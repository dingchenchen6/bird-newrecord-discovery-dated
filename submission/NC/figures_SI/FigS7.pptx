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8585200" cy="60325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26320" y="675360"/>
            <a:ext cx="7531560" cy="868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526320" y="1685520"/>
            <a:ext cx="7531560" cy="301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2133720" y="1480320"/>
            <a:ext cx="68400" cy="60120"/>
          </a:xfrm>
          <a:custGeom>
            <a:avLst/>
            <a:gdLst/>
            <a:ahLst/>
            <a:rect l="0" t="0" r="r" b="b"/>
            <a:pathLst>
              <a:path w="190" h="167">
                <a:moveTo>
                  <a:pt x="114" y="2"/>
                </a:moveTo>
                <a:lnTo>
                  <a:pt x="115" y="2"/>
                </a:lnTo>
                <a:lnTo>
                  <a:pt x="115" y="3"/>
                </a:lnTo>
                <a:lnTo>
                  <a:pt x="115" y="4"/>
                </a:lnTo>
                <a:lnTo>
                  <a:pt x="115" y="6"/>
                </a:lnTo>
                <a:lnTo>
                  <a:pt x="114" y="6"/>
                </a:lnTo>
                <a:lnTo>
                  <a:pt x="114" y="7"/>
                </a:lnTo>
                <a:lnTo>
                  <a:pt x="114" y="8"/>
                </a:lnTo>
                <a:lnTo>
                  <a:pt x="113" y="9"/>
                </a:lnTo>
                <a:lnTo>
                  <a:pt x="114" y="10"/>
                </a:lnTo>
                <a:lnTo>
                  <a:pt x="114" y="11"/>
                </a:lnTo>
                <a:lnTo>
                  <a:pt x="115" y="12"/>
                </a:lnTo>
                <a:lnTo>
                  <a:pt x="115" y="13"/>
                </a:lnTo>
                <a:lnTo>
                  <a:pt x="116" y="13"/>
                </a:lnTo>
                <a:lnTo>
                  <a:pt x="117" y="14"/>
                </a:lnTo>
                <a:lnTo>
                  <a:pt x="116" y="15"/>
                </a:lnTo>
                <a:lnTo>
                  <a:pt x="116" y="16"/>
                </a:lnTo>
                <a:lnTo>
                  <a:pt x="117" y="16"/>
                </a:lnTo>
                <a:lnTo>
                  <a:pt x="118" y="17"/>
                </a:lnTo>
                <a:lnTo>
                  <a:pt x="119" y="17"/>
                </a:lnTo>
                <a:lnTo>
                  <a:pt x="120" y="17"/>
                </a:lnTo>
                <a:lnTo>
                  <a:pt x="121" y="18"/>
                </a:lnTo>
                <a:lnTo>
                  <a:pt x="120" y="18"/>
                </a:lnTo>
                <a:lnTo>
                  <a:pt x="121" y="18"/>
                </a:lnTo>
                <a:lnTo>
                  <a:pt x="121" y="19"/>
                </a:lnTo>
                <a:lnTo>
                  <a:pt x="121" y="18"/>
                </a:lnTo>
                <a:lnTo>
                  <a:pt x="122" y="19"/>
                </a:lnTo>
                <a:lnTo>
                  <a:pt x="124" y="20"/>
                </a:lnTo>
                <a:lnTo>
                  <a:pt x="124" y="21"/>
                </a:lnTo>
                <a:lnTo>
                  <a:pt x="124" y="22"/>
                </a:lnTo>
                <a:lnTo>
                  <a:pt x="125" y="23"/>
                </a:lnTo>
                <a:lnTo>
                  <a:pt x="125" y="22"/>
                </a:lnTo>
                <a:lnTo>
                  <a:pt x="126" y="22"/>
                </a:lnTo>
                <a:lnTo>
                  <a:pt x="127" y="23"/>
                </a:lnTo>
                <a:lnTo>
                  <a:pt x="129" y="23"/>
                </a:lnTo>
                <a:lnTo>
                  <a:pt x="130" y="24"/>
                </a:lnTo>
                <a:lnTo>
                  <a:pt x="131" y="25"/>
                </a:lnTo>
                <a:lnTo>
                  <a:pt x="132" y="25"/>
                </a:lnTo>
                <a:lnTo>
                  <a:pt x="132" y="26"/>
                </a:lnTo>
                <a:lnTo>
                  <a:pt x="131" y="26"/>
                </a:lnTo>
                <a:lnTo>
                  <a:pt x="132" y="26"/>
                </a:lnTo>
                <a:lnTo>
                  <a:pt x="132" y="27"/>
                </a:lnTo>
                <a:lnTo>
                  <a:pt x="133" y="27"/>
                </a:lnTo>
                <a:lnTo>
                  <a:pt x="133" y="29"/>
                </a:lnTo>
                <a:lnTo>
                  <a:pt x="134" y="29"/>
                </a:lnTo>
                <a:lnTo>
                  <a:pt x="135" y="29"/>
                </a:lnTo>
                <a:lnTo>
                  <a:pt x="135" y="30"/>
                </a:lnTo>
                <a:lnTo>
                  <a:pt x="136" y="30"/>
                </a:lnTo>
                <a:lnTo>
                  <a:pt x="135" y="30"/>
                </a:lnTo>
                <a:lnTo>
                  <a:pt x="136" y="31"/>
                </a:lnTo>
                <a:lnTo>
                  <a:pt x="135" y="32"/>
                </a:lnTo>
                <a:lnTo>
                  <a:pt x="136" y="32"/>
                </a:lnTo>
                <a:lnTo>
                  <a:pt x="137" y="33"/>
                </a:lnTo>
                <a:lnTo>
                  <a:pt x="137" y="34"/>
                </a:lnTo>
                <a:lnTo>
                  <a:pt x="138" y="34"/>
                </a:lnTo>
                <a:lnTo>
                  <a:pt x="139" y="35"/>
                </a:lnTo>
                <a:lnTo>
                  <a:pt x="139" y="36"/>
                </a:lnTo>
                <a:lnTo>
                  <a:pt x="141" y="37"/>
                </a:lnTo>
                <a:lnTo>
                  <a:pt x="142" y="37"/>
                </a:lnTo>
                <a:lnTo>
                  <a:pt x="145" y="38"/>
                </a:lnTo>
                <a:lnTo>
                  <a:pt x="145" y="37"/>
                </a:lnTo>
                <a:lnTo>
                  <a:pt x="146" y="37"/>
                </a:lnTo>
                <a:lnTo>
                  <a:pt x="148" y="37"/>
                </a:lnTo>
                <a:lnTo>
                  <a:pt x="149" y="37"/>
                </a:lnTo>
                <a:lnTo>
                  <a:pt x="150" y="37"/>
                </a:lnTo>
                <a:lnTo>
                  <a:pt x="151" y="36"/>
                </a:lnTo>
                <a:lnTo>
                  <a:pt x="152" y="36"/>
                </a:lnTo>
                <a:lnTo>
                  <a:pt x="152" y="37"/>
                </a:lnTo>
                <a:lnTo>
                  <a:pt x="153" y="37"/>
                </a:lnTo>
                <a:lnTo>
                  <a:pt x="154" y="37"/>
                </a:lnTo>
                <a:lnTo>
                  <a:pt x="155" y="37"/>
                </a:lnTo>
                <a:lnTo>
                  <a:pt x="159" y="37"/>
                </a:lnTo>
                <a:lnTo>
                  <a:pt x="161" y="38"/>
                </a:lnTo>
                <a:lnTo>
                  <a:pt x="162" y="38"/>
                </a:lnTo>
                <a:lnTo>
                  <a:pt x="163" y="39"/>
                </a:lnTo>
                <a:lnTo>
                  <a:pt x="164" y="40"/>
                </a:lnTo>
                <a:lnTo>
                  <a:pt x="166" y="39"/>
                </a:lnTo>
                <a:lnTo>
                  <a:pt x="166" y="40"/>
                </a:lnTo>
                <a:lnTo>
                  <a:pt x="167" y="41"/>
                </a:lnTo>
                <a:lnTo>
                  <a:pt x="168" y="41"/>
                </a:lnTo>
                <a:lnTo>
                  <a:pt x="169" y="41"/>
                </a:lnTo>
                <a:lnTo>
                  <a:pt x="171" y="41"/>
                </a:lnTo>
                <a:lnTo>
                  <a:pt x="172" y="41"/>
                </a:lnTo>
                <a:lnTo>
                  <a:pt x="173" y="41"/>
                </a:lnTo>
                <a:lnTo>
                  <a:pt x="173" y="40"/>
                </a:lnTo>
                <a:lnTo>
                  <a:pt x="175" y="40"/>
                </a:lnTo>
                <a:lnTo>
                  <a:pt x="176" y="39"/>
                </a:lnTo>
                <a:lnTo>
                  <a:pt x="177" y="39"/>
                </a:lnTo>
                <a:lnTo>
                  <a:pt x="179" y="38"/>
                </a:lnTo>
                <a:lnTo>
                  <a:pt x="180" y="38"/>
                </a:lnTo>
                <a:lnTo>
                  <a:pt x="181" y="39"/>
                </a:lnTo>
                <a:lnTo>
                  <a:pt x="182" y="40"/>
                </a:lnTo>
                <a:lnTo>
                  <a:pt x="185" y="40"/>
                </a:lnTo>
                <a:lnTo>
                  <a:pt x="186" y="40"/>
                </a:lnTo>
                <a:lnTo>
                  <a:pt x="186" y="39"/>
                </a:lnTo>
                <a:lnTo>
                  <a:pt x="187" y="39"/>
                </a:lnTo>
                <a:lnTo>
                  <a:pt x="188" y="40"/>
                </a:lnTo>
                <a:lnTo>
                  <a:pt x="189" y="40"/>
                </a:lnTo>
                <a:lnTo>
                  <a:pt x="189" y="41"/>
                </a:lnTo>
                <a:lnTo>
                  <a:pt x="190" y="41"/>
                </a:lnTo>
                <a:lnTo>
                  <a:pt x="190" y="42"/>
                </a:lnTo>
                <a:lnTo>
                  <a:pt x="189" y="42"/>
                </a:lnTo>
                <a:lnTo>
                  <a:pt x="189" y="43"/>
                </a:lnTo>
                <a:lnTo>
                  <a:pt x="188" y="44"/>
                </a:lnTo>
                <a:lnTo>
                  <a:pt x="187" y="44"/>
                </a:lnTo>
                <a:lnTo>
                  <a:pt x="186" y="44"/>
                </a:lnTo>
                <a:lnTo>
                  <a:pt x="186" y="43"/>
                </a:lnTo>
                <a:lnTo>
                  <a:pt x="186" y="42"/>
                </a:lnTo>
                <a:lnTo>
                  <a:pt x="185" y="42"/>
                </a:lnTo>
                <a:lnTo>
                  <a:pt x="183" y="42"/>
                </a:lnTo>
                <a:lnTo>
                  <a:pt x="183" y="43"/>
                </a:lnTo>
                <a:lnTo>
                  <a:pt x="183" y="44"/>
                </a:lnTo>
                <a:lnTo>
                  <a:pt x="182" y="45"/>
                </a:lnTo>
                <a:lnTo>
                  <a:pt x="181" y="45"/>
                </a:lnTo>
                <a:lnTo>
                  <a:pt x="181" y="44"/>
                </a:lnTo>
                <a:lnTo>
                  <a:pt x="181" y="43"/>
                </a:lnTo>
                <a:lnTo>
                  <a:pt x="181" y="44"/>
                </a:lnTo>
                <a:lnTo>
                  <a:pt x="180" y="44"/>
                </a:lnTo>
                <a:lnTo>
                  <a:pt x="180" y="45"/>
                </a:lnTo>
                <a:lnTo>
                  <a:pt x="181" y="45"/>
                </a:lnTo>
                <a:lnTo>
                  <a:pt x="180" y="45"/>
                </a:lnTo>
                <a:lnTo>
                  <a:pt x="180" y="46"/>
                </a:lnTo>
                <a:lnTo>
                  <a:pt x="179" y="47"/>
                </a:lnTo>
                <a:lnTo>
                  <a:pt x="180" y="47"/>
                </a:lnTo>
                <a:lnTo>
                  <a:pt x="180" y="49"/>
                </a:lnTo>
                <a:lnTo>
                  <a:pt x="181" y="49"/>
                </a:lnTo>
                <a:lnTo>
                  <a:pt x="181" y="50"/>
                </a:lnTo>
                <a:lnTo>
                  <a:pt x="180" y="50"/>
                </a:lnTo>
                <a:lnTo>
                  <a:pt x="180" y="51"/>
                </a:lnTo>
                <a:lnTo>
                  <a:pt x="179" y="50"/>
                </a:lnTo>
                <a:lnTo>
                  <a:pt x="178" y="50"/>
                </a:lnTo>
                <a:lnTo>
                  <a:pt x="178" y="51"/>
                </a:lnTo>
                <a:lnTo>
                  <a:pt x="177" y="51"/>
                </a:lnTo>
                <a:lnTo>
                  <a:pt x="176" y="51"/>
                </a:lnTo>
                <a:lnTo>
                  <a:pt x="175" y="50"/>
                </a:lnTo>
                <a:lnTo>
                  <a:pt x="174" y="49"/>
                </a:lnTo>
                <a:lnTo>
                  <a:pt x="173" y="49"/>
                </a:lnTo>
                <a:lnTo>
                  <a:pt x="172" y="50"/>
                </a:lnTo>
                <a:lnTo>
                  <a:pt x="170" y="50"/>
                </a:lnTo>
                <a:lnTo>
                  <a:pt x="169" y="51"/>
                </a:lnTo>
                <a:lnTo>
                  <a:pt x="168" y="51"/>
                </a:lnTo>
                <a:lnTo>
                  <a:pt x="167" y="51"/>
                </a:lnTo>
                <a:lnTo>
                  <a:pt x="165" y="53"/>
                </a:lnTo>
                <a:lnTo>
                  <a:pt x="165" y="55"/>
                </a:lnTo>
                <a:lnTo>
                  <a:pt x="166" y="55"/>
                </a:lnTo>
                <a:lnTo>
                  <a:pt x="166" y="56"/>
                </a:lnTo>
                <a:lnTo>
                  <a:pt x="164" y="56"/>
                </a:lnTo>
                <a:lnTo>
                  <a:pt x="163" y="56"/>
                </a:lnTo>
                <a:lnTo>
                  <a:pt x="162" y="56"/>
                </a:lnTo>
                <a:lnTo>
                  <a:pt x="161" y="58"/>
                </a:lnTo>
                <a:lnTo>
                  <a:pt x="162" y="58"/>
                </a:lnTo>
                <a:lnTo>
                  <a:pt x="163" y="59"/>
                </a:lnTo>
                <a:lnTo>
                  <a:pt x="163" y="60"/>
                </a:lnTo>
                <a:lnTo>
                  <a:pt x="163" y="61"/>
                </a:lnTo>
                <a:lnTo>
                  <a:pt x="163" y="62"/>
                </a:lnTo>
                <a:lnTo>
                  <a:pt x="164" y="62"/>
                </a:lnTo>
                <a:lnTo>
                  <a:pt x="165" y="62"/>
                </a:lnTo>
                <a:lnTo>
                  <a:pt x="166" y="64"/>
                </a:lnTo>
                <a:lnTo>
                  <a:pt x="164" y="65"/>
                </a:lnTo>
                <a:lnTo>
                  <a:pt x="164" y="66"/>
                </a:lnTo>
                <a:lnTo>
                  <a:pt x="163" y="66"/>
                </a:lnTo>
                <a:lnTo>
                  <a:pt x="164" y="68"/>
                </a:lnTo>
                <a:lnTo>
                  <a:pt x="163" y="69"/>
                </a:lnTo>
                <a:lnTo>
                  <a:pt x="162" y="70"/>
                </a:lnTo>
                <a:lnTo>
                  <a:pt x="162" y="71"/>
                </a:lnTo>
                <a:lnTo>
                  <a:pt x="163" y="71"/>
                </a:lnTo>
                <a:lnTo>
                  <a:pt x="164" y="71"/>
                </a:lnTo>
                <a:lnTo>
                  <a:pt x="165" y="72"/>
                </a:lnTo>
                <a:lnTo>
                  <a:pt x="165" y="73"/>
                </a:lnTo>
                <a:lnTo>
                  <a:pt x="165" y="74"/>
                </a:lnTo>
                <a:lnTo>
                  <a:pt x="166" y="74"/>
                </a:lnTo>
                <a:lnTo>
                  <a:pt x="167" y="75"/>
                </a:lnTo>
                <a:lnTo>
                  <a:pt x="167" y="76"/>
                </a:lnTo>
                <a:lnTo>
                  <a:pt x="167" y="77"/>
                </a:lnTo>
                <a:lnTo>
                  <a:pt x="168" y="78"/>
                </a:lnTo>
                <a:lnTo>
                  <a:pt x="169" y="78"/>
                </a:lnTo>
                <a:lnTo>
                  <a:pt x="169" y="79"/>
                </a:lnTo>
                <a:lnTo>
                  <a:pt x="169" y="80"/>
                </a:lnTo>
                <a:lnTo>
                  <a:pt x="170" y="80"/>
                </a:lnTo>
                <a:lnTo>
                  <a:pt x="171" y="80"/>
                </a:lnTo>
                <a:lnTo>
                  <a:pt x="172" y="79"/>
                </a:lnTo>
                <a:lnTo>
                  <a:pt x="173" y="80"/>
                </a:lnTo>
                <a:lnTo>
                  <a:pt x="173" y="81"/>
                </a:lnTo>
                <a:lnTo>
                  <a:pt x="173" y="82"/>
                </a:lnTo>
                <a:lnTo>
                  <a:pt x="173" y="83"/>
                </a:lnTo>
                <a:lnTo>
                  <a:pt x="173" y="84"/>
                </a:lnTo>
                <a:lnTo>
                  <a:pt x="174" y="85"/>
                </a:lnTo>
                <a:lnTo>
                  <a:pt x="175" y="85"/>
                </a:lnTo>
                <a:lnTo>
                  <a:pt x="176" y="85"/>
                </a:lnTo>
                <a:lnTo>
                  <a:pt x="177" y="85"/>
                </a:lnTo>
                <a:lnTo>
                  <a:pt x="178" y="86"/>
                </a:lnTo>
                <a:lnTo>
                  <a:pt x="177" y="86"/>
                </a:lnTo>
                <a:lnTo>
                  <a:pt x="176" y="86"/>
                </a:lnTo>
                <a:lnTo>
                  <a:pt x="176" y="87"/>
                </a:lnTo>
                <a:lnTo>
                  <a:pt x="177" y="87"/>
                </a:lnTo>
                <a:lnTo>
                  <a:pt x="178" y="88"/>
                </a:lnTo>
                <a:lnTo>
                  <a:pt x="177" y="88"/>
                </a:lnTo>
                <a:lnTo>
                  <a:pt x="176" y="88"/>
                </a:lnTo>
                <a:lnTo>
                  <a:pt x="177" y="88"/>
                </a:lnTo>
                <a:lnTo>
                  <a:pt x="177" y="89"/>
                </a:lnTo>
                <a:lnTo>
                  <a:pt x="177" y="90"/>
                </a:lnTo>
                <a:lnTo>
                  <a:pt x="177" y="89"/>
                </a:lnTo>
                <a:lnTo>
                  <a:pt x="178" y="89"/>
                </a:lnTo>
                <a:lnTo>
                  <a:pt x="179" y="90"/>
                </a:lnTo>
                <a:lnTo>
                  <a:pt x="177" y="91"/>
                </a:lnTo>
                <a:lnTo>
                  <a:pt x="176" y="91"/>
                </a:lnTo>
                <a:lnTo>
                  <a:pt x="174" y="91"/>
                </a:lnTo>
                <a:lnTo>
                  <a:pt x="175" y="93"/>
                </a:lnTo>
                <a:lnTo>
                  <a:pt x="174" y="94"/>
                </a:lnTo>
                <a:lnTo>
                  <a:pt x="174" y="95"/>
                </a:lnTo>
                <a:lnTo>
                  <a:pt x="173" y="95"/>
                </a:lnTo>
                <a:lnTo>
                  <a:pt x="172" y="95"/>
                </a:lnTo>
                <a:lnTo>
                  <a:pt x="172" y="94"/>
                </a:lnTo>
                <a:lnTo>
                  <a:pt x="170" y="94"/>
                </a:lnTo>
                <a:lnTo>
                  <a:pt x="170" y="95"/>
                </a:lnTo>
                <a:lnTo>
                  <a:pt x="170" y="97"/>
                </a:lnTo>
                <a:lnTo>
                  <a:pt x="169" y="97"/>
                </a:lnTo>
                <a:lnTo>
                  <a:pt x="169" y="98"/>
                </a:lnTo>
                <a:lnTo>
                  <a:pt x="169" y="97"/>
                </a:lnTo>
                <a:lnTo>
                  <a:pt x="168" y="97"/>
                </a:lnTo>
                <a:lnTo>
                  <a:pt x="167" y="98"/>
                </a:lnTo>
                <a:lnTo>
                  <a:pt x="166" y="98"/>
                </a:lnTo>
                <a:lnTo>
                  <a:pt x="165" y="98"/>
                </a:lnTo>
                <a:lnTo>
                  <a:pt x="164" y="98"/>
                </a:lnTo>
                <a:lnTo>
                  <a:pt x="163" y="99"/>
                </a:lnTo>
                <a:lnTo>
                  <a:pt x="163" y="100"/>
                </a:lnTo>
                <a:lnTo>
                  <a:pt x="161" y="100"/>
                </a:lnTo>
                <a:lnTo>
                  <a:pt x="161" y="101"/>
                </a:lnTo>
                <a:lnTo>
                  <a:pt x="161" y="102"/>
                </a:lnTo>
                <a:lnTo>
                  <a:pt x="161" y="103"/>
                </a:lnTo>
                <a:lnTo>
                  <a:pt x="160" y="103"/>
                </a:lnTo>
                <a:lnTo>
                  <a:pt x="160" y="102"/>
                </a:lnTo>
                <a:lnTo>
                  <a:pt x="159" y="101"/>
                </a:lnTo>
                <a:lnTo>
                  <a:pt x="159" y="102"/>
                </a:lnTo>
                <a:lnTo>
                  <a:pt x="159" y="103"/>
                </a:lnTo>
                <a:lnTo>
                  <a:pt x="158" y="102"/>
                </a:lnTo>
                <a:lnTo>
                  <a:pt x="157" y="102"/>
                </a:lnTo>
                <a:lnTo>
                  <a:pt x="156" y="103"/>
                </a:lnTo>
                <a:lnTo>
                  <a:pt x="155" y="103"/>
                </a:lnTo>
                <a:lnTo>
                  <a:pt x="154" y="103"/>
                </a:lnTo>
                <a:lnTo>
                  <a:pt x="153" y="102"/>
                </a:lnTo>
                <a:lnTo>
                  <a:pt x="151" y="102"/>
                </a:lnTo>
                <a:lnTo>
                  <a:pt x="150" y="102"/>
                </a:lnTo>
                <a:lnTo>
                  <a:pt x="150" y="103"/>
                </a:lnTo>
                <a:lnTo>
                  <a:pt x="149" y="103"/>
                </a:lnTo>
                <a:lnTo>
                  <a:pt x="148" y="103"/>
                </a:lnTo>
                <a:lnTo>
                  <a:pt x="147" y="103"/>
                </a:lnTo>
                <a:lnTo>
                  <a:pt x="147" y="104"/>
                </a:lnTo>
                <a:lnTo>
                  <a:pt x="146" y="105"/>
                </a:lnTo>
                <a:lnTo>
                  <a:pt x="145" y="106"/>
                </a:lnTo>
                <a:lnTo>
                  <a:pt x="144" y="107"/>
                </a:lnTo>
                <a:lnTo>
                  <a:pt x="142" y="107"/>
                </a:lnTo>
                <a:lnTo>
                  <a:pt x="142" y="106"/>
                </a:lnTo>
                <a:lnTo>
                  <a:pt x="141" y="106"/>
                </a:lnTo>
                <a:lnTo>
                  <a:pt x="140" y="106"/>
                </a:lnTo>
                <a:lnTo>
                  <a:pt x="140" y="105"/>
                </a:lnTo>
                <a:lnTo>
                  <a:pt x="139" y="104"/>
                </a:lnTo>
                <a:lnTo>
                  <a:pt x="138" y="105"/>
                </a:lnTo>
                <a:lnTo>
                  <a:pt x="137" y="105"/>
                </a:lnTo>
                <a:lnTo>
                  <a:pt x="136" y="104"/>
                </a:lnTo>
                <a:lnTo>
                  <a:pt x="136" y="105"/>
                </a:lnTo>
                <a:lnTo>
                  <a:pt x="135" y="105"/>
                </a:lnTo>
                <a:lnTo>
                  <a:pt x="135" y="104"/>
                </a:lnTo>
                <a:lnTo>
                  <a:pt x="134" y="104"/>
                </a:lnTo>
                <a:lnTo>
                  <a:pt x="134" y="105"/>
                </a:lnTo>
                <a:lnTo>
                  <a:pt x="133" y="105"/>
                </a:lnTo>
                <a:lnTo>
                  <a:pt x="132" y="105"/>
                </a:lnTo>
                <a:lnTo>
                  <a:pt x="131" y="105"/>
                </a:lnTo>
                <a:lnTo>
                  <a:pt x="131" y="106"/>
                </a:lnTo>
                <a:lnTo>
                  <a:pt x="130" y="105"/>
                </a:lnTo>
                <a:lnTo>
                  <a:pt x="130" y="104"/>
                </a:lnTo>
                <a:lnTo>
                  <a:pt x="129" y="104"/>
                </a:lnTo>
                <a:lnTo>
                  <a:pt x="128" y="104"/>
                </a:lnTo>
                <a:lnTo>
                  <a:pt x="127" y="104"/>
                </a:lnTo>
                <a:lnTo>
                  <a:pt x="126" y="105"/>
                </a:lnTo>
                <a:lnTo>
                  <a:pt x="126" y="106"/>
                </a:lnTo>
                <a:lnTo>
                  <a:pt x="126" y="107"/>
                </a:lnTo>
                <a:lnTo>
                  <a:pt x="124" y="107"/>
                </a:lnTo>
                <a:lnTo>
                  <a:pt x="123" y="106"/>
                </a:lnTo>
                <a:lnTo>
                  <a:pt x="122" y="106"/>
                </a:lnTo>
                <a:lnTo>
                  <a:pt x="122" y="107"/>
                </a:lnTo>
                <a:lnTo>
                  <a:pt x="122" y="108"/>
                </a:lnTo>
                <a:lnTo>
                  <a:pt x="122" y="109"/>
                </a:lnTo>
                <a:lnTo>
                  <a:pt x="122" y="110"/>
                </a:lnTo>
                <a:lnTo>
                  <a:pt x="122" y="111"/>
                </a:lnTo>
                <a:lnTo>
                  <a:pt x="121" y="112"/>
                </a:lnTo>
                <a:lnTo>
                  <a:pt x="121" y="113"/>
                </a:lnTo>
                <a:lnTo>
                  <a:pt x="120" y="113"/>
                </a:lnTo>
                <a:lnTo>
                  <a:pt x="120" y="114"/>
                </a:lnTo>
                <a:lnTo>
                  <a:pt x="121" y="114"/>
                </a:lnTo>
                <a:lnTo>
                  <a:pt x="122" y="114"/>
                </a:lnTo>
                <a:lnTo>
                  <a:pt x="122" y="115"/>
                </a:lnTo>
                <a:lnTo>
                  <a:pt x="122" y="114"/>
                </a:lnTo>
                <a:lnTo>
                  <a:pt x="122" y="115"/>
                </a:lnTo>
                <a:lnTo>
                  <a:pt x="123" y="115"/>
                </a:lnTo>
                <a:lnTo>
                  <a:pt x="123" y="116"/>
                </a:lnTo>
                <a:lnTo>
                  <a:pt x="123" y="117"/>
                </a:lnTo>
                <a:lnTo>
                  <a:pt x="123" y="119"/>
                </a:lnTo>
                <a:lnTo>
                  <a:pt x="123" y="120"/>
                </a:lnTo>
                <a:lnTo>
                  <a:pt x="123" y="121"/>
                </a:lnTo>
                <a:lnTo>
                  <a:pt x="124" y="122"/>
                </a:lnTo>
                <a:lnTo>
                  <a:pt x="125" y="122"/>
                </a:lnTo>
                <a:lnTo>
                  <a:pt x="125" y="121"/>
                </a:lnTo>
                <a:lnTo>
                  <a:pt x="126" y="122"/>
                </a:lnTo>
                <a:lnTo>
                  <a:pt x="127" y="122"/>
                </a:lnTo>
                <a:lnTo>
                  <a:pt x="127" y="123"/>
                </a:lnTo>
                <a:lnTo>
                  <a:pt x="128" y="124"/>
                </a:lnTo>
                <a:lnTo>
                  <a:pt x="129" y="124"/>
                </a:lnTo>
                <a:lnTo>
                  <a:pt x="129" y="125"/>
                </a:lnTo>
                <a:lnTo>
                  <a:pt x="130" y="125"/>
                </a:lnTo>
                <a:lnTo>
                  <a:pt x="131" y="125"/>
                </a:lnTo>
                <a:lnTo>
                  <a:pt x="132" y="125"/>
                </a:lnTo>
                <a:lnTo>
                  <a:pt x="132" y="126"/>
                </a:lnTo>
                <a:lnTo>
                  <a:pt x="133" y="126"/>
                </a:lnTo>
                <a:lnTo>
                  <a:pt x="133" y="127"/>
                </a:lnTo>
                <a:lnTo>
                  <a:pt x="134" y="127"/>
                </a:lnTo>
                <a:lnTo>
                  <a:pt x="134" y="126"/>
                </a:lnTo>
                <a:lnTo>
                  <a:pt x="134" y="125"/>
                </a:lnTo>
                <a:lnTo>
                  <a:pt x="133" y="125"/>
                </a:lnTo>
                <a:lnTo>
                  <a:pt x="134" y="125"/>
                </a:lnTo>
                <a:lnTo>
                  <a:pt x="135" y="125"/>
                </a:lnTo>
                <a:lnTo>
                  <a:pt x="136" y="127"/>
                </a:lnTo>
                <a:lnTo>
                  <a:pt x="136" y="128"/>
                </a:lnTo>
                <a:lnTo>
                  <a:pt x="136" y="129"/>
                </a:lnTo>
                <a:lnTo>
                  <a:pt x="137" y="130"/>
                </a:lnTo>
                <a:lnTo>
                  <a:pt x="136" y="130"/>
                </a:lnTo>
                <a:lnTo>
                  <a:pt x="137" y="131"/>
                </a:lnTo>
                <a:lnTo>
                  <a:pt x="137" y="132"/>
                </a:lnTo>
                <a:lnTo>
                  <a:pt x="138" y="132"/>
                </a:lnTo>
                <a:lnTo>
                  <a:pt x="137" y="132"/>
                </a:lnTo>
                <a:lnTo>
                  <a:pt x="135" y="132"/>
                </a:lnTo>
                <a:lnTo>
                  <a:pt x="135" y="133"/>
                </a:lnTo>
                <a:lnTo>
                  <a:pt x="134" y="133"/>
                </a:lnTo>
                <a:lnTo>
                  <a:pt x="134" y="134"/>
                </a:lnTo>
                <a:lnTo>
                  <a:pt x="133" y="134"/>
                </a:lnTo>
                <a:lnTo>
                  <a:pt x="133" y="135"/>
                </a:lnTo>
                <a:lnTo>
                  <a:pt x="134" y="135"/>
                </a:lnTo>
                <a:lnTo>
                  <a:pt x="134" y="136"/>
                </a:lnTo>
                <a:lnTo>
                  <a:pt x="135" y="136"/>
                </a:lnTo>
                <a:lnTo>
                  <a:pt x="134" y="136"/>
                </a:lnTo>
                <a:lnTo>
                  <a:pt x="134" y="137"/>
                </a:lnTo>
                <a:lnTo>
                  <a:pt x="135" y="137"/>
                </a:lnTo>
                <a:lnTo>
                  <a:pt x="134" y="137"/>
                </a:lnTo>
                <a:lnTo>
                  <a:pt x="134" y="138"/>
                </a:lnTo>
                <a:lnTo>
                  <a:pt x="133" y="138"/>
                </a:lnTo>
                <a:lnTo>
                  <a:pt x="132" y="138"/>
                </a:lnTo>
                <a:lnTo>
                  <a:pt x="132" y="139"/>
                </a:lnTo>
                <a:lnTo>
                  <a:pt x="133" y="139"/>
                </a:lnTo>
                <a:lnTo>
                  <a:pt x="132" y="139"/>
                </a:lnTo>
                <a:lnTo>
                  <a:pt x="132" y="140"/>
                </a:lnTo>
                <a:lnTo>
                  <a:pt x="133" y="141"/>
                </a:lnTo>
                <a:lnTo>
                  <a:pt x="134" y="141"/>
                </a:lnTo>
                <a:lnTo>
                  <a:pt x="134" y="142"/>
                </a:lnTo>
                <a:lnTo>
                  <a:pt x="134" y="143"/>
                </a:lnTo>
                <a:lnTo>
                  <a:pt x="133" y="143"/>
                </a:lnTo>
                <a:lnTo>
                  <a:pt x="132" y="143"/>
                </a:lnTo>
                <a:lnTo>
                  <a:pt x="131" y="143"/>
                </a:lnTo>
                <a:lnTo>
                  <a:pt x="130" y="143"/>
                </a:lnTo>
                <a:lnTo>
                  <a:pt x="130" y="144"/>
                </a:lnTo>
                <a:lnTo>
                  <a:pt x="129" y="144"/>
                </a:lnTo>
                <a:lnTo>
                  <a:pt x="129" y="145"/>
                </a:lnTo>
                <a:lnTo>
                  <a:pt x="128" y="145"/>
                </a:lnTo>
                <a:lnTo>
                  <a:pt x="128" y="146"/>
                </a:lnTo>
                <a:lnTo>
                  <a:pt x="127" y="146"/>
                </a:lnTo>
                <a:lnTo>
                  <a:pt x="127" y="147"/>
                </a:lnTo>
                <a:lnTo>
                  <a:pt x="126" y="147"/>
                </a:lnTo>
                <a:lnTo>
                  <a:pt x="127" y="147"/>
                </a:lnTo>
                <a:lnTo>
                  <a:pt x="127" y="148"/>
                </a:lnTo>
                <a:lnTo>
                  <a:pt x="128" y="148"/>
                </a:lnTo>
                <a:lnTo>
                  <a:pt x="127" y="149"/>
                </a:lnTo>
                <a:lnTo>
                  <a:pt x="126" y="149"/>
                </a:lnTo>
                <a:lnTo>
                  <a:pt x="125" y="149"/>
                </a:lnTo>
                <a:lnTo>
                  <a:pt x="123" y="150"/>
                </a:lnTo>
                <a:lnTo>
                  <a:pt x="123" y="151"/>
                </a:lnTo>
                <a:lnTo>
                  <a:pt x="122" y="151"/>
                </a:lnTo>
                <a:lnTo>
                  <a:pt x="122" y="150"/>
                </a:lnTo>
                <a:lnTo>
                  <a:pt x="121" y="149"/>
                </a:lnTo>
                <a:lnTo>
                  <a:pt x="120" y="149"/>
                </a:lnTo>
                <a:lnTo>
                  <a:pt x="119" y="149"/>
                </a:lnTo>
                <a:lnTo>
                  <a:pt x="118" y="149"/>
                </a:lnTo>
                <a:lnTo>
                  <a:pt x="118" y="148"/>
                </a:lnTo>
                <a:lnTo>
                  <a:pt x="117" y="148"/>
                </a:lnTo>
                <a:lnTo>
                  <a:pt x="116" y="149"/>
                </a:lnTo>
                <a:lnTo>
                  <a:pt x="116" y="148"/>
                </a:lnTo>
                <a:lnTo>
                  <a:pt x="115" y="148"/>
                </a:lnTo>
                <a:lnTo>
                  <a:pt x="115" y="149"/>
                </a:lnTo>
                <a:lnTo>
                  <a:pt x="116" y="150"/>
                </a:lnTo>
                <a:lnTo>
                  <a:pt x="117" y="150"/>
                </a:lnTo>
                <a:lnTo>
                  <a:pt x="118" y="151"/>
                </a:lnTo>
                <a:lnTo>
                  <a:pt x="117" y="151"/>
                </a:lnTo>
                <a:lnTo>
                  <a:pt x="117" y="152"/>
                </a:lnTo>
                <a:lnTo>
                  <a:pt x="116" y="152"/>
                </a:lnTo>
                <a:lnTo>
                  <a:pt x="115" y="152"/>
                </a:lnTo>
                <a:lnTo>
                  <a:pt x="115" y="151"/>
                </a:lnTo>
                <a:lnTo>
                  <a:pt x="114" y="151"/>
                </a:lnTo>
                <a:lnTo>
                  <a:pt x="114" y="150"/>
                </a:lnTo>
                <a:lnTo>
                  <a:pt x="113" y="150"/>
                </a:lnTo>
                <a:lnTo>
                  <a:pt x="112" y="150"/>
                </a:lnTo>
                <a:lnTo>
                  <a:pt x="111" y="150"/>
                </a:lnTo>
                <a:lnTo>
                  <a:pt x="111" y="151"/>
                </a:lnTo>
                <a:lnTo>
                  <a:pt x="110" y="150"/>
                </a:lnTo>
                <a:lnTo>
                  <a:pt x="110" y="151"/>
                </a:lnTo>
                <a:lnTo>
                  <a:pt x="109" y="151"/>
                </a:lnTo>
                <a:lnTo>
                  <a:pt x="108" y="150"/>
                </a:lnTo>
                <a:lnTo>
                  <a:pt x="108" y="149"/>
                </a:lnTo>
                <a:lnTo>
                  <a:pt x="107" y="149"/>
                </a:lnTo>
                <a:lnTo>
                  <a:pt x="107" y="148"/>
                </a:lnTo>
                <a:lnTo>
                  <a:pt x="106" y="148"/>
                </a:lnTo>
                <a:lnTo>
                  <a:pt x="106" y="149"/>
                </a:lnTo>
                <a:lnTo>
                  <a:pt x="106" y="148"/>
                </a:lnTo>
                <a:lnTo>
                  <a:pt x="105" y="148"/>
                </a:lnTo>
                <a:lnTo>
                  <a:pt x="104" y="148"/>
                </a:lnTo>
                <a:lnTo>
                  <a:pt x="104" y="149"/>
                </a:lnTo>
                <a:lnTo>
                  <a:pt x="104" y="148"/>
                </a:lnTo>
                <a:lnTo>
                  <a:pt x="103" y="148"/>
                </a:lnTo>
                <a:lnTo>
                  <a:pt x="103" y="149"/>
                </a:lnTo>
                <a:lnTo>
                  <a:pt x="104" y="149"/>
                </a:lnTo>
                <a:lnTo>
                  <a:pt x="103" y="150"/>
                </a:lnTo>
                <a:lnTo>
                  <a:pt x="102" y="151"/>
                </a:lnTo>
                <a:lnTo>
                  <a:pt x="101" y="151"/>
                </a:lnTo>
                <a:lnTo>
                  <a:pt x="101" y="150"/>
                </a:lnTo>
                <a:lnTo>
                  <a:pt x="101" y="151"/>
                </a:lnTo>
                <a:lnTo>
                  <a:pt x="100" y="151"/>
                </a:lnTo>
                <a:lnTo>
                  <a:pt x="99" y="151"/>
                </a:lnTo>
                <a:lnTo>
                  <a:pt x="99" y="152"/>
                </a:lnTo>
                <a:lnTo>
                  <a:pt x="99" y="153"/>
                </a:lnTo>
                <a:lnTo>
                  <a:pt x="100" y="153"/>
                </a:lnTo>
                <a:lnTo>
                  <a:pt x="99" y="153"/>
                </a:lnTo>
                <a:lnTo>
                  <a:pt x="99" y="154"/>
                </a:lnTo>
                <a:lnTo>
                  <a:pt x="98" y="154"/>
                </a:lnTo>
                <a:lnTo>
                  <a:pt x="98" y="155"/>
                </a:lnTo>
                <a:lnTo>
                  <a:pt x="98" y="156"/>
                </a:lnTo>
                <a:lnTo>
                  <a:pt x="97" y="156"/>
                </a:lnTo>
                <a:lnTo>
                  <a:pt x="96" y="156"/>
                </a:lnTo>
                <a:lnTo>
                  <a:pt x="96" y="155"/>
                </a:lnTo>
                <a:lnTo>
                  <a:pt x="95" y="155"/>
                </a:lnTo>
                <a:lnTo>
                  <a:pt x="95" y="156"/>
                </a:lnTo>
                <a:lnTo>
                  <a:pt x="95" y="157"/>
                </a:lnTo>
                <a:lnTo>
                  <a:pt x="94" y="157"/>
                </a:lnTo>
                <a:lnTo>
                  <a:pt x="94" y="158"/>
                </a:lnTo>
                <a:lnTo>
                  <a:pt x="91" y="158"/>
                </a:lnTo>
                <a:lnTo>
                  <a:pt x="92" y="158"/>
                </a:lnTo>
                <a:lnTo>
                  <a:pt x="92" y="159"/>
                </a:lnTo>
                <a:lnTo>
                  <a:pt x="92" y="160"/>
                </a:lnTo>
                <a:lnTo>
                  <a:pt x="91" y="160"/>
                </a:lnTo>
                <a:lnTo>
                  <a:pt x="90" y="160"/>
                </a:lnTo>
                <a:lnTo>
                  <a:pt x="90" y="159"/>
                </a:lnTo>
                <a:lnTo>
                  <a:pt x="90" y="158"/>
                </a:lnTo>
                <a:lnTo>
                  <a:pt x="89" y="158"/>
                </a:lnTo>
                <a:lnTo>
                  <a:pt x="88" y="158"/>
                </a:lnTo>
                <a:lnTo>
                  <a:pt x="88" y="159"/>
                </a:lnTo>
                <a:lnTo>
                  <a:pt x="89" y="159"/>
                </a:lnTo>
                <a:lnTo>
                  <a:pt x="89" y="160"/>
                </a:lnTo>
                <a:lnTo>
                  <a:pt x="90" y="160"/>
                </a:lnTo>
                <a:lnTo>
                  <a:pt x="90" y="161"/>
                </a:lnTo>
                <a:lnTo>
                  <a:pt x="90" y="162"/>
                </a:lnTo>
                <a:lnTo>
                  <a:pt x="89" y="162"/>
                </a:lnTo>
                <a:lnTo>
                  <a:pt x="89" y="163"/>
                </a:lnTo>
                <a:lnTo>
                  <a:pt x="90" y="162"/>
                </a:lnTo>
                <a:lnTo>
                  <a:pt x="91" y="162"/>
                </a:lnTo>
                <a:lnTo>
                  <a:pt x="91" y="163"/>
                </a:lnTo>
                <a:lnTo>
                  <a:pt x="92" y="162"/>
                </a:lnTo>
                <a:lnTo>
                  <a:pt x="92" y="163"/>
                </a:lnTo>
                <a:lnTo>
                  <a:pt x="93" y="163"/>
                </a:lnTo>
                <a:lnTo>
                  <a:pt x="93" y="164"/>
                </a:lnTo>
                <a:lnTo>
                  <a:pt x="93" y="165"/>
                </a:lnTo>
                <a:lnTo>
                  <a:pt x="93" y="166"/>
                </a:lnTo>
                <a:lnTo>
                  <a:pt x="92" y="166"/>
                </a:lnTo>
                <a:lnTo>
                  <a:pt x="91" y="166"/>
                </a:lnTo>
                <a:lnTo>
                  <a:pt x="91" y="167"/>
                </a:lnTo>
                <a:lnTo>
                  <a:pt x="91" y="166"/>
                </a:lnTo>
                <a:lnTo>
                  <a:pt x="90" y="166"/>
                </a:lnTo>
                <a:lnTo>
                  <a:pt x="89" y="166"/>
                </a:lnTo>
                <a:lnTo>
                  <a:pt x="88" y="166"/>
                </a:lnTo>
                <a:lnTo>
                  <a:pt x="87" y="166"/>
                </a:lnTo>
                <a:lnTo>
                  <a:pt x="86" y="166"/>
                </a:lnTo>
                <a:lnTo>
                  <a:pt x="85" y="166"/>
                </a:lnTo>
                <a:lnTo>
                  <a:pt x="85" y="165"/>
                </a:lnTo>
                <a:lnTo>
                  <a:pt x="82" y="165"/>
                </a:lnTo>
                <a:lnTo>
                  <a:pt x="81" y="164"/>
                </a:lnTo>
                <a:lnTo>
                  <a:pt x="81" y="163"/>
                </a:lnTo>
                <a:lnTo>
                  <a:pt x="80" y="163"/>
                </a:lnTo>
                <a:lnTo>
                  <a:pt x="80" y="162"/>
                </a:lnTo>
                <a:lnTo>
                  <a:pt x="79" y="162"/>
                </a:lnTo>
                <a:lnTo>
                  <a:pt x="77" y="162"/>
                </a:lnTo>
                <a:lnTo>
                  <a:pt x="76" y="161"/>
                </a:lnTo>
                <a:lnTo>
                  <a:pt x="75" y="161"/>
                </a:lnTo>
                <a:lnTo>
                  <a:pt x="75" y="160"/>
                </a:lnTo>
                <a:lnTo>
                  <a:pt x="74" y="159"/>
                </a:lnTo>
                <a:lnTo>
                  <a:pt x="74" y="158"/>
                </a:lnTo>
                <a:lnTo>
                  <a:pt x="74" y="157"/>
                </a:lnTo>
                <a:lnTo>
                  <a:pt x="74" y="156"/>
                </a:lnTo>
                <a:lnTo>
                  <a:pt x="74" y="155"/>
                </a:lnTo>
                <a:lnTo>
                  <a:pt x="74" y="154"/>
                </a:lnTo>
                <a:lnTo>
                  <a:pt x="73" y="154"/>
                </a:lnTo>
                <a:lnTo>
                  <a:pt x="72" y="154"/>
                </a:lnTo>
                <a:lnTo>
                  <a:pt x="72" y="153"/>
                </a:lnTo>
                <a:lnTo>
                  <a:pt x="71" y="153"/>
                </a:lnTo>
                <a:lnTo>
                  <a:pt x="71" y="152"/>
                </a:lnTo>
                <a:lnTo>
                  <a:pt x="70" y="152"/>
                </a:lnTo>
                <a:lnTo>
                  <a:pt x="69" y="152"/>
                </a:lnTo>
                <a:lnTo>
                  <a:pt x="69" y="151"/>
                </a:lnTo>
                <a:lnTo>
                  <a:pt x="68" y="152"/>
                </a:lnTo>
                <a:lnTo>
                  <a:pt x="67" y="152"/>
                </a:lnTo>
                <a:lnTo>
                  <a:pt x="66" y="152"/>
                </a:lnTo>
                <a:lnTo>
                  <a:pt x="66" y="153"/>
                </a:lnTo>
                <a:lnTo>
                  <a:pt x="66" y="154"/>
                </a:lnTo>
                <a:lnTo>
                  <a:pt x="65" y="154"/>
                </a:lnTo>
                <a:lnTo>
                  <a:pt x="65" y="153"/>
                </a:lnTo>
                <a:lnTo>
                  <a:pt x="65" y="154"/>
                </a:lnTo>
                <a:lnTo>
                  <a:pt x="64" y="154"/>
                </a:lnTo>
                <a:lnTo>
                  <a:pt x="63" y="154"/>
                </a:lnTo>
                <a:lnTo>
                  <a:pt x="63" y="153"/>
                </a:lnTo>
                <a:lnTo>
                  <a:pt x="62" y="154"/>
                </a:lnTo>
                <a:lnTo>
                  <a:pt x="62" y="153"/>
                </a:lnTo>
                <a:lnTo>
                  <a:pt x="61" y="153"/>
                </a:lnTo>
                <a:lnTo>
                  <a:pt x="59" y="153"/>
                </a:lnTo>
                <a:lnTo>
                  <a:pt x="58" y="153"/>
                </a:lnTo>
                <a:lnTo>
                  <a:pt x="56" y="154"/>
                </a:lnTo>
                <a:lnTo>
                  <a:pt x="55" y="154"/>
                </a:lnTo>
                <a:lnTo>
                  <a:pt x="55" y="153"/>
                </a:lnTo>
                <a:lnTo>
                  <a:pt x="54" y="153"/>
                </a:lnTo>
                <a:lnTo>
                  <a:pt x="55" y="153"/>
                </a:lnTo>
                <a:lnTo>
                  <a:pt x="55" y="152"/>
                </a:lnTo>
                <a:lnTo>
                  <a:pt x="54" y="152"/>
                </a:lnTo>
                <a:lnTo>
                  <a:pt x="53" y="152"/>
                </a:lnTo>
                <a:lnTo>
                  <a:pt x="53" y="153"/>
                </a:lnTo>
                <a:lnTo>
                  <a:pt x="52" y="153"/>
                </a:lnTo>
                <a:lnTo>
                  <a:pt x="52" y="152"/>
                </a:lnTo>
                <a:lnTo>
                  <a:pt x="51" y="152"/>
                </a:lnTo>
                <a:lnTo>
                  <a:pt x="51" y="151"/>
                </a:lnTo>
                <a:lnTo>
                  <a:pt x="50" y="151"/>
                </a:lnTo>
                <a:lnTo>
                  <a:pt x="50" y="153"/>
                </a:lnTo>
                <a:lnTo>
                  <a:pt x="50" y="154"/>
                </a:lnTo>
                <a:lnTo>
                  <a:pt x="49" y="154"/>
                </a:lnTo>
                <a:lnTo>
                  <a:pt x="49" y="155"/>
                </a:lnTo>
                <a:lnTo>
                  <a:pt x="48" y="155"/>
                </a:lnTo>
                <a:lnTo>
                  <a:pt x="48" y="154"/>
                </a:lnTo>
                <a:lnTo>
                  <a:pt x="48" y="153"/>
                </a:lnTo>
                <a:lnTo>
                  <a:pt x="47" y="153"/>
                </a:lnTo>
                <a:lnTo>
                  <a:pt x="46" y="152"/>
                </a:lnTo>
                <a:lnTo>
                  <a:pt x="46" y="151"/>
                </a:lnTo>
                <a:lnTo>
                  <a:pt x="45" y="151"/>
                </a:lnTo>
                <a:lnTo>
                  <a:pt x="44" y="151"/>
                </a:lnTo>
                <a:lnTo>
                  <a:pt x="44" y="150"/>
                </a:lnTo>
                <a:lnTo>
                  <a:pt x="44" y="152"/>
                </a:lnTo>
                <a:lnTo>
                  <a:pt x="45" y="152"/>
                </a:lnTo>
                <a:lnTo>
                  <a:pt x="44" y="153"/>
                </a:lnTo>
                <a:lnTo>
                  <a:pt x="44" y="154"/>
                </a:lnTo>
                <a:lnTo>
                  <a:pt x="43" y="154"/>
                </a:lnTo>
                <a:lnTo>
                  <a:pt x="42" y="154"/>
                </a:lnTo>
                <a:lnTo>
                  <a:pt x="43" y="154"/>
                </a:lnTo>
                <a:lnTo>
                  <a:pt x="43" y="155"/>
                </a:lnTo>
                <a:lnTo>
                  <a:pt x="42" y="156"/>
                </a:lnTo>
                <a:lnTo>
                  <a:pt x="41" y="156"/>
                </a:lnTo>
                <a:lnTo>
                  <a:pt x="40" y="156"/>
                </a:lnTo>
                <a:lnTo>
                  <a:pt x="40" y="155"/>
                </a:lnTo>
                <a:lnTo>
                  <a:pt x="39" y="155"/>
                </a:lnTo>
                <a:lnTo>
                  <a:pt x="38" y="156"/>
                </a:lnTo>
                <a:lnTo>
                  <a:pt x="38" y="157"/>
                </a:lnTo>
                <a:lnTo>
                  <a:pt x="37" y="157"/>
                </a:lnTo>
                <a:lnTo>
                  <a:pt x="36" y="158"/>
                </a:lnTo>
                <a:lnTo>
                  <a:pt x="36" y="159"/>
                </a:lnTo>
                <a:lnTo>
                  <a:pt x="36" y="160"/>
                </a:lnTo>
                <a:lnTo>
                  <a:pt x="36" y="159"/>
                </a:lnTo>
                <a:lnTo>
                  <a:pt x="37" y="159"/>
                </a:lnTo>
                <a:lnTo>
                  <a:pt x="37" y="160"/>
                </a:lnTo>
                <a:lnTo>
                  <a:pt x="36" y="160"/>
                </a:lnTo>
                <a:lnTo>
                  <a:pt x="35" y="160"/>
                </a:lnTo>
                <a:lnTo>
                  <a:pt x="34" y="160"/>
                </a:lnTo>
                <a:lnTo>
                  <a:pt x="33" y="160"/>
                </a:lnTo>
                <a:lnTo>
                  <a:pt x="32" y="159"/>
                </a:lnTo>
                <a:lnTo>
                  <a:pt x="31" y="159"/>
                </a:lnTo>
                <a:lnTo>
                  <a:pt x="31" y="160"/>
                </a:lnTo>
                <a:lnTo>
                  <a:pt x="32" y="160"/>
                </a:lnTo>
                <a:lnTo>
                  <a:pt x="31" y="160"/>
                </a:lnTo>
                <a:lnTo>
                  <a:pt x="31" y="159"/>
                </a:lnTo>
                <a:lnTo>
                  <a:pt x="30" y="159"/>
                </a:lnTo>
                <a:lnTo>
                  <a:pt x="29" y="158"/>
                </a:lnTo>
                <a:lnTo>
                  <a:pt x="29" y="157"/>
                </a:lnTo>
                <a:lnTo>
                  <a:pt x="29" y="156"/>
                </a:lnTo>
                <a:lnTo>
                  <a:pt x="28" y="156"/>
                </a:lnTo>
                <a:lnTo>
                  <a:pt x="27" y="156"/>
                </a:lnTo>
                <a:lnTo>
                  <a:pt x="27" y="155"/>
                </a:lnTo>
                <a:lnTo>
                  <a:pt x="26" y="155"/>
                </a:lnTo>
                <a:lnTo>
                  <a:pt x="26" y="154"/>
                </a:lnTo>
                <a:lnTo>
                  <a:pt x="25" y="154"/>
                </a:lnTo>
                <a:lnTo>
                  <a:pt x="25" y="153"/>
                </a:lnTo>
                <a:lnTo>
                  <a:pt x="25" y="152"/>
                </a:lnTo>
                <a:lnTo>
                  <a:pt x="24" y="151"/>
                </a:lnTo>
                <a:lnTo>
                  <a:pt x="24" y="150"/>
                </a:lnTo>
                <a:lnTo>
                  <a:pt x="23" y="150"/>
                </a:lnTo>
                <a:lnTo>
                  <a:pt x="22" y="149"/>
                </a:lnTo>
                <a:lnTo>
                  <a:pt x="22" y="150"/>
                </a:lnTo>
                <a:lnTo>
                  <a:pt x="21" y="150"/>
                </a:lnTo>
                <a:lnTo>
                  <a:pt x="21" y="151"/>
                </a:lnTo>
                <a:lnTo>
                  <a:pt x="20" y="151"/>
                </a:lnTo>
                <a:lnTo>
                  <a:pt x="20" y="150"/>
                </a:lnTo>
                <a:lnTo>
                  <a:pt x="19" y="150"/>
                </a:lnTo>
                <a:lnTo>
                  <a:pt x="19" y="151"/>
                </a:lnTo>
                <a:lnTo>
                  <a:pt x="18" y="151"/>
                </a:lnTo>
                <a:lnTo>
                  <a:pt x="18" y="150"/>
                </a:lnTo>
                <a:lnTo>
                  <a:pt x="17" y="150"/>
                </a:lnTo>
                <a:lnTo>
                  <a:pt x="16" y="151"/>
                </a:lnTo>
                <a:lnTo>
                  <a:pt x="15" y="151"/>
                </a:lnTo>
                <a:lnTo>
                  <a:pt x="15" y="152"/>
                </a:lnTo>
                <a:lnTo>
                  <a:pt x="14" y="152"/>
                </a:lnTo>
                <a:lnTo>
                  <a:pt x="14" y="151"/>
                </a:lnTo>
                <a:lnTo>
                  <a:pt x="13" y="151"/>
                </a:lnTo>
                <a:lnTo>
                  <a:pt x="13" y="150"/>
                </a:lnTo>
                <a:lnTo>
                  <a:pt x="12" y="149"/>
                </a:lnTo>
                <a:lnTo>
                  <a:pt x="11" y="149"/>
                </a:lnTo>
                <a:lnTo>
                  <a:pt x="10" y="149"/>
                </a:lnTo>
                <a:lnTo>
                  <a:pt x="10" y="150"/>
                </a:lnTo>
                <a:lnTo>
                  <a:pt x="9" y="151"/>
                </a:lnTo>
                <a:lnTo>
                  <a:pt x="8" y="151"/>
                </a:lnTo>
                <a:lnTo>
                  <a:pt x="9" y="151"/>
                </a:lnTo>
                <a:lnTo>
                  <a:pt x="8" y="150"/>
                </a:lnTo>
                <a:lnTo>
                  <a:pt x="8" y="149"/>
                </a:lnTo>
                <a:lnTo>
                  <a:pt x="9" y="149"/>
                </a:lnTo>
                <a:lnTo>
                  <a:pt x="9" y="148"/>
                </a:lnTo>
                <a:lnTo>
                  <a:pt x="9" y="147"/>
                </a:lnTo>
                <a:lnTo>
                  <a:pt x="9" y="146"/>
                </a:lnTo>
                <a:lnTo>
                  <a:pt x="8" y="146"/>
                </a:lnTo>
                <a:lnTo>
                  <a:pt x="8" y="145"/>
                </a:lnTo>
                <a:lnTo>
                  <a:pt x="7" y="145"/>
                </a:lnTo>
                <a:lnTo>
                  <a:pt x="7" y="146"/>
                </a:lnTo>
                <a:lnTo>
                  <a:pt x="5" y="145"/>
                </a:lnTo>
                <a:lnTo>
                  <a:pt x="6" y="144"/>
                </a:lnTo>
                <a:lnTo>
                  <a:pt x="6" y="143"/>
                </a:lnTo>
                <a:lnTo>
                  <a:pt x="6" y="142"/>
                </a:lnTo>
                <a:lnTo>
                  <a:pt x="7" y="142"/>
                </a:lnTo>
                <a:lnTo>
                  <a:pt x="7" y="141"/>
                </a:lnTo>
                <a:lnTo>
                  <a:pt x="7" y="140"/>
                </a:lnTo>
                <a:lnTo>
                  <a:pt x="6" y="140"/>
                </a:lnTo>
                <a:lnTo>
                  <a:pt x="6" y="139"/>
                </a:lnTo>
                <a:lnTo>
                  <a:pt x="6" y="138"/>
                </a:lnTo>
                <a:lnTo>
                  <a:pt x="6" y="137"/>
                </a:lnTo>
                <a:lnTo>
                  <a:pt x="6" y="136"/>
                </a:lnTo>
                <a:lnTo>
                  <a:pt x="4" y="136"/>
                </a:lnTo>
                <a:lnTo>
                  <a:pt x="3" y="135"/>
                </a:lnTo>
                <a:lnTo>
                  <a:pt x="2" y="135"/>
                </a:lnTo>
                <a:lnTo>
                  <a:pt x="1" y="135"/>
                </a:lnTo>
                <a:lnTo>
                  <a:pt x="1" y="134"/>
                </a:lnTo>
                <a:lnTo>
                  <a:pt x="1" y="133"/>
                </a:lnTo>
                <a:lnTo>
                  <a:pt x="0" y="133"/>
                </a:lnTo>
                <a:lnTo>
                  <a:pt x="1" y="133"/>
                </a:lnTo>
                <a:lnTo>
                  <a:pt x="1" y="132"/>
                </a:lnTo>
                <a:lnTo>
                  <a:pt x="2" y="132"/>
                </a:lnTo>
                <a:lnTo>
                  <a:pt x="3" y="132"/>
                </a:lnTo>
                <a:lnTo>
                  <a:pt x="4" y="131"/>
                </a:lnTo>
                <a:lnTo>
                  <a:pt x="5" y="131"/>
                </a:lnTo>
                <a:lnTo>
                  <a:pt x="5" y="130"/>
                </a:lnTo>
                <a:lnTo>
                  <a:pt x="6" y="130"/>
                </a:lnTo>
                <a:lnTo>
                  <a:pt x="6" y="131"/>
                </a:lnTo>
                <a:lnTo>
                  <a:pt x="7" y="131"/>
                </a:lnTo>
                <a:lnTo>
                  <a:pt x="8" y="132"/>
                </a:lnTo>
                <a:lnTo>
                  <a:pt x="8" y="131"/>
                </a:lnTo>
                <a:lnTo>
                  <a:pt x="9" y="131"/>
                </a:lnTo>
                <a:lnTo>
                  <a:pt x="10" y="131"/>
                </a:lnTo>
                <a:lnTo>
                  <a:pt x="11" y="131"/>
                </a:lnTo>
                <a:lnTo>
                  <a:pt x="12" y="131"/>
                </a:lnTo>
                <a:lnTo>
                  <a:pt x="12" y="130"/>
                </a:lnTo>
                <a:lnTo>
                  <a:pt x="13" y="130"/>
                </a:lnTo>
                <a:lnTo>
                  <a:pt x="13" y="129"/>
                </a:lnTo>
                <a:lnTo>
                  <a:pt x="13" y="128"/>
                </a:lnTo>
                <a:lnTo>
                  <a:pt x="12" y="128"/>
                </a:lnTo>
                <a:lnTo>
                  <a:pt x="11" y="128"/>
                </a:lnTo>
                <a:lnTo>
                  <a:pt x="11" y="127"/>
                </a:lnTo>
                <a:lnTo>
                  <a:pt x="10" y="127"/>
                </a:lnTo>
                <a:lnTo>
                  <a:pt x="9" y="126"/>
                </a:lnTo>
                <a:lnTo>
                  <a:pt x="8" y="126"/>
                </a:lnTo>
                <a:lnTo>
                  <a:pt x="8" y="125"/>
                </a:lnTo>
                <a:lnTo>
                  <a:pt x="9" y="125"/>
                </a:lnTo>
                <a:lnTo>
                  <a:pt x="9" y="124"/>
                </a:lnTo>
                <a:lnTo>
                  <a:pt x="9" y="123"/>
                </a:lnTo>
                <a:lnTo>
                  <a:pt x="10" y="123"/>
                </a:lnTo>
                <a:lnTo>
                  <a:pt x="10" y="122"/>
                </a:lnTo>
                <a:lnTo>
                  <a:pt x="9" y="122"/>
                </a:lnTo>
                <a:lnTo>
                  <a:pt x="8" y="122"/>
                </a:lnTo>
                <a:lnTo>
                  <a:pt x="8" y="121"/>
                </a:lnTo>
                <a:lnTo>
                  <a:pt x="9" y="121"/>
                </a:lnTo>
                <a:lnTo>
                  <a:pt x="9" y="120"/>
                </a:lnTo>
                <a:lnTo>
                  <a:pt x="9" y="119"/>
                </a:lnTo>
                <a:lnTo>
                  <a:pt x="8" y="119"/>
                </a:lnTo>
                <a:lnTo>
                  <a:pt x="8" y="118"/>
                </a:lnTo>
                <a:lnTo>
                  <a:pt x="7" y="118"/>
                </a:lnTo>
                <a:lnTo>
                  <a:pt x="6" y="117"/>
                </a:lnTo>
                <a:lnTo>
                  <a:pt x="6" y="116"/>
                </a:lnTo>
                <a:lnTo>
                  <a:pt x="5" y="116"/>
                </a:lnTo>
                <a:lnTo>
                  <a:pt x="4" y="116"/>
                </a:lnTo>
                <a:lnTo>
                  <a:pt x="3" y="115"/>
                </a:lnTo>
                <a:lnTo>
                  <a:pt x="2" y="115"/>
                </a:lnTo>
                <a:lnTo>
                  <a:pt x="1" y="115"/>
                </a:lnTo>
                <a:lnTo>
                  <a:pt x="0" y="115"/>
                </a:lnTo>
                <a:lnTo>
                  <a:pt x="1" y="115"/>
                </a:lnTo>
                <a:lnTo>
                  <a:pt x="0" y="115"/>
                </a:lnTo>
                <a:lnTo>
                  <a:pt x="0" y="114"/>
                </a:lnTo>
                <a:lnTo>
                  <a:pt x="0" y="113"/>
                </a:lnTo>
                <a:lnTo>
                  <a:pt x="0" y="112"/>
                </a:lnTo>
                <a:lnTo>
                  <a:pt x="1" y="112"/>
                </a:lnTo>
                <a:lnTo>
                  <a:pt x="1" y="111"/>
                </a:lnTo>
                <a:lnTo>
                  <a:pt x="2" y="110"/>
                </a:lnTo>
                <a:lnTo>
                  <a:pt x="2" y="109"/>
                </a:lnTo>
                <a:lnTo>
                  <a:pt x="2" y="108"/>
                </a:lnTo>
                <a:lnTo>
                  <a:pt x="3" y="108"/>
                </a:lnTo>
                <a:lnTo>
                  <a:pt x="3" y="107"/>
                </a:lnTo>
                <a:lnTo>
                  <a:pt x="4" y="106"/>
                </a:lnTo>
                <a:lnTo>
                  <a:pt x="5" y="106"/>
                </a:lnTo>
                <a:lnTo>
                  <a:pt x="6" y="106"/>
                </a:lnTo>
                <a:lnTo>
                  <a:pt x="6" y="105"/>
                </a:lnTo>
                <a:lnTo>
                  <a:pt x="7" y="104"/>
                </a:lnTo>
                <a:lnTo>
                  <a:pt x="8" y="104"/>
                </a:lnTo>
                <a:lnTo>
                  <a:pt x="8" y="103"/>
                </a:lnTo>
                <a:lnTo>
                  <a:pt x="9" y="103"/>
                </a:lnTo>
                <a:lnTo>
                  <a:pt x="9" y="102"/>
                </a:lnTo>
                <a:lnTo>
                  <a:pt x="10" y="102"/>
                </a:lnTo>
                <a:lnTo>
                  <a:pt x="11" y="102"/>
                </a:lnTo>
                <a:lnTo>
                  <a:pt x="12" y="102"/>
                </a:lnTo>
                <a:lnTo>
                  <a:pt x="12" y="101"/>
                </a:lnTo>
                <a:lnTo>
                  <a:pt x="12" y="100"/>
                </a:lnTo>
                <a:lnTo>
                  <a:pt x="13" y="100"/>
                </a:lnTo>
                <a:lnTo>
                  <a:pt x="14" y="100"/>
                </a:lnTo>
                <a:lnTo>
                  <a:pt x="15" y="100"/>
                </a:lnTo>
                <a:lnTo>
                  <a:pt x="15" y="99"/>
                </a:lnTo>
                <a:lnTo>
                  <a:pt x="16" y="98"/>
                </a:lnTo>
                <a:lnTo>
                  <a:pt x="16" y="97"/>
                </a:lnTo>
                <a:lnTo>
                  <a:pt x="17" y="97"/>
                </a:lnTo>
                <a:lnTo>
                  <a:pt x="19" y="98"/>
                </a:lnTo>
                <a:lnTo>
                  <a:pt x="20" y="98"/>
                </a:lnTo>
                <a:lnTo>
                  <a:pt x="20" y="97"/>
                </a:lnTo>
                <a:lnTo>
                  <a:pt x="20" y="95"/>
                </a:lnTo>
                <a:lnTo>
                  <a:pt x="21" y="95"/>
                </a:lnTo>
                <a:lnTo>
                  <a:pt x="22" y="95"/>
                </a:lnTo>
                <a:lnTo>
                  <a:pt x="23" y="95"/>
                </a:lnTo>
                <a:lnTo>
                  <a:pt x="24" y="95"/>
                </a:lnTo>
                <a:lnTo>
                  <a:pt x="25" y="95"/>
                </a:lnTo>
                <a:lnTo>
                  <a:pt x="25" y="97"/>
                </a:lnTo>
                <a:lnTo>
                  <a:pt x="26" y="95"/>
                </a:lnTo>
                <a:lnTo>
                  <a:pt x="25" y="95"/>
                </a:lnTo>
                <a:lnTo>
                  <a:pt x="26" y="95"/>
                </a:lnTo>
                <a:lnTo>
                  <a:pt x="27" y="95"/>
                </a:lnTo>
                <a:lnTo>
                  <a:pt x="28" y="95"/>
                </a:lnTo>
                <a:lnTo>
                  <a:pt x="29" y="95"/>
                </a:lnTo>
                <a:lnTo>
                  <a:pt x="30" y="95"/>
                </a:lnTo>
                <a:lnTo>
                  <a:pt x="30" y="94"/>
                </a:lnTo>
                <a:lnTo>
                  <a:pt x="30" y="93"/>
                </a:lnTo>
                <a:lnTo>
                  <a:pt x="30" y="92"/>
                </a:lnTo>
                <a:lnTo>
                  <a:pt x="31" y="91"/>
                </a:lnTo>
                <a:lnTo>
                  <a:pt x="32" y="91"/>
                </a:lnTo>
                <a:lnTo>
                  <a:pt x="33" y="90"/>
                </a:lnTo>
                <a:lnTo>
                  <a:pt x="33" y="91"/>
                </a:lnTo>
                <a:lnTo>
                  <a:pt x="33" y="92"/>
                </a:lnTo>
                <a:lnTo>
                  <a:pt x="34" y="92"/>
                </a:lnTo>
                <a:lnTo>
                  <a:pt x="34" y="93"/>
                </a:lnTo>
                <a:lnTo>
                  <a:pt x="35" y="93"/>
                </a:lnTo>
                <a:lnTo>
                  <a:pt x="36" y="93"/>
                </a:lnTo>
                <a:lnTo>
                  <a:pt x="37" y="93"/>
                </a:lnTo>
                <a:lnTo>
                  <a:pt x="37" y="94"/>
                </a:lnTo>
                <a:lnTo>
                  <a:pt x="38" y="94"/>
                </a:lnTo>
                <a:lnTo>
                  <a:pt x="39" y="94"/>
                </a:lnTo>
                <a:lnTo>
                  <a:pt x="39" y="93"/>
                </a:lnTo>
                <a:lnTo>
                  <a:pt x="39" y="92"/>
                </a:lnTo>
                <a:lnTo>
                  <a:pt x="38" y="92"/>
                </a:lnTo>
                <a:lnTo>
                  <a:pt x="38" y="91"/>
                </a:lnTo>
                <a:lnTo>
                  <a:pt x="39" y="91"/>
                </a:lnTo>
                <a:lnTo>
                  <a:pt x="39" y="90"/>
                </a:lnTo>
                <a:lnTo>
                  <a:pt x="39" y="89"/>
                </a:lnTo>
                <a:lnTo>
                  <a:pt x="40" y="89"/>
                </a:lnTo>
                <a:lnTo>
                  <a:pt x="40" y="90"/>
                </a:lnTo>
                <a:lnTo>
                  <a:pt x="41" y="90"/>
                </a:lnTo>
                <a:lnTo>
                  <a:pt x="42" y="88"/>
                </a:lnTo>
                <a:lnTo>
                  <a:pt x="42" y="87"/>
                </a:lnTo>
                <a:lnTo>
                  <a:pt x="42" y="86"/>
                </a:lnTo>
                <a:lnTo>
                  <a:pt x="43" y="85"/>
                </a:lnTo>
                <a:lnTo>
                  <a:pt x="44" y="85"/>
                </a:lnTo>
                <a:lnTo>
                  <a:pt x="44" y="84"/>
                </a:lnTo>
                <a:lnTo>
                  <a:pt x="45" y="84"/>
                </a:lnTo>
                <a:lnTo>
                  <a:pt x="45" y="83"/>
                </a:lnTo>
                <a:lnTo>
                  <a:pt x="46" y="83"/>
                </a:lnTo>
                <a:lnTo>
                  <a:pt x="47" y="83"/>
                </a:lnTo>
                <a:lnTo>
                  <a:pt x="49" y="82"/>
                </a:lnTo>
                <a:lnTo>
                  <a:pt x="49" y="81"/>
                </a:lnTo>
                <a:lnTo>
                  <a:pt x="48" y="80"/>
                </a:lnTo>
                <a:lnTo>
                  <a:pt x="48" y="79"/>
                </a:lnTo>
                <a:lnTo>
                  <a:pt x="47" y="78"/>
                </a:lnTo>
                <a:lnTo>
                  <a:pt x="47" y="77"/>
                </a:lnTo>
                <a:lnTo>
                  <a:pt x="46" y="76"/>
                </a:lnTo>
                <a:lnTo>
                  <a:pt x="45" y="75"/>
                </a:lnTo>
                <a:lnTo>
                  <a:pt x="45" y="74"/>
                </a:lnTo>
                <a:lnTo>
                  <a:pt x="45" y="73"/>
                </a:lnTo>
                <a:lnTo>
                  <a:pt x="45" y="72"/>
                </a:lnTo>
                <a:lnTo>
                  <a:pt x="44" y="72"/>
                </a:lnTo>
                <a:lnTo>
                  <a:pt x="43" y="72"/>
                </a:lnTo>
                <a:lnTo>
                  <a:pt x="41" y="72"/>
                </a:lnTo>
                <a:lnTo>
                  <a:pt x="40" y="72"/>
                </a:lnTo>
                <a:lnTo>
                  <a:pt x="39" y="72"/>
                </a:lnTo>
                <a:lnTo>
                  <a:pt x="40" y="71"/>
                </a:lnTo>
                <a:lnTo>
                  <a:pt x="40" y="70"/>
                </a:lnTo>
                <a:lnTo>
                  <a:pt x="39" y="70"/>
                </a:lnTo>
                <a:lnTo>
                  <a:pt x="38" y="70"/>
                </a:lnTo>
                <a:lnTo>
                  <a:pt x="37" y="69"/>
                </a:lnTo>
                <a:lnTo>
                  <a:pt x="34" y="65"/>
                </a:lnTo>
                <a:lnTo>
                  <a:pt x="32" y="63"/>
                </a:lnTo>
                <a:lnTo>
                  <a:pt x="32" y="64"/>
                </a:lnTo>
                <a:lnTo>
                  <a:pt x="32" y="63"/>
                </a:lnTo>
                <a:lnTo>
                  <a:pt x="31" y="63"/>
                </a:lnTo>
                <a:lnTo>
                  <a:pt x="32" y="63"/>
                </a:lnTo>
                <a:lnTo>
                  <a:pt x="32" y="62"/>
                </a:lnTo>
                <a:lnTo>
                  <a:pt x="32" y="61"/>
                </a:lnTo>
                <a:lnTo>
                  <a:pt x="31" y="61"/>
                </a:lnTo>
                <a:lnTo>
                  <a:pt x="32" y="60"/>
                </a:lnTo>
                <a:lnTo>
                  <a:pt x="33" y="59"/>
                </a:lnTo>
                <a:lnTo>
                  <a:pt x="33" y="58"/>
                </a:lnTo>
                <a:lnTo>
                  <a:pt x="32" y="58"/>
                </a:lnTo>
                <a:lnTo>
                  <a:pt x="31" y="58"/>
                </a:lnTo>
                <a:lnTo>
                  <a:pt x="29" y="58"/>
                </a:lnTo>
                <a:lnTo>
                  <a:pt x="28" y="57"/>
                </a:lnTo>
                <a:lnTo>
                  <a:pt x="29" y="57"/>
                </a:lnTo>
                <a:lnTo>
                  <a:pt x="29" y="56"/>
                </a:lnTo>
                <a:lnTo>
                  <a:pt x="29" y="55"/>
                </a:lnTo>
                <a:lnTo>
                  <a:pt x="30" y="54"/>
                </a:lnTo>
                <a:lnTo>
                  <a:pt x="30" y="53"/>
                </a:lnTo>
                <a:lnTo>
                  <a:pt x="31" y="53"/>
                </a:lnTo>
                <a:lnTo>
                  <a:pt x="32" y="52"/>
                </a:lnTo>
                <a:lnTo>
                  <a:pt x="33" y="52"/>
                </a:lnTo>
                <a:lnTo>
                  <a:pt x="33" y="51"/>
                </a:lnTo>
                <a:lnTo>
                  <a:pt x="34" y="51"/>
                </a:lnTo>
                <a:lnTo>
                  <a:pt x="34" y="52"/>
                </a:lnTo>
                <a:lnTo>
                  <a:pt x="36" y="52"/>
                </a:lnTo>
                <a:lnTo>
                  <a:pt x="36" y="51"/>
                </a:lnTo>
                <a:lnTo>
                  <a:pt x="37" y="49"/>
                </a:lnTo>
                <a:lnTo>
                  <a:pt x="37" y="48"/>
                </a:lnTo>
                <a:lnTo>
                  <a:pt x="38" y="48"/>
                </a:lnTo>
                <a:lnTo>
                  <a:pt x="39" y="48"/>
                </a:lnTo>
                <a:lnTo>
                  <a:pt x="42" y="48"/>
                </a:lnTo>
                <a:lnTo>
                  <a:pt x="42" y="47"/>
                </a:lnTo>
                <a:lnTo>
                  <a:pt x="43" y="47"/>
                </a:lnTo>
                <a:lnTo>
                  <a:pt x="44" y="46"/>
                </a:lnTo>
                <a:lnTo>
                  <a:pt x="45" y="46"/>
                </a:lnTo>
                <a:lnTo>
                  <a:pt x="46" y="46"/>
                </a:lnTo>
                <a:lnTo>
                  <a:pt x="49" y="46"/>
                </a:lnTo>
                <a:lnTo>
                  <a:pt x="49" y="47"/>
                </a:lnTo>
                <a:lnTo>
                  <a:pt x="50" y="48"/>
                </a:lnTo>
                <a:lnTo>
                  <a:pt x="51" y="49"/>
                </a:lnTo>
                <a:lnTo>
                  <a:pt x="52" y="49"/>
                </a:lnTo>
                <a:lnTo>
                  <a:pt x="53" y="48"/>
                </a:lnTo>
                <a:lnTo>
                  <a:pt x="54" y="48"/>
                </a:lnTo>
                <a:lnTo>
                  <a:pt x="54" y="47"/>
                </a:lnTo>
                <a:lnTo>
                  <a:pt x="55" y="47"/>
                </a:lnTo>
                <a:lnTo>
                  <a:pt x="55" y="48"/>
                </a:lnTo>
                <a:lnTo>
                  <a:pt x="56" y="47"/>
                </a:lnTo>
                <a:lnTo>
                  <a:pt x="57" y="47"/>
                </a:lnTo>
                <a:lnTo>
                  <a:pt x="58" y="46"/>
                </a:lnTo>
                <a:lnTo>
                  <a:pt x="59" y="46"/>
                </a:lnTo>
                <a:lnTo>
                  <a:pt x="59" y="45"/>
                </a:lnTo>
                <a:lnTo>
                  <a:pt x="60" y="45"/>
                </a:lnTo>
                <a:lnTo>
                  <a:pt x="60" y="44"/>
                </a:lnTo>
                <a:lnTo>
                  <a:pt x="61" y="44"/>
                </a:lnTo>
                <a:lnTo>
                  <a:pt x="62" y="45"/>
                </a:lnTo>
                <a:lnTo>
                  <a:pt x="62" y="44"/>
                </a:lnTo>
                <a:lnTo>
                  <a:pt x="63" y="44"/>
                </a:lnTo>
                <a:lnTo>
                  <a:pt x="63" y="43"/>
                </a:lnTo>
                <a:lnTo>
                  <a:pt x="62" y="43"/>
                </a:lnTo>
                <a:lnTo>
                  <a:pt x="62" y="42"/>
                </a:lnTo>
                <a:lnTo>
                  <a:pt x="63" y="42"/>
                </a:lnTo>
                <a:lnTo>
                  <a:pt x="64" y="42"/>
                </a:lnTo>
                <a:lnTo>
                  <a:pt x="64" y="41"/>
                </a:lnTo>
                <a:lnTo>
                  <a:pt x="65" y="41"/>
                </a:lnTo>
                <a:lnTo>
                  <a:pt x="66" y="41"/>
                </a:lnTo>
                <a:lnTo>
                  <a:pt x="67" y="41"/>
                </a:lnTo>
                <a:lnTo>
                  <a:pt x="68" y="39"/>
                </a:lnTo>
                <a:lnTo>
                  <a:pt x="68" y="38"/>
                </a:lnTo>
                <a:lnTo>
                  <a:pt x="68" y="36"/>
                </a:lnTo>
                <a:lnTo>
                  <a:pt x="69" y="35"/>
                </a:lnTo>
                <a:lnTo>
                  <a:pt x="70" y="34"/>
                </a:lnTo>
                <a:lnTo>
                  <a:pt x="71" y="34"/>
                </a:lnTo>
                <a:lnTo>
                  <a:pt x="72" y="32"/>
                </a:lnTo>
                <a:lnTo>
                  <a:pt x="73" y="31"/>
                </a:lnTo>
                <a:lnTo>
                  <a:pt x="73" y="30"/>
                </a:lnTo>
                <a:lnTo>
                  <a:pt x="73" y="29"/>
                </a:lnTo>
                <a:lnTo>
                  <a:pt x="75" y="28"/>
                </a:lnTo>
                <a:lnTo>
                  <a:pt x="76" y="28"/>
                </a:lnTo>
                <a:lnTo>
                  <a:pt x="76" y="29"/>
                </a:lnTo>
                <a:lnTo>
                  <a:pt x="76" y="30"/>
                </a:lnTo>
                <a:lnTo>
                  <a:pt x="77" y="30"/>
                </a:lnTo>
                <a:lnTo>
                  <a:pt x="77" y="31"/>
                </a:lnTo>
                <a:lnTo>
                  <a:pt x="78" y="31"/>
                </a:lnTo>
                <a:lnTo>
                  <a:pt x="79" y="31"/>
                </a:lnTo>
                <a:lnTo>
                  <a:pt x="80" y="32"/>
                </a:lnTo>
                <a:lnTo>
                  <a:pt x="80" y="31"/>
                </a:lnTo>
                <a:lnTo>
                  <a:pt x="80" y="30"/>
                </a:lnTo>
                <a:lnTo>
                  <a:pt x="81" y="30"/>
                </a:lnTo>
                <a:lnTo>
                  <a:pt x="82" y="30"/>
                </a:lnTo>
                <a:lnTo>
                  <a:pt x="83" y="30"/>
                </a:lnTo>
                <a:lnTo>
                  <a:pt x="84" y="30"/>
                </a:lnTo>
                <a:lnTo>
                  <a:pt x="87" y="30"/>
                </a:lnTo>
                <a:lnTo>
                  <a:pt x="87" y="29"/>
                </a:lnTo>
                <a:lnTo>
                  <a:pt x="89" y="29"/>
                </a:lnTo>
                <a:lnTo>
                  <a:pt x="90" y="29"/>
                </a:lnTo>
                <a:lnTo>
                  <a:pt x="90" y="30"/>
                </a:lnTo>
                <a:lnTo>
                  <a:pt x="91" y="30"/>
                </a:lnTo>
                <a:lnTo>
                  <a:pt x="93" y="30"/>
                </a:lnTo>
                <a:lnTo>
                  <a:pt x="94" y="30"/>
                </a:lnTo>
                <a:lnTo>
                  <a:pt x="94" y="29"/>
                </a:lnTo>
                <a:lnTo>
                  <a:pt x="94" y="28"/>
                </a:lnTo>
                <a:lnTo>
                  <a:pt x="94" y="27"/>
                </a:lnTo>
                <a:lnTo>
                  <a:pt x="93" y="27"/>
                </a:lnTo>
                <a:lnTo>
                  <a:pt x="92" y="26"/>
                </a:lnTo>
                <a:lnTo>
                  <a:pt x="92" y="25"/>
                </a:lnTo>
                <a:lnTo>
                  <a:pt x="91" y="25"/>
                </a:lnTo>
                <a:lnTo>
                  <a:pt x="90" y="25"/>
                </a:lnTo>
                <a:lnTo>
                  <a:pt x="89" y="24"/>
                </a:lnTo>
                <a:lnTo>
                  <a:pt x="89" y="23"/>
                </a:lnTo>
                <a:lnTo>
                  <a:pt x="88" y="22"/>
                </a:lnTo>
                <a:lnTo>
                  <a:pt x="87" y="20"/>
                </a:lnTo>
                <a:lnTo>
                  <a:pt x="86" y="19"/>
                </a:lnTo>
                <a:lnTo>
                  <a:pt x="85" y="19"/>
                </a:lnTo>
                <a:lnTo>
                  <a:pt x="85" y="18"/>
                </a:lnTo>
                <a:lnTo>
                  <a:pt x="84" y="18"/>
                </a:lnTo>
                <a:lnTo>
                  <a:pt x="84" y="17"/>
                </a:lnTo>
                <a:lnTo>
                  <a:pt x="83" y="17"/>
                </a:lnTo>
                <a:lnTo>
                  <a:pt x="82" y="16"/>
                </a:lnTo>
                <a:lnTo>
                  <a:pt x="82" y="14"/>
                </a:lnTo>
                <a:lnTo>
                  <a:pt x="83" y="13"/>
                </a:lnTo>
                <a:lnTo>
                  <a:pt x="84" y="13"/>
                </a:lnTo>
                <a:lnTo>
                  <a:pt x="85" y="13"/>
                </a:lnTo>
                <a:lnTo>
                  <a:pt x="85" y="12"/>
                </a:lnTo>
                <a:lnTo>
                  <a:pt x="86" y="12"/>
                </a:lnTo>
                <a:lnTo>
                  <a:pt x="86" y="13"/>
                </a:lnTo>
                <a:lnTo>
                  <a:pt x="87" y="14"/>
                </a:lnTo>
                <a:lnTo>
                  <a:pt x="87" y="15"/>
                </a:lnTo>
                <a:lnTo>
                  <a:pt x="88" y="16"/>
                </a:lnTo>
                <a:lnTo>
                  <a:pt x="90" y="17"/>
                </a:lnTo>
                <a:lnTo>
                  <a:pt x="90" y="16"/>
                </a:lnTo>
                <a:lnTo>
                  <a:pt x="91" y="16"/>
                </a:lnTo>
                <a:lnTo>
                  <a:pt x="91" y="17"/>
                </a:lnTo>
                <a:lnTo>
                  <a:pt x="92" y="17"/>
                </a:lnTo>
                <a:lnTo>
                  <a:pt x="93" y="17"/>
                </a:lnTo>
                <a:lnTo>
                  <a:pt x="94" y="17"/>
                </a:lnTo>
                <a:lnTo>
                  <a:pt x="95" y="17"/>
                </a:lnTo>
                <a:lnTo>
                  <a:pt x="95" y="16"/>
                </a:lnTo>
                <a:lnTo>
                  <a:pt x="95" y="15"/>
                </a:lnTo>
                <a:lnTo>
                  <a:pt x="94" y="14"/>
                </a:lnTo>
                <a:lnTo>
                  <a:pt x="94" y="13"/>
                </a:lnTo>
                <a:lnTo>
                  <a:pt x="93" y="11"/>
                </a:lnTo>
                <a:lnTo>
                  <a:pt x="93" y="10"/>
                </a:lnTo>
                <a:lnTo>
                  <a:pt x="93" y="9"/>
                </a:lnTo>
                <a:lnTo>
                  <a:pt x="94" y="8"/>
                </a:lnTo>
                <a:lnTo>
                  <a:pt x="95" y="8"/>
                </a:lnTo>
                <a:lnTo>
                  <a:pt x="96" y="8"/>
                </a:lnTo>
                <a:lnTo>
                  <a:pt x="96" y="9"/>
                </a:lnTo>
                <a:lnTo>
                  <a:pt x="97" y="9"/>
                </a:lnTo>
                <a:lnTo>
                  <a:pt x="98" y="9"/>
                </a:lnTo>
                <a:lnTo>
                  <a:pt x="99" y="9"/>
                </a:lnTo>
                <a:lnTo>
                  <a:pt x="100" y="8"/>
                </a:lnTo>
                <a:lnTo>
                  <a:pt x="101" y="8"/>
                </a:lnTo>
                <a:lnTo>
                  <a:pt x="102" y="8"/>
                </a:lnTo>
                <a:lnTo>
                  <a:pt x="103" y="8"/>
                </a:lnTo>
                <a:lnTo>
                  <a:pt x="103" y="7"/>
                </a:lnTo>
                <a:lnTo>
                  <a:pt x="104" y="7"/>
                </a:lnTo>
                <a:lnTo>
                  <a:pt x="104" y="8"/>
                </a:lnTo>
                <a:lnTo>
                  <a:pt x="105" y="8"/>
                </a:lnTo>
                <a:lnTo>
                  <a:pt x="105" y="9"/>
                </a:lnTo>
                <a:lnTo>
                  <a:pt x="106" y="9"/>
                </a:lnTo>
                <a:lnTo>
                  <a:pt x="107" y="9"/>
                </a:lnTo>
                <a:lnTo>
                  <a:pt x="108" y="8"/>
                </a:lnTo>
                <a:lnTo>
                  <a:pt x="108" y="6"/>
                </a:lnTo>
                <a:lnTo>
                  <a:pt x="108" y="5"/>
                </a:lnTo>
                <a:lnTo>
                  <a:pt x="108" y="4"/>
                </a:lnTo>
                <a:lnTo>
                  <a:pt x="108" y="3"/>
                </a:lnTo>
                <a:lnTo>
                  <a:pt x="107" y="3"/>
                </a:lnTo>
                <a:lnTo>
                  <a:pt x="107" y="2"/>
                </a:lnTo>
                <a:lnTo>
                  <a:pt x="108" y="1"/>
                </a:lnTo>
                <a:lnTo>
                  <a:pt x="109" y="0"/>
                </a:lnTo>
                <a:lnTo>
                  <a:pt x="110" y="0"/>
                </a:lnTo>
                <a:lnTo>
                  <a:pt x="111" y="0"/>
                </a:lnTo>
                <a:lnTo>
                  <a:pt x="111" y="1"/>
                </a:lnTo>
                <a:lnTo>
                  <a:pt x="112" y="1"/>
                </a:lnTo>
                <a:lnTo>
                  <a:pt x="112" y="2"/>
                </a:lnTo>
                <a:lnTo>
                  <a:pt x="113" y="2"/>
                </a:lnTo>
                <a:lnTo>
                  <a:pt x="11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2175480" y="1510200"/>
            <a:ext cx="44280" cy="62640"/>
          </a:xfrm>
          <a:custGeom>
            <a:avLst/>
            <a:gdLst/>
            <a:ahLst/>
            <a:rect l="0" t="0" r="r" b="b"/>
            <a:pathLst>
              <a:path w="123" h="174">
                <a:moveTo>
                  <a:pt x="67" y="0"/>
                </a:moveTo>
                <a:lnTo>
                  <a:pt x="68" y="0"/>
                </a:lnTo>
                <a:lnTo>
                  <a:pt x="69" y="1"/>
                </a:lnTo>
                <a:lnTo>
                  <a:pt x="70" y="1"/>
                </a:lnTo>
                <a:lnTo>
                  <a:pt x="72" y="2"/>
                </a:lnTo>
                <a:lnTo>
                  <a:pt x="73" y="2"/>
                </a:lnTo>
                <a:lnTo>
                  <a:pt x="74" y="2"/>
                </a:lnTo>
                <a:lnTo>
                  <a:pt x="75" y="2"/>
                </a:lnTo>
                <a:lnTo>
                  <a:pt x="76" y="2"/>
                </a:lnTo>
                <a:lnTo>
                  <a:pt x="77" y="2"/>
                </a:lnTo>
                <a:lnTo>
                  <a:pt x="78" y="3"/>
                </a:lnTo>
                <a:lnTo>
                  <a:pt x="78" y="4"/>
                </a:lnTo>
                <a:lnTo>
                  <a:pt x="77" y="4"/>
                </a:lnTo>
                <a:lnTo>
                  <a:pt x="77" y="5"/>
                </a:lnTo>
                <a:lnTo>
                  <a:pt x="78" y="6"/>
                </a:lnTo>
                <a:lnTo>
                  <a:pt x="78" y="7"/>
                </a:lnTo>
                <a:lnTo>
                  <a:pt x="79" y="8"/>
                </a:lnTo>
                <a:lnTo>
                  <a:pt x="80" y="8"/>
                </a:lnTo>
                <a:lnTo>
                  <a:pt x="81" y="8"/>
                </a:lnTo>
                <a:lnTo>
                  <a:pt x="81" y="9"/>
                </a:lnTo>
                <a:lnTo>
                  <a:pt x="82" y="9"/>
                </a:lnTo>
                <a:lnTo>
                  <a:pt x="82" y="10"/>
                </a:lnTo>
                <a:lnTo>
                  <a:pt x="83" y="11"/>
                </a:lnTo>
                <a:lnTo>
                  <a:pt x="84" y="12"/>
                </a:lnTo>
                <a:lnTo>
                  <a:pt x="85" y="12"/>
                </a:lnTo>
                <a:lnTo>
                  <a:pt x="85" y="13"/>
                </a:lnTo>
                <a:lnTo>
                  <a:pt x="85" y="14"/>
                </a:lnTo>
                <a:lnTo>
                  <a:pt x="85" y="15"/>
                </a:lnTo>
                <a:lnTo>
                  <a:pt x="85" y="16"/>
                </a:lnTo>
                <a:lnTo>
                  <a:pt x="84" y="16"/>
                </a:lnTo>
                <a:lnTo>
                  <a:pt x="85" y="16"/>
                </a:lnTo>
                <a:lnTo>
                  <a:pt x="86" y="16"/>
                </a:lnTo>
                <a:lnTo>
                  <a:pt x="87" y="16"/>
                </a:lnTo>
                <a:lnTo>
                  <a:pt x="87" y="17"/>
                </a:lnTo>
                <a:lnTo>
                  <a:pt x="88" y="17"/>
                </a:lnTo>
                <a:lnTo>
                  <a:pt x="88" y="16"/>
                </a:lnTo>
                <a:lnTo>
                  <a:pt x="89" y="16"/>
                </a:lnTo>
                <a:lnTo>
                  <a:pt x="90" y="16"/>
                </a:lnTo>
                <a:lnTo>
                  <a:pt x="90" y="17"/>
                </a:lnTo>
                <a:lnTo>
                  <a:pt x="91" y="18"/>
                </a:lnTo>
                <a:lnTo>
                  <a:pt x="92" y="18"/>
                </a:lnTo>
                <a:lnTo>
                  <a:pt x="93" y="18"/>
                </a:lnTo>
                <a:lnTo>
                  <a:pt x="94" y="17"/>
                </a:lnTo>
                <a:lnTo>
                  <a:pt x="94" y="18"/>
                </a:lnTo>
                <a:lnTo>
                  <a:pt x="95" y="18"/>
                </a:lnTo>
                <a:lnTo>
                  <a:pt x="94" y="18"/>
                </a:lnTo>
                <a:lnTo>
                  <a:pt x="94" y="19"/>
                </a:lnTo>
                <a:lnTo>
                  <a:pt x="95" y="19"/>
                </a:lnTo>
                <a:lnTo>
                  <a:pt x="96" y="20"/>
                </a:lnTo>
                <a:lnTo>
                  <a:pt x="96" y="21"/>
                </a:lnTo>
                <a:lnTo>
                  <a:pt x="95" y="21"/>
                </a:lnTo>
                <a:lnTo>
                  <a:pt x="94" y="21"/>
                </a:lnTo>
                <a:lnTo>
                  <a:pt x="94" y="22"/>
                </a:lnTo>
                <a:lnTo>
                  <a:pt x="93" y="22"/>
                </a:lnTo>
                <a:lnTo>
                  <a:pt x="93" y="24"/>
                </a:lnTo>
                <a:lnTo>
                  <a:pt x="94" y="24"/>
                </a:lnTo>
                <a:lnTo>
                  <a:pt x="95" y="24"/>
                </a:lnTo>
                <a:lnTo>
                  <a:pt x="96" y="23"/>
                </a:lnTo>
                <a:lnTo>
                  <a:pt x="97" y="23"/>
                </a:lnTo>
                <a:lnTo>
                  <a:pt x="97" y="24"/>
                </a:lnTo>
                <a:lnTo>
                  <a:pt x="98" y="24"/>
                </a:lnTo>
                <a:lnTo>
                  <a:pt x="98" y="25"/>
                </a:lnTo>
                <a:lnTo>
                  <a:pt x="98" y="26"/>
                </a:lnTo>
                <a:lnTo>
                  <a:pt x="97" y="27"/>
                </a:lnTo>
                <a:lnTo>
                  <a:pt x="97" y="28"/>
                </a:lnTo>
                <a:lnTo>
                  <a:pt x="97" y="29"/>
                </a:lnTo>
                <a:lnTo>
                  <a:pt x="96" y="29"/>
                </a:lnTo>
                <a:lnTo>
                  <a:pt x="95" y="28"/>
                </a:lnTo>
                <a:lnTo>
                  <a:pt x="95" y="29"/>
                </a:lnTo>
                <a:lnTo>
                  <a:pt x="94" y="29"/>
                </a:lnTo>
                <a:lnTo>
                  <a:pt x="93" y="28"/>
                </a:lnTo>
                <a:lnTo>
                  <a:pt x="93" y="29"/>
                </a:lnTo>
                <a:lnTo>
                  <a:pt x="92" y="29"/>
                </a:lnTo>
                <a:lnTo>
                  <a:pt x="92" y="28"/>
                </a:lnTo>
                <a:lnTo>
                  <a:pt x="91" y="28"/>
                </a:lnTo>
                <a:lnTo>
                  <a:pt x="90" y="27"/>
                </a:lnTo>
                <a:lnTo>
                  <a:pt x="89" y="27"/>
                </a:lnTo>
                <a:lnTo>
                  <a:pt x="88" y="27"/>
                </a:lnTo>
                <a:lnTo>
                  <a:pt x="88" y="28"/>
                </a:lnTo>
                <a:lnTo>
                  <a:pt x="87" y="29"/>
                </a:lnTo>
                <a:lnTo>
                  <a:pt x="86" y="29"/>
                </a:lnTo>
                <a:lnTo>
                  <a:pt x="85" y="29"/>
                </a:lnTo>
                <a:lnTo>
                  <a:pt x="85" y="28"/>
                </a:lnTo>
                <a:lnTo>
                  <a:pt x="84" y="28"/>
                </a:lnTo>
                <a:lnTo>
                  <a:pt x="84" y="29"/>
                </a:lnTo>
                <a:lnTo>
                  <a:pt x="83" y="29"/>
                </a:lnTo>
                <a:lnTo>
                  <a:pt x="82" y="29"/>
                </a:lnTo>
                <a:lnTo>
                  <a:pt x="82" y="28"/>
                </a:lnTo>
                <a:lnTo>
                  <a:pt x="81" y="28"/>
                </a:lnTo>
                <a:lnTo>
                  <a:pt x="81" y="27"/>
                </a:lnTo>
                <a:lnTo>
                  <a:pt x="80" y="26"/>
                </a:lnTo>
                <a:lnTo>
                  <a:pt x="79" y="26"/>
                </a:lnTo>
                <a:lnTo>
                  <a:pt x="78" y="26"/>
                </a:lnTo>
                <a:lnTo>
                  <a:pt x="77" y="27"/>
                </a:lnTo>
                <a:lnTo>
                  <a:pt x="77" y="26"/>
                </a:lnTo>
                <a:lnTo>
                  <a:pt x="76" y="26"/>
                </a:lnTo>
                <a:lnTo>
                  <a:pt x="75" y="26"/>
                </a:lnTo>
                <a:lnTo>
                  <a:pt x="75" y="27"/>
                </a:lnTo>
                <a:lnTo>
                  <a:pt x="76" y="27"/>
                </a:lnTo>
                <a:lnTo>
                  <a:pt x="76" y="28"/>
                </a:lnTo>
                <a:lnTo>
                  <a:pt x="75" y="28"/>
                </a:lnTo>
                <a:lnTo>
                  <a:pt x="75" y="29"/>
                </a:lnTo>
                <a:lnTo>
                  <a:pt x="74" y="30"/>
                </a:lnTo>
                <a:lnTo>
                  <a:pt x="74" y="31"/>
                </a:lnTo>
                <a:lnTo>
                  <a:pt x="73" y="31"/>
                </a:lnTo>
                <a:lnTo>
                  <a:pt x="72" y="32"/>
                </a:lnTo>
                <a:lnTo>
                  <a:pt x="73" y="33"/>
                </a:lnTo>
                <a:lnTo>
                  <a:pt x="74" y="33"/>
                </a:lnTo>
                <a:lnTo>
                  <a:pt x="73" y="34"/>
                </a:lnTo>
                <a:lnTo>
                  <a:pt x="72" y="34"/>
                </a:lnTo>
                <a:lnTo>
                  <a:pt x="73" y="34"/>
                </a:lnTo>
                <a:lnTo>
                  <a:pt x="73" y="35"/>
                </a:lnTo>
                <a:lnTo>
                  <a:pt x="72" y="35"/>
                </a:lnTo>
                <a:lnTo>
                  <a:pt x="72" y="36"/>
                </a:lnTo>
                <a:lnTo>
                  <a:pt x="72" y="37"/>
                </a:lnTo>
                <a:lnTo>
                  <a:pt x="73" y="36"/>
                </a:lnTo>
                <a:lnTo>
                  <a:pt x="73" y="37"/>
                </a:lnTo>
                <a:lnTo>
                  <a:pt x="73" y="39"/>
                </a:lnTo>
                <a:lnTo>
                  <a:pt x="75" y="41"/>
                </a:lnTo>
                <a:lnTo>
                  <a:pt x="75" y="42"/>
                </a:lnTo>
                <a:lnTo>
                  <a:pt x="75" y="43"/>
                </a:lnTo>
                <a:lnTo>
                  <a:pt x="76" y="43"/>
                </a:lnTo>
                <a:lnTo>
                  <a:pt x="76" y="45"/>
                </a:lnTo>
                <a:lnTo>
                  <a:pt x="77" y="46"/>
                </a:lnTo>
                <a:lnTo>
                  <a:pt x="77" y="47"/>
                </a:lnTo>
                <a:lnTo>
                  <a:pt x="77" y="48"/>
                </a:lnTo>
                <a:lnTo>
                  <a:pt x="76" y="48"/>
                </a:lnTo>
                <a:lnTo>
                  <a:pt x="76" y="49"/>
                </a:lnTo>
                <a:lnTo>
                  <a:pt x="76" y="50"/>
                </a:lnTo>
                <a:lnTo>
                  <a:pt x="76" y="51"/>
                </a:lnTo>
                <a:lnTo>
                  <a:pt x="75" y="51"/>
                </a:lnTo>
                <a:lnTo>
                  <a:pt x="76" y="51"/>
                </a:lnTo>
                <a:lnTo>
                  <a:pt x="77" y="51"/>
                </a:lnTo>
                <a:lnTo>
                  <a:pt x="77" y="52"/>
                </a:lnTo>
                <a:lnTo>
                  <a:pt x="77" y="51"/>
                </a:lnTo>
                <a:lnTo>
                  <a:pt x="78" y="51"/>
                </a:lnTo>
                <a:lnTo>
                  <a:pt x="78" y="52"/>
                </a:lnTo>
                <a:lnTo>
                  <a:pt x="79" y="52"/>
                </a:lnTo>
                <a:lnTo>
                  <a:pt x="80" y="52"/>
                </a:lnTo>
                <a:lnTo>
                  <a:pt x="80" y="53"/>
                </a:lnTo>
                <a:lnTo>
                  <a:pt x="80" y="54"/>
                </a:lnTo>
                <a:lnTo>
                  <a:pt x="80" y="53"/>
                </a:lnTo>
                <a:lnTo>
                  <a:pt x="79" y="53"/>
                </a:lnTo>
                <a:lnTo>
                  <a:pt x="79" y="54"/>
                </a:lnTo>
                <a:lnTo>
                  <a:pt x="78" y="55"/>
                </a:lnTo>
                <a:lnTo>
                  <a:pt x="79" y="55"/>
                </a:lnTo>
                <a:lnTo>
                  <a:pt x="80" y="56"/>
                </a:lnTo>
                <a:lnTo>
                  <a:pt x="81" y="57"/>
                </a:lnTo>
                <a:lnTo>
                  <a:pt x="82" y="57"/>
                </a:lnTo>
                <a:lnTo>
                  <a:pt x="83" y="57"/>
                </a:lnTo>
                <a:lnTo>
                  <a:pt x="84" y="57"/>
                </a:lnTo>
                <a:lnTo>
                  <a:pt x="84" y="58"/>
                </a:lnTo>
                <a:lnTo>
                  <a:pt x="84" y="57"/>
                </a:lnTo>
                <a:lnTo>
                  <a:pt x="85" y="57"/>
                </a:lnTo>
                <a:lnTo>
                  <a:pt x="85" y="58"/>
                </a:lnTo>
                <a:lnTo>
                  <a:pt x="84" y="58"/>
                </a:lnTo>
                <a:lnTo>
                  <a:pt x="84" y="59"/>
                </a:lnTo>
                <a:lnTo>
                  <a:pt x="85" y="59"/>
                </a:lnTo>
                <a:lnTo>
                  <a:pt x="85" y="60"/>
                </a:lnTo>
                <a:lnTo>
                  <a:pt x="86" y="60"/>
                </a:lnTo>
                <a:lnTo>
                  <a:pt x="85" y="60"/>
                </a:lnTo>
                <a:lnTo>
                  <a:pt x="86" y="61"/>
                </a:lnTo>
                <a:lnTo>
                  <a:pt x="87" y="61"/>
                </a:lnTo>
                <a:lnTo>
                  <a:pt x="86" y="61"/>
                </a:lnTo>
                <a:lnTo>
                  <a:pt x="86" y="62"/>
                </a:lnTo>
                <a:lnTo>
                  <a:pt x="86" y="63"/>
                </a:lnTo>
                <a:lnTo>
                  <a:pt x="86" y="64"/>
                </a:lnTo>
                <a:lnTo>
                  <a:pt x="85" y="64"/>
                </a:lnTo>
                <a:lnTo>
                  <a:pt x="85" y="63"/>
                </a:lnTo>
                <a:lnTo>
                  <a:pt x="85" y="64"/>
                </a:lnTo>
                <a:lnTo>
                  <a:pt x="85" y="65"/>
                </a:lnTo>
                <a:lnTo>
                  <a:pt x="84" y="65"/>
                </a:lnTo>
                <a:lnTo>
                  <a:pt x="84" y="66"/>
                </a:lnTo>
                <a:lnTo>
                  <a:pt x="83" y="66"/>
                </a:lnTo>
                <a:lnTo>
                  <a:pt x="83" y="67"/>
                </a:lnTo>
                <a:lnTo>
                  <a:pt x="82" y="67"/>
                </a:lnTo>
                <a:lnTo>
                  <a:pt x="82" y="68"/>
                </a:lnTo>
                <a:lnTo>
                  <a:pt x="83" y="68"/>
                </a:lnTo>
                <a:lnTo>
                  <a:pt x="83" y="67"/>
                </a:lnTo>
                <a:lnTo>
                  <a:pt x="84" y="67"/>
                </a:lnTo>
                <a:lnTo>
                  <a:pt x="84" y="68"/>
                </a:lnTo>
                <a:lnTo>
                  <a:pt x="85" y="68"/>
                </a:lnTo>
                <a:lnTo>
                  <a:pt x="85" y="69"/>
                </a:lnTo>
                <a:lnTo>
                  <a:pt x="85" y="70"/>
                </a:lnTo>
                <a:lnTo>
                  <a:pt x="86" y="70"/>
                </a:lnTo>
                <a:lnTo>
                  <a:pt x="87" y="69"/>
                </a:lnTo>
                <a:lnTo>
                  <a:pt x="88" y="69"/>
                </a:lnTo>
                <a:lnTo>
                  <a:pt x="89" y="69"/>
                </a:lnTo>
                <a:lnTo>
                  <a:pt x="89" y="70"/>
                </a:lnTo>
                <a:lnTo>
                  <a:pt x="90" y="70"/>
                </a:lnTo>
                <a:lnTo>
                  <a:pt x="90" y="71"/>
                </a:lnTo>
                <a:lnTo>
                  <a:pt x="89" y="71"/>
                </a:lnTo>
                <a:lnTo>
                  <a:pt x="88" y="71"/>
                </a:lnTo>
                <a:lnTo>
                  <a:pt x="88" y="72"/>
                </a:lnTo>
                <a:lnTo>
                  <a:pt x="89" y="72"/>
                </a:lnTo>
                <a:lnTo>
                  <a:pt x="90" y="72"/>
                </a:lnTo>
                <a:lnTo>
                  <a:pt x="90" y="73"/>
                </a:lnTo>
                <a:lnTo>
                  <a:pt x="90" y="74"/>
                </a:lnTo>
                <a:lnTo>
                  <a:pt x="91" y="75"/>
                </a:lnTo>
                <a:lnTo>
                  <a:pt x="91" y="74"/>
                </a:lnTo>
                <a:lnTo>
                  <a:pt x="92" y="74"/>
                </a:lnTo>
                <a:lnTo>
                  <a:pt x="93" y="74"/>
                </a:lnTo>
                <a:lnTo>
                  <a:pt x="93" y="73"/>
                </a:lnTo>
                <a:lnTo>
                  <a:pt x="93" y="72"/>
                </a:lnTo>
                <a:lnTo>
                  <a:pt x="93" y="71"/>
                </a:lnTo>
                <a:lnTo>
                  <a:pt x="93" y="70"/>
                </a:lnTo>
                <a:lnTo>
                  <a:pt x="94" y="70"/>
                </a:lnTo>
                <a:lnTo>
                  <a:pt x="94" y="69"/>
                </a:lnTo>
                <a:lnTo>
                  <a:pt x="93" y="68"/>
                </a:lnTo>
                <a:lnTo>
                  <a:pt x="94" y="68"/>
                </a:lnTo>
                <a:lnTo>
                  <a:pt x="94" y="69"/>
                </a:lnTo>
                <a:lnTo>
                  <a:pt x="95" y="68"/>
                </a:lnTo>
                <a:lnTo>
                  <a:pt x="96" y="68"/>
                </a:lnTo>
                <a:lnTo>
                  <a:pt x="97" y="68"/>
                </a:lnTo>
                <a:lnTo>
                  <a:pt x="98" y="68"/>
                </a:lnTo>
                <a:lnTo>
                  <a:pt x="98" y="67"/>
                </a:lnTo>
                <a:lnTo>
                  <a:pt x="99" y="67"/>
                </a:lnTo>
                <a:lnTo>
                  <a:pt x="99" y="68"/>
                </a:lnTo>
                <a:lnTo>
                  <a:pt x="100" y="68"/>
                </a:lnTo>
                <a:lnTo>
                  <a:pt x="101" y="68"/>
                </a:lnTo>
                <a:lnTo>
                  <a:pt x="101" y="69"/>
                </a:lnTo>
                <a:lnTo>
                  <a:pt x="102" y="69"/>
                </a:lnTo>
                <a:lnTo>
                  <a:pt x="103" y="68"/>
                </a:lnTo>
                <a:lnTo>
                  <a:pt x="103" y="69"/>
                </a:lnTo>
                <a:lnTo>
                  <a:pt x="103" y="68"/>
                </a:lnTo>
                <a:lnTo>
                  <a:pt x="104" y="68"/>
                </a:lnTo>
                <a:lnTo>
                  <a:pt x="104" y="67"/>
                </a:lnTo>
                <a:lnTo>
                  <a:pt x="105" y="68"/>
                </a:lnTo>
                <a:lnTo>
                  <a:pt x="106" y="68"/>
                </a:lnTo>
                <a:lnTo>
                  <a:pt x="106" y="69"/>
                </a:lnTo>
                <a:lnTo>
                  <a:pt x="107" y="68"/>
                </a:lnTo>
                <a:lnTo>
                  <a:pt x="107" y="69"/>
                </a:lnTo>
                <a:lnTo>
                  <a:pt x="108" y="68"/>
                </a:lnTo>
                <a:lnTo>
                  <a:pt x="108" y="69"/>
                </a:lnTo>
                <a:lnTo>
                  <a:pt x="109" y="69"/>
                </a:lnTo>
                <a:lnTo>
                  <a:pt x="109" y="70"/>
                </a:lnTo>
                <a:lnTo>
                  <a:pt x="110" y="70"/>
                </a:lnTo>
                <a:lnTo>
                  <a:pt x="110" y="71"/>
                </a:lnTo>
                <a:lnTo>
                  <a:pt x="109" y="72"/>
                </a:lnTo>
                <a:lnTo>
                  <a:pt x="109" y="73"/>
                </a:lnTo>
                <a:lnTo>
                  <a:pt x="108" y="73"/>
                </a:lnTo>
                <a:lnTo>
                  <a:pt x="108" y="74"/>
                </a:lnTo>
                <a:lnTo>
                  <a:pt x="108" y="75"/>
                </a:lnTo>
                <a:lnTo>
                  <a:pt x="108" y="76"/>
                </a:lnTo>
                <a:lnTo>
                  <a:pt x="109" y="76"/>
                </a:lnTo>
                <a:lnTo>
                  <a:pt x="108" y="76"/>
                </a:lnTo>
                <a:lnTo>
                  <a:pt x="108" y="77"/>
                </a:lnTo>
                <a:lnTo>
                  <a:pt x="107" y="77"/>
                </a:lnTo>
                <a:lnTo>
                  <a:pt x="107" y="78"/>
                </a:lnTo>
                <a:lnTo>
                  <a:pt x="107" y="79"/>
                </a:lnTo>
                <a:lnTo>
                  <a:pt x="107" y="80"/>
                </a:lnTo>
                <a:lnTo>
                  <a:pt x="107" y="81"/>
                </a:lnTo>
                <a:lnTo>
                  <a:pt x="106" y="81"/>
                </a:lnTo>
                <a:lnTo>
                  <a:pt x="105" y="81"/>
                </a:lnTo>
                <a:lnTo>
                  <a:pt x="105" y="82"/>
                </a:lnTo>
                <a:lnTo>
                  <a:pt x="105" y="85"/>
                </a:lnTo>
                <a:lnTo>
                  <a:pt x="105" y="86"/>
                </a:lnTo>
                <a:lnTo>
                  <a:pt x="105" y="87"/>
                </a:lnTo>
                <a:lnTo>
                  <a:pt x="104" y="87"/>
                </a:lnTo>
                <a:lnTo>
                  <a:pt x="103" y="87"/>
                </a:lnTo>
                <a:lnTo>
                  <a:pt x="103" y="88"/>
                </a:lnTo>
                <a:lnTo>
                  <a:pt x="104" y="88"/>
                </a:lnTo>
                <a:lnTo>
                  <a:pt x="104" y="89"/>
                </a:lnTo>
                <a:lnTo>
                  <a:pt x="104" y="90"/>
                </a:lnTo>
                <a:lnTo>
                  <a:pt x="104" y="91"/>
                </a:lnTo>
                <a:lnTo>
                  <a:pt x="103" y="90"/>
                </a:lnTo>
                <a:lnTo>
                  <a:pt x="102" y="90"/>
                </a:lnTo>
                <a:lnTo>
                  <a:pt x="100" y="90"/>
                </a:lnTo>
                <a:lnTo>
                  <a:pt x="100" y="91"/>
                </a:lnTo>
                <a:lnTo>
                  <a:pt x="99" y="91"/>
                </a:lnTo>
                <a:lnTo>
                  <a:pt x="99" y="92"/>
                </a:lnTo>
                <a:lnTo>
                  <a:pt x="99" y="93"/>
                </a:lnTo>
                <a:lnTo>
                  <a:pt x="100" y="93"/>
                </a:lnTo>
                <a:lnTo>
                  <a:pt x="100" y="92"/>
                </a:lnTo>
                <a:lnTo>
                  <a:pt x="101" y="92"/>
                </a:lnTo>
                <a:lnTo>
                  <a:pt x="101" y="93"/>
                </a:lnTo>
                <a:lnTo>
                  <a:pt x="102" y="93"/>
                </a:lnTo>
                <a:lnTo>
                  <a:pt x="103" y="92"/>
                </a:lnTo>
                <a:lnTo>
                  <a:pt x="103" y="91"/>
                </a:lnTo>
                <a:lnTo>
                  <a:pt x="104" y="92"/>
                </a:lnTo>
                <a:lnTo>
                  <a:pt x="103" y="93"/>
                </a:lnTo>
                <a:lnTo>
                  <a:pt x="103" y="94"/>
                </a:lnTo>
                <a:lnTo>
                  <a:pt x="102" y="94"/>
                </a:lnTo>
                <a:lnTo>
                  <a:pt x="102" y="95"/>
                </a:lnTo>
                <a:lnTo>
                  <a:pt x="103" y="95"/>
                </a:lnTo>
                <a:lnTo>
                  <a:pt x="104" y="95"/>
                </a:lnTo>
                <a:lnTo>
                  <a:pt x="103" y="95"/>
                </a:lnTo>
                <a:lnTo>
                  <a:pt x="104" y="95"/>
                </a:lnTo>
                <a:lnTo>
                  <a:pt x="105" y="95"/>
                </a:lnTo>
                <a:lnTo>
                  <a:pt x="106" y="95"/>
                </a:lnTo>
                <a:lnTo>
                  <a:pt x="107" y="95"/>
                </a:lnTo>
                <a:lnTo>
                  <a:pt x="107" y="96"/>
                </a:lnTo>
                <a:lnTo>
                  <a:pt x="108" y="96"/>
                </a:lnTo>
                <a:lnTo>
                  <a:pt x="108" y="97"/>
                </a:lnTo>
                <a:lnTo>
                  <a:pt x="108" y="96"/>
                </a:lnTo>
                <a:lnTo>
                  <a:pt x="109" y="96"/>
                </a:lnTo>
                <a:lnTo>
                  <a:pt x="111" y="96"/>
                </a:lnTo>
                <a:lnTo>
                  <a:pt x="112" y="96"/>
                </a:lnTo>
                <a:lnTo>
                  <a:pt x="112" y="97"/>
                </a:lnTo>
                <a:lnTo>
                  <a:pt x="114" y="97"/>
                </a:lnTo>
                <a:lnTo>
                  <a:pt x="114" y="98"/>
                </a:lnTo>
                <a:lnTo>
                  <a:pt x="116" y="99"/>
                </a:lnTo>
                <a:lnTo>
                  <a:pt x="117" y="99"/>
                </a:lnTo>
                <a:lnTo>
                  <a:pt x="118" y="100"/>
                </a:lnTo>
                <a:lnTo>
                  <a:pt x="118" y="99"/>
                </a:lnTo>
                <a:lnTo>
                  <a:pt x="120" y="99"/>
                </a:lnTo>
                <a:lnTo>
                  <a:pt x="120" y="100"/>
                </a:lnTo>
                <a:lnTo>
                  <a:pt x="120" y="101"/>
                </a:lnTo>
                <a:lnTo>
                  <a:pt x="120" y="102"/>
                </a:lnTo>
                <a:lnTo>
                  <a:pt x="121" y="102"/>
                </a:lnTo>
                <a:lnTo>
                  <a:pt x="122" y="102"/>
                </a:lnTo>
                <a:lnTo>
                  <a:pt x="123" y="103"/>
                </a:lnTo>
                <a:lnTo>
                  <a:pt x="123" y="105"/>
                </a:lnTo>
                <a:lnTo>
                  <a:pt x="122" y="105"/>
                </a:lnTo>
                <a:lnTo>
                  <a:pt x="121" y="105"/>
                </a:lnTo>
                <a:lnTo>
                  <a:pt x="121" y="106"/>
                </a:lnTo>
                <a:lnTo>
                  <a:pt x="117" y="106"/>
                </a:lnTo>
                <a:lnTo>
                  <a:pt x="116" y="106"/>
                </a:lnTo>
                <a:lnTo>
                  <a:pt x="115" y="106"/>
                </a:lnTo>
                <a:lnTo>
                  <a:pt x="114" y="106"/>
                </a:lnTo>
                <a:lnTo>
                  <a:pt x="114" y="107"/>
                </a:lnTo>
                <a:lnTo>
                  <a:pt x="113" y="107"/>
                </a:lnTo>
                <a:lnTo>
                  <a:pt x="112" y="107"/>
                </a:lnTo>
                <a:lnTo>
                  <a:pt x="112" y="108"/>
                </a:lnTo>
                <a:lnTo>
                  <a:pt x="113" y="110"/>
                </a:lnTo>
                <a:lnTo>
                  <a:pt x="112" y="110"/>
                </a:lnTo>
                <a:lnTo>
                  <a:pt x="111" y="111"/>
                </a:lnTo>
                <a:lnTo>
                  <a:pt x="110" y="107"/>
                </a:lnTo>
                <a:lnTo>
                  <a:pt x="109" y="108"/>
                </a:lnTo>
                <a:lnTo>
                  <a:pt x="105" y="109"/>
                </a:lnTo>
                <a:lnTo>
                  <a:pt x="106" y="111"/>
                </a:lnTo>
                <a:lnTo>
                  <a:pt x="106" y="112"/>
                </a:lnTo>
                <a:lnTo>
                  <a:pt x="106" y="111"/>
                </a:lnTo>
                <a:lnTo>
                  <a:pt x="105" y="110"/>
                </a:lnTo>
                <a:lnTo>
                  <a:pt x="105" y="111"/>
                </a:lnTo>
                <a:lnTo>
                  <a:pt x="106" y="111"/>
                </a:lnTo>
                <a:lnTo>
                  <a:pt x="106" y="112"/>
                </a:lnTo>
                <a:lnTo>
                  <a:pt x="105" y="111"/>
                </a:lnTo>
                <a:lnTo>
                  <a:pt x="104" y="110"/>
                </a:lnTo>
                <a:lnTo>
                  <a:pt x="104" y="111"/>
                </a:lnTo>
                <a:lnTo>
                  <a:pt x="105" y="112"/>
                </a:lnTo>
                <a:lnTo>
                  <a:pt x="104" y="112"/>
                </a:lnTo>
                <a:lnTo>
                  <a:pt x="104" y="111"/>
                </a:lnTo>
                <a:lnTo>
                  <a:pt x="103" y="110"/>
                </a:lnTo>
                <a:lnTo>
                  <a:pt x="102" y="111"/>
                </a:lnTo>
                <a:lnTo>
                  <a:pt x="101" y="111"/>
                </a:lnTo>
                <a:lnTo>
                  <a:pt x="101" y="112"/>
                </a:lnTo>
                <a:lnTo>
                  <a:pt x="102" y="112"/>
                </a:lnTo>
                <a:lnTo>
                  <a:pt x="101" y="112"/>
                </a:lnTo>
                <a:lnTo>
                  <a:pt x="100" y="112"/>
                </a:lnTo>
                <a:lnTo>
                  <a:pt x="101" y="113"/>
                </a:lnTo>
                <a:lnTo>
                  <a:pt x="100" y="113"/>
                </a:lnTo>
                <a:lnTo>
                  <a:pt x="100" y="114"/>
                </a:lnTo>
                <a:lnTo>
                  <a:pt x="99" y="114"/>
                </a:lnTo>
                <a:lnTo>
                  <a:pt x="98" y="114"/>
                </a:lnTo>
                <a:lnTo>
                  <a:pt x="98" y="115"/>
                </a:lnTo>
                <a:lnTo>
                  <a:pt x="103" y="118"/>
                </a:lnTo>
                <a:lnTo>
                  <a:pt x="102" y="119"/>
                </a:lnTo>
                <a:lnTo>
                  <a:pt x="101" y="121"/>
                </a:lnTo>
                <a:lnTo>
                  <a:pt x="100" y="121"/>
                </a:lnTo>
                <a:lnTo>
                  <a:pt x="99" y="121"/>
                </a:lnTo>
                <a:lnTo>
                  <a:pt x="98" y="120"/>
                </a:lnTo>
                <a:lnTo>
                  <a:pt x="95" y="119"/>
                </a:lnTo>
                <a:lnTo>
                  <a:pt x="94" y="119"/>
                </a:lnTo>
                <a:lnTo>
                  <a:pt x="93" y="119"/>
                </a:lnTo>
                <a:lnTo>
                  <a:pt x="92" y="120"/>
                </a:lnTo>
                <a:lnTo>
                  <a:pt x="93" y="120"/>
                </a:lnTo>
                <a:lnTo>
                  <a:pt x="93" y="121"/>
                </a:lnTo>
                <a:lnTo>
                  <a:pt x="95" y="121"/>
                </a:lnTo>
                <a:lnTo>
                  <a:pt x="96" y="122"/>
                </a:lnTo>
                <a:lnTo>
                  <a:pt x="97" y="122"/>
                </a:lnTo>
                <a:lnTo>
                  <a:pt x="99" y="123"/>
                </a:lnTo>
                <a:lnTo>
                  <a:pt x="100" y="127"/>
                </a:lnTo>
                <a:lnTo>
                  <a:pt x="101" y="127"/>
                </a:lnTo>
                <a:lnTo>
                  <a:pt x="102" y="128"/>
                </a:lnTo>
                <a:lnTo>
                  <a:pt x="102" y="129"/>
                </a:lnTo>
                <a:lnTo>
                  <a:pt x="101" y="130"/>
                </a:lnTo>
                <a:lnTo>
                  <a:pt x="101" y="131"/>
                </a:lnTo>
                <a:lnTo>
                  <a:pt x="102" y="132"/>
                </a:lnTo>
                <a:lnTo>
                  <a:pt x="101" y="131"/>
                </a:lnTo>
                <a:lnTo>
                  <a:pt x="100" y="131"/>
                </a:lnTo>
                <a:lnTo>
                  <a:pt x="98" y="130"/>
                </a:lnTo>
                <a:lnTo>
                  <a:pt x="98" y="129"/>
                </a:lnTo>
                <a:lnTo>
                  <a:pt x="98" y="128"/>
                </a:lnTo>
                <a:lnTo>
                  <a:pt x="97" y="124"/>
                </a:lnTo>
                <a:lnTo>
                  <a:pt x="96" y="124"/>
                </a:lnTo>
                <a:lnTo>
                  <a:pt x="95" y="124"/>
                </a:lnTo>
                <a:lnTo>
                  <a:pt x="96" y="124"/>
                </a:lnTo>
                <a:lnTo>
                  <a:pt x="96" y="125"/>
                </a:lnTo>
                <a:lnTo>
                  <a:pt x="96" y="126"/>
                </a:lnTo>
                <a:lnTo>
                  <a:pt x="96" y="127"/>
                </a:lnTo>
                <a:lnTo>
                  <a:pt x="96" y="128"/>
                </a:lnTo>
                <a:lnTo>
                  <a:pt x="97" y="129"/>
                </a:lnTo>
                <a:lnTo>
                  <a:pt x="97" y="130"/>
                </a:lnTo>
                <a:lnTo>
                  <a:pt x="98" y="131"/>
                </a:lnTo>
                <a:lnTo>
                  <a:pt x="98" y="132"/>
                </a:lnTo>
                <a:lnTo>
                  <a:pt x="97" y="131"/>
                </a:lnTo>
                <a:lnTo>
                  <a:pt x="96" y="131"/>
                </a:lnTo>
                <a:lnTo>
                  <a:pt x="95" y="131"/>
                </a:lnTo>
                <a:lnTo>
                  <a:pt x="95" y="130"/>
                </a:lnTo>
                <a:lnTo>
                  <a:pt x="94" y="130"/>
                </a:lnTo>
                <a:lnTo>
                  <a:pt x="93" y="130"/>
                </a:lnTo>
                <a:lnTo>
                  <a:pt x="92" y="130"/>
                </a:lnTo>
                <a:lnTo>
                  <a:pt x="92" y="129"/>
                </a:lnTo>
                <a:lnTo>
                  <a:pt x="91" y="130"/>
                </a:lnTo>
                <a:lnTo>
                  <a:pt x="92" y="130"/>
                </a:lnTo>
                <a:lnTo>
                  <a:pt x="92" y="131"/>
                </a:lnTo>
                <a:lnTo>
                  <a:pt x="94" y="131"/>
                </a:lnTo>
                <a:lnTo>
                  <a:pt x="95" y="132"/>
                </a:lnTo>
                <a:lnTo>
                  <a:pt x="96" y="132"/>
                </a:lnTo>
                <a:lnTo>
                  <a:pt x="97" y="132"/>
                </a:lnTo>
                <a:lnTo>
                  <a:pt x="98" y="132"/>
                </a:lnTo>
                <a:lnTo>
                  <a:pt x="99" y="132"/>
                </a:lnTo>
                <a:lnTo>
                  <a:pt x="100" y="133"/>
                </a:lnTo>
                <a:lnTo>
                  <a:pt x="103" y="134"/>
                </a:lnTo>
                <a:lnTo>
                  <a:pt x="106" y="134"/>
                </a:lnTo>
                <a:lnTo>
                  <a:pt x="106" y="135"/>
                </a:lnTo>
                <a:lnTo>
                  <a:pt x="106" y="136"/>
                </a:lnTo>
                <a:lnTo>
                  <a:pt x="101" y="135"/>
                </a:lnTo>
                <a:lnTo>
                  <a:pt x="100" y="135"/>
                </a:lnTo>
                <a:lnTo>
                  <a:pt x="95" y="133"/>
                </a:lnTo>
                <a:lnTo>
                  <a:pt x="94" y="133"/>
                </a:lnTo>
                <a:lnTo>
                  <a:pt x="93" y="133"/>
                </a:lnTo>
                <a:lnTo>
                  <a:pt x="92" y="132"/>
                </a:lnTo>
                <a:lnTo>
                  <a:pt x="91" y="131"/>
                </a:lnTo>
                <a:lnTo>
                  <a:pt x="91" y="130"/>
                </a:lnTo>
                <a:lnTo>
                  <a:pt x="90" y="130"/>
                </a:lnTo>
                <a:lnTo>
                  <a:pt x="91" y="130"/>
                </a:lnTo>
                <a:lnTo>
                  <a:pt x="91" y="131"/>
                </a:lnTo>
                <a:lnTo>
                  <a:pt x="91" y="132"/>
                </a:lnTo>
                <a:lnTo>
                  <a:pt x="92" y="132"/>
                </a:lnTo>
                <a:lnTo>
                  <a:pt x="92" y="133"/>
                </a:lnTo>
                <a:lnTo>
                  <a:pt x="93" y="133"/>
                </a:lnTo>
                <a:lnTo>
                  <a:pt x="93" y="134"/>
                </a:lnTo>
                <a:lnTo>
                  <a:pt x="95" y="134"/>
                </a:lnTo>
                <a:lnTo>
                  <a:pt x="96" y="134"/>
                </a:lnTo>
                <a:lnTo>
                  <a:pt x="96" y="136"/>
                </a:lnTo>
                <a:lnTo>
                  <a:pt x="97" y="137"/>
                </a:lnTo>
                <a:lnTo>
                  <a:pt x="98" y="135"/>
                </a:lnTo>
                <a:lnTo>
                  <a:pt x="101" y="136"/>
                </a:lnTo>
                <a:lnTo>
                  <a:pt x="100" y="138"/>
                </a:lnTo>
                <a:lnTo>
                  <a:pt x="101" y="138"/>
                </a:lnTo>
                <a:lnTo>
                  <a:pt x="102" y="136"/>
                </a:lnTo>
                <a:lnTo>
                  <a:pt x="104" y="137"/>
                </a:lnTo>
                <a:lnTo>
                  <a:pt x="102" y="140"/>
                </a:lnTo>
                <a:lnTo>
                  <a:pt x="102" y="141"/>
                </a:lnTo>
                <a:lnTo>
                  <a:pt x="103" y="142"/>
                </a:lnTo>
                <a:lnTo>
                  <a:pt x="102" y="143"/>
                </a:lnTo>
                <a:lnTo>
                  <a:pt x="100" y="142"/>
                </a:lnTo>
                <a:lnTo>
                  <a:pt x="99" y="141"/>
                </a:lnTo>
                <a:lnTo>
                  <a:pt x="97" y="141"/>
                </a:lnTo>
                <a:lnTo>
                  <a:pt x="93" y="139"/>
                </a:lnTo>
                <a:lnTo>
                  <a:pt x="93" y="140"/>
                </a:lnTo>
                <a:lnTo>
                  <a:pt x="92" y="140"/>
                </a:lnTo>
                <a:lnTo>
                  <a:pt x="91" y="140"/>
                </a:lnTo>
                <a:lnTo>
                  <a:pt x="90" y="140"/>
                </a:lnTo>
                <a:lnTo>
                  <a:pt x="88" y="139"/>
                </a:lnTo>
                <a:lnTo>
                  <a:pt x="88" y="140"/>
                </a:lnTo>
                <a:lnTo>
                  <a:pt x="89" y="140"/>
                </a:lnTo>
                <a:lnTo>
                  <a:pt x="90" y="140"/>
                </a:lnTo>
                <a:lnTo>
                  <a:pt x="91" y="141"/>
                </a:lnTo>
                <a:lnTo>
                  <a:pt x="92" y="141"/>
                </a:lnTo>
                <a:lnTo>
                  <a:pt x="93" y="141"/>
                </a:lnTo>
                <a:lnTo>
                  <a:pt x="95" y="142"/>
                </a:lnTo>
                <a:lnTo>
                  <a:pt x="94" y="144"/>
                </a:lnTo>
                <a:lnTo>
                  <a:pt x="93" y="143"/>
                </a:lnTo>
                <a:lnTo>
                  <a:pt x="89" y="142"/>
                </a:lnTo>
                <a:lnTo>
                  <a:pt x="88" y="143"/>
                </a:lnTo>
                <a:lnTo>
                  <a:pt x="93" y="145"/>
                </a:lnTo>
                <a:lnTo>
                  <a:pt x="93" y="146"/>
                </a:lnTo>
                <a:lnTo>
                  <a:pt x="92" y="146"/>
                </a:lnTo>
                <a:lnTo>
                  <a:pt x="90" y="146"/>
                </a:lnTo>
                <a:lnTo>
                  <a:pt x="87" y="145"/>
                </a:lnTo>
                <a:lnTo>
                  <a:pt x="86" y="145"/>
                </a:lnTo>
                <a:lnTo>
                  <a:pt x="85" y="144"/>
                </a:lnTo>
                <a:lnTo>
                  <a:pt x="84" y="144"/>
                </a:lnTo>
                <a:lnTo>
                  <a:pt x="84" y="145"/>
                </a:lnTo>
                <a:lnTo>
                  <a:pt x="83" y="145"/>
                </a:lnTo>
                <a:lnTo>
                  <a:pt x="81" y="147"/>
                </a:lnTo>
                <a:lnTo>
                  <a:pt x="81" y="148"/>
                </a:lnTo>
                <a:lnTo>
                  <a:pt x="80" y="149"/>
                </a:lnTo>
                <a:lnTo>
                  <a:pt x="80" y="150"/>
                </a:lnTo>
                <a:lnTo>
                  <a:pt x="80" y="151"/>
                </a:lnTo>
                <a:lnTo>
                  <a:pt x="79" y="151"/>
                </a:lnTo>
                <a:lnTo>
                  <a:pt x="80" y="152"/>
                </a:lnTo>
                <a:lnTo>
                  <a:pt x="81" y="152"/>
                </a:lnTo>
                <a:lnTo>
                  <a:pt x="81" y="153"/>
                </a:lnTo>
                <a:lnTo>
                  <a:pt x="80" y="153"/>
                </a:lnTo>
                <a:lnTo>
                  <a:pt x="79" y="153"/>
                </a:lnTo>
                <a:lnTo>
                  <a:pt x="81" y="154"/>
                </a:lnTo>
                <a:lnTo>
                  <a:pt x="82" y="154"/>
                </a:lnTo>
                <a:lnTo>
                  <a:pt x="82" y="158"/>
                </a:lnTo>
                <a:lnTo>
                  <a:pt x="83" y="158"/>
                </a:lnTo>
                <a:lnTo>
                  <a:pt x="83" y="155"/>
                </a:lnTo>
                <a:lnTo>
                  <a:pt x="85" y="154"/>
                </a:lnTo>
                <a:lnTo>
                  <a:pt x="89" y="154"/>
                </a:lnTo>
                <a:lnTo>
                  <a:pt x="89" y="157"/>
                </a:lnTo>
                <a:lnTo>
                  <a:pt x="91" y="157"/>
                </a:lnTo>
                <a:lnTo>
                  <a:pt x="91" y="154"/>
                </a:lnTo>
                <a:lnTo>
                  <a:pt x="92" y="154"/>
                </a:lnTo>
                <a:lnTo>
                  <a:pt x="92" y="163"/>
                </a:lnTo>
                <a:lnTo>
                  <a:pt x="82" y="163"/>
                </a:lnTo>
                <a:lnTo>
                  <a:pt x="82" y="162"/>
                </a:lnTo>
                <a:lnTo>
                  <a:pt x="79" y="162"/>
                </a:lnTo>
                <a:lnTo>
                  <a:pt x="79" y="163"/>
                </a:lnTo>
                <a:lnTo>
                  <a:pt x="79" y="164"/>
                </a:lnTo>
                <a:lnTo>
                  <a:pt x="80" y="164"/>
                </a:lnTo>
                <a:lnTo>
                  <a:pt x="80" y="166"/>
                </a:lnTo>
                <a:lnTo>
                  <a:pt x="81" y="166"/>
                </a:lnTo>
                <a:lnTo>
                  <a:pt x="81" y="168"/>
                </a:lnTo>
                <a:lnTo>
                  <a:pt x="79" y="168"/>
                </a:lnTo>
                <a:lnTo>
                  <a:pt x="78" y="169"/>
                </a:lnTo>
                <a:lnTo>
                  <a:pt x="77" y="169"/>
                </a:lnTo>
                <a:lnTo>
                  <a:pt x="76" y="168"/>
                </a:lnTo>
                <a:lnTo>
                  <a:pt x="75" y="168"/>
                </a:lnTo>
                <a:lnTo>
                  <a:pt x="75" y="169"/>
                </a:lnTo>
                <a:lnTo>
                  <a:pt x="74" y="170"/>
                </a:lnTo>
                <a:lnTo>
                  <a:pt x="73" y="170"/>
                </a:lnTo>
                <a:lnTo>
                  <a:pt x="73" y="169"/>
                </a:lnTo>
                <a:lnTo>
                  <a:pt x="73" y="168"/>
                </a:lnTo>
                <a:lnTo>
                  <a:pt x="73" y="169"/>
                </a:lnTo>
                <a:lnTo>
                  <a:pt x="72" y="168"/>
                </a:lnTo>
                <a:lnTo>
                  <a:pt x="71" y="168"/>
                </a:lnTo>
                <a:lnTo>
                  <a:pt x="70" y="168"/>
                </a:lnTo>
                <a:lnTo>
                  <a:pt x="69" y="168"/>
                </a:lnTo>
                <a:lnTo>
                  <a:pt x="70" y="168"/>
                </a:lnTo>
                <a:lnTo>
                  <a:pt x="70" y="169"/>
                </a:lnTo>
                <a:lnTo>
                  <a:pt x="69" y="169"/>
                </a:lnTo>
                <a:lnTo>
                  <a:pt x="68" y="169"/>
                </a:lnTo>
                <a:lnTo>
                  <a:pt x="67" y="169"/>
                </a:lnTo>
                <a:lnTo>
                  <a:pt x="66" y="169"/>
                </a:lnTo>
                <a:lnTo>
                  <a:pt x="66" y="170"/>
                </a:lnTo>
                <a:lnTo>
                  <a:pt x="65" y="170"/>
                </a:lnTo>
                <a:lnTo>
                  <a:pt x="64" y="170"/>
                </a:lnTo>
                <a:lnTo>
                  <a:pt x="64" y="171"/>
                </a:lnTo>
                <a:lnTo>
                  <a:pt x="63" y="170"/>
                </a:lnTo>
                <a:lnTo>
                  <a:pt x="62" y="171"/>
                </a:lnTo>
                <a:lnTo>
                  <a:pt x="63" y="171"/>
                </a:lnTo>
                <a:lnTo>
                  <a:pt x="62" y="173"/>
                </a:lnTo>
                <a:lnTo>
                  <a:pt x="61" y="173"/>
                </a:lnTo>
                <a:lnTo>
                  <a:pt x="60" y="173"/>
                </a:lnTo>
                <a:lnTo>
                  <a:pt x="60" y="172"/>
                </a:lnTo>
                <a:lnTo>
                  <a:pt x="59" y="172"/>
                </a:lnTo>
                <a:lnTo>
                  <a:pt x="58" y="172"/>
                </a:lnTo>
                <a:lnTo>
                  <a:pt x="59" y="173"/>
                </a:lnTo>
                <a:lnTo>
                  <a:pt x="58" y="173"/>
                </a:lnTo>
                <a:lnTo>
                  <a:pt x="58" y="174"/>
                </a:lnTo>
                <a:lnTo>
                  <a:pt x="57" y="173"/>
                </a:lnTo>
                <a:lnTo>
                  <a:pt x="56" y="173"/>
                </a:lnTo>
                <a:lnTo>
                  <a:pt x="55" y="174"/>
                </a:lnTo>
                <a:lnTo>
                  <a:pt x="54" y="174"/>
                </a:lnTo>
                <a:lnTo>
                  <a:pt x="54" y="173"/>
                </a:lnTo>
                <a:lnTo>
                  <a:pt x="53" y="173"/>
                </a:lnTo>
                <a:lnTo>
                  <a:pt x="53" y="174"/>
                </a:lnTo>
                <a:lnTo>
                  <a:pt x="51" y="174"/>
                </a:lnTo>
                <a:lnTo>
                  <a:pt x="50" y="174"/>
                </a:lnTo>
                <a:lnTo>
                  <a:pt x="49" y="174"/>
                </a:lnTo>
                <a:lnTo>
                  <a:pt x="48" y="173"/>
                </a:lnTo>
                <a:lnTo>
                  <a:pt x="48" y="172"/>
                </a:lnTo>
                <a:lnTo>
                  <a:pt x="50" y="172"/>
                </a:lnTo>
                <a:lnTo>
                  <a:pt x="50" y="171"/>
                </a:lnTo>
                <a:lnTo>
                  <a:pt x="49" y="171"/>
                </a:lnTo>
                <a:lnTo>
                  <a:pt x="49" y="172"/>
                </a:lnTo>
                <a:lnTo>
                  <a:pt x="48" y="172"/>
                </a:lnTo>
                <a:lnTo>
                  <a:pt x="48" y="171"/>
                </a:lnTo>
                <a:lnTo>
                  <a:pt x="48" y="170"/>
                </a:lnTo>
                <a:lnTo>
                  <a:pt x="49" y="170"/>
                </a:lnTo>
                <a:lnTo>
                  <a:pt x="50" y="170"/>
                </a:lnTo>
                <a:lnTo>
                  <a:pt x="50" y="169"/>
                </a:lnTo>
                <a:lnTo>
                  <a:pt x="49" y="168"/>
                </a:lnTo>
                <a:lnTo>
                  <a:pt x="48" y="168"/>
                </a:lnTo>
                <a:lnTo>
                  <a:pt x="47" y="168"/>
                </a:lnTo>
                <a:lnTo>
                  <a:pt x="47" y="167"/>
                </a:lnTo>
                <a:lnTo>
                  <a:pt x="48" y="167"/>
                </a:lnTo>
                <a:lnTo>
                  <a:pt x="47" y="167"/>
                </a:lnTo>
                <a:lnTo>
                  <a:pt x="47" y="166"/>
                </a:lnTo>
                <a:lnTo>
                  <a:pt x="47" y="165"/>
                </a:lnTo>
                <a:lnTo>
                  <a:pt x="46" y="165"/>
                </a:lnTo>
                <a:lnTo>
                  <a:pt x="46" y="166"/>
                </a:lnTo>
                <a:lnTo>
                  <a:pt x="45" y="167"/>
                </a:lnTo>
                <a:lnTo>
                  <a:pt x="44" y="168"/>
                </a:lnTo>
                <a:lnTo>
                  <a:pt x="43" y="168"/>
                </a:lnTo>
                <a:lnTo>
                  <a:pt x="42" y="168"/>
                </a:lnTo>
                <a:lnTo>
                  <a:pt x="41" y="168"/>
                </a:lnTo>
                <a:lnTo>
                  <a:pt x="40" y="168"/>
                </a:lnTo>
                <a:lnTo>
                  <a:pt x="40" y="169"/>
                </a:lnTo>
                <a:lnTo>
                  <a:pt x="39" y="169"/>
                </a:lnTo>
                <a:lnTo>
                  <a:pt x="39" y="170"/>
                </a:lnTo>
                <a:lnTo>
                  <a:pt x="38" y="170"/>
                </a:lnTo>
                <a:lnTo>
                  <a:pt x="37" y="170"/>
                </a:lnTo>
                <a:lnTo>
                  <a:pt x="37" y="171"/>
                </a:lnTo>
                <a:lnTo>
                  <a:pt x="36" y="171"/>
                </a:lnTo>
                <a:lnTo>
                  <a:pt x="35" y="171"/>
                </a:lnTo>
                <a:lnTo>
                  <a:pt x="35" y="170"/>
                </a:lnTo>
                <a:lnTo>
                  <a:pt x="34" y="170"/>
                </a:lnTo>
                <a:lnTo>
                  <a:pt x="34" y="169"/>
                </a:lnTo>
                <a:lnTo>
                  <a:pt x="33" y="169"/>
                </a:lnTo>
                <a:lnTo>
                  <a:pt x="33" y="168"/>
                </a:lnTo>
                <a:lnTo>
                  <a:pt x="32" y="167"/>
                </a:lnTo>
                <a:lnTo>
                  <a:pt x="32" y="166"/>
                </a:lnTo>
                <a:lnTo>
                  <a:pt x="31" y="166"/>
                </a:lnTo>
                <a:lnTo>
                  <a:pt x="31" y="165"/>
                </a:lnTo>
                <a:lnTo>
                  <a:pt x="31" y="164"/>
                </a:lnTo>
                <a:lnTo>
                  <a:pt x="32" y="163"/>
                </a:lnTo>
                <a:lnTo>
                  <a:pt x="32" y="162"/>
                </a:lnTo>
                <a:lnTo>
                  <a:pt x="31" y="161"/>
                </a:lnTo>
                <a:lnTo>
                  <a:pt x="30" y="161"/>
                </a:lnTo>
                <a:lnTo>
                  <a:pt x="30" y="160"/>
                </a:lnTo>
                <a:lnTo>
                  <a:pt x="30" y="161"/>
                </a:lnTo>
                <a:lnTo>
                  <a:pt x="30" y="160"/>
                </a:lnTo>
                <a:lnTo>
                  <a:pt x="30" y="159"/>
                </a:lnTo>
                <a:lnTo>
                  <a:pt x="28" y="159"/>
                </a:lnTo>
                <a:lnTo>
                  <a:pt x="28" y="160"/>
                </a:lnTo>
                <a:lnTo>
                  <a:pt x="28" y="161"/>
                </a:lnTo>
                <a:lnTo>
                  <a:pt x="27" y="161"/>
                </a:lnTo>
                <a:lnTo>
                  <a:pt x="26" y="160"/>
                </a:lnTo>
                <a:lnTo>
                  <a:pt x="23" y="161"/>
                </a:lnTo>
                <a:lnTo>
                  <a:pt x="22" y="161"/>
                </a:lnTo>
                <a:lnTo>
                  <a:pt x="21" y="161"/>
                </a:lnTo>
                <a:lnTo>
                  <a:pt x="20" y="161"/>
                </a:lnTo>
                <a:lnTo>
                  <a:pt x="20" y="162"/>
                </a:lnTo>
                <a:lnTo>
                  <a:pt x="19" y="162"/>
                </a:lnTo>
                <a:lnTo>
                  <a:pt x="19" y="161"/>
                </a:lnTo>
                <a:lnTo>
                  <a:pt x="18" y="161"/>
                </a:lnTo>
                <a:lnTo>
                  <a:pt x="17" y="161"/>
                </a:lnTo>
                <a:lnTo>
                  <a:pt x="17" y="162"/>
                </a:lnTo>
                <a:lnTo>
                  <a:pt x="15" y="162"/>
                </a:lnTo>
                <a:lnTo>
                  <a:pt x="15" y="161"/>
                </a:lnTo>
                <a:lnTo>
                  <a:pt x="15" y="160"/>
                </a:lnTo>
                <a:lnTo>
                  <a:pt x="15" y="159"/>
                </a:lnTo>
                <a:lnTo>
                  <a:pt x="15" y="158"/>
                </a:lnTo>
                <a:lnTo>
                  <a:pt x="14" y="158"/>
                </a:lnTo>
                <a:lnTo>
                  <a:pt x="14" y="157"/>
                </a:lnTo>
                <a:lnTo>
                  <a:pt x="15" y="157"/>
                </a:lnTo>
                <a:lnTo>
                  <a:pt x="15" y="156"/>
                </a:lnTo>
                <a:lnTo>
                  <a:pt x="15" y="155"/>
                </a:lnTo>
                <a:lnTo>
                  <a:pt x="14" y="155"/>
                </a:lnTo>
                <a:lnTo>
                  <a:pt x="13" y="155"/>
                </a:lnTo>
                <a:lnTo>
                  <a:pt x="12" y="155"/>
                </a:lnTo>
                <a:lnTo>
                  <a:pt x="11" y="155"/>
                </a:lnTo>
                <a:lnTo>
                  <a:pt x="10" y="155"/>
                </a:lnTo>
                <a:lnTo>
                  <a:pt x="9" y="155"/>
                </a:lnTo>
                <a:lnTo>
                  <a:pt x="8" y="155"/>
                </a:lnTo>
                <a:lnTo>
                  <a:pt x="7" y="155"/>
                </a:lnTo>
                <a:lnTo>
                  <a:pt x="7" y="156"/>
                </a:lnTo>
                <a:lnTo>
                  <a:pt x="7" y="155"/>
                </a:lnTo>
                <a:lnTo>
                  <a:pt x="6" y="155"/>
                </a:lnTo>
                <a:lnTo>
                  <a:pt x="5" y="155"/>
                </a:lnTo>
                <a:lnTo>
                  <a:pt x="5" y="154"/>
                </a:lnTo>
                <a:lnTo>
                  <a:pt x="4" y="154"/>
                </a:lnTo>
                <a:lnTo>
                  <a:pt x="3" y="154"/>
                </a:lnTo>
                <a:lnTo>
                  <a:pt x="3" y="153"/>
                </a:lnTo>
                <a:lnTo>
                  <a:pt x="4" y="153"/>
                </a:lnTo>
                <a:lnTo>
                  <a:pt x="4" y="152"/>
                </a:lnTo>
                <a:lnTo>
                  <a:pt x="4" y="151"/>
                </a:lnTo>
                <a:lnTo>
                  <a:pt x="3" y="151"/>
                </a:lnTo>
                <a:lnTo>
                  <a:pt x="3" y="150"/>
                </a:lnTo>
                <a:lnTo>
                  <a:pt x="3" y="149"/>
                </a:lnTo>
                <a:lnTo>
                  <a:pt x="3" y="148"/>
                </a:lnTo>
                <a:lnTo>
                  <a:pt x="3" y="147"/>
                </a:lnTo>
                <a:lnTo>
                  <a:pt x="4" y="147"/>
                </a:lnTo>
                <a:lnTo>
                  <a:pt x="4" y="146"/>
                </a:lnTo>
                <a:lnTo>
                  <a:pt x="3" y="146"/>
                </a:lnTo>
                <a:lnTo>
                  <a:pt x="3" y="145"/>
                </a:lnTo>
                <a:lnTo>
                  <a:pt x="3" y="144"/>
                </a:lnTo>
                <a:lnTo>
                  <a:pt x="2" y="144"/>
                </a:lnTo>
                <a:lnTo>
                  <a:pt x="1" y="144"/>
                </a:lnTo>
                <a:lnTo>
                  <a:pt x="1" y="140"/>
                </a:lnTo>
                <a:lnTo>
                  <a:pt x="1" y="139"/>
                </a:lnTo>
                <a:lnTo>
                  <a:pt x="0" y="139"/>
                </a:lnTo>
                <a:lnTo>
                  <a:pt x="0" y="136"/>
                </a:lnTo>
                <a:lnTo>
                  <a:pt x="0" y="135"/>
                </a:lnTo>
                <a:lnTo>
                  <a:pt x="1" y="135"/>
                </a:lnTo>
                <a:lnTo>
                  <a:pt x="1" y="134"/>
                </a:lnTo>
                <a:lnTo>
                  <a:pt x="1" y="133"/>
                </a:lnTo>
                <a:lnTo>
                  <a:pt x="2" y="132"/>
                </a:lnTo>
                <a:lnTo>
                  <a:pt x="2" y="131"/>
                </a:lnTo>
                <a:lnTo>
                  <a:pt x="3" y="131"/>
                </a:lnTo>
                <a:lnTo>
                  <a:pt x="3" y="130"/>
                </a:lnTo>
                <a:lnTo>
                  <a:pt x="4" y="130"/>
                </a:lnTo>
                <a:lnTo>
                  <a:pt x="4" y="129"/>
                </a:lnTo>
                <a:lnTo>
                  <a:pt x="4" y="128"/>
                </a:lnTo>
                <a:lnTo>
                  <a:pt x="4" y="127"/>
                </a:lnTo>
                <a:lnTo>
                  <a:pt x="5" y="127"/>
                </a:lnTo>
                <a:lnTo>
                  <a:pt x="5" y="126"/>
                </a:lnTo>
                <a:lnTo>
                  <a:pt x="4" y="125"/>
                </a:lnTo>
                <a:lnTo>
                  <a:pt x="4" y="124"/>
                </a:lnTo>
                <a:lnTo>
                  <a:pt x="5" y="124"/>
                </a:lnTo>
                <a:lnTo>
                  <a:pt x="6" y="124"/>
                </a:lnTo>
                <a:lnTo>
                  <a:pt x="7" y="124"/>
                </a:lnTo>
                <a:lnTo>
                  <a:pt x="7" y="123"/>
                </a:lnTo>
                <a:lnTo>
                  <a:pt x="6" y="123"/>
                </a:lnTo>
                <a:lnTo>
                  <a:pt x="7" y="123"/>
                </a:lnTo>
                <a:lnTo>
                  <a:pt x="8" y="123"/>
                </a:lnTo>
                <a:lnTo>
                  <a:pt x="7" y="123"/>
                </a:lnTo>
                <a:lnTo>
                  <a:pt x="7" y="124"/>
                </a:lnTo>
                <a:lnTo>
                  <a:pt x="8" y="123"/>
                </a:lnTo>
                <a:lnTo>
                  <a:pt x="9" y="124"/>
                </a:lnTo>
                <a:lnTo>
                  <a:pt x="10" y="124"/>
                </a:lnTo>
                <a:lnTo>
                  <a:pt x="11" y="124"/>
                </a:lnTo>
                <a:lnTo>
                  <a:pt x="12" y="124"/>
                </a:lnTo>
                <a:lnTo>
                  <a:pt x="12" y="123"/>
                </a:lnTo>
                <a:lnTo>
                  <a:pt x="12" y="124"/>
                </a:lnTo>
                <a:lnTo>
                  <a:pt x="14" y="124"/>
                </a:lnTo>
                <a:lnTo>
                  <a:pt x="14" y="123"/>
                </a:lnTo>
                <a:lnTo>
                  <a:pt x="15" y="123"/>
                </a:lnTo>
                <a:lnTo>
                  <a:pt x="15" y="122"/>
                </a:lnTo>
                <a:lnTo>
                  <a:pt x="16" y="122"/>
                </a:lnTo>
                <a:lnTo>
                  <a:pt x="16" y="121"/>
                </a:lnTo>
                <a:lnTo>
                  <a:pt x="16" y="120"/>
                </a:lnTo>
                <a:lnTo>
                  <a:pt x="17" y="120"/>
                </a:lnTo>
                <a:lnTo>
                  <a:pt x="18" y="120"/>
                </a:lnTo>
                <a:lnTo>
                  <a:pt x="18" y="118"/>
                </a:lnTo>
                <a:lnTo>
                  <a:pt x="19" y="118"/>
                </a:lnTo>
                <a:lnTo>
                  <a:pt x="19" y="117"/>
                </a:lnTo>
                <a:lnTo>
                  <a:pt x="20" y="117"/>
                </a:lnTo>
                <a:lnTo>
                  <a:pt x="19" y="117"/>
                </a:lnTo>
                <a:lnTo>
                  <a:pt x="19" y="116"/>
                </a:lnTo>
                <a:lnTo>
                  <a:pt x="19" y="115"/>
                </a:lnTo>
                <a:lnTo>
                  <a:pt x="19" y="114"/>
                </a:lnTo>
                <a:lnTo>
                  <a:pt x="18" y="114"/>
                </a:lnTo>
                <a:lnTo>
                  <a:pt x="18" y="113"/>
                </a:lnTo>
                <a:lnTo>
                  <a:pt x="17" y="113"/>
                </a:lnTo>
                <a:lnTo>
                  <a:pt x="15" y="113"/>
                </a:lnTo>
                <a:lnTo>
                  <a:pt x="14" y="113"/>
                </a:lnTo>
                <a:lnTo>
                  <a:pt x="14" y="112"/>
                </a:lnTo>
                <a:lnTo>
                  <a:pt x="14" y="111"/>
                </a:lnTo>
                <a:lnTo>
                  <a:pt x="14" y="110"/>
                </a:lnTo>
                <a:lnTo>
                  <a:pt x="14" y="109"/>
                </a:lnTo>
                <a:lnTo>
                  <a:pt x="14" y="108"/>
                </a:lnTo>
                <a:lnTo>
                  <a:pt x="13" y="108"/>
                </a:lnTo>
                <a:lnTo>
                  <a:pt x="13" y="107"/>
                </a:lnTo>
                <a:lnTo>
                  <a:pt x="14" y="107"/>
                </a:lnTo>
                <a:lnTo>
                  <a:pt x="15" y="107"/>
                </a:lnTo>
                <a:lnTo>
                  <a:pt x="15" y="106"/>
                </a:lnTo>
                <a:lnTo>
                  <a:pt x="15" y="105"/>
                </a:lnTo>
                <a:lnTo>
                  <a:pt x="16" y="106"/>
                </a:lnTo>
                <a:lnTo>
                  <a:pt x="17" y="106"/>
                </a:lnTo>
                <a:lnTo>
                  <a:pt x="17" y="105"/>
                </a:lnTo>
                <a:lnTo>
                  <a:pt x="16" y="105"/>
                </a:lnTo>
                <a:lnTo>
                  <a:pt x="16" y="104"/>
                </a:lnTo>
                <a:lnTo>
                  <a:pt x="15" y="104"/>
                </a:lnTo>
                <a:lnTo>
                  <a:pt x="15" y="103"/>
                </a:lnTo>
                <a:lnTo>
                  <a:pt x="15" y="102"/>
                </a:lnTo>
                <a:lnTo>
                  <a:pt x="15" y="101"/>
                </a:lnTo>
                <a:lnTo>
                  <a:pt x="15" y="100"/>
                </a:lnTo>
                <a:lnTo>
                  <a:pt x="15" y="99"/>
                </a:lnTo>
                <a:lnTo>
                  <a:pt x="15" y="98"/>
                </a:lnTo>
                <a:lnTo>
                  <a:pt x="16" y="98"/>
                </a:lnTo>
                <a:lnTo>
                  <a:pt x="16" y="97"/>
                </a:lnTo>
                <a:lnTo>
                  <a:pt x="16" y="96"/>
                </a:lnTo>
                <a:lnTo>
                  <a:pt x="16" y="95"/>
                </a:lnTo>
                <a:lnTo>
                  <a:pt x="16" y="94"/>
                </a:lnTo>
                <a:lnTo>
                  <a:pt x="15" y="94"/>
                </a:lnTo>
                <a:lnTo>
                  <a:pt x="15" y="93"/>
                </a:lnTo>
                <a:lnTo>
                  <a:pt x="15" y="92"/>
                </a:lnTo>
                <a:lnTo>
                  <a:pt x="14" y="92"/>
                </a:lnTo>
                <a:lnTo>
                  <a:pt x="14" y="93"/>
                </a:lnTo>
                <a:lnTo>
                  <a:pt x="13" y="94"/>
                </a:lnTo>
                <a:lnTo>
                  <a:pt x="12" y="94"/>
                </a:lnTo>
                <a:lnTo>
                  <a:pt x="11" y="94"/>
                </a:lnTo>
                <a:lnTo>
                  <a:pt x="11" y="93"/>
                </a:lnTo>
                <a:lnTo>
                  <a:pt x="10" y="93"/>
                </a:lnTo>
                <a:lnTo>
                  <a:pt x="10" y="92"/>
                </a:lnTo>
                <a:lnTo>
                  <a:pt x="11" y="92"/>
                </a:lnTo>
                <a:lnTo>
                  <a:pt x="12" y="92"/>
                </a:lnTo>
                <a:lnTo>
                  <a:pt x="11" y="91"/>
                </a:lnTo>
                <a:lnTo>
                  <a:pt x="11" y="92"/>
                </a:lnTo>
                <a:lnTo>
                  <a:pt x="10" y="91"/>
                </a:lnTo>
                <a:lnTo>
                  <a:pt x="11" y="91"/>
                </a:lnTo>
                <a:lnTo>
                  <a:pt x="12" y="91"/>
                </a:lnTo>
                <a:lnTo>
                  <a:pt x="12" y="90"/>
                </a:lnTo>
                <a:lnTo>
                  <a:pt x="12" y="89"/>
                </a:lnTo>
                <a:lnTo>
                  <a:pt x="11" y="88"/>
                </a:lnTo>
                <a:lnTo>
                  <a:pt x="12" y="88"/>
                </a:lnTo>
                <a:lnTo>
                  <a:pt x="12" y="87"/>
                </a:lnTo>
                <a:lnTo>
                  <a:pt x="13" y="87"/>
                </a:lnTo>
                <a:lnTo>
                  <a:pt x="13" y="86"/>
                </a:lnTo>
                <a:lnTo>
                  <a:pt x="14" y="86"/>
                </a:lnTo>
                <a:lnTo>
                  <a:pt x="14" y="85"/>
                </a:lnTo>
                <a:lnTo>
                  <a:pt x="15" y="85"/>
                </a:lnTo>
                <a:lnTo>
                  <a:pt x="15" y="84"/>
                </a:lnTo>
                <a:lnTo>
                  <a:pt x="14" y="84"/>
                </a:lnTo>
                <a:lnTo>
                  <a:pt x="13" y="84"/>
                </a:lnTo>
                <a:lnTo>
                  <a:pt x="12" y="84"/>
                </a:lnTo>
                <a:lnTo>
                  <a:pt x="11" y="84"/>
                </a:lnTo>
                <a:lnTo>
                  <a:pt x="11" y="83"/>
                </a:lnTo>
                <a:lnTo>
                  <a:pt x="10" y="83"/>
                </a:lnTo>
                <a:lnTo>
                  <a:pt x="9" y="83"/>
                </a:lnTo>
                <a:lnTo>
                  <a:pt x="8" y="83"/>
                </a:lnTo>
                <a:lnTo>
                  <a:pt x="8" y="82"/>
                </a:lnTo>
                <a:lnTo>
                  <a:pt x="7" y="81"/>
                </a:lnTo>
                <a:lnTo>
                  <a:pt x="8" y="80"/>
                </a:lnTo>
                <a:lnTo>
                  <a:pt x="9" y="80"/>
                </a:lnTo>
                <a:lnTo>
                  <a:pt x="10" y="80"/>
                </a:lnTo>
                <a:lnTo>
                  <a:pt x="10" y="79"/>
                </a:lnTo>
                <a:lnTo>
                  <a:pt x="10" y="78"/>
                </a:lnTo>
                <a:lnTo>
                  <a:pt x="10" y="77"/>
                </a:lnTo>
                <a:lnTo>
                  <a:pt x="10" y="76"/>
                </a:lnTo>
                <a:lnTo>
                  <a:pt x="10" y="75"/>
                </a:lnTo>
                <a:lnTo>
                  <a:pt x="11" y="75"/>
                </a:lnTo>
                <a:lnTo>
                  <a:pt x="10" y="75"/>
                </a:lnTo>
                <a:lnTo>
                  <a:pt x="10" y="74"/>
                </a:lnTo>
                <a:lnTo>
                  <a:pt x="10" y="75"/>
                </a:lnTo>
                <a:lnTo>
                  <a:pt x="9" y="75"/>
                </a:lnTo>
                <a:lnTo>
                  <a:pt x="8" y="74"/>
                </a:lnTo>
                <a:lnTo>
                  <a:pt x="8" y="73"/>
                </a:lnTo>
                <a:lnTo>
                  <a:pt x="7" y="73"/>
                </a:lnTo>
                <a:lnTo>
                  <a:pt x="7" y="72"/>
                </a:lnTo>
                <a:lnTo>
                  <a:pt x="8" y="72"/>
                </a:lnTo>
                <a:lnTo>
                  <a:pt x="8" y="71"/>
                </a:lnTo>
                <a:lnTo>
                  <a:pt x="9" y="71"/>
                </a:lnTo>
                <a:lnTo>
                  <a:pt x="9" y="70"/>
                </a:lnTo>
                <a:lnTo>
                  <a:pt x="8" y="69"/>
                </a:lnTo>
                <a:lnTo>
                  <a:pt x="8" y="68"/>
                </a:lnTo>
                <a:lnTo>
                  <a:pt x="9" y="68"/>
                </a:lnTo>
                <a:lnTo>
                  <a:pt x="9" y="67"/>
                </a:lnTo>
                <a:lnTo>
                  <a:pt x="8" y="67"/>
                </a:lnTo>
                <a:lnTo>
                  <a:pt x="9" y="67"/>
                </a:lnTo>
                <a:lnTo>
                  <a:pt x="10" y="67"/>
                </a:lnTo>
                <a:lnTo>
                  <a:pt x="10" y="66"/>
                </a:lnTo>
                <a:lnTo>
                  <a:pt x="9" y="66"/>
                </a:lnTo>
                <a:lnTo>
                  <a:pt x="10" y="66"/>
                </a:lnTo>
                <a:lnTo>
                  <a:pt x="11" y="66"/>
                </a:lnTo>
                <a:lnTo>
                  <a:pt x="12" y="65"/>
                </a:lnTo>
                <a:lnTo>
                  <a:pt x="11" y="65"/>
                </a:lnTo>
                <a:lnTo>
                  <a:pt x="11" y="64"/>
                </a:lnTo>
                <a:lnTo>
                  <a:pt x="10" y="64"/>
                </a:lnTo>
                <a:lnTo>
                  <a:pt x="11" y="64"/>
                </a:lnTo>
                <a:lnTo>
                  <a:pt x="11" y="63"/>
                </a:lnTo>
                <a:lnTo>
                  <a:pt x="12" y="63"/>
                </a:lnTo>
                <a:lnTo>
                  <a:pt x="12" y="62"/>
                </a:lnTo>
                <a:lnTo>
                  <a:pt x="13" y="62"/>
                </a:lnTo>
                <a:lnTo>
                  <a:pt x="13" y="61"/>
                </a:lnTo>
                <a:lnTo>
                  <a:pt x="14" y="61"/>
                </a:lnTo>
                <a:lnTo>
                  <a:pt x="14" y="60"/>
                </a:lnTo>
                <a:lnTo>
                  <a:pt x="15" y="60"/>
                </a:lnTo>
                <a:lnTo>
                  <a:pt x="16" y="60"/>
                </a:lnTo>
                <a:lnTo>
                  <a:pt x="17" y="60"/>
                </a:lnTo>
                <a:lnTo>
                  <a:pt x="18" y="60"/>
                </a:lnTo>
                <a:lnTo>
                  <a:pt x="18" y="59"/>
                </a:lnTo>
                <a:lnTo>
                  <a:pt x="18" y="58"/>
                </a:lnTo>
                <a:lnTo>
                  <a:pt x="19" y="58"/>
                </a:lnTo>
                <a:lnTo>
                  <a:pt x="19" y="57"/>
                </a:lnTo>
                <a:lnTo>
                  <a:pt x="21" y="57"/>
                </a:lnTo>
                <a:lnTo>
                  <a:pt x="22" y="57"/>
                </a:lnTo>
                <a:lnTo>
                  <a:pt x="22" y="58"/>
                </a:lnTo>
                <a:lnTo>
                  <a:pt x="21" y="59"/>
                </a:lnTo>
                <a:lnTo>
                  <a:pt x="22" y="59"/>
                </a:lnTo>
                <a:lnTo>
                  <a:pt x="22" y="60"/>
                </a:lnTo>
                <a:lnTo>
                  <a:pt x="23" y="60"/>
                </a:lnTo>
                <a:lnTo>
                  <a:pt x="22" y="61"/>
                </a:lnTo>
                <a:lnTo>
                  <a:pt x="22" y="62"/>
                </a:lnTo>
                <a:lnTo>
                  <a:pt x="23" y="63"/>
                </a:lnTo>
                <a:lnTo>
                  <a:pt x="24" y="63"/>
                </a:lnTo>
                <a:lnTo>
                  <a:pt x="24" y="64"/>
                </a:lnTo>
                <a:lnTo>
                  <a:pt x="25" y="64"/>
                </a:lnTo>
                <a:lnTo>
                  <a:pt x="25" y="63"/>
                </a:lnTo>
                <a:lnTo>
                  <a:pt x="26" y="63"/>
                </a:lnTo>
                <a:lnTo>
                  <a:pt x="27" y="63"/>
                </a:lnTo>
                <a:lnTo>
                  <a:pt x="27" y="62"/>
                </a:lnTo>
                <a:lnTo>
                  <a:pt x="28" y="62"/>
                </a:lnTo>
                <a:lnTo>
                  <a:pt x="29" y="62"/>
                </a:lnTo>
                <a:lnTo>
                  <a:pt x="30" y="63"/>
                </a:lnTo>
                <a:lnTo>
                  <a:pt x="32" y="63"/>
                </a:lnTo>
                <a:lnTo>
                  <a:pt x="33" y="64"/>
                </a:lnTo>
                <a:lnTo>
                  <a:pt x="35" y="64"/>
                </a:lnTo>
                <a:lnTo>
                  <a:pt x="36" y="65"/>
                </a:lnTo>
                <a:lnTo>
                  <a:pt x="35" y="65"/>
                </a:lnTo>
                <a:lnTo>
                  <a:pt x="36" y="65"/>
                </a:lnTo>
                <a:lnTo>
                  <a:pt x="37" y="65"/>
                </a:lnTo>
                <a:lnTo>
                  <a:pt x="37" y="66"/>
                </a:lnTo>
                <a:lnTo>
                  <a:pt x="38" y="66"/>
                </a:lnTo>
                <a:lnTo>
                  <a:pt x="39" y="66"/>
                </a:lnTo>
                <a:lnTo>
                  <a:pt x="39" y="65"/>
                </a:lnTo>
                <a:lnTo>
                  <a:pt x="40" y="65"/>
                </a:lnTo>
                <a:lnTo>
                  <a:pt x="40" y="64"/>
                </a:lnTo>
                <a:lnTo>
                  <a:pt x="42" y="64"/>
                </a:lnTo>
                <a:lnTo>
                  <a:pt x="42" y="63"/>
                </a:lnTo>
                <a:lnTo>
                  <a:pt x="41" y="63"/>
                </a:lnTo>
                <a:lnTo>
                  <a:pt x="41" y="62"/>
                </a:lnTo>
                <a:lnTo>
                  <a:pt x="41" y="61"/>
                </a:lnTo>
                <a:lnTo>
                  <a:pt x="42" y="60"/>
                </a:lnTo>
                <a:lnTo>
                  <a:pt x="41" y="60"/>
                </a:lnTo>
                <a:lnTo>
                  <a:pt x="41" y="59"/>
                </a:lnTo>
                <a:lnTo>
                  <a:pt x="42" y="59"/>
                </a:lnTo>
                <a:lnTo>
                  <a:pt x="42" y="58"/>
                </a:lnTo>
                <a:lnTo>
                  <a:pt x="41" y="58"/>
                </a:lnTo>
                <a:lnTo>
                  <a:pt x="42" y="57"/>
                </a:lnTo>
                <a:lnTo>
                  <a:pt x="41" y="57"/>
                </a:lnTo>
                <a:lnTo>
                  <a:pt x="41" y="56"/>
                </a:lnTo>
                <a:lnTo>
                  <a:pt x="42" y="56"/>
                </a:lnTo>
                <a:lnTo>
                  <a:pt x="41" y="56"/>
                </a:lnTo>
                <a:lnTo>
                  <a:pt x="41" y="55"/>
                </a:lnTo>
                <a:lnTo>
                  <a:pt x="41" y="56"/>
                </a:lnTo>
                <a:lnTo>
                  <a:pt x="41" y="55"/>
                </a:lnTo>
                <a:lnTo>
                  <a:pt x="40" y="55"/>
                </a:lnTo>
                <a:lnTo>
                  <a:pt x="40" y="54"/>
                </a:lnTo>
                <a:lnTo>
                  <a:pt x="41" y="54"/>
                </a:lnTo>
                <a:lnTo>
                  <a:pt x="41" y="53"/>
                </a:lnTo>
                <a:lnTo>
                  <a:pt x="41" y="52"/>
                </a:lnTo>
                <a:lnTo>
                  <a:pt x="42" y="52"/>
                </a:lnTo>
                <a:lnTo>
                  <a:pt x="43" y="52"/>
                </a:lnTo>
                <a:lnTo>
                  <a:pt x="44" y="51"/>
                </a:lnTo>
                <a:lnTo>
                  <a:pt x="45" y="51"/>
                </a:lnTo>
                <a:lnTo>
                  <a:pt x="44" y="50"/>
                </a:lnTo>
                <a:lnTo>
                  <a:pt x="43" y="50"/>
                </a:lnTo>
                <a:lnTo>
                  <a:pt x="43" y="49"/>
                </a:lnTo>
                <a:lnTo>
                  <a:pt x="42" y="49"/>
                </a:lnTo>
                <a:lnTo>
                  <a:pt x="42" y="48"/>
                </a:lnTo>
                <a:lnTo>
                  <a:pt x="42" y="47"/>
                </a:lnTo>
                <a:lnTo>
                  <a:pt x="41" y="47"/>
                </a:lnTo>
                <a:lnTo>
                  <a:pt x="41" y="48"/>
                </a:lnTo>
                <a:lnTo>
                  <a:pt x="40" y="47"/>
                </a:lnTo>
                <a:lnTo>
                  <a:pt x="40" y="46"/>
                </a:lnTo>
                <a:lnTo>
                  <a:pt x="41" y="46"/>
                </a:lnTo>
                <a:lnTo>
                  <a:pt x="40" y="46"/>
                </a:lnTo>
                <a:lnTo>
                  <a:pt x="40" y="45"/>
                </a:lnTo>
                <a:lnTo>
                  <a:pt x="41" y="45"/>
                </a:lnTo>
                <a:lnTo>
                  <a:pt x="42" y="45"/>
                </a:lnTo>
                <a:lnTo>
                  <a:pt x="43" y="43"/>
                </a:lnTo>
                <a:lnTo>
                  <a:pt x="44" y="43"/>
                </a:lnTo>
                <a:lnTo>
                  <a:pt x="44" y="45"/>
                </a:lnTo>
                <a:lnTo>
                  <a:pt x="44" y="43"/>
                </a:lnTo>
                <a:lnTo>
                  <a:pt x="45" y="43"/>
                </a:lnTo>
                <a:lnTo>
                  <a:pt x="46" y="43"/>
                </a:lnTo>
                <a:lnTo>
                  <a:pt x="47" y="43"/>
                </a:lnTo>
                <a:lnTo>
                  <a:pt x="48" y="43"/>
                </a:lnTo>
                <a:lnTo>
                  <a:pt x="49" y="43"/>
                </a:lnTo>
                <a:lnTo>
                  <a:pt x="50" y="43"/>
                </a:lnTo>
                <a:lnTo>
                  <a:pt x="49" y="43"/>
                </a:lnTo>
                <a:lnTo>
                  <a:pt x="49" y="42"/>
                </a:lnTo>
                <a:lnTo>
                  <a:pt x="49" y="41"/>
                </a:lnTo>
                <a:lnTo>
                  <a:pt x="49" y="40"/>
                </a:lnTo>
                <a:lnTo>
                  <a:pt x="48" y="40"/>
                </a:lnTo>
                <a:lnTo>
                  <a:pt x="47" y="40"/>
                </a:lnTo>
                <a:lnTo>
                  <a:pt x="47" y="41"/>
                </a:lnTo>
                <a:lnTo>
                  <a:pt x="46" y="40"/>
                </a:lnTo>
                <a:lnTo>
                  <a:pt x="45" y="40"/>
                </a:lnTo>
                <a:lnTo>
                  <a:pt x="44" y="40"/>
                </a:lnTo>
                <a:lnTo>
                  <a:pt x="43" y="39"/>
                </a:lnTo>
                <a:lnTo>
                  <a:pt x="43" y="40"/>
                </a:lnTo>
                <a:lnTo>
                  <a:pt x="43" y="39"/>
                </a:lnTo>
                <a:lnTo>
                  <a:pt x="42" y="39"/>
                </a:lnTo>
                <a:lnTo>
                  <a:pt x="43" y="39"/>
                </a:lnTo>
                <a:lnTo>
                  <a:pt x="42" y="39"/>
                </a:lnTo>
                <a:lnTo>
                  <a:pt x="41" y="39"/>
                </a:lnTo>
                <a:lnTo>
                  <a:pt x="42" y="39"/>
                </a:lnTo>
                <a:lnTo>
                  <a:pt x="42" y="38"/>
                </a:lnTo>
                <a:lnTo>
                  <a:pt x="41" y="39"/>
                </a:lnTo>
                <a:lnTo>
                  <a:pt x="41" y="38"/>
                </a:lnTo>
                <a:lnTo>
                  <a:pt x="40" y="38"/>
                </a:lnTo>
                <a:lnTo>
                  <a:pt x="40" y="37"/>
                </a:lnTo>
                <a:lnTo>
                  <a:pt x="41" y="37"/>
                </a:lnTo>
                <a:lnTo>
                  <a:pt x="40" y="36"/>
                </a:lnTo>
                <a:lnTo>
                  <a:pt x="41" y="35"/>
                </a:lnTo>
                <a:lnTo>
                  <a:pt x="40" y="35"/>
                </a:lnTo>
                <a:lnTo>
                  <a:pt x="39" y="35"/>
                </a:lnTo>
                <a:lnTo>
                  <a:pt x="39" y="34"/>
                </a:lnTo>
                <a:lnTo>
                  <a:pt x="39" y="32"/>
                </a:lnTo>
                <a:lnTo>
                  <a:pt x="40" y="32"/>
                </a:lnTo>
                <a:lnTo>
                  <a:pt x="40" y="31"/>
                </a:lnTo>
                <a:lnTo>
                  <a:pt x="41" y="31"/>
                </a:lnTo>
                <a:lnTo>
                  <a:pt x="41" y="30"/>
                </a:lnTo>
                <a:lnTo>
                  <a:pt x="41" y="29"/>
                </a:lnTo>
                <a:lnTo>
                  <a:pt x="42" y="29"/>
                </a:lnTo>
                <a:lnTo>
                  <a:pt x="42" y="30"/>
                </a:lnTo>
                <a:lnTo>
                  <a:pt x="42" y="29"/>
                </a:lnTo>
                <a:lnTo>
                  <a:pt x="42" y="28"/>
                </a:lnTo>
                <a:lnTo>
                  <a:pt x="43" y="28"/>
                </a:lnTo>
                <a:lnTo>
                  <a:pt x="44" y="27"/>
                </a:lnTo>
                <a:lnTo>
                  <a:pt x="43" y="27"/>
                </a:lnTo>
                <a:lnTo>
                  <a:pt x="44" y="27"/>
                </a:lnTo>
                <a:lnTo>
                  <a:pt x="44" y="26"/>
                </a:lnTo>
                <a:lnTo>
                  <a:pt x="44" y="25"/>
                </a:lnTo>
                <a:lnTo>
                  <a:pt x="44" y="24"/>
                </a:lnTo>
                <a:lnTo>
                  <a:pt x="43" y="23"/>
                </a:lnTo>
                <a:lnTo>
                  <a:pt x="43" y="21"/>
                </a:lnTo>
                <a:lnTo>
                  <a:pt x="43" y="20"/>
                </a:lnTo>
                <a:lnTo>
                  <a:pt x="43" y="19"/>
                </a:lnTo>
                <a:lnTo>
                  <a:pt x="44" y="19"/>
                </a:lnTo>
                <a:lnTo>
                  <a:pt x="45" y="19"/>
                </a:lnTo>
                <a:lnTo>
                  <a:pt x="46" y="19"/>
                </a:lnTo>
                <a:lnTo>
                  <a:pt x="46" y="18"/>
                </a:lnTo>
                <a:lnTo>
                  <a:pt x="45" y="17"/>
                </a:lnTo>
                <a:lnTo>
                  <a:pt x="45" y="16"/>
                </a:lnTo>
                <a:lnTo>
                  <a:pt x="47" y="16"/>
                </a:lnTo>
                <a:lnTo>
                  <a:pt x="47" y="15"/>
                </a:lnTo>
                <a:lnTo>
                  <a:pt x="48" y="14"/>
                </a:lnTo>
                <a:lnTo>
                  <a:pt x="49" y="14"/>
                </a:lnTo>
                <a:lnTo>
                  <a:pt x="50" y="14"/>
                </a:lnTo>
                <a:lnTo>
                  <a:pt x="51" y="14"/>
                </a:lnTo>
                <a:lnTo>
                  <a:pt x="52" y="13"/>
                </a:lnTo>
                <a:lnTo>
                  <a:pt x="53" y="13"/>
                </a:lnTo>
                <a:lnTo>
                  <a:pt x="53" y="14"/>
                </a:lnTo>
                <a:lnTo>
                  <a:pt x="53" y="13"/>
                </a:lnTo>
                <a:lnTo>
                  <a:pt x="54" y="13"/>
                </a:lnTo>
                <a:lnTo>
                  <a:pt x="54" y="12"/>
                </a:lnTo>
                <a:lnTo>
                  <a:pt x="54" y="11"/>
                </a:lnTo>
                <a:lnTo>
                  <a:pt x="56" y="11"/>
                </a:lnTo>
                <a:lnTo>
                  <a:pt x="56" y="12"/>
                </a:lnTo>
                <a:lnTo>
                  <a:pt x="57" y="12"/>
                </a:lnTo>
                <a:lnTo>
                  <a:pt x="58" y="12"/>
                </a:lnTo>
                <a:lnTo>
                  <a:pt x="58" y="11"/>
                </a:lnTo>
                <a:lnTo>
                  <a:pt x="59" y="10"/>
                </a:lnTo>
                <a:lnTo>
                  <a:pt x="58" y="8"/>
                </a:lnTo>
                <a:lnTo>
                  <a:pt x="60" y="8"/>
                </a:lnTo>
                <a:lnTo>
                  <a:pt x="61" y="8"/>
                </a:lnTo>
                <a:lnTo>
                  <a:pt x="63" y="7"/>
                </a:lnTo>
                <a:lnTo>
                  <a:pt x="62" y="6"/>
                </a:lnTo>
                <a:lnTo>
                  <a:pt x="61" y="6"/>
                </a:lnTo>
                <a:lnTo>
                  <a:pt x="61" y="7"/>
                </a:lnTo>
                <a:lnTo>
                  <a:pt x="61" y="6"/>
                </a:lnTo>
                <a:lnTo>
                  <a:pt x="61" y="5"/>
                </a:lnTo>
                <a:lnTo>
                  <a:pt x="60" y="5"/>
                </a:lnTo>
                <a:lnTo>
                  <a:pt x="61" y="5"/>
                </a:lnTo>
                <a:lnTo>
                  <a:pt x="62" y="5"/>
                </a:lnTo>
                <a:lnTo>
                  <a:pt x="61" y="4"/>
                </a:lnTo>
                <a:lnTo>
                  <a:pt x="60" y="4"/>
                </a:lnTo>
                <a:lnTo>
                  <a:pt x="60" y="3"/>
                </a:lnTo>
                <a:lnTo>
                  <a:pt x="61" y="3"/>
                </a:lnTo>
                <a:lnTo>
                  <a:pt x="62" y="3"/>
                </a:lnTo>
                <a:lnTo>
                  <a:pt x="61" y="2"/>
                </a:lnTo>
                <a:lnTo>
                  <a:pt x="62" y="2"/>
                </a:lnTo>
                <a:lnTo>
                  <a:pt x="63" y="2"/>
                </a:lnTo>
                <a:lnTo>
                  <a:pt x="64" y="1"/>
                </a:lnTo>
                <a:lnTo>
                  <a:pt x="63" y="1"/>
                </a:lnTo>
                <a:lnTo>
                  <a:pt x="64" y="0"/>
                </a:lnTo>
                <a:lnTo>
                  <a:pt x="65" y="0"/>
                </a:lnTo>
                <a:lnTo>
                  <a:pt x="66" y="0"/>
                </a:lnTo>
                <a:lnTo>
                  <a:pt x="67" y="0"/>
                </a:lnTo>
                <a:close/>
              </a:path>
            </a:pathLst>
          </a:custGeom>
          <a:solidFill>
            <a:srgbClr val="D6ECF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2244960" y="15516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3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3"/>
                </a:lnTo>
                <a:lnTo>
                  <a:pt x="0" y="3"/>
                </a:lnTo>
                <a:close/>
              </a:path>
            </a:pathLst>
          </a:custGeom>
          <a:solidFill>
            <a:srgbClr val="FEE497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2243880" y="15505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4"/>
                </a:move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2"/>
                </a:lnTo>
                <a:lnTo>
                  <a:pt x="1" y="4"/>
                </a:lnTo>
                <a:lnTo>
                  <a:pt x="0" y="4"/>
                </a:lnTo>
                <a:close/>
              </a:path>
            </a:pathLst>
          </a:custGeom>
          <a:solidFill>
            <a:srgbClr val="FEE497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2070000" y="1423080"/>
            <a:ext cx="207720" cy="242280"/>
          </a:xfrm>
          <a:custGeom>
            <a:avLst/>
            <a:gdLst/>
            <a:ahLst/>
            <a:rect l="0" t="0" r="r" b="b"/>
            <a:pathLst>
              <a:path w="577" h="673">
                <a:moveTo>
                  <a:pt x="393" y="1"/>
                </a:moveTo>
                <a:lnTo>
                  <a:pt x="392" y="2"/>
                </a:lnTo>
                <a:lnTo>
                  <a:pt x="392" y="3"/>
                </a:lnTo>
                <a:lnTo>
                  <a:pt x="393" y="4"/>
                </a:lnTo>
                <a:lnTo>
                  <a:pt x="394" y="4"/>
                </a:lnTo>
                <a:lnTo>
                  <a:pt x="395" y="5"/>
                </a:lnTo>
                <a:lnTo>
                  <a:pt x="396" y="6"/>
                </a:lnTo>
                <a:lnTo>
                  <a:pt x="396" y="7"/>
                </a:lnTo>
                <a:lnTo>
                  <a:pt x="397" y="7"/>
                </a:lnTo>
                <a:lnTo>
                  <a:pt x="397" y="8"/>
                </a:lnTo>
                <a:lnTo>
                  <a:pt x="398" y="8"/>
                </a:lnTo>
                <a:lnTo>
                  <a:pt x="399" y="10"/>
                </a:lnTo>
                <a:lnTo>
                  <a:pt x="399" y="12"/>
                </a:lnTo>
                <a:lnTo>
                  <a:pt x="399" y="13"/>
                </a:lnTo>
                <a:lnTo>
                  <a:pt x="400" y="13"/>
                </a:lnTo>
                <a:lnTo>
                  <a:pt x="401" y="13"/>
                </a:lnTo>
                <a:lnTo>
                  <a:pt x="402" y="14"/>
                </a:lnTo>
                <a:lnTo>
                  <a:pt x="403" y="14"/>
                </a:lnTo>
                <a:lnTo>
                  <a:pt x="404" y="15"/>
                </a:lnTo>
                <a:lnTo>
                  <a:pt x="405" y="16"/>
                </a:lnTo>
                <a:lnTo>
                  <a:pt x="405" y="17"/>
                </a:lnTo>
                <a:lnTo>
                  <a:pt x="407" y="19"/>
                </a:lnTo>
                <a:lnTo>
                  <a:pt x="408" y="19"/>
                </a:lnTo>
                <a:lnTo>
                  <a:pt x="409" y="19"/>
                </a:lnTo>
                <a:lnTo>
                  <a:pt x="409" y="20"/>
                </a:lnTo>
                <a:lnTo>
                  <a:pt x="410" y="20"/>
                </a:lnTo>
                <a:lnTo>
                  <a:pt x="411" y="21"/>
                </a:lnTo>
                <a:lnTo>
                  <a:pt x="412" y="22"/>
                </a:lnTo>
                <a:lnTo>
                  <a:pt x="412" y="23"/>
                </a:lnTo>
                <a:lnTo>
                  <a:pt x="413" y="24"/>
                </a:lnTo>
                <a:lnTo>
                  <a:pt x="413" y="25"/>
                </a:lnTo>
                <a:lnTo>
                  <a:pt x="412" y="26"/>
                </a:lnTo>
                <a:lnTo>
                  <a:pt x="411" y="27"/>
                </a:lnTo>
                <a:lnTo>
                  <a:pt x="411" y="28"/>
                </a:lnTo>
                <a:lnTo>
                  <a:pt x="412" y="29"/>
                </a:lnTo>
                <a:lnTo>
                  <a:pt x="413" y="30"/>
                </a:lnTo>
                <a:lnTo>
                  <a:pt x="413" y="31"/>
                </a:lnTo>
                <a:lnTo>
                  <a:pt x="414" y="31"/>
                </a:lnTo>
                <a:lnTo>
                  <a:pt x="415" y="31"/>
                </a:lnTo>
                <a:lnTo>
                  <a:pt x="416" y="32"/>
                </a:lnTo>
                <a:lnTo>
                  <a:pt x="416" y="33"/>
                </a:lnTo>
                <a:lnTo>
                  <a:pt x="416" y="34"/>
                </a:lnTo>
                <a:lnTo>
                  <a:pt x="414" y="35"/>
                </a:lnTo>
                <a:lnTo>
                  <a:pt x="413" y="35"/>
                </a:lnTo>
                <a:lnTo>
                  <a:pt x="413" y="36"/>
                </a:lnTo>
                <a:lnTo>
                  <a:pt x="412" y="36"/>
                </a:lnTo>
                <a:lnTo>
                  <a:pt x="412" y="37"/>
                </a:lnTo>
                <a:lnTo>
                  <a:pt x="411" y="37"/>
                </a:lnTo>
                <a:lnTo>
                  <a:pt x="410" y="37"/>
                </a:lnTo>
                <a:lnTo>
                  <a:pt x="409" y="37"/>
                </a:lnTo>
                <a:lnTo>
                  <a:pt x="408" y="38"/>
                </a:lnTo>
                <a:lnTo>
                  <a:pt x="408" y="39"/>
                </a:lnTo>
                <a:lnTo>
                  <a:pt x="409" y="39"/>
                </a:lnTo>
                <a:lnTo>
                  <a:pt x="411" y="40"/>
                </a:lnTo>
                <a:lnTo>
                  <a:pt x="411" y="41"/>
                </a:lnTo>
                <a:lnTo>
                  <a:pt x="412" y="41"/>
                </a:lnTo>
                <a:lnTo>
                  <a:pt x="413" y="41"/>
                </a:lnTo>
                <a:lnTo>
                  <a:pt x="413" y="42"/>
                </a:lnTo>
                <a:lnTo>
                  <a:pt x="414" y="43"/>
                </a:lnTo>
                <a:lnTo>
                  <a:pt x="414" y="44"/>
                </a:lnTo>
                <a:lnTo>
                  <a:pt x="415" y="44"/>
                </a:lnTo>
                <a:lnTo>
                  <a:pt x="415" y="43"/>
                </a:lnTo>
                <a:lnTo>
                  <a:pt x="416" y="43"/>
                </a:lnTo>
                <a:lnTo>
                  <a:pt x="416" y="44"/>
                </a:lnTo>
                <a:lnTo>
                  <a:pt x="417" y="44"/>
                </a:lnTo>
                <a:lnTo>
                  <a:pt x="419" y="45"/>
                </a:lnTo>
                <a:lnTo>
                  <a:pt x="420" y="45"/>
                </a:lnTo>
                <a:lnTo>
                  <a:pt x="421" y="46"/>
                </a:lnTo>
                <a:lnTo>
                  <a:pt x="420" y="47"/>
                </a:lnTo>
                <a:lnTo>
                  <a:pt x="419" y="48"/>
                </a:lnTo>
                <a:lnTo>
                  <a:pt x="419" y="49"/>
                </a:lnTo>
                <a:lnTo>
                  <a:pt x="419" y="50"/>
                </a:lnTo>
                <a:lnTo>
                  <a:pt x="419" y="51"/>
                </a:lnTo>
                <a:lnTo>
                  <a:pt x="419" y="52"/>
                </a:lnTo>
                <a:lnTo>
                  <a:pt x="420" y="52"/>
                </a:lnTo>
                <a:lnTo>
                  <a:pt x="421" y="53"/>
                </a:lnTo>
                <a:lnTo>
                  <a:pt x="422" y="53"/>
                </a:lnTo>
                <a:lnTo>
                  <a:pt x="423" y="53"/>
                </a:lnTo>
                <a:lnTo>
                  <a:pt x="423" y="54"/>
                </a:lnTo>
                <a:lnTo>
                  <a:pt x="424" y="54"/>
                </a:lnTo>
                <a:lnTo>
                  <a:pt x="425" y="54"/>
                </a:lnTo>
                <a:lnTo>
                  <a:pt x="425" y="55"/>
                </a:lnTo>
                <a:lnTo>
                  <a:pt x="425" y="56"/>
                </a:lnTo>
                <a:lnTo>
                  <a:pt x="425" y="57"/>
                </a:lnTo>
                <a:lnTo>
                  <a:pt x="424" y="57"/>
                </a:lnTo>
                <a:lnTo>
                  <a:pt x="423" y="56"/>
                </a:lnTo>
                <a:lnTo>
                  <a:pt x="423" y="57"/>
                </a:lnTo>
                <a:lnTo>
                  <a:pt x="424" y="58"/>
                </a:lnTo>
                <a:lnTo>
                  <a:pt x="423" y="58"/>
                </a:lnTo>
                <a:lnTo>
                  <a:pt x="423" y="59"/>
                </a:lnTo>
                <a:lnTo>
                  <a:pt x="421" y="59"/>
                </a:lnTo>
                <a:lnTo>
                  <a:pt x="423" y="60"/>
                </a:lnTo>
                <a:lnTo>
                  <a:pt x="424" y="60"/>
                </a:lnTo>
                <a:lnTo>
                  <a:pt x="425" y="60"/>
                </a:lnTo>
                <a:lnTo>
                  <a:pt x="428" y="60"/>
                </a:lnTo>
                <a:lnTo>
                  <a:pt x="429" y="59"/>
                </a:lnTo>
                <a:lnTo>
                  <a:pt x="430" y="59"/>
                </a:lnTo>
                <a:lnTo>
                  <a:pt x="430" y="58"/>
                </a:lnTo>
                <a:lnTo>
                  <a:pt x="431" y="58"/>
                </a:lnTo>
                <a:lnTo>
                  <a:pt x="431" y="57"/>
                </a:lnTo>
                <a:lnTo>
                  <a:pt x="430" y="57"/>
                </a:lnTo>
                <a:lnTo>
                  <a:pt x="430" y="56"/>
                </a:lnTo>
                <a:lnTo>
                  <a:pt x="430" y="55"/>
                </a:lnTo>
                <a:lnTo>
                  <a:pt x="431" y="54"/>
                </a:lnTo>
                <a:lnTo>
                  <a:pt x="432" y="54"/>
                </a:lnTo>
                <a:lnTo>
                  <a:pt x="433" y="54"/>
                </a:lnTo>
                <a:lnTo>
                  <a:pt x="434" y="54"/>
                </a:lnTo>
                <a:lnTo>
                  <a:pt x="435" y="55"/>
                </a:lnTo>
                <a:lnTo>
                  <a:pt x="435" y="56"/>
                </a:lnTo>
                <a:lnTo>
                  <a:pt x="436" y="56"/>
                </a:lnTo>
                <a:lnTo>
                  <a:pt x="436" y="57"/>
                </a:lnTo>
                <a:lnTo>
                  <a:pt x="437" y="57"/>
                </a:lnTo>
                <a:lnTo>
                  <a:pt x="437" y="58"/>
                </a:lnTo>
                <a:lnTo>
                  <a:pt x="437" y="59"/>
                </a:lnTo>
                <a:lnTo>
                  <a:pt x="436" y="59"/>
                </a:lnTo>
                <a:lnTo>
                  <a:pt x="436" y="60"/>
                </a:lnTo>
                <a:lnTo>
                  <a:pt x="435" y="60"/>
                </a:lnTo>
                <a:lnTo>
                  <a:pt x="434" y="61"/>
                </a:lnTo>
                <a:lnTo>
                  <a:pt x="432" y="61"/>
                </a:lnTo>
                <a:lnTo>
                  <a:pt x="432" y="62"/>
                </a:lnTo>
                <a:lnTo>
                  <a:pt x="433" y="62"/>
                </a:lnTo>
                <a:lnTo>
                  <a:pt x="434" y="62"/>
                </a:lnTo>
                <a:lnTo>
                  <a:pt x="437" y="62"/>
                </a:lnTo>
                <a:lnTo>
                  <a:pt x="437" y="63"/>
                </a:lnTo>
                <a:lnTo>
                  <a:pt x="437" y="64"/>
                </a:lnTo>
                <a:lnTo>
                  <a:pt x="438" y="64"/>
                </a:lnTo>
                <a:lnTo>
                  <a:pt x="439" y="64"/>
                </a:lnTo>
                <a:lnTo>
                  <a:pt x="439" y="65"/>
                </a:lnTo>
                <a:lnTo>
                  <a:pt x="438" y="65"/>
                </a:lnTo>
                <a:lnTo>
                  <a:pt x="438" y="66"/>
                </a:lnTo>
                <a:lnTo>
                  <a:pt x="438" y="67"/>
                </a:lnTo>
                <a:lnTo>
                  <a:pt x="438" y="68"/>
                </a:lnTo>
                <a:lnTo>
                  <a:pt x="438" y="69"/>
                </a:lnTo>
                <a:lnTo>
                  <a:pt x="436" y="70"/>
                </a:lnTo>
                <a:lnTo>
                  <a:pt x="435" y="70"/>
                </a:lnTo>
                <a:lnTo>
                  <a:pt x="434" y="71"/>
                </a:lnTo>
                <a:lnTo>
                  <a:pt x="435" y="71"/>
                </a:lnTo>
                <a:lnTo>
                  <a:pt x="435" y="72"/>
                </a:lnTo>
                <a:lnTo>
                  <a:pt x="436" y="72"/>
                </a:lnTo>
                <a:lnTo>
                  <a:pt x="437" y="73"/>
                </a:lnTo>
                <a:lnTo>
                  <a:pt x="437" y="74"/>
                </a:lnTo>
                <a:lnTo>
                  <a:pt x="438" y="74"/>
                </a:lnTo>
                <a:lnTo>
                  <a:pt x="439" y="75"/>
                </a:lnTo>
                <a:lnTo>
                  <a:pt x="440" y="75"/>
                </a:lnTo>
                <a:lnTo>
                  <a:pt x="440" y="76"/>
                </a:lnTo>
                <a:lnTo>
                  <a:pt x="441" y="76"/>
                </a:lnTo>
                <a:lnTo>
                  <a:pt x="441" y="77"/>
                </a:lnTo>
                <a:lnTo>
                  <a:pt x="441" y="78"/>
                </a:lnTo>
                <a:lnTo>
                  <a:pt x="441" y="79"/>
                </a:lnTo>
                <a:lnTo>
                  <a:pt x="442" y="79"/>
                </a:lnTo>
                <a:lnTo>
                  <a:pt x="441" y="79"/>
                </a:lnTo>
                <a:lnTo>
                  <a:pt x="440" y="79"/>
                </a:lnTo>
                <a:lnTo>
                  <a:pt x="440" y="80"/>
                </a:lnTo>
                <a:lnTo>
                  <a:pt x="440" y="81"/>
                </a:lnTo>
                <a:lnTo>
                  <a:pt x="439" y="81"/>
                </a:lnTo>
                <a:lnTo>
                  <a:pt x="439" y="82"/>
                </a:lnTo>
                <a:lnTo>
                  <a:pt x="439" y="83"/>
                </a:lnTo>
                <a:lnTo>
                  <a:pt x="439" y="84"/>
                </a:lnTo>
                <a:lnTo>
                  <a:pt x="438" y="85"/>
                </a:lnTo>
                <a:lnTo>
                  <a:pt x="438" y="86"/>
                </a:lnTo>
                <a:lnTo>
                  <a:pt x="437" y="86"/>
                </a:lnTo>
                <a:lnTo>
                  <a:pt x="436" y="87"/>
                </a:lnTo>
                <a:lnTo>
                  <a:pt x="436" y="88"/>
                </a:lnTo>
                <a:lnTo>
                  <a:pt x="434" y="88"/>
                </a:lnTo>
                <a:lnTo>
                  <a:pt x="434" y="87"/>
                </a:lnTo>
                <a:lnTo>
                  <a:pt x="433" y="87"/>
                </a:lnTo>
                <a:lnTo>
                  <a:pt x="433" y="86"/>
                </a:lnTo>
                <a:lnTo>
                  <a:pt x="432" y="85"/>
                </a:lnTo>
                <a:lnTo>
                  <a:pt x="433" y="85"/>
                </a:lnTo>
                <a:lnTo>
                  <a:pt x="433" y="84"/>
                </a:lnTo>
                <a:lnTo>
                  <a:pt x="432" y="82"/>
                </a:lnTo>
                <a:lnTo>
                  <a:pt x="431" y="82"/>
                </a:lnTo>
                <a:lnTo>
                  <a:pt x="430" y="82"/>
                </a:lnTo>
                <a:lnTo>
                  <a:pt x="429" y="83"/>
                </a:lnTo>
                <a:lnTo>
                  <a:pt x="428" y="83"/>
                </a:lnTo>
                <a:lnTo>
                  <a:pt x="428" y="82"/>
                </a:lnTo>
                <a:lnTo>
                  <a:pt x="427" y="82"/>
                </a:lnTo>
                <a:lnTo>
                  <a:pt x="425" y="83"/>
                </a:lnTo>
                <a:lnTo>
                  <a:pt x="424" y="84"/>
                </a:lnTo>
                <a:lnTo>
                  <a:pt x="424" y="85"/>
                </a:lnTo>
                <a:lnTo>
                  <a:pt x="424" y="86"/>
                </a:lnTo>
                <a:lnTo>
                  <a:pt x="423" y="86"/>
                </a:lnTo>
                <a:lnTo>
                  <a:pt x="423" y="87"/>
                </a:lnTo>
                <a:lnTo>
                  <a:pt x="423" y="88"/>
                </a:lnTo>
                <a:lnTo>
                  <a:pt x="424" y="88"/>
                </a:lnTo>
                <a:lnTo>
                  <a:pt x="423" y="89"/>
                </a:lnTo>
                <a:lnTo>
                  <a:pt x="423" y="90"/>
                </a:lnTo>
                <a:lnTo>
                  <a:pt x="423" y="91"/>
                </a:lnTo>
                <a:lnTo>
                  <a:pt x="424" y="91"/>
                </a:lnTo>
                <a:lnTo>
                  <a:pt x="424" y="92"/>
                </a:lnTo>
                <a:lnTo>
                  <a:pt x="425" y="92"/>
                </a:lnTo>
                <a:lnTo>
                  <a:pt x="425" y="93"/>
                </a:lnTo>
                <a:lnTo>
                  <a:pt x="425" y="94"/>
                </a:lnTo>
                <a:lnTo>
                  <a:pt x="425" y="95"/>
                </a:lnTo>
                <a:lnTo>
                  <a:pt x="425" y="96"/>
                </a:lnTo>
                <a:lnTo>
                  <a:pt x="426" y="96"/>
                </a:lnTo>
                <a:lnTo>
                  <a:pt x="427" y="97"/>
                </a:lnTo>
                <a:lnTo>
                  <a:pt x="428" y="98"/>
                </a:lnTo>
                <a:lnTo>
                  <a:pt x="429" y="98"/>
                </a:lnTo>
                <a:lnTo>
                  <a:pt x="429" y="99"/>
                </a:lnTo>
                <a:lnTo>
                  <a:pt x="429" y="100"/>
                </a:lnTo>
                <a:lnTo>
                  <a:pt x="430" y="100"/>
                </a:lnTo>
                <a:lnTo>
                  <a:pt x="430" y="99"/>
                </a:lnTo>
                <a:lnTo>
                  <a:pt x="430" y="100"/>
                </a:lnTo>
                <a:lnTo>
                  <a:pt x="430" y="101"/>
                </a:lnTo>
                <a:lnTo>
                  <a:pt x="430" y="102"/>
                </a:lnTo>
                <a:lnTo>
                  <a:pt x="430" y="103"/>
                </a:lnTo>
                <a:lnTo>
                  <a:pt x="431" y="105"/>
                </a:lnTo>
                <a:lnTo>
                  <a:pt x="431" y="106"/>
                </a:lnTo>
                <a:lnTo>
                  <a:pt x="432" y="106"/>
                </a:lnTo>
                <a:lnTo>
                  <a:pt x="433" y="106"/>
                </a:lnTo>
                <a:lnTo>
                  <a:pt x="434" y="106"/>
                </a:lnTo>
                <a:lnTo>
                  <a:pt x="435" y="107"/>
                </a:lnTo>
                <a:lnTo>
                  <a:pt x="436" y="107"/>
                </a:lnTo>
                <a:lnTo>
                  <a:pt x="436" y="108"/>
                </a:lnTo>
                <a:lnTo>
                  <a:pt x="437" y="108"/>
                </a:lnTo>
                <a:lnTo>
                  <a:pt x="438" y="107"/>
                </a:lnTo>
                <a:lnTo>
                  <a:pt x="439" y="108"/>
                </a:lnTo>
                <a:lnTo>
                  <a:pt x="438" y="109"/>
                </a:lnTo>
                <a:lnTo>
                  <a:pt x="438" y="110"/>
                </a:lnTo>
                <a:lnTo>
                  <a:pt x="438" y="111"/>
                </a:lnTo>
                <a:lnTo>
                  <a:pt x="439" y="112"/>
                </a:lnTo>
                <a:lnTo>
                  <a:pt x="440" y="113"/>
                </a:lnTo>
                <a:lnTo>
                  <a:pt x="439" y="114"/>
                </a:lnTo>
                <a:lnTo>
                  <a:pt x="438" y="114"/>
                </a:lnTo>
                <a:lnTo>
                  <a:pt x="438" y="115"/>
                </a:lnTo>
                <a:lnTo>
                  <a:pt x="438" y="116"/>
                </a:lnTo>
                <a:lnTo>
                  <a:pt x="437" y="116"/>
                </a:lnTo>
                <a:lnTo>
                  <a:pt x="436" y="116"/>
                </a:lnTo>
                <a:lnTo>
                  <a:pt x="435" y="117"/>
                </a:lnTo>
                <a:lnTo>
                  <a:pt x="435" y="118"/>
                </a:lnTo>
                <a:lnTo>
                  <a:pt x="436" y="118"/>
                </a:lnTo>
                <a:lnTo>
                  <a:pt x="437" y="118"/>
                </a:lnTo>
                <a:lnTo>
                  <a:pt x="438" y="118"/>
                </a:lnTo>
                <a:lnTo>
                  <a:pt x="439" y="119"/>
                </a:lnTo>
                <a:lnTo>
                  <a:pt x="440" y="119"/>
                </a:lnTo>
                <a:lnTo>
                  <a:pt x="441" y="119"/>
                </a:lnTo>
                <a:lnTo>
                  <a:pt x="441" y="120"/>
                </a:lnTo>
                <a:lnTo>
                  <a:pt x="442" y="121"/>
                </a:lnTo>
                <a:lnTo>
                  <a:pt x="443" y="122"/>
                </a:lnTo>
                <a:lnTo>
                  <a:pt x="442" y="122"/>
                </a:lnTo>
                <a:lnTo>
                  <a:pt x="442" y="123"/>
                </a:lnTo>
                <a:lnTo>
                  <a:pt x="442" y="124"/>
                </a:lnTo>
                <a:lnTo>
                  <a:pt x="442" y="125"/>
                </a:lnTo>
                <a:lnTo>
                  <a:pt x="443" y="125"/>
                </a:lnTo>
                <a:lnTo>
                  <a:pt x="443" y="126"/>
                </a:lnTo>
                <a:lnTo>
                  <a:pt x="444" y="126"/>
                </a:lnTo>
                <a:lnTo>
                  <a:pt x="443" y="126"/>
                </a:lnTo>
                <a:lnTo>
                  <a:pt x="443" y="127"/>
                </a:lnTo>
                <a:lnTo>
                  <a:pt x="442" y="127"/>
                </a:lnTo>
                <a:lnTo>
                  <a:pt x="442" y="128"/>
                </a:lnTo>
                <a:lnTo>
                  <a:pt x="443" y="129"/>
                </a:lnTo>
                <a:lnTo>
                  <a:pt x="443" y="130"/>
                </a:lnTo>
                <a:lnTo>
                  <a:pt x="443" y="131"/>
                </a:lnTo>
                <a:lnTo>
                  <a:pt x="443" y="132"/>
                </a:lnTo>
                <a:lnTo>
                  <a:pt x="444" y="133"/>
                </a:lnTo>
                <a:lnTo>
                  <a:pt x="444" y="134"/>
                </a:lnTo>
                <a:lnTo>
                  <a:pt x="445" y="134"/>
                </a:lnTo>
                <a:lnTo>
                  <a:pt x="447" y="134"/>
                </a:lnTo>
                <a:lnTo>
                  <a:pt x="447" y="133"/>
                </a:lnTo>
                <a:lnTo>
                  <a:pt x="448" y="133"/>
                </a:lnTo>
                <a:lnTo>
                  <a:pt x="448" y="132"/>
                </a:lnTo>
                <a:lnTo>
                  <a:pt x="448" y="131"/>
                </a:lnTo>
                <a:lnTo>
                  <a:pt x="449" y="131"/>
                </a:lnTo>
                <a:lnTo>
                  <a:pt x="450" y="131"/>
                </a:lnTo>
                <a:lnTo>
                  <a:pt x="451" y="131"/>
                </a:lnTo>
                <a:lnTo>
                  <a:pt x="452" y="130"/>
                </a:lnTo>
                <a:lnTo>
                  <a:pt x="453" y="130"/>
                </a:lnTo>
                <a:lnTo>
                  <a:pt x="454" y="130"/>
                </a:lnTo>
                <a:lnTo>
                  <a:pt x="457" y="130"/>
                </a:lnTo>
                <a:lnTo>
                  <a:pt x="457" y="129"/>
                </a:lnTo>
                <a:lnTo>
                  <a:pt x="458" y="129"/>
                </a:lnTo>
                <a:lnTo>
                  <a:pt x="459" y="129"/>
                </a:lnTo>
                <a:lnTo>
                  <a:pt x="460" y="130"/>
                </a:lnTo>
                <a:lnTo>
                  <a:pt x="460" y="129"/>
                </a:lnTo>
                <a:lnTo>
                  <a:pt x="461" y="129"/>
                </a:lnTo>
                <a:lnTo>
                  <a:pt x="463" y="129"/>
                </a:lnTo>
                <a:lnTo>
                  <a:pt x="464" y="129"/>
                </a:lnTo>
                <a:lnTo>
                  <a:pt x="465" y="130"/>
                </a:lnTo>
                <a:lnTo>
                  <a:pt x="466" y="130"/>
                </a:lnTo>
                <a:lnTo>
                  <a:pt x="470" y="130"/>
                </a:lnTo>
                <a:lnTo>
                  <a:pt x="471" y="129"/>
                </a:lnTo>
                <a:lnTo>
                  <a:pt x="472" y="130"/>
                </a:lnTo>
                <a:lnTo>
                  <a:pt x="473" y="131"/>
                </a:lnTo>
                <a:lnTo>
                  <a:pt x="474" y="131"/>
                </a:lnTo>
                <a:lnTo>
                  <a:pt x="475" y="132"/>
                </a:lnTo>
                <a:lnTo>
                  <a:pt x="477" y="132"/>
                </a:lnTo>
                <a:lnTo>
                  <a:pt x="478" y="132"/>
                </a:lnTo>
                <a:lnTo>
                  <a:pt x="479" y="132"/>
                </a:lnTo>
                <a:lnTo>
                  <a:pt x="480" y="131"/>
                </a:lnTo>
                <a:lnTo>
                  <a:pt x="480" y="130"/>
                </a:lnTo>
                <a:lnTo>
                  <a:pt x="480" y="129"/>
                </a:lnTo>
                <a:lnTo>
                  <a:pt x="481" y="129"/>
                </a:lnTo>
                <a:lnTo>
                  <a:pt x="482" y="128"/>
                </a:lnTo>
                <a:lnTo>
                  <a:pt x="483" y="128"/>
                </a:lnTo>
                <a:lnTo>
                  <a:pt x="484" y="128"/>
                </a:lnTo>
                <a:lnTo>
                  <a:pt x="484" y="127"/>
                </a:lnTo>
                <a:lnTo>
                  <a:pt x="485" y="127"/>
                </a:lnTo>
                <a:lnTo>
                  <a:pt x="485" y="128"/>
                </a:lnTo>
                <a:lnTo>
                  <a:pt x="486" y="127"/>
                </a:lnTo>
                <a:lnTo>
                  <a:pt x="487" y="126"/>
                </a:lnTo>
                <a:lnTo>
                  <a:pt x="487" y="128"/>
                </a:lnTo>
                <a:lnTo>
                  <a:pt x="486" y="128"/>
                </a:lnTo>
                <a:lnTo>
                  <a:pt x="486" y="129"/>
                </a:lnTo>
                <a:lnTo>
                  <a:pt x="487" y="131"/>
                </a:lnTo>
                <a:lnTo>
                  <a:pt x="488" y="131"/>
                </a:lnTo>
                <a:lnTo>
                  <a:pt x="488" y="132"/>
                </a:lnTo>
                <a:lnTo>
                  <a:pt x="488" y="133"/>
                </a:lnTo>
                <a:lnTo>
                  <a:pt x="489" y="134"/>
                </a:lnTo>
                <a:lnTo>
                  <a:pt x="490" y="134"/>
                </a:lnTo>
                <a:lnTo>
                  <a:pt x="491" y="134"/>
                </a:lnTo>
                <a:lnTo>
                  <a:pt x="491" y="135"/>
                </a:lnTo>
                <a:lnTo>
                  <a:pt x="492" y="135"/>
                </a:lnTo>
                <a:lnTo>
                  <a:pt x="493" y="134"/>
                </a:lnTo>
                <a:lnTo>
                  <a:pt x="494" y="134"/>
                </a:lnTo>
                <a:lnTo>
                  <a:pt x="495" y="135"/>
                </a:lnTo>
                <a:lnTo>
                  <a:pt x="495" y="134"/>
                </a:lnTo>
                <a:lnTo>
                  <a:pt x="496" y="134"/>
                </a:lnTo>
                <a:lnTo>
                  <a:pt x="496" y="133"/>
                </a:lnTo>
                <a:lnTo>
                  <a:pt x="497" y="134"/>
                </a:lnTo>
                <a:lnTo>
                  <a:pt x="498" y="134"/>
                </a:lnTo>
                <a:lnTo>
                  <a:pt x="499" y="134"/>
                </a:lnTo>
                <a:lnTo>
                  <a:pt x="500" y="134"/>
                </a:lnTo>
                <a:lnTo>
                  <a:pt x="501" y="134"/>
                </a:lnTo>
                <a:lnTo>
                  <a:pt x="503" y="134"/>
                </a:lnTo>
                <a:lnTo>
                  <a:pt x="503" y="135"/>
                </a:lnTo>
                <a:lnTo>
                  <a:pt x="504" y="135"/>
                </a:lnTo>
                <a:lnTo>
                  <a:pt x="505" y="135"/>
                </a:lnTo>
                <a:lnTo>
                  <a:pt x="506" y="135"/>
                </a:lnTo>
                <a:lnTo>
                  <a:pt x="507" y="135"/>
                </a:lnTo>
                <a:lnTo>
                  <a:pt x="508" y="135"/>
                </a:lnTo>
                <a:lnTo>
                  <a:pt x="510" y="135"/>
                </a:lnTo>
                <a:lnTo>
                  <a:pt x="511" y="135"/>
                </a:lnTo>
                <a:lnTo>
                  <a:pt x="512" y="135"/>
                </a:lnTo>
                <a:lnTo>
                  <a:pt x="513" y="135"/>
                </a:lnTo>
                <a:lnTo>
                  <a:pt x="514" y="135"/>
                </a:lnTo>
                <a:lnTo>
                  <a:pt x="515" y="135"/>
                </a:lnTo>
                <a:lnTo>
                  <a:pt x="517" y="136"/>
                </a:lnTo>
                <a:lnTo>
                  <a:pt x="519" y="136"/>
                </a:lnTo>
                <a:lnTo>
                  <a:pt x="520" y="135"/>
                </a:lnTo>
                <a:lnTo>
                  <a:pt x="520" y="134"/>
                </a:lnTo>
                <a:lnTo>
                  <a:pt x="521" y="134"/>
                </a:lnTo>
                <a:lnTo>
                  <a:pt x="522" y="134"/>
                </a:lnTo>
                <a:lnTo>
                  <a:pt x="523" y="136"/>
                </a:lnTo>
                <a:lnTo>
                  <a:pt x="523" y="137"/>
                </a:lnTo>
                <a:lnTo>
                  <a:pt x="522" y="138"/>
                </a:lnTo>
                <a:lnTo>
                  <a:pt x="522" y="139"/>
                </a:lnTo>
                <a:lnTo>
                  <a:pt x="521" y="139"/>
                </a:lnTo>
                <a:lnTo>
                  <a:pt x="520" y="139"/>
                </a:lnTo>
                <a:lnTo>
                  <a:pt x="519" y="141"/>
                </a:lnTo>
                <a:lnTo>
                  <a:pt x="519" y="142"/>
                </a:lnTo>
                <a:lnTo>
                  <a:pt x="520" y="142"/>
                </a:lnTo>
                <a:lnTo>
                  <a:pt x="519" y="142"/>
                </a:lnTo>
                <a:lnTo>
                  <a:pt x="519" y="143"/>
                </a:lnTo>
                <a:lnTo>
                  <a:pt x="518" y="143"/>
                </a:lnTo>
                <a:lnTo>
                  <a:pt x="517" y="143"/>
                </a:lnTo>
                <a:lnTo>
                  <a:pt x="517" y="142"/>
                </a:lnTo>
                <a:lnTo>
                  <a:pt x="517" y="143"/>
                </a:lnTo>
                <a:lnTo>
                  <a:pt x="516" y="143"/>
                </a:lnTo>
                <a:lnTo>
                  <a:pt x="516" y="144"/>
                </a:lnTo>
                <a:lnTo>
                  <a:pt x="517" y="145"/>
                </a:lnTo>
                <a:lnTo>
                  <a:pt x="518" y="145"/>
                </a:lnTo>
                <a:lnTo>
                  <a:pt x="518" y="146"/>
                </a:lnTo>
                <a:lnTo>
                  <a:pt x="517" y="146"/>
                </a:lnTo>
                <a:lnTo>
                  <a:pt x="514" y="148"/>
                </a:lnTo>
                <a:lnTo>
                  <a:pt x="514" y="149"/>
                </a:lnTo>
                <a:lnTo>
                  <a:pt x="514" y="150"/>
                </a:lnTo>
                <a:lnTo>
                  <a:pt x="513" y="150"/>
                </a:lnTo>
                <a:lnTo>
                  <a:pt x="513" y="151"/>
                </a:lnTo>
                <a:lnTo>
                  <a:pt x="512" y="151"/>
                </a:lnTo>
                <a:lnTo>
                  <a:pt x="511" y="151"/>
                </a:lnTo>
                <a:lnTo>
                  <a:pt x="510" y="152"/>
                </a:lnTo>
                <a:lnTo>
                  <a:pt x="509" y="152"/>
                </a:lnTo>
                <a:lnTo>
                  <a:pt x="508" y="152"/>
                </a:lnTo>
                <a:lnTo>
                  <a:pt x="508" y="154"/>
                </a:lnTo>
                <a:lnTo>
                  <a:pt x="508" y="155"/>
                </a:lnTo>
                <a:lnTo>
                  <a:pt x="508" y="156"/>
                </a:lnTo>
                <a:lnTo>
                  <a:pt x="508" y="157"/>
                </a:lnTo>
                <a:lnTo>
                  <a:pt x="507" y="157"/>
                </a:lnTo>
                <a:lnTo>
                  <a:pt x="507" y="158"/>
                </a:lnTo>
                <a:lnTo>
                  <a:pt x="506" y="158"/>
                </a:lnTo>
                <a:lnTo>
                  <a:pt x="505" y="157"/>
                </a:lnTo>
                <a:lnTo>
                  <a:pt x="505" y="158"/>
                </a:lnTo>
                <a:lnTo>
                  <a:pt x="504" y="159"/>
                </a:lnTo>
                <a:lnTo>
                  <a:pt x="503" y="159"/>
                </a:lnTo>
                <a:lnTo>
                  <a:pt x="502" y="159"/>
                </a:lnTo>
                <a:lnTo>
                  <a:pt x="501" y="158"/>
                </a:lnTo>
                <a:lnTo>
                  <a:pt x="500" y="158"/>
                </a:lnTo>
                <a:lnTo>
                  <a:pt x="499" y="158"/>
                </a:lnTo>
                <a:lnTo>
                  <a:pt x="499" y="157"/>
                </a:lnTo>
                <a:lnTo>
                  <a:pt x="497" y="157"/>
                </a:lnTo>
                <a:lnTo>
                  <a:pt x="497" y="158"/>
                </a:lnTo>
                <a:lnTo>
                  <a:pt x="496" y="158"/>
                </a:lnTo>
                <a:lnTo>
                  <a:pt x="496" y="159"/>
                </a:lnTo>
                <a:lnTo>
                  <a:pt x="495" y="160"/>
                </a:lnTo>
                <a:lnTo>
                  <a:pt x="495" y="162"/>
                </a:lnTo>
                <a:lnTo>
                  <a:pt x="495" y="163"/>
                </a:lnTo>
                <a:lnTo>
                  <a:pt x="496" y="164"/>
                </a:lnTo>
                <a:lnTo>
                  <a:pt x="497" y="164"/>
                </a:lnTo>
                <a:lnTo>
                  <a:pt x="497" y="163"/>
                </a:lnTo>
                <a:lnTo>
                  <a:pt x="498" y="164"/>
                </a:lnTo>
                <a:lnTo>
                  <a:pt x="499" y="164"/>
                </a:lnTo>
                <a:lnTo>
                  <a:pt x="500" y="164"/>
                </a:lnTo>
                <a:lnTo>
                  <a:pt x="500" y="165"/>
                </a:lnTo>
                <a:lnTo>
                  <a:pt x="500" y="164"/>
                </a:lnTo>
                <a:lnTo>
                  <a:pt x="501" y="164"/>
                </a:lnTo>
                <a:lnTo>
                  <a:pt x="502" y="165"/>
                </a:lnTo>
                <a:lnTo>
                  <a:pt x="503" y="165"/>
                </a:lnTo>
                <a:lnTo>
                  <a:pt x="502" y="165"/>
                </a:lnTo>
                <a:lnTo>
                  <a:pt x="502" y="167"/>
                </a:lnTo>
                <a:lnTo>
                  <a:pt x="501" y="167"/>
                </a:lnTo>
                <a:lnTo>
                  <a:pt x="501" y="169"/>
                </a:lnTo>
                <a:lnTo>
                  <a:pt x="500" y="169"/>
                </a:lnTo>
                <a:lnTo>
                  <a:pt x="499" y="169"/>
                </a:lnTo>
                <a:lnTo>
                  <a:pt x="498" y="170"/>
                </a:lnTo>
                <a:lnTo>
                  <a:pt x="496" y="170"/>
                </a:lnTo>
                <a:lnTo>
                  <a:pt x="495" y="170"/>
                </a:lnTo>
                <a:lnTo>
                  <a:pt x="495" y="169"/>
                </a:lnTo>
                <a:lnTo>
                  <a:pt x="494" y="169"/>
                </a:lnTo>
                <a:lnTo>
                  <a:pt x="493" y="169"/>
                </a:lnTo>
                <a:lnTo>
                  <a:pt x="492" y="169"/>
                </a:lnTo>
                <a:lnTo>
                  <a:pt x="491" y="170"/>
                </a:lnTo>
                <a:lnTo>
                  <a:pt x="491" y="171"/>
                </a:lnTo>
                <a:lnTo>
                  <a:pt x="491" y="172"/>
                </a:lnTo>
                <a:lnTo>
                  <a:pt x="491" y="173"/>
                </a:lnTo>
                <a:lnTo>
                  <a:pt x="490" y="173"/>
                </a:lnTo>
                <a:lnTo>
                  <a:pt x="491" y="174"/>
                </a:lnTo>
                <a:lnTo>
                  <a:pt x="491" y="175"/>
                </a:lnTo>
                <a:lnTo>
                  <a:pt x="491" y="176"/>
                </a:lnTo>
                <a:lnTo>
                  <a:pt x="490" y="178"/>
                </a:lnTo>
                <a:lnTo>
                  <a:pt x="490" y="179"/>
                </a:lnTo>
                <a:lnTo>
                  <a:pt x="490" y="180"/>
                </a:lnTo>
                <a:lnTo>
                  <a:pt x="489" y="180"/>
                </a:lnTo>
                <a:lnTo>
                  <a:pt x="489" y="181"/>
                </a:lnTo>
                <a:lnTo>
                  <a:pt x="488" y="181"/>
                </a:lnTo>
                <a:lnTo>
                  <a:pt x="488" y="182"/>
                </a:lnTo>
                <a:lnTo>
                  <a:pt x="487" y="183"/>
                </a:lnTo>
                <a:lnTo>
                  <a:pt x="487" y="184"/>
                </a:lnTo>
                <a:lnTo>
                  <a:pt x="487" y="185"/>
                </a:lnTo>
                <a:lnTo>
                  <a:pt x="487" y="186"/>
                </a:lnTo>
                <a:lnTo>
                  <a:pt x="488" y="186"/>
                </a:lnTo>
                <a:lnTo>
                  <a:pt x="489" y="187"/>
                </a:lnTo>
                <a:lnTo>
                  <a:pt x="490" y="187"/>
                </a:lnTo>
                <a:lnTo>
                  <a:pt x="490" y="188"/>
                </a:lnTo>
                <a:lnTo>
                  <a:pt x="491" y="188"/>
                </a:lnTo>
                <a:lnTo>
                  <a:pt x="492" y="188"/>
                </a:lnTo>
                <a:lnTo>
                  <a:pt x="492" y="189"/>
                </a:lnTo>
                <a:lnTo>
                  <a:pt x="492" y="190"/>
                </a:lnTo>
                <a:lnTo>
                  <a:pt x="491" y="190"/>
                </a:lnTo>
                <a:lnTo>
                  <a:pt x="491" y="191"/>
                </a:lnTo>
                <a:lnTo>
                  <a:pt x="492" y="190"/>
                </a:lnTo>
                <a:lnTo>
                  <a:pt x="493" y="190"/>
                </a:lnTo>
                <a:lnTo>
                  <a:pt x="493" y="191"/>
                </a:lnTo>
                <a:lnTo>
                  <a:pt x="495" y="191"/>
                </a:lnTo>
                <a:lnTo>
                  <a:pt x="496" y="191"/>
                </a:lnTo>
                <a:lnTo>
                  <a:pt x="496" y="192"/>
                </a:lnTo>
                <a:lnTo>
                  <a:pt x="497" y="193"/>
                </a:lnTo>
                <a:lnTo>
                  <a:pt x="497" y="194"/>
                </a:lnTo>
                <a:lnTo>
                  <a:pt x="499" y="195"/>
                </a:lnTo>
                <a:lnTo>
                  <a:pt x="499" y="196"/>
                </a:lnTo>
                <a:lnTo>
                  <a:pt x="500" y="196"/>
                </a:lnTo>
                <a:lnTo>
                  <a:pt x="501" y="196"/>
                </a:lnTo>
                <a:lnTo>
                  <a:pt x="501" y="197"/>
                </a:lnTo>
                <a:lnTo>
                  <a:pt x="502" y="197"/>
                </a:lnTo>
                <a:lnTo>
                  <a:pt x="503" y="197"/>
                </a:lnTo>
                <a:lnTo>
                  <a:pt x="505" y="198"/>
                </a:lnTo>
                <a:lnTo>
                  <a:pt x="505" y="199"/>
                </a:lnTo>
                <a:lnTo>
                  <a:pt x="505" y="200"/>
                </a:lnTo>
                <a:lnTo>
                  <a:pt x="506" y="200"/>
                </a:lnTo>
                <a:lnTo>
                  <a:pt x="507" y="199"/>
                </a:lnTo>
                <a:lnTo>
                  <a:pt x="507" y="198"/>
                </a:lnTo>
                <a:lnTo>
                  <a:pt x="508" y="198"/>
                </a:lnTo>
                <a:lnTo>
                  <a:pt x="509" y="199"/>
                </a:lnTo>
                <a:lnTo>
                  <a:pt x="510" y="200"/>
                </a:lnTo>
                <a:lnTo>
                  <a:pt x="511" y="200"/>
                </a:lnTo>
                <a:lnTo>
                  <a:pt x="512" y="199"/>
                </a:lnTo>
                <a:lnTo>
                  <a:pt x="513" y="198"/>
                </a:lnTo>
                <a:lnTo>
                  <a:pt x="514" y="197"/>
                </a:lnTo>
                <a:lnTo>
                  <a:pt x="515" y="197"/>
                </a:lnTo>
                <a:lnTo>
                  <a:pt x="517" y="197"/>
                </a:lnTo>
                <a:lnTo>
                  <a:pt x="517" y="199"/>
                </a:lnTo>
                <a:lnTo>
                  <a:pt x="517" y="200"/>
                </a:lnTo>
                <a:lnTo>
                  <a:pt x="516" y="201"/>
                </a:lnTo>
                <a:lnTo>
                  <a:pt x="515" y="201"/>
                </a:lnTo>
                <a:lnTo>
                  <a:pt x="514" y="202"/>
                </a:lnTo>
                <a:lnTo>
                  <a:pt x="514" y="203"/>
                </a:lnTo>
                <a:lnTo>
                  <a:pt x="514" y="204"/>
                </a:lnTo>
                <a:lnTo>
                  <a:pt x="515" y="205"/>
                </a:lnTo>
                <a:lnTo>
                  <a:pt x="515" y="206"/>
                </a:lnTo>
                <a:lnTo>
                  <a:pt x="516" y="206"/>
                </a:lnTo>
                <a:lnTo>
                  <a:pt x="516" y="205"/>
                </a:lnTo>
                <a:lnTo>
                  <a:pt x="517" y="205"/>
                </a:lnTo>
                <a:lnTo>
                  <a:pt x="517" y="206"/>
                </a:lnTo>
                <a:lnTo>
                  <a:pt x="518" y="206"/>
                </a:lnTo>
                <a:lnTo>
                  <a:pt x="520" y="205"/>
                </a:lnTo>
                <a:lnTo>
                  <a:pt x="521" y="206"/>
                </a:lnTo>
                <a:lnTo>
                  <a:pt x="522" y="206"/>
                </a:lnTo>
                <a:lnTo>
                  <a:pt x="522" y="207"/>
                </a:lnTo>
                <a:lnTo>
                  <a:pt x="521" y="207"/>
                </a:lnTo>
                <a:lnTo>
                  <a:pt x="521" y="208"/>
                </a:lnTo>
                <a:lnTo>
                  <a:pt x="520" y="209"/>
                </a:lnTo>
                <a:lnTo>
                  <a:pt x="521" y="209"/>
                </a:lnTo>
                <a:lnTo>
                  <a:pt x="521" y="210"/>
                </a:lnTo>
                <a:lnTo>
                  <a:pt x="522" y="210"/>
                </a:lnTo>
                <a:lnTo>
                  <a:pt x="522" y="211"/>
                </a:lnTo>
                <a:lnTo>
                  <a:pt x="523" y="211"/>
                </a:lnTo>
                <a:lnTo>
                  <a:pt x="523" y="212"/>
                </a:lnTo>
                <a:lnTo>
                  <a:pt x="524" y="212"/>
                </a:lnTo>
                <a:lnTo>
                  <a:pt x="524" y="213"/>
                </a:lnTo>
                <a:lnTo>
                  <a:pt x="525" y="213"/>
                </a:lnTo>
                <a:lnTo>
                  <a:pt x="525" y="212"/>
                </a:lnTo>
                <a:lnTo>
                  <a:pt x="526" y="212"/>
                </a:lnTo>
                <a:lnTo>
                  <a:pt x="527" y="213"/>
                </a:lnTo>
                <a:lnTo>
                  <a:pt x="527" y="214"/>
                </a:lnTo>
                <a:lnTo>
                  <a:pt x="528" y="214"/>
                </a:lnTo>
                <a:lnTo>
                  <a:pt x="529" y="213"/>
                </a:lnTo>
                <a:lnTo>
                  <a:pt x="530" y="213"/>
                </a:lnTo>
                <a:lnTo>
                  <a:pt x="531" y="213"/>
                </a:lnTo>
                <a:lnTo>
                  <a:pt x="532" y="213"/>
                </a:lnTo>
                <a:lnTo>
                  <a:pt x="533" y="212"/>
                </a:lnTo>
                <a:lnTo>
                  <a:pt x="534" y="212"/>
                </a:lnTo>
                <a:lnTo>
                  <a:pt x="535" y="211"/>
                </a:lnTo>
                <a:lnTo>
                  <a:pt x="535" y="212"/>
                </a:lnTo>
                <a:lnTo>
                  <a:pt x="536" y="212"/>
                </a:lnTo>
                <a:lnTo>
                  <a:pt x="535" y="213"/>
                </a:lnTo>
                <a:lnTo>
                  <a:pt x="536" y="214"/>
                </a:lnTo>
                <a:lnTo>
                  <a:pt x="537" y="214"/>
                </a:lnTo>
                <a:lnTo>
                  <a:pt x="537" y="213"/>
                </a:lnTo>
                <a:lnTo>
                  <a:pt x="538" y="212"/>
                </a:lnTo>
                <a:lnTo>
                  <a:pt x="539" y="212"/>
                </a:lnTo>
                <a:lnTo>
                  <a:pt x="540" y="212"/>
                </a:lnTo>
                <a:lnTo>
                  <a:pt x="541" y="213"/>
                </a:lnTo>
                <a:lnTo>
                  <a:pt x="542" y="213"/>
                </a:lnTo>
                <a:lnTo>
                  <a:pt x="543" y="213"/>
                </a:lnTo>
                <a:lnTo>
                  <a:pt x="544" y="213"/>
                </a:lnTo>
                <a:lnTo>
                  <a:pt x="545" y="213"/>
                </a:lnTo>
                <a:lnTo>
                  <a:pt x="545" y="212"/>
                </a:lnTo>
                <a:lnTo>
                  <a:pt x="546" y="212"/>
                </a:lnTo>
                <a:lnTo>
                  <a:pt x="546" y="211"/>
                </a:lnTo>
                <a:lnTo>
                  <a:pt x="547" y="211"/>
                </a:lnTo>
                <a:lnTo>
                  <a:pt x="547" y="212"/>
                </a:lnTo>
                <a:lnTo>
                  <a:pt x="548" y="212"/>
                </a:lnTo>
                <a:lnTo>
                  <a:pt x="548" y="211"/>
                </a:lnTo>
                <a:lnTo>
                  <a:pt x="549" y="211"/>
                </a:lnTo>
                <a:lnTo>
                  <a:pt x="550" y="211"/>
                </a:lnTo>
                <a:lnTo>
                  <a:pt x="550" y="212"/>
                </a:lnTo>
                <a:lnTo>
                  <a:pt x="550" y="213"/>
                </a:lnTo>
                <a:lnTo>
                  <a:pt x="551" y="213"/>
                </a:lnTo>
                <a:lnTo>
                  <a:pt x="552" y="213"/>
                </a:lnTo>
                <a:lnTo>
                  <a:pt x="552" y="214"/>
                </a:lnTo>
                <a:lnTo>
                  <a:pt x="551" y="214"/>
                </a:lnTo>
                <a:lnTo>
                  <a:pt x="550" y="215"/>
                </a:lnTo>
                <a:lnTo>
                  <a:pt x="550" y="216"/>
                </a:lnTo>
                <a:lnTo>
                  <a:pt x="551" y="216"/>
                </a:lnTo>
                <a:lnTo>
                  <a:pt x="551" y="218"/>
                </a:lnTo>
                <a:lnTo>
                  <a:pt x="552" y="219"/>
                </a:lnTo>
                <a:lnTo>
                  <a:pt x="553" y="219"/>
                </a:lnTo>
                <a:lnTo>
                  <a:pt x="554" y="219"/>
                </a:lnTo>
                <a:lnTo>
                  <a:pt x="554" y="220"/>
                </a:lnTo>
                <a:lnTo>
                  <a:pt x="555" y="220"/>
                </a:lnTo>
                <a:lnTo>
                  <a:pt x="555" y="222"/>
                </a:lnTo>
                <a:lnTo>
                  <a:pt x="554" y="223"/>
                </a:lnTo>
                <a:lnTo>
                  <a:pt x="554" y="224"/>
                </a:lnTo>
                <a:lnTo>
                  <a:pt x="554" y="225"/>
                </a:lnTo>
                <a:lnTo>
                  <a:pt x="554" y="226"/>
                </a:lnTo>
                <a:lnTo>
                  <a:pt x="554" y="227"/>
                </a:lnTo>
                <a:lnTo>
                  <a:pt x="554" y="228"/>
                </a:lnTo>
                <a:lnTo>
                  <a:pt x="553" y="228"/>
                </a:lnTo>
                <a:lnTo>
                  <a:pt x="553" y="229"/>
                </a:lnTo>
                <a:lnTo>
                  <a:pt x="554" y="230"/>
                </a:lnTo>
                <a:lnTo>
                  <a:pt x="555" y="230"/>
                </a:lnTo>
                <a:lnTo>
                  <a:pt x="555" y="231"/>
                </a:lnTo>
                <a:lnTo>
                  <a:pt x="554" y="231"/>
                </a:lnTo>
                <a:lnTo>
                  <a:pt x="554" y="232"/>
                </a:lnTo>
                <a:lnTo>
                  <a:pt x="554" y="233"/>
                </a:lnTo>
                <a:lnTo>
                  <a:pt x="555" y="233"/>
                </a:lnTo>
                <a:lnTo>
                  <a:pt x="555" y="234"/>
                </a:lnTo>
                <a:lnTo>
                  <a:pt x="556" y="234"/>
                </a:lnTo>
                <a:lnTo>
                  <a:pt x="556" y="235"/>
                </a:lnTo>
                <a:lnTo>
                  <a:pt x="556" y="236"/>
                </a:lnTo>
                <a:lnTo>
                  <a:pt x="556" y="237"/>
                </a:lnTo>
                <a:lnTo>
                  <a:pt x="557" y="237"/>
                </a:lnTo>
                <a:lnTo>
                  <a:pt x="558" y="238"/>
                </a:lnTo>
                <a:lnTo>
                  <a:pt x="559" y="238"/>
                </a:lnTo>
                <a:lnTo>
                  <a:pt x="559" y="240"/>
                </a:lnTo>
                <a:lnTo>
                  <a:pt x="559" y="241"/>
                </a:lnTo>
                <a:lnTo>
                  <a:pt x="558" y="242"/>
                </a:lnTo>
                <a:lnTo>
                  <a:pt x="557" y="243"/>
                </a:lnTo>
                <a:lnTo>
                  <a:pt x="557" y="244"/>
                </a:lnTo>
                <a:lnTo>
                  <a:pt x="557" y="245"/>
                </a:lnTo>
                <a:lnTo>
                  <a:pt x="558" y="244"/>
                </a:lnTo>
                <a:lnTo>
                  <a:pt x="559" y="244"/>
                </a:lnTo>
                <a:lnTo>
                  <a:pt x="560" y="244"/>
                </a:lnTo>
                <a:lnTo>
                  <a:pt x="560" y="243"/>
                </a:lnTo>
                <a:lnTo>
                  <a:pt x="561" y="243"/>
                </a:lnTo>
                <a:lnTo>
                  <a:pt x="562" y="244"/>
                </a:lnTo>
                <a:lnTo>
                  <a:pt x="562" y="245"/>
                </a:lnTo>
                <a:lnTo>
                  <a:pt x="563" y="246"/>
                </a:lnTo>
                <a:lnTo>
                  <a:pt x="564" y="246"/>
                </a:lnTo>
                <a:lnTo>
                  <a:pt x="564" y="247"/>
                </a:lnTo>
                <a:lnTo>
                  <a:pt x="565" y="247"/>
                </a:lnTo>
                <a:lnTo>
                  <a:pt x="565" y="248"/>
                </a:lnTo>
                <a:lnTo>
                  <a:pt x="566" y="247"/>
                </a:lnTo>
                <a:lnTo>
                  <a:pt x="565" y="247"/>
                </a:lnTo>
                <a:lnTo>
                  <a:pt x="566" y="247"/>
                </a:lnTo>
                <a:lnTo>
                  <a:pt x="566" y="246"/>
                </a:lnTo>
                <a:lnTo>
                  <a:pt x="568" y="246"/>
                </a:lnTo>
                <a:lnTo>
                  <a:pt x="568" y="248"/>
                </a:lnTo>
                <a:lnTo>
                  <a:pt x="568" y="249"/>
                </a:lnTo>
                <a:lnTo>
                  <a:pt x="568" y="250"/>
                </a:lnTo>
                <a:lnTo>
                  <a:pt x="569" y="252"/>
                </a:lnTo>
                <a:lnTo>
                  <a:pt x="569" y="253"/>
                </a:lnTo>
                <a:lnTo>
                  <a:pt x="569" y="254"/>
                </a:lnTo>
                <a:lnTo>
                  <a:pt x="568" y="255"/>
                </a:lnTo>
                <a:lnTo>
                  <a:pt x="568" y="256"/>
                </a:lnTo>
                <a:lnTo>
                  <a:pt x="567" y="256"/>
                </a:lnTo>
                <a:lnTo>
                  <a:pt x="567" y="257"/>
                </a:lnTo>
                <a:lnTo>
                  <a:pt x="569" y="258"/>
                </a:lnTo>
                <a:lnTo>
                  <a:pt x="569" y="259"/>
                </a:lnTo>
                <a:lnTo>
                  <a:pt x="570" y="259"/>
                </a:lnTo>
                <a:lnTo>
                  <a:pt x="570" y="260"/>
                </a:lnTo>
                <a:lnTo>
                  <a:pt x="569" y="260"/>
                </a:lnTo>
                <a:lnTo>
                  <a:pt x="569" y="261"/>
                </a:lnTo>
                <a:lnTo>
                  <a:pt x="570" y="263"/>
                </a:lnTo>
                <a:lnTo>
                  <a:pt x="570" y="262"/>
                </a:lnTo>
                <a:lnTo>
                  <a:pt x="571" y="263"/>
                </a:lnTo>
                <a:lnTo>
                  <a:pt x="572" y="264"/>
                </a:lnTo>
                <a:lnTo>
                  <a:pt x="573" y="263"/>
                </a:lnTo>
                <a:lnTo>
                  <a:pt x="574" y="263"/>
                </a:lnTo>
                <a:lnTo>
                  <a:pt x="574" y="262"/>
                </a:lnTo>
                <a:lnTo>
                  <a:pt x="575" y="263"/>
                </a:lnTo>
                <a:lnTo>
                  <a:pt x="576" y="263"/>
                </a:lnTo>
                <a:lnTo>
                  <a:pt x="577" y="264"/>
                </a:lnTo>
                <a:lnTo>
                  <a:pt x="577" y="266"/>
                </a:lnTo>
                <a:lnTo>
                  <a:pt x="576" y="267"/>
                </a:lnTo>
                <a:lnTo>
                  <a:pt x="577" y="267"/>
                </a:lnTo>
                <a:lnTo>
                  <a:pt x="577" y="268"/>
                </a:lnTo>
                <a:lnTo>
                  <a:pt x="577" y="269"/>
                </a:lnTo>
                <a:lnTo>
                  <a:pt x="576" y="269"/>
                </a:lnTo>
                <a:lnTo>
                  <a:pt x="575" y="269"/>
                </a:lnTo>
                <a:lnTo>
                  <a:pt x="574" y="269"/>
                </a:lnTo>
                <a:lnTo>
                  <a:pt x="574" y="270"/>
                </a:lnTo>
                <a:lnTo>
                  <a:pt x="573" y="270"/>
                </a:lnTo>
                <a:lnTo>
                  <a:pt x="573" y="271"/>
                </a:lnTo>
                <a:lnTo>
                  <a:pt x="572" y="272"/>
                </a:lnTo>
                <a:lnTo>
                  <a:pt x="571" y="272"/>
                </a:lnTo>
                <a:lnTo>
                  <a:pt x="569" y="272"/>
                </a:lnTo>
                <a:lnTo>
                  <a:pt x="568" y="273"/>
                </a:lnTo>
                <a:lnTo>
                  <a:pt x="567" y="273"/>
                </a:lnTo>
                <a:lnTo>
                  <a:pt x="565" y="273"/>
                </a:lnTo>
                <a:lnTo>
                  <a:pt x="565" y="274"/>
                </a:lnTo>
                <a:lnTo>
                  <a:pt x="564" y="274"/>
                </a:lnTo>
                <a:lnTo>
                  <a:pt x="563" y="274"/>
                </a:lnTo>
                <a:lnTo>
                  <a:pt x="563" y="275"/>
                </a:lnTo>
                <a:lnTo>
                  <a:pt x="562" y="275"/>
                </a:lnTo>
                <a:lnTo>
                  <a:pt x="562" y="274"/>
                </a:lnTo>
                <a:lnTo>
                  <a:pt x="560" y="275"/>
                </a:lnTo>
                <a:lnTo>
                  <a:pt x="559" y="275"/>
                </a:lnTo>
                <a:lnTo>
                  <a:pt x="558" y="275"/>
                </a:lnTo>
                <a:lnTo>
                  <a:pt x="557" y="276"/>
                </a:lnTo>
                <a:lnTo>
                  <a:pt x="557" y="277"/>
                </a:lnTo>
                <a:lnTo>
                  <a:pt x="556" y="277"/>
                </a:lnTo>
                <a:lnTo>
                  <a:pt x="555" y="277"/>
                </a:lnTo>
                <a:lnTo>
                  <a:pt x="554" y="277"/>
                </a:lnTo>
                <a:lnTo>
                  <a:pt x="554" y="278"/>
                </a:lnTo>
                <a:lnTo>
                  <a:pt x="553" y="278"/>
                </a:lnTo>
                <a:lnTo>
                  <a:pt x="553" y="277"/>
                </a:lnTo>
                <a:lnTo>
                  <a:pt x="552" y="277"/>
                </a:lnTo>
                <a:lnTo>
                  <a:pt x="551" y="277"/>
                </a:lnTo>
                <a:lnTo>
                  <a:pt x="550" y="278"/>
                </a:lnTo>
                <a:lnTo>
                  <a:pt x="549" y="279"/>
                </a:lnTo>
                <a:lnTo>
                  <a:pt x="549" y="280"/>
                </a:lnTo>
                <a:lnTo>
                  <a:pt x="548" y="281"/>
                </a:lnTo>
                <a:lnTo>
                  <a:pt x="548" y="283"/>
                </a:lnTo>
                <a:lnTo>
                  <a:pt x="547" y="284"/>
                </a:lnTo>
                <a:lnTo>
                  <a:pt x="547" y="285"/>
                </a:lnTo>
                <a:lnTo>
                  <a:pt x="548" y="285"/>
                </a:lnTo>
                <a:lnTo>
                  <a:pt x="548" y="284"/>
                </a:lnTo>
                <a:lnTo>
                  <a:pt x="548" y="285"/>
                </a:lnTo>
                <a:lnTo>
                  <a:pt x="549" y="285"/>
                </a:lnTo>
                <a:lnTo>
                  <a:pt x="549" y="286"/>
                </a:lnTo>
                <a:lnTo>
                  <a:pt x="549" y="287"/>
                </a:lnTo>
                <a:lnTo>
                  <a:pt x="548" y="287"/>
                </a:lnTo>
                <a:lnTo>
                  <a:pt x="548" y="286"/>
                </a:lnTo>
                <a:lnTo>
                  <a:pt x="547" y="287"/>
                </a:lnTo>
                <a:lnTo>
                  <a:pt x="546" y="286"/>
                </a:lnTo>
                <a:lnTo>
                  <a:pt x="545" y="287"/>
                </a:lnTo>
                <a:lnTo>
                  <a:pt x="544" y="287"/>
                </a:lnTo>
                <a:lnTo>
                  <a:pt x="543" y="287"/>
                </a:lnTo>
                <a:lnTo>
                  <a:pt x="542" y="287"/>
                </a:lnTo>
                <a:lnTo>
                  <a:pt x="542" y="288"/>
                </a:lnTo>
                <a:lnTo>
                  <a:pt x="541" y="288"/>
                </a:lnTo>
                <a:lnTo>
                  <a:pt x="540" y="288"/>
                </a:lnTo>
                <a:lnTo>
                  <a:pt x="540" y="289"/>
                </a:lnTo>
                <a:lnTo>
                  <a:pt x="539" y="290"/>
                </a:lnTo>
                <a:lnTo>
                  <a:pt x="538" y="290"/>
                </a:lnTo>
                <a:lnTo>
                  <a:pt x="539" y="290"/>
                </a:lnTo>
                <a:lnTo>
                  <a:pt x="538" y="290"/>
                </a:lnTo>
                <a:lnTo>
                  <a:pt x="538" y="291"/>
                </a:lnTo>
                <a:lnTo>
                  <a:pt x="536" y="292"/>
                </a:lnTo>
                <a:lnTo>
                  <a:pt x="535" y="292"/>
                </a:lnTo>
                <a:lnTo>
                  <a:pt x="534" y="293"/>
                </a:lnTo>
                <a:lnTo>
                  <a:pt x="534" y="294"/>
                </a:lnTo>
                <a:lnTo>
                  <a:pt x="533" y="294"/>
                </a:lnTo>
                <a:lnTo>
                  <a:pt x="533" y="295"/>
                </a:lnTo>
                <a:lnTo>
                  <a:pt x="532" y="296"/>
                </a:lnTo>
                <a:lnTo>
                  <a:pt x="532" y="297"/>
                </a:lnTo>
                <a:lnTo>
                  <a:pt x="531" y="298"/>
                </a:lnTo>
                <a:lnTo>
                  <a:pt x="531" y="300"/>
                </a:lnTo>
                <a:lnTo>
                  <a:pt x="531" y="301"/>
                </a:lnTo>
                <a:lnTo>
                  <a:pt x="530" y="302"/>
                </a:lnTo>
                <a:lnTo>
                  <a:pt x="530" y="303"/>
                </a:lnTo>
                <a:lnTo>
                  <a:pt x="529" y="305"/>
                </a:lnTo>
                <a:lnTo>
                  <a:pt x="529" y="306"/>
                </a:lnTo>
                <a:lnTo>
                  <a:pt x="528" y="308"/>
                </a:lnTo>
                <a:lnTo>
                  <a:pt x="528" y="309"/>
                </a:lnTo>
                <a:lnTo>
                  <a:pt x="527" y="310"/>
                </a:lnTo>
                <a:lnTo>
                  <a:pt x="527" y="311"/>
                </a:lnTo>
                <a:lnTo>
                  <a:pt x="526" y="312"/>
                </a:lnTo>
                <a:lnTo>
                  <a:pt x="525" y="313"/>
                </a:lnTo>
                <a:lnTo>
                  <a:pt x="525" y="314"/>
                </a:lnTo>
                <a:lnTo>
                  <a:pt x="525" y="316"/>
                </a:lnTo>
                <a:lnTo>
                  <a:pt x="524" y="318"/>
                </a:lnTo>
                <a:lnTo>
                  <a:pt x="524" y="320"/>
                </a:lnTo>
                <a:lnTo>
                  <a:pt x="525" y="320"/>
                </a:lnTo>
                <a:lnTo>
                  <a:pt x="526" y="320"/>
                </a:lnTo>
                <a:lnTo>
                  <a:pt x="526" y="321"/>
                </a:lnTo>
                <a:lnTo>
                  <a:pt x="527" y="322"/>
                </a:lnTo>
                <a:lnTo>
                  <a:pt x="528" y="323"/>
                </a:lnTo>
                <a:lnTo>
                  <a:pt x="528" y="325"/>
                </a:lnTo>
                <a:lnTo>
                  <a:pt x="529" y="325"/>
                </a:lnTo>
                <a:lnTo>
                  <a:pt x="528" y="325"/>
                </a:lnTo>
                <a:lnTo>
                  <a:pt x="528" y="326"/>
                </a:lnTo>
                <a:lnTo>
                  <a:pt x="527" y="326"/>
                </a:lnTo>
                <a:lnTo>
                  <a:pt x="527" y="327"/>
                </a:lnTo>
                <a:lnTo>
                  <a:pt x="527" y="326"/>
                </a:lnTo>
                <a:lnTo>
                  <a:pt x="528" y="326"/>
                </a:lnTo>
                <a:lnTo>
                  <a:pt x="528" y="327"/>
                </a:lnTo>
                <a:lnTo>
                  <a:pt x="528" y="328"/>
                </a:lnTo>
                <a:lnTo>
                  <a:pt x="527" y="328"/>
                </a:lnTo>
                <a:lnTo>
                  <a:pt x="527" y="329"/>
                </a:lnTo>
                <a:lnTo>
                  <a:pt x="526" y="330"/>
                </a:lnTo>
                <a:lnTo>
                  <a:pt x="526" y="331"/>
                </a:lnTo>
                <a:lnTo>
                  <a:pt x="525" y="331"/>
                </a:lnTo>
                <a:lnTo>
                  <a:pt x="526" y="331"/>
                </a:lnTo>
                <a:lnTo>
                  <a:pt x="524" y="332"/>
                </a:lnTo>
                <a:lnTo>
                  <a:pt x="523" y="333"/>
                </a:lnTo>
                <a:lnTo>
                  <a:pt x="522" y="333"/>
                </a:lnTo>
                <a:lnTo>
                  <a:pt x="521" y="333"/>
                </a:lnTo>
                <a:lnTo>
                  <a:pt x="520" y="334"/>
                </a:lnTo>
                <a:lnTo>
                  <a:pt x="519" y="333"/>
                </a:lnTo>
                <a:lnTo>
                  <a:pt x="519" y="332"/>
                </a:lnTo>
                <a:lnTo>
                  <a:pt x="518" y="333"/>
                </a:lnTo>
                <a:lnTo>
                  <a:pt x="518" y="332"/>
                </a:lnTo>
                <a:lnTo>
                  <a:pt x="518" y="333"/>
                </a:lnTo>
                <a:lnTo>
                  <a:pt x="517" y="333"/>
                </a:lnTo>
                <a:lnTo>
                  <a:pt x="517" y="334"/>
                </a:lnTo>
                <a:lnTo>
                  <a:pt x="516" y="336"/>
                </a:lnTo>
                <a:lnTo>
                  <a:pt x="515" y="336"/>
                </a:lnTo>
                <a:lnTo>
                  <a:pt x="514" y="338"/>
                </a:lnTo>
                <a:lnTo>
                  <a:pt x="513" y="339"/>
                </a:lnTo>
                <a:lnTo>
                  <a:pt x="512" y="340"/>
                </a:lnTo>
                <a:lnTo>
                  <a:pt x="513" y="340"/>
                </a:lnTo>
                <a:lnTo>
                  <a:pt x="512" y="341"/>
                </a:lnTo>
                <a:lnTo>
                  <a:pt x="511" y="341"/>
                </a:lnTo>
                <a:lnTo>
                  <a:pt x="511" y="342"/>
                </a:lnTo>
                <a:lnTo>
                  <a:pt x="510" y="342"/>
                </a:lnTo>
                <a:lnTo>
                  <a:pt x="510" y="343"/>
                </a:lnTo>
                <a:lnTo>
                  <a:pt x="509" y="343"/>
                </a:lnTo>
                <a:lnTo>
                  <a:pt x="509" y="344"/>
                </a:lnTo>
                <a:lnTo>
                  <a:pt x="510" y="345"/>
                </a:lnTo>
                <a:lnTo>
                  <a:pt x="510" y="346"/>
                </a:lnTo>
                <a:lnTo>
                  <a:pt x="508" y="347"/>
                </a:lnTo>
                <a:lnTo>
                  <a:pt x="507" y="347"/>
                </a:lnTo>
                <a:lnTo>
                  <a:pt x="506" y="348"/>
                </a:lnTo>
                <a:lnTo>
                  <a:pt x="504" y="350"/>
                </a:lnTo>
                <a:lnTo>
                  <a:pt x="504" y="351"/>
                </a:lnTo>
                <a:lnTo>
                  <a:pt x="504" y="352"/>
                </a:lnTo>
                <a:lnTo>
                  <a:pt x="503" y="351"/>
                </a:lnTo>
                <a:lnTo>
                  <a:pt x="501" y="352"/>
                </a:lnTo>
                <a:lnTo>
                  <a:pt x="500" y="352"/>
                </a:lnTo>
                <a:lnTo>
                  <a:pt x="500" y="351"/>
                </a:lnTo>
                <a:lnTo>
                  <a:pt x="499" y="351"/>
                </a:lnTo>
                <a:lnTo>
                  <a:pt x="499" y="352"/>
                </a:lnTo>
                <a:lnTo>
                  <a:pt x="499" y="353"/>
                </a:lnTo>
                <a:lnTo>
                  <a:pt x="497" y="354"/>
                </a:lnTo>
                <a:lnTo>
                  <a:pt x="496" y="355"/>
                </a:lnTo>
                <a:lnTo>
                  <a:pt x="494" y="357"/>
                </a:lnTo>
                <a:lnTo>
                  <a:pt x="493" y="357"/>
                </a:lnTo>
                <a:lnTo>
                  <a:pt x="492" y="358"/>
                </a:lnTo>
                <a:lnTo>
                  <a:pt x="491" y="358"/>
                </a:lnTo>
                <a:lnTo>
                  <a:pt x="491" y="357"/>
                </a:lnTo>
                <a:lnTo>
                  <a:pt x="491" y="356"/>
                </a:lnTo>
                <a:lnTo>
                  <a:pt x="492" y="355"/>
                </a:lnTo>
                <a:lnTo>
                  <a:pt x="493" y="354"/>
                </a:lnTo>
                <a:lnTo>
                  <a:pt x="495" y="353"/>
                </a:lnTo>
                <a:lnTo>
                  <a:pt x="497" y="352"/>
                </a:lnTo>
                <a:lnTo>
                  <a:pt x="499" y="351"/>
                </a:lnTo>
                <a:lnTo>
                  <a:pt x="499" y="350"/>
                </a:lnTo>
                <a:lnTo>
                  <a:pt x="498" y="351"/>
                </a:lnTo>
                <a:lnTo>
                  <a:pt x="497" y="351"/>
                </a:lnTo>
                <a:lnTo>
                  <a:pt x="496" y="351"/>
                </a:lnTo>
                <a:lnTo>
                  <a:pt x="495" y="352"/>
                </a:lnTo>
                <a:lnTo>
                  <a:pt x="495" y="351"/>
                </a:lnTo>
                <a:lnTo>
                  <a:pt x="494" y="352"/>
                </a:lnTo>
                <a:lnTo>
                  <a:pt x="493" y="352"/>
                </a:lnTo>
                <a:lnTo>
                  <a:pt x="493" y="353"/>
                </a:lnTo>
                <a:lnTo>
                  <a:pt x="492" y="353"/>
                </a:lnTo>
                <a:lnTo>
                  <a:pt x="491" y="353"/>
                </a:lnTo>
                <a:lnTo>
                  <a:pt x="490" y="354"/>
                </a:lnTo>
                <a:lnTo>
                  <a:pt x="489" y="354"/>
                </a:lnTo>
                <a:lnTo>
                  <a:pt x="489" y="353"/>
                </a:lnTo>
                <a:lnTo>
                  <a:pt x="488" y="353"/>
                </a:lnTo>
                <a:lnTo>
                  <a:pt x="488" y="352"/>
                </a:lnTo>
                <a:lnTo>
                  <a:pt x="489" y="352"/>
                </a:lnTo>
                <a:lnTo>
                  <a:pt x="489" y="351"/>
                </a:lnTo>
                <a:lnTo>
                  <a:pt x="488" y="351"/>
                </a:lnTo>
                <a:lnTo>
                  <a:pt x="488" y="350"/>
                </a:lnTo>
                <a:lnTo>
                  <a:pt x="488" y="349"/>
                </a:lnTo>
                <a:lnTo>
                  <a:pt x="488" y="348"/>
                </a:lnTo>
                <a:lnTo>
                  <a:pt x="488" y="351"/>
                </a:lnTo>
                <a:lnTo>
                  <a:pt x="489" y="351"/>
                </a:lnTo>
                <a:lnTo>
                  <a:pt x="489" y="352"/>
                </a:lnTo>
                <a:lnTo>
                  <a:pt x="488" y="351"/>
                </a:lnTo>
                <a:lnTo>
                  <a:pt x="488" y="352"/>
                </a:lnTo>
                <a:lnTo>
                  <a:pt x="488" y="353"/>
                </a:lnTo>
                <a:lnTo>
                  <a:pt x="487" y="353"/>
                </a:lnTo>
                <a:lnTo>
                  <a:pt x="486" y="354"/>
                </a:lnTo>
                <a:lnTo>
                  <a:pt x="484" y="355"/>
                </a:lnTo>
                <a:lnTo>
                  <a:pt x="484" y="356"/>
                </a:lnTo>
                <a:lnTo>
                  <a:pt x="483" y="356"/>
                </a:lnTo>
                <a:lnTo>
                  <a:pt x="482" y="356"/>
                </a:lnTo>
                <a:lnTo>
                  <a:pt x="480" y="356"/>
                </a:lnTo>
                <a:lnTo>
                  <a:pt x="479" y="356"/>
                </a:lnTo>
                <a:lnTo>
                  <a:pt x="476" y="356"/>
                </a:lnTo>
                <a:lnTo>
                  <a:pt x="474" y="355"/>
                </a:lnTo>
                <a:lnTo>
                  <a:pt x="474" y="356"/>
                </a:lnTo>
                <a:lnTo>
                  <a:pt x="473" y="355"/>
                </a:lnTo>
                <a:lnTo>
                  <a:pt x="472" y="354"/>
                </a:lnTo>
                <a:lnTo>
                  <a:pt x="471" y="354"/>
                </a:lnTo>
                <a:lnTo>
                  <a:pt x="470" y="354"/>
                </a:lnTo>
                <a:lnTo>
                  <a:pt x="468" y="354"/>
                </a:lnTo>
                <a:lnTo>
                  <a:pt x="467" y="354"/>
                </a:lnTo>
                <a:lnTo>
                  <a:pt x="466" y="354"/>
                </a:lnTo>
                <a:lnTo>
                  <a:pt x="467" y="354"/>
                </a:lnTo>
                <a:lnTo>
                  <a:pt x="466" y="354"/>
                </a:lnTo>
                <a:lnTo>
                  <a:pt x="465" y="354"/>
                </a:lnTo>
                <a:lnTo>
                  <a:pt x="465" y="355"/>
                </a:lnTo>
                <a:lnTo>
                  <a:pt x="464" y="355"/>
                </a:lnTo>
                <a:lnTo>
                  <a:pt x="463" y="355"/>
                </a:lnTo>
                <a:lnTo>
                  <a:pt x="462" y="355"/>
                </a:lnTo>
                <a:lnTo>
                  <a:pt x="461" y="355"/>
                </a:lnTo>
                <a:lnTo>
                  <a:pt x="460" y="355"/>
                </a:lnTo>
                <a:lnTo>
                  <a:pt x="459" y="354"/>
                </a:lnTo>
                <a:lnTo>
                  <a:pt x="459" y="355"/>
                </a:lnTo>
                <a:lnTo>
                  <a:pt x="460" y="356"/>
                </a:lnTo>
                <a:lnTo>
                  <a:pt x="461" y="356"/>
                </a:lnTo>
                <a:lnTo>
                  <a:pt x="463" y="358"/>
                </a:lnTo>
                <a:lnTo>
                  <a:pt x="463" y="359"/>
                </a:lnTo>
                <a:lnTo>
                  <a:pt x="462" y="359"/>
                </a:lnTo>
                <a:lnTo>
                  <a:pt x="461" y="359"/>
                </a:lnTo>
                <a:lnTo>
                  <a:pt x="459" y="358"/>
                </a:lnTo>
                <a:lnTo>
                  <a:pt x="459" y="359"/>
                </a:lnTo>
                <a:lnTo>
                  <a:pt x="460" y="359"/>
                </a:lnTo>
                <a:lnTo>
                  <a:pt x="460" y="360"/>
                </a:lnTo>
                <a:lnTo>
                  <a:pt x="460" y="361"/>
                </a:lnTo>
                <a:lnTo>
                  <a:pt x="456" y="359"/>
                </a:lnTo>
                <a:lnTo>
                  <a:pt x="456" y="360"/>
                </a:lnTo>
                <a:lnTo>
                  <a:pt x="457" y="361"/>
                </a:lnTo>
                <a:lnTo>
                  <a:pt x="457" y="362"/>
                </a:lnTo>
                <a:lnTo>
                  <a:pt x="456" y="362"/>
                </a:lnTo>
                <a:lnTo>
                  <a:pt x="455" y="362"/>
                </a:lnTo>
                <a:lnTo>
                  <a:pt x="454" y="361"/>
                </a:lnTo>
                <a:lnTo>
                  <a:pt x="453" y="361"/>
                </a:lnTo>
                <a:lnTo>
                  <a:pt x="453" y="362"/>
                </a:lnTo>
                <a:lnTo>
                  <a:pt x="454" y="362"/>
                </a:lnTo>
                <a:lnTo>
                  <a:pt x="454" y="363"/>
                </a:lnTo>
                <a:lnTo>
                  <a:pt x="454" y="364"/>
                </a:lnTo>
                <a:lnTo>
                  <a:pt x="454" y="365"/>
                </a:lnTo>
                <a:lnTo>
                  <a:pt x="455" y="365"/>
                </a:lnTo>
                <a:lnTo>
                  <a:pt x="458" y="365"/>
                </a:lnTo>
                <a:lnTo>
                  <a:pt x="459" y="366"/>
                </a:lnTo>
                <a:lnTo>
                  <a:pt x="459" y="367"/>
                </a:lnTo>
                <a:lnTo>
                  <a:pt x="461" y="369"/>
                </a:lnTo>
                <a:lnTo>
                  <a:pt x="461" y="370"/>
                </a:lnTo>
                <a:lnTo>
                  <a:pt x="462" y="371"/>
                </a:lnTo>
                <a:lnTo>
                  <a:pt x="463" y="370"/>
                </a:lnTo>
                <a:lnTo>
                  <a:pt x="464" y="369"/>
                </a:lnTo>
                <a:lnTo>
                  <a:pt x="466" y="367"/>
                </a:lnTo>
                <a:lnTo>
                  <a:pt x="467" y="366"/>
                </a:lnTo>
                <a:lnTo>
                  <a:pt x="467" y="365"/>
                </a:lnTo>
                <a:lnTo>
                  <a:pt x="468" y="365"/>
                </a:lnTo>
                <a:lnTo>
                  <a:pt x="467" y="364"/>
                </a:lnTo>
                <a:lnTo>
                  <a:pt x="466" y="363"/>
                </a:lnTo>
                <a:lnTo>
                  <a:pt x="468" y="362"/>
                </a:lnTo>
                <a:lnTo>
                  <a:pt x="469" y="364"/>
                </a:lnTo>
                <a:lnTo>
                  <a:pt x="469" y="365"/>
                </a:lnTo>
                <a:lnTo>
                  <a:pt x="468" y="368"/>
                </a:lnTo>
                <a:lnTo>
                  <a:pt x="466" y="370"/>
                </a:lnTo>
                <a:lnTo>
                  <a:pt x="465" y="372"/>
                </a:lnTo>
                <a:lnTo>
                  <a:pt x="465" y="373"/>
                </a:lnTo>
                <a:lnTo>
                  <a:pt x="464" y="373"/>
                </a:lnTo>
                <a:lnTo>
                  <a:pt x="462" y="375"/>
                </a:lnTo>
                <a:lnTo>
                  <a:pt x="460" y="376"/>
                </a:lnTo>
                <a:lnTo>
                  <a:pt x="457" y="378"/>
                </a:lnTo>
                <a:lnTo>
                  <a:pt x="456" y="378"/>
                </a:lnTo>
                <a:lnTo>
                  <a:pt x="454" y="376"/>
                </a:lnTo>
                <a:lnTo>
                  <a:pt x="455" y="376"/>
                </a:lnTo>
                <a:lnTo>
                  <a:pt x="455" y="375"/>
                </a:lnTo>
                <a:lnTo>
                  <a:pt x="454" y="374"/>
                </a:lnTo>
                <a:lnTo>
                  <a:pt x="453" y="373"/>
                </a:lnTo>
                <a:lnTo>
                  <a:pt x="453" y="369"/>
                </a:lnTo>
                <a:lnTo>
                  <a:pt x="453" y="368"/>
                </a:lnTo>
                <a:lnTo>
                  <a:pt x="452" y="368"/>
                </a:lnTo>
                <a:lnTo>
                  <a:pt x="451" y="368"/>
                </a:lnTo>
                <a:lnTo>
                  <a:pt x="452" y="369"/>
                </a:lnTo>
                <a:lnTo>
                  <a:pt x="452" y="375"/>
                </a:lnTo>
                <a:lnTo>
                  <a:pt x="450" y="374"/>
                </a:lnTo>
                <a:lnTo>
                  <a:pt x="449" y="374"/>
                </a:lnTo>
                <a:lnTo>
                  <a:pt x="449" y="369"/>
                </a:lnTo>
                <a:lnTo>
                  <a:pt x="449" y="368"/>
                </a:lnTo>
                <a:lnTo>
                  <a:pt x="450" y="367"/>
                </a:lnTo>
                <a:lnTo>
                  <a:pt x="451" y="367"/>
                </a:lnTo>
                <a:lnTo>
                  <a:pt x="452" y="366"/>
                </a:lnTo>
                <a:lnTo>
                  <a:pt x="453" y="366"/>
                </a:lnTo>
                <a:lnTo>
                  <a:pt x="454" y="365"/>
                </a:lnTo>
                <a:lnTo>
                  <a:pt x="454" y="364"/>
                </a:lnTo>
                <a:lnTo>
                  <a:pt x="453" y="365"/>
                </a:lnTo>
                <a:lnTo>
                  <a:pt x="452" y="365"/>
                </a:lnTo>
                <a:lnTo>
                  <a:pt x="450" y="366"/>
                </a:lnTo>
                <a:lnTo>
                  <a:pt x="449" y="367"/>
                </a:lnTo>
                <a:lnTo>
                  <a:pt x="448" y="368"/>
                </a:lnTo>
                <a:lnTo>
                  <a:pt x="447" y="369"/>
                </a:lnTo>
                <a:lnTo>
                  <a:pt x="447" y="370"/>
                </a:lnTo>
                <a:lnTo>
                  <a:pt x="447" y="373"/>
                </a:lnTo>
                <a:lnTo>
                  <a:pt x="445" y="372"/>
                </a:lnTo>
                <a:lnTo>
                  <a:pt x="445" y="367"/>
                </a:lnTo>
                <a:lnTo>
                  <a:pt x="444" y="367"/>
                </a:lnTo>
                <a:lnTo>
                  <a:pt x="444" y="366"/>
                </a:lnTo>
                <a:lnTo>
                  <a:pt x="443" y="367"/>
                </a:lnTo>
                <a:lnTo>
                  <a:pt x="442" y="368"/>
                </a:lnTo>
                <a:lnTo>
                  <a:pt x="442" y="367"/>
                </a:lnTo>
                <a:lnTo>
                  <a:pt x="441" y="367"/>
                </a:lnTo>
                <a:lnTo>
                  <a:pt x="440" y="367"/>
                </a:lnTo>
                <a:lnTo>
                  <a:pt x="439" y="367"/>
                </a:lnTo>
                <a:lnTo>
                  <a:pt x="439" y="366"/>
                </a:lnTo>
                <a:lnTo>
                  <a:pt x="438" y="366"/>
                </a:lnTo>
                <a:lnTo>
                  <a:pt x="438" y="365"/>
                </a:lnTo>
                <a:lnTo>
                  <a:pt x="438" y="366"/>
                </a:lnTo>
                <a:lnTo>
                  <a:pt x="437" y="366"/>
                </a:lnTo>
                <a:lnTo>
                  <a:pt x="436" y="366"/>
                </a:lnTo>
                <a:lnTo>
                  <a:pt x="436" y="365"/>
                </a:lnTo>
                <a:lnTo>
                  <a:pt x="436" y="366"/>
                </a:lnTo>
                <a:lnTo>
                  <a:pt x="435" y="366"/>
                </a:lnTo>
                <a:lnTo>
                  <a:pt x="434" y="366"/>
                </a:lnTo>
                <a:lnTo>
                  <a:pt x="433" y="365"/>
                </a:lnTo>
                <a:lnTo>
                  <a:pt x="432" y="364"/>
                </a:lnTo>
                <a:lnTo>
                  <a:pt x="430" y="363"/>
                </a:lnTo>
                <a:lnTo>
                  <a:pt x="429" y="362"/>
                </a:lnTo>
                <a:lnTo>
                  <a:pt x="428" y="360"/>
                </a:lnTo>
                <a:lnTo>
                  <a:pt x="428" y="359"/>
                </a:lnTo>
                <a:lnTo>
                  <a:pt x="427" y="359"/>
                </a:lnTo>
                <a:lnTo>
                  <a:pt x="427" y="358"/>
                </a:lnTo>
                <a:lnTo>
                  <a:pt x="427" y="357"/>
                </a:lnTo>
                <a:lnTo>
                  <a:pt x="426" y="356"/>
                </a:lnTo>
                <a:lnTo>
                  <a:pt x="426" y="355"/>
                </a:lnTo>
                <a:lnTo>
                  <a:pt x="425" y="355"/>
                </a:lnTo>
                <a:lnTo>
                  <a:pt x="425" y="354"/>
                </a:lnTo>
                <a:lnTo>
                  <a:pt x="424" y="354"/>
                </a:lnTo>
                <a:lnTo>
                  <a:pt x="424" y="353"/>
                </a:lnTo>
                <a:lnTo>
                  <a:pt x="423" y="352"/>
                </a:lnTo>
                <a:lnTo>
                  <a:pt x="422" y="352"/>
                </a:lnTo>
                <a:lnTo>
                  <a:pt x="423" y="351"/>
                </a:lnTo>
                <a:lnTo>
                  <a:pt x="422" y="350"/>
                </a:lnTo>
                <a:lnTo>
                  <a:pt x="420" y="350"/>
                </a:lnTo>
                <a:lnTo>
                  <a:pt x="420" y="349"/>
                </a:lnTo>
                <a:lnTo>
                  <a:pt x="418" y="348"/>
                </a:lnTo>
                <a:lnTo>
                  <a:pt x="417" y="348"/>
                </a:lnTo>
                <a:lnTo>
                  <a:pt x="417" y="347"/>
                </a:lnTo>
                <a:lnTo>
                  <a:pt x="417" y="348"/>
                </a:lnTo>
                <a:lnTo>
                  <a:pt x="416" y="348"/>
                </a:lnTo>
                <a:lnTo>
                  <a:pt x="415" y="348"/>
                </a:lnTo>
                <a:lnTo>
                  <a:pt x="414" y="348"/>
                </a:lnTo>
                <a:lnTo>
                  <a:pt x="414" y="347"/>
                </a:lnTo>
                <a:lnTo>
                  <a:pt x="414" y="346"/>
                </a:lnTo>
                <a:lnTo>
                  <a:pt x="415" y="346"/>
                </a:lnTo>
                <a:lnTo>
                  <a:pt x="416" y="346"/>
                </a:lnTo>
                <a:lnTo>
                  <a:pt x="416" y="344"/>
                </a:lnTo>
                <a:lnTo>
                  <a:pt x="415" y="343"/>
                </a:lnTo>
                <a:lnTo>
                  <a:pt x="414" y="343"/>
                </a:lnTo>
                <a:lnTo>
                  <a:pt x="413" y="343"/>
                </a:lnTo>
                <a:lnTo>
                  <a:pt x="413" y="342"/>
                </a:lnTo>
                <a:lnTo>
                  <a:pt x="413" y="341"/>
                </a:lnTo>
                <a:lnTo>
                  <a:pt x="413" y="340"/>
                </a:lnTo>
                <a:lnTo>
                  <a:pt x="412" y="340"/>
                </a:lnTo>
                <a:lnTo>
                  <a:pt x="412" y="341"/>
                </a:lnTo>
                <a:lnTo>
                  <a:pt x="411" y="340"/>
                </a:lnTo>
                <a:lnTo>
                  <a:pt x="410" y="340"/>
                </a:lnTo>
                <a:lnTo>
                  <a:pt x="408" y="339"/>
                </a:lnTo>
                <a:lnTo>
                  <a:pt x="408" y="338"/>
                </a:lnTo>
                <a:lnTo>
                  <a:pt x="406" y="338"/>
                </a:lnTo>
                <a:lnTo>
                  <a:pt x="406" y="337"/>
                </a:lnTo>
                <a:lnTo>
                  <a:pt x="405" y="337"/>
                </a:lnTo>
                <a:lnTo>
                  <a:pt x="403" y="337"/>
                </a:lnTo>
                <a:lnTo>
                  <a:pt x="402" y="337"/>
                </a:lnTo>
                <a:lnTo>
                  <a:pt x="402" y="338"/>
                </a:lnTo>
                <a:lnTo>
                  <a:pt x="402" y="337"/>
                </a:lnTo>
                <a:lnTo>
                  <a:pt x="401" y="337"/>
                </a:lnTo>
                <a:lnTo>
                  <a:pt x="401" y="336"/>
                </a:lnTo>
                <a:lnTo>
                  <a:pt x="400" y="336"/>
                </a:lnTo>
                <a:lnTo>
                  <a:pt x="399" y="336"/>
                </a:lnTo>
                <a:lnTo>
                  <a:pt x="398" y="336"/>
                </a:lnTo>
                <a:lnTo>
                  <a:pt x="397" y="336"/>
                </a:lnTo>
                <a:lnTo>
                  <a:pt x="398" y="336"/>
                </a:lnTo>
                <a:lnTo>
                  <a:pt x="397" y="336"/>
                </a:lnTo>
                <a:lnTo>
                  <a:pt x="396" y="336"/>
                </a:lnTo>
                <a:lnTo>
                  <a:pt x="396" y="335"/>
                </a:lnTo>
                <a:lnTo>
                  <a:pt x="397" y="335"/>
                </a:lnTo>
                <a:lnTo>
                  <a:pt x="397" y="334"/>
                </a:lnTo>
                <a:lnTo>
                  <a:pt x="398" y="333"/>
                </a:lnTo>
                <a:lnTo>
                  <a:pt x="397" y="332"/>
                </a:lnTo>
                <a:lnTo>
                  <a:pt x="397" y="333"/>
                </a:lnTo>
                <a:lnTo>
                  <a:pt x="396" y="334"/>
                </a:lnTo>
                <a:lnTo>
                  <a:pt x="395" y="334"/>
                </a:lnTo>
                <a:lnTo>
                  <a:pt x="395" y="333"/>
                </a:lnTo>
                <a:lnTo>
                  <a:pt x="394" y="333"/>
                </a:lnTo>
                <a:lnTo>
                  <a:pt x="394" y="334"/>
                </a:lnTo>
                <a:lnTo>
                  <a:pt x="393" y="334"/>
                </a:lnTo>
                <a:lnTo>
                  <a:pt x="393" y="333"/>
                </a:lnTo>
                <a:lnTo>
                  <a:pt x="393" y="332"/>
                </a:lnTo>
                <a:lnTo>
                  <a:pt x="394" y="332"/>
                </a:lnTo>
                <a:lnTo>
                  <a:pt x="394" y="331"/>
                </a:lnTo>
                <a:lnTo>
                  <a:pt x="396" y="331"/>
                </a:lnTo>
                <a:lnTo>
                  <a:pt x="397" y="331"/>
                </a:lnTo>
                <a:lnTo>
                  <a:pt x="398" y="332"/>
                </a:lnTo>
                <a:lnTo>
                  <a:pt x="398" y="331"/>
                </a:lnTo>
                <a:lnTo>
                  <a:pt x="398" y="330"/>
                </a:lnTo>
                <a:lnTo>
                  <a:pt x="398" y="329"/>
                </a:lnTo>
                <a:lnTo>
                  <a:pt x="397" y="329"/>
                </a:lnTo>
                <a:lnTo>
                  <a:pt x="397" y="328"/>
                </a:lnTo>
                <a:lnTo>
                  <a:pt x="398" y="328"/>
                </a:lnTo>
                <a:lnTo>
                  <a:pt x="399" y="328"/>
                </a:lnTo>
                <a:lnTo>
                  <a:pt x="399" y="327"/>
                </a:lnTo>
                <a:lnTo>
                  <a:pt x="399" y="326"/>
                </a:lnTo>
                <a:lnTo>
                  <a:pt x="399" y="323"/>
                </a:lnTo>
                <a:lnTo>
                  <a:pt x="399" y="322"/>
                </a:lnTo>
                <a:lnTo>
                  <a:pt x="400" y="322"/>
                </a:lnTo>
                <a:lnTo>
                  <a:pt x="401" y="322"/>
                </a:lnTo>
                <a:lnTo>
                  <a:pt x="401" y="321"/>
                </a:lnTo>
                <a:lnTo>
                  <a:pt x="401" y="320"/>
                </a:lnTo>
                <a:lnTo>
                  <a:pt x="401" y="319"/>
                </a:lnTo>
                <a:lnTo>
                  <a:pt x="401" y="318"/>
                </a:lnTo>
                <a:lnTo>
                  <a:pt x="402" y="318"/>
                </a:lnTo>
                <a:lnTo>
                  <a:pt x="402" y="317"/>
                </a:lnTo>
                <a:lnTo>
                  <a:pt x="403" y="317"/>
                </a:lnTo>
                <a:lnTo>
                  <a:pt x="402" y="317"/>
                </a:lnTo>
                <a:lnTo>
                  <a:pt x="402" y="316"/>
                </a:lnTo>
                <a:lnTo>
                  <a:pt x="402" y="315"/>
                </a:lnTo>
                <a:lnTo>
                  <a:pt x="402" y="314"/>
                </a:lnTo>
                <a:lnTo>
                  <a:pt x="403" y="314"/>
                </a:lnTo>
                <a:lnTo>
                  <a:pt x="403" y="313"/>
                </a:lnTo>
                <a:lnTo>
                  <a:pt x="404" y="312"/>
                </a:lnTo>
                <a:lnTo>
                  <a:pt x="404" y="311"/>
                </a:lnTo>
                <a:lnTo>
                  <a:pt x="403" y="311"/>
                </a:lnTo>
                <a:lnTo>
                  <a:pt x="403" y="310"/>
                </a:lnTo>
                <a:lnTo>
                  <a:pt x="402" y="310"/>
                </a:lnTo>
                <a:lnTo>
                  <a:pt x="402" y="309"/>
                </a:lnTo>
                <a:lnTo>
                  <a:pt x="401" y="310"/>
                </a:lnTo>
                <a:lnTo>
                  <a:pt x="401" y="309"/>
                </a:lnTo>
                <a:lnTo>
                  <a:pt x="400" y="310"/>
                </a:lnTo>
                <a:lnTo>
                  <a:pt x="400" y="309"/>
                </a:lnTo>
                <a:lnTo>
                  <a:pt x="399" y="309"/>
                </a:lnTo>
                <a:lnTo>
                  <a:pt x="398" y="308"/>
                </a:lnTo>
                <a:lnTo>
                  <a:pt x="398" y="309"/>
                </a:lnTo>
                <a:lnTo>
                  <a:pt x="397" y="309"/>
                </a:lnTo>
                <a:lnTo>
                  <a:pt x="397" y="310"/>
                </a:lnTo>
                <a:lnTo>
                  <a:pt x="397" y="309"/>
                </a:lnTo>
                <a:lnTo>
                  <a:pt x="396" y="310"/>
                </a:lnTo>
                <a:lnTo>
                  <a:pt x="395" y="310"/>
                </a:lnTo>
                <a:lnTo>
                  <a:pt x="395" y="309"/>
                </a:lnTo>
                <a:lnTo>
                  <a:pt x="394" y="309"/>
                </a:lnTo>
                <a:lnTo>
                  <a:pt x="393" y="309"/>
                </a:lnTo>
                <a:lnTo>
                  <a:pt x="393" y="308"/>
                </a:lnTo>
                <a:lnTo>
                  <a:pt x="392" y="308"/>
                </a:lnTo>
                <a:lnTo>
                  <a:pt x="392" y="309"/>
                </a:lnTo>
                <a:lnTo>
                  <a:pt x="391" y="309"/>
                </a:lnTo>
                <a:lnTo>
                  <a:pt x="390" y="309"/>
                </a:lnTo>
                <a:lnTo>
                  <a:pt x="389" y="309"/>
                </a:lnTo>
                <a:lnTo>
                  <a:pt x="388" y="310"/>
                </a:lnTo>
                <a:lnTo>
                  <a:pt x="388" y="309"/>
                </a:lnTo>
                <a:lnTo>
                  <a:pt x="387" y="309"/>
                </a:lnTo>
                <a:lnTo>
                  <a:pt x="388" y="310"/>
                </a:lnTo>
                <a:lnTo>
                  <a:pt x="388" y="311"/>
                </a:lnTo>
                <a:lnTo>
                  <a:pt x="387" y="311"/>
                </a:lnTo>
                <a:lnTo>
                  <a:pt x="387" y="312"/>
                </a:lnTo>
                <a:lnTo>
                  <a:pt x="387" y="313"/>
                </a:lnTo>
                <a:lnTo>
                  <a:pt x="387" y="314"/>
                </a:lnTo>
                <a:lnTo>
                  <a:pt x="387" y="315"/>
                </a:lnTo>
                <a:lnTo>
                  <a:pt x="386" y="315"/>
                </a:lnTo>
                <a:lnTo>
                  <a:pt x="385" y="315"/>
                </a:lnTo>
                <a:lnTo>
                  <a:pt x="385" y="316"/>
                </a:lnTo>
                <a:lnTo>
                  <a:pt x="384" y="315"/>
                </a:lnTo>
                <a:lnTo>
                  <a:pt x="384" y="314"/>
                </a:lnTo>
                <a:lnTo>
                  <a:pt x="384" y="313"/>
                </a:lnTo>
                <a:lnTo>
                  <a:pt x="383" y="313"/>
                </a:lnTo>
                <a:lnTo>
                  <a:pt x="382" y="313"/>
                </a:lnTo>
                <a:lnTo>
                  <a:pt x="382" y="312"/>
                </a:lnTo>
                <a:lnTo>
                  <a:pt x="383" y="312"/>
                </a:lnTo>
                <a:lnTo>
                  <a:pt x="384" y="312"/>
                </a:lnTo>
                <a:lnTo>
                  <a:pt x="384" y="311"/>
                </a:lnTo>
                <a:lnTo>
                  <a:pt x="383" y="311"/>
                </a:lnTo>
                <a:lnTo>
                  <a:pt x="383" y="310"/>
                </a:lnTo>
                <a:lnTo>
                  <a:pt x="382" y="310"/>
                </a:lnTo>
                <a:lnTo>
                  <a:pt x="381" y="310"/>
                </a:lnTo>
                <a:lnTo>
                  <a:pt x="380" y="311"/>
                </a:lnTo>
                <a:lnTo>
                  <a:pt x="379" y="311"/>
                </a:lnTo>
                <a:lnTo>
                  <a:pt x="379" y="310"/>
                </a:lnTo>
                <a:lnTo>
                  <a:pt x="379" y="309"/>
                </a:lnTo>
                <a:lnTo>
                  <a:pt x="378" y="309"/>
                </a:lnTo>
                <a:lnTo>
                  <a:pt x="378" y="308"/>
                </a:lnTo>
                <a:lnTo>
                  <a:pt x="377" y="308"/>
                </a:lnTo>
                <a:lnTo>
                  <a:pt x="377" y="309"/>
                </a:lnTo>
                <a:lnTo>
                  <a:pt x="376" y="309"/>
                </a:lnTo>
                <a:lnTo>
                  <a:pt x="376" y="308"/>
                </a:lnTo>
                <a:lnTo>
                  <a:pt x="377" y="308"/>
                </a:lnTo>
                <a:lnTo>
                  <a:pt x="377" y="307"/>
                </a:lnTo>
                <a:lnTo>
                  <a:pt x="378" y="307"/>
                </a:lnTo>
                <a:lnTo>
                  <a:pt x="378" y="306"/>
                </a:lnTo>
                <a:lnTo>
                  <a:pt x="379" y="306"/>
                </a:lnTo>
                <a:lnTo>
                  <a:pt x="379" y="305"/>
                </a:lnTo>
                <a:lnTo>
                  <a:pt x="379" y="304"/>
                </a:lnTo>
                <a:lnTo>
                  <a:pt x="379" y="305"/>
                </a:lnTo>
                <a:lnTo>
                  <a:pt x="380" y="305"/>
                </a:lnTo>
                <a:lnTo>
                  <a:pt x="380" y="304"/>
                </a:lnTo>
                <a:lnTo>
                  <a:pt x="380" y="303"/>
                </a:lnTo>
                <a:lnTo>
                  <a:pt x="380" y="302"/>
                </a:lnTo>
                <a:lnTo>
                  <a:pt x="381" y="302"/>
                </a:lnTo>
                <a:lnTo>
                  <a:pt x="380" y="302"/>
                </a:lnTo>
                <a:lnTo>
                  <a:pt x="379" y="301"/>
                </a:lnTo>
                <a:lnTo>
                  <a:pt x="380" y="301"/>
                </a:lnTo>
                <a:lnTo>
                  <a:pt x="379" y="301"/>
                </a:lnTo>
                <a:lnTo>
                  <a:pt x="379" y="300"/>
                </a:lnTo>
                <a:lnTo>
                  <a:pt x="378" y="300"/>
                </a:lnTo>
                <a:lnTo>
                  <a:pt x="378" y="299"/>
                </a:lnTo>
                <a:lnTo>
                  <a:pt x="379" y="299"/>
                </a:lnTo>
                <a:lnTo>
                  <a:pt x="379" y="298"/>
                </a:lnTo>
                <a:lnTo>
                  <a:pt x="378" y="298"/>
                </a:lnTo>
                <a:lnTo>
                  <a:pt x="378" y="299"/>
                </a:lnTo>
                <a:lnTo>
                  <a:pt x="378" y="298"/>
                </a:lnTo>
                <a:lnTo>
                  <a:pt x="377" y="298"/>
                </a:lnTo>
                <a:lnTo>
                  <a:pt x="376" y="298"/>
                </a:lnTo>
                <a:lnTo>
                  <a:pt x="375" y="298"/>
                </a:lnTo>
                <a:lnTo>
                  <a:pt x="374" y="297"/>
                </a:lnTo>
                <a:lnTo>
                  <a:pt x="373" y="296"/>
                </a:lnTo>
                <a:lnTo>
                  <a:pt x="372" y="296"/>
                </a:lnTo>
                <a:lnTo>
                  <a:pt x="373" y="295"/>
                </a:lnTo>
                <a:lnTo>
                  <a:pt x="373" y="294"/>
                </a:lnTo>
                <a:lnTo>
                  <a:pt x="374" y="294"/>
                </a:lnTo>
                <a:lnTo>
                  <a:pt x="374" y="295"/>
                </a:lnTo>
                <a:lnTo>
                  <a:pt x="374" y="294"/>
                </a:lnTo>
                <a:lnTo>
                  <a:pt x="374" y="293"/>
                </a:lnTo>
                <a:lnTo>
                  <a:pt x="373" y="293"/>
                </a:lnTo>
                <a:lnTo>
                  <a:pt x="372" y="293"/>
                </a:lnTo>
                <a:lnTo>
                  <a:pt x="372" y="292"/>
                </a:lnTo>
                <a:lnTo>
                  <a:pt x="371" y="292"/>
                </a:lnTo>
                <a:lnTo>
                  <a:pt x="371" y="293"/>
                </a:lnTo>
                <a:lnTo>
                  <a:pt x="371" y="292"/>
                </a:lnTo>
                <a:lnTo>
                  <a:pt x="370" y="292"/>
                </a:lnTo>
                <a:lnTo>
                  <a:pt x="369" y="292"/>
                </a:lnTo>
                <a:lnTo>
                  <a:pt x="370" y="292"/>
                </a:lnTo>
                <a:lnTo>
                  <a:pt x="370" y="291"/>
                </a:lnTo>
                <a:lnTo>
                  <a:pt x="370" y="290"/>
                </a:lnTo>
                <a:lnTo>
                  <a:pt x="370" y="289"/>
                </a:lnTo>
                <a:lnTo>
                  <a:pt x="371" y="289"/>
                </a:lnTo>
                <a:lnTo>
                  <a:pt x="371" y="288"/>
                </a:lnTo>
                <a:lnTo>
                  <a:pt x="371" y="287"/>
                </a:lnTo>
                <a:lnTo>
                  <a:pt x="370" y="286"/>
                </a:lnTo>
                <a:lnTo>
                  <a:pt x="370" y="285"/>
                </a:lnTo>
                <a:lnTo>
                  <a:pt x="369" y="285"/>
                </a:lnTo>
                <a:lnTo>
                  <a:pt x="369" y="284"/>
                </a:lnTo>
                <a:lnTo>
                  <a:pt x="369" y="283"/>
                </a:lnTo>
                <a:lnTo>
                  <a:pt x="367" y="281"/>
                </a:lnTo>
                <a:lnTo>
                  <a:pt x="367" y="279"/>
                </a:lnTo>
                <a:lnTo>
                  <a:pt x="367" y="278"/>
                </a:lnTo>
                <a:lnTo>
                  <a:pt x="366" y="279"/>
                </a:lnTo>
                <a:lnTo>
                  <a:pt x="366" y="278"/>
                </a:lnTo>
                <a:lnTo>
                  <a:pt x="366" y="277"/>
                </a:lnTo>
                <a:lnTo>
                  <a:pt x="367" y="277"/>
                </a:lnTo>
                <a:lnTo>
                  <a:pt x="367" y="276"/>
                </a:lnTo>
                <a:lnTo>
                  <a:pt x="366" y="276"/>
                </a:lnTo>
                <a:lnTo>
                  <a:pt x="367" y="276"/>
                </a:lnTo>
                <a:lnTo>
                  <a:pt x="368" y="275"/>
                </a:lnTo>
                <a:lnTo>
                  <a:pt x="367" y="275"/>
                </a:lnTo>
                <a:lnTo>
                  <a:pt x="366" y="274"/>
                </a:lnTo>
                <a:lnTo>
                  <a:pt x="367" y="273"/>
                </a:lnTo>
                <a:lnTo>
                  <a:pt x="368" y="273"/>
                </a:lnTo>
                <a:lnTo>
                  <a:pt x="368" y="272"/>
                </a:lnTo>
                <a:lnTo>
                  <a:pt x="369" y="271"/>
                </a:lnTo>
                <a:lnTo>
                  <a:pt x="369" y="270"/>
                </a:lnTo>
                <a:lnTo>
                  <a:pt x="370" y="270"/>
                </a:lnTo>
                <a:lnTo>
                  <a:pt x="370" y="269"/>
                </a:lnTo>
                <a:lnTo>
                  <a:pt x="369" y="269"/>
                </a:lnTo>
                <a:lnTo>
                  <a:pt x="369" y="268"/>
                </a:lnTo>
                <a:lnTo>
                  <a:pt x="370" y="268"/>
                </a:lnTo>
                <a:lnTo>
                  <a:pt x="371" y="268"/>
                </a:lnTo>
                <a:lnTo>
                  <a:pt x="371" y="269"/>
                </a:lnTo>
                <a:lnTo>
                  <a:pt x="372" y="268"/>
                </a:lnTo>
                <a:lnTo>
                  <a:pt x="373" y="268"/>
                </a:lnTo>
                <a:lnTo>
                  <a:pt x="374" y="268"/>
                </a:lnTo>
                <a:lnTo>
                  <a:pt x="375" y="269"/>
                </a:lnTo>
                <a:lnTo>
                  <a:pt x="375" y="270"/>
                </a:lnTo>
                <a:lnTo>
                  <a:pt x="376" y="270"/>
                </a:lnTo>
                <a:lnTo>
                  <a:pt x="376" y="271"/>
                </a:lnTo>
                <a:lnTo>
                  <a:pt x="377" y="271"/>
                </a:lnTo>
                <a:lnTo>
                  <a:pt x="378" y="271"/>
                </a:lnTo>
                <a:lnTo>
                  <a:pt x="378" y="270"/>
                </a:lnTo>
                <a:lnTo>
                  <a:pt x="379" y="270"/>
                </a:lnTo>
                <a:lnTo>
                  <a:pt x="379" y="271"/>
                </a:lnTo>
                <a:lnTo>
                  <a:pt x="380" y="271"/>
                </a:lnTo>
                <a:lnTo>
                  <a:pt x="381" y="271"/>
                </a:lnTo>
                <a:lnTo>
                  <a:pt x="382" y="270"/>
                </a:lnTo>
                <a:lnTo>
                  <a:pt x="382" y="269"/>
                </a:lnTo>
                <a:lnTo>
                  <a:pt x="383" y="269"/>
                </a:lnTo>
                <a:lnTo>
                  <a:pt x="384" y="269"/>
                </a:lnTo>
                <a:lnTo>
                  <a:pt x="385" y="270"/>
                </a:lnTo>
                <a:lnTo>
                  <a:pt x="386" y="270"/>
                </a:lnTo>
                <a:lnTo>
                  <a:pt x="386" y="271"/>
                </a:lnTo>
                <a:lnTo>
                  <a:pt x="387" y="271"/>
                </a:lnTo>
                <a:lnTo>
                  <a:pt x="387" y="270"/>
                </a:lnTo>
                <a:lnTo>
                  <a:pt x="388" y="271"/>
                </a:lnTo>
                <a:lnTo>
                  <a:pt x="389" y="271"/>
                </a:lnTo>
                <a:lnTo>
                  <a:pt x="389" y="270"/>
                </a:lnTo>
                <a:lnTo>
                  <a:pt x="390" y="271"/>
                </a:lnTo>
                <a:lnTo>
                  <a:pt x="391" y="271"/>
                </a:lnTo>
                <a:lnTo>
                  <a:pt x="391" y="270"/>
                </a:lnTo>
                <a:lnTo>
                  <a:pt x="391" y="269"/>
                </a:lnTo>
                <a:lnTo>
                  <a:pt x="392" y="268"/>
                </a:lnTo>
                <a:lnTo>
                  <a:pt x="392" y="267"/>
                </a:lnTo>
                <a:lnTo>
                  <a:pt x="392" y="266"/>
                </a:lnTo>
                <a:lnTo>
                  <a:pt x="391" y="266"/>
                </a:lnTo>
                <a:lnTo>
                  <a:pt x="391" y="265"/>
                </a:lnTo>
                <a:lnTo>
                  <a:pt x="390" y="265"/>
                </a:lnTo>
                <a:lnTo>
                  <a:pt x="389" y="266"/>
                </a:lnTo>
                <a:lnTo>
                  <a:pt x="388" y="266"/>
                </a:lnTo>
                <a:lnTo>
                  <a:pt x="387" y="266"/>
                </a:lnTo>
                <a:lnTo>
                  <a:pt x="387" y="264"/>
                </a:lnTo>
                <a:lnTo>
                  <a:pt x="388" y="264"/>
                </a:lnTo>
                <a:lnTo>
                  <a:pt x="388" y="263"/>
                </a:lnTo>
                <a:lnTo>
                  <a:pt x="389" y="263"/>
                </a:lnTo>
                <a:lnTo>
                  <a:pt x="390" y="263"/>
                </a:lnTo>
                <a:lnTo>
                  <a:pt x="390" y="262"/>
                </a:lnTo>
                <a:lnTo>
                  <a:pt x="389" y="261"/>
                </a:lnTo>
                <a:lnTo>
                  <a:pt x="388" y="261"/>
                </a:lnTo>
                <a:lnTo>
                  <a:pt x="388" y="260"/>
                </a:lnTo>
                <a:lnTo>
                  <a:pt x="389" y="260"/>
                </a:lnTo>
                <a:lnTo>
                  <a:pt x="388" y="260"/>
                </a:lnTo>
                <a:lnTo>
                  <a:pt x="388" y="259"/>
                </a:lnTo>
                <a:lnTo>
                  <a:pt x="387" y="260"/>
                </a:lnTo>
                <a:lnTo>
                  <a:pt x="386" y="260"/>
                </a:lnTo>
                <a:lnTo>
                  <a:pt x="385" y="260"/>
                </a:lnTo>
                <a:lnTo>
                  <a:pt x="384" y="259"/>
                </a:lnTo>
                <a:lnTo>
                  <a:pt x="384" y="258"/>
                </a:lnTo>
                <a:lnTo>
                  <a:pt x="383" y="258"/>
                </a:lnTo>
                <a:lnTo>
                  <a:pt x="382" y="258"/>
                </a:lnTo>
                <a:lnTo>
                  <a:pt x="382" y="259"/>
                </a:lnTo>
                <a:lnTo>
                  <a:pt x="381" y="259"/>
                </a:lnTo>
                <a:lnTo>
                  <a:pt x="381" y="258"/>
                </a:lnTo>
                <a:lnTo>
                  <a:pt x="380" y="258"/>
                </a:lnTo>
                <a:lnTo>
                  <a:pt x="379" y="258"/>
                </a:lnTo>
                <a:lnTo>
                  <a:pt x="378" y="258"/>
                </a:lnTo>
                <a:lnTo>
                  <a:pt x="379" y="258"/>
                </a:lnTo>
                <a:lnTo>
                  <a:pt x="379" y="257"/>
                </a:lnTo>
                <a:lnTo>
                  <a:pt x="379" y="256"/>
                </a:lnTo>
                <a:lnTo>
                  <a:pt x="379" y="255"/>
                </a:lnTo>
                <a:lnTo>
                  <a:pt x="379" y="254"/>
                </a:lnTo>
                <a:lnTo>
                  <a:pt x="378" y="254"/>
                </a:lnTo>
                <a:lnTo>
                  <a:pt x="377" y="253"/>
                </a:lnTo>
                <a:lnTo>
                  <a:pt x="376" y="252"/>
                </a:lnTo>
                <a:lnTo>
                  <a:pt x="376" y="251"/>
                </a:lnTo>
                <a:lnTo>
                  <a:pt x="375" y="251"/>
                </a:lnTo>
                <a:lnTo>
                  <a:pt x="375" y="250"/>
                </a:lnTo>
                <a:lnTo>
                  <a:pt x="374" y="250"/>
                </a:lnTo>
                <a:lnTo>
                  <a:pt x="373" y="250"/>
                </a:lnTo>
                <a:lnTo>
                  <a:pt x="372" y="249"/>
                </a:lnTo>
                <a:lnTo>
                  <a:pt x="372" y="248"/>
                </a:lnTo>
                <a:lnTo>
                  <a:pt x="371" y="247"/>
                </a:lnTo>
                <a:lnTo>
                  <a:pt x="371" y="246"/>
                </a:lnTo>
                <a:lnTo>
                  <a:pt x="372" y="246"/>
                </a:lnTo>
                <a:lnTo>
                  <a:pt x="372" y="245"/>
                </a:lnTo>
                <a:lnTo>
                  <a:pt x="371" y="244"/>
                </a:lnTo>
                <a:lnTo>
                  <a:pt x="370" y="244"/>
                </a:lnTo>
                <a:lnTo>
                  <a:pt x="369" y="244"/>
                </a:lnTo>
                <a:lnTo>
                  <a:pt x="368" y="244"/>
                </a:lnTo>
                <a:lnTo>
                  <a:pt x="367" y="244"/>
                </a:lnTo>
                <a:lnTo>
                  <a:pt x="366" y="244"/>
                </a:lnTo>
                <a:lnTo>
                  <a:pt x="364" y="243"/>
                </a:lnTo>
                <a:lnTo>
                  <a:pt x="363" y="243"/>
                </a:lnTo>
                <a:lnTo>
                  <a:pt x="362" y="242"/>
                </a:lnTo>
                <a:lnTo>
                  <a:pt x="361" y="242"/>
                </a:lnTo>
                <a:lnTo>
                  <a:pt x="360" y="242"/>
                </a:lnTo>
                <a:lnTo>
                  <a:pt x="359" y="242"/>
                </a:lnTo>
                <a:lnTo>
                  <a:pt x="358" y="242"/>
                </a:lnTo>
                <a:lnTo>
                  <a:pt x="357" y="243"/>
                </a:lnTo>
                <a:lnTo>
                  <a:pt x="358" y="243"/>
                </a:lnTo>
                <a:lnTo>
                  <a:pt x="357" y="244"/>
                </a:lnTo>
                <a:lnTo>
                  <a:pt x="356" y="244"/>
                </a:lnTo>
                <a:lnTo>
                  <a:pt x="355" y="244"/>
                </a:lnTo>
                <a:lnTo>
                  <a:pt x="354" y="244"/>
                </a:lnTo>
                <a:lnTo>
                  <a:pt x="353" y="244"/>
                </a:lnTo>
                <a:lnTo>
                  <a:pt x="352" y="244"/>
                </a:lnTo>
                <a:lnTo>
                  <a:pt x="351" y="243"/>
                </a:lnTo>
                <a:lnTo>
                  <a:pt x="351" y="242"/>
                </a:lnTo>
                <a:lnTo>
                  <a:pt x="351" y="241"/>
                </a:lnTo>
                <a:lnTo>
                  <a:pt x="351" y="240"/>
                </a:lnTo>
                <a:lnTo>
                  <a:pt x="351" y="239"/>
                </a:lnTo>
                <a:lnTo>
                  <a:pt x="350" y="238"/>
                </a:lnTo>
                <a:lnTo>
                  <a:pt x="349" y="239"/>
                </a:lnTo>
                <a:lnTo>
                  <a:pt x="348" y="239"/>
                </a:lnTo>
                <a:lnTo>
                  <a:pt x="347" y="239"/>
                </a:lnTo>
                <a:lnTo>
                  <a:pt x="347" y="238"/>
                </a:lnTo>
                <a:lnTo>
                  <a:pt x="347" y="237"/>
                </a:lnTo>
                <a:lnTo>
                  <a:pt x="346" y="237"/>
                </a:lnTo>
                <a:lnTo>
                  <a:pt x="345" y="236"/>
                </a:lnTo>
                <a:lnTo>
                  <a:pt x="345" y="235"/>
                </a:lnTo>
                <a:lnTo>
                  <a:pt x="345" y="234"/>
                </a:lnTo>
                <a:lnTo>
                  <a:pt x="344" y="233"/>
                </a:lnTo>
                <a:lnTo>
                  <a:pt x="343" y="233"/>
                </a:lnTo>
                <a:lnTo>
                  <a:pt x="343" y="232"/>
                </a:lnTo>
                <a:lnTo>
                  <a:pt x="343" y="231"/>
                </a:lnTo>
                <a:lnTo>
                  <a:pt x="342" y="230"/>
                </a:lnTo>
                <a:lnTo>
                  <a:pt x="341" y="230"/>
                </a:lnTo>
                <a:lnTo>
                  <a:pt x="340" y="230"/>
                </a:lnTo>
                <a:lnTo>
                  <a:pt x="340" y="229"/>
                </a:lnTo>
                <a:lnTo>
                  <a:pt x="341" y="228"/>
                </a:lnTo>
                <a:lnTo>
                  <a:pt x="342" y="227"/>
                </a:lnTo>
                <a:lnTo>
                  <a:pt x="341" y="225"/>
                </a:lnTo>
                <a:lnTo>
                  <a:pt x="342" y="225"/>
                </a:lnTo>
                <a:lnTo>
                  <a:pt x="342" y="224"/>
                </a:lnTo>
                <a:lnTo>
                  <a:pt x="344" y="223"/>
                </a:lnTo>
                <a:lnTo>
                  <a:pt x="343" y="221"/>
                </a:lnTo>
                <a:lnTo>
                  <a:pt x="342" y="221"/>
                </a:lnTo>
                <a:lnTo>
                  <a:pt x="341" y="221"/>
                </a:lnTo>
                <a:lnTo>
                  <a:pt x="341" y="220"/>
                </a:lnTo>
                <a:lnTo>
                  <a:pt x="341" y="219"/>
                </a:lnTo>
                <a:lnTo>
                  <a:pt x="341" y="218"/>
                </a:lnTo>
                <a:lnTo>
                  <a:pt x="340" y="217"/>
                </a:lnTo>
                <a:lnTo>
                  <a:pt x="339" y="217"/>
                </a:lnTo>
                <a:lnTo>
                  <a:pt x="340" y="215"/>
                </a:lnTo>
                <a:lnTo>
                  <a:pt x="341" y="215"/>
                </a:lnTo>
                <a:lnTo>
                  <a:pt x="342" y="215"/>
                </a:lnTo>
                <a:lnTo>
                  <a:pt x="344" y="215"/>
                </a:lnTo>
                <a:lnTo>
                  <a:pt x="344" y="214"/>
                </a:lnTo>
                <a:lnTo>
                  <a:pt x="343" y="214"/>
                </a:lnTo>
                <a:lnTo>
                  <a:pt x="343" y="212"/>
                </a:lnTo>
                <a:lnTo>
                  <a:pt x="345" y="210"/>
                </a:lnTo>
                <a:lnTo>
                  <a:pt x="346" y="210"/>
                </a:lnTo>
                <a:lnTo>
                  <a:pt x="347" y="210"/>
                </a:lnTo>
                <a:lnTo>
                  <a:pt x="348" y="209"/>
                </a:lnTo>
                <a:lnTo>
                  <a:pt x="350" y="209"/>
                </a:lnTo>
                <a:lnTo>
                  <a:pt x="351" y="208"/>
                </a:lnTo>
                <a:lnTo>
                  <a:pt x="352" y="208"/>
                </a:lnTo>
                <a:lnTo>
                  <a:pt x="353" y="209"/>
                </a:lnTo>
                <a:lnTo>
                  <a:pt x="354" y="210"/>
                </a:lnTo>
                <a:lnTo>
                  <a:pt x="355" y="210"/>
                </a:lnTo>
                <a:lnTo>
                  <a:pt x="356" y="210"/>
                </a:lnTo>
                <a:lnTo>
                  <a:pt x="356" y="209"/>
                </a:lnTo>
                <a:lnTo>
                  <a:pt x="357" y="209"/>
                </a:lnTo>
                <a:lnTo>
                  <a:pt x="358" y="210"/>
                </a:lnTo>
                <a:lnTo>
                  <a:pt x="358" y="209"/>
                </a:lnTo>
                <a:lnTo>
                  <a:pt x="359" y="209"/>
                </a:lnTo>
                <a:lnTo>
                  <a:pt x="359" y="208"/>
                </a:lnTo>
                <a:lnTo>
                  <a:pt x="358" y="208"/>
                </a:lnTo>
                <a:lnTo>
                  <a:pt x="358" y="206"/>
                </a:lnTo>
                <a:lnTo>
                  <a:pt x="357" y="206"/>
                </a:lnTo>
                <a:lnTo>
                  <a:pt x="358" y="205"/>
                </a:lnTo>
                <a:lnTo>
                  <a:pt x="358" y="204"/>
                </a:lnTo>
                <a:lnTo>
                  <a:pt x="359" y="204"/>
                </a:lnTo>
                <a:lnTo>
                  <a:pt x="358" y="204"/>
                </a:lnTo>
                <a:lnTo>
                  <a:pt x="358" y="203"/>
                </a:lnTo>
                <a:lnTo>
                  <a:pt x="359" y="203"/>
                </a:lnTo>
                <a:lnTo>
                  <a:pt x="359" y="202"/>
                </a:lnTo>
                <a:lnTo>
                  <a:pt x="359" y="203"/>
                </a:lnTo>
                <a:lnTo>
                  <a:pt x="359" y="204"/>
                </a:lnTo>
                <a:lnTo>
                  <a:pt x="360" y="204"/>
                </a:lnTo>
                <a:lnTo>
                  <a:pt x="361" y="203"/>
                </a:lnTo>
                <a:lnTo>
                  <a:pt x="361" y="202"/>
                </a:lnTo>
                <a:lnTo>
                  <a:pt x="361" y="201"/>
                </a:lnTo>
                <a:lnTo>
                  <a:pt x="362" y="201"/>
                </a:lnTo>
                <a:lnTo>
                  <a:pt x="363" y="201"/>
                </a:lnTo>
                <a:lnTo>
                  <a:pt x="363" y="202"/>
                </a:lnTo>
                <a:lnTo>
                  <a:pt x="363" y="203"/>
                </a:lnTo>
                <a:lnTo>
                  <a:pt x="364" y="203"/>
                </a:lnTo>
                <a:lnTo>
                  <a:pt x="365" y="203"/>
                </a:lnTo>
                <a:lnTo>
                  <a:pt x="366" y="202"/>
                </a:lnTo>
                <a:lnTo>
                  <a:pt x="366" y="201"/>
                </a:lnTo>
                <a:lnTo>
                  <a:pt x="367" y="201"/>
                </a:lnTo>
                <a:lnTo>
                  <a:pt x="367" y="200"/>
                </a:lnTo>
                <a:lnTo>
                  <a:pt x="366" y="200"/>
                </a:lnTo>
                <a:lnTo>
                  <a:pt x="366" y="199"/>
                </a:lnTo>
                <a:lnTo>
                  <a:pt x="365" y="199"/>
                </a:lnTo>
                <a:lnTo>
                  <a:pt x="364" y="198"/>
                </a:lnTo>
                <a:lnTo>
                  <a:pt x="363" y="198"/>
                </a:lnTo>
                <a:lnTo>
                  <a:pt x="363" y="199"/>
                </a:lnTo>
                <a:lnTo>
                  <a:pt x="362" y="199"/>
                </a:lnTo>
                <a:lnTo>
                  <a:pt x="360" y="199"/>
                </a:lnTo>
                <a:lnTo>
                  <a:pt x="359" y="198"/>
                </a:lnTo>
                <a:lnTo>
                  <a:pt x="358" y="197"/>
                </a:lnTo>
                <a:lnTo>
                  <a:pt x="357" y="197"/>
                </a:lnTo>
                <a:lnTo>
                  <a:pt x="355" y="198"/>
                </a:lnTo>
                <a:lnTo>
                  <a:pt x="354" y="198"/>
                </a:lnTo>
                <a:lnTo>
                  <a:pt x="353" y="199"/>
                </a:lnTo>
                <a:lnTo>
                  <a:pt x="351" y="199"/>
                </a:lnTo>
                <a:lnTo>
                  <a:pt x="351" y="200"/>
                </a:lnTo>
                <a:lnTo>
                  <a:pt x="350" y="200"/>
                </a:lnTo>
                <a:lnTo>
                  <a:pt x="349" y="200"/>
                </a:lnTo>
                <a:lnTo>
                  <a:pt x="347" y="200"/>
                </a:lnTo>
                <a:lnTo>
                  <a:pt x="346" y="200"/>
                </a:lnTo>
                <a:lnTo>
                  <a:pt x="345" y="200"/>
                </a:lnTo>
                <a:lnTo>
                  <a:pt x="344" y="199"/>
                </a:lnTo>
                <a:lnTo>
                  <a:pt x="344" y="198"/>
                </a:lnTo>
                <a:lnTo>
                  <a:pt x="342" y="199"/>
                </a:lnTo>
                <a:lnTo>
                  <a:pt x="341" y="198"/>
                </a:lnTo>
                <a:lnTo>
                  <a:pt x="340" y="197"/>
                </a:lnTo>
                <a:lnTo>
                  <a:pt x="339" y="197"/>
                </a:lnTo>
                <a:lnTo>
                  <a:pt x="337" y="196"/>
                </a:lnTo>
                <a:lnTo>
                  <a:pt x="333" y="196"/>
                </a:lnTo>
                <a:lnTo>
                  <a:pt x="332" y="196"/>
                </a:lnTo>
                <a:lnTo>
                  <a:pt x="331" y="196"/>
                </a:lnTo>
                <a:lnTo>
                  <a:pt x="330" y="196"/>
                </a:lnTo>
                <a:lnTo>
                  <a:pt x="330" y="195"/>
                </a:lnTo>
                <a:lnTo>
                  <a:pt x="329" y="195"/>
                </a:lnTo>
                <a:lnTo>
                  <a:pt x="328" y="196"/>
                </a:lnTo>
                <a:lnTo>
                  <a:pt x="327" y="196"/>
                </a:lnTo>
                <a:lnTo>
                  <a:pt x="326" y="196"/>
                </a:lnTo>
                <a:lnTo>
                  <a:pt x="324" y="196"/>
                </a:lnTo>
                <a:lnTo>
                  <a:pt x="323" y="196"/>
                </a:lnTo>
                <a:lnTo>
                  <a:pt x="323" y="197"/>
                </a:lnTo>
                <a:lnTo>
                  <a:pt x="320" y="196"/>
                </a:lnTo>
                <a:lnTo>
                  <a:pt x="319" y="196"/>
                </a:lnTo>
                <a:lnTo>
                  <a:pt x="317" y="195"/>
                </a:lnTo>
                <a:lnTo>
                  <a:pt x="317" y="194"/>
                </a:lnTo>
                <a:lnTo>
                  <a:pt x="316" y="193"/>
                </a:lnTo>
                <a:lnTo>
                  <a:pt x="315" y="193"/>
                </a:lnTo>
                <a:lnTo>
                  <a:pt x="315" y="192"/>
                </a:lnTo>
                <a:lnTo>
                  <a:pt x="314" y="191"/>
                </a:lnTo>
                <a:lnTo>
                  <a:pt x="313" y="191"/>
                </a:lnTo>
                <a:lnTo>
                  <a:pt x="314" y="190"/>
                </a:lnTo>
                <a:lnTo>
                  <a:pt x="313" y="189"/>
                </a:lnTo>
                <a:lnTo>
                  <a:pt x="314" y="189"/>
                </a:lnTo>
                <a:lnTo>
                  <a:pt x="313" y="189"/>
                </a:lnTo>
                <a:lnTo>
                  <a:pt x="313" y="188"/>
                </a:lnTo>
                <a:lnTo>
                  <a:pt x="312" y="188"/>
                </a:lnTo>
                <a:lnTo>
                  <a:pt x="311" y="188"/>
                </a:lnTo>
                <a:lnTo>
                  <a:pt x="311" y="186"/>
                </a:lnTo>
                <a:lnTo>
                  <a:pt x="310" y="186"/>
                </a:lnTo>
                <a:lnTo>
                  <a:pt x="310" y="185"/>
                </a:lnTo>
                <a:lnTo>
                  <a:pt x="309" y="185"/>
                </a:lnTo>
                <a:lnTo>
                  <a:pt x="310" y="185"/>
                </a:lnTo>
                <a:lnTo>
                  <a:pt x="310" y="184"/>
                </a:lnTo>
                <a:lnTo>
                  <a:pt x="309" y="184"/>
                </a:lnTo>
                <a:lnTo>
                  <a:pt x="308" y="183"/>
                </a:lnTo>
                <a:lnTo>
                  <a:pt x="307" y="182"/>
                </a:lnTo>
                <a:lnTo>
                  <a:pt x="305" y="182"/>
                </a:lnTo>
                <a:lnTo>
                  <a:pt x="304" y="181"/>
                </a:lnTo>
                <a:lnTo>
                  <a:pt x="303" y="181"/>
                </a:lnTo>
                <a:lnTo>
                  <a:pt x="303" y="182"/>
                </a:lnTo>
                <a:lnTo>
                  <a:pt x="302" y="181"/>
                </a:lnTo>
                <a:lnTo>
                  <a:pt x="302" y="180"/>
                </a:lnTo>
                <a:lnTo>
                  <a:pt x="302" y="179"/>
                </a:lnTo>
                <a:lnTo>
                  <a:pt x="300" y="178"/>
                </a:lnTo>
                <a:lnTo>
                  <a:pt x="299" y="177"/>
                </a:lnTo>
                <a:lnTo>
                  <a:pt x="299" y="178"/>
                </a:lnTo>
                <a:lnTo>
                  <a:pt x="299" y="177"/>
                </a:lnTo>
                <a:lnTo>
                  <a:pt x="297" y="177"/>
                </a:lnTo>
                <a:lnTo>
                  <a:pt x="299" y="177"/>
                </a:lnTo>
                <a:lnTo>
                  <a:pt x="297" y="176"/>
                </a:lnTo>
                <a:lnTo>
                  <a:pt x="296" y="176"/>
                </a:lnTo>
                <a:lnTo>
                  <a:pt x="295" y="176"/>
                </a:lnTo>
                <a:lnTo>
                  <a:pt x="294" y="175"/>
                </a:lnTo>
                <a:lnTo>
                  <a:pt x="293" y="175"/>
                </a:lnTo>
                <a:lnTo>
                  <a:pt x="293" y="174"/>
                </a:lnTo>
                <a:lnTo>
                  <a:pt x="294" y="173"/>
                </a:lnTo>
                <a:lnTo>
                  <a:pt x="293" y="172"/>
                </a:lnTo>
                <a:lnTo>
                  <a:pt x="292" y="172"/>
                </a:lnTo>
                <a:lnTo>
                  <a:pt x="292" y="171"/>
                </a:lnTo>
                <a:lnTo>
                  <a:pt x="291" y="170"/>
                </a:lnTo>
                <a:lnTo>
                  <a:pt x="291" y="169"/>
                </a:lnTo>
                <a:lnTo>
                  <a:pt x="290" y="168"/>
                </a:lnTo>
                <a:lnTo>
                  <a:pt x="291" y="167"/>
                </a:lnTo>
                <a:lnTo>
                  <a:pt x="291" y="166"/>
                </a:lnTo>
                <a:lnTo>
                  <a:pt x="291" y="165"/>
                </a:lnTo>
                <a:lnTo>
                  <a:pt x="292" y="165"/>
                </a:lnTo>
                <a:lnTo>
                  <a:pt x="292" y="163"/>
                </a:lnTo>
                <a:lnTo>
                  <a:pt x="292" y="162"/>
                </a:lnTo>
                <a:lnTo>
                  <a:pt x="292" y="161"/>
                </a:lnTo>
                <a:lnTo>
                  <a:pt x="291" y="161"/>
                </a:lnTo>
                <a:lnTo>
                  <a:pt x="290" y="161"/>
                </a:lnTo>
                <a:lnTo>
                  <a:pt x="289" y="161"/>
                </a:lnTo>
                <a:lnTo>
                  <a:pt x="289" y="160"/>
                </a:lnTo>
                <a:lnTo>
                  <a:pt x="288" y="160"/>
                </a:lnTo>
                <a:lnTo>
                  <a:pt x="288" y="159"/>
                </a:lnTo>
                <a:lnTo>
                  <a:pt x="287" y="159"/>
                </a:lnTo>
                <a:lnTo>
                  <a:pt x="286" y="159"/>
                </a:lnTo>
                <a:lnTo>
                  <a:pt x="285" y="160"/>
                </a:lnTo>
                <a:lnTo>
                  <a:pt x="284" y="161"/>
                </a:lnTo>
                <a:lnTo>
                  <a:pt x="284" y="162"/>
                </a:lnTo>
                <a:lnTo>
                  <a:pt x="285" y="162"/>
                </a:lnTo>
                <a:lnTo>
                  <a:pt x="285" y="163"/>
                </a:lnTo>
                <a:lnTo>
                  <a:pt x="285" y="164"/>
                </a:lnTo>
                <a:lnTo>
                  <a:pt x="285" y="165"/>
                </a:lnTo>
                <a:lnTo>
                  <a:pt x="285" y="167"/>
                </a:lnTo>
                <a:lnTo>
                  <a:pt x="284" y="168"/>
                </a:lnTo>
                <a:lnTo>
                  <a:pt x="283" y="168"/>
                </a:lnTo>
                <a:lnTo>
                  <a:pt x="282" y="168"/>
                </a:lnTo>
                <a:lnTo>
                  <a:pt x="282" y="167"/>
                </a:lnTo>
                <a:lnTo>
                  <a:pt x="281" y="167"/>
                </a:lnTo>
                <a:lnTo>
                  <a:pt x="281" y="166"/>
                </a:lnTo>
                <a:lnTo>
                  <a:pt x="280" y="166"/>
                </a:lnTo>
                <a:lnTo>
                  <a:pt x="280" y="167"/>
                </a:lnTo>
                <a:lnTo>
                  <a:pt x="279" y="167"/>
                </a:lnTo>
                <a:lnTo>
                  <a:pt x="278" y="167"/>
                </a:lnTo>
                <a:lnTo>
                  <a:pt x="277" y="167"/>
                </a:lnTo>
                <a:lnTo>
                  <a:pt x="276" y="168"/>
                </a:lnTo>
                <a:lnTo>
                  <a:pt x="275" y="168"/>
                </a:lnTo>
                <a:lnTo>
                  <a:pt x="274" y="168"/>
                </a:lnTo>
                <a:lnTo>
                  <a:pt x="273" y="168"/>
                </a:lnTo>
                <a:lnTo>
                  <a:pt x="273" y="167"/>
                </a:lnTo>
                <a:lnTo>
                  <a:pt x="272" y="167"/>
                </a:lnTo>
                <a:lnTo>
                  <a:pt x="271" y="167"/>
                </a:lnTo>
                <a:lnTo>
                  <a:pt x="270" y="168"/>
                </a:lnTo>
                <a:lnTo>
                  <a:pt x="270" y="169"/>
                </a:lnTo>
                <a:lnTo>
                  <a:pt x="270" y="170"/>
                </a:lnTo>
                <a:lnTo>
                  <a:pt x="271" y="172"/>
                </a:lnTo>
                <a:lnTo>
                  <a:pt x="271" y="173"/>
                </a:lnTo>
                <a:lnTo>
                  <a:pt x="272" y="174"/>
                </a:lnTo>
                <a:lnTo>
                  <a:pt x="272" y="175"/>
                </a:lnTo>
                <a:lnTo>
                  <a:pt x="272" y="176"/>
                </a:lnTo>
                <a:lnTo>
                  <a:pt x="271" y="176"/>
                </a:lnTo>
                <a:lnTo>
                  <a:pt x="270" y="176"/>
                </a:lnTo>
                <a:lnTo>
                  <a:pt x="269" y="176"/>
                </a:lnTo>
                <a:lnTo>
                  <a:pt x="268" y="176"/>
                </a:lnTo>
                <a:lnTo>
                  <a:pt x="268" y="175"/>
                </a:lnTo>
                <a:lnTo>
                  <a:pt x="267" y="175"/>
                </a:lnTo>
                <a:lnTo>
                  <a:pt x="267" y="176"/>
                </a:lnTo>
                <a:lnTo>
                  <a:pt x="265" y="175"/>
                </a:lnTo>
                <a:lnTo>
                  <a:pt x="264" y="174"/>
                </a:lnTo>
                <a:lnTo>
                  <a:pt x="264" y="173"/>
                </a:lnTo>
                <a:lnTo>
                  <a:pt x="263" y="172"/>
                </a:lnTo>
                <a:lnTo>
                  <a:pt x="263" y="171"/>
                </a:lnTo>
                <a:lnTo>
                  <a:pt x="262" y="171"/>
                </a:lnTo>
                <a:lnTo>
                  <a:pt x="262" y="172"/>
                </a:lnTo>
                <a:lnTo>
                  <a:pt x="261" y="172"/>
                </a:lnTo>
                <a:lnTo>
                  <a:pt x="260" y="172"/>
                </a:lnTo>
                <a:lnTo>
                  <a:pt x="259" y="173"/>
                </a:lnTo>
                <a:lnTo>
                  <a:pt x="259" y="175"/>
                </a:lnTo>
                <a:lnTo>
                  <a:pt x="260" y="176"/>
                </a:lnTo>
                <a:lnTo>
                  <a:pt x="261" y="176"/>
                </a:lnTo>
                <a:lnTo>
                  <a:pt x="261" y="177"/>
                </a:lnTo>
                <a:lnTo>
                  <a:pt x="262" y="177"/>
                </a:lnTo>
                <a:lnTo>
                  <a:pt x="262" y="178"/>
                </a:lnTo>
                <a:lnTo>
                  <a:pt x="263" y="178"/>
                </a:lnTo>
                <a:lnTo>
                  <a:pt x="264" y="179"/>
                </a:lnTo>
                <a:lnTo>
                  <a:pt x="265" y="181"/>
                </a:lnTo>
                <a:lnTo>
                  <a:pt x="266" y="182"/>
                </a:lnTo>
                <a:lnTo>
                  <a:pt x="266" y="183"/>
                </a:lnTo>
                <a:lnTo>
                  <a:pt x="267" y="184"/>
                </a:lnTo>
                <a:lnTo>
                  <a:pt x="268" y="184"/>
                </a:lnTo>
                <a:lnTo>
                  <a:pt x="269" y="184"/>
                </a:lnTo>
                <a:lnTo>
                  <a:pt x="269" y="185"/>
                </a:lnTo>
                <a:lnTo>
                  <a:pt x="270" y="186"/>
                </a:lnTo>
                <a:lnTo>
                  <a:pt x="271" y="186"/>
                </a:lnTo>
                <a:lnTo>
                  <a:pt x="271" y="187"/>
                </a:lnTo>
                <a:lnTo>
                  <a:pt x="271" y="188"/>
                </a:lnTo>
                <a:lnTo>
                  <a:pt x="271" y="189"/>
                </a:lnTo>
                <a:lnTo>
                  <a:pt x="270" y="189"/>
                </a:lnTo>
                <a:lnTo>
                  <a:pt x="268" y="189"/>
                </a:lnTo>
                <a:lnTo>
                  <a:pt x="267" y="189"/>
                </a:lnTo>
                <a:lnTo>
                  <a:pt x="267" y="188"/>
                </a:lnTo>
                <a:lnTo>
                  <a:pt x="266" y="188"/>
                </a:lnTo>
                <a:lnTo>
                  <a:pt x="264" y="188"/>
                </a:lnTo>
                <a:lnTo>
                  <a:pt x="264" y="189"/>
                </a:lnTo>
                <a:lnTo>
                  <a:pt x="261" y="189"/>
                </a:lnTo>
                <a:lnTo>
                  <a:pt x="260" y="189"/>
                </a:lnTo>
                <a:lnTo>
                  <a:pt x="259" y="189"/>
                </a:lnTo>
                <a:lnTo>
                  <a:pt x="258" y="189"/>
                </a:lnTo>
                <a:lnTo>
                  <a:pt x="257" y="189"/>
                </a:lnTo>
                <a:lnTo>
                  <a:pt x="257" y="190"/>
                </a:lnTo>
                <a:lnTo>
                  <a:pt x="257" y="191"/>
                </a:lnTo>
                <a:lnTo>
                  <a:pt x="256" y="190"/>
                </a:lnTo>
                <a:lnTo>
                  <a:pt x="255" y="190"/>
                </a:lnTo>
                <a:lnTo>
                  <a:pt x="254" y="190"/>
                </a:lnTo>
                <a:lnTo>
                  <a:pt x="254" y="189"/>
                </a:lnTo>
                <a:lnTo>
                  <a:pt x="253" y="189"/>
                </a:lnTo>
                <a:lnTo>
                  <a:pt x="253" y="188"/>
                </a:lnTo>
                <a:lnTo>
                  <a:pt x="253" y="187"/>
                </a:lnTo>
                <a:lnTo>
                  <a:pt x="252" y="187"/>
                </a:lnTo>
                <a:lnTo>
                  <a:pt x="250" y="188"/>
                </a:lnTo>
                <a:lnTo>
                  <a:pt x="250" y="189"/>
                </a:lnTo>
                <a:lnTo>
                  <a:pt x="250" y="190"/>
                </a:lnTo>
                <a:lnTo>
                  <a:pt x="249" y="191"/>
                </a:lnTo>
                <a:lnTo>
                  <a:pt x="248" y="193"/>
                </a:lnTo>
                <a:lnTo>
                  <a:pt x="247" y="193"/>
                </a:lnTo>
                <a:lnTo>
                  <a:pt x="246" y="194"/>
                </a:lnTo>
                <a:lnTo>
                  <a:pt x="245" y="195"/>
                </a:lnTo>
                <a:lnTo>
                  <a:pt x="245" y="197"/>
                </a:lnTo>
                <a:lnTo>
                  <a:pt x="245" y="198"/>
                </a:lnTo>
                <a:lnTo>
                  <a:pt x="244" y="200"/>
                </a:lnTo>
                <a:lnTo>
                  <a:pt x="243" y="200"/>
                </a:lnTo>
                <a:lnTo>
                  <a:pt x="242" y="200"/>
                </a:lnTo>
                <a:lnTo>
                  <a:pt x="241" y="200"/>
                </a:lnTo>
                <a:lnTo>
                  <a:pt x="241" y="201"/>
                </a:lnTo>
                <a:lnTo>
                  <a:pt x="240" y="201"/>
                </a:lnTo>
                <a:lnTo>
                  <a:pt x="239" y="201"/>
                </a:lnTo>
                <a:lnTo>
                  <a:pt x="239" y="202"/>
                </a:lnTo>
                <a:lnTo>
                  <a:pt x="240" y="202"/>
                </a:lnTo>
                <a:lnTo>
                  <a:pt x="240" y="203"/>
                </a:lnTo>
                <a:lnTo>
                  <a:pt x="239" y="203"/>
                </a:lnTo>
                <a:lnTo>
                  <a:pt x="239" y="204"/>
                </a:lnTo>
                <a:lnTo>
                  <a:pt x="238" y="203"/>
                </a:lnTo>
                <a:lnTo>
                  <a:pt x="237" y="203"/>
                </a:lnTo>
                <a:lnTo>
                  <a:pt x="237" y="204"/>
                </a:lnTo>
                <a:lnTo>
                  <a:pt x="236" y="204"/>
                </a:lnTo>
                <a:lnTo>
                  <a:pt x="236" y="205"/>
                </a:lnTo>
                <a:lnTo>
                  <a:pt x="235" y="205"/>
                </a:lnTo>
                <a:lnTo>
                  <a:pt x="234" y="206"/>
                </a:lnTo>
                <a:lnTo>
                  <a:pt x="233" y="206"/>
                </a:lnTo>
                <a:lnTo>
                  <a:pt x="232" y="207"/>
                </a:lnTo>
                <a:lnTo>
                  <a:pt x="232" y="206"/>
                </a:lnTo>
                <a:lnTo>
                  <a:pt x="231" y="206"/>
                </a:lnTo>
                <a:lnTo>
                  <a:pt x="231" y="207"/>
                </a:lnTo>
                <a:lnTo>
                  <a:pt x="230" y="207"/>
                </a:lnTo>
                <a:lnTo>
                  <a:pt x="229" y="208"/>
                </a:lnTo>
                <a:lnTo>
                  <a:pt x="228" y="208"/>
                </a:lnTo>
                <a:lnTo>
                  <a:pt x="227" y="207"/>
                </a:lnTo>
                <a:lnTo>
                  <a:pt x="226" y="206"/>
                </a:lnTo>
                <a:lnTo>
                  <a:pt x="226" y="205"/>
                </a:lnTo>
                <a:lnTo>
                  <a:pt x="223" y="205"/>
                </a:lnTo>
                <a:lnTo>
                  <a:pt x="222" y="205"/>
                </a:lnTo>
                <a:lnTo>
                  <a:pt x="221" y="205"/>
                </a:lnTo>
                <a:lnTo>
                  <a:pt x="220" y="206"/>
                </a:lnTo>
                <a:lnTo>
                  <a:pt x="219" y="206"/>
                </a:lnTo>
                <a:lnTo>
                  <a:pt x="219" y="207"/>
                </a:lnTo>
                <a:lnTo>
                  <a:pt x="216" y="207"/>
                </a:lnTo>
                <a:lnTo>
                  <a:pt x="215" y="207"/>
                </a:lnTo>
                <a:lnTo>
                  <a:pt x="214" y="207"/>
                </a:lnTo>
                <a:lnTo>
                  <a:pt x="214" y="208"/>
                </a:lnTo>
                <a:lnTo>
                  <a:pt x="213" y="210"/>
                </a:lnTo>
                <a:lnTo>
                  <a:pt x="213" y="211"/>
                </a:lnTo>
                <a:lnTo>
                  <a:pt x="211" y="211"/>
                </a:lnTo>
                <a:lnTo>
                  <a:pt x="211" y="210"/>
                </a:lnTo>
                <a:lnTo>
                  <a:pt x="210" y="210"/>
                </a:lnTo>
                <a:lnTo>
                  <a:pt x="210" y="211"/>
                </a:lnTo>
                <a:lnTo>
                  <a:pt x="209" y="211"/>
                </a:lnTo>
                <a:lnTo>
                  <a:pt x="208" y="212"/>
                </a:lnTo>
                <a:lnTo>
                  <a:pt x="207" y="212"/>
                </a:lnTo>
                <a:lnTo>
                  <a:pt x="207" y="213"/>
                </a:lnTo>
                <a:lnTo>
                  <a:pt x="206" y="214"/>
                </a:lnTo>
                <a:lnTo>
                  <a:pt x="206" y="215"/>
                </a:lnTo>
                <a:lnTo>
                  <a:pt x="206" y="216"/>
                </a:lnTo>
                <a:lnTo>
                  <a:pt x="205" y="216"/>
                </a:lnTo>
                <a:lnTo>
                  <a:pt x="206" y="217"/>
                </a:lnTo>
                <a:lnTo>
                  <a:pt x="208" y="217"/>
                </a:lnTo>
                <a:lnTo>
                  <a:pt x="209" y="217"/>
                </a:lnTo>
                <a:lnTo>
                  <a:pt x="210" y="217"/>
                </a:lnTo>
                <a:lnTo>
                  <a:pt x="210" y="218"/>
                </a:lnTo>
                <a:lnTo>
                  <a:pt x="209" y="219"/>
                </a:lnTo>
                <a:lnTo>
                  <a:pt x="208" y="220"/>
                </a:lnTo>
                <a:lnTo>
                  <a:pt x="209" y="220"/>
                </a:lnTo>
                <a:lnTo>
                  <a:pt x="209" y="221"/>
                </a:lnTo>
                <a:lnTo>
                  <a:pt x="209" y="222"/>
                </a:lnTo>
                <a:lnTo>
                  <a:pt x="208" y="222"/>
                </a:lnTo>
                <a:lnTo>
                  <a:pt x="209" y="222"/>
                </a:lnTo>
                <a:lnTo>
                  <a:pt x="209" y="223"/>
                </a:lnTo>
                <a:lnTo>
                  <a:pt x="209" y="222"/>
                </a:lnTo>
                <a:lnTo>
                  <a:pt x="211" y="224"/>
                </a:lnTo>
                <a:lnTo>
                  <a:pt x="214" y="228"/>
                </a:lnTo>
                <a:lnTo>
                  <a:pt x="215" y="229"/>
                </a:lnTo>
                <a:lnTo>
                  <a:pt x="216" y="229"/>
                </a:lnTo>
                <a:lnTo>
                  <a:pt x="217" y="229"/>
                </a:lnTo>
                <a:lnTo>
                  <a:pt x="217" y="230"/>
                </a:lnTo>
                <a:lnTo>
                  <a:pt x="216" y="231"/>
                </a:lnTo>
                <a:lnTo>
                  <a:pt x="217" y="231"/>
                </a:lnTo>
                <a:lnTo>
                  <a:pt x="218" y="231"/>
                </a:lnTo>
                <a:lnTo>
                  <a:pt x="220" y="231"/>
                </a:lnTo>
                <a:lnTo>
                  <a:pt x="221" y="231"/>
                </a:lnTo>
                <a:lnTo>
                  <a:pt x="222" y="231"/>
                </a:lnTo>
                <a:lnTo>
                  <a:pt x="222" y="232"/>
                </a:lnTo>
                <a:lnTo>
                  <a:pt x="222" y="233"/>
                </a:lnTo>
                <a:lnTo>
                  <a:pt x="222" y="234"/>
                </a:lnTo>
                <a:lnTo>
                  <a:pt x="223" y="235"/>
                </a:lnTo>
                <a:lnTo>
                  <a:pt x="224" y="236"/>
                </a:lnTo>
                <a:lnTo>
                  <a:pt x="224" y="237"/>
                </a:lnTo>
                <a:lnTo>
                  <a:pt x="225" y="238"/>
                </a:lnTo>
                <a:lnTo>
                  <a:pt x="225" y="239"/>
                </a:lnTo>
                <a:lnTo>
                  <a:pt x="226" y="240"/>
                </a:lnTo>
                <a:lnTo>
                  <a:pt x="226" y="241"/>
                </a:lnTo>
                <a:lnTo>
                  <a:pt x="224" y="242"/>
                </a:lnTo>
                <a:lnTo>
                  <a:pt x="223" y="242"/>
                </a:lnTo>
                <a:lnTo>
                  <a:pt x="222" y="242"/>
                </a:lnTo>
                <a:lnTo>
                  <a:pt x="222" y="243"/>
                </a:lnTo>
                <a:lnTo>
                  <a:pt x="221" y="243"/>
                </a:lnTo>
                <a:lnTo>
                  <a:pt x="221" y="244"/>
                </a:lnTo>
                <a:lnTo>
                  <a:pt x="220" y="244"/>
                </a:lnTo>
                <a:lnTo>
                  <a:pt x="219" y="245"/>
                </a:lnTo>
                <a:lnTo>
                  <a:pt x="219" y="246"/>
                </a:lnTo>
                <a:lnTo>
                  <a:pt x="219" y="247"/>
                </a:lnTo>
                <a:lnTo>
                  <a:pt x="218" y="249"/>
                </a:lnTo>
                <a:lnTo>
                  <a:pt x="217" y="249"/>
                </a:lnTo>
                <a:lnTo>
                  <a:pt x="217" y="248"/>
                </a:lnTo>
                <a:lnTo>
                  <a:pt x="216" y="248"/>
                </a:lnTo>
                <a:lnTo>
                  <a:pt x="216" y="249"/>
                </a:lnTo>
                <a:lnTo>
                  <a:pt x="216" y="250"/>
                </a:lnTo>
                <a:lnTo>
                  <a:pt x="215" y="250"/>
                </a:lnTo>
                <a:lnTo>
                  <a:pt x="215" y="251"/>
                </a:lnTo>
                <a:lnTo>
                  <a:pt x="216" y="251"/>
                </a:lnTo>
                <a:lnTo>
                  <a:pt x="216" y="252"/>
                </a:lnTo>
                <a:lnTo>
                  <a:pt x="216" y="253"/>
                </a:lnTo>
                <a:lnTo>
                  <a:pt x="215" y="253"/>
                </a:lnTo>
                <a:lnTo>
                  <a:pt x="214" y="253"/>
                </a:lnTo>
                <a:lnTo>
                  <a:pt x="214" y="252"/>
                </a:lnTo>
                <a:lnTo>
                  <a:pt x="213" y="252"/>
                </a:lnTo>
                <a:lnTo>
                  <a:pt x="212" y="252"/>
                </a:lnTo>
                <a:lnTo>
                  <a:pt x="211" y="252"/>
                </a:lnTo>
                <a:lnTo>
                  <a:pt x="211" y="251"/>
                </a:lnTo>
                <a:lnTo>
                  <a:pt x="210" y="251"/>
                </a:lnTo>
                <a:lnTo>
                  <a:pt x="210" y="250"/>
                </a:lnTo>
                <a:lnTo>
                  <a:pt x="210" y="249"/>
                </a:lnTo>
                <a:lnTo>
                  <a:pt x="209" y="250"/>
                </a:lnTo>
                <a:lnTo>
                  <a:pt x="208" y="250"/>
                </a:lnTo>
                <a:lnTo>
                  <a:pt x="207" y="251"/>
                </a:lnTo>
                <a:lnTo>
                  <a:pt x="207" y="252"/>
                </a:lnTo>
                <a:lnTo>
                  <a:pt x="207" y="253"/>
                </a:lnTo>
                <a:lnTo>
                  <a:pt x="207" y="254"/>
                </a:lnTo>
                <a:lnTo>
                  <a:pt x="206" y="254"/>
                </a:lnTo>
                <a:lnTo>
                  <a:pt x="205" y="254"/>
                </a:lnTo>
                <a:lnTo>
                  <a:pt x="204" y="254"/>
                </a:lnTo>
                <a:lnTo>
                  <a:pt x="203" y="254"/>
                </a:lnTo>
                <a:lnTo>
                  <a:pt x="202" y="254"/>
                </a:lnTo>
                <a:lnTo>
                  <a:pt x="203" y="254"/>
                </a:lnTo>
                <a:lnTo>
                  <a:pt x="202" y="255"/>
                </a:lnTo>
                <a:lnTo>
                  <a:pt x="202" y="254"/>
                </a:lnTo>
                <a:lnTo>
                  <a:pt x="201" y="254"/>
                </a:lnTo>
                <a:lnTo>
                  <a:pt x="200" y="254"/>
                </a:lnTo>
                <a:lnTo>
                  <a:pt x="199" y="254"/>
                </a:lnTo>
                <a:lnTo>
                  <a:pt x="198" y="254"/>
                </a:lnTo>
                <a:lnTo>
                  <a:pt x="197" y="254"/>
                </a:lnTo>
                <a:lnTo>
                  <a:pt x="197" y="255"/>
                </a:lnTo>
                <a:lnTo>
                  <a:pt x="197" y="256"/>
                </a:lnTo>
                <a:lnTo>
                  <a:pt x="196" y="256"/>
                </a:lnTo>
                <a:lnTo>
                  <a:pt x="194" y="255"/>
                </a:lnTo>
                <a:lnTo>
                  <a:pt x="193" y="255"/>
                </a:lnTo>
                <a:lnTo>
                  <a:pt x="193" y="256"/>
                </a:lnTo>
                <a:lnTo>
                  <a:pt x="192" y="257"/>
                </a:lnTo>
                <a:lnTo>
                  <a:pt x="192" y="258"/>
                </a:lnTo>
                <a:lnTo>
                  <a:pt x="191" y="258"/>
                </a:lnTo>
                <a:lnTo>
                  <a:pt x="190" y="258"/>
                </a:lnTo>
                <a:lnTo>
                  <a:pt x="189" y="258"/>
                </a:lnTo>
                <a:lnTo>
                  <a:pt x="189" y="259"/>
                </a:lnTo>
                <a:lnTo>
                  <a:pt x="189" y="260"/>
                </a:lnTo>
                <a:lnTo>
                  <a:pt x="188" y="260"/>
                </a:lnTo>
                <a:lnTo>
                  <a:pt x="187" y="260"/>
                </a:lnTo>
                <a:lnTo>
                  <a:pt x="186" y="260"/>
                </a:lnTo>
                <a:lnTo>
                  <a:pt x="186" y="261"/>
                </a:lnTo>
                <a:lnTo>
                  <a:pt x="185" y="261"/>
                </a:lnTo>
                <a:lnTo>
                  <a:pt x="185" y="262"/>
                </a:lnTo>
                <a:lnTo>
                  <a:pt x="184" y="262"/>
                </a:lnTo>
                <a:lnTo>
                  <a:pt x="183" y="263"/>
                </a:lnTo>
                <a:lnTo>
                  <a:pt x="183" y="264"/>
                </a:lnTo>
                <a:lnTo>
                  <a:pt x="182" y="264"/>
                </a:lnTo>
                <a:lnTo>
                  <a:pt x="181" y="264"/>
                </a:lnTo>
                <a:lnTo>
                  <a:pt x="180" y="265"/>
                </a:lnTo>
                <a:lnTo>
                  <a:pt x="180" y="266"/>
                </a:lnTo>
                <a:lnTo>
                  <a:pt x="179" y="266"/>
                </a:lnTo>
                <a:lnTo>
                  <a:pt x="179" y="267"/>
                </a:lnTo>
                <a:lnTo>
                  <a:pt x="179" y="268"/>
                </a:lnTo>
                <a:lnTo>
                  <a:pt x="178" y="269"/>
                </a:lnTo>
                <a:lnTo>
                  <a:pt x="178" y="270"/>
                </a:lnTo>
                <a:lnTo>
                  <a:pt x="177" y="270"/>
                </a:lnTo>
                <a:lnTo>
                  <a:pt x="177" y="271"/>
                </a:lnTo>
                <a:lnTo>
                  <a:pt x="177" y="272"/>
                </a:lnTo>
                <a:lnTo>
                  <a:pt x="177" y="273"/>
                </a:lnTo>
                <a:lnTo>
                  <a:pt x="178" y="273"/>
                </a:lnTo>
                <a:lnTo>
                  <a:pt x="177" y="273"/>
                </a:lnTo>
                <a:lnTo>
                  <a:pt x="178" y="273"/>
                </a:lnTo>
                <a:lnTo>
                  <a:pt x="179" y="273"/>
                </a:lnTo>
                <a:lnTo>
                  <a:pt x="180" y="273"/>
                </a:lnTo>
                <a:lnTo>
                  <a:pt x="181" y="274"/>
                </a:lnTo>
                <a:lnTo>
                  <a:pt x="182" y="274"/>
                </a:lnTo>
                <a:lnTo>
                  <a:pt x="183" y="274"/>
                </a:lnTo>
                <a:lnTo>
                  <a:pt x="183" y="275"/>
                </a:lnTo>
                <a:lnTo>
                  <a:pt x="184" y="276"/>
                </a:lnTo>
                <a:lnTo>
                  <a:pt x="185" y="276"/>
                </a:lnTo>
                <a:lnTo>
                  <a:pt x="185" y="277"/>
                </a:lnTo>
                <a:lnTo>
                  <a:pt x="186" y="277"/>
                </a:lnTo>
                <a:lnTo>
                  <a:pt x="186" y="278"/>
                </a:lnTo>
                <a:lnTo>
                  <a:pt x="186" y="279"/>
                </a:lnTo>
                <a:lnTo>
                  <a:pt x="185" y="279"/>
                </a:lnTo>
                <a:lnTo>
                  <a:pt x="185" y="280"/>
                </a:lnTo>
                <a:lnTo>
                  <a:pt x="186" y="280"/>
                </a:lnTo>
                <a:lnTo>
                  <a:pt x="187" y="280"/>
                </a:lnTo>
                <a:lnTo>
                  <a:pt x="187" y="281"/>
                </a:lnTo>
                <a:lnTo>
                  <a:pt x="186" y="281"/>
                </a:lnTo>
                <a:lnTo>
                  <a:pt x="186" y="282"/>
                </a:lnTo>
                <a:lnTo>
                  <a:pt x="186" y="283"/>
                </a:lnTo>
                <a:lnTo>
                  <a:pt x="185" y="283"/>
                </a:lnTo>
                <a:lnTo>
                  <a:pt x="185" y="284"/>
                </a:lnTo>
                <a:lnTo>
                  <a:pt x="186" y="284"/>
                </a:lnTo>
                <a:lnTo>
                  <a:pt x="187" y="285"/>
                </a:lnTo>
                <a:lnTo>
                  <a:pt x="188" y="285"/>
                </a:lnTo>
                <a:lnTo>
                  <a:pt x="188" y="286"/>
                </a:lnTo>
                <a:lnTo>
                  <a:pt x="189" y="286"/>
                </a:lnTo>
                <a:lnTo>
                  <a:pt x="190" y="286"/>
                </a:lnTo>
                <a:lnTo>
                  <a:pt x="190" y="287"/>
                </a:lnTo>
                <a:lnTo>
                  <a:pt x="190" y="288"/>
                </a:lnTo>
                <a:lnTo>
                  <a:pt x="189" y="288"/>
                </a:lnTo>
                <a:lnTo>
                  <a:pt x="189" y="289"/>
                </a:lnTo>
                <a:lnTo>
                  <a:pt x="188" y="289"/>
                </a:lnTo>
                <a:lnTo>
                  <a:pt x="187" y="289"/>
                </a:lnTo>
                <a:lnTo>
                  <a:pt x="186" y="289"/>
                </a:lnTo>
                <a:lnTo>
                  <a:pt x="185" y="289"/>
                </a:lnTo>
                <a:lnTo>
                  <a:pt x="185" y="290"/>
                </a:lnTo>
                <a:lnTo>
                  <a:pt x="184" y="289"/>
                </a:lnTo>
                <a:lnTo>
                  <a:pt x="183" y="289"/>
                </a:lnTo>
                <a:lnTo>
                  <a:pt x="183" y="288"/>
                </a:lnTo>
                <a:lnTo>
                  <a:pt x="182" y="288"/>
                </a:lnTo>
                <a:lnTo>
                  <a:pt x="182" y="289"/>
                </a:lnTo>
                <a:lnTo>
                  <a:pt x="181" y="289"/>
                </a:lnTo>
                <a:lnTo>
                  <a:pt x="180" y="290"/>
                </a:lnTo>
                <a:lnTo>
                  <a:pt x="179" y="290"/>
                </a:lnTo>
                <a:lnTo>
                  <a:pt x="178" y="290"/>
                </a:lnTo>
                <a:lnTo>
                  <a:pt x="178" y="291"/>
                </a:lnTo>
                <a:lnTo>
                  <a:pt x="177" y="291"/>
                </a:lnTo>
                <a:lnTo>
                  <a:pt x="178" y="291"/>
                </a:lnTo>
                <a:lnTo>
                  <a:pt x="178" y="292"/>
                </a:lnTo>
                <a:lnTo>
                  <a:pt x="178" y="293"/>
                </a:lnTo>
                <a:lnTo>
                  <a:pt x="179" y="293"/>
                </a:lnTo>
                <a:lnTo>
                  <a:pt x="180" y="293"/>
                </a:lnTo>
                <a:lnTo>
                  <a:pt x="181" y="294"/>
                </a:lnTo>
                <a:lnTo>
                  <a:pt x="183" y="294"/>
                </a:lnTo>
                <a:lnTo>
                  <a:pt x="183" y="295"/>
                </a:lnTo>
                <a:lnTo>
                  <a:pt x="183" y="296"/>
                </a:lnTo>
                <a:lnTo>
                  <a:pt x="183" y="297"/>
                </a:lnTo>
                <a:lnTo>
                  <a:pt x="183" y="298"/>
                </a:lnTo>
                <a:lnTo>
                  <a:pt x="184" y="298"/>
                </a:lnTo>
                <a:lnTo>
                  <a:pt x="184" y="299"/>
                </a:lnTo>
                <a:lnTo>
                  <a:pt x="184" y="300"/>
                </a:lnTo>
                <a:lnTo>
                  <a:pt x="183" y="300"/>
                </a:lnTo>
                <a:lnTo>
                  <a:pt x="183" y="301"/>
                </a:lnTo>
                <a:lnTo>
                  <a:pt x="183" y="302"/>
                </a:lnTo>
                <a:lnTo>
                  <a:pt x="182" y="303"/>
                </a:lnTo>
                <a:lnTo>
                  <a:pt x="184" y="304"/>
                </a:lnTo>
                <a:lnTo>
                  <a:pt x="184" y="303"/>
                </a:lnTo>
                <a:lnTo>
                  <a:pt x="185" y="303"/>
                </a:lnTo>
                <a:lnTo>
                  <a:pt x="185" y="304"/>
                </a:lnTo>
                <a:lnTo>
                  <a:pt x="186" y="304"/>
                </a:lnTo>
                <a:lnTo>
                  <a:pt x="186" y="305"/>
                </a:lnTo>
                <a:lnTo>
                  <a:pt x="186" y="306"/>
                </a:lnTo>
                <a:lnTo>
                  <a:pt x="186" y="307"/>
                </a:lnTo>
                <a:lnTo>
                  <a:pt x="185" y="307"/>
                </a:lnTo>
                <a:lnTo>
                  <a:pt x="185" y="308"/>
                </a:lnTo>
                <a:lnTo>
                  <a:pt x="186" y="309"/>
                </a:lnTo>
                <a:lnTo>
                  <a:pt x="185" y="309"/>
                </a:lnTo>
                <a:lnTo>
                  <a:pt x="186" y="309"/>
                </a:lnTo>
                <a:lnTo>
                  <a:pt x="187" y="308"/>
                </a:lnTo>
                <a:lnTo>
                  <a:pt x="187" y="307"/>
                </a:lnTo>
                <a:lnTo>
                  <a:pt x="188" y="307"/>
                </a:lnTo>
                <a:lnTo>
                  <a:pt x="189" y="307"/>
                </a:lnTo>
                <a:lnTo>
                  <a:pt x="190" y="308"/>
                </a:lnTo>
                <a:lnTo>
                  <a:pt x="190" y="309"/>
                </a:lnTo>
                <a:lnTo>
                  <a:pt x="191" y="309"/>
                </a:lnTo>
                <a:lnTo>
                  <a:pt x="191" y="310"/>
                </a:lnTo>
                <a:lnTo>
                  <a:pt x="192" y="310"/>
                </a:lnTo>
                <a:lnTo>
                  <a:pt x="192" y="309"/>
                </a:lnTo>
                <a:lnTo>
                  <a:pt x="193" y="309"/>
                </a:lnTo>
                <a:lnTo>
                  <a:pt x="194" y="308"/>
                </a:lnTo>
                <a:lnTo>
                  <a:pt x="195" y="308"/>
                </a:lnTo>
                <a:lnTo>
                  <a:pt x="195" y="309"/>
                </a:lnTo>
                <a:lnTo>
                  <a:pt x="196" y="309"/>
                </a:lnTo>
                <a:lnTo>
                  <a:pt x="196" y="308"/>
                </a:lnTo>
                <a:lnTo>
                  <a:pt x="197" y="308"/>
                </a:lnTo>
                <a:lnTo>
                  <a:pt x="197" y="309"/>
                </a:lnTo>
                <a:lnTo>
                  <a:pt x="198" y="309"/>
                </a:lnTo>
                <a:lnTo>
                  <a:pt x="198" y="308"/>
                </a:lnTo>
                <a:lnTo>
                  <a:pt x="199" y="308"/>
                </a:lnTo>
                <a:lnTo>
                  <a:pt x="199" y="307"/>
                </a:lnTo>
                <a:lnTo>
                  <a:pt x="200" y="308"/>
                </a:lnTo>
                <a:lnTo>
                  <a:pt x="201" y="308"/>
                </a:lnTo>
                <a:lnTo>
                  <a:pt x="201" y="309"/>
                </a:lnTo>
                <a:lnTo>
                  <a:pt x="202" y="310"/>
                </a:lnTo>
                <a:lnTo>
                  <a:pt x="202" y="311"/>
                </a:lnTo>
                <a:lnTo>
                  <a:pt x="202" y="312"/>
                </a:lnTo>
                <a:lnTo>
                  <a:pt x="203" y="312"/>
                </a:lnTo>
                <a:lnTo>
                  <a:pt x="203" y="313"/>
                </a:lnTo>
                <a:lnTo>
                  <a:pt x="204" y="313"/>
                </a:lnTo>
                <a:lnTo>
                  <a:pt x="204" y="314"/>
                </a:lnTo>
                <a:lnTo>
                  <a:pt x="205" y="314"/>
                </a:lnTo>
                <a:lnTo>
                  <a:pt x="206" y="314"/>
                </a:lnTo>
                <a:lnTo>
                  <a:pt x="206" y="315"/>
                </a:lnTo>
                <a:lnTo>
                  <a:pt x="206" y="316"/>
                </a:lnTo>
                <a:lnTo>
                  <a:pt x="207" y="317"/>
                </a:lnTo>
                <a:lnTo>
                  <a:pt x="208" y="317"/>
                </a:lnTo>
                <a:lnTo>
                  <a:pt x="208" y="318"/>
                </a:lnTo>
                <a:lnTo>
                  <a:pt x="209" y="318"/>
                </a:lnTo>
                <a:lnTo>
                  <a:pt x="208" y="318"/>
                </a:lnTo>
                <a:lnTo>
                  <a:pt x="208" y="317"/>
                </a:lnTo>
                <a:lnTo>
                  <a:pt x="209" y="317"/>
                </a:lnTo>
                <a:lnTo>
                  <a:pt x="210" y="318"/>
                </a:lnTo>
                <a:lnTo>
                  <a:pt x="211" y="318"/>
                </a:lnTo>
                <a:lnTo>
                  <a:pt x="212" y="318"/>
                </a:lnTo>
                <a:lnTo>
                  <a:pt x="213" y="318"/>
                </a:lnTo>
                <a:lnTo>
                  <a:pt x="214" y="318"/>
                </a:lnTo>
                <a:lnTo>
                  <a:pt x="214" y="317"/>
                </a:lnTo>
                <a:lnTo>
                  <a:pt x="213" y="317"/>
                </a:lnTo>
                <a:lnTo>
                  <a:pt x="213" y="318"/>
                </a:lnTo>
                <a:lnTo>
                  <a:pt x="213" y="317"/>
                </a:lnTo>
                <a:lnTo>
                  <a:pt x="213" y="316"/>
                </a:lnTo>
                <a:lnTo>
                  <a:pt x="214" y="315"/>
                </a:lnTo>
                <a:lnTo>
                  <a:pt x="215" y="315"/>
                </a:lnTo>
                <a:lnTo>
                  <a:pt x="215" y="314"/>
                </a:lnTo>
                <a:lnTo>
                  <a:pt x="216" y="313"/>
                </a:lnTo>
                <a:lnTo>
                  <a:pt x="217" y="313"/>
                </a:lnTo>
                <a:lnTo>
                  <a:pt x="217" y="314"/>
                </a:lnTo>
                <a:lnTo>
                  <a:pt x="218" y="314"/>
                </a:lnTo>
                <a:lnTo>
                  <a:pt x="219" y="314"/>
                </a:lnTo>
                <a:lnTo>
                  <a:pt x="220" y="313"/>
                </a:lnTo>
                <a:lnTo>
                  <a:pt x="220" y="312"/>
                </a:lnTo>
                <a:lnTo>
                  <a:pt x="219" y="312"/>
                </a:lnTo>
                <a:lnTo>
                  <a:pt x="220" y="312"/>
                </a:lnTo>
                <a:lnTo>
                  <a:pt x="221" y="312"/>
                </a:lnTo>
                <a:lnTo>
                  <a:pt x="221" y="311"/>
                </a:lnTo>
                <a:lnTo>
                  <a:pt x="222" y="310"/>
                </a:lnTo>
                <a:lnTo>
                  <a:pt x="221" y="310"/>
                </a:lnTo>
                <a:lnTo>
                  <a:pt x="221" y="308"/>
                </a:lnTo>
                <a:lnTo>
                  <a:pt x="221" y="309"/>
                </a:lnTo>
                <a:lnTo>
                  <a:pt x="222" y="309"/>
                </a:lnTo>
                <a:lnTo>
                  <a:pt x="223" y="309"/>
                </a:lnTo>
                <a:lnTo>
                  <a:pt x="223" y="310"/>
                </a:lnTo>
                <a:lnTo>
                  <a:pt x="224" y="311"/>
                </a:lnTo>
                <a:lnTo>
                  <a:pt x="225" y="311"/>
                </a:lnTo>
                <a:lnTo>
                  <a:pt x="225" y="312"/>
                </a:lnTo>
                <a:lnTo>
                  <a:pt x="225" y="313"/>
                </a:lnTo>
                <a:lnTo>
                  <a:pt x="226" y="313"/>
                </a:lnTo>
                <a:lnTo>
                  <a:pt x="226" y="312"/>
                </a:lnTo>
                <a:lnTo>
                  <a:pt x="227" y="312"/>
                </a:lnTo>
                <a:lnTo>
                  <a:pt x="227" y="311"/>
                </a:lnTo>
                <a:lnTo>
                  <a:pt x="227" y="309"/>
                </a:lnTo>
                <a:lnTo>
                  <a:pt x="228" y="309"/>
                </a:lnTo>
                <a:lnTo>
                  <a:pt x="228" y="310"/>
                </a:lnTo>
                <a:lnTo>
                  <a:pt x="229" y="310"/>
                </a:lnTo>
                <a:lnTo>
                  <a:pt x="229" y="311"/>
                </a:lnTo>
                <a:lnTo>
                  <a:pt x="230" y="311"/>
                </a:lnTo>
                <a:lnTo>
                  <a:pt x="230" y="310"/>
                </a:lnTo>
                <a:lnTo>
                  <a:pt x="231" y="310"/>
                </a:lnTo>
                <a:lnTo>
                  <a:pt x="232" y="310"/>
                </a:lnTo>
                <a:lnTo>
                  <a:pt x="232" y="311"/>
                </a:lnTo>
                <a:lnTo>
                  <a:pt x="231" y="311"/>
                </a:lnTo>
                <a:lnTo>
                  <a:pt x="232" y="311"/>
                </a:lnTo>
                <a:lnTo>
                  <a:pt x="232" y="312"/>
                </a:lnTo>
                <a:lnTo>
                  <a:pt x="233" y="312"/>
                </a:lnTo>
                <a:lnTo>
                  <a:pt x="235" y="311"/>
                </a:lnTo>
                <a:lnTo>
                  <a:pt x="236" y="311"/>
                </a:lnTo>
                <a:lnTo>
                  <a:pt x="238" y="311"/>
                </a:lnTo>
                <a:lnTo>
                  <a:pt x="239" y="311"/>
                </a:lnTo>
                <a:lnTo>
                  <a:pt x="239" y="312"/>
                </a:lnTo>
                <a:lnTo>
                  <a:pt x="240" y="311"/>
                </a:lnTo>
                <a:lnTo>
                  <a:pt x="240" y="312"/>
                </a:lnTo>
                <a:lnTo>
                  <a:pt x="241" y="312"/>
                </a:lnTo>
                <a:lnTo>
                  <a:pt x="242" y="312"/>
                </a:lnTo>
                <a:lnTo>
                  <a:pt x="242" y="311"/>
                </a:lnTo>
                <a:lnTo>
                  <a:pt x="242" y="312"/>
                </a:lnTo>
                <a:lnTo>
                  <a:pt x="243" y="312"/>
                </a:lnTo>
                <a:lnTo>
                  <a:pt x="243" y="311"/>
                </a:lnTo>
                <a:lnTo>
                  <a:pt x="243" y="310"/>
                </a:lnTo>
                <a:lnTo>
                  <a:pt x="244" y="310"/>
                </a:lnTo>
                <a:lnTo>
                  <a:pt x="245" y="310"/>
                </a:lnTo>
                <a:lnTo>
                  <a:pt x="246" y="309"/>
                </a:lnTo>
                <a:lnTo>
                  <a:pt x="246" y="310"/>
                </a:lnTo>
                <a:lnTo>
                  <a:pt x="247" y="310"/>
                </a:lnTo>
                <a:lnTo>
                  <a:pt x="248" y="310"/>
                </a:lnTo>
                <a:lnTo>
                  <a:pt x="248" y="311"/>
                </a:lnTo>
                <a:lnTo>
                  <a:pt x="249" y="311"/>
                </a:lnTo>
                <a:lnTo>
                  <a:pt x="249" y="312"/>
                </a:lnTo>
                <a:lnTo>
                  <a:pt x="250" y="312"/>
                </a:lnTo>
                <a:lnTo>
                  <a:pt x="251" y="312"/>
                </a:lnTo>
                <a:lnTo>
                  <a:pt x="251" y="313"/>
                </a:lnTo>
                <a:lnTo>
                  <a:pt x="251" y="314"/>
                </a:lnTo>
                <a:lnTo>
                  <a:pt x="251" y="315"/>
                </a:lnTo>
                <a:lnTo>
                  <a:pt x="251" y="316"/>
                </a:lnTo>
                <a:lnTo>
                  <a:pt x="251" y="317"/>
                </a:lnTo>
                <a:lnTo>
                  <a:pt x="252" y="318"/>
                </a:lnTo>
                <a:lnTo>
                  <a:pt x="252" y="319"/>
                </a:lnTo>
                <a:lnTo>
                  <a:pt x="253" y="319"/>
                </a:lnTo>
                <a:lnTo>
                  <a:pt x="254" y="320"/>
                </a:lnTo>
                <a:lnTo>
                  <a:pt x="256" y="320"/>
                </a:lnTo>
                <a:lnTo>
                  <a:pt x="257" y="320"/>
                </a:lnTo>
                <a:lnTo>
                  <a:pt x="257" y="321"/>
                </a:lnTo>
                <a:lnTo>
                  <a:pt x="258" y="321"/>
                </a:lnTo>
                <a:lnTo>
                  <a:pt x="258" y="322"/>
                </a:lnTo>
                <a:lnTo>
                  <a:pt x="259" y="323"/>
                </a:lnTo>
                <a:lnTo>
                  <a:pt x="262" y="323"/>
                </a:lnTo>
                <a:lnTo>
                  <a:pt x="262" y="324"/>
                </a:lnTo>
                <a:lnTo>
                  <a:pt x="263" y="324"/>
                </a:lnTo>
                <a:lnTo>
                  <a:pt x="264" y="324"/>
                </a:lnTo>
                <a:lnTo>
                  <a:pt x="265" y="324"/>
                </a:lnTo>
                <a:lnTo>
                  <a:pt x="266" y="324"/>
                </a:lnTo>
                <a:lnTo>
                  <a:pt x="267" y="324"/>
                </a:lnTo>
                <a:lnTo>
                  <a:pt x="268" y="324"/>
                </a:lnTo>
                <a:lnTo>
                  <a:pt x="268" y="325"/>
                </a:lnTo>
                <a:lnTo>
                  <a:pt x="268" y="324"/>
                </a:lnTo>
                <a:lnTo>
                  <a:pt x="269" y="324"/>
                </a:lnTo>
                <a:lnTo>
                  <a:pt x="270" y="324"/>
                </a:lnTo>
                <a:lnTo>
                  <a:pt x="270" y="323"/>
                </a:lnTo>
                <a:lnTo>
                  <a:pt x="270" y="322"/>
                </a:lnTo>
                <a:lnTo>
                  <a:pt x="270" y="321"/>
                </a:lnTo>
                <a:lnTo>
                  <a:pt x="269" y="321"/>
                </a:lnTo>
                <a:lnTo>
                  <a:pt x="269" y="320"/>
                </a:lnTo>
                <a:lnTo>
                  <a:pt x="268" y="321"/>
                </a:lnTo>
                <a:lnTo>
                  <a:pt x="268" y="320"/>
                </a:lnTo>
                <a:lnTo>
                  <a:pt x="267" y="320"/>
                </a:lnTo>
                <a:lnTo>
                  <a:pt x="266" y="321"/>
                </a:lnTo>
                <a:lnTo>
                  <a:pt x="266" y="320"/>
                </a:lnTo>
                <a:lnTo>
                  <a:pt x="267" y="320"/>
                </a:lnTo>
                <a:lnTo>
                  <a:pt x="267" y="319"/>
                </a:lnTo>
                <a:lnTo>
                  <a:pt x="267" y="318"/>
                </a:lnTo>
                <a:lnTo>
                  <a:pt x="266" y="318"/>
                </a:lnTo>
                <a:lnTo>
                  <a:pt x="266" y="317"/>
                </a:lnTo>
                <a:lnTo>
                  <a:pt x="265" y="317"/>
                </a:lnTo>
                <a:lnTo>
                  <a:pt x="265" y="316"/>
                </a:lnTo>
                <a:lnTo>
                  <a:pt x="266" y="316"/>
                </a:lnTo>
                <a:lnTo>
                  <a:pt x="267" y="316"/>
                </a:lnTo>
                <a:lnTo>
                  <a:pt x="267" y="317"/>
                </a:lnTo>
                <a:lnTo>
                  <a:pt x="267" y="318"/>
                </a:lnTo>
                <a:lnTo>
                  <a:pt x="268" y="318"/>
                </a:lnTo>
                <a:lnTo>
                  <a:pt x="269" y="318"/>
                </a:lnTo>
                <a:lnTo>
                  <a:pt x="269" y="317"/>
                </a:lnTo>
                <a:lnTo>
                  <a:pt x="269" y="316"/>
                </a:lnTo>
                <a:lnTo>
                  <a:pt x="268" y="316"/>
                </a:lnTo>
                <a:lnTo>
                  <a:pt x="271" y="316"/>
                </a:lnTo>
                <a:lnTo>
                  <a:pt x="271" y="315"/>
                </a:lnTo>
                <a:lnTo>
                  <a:pt x="272" y="315"/>
                </a:lnTo>
                <a:lnTo>
                  <a:pt x="272" y="314"/>
                </a:lnTo>
                <a:lnTo>
                  <a:pt x="272" y="313"/>
                </a:lnTo>
                <a:lnTo>
                  <a:pt x="273" y="313"/>
                </a:lnTo>
                <a:lnTo>
                  <a:pt x="273" y="314"/>
                </a:lnTo>
                <a:lnTo>
                  <a:pt x="274" y="314"/>
                </a:lnTo>
                <a:lnTo>
                  <a:pt x="275" y="314"/>
                </a:lnTo>
                <a:lnTo>
                  <a:pt x="275" y="313"/>
                </a:lnTo>
                <a:lnTo>
                  <a:pt x="275" y="312"/>
                </a:lnTo>
                <a:lnTo>
                  <a:pt x="276" y="312"/>
                </a:lnTo>
                <a:lnTo>
                  <a:pt x="276" y="311"/>
                </a:lnTo>
                <a:lnTo>
                  <a:pt x="277" y="311"/>
                </a:lnTo>
                <a:lnTo>
                  <a:pt x="276" y="311"/>
                </a:lnTo>
                <a:lnTo>
                  <a:pt x="276" y="310"/>
                </a:lnTo>
                <a:lnTo>
                  <a:pt x="276" y="309"/>
                </a:lnTo>
                <a:lnTo>
                  <a:pt x="277" y="309"/>
                </a:lnTo>
                <a:lnTo>
                  <a:pt x="278" y="309"/>
                </a:lnTo>
                <a:lnTo>
                  <a:pt x="278" y="308"/>
                </a:lnTo>
                <a:lnTo>
                  <a:pt x="278" y="309"/>
                </a:lnTo>
                <a:lnTo>
                  <a:pt x="279" y="309"/>
                </a:lnTo>
                <a:lnTo>
                  <a:pt x="280" y="308"/>
                </a:lnTo>
                <a:lnTo>
                  <a:pt x="281" y="307"/>
                </a:lnTo>
                <a:lnTo>
                  <a:pt x="280" y="307"/>
                </a:lnTo>
                <a:lnTo>
                  <a:pt x="280" y="306"/>
                </a:lnTo>
                <a:lnTo>
                  <a:pt x="281" y="306"/>
                </a:lnTo>
                <a:lnTo>
                  <a:pt x="281" y="307"/>
                </a:lnTo>
                <a:lnTo>
                  <a:pt x="281" y="306"/>
                </a:lnTo>
                <a:lnTo>
                  <a:pt x="282" y="306"/>
                </a:lnTo>
                <a:lnTo>
                  <a:pt x="283" y="306"/>
                </a:lnTo>
                <a:lnTo>
                  <a:pt x="283" y="307"/>
                </a:lnTo>
                <a:lnTo>
                  <a:pt x="283" y="306"/>
                </a:lnTo>
                <a:lnTo>
                  <a:pt x="284" y="306"/>
                </a:lnTo>
                <a:lnTo>
                  <a:pt x="284" y="307"/>
                </a:lnTo>
                <a:lnTo>
                  <a:pt x="285" y="307"/>
                </a:lnTo>
                <a:lnTo>
                  <a:pt x="285" y="308"/>
                </a:lnTo>
                <a:lnTo>
                  <a:pt x="286" y="309"/>
                </a:lnTo>
                <a:lnTo>
                  <a:pt x="287" y="309"/>
                </a:lnTo>
                <a:lnTo>
                  <a:pt x="287" y="308"/>
                </a:lnTo>
                <a:lnTo>
                  <a:pt x="288" y="309"/>
                </a:lnTo>
                <a:lnTo>
                  <a:pt x="288" y="308"/>
                </a:lnTo>
                <a:lnTo>
                  <a:pt x="289" y="308"/>
                </a:lnTo>
                <a:lnTo>
                  <a:pt x="290" y="308"/>
                </a:lnTo>
                <a:lnTo>
                  <a:pt x="291" y="308"/>
                </a:lnTo>
                <a:lnTo>
                  <a:pt x="291" y="309"/>
                </a:lnTo>
                <a:lnTo>
                  <a:pt x="292" y="309"/>
                </a:lnTo>
                <a:lnTo>
                  <a:pt x="292" y="310"/>
                </a:lnTo>
                <a:lnTo>
                  <a:pt x="293" y="310"/>
                </a:lnTo>
                <a:lnTo>
                  <a:pt x="294" y="310"/>
                </a:lnTo>
                <a:lnTo>
                  <a:pt x="294" y="309"/>
                </a:lnTo>
                <a:lnTo>
                  <a:pt x="295" y="309"/>
                </a:lnTo>
                <a:lnTo>
                  <a:pt x="294" y="308"/>
                </a:lnTo>
                <a:lnTo>
                  <a:pt x="293" y="308"/>
                </a:lnTo>
                <a:lnTo>
                  <a:pt x="292" y="307"/>
                </a:lnTo>
                <a:lnTo>
                  <a:pt x="292" y="306"/>
                </a:lnTo>
                <a:lnTo>
                  <a:pt x="293" y="306"/>
                </a:lnTo>
                <a:lnTo>
                  <a:pt x="293" y="307"/>
                </a:lnTo>
                <a:lnTo>
                  <a:pt x="294" y="306"/>
                </a:lnTo>
                <a:lnTo>
                  <a:pt x="295" y="306"/>
                </a:lnTo>
                <a:lnTo>
                  <a:pt x="295" y="307"/>
                </a:lnTo>
                <a:lnTo>
                  <a:pt x="296" y="307"/>
                </a:lnTo>
                <a:lnTo>
                  <a:pt x="297" y="307"/>
                </a:lnTo>
                <a:lnTo>
                  <a:pt x="299" y="307"/>
                </a:lnTo>
                <a:lnTo>
                  <a:pt x="300" y="308"/>
                </a:lnTo>
                <a:lnTo>
                  <a:pt x="300" y="309"/>
                </a:lnTo>
                <a:lnTo>
                  <a:pt x="301" y="309"/>
                </a:lnTo>
                <a:lnTo>
                  <a:pt x="301" y="308"/>
                </a:lnTo>
                <a:lnTo>
                  <a:pt x="303" y="307"/>
                </a:lnTo>
                <a:lnTo>
                  <a:pt x="304" y="307"/>
                </a:lnTo>
                <a:lnTo>
                  <a:pt x="304" y="308"/>
                </a:lnTo>
                <a:lnTo>
                  <a:pt x="303" y="308"/>
                </a:lnTo>
                <a:lnTo>
                  <a:pt x="302" y="308"/>
                </a:lnTo>
                <a:lnTo>
                  <a:pt x="303" y="308"/>
                </a:lnTo>
                <a:lnTo>
                  <a:pt x="303" y="309"/>
                </a:lnTo>
                <a:lnTo>
                  <a:pt x="302" y="309"/>
                </a:lnTo>
                <a:lnTo>
                  <a:pt x="302" y="310"/>
                </a:lnTo>
                <a:lnTo>
                  <a:pt x="303" y="311"/>
                </a:lnTo>
                <a:lnTo>
                  <a:pt x="303" y="312"/>
                </a:lnTo>
                <a:lnTo>
                  <a:pt x="302" y="312"/>
                </a:lnTo>
                <a:lnTo>
                  <a:pt x="302" y="313"/>
                </a:lnTo>
                <a:lnTo>
                  <a:pt x="301" y="313"/>
                </a:lnTo>
                <a:lnTo>
                  <a:pt x="301" y="314"/>
                </a:lnTo>
                <a:lnTo>
                  <a:pt x="302" y="314"/>
                </a:lnTo>
                <a:lnTo>
                  <a:pt x="302" y="315"/>
                </a:lnTo>
                <a:lnTo>
                  <a:pt x="303" y="316"/>
                </a:lnTo>
                <a:lnTo>
                  <a:pt x="304" y="316"/>
                </a:lnTo>
                <a:lnTo>
                  <a:pt x="304" y="315"/>
                </a:lnTo>
                <a:lnTo>
                  <a:pt x="304" y="316"/>
                </a:lnTo>
                <a:lnTo>
                  <a:pt x="305" y="316"/>
                </a:lnTo>
                <a:lnTo>
                  <a:pt x="304" y="316"/>
                </a:lnTo>
                <a:lnTo>
                  <a:pt x="304" y="317"/>
                </a:lnTo>
                <a:lnTo>
                  <a:pt x="304" y="318"/>
                </a:lnTo>
                <a:lnTo>
                  <a:pt x="304" y="319"/>
                </a:lnTo>
                <a:lnTo>
                  <a:pt x="304" y="320"/>
                </a:lnTo>
                <a:lnTo>
                  <a:pt x="304" y="321"/>
                </a:lnTo>
                <a:lnTo>
                  <a:pt x="303" y="321"/>
                </a:lnTo>
                <a:lnTo>
                  <a:pt x="302" y="321"/>
                </a:lnTo>
                <a:lnTo>
                  <a:pt x="301" y="322"/>
                </a:lnTo>
                <a:lnTo>
                  <a:pt x="302" y="323"/>
                </a:lnTo>
                <a:lnTo>
                  <a:pt x="302" y="324"/>
                </a:lnTo>
                <a:lnTo>
                  <a:pt x="303" y="324"/>
                </a:lnTo>
                <a:lnTo>
                  <a:pt x="304" y="324"/>
                </a:lnTo>
                <a:lnTo>
                  <a:pt x="305" y="324"/>
                </a:lnTo>
                <a:lnTo>
                  <a:pt x="305" y="325"/>
                </a:lnTo>
                <a:lnTo>
                  <a:pt x="306" y="325"/>
                </a:lnTo>
                <a:lnTo>
                  <a:pt x="307" y="325"/>
                </a:lnTo>
                <a:lnTo>
                  <a:pt x="308" y="325"/>
                </a:lnTo>
                <a:lnTo>
                  <a:pt x="309" y="325"/>
                </a:lnTo>
                <a:lnTo>
                  <a:pt x="309" y="326"/>
                </a:lnTo>
                <a:lnTo>
                  <a:pt x="308" y="326"/>
                </a:lnTo>
                <a:lnTo>
                  <a:pt x="308" y="327"/>
                </a:lnTo>
                <a:lnTo>
                  <a:pt x="307" y="327"/>
                </a:lnTo>
                <a:lnTo>
                  <a:pt x="307" y="328"/>
                </a:lnTo>
                <a:lnTo>
                  <a:pt x="306" y="328"/>
                </a:lnTo>
                <a:lnTo>
                  <a:pt x="306" y="329"/>
                </a:lnTo>
                <a:lnTo>
                  <a:pt x="305" y="329"/>
                </a:lnTo>
                <a:lnTo>
                  <a:pt x="306" y="330"/>
                </a:lnTo>
                <a:lnTo>
                  <a:pt x="306" y="331"/>
                </a:lnTo>
                <a:lnTo>
                  <a:pt x="306" y="332"/>
                </a:lnTo>
                <a:lnTo>
                  <a:pt x="305" y="332"/>
                </a:lnTo>
                <a:lnTo>
                  <a:pt x="304" y="332"/>
                </a:lnTo>
                <a:lnTo>
                  <a:pt x="305" y="333"/>
                </a:lnTo>
                <a:lnTo>
                  <a:pt x="305" y="332"/>
                </a:lnTo>
                <a:lnTo>
                  <a:pt x="306" y="333"/>
                </a:lnTo>
                <a:lnTo>
                  <a:pt x="305" y="333"/>
                </a:lnTo>
                <a:lnTo>
                  <a:pt x="304" y="333"/>
                </a:lnTo>
                <a:lnTo>
                  <a:pt x="304" y="334"/>
                </a:lnTo>
                <a:lnTo>
                  <a:pt x="305" y="334"/>
                </a:lnTo>
                <a:lnTo>
                  <a:pt x="305" y="335"/>
                </a:lnTo>
                <a:lnTo>
                  <a:pt x="306" y="335"/>
                </a:lnTo>
                <a:lnTo>
                  <a:pt x="307" y="335"/>
                </a:lnTo>
                <a:lnTo>
                  <a:pt x="308" y="334"/>
                </a:lnTo>
                <a:lnTo>
                  <a:pt x="308" y="333"/>
                </a:lnTo>
                <a:lnTo>
                  <a:pt x="309" y="333"/>
                </a:lnTo>
                <a:lnTo>
                  <a:pt x="309" y="334"/>
                </a:lnTo>
                <a:lnTo>
                  <a:pt x="309" y="335"/>
                </a:lnTo>
                <a:lnTo>
                  <a:pt x="310" y="335"/>
                </a:lnTo>
                <a:lnTo>
                  <a:pt x="310" y="336"/>
                </a:lnTo>
                <a:lnTo>
                  <a:pt x="310" y="337"/>
                </a:lnTo>
                <a:lnTo>
                  <a:pt x="310" y="338"/>
                </a:lnTo>
                <a:lnTo>
                  <a:pt x="310" y="339"/>
                </a:lnTo>
                <a:lnTo>
                  <a:pt x="309" y="339"/>
                </a:lnTo>
                <a:lnTo>
                  <a:pt x="309" y="340"/>
                </a:lnTo>
                <a:lnTo>
                  <a:pt x="309" y="341"/>
                </a:lnTo>
                <a:lnTo>
                  <a:pt x="309" y="342"/>
                </a:lnTo>
                <a:lnTo>
                  <a:pt x="309" y="343"/>
                </a:lnTo>
                <a:lnTo>
                  <a:pt x="309" y="344"/>
                </a:lnTo>
                <a:lnTo>
                  <a:pt x="309" y="345"/>
                </a:lnTo>
                <a:lnTo>
                  <a:pt x="310" y="345"/>
                </a:lnTo>
                <a:lnTo>
                  <a:pt x="310" y="346"/>
                </a:lnTo>
                <a:lnTo>
                  <a:pt x="311" y="346"/>
                </a:lnTo>
                <a:lnTo>
                  <a:pt x="311" y="347"/>
                </a:lnTo>
                <a:lnTo>
                  <a:pt x="310" y="347"/>
                </a:lnTo>
                <a:lnTo>
                  <a:pt x="309" y="346"/>
                </a:lnTo>
                <a:lnTo>
                  <a:pt x="309" y="347"/>
                </a:lnTo>
                <a:lnTo>
                  <a:pt x="309" y="348"/>
                </a:lnTo>
                <a:lnTo>
                  <a:pt x="308" y="348"/>
                </a:lnTo>
                <a:lnTo>
                  <a:pt x="307" y="348"/>
                </a:lnTo>
                <a:lnTo>
                  <a:pt x="307" y="349"/>
                </a:lnTo>
                <a:lnTo>
                  <a:pt x="308" y="349"/>
                </a:lnTo>
                <a:lnTo>
                  <a:pt x="308" y="350"/>
                </a:lnTo>
                <a:lnTo>
                  <a:pt x="308" y="351"/>
                </a:lnTo>
                <a:lnTo>
                  <a:pt x="308" y="352"/>
                </a:lnTo>
                <a:lnTo>
                  <a:pt x="308" y="353"/>
                </a:lnTo>
                <a:lnTo>
                  <a:pt x="308" y="354"/>
                </a:lnTo>
                <a:lnTo>
                  <a:pt x="309" y="354"/>
                </a:lnTo>
                <a:lnTo>
                  <a:pt x="311" y="354"/>
                </a:lnTo>
                <a:lnTo>
                  <a:pt x="312" y="354"/>
                </a:lnTo>
                <a:lnTo>
                  <a:pt x="312" y="355"/>
                </a:lnTo>
                <a:lnTo>
                  <a:pt x="313" y="355"/>
                </a:lnTo>
                <a:lnTo>
                  <a:pt x="313" y="356"/>
                </a:lnTo>
                <a:lnTo>
                  <a:pt x="313" y="357"/>
                </a:lnTo>
                <a:lnTo>
                  <a:pt x="313" y="358"/>
                </a:lnTo>
                <a:lnTo>
                  <a:pt x="314" y="358"/>
                </a:lnTo>
                <a:lnTo>
                  <a:pt x="313" y="358"/>
                </a:lnTo>
                <a:lnTo>
                  <a:pt x="313" y="359"/>
                </a:lnTo>
                <a:lnTo>
                  <a:pt x="312" y="359"/>
                </a:lnTo>
                <a:lnTo>
                  <a:pt x="312" y="361"/>
                </a:lnTo>
                <a:lnTo>
                  <a:pt x="311" y="361"/>
                </a:lnTo>
                <a:lnTo>
                  <a:pt x="310" y="361"/>
                </a:lnTo>
                <a:lnTo>
                  <a:pt x="310" y="362"/>
                </a:lnTo>
                <a:lnTo>
                  <a:pt x="310" y="363"/>
                </a:lnTo>
                <a:lnTo>
                  <a:pt x="309" y="363"/>
                </a:lnTo>
                <a:lnTo>
                  <a:pt x="309" y="364"/>
                </a:lnTo>
                <a:lnTo>
                  <a:pt x="308" y="364"/>
                </a:lnTo>
                <a:lnTo>
                  <a:pt x="308" y="365"/>
                </a:lnTo>
                <a:lnTo>
                  <a:pt x="306" y="365"/>
                </a:lnTo>
                <a:lnTo>
                  <a:pt x="306" y="364"/>
                </a:lnTo>
                <a:lnTo>
                  <a:pt x="306" y="365"/>
                </a:lnTo>
                <a:lnTo>
                  <a:pt x="305" y="365"/>
                </a:lnTo>
                <a:lnTo>
                  <a:pt x="304" y="365"/>
                </a:lnTo>
                <a:lnTo>
                  <a:pt x="303" y="365"/>
                </a:lnTo>
                <a:lnTo>
                  <a:pt x="302" y="364"/>
                </a:lnTo>
                <a:lnTo>
                  <a:pt x="301" y="365"/>
                </a:lnTo>
                <a:lnTo>
                  <a:pt x="301" y="364"/>
                </a:lnTo>
                <a:lnTo>
                  <a:pt x="302" y="364"/>
                </a:lnTo>
                <a:lnTo>
                  <a:pt x="301" y="364"/>
                </a:lnTo>
                <a:lnTo>
                  <a:pt x="300" y="364"/>
                </a:lnTo>
                <a:lnTo>
                  <a:pt x="301" y="364"/>
                </a:lnTo>
                <a:lnTo>
                  <a:pt x="301" y="365"/>
                </a:lnTo>
                <a:lnTo>
                  <a:pt x="300" y="365"/>
                </a:lnTo>
                <a:lnTo>
                  <a:pt x="299" y="365"/>
                </a:lnTo>
                <a:lnTo>
                  <a:pt x="297" y="365"/>
                </a:lnTo>
                <a:lnTo>
                  <a:pt x="297" y="366"/>
                </a:lnTo>
                <a:lnTo>
                  <a:pt x="299" y="367"/>
                </a:lnTo>
                <a:lnTo>
                  <a:pt x="299" y="368"/>
                </a:lnTo>
                <a:lnTo>
                  <a:pt x="297" y="368"/>
                </a:lnTo>
                <a:lnTo>
                  <a:pt x="297" y="369"/>
                </a:lnTo>
                <a:lnTo>
                  <a:pt x="297" y="370"/>
                </a:lnTo>
                <a:lnTo>
                  <a:pt x="297" y="371"/>
                </a:lnTo>
                <a:lnTo>
                  <a:pt x="296" y="371"/>
                </a:lnTo>
                <a:lnTo>
                  <a:pt x="296" y="372"/>
                </a:lnTo>
                <a:lnTo>
                  <a:pt x="295" y="372"/>
                </a:lnTo>
                <a:lnTo>
                  <a:pt x="295" y="373"/>
                </a:lnTo>
                <a:lnTo>
                  <a:pt x="294" y="374"/>
                </a:lnTo>
                <a:lnTo>
                  <a:pt x="294" y="375"/>
                </a:lnTo>
                <a:lnTo>
                  <a:pt x="294" y="376"/>
                </a:lnTo>
                <a:lnTo>
                  <a:pt x="293" y="376"/>
                </a:lnTo>
                <a:lnTo>
                  <a:pt x="293" y="377"/>
                </a:lnTo>
                <a:lnTo>
                  <a:pt x="293" y="380"/>
                </a:lnTo>
                <a:lnTo>
                  <a:pt x="294" y="380"/>
                </a:lnTo>
                <a:lnTo>
                  <a:pt x="294" y="381"/>
                </a:lnTo>
                <a:lnTo>
                  <a:pt x="294" y="385"/>
                </a:lnTo>
                <a:lnTo>
                  <a:pt x="295" y="385"/>
                </a:lnTo>
                <a:lnTo>
                  <a:pt x="296" y="385"/>
                </a:lnTo>
                <a:lnTo>
                  <a:pt x="296" y="386"/>
                </a:lnTo>
                <a:lnTo>
                  <a:pt x="296" y="387"/>
                </a:lnTo>
                <a:lnTo>
                  <a:pt x="297" y="387"/>
                </a:lnTo>
                <a:lnTo>
                  <a:pt x="297" y="388"/>
                </a:lnTo>
                <a:lnTo>
                  <a:pt x="296" y="388"/>
                </a:lnTo>
                <a:lnTo>
                  <a:pt x="296" y="389"/>
                </a:lnTo>
                <a:lnTo>
                  <a:pt x="296" y="390"/>
                </a:lnTo>
                <a:lnTo>
                  <a:pt x="296" y="391"/>
                </a:lnTo>
                <a:lnTo>
                  <a:pt x="296" y="392"/>
                </a:lnTo>
                <a:lnTo>
                  <a:pt x="297" y="392"/>
                </a:lnTo>
                <a:lnTo>
                  <a:pt x="297" y="393"/>
                </a:lnTo>
                <a:lnTo>
                  <a:pt x="297" y="394"/>
                </a:lnTo>
                <a:lnTo>
                  <a:pt x="296" y="394"/>
                </a:lnTo>
                <a:lnTo>
                  <a:pt x="296" y="395"/>
                </a:lnTo>
                <a:lnTo>
                  <a:pt x="297" y="395"/>
                </a:lnTo>
                <a:lnTo>
                  <a:pt x="299" y="395"/>
                </a:lnTo>
                <a:lnTo>
                  <a:pt x="299" y="396"/>
                </a:lnTo>
                <a:lnTo>
                  <a:pt x="300" y="396"/>
                </a:lnTo>
                <a:lnTo>
                  <a:pt x="301" y="396"/>
                </a:lnTo>
                <a:lnTo>
                  <a:pt x="301" y="397"/>
                </a:lnTo>
                <a:lnTo>
                  <a:pt x="301" y="396"/>
                </a:lnTo>
                <a:lnTo>
                  <a:pt x="302" y="396"/>
                </a:lnTo>
                <a:lnTo>
                  <a:pt x="303" y="396"/>
                </a:lnTo>
                <a:lnTo>
                  <a:pt x="304" y="396"/>
                </a:lnTo>
                <a:lnTo>
                  <a:pt x="305" y="396"/>
                </a:lnTo>
                <a:lnTo>
                  <a:pt x="306" y="396"/>
                </a:lnTo>
                <a:lnTo>
                  <a:pt x="307" y="396"/>
                </a:lnTo>
                <a:lnTo>
                  <a:pt x="308" y="396"/>
                </a:lnTo>
                <a:lnTo>
                  <a:pt x="309" y="396"/>
                </a:lnTo>
                <a:lnTo>
                  <a:pt x="309" y="397"/>
                </a:lnTo>
                <a:lnTo>
                  <a:pt x="309" y="398"/>
                </a:lnTo>
                <a:lnTo>
                  <a:pt x="308" y="398"/>
                </a:lnTo>
                <a:lnTo>
                  <a:pt x="308" y="399"/>
                </a:lnTo>
                <a:lnTo>
                  <a:pt x="309" y="399"/>
                </a:lnTo>
                <a:lnTo>
                  <a:pt x="309" y="400"/>
                </a:lnTo>
                <a:lnTo>
                  <a:pt x="309" y="401"/>
                </a:lnTo>
                <a:lnTo>
                  <a:pt x="309" y="402"/>
                </a:lnTo>
                <a:lnTo>
                  <a:pt x="309" y="403"/>
                </a:lnTo>
                <a:lnTo>
                  <a:pt x="311" y="403"/>
                </a:lnTo>
                <a:lnTo>
                  <a:pt x="311" y="402"/>
                </a:lnTo>
                <a:lnTo>
                  <a:pt x="312" y="402"/>
                </a:lnTo>
                <a:lnTo>
                  <a:pt x="313" y="402"/>
                </a:lnTo>
                <a:lnTo>
                  <a:pt x="313" y="403"/>
                </a:lnTo>
                <a:lnTo>
                  <a:pt x="314" y="403"/>
                </a:lnTo>
                <a:lnTo>
                  <a:pt x="314" y="402"/>
                </a:lnTo>
                <a:lnTo>
                  <a:pt x="315" y="402"/>
                </a:lnTo>
                <a:lnTo>
                  <a:pt x="316" y="402"/>
                </a:lnTo>
                <a:lnTo>
                  <a:pt x="317" y="402"/>
                </a:lnTo>
                <a:lnTo>
                  <a:pt x="320" y="401"/>
                </a:lnTo>
                <a:lnTo>
                  <a:pt x="321" y="402"/>
                </a:lnTo>
                <a:lnTo>
                  <a:pt x="322" y="402"/>
                </a:lnTo>
                <a:lnTo>
                  <a:pt x="322" y="401"/>
                </a:lnTo>
                <a:lnTo>
                  <a:pt x="322" y="400"/>
                </a:lnTo>
                <a:lnTo>
                  <a:pt x="324" y="400"/>
                </a:lnTo>
                <a:lnTo>
                  <a:pt x="324" y="401"/>
                </a:lnTo>
                <a:lnTo>
                  <a:pt x="324" y="402"/>
                </a:lnTo>
                <a:lnTo>
                  <a:pt x="324" y="401"/>
                </a:lnTo>
                <a:lnTo>
                  <a:pt x="324" y="402"/>
                </a:lnTo>
                <a:lnTo>
                  <a:pt x="325" y="402"/>
                </a:lnTo>
                <a:lnTo>
                  <a:pt x="326" y="403"/>
                </a:lnTo>
                <a:lnTo>
                  <a:pt x="326" y="404"/>
                </a:lnTo>
                <a:lnTo>
                  <a:pt x="325" y="405"/>
                </a:lnTo>
                <a:lnTo>
                  <a:pt x="325" y="406"/>
                </a:lnTo>
                <a:lnTo>
                  <a:pt x="325" y="407"/>
                </a:lnTo>
                <a:lnTo>
                  <a:pt x="326" y="407"/>
                </a:lnTo>
                <a:lnTo>
                  <a:pt x="326" y="408"/>
                </a:lnTo>
                <a:lnTo>
                  <a:pt x="327" y="410"/>
                </a:lnTo>
                <a:lnTo>
                  <a:pt x="327" y="411"/>
                </a:lnTo>
                <a:lnTo>
                  <a:pt x="328" y="411"/>
                </a:lnTo>
                <a:lnTo>
                  <a:pt x="328" y="412"/>
                </a:lnTo>
                <a:lnTo>
                  <a:pt x="329" y="412"/>
                </a:lnTo>
                <a:lnTo>
                  <a:pt x="329" y="413"/>
                </a:lnTo>
                <a:lnTo>
                  <a:pt x="330" y="413"/>
                </a:lnTo>
                <a:lnTo>
                  <a:pt x="331" y="413"/>
                </a:lnTo>
                <a:lnTo>
                  <a:pt x="331" y="412"/>
                </a:lnTo>
                <a:lnTo>
                  <a:pt x="332" y="412"/>
                </a:lnTo>
                <a:lnTo>
                  <a:pt x="333" y="412"/>
                </a:lnTo>
                <a:lnTo>
                  <a:pt x="333" y="411"/>
                </a:lnTo>
                <a:lnTo>
                  <a:pt x="334" y="411"/>
                </a:lnTo>
                <a:lnTo>
                  <a:pt x="334" y="410"/>
                </a:lnTo>
                <a:lnTo>
                  <a:pt x="335" y="410"/>
                </a:lnTo>
                <a:lnTo>
                  <a:pt x="336" y="410"/>
                </a:lnTo>
                <a:lnTo>
                  <a:pt x="337" y="410"/>
                </a:lnTo>
                <a:lnTo>
                  <a:pt x="338" y="410"/>
                </a:lnTo>
                <a:lnTo>
                  <a:pt x="339" y="408"/>
                </a:lnTo>
                <a:lnTo>
                  <a:pt x="340" y="407"/>
                </a:lnTo>
                <a:lnTo>
                  <a:pt x="340" y="406"/>
                </a:lnTo>
                <a:lnTo>
                  <a:pt x="341" y="406"/>
                </a:lnTo>
                <a:lnTo>
                  <a:pt x="341" y="407"/>
                </a:lnTo>
                <a:lnTo>
                  <a:pt x="341" y="408"/>
                </a:lnTo>
                <a:lnTo>
                  <a:pt x="342" y="408"/>
                </a:lnTo>
                <a:lnTo>
                  <a:pt x="341" y="408"/>
                </a:lnTo>
                <a:lnTo>
                  <a:pt x="341" y="410"/>
                </a:lnTo>
                <a:lnTo>
                  <a:pt x="342" y="410"/>
                </a:lnTo>
                <a:lnTo>
                  <a:pt x="343" y="410"/>
                </a:lnTo>
                <a:lnTo>
                  <a:pt x="344" y="411"/>
                </a:lnTo>
                <a:lnTo>
                  <a:pt x="344" y="412"/>
                </a:lnTo>
                <a:lnTo>
                  <a:pt x="343" y="412"/>
                </a:lnTo>
                <a:lnTo>
                  <a:pt x="342" y="412"/>
                </a:lnTo>
                <a:lnTo>
                  <a:pt x="342" y="413"/>
                </a:lnTo>
                <a:lnTo>
                  <a:pt x="342" y="414"/>
                </a:lnTo>
                <a:lnTo>
                  <a:pt x="343" y="414"/>
                </a:lnTo>
                <a:lnTo>
                  <a:pt x="343" y="413"/>
                </a:lnTo>
                <a:lnTo>
                  <a:pt x="344" y="413"/>
                </a:lnTo>
                <a:lnTo>
                  <a:pt x="344" y="414"/>
                </a:lnTo>
                <a:lnTo>
                  <a:pt x="342" y="414"/>
                </a:lnTo>
                <a:lnTo>
                  <a:pt x="342" y="415"/>
                </a:lnTo>
                <a:lnTo>
                  <a:pt x="343" y="416"/>
                </a:lnTo>
                <a:lnTo>
                  <a:pt x="344" y="416"/>
                </a:lnTo>
                <a:lnTo>
                  <a:pt x="345" y="416"/>
                </a:lnTo>
                <a:lnTo>
                  <a:pt x="347" y="416"/>
                </a:lnTo>
                <a:lnTo>
                  <a:pt x="347" y="415"/>
                </a:lnTo>
                <a:lnTo>
                  <a:pt x="348" y="415"/>
                </a:lnTo>
                <a:lnTo>
                  <a:pt x="348" y="416"/>
                </a:lnTo>
                <a:lnTo>
                  <a:pt x="349" y="416"/>
                </a:lnTo>
                <a:lnTo>
                  <a:pt x="350" y="415"/>
                </a:lnTo>
                <a:lnTo>
                  <a:pt x="351" y="415"/>
                </a:lnTo>
                <a:lnTo>
                  <a:pt x="352" y="416"/>
                </a:lnTo>
                <a:lnTo>
                  <a:pt x="352" y="415"/>
                </a:lnTo>
                <a:lnTo>
                  <a:pt x="353" y="415"/>
                </a:lnTo>
                <a:lnTo>
                  <a:pt x="352" y="414"/>
                </a:lnTo>
                <a:lnTo>
                  <a:pt x="353" y="414"/>
                </a:lnTo>
                <a:lnTo>
                  <a:pt x="354" y="414"/>
                </a:lnTo>
                <a:lnTo>
                  <a:pt x="354" y="415"/>
                </a:lnTo>
                <a:lnTo>
                  <a:pt x="355" y="415"/>
                </a:lnTo>
                <a:lnTo>
                  <a:pt x="356" y="415"/>
                </a:lnTo>
                <a:lnTo>
                  <a:pt x="357" y="413"/>
                </a:lnTo>
                <a:lnTo>
                  <a:pt x="356" y="413"/>
                </a:lnTo>
                <a:lnTo>
                  <a:pt x="357" y="412"/>
                </a:lnTo>
                <a:lnTo>
                  <a:pt x="358" y="413"/>
                </a:lnTo>
                <a:lnTo>
                  <a:pt x="358" y="412"/>
                </a:lnTo>
                <a:lnTo>
                  <a:pt x="359" y="412"/>
                </a:lnTo>
                <a:lnTo>
                  <a:pt x="360" y="412"/>
                </a:lnTo>
                <a:lnTo>
                  <a:pt x="360" y="411"/>
                </a:lnTo>
                <a:lnTo>
                  <a:pt x="361" y="411"/>
                </a:lnTo>
                <a:lnTo>
                  <a:pt x="362" y="411"/>
                </a:lnTo>
                <a:lnTo>
                  <a:pt x="363" y="411"/>
                </a:lnTo>
                <a:lnTo>
                  <a:pt x="364" y="411"/>
                </a:lnTo>
                <a:lnTo>
                  <a:pt x="364" y="410"/>
                </a:lnTo>
                <a:lnTo>
                  <a:pt x="363" y="410"/>
                </a:lnTo>
                <a:lnTo>
                  <a:pt x="364" y="410"/>
                </a:lnTo>
                <a:lnTo>
                  <a:pt x="365" y="410"/>
                </a:lnTo>
                <a:lnTo>
                  <a:pt x="366" y="410"/>
                </a:lnTo>
                <a:lnTo>
                  <a:pt x="367" y="411"/>
                </a:lnTo>
                <a:lnTo>
                  <a:pt x="367" y="410"/>
                </a:lnTo>
                <a:lnTo>
                  <a:pt x="367" y="411"/>
                </a:lnTo>
                <a:lnTo>
                  <a:pt x="367" y="412"/>
                </a:lnTo>
                <a:lnTo>
                  <a:pt x="368" y="412"/>
                </a:lnTo>
                <a:lnTo>
                  <a:pt x="369" y="411"/>
                </a:lnTo>
                <a:lnTo>
                  <a:pt x="369" y="410"/>
                </a:lnTo>
                <a:lnTo>
                  <a:pt x="370" y="410"/>
                </a:lnTo>
                <a:lnTo>
                  <a:pt x="371" y="411"/>
                </a:lnTo>
                <a:lnTo>
                  <a:pt x="372" y="411"/>
                </a:lnTo>
                <a:lnTo>
                  <a:pt x="373" y="410"/>
                </a:lnTo>
                <a:lnTo>
                  <a:pt x="374" y="410"/>
                </a:lnTo>
                <a:lnTo>
                  <a:pt x="374" y="411"/>
                </a:lnTo>
                <a:lnTo>
                  <a:pt x="374" y="412"/>
                </a:lnTo>
                <a:lnTo>
                  <a:pt x="374" y="413"/>
                </a:lnTo>
                <a:lnTo>
                  <a:pt x="375" y="414"/>
                </a:lnTo>
                <a:lnTo>
                  <a:pt x="375" y="415"/>
                </a:lnTo>
                <a:lnTo>
                  <a:pt x="375" y="416"/>
                </a:lnTo>
                <a:lnTo>
                  <a:pt x="376" y="417"/>
                </a:lnTo>
                <a:lnTo>
                  <a:pt x="376" y="418"/>
                </a:lnTo>
                <a:lnTo>
                  <a:pt x="377" y="420"/>
                </a:lnTo>
                <a:lnTo>
                  <a:pt x="377" y="421"/>
                </a:lnTo>
                <a:lnTo>
                  <a:pt x="378" y="422"/>
                </a:lnTo>
                <a:lnTo>
                  <a:pt x="378" y="423"/>
                </a:lnTo>
                <a:lnTo>
                  <a:pt x="377" y="423"/>
                </a:lnTo>
                <a:lnTo>
                  <a:pt x="378" y="423"/>
                </a:lnTo>
                <a:lnTo>
                  <a:pt x="379" y="424"/>
                </a:lnTo>
                <a:lnTo>
                  <a:pt x="380" y="425"/>
                </a:lnTo>
                <a:lnTo>
                  <a:pt x="380" y="426"/>
                </a:lnTo>
                <a:lnTo>
                  <a:pt x="381" y="427"/>
                </a:lnTo>
                <a:lnTo>
                  <a:pt x="381" y="428"/>
                </a:lnTo>
                <a:lnTo>
                  <a:pt x="382" y="428"/>
                </a:lnTo>
                <a:lnTo>
                  <a:pt x="382" y="429"/>
                </a:lnTo>
                <a:lnTo>
                  <a:pt x="382" y="430"/>
                </a:lnTo>
                <a:lnTo>
                  <a:pt x="383" y="431"/>
                </a:lnTo>
                <a:lnTo>
                  <a:pt x="383" y="432"/>
                </a:lnTo>
                <a:lnTo>
                  <a:pt x="384" y="433"/>
                </a:lnTo>
                <a:lnTo>
                  <a:pt x="385" y="434"/>
                </a:lnTo>
                <a:lnTo>
                  <a:pt x="386" y="435"/>
                </a:lnTo>
                <a:lnTo>
                  <a:pt x="386" y="436"/>
                </a:lnTo>
                <a:lnTo>
                  <a:pt x="387" y="437"/>
                </a:lnTo>
                <a:lnTo>
                  <a:pt x="387" y="438"/>
                </a:lnTo>
                <a:lnTo>
                  <a:pt x="388" y="438"/>
                </a:lnTo>
                <a:lnTo>
                  <a:pt x="389" y="438"/>
                </a:lnTo>
                <a:lnTo>
                  <a:pt x="389" y="439"/>
                </a:lnTo>
                <a:lnTo>
                  <a:pt x="389" y="440"/>
                </a:lnTo>
                <a:lnTo>
                  <a:pt x="390" y="440"/>
                </a:lnTo>
                <a:lnTo>
                  <a:pt x="390" y="439"/>
                </a:lnTo>
                <a:lnTo>
                  <a:pt x="390" y="438"/>
                </a:lnTo>
                <a:lnTo>
                  <a:pt x="391" y="437"/>
                </a:lnTo>
                <a:lnTo>
                  <a:pt x="392" y="438"/>
                </a:lnTo>
                <a:lnTo>
                  <a:pt x="393" y="437"/>
                </a:lnTo>
                <a:lnTo>
                  <a:pt x="394" y="438"/>
                </a:lnTo>
                <a:lnTo>
                  <a:pt x="396" y="436"/>
                </a:lnTo>
                <a:lnTo>
                  <a:pt x="397" y="437"/>
                </a:lnTo>
                <a:lnTo>
                  <a:pt x="398" y="437"/>
                </a:lnTo>
                <a:lnTo>
                  <a:pt x="395" y="439"/>
                </a:lnTo>
                <a:lnTo>
                  <a:pt x="396" y="440"/>
                </a:lnTo>
                <a:lnTo>
                  <a:pt x="399" y="437"/>
                </a:lnTo>
                <a:lnTo>
                  <a:pt x="403" y="436"/>
                </a:lnTo>
                <a:lnTo>
                  <a:pt x="405" y="435"/>
                </a:lnTo>
                <a:lnTo>
                  <a:pt x="406" y="436"/>
                </a:lnTo>
                <a:lnTo>
                  <a:pt x="404" y="437"/>
                </a:lnTo>
                <a:lnTo>
                  <a:pt x="404" y="438"/>
                </a:lnTo>
                <a:lnTo>
                  <a:pt x="401" y="439"/>
                </a:lnTo>
                <a:lnTo>
                  <a:pt x="400" y="439"/>
                </a:lnTo>
                <a:lnTo>
                  <a:pt x="399" y="439"/>
                </a:lnTo>
                <a:lnTo>
                  <a:pt x="399" y="440"/>
                </a:lnTo>
                <a:lnTo>
                  <a:pt x="400" y="441"/>
                </a:lnTo>
                <a:lnTo>
                  <a:pt x="401" y="440"/>
                </a:lnTo>
                <a:lnTo>
                  <a:pt x="401" y="441"/>
                </a:lnTo>
                <a:lnTo>
                  <a:pt x="402" y="440"/>
                </a:lnTo>
                <a:lnTo>
                  <a:pt x="401" y="441"/>
                </a:lnTo>
                <a:lnTo>
                  <a:pt x="400" y="442"/>
                </a:lnTo>
                <a:lnTo>
                  <a:pt x="397" y="444"/>
                </a:lnTo>
                <a:lnTo>
                  <a:pt x="397" y="445"/>
                </a:lnTo>
                <a:lnTo>
                  <a:pt x="397" y="446"/>
                </a:lnTo>
                <a:lnTo>
                  <a:pt x="395" y="446"/>
                </a:lnTo>
                <a:lnTo>
                  <a:pt x="394" y="446"/>
                </a:lnTo>
                <a:lnTo>
                  <a:pt x="393" y="445"/>
                </a:lnTo>
                <a:lnTo>
                  <a:pt x="392" y="446"/>
                </a:lnTo>
                <a:lnTo>
                  <a:pt x="394" y="448"/>
                </a:lnTo>
                <a:lnTo>
                  <a:pt x="394" y="449"/>
                </a:lnTo>
                <a:lnTo>
                  <a:pt x="393" y="450"/>
                </a:lnTo>
                <a:lnTo>
                  <a:pt x="393" y="451"/>
                </a:lnTo>
                <a:lnTo>
                  <a:pt x="392" y="452"/>
                </a:lnTo>
                <a:lnTo>
                  <a:pt x="392" y="453"/>
                </a:lnTo>
                <a:lnTo>
                  <a:pt x="392" y="454"/>
                </a:lnTo>
                <a:lnTo>
                  <a:pt x="391" y="455"/>
                </a:lnTo>
                <a:lnTo>
                  <a:pt x="392" y="455"/>
                </a:lnTo>
                <a:lnTo>
                  <a:pt x="393" y="455"/>
                </a:lnTo>
                <a:lnTo>
                  <a:pt x="393" y="456"/>
                </a:lnTo>
                <a:lnTo>
                  <a:pt x="392" y="456"/>
                </a:lnTo>
                <a:lnTo>
                  <a:pt x="391" y="456"/>
                </a:lnTo>
                <a:lnTo>
                  <a:pt x="390" y="456"/>
                </a:lnTo>
                <a:lnTo>
                  <a:pt x="389" y="456"/>
                </a:lnTo>
                <a:lnTo>
                  <a:pt x="389" y="457"/>
                </a:lnTo>
                <a:lnTo>
                  <a:pt x="390" y="458"/>
                </a:lnTo>
                <a:lnTo>
                  <a:pt x="390" y="459"/>
                </a:lnTo>
                <a:lnTo>
                  <a:pt x="390" y="460"/>
                </a:lnTo>
                <a:lnTo>
                  <a:pt x="389" y="460"/>
                </a:lnTo>
                <a:lnTo>
                  <a:pt x="388" y="460"/>
                </a:lnTo>
                <a:lnTo>
                  <a:pt x="387" y="460"/>
                </a:lnTo>
                <a:lnTo>
                  <a:pt x="387" y="461"/>
                </a:lnTo>
                <a:lnTo>
                  <a:pt x="387" y="462"/>
                </a:lnTo>
                <a:lnTo>
                  <a:pt x="386" y="462"/>
                </a:lnTo>
                <a:lnTo>
                  <a:pt x="386" y="463"/>
                </a:lnTo>
                <a:lnTo>
                  <a:pt x="386" y="464"/>
                </a:lnTo>
                <a:lnTo>
                  <a:pt x="384" y="465"/>
                </a:lnTo>
                <a:lnTo>
                  <a:pt x="383" y="465"/>
                </a:lnTo>
                <a:lnTo>
                  <a:pt x="382" y="465"/>
                </a:lnTo>
                <a:lnTo>
                  <a:pt x="381" y="465"/>
                </a:lnTo>
                <a:lnTo>
                  <a:pt x="380" y="465"/>
                </a:lnTo>
                <a:lnTo>
                  <a:pt x="380" y="466"/>
                </a:lnTo>
                <a:lnTo>
                  <a:pt x="378" y="466"/>
                </a:lnTo>
                <a:lnTo>
                  <a:pt x="377" y="466"/>
                </a:lnTo>
                <a:lnTo>
                  <a:pt x="376" y="466"/>
                </a:lnTo>
                <a:lnTo>
                  <a:pt x="375" y="466"/>
                </a:lnTo>
                <a:lnTo>
                  <a:pt x="374" y="466"/>
                </a:lnTo>
                <a:lnTo>
                  <a:pt x="373" y="466"/>
                </a:lnTo>
                <a:lnTo>
                  <a:pt x="372" y="467"/>
                </a:lnTo>
                <a:lnTo>
                  <a:pt x="371" y="467"/>
                </a:lnTo>
                <a:lnTo>
                  <a:pt x="370" y="468"/>
                </a:lnTo>
                <a:lnTo>
                  <a:pt x="370" y="469"/>
                </a:lnTo>
                <a:lnTo>
                  <a:pt x="371" y="469"/>
                </a:lnTo>
                <a:lnTo>
                  <a:pt x="370" y="470"/>
                </a:lnTo>
                <a:lnTo>
                  <a:pt x="369" y="470"/>
                </a:lnTo>
                <a:lnTo>
                  <a:pt x="369" y="471"/>
                </a:lnTo>
                <a:lnTo>
                  <a:pt x="369" y="472"/>
                </a:lnTo>
                <a:lnTo>
                  <a:pt x="368" y="473"/>
                </a:lnTo>
                <a:lnTo>
                  <a:pt x="368" y="474"/>
                </a:lnTo>
                <a:lnTo>
                  <a:pt x="367" y="475"/>
                </a:lnTo>
                <a:lnTo>
                  <a:pt x="367" y="477"/>
                </a:lnTo>
                <a:lnTo>
                  <a:pt x="367" y="478"/>
                </a:lnTo>
                <a:lnTo>
                  <a:pt x="367" y="479"/>
                </a:lnTo>
                <a:lnTo>
                  <a:pt x="366" y="479"/>
                </a:lnTo>
                <a:lnTo>
                  <a:pt x="366" y="480"/>
                </a:lnTo>
                <a:lnTo>
                  <a:pt x="365" y="480"/>
                </a:lnTo>
                <a:lnTo>
                  <a:pt x="365" y="481"/>
                </a:lnTo>
                <a:lnTo>
                  <a:pt x="364" y="482"/>
                </a:lnTo>
                <a:lnTo>
                  <a:pt x="363" y="483"/>
                </a:lnTo>
                <a:lnTo>
                  <a:pt x="363" y="484"/>
                </a:lnTo>
                <a:lnTo>
                  <a:pt x="362" y="484"/>
                </a:lnTo>
                <a:lnTo>
                  <a:pt x="360" y="488"/>
                </a:lnTo>
                <a:lnTo>
                  <a:pt x="359" y="488"/>
                </a:lnTo>
                <a:lnTo>
                  <a:pt x="358" y="489"/>
                </a:lnTo>
                <a:lnTo>
                  <a:pt x="357" y="489"/>
                </a:lnTo>
                <a:lnTo>
                  <a:pt x="356" y="489"/>
                </a:lnTo>
                <a:lnTo>
                  <a:pt x="355" y="489"/>
                </a:lnTo>
                <a:lnTo>
                  <a:pt x="355" y="488"/>
                </a:lnTo>
                <a:lnTo>
                  <a:pt x="353" y="488"/>
                </a:lnTo>
                <a:lnTo>
                  <a:pt x="352" y="488"/>
                </a:lnTo>
                <a:lnTo>
                  <a:pt x="352" y="487"/>
                </a:lnTo>
                <a:lnTo>
                  <a:pt x="351" y="487"/>
                </a:lnTo>
                <a:lnTo>
                  <a:pt x="349" y="487"/>
                </a:lnTo>
                <a:lnTo>
                  <a:pt x="349" y="488"/>
                </a:lnTo>
                <a:lnTo>
                  <a:pt x="348" y="488"/>
                </a:lnTo>
                <a:lnTo>
                  <a:pt x="347" y="489"/>
                </a:lnTo>
                <a:lnTo>
                  <a:pt x="346" y="489"/>
                </a:lnTo>
                <a:lnTo>
                  <a:pt x="345" y="490"/>
                </a:lnTo>
                <a:lnTo>
                  <a:pt x="344" y="490"/>
                </a:lnTo>
                <a:lnTo>
                  <a:pt x="343" y="490"/>
                </a:lnTo>
                <a:lnTo>
                  <a:pt x="342" y="489"/>
                </a:lnTo>
                <a:lnTo>
                  <a:pt x="341" y="489"/>
                </a:lnTo>
                <a:lnTo>
                  <a:pt x="339" y="489"/>
                </a:lnTo>
                <a:lnTo>
                  <a:pt x="338" y="489"/>
                </a:lnTo>
                <a:lnTo>
                  <a:pt x="337" y="489"/>
                </a:lnTo>
                <a:lnTo>
                  <a:pt x="336" y="489"/>
                </a:lnTo>
                <a:lnTo>
                  <a:pt x="335" y="489"/>
                </a:lnTo>
                <a:lnTo>
                  <a:pt x="335" y="490"/>
                </a:lnTo>
                <a:lnTo>
                  <a:pt x="334" y="490"/>
                </a:lnTo>
                <a:lnTo>
                  <a:pt x="333" y="489"/>
                </a:lnTo>
                <a:lnTo>
                  <a:pt x="332" y="489"/>
                </a:lnTo>
                <a:lnTo>
                  <a:pt x="330" y="489"/>
                </a:lnTo>
                <a:lnTo>
                  <a:pt x="329" y="489"/>
                </a:lnTo>
                <a:lnTo>
                  <a:pt x="327" y="489"/>
                </a:lnTo>
                <a:lnTo>
                  <a:pt x="326" y="489"/>
                </a:lnTo>
                <a:lnTo>
                  <a:pt x="325" y="489"/>
                </a:lnTo>
                <a:lnTo>
                  <a:pt x="324" y="489"/>
                </a:lnTo>
                <a:lnTo>
                  <a:pt x="324" y="490"/>
                </a:lnTo>
                <a:lnTo>
                  <a:pt x="323" y="490"/>
                </a:lnTo>
                <a:lnTo>
                  <a:pt x="321" y="490"/>
                </a:lnTo>
                <a:lnTo>
                  <a:pt x="319" y="490"/>
                </a:lnTo>
                <a:lnTo>
                  <a:pt x="318" y="489"/>
                </a:lnTo>
                <a:lnTo>
                  <a:pt x="317" y="489"/>
                </a:lnTo>
                <a:lnTo>
                  <a:pt x="317" y="490"/>
                </a:lnTo>
                <a:lnTo>
                  <a:pt x="316" y="490"/>
                </a:lnTo>
                <a:lnTo>
                  <a:pt x="315" y="490"/>
                </a:lnTo>
                <a:lnTo>
                  <a:pt x="315" y="489"/>
                </a:lnTo>
                <a:lnTo>
                  <a:pt x="313" y="489"/>
                </a:lnTo>
                <a:lnTo>
                  <a:pt x="312" y="489"/>
                </a:lnTo>
                <a:lnTo>
                  <a:pt x="311" y="489"/>
                </a:lnTo>
                <a:lnTo>
                  <a:pt x="310" y="489"/>
                </a:lnTo>
                <a:lnTo>
                  <a:pt x="309" y="489"/>
                </a:lnTo>
                <a:lnTo>
                  <a:pt x="307" y="490"/>
                </a:lnTo>
                <a:lnTo>
                  <a:pt x="306" y="490"/>
                </a:lnTo>
                <a:lnTo>
                  <a:pt x="305" y="490"/>
                </a:lnTo>
                <a:lnTo>
                  <a:pt x="305" y="489"/>
                </a:lnTo>
                <a:lnTo>
                  <a:pt x="304" y="489"/>
                </a:lnTo>
                <a:lnTo>
                  <a:pt x="303" y="489"/>
                </a:lnTo>
                <a:lnTo>
                  <a:pt x="302" y="489"/>
                </a:lnTo>
                <a:lnTo>
                  <a:pt x="301" y="489"/>
                </a:lnTo>
                <a:lnTo>
                  <a:pt x="301" y="490"/>
                </a:lnTo>
                <a:lnTo>
                  <a:pt x="301" y="491"/>
                </a:lnTo>
                <a:lnTo>
                  <a:pt x="300" y="492"/>
                </a:lnTo>
                <a:lnTo>
                  <a:pt x="299" y="493"/>
                </a:lnTo>
                <a:lnTo>
                  <a:pt x="297" y="494"/>
                </a:lnTo>
                <a:lnTo>
                  <a:pt x="297" y="495"/>
                </a:lnTo>
                <a:lnTo>
                  <a:pt x="297" y="497"/>
                </a:lnTo>
                <a:lnTo>
                  <a:pt x="297" y="498"/>
                </a:lnTo>
                <a:lnTo>
                  <a:pt x="296" y="498"/>
                </a:lnTo>
                <a:lnTo>
                  <a:pt x="295" y="498"/>
                </a:lnTo>
                <a:lnTo>
                  <a:pt x="295" y="497"/>
                </a:lnTo>
                <a:lnTo>
                  <a:pt x="294" y="497"/>
                </a:lnTo>
                <a:lnTo>
                  <a:pt x="294" y="498"/>
                </a:lnTo>
                <a:lnTo>
                  <a:pt x="294" y="499"/>
                </a:lnTo>
                <a:lnTo>
                  <a:pt x="295" y="499"/>
                </a:lnTo>
                <a:lnTo>
                  <a:pt x="294" y="500"/>
                </a:lnTo>
                <a:lnTo>
                  <a:pt x="293" y="500"/>
                </a:lnTo>
                <a:lnTo>
                  <a:pt x="292" y="500"/>
                </a:lnTo>
                <a:lnTo>
                  <a:pt x="292" y="501"/>
                </a:lnTo>
                <a:lnTo>
                  <a:pt x="291" y="501"/>
                </a:lnTo>
                <a:lnTo>
                  <a:pt x="290" y="501"/>
                </a:lnTo>
                <a:lnTo>
                  <a:pt x="290" y="502"/>
                </a:lnTo>
                <a:lnTo>
                  <a:pt x="290" y="504"/>
                </a:lnTo>
                <a:lnTo>
                  <a:pt x="289" y="505"/>
                </a:lnTo>
                <a:lnTo>
                  <a:pt x="288" y="506"/>
                </a:lnTo>
                <a:lnTo>
                  <a:pt x="287" y="506"/>
                </a:lnTo>
                <a:lnTo>
                  <a:pt x="287" y="507"/>
                </a:lnTo>
                <a:lnTo>
                  <a:pt x="286" y="508"/>
                </a:lnTo>
                <a:lnTo>
                  <a:pt x="286" y="509"/>
                </a:lnTo>
                <a:lnTo>
                  <a:pt x="285" y="510"/>
                </a:lnTo>
                <a:lnTo>
                  <a:pt x="284" y="511"/>
                </a:lnTo>
                <a:lnTo>
                  <a:pt x="284" y="512"/>
                </a:lnTo>
                <a:lnTo>
                  <a:pt x="283" y="512"/>
                </a:lnTo>
                <a:lnTo>
                  <a:pt x="281" y="513"/>
                </a:lnTo>
                <a:lnTo>
                  <a:pt x="281" y="514"/>
                </a:lnTo>
                <a:lnTo>
                  <a:pt x="280" y="514"/>
                </a:lnTo>
                <a:lnTo>
                  <a:pt x="280" y="515"/>
                </a:lnTo>
                <a:lnTo>
                  <a:pt x="279" y="515"/>
                </a:lnTo>
                <a:lnTo>
                  <a:pt x="278" y="516"/>
                </a:lnTo>
                <a:lnTo>
                  <a:pt x="278" y="517"/>
                </a:lnTo>
                <a:lnTo>
                  <a:pt x="276" y="518"/>
                </a:lnTo>
                <a:lnTo>
                  <a:pt x="276" y="519"/>
                </a:lnTo>
                <a:lnTo>
                  <a:pt x="275" y="519"/>
                </a:lnTo>
                <a:lnTo>
                  <a:pt x="275" y="520"/>
                </a:lnTo>
                <a:lnTo>
                  <a:pt x="274" y="521"/>
                </a:lnTo>
                <a:lnTo>
                  <a:pt x="273" y="522"/>
                </a:lnTo>
                <a:lnTo>
                  <a:pt x="272" y="522"/>
                </a:lnTo>
                <a:lnTo>
                  <a:pt x="271" y="522"/>
                </a:lnTo>
                <a:lnTo>
                  <a:pt x="271" y="523"/>
                </a:lnTo>
                <a:lnTo>
                  <a:pt x="270" y="523"/>
                </a:lnTo>
                <a:lnTo>
                  <a:pt x="270" y="524"/>
                </a:lnTo>
                <a:lnTo>
                  <a:pt x="269" y="524"/>
                </a:lnTo>
                <a:lnTo>
                  <a:pt x="269" y="526"/>
                </a:lnTo>
                <a:lnTo>
                  <a:pt x="269" y="527"/>
                </a:lnTo>
                <a:lnTo>
                  <a:pt x="268" y="527"/>
                </a:lnTo>
                <a:lnTo>
                  <a:pt x="268" y="526"/>
                </a:lnTo>
                <a:lnTo>
                  <a:pt x="267" y="526"/>
                </a:lnTo>
                <a:lnTo>
                  <a:pt x="266" y="525"/>
                </a:lnTo>
                <a:lnTo>
                  <a:pt x="266" y="524"/>
                </a:lnTo>
                <a:lnTo>
                  <a:pt x="266" y="523"/>
                </a:lnTo>
                <a:lnTo>
                  <a:pt x="265" y="523"/>
                </a:lnTo>
                <a:lnTo>
                  <a:pt x="264" y="523"/>
                </a:lnTo>
                <a:lnTo>
                  <a:pt x="264" y="522"/>
                </a:lnTo>
                <a:lnTo>
                  <a:pt x="263" y="522"/>
                </a:lnTo>
                <a:lnTo>
                  <a:pt x="262" y="521"/>
                </a:lnTo>
                <a:lnTo>
                  <a:pt x="263" y="520"/>
                </a:lnTo>
                <a:lnTo>
                  <a:pt x="263" y="518"/>
                </a:lnTo>
                <a:lnTo>
                  <a:pt x="262" y="518"/>
                </a:lnTo>
                <a:lnTo>
                  <a:pt x="262" y="517"/>
                </a:lnTo>
                <a:lnTo>
                  <a:pt x="262" y="518"/>
                </a:lnTo>
                <a:lnTo>
                  <a:pt x="261" y="518"/>
                </a:lnTo>
                <a:lnTo>
                  <a:pt x="260" y="518"/>
                </a:lnTo>
                <a:lnTo>
                  <a:pt x="260" y="517"/>
                </a:lnTo>
                <a:lnTo>
                  <a:pt x="260" y="516"/>
                </a:lnTo>
                <a:lnTo>
                  <a:pt x="259" y="516"/>
                </a:lnTo>
                <a:lnTo>
                  <a:pt x="258" y="516"/>
                </a:lnTo>
                <a:lnTo>
                  <a:pt x="259" y="516"/>
                </a:lnTo>
                <a:lnTo>
                  <a:pt x="259" y="517"/>
                </a:lnTo>
                <a:lnTo>
                  <a:pt x="258" y="517"/>
                </a:lnTo>
                <a:lnTo>
                  <a:pt x="257" y="517"/>
                </a:lnTo>
                <a:lnTo>
                  <a:pt x="257" y="518"/>
                </a:lnTo>
                <a:lnTo>
                  <a:pt x="256" y="517"/>
                </a:lnTo>
                <a:lnTo>
                  <a:pt x="256" y="518"/>
                </a:lnTo>
                <a:lnTo>
                  <a:pt x="256" y="519"/>
                </a:lnTo>
                <a:lnTo>
                  <a:pt x="255" y="519"/>
                </a:lnTo>
                <a:lnTo>
                  <a:pt x="255" y="520"/>
                </a:lnTo>
                <a:lnTo>
                  <a:pt x="256" y="520"/>
                </a:lnTo>
                <a:lnTo>
                  <a:pt x="255" y="520"/>
                </a:lnTo>
                <a:lnTo>
                  <a:pt x="255" y="521"/>
                </a:lnTo>
                <a:lnTo>
                  <a:pt x="256" y="522"/>
                </a:lnTo>
                <a:lnTo>
                  <a:pt x="255" y="522"/>
                </a:lnTo>
                <a:lnTo>
                  <a:pt x="254" y="522"/>
                </a:lnTo>
                <a:lnTo>
                  <a:pt x="255" y="522"/>
                </a:lnTo>
                <a:lnTo>
                  <a:pt x="255" y="523"/>
                </a:lnTo>
                <a:lnTo>
                  <a:pt x="254" y="523"/>
                </a:lnTo>
                <a:lnTo>
                  <a:pt x="255" y="523"/>
                </a:lnTo>
                <a:lnTo>
                  <a:pt x="255" y="524"/>
                </a:lnTo>
                <a:lnTo>
                  <a:pt x="255" y="525"/>
                </a:lnTo>
                <a:lnTo>
                  <a:pt x="256" y="524"/>
                </a:lnTo>
                <a:lnTo>
                  <a:pt x="256" y="525"/>
                </a:lnTo>
                <a:lnTo>
                  <a:pt x="255" y="525"/>
                </a:lnTo>
                <a:lnTo>
                  <a:pt x="255" y="526"/>
                </a:lnTo>
                <a:lnTo>
                  <a:pt x="254" y="526"/>
                </a:lnTo>
                <a:lnTo>
                  <a:pt x="254" y="527"/>
                </a:lnTo>
                <a:lnTo>
                  <a:pt x="255" y="527"/>
                </a:lnTo>
                <a:lnTo>
                  <a:pt x="254" y="528"/>
                </a:lnTo>
                <a:lnTo>
                  <a:pt x="253" y="527"/>
                </a:lnTo>
                <a:lnTo>
                  <a:pt x="253" y="526"/>
                </a:lnTo>
                <a:lnTo>
                  <a:pt x="252" y="526"/>
                </a:lnTo>
                <a:lnTo>
                  <a:pt x="251" y="525"/>
                </a:lnTo>
                <a:lnTo>
                  <a:pt x="251" y="526"/>
                </a:lnTo>
                <a:lnTo>
                  <a:pt x="250" y="526"/>
                </a:lnTo>
                <a:lnTo>
                  <a:pt x="249" y="526"/>
                </a:lnTo>
                <a:lnTo>
                  <a:pt x="249" y="527"/>
                </a:lnTo>
                <a:lnTo>
                  <a:pt x="250" y="527"/>
                </a:lnTo>
                <a:lnTo>
                  <a:pt x="250" y="528"/>
                </a:lnTo>
                <a:lnTo>
                  <a:pt x="251" y="529"/>
                </a:lnTo>
                <a:lnTo>
                  <a:pt x="251" y="530"/>
                </a:lnTo>
                <a:lnTo>
                  <a:pt x="250" y="531"/>
                </a:lnTo>
                <a:lnTo>
                  <a:pt x="250" y="532"/>
                </a:lnTo>
                <a:lnTo>
                  <a:pt x="252" y="532"/>
                </a:lnTo>
                <a:lnTo>
                  <a:pt x="253" y="532"/>
                </a:lnTo>
                <a:lnTo>
                  <a:pt x="253" y="531"/>
                </a:lnTo>
                <a:lnTo>
                  <a:pt x="254" y="532"/>
                </a:lnTo>
                <a:lnTo>
                  <a:pt x="253" y="532"/>
                </a:lnTo>
                <a:lnTo>
                  <a:pt x="253" y="533"/>
                </a:lnTo>
                <a:lnTo>
                  <a:pt x="254" y="532"/>
                </a:lnTo>
                <a:lnTo>
                  <a:pt x="254" y="533"/>
                </a:lnTo>
                <a:lnTo>
                  <a:pt x="254" y="534"/>
                </a:lnTo>
                <a:lnTo>
                  <a:pt x="255" y="534"/>
                </a:lnTo>
                <a:lnTo>
                  <a:pt x="255" y="535"/>
                </a:lnTo>
                <a:lnTo>
                  <a:pt x="254" y="535"/>
                </a:lnTo>
                <a:lnTo>
                  <a:pt x="254" y="536"/>
                </a:lnTo>
                <a:lnTo>
                  <a:pt x="253" y="536"/>
                </a:lnTo>
                <a:lnTo>
                  <a:pt x="252" y="536"/>
                </a:lnTo>
                <a:lnTo>
                  <a:pt x="252" y="537"/>
                </a:lnTo>
                <a:lnTo>
                  <a:pt x="251" y="538"/>
                </a:lnTo>
                <a:lnTo>
                  <a:pt x="251" y="539"/>
                </a:lnTo>
                <a:lnTo>
                  <a:pt x="250" y="538"/>
                </a:lnTo>
                <a:lnTo>
                  <a:pt x="249" y="538"/>
                </a:lnTo>
                <a:lnTo>
                  <a:pt x="248" y="538"/>
                </a:lnTo>
                <a:lnTo>
                  <a:pt x="247" y="538"/>
                </a:lnTo>
                <a:lnTo>
                  <a:pt x="246" y="538"/>
                </a:lnTo>
                <a:lnTo>
                  <a:pt x="244" y="536"/>
                </a:lnTo>
                <a:lnTo>
                  <a:pt x="243" y="537"/>
                </a:lnTo>
                <a:lnTo>
                  <a:pt x="242" y="537"/>
                </a:lnTo>
                <a:lnTo>
                  <a:pt x="241" y="537"/>
                </a:lnTo>
                <a:lnTo>
                  <a:pt x="240" y="537"/>
                </a:lnTo>
                <a:lnTo>
                  <a:pt x="239" y="537"/>
                </a:lnTo>
                <a:lnTo>
                  <a:pt x="239" y="538"/>
                </a:lnTo>
                <a:lnTo>
                  <a:pt x="238" y="538"/>
                </a:lnTo>
                <a:lnTo>
                  <a:pt x="237" y="537"/>
                </a:lnTo>
                <a:lnTo>
                  <a:pt x="236" y="537"/>
                </a:lnTo>
                <a:lnTo>
                  <a:pt x="236" y="538"/>
                </a:lnTo>
                <a:lnTo>
                  <a:pt x="235" y="538"/>
                </a:lnTo>
                <a:lnTo>
                  <a:pt x="234" y="538"/>
                </a:lnTo>
                <a:lnTo>
                  <a:pt x="234" y="539"/>
                </a:lnTo>
                <a:lnTo>
                  <a:pt x="233" y="539"/>
                </a:lnTo>
                <a:lnTo>
                  <a:pt x="232" y="539"/>
                </a:lnTo>
                <a:lnTo>
                  <a:pt x="231" y="540"/>
                </a:lnTo>
                <a:lnTo>
                  <a:pt x="230" y="540"/>
                </a:lnTo>
                <a:lnTo>
                  <a:pt x="229" y="541"/>
                </a:lnTo>
                <a:lnTo>
                  <a:pt x="228" y="540"/>
                </a:lnTo>
                <a:lnTo>
                  <a:pt x="227" y="541"/>
                </a:lnTo>
                <a:lnTo>
                  <a:pt x="228" y="542"/>
                </a:lnTo>
                <a:lnTo>
                  <a:pt x="228" y="543"/>
                </a:lnTo>
                <a:lnTo>
                  <a:pt x="228" y="544"/>
                </a:lnTo>
                <a:lnTo>
                  <a:pt x="227" y="545"/>
                </a:lnTo>
                <a:lnTo>
                  <a:pt x="226" y="546"/>
                </a:lnTo>
                <a:lnTo>
                  <a:pt x="227" y="547"/>
                </a:lnTo>
                <a:lnTo>
                  <a:pt x="227" y="548"/>
                </a:lnTo>
                <a:lnTo>
                  <a:pt x="227" y="549"/>
                </a:lnTo>
                <a:lnTo>
                  <a:pt x="226" y="550"/>
                </a:lnTo>
                <a:lnTo>
                  <a:pt x="227" y="550"/>
                </a:lnTo>
                <a:lnTo>
                  <a:pt x="227" y="551"/>
                </a:lnTo>
                <a:lnTo>
                  <a:pt x="226" y="551"/>
                </a:lnTo>
                <a:lnTo>
                  <a:pt x="226" y="552"/>
                </a:lnTo>
                <a:lnTo>
                  <a:pt x="225" y="552"/>
                </a:lnTo>
                <a:lnTo>
                  <a:pt x="224" y="552"/>
                </a:lnTo>
                <a:lnTo>
                  <a:pt x="223" y="553"/>
                </a:lnTo>
                <a:lnTo>
                  <a:pt x="222" y="553"/>
                </a:lnTo>
                <a:lnTo>
                  <a:pt x="222" y="554"/>
                </a:lnTo>
                <a:lnTo>
                  <a:pt x="221" y="554"/>
                </a:lnTo>
                <a:lnTo>
                  <a:pt x="221" y="555"/>
                </a:lnTo>
                <a:lnTo>
                  <a:pt x="221" y="556"/>
                </a:lnTo>
                <a:lnTo>
                  <a:pt x="221" y="557"/>
                </a:lnTo>
                <a:lnTo>
                  <a:pt x="221" y="558"/>
                </a:lnTo>
                <a:lnTo>
                  <a:pt x="220" y="559"/>
                </a:lnTo>
                <a:lnTo>
                  <a:pt x="219" y="559"/>
                </a:lnTo>
                <a:lnTo>
                  <a:pt x="219" y="560"/>
                </a:lnTo>
                <a:lnTo>
                  <a:pt x="218" y="560"/>
                </a:lnTo>
                <a:lnTo>
                  <a:pt x="218" y="561"/>
                </a:lnTo>
                <a:lnTo>
                  <a:pt x="219" y="562"/>
                </a:lnTo>
                <a:lnTo>
                  <a:pt x="219" y="563"/>
                </a:lnTo>
                <a:lnTo>
                  <a:pt x="219" y="564"/>
                </a:lnTo>
                <a:lnTo>
                  <a:pt x="218" y="565"/>
                </a:lnTo>
                <a:lnTo>
                  <a:pt x="218" y="566"/>
                </a:lnTo>
                <a:lnTo>
                  <a:pt x="217" y="567"/>
                </a:lnTo>
                <a:lnTo>
                  <a:pt x="217" y="568"/>
                </a:lnTo>
                <a:lnTo>
                  <a:pt x="216" y="569"/>
                </a:lnTo>
                <a:lnTo>
                  <a:pt x="216" y="570"/>
                </a:lnTo>
                <a:lnTo>
                  <a:pt x="215" y="570"/>
                </a:lnTo>
                <a:lnTo>
                  <a:pt x="214" y="571"/>
                </a:lnTo>
                <a:lnTo>
                  <a:pt x="214" y="572"/>
                </a:lnTo>
                <a:lnTo>
                  <a:pt x="213" y="572"/>
                </a:lnTo>
                <a:lnTo>
                  <a:pt x="212" y="572"/>
                </a:lnTo>
                <a:lnTo>
                  <a:pt x="212" y="573"/>
                </a:lnTo>
                <a:lnTo>
                  <a:pt x="212" y="574"/>
                </a:lnTo>
                <a:lnTo>
                  <a:pt x="211" y="575"/>
                </a:lnTo>
                <a:lnTo>
                  <a:pt x="210" y="575"/>
                </a:lnTo>
                <a:lnTo>
                  <a:pt x="209" y="576"/>
                </a:lnTo>
                <a:lnTo>
                  <a:pt x="209" y="577"/>
                </a:lnTo>
                <a:lnTo>
                  <a:pt x="210" y="577"/>
                </a:lnTo>
                <a:lnTo>
                  <a:pt x="210" y="578"/>
                </a:lnTo>
                <a:lnTo>
                  <a:pt x="210" y="579"/>
                </a:lnTo>
                <a:lnTo>
                  <a:pt x="210" y="578"/>
                </a:lnTo>
                <a:lnTo>
                  <a:pt x="211" y="578"/>
                </a:lnTo>
                <a:lnTo>
                  <a:pt x="211" y="579"/>
                </a:lnTo>
                <a:lnTo>
                  <a:pt x="210" y="580"/>
                </a:lnTo>
                <a:lnTo>
                  <a:pt x="210" y="581"/>
                </a:lnTo>
                <a:lnTo>
                  <a:pt x="209" y="581"/>
                </a:lnTo>
                <a:lnTo>
                  <a:pt x="209" y="582"/>
                </a:lnTo>
                <a:lnTo>
                  <a:pt x="208" y="582"/>
                </a:lnTo>
                <a:lnTo>
                  <a:pt x="208" y="583"/>
                </a:lnTo>
                <a:lnTo>
                  <a:pt x="208" y="584"/>
                </a:lnTo>
                <a:lnTo>
                  <a:pt x="208" y="585"/>
                </a:lnTo>
                <a:lnTo>
                  <a:pt x="207" y="585"/>
                </a:lnTo>
                <a:lnTo>
                  <a:pt x="206" y="585"/>
                </a:lnTo>
                <a:lnTo>
                  <a:pt x="206" y="586"/>
                </a:lnTo>
                <a:lnTo>
                  <a:pt x="205" y="586"/>
                </a:lnTo>
                <a:lnTo>
                  <a:pt x="204" y="586"/>
                </a:lnTo>
                <a:lnTo>
                  <a:pt x="204" y="587"/>
                </a:lnTo>
                <a:lnTo>
                  <a:pt x="203" y="587"/>
                </a:lnTo>
                <a:lnTo>
                  <a:pt x="203" y="588"/>
                </a:lnTo>
                <a:lnTo>
                  <a:pt x="202" y="589"/>
                </a:lnTo>
                <a:lnTo>
                  <a:pt x="202" y="590"/>
                </a:lnTo>
                <a:lnTo>
                  <a:pt x="202" y="591"/>
                </a:lnTo>
                <a:lnTo>
                  <a:pt x="201" y="591"/>
                </a:lnTo>
                <a:lnTo>
                  <a:pt x="201" y="592"/>
                </a:lnTo>
                <a:lnTo>
                  <a:pt x="202" y="593"/>
                </a:lnTo>
                <a:lnTo>
                  <a:pt x="201" y="593"/>
                </a:lnTo>
                <a:lnTo>
                  <a:pt x="201" y="594"/>
                </a:lnTo>
                <a:lnTo>
                  <a:pt x="200" y="595"/>
                </a:lnTo>
                <a:lnTo>
                  <a:pt x="199" y="595"/>
                </a:lnTo>
                <a:lnTo>
                  <a:pt x="198" y="595"/>
                </a:lnTo>
                <a:lnTo>
                  <a:pt x="197" y="595"/>
                </a:lnTo>
                <a:lnTo>
                  <a:pt x="197" y="596"/>
                </a:lnTo>
                <a:lnTo>
                  <a:pt x="196" y="596"/>
                </a:lnTo>
                <a:lnTo>
                  <a:pt x="195" y="596"/>
                </a:lnTo>
                <a:lnTo>
                  <a:pt x="195" y="597"/>
                </a:lnTo>
                <a:lnTo>
                  <a:pt x="193" y="597"/>
                </a:lnTo>
                <a:lnTo>
                  <a:pt x="193" y="598"/>
                </a:lnTo>
                <a:lnTo>
                  <a:pt x="192" y="598"/>
                </a:lnTo>
                <a:lnTo>
                  <a:pt x="191" y="598"/>
                </a:lnTo>
                <a:lnTo>
                  <a:pt x="190" y="598"/>
                </a:lnTo>
                <a:lnTo>
                  <a:pt x="189" y="598"/>
                </a:lnTo>
                <a:lnTo>
                  <a:pt x="188" y="599"/>
                </a:lnTo>
                <a:lnTo>
                  <a:pt x="187" y="599"/>
                </a:lnTo>
                <a:lnTo>
                  <a:pt x="187" y="600"/>
                </a:lnTo>
                <a:lnTo>
                  <a:pt x="186" y="600"/>
                </a:lnTo>
                <a:lnTo>
                  <a:pt x="186" y="599"/>
                </a:lnTo>
                <a:lnTo>
                  <a:pt x="185" y="599"/>
                </a:lnTo>
                <a:lnTo>
                  <a:pt x="184" y="600"/>
                </a:lnTo>
                <a:lnTo>
                  <a:pt x="183" y="600"/>
                </a:lnTo>
                <a:lnTo>
                  <a:pt x="182" y="600"/>
                </a:lnTo>
                <a:lnTo>
                  <a:pt x="182" y="601"/>
                </a:lnTo>
                <a:lnTo>
                  <a:pt x="182" y="602"/>
                </a:lnTo>
                <a:lnTo>
                  <a:pt x="181" y="602"/>
                </a:lnTo>
                <a:lnTo>
                  <a:pt x="181" y="603"/>
                </a:lnTo>
                <a:lnTo>
                  <a:pt x="180" y="604"/>
                </a:lnTo>
                <a:lnTo>
                  <a:pt x="180" y="605"/>
                </a:lnTo>
                <a:lnTo>
                  <a:pt x="180" y="606"/>
                </a:lnTo>
                <a:lnTo>
                  <a:pt x="179" y="607"/>
                </a:lnTo>
                <a:lnTo>
                  <a:pt x="178" y="607"/>
                </a:lnTo>
                <a:lnTo>
                  <a:pt x="177" y="607"/>
                </a:lnTo>
                <a:lnTo>
                  <a:pt x="177" y="608"/>
                </a:lnTo>
                <a:lnTo>
                  <a:pt x="176" y="608"/>
                </a:lnTo>
                <a:lnTo>
                  <a:pt x="176" y="609"/>
                </a:lnTo>
                <a:lnTo>
                  <a:pt x="176" y="610"/>
                </a:lnTo>
                <a:lnTo>
                  <a:pt x="175" y="610"/>
                </a:lnTo>
                <a:lnTo>
                  <a:pt x="174" y="610"/>
                </a:lnTo>
                <a:lnTo>
                  <a:pt x="174" y="611"/>
                </a:lnTo>
                <a:lnTo>
                  <a:pt x="174" y="612"/>
                </a:lnTo>
                <a:lnTo>
                  <a:pt x="173" y="613"/>
                </a:lnTo>
                <a:lnTo>
                  <a:pt x="172" y="614"/>
                </a:lnTo>
                <a:lnTo>
                  <a:pt x="171" y="614"/>
                </a:lnTo>
                <a:lnTo>
                  <a:pt x="171" y="613"/>
                </a:lnTo>
                <a:lnTo>
                  <a:pt x="171" y="614"/>
                </a:lnTo>
                <a:lnTo>
                  <a:pt x="171" y="615"/>
                </a:lnTo>
                <a:lnTo>
                  <a:pt x="170" y="615"/>
                </a:lnTo>
                <a:lnTo>
                  <a:pt x="170" y="616"/>
                </a:lnTo>
                <a:lnTo>
                  <a:pt x="170" y="617"/>
                </a:lnTo>
                <a:lnTo>
                  <a:pt x="169" y="618"/>
                </a:lnTo>
                <a:lnTo>
                  <a:pt x="169" y="619"/>
                </a:lnTo>
                <a:lnTo>
                  <a:pt x="169" y="620"/>
                </a:lnTo>
                <a:lnTo>
                  <a:pt x="169" y="621"/>
                </a:lnTo>
                <a:lnTo>
                  <a:pt x="169" y="622"/>
                </a:lnTo>
                <a:lnTo>
                  <a:pt x="168" y="622"/>
                </a:lnTo>
                <a:lnTo>
                  <a:pt x="167" y="623"/>
                </a:lnTo>
                <a:lnTo>
                  <a:pt x="167" y="624"/>
                </a:lnTo>
                <a:lnTo>
                  <a:pt x="166" y="625"/>
                </a:lnTo>
                <a:lnTo>
                  <a:pt x="166" y="626"/>
                </a:lnTo>
                <a:lnTo>
                  <a:pt x="165" y="627"/>
                </a:lnTo>
                <a:lnTo>
                  <a:pt x="165" y="628"/>
                </a:lnTo>
                <a:lnTo>
                  <a:pt x="165" y="629"/>
                </a:lnTo>
                <a:lnTo>
                  <a:pt x="166" y="629"/>
                </a:lnTo>
                <a:lnTo>
                  <a:pt x="165" y="629"/>
                </a:lnTo>
                <a:lnTo>
                  <a:pt x="165" y="630"/>
                </a:lnTo>
                <a:lnTo>
                  <a:pt x="165" y="631"/>
                </a:lnTo>
                <a:lnTo>
                  <a:pt x="166" y="631"/>
                </a:lnTo>
                <a:lnTo>
                  <a:pt x="166" y="630"/>
                </a:lnTo>
                <a:lnTo>
                  <a:pt x="167" y="630"/>
                </a:lnTo>
                <a:lnTo>
                  <a:pt x="167" y="631"/>
                </a:lnTo>
                <a:lnTo>
                  <a:pt x="168" y="632"/>
                </a:lnTo>
                <a:lnTo>
                  <a:pt x="168" y="633"/>
                </a:lnTo>
                <a:lnTo>
                  <a:pt x="167" y="633"/>
                </a:lnTo>
                <a:lnTo>
                  <a:pt x="167" y="634"/>
                </a:lnTo>
                <a:lnTo>
                  <a:pt x="167" y="635"/>
                </a:lnTo>
                <a:lnTo>
                  <a:pt x="166" y="635"/>
                </a:lnTo>
                <a:lnTo>
                  <a:pt x="166" y="636"/>
                </a:lnTo>
                <a:lnTo>
                  <a:pt x="167" y="636"/>
                </a:lnTo>
                <a:lnTo>
                  <a:pt x="168" y="636"/>
                </a:lnTo>
                <a:lnTo>
                  <a:pt x="169" y="637"/>
                </a:lnTo>
                <a:lnTo>
                  <a:pt x="170" y="637"/>
                </a:lnTo>
                <a:lnTo>
                  <a:pt x="170" y="638"/>
                </a:lnTo>
                <a:lnTo>
                  <a:pt x="170" y="639"/>
                </a:lnTo>
                <a:lnTo>
                  <a:pt x="170" y="640"/>
                </a:lnTo>
                <a:lnTo>
                  <a:pt x="170" y="641"/>
                </a:lnTo>
                <a:lnTo>
                  <a:pt x="170" y="642"/>
                </a:lnTo>
                <a:lnTo>
                  <a:pt x="171" y="642"/>
                </a:lnTo>
                <a:lnTo>
                  <a:pt x="172" y="642"/>
                </a:lnTo>
                <a:lnTo>
                  <a:pt x="172" y="644"/>
                </a:lnTo>
                <a:lnTo>
                  <a:pt x="172" y="645"/>
                </a:lnTo>
                <a:lnTo>
                  <a:pt x="171" y="645"/>
                </a:lnTo>
                <a:lnTo>
                  <a:pt x="171" y="646"/>
                </a:lnTo>
                <a:lnTo>
                  <a:pt x="172" y="646"/>
                </a:lnTo>
                <a:lnTo>
                  <a:pt x="173" y="646"/>
                </a:lnTo>
                <a:lnTo>
                  <a:pt x="173" y="645"/>
                </a:lnTo>
                <a:lnTo>
                  <a:pt x="174" y="645"/>
                </a:lnTo>
                <a:lnTo>
                  <a:pt x="175" y="645"/>
                </a:lnTo>
                <a:lnTo>
                  <a:pt x="176" y="645"/>
                </a:lnTo>
                <a:lnTo>
                  <a:pt x="176" y="644"/>
                </a:lnTo>
                <a:lnTo>
                  <a:pt x="177" y="644"/>
                </a:lnTo>
                <a:lnTo>
                  <a:pt x="177" y="645"/>
                </a:lnTo>
                <a:lnTo>
                  <a:pt x="177" y="646"/>
                </a:lnTo>
                <a:lnTo>
                  <a:pt x="177" y="647"/>
                </a:lnTo>
                <a:lnTo>
                  <a:pt x="177" y="648"/>
                </a:lnTo>
                <a:lnTo>
                  <a:pt x="178" y="649"/>
                </a:lnTo>
                <a:lnTo>
                  <a:pt x="179" y="650"/>
                </a:lnTo>
                <a:lnTo>
                  <a:pt x="180" y="650"/>
                </a:lnTo>
                <a:lnTo>
                  <a:pt x="180" y="649"/>
                </a:lnTo>
                <a:lnTo>
                  <a:pt x="180" y="650"/>
                </a:lnTo>
                <a:lnTo>
                  <a:pt x="181" y="650"/>
                </a:lnTo>
                <a:lnTo>
                  <a:pt x="181" y="651"/>
                </a:lnTo>
                <a:lnTo>
                  <a:pt x="181" y="652"/>
                </a:lnTo>
                <a:lnTo>
                  <a:pt x="182" y="652"/>
                </a:lnTo>
                <a:lnTo>
                  <a:pt x="182" y="653"/>
                </a:lnTo>
                <a:lnTo>
                  <a:pt x="182" y="655"/>
                </a:lnTo>
                <a:lnTo>
                  <a:pt x="182" y="656"/>
                </a:lnTo>
                <a:lnTo>
                  <a:pt x="183" y="657"/>
                </a:lnTo>
                <a:lnTo>
                  <a:pt x="182" y="657"/>
                </a:lnTo>
                <a:lnTo>
                  <a:pt x="182" y="658"/>
                </a:lnTo>
                <a:lnTo>
                  <a:pt x="182" y="659"/>
                </a:lnTo>
                <a:lnTo>
                  <a:pt x="182" y="660"/>
                </a:lnTo>
                <a:lnTo>
                  <a:pt x="183" y="660"/>
                </a:lnTo>
                <a:lnTo>
                  <a:pt x="182" y="660"/>
                </a:lnTo>
                <a:lnTo>
                  <a:pt x="183" y="661"/>
                </a:lnTo>
                <a:lnTo>
                  <a:pt x="183" y="662"/>
                </a:lnTo>
                <a:lnTo>
                  <a:pt x="183" y="663"/>
                </a:lnTo>
                <a:lnTo>
                  <a:pt x="183" y="662"/>
                </a:lnTo>
                <a:lnTo>
                  <a:pt x="183" y="663"/>
                </a:lnTo>
                <a:lnTo>
                  <a:pt x="182" y="662"/>
                </a:lnTo>
                <a:lnTo>
                  <a:pt x="181" y="662"/>
                </a:lnTo>
                <a:lnTo>
                  <a:pt x="181" y="661"/>
                </a:lnTo>
                <a:lnTo>
                  <a:pt x="182" y="661"/>
                </a:lnTo>
                <a:lnTo>
                  <a:pt x="181" y="660"/>
                </a:lnTo>
                <a:lnTo>
                  <a:pt x="180" y="660"/>
                </a:lnTo>
                <a:lnTo>
                  <a:pt x="180" y="661"/>
                </a:lnTo>
                <a:lnTo>
                  <a:pt x="180" y="662"/>
                </a:lnTo>
                <a:lnTo>
                  <a:pt x="180" y="663"/>
                </a:lnTo>
                <a:lnTo>
                  <a:pt x="179" y="663"/>
                </a:lnTo>
                <a:lnTo>
                  <a:pt x="178" y="663"/>
                </a:lnTo>
                <a:lnTo>
                  <a:pt x="178" y="664"/>
                </a:lnTo>
                <a:lnTo>
                  <a:pt x="177" y="664"/>
                </a:lnTo>
                <a:lnTo>
                  <a:pt x="176" y="664"/>
                </a:lnTo>
                <a:lnTo>
                  <a:pt x="176" y="663"/>
                </a:lnTo>
                <a:lnTo>
                  <a:pt x="176" y="662"/>
                </a:lnTo>
                <a:lnTo>
                  <a:pt x="176" y="661"/>
                </a:lnTo>
                <a:lnTo>
                  <a:pt x="175" y="661"/>
                </a:lnTo>
                <a:lnTo>
                  <a:pt x="175" y="662"/>
                </a:lnTo>
                <a:lnTo>
                  <a:pt x="175" y="663"/>
                </a:lnTo>
                <a:lnTo>
                  <a:pt x="175" y="664"/>
                </a:lnTo>
                <a:lnTo>
                  <a:pt x="173" y="664"/>
                </a:lnTo>
                <a:lnTo>
                  <a:pt x="173" y="665"/>
                </a:lnTo>
                <a:lnTo>
                  <a:pt x="172" y="665"/>
                </a:lnTo>
                <a:lnTo>
                  <a:pt x="173" y="666"/>
                </a:lnTo>
                <a:lnTo>
                  <a:pt x="172" y="667"/>
                </a:lnTo>
                <a:lnTo>
                  <a:pt x="172" y="668"/>
                </a:lnTo>
                <a:lnTo>
                  <a:pt x="170" y="669"/>
                </a:lnTo>
                <a:lnTo>
                  <a:pt x="169" y="668"/>
                </a:lnTo>
                <a:lnTo>
                  <a:pt x="169" y="669"/>
                </a:lnTo>
                <a:lnTo>
                  <a:pt x="168" y="669"/>
                </a:lnTo>
                <a:lnTo>
                  <a:pt x="167" y="669"/>
                </a:lnTo>
                <a:lnTo>
                  <a:pt x="167" y="668"/>
                </a:lnTo>
                <a:lnTo>
                  <a:pt x="166" y="668"/>
                </a:lnTo>
                <a:lnTo>
                  <a:pt x="166" y="667"/>
                </a:lnTo>
                <a:lnTo>
                  <a:pt x="166" y="666"/>
                </a:lnTo>
                <a:lnTo>
                  <a:pt x="167" y="665"/>
                </a:lnTo>
                <a:lnTo>
                  <a:pt x="167" y="664"/>
                </a:lnTo>
                <a:lnTo>
                  <a:pt x="166" y="664"/>
                </a:lnTo>
                <a:lnTo>
                  <a:pt x="165" y="664"/>
                </a:lnTo>
                <a:lnTo>
                  <a:pt x="164" y="664"/>
                </a:lnTo>
                <a:lnTo>
                  <a:pt x="164" y="663"/>
                </a:lnTo>
                <a:lnTo>
                  <a:pt x="164" y="662"/>
                </a:lnTo>
                <a:lnTo>
                  <a:pt x="163" y="662"/>
                </a:lnTo>
                <a:lnTo>
                  <a:pt x="163" y="661"/>
                </a:lnTo>
                <a:lnTo>
                  <a:pt x="163" y="660"/>
                </a:lnTo>
                <a:lnTo>
                  <a:pt x="162" y="659"/>
                </a:lnTo>
                <a:lnTo>
                  <a:pt x="162" y="658"/>
                </a:lnTo>
                <a:lnTo>
                  <a:pt x="161" y="658"/>
                </a:lnTo>
                <a:lnTo>
                  <a:pt x="160" y="657"/>
                </a:lnTo>
                <a:lnTo>
                  <a:pt x="159" y="657"/>
                </a:lnTo>
                <a:lnTo>
                  <a:pt x="159" y="658"/>
                </a:lnTo>
                <a:lnTo>
                  <a:pt x="158" y="657"/>
                </a:lnTo>
                <a:lnTo>
                  <a:pt x="157" y="657"/>
                </a:lnTo>
                <a:lnTo>
                  <a:pt x="157" y="656"/>
                </a:lnTo>
                <a:lnTo>
                  <a:pt x="157" y="657"/>
                </a:lnTo>
                <a:lnTo>
                  <a:pt x="156" y="658"/>
                </a:lnTo>
                <a:lnTo>
                  <a:pt x="155" y="658"/>
                </a:lnTo>
                <a:lnTo>
                  <a:pt x="154" y="658"/>
                </a:lnTo>
                <a:lnTo>
                  <a:pt x="153" y="657"/>
                </a:lnTo>
                <a:lnTo>
                  <a:pt x="153" y="656"/>
                </a:lnTo>
                <a:lnTo>
                  <a:pt x="152" y="656"/>
                </a:lnTo>
                <a:lnTo>
                  <a:pt x="151" y="656"/>
                </a:lnTo>
                <a:lnTo>
                  <a:pt x="150" y="656"/>
                </a:lnTo>
                <a:lnTo>
                  <a:pt x="150" y="657"/>
                </a:lnTo>
                <a:lnTo>
                  <a:pt x="149" y="657"/>
                </a:lnTo>
                <a:lnTo>
                  <a:pt x="149" y="658"/>
                </a:lnTo>
                <a:lnTo>
                  <a:pt x="148" y="658"/>
                </a:lnTo>
                <a:lnTo>
                  <a:pt x="148" y="659"/>
                </a:lnTo>
                <a:lnTo>
                  <a:pt x="149" y="660"/>
                </a:lnTo>
                <a:lnTo>
                  <a:pt x="148" y="660"/>
                </a:lnTo>
                <a:lnTo>
                  <a:pt x="147" y="660"/>
                </a:lnTo>
                <a:lnTo>
                  <a:pt x="146" y="660"/>
                </a:lnTo>
                <a:lnTo>
                  <a:pt x="146" y="659"/>
                </a:lnTo>
                <a:lnTo>
                  <a:pt x="144" y="659"/>
                </a:lnTo>
                <a:lnTo>
                  <a:pt x="144" y="660"/>
                </a:lnTo>
                <a:lnTo>
                  <a:pt x="144" y="661"/>
                </a:lnTo>
                <a:lnTo>
                  <a:pt x="143" y="661"/>
                </a:lnTo>
                <a:lnTo>
                  <a:pt x="143" y="662"/>
                </a:lnTo>
                <a:lnTo>
                  <a:pt x="144" y="663"/>
                </a:lnTo>
                <a:lnTo>
                  <a:pt x="143" y="664"/>
                </a:lnTo>
                <a:lnTo>
                  <a:pt x="143" y="665"/>
                </a:lnTo>
                <a:lnTo>
                  <a:pt x="144" y="665"/>
                </a:lnTo>
                <a:lnTo>
                  <a:pt x="144" y="666"/>
                </a:lnTo>
                <a:lnTo>
                  <a:pt x="143" y="666"/>
                </a:lnTo>
                <a:lnTo>
                  <a:pt x="143" y="667"/>
                </a:lnTo>
                <a:lnTo>
                  <a:pt x="143" y="668"/>
                </a:lnTo>
                <a:lnTo>
                  <a:pt x="142" y="668"/>
                </a:lnTo>
                <a:lnTo>
                  <a:pt x="140" y="669"/>
                </a:lnTo>
                <a:lnTo>
                  <a:pt x="140" y="670"/>
                </a:lnTo>
                <a:lnTo>
                  <a:pt x="139" y="671"/>
                </a:lnTo>
                <a:lnTo>
                  <a:pt x="138" y="671"/>
                </a:lnTo>
                <a:lnTo>
                  <a:pt x="137" y="671"/>
                </a:lnTo>
                <a:lnTo>
                  <a:pt x="136" y="671"/>
                </a:lnTo>
                <a:lnTo>
                  <a:pt x="135" y="671"/>
                </a:lnTo>
                <a:lnTo>
                  <a:pt x="134" y="671"/>
                </a:lnTo>
                <a:lnTo>
                  <a:pt x="133" y="672"/>
                </a:lnTo>
                <a:lnTo>
                  <a:pt x="132" y="672"/>
                </a:lnTo>
                <a:lnTo>
                  <a:pt x="132" y="673"/>
                </a:lnTo>
                <a:lnTo>
                  <a:pt x="132" y="672"/>
                </a:lnTo>
                <a:lnTo>
                  <a:pt x="132" y="671"/>
                </a:lnTo>
                <a:lnTo>
                  <a:pt x="131" y="671"/>
                </a:lnTo>
                <a:lnTo>
                  <a:pt x="132" y="671"/>
                </a:lnTo>
                <a:lnTo>
                  <a:pt x="132" y="670"/>
                </a:lnTo>
                <a:lnTo>
                  <a:pt x="132" y="669"/>
                </a:lnTo>
                <a:lnTo>
                  <a:pt x="132" y="668"/>
                </a:lnTo>
                <a:lnTo>
                  <a:pt x="133" y="668"/>
                </a:lnTo>
                <a:lnTo>
                  <a:pt x="133" y="667"/>
                </a:lnTo>
                <a:lnTo>
                  <a:pt x="132" y="667"/>
                </a:lnTo>
                <a:lnTo>
                  <a:pt x="131" y="667"/>
                </a:lnTo>
                <a:lnTo>
                  <a:pt x="131" y="666"/>
                </a:lnTo>
                <a:lnTo>
                  <a:pt x="131" y="665"/>
                </a:lnTo>
                <a:lnTo>
                  <a:pt x="131" y="664"/>
                </a:lnTo>
                <a:lnTo>
                  <a:pt x="131" y="663"/>
                </a:lnTo>
                <a:lnTo>
                  <a:pt x="130" y="663"/>
                </a:lnTo>
                <a:lnTo>
                  <a:pt x="129" y="663"/>
                </a:lnTo>
                <a:lnTo>
                  <a:pt x="128" y="663"/>
                </a:lnTo>
                <a:lnTo>
                  <a:pt x="127" y="663"/>
                </a:lnTo>
                <a:lnTo>
                  <a:pt x="126" y="663"/>
                </a:lnTo>
                <a:lnTo>
                  <a:pt x="126" y="664"/>
                </a:lnTo>
                <a:lnTo>
                  <a:pt x="126" y="665"/>
                </a:lnTo>
                <a:lnTo>
                  <a:pt x="125" y="665"/>
                </a:lnTo>
                <a:lnTo>
                  <a:pt x="125" y="664"/>
                </a:lnTo>
                <a:lnTo>
                  <a:pt x="124" y="664"/>
                </a:lnTo>
                <a:lnTo>
                  <a:pt x="124" y="665"/>
                </a:lnTo>
                <a:lnTo>
                  <a:pt x="123" y="665"/>
                </a:lnTo>
                <a:lnTo>
                  <a:pt x="122" y="665"/>
                </a:lnTo>
                <a:lnTo>
                  <a:pt x="122" y="664"/>
                </a:lnTo>
                <a:lnTo>
                  <a:pt x="121" y="664"/>
                </a:lnTo>
                <a:lnTo>
                  <a:pt x="120" y="664"/>
                </a:lnTo>
                <a:lnTo>
                  <a:pt x="119" y="664"/>
                </a:lnTo>
                <a:lnTo>
                  <a:pt x="119" y="665"/>
                </a:lnTo>
                <a:lnTo>
                  <a:pt x="118" y="665"/>
                </a:lnTo>
                <a:lnTo>
                  <a:pt x="118" y="664"/>
                </a:lnTo>
                <a:lnTo>
                  <a:pt x="117" y="664"/>
                </a:lnTo>
                <a:lnTo>
                  <a:pt x="117" y="663"/>
                </a:lnTo>
                <a:lnTo>
                  <a:pt x="117" y="662"/>
                </a:lnTo>
                <a:lnTo>
                  <a:pt x="116" y="662"/>
                </a:lnTo>
                <a:lnTo>
                  <a:pt x="115" y="662"/>
                </a:lnTo>
                <a:lnTo>
                  <a:pt x="114" y="662"/>
                </a:lnTo>
                <a:lnTo>
                  <a:pt x="114" y="663"/>
                </a:lnTo>
                <a:lnTo>
                  <a:pt x="113" y="663"/>
                </a:lnTo>
                <a:lnTo>
                  <a:pt x="112" y="663"/>
                </a:lnTo>
                <a:lnTo>
                  <a:pt x="111" y="663"/>
                </a:lnTo>
                <a:lnTo>
                  <a:pt x="111" y="664"/>
                </a:lnTo>
                <a:lnTo>
                  <a:pt x="110" y="663"/>
                </a:lnTo>
                <a:lnTo>
                  <a:pt x="108" y="663"/>
                </a:lnTo>
                <a:lnTo>
                  <a:pt x="108" y="664"/>
                </a:lnTo>
                <a:lnTo>
                  <a:pt x="107" y="664"/>
                </a:lnTo>
                <a:lnTo>
                  <a:pt x="106" y="664"/>
                </a:lnTo>
                <a:lnTo>
                  <a:pt x="106" y="665"/>
                </a:lnTo>
                <a:lnTo>
                  <a:pt x="105" y="665"/>
                </a:lnTo>
                <a:lnTo>
                  <a:pt x="104" y="664"/>
                </a:lnTo>
                <a:lnTo>
                  <a:pt x="104" y="665"/>
                </a:lnTo>
                <a:lnTo>
                  <a:pt x="103" y="665"/>
                </a:lnTo>
                <a:lnTo>
                  <a:pt x="102" y="665"/>
                </a:lnTo>
                <a:lnTo>
                  <a:pt x="102" y="666"/>
                </a:lnTo>
                <a:lnTo>
                  <a:pt x="101" y="666"/>
                </a:lnTo>
                <a:lnTo>
                  <a:pt x="101" y="665"/>
                </a:lnTo>
                <a:lnTo>
                  <a:pt x="102" y="665"/>
                </a:lnTo>
                <a:lnTo>
                  <a:pt x="102" y="664"/>
                </a:lnTo>
                <a:lnTo>
                  <a:pt x="102" y="663"/>
                </a:lnTo>
                <a:lnTo>
                  <a:pt x="101" y="663"/>
                </a:lnTo>
                <a:lnTo>
                  <a:pt x="100" y="663"/>
                </a:lnTo>
                <a:lnTo>
                  <a:pt x="100" y="662"/>
                </a:lnTo>
                <a:lnTo>
                  <a:pt x="99" y="662"/>
                </a:lnTo>
                <a:lnTo>
                  <a:pt x="98" y="662"/>
                </a:lnTo>
                <a:lnTo>
                  <a:pt x="98" y="661"/>
                </a:lnTo>
                <a:lnTo>
                  <a:pt x="97" y="661"/>
                </a:lnTo>
                <a:lnTo>
                  <a:pt x="97" y="660"/>
                </a:lnTo>
                <a:lnTo>
                  <a:pt x="96" y="660"/>
                </a:lnTo>
                <a:lnTo>
                  <a:pt x="96" y="661"/>
                </a:lnTo>
                <a:lnTo>
                  <a:pt x="95" y="661"/>
                </a:lnTo>
                <a:lnTo>
                  <a:pt x="95" y="660"/>
                </a:lnTo>
                <a:lnTo>
                  <a:pt x="94" y="660"/>
                </a:lnTo>
                <a:lnTo>
                  <a:pt x="93" y="660"/>
                </a:lnTo>
                <a:lnTo>
                  <a:pt x="93" y="659"/>
                </a:lnTo>
                <a:lnTo>
                  <a:pt x="92" y="660"/>
                </a:lnTo>
                <a:lnTo>
                  <a:pt x="92" y="659"/>
                </a:lnTo>
                <a:lnTo>
                  <a:pt x="91" y="658"/>
                </a:lnTo>
                <a:lnTo>
                  <a:pt x="90" y="657"/>
                </a:lnTo>
                <a:lnTo>
                  <a:pt x="90" y="656"/>
                </a:lnTo>
                <a:lnTo>
                  <a:pt x="89" y="656"/>
                </a:lnTo>
                <a:lnTo>
                  <a:pt x="89" y="657"/>
                </a:lnTo>
                <a:lnTo>
                  <a:pt x="88" y="657"/>
                </a:lnTo>
                <a:lnTo>
                  <a:pt x="87" y="657"/>
                </a:lnTo>
                <a:lnTo>
                  <a:pt x="86" y="657"/>
                </a:lnTo>
                <a:lnTo>
                  <a:pt x="86" y="656"/>
                </a:lnTo>
                <a:lnTo>
                  <a:pt x="86" y="655"/>
                </a:lnTo>
                <a:lnTo>
                  <a:pt x="86" y="654"/>
                </a:lnTo>
                <a:lnTo>
                  <a:pt x="85" y="654"/>
                </a:lnTo>
                <a:lnTo>
                  <a:pt x="85" y="655"/>
                </a:lnTo>
                <a:lnTo>
                  <a:pt x="84" y="655"/>
                </a:lnTo>
                <a:lnTo>
                  <a:pt x="83" y="655"/>
                </a:lnTo>
                <a:lnTo>
                  <a:pt x="82" y="655"/>
                </a:lnTo>
                <a:lnTo>
                  <a:pt x="82" y="654"/>
                </a:lnTo>
                <a:lnTo>
                  <a:pt x="81" y="654"/>
                </a:lnTo>
                <a:lnTo>
                  <a:pt x="81" y="653"/>
                </a:lnTo>
                <a:lnTo>
                  <a:pt x="80" y="653"/>
                </a:lnTo>
                <a:lnTo>
                  <a:pt x="80" y="652"/>
                </a:lnTo>
                <a:lnTo>
                  <a:pt x="79" y="652"/>
                </a:lnTo>
                <a:lnTo>
                  <a:pt x="78" y="652"/>
                </a:lnTo>
                <a:lnTo>
                  <a:pt x="77" y="652"/>
                </a:lnTo>
                <a:lnTo>
                  <a:pt x="75" y="652"/>
                </a:lnTo>
                <a:lnTo>
                  <a:pt x="73" y="651"/>
                </a:lnTo>
                <a:lnTo>
                  <a:pt x="72" y="651"/>
                </a:lnTo>
                <a:lnTo>
                  <a:pt x="71" y="652"/>
                </a:lnTo>
                <a:lnTo>
                  <a:pt x="70" y="652"/>
                </a:lnTo>
                <a:lnTo>
                  <a:pt x="70" y="651"/>
                </a:lnTo>
                <a:lnTo>
                  <a:pt x="69" y="650"/>
                </a:lnTo>
                <a:lnTo>
                  <a:pt x="68" y="650"/>
                </a:lnTo>
                <a:lnTo>
                  <a:pt x="67" y="651"/>
                </a:lnTo>
                <a:lnTo>
                  <a:pt x="67" y="652"/>
                </a:lnTo>
                <a:lnTo>
                  <a:pt x="68" y="652"/>
                </a:lnTo>
                <a:lnTo>
                  <a:pt x="67" y="652"/>
                </a:lnTo>
                <a:lnTo>
                  <a:pt x="67" y="653"/>
                </a:lnTo>
                <a:lnTo>
                  <a:pt x="67" y="652"/>
                </a:lnTo>
                <a:lnTo>
                  <a:pt x="66" y="652"/>
                </a:lnTo>
                <a:lnTo>
                  <a:pt x="65" y="653"/>
                </a:lnTo>
                <a:lnTo>
                  <a:pt x="64" y="653"/>
                </a:lnTo>
                <a:lnTo>
                  <a:pt x="64" y="652"/>
                </a:lnTo>
                <a:lnTo>
                  <a:pt x="65" y="652"/>
                </a:lnTo>
                <a:lnTo>
                  <a:pt x="65" y="651"/>
                </a:lnTo>
                <a:lnTo>
                  <a:pt x="65" y="650"/>
                </a:lnTo>
                <a:lnTo>
                  <a:pt x="64" y="650"/>
                </a:lnTo>
                <a:lnTo>
                  <a:pt x="63" y="650"/>
                </a:lnTo>
                <a:lnTo>
                  <a:pt x="62" y="650"/>
                </a:lnTo>
                <a:lnTo>
                  <a:pt x="62" y="649"/>
                </a:lnTo>
                <a:lnTo>
                  <a:pt x="61" y="649"/>
                </a:lnTo>
                <a:lnTo>
                  <a:pt x="61" y="650"/>
                </a:lnTo>
                <a:lnTo>
                  <a:pt x="60" y="650"/>
                </a:lnTo>
                <a:lnTo>
                  <a:pt x="59" y="650"/>
                </a:lnTo>
                <a:lnTo>
                  <a:pt x="58" y="650"/>
                </a:lnTo>
                <a:lnTo>
                  <a:pt x="58" y="649"/>
                </a:lnTo>
                <a:lnTo>
                  <a:pt x="57" y="649"/>
                </a:lnTo>
                <a:lnTo>
                  <a:pt x="57" y="650"/>
                </a:lnTo>
                <a:lnTo>
                  <a:pt x="56" y="650"/>
                </a:lnTo>
                <a:lnTo>
                  <a:pt x="55" y="650"/>
                </a:lnTo>
                <a:lnTo>
                  <a:pt x="54" y="650"/>
                </a:lnTo>
                <a:lnTo>
                  <a:pt x="54" y="649"/>
                </a:lnTo>
                <a:lnTo>
                  <a:pt x="54" y="648"/>
                </a:lnTo>
                <a:lnTo>
                  <a:pt x="53" y="648"/>
                </a:lnTo>
                <a:lnTo>
                  <a:pt x="53" y="647"/>
                </a:lnTo>
                <a:lnTo>
                  <a:pt x="52" y="647"/>
                </a:lnTo>
                <a:lnTo>
                  <a:pt x="53" y="646"/>
                </a:lnTo>
                <a:lnTo>
                  <a:pt x="54" y="646"/>
                </a:lnTo>
                <a:lnTo>
                  <a:pt x="54" y="645"/>
                </a:lnTo>
                <a:lnTo>
                  <a:pt x="54" y="644"/>
                </a:lnTo>
                <a:lnTo>
                  <a:pt x="53" y="644"/>
                </a:lnTo>
                <a:lnTo>
                  <a:pt x="52" y="644"/>
                </a:lnTo>
                <a:lnTo>
                  <a:pt x="51" y="645"/>
                </a:lnTo>
                <a:lnTo>
                  <a:pt x="51" y="644"/>
                </a:lnTo>
                <a:lnTo>
                  <a:pt x="52" y="644"/>
                </a:lnTo>
                <a:lnTo>
                  <a:pt x="52" y="643"/>
                </a:lnTo>
                <a:lnTo>
                  <a:pt x="52" y="642"/>
                </a:lnTo>
                <a:lnTo>
                  <a:pt x="51" y="641"/>
                </a:lnTo>
                <a:lnTo>
                  <a:pt x="50" y="642"/>
                </a:lnTo>
                <a:lnTo>
                  <a:pt x="50" y="643"/>
                </a:lnTo>
                <a:lnTo>
                  <a:pt x="49" y="642"/>
                </a:lnTo>
                <a:lnTo>
                  <a:pt x="48" y="641"/>
                </a:lnTo>
                <a:lnTo>
                  <a:pt x="47" y="641"/>
                </a:lnTo>
                <a:lnTo>
                  <a:pt x="47" y="642"/>
                </a:lnTo>
                <a:lnTo>
                  <a:pt x="48" y="642"/>
                </a:lnTo>
                <a:lnTo>
                  <a:pt x="49" y="643"/>
                </a:lnTo>
                <a:lnTo>
                  <a:pt x="49" y="644"/>
                </a:lnTo>
                <a:lnTo>
                  <a:pt x="48" y="645"/>
                </a:lnTo>
                <a:lnTo>
                  <a:pt x="47" y="645"/>
                </a:lnTo>
                <a:lnTo>
                  <a:pt x="47" y="644"/>
                </a:lnTo>
                <a:lnTo>
                  <a:pt x="47" y="643"/>
                </a:lnTo>
                <a:lnTo>
                  <a:pt x="46" y="642"/>
                </a:lnTo>
                <a:lnTo>
                  <a:pt x="46" y="641"/>
                </a:lnTo>
                <a:lnTo>
                  <a:pt x="45" y="641"/>
                </a:lnTo>
                <a:lnTo>
                  <a:pt x="44" y="641"/>
                </a:lnTo>
                <a:lnTo>
                  <a:pt x="44" y="642"/>
                </a:lnTo>
                <a:lnTo>
                  <a:pt x="45" y="642"/>
                </a:lnTo>
                <a:lnTo>
                  <a:pt x="45" y="643"/>
                </a:lnTo>
                <a:lnTo>
                  <a:pt x="44" y="643"/>
                </a:lnTo>
                <a:lnTo>
                  <a:pt x="43" y="643"/>
                </a:lnTo>
                <a:lnTo>
                  <a:pt x="43" y="644"/>
                </a:lnTo>
                <a:lnTo>
                  <a:pt x="43" y="645"/>
                </a:lnTo>
                <a:lnTo>
                  <a:pt x="41" y="645"/>
                </a:lnTo>
                <a:lnTo>
                  <a:pt x="41" y="646"/>
                </a:lnTo>
                <a:lnTo>
                  <a:pt x="41" y="645"/>
                </a:lnTo>
                <a:lnTo>
                  <a:pt x="39" y="642"/>
                </a:lnTo>
                <a:lnTo>
                  <a:pt x="38" y="641"/>
                </a:lnTo>
                <a:lnTo>
                  <a:pt x="37" y="642"/>
                </a:lnTo>
                <a:lnTo>
                  <a:pt x="36" y="642"/>
                </a:lnTo>
                <a:lnTo>
                  <a:pt x="35" y="642"/>
                </a:lnTo>
                <a:lnTo>
                  <a:pt x="35" y="643"/>
                </a:lnTo>
                <a:lnTo>
                  <a:pt x="36" y="643"/>
                </a:lnTo>
                <a:lnTo>
                  <a:pt x="36" y="644"/>
                </a:lnTo>
                <a:lnTo>
                  <a:pt x="35" y="644"/>
                </a:lnTo>
                <a:lnTo>
                  <a:pt x="34" y="644"/>
                </a:lnTo>
                <a:lnTo>
                  <a:pt x="33" y="644"/>
                </a:lnTo>
                <a:lnTo>
                  <a:pt x="32" y="644"/>
                </a:lnTo>
                <a:lnTo>
                  <a:pt x="31" y="643"/>
                </a:lnTo>
                <a:lnTo>
                  <a:pt x="31" y="642"/>
                </a:lnTo>
                <a:lnTo>
                  <a:pt x="30" y="642"/>
                </a:lnTo>
                <a:lnTo>
                  <a:pt x="29" y="642"/>
                </a:lnTo>
                <a:lnTo>
                  <a:pt x="28" y="641"/>
                </a:lnTo>
                <a:lnTo>
                  <a:pt x="27" y="641"/>
                </a:lnTo>
                <a:lnTo>
                  <a:pt x="27" y="640"/>
                </a:lnTo>
                <a:lnTo>
                  <a:pt x="26" y="640"/>
                </a:lnTo>
                <a:lnTo>
                  <a:pt x="26" y="641"/>
                </a:lnTo>
                <a:lnTo>
                  <a:pt x="25" y="641"/>
                </a:lnTo>
                <a:lnTo>
                  <a:pt x="25" y="640"/>
                </a:lnTo>
                <a:lnTo>
                  <a:pt x="26" y="640"/>
                </a:lnTo>
                <a:lnTo>
                  <a:pt x="26" y="639"/>
                </a:lnTo>
                <a:lnTo>
                  <a:pt x="25" y="639"/>
                </a:lnTo>
                <a:lnTo>
                  <a:pt x="24" y="637"/>
                </a:lnTo>
                <a:lnTo>
                  <a:pt x="23" y="636"/>
                </a:lnTo>
                <a:lnTo>
                  <a:pt x="23" y="634"/>
                </a:lnTo>
                <a:lnTo>
                  <a:pt x="22" y="634"/>
                </a:lnTo>
                <a:lnTo>
                  <a:pt x="21" y="634"/>
                </a:lnTo>
                <a:lnTo>
                  <a:pt x="20" y="634"/>
                </a:lnTo>
                <a:lnTo>
                  <a:pt x="18" y="634"/>
                </a:lnTo>
                <a:lnTo>
                  <a:pt x="18" y="633"/>
                </a:lnTo>
                <a:lnTo>
                  <a:pt x="17" y="632"/>
                </a:lnTo>
                <a:lnTo>
                  <a:pt x="15" y="631"/>
                </a:lnTo>
                <a:lnTo>
                  <a:pt x="14" y="631"/>
                </a:lnTo>
                <a:lnTo>
                  <a:pt x="13" y="631"/>
                </a:lnTo>
                <a:lnTo>
                  <a:pt x="12" y="631"/>
                </a:lnTo>
                <a:lnTo>
                  <a:pt x="11" y="629"/>
                </a:lnTo>
                <a:lnTo>
                  <a:pt x="11" y="628"/>
                </a:lnTo>
                <a:lnTo>
                  <a:pt x="10" y="627"/>
                </a:lnTo>
                <a:lnTo>
                  <a:pt x="9" y="627"/>
                </a:lnTo>
                <a:lnTo>
                  <a:pt x="9" y="626"/>
                </a:lnTo>
                <a:lnTo>
                  <a:pt x="10" y="624"/>
                </a:lnTo>
                <a:lnTo>
                  <a:pt x="10" y="623"/>
                </a:lnTo>
                <a:lnTo>
                  <a:pt x="9" y="623"/>
                </a:lnTo>
                <a:lnTo>
                  <a:pt x="8" y="623"/>
                </a:lnTo>
                <a:lnTo>
                  <a:pt x="8" y="622"/>
                </a:lnTo>
                <a:lnTo>
                  <a:pt x="11" y="622"/>
                </a:lnTo>
                <a:lnTo>
                  <a:pt x="12" y="622"/>
                </a:lnTo>
                <a:lnTo>
                  <a:pt x="12" y="621"/>
                </a:lnTo>
                <a:lnTo>
                  <a:pt x="12" y="620"/>
                </a:lnTo>
                <a:lnTo>
                  <a:pt x="10" y="619"/>
                </a:lnTo>
                <a:lnTo>
                  <a:pt x="9" y="618"/>
                </a:lnTo>
                <a:lnTo>
                  <a:pt x="8" y="618"/>
                </a:lnTo>
                <a:lnTo>
                  <a:pt x="8" y="617"/>
                </a:lnTo>
                <a:lnTo>
                  <a:pt x="7" y="617"/>
                </a:lnTo>
                <a:lnTo>
                  <a:pt x="8" y="616"/>
                </a:lnTo>
                <a:lnTo>
                  <a:pt x="8" y="615"/>
                </a:lnTo>
                <a:lnTo>
                  <a:pt x="8" y="614"/>
                </a:lnTo>
                <a:lnTo>
                  <a:pt x="6" y="614"/>
                </a:lnTo>
                <a:lnTo>
                  <a:pt x="3" y="613"/>
                </a:lnTo>
                <a:lnTo>
                  <a:pt x="2" y="612"/>
                </a:lnTo>
                <a:lnTo>
                  <a:pt x="2" y="611"/>
                </a:lnTo>
                <a:lnTo>
                  <a:pt x="2" y="610"/>
                </a:lnTo>
                <a:lnTo>
                  <a:pt x="3" y="609"/>
                </a:lnTo>
                <a:lnTo>
                  <a:pt x="5" y="607"/>
                </a:lnTo>
                <a:lnTo>
                  <a:pt x="5" y="606"/>
                </a:lnTo>
                <a:lnTo>
                  <a:pt x="4" y="605"/>
                </a:lnTo>
                <a:lnTo>
                  <a:pt x="3" y="605"/>
                </a:lnTo>
                <a:lnTo>
                  <a:pt x="2" y="606"/>
                </a:lnTo>
                <a:lnTo>
                  <a:pt x="1" y="606"/>
                </a:lnTo>
                <a:lnTo>
                  <a:pt x="1" y="605"/>
                </a:lnTo>
                <a:lnTo>
                  <a:pt x="0" y="605"/>
                </a:lnTo>
                <a:lnTo>
                  <a:pt x="0" y="604"/>
                </a:lnTo>
                <a:lnTo>
                  <a:pt x="1" y="604"/>
                </a:lnTo>
                <a:lnTo>
                  <a:pt x="2" y="602"/>
                </a:lnTo>
                <a:lnTo>
                  <a:pt x="3" y="602"/>
                </a:lnTo>
                <a:lnTo>
                  <a:pt x="4" y="602"/>
                </a:lnTo>
                <a:lnTo>
                  <a:pt x="5" y="602"/>
                </a:lnTo>
                <a:lnTo>
                  <a:pt x="5" y="603"/>
                </a:lnTo>
                <a:lnTo>
                  <a:pt x="6" y="603"/>
                </a:lnTo>
                <a:lnTo>
                  <a:pt x="7" y="603"/>
                </a:lnTo>
                <a:lnTo>
                  <a:pt x="7" y="602"/>
                </a:lnTo>
                <a:lnTo>
                  <a:pt x="8" y="602"/>
                </a:lnTo>
                <a:lnTo>
                  <a:pt x="8" y="601"/>
                </a:lnTo>
                <a:lnTo>
                  <a:pt x="7" y="601"/>
                </a:lnTo>
                <a:lnTo>
                  <a:pt x="8" y="601"/>
                </a:lnTo>
                <a:lnTo>
                  <a:pt x="11" y="600"/>
                </a:lnTo>
                <a:lnTo>
                  <a:pt x="12" y="601"/>
                </a:lnTo>
                <a:lnTo>
                  <a:pt x="13" y="601"/>
                </a:lnTo>
                <a:lnTo>
                  <a:pt x="14" y="600"/>
                </a:lnTo>
                <a:lnTo>
                  <a:pt x="16" y="598"/>
                </a:lnTo>
                <a:lnTo>
                  <a:pt x="18" y="597"/>
                </a:lnTo>
                <a:lnTo>
                  <a:pt x="19" y="597"/>
                </a:lnTo>
                <a:lnTo>
                  <a:pt x="20" y="596"/>
                </a:lnTo>
                <a:lnTo>
                  <a:pt x="19" y="595"/>
                </a:lnTo>
                <a:lnTo>
                  <a:pt x="20" y="593"/>
                </a:lnTo>
                <a:lnTo>
                  <a:pt x="20" y="591"/>
                </a:lnTo>
                <a:lnTo>
                  <a:pt x="20" y="590"/>
                </a:lnTo>
                <a:lnTo>
                  <a:pt x="21" y="589"/>
                </a:lnTo>
                <a:lnTo>
                  <a:pt x="21" y="588"/>
                </a:lnTo>
                <a:lnTo>
                  <a:pt x="22" y="587"/>
                </a:lnTo>
                <a:lnTo>
                  <a:pt x="23" y="587"/>
                </a:lnTo>
                <a:lnTo>
                  <a:pt x="25" y="587"/>
                </a:lnTo>
                <a:lnTo>
                  <a:pt x="25" y="588"/>
                </a:lnTo>
                <a:lnTo>
                  <a:pt x="25" y="589"/>
                </a:lnTo>
                <a:lnTo>
                  <a:pt x="25" y="590"/>
                </a:lnTo>
                <a:lnTo>
                  <a:pt x="26" y="591"/>
                </a:lnTo>
                <a:lnTo>
                  <a:pt x="27" y="591"/>
                </a:lnTo>
                <a:lnTo>
                  <a:pt x="27" y="590"/>
                </a:lnTo>
                <a:lnTo>
                  <a:pt x="29" y="589"/>
                </a:lnTo>
                <a:lnTo>
                  <a:pt x="30" y="589"/>
                </a:lnTo>
                <a:lnTo>
                  <a:pt x="31" y="588"/>
                </a:lnTo>
                <a:lnTo>
                  <a:pt x="31" y="587"/>
                </a:lnTo>
                <a:lnTo>
                  <a:pt x="30" y="585"/>
                </a:lnTo>
                <a:lnTo>
                  <a:pt x="29" y="584"/>
                </a:lnTo>
                <a:lnTo>
                  <a:pt x="28" y="582"/>
                </a:lnTo>
                <a:lnTo>
                  <a:pt x="27" y="580"/>
                </a:lnTo>
                <a:lnTo>
                  <a:pt x="27" y="579"/>
                </a:lnTo>
                <a:lnTo>
                  <a:pt x="28" y="579"/>
                </a:lnTo>
                <a:lnTo>
                  <a:pt x="29" y="577"/>
                </a:lnTo>
                <a:lnTo>
                  <a:pt x="30" y="576"/>
                </a:lnTo>
                <a:lnTo>
                  <a:pt x="31" y="576"/>
                </a:lnTo>
                <a:lnTo>
                  <a:pt x="30" y="575"/>
                </a:lnTo>
                <a:lnTo>
                  <a:pt x="29" y="575"/>
                </a:lnTo>
                <a:lnTo>
                  <a:pt x="28" y="574"/>
                </a:lnTo>
                <a:lnTo>
                  <a:pt x="29" y="573"/>
                </a:lnTo>
                <a:lnTo>
                  <a:pt x="29" y="572"/>
                </a:lnTo>
                <a:lnTo>
                  <a:pt x="30" y="571"/>
                </a:lnTo>
                <a:lnTo>
                  <a:pt x="30" y="570"/>
                </a:lnTo>
                <a:lnTo>
                  <a:pt x="29" y="569"/>
                </a:lnTo>
                <a:lnTo>
                  <a:pt x="29" y="570"/>
                </a:lnTo>
                <a:lnTo>
                  <a:pt x="29" y="569"/>
                </a:lnTo>
                <a:lnTo>
                  <a:pt x="27" y="568"/>
                </a:lnTo>
                <a:lnTo>
                  <a:pt x="28" y="567"/>
                </a:lnTo>
                <a:lnTo>
                  <a:pt x="27" y="567"/>
                </a:lnTo>
                <a:lnTo>
                  <a:pt x="27" y="566"/>
                </a:lnTo>
                <a:lnTo>
                  <a:pt x="28" y="566"/>
                </a:lnTo>
                <a:lnTo>
                  <a:pt x="29" y="565"/>
                </a:lnTo>
                <a:lnTo>
                  <a:pt x="29" y="563"/>
                </a:lnTo>
                <a:lnTo>
                  <a:pt x="28" y="562"/>
                </a:lnTo>
                <a:lnTo>
                  <a:pt x="28" y="561"/>
                </a:lnTo>
                <a:lnTo>
                  <a:pt x="28" y="560"/>
                </a:lnTo>
                <a:lnTo>
                  <a:pt x="29" y="560"/>
                </a:lnTo>
                <a:lnTo>
                  <a:pt x="29" y="559"/>
                </a:lnTo>
                <a:lnTo>
                  <a:pt x="30" y="560"/>
                </a:lnTo>
                <a:lnTo>
                  <a:pt x="31" y="560"/>
                </a:lnTo>
                <a:lnTo>
                  <a:pt x="31" y="559"/>
                </a:lnTo>
                <a:lnTo>
                  <a:pt x="32" y="559"/>
                </a:lnTo>
                <a:lnTo>
                  <a:pt x="32" y="558"/>
                </a:lnTo>
                <a:lnTo>
                  <a:pt x="33" y="558"/>
                </a:lnTo>
                <a:lnTo>
                  <a:pt x="34" y="558"/>
                </a:lnTo>
                <a:lnTo>
                  <a:pt x="34" y="557"/>
                </a:lnTo>
                <a:lnTo>
                  <a:pt x="34" y="556"/>
                </a:lnTo>
                <a:lnTo>
                  <a:pt x="37" y="553"/>
                </a:lnTo>
                <a:lnTo>
                  <a:pt x="38" y="550"/>
                </a:lnTo>
                <a:lnTo>
                  <a:pt x="39" y="550"/>
                </a:lnTo>
                <a:lnTo>
                  <a:pt x="39" y="549"/>
                </a:lnTo>
                <a:lnTo>
                  <a:pt x="38" y="549"/>
                </a:lnTo>
                <a:lnTo>
                  <a:pt x="39" y="548"/>
                </a:lnTo>
                <a:lnTo>
                  <a:pt x="39" y="547"/>
                </a:lnTo>
                <a:lnTo>
                  <a:pt x="40" y="547"/>
                </a:lnTo>
                <a:lnTo>
                  <a:pt x="40" y="544"/>
                </a:lnTo>
                <a:lnTo>
                  <a:pt x="40" y="543"/>
                </a:lnTo>
                <a:lnTo>
                  <a:pt x="41" y="543"/>
                </a:lnTo>
                <a:lnTo>
                  <a:pt x="41" y="542"/>
                </a:lnTo>
                <a:lnTo>
                  <a:pt x="42" y="542"/>
                </a:lnTo>
                <a:lnTo>
                  <a:pt x="42" y="541"/>
                </a:lnTo>
                <a:lnTo>
                  <a:pt x="42" y="540"/>
                </a:lnTo>
                <a:lnTo>
                  <a:pt x="43" y="540"/>
                </a:lnTo>
                <a:lnTo>
                  <a:pt x="44" y="540"/>
                </a:lnTo>
                <a:lnTo>
                  <a:pt x="44" y="541"/>
                </a:lnTo>
                <a:lnTo>
                  <a:pt x="45" y="540"/>
                </a:lnTo>
                <a:lnTo>
                  <a:pt x="45" y="539"/>
                </a:lnTo>
                <a:lnTo>
                  <a:pt x="45" y="538"/>
                </a:lnTo>
                <a:lnTo>
                  <a:pt x="45" y="537"/>
                </a:lnTo>
                <a:lnTo>
                  <a:pt x="45" y="536"/>
                </a:lnTo>
                <a:lnTo>
                  <a:pt x="46" y="535"/>
                </a:lnTo>
                <a:lnTo>
                  <a:pt x="46" y="534"/>
                </a:lnTo>
                <a:lnTo>
                  <a:pt x="47" y="534"/>
                </a:lnTo>
                <a:lnTo>
                  <a:pt x="48" y="533"/>
                </a:lnTo>
                <a:lnTo>
                  <a:pt x="49" y="532"/>
                </a:lnTo>
                <a:lnTo>
                  <a:pt x="50" y="533"/>
                </a:lnTo>
                <a:lnTo>
                  <a:pt x="50" y="532"/>
                </a:lnTo>
                <a:lnTo>
                  <a:pt x="51" y="531"/>
                </a:lnTo>
                <a:lnTo>
                  <a:pt x="52" y="531"/>
                </a:lnTo>
                <a:lnTo>
                  <a:pt x="52" y="530"/>
                </a:lnTo>
                <a:lnTo>
                  <a:pt x="52" y="529"/>
                </a:lnTo>
                <a:lnTo>
                  <a:pt x="52" y="528"/>
                </a:lnTo>
                <a:lnTo>
                  <a:pt x="52" y="527"/>
                </a:lnTo>
                <a:lnTo>
                  <a:pt x="52" y="526"/>
                </a:lnTo>
                <a:lnTo>
                  <a:pt x="53" y="526"/>
                </a:lnTo>
                <a:lnTo>
                  <a:pt x="53" y="525"/>
                </a:lnTo>
                <a:lnTo>
                  <a:pt x="53" y="524"/>
                </a:lnTo>
                <a:lnTo>
                  <a:pt x="54" y="524"/>
                </a:lnTo>
                <a:lnTo>
                  <a:pt x="54" y="523"/>
                </a:lnTo>
                <a:lnTo>
                  <a:pt x="55" y="523"/>
                </a:lnTo>
                <a:lnTo>
                  <a:pt x="56" y="523"/>
                </a:lnTo>
                <a:lnTo>
                  <a:pt x="56" y="522"/>
                </a:lnTo>
                <a:lnTo>
                  <a:pt x="56" y="521"/>
                </a:lnTo>
                <a:lnTo>
                  <a:pt x="56" y="520"/>
                </a:lnTo>
                <a:lnTo>
                  <a:pt x="57" y="520"/>
                </a:lnTo>
                <a:lnTo>
                  <a:pt x="58" y="520"/>
                </a:lnTo>
                <a:lnTo>
                  <a:pt x="58" y="519"/>
                </a:lnTo>
                <a:lnTo>
                  <a:pt x="57" y="519"/>
                </a:lnTo>
                <a:lnTo>
                  <a:pt x="58" y="519"/>
                </a:lnTo>
                <a:lnTo>
                  <a:pt x="58" y="518"/>
                </a:lnTo>
                <a:lnTo>
                  <a:pt x="57" y="517"/>
                </a:lnTo>
                <a:lnTo>
                  <a:pt x="58" y="517"/>
                </a:lnTo>
                <a:lnTo>
                  <a:pt x="59" y="517"/>
                </a:lnTo>
                <a:lnTo>
                  <a:pt x="59" y="516"/>
                </a:lnTo>
                <a:lnTo>
                  <a:pt x="60" y="516"/>
                </a:lnTo>
                <a:lnTo>
                  <a:pt x="60" y="515"/>
                </a:lnTo>
                <a:lnTo>
                  <a:pt x="60" y="514"/>
                </a:lnTo>
                <a:lnTo>
                  <a:pt x="61" y="514"/>
                </a:lnTo>
                <a:lnTo>
                  <a:pt x="60" y="513"/>
                </a:lnTo>
                <a:lnTo>
                  <a:pt x="59" y="513"/>
                </a:lnTo>
                <a:lnTo>
                  <a:pt x="59" y="512"/>
                </a:lnTo>
                <a:lnTo>
                  <a:pt x="59" y="511"/>
                </a:lnTo>
                <a:lnTo>
                  <a:pt x="60" y="511"/>
                </a:lnTo>
                <a:lnTo>
                  <a:pt x="60" y="510"/>
                </a:lnTo>
                <a:lnTo>
                  <a:pt x="61" y="510"/>
                </a:lnTo>
                <a:lnTo>
                  <a:pt x="62" y="509"/>
                </a:lnTo>
                <a:lnTo>
                  <a:pt x="61" y="509"/>
                </a:lnTo>
                <a:lnTo>
                  <a:pt x="61" y="507"/>
                </a:lnTo>
                <a:lnTo>
                  <a:pt x="62" y="507"/>
                </a:lnTo>
                <a:lnTo>
                  <a:pt x="62" y="506"/>
                </a:lnTo>
                <a:lnTo>
                  <a:pt x="61" y="506"/>
                </a:lnTo>
                <a:lnTo>
                  <a:pt x="61" y="504"/>
                </a:lnTo>
                <a:lnTo>
                  <a:pt x="60" y="504"/>
                </a:lnTo>
                <a:lnTo>
                  <a:pt x="59" y="504"/>
                </a:lnTo>
                <a:lnTo>
                  <a:pt x="59" y="503"/>
                </a:lnTo>
                <a:lnTo>
                  <a:pt x="58" y="503"/>
                </a:lnTo>
                <a:lnTo>
                  <a:pt x="58" y="502"/>
                </a:lnTo>
                <a:lnTo>
                  <a:pt x="58" y="503"/>
                </a:lnTo>
                <a:lnTo>
                  <a:pt x="57" y="503"/>
                </a:lnTo>
                <a:lnTo>
                  <a:pt x="57" y="502"/>
                </a:lnTo>
                <a:lnTo>
                  <a:pt x="55" y="502"/>
                </a:lnTo>
                <a:lnTo>
                  <a:pt x="54" y="502"/>
                </a:lnTo>
                <a:lnTo>
                  <a:pt x="54" y="501"/>
                </a:lnTo>
                <a:lnTo>
                  <a:pt x="53" y="501"/>
                </a:lnTo>
                <a:lnTo>
                  <a:pt x="52" y="501"/>
                </a:lnTo>
                <a:lnTo>
                  <a:pt x="52" y="502"/>
                </a:lnTo>
                <a:lnTo>
                  <a:pt x="51" y="502"/>
                </a:lnTo>
                <a:lnTo>
                  <a:pt x="50" y="502"/>
                </a:lnTo>
                <a:lnTo>
                  <a:pt x="50" y="503"/>
                </a:lnTo>
                <a:lnTo>
                  <a:pt x="49" y="503"/>
                </a:lnTo>
                <a:lnTo>
                  <a:pt x="48" y="502"/>
                </a:lnTo>
                <a:lnTo>
                  <a:pt x="49" y="500"/>
                </a:lnTo>
                <a:lnTo>
                  <a:pt x="49" y="499"/>
                </a:lnTo>
                <a:lnTo>
                  <a:pt x="50" y="499"/>
                </a:lnTo>
                <a:lnTo>
                  <a:pt x="51" y="499"/>
                </a:lnTo>
                <a:lnTo>
                  <a:pt x="52" y="499"/>
                </a:lnTo>
                <a:lnTo>
                  <a:pt x="53" y="499"/>
                </a:lnTo>
                <a:lnTo>
                  <a:pt x="53" y="498"/>
                </a:lnTo>
                <a:lnTo>
                  <a:pt x="53" y="497"/>
                </a:lnTo>
                <a:lnTo>
                  <a:pt x="53" y="496"/>
                </a:lnTo>
                <a:lnTo>
                  <a:pt x="53" y="495"/>
                </a:lnTo>
                <a:lnTo>
                  <a:pt x="52" y="495"/>
                </a:lnTo>
                <a:lnTo>
                  <a:pt x="52" y="494"/>
                </a:lnTo>
                <a:lnTo>
                  <a:pt x="51" y="494"/>
                </a:lnTo>
                <a:lnTo>
                  <a:pt x="50" y="493"/>
                </a:lnTo>
                <a:lnTo>
                  <a:pt x="50" y="492"/>
                </a:lnTo>
                <a:lnTo>
                  <a:pt x="49" y="492"/>
                </a:lnTo>
                <a:lnTo>
                  <a:pt x="48" y="492"/>
                </a:lnTo>
                <a:lnTo>
                  <a:pt x="47" y="492"/>
                </a:lnTo>
                <a:lnTo>
                  <a:pt x="46" y="492"/>
                </a:lnTo>
                <a:lnTo>
                  <a:pt x="46" y="491"/>
                </a:lnTo>
                <a:lnTo>
                  <a:pt x="46" y="489"/>
                </a:lnTo>
                <a:lnTo>
                  <a:pt x="46" y="488"/>
                </a:lnTo>
                <a:lnTo>
                  <a:pt x="47" y="487"/>
                </a:lnTo>
                <a:lnTo>
                  <a:pt x="47" y="486"/>
                </a:lnTo>
                <a:lnTo>
                  <a:pt x="45" y="482"/>
                </a:lnTo>
                <a:lnTo>
                  <a:pt x="44" y="481"/>
                </a:lnTo>
                <a:lnTo>
                  <a:pt x="43" y="481"/>
                </a:lnTo>
                <a:lnTo>
                  <a:pt x="42" y="479"/>
                </a:lnTo>
                <a:lnTo>
                  <a:pt x="42" y="478"/>
                </a:lnTo>
                <a:lnTo>
                  <a:pt x="40" y="475"/>
                </a:lnTo>
                <a:lnTo>
                  <a:pt x="39" y="474"/>
                </a:lnTo>
                <a:lnTo>
                  <a:pt x="38" y="474"/>
                </a:lnTo>
                <a:lnTo>
                  <a:pt x="37" y="474"/>
                </a:lnTo>
                <a:lnTo>
                  <a:pt x="37" y="473"/>
                </a:lnTo>
                <a:lnTo>
                  <a:pt x="38" y="472"/>
                </a:lnTo>
                <a:lnTo>
                  <a:pt x="38" y="467"/>
                </a:lnTo>
                <a:lnTo>
                  <a:pt x="36" y="465"/>
                </a:lnTo>
                <a:lnTo>
                  <a:pt x="34" y="463"/>
                </a:lnTo>
                <a:lnTo>
                  <a:pt x="33" y="462"/>
                </a:lnTo>
                <a:lnTo>
                  <a:pt x="32" y="462"/>
                </a:lnTo>
                <a:lnTo>
                  <a:pt x="32" y="461"/>
                </a:lnTo>
                <a:lnTo>
                  <a:pt x="32" y="460"/>
                </a:lnTo>
                <a:lnTo>
                  <a:pt x="33" y="459"/>
                </a:lnTo>
                <a:lnTo>
                  <a:pt x="34" y="457"/>
                </a:lnTo>
                <a:lnTo>
                  <a:pt x="34" y="456"/>
                </a:lnTo>
                <a:lnTo>
                  <a:pt x="33" y="456"/>
                </a:lnTo>
                <a:lnTo>
                  <a:pt x="32" y="456"/>
                </a:lnTo>
                <a:lnTo>
                  <a:pt x="31" y="457"/>
                </a:lnTo>
                <a:lnTo>
                  <a:pt x="30" y="457"/>
                </a:lnTo>
                <a:lnTo>
                  <a:pt x="29" y="456"/>
                </a:lnTo>
                <a:lnTo>
                  <a:pt x="27" y="456"/>
                </a:lnTo>
                <a:lnTo>
                  <a:pt x="24" y="454"/>
                </a:lnTo>
                <a:lnTo>
                  <a:pt x="24" y="452"/>
                </a:lnTo>
                <a:lnTo>
                  <a:pt x="23" y="452"/>
                </a:lnTo>
                <a:lnTo>
                  <a:pt x="22" y="452"/>
                </a:lnTo>
                <a:lnTo>
                  <a:pt x="21" y="452"/>
                </a:lnTo>
                <a:lnTo>
                  <a:pt x="20" y="452"/>
                </a:lnTo>
                <a:lnTo>
                  <a:pt x="19" y="451"/>
                </a:lnTo>
                <a:lnTo>
                  <a:pt x="19" y="450"/>
                </a:lnTo>
                <a:lnTo>
                  <a:pt x="18" y="450"/>
                </a:lnTo>
                <a:lnTo>
                  <a:pt x="18" y="449"/>
                </a:lnTo>
                <a:lnTo>
                  <a:pt x="17" y="449"/>
                </a:lnTo>
                <a:lnTo>
                  <a:pt x="15" y="449"/>
                </a:lnTo>
                <a:lnTo>
                  <a:pt x="13" y="449"/>
                </a:lnTo>
                <a:lnTo>
                  <a:pt x="12" y="449"/>
                </a:lnTo>
                <a:lnTo>
                  <a:pt x="11" y="449"/>
                </a:lnTo>
                <a:lnTo>
                  <a:pt x="10" y="449"/>
                </a:lnTo>
                <a:lnTo>
                  <a:pt x="8" y="447"/>
                </a:lnTo>
                <a:lnTo>
                  <a:pt x="8" y="446"/>
                </a:lnTo>
                <a:lnTo>
                  <a:pt x="8" y="444"/>
                </a:lnTo>
                <a:lnTo>
                  <a:pt x="8" y="441"/>
                </a:lnTo>
                <a:lnTo>
                  <a:pt x="9" y="440"/>
                </a:lnTo>
                <a:lnTo>
                  <a:pt x="10" y="439"/>
                </a:lnTo>
                <a:lnTo>
                  <a:pt x="10" y="438"/>
                </a:lnTo>
                <a:lnTo>
                  <a:pt x="9" y="438"/>
                </a:lnTo>
                <a:lnTo>
                  <a:pt x="8" y="437"/>
                </a:lnTo>
                <a:lnTo>
                  <a:pt x="7" y="437"/>
                </a:lnTo>
                <a:lnTo>
                  <a:pt x="7" y="436"/>
                </a:lnTo>
                <a:lnTo>
                  <a:pt x="7" y="435"/>
                </a:lnTo>
                <a:lnTo>
                  <a:pt x="6" y="435"/>
                </a:lnTo>
                <a:lnTo>
                  <a:pt x="7" y="430"/>
                </a:lnTo>
                <a:lnTo>
                  <a:pt x="8" y="430"/>
                </a:lnTo>
                <a:lnTo>
                  <a:pt x="9" y="430"/>
                </a:lnTo>
                <a:lnTo>
                  <a:pt x="10" y="430"/>
                </a:lnTo>
                <a:lnTo>
                  <a:pt x="10" y="428"/>
                </a:lnTo>
                <a:lnTo>
                  <a:pt x="10" y="427"/>
                </a:lnTo>
                <a:lnTo>
                  <a:pt x="11" y="427"/>
                </a:lnTo>
                <a:lnTo>
                  <a:pt x="11" y="426"/>
                </a:lnTo>
                <a:lnTo>
                  <a:pt x="12" y="426"/>
                </a:lnTo>
                <a:lnTo>
                  <a:pt x="11" y="425"/>
                </a:lnTo>
                <a:lnTo>
                  <a:pt x="10" y="424"/>
                </a:lnTo>
                <a:lnTo>
                  <a:pt x="9" y="424"/>
                </a:lnTo>
                <a:lnTo>
                  <a:pt x="9" y="423"/>
                </a:lnTo>
                <a:lnTo>
                  <a:pt x="9" y="422"/>
                </a:lnTo>
                <a:lnTo>
                  <a:pt x="9" y="421"/>
                </a:lnTo>
                <a:lnTo>
                  <a:pt x="8" y="420"/>
                </a:lnTo>
                <a:lnTo>
                  <a:pt x="9" y="420"/>
                </a:lnTo>
                <a:lnTo>
                  <a:pt x="9" y="419"/>
                </a:lnTo>
                <a:lnTo>
                  <a:pt x="9" y="418"/>
                </a:lnTo>
                <a:lnTo>
                  <a:pt x="9" y="417"/>
                </a:lnTo>
                <a:lnTo>
                  <a:pt x="9" y="416"/>
                </a:lnTo>
                <a:lnTo>
                  <a:pt x="10" y="415"/>
                </a:lnTo>
                <a:lnTo>
                  <a:pt x="11" y="414"/>
                </a:lnTo>
                <a:lnTo>
                  <a:pt x="12" y="414"/>
                </a:lnTo>
                <a:lnTo>
                  <a:pt x="14" y="412"/>
                </a:lnTo>
                <a:lnTo>
                  <a:pt x="14" y="411"/>
                </a:lnTo>
                <a:lnTo>
                  <a:pt x="13" y="411"/>
                </a:lnTo>
                <a:lnTo>
                  <a:pt x="13" y="410"/>
                </a:lnTo>
                <a:lnTo>
                  <a:pt x="13" y="408"/>
                </a:lnTo>
                <a:lnTo>
                  <a:pt x="14" y="407"/>
                </a:lnTo>
                <a:lnTo>
                  <a:pt x="15" y="406"/>
                </a:lnTo>
                <a:lnTo>
                  <a:pt x="16" y="405"/>
                </a:lnTo>
                <a:lnTo>
                  <a:pt x="18" y="406"/>
                </a:lnTo>
                <a:lnTo>
                  <a:pt x="20" y="406"/>
                </a:lnTo>
                <a:lnTo>
                  <a:pt x="21" y="406"/>
                </a:lnTo>
                <a:lnTo>
                  <a:pt x="22" y="405"/>
                </a:lnTo>
                <a:lnTo>
                  <a:pt x="23" y="405"/>
                </a:lnTo>
                <a:lnTo>
                  <a:pt x="23" y="404"/>
                </a:lnTo>
                <a:lnTo>
                  <a:pt x="24" y="404"/>
                </a:lnTo>
                <a:lnTo>
                  <a:pt x="24" y="403"/>
                </a:lnTo>
                <a:lnTo>
                  <a:pt x="23" y="403"/>
                </a:lnTo>
                <a:lnTo>
                  <a:pt x="23" y="402"/>
                </a:lnTo>
                <a:lnTo>
                  <a:pt x="23" y="401"/>
                </a:lnTo>
                <a:lnTo>
                  <a:pt x="23" y="399"/>
                </a:lnTo>
                <a:lnTo>
                  <a:pt x="24" y="399"/>
                </a:lnTo>
                <a:lnTo>
                  <a:pt x="25" y="399"/>
                </a:lnTo>
                <a:lnTo>
                  <a:pt x="25" y="400"/>
                </a:lnTo>
                <a:lnTo>
                  <a:pt x="26" y="400"/>
                </a:lnTo>
                <a:lnTo>
                  <a:pt x="27" y="401"/>
                </a:lnTo>
                <a:lnTo>
                  <a:pt x="28" y="400"/>
                </a:lnTo>
                <a:lnTo>
                  <a:pt x="29" y="399"/>
                </a:lnTo>
                <a:lnTo>
                  <a:pt x="29" y="398"/>
                </a:lnTo>
                <a:lnTo>
                  <a:pt x="30" y="395"/>
                </a:lnTo>
                <a:lnTo>
                  <a:pt x="31" y="394"/>
                </a:lnTo>
                <a:lnTo>
                  <a:pt x="32" y="394"/>
                </a:lnTo>
                <a:lnTo>
                  <a:pt x="33" y="395"/>
                </a:lnTo>
                <a:lnTo>
                  <a:pt x="34" y="395"/>
                </a:lnTo>
                <a:lnTo>
                  <a:pt x="34" y="394"/>
                </a:lnTo>
                <a:lnTo>
                  <a:pt x="34" y="392"/>
                </a:lnTo>
                <a:lnTo>
                  <a:pt x="34" y="391"/>
                </a:lnTo>
                <a:lnTo>
                  <a:pt x="34" y="390"/>
                </a:lnTo>
                <a:lnTo>
                  <a:pt x="35" y="390"/>
                </a:lnTo>
                <a:lnTo>
                  <a:pt x="35" y="389"/>
                </a:lnTo>
                <a:lnTo>
                  <a:pt x="36" y="389"/>
                </a:lnTo>
                <a:lnTo>
                  <a:pt x="36" y="388"/>
                </a:lnTo>
                <a:lnTo>
                  <a:pt x="35" y="387"/>
                </a:lnTo>
                <a:lnTo>
                  <a:pt x="35" y="386"/>
                </a:lnTo>
                <a:lnTo>
                  <a:pt x="34" y="386"/>
                </a:lnTo>
                <a:lnTo>
                  <a:pt x="33" y="386"/>
                </a:lnTo>
                <a:lnTo>
                  <a:pt x="32" y="386"/>
                </a:lnTo>
                <a:lnTo>
                  <a:pt x="31" y="385"/>
                </a:lnTo>
                <a:lnTo>
                  <a:pt x="31" y="384"/>
                </a:lnTo>
                <a:lnTo>
                  <a:pt x="30" y="383"/>
                </a:lnTo>
                <a:lnTo>
                  <a:pt x="29" y="382"/>
                </a:lnTo>
                <a:lnTo>
                  <a:pt x="29" y="381"/>
                </a:lnTo>
                <a:lnTo>
                  <a:pt x="28" y="381"/>
                </a:lnTo>
                <a:lnTo>
                  <a:pt x="29" y="379"/>
                </a:lnTo>
                <a:lnTo>
                  <a:pt x="29" y="377"/>
                </a:lnTo>
                <a:lnTo>
                  <a:pt x="28" y="376"/>
                </a:lnTo>
                <a:lnTo>
                  <a:pt x="28" y="374"/>
                </a:lnTo>
                <a:lnTo>
                  <a:pt x="28" y="372"/>
                </a:lnTo>
                <a:lnTo>
                  <a:pt x="29" y="371"/>
                </a:lnTo>
                <a:lnTo>
                  <a:pt x="29" y="370"/>
                </a:lnTo>
                <a:lnTo>
                  <a:pt x="30" y="370"/>
                </a:lnTo>
                <a:lnTo>
                  <a:pt x="30" y="371"/>
                </a:lnTo>
                <a:lnTo>
                  <a:pt x="31" y="371"/>
                </a:lnTo>
                <a:lnTo>
                  <a:pt x="32" y="371"/>
                </a:lnTo>
                <a:lnTo>
                  <a:pt x="32" y="370"/>
                </a:lnTo>
                <a:lnTo>
                  <a:pt x="33" y="369"/>
                </a:lnTo>
                <a:lnTo>
                  <a:pt x="33" y="368"/>
                </a:lnTo>
                <a:lnTo>
                  <a:pt x="35" y="368"/>
                </a:lnTo>
                <a:lnTo>
                  <a:pt x="36" y="367"/>
                </a:lnTo>
                <a:lnTo>
                  <a:pt x="37" y="366"/>
                </a:lnTo>
                <a:lnTo>
                  <a:pt x="38" y="364"/>
                </a:lnTo>
                <a:lnTo>
                  <a:pt x="39" y="363"/>
                </a:lnTo>
                <a:lnTo>
                  <a:pt x="40" y="363"/>
                </a:lnTo>
                <a:lnTo>
                  <a:pt x="41" y="363"/>
                </a:lnTo>
                <a:lnTo>
                  <a:pt x="42" y="363"/>
                </a:lnTo>
                <a:lnTo>
                  <a:pt x="43" y="363"/>
                </a:lnTo>
                <a:lnTo>
                  <a:pt x="43" y="362"/>
                </a:lnTo>
                <a:lnTo>
                  <a:pt x="43" y="361"/>
                </a:lnTo>
                <a:lnTo>
                  <a:pt x="44" y="360"/>
                </a:lnTo>
                <a:lnTo>
                  <a:pt x="46" y="360"/>
                </a:lnTo>
                <a:lnTo>
                  <a:pt x="47" y="360"/>
                </a:lnTo>
                <a:lnTo>
                  <a:pt x="47" y="361"/>
                </a:lnTo>
                <a:lnTo>
                  <a:pt x="48" y="361"/>
                </a:lnTo>
                <a:lnTo>
                  <a:pt x="49" y="360"/>
                </a:lnTo>
                <a:lnTo>
                  <a:pt x="49" y="359"/>
                </a:lnTo>
                <a:lnTo>
                  <a:pt x="49" y="358"/>
                </a:lnTo>
                <a:lnTo>
                  <a:pt x="50" y="358"/>
                </a:lnTo>
                <a:lnTo>
                  <a:pt x="50" y="357"/>
                </a:lnTo>
                <a:lnTo>
                  <a:pt x="51" y="357"/>
                </a:lnTo>
                <a:lnTo>
                  <a:pt x="52" y="357"/>
                </a:lnTo>
                <a:lnTo>
                  <a:pt x="53" y="357"/>
                </a:lnTo>
                <a:lnTo>
                  <a:pt x="53" y="356"/>
                </a:lnTo>
                <a:lnTo>
                  <a:pt x="54" y="357"/>
                </a:lnTo>
                <a:lnTo>
                  <a:pt x="54" y="358"/>
                </a:lnTo>
                <a:lnTo>
                  <a:pt x="54" y="359"/>
                </a:lnTo>
                <a:lnTo>
                  <a:pt x="55" y="359"/>
                </a:lnTo>
                <a:lnTo>
                  <a:pt x="55" y="360"/>
                </a:lnTo>
                <a:lnTo>
                  <a:pt x="56" y="360"/>
                </a:lnTo>
                <a:lnTo>
                  <a:pt x="57" y="360"/>
                </a:lnTo>
                <a:lnTo>
                  <a:pt x="57" y="361"/>
                </a:lnTo>
                <a:lnTo>
                  <a:pt x="58" y="361"/>
                </a:lnTo>
                <a:lnTo>
                  <a:pt x="58" y="362"/>
                </a:lnTo>
                <a:lnTo>
                  <a:pt x="59" y="362"/>
                </a:lnTo>
                <a:lnTo>
                  <a:pt x="59" y="363"/>
                </a:lnTo>
                <a:lnTo>
                  <a:pt x="59" y="364"/>
                </a:lnTo>
                <a:lnTo>
                  <a:pt x="60" y="365"/>
                </a:lnTo>
                <a:lnTo>
                  <a:pt x="61" y="365"/>
                </a:lnTo>
                <a:lnTo>
                  <a:pt x="62" y="365"/>
                </a:lnTo>
                <a:lnTo>
                  <a:pt x="63" y="365"/>
                </a:lnTo>
                <a:lnTo>
                  <a:pt x="63" y="364"/>
                </a:lnTo>
                <a:lnTo>
                  <a:pt x="64" y="364"/>
                </a:lnTo>
                <a:lnTo>
                  <a:pt x="64" y="363"/>
                </a:lnTo>
                <a:lnTo>
                  <a:pt x="65" y="363"/>
                </a:lnTo>
                <a:lnTo>
                  <a:pt x="65" y="364"/>
                </a:lnTo>
                <a:lnTo>
                  <a:pt x="66" y="364"/>
                </a:lnTo>
                <a:lnTo>
                  <a:pt x="66" y="365"/>
                </a:lnTo>
                <a:lnTo>
                  <a:pt x="67" y="365"/>
                </a:lnTo>
                <a:lnTo>
                  <a:pt x="68" y="365"/>
                </a:lnTo>
                <a:lnTo>
                  <a:pt x="68" y="364"/>
                </a:lnTo>
                <a:lnTo>
                  <a:pt x="68" y="363"/>
                </a:lnTo>
                <a:lnTo>
                  <a:pt x="69" y="363"/>
                </a:lnTo>
                <a:lnTo>
                  <a:pt x="70" y="363"/>
                </a:lnTo>
                <a:lnTo>
                  <a:pt x="71" y="363"/>
                </a:lnTo>
                <a:lnTo>
                  <a:pt x="72" y="363"/>
                </a:lnTo>
                <a:lnTo>
                  <a:pt x="72" y="362"/>
                </a:lnTo>
                <a:lnTo>
                  <a:pt x="73" y="362"/>
                </a:lnTo>
                <a:lnTo>
                  <a:pt x="73" y="363"/>
                </a:lnTo>
                <a:lnTo>
                  <a:pt x="74" y="363"/>
                </a:lnTo>
                <a:lnTo>
                  <a:pt x="74" y="362"/>
                </a:lnTo>
                <a:lnTo>
                  <a:pt x="75" y="362"/>
                </a:lnTo>
                <a:lnTo>
                  <a:pt x="76" y="362"/>
                </a:lnTo>
                <a:lnTo>
                  <a:pt x="77" y="362"/>
                </a:lnTo>
                <a:lnTo>
                  <a:pt x="78" y="363"/>
                </a:lnTo>
                <a:lnTo>
                  <a:pt x="78" y="362"/>
                </a:lnTo>
                <a:lnTo>
                  <a:pt x="79" y="362"/>
                </a:lnTo>
                <a:lnTo>
                  <a:pt x="80" y="362"/>
                </a:lnTo>
                <a:lnTo>
                  <a:pt x="81" y="362"/>
                </a:lnTo>
                <a:lnTo>
                  <a:pt x="81" y="361"/>
                </a:lnTo>
                <a:lnTo>
                  <a:pt x="82" y="360"/>
                </a:lnTo>
                <a:lnTo>
                  <a:pt x="82" y="359"/>
                </a:lnTo>
                <a:lnTo>
                  <a:pt x="82" y="358"/>
                </a:lnTo>
                <a:lnTo>
                  <a:pt x="82" y="357"/>
                </a:lnTo>
                <a:lnTo>
                  <a:pt x="82" y="356"/>
                </a:lnTo>
                <a:lnTo>
                  <a:pt x="81" y="356"/>
                </a:lnTo>
                <a:lnTo>
                  <a:pt x="83" y="355"/>
                </a:lnTo>
                <a:lnTo>
                  <a:pt x="83" y="354"/>
                </a:lnTo>
                <a:lnTo>
                  <a:pt x="83" y="353"/>
                </a:lnTo>
                <a:lnTo>
                  <a:pt x="84" y="352"/>
                </a:lnTo>
                <a:lnTo>
                  <a:pt x="85" y="352"/>
                </a:lnTo>
                <a:lnTo>
                  <a:pt x="86" y="352"/>
                </a:lnTo>
                <a:lnTo>
                  <a:pt x="87" y="352"/>
                </a:lnTo>
                <a:lnTo>
                  <a:pt x="88" y="352"/>
                </a:lnTo>
                <a:lnTo>
                  <a:pt x="89" y="352"/>
                </a:lnTo>
                <a:lnTo>
                  <a:pt x="89" y="351"/>
                </a:lnTo>
                <a:lnTo>
                  <a:pt x="89" y="350"/>
                </a:lnTo>
                <a:lnTo>
                  <a:pt x="90" y="350"/>
                </a:lnTo>
                <a:lnTo>
                  <a:pt x="90" y="351"/>
                </a:lnTo>
                <a:lnTo>
                  <a:pt x="91" y="351"/>
                </a:lnTo>
                <a:lnTo>
                  <a:pt x="91" y="350"/>
                </a:lnTo>
                <a:lnTo>
                  <a:pt x="92" y="350"/>
                </a:lnTo>
                <a:lnTo>
                  <a:pt x="92" y="349"/>
                </a:lnTo>
                <a:lnTo>
                  <a:pt x="91" y="349"/>
                </a:lnTo>
                <a:lnTo>
                  <a:pt x="92" y="348"/>
                </a:lnTo>
                <a:lnTo>
                  <a:pt x="92" y="347"/>
                </a:lnTo>
                <a:lnTo>
                  <a:pt x="91" y="347"/>
                </a:lnTo>
                <a:lnTo>
                  <a:pt x="90" y="347"/>
                </a:lnTo>
                <a:lnTo>
                  <a:pt x="89" y="346"/>
                </a:lnTo>
                <a:lnTo>
                  <a:pt x="89" y="347"/>
                </a:lnTo>
                <a:lnTo>
                  <a:pt x="88" y="347"/>
                </a:lnTo>
                <a:lnTo>
                  <a:pt x="88" y="346"/>
                </a:lnTo>
                <a:lnTo>
                  <a:pt x="87" y="346"/>
                </a:lnTo>
                <a:lnTo>
                  <a:pt x="86" y="345"/>
                </a:lnTo>
                <a:lnTo>
                  <a:pt x="87" y="345"/>
                </a:lnTo>
                <a:lnTo>
                  <a:pt x="87" y="344"/>
                </a:lnTo>
                <a:lnTo>
                  <a:pt x="88" y="344"/>
                </a:lnTo>
                <a:lnTo>
                  <a:pt x="88" y="343"/>
                </a:lnTo>
                <a:lnTo>
                  <a:pt x="87" y="342"/>
                </a:lnTo>
                <a:lnTo>
                  <a:pt x="87" y="341"/>
                </a:lnTo>
                <a:lnTo>
                  <a:pt x="88" y="340"/>
                </a:lnTo>
                <a:lnTo>
                  <a:pt x="88" y="338"/>
                </a:lnTo>
                <a:lnTo>
                  <a:pt x="89" y="337"/>
                </a:lnTo>
                <a:lnTo>
                  <a:pt x="89" y="336"/>
                </a:lnTo>
                <a:lnTo>
                  <a:pt x="90" y="336"/>
                </a:lnTo>
                <a:lnTo>
                  <a:pt x="91" y="336"/>
                </a:lnTo>
                <a:lnTo>
                  <a:pt x="91" y="335"/>
                </a:lnTo>
                <a:lnTo>
                  <a:pt x="92" y="335"/>
                </a:lnTo>
                <a:lnTo>
                  <a:pt x="92" y="334"/>
                </a:lnTo>
                <a:lnTo>
                  <a:pt x="91" y="334"/>
                </a:lnTo>
                <a:lnTo>
                  <a:pt x="91" y="333"/>
                </a:lnTo>
                <a:lnTo>
                  <a:pt x="92" y="333"/>
                </a:lnTo>
                <a:lnTo>
                  <a:pt x="92" y="332"/>
                </a:lnTo>
                <a:lnTo>
                  <a:pt x="91" y="332"/>
                </a:lnTo>
                <a:lnTo>
                  <a:pt x="91" y="331"/>
                </a:lnTo>
                <a:lnTo>
                  <a:pt x="92" y="331"/>
                </a:lnTo>
                <a:lnTo>
                  <a:pt x="92" y="330"/>
                </a:lnTo>
                <a:lnTo>
                  <a:pt x="92" y="329"/>
                </a:lnTo>
                <a:lnTo>
                  <a:pt x="92" y="328"/>
                </a:lnTo>
                <a:lnTo>
                  <a:pt x="92" y="327"/>
                </a:lnTo>
                <a:lnTo>
                  <a:pt x="93" y="326"/>
                </a:lnTo>
                <a:lnTo>
                  <a:pt x="94" y="326"/>
                </a:lnTo>
                <a:lnTo>
                  <a:pt x="94" y="325"/>
                </a:lnTo>
                <a:lnTo>
                  <a:pt x="94" y="324"/>
                </a:lnTo>
                <a:lnTo>
                  <a:pt x="94" y="323"/>
                </a:lnTo>
                <a:lnTo>
                  <a:pt x="94" y="322"/>
                </a:lnTo>
                <a:lnTo>
                  <a:pt x="94" y="321"/>
                </a:lnTo>
                <a:lnTo>
                  <a:pt x="95" y="321"/>
                </a:lnTo>
                <a:lnTo>
                  <a:pt x="96" y="321"/>
                </a:lnTo>
                <a:lnTo>
                  <a:pt x="96" y="320"/>
                </a:lnTo>
                <a:lnTo>
                  <a:pt x="97" y="320"/>
                </a:lnTo>
                <a:lnTo>
                  <a:pt x="97" y="319"/>
                </a:lnTo>
                <a:lnTo>
                  <a:pt x="97" y="318"/>
                </a:lnTo>
                <a:lnTo>
                  <a:pt x="97" y="317"/>
                </a:lnTo>
                <a:lnTo>
                  <a:pt x="98" y="317"/>
                </a:lnTo>
                <a:lnTo>
                  <a:pt x="98" y="316"/>
                </a:lnTo>
                <a:lnTo>
                  <a:pt x="99" y="316"/>
                </a:lnTo>
                <a:lnTo>
                  <a:pt x="99" y="314"/>
                </a:lnTo>
                <a:lnTo>
                  <a:pt x="100" y="313"/>
                </a:lnTo>
                <a:lnTo>
                  <a:pt x="100" y="312"/>
                </a:lnTo>
                <a:lnTo>
                  <a:pt x="100" y="311"/>
                </a:lnTo>
                <a:lnTo>
                  <a:pt x="99" y="310"/>
                </a:lnTo>
                <a:lnTo>
                  <a:pt x="98" y="311"/>
                </a:lnTo>
                <a:lnTo>
                  <a:pt x="97" y="312"/>
                </a:lnTo>
                <a:lnTo>
                  <a:pt x="96" y="312"/>
                </a:lnTo>
                <a:lnTo>
                  <a:pt x="95" y="312"/>
                </a:lnTo>
                <a:lnTo>
                  <a:pt x="95" y="311"/>
                </a:lnTo>
                <a:lnTo>
                  <a:pt x="95" y="310"/>
                </a:lnTo>
                <a:lnTo>
                  <a:pt x="94" y="310"/>
                </a:lnTo>
                <a:lnTo>
                  <a:pt x="94" y="309"/>
                </a:lnTo>
                <a:lnTo>
                  <a:pt x="95" y="309"/>
                </a:lnTo>
                <a:lnTo>
                  <a:pt x="94" y="308"/>
                </a:lnTo>
                <a:lnTo>
                  <a:pt x="93" y="308"/>
                </a:lnTo>
                <a:lnTo>
                  <a:pt x="92" y="308"/>
                </a:lnTo>
                <a:lnTo>
                  <a:pt x="91" y="307"/>
                </a:lnTo>
                <a:lnTo>
                  <a:pt x="90" y="307"/>
                </a:lnTo>
                <a:lnTo>
                  <a:pt x="89" y="308"/>
                </a:lnTo>
                <a:lnTo>
                  <a:pt x="88" y="308"/>
                </a:lnTo>
                <a:lnTo>
                  <a:pt x="88" y="307"/>
                </a:lnTo>
                <a:lnTo>
                  <a:pt x="87" y="307"/>
                </a:lnTo>
                <a:lnTo>
                  <a:pt x="87" y="306"/>
                </a:lnTo>
                <a:lnTo>
                  <a:pt x="87" y="305"/>
                </a:lnTo>
                <a:lnTo>
                  <a:pt x="86" y="305"/>
                </a:lnTo>
                <a:lnTo>
                  <a:pt x="86" y="304"/>
                </a:lnTo>
                <a:lnTo>
                  <a:pt x="85" y="304"/>
                </a:lnTo>
                <a:lnTo>
                  <a:pt x="85" y="303"/>
                </a:lnTo>
                <a:lnTo>
                  <a:pt x="85" y="302"/>
                </a:lnTo>
                <a:lnTo>
                  <a:pt x="86" y="302"/>
                </a:lnTo>
                <a:lnTo>
                  <a:pt x="85" y="302"/>
                </a:lnTo>
                <a:lnTo>
                  <a:pt x="85" y="301"/>
                </a:lnTo>
                <a:lnTo>
                  <a:pt x="86" y="300"/>
                </a:lnTo>
                <a:lnTo>
                  <a:pt x="85" y="300"/>
                </a:lnTo>
                <a:lnTo>
                  <a:pt x="85" y="299"/>
                </a:lnTo>
                <a:lnTo>
                  <a:pt x="86" y="299"/>
                </a:lnTo>
                <a:lnTo>
                  <a:pt x="86" y="298"/>
                </a:lnTo>
                <a:lnTo>
                  <a:pt x="85" y="297"/>
                </a:lnTo>
                <a:lnTo>
                  <a:pt x="86" y="297"/>
                </a:lnTo>
                <a:lnTo>
                  <a:pt x="86" y="296"/>
                </a:lnTo>
                <a:lnTo>
                  <a:pt x="86" y="295"/>
                </a:lnTo>
                <a:lnTo>
                  <a:pt x="86" y="294"/>
                </a:lnTo>
                <a:lnTo>
                  <a:pt x="86" y="293"/>
                </a:lnTo>
                <a:lnTo>
                  <a:pt x="86" y="292"/>
                </a:lnTo>
                <a:lnTo>
                  <a:pt x="86" y="291"/>
                </a:lnTo>
                <a:lnTo>
                  <a:pt x="87" y="290"/>
                </a:lnTo>
                <a:lnTo>
                  <a:pt x="86" y="290"/>
                </a:lnTo>
                <a:lnTo>
                  <a:pt x="86" y="289"/>
                </a:lnTo>
                <a:lnTo>
                  <a:pt x="85" y="289"/>
                </a:lnTo>
                <a:lnTo>
                  <a:pt x="85" y="288"/>
                </a:lnTo>
                <a:lnTo>
                  <a:pt x="85" y="287"/>
                </a:lnTo>
                <a:lnTo>
                  <a:pt x="84" y="286"/>
                </a:lnTo>
                <a:lnTo>
                  <a:pt x="85" y="286"/>
                </a:lnTo>
                <a:lnTo>
                  <a:pt x="85" y="285"/>
                </a:lnTo>
                <a:lnTo>
                  <a:pt x="86" y="285"/>
                </a:lnTo>
                <a:lnTo>
                  <a:pt x="85" y="284"/>
                </a:lnTo>
                <a:lnTo>
                  <a:pt x="85" y="283"/>
                </a:lnTo>
                <a:lnTo>
                  <a:pt x="85" y="282"/>
                </a:lnTo>
                <a:lnTo>
                  <a:pt x="85" y="281"/>
                </a:lnTo>
                <a:lnTo>
                  <a:pt x="84" y="281"/>
                </a:lnTo>
                <a:lnTo>
                  <a:pt x="83" y="281"/>
                </a:lnTo>
                <a:lnTo>
                  <a:pt x="82" y="281"/>
                </a:lnTo>
                <a:lnTo>
                  <a:pt x="81" y="281"/>
                </a:lnTo>
                <a:lnTo>
                  <a:pt x="80" y="282"/>
                </a:lnTo>
                <a:lnTo>
                  <a:pt x="79" y="282"/>
                </a:lnTo>
                <a:lnTo>
                  <a:pt x="79" y="281"/>
                </a:lnTo>
                <a:lnTo>
                  <a:pt x="78" y="281"/>
                </a:lnTo>
                <a:lnTo>
                  <a:pt x="78" y="282"/>
                </a:lnTo>
                <a:lnTo>
                  <a:pt x="77" y="282"/>
                </a:lnTo>
                <a:lnTo>
                  <a:pt x="76" y="282"/>
                </a:lnTo>
                <a:lnTo>
                  <a:pt x="75" y="282"/>
                </a:lnTo>
                <a:lnTo>
                  <a:pt x="75" y="281"/>
                </a:lnTo>
                <a:lnTo>
                  <a:pt x="74" y="281"/>
                </a:lnTo>
                <a:lnTo>
                  <a:pt x="73" y="281"/>
                </a:lnTo>
                <a:lnTo>
                  <a:pt x="72" y="281"/>
                </a:lnTo>
                <a:lnTo>
                  <a:pt x="71" y="282"/>
                </a:lnTo>
                <a:lnTo>
                  <a:pt x="70" y="282"/>
                </a:lnTo>
                <a:lnTo>
                  <a:pt x="69" y="282"/>
                </a:lnTo>
                <a:lnTo>
                  <a:pt x="69" y="283"/>
                </a:lnTo>
                <a:lnTo>
                  <a:pt x="69" y="282"/>
                </a:lnTo>
                <a:lnTo>
                  <a:pt x="68" y="282"/>
                </a:lnTo>
                <a:lnTo>
                  <a:pt x="68" y="281"/>
                </a:lnTo>
                <a:lnTo>
                  <a:pt x="67" y="281"/>
                </a:lnTo>
                <a:lnTo>
                  <a:pt x="67" y="280"/>
                </a:lnTo>
                <a:lnTo>
                  <a:pt x="67" y="279"/>
                </a:lnTo>
                <a:lnTo>
                  <a:pt x="68" y="279"/>
                </a:lnTo>
                <a:lnTo>
                  <a:pt x="70" y="278"/>
                </a:lnTo>
                <a:lnTo>
                  <a:pt x="69" y="277"/>
                </a:lnTo>
                <a:lnTo>
                  <a:pt x="69" y="276"/>
                </a:lnTo>
                <a:lnTo>
                  <a:pt x="68" y="276"/>
                </a:lnTo>
                <a:lnTo>
                  <a:pt x="68" y="277"/>
                </a:lnTo>
                <a:lnTo>
                  <a:pt x="67" y="277"/>
                </a:lnTo>
                <a:lnTo>
                  <a:pt x="66" y="277"/>
                </a:lnTo>
                <a:lnTo>
                  <a:pt x="65" y="278"/>
                </a:lnTo>
                <a:lnTo>
                  <a:pt x="64" y="278"/>
                </a:lnTo>
                <a:lnTo>
                  <a:pt x="63" y="278"/>
                </a:lnTo>
                <a:lnTo>
                  <a:pt x="62" y="278"/>
                </a:lnTo>
                <a:lnTo>
                  <a:pt x="61" y="278"/>
                </a:lnTo>
                <a:lnTo>
                  <a:pt x="60" y="277"/>
                </a:lnTo>
                <a:lnTo>
                  <a:pt x="58" y="277"/>
                </a:lnTo>
                <a:lnTo>
                  <a:pt x="57" y="277"/>
                </a:lnTo>
                <a:lnTo>
                  <a:pt x="56" y="277"/>
                </a:lnTo>
                <a:lnTo>
                  <a:pt x="56" y="276"/>
                </a:lnTo>
                <a:lnTo>
                  <a:pt x="55" y="276"/>
                </a:lnTo>
                <a:lnTo>
                  <a:pt x="54" y="276"/>
                </a:lnTo>
                <a:lnTo>
                  <a:pt x="53" y="276"/>
                </a:lnTo>
                <a:lnTo>
                  <a:pt x="53" y="275"/>
                </a:lnTo>
                <a:lnTo>
                  <a:pt x="52" y="274"/>
                </a:lnTo>
                <a:lnTo>
                  <a:pt x="52" y="273"/>
                </a:lnTo>
                <a:lnTo>
                  <a:pt x="52" y="272"/>
                </a:lnTo>
                <a:lnTo>
                  <a:pt x="51" y="271"/>
                </a:lnTo>
                <a:lnTo>
                  <a:pt x="51" y="270"/>
                </a:lnTo>
                <a:lnTo>
                  <a:pt x="52" y="270"/>
                </a:lnTo>
                <a:lnTo>
                  <a:pt x="52" y="269"/>
                </a:lnTo>
                <a:lnTo>
                  <a:pt x="51" y="269"/>
                </a:lnTo>
                <a:lnTo>
                  <a:pt x="50" y="269"/>
                </a:lnTo>
                <a:lnTo>
                  <a:pt x="50" y="268"/>
                </a:lnTo>
                <a:lnTo>
                  <a:pt x="50" y="269"/>
                </a:lnTo>
                <a:lnTo>
                  <a:pt x="49" y="268"/>
                </a:lnTo>
                <a:lnTo>
                  <a:pt x="48" y="268"/>
                </a:lnTo>
                <a:lnTo>
                  <a:pt x="45" y="268"/>
                </a:lnTo>
                <a:lnTo>
                  <a:pt x="45" y="267"/>
                </a:lnTo>
                <a:lnTo>
                  <a:pt x="44" y="267"/>
                </a:lnTo>
                <a:lnTo>
                  <a:pt x="43" y="267"/>
                </a:lnTo>
                <a:lnTo>
                  <a:pt x="42" y="267"/>
                </a:lnTo>
                <a:lnTo>
                  <a:pt x="41" y="267"/>
                </a:lnTo>
                <a:lnTo>
                  <a:pt x="41" y="266"/>
                </a:lnTo>
                <a:lnTo>
                  <a:pt x="41" y="265"/>
                </a:lnTo>
                <a:lnTo>
                  <a:pt x="42" y="265"/>
                </a:lnTo>
                <a:lnTo>
                  <a:pt x="43" y="265"/>
                </a:lnTo>
                <a:lnTo>
                  <a:pt x="45" y="265"/>
                </a:lnTo>
                <a:lnTo>
                  <a:pt x="45" y="264"/>
                </a:lnTo>
                <a:lnTo>
                  <a:pt x="46" y="264"/>
                </a:lnTo>
                <a:lnTo>
                  <a:pt x="46" y="263"/>
                </a:lnTo>
                <a:lnTo>
                  <a:pt x="46" y="262"/>
                </a:lnTo>
                <a:lnTo>
                  <a:pt x="47" y="262"/>
                </a:lnTo>
                <a:lnTo>
                  <a:pt x="47" y="261"/>
                </a:lnTo>
                <a:lnTo>
                  <a:pt x="47" y="260"/>
                </a:lnTo>
                <a:lnTo>
                  <a:pt x="47" y="258"/>
                </a:lnTo>
                <a:lnTo>
                  <a:pt x="47" y="257"/>
                </a:lnTo>
                <a:lnTo>
                  <a:pt x="47" y="256"/>
                </a:lnTo>
                <a:lnTo>
                  <a:pt x="48" y="256"/>
                </a:lnTo>
                <a:lnTo>
                  <a:pt x="49" y="256"/>
                </a:lnTo>
                <a:lnTo>
                  <a:pt x="50" y="257"/>
                </a:lnTo>
                <a:lnTo>
                  <a:pt x="51" y="257"/>
                </a:lnTo>
                <a:lnTo>
                  <a:pt x="51" y="258"/>
                </a:lnTo>
                <a:lnTo>
                  <a:pt x="52" y="259"/>
                </a:lnTo>
                <a:lnTo>
                  <a:pt x="52" y="260"/>
                </a:lnTo>
                <a:lnTo>
                  <a:pt x="52" y="261"/>
                </a:lnTo>
                <a:lnTo>
                  <a:pt x="53" y="262"/>
                </a:lnTo>
                <a:lnTo>
                  <a:pt x="54" y="262"/>
                </a:lnTo>
                <a:lnTo>
                  <a:pt x="54" y="261"/>
                </a:lnTo>
                <a:lnTo>
                  <a:pt x="55" y="261"/>
                </a:lnTo>
                <a:lnTo>
                  <a:pt x="56" y="261"/>
                </a:lnTo>
                <a:lnTo>
                  <a:pt x="57" y="260"/>
                </a:lnTo>
                <a:lnTo>
                  <a:pt x="57" y="259"/>
                </a:lnTo>
                <a:lnTo>
                  <a:pt x="57" y="258"/>
                </a:lnTo>
                <a:lnTo>
                  <a:pt x="58" y="258"/>
                </a:lnTo>
                <a:lnTo>
                  <a:pt x="58" y="257"/>
                </a:lnTo>
                <a:lnTo>
                  <a:pt x="58" y="256"/>
                </a:lnTo>
                <a:lnTo>
                  <a:pt x="57" y="256"/>
                </a:lnTo>
                <a:lnTo>
                  <a:pt x="57" y="255"/>
                </a:lnTo>
                <a:lnTo>
                  <a:pt x="57" y="254"/>
                </a:lnTo>
                <a:lnTo>
                  <a:pt x="56" y="254"/>
                </a:lnTo>
                <a:lnTo>
                  <a:pt x="56" y="253"/>
                </a:lnTo>
                <a:lnTo>
                  <a:pt x="56" y="252"/>
                </a:lnTo>
                <a:lnTo>
                  <a:pt x="55" y="251"/>
                </a:lnTo>
                <a:lnTo>
                  <a:pt x="55" y="250"/>
                </a:lnTo>
                <a:lnTo>
                  <a:pt x="55" y="249"/>
                </a:lnTo>
                <a:lnTo>
                  <a:pt x="56" y="249"/>
                </a:lnTo>
                <a:lnTo>
                  <a:pt x="57" y="249"/>
                </a:lnTo>
                <a:lnTo>
                  <a:pt x="57" y="248"/>
                </a:lnTo>
                <a:lnTo>
                  <a:pt x="58" y="248"/>
                </a:lnTo>
                <a:lnTo>
                  <a:pt x="59" y="248"/>
                </a:lnTo>
                <a:lnTo>
                  <a:pt x="60" y="248"/>
                </a:lnTo>
                <a:lnTo>
                  <a:pt x="60" y="249"/>
                </a:lnTo>
                <a:lnTo>
                  <a:pt x="60" y="250"/>
                </a:lnTo>
                <a:lnTo>
                  <a:pt x="61" y="250"/>
                </a:lnTo>
                <a:lnTo>
                  <a:pt x="62" y="250"/>
                </a:lnTo>
                <a:lnTo>
                  <a:pt x="63" y="250"/>
                </a:lnTo>
                <a:lnTo>
                  <a:pt x="63" y="249"/>
                </a:lnTo>
                <a:lnTo>
                  <a:pt x="64" y="249"/>
                </a:lnTo>
                <a:lnTo>
                  <a:pt x="65" y="248"/>
                </a:lnTo>
                <a:lnTo>
                  <a:pt x="66" y="248"/>
                </a:lnTo>
                <a:lnTo>
                  <a:pt x="67" y="248"/>
                </a:lnTo>
                <a:lnTo>
                  <a:pt x="68" y="248"/>
                </a:lnTo>
                <a:lnTo>
                  <a:pt x="69" y="248"/>
                </a:lnTo>
                <a:lnTo>
                  <a:pt x="68" y="248"/>
                </a:lnTo>
                <a:lnTo>
                  <a:pt x="69" y="248"/>
                </a:lnTo>
                <a:lnTo>
                  <a:pt x="69" y="247"/>
                </a:lnTo>
                <a:lnTo>
                  <a:pt x="70" y="248"/>
                </a:lnTo>
                <a:lnTo>
                  <a:pt x="70" y="247"/>
                </a:lnTo>
                <a:lnTo>
                  <a:pt x="70" y="246"/>
                </a:lnTo>
                <a:lnTo>
                  <a:pt x="71" y="245"/>
                </a:lnTo>
                <a:lnTo>
                  <a:pt x="72" y="244"/>
                </a:lnTo>
                <a:lnTo>
                  <a:pt x="72" y="243"/>
                </a:lnTo>
                <a:lnTo>
                  <a:pt x="73" y="243"/>
                </a:lnTo>
                <a:lnTo>
                  <a:pt x="73" y="244"/>
                </a:lnTo>
                <a:lnTo>
                  <a:pt x="73" y="245"/>
                </a:lnTo>
                <a:lnTo>
                  <a:pt x="74" y="245"/>
                </a:lnTo>
                <a:lnTo>
                  <a:pt x="75" y="245"/>
                </a:lnTo>
                <a:lnTo>
                  <a:pt x="75" y="244"/>
                </a:lnTo>
                <a:lnTo>
                  <a:pt x="76" y="244"/>
                </a:lnTo>
                <a:lnTo>
                  <a:pt x="77" y="244"/>
                </a:lnTo>
                <a:lnTo>
                  <a:pt x="77" y="243"/>
                </a:lnTo>
                <a:lnTo>
                  <a:pt x="78" y="243"/>
                </a:lnTo>
                <a:lnTo>
                  <a:pt x="79" y="243"/>
                </a:lnTo>
                <a:lnTo>
                  <a:pt x="80" y="243"/>
                </a:lnTo>
                <a:lnTo>
                  <a:pt x="81" y="242"/>
                </a:lnTo>
                <a:lnTo>
                  <a:pt x="82" y="242"/>
                </a:lnTo>
                <a:lnTo>
                  <a:pt x="83" y="243"/>
                </a:lnTo>
                <a:lnTo>
                  <a:pt x="84" y="243"/>
                </a:lnTo>
                <a:lnTo>
                  <a:pt x="86" y="243"/>
                </a:lnTo>
                <a:lnTo>
                  <a:pt x="87" y="242"/>
                </a:lnTo>
                <a:lnTo>
                  <a:pt x="88" y="242"/>
                </a:lnTo>
                <a:lnTo>
                  <a:pt x="89" y="242"/>
                </a:lnTo>
                <a:lnTo>
                  <a:pt x="90" y="242"/>
                </a:lnTo>
                <a:lnTo>
                  <a:pt x="91" y="241"/>
                </a:lnTo>
                <a:lnTo>
                  <a:pt x="92" y="240"/>
                </a:lnTo>
                <a:lnTo>
                  <a:pt x="93" y="240"/>
                </a:lnTo>
                <a:lnTo>
                  <a:pt x="93" y="239"/>
                </a:lnTo>
                <a:lnTo>
                  <a:pt x="94" y="239"/>
                </a:lnTo>
                <a:lnTo>
                  <a:pt x="94" y="238"/>
                </a:lnTo>
                <a:lnTo>
                  <a:pt x="94" y="237"/>
                </a:lnTo>
                <a:lnTo>
                  <a:pt x="95" y="237"/>
                </a:lnTo>
                <a:lnTo>
                  <a:pt x="96" y="236"/>
                </a:lnTo>
                <a:lnTo>
                  <a:pt x="96" y="235"/>
                </a:lnTo>
                <a:lnTo>
                  <a:pt x="96" y="234"/>
                </a:lnTo>
                <a:lnTo>
                  <a:pt x="97" y="234"/>
                </a:lnTo>
                <a:lnTo>
                  <a:pt x="97" y="233"/>
                </a:lnTo>
                <a:lnTo>
                  <a:pt x="97" y="232"/>
                </a:lnTo>
                <a:lnTo>
                  <a:pt x="96" y="232"/>
                </a:lnTo>
                <a:lnTo>
                  <a:pt x="96" y="231"/>
                </a:lnTo>
                <a:lnTo>
                  <a:pt x="95" y="231"/>
                </a:lnTo>
                <a:lnTo>
                  <a:pt x="94" y="232"/>
                </a:lnTo>
                <a:lnTo>
                  <a:pt x="93" y="232"/>
                </a:lnTo>
                <a:lnTo>
                  <a:pt x="92" y="232"/>
                </a:lnTo>
                <a:lnTo>
                  <a:pt x="91" y="232"/>
                </a:lnTo>
                <a:lnTo>
                  <a:pt x="90" y="231"/>
                </a:lnTo>
                <a:lnTo>
                  <a:pt x="90" y="230"/>
                </a:lnTo>
                <a:lnTo>
                  <a:pt x="89" y="230"/>
                </a:lnTo>
                <a:lnTo>
                  <a:pt x="88" y="230"/>
                </a:lnTo>
                <a:lnTo>
                  <a:pt x="87" y="230"/>
                </a:lnTo>
                <a:lnTo>
                  <a:pt x="86" y="231"/>
                </a:lnTo>
                <a:lnTo>
                  <a:pt x="85" y="232"/>
                </a:lnTo>
                <a:lnTo>
                  <a:pt x="84" y="232"/>
                </a:lnTo>
                <a:lnTo>
                  <a:pt x="84" y="231"/>
                </a:lnTo>
                <a:lnTo>
                  <a:pt x="83" y="231"/>
                </a:lnTo>
                <a:lnTo>
                  <a:pt x="84" y="231"/>
                </a:lnTo>
                <a:lnTo>
                  <a:pt x="83" y="231"/>
                </a:lnTo>
                <a:lnTo>
                  <a:pt x="82" y="231"/>
                </a:lnTo>
                <a:lnTo>
                  <a:pt x="81" y="230"/>
                </a:lnTo>
                <a:lnTo>
                  <a:pt x="80" y="230"/>
                </a:lnTo>
                <a:lnTo>
                  <a:pt x="78" y="231"/>
                </a:lnTo>
                <a:lnTo>
                  <a:pt x="77" y="231"/>
                </a:lnTo>
                <a:lnTo>
                  <a:pt x="77" y="230"/>
                </a:lnTo>
                <a:lnTo>
                  <a:pt x="76" y="230"/>
                </a:lnTo>
                <a:lnTo>
                  <a:pt x="76" y="229"/>
                </a:lnTo>
                <a:lnTo>
                  <a:pt x="76" y="228"/>
                </a:lnTo>
                <a:lnTo>
                  <a:pt x="76" y="227"/>
                </a:lnTo>
                <a:lnTo>
                  <a:pt x="76" y="226"/>
                </a:lnTo>
                <a:lnTo>
                  <a:pt x="76" y="225"/>
                </a:lnTo>
                <a:lnTo>
                  <a:pt x="75" y="225"/>
                </a:lnTo>
                <a:lnTo>
                  <a:pt x="75" y="224"/>
                </a:lnTo>
                <a:lnTo>
                  <a:pt x="75" y="223"/>
                </a:lnTo>
                <a:lnTo>
                  <a:pt x="76" y="223"/>
                </a:lnTo>
                <a:lnTo>
                  <a:pt x="76" y="222"/>
                </a:lnTo>
                <a:lnTo>
                  <a:pt x="75" y="222"/>
                </a:lnTo>
                <a:lnTo>
                  <a:pt x="75" y="221"/>
                </a:lnTo>
                <a:lnTo>
                  <a:pt x="74" y="221"/>
                </a:lnTo>
                <a:lnTo>
                  <a:pt x="73" y="220"/>
                </a:lnTo>
                <a:lnTo>
                  <a:pt x="73" y="219"/>
                </a:lnTo>
                <a:lnTo>
                  <a:pt x="74" y="218"/>
                </a:lnTo>
                <a:lnTo>
                  <a:pt x="74" y="217"/>
                </a:lnTo>
                <a:lnTo>
                  <a:pt x="75" y="215"/>
                </a:lnTo>
                <a:lnTo>
                  <a:pt x="75" y="214"/>
                </a:lnTo>
                <a:lnTo>
                  <a:pt x="75" y="213"/>
                </a:lnTo>
                <a:lnTo>
                  <a:pt x="76" y="213"/>
                </a:lnTo>
                <a:lnTo>
                  <a:pt x="76" y="212"/>
                </a:lnTo>
                <a:lnTo>
                  <a:pt x="75" y="212"/>
                </a:lnTo>
                <a:lnTo>
                  <a:pt x="75" y="211"/>
                </a:lnTo>
                <a:lnTo>
                  <a:pt x="74" y="211"/>
                </a:lnTo>
                <a:lnTo>
                  <a:pt x="74" y="209"/>
                </a:lnTo>
                <a:lnTo>
                  <a:pt x="74" y="208"/>
                </a:lnTo>
                <a:lnTo>
                  <a:pt x="75" y="208"/>
                </a:lnTo>
                <a:lnTo>
                  <a:pt x="74" y="207"/>
                </a:lnTo>
                <a:lnTo>
                  <a:pt x="74" y="206"/>
                </a:lnTo>
                <a:lnTo>
                  <a:pt x="73" y="206"/>
                </a:lnTo>
                <a:lnTo>
                  <a:pt x="73" y="205"/>
                </a:lnTo>
                <a:lnTo>
                  <a:pt x="72" y="205"/>
                </a:lnTo>
                <a:lnTo>
                  <a:pt x="72" y="206"/>
                </a:lnTo>
                <a:lnTo>
                  <a:pt x="71" y="206"/>
                </a:lnTo>
                <a:lnTo>
                  <a:pt x="70" y="206"/>
                </a:lnTo>
                <a:lnTo>
                  <a:pt x="70" y="205"/>
                </a:lnTo>
                <a:lnTo>
                  <a:pt x="69" y="205"/>
                </a:lnTo>
                <a:lnTo>
                  <a:pt x="69" y="204"/>
                </a:lnTo>
                <a:lnTo>
                  <a:pt x="68" y="204"/>
                </a:lnTo>
                <a:lnTo>
                  <a:pt x="68" y="203"/>
                </a:lnTo>
                <a:lnTo>
                  <a:pt x="68" y="202"/>
                </a:lnTo>
                <a:lnTo>
                  <a:pt x="67" y="201"/>
                </a:lnTo>
                <a:lnTo>
                  <a:pt x="66" y="200"/>
                </a:lnTo>
                <a:lnTo>
                  <a:pt x="65" y="198"/>
                </a:lnTo>
                <a:lnTo>
                  <a:pt x="65" y="197"/>
                </a:lnTo>
                <a:lnTo>
                  <a:pt x="65" y="196"/>
                </a:lnTo>
                <a:lnTo>
                  <a:pt x="64" y="196"/>
                </a:lnTo>
                <a:lnTo>
                  <a:pt x="64" y="195"/>
                </a:lnTo>
                <a:lnTo>
                  <a:pt x="63" y="194"/>
                </a:lnTo>
                <a:lnTo>
                  <a:pt x="62" y="194"/>
                </a:lnTo>
                <a:lnTo>
                  <a:pt x="62" y="193"/>
                </a:lnTo>
                <a:lnTo>
                  <a:pt x="62" y="192"/>
                </a:lnTo>
                <a:lnTo>
                  <a:pt x="61" y="192"/>
                </a:lnTo>
                <a:lnTo>
                  <a:pt x="61" y="191"/>
                </a:lnTo>
                <a:lnTo>
                  <a:pt x="60" y="191"/>
                </a:lnTo>
                <a:lnTo>
                  <a:pt x="59" y="190"/>
                </a:lnTo>
                <a:lnTo>
                  <a:pt x="58" y="190"/>
                </a:lnTo>
                <a:lnTo>
                  <a:pt x="58" y="189"/>
                </a:lnTo>
                <a:lnTo>
                  <a:pt x="58" y="188"/>
                </a:lnTo>
                <a:lnTo>
                  <a:pt x="58" y="187"/>
                </a:lnTo>
                <a:lnTo>
                  <a:pt x="58" y="186"/>
                </a:lnTo>
                <a:lnTo>
                  <a:pt x="57" y="186"/>
                </a:lnTo>
                <a:lnTo>
                  <a:pt x="57" y="187"/>
                </a:lnTo>
                <a:lnTo>
                  <a:pt x="56" y="187"/>
                </a:lnTo>
                <a:lnTo>
                  <a:pt x="55" y="186"/>
                </a:lnTo>
                <a:lnTo>
                  <a:pt x="55" y="185"/>
                </a:lnTo>
                <a:lnTo>
                  <a:pt x="54" y="185"/>
                </a:lnTo>
                <a:lnTo>
                  <a:pt x="54" y="184"/>
                </a:lnTo>
                <a:lnTo>
                  <a:pt x="54" y="183"/>
                </a:lnTo>
                <a:lnTo>
                  <a:pt x="53" y="183"/>
                </a:lnTo>
                <a:lnTo>
                  <a:pt x="53" y="182"/>
                </a:lnTo>
                <a:lnTo>
                  <a:pt x="54" y="181"/>
                </a:lnTo>
                <a:lnTo>
                  <a:pt x="55" y="181"/>
                </a:lnTo>
                <a:lnTo>
                  <a:pt x="56" y="180"/>
                </a:lnTo>
                <a:lnTo>
                  <a:pt x="55" y="180"/>
                </a:lnTo>
                <a:lnTo>
                  <a:pt x="54" y="180"/>
                </a:lnTo>
                <a:lnTo>
                  <a:pt x="54" y="179"/>
                </a:lnTo>
                <a:lnTo>
                  <a:pt x="54" y="177"/>
                </a:lnTo>
                <a:lnTo>
                  <a:pt x="53" y="176"/>
                </a:lnTo>
                <a:lnTo>
                  <a:pt x="53" y="175"/>
                </a:lnTo>
                <a:lnTo>
                  <a:pt x="53" y="174"/>
                </a:lnTo>
                <a:lnTo>
                  <a:pt x="53" y="173"/>
                </a:lnTo>
                <a:lnTo>
                  <a:pt x="54" y="173"/>
                </a:lnTo>
                <a:lnTo>
                  <a:pt x="54" y="172"/>
                </a:lnTo>
                <a:lnTo>
                  <a:pt x="53" y="172"/>
                </a:lnTo>
                <a:lnTo>
                  <a:pt x="52" y="172"/>
                </a:lnTo>
                <a:lnTo>
                  <a:pt x="50" y="172"/>
                </a:lnTo>
                <a:lnTo>
                  <a:pt x="49" y="171"/>
                </a:lnTo>
                <a:lnTo>
                  <a:pt x="49" y="172"/>
                </a:lnTo>
                <a:lnTo>
                  <a:pt x="48" y="172"/>
                </a:lnTo>
                <a:lnTo>
                  <a:pt x="48" y="171"/>
                </a:lnTo>
                <a:lnTo>
                  <a:pt x="47" y="171"/>
                </a:lnTo>
                <a:lnTo>
                  <a:pt x="47" y="170"/>
                </a:lnTo>
                <a:lnTo>
                  <a:pt x="47" y="169"/>
                </a:lnTo>
                <a:lnTo>
                  <a:pt x="47" y="168"/>
                </a:lnTo>
                <a:lnTo>
                  <a:pt x="47" y="167"/>
                </a:lnTo>
                <a:lnTo>
                  <a:pt x="47" y="166"/>
                </a:lnTo>
                <a:lnTo>
                  <a:pt x="46" y="166"/>
                </a:lnTo>
                <a:lnTo>
                  <a:pt x="46" y="167"/>
                </a:lnTo>
                <a:lnTo>
                  <a:pt x="46" y="166"/>
                </a:lnTo>
                <a:lnTo>
                  <a:pt x="45" y="165"/>
                </a:lnTo>
                <a:lnTo>
                  <a:pt x="44" y="165"/>
                </a:lnTo>
                <a:lnTo>
                  <a:pt x="44" y="164"/>
                </a:lnTo>
                <a:lnTo>
                  <a:pt x="43" y="164"/>
                </a:lnTo>
                <a:lnTo>
                  <a:pt x="42" y="164"/>
                </a:lnTo>
                <a:lnTo>
                  <a:pt x="42" y="163"/>
                </a:lnTo>
                <a:lnTo>
                  <a:pt x="42" y="162"/>
                </a:lnTo>
                <a:lnTo>
                  <a:pt x="41" y="162"/>
                </a:lnTo>
                <a:lnTo>
                  <a:pt x="41" y="161"/>
                </a:lnTo>
                <a:lnTo>
                  <a:pt x="40" y="161"/>
                </a:lnTo>
                <a:lnTo>
                  <a:pt x="39" y="161"/>
                </a:lnTo>
                <a:lnTo>
                  <a:pt x="39" y="160"/>
                </a:lnTo>
                <a:lnTo>
                  <a:pt x="38" y="160"/>
                </a:lnTo>
                <a:lnTo>
                  <a:pt x="37" y="159"/>
                </a:lnTo>
                <a:lnTo>
                  <a:pt x="38" y="159"/>
                </a:lnTo>
                <a:lnTo>
                  <a:pt x="37" y="158"/>
                </a:lnTo>
                <a:lnTo>
                  <a:pt x="37" y="157"/>
                </a:lnTo>
                <a:lnTo>
                  <a:pt x="35" y="157"/>
                </a:lnTo>
                <a:lnTo>
                  <a:pt x="35" y="158"/>
                </a:lnTo>
                <a:lnTo>
                  <a:pt x="34" y="156"/>
                </a:lnTo>
                <a:lnTo>
                  <a:pt x="33" y="156"/>
                </a:lnTo>
                <a:lnTo>
                  <a:pt x="33" y="155"/>
                </a:lnTo>
                <a:lnTo>
                  <a:pt x="34" y="154"/>
                </a:lnTo>
                <a:lnTo>
                  <a:pt x="36" y="154"/>
                </a:lnTo>
                <a:lnTo>
                  <a:pt x="37" y="154"/>
                </a:lnTo>
                <a:lnTo>
                  <a:pt x="39" y="155"/>
                </a:lnTo>
                <a:lnTo>
                  <a:pt x="39" y="154"/>
                </a:lnTo>
                <a:lnTo>
                  <a:pt x="38" y="154"/>
                </a:lnTo>
                <a:lnTo>
                  <a:pt x="38" y="153"/>
                </a:lnTo>
                <a:lnTo>
                  <a:pt x="38" y="152"/>
                </a:lnTo>
                <a:lnTo>
                  <a:pt x="39" y="152"/>
                </a:lnTo>
                <a:lnTo>
                  <a:pt x="40" y="151"/>
                </a:lnTo>
                <a:lnTo>
                  <a:pt x="41" y="150"/>
                </a:lnTo>
                <a:lnTo>
                  <a:pt x="41" y="148"/>
                </a:lnTo>
                <a:lnTo>
                  <a:pt x="42" y="148"/>
                </a:lnTo>
                <a:lnTo>
                  <a:pt x="43" y="148"/>
                </a:lnTo>
                <a:lnTo>
                  <a:pt x="43" y="147"/>
                </a:lnTo>
                <a:lnTo>
                  <a:pt x="44" y="147"/>
                </a:lnTo>
                <a:lnTo>
                  <a:pt x="45" y="147"/>
                </a:lnTo>
                <a:lnTo>
                  <a:pt x="45" y="148"/>
                </a:lnTo>
                <a:lnTo>
                  <a:pt x="46" y="148"/>
                </a:lnTo>
                <a:lnTo>
                  <a:pt x="46" y="147"/>
                </a:lnTo>
                <a:lnTo>
                  <a:pt x="47" y="147"/>
                </a:lnTo>
                <a:lnTo>
                  <a:pt x="48" y="147"/>
                </a:lnTo>
                <a:lnTo>
                  <a:pt x="49" y="147"/>
                </a:lnTo>
                <a:lnTo>
                  <a:pt x="49" y="146"/>
                </a:lnTo>
                <a:lnTo>
                  <a:pt x="49" y="145"/>
                </a:lnTo>
                <a:lnTo>
                  <a:pt x="49" y="144"/>
                </a:lnTo>
                <a:lnTo>
                  <a:pt x="50" y="143"/>
                </a:lnTo>
                <a:lnTo>
                  <a:pt x="50" y="142"/>
                </a:lnTo>
                <a:lnTo>
                  <a:pt x="50" y="141"/>
                </a:lnTo>
                <a:lnTo>
                  <a:pt x="50" y="140"/>
                </a:lnTo>
                <a:lnTo>
                  <a:pt x="49" y="140"/>
                </a:lnTo>
                <a:lnTo>
                  <a:pt x="49" y="139"/>
                </a:lnTo>
                <a:lnTo>
                  <a:pt x="48" y="138"/>
                </a:lnTo>
                <a:lnTo>
                  <a:pt x="47" y="138"/>
                </a:lnTo>
                <a:lnTo>
                  <a:pt x="47" y="139"/>
                </a:lnTo>
                <a:lnTo>
                  <a:pt x="46" y="141"/>
                </a:lnTo>
                <a:lnTo>
                  <a:pt x="46" y="139"/>
                </a:lnTo>
                <a:lnTo>
                  <a:pt x="45" y="139"/>
                </a:lnTo>
                <a:lnTo>
                  <a:pt x="45" y="138"/>
                </a:lnTo>
                <a:lnTo>
                  <a:pt x="45" y="137"/>
                </a:lnTo>
                <a:lnTo>
                  <a:pt x="45" y="136"/>
                </a:lnTo>
                <a:lnTo>
                  <a:pt x="44" y="136"/>
                </a:lnTo>
                <a:lnTo>
                  <a:pt x="43" y="135"/>
                </a:lnTo>
                <a:lnTo>
                  <a:pt x="42" y="136"/>
                </a:lnTo>
                <a:lnTo>
                  <a:pt x="41" y="135"/>
                </a:lnTo>
                <a:lnTo>
                  <a:pt x="41" y="134"/>
                </a:lnTo>
                <a:lnTo>
                  <a:pt x="40" y="134"/>
                </a:lnTo>
                <a:lnTo>
                  <a:pt x="40" y="133"/>
                </a:lnTo>
                <a:lnTo>
                  <a:pt x="41" y="132"/>
                </a:lnTo>
                <a:lnTo>
                  <a:pt x="42" y="132"/>
                </a:lnTo>
                <a:lnTo>
                  <a:pt x="42" y="131"/>
                </a:lnTo>
                <a:lnTo>
                  <a:pt x="42" y="130"/>
                </a:lnTo>
                <a:lnTo>
                  <a:pt x="43" y="129"/>
                </a:lnTo>
                <a:lnTo>
                  <a:pt x="43" y="128"/>
                </a:lnTo>
                <a:lnTo>
                  <a:pt x="43" y="127"/>
                </a:lnTo>
                <a:lnTo>
                  <a:pt x="43" y="126"/>
                </a:lnTo>
                <a:lnTo>
                  <a:pt x="44" y="125"/>
                </a:lnTo>
                <a:lnTo>
                  <a:pt x="43" y="125"/>
                </a:lnTo>
                <a:lnTo>
                  <a:pt x="42" y="125"/>
                </a:lnTo>
                <a:lnTo>
                  <a:pt x="42" y="124"/>
                </a:lnTo>
                <a:lnTo>
                  <a:pt x="41" y="124"/>
                </a:lnTo>
                <a:lnTo>
                  <a:pt x="40" y="124"/>
                </a:lnTo>
                <a:lnTo>
                  <a:pt x="39" y="124"/>
                </a:lnTo>
                <a:lnTo>
                  <a:pt x="38" y="123"/>
                </a:lnTo>
                <a:lnTo>
                  <a:pt x="37" y="123"/>
                </a:lnTo>
                <a:lnTo>
                  <a:pt x="38" y="122"/>
                </a:lnTo>
                <a:lnTo>
                  <a:pt x="38" y="121"/>
                </a:lnTo>
                <a:lnTo>
                  <a:pt x="39" y="121"/>
                </a:lnTo>
                <a:lnTo>
                  <a:pt x="39" y="120"/>
                </a:lnTo>
                <a:lnTo>
                  <a:pt x="40" y="120"/>
                </a:lnTo>
                <a:lnTo>
                  <a:pt x="41" y="120"/>
                </a:lnTo>
                <a:lnTo>
                  <a:pt x="42" y="119"/>
                </a:lnTo>
                <a:lnTo>
                  <a:pt x="42" y="118"/>
                </a:lnTo>
                <a:lnTo>
                  <a:pt x="42" y="117"/>
                </a:lnTo>
                <a:lnTo>
                  <a:pt x="42" y="116"/>
                </a:lnTo>
                <a:lnTo>
                  <a:pt x="43" y="116"/>
                </a:lnTo>
                <a:lnTo>
                  <a:pt x="44" y="116"/>
                </a:lnTo>
                <a:lnTo>
                  <a:pt x="45" y="116"/>
                </a:lnTo>
                <a:lnTo>
                  <a:pt x="45" y="115"/>
                </a:lnTo>
                <a:lnTo>
                  <a:pt x="46" y="115"/>
                </a:lnTo>
                <a:lnTo>
                  <a:pt x="47" y="114"/>
                </a:lnTo>
                <a:lnTo>
                  <a:pt x="48" y="113"/>
                </a:lnTo>
                <a:lnTo>
                  <a:pt x="49" y="113"/>
                </a:lnTo>
                <a:lnTo>
                  <a:pt x="49" y="112"/>
                </a:lnTo>
                <a:lnTo>
                  <a:pt x="51" y="112"/>
                </a:lnTo>
                <a:lnTo>
                  <a:pt x="52" y="112"/>
                </a:lnTo>
                <a:lnTo>
                  <a:pt x="52" y="111"/>
                </a:lnTo>
                <a:lnTo>
                  <a:pt x="53" y="111"/>
                </a:lnTo>
                <a:lnTo>
                  <a:pt x="53" y="112"/>
                </a:lnTo>
                <a:lnTo>
                  <a:pt x="54" y="112"/>
                </a:lnTo>
                <a:lnTo>
                  <a:pt x="54" y="111"/>
                </a:lnTo>
                <a:lnTo>
                  <a:pt x="55" y="111"/>
                </a:lnTo>
                <a:lnTo>
                  <a:pt x="56" y="111"/>
                </a:lnTo>
                <a:lnTo>
                  <a:pt x="57" y="111"/>
                </a:lnTo>
                <a:lnTo>
                  <a:pt x="58" y="110"/>
                </a:lnTo>
                <a:lnTo>
                  <a:pt x="59" y="110"/>
                </a:lnTo>
                <a:lnTo>
                  <a:pt x="60" y="111"/>
                </a:lnTo>
                <a:lnTo>
                  <a:pt x="61" y="111"/>
                </a:lnTo>
                <a:lnTo>
                  <a:pt x="62" y="111"/>
                </a:lnTo>
                <a:lnTo>
                  <a:pt x="63" y="112"/>
                </a:lnTo>
                <a:lnTo>
                  <a:pt x="65" y="112"/>
                </a:lnTo>
                <a:lnTo>
                  <a:pt x="67" y="112"/>
                </a:lnTo>
                <a:lnTo>
                  <a:pt x="67" y="113"/>
                </a:lnTo>
                <a:lnTo>
                  <a:pt x="68" y="113"/>
                </a:lnTo>
                <a:lnTo>
                  <a:pt x="69" y="113"/>
                </a:lnTo>
                <a:lnTo>
                  <a:pt x="70" y="113"/>
                </a:lnTo>
                <a:lnTo>
                  <a:pt x="70" y="110"/>
                </a:lnTo>
                <a:lnTo>
                  <a:pt x="69" y="108"/>
                </a:lnTo>
                <a:lnTo>
                  <a:pt x="69" y="107"/>
                </a:lnTo>
                <a:lnTo>
                  <a:pt x="69" y="106"/>
                </a:lnTo>
                <a:lnTo>
                  <a:pt x="70" y="104"/>
                </a:lnTo>
                <a:lnTo>
                  <a:pt x="70" y="103"/>
                </a:lnTo>
                <a:lnTo>
                  <a:pt x="69" y="103"/>
                </a:lnTo>
                <a:lnTo>
                  <a:pt x="69" y="102"/>
                </a:lnTo>
                <a:lnTo>
                  <a:pt x="70" y="102"/>
                </a:lnTo>
                <a:lnTo>
                  <a:pt x="72" y="102"/>
                </a:lnTo>
                <a:lnTo>
                  <a:pt x="72" y="101"/>
                </a:lnTo>
                <a:lnTo>
                  <a:pt x="70" y="99"/>
                </a:lnTo>
                <a:lnTo>
                  <a:pt x="69" y="97"/>
                </a:lnTo>
                <a:lnTo>
                  <a:pt x="69" y="96"/>
                </a:lnTo>
                <a:lnTo>
                  <a:pt x="68" y="96"/>
                </a:lnTo>
                <a:lnTo>
                  <a:pt x="68" y="95"/>
                </a:lnTo>
                <a:lnTo>
                  <a:pt x="68" y="94"/>
                </a:lnTo>
                <a:lnTo>
                  <a:pt x="69" y="94"/>
                </a:lnTo>
                <a:lnTo>
                  <a:pt x="70" y="94"/>
                </a:lnTo>
                <a:lnTo>
                  <a:pt x="70" y="93"/>
                </a:lnTo>
                <a:lnTo>
                  <a:pt x="70" y="92"/>
                </a:lnTo>
                <a:lnTo>
                  <a:pt x="69" y="91"/>
                </a:lnTo>
                <a:lnTo>
                  <a:pt x="68" y="90"/>
                </a:lnTo>
                <a:lnTo>
                  <a:pt x="68" y="89"/>
                </a:lnTo>
                <a:lnTo>
                  <a:pt x="68" y="88"/>
                </a:lnTo>
                <a:lnTo>
                  <a:pt x="67" y="87"/>
                </a:lnTo>
                <a:lnTo>
                  <a:pt x="68" y="87"/>
                </a:lnTo>
                <a:lnTo>
                  <a:pt x="67" y="86"/>
                </a:lnTo>
                <a:lnTo>
                  <a:pt x="67" y="85"/>
                </a:lnTo>
                <a:lnTo>
                  <a:pt x="67" y="84"/>
                </a:lnTo>
                <a:lnTo>
                  <a:pt x="68" y="83"/>
                </a:lnTo>
                <a:lnTo>
                  <a:pt x="69" y="83"/>
                </a:lnTo>
                <a:lnTo>
                  <a:pt x="69" y="82"/>
                </a:lnTo>
                <a:lnTo>
                  <a:pt x="70" y="82"/>
                </a:lnTo>
                <a:lnTo>
                  <a:pt x="71" y="81"/>
                </a:lnTo>
                <a:lnTo>
                  <a:pt x="71" y="80"/>
                </a:lnTo>
                <a:lnTo>
                  <a:pt x="72" y="79"/>
                </a:lnTo>
                <a:lnTo>
                  <a:pt x="73" y="79"/>
                </a:lnTo>
                <a:lnTo>
                  <a:pt x="74" y="79"/>
                </a:lnTo>
                <a:lnTo>
                  <a:pt x="74" y="78"/>
                </a:lnTo>
                <a:lnTo>
                  <a:pt x="74" y="77"/>
                </a:lnTo>
                <a:lnTo>
                  <a:pt x="75" y="77"/>
                </a:lnTo>
                <a:lnTo>
                  <a:pt x="75" y="76"/>
                </a:lnTo>
                <a:lnTo>
                  <a:pt x="76" y="76"/>
                </a:lnTo>
                <a:lnTo>
                  <a:pt x="76" y="75"/>
                </a:lnTo>
                <a:lnTo>
                  <a:pt x="76" y="74"/>
                </a:lnTo>
                <a:lnTo>
                  <a:pt x="77" y="74"/>
                </a:lnTo>
                <a:lnTo>
                  <a:pt x="78" y="73"/>
                </a:lnTo>
                <a:lnTo>
                  <a:pt x="78" y="72"/>
                </a:lnTo>
                <a:lnTo>
                  <a:pt x="79" y="72"/>
                </a:lnTo>
                <a:lnTo>
                  <a:pt x="79" y="71"/>
                </a:lnTo>
                <a:lnTo>
                  <a:pt x="78" y="71"/>
                </a:lnTo>
                <a:lnTo>
                  <a:pt x="78" y="70"/>
                </a:lnTo>
                <a:lnTo>
                  <a:pt x="79" y="70"/>
                </a:lnTo>
                <a:lnTo>
                  <a:pt x="80" y="71"/>
                </a:lnTo>
                <a:lnTo>
                  <a:pt x="80" y="70"/>
                </a:lnTo>
                <a:lnTo>
                  <a:pt x="81" y="70"/>
                </a:lnTo>
                <a:lnTo>
                  <a:pt x="81" y="69"/>
                </a:lnTo>
                <a:lnTo>
                  <a:pt x="80" y="69"/>
                </a:lnTo>
                <a:lnTo>
                  <a:pt x="80" y="68"/>
                </a:lnTo>
                <a:lnTo>
                  <a:pt x="81" y="68"/>
                </a:lnTo>
                <a:lnTo>
                  <a:pt x="82" y="68"/>
                </a:lnTo>
                <a:lnTo>
                  <a:pt x="83" y="68"/>
                </a:lnTo>
                <a:lnTo>
                  <a:pt x="84" y="68"/>
                </a:lnTo>
                <a:lnTo>
                  <a:pt x="85" y="68"/>
                </a:lnTo>
                <a:lnTo>
                  <a:pt x="86" y="69"/>
                </a:lnTo>
                <a:lnTo>
                  <a:pt x="87" y="69"/>
                </a:lnTo>
                <a:lnTo>
                  <a:pt x="88" y="69"/>
                </a:lnTo>
                <a:lnTo>
                  <a:pt x="91" y="68"/>
                </a:lnTo>
                <a:lnTo>
                  <a:pt x="92" y="68"/>
                </a:lnTo>
                <a:lnTo>
                  <a:pt x="92" y="67"/>
                </a:lnTo>
                <a:lnTo>
                  <a:pt x="93" y="67"/>
                </a:lnTo>
                <a:lnTo>
                  <a:pt x="93" y="66"/>
                </a:lnTo>
                <a:lnTo>
                  <a:pt x="94" y="66"/>
                </a:lnTo>
                <a:lnTo>
                  <a:pt x="95" y="66"/>
                </a:lnTo>
                <a:lnTo>
                  <a:pt x="95" y="65"/>
                </a:lnTo>
                <a:lnTo>
                  <a:pt x="94" y="64"/>
                </a:lnTo>
                <a:lnTo>
                  <a:pt x="93" y="64"/>
                </a:lnTo>
                <a:lnTo>
                  <a:pt x="93" y="63"/>
                </a:lnTo>
                <a:lnTo>
                  <a:pt x="92" y="63"/>
                </a:lnTo>
                <a:lnTo>
                  <a:pt x="92" y="62"/>
                </a:lnTo>
                <a:lnTo>
                  <a:pt x="93" y="62"/>
                </a:lnTo>
                <a:lnTo>
                  <a:pt x="92" y="61"/>
                </a:lnTo>
                <a:lnTo>
                  <a:pt x="91" y="61"/>
                </a:lnTo>
                <a:lnTo>
                  <a:pt x="91" y="60"/>
                </a:lnTo>
                <a:lnTo>
                  <a:pt x="91" y="59"/>
                </a:lnTo>
                <a:lnTo>
                  <a:pt x="92" y="59"/>
                </a:lnTo>
                <a:lnTo>
                  <a:pt x="92" y="58"/>
                </a:lnTo>
                <a:lnTo>
                  <a:pt x="92" y="57"/>
                </a:lnTo>
                <a:lnTo>
                  <a:pt x="93" y="57"/>
                </a:lnTo>
                <a:lnTo>
                  <a:pt x="94" y="56"/>
                </a:lnTo>
                <a:lnTo>
                  <a:pt x="94" y="55"/>
                </a:lnTo>
                <a:lnTo>
                  <a:pt x="94" y="54"/>
                </a:lnTo>
                <a:lnTo>
                  <a:pt x="95" y="54"/>
                </a:lnTo>
                <a:lnTo>
                  <a:pt x="95" y="53"/>
                </a:lnTo>
                <a:lnTo>
                  <a:pt x="95" y="52"/>
                </a:lnTo>
                <a:lnTo>
                  <a:pt x="95" y="51"/>
                </a:lnTo>
                <a:lnTo>
                  <a:pt x="96" y="51"/>
                </a:lnTo>
                <a:lnTo>
                  <a:pt x="98" y="51"/>
                </a:lnTo>
                <a:lnTo>
                  <a:pt x="99" y="51"/>
                </a:lnTo>
                <a:lnTo>
                  <a:pt x="99" y="50"/>
                </a:lnTo>
                <a:lnTo>
                  <a:pt x="100" y="50"/>
                </a:lnTo>
                <a:lnTo>
                  <a:pt x="101" y="50"/>
                </a:lnTo>
                <a:lnTo>
                  <a:pt x="102" y="50"/>
                </a:lnTo>
                <a:lnTo>
                  <a:pt x="103" y="50"/>
                </a:lnTo>
                <a:lnTo>
                  <a:pt x="104" y="50"/>
                </a:lnTo>
                <a:lnTo>
                  <a:pt x="105" y="51"/>
                </a:lnTo>
                <a:lnTo>
                  <a:pt x="106" y="51"/>
                </a:lnTo>
                <a:lnTo>
                  <a:pt x="106" y="52"/>
                </a:lnTo>
                <a:lnTo>
                  <a:pt x="107" y="52"/>
                </a:lnTo>
                <a:lnTo>
                  <a:pt x="108" y="52"/>
                </a:lnTo>
                <a:lnTo>
                  <a:pt x="109" y="51"/>
                </a:lnTo>
                <a:lnTo>
                  <a:pt x="110" y="51"/>
                </a:lnTo>
                <a:lnTo>
                  <a:pt x="111" y="51"/>
                </a:lnTo>
                <a:lnTo>
                  <a:pt x="112" y="51"/>
                </a:lnTo>
                <a:lnTo>
                  <a:pt x="113" y="51"/>
                </a:lnTo>
                <a:lnTo>
                  <a:pt x="115" y="51"/>
                </a:lnTo>
                <a:lnTo>
                  <a:pt x="117" y="51"/>
                </a:lnTo>
                <a:lnTo>
                  <a:pt x="118" y="51"/>
                </a:lnTo>
                <a:lnTo>
                  <a:pt x="119" y="51"/>
                </a:lnTo>
                <a:lnTo>
                  <a:pt x="119" y="50"/>
                </a:lnTo>
                <a:lnTo>
                  <a:pt x="120" y="50"/>
                </a:lnTo>
                <a:lnTo>
                  <a:pt x="120" y="49"/>
                </a:lnTo>
                <a:lnTo>
                  <a:pt x="120" y="48"/>
                </a:lnTo>
                <a:lnTo>
                  <a:pt x="123" y="48"/>
                </a:lnTo>
                <a:lnTo>
                  <a:pt x="124" y="48"/>
                </a:lnTo>
                <a:lnTo>
                  <a:pt x="123" y="49"/>
                </a:lnTo>
                <a:lnTo>
                  <a:pt x="124" y="49"/>
                </a:lnTo>
                <a:lnTo>
                  <a:pt x="124" y="50"/>
                </a:lnTo>
                <a:lnTo>
                  <a:pt x="125" y="51"/>
                </a:lnTo>
                <a:lnTo>
                  <a:pt x="125" y="52"/>
                </a:lnTo>
                <a:lnTo>
                  <a:pt x="127" y="53"/>
                </a:lnTo>
                <a:lnTo>
                  <a:pt x="127" y="54"/>
                </a:lnTo>
                <a:lnTo>
                  <a:pt x="126" y="54"/>
                </a:lnTo>
                <a:lnTo>
                  <a:pt x="126" y="55"/>
                </a:lnTo>
                <a:lnTo>
                  <a:pt x="127" y="56"/>
                </a:lnTo>
                <a:lnTo>
                  <a:pt x="127" y="58"/>
                </a:lnTo>
                <a:lnTo>
                  <a:pt x="128" y="59"/>
                </a:lnTo>
                <a:lnTo>
                  <a:pt x="129" y="59"/>
                </a:lnTo>
                <a:lnTo>
                  <a:pt x="129" y="60"/>
                </a:lnTo>
                <a:lnTo>
                  <a:pt x="129" y="61"/>
                </a:lnTo>
                <a:lnTo>
                  <a:pt x="128" y="61"/>
                </a:lnTo>
                <a:lnTo>
                  <a:pt x="130" y="62"/>
                </a:lnTo>
                <a:lnTo>
                  <a:pt x="131" y="63"/>
                </a:lnTo>
                <a:lnTo>
                  <a:pt x="132" y="65"/>
                </a:lnTo>
                <a:lnTo>
                  <a:pt x="132" y="66"/>
                </a:lnTo>
                <a:lnTo>
                  <a:pt x="131" y="66"/>
                </a:lnTo>
                <a:lnTo>
                  <a:pt x="132" y="67"/>
                </a:lnTo>
                <a:lnTo>
                  <a:pt x="132" y="68"/>
                </a:lnTo>
                <a:lnTo>
                  <a:pt x="133" y="69"/>
                </a:lnTo>
                <a:lnTo>
                  <a:pt x="133" y="70"/>
                </a:lnTo>
                <a:lnTo>
                  <a:pt x="132" y="70"/>
                </a:lnTo>
                <a:lnTo>
                  <a:pt x="132" y="71"/>
                </a:lnTo>
                <a:lnTo>
                  <a:pt x="132" y="72"/>
                </a:lnTo>
                <a:lnTo>
                  <a:pt x="131" y="72"/>
                </a:lnTo>
                <a:lnTo>
                  <a:pt x="132" y="72"/>
                </a:lnTo>
                <a:lnTo>
                  <a:pt x="132" y="73"/>
                </a:lnTo>
                <a:lnTo>
                  <a:pt x="132" y="74"/>
                </a:lnTo>
                <a:lnTo>
                  <a:pt x="131" y="75"/>
                </a:lnTo>
                <a:lnTo>
                  <a:pt x="132" y="75"/>
                </a:lnTo>
                <a:lnTo>
                  <a:pt x="131" y="76"/>
                </a:lnTo>
                <a:lnTo>
                  <a:pt x="132" y="78"/>
                </a:lnTo>
                <a:lnTo>
                  <a:pt x="133" y="78"/>
                </a:lnTo>
                <a:lnTo>
                  <a:pt x="134" y="78"/>
                </a:lnTo>
                <a:lnTo>
                  <a:pt x="134" y="79"/>
                </a:lnTo>
                <a:lnTo>
                  <a:pt x="133" y="79"/>
                </a:lnTo>
                <a:lnTo>
                  <a:pt x="133" y="80"/>
                </a:lnTo>
                <a:lnTo>
                  <a:pt x="132" y="80"/>
                </a:lnTo>
                <a:lnTo>
                  <a:pt x="132" y="81"/>
                </a:lnTo>
                <a:lnTo>
                  <a:pt x="131" y="82"/>
                </a:lnTo>
                <a:lnTo>
                  <a:pt x="129" y="82"/>
                </a:lnTo>
                <a:lnTo>
                  <a:pt x="128" y="82"/>
                </a:lnTo>
                <a:lnTo>
                  <a:pt x="127" y="82"/>
                </a:lnTo>
                <a:lnTo>
                  <a:pt x="127" y="83"/>
                </a:lnTo>
                <a:lnTo>
                  <a:pt x="128" y="84"/>
                </a:lnTo>
                <a:lnTo>
                  <a:pt x="128" y="85"/>
                </a:lnTo>
                <a:lnTo>
                  <a:pt x="129" y="85"/>
                </a:lnTo>
                <a:lnTo>
                  <a:pt x="130" y="85"/>
                </a:lnTo>
                <a:lnTo>
                  <a:pt x="130" y="88"/>
                </a:lnTo>
                <a:lnTo>
                  <a:pt x="130" y="89"/>
                </a:lnTo>
                <a:lnTo>
                  <a:pt x="130" y="92"/>
                </a:lnTo>
                <a:lnTo>
                  <a:pt x="130" y="94"/>
                </a:lnTo>
                <a:lnTo>
                  <a:pt x="130" y="95"/>
                </a:lnTo>
                <a:lnTo>
                  <a:pt x="131" y="96"/>
                </a:lnTo>
                <a:lnTo>
                  <a:pt x="131" y="97"/>
                </a:lnTo>
                <a:lnTo>
                  <a:pt x="130" y="97"/>
                </a:lnTo>
                <a:lnTo>
                  <a:pt x="130" y="100"/>
                </a:lnTo>
                <a:lnTo>
                  <a:pt x="130" y="101"/>
                </a:lnTo>
                <a:lnTo>
                  <a:pt x="129" y="101"/>
                </a:lnTo>
                <a:lnTo>
                  <a:pt x="128" y="102"/>
                </a:lnTo>
                <a:lnTo>
                  <a:pt x="127" y="103"/>
                </a:lnTo>
                <a:lnTo>
                  <a:pt x="127" y="104"/>
                </a:lnTo>
                <a:lnTo>
                  <a:pt x="128" y="104"/>
                </a:lnTo>
                <a:lnTo>
                  <a:pt x="128" y="103"/>
                </a:lnTo>
                <a:lnTo>
                  <a:pt x="129" y="103"/>
                </a:lnTo>
                <a:lnTo>
                  <a:pt x="131" y="103"/>
                </a:lnTo>
                <a:lnTo>
                  <a:pt x="132" y="103"/>
                </a:lnTo>
                <a:lnTo>
                  <a:pt x="133" y="103"/>
                </a:lnTo>
                <a:lnTo>
                  <a:pt x="134" y="103"/>
                </a:lnTo>
                <a:lnTo>
                  <a:pt x="135" y="103"/>
                </a:lnTo>
                <a:lnTo>
                  <a:pt x="136" y="103"/>
                </a:lnTo>
                <a:lnTo>
                  <a:pt x="137" y="103"/>
                </a:lnTo>
                <a:lnTo>
                  <a:pt x="138" y="103"/>
                </a:lnTo>
                <a:lnTo>
                  <a:pt x="139" y="103"/>
                </a:lnTo>
                <a:lnTo>
                  <a:pt x="140" y="103"/>
                </a:lnTo>
                <a:lnTo>
                  <a:pt x="141" y="103"/>
                </a:lnTo>
                <a:lnTo>
                  <a:pt x="143" y="104"/>
                </a:lnTo>
                <a:lnTo>
                  <a:pt x="142" y="104"/>
                </a:lnTo>
                <a:lnTo>
                  <a:pt x="143" y="104"/>
                </a:lnTo>
                <a:lnTo>
                  <a:pt x="144" y="104"/>
                </a:lnTo>
                <a:lnTo>
                  <a:pt x="145" y="104"/>
                </a:lnTo>
                <a:lnTo>
                  <a:pt x="146" y="103"/>
                </a:lnTo>
                <a:lnTo>
                  <a:pt x="147" y="103"/>
                </a:lnTo>
                <a:lnTo>
                  <a:pt x="147" y="102"/>
                </a:lnTo>
                <a:lnTo>
                  <a:pt x="148" y="102"/>
                </a:lnTo>
                <a:lnTo>
                  <a:pt x="149" y="102"/>
                </a:lnTo>
                <a:lnTo>
                  <a:pt x="149" y="103"/>
                </a:lnTo>
                <a:lnTo>
                  <a:pt x="150" y="103"/>
                </a:lnTo>
                <a:lnTo>
                  <a:pt x="151" y="102"/>
                </a:lnTo>
                <a:lnTo>
                  <a:pt x="152" y="102"/>
                </a:lnTo>
                <a:lnTo>
                  <a:pt x="152" y="103"/>
                </a:lnTo>
                <a:lnTo>
                  <a:pt x="153" y="103"/>
                </a:lnTo>
                <a:lnTo>
                  <a:pt x="153" y="104"/>
                </a:lnTo>
                <a:lnTo>
                  <a:pt x="155" y="104"/>
                </a:lnTo>
                <a:lnTo>
                  <a:pt x="157" y="104"/>
                </a:lnTo>
                <a:lnTo>
                  <a:pt x="158" y="104"/>
                </a:lnTo>
                <a:lnTo>
                  <a:pt x="158" y="106"/>
                </a:lnTo>
                <a:lnTo>
                  <a:pt x="157" y="107"/>
                </a:lnTo>
                <a:lnTo>
                  <a:pt x="158" y="107"/>
                </a:lnTo>
                <a:lnTo>
                  <a:pt x="160" y="106"/>
                </a:lnTo>
                <a:lnTo>
                  <a:pt x="161" y="106"/>
                </a:lnTo>
                <a:lnTo>
                  <a:pt x="162" y="106"/>
                </a:lnTo>
                <a:lnTo>
                  <a:pt x="163" y="106"/>
                </a:lnTo>
                <a:lnTo>
                  <a:pt x="163" y="105"/>
                </a:lnTo>
                <a:lnTo>
                  <a:pt x="163" y="104"/>
                </a:lnTo>
                <a:lnTo>
                  <a:pt x="163" y="103"/>
                </a:lnTo>
                <a:lnTo>
                  <a:pt x="163" y="102"/>
                </a:lnTo>
                <a:lnTo>
                  <a:pt x="164" y="102"/>
                </a:lnTo>
                <a:lnTo>
                  <a:pt x="165" y="102"/>
                </a:lnTo>
                <a:lnTo>
                  <a:pt x="166" y="103"/>
                </a:lnTo>
                <a:lnTo>
                  <a:pt x="167" y="104"/>
                </a:lnTo>
                <a:lnTo>
                  <a:pt x="167" y="105"/>
                </a:lnTo>
                <a:lnTo>
                  <a:pt x="169" y="105"/>
                </a:lnTo>
                <a:lnTo>
                  <a:pt x="170" y="105"/>
                </a:lnTo>
                <a:lnTo>
                  <a:pt x="172" y="105"/>
                </a:lnTo>
                <a:lnTo>
                  <a:pt x="172" y="104"/>
                </a:lnTo>
                <a:lnTo>
                  <a:pt x="173" y="104"/>
                </a:lnTo>
                <a:lnTo>
                  <a:pt x="173" y="103"/>
                </a:lnTo>
                <a:lnTo>
                  <a:pt x="172" y="103"/>
                </a:lnTo>
                <a:lnTo>
                  <a:pt x="171" y="102"/>
                </a:lnTo>
                <a:lnTo>
                  <a:pt x="171" y="101"/>
                </a:lnTo>
                <a:lnTo>
                  <a:pt x="170" y="100"/>
                </a:lnTo>
                <a:lnTo>
                  <a:pt x="171" y="99"/>
                </a:lnTo>
                <a:lnTo>
                  <a:pt x="172" y="98"/>
                </a:lnTo>
                <a:lnTo>
                  <a:pt x="172" y="97"/>
                </a:lnTo>
                <a:lnTo>
                  <a:pt x="171" y="97"/>
                </a:lnTo>
                <a:lnTo>
                  <a:pt x="170" y="97"/>
                </a:lnTo>
                <a:lnTo>
                  <a:pt x="169" y="96"/>
                </a:lnTo>
                <a:lnTo>
                  <a:pt x="168" y="95"/>
                </a:lnTo>
                <a:lnTo>
                  <a:pt x="167" y="94"/>
                </a:lnTo>
                <a:lnTo>
                  <a:pt x="168" y="93"/>
                </a:lnTo>
                <a:lnTo>
                  <a:pt x="169" y="93"/>
                </a:lnTo>
                <a:lnTo>
                  <a:pt x="170" y="93"/>
                </a:lnTo>
                <a:lnTo>
                  <a:pt x="171" y="92"/>
                </a:lnTo>
                <a:lnTo>
                  <a:pt x="172" y="92"/>
                </a:lnTo>
                <a:lnTo>
                  <a:pt x="175" y="91"/>
                </a:lnTo>
                <a:lnTo>
                  <a:pt x="177" y="91"/>
                </a:lnTo>
                <a:lnTo>
                  <a:pt x="177" y="90"/>
                </a:lnTo>
                <a:lnTo>
                  <a:pt x="178" y="90"/>
                </a:lnTo>
                <a:lnTo>
                  <a:pt x="179" y="90"/>
                </a:lnTo>
                <a:lnTo>
                  <a:pt x="179" y="89"/>
                </a:lnTo>
                <a:lnTo>
                  <a:pt x="180" y="89"/>
                </a:lnTo>
                <a:lnTo>
                  <a:pt x="181" y="89"/>
                </a:lnTo>
                <a:lnTo>
                  <a:pt x="183" y="88"/>
                </a:lnTo>
                <a:lnTo>
                  <a:pt x="184" y="88"/>
                </a:lnTo>
                <a:lnTo>
                  <a:pt x="185" y="88"/>
                </a:lnTo>
                <a:lnTo>
                  <a:pt x="185" y="87"/>
                </a:lnTo>
                <a:lnTo>
                  <a:pt x="187" y="87"/>
                </a:lnTo>
                <a:lnTo>
                  <a:pt x="189" y="86"/>
                </a:lnTo>
                <a:lnTo>
                  <a:pt x="189" y="85"/>
                </a:lnTo>
                <a:lnTo>
                  <a:pt x="190" y="85"/>
                </a:lnTo>
                <a:lnTo>
                  <a:pt x="190" y="84"/>
                </a:lnTo>
                <a:lnTo>
                  <a:pt x="191" y="85"/>
                </a:lnTo>
                <a:lnTo>
                  <a:pt x="191" y="84"/>
                </a:lnTo>
                <a:lnTo>
                  <a:pt x="193" y="83"/>
                </a:lnTo>
                <a:lnTo>
                  <a:pt x="194" y="82"/>
                </a:lnTo>
                <a:lnTo>
                  <a:pt x="195" y="82"/>
                </a:lnTo>
                <a:lnTo>
                  <a:pt x="197" y="81"/>
                </a:lnTo>
                <a:lnTo>
                  <a:pt x="198" y="81"/>
                </a:lnTo>
                <a:lnTo>
                  <a:pt x="199" y="80"/>
                </a:lnTo>
                <a:lnTo>
                  <a:pt x="202" y="78"/>
                </a:lnTo>
                <a:lnTo>
                  <a:pt x="203" y="77"/>
                </a:lnTo>
                <a:lnTo>
                  <a:pt x="204" y="76"/>
                </a:lnTo>
                <a:lnTo>
                  <a:pt x="205" y="76"/>
                </a:lnTo>
                <a:lnTo>
                  <a:pt x="205" y="75"/>
                </a:lnTo>
                <a:lnTo>
                  <a:pt x="205" y="74"/>
                </a:lnTo>
                <a:lnTo>
                  <a:pt x="206" y="74"/>
                </a:lnTo>
                <a:lnTo>
                  <a:pt x="207" y="74"/>
                </a:lnTo>
                <a:lnTo>
                  <a:pt x="207" y="75"/>
                </a:lnTo>
                <a:lnTo>
                  <a:pt x="208" y="75"/>
                </a:lnTo>
                <a:lnTo>
                  <a:pt x="209" y="75"/>
                </a:lnTo>
                <a:lnTo>
                  <a:pt x="210" y="73"/>
                </a:lnTo>
                <a:lnTo>
                  <a:pt x="211" y="73"/>
                </a:lnTo>
                <a:lnTo>
                  <a:pt x="211" y="72"/>
                </a:lnTo>
                <a:lnTo>
                  <a:pt x="212" y="72"/>
                </a:lnTo>
                <a:lnTo>
                  <a:pt x="213" y="72"/>
                </a:lnTo>
                <a:lnTo>
                  <a:pt x="213" y="71"/>
                </a:lnTo>
                <a:lnTo>
                  <a:pt x="214" y="70"/>
                </a:lnTo>
                <a:lnTo>
                  <a:pt x="215" y="69"/>
                </a:lnTo>
                <a:lnTo>
                  <a:pt x="216" y="70"/>
                </a:lnTo>
                <a:lnTo>
                  <a:pt x="217" y="70"/>
                </a:lnTo>
                <a:lnTo>
                  <a:pt x="218" y="70"/>
                </a:lnTo>
                <a:lnTo>
                  <a:pt x="219" y="70"/>
                </a:lnTo>
                <a:lnTo>
                  <a:pt x="219" y="69"/>
                </a:lnTo>
                <a:lnTo>
                  <a:pt x="221" y="69"/>
                </a:lnTo>
                <a:lnTo>
                  <a:pt x="221" y="68"/>
                </a:lnTo>
                <a:lnTo>
                  <a:pt x="222" y="68"/>
                </a:lnTo>
                <a:lnTo>
                  <a:pt x="222" y="69"/>
                </a:lnTo>
                <a:lnTo>
                  <a:pt x="223" y="70"/>
                </a:lnTo>
                <a:lnTo>
                  <a:pt x="223" y="71"/>
                </a:lnTo>
                <a:lnTo>
                  <a:pt x="223" y="72"/>
                </a:lnTo>
                <a:lnTo>
                  <a:pt x="224" y="72"/>
                </a:lnTo>
                <a:lnTo>
                  <a:pt x="224" y="73"/>
                </a:lnTo>
                <a:lnTo>
                  <a:pt x="224" y="74"/>
                </a:lnTo>
                <a:lnTo>
                  <a:pt x="225" y="74"/>
                </a:lnTo>
                <a:lnTo>
                  <a:pt x="225" y="75"/>
                </a:lnTo>
                <a:lnTo>
                  <a:pt x="225" y="76"/>
                </a:lnTo>
                <a:lnTo>
                  <a:pt x="226" y="76"/>
                </a:lnTo>
                <a:lnTo>
                  <a:pt x="226" y="77"/>
                </a:lnTo>
                <a:lnTo>
                  <a:pt x="227" y="77"/>
                </a:lnTo>
                <a:lnTo>
                  <a:pt x="227" y="78"/>
                </a:lnTo>
                <a:lnTo>
                  <a:pt x="229" y="81"/>
                </a:lnTo>
                <a:lnTo>
                  <a:pt x="230" y="81"/>
                </a:lnTo>
                <a:lnTo>
                  <a:pt x="229" y="81"/>
                </a:lnTo>
                <a:lnTo>
                  <a:pt x="229" y="82"/>
                </a:lnTo>
                <a:lnTo>
                  <a:pt x="229" y="83"/>
                </a:lnTo>
                <a:lnTo>
                  <a:pt x="230" y="83"/>
                </a:lnTo>
                <a:lnTo>
                  <a:pt x="230" y="84"/>
                </a:lnTo>
                <a:lnTo>
                  <a:pt x="230" y="85"/>
                </a:lnTo>
                <a:lnTo>
                  <a:pt x="231" y="86"/>
                </a:lnTo>
                <a:lnTo>
                  <a:pt x="232" y="86"/>
                </a:lnTo>
                <a:lnTo>
                  <a:pt x="233" y="85"/>
                </a:lnTo>
                <a:lnTo>
                  <a:pt x="234" y="85"/>
                </a:lnTo>
                <a:lnTo>
                  <a:pt x="237" y="86"/>
                </a:lnTo>
                <a:lnTo>
                  <a:pt x="238" y="86"/>
                </a:lnTo>
                <a:lnTo>
                  <a:pt x="239" y="85"/>
                </a:lnTo>
                <a:lnTo>
                  <a:pt x="240" y="84"/>
                </a:lnTo>
                <a:lnTo>
                  <a:pt x="241" y="83"/>
                </a:lnTo>
                <a:lnTo>
                  <a:pt x="241" y="82"/>
                </a:lnTo>
                <a:lnTo>
                  <a:pt x="240" y="82"/>
                </a:lnTo>
                <a:lnTo>
                  <a:pt x="240" y="81"/>
                </a:lnTo>
                <a:lnTo>
                  <a:pt x="239" y="81"/>
                </a:lnTo>
                <a:lnTo>
                  <a:pt x="239" y="80"/>
                </a:lnTo>
                <a:lnTo>
                  <a:pt x="239" y="79"/>
                </a:lnTo>
                <a:lnTo>
                  <a:pt x="239" y="78"/>
                </a:lnTo>
                <a:lnTo>
                  <a:pt x="241" y="77"/>
                </a:lnTo>
                <a:lnTo>
                  <a:pt x="242" y="76"/>
                </a:lnTo>
                <a:lnTo>
                  <a:pt x="242" y="77"/>
                </a:lnTo>
                <a:lnTo>
                  <a:pt x="243" y="77"/>
                </a:lnTo>
                <a:lnTo>
                  <a:pt x="244" y="77"/>
                </a:lnTo>
                <a:lnTo>
                  <a:pt x="245" y="76"/>
                </a:lnTo>
                <a:lnTo>
                  <a:pt x="246" y="77"/>
                </a:lnTo>
                <a:lnTo>
                  <a:pt x="247" y="77"/>
                </a:lnTo>
                <a:lnTo>
                  <a:pt x="248" y="76"/>
                </a:lnTo>
                <a:lnTo>
                  <a:pt x="248" y="75"/>
                </a:lnTo>
                <a:lnTo>
                  <a:pt x="248" y="74"/>
                </a:lnTo>
                <a:lnTo>
                  <a:pt x="249" y="74"/>
                </a:lnTo>
                <a:lnTo>
                  <a:pt x="249" y="73"/>
                </a:lnTo>
                <a:lnTo>
                  <a:pt x="249" y="72"/>
                </a:lnTo>
                <a:lnTo>
                  <a:pt x="250" y="71"/>
                </a:lnTo>
                <a:lnTo>
                  <a:pt x="250" y="70"/>
                </a:lnTo>
                <a:lnTo>
                  <a:pt x="249" y="70"/>
                </a:lnTo>
                <a:lnTo>
                  <a:pt x="250" y="70"/>
                </a:lnTo>
                <a:lnTo>
                  <a:pt x="250" y="69"/>
                </a:lnTo>
                <a:lnTo>
                  <a:pt x="251" y="69"/>
                </a:lnTo>
                <a:lnTo>
                  <a:pt x="252" y="69"/>
                </a:lnTo>
                <a:lnTo>
                  <a:pt x="252" y="68"/>
                </a:lnTo>
                <a:lnTo>
                  <a:pt x="253" y="68"/>
                </a:lnTo>
                <a:lnTo>
                  <a:pt x="254" y="68"/>
                </a:lnTo>
                <a:lnTo>
                  <a:pt x="254" y="67"/>
                </a:lnTo>
                <a:lnTo>
                  <a:pt x="255" y="67"/>
                </a:lnTo>
                <a:lnTo>
                  <a:pt x="255" y="66"/>
                </a:lnTo>
                <a:lnTo>
                  <a:pt x="256" y="66"/>
                </a:lnTo>
                <a:lnTo>
                  <a:pt x="257" y="66"/>
                </a:lnTo>
                <a:lnTo>
                  <a:pt x="257" y="65"/>
                </a:lnTo>
                <a:lnTo>
                  <a:pt x="257" y="64"/>
                </a:lnTo>
                <a:lnTo>
                  <a:pt x="258" y="63"/>
                </a:lnTo>
                <a:lnTo>
                  <a:pt x="259" y="63"/>
                </a:lnTo>
                <a:lnTo>
                  <a:pt x="259" y="62"/>
                </a:lnTo>
                <a:lnTo>
                  <a:pt x="260" y="62"/>
                </a:lnTo>
                <a:lnTo>
                  <a:pt x="261" y="62"/>
                </a:lnTo>
                <a:lnTo>
                  <a:pt x="263" y="62"/>
                </a:lnTo>
                <a:lnTo>
                  <a:pt x="264" y="62"/>
                </a:lnTo>
                <a:lnTo>
                  <a:pt x="264" y="63"/>
                </a:lnTo>
                <a:lnTo>
                  <a:pt x="265" y="63"/>
                </a:lnTo>
                <a:lnTo>
                  <a:pt x="266" y="63"/>
                </a:lnTo>
                <a:lnTo>
                  <a:pt x="267" y="64"/>
                </a:lnTo>
                <a:lnTo>
                  <a:pt x="267" y="65"/>
                </a:lnTo>
                <a:lnTo>
                  <a:pt x="267" y="66"/>
                </a:lnTo>
                <a:lnTo>
                  <a:pt x="267" y="67"/>
                </a:lnTo>
                <a:lnTo>
                  <a:pt x="265" y="68"/>
                </a:lnTo>
                <a:lnTo>
                  <a:pt x="264" y="68"/>
                </a:lnTo>
                <a:lnTo>
                  <a:pt x="264" y="69"/>
                </a:lnTo>
                <a:lnTo>
                  <a:pt x="265" y="69"/>
                </a:lnTo>
                <a:lnTo>
                  <a:pt x="266" y="69"/>
                </a:lnTo>
                <a:lnTo>
                  <a:pt x="267" y="69"/>
                </a:lnTo>
                <a:lnTo>
                  <a:pt x="268" y="69"/>
                </a:lnTo>
                <a:lnTo>
                  <a:pt x="270" y="68"/>
                </a:lnTo>
                <a:lnTo>
                  <a:pt x="271" y="68"/>
                </a:lnTo>
                <a:lnTo>
                  <a:pt x="272" y="67"/>
                </a:lnTo>
                <a:lnTo>
                  <a:pt x="273" y="66"/>
                </a:lnTo>
                <a:lnTo>
                  <a:pt x="273" y="65"/>
                </a:lnTo>
                <a:lnTo>
                  <a:pt x="274" y="65"/>
                </a:lnTo>
                <a:lnTo>
                  <a:pt x="275" y="65"/>
                </a:lnTo>
                <a:lnTo>
                  <a:pt x="276" y="66"/>
                </a:lnTo>
                <a:lnTo>
                  <a:pt x="276" y="67"/>
                </a:lnTo>
                <a:lnTo>
                  <a:pt x="277" y="67"/>
                </a:lnTo>
                <a:lnTo>
                  <a:pt x="277" y="68"/>
                </a:lnTo>
                <a:lnTo>
                  <a:pt x="278" y="68"/>
                </a:lnTo>
                <a:lnTo>
                  <a:pt x="277" y="68"/>
                </a:lnTo>
                <a:lnTo>
                  <a:pt x="277" y="69"/>
                </a:lnTo>
                <a:lnTo>
                  <a:pt x="278" y="70"/>
                </a:lnTo>
                <a:lnTo>
                  <a:pt x="279" y="70"/>
                </a:lnTo>
                <a:lnTo>
                  <a:pt x="280" y="70"/>
                </a:lnTo>
                <a:lnTo>
                  <a:pt x="281" y="70"/>
                </a:lnTo>
                <a:lnTo>
                  <a:pt x="281" y="71"/>
                </a:lnTo>
                <a:lnTo>
                  <a:pt x="282" y="71"/>
                </a:lnTo>
                <a:lnTo>
                  <a:pt x="283" y="70"/>
                </a:lnTo>
                <a:lnTo>
                  <a:pt x="282" y="70"/>
                </a:lnTo>
                <a:lnTo>
                  <a:pt x="283" y="70"/>
                </a:lnTo>
                <a:lnTo>
                  <a:pt x="284" y="70"/>
                </a:lnTo>
                <a:lnTo>
                  <a:pt x="285" y="70"/>
                </a:lnTo>
                <a:lnTo>
                  <a:pt x="286" y="70"/>
                </a:lnTo>
                <a:lnTo>
                  <a:pt x="287" y="70"/>
                </a:lnTo>
                <a:lnTo>
                  <a:pt x="288" y="70"/>
                </a:lnTo>
                <a:lnTo>
                  <a:pt x="288" y="69"/>
                </a:lnTo>
                <a:lnTo>
                  <a:pt x="289" y="69"/>
                </a:lnTo>
                <a:lnTo>
                  <a:pt x="290" y="69"/>
                </a:lnTo>
                <a:lnTo>
                  <a:pt x="292" y="69"/>
                </a:lnTo>
                <a:lnTo>
                  <a:pt x="292" y="68"/>
                </a:lnTo>
                <a:lnTo>
                  <a:pt x="295" y="68"/>
                </a:lnTo>
                <a:lnTo>
                  <a:pt x="295" y="67"/>
                </a:lnTo>
                <a:lnTo>
                  <a:pt x="296" y="66"/>
                </a:lnTo>
                <a:lnTo>
                  <a:pt x="296" y="65"/>
                </a:lnTo>
                <a:lnTo>
                  <a:pt x="299" y="64"/>
                </a:lnTo>
                <a:lnTo>
                  <a:pt x="300" y="64"/>
                </a:lnTo>
                <a:lnTo>
                  <a:pt x="300" y="65"/>
                </a:lnTo>
                <a:lnTo>
                  <a:pt x="301" y="66"/>
                </a:lnTo>
                <a:lnTo>
                  <a:pt x="305" y="64"/>
                </a:lnTo>
                <a:lnTo>
                  <a:pt x="306" y="64"/>
                </a:lnTo>
                <a:lnTo>
                  <a:pt x="306" y="63"/>
                </a:lnTo>
                <a:lnTo>
                  <a:pt x="307" y="63"/>
                </a:lnTo>
                <a:lnTo>
                  <a:pt x="308" y="63"/>
                </a:lnTo>
                <a:lnTo>
                  <a:pt x="309" y="62"/>
                </a:lnTo>
                <a:lnTo>
                  <a:pt x="310" y="61"/>
                </a:lnTo>
                <a:lnTo>
                  <a:pt x="310" y="60"/>
                </a:lnTo>
                <a:lnTo>
                  <a:pt x="310" y="58"/>
                </a:lnTo>
                <a:lnTo>
                  <a:pt x="310" y="57"/>
                </a:lnTo>
                <a:lnTo>
                  <a:pt x="310" y="56"/>
                </a:lnTo>
                <a:lnTo>
                  <a:pt x="309" y="56"/>
                </a:lnTo>
                <a:lnTo>
                  <a:pt x="310" y="55"/>
                </a:lnTo>
                <a:lnTo>
                  <a:pt x="310" y="54"/>
                </a:lnTo>
                <a:lnTo>
                  <a:pt x="311" y="53"/>
                </a:lnTo>
                <a:lnTo>
                  <a:pt x="311" y="52"/>
                </a:lnTo>
                <a:lnTo>
                  <a:pt x="310" y="52"/>
                </a:lnTo>
                <a:lnTo>
                  <a:pt x="310" y="51"/>
                </a:lnTo>
                <a:lnTo>
                  <a:pt x="309" y="51"/>
                </a:lnTo>
                <a:lnTo>
                  <a:pt x="309" y="50"/>
                </a:lnTo>
                <a:lnTo>
                  <a:pt x="308" y="50"/>
                </a:lnTo>
                <a:lnTo>
                  <a:pt x="308" y="49"/>
                </a:lnTo>
                <a:lnTo>
                  <a:pt x="307" y="48"/>
                </a:lnTo>
                <a:lnTo>
                  <a:pt x="307" y="47"/>
                </a:lnTo>
                <a:lnTo>
                  <a:pt x="305" y="47"/>
                </a:lnTo>
                <a:lnTo>
                  <a:pt x="304" y="47"/>
                </a:lnTo>
                <a:lnTo>
                  <a:pt x="303" y="45"/>
                </a:lnTo>
                <a:lnTo>
                  <a:pt x="302" y="44"/>
                </a:lnTo>
                <a:lnTo>
                  <a:pt x="302" y="43"/>
                </a:lnTo>
                <a:lnTo>
                  <a:pt x="301" y="43"/>
                </a:lnTo>
                <a:lnTo>
                  <a:pt x="301" y="42"/>
                </a:lnTo>
                <a:lnTo>
                  <a:pt x="302" y="42"/>
                </a:lnTo>
                <a:lnTo>
                  <a:pt x="303" y="42"/>
                </a:lnTo>
                <a:lnTo>
                  <a:pt x="304" y="43"/>
                </a:lnTo>
                <a:lnTo>
                  <a:pt x="305" y="43"/>
                </a:lnTo>
                <a:lnTo>
                  <a:pt x="306" y="43"/>
                </a:lnTo>
                <a:lnTo>
                  <a:pt x="307" y="43"/>
                </a:lnTo>
                <a:lnTo>
                  <a:pt x="308" y="44"/>
                </a:lnTo>
                <a:lnTo>
                  <a:pt x="309" y="44"/>
                </a:lnTo>
                <a:lnTo>
                  <a:pt x="309" y="43"/>
                </a:lnTo>
                <a:lnTo>
                  <a:pt x="310" y="43"/>
                </a:lnTo>
                <a:lnTo>
                  <a:pt x="311" y="44"/>
                </a:lnTo>
                <a:lnTo>
                  <a:pt x="312" y="44"/>
                </a:lnTo>
                <a:lnTo>
                  <a:pt x="313" y="43"/>
                </a:lnTo>
                <a:lnTo>
                  <a:pt x="314" y="42"/>
                </a:lnTo>
                <a:lnTo>
                  <a:pt x="313" y="41"/>
                </a:lnTo>
                <a:lnTo>
                  <a:pt x="313" y="40"/>
                </a:lnTo>
                <a:lnTo>
                  <a:pt x="313" y="39"/>
                </a:lnTo>
                <a:lnTo>
                  <a:pt x="312" y="39"/>
                </a:lnTo>
                <a:lnTo>
                  <a:pt x="312" y="38"/>
                </a:lnTo>
                <a:lnTo>
                  <a:pt x="312" y="37"/>
                </a:lnTo>
                <a:lnTo>
                  <a:pt x="312" y="36"/>
                </a:lnTo>
                <a:lnTo>
                  <a:pt x="312" y="34"/>
                </a:lnTo>
                <a:lnTo>
                  <a:pt x="312" y="32"/>
                </a:lnTo>
                <a:lnTo>
                  <a:pt x="311" y="31"/>
                </a:lnTo>
                <a:lnTo>
                  <a:pt x="311" y="29"/>
                </a:lnTo>
                <a:lnTo>
                  <a:pt x="310" y="29"/>
                </a:lnTo>
                <a:lnTo>
                  <a:pt x="310" y="27"/>
                </a:lnTo>
                <a:lnTo>
                  <a:pt x="310" y="26"/>
                </a:lnTo>
                <a:lnTo>
                  <a:pt x="310" y="25"/>
                </a:lnTo>
                <a:lnTo>
                  <a:pt x="311" y="25"/>
                </a:lnTo>
                <a:lnTo>
                  <a:pt x="311" y="24"/>
                </a:lnTo>
                <a:lnTo>
                  <a:pt x="311" y="23"/>
                </a:lnTo>
                <a:lnTo>
                  <a:pt x="312" y="23"/>
                </a:lnTo>
                <a:lnTo>
                  <a:pt x="314" y="22"/>
                </a:lnTo>
                <a:lnTo>
                  <a:pt x="315" y="21"/>
                </a:lnTo>
                <a:lnTo>
                  <a:pt x="316" y="20"/>
                </a:lnTo>
                <a:lnTo>
                  <a:pt x="318" y="19"/>
                </a:lnTo>
                <a:lnTo>
                  <a:pt x="319" y="19"/>
                </a:lnTo>
                <a:lnTo>
                  <a:pt x="319" y="20"/>
                </a:lnTo>
                <a:lnTo>
                  <a:pt x="320" y="20"/>
                </a:lnTo>
                <a:lnTo>
                  <a:pt x="320" y="19"/>
                </a:lnTo>
                <a:lnTo>
                  <a:pt x="321" y="19"/>
                </a:lnTo>
                <a:lnTo>
                  <a:pt x="321" y="18"/>
                </a:lnTo>
                <a:lnTo>
                  <a:pt x="321" y="17"/>
                </a:lnTo>
                <a:lnTo>
                  <a:pt x="322" y="16"/>
                </a:lnTo>
                <a:lnTo>
                  <a:pt x="323" y="16"/>
                </a:lnTo>
                <a:lnTo>
                  <a:pt x="324" y="16"/>
                </a:lnTo>
                <a:lnTo>
                  <a:pt x="325" y="17"/>
                </a:lnTo>
                <a:lnTo>
                  <a:pt x="327" y="16"/>
                </a:lnTo>
                <a:lnTo>
                  <a:pt x="328" y="16"/>
                </a:lnTo>
                <a:lnTo>
                  <a:pt x="328" y="15"/>
                </a:lnTo>
                <a:lnTo>
                  <a:pt x="328" y="14"/>
                </a:lnTo>
                <a:lnTo>
                  <a:pt x="329" y="14"/>
                </a:lnTo>
                <a:lnTo>
                  <a:pt x="330" y="14"/>
                </a:lnTo>
                <a:lnTo>
                  <a:pt x="331" y="15"/>
                </a:lnTo>
                <a:lnTo>
                  <a:pt x="332" y="15"/>
                </a:lnTo>
                <a:lnTo>
                  <a:pt x="334" y="15"/>
                </a:lnTo>
                <a:lnTo>
                  <a:pt x="335" y="16"/>
                </a:lnTo>
                <a:lnTo>
                  <a:pt x="336" y="16"/>
                </a:lnTo>
                <a:lnTo>
                  <a:pt x="338" y="15"/>
                </a:lnTo>
                <a:lnTo>
                  <a:pt x="340" y="15"/>
                </a:lnTo>
                <a:lnTo>
                  <a:pt x="342" y="15"/>
                </a:lnTo>
                <a:lnTo>
                  <a:pt x="344" y="15"/>
                </a:lnTo>
                <a:lnTo>
                  <a:pt x="344" y="14"/>
                </a:lnTo>
                <a:lnTo>
                  <a:pt x="345" y="14"/>
                </a:lnTo>
                <a:lnTo>
                  <a:pt x="346" y="14"/>
                </a:lnTo>
                <a:lnTo>
                  <a:pt x="347" y="15"/>
                </a:lnTo>
                <a:lnTo>
                  <a:pt x="348" y="15"/>
                </a:lnTo>
                <a:lnTo>
                  <a:pt x="349" y="15"/>
                </a:lnTo>
                <a:lnTo>
                  <a:pt x="350" y="15"/>
                </a:lnTo>
                <a:lnTo>
                  <a:pt x="349" y="16"/>
                </a:lnTo>
                <a:lnTo>
                  <a:pt x="350" y="16"/>
                </a:lnTo>
                <a:lnTo>
                  <a:pt x="351" y="16"/>
                </a:lnTo>
                <a:lnTo>
                  <a:pt x="352" y="16"/>
                </a:lnTo>
                <a:lnTo>
                  <a:pt x="355" y="16"/>
                </a:lnTo>
                <a:lnTo>
                  <a:pt x="356" y="15"/>
                </a:lnTo>
                <a:lnTo>
                  <a:pt x="357" y="15"/>
                </a:lnTo>
                <a:lnTo>
                  <a:pt x="358" y="15"/>
                </a:lnTo>
                <a:lnTo>
                  <a:pt x="358" y="14"/>
                </a:lnTo>
                <a:lnTo>
                  <a:pt x="357" y="14"/>
                </a:lnTo>
                <a:lnTo>
                  <a:pt x="357" y="13"/>
                </a:lnTo>
                <a:lnTo>
                  <a:pt x="358" y="13"/>
                </a:lnTo>
                <a:lnTo>
                  <a:pt x="358" y="12"/>
                </a:lnTo>
                <a:lnTo>
                  <a:pt x="358" y="11"/>
                </a:lnTo>
                <a:lnTo>
                  <a:pt x="358" y="10"/>
                </a:lnTo>
                <a:lnTo>
                  <a:pt x="357" y="10"/>
                </a:lnTo>
                <a:lnTo>
                  <a:pt x="356" y="10"/>
                </a:lnTo>
                <a:lnTo>
                  <a:pt x="355" y="10"/>
                </a:lnTo>
                <a:lnTo>
                  <a:pt x="356" y="10"/>
                </a:lnTo>
                <a:lnTo>
                  <a:pt x="356" y="9"/>
                </a:lnTo>
                <a:lnTo>
                  <a:pt x="356" y="8"/>
                </a:lnTo>
                <a:lnTo>
                  <a:pt x="357" y="8"/>
                </a:lnTo>
                <a:lnTo>
                  <a:pt x="358" y="7"/>
                </a:lnTo>
                <a:lnTo>
                  <a:pt x="359" y="6"/>
                </a:lnTo>
                <a:lnTo>
                  <a:pt x="359" y="5"/>
                </a:lnTo>
                <a:lnTo>
                  <a:pt x="360" y="5"/>
                </a:lnTo>
                <a:lnTo>
                  <a:pt x="360" y="4"/>
                </a:lnTo>
                <a:lnTo>
                  <a:pt x="360" y="3"/>
                </a:lnTo>
                <a:lnTo>
                  <a:pt x="361" y="3"/>
                </a:lnTo>
                <a:lnTo>
                  <a:pt x="362" y="3"/>
                </a:lnTo>
                <a:lnTo>
                  <a:pt x="362" y="2"/>
                </a:lnTo>
                <a:lnTo>
                  <a:pt x="363" y="2"/>
                </a:lnTo>
                <a:lnTo>
                  <a:pt x="364" y="2"/>
                </a:lnTo>
                <a:lnTo>
                  <a:pt x="366" y="2"/>
                </a:lnTo>
                <a:lnTo>
                  <a:pt x="367" y="2"/>
                </a:lnTo>
                <a:lnTo>
                  <a:pt x="367" y="3"/>
                </a:lnTo>
                <a:lnTo>
                  <a:pt x="368" y="3"/>
                </a:lnTo>
                <a:lnTo>
                  <a:pt x="368" y="2"/>
                </a:lnTo>
                <a:lnTo>
                  <a:pt x="369" y="2"/>
                </a:lnTo>
                <a:lnTo>
                  <a:pt x="369" y="1"/>
                </a:lnTo>
                <a:lnTo>
                  <a:pt x="370" y="1"/>
                </a:lnTo>
                <a:lnTo>
                  <a:pt x="371" y="1"/>
                </a:lnTo>
                <a:lnTo>
                  <a:pt x="372" y="1"/>
                </a:lnTo>
                <a:lnTo>
                  <a:pt x="373" y="1"/>
                </a:lnTo>
                <a:lnTo>
                  <a:pt x="374" y="1"/>
                </a:lnTo>
                <a:lnTo>
                  <a:pt x="374" y="2"/>
                </a:lnTo>
                <a:lnTo>
                  <a:pt x="375" y="2"/>
                </a:lnTo>
                <a:lnTo>
                  <a:pt x="375" y="3"/>
                </a:lnTo>
                <a:lnTo>
                  <a:pt x="377" y="3"/>
                </a:lnTo>
                <a:lnTo>
                  <a:pt x="379" y="3"/>
                </a:lnTo>
                <a:lnTo>
                  <a:pt x="380" y="4"/>
                </a:lnTo>
                <a:lnTo>
                  <a:pt x="381" y="4"/>
                </a:lnTo>
                <a:lnTo>
                  <a:pt x="381" y="3"/>
                </a:lnTo>
                <a:lnTo>
                  <a:pt x="382" y="3"/>
                </a:lnTo>
                <a:lnTo>
                  <a:pt x="382" y="4"/>
                </a:lnTo>
                <a:lnTo>
                  <a:pt x="384" y="3"/>
                </a:lnTo>
                <a:lnTo>
                  <a:pt x="385" y="3"/>
                </a:lnTo>
                <a:lnTo>
                  <a:pt x="385" y="2"/>
                </a:lnTo>
                <a:lnTo>
                  <a:pt x="386" y="2"/>
                </a:lnTo>
                <a:lnTo>
                  <a:pt x="387" y="2"/>
                </a:lnTo>
                <a:lnTo>
                  <a:pt x="388" y="2"/>
                </a:lnTo>
                <a:lnTo>
                  <a:pt x="388" y="1"/>
                </a:lnTo>
                <a:lnTo>
                  <a:pt x="389" y="1"/>
                </a:lnTo>
                <a:lnTo>
                  <a:pt x="390" y="1"/>
                </a:lnTo>
                <a:lnTo>
                  <a:pt x="391" y="0"/>
                </a:lnTo>
                <a:lnTo>
                  <a:pt x="392" y="0"/>
                </a:lnTo>
                <a:lnTo>
                  <a:pt x="393" y="0"/>
                </a:lnTo>
                <a:lnTo>
                  <a:pt x="393" y="1"/>
                </a:lnTo>
                <a:close/>
              </a:path>
            </a:pathLst>
          </a:custGeom>
          <a:solidFill>
            <a:srgbClr val="FEE49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2176920" y="1516320"/>
            <a:ext cx="16920" cy="17640"/>
          </a:xfrm>
          <a:custGeom>
            <a:avLst/>
            <a:gdLst/>
            <a:ahLst/>
            <a:rect l="0" t="0" r="r" b="b"/>
            <a:pathLst>
              <a:path w="47" h="49">
                <a:moveTo>
                  <a:pt x="42" y="2"/>
                </a:moveTo>
                <a:lnTo>
                  <a:pt x="42" y="1"/>
                </a:lnTo>
                <a:lnTo>
                  <a:pt x="42" y="0"/>
                </a:lnTo>
                <a:lnTo>
                  <a:pt x="43" y="1"/>
                </a:lnTo>
                <a:lnTo>
                  <a:pt x="43" y="2"/>
                </a:lnTo>
                <a:lnTo>
                  <a:pt x="42" y="2"/>
                </a:lnTo>
                <a:lnTo>
                  <a:pt x="41" y="2"/>
                </a:lnTo>
                <a:lnTo>
                  <a:pt x="40" y="2"/>
                </a:lnTo>
                <a:lnTo>
                  <a:pt x="40" y="3"/>
                </a:lnTo>
                <a:lnTo>
                  <a:pt x="40" y="4"/>
                </a:lnTo>
                <a:lnTo>
                  <a:pt x="40" y="6"/>
                </a:lnTo>
                <a:lnTo>
                  <a:pt x="41" y="7"/>
                </a:lnTo>
                <a:lnTo>
                  <a:pt x="41" y="8"/>
                </a:lnTo>
                <a:lnTo>
                  <a:pt x="41" y="9"/>
                </a:lnTo>
                <a:lnTo>
                  <a:pt x="41" y="10"/>
                </a:lnTo>
                <a:lnTo>
                  <a:pt x="40" y="10"/>
                </a:lnTo>
                <a:lnTo>
                  <a:pt x="41" y="10"/>
                </a:lnTo>
                <a:lnTo>
                  <a:pt x="40" y="11"/>
                </a:lnTo>
                <a:lnTo>
                  <a:pt x="39" y="11"/>
                </a:lnTo>
                <a:lnTo>
                  <a:pt x="39" y="12"/>
                </a:lnTo>
                <a:lnTo>
                  <a:pt x="39" y="13"/>
                </a:lnTo>
                <a:lnTo>
                  <a:pt x="39" y="12"/>
                </a:lnTo>
                <a:lnTo>
                  <a:pt x="38" y="12"/>
                </a:lnTo>
                <a:lnTo>
                  <a:pt x="38" y="13"/>
                </a:lnTo>
                <a:lnTo>
                  <a:pt x="38" y="14"/>
                </a:lnTo>
                <a:lnTo>
                  <a:pt x="37" y="14"/>
                </a:lnTo>
                <a:lnTo>
                  <a:pt x="37" y="15"/>
                </a:lnTo>
                <a:lnTo>
                  <a:pt x="36" y="15"/>
                </a:lnTo>
                <a:lnTo>
                  <a:pt x="36" y="17"/>
                </a:lnTo>
                <a:lnTo>
                  <a:pt x="36" y="18"/>
                </a:lnTo>
                <a:lnTo>
                  <a:pt x="37" y="18"/>
                </a:lnTo>
                <a:lnTo>
                  <a:pt x="38" y="18"/>
                </a:lnTo>
                <a:lnTo>
                  <a:pt x="37" y="19"/>
                </a:lnTo>
                <a:lnTo>
                  <a:pt x="38" y="20"/>
                </a:lnTo>
                <a:lnTo>
                  <a:pt x="37" y="20"/>
                </a:lnTo>
                <a:lnTo>
                  <a:pt x="37" y="21"/>
                </a:lnTo>
                <a:lnTo>
                  <a:pt x="38" y="21"/>
                </a:lnTo>
                <a:lnTo>
                  <a:pt x="38" y="22"/>
                </a:lnTo>
                <a:lnTo>
                  <a:pt x="39" y="21"/>
                </a:lnTo>
                <a:lnTo>
                  <a:pt x="39" y="22"/>
                </a:lnTo>
                <a:lnTo>
                  <a:pt x="38" y="22"/>
                </a:lnTo>
                <a:lnTo>
                  <a:pt x="39" y="22"/>
                </a:lnTo>
                <a:lnTo>
                  <a:pt x="40" y="22"/>
                </a:lnTo>
                <a:lnTo>
                  <a:pt x="39" y="22"/>
                </a:lnTo>
                <a:lnTo>
                  <a:pt x="40" y="22"/>
                </a:lnTo>
                <a:lnTo>
                  <a:pt x="40" y="23"/>
                </a:lnTo>
                <a:lnTo>
                  <a:pt x="40" y="22"/>
                </a:lnTo>
                <a:lnTo>
                  <a:pt x="41" y="23"/>
                </a:lnTo>
                <a:lnTo>
                  <a:pt x="42" y="23"/>
                </a:lnTo>
                <a:lnTo>
                  <a:pt x="43" y="23"/>
                </a:lnTo>
                <a:lnTo>
                  <a:pt x="44" y="24"/>
                </a:lnTo>
                <a:lnTo>
                  <a:pt x="44" y="23"/>
                </a:lnTo>
                <a:lnTo>
                  <a:pt x="45" y="23"/>
                </a:lnTo>
                <a:lnTo>
                  <a:pt x="46" y="23"/>
                </a:lnTo>
                <a:lnTo>
                  <a:pt x="46" y="24"/>
                </a:lnTo>
                <a:lnTo>
                  <a:pt x="46" y="25"/>
                </a:lnTo>
                <a:lnTo>
                  <a:pt x="46" y="26"/>
                </a:lnTo>
                <a:lnTo>
                  <a:pt x="47" y="26"/>
                </a:lnTo>
                <a:lnTo>
                  <a:pt x="46" y="26"/>
                </a:lnTo>
                <a:lnTo>
                  <a:pt x="45" y="26"/>
                </a:lnTo>
                <a:lnTo>
                  <a:pt x="44" y="26"/>
                </a:lnTo>
                <a:lnTo>
                  <a:pt x="43" y="26"/>
                </a:lnTo>
                <a:lnTo>
                  <a:pt x="42" y="26"/>
                </a:lnTo>
                <a:lnTo>
                  <a:pt x="41" y="26"/>
                </a:lnTo>
                <a:lnTo>
                  <a:pt x="41" y="27"/>
                </a:lnTo>
                <a:lnTo>
                  <a:pt x="41" y="26"/>
                </a:lnTo>
                <a:lnTo>
                  <a:pt x="40" y="26"/>
                </a:lnTo>
                <a:lnTo>
                  <a:pt x="39" y="27"/>
                </a:lnTo>
                <a:lnTo>
                  <a:pt x="38" y="27"/>
                </a:lnTo>
                <a:lnTo>
                  <a:pt x="37" y="27"/>
                </a:lnTo>
                <a:lnTo>
                  <a:pt x="37" y="28"/>
                </a:lnTo>
                <a:lnTo>
                  <a:pt x="38" y="28"/>
                </a:lnTo>
                <a:lnTo>
                  <a:pt x="37" y="28"/>
                </a:lnTo>
                <a:lnTo>
                  <a:pt x="37" y="29"/>
                </a:lnTo>
                <a:lnTo>
                  <a:pt x="38" y="30"/>
                </a:lnTo>
                <a:lnTo>
                  <a:pt x="38" y="29"/>
                </a:lnTo>
                <a:lnTo>
                  <a:pt x="39" y="29"/>
                </a:lnTo>
                <a:lnTo>
                  <a:pt x="39" y="30"/>
                </a:lnTo>
                <a:lnTo>
                  <a:pt x="39" y="31"/>
                </a:lnTo>
                <a:lnTo>
                  <a:pt x="40" y="31"/>
                </a:lnTo>
                <a:lnTo>
                  <a:pt x="40" y="32"/>
                </a:lnTo>
                <a:lnTo>
                  <a:pt x="41" y="32"/>
                </a:lnTo>
                <a:lnTo>
                  <a:pt x="42" y="33"/>
                </a:lnTo>
                <a:lnTo>
                  <a:pt x="41" y="33"/>
                </a:lnTo>
                <a:lnTo>
                  <a:pt x="40" y="34"/>
                </a:lnTo>
                <a:lnTo>
                  <a:pt x="39" y="34"/>
                </a:lnTo>
                <a:lnTo>
                  <a:pt x="38" y="34"/>
                </a:lnTo>
                <a:lnTo>
                  <a:pt x="38" y="35"/>
                </a:lnTo>
                <a:lnTo>
                  <a:pt x="38" y="36"/>
                </a:lnTo>
                <a:lnTo>
                  <a:pt x="37" y="36"/>
                </a:lnTo>
                <a:lnTo>
                  <a:pt x="37" y="37"/>
                </a:lnTo>
                <a:lnTo>
                  <a:pt x="38" y="37"/>
                </a:lnTo>
                <a:lnTo>
                  <a:pt x="38" y="38"/>
                </a:lnTo>
                <a:lnTo>
                  <a:pt x="38" y="37"/>
                </a:lnTo>
                <a:lnTo>
                  <a:pt x="38" y="38"/>
                </a:lnTo>
                <a:lnTo>
                  <a:pt x="39" y="38"/>
                </a:lnTo>
                <a:lnTo>
                  <a:pt x="38" y="38"/>
                </a:lnTo>
                <a:lnTo>
                  <a:pt x="38" y="39"/>
                </a:lnTo>
                <a:lnTo>
                  <a:pt x="39" y="39"/>
                </a:lnTo>
                <a:lnTo>
                  <a:pt x="38" y="40"/>
                </a:lnTo>
                <a:lnTo>
                  <a:pt x="39" y="40"/>
                </a:lnTo>
                <a:lnTo>
                  <a:pt x="39" y="41"/>
                </a:lnTo>
                <a:lnTo>
                  <a:pt x="38" y="41"/>
                </a:lnTo>
                <a:lnTo>
                  <a:pt x="38" y="43"/>
                </a:lnTo>
                <a:lnTo>
                  <a:pt x="39" y="43"/>
                </a:lnTo>
                <a:lnTo>
                  <a:pt x="38" y="44"/>
                </a:lnTo>
                <a:lnTo>
                  <a:pt x="38" y="45"/>
                </a:lnTo>
                <a:lnTo>
                  <a:pt x="38" y="46"/>
                </a:lnTo>
                <a:lnTo>
                  <a:pt x="39" y="46"/>
                </a:lnTo>
                <a:lnTo>
                  <a:pt x="39" y="47"/>
                </a:lnTo>
                <a:lnTo>
                  <a:pt x="37" y="47"/>
                </a:lnTo>
                <a:lnTo>
                  <a:pt x="37" y="48"/>
                </a:lnTo>
                <a:lnTo>
                  <a:pt x="36" y="48"/>
                </a:lnTo>
                <a:lnTo>
                  <a:pt x="36" y="49"/>
                </a:lnTo>
                <a:lnTo>
                  <a:pt x="35" y="49"/>
                </a:lnTo>
                <a:lnTo>
                  <a:pt x="34" y="49"/>
                </a:lnTo>
                <a:lnTo>
                  <a:pt x="34" y="48"/>
                </a:lnTo>
                <a:lnTo>
                  <a:pt x="33" y="48"/>
                </a:lnTo>
                <a:lnTo>
                  <a:pt x="32" y="48"/>
                </a:lnTo>
                <a:lnTo>
                  <a:pt x="33" y="48"/>
                </a:lnTo>
                <a:lnTo>
                  <a:pt x="32" y="47"/>
                </a:lnTo>
                <a:lnTo>
                  <a:pt x="30" y="47"/>
                </a:lnTo>
                <a:lnTo>
                  <a:pt x="29" y="46"/>
                </a:lnTo>
                <a:lnTo>
                  <a:pt x="27" y="46"/>
                </a:lnTo>
                <a:lnTo>
                  <a:pt x="26" y="45"/>
                </a:lnTo>
                <a:lnTo>
                  <a:pt x="25" y="45"/>
                </a:lnTo>
                <a:lnTo>
                  <a:pt x="24" y="45"/>
                </a:lnTo>
                <a:lnTo>
                  <a:pt x="24" y="46"/>
                </a:lnTo>
                <a:lnTo>
                  <a:pt x="23" y="46"/>
                </a:lnTo>
                <a:lnTo>
                  <a:pt x="22" y="46"/>
                </a:lnTo>
                <a:lnTo>
                  <a:pt x="22" y="47"/>
                </a:lnTo>
                <a:lnTo>
                  <a:pt x="21" y="47"/>
                </a:lnTo>
                <a:lnTo>
                  <a:pt x="21" y="46"/>
                </a:lnTo>
                <a:lnTo>
                  <a:pt x="20" y="46"/>
                </a:lnTo>
                <a:lnTo>
                  <a:pt x="19" y="45"/>
                </a:lnTo>
                <a:lnTo>
                  <a:pt x="19" y="44"/>
                </a:lnTo>
                <a:lnTo>
                  <a:pt x="20" y="43"/>
                </a:lnTo>
                <a:lnTo>
                  <a:pt x="19" y="43"/>
                </a:lnTo>
                <a:lnTo>
                  <a:pt x="19" y="41"/>
                </a:lnTo>
                <a:lnTo>
                  <a:pt x="18" y="41"/>
                </a:lnTo>
                <a:lnTo>
                  <a:pt x="19" y="40"/>
                </a:lnTo>
                <a:lnTo>
                  <a:pt x="19" y="39"/>
                </a:lnTo>
                <a:lnTo>
                  <a:pt x="18" y="39"/>
                </a:lnTo>
                <a:lnTo>
                  <a:pt x="16" y="39"/>
                </a:lnTo>
                <a:lnTo>
                  <a:pt x="16" y="40"/>
                </a:lnTo>
                <a:lnTo>
                  <a:pt x="15" y="40"/>
                </a:lnTo>
                <a:lnTo>
                  <a:pt x="15" y="41"/>
                </a:lnTo>
                <a:lnTo>
                  <a:pt x="15" y="40"/>
                </a:lnTo>
                <a:lnTo>
                  <a:pt x="14" y="40"/>
                </a:lnTo>
                <a:lnTo>
                  <a:pt x="13" y="39"/>
                </a:lnTo>
                <a:lnTo>
                  <a:pt x="13" y="38"/>
                </a:lnTo>
                <a:lnTo>
                  <a:pt x="14" y="38"/>
                </a:lnTo>
                <a:lnTo>
                  <a:pt x="13" y="38"/>
                </a:lnTo>
                <a:lnTo>
                  <a:pt x="13" y="37"/>
                </a:lnTo>
                <a:lnTo>
                  <a:pt x="14" y="37"/>
                </a:lnTo>
                <a:lnTo>
                  <a:pt x="15" y="37"/>
                </a:lnTo>
                <a:lnTo>
                  <a:pt x="15" y="36"/>
                </a:lnTo>
                <a:lnTo>
                  <a:pt x="16" y="36"/>
                </a:lnTo>
                <a:lnTo>
                  <a:pt x="15" y="36"/>
                </a:lnTo>
                <a:lnTo>
                  <a:pt x="15" y="35"/>
                </a:lnTo>
                <a:lnTo>
                  <a:pt x="16" y="35"/>
                </a:lnTo>
                <a:lnTo>
                  <a:pt x="15" y="35"/>
                </a:lnTo>
                <a:lnTo>
                  <a:pt x="15" y="34"/>
                </a:lnTo>
                <a:lnTo>
                  <a:pt x="14" y="34"/>
                </a:lnTo>
                <a:lnTo>
                  <a:pt x="14" y="33"/>
                </a:lnTo>
                <a:lnTo>
                  <a:pt x="15" y="33"/>
                </a:lnTo>
                <a:lnTo>
                  <a:pt x="15" y="32"/>
                </a:lnTo>
                <a:lnTo>
                  <a:pt x="16" y="32"/>
                </a:lnTo>
                <a:lnTo>
                  <a:pt x="16" y="31"/>
                </a:lnTo>
                <a:lnTo>
                  <a:pt x="18" y="31"/>
                </a:lnTo>
                <a:lnTo>
                  <a:pt x="19" y="31"/>
                </a:lnTo>
                <a:lnTo>
                  <a:pt x="18" y="31"/>
                </a:lnTo>
                <a:lnTo>
                  <a:pt x="18" y="30"/>
                </a:lnTo>
                <a:lnTo>
                  <a:pt x="17" y="29"/>
                </a:lnTo>
                <a:lnTo>
                  <a:pt x="18" y="29"/>
                </a:lnTo>
                <a:lnTo>
                  <a:pt x="17" y="28"/>
                </a:lnTo>
                <a:lnTo>
                  <a:pt x="17" y="27"/>
                </a:lnTo>
                <a:lnTo>
                  <a:pt x="17" y="26"/>
                </a:lnTo>
                <a:lnTo>
                  <a:pt x="16" y="24"/>
                </a:lnTo>
                <a:lnTo>
                  <a:pt x="15" y="24"/>
                </a:lnTo>
                <a:lnTo>
                  <a:pt x="14" y="24"/>
                </a:lnTo>
                <a:lnTo>
                  <a:pt x="15" y="24"/>
                </a:lnTo>
                <a:lnTo>
                  <a:pt x="15" y="25"/>
                </a:lnTo>
                <a:lnTo>
                  <a:pt x="15" y="26"/>
                </a:lnTo>
                <a:lnTo>
                  <a:pt x="14" y="26"/>
                </a:lnTo>
                <a:lnTo>
                  <a:pt x="14" y="25"/>
                </a:lnTo>
                <a:lnTo>
                  <a:pt x="13" y="25"/>
                </a:lnTo>
                <a:lnTo>
                  <a:pt x="13" y="24"/>
                </a:lnTo>
                <a:lnTo>
                  <a:pt x="12" y="24"/>
                </a:lnTo>
                <a:lnTo>
                  <a:pt x="11" y="24"/>
                </a:lnTo>
                <a:lnTo>
                  <a:pt x="10" y="24"/>
                </a:lnTo>
                <a:lnTo>
                  <a:pt x="10" y="23"/>
                </a:lnTo>
                <a:lnTo>
                  <a:pt x="9" y="23"/>
                </a:lnTo>
                <a:lnTo>
                  <a:pt x="8" y="22"/>
                </a:lnTo>
                <a:lnTo>
                  <a:pt x="8" y="21"/>
                </a:lnTo>
                <a:lnTo>
                  <a:pt x="7" y="21"/>
                </a:lnTo>
                <a:lnTo>
                  <a:pt x="5" y="20"/>
                </a:lnTo>
                <a:lnTo>
                  <a:pt x="5" y="21"/>
                </a:lnTo>
                <a:lnTo>
                  <a:pt x="4" y="21"/>
                </a:lnTo>
                <a:lnTo>
                  <a:pt x="3" y="20"/>
                </a:lnTo>
                <a:lnTo>
                  <a:pt x="3" y="19"/>
                </a:lnTo>
                <a:lnTo>
                  <a:pt x="3" y="18"/>
                </a:lnTo>
                <a:lnTo>
                  <a:pt x="3" y="16"/>
                </a:lnTo>
                <a:lnTo>
                  <a:pt x="3" y="15"/>
                </a:lnTo>
                <a:lnTo>
                  <a:pt x="3" y="14"/>
                </a:lnTo>
                <a:lnTo>
                  <a:pt x="2" y="14"/>
                </a:lnTo>
                <a:lnTo>
                  <a:pt x="2" y="13"/>
                </a:lnTo>
                <a:lnTo>
                  <a:pt x="2" y="14"/>
                </a:lnTo>
                <a:lnTo>
                  <a:pt x="2" y="13"/>
                </a:lnTo>
                <a:lnTo>
                  <a:pt x="1" y="13"/>
                </a:lnTo>
                <a:lnTo>
                  <a:pt x="0" y="13"/>
                </a:lnTo>
                <a:lnTo>
                  <a:pt x="0" y="12"/>
                </a:lnTo>
                <a:lnTo>
                  <a:pt x="1" y="12"/>
                </a:lnTo>
                <a:lnTo>
                  <a:pt x="1" y="11"/>
                </a:lnTo>
                <a:lnTo>
                  <a:pt x="2" y="10"/>
                </a:lnTo>
                <a:lnTo>
                  <a:pt x="2" y="9"/>
                </a:lnTo>
                <a:lnTo>
                  <a:pt x="2" y="8"/>
                </a:lnTo>
                <a:lnTo>
                  <a:pt x="2" y="7"/>
                </a:lnTo>
                <a:lnTo>
                  <a:pt x="2" y="6"/>
                </a:lnTo>
                <a:lnTo>
                  <a:pt x="2" y="5"/>
                </a:lnTo>
                <a:lnTo>
                  <a:pt x="3" y="5"/>
                </a:lnTo>
                <a:lnTo>
                  <a:pt x="4" y="6"/>
                </a:lnTo>
                <a:lnTo>
                  <a:pt x="7" y="6"/>
                </a:lnTo>
                <a:lnTo>
                  <a:pt x="7" y="5"/>
                </a:lnTo>
                <a:lnTo>
                  <a:pt x="7" y="4"/>
                </a:lnTo>
                <a:lnTo>
                  <a:pt x="8" y="3"/>
                </a:lnTo>
                <a:lnTo>
                  <a:pt x="9" y="3"/>
                </a:lnTo>
                <a:lnTo>
                  <a:pt x="10" y="3"/>
                </a:lnTo>
                <a:lnTo>
                  <a:pt x="11" y="3"/>
                </a:lnTo>
                <a:lnTo>
                  <a:pt x="11" y="4"/>
                </a:lnTo>
                <a:lnTo>
                  <a:pt x="12" y="5"/>
                </a:lnTo>
                <a:lnTo>
                  <a:pt x="12" y="4"/>
                </a:lnTo>
                <a:lnTo>
                  <a:pt x="13" y="4"/>
                </a:lnTo>
                <a:lnTo>
                  <a:pt x="14" y="4"/>
                </a:lnTo>
                <a:lnTo>
                  <a:pt x="15" y="4"/>
                </a:lnTo>
                <a:lnTo>
                  <a:pt x="15" y="3"/>
                </a:lnTo>
                <a:lnTo>
                  <a:pt x="16" y="3"/>
                </a:lnTo>
                <a:lnTo>
                  <a:pt x="16" y="4"/>
                </a:lnTo>
                <a:lnTo>
                  <a:pt x="17" y="4"/>
                </a:lnTo>
                <a:lnTo>
                  <a:pt x="17" y="3"/>
                </a:lnTo>
                <a:lnTo>
                  <a:pt x="18" y="4"/>
                </a:lnTo>
                <a:lnTo>
                  <a:pt x="19" y="4"/>
                </a:lnTo>
                <a:lnTo>
                  <a:pt x="20" y="3"/>
                </a:lnTo>
                <a:lnTo>
                  <a:pt x="21" y="4"/>
                </a:lnTo>
                <a:lnTo>
                  <a:pt x="21" y="5"/>
                </a:lnTo>
                <a:lnTo>
                  <a:pt x="22" y="5"/>
                </a:lnTo>
                <a:lnTo>
                  <a:pt x="23" y="5"/>
                </a:lnTo>
                <a:lnTo>
                  <a:pt x="23" y="6"/>
                </a:lnTo>
                <a:lnTo>
                  <a:pt x="25" y="6"/>
                </a:lnTo>
                <a:lnTo>
                  <a:pt x="26" y="5"/>
                </a:lnTo>
                <a:lnTo>
                  <a:pt x="27" y="4"/>
                </a:lnTo>
                <a:lnTo>
                  <a:pt x="28" y="3"/>
                </a:lnTo>
                <a:lnTo>
                  <a:pt x="28" y="2"/>
                </a:lnTo>
                <a:lnTo>
                  <a:pt x="29" y="2"/>
                </a:lnTo>
                <a:lnTo>
                  <a:pt x="30" y="2"/>
                </a:lnTo>
                <a:lnTo>
                  <a:pt x="31" y="2"/>
                </a:lnTo>
                <a:lnTo>
                  <a:pt x="31" y="1"/>
                </a:lnTo>
                <a:lnTo>
                  <a:pt x="32" y="1"/>
                </a:lnTo>
                <a:lnTo>
                  <a:pt x="34" y="1"/>
                </a:lnTo>
                <a:lnTo>
                  <a:pt x="35" y="2"/>
                </a:lnTo>
                <a:lnTo>
                  <a:pt x="36" y="2"/>
                </a:lnTo>
                <a:lnTo>
                  <a:pt x="37" y="2"/>
                </a:lnTo>
                <a:lnTo>
                  <a:pt x="38" y="1"/>
                </a:lnTo>
                <a:lnTo>
                  <a:pt x="39" y="1"/>
                </a:lnTo>
                <a:lnTo>
                  <a:pt x="40" y="2"/>
                </a:lnTo>
                <a:lnTo>
                  <a:pt x="40" y="1"/>
                </a:lnTo>
                <a:lnTo>
                  <a:pt x="40" y="0"/>
                </a:lnTo>
                <a:lnTo>
                  <a:pt x="41" y="1"/>
                </a:lnTo>
                <a:lnTo>
                  <a:pt x="41" y="2"/>
                </a:lnTo>
                <a:lnTo>
                  <a:pt x="42" y="2"/>
                </a:lnTo>
                <a:close/>
              </a:path>
            </a:pathLst>
          </a:custGeom>
          <a:solidFill>
            <a:srgbClr val="FEE49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/>
          <p:nvPr/>
        </p:nvSpPr>
        <p:spPr>
          <a:xfrm>
            <a:off x="1965600" y="1491840"/>
            <a:ext cx="140760" cy="227520"/>
          </a:xfrm>
          <a:custGeom>
            <a:avLst/>
            <a:gdLst/>
            <a:ahLst/>
            <a:rect l="0" t="0" r="r" b="b"/>
            <a:pathLst>
              <a:path w="391" h="632">
                <a:moveTo>
                  <a:pt x="353" y="1"/>
                </a:moveTo>
                <a:lnTo>
                  <a:pt x="353" y="2"/>
                </a:lnTo>
                <a:lnTo>
                  <a:pt x="353" y="3"/>
                </a:lnTo>
                <a:lnTo>
                  <a:pt x="354" y="3"/>
                </a:lnTo>
                <a:lnTo>
                  <a:pt x="355" y="4"/>
                </a:lnTo>
                <a:lnTo>
                  <a:pt x="355" y="5"/>
                </a:lnTo>
                <a:lnTo>
                  <a:pt x="356" y="5"/>
                </a:lnTo>
                <a:lnTo>
                  <a:pt x="356" y="6"/>
                </a:lnTo>
                <a:lnTo>
                  <a:pt x="356" y="7"/>
                </a:lnTo>
                <a:lnTo>
                  <a:pt x="357" y="9"/>
                </a:lnTo>
                <a:lnTo>
                  <a:pt x="358" y="10"/>
                </a:lnTo>
                <a:lnTo>
                  <a:pt x="359" y="11"/>
                </a:lnTo>
                <a:lnTo>
                  <a:pt x="359" y="12"/>
                </a:lnTo>
                <a:lnTo>
                  <a:pt x="359" y="13"/>
                </a:lnTo>
                <a:lnTo>
                  <a:pt x="360" y="13"/>
                </a:lnTo>
                <a:lnTo>
                  <a:pt x="360" y="14"/>
                </a:lnTo>
                <a:lnTo>
                  <a:pt x="361" y="14"/>
                </a:lnTo>
                <a:lnTo>
                  <a:pt x="361" y="15"/>
                </a:lnTo>
                <a:lnTo>
                  <a:pt x="362" y="15"/>
                </a:lnTo>
                <a:lnTo>
                  <a:pt x="363" y="15"/>
                </a:lnTo>
                <a:lnTo>
                  <a:pt x="363" y="14"/>
                </a:lnTo>
                <a:lnTo>
                  <a:pt x="364" y="14"/>
                </a:lnTo>
                <a:lnTo>
                  <a:pt x="364" y="15"/>
                </a:lnTo>
                <a:lnTo>
                  <a:pt x="365" y="15"/>
                </a:lnTo>
                <a:lnTo>
                  <a:pt x="365" y="16"/>
                </a:lnTo>
                <a:lnTo>
                  <a:pt x="366" y="17"/>
                </a:lnTo>
                <a:lnTo>
                  <a:pt x="365" y="17"/>
                </a:lnTo>
                <a:lnTo>
                  <a:pt x="365" y="18"/>
                </a:lnTo>
                <a:lnTo>
                  <a:pt x="365" y="20"/>
                </a:lnTo>
                <a:lnTo>
                  <a:pt x="366" y="20"/>
                </a:lnTo>
                <a:lnTo>
                  <a:pt x="366" y="21"/>
                </a:lnTo>
                <a:lnTo>
                  <a:pt x="367" y="21"/>
                </a:lnTo>
                <a:lnTo>
                  <a:pt x="367" y="22"/>
                </a:lnTo>
                <a:lnTo>
                  <a:pt x="366" y="22"/>
                </a:lnTo>
                <a:lnTo>
                  <a:pt x="366" y="23"/>
                </a:lnTo>
                <a:lnTo>
                  <a:pt x="366" y="24"/>
                </a:lnTo>
                <a:lnTo>
                  <a:pt x="365" y="26"/>
                </a:lnTo>
                <a:lnTo>
                  <a:pt x="365" y="27"/>
                </a:lnTo>
                <a:lnTo>
                  <a:pt x="364" y="28"/>
                </a:lnTo>
                <a:lnTo>
                  <a:pt x="364" y="29"/>
                </a:lnTo>
                <a:lnTo>
                  <a:pt x="365" y="30"/>
                </a:lnTo>
                <a:lnTo>
                  <a:pt x="366" y="30"/>
                </a:lnTo>
                <a:lnTo>
                  <a:pt x="366" y="31"/>
                </a:lnTo>
                <a:lnTo>
                  <a:pt x="367" y="31"/>
                </a:lnTo>
                <a:lnTo>
                  <a:pt x="367" y="32"/>
                </a:lnTo>
                <a:lnTo>
                  <a:pt x="366" y="32"/>
                </a:lnTo>
                <a:lnTo>
                  <a:pt x="366" y="33"/>
                </a:lnTo>
                <a:lnTo>
                  <a:pt x="366" y="34"/>
                </a:lnTo>
                <a:lnTo>
                  <a:pt x="367" y="34"/>
                </a:lnTo>
                <a:lnTo>
                  <a:pt x="367" y="35"/>
                </a:lnTo>
                <a:lnTo>
                  <a:pt x="367" y="36"/>
                </a:lnTo>
                <a:lnTo>
                  <a:pt x="367" y="37"/>
                </a:lnTo>
                <a:lnTo>
                  <a:pt x="367" y="38"/>
                </a:lnTo>
                <a:lnTo>
                  <a:pt x="367" y="39"/>
                </a:lnTo>
                <a:lnTo>
                  <a:pt x="368" y="39"/>
                </a:lnTo>
                <a:lnTo>
                  <a:pt x="368" y="40"/>
                </a:lnTo>
                <a:lnTo>
                  <a:pt x="369" y="40"/>
                </a:lnTo>
                <a:lnTo>
                  <a:pt x="371" y="39"/>
                </a:lnTo>
                <a:lnTo>
                  <a:pt x="372" y="39"/>
                </a:lnTo>
                <a:lnTo>
                  <a:pt x="373" y="40"/>
                </a:lnTo>
                <a:lnTo>
                  <a:pt x="374" y="40"/>
                </a:lnTo>
                <a:lnTo>
                  <a:pt x="375" y="40"/>
                </a:lnTo>
                <a:lnTo>
                  <a:pt x="374" y="40"/>
                </a:lnTo>
                <a:lnTo>
                  <a:pt x="375" y="40"/>
                </a:lnTo>
                <a:lnTo>
                  <a:pt x="375" y="41"/>
                </a:lnTo>
                <a:lnTo>
                  <a:pt x="376" y="41"/>
                </a:lnTo>
                <a:lnTo>
                  <a:pt x="377" y="40"/>
                </a:lnTo>
                <a:lnTo>
                  <a:pt x="378" y="39"/>
                </a:lnTo>
                <a:lnTo>
                  <a:pt x="379" y="39"/>
                </a:lnTo>
                <a:lnTo>
                  <a:pt x="380" y="39"/>
                </a:lnTo>
                <a:lnTo>
                  <a:pt x="381" y="39"/>
                </a:lnTo>
                <a:lnTo>
                  <a:pt x="381" y="40"/>
                </a:lnTo>
                <a:lnTo>
                  <a:pt x="382" y="41"/>
                </a:lnTo>
                <a:lnTo>
                  <a:pt x="383" y="41"/>
                </a:lnTo>
                <a:lnTo>
                  <a:pt x="384" y="41"/>
                </a:lnTo>
                <a:lnTo>
                  <a:pt x="385" y="41"/>
                </a:lnTo>
                <a:lnTo>
                  <a:pt x="386" y="40"/>
                </a:lnTo>
                <a:lnTo>
                  <a:pt x="387" y="40"/>
                </a:lnTo>
                <a:lnTo>
                  <a:pt x="387" y="41"/>
                </a:lnTo>
                <a:lnTo>
                  <a:pt x="388" y="41"/>
                </a:lnTo>
                <a:lnTo>
                  <a:pt x="388" y="42"/>
                </a:lnTo>
                <a:lnTo>
                  <a:pt x="388" y="43"/>
                </a:lnTo>
                <a:lnTo>
                  <a:pt x="387" y="43"/>
                </a:lnTo>
                <a:lnTo>
                  <a:pt x="387" y="44"/>
                </a:lnTo>
                <a:lnTo>
                  <a:pt x="387" y="45"/>
                </a:lnTo>
                <a:lnTo>
                  <a:pt x="386" y="46"/>
                </a:lnTo>
                <a:lnTo>
                  <a:pt x="385" y="46"/>
                </a:lnTo>
                <a:lnTo>
                  <a:pt x="385" y="47"/>
                </a:lnTo>
                <a:lnTo>
                  <a:pt x="385" y="48"/>
                </a:lnTo>
                <a:lnTo>
                  <a:pt x="384" y="48"/>
                </a:lnTo>
                <a:lnTo>
                  <a:pt x="384" y="49"/>
                </a:lnTo>
                <a:lnTo>
                  <a:pt x="383" y="49"/>
                </a:lnTo>
                <a:lnTo>
                  <a:pt x="382" y="50"/>
                </a:lnTo>
                <a:lnTo>
                  <a:pt x="381" y="51"/>
                </a:lnTo>
                <a:lnTo>
                  <a:pt x="380" y="51"/>
                </a:lnTo>
                <a:lnTo>
                  <a:pt x="379" y="51"/>
                </a:lnTo>
                <a:lnTo>
                  <a:pt x="378" y="51"/>
                </a:lnTo>
                <a:lnTo>
                  <a:pt x="377" y="52"/>
                </a:lnTo>
                <a:lnTo>
                  <a:pt x="375" y="52"/>
                </a:lnTo>
                <a:lnTo>
                  <a:pt x="374" y="52"/>
                </a:lnTo>
                <a:lnTo>
                  <a:pt x="373" y="51"/>
                </a:lnTo>
                <a:lnTo>
                  <a:pt x="372" y="51"/>
                </a:lnTo>
                <a:lnTo>
                  <a:pt x="371" y="52"/>
                </a:lnTo>
                <a:lnTo>
                  <a:pt x="370" y="52"/>
                </a:lnTo>
                <a:lnTo>
                  <a:pt x="369" y="52"/>
                </a:lnTo>
                <a:lnTo>
                  <a:pt x="368" y="52"/>
                </a:lnTo>
                <a:lnTo>
                  <a:pt x="368" y="53"/>
                </a:lnTo>
                <a:lnTo>
                  <a:pt x="367" y="53"/>
                </a:lnTo>
                <a:lnTo>
                  <a:pt x="366" y="53"/>
                </a:lnTo>
                <a:lnTo>
                  <a:pt x="366" y="54"/>
                </a:lnTo>
                <a:lnTo>
                  <a:pt x="365" y="54"/>
                </a:lnTo>
                <a:lnTo>
                  <a:pt x="364" y="54"/>
                </a:lnTo>
                <a:lnTo>
                  <a:pt x="364" y="53"/>
                </a:lnTo>
                <a:lnTo>
                  <a:pt x="364" y="52"/>
                </a:lnTo>
                <a:lnTo>
                  <a:pt x="363" y="52"/>
                </a:lnTo>
                <a:lnTo>
                  <a:pt x="363" y="53"/>
                </a:lnTo>
                <a:lnTo>
                  <a:pt x="362" y="54"/>
                </a:lnTo>
                <a:lnTo>
                  <a:pt x="361" y="55"/>
                </a:lnTo>
                <a:lnTo>
                  <a:pt x="361" y="56"/>
                </a:lnTo>
                <a:lnTo>
                  <a:pt x="361" y="57"/>
                </a:lnTo>
                <a:lnTo>
                  <a:pt x="360" y="56"/>
                </a:lnTo>
                <a:lnTo>
                  <a:pt x="360" y="57"/>
                </a:lnTo>
                <a:lnTo>
                  <a:pt x="359" y="57"/>
                </a:lnTo>
                <a:lnTo>
                  <a:pt x="360" y="57"/>
                </a:lnTo>
                <a:lnTo>
                  <a:pt x="359" y="57"/>
                </a:lnTo>
                <a:lnTo>
                  <a:pt x="358" y="57"/>
                </a:lnTo>
                <a:lnTo>
                  <a:pt x="357" y="57"/>
                </a:lnTo>
                <a:lnTo>
                  <a:pt x="356" y="57"/>
                </a:lnTo>
                <a:lnTo>
                  <a:pt x="355" y="58"/>
                </a:lnTo>
                <a:lnTo>
                  <a:pt x="354" y="58"/>
                </a:lnTo>
                <a:lnTo>
                  <a:pt x="354" y="59"/>
                </a:lnTo>
                <a:lnTo>
                  <a:pt x="353" y="59"/>
                </a:lnTo>
                <a:lnTo>
                  <a:pt x="352" y="59"/>
                </a:lnTo>
                <a:lnTo>
                  <a:pt x="351" y="59"/>
                </a:lnTo>
                <a:lnTo>
                  <a:pt x="351" y="58"/>
                </a:lnTo>
                <a:lnTo>
                  <a:pt x="351" y="57"/>
                </a:lnTo>
                <a:lnTo>
                  <a:pt x="350" y="57"/>
                </a:lnTo>
                <a:lnTo>
                  <a:pt x="349" y="57"/>
                </a:lnTo>
                <a:lnTo>
                  <a:pt x="348" y="57"/>
                </a:lnTo>
                <a:lnTo>
                  <a:pt x="348" y="58"/>
                </a:lnTo>
                <a:lnTo>
                  <a:pt x="347" y="58"/>
                </a:lnTo>
                <a:lnTo>
                  <a:pt x="346" y="58"/>
                </a:lnTo>
                <a:lnTo>
                  <a:pt x="346" y="59"/>
                </a:lnTo>
                <a:lnTo>
                  <a:pt x="346" y="60"/>
                </a:lnTo>
                <a:lnTo>
                  <a:pt x="347" y="61"/>
                </a:lnTo>
                <a:lnTo>
                  <a:pt x="347" y="62"/>
                </a:lnTo>
                <a:lnTo>
                  <a:pt x="347" y="63"/>
                </a:lnTo>
                <a:lnTo>
                  <a:pt x="348" y="63"/>
                </a:lnTo>
                <a:lnTo>
                  <a:pt x="348" y="64"/>
                </a:lnTo>
                <a:lnTo>
                  <a:pt x="348" y="65"/>
                </a:lnTo>
                <a:lnTo>
                  <a:pt x="349" y="65"/>
                </a:lnTo>
                <a:lnTo>
                  <a:pt x="349" y="66"/>
                </a:lnTo>
                <a:lnTo>
                  <a:pt x="349" y="67"/>
                </a:lnTo>
                <a:lnTo>
                  <a:pt x="348" y="67"/>
                </a:lnTo>
                <a:lnTo>
                  <a:pt x="348" y="68"/>
                </a:lnTo>
                <a:lnTo>
                  <a:pt x="348" y="69"/>
                </a:lnTo>
                <a:lnTo>
                  <a:pt x="347" y="70"/>
                </a:lnTo>
                <a:lnTo>
                  <a:pt x="346" y="70"/>
                </a:lnTo>
                <a:lnTo>
                  <a:pt x="345" y="70"/>
                </a:lnTo>
                <a:lnTo>
                  <a:pt x="345" y="71"/>
                </a:lnTo>
                <a:lnTo>
                  <a:pt x="344" y="71"/>
                </a:lnTo>
                <a:lnTo>
                  <a:pt x="343" y="70"/>
                </a:lnTo>
                <a:lnTo>
                  <a:pt x="343" y="69"/>
                </a:lnTo>
                <a:lnTo>
                  <a:pt x="343" y="68"/>
                </a:lnTo>
                <a:lnTo>
                  <a:pt x="342" y="67"/>
                </a:lnTo>
                <a:lnTo>
                  <a:pt x="342" y="66"/>
                </a:lnTo>
                <a:lnTo>
                  <a:pt x="341" y="66"/>
                </a:lnTo>
                <a:lnTo>
                  <a:pt x="340" y="65"/>
                </a:lnTo>
                <a:lnTo>
                  <a:pt x="339" y="65"/>
                </a:lnTo>
                <a:lnTo>
                  <a:pt x="338" y="65"/>
                </a:lnTo>
                <a:lnTo>
                  <a:pt x="338" y="66"/>
                </a:lnTo>
                <a:lnTo>
                  <a:pt x="338" y="67"/>
                </a:lnTo>
                <a:lnTo>
                  <a:pt x="338" y="69"/>
                </a:lnTo>
                <a:lnTo>
                  <a:pt x="338" y="70"/>
                </a:lnTo>
                <a:lnTo>
                  <a:pt x="338" y="71"/>
                </a:lnTo>
                <a:lnTo>
                  <a:pt x="337" y="71"/>
                </a:lnTo>
                <a:lnTo>
                  <a:pt x="337" y="72"/>
                </a:lnTo>
                <a:lnTo>
                  <a:pt x="337" y="73"/>
                </a:lnTo>
                <a:lnTo>
                  <a:pt x="336" y="73"/>
                </a:lnTo>
                <a:lnTo>
                  <a:pt x="336" y="74"/>
                </a:lnTo>
                <a:lnTo>
                  <a:pt x="334" y="74"/>
                </a:lnTo>
                <a:lnTo>
                  <a:pt x="333" y="74"/>
                </a:lnTo>
                <a:lnTo>
                  <a:pt x="332" y="74"/>
                </a:lnTo>
                <a:lnTo>
                  <a:pt x="332" y="75"/>
                </a:lnTo>
                <a:lnTo>
                  <a:pt x="332" y="76"/>
                </a:lnTo>
                <a:lnTo>
                  <a:pt x="333" y="76"/>
                </a:lnTo>
                <a:lnTo>
                  <a:pt x="334" y="76"/>
                </a:lnTo>
                <a:lnTo>
                  <a:pt x="335" y="76"/>
                </a:lnTo>
                <a:lnTo>
                  <a:pt x="336" y="76"/>
                </a:lnTo>
                <a:lnTo>
                  <a:pt x="336" y="77"/>
                </a:lnTo>
                <a:lnTo>
                  <a:pt x="339" y="77"/>
                </a:lnTo>
                <a:lnTo>
                  <a:pt x="340" y="77"/>
                </a:lnTo>
                <a:lnTo>
                  <a:pt x="341" y="78"/>
                </a:lnTo>
                <a:lnTo>
                  <a:pt x="341" y="77"/>
                </a:lnTo>
                <a:lnTo>
                  <a:pt x="341" y="78"/>
                </a:lnTo>
                <a:lnTo>
                  <a:pt x="342" y="78"/>
                </a:lnTo>
                <a:lnTo>
                  <a:pt x="343" y="78"/>
                </a:lnTo>
                <a:lnTo>
                  <a:pt x="343" y="79"/>
                </a:lnTo>
                <a:lnTo>
                  <a:pt x="342" y="79"/>
                </a:lnTo>
                <a:lnTo>
                  <a:pt x="342" y="80"/>
                </a:lnTo>
                <a:lnTo>
                  <a:pt x="343" y="81"/>
                </a:lnTo>
                <a:lnTo>
                  <a:pt x="343" y="82"/>
                </a:lnTo>
                <a:lnTo>
                  <a:pt x="343" y="83"/>
                </a:lnTo>
                <a:lnTo>
                  <a:pt x="344" y="84"/>
                </a:lnTo>
                <a:lnTo>
                  <a:pt x="344" y="85"/>
                </a:lnTo>
                <a:lnTo>
                  <a:pt x="345" y="85"/>
                </a:lnTo>
                <a:lnTo>
                  <a:pt x="346" y="85"/>
                </a:lnTo>
                <a:lnTo>
                  <a:pt x="347" y="85"/>
                </a:lnTo>
                <a:lnTo>
                  <a:pt x="347" y="86"/>
                </a:lnTo>
                <a:lnTo>
                  <a:pt x="348" y="86"/>
                </a:lnTo>
                <a:lnTo>
                  <a:pt x="349" y="86"/>
                </a:lnTo>
                <a:lnTo>
                  <a:pt x="351" y="86"/>
                </a:lnTo>
                <a:lnTo>
                  <a:pt x="352" y="87"/>
                </a:lnTo>
                <a:lnTo>
                  <a:pt x="353" y="87"/>
                </a:lnTo>
                <a:lnTo>
                  <a:pt x="354" y="87"/>
                </a:lnTo>
                <a:lnTo>
                  <a:pt x="355" y="87"/>
                </a:lnTo>
                <a:lnTo>
                  <a:pt x="356" y="87"/>
                </a:lnTo>
                <a:lnTo>
                  <a:pt x="357" y="86"/>
                </a:lnTo>
                <a:lnTo>
                  <a:pt x="358" y="86"/>
                </a:lnTo>
                <a:lnTo>
                  <a:pt x="359" y="86"/>
                </a:lnTo>
                <a:lnTo>
                  <a:pt x="359" y="85"/>
                </a:lnTo>
                <a:lnTo>
                  <a:pt x="360" y="85"/>
                </a:lnTo>
                <a:lnTo>
                  <a:pt x="360" y="86"/>
                </a:lnTo>
                <a:lnTo>
                  <a:pt x="361" y="87"/>
                </a:lnTo>
                <a:lnTo>
                  <a:pt x="359" y="88"/>
                </a:lnTo>
                <a:lnTo>
                  <a:pt x="358" y="88"/>
                </a:lnTo>
                <a:lnTo>
                  <a:pt x="358" y="89"/>
                </a:lnTo>
                <a:lnTo>
                  <a:pt x="358" y="90"/>
                </a:lnTo>
                <a:lnTo>
                  <a:pt x="359" y="90"/>
                </a:lnTo>
                <a:lnTo>
                  <a:pt x="359" y="91"/>
                </a:lnTo>
                <a:lnTo>
                  <a:pt x="360" y="91"/>
                </a:lnTo>
                <a:lnTo>
                  <a:pt x="360" y="92"/>
                </a:lnTo>
                <a:lnTo>
                  <a:pt x="360" y="91"/>
                </a:lnTo>
                <a:lnTo>
                  <a:pt x="361" y="91"/>
                </a:lnTo>
                <a:lnTo>
                  <a:pt x="362" y="91"/>
                </a:lnTo>
                <a:lnTo>
                  <a:pt x="363" y="90"/>
                </a:lnTo>
                <a:lnTo>
                  <a:pt x="364" y="90"/>
                </a:lnTo>
                <a:lnTo>
                  <a:pt x="365" y="90"/>
                </a:lnTo>
                <a:lnTo>
                  <a:pt x="366" y="90"/>
                </a:lnTo>
                <a:lnTo>
                  <a:pt x="366" y="91"/>
                </a:lnTo>
                <a:lnTo>
                  <a:pt x="367" y="91"/>
                </a:lnTo>
                <a:lnTo>
                  <a:pt x="368" y="91"/>
                </a:lnTo>
                <a:lnTo>
                  <a:pt x="369" y="91"/>
                </a:lnTo>
                <a:lnTo>
                  <a:pt x="369" y="90"/>
                </a:lnTo>
                <a:lnTo>
                  <a:pt x="370" y="90"/>
                </a:lnTo>
                <a:lnTo>
                  <a:pt x="370" y="91"/>
                </a:lnTo>
                <a:lnTo>
                  <a:pt x="371" y="91"/>
                </a:lnTo>
                <a:lnTo>
                  <a:pt x="372" y="90"/>
                </a:lnTo>
                <a:lnTo>
                  <a:pt x="373" y="90"/>
                </a:lnTo>
                <a:lnTo>
                  <a:pt x="374" y="90"/>
                </a:lnTo>
                <a:lnTo>
                  <a:pt x="375" y="90"/>
                </a:lnTo>
                <a:lnTo>
                  <a:pt x="376" y="90"/>
                </a:lnTo>
                <a:lnTo>
                  <a:pt x="376" y="91"/>
                </a:lnTo>
                <a:lnTo>
                  <a:pt x="376" y="92"/>
                </a:lnTo>
                <a:lnTo>
                  <a:pt x="376" y="93"/>
                </a:lnTo>
                <a:lnTo>
                  <a:pt x="377" y="94"/>
                </a:lnTo>
                <a:lnTo>
                  <a:pt x="376" y="94"/>
                </a:lnTo>
                <a:lnTo>
                  <a:pt x="376" y="95"/>
                </a:lnTo>
                <a:lnTo>
                  <a:pt x="375" y="95"/>
                </a:lnTo>
                <a:lnTo>
                  <a:pt x="376" y="96"/>
                </a:lnTo>
                <a:lnTo>
                  <a:pt x="376" y="97"/>
                </a:lnTo>
                <a:lnTo>
                  <a:pt x="376" y="98"/>
                </a:lnTo>
                <a:lnTo>
                  <a:pt x="377" y="98"/>
                </a:lnTo>
                <a:lnTo>
                  <a:pt x="377" y="99"/>
                </a:lnTo>
                <a:lnTo>
                  <a:pt x="378" y="99"/>
                </a:lnTo>
                <a:lnTo>
                  <a:pt x="377" y="100"/>
                </a:lnTo>
                <a:lnTo>
                  <a:pt x="377" y="101"/>
                </a:lnTo>
                <a:lnTo>
                  <a:pt x="377" y="102"/>
                </a:lnTo>
                <a:lnTo>
                  <a:pt x="377" y="103"/>
                </a:lnTo>
                <a:lnTo>
                  <a:pt x="377" y="104"/>
                </a:lnTo>
                <a:lnTo>
                  <a:pt x="377" y="105"/>
                </a:lnTo>
                <a:lnTo>
                  <a:pt x="377" y="106"/>
                </a:lnTo>
                <a:lnTo>
                  <a:pt x="376" y="106"/>
                </a:lnTo>
                <a:lnTo>
                  <a:pt x="377" y="107"/>
                </a:lnTo>
                <a:lnTo>
                  <a:pt x="377" y="108"/>
                </a:lnTo>
                <a:lnTo>
                  <a:pt x="376" y="108"/>
                </a:lnTo>
                <a:lnTo>
                  <a:pt x="376" y="109"/>
                </a:lnTo>
                <a:lnTo>
                  <a:pt x="377" y="109"/>
                </a:lnTo>
                <a:lnTo>
                  <a:pt x="376" y="110"/>
                </a:lnTo>
                <a:lnTo>
                  <a:pt x="376" y="111"/>
                </a:lnTo>
                <a:lnTo>
                  <a:pt x="377" y="111"/>
                </a:lnTo>
                <a:lnTo>
                  <a:pt x="376" y="111"/>
                </a:lnTo>
                <a:lnTo>
                  <a:pt x="376" y="112"/>
                </a:lnTo>
                <a:lnTo>
                  <a:pt x="376" y="113"/>
                </a:lnTo>
                <a:lnTo>
                  <a:pt x="377" y="113"/>
                </a:lnTo>
                <a:lnTo>
                  <a:pt x="377" y="114"/>
                </a:lnTo>
                <a:lnTo>
                  <a:pt x="378" y="114"/>
                </a:lnTo>
                <a:lnTo>
                  <a:pt x="378" y="115"/>
                </a:lnTo>
                <a:lnTo>
                  <a:pt x="378" y="116"/>
                </a:lnTo>
                <a:lnTo>
                  <a:pt x="379" y="116"/>
                </a:lnTo>
                <a:lnTo>
                  <a:pt x="379" y="117"/>
                </a:lnTo>
                <a:lnTo>
                  <a:pt x="380" y="117"/>
                </a:lnTo>
                <a:lnTo>
                  <a:pt x="381" y="116"/>
                </a:lnTo>
                <a:lnTo>
                  <a:pt x="382" y="116"/>
                </a:lnTo>
                <a:lnTo>
                  <a:pt x="383" y="117"/>
                </a:lnTo>
                <a:lnTo>
                  <a:pt x="384" y="117"/>
                </a:lnTo>
                <a:lnTo>
                  <a:pt x="385" y="117"/>
                </a:lnTo>
                <a:lnTo>
                  <a:pt x="386" y="118"/>
                </a:lnTo>
                <a:lnTo>
                  <a:pt x="385" y="118"/>
                </a:lnTo>
                <a:lnTo>
                  <a:pt x="385" y="119"/>
                </a:lnTo>
                <a:lnTo>
                  <a:pt x="386" y="119"/>
                </a:lnTo>
                <a:lnTo>
                  <a:pt x="386" y="120"/>
                </a:lnTo>
                <a:lnTo>
                  <a:pt x="386" y="121"/>
                </a:lnTo>
                <a:lnTo>
                  <a:pt x="387" y="121"/>
                </a:lnTo>
                <a:lnTo>
                  <a:pt x="388" y="121"/>
                </a:lnTo>
                <a:lnTo>
                  <a:pt x="389" y="120"/>
                </a:lnTo>
                <a:lnTo>
                  <a:pt x="390" y="119"/>
                </a:lnTo>
                <a:lnTo>
                  <a:pt x="391" y="120"/>
                </a:lnTo>
                <a:lnTo>
                  <a:pt x="391" y="121"/>
                </a:lnTo>
                <a:lnTo>
                  <a:pt x="391" y="122"/>
                </a:lnTo>
                <a:lnTo>
                  <a:pt x="390" y="123"/>
                </a:lnTo>
                <a:lnTo>
                  <a:pt x="390" y="125"/>
                </a:lnTo>
                <a:lnTo>
                  <a:pt x="389" y="125"/>
                </a:lnTo>
                <a:lnTo>
                  <a:pt x="389" y="126"/>
                </a:lnTo>
                <a:lnTo>
                  <a:pt x="388" y="126"/>
                </a:lnTo>
                <a:lnTo>
                  <a:pt x="388" y="127"/>
                </a:lnTo>
                <a:lnTo>
                  <a:pt x="388" y="128"/>
                </a:lnTo>
                <a:lnTo>
                  <a:pt x="388" y="129"/>
                </a:lnTo>
                <a:lnTo>
                  <a:pt x="387" y="129"/>
                </a:lnTo>
                <a:lnTo>
                  <a:pt x="387" y="130"/>
                </a:lnTo>
                <a:lnTo>
                  <a:pt x="386" y="130"/>
                </a:lnTo>
                <a:lnTo>
                  <a:pt x="385" y="130"/>
                </a:lnTo>
                <a:lnTo>
                  <a:pt x="385" y="131"/>
                </a:lnTo>
                <a:lnTo>
                  <a:pt x="385" y="132"/>
                </a:lnTo>
                <a:lnTo>
                  <a:pt x="385" y="133"/>
                </a:lnTo>
                <a:lnTo>
                  <a:pt x="385" y="134"/>
                </a:lnTo>
                <a:lnTo>
                  <a:pt x="385" y="135"/>
                </a:lnTo>
                <a:lnTo>
                  <a:pt x="384" y="135"/>
                </a:lnTo>
                <a:lnTo>
                  <a:pt x="383" y="136"/>
                </a:lnTo>
                <a:lnTo>
                  <a:pt x="383" y="137"/>
                </a:lnTo>
                <a:lnTo>
                  <a:pt x="383" y="138"/>
                </a:lnTo>
                <a:lnTo>
                  <a:pt x="383" y="139"/>
                </a:lnTo>
                <a:lnTo>
                  <a:pt x="383" y="140"/>
                </a:lnTo>
                <a:lnTo>
                  <a:pt x="382" y="140"/>
                </a:lnTo>
                <a:lnTo>
                  <a:pt x="382" y="141"/>
                </a:lnTo>
                <a:lnTo>
                  <a:pt x="383" y="141"/>
                </a:lnTo>
                <a:lnTo>
                  <a:pt x="383" y="142"/>
                </a:lnTo>
                <a:lnTo>
                  <a:pt x="382" y="142"/>
                </a:lnTo>
                <a:lnTo>
                  <a:pt x="382" y="143"/>
                </a:lnTo>
                <a:lnTo>
                  <a:pt x="383" y="143"/>
                </a:lnTo>
                <a:lnTo>
                  <a:pt x="383" y="144"/>
                </a:lnTo>
                <a:lnTo>
                  <a:pt x="382" y="144"/>
                </a:lnTo>
                <a:lnTo>
                  <a:pt x="382" y="145"/>
                </a:lnTo>
                <a:lnTo>
                  <a:pt x="381" y="145"/>
                </a:lnTo>
                <a:lnTo>
                  <a:pt x="380" y="145"/>
                </a:lnTo>
                <a:lnTo>
                  <a:pt x="380" y="146"/>
                </a:lnTo>
                <a:lnTo>
                  <a:pt x="379" y="147"/>
                </a:lnTo>
                <a:lnTo>
                  <a:pt x="379" y="149"/>
                </a:lnTo>
                <a:lnTo>
                  <a:pt x="378" y="150"/>
                </a:lnTo>
                <a:lnTo>
                  <a:pt x="378" y="151"/>
                </a:lnTo>
                <a:lnTo>
                  <a:pt x="379" y="152"/>
                </a:lnTo>
                <a:lnTo>
                  <a:pt x="379" y="153"/>
                </a:lnTo>
                <a:lnTo>
                  <a:pt x="378" y="153"/>
                </a:lnTo>
                <a:lnTo>
                  <a:pt x="378" y="154"/>
                </a:lnTo>
                <a:lnTo>
                  <a:pt x="377" y="154"/>
                </a:lnTo>
                <a:lnTo>
                  <a:pt x="378" y="155"/>
                </a:lnTo>
                <a:lnTo>
                  <a:pt x="379" y="155"/>
                </a:lnTo>
                <a:lnTo>
                  <a:pt x="379" y="156"/>
                </a:lnTo>
                <a:lnTo>
                  <a:pt x="380" y="156"/>
                </a:lnTo>
                <a:lnTo>
                  <a:pt x="380" y="155"/>
                </a:lnTo>
                <a:lnTo>
                  <a:pt x="381" y="156"/>
                </a:lnTo>
                <a:lnTo>
                  <a:pt x="382" y="156"/>
                </a:lnTo>
                <a:lnTo>
                  <a:pt x="383" y="156"/>
                </a:lnTo>
                <a:lnTo>
                  <a:pt x="383" y="157"/>
                </a:lnTo>
                <a:lnTo>
                  <a:pt x="382" y="158"/>
                </a:lnTo>
                <a:lnTo>
                  <a:pt x="383" y="158"/>
                </a:lnTo>
                <a:lnTo>
                  <a:pt x="383" y="159"/>
                </a:lnTo>
                <a:lnTo>
                  <a:pt x="382" y="159"/>
                </a:lnTo>
                <a:lnTo>
                  <a:pt x="382" y="160"/>
                </a:lnTo>
                <a:lnTo>
                  <a:pt x="381" y="160"/>
                </a:lnTo>
                <a:lnTo>
                  <a:pt x="381" y="159"/>
                </a:lnTo>
                <a:lnTo>
                  <a:pt x="380" y="159"/>
                </a:lnTo>
                <a:lnTo>
                  <a:pt x="380" y="160"/>
                </a:lnTo>
                <a:lnTo>
                  <a:pt x="380" y="161"/>
                </a:lnTo>
                <a:lnTo>
                  <a:pt x="379" y="161"/>
                </a:lnTo>
                <a:lnTo>
                  <a:pt x="378" y="161"/>
                </a:lnTo>
                <a:lnTo>
                  <a:pt x="377" y="161"/>
                </a:lnTo>
                <a:lnTo>
                  <a:pt x="376" y="161"/>
                </a:lnTo>
                <a:lnTo>
                  <a:pt x="375" y="161"/>
                </a:lnTo>
                <a:lnTo>
                  <a:pt x="374" y="162"/>
                </a:lnTo>
                <a:lnTo>
                  <a:pt x="374" y="163"/>
                </a:lnTo>
                <a:lnTo>
                  <a:pt x="374" y="164"/>
                </a:lnTo>
                <a:lnTo>
                  <a:pt x="372" y="165"/>
                </a:lnTo>
                <a:lnTo>
                  <a:pt x="373" y="165"/>
                </a:lnTo>
                <a:lnTo>
                  <a:pt x="373" y="166"/>
                </a:lnTo>
                <a:lnTo>
                  <a:pt x="373" y="167"/>
                </a:lnTo>
                <a:lnTo>
                  <a:pt x="373" y="168"/>
                </a:lnTo>
                <a:lnTo>
                  <a:pt x="373" y="169"/>
                </a:lnTo>
                <a:lnTo>
                  <a:pt x="372" y="170"/>
                </a:lnTo>
                <a:lnTo>
                  <a:pt x="372" y="171"/>
                </a:lnTo>
                <a:lnTo>
                  <a:pt x="371" y="171"/>
                </a:lnTo>
                <a:lnTo>
                  <a:pt x="370" y="171"/>
                </a:lnTo>
                <a:lnTo>
                  <a:pt x="369" y="171"/>
                </a:lnTo>
                <a:lnTo>
                  <a:pt x="369" y="172"/>
                </a:lnTo>
                <a:lnTo>
                  <a:pt x="368" y="171"/>
                </a:lnTo>
                <a:lnTo>
                  <a:pt x="367" y="171"/>
                </a:lnTo>
                <a:lnTo>
                  <a:pt x="366" y="171"/>
                </a:lnTo>
                <a:lnTo>
                  <a:pt x="365" y="171"/>
                </a:lnTo>
                <a:lnTo>
                  <a:pt x="365" y="172"/>
                </a:lnTo>
                <a:lnTo>
                  <a:pt x="364" y="172"/>
                </a:lnTo>
                <a:lnTo>
                  <a:pt x="364" y="171"/>
                </a:lnTo>
                <a:lnTo>
                  <a:pt x="363" y="171"/>
                </a:lnTo>
                <a:lnTo>
                  <a:pt x="363" y="172"/>
                </a:lnTo>
                <a:lnTo>
                  <a:pt x="362" y="172"/>
                </a:lnTo>
                <a:lnTo>
                  <a:pt x="361" y="172"/>
                </a:lnTo>
                <a:lnTo>
                  <a:pt x="360" y="172"/>
                </a:lnTo>
                <a:lnTo>
                  <a:pt x="359" y="172"/>
                </a:lnTo>
                <a:lnTo>
                  <a:pt x="359" y="173"/>
                </a:lnTo>
                <a:lnTo>
                  <a:pt x="359" y="174"/>
                </a:lnTo>
                <a:lnTo>
                  <a:pt x="358" y="174"/>
                </a:lnTo>
                <a:lnTo>
                  <a:pt x="357" y="174"/>
                </a:lnTo>
                <a:lnTo>
                  <a:pt x="357" y="173"/>
                </a:lnTo>
                <a:lnTo>
                  <a:pt x="356" y="173"/>
                </a:lnTo>
                <a:lnTo>
                  <a:pt x="356" y="172"/>
                </a:lnTo>
                <a:lnTo>
                  <a:pt x="355" y="172"/>
                </a:lnTo>
                <a:lnTo>
                  <a:pt x="355" y="173"/>
                </a:lnTo>
                <a:lnTo>
                  <a:pt x="354" y="173"/>
                </a:lnTo>
                <a:lnTo>
                  <a:pt x="354" y="174"/>
                </a:lnTo>
                <a:lnTo>
                  <a:pt x="353" y="174"/>
                </a:lnTo>
                <a:lnTo>
                  <a:pt x="352" y="174"/>
                </a:lnTo>
                <a:lnTo>
                  <a:pt x="351" y="174"/>
                </a:lnTo>
                <a:lnTo>
                  <a:pt x="350" y="173"/>
                </a:lnTo>
                <a:lnTo>
                  <a:pt x="350" y="172"/>
                </a:lnTo>
                <a:lnTo>
                  <a:pt x="350" y="171"/>
                </a:lnTo>
                <a:lnTo>
                  <a:pt x="349" y="171"/>
                </a:lnTo>
                <a:lnTo>
                  <a:pt x="349" y="170"/>
                </a:lnTo>
                <a:lnTo>
                  <a:pt x="348" y="170"/>
                </a:lnTo>
                <a:lnTo>
                  <a:pt x="348" y="169"/>
                </a:lnTo>
                <a:lnTo>
                  <a:pt x="347" y="169"/>
                </a:lnTo>
                <a:lnTo>
                  <a:pt x="346" y="169"/>
                </a:lnTo>
                <a:lnTo>
                  <a:pt x="346" y="168"/>
                </a:lnTo>
                <a:lnTo>
                  <a:pt x="345" y="168"/>
                </a:lnTo>
                <a:lnTo>
                  <a:pt x="345" y="167"/>
                </a:lnTo>
                <a:lnTo>
                  <a:pt x="345" y="166"/>
                </a:lnTo>
                <a:lnTo>
                  <a:pt x="344" y="165"/>
                </a:lnTo>
                <a:lnTo>
                  <a:pt x="344" y="166"/>
                </a:lnTo>
                <a:lnTo>
                  <a:pt x="343" y="166"/>
                </a:lnTo>
                <a:lnTo>
                  <a:pt x="342" y="166"/>
                </a:lnTo>
                <a:lnTo>
                  <a:pt x="341" y="166"/>
                </a:lnTo>
                <a:lnTo>
                  <a:pt x="341" y="167"/>
                </a:lnTo>
                <a:lnTo>
                  <a:pt x="340" y="167"/>
                </a:lnTo>
                <a:lnTo>
                  <a:pt x="340" y="168"/>
                </a:lnTo>
                <a:lnTo>
                  <a:pt x="340" y="169"/>
                </a:lnTo>
                <a:lnTo>
                  <a:pt x="339" y="170"/>
                </a:lnTo>
                <a:lnTo>
                  <a:pt x="338" y="170"/>
                </a:lnTo>
                <a:lnTo>
                  <a:pt x="338" y="169"/>
                </a:lnTo>
                <a:lnTo>
                  <a:pt x="337" y="169"/>
                </a:lnTo>
                <a:lnTo>
                  <a:pt x="335" y="169"/>
                </a:lnTo>
                <a:lnTo>
                  <a:pt x="334" y="170"/>
                </a:lnTo>
                <a:lnTo>
                  <a:pt x="334" y="171"/>
                </a:lnTo>
                <a:lnTo>
                  <a:pt x="334" y="172"/>
                </a:lnTo>
                <a:lnTo>
                  <a:pt x="333" y="172"/>
                </a:lnTo>
                <a:lnTo>
                  <a:pt x="332" y="172"/>
                </a:lnTo>
                <a:lnTo>
                  <a:pt x="331" y="172"/>
                </a:lnTo>
                <a:lnTo>
                  <a:pt x="330" y="172"/>
                </a:lnTo>
                <a:lnTo>
                  <a:pt x="329" y="173"/>
                </a:lnTo>
                <a:lnTo>
                  <a:pt x="328" y="175"/>
                </a:lnTo>
                <a:lnTo>
                  <a:pt x="327" y="176"/>
                </a:lnTo>
                <a:lnTo>
                  <a:pt x="326" y="177"/>
                </a:lnTo>
                <a:lnTo>
                  <a:pt x="324" y="177"/>
                </a:lnTo>
                <a:lnTo>
                  <a:pt x="324" y="178"/>
                </a:lnTo>
                <a:lnTo>
                  <a:pt x="323" y="179"/>
                </a:lnTo>
                <a:lnTo>
                  <a:pt x="323" y="180"/>
                </a:lnTo>
                <a:lnTo>
                  <a:pt x="322" y="180"/>
                </a:lnTo>
                <a:lnTo>
                  <a:pt x="321" y="180"/>
                </a:lnTo>
                <a:lnTo>
                  <a:pt x="321" y="179"/>
                </a:lnTo>
                <a:lnTo>
                  <a:pt x="320" y="179"/>
                </a:lnTo>
                <a:lnTo>
                  <a:pt x="320" y="180"/>
                </a:lnTo>
                <a:lnTo>
                  <a:pt x="319" y="181"/>
                </a:lnTo>
                <a:lnTo>
                  <a:pt x="319" y="183"/>
                </a:lnTo>
                <a:lnTo>
                  <a:pt x="319" y="185"/>
                </a:lnTo>
                <a:lnTo>
                  <a:pt x="320" y="186"/>
                </a:lnTo>
                <a:lnTo>
                  <a:pt x="320" y="188"/>
                </a:lnTo>
                <a:lnTo>
                  <a:pt x="319" y="190"/>
                </a:lnTo>
                <a:lnTo>
                  <a:pt x="320" y="190"/>
                </a:lnTo>
                <a:lnTo>
                  <a:pt x="320" y="191"/>
                </a:lnTo>
                <a:lnTo>
                  <a:pt x="321" y="192"/>
                </a:lnTo>
                <a:lnTo>
                  <a:pt x="322" y="193"/>
                </a:lnTo>
                <a:lnTo>
                  <a:pt x="322" y="194"/>
                </a:lnTo>
                <a:lnTo>
                  <a:pt x="323" y="195"/>
                </a:lnTo>
                <a:lnTo>
                  <a:pt x="324" y="195"/>
                </a:lnTo>
                <a:lnTo>
                  <a:pt x="325" y="195"/>
                </a:lnTo>
                <a:lnTo>
                  <a:pt x="326" y="195"/>
                </a:lnTo>
                <a:lnTo>
                  <a:pt x="326" y="196"/>
                </a:lnTo>
                <a:lnTo>
                  <a:pt x="327" y="197"/>
                </a:lnTo>
                <a:lnTo>
                  <a:pt x="327" y="198"/>
                </a:lnTo>
                <a:lnTo>
                  <a:pt x="326" y="198"/>
                </a:lnTo>
                <a:lnTo>
                  <a:pt x="326" y="199"/>
                </a:lnTo>
                <a:lnTo>
                  <a:pt x="325" y="199"/>
                </a:lnTo>
                <a:lnTo>
                  <a:pt x="325" y="200"/>
                </a:lnTo>
                <a:lnTo>
                  <a:pt x="325" y="201"/>
                </a:lnTo>
                <a:lnTo>
                  <a:pt x="325" y="203"/>
                </a:lnTo>
                <a:lnTo>
                  <a:pt x="325" y="204"/>
                </a:lnTo>
                <a:lnTo>
                  <a:pt x="324" y="204"/>
                </a:lnTo>
                <a:lnTo>
                  <a:pt x="323" y="203"/>
                </a:lnTo>
                <a:lnTo>
                  <a:pt x="322" y="203"/>
                </a:lnTo>
                <a:lnTo>
                  <a:pt x="321" y="204"/>
                </a:lnTo>
                <a:lnTo>
                  <a:pt x="320" y="207"/>
                </a:lnTo>
                <a:lnTo>
                  <a:pt x="320" y="208"/>
                </a:lnTo>
                <a:lnTo>
                  <a:pt x="319" y="209"/>
                </a:lnTo>
                <a:lnTo>
                  <a:pt x="318" y="210"/>
                </a:lnTo>
                <a:lnTo>
                  <a:pt x="317" y="209"/>
                </a:lnTo>
                <a:lnTo>
                  <a:pt x="316" y="209"/>
                </a:lnTo>
                <a:lnTo>
                  <a:pt x="316" y="208"/>
                </a:lnTo>
                <a:lnTo>
                  <a:pt x="315" y="208"/>
                </a:lnTo>
                <a:lnTo>
                  <a:pt x="314" y="208"/>
                </a:lnTo>
                <a:lnTo>
                  <a:pt x="314" y="210"/>
                </a:lnTo>
                <a:lnTo>
                  <a:pt x="314" y="211"/>
                </a:lnTo>
                <a:lnTo>
                  <a:pt x="314" y="212"/>
                </a:lnTo>
                <a:lnTo>
                  <a:pt x="315" y="212"/>
                </a:lnTo>
                <a:lnTo>
                  <a:pt x="315" y="213"/>
                </a:lnTo>
                <a:lnTo>
                  <a:pt x="314" y="213"/>
                </a:lnTo>
                <a:lnTo>
                  <a:pt x="314" y="214"/>
                </a:lnTo>
                <a:lnTo>
                  <a:pt x="313" y="214"/>
                </a:lnTo>
                <a:lnTo>
                  <a:pt x="312" y="215"/>
                </a:lnTo>
                <a:lnTo>
                  <a:pt x="311" y="215"/>
                </a:lnTo>
                <a:lnTo>
                  <a:pt x="309" y="215"/>
                </a:lnTo>
                <a:lnTo>
                  <a:pt x="307" y="214"/>
                </a:lnTo>
                <a:lnTo>
                  <a:pt x="306" y="215"/>
                </a:lnTo>
                <a:lnTo>
                  <a:pt x="305" y="216"/>
                </a:lnTo>
                <a:lnTo>
                  <a:pt x="304" y="217"/>
                </a:lnTo>
                <a:lnTo>
                  <a:pt x="304" y="218"/>
                </a:lnTo>
                <a:lnTo>
                  <a:pt x="304" y="219"/>
                </a:lnTo>
                <a:lnTo>
                  <a:pt x="305" y="219"/>
                </a:lnTo>
                <a:lnTo>
                  <a:pt x="305" y="220"/>
                </a:lnTo>
                <a:lnTo>
                  <a:pt x="303" y="222"/>
                </a:lnTo>
                <a:lnTo>
                  <a:pt x="302" y="222"/>
                </a:lnTo>
                <a:lnTo>
                  <a:pt x="301" y="223"/>
                </a:lnTo>
                <a:lnTo>
                  <a:pt x="300" y="224"/>
                </a:lnTo>
                <a:lnTo>
                  <a:pt x="300" y="225"/>
                </a:lnTo>
                <a:lnTo>
                  <a:pt x="300" y="226"/>
                </a:lnTo>
                <a:lnTo>
                  <a:pt x="300" y="227"/>
                </a:lnTo>
                <a:lnTo>
                  <a:pt x="300" y="228"/>
                </a:lnTo>
                <a:lnTo>
                  <a:pt x="299" y="228"/>
                </a:lnTo>
                <a:lnTo>
                  <a:pt x="300" y="229"/>
                </a:lnTo>
                <a:lnTo>
                  <a:pt x="300" y="230"/>
                </a:lnTo>
                <a:lnTo>
                  <a:pt x="300" y="231"/>
                </a:lnTo>
                <a:lnTo>
                  <a:pt x="300" y="232"/>
                </a:lnTo>
                <a:lnTo>
                  <a:pt x="301" y="232"/>
                </a:lnTo>
                <a:lnTo>
                  <a:pt x="302" y="233"/>
                </a:lnTo>
                <a:lnTo>
                  <a:pt x="303" y="234"/>
                </a:lnTo>
                <a:lnTo>
                  <a:pt x="302" y="234"/>
                </a:lnTo>
                <a:lnTo>
                  <a:pt x="302" y="235"/>
                </a:lnTo>
                <a:lnTo>
                  <a:pt x="301" y="235"/>
                </a:lnTo>
                <a:lnTo>
                  <a:pt x="301" y="236"/>
                </a:lnTo>
                <a:lnTo>
                  <a:pt x="301" y="238"/>
                </a:lnTo>
                <a:lnTo>
                  <a:pt x="300" y="238"/>
                </a:lnTo>
                <a:lnTo>
                  <a:pt x="299" y="238"/>
                </a:lnTo>
                <a:lnTo>
                  <a:pt x="298" y="238"/>
                </a:lnTo>
                <a:lnTo>
                  <a:pt x="297" y="243"/>
                </a:lnTo>
                <a:lnTo>
                  <a:pt x="298" y="243"/>
                </a:lnTo>
                <a:lnTo>
                  <a:pt x="298" y="244"/>
                </a:lnTo>
                <a:lnTo>
                  <a:pt x="298" y="245"/>
                </a:lnTo>
                <a:lnTo>
                  <a:pt x="299" y="245"/>
                </a:lnTo>
                <a:lnTo>
                  <a:pt x="300" y="246"/>
                </a:lnTo>
                <a:lnTo>
                  <a:pt x="301" y="246"/>
                </a:lnTo>
                <a:lnTo>
                  <a:pt x="301" y="247"/>
                </a:lnTo>
                <a:lnTo>
                  <a:pt x="300" y="248"/>
                </a:lnTo>
                <a:lnTo>
                  <a:pt x="299" y="249"/>
                </a:lnTo>
                <a:lnTo>
                  <a:pt x="299" y="252"/>
                </a:lnTo>
                <a:lnTo>
                  <a:pt x="299" y="254"/>
                </a:lnTo>
                <a:lnTo>
                  <a:pt x="299" y="255"/>
                </a:lnTo>
                <a:lnTo>
                  <a:pt x="301" y="257"/>
                </a:lnTo>
                <a:lnTo>
                  <a:pt x="302" y="257"/>
                </a:lnTo>
                <a:lnTo>
                  <a:pt x="303" y="257"/>
                </a:lnTo>
                <a:lnTo>
                  <a:pt x="304" y="257"/>
                </a:lnTo>
                <a:lnTo>
                  <a:pt x="306" y="257"/>
                </a:lnTo>
                <a:lnTo>
                  <a:pt x="308" y="257"/>
                </a:lnTo>
                <a:lnTo>
                  <a:pt x="309" y="257"/>
                </a:lnTo>
                <a:lnTo>
                  <a:pt x="309" y="258"/>
                </a:lnTo>
                <a:lnTo>
                  <a:pt x="310" y="258"/>
                </a:lnTo>
                <a:lnTo>
                  <a:pt x="310" y="259"/>
                </a:lnTo>
                <a:lnTo>
                  <a:pt x="311" y="260"/>
                </a:lnTo>
                <a:lnTo>
                  <a:pt x="312" y="260"/>
                </a:lnTo>
                <a:lnTo>
                  <a:pt x="313" y="260"/>
                </a:lnTo>
                <a:lnTo>
                  <a:pt x="314" y="260"/>
                </a:lnTo>
                <a:lnTo>
                  <a:pt x="315" y="260"/>
                </a:lnTo>
                <a:lnTo>
                  <a:pt x="315" y="262"/>
                </a:lnTo>
                <a:lnTo>
                  <a:pt x="318" y="264"/>
                </a:lnTo>
                <a:lnTo>
                  <a:pt x="320" y="264"/>
                </a:lnTo>
                <a:lnTo>
                  <a:pt x="321" y="265"/>
                </a:lnTo>
                <a:lnTo>
                  <a:pt x="322" y="265"/>
                </a:lnTo>
                <a:lnTo>
                  <a:pt x="323" y="264"/>
                </a:lnTo>
                <a:lnTo>
                  <a:pt x="324" y="264"/>
                </a:lnTo>
                <a:lnTo>
                  <a:pt x="325" y="264"/>
                </a:lnTo>
                <a:lnTo>
                  <a:pt x="325" y="265"/>
                </a:lnTo>
                <a:lnTo>
                  <a:pt x="324" y="267"/>
                </a:lnTo>
                <a:lnTo>
                  <a:pt x="323" y="268"/>
                </a:lnTo>
                <a:lnTo>
                  <a:pt x="323" y="269"/>
                </a:lnTo>
                <a:lnTo>
                  <a:pt x="323" y="270"/>
                </a:lnTo>
                <a:lnTo>
                  <a:pt x="324" y="270"/>
                </a:lnTo>
                <a:lnTo>
                  <a:pt x="325" y="271"/>
                </a:lnTo>
                <a:lnTo>
                  <a:pt x="327" y="273"/>
                </a:lnTo>
                <a:lnTo>
                  <a:pt x="329" y="275"/>
                </a:lnTo>
                <a:lnTo>
                  <a:pt x="329" y="280"/>
                </a:lnTo>
                <a:lnTo>
                  <a:pt x="328" y="281"/>
                </a:lnTo>
                <a:lnTo>
                  <a:pt x="328" y="282"/>
                </a:lnTo>
                <a:lnTo>
                  <a:pt x="329" y="282"/>
                </a:lnTo>
                <a:lnTo>
                  <a:pt x="330" y="282"/>
                </a:lnTo>
                <a:lnTo>
                  <a:pt x="331" y="283"/>
                </a:lnTo>
                <a:lnTo>
                  <a:pt x="333" y="286"/>
                </a:lnTo>
                <a:lnTo>
                  <a:pt x="333" y="287"/>
                </a:lnTo>
                <a:lnTo>
                  <a:pt x="334" y="289"/>
                </a:lnTo>
                <a:lnTo>
                  <a:pt x="335" y="289"/>
                </a:lnTo>
                <a:lnTo>
                  <a:pt x="336" y="290"/>
                </a:lnTo>
                <a:lnTo>
                  <a:pt x="338" y="294"/>
                </a:lnTo>
                <a:lnTo>
                  <a:pt x="338" y="295"/>
                </a:lnTo>
                <a:lnTo>
                  <a:pt x="337" y="296"/>
                </a:lnTo>
                <a:lnTo>
                  <a:pt x="337" y="297"/>
                </a:lnTo>
                <a:lnTo>
                  <a:pt x="337" y="299"/>
                </a:lnTo>
                <a:lnTo>
                  <a:pt x="337" y="300"/>
                </a:lnTo>
                <a:lnTo>
                  <a:pt x="338" y="300"/>
                </a:lnTo>
                <a:lnTo>
                  <a:pt x="339" y="300"/>
                </a:lnTo>
                <a:lnTo>
                  <a:pt x="340" y="300"/>
                </a:lnTo>
                <a:lnTo>
                  <a:pt x="341" y="300"/>
                </a:lnTo>
                <a:lnTo>
                  <a:pt x="341" y="301"/>
                </a:lnTo>
                <a:lnTo>
                  <a:pt x="342" y="302"/>
                </a:lnTo>
                <a:lnTo>
                  <a:pt x="343" y="302"/>
                </a:lnTo>
                <a:lnTo>
                  <a:pt x="343" y="303"/>
                </a:lnTo>
                <a:lnTo>
                  <a:pt x="344" y="303"/>
                </a:lnTo>
                <a:lnTo>
                  <a:pt x="344" y="304"/>
                </a:lnTo>
                <a:lnTo>
                  <a:pt x="344" y="305"/>
                </a:lnTo>
                <a:lnTo>
                  <a:pt x="344" y="306"/>
                </a:lnTo>
                <a:lnTo>
                  <a:pt x="344" y="307"/>
                </a:lnTo>
                <a:lnTo>
                  <a:pt x="343" y="307"/>
                </a:lnTo>
                <a:lnTo>
                  <a:pt x="342" y="307"/>
                </a:lnTo>
                <a:lnTo>
                  <a:pt x="341" y="307"/>
                </a:lnTo>
                <a:lnTo>
                  <a:pt x="340" y="307"/>
                </a:lnTo>
                <a:lnTo>
                  <a:pt x="340" y="308"/>
                </a:lnTo>
                <a:lnTo>
                  <a:pt x="339" y="310"/>
                </a:lnTo>
                <a:lnTo>
                  <a:pt x="340" y="311"/>
                </a:lnTo>
                <a:lnTo>
                  <a:pt x="341" y="311"/>
                </a:lnTo>
                <a:lnTo>
                  <a:pt x="341" y="310"/>
                </a:lnTo>
                <a:lnTo>
                  <a:pt x="342" y="310"/>
                </a:lnTo>
                <a:lnTo>
                  <a:pt x="343" y="310"/>
                </a:lnTo>
                <a:lnTo>
                  <a:pt x="343" y="309"/>
                </a:lnTo>
                <a:lnTo>
                  <a:pt x="344" y="309"/>
                </a:lnTo>
                <a:lnTo>
                  <a:pt x="345" y="309"/>
                </a:lnTo>
                <a:lnTo>
                  <a:pt x="345" y="310"/>
                </a:lnTo>
                <a:lnTo>
                  <a:pt x="346" y="310"/>
                </a:lnTo>
                <a:lnTo>
                  <a:pt x="348" y="310"/>
                </a:lnTo>
                <a:lnTo>
                  <a:pt x="348" y="311"/>
                </a:lnTo>
                <a:lnTo>
                  <a:pt x="349" y="311"/>
                </a:lnTo>
                <a:lnTo>
                  <a:pt x="349" y="310"/>
                </a:lnTo>
                <a:lnTo>
                  <a:pt x="349" y="311"/>
                </a:lnTo>
                <a:lnTo>
                  <a:pt x="350" y="311"/>
                </a:lnTo>
                <a:lnTo>
                  <a:pt x="350" y="312"/>
                </a:lnTo>
                <a:lnTo>
                  <a:pt x="351" y="312"/>
                </a:lnTo>
                <a:lnTo>
                  <a:pt x="352" y="312"/>
                </a:lnTo>
                <a:lnTo>
                  <a:pt x="352" y="314"/>
                </a:lnTo>
                <a:lnTo>
                  <a:pt x="353" y="314"/>
                </a:lnTo>
                <a:lnTo>
                  <a:pt x="353" y="315"/>
                </a:lnTo>
                <a:lnTo>
                  <a:pt x="352" y="315"/>
                </a:lnTo>
                <a:lnTo>
                  <a:pt x="352" y="317"/>
                </a:lnTo>
                <a:lnTo>
                  <a:pt x="353" y="317"/>
                </a:lnTo>
                <a:lnTo>
                  <a:pt x="352" y="318"/>
                </a:lnTo>
                <a:lnTo>
                  <a:pt x="351" y="318"/>
                </a:lnTo>
                <a:lnTo>
                  <a:pt x="351" y="319"/>
                </a:lnTo>
                <a:lnTo>
                  <a:pt x="350" y="319"/>
                </a:lnTo>
                <a:lnTo>
                  <a:pt x="350" y="320"/>
                </a:lnTo>
                <a:lnTo>
                  <a:pt x="350" y="321"/>
                </a:lnTo>
                <a:lnTo>
                  <a:pt x="351" y="321"/>
                </a:lnTo>
                <a:lnTo>
                  <a:pt x="352" y="322"/>
                </a:lnTo>
                <a:lnTo>
                  <a:pt x="351" y="322"/>
                </a:lnTo>
                <a:lnTo>
                  <a:pt x="351" y="323"/>
                </a:lnTo>
                <a:lnTo>
                  <a:pt x="351" y="324"/>
                </a:lnTo>
                <a:lnTo>
                  <a:pt x="350" y="324"/>
                </a:lnTo>
                <a:lnTo>
                  <a:pt x="350" y="325"/>
                </a:lnTo>
                <a:lnTo>
                  <a:pt x="349" y="325"/>
                </a:lnTo>
                <a:lnTo>
                  <a:pt x="348" y="325"/>
                </a:lnTo>
                <a:lnTo>
                  <a:pt x="349" y="326"/>
                </a:lnTo>
                <a:lnTo>
                  <a:pt x="349" y="327"/>
                </a:lnTo>
                <a:lnTo>
                  <a:pt x="348" y="327"/>
                </a:lnTo>
                <a:lnTo>
                  <a:pt x="349" y="327"/>
                </a:lnTo>
                <a:lnTo>
                  <a:pt x="349" y="328"/>
                </a:lnTo>
                <a:lnTo>
                  <a:pt x="348" y="328"/>
                </a:lnTo>
                <a:lnTo>
                  <a:pt x="347" y="328"/>
                </a:lnTo>
                <a:lnTo>
                  <a:pt x="347" y="329"/>
                </a:lnTo>
                <a:lnTo>
                  <a:pt x="347" y="330"/>
                </a:lnTo>
                <a:lnTo>
                  <a:pt x="347" y="331"/>
                </a:lnTo>
                <a:lnTo>
                  <a:pt x="346" y="331"/>
                </a:lnTo>
                <a:lnTo>
                  <a:pt x="345" y="331"/>
                </a:lnTo>
                <a:lnTo>
                  <a:pt x="345" y="332"/>
                </a:lnTo>
                <a:lnTo>
                  <a:pt x="344" y="332"/>
                </a:lnTo>
                <a:lnTo>
                  <a:pt x="344" y="333"/>
                </a:lnTo>
                <a:lnTo>
                  <a:pt x="344" y="334"/>
                </a:lnTo>
                <a:lnTo>
                  <a:pt x="343" y="334"/>
                </a:lnTo>
                <a:lnTo>
                  <a:pt x="343" y="335"/>
                </a:lnTo>
                <a:lnTo>
                  <a:pt x="343" y="336"/>
                </a:lnTo>
                <a:lnTo>
                  <a:pt x="343" y="337"/>
                </a:lnTo>
                <a:lnTo>
                  <a:pt x="343" y="338"/>
                </a:lnTo>
                <a:lnTo>
                  <a:pt x="343" y="339"/>
                </a:lnTo>
                <a:lnTo>
                  <a:pt x="342" y="339"/>
                </a:lnTo>
                <a:lnTo>
                  <a:pt x="341" y="340"/>
                </a:lnTo>
                <a:lnTo>
                  <a:pt x="341" y="341"/>
                </a:lnTo>
                <a:lnTo>
                  <a:pt x="340" y="340"/>
                </a:lnTo>
                <a:lnTo>
                  <a:pt x="339" y="341"/>
                </a:lnTo>
                <a:lnTo>
                  <a:pt x="338" y="342"/>
                </a:lnTo>
                <a:lnTo>
                  <a:pt x="337" y="342"/>
                </a:lnTo>
                <a:lnTo>
                  <a:pt x="337" y="343"/>
                </a:lnTo>
                <a:lnTo>
                  <a:pt x="336" y="344"/>
                </a:lnTo>
                <a:lnTo>
                  <a:pt x="336" y="345"/>
                </a:lnTo>
                <a:lnTo>
                  <a:pt x="336" y="346"/>
                </a:lnTo>
                <a:lnTo>
                  <a:pt x="336" y="347"/>
                </a:lnTo>
                <a:lnTo>
                  <a:pt x="336" y="348"/>
                </a:lnTo>
                <a:lnTo>
                  <a:pt x="335" y="349"/>
                </a:lnTo>
                <a:lnTo>
                  <a:pt x="335" y="348"/>
                </a:lnTo>
                <a:lnTo>
                  <a:pt x="334" y="348"/>
                </a:lnTo>
                <a:lnTo>
                  <a:pt x="333" y="348"/>
                </a:lnTo>
                <a:lnTo>
                  <a:pt x="333" y="349"/>
                </a:lnTo>
                <a:lnTo>
                  <a:pt x="333" y="350"/>
                </a:lnTo>
                <a:lnTo>
                  <a:pt x="332" y="350"/>
                </a:lnTo>
                <a:lnTo>
                  <a:pt x="332" y="351"/>
                </a:lnTo>
                <a:lnTo>
                  <a:pt x="331" y="351"/>
                </a:lnTo>
                <a:lnTo>
                  <a:pt x="331" y="352"/>
                </a:lnTo>
                <a:lnTo>
                  <a:pt x="331" y="355"/>
                </a:lnTo>
                <a:lnTo>
                  <a:pt x="330" y="355"/>
                </a:lnTo>
                <a:lnTo>
                  <a:pt x="330" y="356"/>
                </a:lnTo>
                <a:lnTo>
                  <a:pt x="329" y="357"/>
                </a:lnTo>
                <a:lnTo>
                  <a:pt x="330" y="357"/>
                </a:lnTo>
                <a:lnTo>
                  <a:pt x="330" y="358"/>
                </a:lnTo>
                <a:lnTo>
                  <a:pt x="329" y="358"/>
                </a:lnTo>
                <a:lnTo>
                  <a:pt x="328" y="361"/>
                </a:lnTo>
                <a:lnTo>
                  <a:pt x="325" y="364"/>
                </a:lnTo>
                <a:lnTo>
                  <a:pt x="325" y="365"/>
                </a:lnTo>
                <a:lnTo>
                  <a:pt x="325" y="366"/>
                </a:lnTo>
                <a:lnTo>
                  <a:pt x="324" y="366"/>
                </a:lnTo>
                <a:lnTo>
                  <a:pt x="323" y="366"/>
                </a:lnTo>
                <a:lnTo>
                  <a:pt x="323" y="367"/>
                </a:lnTo>
                <a:lnTo>
                  <a:pt x="322" y="367"/>
                </a:lnTo>
                <a:lnTo>
                  <a:pt x="322" y="368"/>
                </a:lnTo>
                <a:lnTo>
                  <a:pt x="321" y="368"/>
                </a:lnTo>
                <a:lnTo>
                  <a:pt x="320" y="367"/>
                </a:lnTo>
                <a:lnTo>
                  <a:pt x="320" y="368"/>
                </a:lnTo>
                <a:lnTo>
                  <a:pt x="319" y="368"/>
                </a:lnTo>
                <a:lnTo>
                  <a:pt x="319" y="369"/>
                </a:lnTo>
                <a:lnTo>
                  <a:pt x="319" y="370"/>
                </a:lnTo>
                <a:lnTo>
                  <a:pt x="320" y="371"/>
                </a:lnTo>
                <a:lnTo>
                  <a:pt x="320" y="373"/>
                </a:lnTo>
                <a:lnTo>
                  <a:pt x="319" y="374"/>
                </a:lnTo>
                <a:lnTo>
                  <a:pt x="318" y="374"/>
                </a:lnTo>
                <a:lnTo>
                  <a:pt x="318" y="375"/>
                </a:lnTo>
                <a:lnTo>
                  <a:pt x="319" y="375"/>
                </a:lnTo>
                <a:lnTo>
                  <a:pt x="318" y="376"/>
                </a:lnTo>
                <a:lnTo>
                  <a:pt x="320" y="377"/>
                </a:lnTo>
                <a:lnTo>
                  <a:pt x="320" y="378"/>
                </a:lnTo>
                <a:lnTo>
                  <a:pt x="320" y="377"/>
                </a:lnTo>
                <a:lnTo>
                  <a:pt x="321" y="378"/>
                </a:lnTo>
                <a:lnTo>
                  <a:pt x="321" y="379"/>
                </a:lnTo>
                <a:lnTo>
                  <a:pt x="320" y="380"/>
                </a:lnTo>
                <a:lnTo>
                  <a:pt x="320" y="381"/>
                </a:lnTo>
                <a:lnTo>
                  <a:pt x="319" y="382"/>
                </a:lnTo>
                <a:lnTo>
                  <a:pt x="320" y="383"/>
                </a:lnTo>
                <a:lnTo>
                  <a:pt x="321" y="383"/>
                </a:lnTo>
                <a:lnTo>
                  <a:pt x="322" y="384"/>
                </a:lnTo>
                <a:lnTo>
                  <a:pt x="321" y="384"/>
                </a:lnTo>
                <a:lnTo>
                  <a:pt x="320" y="385"/>
                </a:lnTo>
                <a:lnTo>
                  <a:pt x="319" y="387"/>
                </a:lnTo>
                <a:lnTo>
                  <a:pt x="318" y="387"/>
                </a:lnTo>
                <a:lnTo>
                  <a:pt x="318" y="388"/>
                </a:lnTo>
                <a:lnTo>
                  <a:pt x="319" y="390"/>
                </a:lnTo>
                <a:lnTo>
                  <a:pt x="320" y="392"/>
                </a:lnTo>
                <a:lnTo>
                  <a:pt x="321" y="393"/>
                </a:lnTo>
                <a:lnTo>
                  <a:pt x="322" y="395"/>
                </a:lnTo>
                <a:lnTo>
                  <a:pt x="322" y="396"/>
                </a:lnTo>
                <a:lnTo>
                  <a:pt x="321" y="397"/>
                </a:lnTo>
                <a:lnTo>
                  <a:pt x="320" y="397"/>
                </a:lnTo>
                <a:lnTo>
                  <a:pt x="318" y="398"/>
                </a:lnTo>
                <a:lnTo>
                  <a:pt x="318" y="399"/>
                </a:lnTo>
                <a:lnTo>
                  <a:pt x="317" y="399"/>
                </a:lnTo>
                <a:lnTo>
                  <a:pt x="316" y="398"/>
                </a:lnTo>
                <a:lnTo>
                  <a:pt x="316" y="397"/>
                </a:lnTo>
                <a:lnTo>
                  <a:pt x="316" y="396"/>
                </a:lnTo>
                <a:lnTo>
                  <a:pt x="316" y="395"/>
                </a:lnTo>
                <a:lnTo>
                  <a:pt x="314" y="395"/>
                </a:lnTo>
                <a:lnTo>
                  <a:pt x="313" y="395"/>
                </a:lnTo>
                <a:lnTo>
                  <a:pt x="312" y="396"/>
                </a:lnTo>
                <a:lnTo>
                  <a:pt x="312" y="397"/>
                </a:lnTo>
                <a:lnTo>
                  <a:pt x="311" y="398"/>
                </a:lnTo>
                <a:lnTo>
                  <a:pt x="311" y="399"/>
                </a:lnTo>
                <a:lnTo>
                  <a:pt x="311" y="401"/>
                </a:lnTo>
                <a:lnTo>
                  <a:pt x="310" y="403"/>
                </a:lnTo>
                <a:lnTo>
                  <a:pt x="311" y="404"/>
                </a:lnTo>
                <a:lnTo>
                  <a:pt x="310" y="405"/>
                </a:lnTo>
                <a:lnTo>
                  <a:pt x="309" y="405"/>
                </a:lnTo>
                <a:lnTo>
                  <a:pt x="307" y="406"/>
                </a:lnTo>
                <a:lnTo>
                  <a:pt x="305" y="408"/>
                </a:lnTo>
                <a:lnTo>
                  <a:pt x="304" y="409"/>
                </a:lnTo>
                <a:lnTo>
                  <a:pt x="303" y="409"/>
                </a:lnTo>
                <a:lnTo>
                  <a:pt x="302" y="408"/>
                </a:lnTo>
                <a:lnTo>
                  <a:pt x="299" y="409"/>
                </a:lnTo>
                <a:lnTo>
                  <a:pt x="298" y="409"/>
                </a:lnTo>
                <a:lnTo>
                  <a:pt x="299" y="409"/>
                </a:lnTo>
                <a:lnTo>
                  <a:pt x="299" y="410"/>
                </a:lnTo>
                <a:lnTo>
                  <a:pt x="298" y="410"/>
                </a:lnTo>
                <a:lnTo>
                  <a:pt x="298" y="411"/>
                </a:lnTo>
                <a:lnTo>
                  <a:pt x="297" y="411"/>
                </a:lnTo>
                <a:lnTo>
                  <a:pt x="296" y="411"/>
                </a:lnTo>
                <a:lnTo>
                  <a:pt x="296" y="410"/>
                </a:lnTo>
                <a:lnTo>
                  <a:pt x="295" y="410"/>
                </a:lnTo>
                <a:lnTo>
                  <a:pt x="294" y="410"/>
                </a:lnTo>
                <a:lnTo>
                  <a:pt x="293" y="410"/>
                </a:lnTo>
                <a:lnTo>
                  <a:pt x="292" y="412"/>
                </a:lnTo>
                <a:lnTo>
                  <a:pt x="291" y="412"/>
                </a:lnTo>
                <a:lnTo>
                  <a:pt x="291" y="413"/>
                </a:lnTo>
                <a:lnTo>
                  <a:pt x="292" y="413"/>
                </a:lnTo>
                <a:lnTo>
                  <a:pt x="292" y="414"/>
                </a:lnTo>
                <a:lnTo>
                  <a:pt x="293" y="414"/>
                </a:lnTo>
                <a:lnTo>
                  <a:pt x="294" y="413"/>
                </a:lnTo>
                <a:lnTo>
                  <a:pt x="295" y="413"/>
                </a:lnTo>
                <a:lnTo>
                  <a:pt x="296" y="414"/>
                </a:lnTo>
                <a:lnTo>
                  <a:pt x="296" y="415"/>
                </a:lnTo>
                <a:lnTo>
                  <a:pt x="294" y="417"/>
                </a:lnTo>
                <a:lnTo>
                  <a:pt x="293" y="418"/>
                </a:lnTo>
                <a:lnTo>
                  <a:pt x="293" y="419"/>
                </a:lnTo>
                <a:lnTo>
                  <a:pt x="293" y="420"/>
                </a:lnTo>
                <a:lnTo>
                  <a:pt x="294" y="421"/>
                </a:lnTo>
                <a:lnTo>
                  <a:pt x="297" y="422"/>
                </a:lnTo>
                <a:lnTo>
                  <a:pt x="299" y="422"/>
                </a:lnTo>
                <a:lnTo>
                  <a:pt x="299" y="423"/>
                </a:lnTo>
                <a:lnTo>
                  <a:pt x="299" y="424"/>
                </a:lnTo>
                <a:lnTo>
                  <a:pt x="298" y="425"/>
                </a:lnTo>
                <a:lnTo>
                  <a:pt x="299" y="425"/>
                </a:lnTo>
                <a:lnTo>
                  <a:pt x="299" y="426"/>
                </a:lnTo>
                <a:lnTo>
                  <a:pt x="300" y="426"/>
                </a:lnTo>
                <a:lnTo>
                  <a:pt x="301" y="427"/>
                </a:lnTo>
                <a:lnTo>
                  <a:pt x="303" y="428"/>
                </a:lnTo>
                <a:lnTo>
                  <a:pt x="303" y="429"/>
                </a:lnTo>
                <a:lnTo>
                  <a:pt x="303" y="430"/>
                </a:lnTo>
                <a:lnTo>
                  <a:pt x="302" y="430"/>
                </a:lnTo>
                <a:lnTo>
                  <a:pt x="299" y="430"/>
                </a:lnTo>
                <a:lnTo>
                  <a:pt x="299" y="431"/>
                </a:lnTo>
                <a:lnTo>
                  <a:pt x="300" y="431"/>
                </a:lnTo>
                <a:lnTo>
                  <a:pt x="301" y="431"/>
                </a:lnTo>
                <a:lnTo>
                  <a:pt x="301" y="432"/>
                </a:lnTo>
                <a:lnTo>
                  <a:pt x="300" y="434"/>
                </a:lnTo>
                <a:lnTo>
                  <a:pt x="300" y="435"/>
                </a:lnTo>
                <a:lnTo>
                  <a:pt x="301" y="435"/>
                </a:lnTo>
                <a:lnTo>
                  <a:pt x="302" y="436"/>
                </a:lnTo>
                <a:lnTo>
                  <a:pt x="302" y="437"/>
                </a:lnTo>
                <a:lnTo>
                  <a:pt x="303" y="439"/>
                </a:lnTo>
                <a:lnTo>
                  <a:pt x="304" y="439"/>
                </a:lnTo>
                <a:lnTo>
                  <a:pt x="305" y="439"/>
                </a:lnTo>
                <a:lnTo>
                  <a:pt x="306" y="439"/>
                </a:lnTo>
                <a:lnTo>
                  <a:pt x="308" y="440"/>
                </a:lnTo>
                <a:lnTo>
                  <a:pt x="309" y="441"/>
                </a:lnTo>
                <a:lnTo>
                  <a:pt x="309" y="442"/>
                </a:lnTo>
                <a:lnTo>
                  <a:pt x="311" y="442"/>
                </a:lnTo>
                <a:lnTo>
                  <a:pt x="312" y="442"/>
                </a:lnTo>
                <a:lnTo>
                  <a:pt x="313" y="442"/>
                </a:lnTo>
                <a:lnTo>
                  <a:pt x="314" y="442"/>
                </a:lnTo>
                <a:lnTo>
                  <a:pt x="314" y="444"/>
                </a:lnTo>
                <a:lnTo>
                  <a:pt x="315" y="445"/>
                </a:lnTo>
                <a:lnTo>
                  <a:pt x="316" y="447"/>
                </a:lnTo>
                <a:lnTo>
                  <a:pt x="317" y="447"/>
                </a:lnTo>
                <a:lnTo>
                  <a:pt x="317" y="448"/>
                </a:lnTo>
                <a:lnTo>
                  <a:pt x="316" y="448"/>
                </a:lnTo>
                <a:lnTo>
                  <a:pt x="316" y="449"/>
                </a:lnTo>
                <a:lnTo>
                  <a:pt x="317" y="449"/>
                </a:lnTo>
                <a:lnTo>
                  <a:pt x="315" y="451"/>
                </a:lnTo>
                <a:lnTo>
                  <a:pt x="316" y="452"/>
                </a:lnTo>
                <a:lnTo>
                  <a:pt x="317" y="453"/>
                </a:lnTo>
                <a:lnTo>
                  <a:pt x="315" y="454"/>
                </a:lnTo>
                <a:lnTo>
                  <a:pt x="315" y="455"/>
                </a:lnTo>
                <a:lnTo>
                  <a:pt x="314" y="455"/>
                </a:lnTo>
                <a:lnTo>
                  <a:pt x="314" y="457"/>
                </a:lnTo>
                <a:lnTo>
                  <a:pt x="314" y="458"/>
                </a:lnTo>
                <a:lnTo>
                  <a:pt x="314" y="459"/>
                </a:lnTo>
                <a:lnTo>
                  <a:pt x="313" y="459"/>
                </a:lnTo>
                <a:lnTo>
                  <a:pt x="313" y="460"/>
                </a:lnTo>
                <a:lnTo>
                  <a:pt x="312" y="462"/>
                </a:lnTo>
                <a:lnTo>
                  <a:pt x="312" y="464"/>
                </a:lnTo>
                <a:lnTo>
                  <a:pt x="313" y="464"/>
                </a:lnTo>
                <a:lnTo>
                  <a:pt x="313" y="465"/>
                </a:lnTo>
                <a:lnTo>
                  <a:pt x="312" y="465"/>
                </a:lnTo>
                <a:lnTo>
                  <a:pt x="312" y="466"/>
                </a:lnTo>
                <a:lnTo>
                  <a:pt x="313" y="466"/>
                </a:lnTo>
                <a:lnTo>
                  <a:pt x="313" y="467"/>
                </a:lnTo>
                <a:lnTo>
                  <a:pt x="312" y="467"/>
                </a:lnTo>
                <a:lnTo>
                  <a:pt x="311" y="468"/>
                </a:lnTo>
                <a:lnTo>
                  <a:pt x="310" y="468"/>
                </a:lnTo>
                <a:lnTo>
                  <a:pt x="309" y="468"/>
                </a:lnTo>
                <a:lnTo>
                  <a:pt x="309" y="469"/>
                </a:lnTo>
                <a:lnTo>
                  <a:pt x="310" y="469"/>
                </a:lnTo>
                <a:lnTo>
                  <a:pt x="311" y="469"/>
                </a:lnTo>
                <a:lnTo>
                  <a:pt x="313" y="470"/>
                </a:lnTo>
                <a:lnTo>
                  <a:pt x="313" y="471"/>
                </a:lnTo>
                <a:lnTo>
                  <a:pt x="314" y="471"/>
                </a:lnTo>
                <a:lnTo>
                  <a:pt x="314" y="472"/>
                </a:lnTo>
                <a:lnTo>
                  <a:pt x="313" y="473"/>
                </a:lnTo>
                <a:lnTo>
                  <a:pt x="312" y="473"/>
                </a:lnTo>
                <a:lnTo>
                  <a:pt x="311" y="473"/>
                </a:lnTo>
                <a:lnTo>
                  <a:pt x="310" y="473"/>
                </a:lnTo>
                <a:lnTo>
                  <a:pt x="310" y="474"/>
                </a:lnTo>
                <a:lnTo>
                  <a:pt x="311" y="476"/>
                </a:lnTo>
                <a:lnTo>
                  <a:pt x="312" y="478"/>
                </a:lnTo>
                <a:lnTo>
                  <a:pt x="312" y="479"/>
                </a:lnTo>
                <a:lnTo>
                  <a:pt x="312" y="480"/>
                </a:lnTo>
                <a:lnTo>
                  <a:pt x="311" y="480"/>
                </a:lnTo>
                <a:lnTo>
                  <a:pt x="310" y="480"/>
                </a:lnTo>
                <a:lnTo>
                  <a:pt x="310" y="481"/>
                </a:lnTo>
                <a:lnTo>
                  <a:pt x="309" y="481"/>
                </a:lnTo>
                <a:lnTo>
                  <a:pt x="309" y="482"/>
                </a:lnTo>
                <a:lnTo>
                  <a:pt x="310" y="483"/>
                </a:lnTo>
                <a:lnTo>
                  <a:pt x="311" y="483"/>
                </a:lnTo>
                <a:lnTo>
                  <a:pt x="313" y="483"/>
                </a:lnTo>
                <a:lnTo>
                  <a:pt x="313" y="484"/>
                </a:lnTo>
                <a:lnTo>
                  <a:pt x="313" y="485"/>
                </a:lnTo>
                <a:lnTo>
                  <a:pt x="313" y="486"/>
                </a:lnTo>
                <a:lnTo>
                  <a:pt x="313" y="487"/>
                </a:lnTo>
                <a:lnTo>
                  <a:pt x="312" y="487"/>
                </a:lnTo>
                <a:lnTo>
                  <a:pt x="311" y="487"/>
                </a:lnTo>
                <a:lnTo>
                  <a:pt x="310" y="487"/>
                </a:lnTo>
                <a:lnTo>
                  <a:pt x="309" y="486"/>
                </a:lnTo>
                <a:lnTo>
                  <a:pt x="308" y="486"/>
                </a:lnTo>
                <a:lnTo>
                  <a:pt x="308" y="487"/>
                </a:lnTo>
                <a:lnTo>
                  <a:pt x="307" y="487"/>
                </a:lnTo>
                <a:lnTo>
                  <a:pt x="307" y="488"/>
                </a:lnTo>
                <a:lnTo>
                  <a:pt x="308" y="488"/>
                </a:lnTo>
                <a:lnTo>
                  <a:pt x="308" y="489"/>
                </a:lnTo>
                <a:lnTo>
                  <a:pt x="309" y="490"/>
                </a:lnTo>
                <a:lnTo>
                  <a:pt x="309" y="491"/>
                </a:lnTo>
                <a:lnTo>
                  <a:pt x="309" y="492"/>
                </a:lnTo>
                <a:lnTo>
                  <a:pt x="309" y="493"/>
                </a:lnTo>
                <a:lnTo>
                  <a:pt x="308" y="493"/>
                </a:lnTo>
                <a:lnTo>
                  <a:pt x="308" y="494"/>
                </a:lnTo>
                <a:lnTo>
                  <a:pt x="309" y="495"/>
                </a:lnTo>
                <a:lnTo>
                  <a:pt x="308" y="495"/>
                </a:lnTo>
                <a:lnTo>
                  <a:pt x="308" y="496"/>
                </a:lnTo>
                <a:lnTo>
                  <a:pt x="308" y="497"/>
                </a:lnTo>
                <a:lnTo>
                  <a:pt x="308" y="498"/>
                </a:lnTo>
                <a:lnTo>
                  <a:pt x="307" y="499"/>
                </a:lnTo>
                <a:lnTo>
                  <a:pt x="307" y="500"/>
                </a:lnTo>
                <a:lnTo>
                  <a:pt x="308" y="500"/>
                </a:lnTo>
                <a:lnTo>
                  <a:pt x="308" y="501"/>
                </a:lnTo>
                <a:lnTo>
                  <a:pt x="308" y="500"/>
                </a:lnTo>
                <a:lnTo>
                  <a:pt x="309" y="500"/>
                </a:lnTo>
                <a:lnTo>
                  <a:pt x="309" y="501"/>
                </a:lnTo>
                <a:lnTo>
                  <a:pt x="310" y="501"/>
                </a:lnTo>
                <a:lnTo>
                  <a:pt x="309" y="501"/>
                </a:lnTo>
                <a:lnTo>
                  <a:pt x="309" y="502"/>
                </a:lnTo>
                <a:lnTo>
                  <a:pt x="310" y="502"/>
                </a:lnTo>
                <a:lnTo>
                  <a:pt x="310" y="503"/>
                </a:lnTo>
                <a:lnTo>
                  <a:pt x="309" y="503"/>
                </a:lnTo>
                <a:lnTo>
                  <a:pt x="308" y="504"/>
                </a:lnTo>
                <a:lnTo>
                  <a:pt x="307" y="504"/>
                </a:lnTo>
                <a:lnTo>
                  <a:pt x="307" y="503"/>
                </a:lnTo>
                <a:lnTo>
                  <a:pt x="306" y="503"/>
                </a:lnTo>
                <a:lnTo>
                  <a:pt x="305" y="504"/>
                </a:lnTo>
                <a:lnTo>
                  <a:pt x="304" y="504"/>
                </a:lnTo>
                <a:lnTo>
                  <a:pt x="303" y="504"/>
                </a:lnTo>
                <a:lnTo>
                  <a:pt x="303" y="503"/>
                </a:lnTo>
                <a:lnTo>
                  <a:pt x="303" y="504"/>
                </a:lnTo>
                <a:lnTo>
                  <a:pt x="302" y="504"/>
                </a:lnTo>
                <a:lnTo>
                  <a:pt x="303" y="504"/>
                </a:lnTo>
                <a:lnTo>
                  <a:pt x="303" y="505"/>
                </a:lnTo>
                <a:lnTo>
                  <a:pt x="303" y="506"/>
                </a:lnTo>
                <a:lnTo>
                  <a:pt x="304" y="506"/>
                </a:lnTo>
                <a:lnTo>
                  <a:pt x="305" y="506"/>
                </a:lnTo>
                <a:lnTo>
                  <a:pt x="304" y="507"/>
                </a:lnTo>
                <a:lnTo>
                  <a:pt x="303" y="507"/>
                </a:lnTo>
                <a:lnTo>
                  <a:pt x="302" y="507"/>
                </a:lnTo>
                <a:lnTo>
                  <a:pt x="302" y="508"/>
                </a:lnTo>
                <a:lnTo>
                  <a:pt x="303" y="508"/>
                </a:lnTo>
                <a:lnTo>
                  <a:pt x="304" y="509"/>
                </a:lnTo>
                <a:lnTo>
                  <a:pt x="305" y="509"/>
                </a:lnTo>
                <a:lnTo>
                  <a:pt x="305" y="510"/>
                </a:lnTo>
                <a:lnTo>
                  <a:pt x="304" y="510"/>
                </a:lnTo>
                <a:lnTo>
                  <a:pt x="304" y="511"/>
                </a:lnTo>
                <a:lnTo>
                  <a:pt x="303" y="511"/>
                </a:lnTo>
                <a:lnTo>
                  <a:pt x="303" y="512"/>
                </a:lnTo>
                <a:lnTo>
                  <a:pt x="303" y="513"/>
                </a:lnTo>
                <a:lnTo>
                  <a:pt x="304" y="513"/>
                </a:lnTo>
                <a:lnTo>
                  <a:pt x="304" y="514"/>
                </a:lnTo>
                <a:lnTo>
                  <a:pt x="305" y="515"/>
                </a:lnTo>
                <a:lnTo>
                  <a:pt x="304" y="515"/>
                </a:lnTo>
                <a:lnTo>
                  <a:pt x="304" y="516"/>
                </a:lnTo>
                <a:lnTo>
                  <a:pt x="304" y="517"/>
                </a:lnTo>
                <a:lnTo>
                  <a:pt x="303" y="517"/>
                </a:lnTo>
                <a:lnTo>
                  <a:pt x="304" y="517"/>
                </a:lnTo>
                <a:lnTo>
                  <a:pt x="305" y="518"/>
                </a:lnTo>
                <a:lnTo>
                  <a:pt x="306" y="519"/>
                </a:lnTo>
                <a:lnTo>
                  <a:pt x="306" y="520"/>
                </a:lnTo>
                <a:lnTo>
                  <a:pt x="306" y="521"/>
                </a:lnTo>
                <a:lnTo>
                  <a:pt x="306" y="522"/>
                </a:lnTo>
                <a:lnTo>
                  <a:pt x="306" y="523"/>
                </a:lnTo>
                <a:lnTo>
                  <a:pt x="305" y="523"/>
                </a:lnTo>
                <a:lnTo>
                  <a:pt x="304" y="523"/>
                </a:lnTo>
                <a:lnTo>
                  <a:pt x="303" y="523"/>
                </a:lnTo>
                <a:lnTo>
                  <a:pt x="302" y="523"/>
                </a:lnTo>
                <a:lnTo>
                  <a:pt x="301" y="522"/>
                </a:lnTo>
                <a:lnTo>
                  <a:pt x="300" y="522"/>
                </a:lnTo>
                <a:lnTo>
                  <a:pt x="300" y="521"/>
                </a:lnTo>
                <a:lnTo>
                  <a:pt x="299" y="521"/>
                </a:lnTo>
                <a:lnTo>
                  <a:pt x="299" y="522"/>
                </a:lnTo>
                <a:lnTo>
                  <a:pt x="300" y="522"/>
                </a:lnTo>
                <a:lnTo>
                  <a:pt x="300" y="523"/>
                </a:lnTo>
                <a:lnTo>
                  <a:pt x="299" y="523"/>
                </a:lnTo>
                <a:lnTo>
                  <a:pt x="300" y="524"/>
                </a:lnTo>
                <a:lnTo>
                  <a:pt x="300" y="525"/>
                </a:lnTo>
                <a:lnTo>
                  <a:pt x="299" y="525"/>
                </a:lnTo>
                <a:lnTo>
                  <a:pt x="299" y="526"/>
                </a:lnTo>
                <a:lnTo>
                  <a:pt x="299" y="527"/>
                </a:lnTo>
                <a:lnTo>
                  <a:pt x="298" y="527"/>
                </a:lnTo>
                <a:lnTo>
                  <a:pt x="297" y="528"/>
                </a:lnTo>
                <a:lnTo>
                  <a:pt x="297" y="529"/>
                </a:lnTo>
                <a:lnTo>
                  <a:pt x="296" y="529"/>
                </a:lnTo>
                <a:lnTo>
                  <a:pt x="295" y="529"/>
                </a:lnTo>
                <a:lnTo>
                  <a:pt x="295" y="530"/>
                </a:lnTo>
                <a:lnTo>
                  <a:pt x="296" y="531"/>
                </a:lnTo>
                <a:lnTo>
                  <a:pt x="295" y="531"/>
                </a:lnTo>
                <a:lnTo>
                  <a:pt x="295" y="532"/>
                </a:lnTo>
                <a:lnTo>
                  <a:pt x="294" y="532"/>
                </a:lnTo>
                <a:lnTo>
                  <a:pt x="295" y="532"/>
                </a:lnTo>
                <a:lnTo>
                  <a:pt x="295" y="533"/>
                </a:lnTo>
                <a:lnTo>
                  <a:pt x="295" y="534"/>
                </a:lnTo>
                <a:lnTo>
                  <a:pt x="296" y="534"/>
                </a:lnTo>
                <a:lnTo>
                  <a:pt x="296" y="535"/>
                </a:lnTo>
                <a:lnTo>
                  <a:pt x="295" y="535"/>
                </a:lnTo>
                <a:lnTo>
                  <a:pt x="294" y="535"/>
                </a:lnTo>
                <a:lnTo>
                  <a:pt x="293" y="535"/>
                </a:lnTo>
                <a:lnTo>
                  <a:pt x="293" y="536"/>
                </a:lnTo>
                <a:lnTo>
                  <a:pt x="292" y="536"/>
                </a:lnTo>
                <a:lnTo>
                  <a:pt x="292" y="535"/>
                </a:lnTo>
                <a:lnTo>
                  <a:pt x="291" y="535"/>
                </a:lnTo>
                <a:lnTo>
                  <a:pt x="290" y="536"/>
                </a:lnTo>
                <a:lnTo>
                  <a:pt x="288" y="536"/>
                </a:lnTo>
                <a:lnTo>
                  <a:pt x="287" y="536"/>
                </a:lnTo>
                <a:lnTo>
                  <a:pt x="287" y="535"/>
                </a:lnTo>
                <a:lnTo>
                  <a:pt x="286" y="535"/>
                </a:lnTo>
                <a:lnTo>
                  <a:pt x="286" y="536"/>
                </a:lnTo>
                <a:lnTo>
                  <a:pt x="285" y="536"/>
                </a:lnTo>
                <a:lnTo>
                  <a:pt x="285" y="537"/>
                </a:lnTo>
                <a:lnTo>
                  <a:pt x="284" y="537"/>
                </a:lnTo>
                <a:lnTo>
                  <a:pt x="284" y="538"/>
                </a:lnTo>
                <a:lnTo>
                  <a:pt x="283" y="538"/>
                </a:lnTo>
                <a:lnTo>
                  <a:pt x="283" y="539"/>
                </a:lnTo>
                <a:lnTo>
                  <a:pt x="282" y="539"/>
                </a:lnTo>
                <a:lnTo>
                  <a:pt x="281" y="539"/>
                </a:lnTo>
                <a:lnTo>
                  <a:pt x="281" y="540"/>
                </a:lnTo>
                <a:lnTo>
                  <a:pt x="282" y="540"/>
                </a:lnTo>
                <a:lnTo>
                  <a:pt x="281" y="540"/>
                </a:lnTo>
                <a:lnTo>
                  <a:pt x="280" y="540"/>
                </a:lnTo>
                <a:lnTo>
                  <a:pt x="279" y="540"/>
                </a:lnTo>
                <a:lnTo>
                  <a:pt x="279" y="539"/>
                </a:lnTo>
                <a:lnTo>
                  <a:pt x="278" y="539"/>
                </a:lnTo>
                <a:lnTo>
                  <a:pt x="277" y="540"/>
                </a:lnTo>
                <a:lnTo>
                  <a:pt x="276" y="540"/>
                </a:lnTo>
                <a:lnTo>
                  <a:pt x="278" y="540"/>
                </a:lnTo>
                <a:lnTo>
                  <a:pt x="278" y="541"/>
                </a:lnTo>
                <a:lnTo>
                  <a:pt x="279" y="541"/>
                </a:lnTo>
                <a:lnTo>
                  <a:pt x="278" y="542"/>
                </a:lnTo>
                <a:lnTo>
                  <a:pt x="278" y="541"/>
                </a:lnTo>
                <a:lnTo>
                  <a:pt x="277" y="541"/>
                </a:lnTo>
                <a:lnTo>
                  <a:pt x="278" y="542"/>
                </a:lnTo>
                <a:lnTo>
                  <a:pt x="277" y="542"/>
                </a:lnTo>
                <a:lnTo>
                  <a:pt x="277" y="543"/>
                </a:lnTo>
                <a:lnTo>
                  <a:pt x="277" y="544"/>
                </a:lnTo>
                <a:lnTo>
                  <a:pt x="277" y="545"/>
                </a:lnTo>
                <a:lnTo>
                  <a:pt x="277" y="544"/>
                </a:lnTo>
                <a:lnTo>
                  <a:pt x="276" y="544"/>
                </a:lnTo>
                <a:lnTo>
                  <a:pt x="275" y="543"/>
                </a:lnTo>
                <a:lnTo>
                  <a:pt x="274" y="543"/>
                </a:lnTo>
                <a:lnTo>
                  <a:pt x="273" y="543"/>
                </a:lnTo>
                <a:lnTo>
                  <a:pt x="272" y="543"/>
                </a:lnTo>
                <a:lnTo>
                  <a:pt x="272" y="542"/>
                </a:lnTo>
                <a:lnTo>
                  <a:pt x="271" y="542"/>
                </a:lnTo>
                <a:lnTo>
                  <a:pt x="270" y="542"/>
                </a:lnTo>
                <a:lnTo>
                  <a:pt x="269" y="542"/>
                </a:lnTo>
                <a:lnTo>
                  <a:pt x="268" y="542"/>
                </a:lnTo>
                <a:lnTo>
                  <a:pt x="267" y="542"/>
                </a:lnTo>
                <a:lnTo>
                  <a:pt x="267" y="543"/>
                </a:lnTo>
                <a:lnTo>
                  <a:pt x="267" y="544"/>
                </a:lnTo>
                <a:lnTo>
                  <a:pt x="267" y="545"/>
                </a:lnTo>
                <a:lnTo>
                  <a:pt x="266" y="545"/>
                </a:lnTo>
                <a:lnTo>
                  <a:pt x="267" y="545"/>
                </a:lnTo>
                <a:lnTo>
                  <a:pt x="267" y="546"/>
                </a:lnTo>
                <a:lnTo>
                  <a:pt x="266" y="546"/>
                </a:lnTo>
                <a:lnTo>
                  <a:pt x="265" y="546"/>
                </a:lnTo>
                <a:lnTo>
                  <a:pt x="265" y="547"/>
                </a:lnTo>
                <a:lnTo>
                  <a:pt x="266" y="547"/>
                </a:lnTo>
                <a:lnTo>
                  <a:pt x="266" y="548"/>
                </a:lnTo>
                <a:lnTo>
                  <a:pt x="265" y="548"/>
                </a:lnTo>
                <a:lnTo>
                  <a:pt x="264" y="549"/>
                </a:lnTo>
                <a:lnTo>
                  <a:pt x="264" y="550"/>
                </a:lnTo>
                <a:lnTo>
                  <a:pt x="263" y="550"/>
                </a:lnTo>
                <a:lnTo>
                  <a:pt x="263" y="552"/>
                </a:lnTo>
                <a:lnTo>
                  <a:pt x="262" y="552"/>
                </a:lnTo>
                <a:lnTo>
                  <a:pt x="262" y="553"/>
                </a:lnTo>
                <a:lnTo>
                  <a:pt x="262" y="554"/>
                </a:lnTo>
                <a:lnTo>
                  <a:pt x="261" y="554"/>
                </a:lnTo>
                <a:lnTo>
                  <a:pt x="260" y="554"/>
                </a:lnTo>
                <a:lnTo>
                  <a:pt x="260" y="553"/>
                </a:lnTo>
                <a:lnTo>
                  <a:pt x="259" y="553"/>
                </a:lnTo>
                <a:lnTo>
                  <a:pt x="259" y="554"/>
                </a:lnTo>
                <a:lnTo>
                  <a:pt x="258" y="554"/>
                </a:lnTo>
                <a:lnTo>
                  <a:pt x="258" y="553"/>
                </a:lnTo>
                <a:lnTo>
                  <a:pt x="257" y="553"/>
                </a:lnTo>
                <a:lnTo>
                  <a:pt x="256" y="552"/>
                </a:lnTo>
                <a:lnTo>
                  <a:pt x="255" y="552"/>
                </a:lnTo>
                <a:lnTo>
                  <a:pt x="254" y="552"/>
                </a:lnTo>
                <a:lnTo>
                  <a:pt x="254" y="551"/>
                </a:lnTo>
                <a:lnTo>
                  <a:pt x="253" y="551"/>
                </a:lnTo>
                <a:lnTo>
                  <a:pt x="252" y="551"/>
                </a:lnTo>
                <a:lnTo>
                  <a:pt x="252" y="552"/>
                </a:lnTo>
                <a:lnTo>
                  <a:pt x="252" y="551"/>
                </a:lnTo>
                <a:lnTo>
                  <a:pt x="251" y="551"/>
                </a:lnTo>
                <a:lnTo>
                  <a:pt x="250" y="551"/>
                </a:lnTo>
                <a:lnTo>
                  <a:pt x="249" y="552"/>
                </a:lnTo>
                <a:lnTo>
                  <a:pt x="249" y="553"/>
                </a:lnTo>
                <a:lnTo>
                  <a:pt x="248" y="554"/>
                </a:lnTo>
                <a:lnTo>
                  <a:pt x="248" y="555"/>
                </a:lnTo>
                <a:lnTo>
                  <a:pt x="249" y="555"/>
                </a:lnTo>
                <a:lnTo>
                  <a:pt x="248" y="556"/>
                </a:lnTo>
                <a:lnTo>
                  <a:pt x="249" y="556"/>
                </a:lnTo>
                <a:lnTo>
                  <a:pt x="249" y="557"/>
                </a:lnTo>
                <a:lnTo>
                  <a:pt x="249" y="558"/>
                </a:lnTo>
                <a:lnTo>
                  <a:pt x="249" y="559"/>
                </a:lnTo>
                <a:lnTo>
                  <a:pt x="248" y="559"/>
                </a:lnTo>
                <a:lnTo>
                  <a:pt x="248" y="558"/>
                </a:lnTo>
                <a:lnTo>
                  <a:pt x="247" y="558"/>
                </a:lnTo>
                <a:lnTo>
                  <a:pt x="246" y="558"/>
                </a:lnTo>
                <a:lnTo>
                  <a:pt x="246" y="559"/>
                </a:lnTo>
                <a:lnTo>
                  <a:pt x="245" y="559"/>
                </a:lnTo>
                <a:lnTo>
                  <a:pt x="244" y="559"/>
                </a:lnTo>
                <a:lnTo>
                  <a:pt x="244" y="560"/>
                </a:lnTo>
                <a:lnTo>
                  <a:pt x="244" y="561"/>
                </a:lnTo>
                <a:lnTo>
                  <a:pt x="244" y="562"/>
                </a:lnTo>
                <a:lnTo>
                  <a:pt x="243" y="562"/>
                </a:lnTo>
                <a:lnTo>
                  <a:pt x="243" y="563"/>
                </a:lnTo>
                <a:lnTo>
                  <a:pt x="242" y="563"/>
                </a:lnTo>
                <a:lnTo>
                  <a:pt x="239" y="563"/>
                </a:lnTo>
                <a:lnTo>
                  <a:pt x="238" y="563"/>
                </a:lnTo>
                <a:lnTo>
                  <a:pt x="237" y="563"/>
                </a:lnTo>
                <a:lnTo>
                  <a:pt x="237" y="562"/>
                </a:lnTo>
                <a:lnTo>
                  <a:pt x="236" y="562"/>
                </a:lnTo>
                <a:lnTo>
                  <a:pt x="235" y="562"/>
                </a:lnTo>
                <a:lnTo>
                  <a:pt x="234" y="562"/>
                </a:lnTo>
                <a:lnTo>
                  <a:pt x="233" y="562"/>
                </a:lnTo>
                <a:lnTo>
                  <a:pt x="233" y="563"/>
                </a:lnTo>
                <a:lnTo>
                  <a:pt x="233" y="564"/>
                </a:lnTo>
                <a:lnTo>
                  <a:pt x="232" y="564"/>
                </a:lnTo>
                <a:lnTo>
                  <a:pt x="231" y="564"/>
                </a:lnTo>
                <a:lnTo>
                  <a:pt x="231" y="563"/>
                </a:lnTo>
                <a:lnTo>
                  <a:pt x="230" y="563"/>
                </a:lnTo>
                <a:lnTo>
                  <a:pt x="230" y="564"/>
                </a:lnTo>
                <a:lnTo>
                  <a:pt x="230" y="565"/>
                </a:lnTo>
                <a:lnTo>
                  <a:pt x="230" y="566"/>
                </a:lnTo>
                <a:lnTo>
                  <a:pt x="229" y="566"/>
                </a:lnTo>
                <a:lnTo>
                  <a:pt x="229" y="567"/>
                </a:lnTo>
                <a:lnTo>
                  <a:pt x="228" y="567"/>
                </a:lnTo>
                <a:lnTo>
                  <a:pt x="227" y="567"/>
                </a:lnTo>
                <a:lnTo>
                  <a:pt x="226" y="567"/>
                </a:lnTo>
                <a:lnTo>
                  <a:pt x="226" y="566"/>
                </a:lnTo>
                <a:lnTo>
                  <a:pt x="225" y="566"/>
                </a:lnTo>
                <a:lnTo>
                  <a:pt x="225" y="567"/>
                </a:lnTo>
                <a:lnTo>
                  <a:pt x="224" y="567"/>
                </a:lnTo>
                <a:lnTo>
                  <a:pt x="224" y="568"/>
                </a:lnTo>
                <a:lnTo>
                  <a:pt x="224" y="569"/>
                </a:lnTo>
                <a:lnTo>
                  <a:pt x="223" y="568"/>
                </a:lnTo>
                <a:lnTo>
                  <a:pt x="223" y="566"/>
                </a:lnTo>
                <a:lnTo>
                  <a:pt x="224" y="566"/>
                </a:lnTo>
                <a:lnTo>
                  <a:pt x="223" y="566"/>
                </a:lnTo>
                <a:lnTo>
                  <a:pt x="222" y="566"/>
                </a:lnTo>
                <a:lnTo>
                  <a:pt x="222" y="565"/>
                </a:lnTo>
                <a:lnTo>
                  <a:pt x="221" y="565"/>
                </a:lnTo>
                <a:lnTo>
                  <a:pt x="221" y="564"/>
                </a:lnTo>
                <a:lnTo>
                  <a:pt x="220" y="564"/>
                </a:lnTo>
                <a:lnTo>
                  <a:pt x="219" y="564"/>
                </a:lnTo>
                <a:lnTo>
                  <a:pt x="219" y="563"/>
                </a:lnTo>
                <a:lnTo>
                  <a:pt x="219" y="562"/>
                </a:lnTo>
                <a:lnTo>
                  <a:pt x="218" y="561"/>
                </a:lnTo>
                <a:lnTo>
                  <a:pt x="217" y="561"/>
                </a:lnTo>
                <a:lnTo>
                  <a:pt x="217" y="560"/>
                </a:lnTo>
                <a:lnTo>
                  <a:pt x="216" y="560"/>
                </a:lnTo>
                <a:lnTo>
                  <a:pt x="216" y="561"/>
                </a:lnTo>
                <a:lnTo>
                  <a:pt x="216" y="562"/>
                </a:lnTo>
                <a:lnTo>
                  <a:pt x="215" y="562"/>
                </a:lnTo>
                <a:lnTo>
                  <a:pt x="216" y="562"/>
                </a:lnTo>
                <a:lnTo>
                  <a:pt x="216" y="563"/>
                </a:lnTo>
                <a:lnTo>
                  <a:pt x="217" y="563"/>
                </a:lnTo>
                <a:lnTo>
                  <a:pt x="217" y="564"/>
                </a:lnTo>
                <a:lnTo>
                  <a:pt x="217" y="565"/>
                </a:lnTo>
                <a:lnTo>
                  <a:pt x="216" y="565"/>
                </a:lnTo>
                <a:lnTo>
                  <a:pt x="215" y="565"/>
                </a:lnTo>
                <a:lnTo>
                  <a:pt x="214" y="565"/>
                </a:lnTo>
                <a:lnTo>
                  <a:pt x="213" y="565"/>
                </a:lnTo>
                <a:lnTo>
                  <a:pt x="212" y="565"/>
                </a:lnTo>
                <a:lnTo>
                  <a:pt x="211" y="565"/>
                </a:lnTo>
                <a:lnTo>
                  <a:pt x="211" y="566"/>
                </a:lnTo>
                <a:lnTo>
                  <a:pt x="210" y="566"/>
                </a:lnTo>
                <a:lnTo>
                  <a:pt x="209" y="566"/>
                </a:lnTo>
                <a:lnTo>
                  <a:pt x="209" y="565"/>
                </a:lnTo>
                <a:lnTo>
                  <a:pt x="208" y="565"/>
                </a:lnTo>
                <a:lnTo>
                  <a:pt x="207" y="565"/>
                </a:lnTo>
                <a:lnTo>
                  <a:pt x="206" y="566"/>
                </a:lnTo>
                <a:lnTo>
                  <a:pt x="205" y="565"/>
                </a:lnTo>
                <a:lnTo>
                  <a:pt x="204" y="564"/>
                </a:lnTo>
                <a:lnTo>
                  <a:pt x="203" y="564"/>
                </a:lnTo>
                <a:lnTo>
                  <a:pt x="203" y="565"/>
                </a:lnTo>
                <a:lnTo>
                  <a:pt x="202" y="564"/>
                </a:lnTo>
                <a:lnTo>
                  <a:pt x="201" y="565"/>
                </a:lnTo>
                <a:lnTo>
                  <a:pt x="200" y="564"/>
                </a:lnTo>
                <a:lnTo>
                  <a:pt x="199" y="564"/>
                </a:lnTo>
                <a:lnTo>
                  <a:pt x="197" y="564"/>
                </a:lnTo>
                <a:lnTo>
                  <a:pt x="197" y="563"/>
                </a:lnTo>
                <a:lnTo>
                  <a:pt x="196" y="563"/>
                </a:lnTo>
                <a:lnTo>
                  <a:pt x="194" y="563"/>
                </a:lnTo>
                <a:lnTo>
                  <a:pt x="194" y="564"/>
                </a:lnTo>
                <a:lnTo>
                  <a:pt x="193" y="564"/>
                </a:lnTo>
                <a:lnTo>
                  <a:pt x="192" y="566"/>
                </a:lnTo>
                <a:lnTo>
                  <a:pt x="192" y="565"/>
                </a:lnTo>
                <a:lnTo>
                  <a:pt x="190" y="565"/>
                </a:lnTo>
                <a:lnTo>
                  <a:pt x="189" y="566"/>
                </a:lnTo>
                <a:lnTo>
                  <a:pt x="188" y="565"/>
                </a:lnTo>
                <a:lnTo>
                  <a:pt x="187" y="565"/>
                </a:lnTo>
                <a:lnTo>
                  <a:pt x="186" y="565"/>
                </a:lnTo>
                <a:lnTo>
                  <a:pt x="186" y="566"/>
                </a:lnTo>
                <a:lnTo>
                  <a:pt x="185" y="566"/>
                </a:lnTo>
                <a:lnTo>
                  <a:pt x="185" y="565"/>
                </a:lnTo>
                <a:lnTo>
                  <a:pt x="185" y="564"/>
                </a:lnTo>
                <a:lnTo>
                  <a:pt x="186" y="563"/>
                </a:lnTo>
                <a:lnTo>
                  <a:pt x="186" y="562"/>
                </a:lnTo>
                <a:lnTo>
                  <a:pt x="185" y="562"/>
                </a:lnTo>
                <a:lnTo>
                  <a:pt x="184" y="562"/>
                </a:lnTo>
                <a:lnTo>
                  <a:pt x="183" y="562"/>
                </a:lnTo>
                <a:lnTo>
                  <a:pt x="183" y="563"/>
                </a:lnTo>
                <a:lnTo>
                  <a:pt x="182" y="563"/>
                </a:lnTo>
                <a:lnTo>
                  <a:pt x="181" y="564"/>
                </a:lnTo>
                <a:lnTo>
                  <a:pt x="179" y="564"/>
                </a:lnTo>
                <a:lnTo>
                  <a:pt x="178" y="564"/>
                </a:lnTo>
                <a:lnTo>
                  <a:pt x="178" y="563"/>
                </a:lnTo>
                <a:lnTo>
                  <a:pt x="178" y="562"/>
                </a:lnTo>
                <a:lnTo>
                  <a:pt x="177" y="562"/>
                </a:lnTo>
                <a:lnTo>
                  <a:pt x="176" y="562"/>
                </a:lnTo>
                <a:lnTo>
                  <a:pt x="175" y="561"/>
                </a:lnTo>
                <a:lnTo>
                  <a:pt x="174" y="561"/>
                </a:lnTo>
                <a:lnTo>
                  <a:pt x="173" y="561"/>
                </a:lnTo>
                <a:lnTo>
                  <a:pt x="172" y="560"/>
                </a:lnTo>
                <a:lnTo>
                  <a:pt x="171" y="560"/>
                </a:lnTo>
                <a:lnTo>
                  <a:pt x="170" y="560"/>
                </a:lnTo>
                <a:lnTo>
                  <a:pt x="170" y="561"/>
                </a:lnTo>
                <a:lnTo>
                  <a:pt x="169" y="561"/>
                </a:lnTo>
                <a:lnTo>
                  <a:pt x="169" y="560"/>
                </a:lnTo>
                <a:lnTo>
                  <a:pt x="168" y="560"/>
                </a:lnTo>
                <a:lnTo>
                  <a:pt x="167" y="559"/>
                </a:lnTo>
                <a:lnTo>
                  <a:pt x="166" y="560"/>
                </a:lnTo>
                <a:lnTo>
                  <a:pt x="165" y="559"/>
                </a:lnTo>
                <a:lnTo>
                  <a:pt x="164" y="559"/>
                </a:lnTo>
                <a:lnTo>
                  <a:pt x="164" y="560"/>
                </a:lnTo>
                <a:lnTo>
                  <a:pt x="164" y="561"/>
                </a:lnTo>
                <a:lnTo>
                  <a:pt x="165" y="561"/>
                </a:lnTo>
                <a:lnTo>
                  <a:pt x="165" y="562"/>
                </a:lnTo>
                <a:lnTo>
                  <a:pt x="166" y="563"/>
                </a:lnTo>
                <a:lnTo>
                  <a:pt x="166" y="564"/>
                </a:lnTo>
                <a:lnTo>
                  <a:pt x="166" y="565"/>
                </a:lnTo>
                <a:lnTo>
                  <a:pt x="166" y="566"/>
                </a:lnTo>
                <a:lnTo>
                  <a:pt x="165" y="566"/>
                </a:lnTo>
                <a:lnTo>
                  <a:pt x="164" y="566"/>
                </a:lnTo>
                <a:lnTo>
                  <a:pt x="164" y="567"/>
                </a:lnTo>
                <a:lnTo>
                  <a:pt x="163" y="567"/>
                </a:lnTo>
                <a:lnTo>
                  <a:pt x="162" y="568"/>
                </a:lnTo>
                <a:lnTo>
                  <a:pt x="163" y="569"/>
                </a:lnTo>
                <a:lnTo>
                  <a:pt x="164" y="571"/>
                </a:lnTo>
                <a:lnTo>
                  <a:pt x="165" y="572"/>
                </a:lnTo>
                <a:lnTo>
                  <a:pt x="165" y="573"/>
                </a:lnTo>
                <a:lnTo>
                  <a:pt x="164" y="574"/>
                </a:lnTo>
                <a:lnTo>
                  <a:pt x="165" y="574"/>
                </a:lnTo>
                <a:lnTo>
                  <a:pt x="165" y="575"/>
                </a:lnTo>
                <a:lnTo>
                  <a:pt x="164" y="576"/>
                </a:lnTo>
                <a:lnTo>
                  <a:pt x="164" y="577"/>
                </a:lnTo>
                <a:lnTo>
                  <a:pt x="164" y="578"/>
                </a:lnTo>
                <a:lnTo>
                  <a:pt x="164" y="579"/>
                </a:lnTo>
                <a:lnTo>
                  <a:pt x="164" y="580"/>
                </a:lnTo>
                <a:lnTo>
                  <a:pt x="164" y="583"/>
                </a:lnTo>
                <a:lnTo>
                  <a:pt x="164" y="584"/>
                </a:lnTo>
                <a:lnTo>
                  <a:pt x="163" y="584"/>
                </a:lnTo>
                <a:lnTo>
                  <a:pt x="162" y="584"/>
                </a:lnTo>
                <a:lnTo>
                  <a:pt x="162" y="583"/>
                </a:lnTo>
                <a:lnTo>
                  <a:pt x="161" y="583"/>
                </a:lnTo>
                <a:lnTo>
                  <a:pt x="161" y="582"/>
                </a:lnTo>
                <a:lnTo>
                  <a:pt x="160" y="582"/>
                </a:lnTo>
                <a:lnTo>
                  <a:pt x="159" y="582"/>
                </a:lnTo>
                <a:lnTo>
                  <a:pt x="158" y="582"/>
                </a:lnTo>
                <a:lnTo>
                  <a:pt x="157" y="582"/>
                </a:lnTo>
                <a:lnTo>
                  <a:pt x="156" y="582"/>
                </a:lnTo>
                <a:lnTo>
                  <a:pt x="156" y="580"/>
                </a:lnTo>
                <a:lnTo>
                  <a:pt x="155" y="580"/>
                </a:lnTo>
                <a:lnTo>
                  <a:pt x="154" y="580"/>
                </a:lnTo>
                <a:lnTo>
                  <a:pt x="154" y="579"/>
                </a:lnTo>
                <a:lnTo>
                  <a:pt x="152" y="579"/>
                </a:lnTo>
                <a:lnTo>
                  <a:pt x="152" y="580"/>
                </a:lnTo>
                <a:lnTo>
                  <a:pt x="152" y="582"/>
                </a:lnTo>
                <a:lnTo>
                  <a:pt x="151" y="582"/>
                </a:lnTo>
                <a:lnTo>
                  <a:pt x="151" y="580"/>
                </a:lnTo>
                <a:lnTo>
                  <a:pt x="150" y="580"/>
                </a:lnTo>
                <a:lnTo>
                  <a:pt x="149" y="580"/>
                </a:lnTo>
                <a:lnTo>
                  <a:pt x="149" y="582"/>
                </a:lnTo>
                <a:lnTo>
                  <a:pt x="148" y="582"/>
                </a:lnTo>
                <a:lnTo>
                  <a:pt x="148" y="580"/>
                </a:lnTo>
                <a:lnTo>
                  <a:pt x="147" y="580"/>
                </a:lnTo>
                <a:lnTo>
                  <a:pt x="145" y="580"/>
                </a:lnTo>
                <a:lnTo>
                  <a:pt x="145" y="582"/>
                </a:lnTo>
                <a:lnTo>
                  <a:pt x="144" y="582"/>
                </a:lnTo>
                <a:lnTo>
                  <a:pt x="142" y="582"/>
                </a:lnTo>
                <a:lnTo>
                  <a:pt x="142" y="583"/>
                </a:lnTo>
                <a:lnTo>
                  <a:pt x="142" y="585"/>
                </a:lnTo>
                <a:lnTo>
                  <a:pt x="142" y="586"/>
                </a:lnTo>
                <a:lnTo>
                  <a:pt x="141" y="586"/>
                </a:lnTo>
                <a:lnTo>
                  <a:pt x="140" y="586"/>
                </a:lnTo>
                <a:lnTo>
                  <a:pt x="139" y="586"/>
                </a:lnTo>
                <a:lnTo>
                  <a:pt x="139" y="587"/>
                </a:lnTo>
                <a:lnTo>
                  <a:pt x="138" y="587"/>
                </a:lnTo>
                <a:lnTo>
                  <a:pt x="137" y="587"/>
                </a:lnTo>
                <a:lnTo>
                  <a:pt x="136" y="587"/>
                </a:lnTo>
                <a:lnTo>
                  <a:pt x="136" y="588"/>
                </a:lnTo>
                <a:lnTo>
                  <a:pt x="135" y="588"/>
                </a:lnTo>
                <a:lnTo>
                  <a:pt x="136" y="588"/>
                </a:lnTo>
                <a:lnTo>
                  <a:pt x="135" y="588"/>
                </a:lnTo>
                <a:lnTo>
                  <a:pt x="135" y="589"/>
                </a:lnTo>
                <a:lnTo>
                  <a:pt x="133" y="589"/>
                </a:lnTo>
                <a:lnTo>
                  <a:pt x="132" y="589"/>
                </a:lnTo>
                <a:lnTo>
                  <a:pt x="131" y="589"/>
                </a:lnTo>
                <a:lnTo>
                  <a:pt x="131" y="590"/>
                </a:lnTo>
                <a:lnTo>
                  <a:pt x="130" y="590"/>
                </a:lnTo>
                <a:lnTo>
                  <a:pt x="129" y="590"/>
                </a:lnTo>
                <a:lnTo>
                  <a:pt x="129" y="591"/>
                </a:lnTo>
                <a:lnTo>
                  <a:pt x="130" y="592"/>
                </a:lnTo>
                <a:lnTo>
                  <a:pt x="130" y="594"/>
                </a:lnTo>
                <a:lnTo>
                  <a:pt x="129" y="595"/>
                </a:lnTo>
                <a:lnTo>
                  <a:pt x="128" y="595"/>
                </a:lnTo>
                <a:lnTo>
                  <a:pt x="127" y="595"/>
                </a:lnTo>
                <a:lnTo>
                  <a:pt x="126" y="596"/>
                </a:lnTo>
                <a:lnTo>
                  <a:pt x="126" y="597"/>
                </a:lnTo>
                <a:lnTo>
                  <a:pt x="125" y="597"/>
                </a:lnTo>
                <a:lnTo>
                  <a:pt x="125" y="598"/>
                </a:lnTo>
                <a:lnTo>
                  <a:pt x="124" y="599"/>
                </a:lnTo>
                <a:lnTo>
                  <a:pt x="124" y="600"/>
                </a:lnTo>
                <a:lnTo>
                  <a:pt x="123" y="600"/>
                </a:lnTo>
                <a:lnTo>
                  <a:pt x="122" y="600"/>
                </a:lnTo>
                <a:lnTo>
                  <a:pt x="122" y="601"/>
                </a:lnTo>
                <a:lnTo>
                  <a:pt x="122" y="603"/>
                </a:lnTo>
                <a:lnTo>
                  <a:pt x="121" y="604"/>
                </a:lnTo>
                <a:lnTo>
                  <a:pt x="120" y="605"/>
                </a:lnTo>
                <a:lnTo>
                  <a:pt x="119" y="605"/>
                </a:lnTo>
                <a:lnTo>
                  <a:pt x="119" y="604"/>
                </a:lnTo>
                <a:lnTo>
                  <a:pt x="118" y="604"/>
                </a:lnTo>
                <a:lnTo>
                  <a:pt x="117" y="604"/>
                </a:lnTo>
                <a:lnTo>
                  <a:pt x="116" y="604"/>
                </a:lnTo>
                <a:lnTo>
                  <a:pt x="116" y="605"/>
                </a:lnTo>
                <a:lnTo>
                  <a:pt x="115" y="605"/>
                </a:lnTo>
                <a:lnTo>
                  <a:pt x="114" y="606"/>
                </a:lnTo>
                <a:lnTo>
                  <a:pt x="113" y="606"/>
                </a:lnTo>
                <a:lnTo>
                  <a:pt x="112" y="607"/>
                </a:lnTo>
                <a:lnTo>
                  <a:pt x="111" y="607"/>
                </a:lnTo>
                <a:lnTo>
                  <a:pt x="110" y="607"/>
                </a:lnTo>
                <a:lnTo>
                  <a:pt x="110" y="606"/>
                </a:lnTo>
                <a:lnTo>
                  <a:pt x="109" y="606"/>
                </a:lnTo>
                <a:lnTo>
                  <a:pt x="108" y="605"/>
                </a:lnTo>
                <a:lnTo>
                  <a:pt x="108" y="606"/>
                </a:lnTo>
                <a:lnTo>
                  <a:pt x="107" y="606"/>
                </a:lnTo>
                <a:lnTo>
                  <a:pt x="107" y="607"/>
                </a:lnTo>
                <a:lnTo>
                  <a:pt x="107" y="606"/>
                </a:lnTo>
                <a:lnTo>
                  <a:pt x="106" y="606"/>
                </a:lnTo>
                <a:lnTo>
                  <a:pt x="105" y="607"/>
                </a:lnTo>
                <a:lnTo>
                  <a:pt x="105" y="608"/>
                </a:lnTo>
                <a:lnTo>
                  <a:pt x="104" y="608"/>
                </a:lnTo>
                <a:lnTo>
                  <a:pt x="103" y="608"/>
                </a:lnTo>
                <a:lnTo>
                  <a:pt x="102" y="607"/>
                </a:lnTo>
                <a:lnTo>
                  <a:pt x="101" y="607"/>
                </a:lnTo>
                <a:lnTo>
                  <a:pt x="100" y="607"/>
                </a:lnTo>
                <a:lnTo>
                  <a:pt x="100" y="606"/>
                </a:lnTo>
                <a:lnTo>
                  <a:pt x="99" y="606"/>
                </a:lnTo>
                <a:lnTo>
                  <a:pt x="99" y="607"/>
                </a:lnTo>
                <a:lnTo>
                  <a:pt x="98" y="607"/>
                </a:lnTo>
                <a:lnTo>
                  <a:pt x="97" y="607"/>
                </a:lnTo>
                <a:lnTo>
                  <a:pt x="96" y="608"/>
                </a:lnTo>
                <a:lnTo>
                  <a:pt x="95" y="608"/>
                </a:lnTo>
                <a:lnTo>
                  <a:pt x="95" y="609"/>
                </a:lnTo>
                <a:lnTo>
                  <a:pt x="94" y="608"/>
                </a:lnTo>
                <a:lnTo>
                  <a:pt x="93" y="608"/>
                </a:lnTo>
                <a:lnTo>
                  <a:pt x="92" y="607"/>
                </a:lnTo>
                <a:lnTo>
                  <a:pt x="91" y="607"/>
                </a:lnTo>
                <a:lnTo>
                  <a:pt x="91" y="608"/>
                </a:lnTo>
                <a:lnTo>
                  <a:pt x="91" y="609"/>
                </a:lnTo>
                <a:lnTo>
                  <a:pt x="91" y="610"/>
                </a:lnTo>
                <a:lnTo>
                  <a:pt x="90" y="610"/>
                </a:lnTo>
                <a:lnTo>
                  <a:pt x="89" y="610"/>
                </a:lnTo>
                <a:lnTo>
                  <a:pt x="88" y="610"/>
                </a:lnTo>
                <a:lnTo>
                  <a:pt x="88" y="609"/>
                </a:lnTo>
                <a:lnTo>
                  <a:pt x="87" y="609"/>
                </a:lnTo>
                <a:lnTo>
                  <a:pt x="86" y="609"/>
                </a:lnTo>
                <a:lnTo>
                  <a:pt x="85" y="609"/>
                </a:lnTo>
                <a:lnTo>
                  <a:pt x="84" y="608"/>
                </a:lnTo>
                <a:lnTo>
                  <a:pt x="83" y="608"/>
                </a:lnTo>
                <a:lnTo>
                  <a:pt x="82" y="608"/>
                </a:lnTo>
                <a:lnTo>
                  <a:pt x="81" y="610"/>
                </a:lnTo>
                <a:lnTo>
                  <a:pt x="81" y="611"/>
                </a:lnTo>
                <a:lnTo>
                  <a:pt x="80" y="612"/>
                </a:lnTo>
                <a:lnTo>
                  <a:pt x="80" y="613"/>
                </a:lnTo>
                <a:lnTo>
                  <a:pt x="79" y="614"/>
                </a:lnTo>
                <a:lnTo>
                  <a:pt x="78" y="614"/>
                </a:lnTo>
                <a:lnTo>
                  <a:pt x="77" y="614"/>
                </a:lnTo>
                <a:lnTo>
                  <a:pt x="76" y="614"/>
                </a:lnTo>
                <a:lnTo>
                  <a:pt x="74" y="614"/>
                </a:lnTo>
                <a:lnTo>
                  <a:pt x="73" y="615"/>
                </a:lnTo>
                <a:lnTo>
                  <a:pt x="72" y="615"/>
                </a:lnTo>
                <a:lnTo>
                  <a:pt x="72" y="616"/>
                </a:lnTo>
                <a:lnTo>
                  <a:pt x="71" y="616"/>
                </a:lnTo>
                <a:lnTo>
                  <a:pt x="70" y="616"/>
                </a:lnTo>
                <a:lnTo>
                  <a:pt x="69" y="617"/>
                </a:lnTo>
                <a:lnTo>
                  <a:pt x="69" y="618"/>
                </a:lnTo>
                <a:lnTo>
                  <a:pt x="68" y="618"/>
                </a:lnTo>
                <a:lnTo>
                  <a:pt x="67" y="619"/>
                </a:lnTo>
                <a:lnTo>
                  <a:pt x="66" y="619"/>
                </a:lnTo>
                <a:lnTo>
                  <a:pt x="66" y="620"/>
                </a:lnTo>
                <a:lnTo>
                  <a:pt x="65" y="619"/>
                </a:lnTo>
                <a:lnTo>
                  <a:pt x="65" y="618"/>
                </a:lnTo>
                <a:lnTo>
                  <a:pt x="65" y="617"/>
                </a:lnTo>
                <a:lnTo>
                  <a:pt x="64" y="617"/>
                </a:lnTo>
                <a:lnTo>
                  <a:pt x="63" y="616"/>
                </a:lnTo>
                <a:lnTo>
                  <a:pt x="62" y="616"/>
                </a:lnTo>
                <a:lnTo>
                  <a:pt x="62" y="617"/>
                </a:lnTo>
                <a:lnTo>
                  <a:pt x="61" y="617"/>
                </a:lnTo>
                <a:lnTo>
                  <a:pt x="62" y="617"/>
                </a:lnTo>
                <a:lnTo>
                  <a:pt x="62" y="618"/>
                </a:lnTo>
                <a:lnTo>
                  <a:pt x="61" y="618"/>
                </a:lnTo>
                <a:lnTo>
                  <a:pt x="61" y="619"/>
                </a:lnTo>
                <a:lnTo>
                  <a:pt x="61" y="620"/>
                </a:lnTo>
                <a:lnTo>
                  <a:pt x="60" y="621"/>
                </a:lnTo>
                <a:lnTo>
                  <a:pt x="60" y="622"/>
                </a:lnTo>
                <a:lnTo>
                  <a:pt x="60" y="624"/>
                </a:lnTo>
                <a:lnTo>
                  <a:pt x="59" y="625"/>
                </a:lnTo>
                <a:lnTo>
                  <a:pt x="58" y="625"/>
                </a:lnTo>
                <a:lnTo>
                  <a:pt x="57" y="626"/>
                </a:lnTo>
                <a:lnTo>
                  <a:pt x="56" y="626"/>
                </a:lnTo>
                <a:lnTo>
                  <a:pt x="55" y="626"/>
                </a:lnTo>
                <a:lnTo>
                  <a:pt x="54" y="627"/>
                </a:lnTo>
                <a:lnTo>
                  <a:pt x="54" y="628"/>
                </a:lnTo>
                <a:lnTo>
                  <a:pt x="53" y="628"/>
                </a:lnTo>
                <a:lnTo>
                  <a:pt x="52" y="628"/>
                </a:lnTo>
                <a:lnTo>
                  <a:pt x="52" y="627"/>
                </a:lnTo>
                <a:lnTo>
                  <a:pt x="51" y="626"/>
                </a:lnTo>
                <a:lnTo>
                  <a:pt x="51" y="625"/>
                </a:lnTo>
                <a:lnTo>
                  <a:pt x="50" y="625"/>
                </a:lnTo>
                <a:lnTo>
                  <a:pt x="49" y="625"/>
                </a:lnTo>
                <a:lnTo>
                  <a:pt x="49" y="624"/>
                </a:lnTo>
                <a:lnTo>
                  <a:pt x="47" y="624"/>
                </a:lnTo>
                <a:lnTo>
                  <a:pt x="46" y="624"/>
                </a:lnTo>
                <a:lnTo>
                  <a:pt x="46" y="625"/>
                </a:lnTo>
                <a:lnTo>
                  <a:pt x="46" y="626"/>
                </a:lnTo>
                <a:lnTo>
                  <a:pt x="45" y="626"/>
                </a:lnTo>
                <a:lnTo>
                  <a:pt x="44" y="626"/>
                </a:lnTo>
                <a:lnTo>
                  <a:pt x="44" y="627"/>
                </a:lnTo>
                <a:lnTo>
                  <a:pt x="43" y="627"/>
                </a:lnTo>
                <a:lnTo>
                  <a:pt x="43" y="628"/>
                </a:lnTo>
                <a:lnTo>
                  <a:pt x="43" y="629"/>
                </a:lnTo>
                <a:lnTo>
                  <a:pt x="42" y="629"/>
                </a:lnTo>
                <a:lnTo>
                  <a:pt x="41" y="629"/>
                </a:lnTo>
                <a:lnTo>
                  <a:pt x="40" y="629"/>
                </a:lnTo>
                <a:lnTo>
                  <a:pt x="40" y="630"/>
                </a:lnTo>
                <a:lnTo>
                  <a:pt x="40" y="631"/>
                </a:lnTo>
                <a:lnTo>
                  <a:pt x="39" y="631"/>
                </a:lnTo>
                <a:lnTo>
                  <a:pt x="38" y="631"/>
                </a:lnTo>
                <a:lnTo>
                  <a:pt x="37" y="631"/>
                </a:lnTo>
                <a:lnTo>
                  <a:pt x="37" y="630"/>
                </a:lnTo>
                <a:lnTo>
                  <a:pt x="36" y="630"/>
                </a:lnTo>
                <a:lnTo>
                  <a:pt x="36" y="629"/>
                </a:lnTo>
                <a:lnTo>
                  <a:pt x="35" y="629"/>
                </a:lnTo>
                <a:lnTo>
                  <a:pt x="34" y="629"/>
                </a:lnTo>
                <a:lnTo>
                  <a:pt x="33" y="629"/>
                </a:lnTo>
                <a:lnTo>
                  <a:pt x="32" y="629"/>
                </a:lnTo>
                <a:lnTo>
                  <a:pt x="32" y="630"/>
                </a:lnTo>
                <a:lnTo>
                  <a:pt x="31" y="630"/>
                </a:lnTo>
                <a:lnTo>
                  <a:pt x="31" y="631"/>
                </a:lnTo>
                <a:lnTo>
                  <a:pt x="30" y="631"/>
                </a:lnTo>
                <a:lnTo>
                  <a:pt x="29" y="631"/>
                </a:lnTo>
                <a:lnTo>
                  <a:pt x="28" y="631"/>
                </a:lnTo>
                <a:lnTo>
                  <a:pt x="28" y="632"/>
                </a:lnTo>
                <a:lnTo>
                  <a:pt x="27" y="632"/>
                </a:lnTo>
                <a:lnTo>
                  <a:pt x="27" y="631"/>
                </a:lnTo>
                <a:lnTo>
                  <a:pt x="26" y="631"/>
                </a:lnTo>
                <a:lnTo>
                  <a:pt x="25" y="631"/>
                </a:lnTo>
                <a:lnTo>
                  <a:pt x="25" y="630"/>
                </a:lnTo>
                <a:lnTo>
                  <a:pt x="24" y="630"/>
                </a:lnTo>
                <a:lnTo>
                  <a:pt x="24" y="629"/>
                </a:lnTo>
                <a:lnTo>
                  <a:pt x="23" y="629"/>
                </a:lnTo>
                <a:lnTo>
                  <a:pt x="22" y="629"/>
                </a:lnTo>
                <a:lnTo>
                  <a:pt x="22" y="628"/>
                </a:lnTo>
                <a:lnTo>
                  <a:pt x="21" y="628"/>
                </a:lnTo>
                <a:lnTo>
                  <a:pt x="20" y="628"/>
                </a:lnTo>
                <a:lnTo>
                  <a:pt x="20" y="629"/>
                </a:lnTo>
                <a:lnTo>
                  <a:pt x="19" y="629"/>
                </a:lnTo>
                <a:lnTo>
                  <a:pt x="19" y="630"/>
                </a:lnTo>
                <a:lnTo>
                  <a:pt x="18" y="630"/>
                </a:lnTo>
                <a:lnTo>
                  <a:pt x="17" y="630"/>
                </a:lnTo>
                <a:lnTo>
                  <a:pt x="17" y="631"/>
                </a:lnTo>
                <a:lnTo>
                  <a:pt x="15" y="631"/>
                </a:lnTo>
                <a:lnTo>
                  <a:pt x="15" y="630"/>
                </a:lnTo>
                <a:lnTo>
                  <a:pt x="14" y="630"/>
                </a:lnTo>
                <a:lnTo>
                  <a:pt x="13" y="630"/>
                </a:lnTo>
                <a:lnTo>
                  <a:pt x="12" y="629"/>
                </a:lnTo>
                <a:lnTo>
                  <a:pt x="11" y="629"/>
                </a:lnTo>
                <a:lnTo>
                  <a:pt x="6" y="629"/>
                </a:lnTo>
                <a:lnTo>
                  <a:pt x="5" y="629"/>
                </a:lnTo>
                <a:lnTo>
                  <a:pt x="5" y="628"/>
                </a:lnTo>
                <a:lnTo>
                  <a:pt x="4" y="628"/>
                </a:lnTo>
                <a:lnTo>
                  <a:pt x="3" y="628"/>
                </a:lnTo>
                <a:lnTo>
                  <a:pt x="3" y="627"/>
                </a:lnTo>
                <a:lnTo>
                  <a:pt x="2" y="627"/>
                </a:lnTo>
                <a:lnTo>
                  <a:pt x="1" y="626"/>
                </a:lnTo>
                <a:lnTo>
                  <a:pt x="1" y="625"/>
                </a:lnTo>
                <a:lnTo>
                  <a:pt x="0" y="625"/>
                </a:lnTo>
                <a:lnTo>
                  <a:pt x="0" y="624"/>
                </a:lnTo>
                <a:lnTo>
                  <a:pt x="0" y="623"/>
                </a:lnTo>
                <a:lnTo>
                  <a:pt x="0" y="622"/>
                </a:lnTo>
                <a:lnTo>
                  <a:pt x="1" y="622"/>
                </a:lnTo>
                <a:lnTo>
                  <a:pt x="1" y="621"/>
                </a:lnTo>
                <a:lnTo>
                  <a:pt x="1" y="620"/>
                </a:lnTo>
                <a:lnTo>
                  <a:pt x="1" y="619"/>
                </a:lnTo>
                <a:lnTo>
                  <a:pt x="1" y="618"/>
                </a:lnTo>
                <a:lnTo>
                  <a:pt x="1" y="617"/>
                </a:lnTo>
                <a:lnTo>
                  <a:pt x="2" y="617"/>
                </a:lnTo>
                <a:lnTo>
                  <a:pt x="2" y="616"/>
                </a:lnTo>
                <a:lnTo>
                  <a:pt x="2" y="612"/>
                </a:lnTo>
                <a:lnTo>
                  <a:pt x="2" y="611"/>
                </a:lnTo>
                <a:lnTo>
                  <a:pt x="2" y="610"/>
                </a:lnTo>
                <a:lnTo>
                  <a:pt x="1" y="610"/>
                </a:lnTo>
                <a:lnTo>
                  <a:pt x="1" y="609"/>
                </a:lnTo>
                <a:lnTo>
                  <a:pt x="1" y="608"/>
                </a:lnTo>
                <a:lnTo>
                  <a:pt x="1" y="607"/>
                </a:lnTo>
                <a:lnTo>
                  <a:pt x="1" y="606"/>
                </a:lnTo>
                <a:lnTo>
                  <a:pt x="1" y="605"/>
                </a:lnTo>
                <a:lnTo>
                  <a:pt x="1" y="603"/>
                </a:lnTo>
                <a:lnTo>
                  <a:pt x="0" y="603"/>
                </a:lnTo>
                <a:lnTo>
                  <a:pt x="0" y="602"/>
                </a:lnTo>
                <a:lnTo>
                  <a:pt x="0" y="601"/>
                </a:lnTo>
                <a:lnTo>
                  <a:pt x="0" y="600"/>
                </a:lnTo>
                <a:lnTo>
                  <a:pt x="0" y="599"/>
                </a:lnTo>
                <a:lnTo>
                  <a:pt x="0" y="597"/>
                </a:lnTo>
                <a:lnTo>
                  <a:pt x="0" y="596"/>
                </a:lnTo>
                <a:lnTo>
                  <a:pt x="0" y="595"/>
                </a:lnTo>
                <a:lnTo>
                  <a:pt x="1" y="595"/>
                </a:lnTo>
                <a:lnTo>
                  <a:pt x="1" y="594"/>
                </a:lnTo>
                <a:lnTo>
                  <a:pt x="2" y="594"/>
                </a:lnTo>
                <a:lnTo>
                  <a:pt x="3" y="593"/>
                </a:lnTo>
                <a:lnTo>
                  <a:pt x="3" y="592"/>
                </a:lnTo>
                <a:lnTo>
                  <a:pt x="3" y="591"/>
                </a:lnTo>
                <a:lnTo>
                  <a:pt x="4" y="591"/>
                </a:lnTo>
                <a:lnTo>
                  <a:pt x="5" y="590"/>
                </a:lnTo>
                <a:lnTo>
                  <a:pt x="6" y="590"/>
                </a:lnTo>
                <a:lnTo>
                  <a:pt x="6" y="589"/>
                </a:lnTo>
                <a:lnTo>
                  <a:pt x="6" y="588"/>
                </a:lnTo>
                <a:lnTo>
                  <a:pt x="6" y="587"/>
                </a:lnTo>
                <a:lnTo>
                  <a:pt x="6" y="586"/>
                </a:lnTo>
                <a:lnTo>
                  <a:pt x="7" y="586"/>
                </a:lnTo>
                <a:lnTo>
                  <a:pt x="8" y="586"/>
                </a:lnTo>
                <a:lnTo>
                  <a:pt x="8" y="585"/>
                </a:lnTo>
                <a:lnTo>
                  <a:pt x="9" y="585"/>
                </a:lnTo>
                <a:lnTo>
                  <a:pt x="9" y="584"/>
                </a:lnTo>
                <a:lnTo>
                  <a:pt x="9" y="582"/>
                </a:lnTo>
                <a:lnTo>
                  <a:pt x="9" y="580"/>
                </a:lnTo>
                <a:lnTo>
                  <a:pt x="8" y="580"/>
                </a:lnTo>
                <a:lnTo>
                  <a:pt x="8" y="579"/>
                </a:lnTo>
                <a:lnTo>
                  <a:pt x="9" y="579"/>
                </a:lnTo>
                <a:lnTo>
                  <a:pt x="10" y="579"/>
                </a:lnTo>
                <a:lnTo>
                  <a:pt x="11" y="578"/>
                </a:lnTo>
                <a:lnTo>
                  <a:pt x="11" y="577"/>
                </a:lnTo>
                <a:lnTo>
                  <a:pt x="12" y="576"/>
                </a:lnTo>
                <a:lnTo>
                  <a:pt x="12" y="574"/>
                </a:lnTo>
                <a:lnTo>
                  <a:pt x="13" y="574"/>
                </a:lnTo>
                <a:lnTo>
                  <a:pt x="12" y="574"/>
                </a:lnTo>
                <a:lnTo>
                  <a:pt x="12" y="573"/>
                </a:lnTo>
                <a:lnTo>
                  <a:pt x="12" y="572"/>
                </a:lnTo>
                <a:lnTo>
                  <a:pt x="11" y="571"/>
                </a:lnTo>
                <a:lnTo>
                  <a:pt x="11" y="570"/>
                </a:lnTo>
                <a:lnTo>
                  <a:pt x="11" y="569"/>
                </a:lnTo>
                <a:lnTo>
                  <a:pt x="11" y="568"/>
                </a:lnTo>
                <a:lnTo>
                  <a:pt x="11" y="567"/>
                </a:lnTo>
                <a:lnTo>
                  <a:pt x="12" y="566"/>
                </a:lnTo>
                <a:lnTo>
                  <a:pt x="12" y="565"/>
                </a:lnTo>
                <a:lnTo>
                  <a:pt x="12" y="564"/>
                </a:lnTo>
                <a:lnTo>
                  <a:pt x="12" y="563"/>
                </a:lnTo>
                <a:lnTo>
                  <a:pt x="12" y="562"/>
                </a:lnTo>
                <a:lnTo>
                  <a:pt x="12" y="561"/>
                </a:lnTo>
                <a:lnTo>
                  <a:pt x="13" y="561"/>
                </a:lnTo>
                <a:lnTo>
                  <a:pt x="13" y="560"/>
                </a:lnTo>
                <a:lnTo>
                  <a:pt x="13" y="559"/>
                </a:lnTo>
                <a:lnTo>
                  <a:pt x="14" y="559"/>
                </a:lnTo>
                <a:lnTo>
                  <a:pt x="15" y="559"/>
                </a:lnTo>
                <a:lnTo>
                  <a:pt x="15" y="558"/>
                </a:lnTo>
                <a:lnTo>
                  <a:pt x="16" y="558"/>
                </a:lnTo>
                <a:lnTo>
                  <a:pt x="16" y="557"/>
                </a:lnTo>
                <a:lnTo>
                  <a:pt x="15" y="557"/>
                </a:lnTo>
                <a:lnTo>
                  <a:pt x="16" y="557"/>
                </a:lnTo>
                <a:lnTo>
                  <a:pt x="16" y="556"/>
                </a:lnTo>
                <a:lnTo>
                  <a:pt x="16" y="555"/>
                </a:lnTo>
                <a:lnTo>
                  <a:pt x="16" y="554"/>
                </a:lnTo>
                <a:lnTo>
                  <a:pt x="16" y="553"/>
                </a:lnTo>
                <a:lnTo>
                  <a:pt x="17" y="553"/>
                </a:lnTo>
                <a:lnTo>
                  <a:pt x="17" y="552"/>
                </a:lnTo>
                <a:lnTo>
                  <a:pt x="17" y="551"/>
                </a:lnTo>
                <a:lnTo>
                  <a:pt x="18" y="551"/>
                </a:lnTo>
                <a:lnTo>
                  <a:pt x="18" y="550"/>
                </a:lnTo>
                <a:lnTo>
                  <a:pt x="19" y="549"/>
                </a:lnTo>
                <a:lnTo>
                  <a:pt x="19" y="548"/>
                </a:lnTo>
                <a:lnTo>
                  <a:pt x="19" y="547"/>
                </a:lnTo>
                <a:lnTo>
                  <a:pt x="20" y="547"/>
                </a:lnTo>
                <a:lnTo>
                  <a:pt x="21" y="547"/>
                </a:lnTo>
                <a:lnTo>
                  <a:pt x="21" y="546"/>
                </a:lnTo>
                <a:lnTo>
                  <a:pt x="21" y="545"/>
                </a:lnTo>
                <a:lnTo>
                  <a:pt x="22" y="544"/>
                </a:lnTo>
                <a:lnTo>
                  <a:pt x="23" y="544"/>
                </a:lnTo>
                <a:lnTo>
                  <a:pt x="24" y="544"/>
                </a:lnTo>
                <a:lnTo>
                  <a:pt x="24" y="543"/>
                </a:lnTo>
                <a:lnTo>
                  <a:pt x="25" y="543"/>
                </a:lnTo>
                <a:lnTo>
                  <a:pt x="26" y="541"/>
                </a:lnTo>
                <a:lnTo>
                  <a:pt x="27" y="541"/>
                </a:lnTo>
                <a:lnTo>
                  <a:pt x="27" y="540"/>
                </a:lnTo>
                <a:lnTo>
                  <a:pt x="28" y="539"/>
                </a:lnTo>
                <a:lnTo>
                  <a:pt x="28" y="538"/>
                </a:lnTo>
                <a:lnTo>
                  <a:pt x="28" y="537"/>
                </a:lnTo>
                <a:lnTo>
                  <a:pt x="29" y="536"/>
                </a:lnTo>
                <a:lnTo>
                  <a:pt x="29" y="535"/>
                </a:lnTo>
                <a:lnTo>
                  <a:pt x="29" y="534"/>
                </a:lnTo>
                <a:lnTo>
                  <a:pt x="30" y="533"/>
                </a:lnTo>
                <a:lnTo>
                  <a:pt x="30" y="532"/>
                </a:lnTo>
                <a:lnTo>
                  <a:pt x="31" y="531"/>
                </a:lnTo>
                <a:lnTo>
                  <a:pt x="32" y="530"/>
                </a:lnTo>
                <a:lnTo>
                  <a:pt x="33" y="530"/>
                </a:lnTo>
                <a:lnTo>
                  <a:pt x="34" y="528"/>
                </a:lnTo>
                <a:lnTo>
                  <a:pt x="34" y="527"/>
                </a:lnTo>
                <a:lnTo>
                  <a:pt x="34" y="526"/>
                </a:lnTo>
                <a:lnTo>
                  <a:pt x="34" y="525"/>
                </a:lnTo>
                <a:lnTo>
                  <a:pt x="34" y="524"/>
                </a:lnTo>
                <a:lnTo>
                  <a:pt x="34" y="523"/>
                </a:lnTo>
                <a:lnTo>
                  <a:pt x="34" y="522"/>
                </a:lnTo>
                <a:lnTo>
                  <a:pt x="34" y="521"/>
                </a:lnTo>
                <a:lnTo>
                  <a:pt x="33" y="521"/>
                </a:lnTo>
                <a:lnTo>
                  <a:pt x="33" y="520"/>
                </a:lnTo>
                <a:lnTo>
                  <a:pt x="32" y="520"/>
                </a:lnTo>
                <a:lnTo>
                  <a:pt x="32" y="519"/>
                </a:lnTo>
                <a:lnTo>
                  <a:pt x="32" y="518"/>
                </a:lnTo>
                <a:lnTo>
                  <a:pt x="31" y="517"/>
                </a:lnTo>
                <a:lnTo>
                  <a:pt x="31" y="516"/>
                </a:lnTo>
                <a:lnTo>
                  <a:pt x="31" y="515"/>
                </a:lnTo>
                <a:lnTo>
                  <a:pt x="31" y="514"/>
                </a:lnTo>
                <a:lnTo>
                  <a:pt x="31" y="512"/>
                </a:lnTo>
                <a:lnTo>
                  <a:pt x="30" y="512"/>
                </a:lnTo>
                <a:lnTo>
                  <a:pt x="30" y="510"/>
                </a:lnTo>
                <a:lnTo>
                  <a:pt x="31" y="510"/>
                </a:lnTo>
                <a:lnTo>
                  <a:pt x="30" y="509"/>
                </a:lnTo>
                <a:lnTo>
                  <a:pt x="30" y="508"/>
                </a:lnTo>
                <a:lnTo>
                  <a:pt x="29" y="508"/>
                </a:lnTo>
                <a:lnTo>
                  <a:pt x="29" y="507"/>
                </a:lnTo>
                <a:lnTo>
                  <a:pt x="30" y="507"/>
                </a:lnTo>
                <a:lnTo>
                  <a:pt x="30" y="506"/>
                </a:lnTo>
                <a:lnTo>
                  <a:pt x="29" y="504"/>
                </a:lnTo>
                <a:lnTo>
                  <a:pt x="29" y="503"/>
                </a:lnTo>
                <a:lnTo>
                  <a:pt x="28" y="503"/>
                </a:lnTo>
                <a:lnTo>
                  <a:pt x="28" y="502"/>
                </a:lnTo>
                <a:lnTo>
                  <a:pt x="28" y="501"/>
                </a:lnTo>
                <a:lnTo>
                  <a:pt x="28" y="500"/>
                </a:lnTo>
                <a:lnTo>
                  <a:pt x="28" y="499"/>
                </a:lnTo>
                <a:lnTo>
                  <a:pt x="28" y="498"/>
                </a:lnTo>
                <a:lnTo>
                  <a:pt x="27" y="498"/>
                </a:lnTo>
                <a:lnTo>
                  <a:pt x="26" y="498"/>
                </a:lnTo>
                <a:lnTo>
                  <a:pt x="25" y="498"/>
                </a:lnTo>
                <a:lnTo>
                  <a:pt x="25" y="497"/>
                </a:lnTo>
                <a:lnTo>
                  <a:pt x="25" y="496"/>
                </a:lnTo>
                <a:lnTo>
                  <a:pt x="25" y="495"/>
                </a:lnTo>
                <a:lnTo>
                  <a:pt x="25" y="494"/>
                </a:lnTo>
                <a:lnTo>
                  <a:pt x="25" y="493"/>
                </a:lnTo>
                <a:lnTo>
                  <a:pt x="24" y="493"/>
                </a:lnTo>
                <a:lnTo>
                  <a:pt x="24" y="492"/>
                </a:lnTo>
                <a:lnTo>
                  <a:pt x="24" y="491"/>
                </a:lnTo>
                <a:lnTo>
                  <a:pt x="24" y="490"/>
                </a:lnTo>
                <a:lnTo>
                  <a:pt x="25" y="490"/>
                </a:lnTo>
                <a:lnTo>
                  <a:pt x="25" y="489"/>
                </a:lnTo>
                <a:lnTo>
                  <a:pt x="25" y="488"/>
                </a:lnTo>
                <a:lnTo>
                  <a:pt x="24" y="488"/>
                </a:lnTo>
                <a:lnTo>
                  <a:pt x="23" y="487"/>
                </a:lnTo>
                <a:lnTo>
                  <a:pt x="23" y="486"/>
                </a:lnTo>
                <a:lnTo>
                  <a:pt x="24" y="485"/>
                </a:lnTo>
                <a:lnTo>
                  <a:pt x="24" y="484"/>
                </a:lnTo>
                <a:lnTo>
                  <a:pt x="23" y="484"/>
                </a:lnTo>
                <a:lnTo>
                  <a:pt x="23" y="483"/>
                </a:lnTo>
                <a:lnTo>
                  <a:pt x="23" y="482"/>
                </a:lnTo>
                <a:lnTo>
                  <a:pt x="23" y="481"/>
                </a:lnTo>
                <a:lnTo>
                  <a:pt x="22" y="481"/>
                </a:lnTo>
                <a:lnTo>
                  <a:pt x="22" y="480"/>
                </a:lnTo>
                <a:lnTo>
                  <a:pt x="22" y="479"/>
                </a:lnTo>
                <a:lnTo>
                  <a:pt x="21" y="479"/>
                </a:lnTo>
                <a:lnTo>
                  <a:pt x="21" y="478"/>
                </a:lnTo>
                <a:lnTo>
                  <a:pt x="21" y="477"/>
                </a:lnTo>
                <a:lnTo>
                  <a:pt x="21" y="476"/>
                </a:lnTo>
                <a:lnTo>
                  <a:pt x="21" y="475"/>
                </a:lnTo>
                <a:lnTo>
                  <a:pt x="20" y="475"/>
                </a:lnTo>
                <a:lnTo>
                  <a:pt x="20" y="474"/>
                </a:lnTo>
                <a:lnTo>
                  <a:pt x="20" y="473"/>
                </a:lnTo>
                <a:lnTo>
                  <a:pt x="19" y="473"/>
                </a:lnTo>
                <a:lnTo>
                  <a:pt x="19" y="472"/>
                </a:lnTo>
                <a:lnTo>
                  <a:pt x="19" y="470"/>
                </a:lnTo>
                <a:lnTo>
                  <a:pt x="19" y="469"/>
                </a:lnTo>
                <a:lnTo>
                  <a:pt x="19" y="468"/>
                </a:lnTo>
                <a:lnTo>
                  <a:pt x="19" y="467"/>
                </a:lnTo>
                <a:lnTo>
                  <a:pt x="20" y="467"/>
                </a:lnTo>
                <a:lnTo>
                  <a:pt x="20" y="466"/>
                </a:lnTo>
                <a:lnTo>
                  <a:pt x="20" y="465"/>
                </a:lnTo>
                <a:lnTo>
                  <a:pt x="20" y="464"/>
                </a:lnTo>
                <a:lnTo>
                  <a:pt x="19" y="464"/>
                </a:lnTo>
                <a:lnTo>
                  <a:pt x="19" y="463"/>
                </a:lnTo>
                <a:lnTo>
                  <a:pt x="20" y="463"/>
                </a:lnTo>
                <a:lnTo>
                  <a:pt x="20" y="462"/>
                </a:lnTo>
                <a:lnTo>
                  <a:pt x="21" y="462"/>
                </a:lnTo>
                <a:lnTo>
                  <a:pt x="21" y="461"/>
                </a:lnTo>
                <a:lnTo>
                  <a:pt x="21" y="460"/>
                </a:lnTo>
                <a:lnTo>
                  <a:pt x="22" y="460"/>
                </a:lnTo>
                <a:lnTo>
                  <a:pt x="22" y="459"/>
                </a:lnTo>
                <a:lnTo>
                  <a:pt x="21" y="459"/>
                </a:lnTo>
                <a:lnTo>
                  <a:pt x="21" y="458"/>
                </a:lnTo>
                <a:lnTo>
                  <a:pt x="21" y="457"/>
                </a:lnTo>
                <a:lnTo>
                  <a:pt x="21" y="456"/>
                </a:lnTo>
                <a:lnTo>
                  <a:pt x="21" y="455"/>
                </a:lnTo>
                <a:lnTo>
                  <a:pt x="21" y="454"/>
                </a:lnTo>
                <a:lnTo>
                  <a:pt x="21" y="453"/>
                </a:lnTo>
                <a:lnTo>
                  <a:pt x="20" y="453"/>
                </a:lnTo>
                <a:lnTo>
                  <a:pt x="20" y="452"/>
                </a:lnTo>
                <a:lnTo>
                  <a:pt x="20" y="451"/>
                </a:lnTo>
                <a:lnTo>
                  <a:pt x="21" y="450"/>
                </a:lnTo>
                <a:lnTo>
                  <a:pt x="21" y="448"/>
                </a:lnTo>
                <a:lnTo>
                  <a:pt x="21" y="447"/>
                </a:lnTo>
                <a:lnTo>
                  <a:pt x="22" y="447"/>
                </a:lnTo>
                <a:lnTo>
                  <a:pt x="23" y="445"/>
                </a:lnTo>
                <a:lnTo>
                  <a:pt x="22" y="445"/>
                </a:lnTo>
                <a:lnTo>
                  <a:pt x="23" y="444"/>
                </a:lnTo>
                <a:lnTo>
                  <a:pt x="23" y="443"/>
                </a:lnTo>
                <a:lnTo>
                  <a:pt x="23" y="442"/>
                </a:lnTo>
                <a:lnTo>
                  <a:pt x="22" y="441"/>
                </a:lnTo>
                <a:lnTo>
                  <a:pt x="21" y="440"/>
                </a:lnTo>
                <a:lnTo>
                  <a:pt x="21" y="439"/>
                </a:lnTo>
                <a:lnTo>
                  <a:pt x="22" y="439"/>
                </a:lnTo>
                <a:lnTo>
                  <a:pt x="22" y="438"/>
                </a:lnTo>
                <a:lnTo>
                  <a:pt x="23" y="438"/>
                </a:lnTo>
                <a:lnTo>
                  <a:pt x="23" y="437"/>
                </a:lnTo>
                <a:lnTo>
                  <a:pt x="24" y="437"/>
                </a:lnTo>
                <a:lnTo>
                  <a:pt x="24" y="436"/>
                </a:lnTo>
                <a:lnTo>
                  <a:pt x="24" y="435"/>
                </a:lnTo>
                <a:lnTo>
                  <a:pt x="24" y="434"/>
                </a:lnTo>
                <a:lnTo>
                  <a:pt x="24" y="433"/>
                </a:lnTo>
                <a:lnTo>
                  <a:pt x="24" y="432"/>
                </a:lnTo>
                <a:lnTo>
                  <a:pt x="24" y="431"/>
                </a:lnTo>
                <a:lnTo>
                  <a:pt x="23" y="430"/>
                </a:lnTo>
                <a:lnTo>
                  <a:pt x="23" y="429"/>
                </a:lnTo>
                <a:lnTo>
                  <a:pt x="23" y="428"/>
                </a:lnTo>
                <a:lnTo>
                  <a:pt x="23" y="427"/>
                </a:lnTo>
                <a:lnTo>
                  <a:pt x="24" y="426"/>
                </a:lnTo>
                <a:lnTo>
                  <a:pt x="23" y="426"/>
                </a:lnTo>
                <a:lnTo>
                  <a:pt x="22" y="426"/>
                </a:lnTo>
                <a:lnTo>
                  <a:pt x="22" y="425"/>
                </a:lnTo>
                <a:lnTo>
                  <a:pt x="21" y="425"/>
                </a:lnTo>
                <a:lnTo>
                  <a:pt x="21" y="424"/>
                </a:lnTo>
                <a:lnTo>
                  <a:pt x="19" y="423"/>
                </a:lnTo>
                <a:lnTo>
                  <a:pt x="19" y="422"/>
                </a:lnTo>
                <a:lnTo>
                  <a:pt x="18" y="420"/>
                </a:lnTo>
                <a:lnTo>
                  <a:pt x="18" y="419"/>
                </a:lnTo>
                <a:lnTo>
                  <a:pt x="17" y="419"/>
                </a:lnTo>
                <a:lnTo>
                  <a:pt x="17" y="418"/>
                </a:lnTo>
                <a:lnTo>
                  <a:pt x="16" y="418"/>
                </a:lnTo>
                <a:lnTo>
                  <a:pt x="16" y="417"/>
                </a:lnTo>
                <a:lnTo>
                  <a:pt x="15" y="417"/>
                </a:lnTo>
                <a:lnTo>
                  <a:pt x="14" y="417"/>
                </a:lnTo>
                <a:lnTo>
                  <a:pt x="14" y="416"/>
                </a:lnTo>
                <a:lnTo>
                  <a:pt x="14" y="415"/>
                </a:lnTo>
                <a:lnTo>
                  <a:pt x="15" y="414"/>
                </a:lnTo>
                <a:lnTo>
                  <a:pt x="16" y="415"/>
                </a:lnTo>
                <a:lnTo>
                  <a:pt x="16" y="416"/>
                </a:lnTo>
                <a:lnTo>
                  <a:pt x="17" y="416"/>
                </a:lnTo>
                <a:lnTo>
                  <a:pt x="18" y="416"/>
                </a:lnTo>
                <a:lnTo>
                  <a:pt x="18" y="415"/>
                </a:lnTo>
                <a:lnTo>
                  <a:pt x="18" y="414"/>
                </a:lnTo>
                <a:lnTo>
                  <a:pt x="18" y="413"/>
                </a:lnTo>
                <a:lnTo>
                  <a:pt x="19" y="412"/>
                </a:lnTo>
                <a:lnTo>
                  <a:pt x="19" y="411"/>
                </a:lnTo>
                <a:lnTo>
                  <a:pt x="19" y="410"/>
                </a:lnTo>
                <a:lnTo>
                  <a:pt x="18" y="410"/>
                </a:lnTo>
                <a:lnTo>
                  <a:pt x="17" y="412"/>
                </a:lnTo>
                <a:lnTo>
                  <a:pt x="16" y="412"/>
                </a:lnTo>
                <a:lnTo>
                  <a:pt x="16" y="411"/>
                </a:lnTo>
                <a:lnTo>
                  <a:pt x="17" y="410"/>
                </a:lnTo>
                <a:lnTo>
                  <a:pt x="18" y="410"/>
                </a:lnTo>
                <a:lnTo>
                  <a:pt x="18" y="409"/>
                </a:lnTo>
                <a:lnTo>
                  <a:pt x="17" y="409"/>
                </a:lnTo>
                <a:lnTo>
                  <a:pt x="17" y="408"/>
                </a:lnTo>
                <a:lnTo>
                  <a:pt x="16" y="408"/>
                </a:lnTo>
                <a:lnTo>
                  <a:pt x="15" y="408"/>
                </a:lnTo>
                <a:lnTo>
                  <a:pt x="14" y="408"/>
                </a:lnTo>
                <a:lnTo>
                  <a:pt x="13" y="407"/>
                </a:lnTo>
                <a:lnTo>
                  <a:pt x="13" y="406"/>
                </a:lnTo>
                <a:lnTo>
                  <a:pt x="14" y="406"/>
                </a:lnTo>
                <a:lnTo>
                  <a:pt x="14" y="407"/>
                </a:lnTo>
                <a:lnTo>
                  <a:pt x="15" y="407"/>
                </a:lnTo>
                <a:lnTo>
                  <a:pt x="15" y="406"/>
                </a:lnTo>
                <a:lnTo>
                  <a:pt x="16" y="404"/>
                </a:lnTo>
                <a:lnTo>
                  <a:pt x="17" y="404"/>
                </a:lnTo>
                <a:lnTo>
                  <a:pt x="17" y="403"/>
                </a:lnTo>
                <a:lnTo>
                  <a:pt x="17" y="402"/>
                </a:lnTo>
                <a:lnTo>
                  <a:pt x="16" y="402"/>
                </a:lnTo>
                <a:lnTo>
                  <a:pt x="15" y="401"/>
                </a:lnTo>
                <a:lnTo>
                  <a:pt x="16" y="401"/>
                </a:lnTo>
                <a:lnTo>
                  <a:pt x="16" y="400"/>
                </a:lnTo>
                <a:lnTo>
                  <a:pt x="17" y="400"/>
                </a:lnTo>
                <a:lnTo>
                  <a:pt x="17" y="398"/>
                </a:lnTo>
                <a:lnTo>
                  <a:pt x="16" y="397"/>
                </a:lnTo>
                <a:lnTo>
                  <a:pt x="15" y="397"/>
                </a:lnTo>
                <a:lnTo>
                  <a:pt x="13" y="397"/>
                </a:lnTo>
                <a:lnTo>
                  <a:pt x="12" y="396"/>
                </a:lnTo>
                <a:lnTo>
                  <a:pt x="13" y="395"/>
                </a:lnTo>
                <a:lnTo>
                  <a:pt x="14" y="395"/>
                </a:lnTo>
                <a:lnTo>
                  <a:pt x="15" y="395"/>
                </a:lnTo>
                <a:lnTo>
                  <a:pt x="15" y="394"/>
                </a:lnTo>
                <a:lnTo>
                  <a:pt x="16" y="394"/>
                </a:lnTo>
                <a:lnTo>
                  <a:pt x="16" y="393"/>
                </a:lnTo>
                <a:lnTo>
                  <a:pt x="16" y="392"/>
                </a:lnTo>
                <a:lnTo>
                  <a:pt x="16" y="391"/>
                </a:lnTo>
                <a:lnTo>
                  <a:pt x="16" y="390"/>
                </a:lnTo>
                <a:lnTo>
                  <a:pt x="17" y="388"/>
                </a:lnTo>
                <a:lnTo>
                  <a:pt x="17" y="387"/>
                </a:lnTo>
                <a:lnTo>
                  <a:pt x="17" y="386"/>
                </a:lnTo>
                <a:lnTo>
                  <a:pt x="16" y="386"/>
                </a:lnTo>
                <a:lnTo>
                  <a:pt x="16" y="385"/>
                </a:lnTo>
                <a:lnTo>
                  <a:pt x="15" y="384"/>
                </a:lnTo>
                <a:lnTo>
                  <a:pt x="14" y="384"/>
                </a:lnTo>
                <a:lnTo>
                  <a:pt x="13" y="384"/>
                </a:lnTo>
                <a:lnTo>
                  <a:pt x="13" y="383"/>
                </a:lnTo>
                <a:lnTo>
                  <a:pt x="13" y="382"/>
                </a:lnTo>
                <a:lnTo>
                  <a:pt x="13" y="381"/>
                </a:lnTo>
                <a:lnTo>
                  <a:pt x="15" y="381"/>
                </a:lnTo>
                <a:lnTo>
                  <a:pt x="16" y="381"/>
                </a:lnTo>
                <a:lnTo>
                  <a:pt x="17" y="382"/>
                </a:lnTo>
                <a:lnTo>
                  <a:pt x="17" y="383"/>
                </a:lnTo>
                <a:lnTo>
                  <a:pt x="18" y="383"/>
                </a:lnTo>
                <a:lnTo>
                  <a:pt x="19" y="383"/>
                </a:lnTo>
                <a:lnTo>
                  <a:pt x="19" y="382"/>
                </a:lnTo>
                <a:lnTo>
                  <a:pt x="19" y="381"/>
                </a:lnTo>
                <a:lnTo>
                  <a:pt x="18" y="381"/>
                </a:lnTo>
                <a:lnTo>
                  <a:pt x="17" y="381"/>
                </a:lnTo>
                <a:lnTo>
                  <a:pt x="16" y="381"/>
                </a:lnTo>
                <a:lnTo>
                  <a:pt x="16" y="380"/>
                </a:lnTo>
                <a:lnTo>
                  <a:pt x="17" y="380"/>
                </a:lnTo>
                <a:lnTo>
                  <a:pt x="17" y="379"/>
                </a:lnTo>
                <a:lnTo>
                  <a:pt x="18" y="379"/>
                </a:lnTo>
                <a:lnTo>
                  <a:pt x="19" y="379"/>
                </a:lnTo>
                <a:lnTo>
                  <a:pt x="20" y="379"/>
                </a:lnTo>
                <a:lnTo>
                  <a:pt x="21" y="378"/>
                </a:lnTo>
                <a:lnTo>
                  <a:pt x="21" y="377"/>
                </a:lnTo>
                <a:lnTo>
                  <a:pt x="22" y="377"/>
                </a:lnTo>
                <a:lnTo>
                  <a:pt x="22" y="376"/>
                </a:lnTo>
                <a:lnTo>
                  <a:pt x="23" y="376"/>
                </a:lnTo>
                <a:lnTo>
                  <a:pt x="23" y="375"/>
                </a:lnTo>
                <a:lnTo>
                  <a:pt x="24" y="374"/>
                </a:lnTo>
                <a:lnTo>
                  <a:pt x="25" y="373"/>
                </a:lnTo>
                <a:lnTo>
                  <a:pt x="26" y="373"/>
                </a:lnTo>
                <a:lnTo>
                  <a:pt x="27" y="372"/>
                </a:lnTo>
                <a:lnTo>
                  <a:pt x="27" y="371"/>
                </a:lnTo>
                <a:lnTo>
                  <a:pt x="27" y="370"/>
                </a:lnTo>
                <a:lnTo>
                  <a:pt x="27" y="369"/>
                </a:lnTo>
                <a:lnTo>
                  <a:pt x="28" y="368"/>
                </a:lnTo>
                <a:lnTo>
                  <a:pt x="29" y="367"/>
                </a:lnTo>
                <a:lnTo>
                  <a:pt x="30" y="366"/>
                </a:lnTo>
                <a:lnTo>
                  <a:pt x="31" y="366"/>
                </a:lnTo>
                <a:lnTo>
                  <a:pt x="31" y="365"/>
                </a:lnTo>
                <a:lnTo>
                  <a:pt x="32" y="365"/>
                </a:lnTo>
                <a:lnTo>
                  <a:pt x="32" y="364"/>
                </a:lnTo>
                <a:lnTo>
                  <a:pt x="33" y="363"/>
                </a:lnTo>
                <a:lnTo>
                  <a:pt x="33" y="362"/>
                </a:lnTo>
                <a:lnTo>
                  <a:pt x="34" y="362"/>
                </a:lnTo>
                <a:lnTo>
                  <a:pt x="34" y="361"/>
                </a:lnTo>
                <a:lnTo>
                  <a:pt x="35" y="360"/>
                </a:lnTo>
                <a:lnTo>
                  <a:pt x="36" y="360"/>
                </a:lnTo>
                <a:lnTo>
                  <a:pt x="36" y="359"/>
                </a:lnTo>
                <a:lnTo>
                  <a:pt x="36" y="358"/>
                </a:lnTo>
                <a:lnTo>
                  <a:pt x="37" y="357"/>
                </a:lnTo>
                <a:lnTo>
                  <a:pt x="38" y="357"/>
                </a:lnTo>
                <a:lnTo>
                  <a:pt x="38" y="355"/>
                </a:lnTo>
                <a:lnTo>
                  <a:pt x="39" y="355"/>
                </a:lnTo>
                <a:lnTo>
                  <a:pt x="40" y="355"/>
                </a:lnTo>
                <a:lnTo>
                  <a:pt x="41" y="354"/>
                </a:lnTo>
                <a:lnTo>
                  <a:pt x="41" y="353"/>
                </a:lnTo>
                <a:lnTo>
                  <a:pt x="40" y="353"/>
                </a:lnTo>
                <a:lnTo>
                  <a:pt x="40" y="352"/>
                </a:lnTo>
                <a:lnTo>
                  <a:pt x="40" y="351"/>
                </a:lnTo>
                <a:lnTo>
                  <a:pt x="41" y="351"/>
                </a:lnTo>
                <a:lnTo>
                  <a:pt x="41" y="350"/>
                </a:lnTo>
                <a:lnTo>
                  <a:pt x="42" y="349"/>
                </a:lnTo>
                <a:lnTo>
                  <a:pt x="42" y="348"/>
                </a:lnTo>
                <a:lnTo>
                  <a:pt x="41" y="347"/>
                </a:lnTo>
                <a:lnTo>
                  <a:pt x="40" y="347"/>
                </a:lnTo>
                <a:lnTo>
                  <a:pt x="39" y="347"/>
                </a:lnTo>
                <a:lnTo>
                  <a:pt x="38" y="347"/>
                </a:lnTo>
                <a:lnTo>
                  <a:pt x="37" y="347"/>
                </a:lnTo>
                <a:lnTo>
                  <a:pt x="36" y="347"/>
                </a:lnTo>
                <a:lnTo>
                  <a:pt x="36" y="346"/>
                </a:lnTo>
                <a:lnTo>
                  <a:pt x="36" y="345"/>
                </a:lnTo>
                <a:lnTo>
                  <a:pt x="35" y="345"/>
                </a:lnTo>
                <a:lnTo>
                  <a:pt x="35" y="343"/>
                </a:lnTo>
                <a:lnTo>
                  <a:pt x="36" y="343"/>
                </a:lnTo>
                <a:lnTo>
                  <a:pt x="36" y="342"/>
                </a:lnTo>
                <a:lnTo>
                  <a:pt x="36" y="340"/>
                </a:lnTo>
                <a:lnTo>
                  <a:pt x="36" y="339"/>
                </a:lnTo>
                <a:lnTo>
                  <a:pt x="37" y="339"/>
                </a:lnTo>
                <a:lnTo>
                  <a:pt x="37" y="338"/>
                </a:lnTo>
                <a:lnTo>
                  <a:pt x="38" y="338"/>
                </a:lnTo>
                <a:lnTo>
                  <a:pt x="40" y="338"/>
                </a:lnTo>
                <a:lnTo>
                  <a:pt x="41" y="338"/>
                </a:lnTo>
                <a:lnTo>
                  <a:pt x="43" y="338"/>
                </a:lnTo>
                <a:lnTo>
                  <a:pt x="45" y="338"/>
                </a:lnTo>
                <a:lnTo>
                  <a:pt x="45" y="337"/>
                </a:lnTo>
                <a:lnTo>
                  <a:pt x="46" y="337"/>
                </a:lnTo>
                <a:lnTo>
                  <a:pt x="47" y="335"/>
                </a:lnTo>
                <a:lnTo>
                  <a:pt x="47" y="334"/>
                </a:lnTo>
                <a:lnTo>
                  <a:pt x="47" y="333"/>
                </a:lnTo>
                <a:lnTo>
                  <a:pt x="47" y="332"/>
                </a:lnTo>
                <a:lnTo>
                  <a:pt x="47" y="331"/>
                </a:lnTo>
                <a:lnTo>
                  <a:pt x="48" y="331"/>
                </a:lnTo>
                <a:lnTo>
                  <a:pt x="48" y="330"/>
                </a:lnTo>
                <a:lnTo>
                  <a:pt x="48" y="329"/>
                </a:lnTo>
                <a:lnTo>
                  <a:pt x="48" y="328"/>
                </a:lnTo>
                <a:lnTo>
                  <a:pt x="49" y="328"/>
                </a:lnTo>
                <a:lnTo>
                  <a:pt x="50" y="327"/>
                </a:lnTo>
                <a:lnTo>
                  <a:pt x="50" y="326"/>
                </a:lnTo>
                <a:lnTo>
                  <a:pt x="50" y="325"/>
                </a:lnTo>
                <a:lnTo>
                  <a:pt x="49" y="324"/>
                </a:lnTo>
                <a:lnTo>
                  <a:pt x="48" y="323"/>
                </a:lnTo>
                <a:lnTo>
                  <a:pt x="48" y="322"/>
                </a:lnTo>
                <a:lnTo>
                  <a:pt x="48" y="320"/>
                </a:lnTo>
                <a:lnTo>
                  <a:pt x="48" y="319"/>
                </a:lnTo>
                <a:lnTo>
                  <a:pt x="47" y="319"/>
                </a:lnTo>
                <a:lnTo>
                  <a:pt x="47" y="318"/>
                </a:lnTo>
                <a:lnTo>
                  <a:pt x="48" y="317"/>
                </a:lnTo>
                <a:lnTo>
                  <a:pt x="50" y="317"/>
                </a:lnTo>
                <a:lnTo>
                  <a:pt x="50" y="316"/>
                </a:lnTo>
                <a:lnTo>
                  <a:pt x="50" y="315"/>
                </a:lnTo>
                <a:lnTo>
                  <a:pt x="49" y="315"/>
                </a:lnTo>
                <a:lnTo>
                  <a:pt x="49" y="314"/>
                </a:lnTo>
                <a:lnTo>
                  <a:pt x="48" y="314"/>
                </a:lnTo>
                <a:lnTo>
                  <a:pt x="48" y="313"/>
                </a:lnTo>
                <a:lnTo>
                  <a:pt x="47" y="313"/>
                </a:lnTo>
                <a:lnTo>
                  <a:pt x="46" y="313"/>
                </a:lnTo>
                <a:lnTo>
                  <a:pt x="45" y="313"/>
                </a:lnTo>
                <a:lnTo>
                  <a:pt x="44" y="312"/>
                </a:lnTo>
                <a:lnTo>
                  <a:pt x="43" y="312"/>
                </a:lnTo>
                <a:lnTo>
                  <a:pt x="42" y="312"/>
                </a:lnTo>
                <a:lnTo>
                  <a:pt x="42" y="311"/>
                </a:lnTo>
                <a:lnTo>
                  <a:pt x="42" y="310"/>
                </a:lnTo>
                <a:lnTo>
                  <a:pt x="43" y="309"/>
                </a:lnTo>
                <a:lnTo>
                  <a:pt x="44" y="309"/>
                </a:lnTo>
                <a:lnTo>
                  <a:pt x="45" y="309"/>
                </a:lnTo>
                <a:lnTo>
                  <a:pt x="46" y="308"/>
                </a:lnTo>
                <a:lnTo>
                  <a:pt x="47" y="308"/>
                </a:lnTo>
                <a:lnTo>
                  <a:pt x="47" y="306"/>
                </a:lnTo>
                <a:lnTo>
                  <a:pt x="46" y="306"/>
                </a:lnTo>
                <a:lnTo>
                  <a:pt x="45" y="305"/>
                </a:lnTo>
                <a:lnTo>
                  <a:pt x="43" y="304"/>
                </a:lnTo>
                <a:lnTo>
                  <a:pt x="42" y="303"/>
                </a:lnTo>
                <a:lnTo>
                  <a:pt x="41" y="303"/>
                </a:lnTo>
                <a:lnTo>
                  <a:pt x="40" y="303"/>
                </a:lnTo>
                <a:lnTo>
                  <a:pt x="39" y="303"/>
                </a:lnTo>
                <a:lnTo>
                  <a:pt x="39" y="302"/>
                </a:lnTo>
                <a:lnTo>
                  <a:pt x="39" y="301"/>
                </a:lnTo>
                <a:lnTo>
                  <a:pt x="38" y="299"/>
                </a:lnTo>
                <a:lnTo>
                  <a:pt x="37" y="297"/>
                </a:lnTo>
                <a:lnTo>
                  <a:pt x="35" y="295"/>
                </a:lnTo>
                <a:lnTo>
                  <a:pt x="35" y="294"/>
                </a:lnTo>
                <a:lnTo>
                  <a:pt x="34" y="293"/>
                </a:lnTo>
                <a:lnTo>
                  <a:pt x="34" y="292"/>
                </a:lnTo>
                <a:lnTo>
                  <a:pt x="33" y="290"/>
                </a:lnTo>
                <a:lnTo>
                  <a:pt x="32" y="290"/>
                </a:lnTo>
                <a:lnTo>
                  <a:pt x="32" y="289"/>
                </a:lnTo>
                <a:lnTo>
                  <a:pt x="31" y="288"/>
                </a:lnTo>
                <a:lnTo>
                  <a:pt x="29" y="287"/>
                </a:lnTo>
                <a:lnTo>
                  <a:pt x="28" y="287"/>
                </a:lnTo>
                <a:lnTo>
                  <a:pt x="27" y="287"/>
                </a:lnTo>
                <a:lnTo>
                  <a:pt x="27" y="286"/>
                </a:lnTo>
                <a:lnTo>
                  <a:pt x="26" y="286"/>
                </a:lnTo>
                <a:lnTo>
                  <a:pt x="25" y="286"/>
                </a:lnTo>
                <a:lnTo>
                  <a:pt x="25" y="285"/>
                </a:lnTo>
                <a:lnTo>
                  <a:pt x="25" y="284"/>
                </a:lnTo>
                <a:lnTo>
                  <a:pt x="25" y="283"/>
                </a:lnTo>
                <a:lnTo>
                  <a:pt x="26" y="283"/>
                </a:lnTo>
                <a:lnTo>
                  <a:pt x="26" y="282"/>
                </a:lnTo>
                <a:lnTo>
                  <a:pt x="26" y="281"/>
                </a:lnTo>
                <a:lnTo>
                  <a:pt x="25" y="280"/>
                </a:lnTo>
                <a:lnTo>
                  <a:pt x="24" y="280"/>
                </a:lnTo>
                <a:lnTo>
                  <a:pt x="24" y="279"/>
                </a:lnTo>
                <a:lnTo>
                  <a:pt x="24" y="278"/>
                </a:lnTo>
                <a:lnTo>
                  <a:pt x="24" y="277"/>
                </a:lnTo>
                <a:lnTo>
                  <a:pt x="24" y="276"/>
                </a:lnTo>
                <a:lnTo>
                  <a:pt x="24" y="275"/>
                </a:lnTo>
                <a:lnTo>
                  <a:pt x="24" y="274"/>
                </a:lnTo>
                <a:lnTo>
                  <a:pt x="24" y="273"/>
                </a:lnTo>
                <a:lnTo>
                  <a:pt x="24" y="272"/>
                </a:lnTo>
                <a:lnTo>
                  <a:pt x="24" y="271"/>
                </a:lnTo>
                <a:lnTo>
                  <a:pt x="25" y="269"/>
                </a:lnTo>
                <a:lnTo>
                  <a:pt x="26" y="269"/>
                </a:lnTo>
                <a:lnTo>
                  <a:pt x="26" y="268"/>
                </a:lnTo>
                <a:lnTo>
                  <a:pt x="25" y="268"/>
                </a:lnTo>
                <a:lnTo>
                  <a:pt x="25" y="267"/>
                </a:lnTo>
                <a:lnTo>
                  <a:pt x="25" y="266"/>
                </a:lnTo>
                <a:lnTo>
                  <a:pt x="24" y="265"/>
                </a:lnTo>
                <a:lnTo>
                  <a:pt x="24" y="262"/>
                </a:lnTo>
                <a:lnTo>
                  <a:pt x="24" y="261"/>
                </a:lnTo>
                <a:lnTo>
                  <a:pt x="25" y="261"/>
                </a:lnTo>
                <a:lnTo>
                  <a:pt x="25" y="260"/>
                </a:lnTo>
                <a:lnTo>
                  <a:pt x="26" y="260"/>
                </a:lnTo>
                <a:lnTo>
                  <a:pt x="27" y="260"/>
                </a:lnTo>
                <a:lnTo>
                  <a:pt x="27" y="259"/>
                </a:lnTo>
                <a:lnTo>
                  <a:pt x="27" y="260"/>
                </a:lnTo>
                <a:lnTo>
                  <a:pt x="28" y="260"/>
                </a:lnTo>
                <a:lnTo>
                  <a:pt x="29" y="260"/>
                </a:lnTo>
                <a:lnTo>
                  <a:pt x="29" y="259"/>
                </a:lnTo>
                <a:lnTo>
                  <a:pt x="30" y="259"/>
                </a:lnTo>
                <a:lnTo>
                  <a:pt x="30" y="258"/>
                </a:lnTo>
                <a:lnTo>
                  <a:pt x="30" y="257"/>
                </a:lnTo>
                <a:lnTo>
                  <a:pt x="30" y="256"/>
                </a:lnTo>
                <a:lnTo>
                  <a:pt x="30" y="255"/>
                </a:lnTo>
                <a:lnTo>
                  <a:pt x="30" y="254"/>
                </a:lnTo>
                <a:lnTo>
                  <a:pt x="30" y="253"/>
                </a:lnTo>
                <a:lnTo>
                  <a:pt x="30" y="252"/>
                </a:lnTo>
                <a:lnTo>
                  <a:pt x="30" y="251"/>
                </a:lnTo>
                <a:lnTo>
                  <a:pt x="31" y="251"/>
                </a:lnTo>
                <a:lnTo>
                  <a:pt x="31" y="250"/>
                </a:lnTo>
                <a:lnTo>
                  <a:pt x="32" y="250"/>
                </a:lnTo>
                <a:lnTo>
                  <a:pt x="33" y="250"/>
                </a:lnTo>
                <a:lnTo>
                  <a:pt x="34" y="250"/>
                </a:lnTo>
                <a:lnTo>
                  <a:pt x="35" y="250"/>
                </a:lnTo>
                <a:lnTo>
                  <a:pt x="36" y="250"/>
                </a:lnTo>
                <a:lnTo>
                  <a:pt x="37" y="250"/>
                </a:lnTo>
                <a:lnTo>
                  <a:pt x="38" y="250"/>
                </a:lnTo>
                <a:lnTo>
                  <a:pt x="39" y="249"/>
                </a:lnTo>
                <a:lnTo>
                  <a:pt x="40" y="248"/>
                </a:lnTo>
                <a:lnTo>
                  <a:pt x="40" y="247"/>
                </a:lnTo>
                <a:lnTo>
                  <a:pt x="41" y="246"/>
                </a:lnTo>
                <a:lnTo>
                  <a:pt x="42" y="246"/>
                </a:lnTo>
                <a:lnTo>
                  <a:pt x="43" y="245"/>
                </a:lnTo>
                <a:lnTo>
                  <a:pt x="44" y="245"/>
                </a:lnTo>
                <a:lnTo>
                  <a:pt x="46" y="244"/>
                </a:lnTo>
                <a:lnTo>
                  <a:pt x="46" y="243"/>
                </a:lnTo>
                <a:lnTo>
                  <a:pt x="47" y="242"/>
                </a:lnTo>
                <a:lnTo>
                  <a:pt x="47" y="241"/>
                </a:lnTo>
                <a:lnTo>
                  <a:pt x="48" y="238"/>
                </a:lnTo>
                <a:lnTo>
                  <a:pt x="49" y="236"/>
                </a:lnTo>
                <a:lnTo>
                  <a:pt x="49" y="235"/>
                </a:lnTo>
                <a:lnTo>
                  <a:pt x="50" y="235"/>
                </a:lnTo>
                <a:lnTo>
                  <a:pt x="51" y="235"/>
                </a:lnTo>
                <a:lnTo>
                  <a:pt x="52" y="235"/>
                </a:lnTo>
                <a:lnTo>
                  <a:pt x="53" y="235"/>
                </a:lnTo>
                <a:lnTo>
                  <a:pt x="54" y="236"/>
                </a:lnTo>
                <a:lnTo>
                  <a:pt x="55" y="236"/>
                </a:lnTo>
                <a:lnTo>
                  <a:pt x="57" y="235"/>
                </a:lnTo>
                <a:lnTo>
                  <a:pt x="58" y="234"/>
                </a:lnTo>
                <a:lnTo>
                  <a:pt x="57" y="233"/>
                </a:lnTo>
                <a:lnTo>
                  <a:pt x="57" y="232"/>
                </a:lnTo>
                <a:lnTo>
                  <a:pt x="57" y="231"/>
                </a:lnTo>
                <a:lnTo>
                  <a:pt x="57" y="230"/>
                </a:lnTo>
                <a:lnTo>
                  <a:pt x="57" y="229"/>
                </a:lnTo>
                <a:lnTo>
                  <a:pt x="58" y="228"/>
                </a:lnTo>
                <a:lnTo>
                  <a:pt x="59" y="229"/>
                </a:lnTo>
                <a:lnTo>
                  <a:pt x="60" y="229"/>
                </a:lnTo>
                <a:lnTo>
                  <a:pt x="60" y="228"/>
                </a:lnTo>
                <a:lnTo>
                  <a:pt x="61" y="227"/>
                </a:lnTo>
                <a:lnTo>
                  <a:pt x="61" y="226"/>
                </a:lnTo>
                <a:lnTo>
                  <a:pt x="61" y="225"/>
                </a:lnTo>
                <a:lnTo>
                  <a:pt x="60" y="225"/>
                </a:lnTo>
                <a:lnTo>
                  <a:pt x="60" y="224"/>
                </a:lnTo>
                <a:lnTo>
                  <a:pt x="61" y="224"/>
                </a:lnTo>
                <a:lnTo>
                  <a:pt x="61" y="223"/>
                </a:lnTo>
                <a:lnTo>
                  <a:pt x="61" y="222"/>
                </a:lnTo>
                <a:lnTo>
                  <a:pt x="62" y="222"/>
                </a:lnTo>
                <a:lnTo>
                  <a:pt x="61" y="222"/>
                </a:lnTo>
                <a:lnTo>
                  <a:pt x="60" y="222"/>
                </a:lnTo>
                <a:lnTo>
                  <a:pt x="60" y="221"/>
                </a:lnTo>
                <a:lnTo>
                  <a:pt x="59" y="221"/>
                </a:lnTo>
                <a:lnTo>
                  <a:pt x="59" y="220"/>
                </a:lnTo>
                <a:lnTo>
                  <a:pt x="58" y="219"/>
                </a:lnTo>
                <a:lnTo>
                  <a:pt x="58" y="218"/>
                </a:lnTo>
                <a:lnTo>
                  <a:pt x="58" y="217"/>
                </a:lnTo>
                <a:lnTo>
                  <a:pt x="59" y="216"/>
                </a:lnTo>
                <a:lnTo>
                  <a:pt x="59" y="215"/>
                </a:lnTo>
                <a:lnTo>
                  <a:pt x="59" y="214"/>
                </a:lnTo>
                <a:lnTo>
                  <a:pt x="60" y="214"/>
                </a:lnTo>
                <a:lnTo>
                  <a:pt x="60" y="213"/>
                </a:lnTo>
                <a:lnTo>
                  <a:pt x="61" y="213"/>
                </a:lnTo>
                <a:lnTo>
                  <a:pt x="61" y="212"/>
                </a:lnTo>
                <a:lnTo>
                  <a:pt x="61" y="211"/>
                </a:lnTo>
                <a:lnTo>
                  <a:pt x="61" y="210"/>
                </a:lnTo>
                <a:lnTo>
                  <a:pt x="61" y="209"/>
                </a:lnTo>
                <a:lnTo>
                  <a:pt x="62" y="209"/>
                </a:lnTo>
                <a:lnTo>
                  <a:pt x="62" y="208"/>
                </a:lnTo>
                <a:lnTo>
                  <a:pt x="63" y="208"/>
                </a:lnTo>
                <a:lnTo>
                  <a:pt x="63" y="207"/>
                </a:lnTo>
                <a:lnTo>
                  <a:pt x="64" y="207"/>
                </a:lnTo>
                <a:lnTo>
                  <a:pt x="64" y="206"/>
                </a:lnTo>
                <a:lnTo>
                  <a:pt x="65" y="206"/>
                </a:lnTo>
                <a:lnTo>
                  <a:pt x="65" y="205"/>
                </a:lnTo>
                <a:lnTo>
                  <a:pt x="66" y="204"/>
                </a:lnTo>
                <a:lnTo>
                  <a:pt x="66" y="203"/>
                </a:lnTo>
                <a:lnTo>
                  <a:pt x="65" y="203"/>
                </a:lnTo>
                <a:lnTo>
                  <a:pt x="65" y="202"/>
                </a:lnTo>
                <a:lnTo>
                  <a:pt x="65" y="201"/>
                </a:lnTo>
                <a:lnTo>
                  <a:pt x="66" y="201"/>
                </a:lnTo>
                <a:lnTo>
                  <a:pt x="67" y="201"/>
                </a:lnTo>
                <a:lnTo>
                  <a:pt x="67" y="200"/>
                </a:lnTo>
                <a:lnTo>
                  <a:pt x="68" y="199"/>
                </a:lnTo>
                <a:lnTo>
                  <a:pt x="68" y="198"/>
                </a:lnTo>
                <a:lnTo>
                  <a:pt x="68" y="197"/>
                </a:lnTo>
                <a:lnTo>
                  <a:pt x="69" y="197"/>
                </a:lnTo>
                <a:lnTo>
                  <a:pt x="69" y="196"/>
                </a:lnTo>
                <a:lnTo>
                  <a:pt x="69" y="195"/>
                </a:lnTo>
                <a:lnTo>
                  <a:pt x="69" y="194"/>
                </a:lnTo>
                <a:lnTo>
                  <a:pt x="69" y="193"/>
                </a:lnTo>
                <a:lnTo>
                  <a:pt x="68" y="193"/>
                </a:lnTo>
                <a:lnTo>
                  <a:pt x="68" y="192"/>
                </a:lnTo>
                <a:lnTo>
                  <a:pt x="69" y="192"/>
                </a:lnTo>
                <a:lnTo>
                  <a:pt x="69" y="191"/>
                </a:lnTo>
                <a:lnTo>
                  <a:pt x="70" y="191"/>
                </a:lnTo>
                <a:lnTo>
                  <a:pt x="70" y="190"/>
                </a:lnTo>
                <a:lnTo>
                  <a:pt x="70" y="188"/>
                </a:lnTo>
                <a:lnTo>
                  <a:pt x="70" y="186"/>
                </a:lnTo>
                <a:lnTo>
                  <a:pt x="69" y="184"/>
                </a:lnTo>
                <a:lnTo>
                  <a:pt x="68" y="183"/>
                </a:lnTo>
                <a:lnTo>
                  <a:pt x="67" y="183"/>
                </a:lnTo>
                <a:lnTo>
                  <a:pt x="67" y="182"/>
                </a:lnTo>
                <a:lnTo>
                  <a:pt x="67" y="181"/>
                </a:lnTo>
                <a:lnTo>
                  <a:pt x="67" y="180"/>
                </a:lnTo>
                <a:lnTo>
                  <a:pt x="68" y="180"/>
                </a:lnTo>
                <a:lnTo>
                  <a:pt x="68" y="179"/>
                </a:lnTo>
                <a:lnTo>
                  <a:pt x="69" y="179"/>
                </a:lnTo>
                <a:lnTo>
                  <a:pt x="71" y="177"/>
                </a:lnTo>
                <a:lnTo>
                  <a:pt x="72" y="177"/>
                </a:lnTo>
                <a:lnTo>
                  <a:pt x="73" y="177"/>
                </a:lnTo>
                <a:lnTo>
                  <a:pt x="74" y="177"/>
                </a:lnTo>
                <a:lnTo>
                  <a:pt x="75" y="177"/>
                </a:lnTo>
                <a:lnTo>
                  <a:pt x="76" y="176"/>
                </a:lnTo>
                <a:lnTo>
                  <a:pt x="77" y="176"/>
                </a:lnTo>
                <a:lnTo>
                  <a:pt x="78" y="175"/>
                </a:lnTo>
                <a:lnTo>
                  <a:pt x="79" y="175"/>
                </a:lnTo>
                <a:lnTo>
                  <a:pt x="79" y="174"/>
                </a:lnTo>
                <a:lnTo>
                  <a:pt x="81" y="172"/>
                </a:lnTo>
                <a:lnTo>
                  <a:pt x="82" y="171"/>
                </a:lnTo>
                <a:lnTo>
                  <a:pt x="82" y="169"/>
                </a:lnTo>
                <a:lnTo>
                  <a:pt x="83" y="168"/>
                </a:lnTo>
                <a:lnTo>
                  <a:pt x="84" y="167"/>
                </a:lnTo>
                <a:lnTo>
                  <a:pt x="84" y="166"/>
                </a:lnTo>
                <a:lnTo>
                  <a:pt x="84" y="165"/>
                </a:lnTo>
                <a:lnTo>
                  <a:pt x="84" y="164"/>
                </a:lnTo>
                <a:lnTo>
                  <a:pt x="83" y="164"/>
                </a:lnTo>
                <a:lnTo>
                  <a:pt x="83" y="163"/>
                </a:lnTo>
                <a:lnTo>
                  <a:pt x="84" y="162"/>
                </a:lnTo>
                <a:lnTo>
                  <a:pt x="85" y="161"/>
                </a:lnTo>
                <a:lnTo>
                  <a:pt x="85" y="160"/>
                </a:lnTo>
                <a:lnTo>
                  <a:pt x="86" y="159"/>
                </a:lnTo>
                <a:lnTo>
                  <a:pt x="86" y="158"/>
                </a:lnTo>
                <a:lnTo>
                  <a:pt x="87" y="157"/>
                </a:lnTo>
                <a:lnTo>
                  <a:pt x="87" y="156"/>
                </a:lnTo>
                <a:lnTo>
                  <a:pt x="88" y="156"/>
                </a:lnTo>
                <a:lnTo>
                  <a:pt x="88" y="155"/>
                </a:lnTo>
                <a:lnTo>
                  <a:pt x="88" y="154"/>
                </a:lnTo>
                <a:lnTo>
                  <a:pt x="88" y="153"/>
                </a:lnTo>
                <a:lnTo>
                  <a:pt x="88" y="152"/>
                </a:lnTo>
                <a:lnTo>
                  <a:pt x="88" y="151"/>
                </a:lnTo>
                <a:lnTo>
                  <a:pt x="89" y="150"/>
                </a:lnTo>
                <a:lnTo>
                  <a:pt x="90" y="149"/>
                </a:lnTo>
                <a:lnTo>
                  <a:pt x="91" y="148"/>
                </a:lnTo>
                <a:lnTo>
                  <a:pt x="89" y="148"/>
                </a:lnTo>
                <a:lnTo>
                  <a:pt x="88" y="148"/>
                </a:lnTo>
                <a:lnTo>
                  <a:pt x="87" y="148"/>
                </a:lnTo>
                <a:lnTo>
                  <a:pt x="87" y="147"/>
                </a:lnTo>
                <a:lnTo>
                  <a:pt x="86" y="147"/>
                </a:lnTo>
                <a:lnTo>
                  <a:pt x="85" y="146"/>
                </a:lnTo>
                <a:lnTo>
                  <a:pt x="85" y="145"/>
                </a:lnTo>
                <a:lnTo>
                  <a:pt x="86" y="145"/>
                </a:lnTo>
                <a:lnTo>
                  <a:pt x="86" y="144"/>
                </a:lnTo>
                <a:lnTo>
                  <a:pt x="86" y="143"/>
                </a:lnTo>
                <a:lnTo>
                  <a:pt x="85" y="143"/>
                </a:lnTo>
                <a:lnTo>
                  <a:pt x="84" y="144"/>
                </a:lnTo>
                <a:lnTo>
                  <a:pt x="84" y="145"/>
                </a:lnTo>
                <a:lnTo>
                  <a:pt x="83" y="145"/>
                </a:lnTo>
                <a:lnTo>
                  <a:pt x="83" y="144"/>
                </a:lnTo>
                <a:lnTo>
                  <a:pt x="83" y="143"/>
                </a:lnTo>
                <a:lnTo>
                  <a:pt x="83" y="142"/>
                </a:lnTo>
                <a:lnTo>
                  <a:pt x="83" y="141"/>
                </a:lnTo>
                <a:lnTo>
                  <a:pt x="82" y="141"/>
                </a:lnTo>
                <a:lnTo>
                  <a:pt x="81" y="141"/>
                </a:lnTo>
                <a:lnTo>
                  <a:pt x="80" y="141"/>
                </a:lnTo>
                <a:lnTo>
                  <a:pt x="79" y="141"/>
                </a:lnTo>
                <a:lnTo>
                  <a:pt x="79" y="140"/>
                </a:lnTo>
                <a:lnTo>
                  <a:pt x="81" y="139"/>
                </a:lnTo>
                <a:lnTo>
                  <a:pt x="81" y="138"/>
                </a:lnTo>
                <a:lnTo>
                  <a:pt x="82" y="137"/>
                </a:lnTo>
                <a:lnTo>
                  <a:pt x="83" y="136"/>
                </a:lnTo>
                <a:lnTo>
                  <a:pt x="84" y="136"/>
                </a:lnTo>
                <a:lnTo>
                  <a:pt x="85" y="136"/>
                </a:lnTo>
                <a:lnTo>
                  <a:pt x="86" y="136"/>
                </a:lnTo>
                <a:lnTo>
                  <a:pt x="87" y="136"/>
                </a:lnTo>
                <a:lnTo>
                  <a:pt x="87" y="135"/>
                </a:lnTo>
                <a:lnTo>
                  <a:pt x="88" y="135"/>
                </a:lnTo>
                <a:lnTo>
                  <a:pt x="88" y="136"/>
                </a:lnTo>
                <a:lnTo>
                  <a:pt x="89" y="136"/>
                </a:lnTo>
                <a:lnTo>
                  <a:pt x="90" y="136"/>
                </a:lnTo>
                <a:lnTo>
                  <a:pt x="90" y="135"/>
                </a:lnTo>
                <a:lnTo>
                  <a:pt x="91" y="135"/>
                </a:lnTo>
                <a:lnTo>
                  <a:pt x="92" y="135"/>
                </a:lnTo>
                <a:lnTo>
                  <a:pt x="93" y="135"/>
                </a:lnTo>
                <a:lnTo>
                  <a:pt x="93" y="136"/>
                </a:lnTo>
                <a:lnTo>
                  <a:pt x="94" y="136"/>
                </a:lnTo>
                <a:lnTo>
                  <a:pt x="95" y="136"/>
                </a:lnTo>
                <a:lnTo>
                  <a:pt x="96" y="136"/>
                </a:lnTo>
                <a:lnTo>
                  <a:pt x="97" y="136"/>
                </a:lnTo>
                <a:lnTo>
                  <a:pt x="98" y="136"/>
                </a:lnTo>
                <a:lnTo>
                  <a:pt x="99" y="136"/>
                </a:lnTo>
                <a:lnTo>
                  <a:pt x="100" y="136"/>
                </a:lnTo>
                <a:lnTo>
                  <a:pt x="100" y="135"/>
                </a:lnTo>
                <a:lnTo>
                  <a:pt x="101" y="135"/>
                </a:lnTo>
                <a:lnTo>
                  <a:pt x="101" y="134"/>
                </a:lnTo>
                <a:lnTo>
                  <a:pt x="101" y="133"/>
                </a:lnTo>
                <a:lnTo>
                  <a:pt x="101" y="131"/>
                </a:lnTo>
                <a:lnTo>
                  <a:pt x="102" y="130"/>
                </a:lnTo>
                <a:lnTo>
                  <a:pt x="103" y="129"/>
                </a:lnTo>
                <a:lnTo>
                  <a:pt x="104" y="129"/>
                </a:lnTo>
                <a:lnTo>
                  <a:pt x="105" y="128"/>
                </a:lnTo>
                <a:lnTo>
                  <a:pt x="107" y="128"/>
                </a:lnTo>
                <a:lnTo>
                  <a:pt x="107" y="127"/>
                </a:lnTo>
                <a:lnTo>
                  <a:pt x="108" y="126"/>
                </a:lnTo>
                <a:lnTo>
                  <a:pt x="108" y="125"/>
                </a:lnTo>
                <a:lnTo>
                  <a:pt x="107" y="125"/>
                </a:lnTo>
                <a:lnTo>
                  <a:pt x="107" y="124"/>
                </a:lnTo>
                <a:lnTo>
                  <a:pt x="107" y="123"/>
                </a:lnTo>
                <a:lnTo>
                  <a:pt x="107" y="122"/>
                </a:lnTo>
                <a:lnTo>
                  <a:pt x="108" y="120"/>
                </a:lnTo>
                <a:lnTo>
                  <a:pt x="108" y="119"/>
                </a:lnTo>
                <a:lnTo>
                  <a:pt x="108" y="118"/>
                </a:lnTo>
                <a:lnTo>
                  <a:pt x="108" y="117"/>
                </a:lnTo>
                <a:lnTo>
                  <a:pt x="107" y="116"/>
                </a:lnTo>
                <a:lnTo>
                  <a:pt x="107" y="115"/>
                </a:lnTo>
                <a:lnTo>
                  <a:pt x="108" y="115"/>
                </a:lnTo>
                <a:lnTo>
                  <a:pt x="109" y="116"/>
                </a:lnTo>
                <a:lnTo>
                  <a:pt x="109" y="117"/>
                </a:lnTo>
                <a:lnTo>
                  <a:pt x="110" y="117"/>
                </a:lnTo>
                <a:lnTo>
                  <a:pt x="110" y="115"/>
                </a:lnTo>
                <a:lnTo>
                  <a:pt x="109" y="115"/>
                </a:lnTo>
                <a:lnTo>
                  <a:pt x="109" y="114"/>
                </a:lnTo>
                <a:lnTo>
                  <a:pt x="108" y="114"/>
                </a:lnTo>
                <a:lnTo>
                  <a:pt x="108" y="113"/>
                </a:lnTo>
                <a:lnTo>
                  <a:pt x="109" y="113"/>
                </a:lnTo>
                <a:lnTo>
                  <a:pt x="110" y="113"/>
                </a:lnTo>
                <a:lnTo>
                  <a:pt x="111" y="113"/>
                </a:lnTo>
                <a:lnTo>
                  <a:pt x="112" y="112"/>
                </a:lnTo>
                <a:lnTo>
                  <a:pt x="113" y="111"/>
                </a:lnTo>
                <a:lnTo>
                  <a:pt x="114" y="111"/>
                </a:lnTo>
                <a:lnTo>
                  <a:pt x="115" y="111"/>
                </a:lnTo>
                <a:lnTo>
                  <a:pt x="116" y="111"/>
                </a:lnTo>
                <a:lnTo>
                  <a:pt x="116" y="112"/>
                </a:lnTo>
                <a:lnTo>
                  <a:pt x="117" y="112"/>
                </a:lnTo>
                <a:lnTo>
                  <a:pt x="118" y="112"/>
                </a:lnTo>
                <a:lnTo>
                  <a:pt x="121" y="113"/>
                </a:lnTo>
                <a:lnTo>
                  <a:pt x="122" y="113"/>
                </a:lnTo>
                <a:lnTo>
                  <a:pt x="124" y="114"/>
                </a:lnTo>
                <a:lnTo>
                  <a:pt x="125" y="114"/>
                </a:lnTo>
                <a:lnTo>
                  <a:pt x="126" y="114"/>
                </a:lnTo>
                <a:lnTo>
                  <a:pt x="126" y="113"/>
                </a:lnTo>
                <a:lnTo>
                  <a:pt x="127" y="113"/>
                </a:lnTo>
                <a:lnTo>
                  <a:pt x="128" y="114"/>
                </a:lnTo>
                <a:lnTo>
                  <a:pt x="129" y="114"/>
                </a:lnTo>
                <a:lnTo>
                  <a:pt x="130" y="114"/>
                </a:lnTo>
                <a:lnTo>
                  <a:pt x="131" y="114"/>
                </a:lnTo>
                <a:lnTo>
                  <a:pt x="131" y="115"/>
                </a:lnTo>
                <a:lnTo>
                  <a:pt x="133" y="116"/>
                </a:lnTo>
                <a:lnTo>
                  <a:pt x="133" y="117"/>
                </a:lnTo>
                <a:lnTo>
                  <a:pt x="137" y="118"/>
                </a:lnTo>
                <a:lnTo>
                  <a:pt x="139" y="119"/>
                </a:lnTo>
                <a:lnTo>
                  <a:pt x="140" y="119"/>
                </a:lnTo>
                <a:lnTo>
                  <a:pt x="141" y="118"/>
                </a:lnTo>
                <a:lnTo>
                  <a:pt x="142" y="117"/>
                </a:lnTo>
                <a:lnTo>
                  <a:pt x="143" y="116"/>
                </a:lnTo>
                <a:lnTo>
                  <a:pt x="144" y="116"/>
                </a:lnTo>
                <a:lnTo>
                  <a:pt x="144" y="115"/>
                </a:lnTo>
                <a:lnTo>
                  <a:pt x="145" y="115"/>
                </a:lnTo>
                <a:lnTo>
                  <a:pt x="145" y="116"/>
                </a:lnTo>
                <a:lnTo>
                  <a:pt x="146" y="116"/>
                </a:lnTo>
                <a:lnTo>
                  <a:pt x="148" y="117"/>
                </a:lnTo>
                <a:lnTo>
                  <a:pt x="148" y="116"/>
                </a:lnTo>
                <a:lnTo>
                  <a:pt x="149" y="116"/>
                </a:lnTo>
                <a:lnTo>
                  <a:pt x="150" y="116"/>
                </a:lnTo>
                <a:lnTo>
                  <a:pt x="151" y="116"/>
                </a:lnTo>
                <a:lnTo>
                  <a:pt x="152" y="116"/>
                </a:lnTo>
                <a:lnTo>
                  <a:pt x="152" y="117"/>
                </a:lnTo>
                <a:lnTo>
                  <a:pt x="153" y="117"/>
                </a:lnTo>
                <a:lnTo>
                  <a:pt x="153" y="116"/>
                </a:lnTo>
                <a:lnTo>
                  <a:pt x="153" y="114"/>
                </a:lnTo>
                <a:lnTo>
                  <a:pt x="153" y="113"/>
                </a:lnTo>
                <a:lnTo>
                  <a:pt x="153" y="112"/>
                </a:lnTo>
                <a:lnTo>
                  <a:pt x="152" y="112"/>
                </a:lnTo>
                <a:lnTo>
                  <a:pt x="152" y="111"/>
                </a:lnTo>
                <a:lnTo>
                  <a:pt x="154" y="109"/>
                </a:lnTo>
                <a:lnTo>
                  <a:pt x="155" y="109"/>
                </a:lnTo>
                <a:lnTo>
                  <a:pt x="155" y="108"/>
                </a:lnTo>
                <a:lnTo>
                  <a:pt x="156" y="106"/>
                </a:lnTo>
                <a:lnTo>
                  <a:pt x="156" y="105"/>
                </a:lnTo>
                <a:lnTo>
                  <a:pt x="156" y="102"/>
                </a:lnTo>
                <a:lnTo>
                  <a:pt x="156" y="98"/>
                </a:lnTo>
                <a:lnTo>
                  <a:pt x="158" y="96"/>
                </a:lnTo>
                <a:lnTo>
                  <a:pt x="159" y="95"/>
                </a:lnTo>
                <a:lnTo>
                  <a:pt x="161" y="93"/>
                </a:lnTo>
                <a:lnTo>
                  <a:pt x="161" y="92"/>
                </a:lnTo>
                <a:lnTo>
                  <a:pt x="162" y="92"/>
                </a:lnTo>
                <a:lnTo>
                  <a:pt x="162" y="91"/>
                </a:lnTo>
                <a:lnTo>
                  <a:pt x="163" y="89"/>
                </a:lnTo>
                <a:lnTo>
                  <a:pt x="163" y="88"/>
                </a:lnTo>
                <a:lnTo>
                  <a:pt x="164" y="87"/>
                </a:lnTo>
                <a:lnTo>
                  <a:pt x="165" y="86"/>
                </a:lnTo>
                <a:lnTo>
                  <a:pt x="165" y="85"/>
                </a:lnTo>
                <a:lnTo>
                  <a:pt x="166" y="85"/>
                </a:lnTo>
                <a:lnTo>
                  <a:pt x="166" y="84"/>
                </a:lnTo>
                <a:lnTo>
                  <a:pt x="166" y="83"/>
                </a:lnTo>
                <a:lnTo>
                  <a:pt x="167" y="83"/>
                </a:lnTo>
                <a:lnTo>
                  <a:pt x="167" y="82"/>
                </a:lnTo>
                <a:lnTo>
                  <a:pt x="168" y="81"/>
                </a:lnTo>
                <a:lnTo>
                  <a:pt x="169" y="80"/>
                </a:lnTo>
                <a:lnTo>
                  <a:pt x="169" y="79"/>
                </a:lnTo>
                <a:lnTo>
                  <a:pt x="169" y="78"/>
                </a:lnTo>
                <a:lnTo>
                  <a:pt x="170" y="78"/>
                </a:lnTo>
                <a:lnTo>
                  <a:pt x="170" y="77"/>
                </a:lnTo>
                <a:lnTo>
                  <a:pt x="171" y="77"/>
                </a:lnTo>
                <a:lnTo>
                  <a:pt x="171" y="76"/>
                </a:lnTo>
                <a:lnTo>
                  <a:pt x="171" y="75"/>
                </a:lnTo>
                <a:lnTo>
                  <a:pt x="172" y="74"/>
                </a:lnTo>
                <a:lnTo>
                  <a:pt x="173" y="73"/>
                </a:lnTo>
                <a:lnTo>
                  <a:pt x="173" y="72"/>
                </a:lnTo>
                <a:lnTo>
                  <a:pt x="174" y="72"/>
                </a:lnTo>
                <a:lnTo>
                  <a:pt x="174" y="71"/>
                </a:lnTo>
                <a:lnTo>
                  <a:pt x="175" y="71"/>
                </a:lnTo>
                <a:lnTo>
                  <a:pt x="175" y="70"/>
                </a:lnTo>
                <a:lnTo>
                  <a:pt x="175" y="69"/>
                </a:lnTo>
                <a:lnTo>
                  <a:pt x="175" y="68"/>
                </a:lnTo>
                <a:lnTo>
                  <a:pt x="176" y="68"/>
                </a:lnTo>
                <a:lnTo>
                  <a:pt x="177" y="67"/>
                </a:lnTo>
                <a:lnTo>
                  <a:pt x="177" y="66"/>
                </a:lnTo>
                <a:lnTo>
                  <a:pt x="178" y="66"/>
                </a:lnTo>
                <a:lnTo>
                  <a:pt x="178" y="64"/>
                </a:lnTo>
                <a:lnTo>
                  <a:pt x="179" y="64"/>
                </a:lnTo>
                <a:lnTo>
                  <a:pt x="179" y="63"/>
                </a:lnTo>
                <a:lnTo>
                  <a:pt x="180" y="63"/>
                </a:lnTo>
                <a:lnTo>
                  <a:pt x="179" y="62"/>
                </a:lnTo>
                <a:lnTo>
                  <a:pt x="179" y="61"/>
                </a:lnTo>
                <a:lnTo>
                  <a:pt x="180" y="60"/>
                </a:lnTo>
                <a:lnTo>
                  <a:pt x="180" y="59"/>
                </a:lnTo>
                <a:lnTo>
                  <a:pt x="181" y="59"/>
                </a:lnTo>
                <a:lnTo>
                  <a:pt x="182" y="58"/>
                </a:lnTo>
                <a:lnTo>
                  <a:pt x="183" y="57"/>
                </a:lnTo>
                <a:lnTo>
                  <a:pt x="184" y="57"/>
                </a:lnTo>
                <a:lnTo>
                  <a:pt x="184" y="56"/>
                </a:lnTo>
                <a:lnTo>
                  <a:pt x="185" y="56"/>
                </a:lnTo>
                <a:lnTo>
                  <a:pt x="186" y="55"/>
                </a:lnTo>
                <a:lnTo>
                  <a:pt x="186" y="54"/>
                </a:lnTo>
                <a:lnTo>
                  <a:pt x="185" y="54"/>
                </a:lnTo>
                <a:lnTo>
                  <a:pt x="185" y="53"/>
                </a:lnTo>
                <a:lnTo>
                  <a:pt x="186" y="52"/>
                </a:lnTo>
                <a:lnTo>
                  <a:pt x="187" y="51"/>
                </a:lnTo>
                <a:lnTo>
                  <a:pt x="187" y="50"/>
                </a:lnTo>
                <a:lnTo>
                  <a:pt x="188" y="50"/>
                </a:lnTo>
                <a:lnTo>
                  <a:pt x="189" y="50"/>
                </a:lnTo>
                <a:lnTo>
                  <a:pt x="189" y="51"/>
                </a:lnTo>
                <a:lnTo>
                  <a:pt x="190" y="51"/>
                </a:lnTo>
                <a:lnTo>
                  <a:pt x="191" y="51"/>
                </a:lnTo>
                <a:lnTo>
                  <a:pt x="191" y="50"/>
                </a:lnTo>
                <a:lnTo>
                  <a:pt x="194" y="49"/>
                </a:lnTo>
                <a:lnTo>
                  <a:pt x="194" y="48"/>
                </a:lnTo>
                <a:lnTo>
                  <a:pt x="196" y="47"/>
                </a:lnTo>
                <a:lnTo>
                  <a:pt x="197" y="47"/>
                </a:lnTo>
                <a:lnTo>
                  <a:pt x="201" y="46"/>
                </a:lnTo>
                <a:lnTo>
                  <a:pt x="202" y="46"/>
                </a:lnTo>
                <a:lnTo>
                  <a:pt x="205" y="48"/>
                </a:lnTo>
                <a:lnTo>
                  <a:pt x="208" y="50"/>
                </a:lnTo>
                <a:lnTo>
                  <a:pt x="209" y="50"/>
                </a:lnTo>
                <a:lnTo>
                  <a:pt x="210" y="50"/>
                </a:lnTo>
                <a:lnTo>
                  <a:pt x="211" y="51"/>
                </a:lnTo>
                <a:lnTo>
                  <a:pt x="214" y="52"/>
                </a:lnTo>
                <a:lnTo>
                  <a:pt x="216" y="52"/>
                </a:lnTo>
                <a:lnTo>
                  <a:pt x="217" y="52"/>
                </a:lnTo>
                <a:lnTo>
                  <a:pt x="217" y="53"/>
                </a:lnTo>
                <a:lnTo>
                  <a:pt x="218" y="54"/>
                </a:lnTo>
                <a:lnTo>
                  <a:pt x="219" y="54"/>
                </a:lnTo>
                <a:lnTo>
                  <a:pt x="220" y="55"/>
                </a:lnTo>
                <a:lnTo>
                  <a:pt x="221" y="56"/>
                </a:lnTo>
                <a:lnTo>
                  <a:pt x="222" y="57"/>
                </a:lnTo>
                <a:lnTo>
                  <a:pt x="224" y="58"/>
                </a:lnTo>
                <a:lnTo>
                  <a:pt x="226" y="60"/>
                </a:lnTo>
                <a:lnTo>
                  <a:pt x="227" y="60"/>
                </a:lnTo>
                <a:lnTo>
                  <a:pt x="228" y="60"/>
                </a:lnTo>
                <a:lnTo>
                  <a:pt x="230" y="59"/>
                </a:lnTo>
                <a:lnTo>
                  <a:pt x="231" y="58"/>
                </a:lnTo>
                <a:lnTo>
                  <a:pt x="232" y="58"/>
                </a:lnTo>
                <a:lnTo>
                  <a:pt x="234" y="57"/>
                </a:lnTo>
                <a:lnTo>
                  <a:pt x="237" y="56"/>
                </a:lnTo>
                <a:lnTo>
                  <a:pt x="237" y="55"/>
                </a:lnTo>
                <a:lnTo>
                  <a:pt x="237" y="54"/>
                </a:lnTo>
                <a:lnTo>
                  <a:pt x="238" y="54"/>
                </a:lnTo>
                <a:lnTo>
                  <a:pt x="238" y="53"/>
                </a:lnTo>
                <a:lnTo>
                  <a:pt x="238" y="52"/>
                </a:lnTo>
                <a:lnTo>
                  <a:pt x="238" y="51"/>
                </a:lnTo>
                <a:lnTo>
                  <a:pt x="239" y="51"/>
                </a:lnTo>
                <a:lnTo>
                  <a:pt x="239" y="50"/>
                </a:lnTo>
                <a:lnTo>
                  <a:pt x="239" y="49"/>
                </a:lnTo>
                <a:lnTo>
                  <a:pt x="239" y="48"/>
                </a:lnTo>
                <a:lnTo>
                  <a:pt x="240" y="48"/>
                </a:lnTo>
                <a:lnTo>
                  <a:pt x="240" y="47"/>
                </a:lnTo>
                <a:lnTo>
                  <a:pt x="240" y="46"/>
                </a:lnTo>
                <a:lnTo>
                  <a:pt x="240" y="45"/>
                </a:lnTo>
                <a:lnTo>
                  <a:pt x="241" y="45"/>
                </a:lnTo>
                <a:lnTo>
                  <a:pt x="241" y="43"/>
                </a:lnTo>
                <a:lnTo>
                  <a:pt x="240" y="43"/>
                </a:lnTo>
                <a:lnTo>
                  <a:pt x="241" y="43"/>
                </a:lnTo>
                <a:lnTo>
                  <a:pt x="242" y="43"/>
                </a:lnTo>
                <a:lnTo>
                  <a:pt x="242" y="42"/>
                </a:lnTo>
                <a:lnTo>
                  <a:pt x="243" y="42"/>
                </a:lnTo>
                <a:lnTo>
                  <a:pt x="244" y="42"/>
                </a:lnTo>
                <a:lnTo>
                  <a:pt x="245" y="42"/>
                </a:lnTo>
                <a:lnTo>
                  <a:pt x="245" y="41"/>
                </a:lnTo>
                <a:lnTo>
                  <a:pt x="248" y="41"/>
                </a:lnTo>
                <a:lnTo>
                  <a:pt x="249" y="40"/>
                </a:lnTo>
                <a:lnTo>
                  <a:pt x="250" y="40"/>
                </a:lnTo>
                <a:lnTo>
                  <a:pt x="251" y="40"/>
                </a:lnTo>
                <a:lnTo>
                  <a:pt x="252" y="40"/>
                </a:lnTo>
                <a:lnTo>
                  <a:pt x="252" y="39"/>
                </a:lnTo>
                <a:lnTo>
                  <a:pt x="253" y="39"/>
                </a:lnTo>
                <a:lnTo>
                  <a:pt x="254" y="39"/>
                </a:lnTo>
                <a:lnTo>
                  <a:pt x="255" y="39"/>
                </a:lnTo>
                <a:lnTo>
                  <a:pt x="256" y="39"/>
                </a:lnTo>
                <a:lnTo>
                  <a:pt x="257" y="39"/>
                </a:lnTo>
                <a:lnTo>
                  <a:pt x="258" y="39"/>
                </a:lnTo>
                <a:lnTo>
                  <a:pt x="260" y="38"/>
                </a:lnTo>
                <a:lnTo>
                  <a:pt x="261" y="38"/>
                </a:lnTo>
                <a:lnTo>
                  <a:pt x="262" y="38"/>
                </a:lnTo>
                <a:lnTo>
                  <a:pt x="263" y="37"/>
                </a:lnTo>
                <a:lnTo>
                  <a:pt x="264" y="37"/>
                </a:lnTo>
                <a:lnTo>
                  <a:pt x="265" y="37"/>
                </a:lnTo>
                <a:lnTo>
                  <a:pt x="265" y="36"/>
                </a:lnTo>
                <a:lnTo>
                  <a:pt x="266" y="36"/>
                </a:lnTo>
                <a:lnTo>
                  <a:pt x="267" y="36"/>
                </a:lnTo>
                <a:lnTo>
                  <a:pt x="268" y="36"/>
                </a:lnTo>
                <a:lnTo>
                  <a:pt x="269" y="36"/>
                </a:lnTo>
                <a:lnTo>
                  <a:pt x="270" y="36"/>
                </a:lnTo>
                <a:lnTo>
                  <a:pt x="271" y="35"/>
                </a:lnTo>
                <a:lnTo>
                  <a:pt x="272" y="35"/>
                </a:lnTo>
                <a:lnTo>
                  <a:pt x="272" y="34"/>
                </a:lnTo>
                <a:lnTo>
                  <a:pt x="273" y="34"/>
                </a:lnTo>
                <a:lnTo>
                  <a:pt x="273" y="35"/>
                </a:lnTo>
                <a:lnTo>
                  <a:pt x="273" y="36"/>
                </a:lnTo>
                <a:lnTo>
                  <a:pt x="274" y="36"/>
                </a:lnTo>
                <a:lnTo>
                  <a:pt x="274" y="37"/>
                </a:lnTo>
                <a:lnTo>
                  <a:pt x="275" y="37"/>
                </a:lnTo>
                <a:lnTo>
                  <a:pt x="275" y="38"/>
                </a:lnTo>
                <a:lnTo>
                  <a:pt x="276" y="39"/>
                </a:lnTo>
                <a:lnTo>
                  <a:pt x="276" y="40"/>
                </a:lnTo>
                <a:lnTo>
                  <a:pt x="276" y="41"/>
                </a:lnTo>
                <a:lnTo>
                  <a:pt x="277" y="41"/>
                </a:lnTo>
                <a:lnTo>
                  <a:pt x="277" y="42"/>
                </a:lnTo>
                <a:lnTo>
                  <a:pt x="277" y="43"/>
                </a:lnTo>
                <a:lnTo>
                  <a:pt x="278" y="43"/>
                </a:lnTo>
                <a:lnTo>
                  <a:pt x="278" y="44"/>
                </a:lnTo>
                <a:lnTo>
                  <a:pt x="279" y="44"/>
                </a:lnTo>
                <a:lnTo>
                  <a:pt x="280" y="44"/>
                </a:lnTo>
                <a:lnTo>
                  <a:pt x="281" y="44"/>
                </a:lnTo>
                <a:lnTo>
                  <a:pt x="282" y="44"/>
                </a:lnTo>
                <a:lnTo>
                  <a:pt x="283" y="44"/>
                </a:lnTo>
                <a:lnTo>
                  <a:pt x="283" y="45"/>
                </a:lnTo>
                <a:lnTo>
                  <a:pt x="285" y="44"/>
                </a:lnTo>
                <a:lnTo>
                  <a:pt x="286" y="44"/>
                </a:lnTo>
                <a:lnTo>
                  <a:pt x="287" y="44"/>
                </a:lnTo>
                <a:lnTo>
                  <a:pt x="288" y="44"/>
                </a:lnTo>
                <a:lnTo>
                  <a:pt x="289" y="44"/>
                </a:lnTo>
                <a:lnTo>
                  <a:pt x="290" y="44"/>
                </a:lnTo>
                <a:lnTo>
                  <a:pt x="290" y="43"/>
                </a:lnTo>
                <a:lnTo>
                  <a:pt x="291" y="43"/>
                </a:lnTo>
                <a:lnTo>
                  <a:pt x="292" y="43"/>
                </a:lnTo>
                <a:lnTo>
                  <a:pt x="293" y="43"/>
                </a:lnTo>
                <a:lnTo>
                  <a:pt x="294" y="43"/>
                </a:lnTo>
                <a:lnTo>
                  <a:pt x="295" y="43"/>
                </a:lnTo>
                <a:lnTo>
                  <a:pt x="295" y="42"/>
                </a:lnTo>
                <a:lnTo>
                  <a:pt x="297" y="42"/>
                </a:lnTo>
                <a:lnTo>
                  <a:pt x="298" y="42"/>
                </a:lnTo>
                <a:lnTo>
                  <a:pt x="298" y="43"/>
                </a:lnTo>
                <a:lnTo>
                  <a:pt x="298" y="42"/>
                </a:lnTo>
                <a:lnTo>
                  <a:pt x="299" y="42"/>
                </a:lnTo>
                <a:lnTo>
                  <a:pt x="300" y="42"/>
                </a:lnTo>
                <a:lnTo>
                  <a:pt x="300" y="41"/>
                </a:lnTo>
                <a:lnTo>
                  <a:pt x="301" y="41"/>
                </a:lnTo>
                <a:lnTo>
                  <a:pt x="302" y="41"/>
                </a:lnTo>
                <a:lnTo>
                  <a:pt x="302" y="40"/>
                </a:lnTo>
                <a:lnTo>
                  <a:pt x="303" y="38"/>
                </a:lnTo>
                <a:lnTo>
                  <a:pt x="304" y="38"/>
                </a:lnTo>
                <a:lnTo>
                  <a:pt x="305" y="37"/>
                </a:lnTo>
                <a:lnTo>
                  <a:pt x="306" y="37"/>
                </a:lnTo>
                <a:lnTo>
                  <a:pt x="307" y="36"/>
                </a:lnTo>
                <a:lnTo>
                  <a:pt x="307" y="35"/>
                </a:lnTo>
                <a:lnTo>
                  <a:pt x="308" y="35"/>
                </a:lnTo>
                <a:lnTo>
                  <a:pt x="309" y="35"/>
                </a:lnTo>
                <a:lnTo>
                  <a:pt x="310" y="34"/>
                </a:lnTo>
                <a:lnTo>
                  <a:pt x="310" y="33"/>
                </a:lnTo>
                <a:lnTo>
                  <a:pt x="311" y="32"/>
                </a:lnTo>
                <a:lnTo>
                  <a:pt x="311" y="31"/>
                </a:lnTo>
                <a:lnTo>
                  <a:pt x="312" y="31"/>
                </a:lnTo>
                <a:lnTo>
                  <a:pt x="313" y="31"/>
                </a:lnTo>
                <a:lnTo>
                  <a:pt x="314" y="30"/>
                </a:lnTo>
                <a:lnTo>
                  <a:pt x="316" y="29"/>
                </a:lnTo>
                <a:lnTo>
                  <a:pt x="317" y="29"/>
                </a:lnTo>
                <a:lnTo>
                  <a:pt x="318" y="29"/>
                </a:lnTo>
                <a:lnTo>
                  <a:pt x="319" y="28"/>
                </a:lnTo>
                <a:lnTo>
                  <a:pt x="319" y="27"/>
                </a:lnTo>
                <a:lnTo>
                  <a:pt x="320" y="27"/>
                </a:lnTo>
                <a:lnTo>
                  <a:pt x="320" y="26"/>
                </a:lnTo>
                <a:lnTo>
                  <a:pt x="321" y="26"/>
                </a:lnTo>
                <a:lnTo>
                  <a:pt x="321" y="25"/>
                </a:lnTo>
                <a:lnTo>
                  <a:pt x="321" y="23"/>
                </a:lnTo>
                <a:lnTo>
                  <a:pt x="322" y="23"/>
                </a:lnTo>
                <a:lnTo>
                  <a:pt x="322" y="24"/>
                </a:lnTo>
                <a:lnTo>
                  <a:pt x="323" y="24"/>
                </a:lnTo>
                <a:lnTo>
                  <a:pt x="323" y="25"/>
                </a:lnTo>
                <a:lnTo>
                  <a:pt x="324" y="25"/>
                </a:lnTo>
                <a:lnTo>
                  <a:pt x="324" y="26"/>
                </a:lnTo>
                <a:lnTo>
                  <a:pt x="325" y="27"/>
                </a:lnTo>
                <a:lnTo>
                  <a:pt x="325" y="28"/>
                </a:lnTo>
                <a:lnTo>
                  <a:pt x="326" y="28"/>
                </a:lnTo>
                <a:lnTo>
                  <a:pt x="327" y="29"/>
                </a:lnTo>
                <a:lnTo>
                  <a:pt x="328" y="30"/>
                </a:lnTo>
                <a:lnTo>
                  <a:pt x="328" y="31"/>
                </a:lnTo>
                <a:lnTo>
                  <a:pt x="329" y="30"/>
                </a:lnTo>
                <a:lnTo>
                  <a:pt x="331" y="29"/>
                </a:lnTo>
                <a:lnTo>
                  <a:pt x="331" y="28"/>
                </a:lnTo>
                <a:lnTo>
                  <a:pt x="332" y="27"/>
                </a:lnTo>
                <a:lnTo>
                  <a:pt x="333" y="27"/>
                </a:lnTo>
                <a:lnTo>
                  <a:pt x="333" y="26"/>
                </a:lnTo>
                <a:lnTo>
                  <a:pt x="333" y="27"/>
                </a:lnTo>
                <a:lnTo>
                  <a:pt x="333" y="26"/>
                </a:lnTo>
                <a:lnTo>
                  <a:pt x="335" y="25"/>
                </a:lnTo>
                <a:lnTo>
                  <a:pt x="335" y="24"/>
                </a:lnTo>
                <a:lnTo>
                  <a:pt x="336" y="24"/>
                </a:lnTo>
                <a:lnTo>
                  <a:pt x="336" y="23"/>
                </a:lnTo>
                <a:lnTo>
                  <a:pt x="337" y="23"/>
                </a:lnTo>
                <a:lnTo>
                  <a:pt x="338" y="23"/>
                </a:lnTo>
                <a:lnTo>
                  <a:pt x="339" y="23"/>
                </a:lnTo>
                <a:lnTo>
                  <a:pt x="340" y="23"/>
                </a:lnTo>
                <a:lnTo>
                  <a:pt x="341" y="23"/>
                </a:lnTo>
                <a:lnTo>
                  <a:pt x="342" y="23"/>
                </a:lnTo>
                <a:lnTo>
                  <a:pt x="343" y="23"/>
                </a:lnTo>
                <a:lnTo>
                  <a:pt x="345" y="23"/>
                </a:lnTo>
                <a:lnTo>
                  <a:pt x="347" y="21"/>
                </a:lnTo>
                <a:lnTo>
                  <a:pt x="348" y="20"/>
                </a:lnTo>
                <a:lnTo>
                  <a:pt x="347" y="20"/>
                </a:lnTo>
                <a:lnTo>
                  <a:pt x="347" y="19"/>
                </a:lnTo>
                <a:lnTo>
                  <a:pt x="347" y="17"/>
                </a:lnTo>
                <a:lnTo>
                  <a:pt x="346" y="17"/>
                </a:lnTo>
                <a:lnTo>
                  <a:pt x="345" y="16"/>
                </a:lnTo>
                <a:lnTo>
                  <a:pt x="345" y="15"/>
                </a:lnTo>
                <a:lnTo>
                  <a:pt x="344" y="15"/>
                </a:lnTo>
                <a:lnTo>
                  <a:pt x="344" y="14"/>
                </a:lnTo>
                <a:lnTo>
                  <a:pt x="344" y="13"/>
                </a:lnTo>
                <a:lnTo>
                  <a:pt x="345" y="12"/>
                </a:lnTo>
                <a:lnTo>
                  <a:pt x="346" y="11"/>
                </a:lnTo>
                <a:lnTo>
                  <a:pt x="346" y="10"/>
                </a:lnTo>
                <a:lnTo>
                  <a:pt x="346" y="9"/>
                </a:lnTo>
                <a:lnTo>
                  <a:pt x="346" y="8"/>
                </a:lnTo>
                <a:lnTo>
                  <a:pt x="346" y="7"/>
                </a:lnTo>
                <a:lnTo>
                  <a:pt x="346" y="6"/>
                </a:lnTo>
                <a:lnTo>
                  <a:pt x="346" y="5"/>
                </a:lnTo>
                <a:lnTo>
                  <a:pt x="345" y="5"/>
                </a:lnTo>
                <a:lnTo>
                  <a:pt x="345" y="3"/>
                </a:lnTo>
                <a:lnTo>
                  <a:pt x="346" y="2"/>
                </a:lnTo>
                <a:lnTo>
                  <a:pt x="348" y="2"/>
                </a:lnTo>
                <a:lnTo>
                  <a:pt x="348" y="1"/>
                </a:lnTo>
                <a:lnTo>
                  <a:pt x="349" y="1"/>
                </a:lnTo>
                <a:lnTo>
                  <a:pt x="350" y="1"/>
                </a:lnTo>
                <a:lnTo>
                  <a:pt x="352" y="1"/>
                </a:lnTo>
                <a:lnTo>
                  <a:pt x="352" y="0"/>
                </a:lnTo>
                <a:lnTo>
                  <a:pt x="352" y="1"/>
                </a:lnTo>
                <a:lnTo>
                  <a:pt x="353" y="1"/>
                </a:lnTo>
                <a:close/>
              </a:path>
            </a:pathLst>
          </a:custGeom>
          <a:solidFill>
            <a:srgbClr val="95C1DC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/>
          <p:nvPr/>
        </p:nvSpPr>
        <p:spPr>
          <a:xfrm>
            <a:off x="1541880" y="1028520"/>
            <a:ext cx="937800" cy="586800"/>
          </a:xfrm>
          <a:custGeom>
            <a:avLst/>
            <a:gdLst/>
            <a:ahLst/>
            <a:rect l="0" t="0" r="r" b="b"/>
            <a:pathLst>
              <a:path w="2605" h="1630">
                <a:moveTo>
                  <a:pt x="2192" y="0"/>
                </a:moveTo>
                <a:lnTo>
                  <a:pt x="2192" y="1"/>
                </a:lnTo>
                <a:lnTo>
                  <a:pt x="2193" y="1"/>
                </a:lnTo>
                <a:lnTo>
                  <a:pt x="2193" y="2"/>
                </a:lnTo>
                <a:lnTo>
                  <a:pt x="2194" y="1"/>
                </a:lnTo>
                <a:lnTo>
                  <a:pt x="2195" y="1"/>
                </a:lnTo>
                <a:lnTo>
                  <a:pt x="2195" y="2"/>
                </a:lnTo>
                <a:lnTo>
                  <a:pt x="2195" y="3"/>
                </a:lnTo>
                <a:lnTo>
                  <a:pt x="2196" y="3"/>
                </a:lnTo>
                <a:lnTo>
                  <a:pt x="2196" y="4"/>
                </a:lnTo>
                <a:lnTo>
                  <a:pt x="2197" y="4"/>
                </a:lnTo>
                <a:lnTo>
                  <a:pt x="2198" y="4"/>
                </a:lnTo>
                <a:lnTo>
                  <a:pt x="2198" y="3"/>
                </a:lnTo>
                <a:lnTo>
                  <a:pt x="2198" y="4"/>
                </a:lnTo>
                <a:lnTo>
                  <a:pt x="2199" y="4"/>
                </a:lnTo>
                <a:lnTo>
                  <a:pt x="2199" y="5"/>
                </a:lnTo>
                <a:lnTo>
                  <a:pt x="2200" y="5"/>
                </a:lnTo>
                <a:lnTo>
                  <a:pt x="2200" y="6"/>
                </a:lnTo>
                <a:lnTo>
                  <a:pt x="2201" y="6"/>
                </a:lnTo>
                <a:lnTo>
                  <a:pt x="2201" y="7"/>
                </a:lnTo>
                <a:lnTo>
                  <a:pt x="2202" y="7"/>
                </a:lnTo>
                <a:lnTo>
                  <a:pt x="2204" y="7"/>
                </a:lnTo>
                <a:lnTo>
                  <a:pt x="2205" y="7"/>
                </a:lnTo>
                <a:lnTo>
                  <a:pt x="2205" y="8"/>
                </a:lnTo>
                <a:lnTo>
                  <a:pt x="2206" y="8"/>
                </a:lnTo>
                <a:lnTo>
                  <a:pt x="2207" y="9"/>
                </a:lnTo>
                <a:lnTo>
                  <a:pt x="2208" y="9"/>
                </a:lnTo>
                <a:lnTo>
                  <a:pt x="2208" y="10"/>
                </a:lnTo>
                <a:lnTo>
                  <a:pt x="2208" y="11"/>
                </a:lnTo>
                <a:lnTo>
                  <a:pt x="2208" y="12"/>
                </a:lnTo>
                <a:lnTo>
                  <a:pt x="2207" y="12"/>
                </a:lnTo>
                <a:lnTo>
                  <a:pt x="2207" y="13"/>
                </a:lnTo>
                <a:lnTo>
                  <a:pt x="2208" y="13"/>
                </a:lnTo>
                <a:lnTo>
                  <a:pt x="2208" y="14"/>
                </a:lnTo>
                <a:lnTo>
                  <a:pt x="2207" y="14"/>
                </a:lnTo>
                <a:lnTo>
                  <a:pt x="2206" y="14"/>
                </a:lnTo>
                <a:lnTo>
                  <a:pt x="2205" y="14"/>
                </a:lnTo>
                <a:lnTo>
                  <a:pt x="2206" y="14"/>
                </a:lnTo>
                <a:lnTo>
                  <a:pt x="2206" y="15"/>
                </a:lnTo>
                <a:lnTo>
                  <a:pt x="2206" y="16"/>
                </a:lnTo>
                <a:lnTo>
                  <a:pt x="2207" y="16"/>
                </a:lnTo>
                <a:lnTo>
                  <a:pt x="2207" y="17"/>
                </a:lnTo>
                <a:lnTo>
                  <a:pt x="2208" y="17"/>
                </a:lnTo>
                <a:lnTo>
                  <a:pt x="2209" y="17"/>
                </a:lnTo>
                <a:lnTo>
                  <a:pt x="2210" y="18"/>
                </a:lnTo>
                <a:lnTo>
                  <a:pt x="2211" y="18"/>
                </a:lnTo>
                <a:lnTo>
                  <a:pt x="2211" y="19"/>
                </a:lnTo>
                <a:lnTo>
                  <a:pt x="2212" y="19"/>
                </a:lnTo>
                <a:lnTo>
                  <a:pt x="2213" y="19"/>
                </a:lnTo>
                <a:lnTo>
                  <a:pt x="2214" y="19"/>
                </a:lnTo>
                <a:lnTo>
                  <a:pt x="2215" y="19"/>
                </a:lnTo>
                <a:lnTo>
                  <a:pt x="2215" y="20"/>
                </a:lnTo>
                <a:lnTo>
                  <a:pt x="2216" y="21"/>
                </a:lnTo>
                <a:lnTo>
                  <a:pt x="2216" y="22"/>
                </a:lnTo>
                <a:lnTo>
                  <a:pt x="2217" y="22"/>
                </a:lnTo>
                <a:lnTo>
                  <a:pt x="2217" y="23"/>
                </a:lnTo>
                <a:lnTo>
                  <a:pt x="2217" y="24"/>
                </a:lnTo>
                <a:lnTo>
                  <a:pt x="2216" y="25"/>
                </a:lnTo>
                <a:lnTo>
                  <a:pt x="2217" y="25"/>
                </a:lnTo>
                <a:lnTo>
                  <a:pt x="2218" y="26"/>
                </a:lnTo>
                <a:lnTo>
                  <a:pt x="2219" y="26"/>
                </a:lnTo>
                <a:lnTo>
                  <a:pt x="2219" y="27"/>
                </a:lnTo>
                <a:lnTo>
                  <a:pt x="2220" y="27"/>
                </a:lnTo>
                <a:lnTo>
                  <a:pt x="2221" y="27"/>
                </a:lnTo>
                <a:lnTo>
                  <a:pt x="2221" y="28"/>
                </a:lnTo>
                <a:lnTo>
                  <a:pt x="2220" y="28"/>
                </a:lnTo>
                <a:lnTo>
                  <a:pt x="2220" y="29"/>
                </a:lnTo>
                <a:lnTo>
                  <a:pt x="2219" y="29"/>
                </a:lnTo>
                <a:lnTo>
                  <a:pt x="2219" y="30"/>
                </a:lnTo>
                <a:lnTo>
                  <a:pt x="2218" y="30"/>
                </a:lnTo>
                <a:lnTo>
                  <a:pt x="2218" y="31"/>
                </a:lnTo>
                <a:lnTo>
                  <a:pt x="2218" y="32"/>
                </a:lnTo>
                <a:lnTo>
                  <a:pt x="2217" y="32"/>
                </a:lnTo>
                <a:lnTo>
                  <a:pt x="2216" y="32"/>
                </a:lnTo>
                <a:lnTo>
                  <a:pt x="2215" y="33"/>
                </a:lnTo>
                <a:lnTo>
                  <a:pt x="2214" y="34"/>
                </a:lnTo>
                <a:lnTo>
                  <a:pt x="2213" y="34"/>
                </a:lnTo>
                <a:lnTo>
                  <a:pt x="2212" y="34"/>
                </a:lnTo>
                <a:lnTo>
                  <a:pt x="2211" y="34"/>
                </a:lnTo>
                <a:lnTo>
                  <a:pt x="2211" y="35"/>
                </a:lnTo>
                <a:lnTo>
                  <a:pt x="2210" y="36"/>
                </a:lnTo>
                <a:lnTo>
                  <a:pt x="2210" y="37"/>
                </a:lnTo>
                <a:lnTo>
                  <a:pt x="2209" y="37"/>
                </a:lnTo>
                <a:lnTo>
                  <a:pt x="2209" y="38"/>
                </a:lnTo>
                <a:lnTo>
                  <a:pt x="2208" y="39"/>
                </a:lnTo>
                <a:lnTo>
                  <a:pt x="2208" y="40"/>
                </a:lnTo>
                <a:lnTo>
                  <a:pt x="2208" y="41"/>
                </a:lnTo>
                <a:lnTo>
                  <a:pt x="2207" y="42"/>
                </a:lnTo>
                <a:lnTo>
                  <a:pt x="2206" y="43"/>
                </a:lnTo>
                <a:lnTo>
                  <a:pt x="2207" y="43"/>
                </a:lnTo>
                <a:lnTo>
                  <a:pt x="2206" y="43"/>
                </a:lnTo>
                <a:lnTo>
                  <a:pt x="2205" y="43"/>
                </a:lnTo>
                <a:lnTo>
                  <a:pt x="2205" y="44"/>
                </a:lnTo>
                <a:lnTo>
                  <a:pt x="2204" y="44"/>
                </a:lnTo>
                <a:lnTo>
                  <a:pt x="2204" y="45"/>
                </a:lnTo>
                <a:lnTo>
                  <a:pt x="2203" y="45"/>
                </a:lnTo>
                <a:lnTo>
                  <a:pt x="2202" y="45"/>
                </a:lnTo>
                <a:lnTo>
                  <a:pt x="2201" y="45"/>
                </a:lnTo>
                <a:lnTo>
                  <a:pt x="2202" y="45"/>
                </a:lnTo>
                <a:lnTo>
                  <a:pt x="2202" y="46"/>
                </a:lnTo>
                <a:lnTo>
                  <a:pt x="2201" y="47"/>
                </a:lnTo>
                <a:lnTo>
                  <a:pt x="2202" y="48"/>
                </a:lnTo>
                <a:lnTo>
                  <a:pt x="2203" y="49"/>
                </a:lnTo>
                <a:lnTo>
                  <a:pt x="2202" y="49"/>
                </a:lnTo>
                <a:lnTo>
                  <a:pt x="2202" y="50"/>
                </a:lnTo>
                <a:lnTo>
                  <a:pt x="2201" y="50"/>
                </a:lnTo>
                <a:lnTo>
                  <a:pt x="2201" y="51"/>
                </a:lnTo>
                <a:lnTo>
                  <a:pt x="2200" y="51"/>
                </a:lnTo>
                <a:lnTo>
                  <a:pt x="2200" y="52"/>
                </a:lnTo>
                <a:lnTo>
                  <a:pt x="2199" y="53"/>
                </a:lnTo>
                <a:lnTo>
                  <a:pt x="2198" y="53"/>
                </a:lnTo>
                <a:lnTo>
                  <a:pt x="2197" y="53"/>
                </a:lnTo>
                <a:lnTo>
                  <a:pt x="2195" y="54"/>
                </a:lnTo>
                <a:lnTo>
                  <a:pt x="2195" y="55"/>
                </a:lnTo>
                <a:lnTo>
                  <a:pt x="2194" y="55"/>
                </a:lnTo>
                <a:lnTo>
                  <a:pt x="2193" y="56"/>
                </a:lnTo>
                <a:lnTo>
                  <a:pt x="2193" y="57"/>
                </a:lnTo>
                <a:lnTo>
                  <a:pt x="2192" y="57"/>
                </a:lnTo>
                <a:lnTo>
                  <a:pt x="2190" y="57"/>
                </a:lnTo>
                <a:lnTo>
                  <a:pt x="2190" y="58"/>
                </a:lnTo>
                <a:lnTo>
                  <a:pt x="2189" y="58"/>
                </a:lnTo>
                <a:lnTo>
                  <a:pt x="2189" y="59"/>
                </a:lnTo>
                <a:lnTo>
                  <a:pt x="2188" y="59"/>
                </a:lnTo>
                <a:lnTo>
                  <a:pt x="2188" y="60"/>
                </a:lnTo>
                <a:lnTo>
                  <a:pt x="2188" y="61"/>
                </a:lnTo>
                <a:lnTo>
                  <a:pt x="2187" y="61"/>
                </a:lnTo>
                <a:lnTo>
                  <a:pt x="2187" y="62"/>
                </a:lnTo>
                <a:lnTo>
                  <a:pt x="2186" y="62"/>
                </a:lnTo>
                <a:lnTo>
                  <a:pt x="2185" y="62"/>
                </a:lnTo>
                <a:lnTo>
                  <a:pt x="2183" y="64"/>
                </a:lnTo>
                <a:lnTo>
                  <a:pt x="2183" y="65"/>
                </a:lnTo>
                <a:lnTo>
                  <a:pt x="2182" y="65"/>
                </a:lnTo>
                <a:lnTo>
                  <a:pt x="2181" y="66"/>
                </a:lnTo>
                <a:lnTo>
                  <a:pt x="2180" y="66"/>
                </a:lnTo>
                <a:lnTo>
                  <a:pt x="2179" y="67"/>
                </a:lnTo>
                <a:lnTo>
                  <a:pt x="2178" y="67"/>
                </a:lnTo>
                <a:lnTo>
                  <a:pt x="2177" y="67"/>
                </a:lnTo>
                <a:lnTo>
                  <a:pt x="2175" y="67"/>
                </a:lnTo>
                <a:lnTo>
                  <a:pt x="2174" y="67"/>
                </a:lnTo>
                <a:lnTo>
                  <a:pt x="2174" y="68"/>
                </a:lnTo>
                <a:lnTo>
                  <a:pt x="2175" y="68"/>
                </a:lnTo>
                <a:lnTo>
                  <a:pt x="2174" y="68"/>
                </a:lnTo>
                <a:lnTo>
                  <a:pt x="2173" y="68"/>
                </a:lnTo>
                <a:lnTo>
                  <a:pt x="2173" y="69"/>
                </a:lnTo>
                <a:lnTo>
                  <a:pt x="2173" y="70"/>
                </a:lnTo>
                <a:lnTo>
                  <a:pt x="2172" y="70"/>
                </a:lnTo>
                <a:lnTo>
                  <a:pt x="2171" y="71"/>
                </a:lnTo>
                <a:lnTo>
                  <a:pt x="2170" y="71"/>
                </a:lnTo>
                <a:lnTo>
                  <a:pt x="2169" y="71"/>
                </a:lnTo>
                <a:lnTo>
                  <a:pt x="2169" y="72"/>
                </a:lnTo>
                <a:lnTo>
                  <a:pt x="2168" y="72"/>
                </a:lnTo>
                <a:lnTo>
                  <a:pt x="2168" y="73"/>
                </a:lnTo>
                <a:lnTo>
                  <a:pt x="2167" y="73"/>
                </a:lnTo>
                <a:lnTo>
                  <a:pt x="2166" y="73"/>
                </a:lnTo>
                <a:lnTo>
                  <a:pt x="2166" y="74"/>
                </a:lnTo>
                <a:lnTo>
                  <a:pt x="2165" y="74"/>
                </a:lnTo>
                <a:lnTo>
                  <a:pt x="2164" y="75"/>
                </a:lnTo>
                <a:lnTo>
                  <a:pt x="2164" y="76"/>
                </a:lnTo>
                <a:lnTo>
                  <a:pt x="2165" y="76"/>
                </a:lnTo>
                <a:lnTo>
                  <a:pt x="2166" y="77"/>
                </a:lnTo>
                <a:lnTo>
                  <a:pt x="2167" y="77"/>
                </a:lnTo>
                <a:lnTo>
                  <a:pt x="2168" y="77"/>
                </a:lnTo>
                <a:lnTo>
                  <a:pt x="2169" y="77"/>
                </a:lnTo>
                <a:lnTo>
                  <a:pt x="2170" y="77"/>
                </a:lnTo>
                <a:lnTo>
                  <a:pt x="2171" y="77"/>
                </a:lnTo>
                <a:lnTo>
                  <a:pt x="2171" y="76"/>
                </a:lnTo>
                <a:lnTo>
                  <a:pt x="2172" y="76"/>
                </a:lnTo>
                <a:lnTo>
                  <a:pt x="2174" y="77"/>
                </a:lnTo>
                <a:lnTo>
                  <a:pt x="2175" y="77"/>
                </a:lnTo>
                <a:lnTo>
                  <a:pt x="2176" y="78"/>
                </a:lnTo>
                <a:lnTo>
                  <a:pt x="2176" y="80"/>
                </a:lnTo>
                <a:lnTo>
                  <a:pt x="2177" y="80"/>
                </a:lnTo>
                <a:lnTo>
                  <a:pt x="2178" y="80"/>
                </a:lnTo>
                <a:lnTo>
                  <a:pt x="2178" y="81"/>
                </a:lnTo>
                <a:lnTo>
                  <a:pt x="2178" y="82"/>
                </a:lnTo>
                <a:lnTo>
                  <a:pt x="2179" y="82"/>
                </a:lnTo>
                <a:lnTo>
                  <a:pt x="2180" y="82"/>
                </a:lnTo>
                <a:lnTo>
                  <a:pt x="2181" y="82"/>
                </a:lnTo>
                <a:lnTo>
                  <a:pt x="2182" y="82"/>
                </a:lnTo>
                <a:lnTo>
                  <a:pt x="2182" y="83"/>
                </a:lnTo>
                <a:lnTo>
                  <a:pt x="2183" y="83"/>
                </a:lnTo>
                <a:lnTo>
                  <a:pt x="2184" y="83"/>
                </a:lnTo>
                <a:lnTo>
                  <a:pt x="2184" y="84"/>
                </a:lnTo>
                <a:lnTo>
                  <a:pt x="2184" y="85"/>
                </a:lnTo>
                <a:lnTo>
                  <a:pt x="2185" y="85"/>
                </a:lnTo>
                <a:lnTo>
                  <a:pt x="2186" y="85"/>
                </a:lnTo>
                <a:lnTo>
                  <a:pt x="2186" y="86"/>
                </a:lnTo>
                <a:lnTo>
                  <a:pt x="2187" y="86"/>
                </a:lnTo>
                <a:lnTo>
                  <a:pt x="2188" y="86"/>
                </a:lnTo>
                <a:lnTo>
                  <a:pt x="2189" y="86"/>
                </a:lnTo>
                <a:lnTo>
                  <a:pt x="2189" y="87"/>
                </a:lnTo>
                <a:lnTo>
                  <a:pt x="2190" y="87"/>
                </a:lnTo>
                <a:lnTo>
                  <a:pt x="2191" y="87"/>
                </a:lnTo>
                <a:lnTo>
                  <a:pt x="2192" y="87"/>
                </a:lnTo>
                <a:lnTo>
                  <a:pt x="2193" y="88"/>
                </a:lnTo>
                <a:lnTo>
                  <a:pt x="2193" y="89"/>
                </a:lnTo>
                <a:lnTo>
                  <a:pt x="2194" y="90"/>
                </a:lnTo>
                <a:lnTo>
                  <a:pt x="2195" y="90"/>
                </a:lnTo>
                <a:lnTo>
                  <a:pt x="2196" y="89"/>
                </a:lnTo>
                <a:lnTo>
                  <a:pt x="2197" y="89"/>
                </a:lnTo>
                <a:lnTo>
                  <a:pt x="2198" y="89"/>
                </a:lnTo>
                <a:lnTo>
                  <a:pt x="2198" y="90"/>
                </a:lnTo>
                <a:lnTo>
                  <a:pt x="2199" y="90"/>
                </a:lnTo>
                <a:lnTo>
                  <a:pt x="2200" y="91"/>
                </a:lnTo>
                <a:lnTo>
                  <a:pt x="2201" y="91"/>
                </a:lnTo>
                <a:lnTo>
                  <a:pt x="2202" y="91"/>
                </a:lnTo>
                <a:lnTo>
                  <a:pt x="2203" y="91"/>
                </a:lnTo>
                <a:lnTo>
                  <a:pt x="2205" y="91"/>
                </a:lnTo>
                <a:lnTo>
                  <a:pt x="2205" y="92"/>
                </a:lnTo>
                <a:lnTo>
                  <a:pt x="2206" y="92"/>
                </a:lnTo>
                <a:lnTo>
                  <a:pt x="2207" y="92"/>
                </a:lnTo>
                <a:lnTo>
                  <a:pt x="2207" y="93"/>
                </a:lnTo>
                <a:lnTo>
                  <a:pt x="2208" y="93"/>
                </a:lnTo>
                <a:lnTo>
                  <a:pt x="2208" y="94"/>
                </a:lnTo>
                <a:lnTo>
                  <a:pt x="2207" y="94"/>
                </a:lnTo>
                <a:lnTo>
                  <a:pt x="2207" y="95"/>
                </a:lnTo>
                <a:lnTo>
                  <a:pt x="2207" y="96"/>
                </a:lnTo>
                <a:lnTo>
                  <a:pt x="2206" y="96"/>
                </a:lnTo>
                <a:lnTo>
                  <a:pt x="2207" y="97"/>
                </a:lnTo>
                <a:lnTo>
                  <a:pt x="2208" y="97"/>
                </a:lnTo>
                <a:lnTo>
                  <a:pt x="2208" y="98"/>
                </a:lnTo>
                <a:lnTo>
                  <a:pt x="2209" y="98"/>
                </a:lnTo>
                <a:lnTo>
                  <a:pt x="2210" y="99"/>
                </a:lnTo>
                <a:lnTo>
                  <a:pt x="2210" y="100"/>
                </a:lnTo>
                <a:lnTo>
                  <a:pt x="2211" y="100"/>
                </a:lnTo>
                <a:lnTo>
                  <a:pt x="2211" y="101"/>
                </a:lnTo>
                <a:lnTo>
                  <a:pt x="2212" y="102"/>
                </a:lnTo>
                <a:lnTo>
                  <a:pt x="2211" y="102"/>
                </a:lnTo>
                <a:lnTo>
                  <a:pt x="2211" y="104"/>
                </a:lnTo>
                <a:lnTo>
                  <a:pt x="2212" y="104"/>
                </a:lnTo>
                <a:lnTo>
                  <a:pt x="2213" y="104"/>
                </a:lnTo>
                <a:lnTo>
                  <a:pt x="2214" y="104"/>
                </a:lnTo>
                <a:lnTo>
                  <a:pt x="2214" y="105"/>
                </a:lnTo>
                <a:lnTo>
                  <a:pt x="2215" y="105"/>
                </a:lnTo>
                <a:lnTo>
                  <a:pt x="2216" y="105"/>
                </a:lnTo>
                <a:lnTo>
                  <a:pt x="2217" y="105"/>
                </a:lnTo>
                <a:lnTo>
                  <a:pt x="2218" y="106"/>
                </a:lnTo>
                <a:lnTo>
                  <a:pt x="2219" y="106"/>
                </a:lnTo>
                <a:lnTo>
                  <a:pt x="2220" y="106"/>
                </a:lnTo>
                <a:lnTo>
                  <a:pt x="2221" y="107"/>
                </a:lnTo>
                <a:lnTo>
                  <a:pt x="2222" y="107"/>
                </a:lnTo>
                <a:lnTo>
                  <a:pt x="2224" y="107"/>
                </a:lnTo>
                <a:lnTo>
                  <a:pt x="2226" y="107"/>
                </a:lnTo>
                <a:lnTo>
                  <a:pt x="2227" y="107"/>
                </a:lnTo>
                <a:lnTo>
                  <a:pt x="2229" y="107"/>
                </a:lnTo>
                <a:lnTo>
                  <a:pt x="2230" y="107"/>
                </a:lnTo>
                <a:lnTo>
                  <a:pt x="2231" y="107"/>
                </a:lnTo>
                <a:lnTo>
                  <a:pt x="2232" y="107"/>
                </a:lnTo>
                <a:lnTo>
                  <a:pt x="2233" y="106"/>
                </a:lnTo>
                <a:lnTo>
                  <a:pt x="2233" y="105"/>
                </a:lnTo>
                <a:lnTo>
                  <a:pt x="2234" y="104"/>
                </a:lnTo>
                <a:lnTo>
                  <a:pt x="2233" y="104"/>
                </a:lnTo>
                <a:lnTo>
                  <a:pt x="2234" y="104"/>
                </a:lnTo>
                <a:lnTo>
                  <a:pt x="2235" y="103"/>
                </a:lnTo>
                <a:lnTo>
                  <a:pt x="2236" y="103"/>
                </a:lnTo>
                <a:lnTo>
                  <a:pt x="2236" y="102"/>
                </a:lnTo>
                <a:lnTo>
                  <a:pt x="2236" y="101"/>
                </a:lnTo>
                <a:lnTo>
                  <a:pt x="2237" y="101"/>
                </a:lnTo>
                <a:lnTo>
                  <a:pt x="2238" y="99"/>
                </a:lnTo>
                <a:lnTo>
                  <a:pt x="2239" y="99"/>
                </a:lnTo>
                <a:lnTo>
                  <a:pt x="2240" y="99"/>
                </a:lnTo>
                <a:lnTo>
                  <a:pt x="2240" y="98"/>
                </a:lnTo>
                <a:lnTo>
                  <a:pt x="2241" y="98"/>
                </a:lnTo>
                <a:lnTo>
                  <a:pt x="2241" y="97"/>
                </a:lnTo>
                <a:lnTo>
                  <a:pt x="2242" y="96"/>
                </a:lnTo>
                <a:lnTo>
                  <a:pt x="2241" y="95"/>
                </a:lnTo>
                <a:lnTo>
                  <a:pt x="2241" y="94"/>
                </a:lnTo>
                <a:lnTo>
                  <a:pt x="2242" y="94"/>
                </a:lnTo>
                <a:lnTo>
                  <a:pt x="2243" y="94"/>
                </a:lnTo>
                <a:lnTo>
                  <a:pt x="2244" y="93"/>
                </a:lnTo>
                <a:lnTo>
                  <a:pt x="2245" y="93"/>
                </a:lnTo>
                <a:lnTo>
                  <a:pt x="2246" y="93"/>
                </a:lnTo>
                <a:lnTo>
                  <a:pt x="2246" y="92"/>
                </a:lnTo>
                <a:lnTo>
                  <a:pt x="2245" y="92"/>
                </a:lnTo>
                <a:lnTo>
                  <a:pt x="2246" y="91"/>
                </a:lnTo>
                <a:lnTo>
                  <a:pt x="2247" y="91"/>
                </a:lnTo>
                <a:lnTo>
                  <a:pt x="2247" y="90"/>
                </a:lnTo>
                <a:lnTo>
                  <a:pt x="2248" y="90"/>
                </a:lnTo>
                <a:lnTo>
                  <a:pt x="2248" y="89"/>
                </a:lnTo>
                <a:lnTo>
                  <a:pt x="2248" y="88"/>
                </a:lnTo>
                <a:lnTo>
                  <a:pt x="2249" y="88"/>
                </a:lnTo>
                <a:lnTo>
                  <a:pt x="2250" y="88"/>
                </a:lnTo>
                <a:lnTo>
                  <a:pt x="2250" y="87"/>
                </a:lnTo>
                <a:lnTo>
                  <a:pt x="2249" y="87"/>
                </a:lnTo>
                <a:lnTo>
                  <a:pt x="2250" y="86"/>
                </a:lnTo>
                <a:lnTo>
                  <a:pt x="2250" y="85"/>
                </a:lnTo>
                <a:lnTo>
                  <a:pt x="2250" y="84"/>
                </a:lnTo>
                <a:lnTo>
                  <a:pt x="2251" y="84"/>
                </a:lnTo>
                <a:lnTo>
                  <a:pt x="2252" y="84"/>
                </a:lnTo>
                <a:lnTo>
                  <a:pt x="2252" y="83"/>
                </a:lnTo>
                <a:lnTo>
                  <a:pt x="2253" y="83"/>
                </a:lnTo>
                <a:lnTo>
                  <a:pt x="2253" y="84"/>
                </a:lnTo>
                <a:lnTo>
                  <a:pt x="2253" y="85"/>
                </a:lnTo>
                <a:lnTo>
                  <a:pt x="2254" y="85"/>
                </a:lnTo>
                <a:lnTo>
                  <a:pt x="2253" y="86"/>
                </a:lnTo>
                <a:lnTo>
                  <a:pt x="2254" y="87"/>
                </a:lnTo>
                <a:lnTo>
                  <a:pt x="2255" y="87"/>
                </a:lnTo>
                <a:lnTo>
                  <a:pt x="2256" y="88"/>
                </a:lnTo>
                <a:lnTo>
                  <a:pt x="2257" y="88"/>
                </a:lnTo>
                <a:lnTo>
                  <a:pt x="2258" y="88"/>
                </a:lnTo>
                <a:lnTo>
                  <a:pt x="2261" y="88"/>
                </a:lnTo>
                <a:lnTo>
                  <a:pt x="2262" y="88"/>
                </a:lnTo>
                <a:lnTo>
                  <a:pt x="2263" y="88"/>
                </a:lnTo>
                <a:lnTo>
                  <a:pt x="2263" y="87"/>
                </a:lnTo>
                <a:lnTo>
                  <a:pt x="2264" y="87"/>
                </a:lnTo>
                <a:lnTo>
                  <a:pt x="2265" y="87"/>
                </a:lnTo>
                <a:lnTo>
                  <a:pt x="2266" y="87"/>
                </a:lnTo>
                <a:lnTo>
                  <a:pt x="2266" y="88"/>
                </a:lnTo>
                <a:lnTo>
                  <a:pt x="2266" y="89"/>
                </a:lnTo>
                <a:lnTo>
                  <a:pt x="2267" y="89"/>
                </a:lnTo>
                <a:lnTo>
                  <a:pt x="2267" y="90"/>
                </a:lnTo>
                <a:lnTo>
                  <a:pt x="2267" y="91"/>
                </a:lnTo>
                <a:lnTo>
                  <a:pt x="2267" y="92"/>
                </a:lnTo>
                <a:lnTo>
                  <a:pt x="2268" y="92"/>
                </a:lnTo>
                <a:lnTo>
                  <a:pt x="2268" y="93"/>
                </a:lnTo>
                <a:lnTo>
                  <a:pt x="2269" y="93"/>
                </a:lnTo>
                <a:lnTo>
                  <a:pt x="2269" y="94"/>
                </a:lnTo>
                <a:lnTo>
                  <a:pt x="2270" y="94"/>
                </a:lnTo>
                <a:lnTo>
                  <a:pt x="2271" y="94"/>
                </a:lnTo>
                <a:lnTo>
                  <a:pt x="2271" y="95"/>
                </a:lnTo>
                <a:lnTo>
                  <a:pt x="2272" y="96"/>
                </a:lnTo>
                <a:lnTo>
                  <a:pt x="2274" y="96"/>
                </a:lnTo>
                <a:lnTo>
                  <a:pt x="2274" y="97"/>
                </a:lnTo>
                <a:lnTo>
                  <a:pt x="2274" y="98"/>
                </a:lnTo>
                <a:lnTo>
                  <a:pt x="2275" y="98"/>
                </a:lnTo>
                <a:lnTo>
                  <a:pt x="2275" y="97"/>
                </a:lnTo>
                <a:lnTo>
                  <a:pt x="2276" y="97"/>
                </a:lnTo>
                <a:lnTo>
                  <a:pt x="2277" y="97"/>
                </a:lnTo>
                <a:lnTo>
                  <a:pt x="2277" y="96"/>
                </a:lnTo>
                <a:lnTo>
                  <a:pt x="2278" y="96"/>
                </a:lnTo>
                <a:lnTo>
                  <a:pt x="2278" y="97"/>
                </a:lnTo>
                <a:lnTo>
                  <a:pt x="2278" y="98"/>
                </a:lnTo>
                <a:lnTo>
                  <a:pt x="2279" y="98"/>
                </a:lnTo>
                <a:lnTo>
                  <a:pt x="2279" y="99"/>
                </a:lnTo>
                <a:lnTo>
                  <a:pt x="2280" y="99"/>
                </a:lnTo>
                <a:lnTo>
                  <a:pt x="2280" y="100"/>
                </a:lnTo>
                <a:lnTo>
                  <a:pt x="2281" y="100"/>
                </a:lnTo>
                <a:lnTo>
                  <a:pt x="2281" y="101"/>
                </a:lnTo>
                <a:lnTo>
                  <a:pt x="2281" y="102"/>
                </a:lnTo>
                <a:lnTo>
                  <a:pt x="2280" y="103"/>
                </a:lnTo>
                <a:lnTo>
                  <a:pt x="2281" y="104"/>
                </a:lnTo>
                <a:lnTo>
                  <a:pt x="2281" y="105"/>
                </a:lnTo>
                <a:lnTo>
                  <a:pt x="2280" y="105"/>
                </a:lnTo>
                <a:lnTo>
                  <a:pt x="2280" y="106"/>
                </a:lnTo>
                <a:lnTo>
                  <a:pt x="2281" y="106"/>
                </a:lnTo>
                <a:lnTo>
                  <a:pt x="2282" y="106"/>
                </a:lnTo>
                <a:lnTo>
                  <a:pt x="2283" y="107"/>
                </a:lnTo>
                <a:lnTo>
                  <a:pt x="2284" y="107"/>
                </a:lnTo>
                <a:lnTo>
                  <a:pt x="2285" y="107"/>
                </a:lnTo>
                <a:lnTo>
                  <a:pt x="2286" y="107"/>
                </a:lnTo>
                <a:lnTo>
                  <a:pt x="2287" y="107"/>
                </a:lnTo>
                <a:lnTo>
                  <a:pt x="2288" y="107"/>
                </a:lnTo>
                <a:lnTo>
                  <a:pt x="2289" y="107"/>
                </a:lnTo>
                <a:lnTo>
                  <a:pt x="2290" y="108"/>
                </a:lnTo>
                <a:lnTo>
                  <a:pt x="2290" y="109"/>
                </a:lnTo>
                <a:lnTo>
                  <a:pt x="2291" y="109"/>
                </a:lnTo>
                <a:lnTo>
                  <a:pt x="2293" y="109"/>
                </a:lnTo>
                <a:lnTo>
                  <a:pt x="2295" y="108"/>
                </a:lnTo>
                <a:lnTo>
                  <a:pt x="2296" y="108"/>
                </a:lnTo>
                <a:lnTo>
                  <a:pt x="2297" y="108"/>
                </a:lnTo>
                <a:lnTo>
                  <a:pt x="2297" y="107"/>
                </a:lnTo>
                <a:lnTo>
                  <a:pt x="2298" y="107"/>
                </a:lnTo>
                <a:lnTo>
                  <a:pt x="2298" y="108"/>
                </a:lnTo>
                <a:lnTo>
                  <a:pt x="2299" y="108"/>
                </a:lnTo>
                <a:lnTo>
                  <a:pt x="2300" y="108"/>
                </a:lnTo>
                <a:lnTo>
                  <a:pt x="2300" y="109"/>
                </a:lnTo>
                <a:lnTo>
                  <a:pt x="2301" y="109"/>
                </a:lnTo>
                <a:lnTo>
                  <a:pt x="2300" y="109"/>
                </a:lnTo>
                <a:lnTo>
                  <a:pt x="2300" y="110"/>
                </a:lnTo>
                <a:lnTo>
                  <a:pt x="2301" y="110"/>
                </a:lnTo>
                <a:lnTo>
                  <a:pt x="2302" y="110"/>
                </a:lnTo>
                <a:lnTo>
                  <a:pt x="2303" y="110"/>
                </a:lnTo>
                <a:lnTo>
                  <a:pt x="2304" y="110"/>
                </a:lnTo>
                <a:lnTo>
                  <a:pt x="2305" y="110"/>
                </a:lnTo>
                <a:lnTo>
                  <a:pt x="2306" y="110"/>
                </a:lnTo>
                <a:lnTo>
                  <a:pt x="2306" y="109"/>
                </a:lnTo>
                <a:lnTo>
                  <a:pt x="2307" y="109"/>
                </a:lnTo>
                <a:lnTo>
                  <a:pt x="2307" y="110"/>
                </a:lnTo>
                <a:lnTo>
                  <a:pt x="2308" y="110"/>
                </a:lnTo>
                <a:lnTo>
                  <a:pt x="2309" y="110"/>
                </a:lnTo>
                <a:lnTo>
                  <a:pt x="2309" y="111"/>
                </a:lnTo>
                <a:lnTo>
                  <a:pt x="2308" y="112"/>
                </a:lnTo>
                <a:lnTo>
                  <a:pt x="2307" y="112"/>
                </a:lnTo>
                <a:lnTo>
                  <a:pt x="2306" y="113"/>
                </a:lnTo>
                <a:lnTo>
                  <a:pt x="2307" y="113"/>
                </a:lnTo>
                <a:lnTo>
                  <a:pt x="2307" y="114"/>
                </a:lnTo>
                <a:lnTo>
                  <a:pt x="2307" y="115"/>
                </a:lnTo>
                <a:lnTo>
                  <a:pt x="2308" y="116"/>
                </a:lnTo>
                <a:lnTo>
                  <a:pt x="2308" y="117"/>
                </a:lnTo>
                <a:lnTo>
                  <a:pt x="2307" y="117"/>
                </a:lnTo>
                <a:lnTo>
                  <a:pt x="2308" y="118"/>
                </a:lnTo>
                <a:lnTo>
                  <a:pt x="2307" y="118"/>
                </a:lnTo>
                <a:lnTo>
                  <a:pt x="2306" y="118"/>
                </a:lnTo>
                <a:lnTo>
                  <a:pt x="2306" y="119"/>
                </a:lnTo>
                <a:lnTo>
                  <a:pt x="2305" y="119"/>
                </a:lnTo>
                <a:lnTo>
                  <a:pt x="2305" y="120"/>
                </a:lnTo>
                <a:lnTo>
                  <a:pt x="2304" y="121"/>
                </a:lnTo>
                <a:lnTo>
                  <a:pt x="2303" y="121"/>
                </a:lnTo>
                <a:lnTo>
                  <a:pt x="2302" y="121"/>
                </a:lnTo>
                <a:lnTo>
                  <a:pt x="2301" y="121"/>
                </a:lnTo>
                <a:lnTo>
                  <a:pt x="2301" y="122"/>
                </a:lnTo>
                <a:lnTo>
                  <a:pt x="2300" y="122"/>
                </a:lnTo>
                <a:lnTo>
                  <a:pt x="2299" y="122"/>
                </a:lnTo>
                <a:lnTo>
                  <a:pt x="2298" y="122"/>
                </a:lnTo>
                <a:lnTo>
                  <a:pt x="2297" y="122"/>
                </a:lnTo>
                <a:lnTo>
                  <a:pt x="2295" y="122"/>
                </a:lnTo>
                <a:lnTo>
                  <a:pt x="2294" y="123"/>
                </a:lnTo>
                <a:lnTo>
                  <a:pt x="2295" y="124"/>
                </a:lnTo>
                <a:lnTo>
                  <a:pt x="2296" y="125"/>
                </a:lnTo>
                <a:lnTo>
                  <a:pt x="2296" y="126"/>
                </a:lnTo>
                <a:lnTo>
                  <a:pt x="2295" y="126"/>
                </a:lnTo>
                <a:lnTo>
                  <a:pt x="2295" y="127"/>
                </a:lnTo>
                <a:lnTo>
                  <a:pt x="2294" y="128"/>
                </a:lnTo>
                <a:lnTo>
                  <a:pt x="2294" y="129"/>
                </a:lnTo>
                <a:lnTo>
                  <a:pt x="2294" y="130"/>
                </a:lnTo>
                <a:lnTo>
                  <a:pt x="2295" y="130"/>
                </a:lnTo>
                <a:lnTo>
                  <a:pt x="2296" y="130"/>
                </a:lnTo>
                <a:lnTo>
                  <a:pt x="2297" y="130"/>
                </a:lnTo>
                <a:lnTo>
                  <a:pt x="2297" y="131"/>
                </a:lnTo>
                <a:lnTo>
                  <a:pt x="2297" y="132"/>
                </a:lnTo>
                <a:lnTo>
                  <a:pt x="2297" y="133"/>
                </a:lnTo>
                <a:lnTo>
                  <a:pt x="2297" y="134"/>
                </a:lnTo>
                <a:lnTo>
                  <a:pt x="2298" y="134"/>
                </a:lnTo>
                <a:lnTo>
                  <a:pt x="2298" y="135"/>
                </a:lnTo>
                <a:lnTo>
                  <a:pt x="2298" y="136"/>
                </a:lnTo>
                <a:lnTo>
                  <a:pt x="2298" y="137"/>
                </a:lnTo>
                <a:lnTo>
                  <a:pt x="2298" y="139"/>
                </a:lnTo>
                <a:lnTo>
                  <a:pt x="2299" y="139"/>
                </a:lnTo>
                <a:lnTo>
                  <a:pt x="2300" y="139"/>
                </a:lnTo>
                <a:lnTo>
                  <a:pt x="2301" y="139"/>
                </a:lnTo>
                <a:lnTo>
                  <a:pt x="2302" y="139"/>
                </a:lnTo>
                <a:lnTo>
                  <a:pt x="2303" y="139"/>
                </a:lnTo>
                <a:lnTo>
                  <a:pt x="2303" y="140"/>
                </a:lnTo>
                <a:lnTo>
                  <a:pt x="2303" y="141"/>
                </a:lnTo>
                <a:lnTo>
                  <a:pt x="2302" y="142"/>
                </a:lnTo>
                <a:lnTo>
                  <a:pt x="2303" y="142"/>
                </a:lnTo>
                <a:lnTo>
                  <a:pt x="2303" y="143"/>
                </a:lnTo>
                <a:lnTo>
                  <a:pt x="2304" y="144"/>
                </a:lnTo>
                <a:lnTo>
                  <a:pt x="2303" y="145"/>
                </a:lnTo>
                <a:lnTo>
                  <a:pt x="2302" y="145"/>
                </a:lnTo>
                <a:lnTo>
                  <a:pt x="2302" y="146"/>
                </a:lnTo>
                <a:lnTo>
                  <a:pt x="2301" y="148"/>
                </a:lnTo>
                <a:lnTo>
                  <a:pt x="2302" y="148"/>
                </a:lnTo>
                <a:lnTo>
                  <a:pt x="2303" y="148"/>
                </a:lnTo>
                <a:lnTo>
                  <a:pt x="2303" y="149"/>
                </a:lnTo>
                <a:lnTo>
                  <a:pt x="2303" y="150"/>
                </a:lnTo>
                <a:lnTo>
                  <a:pt x="2303" y="151"/>
                </a:lnTo>
                <a:lnTo>
                  <a:pt x="2304" y="151"/>
                </a:lnTo>
                <a:lnTo>
                  <a:pt x="2304" y="153"/>
                </a:lnTo>
                <a:lnTo>
                  <a:pt x="2304" y="154"/>
                </a:lnTo>
                <a:lnTo>
                  <a:pt x="2305" y="156"/>
                </a:lnTo>
                <a:lnTo>
                  <a:pt x="2306" y="157"/>
                </a:lnTo>
                <a:lnTo>
                  <a:pt x="2307" y="158"/>
                </a:lnTo>
                <a:lnTo>
                  <a:pt x="2307" y="160"/>
                </a:lnTo>
                <a:lnTo>
                  <a:pt x="2306" y="162"/>
                </a:lnTo>
                <a:lnTo>
                  <a:pt x="2305" y="162"/>
                </a:lnTo>
                <a:lnTo>
                  <a:pt x="2305" y="163"/>
                </a:lnTo>
                <a:lnTo>
                  <a:pt x="2306" y="163"/>
                </a:lnTo>
                <a:lnTo>
                  <a:pt x="2307" y="164"/>
                </a:lnTo>
                <a:lnTo>
                  <a:pt x="2308" y="165"/>
                </a:lnTo>
                <a:lnTo>
                  <a:pt x="2308" y="168"/>
                </a:lnTo>
                <a:lnTo>
                  <a:pt x="2309" y="168"/>
                </a:lnTo>
                <a:lnTo>
                  <a:pt x="2309" y="169"/>
                </a:lnTo>
                <a:lnTo>
                  <a:pt x="2310" y="170"/>
                </a:lnTo>
                <a:lnTo>
                  <a:pt x="2310" y="171"/>
                </a:lnTo>
                <a:lnTo>
                  <a:pt x="2311" y="171"/>
                </a:lnTo>
                <a:lnTo>
                  <a:pt x="2312" y="171"/>
                </a:lnTo>
                <a:lnTo>
                  <a:pt x="2312" y="173"/>
                </a:lnTo>
                <a:lnTo>
                  <a:pt x="2312" y="174"/>
                </a:lnTo>
                <a:lnTo>
                  <a:pt x="2313" y="174"/>
                </a:lnTo>
                <a:lnTo>
                  <a:pt x="2314" y="174"/>
                </a:lnTo>
                <a:lnTo>
                  <a:pt x="2315" y="176"/>
                </a:lnTo>
                <a:lnTo>
                  <a:pt x="2315" y="177"/>
                </a:lnTo>
                <a:lnTo>
                  <a:pt x="2314" y="177"/>
                </a:lnTo>
                <a:lnTo>
                  <a:pt x="2314" y="178"/>
                </a:lnTo>
                <a:lnTo>
                  <a:pt x="2313" y="178"/>
                </a:lnTo>
                <a:lnTo>
                  <a:pt x="2313" y="179"/>
                </a:lnTo>
                <a:lnTo>
                  <a:pt x="2313" y="180"/>
                </a:lnTo>
                <a:lnTo>
                  <a:pt x="2314" y="180"/>
                </a:lnTo>
                <a:lnTo>
                  <a:pt x="2315" y="180"/>
                </a:lnTo>
                <a:lnTo>
                  <a:pt x="2317" y="182"/>
                </a:lnTo>
                <a:lnTo>
                  <a:pt x="2318" y="182"/>
                </a:lnTo>
                <a:lnTo>
                  <a:pt x="2318" y="184"/>
                </a:lnTo>
                <a:lnTo>
                  <a:pt x="2317" y="184"/>
                </a:lnTo>
                <a:lnTo>
                  <a:pt x="2316" y="184"/>
                </a:lnTo>
                <a:lnTo>
                  <a:pt x="2315" y="184"/>
                </a:lnTo>
                <a:lnTo>
                  <a:pt x="2315" y="185"/>
                </a:lnTo>
                <a:lnTo>
                  <a:pt x="2316" y="186"/>
                </a:lnTo>
                <a:lnTo>
                  <a:pt x="2317" y="186"/>
                </a:lnTo>
                <a:lnTo>
                  <a:pt x="2318" y="187"/>
                </a:lnTo>
                <a:lnTo>
                  <a:pt x="2317" y="187"/>
                </a:lnTo>
                <a:lnTo>
                  <a:pt x="2317" y="188"/>
                </a:lnTo>
                <a:lnTo>
                  <a:pt x="2317" y="189"/>
                </a:lnTo>
                <a:lnTo>
                  <a:pt x="2316" y="189"/>
                </a:lnTo>
                <a:lnTo>
                  <a:pt x="2315" y="189"/>
                </a:lnTo>
                <a:lnTo>
                  <a:pt x="2315" y="190"/>
                </a:lnTo>
                <a:lnTo>
                  <a:pt x="2316" y="191"/>
                </a:lnTo>
                <a:lnTo>
                  <a:pt x="2317" y="192"/>
                </a:lnTo>
                <a:lnTo>
                  <a:pt x="2317" y="193"/>
                </a:lnTo>
                <a:lnTo>
                  <a:pt x="2319" y="193"/>
                </a:lnTo>
                <a:lnTo>
                  <a:pt x="2320" y="193"/>
                </a:lnTo>
                <a:lnTo>
                  <a:pt x="2319" y="193"/>
                </a:lnTo>
                <a:lnTo>
                  <a:pt x="2319" y="194"/>
                </a:lnTo>
                <a:lnTo>
                  <a:pt x="2319" y="195"/>
                </a:lnTo>
                <a:lnTo>
                  <a:pt x="2319" y="196"/>
                </a:lnTo>
                <a:lnTo>
                  <a:pt x="2320" y="197"/>
                </a:lnTo>
                <a:lnTo>
                  <a:pt x="2321" y="197"/>
                </a:lnTo>
                <a:lnTo>
                  <a:pt x="2322" y="197"/>
                </a:lnTo>
                <a:lnTo>
                  <a:pt x="2323" y="197"/>
                </a:lnTo>
                <a:lnTo>
                  <a:pt x="2323" y="198"/>
                </a:lnTo>
                <a:lnTo>
                  <a:pt x="2324" y="198"/>
                </a:lnTo>
                <a:lnTo>
                  <a:pt x="2325" y="199"/>
                </a:lnTo>
                <a:lnTo>
                  <a:pt x="2325" y="200"/>
                </a:lnTo>
                <a:lnTo>
                  <a:pt x="2325" y="201"/>
                </a:lnTo>
                <a:lnTo>
                  <a:pt x="2324" y="201"/>
                </a:lnTo>
                <a:lnTo>
                  <a:pt x="2324" y="202"/>
                </a:lnTo>
                <a:lnTo>
                  <a:pt x="2325" y="203"/>
                </a:lnTo>
                <a:lnTo>
                  <a:pt x="2325" y="204"/>
                </a:lnTo>
                <a:lnTo>
                  <a:pt x="2326" y="205"/>
                </a:lnTo>
                <a:lnTo>
                  <a:pt x="2328" y="207"/>
                </a:lnTo>
                <a:lnTo>
                  <a:pt x="2329" y="207"/>
                </a:lnTo>
                <a:lnTo>
                  <a:pt x="2330" y="207"/>
                </a:lnTo>
                <a:lnTo>
                  <a:pt x="2330" y="206"/>
                </a:lnTo>
                <a:lnTo>
                  <a:pt x="2331" y="206"/>
                </a:lnTo>
                <a:lnTo>
                  <a:pt x="2334" y="206"/>
                </a:lnTo>
                <a:lnTo>
                  <a:pt x="2335" y="206"/>
                </a:lnTo>
                <a:lnTo>
                  <a:pt x="2336" y="207"/>
                </a:lnTo>
                <a:lnTo>
                  <a:pt x="2337" y="207"/>
                </a:lnTo>
                <a:lnTo>
                  <a:pt x="2338" y="207"/>
                </a:lnTo>
                <a:lnTo>
                  <a:pt x="2338" y="208"/>
                </a:lnTo>
                <a:lnTo>
                  <a:pt x="2339" y="208"/>
                </a:lnTo>
                <a:lnTo>
                  <a:pt x="2340" y="208"/>
                </a:lnTo>
                <a:lnTo>
                  <a:pt x="2341" y="208"/>
                </a:lnTo>
                <a:lnTo>
                  <a:pt x="2341" y="207"/>
                </a:lnTo>
                <a:lnTo>
                  <a:pt x="2341" y="208"/>
                </a:lnTo>
                <a:lnTo>
                  <a:pt x="2342" y="208"/>
                </a:lnTo>
                <a:lnTo>
                  <a:pt x="2343" y="208"/>
                </a:lnTo>
                <a:lnTo>
                  <a:pt x="2343" y="209"/>
                </a:lnTo>
                <a:lnTo>
                  <a:pt x="2345" y="210"/>
                </a:lnTo>
                <a:lnTo>
                  <a:pt x="2347" y="210"/>
                </a:lnTo>
                <a:lnTo>
                  <a:pt x="2348" y="210"/>
                </a:lnTo>
                <a:lnTo>
                  <a:pt x="2349" y="211"/>
                </a:lnTo>
                <a:lnTo>
                  <a:pt x="2350" y="212"/>
                </a:lnTo>
                <a:lnTo>
                  <a:pt x="2351" y="212"/>
                </a:lnTo>
                <a:lnTo>
                  <a:pt x="2352" y="213"/>
                </a:lnTo>
                <a:lnTo>
                  <a:pt x="2353" y="213"/>
                </a:lnTo>
                <a:lnTo>
                  <a:pt x="2354" y="213"/>
                </a:lnTo>
                <a:lnTo>
                  <a:pt x="2354" y="212"/>
                </a:lnTo>
                <a:lnTo>
                  <a:pt x="2355" y="212"/>
                </a:lnTo>
                <a:lnTo>
                  <a:pt x="2356" y="211"/>
                </a:lnTo>
                <a:lnTo>
                  <a:pt x="2357" y="211"/>
                </a:lnTo>
                <a:lnTo>
                  <a:pt x="2358" y="211"/>
                </a:lnTo>
                <a:lnTo>
                  <a:pt x="2359" y="211"/>
                </a:lnTo>
                <a:lnTo>
                  <a:pt x="2360" y="211"/>
                </a:lnTo>
                <a:lnTo>
                  <a:pt x="2361" y="211"/>
                </a:lnTo>
                <a:lnTo>
                  <a:pt x="2361" y="212"/>
                </a:lnTo>
                <a:lnTo>
                  <a:pt x="2362" y="212"/>
                </a:lnTo>
                <a:lnTo>
                  <a:pt x="2362" y="211"/>
                </a:lnTo>
                <a:lnTo>
                  <a:pt x="2363" y="211"/>
                </a:lnTo>
                <a:lnTo>
                  <a:pt x="2363" y="210"/>
                </a:lnTo>
                <a:lnTo>
                  <a:pt x="2364" y="210"/>
                </a:lnTo>
                <a:lnTo>
                  <a:pt x="2365" y="210"/>
                </a:lnTo>
                <a:lnTo>
                  <a:pt x="2366" y="211"/>
                </a:lnTo>
                <a:lnTo>
                  <a:pt x="2367" y="211"/>
                </a:lnTo>
                <a:lnTo>
                  <a:pt x="2369" y="211"/>
                </a:lnTo>
                <a:lnTo>
                  <a:pt x="2369" y="210"/>
                </a:lnTo>
                <a:lnTo>
                  <a:pt x="2369" y="209"/>
                </a:lnTo>
                <a:lnTo>
                  <a:pt x="2370" y="209"/>
                </a:lnTo>
                <a:lnTo>
                  <a:pt x="2372" y="208"/>
                </a:lnTo>
                <a:lnTo>
                  <a:pt x="2373" y="209"/>
                </a:lnTo>
                <a:lnTo>
                  <a:pt x="2374" y="209"/>
                </a:lnTo>
                <a:lnTo>
                  <a:pt x="2375" y="209"/>
                </a:lnTo>
                <a:lnTo>
                  <a:pt x="2376" y="209"/>
                </a:lnTo>
                <a:lnTo>
                  <a:pt x="2377" y="209"/>
                </a:lnTo>
                <a:lnTo>
                  <a:pt x="2378" y="209"/>
                </a:lnTo>
                <a:lnTo>
                  <a:pt x="2379" y="209"/>
                </a:lnTo>
                <a:lnTo>
                  <a:pt x="2380" y="208"/>
                </a:lnTo>
                <a:lnTo>
                  <a:pt x="2380" y="207"/>
                </a:lnTo>
                <a:lnTo>
                  <a:pt x="2381" y="207"/>
                </a:lnTo>
                <a:lnTo>
                  <a:pt x="2382" y="207"/>
                </a:lnTo>
                <a:lnTo>
                  <a:pt x="2384" y="206"/>
                </a:lnTo>
                <a:lnTo>
                  <a:pt x="2385" y="206"/>
                </a:lnTo>
                <a:lnTo>
                  <a:pt x="2386" y="205"/>
                </a:lnTo>
                <a:lnTo>
                  <a:pt x="2386" y="206"/>
                </a:lnTo>
                <a:lnTo>
                  <a:pt x="2387" y="206"/>
                </a:lnTo>
                <a:lnTo>
                  <a:pt x="2387" y="205"/>
                </a:lnTo>
                <a:lnTo>
                  <a:pt x="2387" y="204"/>
                </a:lnTo>
                <a:lnTo>
                  <a:pt x="2387" y="203"/>
                </a:lnTo>
                <a:lnTo>
                  <a:pt x="2388" y="203"/>
                </a:lnTo>
                <a:lnTo>
                  <a:pt x="2389" y="202"/>
                </a:lnTo>
                <a:lnTo>
                  <a:pt x="2389" y="201"/>
                </a:lnTo>
                <a:lnTo>
                  <a:pt x="2389" y="200"/>
                </a:lnTo>
                <a:lnTo>
                  <a:pt x="2391" y="198"/>
                </a:lnTo>
                <a:lnTo>
                  <a:pt x="2392" y="198"/>
                </a:lnTo>
                <a:lnTo>
                  <a:pt x="2393" y="198"/>
                </a:lnTo>
                <a:lnTo>
                  <a:pt x="2393" y="199"/>
                </a:lnTo>
                <a:lnTo>
                  <a:pt x="2394" y="199"/>
                </a:lnTo>
                <a:lnTo>
                  <a:pt x="2396" y="200"/>
                </a:lnTo>
                <a:lnTo>
                  <a:pt x="2397" y="201"/>
                </a:lnTo>
                <a:lnTo>
                  <a:pt x="2399" y="202"/>
                </a:lnTo>
                <a:lnTo>
                  <a:pt x="2401" y="201"/>
                </a:lnTo>
                <a:lnTo>
                  <a:pt x="2402" y="201"/>
                </a:lnTo>
                <a:lnTo>
                  <a:pt x="2403" y="201"/>
                </a:lnTo>
                <a:lnTo>
                  <a:pt x="2404" y="201"/>
                </a:lnTo>
                <a:lnTo>
                  <a:pt x="2404" y="202"/>
                </a:lnTo>
                <a:lnTo>
                  <a:pt x="2405" y="202"/>
                </a:lnTo>
                <a:lnTo>
                  <a:pt x="2405" y="203"/>
                </a:lnTo>
                <a:lnTo>
                  <a:pt x="2406" y="204"/>
                </a:lnTo>
                <a:lnTo>
                  <a:pt x="2408" y="206"/>
                </a:lnTo>
                <a:lnTo>
                  <a:pt x="2410" y="207"/>
                </a:lnTo>
                <a:lnTo>
                  <a:pt x="2411" y="208"/>
                </a:lnTo>
                <a:lnTo>
                  <a:pt x="2412" y="208"/>
                </a:lnTo>
                <a:lnTo>
                  <a:pt x="2412" y="207"/>
                </a:lnTo>
                <a:lnTo>
                  <a:pt x="2413" y="206"/>
                </a:lnTo>
                <a:lnTo>
                  <a:pt x="2416" y="205"/>
                </a:lnTo>
                <a:lnTo>
                  <a:pt x="2417" y="205"/>
                </a:lnTo>
                <a:lnTo>
                  <a:pt x="2419" y="205"/>
                </a:lnTo>
                <a:lnTo>
                  <a:pt x="2420" y="206"/>
                </a:lnTo>
                <a:lnTo>
                  <a:pt x="2421" y="206"/>
                </a:lnTo>
                <a:lnTo>
                  <a:pt x="2422" y="206"/>
                </a:lnTo>
                <a:lnTo>
                  <a:pt x="2423" y="206"/>
                </a:lnTo>
                <a:lnTo>
                  <a:pt x="2424" y="206"/>
                </a:lnTo>
                <a:lnTo>
                  <a:pt x="2425" y="206"/>
                </a:lnTo>
                <a:lnTo>
                  <a:pt x="2425" y="205"/>
                </a:lnTo>
                <a:lnTo>
                  <a:pt x="2426" y="205"/>
                </a:lnTo>
                <a:lnTo>
                  <a:pt x="2426" y="204"/>
                </a:lnTo>
                <a:lnTo>
                  <a:pt x="2429" y="203"/>
                </a:lnTo>
                <a:lnTo>
                  <a:pt x="2430" y="204"/>
                </a:lnTo>
                <a:lnTo>
                  <a:pt x="2431" y="204"/>
                </a:lnTo>
                <a:lnTo>
                  <a:pt x="2431" y="203"/>
                </a:lnTo>
                <a:lnTo>
                  <a:pt x="2432" y="203"/>
                </a:lnTo>
                <a:lnTo>
                  <a:pt x="2433" y="204"/>
                </a:lnTo>
                <a:lnTo>
                  <a:pt x="2434" y="204"/>
                </a:lnTo>
                <a:lnTo>
                  <a:pt x="2436" y="203"/>
                </a:lnTo>
                <a:lnTo>
                  <a:pt x="2437" y="203"/>
                </a:lnTo>
                <a:lnTo>
                  <a:pt x="2439" y="203"/>
                </a:lnTo>
                <a:lnTo>
                  <a:pt x="2440" y="204"/>
                </a:lnTo>
                <a:lnTo>
                  <a:pt x="2442" y="205"/>
                </a:lnTo>
                <a:lnTo>
                  <a:pt x="2442" y="206"/>
                </a:lnTo>
                <a:lnTo>
                  <a:pt x="2444" y="207"/>
                </a:lnTo>
                <a:lnTo>
                  <a:pt x="2445" y="208"/>
                </a:lnTo>
                <a:lnTo>
                  <a:pt x="2445" y="209"/>
                </a:lnTo>
                <a:lnTo>
                  <a:pt x="2446" y="209"/>
                </a:lnTo>
                <a:lnTo>
                  <a:pt x="2447" y="209"/>
                </a:lnTo>
                <a:lnTo>
                  <a:pt x="2448" y="208"/>
                </a:lnTo>
                <a:lnTo>
                  <a:pt x="2448" y="209"/>
                </a:lnTo>
                <a:lnTo>
                  <a:pt x="2448" y="210"/>
                </a:lnTo>
                <a:lnTo>
                  <a:pt x="2449" y="211"/>
                </a:lnTo>
                <a:lnTo>
                  <a:pt x="2449" y="210"/>
                </a:lnTo>
                <a:lnTo>
                  <a:pt x="2450" y="210"/>
                </a:lnTo>
                <a:lnTo>
                  <a:pt x="2452" y="210"/>
                </a:lnTo>
                <a:lnTo>
                  <a:pt x="2453" y="210"/>
                </a:lnTo>
                <a:lnTo>
                  <a:pt x="2454" y="211"/>
                </a:lnTo>
                <a:lnTo>
                  <a:pt x="2455" y="210"/>
                </a:lnTo>
                <a:lnTo>
                  <a:pt x="2456" y="209"/>
                </a:lnTo>
                <a:lnTo>
                  <a:pt x="2456" y="208"/>
                </a:lnTo>
                <a:lnTo>
                  <a:pt x="2457" y="207"/>
                </a:lnTo>
                <a:lnTo>
                  <a:pt x="2457" y="205"/>
                </a:lnTo>
                <a:lnTo>
                  <a:pt x="2456" y="204"/>
                </a:lnTo>
                <a:lnTo>
                  <a:pt x="2456" y="203"/>
                </a:lnTo>
                <a:lnTo>
                  <a:pt x="2457" y="202"/>
                </a:lnTo>
                <a:lnTo>
                  <a:pt x="2458" y="202"/>
                </a:lnTo>
                <a:lnTo>
                  <a:pt x="2458" y="201"/>
                </a:lnTo>
                <a:lnTo>
                  <a:pt x="2460" y="201"/>
                </a:lnTo>
                <a:lnTo>
                  <a:pt x="2461" y="201"/>
                </a:lnTo>
                <a:lnTo>
                  <a:pt x="2461" y="200"/>
                </a:lnTo>
                <a:lnTo>
                  <a:pt x="2462" y="200"/>
                </a:lnTo>
                <a:lnTo>
                  <a:pt x="2462" y="199"/>
                </a:lnTo>
                <a:lnTo>
                  <a:pt x="2463" y="199"/>
                </a:lnTo>
                <a:lnTo>
                  <a:pt x="2464" y="200"/>
                </a:lnTo>
                <a:lnTo>
                  <a:pt x="2465" y="200"/>
                </a:lnTo>
                <a:lnTo>
                  <a:pt x="2466" y="200"/>
                </a:lnTo>
                <a:lnTo>
                  <a:pt x="2467" y="200"/>
                </a:lnTo>
                <a:lnTo>
                  <a:pt x="2468" y="200"/>
                </a:lnTo>
                <a:lnTo>
                  <a:pt x="2469" y="200"/>
                </a:lnTo>
                <a:lnTo>
                  <a:pt x="2470" y="201"/>
                </a:lnTo>
                <a:lnTo>
                  <a:pt x="2471" y="201"/>
                </a:lnTo>
                <a:lnTo>
                  <a:pt x="2471" y="202"/>
                </a:lnTo>
                <a:lnTo>
                  <a:pt x="2472" y="202"/>
                </a:lnTo>
                <a:lnTo>
                  <a:pt x="2472" y="203"/>
                </a:lnTo>
                <a:lnTo>
                  <a:pt x="2473" y="204"/>
                </a:lnTo>
                <a:lnTo>
                  <a:pt x="2474" y="205"/>
                </a:lnTo>
                <a:lnTo>
                  <a:pt x="2475" y="205"/>
                </a:lnTo>
                <a:lnTo>
                  <a:pt x="2477" y="204"/>
                </a:lnTo>
                <a:lnTo>
                  <a:pt x="2478" y="204"/>
                </a:lnTo>
                <a:lnTo>
                  <a:pt x="2479" y="204"/>
                </a:lnTo>
                <a:lnTo>
                  <a:pt x="2482" y="204"/>
                </a:lnTo>
                <a:lnTo>
                  <a:pt x="2484" y="203"/>
                </a:lnTo>
                <a:lnTo>
                  <a:pt x="2485" y="202"/>
                </a:lnTo>
                <a:lnTo>
                  <a:pt x="2486" y="202"/>
                </a:lnTo>
                <a:lnTo>
                  <a:pt x="2486" y="201"/>
                </a:lnTo>
                <a:lnTo>
                  <a:pt x="2486" y="200"/>
                </a:lnTo>
                <a:lnTo>
                  <a:pt x="2488" y="198"/>
                </a:lnTo>
                <a:lnTo>
                  <a:pt x="2489" y="198"/>
                </a:lnTo>
                <a:lnTo>
                  <a:pt x="2490" y="198"/>
                </a:lnTo>
                <a:lnTo>
                  <a:pt x="2490" y="199"/>
                </a:lnTo>
                <a:lnTo>
                  <a:pt x="2491" y="199"/>
                </a:lnTo>
                <a:lnTo>
                  <a:pt x="2493" y="199"/>
                </a:lnTo>
                <a:lnTo>
                  <a:pt x="2495" y="200"/>
                </a:lnTo>
                <a:lnTo>
                  <a:pt x="2496" y="200"/>
                </a:lnTo>
                <a:lnTo>
                  <a:pt x="2497" y="200"/>
                </a:lnTo>
                <a:lnTo>
                  <a:pt x="2498" y="199"/>
                </a:lnTo>
                <a:lnTo>
                  <a:pt x="2498" y="198"/>
                </a:lnTo>
                <a:lnTo>
                  <a:pt x="2497" y="198"/>
                </a:lnTo>
                <a:lnTo>
                  <a:pt x="2497" y="197"/>
                </a:lnTo>
                <a:lnTo>
                  <a:pt x="2498" y="196"/>
                </a:lnTo>
                <a:lnTo>
                  <a:pt x="2499" y="195"/>
                </a:lnTo>
                <a:lnTo>
                  <a:pt x="2500" y="194"/>
                </a:lnTo>
                <a:lnTo>
                  <a:pt x="2501" y="194"/>
                </a:lnTo>
                <a:lnTo>
                  <a:pt x="2502" y="194"/>
                </a:lnTo>
                <a:lnTo>
                  <a:pt x="2503" y="193"/>
                </a:lnTo>
                <a:lnTo>
                  <a:pt x="2503" y="192"/>
                </a:lnTo>
                <a:lnTo>
                  <a:pt x="2502" y="191"/>
                </a:lnTo>
                <a:lnTo>
                  <a:pt x="2501" y="190"/>
                </a:lnTo>
                <a:lnTo>
                  <a:pt x="2501" y="189"/>
                </a:lnTo>
                <a:lnTo>
                  <a:pt x="2501" y="188"/>
                </a:lnTo>
                <a:lnTo>
                  <a:pt x="2501" y="187"/>
                </a:lnTo>
                <a:lnTo>
                  <a:pt x="2502" y="187"/>
                </a:lnTo>
                <a:lnTo>
                  <a:pt x="2503" y="187"/>
                </a:lnTo>
                <a:lnTo>
                  <a:pt x="2505" y="187"/>
                </a:lnTo>
                <a:lnTo>
                  <a:pt x="2506" y="187"/>
                </a:lnTo>
                <a:lnTo>
                  <a:pt x="2507" y="187"/>
                </a:lnTo>
                <a:lnTo>
                  <a:pt x="2507" y="186"/>
                </a:lnTo>
                <a:lnTo>
                  <a:pt x="2507" y="185"/>
                </a:lnTo>
                <a:lnTo>
                  <a:pt x="2508" y="185"/>
                </a:lnTo>
                <a:lnTo>
                  <a:pt x="2509" y="185"/>
                </a:lnTo>
                <a:lnTo>
                  <a:pt x="2511" y="184"/>
                </a:lnTo>
                <a:lnTo>
                  <a:pt x="2512" y="184"/>
                </a:lnTo>
                <a:lnTo>
                  <a:pt x="2512" y="185"/>
                </a:lnTo>
                <a:lnTo>
                  <a:pt x="2513" y="184"/>
                </a:lnTo>
                <a:lnTo>
                  <a:pt x="2514" y="183"/>
                </a:lnTo>
                <a:lnTo>
                  <a:pt x="2514" y="182"/>
                </a:lnTo>
                <a:lnTo>
                  <a:pt x="2515" y="182"/>
                </a:lnTo>
                <a:lnTo>
                  <a:pt x="2515" y="181"/>
                </a:lnTo>
                <a:lnTo>
                  <a:pt x="2514" y="181"/>
                </a:lnTo>
                <a:lnTo>
                  <a:pt x="2514" y="179"/>
                </a:lnTo>
                <a:lnTo>
                  <a:pt x="2514" y="177"/>
                </a:lnTo>
                <a:lnTo>
                  <a:pt x="2514" y="176"/>
                </a:lnTo>
                <a:lnTo>
                  <a:pt x="2514" y="175"/>
                </a:lnTo>
                <a:lnTo>
                  <a:pt x="2515" y="173"/>
                </a:lnTo>
                <a:lnTo>
                  <a:pt x="2516" y="173"/>
                </a:lnTo>
                <a:lnTo>
                  <a:pt x="2517" y="172"/>
                </a:lnTo>
                <a:lnTo>
                  <a:pt x="2517" y="171"/>
                </a:lnTo>
                <a:lnTo>
                  <a:pt x="2518" y="171"/>
                </a:lnTo>
                <a:lnTo>
                  <a:pt x="2519" y="171"/>
                </a:lnTo>
                <a:lnTo>
                  <a:pt x="2520" y="171"/>
                </a:lnTo>
                <a:lnTo>
                  <a:pt x="2520" y="172"/>
                </a:lnTo>
                <a:lnTo>
                  <a:pt x="2520" y="174"/>
                </a:lnTo>
                <a:lnTo>
                  <a:pt x="2521" y="174"/>
                </a:lnTo>
                <a:lnTo>
                  <a:pt x="2522" y="173"/>
                </a:lnTo>
                <a:lnTo>
                  <a:pt x="2523" y="173"/>
                </a:lnTo>
                <a:lnTo>
                  <a:pt x="2524" y="173"/>
                </a:lnTo>
                <a:lnTo>
                  <a:pt x="2525" y="174"/>
                </a:lnTo>
                <a:lnTo>
                  <a:pt x="2526" y="174"/>
                </a:lnTo>
                <a:lnTo>
                  <a:pt x="2527" y="174"/>
                </a:lnTo>
                <a:lnTo>
                  <a:pt x="2528" y="174"/>
                </a:lnTo>
                <a:lnTo>
                  <a:pt x="2528" y="173"/>
                </a:lnTo>
                <a:lnTo>
                  <a:pt x="2529" y="173"/>
                </a:lnTo>
                <a:lnTo>
                  <a:pt x="2530" y="174"/>
                </a:lnTo>
                <a:lnTo>
                  <a:pt x="2531" y="174"/>
                </a:lnTo>
                <a:lnTo>
                  <a:pt x="2532" y="174"/>
                </a:lnTo>
                <a:lnTo>
                  <a:pt x="2532" y="173"/>
                </a:lnTo>
                <a:lnTo>
                  <a:pt x="2533" y="173"/>
                </a:lnTo>
                <a:lnTo>
                  <a:pt x="2534" y="174"/>
                </a:lnTo>
                <a:lnTo>
                  <a:pt x="2535" y="174"/>
                </a:lnTo>
                <a:lnTo>
                  <a:pt x="2535" y="175"/>
                </a:lnTo>
                <a:lnTo>
                  <a:pt x="2535" y="176"/>
                </a:lnTo>
                <a:lnTo>
                  <a:pt x="2536" y="176"/>
                </a:lnTo>
                <a:lnTo>
                  <a:pt x="2537" y="176"/>
                </a:lnTo>
                <a:lnTo>
                  <a:pt x="2537" y="175"/>
                </a:lnTo>
                <a:lnTo>
                  <a:pt x="2538" y="175"/>
                </a:lnTo>
                <a:lnTo>
                  <a:pt x="2540" y="175"/>
                </a:lnTo>
                <a:lnTo>
                  <a:pt x="2541" y="175"/>
                </a:lnTo>
                <a:lnTo>
                  <a:pt x="2541" y="176"/>
                </a:lnTo>
                <a:lnTo>
                  <a:pt x="2542" y="176"/>
                </a:lnTo>
                <a:lnTo>
                  <a:pt x="2542" y="177"/>
                </a:lnTo>
                <a:lnTo>
                  <a:pt x="2542" y="178"/>
                </a:lnTo>
                <a:lnTo>
                  <a:pt x="2542" y="179"/>
                </a:lnTo>
                <a:lnTo>
                  <a:pt x="2543" y="179"/>
                </a:lnTo>
                <a:lnTo>
                  <a:pt x="2544" y="180"/>
                </a:lnTo>
                <a:lnTo>
                  <a:pt x="2545" y="181"/>
                </a:lnTo>
                <a:lnTo>
                  <a:pt x="2546" y="181"/>
                </a:lnTo>
                <a:lnTo>
                  <a:pt x="2547" y="182"/>
                </a:lnTo>
                <a:lnTo>
                  <a:pt x="2548" y="182"/>
                </a:lnTo>
                <a:lnTo>
                  <a:pt x="2549" y="183"/>
                </a:lnTo>
                <a:lnTo>
                  <a:pt x="2549" y="184"/>
                </a:lnTo>
                <a:lnTo>
                  <a:pt x="2550" y="184"/>
                </a:lnTo>
                <a:lnTo>
                  <a:pt x="2551" y="184"/>
                </a:lnTo>
                <a:lnTo>
                  <a:pt x="2551" y="185"/>
                </a:lnTo>
                <a:lnTo>
                  <a:pt x="2552" y="186"/>
                </a:lnTo>
                <a:lnTo>
                  <a:pt x="2553" y="186"/>
                </a:lnTo>
                <a:lnTo>
                  <a:pt x="2553" y="187"/>
                </a:lnTo>
                <a:lnTo>
                  <a:pt x="2554" y="187"/>
                </a:lnTo>
                <a:lnTo>
                  <a:pt x="2555" y="188"/>
                </a:lnTo>
                <a:lnTo>
                  <a:pt x="2556" y="189"/>
                </a:lnTo>
                <a:lnTo>
                  <a:pt x="2557" y="190"/>
                </a:lnTo>
                <a:lnTo>
                  <a:pt x="2557" y="191"/>
                </a:lnTo>
                <a:lnTo>
                  <a:pt x="2558" y="191"/>
                </a:lnTo>
                <a:lnTo>
                  <a:pt x="2559" y="192"/>
                </a:lnTo>
                <a:lnTo>
                  <a:pt x="2560" y="192"/>
                </a:lnTo>
                <a:lnTo>
                  <a:pt x="2560" y="193"/>
                </a:lnTo>
                <a:lnTo>
                  <a:pt x="2559" y="194"/>
                </a:lnTo>
                <a:lnTo>
                  <a:pt x="2560" y="194"/>
                </a:lnTo>
                <a:lnTo>
                  <a:pt x="2560" y="195"/>
                </a:lnTo>
                <a:lnTo>
                  <a:pt x="2561" y="195"/>
                </a:lnTo>
                <a:lnTo>
                  <a:pt x="2561" y="196"/>
                </a:lnTo>
                <a:lnTo>
                  <a:pt x="2562" y="196"/>
                </a:lnTo>
                <a:lnTo>
                  <a:pt x="2563" y="197"/>
                </a:lnTo>
                <a:lnTo>
                  <a:pt x="2563" y="198"/>
                </a:lnTo>
                <a:lnTo>
                  <a:pt x="2564" y="198"/>
                </a:lnTo>
                <a:lnTo>
                  <a:pt x="2564" y="199"/>
                </a:lnTo>
                <a:lnTo>
                  <a:pt x="2564" y="200"/>
                </a:lnTo>
                <a:lnTo>
                  <a:pt x="2565" y="200"/>
                </a:lnTo>
                <a:lnTo>
                  <a:pt x="2566" y="200"/>
                </a:lnTo>
                <a:lnTo>
                  <a:pt x="2566" y="201"/>
                </a:lnTo>
                <a:lnTo>
                  <a:pt x="2566" y="202"/>
                </a:lnTo>
                <a:lnTo>
                  <a:pt x="2567" y="202"/>
                </a:lnTo>
                <a:lnTo>
                  <a:pt x="2568" y="203"/>
                </a:lnTo>
                <a:lnTo>
                  <a:pt x="2568" y="204"/>
                </a:lnTo>
                <a:lnTo>
                  <a:pt x="2569" y="204"/>
                </a:lnTo>
                <a:lnTo>
                  <a:pt x="2570" y="204"/>
                </a:lnTo>
                <a:lnTo>
                  <a:pt x="2571" y="204"/>
                </a:lnTo>
                <a:lnTo>
                  <a:pt x="2571" y="205"/>
                </a:lnTo>
                <a:lnTo>
                  <a:pt x="2571" y="206"/>
                </a:lnTo>
                <a:lnTo>
                  <a:pt x="2572" y="207"/>
                </a:lnTo>
                <a:lnTo>
                  <a:pt x="2572" y="208"/>
                </a:lnTo>
                <a:lnTo>
                  <a:pt x="2573" y="208"/>
                </a:lnTo>
                <a:lnTo>
                  <a:pt x="2574" y="209"/>
                </a:lnTo>
                <a:lnTo>
                  <a:pt x="2575" y="211"/>
                </a:lnTo>
                <a:lnTo>
                  <a:pt x="2576" y="212"/>
                </a:lnTo>
                <a:lnTo>
                  <a:pt x="2577" y="212"/>
                </a:lnTo>
                <a:lnTo>
                  <a:pt x="2577" y="213"/>
                </a:lnTo>
                <a:lnTo>
                  <a:pt x="2577" y="214"/>
                </a:lnTo>
                <a:lnTo>
                  <a:pt x="2576" y="214"/>
                </a:lnTo>
                <a:lnTo>
                  <a:pt x="2576" y="215"/>
                </a:lnTo>
                <a:lnTo>
                  <a:pt x="2578" y="215"/>
                </a:lnTo>
                <a:lnTo>
                  <a:pt x="2579" y="215"/>
                </a:lnTo>
                <a:lnTo>
                  <a:pt x="2580" y="216"/>
                </a:lnTo>
                <a:lnTo>
                  <a:pt x="2581" y="216"/>
                </a:lnTo>
                <a:lnTo>
                  <a:pt x="2582" y="215"/>
                </a:lnTo>
                <a:lnTo>
                  <a:pt x="2584" y="216"/>
                </a:lnTo>
                <a:lnTo>
                  <a:pt x="2584" y="217"/>
                </a:lnTo>
                <a:lnTo>
                  <a:pt x="2585" y="217"/>
                </a:lnTo>
                <a:lnTo>
                  <a:pt x="2585" y="218"/>
                </a:lnTo>
                <a:lnTo>
                  <a:pt x="2585" y="219"/>
                </a:lnTo>
                <a:lnTo>
                  <a:pt x="2586" y="219"/>
                </a:lnTo>
                <a:lnTo>
                  <a:pt x="2586" y="220"/>
                </a:lnTo>
                <a:lnTo>
                  <a:pt x="2586" y="221"/>
                </a:lnTo>
                <a:lnTo>
                  <a:pt x="2587" y="222"/>
                </a:lnTo>
                <a:lnTo>
                  <a:pt x="2586" y="223"/>
                </a:lnTo>
                <a:lnTo>
                  <a:pt x="2586" y="224"/>
                </a:lnTo>
                <a:lnTo>
                  <a:pt x="2587" y="224"/>
                </a:lnTo>
                <a:lnTo>
                  <a:pt x="2588" y="224"/>
                </a:lnTo>
                <a:lnTo>
                  <a:pt x="2588" y="225"/>
                </a:lnTo>
                <a:lnTo>
                  <a:pt x="2590" y="224"/>
                </a:lnTo>
                <a:lnTo>
                  <a:pt x="2591" y="225"/>
                </a:lnTo>
                <a:lnTo>
                  <a:pt x="2592" y="225"/>
                </a:lnTo>
                <a:lnTo>
                  <a:pt x="2591" y="226"/>
                </a:lnTo>
                <a:lnTo>
                  <a:pt x="2592" y="226"/>
                </a:lnTo>
                <a:lnTo>
                  <a:pt x="2592" y="227"/>
                </a:lnTo>
                <a:lnTo>
                  <a:pt x="2593" y="227"/>
                </a:lnTo>
                <a:lnTo>
                  <a:pt x="2594" y="227"/>
                </a:lnTo>
                <a:lnTo>
                  <a:pt x="2595" y="227"/>
                </a:lnTo>
                <a:lnTo>
                  <a:pt x="2595" y="226"/>
                </a:lnTo>
                <a:lnTo>
                  <a:pt x="2596" y="226"/>
                </a:lnTo>
                <a:lnTo>
                  <a:pt x="2597" y="226"/>
                </a:lnTo>
                <a:lnTo>
                  <a:pt x="2597" y="227"/>
                </a:lnTo>
                <a:lnTo>
                  <a:pt x="2597" y="226"/>
                </a:lnTo>
                <a:lnTo>
                  <a:pt x="2598" y="226"/>
                </a:lnTo>
                <a:lnTo>
                  <a:pt x="2598" y="227"/>
                </a:lnTo>
                <a:lnTo>
                  <a:pt x="2597" y="227"/>
                </a:lnTo>
                <a:lnTo>
                  <a:pt x="2597" y="228"/>
                </a:lnTo>
                <a:lnTo>
                  <a:pt x="2597" y="229"/>
                </a:lnTo>
                <a:lnTo>
                  <a:pt x="2597" y="228"/>
                </a:lnTo>
                <a:lnTo>
                  <a:pt x="2597" y="229"/>
                </a:lnTo>
                <a:lnTo>
                  <a:pt x="2596" y="229"/>
                </a:lnTo>
                <a:lnTo>
                  <a:pt x="2597" y="229"/>
                </a:lnTo>
                <a:lnTo>
                  <a:pt x="2597" y="230"/>
                </a:lnTo>
                <a:lnTo>
                  <a:pt x="2597" y="229"/>
                </a:lnTo>
                <a:lnTo>
                  <a:pt x="2597" y="230"/>
                </a:lnTo>
                <a:lnTo>
                  <a:pt x="2596" y="230"/>
                </a:lnTo>
                <a:lnTo>
                  <a:pt x="2597" y="230"/>
                </a:lnTo>
                <a:lnTo>
                  <a:pt x="2598" y="231"/>
                </a:lnTo>
                <a:lnTo>
                  <a:pt x="2599" y="231"/>
                </a:lnTo>
                <a:lnTo>
                  <a:pt x="2600" y="231"/>
                </a:lnTo>
                <a:lnTo>
                  <a:pt x="2600" y="232"/>
                </a:lnTo>
                <a:lnTo>
                  <a:pt x="2599" y="232"/>
                </a:lnTo>
                <a:lnTo>
                  <a:pt x="2599" y="233"/>
                </a:lnTo>
                <a:lnTo>
                  <a:pt x="2600" y="233"/>
                </a:lnTo>
                <a:lnTo>
                  <a:pt x="2601" y="233"/>
                </a:lnTo>
                <a:lnTo>
                  <a:pt x="2601" y="234"/>
                </a:lnTo>
                <a:lnTo>
                  <a:pt x="2602" y="234"/>
                </a:lnTo>
                <a:lnTo>
                  <a:pt x="2603" y="234"/>
                </a:lnTo>
                <a:lnTo>
                  <a:pt x="2604" y="234"/>
                </a:lnTo>
                <a:lnTo>
                  <a:pt x="2604" y="235"/>
                </a:lnTo>
                <a:lnTo>
                  <a:pt x="2603" y="235"/>
                </a:lnTo>
                <a:lnTo>
                  <a:pt x="2602" y="235"/>
                </a:lnTo>
                <a:lnTo>
                  <a:pt x="2603" y="235"/>
                </a:lnTo>
                <a:lnTo>
                  <a:pt x="2603" y="236"/>
                </a:lnTo>
                <a:lnTo>
                  <a:pt x="2602" y="237"/>
                </a:lnTo>
                <a:lnTo>
                  <a:pt x="2601" y="237"/>
                </a:lnTo>
                <a:lnTo>
                  <a:pt x="2601" y="238"/>
                </a:lnTo>
                <a:lnTo>
                  <a:pt x="2602" y="238"/>
                </a:lnTo>
                <a:lnTo>
                  <a:pt x="2602" y="239"/>
                </a:lnTo>
                <a:lnTo>
                  <a:pt x="2602" y="240"/>
                </a:lnTo>
                <a:lnTo>
                  <a:pt x="2603" y="240"/>
                </a:lnTo>
                <a:lnTo>
                  <a:pt x="2602" y="240"/>
                </a:lnTo>
                <a:lnTo>
                  <a:pt x="2603" y="241"/>
                </a:lnTo>
                <a:lnTo>
                  <a:pt x="2604" y="241"/>
                </a:lnTo>
                <a:lnTo>
                  <a:pt x="2604" y="240"/>
                </a:lnTo>
                <a:lnTo>
                  <a:pt x="2605" y="240"/>
                </a:lnTo>
                <a:lnTo>
                  <a:pt x="2605" y="241"/>
                </a:lnTo>
                <a:lnTo>
                  <a:pt x="2604" y="242"/>
                </a:lnTo>
                <a:lnTo>
                  <a:pt x="2603" y="243"/>
                </a:lnTo>
                <a:lnTo>
                  <a:pt x="2602" y="244"/>
                </a:lnTo>
                <a:lnTo>
                  <a:pt x="2602" y="245"/>
                </a:lnTo>
                <a:lnTo>
                  <a:pt x="2602" y="246"/>
                </a:lnTo>
                <a:lnTo>
                  <a:pt x="2601" y="246"/>
                </a:lnTo>
                <a:lnTo>
                  <a:pt x="2602" y="246"/>
                </a:lnTo>
                <a:lnTo>
                  <a:pt x="2602" y="245"/>
                </a:lnTo>
                <a:lnTo>
                  <a:pt x="2601" y="245"/>
                </a:lnTo>
                <a:lnTo>
                  <a:pt x="2600" y="246"/>
                </a:lnTo>
                <a:lnTo>
                  <a:pt x="2600" y="247"/>
                </a:lnTo>
                <a:lnTo>
                  <a:pt x="2600" y="248"/>
                </a:lnTo>
                <a:lnTo>
                  <a:pt x="2601" y="248"/>
                </a:lnTo>
                <a:lnTo>
                  <a:pt x="2601" y="249"/>
                </a:lnTo>
                <a:lnTo>
                  <a:pt x="2600" y="249"/>
                </a:lnTo>
                <a:lnTo>
                  <a:pt x="2600" y="248"/>
                </a:lnTo>
                <a:lnTo>
                  <a:pt x="2599" y="248"/>
                </a:lnTo>
                <a:lnTo>
                  <a:pt x="2598" y="248"/>
                </a:lnTo>
                <a:lnTo>
                  <a:pt x="2598" y="249"/>
                </a:lnTo>
                <a:lnTo>
                  <a:pt x="2599" y="249"/>
                </a:lnTo>
                <a:lnTo>
                  <a:pt x="2598" y="249"/>
                </a:lnTo>
                <a:lnTo>
                  <a:pt x="2598" y="250"/>
                </a:lnTo>
                <a:lnTo>
                  <a:pt x="2598" y="251"/>
                </a:lnTo>
                <a:lnTo>
                  <a:pt x="2598" y="252"/>
                </a:lnTo>
                <a:lnTo>
                  <a:pt x="2597" y="252"/>
                </a:lnTo>
                <a:lnTo>
                  <a:pt x="2596" y="252"/>
                </a:lnTo>
                <a:lnTo>
                  <a:pt x="2596" y="251"/>
                </a:lnTo>
                <a:lnTo>
                  <a:pt x="2596" y="250"/>
                </a:lnTo>
                <a:lnTo>
                  <a:pt x="2596" y="249"/>
                </a:lnTo>
                <a:lnTo>
                  <a:pt x="2595" y="249"/>
                </a:lnTo>
                <a:lnTo>
                  <a:pt x="2594" y="249"/>
                </a:lnTo>
                <a:lnTo>
                  <a:pt x="2594" y="250"/>
                </a:lnTo>
                <a:lnTo>
                  <a:pt x="2594" y="251"/>
                </a:lnTo>
                <a:lnTo>
                  <a:pt x="2593" y="251"/>
                </a:lnTo>
                <a:lnTo>
                  <a:pt x="2593" y="252"/>
                </a:lnTo>
                <a:lnTo>
                  <a:pt x="2594" y="252"/>
                </a:lnTo>
                <a:lnTo>
                  <a:pt x="2594" y="253"/>
                </a:lnTo>
                <a:lnTo>
                  <a:pt x="2593" y="253"/>
                </a:lnTo>
                <a:lnTo>
                  <a:pt x="2592" y="253"/>
                </a:lnTo>
                <a:lnTo>
                  <a:pt x="2592" y="254"/>
                </a:lnTo>
                <a:lnTo>
                  <a:pt x="2591" y="253"/>
                </a:lnTo>
                <a:lnTo>
                  <a:pt x="2590" y="253"/>
                </a:lnTo>
                <a:lnTo>
                  <a:pt x="2589" y="253"/>
                </a:lnTo>
                <a:lnTo>
                  <a:pt x="2590" y="253"/>
                </a:lnTo>
                <a:lnTo>
                  <a:pt x="2591" y="254"/>
                </a:lnTo>
                <a:lnTo>
                  <a:pt x="2591" y="255"/>
                </a:lnTo>
                <a:lnTo>
                  <a:pt x="2591" y="256"/>
                </a:lnTo>
                <a:lnTo>
                  <a:pt x="2590" y="256"/>
                </a:lnTo>
                <a:lnTo>
                  <a:pt x="2589" y="257"/>
                </a:lnTo>
                <a:lnTo>
                  <a:pt x="2588" y="257"/>
                </a:lnTo>
                <a:lnTo>
                  <a:pt x="2587" y="257"/>
                </a:lnTo>
                <a:lnTo>
                  <a:pt x="2587" y="258"/>
                </a:lnTo>
                <a:lnTo>
                  <a:pt x="2588" y="258"/>
                </a:lnTo>
                <a:lnTo>
                  <a:pt x="2588" y="259"/>
                </a:lnTo>
                <a:lnTo>
                  <a:pt x="2587" y="259"/>
                </a:lnTo>
                <a:lnTo>
                  <a:pt x="2586" y="259"/>
                </a:lnTo>
                <a:lnTo>
                  <a:pt x="2586" y="260"/>
                </a:lnTo>
                <a:lnTo>
                  <a:pt x="2585" y="260"/>
                </a:lnTo>
                <a:lnTo>
                  <a:pt x="2584" y="260"/>
                </a:lnTo>
                <a:lnTo>
                  <a:pt x="2584" y="259"/>
                </a:lnTo>
                <a:lnTo>
                  <a:pt x="2584" y="260"/>
                </a:lnTo>
                <a:lnTo>
                  <a:pt x="2583" y="260"/>
                </a:lnTo>
                <a:lnTo>
                  <a:pt x="2583" y="261"/>
                </a:lnTo>
                <a:lnTo>
                  <a:pt x="2584" y="261"/>
                </a:lnTo>
                <a:lnTo>
                  <a:pt x="2584" y="262"/>
                </a:lnTo>
                <a:lnTo>
                  <a:pt x="2584" y="263"/>
                </a:lnTo>
                <a:lnTo>
                  <a:pt x="2583" y="263"/>
                </a:lnTo>
                <a:lnTo>
                  <a:pt x="2582" y="263"/>
                </a:lnTo>
                <a:lnTo>
                  <a:pt x="2582" y="262"/>
                </a:lnTo>
                <a:lnTo>
                  <a:pt x="2581" y="262"/>
                </a:lnTo>
                <a:lnTo>
                  <a:pt x="2580" y="262"/>
                </a:lnTo>
                <a:lnTo>
                  <a:pt x="2579" y="262"/>
                </a:lnTo>
                <a:lnTo>
                  <a:pt x="2578" y="262"/>
                </a:lnTo>
                <a:lnTo>
                  <a:pt x="2578" y="263"/>
                </a:lnTo>
                <a:lnTo>
                  <a:pt x="2577" y="263"/>
                </a:lnTo>
                <a:lnTo>
                  <a:pt x="2577" y="264"/>
                </a:lnTo>
                <a:lnTo>
                  <a:pt x="2576" y="264"/>
                </a:lnTo>
                <a:lnTo>
                  <a:pt x="2577" y="265"/>
                </a:lnTo>
                <a:lnTo>
                  <a:pt x="2578" y="264"/>
                </a:lnTo>
                <a:lnTo>
                  <a:pt x="2579" y="265"/>
                </a:lnTo>
                <a:lnTo>
                  <a:pt x="2580" y="265"/>
                </a:lnTo>
                <a:lnTo>
                  <a:pt x="2580" y="266"/>
                </a:lnTo>
                <a:lnTo>
                  <a:pt x="2579" y="266"/>
                </a:lnTo>
                <a:lnTo>
                  <a:pt x="2578" y="266"/>
                </a:lnTo>
                <a:lnTo>
                  <a:pt x="2578" y="267"/>
                </a:lnTo>
                <a:lnTo>
                  <a:pt x="2579" y="267"/>
                </a:lnTo>
                <a:lnTo>
                  <a:pt x="2580" y="267"/>
                </a:lnTo>
                <a:lnTo>
                  <a:pt x="2580" y="268"/>
                </a:lnTo>
                <a:lnTo>
                  <a:pt x="2581" y="268"/>
                </a:lnTo>
                <a:lnTo>
                  <a:pt x="2582" y="268"/>
                </a:lnTo>
                <a:lnTo>
                  <a:pt x="2582" y="269"/>
                </a:lnTo>
                <a:lnTo>
                  <a:pt x="2582" y="270"/>
                </a:lnTo>
                <a:lnTo>
                  <a:pt x="2582" y="271"/>
                </a:lnTo>
                <a:lnTo>
                  <a:pt x="2581" y="271"/>
                </a:lnTo>
                <a:lnTo>
                  <a:pt x="2580" y="271"/>
                </a:lnTo>
                <a:lnTo>
                  <a:pt x="2579" y="271"/>
                </a:lnTo>
                <a:lnTo>
                  <a:pt x="2579" y="272"/>
                </a:lnTo>
                <a:lnTo>
                  <a:pt x="2580" y="273"/>
                </a:lnTo>
                <a:lnTo>
                  <a:pt x="2581" y="273"/>
                </a:lnTo>
                <a:lnTo>
                  <a:pt x="2581" y="274"/>
                </a:lnTo>
                <a:lnTo>
                  <a:pt x="2580" y="274"/>
                </a:lnTo>
                <a:lnTo>
                  <a:pt x="2579" y="275"/>
                </a:lnTo>
                <a:lnTo>
                  <a:pt x="2580" y="275"/>
                </a:lnTo>
                <a:lnTo>
                  <a:pt x="2580" y="276"/>
                </a:lnTo>
                <a:lnTo>
                  <a:pt x="2581" y="276"/>
                </a:lnTo>
                <a:lnTo>
                  <a:pt x="2581" y="277"/>
                </a:lnTo>
                <a:lnTo>
                  <a:pt x="2581" y="278"/>
                </a:lnTo>
                <a:lnTo>
                  <a:pt x="2581" y="279"/>
                </a:lnTo>
                <a:lnTo>
                  <a:pt x="2581" y="280"/>
                </a:lnTo>
                <a:lnTo>
                  <a:pt x="2582" y="280"/>
                </a:lnTo>
                <a:lnTo>
                  <a:pt x="2582" y="281"/>
                </a:lnTo>
                <a:lnTo>
                  <a:pt x="2582" y="282"/>
                </a:lnTo>
                <a:lnTo>
                  <a:pt x="2583" y="283"/>
                </a:lnTo>
                <a:lnTo>
                  <a:pt x="2582" y="284"/>
                </a:lnTo>
                <a:lnTo>
                  <a:pt x="2582" y="285"/>
                </a:lnTo>
                <a:lnTo>
                  <a:pt x="2581" y="285"/>
                </a:lnTo>
                <a:lnTo>
                  <a:pt x="2580" y="285"/>
                </a:lnTo>
                <a:lnTo>
                  <a:pt x="2580" y="286"/>
                </a:lnTo>
                <a:lnTo>
                  <a:pt x="2579" y="286"/>
                </a:lnTo>
                <a:lnTo>
                  <a:pt x="2579" y="287"/>
                </a:lnTo>
                <a:lnTo>
                  <a:pt x="2578" y="286"/>
                </a:lnTo>
                <a:lnTo>
                  <a:pt x="2577" y="286"/>
                </a:lnTo>
                <a:lnTo>
                  <a:pt x="2577" y="287"/>
                </a:lnTo>
                <a:lnTo>
                  <a:pt x="2578" y="287"/>
                </a:lnTo>
                <a:lnTo>
                  <a:pt x="2578" y="288"/>
                </a:lnTo>
                <a:lnTo>
                  <a:pt x="2577" y="288"/>
                </a:lnTo>
                <a:lnTo>
                  <a:pt x="2577" y="289"/>
                </a:lnTo>
                <a:lnTo>
                  <a:pt x="2576" y="289"/>
                </a:lnTo>
                <a:lnTo>
                  <a:pt x="2575" y="289"/>
                </a:lnTo>
                <a:lnTo>
                  <a:pt x="2575" y="288"/>
                </a:lnTo>
                <a:lnTo>
                  <a:pt x="2576" y="288"/>
                </a:lnTo>
                <a:lnTo>
                  <a:pt x="2575" y="287"/>
                </a:lnTo>
                <a:lnTo>
                  <a:pt x="2574" y="287"/>
                </a:lnTo>
                <a:lnTo>
                  <a:pt x="2573" y="288"/>
                </a:lnTo>
                <a:lnTo>
                  <a:pt x="2573" y="289"/>
                </a:lnTo>
                <a:lnTo>
                  <a:pt x="2572" y="289"/>
                </a:lnTo>
                <a:lnTo>
                  <a:pt x="2572" y="290"/>
                </a:lnTo>
                <a:lnTo>
                  <a:pt x="2571" y="290"/>
                </a:lnTo>
                <a:lnTo>
                  <a:pt x="2570" y="290"/>
                </a:lnTo>
                <a:lnTo>
                  <a:pt x="2570" y="291"/>
                </a:lnTo>
                <a:lnTo>
                  <a:pt x="2571" y="291"/>
                </a:lnTo>
                <a:lnTo>
                  <a:pt x="2571" y="292"/>
                </a:lnTo>
                <a:lnTo>
                  <a:pt x="2570" y="292"/>
                </a:lnTo>
                <a:lnTo>
                  <a:pt x="2570" y="291"/>
                </a:lnTo>
                <a:lnTo>
                  <a:pt x="2570" y="292"/>
                </a:lnTo>
                <a:lnTo>
                  <a:pt x="2569" y="292"/>
                </a:lnTo>
                <a:lnTo>
                  <a:pt x="2568" y="292"/>
                </a:lnTo>
                <a:lnTo>
                  <a:pt x="2567" y="292"/>
                </a:lnTo>
                <a:lnTo>
                  <a:pt x="2567" y="293"/>
                </a:lnTo>
                <a:lnTo>
                  <a:pt x="2567" y="294"/>
                </a:lnTo>
                <a:lnTo>
                  <a:pt x="2566" y="294"/>
                </a:lnTo>
                <a:lnTo>
                  <a:pt x="2566" y="295"/>
                </a:lnTo>
                <a:lnTo>
                  <a:pt x="2565" y="295"/>
                </a:lnTo>
                <a:lnTo>
                  <a:pt x="2564" y="295"/>
                </a:lnTo>
                <a:lnTo>
                  <a:pt x="2563" y="295"/>
                </a:lnTo>
                <a:lnTo>
                  <a:pt x="2562" y="294"/>
                </a:lnTo>
                <a:lnTo>
                  <a:pt x="2561" y="294"/>
                </a:lnTo>
                <a:lnTo>
                  <a:pt x="2561" y="295"/>
                </a:lnTo>
                <a:lnTo>
                  <a:pt x="2560" y="295"/>
                </a:lnTo>
                <a:lnTo>
                  <a:pt x="2560" y="296"/>
                </a:lnTo>
                <a:lnTo>
                  <a:pt x="2561" y="295"/>
                </a:lnTo>
                <a:lnTo>
                  <a:pt x="2561" y="296"/>
                </a:lnTo>
                <a:lnTo>
                  <a:pt x="2560" y="296"/>
                </a:lnTo>
                <a:lnTo>
                  <a:pt x="2559" y="296"/>
                </a:lnTo>
                <a:lnTo>
                  <a:pt x="2559" y="297"/>
                </a:lnTo>
                <a:lnTo>
                  <a:pt x="2559" y="298"/>
                </a:lnTo>
                <a:lnTo>
                  <a:pt x="2560" y="298"/>
                </a:lnTo>
                <a:lnTo>
                  <a:pt x="2560" y="299"/>
                </a:lnTo>
                <a:lnTo>
                  <a:pt x="2561" y="299"/>
                </a:lnTo>
                <a:lnTo>
                  <a:pt x="2560" y="300"/>
                </a:lnTo>
                <a:lnTo>
                  <a:pt x="2559" y="300"/>
                </a:lnTo>
                <a:lnTo>
                  <a:pt x="2559" y="299"/>
                </a:lnTo>
                <a:lnTo>
                  <a:pt x="2557" y="298"/>
                </a:lnTo>
                <a:lnTo>
                  <a:pt x="2556" y="298"/>
                </a:lnTo>
                <a:lnTo>
                  <a:pt x="2555" y="298"/>
                </a:lnTo>
                <a:lnTo>
                  <a:pt x="2556" y="298"/>
                </a:lnTo>
                <a:lnTo>
                  <a:pt x="2555" y="298"/>
                </a:lnTo>
                <a:lnTo>
                  <a:pt x="2555" y="299"/>
                </a:lnTo>
                <a:lnTo>
                  <a:pt x="2554" y="299"/>
                </a:lnTo>
                <a:lnTo>
                  <a:pt x="2555" y="299"/>
                </a:lnTo>
                <a:lnTo>
                  <a:pt x="2555" y="300"/>
                </a:lnTo>
                <a:lnTo>
                  <a:pt x="2556" y="300"/>
                </a:lnTo>
                <a:lnTo>
                  <a:pt x="2556" y="301"/>
                </a:lnTo>
                <a:lnTo>
                  <a:pt x="2556" y="302"/>
                </a:lnTo>
                <a:lnTo>
                  <a:pt x="2555" y="302"/>
                </a:lnTo>
                <a:lnTo>
                  <a:pt x="2555" y="303"/>
                </a:lnTo>
                <a:lnTo>
                  <a:pt x="2556" y="303"/>
                </a:lnTo>
                <a:lnTo>
                  <a:pt x="2556" y="304"/>
                </a:lnTo>
                <a:lnTo>
                  <a:pt x="2556" y="303"/>
                </a:lnTo>
                <a:lnTo>
                  <a:pt x="2557" y="304"/>
                </a:lnTo>
                <a:lnTo>
                  <a:pt x="2557" y="305"/>
                </a:lnTo>
                <a:lnTo>
                  <a:pt x="2556" y="305"/>
                </a:lnTo>
                <a:lnTo>
                  <a:pt x="2555" y="305"/>
                </a:lnTo>
                <a:lnTo>
                  <a:pt x="2555" y="306"/>
                </a:lnTo>
                <a:lnTo>
                  <a:pt x="2555" y="307"/>
                </a:lnTo>
                <a:lnTo>
                  <a:pt x="2556" y="307"/>
                </a:lnTo>
                <a:lnTo>
                  <a:pt x="2555" y="307"/>
                </a:lnTo>
                <a:lnTo>
                  <a:pt x="2555" y="308"/>
                </a:lnTo>
                <a:lnTo>
                  <a:pt x="2554" y="308"/>
                </a:lnTo>
                <a:lnTo>
                  <a:pt x="2554" y="307"/>
                </a:lnTo>
                <a:lnTo>
                  <a:pt x="2554" y="308"/>
                </a:lnTo>
                <a:lnTo>
                  <a:pt x="2553" y="308"/>
                </a:lnTo>
                <a:lnTo>
                  <a:pt x="2554" y="308"/>
                </a:lnTo>
                <a:lnTo>
                  <a:pt x="2555" y="308"/>
                </a:lnTo>
                <a:lnTo>
                  <a:pt x="2555" y="309"/>
                </a:lnTo>
                <a:lnTo>
                  <a:pt x="2554" y="309"/>
                </a:lnTo>
                <a:lnTo>
                  <a:pt x="2553" y="309"/>
                </a:lnTo>
                <a:lnTo>
                  <a:pt x="2552" y="309"/>
                </a:lnTo>
                <a:lnTo>
                  <a:pt x="2552" y="310"/>
                </a:lnTo>
                <a:lnTo>
                  <a:pt x="2551" y="310"/>
                </a:lnTo>
                <a:lnTo>
                  <a:pt x="2551" y="311"/>
                </a:lnTo>
                <a:lnTo>
                  <a:pt x="2551" y="310"/>
                </a:lnTo>
                <a:lnTo>
                  <a:pt x="2550" y="310"/>
                </a:lnTo>
                <a:lnTo>
                  <a:pt x="2550" y="312"/>
                </a:lnTo>
                <a:lnTo>
                  <a:pt x="2550" y="313"/>
                </a:lnTo>
                <a:lnTo>
                  <a:pt x="2550" y="314"/>
                </a:lnTo>
                <a:lnTo>
                  <a:pt x="2549" y="314"/>
                </a:lnTo>
                <a:lnTo>
                  <a:pt x="2549" y="313"/>
                </a:lnTo>
                <a:lnTo>
                  <a:pt x="2549" y="314"/>
                </a:lnTo>
                <a:lnTo>
                  <a:pt x="2548" y="314"/>
                </a:lnTo>
                <a:lnTo>
                  <a:pt x="2548" y="315"/>
                </a:lnTo>
                <a:lnTo>
                  <a:pt x="2549" y="315"/>
                </a:lnTo>
                <a:lnTo>
                  <a:pt x="2549" y="316"/>
                </a:lnTo>
                <a:lnTo>
                  <a:pt x="2548" y="316"/>
                </a:lnTo>
                <a:lnTo>
                  <a:pt x="2549" y="317"/>
                </a:lnTo>
                <a:lnTo>
                  <a:pt x="2550" y="317"/>
                </a:lnTo>
                <a:lnTo>
                  <a:pt x="2550" y="318"/>
                </a:lnTo>
                <a:lnTo>
                  <a:pt x="2549" y="318"/>
                </a:lnTo>
                <a:lnTo>
                  <a:pt x="2549" y="317"/>
                </a:lnTo>
                <a:lnTo>
                  <a:pt x="2548" y="317"/>
                </a:lnTo>
                <a:lnTo>
                  <a:pt x="2547" y="317"/>
                </a:lnTo>
                <a:lnTo>
                  <a:pt x="2547" y="318"/>
                </a:lnTo>
                <a:lnTo>
                  <a:pt x="2548" y="318"/>
                </a:lnTo>
                <a:lnTo>
                  <a:pt x="2548" y="319"/>
                </a:lnTo>
                <a:lnTo>
                  <a:pt x="2548" y="320"/>
                </a:lnTo>
                <a:lnTo>
                  <a:pt x="2547" y="320"/>
                </a:lnTo>
                <a:lnTo>
                  <a:pt x="2546" y="320"/>
                </a:lnTo>
                <a:lnTo>
                  <a:pt x="2546" y="321"/>
                </a:lnTo>
                <a:lnTo>
                  <a:pt x="2545" y="321"/>
                </a:lnTo>
                <a:lnTo>
                  <a:pt x="2544" y="321"/>
                </a:lnTo>
                <a:lnTo>
                  <a:pt x="2543" y="320"/>
                </a:lnTo>
                <a:lnTo>
                  <a:pt x="2543" y="321"/>
                </a:lnTo>
                <a:lnTo>
                  <a:pt x="2543" y="322"/>
                </a:lnTo>
                <a:lnTo>
                  <a:pt x="2543" y="323"/>
                </a:lnTo>
                <a:lnTo>
                  <a:pt x="2542" y="323"/>
                </a:lnTo>
                <a:lnTo>
                  <a:pt x="2541" y="323"/>
                </a:lnTo>
                <a:lnTo>
                  <a:pt x="2541" y="324"/>
                </a:lnTo>
                <a:lnTo>
                  <a:pt x="2540" y="324"/>
                </a:lnTo>
                <a:lnTo>
                  <a:pt x="2539" y="324"/>
                </a:lnTo>
                <a:lnTo>
                  <a:pt x="2538" y="324"/>
                </a:lnTo>
                <a:lnTo>
                  <a:pt x="2539" y="325"/>
                </a:lnTo>
                <a:lnTo>
                  <a:pt x="2540" y="325"/>
                </a:lnTo>
                <a:lnTo>
                  <a:pt x="2540" y="326"/>
                </a:lnTo>
                <a:lnTo>
                  <a:pt x="2541" y="326"/>
                </a:lnTo>
                <a:lnTo>
                  <a:pt x="2542" y="326"/>
                </a:lnTo>
                <a:lnTo>
                  <a:pt x="2542" y="327"/>
                </a:lnTo>
                <a:lnTo>
                  <a:pt x="2541" y="327"/>
                </a:lnTo>
                <a:lnTo>
                  <a:pt x="2540" y="327"/>
                </a:lnTo>
                <a:lnTo>
                  <a:pt x="2539" y="327"/>
                </a:lnTo>
                <a:lnTo>
                  <a:pt x="2538" y="327"/>
                </a:lnTo>
                <a:lnTo>
                  <a:pt x="2538" y="328"/>
                </a:lnTo>
                <a:lnTo>
                  <a:pt x="2538" y="329"/>
                </a:lnTo>
                <a:lnTo>
                  <a:pt x="2537" y="329"/>
                </a:lnTo>
                <a:lnTo>
                  <a:pt x="2537" y="328"/>
                </a:lnTo>
                <a:lnTo>
                  <a:pt x="2536" y="328"/>
                </a:lnTo>
                <a:lnTo>
                  <a:pt x="2536" y="327"/>
                </a:lnTo>
                <a:lnTo>
                  <a:pt x="2536" y="326"/>
                </a:lnTo>
                <a:lnTo>
                  <a:pt x="2535" y="326"/>
                </a:lnTo>
                <a:lnTo>
                  <a:pt x="2535" y="327"/>
                </a:lnTo>
                <a:lnTo>
                  <a:pt x="2534" y="327"/>
                </a:lnTo>
                <a:lnTo>
                  <a:pt x="2534" y="328"/>
                </a:lnTo>
                <a:lnTo>
                  <a:pt x="2533" y="328"/>
                </a:lnTo>
                <a:lnTo>
                  <a:pt x="2533" y="329"/>
                </a:lnTo>
                <a:lnTo>
                  <a:pt x="2534" y="329"/>
                </a:lnTo>
                <a:lnTo>
                  <a:pt x="2533" y="330"/>
                </a:lnTo>
                <a:lnTo>
                  <a:pt x="2532" y="330"/>
                </a:lnTo>
                <a:lnTo>
                  <a:pt x="2531" y="330"/>
                </a:lnTo>
                <a:lnTo>
                  <a:pt x="2531" y="331"/>
                </a:lnTo>
                <a:lnTo>
                  <a:pt x="2532" y="331"/>
                </a:lnTo>
                <a:lnTo>
                  <a:pt x="2533" y="331"/>
                </a:lnTo>
                <a:lnTo>
                  <a:pt x="2534" y="331"/>
                </a:lnTo>
                <a:lnTo>
                  <a:pt x="2534" y="332"/>
                </a:lnTo>
                <a:lnTo>
                  <a:pt x="2533" y="332"/>
                </a:lnTo>
                <a:lnTo>
                  <a:pt x="2532" y="333"/>
                </a:lnTo>
                <a:lnTo>
                  <a:pt x="2533" y="333"/>
                </a:lnTo>
                <a:lnTo>
                  <a:pt x="2534" y="334"/>
                </a:lnTo>
                <a:lnTo>
                  <a:pt x="2535" y="334"/>
                </a:lnTo>
                <a:lnTo>
                  <a:pt x="2536" y="334"/>
                </a:lnTo>
                <a:lnTo>
                  <a:pt x="2537" y="334"/>
                </a:lnTo>
                <a:lnTo>
                  <a:pt x="2538" y="334"/>
                </a:lnTo>
                <a:lnTo>
                  <a:pt x="2538" y="335"/>
                </a:lnTo>
                <a:lnTo>
                  <a:pt x="2539" y="335"/>
                </a:lnTo>
                <a:lnTo>
                  <a:pt x="2538" y="335"/>
                </a:lnTo>
                <a:lnTo>
                  <a:pt x="2538" y="336"/>
                </a:lnTo>
                <a:lnTo>
                  <a:pt x="2537" y="336"/>
                </a:lnTo>
                <a:lnTo>
                  <a:pt x="2536" y="336"/>
                </a:lnTo>
                <a:lnTo>
                  <a:pt x="2535" y="336"/>
                </a:lnTo>
                <a:lnTo>
                  <a:pt x="2535" y="335"/>
                </a:lnTo>
                <a:lnTo>
                  <a:pt x="2534" y="335"/>
                </a:lnTo>
                <a:lnTo>
                  <a:pt x="2533" y="335"/>
                </a:lnTo>
                <a:lnTo>
                  <a:pt x="2532" y="336"/>
                </a:lnTo>
                <a:lnTo>
                  <a:pt x="2531" y="336"/>
                </a:lnTo>
                <a:lnTo>
                  <a:pt x="2531" y="337"/>
                </a:lnTo>
                <a:lnTo>
                  <a:pt x="2532" y="337"/>
                </a:lnTo>
                <a:lnTo>
                  <a:pt x="2533" y="337"/>
                </a:lnTo>
                <a:lnTo>
                  <a:pt x="2534" y="337"/>
                </a:lnTo>
                <a:lnTo>
                  <a:pt x="2534" y="338"/>
                </a:lnTo>
                <a:lnTo>
                  <a:pt x="2535" y="338"/>
                </a:lnTo>
                <a:lnTo>
                  <a:pt x="2535" y="339"/>
                </a:lnTo>
                <a:lnTo>
                  <a:pt x="2535" y="340"/>
                </a:lnTo>
                <a:lnTo>
                  <a:pt x="2534" y="341"/>
                </a:lnTo>
                <a:lnTo>
                  <a:pt x="2533" y="341"/>
                </a:lnTo>
                <a:lnTo>
                  <a:pt x="2532" y="341"/>
                </a:lnTo>
                <a:lnTo>
                  <a:pt x="2531" y="341"/>
                </a:lnTo>
                <a:lnTo>
                  <a:pt x="2530" y="342"/>
                </a:lnTo>
                <a:lnTo>
                  <a:pt x="2530" y="343"/>
                </a:lnTo>
                <a:lnTo>
                  <a:pt x="2530" y="344"/>
                </a:lnTo>
                <a:lnTo>
                  <a:pt x="2529" y="345"/>
                </a:lnTo>
                <a:lnTo>
                  <a:pt x="2528" y="345"/>
                </a:lnTo>
                <a:lnTo>
                  <a:pt x="2527" y="345"/>
                </a:lnTo>
                <a:lnTo>
                  <a:pt x="2526" y="345"/>
                </a:lnTo>
                <a:lnTo>
                  <a:pt x="2525" y="345"/>
                </a:lnTo>
                <a:lnTo>
                  <a:pt x="2525" y="346"/>
                </a:lnTo>
                <a:lnTo>
                  <a:pt x="2526" y="347"/>
                </a:lnTo>
                <a:lnTo>
                  <a:pt x="2526" y="348"/>
                </a:lnTo>
                <a:lnTo>
                  <a:pt x="2527" y="348"/>
                </a:lnTo>
                <a:lnTo>
                  <a:pt x="2528" y="349"/>
                </a:lnTo>
                <a:lnTo>
                  <a:pt x="2527" y="350"/>
                </a:lnTo>
                <a:lnTo>
                  <a:pt x="2528" y="351"/>
                </a:lnTo>
                <a:lnTo>
                  <a:pt x="2529" y="352"/>
                </a:lnTo>
                <a:lnTo>
                  <a:pt x="2530" y="353"/>
                </a:lnTo>
                <a:lnTo>
                  <a:pt x="2530" y="354"/>
                </a:lnTo>
                <a:lnTo>
                  <a:pt x="2528" y="354"/>
                </a:lnTo>
                <a:lnTo>
                  <a:pt x="2528" y="355"/>
                </a:lnTo>
                <a:lnTo>
                  <a:pt x="2529" y="356"/>
                </a:lnTo>
                <a:lnTo>
                  <a:pt x="2530" y="356"/>
                </a:lnTo>
                <a:lnTo>
                  <a:pt x="2529" y="357"/>
                </a:lnTo>
                <a:lnTo>
                  <a:pt x="2528" y="357"/>
                </a:lnTo>
                <a:lnTo>
                  <a:pt x="2528" y="358"/>
                </a:lnTo>
                <a:lnTo>
                  <a:pt x="2527" y="358"/>
                </a:lnTo>
                <a:lnTo>
                  <a:pt x="2526" y="358"/>
                </a:lnTo>
                <a:lnTo>
                  <a:pt x="2525" y="358"/>
                </a:lnTo>
                <a:lnTo>
                  <a:pt x="2524" y="358"/>
                </a:lnTo>
                <a:lnTo>
                  <a:pt x="2524" y="359"/>
                </a:lnTo>
                <a:lnTo>
                  <a:pt x="2525" y="360"/>
                </a:lnTo>
                <a:lnTo>
                  <a:pt x="2527" y="361"/>
                </a:lnTo>
                <a:lnTo>
                  <a:pt x="2528" y="361"/>
                </a:lnTo>
                <a:lnTo>
                  <a:pt x="2528" y="362"/>
                </a:lnTo>
                <a:lnTo>
                  <a:pt x="2529" y="362"/>
                </a:lnTo>
                <a:lnTo>
                  <a:pt x="2528" y="362"/>
                </a:lnTo>
                <a:lnTo>
                  <a:pt x="2528" y="363"/>
                </a:lnTo>
                <a:lnTo>
                  <a:pt x="2528" y="364"/>
                </a:lnTo>
                <a:lnTo>
                  <a:pt x="2529" y="364"/>
                </a:lnTo>
                <a:lnTo>
                  <a:pt x="2528" y="365"/>
                </a:lnTo>
                <a:lnTo>
                  <a:pt x="2528" y="366"/>
                </a:lnTo>
                <a:lnTo>
                  <a:pt x="2527" y="366"/>
                </a:lnTo>
                <a:lnTo>
                  <a:pt x="2527" y="367"/>
                </a:lnTo>
                <a:lnTo>
                  <a:pt x="2526" y="368"/>
                </a:lnTo>
                <a:lnTo>
                  <a:pt x="2527" y="368"/>
                </a:lnTo>
                <a:lnTo>
                  <a:pt x="2528" y="368"/>
                </a:lnTo>
                <a:lnTo>
                  <a:pt x="2528" y="369"/>
                </a:lnTo>
                <a:lnTo>
                  <a:pt x="2528" y="370"/>
                </a:lnTo>
                <a:lnTo>
                  <a:pt x="2528" y="372"/>
                </a:lnTo>
                <a:lnTo>
                  <a:pt x="2528" y="373"/>
                </a:lnTo>
                <a:lnTo>
                  <a:pt x="2528" y="374"/>
                </a:lnTo>
                <a:lnTo>
                  <a:pt x="2528" y="375"/>
                </a:lnTo>
                <a:lnTo>
                  <a:pt x="2527" y="375"/>
                </a:lnTo>
                <a:lnTo>
                  <a:pt x="2527" y="376"/>
                </a:lnTo>
                <a:lnTo>
                  <a:pt x="2526" y="376"/>
                </a:lnTo>
                <a:lnTo>
                  <a:pt x="2526" y="377"/>
                </a:lnTo>
                <a:lnTo>
                  <a:pt x="2526" y="378"/>
                </a:lnTo>
                <a:lnTo>
                  <a:pt x="2525" y="379"/>
                </a:lnTo>
                <a:lnTo>
                  <a:pt x="2525" y="378"/>
                </a:lnTo>
                <a:lnTo>
                  <a:pt x="2525" y="377"/>
                </a:lnTo>
                <a:lnTo>
                  <a:pt x="2525" y="376"/>
                </a:lnTo>
                <a:lnTo>
                  <a:pt x="2524" y="376"/>
                </a:lnTo>
                <a:lnTo>
                  <a:pt x="2524" y="375"/>
                </a:lnTo>
                <a:lnTo>
                  <a:pt x="2523" y="375"/>
                </a:lnTo>
                <a:lnTo>
                  <a:pt x="2522" y="374"/>
                </a:lnTo>
                <a:lnTo>
                  <a:pt x="2521" y="374"/>
                </a:lnTo>
                <a:lnTo>
                  <a:pt x="2520" y="374"/>
                </a:lnTo>
                <a:lnTo>
                  <a:pt x="2520" y="375"/>
                </a:lnTo>
                <a:lnTo>
                  <a:pt x="2519" y="375"/>
                </a:lnTo>
                <a:lnTo>
                  <a:pt x="2519" y="376"/>
                </a:lnTo>
                <a:lnTo>
                  <a:pt x="2520" y="377"/>
                </a:lnTo>
                <a:lnTo>
                  <a:pt x="2520" y="378"/>
                </a:lnTo>
                <a:lnTo>
                  <a:pt x="2520" y="379"/>
                </a:lnTo>
                <a:lnTo>
                  <a:pt x="2521" y="379"/>
                </a:lnTo>
                <a:lnTo>
                  <a:pt x="2521" y="380"/>
                </a:lnTo>
                <a:lnTo>
                  <a:pt x="2522" y="380"/>
                </a:lnTo>
                <a:lnTo>
                  <a:pt x="2523" y="380"/>
                </a:lnTo>
                <a:lnTo>
                  <a:pt x="2523" y="379"/>
                </a:lnTo>
                <a:lnTo>
                  <a:pt x="2524" y="379"/>
                </a:lnTo>
                <a:lnTo>
                  <a:pt x="2524" y="380"/>
                </a:lnTo>
                <a:lnTo>
                  <a:pt x="2525" y="381"/>
                </a:lnTo>
                <a:lnTo>
                  <a:pt x="2526" y="381"/>
                </a:lnTo>
                <a:lnTo>
                  <a:pt x="2526" y="382"/>
                </a:lnTo>
                <a:lnTo>
                  <a:pt x="2527" y="382"/>
                </a:lnTo>
                <a:lnTo>
                  <a:pt x="2527" y="383"/>
                </a:lnTo>
                <a:lnTo>
                  <a:pt x="2528" y="383"/>
                </a:lnTo>
                <a:lnTo>
                  <a:pt x="2528" y="382"/>
                </a:lnTo>
                <a:lnTo>
                  <a:pt x="2529" y="382"/>
                </a:lnTo>
                <a:lnTo>
                  <a:pt x="2529" y="383"/>
                </a:lnTo>
                <a:lnTo>
                  <a:pt x="2529" y="384"/>
                </a:lnTo>
                <a:lnTo>
                  <a:pt x="2528" y="385"/>
                </a:lnTo>
                <a:lnTo>
                  <a:pt x="2527" y="385"/>
                </a:lnTo>
                <a:lnTo>
                  <a:pt x="2528" y="385"/>
                </a:lnTo>
                <a:lnTo>
                  <a:pt x="2528" y="386"/>
                </a:lnTo>
                <a:lnTo>
                  <a:pt x="2529" y="386"/>
                </a:lnTo>
                <a:lnTo>
                  <a:pt x="2529" y="387"/>
                </a:lnTo>
                <a:lnTo>
                  <a:pt x="2529" y="388"/>
                </a:lnTo>
                <a:lnTo>
                  <a:pt x="2528" y="388"/>
                </a:lnTo>
                <a:lnTo>
                  <a:pt x="2527" y="388"/>
                </a:lnTo>
                <a:lnTo>
                  <a:pt x="2527" y="389"/>
                </a:lnTo>
                <a:lnTo>
                  <a:pt x="2528" y="389"/>
                </a:lnTo>
                <a:lnTo>
                  <a:pt x="2528" y="390"/>
                </a:lnTo>
                <a:lnTo>
                  <a:pt x="2528" y="391"/>
                </a:lnTo>
                <a:lnTo>
                  <a:pt x="2528" y="392"/>
                </a:lnTo>
                <a:lnTo>
                  <a:pt x="2529" y="392"/>
                </a:lnTo>
                <a:lnTo>
                  <a:pt x="2530" y="392"/>
                </a:lnTo>
                <a:lnTo>
                  <a:pt x="2530" y="393"/>
                </a:lnTo>
                <a:lnTo>
                  <a:pt x="2529" y="393"/>
                </a:lnTo>
                <a:lnTo>
                  <a:pt x="2529" y="394"/>
                </a:lnTo>
                <a:lnTo>
                  <a:pt x="2530" y="394"/>
                </a:lnTo>
                <a:lnTo>
                  <a:pt x="2531" y="396"/>
                </a:lnTo>
                <a:lnTo>
                  <a:pt x="2532" y="396"/>
                </a:lnTo>
                <a:lnTo>
                  <a:pt x="2532" y="397"/>
                </a:lnTo>
                <a:lnTo>
                  <a:pt x="2532" y="398"/>
                </a:lnTo>
                <a:lnTo>
                  <a:pt x="2531" y="398"/>
                </a:lnTo>
                <a:lnTo>
                  <a:pt x="2531" y="399"/>
                </a:lnTo>
                <a:lnTo>
                  <a:pt x="2531" y="400"/>
                </a:lnTo>
                <a:lnTo>
                  <a:pt x="2531" y="401"/>
                </a:lnTo>
                <a:lnTo>
                  <a:pt x="2531" y="402"/>
                </a:lnTo>
                <a:lnTo>
                  <a:pt x="2531" y="403"/>
                </a:lnTo>
                <a:lnTo>
                  <a:pt x="2532" y="403"/>
                </a:lnTo>
                <a:lnTo>
                  <a:pt x="2533" y="404"/>
                </a:lnTo>
                <a:lnTo>
                  <a:pt x="2533" y="405"/>
                </a:lnTo>
                <a:lnTo>
                  <a:pt x="2532" y="405"/>
                </a:lnTo>
                <a:lnTo>
                  <a:pt x="2532" y="406"/>
                </a:lnTo>
                <a:lnTo>
                  <a:pt x="2533" y="406"/>
                </a:lnTo>
                <a:lnTo>
                  <a:pt x="2532" y="406"/>
                </a:lnTo>
                <a:lnTo>
                  <a:pt x="2531" y="406"/>
                </a:lnTo>
                <a:lnTo>
                  <a:pt x="2531" y="407"/>
                </a:lnTo>
                <a:lnTo>
                  <a:pt x="2531" y="408"/>
                </a:lnTo>
                <a:lnTo>
                  <a:pt x="2532" y="408"/>
                </a:lnTo>
                <a:lnTo>
                  <a:pt x="2532" y="409"/>
                </a:lnTo>
                <a:lnTo>
                  <a:pt x="2531" y="409"/>
                </a:lnTo>
                <a:lnTo>
                  <a:pt x="2531" y="410"/>
                </a:lnTo>
                <a:lnTo>
                  <a:pt x="2532" y="410"/>
                </a:lnTo>
                <a:lnTo>
                  <a:pt x="2532" y="411"/>
                </a:lnTo>
                <a:lnTo>
                  <a:pt x="2531" y="411"/>
                </a:lnTo>
                <a:lnTo>
                  <a:pt x="2530" y="412"/>
                </a:lnTo>
                <a:lnTo>
                  <a:pt x="2529" y="413"/>
                </a:lnTo>
                <a:lnTo>
                  <a:pt x="2529" y="414"/>
                </a:lnTo>
                <a:lnTo>
                  <a:pt x="2528" y="414"/>
                </a:lnTo>
                <a:lnTo>
                  <a:pt x="2527" y="414"/>
                </a:lnTo>
                <a:lnTo>
                  <a:pt x="2527" y="415"/>
                </a:lnTo>
                <a:lnTo>
                  <a:pt x="2528" y="415"/>
                </a:lnTo>
                <a:lnTo>
                  <a:pt x="2529" y="415"/>
                </a:lnTo>
                <a:lnTo>
                  <a:pt x="2529" y="416"/>
                </a:lnTo>
                <a:lnTo>
                  <a:pt x="2528" y="416"/>
                </a:lnTo>
                <a:lnTo>
                  <a:pt x="2528" y="417"/>
                </a:lnTo>
                <a:lnTo>
                  <a:pt x="2529" y="417"/>
                </a:lnTo>
                <a:lnTo>
                  <a:pt x="2528" y="417"/>
                </a:lnTo>
                <a:lnTo>
                  <a:pt x="2527" y="417"/>
                </a:lnTo>
                <a:lnTo>
                  <a:pt x="2527" y="418"/>
                </a:lnTo>
                <a:lnTo>
                  <a:pt x="2528" y="418"/>
                </a:lnTo>
                <a:lnTo>
                  <a:pt x="2528" y="419"/>
                </a:lnTo>
                <a:lnTo>
                  <a:pt x="2529" y="419"/>
                </a:lnTo>
                <a:lnTo>
                  <a:pt x="2529" y="421"/>
                </a:lnTo>
                <a:lnTo>
                  <a:pt x="2528" y="421"/>
                </a:lnTo>
                <a:lnTo>
                  <a:pt x="2528" y="422"/>
                </a:lnTo>
                <a:lnTo>
                  <a:pt x="2528" y="423"/>
                </a:lnTo>
                <a:lnTo>
                  <a:pt x="2528" y="424"/>
                </a:lnTo>
                <a:lnTo>
                  <a:pt x="2527" y="424"/>
                </a:lnTo>
                <a:lnTo>
                  <a:pt x="2526" y="424"/>
                </a:lnTo>
                <a:lnTo>
                  <a:pt x="2525" y="424"/>
                </a:lnTo>
                <a:lnTo>
                  <a:pt x="2524" y="425"/>
                </a:lnTo>
                <a:lnTo>
                  <a:pt x="2524" y="426"/>
                </a:lnTo>
                <a:lnTo>
                  <a:pt x="2523" y="426"/>
                </a:lnTo>
                <a:lnTo>
                  <a:pt x="2523" y="427"/>
                </a:lnTo>
                <a:lnTo>
                  <a:pt x="2522" y="427"/>
                </a:lnTo>
                <a:lnTo>
                  <a:pt x="2522" y="428"/>
                </a:lnTo>
                <a:lnTo>
                  <a:pt x="2522" y="429"/>
                </a:lnTo>
                <a:lnTo>
                  <a:pt x="2521" y="429"/>
                </a:lnTo>
                <a:lnTo>
                  <a:pt x="2520" y="429"/>
                </a:lnTo>
                <a:lnTo>
                  <a:pt x="2519" y="429"/>
                </a:lnTo>
                <a:lnTo>
                  <a:pt x="2519" y="430"/>
                </a:lnTo>
                <a:lnTo>
                  <a:pt x="2518" y="430"/>
                </a:lnTo>
                <a:lnTo>
                  <a:pt x="2517" y="430"/>
                </a:lnTo>
                <a:lnTo>
                  <a:pt x="2516" y="429"/>
                </a:lnTo>
                <a:lnTo>
                  <a:pt x="2515" y="429"/>
                </a:lnTo>
                <a:lnTo>
                  <a:pt x="2514" y="429"/>
                </a:lnTo>
                <a:lnTo>
                  <a:pt x="2513" y="428"/>
                </a:lnTo>
                <a:lnTo>
                  <a:pt x="2512" y="428"/>
                </a:lnTo>
                <a:lnTo>
                  <a:pt x="2511" y="427"/>
                </a:lnTo>
                <a:lnTo>
                  <a:pt x="2511" y="426"/>
                </a:lnTo>
                <a:lnTo>
                  <a:pt x="2512" y="426"/>
                </a:lnTo>
                <a:lnTo>
                  <a:pt x="2512" y="425"/>
                </a:lnTo>
                <a:lnTo>
                  <a:pt x="2511" y="425"/>
                </a:lnTo>
                <a:lnTo>
                  <a:pt x="2510" y="426"/>
                </a:lnTo>
                <a:lnTo>
                  <a:pt x="2509" y="425"/>
                </a:lnTo>
                <a:lnTo>
                  <a:pt x="2508" y="425"/>
                </a:lnTo>
                <a:lnTo>
                  <a:pt x="2508" y="426"/>
                </a:lnTo>
                <a:lnTo>
                  <a:pt x="2507" y="426"/>
                </a:lnTo>
                <a:lnTo>
                  <a:pt x="2507" y="427"/>
                </a:lnTo>
                <a:lnTo>
                  <a:pt x="2506" y="427"/>
                </a:lnTo>
                <a:lnTo>
                  <a:pt x="2506" y="426"/>
                </a:lnTo>
                <a:lnTo>
                  <a:pt x="2504" y="426"/>
                </a:lnTo>
                <a:lnTo>
                  <a:pt x="2503" y="426"/>
                </a:lnTo>
                <a:lnTo>
                  <a:pt x="2502" y="426"/>
                </a:lnTo>
                <a:lnTo>
                  <a:pt x="2502" y="425"/>
                </a:lnTo>
                <a:lnTo>
                  <a:pt x="2501" y="425"/>
                </a:lnTo>
                <a:lnTo>
                  <a:pt x="2500" y="424"/>
                </a:lnTo>
                <a:lnTo>
                  <a:pt x="2499" y="425"/>
                </a:lnTo>
                <a:lnTo>
                  <a:pt x="2498" y="425"/>
                </a:lnTo>
                <a:lnTo>
                  <a:pt x="2497" y="425"/>
                </a:lnTo>
                <a:lnTo>
                  <a:pt x="2496" y="426"/>
                </a:lnTo>
                <a:lnTo>
                  <a:pt x="2495" y="427"/>
                </a:lnTo>
                <a:lnTo>
                  <a:pt x="2495" y="428"/>
                </a:lnTo>
                <a:lnTo>
                  <a:pt x="2495" y="429"/>
                </a:lnTo>
                <a:lnTo>
                  <a:pt x="2494" y="430"/>
                </a:lnTo>
                <a:lnTo>
                  <a:pt x="2493" y="431"/>
                </a:lnTo>
                <a:lnTo>
                  <a:pt x="2491" y="431"/>
                </a:lnTo>
                <a:lnTo>
                  <a:pt x="2491" y="432"/>
                </a:lnTo>
                <a:lnTo>
                  <a:pt x="2491" y="433"/>
                </a:lnTo>
                <a:lnTo>
                  <a:pt x="2492" y="434"/>
                </a:lnTo>
                <a:lnTo>
                  <a:pt x="2492" y="435"/>
                </a:lnTo>
                <a:lnTo>
                  <a:pt x="2493" y="435"/>
                </a:lnTo>
                <a:lnTo>
                  <a:pt x="2493" y="436"/>
                </a:lnTo>
                <a:lnTo>
                  <a:pt x="2492" y="436"/>
                </a:lnTo>
                <a:lnTo>
                  <a:pt x="2492" y="437"/>
                </a:lnTo>
                <a:lnTo>
                  <a:pt x="2492" y="438"/>
                </a:lnTo>
                <a:lnTo>
                  <a:pt x="2492" y="439"/>
                </a:lnTo>
                <a:lnTo>
                  <a:pt x="2491" y="440"/>
                </a:lnTo>
                <a:lnTo>
                  <a:pt x="2491" y="441"/>
                </a:lnTo>
                <a:lnTo>
                  <a:pt x="2491" y="442"/>
                </a:lnTo>
                <a:lnTo>
                  <a:pt x="2490" y="442"/>
                </a:lnTo>
                <a:lnTo>
                  <a:pt x="2489" y="443"/>
                </a:lnTo>
                <a:lnTo>
                  <a:pt x="2488" y="443"/>
                </a:lnTo>
                <a:lnTo>
                  <a:pt x="2487" y="445"/>
                </a:lnTo>
                <a:lnTo>
                  <a:pt x="2486" y="446"/>
                </a:lnTo>
                <a:lnTo>
                  <a:pt x="2485" y="448"/>
                </a:lnTo>
                <a:lnTo>
                  <a:pt x="2485" y="449"/>
                </a:lnTo>
                <a:lnTo>
                  <a:pt x="2486" y="449"/>
                </a:lnTo>
                <a:lnTo>
                  <a:pt x="2486" y="450"/>
                </a:lnTo>
                <a:lnTo>
                  <a:pt x="2486" y="451"/>
                </a:lnTo>
                <a:lnTo>
                  <a:pt x="2485" y="451"/>
                </a:lnTo>
                <a:lnTo>
                  <a:pt x="2483" y="451"/>
                </a:lnTo>
                <a:lnTo>
                  <a:pt x="2482" y="452"/>
                </a:lnTo>
                <a:lnTo>
                  <a:pt x="2482" y="453"/>
                </a:lnTo>
                <a:lnTo>
                  <a:pt x="2482" y="454"/>
                </a:lnTo>
                <a:lnTo>
                  <a:pt x="2482" y="455"/>
                </a:lnTo>
                <a:lnTo>
                  <a:pt x="2482" y="456"/>
                </a:lnTo>
                <a:lnTo>
                  <a:pt x="2482" y="457"/>
                </a:lnTo>
                <a:lnTo>
                  <a:pt x="2480" y="459"/>
                </a:lnTo>
                <a:lnTo>
                  <a:pt x="2479" y="459"/>
                </a:lnTo>
                <a:lnTo>
                  <a:pt x="2477" y="460"/>
                </a:lnTo>
                <a:lnTo>
                  <a:pt x="2477" y="461"/>
                </a:lnTo>
                <a:lnTo>
                  <a:pt x="2476" y="461"/>
                </a:lnTo>
                <a:lnTo>
                  <a:pt x="2476" y="462"/>
                </a:lnTo>
                <a:lnTo>
                  <a:pt x="2476" y="463"/>
                </a:lnTo>
                <a:lnTo>
                  <a:pt x="2476" y="464"/>
                </a:lnTo>
                <a:lnTo>
                  <a:pt x="2477" y="465"/>
                </a:lnTo>
                <a:lnTo>
                  <a:pt x="2477" y="466"/>
                </a:lnTo>
                <a:lnTo>
                  <a:pt x="2476" y="466"/>
                </a:lnTo>
                <a:lnTo>
                  <a:pt x="2474" y="467"/>
                </a:lnTo>
                <a:lnTo>
                  <a:pt x="2474" y="468"/>
                </a:lnTo>
                <a:lnTo>
                  <a:pt x="2473" y="469"/>
                </a:lnTo>
                <a:lnTo>
                  <a:pt x="2473" y="470"/>
                </a:lnTo>
                <a:lnTo>
                  <a:pt x="2474" y="472"/>
                </a:lnTo>
                <a:lnTo>
                  <a:pt x="2474" y="473"/>
                </a:lnTo>
                <a:lnTo>
                  <a:pt x="2474" y="474"/>
                </a:lnTo>
                <a:lnTo>
                  <a:pt x="2474" y="476"/>
                </a:lnTo>
                <a:lnTo>
                  <a:pt x="2473" y="477"/>
                </a:lnTo>
                <a:lnTo>
                  <a:pt x="2473" y="478"/>
                </a:lnTo>
                <a:lnTo>
                  <a:pt x="2472" y="478"/>
                </a:lnTo>
                <a:lnTo>
                  <a:pt x="2472" y="480"/>
                </a:lnTo>
                <a:lnTo>
                  <a:pt x="2472" y="481"/>
                </a:lnTo>
                <a:lnTo>
                  <a:pt x="2471" y="482"/>
                </a:lnTo>
                <a:lnTo>
                  <a:pt x="2470" y="482"/>
                </a:lnTo>
                <a:lnTo>
                  <a:pt x="2470" y="483"/>
                </a:lnTo>
                <a:lnTo>
                  <a:pt x="2470" y="485"/>
                </a:lnTo>
                <a:lnTo>
                  <a:pt x="2469" y="485"/>
                </a:lnTo>
                <a:lnTo>
                  <a:pt x="2467" y="486"/>
                </a:lnTo>
                <a:lnTo>
                  <a:pt x="2465" y="488"/>
                </a:lnTo>
                <a:lnTo>
                  <a:pt x="2465" y="490"/>
                </a:lnTo>
                <a:lnTo>
                  <a:pt x="2466" y="490"/>
                </a:lnTo>
                <a:lnTo>
                  <a:pt x="2467" y="490"/>
                </a:lnTo>
                <a:lnTo>
                  <a:pt x="2467" y="491"/>
                </a:lnTo>
                <a:lnTo>
                  <a:pt x="2468" y="491"/>
                </a:lnTo>
                <a:lnTo>
                  <a:pt x="2467" y="491"/>
                </a:lnTo>
                <a:lnTo>
                  <a:pt x="2467" y="492"/>
                </a:lnTo>
                <a:lnTo>
                  <a:pt x="2466" y="492"/>
                </a:lnTo>
                <a:lnTo>
                  <a:pt x="2466" y="493"/>
                </a:lnTo>
                <a:lnTo>
                  <a:pt x="2466" y="494"/>
                </a:lnTo>
                <a:lnTo>
                  <a:pt x="2466" y="495"/>
                </a:lnTo>
                <a:lnTo>
                  <a:pt x="2467" y="495"/>
                </a:lnTo>
                <a:lnTo>
                  <a:pt x="2467" y="497"/>
                </a:lnTo>
                <a:lnTo>
                  <a:pt x="2468" y="497"/>
                </a:lnTo>
                <a:lnTo>
                  <a:pt x="2468" y="498"/>
                </a:lnTo>
                <a:lnTo>
                  <a:pt x="2467" y="498"/>
                </a:lnTo>
                <a:lnTo>
                  <a:pt x="2466" y="499"/>
                </a:lnTo>
                <a:lnTo>
                  <a:pt x="2465" y="499"/>
                </a:lnTo>
                <a:lnTo>
                  <a:pt x="2464" y="499"/>
                </a:lnTo>
                <a:lnTo>
                  <a:pt x="2464" y="500"/>
                </a:lnTo>
                <a:lnTo>
                  <a:pt x="2464" y="501"/>
                </a:lnTo>
                <a:lnTo>
                  <a:pt x="2465" y="501"/>
                </a:lnTo>
                <a:lnTo>
                  <a:pt x="2465" y="502"/>
                </a:lnTo>
                <a:lnTo>
                  <a:pt x="2465" y="503"/>
                </a:lnTo>
                <a:lnTo>
                  <a:pt x="2465" y="504"/>
                </a:lnTo>
                <a:lnTo>
                  <a:pt x="2465" y="505"/>
                </a:lnTo>
                <a:lnTo>
                  <a:pt x="2465" y="506"/>
                </a:lnTo>
                <a:lnTo>
                  <a:pt x="2464" y="506"/>
                </a:lnTo>
                <a:lnTo>
                  <a:pt x="2464" y="507"/>
                </a:lnTo>
                <a:lnTo>
                  <a:pt x="2465" y="507"/>
                </a:lnTo>
                <a:lnTo>
                  <a:pt x="2465" y="508"/>
                </a:lnTo>
                <a:lnTo>
                  <a:pt x="2466" y="508"/>
                </a:lnTo>
                <a:lnTo>
                  <a:pt x="2467" y="508"/>
                </a:lnTo>
                <a:lnTo>
                  <a:pt x="2467" y="509"/>
                </a:lnTo>
                <a:lnTo>
                  <a:pt x="2468" y="510"/>
                </a:lnTo>
                <a:lnTo>
                  <a:pt x="2467" y="510"/>
                </a:lnTo>
                <a:lnTo>
                  <a:pt x="2467" y="511"/>
                </a:lnTo>
                <a:lnTo>
                  <a:pt x="2467" y="512"/>
                </a:lnTo>
                <a:lnTo>
                  <a:pt x="2468" y="512"/>
                </a:lnTo>
                <a:lnTo>
                  <a:pt x="2469" y="512"/>
                </a:lnTo>
                <a:lnTo>
                  <a:pt x="2469" y="513"/>
                </a:lnTo>
                <a:lnTo>
                  <a:pt x="2469" y="514"/>
                </a:lnTo>
                <a:lnTo>
                  <a:pt x="2470" y="514"/>
                </a:lnTo>
                <a:lnTo>
                  <a:pt x="2470" y="515"/>
                </a:lnTo>
                <a:lnTo>
                  <a:pt x="2471" y="515"/>
                </a:lnTo>
                <a:lnTo>
                  <a:pt x="2470" y="515"/>
                </a:lnTo>
                <a:lnTo>
                  <a:pt x="2469" y="515"/>
                </a:lnTo>
                <a:lnTo>
                  <a:pt x="2469" y="516"/>
                </a:lnTo>
                <a:lnTo>
                  <a:pt x="2468" y="516"/>
                </a:lnTo>
                <a:lnTo>
                  <a:pt x="2468" y="517"/>
                </a:lnTo>
                <a:lnTo>
                  <a:pt x="2468" y="518"/>
                </a:lnTo>
                <a:lnTo>
                  <a:pt x="2469" y="518"/>
                </a:lnTo>
                <a:lnTo>
                  <a:pt x="2470" y="518"/>
                </a:lnTo>
                <a:lnTo>
                  <a:pt x="2470" y="519"/>
                </a:lnTo>
                <a:lnTo>
                  <a:pt x="2470" y="520"/>
                </a:lnTo>
                <a:lnTo>
                  <a:pt x="2469" y="520"/>
                </a:lnTo>
                <a:lnTo>
                  <a:pt x="2469" y="521"/>
                </a:lnTo>
                <a:lnTo>
                  <a:pt x="2468" y="521"/>
                </a:lnTo>
                <a:lnTo>
                  <a:pt x="2469" y="522"/>
                </a:lnTo>
                <a:lnTo>
                  <a:pt x="2468" y="523"/>
                </a:lnTo>
                <a:lnTo>
                  <a:pt x="2468" y="524"/>
                </a:lnTo>
                <a:lnTo>
                  <a:pt x="2467" y="525"/>
                </a:lnTo>
                <a:lnTo>
                  <a:pt x="2467" y="526"/>
                </a:lnTo>
                <a:lnTo>
                  <a:pt x="2466" y="526"/>
                </a:lnTo>
                <a:lnTo>
                  <a:pt x="2465" y="526"/>
                </a:lnTo>
                <a:lnTo>
                  <a:pt x="2465" y="527"/>
                </a:lnTo>
                <a:lnTo>
                  <a:pt x="2466" y="528"/>
                </a:lnTo>
                <a:lnTo>
                  <a:pt x="2465" y="528"/>
                </a:lnTo>
                <a:lnTo>
                  <a:pt x="2464" y="528"/>
                </a:lnTo>
                <a:lnTo>
                  <a:pt x="2464" y="529"/>
                </a:lnTo>
                <a:lnTo>
                  <a:pt x="2465" y="529"/>
                </a:lnTo>
                <a:lnTo>
                  <a:pt x="2466" y="529"/>
                </a:lnTo>
                <a:lnTo>
                  <a:pt x="2466" y="530"/>
                </a:lnTo>
                <a:lnTo>
                  <a:pt x="2465" y="530"/>
                </a:lnTo>
                <a:lnTo>
                  <a:pt x="2465" y="531"/>
                </a:lnTo>
                <a:lnTo>
                  <a:pt x="2464" y="531"/>
                </a:lnTo>
                <a:lnTo>
                  <a:pt x="2464" y="532"/>
                </a:lnTo>
                <a:lnTo>
                  <a:pt x="2464" y="533"/>
                </a:lnTo>
                <a:lnTo>
                  <a:pt x="2463" y="533"/>
                </a:lnTo>
                <a:lnTo>
                  <a:pt x="2462" y="533"/>
                </a:lnTo>
                <a:lnTo>
                  <a:pt x="2462" y="532"/>
                </a:lnTo>
                <a:lnTo>
                  <a:pt x="2461" y="532"/>
                </a:lnTo>
                <a:lnTo>
                  <a:pt x="2461" y="533"/>
                </a:lnTo>
                <a:lnTo>
                  <a:pt x="2461" y="534"/>
                </a:lnTo>
                <a:lnTo>
                  <a:pt x="2461" y="535"/>
                </a:lnTo>
                <a:lnTo>
                  <a:pt x="2460" y="535"/>
                </a:lnTo>
                <a:lnTo>
                  <a:pt x="2460" y="536"/>
                </a:lnTo>
                <a:lnTo>
                  <a:pt x="2459" y="536"/>
                </a:lnTo>
                <a:lnTo>
                  <a:pt x="2459" y="535"/>
                </a:lnTo>
                <a:lnTo>
                  <a:pt x="2458" y="535"/>
                </a:lnTo>
                <a:lnTo>
                  <a:pt x="2458" y="536"/>
                </a:lnTo>
                <a:lnTo>
                  <a:pt x="2457" y="536"/>
                </a:lnTo>
                <a:lnTo>
                  <a:pt x="2457" y="537"/>
                </a:lnTo>
                <a:lnTo>
                  <a:pt x="2456" y="536"/>
                </a:lnTo>
                <a:lnTo>
                  <a:pt x="2456" y="535"/>
                </a:lnTo>
                <a:lnTo>
                  <a:pt x="2457" y="535"/>
                </a:lnTo>
                <a:lnTo>
                  <a:pt x="2457" y="534"/>
                </a:lnTo>
                <a:lnTo>
                  <a:pt x="2457" y="533"/>
                </a:lnTo>
                <a:lnTo>
                  <a:pt x="2457" y="532"/>
                </a:lnTo>
                <a:lnTo>
                  <a:pt x="2458" y="532"/>
                </a:lnTo>
                <a:lnTo>
                  <a:pt x="2459" y="532"/>
                </a:lnTo>
                <a:lnTo>
                  <a:pt x="2460" y="532"/>
                </a:lnTo>
                <a:lnTo>
                  <a:pt x="2461" y="532"/>
                </a:lnTo>
                <a:lnTo>
                  <a:pt x="2461" y="531"/>
                </a:lnTo>
                <a:lnTo>
                  <a:pt x="2460" y="531"/>
                </a:lnTo>
                <a:lnTo>
                  <a:pt x="2460" y="530"/>
                </a:lnTo>
                <a:lnTo>
                  <a:pt x="2460" y="529"/>
                </a:lnTo>
                <a:lnTo>
                  <a:pt x="2461" y="529"/>
                </a:lnTo>
                <a:lnTo>
                  <a:pt x="2461" y="528"/>
                </a:lnTo>
                <a:lnTo>
                  <a:pt x="2460" y="528"/>
                </a:lnTo>
                <a:lnTo>
                  <a:pt x="2460" y="527"/>
                </a:lnTo>
                <a:lnTo>
                  <a:pt x="2460" y="528"/>
                </a:lnTo>
                <a:lnTo>
                  <a:pt x="2459" y="528"/>
                </a:lnTo>
                <a:lnTo>
                  <a:pt x="2459" y="527"/>
                </a:lnTo>
                <a:lnTo>
                  <a:pt x="2458" y="527"/>
                </a:lnTo>
                <a:lnTo>
                  <a:pt x="2457" y="527"/>
                </a:lnTo>
                <a:lnTo>
                  <a:pt x="2456" y="527"/>
                </a:lnTo>
                <a:lnTo>
                  <a:pt x="2456" y="526"/>
                </a:lnTo>
                <a:lnTo>
                  <a:pt x="2456" y="525"/>
                </a:lnTo>
                <a:lnTo>
                  <a:pt x="2455" y="524"/>
                </a:lnTo>
                <a:lnTo>
                  <a:pt x="2456" y="524"/>
                </a:lnTo>
                <a:lnTo>
                  <a:pt x="2455" y="524"/>
                </a:lnTo>
                <a:lnTo>
                  <a:pt x="2455" y="523"/>
                </a:lnTo>
                <a:lnTo>
                  <a:pt x="2456" y="523"/>
                </a:lnTo>
                <a:lnTo>
                  <a:pt x="2457" y="523"/>
                </a:lnTo>
                <a:lnTo>
                  <a:pt x="2457" y="522"/>
                </a:lnTo>
                <a:lnTo>
                  <a:pt x="2457" y="521"/>
                </a:lnTo>
                <a:lnTo>
                  <a:pt x="2456" y="521"/>
                </a:lnTo>
                <a:lnTo>
                  <a:pt x="2456" y="520"/>
                </a:lnTo>
                <a:lnTo>
                  <a:pt x="2455" y="520"/>
                </a:lnTo>
                <a:lnTo>
                  <a:pt x="2454" y="520"/>
                </a:lnTo>
                <a:lnTo>
                  <a:pt x="2454" y="519"/>
                </a:lnTo>
                <a:lnTo>
                  <a:pt x="2454" y="518"/>
                </a:lnTo>
                <a:lnTo>
                  <a:pt x="2453" y="518"/>
                </a:lnTo>
                <a:lnTo>
                  <a:pt x="2453" y="517"/>
                </a:lnTo>
                <a:lnTo>
                  <a:pt x="2452" y="517"/>
                </a:lnTo>
                <a:lnTo>
                  <a:pt x="2451" y="516"/>
                </a:lnTo>
                <a:lnTo>
                  <a:pt x="2450" y="515"/>
                </a:lnTo>
                <a:lnTo>
                  <a:pt x="2450" y="514"/>
                </a:lnTo>
                <a:lnTo>
                  <a:pt x="2449" y="513"/>
                </a:lnTo>
                <a:lnTo>
                  <a:pt x="2448" y="511"/>
                </a:lnTo>
                <a:lnTo>
                  <a:pt x="2447" y="511"/>
                </a:lnTo>
                <a:lnTo>
                  <a:pt x="2447" y="510"/>
                </a:lnTo>
                <a:lnTo>
                  <a:pt x="2447" y="509"/>
                </a:lnTo>
                <a:lnTo>
                  <a:pt x="2446" y="508"/>
                </a:lnTo>
                <a:lnTo>
                  <a:pt x="2446" y="507"/>
                </a:lnTo>
                <a:lnTo>
                  <a:pt x="2447" y="507"/>
                </a:lnTo>
                <a:lnTo>
                  <a:pt x="2447" y="506"/>
                </a:lnTo>
                <a:lnTo>
                  <a:pt x="2447" y="505"/>
                </a:lnTo>
                <a:lnTo>
                  <a:pt x="2446" y="504"/>
                </a:lnTo>
                <a:lnTo>
                  <a:pt x="2446" y="503"/>
                </a:lnTo>
                <a:lnTo>
                  <a:pt x="2446" y="502"/>
                </a:lnTo>
                <a:lnTo>
                  <a:pt x="2447" y="502"/>
                </a:lnTo>
                <a:lnTo>
                  <a:pt x="2448" y="502"/>
                </a:lnTo>
                <a:lnTo>
                  <a:pt x="2448" y="501"/>
                </a:lnTo>
                <a:lnTo>
                  <a:pt x="2447" y="501"/>
                </a:lnTo>
                <a:lnTo>
                  <a:pt x="2447" y="500"/>
                </a:lnTo>
                <a:lnTo>
                  <a:pt x="2446" y="500"/>
                </a:lnTo>
                <a:lnTo>
                  <a:pt x="2445" y="499"/>
                </a:lnTo>
                <a:lnTo>
                  <a:pt x="2445" y="498"/>
                </a:lnTo>
                <a:lnTo>
                  <a:pt x="2445" y="497"/>
                </a:lnTo>
                <a:lnTo>
                  <a:pt x="2446" y="497"/>
                </a:lnTo>
                <a:lnTo>
                  <a:pt x="2446" y="496"/>
                </a:lnTo>
                <a:lnTo>
                  <a:pt x="2446" y="495"/>
                </a:lnTo>
                <a:lnTo>
                  <a:pt x="2446" y="493"/>
                </a:lnTo>
                <a:lnTo>
                  <a:pt x="2445" y="493"/>
                </a:lnTo>
                <a:lnTo>
                  <a:pt x="2445" y="492"/>
                </a:lnTo>
                <a:lnTo>
                  <a:pt x="2444" y="492"/>
                </a:lnTo>
                <a:lnTo>
                  <a:pt x="2443" y="492"/>
                </a:lnTo>
                <a:lnTo>
                  <a:pt x="2443" y="491"/>
                </a:lnTo>
                <a:lnTo>
                  <a:pt x="2442" y="491"/>
                </a:lnTo>
                <a:lnTo>
                  <a:pt x="2441" y="491"/>
                </a:lnTo>
                <a:lnTo>
                  <a:pt x="2439" y="492"/>
                </a:lnTo>
                <a:lnTo>
                  <a:pt x="2439" y="493"/>
                </a:lnTo>
                <a:lnTo>
                  <a:pt x="2438" y="493"/>
                </a:lnTo>
                <a:lnTo>
                  <a:pt x="2434" y="496"/>
                </a:lnTo>
                <a:lnTo>
                  <a:pt x="2431" y="497"/>
                </a:lnTo>
                <a:lnTo>
                  <a:pt x="2431" y="498"/>
                </a:lnTo>
                <a:lnTo>
                  <a:pt x="2430" y="498"/>
                </a:lnTo>
                <a:lnTo>
                  <a:pt x="2429" y="499"/>
                </a:lnTo>
                <a:lnTo>
                  <a:pt x="2427" y="500"/>
                </a:lnTo>
                <a:lnTo>
                  <a:pt x="2426" y="500"/>
                </a:lnTo>
                <a:lnTo>
                  <a:pt x="2425" y="501"/>
                </a:lnTo>
                <a:lnTo>
                  <a:pt x="2424" y="502"/>
                </a:lnTo>
                <a:lnTo>
                  <a:pt x="2423" y="502"/>
                </a:lnTo>
                <a:lnTo>
                  <a:pt x="2423" y="503"/>
                </a:lnTo>
                <a:lnTo>
                  <a:pt x="2422" y="503"/>
                </a:lnTo>
                <a:lnTo>
                  <a:pt x="2422" y="504"/>
                </a:lnTo>
                <a:lnTo>
                  <a:pt x="2421" y="505"/>
                </a:lnTo>
                <a:lnTo>
                  <a:pt x="2420" y="505"/>
                </a:lnTo>
                <a:lnTo>
                  <a:pt x="2419" y="506"/>
                </a:lnTo>
                <a:lnTo>
                  <a:pt x="2416" y="509"/>
                </a:lnTo>
                <a:lnTo>
                  <a:pt x="2415" y="509"/>
                </a:lnTo>
                <a:lnTo>
                  <a:pt x="2414" y="511"/>
                </a:lnTo>
                <a:lnTo>
                  <a:pt x="2413" y="511"/>
                </a:lnTo>
                <a:lnTo>
                  <a:pt x="2412" y="512"/>
                </a:lnTo>
                <a:lnTo>
                  <a:pt x="2410" y="514"/>
                </a:lnTo>
                <a:lnTo>
                  <a:pt x="2409" y="514"/>
                </a:lnTo>
                <a:lnTo>
                  <a:pt x="2408" y="515"/>
                </a:lnTo>
                <a:lnTo>
                  <a:pt x="2407" y="517"/>
                </a:lnTo>
                <a:lnTo>
                  <a:pt x="2406" y="517"/>
                </a:lnTo>
                <a:lnTo>
                  <a:pt x="2405" y="518"/>
                </a:lnTo>
                <a:lnTo>
                  <a:pt x="2403" y="519"/>
                </a:lnTo>
                <a:lnTo>
                  <a:pt x="2402" y="520"/>
                </a:lnTo>
                <a:lnTo>
                  <a:pt x="2400" y="522"/>
                </a:lnTo>
                <a:lnTo>
                  <a:pt x="2399" y="523"/>
                </a:lnTo>
                <a:lnTo>
                  <a:pt x="2396" y="525"/>
                </a:lnTo>
                <a:lnTo>
                  <a:pt x="2395" y="525"/>
                </a:lnTo>
                <a:lnTo>
                  <a:pt x="2395" y="526"/>
                </a:lnTo>
                <a:lnTo>
                  <a:pt x="2393" y="528"/>
                </a:lnTo>
                <a:lnTo>
                  <a:pt x="2392" y="529"/>
                </a:lnTo>
                <a:lnTo>
                  <a:pt x="2391" y="530"/>
                </a:lnTo>
                <a:lnTo>
                  <a:pt x="2390" y="531"/>
                </a:lnTo>
                <a:lnTo>
                  <a:pt x="2388" y="532"/>
                </a:lnTo>
                <a:lnTo>
                  <a:pt x="2387" y="534"/>
                </a:lnTo>
                <a:lnTo>
                  <a:pt x="2386" y="535"/>
                </a:lnTo>
                <a:lnTo>
                  <a:pt x="2383" y="538"/>
                </a:lnTo>
                <a:lnTo>
                  <a:pt x="2382" y="539"/>
                </a:lnTo>
                <a:lnTo>
                  <a:pt x="2380" y="540"/>
                </a:lnTo>
                <a:lnTo>
                  <a:pt x="2380" y="541"/>
                </a:lnTo>
                <a:lnTo>
                  <a:pt x="2379" y="542"/>
                </a:lnTo>
                <a:lnTo>
                  <a:pt x="2377" y="543"/>
                </a:lnTo>
                <a:lnTo>
                  <a:pt x="2376" y="543"/>
                </a:lnTo>
                <a:lnTo>
                  <a:pt x="2375" y="543"/>
                </a:lnTo>
                <a:lnTo>
                  <a:pt x="2374" y="544"/>
                </a:lnTo>
                <a:lnTo>
                  <a:pt x="2371" y="545"/>
                </a:lnTo>
                <a:lnTo>
                  <a:pt x="2370" y="545"/>
                </a:lnTo>
                <a:lnTo>
                  <a:pt x="2367" y="546"/>
                </a:lnTo>
                <a:lnTo>
                  <a:pt x="2365" y="547"/>
                </a:lnTo>
                <a:lnTo>
                  <a:pt x="2362" y="548"/>
                </a:lnTo>
                <a:lnTo>
                  <a:pt x="2360" y="549"/>
                </a:lnTo>
                <a:lnTo>
                  <a:pt x="2359" y="549"/>
                </a:lnTo>
                <a:lnTo>
                  <a:pt x="2357" y="549"/>
                </a:lnTo>
                <a:lnTo>
                  <a:pt x="2356" y="550"/>
                </a:lnTo>
                <a:lnTo>
                  <a:pt x="2355" y="550"/>
                </a:lnTo>
                <a:lnTo>
                  <a:pt x="2355" y="551"/>
                </a:lnTo>
                <a:lnTo>
                  <a:pt x="2354" y="551"/>
                </a:lnTo>
                <a:lnTo>
                  <a:pt x="2353" y="553"/>
                </a:lnTo>
                <a:lnTo>
                  <a:pt x="2353" y="554"/>
                </a:lnTo>
                <a:lnTo>
                  <a:pt x="2352" y="556"/>
                </a:lnTo>
                <a:lnTo>
                  <a:pt x="2351" y="557"/>
                </a:lnTo>
                <a:lnTo>
                  <a:pt x="2351" y="558"/>
                </a:lnTo>
                <a:lnTo>
                  <a:pt x="2350" y="560"/>
                </a:lnTo>
                <a:lnTo>
                  <a:pt x="2349" y="561"/>
                </a:lnTo>
                <a:lnTo>
                  <a:pt x="2348" y="562"/>
                </a:lnTo>
                <a:lnTo>
                  <a:pt x="2347" y="564"/>
                </a:lnTo>
                <a:lnTo>
                  <a:pt x="2346" y="565"/>
                </a:lnTo>
                <a:lnTo>
                  <a:pt x="2345" y="566"/>
                </a:lnTo>
                <a:lnTo>
                  <a:pt x="2343" y="568"/>
                </a:lnTo>
                <a:lnTo>
                  <a:pt x="2342" y="568"/>
                </a:lnTo>
                <a:lnTo>
                  <a:pt x="2341" y="568"/>
                </a:lnTo>
                <a:lnTo>
                  <a:pt x="2338" y="569"/>
                </a:lnTo>
                <a:lnTo>
                  <a:pt x="2335" y="570"/>
                </a:lnTo>
                <a:lnTo>
                  <a:pt x="2333" y="571"/>
                </a:lnTo>
                <a:lnTo>
                  <a:pt x="2332" y="571"/>
                </a:lnTo>
                <a:lnTo>
                  <a:pt x="2330" y="572"/>
                </a:lnTo>
                <a:lnTo>
                  <a:pt x="2329" y="573"/>
                </a:lnTo>
                <a:lnTo>
                  <a:pt x="2328" y="573"/>
                </a:lnTo>
                <a:lnTo>
                  <a:pt x="2326" y="574"/>
                </a:lnTo>
                <a:lnTo>
                  <a:pt x="2324" y="575"/>
                </a:lnTo>
                <a:lnTo>
                  <a:pt x="2323" y="576"/>
                </a:lnTo>
                <a:lnTo>
                  <a:pt x="2322" y="576"/>
                </a:lnTo>
                <a:lnTo>
                  <a:pt x="2321" y="577"/>
                </a:lnTo>
                <a:lnTo>
                  <a:pt x="2320" y="577"/>
                </a:lnTo>
                <a:lnTo>
                  <a:pt x="2318" y="578"/>
                </a:lnTo>
                <a:lnTo>
                  <a:pt x="2316" y="578"/>
                </a:lnTo>
                <a:lnTo>
                  <a:pt x="2315" y="578"/>
                </a:lnTo>
                <a:lnTo>
                  <a:pt x="2314" y="579"/>
                </a:lnTo>
                <a:lnTo>
                  <a:pt x="2313" y="580"/>
                </a:lnTo>
                <a:lnTo>
                  <a:pt x="2310" y="582"/>
                </a:lnTo>
                <a:lnTo>
                  <a:pt x="2310" y="583"/>
                </a:lnTo>
                <a:lnTo>
                  <a:pt x="2308" y="583"/>
                </a:lnTo>
                <a:lnTo>
                  <a:pt x="2308" y="584"/>
                </a:lnTo>
                <a:lnTo>
                  <a:pt x="2307" y="584"/>
                </a:lnTo>
                <a:lnTo>
                  <a:pt x="2306" y="585"/>
                </a:lnTo>
                <a:lnTo>
                  <a:pt x="2304" y="586"/>
                </a:lnTo>
                <a:lnTo>
                  <a:pt x="2300" y="588"/>
                </a:lnTo>
                <a:lnTo>
                  <a:pt x="2297" y="589"/>
                </a:lnTo>
                <a:lnTo>
                  <a:pt x="2295" y="590"/>
                </a:lnTo>
                <a:lnTo>
                  <a:pt x="2291" y="592"/>
                </a:lnTo>
                <a:lnTo>
                  <a:pt x="2290" y="593"/>
                </a:lnTo>
                <a:lnTo>
                  <a:pt x="2289" y="593"/>
                </a:lnTo>
                <a:lnTo>
                  <a:pt x="2288" y="595"/>
                </a:lnTo>
                <a:lnTo>
                  <a:pt x="2287" y="597"/>
                </a:lnTo>
                <a:lnTo>
                  <a:pt x="2287" y="598"/>
                </a:lnTo>
                <a:lnTo>
                  <a:pt x="2286" y="598"/>
                </a:lnTo>
                <a:lnTo>
                  <a:pt x="2286" y="600"/>
                </a:lnTo>
                <a:lnTo>
                  <a:pt x="2286" y="601"/>
                </a:lnTo>
                <a:lnTo>
                  <a:pt x="2285" y="602"/>
                </a:lnTo>
                <a:lnTo>
                  <a:pt x="2284" y="605"/>
                </a:lnTo>
                <a:lnTo>
                  <a:pt x="2284" y="606"/>
                </a:lnTo>
                <a:lnTo>
                  <a:pt x="2284" y="607"/>
                </a:lnTo>
                <a:lnTo>
                  <a:pt x="2282" y="608"/>
                </a:lnTo>
                <a:lnTo>
                  <a:pt x="2280" y="609"/>
                </a:lnTo>
                <a:lnTo>
                  <a:pt x="2279" y="610"/>
                </a:lnTo>
                <a:lnTo>
                  <a:pt x="2278" y="610"/>
                </a:lnTo>
                <a:lnTo>
                  <a:pt x="2277" y="611"/>
                </a:lnTo>
                <a:lnTo>
                  <a:pt x="2276" y="611"/>
                </a:lnTo>
                <a:lnTo>
                  <a:pt x="2276" y="612"/>
                </a:lnTo>
                <a:lnTo>
                  <a:pt x="2275" y="612"/>
                </a:lnTo>
                <a:lnTo>
                  <a:pt x="2276" y="613"/>
                </a:lnTo>
                <a:lnTo>
                  <a:pt x="2276" y="614"/>
                </a:lnTo>
                <a:lnTo>
                  <a:pt x="2277" y="614"/>
                </a:lnTo>
                <a:lnTo>
                  <a:pt x="2276" y="614"/>
                </a:lnTo>
                <a:lnTo>
                  <a:pt x="2277" y="614"/>
                </a:lnTo>
                <a:lnTo>
                  <a:pt x="2277" y="615"/>
                </a:lnTo>
                <a:lnTo>
                  <a:pt x="2277" y="616"/>
                </a:lnTo>
                <a:lnTo>
                  <a:pt x="2278" y="616"/>
                </a:lnTo>
                <a:lnTo>
                  <a:pt x="2278" y="617"/>
                </a:lnTo>
                <a:lnTo>
                  <a:pt x="2278" y="616"/>
                </a:lnTo>
                <a:lnTo>
                  <a:pt x="2278" y="617"/>
                </a:lnTo>
                <a:lnTo>
                  <a:pt x="2279" y="617"/>
                </a:lnTo>
                <a:lnTo>
                  <a:pt x="2279" y="618"/>
                </a:lnTo>
                <a:lnTo>
                  <a:pt x="2279" y="617"/>
                </a:lnTo>
                <a:lnTo>
                  <a:pt x="2279" y="618"/>
                </a:lnTo>
                <a:lnTo>
                  <a:pt x="2279" y="619"/>
                </a:lnTo>
                <a:lnTo>
                  <a:pt x="2280" y="620"/>
                </a:lnTo>
                <a:lnTo>
                  <a:pt x="2281" y="620"/>
                </a:lnTo>
                <a:lnTo>
                  <a:pt x="2281" y="621"/>
                </a:lnTo>
                <a:lnTo>
                  <a:pt x="2282" y="621"/>
                </a:lnTo>
                <a:lnTo>
                  <a:pt x="2283" y="621"/>
                </a:lnTo>
                <a:lnTo>
                  <a:pt x="2283" y="622"/>
                </a:lnTo>
                <a:lnTo>
                  <a:pt x="2283" y="623"/>
                </a:lnTo>
                <a:lnTo>
                  <a:pt x="2284" y="623"/>
                </a:lnTo>
                <a:lnTo>
                  <a:pt x="2284" y="624"/>
                </a:lnTo>
                <a:lnTo>
                  <a:pt x="2285" y="625"/>
                </a:lnTo>
                <a:lnTo>
                  <a:pt x="2285" y="626"/>
                </a:lnTo>
                <a:lnTo>
                  <a:pt x="2286" y="626"/>
                </a:lnTo>
                <a:lnTo>
                  <a:pt x="2286" y="627"/>
                </a:lnTo>
                <a:lnTo>
                  <a:pt x="2287" y="628"/>
                </a:lnTo>
                <a:lnTo>
                  <a:pt x="2287" y="629"/>
                </a:lnTo>
                <a:lnTo>
                  <a:pt x="2288" y="630"/>
                </a:lnTo>
                <a:lnTo>
                  <a:pt x="2289" y="630"/>
                </a:lnTo>
                <a:lnTo>
                  <a:pt x="2289" y="631"/>
                </a:lnTo>
                <a:lnTo>
                  <a:pt x="2290" y="631"/>
                </a:lnTo>
                <a:lnTo>
                  <a:pt x="2291" y="632"/>
                </a:lnTo>
                <a:lnTo>
                  <a:pt x="2292" y="632"/>
                </a:lnTo>
                <a:lnTo>
                  <a:pt x="2293" y="634"/>
                </a:lnTo>
                <a:lnTo>
                  <a:pt x="2293" y="635"/>
                </a:lnTo>
                <a:lnTo>
                  <a:pt x="2294" y="635"/>
                </a:lnTo>
                <a:lnTo>
                  <a:pt x="2294" y="636"/>
                </a:lnTo>
                <a:lnTo>
                  <a:pt x="2295" y="636"/>
                </a:lnTo>
                <a:lnTo>
                  <a:pt x="2296" y="636"/>
                </a:lnTo>
                <a:lnTo>
                  <a:pt x="2296" y="637"/>
                </a:lnTo>
                <a:lnTo>
                  <a:pt x="2297" y="637"/>
                </a:lnTo>
                <a:lnTo>
                  <a:pt x="2298" y="637"/>
                </a:lnTo>
                <a:lnTo>
                  <a:pt x="2298" y="638"/>
                </a:lnTo>
                <a:lnTo>
                  <a:pt x="2299" y="638"/>
                </a:lnTo>
                <a:lnTo>
                  <a:pt x="2300" y="638"/>
                </a:lnTo>
                <a:lnTo>
                  <a:pt x="2301" y="638"/>
                </a:lnTo>
                <a:lnTo>
                  <a:pt x="2303" y="638"/>
                </a:lnTo>
                <a:lnTo>
                  <a:pt x="2304" y="639"/>
                </a:lnTo>
                <a:lnTo>
                  <a:pt x="2305" y="639"/>
                </a:lnTo>
                <a:lnTo>
                  <a:pt x="2305" y="640"/>
                </a:lnTo>
                <a:lnTo>
                  <a:pt x="2305" y="639"/>
                </a:lnTo>
                <a:lnTo>
                  <a:pt x="2306" y="640"/>
                </a:lnTo>
                <a:lnTo>
                  <a:pt x="2307" y="640"/>
                </a:lnTo>
                <a:lnTo>
                  <a:pt x="2308" y="640"/>
                </a:lnTo>
                <a:lnTo>
                  <a:pt x="2309" y="640"/>
                </a:lnTo>
                <a:lnTo>
                  <a:pt x="2310" y="640"/>
                </a:lnTo>
                <a:lnTo>
                  <a:pt x="2311" y="640"/>
                </a:lnTo>
                <a:lnTo>
                  <a:pt x="2311" y="641"/>
                </a:lnTo>
                <a:lnTo>
                  <a:pt x="2312" y="641"/>
                </a:lnTo>
                <a:lnTo>
                  <a:pt x="2313" y="641"/>
                </a:lnTo>
                <a:lnTo>
                  <a:pt x="2314" y="641"/>
                </a:lnTo>
                <a:lnTo>
                  <a:pt x="2315" y="640"/>
                </a:lnTo>
                <a:lnTo>
                  <a:pt x="2315" y="641"/>
                </a:lnTo>
                <a:lnTo>
                  <a:pt x="2315" y="642"/>
                </a:lnTo>
                <a:lnTo>
                  <a:pt x="2314" y="642"/>
                </a:lnTo>
                <a:lnTo>
                  <a:pt x="2314" y="643"/>
                </a:lnTo>
                <a:lnTo>
                  <a:pt x="2313" y="643"/>
                </a:lnTo>
                <a:lnTo>
                  <a:pt x="2313" y="644"/>
                </a:lnTo>
                <a:lnTo>
                  <a:pt x="2312" y="644"/>
                </a:lnTo>
                <a:lnTo>
                  <a:pt x="2311" y="645"/>
                </a:lnTo>
                <a:lnTo>
                  <a:pt x="2310" y="645"/>
                </a:lnTo>
                <a:lnTo>
                  <a:pt x="2310" y="646"/>
                </a:lnTo>
                <a:lnTo>
                  <a:pt x="2308" y="647"/>
                </a:lnTo>
                <a:lnTo>
                  <a:pt x="2308" y="649"/>
                </a:lnTo>
                <a:lnTo>
                  <a:pt x="2308" y="650"/>
                </a:lnTo>
                <a:lnTo>
                  <a:pt x="2308" y="651"/>
                </a:lnTo>
                <a:lnTo>
                  <a:pt x="2309" y="651"/>
                </a:lnTo>
                <a:lnTo>
                  <a:pt x="2308" y="651"/>
                </a:lnTo>
                <a:lnTo>
                  <a:pt x="2309" y="652"/>
                </a:lnTo>
                <a:lnTo>
                  <a:pt x="2310" y="652"/>
                </a:lnTo>
                <a:lnTo>
                  <a:pt x="2309" y="653"/>
                </a:lnTo>
                <a:lnTo>
                  <a:pt x="2309" y="654"/>
                </a:lnTo>
                <a:lnTo>
                  <a:pt x="2310" y="654"/>
                </a:lnTo>
                <a:lnTo>
                  <a:pt x="2311" y="654"/>
                </a:lnTo>
                <a:lnTo>
                  <a:pt x="2312" y="654"/>
                </a:lnTo>
                <a:lnTo>
                  <a:pt x="2313" y="654"/>
                </a:lnTo>
                <a:lnTo>
                  <a:pt x="2314" y="654"/>
                </a:lnTo>
                <a:lnTo>
                  <a:pt x="2315" y="653"/>
                </a:lnTo>
                <a:lnTo>
                  <a:pt x="2316" y="653"/>
                </a:lnTo>
                <a:lnTo>
                  <a:pt x="2316" y="652"/>
                </a:lnTo>
                <a:lnTo>
                  <a:pt x="2317" y="652"/>
                </a:lnTo>
                <a:lnTo>
                  <a:pt x="2317" y="653"/>
                </a:lnTo>
                <a:lnTo>
                  <a:pt x="2317" y="652"/>
                </a:lnTo>
                <a:lnTo>
                  <a:pt x="2318" y="652"/>
                </a:lnTo>
                <a:lnTo>
                  <a:pt x="2319" y="652"/>
                </a:lnTo>
                <a:lnTo>
                  <a:pt x="2318" y="652"/>
                </a:lnTo>
                <a:lnTo>
                  <a:pt x="2319" y="652"/>
                </a:lnTo>
                <a:lnTo>
                  <a:pt x="2319" y="653"/>
                </a:lnTo>
                <a:lnTo>
                  <a:pt x="2319" y="654"/>
                </a:lnTo>
                <a:lnTo>
                  <a:pt x="2319" y="655"/>
                </a:lnTo>
                <a:lnTo>
                  <a:pt x="2318" y="655"/>
                </a:lnTo>
                <a:lnTo>
                  <a:pt x="2319" y="656"/>
                </a:lnTo>
                <a:lnTo>
                  <a:pt x="2319" y="657"/>
                </a:lnTo>
                <a:lnTo>
                  <a:pt x="2318" y="657"/>
                </a:lnTo>
                <a:lnTo>
                  <a:pt x="2318" y="658"/>
                </a:lnTo>
                <a:lnTo>
                  <a:pt x="2317" y="659"/>
                </a:lnTo>
                <a:lnTo>
                  <a:pt x="2317" y="660"/>
                </a:lnTo>
                <a:lnTo>
                  <a:pt x="2318" y="660"/>
                </a:lnTo>
                <a:lnTo>
                  <a:pt x="2318" y="661"/>
                </a:lnTo>
                <a:lnTo>
                  <a:pt x="2319" y="661"/>
                </a:lnTo>
                <a:lnTo>
                  <a:pt x="2319" y="662"/>
                </a:lnTo>
                <a:lnTo>
                  <a:pt x="2319" y="663"/>
                </a:lnTo>
                <a:lnTo>
                  <a:pt x="2319" y="664"/>
                </a:lnTo>
                <a:lnTo>
                  <a:pt x="2319" y="665"/>
                </a:lnTo>
                <a:lnTo>
                  <a:pt x="2320" y="666"/>
                </a:lnTo>
                <a:lnTo>
                  <a:pt x="2320" y="667"/>
                </a:lnTo>
                <a:lnTo>
                  <a:pt x="2321" y="668"/>
                </a:lnTo>
                <a:lnTo>
                  <a:pt x="2321" y="669"/>
                </a:lnTo>
                <a:lnTo>
                  <a:pt x="2321" y="670"/>
                </a:lnTo>
                <a:lnTo>
                  <a:pt x="2322" y="670"/>
                </a:lnTo>
                <a:lnTo>
                  <a:pt x="2322" y="669"/>
                </a:lnTo>
                <a:lnTo>
                  <a:pt x="2323" y="669"/>
                </a:lnTo>
                <a:lnTo>
                  <a:pt x="2323" y="670"/>
                </a:lnTo>
                <a:lnTo>
                  <a:pt x="2324" y="670"/>
                </a:lnTo>
                <a:lnTo>
                  <a:pt x="2324" y="671"/>
                </a:lnTo>
                <a:lnTo>
                  <a:pt x="2325" y="671"/>
                </a:lnTo>
                <a:lnTo>
                  <a:pt x="2326" y="672"/>
                </a:lnTo>
                <a:lnTo>
                  <a:pt x="2327" y="672"/>
                </a:lnTo>
                <a:lnTo>
                  <a:pt x="2328" y="672"/>
                </a:lnTo>
                <a:lnTo>
                  <a:pt x="2328" y="673"/>
                </a:lnTo>
                <a:lnTo>
                  <a:pt x="2328" y="674"/>
                </a:lnTo>
                <a:lnTo>
                  <a:pt x="2327" y="674"/>
                </a:lnTo>
                <a:lnTo>
                  <a:pt x="2328" y="674"/>
                </a:lnTo>
                <a:lnTo>
                  <a:pt x="2328" y="675"/>
                </a:lnTo>
                <a:lnTo>
                  <a:pt x="2329" y="676"/>
                </a:lnTo>
                <a:lnTo>
                  <a:pt x="2330" y="676"/>
                </a:lnTo>
                <a:lnTo>
                  <a:pt x="2331" y="676"/>
                </a:lnTo>
                <a:lnTo>
                  <a:pt x="2331" y="675"/>
                </a:lnTo>
                <a:lnTo>
                  <a:pt x="2332" y="675"/>
                </a:lnTo>
                <a:lnTo>
                  <a:pt x="2333" y="675"/>
                </a:lnTo>
                <a:lnTo>
                  <a:pt x="2333" y="674"/>
                </a:lnTo>
                <a:lnTo>
                  <a:pt x="2334" y="674"/>
                </a:lnTo>
                <a:lnTo>
                  <a:pt x="2334" y="675"/>
                </a:lnTo>
                <a:lnTo>
                  <a:pt x="2334" y="674"/>
                </a:lnTo>
                <a:lnTo>
                  <a:pt x="2335" y="674"/>
                </a:lnTo>
                <a:lnTo>
                  <a:pt x="2336" y="674"/>
                </a:lnTo>
                <a:lnTo>
                  <a:pt x="2336" y="675"/>
                </a:lnTo>
                <a:lnTo>
                  <a:pt x="2337" y="675"/>
                </a:lnTo>
                <a:lnTo>
                  <a:pt x="2338" y="675"/>
                </a:lnTo>
                <a:lnTo>
                  <a:pt x="2339" y="675"/>
                </a:lnTo>
                <a:lnTo>
                  <a:pt x="2340" y="674"/>
                </a:lnTo>
                <a:lnTo>
                  <a:pt x="2341" y="674"/>
                </a:lnTo>
                <a:lnTo>
                  <a:pt x="2342" y="674"/>
                </a:lnTo>
                <a:lnTo>
                  <a:pt x="2343" y="673"/>
                </a:lnTo>
                <a:lnTo>
                  <a:pt x="2344" y="673"/>
                </a:lnTo>
                <a:lnTo>
                  <a:pt x="2344" y="672"/>
                </a:lnTo>
                <a:lnTo>
                  <a:pt x="2344" y="671"/>
                </a:lnTo>
                <a:lnTo>
                  <a:pt x="2344" y="670"/>
                </a:lnTo>
                <a:lnTo>
                  <a:pt x="2345" y="670"/>
                </a:lnTo>
                <a:lnTo>
                  <a:pt x="2345" y="669"/>
                </a:lnTo>
                <a:lnTo>
                  <a:pt x="2345" y="668"/>
                </a:lnTo>
                <a:lnTo>
                  <a:pt x="2346" y="668"/>
                </a:lnTo>
                <a:lnTo>
                  <a:pt x="2347" y="667"/>
                </a:lnTo>
                <a:lnTo>
                  <a:pt x="2347" y="666"/>
                </a:lnTo>
                <a:lnTo>
                  <a:pt x="2348" y="666"/>
                </a:lnTo>
                <a:lnTo>
                  <a:pt x="2348" y="665"/>
                </a:lnTo>
                <a:lnTo>
                  <a:pt x="2347" y="664"/>
                </a:lnTo>
                <a:lnTo>
                  <a:pt x="2348" y="664"/>
                </a:lnTo>
                <a:lnTo>
                  <a:pt x="2348" y="663"/>
                </a:lnTo>
                <a:lnTo>
                  <a:pt x="2347" y="663"/>
                </a:lnTo>
                <a:lnTo>
                  <a:pt x="2348" y="663"/>
                </a:lnTo>
                <a:lnTo>
                  <a:pt x="2348" y="662"/>
                </a:lnTo>
                <a:lnTo>
                  <a:pt x="2349" y="662"/>
                </a:lnTo>
                <a:lnTo>
                  <a:pt x="2350" y="662"/>
                </a:lnTo>
                <a:lnTo>
                  <a:pt x="2351" y="663"/>
                </a:lnTo>
                <a:lnTo>
                  <a:pt x="2351" y="662"/>
                </a:lnTo>
                <a:lnTo>
                  <a:pt x="2352" y="662"/>
                </a:lnTo>
                <a:lnTo>
                  <a:pt x="2353" y="662"/>
                </a:lnTo>
                <a:lnTo>
                  <a:pt x="2354" y="662"/>
                </a:lnTo>
                <a:lnTo>
                  <a:pt x="2355" y="661"/>
                </a:lnTo>
                <a:lnTo>
                  <a:pt x="2356" y="662"/>
                </a:lnTo>
                <a:lnTo>
                  <a:pt x="2357" y="663"/>
                </a:lnTo>
                <a:lnTo>
                  <a:pt x="2358" y="664"/>
                </a:lnTo>
                <a:lnTo>
                  <a:pt x="2358" y="665"/>
                </a:lnTo>
                <a:lnTo>
                  <a:pt x="2359" y="665"/>
                </a:lnTo>
                <a:lnTo>
                  <a:pt x="2360" y="665"/>
                </a:lnTo>
                <a:lnTo>
                  <a:pt x="2360" y="664"/>
                </a:lnTo>
                <a:lnTo>
                  <a:pt x="2360" y="665"/>
                </a:lnTo>
                <a:lnTo>
                  <a:pt x="2361" y="664"/>
                </a:lnTo>
                <a:lnTo>
                  <a:pt x="2362" y="664"/>
                </a:lnTo>
                <a:lnTo>
                  <a:pt x="2364" y="659"/>
                </a:lnTo>
                <a:lnTo>
                  <a:pt x="2364" y="657"/>
                </a:lnTo>
                <a:lnTo>
                  <a:pt x="2364" y="656"/>
                </a:lnTo>
                <a:lnTo>
                  <a:pt x="2364" y="654"/>
                </a:lnTo>
                <a:lnTo>
                  <a:pt x="2363" y="654"/>
                </a:lnTo>
                <a:lnTo>
                  <a:pt x="2363" y="653"/>
                </a:lnTo>
                <a:lnTo>
                  <a:pt x="2363" y="652"/>
                </a:lnTo>
                <a:lnTo>
                  <a:pt x="2362" y="652"/>
                </a:lnTo>
                <a:lnTo>
                  <a:pt x="2360" y="651"/>
                </a:lnTo>
                <a:lnTo>
                  <a:pt x="2359" y="651"/>
                </a:lnTo>
                <a:lnTo>
                  <a:pt x="2358" y="651"/>
                </a:lnTo>
                <a:lnTo>
                  <a:pt x="2355" y="651"/>
                </a:lnTo>
                <a:lnTo>
                  <a:pt x="2355" y="650"/>
                </a:lnTo>
                <a:lnTo>
                  <a:pt x="2355" y="649"/>
                </a:lnTo>
                <a:lnTo>
                  <a:pt x="2355" y="648"/>
                </a:lnTo>
                <a:lnTo>
                  <a:pt x="2356" y="648"/>
                </a:lnTo>
                <a:lnTo>
                  <a:pt x="2357" y="649"/>
                </a:lnTo>
                <a:lnTo>
                  <a:pt x="2358" y="649"/>
                </a:lnTo>
                <a:lnTo>
                  <a:pt x="2359" y="649"/>
                </a:lnTo>
                <a:lnTo>
                  <a:pt x="2359" y="650"/>
                </a:lnTo>
                <a:lnTo>
                  <a:pt x="2360" y="650"/>
                </a:lnTo>
                <a:lnTo>
                  <a:pt x="2361" y="651"/>
                </a:lnTo>
                <a:lnTo>
                  <a:pt x="2362" y="652"/>
                </a:lnTo>
                <a:lnTo>
                  <a:pt x="2363" y="652"/>
                </a:lnTo>
                <a:lnTo>
                  <a:pt x="2363" y="653"/>
                </a:lnTo>
                <a:lnTo>
                  <a:pt x="2363" y="654"/>
                </a:lnTo>
                <a:lnTo>
                  <a:pt x="2364" y="654"/>
                </a:lnTo>
                <a:lnTo>
                  <a:pt x="2365" y="654"/>
                </a:lnTo>
                <a:lnTo>
                  <a:pt x="2366" y="654"/>
                </a:lnTo>
                <a:lnTo>
                  <a:pt x="2367" y="654"/>
                </a:lnTo>
                <a:lnTo>
                  <a:pt x="2368" y="654"/>
                </a:lnTo>
                <a:lnTo>
                  <a:pt x="2369" y="654"/>
                </a:lnTo>
                <a:lnTo>
                  <a:pt x="2369" y="653"/>
                </a:lnTo>
                <a:lnTo>
                  <a:pt x="2370" y="653"/>
                </a:lnTo>
                <a:lnTo>
                  <a:pt x="2370" y="652"/>
                </a:lnTo>
                <a:lnTo>
                  <a:pt x="2371" y="652"/>
                </a:lnTo>
                <a:lnTo>
                  <a:pt x="2371" y="653"/>
                </a:lnTo>
                <a:lnTo>
                  <a:pt x="2371" y="652"/>
                </a:lnTo>
                <a:lnTo>
                  <a:pt x="2372" y="652"/>
                </a:lnTo>
                <a:lnTo>
                  <a:pt x="2373" y="653"/>
                </a:lnTo>
                <a:lnTo>
                  <a:pt x="2374" y="653"/>
                </a:lnTo>
                <a:lnTo>
                  <a:pt x="2374" y="652"/>
                </a:lnTo>
                <a:lnTo>
                  <a:pt x="2375" y="652"/>
                </a:lnTo>
                <a:lnTo>
                  <a:pt x="2375" y="654"/>
                </a:lnTo>
                <a:lnTo>
                  <a:pt x="2375" y="655"/>
                </a:lnTo>
                <a:lnTo>
                  <a:pt x="2375" y="656"/>
                </a:lnTo>
                <a:lnTo>
                  <a:pt x="2374" y="656"/>
                </a:lnTo>
                <a:lnTo>
                  <a:pt x="2374" y="657"/>
                </a:lnTo>
                <a:lnTo>
                  <a:pt x="2374" y="658"/>
                </a:lnTo>
                <a:lnTo>
                  <a:pt x="2373" y="659"/>
                </a:lnTo>
                <a:lnTo>
                  <a:pt x="2373" y="660"/>
                </a:lnTo>
                <a:lnTo>
                  <a:pt x="2373" y="661"/>
                </a:lnTo>
                <a:lnTo>
                  <a:pt x="2372" y="661"/>
                </a:lnTo>
                <a:lnTo>
                  <a:pt x="2372" y="662"/>
                </a:lnTo>
                <a:lnTo>
                  <a:pt x="2371" y="662"/>
                </a:lnTo>
                <a:lnTo>
                  <a:pt x="2371" y="663"/>
                </a:lnTo>
                <a:lnTo>
                  <a:pt x="2372" y="664"/>
                </a:lnTo>
                <a:lnTo>
                  <a:pt x="2372" y="665"/>
                </a:lnTo>
                <a:lnTo>
                  <a:pt x="2373" y="665"/>
                </a:lnTo>
                <a:lnTo>
                  <a:pt x="2375" y="665"/>
                </a:lnTo>
                <a:lnTo>
                  <a:pt x="2376" y="665"/>
                </a:lnTo>
                <a:lnTo>
                  <a:pt x="2377" y="665"/>
                </a:lnTo>
                <a:lnTo>
                  <a:pt x="2378" y="666"/>
                </a:lnTo>
                <a:lnTo>
                  <a:pt x="2379" y="666"/>
                </a:lnTo>
                <a:lnTo>
                  <a:pt x="2379" y="665"/>
                </a:lnTo>
                <a:lnTo>
                  <a:pt x="2380" y="664"/>
                </a:lnTo>
                <a:lnTo>
                  <a:pt x="2380" y="663"/>
                </a:lnTo>
                <a:lnTo>
                  <a:pt x="2379" y="662"/>
                </a:lnTo>
                <a:lnTo>
                  <a:pt x="2379" y="661"/>
                </a:lnTo>
                <a:lnTo>
                  <a:pt x="2380" y="661"/>
                </a:lnTo>
                <a:lnTo>
                  <a:pt x="2380" y="660"/>
                </a:lnTo>
                <a:lnTo>
                  <a:pt x="2380" y="659"/>
                </a:lnTo>
                <a:lnTo>
                  <a:pt x="2381" y="659"/>
                </a:lnTo>
                <a:lnTo>
                  <a:pt x="2383" y="659"/>
                </a:lnTo>
                <a:lnTo>
                  <a:pt x="2383" y="660"/>
                </a:lnTo>
                <a:lnTo>
                  <a:pt x="2382" y="661"/>
                </a:lnTo>
                <a:lnTo>
                  <a:pt x="2382" y="662"/>
                </a:lnTo>
                <a:lnTo>
                  <a:pt x="2383" y="662"/>
                </a:lnTo>
                <a:lnTo>
                  <a:pt x="2383" y="663"/>
                </a:lnTo>
                <a:lnTo>
                  <a:pt x="2384" y="663"/>
                </a:lnTo>
                <a:lnTo>
                  <a:pt x="2384" y="664"/>
                </a:lnTo>
                <a:lnTo>
                  <a:pt x="2383" y="664"/>
                </a:lnTo>
                <a:lnTo>
                  <a:pt x="2383" y="665"/>
                </a:lnTo>
                <a:lnTo>
                  <a:pt x="2382" y="665"/>
                </a:lnTo>
                <a:lnTo>
                  <a:pt x="2381" y="665"/>
                </a:lnTo>
                <a:lnTo>
                  <a:pt x="2380" y="665"/>
                </a:lnTo>
                <a:lnTo>
                  <a:pt x="2380" y="666"/>
                </a:lnTo>
                <a:lnTo>
                  <a:pt x="2381" y="666"/>
                </a:lnTo>
                <a:lnTo>
                  <a:pt x="2381" y="667"/>
                </a:lnTo>
                <a:lnTo>
                  <a:pt x="2382" y="667"/>
                </a:lnTo>
                <a:lnTo>
                  <a:pt x="2383" y="667"/>
                </a:lnTo>
                <a:lnTo>
                  <a:pt x="2385" y="667"/>
                </a:lnTo>
                <a:lnTo>
                  <a:pt x="2384" y="667"/>
                </a:lnTo>
                <a:lnTo>
                  <a:pt x="2384" y="668"/>
                </a:lnTo>
                <a:lnTo>
                  <a:pt x="2384" y="669"/>
                </a:lnTo>
                <a:lnTo>
                  <a:pt x="2385" y="669"/>
                </a:lnTo>
                <a:lnTo>
                  <a:pt x="2384" y="669"/>
                </a:lnTo>
                <a:lnTo>
                  <a:pt x="2384" y="670"/>
                </a:lnTo>
                <a:lnTo>
                  <a:pt x="2385" y="672"/>
                </a:lnTo>
                <a:lnTo>
                  <a:pt x="2384" y="672"/>
                </a:lnTo>
                <a:lnTo>
                  <a:pt x="2384" y="673"/>
                </a:lnTo>
                <a:lnTo>
                  <a:pt x="2384" y="674"/>
                </a:lnTo>
                <a:lnTo>
                  <a:pt x="2385" y="674"/>
                </a:lnTo>
                <a:lnTo>
                  <a:pt x="2385" y="675"/>
                </a:lnTo>
                <a:lnTo>
                  <a:pt x="2385" y="676"/>
                </a:lnTo>
                <a:lnTo>
                  <a:pt x="2384" y="676"/>
                </a:lnTo>
                <a:lnTo>
                  <a:pt x="2383" y="678"/>
                </a:lnTo>
                <a:lnTo>
                  <a:pt x="2382" y="679"/>
                </a:lnTo>
                <a:lnTo>
                  <a:pt x="2382" y="680"/>
                </a:lnTo>
                <a:lnTo>
                  <a:pt x="2379" y="680"/>
                </a:lnTo>
                <a:lnTo>
                  <a:pt x="2376" y="680"/>
                </a:lnTo>
                <a:lnTo>
                  <a:pt x="2374" y="680"/>
                </a:lnTo>
                <a:lnTo>
                  <a:pt x="2373" y="680"/>
                </a:lnTo>
                <a:lnTo>
                  <a:pt x="2371" y="680"/>
                </a:lnTo>
                <a:lnTo>
                  <a:pt x="2366" y="680"/>
                </a:lnTo>
                <a:lnTo>
                  <a:pt x="2361" y="681"/>
                </a:lnTo>
                <a:lnTo>
                  <a:pt x="2360" y="681"/>
                </a:lnTo>
                <a:lnTo>
                  <a:pt x="2359" y="681"/>
                </a:lnTo>
                <a:lnTo>
                  <a:pt x="2359" y="682"/>
                </a:lnTo>
                <a:lnTo>
                  <a:pt x="2358" y="682"/>
                </a:lnTo>
                <a:lnTo>
                  <a:pt x="2357" y="682"/>
                </a:lnTo>
                <a:lnTo>
                  <a:pt x="2356" y="682"/>
                </a:lnTo>
                <a:lnTo>
                  <a:pt x="2355" y="682"/>
                </a:lnTo>
                <a:lnTo>
                  <a:pt x="2353" y="682"/>
                </a:lnTo>
                <a:lnTo>
                  <a:pt x="2353" y="683"/>
                </a:lnTo>
                <a:lnTo>
                  <a:pt x="2352" y="683"/>
                </a:lnTo>
                <a:lnTo>
                  <a:pt x="2352" y="684"/>
                </a:lnTo>
                <a:lnTo>
                  <a:pt x="2353" y="684"/>
                </a:lnTo>
                <a:lnTo>
                  <a:pt x="2353" y="685"/>
                </a:lnTo>
                <a:lnTo>
                  <a:pt x="2353" y="686"/>
                </a:lnTo>
                <a:lnTo>
                  <a:pt x="2353" y="687"/>
                </a:lnTo>
                <a:lnTo>
                  <a:pt x="2352" y="687"/>
                </a:lnTo>
                <a:lnTo>
                  <a:pt x="2351" y="688"/>
                </a:lnTo>
                <a:lnTo>
                  <a:pt x="2350" y="688"/>
                </a:lnTo>
                <a:lnTo>
                  <a:pt x="2350" y="689"/>
                </a:lnTo>
                <a:lnTo>
                  <a:pt x="2349" y="689"/>
                </a:lnTo>
                <a:lnTo>
                  <a:pt x="2349" y="690"/>
                </a:lnTo>
                <a:lnTo>
                  <a:pt x="2348" y="690"/>
                </a:lnTo>
                <a:lnTo>
                  <a:pt x="2348" y="689"/>
                </a:lnTo>
                <a:lnTo>
                  <a:pt x="2348" y="690"/>
                </a:lnTo>
                <a:lnTo>
                  <a:pt x="2347" y="690"/>
                </a:lnTo>
                <a:lnTo>
                  <a:pt x="2347" y="689"/>
                </a:lnTo>
                <a:lnTo>
                  <a:pt x="2346" y="689"/>
                </a:lnTo>
                <a:lnTo>
                  <a:pt x="2345" y="688"/>
                </a:lnTo>
                <a:lnTo>
                  <a:pt x="2345" y="687"/>
                </a:lnTo>
                <a:lnTo>
                  <a:pt x="2344" y="687"/>
                </a:lnTo>
                <a:lnTo>
                  <a:pt x="2342" y="687"/>
                </a:lnTo>
                <a:lnTo>
                  <a:pt x="2341" y="688"/>
                </a:lnTo>
                <a:lnTo>
                  <a:pt x="2340" y="688"/>
                </a:lnTo>
                <a:lnTo>
                  <a:pt x="2339" y="688"/>
                </a:lnTo>
                <a:lnTo>
                  <a:pt x="2338" y="688"/>
                </a:lnTo>
                <a:lnTo>
                  <a:pt x="2337" y="688"/>
                </a:lnTo>
                <a:lnTo>
                  <a:pt x="2337" y="689"/>
                </a:lnTo>
                <a:lnTo>
                  <a:pt x="2336" y="690"/>
                </a:lnTo>
                <a:lnTo>
                  <a:pt x="2335" y="688"/>
                </a:lnTo>
                <a:lnTo>
                  <a:pt x="2335" y="687"/>
                </a:lnTo>
                <a:lnTo>
                  <a:pt x="2335" y="686"/>
                </a:lnTo>
                <a:lnTo>
                  <a:pt x="2334" y="686"/>
                </a:lnTo>
                <a:lnTo>
                  <a:pt x="2332" y="687"/>
                </a:lnTo>
                <a:lnTo>
                  <a:pt x="2332" y="688"/>
                </a:lnTo>
                <a:lnTo>
                  <a:pt x="2333" y="689"/>
                </a:lnTo>
                <a:lnTo>
                  <a:pt x="2333" y="691"/>
                </a:lnTo>
                <a:lnTo>
                  <a:pt x="2330" y="691"/>
                </a:lnTo>
                <a:lnTo>
                  <a:pt x="2329" y="691"/>
                </a:lnTo>
                <a:lnTo>
                  <a:pt x="2328" y="691"/>
                </a:lnTo>
                <a:lnTo>
                  <a:pt x="2328" y="692"/>
                </a:lnTo>
                <a:lnTo>
                  <a:pt x="2329" y="695"/>
                </a:lnTo>
                <a:lnTo>
                  <a:pt x="2329" y="696"/>
                </a:lnTo>
                <a:lnTo>
                  <a:pt x="2329" y="703"/>
                </a:lnTo>
                <a:lnTo>
                  <a:pt x="2329" y="704"/>
                </a:lnTo>
                <a:lnTo>
                  <a:pt x="2329" y="705"/>
                </a:lnTo>
                <a:lnTo>
                  <a:pt x="2329" y="706"/>
                </a:lnTo>
                <a:lnTo>
                  <a:pt x="2336" y="715"/>
                </a:lnTo>
                <a:lnTo>
                  <a:pt x="2340" y="718"/>
                </a:lnTo>
                <a:lnTo>
                  <a:pt x="2340" y="719"/>
                </a:lnTo>
                <a:lnTo>
                  <a:pt x="2341" y="719"/>
                </a:lnTo>
                <a:lnTo>
                  <a:pt x="2344" y="725"/>
                </a:lnTo>
                <a:lnTo>
                  <a:pt x="2343" y="725"/>
                </a:lnTo>
                <a:lnTo>
                  <a:pt x="2341" y="727"/>
                </a:lnTo>
                <a:lnTo>
                  <a:pt x="2340" y="728"/>
                </a:lnTo>
                <a:lnTo>
                  <a:pt x="2340" y="732"/>
                </a:lnTo>
                <a:lnTo>
                  <a:pt x="2339" y="732"/>
                </a:lnTo>
                <a:lnTo>
                  <a:pt x="2337" y="732"/>
                </a:lnTo>
                <a:lnTo>
                  <a:pt x="2337" y="733"/>
                </a:lnTo>
                <a:lnTo>
                  <a:pt x="2338" y="737"/>
                </a:lnTo>
                <a:lnTo>
                  <a:pt x="2334" y="737"/>
                </a:lnTo>
                <a:lnTo>
                  <a:pt x="2332" y="740"/>
                </a:lnTo>
                <a:lnTo>
                  <a:pt x="2329" y="740"/>
                </a:lnTo>
                <a:lnTo>
                  <a:pt x="2324" y="741"/>
                </a:lnTo>
                <a:lnTo>
                  <a:pt x="2309" y="742"/>
                </a:lnTo>
                <a:lnTo>
                  <a:pt x="2313" y="759"/>
                </a:lnTo>
                <a:lnTo>
                  <a:pt x="2312" y="759"/>
                </a:lnTo>
                <a:lnTo>
                  <a:pt x="2312" y="761"/>
                </a:lnTo>
                <a:lnTo>
                  <a:pt x="2312" y="762"/>
                </a:lnTo>
                <a:lnTo>
                  <a:pt x="2311" y="762"/>
                </a:lnTo>
                <a:lnTo>
                  <a:pt x="2310" y="765"/>
                </a:lnTo>
                <a:lnTo>
                  <a:pt x="2308" y="765"/>
                </a:lnTo>
                <a:lnTo>
                  <a:pt x="2307" y="765"/>
                </a:lnTo>
                <a:lnTo>
                  <a:pt x="2307" y="766"/>
                </a:lnTo>
                <a:lnTo>
                  <a:pt x="2306" y="766"/>
                </a:lnTo>
                <a:lnTo>
                  <a:pt x="2306" y="767"/>
                </a:lnTo>
                <a:lnTo>
                  <a:pt x="2306" y="768"/>
                </a:lnTo>
                <a:lnTo>
                  <a:pt x="2307" y="769"/>
                </a:lnTo>
                <a:lnTo>
                  <a:pt x="2307" y="770"/>
                </a:lnTo>
                <a:lnTo>
                  <a:pt x="2308" y="771"/>
                </a:lnTo>
                <a:lnTo>
                  <a:pt x="2308" y="772"/>
                </a:lnTo>
                <a:lnTo>
                  <a:pt x="2309" y="772"/>
                </a:lnTo>
                <a:lnTo>
                  <a:pt x="2309" y="773"/>
                </a:lnTo>
                <a:lnTo>
                  <a:pt x="2309" y="774"/>
                </a:lnTo>
                <a:lnTo>
                  <a:pt x="2308" y="775"/>
                </a:lnTo>
                <a:lnTo>
                  <a:pt x="2307" y="776"/>
                </a:lnTo>
                <a:lnTo>
                  <a:pt x="2306" y="776"/>
                </a:lnTo>
                <a:lnTo>
                  <a:pt x="2306" y="777"/>
                </a:lnTo>
                <a:lnTo>
                  <a:pt x="2305" y="777"/>
                </a:lnTo>
                <a:lnTo>
                  <a:pt x="2306" y="777"/>
                </a:lnTo>
                <a:lnTo>
                  <a:pt x="2306" y="778"/>
                </a:lnTo>
                <a:lnTo>
                  <a:pt x="2305" y="779"/>
                </a:lnTo>
                <a:lnTo>
                  <a:pt x="2305" y="780"/>
                </a:lnTo>
                <a:lnTo>
                  <a:pt x="2301" y="780"/>
                </a:lnTo>
                <a:lnTo>
                  <a:pt x="2298" y="781"/>
                </a:lnTo>
                <a:lnTo>
                  <a:pt x="2298" y="779"/>
                </a:lnTo>
                <a:lnTo>
                  <a:pt x="2298" y="778"/>
                </a:lnTo>
                <a:lnTo>
                  <a:pt x="2298" y="777"/>
                </a:lnTo>
                <a:lnTo>
                  <a:pt x="2296" y="777"/>
                </a:lnTo>
                <a:lnTo>
                  <a:pt x="2296" y="776"/>
                </a:lnTo>
                <a:lnTo>
                  <a:pt x="2296" y="775"/>
                </a:lnTo>
                <a:lnTo>
                  <a:pt x="2296" y="774"/>
                </a:lnTo>
                <a:lnTo>
                  <a:pt x="2293" y="773"/>
                </a:lnTo>
                <a:lnTo>
                  <a:pt x="2292" y="773"/>
                </a:lnTo>
                <a:lnTo>
                  <a:pt x="2290" y="771"/>
                </a:lnTo>
                <a:lnTo>
                  <a:pt x="2289" y="770"/>
                </a:lnTo>
                <a:lnTo>
                  <a:pt x="2289" y="769"/>
                </a:lnTo>
                <a:lnTo>
                  <a:pt x="2288" y="768"/>
                </a:lnTo>
                <a:lnTo>
                  <a:pt x="2287" y="769"/>
                </a:lnTo>
                <a:lnTo>
                  <a:pt x="2286" y="770"/>
                </a:lnTo>
                <a:lnTo>
                  <a:pt x="2286" y="771"/>
                </a:lnTo>
                <a:lnTo>
                  <a:pt x="2285" y="772"/>
                </a:lnTo>
                <a:lnTo>
                  <a:pt x="2284" y="772"/>
                </a:lnTo>
                <a:lnTo>
                  <a:pt x="2283" y="772"/>
                </a:lnTo>
                <a:lnTo>
                  <a:pt x="2283" y="771"/>
                </a:lnTo>
                <a:lnTo>
                  <a:pt x="2283" y="770"/>
                </a:lnTo>
                <a:lnTo>
                  <a:pt x="2283" y="769"/>
                </a:lnTo>
                <a:lnTo>
                  <a:pt x="2283" y="768"/>
                </a:lnTo>
                <a:lnTo>
                  <a:pt x="2283" y="767"/>
                </a:lnTo>
                <a:lnTo>
                  <a:pt x="2283" y="766"/>
                </a:lnTo>
                <a:lnTo>
                  <a:pt x="2283" y="765"/>
                </a:lnTo>
                <a:lnTo>
                  <a:pt x="2282" y="765"/>
                </a:lnTo>
                <a:lnTo>
                  <a:pt x="2282" y="764"/>
                </a:lnTo>
                <a:lnTo>
                  <a:pt x="2281" y="763"/>
                </a:lnTo>
                <a:lnTo>
                  <a:pt x="2281" y="762"/>
                </a:lnTo>
                <a:lnTo>
                  <a:pt x="2280" y="762"/>
                </a:lnTo>
                <a:lnTo>
                  <a:pt x="2278" y="758"/>
                </a:lnTo>
                <a:lnTo>
                  <a:pt x="2272" y="758"/>
                </a:lnTo>
                <a:lnTo>
                  <a:pt x="2271" y="758"/>
                </a:lnTo>
                <a:lnTo>
                  <a:pt x="2270" y="758"/>
                </a:lnTo>
                <a:lnTo>
                  <a:pt x="2270" y="760"/>
                </a:lnTo>
                <a:lnTo>
                  <a:pt x="2270" y="762"/>
                </a:lnTo>
                <a:lnTo>
                  <a:pt x="2271" y="764"/>
                </a:lnTo>
                <a:lnTo>
                  <a:pt x="2271" y="765"/>
                </a:lnTo>
                <a:lnTo>
                  <a:pt x="2270" y="765"/>
                </a:lnTo>
                <a:lnTo>
                  <a:pt x="2269" y="764"/>
                </a:lnTo>
                <a:lnTo>
                  <a:pt x="2268" y="764"/>
                </a:lnTo>
                <a:lnTo>
                  <a:pt x="2268" y="765"/>
                </a:lnTo>
                <a:lnTo>
                  <a:pt x="2267" y="766"/>
                </a:lnTo>
                <a:lnTo>
                  <a:pt x="2267" y="767"/>
                </a:lnTo>
                <a:lnTo>
                  <a:pt x="2266" y="767"/>
                </a:lnTo>
                <a:lnTo>
                  <a:pt x="2265" y="767"/>
                </a:lnTo>
                <a:lnTo>
                  <a:pt x="2265" y="768"/>
                </a:lnTo>
                <a:lnTo>
                  <a:pt x="2266" y="768"/>
                </a:lnTo>
                <a:lnTo>
                  <a:pt x="2265" y="768"/>
                </a:lnTo>
                <a:lnTo>
                  <a:pt x="2265" y="769"/>
                </a:lnTo>
                <a:lnTo>
                  <a:pt x="2264" y="769"/>
                </a:lnTo>
                <a:lnTo>
                  <a:pt x="2264" y="770"/>
                </a:lnTo>
                <a:lnTo>
                  <a:pt x="2263" y="770"/>
                </a:lnTo>
                <a:lnTo>
                  <a:pt x="2264" y="770"/>
                </a:lnTo>
                <a:lnTo>
                  <a:pt x="2263" y="770"/>
                </a:lnTo>
                <a:lnTo>
                  <a:pt x="2262" y="770"/>
                </a:lnTo>
                <a:lnTo>
                  <a:pt x="2262" y="771"/>
                </a:lnTo>
                <a:lnTo>
                  <a:pt x="2261" y="771"/>
                </a:lnTo>
                <a:lnTo>
                  <a:pt x="2261" y="770"/>
                </a:lnTo>
                <a:lnTo>
                  <a:pt x="2260" y="770"/>
                </a:lnTo>
                <a:lnTo>
                  <a:pt x="2260" y="769"/>
                </a:lnTo>
                <a:lnTo>
                  <a:pt x="2260" y="768"/>
                </a:lnTo>
                <a:lnTo>
                  <a:pt x="2259" y="767"/>
                </a:lnTo>
                <a:lnTo>
                  <a:pt x="2258" y="767"/>
                </a:lnTo>
                <a:lnTo>
                  <a:pt x="2257" y="767"/>
                </a:lnTo>
                <a:lnTo>
                  <a:pt x="2258" y="766"/>
                </a:lnTo>
                <a:lnTo>
                  <a:pt x="2257" y="766"/>
                </a:lnTo>
                <a:lnTo>
                  <a:pt x="2257" y="765"/>
                </a:lnTo>
                <a:lnTo>
                  <a:pt x="2256" y="765"/>
                </a:lnTo>
                <a:lnTo>
                  <a:pt x="2255" y="765"/>
                </a:lnTo>
                <a:lnTo>
                  <a:pt x="2255" y="764"/>
                </a:lnTo>
                <a:lnTo>
                  <a:pt x="2254" y="764"/>
                </a:lnTo>
                <a:lnTo>
                  <a:pt x="2253" y="764"/>
                </a:lnTo>
                <a:lnTo>
                  <a:pt x="2252" y="764"/>
                </a:lnTo>
                <a:lnTo>
                  <a:pt x="2251" y="764"/>
                </a:lnTo>
                <a:lnTo>
                  <a:pt x="2251" y="763"/>
                </a:lnTo>
                <a:lnTo>
                  <a:pt x="2250" y="763"/>
                </a:lnTo>
                <a:lnTo>
                  <a:pt x="2249" y="763"/>
                </a:lnTo>
                <a:lnTo>
                  <a:pt x="2248" y="763"/>
                </a:lnTo>
                <a:lnTo>
                  <a:pt x="2247" y="762"/>
                </a:lnTo>
                <a:lnTo>
                  <a:pt x="2247" y="763"/>
                </a:lnTo>
                <a:lnTo>
                  <a:pt x="2247" y="762"/>
                </a:lnTo>
                <a:lnTo>
                  <a:pt x="2246" y="762"/>
                </a:lnTo>
                <a:lnTo>
                  <a:pt x="2246" y="761"/>
                </a:lnTo>
                <a:lnTo>
                  <a:pt x="2245" y="761"/>
                </a:lnTo>
                <a:lnTo>
                  <a:pt x="2245" y="760"/>
                </a:lnTo>
                <a:lnTo>
                  <a:pt x="2246" y="759"/>
                </a:lnTo>
                <a:lnTo>
                  <a:pt x="2245" y="759"/>
                </a:lnTo>
                <a:lnTo>
                  <a:pt x="2245" y="758"/>
                </a:lnTo>
                <a:lnTo>
                  <a:pt x="2245" y="757"/>
                </a:lnTo>
                <a:lnTo>
                  <a:pt x="2244" y="757"/>
                </a:lnTo>
                <a:lnTo>
                  <a:pt x="2243" y="757"/>
                </a:lnTo>
                <a:lnTo>
                  <a:pt x="2243" y="756"/>
                </a:lnTo>
                <a:lnTo>
                  <a:pt x="2242" y="756"/>
                </a:lnTo>
                <a:lnTo>
                  <a:pt x="2241" y="755"/>
                </a:lnTo>
                <a:lnTo>
                  <a:pt x="2242" y="755"/>
                </a:lnTo>
                <a:lnTo>
                  <a:pt x="2242" y="754"/>
                </a:lnTo>
                <a:lnTo>
                  <a:pt x="2241" y="754"/>
                </a:lnTo>
                <a:lnTo>
                  <a:pt x="2240" y="754"/>
                </a:lnTo>
                <a:lnTo>
                  <a:pt x="2239" y="754"/>
                </a:lnTo>
                <a:lnTo>
                  <a:pt x="2239" y="753"/>
                </a:lnTo>
                <a:lnTo>
                  <a:pt x="2238" y="753"/>
                </a:lnTo>
                <a:lnTo>
                  <a:pt x="2239" y="753"/>
                </a:lnTo>
                <a:lnTo>
                  <a:pt x="2238" y="752"/>
                </a:lnTo>
                <a:lnTo>
                  <a:pt x="2237" y="752"/>
                </a:lnTo>
                <a:lnTo>
                  <a:pt x="2237" y="753"/>
                </a:lnTo>
                <a:lnTo>
                  <a:pt x="2236" y="753"/>
                </a:lnTo>
                <a:lnTo>
                  <a:pt x="2236" y="752"/>
                </a:lnTo>
                <a:lnTo>
                  <a:pt x="2235" y="752"/>
                </a:lnTo>
                <a:lnTo>
                  <a:pt x="2234" y="752"/>
                </a:lnTo>
                <a:lnTo>
                  <a:pt x="2234" y="751"/>
                </a:lnTo>
                <a:lnTo>
                  <a:pt x="2232" y="751"/>
                </a:lnTo>
                <a:lnTo>
                  <a:pt x="2231" y="751"/>
                </a:lnTo>
                <a:lnTo>
                  <a:pt x="2231" y="750"/>
                </a:lnTo>
                <a:lnTo>
                  <a:pt x="2231" y="749"/>
                </a:lnTo>
                <a:lnTo>
                  <a:pt x="2230" y="749"/>
                </a:lnTo>
                <a:lnTo>
                  <a:pt x="2228" y="749"/>
                </a:lnTo>
                <a:lnTo>
                  <a:pt x="2228" y="750"/>
                </a:lnTo>
                <a:lnTo>
                  <a:pt x="2227" y="750"/>
                </a:lnTo>
                <a:lnTo>
                  <a:pt x="2226" y="750"/>
                </a:lnTo>
                <a:lnTo>
                  <a:pt x="2224" y="749"/>
                </a:lnTo>
                <a:lnTo>
                  <a:pt x="2223" y="748"/>
                </a:lnTo>
                <a:lnTo>
                  <a:pt x="2223" y="747"/>
                </a:lnTo>
                <a:lnTo>
                  <a:pt x="2222" y="748"/>
                </a:lnTo>
                <a:lnTo>
                  <a:pt x="2221" y="748"/>
                </a:lnTo>
                <a:lnTo>
                  <a:pt x="2221" y="747"/>
                </a:lnTo>
                <a:lnTo>
                  <a:pt x="2221" y="748"/>
                </a:lnTo>
                <a:lnTo>
                  <a:pt x="2220" y="748"/>
                </a:lnTo>
                <a:lnTo>
                  <a:pt x="2220" y="747"/>
                </a:lnTo>
                <a:lnTo>
                  <a:pt x="2220" y="748"/>
                </a:lnTo>
                <a:lnTo>
                  <a:pt x="2219" y="748"/>
                </a:lnTo>
                <a:lnTo>
                  <a:pt x="2219" y="749"/>
                </a:lnTo>
                <a:lnTo>
                  <a:pt x="2218" y="749"/>
                </a:lnTo>
                <a:lnTo>
                  <a:pt x="2218" y="750"/>
                </a:lnTo>
                <a:lnTo>
                  <a:pt x="2217" y="750"/>
                </a:lnTo>
                <a:lnTo>
                  <a:pt x="2216" y="750"/>
                </a:lnTo>
                <a:lnTo>
                  <a:pt x="2215" y="750"/>
                </a:lnTo>
                <a:lnTo>
                  <a:pt x="2215" y="751"/>
                </a:lnTo>
                <a:lnTo>
                  <a:pt x="2216" y="751"/>
                </a:lnTo>
                <a:lnTo>
                  <a:pt x="2216" y="752"/>
                </a:lnTo>
                <a:lnTo>
                  <a:pt x="2217" y="751"/>
                </a:lnTo>
                <a:lnTo>
                  <a:pt x="2217" y="752"/>
                </a:lnTo>
                <a:lnTo>
                  <a:pt x="2218" y="752"/>
                </a:lnTo>
                <a:lnTo>
                  <a:pt x="2219" y="753"/>
                </a:lnTo>
                <a:lnTo>
                  <a:pt x="2219" y="754"/>
                </a:lnTo>
                <a:lnTo>
                  <a:pt x="2220" y="754"/>
                </a:lnTo>
                <a:lnTo>
                  <a:pt x="2219" y="754"/>
                </a:lnTo>
                <a:lnTo>
                  <a:pt x="2220" y="755"/>
                </a:lnTo>
                <a:lnTo>
                  <a:pt x="2219" y="755"/>
                </a:lnTo>
                <a:lnTo>
                  <a:pt x="2219" y="756"/>
                </a:lnTo>
                <a:lnTo>
                  <a:pt x="2220" y="756"/>
                </a:lnTo>
                <a:lnTo>
                  <a:pt x="2220" y="757"/>
                </a:lnTo>
                <a:lnTo>
                  <a:pt x="2220" y="758"/>
                </a:lnTo>
                <a:lnTo>
                  <a:pt x="2221" y="758"/>
                </a:lnTo>
                <a:lnTo>
                  <a:pt x="2220" y="759"/>
                </a:lnTo>
                <a:lnTo>
                  <a:pt x="2220" y="760"/>
                </a:lnTo>
                <a:lnTo>
                  <a:pt x="2219" y="760"/>
                </a:lnTo>
                <a:lnTo>
                  <a:pt x="2220" y="761"/>
                </a:lnTo>
                <a:lnTo>
                  <a:pt x="2219" y="761"/>
                </a:lnTo>
                <a:lnTo>
                  <a:pt x="2220" y="761"/>
                </a:lnTo>
                <a:lnTo>
                  <a:pt x="2220" y="762"/>
                </a:lnTo>
                <a:lnTo>
                  <a:pt x="2220" y="763"/>
                </a:lnTo>
                <a:lnTo>
                  <a:pt x="2219" y="763"/>
                </a:lnTo>
                <a:lnTo>
                  <a:pt x="2218" y="763"/>
                </a:lnTo>
                <a:lnTo>
                  <a:pt x="2218" y="764"/>
                </a:lnTo>
                <a:lnTo>
                  <a:pt x="2218" y="765"/>
                </a:lnTo>
                <a:lnTo>
                  <a:pt x="2217" y="765"/>
                </a:lnTo>
                <a:lnTo>
                  <a:pt x="2216" y="766"/>
                </a:lnTo>
                <a:lnTo>
                  <a:pt x="2216" y="767"/>
                </a:lnTo>
                <a:lnTo>
                  <a:pt x="2216" y="768"/>
                </a:lnTo>
                <a:lnTo>
                  <a:pt x="2216" y="769"/>
                </a:lnTo>
                <a:lnTo>
                  <a:pt x="2215" y="769"/>
                </a:lnTo>
                <a:lnTo>
                  <a:pt x="2215" y="770"/>
                </a:lnTo>
                <a:lnTo>
                  <a:pt x="2214" y="770"/>
                </a:lnTo>
                <a:lnTo>
                  <a:pt x="2215" y="771"/>
                </a:lnTo>
                <a:lnTo>
                  <a:pt x="2214" y="771"/>
                </a:lnTo>
                <a:lnTo>
                  <a:pt x="2214" y="772"/>
                </a:lnTo>
                <a:lnTo>
                  <a:pt x="2213" y="772"/>
                </a:lnTo>
                <a:lnTo>
                  <a:pt x="2212" y="771"/>
                </a:lnTo>
                <a:lnTo>
                  <a:pt x="2213" y="771"/>
                </a:lnTo>
                <a:lnTo>
                  <a:pt x="2212" y="771"/>
                </a:lnTo>
                <a:lnTo>
                  <a:pt x="2212" y="772"/>
                </a:lnTo>
                <a:lnTo>
                  <a:pt x="2211" y="772"/>
                </a:lnTo>
                <a:lnTo>
                  <a:pt x="2211" y="773"/>
                </a:lnTo>
                <a:lnTo>
                  <a:pt x="2210" y="773"/>
                </a:lnTo>
                <a:lnTo>
                  <a:pt x="2209" y="774"/>
                </a:lnTo>
                <a:lnTo>
                  <a:pt x="2210" y="774"/>
                </a:lnTo>
                <a:lnTo>
                  <a:pt x="2209" y="774"/>
                </a:lnTo>
                <a:lnTo>
                  <a:pt x="2208" y="774"/>
                </a:lnTo>
                <a:lnTo>
                  <a:pt x="2207" y="774"/>
                </a:lnTo>
                <a:lnTo>
                  <a:pt x="2206" y="773"/>
                </a:lnTo>
                <a:lnTo>
                  <a:pt x="2206" y="774"/>
                </a:lnTo>
                <a:lnTo>
                  <a:pt x="2205" y="774"/>
                </a:lnTo>
                <a:lnTo>
                  <a:pt x="2205" y="775"/>
                </a:lnTo>
                <a:lnTo>
                  <a:pt x="2205" y="776"/>
                </a:lnTo>
                <a:lnTo>
                  <a:pt x="2206" y="776"/>
                </a:lnTo>
                <a:lnTo>
                  <a:pt x="2207" y="777"/>
                </a:lnTo>
                <a:lnTo>
                  <a:pt x="2207" y="778"/>
                </a:lnTo>
                <a:lnTo>
                  <a:pt x="2208" y="779"/>
                </a:lnTo>
                <a:lnTo>
                  <a:pt x="2209" y="779"/>
                </a:lnTo>
                <a:lnTo>
                  <a:pt x="2211" y="781"/>
                </a:lnTo>
                <a:lnTo>
                  <a:pt x="2213" y="781"/>
                </a:lnTo>
                <a:lnTo>
                  <a:pt x="2214" y="781"/>
                </a:lnTo>
                <a:lnTo>
                  <a:pt x="2215" y="782"/>
                </a:lnTo>
                <a:lnTo>
                  <a:pt x="2216" y="781"/>
                </a:lnTo>
                <a:lnTo>
                  <a:pt x="2217" y="781"/>
                </a:lnTo>
                <a:lnTo>
                  <a:pt x="2219" y="782"/>
                </a:lnTo>
                <a:lnTo>
                  <a:pt x="2220" y="782"/>
                </a:lnTo>
                <a:lnTo>
                  <a:pt x="2220" y="781"/>
                </a:lnTo>
                <a:lnTo>
                  <a:pt x="2220" y="780"/>
                </a:lnTo>
                <a:lnTo>
                  <a:pt x="2221" y="780"/>
                </a:lnTo>
                <a:lnTo>
                  <a:pt x="2222" y="780"/>
                </a:lnTo>
                <a:lnTo>
                  <a:pt x="2222" y="779"/>
                </a:lnTo>
                <a:lnTo>
                  <a:pt x="2223" y="779"/>
                </a:lnTo>
                <a:lnTo>
                  <a:pt x="2224" y="779"/>
                </a:lnTo>
                <a:lnTo>
                  <a:pt x="2226" y="779"/>
                </a:lnTo>
                <a:lnTo>
                  <a:pt x="2227" y="779"/>
                </a:lnTo>
                <a:lnTo>
                  <a:pt x="2228" y="779"/>
                </a:lnTo>
                <a:lnTo>
                  <a:pt x="2229" y="779"/>
                </a:lnTo>
                <a:lnTo>
                  <a:pt x="2230" y="779"/>
                </a:lnTo>
                <a:lnTo>
                  <a:pt x="2231" y="779"/>
                </a:lnTo>
                <a:lnTo>
                  <a:pt x="2232" y="779"/>
                </a:lnTo>
                <a:lnTo>
                  <a:pt x="2233" y="779"/>
                </a:lnTo>
                <a:lnTo>
                  <a:pt x="2233" y="780"/>
                </a:lnTo>
                <a:lnTo>
                  <a:pt x="2235" y="781"/>
                </a:lnTo>
                <a:lnTo>
                  <a:pt x="2236" y="783"/>
                </a:lnTo>
                <a:lnTo>
                  <a:pt x="2237" y="785"/>
                </a:lnTo>
                <a:lnTo>
                  <a:pt x="2237" y="787"/>
                </a:lnTo>
                <a:lnTo>
                  <a:pt x="2238" y="787"/>
                </a:lnTo>
                <a:lnTo>
                  <a:pt x="2238" y="789"/>
                </a:lnTo>
                <a:lnTo>
                  <a:pt x="2237" y="790"/>
                </a:lnTo>
                <a:lnTo>
                  <a:pt x="2238" y="791"/>
                </a:lnTo>
                <a:lnTo>
                  <a:pt x="2236" y="791"/>
                </a:lnTo>
                <a:lnTo>
                  <a:pt x="2235" y="791"/>
                </a:lnTo>
                <a:lnTo>
                  <a:pt x="2235" y="793"/>
                </a:lnTo>
                <a:lnTo>
                  <a:pt x="2235" y="794"/>
                </a:lnTo>
                <a:lnTo>
                  <a:pt x="2236" y="794"/>
                </a:lnTo>
                <a:lnTo>
                  <a:pt x="2236" y="795"/>
                </a:lnTo>
                <a:lnTo>
                  <a:pt x="2237" y="796"/>
                </a:lnTo>
                <a:lnTo>
                  <a:pt x="2237" y="797"/>
                </a:lnTo>
                <a:lnTo>
                  <a:pt x="2238" y="799"/>
                </a:lnTo>
                <a:lnTo>
                  <a:pt x="2238" y="800"/>
                </a:lnTo>
                <a:lnTo>
                  <a:pt x="2238" y="801"/>
                </a:lnTo>
                <a:lnTo>
                  <a:pt x="2239" y="801"/>
                </a:lnTo>
                <a:lnTo>
                  <a:pt x="2240" y="802"/>
                </a:lnTo>
                <a:lnTo>
                  <a:pt x="2241" y="802"/>
                </a:lnTo>
                <a:lnTo>
                  <a:pt x="2241" y="803"/>
                </a:lnTo>
                <a:lnTo>
                  <a:pt x="2244" y="804"/>
                </a:lnTo>
                <a:lnTo>
                  <a:pt x="2246" y="805"/>
                </a:lnTo>
                <a:lnTo>
                  <a:pt x="2247" y="805"/>
                </a:lnTo>
                <a:lnTo>
                  <a:pt x="2249" y="806"/>
                </a:lnTo>
                <a:lnTo>
                  <a:pt x="2251" y="806"/>
                </a:lnTo>
                <a:lnTo>
                  <a:pt x="2252" y="807"/>
                </a:lnTo>
                <a:lnTo>
                  <a:pt x="2253" y="807"/>
                </a:lnTo>
                <a:lnTo>
                  <a:pt x="2253" y="808"/>
                </a:lnTo>
                <a:lnTo>
                  <a:pt x="2254" y="809"/>
                </a:lnTo>
                <a:lnTo>
                  <a:pt x="2254" y="810"/>
                </a:lnTo>
                <a:lnTo>
                  <a:pt x="2252" y="813"/>
                </a:lnTo>
                <a:lnTo>
                  <a:pt x="2252" y="814"/>
                </a:lnTo>
                <a:lnTo>
                  <a:pt x="2251" y="814"/>
                </a:lnTo>
                <a:lnTo>
                  <a:pt x="2251" y="815"/>
                </a:lnTo>
                <a:lnTo>
                  <a:pt x="2251" y="814"/>
                </a:lnTo>
                <a:lnTo>
                  <a:pt x="2251" y="816"/>
                </a:lnTo>
                <a:lnTo>
                  <a:pt x="2251" y="817"/>
                </a:lnTo>
                <a:lnTo>
                  <a:pt x="2251" y="819"/>
                </a:lnTo>
                <a:lnTo>
                  <a:pt x="2251" y="820"/>
                </a:lnTo>
                <a:lnTo>
                  <a:pt x="2251" y="821"/>
                </a:lnTo>
                <a:lnTo>
                  <a:pt x="2251" y="822"/>
                </a:lnTo>
                <a:lnTo>
                  <a:pt x="2258" y="824"/>
                </a:lnTo>
                <a:lnTo>
                  <a:pt x="2259" y="824"/>
                </a:lnTo>
                <a:lnTo>
                  <a:pt x="2259" y="825"/>
                </a:lnTo>
                <a:lnTo>
                  <a:pt x="2260" y="827"/>
                </a:lnTo>
                <a:lnTo>
                  <a:pt x="2259" y="831"/>
                </a:lnTo>
                <a:lnTo>
                  <a:pt x="2257" y="832"/>
                </a:lnTo>
                <a:lnTo>
                  <a:pt x="2255" y="834"/>
                </a:lnTo>
                <a:lnTo>
                  <a:pt x="2251" y="834"/>
                </a:lnTo>
                <a:lnTo>
                  <a:pt x="2250" y="835"/>
                </a:lnTo>
                <a:lnTo>
                  <a:pt x="2249" y="836"/>
                </a:lnTo>
                <a:lnTo>
                  <a:pt x="2248" y="838"/>
                </a:lnTo>
                <a:lnTo>
                  <a:pt x="2249" y="842"/>
                </a:lnTo>
                <a:lnTo>
                  <a:pt x="2249" y="845"/>
                </a:lnTo>
                <a:lnTo>
                  <a:pt x="2248" y="847"/>
                </a:lnTo>
                <a:lnTo>
                  <a:pt x="2247" y="850"/>
                </a:lnTo>
                <a:lnTo>
                  <a:pt x="2245" y="852"/>
                </a:lnTo>
                <a:lnTo>
                  <a:pt x="2246" y="857"/>
                </a:lnTo>
                <a:lnTo>
                  <a:pt x="2245" y="861"/>
                </a:lnTo>
                <a:lnTo>
                  <a:pt x="2244" y="861"/>
                </a:lnTo>
                <a:lnTo>
                  <a:pt x="2243" y="861"/>
                </a:lnTo>
                <a:lnTo>
                  <a:pt x="2242" y="862"/>
                </a:lnTo>
                <a:lnTo>
                  <a:pt x="2242" y="863"/>
                </a:lnTo>
                <a:lnTo>
                  <a:pt x="2243" y="863"/>
                </a:lnTo>
                <a:lnTo>
                  <a:pt x="2243" y="864"/>
                </a:lnTo>
                <a:lnTo>
                  <a:pt x="2244" y="864"/>
                </a:lnTo>
                <a:lnTo>
                  <a:pt x="2244" y="865"/>
                </a:lnTo>
                <a:lnTo>
                  <a:pt x="2245" y="866"/>
                </a:lnTo>
                <a:lnTo>
                  <a:pt x="2245" y="867"/>
                </a:lnTo>
                <a:lnTo>
                  <a:pt x="2245" y="868"/>
                </a:lnTo>
                <a:lnTo>
                  <a:pt x="2245" y="869"/>
                </a:lnTo>
                <a:lnTo>
                  <a:pt x="2246" y="869"/>
                </a:lnTo>
                <a:lnTo>
                  <a:pt x="2246" y="870"/>
                </a:lnTo>
                <a:lnTo>
                  <a:pt x="2246" y="871"/>
                </a:lnTo>
                <a:lnTo>
                  <a:pt x="2247" y="871"/>
                </a:lnTo>
                <a:lnTo>
                  <a:pt x="2247" y="872"/>
                </a:lnTo>
                <a:lnTo>
                  <a:pt x="2246" y="872"/>
                </a:lnTo>
                <a:lnTo>
                  <a:pt x="2246" y="873"/>
                </a:lnTo>
                <a:lnTo>
                  <a:pt x="2246" y="874"/>
                </a:lnTo>
                <a:lnTo>
                  <a:pt x="2247" y="875"/>
                </a:lnTo>
                <a:lnTo>
                  <a:pt x="2248" y="875"/>
                </a:lnTo>
                <a:lnTo>
                  <a:pt x="2249" y="875"/>
                </a:lnTo>
                <a:lnTo>
                  <a:pt x="2250" y="875"/>
                </a:lnTo>
                <a:lnTo>
                  <a:pt x="2252" y="875"/>
                </a:lnTo>
                <a:lnTo>
                  <a:pt x="2253" y="876"/>
                </a:lnTo>
                <a:lnTo>
                  <a:pt x="2252" y="876"/>
                </a:lnTo>
                <a:lnTo>
                  <a:pt x="2251" y="878"/>
                </a:lnTo>
                <a:lnTo>
                  <a:pt x="2250" y="877"/>
                </a:lnTo>
                <a:lnTo>
                  <a:pt x="2249" y="877"/>
                </a:lnTo>
                <a:lnTo>
                  <a:pt x="2248" y="876"/>
                </a:lnTo>
                <a:lnTo>
                  <a:pt x="2247" y="878"/>
                </a:lnTo>
                <a:lnTo>
                  <a:pt x="2247" y="879"/>
                </a:lnTo>
                <a:lnTo>
                  <a:pt x="2248" y="879"/>
                </a:lnTo>
                <a:lnTo>
                  <a:pt x="2250" y="879"/>
                </a:lnTo>
                <a:lnTo>
                  <a:pt x="2252" y="878"/>
                </a:lnTo>
                <a:lnTo>
                  <a:pt x="2252" y="880"/>
                </a:lnTo>
                <a:lnTo>
                  <a:pt x="2252" y="881"/>
                </a:lnTo>
                <a:lnTo>
                  <a:pt x="2251" y="881"/>
                </a:lnTo>
                <a:lnTo>
                  <a:pt x="2250" y="882"/>
                </a:lnTo>
                <a:lnTo>
                  <a:pt x="2248" y="883"/>
                </a:lnTo>
                <a:lnTo>
                  <a:pt x="2249" y="883"/>
                </a:lnTo>
                <a:lnTo>
                  <a:pt x="2248" y="884"/>
                </a:lnTo>
                <a:lnTo>
                  <a:pt x="2247" y="886"/>
                </a:lnTo>
                <a:lnTo>
                  <a:pt x="2247" y="888"/>
                </a:lnTo>
                <a:lnTo>
                  <a:pt x="2248" y="892"/>
                </a:lnTo>
                <a:lnTo>
                  <a:pt x="2250" y="893"/>
                </a:lnTo>
                <a:lnTo>
                  <a:pt x="2250" y="894"/>
                </a:lnTo>
                <a:lnTo>
                  <a:pt x="2250" y="896"/>
                </a:lnTo>
                <a:lnTo>
                  <a:pt x="2253" y="897"/>
                </a:lnTo>
                <a:lnTo>
                  <a:pt x="2255" y="897"/>
                </a:lnTo>
                <a:lnTo>
                  <a:pt x="2256" y="897"/>
                </a:lnTo>
                <a:lnTo>
                  <a:pt x="2256" y="898"/>
                </a:lnTo>
                <a:lnTo>
                  <a:pt x="2256" y="899"/>
                </a:lnTo>
                <a:lnTo>
                  <a:pt x="2257" y="899"/>
                </a:lnTo>
                <a:lnTo>
                  <a:pt x="2257" y="900"/>
                </a:lnTo>
                <a:lnTo>
                  <a:pt x="2258" y="900"/>
                </a:lnTo>
                <a:lnTo>
                  <a:pt x="2258" y="901"/>
                </a:lnTo>
                <a:lnTo>
                  <a:pt x="2258" y="902"/>
                </a:lnTo>
                <a:lnTo>
                  <a:pt x="2258" y="904"/>
                </a:lnTo>
                <a:lnTo>
                  <a:pt x="2257" y="904"/>
                </a:lnTo>
                <a:lnTo>
                  <a:pt x="2258" y="906"/>
                </a:lnTo>
                <a:lnTo>
                  <a:pt x="2260" y="906"/>
                </a:lnTo>
                <a:lnTo>
                  <a:pt x="2261" y="906"/>
                </a:lnTo>
                <a:lnTo>
                  <a:pt x="2262" y="906"/>
                </a:lnTo>
                <a:lnTo>
                  <a:pt x="2264" y="906"/>
                </a:lnTo>
                <a:lnTo>
                  <a:pt x="2264" y="911"/>
                </a:lnTo>
                <a:lnTo>
                  <a:pt x="2264" y="913"/>
                </a:lnTo>
                <a:lnTo>
                  <a:pt x="2264" y="923"/>
                </a:lnTo>
                <a:lnTo>
                  <a:pt x="2263" y="927"/>
                </a:lnTo>
                <a:lnTo>
                  <a:pt x="2262" y="927"/>
                </a:lnTo>
                <a:lnTo>
                  <a:pt x="2262" y="928"/>
                </a:lnTo>
                <a:lnTo>
                  <a:pt x="2265" y="930"/>
                </a:lnTo>
                <a:lnTo>
                  <a:pt x="2266" y="931"/>
                </a:lnTo>
                <a:lnTo>
                  <a:pt x="2267" y="931"/>
                </a:lnTo>
                <a:lnTo>
                  <a:pt x="2268" y="931"/>
                </a:lnTo>
                <a:lnTo>
                  <a:pt x="2271" y="930"/>
                </a:lnTo>
                <a:lnTo>
                  <a:pt x="2281" y="930"/>
                </a:lnTo>
                <a:lnTo>
                  <a:pt x="2282" y="930"/>
                </a:lnTo>
                <a:lnTo>
                  <a:pt x="2284" y="929"/>
                </a:lnTo>
                <a:lnTo>
                  <a:pt x="2286" y="929"/>
                </a:lnTo>
                <a:lnTo>
                  <a:pt x="2288" y="928"/>
                </a:lnTo>
                <a:lnTo>
                  <a:pt x="2290" y="927"/>
                </a:lnTo>
                <a:lnTo>
                  <a:pt x="2292" y="927"/>
                </a:lnTo>
                <a:lnTo>
                  <a:pt x="2296" y="926"/>
                </a:lnTo>
                <a:lnTo>
                  <a:pt x="2299" y="925"/>
                </a:lnTo>
                <a:lnTo>
                  <a:pt x="2300" y="924"/>
                </a:lnTo>
                <a:lnTo>
                  <a:pt x="2301" y="922"/>
                </a:lnTo>
                <a:lnTo>
                  <a:pt x="2302" y="921"/>
                </a:lnTo>
                <a:lnTo>
                  <a:pt x="2303" y="920"/>
                </a:lnTo>
                <a:lnTo>
                  <a:pt x="2305" y="918"/>
                </a:lnTo>
                <a:lnTo>
                  <a:pt x="2306" y="917"/>
                </a:lnTo>
                <a:lnTo>
                  <a:pt x="2308" y="916"/>
                </a:lnTo>
                <a:lnTo>
                  <a:pt x="2315" y="914"/>
                </a:lnTo>
                <a:lnTo>
                  <a:pt x="2316" y="914"/>
                </a:lnTo>
                <a:lnTo>
                  <a:pt x="2316" y="913"/>
                </a:lnTo>
                <a:lnTo>
                  <a:pt x="2317" y="913"/>
                </a:lnTo>
                <a:lnTo>
                  <a:pt x="2318" y="912"/>
                </a:lnTo>
                <a:lnTo>
                  <a:pt x="2319" y="912"/>
                </a:lnTo>
                <a:lnTo>
                  <a:pt x="2320" y="911"/>
                </a:lnTo>
                <a:lnTo>
                  <a:pt x="2321" y="910"/>
                </a:lnTo>
                <a:lnTo>
                  <a:pt x="2323" y="909"/>
                </a:lnTo>
                <a:lnTo>
                  <a:pt x="2324" y="908"/>
                </a:lnTo>
                <a:lnTo>
                  <a:pt x="2325" y="908"/>
                </a:lnTo>
                <a:lnTo>
                  <a:pt x="2327" y="906"/>
                </a:lnTo>
                <a:lnTo>
                  <a:pt x="2328" y="906"/>
                </a:lnTo>
                <a:lnTo>
                  <a:pt x="2329" y="905"/>
                </a:lnTo>
                <a:lnTo>
                  <a:pt x="2330" y="904"/>
                </a:lnTo>
                <a:lnTo>
                  <a:pt x="2332" y="904"/>
                </a:lnTo>
                <a:lnTo>
                  <a:pt x="2333" y="903"/>
                </a:lnTo>
                <a:lnTo>
                  <a:pt x="2334" y="903"/>
                </a:lnTo>
                <a:lnTo>
                  <a:pt x="2335" y="903"/>
                </a:lnTo>
                <a:lnTo>
                  <a:pt x="2337" y="903"/>
                </a:lnTo>
                <a:lnTo>
                  <a:pt x="2338" y="903"/>
                </a:lnTo>
                <a:lnTo>
                  <a:pt x="2338" y="902"/>
                </a:lnTo>
                <a:lnTo>
                  <a:pt x="2339" y="902"/>
                </a:lnTo>
                <a:lnTo>
                  <a:pt x="2340" y="903"/>
                </a:lnTo>
                <a:lnTo>
                  <a:pt x="2340" y="904"/>
                </a:lnTo>
                <a:lnTo>
                  <a:pt x="2340" y="905"/>
                </a:lnTo>
                <a:lnTo>
                  <a:pt x="2340" y="906"/>
                </a:lnTo>
                <a:lnTo>
                  <a:pt x="2339" y="906"/>
                </a:lnTo>
                <a:lnTo>
                  <a:pt x="2340" y="907"/>
                </a:lnTo>
                <a:lnTo>
                  <a:pt x="2340" y="908"/>
                </a:lnTo>
                <a:lnTo>
                  <a:pt x="2339" y="908"/>
                </a:lnTo>
                <a:lnTo>
                  <a:pt x="2341" y="911"/>
                </a:lnTo>
                <a:lnTo>
                  <a:pt x="2340" y="912"/>
                </a:lnTo>
                <a:lnTo>
                  <a:pt x="2340" y="913"/>
                </a:lnTo>
                <a:lnTo>
                  <a:pt x="2339" y="913"/>
                </a:lnTo>
                <a:lnTo>
                  <a:pt x="2338" y="913"/>
                </a:lnTo>
                <a:lnTo>
                  <a:pt x="2338" y="914"/>
                </a:lnTo>
                <a:lnTo>
                  <a:pt x="2339" y="914"/>
                </a:lnTo>
                <a:lnTo>
                  <a:pt x="2339" y="917"/>
                </a:lnTo>
                <a:lnTo>
                  <a:pt x="2340" y="917"/>
                </a:lnTo>
                <a:lnTo>
                  <a:pt x="2339" y="917"/>
                </a:lnTo>
                <a:lnTo>
                  <a:pt x="2340" y="918"/>
                </a:lnTo>
                <a:lnTo>
                  <a:pt x="2341" y="918"/>
                </a:lnTo>
                <a:lnTo>
                  <a:pt x="2343" y="919"/>
                </a:lnTo>
                <a:lnTo>
                  <a:pt x="2344" y="919"/>
                </a:lnTo>
                <a:lnTo>
                  <a:pt x="2345" y="919"/>
                </a:lnTo>
                <a:lnTo>
                  <a:pt x="2346" y="919"/>
                </a:lnTo>
                <a:lnTo>
                  <a:pt x="2346" y="920"/>
                </a:lnTo>
                <a:lnTo>
                  <a:pt x="2347" y="921"/>
                </a:lnTo>
                <a:lnTo>
                  <a:pt x="2349" y="924"/>
                </a:lnTo>
                <a:lnTo>
                  <a:pt x="2350" y="924"/>
                </a:lnTo>
                <a:lnTo>
                  <a:pt x="2353" y="929"/>
                </a:lnTo>
                <a:lnTo>
                  <a:pt x="2354" y="933"/>
                </a:lnTo>
                <a:lnTo>
                  <a:pt x="2355" y="934"/>
                </a:lnTo>
                <a:lnTo>
                  <a:pt x="2355" y="935"/>
                </a:lnTo>
                <a:lnTo>
                  <a:pt x="2356" y="935"/>
                </a:lnTo>
                <a:lnTo>
                  <a:pt x="2357" y="936"/>
                </a:lnTo>
                <a:lnTo>
                  <a:pt x="2363" y="938"/>
                </a:lnTo>
                <a:lnTo>
                  <a:pt x="2363" y="939"/>
                </a:lnTo>
                <a:lnTo>
                  <a:pt x="2363" y="938"/>
                </a:lnTo>
                <a:lnTo>
                  <a:pt x="2362" y="939"/>
                </a:lnTo>
                <a:lnTo>
                  <a:pt x="2362" y="940"/>
                </a:lnTo>
                <a:lnTo>
                  <a:pt x="2363" y="940"/>
                </a:lnTo>
                <a:lnTo>
                  <a:pt x="2362" y="940"/>
                </a:lnTo>
                <a:lnTo>
                  <a:pt x="2361" y="941"/>
                </a:lnTo>
                <a:lnTo>
                  <a:pt x="2360" y="941"/>
                </a:lnTo>
                <a:lnTo>
                  <a:pt x="2360" y="942"/>
                </a:lnTo>
                <a:lnTo>
                  <a:pt x="2360" y="943"/>
                </a:lnTo>
                <a:lnTo>
                  <a:pt x="2360" y="944"/>
                </a:lnTo>
                <a:lnTo>
                  <a:pt x="2359" y="944"/>
                </a:lnTo>
                <a:lnTo>
                  <a:pt x="2359" y="945"/>
                </a:lnTo>
                <a:lnTo>
                  <a:pt x="2359" y="946"/>
                </a:lnTo>
                <a:lnTo>
                  <a:pt x="2359" y="945"/>
                </a:lnTo>
                <a:lnTo>
                  <a:pt x="2358" y="946"/>
                </a:lnTo>
                <a:lnTo>
                  <a:pt x="2358" y="947"/>
                </a:lnTo>
                <a:lnTo>
                  <a:pt x="2358" y="948"/>
                </a:lnTo>
                <a:lnTo>
                  <a:pt x="2358" y="949"/>
                </a:lnTo>
                <a:lnTo>
                  <a:pt x="2357" y="949"/>
                </a:lnTo>
                <a:lnTo>
                  <a:pt x="2357" y="950"/>
                </a:lnTo>
                <a:lnTo>
                  <a:pt x="2357" y="951"/>
                </a:lnTo>
                <a:lnTo>
                  <a:pt x="2358" y="951"/>
                </a:lnTo>
                <a:lnTo>
                  <a:pt x="2357" y="951"/>
                </a:lnTo>
                <a:lnTo>
                  <a:pt x="2358" y="952"/>
                </a:lnTo>
                <a:lnTo>
                  <a:pt x="2359" y="952"/>
                </a:lnTo>
                <a:lnTo>
                  <a:pt x="2360" y="953"/>
                </a:lnTo>
                <a:lnTo>
                  <a:pt x="2361" y="953"/>
                </a:lnTo>
                <a:lnTo>
                  <a:pt x="2361" y="954"/>
                </a:lnTo>
                <a:lnTo>
                  <a:pt x="2361" y="955"/>
                </a:lnTo>
                <a:lnTo>
                  <a:pt x="2362" y="955"/>
                </a:lnTo>
                <a:lnTo>
                  <a:pt x="2363" y="956"/>
                </a:lnTo>
                <a:lnTo>
                  <a:pt x="2364" y="957"/>
                </a:lnTo>
                <a:lnTo>
                  <a:pt x="2363" y="957"/>
                </a:lnTo>
                <a:lnTo>
                  <a:pt x="2362" y="957"/>
                </a:lnTo>
                <a:lnTo>
                  <a:pt x="2362" y="958"/>
                </a:lnTo>
                <a:lnTo>
                  <a:pt x="2362" y="959"/>
                </a:lnTo>
                <a:lnTo>
                  <a:pt x="2363" y="960"/>
                </a:lnTo>
                <a:lnTo>
                  <a:pt x="2364" y="960"/>
                </a:lnTo>
                <a:lnTo>
                  <a:pt x="2365" y="961"/>
                </a:lnTo>
                <a:lnTo>
                  <a:pt x="2366" y="962"/>
                </a:lnTo>
                <a:lnTo>
                  <a:pt x="2367" y="963"/>
                </a:lnTo>
                <a:lnTo>
                  <a:pt x="2367" y="964"/>
                </a:lnTo>
                <a:lnTo>
                  <a:pt x="2368" y="965"/>
                </a:lnTo>
                <a:lnTo>
                  <a:pt x="2368" y="966"/>
                </a:lnTo>
                <a:lnTo>
                  <a:pt x="2368" y="967"/>
                </a:lnTo>
                <a:lnTo>
                  <a:pt x="2369" y="967"/>
                </a:lnTo>
                <a:lnTo>
                  <a:pt x="2369" y="968"/>
                </a:lnTo>
                <a:lnTo>
                  <a:pt x="2370" y="969"/>
                </a:lnTo>
                <a:lnTo>
                  <a:pt x="2370" y="970"/>
                </a:lnTo>
                <a:lnTo>
                  <a:pt x="2370" y="971"/>
                </a:lnTo>
                <a:lnTo>
                  <a:pt x="2370" y="973"/>
                </a:lnTo>
                <a:lnTo>
                  <a:pt x="2371" y="973"/>
                </a:lnTo>
                <a:lnTo>
                  <a:pt x="2371" y="974"/>
                </a:lnTo>
                <a:lnTo>
                  <a:pt x="2371" y="975"/>
                </a:lnTo>
                <a:lnTo>
                  <a:pt x="2371" y="976"/>
                </a:lnTo>
                <a:lnTo>
                  <a:pt x="2372" y="976"/>
                </a:lnTo>
                <a:lnTo>
                  <a:pt x="2373" y="977"/>
                </a:lnTo>
                <a:lnTo>
                  <a:pt x="2373" y="978"/>
                </a:lnTo>
                <a:lnTo>
                  <a:pt x="2372" y="979"/>
                </a:lnTo>
                <a:lnTo>
                  <a:pt x="2372" y="980"/>
                </a:lnTo>
                <a:lnTo>
                  <a:pt x="2371" y="981"/>
                </a:lnTo>
                <a:lnTo>
                  <a:pt x="2371" y="982"/>
                </a:lnTo>
                <a:lnTo>
                  <a:pt x="2372" y="982"/>
                </a:lnTo>
                <a:lnTo>
                  <a:pt x="2373" y="982"/>
                </a:lnTo>
                <a:lnTo>
                  <a:pt x="2374" y="984"/>
                </a:lnTo>
                <a:lnTo>
                  <a:pt x="2375" y="984"/>
                </a:lnTo>
                <a:lnTo>
                  <a:pt x="2375" y="985"/>
                </a:lnTo>
                <a:lnTo>
                  <a:pt x="2375" y="986"/>
                </a:lnTo>
                <a:lnTo>
                  <a:pt x="2375" y="987"/>
                </a:lnTo>
                <a:lnTo>
                  <a:pt x="2375" y="988"/>
                </a:lnTo>
                <a:lnTo>
                  <a:pt x="2375" y="989"/>
                </a:lnTo>
                <a:lnTo>
                  <a:pt x="2376" y="989"/>
                </a:lnTo>
                <a:lnTo>
                  <a:pt x="2376" y="990"/>
                </a:lnTo>
                <a:lnTo>
                  <a:pt x="2376" y="991"/>
                </a:lnTo>
                <a:lnTo>
                  <a:pt x="2376" y="992"/>
                </a:lnTo>
                <a:lnTo>
                  <a:pt x="2376" y="993"/>
                </a:lnTo>
                <a:lnTo>
                  <a:pt x="2375" y="993"/>
                </a:lnTo>
                <a:lnTo>
                  <a:pt x="2374" y="993"/>
                </a:lnTo>
                <a:lnTo>
                  <a:pt x="2374" y="994"/>
                </a:lnTo>
                <a:lnTo>
                  <a:pt x="2374" y="995"/>
                </a:lnTo>
                <a:lnTo>
                  <a:pt x="2374" y="996"/>
                </a:lnTo>
                <a:lnTo>
                  <a:pt x="2372" y="996"/>
                </a:lnTo>
                <a:lnTo>
                  <a:pt x="2372" y="997"/>
                </a:lnTo>
                <a:lnTo>
                  <a:pt x="2371" y="997"/>
                </a:lnTo>
                <a:lnTo>
                  <a:pt x="2369" y="997"/>
                </a:lnTo>
                <a:lnTo>
                  <a:pt x="2367" y="996"/>
                </a:lnTo>
                <a:lnTo>
                  <a:pt x="2367" y="995"/>
                </a:lnTo>
                <a:lnTo>
                  <a:pt x="2366" y="995"/>
                </a:lnTo>
                <a:lnTo>
                  <a:pt x="2366" y="994"/>
                </a:lnTo>
                <a:lnTo>
                  <a:pt x="2366" y="995"/>
                </a:lnTo>
                <a:lnTo>
                  <a:pt x="2366" y="996"/>
                </a:lnTo>
                <a:lnTo>
                  <a:pt x="2367" y="997"/>
                </a:lnTo>
                <a:lnTo>
                  <a:pt x="2367" y="998"/>
                </a:lnTo>
                <a:lnTo>
                  <a:pt x="2368" y="998"/>
                </a:lnTo>
                <a:lnTo>
                  <a:pt x="2369" y="999"/>
                </a:lnTo>
                <a:lnTo>
                  <a:pt x="2370" y="999"/>
                </a:lnTo>
                <a:lnTo>
                  <a:pt x="2369" y="999"/>
                </a:lnTo>
                <a:lnTo>
                  <a:pt x="2369" y="1000"/>
                </a:lnTo>
                <a:lnTo>
                  <a:pt x="2369" y="1001"/>
                </a:lnTo>
                <a:lnTo>
                  <a:pt x="2368" y="1001"/>
                </a:lnTo>
                <a:lnTo>
                  <a:pt x="2367" y="1001"/>
                </a:lnTo>
                <a:lnTo>
                  <a:pt x="2366" y="1000"/>
                </a:lnTo>
                <a:lnTo>
                  <a:pt x="2365" y="1000"/>
                </a:lnTo>
                <a:lnTo>
                  <a:pt x="2364" y="1000"/>
                </a:lnTo>
                <a:lnTo>
                  <a:pt x="2363" y="999"/>
                </a:lnTo>
                <a:lnTo>
                  <a:pt x="2362" y="999"/>
                </a:lnTo>
                <a:lnTo>
                  <a:pt x="2360" y="999"/>
                </a:lnTo>
                <a:lnTo>
                  <a:pt x="2359" y="999"/>
                </a:lnTo>
                <a:lnTo>
                  <a:pt x="2358" y="1000"/>
                </a:lnTo>
                <a:lnTo>
                  <a:pt x="2357" y="1000"/>
                </a:lnTo>
                <a:lnTo>
                  <a:pt x="2356" y="1000"/>
                </a:lnTo>
                <a:lnTo>
                  <a:pt x="2355" y="1001"/>
                </a:lnTo>
                <a:lnTo>
                  <a:pt x="2356" y="1002"/>
                </a:lnTo>
                <a:lnTo>
                  <a:pt x="2357" y="1003"/>
                </a:lnTo>
                <a:lnTo>
                  <a:pt x="2357" y="1004"/>
                </a:lnTo>
                <a:lnTo>
                  <a:pt x="2358" y="1004"/>
                </a:lnTo>
                <a:lnTo>
                  <a:pt x="2357" y="1005"/>
                </a:lnTo>
                <a:lnTo>
                  <a:pt x="2357" y="1006"/>
                </a:lnTo>
                <a:lnTo>
                  <a:pt x="2356" y="1007"/>
                </a:lnTo>
                <a:lnTo>
                  <a:pt x="2358" y="1007"/>
                </a:lnTo>
                <a:lnTo>
                  <a:pt x="2358" y="1008"/>
                </a:lnTo>
                <a:lnTo>
                  <a:pt x="2361" y="1007"/>
                </a:lnTo>
                <a:lnTo>
                  <a:pt x="2361" y="1008"/>
                </a:lnTo>
                <a:lnTo>
                  <a:pt x="2362" y="1008"/>
                </a:lnTo>
                <a:lnTo>
                  <a:pt x="2362" y="1009"/>
                </a:lnTo>
                <a:lnTo>
                  <a:pt x="2363" y="1009"/>
                </a:lnTo>
                <a:lnTo>
                  <a:pt x="2363" y="1010"/>
                </a:lnTo>
                <a:lnTo>
                  <a:pt x="2363" y="1011"/>
                </a:lnTo>
                <a:lnTo>
                  <a:pt x="2364" y="1012"/>
                </a:lnTo>
                <a:lnTo>
                  <a:pt x="2364" y="1013"/>
                </a:lnTo>
                <a:lnTo>
                  <a:pt x="2365" y="1013"/>
                </a:lnTo>
                <a:lnTo>
                  <a:pt x="2366" y="1015"/>
                </a:lnTo>
                <a:lnTo>
                  <a:pt x="2367" y="1014"/>
                </a:lnTo>
                <a:lnTo>
                  <a:pt x="2368" y="1014"/>
                </a:lnTo>
                <a:lnTo>
                  <a:pt x="2368" y="1013"/>
                </a:lnTo>
                <a:lnTo>
                  <a:pt x="2368" y="1012"/>
                </a:lnTo>
                <a:lnTo>
                  <a:pt x="2372" y="1011"/>
                </a:lnTo>
                <a:lnTo>
                  <a:pt x="2372" y="1012"/>
                </a:lnTo>
                <a:lnTo>
                  <a:pt x="2373" y="1013"/>
                </a:lnTo>
                <a:lnTo>
                  <a:pt x="2373" y="1014"/>
                </a:lnTo>
                <a:lnTo>
                  <a:pt x="2374" y="1015"/>
                </a:lnTo>
                <a:lnTo>
                  <a:pt x="2375" y="1015"/>
                </a:lnTo>
                <a:lnTo>
                  <a:pt x="2375" y="1016"/>
                </a:lnTo>
                <a:lnTo>
                  <a:pt x="2376" y="1016"/>
                </a:lnTo>
                <a:lnTo>
                  <a:pt x="2376" y="1015"/>
                </a:lnTo>
                <a:lnTo>
                  <a:pt x="2377" y="1015"/>
                </a:lnTo>
                <a:lnTo>
                  <a:pt x="2377" y="1014"/>
                </a:lnTo>
                <a:lnTo>
                  <a:pt x="2377" y="1015"/>
                </a:lnTo>
                <a:lnTo>
                  <a:pt x="2378" y="1015"/>
                </a:lnTo>
                <a:lnTo>
                  <a:pt x="2379" y="1016"/>
                </a:lnTo>
                <a:lnTo>
                  <a:pt x="2379" y="1017"/>
                </a:lnTo>
                <a:lnTo>
                  <a:pt x="2380" y="1017"/>
                </a:lnTo>
                <a:lnTo>
                  <a:pt x="2380" y="1018"/>
                </a:lnTo>
                <a:lnTo>
                  <a:pt x="2381" y="1018"/>
                </a:lnTo>
                <a:lnTo>
                  <a:pt x="2381" y="1019"/>
                </a:lnTo>
                <a:lnTo>
                  <a:pt x="2383" y="1019"/>
                </a:lnTo>
                <a:lnTo>
                  <a:pt x="2384" y="1019"/>
                </a:lnTo>
                <a:lnTo>
                  <a:pt x="2386" y="1019"/>
                </a:lnTo>
                <a:lnTo>
                  <a:pt x="2388" y="1019"/>
                </a:lnTo>
                <a:lnTo>
                  <a:pt x="2390" y="1019"/>
                </a:lnTo>
                <a:lnTo>
                  <a:pt x="2391" y="1019"/>
                </a:lnTo>
                <a:lnTo>
                  <a:pt x="2391" y="1020"/>
                </a:lnTo>
                <a:lnTo>
                  <a:pt x="2392" y="1021"/>
                </a:lnTo>
                <a:lnTo>
                  <a:pt x="2392" y="1022"/>
                </a:lnTo>
                <a:lnTo>
                  <a:pt x="2392" y="1023"/>
                </a:lnTo>
                <a:lnTo>
                  <a:pt x="2391" y="1023"/>
                </a:lnTo>
                <a:lnTo>
                  <a:pt x="2391" y="1024"/>
                </a:lnTo>
                <a:lnTo>
                  <a:pt x="2392" y="1024"/>
                </a:lnTo>
                <a:lnTo>
                  <a:pt x="2393" y="1024"/>
                </a:lnTo>
                <a:lnTo>
                  <a:pt x="2393" y="1025"/>
                </a:lnTo>
                <a:lnTo>
                  <a:pt x="2392" y="1025"/>
                </a:lnTo>
                <a:lnTo>
                  <a:pt x="2391" y="1025"/>
                </a:lnTo>
                <a:lnTo>
                  <a:pt x="2391" y="1026"/>
                </a:lnTo>
                <a:lnTo>
                  <a:pt x="2391" y="1027"/>
                </a:lnTo>
                <a:lnTo>
                  <a:pt x="2391" y="1028"/>
                </a:lnTo>
                <a:lnTo>
                  <a:pt x="2392" y="1029"/>
                </a:lnTo>
                <a:lnTo>
                  <a:pt x="2391" y="1029"/>
                </a:lnTo>
                <a:lnTo>
                  <a:pt x="2390" y="1029"/>
                </a:lnTo>
                <a:lnTo>
                  <a:pt x="2388" y="1029"/>
                </a:lnTo>
                <a:lnTo>
                  <a:pt x="2388" y="1030"/>
                </a:lnTo>
                <a:lnTo>
                  <a:pt x="2388" y="1031"/>
                </a:lnTo>
                <a:lnTo>
                  <a:pt x="2389" y="1031"/>
                </a:lnTo>
                <a:lnTo>
                  <a:pt x="2389" y="1032"/>
                </a:lnTo>
                <a:lnTo>
                  <a:pt x="2388" y="1032"/>
                </a:lnTo>
                <a:lnTo>
                  <a:pt x="2388" y="1033"/>
                </a:lnTo>
                <a:lnTo>
                  <a:pt x="2389" y="1033"/>
                </a:lnTo>
                <a:lnTo>
                  <a:pt x="2389" y="1034"/>
                </a:lnTo>
                <a:lnTo>
                  <a:pt x="2388" y="1034"/>
                </a:lnTo>
                <a:lnTo>
                  <a:pt x="2387" y="1034"/>
                </a:lnTo>
                <a:lnTo>
                  <a:pt x="2387" y="1035"/>
                </a:lnTo>
                <a:lnTo>
                  <a:pt x="2386" y="1035"/>
                </a:lnTo>
                <a:lnTo>
                  <a:pt x="2386" y="1036"/>
                </a:lnTo>
                <a:lnTo>
                  <a:pt x="2387" y="1037"/>
                </a:lnTo>
                <a:lnTo>
                  <a:pt x="2388" y="1037"/>
                </a:lnTo>
                <a:lnTo>
                  <a:pt x="2388" y="1038"/>
                </a:lnTo>
                <a:lnTo>
                  <a:pt x="2388" y="1039"/>
                </a:lnTo>
                <a:lnTo>
                  <a:pt x="2387" y="1039"/>
                </a:lnTo>
                <a:lnTo>
                  <a:pt x="2386" y="1039"/>
                </a:lnTo>
                <a:lnTo>
                  <a:pt x="2386" y="1040"/>
                </a:lnTo>
                <a:lnTo>
                  <a:pt x="2387" y="1040"/>
                </a:lnTo>
                <a:lnTo>
                  <a:pt x="2387" y="1041"/>
                </a:lnTo>
                <a:lnTo>
                  <a:pt x="2386" y="1041"/>
                </a:lnTo>
                <a:lnTo>
                  <a:pt x="2386" y="1042"/>
                </a:lnTo>
                <a:lnTo>
                  <a:pt x="2385" y="1042"/>
                </a:lnTo>
                <a:lnTo>
                  <a:pt x="2385" y="1043"/>
                </a:lnTo>
                <a:lnTo>
                  <a:pt x="2386" y="1043"/>
                </a:lnTo>
                <a:lnTo>
                  <a:pt x="2386" y="1044"/>
                </a:lnTo>
                <a:lnTo>
                  <a:pt x="2385" y="1044"/>
                </a:lnTo>
                <a:lnTo>
                  <a:pt x="2385" y="1045"/>
                </a:lnTo>
                <a:lnTo>
                  <a:pt x="2385" y="1046"/>
                </a:lnTo>
                <a:lnTo>
                  <a:pt x="2385" y="1048"/>
                </a:lnTo>
                <a:lnTo>
                  <a:pt x="2384" y="1049"/>
                </a:lnTo>
                <a:lnTo>
                  <a:pt x="2383" y="1049"/>
                </a:lnTo>
                <a:lnTo>
                  <a:pt x="2383" y="1050"/>
                </a:lnTo>
                <a:lnTo>
                  <a:pt x="2382" y="1050"/>
                </a:lnTo>
                <a:lnTo>
                  <a:pt x="2383" y="1051"/>
                </a:lnTo>
                <a:lnTo>
                  <a:pt x="2383" y="1052"/>
                </a:lnTo>
                <a:lnTo>
                  <a:pt x="2382" y="1053"/>
                </a:lnTo>
                <a:lnTo>
                  <a:pt x="2381" y="1053"/>
                </a:lnTo>
                <a:lnTo>
                  <a:pt x="2380" y="1053"/>
                </a:lnTo>
                <a:lnTo>
                  <a:pt x="2380" y="1055"/>
                </a:lnTo>
                <a:lnTo>
                  <a:pt x="2381" y="1055"/>
                </a:lnTo>
                <a:lnTo>
                  <a:pt x="2380" y="1056"/>
                </a:lnTo>
                <a:lnTo>
                  <a:pt x="2379" y="1056"/>
                </a:lnTo>
                <a:lnTo>
                  <a:pt x="2378" y="1056"/>
                </a:lnTo>
                <a:lnTo>
                  <a:pt x="2377" y="1056"/>
                </a:lnTo>
                <a:lnTo>
                  <a:pt x="2376" y="1056"/>
                </a:lnTo>
                <a:lnTo>
                  <a:pt x="2375" y="1056"/>
                </a:lnTo>
                <a:lnTo>
                  <a:pt x="2376" y="1056"/>
                </a:lnTo>
                <a:lnTo>
                  <a:pt x="2375" y="1055"/>
                </a:lnTo>
                <a:lnTo>
                  <a:pt x="2374" y="1055"/>
                </a:lnTo>
                <a:lnTo>
                  <a:pt x="2374" y="1054"/>
                </a:lnTo>
                <a:lnTo>
                  <a:pt x="2373" y="1055"/>
                </a:lnTo>
                <a:lnTo>
                  <a:pt x="2373" y="1054"/>
                </a:lnTo>
                <a:lnTo>
                  <a:pt x="2372" y="1054"/>
                </a:lnTo>
                <a:lnTo>
                  <a:pt x="2372" y="1053"/>
                </a:lnTo>
                <a:lnTo>
                  <a:pt x="2371" y="1053"/>
                </a:lnTo>
                <a:lnTo>
                  <a:pt x="2370" y="1053"/>
                </a:lnTo>
                <a:lnTo>
                  <a:pt x="2368" y="1053"/>
                </a:lnTo>
                <a:lnTo>
                  <a:pt x="2368" y="1054"/>
                </a:lnTo>
                <a:lnTo>
                  <a:pt x="2367" y="1054"/>
                </a:lnTo>
                <a:lnTo>
                  <a:pt x="2366" y="1054"/>
                </a:lnTo>
                <a:lnTo>
                  <a:pt x="2365" y="1054"/>
                </a:lnTo>
                <a:lnTo>
                  <a:pt x="2365" y="1055"/>
                </a:lnTo>
                <a:lnTo>
                  <a:pt x="2364" y="1055"/>
                </a:lnTo>
                <a:lnTo>
                  <a:pt x="2363" y="1055"/>
                </a:lnTo>
                <a:lnTo>
                  <a:pt x="2362" y="1055"/>
                </a:lnTo>
                <a:lnTo>
                  <a:pt x="2363" y="1055"/>
                </a:lnTo>
                <a:lnTo>
                  <a:pt x="2362" y="1055"/>
                </a:lnTo>
                <a:lnTo>
                  <a:pt x="2362" y="1056"/>
                </a:lnTo>
                <a:lnTo>
                  <a:pt x="2361" y="1056"/>
                </a:lnTo>
                <a:lnTo>
                  <a:pt x="2360" y="1056"/>
                </a:lnTo>
                <a:lnTo>
                  <a:pt x="2359" y="1056"/>
                </a:lnTo>
                <a:lnTo>
                  <a:pt x="2358" y="1056"/>
                </a:lnTo>
                <a:lnTo>
                  <a:pt x="2358" y="1057"/>
                </a:lnTo>
                <a:lnTo>
                  <a:pt x="2357" y="1057"/>
                </a:lnTo>
                <a:lnTo>
                  <a:pt x="2356" y="1057"/>
                </a:lnTo>
                <a:lnTo>
                  <a:pt x="2355" y="1057"/>
                </a:lnTo>
                <a:lnTo>
                  <a:pt x="2354" y="1057"/>
                </a:lnTo>
                <a:lnTo>
                  <a:pt x="2353" y="1057"/>
                </a:lnTo>
                <a:lnTo>
                  <a:pt x="2351" y="1058"/>
                </a:lnTo>
                <a:lnTo>
                  <a:pt x="2350" y="1059"/>
                </a:lnTo>
                <a:lnTo>
                  <a:pt x="2349" y="1060"/>
                </a:lnTo>
                <a:lnTo>
                  <a:pt x="2349" y="1061"/>
                </a:lnTo>
                <a:lnTo>
                  <a:pt x="2348" y="1061"/>
                </a:lnTo>
                <a:lnTo>
                  <a:pt x="2348" y="1062"/>
                </a:lnTo>
                <a:lnTo>
                  <a:pt x="2347" y="1062"/>
                </a:lnTo>
                <a:lnTo>
                  <a:pt x="2346" y="1062"/>
                </a:lnTo>
                <a:lnTo>
                  <a:pt x="2346" y="1063"/>
                </a:lnTo>
                <a:lnTo>
                  <a:pt x="2345" y="1063"/>
                </a:lnTo>
                <a:lnTo>
                  <a:pt x="2345" y="1064"/>
                </a:lnTo>
                <a:lnTo>
                  <a:pt x="2345" y="1065"/>
                </a:lnTo>
                <a:lnTo>
                  <a:pt x="2345" y="1066"/>
                </a:lnTo>
                <a:lnTo>
                  <a:pt x="2345" y="1067"/>
                </a:lnTo>
                <a:lnTo>
                  <a:pt x="2345" y="1068"/>
                </a:lnTo>
                <a:lnTo>
                  <a:pt x="2345" y="1069"/>
                </a:lnTo>
                <a:lnTo>
                  <a:pt x="2344" y="1069"/>
                </a:lnTo>
                <a:lnTo>
                  <a:pt x="2344" y="1070"/>
                </a:lnTo>
                <a:lnTo>
                  <a:pt x="2343" y="1071"/>
                </a:lnTo>
                <a:lnTo>
                  <a:pt x="2343" y="1072"/>
                </a:lnTo>
                <a:lnTo>
                  <a:pt x="2344" y="1073"/>
                </a:lnTo>
                <a:lnTo>
                  <a:pt x="2345" y="1073"/>
                </a:lnTo>
                <a:lnTo>
                  <a:pt x="2345" y="1072"/>
                </a:lnTo>
                <a:lnTo>
                  <a:pt x="2346" y="1073"/>
                </a:lnTo>
                <a:lnTo>
                  <a:pt x="2348" y="1074"/>
                </a:lnTo>
                <a:lnTo>
                  <a:pt x="2348" y="1075"/>
                </a:lnTo>
                <a:lnTo>
                  <a:pt x="2347" y="1075"/>
                </a:lnTo>
                <a:lnTo>
                  <a:pt x="2345" y="1075"/>
                </a:lnTo>
                <a:lnTo>
                  <a:pt x="2344" y="1075"/>
                </a:lnTo>
                <a:lnTo>
                  <a:pt x="2343" y="1076"/>
                </a:lnTo>
                <a:lnTo>
                  <a:pt x="2342" y="1076"/>
                </a:lnTo>
                <a:lnTo>
                  <a:pt x="2341" y="1077"/>
                </a:lnTo>
                <a:lnTo>
                  <a:pt x="2340" y="1077"/>
                </a:lnTo>
                <a:lnTo>
                  <a:pt x="2339" y="1077"/>
                </a:lnTo>
                <a:lnTo>
                  <a:pt x="2338" y="1077"/>
                </a:lnTo>
                <a:lnTo>
                  <a:pt x="2338" y="1078"/>
                </a:lnTo>
                <a:lnTo>
                  <a:pt x="2337" y="1078"/>
                </a:lnTo>
                <a:lnTo>
                  <a:pt x="2336" y="1078"/>
                </a:lnTo>
                <a:lnTo>
                  <a:pt x="2335" y="1079"/>
                </a:lnTo>
                <a:lnTo>
                  <a:pt x="2334" y="1080"/>
                </a:lnTo>
                <a:lnTo>
                  <a:pt x="2333" y="1080"/>
                </a:lnTo>
                <a:lnTo>
                  <a:pt x="2333" y="1081"/>
                </a:lnTo>
                <a:lnTo>
                  <a:pt x="2332" y="1080"/>
                </a:lnTo>
                <a:lnTo>
                  <a:pt x="2331" y="1081"/>
                </a:lnTo>
                <a:lnTo>
                  <a:pt x="2330" y="1080"/>
                </a:lnTo>
                <a:lnTo>
                  <a:pt x="2329" y="1080"/>
                </a:lnTo>
                <a:lnTo>
                  <a:pt x="2328" y="1080"/>
                </a:lnTo>
                <a:lnTo>
                  <a:pt x="2327" y="1080"/>
                </a:lnTo>
                <a:lnTo>
                  <a:pt x="2326" y="1080"/>
                </a:lnTo>
                <a:lnTo>
                  <a:pt x="2325" y="1081"/>
                </a:lnTo>
                <a:lnTo>
                  <a:pt x="2326" y="1081"/>
                </a:lnTo>
                <a:lnTo>
                  <a:pt x="2325" y="1081"/>
                </a:lnTo>
                <a:lnTo>
                  <a:pt x="2325" y="1082"/>
                </a:lnTo>
                <a:lnTo>
                  <a:pt x="2324" y="1082"/>
                </a:lnTo>
                <a:lnTo>
                  <a:pt x="2323" y="1082"/>
                </a:lnTo>
                <a:lnTo>
                  <a:pt x="2322" y="1081"/>
                </a:lnTo>
                <a:lnTo>
                  <a:pt x="2322" y="1080"/>
                </a:lnTo>
                <a:lnTo>
                  <a:pt x="2319" y="1080"/>
                </a:lnTo>
                <a:lnTo>
                  <a:pt x="2318" y="1080"/>
                </a:lnTo>
                <a:lnTo>
                  <a:pt x="2318" y="1081"/>
                </a:lnTo>
                <a:lnTo>
                  <a:pt x="2317" y="1081"/>
                </a:lnTo>
                <a:lnTo>
                  <a:pt x="2317" y="1083"/>
                </a:lnTo>
                <a:lnTo>
                  <a:pt x="2317" y="1084"/>
                </a:lnTo>
                <a:lnTo>
                  <a:pt x="2316" y="1085"/>
                </a:lnTo>
                <a:lnTo>
                  <a:pt x="2315" y="1085"/>
                </a:lnTo>
                <a:lnTo>
                  <a:pt x="2315" y="1086"/>
                </a:lnTo>
                <a:lnTo>
                  <a:pt x="2315" y="1087"/>
                </a:lnTo>
                <a:lnTo>
                  <a:pt x="2314" y="1087"/>
                </a:lnTo>
                <a:lnTo>
                  <a:pt x="2314" y="1086"/>
                </a:lnTo>
                <a:lnTo>
                  <a:pt x="2314" y="1085"/>
                </a:lnTo>
                <a:lnTo>
                  <a:pt x="2314" y="1086"/>
                </a:lnTo>
                <a:lnTo>
                  <a:pt x="2313" y="1086"/>
                </a:lnTo>
                <a:lnTo>
                  <a:pt x="2313" y="1085"/>
                </a:lnTo>
                <a:lnTo>
                  <a:pt x="2311" y="1084"/>
                </a:lnTo>
                <a:lnTo>
                  <a:pt x="2311" y="1083"/>
                </a:lnTo>
                <a:lnTo>
                  <a:pt x="2310" y="1083"/>
                </a:lnTo>
                <a:lnTo>
                  <a:pt x="2310" y="1084"/>
                </a:lnTo>
                <a:lnTo>
                  <a:pt x="2310" y="1083"/>
                </a:lnTo>
                <a:lnTo>
                  <a:pt x="2309" y="1083"/>
                </a:lnTo>
                <a:lnTo>
                  <a:pt x="2309" y="1082"/>
                </a:lnTo>
                <a:lnTo>
                  <a:pt x="2308" y="1082"/>
                </a:lnTo>
                <a:lnTo>
                  <a:pt x="2308" y="1081"/>
                </a:lnTo>
                <a:lnTo>
                  <a:pt x="2307" y="1081"/>
                </a:lnTo>
                <a:lnTo>
                  <a:pt x="2307" y="1082"/>
                </a:lnTo>
                <a:lnTo>
                  <a:pt x="2307" y="1081"/>
                </a:lnTo>
                <a:lnTo>
                  <a:pt x="2306" y="1081"/>
                </a:lnTo>
                <a:lnTo>
                  <a:pt x="2305" y="1081"/>
                </a:lnTo>
                <a:lnTo>
                  <a:pt x="2305" y="1080"/>
                </a:lnTo>
                <a:lnTo>
                  <a:pt x="2304" y="1080"/>
                </a:lnTo>
                <a:lnTo>
                  <a:pt x="2304" y="1079"/>
                </a:lnTo>
                <a:lnTo>
                  <a:pt x="2303" y="1079"/>
                </a:lnTo>
                <a:lnTo>
                  <a:pt x="2302" y="1079"/>
                </a:lnTo>
                <a:lnTo>
                  <a:pt x="2301" y="1079"/>
                </a:lnTo>
                <a:lnTo>
                  <a:pt x="2300" y="1079"/>
                </a:lnTo>
                <a:lnTo>
                  <a:pt x="2299" y="1079"/>
                </a:lnTo>
                <a:lnTo>
                  <a:pt x="2298" y="1079"/>
                </a:lnTo>
                <a:lnTo>
                  <a:pt x="2297" y="1079"/>
                </a:lnTo>
                <a:lnTo>
                  <a:pt x="2296" y="1080"/>
                </a:lnTo>
                <a:lnTo>
                  <a:pt x="2295" y="1080"/>
                </a:lnTo>
                <a:lnTo>
                  <a:pt x="2294" y="1080"/>
                </a:lnTo>
                <a:lnTo>
                  <a:pt x="2293" y="1079"/>
                </a:lnTo>
                <a:lnTo>
                  <a:pt x="2292" y="1079"/>
                </a:lnTo>
                <a:lnTo>
                  <a:pt x="2291" y="1079"/>
                </a:lnTo>
                <a:lnTo>
                  <a:pt x="2290" y="1078"/>
                </a:lnTo>
                <a:lnTo>
                  <a:pt x="2290" y="1077"/>
                </a:lnTo>
                <a:lnTo>
                  <a:pt x="2289" y="1077"/>
                </a:lnTo>
                <a:lnTo>
                  <a:pt x="2289" y="1076"/>
                </a:lnTo>
                <a:lnTo>
                  <a:pt x="2290" y="1076"/>
                </a:lnTo>
                <a:lnTo>
                  <a:pt x="2290" y="1075"/>
                </a:lnTo>
                <a:lnTo>
                  <a:pt x="2289" y="1075"/>
                </a:lnTo>
                <a:lnTo>
                  <a:pt x="2288" y="1075"/>
                </a:lnTo>
                <a:lnTo>
                  <a:pt x="2288" y="1074"/>
                </a:lnTo>
                <a:lnTo>
                  <a:pt x="2287" y="1074"/>
                </a:lnTo>
                <a:lnTo>
                  <a:pt x="2286" y="1074"/>
                </a:lnTo>
                <a:lnTo>
                  <a:pt x="2285" y="1074"/>
                </a:lnTo>
                <a:lnTo>
                  <a:pt x="2284" y="1074"/>
                </a:lnTo>
                <a:lnTo>
                  <a:pt x="2283" y="1074"/>
                </a:lnTo>
                <a:lnTo>
                  <a:pt x="2282" y="1074"/>
                </a:lnTo>
                <a:lnTo>
                  <a:pt x="2281" y="1074"/>
                </a:lnTo>
                <a:lnTo>
                  <a:pt x="2280" y="1074"/>
                </a:lnTo>
                <a:lnTo>
                  <a:pt x="2280" y="1073"/>
                </a:lnTo>
                <a:lnTo>
                  <a:pt x="2279" y="1073"/>
                </a:lnTo>
                <a:lnTo>
                  <a:pt x="2278" y="1073"/>
                </a:lnTo>
                <a:lnTo>
                  <a:pt x="2277" y="1073"/>
                </a:lnTo>
                <a:lnTo>
                  <a:pt x="2276" y="1073"/>
                </a:lnTo>
                <a:lnTo>
                  <a:pt x="2275" y="1073"/>
                </a:lnTo>
                <a:lnTo>
                  <a:pt x="2274" y="1073"/>
                </a:lnTo>
                <a:lnTo>
                  <a:pt x="2273" y="1074"/>
                </a:lnTo>
                <a:lnTo>
                  <a:pt x="2271" y="1074"/>
                </a:lnTo>
                <a:lnTo>
                  <a:pt x="2270" y="1074"/>
                </a:lnTo>
                <a:lnTo>
                  <a:pt x="2270" y="1075"/>
                </a:lnTo>
                <a:lnTo>
                  <a:pt x="2269" y="1075"/>
                </a:lnTo>
                <a:lnTo>
                  <a:pt x="2270" y="1075"/>
                </a:lnTo>
                <a:lnTo>
                  <a:pt x="2270" y="1076"/>
                </a:lnTo>
                <a:lnTo>
                  <a:pt x="2270" y="1077"/>
                </a:lnTo>
                <a:lnTo>
                  <a:pt x="2270" y="1078"/>
                </a:lnTo>
                <a:lnTo>
                  <a:pt x="2271" y="1079"/>
                </a:lnTo>
                <a:lnTo>
                  <a:pt x="2271" y="1080"/>
                </a:lnTo>
                <a:lnTo>
                  <a:pt x="2272" y="1080"/>
                </a:lnTo>
                <a:lnTo>
                  <a:pt x="2274" y="1080"/>
                </a:lnTo>
                <a:lnTo>
                  <a:pt x="2275" y="1080"/>
                </a:lnTo>
                <a:lnTo>
                  <a:pt x="2277" y="1080"/>
                </a:lnTo>
                <a:lnTo>
                  <a:pt x="2278" y="1080"/>
                </a:lnTo>
                <a:lnTo>
                  <a:pt x="2279" y="1080"/>
                </a:lnTo>
                <a:lnTo>
                  <a:pt x="2279" y="1081"/>
                </a:lnTo>
                <a:lnTo>
                  <a:pt x="2279" y="1082"/>
                </a:lnTo>
                <a:lnTo>
                  <a:pt x="2278" y="1083"/>
                </a:lnTo>
                <a:lnTo>
                  <a:pt x="2278" y="1084"/>
                </a:lnTo>
                <a:lnTo>
                  <a:pt x="2277" y="1084"/>
                </a:lnTo>
                <a:lnTo>
                  <a:pt x="2277" y="1085"/>
                </a:lnTo>
                <a:lnTo>
                  <a:pt x="2276" y="1085"/>
                </a:lnTo>
                <a:lnTo>
                  <a:pt x="2275" y="1086"/>
                </a:lnTo>
                <a:lnTo>
                  <a:pt x="2274" y="1086"/>
                </a:lnTo>
                <a:lnTo>
                  <a:pt x="2274" y="1087"/>
                </a:lnTo>
                <a:lnTo>
                  <a:pt x="2274" y="1088"/>
                </a:lnTo>
                <a:lnTo>
                  <a:pt x="2274" y="1089"/>
                </a:lnTo>
                <a:lnTo>
                  <a:pt x="2273" y="1089"/>
                </a:lnTo>
                <a:lnTo>
                  <a:pt x="2271" y="1089"/>
                </a:lnTo>
                <a:lnTo>
                  <a:pt x="2270" y="1089"/>
                </a:lnTo>
                <a:lnTo>
                  <a:pt x="2270" y="1090"/>
                </a:lnTo>
                <a:lnTo>
                  <a:pt x="2269" y="1090"/>
                </a:lnTo>
                <a:lnTo>
                  <a:pt x="2269" y="1091"/>
                </a:lnTo>
                <a:lnTo>
                  <a:pt x="2268" y="1091"/>
                </a:lnTo>
                <a:lnTo>
                  <a:pt x="2268" y="1090"/>
                </a:lnTo>
                <a:lnTo>
                  <a:pt x="2267" y="1089"/>
                </a:lnTo>
                <a:lnTo>
                  <a:pt x="2266" y="1089"/>
                </a:lnTo>
                <a:lnTo>
                  <a:pt x="2266" y="1088"/>
                </a:lnTo>
                <a:lnTo>
                  <a:pt x="2265" y="1088"/>
                </a:lnTo>
                <a:lnTo>
                  <a:pt x="2263" y="1088"/>
                </a:lnTo>
                <a:lnTo>
                  <a:pt x="2262" y="1088"/>
                </a:lnTo>
                <a:lnTo>
                  <a:pt x="2261" y="1088"/>
                </a:lnTo>
                <a:lnTo>
                  <a:pt x="2261" y="1087"/>
                </a:lnTo>
                <a:lnTo>
                  <a:pt x="2260" y="1087"/>
                </a:lnTo>
                <a:lnTo>
                  <a:pt x="2260" y="1086"/>
                </a:lnTo>
                <a:lnTo>
                  <a:pt x="2259" y="1086"/>
                </a:lnTo>
                <a:lnTo>
                  <a:pt x="2258" y="1085"/>
                </a:lnTo>
                <a:lnTo>
                  <a:pt x="2257" y="1085"/>
                </a:lnTo>
                <a:lnTo>
                  <a:pt x="2256" y="1084"/>
                </a:lnTo>
                <a:lnTo>
                  <a:pt x="2256" y="1085"/>
                </a:lnTo>
                <a:lnTo>
                  <a:pt x="2257" y="1085"/>
                </a:lnTo>
                <a:lnTo>
                  <a:pt x="2257" y="1086"/>
                </a:lnTo>
                <a:lnTo>
                  <a:pt x="2257" y="1087"/>
                </a:lnTo>
                <a:lnTo>
                  <a:pt x="2256" y="1088"/>
                </a:lnTo>
                <a:lnTo>
                  <a:pt x="2256" y="1089"/>
                </a:lnTo>
                <a:lnTo>
                  <a:pt x="2256" y="1090"/>
                </a:lnTo>
                <a:lnTo>
                  <a:pt x="2255" y="1090"/>
                </a:lnTo>
                <a:lnTo>
                  <a:pt x="2256" y="1090"/>
                </a:lnTo>
                <a:lnTo>
                  <a:pt x="2256" y="1089"/>
                </a:lnTo>
                <a:lnTo>
                  <a:pt x="2256" y="1088"/>
                </a:lnTo>
                <a:lnTo>
                  <a:pt x="2255" y="1088"/>
                </a:lnTo>
                <a:lnTo>
                  <a:pt x="2254" y="1089"/>
                </a:lnTo>
                <a:lnTo>
                  <a:pt x="2253" y="1089"/>
                </a:lnTo>
                <a:lnTo>
                  <a:pt x="2252" y="1089"/>
                </a:lnTo>
                <a:lnTo>
                  <a:pt x="2251" y="1089"/>
                </a:lnTo>
                <a:lnTo>
                  <a:pt x="2250" y="1088"/>
                </a:lnTo>
                <a:lnTo>
                  <a:pt x="2249" y="1088"/>
                </a:lnTo>
                <a:lnTo>
                  <a:pt x="2248" y="1087"/>
                </a:lnTo>
                <a:lnTo>
                  <a:pt x="2247" y="1087"/>
                </a:lnTo>
                <a:lnTo>
                  <a:pt x="2245" y="1087"/>
                </a:lnTo>
                <a:lnTo>
                  <a:pt x="2244" y="1087"/>
                </a:lnTo>
                <a:lnTo>
                  <a:pt x="2244" y="1086"/>
                </a:lnTo>
                <a:lnTo>
                  <a:pt x="2244" y="1085"/>
                </a:lnTo>
                <a:lnTo>
                  <a:pt x="2243" y="1085"/>
                </a:lnTo>
                <a:lnTo>
                  <a:pt x="2243" y="1086"/>
                </a:lnTo>
                <a:lnTo>
                  <a:pt x="2242" y="1086"/>
                </a:lnTo>
                <a:lnTo>
                  <a:pt x="2241" y="1087"/>
                </a:lnTo>
                <a:lnTo>
                  <a:pt x="2240" y="1087"/>
                </a:lnTo>
                <a:lnTo>
                  <a:pt x="2239" y="1087"/>
                </a:lnTo>
                <a:lnTo>
                  <a:pt x="2238" y="1087"/>
                </a:lnTo>
                <a:lnTo>
                  <a:pt x="2237" y="1087"/>
                </a:lnTo>
                <a:lnTo>
                  <a:pt x="2237" y="1088"/>
                </a:lnTo>
                <a:lnTo>
                  <a:pt x="2236" y="1088"/>
                </a:lnTo>
                <a:lnTo>
                  <a:pt x="2236" y="1087"/>
                </a:lnTo>
                <a:lnTo>
                  <a:pt x="2235" y="1087"/>
                </a:lnTo>
                <a:lnTo>
                  <a:pt x="2235" y="1088"/>
                </a:lnTo>
                <a:lnTo>
                  <a:pt x="2234" y="1088"/>
                </a:lnTo>
                <a:lnTo>
                  <a:pt x="2235" y="1088"/>
                </a:lnTo>
                <a:lnTo>
                  <a:pt x="2235" y="1089"/>
                </a:lnTo>
                <a:lnTo>
                  <a:pt x="2234" y="1089"/>
                </a:lnTo>
                <a:lnTo>
                  <a:pt x="2233" y="1089"/>
                </a:lnTo>
                <a:lnTo>
                  <a:pt x="2232" y="1089"/>
                </a:lnTo>
                <a:lnTo>
                  <a:pt x="2232" y="1090"/>
                </a:lnTo>
                <a:lnTo>
                  <a:pt x="2233" y="1091"/>
                </a:lnTo>
                <a:lnTo>
                  <a:pt x="2232" y="1091"/>
                </a:lnTo>
                <a:lnTo>
                  <a:pt x="2231" y="1091"/>
                </a:lnTo>
                <a:lnTo>
                  <a:pt x="2231" y="1092"/>
                </a:lnTo>
                <a:lnTo>
                  <a:pt x="2230" y="1093"/>
                </a:lnTo>
                <a:lnTo>
                  <a:pt x="2230" y="1094"/>
                </a:lnTo>
                <a:lnTo>
                  <a:pt x="2229" y="1094"/>
                </a:lnTo>
                <a:lnTo>
                  <a:pt x="2229" y="1095"/>
                </a:lnTo>
                <a:lnTo>
                  <a:pt x="2230" y="1095"/>
                </a:lnTo>
                <a:lnTo>
                  <a:pt x="2231" y="1095"/>
                </a:lnTo>
                <a:lnTo>
                  <a:pt x="2230" y="1095"/>
                </a:lnTo>
                <a:lnTo>
                  <a:pt x="2229" y="1095"/>
                </a:lnTo>
                <a:lnTo>
                  <a:pt x="2229" y="1096"/>
                </a:lnTo>
                <a:lnTo>
                  <a:pt x="2230" y="1096"/>
                </a:lnTo>
                <a:lnTo>
                  <a:pt x="2230" y="1097"/>
                </a:lnTo>
                <a:lnTo>
                  <a:pt x="2231" y="1097"/>
                </a:lnTo>
                <a:lnTo>
                  <a:pt x="2230" y="1097"/>
                </a:lnTo>
                <a:lnTo>
                  <a:pt x="2230" y="1098"/>
                </a:lnTo>
                <a:lnTo>
                  <a:pt x="2230" y="1099"/>
                </a:lnTo>
                <a:lnTo>
                  <a:pt x="2231" y="1099"/>
                </a:lnTo>
                <a:lnTo>
                  <a:pt x="2230" y="1099"/>
                </a:lnTo>
                <a:lnTo>
                  <a:pt x="2229" y="1099"/>
                </a:lnTo>
                <a:lnTo>
                  <a:pt x="2229" y="1098"/>
                </a:lnTo>
                <a:lnTo>
                  <a:pt x="2229" y="1099"/>
                </a:lnTo>
                <a:lnTo>
                  <a:pt x="2229" y="1100"/>
                </a:lnTo>
                <a:lnTo>
                  <a:pt x="2230" y="1100"/>
                </a:lnTo>
                <a:lnTo>
                  <a:pt x="2230" y="1101"/>
                </a:lnTo>
                <a:lnTo>
                  <a:pt x="2229" y="1101"/>
                </a:lnTo>
                <a:lnTo>
                  <a:pt x="2229" y="1102"/>
                </a:lnTo>
                <a:lnTo>
                  <a:pt x="2228" y="1102"/>
                </a:lnTo>
                <a:lnTo>
                  <a:pt x="2227" y="1102"/>
                </a:lnTo>
                <a:lnTo>
                  <a:pt x="2226" y="1102"/>
                </a:lnTo>
                <a:lnTo>
                  <a:pt x="2226" y="1103"/>
                </a:lnTo>
                <a:lnTo>
                  <a:pt x="2226" y="1104"/>
                </a:lnTo>
                <a:lnTo>
                  <a:pt x="2226" y="1105"/>
                </a:lnTo>
                <a:lnTo>
                  <a:pt x="2226" y="1104"/>
                </a:lnTo>
                <a:lnTo>
                  <a:pt x="2224" y="1104"/>
                </a:lnTo>
                <a:lnTo>
                  <a:pt x="2224" y="1105"/>
                </a:lnTo>
                <a:lnTo>
                  <a:pt x="2223" y="1105"/>
                </a:lnTo>
                <a:lnTo>
                  <a:pt x="2223" y="1104"/>
                </a:lnTo>
                <a:lnTo>
                  <a:pt x="2222" y="1104"/>
                </a:lnTo>
                <a:lnTo>
                  <a:pt x="2221" y="1104"/>
                </a:lnTo>
                <a:lnTo>
                  <a:pt x="2222" y="1105"/>
                </a:lnTo>
                <a:lnTo>
                  <a:pt x="2221" y="1105"/>
                </a:lnTo>
                <a:lnTo>
                  <a:pt x="2221" y="1106"/>
                </a:lnTo>
                <a:lnTo>
                  <a:pt x="2221" y="1107"/>
                </a:lnTo>
                <a:lnTo>
                  <a:pt x="2220" y="1108"/>
                </a:lnTo>
                <a:lnTo>
                  <a:pt x="2219" y="1108"/>
                </a:lnTo>
                <a:lnTo>
                  <a:pt x="2219" y="1107"/>
                </a:lnTo>
                <a:lnTo>
                  <a:pt x="2218" y="1108"/>
                </a:lnTo>
                <a:lnTo>
                  <a:pt x="2217" y="1108"/>
                </a:lnTo>
                <a:lnTo>
                  <a:pt x="2216" y="1109"/>
                </a:lnTo>
                <a:lnTo>
                  <a:pt x="2215" y="1109"/>
                </a:lnTo>
                <a:lnTo>
                  <a:pt x="2214" y="1109"/>
                </a:lnTo>
                <a:lnTo>
                  <a:pt x="2214" y="1110"/>
                </a:lnTo>
                <a:lnTo>
                  <a:pt x="2213" y="1111"/>
                </a:lnTo>
                <a:lnTo>
                  <a:pt x="2212" y="1112"/>
                </a:lnTo>
                <a:lnTo>
                  <a:pt x="2212" y="1113"/>
                </a:lnTo>
                <a:lnTo>
                  <a:pt x="2211" y="1114"/>
                </a:lnTo>
                <a:lnTo>
                  <a:pt x="2210" y="1114"/>
                </a:lnTo>
                <a:lnTo>
                  <a:pt x="2209" y="1114"/>
                </a:lnTo>
                <a:lnTo>
                  <a:pt x="2208" y="1114"/>
                </a:lnTo>
                <a:lnTo>
                  <a:pt x="2207" y="1114"/>
                </a:lnTo>
                <a:lnTo>
                  <a:pt x="2206" y="1114"/>
                </a:lnTo>
                <a:lnTo>
                  <a:pt x="2205" y="1113"/>
                </a:lnTo>
                <a:lnTo>
                  <a:pt x="2205" y="1112"/>
                </a:lnTo>
                <a:lnTo>
                  <a:pt x="2205" y="1111"/>
                </a:lnTo>
                <a:lnTo>
                  <a:pt x="2204" y="1110"/>
                </a:lnTo>
                <a:lnTo>
                  <a:pt x="2203" y="1110"/>
                </a:lnTo>
                <a:lnTo>
                  <a:pt x="2202" y="1110"/>
                </a:lnTo>
                <a:lnTo>
                  <a:pt x="2202" y="1109"/>
                </a:lnTo>
                <a:lnTo>
                  <a:pt x="2201" y="1109"/>
                </a:lnTo>
                <a:lnTo>
                  <a:pt x="2201" y="1108"/>
                </a:lnTo>
                <a:lnTo>
                  <a:pt x="2202" y="1108"/>
                </a:lnTo>
                <a:lnTo>
                  <a:pt x="2202" y="1107"/>
                </a:lnTo>
                <a:lnTo>
                  <a:pt x="2202" y="1106"/>
                </a:lnTo>
                <a:lnTo>
                  <a:pt x="2201" y="1106"/>
                </a:lnTo>
                <a:lnTo>
                  <a:pt x="2201" y="1107"/>
                </a:lnTo>
                <a:lnTo>
                  <a:pt x="2200" y="1107"/>
                </a:lnTo>
                <a:lnTo>
                  <a:pt x="2200" y="1108"/>
                </a:lnTo>
                <a:lnTo>
                  <a:pt x="2199" y="1108"/>
                </a:lnTo>
                <a:lnTo>
                  <a:pt x="2199" y="1109"/>
                </a:lnTo>
                <a:lnTo>
                  <a:pt x="2198" y="1109"/>
                </a:lnTo>
                <a:lnTo>
                  <a:pt x="2197" y="1109"/>
                </a:lnTo>
                <a:lnTo>
                  <a:pt x="2196" y="1109"/>
                </a:lnTo>
                <a:lnTo>
                  <a:pt x="2195" y="1109"/>
                </a:lnTo>
                <a:lnTo>
                  <a:pt x="2195" y="1110"/>
                </a:lnTo>
                <a:lnTo>
                  <a:pt x="2194" y="1110"/>
                </a:lnTo>
                <a:lnTo>
                  <a:pt x="2194" y="1109"/>
                </a:lnTo>
                <a:lnTo>
                  <a:pt x="2193" y="1109"/>
                </a:lnTo>
                <a:lnTo>
                  <a:pt x="2193" y="1110"/>
                </a:lnTo>
                <a:lnTo>
                  <a:pt x="2192" y="1110"/>
                </a:lnTo>
                <a:lnTo>
                  <a:pt x="2192" y="1109"/>
                </a:lnTo>
                <a:lnTo>
                  <a:pt x="2191" y="1109"/>
                </a:lnTo>
                <a:lnTo>
                  <a:pt x="2190" y="1109"/>
                </a:lnTo>
                <a:lnTo>
                  <a:pt x="2190" y="1108"/>
                </a:lnTo>
                <a:lnTo>
                  <a:pt x="2189" y="1109"/>
                </a:lnTo>
                <a:lnTo>
                  <a:pt x="2189" y="1110"/>
                </a:lnTo>
                <a:lnTo>
                  <a:pt x="2188" y="1110"/>
                </a:lnTo>
                <a:lnTo>
                  <a:pt x="2187" y="1110"/>
                </a:lnTo>
                <a:lnTo>
                  <a:pt x="2187" y="1111"/>
                </a:lnTo>
                <a:lnTo>
                  <a:pt x="2186" y="1111"/>
                </a:lnTo>
                <a:lnTo>
                  <a:pt x="2185" y="1110"/>
                </a:lnTo>
                <a:lnTo>
                  <a:pt x="2184" y="1109"/>
                </a:lnTo>
                <a:lnTo>
                  <a:pt x="2184" y="1110"/>
                </a:lnTo>
                <a:lnTo>
                  <a:pt x="2184" y="1111"/>
                </a:lnTo>
                <a:lnTo>
                  <a:pt x="2183" y="1111"/>
                </a:lnTo>
                <a:lnTo>
                  <a:pt x="2183" y="1110"/>
                </a:lnTo>
                <a:lnTo>
                  <a:pt x="2183" y="1111"/>
                </a:lnTo>
                <a:lnTo>
                  <a:pt x="2182" y="1111"/>
                </a:lnTo>
                <a:lnTo>
                  <a:pt x="2181" y="1111"/>
                </a:lnTo>
                <a:lnTo>
                  <a:pt x="2182" y="1112"/>
                </a:lnTo>
                <a:lnTo>
                  <a:pt x="2182" y="1113"/>
                </a:lnTo>
                <a:lnTo>
                  <a:pt x="2181" y="1113"/>
                </a:lnTo>
                <a:lnTo>
                  <a:pt x="2180" y="1113"/>
                </a:lnTo>
                <a:lnTo>
                  <a:pt x="2180" y="1112"/>
                </a:lnTo>
                <a:lnTo>
                  <a:pt x="2178" y="1112"/>
                </a:lnTo>
                <a:lnTo>
                  <a:pt x="2178" y="1113"/>
                </a:lnTo>
                <a:lnTo>
                  <a:pt x="2177" y="1113"/>
                </a:lnTo>
                <a:lnTo>
                  <a:pt x="2177" y="1114"/>
                </a:lnTo>
                <a:lnTo>
                  <a:pt x="2176" y="1114"/>
                </a:lnTo>
                <a:lnTo>
                  <a:pt x="2175" y="1114"/>
                </a:lnTo>
                <a:lnTo>
                  <a:pt x="2174" y="1115"/>
                </a:lnTo>
                <a:lnTo>
                  <a:pt x="2175" y="1115"/>
                </a:lnTo>
                <a:lnTo>
                  <a:pt x="2175" y="1116"/>
                </a:lnTo>
                <a:lnTo>
                  <a:pt x="2174" y="1116"/>
                </a:lnTo>
                <a:lnTo>
                  <a:pt x="2175" y="1116"/>
                </a:lnTo>
                <a:lnTo>
                  <a:pt x="2174" y="1117"/>
                </a:lnTo>
                <a:lnTo>
                  <a:pt x="2174" y="1118"/>
                </a:lnTo>
                <a:lnTo>
                  <a:pt x="2173" y="1119"/>
                </a:lnTo>
                <a:lnTo>
                  <a:pt x="2172" y="1120"/>
                </a:lnTo>
                <a:lnTo>
                  <a:pt x="2171" y="1120"/>
                </a:lnTo>
                <a:lnTo>
                  <a:pt x="2170" y="1120"/>
                </a:lnTo>
                <a:lnTo>
                  <a:pt x="2169" y="1120"/>
                </a:lnTo>
                <a:lnTo>
                  <a:pt x="2170" y="1120"/>
                </a:lnTo>
                <a:lnTo>
                  <a:pt x="2170" y="1121"/>
                </a:lnTo>
                <a:lnTo>
                  <a:pt x="2169" y="1121"/>
                </a:lnTo>
                <a:lnTo>
                  <a:pt x="2168" y="1121"/>
                </a:lnTo>
                <a:lnTo>
                  <a:pt x="2167" y="1121"/>
                </a:lnTo>
                <a:lnTo>
                  <a:pt x="2166" y="1121"/>
                </a:lnTo>
                <a:lnTo>
                  <a:pt x="2166" y="1122"/>
                </a:lnTo>
                <a:lnTo>
                  <a:pt x="2165" y="1123"/>
                </a:lnTo>
                <a:lnTo>
                  <a:pt x="2164" y="1123"/>
                </a:lnTo>
                <a:lnTo>
                  <a:pt x="2164" y="1124"/>
                </a:lnTo>
                <a:lnTo>
                  <a:pt x="2163" y="1125"/>
                </a:lnTo>
                <a:lnTo>
                  <a:pt x="2162" y="1126"/>
                </a:lnTo>
                <a:lnTo>
                  <a:pt x="2161" y="1127"/>
                </a:lnTo>
                <a:lnTo>
                  <a:pt x="2160" y="1127"/>
                </a:lnTo>
                <a:lnTo>
                  <a:pt x="2161" y="1128"/>
                </a:lnTo>
                <a:lnTo>
                  <a:pt x="2160" y="1128"/>
                </a:lnTo>
                <a:lnTo>
                  <a:pt x="2160" y="1129"/>
                </a:lnTo>
                <a:lnTo>
                  <a:pt x="2159" y="1129"/>
                </a:lnTo>
                <a:lnTo>
                  <a:pt x="2159" y="1128"/>
                </a:lnTo>
                <a:lnTo>
                  <a:pt x="2159" y="1129"/>
                </a:lnTo>
                <a:lnTo>
                  <a:pt x="2158" y="1129"/>
                </a:lnTo>
                <a:lnTo>
                  <a:pt x="2158" y="1130"/>
                </a:lnTo>
                <a:lnTo>
                  <a:pt x="2157" y="1131"/>
                </a:lnTo>
                <a:lnTo>
                  <a:pt x="2156" y="1130"/>
                </a:lnTo>
                <a:lnTo>
                  <a:pt x="2155" y="1131"/>
                </a:lnTo>
                <a:lnTo>
                  <a:pt x="2154" y="1132"/>
                </a:lnTo>
                <a:lnTo>
                  <a:pt x="2153" y="1133"/>
                </a:lnTo>
                <a:lnTo>
                  <a:pt x="2152" y="1133"/>
                </a:lnTo>
                <a:lnTo>
                  <a:pt x="2151" y="1133"/>
                </a:lnTo>
                <a:lnTo>
                  <a:pt x="2150" y="1133"/>
                </a:lnTo>
                <a:lnTo>
                  <a:pt x="2150" y="1134"/>
                </a:lnTo>
                <a:lnTo>
                  <a:pt x="2149" y="1134"/>
                </a:lnTo>
                <a:lnTo>
                  <a:pt x="2148" y="1134"/>
                </a:lnTo>
                <a:lnTo>
                  <a:pt x="2148" y="1133"/>
                </a:lnTo>
                <a:lnTo>
                  <a:pt x="2147" y="1133"/>
                </a:lnTo>
                <a:lnTo>
                  <a:pt x="2148" y="1133"/>
                </a:lnTo>
                <a:lnTo>
                  <a:pt x="2148" y="1132"/>
                </a:lnTo>
                <a:lnTo>
                  <a:pt x="2147" y="1132"/>
                </a:lnTo>
                <a:lnTo>
                  <a:pt x="2147" y="1133"/>
                </a:lnTo>
                <a:lnTo>
                  <a:pt x="2146" y="1132"/>
                </a:lnTo>
                <a:lnTo>
                  <a:pt x="2144" y="1132"/>
                </a:lnTo>
                <a:lnTo>
                  <a:pt x="2143" y="1132"/>
                </a:lnTo>
                <a:lnTo>
                  <a:pt x="2143" y="1131"/>
                </a:lnTo>
                <a:lnTo>
                  <a:pt x="2142" y="1131"/>
                </a:lnTo>
                <a:lnTo>
                  <a:pt x="2141" y="1131"/>
                </a:lnTo>
                <a:lnTo>
                  <a:pt x="2140" y="1131"/>
                </a:lnTo>
                <a:lnTo>
                  <a:pt x="2139" y="1131"/>
                </a:lnTo>
                <a:lnTo>
                  <a:pt x="2139" y="1132"/>
                </a:lnTo>
                <a:lnTo>
                  <a:pt x="2138" y="1132"/>
                </a:lnTo>
                <a:lnTo>
                  <a:pt x="2137" y="1131"/>
                </a:lnTo>
                <a:lnTo>
                  <a:pt x="2136" y="1131"/>
                </a:lnTo>
                <a:lnTo>
                  <a:pt x="2136" y="1132"/>
                </a:lnTo>
                <a:lnTo>
                  <a:pt x="2137" y="1132"/>
                </a:lnTo>
                <a:lnTo>
                  <a:pt x="2137" y="1133"/>
                </a:lnTo>
                <a:lnTo>
                  <a:pt x="2137" y="1134"/>
                </a:lnTo>
                <a:lnTo>
                  <a:pt x="2136" y="1134"/>
                </a:lnTo>
                <a:lnTo>
                  <a:pt x="2135" y="1134"/>
                </a:lnTo>
                <a:lnTo>
                  <a:pt x="2135" y="1133"/>
                </a:lnTo>
                <a:lnTo>
                  <a:pt x="2134" y="1134"/>
                </a:lnTo>
                <a:lnTo>
                  <a:pt x="2134" y="1133"/>
                </a:lnTo>
                <a:lnTo>
                  <a:pt x="2133" y="1134"/>
                </a:lnTo>
                <a:lnTo>
                  <a:pt x="2132" y="1134"/>
                </a:lnTo>
                <a:lnTo>
                  <a:pt x="2131" y="1133"/>
                </a:lnTo>
                <a:lnTo>
                  <a:pt x="2131" y="1135"/>
                </a:lnTo>
                <a:lnTo>
                  <a:pt x="2131" y="1136"/>
                </a:lnTo>
                <a:lnTo>
                  <a:pt x="2130" y="1136"/>
                </a:lnTo>
                <a:lnTo>
                  <a:pt x="2130" y="1135"/>
                </a:lnTo>
                <a:lnTo>
                  <a:pt x="2129" y="1135"/>
                </a:lnTo>
                <a:lnTo>
                  <a:pt x="2128" y="1135"/>
                </a:lnTo>
                <a:lnTo>
                  <a:pt x="2128" y="1136"/>
                </a:lnTo>
                <a:lnTo>
                  <a:pt x="2128" y="1137"/>
                </a:lnTo>
                <a:lnTo>
                  <a:pt x="2127" y="1137"/>
                </a:lnTo>
                <a:lnTo>
                  <a:pt x="2125" y="1137"/>
                </a:lnTo>
                <a:lnTo>
                  <a:pt x="2124" y="1136"/>
                </a:lnTo>
                <a:lnTo>
                  <a:pt x="2123" y="1136"/>
                </a:lnTo>
                <a:lnTo>
                  <a:pt x="2123" y="1137"/>
                </a:lnTo>
                <a:lnTo>
                  <a:pt x="2123" y="1138"/>
                </a:lnTo>
                <a:lnTo>
                  <a:pt x="2122" y="1138"/>
                </a:lnTo>
                <a:lnTo>
                  <a:pt x="2122" y="1139"/>
                </a:lnTo>
                <a:lnTo>
                  <a:pt x="2121" y="1139"/>
                </a:lnTo>
                <a:lnTo>
                  <a:pt x="2121" y="1138"/>
                </a:lnTo>
                <a:lnTo>
                  <a:pt x="2120" y="1139"/>
                </a:lnTo>
                <a:lnTo>
                  <a:pt x="2119" y="1139"/>
                </a:lnTo>
                <a:lnTo>
                  <a:pt x="2119" y="1140"/>
                </a:lnTo>
                <a:lnTo>
                  <a:pt x="2118" y="1141"/>
                </a:lnTo>
                <a:lnTo>
                  <a:pt x="2117" y="1141"/>
                </a:lnTo>
                <a:lnTo>
                  <a:pt x="2116" y="1141"/>
                </a:lnTo>
                <a:lnTo>
                  <a:pt x="2116" y="1142"/>
                </a:lnTo>
                <a:lnTo>
                  <a:pt x="2115" y="1142"/>
                </a:lnTo>
                <a:lnTo>
                  <a:pt x="2114" y="1142"/>
                </a:lnTo>
                <a:lnTo>
                  <a:pt x="2114" y="1143"/>
                </a:lnTo>
                <a:lnTo>
                  <a:pt x="2113" y="1143"/>
                </a:lnTo>
                <a:lnTo>
                  <a:pt x="2112" y="1143"/>
                </a:lnTo>
                <a:lnTo>
                  <a:pt x="2111" y="1142"/>
                </a:lnTo>
                <a:lnTo>
                  <a:pt x="2110" y="1142"/>
                </a:lnTo>
                <a:lnTo>
                  <a:pt x="2109" y="1142"/>
                </a:lnTo>
                <a:lnTo>
                  <a:pt x="2109" y="1143"/>
                </a:lnTo>
                <a:lnTo>
                  <a:pt x="2108" y="1144"/>
                </a:lnTo>
                <a:lnTo>
                  <a:pt x="2107" y="1144"/>
                </a:lnTo>
                <a:lnTo>
                  <a:pt x="2107" y="1145"/>
                </a:lnTo>
                <a:lnTo>
                  <a:pt x="2106" y="1145"/>
                </a:lnTo>
                <a:lnTo>
                  <a:pt x="2106" y="1144"/>
                </a:lnTo>
                <a:lnTo>
                  <a:pt x="2105" y="1144"/>
                </a:lnTo>
                <a:lnTo>
                  <a:pt x="2105" y="1145"/>
                </a:lnTo>
                <a:lnTo>
                  <a:pt x="2104" y="1146"/>
                </a:lnTo>
                <a:lnTo>
                  <a:pt x="2104" y="1145"/>
                </a:lnTo>
                <a:lnTo>
                  <a:pt x="2103" y="1146"/>
                </a:lnTo>
                <a:lnTo>
                  <a:pt x="2102" y="1146"/>
                </a:lnTo>
                <a:lnTo>
                  <a:pt x="2102" y="1147"/>
                </a:lnTo>
                <a:lnTo>
                  <a:pt x="2101" y="1147"/>
                </a:lnTo>
                <a:lnTo>
                  <a:pt x="2100" y="1148"/>
                </a:lnTo>
                <a:lnTo>
                  <a:pt x="2099" y="1148"/>
                </a:lnTo>
                <a:lnTo>
                  <a:pt x="2099" y="1149"/>
                </a:lnTo>
                <a:lnTo>
                  <a:pt x="2100" y="1150"/>
                </a:lnTo>
                <a:lnTo>
                  <a:pt x="2101" y="1149"/>
                </a:lnTo>
                <a:lnTo>
                  <a:pt x="2102" y="1150"/>
                </a:lnTo>
                <a:lnTo>
                  <a:pt x="2101" y="1150"/>
                </a:lnTo>
                <a:lnTo>
                  <a:pt x="2100" y="1150"/>
                </a:lnTo>
                <a:lnTo>
                  <a:pt x="2100" y="1151"/>
                </a:lnTo>
                <a:lnTo>
                  <a:pt x="2101" y="1151"/>
                </a:lnTo>
                <a:lnTo>
                  <a:pt x="2101" y="1152"/>
                </a:lnTo>
                <a:lnTo>
                  <a:pt x="2100" y="1153"/>
                </a:lnTo>
                <a:lnTo>
                  <a:pt x="2099" y="1153"/>
                </a:lnTo>
                <a:lnTo>
                  <a:pt x="2098" y="1153"/>
                </a:lnTo>
                <a:lnTo>
                  <a:pt x="2097" y="1153"/>
                </a:lnTo>
                <a:lnTo>
                  <a:pt x="2097" y="1154"/>
                </a:lnTo>
                <a:lnTo>
                  <a:pt x="2097" y="1155"/>
                </a:lnTo>
                <a:lnTo>
                  <a:pt x="2098" y="1155"/>
                </a:lnTo>
                <a:lnTo>
                  <a:pt x="2098" y="1156"/>
                </a:lnTo>
                <a:lnTo>
                  <a:pt x="2097" y="1157"/>
                </a:lnTo>
                <a:lnTo>
                  <a:pt x="2098" y="1157"/>
                </a:lnTo>
                <a:lnTo>
                  <a:pt x="2098" y="1158"/>
                </a:lnTo>
                <a:lnTo>
                  <a:pt x="2097" y="1158"/>
                </a:lnTo>
                <a:lnTo>
                  <a:pt x="2096" y="1158"/>
                </a:lnTo>
                <a:lnTo>
                  <a:pt x="2096" y="1159"/>
                </a:lnTo>
                <a:lnTo>
                  <a:pt x="2095" y="1158"/>
                </a:lnTo>
                <a:lnTo>
                  <a:pt x="2095" y="1159"/>
                </a:lnTo>
                <a:lnTo>
                  <a:pt x="2094" y="1159"/>
                </a:lnTo>
                <a:lnTo>
                  <a:pt x="2094" y="1160"/>
                </a:lnTo>
                <a:lnTo>
                  <a:pt x="2095" y="1160"/>
                </a:lnTo>
                <a:lnTo>
                  <a:pt x="2095" y="1161"/>
                </a:lnTo>
                <a:lnTo>
                  <a:pt x="2094" y="1161"/>
                </a:lnTo>
                <a:lnTo>
                  <a:pt x="2093" y="1161"/>
                </a:lnTo>
                <a:lnTo>
                  <a:pt x="2092" y="1161"/>
                </a:lnTo>
                <a:lnTo>
                  <a:pt x="2092" y="1160"/>
                </a:lnTo>
                <a:lnTo>
                  <a:pt x="2091" y="1160"/>
                </a:lnTo>
                <a:lnTo>
                  <a:pt x="2090" y="1160"/>
                </a:lnTo>
                <a:lnTo>
                  <a:pt x="2089" y="1161"/>
                </a:lnTo>
                <a:lnTo>
                  <a:pt x="2088" y="1161"/>
                </a:lnTo>
                <a:lnTo>
                  <a:pt x="2087" y="1161"/>
                </a:lnTo>
                <a:lnTo>
                  <a:pt x="2087" y="1162"/>
                </a:lnTo>
                <a:lnTo>
                  <a:pt x="2087" y="1163"/>
                </a:lnTo>
                <a:lnTo>
                  <a:pt x="2086" y="1163"/>
                </a:lnTo>
                <a:lnTo>
                  <a:pt x="2085" y="1164"/>
                </a:lnTo>
                <a:lnTo>
                  <a:pt x="2085" y="1165"/>
                </a:lnTo>
                <a:lnTo>
                  <a:pt x="2085" y="1166"/>
                </a:lnTo>
                <a:lnTo>
                  <a:pt x="2084" y="1167"/>
                </a:lnTo>
                <a:lnTo>
                  <a:pt x="2084" y="1166"/>
                </a:lnTo>
                <a:lnTo>
                  <a:pt x="2083" y="1166"/>
                </a:lnTo>
                <a:lnTo>
                  <a:pt x="2082" y="1166"/>
                </a:lnTo>
                <a:lnTo>
                  <a:pt x="2082" y="1167"/>
                </a:lnTo>
                <a:lnTo>
                  <a:pt x="2083" y="1167"/>
                </a:lnTo>
                <a:lnTo>
                  <a:pt x="2083" y="1168"/>
                </a:lnTo>
                <a:lnTo>
                  <a:pt x="2082" y="1168"/>
                </a:lnTo>
                <a:lnTo>
                  <a:pt x="2082" y="1167"/>
                </a:lnTo>
                <a:lnTo>
                  <a:pt x="2081" y="1167"/>
                </a:lnTo>
                <a:lnTo>
                  <a:pt x="2081" y="1168"/>
                </a:lnTo>
                <a:lnTo>
                  <a:pt x="2081" y="1169"/>
                </a:lnTo>
                <a:lnTo>
                  <a:pt x="2080" y="1169"/>
                </a:lnTo>
                <a:lnTo>
                  <a:pt x="2081" y="1169"/>
                </a:lnTo>
                <a:lnTo>
                  <a:pt x="2081" y="1170"/>
                </a:lnTo>
                <a:lnTo>
                  <a:pt x="2082" y="1170"/>
                </a:lnTo>
                <a:lnTo>
                  <a:pt x="2082" y="1169"/>
                </a:lnTo>
                <a:lnTo>
                  <a:pt x="2082" y="1170"/>
                </a:lnTo>
                <a:lnTo>
                  <a:pt x="2083" y="1170"/>
                </a:lnTo>
                <a:lnTo>
                  <a:pt x="2083" y="1171"/>
                </a:lnTo>
                <a:lnTo>
                  <a:pt x="2082" y="1171"/>
                </a:lnTo>
                <a:lnTo>
                  <a:pt x="2081" y="1171"/>
                </a:lnTo>
                <a:lnTo>
                  <a:pt x="2080" y="1171"/>
                </a:lnTo>
                <a:lnTo>
                  <a:pt x="2079" y="1171"/>
                </a:lnTo>
                <a:lnTo>
                  <a:pt x="2079" y="1172"/>
                </a:lnTo>
                <a:lnTo>
                  <a:pt x="2078" y="1172"/>
                </a:lnTo>
                <a:lnTo>
                  <a:pt x="2078" y="1173"/>
                </a:lnTo>
                <a:lnTo>
                  <a:pt x="2077" y="1173"/>
                </a:lnTo>
                <a:lnTo>
                  <a:pt x="2077" y="1174"/>
                </a:lnTo>
                <a:lnTo>
                  <a:pt x="2076" y="1174"/>
                </a:lnTo>
                <a:lnTo>
                  <a:pt x="2075" y="1174"/>
                </a:lnTo>
                <a:lnTo>
                  <a:pt x="2075" y="1175"/>
                </a:lnTo>
                <a:lnTo>
                  <a:pt x="2074" y="1175"/>
                </a:lnTo>
                <a:lnTo>
                  <a:pt x="2074" y="1176"/>
                </a:lnTo>
                <a:lnTo>
                  <a:pt x="2074" y="1177"/>
                </a:lnTo>
                <a:lnTo>
                  <a:pt x="2073" y="1177"/>
                </a:lnTo>
                <a:lnTo>
                  <a:pt x="2073" y="1178"/>
                </a:lnTo>
                <a:lnTo>
                  <a:pt x="2072" y="1178"/>
                </a:lnTo>
                <a:lnTo>
                  <a:pt x="2072" y="1179"/>
                </a:lnTo>
                <a:lnTo>
                  <a:pt x="2071" y="1179"/>
                </a:lnTo>
                <a:lnTo>
                  <a:pt x="2071" y="1180"/>
                </a:lnTo>
                <a:lnTo>
                  <a:pt x="2070" y="1180"/>
                </a:lnTo>
                <a:lnTo>
                  <a:pt x="2070" y="1181"/>
                </a:lnTo>
                <a:lnTo>
                  <a:pt x="2070" y="1182"/>
                </a:lnTo>
                <a:lnTo>
                  <a:pt x="2069" y="1182"/>
                </a:lnTo>
                <a:lnTo>
                  <a:pt x="2068" y="1183"/>
                </a:lnTo>
                <a:lnTo>
                  <a:pt x="2068" y="1184"/>
                </a:lnTo>
                <a:lnTo>
                  <a:pt x="2068" y="1185"/>
                </a:lnTo>
                <a:lnTo>
                  <a:pt x="2069" y="1186"/>
                </a:lnTo>
                <a:lnTo>
                  <a:pt x="2069" y="1187"/>
                </a:lnTo>
                <a:lnTo>
                  <a:pt x="2067" y="1188"/>
                </a:lnTo>
                <a:lnTo>
                  <a:pt x="2067" y="1189"/>
                </a:lnTo>
                <a:lnTo>
                  <a:pt x="2066" y="1189"/>
                </a:lnTo>
                <a:lnTo>
                  <a:pt x="2066" y="1190"/>
                </a:lnTo>
                <a:lnTo>
                  <a:pt x="2065" y="1190"/>
                </a:lnTo>
                <a:lnTo>
                  <a:pt x="2064" y="1190"/>
                </a:lnTo>
                <a:lnTo>
                  <a:pt x="2063" y="1190"/>
                </a:lnTo>
                <a:lnTo>
                  <a:pt x="2062" y="1190"/>
                </a:lnTo>
                <a:lnTo>
                  <a:pt x="2062" y="1189"/>
                </a:lnTo>
                <a:lnTo>
                  <a:pt x="2061" y="1189"/>
                </a:lnTo>
                <a:lnTo>
                  <a:pt x="2060" y="1189"/>
                </a:lnTo>
                <a:lnTo>
                  <a:pt x="2060" y="1188"/>
                </a:lnTo>
                <a:lnTo>
                  <a:pt x="2060" y="1187"/>
                </a:lnTo>
                <a:lnTo>
                  <a:pt x="2059" y="1187"/>
                </a:lnTo>
                <a:lnTo>
                  <a:pt x="2059" y="1186"/>
                </a:lnTo>
                <a:lnTo>
                  <a:pt x="2060" y="1185"/>
                </a:lnTo>
                <a:lnTo>
                  <a:pt x="2059" y="1185"/>
                </a:lnTo>
                <a:lnTo>
                  <a:pt x="2060" y="1184"/>
                </a:lnTo>
                <a:lnTo>
                  <a:pt x="2060" y="1183"/>
                </a:lnTo>
                <a:lnTo>
                  <a:pt x="2061" y="1183"/>
                </a:lnTo>
                <a:lnTo>
                  <a:pt x="2061" y="1182"/>
                </a:lnTo>
                <a:lnTo>
                  <a:pt x="2060" y="1182"/>
                </a:lnTo>
                <a:lnTo>
                  <a:pt x="2059" y="1182"/>
                </a:lnTo>
                <a:lnTo>
                  <a:pt x="2060" y="1182"/>
                </a:lnTo>
                <a:lnTo>
                  <a:pt x="2060" y="1181"/>
                </a:lnTo>
                <a:lnTo>
                  <a:pt x="2061" y="1181"/>
                </a:lnTo>
                <a:lnTo>
                  <a:pt x="2060" y="1181"/>
                </a:lnTo>
                <a:lnTo>
                  <a:pt x="2060" y="1180"/>
                </a:lnTo>
                <a:lnTo>
                  <a:pt x="2061" y="1179"/>
                </a:lnTo>
                <a:lnTo>
                  <a:pt x="2061" y="1178"/>
                </a:lnTo>
                <a:lnTo>
                  <a:pt x="2060" y="1178"/>
                </a:lnTo>
                <a:lnTo>
                  <a:pt x="2061" y="1178"/>
                </a:lnTo>
                <a:lnTo>
                  <a:pt x="2061" y="1177"/>
                </a:lnTo>
                <a:lnTo>
                  <a:pt x="2060" y="1177"/>
                </a:lnTo>
                <a:lnTo>
                  <a:pt x="2060" y="1178"/>
                </a:lnTo>
                <a:lnTo>
                  <a:pt x="2059" y="1178"/>
                </a:lnTo>
                <a:lnTo>
                  <a:pt x="2059" y="1177"/>
                </a:lnTo>
                <a:lnTo>
                  <a:pt x="2058" y="1177"/>
                </a:lnTo>
                <a:lnTo>
                  <a:pt x="2058" y="1176"/>
                </a:lnTo>
                <a:lnTo>
                  <a:pt x="2058" y="1174"/>
                </a:lnTo>
                <a:lnTo>
                  <a:pt x="2057" y="1174"/>
                </a:lnTo>
                <a:lnTo>
                  <a:pt x="2057" y="1173"/>
                </a:lnTo>
                <a:lnTo>
                  <a:pt x="2056" y="1172"/>
                </a:lnTo>
                <a:lnTo>
                  <a:pt x="2056" y="1171"/>
                </a:lnTo>
                <a:lnTo>
                  <a:pt x="2056" y="1170"/>
                </a:lnTo>
                <a:lnTo>
                  <a:pt x="2055" y="1168"/>
                </a:lnTo>
                <a:lnTo>
                  <a:pt x="2053" y="1167"/>
                </a:lnTo>
                <a:lnTo>
                  <a:pt x="2053" y="1166"/>
                </a:lnTo>
                <a:lnTo>
                  <a:pt x="2053" y="1165"/>
                </a:lnTo>
                <a:lnTo>
                  <a:pt x="2053" y="1163"/>
                </a:lnTo>
                <a:lnTo>
                  <a:pt x="2053" y="1162"/>
                </a:lnTo>
                <a:lnTo>
                  <a:pt x="2052" y="1161"/>
                </a:lnTo>
                <a:lnTo>
                  <a:pt x="2051" y="1161"/>
                </a:lnTo>
                <a:lnTo>
                  <a:pt x="2051" y="1160"/>
                </a:lnTo>
                <a:lnTo>
                  <a:pt x="2050" y="1159"/>
                </a:lnTo>
                <a:lnTo>
                  <a:pt x="2050" y="1158"/>
                </a:lnTo>
                <a:lnTo>
                  <a:pt x="2049" y="1158"/>
                </a:lnTo>
                <a:lnTo>
                  <a:pt x="2048" y="1158"/>
                </a:lnTo>
                <a:lnTo>
                  <a:pt x="2048" y="1157"/>
                </a:lnTo>
                <a:lnTo>
                  <a:pt x="2048" y="1156"/>
                </a:lnTo>
                <a:lnTo>
                  <a:pt x="2047" y="1154"/>
                </a:lnTo>
                <a:lnTo>
                  <a:pt x="2046" y="1154"/>
                </a:lnTo>
                <a:lnTo>
                  <a:pt x="2046" y="1153"/>
                </a:lnTo>
                <a:lnTo>
                  <a:pt x="2046" y="1152"/>
                </a:lnTo>
                <a:lnTo>
                  <a:pt x="2044" y="1149"/>
                </a:lnTo>
                <a:lnTo>
                  <a:pt x="2043" y="1149"/>
                </a:lnTo>
                <a:lnTo>
                  <a:pt x="2043" y="1150"/>
                </a:lnTo>
                <a:lnTo>
                  <a:pt x="2043" y="1149"/>
                </a:lnTo>
                <a:lnTo>
                  <a:pt x="2042" y="1149"/>
                </a:lnTo>
                <a:lnTo>
                  <a:pt x="2043" y="1148"/>
                </a:lnTo>
                <a:lnTo>
                  <a:pt x="2042" y="1147"/>
                </a:lnTo>
                <a:lnTo>
                  <a:pt x="2042" y="1145"/>
                </a:lnTo>
                <a:lnTo>
                  <a:pt x="2042" y="1144"/>
                </a:lnTo>
                <a:lnTo>
                  <a:pt x="2043" y="1144"/>
                </a:lnTo>
                <a:lnTo>
                  <a:pt x="2043" y="1143"/>
                </a:lnTo>
                <a:lnTo>
                  <a:pt x="2044" y="1143"/>
                </a:lnTo>
                <a:lnTo>
                  <a:pt x="2044" y="1142"/>
                </a:lnTo>
                <a:lnTo>
                  <a:pt x="2043" y="1142"/>
                </a:lnTo>
                <a:lnTo>
                  <a:pt x="2044" y="1141"/>
                </a:lnTo>
                <a:lnTo>
                  <a:pt x="2044" y="1140"/>
                </a:lnTo>
                <a:lnTo>
                  <a:pt x="2043" y="1139"/>
                </a:lnTo>
                <a:lnTo>
                  <a:pt x="2043" y="1138"/>
                </a:lnTo>
                <a:lnTo>
                  <a:pt x="2043" y="1137"/>
                </a:lnTo>
                <a:lnTo>
                  <a:pt x="2042" y="1137"/>
                </a:lnTo>
                <a:lnTo>
                  <a:pt x="2041" y="1137"/>
                </a:lnTo>
                <a:lnTo>
                  <a:pt x="2040" y="1137"/>
                </a:lnTo>
                <a:lnTo>
                  <a:pt x="2040" y="1138"/>
                </a:lnTo>
                <a:lnTo>
                  <a:pt x="2039" y="1138"/>
                </a:lnTo>
                <a:lnTo>
                  <a:pt x="2039" y="1137"/>
                </a:lnTo>
                <a:lnTo>
                  <a:pt x="2038" y="1137"/>
                </a:lnTo>
                <a:lnTo>
                  <a:pt x="2037" y="1138"/>
                </a:lnTo>
                <a:lnTo>
                  <a:pt x="2036" y="1138"/>
                </a:lnTo>
                <a:lnTo>
                  <a:pt x="2035" y="1138"/>
                </a:lnTo>
                <a:lnTo>
                  <a:pt x="2035" y="1137"/>
                </a:lnTo>
                <a:lnTo>
                  <a:pt x="2036" y="1137"/>
                </a:lnTo>
                <a:lnTo>
                  <a:pt x="2035" y="1137"/>
                </a:lnTo>
                <a:lnTo>
                  <a:pt x="2034" y="1137"/>
                </a:lnTo>
                <a:lnTo>
                  <a:pt x="2033" y="1137"/>
                </a:lnTo>
                <a:lnTo>
                  <a:pt x="2033" y="1136"/>
                </a:lnTo>
                <a:lnTo>
                  <a:pt x="2032" y="1136"/>
                </a:lnTo>
                <a:lnTo>
                  <a:pt x="2032" y="1137"/>
                </a:lnTo>
                <a:lnTo>
                  <a:pt x="2031" y="1137"/>
                </a:lnTo>
                <a:lnTo>
                  <a:pt x="2031" y="1136"/>
                </a:lnTo>
                <a:lnTo>
                  <a:pt x="2032" y="1136"/>
                </a:lnTo>
                <a:lnTo>
                  <a:pt x="2031" y="1136"/>
                </a:lnTo>
                <a:lnTo>
                  <a:pt x="2030" y="1136"/>
                </a:lnTo>
                <a:lnTo>
                  <a:pt x="2028" y="1135"/>
                </a:lnTo>
                <a:lnTo>
                  <a:pt x="2027" y="1134"/>
                </a:lnTo>
                <a:lnTo>
                  <a:pt x="2027" y="1135"/>
                </a:lnTo>
                <a:lnTo>
                  <a:pt x="2026" y="1135"/>
                </a:lnTo>
                <a:lnTo>
                  <a:pt x="2025" y="1135"/>
                </a:lnTo>
                <a:lnTo>
                  <a:pt x="2024" y="1135"/>
                </a:lnTo>
                <a:lnTo>
                  <a:pt x="2024" y="1134"/>
                </a:lnTo>
                <a:lnTo>
                  <a:pt x="2023" y="1133"/>
                </a:lnTo>
                <a:lnTo>
                  <a:pt x="2022" y="1133"/>
                </a:lnTo>
                <a:lnTo>
                  <a:pt x="2022" y="1132"/>
                </a:lnTo>
                <a:lnTo>
                  <a:pt x="2021" y="1131"/>
                </a:lnTo>
                <a:lnTo>
                  <a:pt x="2020" y="1131"/>
                </a:lnTo>
                <a:lnTo>
                  <a:pt x="2019" y="1130"/>
                </a:lnTo>
                <a:lnTo>
                  <a:pt x="2018" y="1130"/>
                </a:lnTo>
                <a:lnTo>
                  <a:pt x="2018" y="1129"/>
                </a:lnTo>
                <a:lnTo>
                  <a:pt x="2017" y="1129"/>
                </a:lnTo>
                <a:lnTo>
                  <a:pt x="2016" y="1129"/>
                </a:lnTo>
                <a:lnTo>
                  <a:pt x="2015" y="1129"/>
                </a:lnTo>
                <a:lnTo>
                  <a:pt x="2015" y="1128"/>
                </a:lnTo>
                <a:lnTo>
                  <a:pt x="2016" y="1128"/>
                </a:lnTo>
                <a:lnTo>
                  <a:pt x="2016" y="1126"/>
                </a:lnTo>
                <a:lnTo>
                  <a:pt x="2017" y="1126"/>
                </a:lnTo>
                <a:lnTo>
                  <a:pt x="2018" y="1126"/>
                </a:lnTo>
                <a:lnTo>
                  <a:pt x="2018" y="1125"/>
                </a:lnTo>
                <a:lnTo>
                  <a:pt x="2018" y="1123"/>
                </a:lnTo>
                <a:lnTo>
                  <a:pt x="2018" y="1122"/>
                </a:lnTo>
                <a:lnTo>
                  <a:pt x="2016" y="1122"/>
                </a:lnTo>
                <a:lnTo>
                  <a:pt x="2015" y="1122"/>
                </a:lnTo>
                <a:lnTo>
                  <a:pt x="2014" y="1121"/>
                </a:lnTo>
                <a:lnTo>
                  <a:pt x="2013" y="1121"/>
                </a:lnTo>
                <a:lnTo>
                  <a:pt x="2013" y="1120"/>
                </a:lnTo>
                <a:lnTo>
                  <a:pt x="2012" y="1120"/>
                </a:lnTo>
                <a:lnTo>
                  <a:pt x="2012" y="1119"/>
                </a:lnTo>
                <a:lnTo>
                  <a:pt x="2012" y="1120"/>
                </a:lnTo>
                <a:lnTo>
                  <a:pt x="2012" y="1121"/>
                </a:lnTo>
                <a:lnTo>
                  <a:pt x="2011" y="1121"/>
                </a:lnTo>
                <a:lnTo>
                  <a:pt x="2011" y="1122"/>
                </a:lnTo>
                <a:lnTo>
                  <a:pt x="2011" y="1123"/>
                </a:lnTo>
                <a:lnTo>
                  <a:pt x="2010" y="1123"/>
                </a:lnTo>
                <a:lnTo>
                  <a:pt x="2009" y="1124"/>
                </a:lnTo>
                <a:lnTo>
                  <a:pt x="2008" y="1125"/>
                </a:lnTo>
                <a:lnTo>
                  <a:pt x="2006" y="1125"/>
                </a:lnTo>
                <a:lnTo>
                  <a:pt x="2006" y="1126"/>
                </a:lnTo>
                <a:lnTo>
                  <a:pt x="2006" y="1127"/>
                </a:lnTo>
                <a:lnTo>
                  <a:pt x="2004" y="1127"/>
                </a:lnTo>
                <a:lnTo>
                  <a:pt x="2004" y="1128"/>
                </a:lnTo>
                <a:lnTo>
                  <a:pt x="2002" y="1128"/>
                </a:lnTo>
                <a:lnTo>
                  <a:pt x="2000" y="1128"/>
                </a:lnTo>
                <a:lnTo>
                  <a:pt x="1999" y="1128"/>
                </a:lnTo>
                <a:lnTo>
                  <a:pt x="1998" y="1128"/>
                </a:lnTo>
                <a:lnTo>
                  <a:pt x="1997" y="1129"/>
                </a:lnTo>
                <a:lnTo>
                  <a:pt x="1997" y="1130"/>
                </a:lnTo>
                <a:lnTo>
                  <a:pt x="1996" y="1130"/>
                </a:lnTo>
                <a:lnTo>
                  <a:pt x="1994" y="1131"/>
                </a:lnTo>
                <a:lnTo>
                  <a:pt x="1994" y="1132"/>
                </a:lnTo>
                <a:lnTo>
                  <a:pt x="1993" y="1132"/>
                </a:lnTo>
                <a:lnTo>
                  <a:pt x="1992" y="1132"/>
                </a:lnTo>
                <a:lnTo>
                  <a:pt x="1992" y="1133"/>
                </a:lnTo>
                <a:lnTo>
                  <a:pt x="1991" y="1133"/>
                </a:lnTo>
                <a:lnTo>
                  <a:pt x="1992" y="1133"/>
                </a:lnTo>
                <a:lnTo>
                  <a:pt x="1992" y="1134"/>
                </a:lnTo>
                <a:lnTo>
                  <a:pt x="1991" y="1134"/>
                </a:lnTo>
                <a:lnTo>
                  <a:pt x="1991" y="1135"/>
                </a:lnTo>
                <a:lnTo>
                  <a:pt x="1991" y="1136"/>
                </a:lnTo>
                <a:lnTo>
                  <a:pt x="1990" y="1136"/>
                </a:lnTo>
                <a:lnTo>
                  <a:pt x="1989" y="1137"/>
                </a:lnTo>
                <a:lnTo>
                  <a:pt x="1989" y="1138"/>
                </a:lnTo>
                <a:lnTo>
                  <a:pt x="1988" y="1139"/>
                </a:lnTo>
                <a:lnTo>
                  <a:pt x="1989" y="1139"/>
                </a:lnTo>
                <a:lnTo>
                  <a:pt x="1989" y="1140"/>
                </a:lnTo>
                <a:lnTo>
                  <a:pt x="1990" y="1140"/>
                </a:lnTo>
                <a:lnTo>
                  <a:pt x="1991" y="1140"/>
                </a:lnTo>
                <a:lnTo>
                  <a:pt x="1991" y="1141"/>
                </a:lnTo>
                <a:lnTo>
                  <a:pt x="1992" y="1142"/>
                </a:lnTo>
                <a:lnTo>
                  <a:pt x="1992" y="1143"/>
                </a:lnTo>
                <a:lnTo>
                  <a:pt x="1992" y="1144"/>
                </a:lnTo>
                <a:lnTo>
                  <a:pt x="1993" y="1144"/>
                </a:lnTo>
                <a:lnTo>
                  <a:pt x="1994" y="1144"/>
                </a:lnTo>
                <a:lnTo>
                  <a:pt x="1994" y="1145"/>
                </a:lnTo>
                <a:lnTo>
                  <a:pt x="1994" y="1146"/>
                </a:lnTo>
                <a:lnTo>
                  <a:pt x="1994" y="1147"/>
                </a:lnTo>
                <a:lnTo>
                  <a:pt x="1995" y="1147"/>
                </a:lnTo>
                <a:lnTo>
                  <a:pt x="1996" y="1147"/>
                </a:lnTo>
                <a:lnTo>
                  <a:pt x="1997" y="1147"/>
                </a:lnTo>
                <a:lnTo>
                  <a:pt x="1998" y="1147"/>
                </a:lnTo>
                <a:lnTo>
                  <a:pt x="1999" y="1148"/>
                </a:lnTo>
                <a:lnTo>
                  <a:pt x="2000" y="1148"/>
                </a:lnTo>
                <a:lnTo>
                  <a:pt x="2000" y="1149"/>
                </a:lnTo>
                <a:lnTo>
                  <a:pt x="2001" y="1150"/>
                </a:lnTo>
                <a:lnTo>
                  <a:pt x="2001" y="1151"/>
                </a:lnTo>
                <a:lnTo>
                  <a:pt x="2001" y="1152"/>
                </a:lnTo>
                <a:lnTo>
                  <a:pt x="2000" y="1152"/>
                </a:lnTo>
                <a:lnTo>
                  <a:pt x="2001" y="1153"/>
                </a:lnTo>
                <a:lnTo>
                  <a:pt x="2001" y="1154"/>
                </a:lnTo>
                <a:lnTo>
                  <a:pt x="2001" y="1155"/>
                </a:lnTo>
                <a:lnTo>
                  <a:pt x="2000" y="1156"/>
                </a:lnTo>
                <a:lnTo>
                  <a:pt x="2000" y="1157"/>
                </a:lnTo>
                <a:lnTo>
                  <a:pt x="2000" y="1158"/>
                </a:lnTo>
                <a:lnTo>
                  <a:pt x="1999" y="1158"/>
                </a:lnTo>
                <a:lnTo>
                  <a:pt x="1999" y="1159"/>
                </a:lnTo>
                <a:lnTo>
                  <a:pt x="1998" y="1160"/>
                </a:lnTo>
                <a:lnTo>
                  <a:pt x="1997" y="1161"/>
                </a:lnTo>
                <a:lnTo>
                  <a:pt x="1996" y="1161"/>
                </a:lnTo>
                <a:lnTo>
                  <a:pt x="1996" y="1162"/>
                </a:lnTo>
                <a:lnTo>
                  <a:pt x="1996" y="1163"/>
                </a:lnTo>
                <a:lnTo>
                  <a:pt x="1996" y="1164"/>
                </a:lnTo>
                <a:lnTo>
                  <a:pt x="1996" y="1165"/>
                </a:lnTo>
                <a:lnTo>
                  <a:pt x="1996" y="1166"/>
                </a:lnTo>
                <a:lnTo>
                  <a:pt x="1997" y="1166"/>
                </a:lnTo>
                <a:lnTo>
                  <a:pt x="1997" y="1169"/>
                </a:lnTo>
                <a:lnTo>
                  <a:pt x="1996" y="1170"/>
                </a:lnTo>
                <a:lnTo>
                  <a:pt x="1996" y="1171"/>
                </a:lnTo>
                <a:lnTo>
                  <a:pt x="1996" y="1172"/>
                </a:lnTo>
                <a:lnTo>
                  <a:pt x="1997" y="1172"/>
                </a:lnTo>
                <a:lnTo>
                  <a:pt x="1997" y="1173"/>
                </a:lnTo>
                <a:lnTo>
                  <a:pt x="1996" y="1173"/>
                </a:lnTo>
                <a:lnTo>
                  <a:pt x="1996" y="1174"/>
                </a:lnTo>
                <a:lnTo>
                  <a:pt x="1996" y="1175"/>
                </a:lnTo>
                <a:lnTo>
                  <a:pt x="1995" y="1175"/>
                </a:lnTo>
                <a:lnTo>
                  <a:pt x="1995" y="1176"/>
                </a:lnTo>
                <a:lnTo>
                  <a:pt x="1995" y="1177"/>
                </a:lnTo>
                <a:lnTo>
                  <a:pt x="1995" y="1178"/>
                </a:lnTo>
                <a:lnTo>
                  <a:pt x="1995" y="1179"/>
                </a:lnTo>
                <a:lnTo>
                  <a:pt x="1994" y="1179"/>
                </a:lnTo>
                <a:lnTo>
                  <a:pt x="1994" y="1180"/>
                </a:lnTo>
                <a:lnTo>
                  <a:pt x="1993" y="1180"/>
                </a:lnTo>
                <a:lnTo>
                  <a:pt x="1993" y="1181"/>
                </a:lnTo>
                <a:lnTo>
                  <a:pt x="1993" y="1182"/>
                </a:lnTo>
                <a:lnTo>
                  <a:pt x="1993" y="1183"/>
                </a:lnTo>
                <a:lnTo>
                  <a:pt x="1994" y="1183"/>
                </a:lnTo>
                <a:lnTo>
                  <a:pt x="1995" y="1183"/>
                </a:lnTo>
                <a:lnTo>
                  <a:pt x="1995" y="1185"/>
                </a:lnTo>
                <a:lnTo>
                  <a:pt x="1994" y="1185"/>
                </a:lnTo>
                <a:lnTo>
                  <a:pt x="1994" y="1186"/>
                </a:lnTo>
                <a:lnTo>
                  <a:pt x="1995" y="1186"/>
                </a:lnTo>
                <a:lnTo>
                  <a:pt x="1995" y="1187"/>
                </a:lnTo>
                <a:lnTo>
                  <a:pt x="1994" y="1188"/>
                </a:lnTo>
                <a:lnTo>
                  <a:pt x="1994" y="1189"/>
                </a:lnTo>
                <a:lnTo>
                  <a:pt x="1993" y="1189"/>
                </a:lnTo>
                <a:lnTo>
                  <a:pt x="1994" y="1191"/>
                </a:lnTo>
                <a:lnTo>
                  <a:pt x="1995" y="1191"/>
                </a:lnTo>
                <a:lnTo>
                  <a:pt x="1995" y="1192"/>
                </a:lnTo>
                <a:lnTo>
                  <a:pt x="1995" y="1193"/>
                </a:lnTo>
                <a:lnTo>
                  <a:pt x="1995" y="1194"/>
                </a:lnTo>
                <a:lnTo>
                  <a:pt x="1994" y="1194"/>
                </a:lnTo>
                <a:lnTo>
                  <a:pt x="1994" y="1195"/>
                </a:lnTo>
                <a:lnTo>
                  <a:pt x="1995" y="1196"/>
                </a:lnTo>
                <a:lnTo>
                  <a:pt x="1996" y="1196"/>
                </a:lnTo>
                <a:lnTo>
                  <a:pt x="1996" y="1197"/>
                </a:lnTo>
                <a:lnTo>
                  <a:pt x="1997" y="1197"/>
                </a:lnTo>
                <a:lnTo>
                  <a:pt x="1997" y="1198"/>
                </a:lnTo>
                <a:lnTo>
                  <a:pt x="1998" y="1199"/>
                </a:lnTo>
                <a:lnTo>
                  <a:pt x="1999" y="1199"/>
                </a:lnTo>
                <a:lnTo>
                  <a:pt x="2000" y="1199"/>
                </a:lnTo>
                <a:lnTo>
                  <a:pt x="2001" y="1200"/>
                </a:lnTo>
                <a:lnTo>
                  <a:pt x="2002" y="1200"/>
                </a:lnTo>
                <a:lnTo>
                  <a:pt x="2004" y="1201"/>
                </a:lnTo>
                <a:lnTo>
                  <a:pt x="2004" y="1202"/>
                </a:lnTo>
                <a:lnTo>
                  <a:pt x="2004" y="1203"/>
                </a:lnTo>
                <a:lnTo>
                  <a:pt x="2004" y="1204"/>
                </a:lnTo>
                <a:lnTo>
                  <a:pt x="2002" y="1204"/>
                </a:lnTo>
                <a:lnTo>
                  <a:pt x="1999" y="1204"/>
                </a:lnTo>
                <a:lnTo>
                  <a:pt x="1999" y="1205"/>
                </a:lnTo>
                <a:lnTo>
                  <a:pt x="2000" y="1206"/>
                </a:lnTo>
                <a:lnTo>
                  <a:pt x="2000" y="1207"/>
                </a:lnTo>
                <a:lnTo>
                  <a:pt x="2001" y="1207"/>
                </a:lnTo>
                <a:lnTo>
                  <a:pt x="2001" y="1208"/>
                </a:lnTo>
                <a:lnTo>
                  <a:pt x="2002" y="1208"/>
                </a:lnTo>
                <a:lnTo>
                  <a:pt x="2002" y="1209"/>
                </a:lnTo>
                <a:lnTo>
                  <a:pt x="2003" y="1209"/>
                </a:lnTo>
                <a:lnTo>
                  <a:pt x="2003" y="1210"/>
                </a:lnTo>
                <a:lnTo>
                  <a:pt x="2002" y="1210"/>
                </a:lnTo>
                <a:lnTo>
                  <a:pt x="2002" y="1211"/>
                </a:lnTo>
                <a:lnTo>
                  <a:pt x="2003" y="1212"/>
                </a:lnTo>
                <a:lnTo>
                  <a:pt x="2002" y="1213"/>
                </a:lnTo>
                <a:lnTo>
                  <a:pt x="2001" y="1214"/>
                </a:lnTo>
                <a:lnTo>
                  <a:pt x="2000" y="1215"/>
                </a:lnTo>
                <a:lnTo>
                  <a:pt x="2000" y="1217"/>
                </a:lnTo>
                <a:lnTo>
                  <a:pt x="2000" y="1218"/>
                </a:lnTo>
                <a:lnTo>
                  <a:pt x="2000" y="1219"/>
                </a:lnTo>
                <a:lnTo>
                  <a:pt x="2000" y="1220"/>
                </a:lnTo>
                <a:lnTo>
                  <a:pt x="2000" y="1219"/>
                </a:lnTo>
                <a:lnTo>
                  <a:pt x="1999" y="1219"/>
                </a:lnTo>
                <a:lnTo>
                  <a:pt x="1999" y="1220"/>
                </a:lnTo>
                <a:lnTo>
                  <a:pt x="1998" y="1220"/>
                </a:lnTo>
                <a:lnTo>
                  <a:pt x="1996" y="1220"/>
                </a:lnTo>
                <a:lnTo>
                  <a:pt x="1995" y="1221"/>
                </a:lnTo>
                <a:lnTo>
                  <a:pt x="1995" y="1222"/>
                </a:lnTo>
                <a:lnTo>
                  <a:pt x="1996" y="1222"/>
                </a:lnTo>
                <a:lnTo>
                  <a:pt x="1996" y="1223"/>
                </a:lnTo>
                <a:lnTo>
                  <a:pt x="1996" y="1224"/>
                </a:lnTo>
                <a:lnTo>
                  <a:pt x="1996" y="1225"/>
                </a:lnTo>
                <a:lnTo>
                  <a:pt x="1995" y="1225"/>
                </a:lnTo>
                <a:lnTo>
                  <a:pt x="1996" y="1226"/>
                </a:lnTo>
                <a:lnTo>
                  <a:pt x="1996" y="1227"/>
                </a:lnTo>
                <a:lnTo>
                  <a:pt x="1996" y="1228"/>
                </a:lnTo>
                <a:lnTo>
                  <a:pt x="1996" y="1229"/>
                </a:lnTo>
                <a:lnTo>
                  <a:pt x="1995" y="1229"/>
                </a:lnTo>
                <a:lnTo>
                  <a:pt x="1995" y="1228"/>
                </a:lnTo>
                <a:lnTo>
                  <a:pt x="1995" y="1227"/>
                </a:lnTo>
                <a:lnTo>
                  <a:pt x="1994" y="1228"/>
                </a:lnTo>
                <a:lnTo>
                  <a:pt x="1994" y="1229"/>
                </a:lnTo>
                <a:lnTo>
                  <a:pt x="1993" y="1229"/>
                </a:lnTo>
                <a:lnTo>
                  <a:pt x="1992" y="1229"/>
                </a:lnTo>
                <a:lnTo>
                  <a:pt x="1990" y="1229"/>
                </a:lnTo>
                <a:lnTo>
                  <a:pt x="1989" y="1229"/>
                </a:lnTo>
                <a:lnTo>
                  <a:pt x="1988" y="1230"/>
                </a:lnTo>
                <a:lnTo>
                  <a:pt x="1988" y="1231"/>
                </a:lnTo>
                <a:lnTo>
                  <a:pt x="1987" y="1231"/>
                </a:lnTo>
                <a:lnTo>
                  <a:pt x="1986" y="1231"/>
                </a:lnTo>
                <a:lnTo>
                  <a:pt x="1986" y="1232"/>
                </a:lnTo>
                <a:lnTo>
                  <a:pt x="1985" y="1233"/>
                </a:lnTo>
                <a:lnTo>
                  <a:pt x="1983" y="1233"/>
                </a:lnTo>
                <a:lnTo>
                  <a:pt x="1981" y="1232"/>
                </a:lnTo>
                <a:lnTo>
                  <a:pt x="1980" y="1232"/>
                </a:lnTo>
                <a:lnTo>
                  <a:pt x="1979" y="1232"/>
                </a:lnTo>
                <a:lnTo>
                  <a:pt x="1978" y="1232"/>
                </a:lnTo>
                <a:lnTo>
                  <a:pt x="1977" y="1232"/>
                </a:lnTo>
                <a:lnTo>
                  <a:pt x="1976" y="1232"/>
                </a:lnTo>
                <a:lnTo>
                  <a:pt x="1974" y="1232"/>
                </a:lnTo>
                <a:lnTo>
                  <a:pt x="1973" y="1232"/>
                </a:lnTo>
                <a:lnTo>
                  <a:pt x="1972" y="1232"/>
                </a:lnTo>
                <a:lnTo>
                  <a:pt x="1971" y="1232"/>
                </a:lnTo>
                <a:lnTo>
                  <a:pt x="1970" y="1232"/>
                </a:lnTo>
                <a:lnTo>
                  <a:pt x="1969" y="1232"/>
                </a:lnTo>
                <a:lnTo>
                  <a:pt x="1969" y="1231"/>
                </a:lnTo>
                <a:lnTo>
                  <a:pt x="1967" y="1231"/>
                </a:lnTo>
                <a:lnTo>
                  <a:pt x="1966" y="1231"/>
                </a:lnTo>
                <a:lnTo>
                  <a:pt x="1965" y="1231"/>
                </a:lnTo>
                <a:lnTo>
                  <a:pt x="1964" y="1231"/>
                </a:lnTo>
                <a:lnTo>
                  <a:pt x="1963" y="1231"/>
                </a:lnTo>
                <a:lnTo>
                  <a:pt x="1962" y="1230"/>
                </a:lnTo>
                <a:lnTo>
                  <a:pt x="1962" y="1231"/>
                </a:lnTo>
                <a:lnTo>
                  <a:pt x="1961" y="1231"/>
                </a:lnTo>
                <a:lnTo>
                  <a:pt x="1961" y="1232"/>
                </a:lnTo>
                <a:lnTo>
                  <a:pt x="1960" y="1231"/>
                </a:lnTo>
                <a:lnTo>
                  <a:pt x="1959" y="1231"/>
                </a:lnTo>
                <a:lnTo>
                  <a:pt x="1958" y="1232"/>
                </a:lnTo>
                <a:lnTo>
                  <a:pt x="1957" y="1232"/>
                </a:lnTo>
                <a:lnTo>
                  <a:pt x="1957" y="1231"/>
                </a:lnTo>
                <a:lnTo>
                  <a:pt x="1956" y="1231"/>
                </a:lnTo>
                <a:lnTo>
                  <a:pt x="1955" y="1231"/>
                </a:lnTo>
                <a:lnTo>
                  <a:pt x="1954" y="1230"/>
                </a:lnTo>
                <a:lnTo>
                  <a:pt x="1954" y="1229"/>
                </a:lnTo>
                <a:lnTo>
                  <a:pt x="1954" y="1228"/>
                </a:lnTo>
                <a:lnTo>
                  <a:pt x="1953" y="1228"/>
                </a:lnTo>
                <a:lnTo>
                  <a:pt x="1952" y="1226"/>
                </a:lnTo>
                <a:lnTo>
                  <a:pt x="1952" y="1225"/>
                </a:lnTo>
                <a:lnTo>
                  <a:pt x="1953" y="1225"/>
                </a:lnTo>
                <a:lnTo>
                  <a:pt x="1953" y="1223"/>
                </a:lnTo>
                <a:lnTo>
                  <a:pt x="1952" y="1224"/>
                </a:lnTo>
                <a:lnTo>
                  <a:pt x="1951" y="1225"/>
                </a:lnTo>
                <a:lnTo>
                  <a:pt x="1951" y="1224"/>
                </a:lnTo>
                <a:lnTo>
                  <a:pt x="1950" y="1224"/>
                </a:lnTo>
                <a:lnTo>
                  <a:pt x="1950" y="1225"/>
                </a:lnTo>
                <a:lnTo>
                  <a:pt x="1949" y="1225"/>
                </a:lnTo>
                <a:lnTo>
                  <a:pt x="1948" y="1225"/>
                </a:lnTo>
                <a:lnTo>
                  <a:pt x="1947" y="1226"/>
                </a:lnTo>
                <a:lnTo>
                  <a:pt x="1946" y="1226"/>
                </a:lnTo>
                <a:lnTo>
                  <a:pt x="1946" y="1227"/>
                </a:lnTo>
                <a:lnTo>
                  <a:pt x="1946" y="1228"/>
                </a:lnTo>
                <a:lnTo>
                  <a:pt x="1945" y="1229"/>
                </a:lnTo>
                <a:lnTo>
                  <a:pt x="1944" y="1229"/>
                </a:lnTo>
                <a:lnTo>
                  <a:pt x="1943" y="1229"/>
                </a:lnTo>
                <a:lnTo>
                  <a:pt x="1941" y="1229"/>
                </a:lnTo>
                <a:lnTo>
                  <a:pt x="1940" y="1228"/>
                </a:lnTo>
                <a:lnTo>
                  <a:pt x="1939" y="1228"/>
                </a:lnTo>
                <a:lnTo>
                  <a:pt x="1938" y="1227"/>
                </a:lnTo>
                <a:lnTo>
                  <a:pt x="1937" y="1226"/>
                </a:lnTo>
                <a:lnTo>
                  <a:pt x="1936" y="1227"/>
                </a:lnTo>
                <a:lnTo>
                  <a:pt x="1932" y="1227"/>
                </a:lnTo>
                <a:lnTo>
                  <a:pt x="1931" y="1227"/>
                </a:lnTo>
                <a:lnTo>
                  <a:pt x="1930" y="1226"/>
                </a:lnTo>
                <a:lnTo>
                  <a:pt x="1929" y="1226"/>
                </a:lnTo>
                <a:lnTo>
                  <a:pt x="1927" y="1226"/>
                </a:lnTo>
                <a:lnTo>
                  <a:pt x="1926" y="1226"/>
                </a:lnTo>
                <a:lnTo>
                  <a:pt x="1926" y="1227"/>
                </a:lnTo>
                <a:lnTo>
                  <a:pt x="1925" y="1226"/>
                </a:lnTo>
                <a:lnTo>
                  <a:pt x="1924" y="1226"/>
                </a:lnTo>
                <a:lnTo>
                  <a:pt x="1923" y="1226"/>
                </a:lnTo>
                <a:lnTo>
                  <a:pt x="1923" y="1227"/>
                </a:lnTo>
                <a:lnTo>
                  <a:pt x="1920" y="1227"/>
                </a:lnTo>
                <a:lnTo>
                  <a:pt x="1919" y="1227"/>
                </a:lnTo>
                <a:lnTo>
                  <a:pt x="1918" y="1227"/>
                </a:lnTo>
                <a:lnTo>
                  <a:pt x="1917" y="1228"/>
                </a:lnTo>
                <a:lnTo>
                  <a:pt x="1916" y="1228"/>
                </a:lnTo>
                <a:lnTo>
                  <a:pt x="1915" y="1228"/>
                </a:lnTo>
                <a:lnTo>
                  <a:pt x="1914" y="1228"/>
                </a:lnTo>
                <a:lnTo>
                  <a:pt x="1914" y="1229"/>
                </a:lnTo>
                <a:lnTo>
                  <a:pt x="1914" y="1230"/>
                </a:lnTo>
                <a:lnTo>
                  <a:pt x="1913" y="1230"/>
                </a:lnTo>
                <a:lnTo>
                  <a:pt x="1913" y="1231"/>
                </a:lnTo>
                <a:lnTo>
                  <a:pt x="1911" y="1231"/>
                </a:lnTo>
                <a:lnTo>
                  <a:pt x="1910" y="1231"/>
                </a:lnTo>
                <a:lnTo>
                  <a:pt x="1910" y="1230"/>
                </a:lnTo>
                <a:lnTo>
                  <a:pt x="1909" y="1229"/>
                </a:lnTo>
                <a:lnTo>
                  <a:pt x="1909" y="1228"/>
                </a:lnTo>
                <a:lnTo>
                  <a:pt x="1909" y="1227"/>
                </a:lnTo>
                <a:lnTo>
                  <a:pt x="1909" y="1226"/>
                </a:lnTo>
                <a:lnTo>
                  <a:pt x="1908" y="1225"/>
                </a:lnTo>
                <a:lnTo>
                  <a:pt x="1908" y="1224"/>
                </a:lnTo>
                <a:lnTo>
                  <a:pt x="1909" y="1224"/>
                </a:lnTo>
                <a:lnTo>
                  <a:pt x="1909" y="1223"/>
                </a:lnTo>
                <a:lnTo>
                  <a:pt x="1910" y="1223"/>
                </a:lnTo>
                <a:lnTo>
                  <a:pt x="1909" y="1223"/>
                </a:lnTo>
                <a:lnTo>
                  <a:pt x="1909" y="1222"/>
                </a:lnTo>
                <a:lnTo>
                  <a:pt x="1908" y="1222"/>
                </a:lnTo>
                <a:lnTo>
                  <a:pt x="1908" y="1221"/>
                </a:lnTo>
                <a:lnTo>
                  <a:pt x="1908" y="1220"/>
                </a:lnTo>
                <a:lnTo>
                  <a:pt x="1908" y="1219"/>
                </a:lnTo>
                <a:lnTo>
                  <a:pt x="1909" y="1219"/>
                </a:lnTo>
                <a:lnTo>
                  <a:pt x="1908" y="1218"/>
                </a:lnTo>
                <a:lnTo>
                  <a:pt x="1907" y="1217"/>
                </a:lnTo>
                <a:lnTo>
                  <a:pt x="1907" y="1215"/>
                </a:lnTo>
                <a:lnTo>
                  <a:pt x="1906" y="1215"/>
                </a:lnTo>
                <a:lnTo>
                  <a:pt x="1905" y="1215"/>
                </a:lnTo>
                <a:lnTo>
                  <a:pt x="1904" y="1214"/>
                </a:lnTo>
                <a:lnTo>
                  <a:pt x="1903" y="1214"/>
                </a:lnTo>
                <a:lnTo>
                  <a:pt x="1902" y="1214"/>
                </a:lnTo>
                <a:lnTo>
                  <a:pt x="1901" y="1214"/>
                </a:lnTo>
                <a:lnTo>
                  <a:pt x="1901" y="1213"/>
                </a:lnTo>
                <a:lnTo>
                  <a:pt x="1902" y="1212"/>
                </a:lnTo>
                <a:lnTo>
                  <a:pt x="1903" y="1212"/>
                </a:lnTo>
                <a:lnTo>
                  <a:pt x="1904" y="1212"/>
                </a:lnTo>
                <a:lnTo>
                  <a:pt x="1904" y="1211"/>
                </a:lnTo>
                <a:lnTo>
                  <a:pt x="1904" y="1210"/>
                </a:lnTo>
                <a:lnTo>
                  <a:pt x="1905" y="1210"/>
                </a:lnTo>
                <a:lnTo>
                  <a:pt x="1906" y="1209"/>
                </a:lnTo>
                <a:lnTo>
                  <a:pt x="1905" y="1208"/>
                </a:lnTo>
                <a:lnTo>
                  <a:pt x="1904" y="1207"/>
                </a:lnTo>
                <a:lnTo>
                  <a:pt x="1904" y="1206"/>
                </a:lnTo>
                <a:lnTo>
                  <a:pt x="1904" y="1205"/>
                </a:lnTo>
                <a:lnTo>
                  <a:pt x="1905" y="1204"/>
                </a:lnTo>
                <a:lnTo>
                  <a:pt x="1904" y="1203"/>
                </a:lnTo>
                <a:lnTo>
                  <a:pt x="1903" y="1204"/>
                </a:lnTo>
                <a:lnTo>
                  <a:pt x="1902" y="1204"/>
                </a:lnTo>
                <a:lnTo>
                  <a:pt x="1902" y="1203"/>
                </a:lnTo>
                <a:lnTo>
                  <a:pt x="1901" y="1203"/>
                </a:lnTo>
                <a:lnTo>
                  <a:pt x="1900" y="1202"/>
                </a:lnTo>
                <a:lnTo>
                  <a:pt x="1899" y="1202"/>
                </a:lnTo>
                <a:lnTo>
                  <a:pt x="1898" y="1202"/>
                </a:lnTo>
                <a:lnTo>
                  <a:pt x="1897" y="1202"/>
                </a:lnTo>
                <a:lnTo>
                  <a:pt x="1897" y="1201"/>
                </a:lnTo>
                <a:lnTo>
                  <a:pt x="1896" y="1199"/>
                </a:lnTo>
                <a:lnTo>
                  <a:pt x="1896" y="1198"/>
                </a:lnTo>
                <a:lnTo>
                  <a:pt x="1896" y="1197"/>
                </a:lnTo>
                <a:lnTo>
                  <a:pt x="1896" y="1196"/>
                </a:lnTo>
                <a:lnTo>
                  <a:pt x="1896" y="1195"/>
                </a:lnTo>
                <a:lnTo>
                  <a:pt x="1896" y="1196"/>
                </a:lnTo>
                <a:lnTo>
                  <a:pt x="1895" y="1196"/>
                </a:lnTo>
                <a:lnTo>
                  <a:pt x="1895" y="1195"/>
                </a:lnTo>
                <a:lnTo>
                  <a:pt x="1895" y="1194"/>
                </a:lnTo>
                <a:lnTo>
                  <a:pt x="1894" y="1194"/>
                </a:lnTo>
                <a:lnTo>
                  <a:pt x="1893" y="1193"/>
                </a:lnTo>
                <a:lnTo>
                  <a:pt x="1892" y="1192"/>
                </a:lnTo>
                <a:lnTo>
                  <a:pt x="1891" y="1192"/>
                </a:lnTo>
                <a:lnTo>
                  <a:pt x="1891" y="1191"/>
                </a:lnTo>
                <a:lnTo>
                  <a:pt x="1891" y="1190"/>
                </a:lnTo>
                <a:lnTo>
                  <a:pt x="1891" y="1189"/>
                </a:lnTo>
                <a:lnTo>
                  <a:pt x="1891" y="1188"/>
                </a:lnTo>
                <a:lnTo>
                  <a:pt x="1890" y="1188"/>
                </a:lnTo>
                <a:lnTo>
                  <a:pt x="1890" y="1187"/>
                </a:lnTo>
                <a:lnTo>
                  <a:pt x="1889" y="1187"/>
                </a:lnTo>
                <a:lnTo>
                  <a:pt x="1889" y="1186"/>
                </a:lnTo>
                <a:lnTo>
                  <a:pt x="1889" y="1185"/>
                </a:lnTo>
                <a:lnTo>
                  <a:pt x="1890" y="1184"/>
                </a:lnTo>
                <a:lnTo>
                  <a:pt x="1889" y="1184"/>
                </a:lnTo>
                <a:lnTo>
                  <a:pt x="1889" y="1183"/>
                </a:lnTo>
                <a:lnTo>
                  <a:pt x="1889" y="1182"/>
                </a:lnTo>
                <a:lnTo>
                  <a:pt x="1890" y="1182"/>
                </a:lnTo>
                <a:lnTo>
                  <a:pt x="1890" y="1181"/>
                </a:lnTo>
                <a:lnTo>
                  <a:pt x="1890" y="1180"/>
                </a:lnTo>
                <a:lnTo>
                  <a:pt x="1891" y="1179"/>
                </a:lnTo>
                <a:lnTo>
                  <a:pt x="1893" y="1178"/>
                </a:lnTo>
                <a:lnTo>
                  <a:pt x="1894" y="1178"/>
                </a:lnTo>
                <a:lnTo>
                  <a:pt x="1894" y="1179"/>
                </a:lnTo>
                <a:lnTo>
                  <a:pt x="1895" y="1179"/>
                </a:lnTo>
                <a:lnTo>
                  <a:pt x="1896" y="1178"/>
                </a:lnTo>
                <a:lnTo>
                  <a:pt x="1897" y="1178"/>
                </a:lnTo>
                <a:lnTo>
                  <a:pt x="1898" y="1178"/>
                </a:lnTo>
                <a:lnTo>
                  <a:pt x="1899" y="1180"/>
                </a:lnTo>
                <a:lnTo>
                  <a:pt x="1899" y="1181"/>
                </a:lnTo>
                <a:lnTo>
                  <a:pt x="1898" y="1181"/>
                </a:lnTo>
                <a:lnTo>
                  <a:pt x="1899" y="1182"/>
                </a:lnTo>
                <a:lnTo>
                  <a:pt x="1899" y="1183"/>
                </a:lnTo>
                <a:lnTo>
                  <a:pt x="1900" y="1183"/>
                </a:lnTo>
                <a:lnTo>
                  <a:pt x="1900" y="1184"/>
                </a:lnTo>
                <a:lnTo>
                  <a:pt x="1902" y="1184"/>
                </a:lnTo>
                <a:lnTo>
                  <a:pt x="1902" y="1183"/>
                </a:lnTo>
                <a:lnTo>
                  <a:pt x="1903" y="1182"/>
                </a:lnTo>
                <a:lnTo>
                  <a:pt x="1904" y="1182"/>
                </a:lnTo>
                <a:lnTo>
                  <a:pt x="1904" y="1181"/>
                </a:lnTo>
                <a:lnTo>
                  <a:pt x="1905" y="1180"/>
                </a:lnTo>
                <a:lnTo>
                  <a:pt x="1905" y="1179"/>
                </a:lnTo>
                <a:lnTo>
                  <a:pt x="1905" y="1178"/>
                </a:lnTo>
                <a:lnTo>
                  <a:pt x="1905" y="1177"/>
                </a:lnTo>
                <a:lnTo>
                  <a:pt x="1906" y="1177"/>
                </a:lnTo>
                <a:lnTo>
                  <a:pt x="1906" y="1176"/>
                </a:lnTo>
                <a:lnTo>
                  <a:pt x="1906" y="1175"/>
                </a:lnTo>
                <a:lnTo>
                  <a:pt x="1907" y="1175"/>
                </a:lnTo>
                <a:lnTo>
                  <a:pt x="1908" y="1175"/>
                </a:lnTo>
                <a:lnTo>
                  <a:pt x="1907" y="1175"/>
                </a:lnTo>
                <a:lnTo>
                  <a:pt x="1907" y="1174"/>
                </a:lnTo>
                <a:lnTo>
                  <a:pt x="1907" y="1173"/>
                </a:lnTo>
                <a:lnTo>
                  <a:pt x="1907" y="1172"/>
                </a:lnTo>
                <a:lnTo>
                  <a:pt x="1906" y="1172"/>
                </a:lnTo>
                <a:lnTo>
                  <a:pt x="1906" y="1171"/>
                </a:lnTo>
                <a:lnTo>
                  <a:pt x="1905" y="1171"/>
                </a:lnTo>
                <a:lnTo>
                  <a:pt x="1904" y="1170"/>
                </a:lnTo>
                <a:lnTo>
                  <a:pt x="1903" y="1170"/>
                </a:lnTo>
                <a:lnTo>
                  <a:pt x="1903" y="1169"/>
                </a:lnTo>
                <a:lnTo>
                  <a:pt x="1902" y="1168"/>
                </a:lnTo>
                <a:lnTo>
                  <a:pt x="1901" y="1168"/>
                </a:lnTo>
                <a:lnTo>
                  <a:pt x="1901" y="1167"/>
                </a:lnTo>
                <a:lnTo>
                  <a:pt x="1900" y="1167"/>
                </a:lnTo>
                <a:lnTo>
                  <a:pt x="1901" y="1166"/>
                </a:lnTo>
                <a:lnTo>
                  <a:pt x="1902" y="1166"/>
                </a:lnTo>
                <a:lnTo>
                  <a:pt x="1904" y="1165"/>
                </a:lnTo>
                <a:lnTo>
                  <a:pt x="1904" y="1164"/>
                </a:lnTo>
                <a:lnTo>
                  <a:pt x="1904" y="1163"/>
                </a:lnTo>
                <a:lnTo>
                  <a:pt x="1904" y="1162"/>
                </a:lnTo>
                <a:lnTo>
                  <a:pt x="1904" y="1161"/>
                </a:lnTo>
                <a:lnTo>
                  <a:pt x="1905" y="1161"/>
                </a:lnTo>
                <a:lnTo>
                  <a:pt x="1905" y="1160"/>
                </a:lnTo>
                <a:lnTo>
                  <a:pt x="1904" y="1160"/>
                </a:lnTo>
                <a:lnTo>
                  <a:pt x="1903" y="1160"/>
                </a:lnTo>
                <a:lnTo>
                  <a:pt x="1903" y="1159"/>
                </a:lnTo>
                <a:lnTo>
                  <a:pt x="1903" y="1158"/>
                </a:lnTo>
                <a:lnTo>
                  <a:pt x="1900" y="1158"/>
                </a:lnTo>
                <a:lnTo>
                  <a:pt x="1899" y="1158"/>
                </a:lnTo>
                <a:lnTo>
                  <a:pt x="1898" y="1158"/>
                </a:lnTo>
                <a:lnTo>
                  <a:pt x="1898" y="1157"/>
                </a:lnTo>
                <a:lnTo>
                  <a:pt x="1900" y="1157"/>
                </a:lnTo>
                <a:lnTo>
                  <a:pt x="1901" y="1156"/>
                </a:lnTo>
                <a:lnTo>
                  <a:pt x="1902" y="1156"/>
                </a:lnTo>
                <a:lnTo>
                  <a:pt x="1902" y="1155"/>
                </a:lnTo>
                <a:lnTo>
                  <a:pt x="1903" y="1155"/>
                </a:lnTo>
                <a:lnTo>
                  <a:pt x="1903" y="1154"/>
                </a:lnTo>
                <a:lnTo>
                  <a:pt x="1903" y="1153"/>
                </a:lnTo>
                <a:lnTo>
                  <a:pt x="1902" y="1153"/>
                </a:lnTo>
                <a:lnTo>
                  <a:pt x="1902" y="1152"/>
                </a:lnTo>
                <a:lnTo>
                  <a:pt x="1901" y="1152"/>
                </a:lnTo>
                <a:lnTo>
                  <a:pt x="1901" y="1151"/>
                </a:lnTo>
                <a:lnTo>
                  <a:pt x="1900" y="1150"/>
                </a:lnTo>
                <a:lnTo>
                  <a:pt x="1899" y="1150"/>
                </a:lnTo>
                <a:lnTo>
                  <a:pt x="1898" y="1150"/>
                </a:lnTo>
                <a:lnTo>
                  <a:pt x="1897" y="1150"/>
                </a:lnTo>
                <a:lnTo>
                  <a:pt x="1896" y="1151"/>
                </a:lnTo>
                <a:lnTo>
                  <a:pt x="1896" y="1152"/>
                </a:lnTo>
                <a:lnTo>
                  <a:pt x="1896" y="1153"/>
                </a:lnTo>
                <a:lnTo>
                  <a:pt x="1897" y="1153"/>
                </a:lnTo>
                <a:lnTo>
                  <a:pt x="1897" y="1154"/>
                </a:lnTo>
                <a:lnTo>
                  <a:pt x="1896" y="1154"/>
                </a:lnTo>
                <a:lnTo>
                  <a:pt x="1896" y="1155"/>
                </a:lnTo>
                <a:lnTo>
                  <a:pt x="1895" y="1155"/>
                </a:lnTo>
                <a:lnTo>
                  <a:pt x="1894" y="1156"/>
                </a:lnTo>
                <a:lnTo>
                  <a:pt x="1891" y="1156"/>
                </a:lnTo>
                <a:lnTo>
                  <a:pt x="1890" y="1156"/>
                </a:lnTo>
                <a:lnTo>
                  <a:pt x="1889" y="1156"/>
                </a:lnTo>
                <a:lnTo>
                  <a:pt x="1887" y="1155"/>
                </a:lnTo>
                <a:lnTo>
                  <a:pt x="1889" y="1155"/>
                </a:lnTo>
                <a:lnTo>
                  <a:pt x="1889" y="1154"/>
                </a:lnTo>
                <a:lnTo>
                  <a:pt x="1890" y="1154"/>
                </a:lnTo>
                <a:lnTo>
                  <a:pt x="1889" y="1153"/>
                </a:lnTo>
                <a:lnTo>
                  <a:pt x="1889" y="1152"/>
                </a:lnTo>
                <a:lnTo>
                  <a:pt x="1890" y="1153"/>
                </a:lnTo>
                <a:lnTo>
                  <a:pt x="1891" y="1153"/>
                </a:lnTo>
                <a:lnTo>
                  <a:pt x="1891" y="1152"/>
                </a:lnTo>
                <a:lnTo>
                  <a:pt x="1891" y="1151"/>
                </a:lnTo>
                <a:lnTo>
                  <a:pt x="1891" y="1150"/>
                </a:lnTo>
                <a:lnTo>
                  <a:pt x="1890" y="1150"/>
                </a:lnTo>
                <a:lnTo>
                  <a:pt x="1889" y="1150"/>
                </a:lnTo>
                <a:lnTo>
                  <a:pt x="1889" y="1149"/>
                </a:lnTo>
                <a:lnTo>
                  <a:pt x="1888" y="1149"/>
                </a:lnTo>
                <a:lnTo>
                  <a:pt x="1887" y="1149"/>
                </a:lnTo>
                <a:lnTo>
                  <a:pt x="1886" y="1148"/>
                </a:lnTo>
                <a:lnTo>
                  <a:pt x="1885" y="1148"/>
                </a:lnTo>
                <a:lnTo>
                  <a:pt x="1885" y="1147"/>
                </a:lnTo>
                <a:lnTo>
                  <a:pt x="1885" y="1146"/>
                </a:lnTo>
                <a:lnTo>
                  <a:pt x="1885" y="1145"/>
                </a:lnTo>
                <a:lnTo>
                  <a:pt x="1885" y="1144"/>
                </a:lnTo>
                <a:lnTo>
                  <a:pt x="1886" y="1143"/>
                </a:lnTo>
                <a:lnTo>
                  <a:pt x="1887" y="1142"/>
                </a:lnTo>
                <a:lnTo>
                  <a:pt x="1886" y="1141"/>
                </a:lnTo>
                <a:lnTo>
                  <a:pt x="1885" y="1141"/>
                </a:lnTo>
                <a:lnTo>
                  <a:pt x="1883" y="1140"/>
                </a:lnTo>
                <a:lnTo>
                  <a:pt x="1882" y="1140"/>
                </a:lnTo>
                <a:lnTo>
                  <a:pt x="1882" y="1139"/>
                </a:lnTo>
                <a:lnTo>
                  <a:pt x="1881" y="1139"/>
                </a:lnTo>
                <a:lnTo>
                  <a:pt x="1881" y="1140"/>
                </a:lnTo>
                <a:lnTo>
                  <a:pt x="1880" y="1140"/>
                </a:lnTo>
                <a:lnTo>
                  <a:pt x="1880" y="1139"/>
                </a:lnTo>
                <a:lnTo>
                  <a:pt x="1879" y="1138"/>
                </a:lnTo>
                <a:lnTo>
                  <a:pt x="1879" y="1137"/>
                </a:lnTo>
                <a:lnTo>
                  <a:pt x="1878" y="1137"/>
                </a:lnTo>
                <a:lnTo>
                  <a:pt x="1877" y="1137"/>
                </a:lnTo>
                <a:lnTo>
                  <a:pt x="1877" y="1136"/>
                </a:lnTo>
                <a:lnTo>
                  <a:pt x="1875" y="1135"/>
                </a:lnTo>
                <a:lnTo>
                  <a:pt x="1874" y="1135"/>
                </a:lnTo>
                <a:lnTo>
                  <a:pt x="1874" y="1134"/>
                </a:lnTo>
                <a:lnTo>
                  <a:pt x="1875" y="1133"/>
                </a:lnTo>
                <a:lnTo>
                  <a:pt x="1876" y="1133"/>
                </a:lnTo>
                <a:lnTo>
                  <a:pt x="1877" y="1133"/>
                </a:lnTo>
                <a:lnTo>
                  <a:pt x="1878" y="1133"/>
                </a:lnTo>
                <a:lnTo>
                  <a:pt x="1878" y="1132"/>
                </a:lnTo>
                <a:lnTo>
                  <a:pt x="1879" y="1132"/>
                </a:lnTo>
                <a:lnTo>
                  <a:pt x="1879" y="1131"/>
                </a:lnTo>
                <a:lnTo>
                  <a:pt x="1880" y="1131"/>
                </a:lnTo>
                <a:lnTo>
                  <a:pt x="1882" y="1130"/>
                </a:lnTo>
                <a:lnTo>
                  <a:pt x="1882" y="1129"/>
                </a:lnTo>
                <a:lnTo>
                  <a:pt x="1882" y="1128"/>
                </a:lnTo>
                <a:lnTo>
                  <a:pt x="1881" y="1127"/>
                </a:lnTo>
                <a:lnTo>
                  <a:pt x="1880" y="1127"/>
                </a:lnTo>
                <a:lnTo>
                  <a:pt x="1879" y="1127"/>
                </a:lnTo>
                <a:lnTo>
                  <a:pt x="1879" y="1126"/>
                </a:lnTo>
                <a:lnTo>
                  <a:pt x="1878" y="1125"/>
                </a:lnTo>
                <a:lnTo>
                  <a:pt x="1877" y="1124"/>
                </a:lnTo>
                <a:lnTo>
                  <a:pt x="1877" y="1123"/>
                </a:lnTo>
                <a:lnTo>
                  <a:pt x="1878" y="1122"/>
                </a:lnTo>
                <a:lnTo>
                  <a:pt x="1879" y="1121"/>
                </a:lnTo>
                <a:lnTo>
                  <a:pt x="1879" y="1120"/>
                </a:lnTo>
                <a:lnTo>
                  <a:pt x="1878" y="1119"/>
                </a:lnTo>
                <a:lnTo>
                  <a:pt x="1878" y="1118"/>
                </a:lnTo>
                <a:lnTo>
                  <a:pt x="1877" y="1117"/>
                </a:lnTo>
                <a:lnTo>
                  <a:pt x="1876" y="1116"/>
                </a:lnTo>
                <a:lnTo>
                  <a:pt x="1875" y="1116"/>
                </a:lnTo>
                <a:lnTo>
                  <a:pt x="1875" y="1115"/>
                </a:lnTo>
                <a:lnTo>
                  <a:pt x="1874" y="1115"/>
                </a:lnTo>
                <a:lnTo>
                  <a:pt x="1873" y="1115"/>
                </a:lnTo>
                <a:lnTo>
                  <a:pt x="1871" y="1113"/>
                </a:lnTo>
                <a:lnTo>
                  <a:pt x="1871" y="1112"/>
                </a:lnTo>
                <a:lnTo>
                  <a:pt x="1870" y="1111"/>
                </a:lnTo>
                <a:lnTo>
                  <a:pt x="1869" y="1110"/>
                </a:lnTo>
                <a:lnTo>
                  <a:pt x="1868" y="1110"/>
                </a:lnTo>
                <a:lnTo>
                  <a:pt x="1867" y="1109"/>
                </a:lnTo>
                <a:lnTo>
                  <a:pt x="1866" y="1109"/>
                </a:lnTo>
                <a:lnTo>
                  <a:pt x="1865" y="1109"/>
                </a:lnTo>
                <a:lnTo>
                  <a:pt x="1865" y="1108"/>
                </a:lnTo>
                <a:lnTo>
                  <a:pt x="1865" y="1106"/>
                </a:lnTo>
                <a:lnTo>
                  <a:pt x="1864" y="1104"/>
                </a:lnTo>
                <a:lnTo>
                  <a:pt x="1863" y="1104"/>
                </a:lnTo>
                <a:lnTo>
                  <a:pt x="1863" y="1103"/>
                </a:lnTo>
                <a:lnTo>
                  <a:pt x="1862" y="1103"/>
                </a:lnTo>
                <a:lnTo>
                  <a:pt x="1862" y="1102"/>
                </a:lnTo>
                <a:lnTo>
                  <a:pt x="1861" y="1101"/>
                </a:lnTo>
                <a:lnTo>
                  <a:pt x="1860" y="1100"/>
                </a:lnTo>
                <a:lnTo>
                  <a:pt x="1859" y="1100"/>
                </a:lnTo>
                <a:lnTo>
                  <a:pt x="1858" y="1099"/>
                </a:lnTo>
                <a:lnTo>
                  <a:pt x="1858" y="1098"/>
                </a:lnTo>
                <a:lnTo>
                  <a:pt x="1859" y="1097"/>
                </a:lnTo>
                <a:lnTo>
                  <a:pt x="1859" y="1096"/>
                </a:lnTo>
                <a:lnTo>
                  <a:pt x="1858" y="1096"/>
                </a:lnTo>
                <a:lnTo>
                  <a:pt x="1857" y="1096"/>
                </a:lnTo>
                <a:lnTo>
                  <a:pt x="1856" y="1097"/>
                </a:lnTo>
                <a:lnTo>
                  <a:pt x="1855" y="1097"/>
                </a:lnTo>
                <a:lnTo>
                  <a:pt x="1854" y="1097"/>
                </a:lnTo>
                <a:lnTo>
                  <a:pt x="1854" y="1098"/>
                </a:lnTo>
                <a:lnTo>
                  <a:pt x="1853" y="1098"/>
                </a:lnTo>
                <a:lnTo>
                  <a:pt x="1852" y="1098"/>
                </a:lnTo>
                <a:lnTo>
                  <a:pt x="1851" y="1098"/>
                </a:lnTo>
                <a:lnTo>
                  <a:pt x="1851" y="1099"/>
                </a:lnTo>
                <a:lnTo>
                  <a:pt x="1850" y="1099"/>
                </a:lnTo>
                <a:lnTo>
                  <a:pt x="1848" y="1100"/>
                </a:lnTo>
                <a:lnTo>
                  <a:pt x="1848" y="1099"/>
                </a:lnTo>
                <a:lnTo>
                  <a:pt x="1847" y="1099"/>
                </a:lnTo>
                <a:lnTo>
                  <a:pt x="1847" y="1100"/>
                </a:lnTo>
                <a:lnTo>
                  <a:pt x="1846" y="1100"/>
                </a:lnTo>
                <a:lnTo>
                  <a:pt x="1845" y="1099"/>
                </a:lnTo>
                <a:lnTo>
                  <a:pt x="1843" y="1099"/>
                </a:lnTo>
                <a:lnTo>
                  <a:pt x="1841" y="1099"/>
                </a:lnTo>
                <a:lnTo>
                  <a:pt x="1841" y="1098"/>
                </a:lnTo>
                <a:lnTo>
                  <a:pt x="1840" y="1098"/>
                </a:lnTo>
                <a:lnTo>
                  <a:pt x="1840" y="1097"/>
                </a:lnTo>
                <a:lnTo>
                  <a:pt x="1839" y="1097"/>
                </a:lnTo>
                <a:lnTo>
                  <a:pt x="1838" y="1097"/>
                </a:lnTo>
                <a:lnTo>
                  <a:pt x="1837" y="1097"/>
                </a:lnTo>
                <a:lnTo>
                  <a:pt x="1836" y="1097"/>
                </a:lnTo>
                <a:lnTo>
                  <a:pt x="1835" y="1097"/>
                </a:lnTo>
                <a:lnTo>
                  <a:pt x="1835" y="1098"/>
                </a:lnTo>
                <a:lnTo>
                  <a:pt x="1834" y="1098"/>
                </a:lnTo>
                <a:lnTo>
                  <a:pt x="1834" y="1099"/>
                </a:lnTo>
                <a:lnTo>
                  <a:pt x="1833" y="1099"/>
                </a:lnTo>
                <a:lnTo>
                  <a:pt x="1833" y="1098"/>
                </a:lnTo>
                <a:lnTo>
                  <a:pt x="1832" y="1098"/>
                </a:lnTo>
                <a:lnTo>
                  <a:pt x="1830" y="1098"/>
                </a:lnTo>
                <a:lnTo>
                  <a:pt x="1829" y="1098"/>
                </a:lnTo>
                <a:lnTo>
                  <a:pt x="1828" y="1098"/>
                </a:lnTo>
                <a:lnTo>
                  <a:pt x="1828" y="1099"/>
                </a:lnTo>
                <a:lnTo>
                  <a:pt x="1827" y="1099"/>
                </a:lnTo>
                <a:lnTo>
                  <a:pt x="1826" y="1099"/>
                </a:lnTo>
                <a:lnTo>
                  <a:pt x="1826" y="1100"/>
                </a:lnTo>
                <a:lnTo>
                  <a:pt x="1826" y="1101"/>
                </a:lnTo>
                <a:lnTo>
                  <a:pt x="1825" y="1101"/>
                </a:lnTo>
                <a:lnTo>
                  <a:pt x="1825" y="1102"/>
                </a:lnTo>
                <a:lnTo>
                  <a:pt x="1824" y="1103"/>
                </a:lnTo>
                <a:lnTo>
                  <a:pt x="1823" y="1104"/>
                </a:lnTo>
                <a:lnTo>
                  <a:pt x="1822" y="1104"/>
                </a:lnTo>
                <a:lnTo>
                  <a:pt x="1822" y="1105"/>
                </a:lnTo>
                <a:lnTo>
                  <a:pt x="1822" y="1106"/>
                </a:lnTo>
                <a:lnTo>
                  <a:pt x="1821" y="1106"/>
                </a:lnTo>
                <a:lnTo>
                  <a:pt x="1822" y="1106"/>
                </a:lnTo>
                <a:lnTo>
                  <a:pt x="1823" y="1106"/>
                </a:lnTo>
                <a:lnTo>
                  <a:pt x="1824" y="1106"/>
                </a:lnTo>
                <a:lnTo>
                  <a:pt x="1824" y="1107"/>
                </a:lnTo>
                <a:lnTo>
                  <a:pt x="1824" y="1108"/>
                </a:lnTo>
                <a:lnTo>
                  <a:pt x="1824" y="1109"/>
                </a:lnTo>
                <a:lnTo>
                  <a:pt x="1823" y="1109"/>
                </a:lnTo>
                <a:lnTo>
                  <a:pt x="1823" y="1110"/>
                </a:lnTo>
                <a:lnTo>
                  <a:pt x="1824" y="1110"/>
                </a:lnTo>
                <a:lnTo>
                  <a:pt x="1824" y="1111"/>
                </a:lnTo>
                <a:lnTo>
                  <a:pt x="1823" y="1111"/>
                </a:lnTo>
                <a:lnTo>
                  <a:pt x="1822" y="1111"/>
                </a:lnTo>
                <a:lnTo>
                  <a:pt x="1821" y="1112"/>
                </a:lnTo>
                <a:lnTo>
                  <a:pt x="1818" y="1112"/>
                </a:lnTo>
                <a:lnTo>
                  <a:pt x="1817" y="1112"/>
                </a:lnTo>
                <a:lnTo>
                  <a:pt x="1816" y="1112"/>
                </a:lnTo>
                <a:lnTo>
                  <a:pt x="1815" y="1112"/>
                </a:lnTo>
                <a:lnTo>
                  <a:pt x="1816" y="1111"/>
                </a:lnTo>
                <a:lnTo>
                  <a:pt x="1815" y="1111"/>
                </a:lnTo>
                <a:lnTo>
                  <a:pt x="1814" y="1111"/>
                </a:lnTo>
                <a:lnTo>
                  <a:pt x="1813" y="1111"/>
                </a:lnTo>
                <a:lnTo>
                  <a:pt x="1812" y="1110"/>
                </a:lnTo>
                <a:lnTo>
                  <a:pt x="1811" y="1110"/>
                </a:lnTo>
                <a:lnTo>
                  <a:pt x="1810" y="1110"/>
                </a:lnTo>
                <a:lnTo>
                  <a:pt x="1810" y="1111"/>
                </a:lnTo>
                <a:lnTo>
                  <a:pt x="1808" y="1111"/>
                </a:lnTo>
                <a:lnTo>
                  <a:pt x="1806" y="1111"/>
                </a:lnTo>
                <a:lnTo>
                  <a:pt x="1804" y="1111"/>
                </a:lnTo>
                <a:lnTo>
                  <a:pt x="1802" y="1112"/>
                </a:lnTo>
                <a:lnTo>
                  <a:pt x="1801" y="1112"/>
                </a:lnTo>
                <a:lnTo>
                  <a:pt x="1800" y="1111"/>
                </a:lnTo>
                <a:lnTo>
                  <a:pt x="1798" y="1111"/>
                </a:lnTo>
                <a:lnTo>
                  <a:pt x="1797" y="1111"/>
                </a:lnTo>
                <a:lnTo>
                  <a:pt x="1796" y="1110"/>
                </a:lnTo>
                <a:lnTo>
                  <a:pt x="1795" y="1110"/>
                </a:lnTo>
                <a:lnTo>
                  <a:pt x="1794" y="1110"/>
                </a:lnTo>
                <a:lnTo>
                  <a:pt x="1794" y="1111"/>
                </a:lnTo>
                <a:lnTo>
                  <a:pt x="1794" y="1112"/>
                </a:lnTo>
                <a:lnTo>
                  <a:pt x="1793" y="1112"/>
                </a:lnTo>
                <a:lnTo>
                  <a:pt x="1791" y="1113"/>
                </a:lnTo>
                <a:lnTo>
                  <a:pt x="1790" y="1112"/>
                </a:lnTo>
                <a:lnTo>
                  <a:pt x="1789" y="1112"/>
                </a:lnTo>
                <a:lnTo>
                  <a:pt x="1788" y="1112"/>
                </a:lnTo>
                <a:lnTo>
                  <a:pt x="1787" y="1113"/>
                </a:lnTo>
                <a:lnTo>
                  <a:pt x="1787" y="1114"/>
                </a:lnTo>
                <a:lnTo>
                  <a:pt x="1787" y="1115"/>
                </a:lnTo>
                <a:lnTo>
                  <a:pt x="1786" y="1115"/>
                </a:lnTo>
                <a:lnTo>
                  <a:pt x="1786" y="1116"/>
                </a:lnTo>
                <a:lnTo>
                  <a:pt x="1785" y="1116"/>
                </a:lnTo>
                <a:lnTo>
                  <a:pt x="1785" y="1115"/>
                </a:lnTo>
                <a:lnTo>
                  <a:pt x="1784" y="1115"/>
                </a:lnTo>
                <a:lnTo>
                  <a:pt x="1782" y="1116"/>
                </a:lnTo>
                <a:lnTo>
                  <a:pt x="1781" y="1117"/>
                </a:lnTo>
                <a:lnTo>
                  <a:pt x="1780" y="1118"/>
                </a:lnTo>
                <a:lnTo>
                  <a:pt x="1778" y="1119"/>
                </a:lnTo>
                <a:lnTo>
                  <a:pt x="1777" y="1119"/>
                </a:lnTo>
                <a:lnTo>
                  <a:pt x="1777" y="1120"/>
                </a:lnTo>
                <a:lnTo>
                  <a:pt x="1777" y="1121"/>
                </a:lnTo>
                <a:lnTo>
                  <a:pt x="1776" y="1121"/>
                </a:lnTo>
                <a:lnTo>
                  <a:pt x="1776" y="1122"/>
                </a:lnTo>
                <a:lnTo>
                  <a:pt x="1776" y="1123"/>
                </a:lnTo>
                <a:lnTo>
                  <a:pt x="1776" y="1125"/>
                </a:lnTo>
                <a:lnTo>
                  <a:pt x="1777" y="1125"/>
                </a:lnTo>
                <a:lnTo>
                  <a:pt x="1777" y="1127"/>
                </a:lnTo>
                <a:lnTo>
                  <a:pt x="1778" y="1128"/>
                </a:lnTo>
                <a:lnTo>
                  <a:pt x="1778" y="1130"/>
                </a:lnTo>
                <a:lnTo>
                  <a:pt x="1778" y="1132"/>
                </a:lnTo>
                <a:lnTo>
                  <a:pt x="1778" y="1133"/>
                </a:lnTo>
                <a:lnTo>
                  <a:pt x="1778" y="1134"/>
                </a:lnTo>
                <a:lnTo>
                  <a:pt x="1778" y="1135"/>
                </a:lnTo>
                <a:lnTo>
                  <a:pt x="1779" y="1135"/>
                </a:lnTo>
                <a:lnTo>
                  <a:pt x="1779" y="1136"/>
                </a:lnTo>
                <a:lnTo>
                  <a:pt x="1779" y="1137"/>
                </a:lnTo>
                <a:lnTo>
                  <a:pt x="1780" y="1138"/>
                </a:lnTo>
                <a:lnTo>
                  <a:pt x="1779" y="1139"/>
                </a:lnTo>
                <a:lnTo>
                  <a:pt x="1778" y="1140"/>
                </a:lnTo>
                <a:lnTo>
                  <a:pt x="1777" y="1140"/>
                </a:lnTo>
                <a:lnTo>
                  <a:pt x="1776" y="1139"/>
                </a:lnTo>
                <a:lnTo>
                  <a:pt x="1775" y="1139"/>
                </a:lnTo>
                <a:lnTo>
                  <a:pt x="1775" y="1140"/>
                </a:lnTo>
                <a:lnTo>
                  <a:pt x="1774" y="1140"/>
                </a:lnTo>
                <a:lnTo>
                  <a:pt x="1773" y="1139"/>
                </a:lnTo>
                <a:lnTo>
                  <a:pt x="1772" y="1139"/>
                </a:lnTo>
                <a:lnTo>
                  <a:pt x="1771" y="1139"/>
                </a:lnTo>
                <a:lnTo>
                  <a:pt x="1770" y="1139"/>
                </a:lnTo>
                <a:lnTo>
                  <a:pt x="1769" y="1138"/>
                </a:lnTo>
                <a:lnTo>
                  <a:pt x="1768" y="1138"/>
                </a:lnTo>
                <a:lnTo>
                  <a:pt x="1767" y="1138"/>
                </a:lnTo>
                <a:lnTo>
                  <a:pt x="1767" y="1139"/>
                </a:lnTo>
                <a:lnTo>
                  <a:pt x="1768" y="1139"/>
                </a:lnTo>
                <a:lnTo>
                  <a:pt x="1768" y="1140"/>
                </a:lnTo>
                <a:lnTo>
                  <a:pt x="1769" y="1141"/>
                </a:lnTo>
                <a:lnTo>
                  <a:pt x="1770" y="1143"/>
                </a:lnTo>
                <a:lnTo>
                  <a:pt x="1771" y="1143"/>
                </a:lnTo>
                <a:lnTo>
                  <a:pt x="1773" y="1143"/>
                </a:lnTo>
                <a:lnTo>
                  <a:pt x="1773" y="1144"/>
                </a:lnTo>
                <a:lnTo>
                  <a:pt x="1774" y="1145"/>
                </a:lnTo>
                <a:lnTo>
                  <a:pt x="1774" y="1146"/>
                </a:lnTo>
                <a:lnTo>
                  <a:pt x="1775" y="1146"/>
                </a:lnTo>
                <a:lnTo>
                  <a:pt x="1775" y="1147"/>
                </a:lnTo>
                <a:lnTo>
                  <a:pt x="1776" y="1147"/>
                </a:lnTo>
                <a:lnTo>
                  <a:pt x="1776" y="1148"/>
                </a:lnTo>
                <a:lnTo>
                  <a:pt x="1777" y="1148"/>
                </a:lnTo>
                <a:lnTo>
                  <a:pt x="1777" y="1149"/>
                </a:lnTo>
                <a:lnTo>
                  <a:pt x="1776" y="1150"/>
                </a:lnTo>
                <a:lnTo>
                  <a:pt x="1776" y="1151"/>
                </a:lnTo>
                <a:lnTo>
                  <a:pt x="1775" y="1152"/>
                </a:lnTo>
                <a:lnTo>
                  <a:pt x="1776" y="1152"/>
                </a:lnTo>
                <a:lnTo>
                  <a:pt x="1776" y="1153"/>
                </a:lnTo>
                <a:lnTo>
                  <a:pt x="1776" y="1154"/>
                </a:lnTo>
                <a:lnTo>
                  <a:pt x="1776" y="1156"/>
                </a:lnTo>
                <a:lnTo>
                  <a:pt x="1776" y="1157"/>
                </a:lnTo>
                <a:lnTo>
                  <a:pt x="1775" y="1158"/>
                </a:lnTo>
                <a:lnTo>
                  <a:pt x="1774" y="1159"/>
                </a:lnTo>
                <a:lnTo>
                  <a:pt x="1773" y="1159"/>
                </a:lnTo>
                <a:lnTo>
                  <a:pt x="1772" y="1159"/>
                </a:lnTo>
                <a:lnTo>
                  <a:pt x="1772" y="1160"/>
                </a:lnTo>
                <a:lnTo>
                  <a:pt x="1771" y="1160"/>
                </a:lnTo>
                <a:lnTo>
                  <a:pt x="1767" y="1162"/>
                </a:lnTo>
                <a:lnTo>
                  <a:pt x="1766" y="1161"/>
                </a:lnTo>
                <a:lnTo>
                  <a:pt x="1766" y="1160"/>
                </a:lnTo>
                <a:lnTo>
                  <a:pt x="1765" y="1160"/>
                </a:lnTo>
                <a:lnTo>
                  <a:pt x="1763" y="1161"/>
                </a:lnTo>
                <a:lnTo>
                  <a:pt x="1763" y="1162"/>
                </a:lnTo>
                <a:lnTo>
                  <a:pt x="1762" y="1163"/>
                </a:lnTo>
                <a:lnTo>
                  <a:pt x="1762" y="1164"/>
                </a:lnTo>
                <a:lnTo>
                  <a:pt x="1759" y="1164"/>
                </a:lnTo>
                <a:lnTo>
                  <a:pt x="1759" y="1165"/>
                </a:lnTo>
                <a:lnTo>
                  <a:pt x="1757" y="1165"/>
                </a:lnTo>
                <a:lnTo>
                  <a:pt x="1756" y="1165"/>
                </a:lnTo>
                <a:lnTo>
                  <a:pt x="1755" y="1165"/>
                </a:lnTo>
                <a:lnTo>
                  <a:pt x="1755" y="1166"/>
                </a:lnTo>
                <a:lnTo>
                  <a:pt x="1754" y="1166"/>
                </a:lnTo>
                <a:lnTo>
                  <a:pt x="1753" y="1166"/>
                </a:lnTo>
                <a:lnTo>
                  <a:pt x="1752" y="1166"/>
                </a:lnTo>
                <a:lnTo>
                  <a:pt x="1751" y="1166"/>
                </a:lnTo>
                <a:lnTo>
                  <a:pt x="1750" y="1166"/>
                </a:lnTo>
                <a:lnTo>
                  <a:pt x="1749" y="1166"/>
                </a:lnTo>
                <a:lnTo>
                  <a:pt x="1750" y="1166"/>
                </a:lnTo>
                <a:lnTo>
                  <a:pt x="1749" y="1167"/>
                </a:lnTo>
                <a:lnTo>
                  <a:pt x="1748" y="1167"/>
                </a:lnTo>
                <a:lnTo>
                  <a:pt x="1748" y="1166"/>
                </a:lnTo>
                <a:lnTo>
                  <a:pt x="1747" y="1166"/>
                </a:lnTo>
                <a:lnTo>
                  <a:pt x="1746" y="1166"/>
                </a:lnTo>
                <a:lnTo>
                  <a:pt x="1745" y="1166"/>
                </a:lnTo>
                <a:lnTo>
                  <a:pt x="1744" y="1165"/>
                </a:lnTo>
                <a:lnTo>
                  <a:pt x="1744" y="1164"/>
                </a:lnTo>
                <a:lnTo>
                  <a:pt x="1745" y="1164"/>
                </a:lnTo>
                <a:lnTo>
                  <a:pt x="1744" y="1164"/>
                </a:lnTo>
                <a:lnTo>
                  <a:pt x="1744" y="1163"/>
                </a:lnTo>
                <a:lnTo>
                  <a:pt x="1743" y="1163"/>
                </a:lnTo>
                <a:lnTo>
                  <a:pt x="1743" y="1162"/>
                </a:lnTo>
                <a:lnTo>
                  <a:pt x="1742" y="1161"/>
                </a:lnTo>
                <a:lnTo>
                  <a:pt x="1741" y="1161"/>
                </a:lnTo>
                <a:lnTo>
                  <a:pt x="1740" y="1161"/>
                </a:lnTo>
                <a:lnTo>
                  <a:pt x="1740" y="1162"/>
                </a:lnTo>
                <a:lnTo>
                  <a:pt x="1739" y="1163"/>
                </a:lnTo>
                <a:lnTo>
                  <a:pt x="1738" y="1164"/>
                </a:lnTo>
                <a:lnTo>
                  <a:pt x="1737" y="1164"/>
                </a:lnTo>
                <a:lnTo>
                  <a:pt x="1735" y="1165"/>
                </a:lnTo>
                <a:lnTo>
                  <a:pt x="1734" y="1165"/>
                </a:lnTo>
                <a:lnTo>
                  <a:pt x="1733" y="1165"/>
                </a:lnTo>
                <a:lnTo>
                  <a:pt x="1732" y="1165"/>
                </a:lnTo>
                <a:lnTo>
                  <a:pt x="1731" y="1165"/>
                </a:lnTo>
                <a:lnTo>
                  <a:pt x="1731" y="1164"/>
                </a:lnTo>
                <a:lnTo>
                  <a:pt x="1732" y="1164"/>
                </a:lnTo>
                <a:lnTo>
                  <a:pt x="1734" y="1163"/>
                </a:lnTo>
                <a:lnTo>
                  <a:pt x="1734" y="1162"/>
                </a:lnTo>
                <a:lnTo>
                  <a:pt x="1734" y="1161"/>
                </a:lnTo>
                <a:lnTo>
                  <a:pt x="1734" y="1160"/>
                </a:lnTo>
                <a:lnTo>
                  <a:pt x="1733" y="1159"/>
                </a:lnTo>
                <a:lnTo>
                  <a:pt x="1732" y="1159"/>
                </a:lnTo>
                <a:lnTo>
                  <a:pt x="1731" y="1159"/>
                </a:lnTo>
                <a:lnTo>
                  <a:pt x="1731" y="1158"/>
                </a:lnTo>
                <a:lnTo>
                  <a:pt x="1730" y="1158"/>
                </a:lnTo>
                <a:lnTo>
                  <a:pt x="1728" y="1158"/>
                </a:lnTo>
                <a:lnTo>
                  <a:pt x="1727" y="1158"/>
                </a:lnTo>
                <a:lnTo>
                  <a:pt x="1726" y="1158"/>
                </a:lnTo>
                <a:lnTo>
                  <a:pt x="1726" y="1159"/>
                </a:lnTo>
                <a:lnTo>
                  <a:pt x="1725" y="1159"/>
                </a:lnTo>
                <a:lnTo>
                  <a:pt x="1724" y="1160"/>
                </a:lnTo>
                <a:lnTo>
                  <a:pt x="1724" y="1161"/>
                </a:lnTo>
                <a:lnTo>
                  <a:pt x="1724" y="1162"/>
                </a:lnTo>
                <a:lnTo>
                  <a:pt x="1723" y="1162"/>
                </a:lnTo>
                <a:lnTo>
                  <a:pt x="1722" y="1162"/>
                </a:lnTo>
                <a:lnTo>
                  <a:pt x="1722" y="1163"/>
                </a:lnTo>
                <a:lnTo>
                  <a:pt x="1721" y="1163"/>
                </a:lnTo>
                <a:lnTo>
                  <a:pt x="1721" y="1164"/>
                </a:lnTo>
                <a:lnTo>
                  <a:pt x="1720" y="1164"/>
                </a:lnTo>
                <a:lnTo>
                  <a:pt x="1719" y="1164"/>
                </a:lnTo>
                <a:lnTo>
                  <a:pt x="1719" y="1165"/>
                </a:lnTo>
                <a:lnTo>
                  <a:pt x="1718" y="1165"/>
                </a:lnTo>
                <a:lnTo>
                  <a:pt x="1717" y="1165"/>
                </a:lnTo>
                <a:lnTo>
                  <a:pt x="1717" y="1166"/>
                </a:lnTo>
                <a:lnTo>
                  <a:pt x="1716" y="1166"/>
                </a:lnTo>
                <a:lnTo>
                  <a:pt x="1717" y="1166"/>
                </a:lnTo>
                <a:lnTo>
                  <a:pt x="1717" y="1167"/>
                </a:lnTo>
                <a:lnTo>
                  <a:pt x="1716" y="1168"/>
                </a:lnTo>
                <a:lnTo>
                  <a:pt x="1716" y="1169"/>
                </a:lnTo>
                <a:lnTo>
                  <a:pt x="1716" y="1170"/>
                </a:lnTo>
                <a:lnTo>
                  <a:pt x="1715" y="1170"/>
                </a:lnTo>
                <a:lnTo>
                  <a:pt x="1715" y="1171"/>
                </a:lnTo>
                <a:lnTo>
                  <a:pt x="1715" y="1172"/>
                </a:lnTo>
                <a:lnTo>
                  <a:pt x="1714" y="1173"/>
                </a:lnTo>
                <a:lnTo>
                  <a:pt x="1713" y="1173"/>
                </a:lnTo>
                <a:lnTo>
                  <a:pt x="1712" y="1172"/>
                </a:lnTo>
                <a:lnTo>
                  <a:pt x="1711" y="1173"/>
                </a:lnTo>
                <a:lnTo>
                  <a:pt x="1710" y="1173"/>
                </a:lnTo>
                <a:lnTo>
                  <a:pt x="1709" y="1173"/>
                </a:lnTo>
                <a:lnTo>
                  <a:pt x="1709" y="1172"/>
                </a:lnTo>
                <a:lnTo>
                  <a:pt x="1708" y="1173"/>
                </a:lnTo>
                <a:lnTo>
                  <a:pt x="1706" y="1174"/>
                </a:lnTo>
                <a:lnTo>
                  <a:pt x="1706" y="1175"/>
                </a:lnTo>
                <a:lnTo>
                  <a:pt x="1706" y="1176"/>
                </a:lnTo>
                <a:lnTo>
                  <a:pt x="1706" y="1177"/>
                </a:lnTo>
                <a:lnTo>
                  <a:pt x="1707" y="1177"/>
                </a:lnTo>
                <a:lnTo>
                  <a:pt x="1707" y="1178"/>
                </a:lnTo>
                <a:lnTo>
                  <a:pt x="1708" y="1178"/>
                </a:lnTo>
                <a:lnTo>
                  <a:pt x="1708" y="1179"/>
                </a:lnTo>
                <a:lnTo>
                  <a:pt x="1707" y="1180"/>
                </a:lnTo>
                <a:lnTo>
                  <a:pt x="1706" y="1181"/>
                </a:lnTo>
                <a:lnTo>
                  <a:pt x="1705" y="1182"/>
                </a:lnTo>
                <a:lnTo>
                  <a:pt x="1704" y="1182"/>
                </a:lnTo>
                <a:lnTo>
                  <a:pt x="1701" y="1181"/>
                </a:lnTo>
                <a:lnTo>
                  <a:pt x="1700" y="1181"/>
                </a:lnTo>
                <a:lnTo>
                  <a:pt x="1699" y="1182"/>
                </a:lnTo>
                <a:lnTo>
                  <a:pt x="1698" y="1182"/>
                </a:lnTo>
                <a:lnTo>
                  <a:pt x="1697" y="1181"/>
                </a:lnTo>
                <a:lnTo>
                  <a:pt x="1697" y="1180"/>
                </a:lnTo>
                <a:lnTo>
                  <a:pt x="1697" y="1179"/>
                </a:lnTo>
                <a:lnTo>
                  <a:pt x="1696" y="1179"/>
                </a:lnTo>
                <a:lnTo>
                  <a:pt x="1696" y="1178"/>
                </a:lnTo>
                <a:lnTo>
                  <a:pt x="1696" y="1177"/>
                </a:lnTo>
                <a:lnTo>
                  <a:pt x="1697" y="1177"/>
                </a:lnTo>
                <a:lnTo>
                  <a:pt x="1696" y="1177"/>
                </a:lnTo>
                <a:lnTo>
                  <a:pt x="1694" y="1174"/>
                </a:lnTo>
                <a:lnTo>
                  <a:pt x="1694" y="1173"/>
                </a:lnTo>
                <a:lnTo>
                  <a:pt x="1693" y="1173"/>
                </a:lnTo>
                <a:lnTo>
                  <a:pt x="1693" y="1172"/>
                </a:lnTo>
                <a:lnTo>
                  <a:pt x="1692" y="1172"/>
                </a:lnTo>
                <a:lnTo>
                  <a:pt x="1692" y="1171"/>
                </a:lnTo>
                <a:lnTo>
                  <a:pt x="1692" y="1170"/>
                </a:lnTo>
                <a:lnTo>
                  <a:pt x="1691" y="1170"/>
                </a:lnTo>
                <a:lnTo>
                  <a:pt x="1691" y="1169"/>
                </a:lnTo>
                <a:lnTo>
                  <a:pt x="1691" y="1168"/>
                </a:lnTo>
                <a:lnTo>
                  <a:pt x="1690" y="1168"/>
                </a:lnTo>
                <a:lnTo>
                  <a:pt x="1690" y="1167"/>
                </a:lnTo>
                <a:lnTo>
                  <a:pt x="1690" y="1166"/>
                </a:lnTo>
                <a:lnTo>
                  <a:pt x="1689" y="1165"/>
                </a:lnTo>
                <a:lnTo>
                  <a:pt x="1689" y="1164"/>
                </a:lnTo>
                <a:lnTo>
                  <a:pt x="1688" y="1164"/>
                </a:lnTo>
                <a:lnTo>
                  <a:pt x="1688" y="1165"/>
                </a:lnTo>
                <a:lnTo>
                  <a:pt x="1686" y="1165"/>
                </a:lnTo>
                <a:lnTo>
                  <a:pt x="1686" y="1166"/>
                </a:lnTo>
                <a:lnTo>
                  <a:pt x="1685" y="1166"/>
                </a:lnTo>
                <a:lnTo>
                  <a:pt x="1684" y="1166"/>
                </a:lnTo>
                <a:lnTo>
                  <a:pt x="1683" y="1166"/>
                </a:lnTo>
                <a:lnTo>
                  <a:pt x="1682" y="1165"/>
                </a:lnTo>
                <a:lnTo>
                  <a:pt x="1681" y="1166"/>
                </a:lnTo>
                <a:lnTo>
                  <a:pt x="1680" y="1167"/>
                </a:lnTo>
                <a:lnTo>
                  <a:pt x="1680" y="1168"/>
                </a:lnTo>
                <a:lnTo>
                  <a:pt x="1679" y="1168"/>
                </a:lnTo>
                <a:lnTo>
                  <a:pt x="1678" y="1168"/>
                </a:lnTo>
                <a:lnTo>
                  <a:pt x="1678" y="1169"/>
                </a:lnTo>
                <a:lnTo>
                  <a:pt x="1677" y="1169"/>
                </a:lnTo>
                <a:lnTo>
                  <a:pt x="1676" y="1171"/>
                </a:lnTo>
                <a:lnTo>
                  <a:pt x="1675" y="1171"/>
                </a:lnTo>
                <a:lnTo>
                  <a:pt x="1674" y="1171"/>
                </a:lnTo>
                <a:lnTo>
                  <a:pt x="1674" y="1170"/>
                </a:lnTo>
                <a:lnTo>
                  <a:pt x="1673" y="1170"/>
                </a:lnTo>
                <a:lnTo>
                  <a:pt x="1672" y="1170"/>
                </a:lnTo>
                <a:lnTo>
                  <a:pt x="1672" y="1171"/>
                </a:lnTo>
                <a:lnTo>
                  <a:pt x="1672" y="1172"/>
                </a:lnTo>
                <a:lnTo>
                  <a:pt x="1671" y="1172"/>
                </a:lnTo>
                <a:lnTo>
                  <a:pt x="1670" y="1173"/>
                </a:lnTo>
                <a:lnTo>
                  <a:pt x="1669" y="1174"/>
                </a:lnTo>
                <a:lnTo>
                  <a:pt x="1666" y="1176"/>
                </a:lnTo>
                <a:lnTo>
                  <a:pt x="1665" y="1177"/>
                </a:lnTo>
                <a:lnTo>
                  <a:pt x="1664" y="1177"/>
                </a:lnTo>
                <a:lnTo>
                  <a:pt x="1662" y="1178"/>
                </a:lnTo>
                <a:lnTo>
                  <a:pt x="1661" y="1178"/>
                </a:lnTo>
                <a:lnTo>
                  <a:pt x="1660" y="1179"/>
                </a:lnTo>
                <a:lnTo>
                  <a:pt x="1658" y="1180"/>
                </a:lnTo>
                <a:lnTo>
                  <a:pt x="1658" y="1181"/>
                </a:lnTo>
                <a:lnTo>
                  <a:pt x="1657" y="1180"/>
                </a:lnTo>
                <a:lnTo>
                  <a:pt x="1657" y="1181"/>
                </a:lnTo>
                <a:lnTo>
                  <a:pt x="1656" y="1181"/>
                </a:lnTo>
                <a:lnTo>
                  <a:pt x="1656" y="1182"/>
                </a:lnTo>
                <a:lnTo>
                  <a:pt x="1654" y="1183"/>
                </a:lnTo>
                <a:lnTo>
                  <a:pt x="1652" y="1183"/>
                </a:lnTo>
                <a:lnTo>
                  <a:pt x="1652" y="1184"/>
                </a:lnTo>
                <a:lnTo>
                  <a:pt x="1651" y="1184"/>
                </a:lnTo>
                <a:lnTo>
                  <a:pt x="1650" y="1184"/>
                </a:lnTo>
                <a:lnTo>
                  <a:pt x="1648" y="1185"/>
                </a:lnTo>
                <a:lnTo>
                  <a:pt x="1647" y="1185"/>
                </a:lnTo>
                <a:lnTo>
                  <a:pt x="1646" y="1185"/>
                </a:lnTo>
                <a:lnTo>
                  <a:pt x="1646" y="1186"/>
                </a:lnTo>
                <a:lnTo>
                  <a:pt x="1645" y="1186"/>
                </a:lnTo>
                <a:lnTo>
                  <a:pt x="1644" y="1186"/>
                </a:lnTo>
                <a:lnTo>
                  <a:pt x="1644" y="1187"/>
                </a:lnTo>
                <a:lnTo>
                  <a:pt x="1642" y="1187"/>
                </a:lnTo>
                <a:lnTo>
                  <a:pt x="1639" y="1188"/>
                </a:lnTo>
                <a:lnTo>
                  <a:pt x="1638" y="1188"/>
                </a:lnTo>
                <a:lnTo>
                  <a:pt x="1637" y="1189"/>
                </a:lnTo>
                <a:lnTo>
                  <a:pt x="1636" y="1189"/>
                </a:lnTo>
                <a:lnTo>
                  <a:pt x="1635" y="1189"/>
                </a:lnTo>
                <a:lnTo>
                  <a:pt x="1634" y="1190"/>
                </a:lnTo>
                <a:lnTo>
                  <a:pt x="1635" y="1191"/>
                </a:lnTo>
                <a:lnTo>
                  <a:pt x="1636" y="1192"/>
                </a:lnTo>
                <a:lnTo>
                  <a:pt x="1637" y="1193"/>
                </a:lnTo>
                <a:lnTo>
                  <a:pt x="1638" y="1193"/>
                </a:lnTo>
                <a:lnTo>
                  <a:pt x="1639" y="1193"/>
                </a:lnTo>
                <a:lnTo>
                  <a:pt x="1639" y="1194"/>
                </a:lnTo>
                <a:lnTo>
                  <a:pt x="1638" y="1195"/>
                </a:lnTo>
                <a:lnTo>
                  <a:pt x="1637" y="1196"/>
                </a:lnTo>
                <a:lnTo>
                  <a:pt x="1638" y="1197"/>
                </a:lnTo>
                <a:lnTo>
                  <a:pt x="1638" y="1198"/>
                </a:lnTo>
                <a:lnTo>
                  <a:pt x="1639" y="1199"/>
                </a:lnTo>
                <a:lnTo>
                  <a:pt x="1640" y="1199"/>
                </a:lnTo>
                <a:lnTo>
                  <a:pt x="1640" y="1200"/>
                </a:lnTo>
                <a:lnTo>
                  <a:pt x="1639" y="1200"/>
                </a:lnTo>
                <a:lnTo>
                  <a:pt x="1639" y="1201"/>
                </a:lnTo>
                <a:lnTo>
                  <a:pt x="1637" y="1201"/>
                </a:lnTo>
                <a:lnTo>
                  <a:pt x="1636" y="1201"/>
                </a:lnTo>
                <a:lnTo>
                  <a:pt x="1634" y="1201"/>
                </a:lnTo>
                <a:lnTo>
                  <a:pt x="1634" y="1200"/>
                </a:lnTo>
                <a:lnTo>
                  <a:pt x="1633" y="1199"/>
                </a:lnTo>
                <a:lnTo>
                  <a:pt x="1632" y="1198"/>
                </a:lnTo>
                <a:lnTo>
                  <a:pt x="1631" y="1198"/>
                </a:lnTo>
                <a:lnTo>
                  <a:pt x="1630" y="1198"/>
                </a:lnTo>
                <a:lnTo>
                  <a:pt x="1630" y="1199"/>
                </a:lnTo>
                <a:lnTo>
                  <a:pt x="1630" y="1200"/>
                </a:lnTo>
                <a:lnTo>
                  <a:pt x="1630" y="1201"/>
                </a:lnTo>
                <a:lnTo>
                  <a:pt x="1630" y="1202"/>
                </a:lnTo>
                <a:lnTo>
                  <a:pt x="1629" y="1202"/>
                </a:lnTo>
                <a:lnTo>
                  <a:pt x="1628" y="1202"/>
                </a:lnTo>
                <a:lnTo>
                  <a:pt x="1627" y="1202"/>
                </a:lnTo>
                <a:lnTo>
                  <a:pt x="1625" y="1203"/>
                </a:lnTo>
                <a:lnTo>
                  <a:pt x="1624" y="1203"/>
                </a:lnTo>
                <a:lnTo>
                  <a:pt x="1625" y="1202"/>
                </a:lnTo>
                <a:lnTo>
                  <a:pt x="1625" y="1200"/>
                </a:lnTo>
                <a:lnTo>
                  <a:pt x="1624" y="1200"/>
                </a:lnTo>
                <a:lnTo>
                  <a:pt x="1622" y="1200"/>
                </a:lnTo>
                <a:lnTo>
                  <a:pt x="1620" y="1200"/>
                </a:lnTo>
                <a:lnTo>
                  <a:pt x="1620" y="1199"/>
                </a:lnTo>
                <a:lnTo>
                  <a:pt x="1619" y="1199"/>
                </a:lnTo>
                <a:lnTo>
                  <a:pt x="1619" y="1198"/>
                </a:lnTo>
                <a:lnTo>
                  <a:pt x="1618" y="1198"/>
                </a:lnTo>
                <a:lnTo>
                  <a:pt x="1617" y="1199"/>
                </a:lnTo>
                <a:lnTo>
                  <a:pt x="1616" y="1199"/>
                </a:lnTo>
                <a:lnTo>
                  <a:pt x="1616" y="1198"/>
                </a:lnTo>
                <a:lnTo>
                  <a:pt x="1615" y="1198"/>
                </a:lnTo>
                <a:lnTo>
                  <a:pt x="1614" y="1198"/>
                </a:lnTo>
                <a:lnTo>
                  <a:pt x="1614" y="1199"/>
                </a:lnTo>
                <a:lnTo>
                  <a:pt x="1613" y="1199"/>
                </a:lnTo>
                <a:lnTo>
                  <a:pt x="1612" y="1200"/>
                </a:lnTo>
                <a:lnTo>
                  <a:pt x="1611" y="1200"/>
                </a:lnTo>
                <a:lnTo>
                  <a:pt x="1610" y="1200"/>
                </a:lnTo>
                <a:lnTo>
                  <a:pt x="1609" y="1200"/>
                </a:lnTo>
                <a:lnTo>
                  <a:pt x="1610" y="1200"/>
                </a:lnTo>
                <a:lnTo>
                  <a:pt x="1608" y="1199"/>
                </a:lnTo>
                <a:lnTo>
                  <a:pt x="1607" y="1199"/>
                </a:lnTo>
                <a:lnTo>
                  <a:pt x="1606" y="1199"/>
                </a:lnTo>
                <a:lnTo>
                  <a:pt x="1605" y="1199"/>
                </a:lnTo>
                <a:lnTo>
                  <a:pt x="1604" y="1199"/>
                </a:lnTo>
                <a:lnTo>
                  <a:pt x="1603" y="1199"/>
                </a:lnTo>
                <a:lnTo>
                  <a:pt x="1602" y="1199"/>
                </a:lnTo>
                <a:lnTo>
                  <a:pt x="1601" y="1199"/>
                </a:lnTo>
                <a:lnTo>
                  <a:pt x="1600" y="1199"/>
                </a:lnTo>
                <a:lnTo>
                  <a:pt x="1599" y="1199"/>
                </a:lnTo>
                <a:lnTo>
                  <a:pt x="1598" y="1199"/>
                </a:lnTo>
                <a:lnTo>
                  <a:pt x="1596" y="1199"/>
                </a:lnTo>
                <a:lnTo>
                  <a:pt x="1595" y="1199"/>
                </a:lnTo>
                <a:lnTo>
                  <a:pt x="1595" y="1200"/>
                </a:lnTo>
                <a:lnTo>
                  <a:pt x="1594" y="1200"/>
                </a:lnTo>
                <a:lnTo>
                  <a:pt x="1594" y="1199"/>
                </a:lnTo>
                <a:lnTo>
                  <a:pt x="1595" y="1198"/>
                </a:lnTo>
                <a:lnTo>
                  <a:pt x="1596" y="1197"/>
                </a:lnTo>
                <a:lnTo>
                  <a:pt x="1597" y="1197"/>
                </a:lnTo>
                <a:lnTo>
                  <a:pt x="1597" y="1196"/>
                </a:lnTo>
                <a:lnTo>
                  <a:pt x="1597" y="1193"/>
                </a:lnTo>
                <a:lnTo>
                  <a:pt x="1598" y="1193"/>
                </a:lnTo>
                <a:lnTo>
                  <a:pt x="1598" y="1192"/>
                </a:lnTo>
                <a:lnTo>
                  <a:pt x="1597" y="1191"/>
                </a:lnTo>
                <a:lnTo>
                  <a:pt x="1597" y="1190"/>
                </a:lnTo>
                <a:lnTo>
                  <a:pt x="1597" y="1188"/>
                </a:lnTo>
                <a:lnTo>
                  <a:pt x="1597" y="1185"/>
                </a:lnTo>
                <a:lnTo>
                  <a:pt x="1597" y="1184"/>
                </a:lnTo>
                <a:lnTo>
                  <a:pt x="1597" y="1181"/>
                </a:lnTo>
                <a:lnTo>
                  <a:pt x="1596" y="1181"/>
                </a:lnTo>
                <a:lnTo>
                  <a:pt x="1595" y="1181"/>
                </a:lnTo>
                <a:lnTo>
                  <a:pt x="1595" y="1180"/>
                </a:lnTo>
                <a:lnTo>
                  <a:pt x="1594" y="1179"/>
                </a:lnTo>
                <a:lnTo>
                  <a:pt x="1594" y="1178"/>
                </a:lnTo>
                <a:lnTo>
                  <a:pt x="1595" y="1178"/>
                </a:lnTo>
                <a:lnTo>
                  <a:pt x="1596" y="1178"/>
                </a:lnTo>
                <a:lnTo>
                  <a:pt x="1598" y="1178"/>
                </a:lnTo>
                <a:lnTo>
                  <a:pt x="1599" y="1177"/>
                </a:lnTo>
                <a:lnTo>
                  <a:pt x="1599" y="1176"/>
                </a:lnTo>
                <a:lnTo>
                  <a:pt x="1600" y="1176"/>
                </a:lnTo>
                <a:lnTo>
                  <a:pt x="1600" y="1175"/>
                </a:lnTo>
                <a:lnTo>
                  <a:pt x="1601" y="1175"/>
                </a:lnTo>
                <a:lnTo>
                  <a:pt x="1601" y="1174"/>
                </a:lnTo>
                <a:lnTo>
                  <a:pt x="1600" y="1174"/>
                </a:lnTo>
                <a:lnTo>
                  <a:pt x="1599" y="1174"/>
                </a:lnTo>
                <a:lnTo>
                  <a:pt x="1598" y="1172"/>
                </a:lnTo>
                <a:lnTo>
                  <a:pt x="1599" y="1171"/>
                </a:lnTo>
                <a:lnTo>
                  <a:pt x="1598" y="1171"/>
                </a:lnTo>
                <a:lnTo>
                  <a:pt x="1599" y="1170"/>
                </a:lnTo>
                <a:lnTo>
                  <a:pt x="1599" y="1169"/>
                </a:lnTo>
                <a:lnTo>
                  <a:pt x="1599" y="1168"/>
                </a:lnTo>
                <a:lnTo>
                  <a:pt x="1598" y="1168"/>
                </a:lnTo>
                <a:lnTo>
                  <a:pt x="1599" y="1168"/>
                </a:lnTo>
                <a:lnTo>
                  <a:pt x="1599" y="1167"/>
                </a:lnTo>
                <a:lnTo>
                  <a:pt x="1599" y="1166"/>
                </a:lnTo>
                <a:lnTo>
                  <a:pt x="1600" y="1166"/>
                </a:lnTo>
                <a:lnTo>
                  <a:pt x="1600" y="1165"/>
                </a:lnTo>
                <a:lnTo>
                  <a:pt x="1599" y="1164"/>
                </a:lnTo>
                <a:lnTo>
                  <a:pt x="1599" y="1163"/>
                </a:lnTo>
                <a:lnTo>
                  <a:pt x="1598" y="1162"/>
                </a:lnTo>
                <a:lnTo>
                  <a:pt x="1599" y="1162"/>
                </a:lnTo>
                <a:lnTo>
                  <a:pt x="1599" y="1161"/>
                </a:lnTo>
                <a:lnTo>
                  <a:pt x="1598" y="1159"/>
                </a:lnTo>
                <a:lnTo>
                  <a:pt x="1597" y="1158"/>
                </a:lnTo>
                <a:lnTo>
                  <a:pt x="1595" y="1157"/>
                </a:lnTo>
                <a:lnTo>
                  <a:pt x="1596" y="1157"/>
                </a:lnTo>
                <a:lnTo>
                  <a:pt x="1596" y="1156"/>
                </a:lnTo>
                <a:lnTo>
                  <a:pt x="1596" y="1155"/>
                </a:lnTo>
                <a:lnTo>
                  <a:pt x="1595" y="1155"/>
                </a:lnTo>
                <a:lnTo>
                  <a:pt x="1594" y="1154"/>
                </a:lnTo>
                <a:lnTo>
                  <a:pt x="1594" y="1152"/>
                </a:lnTo>
                <a:lnTo>
                  <a:pt x="1593" y="1151"/>
                </a:lnTo>
                <a:lnTo>
                  <a:pt x="1593" y="1150"/>
                </a:lnTo>
                <a:lnTo>
                  <a:pt x="1594" y="1150"/>
                </a:lnTo>
                <a:lnTo>
                  <a:pt x="1594" y="1149"/>
                </a:lnTo>
                <a:lnTo>
                  <a:pt x="1592" y="1148"/>
                </a:lnTo>
                <a:lnTo>
                  <a:pt x="1592" y="1147"/>
                </a:lnTo>
                <a:lnTo>
                  <a:pt x="1591" y="1146"/>
                </a:lnTo>
                <a:lnTo>
                  <a:pt x="1591" y="1145"/>
                </a:lnTo>
                <a:lnTo>
                  <a:pt x="1590" y="1145"/>
                </a:lnTo>
                <a:lnTo>
                  <a:pt x="1591" y="1144"/>
                </a:lnTo>
                <a:lnTo>
                  <a:pt x="1590" y="1144"/>
                </a:lnTo>
                <a:lnTo>
                  <a:pt x="1587" y="1144"/>
                </a:lnTo>
                <a:lnTo>
                  <a:pt x="1587" y="1145"/>
                </a:lnTo>
                <a:lnTo>
                  <a:pt x="1587" y="1146"/>
                </a:lnTo>
                <a:lnTo>
                  <a:pt x="1586" y="1146"/>
                </a:lnTo>
                <a:lnTo>
                  <a:pt x="1586" y="1147"/>
                </a:lnTo>
                <a:lnTo>
                  <a:pt x="1585" y="1147"/>
                </a:lnTo>
                <a:lnTo>
                  <a:pt x="1584" y="1147"/>
                </a:lnTo>
                <a:lnTo>
                  <a:pt x="1582" y="1147"/>
                </a:lnTo>
                <a:lnTo>
                  <a:pt x="1580" y="1147"/>
                </a:lnTo>
                <a:lnTo>
                  <a:pt x="1579" y="1147"/>
                </a:lnTo>
                <a:lnTo>
                  <a:pt x="1578" y="1147"/>
                </a:lnTo>
                <a:lnTo>
                  <a:pt x="1577" y="1147"/>
                </a:lnTo>
                <a:lnTo>
                  <a:pt x="1576" y="1147"/>
                </a:lnTo>
                <a:lnTo>
                  <a:pt x="1575" y="1148"/>
                </a:lnTo>
                <a:lnTo>
                  <a:pt x="1574" y="1148"/>
                </a:lnTo>
                <a:lnTo>
                  <a:pt x="1573" y="1148"/>
                </a:lnTo>
                <a:lnTo>
                  <a:pt x="1573" y="1147"/>
                </a:lnTo>
                <a:lnTo>
                  <a:pt x="1572" y="1147"/>
                </a:lnTo>
                <a:lnTo>
                  <a:pt x="1571" y="1146"/>
                </a:lnTo>
                <a:lnTo>
                  <a:pt x="1570" y="1146"/>
                </a:lnTo>
                <a:lnTo>
                  <a:pt x="1569" y="1146"/>
                </a:lnTo>
                <a:lnTo>
                  <a:pt x="1568" y="1146"/>
                </a:lnTo>
                <a:lnTo>
                  <a:pt x="1567" y="1146"/>
                </a:lnTo>
                <a:lnTo>
                  <a:pt x="1566" y="1146"/>
                </a:lnTo>
                <a:lnTo>
                  <a:pt x="1566" y="1147"/>
                </a:lnTo>
                <a:lnTo>
                  <a:pt x="1565" y="1147"/>
                </a:lnTo>
                <a:lnTo>
                  <a:pt x="1563" y="1147"/>
                </a:lnTo>
                <a:lnTo>
                  <a:pt x="1562" y="1147"/>
                </a:lnTo>
                <a:lnTo>
                  <a:pt x="1562" y="1148"/>
                </a:lnTo>
                <a:lnTo>
                  <a:pt x="1562" y="1149"/>
                </a:lnTo>
                <a:lnTo>
                  <a:pt x="1562" y="1150"/>
                </a:lnTo>
                <a:lnTo>
                  <a:pt x="1561" y="1150"/>
                </a:lnTo>
                <a:lnTo>
                  <a:pt x="1561" y="1151"/>
                </a:lnTo>
                <a:lnTo>
                  <a:pt x="1561" y="1152"/>
                </a:lnTo>
                <a:lnTo>
                  <a:pt x="1560" y="1153"/>
                </a:lnTo>
                <a:lnTo>
                  <a:pt x="1559" y="1153"/>
                </a:lnTo>
                <a:lnTo>
                  <a:pt x="1559" y="1154"/>
                </a:lnTo>
                <a:lnTo>
                  <a:pt x="1559" y="1155"/>
                </a:lnTo>
                <a:lnTo>
                  <a:pt x="1558" y="1155"/>
                </a:lnTo>
                <a:lnTo>
                  <a:pt x="1558" y="1156"/>
                </a:lnTo>
                <a:lnTo>
                  <a:pt x="1558" y="1157"/>
                </a:lnTo>
                <a:lnTo>
                  <a:pt x="1559" y="1157"/>
                </a:lnTo>
                <a:lnTo>
                  <a:pt x="1560" y="1158"/>
                </a:lnTo>
                <a:lnTo>
                  <a:pt x="1559" y="1158"/>
                </a:lnTo>
                <a:lnTo>
                  <a:pt x="1559" y="1159"/>
                </a:lnTo>
                <a:lnTo>
                  <a:pt x="1560" y="1159"/>
                </a:lnTo>
                <a:lnTo>
                  <a:pt x="1560" y="1160"/>
                </a:lnTo>
                <a:lnTo>
                  <a:pt x="1561" y="1160"/>
                </a:lnTo>
                <a:lnTo>
                  <a:pt x="1562" y="1161"/>
                </a:lnTo>
                <a:lnTo>
                  <a:pt x="1562" y="1162"/>
                </a:lnTo>
                <a:lnTo>
                  <a:pt x="1561" y="1162"/>
                </a:lnTo>
                <a:lnTo>
                  <a:pt x="1560" y="1162"/>
                </a:lnTo>
                <a:lnTo>
                  <a:pt x="1560" y="1163"/>
                </a:lnTo>
                <a:lnTo>
                  <a:pt x="1559" y="1163"/>
                </a:lnTo>
                <a:lnTo>
                  <a:pt x="1559" y="1164"/>
                </a:lnTo>
                <a:lnTo>
                  <a:pt x="1558" y="1164"/>
                </a:lnTo>
                <a:lnTo>
                  <a:pt x="1555" y="1165"/>
                </a:lnTo>
                <a:lnTo>
                  <a:pt x="1554" y="1165"/>
                </a:lnTo>
                <a:lnTo>
                  <a:pt x="1553" y="1165"/>
                </a:lnTo>
                <a:lnTo>
                  <a:pt x="1552" y="1164"/>
                </a:lnTo>
                <a:lnTo>
                  <a:pt x="1551" y="1164"/>
                </a:lnTo>
                <a:lnTo>
                  <a:pt x="1550" y="1164"/>
                </a:lnTo>
                <a:lnTo>
                  <a:pt x="1549" y="1164"/>
                </a:lnTo>
                <a:lnTo>
                  <a:pt x="1548" y="1164"/>
                </a:lnTo>
                <a:lnTo>
                  <a:pt x="1547" y="1164"/>
                </a:lnTo>
                <a:lnTo>
                  <a:pt x="1547" y="1165"/>
                </a:lnTo>
                <a:lnTo>
                  <a:pt x="1548" y="1165"/>
                </a:lnTo>
                <a:lnTo>
                  <a:pt x="1548" y="1166"/>
                </a:lnTo>
                <a:lnTo>
                  <a:pt x="1547" y="1166"/>
                </a:lnTo>
                <a:lnTo>
                  <a:pt x="1547" y="1167"/>
                </a:lnTo>
                <a:lnTo>
                  <a:pt x="1546" y="1166"/>
                </a:lnTo>
                <a:lnTo>
                  <a:pt x="1545" y="1166"/>
                </a:lnTo>
                <a:lnTo>
                  <a:pt x="1545" y="1167"/>
                </a:lnTo>
                <a:lnTo>
                  <a:pt x="1546" y="1167"/>
                </a:lnTo>
                <a:lnTo>
                  <a:pt x="1546" y="1168"/>
                </a:lnTo>
                <a:lnTo>
                  <a:pt x="1545" y="1168"/>
                </a:lnTo>
                <a:lnTo>
                  <a:pt x="1545" y="1169"/>
                </a:lnTo>
                <a:lnTo>
                  <a:pt x="1544" y="1170"/>
                </a:lnTo>
                <a:lnTo>
                  <a:pt x="1543" y="1170"/>
                </a:lnTo>
                <a:lnTo>
                  <a:pt x="1543" y="1171"/>
                </a:lnTo>
                <a:lnTo>
                  <a:pt x="1543" y="1172"/>
                </a:lnTo>
                <a:lnTo>
                  <a:pt x="1542" y="1172"/>
                </a:lnTo>
                <a:lnTo>
                  <a:pt x="1542" y="1173"/>
                </a:lnTo>
                <a:lnTo>
                  <a:pt x="1541" y="1173"/>
                </a:lnTo>
                <a:lnTo>
                  <a:pt x="1541" y="1174"/>
                </a:lnTo>
                <a:lnTo>
                  <a:pt x="1541" y="1175"/>
                </a:lnTo>
                <a:lnTo>
                  <a:pt x="1540" y="1175"/>
                </a:lnTo>
                <a:lnTo>
                  <a:pt x="1539" y="1175"/>
                </a:lnTo>
                <a:lnTo>
                  <a:pt x="1538" y="1176"/>
                </a:lnTo>
                <a:lnTo>
                  <a:pt x="1538" y="1177"/>
                </a:lnTo>
                <a:lnTo>
                  <a:pt x="1537" y="1178"/>
                </a:lnTo>
                <a:lnTo>
                  <a:pt x="1536" y="1178"/>
                </a:lnTo>
                <a:lnTo>
                  <a:pt x="1536" y="1179"/>
                </a:lnTo>
                <a:lnTo>
                  <a:pt x="1535" y="1179"/>
                </a:lnTo>
                <a:lnTo>
                  <a:pt x="1534" y="1180"/>
                </a:lnTo>
                <a:lnTo>
                  <a:pt x="1534" y="1181"/>
                </a:lnTo>
                <a:lnTo>
                  <a:pt x="1534" y="1182"/>
                </a:lnTo>
                <a:lnTo>
                  <a:pt x="1535" y="1183"/>
                </a:lnTo>
                <a:lnTo>
                  <a:pt x="1534" y="1183"/>
                </a:lnTo>
                <a:lnTo>
                  <a:pt x="1535" y="1184"/>
                </a:lnTo>
                <a:lnTo>
                  <a:pt x="1535" y="1185"/>
                </a:lnTo>
                <a:lnTo>
                  <a:pt x="1535" y="1186"/>
                </a:lnTo>
                <a:lnTo>
                  <a:pt x="1536" y="1187"/>
                </a:lnTo>
                <a:lnTo>
                  <a:pt x="1537" y="1188"/>
                </a:lnTo>
                <a:lnTo>
                  <a:pt x="1537" y="1189"/>
                </a:lnTo>
                <a:lnTo>
                  <a:pt x="1537" y="1190"/>
                </a:lnTo>
                <a:lnTo>
                  <a:pt x="1536" y="1190"/>
                </a:lnTo>
                <a:lnTo>
                  <a:pt x="1535" y="1190"/>
                </a:lnTo>
                <a:lnTo>
                  <a:pt x="1535" y="1191"/>
                </a:lnTo>
                <a:lnTo>
                  <a:pt x="1535" y="1192"/>
                </a:lnTo>
                <a:lnTo>
                  <a:pt x="1536" y="1192"/>
                </a:lnTo>
                <a:lnTo>
                  <a:pt x="1536" y="1193"/>
                </a:lnTo>
                <a:lnTo>
                  <a:pt x="1537" y="1195"/>
                </a:lnTo>
                <a:lnTo>
                  <a:pt x="1539" y="1197"/>
                </a:lnTo>
                <a:lnTo>
                  <a:pt x="1539" y="1198"/>
                </a:lnTo>
                <a:lnTo>
                  <a:pt x="1537" y="1198"/>
                </a:lnTo>
                <a:lnTo>
                  <a:pt x="1536" y="1198"/>
                </a:lnTo>
                <a:lnTo>
                  <a:pt x="1536" y="1199"/>
                </a:lnTo>
                <a:lnTo>
                  <a:pt x="1537" y="1199"/>
                </a:lnTo>
                <a:lnTo>
                  <a:pt x="1537" y="1200"/>
                </a:lnTo>
                <a:lnTo>
                  <a:pt x="1536" y="1202"/>
                </a:lnTo>
                <a:lnTo>
                  <a:pt x="1536" y="1203"/>
                </a:lnTo>
                <a:lnTo>
                  <a:pt x="1536" y="1204"/>
                </a:lnTo>
                <a:lnTo>
                  <a:pt x="1537" y="1206"/>
                </a:lnTo>
                <a:lnTo>
                  <a:pt x="1537" y="1209"/>
                </a:lnTo>
                <a:lnTo>
                  <a:pt x="1536" y="1209"/>
                </a:lnTo>
                <a:lnTo>
                  <a:pt x="1535" y="1209"/>
                </a:lnTo>
                <a:lnTo>
                  <a:pt x="1534" y="1209"/>
                </a:lnTo>
                <a:lnTo>
                  <a:pt x="1534" y="1208"/>
                </a:lnTo>
                <a:lnTo>
                  <a:pt x="1532" y="1208"/>
                </a:lnTo>
                <a:lnTo>
                  <a:pt x="1530" y="1208"/>
                </a:lnTo>
                <a:lnTo>
                  <a:pt x="1529" y="1207"/>
                </a:lnTo>
                <a:lnTo>
                  <a:pt x="1528" y="1207"/>
                </a:lnTo>
                <a:lnTo>
                  <a:pt x="1527" y="1207"/>
                </a:lnTo>
                <a:lnTo>
                  <a:pt x="1526" y="1206"/>
                </a:lnTo>
                <a:lnTo>
                  <a:pt x="1525" y="1206"/>
                </a:lnTo>
                <a:lnTo>
                  <a:pt x="1524" y="1207"/>
                </a:lnTo>
                <a:lnTo>
                  <a:pt x="1523" y="1207"/>
                </a:lnTo>
                <a:lnTo>
                  <a:pt x="1522" y="1207"/>
                </a:lnTo>
                <a:lnTo>
                  <a:pt x="1521" y="1207"/>
                </a:lnTo>
                <a:lnTo>
                  <a:pt x="1521" y="1208"/>
                </a:lnTo>
                <a:lnTo>
                  <a:pt x="1520" y="1208"/>
                </a:lnTo>
                <a:lnTo>
                  <a:pt x="1520" y="1207"/>
                </a:lnTo>
                <a:lnTo>
                  <a:pt x="1519" y="1207"/>
                </a:lnTo>
                <a:lnTo>
                  <a:pt x="1519" y="1208"/>
                </a:lnTo>
                <a:lnTo>
                  <a:pt x="1518" y="1208"/>
                </a:lnTo>
                <a:lnTo>
                  <a:pt x="1516" y="1208"/>
                </a:lnTo>
                <a:lnTo>
                  <a:pt x="1516" y="1209"/>
                </a:lnTo>
                <a:lnTo>
                  <a:pt x="1515" y="1209"/>
                </a:lnTo>
                <a:lnTo>
                  <a:pt x="1514" y="1210"/>
                </a:lnTo>
                <a:lnTo>
                  <a:pt x="1513" y="1211"/>
                </a:lnTo>
                <a:lnTo>
                  <a:pt x="1512" y="1211"/>
                </a:lnTo>
                <a:lnTo>
                  <a:pt x="1512" y="1212"/>
                </a:lnTo>
                <a:lnTo>
                  <a:pt x="1511" y="1212"/>
                </a:lnTo>
                <a:lnTo>
                  <a:pt x="1510" y="1212"/>
                </a:lnTo>
                <a:lnTo>
                  <a:pt x="1509" y="1212"/>
                </a:lnTo>
                <a:lnTo>
                  <a:pt x="1509" y="1213"/>
                </a:lnTo>
                <a:lnTo>
                  <a:pt x="1509" y="1214"/>
                </a:lnTo>
                <a:lnTo>
                  <a:pt x="1509" y="1215"/>
                </a:lnTo>
                <a:lnTo>
                  <a:pt x="1508" y="1217"/>
                </a:lnTo>
                <a:lnTo>
                  <a:pt x="1507" y="1217"/>
                </a:lnTo>
                <a:lnTo>
                  <a:pt x="1506" y="1217"/>
                </a:lnTo>
                <a:lnTo>
                  <a:pt x="1506" y="1218"/>
                </a:lnTo>
                <a:lnTo>
                  <a:pt x="1505" y="1218"/>
                </a:lnTo>
                <a:lnTo>
                  <a:pt x="1505" y="1219"/>
                </a:lnTo>
                <a:lnTo>
                  <a:pt x="1504" y="1220"/>
                </a:lnTo>
                <a:lnTo>
                  <a:pt x="1505" y="1220"/>
                </a:lnTo>
                <a:lnTo>
                  <a:pt x="1506" y="1221"/>
                </a:lnTo>
                <a:lnTo>
                  <a:pt x="1507" y="1221"/>
                </a:lnTo>
                <a:lnTo>
                  <a:pt x="1508" y="1221"/>
                </a:lnTo>
                <a:lnTo>
                  <a:pt x="1509" y="1221"/>
                </a:lnTo>
                <a:lnTo>
                  <a:pt x="1509" y="1222"/>
                </a:lnTo>
                <a:lnTo>
                  <a:pt x="1510" y="1222"/>
                </a:lnTo>
                <a:lnTo>
                  <a:pt x="1511" y="1222"/>
                </a:lnTo>
                <a:lnTo>
                  <a:pt x="1510" y="1223"/>
                </a:lnTo>
                <a:lnTo>
                  <a:pt x="1510" y="1224"/>
                </a:lnTo>
                <a:lnTo>
                  <a:pt x="1510" y="1225"/>
                </a:lnTo>
                <a:lnTo>
                  <a:pt x="1510" y="1226"/>
                </a:lnTo>
                <a:lnTo>
                  <a:pt x="1509" y="1227"/>
                </a:lnTo>
                <a:lnTo>
                  <a:pt x="1509" y="1228"/>
                </a:lnTo>
                <a:lnTo>
                  <a:pt x="1509" y="1229"/>
                </a:lnTo>
                <a:lnTo>
                  <a:pt x="1508" y="1229"/>
                </a:lnTo>
                <a:lnTo>
                  <a:pt x="1507" y="1230"/>
                </a:lnTo>
                <a:lnTo>
                  <a:pt x="1507" y="1231"/>
                </a:lnTo>
                <a:lnTo>
                  <a:pt x="1508" y="1231"/>
                </a:lnTo>
                <a:lnTo>
                  <a:pt x="1508" y="1232"/>
                </a:lnTo>
                <a:lnTo>
                  <a:pt x="1509" y="1233"/>
                </a:lnTo>
                <a:lnTo>
                  <a:pt x="1510" y="1232"/>
                </a:lnTo>
                <a:lnTo>
                  <a:pt x="1511" y="1233"/>
                </a:lnTo>
                <a:lnTo>
                  <a:pt x="1512" y="1233"/>
                </a:lnTo>
                <a:lnTo>
                  <a:pt x="1512" y="1234"/>
                </a:lnTo>
                <a:lnTo>
                  <a:pt x="1512" y="1235"/>
                </a:lnTo>
                <a:lnTo>
                  <a:pt x="1512" y="1236"/>
                </a:lnTo>
                <a:lnTo>
                  <a:pt x="1513" y="1236"/>
                </a:lnTo>
                <a:lnTo>
                  <a:pt x="1513" y="1238"/>
                </a:lnTo>
                <a:lnTo>
                  <a:pt x="1514" y="1236"/>
                </a:lnTo>
                <a:lnTo>
                  <a:pt x="1514" y="1235"/>
                </a:lnTo>
                <a:lnTo>
                  <a:pt x="1515" y="1235"/>
                </a:lnTo>
                <a:lnTo>
                  <a:pt x="1516" y="1236"/>
                </a:lnTo>
                <a:lnTo>
                  <a:pt x="1516" y="1237"/>
                </a:lnTo>
                <a:lnTo>
                  <a:pt x="1517" y="1237"/>
                </a:lnTo>
                <a:lnTo>
                  <a:pt x="1517" y="1238"/>
                </a:lnTo>
                <a:lnTo>
                  <a:pt x="1517" y="1239"/>
                </a:lnTo>
                <a:lnTo>
                  <a:pt x="1517" y="1240"/>
                </a:lnTo>
                <a:lnTo>
                  <a:pt x="1516" y="1241"/>
                </a:lnTo>
                <a:lnTo>
                  <a:pt x="1516" y="1242"/>
                </a:lnTo>
                <a:lnTo>
                  <a:pt x="1516" y="1243"/>
                </a:lnTo>
                <a:lnTo>
                  <a:pt x="1516" y="1244"/>
                </a:lnTo>
                <a:lnTo>
                  <a:pt x="1515" y="1244"/>
                </a:lnTo>
                <a:lnTo>
                  <a:pt x="1514" y="1244"/>
                </a:lnTo>
                <a:lnTo>
                  <a:pt x="1513" y="1244"/>
                </a:lnTo>
                <a:lnTo>
                  <a:pt x="1513" y="1245"/>
                </a:lnTo>
                <a:lnTo>
                  <a:pt x="1512" y="1245"/>
                </a:lnTo>
                <a:lnTo>
                  <a:pt x="1512" y="1244"/>
                </a:lnTo>
                <a:lnTo>
                  <a:pt x="1511" y="1244"/>
                </a:lnTo>
                <a:lnTo>
                  <a:pt x="1510" y="1244"/>
                </a:lnTo>
                <a:lnTo>
                  <a:pt x="1510" y="1245"/>
                </a:lnTo>
                <a:lnTo>
                  <a:pt x="1509" y="1245"/>
                </a:lnTo>
                <a:lnTo>
                  <a:pt x="1508" y="1245"/>
                </a:lnTo>
                <a:lnTo>
                  <a:pt x="1508" y="1247"/>
                </a:lnTo>
                <a:lnTo>
                  <a:pt x="1507" y="1248"/>
                </a:lnTo>
                <a:lnTo>
                  <a:pt x="1506" y="1249"/>
                </a:lnTo>
                <a:lnTo>
                  <a:pt x="1505" y="1249"/>
                </a:lnTo>
                <a:lnTo>
                  <a:pt x="1505" y="1250"/>
                </a:lnTo>
                <a:lnTo>
                  <a:pt x="1505" y="1251"/>
                </a:lnTo>
                <a:lnTo>
                  <a:pt x="1506" y="1251"/>
                </a:lnTo>
                <a:lnTo>
                  <a:pt x="1506" y="1252"/>
                </a:lnTo>
                <a:lnTo>
                  <a:pt x="1504" y="1251"/>
                </a:lnTo>
                <a:lnTo>
                  <a:pt x="1503" y="1251"/>
                </a:lnTo>
                <a:lnTo>
                  <a:pt x="1501" y="1251"/>
                </a:lnTo>
                <a:lnTo>
                  <a:pt x="1500" y="1252"/>
                </a:lnTo>
                <a:lnTo>
                  <a:pt x="1500" y="1253"/>
                </a:lnTo>
                <a:lnTo>
                  <a:pt x="1501" y="1253"/>
                </a:lnTo>
                <a:lnTo>
                  <a:pt x="1502" y="1255"/>
                </a:lnTo>
                <a:lnTo>
                  <a:pt x="1502" y="1254"/>
                </a:lnTo>
                <a:lnTo>
                  <a:pt x="1504" y="1254"/>
                </a:lnTo>
                <a:lnTo>
                  <a:pt x="1504" y="1255"/>
                </a:lnTo>
                <a:lnTo>
                  <a:pt x="1505" y="1256"/>
                </a:lnTo>
                <a:lnTo>
                  <a:pt x="1504" y="1256"/>
                </a:lnTo>
                <a:lnTo>
                  <a:pt x="1505" y="1257"/>
                </a:lnTo>
                <a:lnTo>
                  <a:pt x="1506" y="1257"/>
                </a:lnTo>
                <a:lnTo>
                  <a:pt x="1506" y="1258"/>
                </a:lnTo>
                <a:lnTo>
                  <a:pt x="1507" y="1258"/>
                </a:lnTo>
                <a:lnTo>
                  <a:pt x="1508" y="1258"/>
                </a:lnTo>
                <a:lnTo>
                  <a:pt x="1508" y="1259"/>
                </a:lnTo>
                <a:lnTo>
                  <a:pt x="1509" y="1259"/>
                </a:lnTo>
                <a:lnTo>
                  <a:pt x="1509" y="1260"/>
                </a:lnTo>
                <a:lnTo>
                  <a:pt x="1509" y="1261"/>
                </a:lnTo>
                <a:lnTo>
                  <a:pt x="1510" y="1261"/>
                </a:lnTo>
                <a:lnTo>
                  <a:pt x="1511" y="1261"/>
                </a:lnTo>
                <a:lnTo>
                  <a:pt x="1511" y="1262"/>
                </a:lnTo>
                <a:lnTo>
                  <a:pt x="1512" y="1262"/>
                </a:lnTo>
                <a:lnTo>
                  <a:pt x="1513" y="1263"/>
                </a:lnTo>
                <a:lnTo>
                  <a:pt x="1513" y="1264"/>
                </a:lnTo>
                <a:lnTo>
                  <a:pt x="1513" y="1263"/>
                </a:lnTo>
                <a:lnTo>
                  <a:pt x="1514" y="1263"/>
                </a:lnTo>
                <a:lnTo>
                  <a:pt x="1514" y="1264"/>
                </a:lnTo>
                <a:lnTo>
                  <a:pt x="1514" y="1265"/>
                </a:lnTo>
                <a:lnTo>
                  <a:pt x="1514" y="1266"/>
                </a:lnTo>
                <a:lnTo>
                  <a:pt x="1514" y="1267"/>
                </a:lnTo>
                <a:lnTo>
                  <a:pt x="1514" y="1268"/>
                </a:lnTo>
                <a:lnTo>
                  <a:pt x="1515" y="1268"/>
                </a:lnTo>
                <a:lnTo>
                  <a:pt x="1515" y="1269"/>
                </a:lnTo>
                <a:lnTo>
                  <a:pt x="1516" y="1269"/>
                </a:lnTo>
                <a:lnTo>
                  <a:pt x="1516" y="1268"/>
                </a:lnTo>
                <a:lnTo>
                  <a:pt x="1517" y="1269"/>
                </a:lnTo>
                <a:lnTo>
                  <a:pt x="1519" y="1269"/>
                </a:lnTo>
                <a:lnTo>
                  <a:pt x="1520" y="1269"/>
                </a:lnTo>
                <a:lnTo>
                  <a:pt x="1521" y="1269"/>
                </a:lnTo>
                <a:lnTo>
                  <a:pt x="1521" y="1270"/>
                </a:lnTo>
                <a:lnTo>
                  <a:pt x="1520" y="1270"/>
                </a:lnTo>
                <a:lnTo>
                  <a:pt x="1520" y="1271"/>
                </a:lnTo>
                <a:lnTo>
                  <a:pt x="1520" y="1272"/>
                </a:lnTo>
                <a:lnTo>
                  <a:pt x="1520" y="1273"/>
                </a:lnTo>
                <a:lnTo>
                  <a:pt x="1521" y="1274"/>
                </a:lnTo>
                <a:lnTo>
                  <a:pt x="1521" y="1276"/>
                </a:lnTo>
                <a:lnTo>
                  <a:pt x="1521" y="1277"/>
                </a:lnTo>
                <a:lnTo>
                  <a:pt x="1522" y="1277"/>
                </a:lnTo>
                <a:lnTo>
                  <a:pt x="1523" y="1277"/>
                </a:lnTo>
                <a:lnTo>
                  <a:pt x="1522" y="1278"/>
                </a:lnTo>
                <a:lnTo>
                  <a:pt x="1521" y="1278"/>
                </a:lnTo>
                <a:lnTo>
                  <a:pt x="1520" y="1279"/>
                </a:lnTo>
                <a:lnTo>
                  <a:pt x="1520" y="1280"/>
                </a:lnTo>
                <a:lnTo>
                  <a:pt x="1521" y="1280"/>
                </a:lnTo>
                <a:lnTo>
                  <a:pt x="1521" y="1281"/>
                </a:lnTo>
                <a:lnTo>
                  <a:pt x="1521" y="1282"/>
                </a:lnTo>
                <a:lnTo>
                  <a:pt x="1522" y="1282"/>
                </a:lnTo>
                <a:lnTo>
                  <a:pt x="1522" y="1283"/>
                </a:lnTo>
                <a:lnTo>
                  <a:pt x="1523" y="1284"/>
                </a:lnTo>
                <a:lnTo>
                  <a:pt x="1524" y="1284"/>
                </a:lnTo>
                <a:lnTo>
                  <a:pt x="1524" y="1283"/>
                </a:lnTo>
                <a:lnTo>
                  <a:pt x="1525" y="1283"/>
                </a:lnTo>
                <a:lnTo>
                  <a:pt x="1525" y="1284"/>
                </a:lnTo>
                <a:lnTo>
                  <a:pt x="1525" y="1285"/>
                </a:lnTo>
                <a:lnTo>
                  <a:pt x="1525" y="1286"/>
                </a:lnTo>
                <a:lnTo>
                  <a:pt x="1525" y="1287"/>
                </a:lnTo>
                <a:lnTo>
                  <a:pt x="1526" y="1287"/>
                </a:lnTo>
                <a:lnTo>
                  <a:pt x="1527" y="1288"/>
                </a:lnTo>
                <a:lnTo>
                  <a:pt x="1528" y="1288"/>
                </a:lnTo>
                <a:lnTo>
                  <a:pt x="1528" y="1289"/>
                </a:lnTo>
                <a:lnTo>
                  <a:pt x="1526" y="1289"/>
                </a:lnTo>
                <a:lnTo>
                  <a:pt x="1525" y="1289"/>
                </a:lnTo>
                <a:lnTo>
                  <a:pt x="1524" y="1289"/>
                </a:lnTo>
                <a:lnTo>
                  <a:pt x="1524" y="1290"/>
                </a:lnTo>
                <a:lnTo>
                  <a:pt x="1522" y="1290"/>
                </a:lnTo>
                <a:lnTo>
                  <a:pt x="1521" y="1291"/>
                </a:lnTo>
                <a:lnTo>
                  <a:pt x="1521" y="1293"/>
                </a:lnTo>
                <a:lnTo>
                  <a:pt x="1522" y="1293"/>
                </a:lnTo>
                <a:lnTo>
                  <a:pt x="1522" y="1294"/>
                </a:lnTo>
                <a:lnTo>
                  <a:pt x="1522" y="1295"/>
                </a:lnTo>
                <a:lnTo>
                  <a:pt x="1522" y="1296"/>
                </a:lnTo>
                <a:lnTo>
                  <a:pt x="1522" y="1297"/>
                </a:lnTo>
                <a:lnTo>
                  <a:pt x="1522" y="1298"/>
                </a:lnTo>
                <a:lnTo>
                  <a:pt x="1522" y="1299"/>
                </a:lnTo>
                <a:lnTo>
                  <a:pt x="1521" y="1300"/>
                </a:lnTo>
                <a:lnTo>
                  <a:pt x="1520" y="1301"/>
                </a:lnTo>
                <a:lnTo>
                  <a:pt x="1520" y="1302"/>
                </a:lnTo>
                <a:lnTo>
                  <a:pt x="1520" y="1303"/>
                </a:lnTo>
                <a:lnTo>
                  <a:pt x="1521" y="1303"/>
                </a:lnTo>
                <a:lnTo>
                  <a:pt x="1521" y="1304"/>
                </a:lnTo>
                <a:lnTo>
                  <a:pt x="1522" y="1305"/>
                </a:lnTo>
                <a:lnTo>
                  <a:pt x="1523" y="1305"/>
                </a:lnTo>
                <a:lnTo>
                  <a:pt x="1523" y="1307"/>
                </a:lnTo>
                <a:lnTo>
                  <a:pt x="1523" y="1308"/>
                </a:lnTo>
                <a:lnTo>
                  <a:pt x="1524" y="1308"/>
                </a:lnTo>
                <a:lnTo>
                  <a:pt x="1523" y="1309"/>
                </a:lnTo>
                <a:lnTo>
                  <a:pt x="1521" y="1311"/>
                </a:lnTo>
                <a:lnTo>
                  <a:pt x="1519" y="1311"/>
                </a:lnTo>
                <a:lnTo>
                  <a:pt x="1518" y="1311"/>
                </a:lnTo>
                <a:lnTo>
                  <a:pt x="1517" y="1311"/>
                </a:lnTo>
                <a:lnTo>
                  <a:pt x="1516" y="1311"/>
                </a:lnTo>
                <a:lnTo>
                  <a:pt x="1515" y="1311"/>
                </a:lnTo>
                <a:lnTo>
                  <a:pt x="1514" y="1311"/>
                </a:lnTo>
                <a:lnTo>
                  <a:pt x="1513" y="1311"/>
                </a:lnTo>
                <a:lnTo>
                  <a:pt x="1512" y="1311"/>
                </a:lnTo>
                <a:lnTo>
                  <a:pt x="1512" y="1312"/>
                </a:lnTo>
                <a:lnTo>
                  <a:pt x="1511" y="1312"/>
                </a:lnTo>
                <a:lnTo>
                  <a:pt x="1511" y="1313"/>
                </a:lnTo>
                <a:lnTo>
                  <a:pt x="1509" y="1314"/>
                </a:lnTo>
                <a:lnTo>
                  <a:pt x="1509" y="1315"/>
                </a:lnTo>
                <a:lnTo>
                  <a:pt x="1509" y="1314"/>
                </a:lnTo>
                <a:lnTo>
                  <a:pt x="1509" y="1315"/>
                </a:lnTo>
                <a:lnTo>
                  <a:pt x="1508" y="1315"/>
                </a:lnTo>
                <a:lnTo>
                  <a:pt x="1507" y="1316"/>
                </a:lnTo>
                <a:lnTo>
                  <a:pt x="1507" y="1317"/>
                </a:lnTo>
                <a:lnTo>
                  <a:pt x="1505" y="1318"/>
                </a:lnTo>
                <a:lnTo>
                  <a:pt x="1504" y="1319"/>
                </a:lnTo>
                <a:lnTo>
                  <a:pt x="1504" y="1318"/>
                </a:lnTo>
                <a:lnTo>
                  <a:pt x="1503" y="1317"/>
                </a:lnTo>
                <a:lnTo>
                  <a:pt x="1502" y="1316"/>
                </a:lnTo>
                <a:lnTo>
                  <a:pt x="1501" y="1316"/>
                </a:lnTo>
                <a:lnTo>
                  <a:pt x="1501" y="1315"/>
                </a:lnTo>
                <a:lnTo>
                  <a:pt x="1500" y="1314"/>
                </a:lnTo>
                <a:lnTo>
                  <a:pt x="1500" y="1313"/>
                </a:lnTo>
                <a:lnTo>
                  <a:pt x="1499" y="1313"/>
                </a:lnTo>
                <a:lnTo>
                  <a:pt x="1499" y="1312"/>
                </a:lnTo>
                <a:lnTo>
                  <a:pt x="1498" y="1312"/>
                </a:lnTo>
                <a:lnTo>
                  <a:pt x="1498" y="1311"/>
                </a:lnTo>
                <a:lnTo>
                  <a:pt x="1497" y="1311"/>
                </a:lnTo>
                <a:lnTo>
                  <a:pt x="1497" y="1313"/>
                </a:lnTo>
                <a:lnTo>
                  <a:pt x="1497" y="1314"/>
                </a:lnTo>
                <a:lnTo>
                  <a:pt x="1496" y="1314"/>
                </a:lnTo>
                <a:lnTo>
                  <a:pt x="1496" y="1315"/>
                </a:lnTo>
                <a:lnTo>
                  <a:pt x="1495" y="1315"/>
                </a:lnTo>
                <a:lnTo>
                  <a:pt x="1495" y="1316"/>
                </a:lnTo>
                <a:lnTo>
                  <a:pt x="1494" y="1317"/>
                </a:lnTo>
                <a:lnTo>
                  <a:pt x="1493" y="1317"/>
                </a:lnTo>
                <a:lnTo>
                  <a:pt x="1492" y="1317"/>
                </a:lnTo>
                <a:lnTo>
                  <a:pt x="1490" y="1318"/>
                </a:lnTo>
                <a:lnTo>
                  <a:pt x="1489" y="1319"/>
                </a:lnTo>
                <a:lnTo>
                  <a:pt x="1488" y="1319"/>
                </a:lnTo>
                <a:lnTo>
                  <a:pt x="1487" y="1319"/>
                </a:lnTo>
                <a:lnTo>
                  <a:pt x="1487" y="1320"/>
                </a:lnTo>
                <a:lnTo>
                  <a:pt x="1486" y="1321"/>
                </a:lnTo>
                <a:lnTo>
                  <a:pt x="1486" y="1322"/>
                </a:lnTo>
                <a:lnTo>
                  <a:pt x="1485" y="1323"/>
                </a:lnTo>
                <a:lnTo>
                  <a:pt x="1484" y="1323"/>
                </a:lnTo>
                <a:lnTo>
                  <a:pt x="1483" y="1323"/>
                </a:lnTo>
                <a:lnTo>
                  <a:pt x="1483" y="1324"/>
                </a:lnTo>
                <a:lnTo>
                  <a:pt x="1482" y="1325"/>
                </a:lnTo>
                <a:lnTo>
                  <a:pt x="1481" y="1325"/>
                </a:lnTo>
                <a:lnTo>
                  <a:pt x="1480" y="1326"/>
                </a:lnTo>
                <a:lnTo>
                  <a:pt x="1479" y="1326"/>
                </a:lnTo>
                <a:lnTo>
                  <a:pt x="1478" y="1328"/>
                </a:lnTo>
                <a:lnTo>
                  <a:pt x="1478" y="1329"/>
                </a:lnTo>
                <a:lnTo>
                  <a:pt x="1477" y="1329"/>
                </a:lnTo>
                <a:lnTo>
                  <a:pt x="1476" y="1329"/>
                </a:lnTo>
                <a:lnTo>
                  <a:pt x="1476" y="1330"/>
                </a:lnTo>
                <a:lnTo>
                  <a:pt x="1475" y="1330"/>
                </a:lnTo>
                <a:lnTo>
                  <a:pt x="1474" y="1330"/>
                </a:lnTo>
                <a:lnTo>
                  <a:pt x="1474" y="1331"/>
                </a:lnTo>
                <a:lnTo>
                  <a:pt x="1474" y="1330"/>
                </a:lnTo>
                <a:lnTo>
                  <a:pt x="1473" y="1330"/>
                </a:lnTo>
                <a:lnTo>
                  <a:pt x="1471" y="1330"/>
                </a:lnTo>
                <a:lnTo>
                  <a:pt x="1471" y="1331"/>
                </a:lnTo>
                <a:lnTo>
                  <a:pt x="1470" y="1331"/>
                </a:lnTo>
                <a:lnTo>
                  <a:pt x="1469" y="1331"/>
                </a:lnTo>
                <a:lnTo>
                  <a:pt x="1468" y="1331"/>
                </a:lnTo>
                <a:lnTo>
                  <a:pt x="1467" y="1331"/>
                </a:lnTo>
                <a:lnTo>
                  <a:pt x="1466" y="1331"/>
                </a:lnTo>
                <a:lnTo>
                  <a:pt x="1466" y="1332"/>
                </a:lnTo>
                <a:lnTo>
                  <a:pt x="1465" y="1332"/>
                </a:lnTo>
                <a:lnTo>
                  <a:pt x="1464" y="1332"/>
                </a:lnTo>
                <a:lnTo>
                  <a:pt x="1463" y="1332"/>
                </a:lnTo>
                <a:lnTo>
                  <a:pt x="1462" y="1332"/>
                </a:lnTo>
                <a:lnTo>
                  <a:pt x="1461" y="1332"/>
                </a:lnTo>
                <a:lnTo>
                  <a:pt x="1459" y="1333"/>
                </a:lnTo>
                <a:lnTo>
                  <a:pt x="1459" y="1332"/>
                </a:lnTo>
                <a:lnTo>
                  <a:pt x="1458" y="1332"/>
                </a:lnTo>
                <a:lnTo>
                  <a:pt x="1457" y="1332"/>
                </a:lnTo>
                <a:lnTo>
                  <a:pt x="1456" y="1332"/>
                </a:lnTo>
                <a:lnTo>
                  <a:pt x="1455" y="1332"/>
                </a:lnTo>
                <a:lnTo>
                  <a:pt x="1454" y="1332"/>
                </a:lnTo>
                <a:lnTo>
                  <a:pt x="1454" y="1331"/>
                </a:lnTo>
                <a:lnTo>
                  <a:pt x="1453" y="1331"/>
                </a:lnTo>
                <a:lnTo>
                  <a:pt x="1453" y="1330"/>
                </a:lnTo>
                <a:lnTo>
                  <a:pt x="1453" y="1329"/>
                </a:lnTo>
                <a:lnTo>
                  <a:pt x="1452" y="1329"/>
                </a:lnTo>
                <a:lnTo>
                  <a:pt x="1452" y="1328"/>
                </a:lnTo>
                <a:lnTo>
                  <a:pt x="1452" y="1327"/>
                </a:lnTo>
                <a:lnTo>
                  <a:pt x="1451" y="1326"/>
                </a:lnTo>
                <a:lnTo>
                  <a:pt x="1451" y="1325"/>
                </a:lnTo>
                <a:lnTo>
                  <a:pt x="1450" y="1325"/>
                </a:lnTo>
                <a:lnTo>
                  <a:pt x="1450" y="1324"/>
                </a:lnTo>
                <a:lnTo>
                  <a:pt x="1449" y="1324"/>
                </a:lnTo>
                <a:lnTo>
                  <a:pt x="1449" y="1323"/>
                </a:lnTo>
                <a:lnTo>
                  <a:pt x="1449" y="1322"/>
                </a:lnTo>
                <a:lnTo>
                  <a:pt x="1448" y="1322"/>
                </a:lnTo>
                <a:lnTo>
                  <a:pt x="1448" y="1323"/>
                </a:lnTo>
                <a:lnTo>
                  <a:pt x="1447" y="1323"/>
                </a:lnTo>
                <a:lnTo>
                  <a:pt x="1446" y="1324"/>
                </a:lnTo>
                <a:lnTo>
                  <a:pt x="1445" y="1324"/>
                </a:lnTo>
                <a:lnTo>
                  <a:pt x="1444" y="1324"/>
                </a:lnTo>
                <a:lnTo>
                  <a:pt x="1443" y="1324"/>
                </a:lnTo>
                <a:lnTo>
                  <a:pt x="1442" y="1324"/>
                </a:lnTo>
                <a:lnTo>
                  <a:pt x="1441" y="1324"/>
                </a:lnTo>
                <a:lnTo>
                  <a:pt x="1441" y="1325"/>
                </a:lnTo>
                <a:lnTo>
                  <a:pt x="1440" y="1325"/>
                </a:lnTo>
                <a:lnTo>
                  <a:pt x="1439" y="1325"/>
                </a:lnTo>
                <a:lnTo>
                  <a:pt x="1438" y="1326"/>
                </a:lnTo>
                <a:lnTo>
                  <a:pt x="1437" y="1326"/>
                </a:lnTo>
                <a:lnTo>
                  <a:pt x="1436" y="1326"/>
                </a:lnTo>
                <a:lnTo>
                  <a:pt x="1434" y="1327"/>
                </a:lnTo>
                <a:lnTo>
                  <a:pt x="1433" y="1327"/>
                </a:lnTo>
                <a:lnTo>
                  <a:pt x="1432" y="1327"/>
                </a:lnTo>
                <a:lnTo>
                  <a:pt x="1431" y="1327"/>
                </a:lnTo>
                <a:lnTo>
                  <a:pt x="1430" y="1327"/>
                </a:lnTo>
                <a:lnTo>
                  <a:pt x="1429" y="1327"/>
                </a:lnTo>
                <a:lnTo>
                  <a:pt x="1428" y="1327"/>
                </a:lnTo>
                <a:lnTo>
                  <a:pt x="1428" y="1328"/>
                </a:lnTo>
                <a:lnTo>
                  <a:pt x="1427" y="1328"/>
                </a:lnTo>
                <a:lnTo>
                  <a:pt x="1426" y="1328"/>
                </a:lnTo>
                <a:lnTo>
                  <a:pt x="1425" y="1328"/>
                </a:lnTo>
                <a:lnTo>
                  <a:pt x="1424" y="1329"/>
                </a:lnTo>
                <a:lnTo>
                  <a:pt x="1421" y="1329"/>
                </a:lnTo>
                <a:lnTo>
                  <a:pt x="1421" y="1330"/>
                </a:lnTo>
                <a:lnTo>
                  <a:pt x="1420" y="1330"/>
                </a:lnTo>
                <a:lnTo>
                  <a:pt x="1419" y="1330"/>
                </a:lnTo>
                <a:lnTo>
                  <a:pt x="1418" y="1330"/>
                </a:lnTo>
                <a:lnTo>
                  <a:pt x="1418" y="1331"/>
                </a:lnTo>
                <a:lnTo>
                  <a:pt x="1417" y="1331"/>
                </a:lnTo>
                <a:lnTo>
                  <a:pt x="1416" y="1331"/>
                </a:lnTo>
                <a:lnTo>
                  <a:pt x="1417" y="1331"/>
                </a:lnTo>
                <a:lnTo>
                  <a:pt x="1417" y="1333"/>
                </a:lnTo>
                <a:lnTo>
                  <a:pt x="1416" y="1333"/>
                </a:lnTo>
                <a:lnTo>
                  <a:pt x="1416" y="1334"/>
                </a:lnTo>
                <a:lnTo>
                  <a:pt x="1416" y="1335"/>
                </a:lnTo>
                <a:lnTo>
                  <a:pt x="1416" y="1336"/>
                </a:lnTo>
                <a:lnTo>
                  <a:pt x="1415" y="1336"/>
                </a:lnTo>
                <a:lnTo>
                  <a:pt x="1415" y="1337"/>
                </a:lnTo>
                <a:lnTo>
                  <a:pt x="1415" y="1338"/>
                </a:lnTo>
                <a:lnTo>
                  <a:pt x="1415" y="1339"/>
                </a:lnTo>
                <a:lnTo>
                  <a:pt x="1414" y="1339"/>
                </a:lnTo>
                <a:lnTo>
                  <a:pt x="1414" y="1340"/>
                </a:lnTo>
                <a:lnTo>
                  <a:pt x="1414" y="1341"/>
                </a:lnTo>
                <a:lnTo>
                  <a:pt x="1414" y="1342"/>
                </a:lnTo>
                <a:lnTo>
                  <a:pt x="1413" y="1342"/>
                </a:lnTo>
                <a:lnTo>
                  <a:pt x="1413" y="1343"/>
                </a:lnTo>
                <a:lnTo>
                  <a:pt x="1413" y="1344"/>
                </a:lnTo>
                <a:lnTo>
                  <a:pt x="1410" y="1345"/>
                </a:lnTo>
                <a:lnTo>
                  <a:pt x="1408" y="1346"/>
                </a:lnTo>
                <a:lnTo>
                  <a:pt x="1407" y="1346"/>
                </a:lnTo>
                <a:lnTo>
                  <a:pt x="1406" y="1347"/>
                </a:lnTo>
                <a:lnTo>
                  <a:pt x="1404" y="1348"/>
                </a:lnTo>
                <a:lnTo>
                  <a:pt x="1403" y="1348"/>
                </a:lnTo>
                <a:lnTo>
                  <a:pt x="1402" y="1348"/>
                </a:lnTo>
                <a:lnTo>
                  <a:pt x="1400" y="1346"/>
                </a:lnTo>
                <a:lnTo>
                  <a:pt x="1398" y="1345"/>
                </a:lnTo>
                <a:lnTo>
                  <a:pt x="1397" y="1344"/>
                </a:lnTo>
                <a:lnTo>
                  <a:pt x="1396" y="1343"/>
                </a:lnTo>
                <a:lnTo>
                  <a:pt x="1395" y="1342"/>
                </a:lnTo>
                <a:lnTo>
                  <a:pt x="1394" y="1342"/>
                </a:lnTo>
                <a:lnTo>
                  <a:pt x="1393" y="1341"/>
                </a:lnTo>
                <a:lnTo>
                  <a:pt x="1393" y="1340"/>
                </a:lnTo>
                <a:lnTo>
                  <a:pt x="1392" y="1340"/>
                </a:lnTo>
                <a:lnTo>
                  <a:pt x="1390" y="1340"/>
                </a:lnTo>
                <a:lnTo>
                  <a:pt x="1387" y="1339"/>
                </a:lnTo>
                <a:lnTo>
                  <a:pt x="1386" y="1338"/>
                </a:lnTo>
                <a:lnTo>
                  <a:pt x="1385" y="1338"/>
                </a:lnTo>
                <a:lnTo>
                  <a:pt x="1384" y="1338"/>
                </a:lnTo>
                <a:lnTo>
                  <a:pt x="1381" y="1336"/>
                </a:lnTo>
                <a:lnTo>
                  <a:pt x="1378" y="1334"/>
                </a:lnTo>
                <a:lnTo>
                  <a:pt x="1377" y="1334"/>
                </a:lnTo>
                <a:lnTo>
                  <a:pt x="1373" y="1335"/>
                </a:lnTo>
                <a:lnTo>
                  <a:pt x="1372" y="1335"/>
                </a:lnTo>
                <a:lnTo>
                  <a:pt x="1371" y="1336"/>
                </a:lnTo>
                <a:lnTo>
                  <a:pt x="1371" y="1337"/>
                </a:lnTo>
                <a:lnTo>
                  <a:pt x="1368" y="1338"/>
                </a:lnTo>
                <a:lnTo>
                  <a:pt x="1368" y="1339"/>
                </a:lnTo>
                <a:lnTo>
                  <a:pt x="1367" y="1339"/>
                </a:lnTo>
                <a:lnTo>
                  <a:pt x="1366" y="1339"/>
                </a:lnTo>
                <a:lnTo>
                  <a:pt x="1366" y="1338"/>
                </a:lnTo>
                <a:lnTo>
                  <a:pt x="1365" y="1338"/>
                </a:lnTo>
                <a:lnTo>
                  <a:pt x="1364" y="1338"/>
                </a:lnTo>
                <a:lnTo>
                  <a:pt x="1364" y="1339"/>
                </a:lnTo>
                <a:lnTo>
                  <a:pt x="1363" y="1340"/>
                </a:lnTo>
                <a:lnTo>
                  <a:pt x="1362" y="1341"/>
                </a:lnTo>
                <a:lnTo>
                  <a:pt x="1362" y="1342"/>
                </a:lnTo>
                <a:lnTo>
                  <a:pt x="1363" y="1342"/>
                </a:lnTo>
                <a:lnTo>
                  <a:pt x="1363" y="1343"/>
                </a:lnTo>
                <a:lnTo>
                  <a:pt x="1362" y="1344"/>
                </a:lnTo>
                <a:lnTo>
                  <a:pt x="1361" y="1344"/>
                </a:lnTo>
                <a:lnTo>
                  <a:pt x="1361" y="1345"/>
                </a:lnTo>
                <a:lnTo>
                  <a:pt x="1360" y="1345"/>
                </a:lnTo>
                <a:lnTo>
                  <a:pt x="1359" y="1346"/>
                </a:lnTo>
                <a:lnTo>
                  <a:pt x="1358" y="1347"/>
                </a:lnTo>
                <a:lnTo>
                  <a:pt x="1357" y="1347"/>
                </a:lnTo>
                <a:lnTo>
                  <a:pt x="1357" y="1348"/>
                </a:lnTo>
                <a:lnTo>
                  <a:pt x="1356" y="1349"/>
                </a:lnTo>
                <a:lnTo>
                  <a:pt x="1356" y="1350"/>
                </a:lnTo>
                <a:lnTo>
                  <a:pt x="1357" y="1351"/>
                </a:lnTo>
                <a:lnTo>
                  <a:pt x="1356" y="1351"/>
                </a:lnTo>
                <a:lnTo>
                  <a:pt x="1356" y="1352"/>
                </a:lnTo>
                <a:lnTo>
                  <a:pt x="1355" y="1352"/>
                </a:lnTo>
                <a:lnTo>
                  <a:pt x="1355" y="1354"/>
                </a:lnTo>
                <a:lnTo>
                  <a:pt x="1354" y="1354"/>
                </a:lnTo>
                <a:lnTo>
                  <a:pt x="1354" y="1355"/>
                </a:lnTo>
                <a:lnTo>
                  <a:pt x="1353" y="1356"/>
                </a:lnTo>
                <a:lnTo>
                  <a:pt x="1352" y="1356"/>
                </a:lnTo>
                <a:lnTo>
                  <a:pt x="1352" y="1357"/>
                </a:lnTo>
                <a:lnTo>
                  <a:pt x="1352" y="1358"/>
                </a:lnTo>
                <a:lnTo>
                  <a:pt x="1352" y="1359"/>
                </a:lnTo>
                <a:lnTo>
                  <a:pt x="1351" y="1359"/>
                </a:lnTo>
                <a:lnTo>
                  <a:pt x="1351" y="1360"/>
                </a:lnTo>
                <a:lnTo>
                  <a:pt x="1350" y="1360"/>
                </a:lnTo>
                <a:lnTo>
                  <a:pt x="1350" y="1361"/>
                </a:lnTo>
                <a:lnTo>
                  <a:pt x="1349" y="1362"/>
                </a:lnTo>
                <a:lnTo>
                  <a:pt x="1348" y="1363"/>
                </a:lnTo>
                <a:lnTo>
                  <a:pt x="1348" y="1364"/>
                </a:lnTo>
                <a:lnTo>
                  <a:pt x="1348" y="1365"/>
                </a:lnTo>
                <a:lnTo>
                  <a:pt x="1347" y="1365"/>
                </a:lnTo>
                <a:lnTo>
                  <a:pt x="1347" y="1366"/>
                </a:lnTo>
                <a:lnTo>
                  <a:pt x="1346" y="1366"/>
                </a:lnTo>
                <a:lnTo>
                  <a:pt x="1346" y="1367"/>
                </a:lnTo>
                <a:lnTo>
                  <a:pt x="1346" y="1368"/>
                </a:lnTo>
                <a:lnTo>
                  <a:pt x="1345" y="1369"/>
                </a:lnTo>
                <a:lnTo>
                  <a:pt x="1344" y="1370"/>
                </a:lnTo>
                <a:lnTo>
                  <a:pt x="1344" y="1371"/>
                </a:lnTo>
                <a:lnTo>
                  <a:pt x="1343" y="1371"/>
                </a:lnTo>
                <a:lnTo>
                  <a:pt x="1343" y="1372"/>
                </a:lnTo>
                <a:lnTo>
                  <a:pt x="1343" y="1373"/>
                </a:lnTo>
                <a:lnTo>
                  <a:pt x="1342" y="1373"/>
                </a:lnTo>
                <a:lnTo>
                  <a:pt x="1342" y="1374"/>
                </a:lnTo>
                <a:lnTo>
                  <a:pt x="1341" y="1375"/>
                </a:lnTo>
                <a:lnTo>
                  <a:pt x="1340" y="1376"/>
                </a:lnTo>
                <a:lnTo>
                  <a:pt x="1340" y="1377"/>
                </a:lnTo>
                <a:lnTo>
                  <a:pt x="1339" y="1379"/>
                </a:lnTo>
                <a:lnTo>
                  <a:pt x="1339" y="1380"/>
                </a:lnTo>
                <a:lnTo>
                  <a:pt x="1338" y="1380"/>
                </a:lnTo>
                <a:lnTo>
                  <a:pt x="1338" y="1381"/>
                </a:lnTo>
                <a:lnTo>
                  <a:pt x="1336" y="1383"/>
                </a:lnTo>
                <a:lnTo>
                  <a:pt x="1335" y="1384"/>
                </a:lnTo>
                <a:lnTo>
                  <a:pt x="1333" y="1386"/>
                </a:lnTo>
                <a:lnTo>
                  <a:pt x="1333" y="1390"/>
                </a:lnTo>
                <a:lnTo>
                  <a:pt x="1333" y="1393"/>
                </a:lnTo>
                <a:lnTo>
                  <a:pt x="1333" y="1394"/>
                </a:lnTo>
                <a:lnTo>
                  <a:pt x="1332" y="1396"/>
                </a:lnTo>
                <a:lnTo>
                  <a:pt x="1332" y="1397"/>
                </a:lnTo>
                <a:lnTo>
                  <a:pt x="1331" y="1397"/>
                </a:lnTo>
                <a:lnTo>
                  <a:pt x="1329" y="1399"/>
                </a:lnTo>
                <a:lnTo>
                  <a:pt x="1329" y="1400"/>
                </a:lnTo>
                <a:lnTo>
                  <a:pt x="1330" y="1400"/>
                </a:lnTo>
                <a:lnTo>
                  <a:pt x="1330" y="1401"/>
                </a:lnTo>
                <a:lnTo>
                  <a:pt x="1330" y="1402"/>
                </a:lnTo>
                <a:lnTo>
                  <a:pt x="1330" y="1404"/>
                </a:lnTo>
                <a:lnTo>
                  <a:pt x="1330" y="1405"/>
                </a:lnTo>
                <a:lnTo>
                  <a:pt x="1329" y="1405"/>
                </a:lnTo>
                <a:lnTo>
                  <a:pt x="1329" y="1404"/>
                </a:lnTo>
                <a:lnTo>
                  <a:pt x="1328" y="1404"/>
                </a:lnTo>
                <a:lnTo>
                  <a:pt x="1327" y="1404"/>
                </a:lnTo>
                <a:lnTo>
                  <a:pt x="1326" y="1404"/>
                </a:lnTo>
                <a:lnTo>
                  <a:pt x="1325" y="1404"/>
                </a:lnTo>
                <a:lnTo>
                  <a:pt x="1325" y="1405"/>
                </a:lnTo>
                <a:lnTo>
                  <a:pt x="1323" y="1404"/>
                </a:lnTo>
                <a:lnTo>
                  <a:pt x="1322" y="1404"/>
                </a:lnTo>
                <a:lnTo>
                  <a:pt x="1322" y="1403"/>
                </a:lnTo>
                <a:lnTo>
                  <a:pt x="1321" y="1403"/>
                </a:lnTo>
                <a:lnTo>
                  <a:pt x="1321" y="1404"/>
                </a:lnTo>
                <a:lnTo>
                  <a:pt x="1320" y="1404"/>
                </a:lnTo>
                <a:lnTo>
                  <a:pt x="1319" y="1405"/>
                </a:lnTo>
                <a:lnTo>
                  <a:pt x="1318" y="1406"/>
                </a:lnTo>
                <a:lnTo>
                  <a:pt x="1317" y="1407"/>
                </a:lnTo>
                <a:lnTo>
                  <a:pt x="1316" y="1407"/>
                </a:lnTo>
                <a:lnTo>
                  <a:pt x="1314" y="1406"/>
                </a:lnTo>
                <a:lnTo>
                  <a:pt x="1310" y="1405"/>
                </a:lnTo>
                <a:lnTo>
                  <a:pt x="1310" y="1404"/>
                </a:lnTo>
                <a:lnTo>
                  <a:pt x="1308" y="1403"/>
                </a:lnTo>
                <a:lnTo>
                  <a:pt x="1308" y="1402"/>
                </a:lnTo>
                <a:lnTo>
                  <a:pt x="1307" y="1402"/>
                </a:lnTo>
                <a:lnTo>
                  <a:pt x="1306" y="1402"/>
                </a:lnTo>
                <a:lnTo>
                  <a:pt x="1305" y="1402"/>
                </a:lnTo>
                <a:lnTo>
                  <a:pt x="1304" y="1401"/>
                </a:lnTo>
                <a:lnTo>
                  <a:pt x="1303" y="1401"/>
                </a:lnTo>
                <a:lnTo>
                  <a:pt x="1303" y="1402"/>
                </a:lnTo>
                <a:lnTo>
                  <a:pt x="1302" y="1402"/>
                </a:lnTo>
                <a:lnTo>
                  <a:pt x="1301" y="1402"/>
                </a:lnTo>
                <a:lnTo>
                  <a:pt x="1299" y="1401"/>
                </a:lnTo>
                <a:lnTo>
                  <a:pt x="1298" y="1401"/>
                </a:lnTo>
                <a:lnTo>
                  <a:pt x="1295" y="1400"/>
                </a:lnTo>
                <a:lnTo>
                  <a:pt x="1294" y="1400"/>
                </a:lnTo>
                <a:lnTo>
                  <a:pt x="1293" y="1400"/>
                </a:lnTo>
                <a:lnTo>
                  <a:pt x="1293" y="1399"/>
                </a:lnTo>
                <a:lnTo>
                  <a:pt x="1292" y="1399"/>
                </a:lnTo>
                <a:lnTo>
                  <a:pt x="1291" y="1399"/>
                </a:lnTo>
                <a:lnTo>
                  <a:pt x="1290" y="1399"/>
                </a:lnTo>
                <a:lnTo>
                  <a:pt x="1289" y="1400"/>
                </a:lnTo>
                <a:lnTo>
                  <a:pt x="1288" y="1401"/>
                </a:lnTo>
                <a:lnTo>
                  <a:pt x="1287" y="1401"/>
                </a:lnTo>
                <a:lnTo>
                  <a:pt x="1286" y="1401"/>
                </a:lnTo>
                <a:lnTo>
                  <a:pt x="1285" y="1401"/>
                </a:lnTo>
                <a:lnTo>
                  <a:pt x="1285" y="1402"/>
                </a:lnTo>
                <a:lnTo>
                  <a:pt x="1286" y="1402"/>
                </a:lnTo>
                <a:lnTo>
                  <a:pt x="1286" y="1403"/>
                </a:lnTo>
                <a:lnTo>
                  <a:pt x="1287" y="1403"/>
                </a:lnTo>
                <a:lnTo>
                  <a:pt x="1287" y="1405"/>
                </a:lnTo>
                <a:lnTo>
                  <a:pt x="1286" y="1405"/>
                </a:lnTo>
                <a:lnTo>
                  <a:pt x="1286" y="1404"/>
                </a:lnTo>
                <a:lnTo>
                  <a:pt x="1285" y="1403"/>
                </a:lnTo>
                <a:lnTo>
                  <a:pt x="1284" y="1403"/>
                </a:lnTo>
                <a:lnTo>
                  <a:pt x="1284" y="1404"/>
                </a:lnTo>
                <a:lnTo>
                  <a:pt x="1285" y="1405"/>
                </a:lnTo>
                <a:lnTo>
                  <a:pt x="1285" y="1406"/>
                </a:lnTo>
                <a:lnTo>
                  <a:pt x="1285" y="1407"/>
                </a:lnTo>
                <a:lnTo>
                  <a:pt x="1285" y="1408"/>
                </a:lnTo>
                <a:lnTo>
                  <a:pt x="1284" y="1410"/>
                </a:lnTo>
                <a:lnTo>
                  <a:pt x="1284" y="1411"/>
                </a:lnTo>
                <a:lnTo>
                  <a:pt x="1284" y="1412"/>
                </a:lnTo>
                <a:lnTo>
                  <a:pt x="1284" y="1413"/>
                </a:lnTo>
                <a:lnTo>
                  <a:pt x="1285" y="1413"/>
                </a:lnTo>
                <a:lnTo>
                  <a:pt x="1285" y="1414"/>
                </a:lnTo>
                <a:lnTo>
                  <a:pt x="1284" y="1415"/>
                </a:lnTo>
                <a:lnTo>
                  <a:pt x="1284" y="1416"/>
                </a:lnTo>
                <a:lnTo>
                  <a:pt x="1282" y="1416"/>
                </a:lnTo>
                <a:lnTo>
                  <a:pt x="1281" y="1417"/>
                </a:lnTo>
                <a:lnTo>
                  <a:pt x="1280" y="1417"/>
                </a:lnTo>
                <a:lnTo>
                  <a:pt x="1279" y="1418"/>
                </a:lnTo>
                <a:lnTo>
                  <a:pt x="1278" y="1419"/>
                </a:lnTo>
                <a:lnTo>
                  <a:pt x="1278" y="1421"/>
                </a:lnTo>
                <a:lnTo>
                  <a:pt x="1278" y="1422"/>
                </a:lnTo>
                <a:lnTo>
                  <a:pt x="1278" y="1423"/>
                </a:lnTo>
                <a:lnTo>
                  <a:pt x="1277" y="1423"/>
                </a:lnTo>
                <a:lnTo>
                  <a:pt x="1277" y="1424"/>
                </a:lnTo>
                <a:lnTo>
                  <a:pt x="1276" y="1424"/>
                </a:lnTo>
                <a:lnTo>
                  <a:pt x="1275" y="1424"/>
                </a:lnTo>
                <a:lnTo>
                  <a:pt x="1274" y="1424"/>
                </a:lnTo>
                <a:lnTo>
                  <a:pt x="1273" y="1424"/>
                </a:lnTo>
                <a:lnTo>
                  <a:pt x="1272" y="1424"/>
                </a:lnTo>
                <a:lnTo>
                  <a:pt x="1271" y="1424"/>
                </a:lnTo>
                <a:lnTo>
                  <a:pt x="1270" y="1424"/>
                </a:lnTo>
                <a:lnTo>
                  <a:pt x="1270" y="1423"/>
                </a:lnTo>
                <a:lnTo>
                  <a:pt x="1269" y="1423"/>
                </a:lnTo>
                <a:lnTo>
                  <a:pt x="1268" y="1423"/>
                </a:lnTo>
                <a:lnTo>
                  <a:pt x="1267" y="1423"/>
                </a:lnTo>
                <a:lnTo>
                  <a:pt x="1267" y="1424"/>
                </a:lnTo>
                <a:lnTo>
                  <a:pt x="1266" y="1424"/>
                </a:lnTo>
                <a:lnTo>
                  <a:pt x="1265" y="1424"/>
                </a:lnTo>
                <a:lnTo>
                  <a:pt x="1265" y="1423"/>
                </a:lnTo>
                <a:lnTo>
                  <a:pt x="1264" y="1423"/>
                </a:lnTo>
                <a:lnTo>
                  <a:pt x="1264" y="1424"/>
                </a:lnTo>
                <a:lnTo>
                  <a:pt x="1263" y="1424"/>
                </a:lnTo>
                <a:lnTo>
                  <a:pt x="1262" y="1424"/>
                </a:lnTo>
                <a:lnTo>
                  <a:pt x="1261" y="1424"/>
                </a:lnTo>
                <a:lnTo>
                  <a:pt x="1260" y="1424"/>
                </a:lnTo>
                <a:lnTo>
                  <a:pt x="1259" y="1425"/>
                </a:lnTo>
                <a:lnTo>
                  <a:pt x="1258" y="1426"/>
                </a:lnTo>
                <a:lnTo>
                  <a:pt x="1258" y="1427"/>
                </a:lnTo>
                <a:lnTo>
                  <a:pt x="1256" y="1428"/>
                </a:lnTo>
                <a:lnTo>
                  <a:pt x="1256" y="1429"/>
                </a:lnTo>
                <a:lnTo>
                  <a:pt x="1257" y="1429"/>
                </a:lnTo>
                <a:lnTo>
                  <a:pt x="1257" y="1430"/>
                </a:lnTo>
                <a:lnTo>
                  <a:pt x="1256" y="1430"/>
                </a:lnTo>
                <a:lnTo>
                  <a:pt x="1255" y="1430"/>
                </a:lnTo>
                <a:lnTo>
                  <a:pt x="1254" y="1429"/>
                </a:lnTo>
                <a:lnTo>
                  <a:pt x="1253" y="1428"/>
                </a:lnTo>
                <a:lnTo>
                  <a:pt x="1255" y="1426"/>
                </a:lnTo>
                <a:lnTo>
                  <a:pt x="1254" y="1425"/>
                </a:lnTo>
                <a:lnTo>
                  <a:pt x="1253" y="1425"/>
                </a:lnTo>
                <a:lnTo>
                  <a:pt x="1253" y="1426"/>
                </a:lnTo>
                <a:lnTo>
                  <a:pt x="1252" y="1426"/>
                </a:lnTo>
                <a:lnTo>
                  <a:pt x="1251" y="1426"/>
                </a:lnTo>
                <a:lnTo>
                  <a:pt x="1251" y="1425"/>
                </a:lnTo>
                <a:lnTo>
                  <a:pt x="1251" y="1423"/>
                </a:lnTo>
                <a:lnTo>
                  <a:pt x="1251" y="1421"/>
                </a:lnTo>
                <a:lnTo>
                  <a:pt x="1252" y="1421"/>
                </a:lnTo>
                <a:lnTo>
                  <a:pt x="1252" y="1420"/>
                </a:lnTo>
                <a:lnTo>
                  <a:pt x="1254" y="1420"/>
                </a:lnTo>
                <a:lnTo>
                  <a:pt x="1254" y="1418"/>
                </a:lnTo>
                <a:lnTo>
                  <a:pt x="1255" y="1417"/>
                </a:lnTo>
                <a:lnTo>
                  <a:pt x="1255" y="1416"/>
                </a:lnTo>
                <a:lnTo>
                  <a:pt x="1257" y="1414"/>
                </a:lnTo>
                <a:lnTo>
                  <a:pt x="1258" y="1413"/>
                </a:lnTo>
                <a:lnTo>
                  <a:pt x="1259" y="1413"/>
                </a:lnTo>
                <a:lnTo>
                  <a:pt x="1259" y="1412"/>
                </a:lnTo>
                <a:lnTo>
                  <a:pt x="1260" y="1409"/>
                </a:lnTo>
                <a:lnTo>
                  <a:pt x="1259" y="1409"/>
                </a:lnTo>
                <a:lnTo>
                  <a:pt x="1259" y="1408"/>
                </a:lnTo>
                <a:lnTo>
                  <a:pt x="1258" y="1407"/>
                </a:lnTo>
                <a:lnTo>
                  <a:pt x="1257" y="1407"/>
                </a:lnTo>
                <a:lnTo>
                  <a:pt x="1256" y="1408"/>
                </a:lnTo>
                <a:lnTo>
                  <a:pt x="1256" y="1409"/>
                </a:lnTo>
                <a:lnTo>
                  <a:pt x="1256" y="1410"/>
                </a:lnTo>
                <a:lnTo>
                  <a:pt x="1255" y="1410"/>
                </a:lnTo>
                <a:lnTo>
                  <a:pt x="1254" y="1410"/>
                </a:lnTo>
                <a:lnTo>
                  <a:pt x="1250" y="1410"/>
                </a:lnTo>
                <a:lnTo>
                  <a:pt x="1249" y="1410"/>
                </a:lnTo>
                <a:lnTo>
                  <a:pt x="1247" y="1410"/>
                </a:lnTo>
                <a:lnTo>
                  <a:pt x="1245" y="1411"/>
                </a:lnTo>
                <a:lnTo>
                  <a:pt x="1245" y="1412"/>
                </a:lnTo>
                <a:lnTo>
                  <a:pt x="1244" y="1413"/>
                </a:lnTo>
                <a:lnTo>
                  <a:pt x="1242" y="1414"/>
                </a:lnTo>
                <a:lnTo>
                  <a:pt x="1238" y="1415"/>
                </a:lnTo>
                <a:lnTo>
                  <a:pt x="1237" y="1415"/>
                </a:lnTo>
                <a:lnTo>
                  <a:pt x="1235" y="1415"/>
                </a:lnTo>
                <a:lnTo>
                  <a:pt x="1234" y="1417"/>
                </a:lnTo>
                <a:lnTo>
                  <a:pt x="1233" y="1417"/>
                </a:lnTo>
                <a:lnTo>
                  <a:pt x="1232" y="1420"/>
                </a:lnTo>
                <a:lnTo>
                  <a:pt x="1230" y="1422"/>
                </a:lnTo>
                <a:lnTo>
                  <a:pt x="1229" y="1424"/>
                </a:lnTo>
                <a:lnTo>
                  <a:pt x="1227" y="1425"/>
                </a:lnTo>
                <a:lnTo>
                  <a:pt x="1227" y="1426"/>
                </a:lnTo>
                <a:lnTo>
                  <a:pt x="1226" y="1427"/>
                </a:lnTo>
                <a:lnTo>
                  <a:pt x="1225" y="1428"/>
                </a:lnTo>
                <a:lnTo>
                  <a:pt x="1223" y="1430"/>
                </a:lnTo>
                <a:lnTo>
                  <a:pt x="1222" y="1431"/>
                </a:lnTo>
                <a:lnTo>
                  <a:pt x="1221" y="1436"/>
                </a:lnTo>
                <a:lnTo>
                  <a:pt x="1219" y="1439"/>
                </a:lnTo>
                <a:lnTo>
                  <a:pt x="1218" y="1439"/>
                </a:lnTo>
                <a:lnTo>
                  <a:pt x="1213" y="1440"/>
                </a:lnTo>
                <a:lnTo>
                  <a:pt x="1212" y="1440"/>
                </a:lnTo>
                <a:lnTo>
                  <a:pt x="1212" y="1439"/>
                </a:lnTo>
                <a:lnTo>
                  <a:pt x="1210" y="1438"/>
                </a:lnTo>
                <a:lnTo>
                  <a:pt x="1209" y="1438"/>
                </a:lnTo>
                <a:lnTo>
                  <a:pt x="1208" y="1436"/>
                </a:lnTo>
                <a:lnTo>
                  <a:pt x="1207" y="1435"/>
                </a:lnTo>
                <a:lnTo>
                  <a:pt x="1207" y="1434"/>
                </a:lnTo>
                <a:lnTo>
                  <a:pt x="1207" y="1433"/>
                </a:lnTo>
                <a:lnTo>
                  <a:pt x="1206" y="1431"/>
                </a:lnTo>
                <a:lnTo>
                  <a:pt x="1205" y="1429"/>
                </a:lnTo>
                <a:lnTo>
                  <a:pt x="1204" y="1429"/>
                </a:lnTo>
                <a:lnTo>
                  <a:pt x="1203" y="1428"/>
                </a:lnTo>
                <a:lnTo>
                  <a:pt x="1202" y="1428"/>
                </a:lnTo>
                <a:lnTo>
                  <a:pt x="1202" y="1429"/>
                </a:lnTo>
                <a:lnTo>
                  <a:pt x="1201" y="1429"/>
                </a:lnTo>
                <a:lnTo>
                  <a:pt x="1201" y="1430"/>
                </a:lnTo>
                <a:lnTo>
                  <a:pt x="1200" y="1430"/>
                </a:lnTo>
                <a:lnTo>
                  <a:pt x="1199" y="1430"/>
                </a:lnTo>
                <a:lnTo>
                  <a:pt x="1198" y="1429"/>
                </a:lnTo>
                <a:lnTo>
                  <a:pt x="1198" y="1428"/>
                </a:lnTo>
                <a:lnTo>
                  <a:pt x="1196" y="1428"/>
                </a:lnTo>
                <a:lnTo>
                  <a:pt x="1195" y="1428"/>
                </a:lnTo>
                <a:lnTo>
                  <a:pt x="1194" y="1428"/>
                </a:lnTo>
                <a:lnTo>
                  <a:pt x="1194" y="1430"/>
                </a:lnTo>
                <a:lnTo>
                  <a:pt x="1193" y="1431"/>
                </a:lnTo>
                <a:lnTo>
                  <a:pt x="1194" y="1431"/>
                </a:lnTo>
                <a:lnTo>
                  <a:pt x="1194" y="1432"/>
                </a:lnTo>
                <a:lnTo>
                  <a:pt x="1192" y="1434"/>
                </a:lnTo>
                <a:lnTo>
                  <a:pt x="1191" y="1435"/>
                </a:lnTo>
                <a:lnTo>
                  <a:pt x="1190" y="1435"/>
                </a:lnTo>
                <a:lnTo>
                  <a:pt x="1190" y="1434"/>
                </a:lnTo>
                <a:lnTo>
                  <a:pt x="1189" y="1433"/>
                </a:lnTo>
                <a:lnTo>
                  <a:pt x="1188" y="1433"/>
                </a:lnTo>
                <a:lnTo>
                  <a:pt x="1186" y="1432"/>
                </a:lnTo>
                <a:lnTo>
                  <a:pt x="1185" y="1431"/>
                </a:lnTo>
                <a:lnTo>
                  <a:pt x="1184" y="1430"/>
                </a:lnTo>
                <a:lnTo>
                  <a:pt x="1184" y="1429"/>
                </a:lnTo>
                <a:lnTo>
                  <a:pt x="1182" y="1429"/>
                </a:lnTo>
                <a:lnTo>
                  <a:pt x="1182" y="1428"/>
                </a:lnTo>
                <a:lnTo>
                  <a:pt x="1181" y="1427"/>
                </a:lnTo>
                <a:lnTo>
                  <a:pt x="1180" y="1426"/>
                </a:lnTo>
                <a:lnTo>
                  <a:pt x="1180" y="1425"/>
                </a:lnTo>
                <a:lnTo>
                  <a:pt x="1181" y="1424"/>
                </a:lnTo>
                <a:lnTo>
                  <a:pt x="1180" y="1423"/>
                </a:lnTo>
                <a:lnTo>
                  <a:pt x="1179" y="1423"/>
                </a:lnTo>
                <a:lnTo>
                  <a:pt x="1177" y="1424"/>
                </a:lnTo>
                <a:lnTo>
                  <a:pt x="1177" y="1423"/>
                </a:lnTo>
                <a:lnTo>
                  <a:pt x="1177" y="1422"/>
                </a:lnTo>
                <a:lnTo>
                  <a:pt x="1176" y="1422"/>
                </a:lnTo>
                <a:lnTo>
                  <a:pt x="1175" y="1422"/>
                </a:lnTo>
                <a:lnTo>
                  <a:pt x="1174" y="1422"/>
                </a:lnTo>
                <a:lnTo>
                  <a:pt x="1169" y="1420"/>
                </a:lnTo>
                <a:lnTo>
                  <a:pt x="1168" y="1421"/>
                </a:lnTo>
                <a:lnTo>
                  <a:pt x="1167" y="1421"/>
                </a:lnTo>
                <a:lnTo>
                  <a:pt x="1167" y="1423"/>
                </a:lnTo>
                <a:lnTo>
                  <a:pt x="1167" y="1425"/>
                </a:lnTo>
                <a:lnTo>
                  <a:pt x="1168" y="1427"/>
                </a:lnTo>
                <a:lnTo>
                  <a:pt x="1169" y="1427"/>
                </a:lnTo>
                <a:lnTo>
                  <a:pt x="1170" y="1427"/>
                </a:lnTo>
                <a:lnTo>
                  <a:pt x="1171" y="1428"/>
                </a:lnTo>
                <a:lnTo>
                  <a:pt x="1171" y="1429"/>
                </a:lnTo>
                <a:lnTo>
                  <a:pt x="1172" y="1429"/>
                </a:lnTo>
                <a:lnTo>
                  <a:pt x="1172" y="1430"/>
                </a:lnTo>
                <a:lnTo>
                  <a:pt x="1172" y="1431"/>
                </a:lnTo>
                <a:lnTo>
                  <a:pt x="1173" y="1433"/>
                </a:lnTo>
                <a:lnTo>
                  <a:pt x="1174" y="1434"/>
                </a:lnTo>
                <a:lnTo>
                  <a:pt x="1174" y="1436"/>
                </a:lnTo>
                <a:lnTo>
                  <a:pt x="1174" y="1437"/>
                </a:lnTo>
                <a:lnTo>
                  <a:pt x="1175" y="1438"/>
                </a:lnTo>
                <a:lnTo>
                  <a:pt x="1173" y="1438"/>
                </a:lnTo>
                <a:lnTo>
                  <a:pt x="1168" y="1440"/>
                </a:lnTo>
                <a:lnTo>
                  <a:pt x="1166" y="1441"/>
                </a:lnTo>
                <a:lnTo>
                  <a:pt x="1165" y="1442"/>
                </a:lnTo>
                <a:lnTo>
                  <a:pt x="1164" y="1442"/>
                </a:lnTo>
                <a:lnTo>
                  <a:pt x="1164" y="1443"/>
                </a:lnTo>
                <a:lnTo>
                  <a:pt x="1163" y="1443"/>
                </a:lnTo>
                <a:lnTo>
                  <a:pt x="1163" y="1444"/>
                </a:lnTo>
                <a:lnTo>
                  <a:pt x="1162" y="1444"/>
                </a:lnTo>
                <a:lnTo>
                  <a:pt x="1160" y="1444"/>
                </a:lnTo>
                <a:lnTo>
                  <a:pt x="1160" y="1445"/>
                </a:lnTo>
                <a:lnTo>
                  <a:pt x="1159" y="1445"/>
                </a:lnTo>
                <a:lnTo>
                  <a:pt x="1157" y="1445"/>
                </a:lnTo>
                <a:lnTo>
                  <a:pt x="1155" y="1446"/>
                </a:lnTo>
                <a:lnTo>
                  <a:pt x="1155" y="1445"/>
                </a:lnTo>
                <a:lnTo>
                  <a:pt x="1152" y="1445"/>
                </a:lnTo>
                <a:lnTo>
                  <a:pt x="1151" y="1444"/>
                </a:lnTo>
                <a:lnTo>
                  <a:pt x="1150" y="1443"/>
                </a:lnTo>
                <a:lnTo>
                  <a:pt x="1150" y="1442"/>
                </a:lnTo>
                <a:lnTo>
                  <a:pt x="1149" y="1441"/>
                </a:lnTo>
                <a:lnTo>
                  <a:pt x="1147" y="1439"/>
                </a:lnTo>
                <a:lnTo>
                  <a:pt x="1145" y="1440"/>
                </a:lnTo>
                <a:lnTo>
                  <a:pt x="1144" y="1441"/>
                </a:lnTo>
                <a:lnTo>
                  <a:pt x="1144" y="1442"/>
                </a:lnTo>
                <a:lnTo>
                  <a:pt x="1145" y="1443"/>
                </a:lnTo>
                <a:lnTo>
                  <a:pt x="1147" y="1444"/>
                </a:lnTo>
                <a:lnTo>
                  <a:pt x="1148" y="1445"/>
                </a:lnTo>
                <a:lnTo>
                  <a:pt x="1152" y="1447"/>
                </a:lnTo>
                <a:lnTo>
                  <a:pt x="1152" y="1448"/>
                </a:lnTo>
                <a:lnTo>
                  <a:pt x="1151" y="1449"/>
                </a:lnTo>
                <a:lnTo>
                  <a:pt x="1150" y="1449"/>
                </a:lnTo>
                <a:lnTo>
                  <a:pt x="1150" y="1450"/>
                </a:lnTo>
                <a:lnTo>
                  <a:pt x="1147" y="1452"/>
                </a:lnTo>
                <a:lnTo>
                  <a:pt x="1147" y="1453"/>
                </a:lnTo>
                <a:lnTo>
                  <a:pt x="1147" y="1454"/>
                </a:lnTo>
                <a:lnTo>
                  <a:pt x="1147" y="1455"/>
                </a:lnTo>
                <a:lnTo>
                  <a:pt x="1147" y="1456"/>
                </a:lnTo>
                <a:lnTo>
                  <a:pt x="1147" y="1457"/>
                </a:lnTo>
                <a:lnTo>
                  <a:pt x="1146" y="1457"/>
                </a:lnTo>
                <a:lnTo>
                  <a:pt x="1145" y="1458"/>
                </a:lnTo>
                <a:lnTo>
                  <a:pt x="1144" y="1458"/>
                </a:lnTo>
                <a:lnTo>
                  <a:pt x="1144" y="1457"/>
                </a:lnTo>
                <a:lnTo>
                  <a:pt x="1143" y="1457"/>
                </a:lnTo>
                <a:lnTo>
                  <a:pt x="1142" y="1458"/>
                </a:lnTo>
                <a:lnTo>
                  <a:pt x="1141" y="1458"/>
                </a:lnTo>
                <a:lnTo>
                  <a:pt x="1140" y="1459"/>
                </a:lnTo>
                <a:lnTo>
                  <a:pt x="1135" y="1460"/>
                </a:lnTo>
                <a:lnTo>
                  <a:pt x="1135" y="1461"/>
                </a:lnTo>
                <a:lnTo>
                  <a:pt x="1134" y="1462"/>
                </a:lnTo>
                <a:lnTo>
                  <a:pt x="1133" y="1462"/>
                </a:lnTo>
                <a:lnTo>
                  <a:pt x="1131" y="1465"/>
                </a:lnTo>
                <a:lnTo>
                  <a:pt x="1129" y="1465"/>
                </a:lnTo>
                <a:lnTo>
                  <a:pt x="1128" y="1467"/>
                </a:lnTo>
                <a:lnTo>
                  <a:pt x="1127" y="1470"/>
                </a:lnTo>
                <a:lnTo>
                  <a:pt x="1127" y="1473"/>
                </a:lnTo>
                <a:lnTo>
                  <a:pt x="1126" y="1475"/>
                </a:lnTo>
                <a:lnTo>
                  <a:pt x="1125" y="1476"/>
                </a:lnTo>
                <a:lnTo>
                  <a:pt x="1124" y="1479"/>
                </a:lnTo>
                <a:lnTo>
                  <a:pt x="1122" y="1481"/>
                </a:lnTo>
                <a:lnTo>
                  <a:pt x="1121" y="1482"/>
                </a:lnTo>
                <a:lnTo>
                  <a:pt x="1119" y="1484"/>
                </a:lnTo>
                <a:lnTo>
                  <a:pt x="1116" y="1487"/>
                </a:lnTo>
                <a:lnTo>
                  <a:pt x="1115" y="1487"/>
                </a:lnTo>
                <a:lnTo>
                  <a:pt x="1112" y="1484"/>
                </a:lnTo>
                <a:lnTo>
                  <a:pt x="1111" y="1484"/>
                </a:lnTo>
                <a:lnTo>
                  <a:pt x="1109" y="1487"/>
                </a:lnTo>
                <a:lnTo>
                  <a:pt x="1106" y="1489"/>
                </a:lnTo>
                <a:lnTo>
                  <a:pt x="1103" y="1493"/>
                </a:lnTo>
                <a:lnTo>
                  <a:pt x="1102" y="1495"/>
                </a:lnTo>
                <a:lnTo>
                  <a:pt x="1100" y="1496"/>
                </a:lnTo>
                <a:lnTo>
                  <a:pt x="1099" y="1497"/>
                </a:lnTo>
                <a:lnTo>
                  <a:pt x="1098" y="1497"/>
                </a:lnTo>
                <a:lnTo>
                  <a:pt x="1097" y="1497"/>
                </a:lnTo>
                <a:lnTo>
                  <a:pt x="1097" y="1498"/>
                </a:lnTo>
                <a:lnTo>
                  <a:pt x="1096" y="1498"/>
                </a:lnTo>
                <a:lnTo>
                  <a:pt x="1096" y="1499"/>
                </a:lnTo>
                <a:lnTo>
                  <a:pt x="1095" y="1501"/>
                </a:lnTo>
                <a:lnTo>
                  <a:pt x="1096" y="1502"/>
                </a:lnTo>
                <a:lnTo>
                  <a:pt x="1097" y="1505"/>
                </a:lnTo>
                <a:lnTo>
                  <a:pt x="1097" y="1506"/>
                </a:lnTo>
                <a:lnTo>
                  <a:pt x="1095" y="1507"/>
                </a:lnTo>
                <a:lnTo>
                  <a:pt x="1094" y="1507"/>
                </a:lnTo>
                <a:lnTo>
                  <a:pt x="1093" y="1506"/>
                </a:lnTo>
                <a:lnTo>
                  <a:pt x="1092" y="1506"/>
                </a:lnTo>
                <a:lnTo>
                  <a:pt x="1091" y="1506"/>
                </a:lnTo>
                <a:lnTo>
                  <a:pt x="1090" y="1506"/>
                </a:lnTo>
                <a:lnTo>
                  <a:pt x="1089" y="1507"/>
                </a:lnTo>
                <a:lnTo>
                  <a:pt x="1087" y="1508"/>
                </a:lnTo>
                <a:lnTo>
                  <a:pt x="1085" y="1512"/>
                </a:lnTo>
                <a:lnTo>
                  <a:pt x="1082" y="1515"/>
                </a:lnTo>
                <a:lnTo>
                  <a:pt x="1079" y="1517"/>
                </a:lnTo>
                <a:lnTo>
                  <a:pt x="1077" y="1520"/>
                </a:lnTo>
                <a:lnTo>
                  <a:pt x="1077" y="1521"/>
                </a:lnTo>
                <a:lnTo>
                  <a:pt x="1076" y="1521"/>
                </a:lnTo>
                <a:lnTo>
                  <a:pt x="1074" y="1522"/>
                </a:lnTo>
                <a:lnTo>
                  <a:pt x="1070" y="1525"/>
                </a:lnTo>
                <a:lnTo>
                  <a:pt x="1070" y="1526"/>
                </a:lnTo>
                <a:lnTo>
                  <a:pt x="1071" y="1526"/>
                </a:lnTo>
                <a:lnTo>
                  <a:pt x="1071" y="1527"/>
                </a:lnTo>
                <a:lnTo>
                  <a:pt x="1071" y="1528"/>
                </a:lnTo>
                <a:lnTo>
                  <a:pt x="1069" y="1531"/>
                </a:lnTo>
                <a:lnTo>
                  <a:pt x="1068" y="1532"/>
                </a:lnTo>
                <a:lnTo>
                  <a:pt x="1067" y="1532"/>
                </a:lnTo>
                <a:lnTo>
                  <a:pt x="1064" y="1538"/>
                </a:lnTo>
                <a:lnTo>
                  <a:pt x="1064" y="1539"/>
                </a:lnTo>
                <a:lnTo>
                  <a:pt x="1063" y="1539"/>
                </a:lnTo>
                <a:lnTo>
                  <a:pt x="1063" y="1540"/>
                </a:lnTo>
                <a:lnTo>
                  <a:pt x="1063" y="1541"/>
                </a:lnTo>
                <a:lnTo>
                  <a:pt x="1063" y="1542"/>
                </a:lnTo>
                <a:lnTo>
                  <a:pt x="1063" y="1543"/>
                </a:lnTo>
                <a:lnTo>
                  <a:pt x="1063" y="1544"/>
                </a:lnTo>
                <a:lnTo>
                  <a:pt x="1062" y="1545"/>
                </a:lnTo>
                <a:lnTo>
                  <a:pt x="1062" y="1546"/>
                </a:lnTo>
                <a:lnTo>
                  <a:pt x="1061" y="1546"/>
                </a:lnTo>
                <a:lnTo>
                  <a:pt x="1061" y="1547"/>
                </a:lnTo>
                <a:lnTo>
                  <a:pt x="1061" y="1551"/>
                </a:lnTo>
                <a:lnTo>
                  <a:pt x="1061" y="1552"/>
                </a:lnTo>
                <a:lnTo>
                  <a:pt x="1062" y="1552"/>
                </a:lnTo>
                <a:lnTo>
                  <a:pt x="1062" y="1553"/>
                </a:lnTo>
                <a:lnTo>
                  <a:pt x="1064" y="1554"/>
                </a:lnTo>
                <a:lnTo>
                  <a:pt x="1066" y="1555"/>
                </a:lnTo>
                <a:lnTo>
                  <a:pt x="1068" y="1556"/>
                </a:lnTo>
                <a:lnTo>
                  <a:pt x="1070" y="1558"/>
                </a:lnTo>
                <a:lnTo>
                  <a:pt x="1071" y="1559"/>
                </a:lnTo>
                <a:lnTo>
                  <a:pt x="1072" y="1560"/>
                </a:lnTo>
                <a:lnTo>
                  <a:pt x="1071" y="1560"/>
                </a:lnTo>
                <a:lnTo>
                  <a:pt x="1071" y="1561"/>
                </a:lnTo>
                <a:lnTo>
                  <a:pt x="1070" y="1562"/>
                </a:lnTo>
                <a:lnTo>
                  <a:pt x="1070" y="1564"/>
                </a:lnTo>
                <a:lnTo>
                  <a:pt x="1072" y="1566"/>
                </a:lnTo>
                <a:lnTo>
                  <a:pt x="1072" y="1567"/>
                </a:lnTo>
                <a:lnTo>
                  <a:pt x="1069" y="1569"/>
                </a:lnTo>
                <a:lnTo>
                  <a:pt x="1068" y="1570"/>
                </a:lnTo>
                <a:lnTo>
                  <a:pt x="1067" y="1571"/>
                </a:lnTo>
                <a:lnTo>
                  <a:pt x="1065" y="1573"/>
                </a:lnTo>
                <a:lnTo>
                  <a:pt x="1064" y="1573"/>
                </a:lnTo>
                <a:lnTo>
                  <a:pt x="1064" y="1574"/>
                </a:lnTo>
                <a:lnTo>
                  <a:pt x="1064" y="1575"/>
                </a:lnTo>
                <a:lnTo>
                  <a:pt x="1063" y="1576"/>
                </a:lnTo>
                <a:lnTo>
                  <a:pt x="1061" y="1577"/>
                </a:lnTo>
                <a:lnTo>
                  <a:pt x="1060" y="1577"/>
                </a:lnTo>
                <a:lnTo>
                  <a:pt x="1059" y="1576"/>
                </a:lnTo>
                <a:lnTo>
                  <a:pt x="1058" y="1575"/>
                </a:lnTo>
                <a:lnTo>
                  <a:pt x="1057" y="1572"/>
                </a:lnTo>
                <a:lnTo>
                  <a:pt x="1056" y="1572"/>
                </a:lnTo>
                <a:lnTo>
                  <a:pt x="1056" y="1571"/>
                </a:lnTo>
                <a:lnTo>
                  <a:pt x="1056" y="1570"/>
                </a:lnTo>
                <a:lnTo>
                  <a:pt x="1056" y="1569"/>
                </a:lnTo>
                <a:lnTo>
                  <a:pt x="1054" y="1566"/>
                </a:lnTo>
                <a:lnTo>
                  <a:pt x="1051" y="1564"/>
                </a:lnTo>
                <a:lnTo>
                  <a:pt x="1047" y="1564"/>
                </a:lnTo>
                <a:lnTo>
                  <a:pt x="1049" y="1566"/>
                </a:lnTo>
                <a:lnTo>
                  <a:pt x="1049" y="1567"/>
                </a:lnTo>
                <a:lnTo>
                  <a:pt x="1050" y="1568"/>
                </a:lnTo>
                <a:lnTo>
                  <a:pt x="1050" y="1571"/>
                </a:lnTo>
                <a:lnTo>
                  <a:pt x="1048" y="1575"/>
                </a:lnTo>
                <a:lnTo>
                  <a:pt x="1047" y="1577"/>
                </a:lnTo>
                <a:lnTo>
                  <a:pt x="1047" y="1581"/>
                </a:lnTo>
                <a:lnTo>
                  <a:pt x="1047" y="1583"/>
                </a:lnTo>
                <a:lnTo>
                  <a:pt x="1047" y="1586"/>
                </a:lnTo>
                <a:lnTo>
                  <a:pt x="1047" y="1589"/>
                </a:lnTo>
                <a:lnTo>
                  <a:pt x="1048" y="1590"/>
                </a:lnTo>
                <a:lnTo>
                  <a:pt x="1048" y="1591"/>
                </a:lnTo>
                <a:lnTo>
                  <a:pt x="1048" y="1592"/>
                </a:lnTo>
                <a:lnTo>
                  <a:pt x="1047" y="1592"/>
                </a:lnTo>
                <a:lnTo>
                  <a:pt x="1046" y="1593"/>
                </a:lnTo>
                <a:lnTo>
                  <a:pt x="1046" y="1594"/>
                </a:lnTo>
                <a:lnTo>
                  <a:pt x="1046" y="1596"/>
                </a:lnTo>
                <a:lnTo>
                  <a:pt x="1046" y="1597"/>
                </a:lnTo>
                <a:lnTo>
                  <a:pt x="1047" y="1598"/>
                </a:lnTo>
                <a:lnTo>
                  <a:pt x="1047" y="1599"/>
                </a:lnTo>
                <a:lnTo>
                  <a:pt x="1047" y="1600"/>
                </a:lnTo>
                <a:lnTo>
                  <a:pt x="1046" y="1601"/>
                </a:lnTo>
                <a:lnTo>
                  <a:pt x="1045" y="1602"/>
                </a:lnTo>
                <a:lnTo>
                  <a:pt x="1044" y="1602"/>
                </a:lnTo>
                <a:lnTo>
                  <a:pt x="1043" y="1601"/>
                </a:lnTo>
                <a:lnTo>
                  <a:pt x="1041" y="1601"/>
                </a:lnTo>
                <a:lnTo>
                  <a:pt x="1040" y="1601"/>
                </a:lnTo>
                <a:lnTo>
                  <a:pt x="1039" y="1602"/>
                </a:lnTo>
                <a:lnTo>
                  <a:pt x="1039" y="1603"/>
                </a:lnTo>
                <a:lnTo>
                  <a:pt x="1037" y="1603"/>
                </a:lnTo>
                <a:lnTo>
                  <a:pt x="1037" y="1604"/>
                </a:lnTo>
                <a:lnTo>
                  <a:pt x="1035" y="1604"/>
                </a:lnTo>
                <a:lnTo>
                  <a:pt x="1033" y="1605"/>
                </a:lnTo>
                <a:lnTo>
                  <a:pt x="1030" y="1604"/>
                </a:lnTo>
                <a:lnTo>
                  <a:pt x="1029" y="1604"/>
                </a:lnTo>
                <a:lnTo>
                  <a:pt x="1028" y="1603"/>
                </a:lnTo>
                <a:lnTo>
                  <a:pt x="1027" y="1602"/>
                </a:lnTo>
                <a:lnTo>
                  <a:pt x="1026" y="1602"/>
                </a:lnTo>
                <a:lnTo>
                  <a:pt x="1025" y="1601"/>
                </a:lnTo>
                <a:lnTo>
                  <a:pt x="1024" y="1601"/>
                </a:lnTo>
                <a:lnTo>
                  <a:pt x="1019" y="1602"/>
                </a:lnTo>
                <a:lnTo>
                  <a:pt x="1018" y="1603"/>
                </a:lnTo>
                <a:lnTo>
                  <a:pt x="1017" y="1603"/>
                </a:lnTo>
                <a:lnTo>
                  <a:pt x="1016" y="1604"/>
                </a:lnTo>
                <a:lnTo>
                  <a:pt x="1015" y="1604"/>
                </a:lnTo>
                <a:lnTo>
                  <a:pt x="1015" y="1605"/>
                </a:lnTo>
                <a:lnTo>
                  <a:pt x="1014" y="1605"/>
                </a:lnTo>
                <a:lnTo>
                  <a:pt x="1012" y="1605"/>
                </a:lnTo>
                <a:lnTo>
                  <a:pt x="1009" y="1606"/>
                </a:lnTo>
                <a:lnTo>
                  <a:pt x="1006" y="1607"/>
                </a:lnTo>
                <a:lnTo>
                  <a:pt x="1005" y="1607"/>
                </a:lnTo>
                <a:lnTo>
                  <a:pt x="1004" y="1606"/>
                </a:lnTo>
                <a:lnTo>
                  <a:pt x="1003" y="1606"/>
                </a:lnTo>
                <a:lnTo>
                  <a:pt x="1002" y="1605"/>
                </a:lnTo>
                <a:lnTo>
                  <a:pt x="1002" y="1604"/>
                </a:lnTo>
                <a:lnTo>
                  <a:pt x="1001" y="1604"/>
                </a:lnTo>
                <a:lnTo>
                  <a:pt x="1000" y="1604"/>
                </a:lnTo>
                <a:lnTo>
                  <a:pt x="997" y="1603"/>
                </a:lnTo>
                <a:lnTo>
                  <a:pt x="995" y="1604"/>
                </a:lnTo>
                <a:lnTo>
                  <a:pt x="994" y="1605"/>
                </a:lnTo>
                <a:lnTo>
                  <a:pt x="992" y="1607"/>
                </a:lnTo>
                <a:lnTo>
                  <a:pt x="990" y="1608"/>
                </a:lnTo>
                <a:lnTo>
                  <a:pt x="989" y="1608"/>
                </a:lnTo>
                <a:lnTo>
                  <a:pt x="987" y="1608"/>
                </a:lnTo>
                <a:lnTo>
                  <a:pt x="987" y="1607"/>
                </a:lnTo>
                <a:lnTo>
                  <a:pt x="985" y="1606"/>
                </a:lnTo>
                <a:lnTo>
                  <a:pt x="983" y="1606"/>
                </a:lnTo>
                <a:lnTo>
                  <a:pt x="982" y="1606"/>
                </a:lnTo>
                <a:lnTo>
                  <a:pt x="981" y="1605"/>
                </a:lnTo>
                <a:lnTo>
                  <a:pt x="978" y="1605"/>
                </a:lnTo>
                <a:lnTo>
                  <a:pt x="977" y="1604"/>
                </a:lnTo>
                <a:lnTo>
                  <a:pt x="977" y="1603"/>
                </a:lnTo>
                <a:lnTo>
                  <a:pt x="977" y="1602"/>
                </a:lnTo>
                <a:lnTo>
                  <a:pt x="978" y="1602"/>
                </a:lnTo>
                <a:lnTo>
                  <a:pt x="978" y="1601"/>
                </a:lnTo>
                <a:lnTo>
                  <a:pt x="978" y="1600"/>
                </a:lnTo>
                <a:lnTo>
                  <a:pt x="977" y="1597"/>
                </a:lnTo>
                <a:lnTo>
                  <a:pt x="976" y="1597"/>
                </a:lnTo>
                <a:lnTo>
                  <a:pt x="976" y="1596"/>
                </a:lnTo>
                <a:lnTo>
                  <a:pt x="975" y="1596"/>
                </a:lnTo>
                <a:lnTo>
                  <a:pt x="975" y="1595"/>
                </a:lnTo>
                <a:lnTo>
                  <a:pt x="974" y="1593"/>
                </a:lnTo>
                <a:lnTo>
                  <a:pt x="974" y="1591"/>
                </a:lnTo>
                <a:lnTo>
                  <a:pt x="970" y="1590"/>
                </a:lnTo>
                <a:lnTo>
                  <a:pt x="969" y="1589"/>
                </a:lnTo>
                <a:lnTo>
                  <a:pt x="968" y="1589"/>
                </a:lnTo>
                <a:lnTo>
                  <a:pt x="967" y="1588"/>
                </a:lnTo>
                <a:lnTo>
                  <a:pt x="966" y="1588"/>
                </a:lnTo>
                <a:lnTo>
                  <a:pt x="965" y="1589"/>
                </a:lnTo>
                <a:lnTo>
                  <a:pt x="962" y="1587"/>
                </a:lnTo>
                <a:lnTo>
                  <a:pt x="961" y="1587"/>
                </a:lnTo>
                <a:lnTo>
                  <a:pt x="961" y="1586"/>
                </a:lnTo>
                <a:lnTo>
                  <a:pt x="960" y="1586"/>
                </a:lnTo>
                <a:lnTo>
                  <a:pt x="959" y="1586"/>
                </a:lnTo>
                <a:lnTo>
                  <a:pt x="959" y="1587"/>
                </a:lnTo>
                <a:lnTo>
                  <a:pt x="957" y="1586"/>
                </a:lnTo>
                <a:lnTo>
                  <a:pt x="956" y="1586"/>
                </a:lnTo>
                <a:lnTo>
                  <a:pt x="955" y="1586"/>
                </a:lnTo>
                <a:lnTo>
                  <a:pt x="953" y="1585"/>
                </a:lnTo>
                <a:lnTo>
                  <a:pt x="952" y="1585"/>
                </a:lnTo>
                <a:lnTo>
                  <a:pt x="951" y="1585"/>
                </a:lnTo>
                <a:lnTo>
                  <a:pt x="949" y="1583"/>
                </a:lnTo>
                <a:lnTo>
                  <a:pt x="948" y="1582"/>
                </a:lnTo>
                <a:lnTo>
                  <a:pt x="948" y="1581"/>
                </a:lnTo>
                <a:lnTo>
                  <a:pt x="947" y="1581"/>
                </a:lnTo>
                <a:lnTo>
                  <a:pt x="946" y="1582"/>
                </a:lnTo>
                <a:lnTo>
                  <a:pt x="944" y="1583"/>
                </a:lnTo>
                <a:lnTo>
                  <a:pt x="943" y="1582"/>
                </a:lnTo>
                <a:lnTo>
                  <a:pt x="937" y="1580"/>
                </a:lnTo>
                <a:lnTo>
                  <a:pt x="936" y="1580"/>
                </a:lnTo>
                <a:lnTo>
                  <a:pt x="935" y="1580"/>
                </a:lnTo>
                <a:lnTo>
                  <a:pt x="931" y="1576"/>
                </a:lnTo>
                <a:lnTo>
                  <a:pt x="930" y="1575"/>
                </a:lnTo>
                <a:lnTo>
                  <a:pt x="928" y="1575"/>
                </a:lnTo>
                <a:lnTo>
                  <a:pt x="927" y="1575"/>
                </a:lnTo>
                <a:lnTo>
                  <a:pt x="926" y="1576"/>
                </a:lnTo>
                <a:lnTo>
                  <a:pt x="923" y="1575"/>
                </a:lnTo>
                <a:lnTo>
                  <a:pt x="922" y="1574"/>
                </a:lnTo>
                <a:lnTo>
                  <a:pt x="923" y="1573"/>
                </a:lnTo>
                <a:lnTo>
                  <a:pt x="925" y="1570"/>
                </a:lnTo>
                <a:lnTo>
                  <a:pt x="925" y="1569"/>
                </a:lnTo>
                <a:lnTo>
                  <a:pt x="924" y="1569"/>
                </a:lnTo>
                <a:lnTo>
                  <a:pt x="922" y="1567"/>
                </a:lnTo>
                <a:lnTo>
                  <a:pt x="921" y="1566"/>
                </a:lnTo>
                <a:lnTo>
                  <a:pt x="920" y="1566"/>
                </a:lnTo>
                <a:lnTo>
                  <a:pt x="919" y="1565"/>
                </a:lnTo>
                <a:lnTo>
                  <a:pt x="918" y="1564"/>
                </a:lnTo>
                <a:lnTo>
                  <a:pt x="917" y="1564"/>
                </a:lnTo>
                <a:lnTo>
                  <a:pt x="917" y="1563"/>
                </a:lnTo>
                <a:lnTo>
                  <a:pt x="917" y="1561"/>
                </a:lnTo>
                <a:lnTo>
                  <a:pt x="916" y="1561"/>
                </a:lnTo>
                <a:lnTo>
                  <a:pt x="916" y="1560"/>
                </a:lnTo>
                <a:lnTo>
                  <a:pt x="915" y="1560"/>
                </a:lnTo>
                <a:lnTo>
                  <a:pt x="913" y="1559"/>
                </a:lnTo>
                <a:lnTo>
                  <a:pt x="911" y="1559"/>
                </a:lnTo>
                <a:lnTo>
                  <a:pt x="910" y="1559"/>
                </a:lnTo>
                <a:lnTo>
                  <a:pt x="910" y="1558"/>
                </a:lnTo>
                <a:lnTo>
                  <a:pt x="909" y="1558"/>
                </a:lnTo>
                <a:lnTo>
                  <a:pt x="907" y="1558"/>
                </a:lnTo>
                <a:lnTo>
                  <a:pt x="906" y="1557"/>
                </a:lnTo>
                <a:lnTo>
                  <a:pt x="905" y="1556"/>
                </a:lnTo>
                <a:lnTo>
                  <a:pt x="904" y="1556"/>
                </a:lnTo>
                <a:lnTo>
                  <a:pt x="904" y="1555"/>
                </a:lnTo>
                <a:lnTo>
                  <a:pt x="903" y="1554"/>
                </a:lnTo>
                <a:lnTo>
                  <a:pt x="902" y="1553"/>
                </a:lnTo>
                <a:lnTo>
                  <a:pt x="901" y="1553"/>
                </a:lnTo>
                <a:lnTo>
                  <a:pt x="900" y="1553"/>
                </a:lnTo>
                <a:lnTo>
                  <a:pt x="899" y="1553"/>
                </a:lnTo>
                <a:lnTo>
                  <a:pt x="898" y="1553"/>
                </a:lnTo>
                <a:lnTo>
                  <a:pt x="897" y="1553"/>
                </a:lnTo>
                <a:lnTo>
                  <a:pt x="897" y="1554"/>
                </a:lnTo>
                <a:lnTo>
                  <a:pt x="897" y="1555"/>
                </a:lnTo>
                <a:lnTo>
                  <a:pt x="889" y="1556"/>
                </a:lnTo>
                <a:lnTo>
                  <a:pt x="889" y="1557"/>
                </a:lnTo>
                <a:lnTo>
                  <a:pt x="888" y="1557"/>
                </a:lnTo>
                <a:lnTo>
                  <a:pt x="886" y="1557"/>
                </a:lnTo>
                <a:lnTo>
                  <a:pt x="882" y="1556"/>
                </a:lnTo>
                <a:lnTo>
                  <a:pt x="881" y="1556"/>
                </a:lnTo>
                <a:lnTo>
                  <a:pt x="878" y="1555"/>
                </a:lnTo>
                <a:lnTo>
                  <a:pt x="877" y="1555"/>
                </a:lnTo>
                <a:lnTo>
                  <a:pt x="876" y="1554"/>
                </a:lnTo>
                <a:lnTo>
                  <a:pt x="875" y="1554"/>
                </a:lnTo>
                <a:lnTo>
                  <a:pt x="874" y="1554"/>
                </a:lnTo>
                <a:lnTo>
                  <a:pt x="873" y="1554"/>
                </a:lnTo>
                <a:lnTo>
                  <a:pt x="872" y="1553"/>
                </a:lnTo>
                <a:lnTo>
                  <a:pt x="871" y="1553"/>
                </a:lnTo>
                <a:lnTo>
                  <a:pt x="870" y="1553"/>
                </a:lnTo>
                <a:lnTo>
                  <a:pt x="869" y="1552"/>
                </a:lnTo>
                <a:lnTo>
                  <a:pt x="868" y="1552"/>
                </a:lnTo>
                <a:lnTo>
                  <a:pt x="866" y="1552"/>
                </a:lnTo>
                <a:lnTo>
                  <a:pt x="865" y="1552"/>
                </a:lnTo>
                <a:lnTo>
                  <a:pt x="865" y="1551"/>
                </a:lnTo>
                <a:lnTo>
                  <a:pt x="864" y="1551"/>
                </a:lnTo>
                <a:lnTo>
                  <a:pt x="863" y="1550"/>
                </a:lnTo>
                <a:lnTo>
                  <a:pt x="862" y="1549"/>
                </a:lnTo>
                <a:lnTo>
                  <a:pt x="861" y="1548"/>
                </a:lnTo>
                <a:lnTo>
                  <a:pt x="859" y="1548"/>
                </a:lnTo>
                <a:lnTo>
                  <a:pt x="858" y="1547"/>
                </a:lnTo>
                <a:lnTo>
                  <a:pt x="857" y="1547"/>
                </a:lnTo>
                <a:lnTo>
                  <a:pt x="856" y="1546"/>
                </a:lnTo>
                <a:lnTo>
                  <a:pt x="855" y="1546"/>
                </a:lnTo>
                <a:lnTo>
                  <a:pt x="854" y="1546"/>
                </a:lnTo>
                <a:lnTo>
                  <a:pt x="853" y="1546"/>
                </a:lnTo>
                <a:lnTo>
                  <a:pt x="852" y="1545"/>
                </a:lnTo>
                <a:lnTo>
                  <a:pt x="851" y="1545"/>
                </a:lnTo>
                <a:lnTo>
                  <a:pt x="848" y="1544"/>
                </a:lnTo>
                <a:lnTo>
                  <a:pt x="847" y="1543"/>
                </a:lnTo>
                <a:lnTo>
                  <a:pt x="846" y="1542"/>
                </a:lnTo>
                <a:lnTo>
                  <a:pt x="845" y="1542"/>
                </a:lnTo>
                <a:lnTo>
                  <a:pt x="844" y="1542"/>
                </a:lnTo>
                <a:lnTo>
                  <a:pt x="843" y="1540"/>
                </a:lnTo>
                <a:lnTo>
                  <a:pt x="843" y="1539"/>
                </a:lnTo>
                <a:lnTo>
                  <a:pt x="842" y="1539"/>
                </a:lnTo>
                <a:lnTo>
                  <a:pt x="841" y="1538"/>
                </a:lnTo>
                <a:lnTo>
                  <a:pt x="840" y="1538"/>
                </a:lnTo>
                <a:lnTo>
                  <a:pt x="839" y="1538"/>
                </a:lnTo>
                <a:lnTo>
                  <a:pt x="839" y="1537"/>
                </a:lnTo>
                <a:lnTo>
                  <a:pt x="839" y="1536"/>
                </a:lnTo>
                <a:lnTo>
                  <a:pt x="849" y="1529"/>
                </a:lnTo>
                <a:lnTo>
                  <a:pt x="854" y="1521"/>
                </a:lnTo>
                <a:lnTo>
                  <a:pt x="854" y="1518"/>
                </a:lnTo>
                <a:lnTo>
                  <a:pt x="854" y="1515"/>
                </a:lnTo>
                <a:lnTo>
                  <a:pt x="855" y="1508"/>
                </a:lnTo>
                <a:lnTo>
                  <a:pt x="857" y="1501"/>
                </a:lnTo>
                <a:lnTo>
                  <a:pt x="859" y="1496"/>
                </a:lnTo>
                <a:lnTo>
                  <a:pt x="863" y="1493"/>
                </a:lnTo>
                <a:lnTo>
                  <a:pt x="863" y="1492"/>
                </a:lnTo>
                <a:lnTo>
                  <a:pt x="867" y="1487"/>
                </a:lnTo>
                <a:lnTo>
                  <a:pt x="870" y="1483"/>
                </a:lnTo>
                <a:lnTo>
                  <a:pt x="882" y="1472"/>
                </a:lnTo>
                <a:lnTo>
                  <a:pt x="883" y="1464"/>
                </a:lnTo>
                <a:lnTo>
                  <a:pt x="883" y="1462"/>
                </a:lnTo>
                <a:lnTo>
                  <a:pt x="883" y="1461"/>
                </a:lnTo>
                <a:lnTo>
                  <a:pt x="882" y="1461"/>
                </a:lnTo>
                <a:lnTo>
                  <a:pt x="880" y="1460"/>
                </a:lnTo>
                <a:lnTo>
                  <a:pt x="879" y="1459"/>
                </a:lnTo>
                <a:lnTo>
                  <a:pt x="878" y="1459"/>
                </a:lnTo>
                <a:lnTo>
                  <a:pt x="877" y="1459"/>
                </a:lnTo>
                <a:lnTo>
                  <a:pt x="876" y="1458"/>
                </a:lnTo>
                <a:lnTo>
                  <a:pt x="875" y="1458"/>
                </a:lnTo>
                <a:lnTo>
                  <a:pt x="874" y="1458"/>
                </a:lnTo>
                <a:lnTo>
                  <a:pt x="874" y="1457"/>
                </a:lnTo>
                <a:lnTo>
                  <a:pt x="873" y="1457"/>
                </a:lnTo>
                <a:lnTo>
                  <a:pt x="873" y="1456"/>
                </a:lnTo>
                <a:lnTo>
                  <a:pt x="873" y="1455"/>
                </a:lnTo>
                <a:lnTo>
                  <a:pt x="872" y="1455"/>
                </a:lnTo>
                <a:lnTo>
                  <a:pt x="872" y="1454"/>
                </a:lnTo>
                <a:lnTo>
                  <a:pt x="872" y="1453"/>
                </a:lnTo>
                <a:lnTo>
                  <a:pt x="871" y="1453"/>
                </a:lnTo>
                <a:lnTo>
                  <a:pt x="871" y="1452"/>
                </a:lnTo>
                <a:lnTo>
                  <a:pt x="871" y="1451"/>
                </a:lnTo>
                <a:lnTo>
                  <a:pt x="871" y="1450"/>
                </a:lnTo>
                <a:lnTo>
                  <a:pt x="870" y="1450"/>
                </a:lnTo>
                <a:lnTo>
                  <a:pt x="870" y="1449"/>
                </a:lnTo>
                <a:lnTo>
                  <a:pt x="870" y="1448"/>
                </a:lnTo>
                <a:lnTo>
                  <a:pt x="870" y="1447"/>
                </a:lnTo>
                <a:lnTo>
                  <a:pt x="869" y="1446"/>
                </a:lnTo>
                <a:lnTo>
                  <a:pt x="869" y="1445"/>
                </a:lnTo>
                <a:lnTo>
                  <a:pt x="868" y="1444"/>
                </a:lnTo>
                <a:lnTo>
                  <a:pt x="867" y="1443"/>
                </a:lnTo>
                <a:lnTo>
                  <a:pt x="866" y="1442"/>
                </a:lnTo>
                <a:lnTo>
                  <a:pt x="867" y="1441"/>
                </a:lnTo>
                <a:lnTo>
                  <a:pt x="868" y="1440"/>
                </a:lnTo>
                <a:lnTo>
                  <a:pt x="868" y="1439"/>
                </a:lnTo>
                <a:lnTo>
                  <a:pt x="868" y="1438"/>
                </a:lnTo>
                <a:lnTo>
                  <a:pt x="868" y="1437"/>
                </a:lnTo>
                <a:lnTo>
                  <a:pt x="867" y="1437"/>
                </a:lnTo>
                <a:lnTo>
                  <a:pt x="868" y="1436"/>
                </a:lnTo>
                <a:lnTo>
                  <a:pt x="868" y="1435"/>
                </a:lnTo>
                <a:lnTo>
                  <a:pt x="868" y="1434"/>
                </a:lnTo>
                <a:lnTo>
                  <a:pt x="867" y="1434"/>
                </a:lnTo>
                <a:lnTo>
                  <a:pt x="867" y="1433"/>
                </a:lnTo>
                <a:lnTo>
                  <a:pt x="867" y="1432"/>
                </a:lnTo>
                <a:lnTo>
                  <a:pt x="867" y="1431"/>
                </a:lnTo>
                <a:lnTo>
                  <a:pt x="867" y="1430"/>
                </a:lnTo>
                <a:lnTo>
                  <a:pt x="866" y="1429"/>
                </a:lnTo>
                <a:lnTo>
                  <a:pt x="865" y="1429"/>
                </a:lnTo>
                <a:lnTo>
                  <a:pt x="863" y="1429"/>
                </a:lnTo>
                <a:lnTo>
                  <a:pt x="863" y="1428"/>
                </a:lnTo>
                <a:lnTo>
                  <a:pt x="863" y="1427"/>
                </a:lnTo>
                <a:lnTo>
                  <a:pt x="862" y="1428"/>
                </a:lnTo>
                <a:lnTo>
                  <a:pt x="861" y="1428"/>
                </a:lnTo>
                <a:lnTo>
                  <a:pt x="859" y="1429"/>
                </a:lnTo>
                <a:lnTo>
                  <a:pt x="858" y="1429"/>
                </a:lnTo>
                <a:lnTo>
                  <a:pt x="858" y="1430"/>
                </a:lnTo>
                <a:lnTo>
                  <a:pt x="857" y="1430"/>
                </a:lnTo>
                <a:lnTo>
                  <a:pt x="856" y="1431"/>
                </a:lnTo>
                <a:lnTo>
                  <a:pt x="855" y="1431"/>
                </a:lnTo>
                <a:lnTo>
                  <a:pt x="854" y="1430"/>
                </a:lnTo>
                <a:lnTo>
                  <a:pt x="853" y="1430"/>
                </a:lnTo>
                <a:lnTo>
                  <a:pt x="852" y="1429"/>
                </a:lnTo>
                <a:lnTo>
                  <a:pt x="850" y="1429"/>
                </a:lnTo>
                <a:lnTo>
                  <a:pt x="847" y="1432"/>
                </a:lnTo>
                <a:lnTo>
                  <a:pt x="846" y="1433"/>
                </a:lnTo>
                <a:lnTo>
                  <a:pt x="843" y="1436"/>
                </a:lnTo>
                <a:lnTo>
                  <a:pt x="841" y="1439"/>
                </a:lnTo>
                <a:lnTo>
                  <a:pt x="840" y="1439"/>
                </a:lnTo>
                <a:lnTo>
                  <a:pt x="839" y="1439"/>
                </a:lnTo>
                <a:lnTo>
                  <a:pt x="839" y="1438"/>
                </a:lnTo>
                <a:lnTo>
                  <a:pt x="836" y="1438"/>
                </a:lnTo>
                <a:lnTo>
                  <a:pt x="835" y="1438"/>
                </a:lnTo>
                <a:lnTo>
                  <a:pt x="834" y="1437"/>
                </a:lnTo>
                <a:lnTo>
                  <a:pt x="831" y="1438"/>
                </a:lnTo>
                <a:lnTo>
                  <a:pt x="829" y="1438"/>
                </a:lnTo>
                <a:lnTo>
                  <a:pt x="828" y="1438"/>
                </a:lnTo>
                <a:lnTo>
                  <a:pt x="827" y="1438"/>
                </a:lnTo>
                <a:lnTo>
                  <a:pt x="824" y="1438"/>
                </a:lnTo>
                <a:lnTo>
                  <a:pt x="824" y="1439"/>
                </a:lnTo>
                <a:lnTo>
                  <a:pt x="823" y="1439"/>
                </a:lnTo>
                <a:lnTo>
                  <a:pt x="822" y="1439"/>
                </a:lnTo>
                <a:lnTo>
                  <a:pt x="821" y="1439"/>
                </a:lnTo>
                <a:lnTo>
                  <a:pt x="820" y="1440"/>
                </a:lnTo>
                <a:lnTo>
                  <a:pt x="820" y="1441"/>
                </a:lnTo>
                <a:lnTo>
                  <a:pt x="821" y="1442"/>
                </a:lnTo>
                <a:lnTo>
                  <a:pt x="821" y="1443"/>
                </a:lnTo>
                <a:lnTo>
                  <a:pt x="821" y="1444"/>
                </a:lnTo>
                <a:lnTo>
                  <a:pt x="821" y="1445"/>
                </a:lnTo>
                <a:lnTo>
                  <a:pt x="820" y="1446"/>
                </a:lnTo>
                <a:lnTo>
                  <a:pt x="821" y="1447"/>
                </a:lnTo>
                <a:lnTo>
                  <a:pt x="821" y="1448"/>
                </a:lnTo>
                <a:lnTo>
                  <a:pt x="822" y="1448"/>
                </a:lnTo>
                <a:lnTo>
                  <a:pt x="822" y="1451"/>
                </a:lnTo>
                <a:lnTo>
                  <a:pt x="821" y="1452"/>
                </a:lnTo>
                <a:lnTo>
                  <a:pt x="821" y="1453"/>
                </a:lnTo>
                <a:lnTo>
                  <a:pt x="820" y="1453"/>
                </a:lnTo>
                <a:lnTo>
                  <a:pt x="818" y="1453"/>
                </a:lnTo>
                <a:lnTo>
                  <a:pt x="816" y="1453"/>
                </a:lnTo>
                <a:lnTo>
                  <a:pt x="815" y="1453"/>
                </a:lnTo>
                <a:lnTo>
                  <a:pt x="814" y="1453"/>
                </a:lnTo>
                <a:lnTo>
                  <a:pt x="813" y="1453"/>
                </a:lnTo>
                <a:lnTo>
                  <a:pt x="813" y="1452"/>
                </a:lnTo>
                <a:lnTo>
                  <a:pt x="812" y="1452"/>
                </a:lnTo>
                <a:lnTo>
                  <a:pt x="811" y="1451"/>
                </a:lnTo>
                <a:lnTo>
                  <a:pt x="810" y="1451"/>
                </a:lnTo>
                <a:lnTo>
                  <a:pt x="809" y="1451"/>
                </a:lnTo>
                <a:lnTo>
                  <a:pt x="808" y="1452"/>
                </a:lnTo>
                <a:lnTo>
                  <a:pt x="808" y="1453"/>
                </a:lnTo>
                <a:lnTo>
                  <a:pt x="807" y="1454"/>
                </a:lnTo>
                <a:lnTo>
                  <a:pt x="806" y="1454"/>
                </a:lnTo>
                <a:lnTo>
                  <a:pt x="805" y="1455"/>
                </a:lnTo>
                <a:lnTo>
                  <a:pt x="806" y="1455"/>
                </a:lnTo>
                <a:lnTo>
                  <a:pt x="805" y="1456"/>
                </a:lnTo>
                <a:lnTo>
                  <a:pt x="805" y="1457"/>
                </a:lnTo>
                <a:lnTo>
                  <a:pt x="805" y="1458"/>
                </a:lnTo>
                <a:lnTo>
                  <a:pt x="804" y="1458"/>
                </a:lnTo>
                <a:lnTo>
                  <a:pt x="804" y="1459"/>
                </a:lnTo>
                <a:lnTo>
                  <a:pt x="804" y="1460"/>
                </a:lnTo>
                <a:lnTo>
                  <a:pt x="803" y="1460"/>
                </a:lnTo>
                <a:lnTo>
                  <a:pt x="803" y="1461"/>
                </a:lnTo>
                <a:lnTo>
                  <a:pt x="803" y="1462"/>
                </a:lnTo>
                <a:lnTo>
                  <a:pt x="803" y="1463"/>
                </a:lnTo>
                <a:lnTo>
                  <a:pt x="802" y="1464"/>
                </a:lnTo>
                <a:lnTo>
                  <a:pt x="803" y="1465"/>
                </a:lnTo>
                <a:lnTo>
                  <a:pt x="803" y="1466"/>
                </a:lnTo>
                <a:lnTo>
                  <a:pt x="802" y="1467"/>
                </a:lnTo>
                <a:lnTo>
                  <a:pt x="802" y="1468"/>
                </a:lnTo>
                <a:lnTo>
                  <a:pt x="801" y="1468"/>
                </a:lnTo>
                <a:lnTo>
                  <a:pt x="801" y="1469"/>
                </a:lnTo>
                <a:lnTo>
                  <a:pt x="801" y="1470"/>
                </a:lnTo>
                <a:lnTo>
                  <a:pt x="800" y="1470"/>
                </a:lnTo>
                <a:lnTo>
                  <a:pt x="800" y="1471"/>
                </a:lnTo>
                <a:lnTo>
                  <a:pt x="799" y="1471"/>
                </a:lnTo>
                <a:lnTo>
                  <a:pt x="798" y="1471"/>
                </a:lnTo>
                <a:lnTo>
                  <a:pt x="798" y="1472"/>
                </a:lnTo>
                <a:lnTo>
                  <a:pt x="797" y="1472"/>
                </a:lnTo>
                <a:lnTo>
                  <a:pt x="796" y="1473"/>
                </a:lnTo>
                <a:lnTo>
                  <a:pt x="795" y="1473"/>
                </a:lnTo>
                <a:lnTo>
                  <a:pt x="795" y="1474"/>
                </a:lnTo>
                <a:lnTo>
                  <a:pt x="796" y="1474"/>
                </a:lnTo>
                <a:lnTo>
                  <a:pt x="796" y="1475"/>
                </a:lnTo>
                <a:lnTo>
                  <a:pt x="795" y="1475"/>
                </a:lnTo>
                <a:lnTo>
                  <a:pt x="794" y="1475"/>
                </a:lnTo>
                <a:lnTo>
                  <a:pt x="793" y="1477"/>
                </a:lnTo>
                <a:lnTo>
                  <a:pt x="793" y="1478"/>
                </a:lnTo>
                <a:lnTo>
                  <a:pt x="794" y="1479"/>
                </a:lnTo>
                <a:lnTo>
                  <a:pt x="794" y="1480"/>
                </a:lnTo>
                <a:lnTo>
                  <a:pt x="795" y="1480"/>
                </a:lnTo>
                <a:lnTo>
                  <a:pt x="796" y="1480"/>
                </a:lnTo>
                <a:lnTo>
                  <a:pt x="795" y="1481"/>
                </a:lnTo>
                <a:lnTo>
                  <a:pt x="795" y="1482"/>
                </a:lnTo>
                <a:lnTo>
                  <a:pt x="794" y="1482"/>
                </a:lnTo>
                <a:lnTo>
                  <a:pt x="793" y="1483"/>
                </a:lnTo>
                <a:lnTo>
                  <a:pt x="791" y="1485"/>
                </a:lnTo>
                <a:lnTo>
                  <a:pt x="790" y="1485"/>
                </a:lnTo>
                <a:lnTo>
                  <a:pt x="789" y="1486"/>
                </a:lnTo>
                <a:lnTo>
                  <a:pt x="789" y="1487"/>
                </a:lnTo>
                <a:lnTo>
                  <a:pt x="790" y="1487"/>
                </a:lnTo>
                <a:lnTo>
                  <a:pt x="789" y="1487"/>
                </a:lnTo>
                <a:lnTo>
                  <a:pt x="787" y="1488"/>
                </a:lnTo>
                <a:lnTo>
                  <a:pt x="786" y="1488"/>
                </a:lnTo>
                <a:lnTo>
                  <a:pt x="786" y="1489"/>
                </a:lnTo>
                <a:lnTo>
                  <a:pt x="786" y="1490"/>
                </a:lnTo>
                <a:lnTo>
                  <a:pt x="787" y="1490"/>
                </a:lnTo>
                <a:lnTo>
                  <a:pt x="787" y="1491"/>
                </a:lnTo>
                <a:lnTo>
                  <a:pt x="786" y="1492"/>
                </a:lnTo>
                <a:lnTo>
                  <a:pt x="787" y="1493"/>
                </a:lnTo>
                <a:lnTo>
                  <a:pt x="787" y="1494"/>
                </a:lnTo>
                <a:lnTo>
                  <a:pt x="787" y="1495"/>
                </a:lnTo>
                <a:lnTo>
                  <a:pt x="786" y="1495"/>
                </a:lnTo>
                <a:lnTo>
                  <a:pt x="786" y="1496"/>
                </a:lnTo>
                <a:lnTo>
                  <a:pt x="785" y="1496"/>
                </a:lnTo>
                <a:lnTo>
                  <a:pt x="785" y="1497"/>
                </a:lnTo>
                <a:lnTo>
                  <a:pt x="786" y="1498"/>
                </a:lnTo>
                <a:lnTo>
                  <a:pt x="786" y="1499"/>
                </a:lnTo>
                <a:lnTo>
                  <a:pt x="785" y="1500"/>
                </a:lnTo>
                <a:lnTo>
                  <a:pt x="784" y="1500"/>
                </a:lnTo>
                <a:lnTo>
                  <a:pt x="784" y="1501"/>
                </a:lnTo>
                <a:lnTo>
                  <a:pt x="784" y="1502"/>
                </a:lnTo>
                <a:lnTo>
                  <a:pt x="783" y="1502"/>
                </a:lnTo>
                <a:lnTo>
                  <a:pt x="782" y="1504"/>
                </a:lnTo>
                <a:lnTo>
                  <a:pt x="782" y="1505"/>
                </a:lnTo>
                <a:lnTo>
                  <a:pt x="782" y="1506"/>
                </a:lnTo>
                <a:lnTo>
                  <a:pt x="783" y="1507"/>
                </a:lnTo>
                <a:lnTo>
                  <a:pt x="783" y="1508"/>
                </a:lnTo>
                <a:lnTo>
                  <a:pt x="784" y="1508"/>
                </a:lnTo>
                <a:lnTo>
                  <a:pt x="784" y="1509"/>
                </a:lnTo>
                <a:lnTo>
                  <a:pt x="784" y="1510"/>
                </a:lnTo>
                <a:lnTo>
                  <a:pt x="783" y="1510"/>
                </a:lnTo>
                <a:lnTo>
                  <a:pt x="782" y="1510"/>
                </a:lnTo>
                <a:lnTo>
                  <a:pt x="782" y="1511"/>
                </a:lnTo>
                <a:lnTo>
                  <a:pt x="782" y="1512"/>
                </a:lnTo>
                <a:lnTo>
                  <a:pt x="783" y="1512"/>
                </a:lnTo>
                <a:lnTo>
                  <a:pt x="783" y="1513"/>
                </a:lnTo>
                <a:lnTo>
                  <a:pt x="783" y="1514"/>
                </a:lnTo>
                <a:lnTo>
                  <a:pt x="783" y="1515"/>
                </a:lnTo>
                <a:lnTo>
                  <a:pt x="783" y="1516"/>
                </a:lnTo>
                <a:lnTo>
                  <a:pt x="782" y="1516"/>
                </a:lnTo>
                <a:lnTo>
                  <a:pt x="781" y="1517"/>
                </a:lnTo>
                <a:lnTo>
                  <a:pt x="781" y="1518"/>
                </a:lnTo>
                <a:lnTo>
                  <a:pt x="781" y="1519"/>
                </a:lnTo>
                <a:lnTo>
                  <a:pt x="781" y="1520"/>
                </a:lnTo>
                <a:lnTo>
                  <a:pt x="781" y="1521"/>
                </a:lnTo>
                <a:lnTo>
                  <a:pt x="781" y="1522"/>
                </a:lnTo>
                <a:lnTo>
                  <a:pt x="781" y="1523"/>
                </a:lnTo>
                <a:lnTo>
                  <a:pt x="782" y="1523"/>
                </a:lnTo>
                <a:lnTo>
                  <a:pt x="782" y="1524"/>
                </a:lnTo>
                <a:lnTo>
                  <a:pt x="781" y="1525"/>
                </a:lnTo>
                <a:lnTo>
                  <a:pt x="781" y="1524"/>
                </a:lnTo>
                <a:lnTo>
                  <a:pt x="780" y="1524"/>
                </a:lnTo>
                <a:lnTo>
                  <a:pt x="780" y="1525"/>
                </a:lnTo>
                <a:lnTo>
                  <a:pt x="780" y="1526"/>
                </a:lnTo>
                <a:lnTo>
                  <a:pt x="780" y="1527"/>
                </a:lnTo>
                <a:lnTo>
                  <a:pt x="780" y="1528"/>
                </a:lnTo>
                <a:lnTo>
                  <a:pt x="780" y="1529"/>
                </a:lnTo>
                <a:lnTo>
                  <a:pt x="781" y="1529"/>
                </a:lnTo>
                <a:lnTo>
                  <a:pt x="781" y="1530"/>
                </a:lnTo>
                <a:lnTo>
                  <a:pt x="780" y="1530"/>
                </a:lnTo>
                <a:lnTo>
                  <a:pt x="779" y="1531"/>
                </a:lnTo>
                <a:lnTo>
                  <a:pt x="779" y="1532"/>
                </a:lnTo>
                <a:lnTo>
                  <a:pt x="780" y="1534"/>
                </a:lnTo>
                <a:lnTo>
                  <a:pt x="781" y="1535"/>
                </a:lnTo>
                <a:lnTo>
                  <a:pt x="781" y="1536"/>
                </a:lnTo>
                <a:lnTo>
                  <a:pt x="782" y="1537"/>
                </a:lnTo>
                <a:lnTo>
                  <a:pt x="783" y="1539"/>
                </a:lnTo>
                <a:lnTo>
                  <a:pt x="783" y="1540"/>
                </a:lnTo>
                <a:lnTo>
                  <a:pt x="782" y="1542"/>
                </a:lnTo>
                <a:lnTo>
                  <a:pt x="781" y="1543"/>
                </a:lnTo>
                <a:lnTo>
                  <a:pt x="781" y="1544"/>
                </a:lnTo>
                <a:lnTo>
                  <a:pt x="781" y="1545"/>
                </a:lnTo>
                <a:lnTo>
                  <a:pt x="780" y="1546"/>
                </a:lnTo>
                <a:lnTo>
                  <a:pt x="780" y="1547"/>
                </a:lnTo>
                <a:lnTo>
                  <a:pt x="779" y="1547"/>
                </a:lnTo>
                <a:lnTo>
                  <a:pt x="778" y="1547"/>
                </a:lnTo>
                <a:lnTo>
                  <a:pt x="776" y="1548"/>
                </a:lnTo>
                <a:lnTo>
                  <a:pt x="775" y="1549"/>
                </a:lnTo>
                <a:lnTo>
                  <a:pt x="775" y="1552"/>
                </a:lnTo>
                <a:lnTo>
                  <a:pt x="775" y="1553"/>
                </a:lnTo>
                <a:lnTo>
                  <a:pt x="775" y="1554"/>
                </a:lnTo>
                <a:lnTo>
                  <a:pt x="774" y="1557"/>
                </a:lnTo>
                <a:lnTo>
                  <a:pt x="775" y="1557"/>
                </a:lnTo>
                <a:lnTo>
                  <a:pt x="775" y="1559"/>
                </a:lnTo>
                <a:lnTo>
                  <a:pt x="776" y="1561"/>
                </a:lnTo>
                <a:lnTo>
                  <a:pt x="776" y="1562"/>
                </a:lnTo>
                <a:lnTo>
                  <a:pt x="777" y="1563"/>
                </a:lnTo>
                <a:lnTo>
                  <a:pt x="778" y="1564"/>
                </a:lnTo>
                <a:lnTo>
                  <a:pt x="778" y="1565"/>
                </a:lnTo>
                <a:lnTo>
                  <a:pt x="779" y="1565"/>
                </a:lnTo>
                <a:lnTo>
                  <a:pt x="779" y="1566"/>
                </a:lnTo>
                <a:lnTo>
                  <a:pt x="780" y="1567"/>
                </a:lnTo>
                <a:lnTo>
                  <a:pt x="781" y="1568"/>
                </a:lnTo>
                <a:lnTo>
                  <a:pt x="781" y="1569"/>
                </a:lnTo>
                <a:lnTo>
                  <a:pt x="780" y="1570"/>
                </a:lnTo>
                <a:lnTo>
                  <a:pt x="779" y="1573"/>
                </a:lnTo>
                <a:lnTo>
                  <a:pt x="778" y="1573"/>
                </a:lnTo>
                <a:lnTo>
                  <a:pt x="777" y="1573"/>
                </a:lnTo>
                <a:lnTo>
                  <a:pt x="777" y="1574"/>
                </a:lnTo>
                <a:lnTo>
                  <a:pt x="777" y="1575"/>
                </a:lnTo>
                <a:lnTo>
                  <a:pt x="777" y="1576"/>
                </a:lnTo>
                <a:lnTo>
                  <a:pt x="777" y="1577"/>
                </a:lnTo>
                <a:lnTo>
                  <a:pt x="777" y="1578"/>
                </a:lnTo>
                <a:lnTo>
                  <a:pt x="777" y="1579"/>
                </a:lnTo>
                <a:lnTo>
                  <a:pt x="778" y="1580"/>
                </a:lnTo>
                <a:lnTo>
                  <a:pt x="778" y="1581"/>
                </a:lnTo>
                <a:lnTo>
                  <a:pt x="778" y="1582"/>
                </a:lnTo>
                <a:lnTo>
                  <a:pt x="778" y="1583"/>
                </a:lnTo>
                <a:lnTo>
                  <a:pt x="778" y="1584"/>
                </a:lnTo>
                <a:lnTo>
                  <a:pt x="777" y="1584"/>
                </a:lnTo>
                <a:lnTo>
                  <a:pt x="777" y="1585"/>
                </a:lnTo>
                <a:lnTo>
                  <a:pt x="776" y="1586"/>
                </a:lnTo>
                <a:lnTo>
                  <a:pt x="775" y="1588"/>
                </a:lnTo>
                <a:lnTo>
                  <a:pt x="775" y="1590"/>
                </a:lnTo>
                <a:lnTo>
                  <a:pt x="774" y="1590"/>
                </a:lnTo>
                <a:lnTo>
                  <a:pt x="773" y="1590"/>
                </a:lnTo>
                <a:lnTo>
                  <a:pt x="772" y="1590"/>
                </a:lnTo>
                <a:lnTo>
                  <a:pt x="771" y="1590"/>
                </a:lnTo>
                <a:lnTo>
                  <a:pt x="770" y="1591"/>
                </a:lnTo>
                <a:lnTo>
                  <a:pt x="768" y="1591"/>
                </a:lnTo>
                <a:lnTo>
                  <a:pt x="767" y="1592"/>
                </a:lnTo>
                <a:lnTo>
                  <a:pt x="765" y="1593"/>
                </a:lnTo>
                <a:lnTo>
                  <a:pt x="765" y="1592"/>
                </a:lnTo>
                <a:lnTo>
                  <a:pt x="764" y="1592"/>
                </a:lnTo>
                <a:lnTo>
                  <a:pt x="763" y="1592"/>
                </a:lnTo>
                <a:lnTo>
                  <a:pt x="762" y="1592"/>
                </a:lnTo>
                <a:lnTo>
                  <a:pt x="761" y="1592"/>
                </a:lnTo>
                <a:lnTo>
                  <a:pt x="761" y="1594"/>
                </a:lnTo>
                <a:lnTo>
                  <a:pt x="761" y="1598"/>
                </a:lnTo>
                <a:lnTo>
                  <a:pt x="759" y="1599"/>
                </a:lnTo>
                <a:lnTo>
                  <a:pt x="758" y="1599"/>
                </a:lnTo>
                <a:lnTo>
                  <a:pt x="757" y="1600"/>
                </a:lnTo>
                <a:lnTo>
                  <a:pt x="756" y="1600"/>
                </a:lnTo>
                <a:lnTo>
                  <a:pt x="751" y="1600"/>
                </a:lnTo>
                <a:lnTo>
                  <a:pt x="748" y="1600"/>
                </a:lnTo>
                <a:lnTo>
                  <a:pt x="746" y="1600"/>
                </a:lnTo>
                <a:lnTo>
                  <a:pt x="741" y="1599"/>
                </a:lnTo>
                <a:lnTo>
                  <a:pt x="739" y="1598"/>
                </a:lnTo>
                <a:lnTo>
                  <a:pt x="738" y="1598"/>
                </a:lnTo>
                <a:lnTo>
                  <a:pt x="735" y="1599"/>
                </a:lnTo>
                <a:lnTo>
                  <a:pt x="729" y="1601"/>
                </a:lnTo>
                <a:lnTo>
                  <a:pt x="727" y="1603"/>
                </a:lnTo>
                <a:lnTo>
                  <a:pt x="724" y="1603"/>
                </a:lnTo>
                <a:lnTo>
                  <a:pt x="721" y="1604"/>
                </a:lnTo>
                <a:lnTo>
                  <a:pt x="720" y="1604"/>
                </a:lnTo>
                <a:lnTo>
                  <a:pt x="714" y="1608"/>
                </a:lnTo>
                <a:lnTo>
                  <a:pt x="709" y="1612"/>
                </a:lnTo>
                <a:lnTo>
                  <a:pt x="707" y="1612"/>
                </a:lnTo>
                <a:lnTo>
                  <a:pt x="706" y="1612"/>
                </a:lnTo>
                <a:lnTo>
                  <a:pt x="698" y="1613"/>
                </a:lnTo>
                <a:lnTo>
                  <a:pt x="697" y="1613"/>
                </a:lnTo>
                <a:lnTo>
                  <a:pt x="693" y="1613"/>
                </a:lnTo>
                <a:lnTo>
                  <a:pt x="690" y="1615"/>
                </a:lnTo>
                <a:lnTo>
                  <a:pt x="688" y="1616"/>
                </a:lnTo>
                <a:lnTo>
                  <a:pt x="683" y="1617"/>
                </a:lnTo>
                <a:lnTo>
                  <a:pt x="671" y="1618"/>
                </a:lnTo>
                <a:lnTo>
                  <a:pt x="661" y="1619"/>
                </a:lnTo>
                <a:lnTo>
                  <a:pt x="654" y="1619"/>
                </a:lnTo>
                <a:lnTo>
                  <a:pt x="653" y="1619"/>
                </a:lnTo>
                <a:lnTo>
                  <a:pt x="652" y="1622"/>
                </a:lnTo>
                <a:lnTo>
                  <a:pt x="652" y="1624"/>
                </a:lnTo>
                <a:lnTo>
                  <a:pt x="651" y="1624"/>
                </a:lnTo>
                <a:lnTo>
                  <a:pt x="649" y="1624"/>
                </a:lnTo>
                <a:lnTo>
                  <a:pt x="648" y="1624"/>
                </a:lnTo>
                <a:lnTo>
                  <a:pt x="648" y="1625"/>
                </a:lnTo>
                <a:lnTo>
                  <a:pt x="647" y="1625"/>
                </a:lnTo>
                <a:lnTo>
                  <a:pt x="646" y="1626"/>
                </a:lnTo>
                <a:lnTo>
                  <a:pt x="645" y="1626"/>
                </a:lnTo>
                <a:lnTo>
                  <a:pt x="644" y="1626"/>
                </a:lnTo>
                <a:lnTo>
                  <a:pt x="643" y="1626"/>
                </a:lnTo>
                <a:lnTo>
                  <a:pt x="641" y="1628"/>
                </a:lnTo>
                <a:lnTo>
                  <a:pt x="641" y="1627"/>
                </a:lnTo>
                <a:lnTo>
                  <a:pt x="637" y="1629"/>
                </a:lnTo>
                <a:lnTo>
                  <a:pt x="632" y="1630"/>
                </a:lnTo>
                <a:lnTo>
                  <a:pt x="622" y="1623"/>
                </a:lnTo>
                <a:lnTo>
                  <a:pt x="616" y="1618"/>
                </a:lnTo>
                <a:lnTo>
                  <a:pt x="610" y="1613"/>
                </a:lnTo>
                <a:lnTo>
                  <a:pt x="604" y="1609"/>
                </a:lnTo>
                <a:lnTo>
                  <a:pt x="601" y="1605"/>
                </a:lnTo>
                <a:lnTo>
                  <a:pt x="599" y="1603"/>
                </a:lnTo>
                <a:lnTo>
                  <a:pt x="586" y="1591"/>
                </a:lnTo>
                <a:lnTo>
                  <a:pt x="571" y="1586"/>
                </a:lnTo>
                <a:lnTo>
                  <a:pt x="570" y="1586"/>
                </a:lnTo>
                <a:lnTo>
                  <a:pt x="562" y="1584"/>
                </a:lnTo>
                <a:lnTo>
                  <a:pt x="561" y="1583"/>
                </a:lnTo>
                <a:lnTo>
                  <a:pt x="561" y="1581"/>
                </a:lnTo>
                <a:lnTo>
                  <a:pt x="561" y="1580"/>
                </a:lnTo>
                <a:lnTo>
                  <a:pt x="561" y="1579"/>
                </a:lnTo>
                <a:lnTo>
                  <a:pt x="560" y="1578"/>
                </a:lnTo>
                <a:lnTo>
                  <a:pt x="560" y="1577"/>
                </a:lnTo>
                <a:lnTo>
                  <a:pt x="560" y="1576"/>
                </a:lnTo>
                <a:lnTo>
                  <a:pt x="560" y="1574"/>
                </a:lnTo>
                <a:lnTo>
                  <a:pt x="560" y="1573"/>
                </a:lnTo>
                <a:lnTo>
                  <a:pt x="559" y="1573"/>
                </a:lnTo>
                <a:lnTo>
                  <a:pt x="559" y="1572"/>
                </a:lnTo>
                <a:lnTo>
                  <a:pt x="558" y="1569"/>
                </a:lnTo>
                <a:lnTo>
                  <a:pt x="558" y="1567"/>
                </a:lnTo>
                <a:lnTo>
                  <a:pt x="557" y="1566"/>
                </a:lnTo>
                <a:lnTo>
                  <a:pt x="557" y="1565"/>
                </a:lnTo>
                <a:lnTo>
                  <a:pt x="558" y="1565"/>
                </a:lnTo>
                <a:lnTo>
                  <a:pt x="558" y="1564"/>
                </a:lnTo>
                <a:lnTo>
                  <a:pt x="558" y="1562"/>
                </a:lnTo>
                <a:lnTo>
                  <a:pt x="559" y="1560"/>
                </a:lnTo>
                <a:lnTo>
                  <a:pt x="570" y="1555"/>
                </a:lnTo>
                <a:lnTo>
                  <a:pt x="575" y="1553"/>
                </a:lnTo>
                <a:lnTo>
                  <a:pt x="568" y="1535"/>
                </a:lnTo>
                <a:lnTo>
                  <a:pt x="567" y="1533"/>
                </a:lnTo>
                <a:lnTo>
                  <a:pt x="565" y="1530"/>
                </a:lnTo>
                <a:lnTo>
                  <a:pt x="564" y="1529"/>
                </a:lnTo>
                <a:lnTo>
                  <a:pt x="563" y="1528"/>
                </a:lnTo>
                <a:lnTo>
                  <a:pt x="570" y="1523"/>
                </a:lnTo>
                <a:lnTo>
                  <a:pt x="571" y="1523"/>
                </a:lnTo>
                <a:lnTo>
                  <a:pt x="578" y="1519"/>
                </a:lnTo>
                <a:lnTo>
                  <a:pt x="603" y="1503"/>
                </a:lnTo>
                <a:lnTo>
                  <a:pt x="606" y="1498"/>
                </a:lnTo>
                <a:lnTo>
                  <a:pt x="608" y="1495"/>
                </a:lnTo>
                <a:lnTo>
                  <a:pt x="609" y="1493"/>
                </a:lnTo>
                <a:lnTo>
                  <a:pt x="616" y="1483"/>
                </a:lnTo>
                <a:lnTo>
                  <a:pt x="618" y="1478"/>
                </a:lnTo>
                <a:lnTo>
                  <a:pt x="631" y="1473"/>
                </a:lnTo>
                <a:lnTo>
                  <a:pt x="633" y="1468"/>
                </a:lnTo>
                <a:lnTo>
                  <a:pt x="633" y="1467"/>
                </a:lnTo>
                <a:lnTo>
                  <a:pt x="633" y="1466"/>
                </a:lnTo>
                <a:lnTo>
                  <a:pt x="632" y="1462"/>
                </a:lnTo>
                <a:lnTo>
                  <a:pt x="633" y="1461"/>
                </a:lnTo>
                <a:lnTo>
                  <a:pt x="633" y="1460"/>
                </a:lnTo>
                <a:lnTo>
                  <a:pt x="633" y="1458"/>
                </a:lnTo>
                <a:lnTo>
                  <a:pt x="631" y="1451"/>
                </a:lnTo>
                <a:lnTo>
                  <a:pt x="624" y="1442"/>
                </a:lnTo>
                <a:lnTo>
                  <a:pt x="619" y="1436"/>
                </a:lnTo>
                <a:lnTo>
                  <a:pt x="621" y="1433"/>
                </a:lnTo>
                <a:lnTo>
                  <a:pt x="623" y="1424"/>
                </a:lnTo>
                <a:lnTo>
                  <a:pt x="616" y="1421"/>
                </a:lnTo>
                <a:lnTo>
                  <a:pt x="610" y="1420"/>
                </a:lnTo>
                <a:lnTo>
                  <a:pt x="602" y="1420"/>
                </a:lnTo>
                <a:lnTo>
                  <a:pt x="569" y="1429"/>
                </a:lnTo>
                <a:lnTo>
                  <a:pt x="558" y="1433"/>
                </a:lnTo>
                <a:lnTo>
                  <a:pt x="556" y="1433"/>
                </a:lnTo>
                <a:lnTo>
                  <a:pt x="551" y="1437"/>
                </a:lnTo>
                <a:lnTo>
                  <a:pt x="549" y="1440"/>
                </a:lnTo>
                <a:lnTo>
                  <a:pt x="545" y="1442"/>
                </a:lnTo>
                <a:lnTo>
                  <a:pt x="541" y="1446"/>
                </a:lnTo>
                <a:lnTo>
                  <a:pt x="538" y="1447"/>
                </a:lnTo>
                <a:lnTo>
                  <a:pt x="526" y="1457"/>
                </a:lnTo>
                <a:lnTo>
                  <a:pt x="525" y="1457"/>
                </a:lnTo>
                <a:lnTo>
                  <a:pt x="515" y="1454"/>
                </a:lnTo>
                <a:lnTo>
                  <a:pt x="507" y="1453"/>
                </a:lnTo>
                <a:lnTo>
                  <a:pt x="490" y="1449"/>
                </a:lnTo>
                <a:lnTo>
                  <a:pt x="481" y="1444"/>
                </a:lnTo>
                <a:lnTo>
                  <a:pt x="478" y="1442"/>
                </a:lnTo>
                <a:lnTo>
                  <a:pt x="476" y="1441"/>
                </a:lnTo>
                <a:lnTo>
                  <a:pt x="467" y="1443"/>
                </a:lnTo>
                <a:lnTo>
                  <a:pt x="461" y="1447"/>
                </a:lnTo>
                <a:lnTo>
                  <a:pt x="449" y="1450"/>
                </a:lnTo>
                <a:lnTo>
                  <a:pt x="435" y="1453"/>
                </a:lnTo>
                <a:lnTo>
                  <a:pt x="422" y="1457"/>
                </a:lnTo>
                <a:lnTo>
                  <a:pt x="420" y="1457"/>
                </a:lnTo>
                <a:lnTo>
                  <a:pt x="429" y="1466"/>
                </a:lnTo>
                <a:lnTo>
                  <a:pt x="433" y="1470"/>
                </a:lnTo>
                <a:lnTo>
                  <a:pt x="435" y="1472"/>
                </a:lnTo>
                <a:lnTo>
                  <a:pt x="442" y="1478"/>
                </a:lnTo>
                <a:lnTo>
                  <a:pt x="435" y="1482"/>
                </a:lnTo>
                <a:lnTo>
                  <a:pt x="430" y="1486"/>
                </a:lnTo>
                <a:lnTo>
                  <a:pt x="422" y="1496"/>
                </a:lnTo>
                <a:lnTo>
                  <a:pt x="416" y="1501"/>
                </a:lnTo>
                <a:lnTo>
                  <a:pt x="415" y="1502"/>
                </a:lnTo>
                <a:lnTo>
                  <a:pt x="414" y="1501"/>
                </a:lnTo>
                <a:lnTo>
                  <a:pt x="413" y="1500"/>
                </a:lnTo>
                <a:lnTo>
                  <a:pt x="412" y="1500"/>
                </a:lnTo>
                <a:lnTo>
                  <a:pt x="411" y="1500"/>
                </a:lnTo>
                <a:lnTo>
                  <a:pt x="410" y="1500"/>
                </a:lnTo>
                <a:lnTo>
                  <a:pt x="409" y="1499"/>
                </a:lnTo>
                <a:lnTo>
                  <a:pt x="408" y="1499"/>
                </a:lnTo>
                <a:lnTo>
                  <a:pt x="407" y="1499"/>
                </a:lnTo>
                <a:lnTo>
                  <a:pt x="406" y="1499"/>
                </a:lnTo>
                <a:lnTo>
                  <a:pt x="405" y="1499"/>
                </a:lnTo>
                <a:lnTo>
                  <a:pt x="404" y="1499"/>
                </a:lnTo>
                <a:lnTo>
                  <a:pt x="403" y="1499"/>
                </a:lnTo>
                <a:lnTo>
                  <a:pt x="403" y="1500"/>
                </a:lnTo>
                <a:lnTo>
                  <a:pt x="402" y="1501"/>
                </a:lnTo>
                <a:lnTo>
                  <a:pt x="401" y="1501"/>
                </a:lnTo>
                <a:lnTo>
                  <a:pt x="401" y="1502"/>
                </a:lnTo>
                <a:lnTo>
                  <a:pt x="400" y="1502"/>
                </a:lnTo>
                <a:lnTo>
                  <a:pt x="400" y="1503"/>
                </a:lnTo>
                <a:lnTo>
                  <a:pt x="399" y="1503"/>
                </a:lnTo>
                <a:lnTo>
                  <a:pt x="398" y="1501"/>
                </a:lnTo>
                <a:lnTo>
                  <a:pt x="397" y="1498"/>
                </a:lnTo>
                <a:lnTo>
                  <a:pt x="396" y="1498"/>
                </a:lnTo>
                <a:lnTo>
                  <a:pt x="395" y="1496"/>
                </a:lnTo>
                <a:lnTo>
                  <a:pt x="390" y="1495"/>
                </a:lnTo>
                <a:lnTo>
                  <a:pt x="390" y="1494"/>
                </a:lnTo>
                <a:lnTo>
                  <a:pt x="389" y="1494"/>
                </a:lnTo>
                <a:lnTo>
                  <a:pt x="388" y="1494"/>
                </a:lnTo>
                <a:lnTo>
                  <a:pt x="387" y="1494"/>
                </a:lnTo>
                <a:lnTo>
                  <a:pt x="387" y="1493"/>
                </a:lnTo>
                <a:lnTo>
                  <a:pt x="386" y="1493"/>
                </a:lnTo>
                <a:lnTo>
                  <a:pt x="386" y="1492"/>
                </a:lnTo>
                <a:lnTo>
                  <a:pt x="385" y="1492"/>
                </a:lnTo>
                <a:lnTo>
                  <a:pt x="384" y="1492"/>
                </a:lnTo>
                <a:lnTo>
                  <a:pt x="384" y="1491"/>
                </a:lnTo>
                <a:lnTo>
                  <a:pt x="383" y="1491"/>
                </a:lnTo>
                <a:lnTo>
                  <a:pt x="382" y="1491"/>
                </a:lnTo>
                <a:lnTo>
                  <a:pt x="381" y="1491"/>
                </a:lnTo>
                <a:lnTo>
                  <a:pt x="381" y="1490"/>
                </a:lnTo>
                <a:lnTo>
                  <a:pt x="380" y="1490"/>
                </a:lnTo>
                <a:lnTo>
                  <a:pt x="379" y="1491"/>
                </a:lnTo>
                <a:lnTo>
                  <a:pt x="379" y="1490"/>
                </a:lnTo>
                <a:lnTo>
                  <a:pt x="378" y="1490"/>
                </a:lnTo>
                <a:lnTo>
                  <a:pt x="377" y="1490"/>
                </a:lnTo>
                <a:lnTo>
                  <a:pt x="376" y="1490"/>
                </a:lnTo>
                <a:lnTo>
                  <a:pt x="375" y="1490"/>
                </a:lnTo>
                <a:lnTo>
                  <a:pt x="374" y="1490"/>
                </a:lnTo>
                <a:lnTo>
                  <a:pt x="374" y="1489"/>
                </a:lnTo>
                <a:lnTo>
                  <a:pt x="373" y="1489"/>
                </a:lnTo>
                <a:lnTo>
                  <a:pt x="373" y="1488"/>
                </a:lnTo>
                <a:lnTo>
                  <a:pt x="373" y="1487"/>
                </a:lnTo>
                <a:lnTo>
                  <a:pt x="372" y="1487"/>
                </a:lnTo>
                <a:lnTo>
                  <a:pt x="373" y="1487"/>
                </a:lnTo>
                <a:lnTo>
                  <a:pt x="374" y="1487"/>
                </a:lnTo>
                <a:lnTo>
                  <a:pt x="375" y="1487"/>
                </a:lnTo>
                <a:lnTo>
                  <a:pt x="375" y="1486"/>
                </a:lnTo>
                <a:lnTo>
                  <a:pt x="375" y="1487"/>
                </a:lnTo>
                <a:lnTo>
                  <a:pt x="375" y="1486"/>
                </a:lnTo>
                <a:lnTo>
                  <a:pt x="375" y="1485"/>
                </a:lnTo>
                <a:lnTo>
                  <a:pt x="376" y="1485"/>
                </a:lnTo>
                <a:lnTo>
                  <a:pt x="376" y="1484"/>
                </a:lnTo>
                <a:lnTo>
                  <a:pt x="375" y="1483"/>
                </a:lnTo>
                <a:lnTo>
                  <a:pt x="375" y="1482"/>
                </a:lnTo>
                <a:lnTo>
                  <a:pt x="372" y="1482"/>
                </a:lnTo>
                <a:lnTo>
                  <a:pt x="370" y="1482"/>
                </a:lnTo>
                <a:lnTo>
                  <a:pt x="368" y="1481"/>
                </a:lnTo>
                <a:lnTo>
                  <a:pt x="367" y="1481"/>
                </a:lnTo>
                <a:lnTo>
                  <a:pt x="366" y="1478"/>
                </a:lnTo>
                <a:lnTo>
                  <a:pt x="366" y="1477"/>
                </a:lnTo>
                <a:lnTo>
                  <a:pt x="366" y="1476"/>
                </a:lnTo>
                <a:lnTo>
                  <a:pt x="365" y="1475"/>
                </a:lnTo>
                <a:lnTo>
                  <a:pt x="363" y="1472"/>
                </a:lnTo>
                <a:lnTo>
                  <a:pt x="363" y="1471"/>
                </a:lnTo>
                <a:lnTo>
                  <a:pt x="364" y="1470"/>
                </a:lnTo>
                <a:lnTo>
                  <a:pt x="364" y="1468"/>
                </a:lnTo>
                <a:lnTo>
                  <a:pt x="365" y="1467"/>
                </a:lnTo>
                <a:lnTo>
                  <a:pt x="366" y="1465"/>
                </a:lnTo>
                <a:lnTo>
                  <a:pt x="361" y="1467"/>
                </a:lnTo>
                <a:lnTo>
                  <a:pt x="360" y="1467"/>
                </a:lnTo>
                <a:lnTo>
                  <a:pt x="357" y="1469"/>
                </a:lnTo>
                <a:lnTo>
                  <a:pt x="356" y="1469"/>
                </a:lnTo>
                <a:lnTo>
                  <a:pt x="348" y="1471"/>
                </a:lnTo>
                <a:lnTo>
                  <a:pt x="343" y="1472"/>
                </a:lnTo>
                <a:lnTo>
                  <a:pt x="342" y="1473"/>
                </a:lnTo>
                <a:lnTo>
                  <a:pt x="342" y="1472"/>
                </a:lnTo>
                <a:lnTo>
                  <a:pt x="342" y="1471"/>
                </a:lnTo>
                <a:lnTo>
                  <a:pt x="342" y="1470"/>
                </a:lnTo>
                <a:lnTo>
                  <a:pt x="342" y="1469"/>
                </a:lnTo>
                <a:lnTo>
                  <a:pt x="342" y="1468"/>
                </a:lnTo>
                <a:lnTo>
                  <a:pt x="342" y="1467"/>
                </a:lnTo>
                <a:lnTo>
                  <a:pt x="341" y="1466"/>
                </a:lnTo>
                <a:lnTo>
                  <a:pt x="339" y="1465"/>
                </a:lnTo>
                <a:lnTo>
                  <a:pt x="336" y="1464"/>
                </a:lnTo>
                <a:lnTo>
                  <a:pt x="335" y="1467"/>
                </a:lnTo>
                <a:lnTo>
                  <a:pt x="334" y="1467"/>
                </a:lnTo>
                <a:lnTo>
                  <a:pt x="333" y="1466"/>
                </a:lnTo>
                <a:lnTo>
                  <a:pt x="331" y="1465"/>
                </a:lnTo>
                <a:lnTo>
                  <a:pt x="330" y="1464"/>
                </a:lnTo>
                <a:lnTo>
                  <a:pt x="330" y="1463"/>
                </a:lnTo>
                <a:lnTo>
                  <a:pt x="330" y="1460"/>
                </a:lnTo>
                <a:lnTo>
                  <a:pt x="330" y="1459"/>
                </a:lnTo>
                <a:lnTo>
                  <a:pt x="333" y="1456"/>
                </a:lnTo>
                <a:lnTo>
                  <a:pt x="333" y="1455"/>
                </a:lnTo>
                <a:lnTo>
                  <a:pt x="333" y="1454"/>
                </a:lnTo>
                <a:lnTo>
                  <a:pt x="333" y="1453"/>
                </a:lnTo>
                <a:lnTo>
                  <a:pt x="332" y="1453"/>
                </a:lnTo>
                <a:lnTo>
                  <a:pt x="332" y="1452"/>
                </a:lnTo>
                <a:lnTo>
                  <a:pt x="332" y="1451"/>
                </a:lnTo>
                <a:lnTo>
                  <a:pt x="332" y="1450"/>
                </a:lnTo>
                <a:lnTo>
                  <a:pt x="331" y="1449"/>
                </a:lnTo>
                <a:lnTo>
                  <a:pt x="331" y="1448"/>
                </a:lnTo>
                <a:lnTo>
                  <a:pt x="331" y="1447"/>
                </a:lnTo>
                <a:lnTo>
                  <a:pt x="331" y="1446"/>
                </a:lnTo>
                <a:lnTo>
                  <a:pt x="330" y="1442"/>
                </a:lnTo>
                <a:lnTo>
                  <a:pt x="330" y="1441"/>
                </a:lnTo>
                <a:lnTo>
                  <a:pt x="330" y="1437"/>
                </a:lnTo>
                <a:lnTo>
                  <a:pt x="330" y="1431"/>
                </a:lnTo>
                <a:lnTo>
                  <a:pt x="330" y="1425"/>
                </a:lnTo>
                <a:lnTo>
                  <a:pt x="323" y="1425"/>
                </a:lnTo>
                <a:lnTo>
                  <a:pt x="322" y="1426"/>
                </a:lnTo>
                <a:lnTo>
                  <a:pt x="321" y="1426"/>
                </a:lnTo>
                <a:lnTo>
                  <a:pt x="319" y="1425"/>
                </a:lnTo>
                <a:lnTo>
                  <a:pt x="318" y="1425"/>
                </a:lnTo>
                <a:lnTo>
                  <a:pt x="318" y="1426"/>
                </a:lnTo>
                <a:lnTo>
                  <a:pt x="317" y="1426"/>
                </a:lnTo>
                <a:lnTo>
                  <a:pt x="316" y="1426"/>
                </a:lnTo>
                <a:lnTo>
                  <a:pt x="315" y="1427"/>
                </a:lnTo>
                <a:lnTo>
                  <a:pt x="314" y="1427"/>
                </a:lnTo>
                <a:lnTo>
                  <a:pt x="313" y="1427"/>
                </a:lnTo>
                <a:lnTo>
                  <a:pt x="312" y="1427"/>
                </a:lnTo>
                <a:lnTo>
                  <a:pt x="311" y="1427"/>
                </a:lnTo>
                <a:lnTo>
                  <a:pt x="309" y="1427"/>
                </a:lnTo>
                <a:lnTo>
                  <a:pt x="308" y="1427"/>
                </a:lnTo>
                <a:lnTo>
                  <a:pt x="307" y="1427"/>
                </a:lnTo>
                <a:lnTo>
                  <a:pt x="306" y="1427"/>
                </a:lnTo>
                <a:lnTo>
                  <a:pt x="306" y="1426"/>
                </a:lnTo>
                <a:lnTo>
                  <a:pt x="305" y="1426"/>
                </a:lnTo>
                <a:lnTo>
                  <a:pt x="304" y="1426"/>
                </a:lnTo>
                <a:lnTo>
                  <a:pt x="303" y="1426"/>
                </a:lnTo>
                <a:lnTo>
                  <a:pt x="302" y="1426"/>
                </a:lnTo>
                <a:lnTo>
                  <a:pt x="301" y="1426"/>
                </a:lnTo>
                <a:lnTo>
                  <a:pt x="300" y="1426"/>
                </a:lnTo>
                <a:lnTo>
                  <a:pt x="300" y="1418"/>
                </a:lnTo>
                <a:lnTo>
                  <a:pt x="295" y="1417"/>
                </a:lnTo>
                <a:lnTo>
                  <a:pt x="284" y="1415"/>
                </a:lnTo>
                <a:lnTo>
                  <a:pt x="282" y="1408"/>
                </a:lnTo>
                <a:lnTo>
                  <a:pt x="283" y="1405"/>
                </a:lnTo>
                <a:lnTo>
                  <a:pt x="278" y="1399"/>
                </a:lnTo>
                <a:lnTo>
                  <a:pt x="278" y="1398"/>
                </a:lnTo>
                <a:lnTo>
                  <a:pt x="277" y="1397"/>
                </a:lnTo>
                <a:lnTo>
                  <a:pt x="265" y="1395"/>
                </a:lnTo>
                <a:lnTo>
                  <a:pt x="258" y="1389"/>
                </a:lnTo>
                <a:lnTo>
                  <a:pt x="252" y="1388"/>
                </a:lnTo>
                <a:lnTo>
                  <a:pt x="246" y="1386"/>
                </a:lnTo>
                <a:lnTo>
                  <a:pt x="245" y="1385"/>
                </a:lnTo>
                <a:lnTo>
                  <a:pt x="239" y="1379"/>
                </a:lnTo>
                <a:lnTo>
                  <a:pt x="238" y="1378"/>
                </a:lnTo>
                <a:lnTo>
                  <a:pt x="237" y="1378"/>
                </a:lnTo>
                <a:lnTo>
                  <a:pt x="234" y="1378"/>
                </a:lnTo>
                <a:lnTo>
                  <a:pt x="233" y="1378"/>
                </a:lnTo>
                <a:lnTo>
                  <a:pt x="232" y="1377"/>
                </a:lnTo>
                <a:lnTo>
                  <a:pt x="231" y="1377"/>
                </a:lnTo>
                <a:lnTo>
                  <a:pt x="230" y="1377"/>
                </a:lnTo>
                <a:lnTo>
                  <a:pt x="229" y="1377"/>
                </a:lnTo>
                <a:lnTo>
                  <a:pt x="228" y="1376"/>
                </a:lnTo>
                <a:lnTo>
                  <a:pt x="227" y="1376"/>
                </a:lnTo>
                <a:lnTo>
                  <a:pt x="226" y="1376"/>
                </a:lnTo>
                <a:lnTo>
                  <a:pt x="225" y="1376"/>
                </a:lnTo>
                <a:lnTo>
                  <a:pt x="224" y="1376"/>
                </a:lnTo>
                <a:lnTo>
                  <a:pt x="206" y="1377"/>
                </a:lnTo>
                <a:lnTo>
                  <a:pt x="205" y="1377"/>
                </a:lnTo>
                <a:lnTo>
                  <a:pt x="205" y="1376"/>
                </a:lnTo>
                <a:lnTo>
                  <a:pt x="205" y="1375"/>
                </a:lnTo>
                <a:lnTo>
                  <a:pt x="206" y="1375"/>
                </a:lnTo>
                <a:lnTo>
                  <a:pt x="207" y="1375"/>
                </a:lnTo>
                <a:lnTo>
                  <a:pt x="208" y="1376"/>
                </a:lnTo>
                <a:lnTo>
                  <a:pt x="209" y="1376"/>
                </a:lnTo>
                <a:lnTo>
                  <a:pt x="209" y="1377"/>
                </a:lnTo>
                <a:lnTo>
                  <a:pt x="211" y="1377"/>
                </a:lnTo>
                <a:lnTo>
                  <a:pt x="212" y="1376"/>
                </a:lnTo>
                <a:lnTo>
                  <a:pt x="213" y="1376"/>
                </a:lnTo>
                <a:lnTo>
                  <a:pt x="213" y="1375"/>
                </a:lnTo>
                <a:lnTo>
                  <a:pt x="214" y="1375"/>
                </a:lnTo>
                <a:lnTo>
                  <a:pt x="215" y="1375"/>
                </a:lnTo>
                <a:lnTo>
                  <a:pt x="215" y="1374"/>
                </a:lnTo>
                <a:lnTo>
                  <a:pt x="216" y="1374"/>
                </a:lnTo>
                <a:lnTo>
                  <a:pt x="218" y="1373"/>
                </a:lnTo>
                <a:lnTo>
                  <a:pt x="220" y="1372"/>
                </a:lnTo>
                <a:lnTo>
                  <a:pt x="221" y="1372"/>
                </a:lnTo>
                <a:lnTo>
                  <a:pt x="222" y="1371"/>
                </a:lnTo>
                <a:lnTo>
                  <a:pt x="225" y="1370"/>
                </a:lnTo>
                <a:lnTo>
                  <a:pt x="226" y="1370"/>
                </a:lnTo>
                <a:lnTo>
                  <a:pt x="226" y="1369"/>
                </a:lnTo>
                <a:lnTo>
                  <a:pt x="228" y="1369"/>
                </a:lnTo>
                <a:lnTo>
                  <a:pt x="228" y="1368"/>
                </a:lnTo>
                <a:lnTo>
                  <a:pt x="229" y="1367"/>
                </a:lnTo>
                <a:lnTo>
                  <a:pt x="230" y="1367"/>
                </a:lnTo>
                <a:lnTo>
                  <a:pt x="231" y="1366"/>
                </a:lnTo>
                <a:lnTo>
                  <a:pt x="232" y="1365"/>
                </a:lnTo>
                <a:lnTo>
                  <a:pt x="232" y="1364"/>
                </a:lnTo>
                <a:lnTo>
                  <a:pt x="234" y="1364"/>
                </a:lnTo>
                <a:lnTo>
                  <a:pt x="235" y="1364"/>
                </a:lnTo>
                <a:lnTo>
                  <a:pt x="236" y="1364"/>
                </a:lnTo>
                <a:lnTo>
                  <a:pt x="238" y="1364"/>
                </a:lnTo>
                <a:lnTo>
                  <a:pt x="238" y="1363"/>
                </a:lnTo>
                <a:lnTo>
                  <a:pt x="239" y="1363"/>
                </a:lnTo>
                <a:lnTo>
                  <a:pt x="240" y="1363"/>
                </a:lnTo>
                <a:lnTo>
                  <a:pt x="241" y="1363"/>
                </a:lnTo>
                <a:lnTo>
                  <a:pt x="242" y="1363"/>
                </a:lnTo>
                <a:lnTo>
                  <a:pt x="243" y="1363"/>
                </a:lnTo>
                <a:lnTo>
                  <a:pt x="243" y="1362"/>
                </a:lnTo>
                <a:lnTo>
                  <a:pt x="244" y="1362"/>
                </a:lnTo>
                <a:lnTo>
                  <a:pt x="245" y="1361"/>
                </a:lnTo>
                <a:lnTo>
                  <a:pt x="246" y="1360"/>
                </a:lnTo>
                <a:lnTo>
                  <a:pt x="247" y="1359"/>
                </a:lnTo>
                <a:lnTo>
                  <a:pt x="248" y="1359"/>
                </a:lnTo>
                <a:lnTo>
                  <a:pt x="248" y="1358"/>
                </a:lnTo>
                <a:lnTo>
                  <a:pt x="249" y="1358"/>
                </a:lnTo>
                <a:lnTo>
                  <a:pt x="249" y="1357"/>
                </a:lnTo>
                <a:lnTo>
                  <a:pt x="249" y="1356"/>
                </a:lnTo>
                <a:lnTo>
                  <a:pt x="249" y="1355"/>
                </a:lnTo>
                <a:lnTo>
                  <a:pt x="250" y="1354"/>
                </a:lnTo>
                <a:lnTo>
                  <a:pt x="250" y="1353"/>
                </a:lnTo>
                <a:lnTo>
                  <a:pt x="250" y="1352"/>
                </a:lnTo>
                <a:lnTo>
                  <a:pt x="251" y="1351"/>
                </a:lnTo>
                <a:lnTo>
                  <a:pt x="251" y="1350"/>
                </a:lnTo>
                <a:lnTo>
                  <a:pt x="251" y="1349"/>
                </a:lnTo>
                <a:lnTo>
                  <a:pt x="251" y="1348"/>
                </a:lnTo>
                <a:lnTo>
                  <a:pt x="252" y="1348"/>
                </a:lnTo>
                <a:lnTo>
                  <a:pt x="252" y="1347"/>
                </a:lnTo>
                <a:lnTo>
                  <a:pt x="253" y="1347"/>
                </a:lnTo>
                <a:lnTo>
                  <a:pt x="253" y="1346"/>
                </a:lnTo>
                <a:lnTo>
                  <a:pt x="254" y="1346"/>
                </a:lnTo>
                <a:lnTo>
                  <a:pt x="254" y="1345"/>
                </a:lnTo>
                <a:lnTo>
                  <a:pt x="255" y="1345"/>
                </a:lnTo>
                <a:lnTo>
                  <a:pt x="255" y="1344"/>
                </a:lnTo>
                <a:lnTo>
                  <a:pt x="256" y="1344"/>
                </a:lnTo>
                <a:lnTo>
                  <a:pt x="257" y="1344"/>
                </a:lnTo>
                <a:lnTo>
                  <a:pt x="257" y="1343"/>
                </a:lnTo>
                <a:lnTo>
                  <a:pt x="258" y="1343"/>
                </a:lnTo>
                <a:lnTo>
                  <a:pt x="259" y="1343"/>
                </a:lnTo>
                <a:lnTo>
                  <a:pt x="260" y="1342"/>
                </a:lnTo>
                <a:lnTo>
                  <a:pt x="261" y="1341"/>
                </a:lnTo>
                <a:lnTo>
                  <a:pt x="263" y="1340"/>
                </a:lnTo>
                <a:lnTo>
                  <a:pt x="264" y="1340"/>
                </a:lnTo>
                <a:lnTo>
                  <a:pt x="265" y="1339"/>
                </a:lnTo>
                <a:lnTo>
                  <a:pt x="267" y="1338"/>
                </a:lnTo>
                <a:lnTo>
                  <a:pt x="268" y="1337"/>
                </a:lnTo>
                <a:lnTo>
                  <a:pt x="269" y="1337"/>
                </a:lnTo>
                <a:lnTo>
                  <a:pt x="270" y="1336"/>
                </a:lnTo>
                <a:lnTo>
                  <a:pt x="270" y="1309"/>
                </a:lnTo>
                <a:lnTo>
                  <a:pt x="277" y="1301"/>
                </a:lnTo>
                <a:lnTo>
                  <a:pt x="276" y="1291"/>
                </a:lnTo>
                <a:lnTo>
                  <a:pt x="275" y="1290"/>
                </a:lnTo>
                <a:lnTo>
                  <a:pt x="269" y="1281"/>
                </a:lnTo>
                <a:lnTo>
                  <a:pt x="268" y="1279"/>
                </a:lnTo>
                <a:lnTo>
                  <a:pt x="265" y="1275"/>
                </a:lnTo>
                <a:lnTo>
                  <a:pt x="260" y="1272"/>
                </a:lnTo>
                <a:lnTo>
                  <a:pt x="255" y="1272"/>
                </a:lnTo>
                <a:lnTo>
                  <a:pt x="254" y="1272"/>
                </a:lnTo>
                <a:lnTo>
                  <a:pt x="239" y="1270"/>
                </a:lnTo>
                <a:lnTo>
                  <a:pt x="233" y="1270"/>
                </a:lnTo>
                <a:lnTo>
                  <a:pt x="225" y="1269"/>
                </a:lnTo>
                <a:lnTo>
                  <a:pt x="216" y="1278"/>
                </a:lnTo>
                <a:lnTo>
                  <a:pt x="205" y="1278"/>
                </a:lnTo>
                <a:lnTo>
                  <a:pt x="197" y="1277"/>
                </a:lnTo>
                <a:lnTo>
                  <a:pt x="190" y="1277"/>
                </a:lnTo>
                <a:lnTo>
                  <a:pt x="188" y="1277"/>
                </a:lnTo>
                <a:lnTo>
                  <a:pt x="181" y="1277"/>
                </a:lnTo>
                <a:lnTo>
                  <a:pt x="181" y="1279"/>
                </a:lnTo>
                <a:lnTo>
                  <a:pt x="180" y="1288"/>
                </a:lnTo>
                <a:lnTo>
                  <a:pt x="176" y="1292"/>
                </a:lnTo>
                <a:lnTo>
                  <a:pt x="175" y="1294"/>
                </a:lnTo>
                <a:lnTo>
                  <a:pt x="175" y="1295"/>
                </a:lnTo>
                <a:lnTo>
                  <a:pt x="174" y="1296"/>
                </a:lnTo>
                <a:lnTo>
                  <a:pt x="173" y="1295"/>
                </a:lnTo>
                <a:lnTo>
                  <a:pt x="172" y="1295"/>
                </a:lnTo>
                <a:lnTo>
                  <a:pt x="171" y="1295"/>
                </a:lnTo>
                <a:lnTo>
                  <a:pt x="171" y="1294"/>
                </a:lnTo>
                <a:lnTo>
                  <a:pt x="170" y="1294"/>
                </a:lnTo>
                <a:lnTo>
                  <a:pt x="169" y="1294"/>
                </a:lnTo>
                <a:lnTo>
                  <a:pt x="168" y="1292"/>
                </a:lnTo>
                <a:lnTo>
                  <a:pt x="167" y="1290"/>
                </a:lnTo>
                <a:lnTo>
                  <a:pt x="166" y="1289"/>
                </a:lnTo>
                <a:lnTo>
                  <a:pt x="165" y="1287"/>
                </a:lnTo>
                <a:lnTo>
                  <a:pt x="164" y="1286"/>
                </a:lnTo>
                <a:lnTo>
                  <a:pt x="164" y="1285"/>
                </a:lnTo>
                <a:lnTo>
                  <a:pt x="163" y="1285"/>
                </a:lnTo>
                <a:lnTo>
                  <a:pt x="162" y="1285"/>
                </a:lnTo>
                <a:lnTo>
                  <a:pt x="158" y="1287"/>
                </a:lnTo>
                <a:lnTo>
                  <a:pt x="157" y="1288"/>
                </a:lnTo>
                <a:lnTo>
                  <a:pt x="156" y="1288"/>
                </a:lnTo>
                <a:lnTo>
                  <a:pt x="155" y="1288"/>
                </a:lnTo>
                <a:lnTo>
                  <a:pt x="153" y="1289"/>
                </a:lnTo>
                <a:lnTo>
                  <a:pt x="151" y="1290"/>
                </a:lnTo>
                <a:lnTo>
                  <a:pt x="150" y="1291"/>
                </a:lnTo>
                <a:lnTo>
                  <a:pt x="149" y="1291"/>
                </a:lnTo>
                <a:lnTo>
                  <a:pt x="148" y="1292"/>
                </a:lnTo>
                <a:lnTo>
                  <a:pt x="147" y="1292"/>
                </a:lnTo>
                <a:lnTo>
                  <a:pt x="146" y="1292"/>
                </a:lnTo>
                <a:lnTo>
                  <a:pt x="146" y="1294"/>
                </a:lnTo>
                <a:lnTo>
                  <a:pt x="146" y="1295"/>
                </a:lnTo>
                <a:lnTo>
                  <a:pt x="146" y="1296"/>
                </a:lnTo>
                <a:lnTo>
                  <a:pt x="147" y="1296"/>
                </a:lnTo>
                <a:lnTo>
                  <a:pt x="147" y="1297"/>
                </a:lnTo>
                <a:lnTo>
                  <a:pt x="147" y="1298"/>
                </a:lnTo>
                <a:lnTo>
                  <a:pt x="147" y="1299"/>
                </a:lnTo>
                <a:lnTo>
                  <a:pt x="147" y="1300"/>
                </a:lnTo>
                <a:lnTo>
                  <a:pt x="146" y="1300"/>
                </a:lnTo>
                <a:lnTo>
                  <a:pt x="147" y="1300"/>
                </a:lnTo>
                <a:lnTo>
                  <a:pt x="147" y="1301"/>
                </a:lnTo>
                <a:lnTo>
                  <a:pt x="147" y="1302"/>
                </a:lnTo>
                <a:lnTo>
                  <a:pt x="147" y="1303"/>
                </a:lnTo>
                <a:lnTo>
                  <a:pt x="147" y="1302"/>
                </a:lnTo>
                <a:lnTo>
                  <a:pt x="146" y="1302"/>
                </a:lnTo>
                <a:lnTo>
                  <a:pt x="145" y="1301"/>
                </a:lnTo>
                <a:lnTo>
                  <a:pt x="144" y="1300"/>
                </a:lnTo>
                <a:lnTo>
                  <a:pt x="144" y="1299"/>
                </a:lnTo>
                <a:lnTo>
                  <a:pt x="143" y="1299"/>
                </a:lnTo>
                <a:lnTo>
                  <a:pt x="141" y="1298"/>
                </a:lnTo>
                <a:lnTo>
                  <a:pt x="140" y="1297"/>
                </a:lnTo>
                <a:lnTo>
                  <a:pt x="139" y="1297"/>
                </a:lnTo>
                <a:lnTo>
                  <a:pt x="138" y="1296"/>
                </a:lnTo>
                <a:lnTo>
                  <a:pt x="138" y="1295"/>
                </a:lnTo>
                <a:lnTo>
                  <a:pt x="137" y="1294"/>
                </a:lnTo>
                <a:lnTo>
                  <a:pt x="137" y="1293"/>
                </a:lnTo>
                <a:lnTo>
                  <a:pt x="137" y="1292"/>
                </a:lnTo>
                <a:lnTo>
                  <a:pt x="136" y="1290"/>
                </a:lnTo>
                <a:lnTo>
                  <a:pt x="136" y="1289"/>
                </a:lnTo>
                <a:lnTo>
                  <a:pt x="135" y="1287"/>
                </a:lnTo>
                <a:lnTo>
                  <a:pt x="135" y="1286"/>
                </a:lnTo>
                <a:lnTo>
                  <a:pt x="134" y="1286"/>
                </a:lnTo>
                <a:lnTo>
                  <a:pt x="133" y="1286"/>
                </a:lnTo>
                <a:lnTo>
                  <a:pt x="132" y="1286"/>
                </a:lnTo>
                <a:lnTo>
                  <a:pt x="131" y="1287"/>
                </a:lnTo>
                <a:lnTo>
                  <a:pt x="128" y="1288"/>
                </a:lnTo>
                <a:lnTo>
                  <a:pt x="126" y="1288"/>
                </a:lnTo>
                <a:lnTo>
                  <a:pt x="127" y="1289"/>
                </a:lnTo>
                <a:lnTo>
                  <a:pt x="127" y="1290"/>
                </a:lnTo>
                <a:lnTo>
                  <a:pt x="128" y="1290"/>
                </a:lnTo>
                <a:lnTo>
                  <a:pt x="128" y="1291"/>
                </a:lnTo>
                <a:lnTo>
                  <a:pt x="129" y="1292"/>
                </a:lnTo>
                <a:lnTo>
                  <a:pt x="130" y="1293"/>
                </a:lnTo>
                <a:lnTo>
                  <a:pt x="131" y="1294"/>
                </a:lnTo>
                <a:lnTo>
                  <a:pt x="131" y="1295"/>
                </a:lnTo>
                <a:lnTo>
                  <a:pt x="130" y="1296"/>
                </a:lnTo>
                <a:lnTo>
                  <a:pt x="129" y="1296"/>
                </a:lnTo>
                <a:lnTo>
                  <a:pt x="128" y="1297"/>
                </a:lnTo>
                <a:lnTo>
                  <a:pt x="127" y="1297"/>
                </a:lnTo>
                <a:lnTo>
                  <a:pt x="125" y="1298"/>
                </a:lnTo>
                <a:lnTo>
                  <a:pt x="123" y="1299"/>
                </a:lnTo>
                <a:lnTo>
                  <a:pt x="122" y="1300"/>
                </a:lnTo>
                <a:lnTo>
                  <a:pt x="120" y="1300"/>
                </a:lnTo>
                <a:lnTo>
                  <a:pt x="113" y="1303"/>
                </a:lnTo>
                <a:lnTo>
                  <a:pt x="106" y="1307"/>
                </a:lnTo>
                <a:lnTo>
                  <a:pt x="106" y="1304"/>
                </a:lnTo>
                <a:lnTo>
                  <a:pt x="106" y="1299"/>
                </a:lnTo>
                <a:lnTo>
                  <a:pt x="106" y="1296"/>
                </a:lnTo>
                <a:lnTo>
                  <a:pt x="105" y="1295"/>
                </a:lnTo>
                <a:lnTo>
                  <a:pt x="105" y="1294"/>
                </a:lnTo>
                <a:lnTo>
                  <a:pt x="105" y="1290"/>
                </a:lnTo>
                <a:lnTo>
                  <a:pt x="105" y="1286"/>
                </a:lnTo>
                <a:lnTo>
                  <a:pt x="105" y="1285"/>
                </a:lnTo>
                <a:lnTo>
                  <a:pt x="105" y="1281"/>
                </a:lnTo>
                <a:lnTo>
                  <a:pt x="105" y="1280"/>
                </a:lnTo>
                <a:lnTo>
                  <a:pt x="105" y="1276"/>
                </a:lnTo>
                <a:lnTo>
                  <a:pt x="105" y="1275"/>
                </a:lnTo>
                <a:lnTo>
                  <a:pt x="105" y="1271"/>
                </a:lnTo>
                <a:lnTo>
                  <a:pt x="103" y="1270"/>
                </a:lnTo>
                <a:lnTo>
                  <a:pt x="101" y="1269"/>
                </a:lnTo>
                <a:lnTo>
                  <a:pt x="99" y="1269"/>
                </a:lnTo>
                <a:lnTo>
                  <a:pt x="98" y="1269"/>
                </a:lnTo>
                <a:lnTo>
                  <a:pt x="97" y="1269"/>
                </a:lnTo>
                <a:lnTo>
                  <a:pt x="97" y="1268"/>
                </a:lnTo>
                <a:lnTo>
                  <a:pt x="96" y="1267"/>
                </a:lnTo>
                <a:lnTo>
                  <a:pt x="95" y="1267"/>
                </a:lnTo>
                <a:lnTo>
                  <a:pt x="95" y="1266"/>
                </a:lnTo>
                <a:lnTo>
                  <a:pt x="94" y="1266"/>
                </a:lnTo>
                <a:lnTo>
                  <a:pt x="94" y="1265"/>
                </a:lnTo>
                <a:lnTo>
                  <a:pt x="93" y="1265"/>
                </a:lnTo>
                <a:lnTo>
                  <a:pt x="92" y="1265"/>
                </a:lnTo>
                <a:lnTo>
                  <a:pt x="92" y="1264"/>
                </a:lnTo>
                <a:lnTo>
                  <a:pt x="91" y="1264"/>
                </a:lnTo>
                <a:lnTo>
                  <a:pt x="90" y="1263"/>
                </a:lnTo>
                <a:lnTo>
                  <a:pt x="89" y="1263"/>
                </a:lnTo>
                <a:lnTo>
                  <a:pt x="88" y="1262"/>
                </a:lnTo>
                <a:lnTo>
                  <a:pt x="86" y="1261"/>
                </a:lnTo>
                <a:lnTo>
                  <a:pt x="85" y="1261"/>
                </a:lnTo>
                <a:lnTo>
                  <a:pt x="85" y="1260"/>
                </a:lnTo>
                <a:lnTo>
                  <a:pt x="84" y="1259"/>
                </a:lnTo>
                <a:lnTo>
                  <a:pt x="80" y="1257"/>
                </a:lnTo>
                <a:lnTo>
                  <a:pt x="79" y="1257"/>
                </a:lnTo>
                <a:lnTo>
                  <a:pt x="75" y="1254"/>
                </a:lnTo>
                <a:lnTo>
                  <a:pt x="72" y="1252"/>
                </a:lnTo>
                <a:lnTo>
                  <a:pt x="67" y="1246"/>
                </a:lnTo>
                <a:lnTo>
                  <a:pt x="66" y="1245"/>
                </a:lnTo>
                <a:lnTo>
                  <a:pt x="52" y="1230"/>
                </a:lnTo>
                <a:lnTo>
                  <a:pt x="51" y="1228"/>
                </a:lnTo>
                <a:lnTo>
                  <a:pt x="41" y="1217"/>
                </a:lnTo>
                <a:lnTo>
                  <a:pt x="42" y="1217"/>
                </a:lnTo>
                <a:lnTo>
                  <a:pt x="42" y="1215"/>
                </a:lnTo>
                <a:lnTo>
                  <a:pt x="41" y="1214"/>
                </a:lnTo>
                <a:lnTo>
                  <a:pt x="40" y="1214"/>
                </a:lnTo>
                <a:lnTo>
                  <a:pt x="40" y="1213"/>
                </a:lnTo>
                <a:lnTo>
                  <a:pt x="40" y="1212"/>
                </a:lnTo>
                <a:lnTo>
                  <a:pt x="41" y="1212"/>
                </a:lnTo>
                <a:lnTo>
                  <a:pt x="42" y="1211"/>
                </a:lnTo>
                <a:lnTo>
                  <a:pt x="43" y="1210"/>
                </a:lnTo>
                <a:lnTo>
                  <a:pt x="44" y="1209"/>
                </a:lnTo>
                <a:lnTo>
                  <a:pt x="45" y="1208"/>
                </a:lnTo>
                <a:lnTo>
                  <a:pt x="46" y="1207"/>
                </a:lnTo>
                <a:lnTo>
                  <a:pt x="47" y="1206"/>
                </a:lnTo>
                <a:lnTo>
                  <a:pt x="48" y="1205"/>
                </a:lnTo>
                <a:lnTo>
                  <a:pt x="49" y="1205"/>
                </a:lnTo>
                <a:lnTo>
                  <a:pt x="50" y="1204"/>
                </a:lnTo>
                <a:lnTo>
                  <a:pt x="51" y="1203"/>
                </a:lnTo>
                <a:lnTo>
                  <a:pt x="52" y="1202"/>
                </a:lnTo>
                <a:lnTo>
                  <a:pt x="54" y="1200"/>
                </a:lnTo>
                <a:lnTo>
                  <a:pt x="55" y="1199"/>
                </a:lnTo>
                <a:lnTo>
                  <a:pt x="56" y="1199"/>
                </a:lnTo>
                <a:lnTo>
                  <a:pt x="57" y="1198"/>
                </a:lnTo>
                <a:lnTo>
                  <a:pt x="57" y="1197"/>
                </a:lnTo>
                <a:lnTo>
                  <a:pt x="58" y="1197"/>
                </a:lnTo>
                <a:lnTo>
                  <a:pt x="59" y="1196"/>
                </a:lnTo>
                <a:lnTo>
                  <a:pt x="60" y="1195"/>
                </a:lnTo>
                <a:lnTo>
                  <a:pt x="61" y="1194"/>
                </a:lnTo>
                <a:lnTo>
                  <a:pt x="60" y="1193"/>
                </a:lnTo>
                <a:lnTo>
                  <a:pt x="60" y="1192"/>
                </a:lnTo>
                <a:lnTo>
                  <a:pt x="59" y="1191"/>
                </a:lnTo>
                <a:lnTo>
                  <a:pt x="59" y="1190"/>
                </a:lnTo>
                <a:lnTo>
                  <a:pt x="58" y="1189"/>
                </a:lnTo>
                <a:lnTo>
                  <a:pt x="58" y="1188"/>
                </a:lnTo>
                <a:lnTo>
                  <a:pt x="57" y="1187"/>
                </a:lnTo>
                <a:lnTo>
                  <a:pt x="57" y="1186"/>
                </a:lnTo>
                <a:lnTo>
                  <a:pt x="56" y="1185"/>
                </a:lnTo>
                <a:lnTo>
                  <a:pt x="56" y="1184"/>
                </a:lnTo>
                <a:lnTo>
                  <a:pt x="55" y="1183"/>
                </a:lnTo>
                <a:lnTo>
                  <a:pt x="55" y="1182"/>
                </a:lnTo>
                <a:lnTo>
                  <a:pt x="54" y="1181"/>
                </a:lnTo>
                <a:lnTo>
                  <a:pt x="54" y="1180"/>
                </a:lnTo>
                <a:lnTo>
                  <a:pt x="53" y="1179"/>
                </a:lnTo>
                <a:lnTo>
                  <a:pt x="53" y="1178"/>
                </a:lnTo>
                <a:lnTo>
                  <a:pt x="52" y="1178"/>
                </a:lnTo>
                <a:lnTo>
                  <a:pt x="52" y="1177"/>
                </a:lnTo>
                <a:lnTo>
                  <a:pt x="52" y="1176"/>
                </a:lnTo>
                <a:lnTo>
                  <a:pt x="51" y="1175"/>
                </a:lnTo>
                <a:lnTo>
                  <a:pt x="51" y="1174"/>
                </a:lnTo>
                <a:lnTo>
                  <a:pt x="50" y="1173"/>
                </a:lnTo>
                <a:lnTo>
                  <a:pt x="50" y="1172"/>
                </a:lnTo>
                <a:lnTo>
                  <a:pt x="49" y="1171"/>
                </a:lnTo>
                <a:lnTo>
                  <a:pt x="49" y="1170"/>
                </a:lnTo>
                <a:lnTo>
                  <a:pt x="48" y="1170"/>
                </a:lnTo>
                <a:lnTo>
                  <a:pt x="48" y="1169"/>
                </a:lnTo>
                <a:lnTo>
                  <a:pt x="47" y="1168"/>
                </a:lnTo>
                <a:lnTo>
                  <a:pt x="47" y="1167"/>
                </a:lnTo>
                <a:lnTo>
                  <a:pt x="46" y="1166"/>
                </a:lnTo>
                <a:lnTo>
                  <a:pt x="45" y="1164"/>
                </a:lnTo>
                <a:lnTo>
                  <a:pt x="45" y="1163"/>
                </a:lnTo>
                <a:lnTo>
                  <a:pt x="45" y="1162"/>
                </a:lnTo>
                <a:lnTo>
                  <a:pt x="44" y="1161"/>
                </a:lnTo>
                <a:lnTo>
                  <a:pt x="44" y="1160"/>
                </a:lnTo>
                <a:lnTo>
                  <a:pt x="43" y="1160"/>
                </a:lnTo>
                <a:lnTo>
                  <a:pt x="43" y="1159"/>
                </a:lnTo>
                <a:lnTo>
                  <a:pt x="42" y="1158"/>
                </a:lnTo>
                <a:lnTo>
                  <a:pt x="42" y="1157"/>
                </a:lnTo>
                <a:lnTo>
                  <a:pt x="41" y="1156"/>
                </a:lnTo>
                <a:lnTo>
                  <a:pt x="39" y="1152"/>
                </a:lnTo>
                <a:lnTo>
                  <a:pt x="39" y="1151"/>
                </a:lnTo>
                <a:lnTo>
                  <a:pt x="37" y="1148"/>
                </a:lnTo>
                <a:lnTo>
                  <a:pt x="37" y="1147"/>
                </a:lnTo>
                <a:lnTo>
                  <a:pt x="36" y="1147"/>
                </a:lnTo>
                <a:lnTo>
                  <a:pt x="36" y="1146"/>
                </a:lnTo>
                <a:lnTo>
                  <a:pt x="35" y="1143"/>
                </a:lnTo>
                <a:lnTo>
                  <a:pt x="34" y="1142"/>
                </a:lnTo>
                <a:lnTo>
                  <a:pt x="33" y="1141"/>
                </a:lnTo>
                <a:lnTo>
                  <a:pt x="33" y="1140"/>
                </a:lnTo>
                <a:lnTo>
                  <a:pt x="31" y="1136"/>
                </a:lnTo>
                <a:lnTo>
                  <a:pt x="30" y="1134"/>
                </a:lnTo>
                <a:lnTo>
                  <a:pt x="29" y="1132"/>
                </a:lnTo>
                <a:lnTo>
                  <a:pt x="27" y="1129"/>
                </a:lnTo>
                <a:lnTo>
                  <a:pt x="27" y="1128"/>
                </a:lnTo>
                <a:lnTo>
                  <a:pt x="26" y="1127"/>
                </a:lnTo>
                <a:lnTo>
                  <a:pt x="26" y="1126"/>
                </a:lnTo>
                <a:lnTo>
                  <a:pt x="25" y="1125"/>
                </a:lnTo>
                <a:lnTo>
                  <a:pt x="24" y="1124"/>
                </a:lnTo>
                <a:lnTo>
                  <a:pt x="16" y="1108"/>
                </a:lnTo>
                <a:lnTo>
                  <a:pt x="7" y="1093"/>
                </a:lnTo>
                <a:lnTo>
                  <a:pt x="6" y="1091"/>
                </a:lnTo>
                <a:lnTo>
                  <a:pt x="6" y="1090"/>
                </a:lnTo>
                <a:lnTo>
                  <a:pt x="2" y="1081"/>
                </a:lnTo>
                <a:lnTo>
                  <a:pt x="0" y="1078"/>
                </a:lnTo>
                <a:lnTo>
                  <a:pt x="47" y="1085"/>
                </a:lnTo>
                <a:lnTo>
                  <a:pt x="65" y="1088"/>
                </a:lnTo>
                <a:lnTo>
                  <a:pt x="92" y="1092"/>
                </a:lnTo>
                <a:lnTo>
                  <a:pt x="124" y="1094"/>
                </a:lnTo>
                <a:lnTo>
                  <a:pt x="134" y="1095"/>
                </a:lnTo>
                <a:lnTo>
                  <a:pt x="154" y="1097"/>
                </a:lnTo>
                <a:lnTo>
                  <a:pt x="160" y="1097"/>
                </a:lnTo>
                <a:lnTo>
                  <a:pt x="165" y="1097"/>
                </a:lnTo>
                <a:lnTo>
                  <a:pt x="211" y="1101"/>
                </a:lnTo>
                <a:lnTo>
                  <a:pt x="252" y="1093"/>
                </a:lnTo>
                <a:lnTo>
                  <a:pt x="279" y="1094"/>
                </a:lnTo>
                <a:lnTo>
                  <a:pt x="279" y="1093"/>
                </a:lnTo>
                <a:lnTo>
                  <a:pt x="284" y="1088"/>
                </a:lnTo>
                <a:lnTo>
                  <a:pt x="332" y="1090"/>
                </a:lnTo>
                <a:lnTo>
                  <a:pt x="383" y="1102"/>
                </a:lnTo>
                <a:lnTo>
                  <a:pt x="396" y="1105"/>
                </a:lnTo>
                <a:lnTo>
                  <a:pt x="417" y="1107"/>
                </a:lnTo>
                <a:lnTo>
                  <a:pt x="435" y="1128"/>
                </a:lnTo>
                <a:lnTo>
                  <a:pt x="442" y="1136"/>
                </a:lnTo>
                <a:lnTo>
                  <a:pt x="476" y="1144"/>
                </a:lnTo>
                <a:lnTo>
                  <a:pt x="484" y="1142"/>
                </a:lnTo>
                <a:lnTo>
                  <a:pt x="493" y="1143"/>
                </a:lnTo>
                <a:lnTo>
                  <a:pt x="499" y="1143"/>
                </a:lnTo>
                <a:lnTo>
                  <a:pt x="519" y="1152"/>
                </a:lnTo>
                <a:lnTo>
                  <a:pt x="525" y="1155"/>
                </a:lnTo>
                <a:lnTo>
                  <a:pt x="563" y="1171"/>
                </a:lnTo>
                <a:lnTo>
                  <a:pt x="572" y="1173"/>
                </a:lnTo>
                <a:lnTo>
                  <a:pt x="593" y="1177"/>
                </a:lnTo>
                <a:lnTo>
                  <a:pt x="603" y="1179"/>
                </a:lnTo>
                <a:lnTo>
                  <a:pt x="622" y="1179"/>
                </a:lnTo>
                <a:lnTo>
                  <a:pt x="643" y="1175"/>
                </a:lnTo>
                <a:lnTo>
                  <a:pt x="663" y="1172"/>
                </a:lnTo>
                <a:lnTo>
                  <a:pt x="662" y="1194"/>
                </a:lnTo>
                <a:lnTo>
                  <a:pt x="677" y="1195"/>
                </a:lnTo>
                <a:lnTo>
                  <a:pt x="698" y="1195"/>
                </a:lnTo>
                <a:lnTo>
                  <a:pt x="706" y="1202"/>
                </a:lnTo>
                <a:lnTo>
                  <a:pt x="726" y="1185"/>
                </a:lnTo>
                <a:lnTo>
                  <a:pt x="731" y="1185"/>
                </a:lnTo>
                <a:lnTo>
                  <a:pt x="738" y="1182"/>
                </a:lnTo>
                <a:lnTo>
                  <a:pt x="740" y="1180"/>
                </a:lnTo>
                <a:lnTo>
                  <a:pt x="749" y="1176"/>
                </a:lnTo>
                <a:lnTo>
                  <a:pt x="758" y="1171"/>
                </a:lnTo>
                <a:lnTo>
                  <a:pt x="770" y="1165"/>
                </a:lnTo>
                <a:lnTo>
                  <a:pt x="785" y="1160"/>
                </a:lnTo>
                <a:lnTo>
                  <a:pt x="803" y="1153"/>
                </a:lnTo>
                <a:lnTo>
                  <a:pt x="829" y="1143"/>
                </a:lnTo>
                <a:lnTo>
                  <a:pt x="850" y="1134"/>
                </a:lnTo>
                <a:lnTo>
                  <a:pt x="866" y="1129"/>
                </a:lnTo>
                <a:lnTo>
                  <a:pt x="890" y="1126"/>
                </a:lnTo>
                <a:lnTo>
                  <a:pt x="910" y="1121"/>
                </a:lnTo>
                <a:lnTo>
                  <a:pt x="912" y="1117"/>
                </a:lnTo>
                <a:lnTo>
                  <a:pt x="927" y="1112"/>
                </a:lnTo>
                <a:lnTo>
                  <a:pt x="930" y="1112"/>
                </a:lnTo>
                <a:lnTo>
                  <a:pt x="937" y="1116"/>
                </a:lnTo>
                <a:lnTo>
                  <a:pt x="951" y="1116"/>
                </a:lnTo>
                <a:lnTo>
                  <a:pt x="970" y="1117"/>
                </a:lnTo>
                <a:lnTo>
                  <a:pt x="972" y="1116"/>
                </a:lnTo>
                <a:lnTo>
                  <a:pt x="974" y="1116"/>
                </a:lnTo>
                <a:lnTo>
                  <a:pt x="976" y="1116"/>
                </a:lnTo>
                <a:lnTo>
                  <a:pt x="978" y="1115"/>
                </a:lnTo>
                <a:lnTo>
                  <a:pt x="983" y="1114"/>
                </a:lnTo>
                <a:lnTo>
                  <a:pt x="998" y="1112"/>
                </a:lnTo>
                <a:lnTo>
                  <a:pt x="1002" y="1114"/>
                </a:lnTo>
                <a:lnTo>
                  <a:pt x="1019" y="1114"/>
                </a:lnTo>
                <a:lnTo>
                  <a:pt x="1023" y="1114"/>
                </a:lnTo>
                <a:lnTo>
                  <a:pt x="1039" y="1117"/>
                </a:lnTo>
                <a:lnTo>
                  <a:pt x="1047" y="1117"/>
                </a:lnTo>
                <a:lnTo>
                  <a:pt x="1050" y="1118"/>
                </a:lnTo>
                <a:lnTo>
                  <a:pt x="1051" y="1119"/>
                </a:lnTo>
                <a:lnTo>
                  <a:pt x="1062" y="1114"/>
                </a:lnTo>
                <a:lnTo>
                  <a:pt x="1065" y="1113"/>
                </a:lnTo>
                <a:lnTo>
                  <a:pt x="1066" y="1113"/>
                </a:lnTo>
                <a:lnTo>
                  <a:pt x="1068" y="1112"/>
                </a:lnTo>
                <a:lnTo>
                  <a:pt x="1092" y="1115"/>
                </a:lnTo>
                <a:lnTo>
                  <a:pt x="1093" y="1114"/>
                </a:lnTo>
                <a:lnTo>
                  <a:pt x="1099" y="1113"/>
                </a:lnTo>
                <a:lnTo>
                  <a:pt x="1100" y="1113"/>
                </a:lnTo>
                <a:lnTo>
                  <a:pt x="1102" y="1113"/>
                </a:lnTo>
                <a:lnTo>
                  <a:pt x="1103" y="1113"/>
                </a:lnTo>
                <a:lnTo>
                  <a:pt x="1106" y="1113"/>
                </a:lnTo>
                <a:lnTo>
                  <a:pt x="1109" y="1112"/>
                </a:lnTo>
                <a:lnTo>
                  <a:pt x="1111" y="1111"/>
                </a:lnTo>
                <a:lnTo>
                  <a:pt x="1114" y="1111"/>
                </a:lnTo>
                <a:lnTo>
                  <a:pt x="1127" y="1102"/>
                </a:lnTo>
                <a:lnTo>
                  <a:pt x="1131" y="1100"/>
                </a:lnTo>
                <a:lnTo>
                  <a:pt x="1147" y="1094"/>
                </a:lnTo>
                <a:lnTo>
                  <a:pt x="1154" y="1094"/>
                </a:lnTo>
                <a:lnTo>
                  <a:pt x="1165" y="1094"/>
                </a:lnTo>
                <a:lnTo>
                  <a:pt x="1168" y="1090"/>
                </a:lnTo>
                <a:lnTo>
                  <a:pt x="1171" y="1089"/>
                </a:lnTo>
                <a:lnTo>
                  <a:pt x="1181" y="1086"/>
                </a:lnTo>
                <a:lnTo>
                  <a:pt x="1184" y="1085"/>
                </a:lnTo>
                <a:lnTo>
                  <a:pt x="1186" y="1084"/>
                </a:lnTo>
                <a:lnTo>
                  <a:pt x="1195" y="1079"/>
                </a:lnTo>
                <a:lnTo>
                  <a:pt x="1198" y="1073"/>
                </a:lnTo>
                <a:lnTo>
                  <a:pt x="1209" y="1066"/>
                </a:lnTo>
                <a:lnTo>
                  <a:pt x="1212" y="1063"/>
                </a:lnTo>
                <a:lnTo>
                  <a:pt x="1218" y="1055"/>
                </a:lnTo>
                <a:lnTo>
                  <a:pt x="1218" y="1053"/>
                </a:lnTo>
                <a:lnTo>
                  <a:pt x="1222" y="1048"/>
                </a:lnTo>
                <a:lnTo>
                  <a:pt x="1225" y="1046"/>
                </a:lnTo>
                <a:lnTo>
                  <a:pt x="1235" y="1036"/>
                </a:lnTo>
                <a:lnTo>
                  <a:pt x="1247" y="1023"/>
                </a:lnTo>
                <a:lnTo>
                  <a:pt x="1251" y="1021"/>
                </a:lnTo>
                <a:lnTo>
                  <a:pt x="1252" y="1020"/>
                </a:lnTo>
                <a:lnTo>
                  <a:pt x="1254" y="1020"/>
                </a:lnTo>
                <a:lnTo>
                  <a:pt x="1259" y="1018"/>
                </a:lnTo>
                <a:lnTo>
                  <a:pt x="1262" y="1016"/>
                </a:lnTo>
                <a:lnTo>
                  <a:pt x="1270" y="1014"/>
                </a:lnTo>
                <a:lnTo>
                  <a:pt x="1274" y="1013"/>
                </a:lnTo>
                <a:lnTo>
                  <a:pt x="1276" y="1013"/>
                </a:lnTo>
                <a:lnTo>
                  <a:pt x="1278" y="1012"/>
                </a:lnTo>
                <a:lnTo>
                  <a:pt x="1281" y="1008"/>
                </a:lnTo>
                <a:lnTo>
                  <a:pt x="1287" y="1006"/>
                </a:lnTo>
                <a:lnTo>
                  <a:pt x="1292" y="1007"/>
                </a:lnTo>
                <a:lnTo>
                  <a:pt x="1297" y="1007"/>
                </a:lnTo>
                <a:lnTo>
                  <a:pt x="1300" y="1004"/>
                </a:lnTo>
                <a:lnTo>
                  <a:pt x="1311" y="994"/>
                </a:lnTo>
                <a:lnTo>
                  <a:pt x="1317" y="988"/>
                </a:lnTo>
                <a:lnTo>
                  <a:pt x="1326" y="988"/>
                </a:lnTo>
                <a:lnTo>
                  <a:pt x="1329" y="986"/>
                </a:lnTo>
                <a:lnTo>
                  <a:pt x="1331" y="986"/>
                </a:lnTo>
                <a:lnTo>
                  <a:pt x="1333" y="980"/>
                </a:lnTo>
                <a:lnTo>
                  <a:pt x="1333" y="975"/>
                </a:lnTo>
                <a:lnTo>
                  <a:pt x="1332" y="973"/>
                </a:lnTo>
                <a:lnTo>
                  <a:pt x="1324" y="961"/>
                </a:lnTo>
                <a:lnTo>
                  <a:pt x="1317" y="954"/>
                </a:lnTo>
                <a:lnTo>
                  <a:pt x="1316" y="954"/>
                </a:lnTo>
                <a:lnTo>
                  <a:pt x="1313" y="953"/>
                </a:lnTo>
                <a:lnTo>
                  <a:pt x="1310" y="952"/>
                </a:lnTo>
                <a:lnTo>
                  <a:pt x="1307" y="950"/>
                </a:lnTo>
                <a:lnTo>
                  <a:pt x="1305" y="948"/>
                </a:lnTo>
                <a:lnTo>
                  <a:pt x="1304" y="946"/>
                </a:lnTo>
                <a:lnTo>
                  <a:pt x="1300" y="943"/>
                </a:lnTo>
                <a:lnTo>
                  <a:pt x="1299" y="941"/>
                </a:lnTo>
                <a:lnTo>
                  <a:pt x="1298" y="939"/>
                </a:lnTo>
                <a:lnTo>
                  <a:pt x="1296" y="938"/>
                </a:lnTo>
                <a:lnTo>
                  <a:pt x="1295" y="936"/>
                </a:lnTo>
                <a:lnTo>
                  <a:pt x="1294" y="933"/>
                </a:lnTo>
                <a:lnTo>
                  <a:pt x="1294" y="929"/>
                </a:lnTo>
                <a:lnTo>
                  <a:pt x="1294" y="927"/>
                </a:lnTo>
                <a:lnTo>
                  <a:pt x="1292" y="925"/>
                </a:lnTo>
                <a:lnTo>
                  <a:pt x="1290" y="924"/>
                </a:lnTo>
                <a:lnTo>
                  <a:pt x="1284" y="922"/>
                </a:lnTo>
                <a:lnTo>
                  <a:pt x="1283" y="918"/>
                </a:lnTo>
                <a:lnTo>
                  <a:pt x="1284" y="914"/>
                </a:lnTo>
                <a:lnTo>
                  <a:pt x="1288" y="905"/>
                </a:lnTo>
                <a:lnTo>
                  <a:pt x="1292" y="902"/>
                </a:lnTo>
                <a:lnTo>
                  <a:pt x="1294" y="898"/>
                </a:lnTo>
                <a:lnTo>
                  <a:pt x="1296" y="897"/>
                </a:lnTo>
                <a:lnTo>
                  <a:pt x="1297" y="896"/>
                </a:lnTo>
                <a:lnTo>
                  <a:pt x="1296" y="888"/>
                </a:lnTo>
                <a:lnTo>
                  <a:pt x="1298" y="882"/>
                </a:lnTo>
                <a:lnTo>
                  <a:pt x="1300" y="878"/>
                </a:lnTo>
                <a:lnTo>
                  <a:pt x="1302" y="875"/>
                </a:lnTo>
                <a:lnTo>
                  <a:pt x="1306" y="869"/>
                </a:lnTo>
                <a:lnTo>
                  <a:pt x="1309" y="866"/>
                </a:lnTo>
                <a:lnTo>
                  <a:pt x="1313" y="858"/>
                </a:lnTo>
                <a:lnTo>
                  <a:pt x="1315" y="855"/>
                </a:lnTo>
                <a:lnTo>
                  <a:pt x="1326" y="847"/>
                </a:lnTo>
                <a:lnTo>
                  <a:pt x="1331" y="845"/>
                </a:lnTo>
                <a:lnTo>
                  <a:pt x="1336" y="843"/>
                </a:lnTo>
                <a:lnTo>
                  <a:pt x="1342" y="843"/>
                </a:lnTo>
                <a:lnTo>
                  <a:pt x="1346" y="845"/>
                </a:lnTo>
                <a:lnTo>
                  <a:pt x="1372" y="846"/>
                </a:lnTo>
                <a:lnTo>
                  <a:pt x="1375" y="845"/>
                </a:lnTo>
                <a:lnTo>
                  <a:pt x="1385" y="852"/>
                </a:lnTo>
                <a:lnTo>
                  <a:pt x="1390" y="859"/>
                </a:lnTo>
                <a:lnTo>
                  <a:pt x="1400" y="864"/>
                </a:lnTo>
                <a:lnTo>
                  <a:pt x="1413" y="868"/>
                </a:lnTo>
                <a:lnTo>
                  <a:pt x="1420" y="868"/>
                </a:lnTo>
                <a:lnTo>
                  <a:pt x="1426" y="870"/>
                </a:lnTo>
                <a:lnTo>
                  <a:pt x="1428" y="870"/>
                </a:lnTo>
                <a:lnTo>
                  <a:pt x="1437" y="873"/>
                </a:lnTo>
                <a:lnTo>
                  <a:pt x="1451" y="874"/>
                </a:lnTo>
                <a:lnTo>
                  <a:pt x="1471" y="875"/>
                </a:lnTo>
                <a:lnTo>
                  <a:pt x="1475" y="877"/>
                </a:lnTo>
                <a:lnTo>
                  <a:pt x="1482" y="878"/>
                </a:lnTo>
                <a:lnTo>
                  <a:pt x="1490" y="874"/>
                </a:lnTo>
                <a:lnTo>
                  <a:pt x="1494" y="871"/>
                </a:lnTo>
                <a:lnTo>
                  <a:pt x="1498" y="867"/>
                </a:lnTo>
                <a:lnTo>
                  <a:pt x="1503" y="866"/>
                </a:lnTo>
                <a:lnTo>
                  <a:pt x="1504" y="866"/>
                </a:lnTo>
                <a:lnTo>
                  <a:pt x="1504" y="865"/>
                </a:lnTo>
                <a:lnTo>
                  <a:pt x="1505" y="865"/>
                </a:lnTo>
                <a:lnTo>
                  <a:pt x="1506" y="865"/>
                </a:lnTo>
                <a:lnTo>
                  <a:pt x="1506" y="864"/>
                </a:lnTo>
                <a:lnTo>
                  <a:pt x="1506" y="863"/>
                </a:lnTo>
                <a:lnTo>
                  <a:pt x="1507" y="863"/>
                </a:lnTo>
                <a:lnTo>
                  <a:pt x="1507" y="861"/>
                </a:lnTo>
                <a:lnTo>
                  <a:pt x="1508" y="861"/>
                </a:lnTo>
                <a:lnTo>
                  <a:pt x="1509" y="861"/>
                </a:lnTo>
                <a:lnTo>
                  <a:pt x="1510" y="861"/>
                </a:lnTo>
                <a:lnTo>
                  <a:pt x="1512" y="861"/>
                </a:lnTo>
                <a:lnTo>
                  <a:pt x="1513" y="860"/>
                </a:lnTo>
                <a:lnTo>
                  <a:pt x="1517" y="860"/>
                </a:lnTo>
                <a:lnTo>
                  <a:pt x="1522" y="859"/>
                </a:lnTo>
                <a:lnTo>
                  <a:pt x="1526" y="857"/>
                </a:lnTo>
                <a:lnTo>
                  <a:pt x="1530" y="853"/>
                </a:lnTo>
                <a:lnTo>
                  <a:pt x="1530" y="852"/>
                </a:lnTo>
                <a:lnTo>
                  <a:pt x="1532" y="848"/>
                </a:lnTo>
                <a:lnTo>
                  <a:pt x="1533" y="848"/>
                </a:lnTo>
                <a:lnTo>
                  <a:pt x="1539" y="845"/>
                </a:lnTo>
                <a:lnTo>
                  <a:pt x="1546" y="840"/>
                </a:lnTo>
                <a:lnTo>
                  <a:pt x="1547" y="840"/>
                </a:lnTo>
                <a:lnTo>
                  <a:pt x="1553" y="834"/>
                </a:lnTo>
                <a:lnTo>
                  <a:pt x="1557" y="831"/>
                </a:lnTo>
                <a:lnTo>
                  <a:pt x="1558" y="829"/>
                </a:lnTo>
                <a:lnTo>
                  <a:pt x="1563" y="823"/>
                </a:lnTo>
                <a:lnTo>
                  <a:pt x="1565" y="819"/>
                </a:lnTo>
                <a:lnTo>
                  <a:pt x="1566" y="813"/>
                </a:lnTo>
                <a:lnTo>
                  <a:pt x="1583" y="807"/>
                </a:lnTo>
                <a:lnTo>
                  <a:pt x="1584" y="808"/>
                </a:lnTo>
                <a:lnTo>
                  <a:pt x="1599" y="813"/>
                </a:lnTo>
                <a:lnTo>
                  <a:pt x="1604" y="814"/>
                </a:lnTo>
                <a:lnTo>
                  <a:pt x="1607" y="813"/>
                </a:lnTo>
                <a:lnTo>
                  <a:pt x="1608" y="813"/>
                </a:lnTo>
                <a:lnTo>
                  <a:pt x="1610" y="813"/>
                </a:lnTo>
                <a:lnTo>
                  <a:pt x="1613" y="813"/>
                </a:lnTo>
                <a:lnTo>
                  <a:pt x="1615" y="812"/>
                </a:lnTo>
                <a:lnTo>
                  <a:pt x="1622" y="812"/>
                </a:lnTo>
                <a:lnTo>
                  <a:pt x="1639" y="812"/>
                </a:lnTo>
                <a:lnTo>
                  <a:pt x="1640" y="812"/>
                </a:lnTo>
                <a:lnTo>
                  <a:pt x="1656" y="808"/>
                </a:lnTo>
                <a:lnTo>
                  <a:pt x="1669" y="805"/>
                </a:lnTo>
                <a:lnTo>
                  <a:pt x="1672" y="803"/>
                </a:lnTo>
                <a:lnTo>
                  <a:pt x="1685" y="793"/>
                </a:lnTo>
                <a:lnTo>
                  <a:pt x="1691" y="787"/>
                </a:lnTo>
                <a:lnTo>
                  <a:pt x="1697" y="785"/>
                </a:lnTo>
                <a:lnTo>
                  <a:pt x="1699" y="785"/>
                </a:lnTo>
                <a:lnTo>
                  <a:pt x="1699" y="782"/>
                </a:lnTo>
                <a:lnTo>
                  <a:pt x="1701" y="782"/>
                </a:lnTo>
                <a:lnTo>
                  <a:pt x="1704" y="782"/>
                </a:lnTo>
                <a:lnTo>
                  <a:pt x="1707" y="783"/>
                </a:lnTo>
                <a:lnTo>
                  <a:pt x="1709" y="782"/>
                </a:lnTo>
                <a:lnTo>
                  <a:pt x="1712" y="782"/>
                </a:lnTo>
                <a:lnTo>
                  <a:pt x="1715" y="779"/>
                </a:lnTo>
                <a:lnTo>
                  <a:pt x="1716" y="778"/>
                </a:lnTo>
                <a:lnTo>
                  <a:pt x="1716" y="776"/>
                </a:lnTo>
                <a:lnTo>
                  <a:pt x="1718" y="775"/>
                </a:lnTo>
                <a:lnTo>
                  <a:pt x="1720" y="773"/>
                </a:lnTo>
                <a:lnTo>
                  <a:pt x="1722" y="773"/>
                </a:lnTo>
                <a:lnTo>
                  <a:pt x="1721" y="767"/>
                </a:lnTo>
                <a:lnTo>
                  <a:pt x="1722" y="766"/>
                </a:lnTo>
                <a:lnTo>
                  <a:pt x="1720" y="764"/>
                </a:lnTo>
                <a:lnTo>
                  <a:pt x="1718" y="763"/>
                </a:lnTo>
                <a:lnTo>
                  <a:pt x="1720" y="753"/>
                </a:lnTo>
                <a:lnTo>
                  <a:pt x="1723" y="750"/>
                </a:lnTo>
                <a:lnTo>
                  <a:pt x="1733" y="737"/>
                </a:lnTo>
                <a:lnTo>
                  <a:pt x="1735" y="736"/>
                </a:lnTo>
                <a:lnTo>
                  <a:pt x="1744" y="727"/>
                </a:lnTo>
                <a:lnTo>
                  <a:pt x="1747" y="724"/>
                </a:lnTo>
                <a:lnTo>
                  <a:pt x="1749" y="720"/>
                </a:lnTo>
                <a:lnTo>
                  <a:pt x="1751" y="719"/>
                </a:lnTo>
                <a:lnTo>
                  <a:pt x="1757" y="717"/>
                </a:lnTo>
                <a:lnTo>
                  <a:pt x="1764" y="716"/>
                </a:lnTo>
                <a:lnTo>
                  <a:pt x="1766" y="716"/>
                </a:lnTo>
                <a:lnTo>
                  <a:pt x="1766" y="715"/>
                </a:lnTo>
                <a:lnTo>
                  <a:pt x="1767" y="714"/>
                </a:lnTo>
                <a:lnTo>
                  <a:pt x="1769" y="714"/>
                </a:lnTo>
                <a:lnTo>
                  <a:pt x="1770" y="712"/>
                </a:lnTo>
                <a:lnTo>
                  <a:pt x="1770" y="711"/>
                </a:lnTo>
                <a:lnTo>
                  <a:pt x="1771" y="711"/>
                </a:lnTo>
                <a:lnTo>
                  <a:pt x="1778" y="712"/>
                </a:lnTo>
                <a:lnTo>
                  <a:pt x="1787" y="713"/>
                </a:lnTo>
                <a:lnTo>
                  <a:pt x="1789" y="713"/>
                </a:lnTo>
                <a:lnTo>
                  <a:pt x="1794" y="713"/>
                </a:lnTo>
                <a:lnTo>
                  <a:pt x="1808" y="713"/>
                </a:lnTo>
                <a:lnTo>
                  <a:pt x="1819" y="713"/>
                </a:lnTo>
                <a:lnTo>
                  <a:pt x="1821" y="709"/>
                </a:lnTo>
                <a:lnTo>
                  <a:pt x="1820" y="707"/>
                </a:lnTo>
                <a:lnTo>
                  <a:pt x="1822" y="702"/>
                </a:lnTo>
                <a:lnTo>
                  <a:pt x="1826" y="696"/>
                </a:lnTo>
                <a:lnTo>
                  <a:pt x="1824" y="691"/>
                </a:lnTo>
                <a:lnTo>
                  <a:pt x="1827" y="690"/>
                </a:lnTo>
                <a:lnTo>
                  <a:pt x="1831" y="689"/>
                </a:lnTo>
                <a:lnTo>
                  <a:pt x="1833" y="689"/>
                </a:lnTo>
                <a:lnTo>
                  <a:pt x="1836" y="689"/>
                </a:lnTo>
                <a:lnTo>
                  <a:pt x="1838" y="689"/>
                </a:lnTo>
                <a:lnTo>
                  <a:pt x="1840" y="688"/>
                </a:lnTo>
                <a:lnTo>
                  <a:pt x="1842" y="689"/>
                </a:lnTo>
                <a:lnTo>
                  <a:pt x="1844" y="690"/>
                </a:lnTo>
                <a:lnTo>
                  <a:pt x="1844" y="691"/>
                </a:lnTo>
                <a:lnTo>
                  <a:pt x="1844" y="693"/>
                </a:lnTo>
                <a:lnTo>
                  <a:pt x="1845" y="694"/>
                </a:lnTo>
                <a:lnTo>
                  <a:pt x="1847" y="696"/>
                </a:lnTo>
                <a:lnTo>
                  <a:pt x="1849" y="697"/>
                </a:lnTo>
                <a:lnTo>
                  <a:pt x="1851" y="697"/>
                </a:lnTo>
                <a:lnTo>
                  <a:pt x="1854" y="697"/>
                </a:lnTo>
                <a:lnTo>
                  <a:pt x="1855" y="696"/>
                </a:lnTo>
                <a:lnTo>
                  <a:pt x="1856" y="695"/>
                </a:lnTo>
                <a:lnTo>
                  <a:pt x="1859" y="696"/>
                </a:lnTo>
                <a:lnTo>
                  <a:pt x="1861" y="696"/>
                </a:lnTo>
                <a:lnTo>
                  <a:pt x="1862" y="695"/>
                </a:lnTo>
                <a:lnTo>
                  <a:pt x="1864" y="695"/>
                </a:lnTo>
                <a:lnTo>
                  <a:pt x="1864" y="694"/>
                </a:lnTo>
                <a:lnTo>
                  <a:pt x="1864" y="692"/>
                </a:lnTo>
                <a:lnTo>
                  <a:pt x="1864" y="691"/>
                </a:lnTo>
                <a:lnTo>
                  <a:pt x="1866" y="691"/>
                </a:lnTo>
                <a:lnTo>
                  <a:pt x="1867" y="690"/>
                </a:lnTo>
                <a:lnTo>
                  <a:pt x="1867" y="689"/>
                </a:lnTo>
                <a:lnTo>
                  <a:pt x="1869" y="688"/>
                </a:lnTo>
                <a:lnTo>
                  <a:pt x="1870" y="687"/>
                </a:lnTo>
                <a:lnTo>
                  <a:pt x="1872" y="687"/>
                </a:lnTo>
                <a:lnTo>
                  <a:pt x="1873" y="687"/>
                </a:lnTo>
                <a:lnTo>
                  <a:pt x="1874" y="687"/>
                </a:lnTo>
                <a:lnTo>
                  <a:pt x="1875" y="687"/>
                </a:lnTo>
                <a:lnTo>
                  <a:pt x="1876" y="685"/>
                </a:lnTo>
                <a:lnTo>
                  <a:pt x="1877" y="685"/>
                </a:lnTo>
                <a:lnTo>
                  <a:pt x="1879" y="686"/>
                </a:lnTo>
                <a:lnTo>
                  <a:pt x="1880" y="686"/>
                </a:lnTo>
                <a:lnTo>
                  <a:pt x="1881" y="685"/>
                </a:lnTo>
                <a:lnTo>
                  <a:pt x="1888" y="681"/>
                </a:lnTo>
                <a:lnTo>
                  <a:pt x="1890" y="680"/>
                </a:lnTo>
                <a:lnTo>
                  <a:pt x="1893" y="680"/>
                </a:lnTo>
                <a:lnTo>
                  <a:pt x="1894" y="680"/>
                </a:lnTo>
                <a:lnTo>
                  <a:pt x="1896" y="679"/>
                </a:lnTo>
                <a:lnTo>
                  <a:pt x="1897" y="678"/>
                </a:lnTo>
                <a:lnTo>
                  <a:pt x="1898" y="677"/>
                </a:lnTo>
                <a:lnTo>
                  <a:pt x="1901" y="677"/>
                </a:lnTo>
                <a:lnTo>
                  <a:pt x="1905" y="674"/>
                </a:lnTo>
                <a:lnTo>
                  <a:pt x="1913" y="676"/>
                </a:lnTo>
                <a:lnTo>
                  <a:pt x="1916" y="678"/>
                </a:lnTo>
                <a:lnTo>
                  <a:pt x="1929" y="679"/>
                </a:lnTo>
                <a:lnTo>
                  <a:pt x="1934" y="676"/>
                </a:lnTo>
                <a:lnTo>
                  <a:pt x="1935" y="676"/>
                </a:lnTo>
                <a:lnTo>
                  <a:pt x="1936" y="677"/>
                </a:lnTo>
                <a:lnTo>
                  <a:pt x="1937" y="679"/>
                </a:lnTo>
                <a:lnTo>
                  <a:pt x="1942" y="679"/>
                </a:lnTo>
                <a:lnTo>
                  <a:pt x="1947" y="680"/>
                </a:lnTo>
                <a:lnTo>
                  <a:pt x="1948" y="680"/>
                </a:lnTo>
                <a:lnTo>
                  <a:pt x="1948" y="679"/>
                </a:lnTo>
                <a:lnTo>
                  <a:pt x="1948" y="678"/>
                </a:lnTo>
                <a:lnTo>
                  <a:pt x="1947" y="677"/>
                </a:lnTo>
                <a:lnTo>
                  <a:pt x="1952" y="671"/>
                </a:lnTo>
                <a:lnTo>
                  <a:pt x="1955" y="671"/>
                </a:lnTo>
                <a:lnTo>
                  <a:pt x="1958" y="671"/>
                </a:lnTo>
                <a:lnTo>
                  <a:pt x="1959" y="671"/>
                </a:lnTo>
                <a:lnTo>
                  <a:pt x="1959" y="672"/>
                </a:lnTo>
                <a:lnTo>
                  <a:pt x="1959" y="674"/>
                </a:lnTo>
                <a:lnTo>
                  <a:pt x="1959" y="675"/>
                </a:lnTo>
                <a:lnTo>
                  <a:pt x="1960" y="676"/>
                </a:lnTo>
                <a:lnTo>
                  <a:pt x="1962" y="676"/>
                </a:lnTo>
                <a:lnTo>
                  <a:pt x="1964" y="675"/>
                </a:lnTo>
                <a:lnTo>
                  <a:pt x="1967" y="674"/>
                </a:lnTo>
                <a:lnTo>
                  <a:pt x="1969" y="676"/>
                </a:lnTo>
                <a:lnTo>
                  <a:pt x="1972" y="680"/>
                </a:lnTo>
                <a:lnTo>
                  <a:pt x="1976" y="684"/>
                </a:lnTo>
                <a:lnTo>
                  <a:pt x="1977" y="684"/>
                </a:lnTo>
                <a:lnTo>
                  <a:pt x="1978" y="684"/>
                </a:lnTo>
                <a:lnTo>
                  <a:pt x="1980" y="683"/>
                </a:lnTo>
                <a:lnTo>
                  <a:pt x="1981" y="683"/>
                </a:lnTo>
                <a:lnTo>
                  <a:pt x="1985" y="684"/>
                </a:lnTo>
                <a:lnTo>
                  <a:pt x="1988" y="684"/>
                </a:lnTo>
                <a:lnTo>
                  <a:pt x="1990" y="684"/>
                </a:lnTo>
                <a:lnTo>
                  <a:pt x="1990" y="685"/>
                </a:lnTo>
                <a:lnTo>
                  <a:pt x="1992" y="686"/>
                </a:lnTo>
                <a:lnTo>
                  <a:pt x="1995" y="688"/>
                </a:lnTo>
                <a:lnTo>
                  <a:pt x="1996" y="688"/>
                </a:lnTo>
                <a:lnTo>
                  <a:pt x="1998" y="687"/>
                </a:lnTo>
                <a:lnTo>
                  <a:pt x="1999" y="687"/>
                </a:lnTo>
                <a:lnTo>
                  <a:pt x="2000" y="688"/>
                </a:lnTo>
                <a:lnTo>
                  <a:pt x="2001" y="688"/>
                </a:lnTo>
                <a:lnTo>
                  <a:pt x="2002" y="687"/>
                </a:lnTo>
                <a:lnTo>
                  <a:pt x="2005" y="685"/>
                </a:lnTo>
                <a:lnTo>
                  <a:pt x="2010" y="686"/>
                </a:lnTo>
                <a:lnTo>
                  <a:pt x="2012" y="685"/>
                </a:lnTo>
                <a:lnTo>
                  <a:pt x="2013" y="685"/>
                </a:lnTo>
                <a:lnTo>
                  <a:pt x="2017" y="685"/>
                </a:lnTo>
                <a:lnTo>
                  <a:pt x="2019" y="687"/>
                </a:lnTo>
                <a:lnTo>
                  <a:pt x="2021" y="687"/>
                </a:lnTo>
                <a:lnTo>
                  <a:pt x="2024" y="686"/>
                </a:lnTo>
                <a:lnTo>
                  <a:pt x="2025" y="686"/>
                </a:lnTo>
                <a:lnTo>
                  <a:pt x="2026" y="687"/>
                </a:lnTo>
                <a:lnTo>
                  <a:pt x="2027" y="687"/>
                </a:lnTo>
                <a:lnTo>
                  <a:pt x="2028" y="688"/>
                </a:lnTo>
                <a:lnTo>
                  <a:pt x="2028" y="689"/>
                </a:lnTo>
                <a:lnTo>
                  <a:pt x="2028" y="690"/>
                </a:lnTo>
                <a:lnTo>
                  <a:pt x="2031" y="689"/>
                </a:lnTo>
                <a:lnTo>
                  <a:pt x="2032" y="687"/>
                </a:lnTo>
                <a:lnTo>
                  <a:pt x="2033" y="687"/>
                </a:lnTo>
                <a:lnTo>
                  <a:pt x="2035" y="687"/>
                </a:lnTo>
                <a:lnTo>
                  <a:pt x="2036" y="687"/>
                </a:lnTo>
                <a:lnTo>
                  <a:pt x="2039" y="683"/>
                </a:lnTo>
                <a:lnTo>
                  <a:pt x="2039" y="681"/>
                </a:lnTo>
                <a:lnTo>
                  <a:pt x="2039" y="680"/>
                </a:lnTo>
                <a:lnTo>
                  <a:pt x="2045" y="682"/>
                </a:lnTo>
                <a:lnTo>
                  <a:pt x="2046" y="682"/>
                </a:lnTo>
                <a:lnTo>
                  <a:pt x="2049" y="682"/>
                </a:lnTo>
                <a:lnTo>
                  <a:pt x="2049" y="680"/>
                </a:lnTo>
                <a:lnTo>
                  <a:pt x="2049" y="679"/>
                </a:lnTo>
                <a:lnTo>
                  <a:pt x="2050" y="678"/>
                </a:lnTo>
                <a:lnTo>
                  <a:pt x="2051" y="677"/>
                </a:lnTo>
                <a:lnTo>
                  <a:pt x="2049" y="675"/>
                </a:lnTo>
                <a:lnTo>
                  <a:pt x="2049" y="673"/>
                </a:lnTo>
                <a:lnTo>
                  <a:pt x="2049" y="672"/>
                </a:lnTo>
                <a:lnTo>
                  <a:pt x="2048" y="672"/>
                </a:lnTo>
                <a:lnTo>
                  <a:pt x="2051" y="669"/>
                </a:lnTo>
                <a:lnTo>
                  <a:pt x="2051" y="668"/>
                </a:lnTo>
                <a:lnTo>
                  <a:pt x="2050" y="666"/>
                </a:lnTo>
                <a:lnTo>
                  <a:pt x="2050" y="664"/>
                </a:lnTo>
                <a:lnTo>
                  <a:pt x="2051" y="663"/>
                </a:lnTo>
                <a:lnTo>
                  <a:pt x="2049" y="663"/>
                </a:lnTo>
                <a:lnTo>
                  <a:pt x="2049" y="659"/>
                </a:lnTo>
                <a:lnTo>
                  <a:pt x="2050" y="657"/>
                </a:lnTo>
                <a:lnTo>
                  <a:pt x="2044" y="656"/>
                </a:lnTo>
                <a:lnTo>
                  <a:pt x="2043" y="653"/>
                </a:lnTo>
                <a:lnTo>
                  <a:pt x="2045" y="652"/>
                </a:lnTo>
                <a:lnTo>
                  <a:pt x="2044" y="652"/>
                </a:lnTo>
                <a:lnTo>
                  <a:pt x="2042" y="651"/>
                </a:lnTo>
                <a:lnTo>
                  <a:pt x="2039" y="648"/>
                </a:lnTo>
                <a:lnTo>
                  <a:pt x="2038" y="646"/>
                </a:lnTo>
                <a:lnTo>
                  <a:pt x="2038" y="645"/>
                </a:lnTo>
                <a:lnTo>
                  <a:pt x="2038" y="644"/>
                </a:lnTo>
                <a:lnTo>
                  <a:pt x="2038" y="643"/>
                </a:lnTo>
                <a:lnTo>
                  <a:pt x="2039" y="642"/>
                </a:lnTo>
                <a:lnTo>
                  <a:pt x="2035" y="635"/>
                </a:lnTo>
                <a:lnTo>
                  <a:pt x="2035" y="634"/>
                </a:lnTo>
                <a:lnTo>
                  <a:pt x="2032" y="630"/>
                </a:lnTo>
                <a:lnTo>
                  <a:pt x="2032" y="629"/>
                </a:lnTo>
                <a:lnTo>
                  <a:pt x="2030" y="628"/>
                </a:lnTo>
                <a:lnTo>
                  <a:pt x="2028" y="627"/>
                </a:lnTo>
                <a:lnTo>
                  <a:pt x="2027" y="626"/>
                </a:lnTo>
                <a:lnTo>
                  <a:pt x="2026" y="624"/>
                </a:lnTo>
                <a:lnTo>
                  <a:pt x="2025" y="624"/>
                </a:lnTo>
                <a:lnTo>
                  <a:pt x="2025" y="623"/>
                </a:lnTo>
                <a:lnTo>
                  <a:pt x="2024" y="623"/>
                </a:lnTo>
                <a:lnTo>
                  <a:pt x="2023" y="622"/>
                </a:lnTo>
                <a:lnTo>
                  <a:pt x="2022" y="622"/>
                </a:lnTo>
                <a:lnTo>
                  <a:pt x="2021" y="622"/>
                </a:lnTo>
                <a:lnTo>
                  <a:pt x="2020" y="622"/>
                </a:lnTo>
                <a:lnTo>
                  <a:pt x="2019" y="622"/>
                </a:lnTo>
                <a:lnTo>
                  <a:pt x="2018" y="622"/>
                </a:lnTo>
                <a:lnTo>
                  <a:pt x="2017" y="622"/>
                </a:lnTo>
                <a:lnTo>
                  <a:pt x="2017" y="621"/>
                </a:lnTo>
                <a:lnTo>
                  <a:pt x="2017" y="620"/>
                </a:lnTo>
                <a:lnTo>
                  <a:pt x="2018" y="620"/>
                </a:lnTo>
                <a:lnTo>
                  <a:pt x="2017" y="619"/>
                </a:lnTo>
                <a:lnTo>
                  <a:pt x="2017" y="620"/>
                </a:lnTo>
                <a:lnTo>
                  <a:pt x="2017" y="619"/>
                </a:lnTo>
                <a:lnTo>
                  <a:pt x="2016" y="619"/>
                </a:lnTo>
                <a:lnTo>
                  <a:pt x="2017" y="619"/>
                </a:lnTo>
                <a:lnTo>
                  <a:pt x="2018" y="619"/>
                </a:lnTo>
                <a:lnTo>
                  <a:pt x="2017" y="618"/>
                </a:lnTo>
                <a:lnTo>
                  <a:pt x="2017" y="619"/>
                </a:lnTo>
                <a:lnTo>
                  <a:pt x="2017" y="618"/>
                </a:lnTo>
                <a:lnTo>
                  <a:pt x="2018" y="618"/>
                </a:lnTo>
                <a:lnTo>
                  <a:pt x="2017" y="618"/>
                </a:lnTo>
                <a:lnTo>
                  <a:pt x="2017" y="617"/>
                </a:lnTo>
                <a:lnTo>
                  <a:pt x="2015" y="617"/>
                </a:lnTo>
                <a:lnTo>
                  <a:pt x="2015" y="616"/>
                </a:lnTo>
                <a:lnTo>
                  <a:pt x="2014" y="617"/>
                </a:lnTo>
                <a:lnTo>
                  <a:pt x="2014" y="616"/>
                </a:lnTo>
                <a:lnTo>
                  <a:pt x="2014" y="615"/>
                </a:lnTo>
                <a:lnTo>
                  <a:pt x="2013" y="615"/>
                </a:lnTo>
                <a:lnTo>
                  <a:pt x="2012" y="615"/>
                </a:lnTo>
                <a:lnTo>
                  <a:pt x="2012" y="614"/>
                </a:lnTo>
                <a:lnTo>
                  <a:pt x="2012" y="615"/>
                </a:lnTo>
                <a:lnTo>
                  <a:pt x="2011" y="615"/>
                </a:lnTo>
                <a:lnTo>
                  <a:pt x="2011" y="614"/>
                </a:lnTo>
                <a:lnTo>
                  <a:pt x="2010" y="614"/>
                </a:lnTo>
                <a:lnTo>
                  <a:pt x="2010" y="613"/>
                </a:lnTo>
                <a:lnTo>
                  <a:pt x="2009" y="613"/>
                </a:lnTo>
                <a:lnTo>
                  <a:pt x="2008" y="613"/>
                </a:lnTo>
                <a:lnTo>
                  <a:pt x="2008" y="612"/>
                </a:lnTo>
                <a:lnTo>
                  <a:pt x="2007" y="612"/>
                </a:lnTo>
                <a:lnTo>
                  <a:pt x="2007" y="611"/>
                </a:lnTo>
                <a:lnTo>
                  <a:pt x="2006" y="611"/>
                </a:lnTo>
                <a:lnTo>
                  <a:pt x="2006" y="610"/>
                </a:lnTo>
                <a:lnTo>
                  <a:pt x="2006" y="609"/>
                </a:lnTo>
                <a:lnTo>
                  <a:pt x="2005" y="609"/>
                </a:lnTo>
                <a:lnTo>
                  <a:pt x="2004" y="609"/>
                </a:lnTo>
                <a:lnTo>
                  <a:pt x="2005" y="609"/>
                </a:lnTo>
                <a:lnTo>
                  <a:pt x="2004" y="609"/>
                </a:lnTo>
                <a:lnTo>
                  <a:pt x="2004" y="608"/>
                </a:lnTo>
                <a:lnTo>
                  <a:pt x="2003" y="608"/>
                </a:lnTo>
                <a:lnTo>
                  <a:pt x="2002" y="607"/>
                </a:lnTo>
                <a:lnTo>
                  <a:pt x="2001" y="607"/>
                </a:lnTo>
                <a:lnTo>
                  <a:pt x="2000" y="607"/>
                </a:lnTo>
                <a:lnTo>
                  <a:pt x="2001" y="607"/>
                </a:lnTo>
                <a:lnTo>
                  <a:pt x="2001" y="606"/>
                </a:lnTo>
                <a:lnTo>
                  <a:pt x="2000" y="606"/>
                </a:lnTo>
                <a:lnTo>
                  <a:pt x="1999" y="605"/>
                </a:lnTo>
                <a:lnTo>
                  <a:pt x="2000" y="605"/>
                </a:lnTo>
                <a:lnTo>
                  <a:pt x="1999" y="604"/>
                </a:lnTo>
                <a:lnTo>
                  <a:pt x="1998" y="604"/>
                </a:lnTo>
                <a:lnTo>
                  <a:pt x="1997" y="604"/>
                </a:lnTo>
                <a:lnTo>
                  <a:pt x="1997" y="603"/>
                </a:lnTo>
                <a:lnTo>
                  <a:pt x="1997" y="604"/>
                </a:lnTo>
                <a:lnTo>
                  <a:pt x="1996" y="604"/>
                </a:lnTo>
                <a:lnTo>
                  <a:pt x="1996" y="603"/>
                </a:lnTo>
                <a:lnTo>
                  <a:pt x="1998" y="600"/>
                </a:lnTo>
                <a:lnTo>
                  <a:pt x="1999" y="599"/>
                </a:lnTo>
                <a:lnTo>
                  <a:pt x="1997" y="598"/>
                </a:lnTo>
                <a:lnTo>
                  <a:pt x="1985" y="595"/>
                </a:lnTo>
                <a:lnTo>
                  <a:pt x="1985" y="594"/>
                </a:lnTo>
                <a:lnTo>
                  <a:pt x="1980" y="592"/>
                </a:lnTo>
                <a:lnTo>
                  <a:pt x="1980" y="590"/>
                </a:lnTo>
                <a:lnTo>
                  <a:pt x="1979" y="585"/>
                </a:lnTo>
                <a:lnTo>
                  <a:pt x="1979" y="584"/>
                </a:lnTo>
                <a:lnTo>
                  <a:pt x="1978" y="580"/>
                </a:lnTo>
                <a:lnTo>
                  <a:pt x="1972" y="578"/>
                </a:lnTo>
                <a:lnTo>
                  <a:pt x="1967" y="576"/>
                </a:lnTo>
                <a:lnTo>
                  <a:pt x="1961" y="574"/>
                </a:lnTo>
                <a:lnTo>
                  <a:pt x="1946" y="569"/>
                </a:lnTo>
                <a:lnTo>
                  <a:pt x="1945" y="568"/>
                </a:lnTo>
                <a:lnTo>
                  <a:pt x="1936" y="557"/>
                </a:lnTo>
                <a:lnTo>
                  <a:pt x="1928" y="547"/>
                </a:lnTo>
                <a:lnTo>
                  <a:pt x="1927" y="546"/>
                </a:lnTo>
                <a:lnTo>
                  <a:pt x="1925" y="546"/>
                </a:lnTo>
                <a:lnTo>
                  <a:pt x="1918" y="546"/>
                </a:lnTo>
                <a:lnTo>
                  <a:pt x="1917" y="546"/>
                </a:lnTo>
                <a:lnTo>
                  <a:pt x="1917" y="545"/>
                </a:lnTo>
                <a:lnTo>
                  <a:pt x="1917" y="546"/>
                </a:lnTo>
                <a:lnTo>
                  <a:pt x="1916" y="546"/>
                </a:lnTo>
                <a:lnTo>
                  <a:pt x="1916" y="545"/>
                </a:lnTo>
                <a:lnTo>
                  <a:pt x="1915" y="544"/>
                </a:lnTo>
                <a:lnTo>
                  <a:pt x="1914" y="544"/>
                </a:lnTo>
                <a:lnTo>
                  <a:pt x="1913" y="544"/>
                </a:lnTo>
                <a:lnTo>
                  <a:pt x="1912" y="544"/>
                </a:lnTo>
                <a:lnTo>
                  <a:pt x="1911" y="544"/>
                </a:lnTo>
                <a:lnTo>
                  <a:pt x="1910" y="544"/>
                </a:lnTo>
                <a:lnTo>
                  <a:pt x="1909" y="544"/>
                </a:lnTo>
                <a:lnTo>
                  <a:pt x="1909" y="545"/>
                </a:lnTo>
                <a:lnTo>
                  <a:pt x="1908" y="545"/>
                </a:lnTo>
                <a:lnTo>
                  <a:pt x="1907" y="545"/>
                </a:lnTo>
                <a:lnTo>
                  <a:pt x="1906" y="545"/>
                </a:lnTo>
                <a:lnTo>
                  <a:pt x="1905" y="545"/>
                </a:lnTo>
                <a:lnTo>
                  <a:pt x="1905" y="544"/>
                </a:lnTo>
                <a:lnTo>
                  <a:pt x="1904" y="544"/>
                </a:lnTo>
                <a:lnTo>
                  <a:pt x="1904" y="545"/>
                </a:lnTo>
                <a:lnTo>
                  <a:pt x="1903" y="545"/>
                </a:lnTo>
                <a:lnTo>
                  <a:pt x="1902" y="545"/>
                </a:lnTo>
                <a:lnTo>
                  <a:pt x="1902" y="544"/>
                </a:lnTo>
                <a:lnTo>
                  <a:pt x="1901" y="544"/>
                </a:lnTo>
                <a:lnTo>
                  <a:pt x="1901" y="543"/>
                </a:lnTo>
                <a:lnTo>
                  <a:pt x="1901" y="544"/>
                </a:lnTo>
                <a:lnTo>
                  <a:pt x="1900" y="544"/>
                </a:lnTo>
                <a:lnTo>
                  <a:pt x="1900" y="543"/>
                </a:lnTo>
                <a:lnTo>
                  <a:pt x="1899" y="543"/>
                </a:lnTo>
                <a:lnTo>
                  <a:pt x="1898" y="543"/>
                </a:lnTo>
                <a:lnTo>
                  <a:pt x="1898" y="542"/>
                </a:lnTo>
                <a:lnTo>
                  <a:pt x="1898" y="541"/>
                </a:lnTo>
                <a:lnTo>
                  <a:pt x="1897" y="541"/>
                </a:lnTo>
                <a:lnTo>
                  <a:pt x="1896" y="541"/>
                </a:lnTo>
                <a:lnTo>
                  <a:pt x="1895" y="541"/>
                </a:lnTo>
                <a:lnTo>
                  <a:pt x="1894" y="541"/>
                </a:lnTo>
                <a:lnTo>
                  <a:pt x="1893" y="541"/>
                </a:lnTo>
                <a:lnTo>
                  <a:pt x="1893" y="540"/>
                </a:lnTo>
                <a:lnTo>
                  <a:pt x="1892" y="540"/>
                </a:lnTo>
                <a:lnTo>
                  <a:pt x="1892" y="541"/>
                </a:lnTo>
                <a:lnTo>
                  <a:pt x="1891" y="541"/>
                </a:lnTo>
                <a:lnTo>
                  <a:pt x="1890" y="542"/>
                </a:lnTo>
                <a:lnTo>
                  <a:pt x="1889" y="542"/>
                </a:lnTo>
                <a:lnTo>
                  <a:pt x="1888" y="542"/>
                </a:lnTo>
                <a:lnTo>
                  <a:pt x="1888" y="541"/>
                </a:lnTo>
                <a:lnTo>
                  <a:pt x="1887" y="541"/>
                </a:lnTo>
                <a:lnTo>
                  <a:pt x="1886" y="541"/>
                </a:lnTo>
                <a:lnTo>
                  <a:pt x="1886" y="542"/>
                </a:lnTo>
                <a:lnTo>
                  <a:pt x="1885" y="542"/>
                </a:lnTo>
                <a:lnTo>
                  <a:pt x="1884" y="543"/>
                </a:lnTo>
                <a:lnTo>
                  <a:pt x="1884" y="542"/>
                </a:lnTo>
                <a:lnTo>
                  <a:pt x="1883" y="542"/>
                </a:lnTo>
                <a:lnTo>
                  <a:pt x="1883" y="543"/>
                </a:lnTo>
                <a:lnTo>
                  <a:pt x="1882" y="543"/>
                </a:lnTo>
                <a:lnTo>
                  <a:pt x="1881" y="543"/>
                </a:lnTo>
                <a:lnTo>
                  <a:pt x="1880" y="543"/>
                </a:lnTo>
                <a:lnTo>
                  <a:pt x="1880" y="544"/>
                </a:lnTo>
                <a:lnTo>
                  <a:pt x="1881" y="544"/>
                </a:lnTo>
                <a:lnTo>
                  <a:pt x="1880" y="544"/>
                </a:lnTo>
                <a:lnTo>
                  <a:pt x="1879" y="544"/>
                </a:lnTo>
                <a:lnTo>
                  <a:pt x="1878" y="544"/>
                </a:lnTo>
                <a:lnTo>
                  <a:pt x="1877" y="544"/>
                </a:lnTo>
                <a:lnTo>
                  <a:pt x="1876" y="544"/>
                </a:lnTo>
                <a:lnTo>
                  <a:pt x="1875" y="544"/>
                </a:lnTo>
                <a:lnTo>
                  <a:pt x="1874" y="544"/>
                </a:lnTo>
                <a:lnTo>
                  <a:pt x="1873" y="544"/>
                </a:lnTo>
                <a:lnTo>
                  <a:pt x="1872" y="544"/>
                </a:lnTo>
                <a:lnTo>
                  <a:pt x="1871" y="544"/>
                </a:lnTo>
                <a:lnTo>
                  <a:pt x="1870" y="544"/>
                </a:lnTo>
                <a:lnTo>
                  <a:pt x="1870" y="543"/>
                </a:lnTo>
                <a:lnTo>
                  <a:pt x="1869" y="543"/>
                </a:lnTo>
                <a:lnTo>
                  <a:pt x="1868" y="543"/>
                </a:lnTo>
                <a:lnTo>
                  <a:pt x="1867" y="543"/>
                </a:lnTo>
                <a:lnTo>
                  <a:pt x="1866" y="543"/>
                </a:lnTo>
                <a:lnTo>
                  <a:pt x="1860" y="544"/>
                </a:lnTo>
                <a:lnTo>
                  <a:pt x="1859" y="544"/>
                </a:lnTo>
                <a:lnTo>
                  <a:pt x="1858" y="545"/>
                </a:lnTo>
                <a:lnTo>
                  <a:pt x="1834" y="568"/>
                </a:lnTo>
                <a:lnTo>
                  <a:pt x="1834" y="569"/>
                </a:lnTo>
                <a:lnTo>
                  <a:pt x="1833" y="570"/>
                </a:lnTo>
                <a:lnTo>
                  <a:pt x="1831" y="570"/>
                </a:lnTo>
                <a:lnTo>
                  <a:pt x="1830" y="571"/>
                </a:lnTo>
                <a:lnTo>
                  <a:pt x="1821" y="582"/>
                </a:lnTo>
                <a:lnTo>
                  <a:pt x="1795" y="564"/>
                </a:lnTo>
                <a:lnTo>
                  <a:pt x="1787" y="561"/>
                </a:lnTo>
                <a:lnTo>
                  <a:pt x="1775" y="556"/>
                </a:lnTo>
                <a:lnTo>
                  <a:pt x="1767" y="556"/>
                </a:lnTo>
                <a:lnTo>
                  <a:pt x="1757" y="557"/>
                </a:lnTo>
                <a:lnTo>
                  <a:pt x="1736" y="562"/>
                </a:lnTo>
                <a:lnTo>
                  <a:pt x="1720" y="558"/>
                </a:lnTo>
                <a:lnTo>
                  <a:pt x="1706" y="564"/>
                </a:lnTo>
                <a:lnTo>
                  <a:pt x="1693" y="577"/>
                </a:lnTo>
                <a:lnTo>
                  <a:pt x="1691" y="578"/>
                </a:lnTo>
                <a:lnTo>
                  <a:pt x="1658" y="553"/>
                </a:lnTo>
                <a:lnTo>
                  <a:pt x="1658" y="549"/>
                </a:lnTo>
                <a:lnTo>
                  <a:pt x="1657" y="545"/>
                </a:lnTo>
                <a:lnTo>
                  <a:pt x="1656" y="540"/>
                </a:lnTo>
                <a:lnTo>
                  <a:pt x="1655" y="535"/>
                </a:lnTo>
                <a:lnTo>
                  <a:pt x="1654" y="535"/>
                </a:lnTo>
                <a:lnTo>
                  <a:pt x="1654" y="534"/>
                </a:lnTo>
                <a:lnTo>
                  <a:pt x="1655" y="533"/>
                </a:lnTo>
                <a:lnTo>
                  <a:pt x="1656" y="532"/>
                </a:lnTo>
                <a:lnTo>
                  <a:pt x="1655" y="531"/>
                </a:lnTo>
                <a:lnTo>
                  <a:pt x="1654" y="531"/>
                </a:lnTo>
                <a:lnTo>
                  <a:pt x="1654" y="530"/>
                </a:lnTo>
                <a:lnTo>
                  <a:pt x="1680" y="519"/>
                </a:lnTo>
                <a:lnTo>
                  <a:pt x="1678" y="492"/>
                </a:lnTo>
                <a:lnTo>
                  <a:pt x="1703" y="462"/>
                </a:lnTo>
                <a:lnTo>
                  <a:pt x="1703" y="461"/>
                </a:lnTo>
                <a:lnTo>
                  <a:pt x="1700" y="456"/>
                </a:lnTo>
                <a:lnTo>
                  <a:pt x="1761" y="356"/>
                </a:lnTo>
                <a:lnTo>
                  <a:pt x="1776" y="364"/>
                </a:lnTo>
                <a:lnTo>
                  <a:pt x="1792" y="372"/>
                </a:lnTo>
                <a:lnTo>
                  <a:pt x="1798" y="374"/>
                </a:lnTo>
                <a:lnTo>
                  <a:pt x="1811" y="378"/>
                </a:lnTo>
                <a:lnTo>
                  <a:pt x="1830" y="379"/>
                </a:lnTo>
                <a:lnTo>
                  <a:pt x="1843" y="384"/>
                </a:lnTo>
                <a:lnTo>
                  <a:pt x="1859" y="390"/>
                </a:lnTo>
                <a:lnTo>
                  <a:pt x="1860" y="390"/>
                </a:lnTo>
                <a:lnTo>
                  <a:pt x="1860" y="389"/>
                </a:lnTo>
                <a:lnTo>
                  <a:pt x="1860" y="388"/>
                </a:lnTo>
                <a:lnTo>
                  <a:pt x="1861" y="388"/>
                </a:lnTo>
                <a:lnTo>
                  <a:pt x="1862" y="387"/>
                </a:lnTo>
                <a:lnTo>
                  <a:pt x="1863" y="387"/>
                </a:lnTo>
                <a:lnTo>
                  <a:pt x="1863" y="386"/>
                </a:lnTo>
                <a:lnTo>
                  <a:pt x="1863" y="385"/>
                </a:lnTo>
                <a:lnTo>
                  <a:pt x="1864" y="385"/>
                </a:lnTo>
                <a:lnTo>
                  <a:pt x="1864" y="384"/>
                </a:lnTo>
                <a:lnTo>
                  <a:pt x="1864" y="383"/>
                </a:lnTo>
                <a:lnTo>
                  <a:pt x="1865" y="382"/>
                </a:lnTo>
                <a:lnTo>
                  <a:pt x="1866" y="382"/>
                </a:lnTo>
                <a:lnTo>
                  <a:pt x="1867" y="382"/>
                </a:lnTo>
                <a:lnTo>
                  <a:pt x="1868" y="382"/>
                </a:lnTo>
                <a:lnTo>
                  <a:pt x="1869" y="382"/>
                </a:lnTo>
                <a:lnTo>
                  <a:pt x="1870" y="382"/>
                </a:lnTo>
                <a:lnTo>
                  <a:pt x="1871" y="382"/>
                </a:lnTo>
                <a:lnTo>
                  <a:pt x="1872" y="382"/>
                </a:lnTo>
                <a:lnTo>
                  <a:pt x="1872" y="381"/>
                </a:lnTo>
                <a:lnTo>
                  <a:pt x="1873" y="380"/>
                </a:lnTo>
                <a:lnTo>
                  <a:pt x="1873" y="381"/>
                </a:lnTo>
                <a:lnTo>
                  <a:pt x="1874" y="381"/>
                </a:lnTo>
                <a:lnTo>
                  <a:pt x="1874" y="380"/>
                </a:lnTo>
                <a:lnTo>
                  <a:pt x="1875" y="380"/>
                </a:lnTo>
                <a:lnTo>
                  <a:pt x="1874" y="380"/>
                </a:lnTo>
                <a:lnTo>
                  <a:pt x="1875" y="380"/>
                </a:lnTo>
                <a:lnTo>
                  <a:pt x="1875" y="379"/>
                </a:lnTo>
                <a:lnTo>
                  <a:pt x="1876" y="379"/>
                </a:lnTo>
                <a:lnTo>
                  <a:pt x="1876" y="380"/>
                </a:lnTo>
                <a:lnTo>
                  <a:pt x="1877" y="380"/>
                </a:lnTo>
                <a:lnTo>
                  <a:pt x="1878" y="380"/>
                </a:lnTo>
                <a:lnTo>
                  <a:pt x="1879" y="380"/>
                </a:lnTo>
                <a:lnTo>
                  <a:pt x="1880" y="380"/>
                </a:lnTo>
                <a:lnTo>
                  <a:pt x="1881" y="381"/>
                </a:lnTo>
                <a:lnTo>
                  <a:pt x="1882" y="381"/>
                </a:lnTo>
                <a:lnTo>
                  <a:pt x="1882" y="380"/>
                </a:lnTo>
                <a:lnTo>
                  <a:pt x="1884" y="380"/>
                </a:lnTo>
                <a:lnTo>
                  <a:pt x="1884" y="379"/>
                </a:lnTo>
                <a:lnTo>
                  <a:pt x="1885" y="378"/>
                </a:lnTo>
                <a:lnTo>
                  <a:pt x="1886" y="377"/>
                </a:lnTo>
                <a:lnTo>
                  <a:pt x="1886" y="376"/>
                </a:lnTo>
                <a:lnTo>
                  <a:pt x="1887" y="376"/>
                </a:lnTo>
                <a:lnTo>
                  <a:pt x="1887" y="374"/>
                </a:lnTo>
                <a:lnTo>
                  <a:pt x="1889" y="375"/>
                </a:lnTo>
                <a:lnTo>
                  <a:pt x="1890" y="376"/>
                </a:lnTo>
                <a:lnTo>
                  <a:pt x="1891" y="376"/>
                </a:lnTo>
                <a:lnTo>
                  <a:pt x="1892" y="376"/>
                </a:lnTo>
                <a:lnTo>
                  <a:pt x="1892" y="375"/>
                </a:lnTo>
                <a:lnTo>
                  <a:pt x="1891" y="375"/>
                </a:lnTo>
                <a:lnTo>
                  <a:pt x="1892" y="375"/>
                </a:lnTo>
                <a:lnTo>
                  <a:pt x="1892" y="374"/>
                </a:lnTo>
                <a:lnTo>
                  <a:pt x="1893" y="374"/>
                </a:lnTo>
                <a:lnTo>
                  <a:pt x="1892" y="373"/>
                </a:lnTo>
                <a:lnTo>
                  <a:pt x="1893" y="373"/>
                </a:lnTo>
                <a:lnTo>
                  <a:pt x="1893" y="374"/>
                </a:lnTo>
                <a:lnTo>
                  <a:pt x="1894" y="374"/>
                </a:lnTo>
                <a:lnTo>
                  <a:pt x="1894" y="373"/>
                </a:lnTo>
                <a:lnTo>
                  <a:pt x="1895" y="373"/>
                </a:lnTo>
                <a:lnTo>
                  <a:pt x="1895" y="372"/>
                </a:lnTo>
                <a:lnTo>
                  <a:pt x="1896" y="371"/>
                </a:lnTo>
                <a:lnTo>
                  <a:pt x="1895" y="370"/>
                </a:lnTo>
                <a:lnTo>
                  <a:pt x="1896" y="370"/>
                </a:lnTo>
                <a:lnTo>
                  <a:pt x="1897" y="370"/>
                </a:lnTo>
                <a:lnTo>
                  <a:pt x="1897" y="369"/>
                </a:lnTo>
                <a:lnTo>
                  <a:pt x="1898" y="369"/>
                </a:lnTo>
                <a:lnTo>
                  <a:pt x="1898" y="368"/>
                </a:lnTo>
                <a:lnTo>
                  <a:pt x="1897" y="368"/>
                </a:lnTo>
                <a:lnTo>
                  <a:pt x="1898" y="368"/>
                </a:lnTo>
                <a:lnTo>
                  <a:pt x="1899" y="368"/>
                </a:lnTo>
                <a:lnTo>
                  <a:pt x="1899" y="367"/>
                </a:lnTo>
                <a:lnTo>
                  <a:pt x="1900" y="367"/>
                </a:lnTo>
                <a:lnTo>
                  <a:pt x="1902" y="367"/>
                </a:lnTo>
                <a:lnTo>
                  <a:pt x="1903" y="367"/>
                </a:lnTo>
                <a:lnTo>
                  <a:pt x="1903" y="366"/>
                </a:lnTo>
                <a:lnTo>
                  <a:pt x="1904" y="366"/>
                </a:lnTo>
                <a:lnTo>
                  <a:pt x="1904" y="365"/>
                </a:lnTo>
                <a:lnTo>
                  <a:pt x="1905" y="365"/>
                </a:lnTo>
                <a:lnTo>
                  <a:pt x="1905" y="364"/>
                </a:lnTo>
                <a:lnTo>
                  <a:pt x="1904" y="364"/>
                </a:lnTo>
                <a:lnTo>
                  <a:pt x="1905" y="364"/>
                </a:lnTo>
                <a:lnTo>
                  <a:pt x="1906" y="364"/>
                </a:lnTo>
                <a:lnTo>
                  <a:pt x="1906" y="365"/>
                </a:lnTo>
                <a:lnTo>
                  <a:pt x="1907" y="365"/>
                </a:lnTo>
                <a:lnTo>
                  <a:pt x="1907" y="364"/>
                </a:lnTo>
                <a:lnTo>
                  <a:pt x="1908" y="364"/>
                </a:lnTo>
                <a:lnTo>
                  <a:pt x="1908" y="363"/>
                </a:lnTo>
                <a:lnTo>
                  <a:pt x="1908" y="364"/>
                </a:lnTo>
                <a:lnTo>
                  <a:pt x="1909" y="364"/>
                </a:lnTo>
                <a:lnTo>
                  <a:pt x="1909" y="363"/>
                </a:lnTo>
                <a:lnTo>
                  <a:pt x="1910" y="363"/>
                </a:lnTo>
                <a:lnTo>
                  <a:pt x="1911" y="363"/>
                </a:lnTo>
                <a:lnTo>
                  <a:pt x="1911" y="362"/>
                </a:lnTo>
                <a:lnTo>
                  <a:pt x="1911" y="361"/>
                </a:lnTo>
                <a:lnTo>
                  <a:pt x="1912" y="361"/>
                </a:lnTo>
                <a:lnTo>
                  <a:pt x="1913" y="361"/>
                </a:lnTo>
                <a:lnTo>
                  <a:pt x="1912" y="360"/>
                </a:lnTo>
                <a:lnTo>
                  <a:pt x="1912" y="359"/>
                </a:lnTo>
                <a:lnTo>
                  <a:pt x="1911" y="359"/>
                </a:lnTo>
                <a:lnTo>
                  <a:pt x="1911" y="358"/>
                </a:lnTo>
                <a:lnTo>
                  <a:pt x="1912" y="358"/>
                </a:lnTo>
                <a:lnTo>
                  <a:pt x="1913" y="358"/>
                </a:lnTo>
                <a:lnTo>
                  <a:pt x="1913" y="359"/>
                </a:lnTo>
                <a:lnTo>
                  <a:pt x="1914" y="359"/>
                </a:lnTo>
                <a:lnTo>
                  <a:pt x="1915" y="359"/>
                </a:lnTo>
                <a:lnTo>
                  <a:pt x="1916" y="359"/>
                </a:lnTo>
                <a:lnTo>
                  <a:pt x="1916" y="358"/>
                </a:lnTo>
                <a:lnTo>
                  <a:pt x="1915" y="358"/>
                </a:lnTo>
                <a:lnTo>
                  <a:pt x="1916" y="358"/>
                </a:lnTo>
                <a:lnTo>
                  <a:pt x="1918" y="358"/>
                </a:lnTo>
                <a:lnTo>
                  <a:pt x="1918" y="357"/>
                </a:lnTo>
                <a:lnTo>
                  <a:pt x="1918" y="358"/>
                </a:lnTo>
                <a:lnTo>
                  <a:pt x="1919" y="359"/>
                </a:lnTo>
                <a:lnTo>
                  <a:pt x="1919" y="358"/>
                </a:lnTo>
                <a:lnTo>
                  <a:pt x="1920" y="358"/>
                </a:lnTo>
                <a:lnTo>
                  <a:pt x="1919" y="358"/>
                </a:lnTo>
                <a:lnTo>
                  <a:pt x="1919" y="357"/>
                </a:lnTo>
                <a:lnTo>
                  <a:pt x="1920" y="357"/>
                </a:lnTo>
                <a:lnTo>
                  <a:pt x="1921" y="357"/>
                </a:lnTo>
                <a:lnTo>
                  <a:pt x="1921" y="356"/>
                </a:lnTo>
                <a:lnTo>
                  <a:pt x="1920" y="356"/>
                </a:lnTo>
                <a:lnTo>
                  <a:pt x="1920" y="355"/>
                </a:lnTo>
                <a:lnTo>
                  <a:pt x="1920" y="354"/>
                </a:lnTo>
                <a:lnTo>
                  <a:pt x="1921" y="354"/>
                </a:lnTo>
                <a:lnTo>
                  <a:pt x="1921" y="353"/>
                </a:lnTo>
                <a:lnTo>
                  <a:pt x="1922" y="353"/>
                </a:lnTo>
                <a:lnTo>
                  <a:pt x="1923" y="353"/>
                </a:lnTo>
                <a:lnTo>
                  <a:pt x="1924" y="353"/>
                </a:lnTo>
                <a:lnTo>
                  <a:pt x="1924" y="352"/>
                </a:lnTo>
                <a:lnTo>
                  <a:pt x="1924" y="351"/>
                </a:lnTo>
                <a:lnTo>
                  <a:pt x="1925" y="351"/>
                </a:lnTo>
                <a:lnTo>
                  <a:pt x="1926" y="351"/>
                </a:lnTo>
                <a:lnTo>
                  <a:pt x="1926" y="350"/>
                </a:lnTo>
                <a:lnTo>
                  <a:pt x="1927" y="351"/>
                </a:lnTo>
                <a:lnTo>
                  <a:pt x="1927" y="350"/>
                </a:lnTo>
                <a:lnTo>
                  <a:pt x="1926" y="350"/>
                </a:lnTo>
                <a:lnTo>
                  <a:pt x="1927" y="350"/>
                </a:lnTo>
                <a:lnTo>
                  <a:pt x="1928" y="350"/>
                </a:lnTo>
                <a:lnTo>
                  <a:pt x="1927" y="350"/>
                </a:lnTo>
                <a:lnTo>
                  <a:pt x="1927" y="349"/>
                </a:lnTo>
                <a:lnTo>
                  <a:pt x="1927" y="348"/>
                </a:lnTo>
                <a:lnTo>
                  <a:pt x="1928" y="348"/>
                </a:lnTo>
                <a:lnTo>
                  <a:pt x="1929" y="348"/>
                </a:lnTo>
                <a:lnTo>
                  <a:pt x="1930" y="348"/>
                </a:lnTo>
                <a:lnTo>
                  <a:pt x="1931" y="348"/>
                </a:lnTo>
                <a:lnTo>
                  <a:pt x="1932" y="348"/>
                </a:lnTo>
                <a:lnTo>
                  <a:pt x="1931" y="348"/>
                </a:lnTo>
                <a:lnTo>
                  <a:pt x="1931" y="347"/>
                </a:lnTo>
                <a:lnTo>
                  <a:pt x="1932" y="347"/>
                </a:lnTo>
                <a:lnTo>
                  <a:pt x="1933" y="347"/>
                </a:lnTo>
                <a:lnTo>
                  <a:pt x="1932" y="347"/>
                </a:lnTo>
                <a:lnTo>
                  <a:pt x="1932" y="346"/>
                </a:lnTo>
                <a:lnTo>
                  <a:pt x="1933" y="346"/>
                </a:lnTo>
                <a:lnTo>
                  <a:pt x="1933" y="347"/>
                </a:lnTo>
                <a:lnTo>
                  <a:pt x="1934" y="347"/>
                </a:lnTo>
                <a:lnTo>
                  <a:pt x="1935" y="347"/>
                </a:lnTo>
                <a:lnTo>
                  <a:pt x="1935" y="346"/>
                </a:lnTo>
                <a:lnTo>
                  <a:pt x="1936" y="346"/>
                </a:lnTo>
                <a:lnTo>
                  <a:pt x="1937" y="346"/>
                </a:lnTo>
                <a:lnTo>
                  <a:pt x="1938" y="346"/>
                </a:lnTo>
                <a:lnTo>
                  <a:pt x="1938" y="345"/>
                </a:lnTo>
                <a:lnTo>
                  <a:pt x="1939" y="345"/>
                </a:lnTo>
                <a:lnTo>
                  <a:pt x="1939" y="346"/>
                </a:lnTo>
                <a:lnTo>
                  <a:pt x="1940" y="346"/>
                </a:lnTo>
                <a:lnTo>
                  <a:pt x="1941" y="346"/>
                </a:lnTo>
                <a:lnTo>
                  <a:pt x="1942" y="346"/>
                </a:lnTo>
                <a:lnTo>
                  <a:pt x="1943" y="346"/>
                </a:lnTo>
                <a:lnTo>
                  <a:pt x="1944" y="346"/>
                </a:lnTo>
                <a:lnTo>
                  <a:pt x="1945" y="345"/>
                </a:lnTo>
                <a:lnTo>
                  <a:pt x="1946" y="345"/>
                </a:lnTo>
                <a:lnTo>
                  <a:pt x="1947" y="345"/>
                </a:lnTo>
                <a:lnTo>
                  <a:pt x="1948" y="345"/>
                </a:lnTo>
                <a:lnTo>
                  <a:pt x="1947" y="345"/>
                </a:lnTo>
                <a:lnTo>
                  <a:pt x="1948" y="345"/>
                </a:lnTo>
                <a:lnTo>
                  <a:pt x="1949" y="345"/>
                </a:lnTo>
                <a:lnTo>
                  <a:pt x="1949" y="344"/>
                </a:lnTo>
                <a:lnTo>
                  <a:pt x="1950" y="344"/>
                </a:lnTo>
                <a:lnTo>
                  <a:pt x="1951" y="345"/>
                </a:lnTo>
                <a:lnTo>
                  <a:pt x="1952" y="345"/>
                </a:lnTo>
                <a:lnTo>
                  <a:pt x="1952" y="344"/>
                </a:lnTo>
                <a:lnTo>
                  <a:pt x="1953" y="344"/>
                </a:lnTo>
                <a:lnTo>
                  <a:pt x="1954" y="344"/>
                </a:lnTo>
                <a:lnTo>
                  <a:pt x="1955" y="344"/>
                </a:lnTo>
                <a:lnTo>
                  <a:pt x="1955" y="343"/>
                </a:lnTo>
                <a:lnTo>
                  <a:pt x="1956" y="343"/>
                </a:lnTo>
                <a:lnTo>
                  <a:pt x="1955" y="343"/>
                </a:lnTo>
                <a:lnTo>
                  <a:pt x="1956" y="343"/>
                </a:lnTo>
                <a:lnTo>
                  <a:pt x="1957" y="343"/>
                </a:lnTo>
                <a:lnTo>
                  <a:pt x="1958" y="343"/>
                </a:lnTo>
                <a:lnTo>
                  <a:pt x="1959" y="343"/>
                </a:lnTo>
                <a:lnTo>
                  <a:pt x="1959" y="342"/>
                </a:lnTo>
                <a:lnTo>
                  <a:pt x="1960" y="342"/>
                </a:lnTo>
                <a:lnTo>
                  <a:pt x="1961" y="342"/>
                </a:lnTo>
                <a:lnTo>
                  <a:pt x="1962" y="342"/>
                </a:lnTo>
                <a:lnTo>
                  <a:pt x="1963" y="342"/>
                </a:lnTo>
                <a:lnTo>
                  <a:pt x="1964" y="342"/>
                </a:lnTo>
                <a:lnTo>
                  <a:pt x="1965" y="342"/>
                </a:lnTo>
                <a:lnTo>
                  <a:pt x="1964" y="342"/>
                </a:lnTo>
                <a:lnTo>
                  <a:pt x="1964" y="343"/>
                </a:lnTo>
                <a:lnTo>
                  <a:pt x="1965" y="343"/>
                </a:lnTo>
                <a:lnTo>
                  <a:pt x="1965" y="342"/>
                </a:lnTo>
                <a:lnTo>
                  <a:pt x="1966" y="343"/>
                </a:lnTo>
                <a:lnTo>
                  <a:pt x="1965" y="343"/>
                </a:lnTo>
                <a:lnTo>
                  <a:pt x="1966" y="343"/>
                </a:lnTo>
                <a:lnTo>
                  <a:pt x="1967" y="343"/>
                </a:lnTo>
                <a:lnTo>
                  <a:pt x="1968" y="343"/>
                </a:lnTo>
                <a:lnTo>
                  <a:pt x="1969" y="343"/>
                </a:lnTo>
                <a:lnTo>
                  <a:pt x="1969" y="342"/>
                </a:lnTo>
                <a:lnTo>
                  <a:pt x="1970" y="342"/>
                </a:lnTo>
                <a:lnTo>
                  <a:pt x="1971" y="342"/>
                </a:lnTo>
                <a:lnTo>
                  <a:pt x="1971" y="343"/>
                </a:lnTo>
                <a:lnTo>
                  <a:pt x="1972" y="342"/>
                </a:lnTo>
                <a:lnTo>
                  <a:pt x="1973" y="342"/>
                </a:lnTo>
                <a:lnTo>
                  <a:pt x="1974" y="342"/>
                </a:lnTo>
                <a:lnTo>
                  <a:pt x="1975" y="342"/>
                </a:lnTo>
                <a:lnTo>
                  <a:pt x="1976" y="342"/>
                </a:lnTo>
                <a:lnTo>
                  <a:pt x="1976" y="341"/>
                </a:lnTo>
                <a:lnTo>
                  <a:pt x="1977" y="341"/>
                </a:lnTo>
                <a:lnTo>
                  <a:pt x="1978" y="340"/>
                </a:lnTo>
                <a:lnTo>
                  <a:pt x="1978" y="339"/>
                </a:lnTo>
                <a:lnTo>
                  <a:pt x="1978" y="338"/>
                </a:lnTo>
                <a:lnTo>
                  <a:pt x="1979" y="338"/>
                </a:lnTo>
                <a:lnTo>
                  <a:pt x="1980" y="337"/>
                </a:lnTo>
                <a:lnTo>
                  <a:pt x="1980" y="338"/>
                </a:lnTo>
                <a:lnTo>
                  <a:pt x="1981" y="338"/>
                </a:lnTo>
                <a:lnTo>
                  <a:pt x="1981" y="337"/>
                </a:lnTo>
                <a:lnTo>
                  <a:pt x="1982" y="337"/>
                </a:lnTo>
                <a:lnTo>
                  <a:pt x="1982" y="336"/>
                </a:lnTo>
                <a:lnTo>
                  <a:pt x="1983" y="335"/>
                </a:lnTo>
                <a:lnTo>
                  <a:pt x="1983" y="334"/>
                </a:lnTo>
                <a:lnTo>
                  <a:pt x="1984" y="334"/>
                </a:lnTo>
                <a:lnTo>
                  <a:pt x="1983" y="333"/>
                </a:lnTo>
                <a:lnTo>
                  <a:pt x="1984" y="333"/>
                </a:lnTo>
                <a:lnTo>
                  <a:pt x="1983" y="332"/>
                </a:lnTo>
                <a:lnTo>
                  <a:pt x="1984" y="332"/>
                </a:lnTo>
                <a:lnTo>
                  <a:pt x="1985" y="332"/>
                </a:lnTo>
                <a:lnTo>
                  <a:pt x="1985" y="333"/>
                </a:lnTo>
                <a:lnTo>
                  <a:pt x="1986" y="333"/>
                </a:lnTo>
                <a:lnTo>
                  <a:pt x="1987" y="333"/>
                </a:lnTo>
                <a:lnTo>
                  <a:pt x="1988" y="333"/>
                </a:lnTo>
                <a:lnTo>
                  <a:pt x="1988" y="332"/>
                </a:lnTo>
                <a:lnTo>
                  <a:pt x="1989" y="332"/>
                </a:lnTo>
                <a:lnTo>
                  <a:pt x="1989" y="331"/>
                </a:lnTo>
                <a:lnTo>
                  <a:pt x="1990" y="330"/>
                </a:lnTo>
                <a:lnTo>
                  <a:pt x="1991" y="330"/>
                </a:lnTo>
                <a:lnTo>
                  <a:pt x="1991" y="329"/>
                </a:lnTo>
                <a:lnTo>
                  <a:pt x="1992" y="329"/>
                </a:lnTo>
                <a:lnTo>
                  <a:pt x="1992" y="330"/>
                </a:lnTo>
                <a:lnTo>
                  <a:pt x="1993" y="330"/>
                </a:lnTo>
                <a:lnTo>
                  <a:pt x="1993" y="329"/>
                </a:lnTo>
                <a:lnTo>
                  <a:pt x="1993" y="328"/>
                </a:lnTo>
                <a:lnTo>
                  <a:pt x="1993" y="327"/>
                </a:lnTo>
                <a:lnTo>
                  <a:pt x="1994" y="327"/>
                </a:lnTo>
                <a:lnTo>
                  <a:pt x="1995" y="326"/>
                </a:lnTo>
                <a:lnTo>
                  <a:pt x="1995" y="325"/>
                </a:lnTo>
                <a:lnTo>
                  <a:pt x="1995" y="324"/>
                </a:lnTo>
                <a:lnTo>
                  <a:pt x="1996" y="324"/>
                </a:lnTo>
                <a:lnTo>
                  <a:pt x="1997" y="324"/>
                </a:lnTo>
                <a:lnTo>
                  <a:pt x="1997" y="323"/>
                </a:lnTo>
                <a:lnTo>
                  <a:pt x="1997" y="322"/>
                </a:lnTo>
                <a:lnTo>
                  <a:pt x="1996" y="322"/>
                </a:lnTo>
                <a:lnTo>
                  <a:pt x="1997" y="322"/>
                </a:lnTo>
                <a:lnTo>
                  <a:pt x="1997" y="321"/>
                </a:lnTo>
                <a:lnTo>
                  <a:pt x="1998" y="321"/>
                </a:lnTo>
                <a:lnTo>
                  <a:pt x="1999" y="321"/>
                </a:lnTo>
                <a:lnTo>
                  <a:pt x="1998" y="320"/>
                </a:lnTo>
                <a:lnTo>
                  <a:pt x="1997" y="319"/>
                </a:lnTo>
                <a:lnTo>
                  <a:pt x="1996" y="319"/>
                </a:lnTo>
                <a:lnTo>
                  <a:pt x="1995" y="319"/>
                </a:lnTo>
                <a:lnTo>
                  <a:pt x="1995" y="318"/>
                </a:lnTo>
                <a:lnTo>
                  <a:pt x="1996" y="318"/>
                </a:lnTo>
                <a:lnTo>
                  <a:pt x="1996" y="317"/>
                </a:lnTo>
                <a:lnTo>
                  <a:pt x="1995" y="317"/>
                </a:lnTo>
                <a:lnTo>
                  <a:pt x="1996" y="317"/>
                </a:lnTo>
                <a:lnTo>
                  <a:pt x="1996" y="316"/>
                </a:lnTo>
                <a:lnTo>
                  <a:pt x="1997" y="316"/>
                </a:lnTo>
                <a:lnTo>
                  <a:pt x="1997" y="315"/>
                </a:lnTo>
                <a:lnTo>
                  <a:pt x="1997" y="314"/>
                </a:lnTo>
                <a:lnTo>
                  <a:pt x="1997" y="315"/>
                </a:lnTo>
                <a:lnTo>
                  <a:pt x="1998" y="315"/>
                </a:lnTo>
                <a:lnTo>
                  <a:pt x="1998" y="314"/>
                </a:lnTo>
                <a:lnTo>
                  <a:pt x="1997" y="314"/>
                </a:lnTo>
                <a:lnTo>
                  <a:pt x="1996" y="314"/>
                </a:lnTo>
                <a:lnTo>
                  <a:pt x="1997" y="313"/>
                </a:lnTo>
                <a:lnTo>
                  <a:pt x="1997" y="312"/>
                </a:lnTo>
                <a:lnTo>
                  <a:pt x="1996" y="312"/>
                </a:lnTo>
                <a:lnTo>
                  <a:pt x="1996" y="313"/>
                </a:lnTo>
                <a:lnTo>
                  <a:pt x="1996" y="312"/>
                </a:lnTo>
                <a:lnTo>
                  <a:pt x="1998" y="312"/>
                </a:lnTo>
                <a:lnTo>
                  <a:pt x="1998" y="311"/>
                </a:lnTo>
                <a:lnTo>
                  <a:pt x="1998" y="310"/>
                </a:lnTo>
                <a:lnTo>
                  <a:pt x="1998" y="309"/>
                </a:lnTo>
                <a:lnTo>
                  <a:pt x="1999" y="309"/>
                </a:lnTo>
                <a:lnTo>
                  <a:pt x="2000" y="309"/>
                </a:lnTo>
                <a:lnTo>
                  <a:pt x="2000" y="308"/>
                </a:lnTo>
                <a:lnTo>
                  <a:pt x="2001" y="308"/>
                </a:lnTo>
                <a:lnTo>
                  <a:pt x="2000" y="308"/>
                </a:lnTo>
                <a:lnTo>
                  <a:pt x="1999" y="308"/>
                </a:lnTo>
                <a:lnTo>
                  <a:pt x="1999" y="307"/>
                </a:lnTo>
                <a:lnTo>
                  <a:pt x="2000" y="307"/>
                </a:lnTo>
                <a:lnTo>
                  <a:pt x="2000" y="306"/>
                </a:lnTo>
                <a:lnTo>
                  <a:pt x="1999" y="306"/>
                </a:lnTo>
                <a:lnTo>
                  <a:pt x="1999" y="305"/>
                </a:lnTo>
                <a:lnTo>
                  <a:pt x="2000" y="305"/>
                </a:lnTo>
                <a:lnTo>
                  <a:pt x="1999" y="305"/>
                </a:lnTo>
                <a:lnTo>
                  <a:pt x="1999" y="304"/>
                </a:lnTo>
                <a:lnTo>
                  <a:pt x="1998" y="304"/>
                </a:lnTo>
                <a:lnTo>
                  <a:pt x="1997" y="304"/>
                </a:lnTo>
                <a:lnTo>
                  <a:pt x="1996" y="304"/>
                </a:lnTo>
                <a:lnTo>
                  <a:pt x="1995" y="304"/>
                </a:lnTo>
                <a:lnTo>
                  <a:pt x="1995" y="305"/>
                </a:lnTo>
                <a:lnTo>
                  <a:pt x="1995" y="304"/>
                </a:lnTo>
                <a:lnTo>
                  <a:pt x="1994" y="304"/>
                </a:lnTo>
                <a:lnTo>
                  <a:pt x="1994" y="305"/>
                </a:lnTo>
                <a:lnTo>
                  <a:pt x="1993" y="305"/>
                </a:lnTo>
                <a:lnTo>
                  <a:pt x="1993" y="304"/>
                </a:lnTo>
                <a:lnTo>
                  <a:pt x="1992" y="304"/>
                </a:lnTo>
                <a:lnTo>
                  <a:pt x="1992" y="303"/>
                </a:lnTo>
                <a:lnTo>
                  <a:pt x="1991" y="303"/>
                </a:lnTo>
                <a:lnTo>
                  <a:pt x="1991" y="304"/>
                </a:lnTo>
                <a:lnTo>
                  <a:pt x="1991" y="305"/>
                </a:lnTo>
                <a:lnTo>
                  <a:pt x="1990" y="305"/>
                </a:lnTo>
                <a:lnTo>
                  <a:pt x="1989" y="305"/>
                </a:lnTo>
                <a:lnTo>
                  <a:pt x="1990" y="305"/>
                </a:lnTo>
                <a:lnTo>
                  <a:pt x="1990" y="306"/>
                </a:lnTo>
                <a:lnTo>
                  <a:pt x="1989" y="306"/>
                </a:lnTo>
                <a:lnTo>
                  <a:pt x="1988" y="305"/>
                </a:lnTo>
                <a:lnTo>
                  <a:pt x="1988" y="304"/>
                </a:lnTo>
                <a:lnTo>
                  <a:pt x="1988" y="303"/>
                </a:lnTo>
                <a:lnTo>
                  <a:pt x="1987" y="303"/>
                </a:lnTo>
                <a:lnTo>
                  <a:pt x="1986" y="304"/>
                </a:lnTo>
                <a:lnTo>
                  <a:pt x="1985" y="304"/>
                </a:lnTo>
                <a:lnTo>
                  <a:pt x="1984" y="305"/>
                </a:lnTo>
                <a:lnTo>
                  <a:pt x="1983" y="305"/>
                </a:lnTo>
                <a:lnTo>
                  <a:pt x="1982" y="305"/>
                </a:lnTo>
                <a:lnTo>
                  <a:pt x="1983" y="304"/>
                </a:lnTo>
                <a:lnTo>
                  <a:pt x="1984" y="304"/>
                </a:lnTo>
                <a:lnTo>
                  <a:pt x="1983" y="304"/>
                </a:lnTo>
                <a:lnTo>
                  <a:pt x="1982" y="304"/>
                </a:lnTo>
                <a:lnTo>
                  <a:pt x="1981" y="304"/>
                </a:lnTo>
                <a:lnTo>
                  <a:pt x="1980" y="304"/>
                </a:lnTo>
                <a:lnTo>
                  <a:pt x="1980" y="303"/>
                </a:lnTo>
                <a:lnTo>
                  <a:pt x="1981" y="303"/>
                </a:lnTo>
                <a:lnTo>
                  <a:pt x="1982" y="303"/>
                </a:lnTo>
                <a:lnTo>
                  <a:pt x="1982" y="302"/>
                </a:lnTo>
                <a:lnTo>
                  <a:pt x="1981" y="302"/>
                </a:lnTo>
                <a:lnTo>
                  <a:pt x="1980" y="302"/>
                </a:lnTo>
                <a:lnTo>
                  <a:pt x="1980" y="301"/>
                </a:lnTo>
                <a:lnTo>
                  <a:pt x="1979" y="301"/>
                </a:lnTo>
                <a:lnTo>
                  <a:pt x="1979" y="302"/>
                </a:lnTo>
                <a:lnTo>
                  <a:pt x="1978" y="302"/>
                </a:lnTo>
                <a:lnTo>
                  <a:pt x="1978" y="301"/>
                </a:lnTo>
                <a:lnTo>
                  <a:pt x="1978" y="300"/>
                </a:lnTo>
                <a:lnTo>
                  <a:pt x="1979" y="300"/>
                </a:lnTo>
                <a:lnTo>
                  <a:pt x="1979" y="299"/>
                </a:lnTo>
                <a:lnTo>
                  <a:pt x="1980" y="299"/>
                </a:lnTo>
                <a:lnTo>
                  <a:pt x="1981" y="299"/>
                </a:lnTo>
                <a:lnTo>
                  <a:pt x="1981" y="298"/>
                </a:lnTo>
                <a:lnTo>
                  <a:pt x="1982" y="298"/>
                </a:lnTo>
                <a:lnTo>
                  <a:pt x="1983" y="298"/>
                </a:lnTo>
                <a:lnTo>
                  <a:pt x="1984" y="298"/>
                </a:lnTo>
                <a:lnTo>
                  <a:pt x="1985" y="298"/>
                </a:lnTo>
                <a:lnTo>
                  <a:pt x="1985" y="299"/>
                </a:lnTo>
                <a:lnTo>
                  <a:pt x="1986" y="299"/>
                </a:lnTo>
                <a:lnTo>
                  <a:pt x="1986" y="298"/>
                </a:lnTo>
                <a:lnTo>
                  <a:pt x="1985" y="298"/>
                </a:lnTo>
                <a:lnTo>
                  <a:pt x="1986" y="297"/>
                </a:lnTo>
                <a:lnTo>
                  <a:pt x="1987" y="297"/>
                </a:lnTo>
                <a:lnTo>
                  <a:pt x="1987" y="296"/>
                </a:lnTo>
                <a:lnTo>
                  <a:pt x="1986" y="296"/>
                </a:lnTo>
                <a:lnTo>
                  <a:pt x="1987" y="296"/>
                </a:lnTo>
                <a:lnTo>
                  <a:pt x="1987" y="295"/>
                </a:lnTo>
                <a:lnTo>
                  <a:pt x="1988" y="296"/>
                </a:lnTo>
                <a:lnTo>
                  <a:pt x="1988" y="295"/>
                </a:lnTo>
                <a:lnTo>
                  <a:pt x="1989" y="295"/>
                </a:lnTo>
                <a:lnTo>
                  <a:pt x="1989" y="294"/>
                </a:lnTo>
                <a:lnTo>
                  <a:pt x="1988" y="294"/>
                </a:lnTo>
                <a:lnTo>
                  <a:pt x="1988" y="293"/>
                </a:lnTo>
                <a:lnTo>
                  <a:pt x="1989" y="293"/>
                </a:lnTo>
                <a:lnTo>
                  <a:pt x="1990" y="293"/>
                </a:lnTo>
                <a:lnTo>
                  <a:pt x="1990" y="292"/>
                </a:lnTo>
                <a:lnTo>
                  <a:pt x="1990" y="291"/>
                </a:lnTo>
                <a:lnTo>
                  <a:pt x="1990" y="290"/>
                </a:lnTo>
                <a:lnTo>
                  <a:pt x="1989" y="290"/>
                </a:lnTo>
                <a:lnTo>
                  <a:pt x="1988" y="290"/>
                </a:lnTo>
                <a:lnTo>
                  <a:pt x="1988" y="289"/>
                </a:lnTo>
                <a:lnTo>
                  <a:pt x="1989" y="289"/>
                </a:lnTo>
                <a:lnTo>
                  <a:pt x="1990" y="289"/>
                </a:lnTo>
                <a:lnTo>
                  <a:pt x="1990" y="288"/>
                </a:lnTo>
                <a:lnTo>
                  <a:pt x="1990" y="287"/>
                </a:lnTo>
                <a:lnTo>
                  <a:pt x="1991" y="287"/>
                </a:lnTo>
                <a:lnTo>
                  <a:pt x="1990" y="286"/>
                </a:lnTo>
                <a:lnTo>
                  <a:pt x="1991" y="286"/>
                </a:lnTo>
                <a:lnTo>
                  <a:pt x="1991" y="285"/>
                </a:lnTo>
                <a:lnTo>
                  <a:pt x="1992" y="285"/>
                </a:lnTo>
                <a:lnTo>
                  <a:pt x="1992" y="284"/>
                </a:lnTo>
                <a:lnTo>
                  <a:pt x="1991" y="284"/>
                </a:lnTo>
                <a:lnTo>
                  <a:pt x="1990" y="284"/>
                </a:lnTo>
                <a:lnTo>
                  <a:pt x="1990" y="283"/>
                </a:lnTo>
                <a:lnTo>
                  <a:pt x="1991" y="283"/>
                </a:lnTo>
                <a:lnTo>
                  <a:pt x="1991" y="282"/>
                </a:lnTo>
                <a:lnTo>
                  <a:pt x="1992" y="282"/>
                </a:lnTo>
                <a:lnTo>
                  <a:pt x="1992" y="283"/>
                </a:lnTo>
                <a:lnTo>
                  <a:pt x="1992" y="282"/>
                </a:lnTo>
                <a:lnTo>
                  <a:pt x="1993" y="282"/>
                </a:lnTo>
                <a:lnTo>
                  <a:pt x="1993" y="281"/>
                </a:lnTo>
                <a:lnTo>
                  <a:pt x="1992" y="281"/>
                </a:lnTo>
                <a:lnTo>
                  <a:pt x="1992" y="280"/>
                </a:lnTo>
                <a:lnTo>
                  <a:pt x="1992" y="279"/>
                </a:lnTo>
                <a:lnTo>
                  <a:pt x="1992" y="278"/>
                </a:lnTo>
                <a:lnTo>
                  <a:pt x="1993" y="278"/>
                </a:lnTo>
                <a:lnTo>
                  <a:pt x="1994" y="278"/>
                </a:lnTo>
                <a:lnTo>
                  <a:pt x="1995" y="278"/>
                </a:lnTo>
                <a:lnTo>
                  <a:pt x="1996" y="277"/>
                </a:lnTo>
                <a:lnTo>
                  <a:pt x="1997" y="277"/>
                </a:lnTo>
                <a:lnTo>
                  <a:pt x="1997" y="276"/>
                </a:lnTo>
                <a:lnTo>
                  <a:pt x="1996" y="276"/>
                </a:lnTo>
                <a:lnTo>
                  <a:pt x="1996" y="275"/>
                </a:lnTo>
                <a:lnTo>
                  <a:pt x="1997" y="275"/>
                </a:lnTo>
                <a:lnTo>
                  <a:pt x="1997" y="276"/>
                </a:lnTo>
                <a:lnTo>
                  <a:pt x="1998" y="276"/>
                </a:lnTo>
                <a:lnTo>
                  <a:pt x="1999" y="276"/>
                </a:lnTo>
                <a:lnTo>
                  <a:pt x="1999" y="275"/>
                </a:lnTo>
                <a:lnTo>
                  <a:pt x="2000" y="275"/>
                </a:lnTo>
                <a:lnTo>
                  <a:pt x="2000" y="274"/>
                </a:lnTo>
                <a:lnTo>
                  <a:pt x="2001" y="274"/>
                </a:lnTo>
                <a:lnTo>
                  <a:pt x="2001" y="273"/>
                </a:lnTo>
                <a:lnTo>
                  <a:pt x="2002" y="273"/>
                </a:lnTo>
                <a:lnTo>
                  <a:pt x="2002" y="272"/>
                </a:lnTo>
                <a:lnTo>
                  <a:pt x="2001" y="272"/>
                </a:lnTo>
                <a:lnTo>
                  <a:pt x="2000" y="272"/>
                </a:lnTo>
                <a:lnTo>
                  <a:pt x="2000" y="271"/>
                </a:lnTo>
                <a:lnTo>
                  <a:pt x="2001" y="271"/>
                </a:lnTo>
                <a:lnTo>
                  <a:pt x="2003" y="271"/>
                </a:lnTo>
                <a:lnTo>
                  <a:pt x="2004" y="271"/>
                </a:lnTo>
                <a:lnTo>
                  <a:pt x="2005" y="271"/>
                </a:lnTo>
                <a:lnTo>
                  <a:pt x="2006" y="271"/>
                </a:lnTo>
                <a:lnTo>
                  <a:pt x="2007" y="270"/>
                </a:lnTo>
                <a:lnTo>
                  <a:pt x="2007" y="269"/>
                </a:lnTo>
                <a:lnTo>
                  <a:pt x="2007" y="268"/>
                </a:lnTo>
                <a:lnTo>
                  <a:pt x="2008" y="268"/>
                </a:lnTo>
                <a:lnTo>
                  <a:pt x="2008" y="267"/>
                </a:lnTo>
                <a:lnTo>
                  <a:pt x="2009" y="267"/>
                </a:lnTo>
                <a:lnTo>
                  <a:pt x="2009" y="266"/>
                </a:lnTo>
                <a:lnTo>
                  <a:pt x="2010" y="266"/>
                </a:lnTo>
                <a:lnTo>
                  <a:pt x="2010" y="265"/>
                </a:lnTo>
                <a:lnTo>
                  <a:pt x="2011" y="265"/>
                </a:lnTo>
                <a:lnTo>
                  <a:pt x="2011" y="264"/>
                </a:lnTo>
                <a:lnTo>
                  <a:pt x="2012" y="264"/>
                </a:lnTo>
                <a:lnTo>
                  <a:pt x="2011" y="263"/>
                </a:lnTo>
                <a:lnTo>
                  <a:pt x="2012" y="263"/>
                </a:lnTo>
                <a:lnTo>
                  <a:pt x="2012" y="262"/>
                </a:lnTo>
                <a:lnTo>
                  <a:pt x="2011" y="262"/>
                </a:lnTo>
                <a:lnTo>
                  <a:pt x="2011" y="261"/>
                </a:lnTo>
                <a:lnTo>
                  <a:pt x="2012" y="261"/>
                </a:lnTo>
                <a:lnTo>
                  <a:pt x="2012" y="260"/>
                </a:lnTo>
                <a:lnTo>
                  <a:pt x="2013" y="260"/>
                </a:lnTo>
                <a:lnTo>
                  <a:pt x="2014" y="260"/>
                </a:lnTo>
                <a:lnTo>
                  <a:pt x="2013" y="260"/>
                </a:lnTo>
                <a:lnTo>
                  <a:pt x="2013" y="259"/>
                </a:lnTo>
                <a:lnTo>
                  <a:pt x="2012" y="258"/>
                </a:lnTo>
                <a:lnTo>
                  <a:pt x="2013" y="258"/>
                </a:lnTo>
                <a:lnTo>
                  <a:pt x="2013" y="257"/>
                </a:lnTo>
                <a:lnTo>
                  <a:pt x="2012" y="257"/>
                </a:lnTo>
                <a:lnTo>
                  <a:pt x="2012" y="256"/>
                </a:lnTo>
                <a:lnTo>
                  <a:pt x="2011" y="256"/>
                </a:lnTo>
                <a:lnTo>
                  <a:pt x="2011" y="255"/>
                </a:lnTo>
                <a:lnTo>
                  <a:pt x="2011" y="254"/>
                </a:lnTo>
                <a:lnTo>
                  <a:pt x="2012" y="254"/>
                </a:lnTo>
                <a:lnTo>
                  <a:pt x="2012" y="253"/>
                </a:lnTo>
                <a:lnTo>
                  <a:pt x="2012" y="252"/>
                </a:lnTo>
                <a:lnTo>
                  <a:pt x="2011" y="252"/>
                </a:lnTo>
                <a:lnTo>
                  <a:pt x="2011" y="251"/>
                </a:lnTo>
                <a:lnTo>
                  <a:pt x="2012" y="251"/>
                </a:lnTo>
                <a:lnTo>
                  <a:pt x="2012" y="250"/>
                </a:lnTo>
                <a:lnTo>
                  <a:pt x="2013" y="250"/>
                </a:lnTo>
                <a:lnTo>
                  <a:pt x="2013" y="249"/>
                </a:lnTo>
                <a:lnTo>
                  <a:pt x="2013" y="248"/>
                </a:lnTo>
                <a:lnTo>
                  <a:pt x="2014" y="248"/>
                </a:lnTo>
                <a:lnTo>
                  <a:pt x="2015" y="248"/>
                </a:lnTo>
                <a:lnTo>
                  <a:pt x="2015" y="247"/>
                </a:lnTo>
                <a:lnTo>
                  <a:pt x="2016" y="247"/>
                </a:lnTo>
                <a:lnTo>
                  <a:pt x="2017" y="246"/>
                </a:lnTo>
                <a:lnTo>
                  <a:pt x="2017" y="245"/>
                </a:lnTo>
                <a:lnTo>
                  <a:pt x="2018" y="245"/>
                </a:lnTo>
                <a:lnTo>
                  <a:pt x="2018" y="244"/>
                </a:lnTo>
                <a:lnTo>
                  <a:pt x="2019" y="244"/>
                </a:lnTo>
                <a:lnTo>
                  <a:pt x="2019" y="243"/>
                </a:lnTo>
                <a:lnTo>
                  <a:pt x="2019" y="242"/>
                </a:lnTo>
                <a:lnTo>
                  <a:pt x="2020" y="242"/>
                </a:lnTo>
                <a:lnTo>
                  <a:pt x="2020" y="241"/>
                </a:lnTo>
                <a:lnTo>
                  <a:pt x="2020" y="240"/>
                </a:lnTo>
                <a:lnTo>
                  <a:pt x="2021" y="240"/>
                </a:lnTo>
                <a:lnTo>
                  <a:pt x="2022" y="240"/>
                </a:lnTo>
                <a:lnTo>
                  <a:pt x="2022" y="239"/>
                </a:lnTo>
                <a:lnTo>
                  <a:pt x="2023" y="239"/>
                </a:lnTo>
                <a:lnTo>
                  <a:pt x="2023" y="238"/>
                </a:lnTo>
                <a:lnTo>
                  <a:pt x="2023" y="237"/>
                </a:lnTo>
                <a:lnTo>
                  <a:pt x="2025" y="237"/>
                </a:lnTo>
                <a:lnTo>
                  <a:pt x="2026" y="237"/>
                </a:lnTo>
                <a:lnTo>
                  <a:pt x="2027" y="237"/>
                </a:lnTo>
                <a:lnTo>
                  <a:pt x="2028" y="237"/>
                </a:lnTo>
                <a:lnTo>
                  <a:pt x="2028" y="236"/>
                </a:lnTo>
                <a:lnTo>
                  <a:pt x="2029" y="236"/>
                </a:lnTo>
                <a:lnTo>
                  <a:pt x="2029" y="235"/>
                </a:lnTo>
                <a:lnTo>
                  <a:pt x="2028" y="235"/>
                </a:lnTo>
                <a:lnTo>
                  <a:pt x="2029" y="235"/>
                </a:lnTo>
                <a:lnTo>
                  <a:pt x="2030" y="234"/>
                </a:lnTo>
                <a:lnTo>
                  <a:pt x="2031" y="234"/>
                </a:lnTo>
                <a:lnTo>
                  <a:pt x="2032" y="234"/>
                </a:lnTo>
                <a:lnTo>
                  <a:pt x="2032" y="233"/>
                </a:lnTo>
                <a:lnTo>
                  <a:pt x="2032" y="232"/>
                </a:lnTo>
                <a:lnTo>
                  <a:pt x="2032" y="231"/>
                </a:lnTo>
                <a:lnTo>
                  <a:pt x="2031" y="231"/>
                </a:lnTo>
                <a:lnTo>
                  <a:pt x="2032" y="231"/>
                </a:lnTo>
                <a:lnTo>
                  <a:pt x="2033" y="231"/>
                </a:lnTo>
                <a:lnTo>
                  <a:pt x="2034" y="231"/>
                </a:lnTo>
                <a:lnTo>
                  <a:pt x="2034" y="230"/>
                </a:lnTo>
                <a:lnTo>
                  <a:pt x="2033" y="230"/>
                </a:lnTo>
                <a:lnTo>
                  <a:pt x="2034" y="229"/>
                </a:lnTo>
                <a:lnTo>
                  <a:pt x="2035" y="229"/>
                </a:lnTo>
                <a:lnTo>
                  <a:pt x="2035" y="228"/>
                </a:lnTo>
                <a:lnTo>
                  <a:pt x="2034" y="227"/>
                </a:lnTo>
                <a:lnTo>
                  <a:pt x="2035" y="226"/>
                </a:lnTo>
                <a:lnTo>
                  <a:pt x="2036" y="226"/>
                </a:lnTo>
                <a:lnTo>
                  <a:pt x="2036" y="225"/>
                </a:lnTo>
                <a:lnTo>
                  <a:pt x="2036" y="224"/>
                </a:lnTo>
                <a:lnTo>
                  <a:pt x="2036" y="223"/>
                </a:lnTo>
                <a:lnTo>
                  <a:pt x="2037" y="223"/>
                </a:lnTo>
                <a:lnTo>
                  <a:pt x="2037" y="222"/>
                </a:lnTo>
                <a:lnTo>
                  <a:pt x="2036" y="222"/>
                </a:lnTo>
                <a:lnTo>
                  <a:pt x="2035" y="222"/>
                </a:lnTo>
                <a:lnTo>
                  <a:pt x="2035" y="221"/>
                </a:lnTo>
                <a:lnTo>
                  <a:pt x="2036" y="221"/>
                </a:lnTo>
                <a:lnTo>
                  <a:pt x="2036" y="222"/>
                </a:lnTo>
                <a:lnTo>
                  <a:pt x="2037" y="222"/>
                </a:lnTo>
                <a:lnTo>
                  <a:pt x="2037" y="221"/>
                </a:lnTo>
                <a:lnTo>
                  <a:pt x="2037" y="220"/>
                </a:lnTo>
                <a:lnTo>
                  <a:pt x="2036" y="220"/>
                </a:lnTo>
                <a:lnTo>
                  <a:pt x="2036" y="219"/>
                </a:lnTo>
                <a:lnTo>
                  <a:pt x="2035" y="218"/>
                </a:lnTo>
                <a:lnTo>
                  <a:pt x="2035" y="217"/>
                </a:lnTo>
                <a:lnTo>
                  <a:pt x="2035" y="216"/>
                </a:lnTo>
                <a:lnTo>
                  <a:pt x="2036" y="216"/>
                </a:lnTo>
                <a:lnTo>
                  <a:pt x="2036" y="215"/>
                </a:lnTo>
                <a:lnTo>
                  <a:pt x="2037" y="215"/>
                </a:lnTo>
                <a:lnTo>
                  <a:pt x="2037" y="216"/>
                </a:lnTo>
                <a:lnTo>
                  <a:pt x="2038" y="216"/>
                </a:lnTo>
                <a:lnTo>
                  <a:pt x="2039" y="216"/>
                </a:lnTo>
                <a:lnTo>
                  <a:pt x="2040" y="217"/>
                </a:lnTo>
                <a:lnTo>
                  <a:pt x="2041" y="216"/>
                </a:lnTo>
                <a:lnTo>
                  <a:pt x="2041" y="215"/>
                </a:lnTo>
                <a:lnTo>
                  <a:pt x="2040" y="215"/>
                </a:lnTo>
                <a:lnTo>
                  <a:pt x="2039" y="215"/>
                </a:lnTo>
                <a:lnTo>
                  <a:pt x="2039" y="214"/>
                </a:lnTo>
                <a:lnTo>
                  <a:pt x="2038" y="214"/>
                </a:lnTo>
                <a:lnTo>
                  <a:pt x="2038" y="213"/>
                </a:lnTo>
                <a:lnTo>
                  <a:pt x="2039" y="213"/>
                </a:lnTo>
                <a:lnTo>
                  <a:pt x="2039" y="212"/>
                </a:lnTo>
                <a:lnTo>
                  <a:pt x="2040" y="212"/>
                </a:lnTo>
                <a:lnTo>
                  <a:pt x="2041" y="212"/>
                </a:lnTo>
                <a:lnTo>
                  <a:pt x="2041" y="211"/>
                </a:lnTo>
                <a:lnTo>
                  <a:pt x="2040" y="211"/>
                </a:lnTo>
                <a:lnTo>
                  <a:pt x="2039" y="210"/>
                </a:lnTo>
                <a:lnTo>
                  <a:pt x="2040" y="210"/>
                </a:lnTo>
                <a:lnTo>
                  <a:pt x="2040" y="209"/>
                </a:lnTo>
                <a:lnTo>
                  <a:pt x="2041" y="209"/>
                </a:lnTo>
                <a:lnTo>
                  <a:pt x="2042" y="208"/>
                </a:lnTo>
                <a:lnTo>
                  <a:pt x="2043" y="208"/>
                </a:lnTo>
                <a:lnTo>
                  <a:pt x="2044" y="208"/>
                </a:lnTo>
                <a:lnTo>
                  <a:pt x="2045" y="208"/>
                </a:lnTo>
                <a:lnTo>
                  <a:pt x="2046" y="208"/>
                </a:lnTo>
                <a:lnTo>
                  <a:pt x="2046" y="207"/>
                </a:lnTo>
                <a:lnTo>
                  <a:pt x="2046" y="206"/>
                </a:lnTo>
                <a:lnTo>
                  <a:pt x="2046" y="205"/>
                </a:lnTo>
                <a:lnTo>
                  <a:pt x="2046" y="204"/>
                </a:lnTo>
                <a:lnTo>
                  <a:pt x="2047" y="204"/>
                </a:lnTo>
                <a:lnTo>
                  <a:pt x="2047" y="203"/>
                </a:lnTo>
                <a:lnTo>
                  <a:pt x="2048" y="203"/>
                </a:lnTo>
                <a:lnTo>
                  <a:pt x="2049" y="203"/>
                </a:lnTo>
                <a:lnTo>
                  <a:pt x="2050" y="203"/>
                </a:lnTo>
                <a:lnTo>
                  <a:pt x="2051" y="202"/>
                </a:lnTo>
                <a:lnTo>
                  <a:pt x="2052" y="202"/>
                </a:lnTo>
                <a:lnTo>
                  <a:pt x="2052" y="201"/>
                </a:lnTo>
                <a:lnTo>
                  <a:pt x="2051" y="201"/>
                </a:lnTo>
                <a:lnTo>
                  <a:pt x="2050" y="201"/>
                </a:lnTo>
                <a:lnTo>
                  <a:pt x="2049" y="200"/>
                </a:lnTo>
                <a:lnTo>
                  <a:pt x="2048" y="200"/>
                </a:lnTo>
                <a:lnTo>
                  <a:pt x="2048" y="199"/>
                </a:lnTo>
                <a:lnTo>
                  <a:pt x="2049" y="198"/>
                </a:lnTo>
                <a:lnTo>
                  <a:pt x="2050" y="198"/>
                </a:lnTo>
                <a:lnTo>
                  <a:pt x="2051" y="198"/>
                </a:lnTo>
                <a:lnTo>
                  <a:pt x="2053" y="198"/>
                </a:lnTo>
                <a:lnTo>
                  <a:pt x="2054" y="198"/>
                </a:lnTo>
                <a:lnTo>
                  <a:pt x="2054" y="197"/>
                </a:lnTo>
                <a:lnTo>
                  <a:pt x="2054" y="196"/>
                </a:lnTo>
                <a:lnTo>
                  <a:pt x="2054" y="195"/>
                </a:lnTo>
                <a:lnTo>
                  <a:pt x="2054" y="194"/>
                </a:lnTo>
                <a:lnTo>
                  <a:pt x="2055" y="193"/>
                </a:lnTo>
                <a:lnTo>
                  <a:pt x="2056" y="193"/>
                </a:lnTo>
                <a:lnTo>
                  <a:pt x="2057" y="193"/>
                </a:lnTo>
                <a:lnTo>
                  <a:pt x="2057" y="192"/>
                </a:lnTo>
                <a:lnTo>
                  <a:pt x="2057" y="191"/>
                </a:lnTo>
                <a:lnTo>
                  <a:pt x="2056" y="191"/>
                </a:lnTo>
                <a:lnTo>
                  <a:pt x="2056" y="190"/>
                </a:lnTo>
                <a:lnTo>
                  <a:pt x="2055" y="189"/>
                </a:lnTo>
                <a:lnTo>
                  <a:pt x="2055" y="188"/>
                </a:lnTo>
                <a:lnTo>
                  <a:pt x="2056" y="188"/>
                </a:lnTo>
                <a:lnTo>
                  <a:pt x="2055" y="187"/>
                </a:lnTo>
                <a:lnTo>
                  <a:pt x="2056" y="187"/>
                </a:lnTo>
                <a:lnTo>
                  <a:pt x="2056" y="186"/>
                </a:lnTo>
                <a:lnTo>
                  <a:pt x="2057" y="186"/>
                </a:lnTo>
                <a:lnTo>
                  <a:pt x="2058" y="186"/>
                </a:lnTo>
                <a:lnTo>
                  <a:pt x="2058" y="185"/>
                </a:lnTo>
                <a:lnTo>
                  <a:pt x="2059" y="185"/>
                </a:lnTo>
                <a:lnTo>
                  <a:pt x="2059" y="184"/>
                </a:lnTo>
                <a:lnTo>
                  <a:pt x="2059" y="183"/>
                </a:lnTo>
                <a:lnTo>
                  <a:pt x="2060" y="183"/>
                </a:lnTo>
                <a:lnTo>
                  <a:pt x="2061" y="182"/>
                </a:lnTo>
                <a:lnTo>
                  <a:pt x="2061" y="181"/>
                </a:lnTo>
                <a:lnTo>
                  <a:pt x="2061" y="180"/>
                </a:lnTo>
                <a:lnTo>
                  <a:pt x="2060" y="179"/>
                </a:lnTo>
                <a:lnTo>
                  <a:pt x="2060" y="178"/>
                </a:lnTo>
                <a:lnTo>
                  <a:pt x="2060" y="177"/>
                </a:lnTo>
                <a:lnTo>
                  <a:pt x="2061" y="177"/>
                </a:lnTo>
                <a:lnTo>
                  <a:pt x="2061" y="176"/>
                </a:lnTo>
                <a:lnTo>
                  <a:pt x="2061" y="175"/>
                </a:lnTo>
                <a:lnTo>
                  <a:pt x="2062" y="175"/>
                </a:lnTo>
                <a:lnTo>
                  <a:pt x="2062" y="174"/>
                </a:lnTo>
                <a:lnTo>
                  <a:pt x="2062" y="173"/>
                </a:lnTo>
                <a:lnTo>
                  <a:pt x="2063" y="173"/>
                </a:lnTo>
                <a:lnTo>
                  <a:pt x="2064" y="173"/>
                </a:lnTo>
                <a:lnTo>
                  <a:pt x="2064" y="172"/>
                </a:lnTo>
                <a:lnTo>
                  <a:pt x="2065" y="172"/>
                </a:lnTo>
                <a:lnTo>
                  <a:pt x="2066" y="172"/>
                </a:lnTo>
                <a:lnTo>
                  <a:pt x="2066" y="171"/>
                </a:lnTo>
                <a:lnTo>
                  <a:pt x="2065" y="171"/>
                </a:lnTo>
                <a:lnTo>
                  <a:pt x="2065" y="170"/>
                </a:lnTo>
                <a:lnTo>
                  <a:pt x="2064" y="170"/>
                </a:lnTo>
                <a:lnTo>
                  <a:pt x="2064" y="169"/>
                </a:lnTo>
                <a:lnTo>
                  <a:pt x="2065" y="169"/>
                </a:lnTo>
                <a:lnTo>
                  <a:pt x="2066" y="169"/>
                </a:lnTo>
                <a:lnTo>
                  <a:pt x="2067" y="169"/>
                </a:lnTo>
                <a:lnTo>
                  <a:pt x="2068" y="169"/>
                </a:lnTo>
                <a:lnTo>
                  <a:pt x="2068" y="170"/>
                </a:lnTo>
                <a:lnTo>
                  <a:pt x="2069" y="170"/>
                </a:lnTo>
                <a:lnTo>
                  <a:pt x="2069" y="169"/>
                </a:lnTo>
                <a:lnTo>
                  <a:pt x="2069" y="170"/>
                </a:lnTo>
                <a:lnTo>
                  <a:pt x="2070" y="170"/>
                </a:lnTo>
                <a:lnTo>
                  <a:pt x="2070" y="169"/>
                </a:lnTo>
                <a:lnTo>
                  <a:pt x="2071" y="169"/>
                </a:lnTo>
                <a:lnTo>
                  <a:pt x="2072" y="169"/>
                </a:lnTo>
                <a:lnTo>
                  <a:pt x="2073" y="169"/>
                </a:lnTo>
                <a:lnTo>
                  <a:pt x="2073" y="168"/>
                </a:lnTo>
                <a:lnTo>
                  <a:pt x="2074" y="168"/>
                </a:lnTo>
                <a:lnTo>
                  <a:pt x="2074" y="167"/>
                </a:lnTo>
                <a:lnTo>
                  <a:pt x="2075" y="167"/>
                </a:lnTo>
                <a:lnTo>
                  <a:pt x="2075" y="166"/>
                </a:lnTo>
                <a:lnTo>
                  <a:pt x="2076" y="166"/>
                </a:lnTo>
                <a:lnTo>
                  <a:pt x="2076" y="165"/>
                </a:lnTo>
                <a:lnTo>
                  <a:pt x="2077" y="165"/>
                </a:lnTo>
                <a:lnTo>
                  <a:pt x="2077" y="164"/>
                </a:lnTo>
                <a:lnTo>
                  <a:pt x="2078" y="164"/>
                </a:lnTo>
                <a:lnTo>
                  <a:pt x="2079" y="164"/>
                </a:lnTo>
                <a:lnTo>
                  <a:pt x="2080" y="164"/>
                </a:lnTo>
                <a:lnTo>
                  <a:pt x="2080" y="163"/>
                </a:lnTo>
                <a:lnTo>
                  <a:pt x="2080" y="162"/>
                </a:lnTo>
                <a:lnTo>
                  <a:pt x="2081" y="162"/>
                </a:lnTo>
                <a:lnTo>
                  <a:pt x="2082" y="162"/>
                </a:lnTo>
                <a:lnTo>
                  <a:pt x="2083" y="162"/>
                </a:lnTo>
                <a:lnTo>
                  <a:pt x="2083" y="161"/>
                </a:lnTo>
                <a:lnTo>
                  <a:pt x="2084" y="160"/>
                </a:lnTo>
                <a:lnTo>
                  <a:pt x="2084" y="159"/>
                </a:lnTo>
                <a:lnTo>
                  <a:pt x="2085" y="159"/>
                </a:lnTo>
                <a:lnTo>
                  <a:pt x="2085" y="158"/>
                </a:lnTo>
                <a:lnTo>
                  <a:pt x="2087" y="158"/>
                </a:lnTo>
                <a:lnTo>
                  <a:pt x="2088" y="158"/>
                </a:lnTo>
                <a:lnTo>
                  <a:pt x="2089" y="158"/>
                </a:lnTo>
                <a:lnTo>
                  <a:pt x="2089" y="157"/>
                </a:lnTo>
                <a:lnTo>
                  <a:pt x="2090" y="157"/>
                </a:lnTo>
                <a:lnTo>
                  <a:pt x="2090" y="156"/>
                </a:lnTo>
                <a:lnTo>
                  <a:pt x="2092" y="156"/>
                </a:lnTo>
                <a:lnTo>
                  <a:pt x="2093" y="156"/>
                </a:lnTo>
                <a:lnTo>
                  <a:pt x="2093" y="155"/>
                </a:lnTo>
                <a:lnTo>
                  <a:pt x="2093" y="154"/>
                </a:lnTo>
                <a:lnTo>
                  <a:pt x="2092" y="154"/>
                </a:lnTo>
                <a:lnTo>
                  <a:pt x="2092" y="153"/>
                </a:lnTo>
                <a:lnTo>
                  <a:pt x="2093" y="153"/>
                </a:lnTo>
                <a:lnTo>
                  <a:pt x="2094" y="153"/>
                </a:lnTo>
                <a:lnTo>
                  <a:pt x="2095" y="153"/>
                </a:lnTo>
                <a:lnTo>
                  <a:pt x="2096" y="153"/>
                </a:lnTo>
                <a:lnTo>
                  <a:pt x="2097" y="152"/>
                </a:lnTo>
                <a:lnTo>
                  <a:pt x="2098" y="152"/>
                </a:lnTo>
                <a:lnTo>
                  <a:pt x="2099" y="152"/>
                </a:lnTo>
                <a:lnTo>
                  <a:pt x="2099" y="151"/>
                </a:lnTo>
                <a:lnTo>
                  <a:pt x="2100" y="151"/>
                </a:lnTo>
                <a:lnTo>
                  <a:pt x="2100" y="150"/>
                </a:lnTo>
                <a:lnTo>
                  <a:pt x="2099" y="149"/>
                </a:lnTo>
                <a:lnTo>
                  <a:pt x="2099" y="148"/>
                </a:lnTo>
                <a:lnTo>
                  <a:pt x="2100" y="148"/>
                </a:lnTo>
                <a:lnTo>
                  <a:pt x="2101" y="148"/>
                </a:lnTo>
                <a:lnTo>
                  <a:pt x="2102" y="148"/>
                </a:lnTo>
                <a:lnTo>
                  <a:pt x="2103" y="148"/>
                </a:lnTo>
                <a:lnTo>
                  <a:pt x="2104" y="148"/>
                </a:lnTo>
                <a:lnTo>
                  <a:pt x="2104" y="149"/>
                </a:lnTo>
                <a:lnTo>
                  <a:pt x="2105" y="149"/>
                </a:lnTo>
                <a:lnTo>
                  <a:pt x="2105" y="148"/>
                </a:lnTo>
                <a:lnTo>
                  <a:pt x="2106" y="148"/>
                </a:lnTo>
                <a:lnTo>
                  <a:pt x="2106" y="146"/>
                </a:lnTo>
                <a:lnTo>
                  <a:pt x="2106" y="145"/>
                </a:lnTo>
                <a:lnTo>
                  <a:pt x="2107" y="145"/>
                </a:lnTo>
                <a:lnTo>
                  <a:pt x="2108" y="145"/>
                </a:lnTo>
                <a:lnTo>
                  <a:pt x="2110" y="145"/>
                </a:lnTo>
                <a:lnTo>
                  <a:pt x="2111" y="145"/>
                </a:lnTo>
                <a:lnTo>
                  <a:pt x="2112" y="145"/>
                </a:lnTo>
                <a:lnTo>
                  <a:pt x="2112" y="144"/>
                </a:lnTo>
                <a:lnTo>
                  <a:pt x="2113" y="144"/>
                </a:lnTo>
                <a:lnTo>
                  <a:pt x="2114" y="144"/>
                </a:lnTo>
                <a:lnTo>
                  <a:pt x="2115" y="144"/>
                </a:lnTo>
                <a:lnTo>
                  <a:pt x="2116" y="144"/>
                </a:lnTo>
                <a:lnTo>
                  <a:pt x="2116" y="143"/>
                </a:lnTo>
                <a:lnTo>
                  <a:pt x="2116" y="142"/>
                </a:lnTo>
                <a:lnTo>
                  <a:pt x="2116" y="141"/>
                </a:lnTo>
                <a:lnTo>
                  <a:pt x="2116" y="140"/>
                </a:lnTo>
                <a:lnTo>
                  <a:pt x="2117" y="140"/>
                </a:lnTo>
                <a:lnTo>
                  <a:pt x="2118" y="140"/>
                </a:lnTo>
                <a:lnTo>
                  <a:pt x="2118" y="139"/>
                </a:lnTo>
                <a:lnTo>
                  <a:pt x="2119" y="139"/>
                </a:lnTo>
                <a:lnTo>
                  <a:pt x="2119" y="138"/>
                </a:lnTo>
                <a:lnTo>
                  <a:pt x="2120" y="138"/>
                </a:lnTo>
                <a:lnTo>
                  <a:pt x="2120" y="137"/>
                </a:lnTo>
                <a:lnTo>
                  <a:pt x="2121" y="137"/>
                </a:lnTo>
                <a:lnTo>
                  <a:pt x="2121" y="136"/>
                </a:lnTo>
                <a:lnTo>
                  <a:pt x="2121" y="135"/>
                </a:lnTo>
                <a:lnTo>
                  <a:pt x="2121" y="134"/>
                </a:lnTo>
                <a:lnTo>
                  <a:pt x="2120" y="134"/>
                </a:lnTo>
                <a:lnTo>
                  <a:pt x="2119" y="134"/>
                </a:lnTo>
                <a:lnTo>
                  <a:pt x="2119" y="133"/>
                </a:lnTo>
                <a:lnTo>
                  <a:pt x="2118" y="133"/>
                </a:lnTo>
                <a:lnTo>
                  <a:pt x="2118" y="132"/>
                </a:lnTo>
                <a:lnTo>
                  <a:pt x="2119" y="131"/>
                </a:lnTo>
                <a:lnTo>
                  <a:pt x="2120" y="130"/>
                </a:lnTo>
                <a:lnTo>
                  <a:pt x="2121" y="129"/>
                </a:lnTo>
                <a:lnTo>
                  <a:pt x="2122" y="128"/>
                </a:lnTo>
                <a:lnTo>
                  <a:pt x="2123" y="128"/>
                </a:lnTo>
                <a:lnTo>
                  <a:pt x="2124" y="128"/>
                </a:lnTo>
                <a:lnTo>
                  <a:pt x="2125" y="128"/>
                </a:lnTo>
                <a:lnTo>
                  <a:pt x="2124" y="127"/>
                </a:lnTo>
                <a:lnTo>
                  <a:pt x="2123" y="127"/>
                </a:lnTo>
                <a:lnTo>
                  <a:pt x="2124" y="126"/>
                </a:lnTo>
                <a:lnTo>
                  <a:pt x="2125" y="126"/>
                </a:lnTo>
                <a:lnTo>
                  <a:pt x="2125" y="125"/>
                </a:lnTo>
                <a:lnTo>
                  <a:pt x="2126" y="125"/>
                </a:lnTo>
                <a:lnTo>
                  <a:pt x="2126" y="124"/>
                </a:lnTo>
                <a:lnTo>
                  <a:pt x="2126" y="123"/>
                </a:lnTo>
                <a:lnTo>
                  <a:pt x="2125" y="123"/>
                </a:lnTo>
                <a:lnTo>
                  <a:pt x="2125" y="122"/>
                </a:lnTo>
                <a:lnTo>
                  <a:pt x="2126" y="121"/>
                </a:lnTo>
                <a:lnTo>
                  <a:pt x="2127" y="121"/>
                </a:lnTo>
                <a:lnTo>
                  <a:pt x="2127" y="120"/>
                </a:lnTo>
                <a:lnTo>
                  <a:pt x="2127" y="119"/>
                </a:lnTo>
                <a:lnTo>
                  <a:pt x="2127" y="118"/>
                </a:lnTo>
                <a:lnTo>
                  <a:pt x="2126" y="118"/>
                </a:lnTo>
                <a:lnTo>
                  <a:pt x="2125" y="117"/>
                </a:lnTo>
                <a:lnTo>
                  <a:pt x="2125" y="116"/>
                </a:lnTo>
                <a:lnTo>
                  <a:pt x="2124" y="116"/>
                </a:lnTo>
                <a:lnTo>
                  <a:pt x="2124" y="115"/>
                </a:lnTo>
                <a:lnTo>
                  <a:pt x="2124" y="114"/>
                </a:lnTo>
                <a:lnTo>
                  <a:pt x="2123" y="114"/>
                </a:lnTo>
                <a:lnTo>
                  <a:pt x="2124" y="113"/>
                </a:lnTo>
                <a:lnTo>
                  <a:pt x="2124" y="112"/>
                </a:lnTo>
                <a:lnTo>
                  <a:pt x="2125" y="111"/>
                </a:lnTo>
                <a:lnTo>
                  <a:pt x="2125" y="110"/>
                </a:lnTo>
                <a:lnTo>
                  <a:pt x="2124" y="110"/>
                </a:lnTo>
                <a:lnTo>
                  <a:pt x="2123" y="110"/>
                </a:lnTo>
                <a:lnTo>
                  <a:pt x="2123" y="109"/>
                </a:lnTo>
                <a:lnTo>
                  <a:pt x="2122" y="110"/>
                </a:lnTo>
                <a:lnTo>
                  <a:pt x="2121" y="110"/>
                </a:lnTo>
                <a:lnTo>
                  <a:pt x="2121" y="109"/>
                </a:lnTo>
                <a:lnTo>
                  <a:pt x="2120" y="108"/>
                </a:lnTo>
                <a:lnTo>
                  <a:pt x="2120" y="107"/>
                </a:lnTo>
                <a:lnTo>
                  <a:pt x="2119" y="107"/>
                </a:lnTo>
                <a:lnTo>
                  <a:pt x="2119" y="106"/>
                </a:lnTo>
                <a:lnTo>
                  <a:pt x="2118" y="106"/>
                </a:lnTo>
                <a:lnTo>
                  <a:pt x="2117" y="106"/>
                </a:lnTo>
                <a:lnTo>
                  <a:pt x="2116" y="106"/>
                </a:lnTo>
                <a:lnTo>
                  <a:pt x="2116" y="105"/>
                </a:lnTo>
                <a:lnTo>
                  <a:pt x="2115" y="105"/>
                </a:lnTo>
                <a:lnTo>
                  <a:pt x="2114" y="104"/>
                </a:lnTo>
                <a:lnTo>
                  <a:pt x="2113" y="103"/>
                </a:lnTo>
                <a:lnTo>
                  <a:pt x="2113" y="102"/>
                </a:lnTo>
                <a:lnTo>
                  <a:pt x="2113" y="101"/>
                </a:lnTo>
                <a:lnTo>
                  <a:pt x="2112" y="100"/>
                </a:lnTo>
                <a:lnTo>
                  <a:pt x="2113" y="100"/>
                </a:lnTo>
                <a:lnTo>
                  <a:pt x="2113" y="99"/>
                </a:lnTo>
                <a:lnTo>
                  <a:pt x="2114" y="99"/>
                </a:lnTo>
                <a:lnTo>
                  <a:pt x="2115" y="99"/>
                </a:lnTo>
                <a:lnTo>
                  <a:pt x="2115" y="98"/>
                </a:lnTo>
                <a:lnTo>
                  <a:pt x="2115" y="97"/>
                </a:lnTo>
                <a:lnTo>
                  <a:pt x="2115" y="96"/>
                </a:lnTo>
                <a:lnTo>
                  <a:pt x="2116" y="95"/>
                </a:lnTo>
                <a:lnTo>
                  <a:pt x="2117" y="95"/>
                </a:lnTo>
                <a:lnTo>
                  <a:pt x="2117" y="94"/>
                </a:lnTo>
                <a:lnTo>
                  <a:pt x="2117" y="93"/>
                </a:lnTo>
                <a:lnTo>
                  <a:pt x="2118" y="93"/>
                </a:lnTo>
                <a:lnTo>
                  <a:pt x="2118" y="92"/>
                </a:lnTo>
                <a:lnTo>
                  <a:pt x="2119" y="92"/>
                </a:lnTo>
                <a:lnTo>
                  <a:pt x="2119" y="91"/>
                </a:lnTo>
                <a:lnTo>
                  <a:pt x="2118" y="91"/>
                </a:lnTo>
                <a:lnTo>
                  <a:pt x="2118" y="90"/>
                </a:lnTo>
                <a:lnTo>
                  <a:pt x="2118" y="89"/>
                </a:lnTo>
                <a:lnTo>
                  <a:pt x="2118" y="88"/>
                </a:lnTo>
                <a:lnTo>
                  <a:pt x="2119" y="88"/>
                </a:lnTo>
                <a:lnTo>
                  <a:pt x="2119" y="87"/>
                </a:lnTo>
                <a:lnTo>
                  <a:pt x="2120" y="87"/>
                </a:lnTo>
                <a:lnTo>
                  <a:pt x="2120" y="86"/>
                </a:lnTo>
                <a:lnTo>
                  <a:pt x="2119" y="85"/>
                </a:lnTo>
                <a:lnTo>
                  <a:pt x="2119" y="84"/>
                </a:lnTo>
                <a:lnTo>
                  <a:pt x="2118" y="84"/>
                </a:lnTo>
                <a:lnTo>
                  <a:pt x="2119" y="84"/>
                </a:lnTo>
                <a:lnTo>
                  <a:pt x="2119" y="83"/>
                </a:lnTo>
                <a:lnTo>
                  <a:pt x="2120" y="83"/>
                </a:lnTo>
                <a:lnTo>
                  <a:pt x="2121" y="83"/>
                </a:lnTo>
                <a:lnTo>
                  <a:pt x="2121" y="82"/>
                </a:lnTo>
                <a:lnTo>
                  <a:pt x="2122" y="82"/>
                </a:lnTo>
                <a:lnTo>
                  <a:pt x="2123" y="82"/>
                </a:lnTo>
                <a:lnTo>
                  <a:pt x="2123" y="81"/>
                </a:lnTo>
                <a:lnTo>
                  <a:pt x="2122" y="80"/>
                </a:lnTo>
                <a:lnTo>
                  <a:pt x="2121" y="80"/>
                </a:lnTo>
                <a:lnTo>
                  <a:pt x="2120" y="80"/>
                </a:lnTo>
                <a:lnTo>
                  <a:pt x="2119" y="80"/>
                </a:lnTo>
                <a:lnTo>
                  <a:pt x="2118" y="80"/>
                </a:lnTo>
                <a:lnTo>
                  <a:pt x="2118" y="79"/>
                </a:lnTo>
                <a:lnTo>
                  <a:pt x="2117" y="79"/>
                </a:lnTo>
                <a:lnTo>
                  <a:pt x="2117" y="78"/>
                </a:lnTo>
                <a:lnTo>
                  <a:pt x="2116" y="78"/>
                </a:lnTo>
                <a:lnTo>
                  <a:pt x="2115" y="78"/>
                </a:lnTo>
                <a:lnTo>
                  <a:pt x="2114" y="78"/>
                </a:lnTo>
                <a:lnTo>
                  <a:pt x="2113" y="78"/>
                </a:lnTo>
                <a:lnTo>
                  <a:pt x="2112" y="77"/>
                </a:lnTo>
                <a:lnTo>
                  <a:pt x="2111" y="76"/>
                </a:lnTo>
                <a:lnTo>
                  <a:pt x="2110" y="76"/>
                </a:lnTo>
                <a:lnTo>
                  <a:pt x="2108" y="76"/>
                </a:lnTo>
                <a:lnTo>
                  <a:pt x="2107" y="75"/>
                </a:lnTo>
                <a:lnTo>
                  <a:pt x="2106" y="75"/>
                </a:lnTo>
                <a:lnTo>
                  <a:pt x="2106" y="74"/>
                </a:lnTo>
                <a:lnTo>
                  <a:pt x="2105" y="74"/>
                </a:lnTo>
                <a:lnTo>
                  <a:pt x="2103" y="73"/>
                </a:lnTo>
                <a:lnTo>
                  <a:pt x="2101" y="72"/>
                </a:lnTo>
                <a:lnTo>
                  <a:pt x="2100" y="72"/>
                </a:lnTo>
                <a:lnTo>
                  <a:pt x="2099" y="71"/>
                </a:lnTo>
                <a:lnTo>
                  <a:pt x="2099" y="70"/>
                </a:lnTo>
                <a:lnTo>
                  <a:pt x="2098" y="70"/>
                </a:lnTo>
                <a:lnTo>
                  <a:pt x="2097" y="70"/>
                </a:lnTo>
                <a:lnTo>
                  <a:pt x="2096" y="71"/>
                </a:lnTo>
                <a:lnTo>
                  <a:pt x="2095" y="71"/>
                </a:lnTo>
                <a:lnTo>
                  <a:pt x="2095" y="72"/>
                </a:lnTo>
                <a:lnTo>
                  <a:pt x="2094" y="72"/>
                </a:lnTo>
                <a:lnTo>
                  <a:pt x="2093" y="73"/>
                </a:lnTo>
                <a:lnTo>
                  <a:pt x="2090" y="73"/>
                </a:lnTo>
                <a:lnTo>
                  <a:pt x="2089" y="73"/>
                </a:lnTo>
                <a:lnTo>
                  <a:pt x="2088" y="73"/>
                </a:lnTo>
                <a:lnTo>
                  <a:pt x="2087" y="73"/>
                </a:lnTo>
                <a:lnTo>
                  <a:pt x="2085" y="73"/>
                </a:lnTo>
                <a:lnTo>
                  <a:pt x="2084" y="73"/>
                </a:lnTo>
                <a:lnTo>
                  <a:pt x="2083" y="73"/>
                </a:lnTo>
                <a:lnTo>
                  <a:pt x="2083" y="72"/>
                </a:lnTo>
                <a:lnTo>
                  <a:pt x="2082" y="72"/>
                </a:lnTo>
                <a:lnTo>
                  <a:pt x="2082" y="73"/>
                </a:lnTo>
                <a:lnTo>
                  <a:pt x="2081" y="73"/>
                </a:lnTo>
                <a:lnTo>
                  <a:pt x="2080" y="74"/>
                </a:lnTo>
                <a:lnTo>
                  <a:pt x="2079" y="74"/>
                </a:lnTo>
                <a:lnTo>
                  <a:pt x="2079" y="75"/>
                </a:lnTo>
                <a:lnTo>
                  <a:pt x="2078" y="75"/>
                </a:lnTo>
                <a:lnTo>
                  <a:pt x="2077" y="75"/>
                </a:lnTo>
                <a:lnTo>
                  <a:pt x="2077" y="76"/>
                </a:lnTo>
                <a:lnTo>
                  <a:pt x="2076" y="76"/>
                </a:lnTo>
                <a:lnTo>
                  <a:pt x="2075" y="76"/>
                </a:lnTo>
                <a:lnTo>
                  <a:pt x="2075" y="77"/>
                </a:lnTo>
                <a:lnTo>
                  <a:pt x="2074" y="77"/>
                </a:lnTo>
                <a:lnTo>
                  <a:pt x="2073" y="77"/>
                </a:lnTo>
                <a:lnTo>
                  <a:pt x="2072" y="77"/>
                </a:lnTo>
                <a:lnTo>
                  <a:pt x="2071" y="77"/>
                </a:lnTo>
                <a:lnTo>
                  <a:pt x="2070" y="76"/>
                </a:lnTo>
                <a:lnTo>
                  <a:pt x="2068" y="76"/>
                </a:lnTo>
                <a:lnTo>
                  <a:pt x="2067" y="76"/>
                </a:lnTo>
                <a:lnTo>
                  <a:pt x="2066" y="76"/>
                </a:lnTo>
                <a:lnTo>
                  <a:pt x="2063" y="76"/>
                </a:lnTo>
                <a:lnTo>
                  <a:pt x="2062" y="76"/>
                </a:lnTo>
                <a:lnTo>
                  <a:pt x="2061" y="75"/>
                </a:lnTo>
                <a:lnTo>
                  <a:pt x="2060" y="74"/>
                </a:lnTo>
                <a:lnTo>
                  <a:pt x="2060" y="73"/>
                </a:lnTo>
                <a:lnTo>
                  <a:pt x="2060" y="72"/>
                </a:lnTo>
                <a:lnTo>
                  <a:pt x="2060" y="71"/>
                </a:lnTo>
                <a:lnTo>
                  <a:pt x="2060" y="70"/>
                </a:lnTo>
                <a:lnTo>
                  <a:pt x="2060" y="69"/>
                </a:lnTo>
                <a:lnTo>
                  <a:pt x="2060" y="68"/>
                </a:lnTo>
                <a:lnTo>
                  <a:pt x="2061" y="68"/>
                </a:lnTo>
                <a:lnTo>
                  <a:pt x="2061" y="67"/>
                </a:lnTo>
                <a:lnTo>
                  <a:pt x="2061" y="66"/>
                </a:lnTo>
                <a:lnTo>
                  <a:pt x="2062" y="65"/>
                </a:lnTo>
                <a:lnTo>
                  <a:pt x="2063" y="65"/>
                </a:lnTo>
                <a:lnTo>
                  <a:pt x="2063" y="64"/>
                </a:lnTo>
                <a:lnTo>
                  <a:pt x="2062" y="63"/>
                </a:lnTo>
                <a:lnTo>
                  <a:pt x="2062" y="62"/>
                </a:lnTo>
                <a:lnTo>
                  <a:pt x="2062" y="61"/>
                </a:lnTo>
                <a:lnTo>
                  <a:pt x="2061" y="61"/>
                </a:lnTo>
                <a:lnTo>
                  <a:pt x="2061" y="60"/>
                </a:lnTo>
                <a:lnTo>
                  <a:pt x="2061" y="59"/>
                </a:lnTo>
                <a:lnTo>
                  <a:pt x="2060" y="59"/>
                </a:lnTo>
                <a:lnTo>
                  <a:pt x="2060" y="58"/>
                </a:lnTo>
                <a:lnTo>
                  <a:pt x="2059" y="58"/>
                </a:lnTo>
                <a:lnTo>
                  <a:pt x="2059" y="57"/>
                </a:lnTo>
                <a:lnTo>
                  <a:pt x="2060" y="57"/>
                </a:lnTo>
                <a:lnTo>
                  <a:pt x="2060" y="56"/>
                </a:lnTo>
                <a:lnTo>
                  <a:pt x="2062" y="56"/>
                </a:lnTo>
                <a:lnTo>
                  <a:pt x="2062" y="57"/>
                </a:lnTo>
                <a:lnTo>
                  <a:pt x="2062" y="56"/>
                </a:lnTo>
                <a:lnTo>
                  <a:pt x="2063" y="56"/>
                </a:lnTo>
                <a:lnTo>
                  <a:pt x="2064" y="56"/>
                </a:lnTo>
                <a:lnTo>
                  <a:pt x="2065" y="56"/>
                </a:lnTo>
                <a:lnTo>
                  <a:pt x="2066" y="56"/>
                </a:lnTo>
                <a:lnTo>
                  <a:pt x="2066" y="55"/>
                </a:lnTo>
                <a:lnTo>
                  <a:pt x="2066" y="54"/>
                </a:lnTo>
                <a:lnTo>
                  <a:pt x="2067" y="54"/>
                </a:lnTo>
                <a:lnTo>
                  <a:pt x="2068" y="54"/>
                </a:lnTo>
                <a:lnTo>
                  <a:pt x="2069" y="53"/>
                </a:lnTo>
                <a:lnTo>
                  <a:pt x="2070" y="53"/>
                </a:lnTo>
                <a:lnTo>
                  <a:pt x="2071" y="53"/>
                </a:lnTo>
                <a:lnTo>
                  <a:pt x="2072" y="53"/>
                </a:lnTo>
                <a:lnTo>
                  <a:pt x="2073" y="54"/>
                </a:lnTo>
                <a:lnTo>
                  <a:pt x="2074" y="53"/>
                </a:lnTo>
                <a:lnTo>
                  <a:pt x="2074" y="52"/>
                </a:lnTo>
                <a:lnTo>
                  <a:pt x="2075" y="52"/>
                </a:lnTo>
                <a:lnTo>
                  <a:pt x="2075" y="51"/>
                </a:lnTo>
                <a:lnTo>
                  <a:pt x="2076" y="51"/>
                </a:lnTo>
                <a:lnTo>
                  <a:pt x="2076" y="50"/>
                </a:lnTo>
                <a:lnTo>
                  <a:pt x="2077" y="50"/>
                </a:lnTo>
                <a:lnTo>
                  <a:pt x="2078" y="50"/>
                </a:lnTo>
                <a:lnTo>
                  <a:pt x="2078" y="49"/>
                </a:lnTo>
                <a:lnTo>
                  <a:pt x="2079" y="49"/>
                </a:lnTo>
                <a:lnTo>
                  <a:pt x="2080" y="49"/>
                </a:lnTo>
                <a:lnTo>
                  <a:pt x="2081" y="49"/>
                </a:lnTo>
                <a:lnTo>
                  <a:pt x="2081" y="48"/>
                </a:lnTo>
                <a:lnTo>
                  <a:pt x="2082" y="48"/>
                </a:lnTo>
                <a:lnTo>
                  <a:pt x="2083" y="48"/>
                </a:lnTo>
                <a:lnTo>
                  <a:pt x="2083" y="47"/>
                </a:lnTo>
                <a:lnTo>
                  <a:pt x="2083" y="46"/>
                </a:lnTo>
                <a:lnTo>
                  <a:pt x="2083" y="45"/>
                </a:lnTo>
                <a:lnTo>
                  <a:pt x="2084" y="45"/>
                </a:lnTo>
                <a:lnTo>
                  <a:pt x="2084" y="44"/>
                </a:lnTo>
                <a:lnTo>
                  <a:pt x="2085" y="44"/>
                </a:lnTo>
                <a:lnTo>
                  <a:pt x="2087" y="44"/>
                </a:lnTo>
                <a:lnTo>
                  <a:pt x="2088" y="44"/>
                </a:lnTo>
                <a:lnTo>
                  <a:pt x="2088" y="43"/>
                </a:lnTo>
                <a:lnTo>
                  <a:pt x="2088" y="42"/>
                </a:lnTo>
                <a:lnTo>
                  <a:pt x="2088" y="41"/>
                </a:lnTo>
                <a:lnTo>
                  <a:pt x="2089" y="41"/>
                </a:lnTo>
                <a:lnTo>
                  <a:pt x="2089" y="40"/>
                </a:lnTo>
                <a:lnTo>
                  <a:pt x="2090" y="40"/>
                </a:lnTo>
                <a:lnTo>
                  <a:pt x="2090" y="39"/>
                </a:lnTo>
                <a:lnTo>
                  <a:pt x="2091" y="40"/>
                </a:lnTo>
                <a:lnTo>
                  <a:pt x="2091" y="39"/>
                </a:lnTo>
                <a:lnTo>
                  <a:pt x="2092" y="39"/>
                </a:lnTo>
                <a:lnTo>
                  <a:pt x="2093" y="39"/>
                </a:lnTo>
                <a:lnTo>
                  <a:pt x="2093" y="38"/>
                </a:lnTo>
                <a:lnTo>
                  <a:pt x="2094" y="38"/>
                </a:lnTo>
                <a:lnTo>
                  <a:pt x="2094" y="37"/>
                </a:lnTo>
                <a:lnTo>
                  <a:pt x="2094" y="36"/>
                </a:lnTo>
                <a:lnTo>
                  <a:pt x="2095" y="36"/>
                </a:lnTo>
                <a:lnTo>
                  <a:pt x="2095" y="35"/>
                </a:lnTo>
                <a:lnTo>
                  <a:pt x="2096" y="34"/>
                </a:lnTo>
                <a:lnTo>
                  <a:pt x="2097" y="33"/>
                </a:lnTo>
                <a:lnTo>
                  <a:pt x="2098" y="33"/>
                </a:lnTo>
                <a:lnTo>
                  <a:pt x="2098" y="32"/>
                </a:lnTo>
                <a:lnTo>
                  <a:pt x="2099" y="32"/>
                </a:lnTo>
                <a:lnTo>
                  <a:pt x="2100" y="32"/>
                </a:lnTo>
                <a:lnTo>
                  <a:pt x="2101" y="31"/>
                </a:lnTo>
                <a:lnTo>
                  <a:pt x="2102" y="31"/>
                </a:lnTo>
                <a:lnTo>
                  <a:pt x="2102" y="30"/>
                </a:lnTo>
                <a:lnTo>
                  <a:pt x="2103" y="30"/>
                </a:lnTo>
                <a:lnTo>
                  <a:pt x="2104" y="29"/>
                </a:lnTo>
                <a:lnTo>
                  <a:pt x="2104" y="28"/>
                </a:lnTo>
                <a:lnTo>
                  <a:pt x="2105" y="28"/>
                </a:lnTo>
                <a:lnTo>
                  <a:pt x="2105" y="27"/>
                </a:lnTo>
                <a:lnTo>
                  <a:pt x="2106" y="27"/>
                </a:lnTo>
                <a:lnTo>
                  <a:pt x="2106" y="26"/>
                </a:lnTo>
                <a:lnTo>
                  <a:pt x="2107" y="26"/>
                </a:lnTo>
                <a:lnTo>
                  <a:pt x="2108" y="25"/>
                </a:lnTo>
                <a:lnTo>
                  <a:pt x="2109" y="25"/>
                </a:lnTo>
                <a:lnTo>
                  <a:pt x="2110" y="25"/>
                </a:lnTo>
                <a:lnTo>
                  <a:pt x="2110" y="24"/>
                </a:lnTo>
                <a:lnTo>
                  <a:pt x="2111" y="24"/>
                </a:lnTo>
                <a:lnTo>
                  <a:pt x="2112" y="24"/>
                </a:lnTo>
                <a:lnTo>
                  <a:pt x="2113" y="24"/>
                </a:lnTo>
                <a:lnTo>
                  <a:pt x="2113" y="23"/>
                </a:lnTo>
                <a:lnTo>
                  <a:pt x="2114" y="23"/>
                </a:lnTo>
                <a:lnTo>
                  <a:pt x="2115" y="23"/>
                </a:lnTo>
                <a:lnTo>
                  <a:pt x="2115" y="22"/>
                </a:lnTo>
                <a:lnTo>
                  <a:pt x="2115" y="21"/>
                </a:lnTo>
                <a:lnTo>
                  <a:pt x="2116" y="21"/>
                </a:lnTo>
                <a:lnTo>
                  <a:pt x="2116" y="20"/>
                </a:lnTo>
                <a:lnTo>
                  <a:pt x="2117" y="20"/>
                </a:lnTo>
                <a:lnTo>
                  <a:pt x="2118" y="20"/>
                </a:lnTo>
                <a:lnTo>
                  <a:pt x="2118" y="19"/>
                </a:lnTo>
                <a:lnTo>
                  <a:pt x="2119" y="19"/>
                </a:lnTo>
                <a:lnTo>
                  <a:pt x="2119" y="18"/>
                </a:lnTo>
                <a:lnTo>
                  <a:pt x="2120" y="18"/>
                </a:lnTo>
                <a:lnTo>
                  <a:pt x="2119" y="17"/>
                </a:lnTo>
                <a:lnTo>
                  <a:pt x="2119" y="16"/>
                </a:lnTo>
                <a:lnTo>
                  <a:pt x="2120" y="16"/>
                </a:lnTo>
                <a:lnTo>
                  <a:pt x="2120" y="15"/>
                </a:lnTo>
                <a:lnTo>
                  <a:pt x="2121" y="15"/>
                </a:lnTo>
                <a:lnTo>
                  <a:pt x="2121" y="14"/>
                </a:lnTo>
                <a:lnTo>
                  <a:pt x="2122" y="14"/>
                </a:lnTo>
                <a:lnTo>
                  <a:pt x="2123" y="13"/>
                </a:lnTo>
                <a:lnTo>
                  <a:pt x="2124" y="13"/>
                </a:lnTo>
                <a:lnTo>
                  <a:pt x="2124" y="12"/>
                </a:lnTo>
                <a:lnTo>
                  <a:pt x="2125" y="12"/>
                </a:lnTo>
                <a:lnTo>
                  <a:pt x="2126" y="12"/>
                </a:lnTo>
                <a:lnTo>
                  <a:pt x="2127" y="11"/>
                </a:lnTo>
                <a:lnTo>
                  <a:pt x="2128" y="11"/>
                </a:lnTo>
                <a:lnTo>
                  <a:pt x="2129" y="11"/>
                </a:lnTo>
                <a:lnTo>
                  <a:pt x="2129" y="10"/>
                </a:lnTo>
                <a:lnTo>
                  <a:pt x="2130" y="10"/>
                </a:lnTo>
                <a:lnTo>
                  <a:pt x="2130" y="9"/>
                </a:lnTo>
                <a:lnTo>
                  <a:pt x="2131" y="9"/>
                </a:lnTo>
                <a:lnTo>
                  <a:pt x="2132" y="10"/>
                </a:lnTo>
                <a:lnTo>
                  <a:pt x="2132" y="9"/>
                </a:lnTo>
                <a:lnTo>
                  <a:pt x="2132" y="8"/>
                </a:lnTo>
                <a:lnTo>
                  <a:pt x="2131" y="7"/>
                </a:lnTo>
                <a:lnTo>
                  <a:pt x="2130" y="7"/>
                </a:lnTo>
                <a:lnTo>
                  <a:pt x="2131" y="6"/>
                </a:lnTo>
                <a:lnTo>
                  <a:pt x="2132" y="6"/>
                </a:lnTo>
                <a:lnTo>
                  <a:pt x="2133" y="6"/>
                </a:lnTo>
                <a:lnTo>
                  <a:pt x="2134" y="6"/>
                </a:lnTo>
                <a:lnTo>
                  <a:pt x="2135" y="5"/>
                </a:lnTo>
                <a:lnTo>
                  <a:pt x="2136" y="5"/>
                </a:lnTo>
                <a:lnTo>
                  <a:pt x="2136" y="4"/>
                </a:lnTo>
                <a:lnTo>
                  <a:pt x="2137" y="4"/>
                </a:lnTo>
                <a:lnTo>
                  <a:pt x="2138" y="4"/>
                </a:lnTo>
                <a:lnTo>
                  <a:pt x="2138" y="5"/>
                </a:lnTo>
                <a:lnTo>
                  <a:pt x="2139" y="5"/>
                </a:lnTo>
                <a:lnTo>
                  <a:pt x="2140" y="5"/>
                </a:lnTo>
                <a:lnTo>
                  <a:pt x="2141" y="5"/>
                </a:lnTo>
                <a:lnTo>
                  <a:pt x="2142" y="4"/>
                </a:lnTo>
                <a:lnTo>
                  <a:pt x="2142" y="3"/>
                </a:lnTo>
                <a:lnTo>
                  <a:pt x="2143" y="3"/>
                </a:lnTo>
                <a:lnTo>
                  <a:pt x="2143" y="4"/>
                </a:lnTo>
                <a:lnTo>
                  <a:pt x="2144" y="4"/>
                </a:lnTo>
                <a:lnTo>
                  <a:pt x="2145" y="4"/>
                </a:lnTo>
                <a:lnTo>
                  <a:pt x="2146" y="4"/>
                </a:lnTo>
                <a:lnTo>
                  <a:pt x="2147" y="4"/>
                </a:lnTo>
                <a:lnTo>
                  <a:pt x="2149" y="4"/>
                </a:lnTo>
                <a:lnTo>
                  <a:pt x="2150" y="4"/>
                </a:lnTo>
                <a:lnTo>
                  <a:pt x="2151" y="4"/>
                </a:lnTo>
                <a:lnTo>
                  <a:pt x="2152" y="4"/>
                </a:lnTo>
                <a:lnTo>
                  <a:pt x="2152" y="3"/>
                </a:lnTo>
                <a:lnTo>
                  <a:pt x="2153" y="3"/>
                </a:lnTo>
                <a:lnTo>
                  <a:pt x="2154" y="3"/>
                </a:lnTo>
                <a:lnTo>
                  <a:pt x="2155" y="3"/>
                </a:lnTo>
                <a:lnTo>
                  <a:pt x="2156" y="3"/>
                </a:lnTo>
                <a:lnTo>
                  <a:pt x="2156" y="4"/>
                </a:lnTo>
                <a:lnTo>
                  <a:pt x="2157" y="4"/>
                </a:lnTo>
                <a:lnTo>
                  <a:pt x="2157" y="5"/>
                </a:lnTo>
                <a:lnTo>
                  <a:pt x="2158" y="6"/>
                </a:lnTo>
                <a:lnTo>
                  <a:pt x="2159" y="6"/>
                </a:lnTo>
                <a:lnTo>
                  <a:pt x="2160" y="5"/>
                </a:lnTo>
                <a:lnTo>
                  <a:pt x="2161" y="5"/>
                </a:lnTo>
                <a:lnTo>
                  <a:pt x="2162" y="5"/>
                </a:lnTo>
                <a:lnTo>
                  <a:pt x="2163" y="5"/>
                </a:lnTo>
                <a:lnTo>
                  <a:pt x="2164" y="5"/>
                </a:lnTo>
                <a:lnTo>
                  <a:pt x="2165" y="5"/>
                </a:lnTo>
                <a:lnTo>
                  <a:pt x="2166" y="5"/>
                </a:lnTo>
                <a:lnTo>
                  <a:pt x="2168" y="5"/>
                </a:lnTo>
                <a:lnTo>
                  <a:pt x="2169" y="5"/>
                </a:lnTo>
                <a:lnTo>
                  <a:pt x="2169" y="4"/>
                </a:lnTo>
                <a:lnTo>
                  <a:pt x="2170" y="4"/>
                </a:lnTo>
                <a:lnTo>
                  <a:pt x="2171" y="4"/>
                </a:lnTo>
                <a:lnTo>
                  <a:pt x="2172" y="4"/>
                </a:lnTo>
                <a:lnTo>
                  <a:pt x="2173" y="4"/>
                </a:lnTo>
                <a:lnTo>
                  <a:pt x="2174" y="4"/>
                </a:lnTo>
                <a:lnTo>
                  <a:pt x="2174" y="3"/>
                </a:lnTo>
                <a:lnTo>
                  <a:pt x="2175" y="3"/>
                </a:lnTo>
                <a:lnTo>
                  <a:pt x="2175" y="2"/>
                </a:lnTo>
                <a:lnTo>
                  <a:pt x="2176" y="2"/>
                </a:lnTo>
                <a:lnTo>
                  <a:pt x="2176" y="1"/>
                </a:lnTo>
                <a:lnTo>
                  <a:pt x="2177" y="1"/>
                </a:lnTo>
                <a:lnTo>
                  <a:pt x="2178" y="1"/>
                </a:lnTo>
                <a:lnTo>
                  <a:pt x="2179" y="1"/>
                </a:lnTo>
                <a:lnTo>
                  <a:pt x="2180" y="1"/>
                </a:lnTo>
                <a:lnTo>
                  <a:pt x="2181" y="1"/>
                </a:lnTo>
                <a:lnTo>
                  <a:pt x="2182" y="1"/>
                </a:lnTo>
                <a:lnTo>
                  <a:pt x="2183" y="1"/>
                </a:lnTo>
                <a:lnTo>
                  <a:pt x="2184" y="1"/>
                </a:lnTo>
                <a:lnTo>
                  <a:pt x="2185" y="1"/>
                </a:lnTo>
                <a:lnTo>
                  <a:pt x="2186" y="1"/>
                </a:lnTo>
                <a:lnTo>
                  <a:pt x="2188" y="1"/>
                </a:lnTo>
                <a:lnTo>
                  <a:pt x="2189" y="0"/>
                </a:lnTo>
                <a:lnTo>
                  <a:pt x="2190" y="0"/>
                </a:lnTo>
                <a:lnTo>
                  <a:pt x="2191" y="0"/>
                </a:lnTo>
                <a:lnTo>
                  <a:pt x="2192" y="0"/>
                </a:lnTo>
                <a:close/>
              </a:path>
            </a:pathLst>
          </a:custGeom>
          <a:solidFill>
            <a:srgbClr val="D1E9F2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2421360" y="15206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2421720" y="15206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2421720" y="15206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2421720" y="15206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2427840" y="15138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2432880" y="15084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2432880" y="150840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2433600" y="1508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2417400" y="1485720"/>
            <a:ext cx="60840" cy="41040"/>
          </a:xfrm>
          <a:custGeom>
            <a:avLst/>
            <a:gdLst/>
            <a:ahLst/>
            <a:rect l="0" t="0" r="r" b="b"/>
            <a:pathLst>
              <a:path w="169" h="114">
                <a:moveTo>
                  <a:pt x="11" y="98"/>
                </a:moveTo>
                <a:lnTo>
                  <a:pt x="11" y="99"/>
                </a:lnTo>
                <a:lnTo>
                  <a:pt x="11" y="100"/>
                </a:lnTo>
                <a:lnTo>
                  <a:pt x="12" y="100"/>
                </a:lnTo>
                <a:lnTo>
                  <a:pt x="12" y="101"/>
                </a:lnTo>
                <a:lnTo>
                  <a:pt x="11" y="101"/>
                </a:lnTo>
                <a:lnTo>
                  <a:pt x="11" y="102"/>
                </a:lnTo>
                <a:lnTo>
                  <a:pt x="12" y="101"/>
                </a:lnTo>
                <a:lnTo>
                  <a:pt x="13" y="101"/>
                </a:lnTo>
                <a:lnTo>
                  <a:pt x="13" y="100"/>
                </a:lnTo>
                <a:lnTo>
                  <a:pt x="15" y="99"/>
                </a:lnTo>
                <a:lnTo>
                  <a:pt x="16" y="99"/>
                </a:lnTo>
                <a:lnTo>
                  <a:pt x="16" y="98"/>
                </a:lnTo>
                <a:lnTo>
                  <a:pt x="17" y="98"/>
                </a:lnTo>
                <a:lnTo>
                  <a:pt x="17" y="97"/>
                </a:lnTo>
                <a:lnTo>
                  <a:pt x="16" y="97"/>
                </a:lnTo>
                <a:lnTo>
                  <a:pt x="17" y="97"/>
                </a:lnTo>
                <a:lnTo>
                  <a:pt x="17" y="96"/>
                </a:lnTo>
                <a:lnTo>
                  <a:pt x="16" y="96"/>
                </a:lnTo>
                <a:lnTo>
                  <a:pt x="17" y="96"/>
                </a:lnTo>
                <a:lnTo>
                  <a:pt x="17" y="97"/>
                </a:lnTo>
                <a:lnTo>
                  <a:pt x="17" y="96"/>
                </a:lnTo>
                <a:lnTo>
                  <a:pt x="18" y="96"/>
                </a:lnTo>
                <a:lnTo>
                  <a:pt x="18" y="95"/>
                </a:lnTo>
                <a:lnTo>
                  <a:pt x="18" y="94"/>
                </a:lnTo>
                <a:lnTo>
                  <a:pt x="18" y="93"/>
                </a:lnTo>
                <a:lnTo>
                  <a:pt x="19" y="93"/>
                </a:lnTo>
                <a:lnTo>
                  <a:pt x="19" y="92"/>
                </a:lnTo>
                <a:lnTo>
                  <a:pt x="18" y="92"/>
                </a:lnTo>
                <a:lnTo>
                  <a:pt x="18" y="91"/>
                </a:lnTo>
                <a:lnTo>
                  <a:pt x="17" y="91"/>
                </a:lnTo>
                <a:lnTo>
                  <a:pt x="17" y="90"/>
                </a:lnTo>
                <a:lnTo>
                  <a:pt x="16" y="90"/>
                </a:lnTo>
                <a:lnTo>
                  <a:pt x="15" y="90"/>
                </a:lnTo>
                <a:lnTo>
                  <a:pt x="15" y="88"/>
                </a:lnTo>
                <a:lnTo>
                  <a:pt x="16" y="88"/>
                </a:lnTo>
                <a:lnTo>
                  <a:pt x="16" y="87"/>
                </a:lnTo>
                <a:lnTo>
                  <a:pt x="16" y="86"/>
                </a:lnTo>
                <a:lnTo>
                  <a:pt x="17" y="86"/>
                </a:lnTo>
                <a:lnTo>
                  <a:pt x="17" y="85"/>
                </a:lnTo>
                <a:lnTo>
                  <a:pt x="18" y="85"/>
                </a:lnTo>
                <a:lnTo>
                  <a:pt x="18" y="84"/>
                </a:lnTo>
                <a:lnTo>
                  <a:pt x="19" y="84"/>
                </a:lnTo>
                <a:lnTo>
                  <a:pt x="20" y="83"/>
                </a:lnTo>
                <a:lnTo>
                  <a:pt x="21" y="83"/>
                </a:lnTo>
                <a:lnTo>
                  <a:pt x="21" y="82"/>
                </a:lnTo>
                <a:lnTo>
                  <a:pt x="21" y="81"/>
                </a:lnTo>
                <a:lnTo>
                  <a:pt x="22" y="81"/>
                </a:lnTo>
                <a:lnTo>
                  <a:pt x="22" y="80"/>
                </a:lnTo>
                <a:lnTo>
                  <a:pt x="23" y="80"/>
                </a:lnTo>
                <a:lnTo>
                  <a:pt x="24" y="80"/>
                </a:lnTo>
                <a:lnTo>
                  <a:pt x="24" y="79"/>
                </a:lnTo>
                <a:lnTo>
                  <a:pt x="25" y="79"/>
                </a:lnTo>
                <a:lnTo>
                  <a:pt x="25" y="78"/>
                </a:lnTo>
                <a:lnTo>
                  <a:pt x="25" y="77"/>
                </a:lnTo>
                <a:lnTo>
                  <a:pt x="26" y="77"/>
                </a:lnTo>
                <a:lnTo>
                  <a:pt x="27" y="77"/>
                </a:lnTo>
                <a:lnTo>
                  <a:pt x="27" y="76"/>
                </a:lnTo>
                <a:lnTo>
                  <a:pt x="28" y="76"/>
                </a:lnTo>
                <a:lnTo>
                  <a:pt x="29" y="76"/>
                </a:lnTo>
                <a:lnTo>
                  <a:pt x="28" y="76"/>
                </a:lnTo>
                <a:lnTo>
                  <a:pt x="28" y="77"/>
                </a:lnTo>
                <a:lnTo>
                  <a:pt x="28" y="76"/>
                </a:lnTo>
                <a:lnTo>
                  <a:pt x="28" y="77"/>
                </a:lnTo>
                <a:lnTo>
                  <a:pt x="29" y="77"/>
                </a:lnTo>
                <a:lnTo>
                  <a:pt x="29" y="76"/>
                </a:lnTo>
                <a:lnTo>
                  <a:pt x="29" y="75"/>
                </a:lnTo>
                <a:lnTo>
                  <a:pt x="30" y="75"/>
                </a:lnTo>
                <a:lnTo>
                  <a:pt x="30" y="74"/>
                </a:lnTo>
                <a:lnTo>
                  <a:pt x="31" y="74"/>
                </a:lnTo>
                <a:lnTo>
                  <a:pt x="31" y="72"/>
                </a:lnTo>
                <a:lnTo>
                  <a:pt x="32" y="72"/>
                </a:lnTo>
                <a:lnTo>
                  <a:pt x="33" y="72"/>
                </a:lnTo>
                <a:lnTo>
                  <a:pt x="33" y="71"/>
                </a:lnTo>
                <a:lnTo>
                  <a:pt x="34" y="71"/>
                </a:lnTo>
                <a:lnTo>
                  <a:pt x="35" y="71"/>
                </a:lnTo>
                <a:lnTo>
                  <a:pt x="35" y="70"/>
                </a:lnTo>
                <a:lnTo>
                  <a:pt x="34" y="70"/>
                </a:lnTo>
                <a:lnTo>
                  <a:pt x="35" y="70"/>
                </a:lnTo>
                <a:lnTo>
                  <a:pt x="34" y="70"/>
                </a:lnTo>
                <a:lnTo>
                  <a:pt x="34" y="69"/>
                </a:lnTo>
                <a:lnTo>
                  <a:pt x="35" y="69"/>
                </a:lnTo>
                <a:lnTo>
                  <a:pt x="35" y="68"/>
                </a:lnTo>
                <a:lnTo>
                  <a:pt x="36" y="68"/>
                </a:lnTo>
                <a:lnTo>
                  <a:pt x="37" y="68"/>
                </a:lnTo>
                <a:lnTo>
                  <a:pt x="37" y="67"/>
                </a:lnTo>
                <a:lnTo>
                  <a:pt x="38" y="67"/>
                </a:lnTo>
                <a:lnTo>
                  <a:pt x="38" y="66"/>
                </a:lnTo>
                <a:lnTo>
                  <a:pt x="39" y="66"/>
                </a:lnTo>
                <a:lnTo>
                  <a:pt x="39" y="65"/>
                </a:lnTo>
                <a:lnTo>
                  <a:pt x="40" y="65"/>
                </a:lnTo>
                <a:lnTo>
                  <a:pt x="40" y="64"/>
                </a:lnTo>
                <a:lnTo>
                  <a:pt x="41" y="64"/>
                </a:lnTo>
                <a:lnTo>
                  <a:pt x="42" y="64"/>
                </a:lnTo>
                <a:lnTo>
                  <a:pt x="42" y="63"/>
                </a:lnTo>
                <a:lnTo>
                  <a:pt x="43" y="63"/>
                </a:lnTo>
                <a:lnTo>
                  <a:pt x="42" y="63"/>
                </a:lnTo>
                <a:lnTo>
                  <a:pt x="42" y="64"/>
                </a:lnTo>
                <a:lnTo>
                  <a:pt x="43" y="64"/>
                </a:lnTo>
                <a:lnTo>
                  <a:pt x="44" y="64"/>
                </a:lnTo>
                <a:lnTo>
                  <a:pt x="44" y="63"/>
                </a:lnTo>
                <a:lnTo>
                  <a:pt x="45" y="63"/>
                </a:lnTo>
                <a:lnTo>
                  <a:pt x="46" y="63"/>
                </a:lnTo>
                <a:lnTo>
                  <a:pt x="46" y="62"/>
                </a:lnTo>
                <a:lnTo>
                  <a:pt x="46" y="63"/>
                </a:lnTo>
                <a:lnTo>
                  <a:pt x="46" y="62"/>
                </a:lnTo>
                <a:lnTo>
                  <a:pt x="47" y="62"/>
                </a:lnTo>
                <a:lnTo>
                  <a:pt x="48" y="62"/>
                </a:lnTo>
                <a:lnTo>
                  <a:pt x="48" y="61"/>
                </a:lnTo>
                <a:lnTo>
                  <a:pt x="50" y="61"/>
                </a:lnTo>
                <a:lnTo>
                  <a:pt x="48" y="61"/>
                </a:lnTo>
                <a:lnTo>
                  <a:pt x="48" y="62"/>
                </a:lnTo>
                <a:lnTo>
                  <a:pt x="50" y="62"/>
                </a:lnTo>
                <a:lnTo>
                  <a:pt x="50" y="61"/>
                </a:lnTo>
                <a:lnTo>
                  <a:pt x="51" y="61"/>
                </a:lnTo>
                <a:lnTo>
                  <a:pt x="50" y="61"/>
                </a:lnTo>
                <a:lnTo>
                  <a:pt x="51" y="61"/>
                </a:lnTo>
                <a:lnTo>
                  <a:pt x="52" y="61"/>
                </a:lnTo>
                <a:lnTo>
                  <a:pt x="52" y="60"/>
                </a:lnTo>
                <a:lnTo>
                  <a:pt x="52" y="59"/>
                </a:lnTo>
                <a:lnTo>
                  <a:pt x="52" y="57"/>
                </a:lnTo>
                <a:lnTo>
                  <a:pt x="52" y="56"/>
                </a:lnTo>
                <a:lnTo>
                  <a:pt x="53" y="56"/>
                </a:lnTo>
                <a:lnTo>
                  <a:pt x="53" y="55"/>
                </a:lnTo>
                <a:lnTo>
                  <a:pt x="54" y="55"/>
                </a:lnTo>
                <a:lnTo>
                  <a:pt x="54" y="54"/>
                </a:lnTo>
                <a:lnTo>
                  <a:pt x="55" y="54"/>
                </a:lnTo>
                <a:lnTo>
                  <a:pt x="55" y="53"/>
                </a:lnTo>
                <a:lnTo>
                  <a:pt x="56" y="53"/>
                </a:lnTo>
                <a:lnTo>
                  <a:pt x="57" y="53"/>
                </a:lnTo>
                <a:lnTo>
                  <a:pt x="57" y="52"/>
                </a:lnTo>
                <a:lnTo>
                  <a:pt x="58" y="52"/>
                </a:lnTo>
                <a:lnTo>
                  <a:pt x="59" y="52"/>
                </a:lnTo>
                <a:lnTo>
                  <a:pt x="59" y="51"/>
                </a:lnTo>
                <a:lnTo>
                  <a:pt x="60" y="51"/>
                </a:lnTo>
                <a:lnTo>
                  <a:pt x="61" y="51"/>
                </a:lnTo>
                <a:lnTo>
                  <a:pt x="61" y="50"/>
                </a:lnTo>
                <a:lnTo>
                  <a:pt x="62" y="50"/>
                </a:lnTo>
                <a:lnTo>
                  <a:pt x="62" y="49"/>
                </a:lnTo>
                <a:lnTo>
                  <a:pt x="63" y="49"/>
                </a:lnTo>
                <a:lnTo>
                  <a:pt x="64" y="49"/>
                </a:lnTo>
                <a:lnTo>
                  <a:pt x="64" y="48"/>
                </a:lnTo>
                <a:lnTo>
                  <a:pt x="65" y="47"/>
                </a:lnTo>
                <a:lnTo>
                  <a:pt x="66" y="46"/>
                </a:lnTo>
                <a:lnTo>
                  <a:pt x="66" y="45"/>
                </a:lnTo>
                <a:lnTo>
                  <a:pt x="67" y="45"/>
                </a:lnTo>
                <a:lnTo>
                  <a:pt x="67" y="44"/>
                </a:lnTo>
                <a:lnTo>
                  <a:pt x="68" y="44"/>
                </a:lnTo>
                <a:lnTo>
                  <a:pt x="69" y="45"/>
                </a:lnTo>
                <a:lnTo>
                  <a:pt x="69" y="46"/>
                </a:lnTo>
                <a:lnTo>
                  <a:pt x="68" y="46"/>
                </a:lnTo>
                <a:lnTo>
                  <a:pt x="69" y="46"/>
                </a:lnTo>
                <a:lnTo>
                  <a:pt x="69" y="47"/>
                </a:lnTo>
                <a:lnTo>
                  <a:pt x="70" y="47"/>
                </a:lnTo>
                <a:lnTo>
                  <a:pt x="71" y="47"/>
                </a:lnTo>
                <a:lnTo>
                  <a:pt x="72" y="47"/>
                </a:lnTo>
                <a:lnTo>
                  <a:pt x="72" y="46"/>
                </a:lnTo>
                <a:lnTo>
                  <a:pt x="73" y="46"/>
                </a:lnTo>
                <a:lnTo>
                  <a:pt x="74" y="46"/>
                </a:lnTo>
                <a:lnTo>
                  <a:pt x="74" y="45"/>
                </a:lnTo>
                <a:lnTo>
                  <a:pt x="75" y="45"/>
                </a:lnTo>
                <a:lnTo>
                  <a:pt x="76" y="45"/>
                </a:lnTo>
                <a:lnTo>
                  <a:pt x="77" y="45"/>
                </a:lnTo>
                <a:lnTo>
                  <a:pt x="77" y="46"/>
                </a:lnTo>
                <a:lnTo>
                  <a:pt x="78" y="46"/>
                </a:lnTo>
                <a:lnTo>
                  <a:pt x="78" y="45"/>
                </a:lnTo>
                <a:lnTo>
                  <a:pt x="78" y="46"/>
                </a:lnTo>
                <a:lnTo>
                  <a:pt x="79" y="46"/>
                </a:lnTo>
                <a:lnTo>
                  <a:pt x="79" y="47"/>
                </a:lnTo>
                <a:lnTo>
                  <a:pt x="79" y="46"/>
                </a:lnTo>
                <a:lnTo>
                  <a:pt x="80" y="46"/>
                </a:lnTo>
                <a:lnTo>
                  <a:pt x="80" y="45"/>
                </a:lnTo>
                <a:lnTo>
                  <a:pt x="80" y="44"/>
                </a:lnTo>
                <a:lnTo>
                  <a:pt x="79" y="44"/>
                </a:lnTo>
                <a:lnTo>
                  <a:pt x="78" y="44"/>
                </a:lnTo>
                <a:lnTo>
                  <a:pt x="77" y="44"/>
                </a:lnTo>
                <a:lnTo>
                  <a:pt x="77" y="43"/>
                </a:lnTo>
                <a:lnTo>
                  <a:pt x="77" y="44"/>
                </a:lnTo>
                <a:lnTo>
                  <a:pt x="77" y="43"/>
                </a:lnTo>
                <a:lnTo>
                  <a:pt x="76" y="43"/>
                </a:lnTo>
                <a:lnTo>
                  <a:pt x="76" y="41"/>
                </a:lnTo>
                <a:lnTo>
                  <a:pt x="76" y="40"/>
                </a:lnTo>
                <a:lnTo>
                  <a:pt x="77" y="40"/>
                </a:lnTo>
                <a:lnTo>
                  <a:pt x="77" y="39"/>
                </a:lnTo>
                <a:lnTo>
                  <a:pt x="78" y="39"/>
                </a:lnTo>
                <a:lnTo>
                  <a:pt x="78" y="38"/>
                </a:lnTo>
                <a:lnTo>
                  <a:pt x="79" y="38"/>
                </a:lnTo>
                <a:lnTo>
                  <a:pt x="80" y="38"/>
                </a:lnTo>
                <a:lnTo>
                  <a:pt x="80" y="37"/>
                </a:lnTo>
                <a:lnTo>
                  <a:pt x="79" y="37"/>
                </a:lnTo>
                <a:lnTo>
                  <a:pt x="79" y="36"/>
                </a:lnTo>
                <a:lnTo>
                  <a:pt x="80" y="36"/>
                </a:lnTo>
                <a:lnTo>
                  <a:pt x="80" y="37"/>
                </a:lnTo>
                <a:lnTo>
                  <a:pt x="81" y="37"/>
                </a:lnTo>
                <a:lnTo>
                  <a:pt x="82" y="37"/>
                </a:lnTo>
                <a:lnTo>
                  <a:pt x="83" y="37"/>
                </a:lnTo>
                <a:lnTo>
                  <a:pt x="83" y="36"/>
                </a:lnTo>
                <a:lnTo>
                  <a:pt x="82" y="36"/>
                </a:lnTo>
                <a:lnTo>
                  <a:pt x="82" y="35"/>
                </a:lnTo>
                <a:lnTo>
                  <a:pt x="82" y="34"/>
                </a:lnTo>
                <a:lnTo>
                  <a:pt x="82" y="33"/>
                </a:lnTo>
                <a:lnTo>
                  <a:pt x="82" y="32"/>
                </a:lnTo>
                <a:lnTo>
                  <a:pt x="83" y="32"/>
                </a:lnTo>
                <a:lnTo>
                  <a:pt x="83" y="33"/>
                </a:lnTo>
                <a:lnTo>
                  <a:pt x="83" y="34"/>
                </a:lnTo>
                <a:lnTo>
                  <a:pt x="82" y="34"/>
                </a:lnTo>
                <a:lnTo>
                  <a:pt x="82" y="35"/>
                </a:lnTo>
                <a:lnTo>
                  <a:pt x="83" y="35"/>
                </a:lnTo>
                <a:lnTo>
                  <a:pt x="84" y="35"/>
                </a:lnTo>
                <a:lnTo>
                  <a:pt x="84" y="36"/>
                </a:lnTo>
                <a:lnTo>
                  <a:pt x="85" y="36"/>
                </a:lnTo>
                <a:lnTo>
                  <a:pt x="86" y="36"/>
                </a:lnTo>
                <a:lnTo>
                  <a:pt x="86" y="35"/>
                </a:lnTo>
                <a:lnTo>
                  <a:pt x="86" y="36"/>
                </a:lnTo>
                <a:lnTo>
                  <a:pt x="86" y="35"/>
                </a:lnTo>
                <a:lnTo>
                  <a:pt x="87" y="35"/>
                </a:lnTo>
                <a:lnTo>
                  <a:pt x="87" y="34"/>
                </a:lnTo>
                <a:lnTo>
                  <a:pt x="87" y="33"/>
                </a:lnTo>
                <a:lnTo>
                  <a:pt x="87" y="34"/>
                </a:lnTo>
                <a:lnTo>
                  <a:pt x="88" y="34"/>
                </a:lnTo>
                <a:lnTo>
                  <a:pt x="89" y="34"/>
                </a:lnTo>
                <a:lnTo>
                  <a:pt x="89" y="33"/>
                </a:lnTo>
                <a:lnTo>
                  <a:pt x="90" y="33"/>
                </a:lnTo>
                <a:lnTo>
                  <a:pt x="91" y="33"/>
                </a:lnTo>
                <a:lnTo>
                  <a:pt x="91" y="32"/>
                </a:lnTo>
                <a:lnTo>
                  <a:pt x="92" y="32"/>
                </a:lnTo>
                <a:lnTo>
                  <a:pt x="92" y="31"/>
                </a:lnTo>
                <a:lnTo>
                  <a:pt x="93" y="31"/>
                </a:lnTo>
                <a:lnTo>
                  <a:pt x="93" y="30"/>
                </a:lnTo>
                <a:lnTo>
                  <a:pt x="93" y="29"/>
                </a:lnTo>
                <a:lnTo>
                  <a:pt x="92" y="28"/>
                </a:lnTo>
                <a:lnTo>
                  <a:pt x="91" y="28"/>
                </a:lnTo>
                <a:lnTo>
                  <a:pt x="91" y="27"/>
                </a:lnTo>
                <a:lnTo>
                  <a:pt x="92" y="27"/>
                </a:lnTo>
                <a:lnTo>
                  <a:pt x="93" y="27"/>
                </a:lnTo>
                <a:lnTo>
                  <a:pt x="93" y="26"/>
                </a:lnTo>
                <a:lnTo>
                  <a:pt x="92" y="26"/>
                </a:lnTo>
                <a:lnTo>
                  <a:pt x="93" y="26"/>
                </a:lnTo>
                <a:lnTo>
                  <a:pt x="93" y="27"/>
                </a:lnTo>
                <a:lnTo>
                  <a:pt x="92" y="27"/>
                </a:lnTo>
                <a:lnTo>
                  <a:pt x="92" y="28"/>
                </a:lnTo>
                <a:lnTo>
                  <a:pt x="93" y="28"/>
                </a:lnTo>
                <a:lnTo>
                  <a:pt x="93" y="29"/>
                </a:lnTo>
                <a:lnTo>
                  <a:pt x="94" y="30"/>
                </a:lnTo>
                <a:lnTo>
                  <a:pt x="94" y="31"/>
                </a:lnTo>
                <a:lnTo>
                  <a:pt x="94" y="30"/>
                </a:lnTo>
                <a:lnTo>
                  <a:pt x="95" y="30"/>
                </a:lnTo>
                <a:lnTo>
                  <a:pt x="96" y="30"/>
                </a:lnTo>
                <a:lnTo>
                  <a:pt x="96" y="31"/>
                </a:lnTo>
                <a:lnTo>
                  <a:pt x="97" y="31"/>
                </a:lnTo>
                <a:lnTo>
                  <a:pt x="98" y="30"/>
                </a:lnTo>
                <a:lnTo>
                  <a:pt x="99" y="30"/>
                </a:lnTo>
                <a:lnTo>
                  <a:pt x="100" y="30"/>
                </a:lnTo>
                <a:lnTo>
                  <a:pt x="100" y="29"/>
                </a:lnTo>
                <a:lnTo>
                  <a:pt x="100" y="30"/>
                </a:lnTo>
                <a:lnTo>
                  <a:pt x="100" y="29"/>
                </a:lnTo>
                <a:lnTo>
                  <a:pt x="100" y="28"/>
                </a:lnTo>
                <a:lnTo>
                  <a:pt x="100" y="27"/>
                </a:lnTo>
                <a:lnTo>
                  <a:pt x="101" y="27"/>
                </a:lnTo>
                <a:lnTo>
                  <a:pt x="101" y="26"/>
                </a:lnTo>
                <a:lnTo>
                  <a:pt x="102" y="26"/>
                </a:lnTo>
                <a:lnTo>
                  <a:pt x="103" y="26"/>
                </a:lnTo>
                <a:lnTo>
                  <a:pt x="104" y="26"/>
                </a:lnTo>
                <a:lnTo>
                  <a:pt x="104" y="27"/>
                </a:lnTo>
                <a:lnTo>
                  <a:pt x="105" y="27"/>
                </a:lnTo>
                <a:lnTo>
                  <a:pt x="105" y="28"/>
                </a:lnTo>
                <a:lnTo>
                  <a:pt x="106" y="28"/>
                </a:lnTo>
                <a:lnTo>
                  <a:pt x="107" y="28"/>
                </a:lnTo>
                <a:lnTo>
                  <a:pt x="107" y="27"/>
                </a:lnTo>
                <a:lnTo>
                  <a:pt x="108" y="27"/>
                </a:lnTo>
                <a:lnTo>
                  <a:pt x="109" y="27"/>
                </a:lnTo>
                <a:lnTo>
                  <a:pt x="110" y="27"/>
                </a:lnTo>
                <a:lnTo>
                  <a:pt x="110" y="26"/>
                </a:lnTo>
                <a:lnTo>
                  <a:pt x="110" y="27"/>
                </a:lnTo>
                <a:lnTo>
                  <a:pt x="111" y="27"/>
                </a:lnTo>
                <a:lnTo>
                  <a:pt x="111" y="28"/>
                </a:lnTo>
                <a:lnTo>
                  <a:pt x="112" y="28"/>
                </a:lnTo>
                <a:lnTo>
                  <a:pt x="112" y="29"/>
                </a:lnTo>
                <a:lnTo>
                  <a:pt x="113" y="29"/>
                </a:lnTo>
                <a:lnTo>
                  <a:pt x="114" y="29"/>
                </a:lnTo>
                <a:lnTo>
                  <a:pt x="114" y="28"/>
                </a:lnTo>
                <a:lnTo>
                  <a:pt x="114" y="27"/>
                </a:lnTo>
                <a:lnTo>
                  <a:pt x="113" y="27"/>
                </a:lnTo>
                <a:lnTo>
                  <a:pt x="114" y="27"/>
                </a:lnTo>
                <a:lnTo>
                  <a:pt x="113" y="27"/>
                </a:lnTo>
                <a:lnTo>
                  <a:pt x="113" y="26"/>
                </a:lnTo>
                <a:lnTo>
                  <a:pt x="113" y="25"/>
                </a:lnTo>
                <a:lnTo>
                  <a:pt x="114" y="25"/>
                </a:lnTo>
                <a:lnTo>
                  <a:pt x="114" y="24"/>
                </a:lnTo>
                <a:lnTo>
                  <a:pt x="114" y="25"/>
                </a:lnTo>
                <a:lnTo>
                  <a:pt x="115" y="25"/>
                </a:lnTo>
                <a:lnTo>
                  <a:pt x="115" y="24"/>
                </a:lnTo>
                <a:lnTo>
                  <a:pt x="115" y="25"/>
                </a:lnTo>
                <a:lnTo>
                  <a:pt x="116" y="25"/>
                </a:lnTo>
                <a:lnTo>
                  <a:pt x="116" y="24"/>
                </a:lnTo>
                <a:lnTo>
                  <a:pt x="115" y="23"/>
                </a:lnTo>
                <a:lnTo>
                  <a:pt x="116" y="24"/>
                </a:lnTo>
                <a:lnTo>
                  <a:pt x="116" y="25"/>
                </a:lnTo>
                <a:lnTo>
                  <a:pt x="117" y="25"/>
                </a:lnTo>
                <a:lnTo>
                  <a:pt x="117" y="24"/>
                </a:lnTo>
                <a:lnTo>
                  <a:pt x="117" y="22"/>
                </a:lnTo>
                <a:lnTo>
                  <a:pt x="117" y="21"/>
                </a:lnTo>
                <a:lnTo>
                  <a:pt x="118" y="21"/>
                </a:lnTo>
                <a:lnTo>
                  <a:pt x="119" y="20"/>
                </a:lnTo>
                <a:lnTo>
                  <a:pt x="120" y="20"/>
                </a:lnTo>
                <a:lnTo>
                  <a:pt x="120" y="19"/>
                </a:lnTo>
                <a:lnTo>
                  <a:pt x="121" y="19"/>
                </a:lnTo>
                <a:lnTo>
                  <a:pt x="122" y="19"/>
                </a:lnTo>
                <a:lnTo>
                  <a:pt x="123" y="20"/>
                </a:lnTo>
                <a:lnTo>
                  <a:pt x="124" y="20"/>
                </a:lnTo>
                <a:lnTo>
                  <a:pt x="125" y="20"/>
                </a:lnTo>
                <a:lnTo>
                  <a:pt x="125" y="19"/>
                </a:lnTo>
                <a:lnTo>
                  <a:pt x="124" y="19"/>
                </a:lnTo>
                <a:lnTo>
                  <a:pt x="124" y="18"/>
                </a:lnTo>
                <a:lnTo>
                  <a:pt x="124" y="17"/>
                </a:lnTo>
                <a:lnTo>
                  <a:pt x="124" y="18"/>
                </a:lnTo>
                <a:lnTo>
                  <a:pt x="125" y="18"/>
                </a:lnTo>
                <a:lnTo>
                  <a:pt x="125" y="19"/>
                </a:lnTo>
                <a:lnTo>
                  <a:pt x="125" y="18"/>
                </a:lnTo>
                <a:lnTo>
                  <a:pt x="126" y="18"/>
                </a:lnTo>
                <a:lnTo>
                  <a:pt x="126" y="17"/>
                </a:lnTo>
                <a:lnTo>
                  <a:pt x="125" y="17"/>
                </a:lnTo>
                <a:lnTo>
                  <a:pt x="125" y="16"/>
                </a:lnTo>
                <a:lnTo>
                  <a:pt x="126" y="16"/>
                </a:lnTo>
                <a:lnTo>
                  <a:pt x="126" y="15"/>
                </a:lnTo>
                <a:lnTo>
                  <a:pt x="126" y="14"/>
                </a:lnTo>
                <a:lnTo>
                  <a:pt x="127" y="14"/>
                </a:lnTo>
                <a:lnTo>
                  <a:pt x="128" y="13"/>
                </a:lnTo>
                <a:lnTo>
                  <a:pt x="129" y="13"/>
                </a:lnTo>
                <a:lnTo>
                  <a:pt x="130" y="14"/>
                </a:lnTo>
                <a:lnTo>
                  <a:pt x="130" y="13"/>
                </a:lnTo>
                <a:lnTo>
                  <a:pt x="131" y="13"/>
                </a:lnTo>
                <a:lnTo>
                  <a:pt x="131" y="14"/>
                </a:lnTo>
                <a:lnTo>
                  <a:pt x="130" y="14"/>
                </a:lnTo>
                <a:lnTo>
                  <a:pt x="130" y="15"/>
                </a:lnTo>
                <a:lnTo>
                  <a:pt x="131" y="15"/>
                </a:lnTo>
                <a:lnTo>
                  <a:pt x="131" y="16"/>
                </a:lnTo>
                <a:lnTo>
                  <a:pt x="133" y="16"/>
                </a:lnTo>
                <a:lnTo>
                  <a:pt x="133" y="15"/>
                </a:lnTo>
                <a:lnTo>
                  <a:pt x="134" y="15"/>
                </a:lnTo>
                <a:lnTo>
                  <a:pt x="135" y="15"/>
                </a:lnTo>
                <a:lnTo>
                  <a:pt x="136" y="15"/>
                </a:lnTo>
                <a:lnTo>
                  <a:pt x="138" y="15"/>
                </a:lnTo>
                <a:lnTo>
                  <a:pt x="138" y="14"/>
                </a:lnTo>
                <a:lnTo>
                  <a:pt x="137" y="13"/>
                </a:lnTo>
                <a:lnTo>
                  <a:pt x="136" y="13"/>
                </a:lnTo>
                <a:lnTo>
                  <a:pt x="135" y="13"/>
                </a:lnTo>
                <a:lnTo>
                  <a:pt x="134" y="13"/>
                </a:lnTo>
                <a:lnTo>
                  <a:pt x="134" y="12"/>
                </a:lnTo>
                <a:lnTo>
                  <a:pt x="133" y="12"/>
                </a:lnTo>
                <a:lnTo>
                  <a:pt x="133" y="11"/>
                </a:lnTo>
                <a:lnTo>
                  <a:pt x="133" y="10"/>
                </a:lnTo>
                <a:lnTo>
                  <a:pt x="134" y="10"/>
                </a:lnTo>
                <a:lnTo>
                  <a:pt x="135" y="9"/>
                </a:lnTo>
                <a:lnTo>
                  <a:pt x="136" y="9"/>
                </a:lnTo>
                <a:lnTo>
                  <a:pt x="136" y="8"/>
                </a:lnTo>
                <a:lnTo>
                  <a:pt x="137" y="8"/>
                </a:lnTo>
                <a:lnTo>
                  <a:pt x="138" y="7"/>
                </a:lnTo>
                <a:lnTo>
                  <a:pt x="138" y="6"/>
                </a:lnTo>
                <a:lnTo>
                  <a:pt x="139" y="6"/>
                </a:lnTo>
                <a:lnTo>
                  <a:pt x="139" y="5"/>
                </a:lnTo>
                <a:lnTo>
                  <a:pt x="140" y="5"/>
                </a:lnTo>
                <a:lnTo>
                  <a:pt x="141" y="5"/>
                </a:lnTo>
                <a:lnTo>
                  <a:pt x="141" y="4"/>
                </a:lnTo>
                <a:lnTo>
                  <a:pt x="142" y="4"/>
                </a:lnTo>
                <a:lnTo>
                  <a:pt x="142" y="5"/>
                </a:lnTo>
                <a:lnTo>
                  <a:pt x="143" y="5"/>
                </a:lnTo>
                <a:lnTo>
                  <a:pt x="143" y="4"/>
                </a:lnTo>
                <a:lnTo>
                  <a:pt x="143" y="5"/>
                </a:lnTo>
                <a:lnTo>
                  <a:pt x="143" y="4"/>
                </a:lnTo>
                <a:lnTo>
                  <a:pt x="144" y="4"/>
                </a:lnTo>
                <a:lnTo>
                  <a:pt x="144" y="3"/>
                </a:lnTo>
                <a:lnTo>
                  <a:pt x="145" y="3"/>
                </a:lnTo>
                <a:lnTo>
                  <a:pt x="145" y="2"/>
                </a:lnTo>
                <a:lnTo>
                  <a:pt x="146" y="2"/>
                </a:lnTo>
                <a:lnTo>
                  <a:pt x="147" y="2"/>
                </a:lnTo>
                <a:lnTo>
                  <a:pt x="148" y="2"/>
                </a:lnTo>
                <a:lnTo>
                  <a:pt x="148" y="3"/>
                </a:lnTo>
                <a:lnTo>
                  <a:pt x="149" y="3"/>
                </a:lnTo>
                <a:lnTo>
                  <a:pt x="149" y="4"/>
                </a:lnTo>
                <a:lnTo>
                  <a:pt x="149" y="5"/>
                </a:lnTo>
                <a:lnTo>
                  <a:pt x="150" y="5"/>
                </a:lnTo>
                <a:lnTo>
                  <a:pt x="151" y="5"/>
                </a:lnTo>
                <a:lnTo>
                  <a:pt x="151" y="4"/>
                </a:lnTo>
                <a:lnTo>
                  <a:pt x="152" y="4"/>
                </a:lnTo>
                <a:lnTo>
                  <a:pt x="153" y="4"/>
                </a:lnTo>
                <a:lnTo>
                  <a:pt x="153" y="3"/>
                </a:lnTo>
                <a:lnTo>
                  <a:pt x="154" y="3"/>
                </a:lnTo>
                <a:lnTo>
                  <a:pt x="154" y="2"/>
                </a:lnTo>
                <a:lnTo>
                  <a:pt x="154" y="1"/>
                </a:lnTo>
                <a:lnTo>
                  <a:pt x="155" y="1"/>
                </a:lnTo>
                <a:lnTo>
                  <a:pt x="156" y="1"/>
                </a:lnTo>
                <a:lnTo>
                  <a:pt x="156" y="2"/>
                </a:lnTo>
                <a:lnTo>
                  <a:pt x="157" y="2"/>
                </a:lnTo>
                <a:lnTo>
                  <a:pt x="158" y="2"/>
                </a:lnTo>
                <a:lnTo>
                  <a:pt x="158" y="1"/>
                </a:lnTo>
                <a:lnTo>
                  <a:pt x="158" y="0"/>
                </a:lnTo>
                <a:lnTo>
                  <a:pt x="159" y="0"/>
                </a:lnTo>
                <a:lnTo>
                  <a:pt x="159" y="1"/>
                </a:lnTo>
                <a:lnTo>
                  <a:pt x="159" y="2"/>
                </a:lnTo>
                <a:lnTo>
                  <a:pt x="158" y="2"/>
                </a:lnTo>
                <a:lnTo>
                  <a:pt x="159" y="3"/>
                </a:lnTo>
                <a:lnTo>
                  <a:pt x="160" y="4"/>
                </a:lnTo>
                <a:lnTo>
                  <a:pt x="162" y="4"/>
                </a:lnTo>
                <a:lnTo>
                  <a:pt x="162" y="3"/>
                </a:lnTo>
                <a:lnTo>
                  <a:pt x="163" y="3"/>
                </a:lnTo>
                <a:lnTo>
                  <a:pt x="163" y="2"/>
                </a:lnTo>
                <a:lnTo>
                  <a:pt x="164" y="2"/>
                </a:lnTo>
                <a:lnTo>
                  <a:pt x="164" y="1"/>
                </a:lnTo>
                <a:lnTo>
                  <a:pt x="165" y="1"/>
                </a:lnTo>
                <a:lnTo>
                  <a:pt x="166" y="1"/>
                </a:lnTo>
                <a:lnTo>
                  <a:pt x="166" y="2"/>
                </a:lnTo>
                <a:lnTo>
                  <a:pt x="167" y="2"/>
                </a:lnTo>
                <a:lnTo>
                  <a:pt x="168" y="1"/>
                </a:lnTo>
                <a:lnTo>
                  <a:pt x="169" y="2"/>
                </a:lnTo>
                <a:lnTo>
                  <a:pt x="168" y="2"/>
                </a:lnTo>
                <a:lnTo>
                  <a:pt x="167" y="2"/>
                </a:lnTo>
                <a:lnTo>
                  <a:pt x="166" y="2"/>
                </a:lnTo>
                <a:lnTo>
                  <a:pt x="166" y="3"/>
                </a:lnTo>
                <a:lnTo>
                  <a:pt x="166" y="2"/>
                </a:lnTo>
                <a:lnTo>
                  <a:pt x="165" y="2"/>
                </a:lnTo>
                <a:lnTo>
                  <a:pt x="164" y="2"/>
                </a:lnTo>
                <a:lnTo>
                  <a:pt x="164" y="1"/>
                </a:lnTo>
                <a:lnTo>
                  <a:pt x="164" y="2"/>
                </a:lnTo>
                <a:lnTo>
                  <a:pt x="164" y="3"/>
                </a:lnTo>
                <a:lnTo>
                  <a:pt x="163" y="3"/>
                </a:lnTo>
                <a:lnTo>
                  <a:pt x="163" y="4"/>
                </a:lnTo>
                <a:lnTo>
                  <a:pt x="162" y="4"/>
                </a:lnTo>
                <a:lnTo>
                  <a:pt x="161" y="4"/>
                </a:lnTo>
                <a:lnTo>
                  <a:pt x="160" y="4"/>
                </a:lnTo>
                <a:lnTo>
                  <a:pt x="159" y="4"/>
                </a:lnTo>
                <a:lnTo>
                  <a:pt x="158" y="3"/>
                </a:lnTo>
                <a:lnTo>
                  <a:pt x="158" y="2"/>
                </a:lnTo>
                <a:lnTo>
                  <a:pt x="159" y="2"/>
                </a:lnTo>
                <a:lnTo>
                  <a:pt x="159" y="1"/>
                </a:lnTo>
                <a:lnTo>
                  <a:pt x="158" y="1"/>
                </a:lnTo>
                <a:lnTo>
                  <a:pt x="158" y="2"/>
                </a:lnTo>
                <a:lnTo>
                  <a:pt x="157" y="2"/>
                </a:lnTo>
                <a:lnTo>
                  <a:pt x="156" y="2"/>
                </a:lnTo>
                <a:lnTo>
                  <a:pt x="156" y="1"/>
                </a:lnTo>
                <a:lnTo>
                  <a:pt x="155" y="1"/>
                </a:lnTo>
                <a:lnTo>
                  <a:pt x="155" y="2"/>
                </a:lnTo>
                <a:lnTo>
                  <a:pt x="154" y="2"/>
                </a:lnTo>
                <a:lnTo>
                  <a:pt x="154" y="3"/>
                </a:lnTo>
                <a:lnTo>
                  <a:pt x="153" y="4"/>
                </a:lnTo>
                <a:lnTo>
                  <a:pt x="152" y="4"/>
                </a:lnTo>
                <a:lnTo>
                  <a:pt x="151" y="4"/>
                </a:lnTo>
                <a:lnTo>
                  <a:pt x="151" y="5"/>
                </a:lnTo>
                <a:lnTo>
                  <a:pt x="150" y="5"/>
                </a:lnTo>
                <a:lnTo>
                  <a:pt x="150" y="6"/>
                </a:lnTo>
                <a:lnTo>
                  <a:pt x="149" y="6"/>
                </a:lnTo>
                <a:lnTo>
                  <a:pt x="149" y="5"/>
                </a:lnTo>
                <a:lnTo>
                  <a:pt x="148" y="5"/>
                </a:lnTo>
                <a:lnTo>
                  <a:pt x="148" y="4"/>
                </a:lnTo>
                <a:lnTo>
                  <a:pt x="149" y="4"/>
                </a:lnTo>
                <a:lnTo>
                  <a:pt x="148" y="4"/>
                </a:lnTo>
                <a:lnTo>
                  <a:pt x="148" y="3"/>
                </a:lnTo>
                <a:lnTo>
                  <a:pt x="147" y="3"/>
                </a:lnTo>
                <a:lnTo>
                  <a:pt x="146" y="2"/>
                </a:lnTo>
                <a:lnTo>
                  <a:pt x="146" y="3"/>
                </a:lnTo>
                <a:lnTo>
                  <a:pt x="145" y="3"/>
                </a:lnTo>
                <a:lnTo>
                  <a:pt x="145" y="4"/>
                </a:lnTo>
                <a:lnTo>
                  <a:pt x="145" y="5"/>
                </a:lnTo>
                <a:lnTo>
                  <a:pt x="145" y="4"/>
                </a:lnTo>
                <a:lnTo>
                  <a:pt x="146" y="4"/>
                </a:lnTo>
                <a:lnTo>
                  <a:pt x="145" y="5"/>
                </a:lnTo>
                <a:lnTo>
                  <a:pt x="144" y="5"/>
                </a:lnTo>
                <a:lnTo>
                  <a:pt x="143" y="5"/>
                </a:lnTo>
                <a:lnTo>
                  <a:pt x="142" y="5"/>
                </a:lnTo>
                <a:lnTo>
                  <a:pt x="141" y="5"/>
                </a:lnTo>
                <a:lnTo>
                  <a:pt x="141" y="6"/>
                </a:lnTo>
                <a:lnTo>
                  <a:pt x="140" y="6"/>
                </a:lnTo>
                <a:lnTo>
                  <a:pt x="140" y="7"/>
                </a:lnTo>
                <a:lnTo>
                  <a:pt x="139" y="7"/>
                </a:lnTo>
                <a:lnTo>
                  <a:pt x="139" y="8"/>
                </a:lnTo>
                <a:lnTo>
                  <a:pt x="138" y="8"/>
                </a:lnTo>
                <a:lnTo>
                  <a:pt x="138" y="9"/>
                </a:lnTo>
                <a:lnTo>
                  <a:pt x="137" y="9"/>
                </a:lnTo>
                <a:lnTo>
                  <a:pt x="136" y="9"/>
                </a:lnTo>
                <a:lnTo>
                  <a:pt x="136" y="10"/>
                </a:lnTo>
                <a:lnTo>
                  <a:pt x="135" y="10"/>
                </a:lnTo>
                <a:lnTo>
                  <a:pt x="135" y="12"/>
                </a:lnTo>
                <a:lnTo>
                  <a:pt x="136" y="12"/>
                </a:lnTo>
                <a:lnTo>
                  <a:pt x="137" y="12"/>
                </a:lnTo>
                <a:lnTo>
                  <a:pt x="137" y="13"/>
                </a:lnTo>
                <a:lnTo>
                  <a:pt x="138" y="13"/>
                </a:lnTo>
                <a:lnTo>
                  <a:pt x="139" y="14"/>
                </a:lnTo>
                <a:lnTo>
                  <a:pt x="139" y="15"/>
                </a:lnTo>
                <a:lnTo>
                  <a:pt x="138" y="15"/>
                </a:lnTo>
                <a:lnTo>
                  <a:pt x="138" y="16"/>
                </a:lnTo>
                <a:lnTo>
                  <a:pt x="136" y="16"/>
                </a:lnTo>
                <a:lnTo>
                  <a:pt x="134" y="16"/>
                </a:lnTo>
                <a:lnTo>
                  <a:pt x="133" y="16"/>
                </a:lnTo>
                <a:lnTo>
                  <a:pt x="132" y="16"/>
                </a:lnTo>
                <a:lnTo>
                  <a:pt x="131" y="16"/>
                </a:lnTo>
                <a:lnTo>
                  <a:pt x="131" y="17"/>
                </a:lnTo>
                <a:lnTo>
                  <a:pt x="130" y="17"/>
                </a:lnTo>
                <a:lnTo>
                  <a:pt x="130" y="16"/>
                </a:lnTo>
                <a:lnTo>
                  <a:pt x="130" y="15"/>
                </a:lnTo>
                <a:lnTo>
                  <a:pt x="129" y="15"/>
                </a:lnTo>
                <a:lnTo>
                  <a:pt x="128" y="15"/>
                </a:lnTo>
                <a:lnTo>
                  <a:pt x="127" y="15"/>
                </a:lnTo>
                <a:lnTo>
                  <a:pt x="127" y="17"/>
                </a:lnTo>
                <a:lnTo>
                  <a:pt x="126" y="17"/>
                </a:lnTo>
                <a:lnTo>
                  <a:pt x="126" y="18"/>
                </a:lnTo>
                <a:lnTo>
                  <a:pt x="126" y="19"/>
                </a:lnTo>
                <a:lnTo>
                  <a:pt x="126" y="20"/>
                </a:lnTo>
                <a:lnTo>
                  <a:pt x="125" y="20"/>
                </a:lnTo>
                <a:lnTo>
                  <a:pt x="125" y="21"/>
                </a:lnTo>
                <a:lnTo>
                  <a:pt x="124" y="21"/>
                </a:lnTo>
                <a:lnTo>
                  <a:pt x="123" y="21"/>
                </a:lnTo>
                <a:lnTo>
                  <a:pt x="122" y="21"/>
                </a:lnTo>
                <a:lnTo>
                  <a:pt x="122" y="20"/>
                </a:lnTo>
                <a:lnTo>
                  <a:pt x="121" y="20"/>
                </a:lnTo>
                <a:lnTo>
                  <a:pt x="120" y="20"/>
                </a:lnTo>
                <a:lnTo>
                  <a:pt x="120" y="21"/>
                </a:lnTo>
                <a:lnTo>
                  <a:pt x="119" y="21"/>
                </a:lnTo>
                <a:lnTo>
                  <a:pt x="118" y="21"/>
                </a:lnTo>
                <a:lnTo>
                  <a:pt x="118" y="22"/>
                </a:lnTo>
                <a:lnTo>
                  <a:pt x="118" y="23"/>
                </a:lnTo>
                <a:lnTo>
                  <a:pt x="118" y="24"/>
                </a:lnTo>
                <a:lnTo>
                  <a:pt x="118" y="25"/>
                </a:lnTo>
                <a:lnTo>
                  <a:pt x="117" y="25"/>
                </a:lnTo>
                <a:lnTo>
                  <a:pt x="117" y="26"/>
                </a:lnTo>
                <a:lnTo>
                  <a:pt x="116" y="26"/>
                </a:lnTo>
                <a:lnTo>
                  <a:pt x="115" y="26"/>
                </a:lnTo>
                <a:lnTo>
                  <a:pt x="115" y="25"/>
                </a:lnTo>
                <a:lnTo>
                  <a:pt x="114" y="25"/>
                </a:lnTo>
                <a:lnTo>
                  <a:pt x="114" y="26"/>
                </a:lnTo>
                <a:lnTo>
                  <a:pt x="114" y="27"/>
                </a:lnTo>
                <a:lnTo>
                  <a:pt x="115" y="27"/>
                </a:lnTo>
                <a:lnTo>
                  <a:pt x="115" y="28"/>
                </a:lnTo>
                <a:lnTo>
                  <a:pt x="115" y="29"/>
                </a:lnTo>
                <a:lnTo>
                  <a:pt x="114" y="30"/>
                </a:lnTo>
                <a:lnTo>
                  <a:pt x="113" y="30"/>
                </a:lnTo>
                <a:lnTo>
                  <a:pt x="112" y="30"/>
                </a:lnTo>
                <a:lnTo>
                  <a:pt x="112" y="29"/>
                </a:lnTo>
                <a:lnTo>
                  <a:pt x="111" y="29"/>
                </a:lnTo>
                <a:lnTo>
                  <a:pt x="111" y="28"/>
                </a:lnTo>
                <a:lnTo>
                  <a:pt x="110" y="28"/>
                </a:lnTo>
                <a:lnTo>
                  <a:pt x="110" y="27"/>
                </a:lnTo>
                <a:lnTo>
                  <a:pt x="109" y="27"/>
                </a:lnTo>
                <a:lnTo>
                  <a:pt x="109" y="28"/>
                </a:lnTo>
                <a:lnTo>
                  <a:pt x="108" y="28"/>
                </a:lnTo>
                <a:lnTo>
                  <a:pt x="107" y="28"/>
                </a:lnTo>
                <a:lnTo>
                  <a:pt x="107" y="29"/>
                </a:lnTo>
                <a:lnTo>
                  <a:pt x="106" y="29"/>
                </a:lnTo>
                <a:lnTo>
                  <a:pt x="105" y="29"/>
                </a:lnTo>
                <a:lnTo>
                  <a:pt x="105" y="28"/>
                </a:lnTo>
                <a:lnTo>
                  <a:pt x="104" y="28"/>
                </a:lnTo>
                <a:lnTo>
                  <a:pt x="104" y="27"/>
                </a:lnTo>
                <a:lnTo>
                  <a:pt x="103" y="27"/>
                </a:lnTo>
                <a:lnTo>
                  <a:pt x="102" y="27"/>
                </a:lnTo>
                <a:lnTo>
                  <a:pt x="103" y="27"/>
                </a:lnTo>
                <a:lnTo>
                  <a:pt x="102" y="27"/>
                </a:lnTo>
                <a:lnTo>
                  <a:pt x="102" y="28"/>
                </a:lnTo>
                <a:lnTo>
                  <a:pt x="101" y="28"/>
                </a:lnTo>
                <a:lnTo>
                  <a:pt x="101" y="30"/>
                </a:lnTo>
                <a:lnTo>
                  <a:pt x="101" y="31"/>
                </a:lnTo>
                <a:lnTo>
                  <a:pt x="100" y="31"/>
                </a:lnTo>
                <a:lnTo>
                  <a:pt x="99" y="31"/>
                </a:lnTo>
                <a:lnTo>
                  <a:pt x="99" y="32"/>
                </a:lnTo>
                <a:lnTo>
                  <a:pt x="100" y="31"/>
                </a:lnTo>
                <a:lnTo>
                  <a:pt x="100" y="32"/>
                </a:lnTo>
                <a:lnTo>
                  <a:pt x="100" y="33"/>
                </a:lnTo>
                <a:lnTo>
                  <a:pt x="99" y="33"/>
                </a:lnTo>
                <a:lnTo>
                  <a:pt x="99" y="32"/>
                </a:lnTo>
                <a:lnTo>
                  <a:pt x="98" y="32"/>
                </a:lnTo>
                <a:lnTo>
                  <a:pt x="97" y="32"/>
                </a:lnTo>
                <a:lnTo>
                  <a:pt x="96" y="32"/>
                </a:lnTo>
                <a:lnTo>
                  <a:pt x="95" y="32"/>
                </a:lnTo>
                <a:lnTo>
                  <a:pt x="95" y="33"/>
                </a:lnTo>
                <a:lnTo>
                  <a:pt x="94" y="33"/>
                </a:lnTo>
                <a:lnTo>
                  <a:pt x="93" y="33"/>
                </a:lnTo>
                <a:lnTo>
                  <a:pt x="92" y="33"/>
                </a:lnTo>
                <a:lnTo>
                  <a:pt x="91" y="33"/>
                </a:lnTo>
                <a:lnTo>
                  <a:pt x="91" y="34"/>
                </a:lnTo>
                <a:lnTo>
                  <a:pt x="90" y="34"/>
                </a:lnTo>
                <a:lnTo>
                  <a:pt x="89" y="35"/>
                </a:lnTo>
                <a:lnTo>
                  <a:pt x="88" y="36"/>
                </a:lnTo>
                <a:lnTo>
                  <a:pt x="87" y="36"/>
                </a:lnTo>
                <a:lnTo>
                  <a:pt x="87" y="37"/>
                </a:lnTo>
                <a:lnTo>
                  <a:pt x="88" y="37"/>
                </a:lnTo>
                <a:lnTo>
                  <a:pt x="86" y="37"/>
                </a:lnTo>
                <a:lnTo>
                  <a:pt x="85" y="37"/>
                </a:lnTo>
                <a:lnTo>
                  <a:pt x="84" y="37"/>
                </a:lnTo>
                <a:lnTo>
                  <a:pt x="84" y="38"/>
                </a:lnTo>
                <a:lnTo>
                  <a:pt x="83" y="38"/>
                </a:lnTo>
                <a:lnTo>
                  <a:pt x="82" y="38"/>
                </a:lnTo>
                <a:lnTo>
                  <a:pt x="83" y="39"/>
                </a:lnTo>
                <a:lnTo>
                  <a:pt x="84" y="39"/>
                </a:lnTo>
                <a:lnTo>
                  <a:pt x="85" y="40"/>
                </a:lnTo>
                <a:lnTo>
                  <a:pt x="84" y="40"/>
                </a:lnTo>
                <a:lnTo>
                  <a:pt x="84" y="39"/>
                </a:lnTo>
                <a:lnTo>
                  <a:pt x="83" y="39"/>
                </a:lnTo>
                <a:lnTo>
                  <a:pt x="82" y="39"/>
                </a:lnTo>
                <a:lnTo>
                  <a:pt x="81" y="39"/>
                </a:lnTo>
                <a:lnTo>
                  <a:pt x="80" y="39"/>
                </a:lnTo>
                <a:lnTo>
                  <a:pt x="79" y="39"/>
                </a:lnTo>
                <a:lnTo>
                  <a:pt x="79" y="40"/>
                </a:lnTo>
                <a:lnTo>
                  <a:pt x="78" y="40"/>
                </a:lnTo>
                <a:lnTo>
                  <a:pt x="78" y="41"/>
                </a:lnTo>
                <a:lnTo>
                  <a:pt x="77" y="41"/>
                </a:lnTo>
                <a:lnTo>
                  <a:pt x="78" y="41"/>
                </a:lnTo>
                <a:lnTo>
                  <a:pt x="78" y="42"/>
                </a:lnTo>
                <a:lnTo>
                  <a:pt x="79" y="42"/>
                </a:lnTo>
                <a:lnTo>
                  <a:pt x="80" y="43"/>
                </a:lnTo>
                <a:lnTo>
                  <a:pt x="81" y="43"/>
                </a:lnTo>
                <a:lnTo>
                  <a:pt x="82" y="43"/>
                </a:lnTo>
                <a:lnTo>
                  <a:pt x="82" y="44"/>
                </a:lnTo>
                <a:lnTo>
                  <a:pt x="83" y="44"/>
                </a:lnTo>
                <a:lnTo>
                  <a:pt x="83" y="45"/>
                </a:lnTo>
                <a:lnTo>
                  <a:pt x="82" y="45"/>
                </a:lnTo>
                <a:lnTo>
                  <a:pt x="82" y="46"/>
                </a:lnTo>
                <a:lnTo>
                  <a:pt x="81" y="46"/>
                </a:lnTo>
                <a:lnTo>
                  <a:pt x="81" y="47"/>
                </a:lnTo>
                <a:lnTo>
                  <a:pt x="80" y="47"/>
                </a:lnTo>
                <a:lnTo>
                  <a:pt x="79" y="47"/>
                </a:lnTo>
                <a:lnTo>
                  <a:pt x="78" y="47"/>
                </a:lnTo>
                <a:lnTo>
                  <a:pt x="77" y="47"/>
                </a:lnTo>
                <a:lnTo>
                  <a:pt x="77" y="46"/>
                </a:lnTo>
                <a:lnTo>
                  <a:pt x="76" y="46"/>
                </a:lnTo>
                <a:lnTo>
                  <a:pt x="75" y="46"/>
                </a:lnTo>
                <a:lnTo>
                  <a:pt x="74" y="46"/>
                </a:lnTo>
                <a:lnTo>
                  <a:pt x="74" y="47"/>
                </a:lnTo>
                <a:lnTo>
                  <a:pt x="73" y="46"/>
                </a:lnTo>
                <a:lnTo>
                  <a:pt x="73" y="47"/>
                </a:lnTo>
                <a:lnTo>
                  <a:pt x="72" y="47"/>
                </a:lnTo>
                <a:lnTo>
                  <a:pt x="71" y="47"/>
                </a:lnTo>
                <a:lnTo>
                  <a:pt x="70" y="47"/>
                </a:lnTo>
                <a:lnTo>
                  <a:pt x="69" y="47"/>
                </a:lnTo>
                <a:lnTo>
                  <a:pt x="68" y="46"/>
                </a:lnTo>
                <a:lnTo>
                  <a:pt x="68" y="45"/>
                </a:lnTo>
                <a:lnTo>
                  <a:pt x="67" y="45"/>
                </a:lnTo>
                <a:lnTo>
                  <a:pt x="67" y="46"/>
                </a:lnTo>
                <a:lnTo>
                  <a:pt x="66" y="47"/>
                </a:lnTo>
                <a:lnTo>
                  <a:pt x="66" y="48"/>
                </a:lnTo>
                <a:lnTo>
                  <a:pt x="65" y="48"/>
                </a:lnTo>
                <a:lnTo>
                  <a:pt x="65" y="49"/>
                </a:lnTo>
                <a:lnTo>
                  <a:pt x="64" y="49"/>
                </a:lnTo>
                <a:lnTo>
                  <a:pt x="64" y="50"/>
                </a:lnTo>
                <a:lnTo>
                  <a:pt x="63" y="51"/>
                </a:lnTo>
                <a:lnTo>
                  <a:pt x="62" y="51"/>
                </a:lnTo>
                <a:lnTo>
                  <a:pt x="61" y="52"/>
                </a:lnTo>
                <a:lnTo>
                  <a:pt x="60" y="52"/>
                </a:lnTo>
                <a:lnTo>
                  <a:pt x="60" y="53"/>
                </a:lnTo>
                <a:lnTo>
                  <a:pt x="59" y="53"/>
                </a:lnTo>
                <a:lnTo>
                  <a:pt x="58" y="53"/>
                </a:lnTo>
                <a:lnTo>
                  <a:pt x="58" y="54"/>
                </a:lnTo>
                <a:lnTo>
                  <a:pt x="57" y="54"/>
                </a:lnTo>
                <a:lnTo>
                  <a:pt x="56" y="54"/>
                </a:lnTo>
                <a:lnTo>
                  <a:pt x="55" y="54"/>
                </a:lnTo>
                <a:lnTo>
                  <a:pt x="55" y="55"/>
                </a:lnTo>
                <a:lnTo>
                  <a:pt x="54" y="55"/>
                </a:lnTo>
                <a:lnTo>
                  <a:pt x="54" y="56"/>
                </a:lnTo>
                <a:lnTo>
                  <a:pt x="54" y="57"/>
                </a:lnTo>
                <a:lnTo>
                  <a:pt x="53" y="57"/>
                </a:lnTo>
                <a:lnTo>
                  <a:pt x="54" y="57"/>
                </a:lnTo>
                <a:lnTo>
                  <a:pt x="53" y="57"/>
                </a:lnTo>
                <a:lnTo>
                  <a:pt x="53" y="58"/>
                </a:lnTo>
                <a:lnTo>
                  <a:pt x="53" y="59"/>
                </a:lnTo>
                <a:lnTo>
                  <a:pt x="52" y="59"/>
                </a:lnTo>
                <a:lnTo>
                  <a:pt x="53" y="59"/>
                </a:lnTo>
                <a:lnTo>
                  <a:pt x="53" y="60"/>
                </a:lnTo>
                <a:lnTo>
                  <a:pt x="52" y="60"/>
                </a:lnTo>
                <a:lnTo>
                  <a:pt x="52" y="61"/>
                </a:lnTo>
                <a:lnTo>
                  <a:pt x="51" y="61"/>
                </a:lnTo>
                <a:lnTo>
                  <a:pt x="52" y="61"/>
                </a:lnTo>
                <a:lnTo>
                  <a:pt x="51" y="61"/>
                </a:lnTo>
                <a:lnTo>
                  <a:pt x="51" y="62"/>
                </a:lnTo>
                <a:lnTo>
                  <a:pt x="50" y="62"/>
                </a:lnTo>
                <a:lnTo>
                  <a:pt x="48" y="62"/>
                </a:lnTo>
                <a:lnTo>
                  <a:pt x="47" y="62"/>
                </a:lnTo>
                <a:lnTo>
                  <a:pt x="47" y="63"/>
                </a:lnTo>
                <a:lnTo>
                  <a:pt x="46" y="63"/>
                </a:lnTo>
                <a:lnTo>
                  <a:pt x="45" y="63"/>
                </a:lnTo>
                <a:lnTo>
                  <a:pt x="44" y="63"/>
                </a:lnTo>
                <a:lnTo>
                  <a:pt x="44" y="64"/>
                </a:lnTo>
                <a:lnTo>
                  <a:pt x="43" y="64"/>
                </a:lnTo>
                <a:lnTo>
                  <a:pt x="42" y="64"/>
                </a:lnTo>
                <a:lnTo>
                  <a:pt x="41" y="64"/>
                </a:lnTo>
                <a:lnTo>
                  <a:pt x="41" y="65"/>
                </a:lnTo>
                <a:lnTo>
                  <a:pt x="40" y="65"/>
                </a:lnTo>
                <a:lnTo>
                  <a:pt x="40" y="66"/>
                </a:lnTo>
                <a:lnTo>
                  <a:pt x="40" y="65"/>
                </a:lnTo>
                <a:lnTo>
                  <a:pt x="39" y="65"/>
                </a:lnTo>
                <a:lnTo>
                  <a:pt x="39" y="66"/>
                </a:lnTo>
                <a:lnTo>
                  <a:pt x="40" y="66"/>
                </a:lnTo>
                <a:lnTo>
                  <a:pt x="39" y="66"/>
                </a:lnTo>
                <a:lnTo>
                  <a:pt x="39" y="67"/>
                </a:lnTo>
                <a:lnTo>
                  <a:pt x="38" y="68"/>
                </a:lnTo>
                <a:lnTo>
                  <a:pt x="38" y="69"/>
                </a:lnTo>
                <a:lnTo>
                  <a:pt x="38" y="70"/>
                </a:lnTo>
                <a:lnTo>
                  <a:pt x="37" y="70"/>
                </a:lnTo>
                <a:lnTo>
                  <a:pt x="37" y="71"/>
                </a:lnTo>
                <a:lnTo>
                  <a:pt x="36" y="71"/>
                </a:lnTo>
                <a:lnTo>
                  <a:pt x="35" y="71"/>
                </a:lnTo>
                <a:lnTo>
                  <a:pt x="34" y="71"/>
                </a:lnTo>
                <a:lnTo>
                  <a:pt x="34" y="72"/>
                </a:lnTo>
                <a:lnTo>
                  <a:pt x="33" y="72"/>
                </a:lnTo>
                <a:lnTo>
                  <a:pt x="32" y="72"/>
                </a:lnTo>
                <a:lnTo>
                  <a:pt x="32" y="74"/>
                </a:lnTo>
                <a:lnTo>
                  <a:pt x="32" y="75"/>
                </a:lnTo>
                <a:lnTo>
                  <a:pt x="32" y="76"/>
                </a:lnTo>
                <a:lnTo>
                  <a:pt x="33" y="76"/>
                </a:lnTo>
                <a:lnTo>
                  <a:pt x="33" y="77"/>
                </a:lnTo>
                <a:lnTo>
                  <a:pt x="33" y="78"/>
                </a:lnTo>
                <a:lnTo>
                  <a:pt x="32" y="78"/>
                </a:lnTo>
                <a:lnTo>
                  <a:pt x="31" y="78"/>
                </a:lnTo>
                <a:lnTo>
                  <a:pt x="30" y="78"/>
                </a:lnTo>
                <a:lnTo>
                  <a:pt x="31" y="78"/>
                </a:lnTo>
                <a:lnTo>
                  <a:pt x="31" y="77"/>
                </a:lnTo>
                <a:lnTo>
                  <a:pt x="31" y="78"/>
                </a:lnTo>
                <a:lnTo>
                  <a:pt x="31" y="77"/>
                </a:lnTo>
                <a:lnTo>
                  <a:pt x="31" y="78"/>
                </a:lnTo>
                <a:lnTo>
                  <a:pt x="32" y="78"/>
                </a:lnTo>
                <a:lnTo>
                  <a:pt x="32" y="77"/>
                </a:lnTo>
                <a:lnTo>
                  <a:pt x="33" y="77"/>
                </a:lnTo>
                <a:lnTo>
                  <a:pt x="32" y="76"/>
                </a:lnTo>
                <a:lnTo>
                  <a:pt x="32" y="74"/>
                </a:lnTo>
                <a:lnTo>
                  <a:pt x="32" y="72"/>
                </a:lnTo>
                <a:lnTo>
                  <a:pt x="32" y="74"/>
                </a:lnTo>
                <a:lnTo>
                  <a:pt x="31" y="74"/>
                </a:lnTo>
                <a:lnTo>
                  <a:pt x="30" y="75"/>
                </a:lnTo>
                <a:lnTo>
                  <a:pt x="30" y="76"/>
                </a:lnTo>
                <a:lnTo>
                  <a:pt x="30" y="75"/>
                </a:lnTo>
                <a:lnTo>
                  <a:pt x="30" y="76"/>
                </a:lnTo>
                <a:lnTo>
                  <a:pt x="30" y="77"/>
                </a:lnTo>
                <a:lnTo>
                  <a:pt x="29" y="77"/>
                </a:lnTo>
                <a:lnTo>
                  <a:pt x="28" y="77"/>
                </a:lnTo>
                <a:lnTo>
                  <a:pt x="27" y="77"/>
                </a:lnTo>
                <a:lnTo>
                  <a:pt x="27" y="78"/>
                </a:lnTo>
                <a:lnTo>
                  <a:pt x="26" y="78"/>
                </a:lnTo>
                <a:lnTo>
                  <a:pt x="26" y="79"/>
                </a:lnTo>
                <a:lnTo>
                  <a:pt x="25" y="79"/>
                </a:lnTo>
                <a:lnTo>
                  <a:pt x="25" y="80"/>
                </a:lnTo>
                <a:lnTo>
                  <a:pt x="24" y="80"/>
                </a:lnTo>
                <a:lnTo>
                  <a:pt x="24" y="81"/>
                </a:lnTo>
                <a:lnTo>
                  <a:pt x="23" y="81"/>
                </a:lnTo>
                <a:lnTo>
                  <a:pt x="22" y="81"/>
                </a:lnTo>
                <a:lnTo>
                  <a:pt x="22" y="82"/>
                </a:lnTo>
                <a:lnTo>
                  <a:pt x="24" y="82"/>
                </a:lnTo>
                <a:lnTo>
                  <a:pt x="24" y="81"/>
                </a:lnTo>
                <a:lnTo>
                  <a:pt x="25" y="81"/>
                </a:lnTo>
                <a:lnTo>
                  <a:pt x="26" y="81"/>
                </a:lnTo>
                <a:lnTo>
                  <a:pt x="27" y="81"/>
                </a:lnTo>
                <a:lnTo>
                  <a:pt x="28" y="80"/>
                </a:lnTo>
                <a:lnTo>
                  <a:pt x="28" y="79"/>
                </a:lnTo>
                <a:lnTo>
                  <a:pt x="28" y="78"/>
                </a:lnTo>
                <a:lnTo>
                  <a:pt x="28" y="79"/>
                </a:lnTo>
                <a:lnTo>
                  <a:pt x="28" y="80"/>
                </a:lnTo>
                <a:lnTo>
                  <a:pt x="28" y="81"/>
                </a:lnTo>
                <a:lnTo>
                  <a:pt x="27" y="81"/>
                </a:lnTo>
                <a:lnTo>
                  <a:pt x="27" y="82"/>
                </a:lnTo>
                <a:lnTo>
                  <a:pt x="26" y="82"/>
                </a:lnTo>
                <a:lnTo>
                  <a:pt x="25" y="82"/>
                </a:lnTo>
                <a:lnTo>
                  <a:pt x="24" y="82"/>
                </a:lnTo>
                <a:lnTo>
                  <a:pt x="24" y="83"/>
                </a:lnTo>
                <a:lnTo>
                  <a:pt x="25" y="83"/>
                </a:lnTo>
                <a:lnTo>
                  <a:pt x="24" y="83"/>
                </a:lnTo>
                <a:lnTo>
                  <a:pt x="23" y="83"/>
                </a:lnTo>
                <a:lnTo>
                  <a:pt x="22" y="83"/>
                </a:lnTo>
                <a:lnTo>
                  <a:pt x="21" y="83"/>
                </a:lnTo>
                <a:lnTo>
                  <a:pt x="21" y="84"/>
                </a:lnTo>
                <a:lnTo>
                  <a:pt x="20" y="84"/>
                </a:lnTo>
                <a:lnTo>
                  <a:pt x="19" y="85"/>
                </a:lnTo>
                <a:lnTo>
                  <a:pt x="19" y="86"/>
                </a:lnTo>
                <a:lnTo>
                  <a:pt x="19" y="87"/>
                </a:lnTo>
                <a:lnTo>
                  <a:pt x="20" y="87"/>
                </a:lnTo>
                <a:lnTo>
                  <a:pt x="20" y="89"/>
                </a:lnTo>
                <a:lnTo>
                  <a:pt x="19" y="89"/>
                </a:lnTo>
                <a:lnTo>
                  <a:pt x="19" y="90"/>
                </a:lnTo>
                <a:lnTo>
                  <a:pt x="19" y="91"/>
                </a:lnTo>
                <a:lnTo>
                  <a:pt x="20" y="91"/>
                </a:lnTo>
                <a:lnTo>
                  <a:pt x="19" y="91"/>
                </a:lnTo>
                <a:lnTo>
                  <a:pt x="20" y="91"/>
                </a:lnTo>
                <a:lnTo>
                  <a:pt x="20" y="92"/>
                </a:lnTo>
                <a:lnTo>
                  <a:pt x="20" y="93"/>
                </a:lnTo>
                <a:lnTo>
                  <a:pt x="19" y="93"/>
                </a:lnTo>
                <a:lnTo>
                  <a:pt x="19" y="94"/>
                </a:lnTo>
                <a:lnTo>
                  <a:pt x="19" y="95"/>
                </a:lnTo>
                <a:lnTo>
                  <a:pt x="19" y="96"/>
                </a:lnTo>
                <a:lnTo>
                  <a:pt x="18" y="96"/>
                </a:lnTo>
                <a:lnTo>
                  <a:pt x="18" y="97"/>
                </a:lnTo>
                <a:lnTo>
                  <a:pt x="18" y="99"/>
                </a:lnTo>
                <a:lnTo>
                  <a:pt x="19" y="99"/>
                </a:lnTo>
                <a:lnTo>
                  <a:pt x="19" y="100"/>
                </a:lnTo>
                <a:lnTo>
                  <a:pt x="19" y="99"/>
                </a:lnTo>
                <a:lnTo>
                  <a:pt x="18" y="99"/>
                </a:lnTo>
                <a:lnTo>
                  <a:pt x="17" y="99"/>
                </a:lnTo>
                <a:lnTo>
                  <a:pt x="17" y="100"/>
                </a:lnTo>
                <a:lnTo>
                  <a:pt x="16" y="100"/>
                </a:lnTo>
                <a:lnTo>
                  <a:pt x="16" y="101"/>
                </a:lnTo>
                <a:lnTo>
                  <a:pt x="17" y="101"/>
                </a:lnTo>
                <a:lnTo>
                  <a:pt x="18" y="101"/>
                </a:lnTo>
                <a:lnTo>
                  <a:pt x="18" y="100"/>
                </a:lnTo>
                <a:lnTo>
                  <a:pt x="18" y="101"/>
                </a:lnTo>
                <a:lnTo>
                  <a:pt x="17" y="101"/>
                </a:lnTo>
                <a:lnTo>
                  <a:pt x="16" y="101"/>
                </a:lnTo>
                <a:lnTo>
                  <a:pt x="15" y="101"/>
                </a:lnTo>
                <a:lnTo>
                  <a:pt x="15" y="102"/>
                </a:lnTo>
                <a:lnTo>
                  <a:pt x="14" y="102"/>
                </a:lnTo>
                <a:lnTo>
                  <a:pt x="14" y="103"/>
                </a:lnTo>
                <a:lnTo>
                  <a:pt x="14" y="104"/>
                </a:lnTo>
                <a:lnTo>
                  <a:pt x="14" y="105"/>
                </a:lnTo>
                <a:lnTo>
                  <a:pt x="15" y="105"/>
                </a:lnTo>
                <a:lnTo>
                  <a:pt x="15" y="106"/>
                </a:lnTo>
                <a:lnTo>
                  <a:pt x="16" y="106"/>
                </a:lnTo>
                <a:lnTo>
                  <a:pt x="16" y="107"/>
                </a:lnTo>
                <a:lnTo>
                  <a:pt x="17" y="107"/>
                </a:lnTo>
                <a:lnTo>
                  <a:pt x="17" y="108"/>
                </a:lnTo>
                <a:lnTo>
                  <a:pt x="17" y="109"/>
                </a:lnTo>
                <a:lnTo>
                  <a:pt x="17" y="110"/>
                </a:lnTo>
                <a:lnTo>
                  <a:pt x="18" y="110"/>
                </a:lnTo>
                <a:lnTo>
                  <a:pt x="18" y="111"/>
                </a:lnTo>
                <a:lnTo>
                  <a:pt x="19" y="111"/>
                </a:lnTo>
                <a:lnTo>
                  <a:pt x="19" y="110"/>
                </a:lnTo>
                <a:lnTo>
                  <a:pt x="18" y="109"/>
                </a:lnTo>
                <a:lnTo>
                  <a:pt x="18" y="108"/>
                </a:lnTo>
                <a:lnTo>
                  <a:pt x="18" y="107"/>
                </a:lnTo>
                <a:lnTo>
                  <a:pt x="18" y="106"/>
                </a:lnTo>
                <a:lnTo>
                  <a:pt x="17" y="106"/>
                </a:lnTo>
                <a:lnTo>
                  <a:pt x="17" y="105"/>
                </a:lnTo>
                <a:lnTo>
                  <a:pt x="16" y="105"/>
                </a:lnTo>
                <a:lnTo>
                  <a:pt x="17" y="105"/>
                </a:lnTo>
                <a:lnTo>
                  <a:pt x="17" y="106"/>
                </a:lnTo>
                <a:lnTo>
                  <a:pt x="18" y="106"/>
                </a:lnTo>
                <a:lnTo>
                  <a:pt x="18" y="107"/>
                </a:lnTo>
                <a:lnTo>
                  <a:pt x="18" y="108"/>
                </a:lnTo>
                <a:lnTo>
                  <a:pt x="18" y="109"/>
                </a:lnTo>
                <a:lnTo>
                  <a:pt x="19" y="109"/>
                </a:lnTo>
                <a:lnTo>
                  <a:pt x="19" y="110"/>
                </a:lnTo>
                <a:lnTo>
                  <a:pt x="20" y="111"/>
                </a:lnTo>
                <a:lnTo>
                  <a:pt x="20" y="110"/>
                </a:lnTo>
                <a:lnTo>
                  <a:pt x="20" y="111"/>
                </a:lnTo>
                <a:lnTo>
                  <a:pt x="20" y="110"/>
                </a:lnTo>
                <a:lnTo>
                  <a:pt x="20" y="109"/>
                </a:lnTo>
                <a:lnTo>
                  <a:pt x="20" y="108"/>
                </a:lnTo>
                <a:lnTo>
                  <a:pt x="21" y="108"/>
                </a:lnTo>
                <a:lnTo>
                  <a:pt x="21" y="107"/>
                </a:lnTo>
                <a:lnTo>
                  <a:pt x="20" y="107"/>
                </a:lnTo>
                <a:lnTo>
                  <a:pt x="21" y="108"/>
                </a:lnTo>
                <a:lnTo>
                  <a:pt x="20" y="108"/>
                </a:lnTo>
                <a:lnTo>
                  <a:pt x="20" y="109"/>
                </a:lnTo>
                <a:lnTo>
                  <a:pt x="20" y="110"/>
                </a:lnTo>
                <a:lnTo>
                  <a:pt x="21" y="110"/>
                </a:lnTo>
                <a:lnTo>
                  <a:pt x="21" y="111"/>
                </a:lnTo>
                <a:lnTo>
                  <a:pt x="22" y="111"/>
                </a:lnTo>
                <a:lnTo>
                  <a:pt x="22" y="112"/>
                </a:lnTo>
                <a:lnTo>
                  <a:pt x="23" y="112"/>
                </a:lnTo>
                <a:lnTo>
                  <a:pt x="23" y="113"/>
                </a:lnTo>
                <a:lnTo>
                  <a:pt x="23" y="114"/>
                </a:lnTo>
                <a:lnTo>
                  <a:pt x="21" y="114"/>
                </a:lnTo>
                <a:lnTo>
                  <a:pt x="20" y="114"/>
                </a:lnTo>
                <a:lnTo>
                  <a:pt x="19" y="114"/>
                </a:lnTo>
                <a:lnTo>
                  <a:pt x="18" y="114"/>
                </a:lnTo>
                <a:lnTo>
                  <a:pt x="17" y="114"/>
                </a:lnTo>
                <a:lnTo>
                  <a:pt x="16" y="114"/>
                </a:lnTo>
                <a:lnTo>
                  <a:pt x="15" y="114"/>
                </a:lnTo>
                <a:lnTo>
                  <a:pt x="14" y="113"/>
                </a:lnTo>
                <a:lnTo>
                  <a:pt x="13" y="113"/>
                </a:lnTo>
                <a:lnTo>
                  <a:pt x="12" y="113"/>
                </a:lnTo>
                <a:lnTo>
                  <a:pt x="11" y="113"/>
                </a:lnTo>
                <a:lnTo>
                  <a:pt x="10" y="113"/>
                </a:lnTo>
                <a:lnTo>
                  <a:pt x="10" y="112"/>
                </a:lnTo>
                <a:lnTo>
                  <a:pt x="10" y="111"/>
                </a:lnTo>
                <a:lnTo>
                  <a:pt x="10" y="110"/>
                </a:lnTo>
                <a:lnTo>
                  <a:pt x="10" y="109"/>
                </a:lnTo>
                <a:lnTo>
                  <a:pt x="10" y="108"/>
                </a:lnTo>
                <a:lnTo>
                  <a:pt x="10" y="107"/>
                </a:lnTo>
                <a:lnTo>
                  <a:pt x="10" y="106"/>
                </a:lnTo>
                <a:lnTo>
                  <a:pt x="10" y="105"/>
                </a:lnTo>
                <a:lnTo>
                  <a:pt x="11" y="105"/>
                </a:lnTo>
                <a:lnTo>
                  <a:pt x="10" y="105"/>
                </a:lnTo>
                <a:lnTo>
                  <a:pt x="10" y="104"/>
                </a:lnTo>
                <a:lnTo>
                  <a:pt x="11" y="104"/>
                </a:lnTo>
                <a:lnTo>
                  <a:pt x="11" y="103"/>
                </a:lnTo>
                <a:lnTo>
                  <a:pt x="11" y="102"/>
                </a:lnTo>
                <a:lnTo>
                  <a:pt x="10" y="102"/>
                </a:lnTo>
                <a:lnTo>
                  <a:pt x="10" y="101"/>
                </a:lnTo>
                <a:lnTo>
                  <a:pt x="9" y="101"/>
                </a:lnTo>
                <a:lnTo>
                  <a:pt x="9" y="102"/>
                </a:lnTo>
                <a:lnTo>
                  <a:pt x="8" y="102"/>
                </a:lnTo>
                <a:lnTo>
                  <a:pt x="7" y="102"/>
                </a:lnTo>
                <a:lnTo>
                  <a:pt x="6" y="102"/>
                </a:lnTo>
                <a:lnTo>
                  <a:pt x="6" y="103"/>
                </a:lnTo>
                <a:lnTo>
                  <a:pt x="6" y="104"/>
                </a:lnTo>
                <a:lnTo>
                  <a:pt x="5" y="105"/>
                </a:lnTo>
                <a:lnTo>
                  <a:pt x="5" y="106"/>
                </a:lnTo>
                <a:lnTo>
                  <a:pt x="5" y="107"/>
                </a:lnTo>
                <a:lnTo>
                  <a:pt x="5" y="109"/>
                </a:lnTo>
                <a:lnTo>
                  <a:pt x="5" y="110"/>
                </a:lnTo>
                <a:lnTo>
                  <a:pt x="5" y="111"/>
                </a:lnTo>
                <a:lnTo>
                  <a:pt x="4" y="111"/>
                </a:lnTo>
                <a:lnTo>
                  <a:pt x="4" y="112"/>
                </a:lnTo>
                <a:lnTo>
                  <a:pt x="3" y="112"/>
                </a:lnTo>
                <a:lnTo>
                  <a:pt x="2" y="112"/>
                </a:lnTo>
                <a:lnTo>
                  <a:pt x="1" y="112"/>
                </a:lnTo>
                <a:lnTo>
                  <a:pt x="0" y="112"/>
                </a:lnTo>
                <a:lnTo>
                  <a:pt x="0" y="111"/>
                </a:lnTo>
                <a:lnTo>
                  <a:pt x="1" y="111"/>
                </a:lnTo>
                <a:lnTo>
                  <a:pt x="2" y="111"/>
                </a:lnTo>
                <a:lnTo>
                  <a:pt x="2" y="110"/>
                </a:lnTo>
                <a:lnTo>
                  <a:pt x="3" y="110"/>
                </a:lnTo>
                <a:lnTo>
                  <a:pt x="3" y="109"/>
                </a:lnTo>
                <a:lnTo>
                  <a:pt x="4" y="109"/>
                </a:lnTo>
                <a:lnTo>
                  <a:pt x="4" y="106"/>
                </a:lnTo>
                <a:lnTo>
                  <a:pt x="5" y="106"/>
                </a:lnTo>
                <a:lnTo>
                  <a:pt x="5" y="105"/>
                </a:lnTo>
                <a:lnTo>
                  <a:pt x="5" y="104"/>
                </a:lnTo>
                <a:lnTo>
                  <a:pt x="6" y="103"/>
                </a:lnTo>
                <a:lnTo>
                  <a:pt x="6" y="102"/>
                </a:lnTo>
                <a:lnTo>
                  <a:pt x="7" y="102"/>
                </a:lnTo>
                <a:lnTo>
                  <a:pt x="8" y="102"/>
                </a:lnTo>
                <a:lnTo>
                  <a:pt x="9" y="102"/>
                </a:lnTo>
                <a:lnTo>
                  <a:pt x="9" y="101"/>
                </a:lnTo>
                <a:lnTo>
                  <a:pt x="10" y="101"/>
                </a:lnTo>
                <a:lnTo>
                  <a:pt x="10" y="102"/>
                </a:lnTo>
                <a:lnTo>
                  <a:pt x="11" y="102"/>
                </a:lnTo>
                <a:lnTo>
                  <a:pt x="11" y="101"/>
                </a:lnTo>
                <a:lnTo>
                  <a:pt x="12" y="101"/>
                </a:lnTo>
                <a:lnTo>
                  <a:pt x="12" y="100"/>
                </a:lnTo>
                <a:lnTo>
                  <a:pt x="11" y="100"/>
                </a:lnTo>
                <a:lnTo>
                  <a:pt x="11" y="99"/>
                </a:lnTo>
                <a:lnTo>
                  <a:pt x="11" y="98"/>
                </a:lnTo>
                <a:moveTo>
                  <a:pt x="17" y="111"/>
                </a:moveTo>
                <a:lnTo>
                  <a:pt x="16" y="110"/>
                </a:lnTo>
                <a:lnTo>
                  <a:pt x="17" y="111"/>
                </a:lnTo>
                <a:moveTo>
                  <a:pt x="13" y="104"/>
                </a:moveTo>
                <a:lnTo>
                  <a:pt x="13" y="103"/>
                </a:lnTo>
                <a:lnTo>
                  <a:pt x="14" y="102"/>
                </a:lnTo>
                <a:lnTo>
                  <a:pt x="13" y="102"/>
                </a:lnTo>
                <a:lnTo>
                  <a:pt x="12" y="103"/>
                </a:lnTo>
                <a:lnTo>
                  <a:pt x="13" y="104"/>
                </a:lnTo>
                <a:moveTo>
                  <a:pt x="15" y="100"/>
                </a:moveTo>
                <a:lnTo>
                  <a:pt x="15" y="101"/>
                </a:lnTo>
                <a:lnTo>
                  <a:pt x="15" y="100"/>
                </a:lnTo>
                <a:moveTo>
                  <a:pt x="18" y="88"/>
                </a:moveTo>
                <a:lnTo>
                  <a:pt x="18" y="87"/>
                </a:lnTo>
                <a:lnTo>
                  <a:pt x="18" y="86"/>
                </a:lnTo>
                <a:lnTo>
                  <a:pt x="18" y="87"/>
                </a:lnTo>
                <a:lnTo>
                  <a:pt x="17" y="87"/>
                </a:lnTo>
                <a:lnTo>
                  <a:pt x="17" y="88"/>
                </a:lnTo>
                <a:lnTo>
                  <a:pt x="16" y="88"/>
                </a:lnTo>
                <a:lnTo>
                  <a:pt x="16" y="89"/>
                </a:lnTo>
                <a:lnTo>
                  <a:pt x="16" y="90"/>
                </a:lnTo>
                <a:lnTo>
                  <a:pt x="17" y="90"/>
                </a:lnTo>
                <a:lnTo>
                  <a:pt x="18" y="90"/>
                </a:lnTo>
                <a:lnTo>
                  <a:pt x="19" y="90"/>
                </a:lnTo>
                <a:lnTo>
                  <a:pt x="18" y="90"/>
                </a:lnTo>
                <a:lnTo>
                  <a:pt x="18" y="89"/>
                </a:lnTo>
                <a:lnTo>
                  <a:pt x="18" y="88"/>
                </a:lnTo>
                <a:moveTo>
                  <a:pt x="19" y="88"/>
                </a:moveTo>
                <a:lnTo>
                  <a:pt x="20" y="88"/>
                </a:lnTo>
                <a:lnTo>
                  <a:pt x="19" y="88"/>
                </a:lnTo>
                <a:lnTo>
                  <a:pt x="19" y="87"/>
                </a:lnTo>
                <a:lnTo>
                  <a:pt x="19" y="88"/>
                </a:lnTo>
                <a:moveTo>
                  <a:pt x="25" y="79"/>
                </a:moveTo>
                <a:lnTo>
                  <a:pt x="25" y="80"/>
                </a:lnTo>
                <a:lnTo>
                  <a:pt x="25" y="79"/>
                </a:lnTo>
                <a:moveTo>
                  <a:pt x="26" y="79"/>
                </a:moveTo>
                <a:lnTo>
                  <a:pt x="26" y="78"/>
                </a:lnTo>
                <a:lnTo>
                  <a:pt x="26" y="79"/>
                </a:lnTo>
                <a:moveTo>
                  <a:pt x="27" y="77"/>
                </a:moveTo>
                <a:lnTo>
                  <a:pt x="27" y="77"/>
                </a:lnTo>
                <a:moveTo>
                  <a:pt x="35" y="71"/>
                </a:moveTo>
                <a:lnTo>
                  <a:pt x="36" y="71"/>
                </a:lnTo>
                <a:lnTo>
                  <a:pt x="36" y="70"/>
                </a:lnTo>
                <a:lnTo>
                  <a:pt x="37" y="70"/>
                </a:lnTo>
                <a:lnTo>
                  <a:pt x="38" y="70"/>
                </a:lnTo>
                <a:lnTo>
                  <a:pt x="38" y="69"/>
                </a:lnTo>
                <a:lnTo>
                  <a:pt x="38" y="68"/>
                </a:lnTo>
                <a:lnTo>
                  <a:pt x="37" y="68"/>
                </a:lnTo>
                <a:lnTo>
                  <a:pt x="36" y="68"/>
                </a:lnTo>
                <a:lnTo>
                  <a:pt x="36" y="69"/>
                </a:lnTo>
                <a:lnTo>
                  <a:pt x="35" y="69"/>
                </a:lnTo>
                <a:lnTo>
                  <a:pt x="35" y="70"/>
                </a:lnTo>
                <a:lnTo>
                  <a:pt x="35" y="71"/>
                </a:lnTo>
                <a:moveTo>
                  <a:pt x="37" y="68"/>
                </a:moveTo>
                <a:lnTo>
                  <a:pt x="37" y="67"/>
                </a:lnTo>
                <a:lnTo>
                  <a:pt x="37" y="68"/>
                </a:lnTo>
                <a:lnTo>
                  <a:pt x="36" y="68"/>
                </a:lnTo>
                <a:lnTo>
                  <a:pt x="37" y="68"/>
                </a:lnTo>
                <a:moveTo>
                  <a:pt x="38" y="68"/>
                </a:moveTo>
                <a:lnTo>
                  <a:pt x="38" y="67"/>
                </a:lnTo>
                <a:lnTo>
                  <a:pt x="38" y="66"/>
                </a:lnTo>
                <a:lnTo>
                  <a:pt x="38" y="67"/>
                </a:lnTo>
                <a:lnTo>
                  <a:pt x="37" y="67"/>
                </a:lnTo>
                <a:lnTo>
                  <a:pt x="37" y="68"/>
                </a:lnTo>
                <a:lnTo>
                  <a:pt x="38" y="68"/>
                </a:lnTo>
                <a:moveTo>
                  <a:pt x="47" y="62"/>
                </a:moveTo>
                <a:lnTo>
                  <a:pt x="46" y="63"/>
                </a:lnTo>
                <a:lnTo>
                  <a:pt x="47" y="63"/>
                </a:lnTo>
                <a:lnTo>
                  <a:pt x="47" y="62"/>
                </a:lnTo>
                <a:moveTo>
                  <a:pt x="51" y="61"/>
                </a:moveTo>
                <a:lnTo>
                  <a:pt x="52" y="61"/>
                </a:lnTo>
                <a:lnTo>
                  <a:pt x="52" y="60"/>
                </a:lnTo>
                <a:lnTo>
                  <a:pt x="52" y="61"/>
                </a:lnTo>
                <a:lnTo>
                  <a:pt x="51" y="61"/>
                </a:lnTo>
                <a:moveTo>
                  <a:pt x="64" y="49"/>
                </a:moveTo>
                <a:lnTo>
                  <a:pt x="63" y="49"/>
                </a:lnTo>
                <a:lnTo>
                  <a:pt x="64" y="50"/>
                </a:lnTo>
                <a:lnTo>
                  <a:pt x="64" y="49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>
            <a:off x="2493000" y="1454760"/>
            <a:ext cx="9000" cy="14400"/>
          </a:xfrm>
          <a:custGeom>
            <a:avLst/>
            <a:gdLst/>
            <a:ahLst/>
            <a:rect l="0" t="0" r="r" b="b"/>
            <a:pathLst>
              <a:path w="25" h="40">
                <a:moveTo>
                  <a:pt x="23" y="1"/>
                </a:moveTo>
                <a:lnTo>
                  <a:pt x="24" y="2"/>
                </a:lnTo>
                <a:lnTo>
                  <a:pt x="25" y="3"/>
                </a:lnTo>
                <a:lnTo>
                  <a:pt x="24" y="3"/>
                </a:lnTo>
                <a:lnTo>
                  <a:pt x="23" y="3"/>
                </a:lnTo>
                <a:lnTo>
                  <a:pt x="23" y="2"/>
                </a:lnTo>
                <a:lnTo>
                  <a:pt x="22" y="2"/>
                </a:lnTo>
                <a:lnTo>
                  <a:pt x="22" y="1"/>
                </a:lnTo>
                <a:lnTo>
                  <a:pt x="20" y="1"/>
                </a:lnTo>
                <a:lnTo>
                  <a:pt x="19" y="1"/>
                </a:lnTo>
                <a:lnTo>
                  <a:pt x="19" y="2"/>
                </a:lnTo>
                <a:lnTo>
                  <a:pt x="20" y="2"/>
                </a:lnTo>
                <a:lnTo>
                  <a:pt x="21" y="3"/>
                </a:lnTo>
                <a:lnTo>
                  <a:pt x="22" y="3"/>
                </a:lnTo>
                <a:lnTo>
                  <a:pt x="23" y="3"/>
                </a:lnTo>
                <a:lnTo>
                  <a:pt x="23" y="4"/>
                </a:lnTo>
                <a:lnTo>
                  <a:pt x="23" y="5"/>
                </a:lnTo>
                <a:lnTo>
                  <a:pt x="22" y="5"/>
                </a:lnTo>
                <a:lnTo>
                  <a:pt x="21" y="7"/>
                </a:lnTo>
                <a:lnTo>
                  <a:pt x="21" y="8"/>
                </a:lnTo>
                <a:lnTo>
                  <a:pt x="20" y="8"/>
                </a:lnTo>
                <a:lnTo>
                  <a:pt x="19" y="8"/>
                </a:lnTo>
                <a:lnTo>
                  <a:pt x="19" y="9"/>
                </a:lnTo>
                <a:lnTo>
                  <a:pt x="20" y="9"/>
                </a:lnTo>
                <a:lnTo>
                  <a:pt x="20" y="10"/>
                </a:lnTo>
                <a:lnTo>
                  <a:pt x="19" y="11"/>
                </a:lnTo>
                <a:lnTo>
                  <a:pt x="18" y="11"/>
                </a:lnTo>
                <a:lnTo>
                  <a:pt x="17" y="11"/>
                </a:lnTo>
                <a:lnTo>
                  <a:pt x="17" y="10"/>
                </a:lnTo>
                <a:lnTo>
                  <a:pt x="17" y="11"/>
                </a:lnTo>
                <a:lnTo>
                  <a:pt x="16" y="11"/>
                </a:lnTo>
                <a:lnTo>
                  <a:pt x="16" y="12"/>
                </a:lnTo>
                <a:lnTo>
                  <a:pt x="15" y="12"/>
                </a:lnTo>
                <a:lnTo>
                  <a:pt x="15" y="11"/>
                </a:lnTo>
                <a:lnTo>
                  <a:pt x="14" y="11"/>
                </a:lnTo>
                <a:lnTo>
                  <a:pt x="13" y="11"/>
                </a:lnTo>
                <a:lnTo>
                  <a:pt x="13" y="10"/>
                </a:lnTo>
                <a:lnTo>
                  <a:pt x="12" y="10"/>
                </a:lnTo>
                <a:lnTo>
                  <a:pt x="12" y="11"/>
                </a:lnTo>
                <a:lnTo>
                  <a:pt x="12" y="12"/>
                </a:lnTo>
                <a:lnTo>
                  <a:pt x="12" y="13"/>
                </a:lnTo>
                <a:lnTo>
                  <a:pt x="11" y="14"/>
                </a:lnTo>
                <a:lnTo>
                  <a:pt x="9" y="14"/>
                </a:lnTo>
                <a:lnTo>
                  <a:pt x="9" y="15"/>
                </a:lnTo>
                <a:lnTo>
                  <a:pt x="9" y="16"/>
                </a:lnTo>
                <a:lnTo>
                  <a:pt x="7" y="16"/>
                </a:lnTo>
                <a:lnTo>
                  <a:pt x="7" y="17"/>
                </a:lnTo>
                <a:lnTo>
                  <a:pt x="7" y="18"/>
                </a:lnTo>
                <a:lnTo>
                  <a:pt x="8" y="18"/>
                </a:lnTo>
                <a:lnTo>
                  <a:pt x="8" y="19"/>
                </a:lnTo>
                <a:lnTo>
                  <a:pt x="9" y="20"/>
                </a:lnTo>
                <a:lnTo>
                  <a:pt x="9" y="21"/>
                </a:lnTo>
                <a:lnTo>
                  <a:pt x="9" y="22"/>
                </a:lnTo>
                <a:lnTo>
                  <a:pt x="8" y="22"/>
                </a:lnTo>
                <a:lnTo>
                  <a:pt x="8" y="23"/>
                </a:lnTo>
                <a:lnTo>
                  <a:pt x="7" y="23"/>
                </a:lnTo>
                <a:lnTo>
                  <a:pt x="7" y="24"/>
                </a:lnTo>
                <a:lnTo>
                  <a:pt x="7" y="25"/>
                </a:lnTo>
                <a:lnTo>
                  <a:pt x="7" y="26"/>
                </a:lnTo>
                <a:lnTo>
                  <a:pt x="6" y="26"/>
                </a:lnTo>
                <a:lnTo>
                  <a:pt x="6" y="27"/>
                </a:lnTo>
                <a:lnTo>
                  <a:pt x="5" y="28"/>
                </a:lnTo>
                <a:lnTo>
                  <a:pt x="6" y="28"/>
                </a:lnTo>
                <a:lnTo>
                  <a:pt x="6" y="29"/>
                </a:lnTo>
                <a:lnTo>
                  <a:pt x="5" y="29"/>
                </a:lnTo>
                <a:lnTo>
                  <a:pt x="5" y="30"/>
                </a:lnTo>
                <a:lnTo>
                  <a:pt x="4" y="30"/>
                </a:lnTo>
                <a:lnTo>
                  <a:pt x="4" y="31"/>
                </a:lnTo>
                <a:lnTo>
                  <a:pt x="3" y="31"/>
                </a:lnTo>
                <a:lnTo>
                  <a:pt x="3" y="32"/>
                </a:lnTo>
                <a:lnTo>
                  <a:pt x="2" y="33"/>
                </a:lnTo>
                <a:lnTo>
                  <a:pt x="1" y="34"/>
                </a:lnTo>
                <a:lnTo>
                  <a:pt x="3" y="34"/>
                </a:lnTo>
                <a:lnTo>
                  <a:pt x="3" y="35"/>
                </a:lnTo>
                <a:lnTo>
                  <a:pt x="2" y="35"/>
                </a:lnTo>
                <a:lnTo>
                  <a:pt x="2" y="36"/>
                </a:lnTo>
                <a:lnTo>
                  <a:pt x="2" y="37"/>
                </a:lnTo>
                <a:lnTo>
                  <a:pt x="2" y="38"/>
                </a:lnTo>
                <a:lnTo>
                  <a:pt x="3" y="37"/>
                </a:lnTo>
                <a:lnTo>
                  <a:pt x="4" y="38"/>
                </a:lnTo>
                <a:lnTo>
                  <a:pt x="3" y="38"/>
                </a:lnTo>
                <a:lnTo>
                  <a:pt x="2" y="38"/>
                </a:lnTo>
                <a:lnTo>
                  <a:pt x="2" y="39"/>
                </a:lnTo>
                <a:lnTo>
                  <a:pt x="2" y="40"/>
                </a:lnTo>
                <a:lnTo>
                  <a:pt x="2" y="39"/>
                </a:lnTo>
                <a:lnTo>
                  <a:pt x="1" y="39"/>
                </a:lnTo>
                <a:lnTo>
                  <a:pt x="1" y="38"/>
                </a:lnTo>
                <a:lnTo>
                  <a:pt x="0" y="38"/>
                </a:lnTo>
                <a:lnTo>
                  <a:pt x="0" y="37"/>
                </a:lnTo>
                <a:lnTo>
                  <a:pt x="0" y="36"/>
                </a:lnTo>
                <a:lnTo>
                  <a:pt x="1" y="36"/>
                </a:lnTo>
                <a:lnTo>
                  <a:pt x="1" y="35"/>
                </a:lnTo>
                <a:lnTo>
                  <a:pt x="1" y="34"/>
                </a:lnTo>
                <a:lnTo>
                  <a:pt x="1" y="33"/>
                </a:lnTo>
                <a:lnTo>
                  <a:pt x="2" y="33"/>
                </a:lnTo>
                <a:lnTo>
                  <a:pt x="2" y="32"/>
                </a:lnTo>
                <a:lnTo>
                  <a:pt x="2" y="31"/>
                </a:lnTo>
                <a:lnTo>
                  <a:pt x="3" y="31"/>
                </a:lnTo>
                <a:lnTo>
                  <a:pt x="3" y="30"/>
                </a:lnTo>
                <a:lnTo>
                  <a:pt x="4" y="29"/>
                </a:lnTo>
                <a:lnTo>
                  <a:pt x="5" y="29"/>
                </a:lnTo>
                <a:lnTo>
                  <a:pt x="5" y="28"/>
                </a:lnTo>
                <a:lnTo>
                  <a:pt x="4" y="28"/>
                </a:lnTo>
                <a:lnTo>
                  <a:pt x="4" y="27"/>
                </a:lnTo>
                <a:lnTo>
                  <a:pt x="4" y="26"/>
                </a:lnTo>
                <a:lnTo>
                  <a:pt x="5" y="26"/>
                </a:lnTo>
                <a:lnTo>
                  <a:pt x="5" y="25"/>
                </a:lnTo>
                <a:lnTo>
                  <a:pt x="5" y="24"/>
                </a:lnTo>
                <a:lnTo>
                  <a:pt x="6" y="23"/>
                </a:lnTo>
                <a:lnTo>
                  <a:pt x="6" y="22"/>
                </a:lnTo>
                <a:lnTo>
                  <a:pt x="7" y="22"/>
                </a:lnTo>
                <a:lnTo>
                  <a:pt x="8" y="22"/>
                </a:lnTo>
                <a:lnTo>
                  <a:pt x="8" y="21"/>
                </a:lnTo>
                <a:lnTo>
                  <a:pt x="8" y="20"/>
                </a:lnTo>
                <a:lnTo>
                  <a:pt x="8" y="19"/>
                </a:lnTo>
                <a:lnTo>
                  <a:pt x="7" y="19"/>
                </a:lnTo>
                <a:lnTo>
                  <a:pt x="7" y="18"/>
                </a:lnTo>
                <a:lnTo>
                  <a:pt x="6" y="18"/>
                </a:lnTo>
                <a:lnTo>
                  <a:pt x="6" y="17"/>
                </a:lnTo>
                <a:lnTo>
                  <a:pt x="6" y="16"/>
                </a:lnTo>
                <a:lnTo>
                  <a:pt x="6" y="15"/>
                </a:lnTo>
                <a:lnTo>
                  <a:pt x="7" y="15"/>
                </a:lnTo>
                <a:lnTo>
                  <a:pt x="8" y="15"/>
                </a:lnTo>
                <a:lnTo>
                  <a:pt x="8" y="14"/>
                </a:lnTo>
                <a:lnTo>
                  <a:pt x="8" y="15"/>
                </a:lnTo>
                <a:lnTo>
                  <a:pt x="9" y="15"/>
                </a:lnTo>
                <a:lnTo>
                  <a:pt x="9" y="14"/>
                </a:lnTo>
                <a:lnTo>
                  <a:pt x="9" y="13"/>
                </a:lnTo>
                <a:lnTo>
                  <a:pt x="11" y="13"/>
                </a:lnTo>
                <a:lnTo>
                  <a:pt x="11" y="11"/>
                </a:lnTo>
                <a:lnTo>
                  <a:pt x="11" y="10"/>
                </a:lnTo>
                <a:lnTo>
                  <a:pt x="12" y="9"/>
                </a:lnTo>
                <a:lnTo>
                  <a:pt x="13" y="9"/>
                </a:lnTo>
                <a:lnTo>
                  <a:pt x="14" y="10"/>
                </a:lnTo>
                <a:lnTo>
                  <a:pt x="14" y="11"/>
                </a:lnTo>
                <a:lnTo>
                  <a:pt x="15" y="11"/>
                </a:lnTo>
                <a:lnTo>
                  <a:pt x="16" y="11"/>
                </a:lnTo>
                <a:lnTo>
                  <a:pt x="16" y="10"/>
                </a:lnTo>
                <a:lnTo>
                  <a:pt x="17" y="10"/>
                </a:lnTo>
                <a:lnTo>
                  <a:pt x="18" y="10"/>
                </a:lnTo>
                <a:lnTo>
                  <a:pt x="18" y="9"/>
                </a:lnTo>
                <a:lnTo>
                  <a:pt x="19" y="8"/>
                </a:lnTo>
                <a:lnTo>
                  <a:pt x="20" y="8"/>
                </a:lnTo>
                <a:lnTo>
                  <a:pt x="20" y="7"/>
                </a:lnTo>
                <a:lnTo>
                  <a:pt x="21" y="7"/>
                </a:lnTo>
                <a:lnTo>
                  <a:pt x="21" y="5"/>
                </a:lnTo>
                <a:lnTo>
                  <a:pt x="22" y="5"/>
                </a:lnTo>
                <a:lnTo>
                  <a:pt x="22" y="4"/>
                </a:lnTo>
                <a:lnTo>
                  <a:pt x="21" y="4"/>
                </a:lnTo>
                <a:lnTo>
                  <a:pt x="20" y="4"/>
                </a:lnTo>
                <a:lnTo>
                  <a:pt x="20" y="3"/>
                </a:lnTo>
                <a:lnTo>
                  <a:pt x="19" y="3"/>
                </a:lnTo>
                <a:lnTo>
                  <a:pt x="18" y="3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19" y="0"/>
                </a:lnTo>
                <a:lnTo>
                  <a:pt x="20" y="0"/>
                </a:lnTo>
                <a:lnTo>
                  <a:pt x="21" y="0"/>
                </a:lnTo>
                <a:lnTo>
                  <a:pt x="22" y="0"/>
                </a:lnTo>
                <a:lnTo>
                  <a:pt x="22" y="1"/>
                </a:lnTo>
                <a:lnTo>
                  <a:pt x="2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2614320" y="1413000"/>
            <a:ext cx="13680" cy="17640"/>
          </a:xfrm>
          <a:custGeom>
            <a:avLst/>
            <a:gdLst/>
            <a:ahLst/>
            <a:rect l="0" t="0" r="r" b="b"/>
            <a:pathLst>
              <a:path w="38" h="49">
                <a:moveTo>
                  <a:pt x="2" y="3"/>
                </a:moveTo>
                <a:lnTo>
                  <a:pt x="2" y="4"/>
                </a:lnTo>
                <a:lnTo>
                  <a:pt x="2" y="5"/>
                </a:lnTo>
                <a:lnTo>
                  <a:pt x="2" y="6"/>
                </a:lnTo>
                <a:lnTo>
                  <a:pt x="1" y="6"/>
                </a:lnTo>
                <a:lnTo>
                  <a:pt x="1" y="8"/>
                </a:lnTo>
                <a:lnTo>
                  <a:pt x="1" y="9"/>
                </a:lnTo>
                <a:lnTo>
                  <a:pt x="0" y="9"/>
                </a:lnTo>
                <a:lnTo>
                  <a:pt x="0" y="10"/>
                </a:lnTo>
                <a:lnTo>
                  <a:pt x="0" y="11"/>
                </a:lnTo>
                <a:lnTo>
                  <a:pt x="1" y="11"/>
                </a:lnTo>
                <a:lnTo>
                  <a:pt x="1" y="12"/>
                </a:lnTo>
                <a:lnTo>
                  <a:pt x="1" y="13"/>
                </a:lnTo>
                <a:lnTo>
                  <a:pt x="1" y="14"/>
                </a:lnTo>
                <a:lnTo>
                  <a:pt x="1" y="15"/>
                </a:lnTo>
                <a:lnTo>
                  <a:pt x="1" y="16"/>
                </a:lnTo>
                <a:lnTo>
                  <a:pt x="1" y="17"/>
                </a:lnTo>
                <a:lnTo>
                  <a:pt x="2" y="17"/>
                </a:lnTo>
                <a:lnTo>
                  <a:pt x="2" y="18"/>
                </a:lnTo>
                <a:lnTo>
                  <a:pt x="2" y="19"/>
                </a:lnTo>
                <a:lnTo>
                  <a:pt x="3" y="19"/>
                </a:lnTo>
                <a:lnTo>
                  <a:pt x="5" y="19"/>
                </a:lnTo>
                <a:lnTo>
                  <a:pt x="6" y="20"/>
                </a:lnTo>
                <a:lnTo>
                  <a:pt x="6" y="21"/>
                </a:lnTo>
                <a:lnTo>
                  <a:pt x="7" y="22"/>
                </a:lnTo>
                <a:lnTo>
                  <a:pt x="6" y="22"/>
                </a:lnTo>
                <a:lnTo>
                  <a:pt x="7" y="22"/>
                </a:lnTo>
                <a:lnTo>
                  <a:pt x="7" y="23"/>
                </a:lnTo>
                <a:lnTo>
                  <a:pt x="7" y="24"/>
                </a:lnTo>
                <a:lnTo>
                  <a:pt x="8" y="24"/>
                </a:lnTo>
                <a:lnTo>
                  <a:pt x="10" y="25"/>
                </a:lnTo>
                <a:lnTo>
                  <a:pt x="11" y="25"/>
                </a:lnTo>
                <a:lnTo>
                  <a:pt x="12" y="25"/>
                </a:lnTo>
                <a:lnTo>
                  <a:pt x="12" y="26"/>
                </a:lnTo>
                <a:lnTo>
                  <a:pt x="13" y="26"/>
                </a:lnTo>
                <a:lnTo>
                  <a:pt x="13" y="27"/>
                </a:lnTo>
                <a:lnTo>
                  <a:pt x="14" y="28"/>
                </a:lnTo>
                <a:lnTo>
                  <a:pt x="14" y="29"/>
                </a:lnTo>
                <a:lnTo>
                  <a:pt x="14" y="30"/>
                </a:lnTo>
                <a:lnTo>
                  <a:pt x="15" y="29"/>
                </a:lnTo>
                <a:lnTo>
                  <a:pt x="16" y="29"/>
                </a:lnTo>
                <a:lnTo>
                  <a:pt x="17" y="28"/>
                </a:lnTo>
                <a:lnTo>
                  <a:pt x="18" y="28"/>
                </a:lnTo>
                <a:lnTo>
                  <a:pt x="19" y="29"/>
                </a:lnTo>
                <a:lnTo>
                  <a:pt x="20" y="29"/>
                </a:lnTo>
                <a:lnTo>
                  <a:pt x="20" y="30"/>
                </a:lnTo>
                <a:lnTo>
                  <a:pt x="19" y="30"/>
                </a:lnTo>
                <a:lnTo>
                  <a:pt x="19" y="31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9" y="34"/>
                </a:lnTo>
                <a:lnTo>
                  <a:pt x="20" y="35"/>
                </a:lnTo>
                <a:lnTo>
                  <a:pt x="22" y="35"/>
                </a:lnTo>
                <a:lnTo>
                  <a:pt x="22" y="34"/>
                </a:lnTo>
                <a:lnTo>
                  <a:pt x="23" y="34"/>
                </a:lnTo>
                <a:lnTo>
                  <a:pt x="23" y="33"/>
                </a:lnTo>
                <a:lnTo>
                  <a:pt x="23" y="32"/>
                </a:lnTo>
                <a:lnTo>
                  <a:pt x="22" y="31"/>
                </a:lnTo>
                <a:lnTo>
                  <a:pt x="21" y="30"/>
                </a:lnTo>
                <a:lnTo>
                  <a:pt x="22" y="29"/>
                </a:lnTo>
                <a:lnTo>
                  <a:pt x="22" y="28"/>
                </a:lnTo>
                <a:lnTo>
                  <a:pt x="23" y="28"/>
                </a:lnTo>
                <a:lnTo>
                  <a:pt x="24" y="27"/>
                </a:lnTo>
                <a:lnTo>
                  <a:pt x="25" y="27"/>
                </a:lnTo>
                <a:lnTo>
                  <a:pt x="26" y="27"/>
                </a:lnTo>
                <a:lnTo>
                  <a:pt x="26" y="28"/>
                </a:lnTo>
                <a:lnTo>
                  <a:pt x="27" y="28"/>
                </a:lnTo>
                <a:lnTo>
                  <a:pt x="27" y="29"/>
                </a:lnTo>
                <a:lnTo>
                  <a:pt x="27" y="30"/>
                </a:lnTo>
                <a:lnTo>
                  <a:pt x="27" y="31"/>
                </a:lnTo>
                <a:lnTo>
                  <a:pt x="26" y="31"/>
                </a:lnTo>
                <a:lnTo>
                  <a:pt x="26" y="32"/>
                </a:lnTo>
                <a:lnTo>
                  <a:pt x="27" y="32"/>
                </a:lnTo>
                <a:lnTo>
                  <a:pt x="27" y="33"/>
                </a:lnTo>
                <a:lnTo>
                  <a:pt x="28" y="33"/>
                </a:lnTo>
                <a:lnTo>
                  <a:pt x="28" y="34"/>
                </a:lnTo>
                <a:lnTo>
                  <a:pt x="28" y="35"/>
                </a:lnTo>
                <a:lnTo>
                  <a:pt x="28" y="37"/>
                </a:lnTo>
                <a:lnTo>
                  <a:pt x="29" y="37"/>
                </a:lnTo>
                <a:lnTo>
                  <a:pt x="30" y="38"/>
                </a:lnTo>
                <a:lnTo>
                  <a:pt x="30" y="39"/>
                </a:lnTo>
                <a:lnTo>
                  <a:pt x="30" y="40"/>
                </a:lnTo>
                <a:lnTo>
                  <a:pt x="30" y="41"/>
                </a:lnTo>
                <a:lnTo>
                  <a:pt x="30" y="42"/>
                </a:lnTo>
                <a:lnTo>
                  <a:pt x="31" y="42"/>
                </a:lnTo>
                <a:lnTo>
                  <a:pt x="32" y="42"/>
                </a:lnTo>
                <a:lnTo>
                  <a:pt x="33" y="42"/>
                </a:lnTo>
                <a:lnTo>
                  <a:pt x="33" y="43"/>
                </a:lnTo>
                <a:lnTo>
                  <a:pt x="33" y="44"/>
                </a:lnTo>
                <a:lnTo>
                  <a:pt x="32" y="44"/>
                </a:lnTo>
                <a:lnTo>
                  <a:pt x="32" y="45"/>
                </a:lnTo>
                <a:lnTo>
                  <a:pt x="31" y="47"/>
                </a:lnTo>
                <a:lnTo>
                  <a:pt x="32" y="48"/>
                </a:lnTo>
                <a:lnTo>
                  <a:pt x="33" y="48"/>
                </a:lnTo>
                <a:lnTo>
                  <a:pt x="34" y="48"/>
                </a:lnTo>
                <a:lnTo>
                  <a:pt x="35" y="48"/>
                </a:lnTo>
                <a:lnTo>
                  <a:pt x="36" y="48"/>
                </a:lnTo>
                <a:lnTo>
                  <a:pt x="37" y="49"/>
                </a:lnTo>
                <a:lnTo>
                  <a:pt x="38" y="49"/>
                </a:lnTo>
                <a:lnTo>
                  <a:pt x="37" y="49"/>
                </a:lnTo>
                <a:lnTo>
                  <a:pt x="36" y="49"/>
                </a:lnTo>
                <a:lnTo>
                  <a:pt x="36" y="48"/>
                </a:lnTo>
                <a:lnTo>
                  <a:pt x="35" y="48"/>
                </a:lnTo>
                <a:lnTo>
                  <a:pt x="34" y="48"/>
                </a:lnTo>
                <a:lnTo>
                  <a:pt x="33" y="48"/>
                </a:lnTo>
                <a:lnTo>
                  <a:pt x="32" y="48"/>
                </a:lnTo>
                <a:lnTo>
                  <a:pt x="31" y="47"/>
                </a:lnTo>
                <a:lnTo>
                  <a:pt x="31" y="46"/>
                </a:lnTo>
                <a:lnTo>
                  <a:pt x="31" y="45"/>
                </a:lnTo>
                <a:lnTo>
                  <a:pt x="31" y="44"/>
                </a:lnTo>
                <a:lnTo>
                  <a:pt x="31" y="43"/>
                </a:lnTo>
                <a:lnTo>
                  <a:pt x="31" y="42"/>
                </a:lnTo>
                <a:lnTo>
                  <a:pt x="30" y="42"/>
                </a:lnTo>
                <a:lnTo>
                  <a:pt x="30" y="41"/>
                </a:lnTo>
                <a:lnTo>
                  <a:pt x="29" y="41"/>
                </a:lnTo>
                <a:lnTo>
                  <a:pt x="29" y="40"/>
                </a:lnTo>
                <a:lnTo>
                  <a:pt x="29" y="39"/>
                </a:lnTo>
                <a:lnTo>
                  <a:pt x="28" y="38"/>
                </a:lnTo>
                <a:lnTo>
                  <a:pt x="28" y="37"/>
                </a:lnTo>
                <a:lnTo>
                  <a:pt x="27" y="37"/>
                </a:lnTo>
                <a:lnTo>
                  <a:pt x="27" y="35"/>
                </a:lnTo>
                <a:lnTo>
                  <a:pt x="27" y="34"/>
                </a:lnTo>
                <a:lnTo>
                  <a:pt x="27" y="33"/>
                </a:lnTo>
                <a:lnTo>
                  <a:pt x="27" y="32"/>
                </a:lnTo>
                <a:lnTo>
                  <a:pt x="26" y="32"/>
                </a:lnTo>
                <a:lnTo>
                  <a:pt x="26" y="31"/>
                </a:lnTo>
                <a:lnTo>
                  <a:pt x="26" y="30"/>
                </a:lnTo>
                <a:lnTo>
                  <a:pt x="27" y="30"/>
                </a:lnTo>
                <a:lnTo>
                  <a:pt x="27" y="29"/>
                </a:lnTo>
                <a:lnTo>
                  <a:pt x="27" y="28"/>
                </a:lnTo>
                <a:lnTo>
                  <a:pt x="26" y="28"/>
                </a:lnTo>
                <a:lnTo>
                  <a:pt x="25" y="28"/>
                </a:lnTo>
                <a:lnTo>
                  <a:pt x="24" y="28"/>
                </a:lnTo>
                <a:lnTo>
                  <a:pt x="23" y="28"/>
                </a:lnTo>
                <a:lnTo>
                  <a:pt x="23" y="29"/>
                </a:lnTo>
                <a:lnTo>
                  <a:pt x="22" y="29"/>
                </a:lnTo>
                <a:lnTo>
                  <a:pt x="22" y="30"/>
                </a:lnTo>
                <a:lnTo>
                  <a:pt x="22" y="31"/>
                </a:lnTo>
                <a:lnTo>
                  <a:pt x="23" y="32"/>
                </a:lnTo>
                <a:lnTo>
                  <a:pt x="24" y="33"/>
                </a:lnTo>
                <a:lnTo>
                  <a:pt x="23" y="34"/>
                </a:lnTo>
                <a:lnTo>
                  <a:pt x="23" y="35"/>
                </a:lnTo>
                <a:lnTo>
                  <a:pt x="22" y="35"/>
                </a:lnTo>
                <a:lnTo>
                  <a:pt x="21" y="35"/>
                </a:lnTo>
                <a:lnTo>
                  <a:pt x="20" y="35"/>
                </a:lnTo>
                <a:lnTo>
                  <a:pt x="19" y="35"/>
                </a:lnTo>
                <a:lnTo>
                  <a:pt x="18" y="34"/>
                </a:lnTo>
                <a:lnTo>
                  <a:pt x="18" y="33"/>
                </a:lnTo>
                <a:lnTo>
                  <a:pt x="17" y="32"/>
                </a:lnTo>
                <a:lnTo>
                  <a:pt x="18" y="32"/>
                </a:lnTo>
                <a:lnTo>
                  <a:pt x="18" y="31"/>
                </a:lnTo>
                <a:lnTo>
                  <a:pt x="19" y="31"/>
                </a:lnTo>
                <a:lnTo>
                  <a:pt x="19" y="30"/>
                </a:lnTo>
                <a:lnTo>
                  <a:pt x="19" y="29"/>
                </a:lnTo>
                <a:lnTo>
                  <a:pt x="18" y="29"/>
                </a:lnTo>
                <a:lnTo>
                  <a:pt x="18" y="28"/>
                </a:lnTo>
                <a:lnTo>
                  <a:pt x="17" y="29"/>
                </a:lnTo>
                <a:lnTo>
                  <a:pt x="16" y="29"/>
                </a:lnTo>
                <a:lnTo>
                  <a:pt x="16" y="30"/>
                </a:lnTo>
                <a:lnTo>
                  <a:pt x="15" y="30"/>
                </a:lnTo>
                <a:lnTo>
                  <a:pt x="14" y="30"/>
                </a:lnTo>
                <a:lnTo>
                  <a:pt x="14" y="29"/>
                </a:lnTo>
                <a:lnTo>
                  <a:pt x="14" y="28"/>
                </a:lnTo>
                <a:lnTo>
                  <a:pt x="13" y="28"/>
                </a:lnTo>
                <a:lnTo>
                  <a:pt x="13" y="27"/>
                </a:lnTo>
                <a:lnTo>
                  <a:pt x="12" y="26"/>
                </a:lnTo>
                <a:lnTo>
                  <a:pt x="11" y="26"/>
                </a:lnTo>
                <a:lnTo>
                  <a:pt x="11" y="25"/>
                </a:lnTo>
                <a:lnTo>
                  <a:pt x="10" y="25"/>
                </a:lnTo>
                <a:lnTo>
                  <a:pt x="8" y="25"/>
                </a:lnTo>
                <a:lnTo>
                  <a:pt x="8" y="24"/>
                </a:lnTo>
                <a:lnTo>
                  <a:pt x="7" y="24"/>
                </a:lnTo>
                <a:lnTo>
                  <a:pt x="7" y="23"/>
                </a:lnTo>
                <a:lnTo>
                  <a:pt x="6" y="23"/>
                </a:lnTo>
                <a:lnTo>
                  <a:pt x="6" y="22"/>
                </a:lnTo>
                <a:lnTo>
                  <a:pt x="6" y="21"/>
                </a:lnTo>
                <a:lnTo>
                  <a:pt x="6" y="20"/>
                </a:lnTo>
                <a:lnTo>
                  <a:pt x="5" y="20"/>
                </a:lnTo>
                <a:lnTo>
                  <a:pt x="5" y="19"/>
                </a:lnTo>
                <a:lnTo>
                  <a:pt x="4" y="19"/>
                </a:lnTo>
                <a:lnTo>
                  <a:pt x="3" y="19"/>
                </a:lnTo>
                <a:lnTo>
                  <a:pt x="2" y="19"/>
                </a:lnTo>
                <a:lnTo>
                  <a:pt x="2" y="18"/>
                </a:lnTo>
                <a:lnTo>
                  <a:pt x="2" y="17"/>
                </a:lnTo>
                <a:lnTo>
                  <a:pt x="1" y="17"/>
                </a:lnTo>
                <a:lnTo>
                  <a:pt x="1" y="16"/>
                </a:lnTo>
                <a:lnTo>
                  <a:pt x="0" y="16"/>
                </a:lnTo>
                <a:lnTo>
                  <a:pt x="0" y="15"/>
                </a:lnTo>
                <a:lnTo>
                  <a:pt x="1" y="14"/>
                </a:lnTo>
                <a:lnTo>
                  <a:pt x="1" y="13"/>
                </a:lnTo>
                <a:lnTo>
                  <a:pt x="1" y="12"/>
                </a:lnTo>
                <a:lnTo>
                  <a:pt x="0" y="12"/>
                </a:ln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moveTo>
                  <a:pt x="31" y="46"/>
                </a:moveTo>
                <a:lnTo>
                  <a:pt x="31" y="45"/>
                </a:lnTo>
                <a:lnTo>
                  <a:pt x="32" y="45"/>
                </a:lnTo>
                <a:lnTo>
                  <a:pt x="32" y="44"/>
                </a:lnTo>
                <a:lnTo>
                  <a:pt x="31" y="44"/>
                </a:lnTo>
                <a:lnTo>
                  <a:pt x="31" y="45"/>
                </a:lnTo>
                <a:lnTo>
                  <a:pt x="31" y="46"/>
                </a:lnTo>
                <a:moveTo>
                  <a:pt x="32" y="44"/>
                </a:moveTo>
                <a:lnTo>
                  <a:pt x="33" y="43"/>
                </a:lnTo>
                <a:lnTo>
                  <a:pt x="32" y="43"/>
                </a:lnTo>
                <a:lnTo>
                  <a:pt x="32" y="42"/>
                </a:lnTo>
                <a:lnTo>
                  <a:pt x="31" y="43"/>
                </a:lnTo>
                <a:lnTo>
                  <a:pt x="31" y="44"/>
                </a:lnTo>
                <a:lnTo>
                  <a:pt x="32" y="44"/>
                </a:lnTo>
                <a:moveTo>
                  <a:pt x="30" y="40"/>
                </a:moveTo>
                <a:lnTo>
                  <a:pt x="30" y="39"/>
                </a:lnTo>
                <a:lnTo>
                  <a:pt x="30" y="38"/>
                </a:lnTo>
                <a:lnTo>
                  <a:pt x="29" y="38"/>
                </a:lnTo>
                <a:lnTo>
                  <a:pt x="28" y="38"/>
                </a:lnTo>
                <a:lnTo>
                  <a:pt x="29" y="38"/>
                </a:lnTo>
                <a:lnTo>
                  <a:pt x="29" y="39"/>
                </a:lnTo>
                <a:lnTo>
                  <a:pt x="29" y="40"/>
                </a:lnTo>
                <a:lnTo>
                  <a:pt x="30" y="40"/>
                </a:lnTo>
                <a:moveTo>
                  <a:pt x="25" y="27"/>
                </a:moveTo>
                <a:lnTo>
                  <a:pt x="24" y="27"/>
                </a:lnTo>
                <a:lnTo>
                  <a:pt x="25" y="28"/>
                </a:lnTo>
                <a:lnTo>
                  <a:pt x="26" y="28"/>
                </a:lnTo>
                <a:lnTo>
                  <a:pt x="26" y="27"/>
                </a:lnTo>
                <a:lnTo>
                  <a:pt x="25" y="27"/>
                </a:lnTo>
                <a:moveTo>
                  <a:pt x="1" y="17"/>
                </a:moveTo>
                <a:lnTo>
                  <a:pt x="1" y="17"/>
                </a:lnTo>
                <a:moveTo>
                  <a:pt x="1" y="14"/>
                </a:moveTo>
                <a:lnTo>
                  <a:pt x="1" y="14"/>
                </a:lnTo>
                <a:moveTo>
                  <a:pt x="1" y="8"/>
                </a:moveTo>
                <a:lnTo>
                  <a:pt x="1" y="7"/>
                </a:lnTo>
                <a:lnTo>
                  <a:pt x="0" y="8"/>
                </a:lnTo>
                <a:lnTo>
                  <a:pt x="1" y="8"/>
                </a:lnTo>
                <a:moveTo>
                  <a:pt x="3" y="2"/>
                </a:move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2315520" y="156096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2341440" y="15602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2" y="1"/>
                </a:lnTo>
                <a:lnTo>
                  <a:pt x="4" y="2"/>
                </a:lnTo>
                <a:lnTo>
                  <a:pt x="2" y="4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2341800" y="1559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2314080" y="15577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2319840" y="15526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2322000" y="15523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2360160" y="15494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2357280" y="1548360"/>
            <a:ext cx="3600" cy="2880"/>
          </a:xfrm>
          <a:custGeom>
            <a:avLst/>
            <a:gdLst/>
            <a:ahLst/>
            <a:rect l="0" t="0" r="r" b="b"/>
            <a:pathLst>
              <a:path w="10" h="8">
                <a:moveTo>
                  <a:pt x="9" y="0"/>
                </a:moveTo>
                <a:lnTo>
                  <a:pt x="7" y="0"/>
                </a:lnTo>
                <a:lnTo>
                  <a:pt x="7" y="2"/>
                </a:lnTo>
                <a:lnTo>
                  <a:pt x="6" y="3"/>
                </a:lnTo>
                <a:lnTo>
                  <a:pt x="7" y="4"/>
                </a:lnTo>
                <a:lnTo>
                  <a:pt x="9" y="5"/>
                </a:lnTo>
                <a:lnTo>
                  <a:pt x="7" y="5"/>
                </a:lnTo>
                <a:lnTo>
                  <a:pt x="9" y="6"/>
                </a:lnTo>
                <a:lnTo>
                  <a:pt x="7" y="6"/>
                </a:lnTo>
                <a:lnTo>
                  <a:pt x="6" y="6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5" y="6"/>
                </a:lnTo>
                <a:lnTo>
                  <a:pt x="4" y="7"/>
                </a:lnTo>
                <a:lnTo>
                  <a:pt x="5" y="7"/>
                </a:lnTo>
                <a:lnTo>
                  <a:pt x="4" y="7"/>
                </a:lnTo>
                <a:lnTo>
                  <a:pt x="4" y="8"/>
                </a:lnTo>
                <a:lnTo>
                  <a:pt x="3" y="8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6" y="0"/>
                </a:lnTo>
                <a:lnTo>
                  <a:pt x="7" y="0"/>
                </a:lnTo>
                <a:lnTo>
                  <a:pt x="9" y="0"/>
                </a:lnTo>
                <a:lnTo>
                  <a:pt x="10" y="0"/>
                </a:lnTo>
                <a:lnTo>
                  <a:pt x="9" y="0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2333160" y="1549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2329200" y="15487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2330640" y="15487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2356920" y="1548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2360880" y="15476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2363040" y="1547640"/>
            <a:ext cx="2160" cy="720"/>
          </a:xfrm>
          <a:custGeom>
            <a:avLst/>
            <a:gdLst/>
            <a:ahLst/>
            <a:rect l="0" t="0" r="r" b="b"/>
            <a:pathLst>
              <a:path w="6" h="2">
                <a:moveTo>
                  <a:pt x="6" y="2"/>
                </a:moveTo>
                <a:lnTo>
                  <a:pt x="5" y="2"/>
                </a:lnTo>
                <a:lnTo>
                  <a:pt x="3" y="2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2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2360880" y="15462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1" y="0"/>
                </a:moveTo>
                <a:lnTo>
                  <a:pt x="1" y="2"/>
                </a:lnTo>
                <a:lnTo>
                  <a:pt x="2" y="2"/>
                </a:lnTo>
                <a:lnTo>
                  <a:pt x="3" y="2"/>
                </a:lnTo>
                <a:lnTo>
                  <a:pt x="3" y="4"/>
                </a:ln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2356200" y="15458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2357640" y="15436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0"/>
                </a:move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2302200" y="1504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2307600" y="150048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5" y="4"/>
                </a:move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2244960" y="1391040"/>
            <a:ext cx="225360" cy="175680"/>
          </a:xfrm>
          <a:custGeom>
            <a:avLst/>
            <a:gdLst/>
            <a:ahLst/>
            <a:rect l="0" t="0" r="r" b="b"/>
            <a:pathLst>
              <a:path w="626" h="488">
                <a:moveTo>
                  <a:pt x="449" y="2"/>
                </a:moveTo>
                <a:lnTo>
                  <a:pt x="450" y="2"/>
                </a:lnTo>
                <a:lnTo>
                  <a:pt x="450" y="1"/>
                </a:lnTo>
                <a:lnTo>
                  <a:pt x="450" y="2"/>
                </a:lnTo>
                <a:lnTo>
                  <a:pt x="451" y="2"/>
                </a:lnTo>
                <a:lnTo>
                  <a:pt x="452" y="2"/>
                </a:lnTo>
                <a:lnTo>
                  <a:pt x="453" y="3"/>
                </a:lnTo>
                <a:lnTo>
                  <a:pt x="452" y="3"/>
                </a:lnTo>
                <a:lnTo>
                  <a:pt x="453" y="3"/>
                </a:lnTo>
                <a:lnTo>
                  <a:pt x="453" y="4"/>
                </a:lnTo>
                <a:lnTo>
                  <a:pt x="452" y="5"/>
                </a:lnTo>
                <a:lnTo>
                  <a:pt x="452" y="6"/>
                </a:lnTo>
                <a:lnTo>
                  <a:pt x="452" y="7"/>
                </a:lnTo>
                <a:lnTo>
                  <a:pt x="452" y="8"/>
                </a:lnTo>
                <a:lnTo>
                  <a:pt x="452" y="9"/>
                </a:lnTo>
                <a:lnTo>
                  <a:pt x="453" y="9"/>
                </a:lnTo>
                <a:lnTo>
                  <a:pt x="455" y="10"/>
                </a:lnTo>
                <a:lnTo>
                  <a:pt x="456" y="10"/>
                </a:lnTo>
                <a:lnTo>
                  <a:pt x="456" y="11"/>
                </a:lnTo>
                <a:lnTo>
                  <a:pt x="456" y="13"/>
                </a:lnTo>
                <a:lnTo>
                  <a:pt x="457" y="13"/>
                </a:lnTo>
                <a:lnTo>
                  <a:pt x="458" y="13"/>
                </a:lnTo>
                <a:lnTo>
                  <a:pt x="459" y="13"/>
                </a:lnTo>
                <a:lnTo>
                  <a:pt x="459" y="14"/>
                </a:lnTo>
                <a:lnTo>
                  <a:pt x="460" y="14"/>
                </a:lnTo>
                <a:lnTo>
                  <a:pt x="461" y="14"/>
                </a:lnTo>
                <a:lnTo>
                  <a:pt x="462" y="15"/>
                </a:lnTo>
                <a:lnTo>
                  <a:pt x="462" y="16"/>
                </a:lnTo>
                <a:lnTo>
                  <a:pt x="463" y="17"/>
                </a:lnTo>
                <a:lnTo>
                  <a:pt x="464" y="17"/>
                </a:lnTo>
                <a:lnTo>
                  <a:pt x="464" y="18"/>
                </a:lnTo>
                <a:lnTo>
                  <a:pt x="465" y="19"/>
                </a:lnTo>
                <a:lnTo>
                  <a:pt x="466" y="19"/>
                </a:lnTo>
                <a:lnTo>
                  <a:pt x="466" y="20"/>
                </a:lnTo>
                <a:lnTo>
                  <a:pt x="467" y="20"/>
                </a:lnTo>
                <a:lnTo>
                  <a:pt x="468" y="21"/>
                </a:lnTo>
                <a:lnTo>
                  <a:pt x="469" y="21"/>
                </a:lnTo>
                <a:lnTo>
                  <a:pt x="469" y="20"/>
                </a:lnTo>
                <a:lnTo>
                  <a:pt x="470" y="20"/>
                </a:lnTo>
                <a:lnTo>
                  <a:pt x="471" y="20"/>
                </a:lnTo>
                <a:lnTo>
                  <a:pt x="473" y="20"/>
                </a:lnTo>
                <a:lnTo>
                  <a:pt x="474" y="20"/>
                </a:lnTo>
                <a:lnTo>
                  <a:pt x="474" y="21"/>
                </a:lnTo>
                <a:lnTo>
                  <a:pt x="475" y="21"/>
                </a:lnTo>
                <a:lnTo>
                  <a:pt x="476" y="22"/>
                </a:lnTo>
                <a:lnTo>
                  <a:pt x="475" y="22"/>
                </a:lnTo>
                <a:lnTo>
                  <a:pt x="475" y="23"/>
                </a:lnTo>
                <a:lnTo>
                  <a:pt x="476" y="23"/>
                </a:lnTo>
                <a:lnTo>
                  <a:pt x="475" y="23"/>
                </a:lnTo>
                <a:lnTo>
                  <a:pt x="475" y="24"/>
                </a:lnTo>
                <a:lnTo>
                  <a:pt x="475" y="25"/>
                </a:lnTo>
                <a:lnTo>
                  <a:pt x="476" y="25"/>
                </a:lnTo>
                <a:lnTo>
                  <a:pt x="477" y="24"/>
                </a:lnTo>
                <a:lnTo>
                  <a:pt x="478" y="24"/>
                </a:lnTo>
                <a:lnTo>
                  <a:pt x="479" y="24"/>
                </a:lnTo>
                <a:lnTo>
                  <a:pt x="479" y="25"/>
                </a:lnTo>
                <a:lnTo>
                  <a:pt x="480" y="25"/>
                </a:lnTo>
                <a:lnTo>
                  <a:pt x="481" y="25"/>
                </a:lnTo>
                <a:lnTo>
                  <a:pt x="482" y="25"/>
                </a:lnTo>
                <a:lnTo>
                  <a:pt x="483" y="25"/>
                </a:lnTo>
                <a:lnTo>
                  <a:pt x="484" y="24"/>
                </a:lnTo>
                <a:lnTo>
                  <a:pt x="485" y="24"/>
                </a:lnTo>
                <a:lnTo>
                  <a:pt x="485" y="25"/>
                </a:lnTo>
                <a:lnTo>
                  <a:pt x="486" y="26"/>
                </a:lnTo>
                <a:lnTo>
                  <a:pt x="488" y="26"/>
                </a:lnTo>
                <a:lnTo>
                  <a:pt x="489" y="26"/>
                </a:lnTo>
                <a:lnTo>
                  <a:pt x="490" y="26"/>
                </a:lnTo>
                <a:lnTo>
                  <a:pt x="491" y="26"/>
                </a:lnTo>
                <a:lnTo>
                  <a:pt x="490" y="27"/>
                </a:lnTo>
                <a:lnTo>
                  <a:pt x="490" y="28"/>
                </a:lnTo>
                <a:lnTo>
                  <a:pt x="491" y="28"/>
                </a:lnTo>
                <a:lnTo>
                  <a:pt x="491" y="29"/>
                </a:lnTo>
                <a:lnTo>
                  <a:pt x="490" y="29"/>
                </a:lnTo>
                <a:lnTo>
                  <a:pt x="490" y="30"/>
                </a:lnTo>
                <a:lnTo>
                  <a:pt x="490" y="31"/>
                </a:lnTo>
                <a:lnTo>
                  <a:pt x="490" y="32"/>
                </a:lnTo>
                <a:lnTo>
                  <a:pt x="491" y="32"/>
                </a:lnTo>
                <a:lnTo>
                  <a:pt x="491" y="33"/>
                </a:lnTo>
                <a:lnTo>
                  <a:pt x="490" y="33"/>
                </a:lnTo>
                <a:lnTo>
                  <a:pt x="491" y="33"/>
                </a:lnTo>
                <a:lnTo>
                  <a:pt x="492" y="33"/>
                </a:lnTo>
                <a:lnTo>
                  <a:pt x="492" y="34"/>
                </a:lnTo>
                <a:lnTo>
                  <a:pt x="493" y="34"/>
                </a:lnTo>
                <a:lnTo>
                  <a:pt x="494" y="35"/>
                </a:lnTo>
                <a:lnTo>
                  <a:pt x="495" y="35"/>
                </a:lnTo>
                <a:lnTo>
                  <a:pt x="495" y="36"/>
                </a:lnTo>
                <a:lnTo>
                  <a:pt x="496" y="37"/>
                </a:lnTo>
                <a:lnTo>
                  <a:pt x="497" y="37"/>
                </a:lnTo>
                <a:lnTo>
                  <a:pt x="498" y="37"/>
                </a:lnTo>
                <a:lnTo>
                  <a:pt x="498" y="38"/>
                </a:lnTo>
                <a:lnTo>
                  <a:pt x="499" y="38"/>
                </a:lnTo>
                <a:lnTo>
                  <a:pt x="499" y="39"/>
                </a:lnTo>
                <a:lnTo>
                  <a:pt x="500" y="39"/>
                </a:lnTo>
                <a:lnTo>
                  <a:pt x="500" y="40"/>
                </a:lnTo>
                <a:lnTo>
                  <a:pt x="501" y="41"/>
                </a:lnTo>
                <a:lnTo>
                  <a:pt x="502" y="41"/>
                </a:lnTo>
                <a:lnTo>
                  <a:pt x="503" y="41"/>
                </a:lnTo>
                <a:lnTo>
                  <a:pt x="503" y="42"/>
                </a:lnTo>
                <a:lnTo>
                  <a:pt x="503" y="43"/>
                </a:lnTo>
                <a:lnTo>
                  <a:pt x="500" y="45"/>
                </a:lnTo>
                <a:lnTo>
                  <a:pt x="500" y="46"/>
                </a:lnTo>
                <a:lnTo>
                  <a:pt x="499" y="47"/>
                </a:lnTo>
                <a:lnTo>
                  <a:pt x="498" y="47"/>
                </a:lnTo>
                <a:lnTo>
                  <a:pt x="498" y="48"/>
                </a:lnTo>
                <a:lnTo>
                  <a:pt x="497" y="48"/>
                </a:lnTo>
                <a:lnTo>
                  <a:pt x="497" y="49"/>
                </a:lnTo>
                <a:lnTo>
                  <a:pt x="496" y="49"/>
                </a:lnTo>
                <a:lnTo>
                  <a:pt x="496" y="50"/>
                </a:lnTo>
                <a:lnTo>
                  <a:pt x="495" y="50"/>
                </a:lnTo>
                <a:lnTo>
                  <a:pt x="496" y="51"/>
                </a:lnTo>
                <a:lnTo>
                  <a:pt x="497" y="51"/>
                </a:lnTo>
                <a:lnTo>
                  <a:pt x="497" y="52"/>
                </a:lnTo>
                <a:lnTo>
                  <a:pt x="498" y="53"/>
                </a:lnTo>
                <a:lnTo>
                  <a:pt x="499" y="53"/>
                </a:lnTo>
                <a:lnTo>
                  <a:pt x="501" y="53"/>
                </a:lnTo>
                <a:lnTo>
                  <a:pt x="502" y="53"/>
                </a:lnTo>
                <a:lnTo>
                  <a:pt x="502" y="52"/>
                </a:lnTo>
                <a:lnTo>
                  <a:pt x="503" y="52"/>
                </a:lnTo>
                <a:lnTo>
                  <a:pt x="504" y="53"/>
                </a:lnTo>
                <a:lnTo>
                  <a:pt x="504" y="54"/>
                </a:lnTo>
                <a:lnTo>
                  <a:pt x="505" y="54"/>
                </a:lnTo>
                <a:lnTo>
                  <a:pt x="505" y="55"/>
                </a:lnTo>
                <a:lnTo>
                  <a:pt x="505" y="56"/>
                </a:lnTo>
                <a:lnTo>
                  <a:pt x="504" y="56"/>
                </a:lnTo>
                <a:lnTo>
                  <a:pt x="504" y="57"/>
                </a:lnTo>
                <a:lnTo>
                  <a:pt x="503" y="57"/>
                </a:lnTo>
                <a:lnTo>
                  <a:pt x="502" y="58"/>
                </a:lnTo>
                <a:lnTo>
                  <a:pt x="501" y="58"/>
                </a:lnTo>
                <a:lnTo>
                  <a:pt x="501" y="59"/>
                </a:lnTo>
                <a:lnTo>
                  <a:pt x="500" y="59"/>
                </a:lnTo>
                <a:lnTo>
                  <a:pt x="499" y="59"/>
                </a:lnTo>
                <a:lnTo>
                  <a:pt x="498" y="60"/>
                </a:lnTo>
                <a:lnTo>
                  <a:pt x="498" y="61"/>
                </a:lnTo>
                <a:lnTo>
                  <a:pt x="498" y="62"/>
                </a:lnTo>
                <a:lnTo>
                  <a:pt x="499" y="62"/>
                </a:lnTo>
                <a:lnTo>
                  <a:pt x="500" y="62"/>
                </a:lnTo>
                <a:lnTo>
                  <a:pt x="501" y="62"/>
                </a:lnTo>
                <a:lnTo>
                  <a:pt x="502" y="62"/>
                </a:lnTo>
                <a:lnTo>
                  <a:pt x="503" y="62"/>
                </a:lnTo>
                <a:lnTo>
                  <a:pt x="503" y="63"/>
                </a:lnTo>
                <a:lnTo>
                  <a:pt x="504" y="63"/>
                </a:lnTo>
                <a:lnTo>
                  <a:pt x="504" y="62"/>
                </a:lnTo>
                <a:lnTo>
                  <a:pt x="505" y="62"/>
                </a:lnTo>
                <a:lnTo>
                  <a:pt x="505" y="63"/>
                </a:lnTo>
                <a:lnTo>
                  <a:pt x="505" y="64"/>
                </a:lnTo>
                <a:lnTo>
                  <a:pt x="506" y="64"/>
                </a:lnTo>
                <a:lnTo>
                  <a:pt x="506" y="65"/>
                </a:lnTo>
                <a:lnTo>
                  <a:pt x="506" y="66"/>
                </a:lnTo>
                <a:lnTo>
                  <a:pt x="506" y="67"/>
                </a:lnTo>
                <a:lnTo>
                  <a:pt x="506" y="68"/>
                </a:lnTo>
                <a:lnTo>
                  <a:pt x="507" y="68"/>
                </a:lnTo>
                <a:lnTo>
                  <a:pt x="508" y="68"/>
                </a:lnTo>
                <a:lnTo>
                  <a:pt x="508" y="67"/>
                </a:lnTo>
                <a:lnTo>
                  <a:pt x="507" y="66"/>
                </a:lnTo>
                <a:lnTo>
                  <a:pt x="508" y="65"/>
                </a:lnTo>
                <a:lnTo>
                  <a:pt x="509" y="64"/>
                </a:lnTo>
                <a:lnTo>
                  <a:pt x="510" y="64"/>
                </a:lnTo>
                <a:lnTo>
                  <a:pt x="511" y="63"/>
                </a:lnTo>
                <a:lnTo>
                  <a:pt x="512" y="63"/>
                </a:lnTo>
                <a:lnTo>
                  <a:pt x="513" y="63"/>
                </a:lnTo>
                <a:lnTo>
                  <a:pt x="514" y="63"/>
                </a:lnTo>
                <a:lnTo>
                  <a:pt x="514" y="62"/>
                </a:lnTo>
                <a:lnTo>
                  <a:pt x="515" y="61"/>
                </a:lnTo>
                <a:lnTo>
                  <a:pt x="516" y="61"/>
                </a:lnTo>
                <a:lnTo>
                  <a:pt x="517" y="60"/>
                </a:lnTo>
                <a:lnTo>
                  <a:pt x="518" y="60"/>
                </a:lnTo>
                <a:lnTo>
                  <a:pt x="518" y="59"/>
                </a:lnTo>
                <a:lnTo>
                  <a:pt x="519" y="58"/>
                </a:lnTo>
                <a:lnTo>
                  <a:pt x="520" y="57"/>
                </a:lnTo>
                <a:lnTo>
                  <a:pt x="519" y="57"/>
                </a:lnTo>
                <a:lnTo>
                  <a:pt x="520" y="56"/>
                </a:lnTo>
                <a:lnTo>
                  <a:pt x="521" y="56"/>
                </a:lnTo>
                <a:lnTo>
                  <a:pt x="521" y="55"/>
                </a:lnTo>
                <a:lnTo>
                  <a:pt x="522" y="55"/>
                </a:lnTo>
                <a:lnTo>
                  <a:pt x="523" y="55"/>
                </a:lnTo>
                <a:lnTo>
                  <a:pt x="523" y="54"/>
                </a:lnTo>
                <a:lnTo>
                  <a:pt x="522" y="54"/>
                </a:lnTo>
                <a:lnTo>
                  <a:pt x="522" y="53"/>
                </a:lnTo>
                <a:lnTo>
                  <a:pt x="523" y="52"/>
                </a:lnTo>
                <a:lnTo>
                  <a:pt x="524" y="52"/>
                </a:lnTo>
                <a:lnTo>
                  <a:pt x="524" y="53"/>
                </a:lnTo>
                <a:lnTo>
                  <a:pt x="525" y="53"/>
                </a:lnTo>
                <a:lnTo>
                  <a:pt x="525" y="52"/>
                </a:lnTo>
                <a:lnTo>
                  <a:pt x="525" y="51"/>
                </a:lnTo>
                <a:lnTo>
                  <a:pt x="526" y="51"/>
                </a:lnTo>
                <a:lnTo>
                  <a:pt x="525" y="51"/>
                </a:lnTo>
                <a:lnTo>
                  <a:pt x="526" y="51"/>
                </a:lnTo>
                <a:lnTo>
                  <a:pt x="526" y="50"/>
                </a:lnTo>
                <a:lnTo>
                  <a:pt x="526" y="49"/>
                </a:lnTo>
                <a:lnTo>
                  <a:pt x="526" y="48"/>
                </a:lnTo>
                <a:lnTo>
                  <a:pt x="526" y="47"/>
                </a:lnTo>
                <a:lnTo>
                  <a:pt x="526" y="46"/>
                </a:lnTo>
                <a:lnTo>
                  <a:pt x="527" y="45"/>
                </a:lnTo>
                <a:lnTo>
                  <a:pt x="527" y="44"/>
                </a:lnTo>
                <a:lnTo>
                  <a:pt x="529" y="43"/>
                </a:lnTo>
                <a:lnTo>
                  <a:pt x="530" y="43"/>
                </a:lnTo>
                <a:lnTo>
                  <a:pt x="531" y="43"/>
                </a:lnTo>
                <a:lnTo>
                  <a:pt x="532" y="43"/>
                </a:lnTo>
                <a:lnTo>
                  <a:pt x="533" y="43"/>
                </a:lnTo>
                <a:lnTo>
                  <a:pt x="533" y="42"/>
                </a:lnTo>
                <a:lnTo>
                  <a:pt x="533" y="41"/>
                </a:lnTo>
                <a:lnTo>
                  <a:pt x="534" y="41"/>
                </a:lnTo>
                <a:lnTo>
                  <a:pt x="534" y="40"/>
                </a:lnTo>
                <a:lnTo>
                  <a:pt x="535" y="40"/>
                </a:lnTo>
                <a:lnTo>
                  <a:pt x="536" y="39"/>
                </a:lnTo>
                <a:lnTo>
                  <a:pt x="536" y="38"/>
                </a:lnTo>
                <a:lnTo>
                  <a:pt x="537" y="37"/>
                </a:lnTo>
                <a:lnTo>
                  <a:pt x="537" y="38"/>
                </a:lnTo>
                <a:lnTo>
                  <a:pt x="538" y="38"/>
                </a:lnTo>
                <a:lnTo>
                  <a:pt x="539" y="38"/>
                </a:lnTo>
                <a:lnTo>
                  <a:pt x="539" y="37"/>
                </a:lnTo>
                <a:lnTo>
                  <a:pt x="540" y="37"/>
                </a:lnTo>
                <a:lnTo>
                  <a:pt x="541" y="37"/>
                </a:lnTo>
                <a:lnTo>
                  <a:pt x="542" y="38"/>
                </a:lnTo>
                <a:lnTo>
                  <a:pt x="543" y="38"/>
                </a:lnTo>
                <a:lnTo>
                  <a:pt x="543" y="37"/>
                </a:lnTo>
                <a:lnTo>
                  <a:pt x="544" y="37"/>
                </a:lnTo>
                <a:lnTo>
                  <a:pt x="545" y="36"/>
                </a:lnTo>
                <a:lnTo>
                  <a:pt x="545" y="37"/>
                </a:lnTo>
                <a:lnTo>
                  <a:pt x="546" y="37"/>
                </a:lnTo>
                <a:lnTo>
                  <a:pt x="546" y="38"/>
                </a:lnTo>
                <a:lnTo>
                  <a:pt x="545" y="39"/>
                </a:lnTo>
                <a:lnTo>
                  <a:pt x="545" y="41"/>
                </a:lnTo>
                <a:lnTo>
                  <a:pt x="545" y="42"/>
                </a:lnTo>
                <a:lnTo>
                  <a:pt x="545" y="43"/>
                </a:lnTo>
                <a:lnTo>
                  <a:pt x="544" y="43"/>
                </a:lnTo>
                <a:lnTo>
                  <a:pt x="544" y="44"/>
                </a:lnTo>
                <a:lnTo>
                  <a:pt x="543" y="44"/>
                </a:lnTo>
                <a:lnTo>
                  <a:pt x="543" y="45"/>
                </a:lnTo>
                <a:lnTo>
                  <a:pt x="542" y="45"/>
                </a:lnTo>
                <a:lnTo>
                  <a:pt x="542" y="46"/>
                </a:lnTo>
                <a:lnTo>
                  <a:pt x="541" y="46"/>
                </a:lnTo>
                <a:lnTo>
                  <a:pt x="541" y="47"/>
                </a:lnTo>
                <a:lnTo>
                  <a:pt x="541" y="48"/>
                </a:lnTo>
                <a:lnTo>
                  <a:pt x="542" y="48"/>
                </a:lnTo>
                <a:lnTo>
                  <a:pt x="542" y="49"/>
                </a:lnTo>
                <a:lnTo>
                  <a:pt x="543" y="50"/>
                </a:lnTo>
                <a:lnTo>
                  <a:pt x="543" y="51"/>
                </a:lnTo>
                <a:lnTo>
                  <a:pt x="544" y="51"/>
                </a:lnTo>
                <a:lnTo>
                  <a:pt x="543" y="52"/>
                </a:lnTo>
                <a:lnTo>
                  <a:pt x="543" y="53"/>
                </a:lnTo>
                <a:lnTo>
                  <a:pt x="543" y="55"/>
                </a:lnTo>
                <a:lnTo>
                  <a:pt x="543" y="56"/>
                </a:lnTo>
                <a:lnTo>
                  <a:pt x="543" y="57"/>
                </a:lnTo>
                <a:lnTo>
                  <a:pt x="543" y="58"/>
                </a:lnTo>
                <a:lnTo>
                  <a:pt x="543" y="59"/>
                </a:lnTo>
                <a:lnTo>
                  <a:pt x="542" y="60"/>
                </a:lnTo>
                <a:lnTo>
                  <a:pt x="542" y="61"/>
                </a:lnTo>
                <a:lnTo>
                  <a:pt x="542" y="62"/>
                </a:lnTo>
                <a:lnTo>
                  <a:pt x="542" y="63"/>
                </a:lnTo>
                <a:lnTo>
                  <a:pt x="542" y="64"/>
                </a:lnTo>
                <a:lnTo>
                  <a:pt x="542" y="65"/>
                </a:lnTo>
                <a:lnTo>
                  <a:pt x="542" y="66"/>
                </a:lnTo>
                <a:lnTo>
                  <a:pt x="543" y="66"/>
                </a:lnTo>
                <a:lnTo>
                  <a:pt x="543" y="67"/>
                </a:lnTo>
                <a:lnTo>
                  <a:pt x="542" y="67"/>
                </a:lnTo>
                <a:lnTo>
                  <a:pt x="542" y="68"/>
                </a:lnTo>
                <a:lnTo>
                  <a:pt x="543" y="68"/>
                </a:lnTo>
                <a:lnTo>
                  <a:pt x="543" y="69"/>
                </a:lnTo>
                <a:lnTo>
                  <a:pt x="543" y="70"/>
                </a:lnTo>
                <a:lnTo>
                  <a:pt x="543" y="71"/>
                </a:lnTo>
                <a:lnTo>
                  <a:pt x="544" y="71"/>
                </a:lnTo>
                <a:lnTo>
                  <a:pt x="545" y="71"/>
                </a:lnTo>
                <a:lnTo>
                  <a:pt x="546" y="72"/>
                </a:lnTo>
                <a:lnTo>
                  <a:pt x="546" y="71"/>
                </a:lnTo>
                <a:lnTo>
                  <a:pt x="547" y="71"/>
                </a:lnTo>
                <a:lnTo>
                  <a:pt x="547" y="70"/>
                </a:lnTo>
                <a:lnTo>
                  <a:pt x="548" y="70"/>
                </a:lnTo>
                <a:lnTo>
                  <a:pt x="547" y="69"/>
                </a:lnTo>
                <a:lnTo>
                  <a:pt x="548" y="69"/>
                </a:lnTo>
                <a:lnTo>
                  <a:pt x="549" y="68"/>
                </a:lnTo>
                <a:lnTo>
                  <a:pt x="549" y="69"/>
                </a:lnTo>
                <a:lnTo>
                  <a:pt x="550" y="69"/>
                </a:lnTo>
                <a:lnTo>
                  <a:pt x="550" y="70"/>
                </a:lnTo>
                <a:lnTo>
                  <a:pt x="551" y="70"/>
                </a:lnTo>
                <a:lnTo>
                  <a:pt x="552" y="70"/>
                </a:lnTo>
                <a:lnTo>
                  <a:pt x="553" y="70"/>
                </a:lnTo>
                <a:lnTo>
                  <a:pt x="553" y="72"/>
                </a:lnTo>
                <a:lnTo>
                  <a:pt x="554" y="72"/>
                </a:lnTo>
                <a:lnTo>
                  <a:pt x="554" y="73"/>
                </a:lnTo>
                <a:lnTo>
                  <a:pt x="555" y="73"/>
                </a:lnTo>
                <a:lnTo>
                  <a:pt x="555" y="74"/>
                </a:lnTo>
                <a:lnTo>
                  <a:pt x="554" y="74"/>
                </a:lnTo>
                <a:lnTo>
                  <a:pt x="553" y="75"/>
                </a:lnTo>
                <a:lnTo>
                  <a:pt x="554" y="75"/>
                </a:lnTo>
                <a:lnTo>
                  <a:pt x="555" y="76"/>
                </a:lnTo>
                <a:lnTo>
                  <a:pt x="555" y="77"/>
                </a:lnTo>
                <a:lnTo>
                  <a:pt x="554" y="77"/>
                </a:lnTo>
                <a:lnTo>
                  <a:pt x="554" y="78"/>
                </a:lnTo>
                <a:lnTo>
                  <a:pt x="553" y="78"/>
                </a:lnTo>
                <a:lnTo>
                  <a:pt x="552" y="78"/>
                </a:lnTo>
                <a:lnTo>
                  <a:pt x="553" y="78"/>
                </a:lnTo>
                <a:lnTo>
                  <a:pt x="553" y="79"/>
                </a:lnTo>
                <a:lnTo>
                  <a:pt x="553" y="80"/>
                </a:lnTo>
                <a:lnTo>
                  <a:pt x="554" y="80"/>
                </a:lnTo>
                <a:lnTo>
                  <a:pt x="554" y="81"/>
                </a:lnTo>
                <a:lnTo>
                  <a:pt x="554" y="82"/>
                </a:lnTo>
                <a:lnTo>
                  <a:pt x="553" y="82"/>
                </a:lnTo>
                <a:lnTo>
                  <a:pt x="552" y="83"/>
                </a:lnTo>
                <a:lnTo>
                  <a:pt x="553" y="83"/>
                </a:lnTo>
                <a:lnTo>
                  <a:pt x="554" y="83"/>
                </a:lnTo>
                <a:lnTo>
                  <a:pt x="555" y="83"/>
                </a:lnTo>
                <a:lnTo>
                  <a:pt x="555" y="84"/>
                </a:lnTo>
                <a:lnTo>
                  <a:pt x="556" y="84"/>
                </a:lnTo>
                <a:lnTo>
                  <a:pt x="557" y="84"/>
                </a:lnTo>
                <a:lnTo>
                  <a:pt x="556" y="84"/>
                </a:lnTo>
                <a:lnTo>
                  <a:pt x="556" y="85"/>
                </a:lnTo>
                <a:lnTo>
                  <a:pt x="557" y="85"/>
                </a:lnTo>
                <a:lnTo>
                  <a:pt x="557" y="86"/>
                </a:lnTo>
                <a:lnTo>
                  <a:pt x="557" y="87"/>
                </a:lnTo>
                <a:lnTo>
                  <a:pt x="556" y="87"/>
                </a:lnTo>
                <a:lnTo>
                  <a:pt x="556" y="88"/>
                </a:lnTo>
                <a:lnTo>
                  <a:pt x="557" y="88"/>
                </a:lnTo>
                <a:lnTo>
                  <a:pt x="558" y="88"/>
                </a:lnTo>
                <a:lnTo>
                  <a:pt x="558" y="89"/>
                </a:lnTo>
                <a:lnTo>
                  <a:pt x="559" y="89"/>
                </a:lnTo>
                <a:lnTo>
                  <a:pt x="560" y="89"/>
                </a:lnTo>
                <a:lnTo>
                  <a:pt x="560" y="88"/>
                </a:lnTo>
                <a:lnTo>
                  <a:pt x="561" y="89"/>
                </a:lnTo>
                <a:lnTo>
                  <a:pt x="561" y="88"/>
                </a:lnTo>
                <a:lnTo>
                  <a:pt x="562" y="88"/>
                </a:lnTo>
                <a:lnTo>
                  <a:pt x="563" y="88"/>
                </a:lnTo>
                <a:lnTo>
                  <a:pt x="563" y="89"/>
                </a:lnTo>
                <a:lnTo>
                  <a:pt x="564" y="89"/>
                </a:lnTo>
                <a:lnTo>
                  <a:pt x="564" y="90"/>
                </a:lnTo>
                <a:lnTo>
                  <a:pt x="563" y="90"/>
                </a:lnTo>
                <a:lnTo>
                  <a:pt x="564" y="90"/>
                </a:lnTo>
                <a:lnTo>
                  <a:pt x="564" y="91"/>
                </a:lnTo>
                <a:lnTo>
                  <a:pt x="563" y="91"/>
                </a:lnTo>
                <a:lnTo>
                  <a:pt x="562" y="92"/>
                </a:lnTo>
                <a:lnTo>
                  <a:pt x="563" y="92"/>
                </a:lnTo>
                <a:lnTo>
                  <a:pt x="563" y="93"/>
                </a:lnTo>
                <a:lnTo>
                  <a:pt x="563" y="94"/>
                </a:lnTo>
                <a:lnTo>
                  <a:pt x="562" y="94"/>
                </a:lnTo>
                <a:lnTo>
                  <a:pt x="562" y="95"/>
                </a:lnTo>
                <a:lnTo>
                  <a:pt x="562" y="96"/>
                </a:lnTo>
                <a:lnTo>
                  <a:pt x="562" y="97"/>
                </a:lnTo>
                <a:lnTo>
                  <a:pt x="561" y="97"/>
                </a:lnTo>
                <a:lnTo>
                  <a:pt x="561" y="98"/>
                </a:lnTo>
                <a:lnTo>
                  <a:pt x="562" y="98"/>
                </a:lnTo>
                <a:lnTo>
                  <a:pt x="562" y="99"/>
                </a:lnTo>
                <a:lnTo>
                  <a:pt x="563" y="99"/>
                </a:lnTo>
                <a:lnTo>
                  <a:pt x="563" y="100"/>
                </a:lnTo>
                <a:lnTo>
                  <a:pt x="562" y="100"/>
                </a:lnTo>
                <a:lnTo>
                  <a:pt x="562" y="101"/>
                </a:lnTo>
                <a:lnTo>
                  <a:pt x="561" y="101"/>
                </a:lnTo>
                <a:lnTo>
                  <a:pt x="562" y="101"/>
                </a:lnTo>
                <a:lnTo>
                  <a:pt x="563" y="101"/>
                </a:lnTo>
                <a:lnTo>
                  <a:pt x="563" y="102"/>
                </a:lnTo>
                <a:lnTo>
                  <a:pt x="564" y="102"/>
                </a:lnTo>
                <a:lnTo>
                  <a:pt x="565" y="102"/>
                </a:lnTo>
                <a:lnTo>
                  <a:pt x="565" y="103"/>
                </a:lnTo>
                <a:lnTo>
                  <a:pt x="565" y="104"/>
                </a:lnTo>
                <a:lnTo>
                  <a:pt x="566" y="104"/>
                </a:lnTo>
                <a:lnTo>
                  <a:pt x="567" y="104"/>
                </a:lnTo>
                <a:lnTo>
                  <a:pt x="568" y="104"/>
                </a:lnTo>
                <a:lnTo>
                  <a:pt x="568" y="105"/>
                </a:lnTo>
                <a:lnTo>
                  <a:pt x="569" y="105"/>
                </a:lnTo>
                <a:lnTo>
                  <a:pt x="569" y="106"/>
                </a:lnTo>
                <a:lnTo>
                  <a:pt x="568" y="106"/>
                </a:lnTo>
                <a:lnTo>
                  <a:pt x="568" y="107"/>
                </a:lnTo>
                <a:lnTo>
                  <a:pt x="569" y="107"/>
                </a:lnTo>
                <a:lnTo>
                  <a:pt x="571" y="108"/>
                </a:lnTo>
                <a:lnTo>
                  <a:pt x="572" y="109"/>
                </a:lnTo>
                <a:lnTo>
                  <a:pt x="572" y="110"/>
                </a:lnTo>
                <a:lnTo>
                  <a:pt x="573" y="110"/>
                </a:lnTo>
                <a:lnTo>
                  <a:pt x="573" y="111"/>
                </a:lnTo>
                <a:lnTo>
                  <a:pt x="573" y="112"/>
                </a:lnTo>
                <a:lnTo>
                  <a:pt x="572" y="112"/>
                </a:lnTo>
                <a:lnTo>
                  <a:pt x="572" y="113"/>
                </a:lnTo>
                <a:lnTo>
                  <a:pt x="573" y="114"/>
                </a:lnTo>
                <a:lnTo>
                  <a:pt x="574" y="114"/>
                </a:lnTo>
                <a:lnTo>
                  <a:pt x="574" y="115"/>
                </a:lnTo>
                <a:lnTo>
                  <a:pt x="573" y="115"/>
                </a:lnTo>
                <a:lnTo>
                  <a:pt x="572" y="115"/>
                </a:lnTo>
                <a:lnTo>
                  <a:pt x="571" y="116"/>
                </a:lnTo>
                <a:lnTo>
                  <a:pt x="570" y="116"/>
                </a:lnTo>
                <a:lnTo>
                  <a:pt x="571" y="117"/>
                </a:lnTo>
                <a:lnTo>
                  <a:pt x="571" y="118"/>
                </a:lnTo>
                <a:lnTo>
                  <a:pt x="571" y="119"/>
                </a:lnTo>
                <a:lnTo>
                  <a:pt x="571" y="120"/>
                </a:lnTo>
                <a:lnTo>
                  <a:pt x="571" y="121"/>
                </a:lnTo>
                <a:lnTo>
                  <a:pt x="572" y="121"/>
                </a:lnTo>
                <a:lnTo>
                  <a:pt x="573" y="121"/>
                </a:lnTo>
                <a:lnTo>
                  <a:pt x="574" y="121"/>
                </a:lnTo>
                <a:lnTo>
                  <a:pt x="575" y="121"/>
                </a:lnTo>
                <a:lnTo>
                  <a:pt x="576" y="121"/>
                </a:lnTo>
                <a:lnTo>
                  <a:pt x="577" y="120"/>
                </a:lnTo>
                <a:lnTo>
                  <a:pt x="578" y="120"/>
                </a:lnTo>
                <a:lnTo>
                  <a:pt x="578" y="121"/>
                </a:lnTo>
                <a:lnTo>
                  <a:pt x="578" y="120"/>
                </a:lnTo>
                <a:lnTo>
                  <a:pt x="579" y="120"/>
                </a:lnTo>
                <a:lnTo>
                  <a:pt x="579" y="121"/>
                </a:lnTo>
                <a:lnTo>
                  <a:pt x="580" y="121"/>
                </a:lnTo>
                <a:lnTo>
                  <a:pt x="580" y="122"/>
                </a:lnTo>
                <a:lnTo>
                  <a:pt x="581" y="122"/>
                </a:lnTo>
                <a:lnTo>
                  <a:pt x="582" y="122"/>
                </a:lnTo>
                <a:lnTo>
                  <a:pt x="582" y="123"/>
                </a:lnTo>
                <a:lnTo>
                  <a:pt x="582" y="124"/>
                </a:lnTo>
                <a:lnTo>
                  <a:pt x="581" y="124"/>
                </a:lnTo>
                <a:lnTo>
                  <a:pt x="580" y="124"/>
                </a:lnTo>
                <a:lnTo>
                  <a:pt x="580" y="125"/>
                </a:lnTo>
                <a:lnTo>
                  <a:pt x="581" y="126"/>
                </a:lnTo>
                <a:lnTo>
                  <a:pt x="581" y="127"/>
                </a:lnTo>
                <a:lnTo>
                  <a:pt x="581" y="128"/>
                </a:lnTo>
                <a:lnTo>
                  <a:pt x="580" y="129"/>
                </a:lnTo>
                <a:lnTo>
                  <a:pt x="581" y="129"/>
                </a:lnTo>
                <a:lnTo>
                  <a:pt x="582" y="129"/>
                </a:lnTo>
                <a:lnTo>
                  <a:pt x="583" y="129"/>
                </a:lnTo>
                <a:lnTo>
                  <a:pt x="583" y="130"/>
                </a:lnTo>
                <a:lnTo>
                  <a:pt x="583" y="131"/>
                </a:lnTo>
                <a:lnTo>
                  <a:pt x="583" y="132"/>
                </a:lnTo>
                <a:lnTo>
                  <a:pt x="582" y="132"/>
                </a:lnTo>
                <a:lnTo>
                  <a:pt x="581" y="133"/>
                </a:lnTo>
                <a:lnTo>
                  <a:pt x="581" y="134"/>
                </a:lnTo>
                <a:lnTo>
                  <a:pt x="580" y="134"/>
                </a:lnTo>
                <a:lnTo>
                  <a:pt x="581" y="135"/>
                </a:lnTo>
                <a:lnTo>
                  <a:pt x="581" y="134"/>
                </a:lnTo>
                <a:lnTo>
                  <a:pt x="582" y="134"/>
                </a:lnTo>
                <a:lnTo>
                  <a:pt x="583" y="133"/>
                </a:lnTo>
                <a:lnTo>
                  <a:pt x="583" y="132"/>
                </a:lnTo>
                <a:lnTo>
                  <a:pt x="584" y="132"/>
                </a:lnTo>
                <a:lnTo>
                  <a:pt x="584" y="133"/>
                </a:lnTo>
                <a:lnTo>
                  <a:pt x="583" y="133"/>
                </a:lnTo>
                <a:lnTo>
                  <a:pt x="583" y="134"/>
                </a:lnTo>
                <a:lnTo>
                  <a:pt x="583" y="135"/>
                </a:lnTo>
                <a:lnTo>
                  <a:pt x="583" y="136"/>
                </a:lnTo>
                <a:lnTo>
                  <a:pt x="583" y="137"/>
                </a:lnTo>
                <a:lnTo>
                  <a:pt x="584" y="138"/>
                </a:lnTo>
                <a:lnTo>
                  <a:pt x="585" y="138"/>
                </a:lnTo>
                <a:lnTo>
                  <a:pt x="585" y="137"/>
                </a:lnTo>
                <a:lnTo>
                  <a:pt x="586" y="137"/>
                </a:lnTo>
                <a:lnTo>
                  <a:pt x="586" y="138"/>
                </a:lnTo>
                <a:lnTo>
                  <a:pt x="587" y="137"/>
                </a:lnTo>
                <a:lnTo>
                  <a:pt x="588" y="137"/>
                </a:lnTo>
                <a:lnTo>
                  <a:pt x="587" y="137"/>
                </a:lnTo>
                <a:lnTo>
                  <a:pt x="587" y="136"/>
                </a:lnTo>
                <a:lnTo>
                  <a:pt x="587" y="135"/>
                </a:lnTo>
                <a:lnTo>
                  <a:pt x="587" y="134"/>
                </a:lnTo>
                <a:lnTo>
                  <a:pt x="588" y="134"/>
                </a:lnTo>
                <a:lnTo>
                  <a:pt x="588" y="133"/>
                </a:lnTo>
                <a:lnTo>
                  <a:pt x="588" y="134"/>
                </a:lnTo>
                <a:lnTo>
                  <a:pt x="589" y="134"/>
                </a:lnTo>
                <a:lnTo>
                  <a:pt x="590" y="134"/>
                </a:lnTo>
                <a:lnTo>
                  <a:pt x="590" y="135"/>
                </a:lnTo>
                <a:lnTo>
                  <a:pt x="591" y="135"/>
                </a:lnTo>
                <a:lnTo>
                  <a:pt x="592" y="136"/>
                </a:lnTo>
                <a:lnTo>
                  <a:pt x="593" y="136"/>
                </a:lnTo>
                <a:lnTo>
                  <a:pt x="594" y="136"/>
                </a:lnTo>
                <a:lnTo>
                  <a:pt x="594" y="137"/>
                </a:lnTo>
                <a:lnTo>
                  <a:pt x="595" y="137"/>
                </a:lnTo>
                <a:lnTo>
                  <a:pt x="596" y="136"/>
                </a:lnTo>
                <a:lnTo>
                  <a:pt x="597" y="136"/>
                </a:lnTo>
                <a:lnTo>
                  <a:pt x="598" y="137"/>
                </a:lnTo>
                <a:lnTo>
                  <a:pt x="599" y="138"/>
                </a:lnTo>
                <a:lnTo>
                  <a:pt x="599" y="139"/>
                </a:lnTo>
                <a:lnTo>
                  <a:pt x="598" y="139"/>
                </a:lnTo>
                <a:lnTo>
                  <a:pt x="598" y="140"/>
                </a:lnTo>
                <a:lnTo>
                  <a:pt x="597" y="140"/>
                </a:lnTo>
                <a:lnTo>
                  <a:pt x="597" y="141"/>
                </a:lnTo>
                <a:lnTo>
                  <a:pt x="596" y="141"/>
                </a:lnTo>
                <a:lnTo>
                  <a:pt x="596" y="142"/>
                </a:lnTo>
                <a:lnTo>
                  <a:pt x="595" y="142"/>
                </a:lnTo>
                <a:lnTo>
                  <a:pt x="594" y="142"/>
                </a:lnTo>
                <a:lnTo>
                  <a:pt x="593" y="142"/>
                </a:lnTo>
                <a:lnTo>
                  <a:pt x="592" y="142"/>
                </a:lnTo>
                <a:lnTo>
                  <a:pt x="593" y="143"/>
                </a:lnTo>
                <a:lnTo>
                  <a:pt x="593" y="144"/>
                </a:lnTo>
                <a:lnTo>
                  <a:pt x="593" y="145"/>
                </a:lnTo>
                <a:lnTo>
                  <a:pt x="593" y="146"/>
                </a:lnTo>
                <a:lnTo>
                  <a:pt x="592" y="146"/>
                </a:lnTo>
                <a:lnTo>
                  <a:pt x="591" y="147"/>
                </a:lnTo>
                <a:lnTo>
                  <a:pt x="591" y="148"/>
                </a:lnTo>
                <a:lnTo>
                  <a:pt x="589" y="149"/>
                </a:lnTo>
                <a:lnTo>
                  <a:pt x="589" y="150"/>
                </a:lnTo>
                <a:lnTo>
                  <a:pt x="588" y="150"/>
                </a:lnTo>
                <a:lnTo>
                  <a:pt x="588" y="151"/>
                </a:lnTo>
                <a:lnTo>
                  <a:pt x="588" y="152"/>
                </a:lnTo>
                <a:lnTo>
                  <a:pt x="587" y="152"/>
                </a:lnTo>
                <a:lnTo>
                  <a:pt x="586" y="152"/>
                </a:lnTo>
                <a:lnTo>
                  <a:pt x="586" y="153"/>
                </a:lnTo>
                <a:lnTo>
                  <a:pt x="585" y="153"/>
                </a:lnTo>
                <a:lnTo>
                  <a:pt x="585" y="154"/>
                </a:lnTo>
                <a:lnTo>
                  <a:pt x="584" y="154"/>
                </a:lnTo>
                <a:lnTo>
                  <a:pt x="584" y="155"/>
                </a:lnTo>
                <a:lnTo>
                  <a:pt x="583" y="155"/>
                </a:lnTo>
                <a:lnTo>
                  <a:pt x="582" y="155"/>
                </a:lnTo>
                <a:lnTo>
                  <a:pt x="582" y="156"/>
                </a:lnTo>
                <a:lnTo>
                  <a:pt x="582" y="157"/>
                </a:lnTo>
                <a:lnTo>
                  <a:pt x="583" y="157"/>
                </a:lnTo>
                <a:lnTo>
                  <a:pt x="583" y="158"/>
                </a:lnTo>
                <a:lnTo>
                  <a:pt x="584" y="158"/>
                </a:lnTo>
                <a:lnTo>
                  <a:pt x="585" y="158"/>
                </a:lnTo>
                <a:lnTo>
                  <a:pt x="586" y="158"/>
                </a:lnTo>
                <a:lnTo>
                  <a:pt x="586" y="159"/>
                </a:lnTo>
                <a:lnTo>
                  <a:pt x="587" y="159"/>
                </a:lnTo>
                <a:lnTo>
                  <a:pt x="586" y="160"/>
                </a:lnTo>
                <a:lnTo>
                  <a:pt x="586" y="159"/>
                </a:lnTo>
                <a:lnTo>
                  <a:pt x="584" y="159"/>
                </a:lnTo>
                <a:lnTo>
                  <a:pt x="583" y="160"/>
                </a:lnTo>
                <a:lnTo>
                  <a:pt x="583" y="161"/>
                </a:lnTo>
                <a:lnTo>
                  <a:pt x="583" y="162"/>
                </a:lnTo>
                <a:lnTo>
                  <a:pt x="582" y="162"/>
                </a:lnTo>
                <a:lnTo>
                  <a:pt x="582" y="163"/>
                </a:lnTo>
                <a:lnTo>
                  <a:pt x="582" y="164"/>
                </a:lnTo>
                <a:lnTo>
                  <a:pt x="582" y="165"/>
                </a:lnTo>
                <a:lnTo>
                  <a:pt x="582" y="166"/>
                </a:lnTo>
                <a:lnTo>
                  <a:pt x="582" y="167"/>
                </a:lnTo>
                <a:lnTo>
                  <a:pt x="582" y="168"/>
                </a:lnTo>
                <a:lnTo>
                  <a:pt x="582" y="169"/>
                </a:lnTo>
                <a:lnTo>
                  <a:pt x="582" y="170"/>
                </a:lnTo>
                <a:lnTo>
                  <a:pt x="582" y="171"/>
                </a:lnTo>
                <a:lnTo>
                  <a:pt x="582" y="172"/>
                </a:lnTo>
                <a:lnTo>
                  <a:pt x="583" y="173"/>
                </a:lnTo>
                <a:lnTo>
                  <a:pt x="584" y="173"/>
                </a:lnTo>
                <a:lnTo>
                  <a:pt x="584" y="174"/>
                </a:lnTo>
                <a:lnTo>
                  <a:pt x="584" y="175"/>
                </a:lnTo>
                <a:lnTo>
                  <a:pt x="584" y="176"/>
                </a:lnTo>
                <a:lnTo>
                  <a:pt x="585" y="176"/>
                </a:lnTo>
                <a:lnTo>
                  <a:pt x="585" y="177"/>
                </a:lnTo>
                <a:lnTo>
                  <a:pt x="584" y="177"/>
                </a:lnTo>
                <a:lnTo>
                  <a:pt x="585" y="177"/>
                </a:lnTo>
                <a:lnTo>
                  <a:pt x="585" y="178"/>
                </a:lnTo>
                <a:lnTo>
                  <a:pt x="585" y="179"/>
                </a:lnTo>
                <a:lnTo>
                  <a:pt x="585" y="180"/>
                </a:lnTo>
                <a:lnTo>
                  <a:pt x="585" y="181"/>
                </a:lnTo>
                <a:lnTo>
                  <a:pt x="585" y="182"/>
                </a:lnTo>
                <a:lnTo>
                  <a:pt x="584" y="183"/>
                </a:lnTo>
                <a:lnTo>
                  <a:pt x="585" y="183"/>
                </a:lnTo>
                <a:lnTo>
                  <a:pt x="584" y="185"/>
                </a:lnTo>
                <a:lnTo>
                  <a:pt x="584" y="186"/>
                </a:lnTo>
                <a:lnTo>
                  <a:pt x="585" y="186"/>
                </a:lnTo>
                <a:lnTo>
                  <a:pt x="586" y="186"/>
                </a:lnTo>
                <a:lnTo>
                  <a:pt x="586" y="185"/>
                </a:lnTo>
                <a:lnTo>
                  <a:pt x="587" y="185"/>
                </a:lnTo>
                <a:lnTo>
                  <a:pt x="588" y="185"/>
                </a:lnTo>
                <a:lnTo>
                  <a:pt x="589" y="185"/>
                </a:lnTo>
                <a:lnTo>
                  <a:pt x="589" y="184"/>
                </a:lnTo>
                <a:lnTo>
                  <a:pt x="591" y="184"/>
                </a:lnTo>
                <a:lnTo>
                  <a:pt x="592" y="184"/>
                </a:lnTo>
                <a:lnTo>
                  <a:pt x="593" y="184"/>
                </a:lnTo>
                <a:lnTo>
                  <a:pt x="593" y="185"/>
                </a:lnTo>
                <a:lnTo>
                  <a:pt x="594" y="185"/>
                </a:lnTo>
                <a:lnTo>
                  <a:pt x="594" y="186"/>
                </a:lnTo>
                <a:lnTo>
                  <a:pt x="594" y="185"/>
                </a:lnTo>
                <a:lnTo>
                  <a:pt x="596" y="185"/>
                </a:lnTo>
                <a:lnTo>
                  <a:pt x="596" y="186"/>
                </a:lnTo>
                <a:lnTo>
                  <a:pt x="596" y="187"/>
                </a:lnTo>
                <a:lnTo>
                  <a:pt x="597" y="189"/>
                </a:lnTo>
                <a:lnTo>
                  <a:pt x="597" y="190"/>
                </a:lnTo>
                <a:lnTo>
                  <a:pt x="597" y="191"/>
                </a:lnTo>
                <a:lnTo>
                  <a:pt x="596" y="191"/>
                </a:lnTo>
                <a:lnTo>
                  <a:pt x="596" y="192"/>
                </a:lnTo>
                <a:lnTo>
                  <a:pt x="596" y="193"/>
                </a:lnTo>
                <a:lnTo>
                  <a:pt x="596" y="194"/>
                </a:lnTo>
                <a:lnTo>
                  <a:pt x="597" y="195"/>
                </a:lnTo>
                <a:lnTo>
                  <a:pt x="597" y="196"/>
                </a:lnTo>
                <a:lnTo>
                  <a:pt x="597" y="197"/>
                </a:lnTo>
                <a:lnTo>
                  <a:pt x="598" y="197"/>
                </a:lnTo>
                <a:lnTo>
                  <a:pt x="598" y="198"/>
                </a:lnTo>
                <a:lnTo>
                  <a:pt x="598" y="199"/>
                </a:lnTo>
                <a:lnTo>
                  <a:pt x="599" y="199"/>
                </a:lnTo>
                <a:lnTo>
                  <a:pt x="599" y="200"/>
                </a:lnTo>
                <a:lnTo>
                  <a:pt x="600" y="200"/>
                </a:lnTo>
                <a:lnTo>
                  <a:pt x="601" y="200"/>
                </a:lnTo>
                <a:lnTo>
                  <a:pt x="601" y="201"/>
                </a:lnTo>
                <a:lnTo>
                  <a:pt x="600" y="201"/>
                </a:lnTo>
                <a:lnTo>
                  <a:pt x="600" y="202"/>
                </a:lnTo>
                <a:lnTo>
                  <a:pt x="600" y="203"/>
                </a:lnTo>
                <a:lnTo>
                  <a:pt x="601" y="203"/>
                </a:lnTo>
                <a:lnTo>
                  <a:pt x="601" y="204"/>
                </a:lnTo>
                <a:lnTo>
                  <a:pt x="602" y="204"/>
                </a:lnTo>
                <a:lnTo>
                  <a:pt x="602" y="205"/>
                </a:lnTo>
                <a:lnTo>
                  <a:pt x="602" y="206"/>
                </a:lnTo>
                <a:lnTo>
                  <a:pt x="602" y="205"/>
                </a:lnTo>
                <a:lnTo>
                  <a:pt x="603" y="206"/>
                </a:lnTo>
                <a:lnTo>
                  <a:pt x="603" y="205"/>
                </a:lnTo>
                <a:lnTo>
                  <a:pt x="603" y="206"/>
                </a:lnTo>
                <a:lnTo>
                  <a:pt x="604" y="206"/>
                </a:lnTo>
                <a:lnTo>
                  <a:pt x="604" y="207"/>
                </a:lnTo>
                <a:lnTo>
                  <a:pt x="604" y="208"/>
                </a:lnTo>
                <a:lnTo>
                  <a:pt x="603" y="209"/>
                </a:lnTo>
                <a:lnTo>
                  <a:pt x="604" y="209"/>
                </a:lnTo>
                <a:lnTo>
                  <a:pt x="604" y="210"/>
                </a:lnTo>
                <a:lnTo>
                  <a:pt x="603" y="210"/>
                </a:lnTo>
                <a:lnTo>
                  <a:pt x="603" y="211"/>
                </a:lnTo>
                <a:lnTo>
                  <a:pt x="604" y="211"/>
                </a:lnTo>
                <a:lnTo>
                  <a:pt x="604" y="212"/>
                </a:lnTo>
                <a:lnTo>
                  <a:pt x="605" y="212"/>
                </a:lnTo>
                <a:lnTo>
                  <a:pt x="605" y="213"/>
                </a:lnTo>
                <a:lnTo>
                  <a:pt x="605" y="214"/>
                </a:lnTo>
                <a:lnTo>
                  <a:pt x="605" y="213"/>
                </a:lnTo>
                <a:lnTo>
                  <a:pt x="605" y="214"/>
                </a:lnTo>
                <a:lnTo>
                  <a:pt x="606" y="214"/>
                </a:lnTo>
                <a:lnTo>
                  <a:pt x="607" y="214"/>
                </a:lnTo>
                <a:lnTo>
                  <a:pt x="608" y="214"/>
                </a:lnTo>
                <a:lnTo>
                  <a:pt x="608" y="215"/>
                </a:lnTo>
                <a:lnTo>
                  <a:pt x="608" y="216"/>
                </a:lnTo>
                <a:lnTo>
                  <a:pt x="608" y="217"/>
                </a:lnTo>
                <a:lnTo>
                  <a:pt x="609" y="217"/>
                </a:lnTo>
                <a:lnTo>
                  <a:pt x="610" y="217"/>
                </a:lnTo>
                <a:lnTo>
                  <a:pt x="610" y="218"/>
                </a:lnTo>
                <a:lnTo>
                  <a:pt x="611" y="218"/>
                </a:lnTo>
                <a:lnTo>
                  <a:pt x="612" y="219"/>
                </a:lnTo>
                <a:lnTo>
                  <a:pt x="613" y="219"/>
                </a:lnTo>
                <a:lnTo>
                  <a:pt x="613" y="220"/>
                </a:lnTo>
                <a:lnTo>
                  <a:pt x="613" y="221"/>
                </a:lnTo>
                <a:lnTo>
                  <a:pt x="612" y="222"/>
                </a:lnTo>
                <a:lnTo>
                  <a:pt x="611" y="222"/>
                </a:lnTo>
                <a:lnTo>
                  <a:pt x="612" y="223"/>
                </a:lnTo>
                <a:lnTo>
                  <a:pt x="613" y="224"/>
                </a:lnTo>
                <a:lnTo>
                  <a:pt x="613" y="225"/>
                </a:lnTo>
                <a:lnTo>
                  <a:pt x="613" y="226"/>
                </a:lnTo>
                <a:lnTo>
                  <a:pt x="613" y="227"/>
                </a:lnTo>
                <a:lnTo>
                  <a:pt x="614" y="227"/>
                </a:lnTo>
                <a:lnTo>
                  <a:pt x="615" y="227"/>
                </a:lnTo>
                <a:lnTo>
                  <a:pt x="616" y="226"/>
                </a:lnTo>
                <a:lnTo>
                  <a:pt x="617" y="226"/>
                </a:lnTo>
                <a:lnTo>
                  <a:pt x="617" y="227"/>
                </a:lnTo>
                <a:lnTo>
                  <a:pt x="617" y="228"/>
                </a:lnTo>
                <a:lnTo>
                  <a:pt x="617" y="229"/>
                </a:lnTo>
                <a:lnTo>
                  <a:pt x="618" y="229"/>
                </a:lnTo>
                <a:lnTo>
                  <a:pt x="620" y="229"/>
                </a:lnTo>
                <a:lnTo>
                  <a:pt x="620" y="230"/>
                </a:lnTo>
                <a:lnTo>
                  <a:pt x="621" y="230"/>
                </a:lnTo>
                <a:lnTo>
                  <a:pt x="621" y="229"/>
                </a:lnTo>
                <a:lnTo>
                  <a:pt x="623" y="229"/>
                </a:lnTo>
                <a:lnTo>
                  <a:pt x="623" y="230"/>
                </a:lnTo>
                <a:lnTo>
                  <a:pt x="624" y="230"/>
                </a:lnTo>
                <a:lnTo>
                  <a:pt x="624" y="231"/>
                </a:lnTo>
                <a:lnTo>
                  <a:pt x="623" y="231"/>
                </a:lnTo>
                <a:lnTo>
                  <a:pt x="623" y="232"/>
                </a:lnTo>
                <a:lnTo>
                  <a:pt x="622" y="233"/>
                </a:lnTo>
                <a:lnTo>
                  <a:pt x="622" y="234"/>
                </a:lnTo>
                <a:lnTo>
                  <a:pt x="621" y="234"/>
                </a:lnTo>
                <a:lnTo>
                  <a:pt x="621" y="235"/>
                </a:lnTo>
                <a:lnTo>
                  <a:pt x="622" y="236"/>
                </a:lnTo>
                <a:lnTo>
                  <a:pt x="623" y="237"/>
                </a:lnTo>
                <a:lnTo>
                  <a:pt x="624" y="237"/>
                </a:lnTo>
                <a:lnTo>
                  <a:pt x="625" y="237"/>
                </a:lnTo>
                <a:lnTo>
                  <a:pt x="626" y="237"/>
                </a:lnTo>
                <a:lnTo>
                  <a:pt x="626" y="238"/>
                </a:lnTo>
                <a:lnTo>
                  <a:pt x="625" y="238"/>
                </a:lnTo>
                <a:lnTo>
                  <a:pt x="625" y="239"/>
                </a:lnTo>
                <a:lnTo>
                  <a:pt x="624" y="239"/>
                </a:lnTo>
                <a:lnTo>
                  <a:pt x="624" y="240"/>
                </a:lnTo>
                <a:lnTo>
                  <a:pt x="624" y="241"/>
                </a:lnTo>
                <a:lnTo>
                  <a:pt x="623" y="241"/>
                </a:lnTo>
                <a:lnTo>
                  <a:pt x="623" y="242"/>
                </a:lnTo>
                <a:lnTo>
                  <a:pt x="622" y="242"/>
                </a:lnTo>
                <a:lnTo>
                  <a:pt x="621" y="242"/>
                </a:lnTo>
                <a:lnTo>
                  <a:pt x="620" y="242"/>
                </a:lnTo>
                <a:lnTo>
                  <a:pt x="620" y="243"/>
                </a:lnTo>
                <a:lnTo>
                  <a:pt x="620" y="244"/>
                </a:lnTo>
                <a:lnTo>
                  <a:pt x="619" y="244"/>
                </a:lnTo>
                <a:lnTo>
                  <a:pt x="619" y="245"/>
                </a:lnTo>
                <a:lnTo>
                  <a:pt x="620" y="245"/>
                </a:lnTo>
                <a:lnTo>
                  <a:pt x="621" y="245"/>
                </a:lnTo>
                <a:lnTo>
                  <a:pt x="622" y="245"/>
                </a:lnTo>
                <a:lnTo>
                  <a:pt x="622" y="246"/>
                </a:lnTo>
                <a:lnTo>
                  <a:pt x="621" y="246"/>
                </a:lnTo>
                <a:lnTo>
                  <a:pt x="621" y="247"/>
                </a:lnTo>
                <a:lnTo>
                  <a:pt x="621" y="248"/>
                </a:lnTo>
                <a:lnTo>
                  <a:pt x="621" y="249"/>
                </a:lnTo>
                <a:lnTo>
                  <a:pt x="620" y="249"/>
                </a:lnTo>
                <a:lnTo>
                  <a:pt x="619" y="250"/>
                </a:lnTo>
                <a:lnTo>
                  <a:pt x="619" y="251"/>
                </a:lnTo>
                <a:lnTo>
                  <a:pt x="618" y="252"/>
                </a:lnTo>
                <a:lnTo>
                  <a:pt x="617" y="252"/>
                </a:lnTo>
                <a:lnTo>
                  <a:pt x="617" y="253"/>
                </a:lnTo>
                <a:lnTo>
                  <a:pt x="617" y="254"/>
                </a:lnTo>
                <a:lnTo>
                  <a:pt x="616" y="254"/>
                </a:lnTo>
                <a:lnTo>
                  <a:pt x="616" y="255"/>
                </a:lnTo>
                <a:lnTo>
                  <a:pt x="617" y="255"/>
                </a:lnTo>
                <a:lnTo>
                  <a:pt x="617" y="256"/>
                </a:lnTo>
                <a:lnTo>
                  <a:pt x="616" y="257"/>
                </a:lnTo>
                <a:lnTo>
                  <a:pt x="615" y="257"/>
                </a:lnTo>
                <a:lnTo>
                  <a:pt x="614" y="257"/>
                </a:lnTo>
                <a:lnTo>
                  <a:pt x="614" y="258"/>
                </a:lnTo>
                <a:lnTo>
                  <a:pt x="614" y="259"/>
                </a:lnTo>
                <a:lnTo>
                  <a:pt x="613" y="259"/>
                </a:lnTo>
                <a:lnTo>
                  <a:pt x="613" y="260"/>
                </a:lnTo>
                <a:lnTo>
                  <a:pt x="612" y="260"/>
                </a:lnTo>
                <a:lnTo>
                  <a:pt x="611" y="260"/>
                </a:lnTo>
                <a:lnTo>
                  <a:pt x="610" y="261"/>
                </a:lnTo>
                <a:lnTo>
                  <a:pt x="609" y="261"/>
                </a:lnTo>
                <a:lnTo>
                  <a:pt x="608" y="261"/>
                </a:lnTo>
                <a:lnTo>
                  <a:pt x="608" y="262"/>
                </a:lnTo>
                <a:lnTo>
                  <a:pt x="609" y="262"/>
                </a:lnTo>
                <a:lnTo>
                  <a:pt x="608" y="263"/>
                </a:lnTo>
                <a:lnTo>
                  <a:pt x="608" y="264"/>
                </a:lnTo>
                <a:lnTo>
                  <a:pt x="607" y="264"/>
                </a:lnTo>
                <a:lnTo>
                  <a:pt x="607" y="265"/>
                </a:lnTo>
                <a:lnTo>
                  <a:pt x="608" y="265"/>
                </a:lnTo>
                <a:lnTo>
                  <a:pt x="609" y="265"/>
                </a:lnTo>
                <a:lnTo>
                  <a:pt x="610" y="265"/>
                </a:lnTo>
                <a:lnTo>
                  <a:pt x="610" y="264"/>
                </a:lnTo>
                <a:lnTo>
                  <a:pt x="611" y="264"/>
                </a:lnTo>
                <a:lnTo>
                  <a:pt x="612" y="264"/>
                </a:lnTo>
                <a:lnTo>
                  <a:pt x="613" y="264"/>
                </a:lnTo>
                <a:lnTo>
                  <a:pt x="614" y="264"/>
                </a:lnTo>
                <a:lnTo>
                  <a:pt x="614" y="263"/>
                </a:lnTo>
                <a:lnTo>
                  <a:pt x="615" y="263"/>
                </a:lnTo>
                <a:lnTo>
                  <a:pt x="616" y="264"/>
                </a:lnTo>
                <a:lnTo>
                  <a:pt x="617" y="265"/>
                </a:lnTo>
                <a:lnTo>
                  <a:pt x="618" y="265"/>
                </a:lnTo>
                <a:lnTo>
                  <a:pt x="618" y="266"/>
                </a:lnTo>
                <a:lnTo>
                  <a:pt x="618" y="267"/>
                </a:lnTo>
                <a:lnTo>
                  <a:pt x="619" y="267"/>
                </a:lnTo>
                <a:lnTo>
                  <a:pt x="619" y="268"/>
                </a:lnTo>
                <a:lnTo>
                  <a:pt x="618" y="268"/>
                </a:lnTo>
                <a:lnTo>
                  <a:pt x="618" y="269"/>
                </a:lnTo>
                <a:lnTo>
                  <a:pt x="617" y="269"/>
                </a:lnTo>
                <a:lnTo>
                  <a:pt x="617" y="270"/>
                </a:lnTo>
                <a:lnTo>
                  <a:pt x="616" y="271"/>
                </a:lnTo>
                <a:lnTo>
                  <a:pt x="615" y="271"/>
                </a:lnTo>
                <a:lnTo>
                  <a:pt x="615" y="272"/>
                </a:lnTo>
                <a:lnTo>
                  <a:pt x="614" y="272"/>
                </a:lnTo>
                <a:lnTo>
                  <a:pt x="613" y="273"/>
                </a:lnTo>
                <a:lnTo>
                  <a:pt x="612" y="273"/>
                </a:lnTo>
                <a:lnTo>
                  <a:pt x="612" y="274"/>
                </a:lnTo>
                <a:lnTo>
                  <a:pt x="612" y="275"/>
                </a:lnTo>
                <a:lnTo>
                  <a:pt x="613" y="275"/>
                </a:lnTo>
                <a:lnTo>
                  <a:pt x="613" y="277"/>
                </a:lnTo>
                <a:lnTo>
                  <a:pt x="614" y="277"/>
                </a:lnTo>
                <a:lnTo>
                  <a:pt x="615" y="277"/>
                </a:lnTo>
                <a:lnTo>
                  <a:pt x="616" y="277"/>
                </a:lnTo>
                <a:lnTo>
                  <a:pt x="617" y="278"/>
                </a:lnTo>
                <a:lnTo>
                  <a:pt x="617" y="279"/>
                </a:lnTo>
                <a:lnTo>
                  <a:pt x="615" y="279"/>
                </a:lnTo>
                <a:lnTo>
                  <a:pt x="614" y="279"/>
                </a:lnTo>
                <a:lnTo>
                  <a:pt x="613" y="279"/>
                </a:lnTo>
                <a:lnTo>
                  <a:pt x="612" y="279"/>
                </a:lnTo>
                <a:lnTo>
                  <a:pt x="612" y="280"/>
                </a:lnTo>
                <a:lnTo>
                  <a:pt x="610" y="280"/>
                </a:lnTo>
                <a:lnTo>
                  <a:pt x="610" y="279"/>
                </a:lnTo>
                <a:lnTo>
                  <a:pt x="609" y="279"/>
                </a:lnTo>
                <a:lnTo>
                  <a:pt x="609" y="278"/>
                </a:lnTo>
                <a:lnTo>
                  <a:pt x="610" y="278"/>
                </a:lnTo>
                <a:lnTo>
                  <a:pt x="610" y="277"/>
                </a:lnTo>
                <a:lnTo>
                  <a:pt x="609" y="277"/>
                </a:lnTo>
                <a:lnTo>
                  <a:pt x="609" y="278"/>
                </a:lnTo>
                <a:lnTo>
                  <a:pt x="608" y="277"/>
                </a:lnTo>
                <a:lnTo>
                  <a:pt x="607" y="277"/>
                </a:lnTo>
                <a:lnTo>
                  <a:pt x="606" y="278"/>
                </a:lnTo>
                <a:lnTo>
                  <a:pt x="605" y="278"/>
                </a:lnTo>
                <a:lnTo>
                  <a:pt x="605" y="279"/>
                </a:lnTo>
                <a:lnTo>
                  <a:pt x="605" y="280"/>
                </a:lnTo>
                <a:lnTo>
                  <a:pt x="604" y="280"/>
                </a:lnTo>
                <a:lnTo>
                  <a:pt x="604" y="281"/>
                </a:lnTo>
                <a:lnTo>
                  <a:pt x="605" y="281"/>
                </a:lnTo>
                <a:lnTo>
                  <a:pt x="605" y="282"/>
                </a:lnTo>
                <a:lnTo>
                  <a:pt x="604" y="282"/>
                </a:lnTo>
                <a:lnTo>
                  <a:pt x="604" y="283"/>
                </a:lnTo>
                <a:lnTo>
                  <a:pt x="604" y="282"/>
                </a:lnTo>
                <a:lnTo>
                  <a:pt x="603" y="282"/>
                </a:lnTo>
                <a:lnTo>
                  <a:pt x="603" y="281"/>
                </a:lnTo>
                <a:lnTo>
                  <a:pt x="603" y="282"/>
                </a:lnTo>
                <a:lnTo>
                  <a:pt x="603" y="283"/>
                </a:lnTo>
                <a:lnTo>
                  <a:pt x="604" y="283"/>
                </a:lnTo>
                <a:lnTo>
                  <a:pt x="604" y="284"/>
                </a:lnTo>
                <a:lnTo>
                  <a:pt x="603" y="284"/>
                </a:lnTo>
                <a:lnTo>
                  <a:pt x="602" y="284"/>
                </a:lnTo>
                <a:lnTo>
                  <a:pt x="601" y="283"/>
                </a:lnTo>
                <a:lnTo>
                  <a:pt x="600" y="283"/>
                </a:lnTo>
                <a:lnTo>
                  <a:pt x="599" y="283"/>
                </a:lnTo>
                <a:lnTo>
                  <a:pt x="599" y="284"/>
                </a:lnTo>
                <a:lnTo>
                  <a:pt x="598" y="284"/>
                </a:lnTo>
                <a:lnTo>
                  <a:pt x="597" y="285"/>
                </a:lnTo>
                <a:lnTo>
                  <a:pt x="596" y="285"/>
                </a:lnTo>
                <a:lnTo>
                  <a:pt x="596" y="286"/>
                </a:lnTo>
                <a:lnTo>
                  <a:pt x="596" y="288"/>
                </a:lnTo>
                <a:lnTo>
                  <a:pt x="596" y="289"/>
                </a:lnTo>
                <a:lnTo>
                  <a:pt x="595" y="289"/>
                </a:lnTo>
                <a:lnTo>
                  <a:pt x="595" y="288"/>
                </a:lnTo>
                <a:lnTo>
                  <a:pt x="594" y="287"/>
                </a:lnTo>
                <a:lnTo>
                  <a:pt x="595" y="288"/>
                </a:lnTo>
                <a:lnTo>
                  <a:pt x="595" y="289"/>
                </a:lnTo>
                <a:lnTo>
                  <a:pt x="594" y="289"/>
                </a:lnTo>
                <a:lnTo>
                  <a:pt x="594" y="288"/>
                </a:lnTo>
                <a:lnTo>
                  <a:pt x="594" y="289"/>
                </a:lnTo>
                <a:lnTo>
                  <a:pt x="593" y="289"/>
                </a:lnTo>
                <a:lnTo>
                  <a:pt x="593" y="288"/>
                </a:lnTo>
                <a:lnTo>
                  <a:pt x="593" y="289"/>
                </a:lnTo>
                <a:lnTo>
                  <a:pt x="592" y="289"/>
                </a:lnTo>
                <a:lnTo>
                  <a:pt x="592" y="290"/>
                </a:lnTo>
                <a:lnTo>
                  <a:pt x="592" y="291"/>
                </a:lnTo>
                <a:lnTo>
                  <a:pt x="593" y="291"/>
                </a:lnTo>
                <a:lnTo>
                  <a:pt x="592" y="291"/>
                </a:lnTo>
                <a:lnTo>
                  <a:pt x="593" y="291"/>
                </a:lnTo>
                <a:lnTo>
                  <a:pt x="593" y="292"/>
                </a:lnTo>
                <a:lnTo>
                  <a:pt x="593" y="293"/>
                </a:lnTo>
                <a:lnTo>
                  <a:pt x="592" y="293"/>
                </a:lnTo>
                <a:lnTo>
                  <a:pt x="591" y="293"/>
                </a:lnTo>
                <a:lnTo>
                  <a:pt x="591" y="292"/>
                </a:lnTo>
                <a:lnTo>
                  <a:pt x="590" y="292"/>
                </a:lnTo>
                <a:lnTo>
                  <a:pt x="590" y="291"/>
                </a:lnTo>
                <a:lnTo>
                  <a:pt x="589" y="291"/>
                </a:lnTo>
                <a:lnTo>
                  <a:pt x="589" y="290"/>
                </a:lnTo>
                <a:lnTo>
                  <a:pt x="589" y="291"/>
                </a:lnTo>
                <a:lnTo>
                  <a:pt x="588" y="291"/>
                </a:lnTo>
                <a:lnTo>
                  <a:pt x="587" y="291"/>
                </a:lnTo>
                <a:lnTo>
                  <a:pt x="586" y="291"/>
                </a:lnTo>
                <a:lnTo>
                  <a:pt x="586" y="292"/>
                </a:lnTo>
                <a:lnTo>
                  <a:pt x="585" y="292"/>
                </a:lnTo>
                <a:lnTo>
                  <a:pt x="584" y="292"/>
                </a:lnTo>
                <a:lnTo>
                  <a:pt x="584" y="291"/>
                </a:lnTo>
                <a:lnTo>
                  <a:pt x="583" y="291"/>
                </a:lnTo>
                <a:lnTo>
                  <a:pt x="583" y="290"/>
                </a:lnTo>
                <a:lnTo>
                  <a:pt x="582" y="290"/>
                </a:lnTo>
                <a:lnTo>
                  <a:pt x="581" y="290"/>
                </a:lnTo>
                <a:lnTo>
                  <a:pt x="580" y="290"/>
                </a:lnTo>
                <a:lnTo>
                  <a:pt x="580" y="291"/>
                </a:lnTo>
                <a:lnTo>
                  <a:pt x="579" y="291"/>
                </a:lnTo>
                <a:lnTo>
                  <a:pt x="579" y="292"/>
                </a:lnTo>
                <a:lnTo>
                  <a:pt x="579" y="293"/>
                </a:lnTo>
                <a:lnTo>
                  <a:pt x="579" y="294"/>
                </a:lnTo>
                <a:lnTo>
                  <a:pt x="579" y="293"/>
                </a:lnTo>
                <a:lnTo>
                  <a:pt x="579" y="294"/>
                </a:lnTo>
                <a:lnTo>
                  <a:pt x="578" y="294"/>
                </a:lnTo>
                <a:lnTo>
                  <a:pt x="577" y="294"/>
                </a:lnTo>
                <a:lnTo>
                  <a:pt x="576" y="295"/>
                </a:lnTo>
                <a:lnTo>
                  <a:pt x="575" y="295"/>
                </a:lnTo>
                <a:lnTo>
                  <a:pt x="575" y="294"/>
                </a:lnTo>
                <a:lnTo>
                  <a:pt x="574" y="294"/>
                </a:lnTo>
                <a:lnTo>
                  <a:pt x="573" y="294"/>
                </a:lnTo>
                <a:lnTo>
                  <a:pt x="573" y="295"/>
                </a:lnTo>
                <a:lnTo>
                  <a:pt x="573" y="294"/>
                </a:lnTo>
                <a:lnTo>
                  <a:pt x="572" y="293"/>
                </a:lnTo>
                <a:lnTo>
                  <a:pt x="572" y="292"/>
                </a:lnTo>
                <a:lnTo>
                  <a:pt x="571" y="292"/>
                </a:lnTo>
                <a:lnTo>
                  <a:pt x="571" y="291"/>
                </a:lnTo>
                <a:lnTo>
                  <a:pt x="572" y="291"/>
                </a:lnTo>
                <a:lnTo>
                  <a:pt x="572" y="290"/>
                </a:lnTo>
                <a:lnTo>
                  <a:pt x="571" y="290"/>
                </a:lnTo>
                <a:lnTo>
                  <a:pt x="572" y="290"/>
                </a:lnTo>
                <a:lnTo>
                  <a:pt x="572" y="291"/>
                </a:lnTo>
                <a:lnTo>
                  <a:pt x="571" y="291"/>
                </a:lnTo>
                <a:lnTo>
                  <a:pt x="570" y="291"/>
                </a:lnTo>
                <a:lnTo>
                  <a:pt x="570" y="292"/>
                </a:lnTo>
                <a:lnTo>
                  <a:pt x="571" y="292"/>
                </a:lnTo>
                <a:lnTo>
                  <a:pt x="572" y="293"/>
                </a:lnTo>
                <a:lnTo>
                  <a:pt x="572" y="294"/>
                </a:lnTo>
                <a:lnTo>
                  <a:pt x="572" y="295"/>
                </a:lnTo>
                <a:lnTo>
                  <a:pt x="571" y="295"/>
                </a:lnTo>
                <a:lnTo>
                  <a:pt x="571" y="296"/>
                </a:lnTo>
                <a:lnTo>
                  <a:pt x="570" y="296"/>
                </a:lnTo>
                <a:lnTo>
                  <a:pt x="570" y="297"/>
                </a:lnTo>
                <a:lnTo>
                  <a:pt x="569" y="297"/>
                </a:lnTo>
                <a:lnTo>
                  <a:pt x="568" y="297"/>
                </a:lnTo>
                <a:lnTo>
                  <a:pt x="568" y="298"/>
                </a:lnTo>
                <a:lnTo>
                  <a:pt x="567" y="298"/>
                </a:lnTo>
                <a:lnTo>
                  <a:pt x="566" y="298"/>
                </a:lnTo>
                <a:lnTo>
                  <a:pt x="566" y="297"/>
                </a:lnTo>
                <a:lnTo>
                  <a:pt x="566" y="298"/>
                </a:lnTo>
                <a:lnTo>
                  <a:pt x="566" y="299"/>
                </a:lnTo>
                <a:lnTo>
                  <a:pt x="565" y="299"/>
                </a:lnTo>
                <a:lnTo>
                  <a:pt x="565" y="300"/>
                </a:lnTo>
                <a:lnTo>
                  <a:pt x="565" y="299"/>
                </a:lnTo>
                <a:lnTo>
                  <a:pt x="565" y="300"/>
                </a:lnTo>
                <a:lnTo>
                  <a:pt x="564" y="300"/>
                </a:lnTo>
                <a:lnTo>
                  <a:pt x="563" y="300"/>
                </a:lnTo>
                <a:lnTo>
                  <a:pt x="563" y="299"/>
                </a:lnTo>
                <a:lnTo>
                  <a:pt x="562" y="299"/>
                </a:lnTo>
                <a:lnTo>
                  <a:pt x="561" y="299"/>
                </a:lnTo>
                <a:lnTo>
                  <a:pt x="561" y="298"/>
                </a:lnTo>
                <a:lnTo>
                  <a:pt x="562" y="298"/>
                </a:lnTo>
                <a:lnTo>
                  <a:pt x="562" y="297"/>
                </a:lnTo>
                <a:lnTo>
                  <a:pt x="562" y="296"/>
                </a:lnTo>
                <a:lnTo>
                  <a:pt x="561" y="296"/>
                </a:lnTo>
                <a:lnTo>
                  <a:pt x="561" y="297"/>
                </a:lnTo>
                <a:lnTo>
                  <a:pt x="561" y="298"/>
                </a:lnTo>
                <a:lnTo>
                  <a:pt x="561" y="299"/>
                </a:lnTo>
                <a:lnTo>
                  <a:pt x="561" y="300"/>
                </a:lnTo>
                <a:lnTo>
                  <a:pt x="562" y="300"/>
                </a:lnTo>
                <a:lnTo>
                  <a:pt x="562" y="301"/>
                </a:lnTo>
                <a:lnTo>
                  <a:pt x="561" y="301"/>
                </a:lnTo>
                <a:lnTo>
                  <a:pt x="560" y="301"/>
                </a:lnTo>
                <a:lnTo>
                  <a:pt x="559" y="301"/>
                </a:lnTo>
                <a:lnTo>
                  <a:pt x="559" y="300"/>
                </a:lnTo>
                <a:lnTo>
                  <a:pt x="558" y="300"/>
                </a:lnTo>
                <a:lnTo>
                  <a:pt x="558" y="301"/>
                </a:lnTo>
                <a:lnTo>
                  <a:pt x="559" y="301"/>
                </a:lnTo>
                <a:lnTo>
                  <a:pt x="559" y="302"/>
                </a:lnTo>
                <a:lnTo>
                  <a:pt x="558" y="302"/>
                </a:lnTo>
                <a:lnTo>
                  <a:pt x="557" y="302"/>
                </a:lnTo>
                <a:lnTo>
                  <a:pt x="557" y="303"/>
                </a:lnTo>
                <a:lnTo>
                  <a:pt x="556" y="303"/>
                </a:lnTo>
                <a:lnTo>
                  <a:pt x="556" y="304"/>
                </a:lnTo>
                <a:lnTo>
                  <a:pt x="555" y="304"/>
                </a:lnTo>
                <a:lnTo>
                  <a:pt x="555" y="305"/>
                </a:lnTo>
                <a:lnTo>
                  <a:pt x="555" y="307"/>
                </a:lnTo>
                <a:lnTo>
                  <a:pt x="556" y="307"/>
                </a:lnTo>
                <a:lnTo>
                  <a:pt x="556" y="308"/>
                </a:lnTo>
                <a:lnTo>
                  <a:pt x="556" y="307"/>
                </a:lnTo>
                <a:lnTo>
                  <a:pt x="556" y="308"/>
                </a:lnTo>
                <a:lnTo>
                  <a:pt x="557" y="308"/>
                </a:lnTo>
                <a:lnTo>
                  <a:pt x="558" y="308"/>
                </a:lnTo>
                <a:lnTo>
                  <a:pt x="559" y="308"/>
                </a:lnTo>
                <a:lnTo>
                  <a:pt x="559" y="309"/>
                </a:lnTo>
                <a:lnTo>
                  <a:pt x="559" y="310"/>
                </a:lnTo>
                <a:lnTo>
                  <a:pt x="558" y="310"/>
                </a:lnTo>
                <a:lnTo>
                  <a:pt x="558" y="311"/>
                </a:lnTo>
                <a:lnTo>
                  <a:pt x="558" y="310"/>
                </a:lnTo>
                <a:lnTo>
                  <a:pt x="557" y="310"/>
                </a:lnTo>
                <a:lnTo>
                  <a:pt x="557" y="309"/>
                </a:lnTo>
                <a:lnTo>
                  <a:pt x="557" y="310"/>
                </a:lnTo>
                <a:lnTo>
                  <a:pt x="556" y="310"/>
                </a:lnTo>
                <a:lnTo>
                  <a:pt x="556" y="309"/>
                </a:lnTo>
                <a:lnTo>
                  <a:pt x="555" y="309"/>
                </a:lnTo>
                <a:lnTo>
                  <a:pt x="554" y="309"/>
                </a:lnTo>
                <a:lnTo>
                  <a:pt x="553" y="309"/>
                </a:lnTo>
                <a:lnTo>
                  <a:pt x="553" y="310"/>
                </a:lnTo>
                <a:lnTo>
                  <a:pt x="552" y="310"/>
                </a:lnTo>
                <a:lnTo>
                  <a:pt x="551" y="310"/>
                </a:lnTo>
                <a:lnTo>
                  <a:pt x="551" y="311"/>
                </a:lnTo>
                <a:lnTo>
                  <a:pt x="550" y="311"/>
                </a:lnTo>
                <a:lnTo>
                  <a:pt x="549" y="311"/>
                </a:lnTo>
                <a:lnTo>
                  <a:pt x="548" y="311"/>
                </a:lnTo>
                <a:lnTo>
                  <a:pt x="548" y="310"/>
                </a:lnTo>
                <a:lnTo>
                  <a:pt x="547" y="310"/>
                </a:lnTo>
                <a:lnTo>
                  <a:pt x="548" y="310"/>
                </a:lnTo>
                <a:lnTo>
                  <a:pt x="548" y="309"/>
                </a:lnTo>
                <a:lnTo>
                  <a:pt x="547" y="308"/>
                </a:lnTo>
                <a:lnTo>
                  <a:pt x="546" y="308"/>
                </a:lnTo>
                <a:lnTo>
                  <a:pt x="546" y="309"/>
                </a:lnTo>
                <a:lnTo>
                  <a:pt x="545" y="309"/>
                </a:lnTo>
                <a:lnTo>
                  <a:pt x="545" y="310"/>
                </a:lnTo>
                <a:lnTo>
                  <a:pt x="544" y="311"/>
                </a:lnTo>
                <a:lnTo>
                  <a:pt x="543" y="312"/>
                </a:lnTo>
                <a:lnTo>
                  <a:pt x="543" y="313"/>
                </a:lnTo>
                <a:lnTo>
                  <a:pt x="542" y="313"/>
                </a:lnTo>
                <a:lnTo>
                  <a:pt x="541" y="313"/>
                </a:lnTo>
                <a:lnTo>
                  <a:pt x="541" y="314"/>
                </a:lnTo>
                <a:lnTo>
                  <a:pt x="540" y="314"/>
                </a:lnTo>
                <a:lnTo>
                  <a:pt x="540" y="315"/>
                </a:lnTo>
                <a:lnTo>
                  <a:pt x="539" y="315"/>
                </a:lnTo>
                <a:lnTo>
                  <a:pt x="538" y="315"/>
                </a:lnTo>
                <a:lnTo>
                  <a:pt x="538" y="316"/>
                </a:lnTo>
                <a:lnTo>
                  <a:pt x="537" y="316"/>
                </a:lnTo>
                <a:lnTo>
                  <a:pt x="536" y="316"/>
                </a:lnTo>
                <a:lnTo>
                  <a:pt x="536" y="317"/>
                </a:lnTo>
                <a:lnTo>
                  <a:pt x="535" y="317"/>
                </a:lnTo>
                <a:lnTo>
                  <a:pt x="534" y="317"/>
                </a:lnTo>
                <a:lnTo>
                  <a:pt x="534" y="318"/>
                </a:lnTo>
                <a:lnTo>
                  <a:pt x="533" y="318"/>
                </a:lnTo>
                <a:lnTo>
                  <a:pt x="533" y="319"/>
                </a:lnTo>
                <a:lnTo>
                  <a:pt x="532" y="319"/>
                </a:lnTo>
                <a:lnTo>
                  <a:pt x="532" y="320"/>
                </a:lnTo>
                <a:lnTo>
                  <a:pt x="531" y="320"/>
                </a:lnTo>
                <a:lnTo>
                  <a:pt x="531" y="321"/>
                </a:lnTo>
                <a:lnTo>
                  <a:pt x="531" y="323"/>
                </a:lnTo>
                <a:lnTo>
                  <a:pt x="531" y="324"/>
                </a:lnTo>
                <a:lnTo>
                  <a:pt x="531" y="325"/>
                </a:lnTo>
                <a:lnTo>
                  <a:pt x="530" y="325"/>
                </a:lnTo>
                <a:lnTo>
                  <a:pt x="529" y="325"/>
                </a:lnTo>
                <a:lnTo>
                  <a:pt x="530" y="325"/>
                </a:lnTo>
                <a:lnTo>
                  <a:pt x="529" y="325"/>
                </a:lnTo>
                <a:lnTo>
                  <a:pt x="529" y="326"/>
                </a:lnTo>
                <a:lnTo>
                  <a:pt x="528" y="326"/>
                </a:lnTo>
                <a:lnTo>
                  <a:pt x="528" y="325"/>
                </a:lnTo>
                <a:lnTo>
                  <a:pt x="529" y="325"/>
                </a:lnTo>
                <a:lnTo>
                  <a:pt x="528" y="325"/>
                </a:lnTo>
                <a:lnTo>
                  <a:pt x="528" y="326"/>
                </a:lnTo>
                <a:lnTo>
                  <a:pt x="527" y="326"/>
                </a:lnTo>
                <a:lnTo>
                  <a:pt x="526" y="326"/>
                </a:lnTo>
                <a:lnTo>
                  <a:pt x="526" y="327"/>
                </a:lnTo>
                <a:lnTo>
                  <a:pt x="526" y="326"/>
                </a:lnTo>
                <a:lnTo>
                  <a:pt x="526" y="327"/>
                </a:lnTo>
                <a:lnTo>
                  <a:pt x="526" y="326"/>
                </a:lnTo>
                <a:lnTo>
                  <a:pt x="525" y="326"/>
                </a:lnTo>
                <a:lnTo>
                  <a:pt x="525" y="327"/>
                </a:lnTo>
                <a:lnTo>
                  <a:pt x="524" y="327"/>
                </a:lnTo>
                <a:lnTo>
                  <a:pt x="523" y="327"/>
                </a:lnTo>
                <a:lnTo>
                  <a:pt x="522" y="327"/>
                </a:lnTo>
                <a:lnTo>
                  <a:pt x="522" y="328"/>
                </a:lnTo>
                <a:lnTo>
                  <a:pt x="521" y="328"/>
                </a:lnTo>
                <a:lnTo>
                  <a:pt x="520" y="328"/>
                </a:lnTo>
                <a:lnTo>
                  <a:pt x="520" y="329"/>
                </a:lnTo>
                <a:lnTo>
                  <a:pt x="519" y="329"/>
                </a:lnTo>
                <a:lnTo>
                  <a:pt x="519" y="330"/>
                </a:lnTo>
                <a:lnTo>
                  <a:pt x="518" y="330"/>
                </a:lnTo>
                <a:lnTo>
                  <a:pt x="518" y="331"/>
                </a:lnTo>
                <a:lnTo>
                  <a:pt x="517" y="331"/>
                </a:lnTo>
                <a:lnTo>
                  <a:pt x="517" y="332"/>
                </a:lnTo>
                <a:lnTo>
                  <a:pt x="516" y="332"/>
                </a:lnTo>
                <a:lnTo>
                  <a:pt x="515" y="332"/>
                </a:lnTo>
                <a:lnTo>
                  <a:pt x="515" y="333"/>
                </a:lnTo>
                <a:lnTo>
                  <a:pt x="514" y="333"/>
                </a:lnTo>
                <a:lnTo>
                  <a:pt x="514" y="334"/>
                </a:lnTo>
                <a:lnTo>
                  <a:pt x="513" y="334"/>
                </a:lnTo>
                <a:lnTo>
                  <a:pt x="512" y="334"/>
                </a:lnTo>
                <a:lnTo>
                  <a:pt x="512" y="335"/>
                </a:lnTo>
                <a:lnTo>
                  <a:pt x="511" y="335"/>
                </a:lnTo>
                <a:lnTo>
                  <a:pt x="511" y="336"/>
                </a:lnTo>
                <a:lnTo>
                  <a:pt x="511" y="337"/>
                </a:lnTo>
                <a:lnTo>
                  <a:pt x="510" y="337"/>
                </a:lnTo>
                <a:lnTo>
                  <a:pt x="510" y="338"/>
                </a:lnTo>
                <a:lnTo>
                  <a:pt x="509" y="338"/>
                </a:lnTo>
                <a:lnTo>
                  <a:pt x="509" y="339"/>
                </a:lnTo>
                <a:lnTo>
                  <a:pt x="509" y="340"/>
                </a:lnTo>
                <a:lnTo>
                  <a:pt x="508" y="340"/>
                </a:lnTo>
                <a:lnTo>
                  <a:pt x="508" y="339"/>
                </a:lnTo>
                <a:lnTo>
                  <a:pt x="508" y="340"/>
                </a:lnTo>
                <a:lnTo>
                  <a:pt x="508" y="339"/>
                </a:lnTo>
                <a:lnTo>
                  <a:pt x="509" y="339"/>
                </a:lnTo>
                <a:lnTo>
                  <a:pt x="508" y="339"/>
                </a:lnTo>
                <a:lnTo>
                  <a:pt x="507" y="339"/>
                </a:lnTo>
                <a:lnTo>
                  <a:pt x="507" y="340"/>
                </a:lnTo>
                <a:lnTo>
                  <a:pt x="506" y="340"/>
                </a:lnTo>
                <a:lnTo>
                  <a:pt x="505" y="340"/>
                </a:lnTo>
                <a:lnTo>
                  <a:pt x="505" y="341"/>
                </a:lnTo>
                <a:lnTo>
                  <a:pt x="505" y="342"/>
                </a:lnTo>
                <a:lnTo>
                  <a:pt x="504" y="342"/>
                </a:lnTo>
                <a:lnTo>
                  <a:pt x="504" y="343"/>
                </a:lnTo>
                <a:lnTo>
                  <a:pt x="503" y="343"/>
                </a:lnTo>
                <a:lnTo>
                  <a:pt x="502" y="343"/>
                </a:lnTo>
                <a:lnTo>
                  <a:pt x="502" y="344"/>
                </a:lnTo>
                <a:lnTo>
                  <a:pt x="501" y="344"/>
                </a:lnTo>
                <a:lnTo>
                  <a:pt x="501" y="345"/>
                </a:lnTo>
                <a:lnTo>
                  <a:pt x="501" y="346"/>
                </a:lnTo>
                <a:lnTo>
                  <a:pt x="500" y="346"/>
                </a:lnTo>
                <a:lnTo>
                  <a:pt x="499" y="347"/>
                </a:lnTo>
                <a:lnTo>
                  <a:pt x="498" y="347"/>
                </a:lnTo>
                <a:lnTo>
                  <a:pt x="498" y="348"/>
                </a:lnTo>
                <a:lnTo>
                  <a:pt x="497" y="348"/>
                </a:lnTo>
                <a:lnTo>
                  <a:pt x="497" y="349"/>
                </a:lnTo>
                <a:lnTo>
                  <a:pt x="496" y="349"/>
                </a:lnTo>
                <a:lnTo>
                  <a:pt x="496" y="350"/>
                </a:lnTo>
                <a:lnTo>
                  <a:pt x="496" y="351"/>
                </a:lnTo>
                <a:lnTo>
                  <a:pt x="495" y="351"/>
                </a:lnTo>
                <a:lnTo>
                  <a:pt x="495" y="353"/>
                </a:lnTo>
                <a:lnTo>
                  <a:pt x="496" y="353"/>
                </a:lnTo>
                <a:lnTo>
                  <a:pt x="497" y="353"/>
                </a:lnTo>
                <a:lnTo>
                  <a:pt x="497" y="354"/>
                </a:lnTo>
                <a:lnTo>
                  <a:pt x="498" y="354"/>
                </a:lnTo>
                <a:lnTo>
                  <a:pt x="498" y="355"/>
                </a:lnTo>
                <a:lnTo>
                  <a:pt x="499" y="355"/>
                </a:lnTo>
                <a:lnTo>
                  <a:pt x="499" y="356"/>
                </a:lnTo>
                <a:lnTo>
                  <a:pt x="498" y="356"/>
                </a:lnTo>
                <a:lnTo>
                  <a:pt x="498" y="357"/>
                </a:lnTo>
                <a:lnTo>
                  <a:pt x="498" y="358"/>
                </a:lnTo>
                <a:lnTo>
                  <a:pt x="498" y="359"/>
                </a:lnTo>
                <a:lnTo>
                  <a:pt x="497" y="359"/>
                </a:lnTo>
                <a:lnTo>
                  <a:pt x="497" y="360"/>
                </a:lnTo>
                <a:lnTo>
                  <a:pt x="497" y="359"/>
                </a:lnTo>
                <a:lnTo>
                  <a:pt x="496" y="359"/>
                </a:lnTo>
                <a:lnTo>
                  <a:pt x="495" y="359"/>
                </a:lnTo>
                <a:lnTo>
                  <a:pt x="495" y="360"/>
                </a:lnTo>
                <a:lnTo>
                  <a:pt x="494" y="360"/>
                </a:lnTo>
                <a:lnTo>
                  <a:pt x="494" y="361"/>
                </a:lnTo>
                <a:lnTo>
                  <a:pt x="493" y="361"/>
                </a:lnTo>
                <a:lnTo>
                  <a:pt x="492" y="361"/>
                </a:lnTo>
                <a:lnTo>
                  <a:pt x="491" y="361"/>
                </a:lnTo>
                <a:lnTo>
                  <a:pt x="491" y="362"/>
                </a:lnTo>
                <a:lnTo>
                  <a:pt x="491" y="363"/>
                </a:lnTo>
                <a:lnTo>
                  <a:pt x="492" y="363"/>
                </a:lnTo>
                <a:lnTo>
                  <a:pt x="492" y="364"/>
                </a:lnTo>
                <a:lnTo>
                  <a:pt x="491" y="364"/>
                </a:lnTo>
                <a:lnTo>
                  <a:pt x="491" y="365"/>
                </a:lnTo>
                <a:lnTo>
                  <a:pt x="490" y="365"/>
                </a:lnTo>
                <a:lnTo>
                  <a:pt x="490" y="364"/>
                </a:lnTo>
                <a:lnTo>
                  <a:pt x="489" y="364"/>
                </a:lnTo>
                <a:lnTo>
                  <a:pt x="489" y="365"/>
                </a:lnTo>
                <a:lnTo>
                  <a:pt x="488" y="365"/>
                </a:lnTo>
                <a:lnTo>
                  <a:pt x="487" y="365"/>
                </a:lnTo>
                <a:lnTo>
                  <a:pt x="486" y="365"/>
                </a:lnTo>
                <a:lnTo>
                  <a:pt x="486" y="366"/>
                </a:lnTo>
                <a:lnTo>
                  <a:pt x="485" y="367"/>
                </a:lnTo>
                <a:lnTo>
                  <a:pt x="485" y="368"/>
                </a:lnTo>
                <a:lnTo>
                  <a:pt x="485" y="369"/>
                </a:lnTo>
                <a:lnTo>
                  <a:pt x="484" y="369"/>
                </a:lnTo>
                <a:lnTo>
                  <a:pt x="484" y="372"/>
                </a:lnTo>
                <a:lnTo>
                  <a:pt x="483" y="372"/>
                </a:lnTo>
                <a:lnTo>
                  <a:pt x="483" y="373"/>
                </a:lnTo>
                <a:lnTo>
                  <a:pt x="482" y="373"/>
                </a:lnTo>
                <a:lnTo>
                  <a:pt x="482" y="374"/>
                </a:lnTo>
                <a:lnTo>
                  <a:pt x="481" y="374"/>
                </a:lnTo>
                <a:lnTo>
                  <a:pt x="480" y="374"/>
                </a:lnTo>
                <a:lnTo>
                  <a:pt x="480" y="375"/>
                </a:lnTo>
                <a:lnTo>
                  <a:pt x="480" y="376"/>
                </a:lnTo>
                <a:lnTo>
                  <a:pt x="479" y="375"/>
                </a:lnTo>
                <a:lnTo>
                  <a:pt x="478" y="374"/>
                </a:lnTo>
                <a:lnTo>
                  <a:pt x="477" y="374"/>
                </a:lnTo>
                <a:lnTo>
                  <a:pt x="478" y="374"/>
                </a:lnTo>
                <a:lnTo>
                  <a:pt x="477" y="375"/>
                </a:lnTo>
                <a:lnTo>
                  <a:pt x="475" y="375"/>
                </a:lnTo>
                <a:lnTo>
                  <a:pt x="474" y="375"/>
                </a:lnTo>
                <a:lnTo>
                  <a:pt x="471" y="376"/>
                </a:lnTo>
                <a:lnTo>
                  <a:pt x="470" y="376"/>
                </a:lnTo>
                <a:lnTo>
                  <a:pt x="470" y="377"/>
                </a:lnTo>
                <a:lnTo>
                  <a:pt x="469" y="377"/>
                </a:lnTo>
                <a:lnTo>
                  <a:pt x="468" y="377"/>
                </a:lnTo>
                <a:lnTo>
                  <a:pt x="466" y="378"/>
                </a:lnTo>
                <a:lnTo>
                  <a:pt x="465" y="378"/>
                </a:lnTo>
                <a:lnTo>
                  <a:pt x="462" y="377"/>
                </a:lnTo>
                <a:lnTo>
                  <a:pt x="461" y="376"/>
                </a:lnTo>
                <a:lnTo>
                  <a:pt x="460" y="376"/>
                </a:lnTo>
                <a:lnTo>
                  <a:pt x="458" y="376"/>
                </a:lnTo>
                <a:lnTo>
                  <a:pt x="457" y="376"/>
                </a:lnTo>
                <a:lnTo>
                  <a:pt x="456" y="376"/>
                </a:lnTo>
                <a:lnTo>
                  <a:pt x="456" y="375"/>
                </a:lnTo>
                <a:lnTo>
                  <a:pt x="455" y="375"/>
                </a:lnTo>
                <a:lnTo>
                  <a:pt x="455" y="376"/>
                </a:lnTo>
                <a:lnTo>
                  <a:pt x="453" y="376"/>
                </a:lnTo>
                <a:lnTo>
                  <a:pt x="453" y="375"/>
                </a:lnTo>
                <a:lnTo>
                  <a:pt x="452" y="375"/>
                </a:lnTo>
                <a:lnTo>
                  <a:pt x="451" y="375"/>
                </a:lnTo>
                <a:lnTo>
                  <a:pt x="450" y="375"/>
                </a:lnTo>
                <a:lnTo>
                  <a:pt x="451" y="375"/>
                </a:lnTo>
                <a:lnTo>
                  <a:pt x="451" y="374"/>
                </a:lnTo>
                <a:lnTo>
                  <a:pt x="450" y="374"/>
                </a:lnTo>
                <a:lnTo>
                  <a:pt x="449" y="375"/>
                </a:lnTo>
                <a:lnTo>
                  <a:pt x="448" y="375"/>
                </a:lnTo>
                <a:lnTo>
                  <a:pt x="447" y="375"/>
                </a:lnTo>
                <a:lnTo>
                  <a:pt x="446" y="375"/>
                </a:lnTo>
                <a:lnTo>
                  <a:pt x="446" y="376"/>
                </a:lnTo>
                <a:lnTo>
                  <a:pt x="445" y="376"/>
                </a:lnTo>
                <a:lnTo>
                  <a:pt x="443" y="376"/>
                </a:lnTo>
                <a:lnTo>
                  <a:pt x="442" y="376"/>
                </a:lnTo>
                <a:lnTo>
                  <a:pt x="442" y="375"/>
                </a:lnTo>
                <a:lnTo>
                  <a:pt x="438" y="377"/>
                </a:lnTo>
                <a:lnTo>
                  <a:pt x="437" y="375"/>
                </a:lnTo>
                <a:lnTo>
                  <a:pt x="436" y="375"/>
                </a:lnTo>
                <a:lnTo>
                  <a:pt x="434" y="374"/>
                </a:lnTo>
                <a:lnTo>
                  <a:pt x="434" y="373"/>
                </a:lnTo>
                <a:lnTo>
                  <a:pt x="434" y="372"/>
                </a:lnTo>
                <a:lnTo>
                  <a:pt x="433" y="372"/>
                </a:lnTo>
                <a:lnTo>
                  <a:pt x="434" y="374"/>
                </a:lnTo>
                <a:lnTo>
                  <a:pt x="434" y="375"/>
                </a:lnTo>
                <a:lnTo>
                  <a:pt x="433" y="375"/>
                </a:lnTo>
                <a:lnTo>
                  <a:pt x="432" y="375"/>
                </a:lnTo>
                <a:lnTo>
                  <a:pt x="432" y="376"/>
                </a:lnTo>
                <a:lnTo>
                  <a:pt x="433" y="376"/>
                </a:lnTo>
                <a:lnTo>
                  <a:pt x="433" y="377"/>
                </a:lnTo>
                <a:lnTo>
                  <a:pt x="433" y="378"/>
                </a:lnTo>
                <a:lnTo>
                  <a:pt x="432" y="378"/>
                </a:lnTo>
                <a:lnTo>
                  <a:pt x="432" y="379"/>
                </a:lnTo>
                <a:lnTo>
                  <a:pt x="431" y="379"/>
                </a:lnTo>
                <a:lnTo>
                  <a:pt x="431" y="380"/>
                </a:lnTo>
                <a:lnTo>
                  <a:pt x="430" y="380"/>
                </a:lnTo>
                <a:lnTo>
                  <a:pt x="429" y="381"/>
                </a:lnTo>
                <a:lnTo>
                  <a:pt x="428" y="381"/>
                </a:lnTo>
                <a:lnTo>
                  <a:pt x="427" y="380"/>
                </a:lnTo>
                <a:lnTo>
                  <a:pt x="428" y="380"/>
                </a:lnTo>
                <a:lnTo>
                  <a:pt x="427" y="380"/>
                </a:lnTo>
                <a:lnTo>
                  <a:pt x="426" y="380"/>
                </a:lnTo>
                <a:lnTo>
                  <a:pt x="426" y="381"/>
                </a:lnTo>
                <a:lnTo>
                  <a:pt x="426" y="382"/>
                </a:lnTo>
                <a:lnTo>
                  <a:pt x="425" y="382"/>
                </a:lnTo>
                <a:lnTo>
                  <a:pt x="424" y="382"/>
                </a:lnTo>
                <a:lnTo>
                  <a:pt x="425" y="382"/>
                </a:lnTo>
                <a:lnTo>
                  <a:pt x="425" y="381"/>
                </a:lnTo>
                <a:lnTo>
                  <a:pt x="424" y="380"/>
                </a:lnTo>
                <a:lnTo>
                  <a:pt x="424" y="379"/>
                </a:lnTo>
                <a:lnTo>
                  <a:pt x="423" y="379"/>
                </a:lnTo>
                <a:lnTo>
                  <a:pt x="422" y="379"/>
                </a:lnTo>
                <a:lnTo>
                  <a:pt x="422" y="381"/>
                </a:lnTo>
                <a:lnTo>
                  <a:pt x="420" y="381"/>
                </a:lnTo>
                <a:lnTo>
                  <a:pt x="420" y="382"/>
                </a:lnTo>
                <a:lnTo>
                  <a:pt x="419" y="382"/>
                </a:lnTo>
                <a:lnTo>
                  <a:pt x="418" y="382"/>
                </a:lnTo>
                <a:lnTo>
                  <a:pt x="417" y="382"/>
                </a:lnTo>
                <a:lnTo>
                  <a:pt x="417" y="383"/>
                </a:lnTo>
                <a:lnTo>
                  <a:pt x="418" y="383"/>
                </a:lnTo>
                <a:lnTo>
                  <a:pt x="417" y="383"/>
                </a:lnTo>
                <a:lnTo>
                  <a:pt x="416" y="383"/>
                </a:lnTo>
                <a:lnTo>
                  <a:pt x="416" y="384"/>
                </a:lnTo>
                <a:lnTo>
                  <a:pt x="415" y="384"/>
                </a:lnTo>
                <a:lnTo>
                  <a:pt x="415" y="385"/>
                </a:lnTo>
                <a:lnTo>
                  <a:pt x="414" y="385"/>
                </a:lnTo>
                <a:lnTo>
                  <a:pt x="413" y="385"/>
                </a:lnTo>
                <a:lnTo>
                  <a:pt x="412" y="384"/>
                </a:lnTo>
                <a:lnTo>
                  <a:pt x="412" y="385"/>
                </a:lnTo>
                <a:lnTo>
                  <a:pt x="411" y="385"/>
                </a:lnTo>
                <a:lnTo>
                  <a:pt x="410" y="386"/>
                </a:lnTo>
                <a:lnTo>
                  <a:pt x="410" y="385"/>
                </a:lnTo>
                <a:lnTo>
                  <a:pt x="410" y="384"/>
                </a:lnTo>
                <a:lnTo>
                  <a:pt x="411" y="383"/>
                </a:lnTo>
                <a:lnTo>
                  <a:pt x="412" y="383"/>
                </a:lnTo>
                <a:lnTo>
                  <a:pt x="413" y="383"/>
                </a:lnTo>
                <a:lnTo>
                  <a:pt x="413" y="382"/>
                </a:lnTo>
                <a:lnTo>
                  <a:pt x="412" y="382"/>
                </a:lnTo>
                <a:lnTo>
                  <a:pt x="411" y="383"/>
                </a:lnTo>
                <a:lnTo>
                  <a:pt x="411" y="382"/>
                </a:lnTo>
                <a:lnTo>
                  <a:pt x="411" y="381"/>
                </a:lnTo>
                <a:lnTo>
                  <a:pt x="411" y="380"/>
                </a:lnTo>
                <a:lnTo>
                  <a:pt x="412" y="380"/>
                </a:lnTo>
                <a:lnTo>
                  <a:pt x="412" y="379"/>
                </a:lnTo>
                <a:lnTo>
                  <a:pt x="412" y="378"/>
                </a:lnTo>
                <a:lnTo>
                  <a:pt x="412" y="379"/>
                </a:lnTo>
                <a:lnTo>
                  <a:pt x="411" y="380"/>
                </a:lnTo>
                <a:lnTo>
                  <a:pt x="410" y="380"/>
                </a:lnTo>
                <a:lnTo>
                  <a:pt x="411" y="381"/>
                </a:lnTo>
                <a:lnTo>
                  <a:pt x="411" y="382"/>
                </a:lnTo>
                <a:lnTo>
                  <a:pt x="410" y="383"/>
                </a:lnTo>
                <a:lnTo>
                  <a:pt x="409" y="383"/>
                </a:lnTo>
                <a:lnTo>
                  <a:pt x="408" y="383"/>
                </a:lnTo>
                <a:lnTo>
                  <a:pt x="406" y="383"/>
                </a:lnTo>
                <a:lnTo>
                  <a:pt x="406" y="382"/>
                </a:lnTo>
                <a:lnTo>
                  <a:pt x="405" y="382"/>
                </a:lnTo>
                <a:lnTo>
                  <a:pt x="405" y="383"/>
                </a:lnTo>
                <a:lnTo>
                  <a:pt x="404" y="383"/>
                </a:lnTo>
                <a:lnTo>
                  <a:pt x="403" y="383"/>
                </a:lnTo>
                <a:lnTo>
                  <a:pt x="402" y="382"/>
                </a:lnTo>
                <a:lnTo>
                  <a:pt x="402" y="381"/>
                </a:lnTo>
                <a:lnTo>
                  <a:pt x="401" y="380"/>
                </a:lnTo>
                <a:lnTo>
                  <a:pt x="401" y="379"/>
                </a:lnTo>
                <a:lnTo>
                  <a:pt x="400" y="379"/>
                </a:lnTo>
                <a:lnTo>
                  <a:pt x="400" y="380"/>
                </a:lnTo>
                <a:lnTo>
                  <a:pt x="402" y="382"/>
                </a:lnTo>
                <a:lnTo>
                  <a:pt x="401" y="382"/>
                </a:lnTo>
                <a:lnTo>
                  <a:pt x="399" y="382"/>
                </a:lnTo>
                <a:lnTo>
                  <a:pt x="399" y="383"/>
                </a:lnTo>
                <a:lnTo>
                  <a:pt x="400" y="384"/>
                </a:lnTo>
                <a:lnTo>
                  <a:pt x="399" y="384"/>
                </a:lnTo>
                <a:lnTo>
                  <a:pt x="398" y="383"/>
                </a:lnTo>
                <a:lnTo>
                  <a:pt x="397" y="383"/>
                </a:lnTo>
                <a:lnTo>
                  <a:pt x="397" y="384"/>
                </a:lnTo>
                <a:lnTo>
                  <a:pt x="398" y="384"/>
                </a:lnTo>
                <a:lnTo>
                  <a:pt x="399" y="384"/>
                </a:lnTo>
                <a:lnTo>
                  <a:pt x="400" y="386"/>
                </a:lnTo>
                <a:lnTo>
                  <a:pt x="399" y="386"/>
                </a:lnTo>
                <a:lnTo>
                  <a:pt x="399" y="387"/>
                </a:lnTo>
                <a:lnTo>
                  <a:pt x="400" y="388"/>
                </a:lnTo>
                <a:lnTo>
                  <a:pt x="401" y="388"/>
                </a:lnTo>
                <a:lnTo>
                  <a:pt x="400" y="389"/>
                </a:lnTo>
                <a:lnTo>
                  <a:pt x="399" y="388"/>
                </a:lnTo>
                <a:lnTo>
                  <a:pt x="398" y="389"/>
                </a:lnTo>
                <a:lnTo>
                  <a:pt x="397" y="389"/>
                </a:lnTo>
                <a:lnTo>
                  <a:pt x="396" y="388"/>
                </a:lnTo>
                <a:lnTo>
                  <a:pt x="395" y="388"/>
                </a:lnTo>
                <a:lnTo>
                  <a:pt x="394" y="389"/>
                </a:lnTo>
                <a:lnTo>
                  <a:pt x="394" y="390"/>
                </a:lnTo>
                <a:lnTo>
                  <a:pt x="395" y="390"/>
                </a:lnTo>
                <a:lnTo>
                  <a:pt x="395" y="391"/>
                </a:lnTo>
                <a:lnTo>
                  <a:pt x="394" y="391"/>
                </a:lnTo>
                <a:lnTo>
                  <a:pt x="392" y="391"/>
                </a:lnTo>
                <a:lnTo>
                  <a:pt x="391" y="391"/>
                </a:lnTo>
                <a:lnTo>
                  <a:pt x="390" y="391"/>
                </a:lnTo>
                <a:lnTo>
                  <a:pt x="390" y="392"/>
                </a:lnTo>
                <a:lnTo>
                  <a:pt x="389" y="392"/>
                </a:lnTo>
                <a:lnTo>
                  <a:pt x="388" y="393"/>
                </a:lnTo>
                <a:lnTo>
                  <a:pt x="388" y="394"/>
                </a:lnTo>
                <a:lnTo>
                  <a:pt x="387" y="394"/>
                </a:lnTo>
                <a:lnTo>
                  <a:pt x="386" y="393"/>
                </a:lnTo>
                <a:lnTo>
                  <a:pt x="386" y="392"/>
                </a:lnTo>
                <a:lnTo>
                  <a:pt x="387" y="392"/>
                </a:lnTo>
                <a:lnTo>
                  <a:pt x="386" y="392"/>
                </a:lnTo>
                <a:lnTo>
                  <a:pt x="385" y="391"/>
                </a:lnTo>
                <a:lnTo>
                  <a:pt x="384" y="391"/>
                </a:lnTo>
                <a:lnTo>
                  <a:pt x="384" y="390"/>
                </a:lnTo>
                <a:lnTo>
                  <a:pt x="383" y="391"/>
                </a:lnTo>
                <a:lnTo>
                  <a:pt x="384" y="392"/>
                </a:lnTo>
                <a:lnTo>
                  <a:pt x="383" y="392"/>
                </a:lnTo>
                <a:lnTo>
                  <a:pt x="382" y="392"/>
                </a:lnTo>
                <a:lnTo>
                  <a:pt x="382" y="391"/>
                </a:lnTo>
                <a:lnTo>
                  <a:pt x="380" y="392"/>
                </a:lnTo>
                <a:lnTo>
                  <a:pt x="378" y="392"/>
                </a:lnTo>
                <a:lnTo>
                  <a:pt x="377" y="392"/>
                </a:lnTo>
                <a:lnTo>
                  <a:pt x="376" y="392"/>
                </a:lnTo>
                <a:lnTo>
                  <a:pt x="376" y="391"/>
                </a:lnTo>
                <a:lnTo>
                  <a:pt x="376" y="390"/>
                </a:lnTo>
                <a:lnTo>
                  <a:pt x="376" y="391"/>
                </a:lnTo>
                <a:lnTo>
                  <a:pt x="375" y="392"/>
                </a:lnTo>
                <a:lnTo>
                  <a:pt x="374" y="392"/>
                </a:lnTo>
                <a:lnTo>
                  <a:pt x="373" y="392"/>
                </a:lnTo>
                <a:lnTo>
                  <a:pt x="373" y="393"/>
                </a:lnTo>
                <a:lnTo>
                  <a:pt x="374" y="393"/>
                </a:lnTo>
                <a:lnTo>
                  <a:pt x="375" y="393"/>
                </a:lnTo>
                <a:lnTo>
                  <a:pt x="375" y="394"/>
                </a:lnTo>
                <a:lnTo>
                  <a:pt x="374" y="394"/>
                </a:lnTo>
                <a:lnTo>
                  <a:pt x="372" y="395"/>
                </a:lnTo>
                <a:lnTo>
                  <a:pt x="372" y="396"/>
                </a:lnTo>
                <a:lnTo>
                  <a:pt x="372" y="397"/>
                </a:lnTo>
                <a:lnTo>
                  <a:pt x="372" y="398"/>
                </a:lnTo>
                <a:lnTo>
                  <a:pt x="370" y="398"/>
                </a:lnTo>
                <a:lnTo>
                  <a:pt x="370" y="397"/>
                </a:lnTo>
                <a:lnTo>
                  <a:pt x="367" y="398"/>
                </a:lnTo>
                <a:lnTo>
                  <a:pt x="366" y="397"/>
                </a:lnTo>
                <a:lnTo>
                  <a:pt x="363" y="398"/>
                </a:lnTo>
                <a:lnTo>
                  <a:pt x="361" y="398"/>
                </a:lnTo>
                <a:lnTo>
                  <a:pt x="361" y="399"/>
                </a:lnTo>
                <a:lnTo>
                  <a:pt x="360" y="399"/>
                </a:lnTo>
                <a:lnTo>
                  <a:pt x="361" y="401"/>
                </a:lnTo>
                <a:lnTo>
                  <a:pt x="359" y="402"/>
                </a:lnTo>
                <a:lnTo>
                  <a:pt x="358" y="400"/>
                </a:lnTo>
                <a:lnTo>
                  <a:pt x="357" y="400"/>
                </a:lnTo>
                <a:lnTo>
                  <a:pt x="356" y="401"/>
                </a:lnTo>
                <a:lnTo>
                  <a:pt x="358" y="402"/>
                </a:lnTo>
                <a:lnTo>
                  <a:pt x="350" y="405"/>
                </a:lnTo>
                <a:lnTo>
                  <a:pt x="348" y="404"/>
                </a:lnTo>
                <a:lnTo>
                  <a:pt x="348" y="405"/>
                </a:lnTo>
                <a:lnTo>
                  <a:pt x="347" y="405"/>
                </a:lnTo>
                <a:lnTo>
                  <a:pt x="347" y="406"/>
                </a:lnTo>
                <a:lnTo>
                  <a:pt x="347" y="407"/>
                </a:lnTo>
                <a:lnTo>
                  <a:pt x="346" y="407"/>
                </a:lnTo>
                <a:lnTo>
                  <a:pt x="345" y="406"/>
                </a:lnTo>
                <a:lnTo>
                  <a:pt x="344" y="405"/>
                </a:lnTo>
                <a:lnTo>
                  <a:pt x="343" y="405"/>
                </a:lnTo>
                <a:lnTo>
                  <a:pt x="343" y="406"/>
                </a:lnTo>
                <a:lnTo>
                  <a:pt x="344" y="406"/>
                </a:lnTo>
                <a:lnTo>
                  <a:pt x="343" y="406"/>
                </a:lnTo>
                <a:lnTo>
                  <a:pt x="343" y="407"/>
                </a:lnTo>
                <a:lnTo>
                  <a:pt x="343" y="408"/>
                </a:lnTo>
                <a:lnTo>
                  <a:pt x="342" y="409"/>
                </a:lnTo>
                <a:lnTo>
                  <a:pt x="341" y="409"/>
                </a:lnTo>
                <a:lnTo>
                  <a:pt x="341" y="410"/>
                </a:lnTo>
                <a:lnTo>
                  <a:pt x="342" y="410"/>
                </a:lnTo>
                <a:lnTo>
                  <a:pt x="341" y="410"/>
                </a:lnTo>
                <a:lnTo>
                  <a:pt x="341" y="411"/>
                </a:lnTo>
                <a:lnTo>
                  <a:pt x="341" y="410"/>
                </a:lnTo>
                <a:lnTo>
                  <a:pt x="340" y="410"/>
                </a:lnTo>
                <a:lnTo>
                  <a:pt x="339" y="411"/>
                </a:lnTo>
                <a:lnTo>
                  <a:pt x="338" y="411"/>
                </a:lnTo>
                <a:lnTo>
                  <a:pt x="338" y="412"/>
                </a:lnTo>
                <a:lnTo>
                  <a:pt x="337" y="412"/>
                </a:lnTo>
                <a:lnTo>
                  <a:pt x="337" y="411"/>
                </a:lnTo>
                <a:lnTo>
                  <a:pt x="338" y="411"/>
                </a:lnTo>
                <a:lnTo>
                  <a:pt x="337" y="410"/>
                </a:lnTo>
                <a:lnTo>
                  <a:pt x="336" y="410"/>
                </a:lnTo>
                <a:lnTo>
                  <a:pt x="336" y="411"/>
                </a:lnTo>
                <a:lnTo>
                  <a:pt x="337" y="411"/>
                </a:lnTo>
                <a:lnTo>
                  <a:pt x="336" y="412"/>
                </a:lnTo>
                <a:lnTo>
                  <a:pt x="336" y="413"/>
                </a:lnTo>
                <a:lnTo>
                  <a:pt x="336" y="414"/>
                </a:lnTo>
                <a:lnTo>
                  <a:pt x="336" y="415"/>
                </a:lnTo>
                <a:lnTo>
                  <a:pt x="337" y="415"/>
                </a:lnTo>
                <a:lnTo>
                  <a:pt x="337" y="416"/>
                </a:lnTo>
                <a:lnTo>
                  <a:pt x="336" y="416"/>
                </a:lnTo>
                <a:lnTo>
                  <a:pt x="335" y="415"/>
                </a:lnTo>
                <a:lnTo>
                  <a:pt x="333" y="417"/>
                </a:lnTo>
                <a:lnTo>
                  <a:pt x="332" y="417"/>
                </a:lnTo>
                <a:lnTo>
                  <a:pt x="331" y="417"/>
                </a:lnTo>
                <a:lnTo>
                  <a:pt x="331" y="418"/>
                </a:lnTo>
                <a:lnTo>
                  <a:pt x="331" y="417"/>
                </a:lnTo>
                <a:lnTo>
                  <a:pt x="330" y="417"/>
                </a:lnTo>
                <a:lnTo>
                  <a:pt x="331" y="418"/>
                </a:lnTo>
                <a:lnTo>
                  <a:pt x="330" y="418"/>
                </a:lnTo>
                <a:lnTo>
                  <a:pt x="330" y="419"/>
                </a:lnTo>
                <a:lnTo>
                  <a:pt x="329" y="419"/>
                </a:lnTo>
                <a:lnTo>
                  <a:pt x="329" y="418"/>
                </a:lnTo>
                <a:lnTo>
                  <a:pt x="326" y="418"/>
                </a:lnTo>
                <a:lnTo>
                  <a:pt x="325" y="419"/>
                </a:lnTo>
                <a:lnTo>
                  <a:pt x="325" y="417"/>
                </a:lnTo>
                <a:lnTo>
                  <a:pt x="324" y="417"/>
                </a:lnTo>
                <a:lnTo>
                  <a:pt x="321" y="417"/>
                </a:lnTo>
                <a:lnTo>
                  <a:pt x="320" y="418"/>
                </a:lnTo>
                <a:lnTo>
                  <a:pt x="319" y="418"/>
                </a:lnTo>
                <a:lnTo>
                  <a:pt x="319" y="419"/>
                </a:lnTo>
                <a:lnTo>
                  <a:pt x="316" y="420"/>
                </a:lnTo>
                <a:lnTo>
                  <a:pt x="315" y="421"/>
                </a:lnTo>
                <a:lnTo>
                  <a:pt x="314" y="421"/>
                </a:lnTo>
                <a:lnTo>
                  <a:pt x="315" y="422"/>
                </a:lnTo>
                <a:lnTo>
                  <a:pt x="312" y="424"/>
                </a:lnTo>
                <a:lnTo>
                  <a:pt x="312" y="423"/>
                </a:lnTo>
                <a:lnTo>
                  <a:pt x="311" y="423"/>
                </a:lnTo>
                <a:lnTo>
                  <a:pt x="311" y="424"/>
                </a:lnTo>
                <a:lnTo>
                  <a:pt x="312" y="424"/>
                </a:lnTo>
                <a:lnTo>
                  <a:pt x="313" y="425"/>
                </a:lnTo>
                <a:lnTo>
                  <a:pt x="313" y="426"/>
                </a:lnTo>
                <a:lnTo>
                  <a:pt x="312" y="426"/>
                </a:lnTo>
                <a:lnTo>
                  <a:pt x="311" y="424"/>
                </a:lnTo>
                <a:lnTo>
                  <a:pt x="310" y="425"/>
                </a:lnTo>
                <a:lnTo>
                  <a:pt x="308" y="427"/>
                </a:lnTo>
                <a:lnTo>
                  <a:pt x="307" y="427"/>
                </a:lnTo>
                <a:lnTo>
                  <a:pt x="306" y="426"/>
                </a:lnTo>
                <a:lnTo>
                  <a:pt x="306" y="427"/>
                </a:lnTo>
                <a:lnTo>
                  <a:pt x="307" y="427"/>
                </a:lnTo>
                <a:lnTo>
                  <a:pt x="308" y="428"/>
                </a:lnTo>
                <a:lnTo>
                  <a:pt x="308" y="429"/>
                </a:lnTo>
                <a:lnTo>
                  <a:pt x="306" y="430"/>
                </a:lnTo>
                <a:lnTo>
                  <a:pt x="306" y="431"/>
                </a:lnTo>
                <a:lnTo>
                  <a:pt x="306" y="432"/>
                </a:lnTo>
                <a:lnTo>
                  <a:pt x="305" y="432"/>
                </a:lnTo>
                <a:lnTo>
                  <a:pt x="304" y="432"/>
                </a:lnTo>
                <a:lnTo>
                  <a:pt x="303" y="432"/>
                </a:lnTo>
                <a:lnTo>
                  <a:pt x="303" y="433"/>
                </a:lnTo>
                <a:lnTo>
                  <a:pt x="303" y="434"/>
                </a:lnTo>
                <a:lnTo>
                  <a:pt x="302" y="434"/>
                </a:lnTo>
                <a:lnTo>
                  <a:pt x="302" y="433"/>
                </a:lnTo>
                <a:lnTo>
                  <a:pt x="301" y="433"/>
                </a:lnTo>
                <a:lnTo>
                  <a:pt x="300" y="434"/>
                </a:lnTo>
                <a:lnTo>
                  <a:pt x="299" y="434"/>
                </a:lnTo>
                <a:lnTo>
                  <a:pt x="298" y="435"/>
                </a:lnTo>
                <a:lnTo>
                  <a:pt x="297" y="436"/>
                </a:lnTo>
                <a:lnTo>
                  <a:pt x="297" y="437"/>
                </a:lnTo>
                <a:lnTo>
                  <a:pt x="296" y="437"/>
                </a:lnTo>
                <a:lnTo>
                  <a:pt x="295" y="437"/>
                </a:lnTo>
                <a:lnTo>
                  <a:pt x="294" y="438"/>
                </a:lnTo>
                <a:lnTo>
                  <a:pt x="294" y="439"/>
                </a:lnTo>
                <a:lnTo>
                  <a:pt x="295" y="439"/>
                </a:lnTo>
                <a:lnTo>
                  <a:pt x="295" y="440"/>
                </a:lnTo>
                <a:lnTo>
                  <a:pt x="294" y="441"/>
                </a:lnTo>
                <a:lnTo>
                  <a:pt x="293" y="441"/>
                </a:lnTo>
                <a:lnTo>
                  <a:pt x="292" y="441"/>
                </a:lnTo>
                <a:lnTo>
                  <a:pt x="292" y="442"/>
                </a:lnTo>
                <a:lnTo>
                  <a:pt x="293" y="442"/>
                </a:lnTo>
                <a:lnTo>
                  <a:pt x="294" y="442"/>
                </a:lnTo>
                <a:lnTo>
                  <a:pt x="295" y="442"/>
                </a:lnTo>
                <a:lnTo>
                  <a:pt x="294" y="443"/>
                </a:lnTo>
                <a:lnTo>
                  <a:pt x="295" y="443"/>
                </a:lnTo>
                <a:lnTo>
                  <a:pt x="296" y="443"/>
                </a:lnTo>
                <a:lnTo>
                  <a:pt x="297" y="444"/>
                </a:lnTo>
                <a:lnTo>
                  <a:pt x="298" y="444"/>
                </a:lnTo>
                <a:lnTo>
                  <a:pt x="299" y="444"/>
                </a:lnTo>
                <a:lnTo>
                  <a:pt x="298" y="445"/>
                </a:lnTo>
                <a:lnTo>
                  <a:pt x="298" y="444"/>
                </a:lnTo>
                <a:lnTo>
                  <a:pt x="297" y="444"/>
                </a:lnTo>
                <a:lnTo>
                  <a:pt x="296" y="444"/>
                </a:lnTo>
                <a:lnTo>
                  <a:pt x="296" y="445"/>
                </a:lnTo>
                <a:lnTo>
                  <a:pt x="295" y="445"/>
                </a:lnTo>
                <a:lnTo>
                  <a:pt x="294" y="445"/>
                </a:lnTo>
                <a:lnTo>
                  <a:pt x="294" y="446"/>
                </a:lnTo>
                <a:lnTo>
                  <a:pt x="293" y="446"/>
                </a:lnTo>
                <a:lnTo>
                  <a:pt x="292" y="447"/>
                </a:lnTo>
                <a:lnTo>
                  <a:pt x="291" y="447"/>
                </a:lnTo>
                <a:lnTo>
                  <a:pt x="291" y="448"/>
                </a:lnTo>
                <a:lnTo>
                  <a:pt x="292" y="448"/>
                </a:lnTo>
                <a:lnTo>
                  <a:pt x="291" y="448"/>
                </a:lnTo>
                <a:lnTo>
                  <a:pt x="290" y="448"/>
                </a:lnTo>
                <a:lnTo>
                  <a:pt x="289" y="448"/>
                </a:lnTo>
                <a:lnTo>
                  <a:pt x="288" y="448"/>
                </a:lnTo>
                <a:lnTo>
                  <a:pt x="288" y="447"/>
                </a:lnTo>
                <a:lnTo>
                  <a:pt x="287" y="447"/>
                </a:lnTo>
                <a:lnTo>
                  <a:pt x="287" y="448"/>
                </a:lnTo>
                <a:lnTo>
                  <a:pt x="288" y="449"/>
                </a:lnTo>
                <a:lnTo>
                  <a:pt x="288" y="450"/>
                </a:lnTo>
                <a:lnTo>
                  <a:pt x="288" y="451"/>
                </a:lnTo>
                <a:lnTo>
                  <a:pt x="289" y="451"/>
                </a:lnTo>
                <a:lnTo>
                  <a:pt x="290" y="452"/>
                </a:lnTo>
                <a:lnTo>
                  <a:pt x="290" y="453"/>
                </a:lnTo>
                <a:lnTo>
                  <a:pt x="290" y="454"/>
                </a:lnTo>
                <a:lnTo>
                  <a:pt x="289" y="453"/>
                </a:lnTo>
                <a:lnTo>
                  <a:pt x="288" y="453"/>
                </a:lnTo>
                <a:lnTo>
                  <a:pt x="287" y="453"/>
                </a:lnTo>
                <a:lnTo>
                  <a:pt x="287" y="452"/>
                </a:lnTo>
                <a:lnTo>
                  <a:pt x="286" y="452"/>
                </a:lnTo>
                <a:lnTo>
                  <a:pt x="283" y="453"/>
                </a:lnTo>
                <a:lnTo>
                  <a:pt x="282" y="453"/>
                </a:lnTo>
                <a:lnTo>
                  <a:pt x="281" y="455"/>
                </a:lnTo>
                <a:lnTo>
                  <a:pt x="281" y="456"/>
                </a:lnTo>
                <a:lnTo>
                  <a:pt x="281" y="457"/>
                </a:lnTo>
                <a:lnTo>
                  <a:pt x="280" y="456"/>
                </a:lnTo>
                <a:lnTo>
                  <a:pt x="279" y="456"/>
                </a:lnTo>
                <a:lnTo>
                  <a:pt x="279" y="455"/>
                </a:lnTo>
                <a:lnTo>
                  <a:pt x="278" y="455"/>
                </a:lnTo>
                <a:lnTo>
                  <a:pt x="278" y="454"/>
                </a:lnTo>
                <a:lnTo>
                  <a:pt x="277" y="454"/>
                </a:lnTo>
                <a:lnTo>
                  <a:pt x="276" y="454"/>
                </a:lnTo>
                <a:lnTo>
                  <a:pt x="275" y="454"/>
                </a:lnTo>
                <a:lnTo>
                  <a:pt x="275" y="455"/>
                </a:lnTo>
                <a:lnTo>
                  <a:pt x="275" y="456"/>
                </a:lnTo>
                <a:lnTo>
                  <a:pt x="276" y="456"/>
                </a:lnTo>
                <a:lnTo>
                  <a:pt x="277" y="457"/>
                </a:lnTo>
                <a:lnTo>
                  <a:pt x="277" y="458"/>
                </a:lnTo>
                <a:lnTo>
                  <a:pt x="276" y="458"/>
                </a:lnTo>
                <a:lnTo>
                  <a:pt x="276" y="457"/>
                </a:lnTo>
                <a:lnTo>
                  <a:pt x="275" y="457"/>
                </a:lnTo>
                <a:lnTo>
                  <a:pt x="274" y="457"/>
                </a:lnTo>
                <a:lnTo>
                  <a:pt x="273" y="456"/>
                </a:lnTo>
                <a:lnTo>
                  <a:pt x="272" y="456"/>
                </a:lnTo>
                <a:lnTo>
                  <a:pt x="271" y="456"/>
                </a:lnTo>
                <a:lnTo>
                  <a:pt x="270" y="455"/>
                </a:lnTo>
                <a:lnTo>
                  <a:pt x="270" y="456"/>
                </a:lnTo>
                <a:lnTo>
                  <a:pt x="270" y="457"/>
                </a:lnTo>
                <a:lnTo>
                  <a:pt x="272" y="458"/>
                </a:lnTo>
                <a:lnTo>
                  <a:pt x="273" y="459"/>
                </a:lnTo>
                <a:lnTo>
                  <a:pt x="275" y="460"/>
                </a:lnTo>
                <a:lnTo>
                  <a:pt x="275" y="461"/>
                </a:lnTo>
                <a:lnTo>
                  <a:pt x="275" y="462"/>
                </a:lnTo>
                <a:lnTo>
                  <a:pt x="275" y="463"/>
                </a:lnTo>
                <a:lnTo>
                  <a:pt x="275" y="464"/>
                </a:lnTo>
                <a:lnTo>
                  <a:pt x="274" y="464"/>
                </a:lnTo>
                <a:lnTo>
                  <a:pt x="273" y="465"/>
                </a:lnTo>
                <a:lnTo>
                  <a:pt x="272" y="466"/>
                </a:lnTo>
                <a:lnTo>
                  <a:pt x="271" y="465"/>
                </a:lnTo>
                <a:lnTo>
                  <a:pt x="270" y="465"/>
                </a:lnTo>
                <a:lnTo>
                  <a:pt x="269" y="465"/>
                </a:lnTo>
                <a:lnTo>
                  <a:pt x="269" y="464"/>
                </a:lnTo>
                <a:lnTo>
                  <a:pt x="270" y="464"/>
                </a:lnTo>
                <a:lnTo>
                  <a:pt x="269" y="463"/>
                </a:lnTo>
                <a:lnTo>
                  <a:pt x="268" y="463"/>
                </a:lnTo>
                <a:lnTo>
                  <a:pt x="267" y="463"/>
                </a:lnTo>
                <a:lnTo>
                  <a:pt x="267" y="462"/>
                </a:lnTo>
                <a:lnTo>
                  <a:pt x="267" y="461"/>
                </a:lnTo>
                <a:lnTo>
                  <a:pt x="266" y="460"/>
                </a:lnTo>
                <a:lnTo>
                  <a:pt x="266" y="459"/>
                </a:lnTo>
                <a:lnTo>
                  <a:pt x="266" y="458"/>
                </a:lnTo>
                <a:lnTo>
                  <a:pt x="265" y="458"/>
                </a:lnTo>
                <a:lnTo>
                  <a:pt x="265" y="457"/>
                </a:lnTo>
                <a:lnTo>
                  <a:pt x="264" y="457"/>
                </a:lnTo>
                <a:lnTo>
                  <a:pt x="263" y="457"/>
                </a:lnTo>
                <a:lnTo>
                  <a:pt x="262" y="457"/>
                </a:lnTo>
                <a:lnTo>
                  <a:pt x="261" y="457"/>
                </a:lnTo>
                <a:lnTo>
                  <a:pt x="261" y="456"/>
                </a:lnTo>
                <a:lnTo>
                  <a:pt x="260" y="456"/>
                </a:lnTo>
                <a:lnTo>
                  <a:pt x="259" y="456"/>
                </a:lnTo>
                <a:lnTo>
                  <a:pt x="259" y="457"/>
                </a:lnTo>
                <a:lnTo>
                  <a:pt x="260" y="457"/>
                </a:lnTo>
                <a:lnTo>
                  <a:pt x="261" y="457"/>
                </a:lnTo>
                <a:lnTo>
                  <a:pt x="261" y="458"/>
                </a:lnTo>
                <a:lnTo>
                  <a:pt x="262" y="458"/>
                </a:lnTo>
                <a:lnTo>
                  <a:pt x="261" y="459"/>
                </a:lnTo>
                <a:lnTo>
                  <a:pt x="260" y="460"/>
                </a:lnTo>
                <a:lnTo>
                  <a:pt x="258" y="460"/>
                </a:lnTo>
                <a:lnTo>
                  <a:pt x="258" y="459"/>
                </a:lnTo>
                <a:lnTo>
                  <a:pt x="258" y="458"/>
                </a:lnTo>
                <a:lnTo>
                  <a:pt x="257" y="458"/>
                </a:lnTo>
                <a:lnTo>
                  <a:pt x="256" y="458"/>
                </a:lnTo>
                <a:lnTo>
                  <a:pt x="256" y="459"/>
                </a:lnTo>
                <a:lnTo>
                  <a:pt x="255" y="459"/>
                </a:lnTo>
                <a:lnTo>
                  <a:pt x="255" y="458"/>
                </a:lnTo>
                <a:lnTo>
                  <a:pt x="254" y="458"/>
                </a:lnTo>
                <a:lnTo>
                  <a:pt x="253" y="458"/>
                </a:lnTo>
                <a:lnTo>
                  <a:pt x="252" y="459"/>
                </a:lnTo>
                <a:lnTo>
                  <a:pt x="252" y="460"/>
                </a:lnTo>
                <a:lnTo>
                  <a:pt x="253" y="460"/>
                </a:lnTo>
                <a:lnTo>
                  <a:pt x="254" y="460"/>
                </a:lnTo>
                <a:lnTo>
                  <a:pt x="254" y="461"/>
                </a:lnTo>
                <a:lnTo>
                  <a:pt x="254" y="462"/>
                </a:lnTo>
                <a:lnTo>
                  <a:pt x="254" y="463"/>
                </a:lnTo>
                <a:lnTo>
                  <a:pt x="253" y="463"/>
                </a:lnTo>
                <a:lnTo>
                  <a:pt x="252" y="464"/>
                </a:lnTo>
                <a:lnTo>
                  <a:pt x="252" y="463"/>
                </a:lnTo>
                <a:lnTo>
                  <a:pt x="251" y="464"/>
                </a:lnTo>
                <a:lnTo>
                  <a:pt x="250" y="465"/>
                </a:lnTo>
                <a:lnTo>
                  <a:pt x="249" y="465"/>
                </a:lnTo>
                <a:lnTo>
                  <a:pt x="249" y="466"/>
                </a:lnTo>
                <a:lnTo>
                  <a:pt x="250" y="466"/>
                </a:lnTo>
                <a:lnTo>
                  <a:pt x="249" y="467"/>
                </a:lnTo>
                <a:lnTo>
                  <a:pt x="250" y="467"/>
                </a:lnTo>
                <a:lnTo>
                  <a:pt x="251" y="466"/>
                </a:lnTo>
                <a:lnTo>
                  <a:pt x="252" y="466"/>
                </a:lnTo>
                <a:lnTo>
                  <a:pt x="253" y="466"/>
                </a:lnTo>
                <a:lnTo>
                  <a:pt x="252" y="467"/>
                </a:lnTo>
                <a:lnTo>
                  <a:pt x="253" y="467"/>
                </a:lnTo>
                <a:lnTo>
                  <a:pt x="254" y="467"/>
                </a:lnTo>
                <a:lnTo>
                  <a:pt x="255" y="467"/>
                </a:lnTo>
                <a:lnTo>
                  <a:pt x="256" y="467"/>
                </a:lnTo>
                <a:lnTo>
                  <a:pt x="256" y="468"/>
                </a:lnTo>
                <a:lnTo>
                  <a:pt x="257" y="468"/>
                </a:lnTo>
                <a:lnTo>
                  <a:pt x="258" y="468"/>
                </a:lnTo>
                <a:lnTo>
                  <a:pt x="259" y="469"/>
                </a:lnTo>
                <a:lnTo>
                  <a:pt x="259" y="470"/>
                </a:lnTo>
                <a:lnTo>
                  <a:pt x="258" y="471"/>
                </a:lnTo>
                <a:lnTo>
                  <a:pt x="258" y="472"/>
                </a:lnTo>
                <a:lnTo>
                  <a:pt x="258" y="473"/>
                </a:lnTo>
                <a:lnTo>
                  <a:pt x="257" y="473"/>
                </a:lnTo>
                <a:lnTo>
                  <a:pt x="257" y="474"/>
                </a:lnTo>
                <a:lnTo>
                  <a:pt x="256" y="474"/>
                </a:lnTo>
                <a:lnTo>
                  <a:pt x="256" y="473"/>
                </a:lnTo>
                <a:lnTo>
                  <a:pt x="256" y="472"/>
                </a:lnTo>
                <a:lnTo>
                  <a:pt x="255" y="472"/>
                </a:lnTo>
                <a:lnTo>
                  <a:pt x="255" y="473"/>
                </a:lnTo>
                <a:lnTo>
                  <a:pt x="255" y="474"/>
                </a:lnTo>
                <a:lnTo>
                  <a:pt x="254" y="474"/>
                </a:lnTo>
                <a:lnTo>
                  <a:pt x="253" y="474"/>
                </a:lnTo>
                <a:lnTo>
                  <a:pt x="252" y="474"/>
                </a:lnTo>
                <a:lnTo>
                  <a:pt x="251" y="474"/>
                </a:lnTo>
                <a:lnTo>
                  <a:pt x="250" y="474"/>
                </a:lnTo>
                <a:lnTo>
                  <a:pt x="249" y="474"/>
                </a:lnTo>
                <a:lnTo>
                  <a:pt x="249" y="473"/>
                </a:lnTo>
                <a:lnTo>
                  <a:pt x="248" y="473"/>
                </a:lnTo>
                <a:lnTo>
                  <a:pt x="247" y="473"/>
                </a:lnTo>
                <a:lnTo>
                  <a:pt x="246" y="472"/>
                </a:lnTo>
                <a:lnTo>
                  <a:pt x="245" y="472"/>
                </a:lnTo>
                <a:lnTo>
                  <a:pt x="245" y="473"/>
                </a:lnTo>
                <a:lnTo>
                  <a:pt x="244" y="473"/>
                </a:lnTo>
                <a:lnTo>
                  <a:pt x="244" y="474"/>
                </a:lnTo>
                <a:lnTo>
                  <a:pt x="243" y="474"/>
                </a:lnTo>
                <a:lnTo>
                  <a:pt x="243" y="475"/>
                </a:lnTo>
                <a:lnTo>
                  <a:pt x="242" y="475"/>
                </a:lnTo>
                <a:lnTo>
                  <a:pt x="241" y="476"/>
                </a:lnTo>
                <a:lnTo>
                  <a:pt x="241" y="477"/>
                </a:lnTo>
                <a:lnTo>
                  <a:pt x="241" y="478"/>
                </a:lnTo>
                <a:lnTo>
                  <a:pt x="240" y="478"/>
                </a:lnTo>
                <a:lnTo>
                  <a:pt x="239" y="478"/>
                </a:lnTo>
                <a:lnTo>
                  <a:pt x="238" y="478"/>
                </a:lnTo>
                <a:lnTo>
                  <a:pt x="237" y="478"/>
                </a:lnTo>
                <a:lnTo>
                  <a:pt x="235" y="479"/>
                </a:lnTo>
                <a:lnTo>
                  <a:pt x="235" y="478"/>
                </a:lnTo>
                <a:lnTo>
                  <a:pt x="234" y="478"/>
                </a:lnTo>
                <a:lnTo>
                  <a:pt x="232" y="479"/>
                </a:lnTo>
                <a:lnTo>
                  <a:pt x="231" y="479"/>
                </a:lnTo>
                <a:lnTo>
                  <a:pt x="230" y="479"/>
                </a:lnTo>
                <a:lnTo>
                  <a:pt x="229" y="479"/>
                </a:lnTo>
                <a:lnTo>
                  <a:pt x="228" y="478"/>
                </a:lnTo>
                <a:lnTo>
                  <a:pt x="227" y="478"/>
                </a:lnTo>
                <a:lnTo>
                  <a:pt x="226" y="478"/>
                </a:lnTo>
                <a:lnTo>
                  <a:pt x="225" y="478"/>
                </a:lnTo>
                <a:lnTo>
                  <a:pt x="224" y="478"/>
                </a:lnTo>
                <a:lnTo>
                  <a:pt x="223" y="478"/>
                </a:lnTo>
                <a:lnTo>
                  <a:pt x="223" y="479"/>
                </a:lnTo>
                <a:lnTo>
                  <a:pt x="223" y="480"/>
                </a:lnTo>
                <a:lnTo>
                  <a:pt x="222" y="480"/>
                </a:lnTo>
                <a:lnTo>
                  <a:pt x="222" y="481"/>
                </a:lnTo>
                <a:lnTo>
                  <a:pt x="221" y="481"/>
                </a:lnTo>
                <a:lnTo>
                  <a:pt x="220" y="481"/>
                </a:lnTo>
                <a:lnTo>
                  <a:pt x="219" y="481"/>
                </a:lnTo>
                <a:lnTo>
                  <a:pt x="218" y="481"/>
                </a:lnTo>
                <a:lnTo>
                  <a:pt x="217" y="481"/>
                </a:lnTo>
                <a:lnTo>
                  <a:pt x="217" y="480"/>
                </a:lnTo>
                <a:lnTo>
                  <a:pt x="216" y="480"/>
                </a:lnTo>
                <a:lnTo>
                  <a:pt x="215" y="480"/>
                </a:lnTo>
                <a:lnTo>
                  <a:pt x="214" y="481"/>
                </a:lnTo>
                <a:lnTo>
                  <a:pt x="214" y="482"/>
                </a:lnTo>
                <a:lnTo>
                  <a:pt x="214" y="483"/>
                </a:lnTo>
                <a:lnTo>
                  <a:pt x="214" y="482"/>
                </a:lnTo>
                <a:lnTo>
                  <a:pt x="215" y="482"/>
                </a:lnTo>
                <a:lnTo>
                  <a:pt x="216" y="481"/>
                </a:lnTo>
                <a:lnTo>
                  <a:pt x="217" y="481"/>
                </a:lnTo>
                <a:lnTo>
                  <a:pt x="217" y="482"/>
                </a:lnTo>
                <a:lnTo>
                  <a:pt x="216" y="482"/>
                </a:lnTo>
                <a:lnTo>
                  <a:pt x="216" y="483"/>
                </a:lnTo>
                <a:lnTo>
                  <a:pt x="215" y="483"/>
                </a:lnTo>
                <a:lnTo>
                  <a:pt x="215" y="484"/>
                </a:lnTo>
                <a:lnTo>
                  <a:pt x="214" y="484"/>
                </a:lnTo>
                <a:lnTo>
                  <a:pt x="214" y="485"/>
                </a:lnTo>
                <a:lnTo>
                  <a:pt x="214" y="486"/>
                </a:lnTo>
                <a:lnTo>
                  <a:pt x="213" y="486"/>
                </a:lnTo>
                <a:lnTo>
                  <a:pt x="213" y="487"/>
                </a:lnTo>
                <a:lnTo>
                  <a:pt x="212" y="488"/>
                </a:lnTo>
                <a:lnTo>
                  <a:pt x="211" y="488"/>
                </a:lnTo>
                <a:lnTo>
                  <a:pt x="210" y="488"/>
                </a:lnTo>
                <a:lnTo>
                  <a:pt x="209" y="488"/>
                </a:lnTo>
                <a:lnTo>
                  <a:pt x="208" y="488"/>
                </a:lnTo>
                <a:lnTo>
                  <a:pt x="207" y="488"/>
                </a:lnTo>
                <a:lnTo>
                  <a:pt x="206" y="488"/>
                </a:lnTo>
                <a:lnTo>
                  <a:pt x="206" y="487"/>
                </a:lnTo>
                <a:lnTo>
                  <a:pt x="206" y="486"/>
                </a:lnTo>
                <a:lnTo>
                  <a:pt x="206" y="485"/>
                </a:lnTo>
                <a:lnTo>
                  <a:pt x="206" y="484"/>
                </a:lnTo>
                <a:lnTo>
                  <a:pt x="205" y="484"/>
                </a:lnTo>
                <a:lnTo>
                  <a:pt x="205" y="483"/>
                </a:lnTo>
                <a:lnTo>
                  <a:pt x="204" y="483"/>
                </a:lnTo>
                <a:lnTo>
                  <a:pt x="204" y="482"/>
                </a:lnTo>
                <a:lnTo>
                  <a:pt x="205" y="482"/>
                </a:lnTo>
                <a:lnTo>
                  <a:pt x="206" y="482"/>
                </a:lnTo>
                <a:lnTo>
                  <a:pt x="207" y="482"/>
                </a:lnTo>
                <a:lnTo>
                  <a:pt x="207" y="481"/>
                </a:lnTo>
                <a:lnTo>
                  <a:pt x="206" y="481"/>
                </a:lnTo>
                <a:lnTo>
                  <a:pt x="206" y="480"/>
                </a:lnTo>
                <a:lnTo>
                  <a:pt x="206" y="479"/>
                </a:lnTo>
                <a:lnTo>
                  <a:pt x="207" y="480"/>
                </a:lnTo>
                <a:lnTo>
                  <a:pt x="207" y="479"/>
                </a:lnTo>
                <a:lnTo>
                  <a:pt x="206" y="479"/>
                </a:lnTo>
                <a:lnTo>
                  <a:pt x="205" y="479"/>
                </a:lnTo>
                <a:lnTo>
                  <a:pt x="204" y="478"/>
                </a:lnTo>
                <a:lnTo>
                  <a:pt x="204" y="476"/>
                </a:lnTo>
                <a:lnTo>
                  <a:pt x="204" y="475"/>
                </a:lnTo>
                <a:lnTo>
                  <a:pt x="204" y="474"/>
                </a:lnTo>
                <a:lnTo>
                  <a:pt x="205" y="473"/>
                </a:lnTo>
                <a:lnTo>
                  <a:pt x="206" y="473"/>
                </a:lnTo>
                <a:lnTo>
                  <a:pt x="205" y="473"/>
                </a:lnTo>
                <a:lnTo>
                  <a:pt x="205" y="472"/>
                </a:lnTo>
                <a:lnTo>
                  <a:pt x="205" y="471"/>
                </a:lnTo>
                <a:lnTo>
                  <a:pt x="204" y="471"/>
                </a:lnTo>
                <a:lnTo>
                  <a:pt x="203" y="471"/>
                </a:lnTo>
                <a:lnTo>
                  <a:pt x="202" y="471"/>
                </a:lnTo>
                <a:lnTo>
                  <a:pt x="202" y="470"/>
                </a:lnTo>
                <a:lnTo>
                  <a:pt x="202" y="469"/>
                </a:lnTo>
                <a:lnTo>
                  <a:pt x="202" y="468"/>
                </a:lnTo>
                <a:lnTo>
                  <a:pt x="203" y="468"/>
                </a:lnTo>
                <a:lnTo>
                  <a:pt x="203" y="467"/>
                </a:lnTo>
                <a:lnTo>
                  <a:pt x="204" y="467"/>
                </a:lnTo>
                <a:lnTo>
                  <a:pt x="204" y="466"/>
                </a:lnTo>
                <a:lnTo>
                  <a:pt x="205" y="466"/>
                </a:lnTo>
                <a:lnTo>
                  <a:pt x="205" y="465"/>
                </a:lnTo>
                <a:lnTo>
                  <a:pt x="207" y="465"/>
                </a:lnTo>
                <a:lnTo>
                  <a:pt x="208" y="465"/>
                </a:lnTo>
                <a:lnTo>
                  <a:pt x="209" y="465"/>
                </a:lnTo>
                <a:lnTo>
                  <a:pt x="210" y="465"/>
                </a:lnTo>
                <a:lnTo>
                  <a:pt x="211" y="465"/>
                </a:lnTo>
                <a:lnTo>
                  <a:pt x="211" y="466"/>
                </a:lnTo>
                <a:lnTo>
                  <a:pt x="212" y="466"/>
                </a:lnTo>
                <a:lnTo>
                  <a:pt x="212" y="467"/>
                </a:lnTo>
                <a:lnTo>
                  <a:pt x="214" y="467"/>
                </a:lnTo>
                <a:lnTo>
                  <a:pt x="215" y="467"/>
                </a:lnTo>
                <a:lnTo>
                  <a:pt x="215" y="466"/>
                </a:lnTo>
                <a:lnTo>
                  <a:pt x="215" y="465"/>
                </a:lnTo>
                <a:lnTo>
                  <a:pt x="216" y="464"/>
                </a:lnTo>
                <a:lnTo>
                  <a:pt x="216" y="465"/>
                </a:lnTo>
                <a:lnTo>
                  <a:pt x="218" y="465"/>
                </a:lnTo>
                <a:lnTo>
                  <a:pt x="218" y="464"/>
                </a:lnTo>
                <a:lnTo>
                  <a:pt x="219" y="464"/>
                </a:lnTo>
                <a:lnTo>
                  <a:pt x="219" y="463"/>
                </a:lnTo>
                <a:lnTo>
                  <a:pt x="221" y="463"/>
                </a:lnTo>
                <a:lnTo>
                  <a:pt x="222" y="463"/>
                </a:lnTo>
                <a:lnTo>
                  <a:pt x="223" y="463"/>
                </a:lnTo>
                <a:lnTo>
                  <a:pt x="224" y="463"/>
                </a:lnTo>
                <a:lnTo>
                  <a:pt x="225" y="462"/>
                </a:lnTo>
                <a:lnTo>
                  <a:pt x="225" y="461"/>
                </a:lnTo>
                <a:lnTo>
                  <a:pt x="225" y="460"/>
                </a:lnTo>
                <a:lnTo>
                  <a:pt x="224" y="460"/>
                </a:lnTo>
                <a:lnTo>
                  <a:pt x="223" y="460"/>
                </a:lnTo>
                <a:lnTo>
                  <a:pt x="223" y="459"/>
                </a:lnTo>
                <a:lnTo>
                  <a:pt x="224" y="458"/>
                </a:lnTo>
                <a:lnTo>
                  <a:pt x="224" y="457"/>
                </a:lnTo>
                <a:lnTo>
                  <a:pt x="225" y="457"/>
                </a:lnTo>
                <a:lnTo>
                  <a:pt x="225" y="456"/>
                </a:lnTo>
                <a:lnTo>
                  <a:pt x="225" y="455"/>
                </a:lnTo>
                <a:lnTo>
                  <a:pt x="226" y="455"/>
                </a:lnTo>
                <a:lnTo>
                  <a:pt x="226" y="456"/>
                </a:lnTo>
                <a:lnTo>
                  <a:pt x="227" y="456"/>
                </a:lnTo>
                <a:lnTo>
                  <a:pt x="227" y="455"/>
                </a:lnTo>
                <a:lnTo>
                  <a:pt x="227" y="454"/>
                </a:lnTo>
                <a:lnTo>
                  <a:pt x="228" y="454"/>
                </a:lnTo>
                <a:lnTo>
                  <a:pt x="228" y="455"/>
                </a:lnTo>
                <a:lnTo>
                  <a:pt x="229" y="455"/>
                </a:lnTo>
                <a:lnTo>
                  <a:pt x="230" y="455"/>
                </a:lnTo>
                <a:lnTo>
                  <a:pt x="230" y="456"/>
                </a:lnTo>
                <a:lnTo>
                  <a:pt x="231" y="456"/>
                </a:lnTo>
                <a:lnTo>
                  <a:pt x="231" y="457"/>
                </a:lnTo>
                <a:lnTo>
                  <a:pt x="233" y="457"/>
                </a:lnTo>
                <a:lnTo>
                  <a:pt x="233" y="458"/>
                </a:lnTo>
                <a:lnTo>
                  <a:pt x="233" y="457"/>
                </a:lnTo>
                <a:lnTo>
                  <a:pt x="234" y="457"/>
                </a:lnTo>
                <a:lnTo>
                  <a:pt x="235" y="457"/>
                </a:lnTo>
                <a:lnTo>
                  <a:pt x="236" y="457"/>
                </a:lnTo>
                <a:lnTo>
                  <a:pt x="236" y="458"/>
                </a:lnTo>
                <a:lnTo>
                  <a:pt x="237" y="458"/>
                </a:lnTo>
                <a:lnTo>
                  <a:pt x="238" y="458"/>
                </a:lnTo>
                <a:lnTo>
                  <a:pt x="238" y="457"/>
                </a:lnTo>
                <a:lnTo>
                  <a:pt x="239" y="457"/>
                </a:lnTo>
                <a:lnTo>
                  <a:pt x="240" y="457"/>
                </a:lnTo>
                <a:lnTo>
                  <a:pt x="240" y="456"/>
                </a:lnTo>
                <a:lnTo>
                  <a:pt x="241" y="456"/>
                </a:lnTo>
                <a:lnTo>
                  <a:pt x="241" y="455"/>
                </a:lnTo>
                <a:lnTo>
                  <a:pt x="242" y="455"/>
                </a:lnTo>
                <a:lnTo>
                  <a:pt x="243" y="454"/>
                </a:lnTo>
                <a:lnTo>
                  <a:pt x="244" y="454"/>
                </a:lnTo>
                <a:lnTo>
                  <a:pt x="245" y="454"/>
                </a:lnTo>
                <a:lnTo>
                  <a:pt x="246" y="453"/>
                </a:lnTo>
                <a:lnTo>
                  <a:pt x="247" y="453"/>
                </a:lnTo>
                <a:lnTo>
                  <a:pt x="248" y="453"/>
                </a:lnTo>
                <a:lnTo>
                  <a:pt x="249" y="453"/>
                </a:lnTo>
                <a:lnTo>
                  <a:pt x="249" y="452"/>
                </a:lnTo>
                <a:lnTo>
                  <a:pt x="250" y="452"/>
                </a:lnTo>
                <a:lnTo>
                  <a:pt x="252" y="452"/>
                </a:lnTo>
                <a:lnTo>
                  <a:pt x="251" y="451"/>
                </a:lnTo>
                <a:lnTo>
                  <a:pt x="252" y="451"/>
                </a:lnTo>
                <a:lnTo>
                  <a:pt x="253" y="451"/>
                </a:lnTo>
                <a:lnTo>
                  <a:pt x="253" y="450"/>
                </a:lnTo>
                <a:lnTo>
                  <a:pt x="254" y="451"/>
                </a:lnTo>
                <a:lnTo>
                  <a:pt x="255" y="450"/>
                </a:lnTo>
                <a:lnTo>
                  <a:pt x="255" y="449"/>
                </a:lnTo>
                <a:lnTo>
                  <a:pt x="256" y="449"/>
                </a:lnTo>
                <a:lnTo>
                  <a:pt x="256" y="448"/>
                </a:lnTo>
                <a:lnTo>
                  <a:pt x="256" y="447"/>
                </a:lnTo>
                <a:lnTo>
                  <a:pt x="255" y="447"/>
                </a:lnTo>
                <a:lnTo>
                  <a:pt x="255" y="446"/>
                </a:lnTo>
                <a:lnTo>
                  <a:pt x="256" y="446"/>
                </a:lnTo>
                <a:lnTo>
                  <a:pt x="255" y="446"/>
                </a:lnTo>
                <a:lnTo>
                  <a:pt x="255" y="445"/>
                </a:lnTo>
                <a:lnTo>
                  <a:pt x="254" y="445"/>
                </a:lnTo>
                <a:lnTo>
                  <a:pt x="253" y="445"/>
                </a:lnTo>
                <a:lnTo>
                  <a:pt x="253" y="444"/>
                </a:lnTo>
                <a:lnTo>
                  <a:pt x="252" y="443"/>
                </a:lnTo>
                <a:lnTo>
                  <a:pt x="251" y="443"/>
                </a:lnTo>
                <a:lnTo>
                  <a:pt x="250" y="442"/>
                </a:lnTo>
                <a:lnTo>
                  <a:pt x="248" y="443"/>
                </a:lnTo>
                <a:lnTo>
                  <a:pt x="248" y="442"/>
                </a:lnTo>
                <a:lnTo>
                  <a:pt x="248" y="441"/>
                </a:lnTo>
                <a:lnTo>
                  <a:pt x="248" y="440"/>
                </a:lnTo>
                <a:lnTo>
                  <a:pt x="247" y="441"/>
                </a:lnTo>
                <a:lnTo>
                  <a:pt x="247" y="440"/>
                </a:lnTo>
                <a:lnTo>
                  <a:pt x="247" y="439"/>
                </a:lnTo>
                <a:lnTo>
                  <a:pt x="248" y="439"/>
                </a:lnTo>
                <a:lnTo>
                  <a:pt x="249" y="439"/>
                </a:lnTo>
                <a:lnTo>
                  <a:pt x="249" y="438"/>
                </a:lnTo>
                <a:lnTo>
                  <a:pt x="248" y="438"/>
                </a:lnTo>
                <a:lnTo>
                  <a:pt x="247" y="438"/>
                </a:lnTo>
                <a:lnTo>
                  <a:pt x="247" y="437"/>
                </a:lnTo>
                <a:lnTo>
                  <a:pt x="248" y="437"/>
                </a:lnTo>
                <a:lnTo>
                  <a:pt x="249" y="437"/>
                </a:lnTo>
                <a:lnTo>
                  <a:pt x="250" y="437"/>
                </a:lnTo>
                <a:lnTo>
                  <a:pt x="251" y="437"/>
                </a:lnTo>
                <a:lnTo>
                  <a:pt x="251" y="436"/>
                </a:lnTo>
                <a:lnTo>
                  <a:pt x="252" y="436"/>
                </a:lnTo>
                <a:lnTo>
                  <a:pt x="252" y="435"/>
                </a:lnTo>
                <a:lnTo>
                  <a:pt x="250" y="435"/>
                </a:lnTo>
                <a:lnTo>
                  <a:pt x="250" y="434"/>
                </a:lnTo>
                <a:lnTo>
                  <a:pt x="249" y="434"/>
                </a:lnTo>
                <a:lnTo>
                  <a:pt x="249" y="433"/>
                </a:lnTo>
                <a:lnTo>
                  <a:pt x="248" y="433"/>
                </a:lnTo>
                <a:lnTo>
                  <a:pt x="248" y="434"/>
                </a:lnTo>
                <a:lnTo>
                  <a:pt x="247" y="433"/>
                </a:lnTo>
                <a:lnTo>
                  <a:pt x="247" y="432"/>
                </a:lnTo>
                <a:lnTo>
                  <a:pt x="248" y="432"/>
                </a:lnTo>
                <a:lnTo>
                  <a:pt x="249" y="432"/>
                </a:lnTo>
                <a:lnTo>
                  <a:pt x="250" y="432"/>
                </a:lnTo>
                <a:lnTo>
                  <a:pt x="250" y="431"/>
                </a:lnTo>
                <a:lnTo>
                  <a:pt x="251" y="431"/>
                </a:lnTo>
                <a:lnTo>
                  <a:pt x="252" y="432"/>
                </a:lnTo>
                <a:lnTo>
                  <a:pt x="253" y="432"/>
                </a:lnTo>
                <a:lnTo>
                  <a:pt x="254" y="432"/>
                </a:lnTo>
                <a:lnTo>
                  <a:pt x="255" y="432"/>
                </a:lnTo>
                <a:lnTo>
                  <a:pt x="256" y="431"/>
                </a:lnTo>
                <a:lnTo>
                  <a:pt x="256" y="430"/>
                </a:lnTo>
                <a:lnTo>
                  <a:pt x="255" y="429"/>
                </a:lnTo>
                <a:lnTo>
                  <a:pt x="254" y="428"/>
                </a:lnTo>
                <a:lnTo>
                  <a:pt x="255" y="428"/>
                </a:lnTo>
                <a:lnTo>
                  <a:pt x="256" y="428"/>
                </a:lnTo>
                <a:lnTo>
                  <a:pt x="257" y="428"/>
                </a:lnTo>
                <a:lnTo>
                  <a:pt x="258" y="428"/>
                </a:lnTo>
                <a:lnTo>
                  <a:pt x="259" y="429"/>
                </a:lnTo>
                <a:lnTo>
                  <a:pt x="260" y="429"/>
                </a:lnTo>
                <a:lnTo>
                  <a:pt x="260" y="428"/>
                </a:lnTo>
                <a:lnTo>
                  <a:pt x="260" y="427"/>
                </a:lnTo>
                <a:lnTo>
                  <a:pt x="259" y="427"/>
                </a:lnTo>
                <a:lnTo>
                  <a:pt x="259" y="426"/>
                </a:lnTo>
                <a:lnTo>
                  <a:pt x="258" y="425"/>
                </a:lnTo>
                <a:lnTo>
                  <a:pt x="259" y="424"/>
                </a:lnTo>
                <a:lnTo>
                  <a:pt x="260" y="424"/>
                </a:lnTo>
                <a:lnTo>
                  <a:pt x="260" y="423"/>
                </a:lnTo>
                <a:lnTo>
                  <a:pt x="259" y="423"/>
                </a:lnTo>
                <a:lnTo>
                  <a:pt x="260" y="422"/>
                </a:lnTo>
                <a:lnTo>
                  <a:pt x="260" y="421"/>
                </a:lnTo>
                <a:lnTo>
                  <a:pt x="261" y="421"/>
                </a:lnTo>
                <a:lnTo>
                  <a:pt x="262" y="421"/>
                </a:lnTo>
                <a:lnTo>
                  <a:pt x="264" y="422"/>
                </a:lnTo>
                <a:lnTo>
                  <a:pt x="267" y="422"/>
                </a:lnTo>
                <a:lnTo>
                  <a:pt x="268" y="422"/>
                </a:lnTo>
                <a:lnTo>
                  <a:pt x="269" y="422"/>
                </a:lnTo>
                <a:lnTo>
                  <a:pt x="270" y="422"/>
                </a:lnTo>
                <a:lnTo>
                  <a:pt x="271" y="422"/>
                </a:lnTo>
                <a:lnTo>
                  <a:pt x="272" y="421"/>
                </a:lnTo>
                <a:lnTo>
                  <a:pt x="274" y="420"/>
                </a:lnTo>
                <a:lnTo>
                  <a:pt x="275" y="420"/>
                </a:lnTo>
                <a:lnTo>
                  <a:pt x="275" y="419"/>
                </a:lnTo>
                <a:lnTo>
                  <a:pt x="275" y="420"/>
                </a:lnTo>
                <a:lnTo>
                  <a:pt x="276" y="420"/>
                </a:lnTo>
                <a:lnTo>
                  <a:pt x="276" y="419"/>
                </a:lnTo>
                <a:lnTo>
                  <a:pt x="277" y="419"/>
                </a:lnTo>
                <a:lnTo>
                  <a:pt x="278" y="419"/>
                </a:lnTo>
                <a:lnTo>
                  <a:pt x="277" y="419"/>
                </a:lnTo>
                <a:lnTo>
                  <a:pt x="276" y="419"/>
                </a:lnTo>
                <a:lnTo>
                  <a:pt x="274" y="419"/>
                </a:lnTo>
                <a:lnTo>
                  <a:pt x="273" y="419"/>
                </a:lnTo>
                <a:lnTo>
                  <a:pt x="272" y="419"/>
                </a:lnTo>
                <a:lnTo>
                  <a:pt x="271" y="420"/>
                </a:lnTo>
                <a:lnTo>
                  <a:pt x="269" y="420"/>
                </a:lnTo>
                <a:lnTo>
                  <a:pt x="268" y="421"/>
                </a:lnTo>
                <a:lnTo>
                  <a:pt x="267" y="421"/>
                </a:lnTo>
                <a:lnTo>
                  <a:pt x="265" y="421"/>
                </a:lnTo>
                <a:lnTo>
                  <a:pt x="264" y="421"/>
                </a:lnTo>
                <a:lnTo>
                  <a:pt x="262" y="421"/>
                </a:lnTo>
                <a:lnTo>
                  <a:pt x="262" y="420"/>
                </a:lnTo>
                <a:lnTo>
                  <a:pt x="261" y="420"/>
                </a:lnTo>
                <a:lnTo>
                  <a:pt x="260" y="420"/>
                </a:lnTo>
                <a:lnTo>
                  <a:pt x="259" y="419"/>
                </a:lnTo>
                <a:lnTo>
                  <a:pt x="258" y="418"/>
                </a:lnTo>
                <a:lnTo>
                  <a:pt x="258" y="419"/>
                </a:lnTo>
                <a:lnTo>
                  <a:pt x="257" y="420"/>
                </a:lnTo>
                <a:lnTo>
                  <a:pt x="258" y="420"/>
                </a:lnTo>
                <a:lnTo>
                  <a:pt x="258" y="421"/>
                </a:lnTo>
                <a:lnTo>
                  <a:pt x="258" y="422"/>
                </a:lnTo>
                <a:lnTo>
                  <a:pt x="258" y="423"/>
                </a:lnTo>
                <a:lnTo>
                  <a:pt x="257" y="423"/>
                </a:lnTo>
                <a:lnTo>
                  <a:pt x="256" y="423"/>
                </a:lnTo>
                <a:lnTo>
                  <a:pt x="256" y="424"/>
                </a:lnTo>
                <a:lnTo>
                  <a:pt x="255" y="424"/>
                </a:lnTo>
                <a:lnTo>
                  <a:pt x="254" y="424"/>
                </a:lnTo>
                <a:lnTo>
                  <a:pt x="253" y="425"/>
                </a:lnTo>
                <a:lnTo>
                  <a:pt x="252" y="425"/>
                </a:lnTo>
                <a:lnTo>
                  <a:pt x="251" y="425"/>
                </a:lnTo>
                <a:lnTo>
                  <a:pt x="251" y="426"/>
                </a:lnTo>
                <a:lnTo>
                  <a:pt x="250" y="426"/>
                </a:lnTo>
                <a:lnTo>
                  <a:pt x="247" y="426"/>
                </a:lnTo>
                <a:lnTo>
                  <a:pt x="246" y="427"/>
                </a:lnTo>
                <a:lnTo>
                  <a:pt x="245" y="427"/>
                </a:lnTo>
                <a:lnTo>
                  <a:pt x="245" y="426"/>
                </a:lnTo>
                <a:lnTo>
                  <a:pt x="244" y="427"/>
                </a:lnTo>
                <a:lnTo>
                  <a:pt x="244" y="428"/>
                </a:lnTo>
                <a:lnTo>
                  <a:pt x="243" y="427"/>
                </a:lnTo>
                <a:lnTo>
                  <a:pt x="243" y="426"/>
                </a:lnTo>
                <a:lnTo>
                  <a:pt x="242" y="426"/>
                </a:lnTo>
                <a:lnTo>
                  <a:pt x="241" y="426"/>
                </a:lnTo>
                <a:lnTo>
                  <a:pt x="241" y="427"/>
                </a:lnTo>
                <a:lnTo>
                  <a:pt x="241" y="429"/>
                </a:lnTo>
                <a:lnTo>
                  <a:pt x="240" y="429"/>
                </a:lnTo>
                <a:lnTo>
                  <a:pt x="239" y="431"/>
                </a:lnTo>
                <a:lnTo>
                  <a:pt x="239" y="429"/>
                </a:lnTo>
                <a:lnTo>
                  <a:pt x="236" y="429"/>
                </a:lnTo>
                <a:lnTo>
                  <a:pt x="237" y="428"/>
                </a:lnTo>
                <a:lnTo>
                  <a:pt x="237" y="427"/>
                </a:lnTo>
                <a:lnTo>
                  <a:pt x="237" y="426"/>
                </a:lnTo>
                <a:lnTo>
                  <a:pt x="237" y="425"/>
                </a:lnTo>
                <a:lnTo>
                  <a:pt x="236" y="425"/>
                </a:lnTo>
                <a:lnTo>
                  <a:pt x="235" y="425"/>
                </a:lnTo>
                <a:lnTo>
                  <a:pt x="234" y="425"/>
                </a:lnTo>
                <a:lnTo>
                  <a:pt x="234" y="424"/>
                </a:lnTo>
                <a:lnTo>
                  <a:pt x="235" y="423"/>
                </a:lnTo>
                <a:lnTo>
                  <a:pt x="236" y="421"/>
                </a:lnTo>
                <a:lnTo>
                  <a:pt x="236" y="419"/>
                </a:lnTo>
                <a:lnTo>
                  <a:pt x="237" y="419"/>
                </a:lnTo>
                <a:lnTo>
                  <a:pt x="237" y="418"/>
                </a:lnTo>
                <a:lnTo>
                  <a:pt x="236" y="418"/>
                </a:lnTo>
                <a:lnTo>
                  <a:pt x="236" y="419"/>
                </a:lnTo>
                <a:lnTo>
                  <a:pt x="236" y="418"/>
                </a:lnTo>
                <a:lnTo>
                  <a:pt x="235" y="418"/>
                </a:lnTo>
                <a:lnTo>
                  <a:pt x="235" y="417"/>
                </a:lnTo>
                <a:lnTo>
                  <a:pt x="234" y="417"/>
                </a:lnTo>
                <a:lnTo>
                  <a:pt x="234" y="416"/>
                </a:lnTo>
                <a:lnTo>
                  <a:pt x="234" y="417"/>
                </a:lnTo>
                <a:lnTo>
                  <a:pt x="234" y="418"/>
                </a:lnTo>
                <a:lnTo>
                  <a:pt x="234" y="419"/>
                </a:lnTo>
                <a:lnTo>
                  <a:pt x="234" y="420"/>
                </a:lnTo>
                <a:lnTo>
                  <a:pt x="233" y="420"/>
                </a:lnTo>
                <a:lnTo>
                  <a:pt x="233" y="421"/>
                </a:lnTo>
                <a:lnTo>
                  <a:pt x="232" y="421"/>
                </a:lnTo>
                <a:lnTo>
                  <a:pt x="232" y="422"/>
                </a:lnTo>
                <a:lnTo>
                  <a:pt x="231" y="422"/>
                </a:lnTo>
                <a:lnTo>
                  <a:pt x="230" y="423"/>
                </a:lnTo>
                <a:lnTo>
                  <a:pt x="229" y="423"/>
                </a:lnTo>
                <a:lnTo>
                  <a:pt x="229" y="422"/>
                </a:lnTo>
                <a:lnTo>
                  <a:pt x="228" y="422"/>
                </a:lnTo>
                <a:lnTo>
                  <a:pt x="227" y="422"/>
                </a:lnTo>
                <a:lnTo>
                  <a:pt x="227" y="421"/>
                </a:lnTo>
                <a:lnTo>
                  <a:pt x="226" y="421"/>
                </a:lnTo>
                <a:lnTo>
                  <a:pt x="225" y="421"/>
                </a:lnTo>
                <a:lnTo>
                  <a:pt x="224" y="421"/>
                </a:lnTo>
                <a:lnTo>
                  <a:pt x="224" y="422"/>
                </a:lnTo>
                <a:lnTo>
                  <a:pt x="223" y="421"/>
                </a:lnTo>
                <a:lnTo>
                  <a:pt x="223" y="420"/>
                </a:lnTo>
                <a:lnTo>
                  <a:pt x="223" y="419"/>
                </a:lnTo>
                <a:lnTo>
                  <a:pt x="223" y="420"/>
                </a:lnTo>
                <a:lnTo>
                  <a:pt x="224" y="418"/>
                </a:lnTo>
                <a:lnTo>
                  <a:pt x="225" y="418"/>
                </a:lnTo>
                <a:lnTo>
                  <a:pt x="225" y="417"/>
                </a:lnTo>
                <a:lnTo>
                  <a:pt x="226" y="418"/>
                </a:lnTo>
                <a:lnTo>
                  <a:pt x="226" y="417"/>
                </a:lnTo>
                <a:lnTo>
                  <a:pt x="227" y="416"/>
                </a:lnTo>
                <a:lnTo>
                  <a:pt x="227" y="414"/>
                </a:lnTo>
                <a:lnTo>
                  <a:pt x="226" y="414"/>
                </a:lnTo>
                <a:lnTo>
                  <a:pt x="225" y="415"/>
                </a:lnTo>
                <a:lnTo>
                  <a:pt x="224" y="416"/>
                </a:lnTo>
                <a:lnTo>
                  <a:pt x="223" y="416"/>
                </a:lnTo>
                <a:lnTo>
                  <a:pt x="225" y="417"/>
                </a:lnTo>
                <a:lnTo>
                  <a:pt x="223" y="418"/>
                </a:lnTo>
                <a:lnTo>
                  <a:pt x="223" y="419"/>
                </a:lnTo>
                <a:lnTo>
                  <a:pt x="222" y="419"/>
                </a:lnTo>
                <a:lnTo>
                  <a:pt x="221" y="419"/>
                </a:lnTo>
                <a:lnTo>
                  <a:pt x="221" y="418"/>
                </a:lnTo>
                <a:lnTo>
                  <a:pt x="220" y="419"/>
                </a:lnTo>
                <a:lnTo>
                  <a:pt x="220" y="420"/>
                </a:lnTo>
                <a:lnTo>
                  <a:pt x="219" y="421"/>
                </a:lnTo>
                <a:lnTo>
                  <a:pt x="218" y="421"/>
                </a:lnTo>
                <a:lnTo>
                  <a:pt x="217" y="421"/>
                </a:lnTo>
                <a:lnTo>
                  <a:pt x="217" y="420"/>
                </a:lnTo>
                <a:lnTo>
                  <a:pt x="216" y="420"/>
                </a:lnTo>
                <a:lnTo>
                  <a:pt x="217" y="419"/>
                </a:lnTo>
                <a:lnTo>
                  <a:pt x="218" y="419"/>
                </a:lnTo>
                <a:lnTo>
                  <a:pt x="218" y="418"/>
                </a:lnTo>
                <a:lnTo>
                  <a:pt x="218" y="417"/>
                </a:lnTo>
                <a:lnTo>
                  <a:pt x="219" y="417"/>
                </a:lnTo>
                <a:lnTo>
                  <a:pt x="219" y="416"/>
                </a:lnTo>
                <a:lnTo>
                  <a:pt x="218" y="416"/>
                </a:lnTo>
                <a:lnTo>
                  <a:pt x="218" y="415"/>
                </a:lnTo>
                <a:lnTo>
                  <a:pt x="219" y="414"/>
                </a:lnTo>
                <a:lnTo>
                  <a:pt x="219" y="413"/>
                </a:lnTo>
                <a:lnTo>
                  <a:pt x="219" y="412"/>
                </a:lnTo>
                <a:lnTo>
                  <a:pt x="221" y="411"/>
                </a:lnTo>
                <a:lnTo>
                  <a:pt x="222" y="411"/>
                </a:lnTo>
                <a:lnTo>
                  <a:pt x="223" y="411"/>
                </a:lnTo>
                <a:lnTo>
                  <a:pt x="223" y="410"/>
                </a:lnTo>
                <a:lnTo>
                  <a:pt x="224" y="410"/>
                </a:lnTo>
                <a:lnTo>
                  <a:pt x="225" y="410"/>
                </a:lnTo>
                <a:lnTo>
                  <a:pt x="225" y="409"/>
                </a:lnTo>
                <a:lnTo>
                  <a:pt x="226" y="409"/>
                </a:lnTo>
                <a:lnTo>
                  <a:pt x="226" y="408"/>
                </a:lnTo>
                <a:lnTo>
                  <a:pt x="227" y="408"/>
                </a:lnTo>
                <a:lnTo>
                  <a:pt x="228" y="408"/>
                </a:lnTo>
                <a:lnTo>
                  <a:pt x="229" y="409"/>
                </a:lnTo>
                <a:lnTo>
                  <a:pt x="229" y="410"/>
                </a:lnTo>
                <a:lnTo>
                  <a:pt x="230" y="410"/>
                </a:lnTo>
                <a:lnTo>
                  <a:pt x="231" y="410"/>
                </a:lnTo>
                <a:lnTo>
                  <a:pt x="231" y="409"/>
                </a:lnTo>
                <a:lnTo>
                  <a:pt x="232" y="409"/>
                </a:lnTo>
                <a:lnTo>
                  <a:pt x="233" y="408"/>
                </a:lnTo>
                <a:lnTo>
                  <a:pt x="234" y="408"/>
                </a:lnTo>
                <a:lnTo>
                  <a:pt x="234" y="407"/>
                </a:lnTo>
                <a:lnTo>
                  <a:pt x="235" y="407"/>
                </a:lnTo>
                <a:lnTo>
                  <a:pt x="236" y="407"/>
                </a:lnTo>
                <a:lnTo>
                  <a:pt x="237" y="406"/>
                </a:lnTo>
                <a:lnTo>
                  <a:pt x="236" y="406"/>
                </a:lnTo>
                <a:lnTo>
                  <a:pt x="235" y="406"/>
                </a:lnTo>
                <a:lnTo>
                  <a:pt x="235" y="407"/>
                </a:lnTo>
                <a:lnTo>
                  <a:pt x="234" y="407"/>
                </a:lnTo>
                <a:lnTo>
                  <a:pt x="233" y="408"/>
                </a:lnTo>
                <a:lnTo>
                  <a:pt x="232" y="408"/>
                </a:lnTo>
                <a:lnTo>
                  <a:pt x="231" y="408"/>
                </a:lnTo>
                <a:lnTo>
                  <a:pt x="231" y="409"/>
                </a:lnTo>
                <a:lnTo>
                  <a:pt x="230" y="408"/>
                </a:lnTo>
                <a:lnTo>
                  <a:pt x="229" y="407"/>
                </a:lnTo>
                <a:lnTo>
                  <a:pt x="227" y="406"/>
                </a:lnTo>
                <a:lnTo>
                  <a:pt x="226" y="406"/>
                </a:lnTo>
                <a:lnTo>
                  <a:pt x="226" y="407"/>
                </a:lnTo>
                <a:lnTo>
                  <a:pt x="225" y="407"/>
                </a:lnTo>
                <a:lnTo>
                  <a:pt x="224" y="407"/>
                </a:lnTo>
                <a:lnTo>
                  <a:pt x="223" y="408"/>
                </a:lnTo>
                <a:lnTo>
                  <a:pt x="223" y="409"/>
                </a:lnTo>
                <a:lnTo>
                  <a:pt x="222" y="409"/>
                </a:lnTo>
                <a:lnTo>
                  <a:pt x="222" y="410"/>
                </a:lnTo>
                <a:lnTo>
                  <a:pt x="221" y="410"/>
                </a:lnTo>
                <a:lnTo>
                  <a:pt x="221" y="408"/>
                </a:lnTo>
                <a:lnTo>
                  <a:pt x="220" y="408"/>
                </a:lnTo>
                <a:lnTo>
                  <a:pt x="220" y="407"/>
                </a:lnTo>
                <a:lnTo>
                  <a:pt x="219" y="407"/>
                </a:lnTo>
                <a:lnTo>
                  <a:pt x="219" y="408"/>
                </a:lnTo>
                <a:lnTo>
                  <a:pt x="219" y="409"/>
                </a:lnTo>
                <a:lnTo>
                  <a:pt x="218" y="409"/>
                </a:lnTo>
                <a:lnTo>
                  <a:pt x="218" y="410"/>
                </a:lnTo>
                <a:lnTo>
                  <a:pt x="215" y="410"/>
                </a:lnTo>
                <a:lnTo>
                  <a:pt x="214" y="407"/>
                </a:lnTo>
                <a:lnTo>
                  <a:pt x="214" y="406"/>
                </a:lnTo>
                <a:lnTo>
                  <a:pt x="215" y="406"/>
                </a:lnTo>
                <a:lnTo>
                  <a:pt x="215" y="405"/>
                </a:lnTo>
                <a:lnTo>
                  <a:pt x="215" y="404"/>
                </a:lnTo>
                <a:lnTo>
                  <a:pt x="215" y="403"/>
                </a:lnTo>
                <a:lnTo>
                  <a:pt x="217" y="402"/>
                </a:lnTo>
                <a:lnTo>
                  <a:pt x="217" y="401"/>
                </a:lnTo>
                <a:lnTo>
                  <a:pt x="219" y="401"/>
                </a:lnTo>
                <a:lnTo>
                  <a:pt x="220" y="401"/>
                </a:lnTo>
                <a:lnTo>
                  <a:pt x="221" y="400"/>
                </a:lnTo>
                <a:lnTo>
                  <a:pt x="221" y="399"/>
                </a:lnTo>
                <a:lnTo>
                  <a:pt x="221" y="398"/>
                </a:lnTo>
                <a:lnTo>
                  <a:pt x="222" y="399"/>
                </a:lnTo>
                <a:lnTo>
                  <a:pt x="223" y="399"/>
                </a:lnTo>
                <a:lnTo>
                  <a:pt x="225" y="398"/>
                </a:lnTo>
                <a:lnTo>
                  <a:pt x="226" y="398"/>
                </a:lnTo>
                <a:lnTo>
                  <a:pt x="227" y="398"/>
                </a:lnTo>
                <a:lnTo>
                  <a:pt x="229" y="398"/>
                </a:lnTo>
                <a:lnTo>
                  <a:pt x="230" y="398"/>
                </a:lnTo>
                <a:lnTo>
                  <a:pt x="231" y="398"/>
                </a:lnTo>
                <a:lnTo>
                  <a:pt x="232" y="397"/>
                </a:lnTo>
                <a:lnTo>
                  <a:pt x="233" y="397"/>
                </a:lnTo>
                <a:lnTo>
                  <a:pt x="234" y="397"/>
                </a:lnTo>
                <a:lnTo>
                  <a:pt x="235" y="397"/>
                </a:lnTo>
                <a:lnTo>
                  <a:pt x="235" y="396"/>
                </a:lnTo>
                <a:lnTo>
                  <a:pt x="236" y="395"/>
                </a:lnTo>
                <a:lnTo>
                  <a:pt x="236" y="394"/>
                </a:lnTo>
                <a:lnTo>
                  <a:pt x="235" y="394"/>
                </a:lnTo>
                <a:lnTo>
                  <a:pt x="234" y="394"/>
                </a:lnTo>
                <a:lnTo>
                  <a:pt x="235" y="393"/>
                </a:lnTo>
                <a:lnTo>
                  <a:pt x="236" y="393"/>
                </a:lnTo>
                <a:lnTo>
                  <a:pt x="237" y="393"/>
                </a:lnTo>
                <a:lnTo>
                  <a:pt x="238" y="392"/>
                </a:lnTo>
                <a:lnTo>
                  <a:pt x="239" y="392"/>
                </a:lnTo>
                <a:lnTo>
                  <a:pt x="239" y="393"/>
                </a:lnTo>
                <a:lnTo>
                  <a:pt x="240" y="393"/>
                </a:lnTo>
                <a:lnTo>
                  <a:pt x="241" y="394"/>
                </a:lnTo>
                <a:lnTo>
                  <a:pt x="241" y="395"/>
                </a:lnTo>
                <a:lnTo>
                  <a:pt x="242" y="397"/>
                </a:lnTo>
                <a:lnTo>
                  <a:pt x="242" y="398"/>
                </a:lnTo>
                <a:lnTo>
                  <a:pt x="242" y="399"/>
                </a:lnTo>
                <a:lnTo>
                  <a:pt x="243" y="399"/>
                </a:lnTo>
                <a:lnTo>
                  <a:pt x="244" y="399"/>
                </a:lnTo>
                <a:lnTo>
                  <a:pt x="245" y="398"/>
                </a:lnTo>
                <a:lnTo>
                  <a:pt x="244" y="398"/>
                </a:lnTo>
                <a:lnTo>
                  <a:pt x="243" y="398"/>
                </a:lnTo>
                <a:lnTo>
                  <a:pt x="242" y="397"/>
                </a:lnTo>
                <a:lnTo>
                  <a:pt x="242" y="396"/>
                </a:lnTo>
                <a:lnTo>
                  <a:pt x="242" y="395"/>
                </a:lnTo>
                <a:lnTo>
                  <a:pt x="241" y="394"/>
                </a:lnTo>
                <a:lnTo>
                  <a:pt x="240" y="393"/>
                </a:lnTo>
                <a:lnTo>
                  <a:pt x="240" y="392"/>
                </a:lnTo>
                <a:lnTo>
                  <a:pt x="239" y="392"/>
                </a:lnTo>
                <a:lnTo>
                  <a:pt x="239" y="391"/>
                </a:lnTo>
                <a:lnTo>
                  <a:pt x="240" y="391"/>
                </a:lnTo>
                <a:lnTo>
                  <a:pt x="239" y="391"/>
                </a:lnTo>
                <a:lnTo>
                  <a:pt x="239" y="390"/>
                </a:lnTo>
                <a:lnTo>
                  <a:pt x="240" y="389"/>
                </a:lnTo>
                <a:lnTo>
                  <a:pt x="240" y="388"/>
                </a:lnTo>
                <a:lnTo>
                  <a:pt x="239" y="387"/>
                </a:lnTo>
                <a:lnTo>
                  <a:pt x="238" y="387"/>
                </a:lnTo>
                <a:lnTo>
                  <a:pt x="238" y="386"/>
                </a:lnTo>
                <a:lnTo>
                  <a:pt x="237" y="385"/>
                </a:lnTo>
                <a:lnTo>
                  <a:pt x="236" y="384"/>
                </a:lnTo>
                <a:lnTo>
                  <a:pt x="235" y="384"/>
                </a:lnTo>
                <a:lnTo>
                  <a:pt x="235" y="383"/>
                </a:lnTo>
                <a:lnTo>
                  <a:pt x="236" y="383"/>
                </a:lnTo>
                <a:lnTo>
                  <a:pt x="237" y="383"/>
                </a:lnTo>
                <a:lnTo>
                  <a:pt x="238" y="382"/>
                </a:lnTo>
                <a:lnTo>
                  <a:pt x="238" y="381"/>
                </a:lnTo>
                <a:lnTo>
                  <a:pt x="238" y="380"/>
                </a:lnTo>
                <a:lnTo>
                  <a:pt x="238" y="379"/>
                </a:lnTo>
                <a:lnTo>
                  <a:pt x="237" y="379"/>
                </a:lnTo>
                <a:lnTo>
                  <a:pt x="237" y="378"/>
                </a:lnTo>
                <a:lnTo>
                  <a:pt x="237" y="377"/>
                </a:lnTo>
                <a:lnTo>
                  <a:pt x="238" y="377"/>
                </a:lnTo>
                <a:lnTo>
                  <a:pt x="239" y="377"/>
                </a:lnTo>
                <a:lnTo>
                  <a:pt x="239" y="376"/>
                </a:lnTo>
                <a:lnTo>
                  <a:pt x="240" y="376"/>
                </a:lnTo>
                <a:lnTo>
                  <a:pt x="240" y="375"/>
                </a:lnTo>
                <a:lnTo>
                  <a:pt x="241" y="375"/>
                </a:lnTo>
                <a:lnTo>
                  <a:pt x="241" y="374"/>
                </a:lnTo>
                <a:lnTo>
                  <a:pt x="242" y="374"/>
                </a:lnTo>
                <a:lnTo>
                  <a:pt x="242" y="373"/>
                </a:lnTo>
                <a:lnTo>
                  <a:pt x="243" y="372"/>
                </a:lnTo>
                <a:lnTo>
                  <a:pt x="242" y="372"/>
                </a:lnTo>
                <a:lnTo>
                  <a:pt x="242" y="371"/>
                </a:lnTo>
                <a:lnTo>
                  <a:pt x="243" y="371"/>
                </a:lnTo>
                <a:lnTo>
                  <a:pt x="243" y="372"/>
                </a:lnTo>
                <a:lnTo>
                  <a:pt x="244" y="372"/>
                </a:lnTo>
                <a:lnTo>
                  <a:pt x="245" y="372"/>
                </a:lnTo>
                <a:lnTo>
                  <a:pt x="246" y="372"/>
                </a:lnTo>
                <a:lnTo>
                  <a:pt x="247" y="372"/>
                </a:lnTo>
                <a:lnTo>
                  <a:pt x="248" y="372"/>
                </a:lnTo>
                <a:lnTo>
                  <a:pt x="248" y="371"/>
                </a:lnTo>
                <a:lnTo>
                  <a:pt x="249" y="371"/>
                </a:lnTo>
                <a:lnTo>
                  <a:pt x="250" y="370"/>
                </a:lnTo>
                <a:lnTo>
                  <a:pt x="251" y="370"/>
                </a:lnTo>
                <a:lnTo>
                  <a:pt x="251" y="369"/>
                </a:lnTo>
                <a:lnTo>
                  <a:pt x="251" y="368"/>
                </a:lnTo>
                <a:lnTo>
                  <a:pt x="252" y="368"/>
                </a:lnTo>
                <a:lnTo>
                  <a:pt x="253" y="368"/>
                </a:lnTo>
                <a:lnTo>
                  <a:pt x="254" y="368"/>
                </a:lnTo>
                <a:lnTo>
                  <a:pt x="254" y="367"/>
                </a:lnTo>
                <a:lnTo>
                  <a:pt x="255" y="366"/>
                </a:lnTo>
                <a:lnTo>
                  <a:pt x="256" y="366"/>
                </a:lnTo>
                <a:lnTo>
                  <a:pt x="257" y="365"/>
                </a:lnTo>
                <a:lnTo>
                  <a:pt x="257" y="364"/>
                </a:lnTo>
                <a:lnTo>
                  <a:pt x="258" y="364"/>
                </a:lnTo>
                <a:lnTo>
                  <a:pt x="259" y="365"/>
                </a:lnTo>
                <a:lnTo>
                  <a:pt x="259" y="366"/>
                </a:lnTo>
                <a:lnTo>
                  <a:pt x="260" y="366"/>
                </a:lnTo>
                <a:lnTo>
                  <a:pt x="261" y="367"/>
                </a:lnTo>
                <a:lnTo>
                  <a:pt x="261" y="366"/>
                </a:lnTo>
                <a:lnTo>
                  <a:pt x="262" y="365"/>
                </a:lnTo>
                <a:lnTo>
                  <a:pt x="263" y="365"/>
                </a:lnTo>
                <a:lnTo>
                  <a:pt x="264" y="364"/>
                </a:lnTo>
                <a:lnTo>
                  <a:pt x="265" y="364"/>
                </a:lnTo>
                <a:lnTo>
                  <a:pt x="265" y="363"/>
                </a:lnTo>
                <a:lnTo>
                  <a:pt x="265" y="362"/>
                </a:lnTo>
                <a:lnTo>
                  <a:pt x="266" y="362"/>
                </a:lnTo>
                <a:lnTo>
                  <a:pt x="267" y="361"/>
                </a:lnTo>
                <a:lnTo>
                  <a:pt x="268" y="360"/>
                </a:lnTo>
                <a:lnTo>
                  <a:pt x="269" y="360"/>
                </a:lnTo>
                <a:lnTo>
                  <a:pt x="268" y="359"/>
                </a:lnTo>
                <a:lnTo>
                  <a:pt x="268" y="358"/>
                </a:lnTo>
                <a:lnTo>
                  <a:pt x="268" y="357"/>
                </a:lnTo>
                <a:lnTo>
                  <a:pt x="267" y="358"/>
                </a:lnTo>
                <a:lnTo>
                  <a:pt x="266" y="358"/>
                </a:lnTo>
                <a:lnTo>
                  <a:pt x="263" y="359"/>
                </a:lnTo>
                <a:lnTo>
                  <a:pt x="263" y="358"/>
                </a:lnTo>
                <a:lnTo>
                  <a:pt x="265" y="358"/>
                </a:lnTo>
                <a:lnTo>
                  <a:pt x="266" y="358"/>
                </a:lnTo>
                <a:lnTo>
                  <a:pt x="267" y="356"/>
                </a:lnTo>
                <a:lnTo>
                  <a:pt x="268" y="356"/>
                </a:lnTo>
                <a:lnTo>
                  <a:pt x="268" y="355"/>
                </a:lnTo>
                <a:lnTo>
                  <a:pt x="269" y="355"/>
                </a:lnTo>
                <a:lnTo>
                  <a:pt x="268" y="354"/>
                </a:lnTo>
                <a:lnTo>
                  <a:pt x="270" y="354"/>
                </a:lnTo>
                <a:lnTo>
                  <a:pt x="271" y="354"/>
                </a:lnTo>
                <a:lnTo>
                  <a:pt x="272" y="354"/>
                </a:lnTo>
                <a:lnTo>
                  <a:pt x="273" y="354"/>
                </a:lnTo>
                <a:lnTo>
                  <a:pt x="274" y="354"/>
                </a:lnTo>
                <a:lnTo>
                  <a:pt x="274" y="353"/>
                </a:lnTo>
                <a:lnTo>
                  <a:pt x="275" y="352"/>
                </a:lnTo>
                <a:lnTo>
                  <a:pt x="275" y="351"/>
                </a:lnTo>
                <a:lnTo>
                  <a:pt x="276" y="352"/>
                </a:lnTo>
                <a:lnTo>
                  <a:pt x="276" y="351"/>
                </a:lnTo>
                <a:lnTo>
                  <a:pt x="278" y="350"/>
                </a:lnTo>
                <a:lnTo>
                  <a:pt x="278" y="349"/>
                </a:lnTo>
                <a:lnTo>
                  <a:pt x="278" y="348"/>
                </a:lnTo>
                <a:lnTo>
                  <a:pt x="279" y="347"/>
                </a:lnTo>
                <a:lnTo>
                  <a:pt x="279" y="346"/>
                </a:lnTo>
                <a:lnTo>
                  <a:pt x="280" y="346"/>
                </a:lnTo>
                <a:lnTo>
                  <a:pt x="281" y="345"/>
                </a:lnTo>
                <a:lnTo>
                  <a:pt x="281" y="346"/>
                </a:lnTo>
                <a:lnTo>
                  <a:pt x="282" y="346"/>
                </a:lnTo>
                <a:lnTo>
                  <a:pt x="283" y="345"/>
                </a:lnTo>
                <a:lnTo>
                  <a:pt x="284" y="345"/>
                </a:lnTo>
                <a:lnTo>
                  <a:pt x="285" y="344"/>
                </a:lnTo>
                <a:lnTo>
                  <a:pt x="285" y="343"/>
                </a:lnTo>
                <a:lnTo>
                  <a:pt x="285" y="342"/>
                </a:lnTo>
                <a:lnTo>
                  <a:pt x="285" y="341"/>
                </a:lnTo>
                <a:lnTo>
                  <a:pt x="285" y="340"/>
                </a:lnTo>
                <a:lnTo>
                  <a:pt x="285" y="339"/>
                </a:lnTo>
                <a:lnTo>
                  <a:pt x="284" y="339"/>
                </a:lnTo>
                <a:lnTo>
                  <a:pt x="283" y="339"/>
                </a:lnTo>
                <a:lnTo>
                  <a:pt x="284" y="338"/>
                </a:lnTo>
                <a:lnTo>
                  <a:pt x="281" y="338"/>
                </a:lnTo>
                <a:lnTo>
                  <a:pt x="281" y="337"/>
                </a:lnTo>
                <a:lnTo>
                  <a:pt x="280" y="337"/>
                </a:lnTo>
                <a:lnTo>
                  <a:pt x="281" y="337"/>
                </a:lnTo>
                <a:lnTo>
                  <a:pt x="286" y="337"/>
                </a:lnTo>
                <a:lnTo>
                  <a:pt x="286" y="338"/>
                </a:lnTo>
                <a:lnTo>
                  <a:pt x="287" y="338"/>
                </a:lnTo>
                <a:lnTo>
                  <a:pt x="288" y="338"/>
                </a:lnTo>
                <a:lnTo>
                  <a:pt x="288" y="337"/>
                </a:lnTo>
                <a:lnTo>
                  <a:pt x="289" y="337"/>
                </a:lnTo>
                <a:lnTo>
                  <a:pt x="289" y="336"/>
                </a:lnTo>
                <a:lnTo>
                  <a:pt x="290" y="336"/>
                </a:lnTo>
                <a:lnTo>
                  <a:pt x="291" y="336"/>
                </a:lnTo>
                <a:lnTo>
                  <a:pt x="292" y="335"/>
                </a:lnTo>
                <a:lnTo>
                  <a:pt x="292" y="334"/>
                </a:lnTo>
                <a:lnTo>
                  <a:pt x="293" y="334"/>
                </a:lnTo>
                <a:lnTo>
                  <a:pt x="293" y="333"/>
                </a:lnTo>
                <a:lnTo>
                  <a:pt x="292" y="333"/>
                </a:lnTo>
                <a:lnTo>
                  <a:pt x="292" y="332"/>
                </a:lnTo>
                <a:lnTo>
                  <a:pt x="293" y="332"/>
                </a:lnTo>
                <a:lnTo>
                  <a:pt x="293" y="329"/>
                </a:lnTo>
                <a:lnTo>
                  <a:pt x="293" y="328"/>
                </a:lnTo>
                <a:lnTo>
                  <a:pt x="293" y="327"/>
                </a:lnTo>
                <a:lnTo>
                  <a:pt x="292" y="327"/>
                </a:lnTo>
                <a:lnTo>
                  <a:pt x="291" y="325"/>
                </a:lnTo>
                <a:lnTo>
                  <a:pt x="288" y="326"/>
                </a:lnTo>
                <a:lnTo>
                  <a:pt x="288" y="325"/>
                </a:lnTo>
                <a:lnTo>
                  <a:pt x="291" y="324"/>
                </a:lnTo>
                <a:lnTo>
                  <a:pt x="292" y="324"/>
                </a:lnTo>
                <a:lnTo>
                  <a:pt x="292" y="326"/>
                </a:lnTo>
                <a:lnTo>
                  <a:pt x="293" y="326"/>
                </a:lnTo>
                <a:lnTo>
                  <a:pt x="294" y="326"/>
                </a:lnTo>
                <a:lnTo>
                  <a:pt x="294" y="325"/>
                </a:lnTo>
                <a:lnTo>
                  <a:pt x="296" y="324"/>
                </a:lnTo>
                <a:lnTo>
                  <a:pt x="297" y="323"/>
                </a:lnTo>
                <a:lnTo>
                  <a:pt x="297" y="324"/>
                </a:lnTo>
                <a:lnTo>
                  <a:pt x="298" y="324"/>
                </a:lnTo>
                <a:lnTo>
                  <a:pt x="298" y="323"/>
                </a:lnTo>
                <a:lnTo>
                  <a:pt x="299" y="324"/>
                </a:lnTo>
                <a:lnTo>
                  <a:pt x="299" y="323"/>
                </a:lnTo>
                <a:lnTo>
                  <a:pt x="298" y="322"/>
                </a:lnTo>
                <a:lnTo>
                  <a:pt x="298" y="321"/>
                </a:lnTo>
                <a:lnTo>
                  <a:pt x="299" y="322"/>
                </a:lnTo>
                <a:lnTo>
                  <a:pt x="300" y="321"/>
                </a:lnTo>
                <a:lnTo>
                  <a:pt x="300" y="322"/>
                </a:lnTo>
                <a:lnTo>
                  <a:pt x="301" y="321"/>
                </a:lnTo>
                <a:lnTo>
                  <a:pt x="302" y="321"/>
                </a:lnTo>
                <a:lnTo>
                  <a:pt x="302" y="320"/>
                </a:lnTo>
                <a:lnTo>
                  <a:pt x="301" y="319"/>
                </a:lnTo>
                <a:lnTo>
                  <a:pt x="302" y="319"/>
                </a:lnTo>
                <a:lnTo>
                  <a:pt x="303" y="319"/>
                </a:lnTo>
                <a:lnTo>
                  <a:pt x="303" y="318"/>
                </a:lnTo>
                <a:lnTo>
                  <a:pt x="303" y="317"/>
                </a:lnTo>
                <a:lnTo>
                  <a:pt x="303" y="316"/>
                </a:lnTo>
                <a:lnTo>
                  <a:pt x="302" y="315"/>
                </a:lnTo>
                <a:lnTo>
                  <a:pt x="303" y="315"/>
                </a:lnTo>
                <a:lnTo>
                  <a:pt x="303" y="314"/>
                </a:lnTo>
                <a:lnTo>
                  <a:pt x="303" y="315"/>
                </a:lnTo>
                <a:lnTo>
                  <a:pt x="304" y="315"/>
                </a:lnTo>
                <a:lnTo>
                  <a:pt x="305" y="315"/>
                </a:lnTo>
                <a:lnTo>
                  <a:pt x="305" y="314"/>
                </a:lnTo>
                <a:lnTo>
                  <a:pt x="306" y="314"/>
                </a:lnTo>
                <a:lnTo>
                  <a:pt x="307" y="313"/>
                </a:lnTo>
                <a:lnTo>
                  <a:pt x="307" y="312"/>
                </a:lnTo>
                <a:lnTo>
                  <a:pt x="307" y="311"/>
                </a:lnTo>
                <a:lnTo>
                  <a:pt x="306" y="311"/>
                </a:lnTo>
                <a:lnTo>
                  <a:pt x="307" y="311"/>
                </a:lnTo>
                <a:lnTo>
                  <a:pt x="308" y="310"/>
                </a:lnTo>
                <a:lnTo>
                  <a:pt x="308" y="309"/>
                </a:lnTo>
                <a:lnTo>
                  <a:pt x="309" y="309"/>
                </a:lnTo>
                <a:lnTo>
                  <a:pt x="310" y="308"/>
                </a:lnTo>
                <a:lnTo>
                  <a:pt x="309" y="308"/>
                </a:lnTo>
                <a:lnTo>
                  <a:pt x="308" y="308"/>
                </a:lnTo>
                <a:lnTo>
                  <a:pt x="307" y="308"/>
                </a:lnTo>
                <a:lnTo>
                  <a:pt x="308" y="307"/>
                </a:lnTo>
                <a:lnTo>
                  <a:pt x="307" y="305"/>
                </a:lnTo>
                <a:lnTo>
                  <a:pt x="306" y="304"/>
                </a:lnTo>
                <a:lnTo>
                  <a:pt x="304" y="303"/>
                </a:lnTo>
                <a:lnTo>
                  <a:pt x="305" y="303"/>
                </a:lnTo>
                <a:lnTo>
                  <a:pt x="305" y="302"/>
                </a:lnTo>
                <a:lnTo>
                  <a:pt x="304" y="302"/>
                </a:lnTo>
                <a:lnTo>
                  <a:pt x="304" y="301"/>
                </a:lnTo>
                <a:lnTo>
                  <a:pt x="303" y="301"/>
                </a:lnTo>
                <a:lnTo>
                  <a:pt x="302" y="300"/>
                </a:lnTo>
                <a:lnTo>
                  <a:pt x="302" y="299"/>
                </a:lnTo>
                <a:lnTo>
                  <a:pt x="301" y="298"/>
                </a:lnTo>
                <a:lnTo>
                  <a:pt x="300" y="298"/>
                </a:lnTo>
                <a:lnTo>
                  <a:pt x="299" y="297"/>
                </a:lnTo>
                <a:lnTo>
                  <a:pt x="298" y="296"/>
                </a:lnTo>
                <a:lnTo>
                  <a:pt x="296" y="295"/>
                </a:lnTo>
                <a:lnTo>
                  <a:pt x="296" y="294"/>
                </a:lnTo>
                <a:lnTo>
                  <a:pt x="297" y="294"/>
                </a:lnTo>
                <a:lnTo>
                  <a:pt x="297" y="293"/>
                </a:lnTo>
                <a:lnTo>
                  <a:pt x="298" y="293"/>
                </a:lnTo>
                <a:lnTo>
                  <a:pt x="298" y="292"/>
                </a:lnTo>
                <a:lnTo>
                  <a:pt x="298" y="291"/>
                </a:lnTo>
                <a:lnTo>
                  <a:pt x="299" y="291"/>
                </a:lnTo>
                <a:lnTo>
                  <a:pt x="299" y="290"/>
                </a:lnTo>
                <a:lnTo>
                  <a:pt x="299" y="289"/>
                </a:lnTo>
                <a:lnTo>
                  <a:pt x="299" y="288"/>
                </a:lnTo>
                <a:lnTo>
                  <a:pt x="298" y="288"/>
                </a:lnTo>
                <a:lnTo>
                  <a:pt x="297" y="288"/>
                </a:lnTo>
                <a:lnTo>
                  <a:pt x="297" y="289"/>
                </a:lnTo>
                <a:lnTo>
                  <a:pt x="296" y="289"/>
                </a:lnTo>
                <a:lnTo>
                  <a:pt x="295" y="289"/>
                </a:lnTo>
                <a:lnTo>
                  <a:pt x="294" y="289"/>
                </a:lnTo>
                <a:lnTo>
                  <a:pt x="293" y="289"/>
                </a:lnTo>
                <a:lnTo>
                  <a:pt x="293" y="290"/>
                </a:lnTo>
                <a:lnTo>
                  <a:pt x="292" y="289"/>
                </a:lnTo>
                <a:lnTo>
                  <a:pt x="291" y="290"/>
                </a:lnTo>
                <a:lnTo>
                  <a:pt x="290" y="290"/>
                </a:lnTo>
                <a:lnTo>
                  <a:pt x="289" y="290"/>
                </a:lnTo>
                <a:lnTo>
                  <a:pt x="289" y="288"/>
                </a:lnTo>
                <a:lnTo>
                  <a:pt x="290" y="288"/>
                </a:lnTo>
                <a:lnTo>
                  <a:pt x="290" y="287"/>
                </a:lnTo>
                <a:lnTo>
                  <a:pt x="289" y="287"/>
                </a:lnTo>
                <a:lnTo>
                  <a:pt x="289" y="288"/>
                </a:lnTo>
                <a:lnTo>
                  <a:pt x="290" y="285"/>
                </a:lnTo>
                <a:lnTo>
                  <a:pt x="288" y="287"/>
                </a:lnTo>
                <a:lnTo>
                  <a:pt x="288" y="288"/>
                </a:lnTo>
                <a:lnTo>
                  <a:pt x="288" y="289"/>
                </a:lnTo>
                <a:lnTo>
                  <a:pt x="285" y="287"/>
                </a:lnTo>
                <a:lnTo>
                  <a:pt x="284" y="287"/>
                </a:lnTo>
                <a:lnTo>
                  <a:pt x="284" y="286"/>
                </a:lnTo>
                <a:lnTo>
                  <a:pt x="282" y="285"/>
                </a:lnTo>
                <a:lnTo>
                  <a:pt x="285" y="282"/>
                </a:lnTo>
                <a:lnTo>
                  <a:pt x="283" y="282"/>
                </a:lnTo>
                <a:lnTo>
                  <a:pt x="282" y="283"/>
                </a:lnTo>
                <a:lnTo>
                  <a:pt x="281" y="283"/>
                </a:lnTo>
                <a:lnTo>
                  <a:pt x="283" y="281"/>
                </a:lnTo>
                <a:lnTo>
                  <a:pt x="282" y="281"/>
                </a:lnTo>
                <a:lnTo>
                  <a:pt x="281" y="281"/>
                </a:lnTo>
                <a:lnTo>
                  <a:pt x="281" y="280"/>
                </a:lnTo>
                <a:lnTo>
                  <a:pt x="281" y="279"/>
                </a:lnTo>
                <a:lnTo>
                  <a:pt x="280" y="278"/>
                </a:lnTo>
                <a:lnTo>
                  <a:pt x="280" y="277"/>
                </a:lnTo>
                <a:lnTo>
                  <a:pt x="280" y="275"/>
                </a:lnTo>
                <a:lnTo>
                  <a:pt x="280" y="274"/>
                </a:lnTo>
                <a:lnTo>
                  <a:pt x="279" y="274"/>
                </a:lnTo>
                <a:lnTo>
                  <a:pt x="279" y="273"/>
                </a:lnTo>
                <a:lnTo>
                  <a:pt x="278" y="273"/>
                </a:lnTo>
                <a:lnTo>
                  <a:pt x="279" y="273"/>
                </a:lnTo>
                <a:lnTo>
                  <a:pt x="280" y="273"/>
                </a:lnTo>
                <a:lnTo>
                  <a:pt x="280" y="271"/>
                </a:lnTo>
                <a:lnTo>
                  <a:pt x="278" y="271"/>
                </a:lnTo>
                <a:lnTo>
                  <a:pt x="277" y="271"/>
                </a:lnTo>
                <a:lnTo>
                  <a:pt x="276" y="271"/>
                </a:lnTo>
                <a:lnTo>
                  <a:pt x="276" y="272"/>
                </a:lnTo>
                <a:lnTo>
                  <a:pt x="276" y="273"/>
                </a:lnTo>
                <a:lnTo>
                  <a:pt x="277" y="273"/>
                </a:lnTo>
                <a:lnTo>
                  <a:pt x="278" y="273"/>
                </a:lnTo>
                <a:lnTo>
                  <a:pt x="278" y="274"/>
                </a:lnTo>
                <a:lnTo>
                  <a:pt x="275" y="274"/>
                </a:lnTo>
                <a:lnTo>
                  <a:pt x="274" y="274"/>
                </a:lnTo>
                <a:lnTo>
                  <a:pt x="273" y="273"/>
                </a:lnTo>
                <a:lnTo>
                  <a:pt x="272" y="272"/>
                </a:lnTo>
                <a:lnTo>
                  <a:pt x="272" y="273"/>
                </a:lnTo>
                <a:lnTo>
                  <a:pt x="271" y="272"/>
                </a:lnTo>
                <a:lnTo>
                  <a:pt x="271" y="271"/>
                </a:lnTo>
                <a:lnTo>
                  <a:pt x="270" y="269"/>
                </a:lnTo>
                <a:lnTo>
                  <a:pt x="270" y="268"/>
                </a:lnTo>
                <a:lnTo>
                  <a:pt x="270" y="267"/>
                </a:lnTo>
                <a:lnTo>
                  <a:pt x="270" y="265"/>
                </a:lnTo>
                <a:lnTo>
                  <a:pt x="269" y="265"/>
                </a:lnTo>
                <a:lnTo>
                  <a:pt x="269" y="264"/>
                </a:lnTo>
                <a:lnTo>
                  <a:pt x="269" y="263"/>
                </a:lnTo>
                <a:lnTo>
                  <a:pt x="270" y="263"/>
                </a:lnTo>
                <a:lnTo>
                  <a:pt x="270" y="262"/>
                </a:lnTo>
                <a:lnTo>
                  <a:pt x="269" y="262"/>
                </a:lnTo>
                <a:lnTo>
                  <a:pt x="269" y="261"/>
                </a:lnTo>
                <a:lnTo>
                  <a:pt x="268" y="261"/>
                </a:lnTo>
                <a:lnTo>
                  <a:pt x="268" y="260"/>
                </a:lnTo>
                <a:lnTo>
                  <a:pt x="268" y="259"/>
                </a:lnTo>
                <a:lnTo>
                  <a:pt x="269" y="259"/>
                </a:lnTo>
                <a:lnTo>
                  <a:pt x="269" y="258"/>
                </a:lnTo>
                <a:lnTo>
                  <a:pt x="270" y="258"/>
                </a:lnTo>
                <a:lnTo>
                  <a:pt x="270" y="257"/>
                </a:lnTo>
                <a:lnTo>
                  <a:pt x="271" y="257"/>
                </a:lnTo>
                <a:lnTo>
                  <a:pt x="271" y="256"/>
                </a:lnTo>
                <a:lnTo>
                  <a:pt x="270" y="256"/>
                </a:lnTo>
                <a:lnTo>
                  <a:pt x="269" y="256"/>
                </a:lnTo>
                <a:lnTo>
                  <a:pt x="269" y="257"/>
                </a:lnTo>
                <a:lnTo>
                  <a:pt x="268" y="257"/>
                </a:lnTo>
                <a:lnTo>
                  <a:pt x="267" y="258"/>
                </a:lnTo>
                <a:lnTo>
                  <a:pt x="266" y="258"/>
                </a:lnTo>
                <a:lnTo>
                  <a:pt x="266" y="259"/>
                </a:lnTo>
                <a:lnTo>
                  <a:pt x="266" y="260"/>
                </a:lnTo>
                <a:lnTo>
                  <a:pt x="266" y="261"/>
                </a:lnTo>
                <a:lnTo>
                  <a:pt x="265" y="261"/>
                </a:lnTo>
                <a:lnTo>
                  <a:pt x="264" y="261"/>
                </a:lnTo>
                <a:lnTo>
                  <a:pt x="264" y="262"/>
                </a:lnTo>
                <a:lnTo>
                  <a:pt x="265" y="263"/>
                </a:lnTo>
                <a:lnTo>
                  <a:pt x="265" y="264"/>
                </a:lnTo>
                <a:lnTo>
                  <a:pt x="264" y="264"/>
                </a:lnTo>
                <a:lnTo>
                  <a:pt x="264" y="265"/>
                </a:lnTo>
                <a:lnTo>
                  <a:pt x="263" y="266"/>
                </a:lnTo>
                <a:lnTo>
                  <a:pt x="263" y="265"/>
                </a:lnTo>
                <a:lnTo>
                  <a:pt x="262" y="265"/>
                </a:lnTo>
                <a:lnTo>
                  <a:pt x="262" y="266"/>
                </a:lnTo>
                <a:lnTo>
                  <a:pt x="261" y="266"/>
                </a:lnTo>
                <a:lnTo>
                  <a:pt x="261" y="265"/>
                </a:lnTo>
                <a:lnTo>
                  <a:pt x="260" y="265"/>
                </a:lnTo>
                <a:lnTo>
                  <a:pt x="259" y="265"/>
                </a:lnTo>
                <a:lnTo>
                  <a:pt x="258" y="266"/>
                </a:lnTo>
                <a:lnTo>
                  <a:pt x="259" y="267"/>
                </a:lnTo>
                <a:lnTo>
                  <a:pt x="260" y="266"/>
                </a:lnTo>
                <a:lnTo>
                  <a:pt x="261" y="266"/>
                </a:lnTo>
                <a:lnTo>
                  <a:pt x="262" y="267"/>
                </a:lnTo>
                <a:lnTo>
                  <a:pt x="261" y="268"/>
                </a:lnTo>
                <a:lnTo>
                  <a:pt x="261" y="267"/>
                </a:lnTo>
                <a:lnTo>
                  <a:pt x="261" y="268"/>
                </a:lnTo>
                <a:lnTo>
                  <a:pt x="260" y="268"/>
                </a:lnTo>
                <a:lnTo>
                  <a:pt x="260" y="270"/>
                </a:lnTo>
                <a:lnTo>
                  <a:pt x="259" y="270"/>
                </a:lnTo>
                <a:lnTo>
                  <a:pt x="258" y="270"/>
                </a:lnTo>
                <a:lnTo>
                  <a:pt x="258" y="269"/>
                </a:lnTo>
                <a:lnTo>
                  <a:pt x="257" y="270"/>
                </a:lnTo>
                <a:lnTo>
                  <a:pt x="256" y="270"/>
                </a:lnTo>
                <a:lnTo>
                  <a:pt x="256" y="269"/>
                </a:lnTo>
                <a:lnTo>
                  <a:pt x="256" y="268"/>
                </a:lnTo>
                <a:lnTo>
                  <a:pt x="256" y="267"/>
                </a:lnTo>
                <a:lnTo>
                  <a:pt x="256" y="268"/>
                </a:lnTo>
                <a:lnTo>
                  <a:pt x="256" y="270"/>
                </a:lnTo>
                <a:lnTo>
                  <a:pt x="256" y="271"/>
                </a:lnTo>
                <a:lnTo>
                  <a:pt x="255" y="272"/>
                </a:lnTo>
                <a:lnTo>
                  <a:pt x="255" y="271"/>
                </a:lnTo>
                <a:lnTo>
                  <a:pt x="255" y="270"/>
                </a:lnTo>
                <a:lnTo>
                  <a:pt x="254" y="270"/>
                </a:lnTo>
                <a:lnTo>
                  <a:pt x="254" y="271"/>
                </a:lnTo>
                <a:lnTo>
                  <a:pt x="254" y="272"/>
                </a:lnTo>
                <a:lnTo>
                  <a:pt x="252" y="272"/>
                </a:lnTo>
                <a:lnTo>
                  <a:pt x="252" y="271"/>
                </a:lnTo>
                <a:lnTo>
                  <a:pt x="252" y="270"/>
                </a:lnTo>
                <a:lnTo>
                  <a:pt x="252" y="269"/>
                </a:lnTo>
                <a:lnTo>
                  <a:pt x="252" y="270"/>
                </a:lnTo>
                <a:lnTo>
                  <a:pt x="252" y="271"/>
                </a:lnTo>
                <a:lnTo>
                  <a:pt x="251" y="271"/>
                </a:lnTo>
                <a:lnTo>
                  <a:pt x="251" y="270"/>
                </a:lnTo>
                <a:lnTo>
                  <a:pt x="250" y="269"/>
                </a:lnTo>
                <a:lnTo>
                  <a:pt x="249" y="269"/>
                </a:lnTo>
                <a:lnTo>
                  <a:pt x="250" y="269"/>
                </a:lnTo>
                <a:lnTo>
                  <a:pt x="249" y="269"/>
                </a:lnTo>
                <a:lnTo>
                  <a:pt x="249" y="268"/>
                </a:lnTo>
                <a:lnTo>
                  <a:pt x="249" y="269"/>
                </a:lnTo>
                <a:lnTo>
                  <a:pt x="248" y="269"/>
                </a:lnTo>
                <a:lnTo>
                  <a:pt x="247" y="270"/>
                </a:lnTo>
                <a:lnTo>
                  <a:pt x="245" y="270"/>
                </a:lnTo>
                <a:lnTo>
                  <a:pt x="245" y="271"/>
                </a:lnTo>
                <a:lnTo>
                  <a:pt x="245" y="270"/>
                </a:lnTo>
                <a:lnTo>
                  <a:pt x="244" y="270"/>
                </a:lnTo>
                <a:lnTo>
                  <a:pt x="245" y="270"/>
                </a:lnTo>
                <a:lnTo>
                  <a:pt x="244" y="270"/>
                </a:lnTo>
                <a:lnTo>
                  <a:pt x="244" y="268"/>
                </a:lnTo>
                <a:lnTo>
                  <a:pt x="245" y="268"/>
                </a:lnTo>
                <a:lnTo>
                  <a:pt x="245" y="267"/>
                </a:lnTo>
                <a:lnTo>
                  <a:pt x="244" y="267"/>
                </a:lnTo>
                <a:lnTo>
                  <a:pt x="244" y="268"/>
                </a:lnTo>
                <a:lnTo>
                  <a:pt x="244" y="269"/>
                </a:lnTo>
                <a:lnTo>
                  <a:pt x="244" y="270"/>
                </a:lnTo>
                <a:lnTo>
                  <a:pt x="243" y="270"/>
                </a:lnTo>
                <a:lnTo>
                  <a:pt x="242" y="270"/>
                </a:lnTo>
                <a:lnTo>
                  <a:pt x="241" y="269"/>
                </a:lnTo>
                <a:lnTo>
                  <a:pt x="241" y="268"/>
                </a:lnTo>
                <a:lnTo>
                  <a:pt x="241" y="267"/>
                </a:lnTo>
                <a:lnTo>
                  <a:pt x="240" y="267"/>
                </a:lnTo>
                <a:lnTo>
                  <a:pt x="239" y="267"/>
                </a:lnTo>
                <a:lnTo>
                  <a:pt x="239" y="266"/>
                </a:lnTo>
                <a:lnTo>
                  <a:pt x="240" y="266"/>
                </a:lnTo>
                <a:lnTo>
                  <a:pt x="239" y="266"/>
                </a:lnTo>
                <a:lnTo>
                  <a:pt x="238" y="266"/>
                </a:lnTo>
                <a:lnTo>
                  <a:pt x="237" y="266"/>
                </a:lnTo>
                <a:lnTo>
                  <a:pt x="235" y="266"/>
                </a:lnTo>
                <a:lnTo>
                  <a:pt x="233" y="266"/>
                </a:lnTo>
                <a:lnTo>
                  <a:pt x="233" y="265"/>
                </a:lnTo>
                <a:lnTo>
                  <a:pt x="233" y="264"/>
                </a:lnTo>
                <a:lnTo>
                  <a:pt x="232" y="265"/>
                </a:lnTo>
                <a:lnTo>
                  <a:pt x="233" y="266"/>
                </a:lnTo>
                <a:lnTo>
                  <a:pt x="229" y="266"/>
                </a:lnTo>
                <a:lnTo>
                  <a:pt x="229" y="265"/>
                </a:lnTo>
                <a:lnTo>
                  <a:pt x="229" y="266"/>
                </a:lnTo>
                <a:lnTo>
                  <a:pt x="230" y="266"/>
                </a:lnTo>
                <a:lnTo>
                  <a:pt x="233" y="266"/>
                </a:lnTo>
                <a:lnTo>
                  <a:pt x="232" y="267"/>
                </a:lnTo>
                <a:lnTo>
                  <a:pt x="233" y="269"/>
                </a:lnTo>
                <a:lnTo>
                  <a:pt x="233" y="270"/>
                </a:lnTo>
                <a:lnTo>
                  <a:pt x="233" y="271"/>
                </a:lnTo>
                <a:lnTo>
                  <a:pt x="229" y="270"/>
                </a:lnTo>
                <a:lnTo>
                  <a:pt x="228" y="270"/>
                </a:lnTo>
                <a:lnTo>
                  <a:pt x="226" y="270"/>
                </a:lnTo>
                <a:lnTo>
                  <a:pt x="224" y="269"/>
                </a:lnTo>
                <a:lnTo>
                  <a:pt x="224" y="268"/>
                </a:lnTo>
                <a:lnTo>
                  <a:pt x="224" y="267"/>
                </a:lnTo>
                <a:lnTo>
                  <a:pt x="223" y="267"/>
                </a:lnTo>
                <a:lnTo>
                  <a:pt x="220" y="268"/>
                </a:lnTo>
                <a:lnTo>
                  <a:pt x="220" y="267"/>
                </a:lnTo>
                <a:lnTo>
                  <a:pt x="219" y="266"/>
                </a:lnTo>
                <a:lnTo>
                  <a:pt x="219" y="265"/>
                </a:lnTo>
                <a:lnTo>
                  <a:pt x="219" y="264"/>
                </a:lnTo>
                <a:lnTo>
                  <a:pt x="220" y="264"/>
                </a:lnTo>
                <a:lnTo>
                  <a:pt x="221" y="264"/>
                </a:lnTo>
                <a:lnTo>
                  <a:pt x="221" y="263"/>
                </a:lnTo>
                <a:lnTo>
                  <a:pt x="218" y="263"/>
                </a:lnTo>
                <a:lnTo>
                  <a:pt x="217" y="263"/>
                </a:lnTo>
                <a:lnTo>
                  <a:pt x="217" y="264"/>
                </a:lnTo>
                <a:lnTo>
                  <a:pt x="216" y="264"/>
                </a:lnTo>
                <a:lnTo>
                  <a:pt x="216" y="265"/>
                </a:lnTo>
                <a:lnTo>
                  <a:pt x="217" y="265"/>
                </a:lnTo>
                <a:lnTo>
                  <a:pt x="217" y="266"/>
                </a:lnTo>
                <a:lnTo>
                  <a:pt x="215" y="266"/>
                </a:lnTo>
                <a:lnTo>
                  <a:pt x="215" y="269"/>
                </a:lnTo>
                <a:lnTo>
                  <a:pt x="214" y="269"/>
                </a:lnTo>
                <a:lnTo>
                  <a:pt x="212" y="269"/>
                </a:lnTo>
                <a:lnTo>
                  <a:pt x="213" y="267"/>
                </a:lnTo>
                <a:lnTo>
                  <a:pt x="214" y="267"/>
                </a:lnTo>
                <a:lnTo>
                  <a:pt x="214" y="266"/>
                </a:lnTo>
                <a:lnTo>
                  <a:pt x="213" y="266"/>
                </a:lnTo>
                <a:lnTo>
                  <a:pt x="212" y="266"/>
                </a:lnTo>
                <a:lnTo>
                  <a:pt x="211" y="266"/>
                </a:lnTo>
                <a:lnTo>
                  <a:pt x="211" y="264"/>
                </a:lnTo>
                <a:lnTo>
                  <a:pt x="210" y="264"/>
                </a:lnTo>
                <a:lnTo>
                  <a:pt x="209" y="265"/>
                </a:lnTo>
                <a:lnTo>
                  <a:pt x="210" y="265"/>
                </a:lnTo>
                <a:lnTo>
                  <a:pt x="210" y="266"/>
                </a:lnTo>
                <a:lnTo>
                  <a:pt x="210" y="267"/>
                </a:lnTo>
                <a:lnTo>
                  <a:pt x="209" y="267"/>
                </a:lnTo>
                <a:lnTo>
                  <a:pt x="208" y="267"/>
                </a:lnTo>
                <a:lnTo>
                  <a:pt x="207" y="266"/>
                </a:lnTo>
                <a:lnTo>
                  <a:pt x="206" y="266"/>
                </a:lnTo>
                <a:lnTo>
                  <a:pt x="205" y="267"/>
                </a:lnTo>
                <a:lnTo>
                  <a:pt x="204" y="267"/>
                </a:lnTo>
                <a:lnTo>
                  <a:pt x="203" y="267"/>
                </a:lnTo>
                <a:lnTo>
                  <a:pt x="202" y="267"/>
                </a:lnTo>
                <a:lnTo>
                  <a:pt x="202" y="268"/>
                </a:lnTo>
                <a:lnTo>
                  <a:pt x="201" y="268"/>
                </a:lnTo>
                <a:lnTo>
                  <a:pt x="201" y="269"/>
                </a:lnTo>
                <a:lnTo>
                  <a:pt x="202" y="269"/>
                </a:lnTo>
                <a:lnTo>
                  <a:pt x="202" y="271"/>
                </a:lnTo>
                <a:lnTo>
                  <a:pt x="201" y="272"/>
                </a:lnTo>
                <a:lnTo>
                  <a:pt x="200" y="272"/>
                </a:lnTo>
                <a:lnTo>
                  <a:pt x="200" y="273"/>
                </a:lnTo>
                <a:lnTo>
                  <a:pt x="201" y="274"/>
                </a:lnTo>
                <a:lnTo>
                  <a:pt x="200" y="274"/>
                </a:lnTo>
                <a:lnTo>
                  <a:pt x="199" y="274"/>
                </a:lnTo>
                <a:lnTo>
                  <a:pt x="200" y="275"/>
                </a:lnTo>
                <a:lnTo>
                  <a:pt x="199" y="275"/>
                </a:lnTo>
                <a:lnTo>
                  <a:pt x="198" y="274"/>
                </a:lnTo>
                <a:lnTo>
                  <a:pt x="197" y="274"/>
                </a:lnTo>
                <a:lnTo>
                  <a:pt x="197" y="273"/>
                </a:lnTo>
                <a:lnTo>
                  <a:pt x="196" y="272"/>
                </a:lnTo>
                <a:lnTo>
                  <a:pt x="195" y="272"/>
                </a:lnTo>
                <a:lnTo>
                  <a:pt x="194" y="272"/>
                </a:lnTo>
                <a:lnTo>
                  <a:pt x="193" y="272"/>
                </a:lnTo>
                <a:lnTo>
                  <a:pt x="192" y="273"/>
                </a:lnTo>
                <a:lnTo>
                  <a:pt x="191" y="273"/>
                </a:lnTo>
                <a:lnTo>
                  <a:pt x="191" y="274"/>
                </a:lnTo>
                <a:lnTo>
                  <a:pt x="191" y="275"/>
                </a:lnTo>
                <a:lnTo>
                  <a:pt x="192" y="277"/>
                </a:lnTo>
                <a:lnTo>
                  <a:pt x="192" y="278"/>
                </a:lnTo>
                <a:lnTo>
                  <a:pt x="191" y="278"/>
                </a:lnTo>
                <a:lnTo>
                  <a:pt x="190" y="278"/>
                </a:lnTo>
                <a:lnTo>
                  <a:pt x="190" y="279"/>
                </a:lnTo>
                <a:lnTo>
                  <a:pt x="191" y="279"/>
                </a:lnTo>
                <a:lnTo>
                  <a:pt x="191" y="281"/>
                </a:lnTo>
                <a:lnTo>
                  <a:pt x="192" y="281"/>
                </a:lnTo>
                <a:lnTo>
                  <a:pt x="192" y="282"/>
                </a:lnTo>
                <a:lnTo>
                  <a:pt x="193" y="282"/>
                </a:lnTo>
                <a:lnTo>
                  <a:pt x="193" y="281"/>
                </a:lnTo>
                <a:lnTo>
                  <a:pt x="196" y="281"/>
                </a:lnTo>
                <a:lnTo>
                  <a:pt x="196" y="282"/>
                </a:lnTo>
                <a:lnTo>
                  <a:pt x="196" y="284"/>
                </a:lnTo>
                <a:lnTo>
                  <a:pt x="197" y="284"/>
                </a:lnTo>
                <a:lnTo>
                  <a:pt x="197" y="285"/>
                </a:lnTo>
                <a:lnTo>
                  <a:pt x="196" y="285"/>
                </a:lnTo>
                <a:lnTo>
                  <a:pt x="195" y="285"/>
                </a:lnTo>
                <a:lnTo>
                  <a:pt x="195" y="284"/>
                </a:lnTo>
                <a:lnTo>
                  <a:pt x="194" y="284"/>
                </a:lnTo>
                <a:lnTo>
                  <a:pt x="192" y="285"/>
                </a:lnTo>
                <a:lnTo>
                  <a:pt x="190" y="286"/>
                </a:lnTo>
                <a:lnTo>
                  <a:pt x="189" y="286"/>
                </a:lnTo>
                <a:lnTo>
                  <a:pt x="189" y="287"/>
                </a:lnTo>
                <a:lnTo>
                  <a:pt x="188" y="287"/>
                </a:lnTo>
                <a:lnTo>
                  <a:pt x="185" y="287"/>
                </a:lnTo>
                <a:lnTo>
                  <a:pt x="184" y="288"/>
                </a:lnTo>
                <a:lnTo>
                  <a:pt x="183" y="288"/>
                </a:lnTo>
                <a:lnTo>
                  <a:pt x="182" y="288"/>
                </a:lnTo>
                <a:lnTo>
                  <a:pt x="181" y="288"/>
                </a:lnTo>
                <a:lnTo>
                  <a:pt x="180" y="288"/>
                </a:lnTo>
                <a:lnTo>
                  <a:pt x="179" y="288"/>
                </a:lnTo>
                <a:lnTo>
                  <a:pt x="178" y="289"/>
                </a:lnTo>
                <a:lnTo>
                  <a:pt x="178" y="290"/>
                </a:lnTo>
                <a:lnTo>
                  <a:pt x="178" y="291"/>
                </a:lnTo>
                <a:lnTo>
                  <a:pt x="179" y="291"/>
                </a:lnTo>
                <a:lnTo>
                  <a:pt x="179" y="292"/>
                </a:lnTo>
                <a:lnTo>
                  <a:pt x="178" y="292"/>
                </a:lnTo>
                <a:lnTo>
                  <a:pt x="177" y="292"/>
                </a:lnTo>
                <a:lnTo>
                  <a:pt x="177" y="293"/>
                </a:lnTo>
                <a:lnTo>
                  <a:pt x="176" y="294"/>
                </a:lnTo>
                <a:lnTo>
                  <a:pt x="176" y="295"/>
                </a:lnTo>
                <a:lnTo>
                  <a:pt x="176" y="296"/>
                </a:lnTo>
                <a:lnTo>
                  <a:pt x="175" y="297"/>
                </a:lnTo>
                <a:lnTo>
                  <a:pt x="174" y="298"/>
                </a:lnTo>
                <a:lnTo>
                  <a:pt x="173" y="299"/>
                </a:lnTo>
                <a:lnTo>
                  <a:pt x="173" y="300"/>
                </a:lnTo>
                <a:lnTo>
                  <a:pt x="172" y="299"/>
                </a:lnTo>
                <a:lnTo>
                  <a:pt x="171" y="300"/>
                </a:lnTo>
                <a:lnTo>
                  <a:pt x="170" y="301"/>
                </a:lnTo>
                <a:lnTo>
                  <a:pt x="169" y="301"/>
                </a:lnTo>
                <a:lnTo>
                  <a:pt x="168" y="302"/>
                </a:lnTo>
                <a:lnTo>
                  <a:pt x="167" y="302"/>
                </a:lnTo>
                <a:lnTo>
                  <a:pt x="167" y="303"/>
                </a:lnTo>
                <a:lnTo>
                  <a:pt x="166" y="303"/>
                </a:lnTo>
                <a:lnTo>
                  <a:pt x="167" y="304"/>
                </a:lnTo>
                <a:lnTo>
                  <a:pt x="168" y="303"/>
                </a:lnTo>
                <a:lnTo>
                  <a:pt x="169" y="304"/>
                </a:lnTo>
                <a:lnTo>
                  <a:pt x="168" y="305"/>
                </a:lnTo>
                <a:lnTo>
                  <a:pt x="167" y="306"/>
                </a:lnTo>
                <a:lnTo>
                  <a:pt x="166" y="306"/>
                </a:lnTo>
                <a:lnTo>
                  <a:pt x="166" y="305"/>
                </a:lnTo>
                <a:lnTo>
                  <a:pt x="165" y="305"/>
                </a:lnTo>
                <a:lnTo>
                  <a:pt x="164" y="306"/>
                </a:lnTo>
                <a:lnTo>
                  <a:pt x="164" y="307"/>
                </a:lnTo>
                <a:lnTo>
                  <a:pt x="164" y="308"/>
                </a:lnTo>
                <a:lnTo>
                  <a:pt x="163" y="308"/>
                </a:lnTo>
                <a:lnTo>
                  <a:pt x="162" y="309"/>
                </a:lnTo>
                <a:lnTo>
                  <a:pt x="162" y="308"/>
                </a:lnTo>
                <a:lnTo>
                  <a:pt x="160" y="308"/>
                </a:lnTo>
                <a:lnTo>
                  <a:pt x="159" y="309"/>
                </a:lnTo>
                <a:lnTo>
                  <a:pt x="158" y="309"/>
                </a:lnTo>
                <a:lnTo>
                  <a:pt x="158" y="310"/>
                </a:lnTo>
                <a:lnTo>
                  <a:pt x="159" y="311"/>
                </a:lnTo>
                <a:lnTo>
                  <a:pt x="160" y="311"/>
                </a:lnTo>
                <a:lnTo>
                  <a:pt x="159" y="312"/>
                </a:lnTo>
                <a:lnTo>
                  <a:pt x="158" y="311"/>
                </a:lnTo>
                <a:lnTo>
                  <a:pt x="158" y="312"/>
                </a:lnTo>
                <a:lnTo>
                  <a:pt x="159" y="312"/>
                </a:lnTo>
                <a:lnTo>
                  <a:pt x="158" y="313"/>
                </a:lnTo>
                <a:lnTo>
                  <a:pt x="158" y="314"/>
                </a:lnTo>
                <a:lnTo>
                  <a:pt x="159" y="314"/>
                </a:lnTo>
                <a:lnTo>
                  <a:pt x="159" y="315"/>
                </a:lnTo>
                <a:lnTo>
                  <a:pt x="159" y="316"/>
                </a:lnTo>
                <a:lnTo>
                  <a:pt x="158" y="316"/>
                </a:lnTo>
                <a:lnTo>
                  <a:pt x="156" y="315"/>
                </a:lnTo>
                <a:lnTo>
                  <a:pt x="157" y="316"/>
                </a:lnTo>
                <a:lnTo>
                  <a:pt x="156" y="317"/>
                </a:lnTo>
                <a:lnTo>
                  <a:pt x="155" y="317"/>
                </a:lnTo>
                <a:lnTo>
                  <a:pt x="156" y="319"/>
                </a:lnTo>
                <a:lnTo>
                  <a:pt x="157" y="319"/>
                </a:lnTo>
                <a:lnTo>
                  <a:pt x="157" y="318"/>
                </a:lnTo>
                <a:lnTo>
                  <a:pt x="157" y="319"/>
                </a:lnTo>
                <a:lnTo>
                  <a:pt x="158" y="319"/>
                </a:lnTo>
                <a:lnTo>
                  <a:pt x="157" y="319"/>
                </a:lnTo>
                <a:lnTo>
                  <a:pt x="157" y="320"/>
                </a:lnTo>
                <a:lnTo>
                  <a:pt x="157" y="321"/>
                </a:lnTo>
                <a:lnTo>
                  <a:pt x="156" y="321"/>
                </a:lnTo>
                <a:lnTo>
                  <a:pt x="154" y="321"/>
                </a:lnTo>
                <a:lnTo>
                  <a:pt x="153" y="322"/>
                </a:lnTo>
                <a:lnTo>
                  <a:pt x="152" y="323"/>
                </a:lnTo>
                <a:lnTo>
                  <a:pt x="151" y="323"/>
                </a:lnTo>
                <a:lnTo>
                  <a:pt x="150" y="324"/>
                </a:lnTo>
                <a:lnTo>
                  <a:pt x="149" y="324"/>
                </a:lnTo>
                <a:lnTo>
                  <a:pt x="149" y="325"/>
                </a:lnTo>
                <a:lnTo>
                  <a:pt x="150" y="328"/>
                </a:lnTo>
                <a:lnTo>
                  <a:pt x="150" y="329"/>
                </a:lnTo>
                <a:lnTo>
                  <a:pt x="151" y="329"/>
                </a:lnTo>
                <a:lnTo>
                  <a:pt x="151" y="330"/>
                </a:lnTo>
                <a:lnTo>
                  <a:pt x="151" y="331"/>
                </a:lnTo>
                <a:lnTo>
                  <a:pt x="150" y="331"/>
                </a:lnTo>
                <a:lnTo>
                  <a:pt x="150" y="332"/>
                </a:lnTo>
                <a:lnTo>
                  <a:pt x="149" y="332"/>
                </a:lnTo>
                <a:lnTo>
                  <a:pt x="149" y="333"/>
                </a:lnTo>
                <a:lnTo>
                  <a:pt x="149" y="334"/>
                </a:lnTo>
                <a:lnTo>
                  <a:pt x="148" y="334"/>
                </a:lnTo>
                <a:lnTo>
                  <a:pt x="148" y="333"/>
                </a:lnTo>
                <a:lnTo>
                  <a:pt x="148" y="334"/>
                </a:lnTo>
                <a:lnTo>
                  <a:pt x="147" y="335"/>
                </a:lnTo>
                <a:lnTo>
                  <a:pt x="146" y="335"/>
                </a:lnTo>
                <a:lnTo>
                  <a:pt x="146" y="336"/>
                </a:lnTo>
                <a:lnTo>
                  <a:pt x="145" y="336"/>
                </a:lnTo>
                <a:lnTo>
                  <a:pt x="145" y="337"/>
                </a:lnTo>
                <a:lnTo>
                  <a:pt x="144" y="337"/>
                </a:lnTo>
                <a:lnTo>
                  <a:pt x="143" y="338"/>
                </a:lnTo>
                <a:lnTo>
                  <a:pt x="141" y="338"/>
                </a:lnTo>
                <a:lnTo>
                  <a:pt x="141" y="337"/>
                </a:lnTo>
                <a:lnTo>
                  <a:pt x="140" y="337"/>
                </a:lnTo>
                <a:lnTo>
                  <a:pt x="138" y="337"/>
                </a:lnTo>
                <a:lnTo>
                  <a:pt x="137" y="337"/>
                </a:lnTo>
                <a:lnTo>
                  <a:pt x="137" y="338"/>
                </a:lnTo>
                <a:lnTo>
                  <a:pt x="136" y="338"/>
                </a:lnTo>
                <a:lnTo>
                  <a:pt x="135" y="338"/>
                </a:lnTo>
                <a:lnTo>
                  <a:pt x="134" y="338"/>
                </a:lnTo>
                <a:lnTo>
                  <a:pt x="133" y="338"/>
                </a:lnTo>
                <a:lnTo>
                  <a:pt x="133" y="339"/>
                </a:lnTo>
                <a:lnTo>
                  <a:pt x="132" y="339"/>
                </a:lnTo>
                <a:lnTo>
                  <a:pt x="131" y="339"/>
                </a:lnTo>
                <a:lnTo>
                  <a:pt x="131" y="340"/>
                </a:lnTo>
                <a:lnTo>
                  <a:pt x="130" y="341"/>
                </a:lnTo>
                <a:lnTo>
                  <a:pt x="129" y="341"/>
                </a:lnTo>
                <a:lnTo>
                  <a:pt x="129" y="342"/>
                </a:lnTo>
                <a:lnTo>
                  <a:pt x="128" y="342"/>
                </a:lnTo>
                <a:lnTo>
                  <a:pt x="127" y="342"/>
                </a:lnTo>
                <a:lnTo>
                  <a:pt x="126" y="342"/>
                </a:lnTo>
                <a:lnTo>
                  <a:pt x="126" y="343"/>
                </a:lnTo>
                <a:lnTo>
                  <a:pt x="125" y="343"/>
                </a:lnTo>
                <a:lnTo>
                  <a:pt x="124" y="343"/>
                </a:lnTo>
                <a:lnTo>
                  <a:pt x="124" y="344"/>
                </a:lnTo>
                <a:lnTo>
                  <a:pt x="123" y="344"/>
                </a:lnTo>
                <a:lnTo>
                  <a:pt x="122" y="344"/>
                </a:lnTo>
                <a:lnTo>
                  <a:pt x="122" y="345"/>
                </a:lnTo>
                <a:lnTo>
                  <a:pt x="121" y="345"/>
                </a:lnTo>
                <a:lnTo>
                  <a:pt x="120" y="345"/>
                </a:lnTo>
                <a:lnTo>
                  <a:pt x="119" y="345"/>
                </a:lnTo>
                <a:lnTo>
                  <a:pt x="119" y="346"/>
                </a:lnTo>
                <a:lnTo>
                  <a:pt x="118" y="346"/>
                </a:lnTo>
                <a:lnTo>
                  <a:pt x="117" y="346"/>
                </a:lnTo>
                <a:lnTo>
                  <a:pt x="115" y="347"/>
                </a:lnTo>
                <a:lnTo>
                  <a:pt x="114" y="347"/>
                </a:lnTo>
                <a:lnTo>
                  <a:pt x="112" y="348"/>
                </a:lnTo>
                <a:lnTo>
                  <a:pt x="110" y="348"/>
                </a:lnTo>
                <a:lnTo>
                  <a:pt x="110" y="349"/>
                </a:lnTo>
                <a:lnTo>
                  <a:pt x="108" y="349"/>
                </a:lnTo>
                <a:lnTo>
                  <a:pt x="107" y="349"/>
                </a:lnTo>
                <a:lnTo>
                  <a:pt x="107" y="350"/>
                </a:lnTo>
                <a:lnTo>
                  <a:pt x="106" y="351"/>
                </a:lnTo>
                <a:lnTo>
                  <a:pt x="106" y="350"/>
                </a:lnTo>
                <a:lnTo>
                  <a:pt x="105" y="350"/>
                </a:lnTo>
                <a:lnTo>
                  <a:pt x="104" y="350"/>
                </a:lnTo>
                <a:lnTo>
                  <a:pt x="102" y="351"/>
                </a:lnTo>
                <a:lnTo>
                  <a:pt x="100" y="351"/>
                </a:lnTo>
                <a:lnTo>
                  <a:pt x="100" y="352"/>
                </a:lnTo>
                <a:lnTo>
                  <a:pt x="99" y="352"/>
                </a:lnTo>
                <a:lnTo>
                  <a:pt x="98" y="353"/>
                </a:lnTo>
                <a:lnTo>
                  <a:pt x="97" y="353"/>
                </a:lnTo>
                <a:lnTo>
                  <a:pt x="97" y="354"/>
                </a:lnTo>
                <a:lnTo>
                  <a:pt x="96" y="356"/>
                </a:lnTo>
                <a:lnTo>
                  <a:pt x="96" y="358"/>
                </a:lnTo>
                <a:lnTo>
                  <a:pt x="95" y="358"/>
                </a:lnTo>
                <a:lnTo>
                  <a:pt x="94" y="358"/>
                </a:lnTo>
                <a:lnTo>
                  <a:pt x="93" y="358"/>
                </a:lnTo>
                <a:lnTo>
                  <a:pt x="92" y="358"/>
                </a:lnTo>
                <a:lnTo>
                  <a:pt x="91" y="359"/>
                </a:lnTo>
                <a:lnTo>
                  <a:pt x="90" y="359"/>
                </a:lnTo>
                <a:lnTo>
                  <a:pt x="90" y="358"/>
                </a:lnTo>
                <a:lnTo>
                  <a:pt x="90" y="357"/>
                </a:lnTo>
                <a:lnTo>
                  <a:pt x="89" y="357"/>
                </a:lnTo>
                <a:lnTo>
                  <a:pt x="90" y="356"/>
                </a:lnTo>
                <a:lnTo>
                  <a:pt x="90" y="354"/>
                </a:lnTo>
                <a:lnTo>
                  <a:pt x="89" y="353"/>
                </a:lnTo>
                <a:lnTo>
                  <a:pt x="88" y="353"/>
                </a:lnTo>
                <a:lnTo>
                  <a:pt x="87" y="352"/>
                </a:lnTo>
                <a:lnTo>
                  <a:pt x="87" y="353"/>
                </a:lnTo>
                <a:lnTo>
                  <a:pt x="86" y="353"/>
                </a:lnTo>
                <a:lnTo>
                  <a:pt x="85" y="354"/>
                </a:lnTo>
                <a:lnTo>
                  <a:pt x="84" y="353"/>
                </a:lnTo>
                <a:lnTo>
                  <a:pt x="83" y="352"/>
                </a:lnTo>
                <a:lnTo>
                  <a:pt x="83" y="353"/>
                </a:lnTo>
                <a:lnTo>
                  <a:pt x="82" y="351"/>
                </a:lnTo>
                <a:lnTo>
                  <a:pt x="82" y="350"/>
                </a:lnTo>
                <a:lnTo>
                  <a:pt x="83" y="350"/>
                </a:lnTo>
                <a:lnTo>
                  <a:pt x="83" y="349"/>
                </a:lnTo>
                <a:lnTo>
                  <a:pt x="82" y="349"/>
                </a:lnTo>
                <a:lnTo>
                  <a:pt x="82" y="348"/>
                </a:lnTo>
                <a:lnTo>
                  <a:pt x="80" y="347"/>
                </a:lnTo>
                <a:lnTo>
                  <a:pt x="80" y="346"/>
                </a:lnTo>
                <a:lnTo>
                  <a:pt x="81" y="346"/>
                </a:lnTo>
                <a:lnTo>
                  <a:pt x="81" y="345"/>
                </a:lnTo>
                <a:lnTo>
                  <a:pt x="82" y="344"/>
                </a:lnTo>
                <a:lnTo>
                  <a:pt x="82" y="343"/>
                </a:lnTo>
                <a:lnTo>
                  <a:pt x="82" y="342"/>
                </a:lnTo>
                <a:lnTo>
                  <a:pt x="81" y="340"/>
                </a:lnTo>
                <a:lnTo>
                  <a:pt x="81" y="339"/>
                </a:lnTo>
                <a:lnTo>
                  <a:pt x="81" y="338"/>
                </a:lnTo>
                <a:lnTo>
                  <a:pt x="81" y="336"/>
                </a:lnTo>
                <a:lnTo>
                  <a:pt x="79" y="336"/>
                </a:lnTo>
                <a:lnTo>
                  <a:pt x="79" y="337"/>
                </a:lnTo>
                <a:lnTo>
                  <a:pt x="78" y="337"/>
                </a:lnTo>
                <a:lnTo>
                  <a:pt x="79" y="337"/>
                </a:lnTo>
                <a:lnTo>
                  <a:pt x="78" y="338"/>
                </a:lnTo>
                <a:lnTo>
                  <a:pt x="78" y="337"/>
                </a:lnTo>
                <a:lnTo>
                  <a:pt x="77" y="337"/>
                </a:lnTo>
                <a:lnTo>
                  <a:pt x="77" y="336"/>
                </a:lnTo>
                <a:lnTo>
                  <a:pt x="76" y="336"/>
                </a:lnTo>
                <a:lnTo>
                  <a:pt x="75" y="335"/>
                </a:lnTo>
                <a:lnTo>
                  <a:pt x="75" y="334"/>
                </a:lnTo>
                <a:lnTo>
                  <a:pt x="74" y="333"/>
                </a:lnTo>
                <a:lnTo>
                  <a:pt x="73" y="333"/>
                </a:lnTo>
                <a:lnTo>
                  <a:pt x="73" y="334"/>
                </a:lnTo>
                <a:lnTo>
                  <a:pt x="72" y="334"/>
                </a:lnTo>
                <a:lnTo>
                  <a:pt x="71" y="334"/>
                </a:lnTo>
                <a:lnTo>
                  <a:pt x="70" y="335"/>
                </a:lnTo>
                <a:lnTo>
                  <a:pt x="70" y="334"/>
                </a:lnTo>
                <a:lnTo>
                  <a:pt x="70" y="333"/>
                </a:lnTo>
                <a:lnTo>
                  <a:pt x="71" y="332"/>
                </a:lnTo>
                <a:lnTo>
                  <a:pt x="72" y="331"/>
                </a:lnTo>
                <a:lnTo>
                  <a:pt x="72" y="330"/>
                </a:lnTo>
                <a:lnTo>
                  <a:pt x="72" y="328"/>
                </a:lnTo>
                <a:lnTo>
                  <a:pt x="71" y="328"/>
                </a:lnTo>
                <a:lnTo>
                  <a:pt x="70" y="327"/>
                </a:lnTo>
                <a:lnTo>
                  <a:pt x="69" y="327"/>
                </a:lnTo>
                <a:lnTo>
                  <a:pt x="69" y="326"/>
                </a:lnTo>
                <a:lnTo>
                  <a:pt x="69" y="325"/>
                </a:lnTo>
                <a:lnTo>
                  <a:pt x="69" y="324"/>
                </a:lnTo>
                <a:lnTo>
                  <a:pt x="68" y="324"/>
                </a:lnTo>
                <a:lnTo>
                  <a:pt x="68" y="323"/>
                </a:lnTo>
                <a:lnTo>
                  <a:pt x="67" y="323"/>
                </a:lnTo>
                <a:lnTo>
                  <a:pt x="67" y="322"/>
                </a:lnTo>
                <a:lnTo>
                  <a:pt x="67" y="321"/>
                </a:lnTo>
                <a:lnTo>
                  <a:pt x="68" y="321"/>
                </a:lnTo>
                <a:lnTo>
                  <a:pt x="68" y="320"/>
                </a:lnTo>
                <a:lnTo>
                  <a:pt x="67" y="320"/>
                </a:lnTo>
                <a:lnTo>
                  <a:pt x="66" y="319"/>
                </a:lnTo>
                <a:lnTo>
                  <a:pt x="66" y="318"/>
                </a:lnTo>
                <a:lnTo>
                  <a:pt x="67" y="318"/>
                </a:lnTo>
                <a:lnTo>
                  <a:pt x="67" y="317"/>
                </a:lnTo>
                <a:lnTo>
                  <a:pt x="67" y="316"/>
                </a:lnTo>
                <a:lnTo>
                  <a:pt x="67" y="315"/>
                </a:lnTo>
                <a:lnTo>
                  <a:pt x="67" y="314"/>
                </a:lnTo>
                <a:lnTo>
                  <a:pt x="67" y="313"/>
                </a:lnTo>
                <a:lnTo>
                  <a:pt x="68" y="312"/>
                </a:lnTo>
                <a:lnTo>
                  <a:pt x="68" y="310"/>
                </a:lnTo>
                <a:lnTo>
                  <a:pt x="67" y="310"/>
                </a:lnTo>
                <a:lnTo>
                  <a:pt x="67" y="309"/>
                </a:lnTo>
                <a:lnTo>
                  <a:pt x="66" y="309"/>
                </a:lnTo>
                <a:lnTo>
                  <a:pt x="65" y="309"/>
                </a:lnTo>
                <a:lnTo>
                  <a:pt x="64" y="308"/>
                </a:lnTo>
                <a:lnTo>
                  <a:pt x="64" y="306"/>
                </a:lnTo>
                <a:lnTo>
                  <a:pt x="63" y="306"/>
                </a:lnTo>
                <a:lnTo>
                  <a:pt x="63" y="305"/>
                </a:lnTo>
                <a:lnTo>
                  <a:pt x="64" y="304"/>
                </a:lnTo>
                <a:lnTo>
                  <a:pt x="65" y="304"/>
                </a:lnTo>
                <a:lnTo>
                  <a:pt x="65" y="303"/>
                </a:lnTo>
                <a:lnTo>
                  <a:pt x="64" y="303"/>
                </a:lnTo>
                <a:lnTo>
                  <a:pt x="63" y="303"/>
                </a:lnTo>
                <a:lnTo>
                  <a:pt x="63" y="302"/>
                </a:lnTo>
                <a:lnTo>
                  <a:pt x="63" y="301"/>
                </a:lnTo>
                <a:lnTo>
                  <a:pt x="62" y="301"/>
                </a:lnTo>
                <a:lnTo>
                  <a:pt x="61" y="301"/>
                </a:lnTo>
                <a:lnTo>
                  <a:pt x="61" y="302"/>
                </a:lnTo>
                <a:lnTo>
                  <a:pt x="60" y="302"/>
                </a:lnTo>
                <a:lnTo>
                  <a:pt x="60" y="301"/>
                </a:lnTo>
                <a:lnTo>
                  <a:pt x="59" y="301"/>
                </a:lnTo>
                <a:lnTo>
                  <a:pt x="59" y="302"/>
                </a:lnTo>
                <a:lnTo>
                  <a:pt x="58" y="302"/>
                </a:lnTo>
                <a:lnTo>
                  <a:pt x="58" y="303"/>
                </a:lnTo>
                <a:lnTo>
                  <a:pt x="57" y="303"/>
                </a:lnTo>
                <a:lnTo>
                  <a:pt x="56" y="303"/>
                </a:lnTo>
                <a:lnTo>
                  <a:pt x="55" y="303"/>
                </a:lnTo>
                <a:lnTo>
                  <a:pt x="54" y="303"/>
                </a:lnTo>
                <a:lnTo>
                  <a:pt x="53" y="302"/>
                </a:lnTo>
                <a:lnTo>
                  <a:pt x="52" y="302"/>
                </a:lnTo>
                <a:lnTo>
                  <a:pt x="51" y="302"/>
                </a:lnTo>
                <a:lnTo>
                  <a:pt x="50" y="303"/>
                </a:lnTo>
                <a:lnTo>
                  <a:pt x="50" y="304"/>
                </a:lnTo>
                <a:lnTo>
                  <a:pt x="49" y="304"/>
                </a:lnTo>
                <a:lnTo>
                  <a:pt x="48" y="303"/>
                </a:lnTo>
                <a:lnTo>
                  <a:pt x="49" y="302"/>
                </a:lnTo>
                <a:lnTo>
                  <a:pt x="48" y="302"/>
                </a:lnTo>
                <a:lnTo>
                  <a:pt x="48" y="301"/>
                </a:lnTo>
                <a:lnTo>
                  <a:pt x="47" y="302"/>
                </a:lnTo>
                <a:lnTo>
                  <a:pt x="46" y="302"/>
                </a:lnTo>
                <a:lnTo>
                  <a:pt x="45" y="303"/>
                </a:lnTo>
                <a:lnTo>
                  <a:pt x="44" y="303"/>
                </a:lnTo>
                <a:lnTo>
                  <a:pt x="43" y="303"/>
                </a:lnTo>
                <a:lnTo>
                  <a:pt x="42" y="303"/>
                </a:lnTo>
                <a:lnTo>
                  <a:pt x="41" y="304"/>
                </a:lnTo>
                <a:lnTo>
                  <a:pt x="40" y="304"/>
                </a:lnTo>
                <a:lnTo>
                  <a:pt x="40" y="303"/>
                </a:lnTo>
                <a:lnTo>
                  <a:pt x="39" y="302"/>
                </a:lnTo>
                <a:lnTo>
                  <a:pt x="38" y="302"/>
                </a:lnTo>
                <a:lnTo>
                  <a:pt x="38" y="303"/>
                </a:lnTo>
                <a:lnTo>
                  <a:pt x="37" y="303"/>
                </a:lnTo>
                <a:lnTo>
                  <a:pt x="37" y="302"/>
                </a:lnTo>
                <a:lnTo>
                  <a:pt x="36" y="302"/>
                </a:lnTo>
                <a:lnTo>
                  <a:pt x="36" y="301"/>
                </a:lnTo>
                <a:lnTo>
                  <a:pt x="35" y="301"/>
                </a:lnTo>
                <a:lnTo>
                  <a:pt x="35" y="300"/>
                </a:lnTo>
                <a:lnTo>
                  <a:pt x="34" y="300"/>
                </a:lnTo>
                <a:lnTo>
                  <a:pt x="34" y="299"/>
                </a:lnTo>
                <a:lnTo>
                  <a:pt x="33" y="299"/>
                </a:lnTo>
                <a:lnTo>
                  <a:pt x="34" y="298"/>
                </a:lnTo>
                <a:lnTo>
                  <a:pt x="34" y="297"/>
                </a:lnTo>
                <a:lnTo>
                  <a:pt x="35" y="297"/>
                </a:lnTo>
                <a:lnTo>
                  <a:pt x="35" y="296"/>
                </a:lnTo>
                <a:lnTo>
                  <a:pt x="34" y="296"/>
                </a:lnTo>
                <a:lnTo>
                  <a:pt x="33" y="295"/>
                </a:lnTo>
                <a:lnTo>
                  <a:pt x="31" y="296"/>
                </a:lnTo>
                <a:lnTo>
                  <a:pt x="30" y="296"/>
                </a:lnTo>
                <a:lnTo>
                  <a:pt x="30" y="295"/>
                </a:lnTo>
                <a:lnTo>
                  <a:pt x="29" y="295"/>
                </a:lnTo>
                <a:lnTo>
                  <a:pt x="29" y="296"/>
                </a:lnTo>
                <a:lnTo>
                  <a:pt x="28" y="296"/>
                </a:lnTo>
                <a:lnTo>
                  <a:pt x="28" y="295"/>
                </a:lnTo>
                <a:lnTo>
                  <a:pt x="27" y="294"/>
                </a:lnTo>
                <a:lnTo>
                  <a:pt x="27" y="293"/>
                </a:lnTo>
                <a:lnTo>
                  <a:pt x="27" y="292"/>
                </a:lnTo>
                <a:lnTo>
                  <a:pt x="28" y="291"/>
                </a:lnTo>
                <a:lnTo>
                  <a:pt x="29" y="291"/>
                </a:lnTo>
                <a:lnTo>
                  <a:pt x="30" y="290"/>
                </a:lnTo>
                <a:lnTo>
                  <a:pt x="30" y="289"/>
                </a:lnTo>
                <a:lnTo>
                  <a:pt x="30" y="287"/>
                </a:lnTo>
                <a:lnTo>
                  <a:pt x="28" y="287"/>
                </a:lnTo>
                <a:lnTo>
                  <a:pt x="27" y="287"/>
                </a:lnTo>
                <a:lnTo>
                  <a:pt x="26" y="288"/>
                </a:lnTo>
                <a:lnTo>
                  <a:pt x="25" y="289"/>
                </a:lnTo>
                <a:lnTo>
                  <a:pt x="24" y="290"/>
                </a:lnTo>
                <a:lnTo>
                  <a:pt x="23" y="290"/>
                </a:lnTo>
                <a:lnTo>
                  <a:pt x="22" y="289"/>
                </a:lnTo>
                <a:lnTo>
                  <a:pt x="21" y="288"/>
                </a:lnTo>
                <a:lnTo>
                  <a:pt x="20" y="288"/>
                </a:lnTo>
                <a:lnTo>
                  <a:pt x="20" y="289"/>
                </a:lnTo>
                <a:lnTo>
                  <a:pt x="19" y="290"/>
                </a:lnTo>
                <a:lnTo>
                  <a:pt x="18" y="290"/>
                </a:lnTo>
                <a:lnTo>
                  <a:pt x="18" y="289"/>
                </a:lnTo>
                <a:lnTo>
                  <a:pt x="18" y="288"/>
                </a:lnTo>
                <a:lnTo>
                  <a:pt x="16" y="287"/>
                </a:lnTo>
                <a:lnTo>
                  <a:pt x="15" y="287"/>
                </a:lnTo>
                <a:lnTo>
                  <a:pt x="14" y="287"/>
                </a:lnTo>
                <a:lnTo>
                  <a:pt x="14" y="286"/>
                </a:lnTo>
                <a:lnTo>
                  <a:pt x="13" y="286"/>
                </a:lnTo>
                <a:lnTo>
                  <a:pt x="12" y="286"/>
                </a:lnTo>
                <a:lnTo>
                  <a:pt x="12" y="285"/>
                </a:lnTo>
                <a:lnTo>
                  <a:pt x="10" y="284"/>
                </a:lnTo>
                <a:lnTo>
                  <a:pt x="10" y="283"/>
                </a:lnTo>
                <a:lnTo>
                  <a:pt x="9" y="282"/>
                </a:lnTo>
                <a:lnTo>
                  <a:pt x="9" y="281"/>
                </a:lnTo>
                <a:lnTo>
                  <a:pt x="8" y="281"/>
                </a:lnTo>
                <a:lnTo>
                  <a:pt x="6" y="281"/>
                </a:lnTo>
                <a:lnTo>
                  <a:pt x="6" y="280"/>
                </a:lnTo>
                <a:lnTo>
                  <a:pt x="5" y="280"/>
                </a:lnTo>
                <a:lnTo>
                  <a:pt x="4" y="281"/>
                </a:lnTo>
                <a:lnTo>
                  <a:pt x="4" y="280"/>
                </a:lnTo>
                <a:lnTo>
                  <a:pt x="5" y="280"/>
                </a:lnTo>
                <a:lnTo>
                  <a:pt x="5" y="279"/>
                </a:lnTo>
                <a:lnTo>
                  <a:pt x="5" y="278"/>
                </a:lnTo>
                <a:lnTo>
                  <a:pt x="4" y="278"/>
                </a:lnTo>
                <a:lnTo>
                  <a:pt x="3" y="278"/>
                </a:lnTo>
                <a:lnTo>
                  <a:pt x="3" y="277"/>
                </a:lnTo>
                <a:lnTo>
                  <a:pt x="2" y="277"/>
                </a:lnTo>
                <a:lnTo>
                  <a:pt x="1" y="275"/>
                </a:lnTo>
                <a:lnTo>
                  <a:pt x="0" y="275"/>
                </a:lnTo>
                <a:lnTo>
                  <a:pt x="0" y="274"/>
                </a:lnTo>
                <a:lnTo>
                  <a:pt x="0" y="273"/>
                </a:lnTo>
                <a:lnTo>
                  <a:pt x="0" y="272"/>
                </a:lnTo>
                <a:lnTo>
                  <a:pt x="1" y="271"/>
                </a:lnTo>
                <a:lnTo>
                  <a:pt x="1" y="270"/>
                </a:lnTo>
                <a:lnTo>
                  <a:pt x="2" y="270"/>
                </a:lnTo>
                <a:lnTo>
                  <a:pt x="2" y="269"/>
                </a:lnTo>
                <a:lnTo>
                  <a:pt x="3" y="269"/>
                </a:lnTo>
                <a:lnTo>
                  <a:pt x="3" y="268"/>
                </a:lnTo>
                <a:lnTo>
                  <a:pt x="3" y="267"/>
                </a:lnTo>
                <a:lnTo>
                  <a:pt x="4" y="265"/>
                </a:lnTo>
                <a:lnTo>
                  <a:pt x="4" y="264"/>
                </a:lnTo>
                <a:lnTo>
                  <a:pt x="4" y="263"/>
                </a:lnTo>
                <a:lnTo>
                  <a:pt x="3" y="262"/>
                </a:lnTo>
                <a:lnTo>
                  <a:pt x="4" y="262"/>
                </a:lnTo>
                <a:lnTo>
                  <a:pt x="4" y="261"/>
                </a:lnTo>
                <a:lnTo>
                  <a:pt x="4" y="260"/>
                </a:lnTo>
                <a:lnTo>
                  <a:pt x="4" y="259"/>
                </a:lnTo>
                <a:lnTo>
                  <a:pt x="5" y="258"/>
                </a:lnTo>
                <a:lnTo>
                  <a:pt x="6" y="258"/>
                </a:lnTo>
                <a:lnTo>
                  <a:pt x="7" y="258"/>
                </a:lnTo>
                <a:lnTo>
                  <a:pt x="8" y="258"/>
                </a:lnTo>
                <a:lnTo>
                  <a:pt x="8" y="259"/>
                </a:lnTo>
                <a:lnTo>
                  <a:pt x="9" y="259"/>
                </a:lnTo>
                <a:lnTo>
                  <a:pt x="11" y="259"/>
                </a:lnTo>
                <a:lnTo>
                  <a:pt x="12" y="258"/>
                </a:lnTo>
                <a:lnTo>
                  <a:pt x="13" y="258"/>
                </a:lnTo>
                <a:lnTo>
                  <a:pt x="14" y="258"/>
                </a:lnTo>
                <a:lnTo>
                  <a:pt x="14" y="256"/>
                </a:lnTo>
                <a:lnTo>
                  <a:pt x="15" y="256"/>
                </a:lnTo>
                <a:lnTo>
                  <a:pt x="15" y="254"/>
                </a:lnTo>
                <a:lnTo>
                  <a:pt x="16" y="254"/>
                </a:lnTo>
                <a:lnTo>
                  <a:pt x="15" y="254"/>
                </a:lnTo>
                <a:lnTo>
                  <a:pt x="14" y="253"/>
                </a:lnTo>
                <a:lnTo>
                  <a:pt x="13" y="253"/>
                </a:lnTo>
                <a:lnTo>
                  <a:pt x="13" y="254"/>
                </a:lnTo>
                <a:lnTo>
                  <a:pt x="13" y="253"/>
                </a:lnTo>
                <a:lnTo>
                  <a:pt x="12" y="253"/>
                </a:lnTo>
                <a:lnTo>
                  <a:pt x="11" y="253"/>
                </a:lnTo>
                <a:lnTo>
                  <a:pt x="10" y="252"/>
                </a:lnTo>
                <a:lnTo>
                  <a:pt x="10" y="253"/>
                </a:lnTo>
                <a:lnTo>
                  <a:pt x="9" y="253"/>
                </a:lnTo>
                <a:lnTo>
                  <a:pt x="8" y="252"/>
                </a:lnTo>
                <a:lnTo>
                  <a:pt x="8" y="251"/>
                </a:lnTo>
                <a:lnTo>
                  <a:pt x="8" y="249"/>
                </a:lnTo>
                <a:lnTo>
                  <a:pt x="9" y="248"/>
                </a:lnTo>
                <a:lnTo>
                  <a:pt x="9" y="247"/>
                </a:lnTo>
                <a:lnTo>
                  <a:pt x="10" y="247"/>
                </a:lnTo>
                <a:lnTo>
                  <a:pt x="10" y="246"/>
                </a:lnTo>
                <a:lnTo>
                  <a:pt x="12" y="246"/>
                </a:lnTo>
                <a:lnTo>
                  <a:pt x="12" y="247"/>
                </a:lnTo>
                <a:lnTo>
                  <a:pt x="13" y="247"/>
                </a:lnTo>
                <a:lnTo>
                  <a:pt x="14" y="247"/>
                </a:lnTo>
                <a:lnTo>
                  <a:pt x="15" y="248"/>
                </a:lnTo>
                <a:lnTo>
                  <a:pt x="16" y="248"/>
                </a:lnTo>
                <a:lnTo>
                  <a:pt x="17" y="248"/>
                </a:lnTo>
                <a:lnTo>
                  <a:pt x="18" y="247"/>
                </a:lnTo>
                <a:lnTo>
                  <a:pt x="18" y="246"/>
                </a:lnTo>
                <a:lnTo>
                  <a:pt x="19" y="247"/>
                </a:lnTo>
                <a:lnTo>
                  <a:pt x="20" y="247"/>
                </a:lnTo>
                <a:lnTo>
                  <a:pt x="20" y="246"/>
                </a:lnTo>
                <a:lnTo>
                  <a:pt x="21" y="246"/>
                </a:lnTo>
                <a:lnTo>
                  <a:pt x="21" y="245"/>
                </a:lnTo>
                <a:lnTo>
                  <a:pt x="21" y="244"/>
                </a:lnTo>
                <a:lnTo>
                  <a:pt x="21" y="243"/>
                </a:lnTo>
                <a:lnTo>
                  <a:pt x="21" y="241"/>
                </a:lnTo>
                <a:lnTo>
                  <a:pt x="22" y="241"/>
                </a:lnTo>
                <a:lnTo>
                  <a:pt x="23" y="241"/>
                </a:lnTo>
                <a:lnTo>
                  <a:pt x="24" y="240"/>
                </a:lnTo>
                <a:lnTo>
                  <a:pt x="25" y="240"/>
                </a:lnTo>
                <a:lnTo>
                  <a:pt x="26" y="240"/>
                </a:lnTo>
                <a:lnTo>
                  <a:pt x="26" y="239"/>
                </a:lnTo>
                <a:lnTo>
                  <a:pt x="27" y="239"/>
                </a:lnTo>
                <a:lnTo>
                  <a:pt x="27" y="238"/>
                </a:lnTo>
                <a:lnTo>
                  <a:pt x="27" y="237"/>
                </a:lnTo>
                <a:lnTo>
                  <a:pt x="30" y="235"/>
                </a:lnTo>
                <a:lnTo>
                  <a:pt x="31" y="235"/>
                </a:lnTo>
                <a:lnTo>
                  <a:pt x="31" y="234"/>
                </a:lnTo>
                <a:lnTo>
                  <a:pt x="30" y="234"/>
                </a:lnTo>
                <a:lnTo>
                  <a:pt x="29" y="233"/>
                </a:lnTo>
                <a:lnTo>
                  <a:pt x="29" y="232"/>
                </a:lnTo>
                <a:lnTo>
                  <a:pt x="30" y="232"/>
                </a:lnTo>
                <a:lnTo>
                  <a:pt x="30" y="231"/>
                </a:lnTo>
                <a:lnTo>
                  <a:pt x="30" y="232"/>
                </a:lnTo>
                <a:lnTo>
                  <a:pt x="31" y="232"/>
                </a:lnTo>
                <a:lnTo>
                  <a:pt x="32" y="232"/>
                </a:lnTo>
                <a:lnTo>
                  <a:pt x="32" y="231"/>
                </a:lnTo>
                <a:lnTo>
                  <a:pt x="33" y="231"/>
                </a:lnTo>
                <a:lnTo>
                  <a:pt x="32" y="231"/>
                </a:lnTo>
                <a:lnTo>
                  <a:pt x="32" y="230"/>
                </a:lnTo>
                <a:lnTo>
                  <a:pt x="33" y="228"/>
                </a:lnTo>
                <a:lnTo>
                  <a:pt x="34" y="228"/>
                </a:lnTo>
                <a:lnTo>
                  <a:pt x="35" y="228"/>
                </a:lnTo>
                <a:lnTo>
                  <a:pt x="35" y="227"/>
                </a:lnTo>
                <a:lnTo>
                  <a:pt x="36" y="226"/>
                </a:lnTo>
                <a:lnTo>
                  <a:pt x="36" y="225"/>
                </a:lnTo>
                <a:lnTo>
                  <a:pt x="35" y="223"/>
                </a:lnTo>
                <a:lnTo>
                  <a:pt x="35" y="222"/>
                </a:lnTo>
                <a:lnTo>
                  <a:pt x="36" y="221"/>
                </a:lnTo>
                <a:lnTo>
                  <a:pt x="37" y="221"/>
                </a:lnTo>
                <a:lnTo>
                  <a:pt x="39" y="221"/>
                </a:lnTo>
                <a:lnTo>
                  <a:pt x="40" y="221"/>
                </a:lnTo>
                <a:lnTo>
                  <a:pt x="41" y="221"/>
                </a:lnTo>
                <a:lnTo>
                  <a:pt x="41" y="220"/>
                </a:lnTo>
                <a:lnTo>
                  <a:pt x="42" y="219"/>
                </a:lnTo>
                <a:lnTo>
                  <a:pt x="42" y="220"/>
                </a:lnTo>
                <a:lnTo>
                  <a:pt x="42" y="221"/>
                </a:lnTo>
                <a:lnTo>
                  <a:pt x="43" y="221"/>
                </a:lnTo>
                <a:lnTo>
                  <a:pt x="43" y="220"/>
                </a:lnTo>
                <a:lnTo>
                  <a:pt x="43" y="219"/>
                </a:lnTo>
                <a:lnTo>
                  <a:pt x="43" y="218"/>
                </a:lnTo>
                <a:lnTo>
                  <a:pt x="42" y="217"/>
                </a:lnTo>
                <a:lnTo>
                  <a:pt x="43" y="217"/>
                </a:lnTo>
                <a:lnTo>
                  <a:pt x="43" y="216"/>
                </a:lnTo>
                <a:lnTo>
                  <a:pt x="43" y="215"/>
                </a:lnTo>
                <a:lnTo>
                  <a:pt x="43" y="214"/>
                </a:lnTo>
                <a:lnTo>
                  <a:pt x="42" y="214"/>
                </a:lnTo>
                <a:lnTo>
                  <a:pt x="42" y="213"/>
                </a:lnTo>
                <a:lnTo>
                  <a:pt x="43" y="212"/>
                </a:lnTo>
                <a:lnTo>
                  <a:pt x="45" y="212"/>
                </a:lnTo>
                <a:lnTo>
                  <a:pt x="46" y="212"/>
                </a:lnTo>
                <a:lnTo>
                  <a:pt x="46" y="211"/>
                </a:lnTo>
                <a:lnTo>
                  <a:pt x="47" y="211"/>
                </a:lnTo>
                <a:lnTo>
                  <a:pt x="47" y="212"/>
                </a:lnTo>
                <a:lnTo>
                  <a:pt x="47" y="211"/>
                </a:lnTo>
                <a:lnTo>
                  <a:pt x="47" y="210"/>
                </a:lnTo>
                <a:lnTo>
                  <a:pt x="47" y="209"/>
                </a:lnTo>
                <a:lnTo>
                  <a:pt x="47" y="208"/>
                </a:lnTo>
                <a:lnTo>
                  <a:pt x="48" y="207"/>
                </a:lnTo>
                <a:lnTo>
                  <a:pt x="49" y="206"/>
                </a:lnTo>
                <a:lnTo>
                  <a:pt x="50" y="205"/>
                </a:lnTo>
                <a:lnTo>
                  <a:pt x="49" y="204"/>
                </a:lnTo>
                <a:lnTo>
                  <a:pt x="49" y="203"/>
                </a:lnTo>
                <a:lnTo>
                  <a:pt x="50" y="203"/>
                </a:lnTo>
                <a:lnTo>
                  <a:pt x="50" y="202"/>
                </a:lnTo>
                <a:lnTo>
                  <a:pt x="49" y="202"/>
                </a:lnTo>
                <a:lnTo>
                  <a:pt x="49" y="201"/>
                </a:lnTo>
                <a:lnTo>
                  <a:pt x="48" y="201"/>
                </a:lnTo>
                <a:lnTo>
                  <a:pt x="48" y="200"/>
                </a:lnTo>
                <a:lnTo>
                  <a:pt x="47" y="200"/>
                </a:lnTo>
                <a:lnTo>
                  <a:pt x="47" y="199"/>
                </a:lnTo>
                <a:lnTo>
                  <a:pt x="46" y="198"/>
                </a:lnTo>
                <a:lnTo>
                  <a:pt x="46" y="197"/>
                </a:lnTo>
                <a:lnTo>
                  <a:pt x="49" y="197"/>
                </a:lnTo>
                <a:lnTo>
                  <a:pt x="51" y="197"/>
                </a:lnTo>
                <a:lnTo>
                  <a:pt x="51" y="196"/>
                </a:lnTo>
                <a:lnTo>
                  <a:pt x="51" y="195"/>
                </a:lnTo>
                <a:lnTo>
                  <a:pt x="51" y="194"/>
                </a:lnTo>
                <a:lnTo>
                  <a:pt x="49" y="193"/>
                </a:lnTo>
                <a:lnTo>
                  <a:pt x="48" y="193"/>
                </a:lnTo>
                <a:lnTo>
                  <a:pt x="47" y="192"/>
                </a:lnTo>
                <a:lnTo>
                  <a:pt x="46" y="192"/>
                </a:lnTo>
                <a:lnTo>
                  <a:pt x="45" y="192"/>
                </a:lnTo>
                <a:lnTo>
                  <a:pt x="44" y="191"/>
                </a:lnTo>
                <a:lnTo>
                  <a:pt x="44" y="190"/>
                </a:lnTo>
                <a:lnTo>
                  <a:pt x="43" y="190"/>
                </a:lnTo>
                <a:lnTo>
                  <a:pt x="43" y="189"/>
                </a:lnTo>
                <a:lnTo>
                  <a:pt x="42" y="189"/>
                </a:lnTo>
                <a:lnTo>
                  <a:pt x="41" y="188"/>
                </a:lnTo>
                <a:lnTo>
                  <a:pt x="41" y="187"/>
                </a:lnTo>
                <a:lnTo>
                  <a:pt x="42" y="187"/>
                </a:lnTo>
                <a:lnTo>
                  <a:pt x="42" y="186"/>
                </a:lnTo>
                <a:lnTo>
                  <a:pt x="42" y="185"/>
                </a:lnTo>
                <a:lnTo>
                  <a:pt x="42" y="184"/>
                </a:lnTo>
                <a:lnTo>
                  <a:pt x="41" y="184"/>
                </a:lnTo>
                <a:lnTo>
                  <a:pt x="40" y="182"/>
                </a:lnTo>
                <a:lnTo>
                  <a:pt x="41" y="182"/>
                </a:lnTo>
                <a:lnTo>
                  <a:pt x="41" y="181"/>
                </a:lnTo>
                <a:lnTo>
                  <a:pt x="42" y="180"/>
                </a:lnTo>
                <a:lnTo>
                  <a:pt x="42" y="179"/>
                </a:lnTo>
                <a:lnTo>
                  <a:pt x="41" y="179"/>
                </a:lnTo>
                <a:lnTo>
                  <a:pt x="41" y="178"/>
                </a:lnTo>
                <a:lnTo>
                  <a:pt x="42" y="178"/>
                </a:lnTo>
                <a:lnTo>
                  <a:pt x="42" y="176"/>
                </a:lnTo>
                <a:lnTo>
                  <a:pt x="41" y="176"/>
                </a:lnTo>
                <a:lnTo>
                  <a:pt x="40" y="176"/>
                </a:lnTo>
                <a:lnTo>
                  <a:pt x="40" y="175"/>
                </a:lnTo>
                <a:lnTo>
                  <a:pt x="40" y="174"/>
                </a:lnTo>
                <a:lnTo>
                  <a:pt x="40" y="173"/>
                </a:lnTo>
                <a:lnTo>
                  <a:pt x="41" y="173"/>
                </a:lnTo>
                <a:lnTo>
                  <a:pt x="41" y="172"/>
                </a:lnTo>
                <a:lnTo>
                  <a:pt x="42" y="172"/>
                </a:lnTo>
                <a:lnTo>
                  <a:pt x="42" y="171"/>
                </a:lnTo>
                <a:lnTo>
                  <a:pt x="42" y="170"/>
                </a:lnTo>
                <a:lnTo>
                  <a:pt x="42" y="169"/>
                </a:lnTo>
                <a:lnTo>
                  <a:pt x="42" y="168"/>
                </a:lnTo>
                <a:lnTo>
                  <a:pt x="43" y="168"/>
                </a:lnTo>
                <a:lnTo>
                  <a:pt x="43" y="167"/>
                </a:lnTo>
                <a:lnTo>
                  <a:pt x="43" y="166"/>
                </a:lnTo>
                <a:lnTo>
                  <a:pt x="44" y="166"/>
                </a:lnTo>
                <a:lnTo>
                  <a:pt x="44" y="165"/>
                </a:lnTo>
                <a:lnTo>
                  <a:pt x="43" y="165"/>
                </a:lnTo>
                <a:lnTo>
                  <a:pt x="43" y="164"/>
                </a:lnTo>
                <a:lnTo>
                  <a:pt x="43" y="163"/>
                </a:lnTo>
                <a:lnTo>
                  <a:pt x="44" y="162"/>
                </a:lnTo>
                <a:lnTo>
                  <a:pt x="44" y="159"/>
                </a:lnTo>
                <a:lnTo>
                  <a:pt x="43" y="159"/>
                </a:lnTo>
                <a:lnTo>
                  <a:pt x="43" y="158"/>
                </a:lnTo>
                <a:lnTo>
                  <a:pt x="43" y="157"/>
                </a:lnTo>
                <a:lnTo>
                  <a:pt x="43" y="156"/>
                </a:lnTo>
                <a:lnTo>
                  <a:pt x="43" y="155"/>
                </a:lnTo>
                <a:lnTo>
                  <a:pt x="43" y="154"/>
                </a:lnTo>
                <a:lnTo>
                  <a:pt x="44" y="154"/>
                </a:lnTo>
                <a:lnTo>
                  <a:pt x="45" y="153"/>
                </a:lnTo>
                <a:lnTo>
                  <a:pt x="46" y="152"/>
                </a:lnTo>
                <a:lnTo>
                  <a:pt x="46" y="151"/>
                </a:lnTo>
                <a:lnTo>
                  <a:pt x="47" y="151"/>
                </a:lnTo>
                <a:lnTo>
                  <a:pt x="47" y="150"/>
                </a:lnTo>
                <a:lnTo>
                  <a:pt x="47" y="149"/>
                </a:lnTo>
                <a:lnTo>
                  <a:pt x="48" y="148"/>
                </a:lnTo>
                <a:lnTo>
                  <a:pt x="48" y="147"/>
                </a:lnTo>
                <a:lnTo>
                  <a:pt x="48" y="146"/>
                </a:lnTo>
                <a:lnTo>
                  <a:pt x="47" y="145"/>
                </a:lnTo>
                <a:lnTo>
                  <a:pt x="48" y="145"/>
                </a:lnTo>
                <a:lnTo>
                  <a:pt x="48" y="144"/>
                </a:lnTo>
                <a:lnTo>
                  <a:pt x="48" y="143"/>
                </a:lnTo>
                <a:lnTo>
                  <a:pt x="47" y="142"/>
                </a:lnTo>
                <a:lnTo>
                  <a:pt x="47" y="141"/>
                </a:lnTo>
                <a:lnTo>
                  <a:pt x="46" y="141"/>
                </a:lnTo>
                <a:lnTo>
                  <a:pt x="45" y="140"/>
                </a:lnTo>
                <a:lnTo>
                  <a:pt x="44" y="140"/>
                </a:lnTo>
                <a:lnTo>
                  <a:pt x="43" y="140"/>
                </a:lnTo>
                <a:lnTo>
                  <a:pt x="42" y="140"/>
                </a:lnTo>
                <a:lnTo>
                  <a:pt x="41" y="140"/>
                </a:lnTo>
                <a:lnTo>
                  <a:pt x="41" y="139"/>
                </a:lnTo>
                <a:lnTo>
                  <a:pt x="41" y="138"/>
                </a:lnTo>
                <a:lnTo>
                  <a:pt x="41" y="137"/>
                </a:lnTo>
                <a:lnTo>
                  <a:pt x="40" y="137"/>
                </a:lnTo>
                <a:lnTo>
                  <a:pt x="39" y="137"/>
                </a:lnTo>
                <a:lnTo>
                  <a:pt x="39" y="136"/>
                </a:lnTo>
                <a:lnTo>
                  <a:pt x="39" y="135"/>
                </a:lnTo>
                <a:lnTo>
                  <a:pt x="38" y="134"/>
                </a:lnTo>
                <a:lnTo>
                  <a:pt x="38" y="133"/>
                </a:lnTo>
                <a:lnTo>
                  <a:pt x="37" y="133"/>
                </a:lnTo>
                <a:lnTo>
                  <a:pt x="36" y="133"/>
                </a:lnTo>
                <a:lnTo>
                  <a:pt x="36" y="132"/>
                </a:lnTo>
                <a:lnTo>
                  <a:pt x="35" y="132"/>
                </a:lnTo>
                <a:lnTo>
                  <a:pt x="36" y="131"/>
                </a:lnTo>
                <a:lnTo>
                  <a:pt x="36" y="130"/>
                </a:lnTo>
                <a:lnTo>
                  <a:pt x="37" y="129"/>
                </a:lnTo>
                <a:lnTo>
                  <a:pt x="38" y="129"/>
                </a:lnTo>
                <a:lnTo>
                  <a:pt x="38" y="128"/>
                </a:lnTo>
                <a:lnTo>
                  <a:pt x="38" y="127"/>
                </a:lnTo>
                <a:lnTo>
                  <a:pt x="39" y="127"/>
                </a:lnTo>
                <a:lnTo>
                  <a:pt x="39" y="126"/>
                </a:lnTo>
                <a:lnTo>
                  <a:pt x="38" y="126"/>
                </a:lnTo>
                <a:lnTo>
                  <a:pt x="39" y="126"/>
                </a:lnTo>
                <a:lnTo>
                  <a:pt x="39" y="125"/>
                </a:lnTo>
                <a:lnTo>
                  <a:pt x="40" y="125"/>
                </a:lnTo>
                <a:lnTo>
                  <a:pt x="41" y="125"/>
                </a:lnTo>
                <a:lnTo>
                  <a:pt x="41" y="124"/>
                </a:lnTo>
                <a:lnTo>
                  <a:pt x="43" y="123"/>
                </a:lnTo>
                <a:lnTo>
                  <a:pt x="44" y="123"/>
                </a:lnTo>
                <a:lnTo>
                  <a:pt x="44" y="122"/>
                </a:lnTo>
                <a:lnTo>
                  <a:pt x="45" y="121"/>
                </a:lnTo>
                <a:lnTo>
                  <a:pt x="46" y="121"/>
                </a:lnTo>
                <a:lnTo>
                  <a:pt x="47" y="121"/>
                </a:lnTo>
                <a:lnTo>
                  <a:pt x="49" y="121"/>
                </a:lnTo>
                <a:lnTo>
                  <a:pt x="51" y="121"/>
                </a:lnTo>
                <a:lnTo>
                  <a:pt x="51" y="120"/>
                </a:lnTo>
                <a:lnTo>
                  <a:pt x="53" y="120"/>
                </a:lnTo>
                <a:lnTo>
                  <a:pt x="53" y="119"/>
                </a:lnTo>
                <a:lnTo>
                  <a:pt x="53" y="118"/>
                </a:lnTo>
                <a:lnTo>
                  <a:pt x="55" y="118"/>
                </a:lnTo>
                <a:lnTo>
                  <a:pt x="56" y="117"/>
                </a:lnTo>
                <a:lnTo>
                  <a:pt x="57" y="116"/>
                </a:lnTo>
                <a:lnTo>
                  <a:pt x="58" y="116"/>
                </a:lnTo>
                <a:lnTo>
                  <a:pt x="58" y="115"/>
                </a:lnTo>
                <a:lnTo>
                  <a:pt x="58" y="114"/>
                </a:lnTo>
                <a:lnTo>
                  <a:pt x="59" y="114"/>
                </a:lnTo>
                <a:lnTo>
                  <a:pt x="59" y="113"/>
                </a:lnTo>
                <a:lnTo>
                  <a:pt x="59" y="112"/>
                </a:lnTo>
                <a:lnTo>
                  <a:pt x="59" y="113"/>
                </a:lnTo>
                <a:lnTo>
                  <a:pt x="60" y="113"/>
                </a:lnTo>
                <a:lnTo>
                  <a:pt x="60" y="114"/>
                </a:lnTo>
                <a:lnTo>
                  <a:pt x="61" y="114"/>
                </a:lnTo>
                <a:lnTo>
                  <a:pt x="62" y="115"/>
                </a:lnTo>
                <a:lnTo>
                  <a:pt x="63" y="115"/>
                </a:lnTo>
                <a:lnTo>
                  <a:pt x="65" y="115"/>
                </a:lnTo>
                <a:lnTo>
                  <a:pt x="65" y="116"/>
                </a:lnTo>
                <a:lnTo>
                  <a:pt x="65" y="118"/>
                </a:lnTo>
                <a:lnTo>
                  <a:pt x="65" y="119"/>
                </a:lnTo>
                <a:lnTo>
                  <a:pt x="64" y="119"/>
                </a:lnTo>
                <a:lnTo>
                  <a:pt x="63" y="119"/>
                </a:lnTo>
                <a:lnTo>
                  <a:pt x="63" y="121"/>
                </a:lnTo>
                <a:lnTo>
                  <a:pt x="62" y="121"/>
                </a:lnTo>
                <a:lnTo>
                  <a:pt x="62" y="122"/>
                </a:lnTo>
                <a:lnTo>
                  <a:pt x="63" y="122"/>
                </a:lnTo>
                <a:lnTo>
                  <a:pt x="64" y="122"/>
                </a:lnTo>
                <a:lnTo>
                  <a:pt x="65" y="122"/>
                </a:lnTo>
                <a:lnTo>
                  <a:pt x="65" y="123"/>
                </a:lnTo>
                <a:lnTo>
                  <a:pt x="66" y="123"/>
                </a:lnTo>
                <a:lnTo>
                  <a:pt x="67" y="124"/>
                </a:lnTo>
                <a:lnTo>
                  <a:pt x="68" y="124"/>
                </a:lnTo>
                <a:lnTo>
                  <a:pt x="69" y="125"/>
                </a:lnTo>
                <a:lnTo>
                  <a:pt x="69" y="126"/>
                </a:lnTo>
                <a:lnTo>
                  <a:pt x="70" y="126"/>
                </a:lnTo>
                <a:lnTo>
                  <a:pt x="71" y="127"/>
                </a:lnTo>
                <a:lnTo>
                  <a:pt x="71" y="128"/>
                </a:lnTo>
                <a:lnTo>
                  <a:pt x="72" y="128"/>
                </a:lnTo>
                <a:lnTo>
                  <a:pt x="73" y="128"/>
                </a:lnTo>
                <a:lnTo>
                  <a:pt x="74" y="128"/>
                </a:lnTo>
                <a:lnTo>
                  <a:pt x="74" y="127"/>
                </a:lnTo>
                <a:lnTo>
                  <a:pt x="75" y="128"/>
                </a:lnTo>
                <a:lnTo>
                  <a:pt x="77" y="129"/>
                </a:lnTo>
                <a:lnTo>
                  <a:pt x="78" y="129"/>
                </a:lnTo>
                <a:lnTo>
                  <a:pt x="79" y="129"/>
                </a:lnTo>
                <a:lnTo>
                  <a:pt x="78" y="129"/>
                </a:lnTo>
                <a:lnTo>
                  <a:pt x="78" y="130"/>
                </a:lnTo>
                <a:lnTo>
                  <a:pt x="79" y="130"/>
                </a:lnTo>
                <a:lnTo>
                  <a:pt x="79" y="129"/>
                </a:lnTo>
                <a:lnTo>
                  <a:pt x="80" y="129"/>
                </a:lnTo>
                <a:lnTo>
                  <a:pt x="80" y="130"/>
                </a:lnTo>
                <a:lnTo>
                  <a:pt x="81" y="130"/>
                </a:lnTo>
                <a:lnTo>
                  <a:pt x="82" y="130"/>
                </a:lnTo>
                <a:lnTo>
                  <a:pt x="83" y="130"/>
                </a:lnTo>
                <a:lnTo>
                  <a:pt x="82" y="130"/>
                </a:lnTo>
                <a:lnTo>
                  <a:pt x="82" y="131"/>
                </a:lnTo>
                <a:lnTo>
                  <a:pt x="83" y="131"/>
                </a:lnTo>
                <a:lnTo>
                  <a:pt x="84" y="131"/>
                </a:lnTo>
                <a:lnTo>
                  <a:pt x="85" y="130"/>
                </a:lnTo>
                <a:lnTo>
                  <a:pt x="86" y="130"/>
                </a:lnTo>
                <a:lnTo>
                  <a:pt x="86" y="131"/>
                </a:lnTo>
                <a:lnTo>
                  <a:pt x="87" y="131"/>
                </a:lnTo>
                <a:lnTo>
                  <a:pt x="87" y="130"/>
                </a:lnTo>
                <a:lnTo>
                  <a:pt x="88" y="130"/>
                </a:lnTo>
                <a:lnTo>
                  <a:pt x="89" y="130"/>
                </a:lnTo>
                <a:lnTo>
                  <a:pt x="90" y="130"/>
                </a:lnTo>
                <a:lnTo>
                  <a:pt x="90" y="131"/>
                </a:lnTo>
                <a:lnTo>
                  <a:pt x="90" y="132"/>
                </a:lnTo>
                <a:lnTo>
                  <a:pt x="91" y="133"/>
                </a:lnTo>
                <a:lnTo>
                  <a:pt x="91" y="134"/>
                </a:lnTo>
                <a:lnTo>
                  <a:pt x="90" y="135"/>
                </a:lnTo>
                <a:lnTo>
                  <a:pt x="91" y="135"/>
                </a:lnTo>
                <a:lnTo>
                  <a:pt x="91" y="136"/>
                </a:lnTo>
                <a:lnTo>
                  <a:pt x="90" y="136"/>
                </a:lnTo>
                <a:lnTo>
                  <a:pt x="90" y="137"/>
                </a:lnTo>
                <a:lnTo>
                  <a:pt x="89" y="137"/>
                </a:lnTo>
                <a:lnTo>
                  <a:pt x="89" y="138"/>
                </a:lnTo>
                <a:lnTo>
                  <a:pt x="89" y="140"/>
                </a:lnTo>
                <a:lnTo>
                  <a:pt x="90" y="141"/>
                </a:lnTo>
                <a:lnTo>
                  <a:pt x="89" y="142"/>
                </a:lnTo>
                <a:lnTo>
                  <a:pt x="90" y="142"/>
                </a:lnTo>
                <a:lnTo>
                  <a:pt x="90" y="143"/>
                </a:lnTo>
                <a:lnTo>
                  <a:pt x="90" y="142"/>
                </a:lnTo>
                <a:lnTo>
                  <a:pt x="91" y="142"/>
                </a:lnTo>
                <a:lnTo>
                  <a:pt x="93" y="145"/>
                </a:lnTo>
                <a:lnTo>
                  <a:pt x="93" y="146"/>
                </a:lnTo>
                <a:lnTo>
                  <a:pt x="93" y="147"/>
                </a:lnTo>
                <a:lnTo>
                  <a:pt x="94" y="147"/>
                </a:lnTo>
                <a:lnTo>
                  <a:pt x="95" y="149"/>
                </a:lnTo>
                <a:lnTo>
                  <a:pt x="95" y="150"/>
                </a:lnTo>
                <a:lnTo>
                  <a:pt x="95" y="151"/>
                </a:lnTo>
                <a:lnTo>
                  <a:pt x="96" y="151"/>
                </a:lnTo>
                <a:lnTo>
                  <a:pt x="97" y="151"/>
                </a:lnTo>
                <a:lnTo>
                  <a:pt x="97" y="152"/>
                </a:lnTo>
                <a:lnTo>
                  <a:pt x="98" y="153"/>
                </a:lnTo>
                <a:lnTo>
                  <a:pt x="98" y="154"/>
                </a:lnTo>
                <a:lnTo>
                  <a:pt x="99" y="154"/>
                </a:lnTo>
                <a:lnTo>
                  <a:pt x="100" y="155"/>
                </a:lnTo>
                <a:lnTo>
                  <a:pt x="100" y="156"/>
                </a:lnTo>
                <a:lnTo>
                  <a:pt x="100" y="158"/>
                </a:lnTo>
                <a:lnTo>
                  <a:pt x="100" y="159"/>
                </a:lnTo>
                <a:lnTo>
                  <a:pt x="100" y="160"/>
                </a:lnTo>
                <a:lnTo>
                  <a:pt x="102" y="161"/>
                </a:lnTo>
                <a:lnTo>
                  <a:pt x="103" y="163"/>
                </a:lnTo>
                <a:lnTo>
                  <a:pt x="103" y="164"/>
                </a:lnTo>
                <a:lnTo>
                  <a:pt x="103" y="165"/>
                </a:lnTo>
                <a:lnTo>
                  <a:pt x="104" y="166"/>
                </a:lnTo>
                <a:lnTo>
                  <a:pt x="104" y="167"/>
                </a:lnTo>
                <a:lnTo>
                  <a:pt x="105" y="167"/>
                </a:lnTo>
                <a:lnTo>
                  <a:pt x="105" y="169"/>
                </a:lnTo>
                <a:lnTo>
                  <a:pt x="105" y="170"/>
                </a:lnTo>
                <a:lnTo>
                  <a:pt x="106" y="170"/>
                </a:lnTo>
                <a:lnTo>
                  <a:pt x="106" y="171"/>
                </a:lnTo>
                <a:lnTo>
                  <a:pt x="107" y="171"/>
                </a:lnTo>
                <a:lnTo>
                  <a:pt x="107" y="170"/>
                </a:lnTo>
                <a:lnTo>
                  <a:pt x="108" y="170"/>
                </a:lnTo>
                <a:lnTo>
                  <a:pt x="108" y="171"/>
                </a:lnTo>
                <a:lnTo>
                  <a:pt x="107" y="171"/>
                </a:lnTo>
                <a:lnTo>
                  <a:pt x="108" y="171"/>
                </a:lnTo>
                <a:lnTo>
                  <a:pt x="108" y="172"/>
                </a:lnTo>
                <a:lnTo>
                  <a:pt x="107" y="173"/>
                </a:lnTo>
                <a:lnTo>
                  <a:pt x="107" y="174"/>
                </a:lnTo>
                <a:lnTo>
                  <a:pt x="108" y="174"/>
                </a:lnTo>
                <a:lnTo>
                  <a:pt x="107" y="174"/>
                </a:lnTo>
                <a:lnTo>
                  <a:pt x="107" y="175"/>
                </a:lnTo>
                <a:lnTo>
                  <a:pt x="106" y="175"/>
                </a:lnTo>
                <a:lnTo>
                  <a:pt x="107" y="175"/>
                </a:lnTo>
                <a:lnTo>
                  <a:pt x="108" y="175"/>
                </a:lnTo>
                <a:lnTo>
                  <a:pt x="108" y="176"/>
                </a:lnTo>
                <a:lnTo>
                  <a:pt x="107" y="176"/>
                </a:lnTo>
                <a:lnTo>
                  <a:pt x="107" y="177"/>
                </a:lnTo>
                <a:lnTo>
                  <a:pt x="106" y="178"/>
                </a:lnTo>
                <a:lnTo>
                  <a:pt x="107" y="178"/>
                </a:lnTo>
                <a:lnTo>
                  <a:pt x="106" y="179"/>
                </a:lnTo>
                <a:lnTo>
                  <a:pt x="106" y="180"/>
                </a:lnTo>
                <a:lnTo>
                  <a:pt x="107" y="180"/>
                </a:lnTo>
                <a:lnTo>
                  <a:pt x="107" y="181"/>
                </a:lnTo>
                <a:lnTo>
                  <a:pt x="107" y="182"/>
                </a:lnTo>
                <a:lnTo>
                  <a:pt x="108" y="182"/>
                </a:lnTo>
                <a:lnTo>
                  <a:pt x="109" y="182"/>
                </a:lnTo>
                <a:lnTo>
                  <a:pt x="109" y="183"/>
                </a:lnTo>
                <a:lnTo>
                  <a:pt x="110" y="183"/>
                </a:lnTo>
                <a:lnTo>
                  <a:pt x="111" y="183"/>
                </a:lnTo>
                <a:lnTo>
                  <a:pt x="112" y="183"/>
                </a:lnTo>
                <a:lnTo>
                  <a:pt x="113" y="183"/>
                </a:lnTo>
                <a:lnTo>
                  <a:pt x="113" y="182"/>
                </a:lnTo>
                <a:lnTo>
                  <a:pt x="114" y="182"/>
                </a:lnTo>
                <a:lnTo>
                  <a:pt x="114" y="181"/>
                </a:lnTo>
                <a:lnTo>
                  <a:pt x="116" y="180"/>
                </a:lnTo>
                <a:lnTo>
                  <a:pt x="116" y="179"/>
                </a:lnTo>
                <a:lnTo>
                  <a:pt x="115" y="178"/>
                </a:lnTo>
                <a:lnTo>
                  <a:pt x="115" y="177"/>
                </a:lnTo>
                <a:lnTo>
                  <a:pt x="115" y="176"/>
                </a:lnTo>
                <a:lnTo>
                  <a:pt x="116" y="175"/>
                </a:lnTo>
                <a:lnTo>
                  <a:pt x="117" y="175"/>
                </a:lnTo>
                <a:lnTo>
                  <a:pt x="117" y="174"/>
                </a:lnTo>
                <a:lnTo>
                  <a:pt x="117" y="173"/>
                </a:lnTo>
                <a:lnTo>
                  <a:pt x="118" y="173"/>
                </a:lnTo>
                <a:lnTo>
                  <a:pt x="118" y="172"/>
                </a:lnTo>
                <a:lnTo>
                  <a:pt x="119" y="172"/>
                </a:lnTo>
                <a:lnTo>
                  <a:pt x="119" y="171"/>
                </a:lnTo>
                <a:lnTo>
                  <a:pt x="120" y="171"/>
                </a:lnTo>
                <a:lnTo>
                  <a:pt x="120" y="170"/>
                </a:lnTo>
                <a:lnTo>
                  <a:pt x="121" y="170"/>
                </a:lnTo>
                <a:lnTo>
                  <a:pt x="121" y="169"/>
                </a:lnTo>
                <a:lnTo>
                  <a:pt x="121" y="168"/>
                </a:lnTo>
                <a:lnTo>
                  <a:pt x="122" y="168"/>
                </a:lnTo>
                <a:lnTo>
                  <a:pt x="122" y="167"/>
                </a:lnTo>
                <a:lnTo>
                  <a:pt x="123" y="167"/>
                </a:lnTo>
                <a:lnTo>
                  <a:pt x="124" y="167"/>
                </a:lnTo>
                <a:lnTo>
                  <a:pt x="124" y="166"/>
                </a:lnTo>
                <a:lnTo>
                  <a:pt x="125" y="166"/>
                </a:lnTo>
                <a:lnTo>
                  <a:pt x="125" y="165"/>
                </a:lnTo>
                <a:lnTo>
                  <a:pt x="126" y="165"/>
                </a:lnTo>
                <a:lnTo>
                  <a:pt x="126" y="164"/>
                </a:lnTo>
                <a:lnTo>
                  <a:pt x="127" y="164"/>
                </a:lnTo>
                <a:lnTo>
                  <a:pt x="128" y="164"/>
                </a:lnTo>
                <a:lnTo>
                  <a:pt x="129" y="164"/>
                </a:lnTo>
                <a:lnTo>
                  <a:pt x="130" y="164"/>
                </a:lnTo>
                <a:lnTo>
                  <a:pt x="130" y="163"/>
                </a:lnTo>
                <a:lnTo>
                  <a:pt x="129" y="163"/>
                </a:lnTo>
                <a:lnTo>
                  <a:pt x="129" y="162"/>
                </a:lnTo>
                <a:lnTo>
                  <a:pt x="129" y="163"/>
                </a:lnTo>
                <a:lnTo>
                  <a:pt x="128" y="163"/>
                </a:lnTo>
                <a:lnTo>
                  <a:pt x="128" y="162"/>
                </a:lnTo>
                <a:lnTo>
                  <a:pt x="127" y="162"/>
                </a:lnTo>
                <a:lnTo>
                  <a:pt x="128" y="162"/>
                </a:lnTo>
                <a:lnTo>
                  <a:pt x="128" y="161"/>
                </a:lnTo>
                <a:lnTo>
                  <a:pt x="128" y="160"/>
                </a:lnTo>
                <a:lnTo>
                  <a:pt x="129" y="160"/>
                </a:lnTo>
                <a:lnTo>
                  <a:pt x="129" y="161"/>
                </a:lnTo>
                <a:lnTo>
                  <a:pt x="130" y="161"/>
                </a:lnTo>
                <a:lnTo>
                  <a:pt x="130" y="160"/>
                </a:lnTo>
                <a:lnTo>
                  <a:pt x="129" y="160"/>
                </a:lnTo>
                <a:lnTo>
                  <a:pt x="129" y="159"/>
                </a:lnTo>
                <a:lnTo>
                  <a:pt x="130" y="159"/>
                </a:lnTo>
                <a:lnTo>
                  <a:pt x="131" y="159"/>
                </a:lnTo>
                <a:lnTo>
                  <a:pt x="131" y="160"/>
                </a:lnTo>
                <a:lnTo>
                  <a:pt x="132" y="159"/>
                </a:lnTo>
                <a:lnTo>
                  <a:pt x="132" y="158"/>
                </a:lnTo>
                <a:lnTo>
                  <a:pt x="132" y="157"/>
                </a:lnTo>
                <a:lnTo>
                  <a:pt x="133" y="156"/>
                </a:lnTo>
                <a:lnTo>
                  <a:pt x="134" y="156"/>
                </a:lnTo>
                <a:lnTo>
                  <a:pt x="134" y="155"/>
                </a:lnTo>
                <a:lnTo>
                  <a:pt x="134" y="154"/>
                </a:lnTo>
                <a:lnTo>
                  <a:pt x="135" y="154"/>
                </a:lnTo>
                <a:lnTo>
                  <a:pt x="136" y="154"/>
                </a:lnTo>
                <a:lnTo>
                  <a:pt x="137" y="153"/>
                </a:lnTo>
                <a:lnTo>
                  <a:pt x="138" y="153"/>
                </a:lnTo>
                <a:lnTo>
                  <a:pt x="139" y="153"/>
                </a:lnTo>
                <a:lnTo>
                  <a:pt x="139" y="154"/>
                </a:lnTo>
                <a:lnTo>
                  <a:pt x="140" y="154"/>
                </a:lnTo>
                <a:lnTo>
                  <a:pt x="141" y="154"/>
                </a:lnTo>
                <a:lnTo>
                  <a:pt x="142" y="154"/>
                </a:lnTo>
                <a:lnTo>
                  <a:pt x="142" y="153"/>
                </a:lnTo>
                <a:lnTo>
                  <a:pt x="141" y="153"/>
                </a:lnTo>
                <a:lnTo>
                  <a:pt x="141" y="152"/>
                </a:lnTo>
                <a:lnTo>
                  <a:pt x="142" y="152"/>
                </a:lnTo>
                <a:lnTo>
                  <a:pt x="142" y="151"/>
                </a:lnTo>
                <a:lnTo>
                  <a:pt x="143" y="152"/>
                </a:lnTo>
                <a:lnTo>
                  <a:pt x="143" y="151"/>
                </a:lnTo>
                <a:lnTo>
                  <a:pt x="144" y="151"/>
                </a:lnTo>
                <a:lnTo>
                  <a:pt x="145" y="151"/>
                </a:lnTo>
                <a:lnTo>
                  <a:pt x="145" y="150"/>
                </a:lnTo>
                <a:lnTo>
                  <a:pt x="144" y="150"/>
                </a:lnTo>
                <a:lnTo>
                  <a:pt x="145" y="149"/>
                </a:lnTo>
                <a:lnTo>
                  <a:pt x="145" y="148"/>
                </a:lnTo>
                <a:lnTo>
                  <a:pt x="144" y="148"/>
                </a:lnTo>
                <a:lnTo>
                  <a:pt x="144" y="147"/>
                </a:lnTo>
                <a:lnTo>
                  <a:pt x="144" y="146"/>
                </a:lnTo>
                <a:lnTo>
                  <a:pt x="145" y="146"/>
                </a:lnTo>
                <a:lnTo>
                  <a:pt x="146" y="146"/>
                </a:lnTo>
                <a:lnTo>
                  <a:pt x="147" y="146"/>
                </a:lnTo>
                <a:lnTo>
                  <a:pt x="148" y="145"/>
                </a:lnTo>
                <a:lnTo>
                  <a:pt x="148" y="144"/>
                </a:lnTo>
                <a:lnTo>
                  <a:pt x="147" y="144"/>
                </a:lnTo>
                <a:lnTo>
                  <a:pt x="147" y="143"/>
                </a:lnTo>
                <a:lnTo>
                  <a:pt x="148" y="143"/>
                </a:lnTo>
                <a:lnTo>
                  <a:pt x="149" y="143"/>
                </a:lnTo>
                <a:lnTo>
                  <a:pt x="148" y="142"/>
                </a:lnTo>
                <a:lnTo>
                  <a:pt x="147" y="143"/>
                </a:lnTo>
                <a:lnTo>
                  <a:pt x="146" y="142"/>
                </a:lnTo>
                <a:lnTo>
                  <a:pt x="146" y="141"/>
                </a:lnTo>
                <a:lnTo>
                  <a:pt x="147" y="141"/>
                </a:lnTo>
                <a:lnTo>
                  <a:pt x="148" y="140"/>
                </a:lnTo>
                <a:lnTo>
                  <a:pt x="149" y="140"/>
                </a:lnTo>
                <a:lnTo>
                  <a:pt x="149" y="139"/>
                </a:lnTo>
                <a:lnTo>
                  <a:pt x="150" y="139"/>
                </a:lnTo>
                <a:lnTo>
                  <a:pt x="151" y="138"/>
                </a:lnTo>
                <a:lnTo>
                  <a:pt x="151" y="139"/>
                </a:lnTo>
                <a:lnTo>
                  <a:pt x="152" y="138"/>
                </a:lnTo>
                <a:lnTo>
                  <a:pt x="152" y="137"/>
                </a:lnTo>
                <a:lnTo>
                  <a:pt x="153" y="137"/>
                </a:lnTo>
                <a:lnTo>
                  <a:pt x="153" y="138"/>
                </a:lnTo>
                <a:lnTo>
                  <a:pt x="154" y="138"/>
                </a:lnTo>
                <a:lnTo>
                  <a:pt x="154" y="137"/>
                </a:lnTo>
                <a:lnTo>
                  <a:pt x="155" y="137"/>
                </a:lnTo>
                <a:lnTo>
                  <a:pt x="156" y="136"/>
                </a:lnTo>
                <a:lnTo>
                  <a:pt x="156" y="135"/>
                </a:lnTo>
                <a:lnTo>
                  <a:pt x="157" y="135"/>
                </a:lnTo>
                <a:lnTo>
                  <a:pt x="158" y="135"/>
                </a:lnTo>
                <a:lnTo>
                  <a:pt x="159" y="136"/>
                </a:lnTo>
                <a:lnTo>
                  <a:pt x="160" y="136"/>
                </a:lnTo>
                <a:lnTo>
                  <a:pt x="161" y="136"/>
                </a:lnTo>
                <a:lnTo>
                  <a:pt x="161" y="135"/>
                </a:lnTo>
                <a:lnTo>
                  <a:pt x="162" y="135"/>
                </a:lnTo>
                <a:lnTo>
                  <a:pt x="163" y="135"/>
                </a:lnTo>
                <a:lnTo>
                  <a:pt x="163" y="134"/>
                </a:lnTo>
                <a:lnTo>
                  <a:pt x="164" y="134"/>
                </a:lnTo>
                <a:lnTo>
                  <a:pt x="165" y="134"/>
                </a:lnTo>
                <a:lnTo>
                  <a:pt x="166" y="133"/>
                </a:lnTo>
                <a:lnTo>
                  <a:pt x="166" y="132"/>
                </a:lnTo>
                <a:lnTo>
                  <a:pt x="167" y="132"/>
                </a:lnTo>
                <a:lnTo>
                  <a:pt x="168" y="131"/>
                </a:lnTo>
                <a:lnTo>
                  <a:pt x="168" y="132"/>
                </a:lnTo>
                <a:lnTo>
                  <a:pt x="169" y="132"/>
                </a:lnTo>
                <a:lnTo>
                  <a:pt x="169" y="131"/>
                </a:lnTo>
                <a:lnTo>
                  <a:pt x="170" y="131"/>
                </a:lnTo>
                <a:lnTo>
                  <a:pt x="170" y="130"/>
                </a:lnTo>
                <a:lnTo>
                  <a:pt x="170" y="129"/>
                </a:lnTo>
                <a:lnTo>
                  <a:pt x="171" y="129"/>
                </a:lnTo>
                <a:lnTo>
                  <a:pt x="172" y="130"/>
                </a:lnTo>
                <a:lnTo>
                  <a:pt x="174" y="130"/>
                </a:lnTo>
                <a:lnTo>
                  <a:pt x="175" y="130"/>
                </a:lnTo>
                <a:lnTo>
                  <a:pt x="175" y="129"/>
                </a:lnTo>
                <a:lnTo>
                  <a:pt x="175" y="128"/>
                </a:lnTo>
                <a:lnTo>
                  <a:pt x="176" y="128"/>
                </a:lnTo>
                <a:lnTo>
                  <a:pt x="177" y="128"/>
                </a:lnTo>
                <a:lnTo>
                  <a:pt x="177" y="129"/>
                </a:lnTo>
                <a:lnTo>
                  <a:pt x="178" y="129"/>
                </a:lnTo>
                <a:lnTo>
                  <a:pt x="178" y="128"/>
                </a:lnTo>
                <a:lnTo>
                  <a:pt x="178" y="126"/>
                </a:lnTo>
                <a:lnTo>
                  <a:pt x="179" y="127"/>
                </a:lnTo>
                <a:lnTo>
                  <a:pt x="180" y="127"/>
                </a:lnTo>
                <a:lnTo>
                  <a:pt x="181" y="126"/>
                </a:lnTo>
                <a:lnTo>
                  <a:pt x="181" y="127"/>
                </a:lnTo>
                <a:lnTo>
                  <a:pt x="182" y="126"/>
                </a:lnTo>
                <a:lnTo>
                  <a:pt x="182" y="127"/>
                </a:lnTo>
                <a:lnTo>
                  <a:pt x="183" y="127"/>
                </a:lnTo>
                <a:lnTo>
                  <a:pt x="184" y="127"/>
                </a:lnTo>
                <a:lnTo>
                  <a:pt x="184" y="126"/>
                </a:lnTo>
                <a:lnTo>
                  <a:pt x="184" y="125"/>
                </a:lnTo>
                <a:lnTo>
                  <a:pt x="183" y="125"/>
                </a:lnTo>
                <a:lnTo>
                  <a:pt x="183" y="124"/>
                </a:lnTo>
                <a:lnTo>
                  <a:pt x="184" y="124"/>
                </a:lnTo>
                <a:lnTo>
                  <a:pt x="185" y="125"/>
                </a:lnTo>
                <a:lnTo>
                  <a:pt x="186" y="125"/>
                </a:lnTo>
                <a:lnTo>
                  <a:pt x="186" y="124"/>
                </a:lnTo>
                <a:lnTo>
                  <a:pt x="187" y="124"/>
                </a:lnTo>
                <a:lnTo>
                  <a:pt x="188" y="124"/>
                </a:lnTo>
                <a:lnTo>
                  <a:pt x="189" y="124"/>
                </a:lnTo>
                <a:lnTo>
                  <a:pt x="190" y="124"/>
                </a:lnTo>
                <a:lnTo>
                  <a:pt x="190" y="125"/>
                </a:lnTo>
                <a:lnTo>
                  <a:pt x="191" y="125"/>
                </a:lnTo>
                <a:lnTo>
                  <a:pt x="193" y="125"/>
                </a:lnTo>
                <a:lnTo>
                  <a:pt x="194" y="126"/>
                </a:lnTo>
                <a:lnTo>
                  <a:pt x="194" y="125"/>
                </a:lnTo>
                <a:lnTo>
                  <a:pt x="195" y="125"/>
                </a:lnTo>
                <a:lnTo>
                  <a:pt x="195" y="126"/>
                </a:lnTo>
                <a:lnTo>
                  <a:pt x="194" y="126"/>
                </a:lnTo>
                <a:lnTo>
                  <a:pt x="195" y="126"/>
                </a:lnTo>
                <a:lnTo>
                  <a:pt x="195" y="127"/>
                </a:lnTo>
                <a:lnTo>
                  <a:pt x="196" y="127"/>
                </a:lnTo>
                <a:lnTo>
                  <a:pt x="197" y="127"/>
                </a:lnTo>
                <a:lnTo>
                  <a:pt x="197" y="126"/>
                </a:lnTo>
                <a:lnTo>
                  <a:pt x="198" y="126"/>
                </a:lnTo>
                <a:lnTo>
                  <a:pt x="199" y="126"/>
                </a:lnTo>
                <a:lnTo>
                  <a:pt x="200" y="126"/>
                </a:lnTo>
                <a:lnTo>
                  <a:pt x="201" y="125"/>
                </a:lnTo>
                <a:lnTo>
                  <a:pt x="202" y="124"/>
                </a:lnTo>
                <a:lnTo>
                  <a:pt x="203" y="123"/>
                </a:lnTo>
                <a:lnTo>
                  <a:pt x="204" y="124"/>
                </a:lnTo>
                <a:lnTo>
                  <a:pt x="205" y="123"/>
                </a:lnTo>
                <a:lnTo>
                  <a:pt x="205" y="122"/>
                </a:lnTo>
                <a:lnTo>
                  <a:pt x="206" y="122"/>
                </a:lnTo>
                <a:lnTo>
                  <a:pt x="206" y="121"/>
                </a:lnTo>
                <a:lnTo>
                  <a:pt x="206" y="122"/>
                </a:lnTo>
                <a:lnTo>
                  <a:pt x="207" y="122"/>
                </a:lnTo>
                <a:lnTo>
                  <a:pt x="207" y="121"/>
                </a:lnTo>
                <a:lnTo>
                  <a:pt x="208" y="121"/>
                </a:lnTo>
                <a:lnTo>
                  <a:pt x="207" y="120"/>
                </a:lnTo>
                <a:lnTo>
                  <a:pt x="208" y="120"/>
                </a:lnTo>
                <a:lnTo>
                  <a:pt x="209" y="119"/>
                </a:lnTo>
                <a:lnTo>
                  <a:pt x="210" y="118"/>
                </a:lnTo>
                <a:lnTo>
                  <a:pt x="211" y="117"/>
                </a:lnTo>
                <a:lnTo>
                  <a:pt x="211" y="116"/>
                </a:lnTo>
                <a:lnTo>
                  <a:pt x="212" y="116"/>
                </a:lnTo>
                <a:lnTo>
                  <a:pt x="213" y="115"/>
                </a:lnTo>
                <a:lnTo>
                  <a:pt x="213" y="114"/>
                </a:lnTo>
                <a:lnTo>
                  <a:pt x="214" y="114"/>
                </a:lnTo>
                <a:lnTo>
                  <a:pt x="215" y="114"/>
                </a:lnTo>
                <a:lnTo>
                  <a:pt x="216" y="114"/>
                </a:lnTo>
                <a:lnTo>
                  <a:pt x="217" y="114"/>
                </a:lnTo>
                <a:lnTo>
                  <a:pt x="217" y="113"/>
                </a:lnTo>
                <a:lnTo>
                  <a:pt x="216" y="113"/>
                </a:lnTo>
                <a:lnTo>
                  <a:pt x="217" y="113"/>
                </a:lnTo>
                <a:lnTo>
                  <a:pt x="218" y="113"/>
                </a:lnTo>
                <a:lnTo>
                  <a:pt x="219" y="113"/>
                </a:lnTo>
                <a:lnTo>
                  <a:pt x="220" y="112"/>
                </a:lnTo>
                <a:lnTo>
                  <a:pt x="221" y="111"/>
                </a:lnTo>
                <a:lnTo>
                  <a:pt x="221" y="110"/>
                </a:lnTo>
                <a:lnTo>
                  <a:pt x="222" y="109"/>
                </a:lnTo>
                <a:lnTo>
                  <a:pt x="221" y="109"/>
                </a:lnTo>
                <a:lnTo>
                  <a:pt x="222" y="109"/>
                </a:lnTo>
                <a:lnTo>
                  <a:pt x="222" y="108"/>
                </a:lnTo>
                <a:lnTo>
                  <a:pt x="221" y="108"/>
                </a:lnTo>
                <a:lnTo>
                  <a:pt x="222" y="107"/>
                </a:lnTo>
                <a:lnTo>
                  <a:pt x="223" y="107"/>
                </a:lnTo>
                <a:lnTo>
                  <a:pt x="224" y="107"/>
                </a:lnTo>
                <a:lnTo>
                  <a:pt x="224" y="106"/>
                </a:lnTo>
                <a:lnTo>
                  <a:pt x="225" y="106"/>
                </a:lnTo>
                <a:lnTo>
                  <a:pt x="225" y="105"/>
                </a:lnTo>
                <a:lnTo>
                  <a:pt x="227" y="105"/>
                </a:lnTo>
                <a:lnTo>
                  <a:pt x="227" y="106"/>
                </a:lnTo>
                <a:lnTo>
                  <a:pt x="228" y="106"/>
                </a:lnTo>
                <a:lnTo>
                  <a:pt x="229" y="106"/>
                </a:lnTo>
                <a:lnTo>
                  <a:pt x="229" y="105"/>
                </a:lnTo>
                <a:lnTo>
                  <a:pt x="228" y="104"/>
                </a:lnTo>
                <a:lnTo>
                  <a:pt x="229" y="104"/>
                </a:lnTo>
                <a:lnTo>
                  <a:pt x="230" y="104"/>
                </a:lnTo>
                <a:lnTo>
                  <a:pt x="230" y="103"/>
                </a:lnTo>
                <a:lnTo>
                  <a:pt x="230" y="104"/>
                </a:lnTo>
                <a:lnTo>
                  <a:pt x="231" y="104"/>
                </a:lnTo>
                <a:lnTo>
                  <a:pt x="231" y="103"/>
                </a:lnTo>
                <a:lnTo>
                  <a:pt x="231" y="102"/>
                </a:lnTo>
                <a:lnTo>
                  <a:pt x="232" y="103"/>
                </a:lnTo>
                <a:lnTo>
                  <a:pt x="233" y="104"/>
                </a:lnTo>
                <a:lnTo>
                  <a:pt x="234" y="104"/>
                </a:lnTo>
                <a:lnTo>
                  <a:pt x="234" y="103"/>
                </a:lnTo>
                <a:lnTo>
                  <a:pt x="235" y="103"/>
                </a:lnTo>
                <a:lnTo>
                  <a:pt x="236" y="103"/>
                </a:lnTo>
                <a:lnTo>
                  <a:pt x="236" y="102"/>
                </a:lnTo>
                <a:lnTo>
                  <a:pt x="237" y="101"/>
                </a:lnTo>
                <a:lnTo>
                  <a:pt x="237" y="102"/>
                </a:lnTo>
                <a:lnTo>
                  <a:pt x="238" y="102"/>
                </a:lnTo>
                <a:lnTo>
                  <a:pt x="239" y="102"/>
                </a:lnTo>
                <a:lnTo>
                  <a:pt x="239" y="103"/>
                </a:lnTo>
                <a:lnTo>
                  <a:pt x="240" y="103"/>
                </a:lnTo>
                <a:lnTo>
                  <a:pt x="240" y="102"/>
                </a:lnTo>
                <a:lnTo>
                  <a:pt x="241" y="102"/>
                </a:lnTo>
                <a:lnTo>
                  <a:pt x="241" y="103"/>
                </a:lnTo>
                <a:lnTo>
                  <a:pt x="242" y="103"/>
                </a:lnTo>
                <a:lnTo>
                  <a:pt x="242" y="102"/>
                </a:lnTo>
                <a:lnTo>
                  <a:pt x="243" y="102"/>
                </a:lnTo>
                <a:lnTo>
                  <a:pt x="244" y="102"/>
                </a:lnTo>
                <a:lnTo>
                  <a:pt x="245" y="102"/>
                </a:lnTo>
                <a:lnTo>
                  <a:pt x="246" y="102"/>
                </a:lnTo>
                <a:lnTo>
                  <a:pt x="246" y="101"/>
                </a:lnTo>
                <a:lnTo>
                  <a:pt x="247" y="101"/>
                </a:lnTo>
                <a:lnTo>
                  <a:pt x="247" y="100"/>
                </a:lnTo>
                <a:lnTo>
                  <a:pt x="248" y="100"/>
                </a:lnTo>
                <a:lnTo>
                  <a:pt x="248" y="99"/>
                </a:lnTo>
                <a:lnTo>
                  <a:pt x="249" y="99"/>
                </a:lnTo>
                <a:lnTo>
                  <a:pt x="249" y="100"/>
                </a:lnTo>
                <a:lnTo>
                  <a:pt x="249" y="101"/>
                </a:lnTo>
                <a:lnTo>
                  <a:pt x="248" y="101"/>
                </a:lnTo>
                <a:lnTo>
                  <a:pt x="248" y="102"/>
                </a:lnTo>
                <a:lnTo>
                  <a:pt x="249" y="102"/>
                </a:lnTo>
                <a:lnTo>
                  <a:pt x="249" y="103"/>
                </a:lnTo>
                <a:lnTo>
                  <a:pt x="250" y="103"/>
                </a:lnTo>
                <a:lnTo>
                  <a:pt x="251" y="103"/>
                </a:lnTo>
                <a:lnTo>
                  <a:pt x="252" y="104"/>
                </a:lnTo>
                <a:lnTo>
                  <a:pt x="252" y="105"/>
                </a:lnTo>
                <a:lnTo>
                  <a:pt x="252" y="106"/>
                </a:lnTo>
                <a:lnTo>
                  <a:pt x="253" y="107"/>
                </a:lnTo>
                <a:lnTo>
                  <a:pt x="254" y="107"/>
                </a:lnTo>
                <a:lnTo>
                  <a:pt x="255" y="107"/>
                </a:lnTo>
                <a:lnTo>
                  <a:pt x="256" y="107"/>
                </a:lnTo>
                <a:lnTo>
                  <a:pt x="257" y="107"/>
                </a:lnTo>
                <a:lnTo>
                  <a:pt x="258" y="107"/>
                </a:lnTo>
                <a:lnTo>
                  <a:pt x="259" y="106"/>
                </a:lnTo>
                <a:lnTo>
                  <a:pt x="259" y="105"/>
                </a:lnTo>
                <a:lnTo>
                  <a:pt x="260" y="104"/>
                </a:lnTo>
                <a:lnTo>
                  <a:pt x="261" y="103"/>
                </a:lnTo>
                <a:lnTo>
                  <a:pt x="261" y="102"/>
                </a:lnTo>
                <a:lnTo>
                  <a:pt x="262" y="102"/>
                </a:lnTo>
                <a:lnTo>
                  <a:pt x="263" y="102"/>
                </a:lnTo>
                <a:lnTo>
                  <a:pt x="264" y="101"/>
                </a:lnTo>
                <a:lnTo>
                  <a:pt x="265" y="101"/>
                </a:lnTo>
                <a:lnTo>
                  <a:pt x="266" y="100"/>
                </a:lnTo>
                <a:lnTo>
                  <a:pt x="266" y="101"/>
                </a:lnTo>
                <a:lnTo>
                  <a:pt x="267" y="101"/>
                </a:lnTo>
                <a:lnTo>
                  <a:pt x="268" y="100"/>
                </a:lnTo>
                <a:lnTo>
                  <a:pt x="268" y="99"/>
                </a:lnTo>
                <a:lnTo>
                  <a:pt x="268" y="98"/>
                </a:lnTo>
                <a:lnTo>
                  <a:pt x="269" y="98"/>
                </a:lnTo>
                <a:lnTo>
                  <a:pt x="268" y="97"/>
                </a:lnTo>
                <a:lnTo>
                  <a:pt x="269" y="97"/>
                </a:lnTo>
                <a:lnTo>
                  <a:pt x="270" y="97"/>
                </a:lnTo>
                <a:lnTo>
                  <a:pt x="270" y="98"/>
                </a:lnTo>
                <a:lnTo>
                  <a:pt x="271" y="98"/>
                </a:lnTo>
                <a:lnTo>
                  <a:pt x="271" y="97"/>
                </a:lnTo>
                <a:lnTo>
                  <a:pt x="272" y="97"/>
                </a:lnTo>
                <a:lnTo>
                  <a:pt x="272" y="98"/>
                </a:lnTo>
                <a:lnTo>
                  <a:pt x="272" y="97"/>
                </a:lnTo>
                <a:lnTo>
                  <a:pt x="272" y="96"/>
                </a:lnTo>
                <a:lnTo>
                  <a:pt x="272" y="95"/>
                </a:lnTo>
                <a:lnTo>
                  <a:pt x="273" y="95"/>
                </a:lnTo>
                <a:lnTo>
                  <a:pt x="274" y="95"/>
                </a:lnTo>
                <a:lnTo>
                  <a:pt x="275" y="95"/>
                </a:lnTo>
                <a:lnTo>
                  <a:pt x="275" y="94"/>
                </a:lnTo>
                <a:lnTo>
                  <a:pt x="276" y="94"/>
                </a:lnTo>
                <a:lnTo>
                  <a:pt x="276" y="93"/>
                </a:lnTo>
                <a:lnTo>
                  <a:pt x="275" y="93"/>
                </a:lnTo>
                <a:lnTo>
                  <a:pt x="275" y="92"/>
                </a:lnTo>
                <a:lnTo>
                  <a:pt x="275" y="91"/>
                </a:lnTo>
                <a:lnTo>
                  <a:pt x="275" y="92"/>
                </a:lnTo>
                <a:lnTo>
                  <a:pt x="276" y="92"/>
                </a:lnTo>
                <a:lnTo>
                  <a:pt x="277" y="92"/>
                </a:lnTo>
                <a:lnTo>
                  <a:pt x="276" y="92"/>
                </a:lnTo>
                <a:lnTo>
                  <a:pt x="276" y="91"/>
                </a:lnTo>
                <a:lnTo>
                  <a:pt x="276" y="90"/>
                </a:lnTo>
                <a:lnTo>
                  <a:pt x="277" y="90"/>
                </a:lnTo>
                <a:lnTo>
                  <a:pt x="276" y="90"/>
                </a:lnTo>
                <a:lnTo>
                  <a:pt x="276" y="89"/>
                </a:lnTo>
                <a:lnTo>
                  <a:pt x="275" y="89"/>
                </a:lnTo>
                <a:lnTo>
                  <a:pt x="275" y="88"/>
                </a:lnTo>
                <a:lnTo>
                  <a:pt x="276" y="88"/>
                </a:lnTo>
                <a:lnTo>
                  <a:pt x="277" y="88"/>
                </a:lnTo>
                <a:lnTo>
                  <a:pt x="276" y="88"/>
                </a:lnTo>
                <a:lnTo>
                  <a:pt x="275" y="88"/>
                </a:lnTo>
                <a:lnTo>
                  <a:pt x="275" y="87"/>
                </a:lnTo>
                <a:lnTo>
                  <a:pt x="276" y="87"/>
                </a:lnTo>
                <a:lnTo>
                  <a:pt x="276" y="86"/>
                </a:lnTo>
                <a:lnTo>
                  <a:pt x="277" y="85"/>
                </a:lnTo>
                <a:lnTo>
                  <a:pt x="277" y="84"/>
                </a:lnTo>
                <a:lnTo>
                  <a:pt x="278" y="84"/>
                </a:lnTo>
                <a:lnTo>
                  <a:pt x="279" y="84"/>
                </a:lnTo>
                <a:lnTo>
                  <a:pt x="278" y="83"/>
                </a:lnTo>
                <a:lnTo>
                  <a:pt x="278" y="82"/>
                </a:lnTo>
                <a:lnTo>
                  <a:pt x="279" y="82"/>
                </a:lnTo>
                <a:lnTo>
                  <a:pt x="280" y="82"/>
                </a:lnTo>
                <a:lnTo>
                  <a:pt x="281" y="82"/>
                </a:lnTo>
                <a:lnTo>
                  <a:pt x="281" y="81"/>
                </a:lnTo>
                <a:lnTo>
                  <a:pt x="280" y="81"/>
                </a:lnTo>
                <a:lnTo>
                  <a:pt x="281" y="81"/>
                </a:lnTo>
                <a:lnTo>
                  <a:pt x="281" y="80"/>
                </a:lnTo>
                <a:lnTo>
                  <a:pt x="282" y="80"/>
                </a:lnTo>
                <a:lnTo>
                  <a:pt x="282" y="81"/>
                </a:lnTo>
                <a:lnTo>
                  <a:pt x="283" y="81"/>
                </a:lnTo>
                <a:lnTo>
                  <a:pt x="283" y="80"/>
                </a:lnTo>
                <a:lnTo>
                  <a:pt x="284" y="80"/>
                </a:lnTo>
                <a:lnTo>
                  <a:pt x="285" y="80"/>
                </a:lnTo>
                <a:lnTo>
                  <a:pt x="286" y="80"/>
                </a:lnTo>
                <a:lnTo>
                  <a:pt x="287" y="80"/>
                </a:lnTo>
                <a:lnTo>
                  <a:pt x="288" y="79"/>
                </a:lnTo>
                <a:lnTo>
                  <a:pt x="289" y="79"/>
                </a:lnTo>
                <a:lnTo>
                  <a:pt x="289" y="78"/>
                </a:lnTo>
                <a:lnTo>
                  <a:pt x="290" y="78"/>
                </a:lnTo>
                <a:lnTo>
                  <a:pt x="290" y="79"/>
                </a:lnTo>
                <a:lnTo>
                  <a:pt x="290" y="80"/>
                </a:lnTo>
                <a:lnTo>
                  <a:pt x="291" y="80"/>
                </a:lnTo>
                <a:lnTo>
                  <a:pt x="293" y="80"/>
                </a:lnTo>
                <a:lnTo>
                  <a:pt x="294" y="80"/>
                </a:lnTo>
                <a:lnTo>
                  <a:pt x="295" y="81"/>
                </a:lnTo>
                <a:lnTo>
                  <a:pt x="296" y="81"/>
                </a:lnTo>
                <a:lnTo>
                  <a:pt x="297" y="82"/>
                </a:lnTo>
                <a:lnTo>
                  <a:pt x="298" y="82"/>
                </a:lnTo>
                <a:lnTo>
                  <a:pt x="299" y="82"/>
                </a:lnTo>
                <a:lnTo>
                  <a:pt x="300" y="82"/>
                </a:lnTo>
                <a:lnTo>
                  <a:pt x="301" y="81"/>
                </a:lnTo>
                <a:lnTo>
                  <a:pt x="302" y="81"/>
                </a:lnTo>
                <a:lnTo>
                  <a:pt x="302" y="82"/>
                </a:lnTo>
                <a:lnTo>
                  <a:pt x="302" y="83"/>
                </a:lnTo>
                <a:lnTo>
                  <a:pt x="301" y="83"/>
                </a:lnTo>
                <a:lnTo>
                  <a:pt x="302" y="83"/>
                </a:lnTo>
                <a:lnTo>
                  <a:pt x="302" y="82"/>
                </a:lnTo>
                <a:lnTo>
                  <a:pt x="302" y="81"/>
                </a:lnTo>
                <a:lnTo>
                  <a:pt x="303" y="80"/>
                </a:lnTo>
                <a:lnTo>
                  <a:pt x="303" y="79"/>
                </a:lnTo>
                <a:lnTo>
                  <a:pt x="303" y="78"/>
                </a:lnTo>
                <a:lnTo>
                  <a:pt x="302" y="78"/>
                </a:lnTo>
                <a:lnTo>
                  <a:pt x="302" y="77"/>
                </a:lnTo>
                <a:lnTo>
                  <a:pt x="303" y="78"/>
                </a:lnTo>
                <a:lnTo>
                  <a:pt x="304" y="78"/>
                </a:lnTo>
                <a:lnTo>
                  <a:pt x="305" y="79"/>
                </a:lnTo>
                <a:lnTo>
                  <a:pt x="306" y="79"/>
                </a:lnTo>
                <a:lnTo>
                  <a:pt x="306" y="80"/>
                </a:lnTo>
                <a:lnTo>
                  <a:pt x="307" y="80"/>
                </a:lnTo>
                <a:lnTo>
                  <a:pt x="307" y="81"/>
                </a:lnTo>
                <a:lnTo>
                  <a:pt x="308" y="81"/>
                </a:lnTo>
                <a:lnTo>
                  <a:pt x="309" y="81"/>
                </a:lnTo>
                <a:lnTo>
                  <a:pt x="311" y="81"/>
                </a:lnTo>
                <a:lnTo>
                  <a:pt x="312" y="81"/>
                </a:lnTo>
                <a:lnTo>
                  <a:pt x="312" y="82"/>
                </a:lnTo>
                <a:lnTo>
                  <a:pt x="313" y="82"/>
                </a:lnTo>
                <a:lnTo>
                  <a:pt x="314" y="83"/>
                </a:lnTo>
                <a:lnTo>
                  <a:pt x="314" y="84"/>
                </a:lnTo>
                <a:lnTo>
                  <a:pt x="315" y="84"/>
                </a:lnTo>
                <a:lnTo>
                  <a:pt x="315" y="83"/>
                </a:lnTo>
                <a:lnTo>
                  <a:pt x="316" y="83"/>
                </a:lnTo>
                <a:lnTo>
                  <a:pt x="316" y="82"/>
                </a:lnTo>
                <a:lnTo>
                  <a:pt x="317" y="82"/>
                </a:lnTo>
                <a:lnTo>
                  <a:pt x="319" y="82"/>
                </a:lnTo>
                <a:lnTo>
                  <a:pt x="320" y="82"/>
                </a:lnTo>
                <a:lnTo>
                  <a:pt x="320" y="81"/>
                </a:lnTo>
                <a:lnTo>
                  <a:pt x="320" y="80"/>
                </a:lnTo>
                <a:lnTo>
                  <a:pt x="320" y="79"/>
                </a:lnTo>
                <a:lnTo>
                  <a:pt x="321" y="79"/>
                </a:lnTo>
                <a:lnTo>
                  <a:pt x="322" y="78"/>
                </a:lnTo>
                <a:lnTo>
                  <a:pt x="323" y="78"/>
                </a:lnTo>
                <a:lnTo>
                  <a:pt x="323" y="77"/>
                </a:lnTo>
                <a:lnTo>
                  <a:pt x="324" y="77"/>
                </a:lnTo>
                <a:lnTo>
                  <a:pt x="324" y="76"/>
                </a:lnTo>
                <a:lnTo>
                  <a:pt x="325" y="75"/>
                </a:lnTo>
                <a:lnTo>
                  <a:pt x="325" y="74"/>
                </a:lnTo>
                <a:lnTo>
                  <a:pt x="325" y="73"/>
                </a:lnTo>
                <a:lnTo>
                  <a:pt x="324" y="73"/>
                </a:lnTo>
                <a:lnTo>
                  <a:pt x="323" y="73"/>
                </a:lnTo>
                <a:lnTo>
                  <a:pt x="321" y="73"/>
                </a:lnTo>
                <a:lnTo>
                  <a:pt x="320" y="73"/>
                </a:lnTo>
                <a:lnTo>
                  <a:pt x="318" y="73"/>
                </a:lnTo>
                <a:lnTo>
                  <a:pt x="317" y="73"/>
                </a:lnTo>
                <a:lnTo>
                  <a:pt x="317" y="72"/>
                </a:lnTo>
                <a:lnTo>
                  <a:pt x="316" y="71"/>
                </a:lnTo>
                <a:lnTo>
                  <a:pt x="316" y="70"/>
                </a:lnTo>
                <a:lnTo>
                  <a:pt x="316" y="69"/>
                </a:lnTo>
                <a:lnTo>
                  <a:pt x="316" y="68"/>
                </a:lnTo>
                <a:lnTo>
                  <a:pt x="315" y="68"/>
                </a:lnTo>
                <a:lnTo>
                  <a:pt x="316" y="68"/>
                </a:lnTo>
                <a:lnTo>
                  <a:pt x="316" y="67"/>
                </a:lnTo>
                <a:lnTo>
                  <a:pt x="317" y="67"/>
                </a:lnTo>
                <a:lnTo>
                  <a:pt x="319" y="67"/>
                </a:lnTo>
                <a:lnTo>
                  <a:pt x="320" y="66"/>
                </a:lnTo>
                <a:lnTo>
                  <a:pt x="321" y="66"/>
                </a:lnTo>
                <a:lnTo>
                  <a:pt x="322" y="66"/>
                </a:lnTo>
                <a:lnTo>
                  <a:pt x="323" y="66"/>
                </a:lnTo>
                <a:lnTo>
                  <a:pt x="324" y="66"/>
                </a:lnTo>
                <a:lnTo>
                  <a:pt x="325" y="66"/>
                </a:lnTo>
                <a:lnTo>
                  <a:pt x="326" y="66"/>
                </a:lnTo>
                <a:lnTo>
                  <a:pt x="326" y="67"/>
                </a:lnTo>
                <a:lnTo>
                  <a:pt x="328" y="67"/>
                </a:lnTo>
                <a:lnTo>
                  <a:pt x="329" y="67"/>
                </a:lnTo>
                <a:lnTo>
                  <a:pt x="330" y="67"/>
                </a:lnTo>
                <a:lnTo>
                  <a:pt x="331" y="67"/>
                </a:lnTo>
                <a:lnTo>
                  <a:pt x="332" y="67"/>
                </a:lnTo>
                <a:lnTo>
                  <a:pt x="333" y="67"/>
                </a:lnTo>
                <a:lnTo>
                  <a:pt x="334" y="67"/>
                </a:lnTo>
                <a:lnTo>
                  <a:pt x="335" y="67"/>
                </a:lnTo>
                <a:lnTo>
                  <a:pt x="335" y="68"/>
                </a:lnTo>
                <a:lnTo>
                  <a:pt x="336" y="68"/>
                </a:lnTo>
                <a:lnTo>
                  <a:pt x="337" y="68"/>
                </a:lnTo>
                <a:lnTo>
                  <a:pt x="337" y="69"/>
                </a:lnTo>
                <a:lnTo>
                  <a:pt x="336" y="69"/>
                </a:lnTo>
                <a:lnTo>
                  <a:pt x="336" y="70"/>
                </a:lnTo>
                <a:lnTo>
                  <a:pt x="337" y="70"/>
                </a:lnTo>
                <a:lnTo>
                  <a:pt x="337" y="71"/>
                </a:lnTo>
                <a:lnTo>
                  <a:pt x="338" y="72"/>
                </a:lnTo>
                <a:lnTo>
                  <a:pt x="339" y="72"/>
                </a:lnTo>
                <a:lnTo>
                  <a:pt x="340" y="72"/>
                </a:lnTo>
                <a:lnTo>
                  <a:pt x="341" y="73"/>
                </a:lnTo>
                <a:lnTo>
                  <a:pt x="342" y="73"/>
                </a:lnTo>
                <a:lnTo>
                  <a:pt x="343" y="73"/>
                </a:lnTo>
                <a:lnTo>
                  <a:pt x="344" y="72"/>
                </a:lnTo>
                <a:lnTo>
                  <a:pt x="345" y="72"/>
                </a:lnTo>
                <a:lnTo>
                  <a:pt x="346" y="72"/>
                </a:lnTo>
                <a:lnTo>
                  <a:pt x="347" y="72"/>
                </a:lnTo>
                <a:lnTo>
                  <a:pt x="348" y="72"/>
                </a:lnTo>
                <a:lnTo>
                  <a:pt x="349" y="72"/>
                </a:lnTo>
                <a:lnTo>
                  <a:pt x="350" y="72"/>
                </a:lnTo>
                <a:lnTo>
                  <a:pt x="351" y="72"/>
                </a:lnTo>
                <a:lnTo>
                  <a:pt x="351" y="73"/>
                </a:lnTo>
                <a:lnTo>
                  <a:pt x="352" y="73"/>
                </a:lnTo>
                <a:lnTo>
                  <a:pt x="352" y="74"/>
                </a:lnTo>
                <a:lnTo>
                  <a:pt x="353" y="74"/>
                </a:lnTo>
                <a:lnTo>
                  <a:pt x="354" y="74"/>
                </a:lnTo>
                <a:lnTo>
                  <a:pt x="354" y="75"/>
                </a:lnTo>
                <a:lnTo>
                  <a:pt x="354" y="74"/>
                </a:lnTo>
                <a:lnTo>
                  <a:pt x="355" y="74"/>
                </a:lnTo>
                <a:lnTo>
                  <a:pt x="355" y="75"/>
                </a:lnTo>
                <a:lnTo>
                  <a:pt x="356" y="75"/>
                </a:lnTo>
                <a:lnTo>
                  <a:pt x="356" y="76"/>
                </a:lnTo>
                <a:lnTo>
                  <a:pt x="357" y="76"/>
                </a:lnTo>
                <a:lnTo>
                  <a:pt x="357" y="77"/>
                </a:lnTo>
                <a:lnTo>
                  <a:pt x="357" y="76"/>
                </a:lnTo>
                <a:lnTo>
                  <a:pt x="358" y="76"/>
                </a:lnTo>
                <a:lnTo>
                  <a:pt x="358" y="77"/>
                </a:lnTo>
                <a:lnTo>
                  <a:pt x="360" y="78"/>
                </a:lnTo>
                <a:lnTo>
                  <a:pt x="360" y="79"/>
                </a:lnTo>
                <a:lnTo>
                  <a:pt x="361" y="79"/>
                </a:lnTo>
                <a:lnTo>
                  <a:pt x="361" y="78"/>
                </a:lnTo>
                <a:lnTo>
                  <a:pt x="361" y="79"/>
                </a:lnTo>
                <a:lnTo>
                  <a:pt x="361" y="80"/>
                </a:lnTo>
                <a:lnTo>
                  <a:pt x="362" y="80"/>
                </a:lnTo>
                <a:lnTo>
                  <a:pt x="362" y="79"/>
                </a:lnTo>
                <a:lnTo>
                  <a:pt x="362" y="78"/>
                </a:lnTo>
                <a:lnTo>
                  <a:pt x="363" y="78"/>
                </a:lnTo>
                <a:lnTo>
                  <a:pt x="364" y="77"/>
                </a:lnTo>
                <a:lnTo>
                  <a:pt x="364" y="76"/>
                </a:lnTo>
                <a:lnTo>
                  <a:pt x="364" y="74"/>
                </a:lnTo>
                <a:lnTo>
                  <a:pt x="365" y="74"/>
                </a:lnTo>
                <a:lnTo>
                  <a:pt x="365" y="73"/>
                </a:lnTo>
                <a:lnTo>
                  <a:pt x="366" y="73"/>
                </a:lnTo>
                <a:lnTo>
                  <a:pt x="369" y="73"/>
                </a:lnTo>
                <a:lnTo>
                  <a:pt x="369" y="74"/>
                </a:lnTo>
                <a:lnTo>
                  <a:pt x="370" y="75"/>
                </a:lnTo>
                <a:lnTo>
                  <a:pt x="371" y="75"/>
                </a:lnTo>
                <a:lnTo>
                  <a:pt x="372" y="75"/>
                </a:lnTo>
                <a:lnTo>
                  <a:pt x="372" y="74"/>
                </a:lnTo>
                <a:lnTo>
                  <a:pt x="373" y="74"/>
                </a:lnTo>
                <a:lnTo>
                  <a:pt x="372" y="74"/>
                </a:lnTo>
                <a:lnTo>
                  <a:pt x="373" y="73"/>
                </a:lnTo>
                <a:lnTo>
                  <a:pt x="374" y="73"/>
                </a:lnTo>
                <a:lnTo>
                  <a:pt x="375" y="73"/>
                </a:lnTo>
                <a:lnTo>
                  <a:pt x="376" y="73"/>
                </a:lnTo>
                <a:lnTo>
                  <a:pt x="377" y="73"/>
                </a:lnTo>
                <a:lnTo>
                  <a:pt x="378" y="74"/>
                </a:lnTo>
                <a:lnTo>
                  <a:pt x="379" y="73"/>
                </a:lnTo>
                <a:lnTo>
                  <a:pt x="380" y="74"/>
                </a:lnTo>
                <a:lnTo>
                  <a:pt x="380" y="73"/>
                </a:lnTo>
                <a:lnTo>
                  <a:pt x="381" y="73"/>
                </a:lnTo>
                <a:lnTo>
                  <a:pt x="382" y="72"/>
                </a:lnTo>
                <a:lnTo>
                  <a:pt x="383" y="71"/>
                </a:lnTo>
                <a:lnTo>
                  <a:pt x="384" y="71"/>
                </a:lnTo>
                <a:lnTo>
                  <a:pt x="385" y="71"/>
                </a:lnTo>
                <a:lnTo>
                  <a:pt x="385" y="70"/>
                </a:lnTo>
                <a:lnTo>
                  <a:pt x="386" y="70"/>
                </a:lnTo>
                <a:lnTo>
                  <a:pt x="387" y="70"/>
                </a:lnTo>
                <a:lnTo>
                  <a:pt x="388" y="70"/>
                </a:lnTo>
                <a:lnTo>
                  <a:pt x="389" y="69"/>
                </a:lnTo>
                <a:lnTo>
                  <a:pt x="390" y="69"/>
                </a:lnTo>
                <a:lnTo>
                  <a:pt x="391" y="68"/>
                </a:lnTo>
                <a:lnTo>
                  <a:pt x="392" y="68"/>
                </a:lnTo>
                <a:lnTo>
                  <a:pt x="394" y="68"/>
                </a:lnTo>
                <a:lnTo>
                  <a:pt x="395" y="68"/>
                </a:lnTo>
                <a:lnTo>
                  <a:pt x="395" y="67"/>
                </a:lnTo>
                <a:lnTo>
                  <a:pt x="393" y="66"/>
                </a:lnTo>
                <a:lnTo>
                  <a:pt x="392" y="65"/>
                </a:lnTo>
                <a:lnTo>
                  <a:pt x="392" y="66"/>
                </a:lnTo>
                <a:lnTo>
                  <a:pt x="391" y="66"/>
                </a:lnTo>
                <a:lnTo>
                  <a:pt x="390" y="65"/>
                </a:lnTo>
                <a:lnTo>
                  <a:pt x="390" y="64"/>
                </a:lnTo>
                <a:lnTo>
                  <a:pt x="391" y="63"/>
                </a:lnTo>
                <a:lnTo>
                  <a:pt x="391" y="62"/>
                </a:lnTo>
                <a:lnTo>
                  <a:pt x="392" y="62"/>
                </a:lnTo>
                <a:lnTo>
                  <a:pt x="392" y="61"/>
                </a:lnTo>
                <a:lnTo>
                  <a:pt x="392" y="60"/>
                </a:lnTo>
                <a:lnTo>
                  <a:pt x="392" y="59"/>
                </a:lnTo>
                <a:lnTo>
                  <a:pt x="392" y="58"/>
                </a:lnTo>
                <a:lnTo>
                  <a:pt x="392" y="57"/>
                </a:lnTo>
                <a:lnTo>
                  <a:pt x="392" y="56"/>
                </a:lnTo>
                <a:lnTo>
                  <a:pt x="393" y="56"/>
                </a:lnTo>
                <a:lnTo>
                  <a:pt x="393" y="55"/>
                </a:lnTo>
                <a:lnTo>
                  <a:pt x="394" y="55"/>
                </a:lnTo>
                <a:lnTo>
                  <a:pt x="395" y="55"/>
                </a:lnTo>
                <a:lnTo>
                  <a:pt x="395" y="54"/>
                </a:lnTo>
                <a:lnTo>
                  <a:pt x="396" y="54"/>
                </a:lnTo>
                <a:lnTo>
                  <a:pt x="396" y="53"/>
                </a:lnTo>
                <a:lnTo>
                  <a:pt x="397" y="52"/>
                </a:lnTo>
                <a:lnTo>
                  <a:pt x="398" y="51"/>
                </a:lnTo>
                <a:lnTo>
                  <a:pt x="400" y="50"/>
                </a:lnTo>
                <a:lnTo>
                  <a:pt x="401" y="50"/>
                </a:lnTo>
                <a:lnTo>
                  <a:pt x="402" y="50"/>
                </a:lnTo>
                <a:lnTo>
                  <a:pt x="403" y="50"/>
                </a:lnTo>
                <a:lnTo>
                  <a:pt x="404" y="50"/>
                </a:lnTo>
                <a:lnTo>
                  <a:pt x="405" y="50"/>
                </a:lnTo>
                <a:lnTo>
                  <a:pt x="405" y="49"/>
                </a:lnTo>
                <a:lnTo>
                  <a:pt x="406" y="49"/>
                </a:lnTo>
                <a:lnTo>
                  <a:pt x="407" y="49"/>
                </a:lnTo>
                <a:lnTo>
                  <a:pt x="408" y="49"/>
                </a:lnTo>
                <a:lnTo>
                  <a:pt x="409" y="49"/>
                </a:lnTo>
                <a:lnTo>
                  <a:pt x="409" y="48"/>
                </a:lnTo>
                <a:lnTo>
                  <a:pt x="410" y="48"/>
                </a:lnTo>
                <a:lnTo>
                  <a:pt x="409" y="48"/>
                </a:lnTo>
                <a:lnTo>
                  <a:pt x="410" y="48"/>
                </a:lnTo>
                <a:lnTo>
                  <a:pt x="411" y="48"/>
                </a:lnTo>
                <a:lnTo>
                  <a:pt x="412" y="48"/>
                </a:lnTo>
                <a:lnTo>
                  <a:pt x="412" y="47"/>
                </a:lnTo>
                <a:lnTo>
                  <a:pt x="413" y="47"/>
                </a:lnTo>
                <a:lnTo>
                  <a:pt x="414" y="47"/>
                </a:lnTo>
                <a:lnTo>
                  <a:pt x="415" y="47"/>
                </a:lnTo>
                <a:lnTo>
                  <a:pt x="415" y="46"/>
                </a:lnTo>
                <a:lnTo>
                  <a:pt x="417" y="46"/>
                </a:lnTo>
                <a:lnTo>
                  <a:pt x="418" y="46"/>
                </a:lnTo>
                <a:lnTo>
                  <a:pt x="419" y="46"/>
                </a:lnTo>
                <a:lnTo>
                  <a:pt x="419" y="47"/>
                </a:lnTo>
                <a:lnTo>
                  <a:pt x="420" y="47"/>
                </a:lnTo>
                <a:lnTo>
                  <a:pt x="420" y="48"/>
                </a:lnTo>
                <a:lnTo>
                  <a:pt x="421" y="47"/>
                </a:lnTo>
                <a:lnTo>
                  <a:pt x="421" y="48"/>
                </a:lnTo>
                <a:lnTo>
                  <a:pt x="422" y="48"/>
                </a:lnTo>
                <a:lnTo>
                  <a:pt x="423" y="49"/>
                </a:lnTo>
                <a:lnTo>
                  <a:pt x="422" y="49"/>
                </a:lnTo>
                <a:lnTo>
                  <a:pt x="423" y="49"/>
                </a:lnTo>
                <a:lnTo>
                  <a:pt x="424" y="49"/>
                </a:lnTo>
                <a:lnTo>
                  <a:pt x="425" y="49"/>
                </a:lnTo>
                <a:lnTo>
                  <a:pt x="426" y="49"/>
                </a:lnTo>
                <a:lnTo>
                  <a:pt x="427" y="49"/>
                </a:lnTo>
                <a:lnTo>
                  <a:pt x="428" y="48"/>
                </a:lnTo>
                <a:lnTo>
                  <a:pt x="427" y="48"/>
                </a:lnTo>
                <a:lnTo>
                  <a:pt x="427" y="46"/>
                </a:lnTo>
                <a:lnTo>
                  <a:pt x="428" y="46"/>
                </a:lnTo>
                <a:lnTo>
                  <a:pt x="429" y="46"/>
                </a:lnTo>
                <a:lnTo>
                  <a:pt x="430" y="45"/>
                </a:lnTo>
                <a:lnTo>
                  <a:pt x="430" y="44"/>
                </a:lnTo>
                <a:lnTo>
                  <a:pt x="429" y="43"/>
                </a:lnTo>
                <a:lnTo>
                  <a:pt x="430" y="43"/>
                </a:lnTo>
                <a:lnTo>
                  <a:pt x="430" y="42"/>
                </a:lnTo>
                <a:lnTo>
                  <a:pt x="431" y="42"/>
                </a:lnTo>
                <a:lnTo>
                  <a:pt x="432" y="41"/>
                </a:lnTo>
                <a:lnTo>
                  <a:pt x="432" y="39"/>
                </a:lnTo>
                <a:lnTo>
                  <a:pt x="432" y="38"/>
                </a:lnTo>
                <a:lnTo>
                  <a:pt x="432" y="37"/>
                </a:lnTo>
                <a:lnTo>
                  <a:pt x="433" y="37"/>
                </a:lnTo>
                <a:lnTo>
                  <a:pt x="433" y="36"/>
                </a:lnTo>
                <a:lnTo>
                  <a:pt x="432" y="36"/>
                </a:lnTo>
                <a:lnTo>
                  <a:pt x="432" y="35"/>
                </a:lnTo>
                <a:lnTo>
                  <a:pt x="433" y="35"/>
                </a:lnTo>
                <a:lnTo>
                  <a:pt x="433" y="34"/>
                </a:lnTo>
                <a:lnTo>
                  <a:pt x="434" y="34"/>
                </a:lnTo>
                <a:lnTo>
                  <a:pt x="434" y="33"/>
                </a:lnTo>
                <a:lnTo>
                  <a:pt x="433" y="33"/>
                </a:lnTo>
                <a:lnTo>
                  <a:pt x="433" y="32"/>
                </a:lnTo>
                <a:lnTo>
                  <a:pt x="434" y="32"/>
                </a:lnTo>
                <a:lnTo>
                  <a:pt x="435" y="32"/>
                </a:lnTo>
                <a:lnTo>
                  <a:pt x="435" y="31"/>
                </a:lnTo>
                <a:lnTo>
                  <a:pt x="435" y="30"/>
                </a:lnTo>
                <a:lnTo>
                  <a:pt x="434" y="30"/>
                </a:lnTo>
                <a:lnTo>
                  <a:pt x="433" y="29"/>
                </a:lnTo>
                <a:lnTo>
                  <a:pt x="433" y="28"/>
                </a:lnTo>
                <a:lnTo>
                  <a:pt x="434" y="28"/>
                </a:lnTo>
                <a:lnTo>
                  <a:pt x="434" y="27"/>
                </a:lnTo>
                <a:lnTo>
                  <a:pt x="435" y="27"/>
                </a:lnTo>
                <a:lnTo>
                  <a:pt x="436" y="27"/>
                </a:lnTo>
                <a:lnTo>
                  <a:pt x="436" y="26"/>
                </a:lnTo>
                <a:lnTo>
                  <a:pt x="435" y="26"/>
                </a:lnTo>
                <a:lnTo>
                  <a:pt x="435" y="25"/>
                </a:lnTo>
                <a:lnTo>
                  <a:pt x="436" y="25"/>
                </a:lnTo>
                <a:lnTo>
                  <a:pt x="436" y="24"/>
                </a:lnTo>
                <a:lnTo>
                  <a:pt x="435" y="24"/>
                </a:lnTo>
                <a:lnTo>
                  <a:pt x="435" y="23"/>
                </a:lnTo>
                <a:lnTo>
                  <a:pt x="435" y="22"/>
                </a:lnTo>
                <a:lnTo>
                  <a:pt x="437" y="22"/>
                </a:lnTo>
                <a:lnTo>
                  <a:pt x="438" y="22"/>
                </a:lnTo>
                <a:lnTo>
                  <a:pt x="439" y="22"/>
                </a:lnTo>
                <a:lnTo>
                  <a:pt x="438" y="21"/>
                </a:lnTo>
                <a:lnTo>
                  <a:pt x="438" y="20"/>
                </a:lnTo>
                <a:lnTo>
                  <a:pt x="438" y="19"/>
                </a:lnTo>
                <a:lnTo>
                  <a:pt x="438" y="18"/>
                </a:lnTo>
                <a:lnTo>
                  <a:pt x="439" y="18"/>
                </a:lnTo>
                <a:lnTo>
                  <a:pt x="440" y="18"/>
                </a:lnTo>
                <a:lnTo>
                  <a:pt x="440" y="17"/>
                </a:lnTo>
                <a:lnTo>
                  <a:pt x="439" y="17"/>
                </a:lnTo>
                <a:lnTo>
                  <a:pt x="438" y="17"/>
                </a:lnTo>
                <a:lnTo>
                  <a:pt x="438" y="16"/>
                </a:lnTo>
                <a:lnTo>
                  <a:pt x="439" y="16"/>
                </a:lnTo>
                <a:lnTo>
                  <a:pt x="439" y="15"/>
                </a:lnTo>
                <a:lnTo>
                  <a:pt x="439" y="14"/>
                </a:lnTo>
                <a:lnTo>
                  <a:pt x="438" y="13"/>
                </a:lnTo>
                <a:lnTo>
                  <a:pt x="438" y="12"/>
                </a:lnTo>
                <a:lnTo>
                  <a:pt x="438" y="11"/>
                </a:lnTo>
                <a:lnTo>
                  <a:pt x="438" y="10"/>
                </a:lnTo>
                <a:lnTo>
                  <a:pt x="438" y="9"/>
                </a:lnTo>
                <a:lnTo>
                  <a:pt x="439" y="7"/>
                </a:lnTo>
                <a:lnTo>
                  <a:pt x="441" y="6"/>
                </a:lnTo>
                <a:lnTo>
                  <a:pt x="442" y="5"/>
                </a:lnTo>
                <a:lnTo>
                  <a:pt x="442" y="4"/>
                </a:lnTo>
                <a:lnTo>
                  <a:pt x="443" y="3"/>
                </a:lnTo>
                <a:lnTo>
                  <a:pt x="443" y="2"/>
                </a:lnTo>
                <a:lnTo>
                  <a:pt x="442" y="2"/>
                </a:lnTo>
                <a:lnTo>
                  <a:pt x="443" y="2"/>
                </a:lnTo>
                <a:lnTo>
                  <a:pt x="443" y="1"/>
                </a:lnTo>
                <a:lnTo>
                  <a:pt x="444" y="1"/>
                </a:lnTo>
                <a:lnTo>
                  <a:pt x="445" y="0"/>
                </a:lnTo>
                <a:lnTo>
                  <a:pt x="445" y="1"/>
                </a:lnTo>
                <a:lnTo>
                  <a:pt x="446" y="1"/>
                </a:lnTo>
                <a:lnTo>
                  <a:pt x="446" y="0"/>
                </a:lnTo>
                <a:lnTo>
                  <a:pt x="447" y="0"/>
                </a:lnTo>
                <a:lnTo>
                  <a:pt x="448" y="0"/>
                </a:lnTo>
                <a:lnTo>
                  <a:pt x="449" y="1"/>
                </a:lnTo>
                <a:lnTo>
                  <a:pt x="449" y="2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2369880" y="1554480"/>
            <a:ext cx="2520" cy="2160"/>
          </a:xfrm>
          <a:custGeom>
            <a:avLst/>
            <a:gdLst/>
            <a:ahLst/>
            <a:rect l="0" t="0" r="r" b="b"/>
            <a:pathLst>
              <a:path w="7" h="6">
                <a:moveTo>
                  <a:pt x="3" y="3"/>
                </a:moveTo>
                <a:lnTo>
                  <a:pt x="4" y="2"/>
                </a:lnTo>
                <a:lnTo>
                  <a:pt x="4" y="3"/>
                </a:lnTo>
                <a:lnTo>
                  <a:pt x="6" y="3"/>
                </a:lnTo>
                <a:lnTo>
                  <a:pt x="4" y="3"/>
                </a:lnTo>
                <a:lnTo>
                  <a:pt x="6" y="3"/>
                </a:lnTo>
                <a:lnTo>
                  <a:pt x="6" y="4"/>
                </a:lnTo>
                <a:lnTo>
                  <a:pt x="7" y="4"/>
                </a:lnTo>
                <a:lnTo>
                  <a:pt x="6" y="6"/>
                </a:lnTo>
                <a:lnTo>
                  <a:pt x="4" y="6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3" y="3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2373840" y="15541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2" y="2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2374920" y="155376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0"/>
                </a:moveTo>
                <a:lnTo>
                  <a:pt x="1" y="2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2384280" y="1552320"/>
            <a:ext cx="2160" cy="3240"/>
          </a:xfrm>
          <a:custGeom>
            <a:avLst/>
            <a:gdLst/>
            <a:ahLst/>
            <a:rect l="0" t="0" r="r" b="b"/>
            <a:pathLst>
              <a:path w="6" h="9">
                <a:moveTo>
                  <a:pt x="6" y="3"/>
                </a:moveTo>
                <a:lnTo>
                  <a:pt x="4" y="5"/>
                </a:lnTo>
                <a:lnTo>
                  <a:pt x="6" y="5"/>
                </a:lnTo>
                <a:lnTo>
                  <a:pt x="6" y="6"/>
                </a:lnTo>
                <a:lnTo>
                  <a:pt x="4" y="7"/>
                </a:lnTo>
                <a:lnTo>
                  <a:pt x="3" y="8"/>
                </a:lnTo>
                <a:lnTo>
                  <a:pt x="2" y="8"/>
                </a:lnTo>
                <a:lnTo>
                  <a:pt x="2" y="9"/>
                </a:lnTo>
                <a:lnTo>
                  <a:pt x="1" y="9"/>
                </a:lnTo>
                <a:lnTo>
                  <a:pt x="1" y="8"/>
                </a:lnTo>
                <a:lnTo>
                  <a:pt x="0" y="8"/>
                </a:lnTo>
                <a:lnTo>
                  <a:pt x="0" y="7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2" y="6"/>
                </a:lnTo>
                <a:lnTo>
                  <a:pt x="3" y="6"/>
                </a:lnTo>
                <a:lnTo>
                  <a:pt x="2" y="5"/>
                </a:lnTo>
                <a:lnTo>
                  <a:pt x="3" y="5"/>
                </a:lnTo>
                <a:lnTo>
                  <a:pt x="3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6" y="3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2372400" y="15534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2373120" y="15534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2366280" y="15480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2"/>
                </a:move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2372040" y="1547640"/>
            <a:ext cx="2160" cy="720"/>
          </a:xfrm>
          <a:custGeom>
            <a:avLst/>
            <a:gdLst/>
            <a:ahLst/>
            <a:rect l="0" t="0" r="r" b="b"/>
            <a:pathLst>
              <a:path w="6" h="2">
                <a:moveTo>
                  <a:pt x="6" y="0"/>
                </a:moveTo>
                <a:lnTo>
                  <a:pt x="6" y="2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6" y="0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2367720" y="1547280"/>
            <a:ext cx="4320" cy="1800"/>
          </a:xfrm>
          <a:custGeom>
            <a:avLst/>
            <a:gdLst/>
            <a:ahLst/>
            <a:rect l="0" t="0" r="r" b="b"/>
            <a:pathLst>
              <a:path w="12" h="5">
                <a:moveTo>
                  <a:pt x="11" y="1"/>
                </a:moveTo>
                <a:lnTo>
                  <a:pt x="12" y="1"/>
                </a:lnTo>
                <a:lnTo>
                  <a:pt x="11" y="2"/>
                </a:lnTo>
                <a:lnTo>
                  <a:pt x="10" y="2"/>
                </a:lnTo>
                <a:lnTo>
                  <a:pt x="9" y="2"/>
                </a:lnTo>
                <a:lnTo>
                  <a:pt x="10" y="2"/>
                </a:lnTo>
                <a:lnTo>
                  <a:pt x="9" y="3"/>
                </a:lnTo>
                <a:lnTo>
                  <a:pt x="8" y="3"/>
                </a:lnTo>
                <a:lnTo>
                  <a:pt x="6" y="5"/>
                </a:lnTo>
                <a:lnTo>
                  <a:pt x="6" y="3"/>
                </a:lnTo>
                <a:lnTo>
                  <a:pt x="6" y="2"/>
                </a:lnTo>
                <a:lnTo>
                  <a:pt x="8" y="2"/>
                </a:lnTo>
                <a:lnTo>
                  <a:pt x="6" y="1"/>
                </a:lnTo>
                <a:lnTo>
                  <a:pt x="5" y="1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2379240" y="154656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2363400" y="1545120"/>
            <a:ext cx="6480" cy="2160"/>
          </a:xfrm>
          <a:custGeom>
            <a:avLst/>
            <a:gdLst/>
            <a:ahLst/>
            <a:rect l="0" t="0" r="r" b="b"/>
            <a:pathLst>
              <a:path w="18" h="6">
                <a:moveTo>
                  <a:pt x="4" y="0"/>
                </a:move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lnTo>
                  <a:pt x="5" y="2"/>
                </a:lnTo>
                <a:lnTo>
                  <a:pt x="7" y="2"/>
                </a:lnTo>
                <a:lnTo>
                  <a:pt x="8" y="3"/>
                </a:lnTo>
                <a:lnTo>
                  <a:pt x="9" y="3"/>
                </a:lnTo>
                <a:lnTo>
                  <a:pt x="11" y="3"/>
                </a:lnTo>
                <a:lnTo>
                  <a:pt x="12" y="3"/>
                </a:lnTo>
                <a:lnTo>
                  <a:pt x="13" y="3"/>
                </a:lnTo>
                <a:lnTo>
                  <a:pt x="13" y="2"/>
                </a:lnTo>
                <a:lnTo>
                  <a:pt x="13" y="3"/>
                </a:lnTo>
                <a:lnTo>
                  <a:pt x="14" y="3"/>
                </a:lnTo>
                <a:lnTo>
                  <a:pt x="14" y="2"/>
                </a:lnTo>
                <a:lnTo>
                  <a:pt x="14" y="3"/>
                </a:lnTo>
                <a:lnTo>
                  <a:pt x="15" y="3"/>
                </a:lnTo>
                <a:lnTo>
                  <a:pt x="15" y="4"/>
                </a:lnTo>
                <a:lnTo>
                  <a:pt x="16" y="4"/>
                </a:lnTo>
                <a:lnTo>
                  <a:pt x="17" y="4"/>
                </a:lnTo>
                <a:lnTo>
                  <a:pt x="18" y="4"/>
                </a:lnTo>
                <a:lnTo>
                  <a:pt x="18" y="5"/>
                </a:lnTo>
                <a:lnTo>
                  <a:pt x="18" y="4"/>
                </a:lnTo>
                <a:lnTo>
                  <a:pt x="18" y="5"/>
                </a:lnTo>
                <a:lnTo>
                  <a:pt x="17" y="5"/>
                </a:lnTo>
                <a:lnTo>
                  <a:pt x="16" y="6"/>
                </a:lnTo>
                <a:lnTo>
                  <a:pt x="16" y="5"/>
                </a:lnTo>
                <a:lnTo>
                  <a:pt x="15" y="5"/>
                </a:lnTo>
                <a:lnTo>
                  <a:pt x="14" y="5"/>
                </a:lnTo>
                <a:lnTo>
                  <a:pt x="13" y="5"/>
                </a:lnTo>
                <a:lnTo>
                  <a:pt x="12" y="5"/>
                </a:lnTo>
                <a:lnTo>
                  <a:pt x="11" y="4"/>
                </a:lnTo>
                <a:lnTo>
                  <a:pt x="10" y="4"/>
                </a:lnTo>
                <a:lnTo>
                  <a:pt x="9" y="4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8" y="5"/>
                </a:lnTo>
                <a:lnTo>
                  <a:pt x="8" y="4"/>
                </a:lnTo>
                <a:lnTo>
                  <a:pt x="7" y="4"/>
                </a:lnTo>
                <a:lnTo>
                  <a:pt x="5" y="4"/>
                </a:lnTo>
                <a:lnTo>
                  <a:pt x="4" y="4"/>
                </a:lnTo>
                <a:lnTo>
                  <a:pt x="4" y="3"/>
                </a:lnTo>
                <a:lnTo>
                  <a:pt x="3" y="3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2381400" y="15393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1" y="2"/>
                </a:moveTo>
                <a:lnTo>
                  <a:pt x="2" y="2"/>
                </a:ln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2381400" y="153756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1"/>
                </a:move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2382840" y="1537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2377800" y="1535760"/>
            <a:ext cx="3240" cy="2520"/>
          </a:xfrm>
          <a:custGeom>
            <a:avLst/>
            <a:gdLst/>
            <a:ahLst/>
            <a:rect l="0" t="0" r="r" b="b"/>
            <a:pathLst>
              <a:path w="9" h="7">
                <a:moveTo>
                  <a:pt x="5" y="0"/>
                </a:moveTo>
                <a:lnTo>
                  <a:pt x="6" y="0"/>
                </a:lnTo>
                <a:lnTo>
                  <a:pt x="6" y="1"/>
                </a:lnTo>
                <a:lnTo>
                  <a:pt x="8" y="1"/>
                </a:lnTo>
                <a:lnTo>
                  <a:pt x="9" y="2"/>
                </a:lnTo>
                <a:lnTo>
                  <a:pt x="9" y="4"/>
                </a:lnTo>
                <a:lnTo>
                  <a:pt x="8" y="5"/>
                </a:lnTo>
                <a:lnTo>
                  <a:pt x="8" y="6"/>
                </a:lnTo>
                <a:lnTo>
                  <a:pt x="6" y="6"/>
                </a:lnTo>
                <a:lnTo>
                  <a:pt x="5" y="6"/>
                </a:lnTo>
                <a:lnTo>
                  <a:pt x="5" y="7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3" y="1"/>
                </a:lnTo>
                <a:lnTo>
                  <a:pt x="5" y="1"/>
                </a:lnTo>
                <a:lnTo>
                  <a:pt x="5" y="0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2380680" y="1532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2402640" y="152820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5" y="2"/>
                </a:moveTo>
                <a:lnTo>
                  <a:pt x="6" y="2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2405880" y="15271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2439720" y="1503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B5D6E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2625120" y="14284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DDF1F7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2622600" y="14227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DDF1F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2614320" y="1415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DDF1F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2614680" y="14144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DDF1F7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2615400" y="14137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DDF1F7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2335680" y="1287360"/>
            <a:ext cx="313920" cy="200520"/>
          </a:xfrm>
          <a:custGeom>
            <a:avLst/>
            <a:gdLst/>
            <a:ahLst/>
            <a:rect l="0" t="0" r="r" b="b"/>
            <a:pathLst>
              <a:path w="872" h="557">
                <a:moveTo>
                  <a:pt x="205" y="1"/>
                </a:moveTo>
                <a:lnTo>
                  <a:pt x="204" y="1"/>
                </a:lnTo>
                <a:lnTo>
                  <a:pt x="205" y="2"/>
                </a:lnTo>
                <a:lnTo>
                  <a:pt x="205" y="3"/>
                </a:lnTo>
                <a:lnTo>
                  <a:pt x="204" y="3"/>
                </a:lnTo>
                <a:lnTo>
                  <a:pt x="204" y="4"/>
                </a:lnTo>
                <a:lnTo>
                  <a:pt x="205" y="5"/>
                </a:lnTo>
                <a:lnTo>
                  <a:pt x="206" y="5"/>
                </a:lnTo>
                <a:lnTo>
                  <a:pt x="206" y="4"/>
                </a:lnTo>
                <a:lnTo>
                  <a:pt x="207" y="3"/>
                </a:lnTo>
                <a:lnTo>
                  <a:pt x="207" y="2"/>
                </a:lnTo>
                <a:lnTo>
                  <a:pt x="209" y="1"/>
                </a:lnTo>
                <a:lnTo>
                  <a:pt x="209" y="2"/>
                </a:lnTo>
                <a:lnTo>
                  <a:pt x="210" y="2"/>
                </a:lnTo>
                <a:lnTo>
                  <a:pt x="210" y="3"/>
                </a:lnTo>
                <a:lnTo>
                  <a:pt x="210" y="4"/>
                </a:lnTo>
                <a:lnTo>
                  <a:pt x="209" y="4"/>
                </a:lnTo>
                <a:lnTo>
                  <a:pt x="209" y="5"/>
                </a:lnTo>
                <a:lnTo>
                  <a:pt x="209" y="6"/>
                </a:lnTo>
                <a:lnTo>
                  <a:pt x="210" y="7"/>
                </a:lnTo>
                <a:lnTo>
                  <a:pt x="211" y="7"/>
                </a:lnTo>
                <a:lnTo>
                  <a:pt x="211" y="8"/>
                </a:lnTo>
                <a:lnTo>
                  <a:pt x="212" y="8"/>
                </a:lnTo>
                <a:lnTo>
                  <a:pt x="211" y="9"/>
                </a:lnTo>
                <a:lnTo>
                  <a:pt x="210" y="9"/>
                </a:lnTo>
                <a:lnTo>
                  <a:pt x="209" y="9"/>
                </a:lnTo>
                <a:lnTo>
                  <a:pt x="209" y="10"/>
                </a:lnTo>
                <a:lnTo>
                  <a:pt x="209" y="11"/>
                </a:lnTo>
                <a:lnTo>
                  <a:pt x="210" y="11"/>
                </a:lnTo>
                <a:lnTo>
                  <a:pt x="210" y="12"/>
                </a:lnTo>
                <a:lnTo>
                  <a:pt x="211" y="12"/>
                </a:lnTo>
                <a:lnTo>
                  <a:pt x="211" y="13"/>
                </a:lnTo>
                <a:lnTo>
                  <a:pt x="211" y="14"/>
                </a:lnTo>
                <a:lnTo>
                  <a:pt x="210" y="14"/>
                </a:lnTo>
                <a:lnTo>
                  <a:pt x="211" y="14"/>
                </a:lnTo>
                <a:lnTo>
                  <a:pt x="211" y="15"/>
                </a:lnTo>
                <a:lnTo>
                  <a:pt x="211" y="14"/>
                </a:lnTo>
                <a:lnTo>
                  <a:pt x="212" y="14"/>
                </a:lnTo>
                <a:lnTo>
                  <a:pt x="213" y="14"/>
                </a:lnTo>
                <a:lnTo>
                  <a:pt x="214" y="14"/>
                </a:lnTo>
                <a:lnTo>
                  <a:pt x="214" y="15"/>
                </a:lnTo>
                <a:lnTo>
                  <a:pt x="213" y="15"/>
                </a:lnTo>
                <a:lnTo>
                  <a:pt x="213" y="16"/>
                </a:lnTo>
                <a:lnTo>
                  <a:pt x="212" y="16"/>
                </a:lnTo>
                <a:lnTo>
                  <a:pt x="212" y="17"/>
                </a:lnTo>
                <a:lnTo>
                  <a:pt x="213" y="17"/>
                </a:lnTo>
                <a:lnTo>
                  <a:pt x="214" y="18"/>
                </a:lnTo>
                <a:lnTo>
                  <a:pt x="215" y="19"/>
                </a:lnTo>
                <a:lnTo>
                  <a:pt x="214" y="19"/>
                </a:lnTo>
                <a:lnTo>
                  <a:pt x="214" y="20"/>
                </a:lnTo>
                <a:lnTo>
                  <a:pt x="213" y="20"/>
                </a:lnTo>
                <a:lnTo>
                  <a:pt x="212" y="20"/>
                </a:lnTo>
                <a:lnTo>
                  <a:pt x="212" y="21"/>
                </a:lnTo>
                <a:lnTo>
                  <a:pt x="213" y="21"/>
                </a:lnTo>
                <a:lnTo>
                  <a:pt x="213" y="22"/>
                </a:lnTo>
                <a:lnTo>
                  <a:pt x="214" y="22"/>
                </a:lnTo>
                <a:lnTo>
                  <a:pt x="215" y="22"/>
                </a:lnTo>
                <a:lnTo>
                  <a:pt x="215" y="23"/>
                </a:lnTo>
                <a:lnTo>
                  <a:pt x="214" y="23"/>
                </a:lnTo>
                <a:lnTo>
                  <a:pt x="214" y="24"/>
                </a:lnTo>
                <a:lnTo>
                  <a:pt x="213" y="24"/>
                </a:lnTo>
                <a:lnTo>
                  <a:pt x="213" y="25"/>
                </a:lnTo>
                <a:lnTo>
                  <a:pt x="214" y="25"/>
                </a:lnTo>
                <a:lnTo>
                  <a:pt x="215" y="25"/>
                </a:lnTo>
                <a:lnTo>
                  <a:pt x="215" y="26"/>
                </a:lnTo>
                <a:lnTo>
                  <a:pt x="216" y="26"/>
                </a:lnTo>
                <a:lnTo>
                  <a:pt x="216" y="27"/>
                </a:lnTo>
                <a:lnTo>
                  <a:pt x="216" y="28"/>
                </a:lnTo>
                <a:lnTo>
                  <a:pt x="217" y="28"/>
                </a:lnTo>
                <a:lnTo>
                  <a:pt x="217" y="29"/>
                </a:lnTo>
                <a:lnTo>
                  <a:pt x="216" y="29"/>
                </a:lnTo>
                <a:lnTo>
                  <a:pt x="215" y="29"/>
                </a:lnTo>
                <a:lnTo>
                  <a:pt x="214" y="29"/>
                </a:lnTo>
                <a:lnTo>
                  <a:pt x="213" y="29"/>
                </a:lnTo>
                <a:lnTo>
                  <a:pt x="212" y="29"/>
                </a:lnTo>
                <a:lnTo>
                  <a:pt x="212" y="30"/>
                </a:lnTo>
                <a:lnTo>
                  <a:pt x="212" y="31"/>
                </a:lnTo>
                <a:lnTo>
                  <a:pt x="213" y="31"/>
                </a:lnTo>
                <a:lnTo>
                  <a:pt x="214" y="31"/>
                </a:lnTo>
                <a:lnTo>
                  <a:pt x="215" y="31"/>
                </a:lnTo>
                <a:lnTo>
                  <a:pt x="215" y="32"/>
                </a:lnTo>
                <a:lnTo>
                  <a:pt x="214" y="33"/>
                </a:lnTo>
                <a:lnTo>
                  <a:pt x="213" y="33"/>
                </a:lnTo>
                <a:lnTo>
                  <a:pt x="212" y="33"/>
                </a:lnTo>
                <a:lnTo>
                  <a:pt x="211" y="33"/>
                </a:lnTo>
                <a:lnTo>
                  <a:pt x="210" y="34"/>
                </a:lnTo>
                <a:lnTo>
                  <a:pt x="210" y="35"/>
                </a:lnTo>
                <a:lnTo>
                  <a:pt x="210" y="36"/>
                </a:lnTo>
                <a:lnTo>
                  <a:pt x="210" y="37"/>
                </a:lnTo>
                <a:lnTo>
                  <a:pt x="210" y="39"/>
                </a:lnTo>
                <a:lnTo>
                  <a:pt x="211" y="39"/>
                </a:lnTo>
                <a:lnTo>
                  <a:pt x="211" y="40"/>
                </a:lnTo>
                <a:lnTo>
                  <a:pt x="212" y="40"/>
                </a:lnTo>
                <a:lnTo>
                  <a:pt x="212" y="41"/>
                </a:lnTo>
                <a:lnTo>
                  <a:pt x="213" y="41"/>
                </a:lnTo>
                <a:lnTo>
                  <a:pt x="213" y="42"/>
                </a:lnTo>
                <a:lnTo>
                  <a:pt x="214" y="42"/>
                </a:lnTo>
                <a:lnTo>
                  <a:pt x="215" y="42"/>
                </a:lnTo>
                <a:lnTo>
                  <a:pt x="216" y="43"/>
                </a:lnTo>
                <a:lnTo>
                  <a:pt x="217" y="43"/>
                </a:lnTo>
                <a:lnTo>
                  <a:pt x="218" y="43"/>
                </a:lnTo>
                <a:lnTo>
                  <a:pt x="219" y="44"/>
                </a:lnTo>
                <a:lnTo>
                  <a:pt x="219" y="45"/>
                </a:lnTo>
                <a:lnTo>
                  <a:pt x="219" y="46"/>
                </a:lnTo>
                <a:lnTo>
                  <a:pt x="219" y="47"/>
                </a:lnTo>
                <a:lnTo>
                  <a:pt x="219" y="48"/>
                </a:lnTo>
                <a:lnTo>
                  <a:pt x="219" y="49"/>
                </a:lnTo>
                <a:lnTo>
                  <a:pt x="218" y="49"/>
                </a:lnTo>
                <a:lnTo>
                  <a:pt x="217" y="48"/>
                </a:lnTo>
                <a:lnTo>
                  <a:pt x="216" y="48"/>
                </a:lnTo>
                <a:lnTo>
                  <a:pt x="216" y="49"/>
                </a:lnTo>
                <a:lnTo>
                  <a:pt x="216" y="50"/>
                </a:lnTo>
                <a:lnTo>
                  <a:pt x="217" y="50"/>
                </a:lnTo>
                <a:lnTo>
                  <a:pt x="217" y="51"/>
                </a:lnTo>
                <a:lnTo>
                  <a:pt x="218" y="52"/>
                </a:lnTo>
                <a:lnTo>
                  <a:pt x="219" y="52"/>
                </a:lnTo>
                <a:lnTo>
                  <a:pt x="219" y="53"/>
                </a:lnTo>
                <a:lnTo>
                  <a:pt x="218" y="53"/>
                </a:lnTo>
                <a:lnTo>
                  <a:pt x="217" y="53"/>
                </a:lnTo>
                <a:lnTo>
                  <a:pt x="217" y="54"/>
                </a:lnTo>
                <a:lnTo>
                  <a:pt x="216" y="54"/>
                </a:lnTo>
                <a:lnTo>
                  <a:pt x="215" y="54"/>
                </a:lnTo>
                <a:lnTo>
                  <a:pt x="214" y="54"/>
                </a:lnTo>
                <a:lnTo>
                  <a:pt x="213" y="55"/>
                </a:lnTo>
                <a:lnTo>
                  <a:pt x="213" y="56"/>
                </a:lnTo>
                <a:lnTo>
                  <a:pt x="214" y="56"/>
                </a:lnTo>
                <a:lnTo>
                  <a:pt x="215" y="58"/>
                </a:lnTo>
                <a:lnTo>
                  <a:pt x="216" y="58"/>
                </a:lnTo>
                <a:lnTo>
                  <a:pt x="216" y="57"/>
                </a:lnTo>
                <a:lnTo>
                  <a:pt x="217" y="57"/>
                </a:lnTo>
                <a:lnTo>
                  <a:pt x="218" y="57"/>
                </a:lnTo>
                <a:lnTo>
                  <a:pt x="218" y="58"/>
                </a:lnTo>
                <a:lnTo>
                  <a:pt x="219" y="58"/>
                </a:lnTo>
                <a:lnTo>
                  <a:pt x="220" y="59"/>
                </a:lnTo>
                <a:lnTo>
                  <a:pt x="221" y="59"/>
                </a:lnTo>
                <a:lnTo>
                  <a:pt x="221" y="60"/>
                </a:lnTo>
                <a:lnTo>
                  <a:pt x="222" y="60"/>
                </a:lnTo>
                <a:lnTo>
                  <a:pt x="222" y="61"/>
                </a:lnTo>
                <a:lnTo>
                  <a:pt x="222" y="62"/>
                </a:lnTo>
                <a:lnTo>
                  <a:pt x="222" y="63"/>
                </a:lnTo>
                <a:lnTo>
                  <a:pt x="223" y="63"/>
                </a:lnTo>
                <a:lnTo>
                  <a:pt x="224" y="63"/>
                </a:lnTo>
                <a:lnTo>
                  <a:pt x="225" y="63"/>
                </a:lnTo>
                <a:lnTo>
                  <a:pt x="225" y="64"/>
                </a:lnTo>
                <a:lnTo>
                  <a:pt x="226" y="64"/>
                </a:lnTo>
                <a:lnTo>
                  <a:pt x="226" y="65"/>
                </a:lnTo>
                <a:lnTo>
                  <a:pt x="225" y="65"/>
                </a:lnTo>
                <a:lnTo>
                  <a:pt x="225" y="66"/>
                </a:lnTo>
                <a:lnTo>
                  <a:pt x="224" y="66"/>
                </a:lnTo>
                <a:lnTo>
                  <a:pt x="225" y="66"/>
                </a:lnTo>
                <a:lnTo>
                  <a:pt x="225" y="67"/>
                </a:lnTo>
                <a:lnTo>
                  <a:pt x="226" y="67"/>
                </a:lnTo>
                <a:lnTo>
                  <a:pt x="227" y="67"/>
                </a:lnTo>
                <a:lnTo>
                  <a:pt x="226" y="68"/>
                </a:lnTo>
                <a:lnTo>
                  <a:pt x="226" y="69"/>
                </a:lnTo>
                <a:lnTo>
                  <a:pt x="225" y="69"/>
                </a:lnTo>
                <a:lnTo>
                  <a:pt x="225" y="70"/>
                </a:lnTo>
                <a:lnTo>
                  <a:pt x="226" y="70"/>
                </a:lnTo>
                <a:lnTo>
                  <a:pt x="226" y="71"/>
                </a:lnTo>
                <a:lnTo>
                  <a:pt x="227" y="71"/>
                </a:lnTo>
                <a:lnTo>
                  <a:pt x="228" y="71"/>
                </a:lnTo>
                <a:lnTo>
                  <a:pt x="229" y="71"/>
                </a:lnTo>
                <a:lnTo>
                  <a:pt x="230" y="71"/>
                </a:lnTo>
                <a:lnTo>
                  <a:pt x="231" y="71"/>
                </a:lnTo>
                <a:lnTo>
                  <a:pt x="232" y="70"/>
                </a:lnTo>
                <a:lnTo>
                  <a:pt x="233" y="70"/>
                </a:lnTo>
                <a:lnTo>
                  <a:pt x="233" y="69"/>
                </a:lnTo>
                <a:lnTo>
                  <a:pt x="234" y="69"/>
                </a:lnTo>
                <a:lnTo>
                  <a:pt x="234" y="70"/>
                </a:lnTo>
                <a:lnTo>
                  <a:pt x="235" y="70"/>
                </a:lnTo>
                <a:lnTo>
                  <a:pt x="235" y="71"/>
                </a:lnTo>
                <a:lnTo>
                  <a:pt x="234" y="71"/>
                </a:lnTo>
                <a:lnTo>
                  <a:pt x="233" y="72"/>
                </a:lnTo>
                <a:lnTo>
                  <a:pt x="233" y="73"/>
                </a:lnTo>
                <a:lnTo>
                  <a:pt x="234" y="74"/>
                </a:lnTo>
                <a:lnTo>
                  <a:pt x="235" y="74"/>
                </a:lnTo>
                <a:lnTo>
                  <a:pt x="236" y="74"/>
                </a:lnTo>
                <a:lnTo>
                  <a:pt x="237" y="74"/>
                </a:lnTo>
                <a:lnTo>
                  <a:pt x="238" y="74"/>
                </a:lnTo>
                <a:lnTo>
                  <a:pt x="238" y="75"/>
                </a:lnTo>
                <a:lnTo>
                  <a:pt x="237" y="75"/>
                </a:lnTo>
                <a:lnTo>
                  <a:pt x="237" y="76"/>
                </a:lnTo>
                <a:lnTo>
                  <a:pt x="237" y="77"/>
                </a:lnTo>
                <a:lnTo>
                  <a:pt x="237" y="78"/>
                </a:lnTo>
                <a:lnTo>
                  <a:pt x="238" y="78"/>
                </a:lnTo>
                <a:lnTo>
                  <a:pt x="238" y="79"/>
                </a:lnTo>
                <a:lnTo>
                  <a:pt x="239" y="79"/>
                </a:lnTo>
                <a:lnTo>
                  <a:pt x="240" y="79"/>
                </a:lnTo>
                <a:lnTo>
                  <a:pt x="241" y="79"/>
                </a:lnTo>
                <a:lnTo>
                  <a:pt x="242" y="79"/>
                </a:lnTo>
                <a:lnTo>
                  <a:pt x="243" y="79"/>
                </a:lnTo>
                <a:lnTo>
                  <a:pt x="244" y="79"/>
                </a:lnTo>
                <a:lnTo>
                  <a:pt x="244" y="78"/>
                </a:lnTo>
                <a:lnTo>
                  <a:pt x="245" y="78"/>
                </a:lnTo>
                <a:lnTo>
                  <a:pt x="246" y="79"/>
                </a:lnTo>
                <a:lnTo>
                  <a:pt x="246" y="80"/>
                </a:lnTo>
                <a:lnTo>
                  <a:pt x="246" y="81"/>
                </a:lnTo>
                <a:lnTo>
                  <a:pt x="246" y="82"/>
                </a:lnTo>
                <a:lnTo>
                  <a:pt x="246" y="83"/>
                </a:lnTo>
                <a:lnTo>
                  <a:pt x="245" y="83"/>
                </a:lnTo>
                <a:lnTo>
                  <a:pt x="245" y="84"/>
                </a:lnTo>
                <a:lnTo>
                  <a:pt x="245" y="85"/>
                </a:lnTo>
                <a:lnTo>
                  <a:pt x="246" y="85"/>
                </a:lnTo>
                <a:lnTo>
                  <a:pt x="246" y="86"/>
                </a:lnTo>
                <a:lnTo>
                  <a:pt x="247" y="86"/>
                </a:lnTo>
                <a:lnTo>
                  <a:pt x="247" y="87"/>
                </a:lnTo>
                <a:lnTo>
                  <a:pt x="247" y="88"/>
                </a:lnTo>
                <a:lnTo>
                  <a:pt x="248" y="89"/>
                </a:lnTo>
                <a:lnTo>
                  <a:pt x="249" y="89"/>
                </a:lnTo>
                <a:lnTo>
                  <a:pt x="250" y="90"/>
                </a:lnTo>
                <a:lnTo>
                  <a:pt x="250" y="89"/>
                </a:lnTo>
                <a:lnTo>
                  <a:pt x="251" y="89"/>
                </a:lnTo>
                <a:lnTo>
                  <a:pt x="251" y="88"/>
                </a:lnTo>
                <a:lnTo>
                  <a:pt x="252" y="88"/>
                </a:lnTo>
                <a:lnTo>
                  <a:pt x="253" y="88"/>
                </a:lnTo>
                <a:lnTo>
                  <a:pt x="254" y="88"/>
                </a:lnTo>
                <a:lnTo>
                  <a:pt x="255" y="87"/>
                </a:lnTo>
                <a:lnTo>
                  <a:pt x="256" y="87"/>
                </a:lnTo>
                <a:lnTo>
                  <a:pt x="256" y="88"/>
                </a:lnTo>
                <a:lnTo>
                  <a:pt x="257" y="88"/>
                </a:lnTo>
                <a:lnTo>
                  <a:pt x="257" y="89"/>
                </a:lnTo>
                <a:lnTo>
                  <a:pt x="258" y="90"/>
                </a:lnTo>
                <a:lnTo>
                  <a:pt x="259" y="91"/>
                </a:lnTo>
                <a:lnTo>
                  <a:pt x="260" y="91"/>
                </a:lnTo>
                <a:lnTo>
                  <a:pt x="260" y="92"/>
                </a:lnTo>
                <a:lnTo>
                  <a:pt x="261" y="92"/>
                </a:lnTo>
                <a:lnTo>
                  <a:pt x="262" y="92"/>
                </a:lnTo>
                <a:lnTo>
                  <a:pt x="263" y="92"/>
                </a:lnTo>
                <a:lnTo>
                  <a:pt x="264" y="92"/>
                </a:lnTo>
                <a:lnTo>
                  <a:pt x="264" y="91"/>
                </a:lnTo>
                <a:lnTo>
                  <a:pt x="265" y="91"/>
                </a:lnTo>
                <a:lnTo>
                  <a:pt x="266" y="91"/>
                </a:lnTo>
                <a:lnTo>
                  <a:pt x="266" y="90"/>
                </a:lnTo>
                <a:lnTo>
                  <a:pt x="265" y="89"/>
                </a:lnTo>
                <a:lnTo>
                  <a:pt x="265" y="88"/>
                </a:lnTo>
                <a:lnTo>
                  <a:pt x="266" y="88"/>
                </a:lnTo>
                <a:lnTo>
                  <a:pt x="267" y="88"/>
                </a:lnTo>
                <a:lnTo>
                  <a:pt x="268" y="89"/>
                </a:lnTo>
                <a:lnTo>
                  <a:pt x="269" y="89"/>
                </a:lnTo>
                <a:lnTo>
                  <a:pt x="269" y="90"/>
                </a:lnTo>
                <a:lnTo>
                  <a:pt x="270" y="90"/>
                </a:lnTo>
                <a:lnTo>
                  <a:pt x="271" y="90"/>
                </a:lnTo>
                <a:lnTo>
                  <a:pt x="272" y="90"/>
                </a:lnTo>
                <a:lnTo>
                  <a:pt x="272" y="89"/>
                </a:lnTo>
                <a:lnTo>
                  <a:pt x="273" y="89"/>
                </a:lnTo>
                <a:lnTo>
                  <a:pt x="274" y="89"/>
                </a:lnTo>
                <a:lnTo>
                  <a:pt x="275" y="88"/>
                </a:lnTo>
                <a:lnTo>
                  <a:pt x="276" y="88"/>
                </a:lnTo>
                <a:lnTo>
                  <a:pt x="277" y="89"/>
                </a:lnTo>
                <a:lnTo>
                  <a:pt x="278" y="89"/>
                </a:lnTo>
                <a:lnTo>
                  <a:pt x="279" y="89"/>
                </a:lnTo>
                <a:lnTo>
                  <a:pt x="280" y="89"/>
                </a:lnTo>
                <a:lnTo>
                  <a:pt x="280" y="88"/>
                </a:lnTo>
                <a:lnTo>
                  <a:pt x="280" y="87"/>
                </a:lnTo>
                <a:lnTo>
                  <a:pt x="281" y="87"/>
                </a:lnTo>
                <a:lnTo>
                  <a:pt x="281" y="86"/>
                </a:lnTo>
                <a:lnTo>
                  <a:pt x="282" y="86"/>
                </a:lnTo>
                <a:lnTo>
                  <a:pt x="283" y="86"/>
                </a:lnTo>
                <a:lnTo>
                  <a:pt x="283" y="87"/>
                </a:lnTo>
                <a:lnTo>
                  <a:pt x="283" y="88"/>
                </a:lnTo>
                <a:lnTo>
                  <a:pt x="283" y="89"/>
                </a:lnTo>
                <a:lnTo>
                  <a:pt x="283" y="90"/>
                </a:lnTo>
                <a:lnTo>
                  <a:pt x="284" y="90"/>
                </a:lnTo>
                <a:lnTo>
                  <a:pt x="285" y="90"/>
                </a:lnTo>
                <a:lnTo>
                  <a:pt x="285" y="89"/>
                </a:lnTo>
                <a:lnTo>
                  <a:pt x="286" y="89"/>
                </a:lnTo>
                <a:lnTo>
                  <a:pt x="287" y="88"/>
                </a:lnTo>
                <a:lnTo>
                  <a:pt x="288" y="88"/>
                </a:lnTo>
                <a:lnTo>
                  <a:pt x="289" y="88"/>
                </a:lnTo>
                <a:lnTo>
                  <a:pt x="290" y="89"/>
                </a:lnTo>
                <a:lnTo>
                  <a:pt x="291" y="89"/>
                </a:lnTo>
                <a:lnTo>
                  <a:pt x="292" y="90"/>
                </a:lnTo>
                <a:lnTo>
                  <a:pt x="293" y="90"/>
                </a:lnTo>
                <a:lnTo>
                  <a:pt x="293" y="89"/>
                </a:lnTo>
                <a:lnTo>
                  <a:pt x="294" y="88"/>
                </a:lnTo>
                <a:lnTo>
                  <a:pt x="293" y="88"/>
                </a:lnTo>
                <a:lnTo>
                  <a:pt x="293" y="87"/>
                </a:lnTo>
                <a:lnTo>
                  <a:pt x="293" y="86"/>
                </a:lnTo>
                <a:lnTo>
                  <a:pt x="292" y="85"/>
                </a:lnTo>
                <a:lnTo>
                  <a:pt x="292" y="84"/>
                </a:lnTo>
                <a:lnTo>
                  <a:pt x="293" y="84"/>
                </a:lnTo>
                <a:lnTo>
                  <a:pt x="293" y="83"/>
                </a:lnTo>
                <a:lnTo>
                  <a:pt x="294" y="83"/>
                </a:lnTo>
                <a:lnTo>
                  <a:pt x="294" y="82"/>
                </a:lnTo>
                <a:lnTo>
                  <a:pt x="295" y="82"/>
                </a:lnTo>
                <a:lnTo>
                  <a:pt x="295" y="81"/>
                </a:lnTo>
                <a:lnTo>
                  <a:pt x="295" y="80"/>
                </a:lnTo>
                <a:lnTo>
                  <a:pt x="295" y="79"/>
                </a:lnTo>
                <a:lnTo>
                  <a:pt x="296" y="79"/>
                </a:lnTo>
                <a:lnTo>
                  <a:pt x="297" y="79"/>
                </a:lnTo>
                <a:lnTo>
                  <a:pt x="297" y="80"/>
                </a:lnTo>
                <a:lnTo>
                  <a:pt x="298" y="80"/>
                </a:lnTo>
                <a:lnTo>
                  <a:pt x="298" y="81"/>
                </a:lnTo>
                <a:lnTo>
                  <a:pt x="298" y="82"/>
                </a:lnTo>
                <a:lnTo>
                  <a:pt x="298" y="83"/>
                </a:lnTo>
                <a:lnTo>
                  <a:pt x="299" y="83"/>
                </a:lnTo>
                <a:lnTo>
                  <a:pt x="299" y="84"/>
                </a:lnTo>
                <a:lnTo>
                  <a:pt x="300" y="84"/>
                </a:lnTo>
                <a:lnTo>
                  <a:pt x="301" y="84"/>
                </a:lnTo>
                <a:lnTo>
                  <a:pt x="303" y="84"/>
                </a:lnTo>
                <a:lnTo>
                  <a:pt x="304" y="84"/>
                </a:lnTo>
                <a:lnTo>
                  <a:pt x="306" y="84"/>
                </a:lnTo>
                <a:lnTo>
                  <a:pt x="306" y="87"/>
                </a:lnTo>
                <a:lnTo>
                  <a:pt x="307" y="87"/>
                </a:lnTo>
                <a:lnTo>
                  <a:pt x="307" y="88"/>
                </a:lnTo>
                <a:lnTo>
                  <a:pt x="307" y="89"/>
                </a:lnTo>
                <a:lnTo>
                  <a:pt x="307" y="90"/>
                </a:lnTo>
                <a:lnTo>
                  <a:pt x="308" y="90"/>
                </a:lnTo>
                <a:lnTo>
                  <a:pt x="308" y="91"/>
                </a:lnTo>
                <a:lnTo>
                  <a:pt x="309" y="91"/>
                </a:lnTo>
                <a:lnTo>
                  <a:pt x="310" y="91"/>
                </a:lnTo>
                <a:lnTo>
                  <a:pt x="311" y="91"/>
                </a:lnTo>
                <a:lnTo>
                  <a:pt x="311" y="92"/>
                </a:lnTo>
                <a:lnTo>
                  <a:pt x="311" y="93"/>
                </a:lnTo>
                <a:lnTo>
                  <a:pt x="310" y="93"/>
                </a:lnTo>
                <a:lnTo>
                  <a:pt x="309" y="93"/>
                </a:lnTo>
                <a:lnTo>
                  <a:pt x="309" y="94"/>
                </a:lnTo>
                <a:lnTo>
                  <a:pt x="309" y="95"/>
                </a:lnTo>
                <a:lnTo>
                  <a:pt x="310" y="95"/>
                </a:lnTo>
                <a:lnTo>
                  <a:pt x="310" y="96"/>
                </a:lnTo>
                <a:lnTo>
                  <a:pt x="311" y="95"/>
                </a:lnTo>
                <a:lnTo>
                  <a:pt x="312" y="95"/>
                </a:lnTo>
                <a:lnTo>
                  <a:pt x="313" y="95"/>
                </a:lnTo>
                <a:lnTo>
                  <a:pt x="314" y="94"/>
                </a:lnTo>
                <a:lnTo>
                  <a:pt x="315" y="93"/>
                </a:lnTo>
                <a:lnTo>
                  <a:pt x="316" y="92"/>
                </a:lnTo>
                <a:lnTo>
                  <a:pt x="317" y="92"/>
                </a:lnTo>
                <a:lnTo>
                  <a:pt x="318" y="93"/>
                </a:lnTo>
                <a:lnTo>
                  <a:pt x="319" y="93"/>
                </a:lnTo>
                <a:lnTo>
                  <a:pt x="319" y="94"/>
                </a:lnTo>
                <a:lnTo>
                  <a:pt x="320" y="94"/>
                </a:lnTo>
                <a:lnTo>
                  <a:pt x="321" y="93"/>
                </a:lnTo>
                <a:lnTo>
                  <a:pt x="322" y="93"/>
                </a:lnTo>
                <a:lnTo>
                  <a:pt x="323" y="92"/>
                </a:lnTo>
                <a:lnTo>
                  <a:pt x="324" y="92"/>
                </a:lnTo>
                <a:lnTo>
                  <a:pt x="326" y="91"/>
                </a:lnTo>
                <a:lnTo>
                  <a:pt x="327" y="91"/>
                </a:lnTo>
                <a:lnTo>
                  <a:pt x="328" y="92"/>
                </a:lnTo>
                <a:lnTo>
                  <a:pt x="329" y="92"/>
                </a:lnTo>
                <a:lnTo>
                  <a:pt x="330" y="93"/>
                </a:lnTo>
                <a:lnTo>
                  <a:pt x="331" y="93"/>
                </a:lnTo>
                <a:lnTo>
                  <a:pt x="332" y="93"/>
                </a:lnTo>
                <a:lnTo>
                  <a:pt x="331" y="92"/>
                </a:lnTo>
                <a:lnTo>
                  <a:pt x="331" y="91"/>
                </a:lnTo>
                <a:lnTo>
                  <a:pt x="332" y="91"/>
                </a:lnTo>
                <a:lnTo>
                  <a:pt x="333" y="91"/>
                </a:lnTo>
                <a:lnTo>
                  <a:pt x="333" y="92"/>
                </a:lnTo>
                <a:lnTo>
                  <a:pt x="333" y="93"/>
                </a:lnTo>
                <a:lnTo>
                  <a:pt x="334" y="93"/>
                </a:lnTo>
                <a:lnTo>
                  <a:pt x="334" y="94"/>
                </a:lnTo>
                <a:lnTo>
                  <a:pt x="335" y="94"/>
                </a:lnTo>
                <a:lnTo>
                  <a:pt x="336" y="94"/>
                </a:lnTo>
                <a:lnTo>
                  <a:pt x="337" y="94"/>
                </a:lnTo>
                <a:lnTo>
                  <a:pt x="337" y="93"/>
                </a:lnTo>
                <a:lnTo>
                  <a:pt x="338" y="92"/>
                </a:lnTo>
                <a:lnTo>
                  <a:pt x="340" y="91"/>
                </a:lnTo>
                <a:lnTo>
                  <a:pt x="341" y="90"/>
                </a:lnTo>
                <a:lnTo>
                  <a:pt x="341" y="88"/>
                </a:lnTo>
                <a:lnTo>
                  <a:pt x="342" y="88"/>
                </a:lnTo>
                <a:lnTo>
                  <a:pt x="342" y="87"/>
                </a:lnTo>
                <a:lnTo>
                  <a:pt x="342" y="86"/>
                </a:lnTo>
                <a:lnTo>
                  <a:pt x="341" y="85"/>
                </a:lnTo>
                <a:lnTo>
                  <a:pt x="341" y="84"/>
                </a:lnTo>
                <a:lnTo>
                  <a:pt x="342" y="84"/>
                </a:lnTo>
                <a:lnTo>
                  <a:pt x="342" y="85"/>
                </a:lnTo>
                <a:lnTo>
                  <a:pt x="343" y="85"/>
                </a:lnTo>
                <a:lnTo>
                  <a:pt x="344" y="85"/>
                </a:lnTo>
                <a:lnTo>
                  <a:pt x="345" y="84"/>
                </a:lnTo>
                <a:lnTo>
                  <a:pt x="346" y="84"/>
                </a:lnTo>
                <a:lnTo>
                  <a:pt x="347" y="85"/>
                </a:lnTo>
                <a:lnTo>
                  <a:pt x="347" y="86"/>
                </a:lnTo>
                <a:lnTo>
                  <a:pt x="347" y="87"/>
                </a:lnTo>
                <a:lnTo>
                  <a:pt x="348" y="87"/>
                </a:lnTo>
                <a:lnTo>
                  <a:pt x="348" y="86"/>
                </a:lnTo>
                <a:lnTo>
                  <a:pt x="349" y="86"/>
                </a:lnTo>
                <a:lnTo>
                  <a:pt x="350" y="86"/>
                </a:lnTo>
                <a:lnTo>
                  <a:pt x="351" y="85"/>
                </a:lnTo>
                <a:lnTo>
                  <a:pt x="352" y="85"/>
                </a:lnTo>
                <a:lnTo>
                  <a:pt x="353" y="85"/>
                </a:lnTo>
                <a:lnTo>
                  <a:pt x="353" y="84"/>
                </a:lnTo>
                <a:lnTo>
                  <a:pt x="354" y="84"/>
                </a:lnTo>
                <a:lnTo>
                  <a:pt x="355" y="84"/>
                </a:lnTo>
                <a:lnTo>
                  <a:pt x="356" y="84"/>
                </a:lnTo>
                <a:lnTo>
                  <a:pt x="357" y="84"/>
                </a:lnTo>
                <a:lnTo>
                  <a:pt x="357" y="83"/>
                </a:lnTo>
                <a:lnTo>
                  <a:pt x="358" y="82"/>
                </a:lnTo>
                <a:lnTo>
                  <a:pt x="359" y="81"/>
                </a:lnTo>
                <a:lnTo>
                  <a:pt x="360" y="81"/>
                </a:lnTo>
                <a:lnTo>
                  <a:pt x="361" y="81"/>
                </a:lnTo>
                <a:lnTo>
                  <a:pt x="361" y="82"/>
                </a:lnTo>
                <a:lnTo>
                  <a:pt x="362" y="82"/>
                </a:lnTo>
                <a:lnTo>
                  <a:pt x="363" y="83"/>
                </a:lnTo>
                <a:lnTo>
                  <a:pt x="364" y="83"/>
                </a:lnTo>
                <a:lnTo>
                  <a:pt x="364" y="82"/>
                </a:lnTo>
                <a:lnTo>
                  <a:pt x="365" y="82"/>
                </a:lnTo>
                <a:lnTo>
                  <a:pt x="366" y="82"/>
                </a:lnTo>
                <a:lnTo>
                  <a:pt x="366" y="83"/>
                </a:lnTo>
                <a:lnTo>
                  <a:pt x="367" y="83"/>
                </a:lnTo>
                <a:lnTo>
                  <a:pt x="366" y="83"/>
                </a:lnTo>
                <a:lnTo>
                  <a:pt x="366" y="84"/>
                </a:lnTo>
                <a:lnTo>
                  <a:pt x="365" y="84"/>
                </a:lnTo>
                <a:lnTo>
                  <a:pt x="366" y="84"/>
                </a:lnTo>
                <a:lnTo>
                  <a:pt x="366" y="85"/>
                </a:lnTo>
                <a:lnTo>
                  <a:pt x="366" y="84"/>
                </a:lnTo>
                <a:lnTo>
                  <a:pt x="367" y="85"/>
                </a:lnTo>
                <a:lnTo>
                  <a:pt x="367" y="86"/>
                </a:lnTo>
                <a:lnTo>
                  <a:pt x="366" y="86"/>
                </a:lnTo>
                <a:lnTo>
                  <a:pt x="366" y="87"/>
                </a:lnTo>
                <a:lnTo>
                  <a:pt x="367" y="87"/>
                </a:lnTo>
                <a:lnTo>
                  <a:pt x="367" y="88"/>
                </a:lnTo>
                <a:lnTo>
                  <a:pt x="366" y="88"/>
                </a:lnTo>
                <a:lnTo>
                  <a:pt x="366" y="89"/>
                </a:lnTo>
                <a:lnTo>
                  <a:pt x="367" y="89"/>
                </a:lnTo>
                <a:lnTo>
                  <a:pt x="367" y="91"/>
                </a:lnTo>
                <a:lnTo>
                  <a:pt x="368" y="92"/>
                </a:lnTo>
                <a:lnTo>
                  <a:pt x="368" y="93"/>
                </a:lnTo>
                <a:lnTo>
                  <a:pt x="368" y="94"/>
                </a:lnTo>
                <a:lnTo>
                  <a:pt x="367" y="94"/>
                </a:lnTo>
                <a:lnTo>
                  <a:pt x="367" y="95"/>
                </a:lnTo>
                <a:lnTo>
                  <a:pt x="366" y="96"/>
                </a:lnTo>
                <a:lnTo>
                  <a:pt x="366" y="97"/>
                </a:lnTo>
                <a:lnTo>
                  <a:pt x="366" y="98"/>
                </a:lnTo>
                <a:lnTo>
                  <a:pt x="366" y="99"/>
                </a:lnTo>
                <a:lnTo>
                  <a:pt x="367" y="99"/>
                </a:lnTo>
                <a:lnTo>
                  <a:pt x="367" y="100"/>
                </a:lnTo>
                <a:lnTo>
                  <a:pt x="368" y="100"/>
                </a:lnTo>
                <a:lnTo>
                  <a:pt x="368" y="99"/>
                </a:lnTo>
                <a:lnTo>
                  <a:pt x="368" y="100"/>
                </a:lnTo>
                <a:lnTo>
                  <a:pt x="369" y="100"/>
                </a:lnTo>
                <a:lnTo>
                  <a:pt x="368" y="101"/>
                </a:lnTo>
                <a:lnTo>
                  <a:pt x="369" y="101"/>
                </a:lnTo>
                <a:lnTo>
                  <a:pt x="369" y="102"/>
                </a:lnTo>
                <a:lnTo>
                  <a:pt x="370" y="102"/>
                </a:lnTo>
                <a:lnTo>
                  <a:pt x="370" y="103"/>
                </a:lnTo>
                <a:lnTo>
                  <a:pt x="371" y="103"/>
                </a:lnTo>
                <a:lnTo>
                  <a:pt x="371" y="104"/>
                </a:lnTo>
                <a:lnTo>
                  <a:pt x="371" y="105"/>
                </a:lnTo>
                <a:lnTo>
                  <a:pt x="372" y="105"/>
                </a:lnTo>
                <a:lnTo>
                  <a:pt x="371" y="105"/>
                </a:lnTo>
                <a:lnTo>
                  <a:pt x="372" y="104"/>
                </a:lnTo>
                <a:lnTo>
                  <a:pt x="372" y="105"/>
                </a:lnTo>
                <a:lnTo>
                  <a:pt x="373" y="104"/>
                </a:lnTo>
                <a:lnTo>
                  <a:pt x="373" y="105"/>
                </a:lnTo>
                <a:lnTo>
                  <a:pt x="374" y="105"/>
                </a:lnTo>
                <a:lnTo>
                  <a:pt x="374" y="106"/>
                </a:lnTo>
                <a:lnTo>
                  <a:pt x="373" y="106"/>
                </a:lnTo>
                <a:lnTo>
                  <a:pt x="374" y="106"/>
                </a:lnTo>
                <a:lnTo>
                  <a:pt x="374" y="107"/>
                </a:lnTo>
                <a:lnTo>
                  <a:pt x="374" y="106"/>
                </a:lnTo>
                <a:lnTo>
                  <a:pt x="375" y="106"/>
                </a:lnTo>
                <a:lnTo>
                  <a:pt x="375" y="107"/>
                </a:lnTo>
                <a:lnTo>
                  <a:pt x="376" y="107"/>
                </a:lnTo>
                <a:lnTo>
                  <a:pt x="376" y="108"/>
                </a:lnTo>
                <a:lnTo>
                  <a:pt x="377" y="108"/>
                </a:lnTo>
                <a:lnTo>
                  <a:pt x="376" y="108"/>
                </a:lnTo>
                <a:lnTo>
                  <a:pt x="376" y="109"/>
                </a:lnTo>
                <a:lnTo>
                  <a:pt x="377" y="109"/>
                </a:lnTo>
                <a:lnTo>
                  <a:pt x="377" y="110"/>
                </a:lnTo>
                <a:lnTo>
                  <a:pt x="378" y="110"/>
                </a:lnTo>
                <a:lnTo>
                  <a:pt x="379" y="110"/>
                </a:lnTo>
                <a:lnTo>
                  <a:pt x="380" y="110"/>
                </a:lnTo>
                <a:lnTo>
                  <a:pt x="380" y="111"/>
                </a:lnTo>
                <a:lnTo>
                  <a:pt x="381" y="111"/>
                </a:lnTo>
                <a:lnTo>
                  <a:pt x="382" y="112"/>
                </a:lnTo>
                <a:lnTo>
                  <a:pt x="383" y="112"/>
                </a:lnTo>
                <a:lnTo>
                  <a:pt x="384" y="112"/>
                </a:lnTo>
                <a:lnTo>
                  <a:pt x="384" y="113"/>
                </a:lnTo>
                <a:lnTo>
                  <a:pt x="385" y="113"/>
                </a:lnTo>
                <a:lnTo>
                  <a:pt x="385" y="114"/>
                </a:lnTo>
                <a:lnTo>
                  <a:pt x="386" y="114"/>
                </a:lnTo>
                <a:lnTo>
                  <a:pt x="387" y="114"/>
                </a:lnTo>
                <a:lnTo>
                  <a:pt x="388" y="114"/>
                </a:lnTo>
                <a:lnTo>
                  <a:pt x="389" y="114"/>
                </a:lnTo>
                <a:lnTo>
                  <a:pt x="390" y="115"/>
                </a:lnTo>
                <a:lnTo>
                  <a:pt x="391" y="115"/>
                </a:lnTo>
                <a:lnTo>
                  <a:pt x="392" y="115"/>
                </a:lnTo>
                <a:lnTo>
                  <a:pt x="392" y="114"/>
                </a:lnTo>
                <a:lnTo>
                  <a:pt x="392" y="115"/>
                </a:lnTo>
                <a:lnTo>
                  <a:pt x="393" y="115"/>
                </a:lnTo>
                <a:lnTo>
                  <a:pt x="392" y="115"/>
                </a:lnTo>
                <a:lnTo>
                  <a:pt x="392" y="116"/>
                </a:lnTo>
                <a:lnTo>
                  <a:pt x="391" y="116"/>
                </a:lnTo>
                <a:lnTo>
                  <a:pt x="392" y="116"/>
                </a:lnTo>
                <a:lnTo>
                  <a:pt x="393" y="116"/>
                </a:lnTo>
                <a:lnTo>
                  <a:pt x="393" y="117"/>
                </a:lnTo>
                <a:lnTo>
                  <a:pt x="393" y="118"/>
                </a:lnTo>
                <a:lnTo>
                  <a:pt x="394" y="118"/>
                </a:lnTo>
                <a:lnTo>
                  <a:pt x="394" y="117"/>
                </a:lnTo>
                <a:lnTo>
                  <a:pt x="395" y="118"/>
                </a:lnTo>
                <a:lnTo>
                  <a:pt x="396" y="118"/>
                </a:lnTo>
                <a:lnTo>
                  <a:pt x="396" y="117"/>
                </a:lnTo>
                <a:lnTo>
                  <a:pt x="397" y="117"/>
                </a:lnTo>
                <a:lnTo>
                  <a:pt x="398" y="117"/>
                </a:lnTo>
                <a:lnTo>
                  <a:pt x="399" y="117"/>
                </a:lnTo>
                <a:lnTo>
                  <a:pt x="400" y="117"/>
                </a:lnTo>
                <a:lnTo>
                  <a:pt x="400" y="118"/>
                </a:lnTo>
                <a:lnTo>
                  <a:pt x="401" y="117"/>
                </a:lnTo>
                <a:lnTo>
                  <a:pt x="401" y="118"/>
                </a:lnTo>
                <a:lnTo>
                  <a:pt x="401" y="119"/>
                </a:lnTo>
                <a:lnTo>
                  <a:pt x="402" y="119"/>
                </a:lnTo>
                <a:lnTo>
                  <a:pt x="403" y="119"/>
                </a:lnTo>
                <a:lnTo>
                  <a:pt x="403" y="120"/>
                </a:lnTo>
                <a:lnTo>
                  <a:pt x="404" y="120"/>
                </a:lnTo>
                <a:lnTo>
                  <a:pt x="404" y="119"/>
                </a:lnTo>
                <a:lnTo>
                  <a:pt x="404" y="120"/>
                </a:lnTo>
                <a:lnTo>
                  <a:pt x="405" y="119"/>
                </a:lnTo>
                <a:lnTo>
                  <a:pt x="406" y="119"/>
                </a:lnTo>
                <a:lnTo>
                  <a:pt x="407" y="120"/>
                </a:lnTo>
                <a:lnTo>
                  <a:pt x="408" y="121"/>
                </a:lnTo>
                <a:lnTo>
                  <a:pt x="409" y="121"/>
                </a:lnTo>
                <a:lnTo>
                  <a:pt x="409" y="120"/>
                </a:lnTo>
                <a:lnTo>
                  <a:pt x="408" y="120"/>
                </a:lnTo>
                <a:lnTo>
                  <a:pt x="409" y="120"/>
                </a:lnTo>
                <a:lnTo>
                  <a:pt x="410" y="120"/>
                </a:lnTo>
                <a:lnTo>
                  <a:pt x="410" y="119"/>
                </a:lnTo>
                <a:lnTo>
                  <a:pt x="411" y="119"/>
                </a:lnTo>
                <a:lnTo>
                  <a:pt x="412" y="119"/>
                </a:lnTo>
                <a:lnTo>
                  <a:pt x="412" y="120"/>
                </a:lnTo>
                <a:lnTo>
                  <a:pt x="413" y="120"/>
                </a:lnTo>
                <a:lnTo>
                  <a:pt x="413" y="119"/>
                </a:lnTo>
                <a:lnTo>
                  <a:pt x="414" y="119"/>
                </a:lnTo>
                <a:lnTo>
                  <a:pt x="414" y="120"/>
                </a:lnTo>
                <a:lnTo>
                  <a:pt x="415" y="120"/>
                </a:lnTo>
                <a:lnTo>
                  <a:pt x="416" y="120"/>
                </a:lnTo>
                <a:lnTo>
                  <a:pt x="416" y="119"/>
                </a:lnTo>
                <a:lnTo>
                  <a:pt x="415" y="119"/>
                </a:lnTo>
                <a:lnTo>
                  <a:pt x="416" y="119"/>
                </a:lnTo>
                <a:lnTo>
                  <a:pt x="417" y="119"/>
                </a:lnTo>
                <a:lnTo>
                  <a:pt x="417" y="118"/>
                </a:lnTo>
                <a:lnTo>
                  <a:pt x="417" y="117"/>
                </a:lnTo>
                <a:lnTo>
                  <a:pt x="418" y="117"/>
                </a:lnTo>
                <a:lnTo>
                  <a:pt x="418" y="118"/>
                </a:lnTo>
                <a:lnTo>
                  <a:pt x="419" y="118"/>
                </a:lnTo>
                <a:lnTo>
                  <a:pt x="420" y="117"/>
                </a:lnTo>
                <a:lnTo>
                  <a:pt x="419" y="117"/>
                </a:lnTo>
                <a:lnTo>
                  <a:pt x="419" y="116"/>
                </a:lnTo>
                <a:lnTo>
                  <a:pt x="420" y="116"/>
                </a:lnTo>
                <a:lnTo>
                  <a:pt x="419" y="115"/>
                </a:lnTo>
                <a:lnTo>
                  <a:pt x="420" y="115"/>
                </a:lnTo>
                <a:lnTo>
                  <a:pt x="421" y="115"/>
                </a:lnTo>
                <a:lnTo>
                  <a:pt x="420" y="115"/>
                </a:lnTo>
                <a:lnTo>
                  <a:pt x="420" y="116"/>
                </a:lnTo>
                <a:lnTo>
                  <a:pt x="421" y="116"/>
                </a:lnTo>
                <a:lnTo>
                  <a:pt x="422" y="116"/>
                </a:lnTo>
                <a:lnTo>
                  <a:pt x="423" y="115"/>
                </a:lnTo>
                <a:lnTo>
                  <a:pt x="424" y="115"/>
                </a:lnTo>
                <a:lnTo>
                  <a:pt x="425" y="115"/>
                </a:lnTo>
                <a:lnTo>
                  <a:pt x="426" y="115"/>
                </a:lnTo>
                <a:lnTo>
                  <a:pt x="426" y="114"/>
                </a:lnTo>
                <a:lnTo>
                  <a:pt x="427" y="114"/>
                </a:lnTo>
                <a:lnTo>
                  <a:pt x="427" y="113"/>
                </a:lnTo>
                <a:lnTo>
                  <a:pt x="428" y="113"/>
                </a:lnTo>
                <a:lnTo>
                  <a:pt x="429" y="112"/>
                </a:lnTo>
                <a:lnTo>
                  <a:pt x="430" y="111"/>
                </a:lnTo>
                <a:lnTo>
                  <a:pt x="431" y="111"/>
                </a:lnTo>
                <a:lnTo>
                  <a:pt x="431" y="110"/>
                </a:lnTo>
                <a:lnTo>
                  <a:pt x="432" y="111"/>
                </a:lnTo>
                <a:lnTo>
                  <a:pt x="433" y="112"/>
                </a:lnTo>
                <a:lnTo>
                  <a:pt x="433" y="111"/>
                </a:lnTo>
                <a:lnTo>
                  <a:pt x="434" y="111"/>
                </a:lnTo>
                <a:lnTo>
                  <a:pt x="435" y="111"/>
                </a:lnTo>
                <a:lnTo>
                  <a:pt x="435" y="110"/>
                </a:lnTo>
                <a:lnTo>
                  <a:pt x="436" y="110"/>
                </a:lnTo>
                <a:lnTo>
                  <a:pt x="438" y="110"/>
                </a:lnTo>
                <a:lnTo>
                  <a:pt x="439" y="110"/>
                </a:lnTo>
                <a:lnTo>
                  <a:pt x="440" y="110"/>
                </a:lnTo>
                <a:lnTo>
                  <a:pt x="440" y="109"/>
                </a:lnTo>
                <a:lnTo>
                  <a:pt x="441" y="109"/>
                </a:lnTo>
                <a:lnTo>
                  <a:pt x="441" y="110"/>
                </a:lnTo>
                <a:lnTo>
                  <a:pt x="442" y="110"/>
                </a:lnTo>
                <a:lnTo>
                  <a:pt x="443" y="110"/>
                </a:lnTo>
                <a:lnTo>
                  <a:pt x="443" y="109"/>
                </a:lnTo>
                <a:lnTo>
                  <a:pt x="444" y="109"/>
                </a:lnTo>
                <a:lnTo>
                  <a:pt x="446" y="109"/>
                </a:lnTo>
                <a:lnTo>
                  <a:pt x="447" y="109"/>
                </a:lnTo>
                <a:lnTo>
                  <a:pt x="447" y="110"/>
                </a:lnTo>
                <a:lnTo>
                  <a:pt x="446" y="110"/>
                </a:lnTo>
                <a:lnTo>
                  <a:pt x="447" y="110"/>
                </a:lnTo>
                <a:lnTo>
                  <a:pt x="448" y="110"/>
                </a:lnTo>
                <a:lnTo>
                  <a:pt x="449" y="110"/>
                </a:lnTo>
                <a:lnTo>
                  <a:pt x="450" y="110"/>
                </a:lnTo>
                <a:lnTo>
                  <a:pt x="450" y="111"/>
                </a:lnTo>
                <a:lnTo>
                  <a:pt x="451" y="111"/>
                </a:lnTo>
                <a:lnTo>
                  <a:pt x="452" y="111"/>
                </a:lnTo>
                <a:lnTo>
                  <a:pt x="452" y="112"/>
                </a:lnTo>
                <a:lnTo>
                  <a:pt x="451" y="112"/>
                </a:lnTo>
                <a:lnTo>
                  <a:pt x="451" y="113"/>
                </a:lnTo>
                <a:lnTo>
                  <a:pt x="452" y="113"/>
                </a:lnTo>
                <a:lnTo>
                  <a:pt x="453" y="113"/>
                </a:lnTo>
                <a:lnTo>
                  <a:pt x="453" y="114"/>
                </a:lnTo>
                <a:lnTo>
                  <a:pt x="454" y="114"/>
                </a:lnTo>
                <a:lnTo>
                  <a:pt x="455" y="115"/>
                </a:lnTo>
                <a:lnTo>
                  <a:pt x="456" y="115"/>
                </a:lnTo>
                <a:lnTo>
                  <a:pt x="457" y="115"/>
                </a:lnTo>
                <a:lnTo>
                  <a:pt x="458" y="115"/>
                </a:lnTo>
                <a:lnTo>
                  <a:pt x="459" y="115"/>
                </a:lnTo>
                <a:lnTo>
                  <a:pt x="459" y="116"/>
                </a:lnTo>
                <a:lnTo>
                  <a:pt x="460" y="116"/>
                </a:lnTo>
                <a:lnTo>
                  <a:pt x="461" y="116"/>
                </a:lnTo>
                <a:lnTo>
                  <a:pt x="462" y="116"/>
                </a:lnTo>
                <a:lnTo>
                  <a:pt x="462" y="117"/>
                </a:lnTo>
                <a:lnTo>
                  <a:pt x="463" y="117"/>
                </a:lnTo>
                <a:lnTo>
                  <a:pt x="463" y="118"/>
                </a:lnTo>
                <a:lnTo>
                  <a:pt x="464" y="118"/>
                </a:lnTo>
                <a:lnTo>
                  <a:pt x="464" y="119"/>
                </a:lnTo>
                <a:lnTo>
                  <a:pt x="464" y="120"/>
                </a:lnTo>
                <a:lnTo>
                  <a:pt x="465" y="121"/>
                </a:lnTo>
                <a:lnTo>
                  <a:pt x="465" y="120"/>
                </a:lnTo>
                <a:lnTo>
                  <a:pt x="466" y="120"/>
                </a:lnTo>
                <a:lnTo>
                  <a:pt x="467" y="120"/>
                </a:lnTo>
                <a:lnTo>
                  <a:pt x="467" y="119"/>
                </a:lnTo>
                <a:lnTo>
                  <a:pt x="468" y="119"/>
                </a:lnTo>
                <a:lnTo>
                  <a:pt x="468" y="120"/>
                </a:lnTo>
                <a:lnTo>
                  <a:pt x="468" y="121"/>
                </a:lnTo>
                <a:lnTo>
                  <a:pt x="469" y="121"/>
                </a:lnTo>
                <a:lnTo>
                  <a:pt x="470" y="120"/>
                </a:lnTo>
                <a:lnTo>
                  <a:pt x="471" y="120"/>
                </a:lnTo>
                <a:lnTo>
                  <a:pt x="472" y="120"/>
                </a:lnTo>
                <a:lnTo>
                  <a:pt x="473" y="120"/>
                </a:lnTo>
                <a:lnTo>
                  <a:pt x="474" y="120"/>
                </a:lnTo>
                <a:lnTo>
                  <a:pt x="475" y="120"/>
                </a:lnTo>
                <a:lnTo>
                  <a:pt x="476" y="120"/>
                </a:lnTo>
                <a:lnTo>
                  <a:pt x="477" y="120"/>
                </a:lnTo>
                <a:lnTo>
                  <a:pt x="478" y="120"/>
                </a:lnTo>
                <a:lnTo>
                  <a:pt x="479" y="120"/>
                </a:lnTo>
                <a:lnTo>
                  <a:pt x="480" y="120"/>
                </a:lnTo>
                <a:lnTo>
                  <a:pt x="480" y="121"/>
                </a:lnTo>
                <a:lnTo>
                  <a:pt x="479" y="121"/>
                </a:lnTo>
                <a:lnTo>
                  <a:pt x="479" y="122"/>
                </a:lnTo>
                <a:lnTo>
                  <a:pt x="480" y="122"/>
                </a:lnTo>
                <a:lnTo>
                  <a:pt x="481" y="122"/>
                </a:lnTo>
                <a:lnTo>
                  <a:pt x="481" y="123"/>
                </a:lnTo>
                <a:lnTo>
                  <a:pt x="482" y="123"/>
                </a:lnTo>
                <a:lnTo>
                  <a:pt x="481" y="124"/>
                </a:lnTo>
                <a:lnTo>
                  <a:pt x="481" y="125"/>
                </a:lnTo>
                <a:lnTo>
                  <a:pt x="480" y="125"/>
                </a:lnTo>
                <a:lnTo>
                  <a:pt x="480" y="127"/>
                </a:lnTo>
                <a:lnTo>
                  <a:pt x="481" y="127"/>
                </a:lnTo>
                <a:lnTo>
                  <a:pt x="482" y="127"/>
                </a:lnTo>
                <a:lnTo>
                  <a:pt x="483" y="129"/>
                </a:lnTo>
                <a:lnTo>
                  <a:pt x="483" y="130"/>
                </a:lnTo>
                <a:lnTo>
                  <a:pt x="484" y="130"/>
                </a:lnTo>
                <a:lnTo>
                  <a:pt x="485" y="131"/>
                </a:lnTo>
                <a:lnTo>
                  <a:pt x="485" y="132"/>
                </a:lnTo>
                <a:lnTo>
                  <a:pt x="486" y="132"/>
                </a:lnTo>
                <a:lnTo>
                  <a:pt x="486" y="133"/>
                </a:lnTo>
                <a:lnTo>
                  <a:pt x="487" y="133"/>
                </a:lnTo>
                <a:lnTo>
                  <a:pt x="488" y="133"/>
                </a:lnTo>
                <a:lnTo>
                  <a:pt x="488" y="134"/>
                </a:lnTo>
                <a:lnTo>
                  <a:pt x="487" y="134"/>
                </a:lnTo>
                <a:lnTo>
                  <a:pt x="487" y="135"/>
                </a:lnTo>
                <a:lnTo>
                  <a:pt x="488" y="135"/>
                </a:lnTo>
                <a:lnTo>
                  <a:pt x="489" y="135"/>
                </a:lnTo>
                <a:lnTo>
                  <a:pt x="489" y="136"/>
                </a:lnTo>
                <a:lnTo>
                  <a:pt x="489" y="137"/>
                </a:lnTo>
                <a:lnTo>
                  <a:pt x="490" y="137"/>
                </a:lnTo>
                <a:lnTo>
                  <a:pt x="490" y="138"/>
                </a:lnTo>
                <a:lnTo>
                  <a:pt x="490" y="139"/>
                </a:lnTo>
                <a:lnTo>
                  <a:pt x="491" y="139"/>
                </a:lnTo>
                <a:lnTo>
                  <a:pt x="492" y="140"/>
                </a:lnTo>
                <a:lnTo>
                  <a:pt x="491" y="140"/>
                </a:lnTo>
                <a:lnTo>
                  <a:pt x="491" y="141"/>
                </a:lnTo>
                <a:lnTo>
                  <a:pt x="491" y="142"/>
                </a:lnTo>
                <a:lnTo>
                  <a:pt x="491" y="143"/>
                </a:lnTo>
                <a:lnTo>
                  <a:pt x="490" y="143"/>
                </a:lnTo>
                <a:lnTo>
                  <a:pt x="490" y="142"/>
                </a:lnTo>
                <a:lnTo>
                  <a:pt x="490" y="143"/>
                </a:lnTo>
                <a:lnTo>
                  <a:pt x="490" y="144"/>
                </a:lnTo>
                <a:lnTo>
                  <a:pt x="489" y="144"/>
                </a:lnTo>
                <a:lnTo>
                  <a:pt x="488" y="144"/>
                </a:lnTo>
                <a:lnTo>
                  <a:pt x="487" y="144"/>
                </a:lnTo>
                <a:lnTo>
                  <a:pt x="486" y="144"/>
                </a:lnTo>
                <a:lnTo>
                  <a:pt x="486" y="145"/>
                </a:lnTo>
                <a:lnTo>
                  <a:pt x="485" y="145"/>
                </a:lnTo>
                <a:lnTo>
                  <a:pt x="484" y="145"/>
                </a:lnTo>
                <a:lnTo>
                  <a:pt x="484" y="146"/>
                </a:lnTo>
                <a:lnTo>
                  <a:pt x="483" y="147"/>
                </a:lnTo>
                <a:lnTo>
                  <a:pt x="483" y="148"/>
                </a:lnTo>
                <a:lnTo>
                  <a:pt x="484" y="148"/>
                </a:lnTo>
                <a:lnTo>
                  <a:pt x="484" y="149"/>
                </a:lnTo>
                <a:lnTo>
                  <a:pt x="483" y="149"/>
                </a:lnTo>
                <a:lnTo>
                  <a:pt x="483" y="150"/>
                </a:lnTo>
                <a:lnTo>
                  <a:pt x="483" y="151"/>
                </a:lnTo>
                <a:lnTo>
                  <a:pt x="482" y="151"/>
                </a:lnTo>
                <a:lnTo>
                  <a:pt x="482" y="152"/>
                </a:lnTo>
                <a:lnTo>
                  <a:pt x="482" y="153"/>
                </a:lnTo>
                <a:lnTo>
                  <a:pt x="482" y="154"/>
                </a:lnTo>
                <a:lnTo>
                  <a:pt x="482" y="155"/>
                </a:lnTo>
                <a:lnTo>
                  <a:pt x="483" y="155"/>
                </a:lnTo>
                <a:lnTo>
                  <a:pt x="483" y="156"/>
                </a:lnTo>
                <a:lnTo>
                  <a:pt x="483" y="157"/>
                </a:lnTo>
                <a:lnTo>
                  <a:pt x="483" y="158"/>
                </a:lnTo>
                <a:lnTo>
                  <a:pt x="483" y="159"/>
                </a:lnTo>
                <a:lnTo>
                  <a:pt x="484" y="160"/>
                </a:lnTo>
                <a:lnTo>
                  <a:pt x="485" y="160"/>
                </a:lnTo>
                <a:lnTo>
                  <a:pt x="485" y="161"/>
                </a:lnTo>
                <a:lnTo>
                  <a:pt x="486" y="162"/>
                </a:lnTo>
                <a:lnTo>
                  <a:pt x="486" y="163"/>
                </a:lnTo>
                <a:lnTo>
                  <a:pt x="487" y="163"/>
                </a:lnTo>
                <a:lnTo>
                  <a:pt x="487" y="164"/>
                </a:lnTo>
                <a:lnTo>
                  <a:pt x="487" y="165"/>
                </a:lnTo>
                <a:lnTo>
                  <a:pt x="487" y="166"/>
                </a:lnTo>
                <a:lnTo>
                  <a:pt x="486" y="167"/>
                </a:lnTo>
                <a:lnTo>
                  <a:pt x="486" y="168"/>
                </a:lnTo>
                <a:lnTo>
                  <a:pt x="486" y="169"/>
                </a:lnTo>
                <a:lnTo>
                  <a:pt x="487" y="169"/>
                </a:lnTo>
                <a:lnTo>
                  <a:pt x="487" y="170"/>
                </a:lnTo>
                <a:lnTo>
                  <a:pt x="487" y="171"/>
                </a:lnTo>
                <a:lnTo>
                  <a:pt x="487" y="172"/>
                </a:lnTo>
                <a:lnTo>
                  <a:pt x="487" y="173"/>
                </a:lnTo>
                <a:lnTo>
                  <a:pt x="487" y="174"/>
                </a:lnTo>
                <a:lnTo>
                  <a:pt x="486" y="174"/>
                </a:lnTo>
                <a:lnTo>
                  <a:pt x="486" y="175"/>
                </a:lnTo>
                <a:lnTo>
                  <a:pt x="486" y="176"/>
                </a:lnTo>
                <a:lnTo>
                  <a:pt x="487" y="176"/>
                </a:lnTo>
                <a:lnTo>
                  <a:pt x="487" y="177"/>
                </a:lnTo>
                <a:lnTo>
                  <a:pt x="487" y="178"/>
                </a:lnTo>
                <a:lnTo>
                  <a:pt x="488" y="178"/>
                </a:lnTo>
                <a:lnTo>
                  <a:pt x="488" y="179"/>
                </a:lnTo>
                <a:lnTo>
                  <a:pt x="489" y="178"/>
                </a:lnTo>
                <a:lnTo>
                  <a:pt x="490" y="176"/>
                </a:lnTo>
                <a:lnTo>
                  <a:pt x="491" y="176"/>
                </a:lnTo>
                <a:lnTo>
                  <a:pt x="492" y="175"/>
                </a:lnTo>
                <a:lnTo>
                  <a:pt x="491" y="175"/>
                </a:lnTo>
                <a:lnTo>
                  <a:pt x="491" y="174"/>
                </a:lnTo>
                <a:lnTo>
                  <a:pt x="492" y="174"/>
                </a:lnTo>
                <a:lnTo>
                  <a:pt x="494" y="174"/>
                </a:lnTo>
                <a:lnTo>
                  <a:pt x="495" y="174"/>
                </a:lnTo>
                <a:lnTo>
                  <a:pt x="496" y="174"/>
                </a:lnTo>
                <a:lnTo>
                  <a:pt x="497" y="174"/>
                </a:lnTo>
                <a:lnTo>
                  <a:pt x="497" y="173"/>
                </a:lnTo>
                <a:lnTo>
                  <a:pt x="498" y="173"/>
                </a:lnTo>
                <a:lnTo>
                  <a:pt x="498" y="172"/>
                </a:lnTo>
                <a:lnTo>
                  <a:pt x="499" y="172"/>
                </a:lnTo>
                <a:lnTo>
                  <a:pt x="499" y="171"/>
                </a:lnTo>
                <a:lnTo>
                  <a:pt x="500" y="171"/>
                </a:lnTo>
                <a:lnTo>
                  <a:pt x="501" y="171"/>
                </a:lnTo>
                <a:lnTo>
                  <a:pt x="502" y="171"/>
                </a:lnTo>
                <a:lnTo>
                  <a:pt x="502" y="170"/>
                </a:lnTo>
                <a:lnTo>
                  <a:pt x="503" y="170"/>
                </a:lnTo>
                <a:lnTo>
                  <a:pt x="503" y="171"/>
                </a:lnTo>
                <a:lnTo>
                  <a:pt x="504" y="171"/>
                </a:lnTo>
                <a:lnTo>
                  <a:pt x="504" y="172"/>
                </a:lnTo>
                <a:lnTo>
                  <a:pt x="503" y="172"/>
                </a:lnTo>
                <a:lnTo>
                  <a:pt x="503" y="173"/>
                </a:lnTo>
                <a:lnTo>
                  <a:pt x="504" y="173"/>
                </a:lnTo>
                <a:lnTo>
                  <a:pt x="505" y="173"/>
                </a:lnTo>
                <a:lnTo>
                  <a:pt x="506" y="173"/>
                </a:lnTo>
                <a:lnTo>
                  <a:pt x="506" y="174"/>
                </a:lnTo>
                <a:lnTo>
                  <a:pt x="507" y="174"/>
                </a:lnTo>
                <a:lnTo>
                  <a:pt x="508" y="173"/>
                </a:lnTo>
                <a:lnTo>
                  <a:pt x="508" y="172"/>
                </a:lnTo>
                <a:lnTo>
                  <a:pt x="508" y="171"/>
                </a:lnTo>
                <a:lnTo>
                  <a:pt x="509" y="171"/>
                </a:lnTo>
                <a:lnTo>
                  <a:pt x="511" y="171"/>
                </a:lnTo>
                <a:lnTo>
                  <a:pt x="512" y="171"/>
                </a:lnTo>
                <a:lnTo>
                  <a:pt x="512" y="172"/>
                </a:lnTo>
                <a:lnTo>
                  <a:pt x="514" y="172"/>
                </a:lnTo>
                <a:lnTo>
                  <a:pt x="515" y="172"/>
                </a:lnTo>
                <a:lnTo>
                  <a:pt x="517" y="172"/>
                </a:lnTo>
                <a:lnTo>
                  <a:pt x="518" y="172"/>
                </a:lnTo>
                <a:lnTo>
                  <a:pt x="519" y="172"/>
                </a:lnTo>
                <a:lnTo>
                  <a:pt x="520" y="172"/>
                </a:lnTo>
                <a:lnTo>
                  <a:pt x="520" y="173"/>
                </a:lnTo>
                <a:lnTo>
                  <a:pt x="521" y="173"/>
                </a:lnTo>
                <a:lnTo>
                  <a:pt x="522" y="174"/>
                </a:lnTo>
                <a:lnTo>
                  <a:pt x="523" y="174"/>
                </a:lnTo>
                <a:lnTo>
                  <a:pt x="524" y="174"/>
                </a:lnTo>
                <a:lnTo>
                  <a:pt x="525" y="174"/>
                </a:lnTo>
                <a:lnTo>
                  <a:pt x="526" y="174"/>
                </a:lnTo>
                <a:lnTo>
                  <a:pt x="526" y="175"/>
                </a:lnTo>
                <a:lnTo>
                  <a:pt x="527" y="175"/>
                </a:lnTo>
                <a:lnTo>
                  <a:pt x="528" y="175"/>
                </a:lnTo>
                <a:lnTo>
                  <a:pt x="529" y="176"/>
                </a:lnTo>
                <a:lnTo>
                  <a:pt x="529" y="177"/>
                </a:lnTo>
                <a:lnTo>
                  <a:pt x="530" y="177"/>
                </a:lnTo>
                <a:lnTo>
                  <a:pt x="531" y="177"/>
                </a:lnTo>
                <a:lnTo>
                  <a:pt x="531" y="178"/>
                </a:lnTo>
                <a:lnTo>
                  <a:pt x="532" y="178"/>
                </a:lnTo>
                <a:lnTo>
                  <a:pt x="533" y="178"/>
                </a:lnTo>
                <a:lnTo>
                  <a:pt x="534" y="178"/>
                </a:lnTo>
                <a:lnTo>
                  <a:pt x="534" y="179"/>
                </a:lnTo>
                <a:lnTo>
                  <a:pt x="535" y="179"/>
                </a:lnTo>
                <a:lnTo>
                  <a:pt x="535" y="180"/>
                </a:lnTo>
                <a:lnTo>
                  <a:pt x="534" y="180"/>
                </a:lnTo>
                <a:lnTo>
                  <a:pt x="535" y="180"/>
                </a:lnTo>
                <a:lnTo>
                  <a:pt x="534" y="180"/>
                </a:lnTo>
                <a:lnTo>
                  <a:pt x="533" y="181"/>
                </a:lnTo>
                <a:lnTo>
                  <a:pt x="533" y="182"/>
                </a:lnTo>
                <a:lnTo>
                  <a:pt x="532" y="183"/>
                </a:lnTo>
                <a:lnTo>
                  <a:pt x="531" y="183"/>
                </a:lnTo>
                <a:lnTo>
                  <a:pt x="530" y="183"/>
                </a:lnTo>
                <a:lnTo>
                  <a:pt x="529" y="183"/>
                </a:lnTo>
                <a:lnTo>
                  <a:pt x="527" y="183"/>
                </a:lnTo>
                <a:lnTo>
                  <a:pt x="526" y="183"/>
                </a:lnTo>
                <a:lnTo>
                  <a:pt x="526" y="184"/>
                </a:lnTo>
                <a:lnTo>
                  <a:pt x="525" y="184"/>
                </a:lnTo>
                <a:lnTo>
                  <a:pt x="525" y="185"/>
                </a:lnTo>
                <a:lnTo>
                  <a:pt x="526" y="185"/>
                </a:lnTo>
                <a:lnTo>
                  <a:pt x="526" y="186"/>
                </a:lnTo>
                <a:lnTo>
                  <a:pt x="525" y="187"/>
                </a:lnTo>
                <a:lnTo>
                  <a:pt x="526" y="188"/>
                </a:lnTo>
                <a:lnTo>
                  <a:pt x="526" y="189"/>
                </a:lnTo>
                <a:lnTo>
                  <a:pt x="527" y="190"/>
                </a:lnTo>
                <a:lnTo>
                  <a:pt x="528" y="190"/>
                </a:lnTo>
                <a:lnTo>
                  <a:pt x="528" y="191"/>
                </a:lnTo>
                <a:lnTo>
                  <a:pt x="529" y="191"/>
                </a:lnTo>
                <a:lnTo>
                  <a:pt x="529" y="192"/>
                </a:lnTo>
                <a:lnTo>
                  <a:pt x="529" y="193"/>
                </a:lnTo>
                <a:lnTo>
                  <a:pt x="528" y="194"/>
                </a:lnTo>
                <a:lnTo>
                  <a:pt x="527" y="195"/>
                </a:lnTo>
                <a:lnTo>
                  <a:pt x="527" y="196"/>
                </a:lnTo>
                <a:lnTo>
                  <a:pt x="528" y="196"/>
                </a:lnTo>
                <a:lnTo>
                  <a:pt x="529" y="196"/>
                </a:lnTo>
                <a:lnTo>
                  <a:pt x="529" y="197"/>
                </a:lnTo>
                <a:lnTo>
                  <a:pt x="530" y="197"/>
                </a:lnTo>
                <a:lnTo>
                  <a:pt x="530" y="198"/>
                </a:lnTo>
                <a:lnTo>
                  <a:pt x="530" y="199"/>
                </a:lnTo>
                <a:lnTo>
                  <a:pt x="530" y="200"/>
                </a:lnTo>
                <a:lnTo>
                  <a:pt x="531" y="200"/>
                </a:lnTo>
                <a:lnTo>
                  <a:pt x="532" y="200"/>
                </a:lnTo>
                <a:lnTo>
                  <a:pt x="532" y="201"/>
                </a:lnTo>
                <a:lnTo>
                  <a:pt x="533" y="201"/>
                </a:lnTo>
                <a:lnTo>
                  <a:pt x="533" y="202"/>
                </a:lnTo>
                <a:lnTo>
                  <a:pt x="534" y="202"/>
                </a:lnTo>
                <a:lnTo>
                  <a:pt x="534" y="203"/>
                </a:lnTo>
                <a:lnTo>
                  <a:pt x="535" y="203"/>
                </a:lnTo>
                <a:lnTo>
                  <a:pt x="535" y="204"/>
                </a:lnTo>
                <a:lnTo>
                  <a:pt x="536" y="205"/>
                </a:lnTo>
                <a:lnTo>
                  <a:pt x="537" y="205"/>
                </a:lnTo>
                <a:lnTo>
                  <a:pt x="537" y="206"/>
                </a:lnTo>
                <a:lnTo>
                  <a:pt x="538" y="206"/>
                </a:lnTo>
                <a:lnTo>
                  <a:pt x="539" y="207"/>
                </a:lnTo>
                <a:lnTo>
                  <a:pt x="539" y="208"/>
                </a:lnTo>
                <a:lnTo>
                  <a:pt x="540" y="208"/>
                </a:lnTo>
                <a:lnTo>
                  <a:pt x="539" y="209"/>
                </a:lnTo>
                <a:lnTo>
                  <a:pt x="539" y="210"/>
                </a:lnTo>
                <a:lnTo>
                  <a:pt x="540" y="210"/>
                </a:lnTo>
                <a:lnTo>
                  <a:pt x="540" y="211"/>
                </a:lnTo>
                <a:lnTo>
                  <a:pt x="539" y="211"/>
                </a:lnTo>
                <a:lnTo>
                  <a:pt x="539" y="210"/>
                </a:lnTo>
                <a:lnTo>
                  <a:pt x="539" y="211"/>
                </a:lnTo>
                <a:lnTo>
                  <a:pt x="538" y="211"/>
                </a:lnTo>
                <a:lnTo>
                  <a:pt x="538" y="212"/>
                </a:lnTo>
                <a:lnTo>
                  <a:pt x="537" y="212"/>
                </a:lnTo>
                <a:lnTo>
                  <a:pt x="537" y="213"/>
                </a:lnTo>
                <a:lnTo>
                  <a:pt x="537" y="214"/>
                </a:lnTo>
                <a:lnTo>
                  <a:pt x="538" y="214"/>
                </a:lnTo>
                <a:lnTo>
                  <a:pt x="538" y="215"/>
                </a:lnTo>
                <a:lnTo>
                  <a:pt x="539" y="216"/>
                </a:lnTo>
                <a:lnTo>
                  <a:pt x="539" y="217"/>
                </a:lnTo>
                <a:lnTo>
                  <a:pt x="540" y="217"/>
                </a:lnTo>
                <a:lnTo>
                  <a:pt x="541" y="218"/>
                </a:lnTo>
                <a:lnTo>
                  <a:pt x="541" y="217"/>
                </a:lnTo>
                <a:lnTo>
                  <a:pt x="542" y="218"/>
                </a:lnTo>
                <a:lnTo>
                  <a:pt x="543" y="218"/>
                </a:lnTo>
                <a:lnTo>
                  <a:pt x="544" y="219"/>
                </a:lnTo>
                <a:lnTo>
                  <a:pt x="545" y="219"/>
                </a:lnTo>
                <a:lnTo>
                  <a:pt x="546" y="219"/>
                </a:lnTo>
                <a:lnTo>
                  <a:pt x="547" y="218"/>
                </a:lnTo>
                <a:lnTo>
                  <a:pt x="547" y="217"/>
                </a:lnTo>
                <a:lnTo>
                  <a:pt x="548" y="216"/>
                </a:lnTo>
                <a:lnTo>
                  <a:pt x="549" y="216"/>
                </a:lnTo>
                <a:lnTo>
                  <a:pt x="549" y="217"/>
                </a:lnTo>
                <a:lnTo>
                  <a:pt x="548" y="218"/>
                </a:lnTo>
                <a:lnTo>
                  <a:pt x="548" y="219"/>
                </a:lnTo>
                <a:lnTo>
                  <a:pt x="548" y="220"/>
                </a:lnTo>
                <a:lnTo>
                  <a:pt x="548" y="221"/>
                </a:lnTo>
                <a:lnTo>
                  <a:pt x="549" y="222"/>
                </a:lnTo>
                <a:lnTo>
                  <a:pt x="549" y="223"/>
                </a:lnTo>
                <a:lnTo>
                  <a:pt x="549" y="224"/>
                </a:lnTo>
                <a:lnTo>
                  <a:pt x="550" y="224"/>
                </a:lnTo>
                <a:lnTo>
                  <a:pt x="550" y="225"/>
                </a:lnTo>
                <a:lnTo>
                  <a:pt x="549" y="226"/>
                </a:lnTo>
                <a:lnTo>
                  <a:pt x="550" y="227"/>
                </a:lnTo>
                <a:lnTo>
                  <a:pt x="551" y="227"/>
                </a:lnTo>
                <a:lnTo>
                  <a:pt x="551" y="228"/>
                </a:lnTo>
                <a:lnTo>
                  <a:pt x="552" y="228"/>
                </a:lnTo>
                <a:lnTo>
                  <a:pt x="553" y="229"/>
                </a:lnTo>
                <a:lnTo>
                  <a:pt x="554" y="229"/>
                </a:lnTo>
                <a:lnTo>
                  <a:pt x="555" y="229"/>
                </a:lnTo>
                <a:lnTo>
                  <a:pt x="556" y="228"/>
                </a:lnTo>
                <a:lnTo>
                  <a:pt x="557" y="228"/>
                </a:lnTo>
                <a:lnTo>
                  <a:pt x="559" y="228"/>
                </a:lnTo>
                <a:lnTo>
                  <a:pt x="560" y="228"/>
                </a:lnTo>
                <a:lnTo>
                  <a:pt x="560" y="229"/>
                </a:lnTo>
                <a:lnTo>
                  <a:pt x="560" y="230"/>
                </a:lnTo>
                <a:lnTo>
                  <a:pt x="561" y="230"/>
                </a:lnTo>
                <a:lnTo>
                  <a:pt x="562" y="230"/>
                </a:lnTo>
                <a:lnTo>
                  <a:pt x="563" y="230"/>
                </a:lnTo>
                <a:lnTo>
                  <a:pt x="564" y="230"/>
                </a:lnTo>
                <a:lnTo>
                  <a:pt x="565" y="230"/>
                </a:lnTo>
                <a:lnTo>
                  <a:pt x="566" y="230"/>
                </a:lnTo>
                <a:lnTo>
                  <a:pt x="566" y="229"/>
                </a:lnTo>
                <a:lnTo>
                  <a:pt x="567" y="229"/>
                </a:lnTo>
                <a:lnTo>
                  <a:pt x="568" y="228"/>
                </a:lnTo>
                <a:lnTo>
                  <a:pt x="569" y="228"/>
                </a:lnTo>
                <a:lnTo>
                  <a:pt x="570" y="228"/>
                </a:lnTo>
                <a:lnTo>
                  <a:pt x="571" y="227"/>
                </a:lnTo>
                <a:lnTo>
                  <a:pt x="572" y="227"/>
                </a:lnTo>
                <a:lnTo>
                  <a:pt x="573" y="227"/>
                </a:lnTo>
                <a:lnTo>
                  <a:pt x="574" y="227"/>
                </a:lnTo>
                <a:lnTo>
                  <a:pt x="575" y="227"/>
                </a:lnTo>
                <a:lnTo>
                  <a:pt x="575" y="226"/>
                </a:lnTo>
                <a:lnTo>
                  <a:pt x="576" y="226"/>
                </a:lnTo>
                <a:lnTo>
                  <a:pt x="577" y="226"/>
                </a:lnTo>
                <a:lnTo>
                  <a:pt x="578" y="226"/>
                </a:lnTo>
                <a:lnTo>
                  <a:pt x="579" y="225"/>
                </a:lnTo>
                <a:lnTo>
                  <a:pt x="580" y="224"/>
                </a:lnTo>
                <a:lnTo>
                  <a:pt x="581" y="224"/>
                </a:lnTo>
                <a:lnTo>
                  <a:pt x="581" y="223"/>
                </a:lnTo>
                <a:lnTo>
                  <a:pt x="582" y="223"/>
                </a:lnTo>
                <a:lnTo>
                  <a:pt x="583" y="223"/>
                </a:lnTo>
                <a:lnTo>
                  <a:pt x="582" y="223"/>
                </a:lnTo>
                <a:lnTo>
                  <a:pt x="582" y="222"/>
                </a:lnTo>
                <a:lnTo>
                  <a:pt x="581" y="222"/>
                </a:lnTo>
                <a:lnTo>
                  <a:pt x="581" y="221"/>
                </a:lnTo>
                <a:lnTo>
                  <a:pt x="581" y="220"/>
                </a:lnTo>
                <a:lnTo>
                  <a:pt x="580" y="220"/>
                </a:lnTo>
                <a:lnTo>
                  <a:pt x="579" y="220"/>
                </a:lnTo>
                <a:lnTo>
                  <a:pt x="579" y="219"/>
                </a:lnTo>
                <a:lnTo>
                  <a:pt x="580" y="219"/>
                </a:lnTo>
                <a:lnTo>
                  <a:pt x="580" y="218"/>
                </a:lnTo>
                <a:lnTo>
                  <a:pt x="581" y="218"/>
                </a:lnTo>
                <a:lnTo>
                  <a:pt x="582" y="218"/>
                </a:lnTo>
                <a:lnTo>
                  <a:pt x="582" y="217"/>
                </a:lnTo>
                <a:lnTo>
                  <a:pt x="582" y="216"/>
                </a:lnTo>
                <a:lnTo>
                  <a:pt x="582" y="215"/>
                </a:lnTo>
                <a:lnTo>
                  <a:pt x="583" y="215"/>
                </a:lnTo>
                <a:lnTo>
                  <a:pt x="583" y="214"/>
                </a:lnTo>
                <a:lnTo>
                  <a:pt x="583" y="213"/>
                </a:lnTo>
                <a:lnTo>
                  <a:pt x="582" y="213"/>
                </a:lnTo>
                <a:lnTo>
                  <a:pt x="581" y="212"/>
                </a:lnTo>
                <a:lnTo>
                  <a:pt x="582" y="212"/>
                </a:lnTo>
                <a:lnTo>
                  <a:pt x="582" y="211"/>
                </a:lnTo>
                <a:lnTo>
                  <a:pt x="581" y="211"/>
                </a:lnTo>
                <a:lnTo>
                  <a:pt x="580" y="211"/>
                </a:lnTo>
                <a:lnTo>
                  <a:pt x="579" y="211"/>
                </a:lnTo>
                <a:lnTo>
                  <a:pt x="579" y="210"/>
                </a:lnTo>
                <a:lnTo>
                  <a:pt x="580" y="209"/>
                </a:lnTo>
                <a:lnTo>
                  <a:pt x="581" y="209"/>
                </a:lnTo>
                <a:lnTo>
                  <a:pt x="582" y="208"/>
                </a:lnTo>
                <a:lnTo>
                  <a:pt x="582" y="207"/>
                </a:lnTo>
                <a:lnTo>
                  <a:pt x="583" y="207"/>
                </a:lnTo>
                <a:lnTo>
                  <a:pt x="582" y="206"/>
                </a:lnTo>
                <a:lnTo>
                  <a:pt x="582" y="207"/>
                </a:lnTo>
                <a:lnTo>
                  <a:pt x="581" y="207"/>
                </a:lnTo>
                <a:lnTo>
                  <a:pt x="581" y="206"/>
                </a:lnTo>
                <a:lnTo>
                  <a:pt x="581" y="205"/>
                </a:lnTo>
                <a:lnTo>
                  <a:pt x="579" y="205"/>
                </a:lnTo>
                <a:lnTo>
                  <a:pt x="579" y="204"/>
                </a:lnTo>
                <a:lnTo>
                  <a:pt x="579" y="203"/>
                </a:lnTo>
                <a:lnTo>
                  <a:pt x="579" y="202"/>
                </a:lnTo>
                <a:lnTo>
                  <a:pt x="578" y="201"/>
                </a:lnTo>
                <a:lnTo>
                  <a:pt x="579" y="200"/>
                </a:lnTo>
                <a:lnTo>
                  <a:pt x="579" y="199"/>
                </a:lnTo>
                <a:lnTo>
                  <a:pt x="580" y="199"/>
                </a:lnTo>
                <a:lnTo>
                  <a:pt x="579" y="199"/>
                </a:lnTo>
                <a:lnTo>
                  <a:pt x="580" y="198"/>
                </a:lnTo>
                <a:lnTo>
                  <a:pt x="580" y="199"/>
                </a:lnTo>
                <a:lnTo>
                  <a:pt x="582" y="200"/>
                </a:lnTo>
                <a:lnTo>
                  <a:pt x="583" y="200"/>
                </a:lnTo>
                <a:lnTo>
                  <a:pt x="584" y="200"/>
                </a:lnTo>
                <a:lnTo>
                  <a:pt x="585" y="201"/>
                </a:lnTo>
                <a:lnTo>
                  <a:pt x="585" y="200"/>
                </a:lnTo>
                <a:lnTo>
                  <a:pt x="586" y="200"/>
                </a:lnTo>
                <a:lnTo>
                  <a:pt x="587" y="200"/>
                </a:lnTo>
                <a:lnTo>
                  <a:pt x="588" y="201"/>
                </a:lnTo>
                <a:lnTo>
                  <a:pt x="589" y="201"/>
                </a:lnTo>
                <a:lnTo>
                  <a:pt x="590" y="200"/>
                </a:lnTo>
                <a:lnTo>
                  <a:pt x="590" y="199"/>
                </a:lnTo>
                <a:lnTo>
                  <a:pt x="591" y="199"/>
                </a:lnTo>
                <a:lnTo>
                  <a:pt x="591" y="198"/>
                </a:lnTo>
                <a:lnTo>
                  <a:pt x="591" y="197"/>
                </a:lnTo>
                <a:lnTo>
                  <a:pt x="591" y="196"/>
                </a:lnTo>
                <a:lnTo>
                  <a:pt x="592" y="195"/>
                </a:lnTo>
                <a:lnTo>
                  <a:pt x="592" y="194"/>
                </a:lnTo>
                <a:lnTo>
                  <a:pt x="592" y="193"/>
                </a:lnTo>
                <a:lnTo>
                  <a:pt x="592" y="192"/>
                </a:lnTo>
                <a:lnTo>
                  <a:pt x="593" y="192"/>
                </a:lnTo>
                <a:lnTo>
                  <a:pt x="593" y="191"/>
                </a:lnTo>
                <a:lnTo>
                  <a:pt x="594" y="191"/>
                </a:lnTo>
                <a:lnTo>
                  <a:pt x="596" y="191"/>
                </a:lnTo>
                <a:lnTo>
                  <a:pt x="597" y="190"/>
                </a:lnTo>
                <a:lnTo>
                  <a:pt x="598" y="190"/>
                </a:lnTo>
                <a:lnTo>
                  <a:pt x="599" y="189"/>
                </a:lnTo>
                <a:lnTo>
                  <a:pt x="600" y="189"/>
                </a:lnTo>
                <a:lnTo>
                  <a:pt x="600" y="188"/>
                </a:lnTo>
                <a:lnTo>
                  <a:pt x="600" y="187"/>
                </a:lnTo>
                <a:lnTo>
                  <a:pt x="601" y="187"/>
                </a:lnTo>
                <a:lnTo>
                  <a:pt x="602" y="187"/>
                </a:lnTo>
                <a:lnTo>
                  <a:pt x="603" y="186"/>
                </a:lnTo>
                <a:lnTo>
                  <a:pt x="604" y="185"/>
                </a:lnTo>
                <a:lnTo>
                  <a:pt x="605" y="184"/>
                </a:lnTo>
                <a:lnTo>
                  <a:pt x="606" y="184"/>
                </a:lnTo>
                <a:lnTo>
                  <a:pt x="607" y="184"/>
                </a:lnTo>
                <a:lnTo>
                  <a:pt x="608" y="185"/>
                </a:lnTo>
                <a:lnTo>
                  <a:pt x="608" y="186"/>
                </a:lnTo>
                <a:lnTo>
                  <a:pt x="608" y="187"/>
                </a:lnTo>
                <a:lnTo>
                  <a:pt x="609" y="187"/>
                </a:lnTo>
                <a:lnTo>
                  <a:pt x="610" y="187"/>
                </a:lnTo>
                <a:lnTo>
                  <a:pt x="610" y="188"/>
                </a:lnTo>
                <a:lnTo>
                  <a:pt x="611" y="188"/>
                </a:lnTo>
                <a:lnTo>
                  <a:pt x="612" y="188"/>
                </a:lnTo>
                <a:lnTo>
                  <a:pt x="612" y="189"/>
                </a:lnTo>
                <a:lnTo>
                  <a:pt x="613" y="189"/>
                </a:lnTo>
                <a:lnTo>
                  <a:pt x="613" y="190"/>
                </a:lnTo>
                <a:lnTo>
                  <a:pt x="613" y="191"/>
                </a:lnTo>
                <a:lnTo>
                  <a:pt x="614" y="191"/>
                </a:lnTo>
                <a:lnTo>
                  <a:pt x="614" y="192"/>
                </a:lnTo>
                <a:lnTo>
                  <a:pt x="615" y="192"/>
                </a:lnTo>
                <a:lnTo>
                  <a:pt x="615" y="193"/>
                </a:lnTo>
                <a:lnTo>
                  <a:pt x="615" y="195"/>
                </a:lnTo>
                <a:lnTo>
                  <a:pt x="615" y="196"/>
                </a:lnTo>
                <a:lnTo>
                  <a:pt x="616" y="196"/>
                </a:lnTo>
                <a:lnTo>
                  <a:pt x="616" y="197"/>
                </a:lnTo>
                <a:lnTo>
                  <a:pt x="617" y="198"/>
                </a:lnTo>
                <a:lnTo>
                  <a:pt x="617" y="199"/>
                </a:lnTo>
                <a:lnTo>
                  <a:pt x="616" y="199"/>
                </a:lnTo>
                <a:lnTo>
                  <a:pt x="616" y="201"/>
                </a:lnTo>
                <a:lnTo>
                  <a:pt x="616" y="202"/>
                </a:lnTo>
                <a:lnTo>
                  <a:pt x="615" y="202"/>
                </a:lnTo>
                <a:lnTo>
                  <a:pt x="615" y="201"/>
                </a:lnTo>
                <a:lnTo>
                  <a:pt x="614" y="201"/>
                </a:lnTo>
                <a:lnTo>
                  <a:pt x="614" y="202"/>
                </a:lnTo>
                <a:lnTo>
                  <a:pt x="614" y="203"/>
                </a:lnTo>
                <a:lnTo>
                  <a:pt x="615" y="203"/>
                </a:lnTo>
                <a:lnTo>
                  <a:pt x="616" y="204"/>
                </a:lnTo>
                <a:lnTo>
                  <a:pt x="616" y="205"/>
                </a:lnTo>
                <a:lnTo>
                  <a:pt x="616" y="206"/>
                </a:lnTo>
                <a:lnTo>
                  <a:pt x="616" y="207"/>
                </a:lnTo>
                <a:lnTo>
                  <a:pt x="615" y="208"/>
                </a:lnTo>
                <a:lnTo>
                  <a:pt x="615" y="209"/>
                </a:lnTo>
                <a:lnTo>
                  <a:pt x="614" y="209"/>
                </a:lnTo>
                <a:lnTo>
                  <a:pt x="614" y="210"/>
                </a:lnTo>
                <a:lnTo>
                  <a:pt x="614" y="211"/>
                </a:lnTo>
                <a:lnTo>
                  <a:pt x="615" y="211"/>
                </a:lnTo>
                <a:lnTo>
                  <a:pt x="616" y="211"/>
                </a:lnTo>
                <a:lnTo>
                  <a:pt x="616" y="212"/>
                </a:lnTo>
                <a:lnTo>
                  <a:pt x="616" y="213"/>
                </a:lnTo>
                <a:lnTo>
                  <a:pt x="615" y="213"/>
                </a:lnTo>
                <a:lnTo>
                  <a:pt x="615" y="214"/>
                </a:lnTo>
                <a:lnTo>
                  <a:pt x="615" y="215"/>
                </a:lnTo>
                <a:lnTo>
                  <a:pt x="614" y="215"/>
                </a:lnTo>
                <a:lnTo>
                  <a:pt x="614" y="216"/>
                </a:lnTo>
                <a:lnTo>
                  <a:pt x="615" y="216"/>
                </a:lnTo>
                <a:lnTo>
                  <a:pt x="615" y="217"/>
                </a:lnTo>
                <a:lnTo>
                  <a:pt x="615" y="218"/>
                </a:lnTo>
                <a:lnTo>
                  <a:pt x="616" y="219"/>
                </a:lnTo>
                <a:lnTo>
                  <a:pt x="616" y="220"/>
                </a:lnTo>
                <a:lnTo>
                  <a:pt x="616" y="221"/>
                </a:lnTo>
                <a:lnTo>
                  <a:pt x="617" y="221"/>
                </a:lnTo>
                <a:lnTo>
                  <a:pt x="617" y="222"/>
                </a:lnTo>
                <a:lnTo>
                  <a:pt x="618" y="222"/>
                </a:lnTo>
                <a:lnTo>
                  <a:pt x="618" y="223"/>
                </a:lnTo>
                <a:lnTo>
                  <a:pt x="619" y="223"/>
                </a:lnTo>
                <a:lnTo>
                  <a:pt x="619" y="224"/>
                </a:lnTo>
                <a:lnTo>
                  <a:pt x="620" y="224"/>
                </a:lnTo>
                <a:lnTo>
                  <a:pt x="621" y="225"/>
                </a:lnTo>
                <a:lnTo>
                  <a:pt x="622" y="226"/>
                </a:lnTo>
                <a:lnTo>
                  <a:pt x="622" y="227"/>
                </a:lnTo>
                <a:lnTo>
                  <a:pt x="622" y="228"/>
                </a:lnTo>
                <a:lnTo>
                  <a:pt x="623" y="228"/>
                </a:lnTo>
                <a:lnTo>
                  <a:pt x="623" y="229"/>
                </a:lnTo>
                <a:lnTo>
                  <a:pt x="624" y="229"/>
                </a:lnTo>
                <a:lnTo>
                  <a:pt x="624" y="230"/>
                </a:lnTo>
                <a:lnTo>
                  <a:pt x="624" y="231"/>
                </a:lnTo>
                <a:lnTo>
                  <a:pt x="625" y="231"/>
                </a:lnTo>
                <a:lnTo>
                  <a:pt x="624" y="231"/>
                </a:lnTo>
                <a:lnTo>
                  <a:pt x="625" y="231"/>
                </a:lnTo>
                <a:lnTo>
                  <a:pt x="625" y="232"/>
                </a:lnTo>
                <a:lnTo>
                  <a:pt x="625" y="233"/>
                </a:lnTo>
                <a:lnTo>
                  <a:pt x="625" y="234"/>
                </a:lnTo>
                <a:lnTo>
                  <a:pt x="626" y="235"/>
                </a:lnTo>
                <a:lnTo>
                  <a:pt x="626" y="236"/>
                </a:lnTo>
                <a:lnTo>
                  <a:pt x="626" y="237"/>
                </a:lnTo>
                <a:lnTo>
                  <a:pt x="626" y="238"/>
                </a:lnTo>
                <a:lnTo>
                  <a:pt x="627" y="238"/>
                </a:lnTo>
                <a:lnTo>
                  <a:pt x="627" y="239"/>
                </a:lnTo>
                <a:lnTo>
                  <a:pt x="628" y="239"/>
                </a:lnTo>
                <a:lnTo>
                  <a:pt x="628" y="240"/>
                </a:lnTo>
                <a:lnTo>
                  <a:pt x="629" y="241"/>
                </a:lnTo>
                <a:lnTo>
                  <a:pt x="630" y="242"/>
                </a:lnTo>
                <a:lnTo>
                  <a:pt x="631" y="242"/>
                </a:lnTo>
                <a:lnTo>
                  <a:pt x="631" y="243"/>
                </a:lnTo>
                <a:lnTo>
                  <a:pt x="630" y="244"/>
                </a:lnTo>
                <a:lnTo>
                  <a:pt x="630" y="245"/>
                </a:lnTo>
                <a:lnTo>
                  <a:pt x="630" y="246"/>
                </a:lnTo>
                <a:lnTo>
                  <a:pt x="631" y="246"/>
                </a:lnTo>
                <a:lnTo>
                  <a:pt x="631" y="247"/>
                </a:lnTo>
                <a:lnTo>
                  <a:pt x="631" y="248"/>
                </a:lnTo>
                <a:lnTo>
                  <a:pt x="632" y="248"/>
                </a:lnTo>
                <a:lnTo>
                  <a:pt x="632" y="247"/>
                </a:lnTo>
                <a:lnTo>
                  <a:pt x="632" y="248"/>
                </a:lnTo>
                <a:lnTo>
                  <a:pt x="633" y="248"/>
                </a:lnTo>
                <a:lnTo>
                  <a:pt x="634" y="247"/>
                </a:lnTo>
                <a:lnTo>
                  <a:pt x="634" y="248"/>
                </a:lnTo>
                <a:lnTo>
                  <a:pt x="635" y="248"/>
                </a:lnTo>
                <a:lnTo>
                  <a:pt x="636" y="247"/>
                </a:lnTo>
                <a:lnTo>
                  <a:pt x="636" y="246"/>
                </a:lnTo>
                <a:lnTo>
                  <a:pt x="636" y="247"/>
                </a:lnTo>
                <a:lnTo>
                  <a:pt x="637" y="247"/>
                </a:lnTo>
                <a:lnTo>
                  <a:pt x="638" y="247"/>
                </a:lnTo>
                <a:lnTo>
                  <a:pt x="639" y="247"/>
                </a:lnTo>
                <a:lnTo>
                  <a:pt x="639" y="248"/>
                </a:lnTo>
                <a:lnTo>
                  <a:pt x="640" y="249"/>
                </a:lnTo>
                <a:lnTo>
                  <a:pt x="641" y="250"/>
                </a:lnTo>
                <a:lnTo>
                  <a:pt x="642" y="250"/>
                </a:lnTo>
                <a:lnTo>
                  <a:pt x="642" y="251"/>
                </a:lnTo>
                <a:lnTo>
                  <a:pt x="642" y="252"/>
                </a:lnTo>
                <a:lnTo>
                  <a:pt x="641" y="252"/>
                </a:lnTo>
                <a:lnTo>
                  <a:pt x="639" y="254"/>
                </a:lnTo>
                <a:lnTo>
                  <a:pt x="638" y="255"/>
                </a:lnTo>
                <a:lnTo>
                  <a:pt x="639" y="256"/>
                </a:lnTo>
                <a:lnTo>
                  <a:pt x="640" y="256"/>
                </a:lnTo>
                <a:lnTo>
                  <a:pt x="640" y="257"/>
                </a:lnTo>
                <a:lnTo>
                  <a:pt x="640" y="258"/>
                </a:lnTo>
                <a:lnTo>
                  <a:pt x="641" y="259"/>
                </a:lnTo>
                <a:lnTo>
                  <a:pt x="641" y="260"/>
                </a:lnTo>
                <a:lnTo>
                  <a:pt x="642" y="261"/>
                </a:lnTo>
                <a:lnTo>
                  <a:pt x="643" y="261"/>
                </a:lnTo>
                <a:lnTo>
                  <a:pt x="642" y="262"/>
                </a:lnTo>
                <a:lnTo>
                  <a:pt x="641" y="262"/>
                </a:lnTo>
                <a:lnTo>
                  <a:pt x="640" y="262"/>
                </a:lnTo>
                <a:lnTo>
                  <a:pt x="639" y="263"/>
                </a:lnTo>
                <a:lnTo>
                  <a:pt x="639" y="264"/>
                </a:lnTo>
                <a:lnTo>
                  <a:pt x="639" y="263"/>
                </a:lnTo>
                <a:lnTo>
                  <a:pt x="640" y="263"/>
                </a:lnTo>
                <a:lnTo>
                  <a:pt x="641" y="263"/>
                </a:lnTo>
                <a:lnTo>
                  <a:pt x="641" y="264"/>
                </a:lnTo>
                <a:lnTo>
                  <a:pt x="640" y="264"/>
                </a:lnTo>
                <a:lnTo>
                  <a:pt x="641" y="264"/>
                </a:lnTo>
                <a:lnTo>
                  <a:pt x="641" y="265"/>
                </a:lnTo>
                <a:lnTo>
                  <a:pt x="642" y="265"/>
                </a:lnTo>
                <a:lnTo>
                  <a:pt x="642" y="264"/>
                </a:lnTo>
                <a:lnTo>
                  <a:pt x="643" y="264"/>
                </a:lnTo>
                <a:lnTo>
                  <a:pt x="643" y="265"/>
                </a:lnTo>
                <a:lnTo>
                  <a:pt x="644" y="266"/>
                </a:lnTo>
                <a:lnTo>
                  <a:pt x="644" y="267"/>
                </a:lnTo>
                <a:lnTo>
                  <a:pt x="645" y="268"/>
                </a:lnTo>
                <a:lnTo>
                  <a:pt x="644" y="268"/>
                </a:lnTo>
                <a:lnTo>
                  <a:pt x="644" y="269"/>
                </a:lnTo>
                <a:lnTo>
                  <a:pt x="645" y="269"/>
                </a:lnTo>
                <a:lnTo>
                  <a:pt x="645" y="270"/>
                </a:lnTo>
                <a:lnTo>
                  <a:pt x="646" y="270"/>
                </a:lnTo>
                <a:lnTo>
                  <a:pt x="646" y="271"/>
                </a:lnTo>
                <a:lnTo>
                  <a:pt x="647" y="273"/>
                </a:lnTo>
                <a:lnTo>
                  <a:pt x="647" y="274"/>
                </a:lnTo>
                <a:lnTo>
                  <a:pt x="648" y="274"/>
                </a:lnTo>
                <a:lnTo>
                  <a:pt x="648" y="276"/>
                </a:lnTo>
                <a:lnTo>
                  <a:pt x="648" y="277"/>
                </a:lnTo>
                <a:lnTo>
                  <a:pt x="649" y="278"/>
                </a:lnTo>
                <a:lnTo>
                  <a:pt x="649" y="279"/>
                </a:lnTo>
                <a:lnTo>
                  <a:pt x="649" y="280"/>
                </a:lnTo>
                <a:lnTo>
                  <a:pt x="650" y="280"/>
                </a:lnTo>
                <a:lnTo>
                  <a:pt x="650" y="281"/>
                </a:lnTo>
                <a:lnTo>
                  <a:pt x="650" y="282"/>
                </a:lnTo>
                <a:lnTo>
                  <a:pt x="651" y="282"/>
                </a:lnTo>
                <a:lnTo>
                  <a:pt x="652" y="282"/>
                </a:lnTo>
                <a:lnTo>
                  <a:pt x="652" y="283"/>
                </a:lnTo>
                <a:lnTo>
                  <a:pt x="653" y="284"/>
                </a:lnTo>
                <a:lnTo>
                  <a:pt x="654" y="284"/>
                </a:lnTo>
                <a:lnTo>
                  <a:pt x="656" y="283"/>
                </a:lnTo>
                <a:lnTo>
                  <a:pt x="657" y="282"/>
                </a:lnTo>
                <a:lnTo>
                  <a:pt x="658" y="282"/>
                </a:lnTo>
                <a:lnTo>
                  <a:pt x="659" y="282"/>
                </a:lnTo>
                <a:lnTo>
                  <a:pt x="660" y="283"/>
                </a:lnTo>
                <a:lnTo>
                  <a:pt x="660" y="284"/>
                </a:lnTo>
                <a:lnTo>
                  <a:pt x="661" y="284"/>
                </a:lnTo>
                <a:lnTo>
                  <a:pt x="662" y="284"/>
                </a:lnTo>
                <a:lnTo>
                  <a:pt x="663" y="284"/>
                </a:lnTo>
                <a:lnTo>
                  <a:pt x="663" y="285"/>
                </a:lnTo>
                <a:lnTo>
                  <a:pt x="664" y="285"/>
                </a:lnTo>
                <a:lnTo>
                  <a:pt x="665" y="285"/>
                </a:lnTo>
                <a:lnTo>
                  <a:pt x="666" y="284"/>
                </a:lnTo>
                <a:lnTo>
                  <a:pt x="667" y="284"/>
                </a:lnTo>
                <a:lnTo>
                  <a:pt x="668" y="283"/>
                </a:lnTo>
                <a:lnTo>
                  <a:pt x="669" y="283"/>
                </a:lnTo>
                <a:lnTo>
                  <a:pt x="671" y="283"/>
                </a:lnTo>
                <a:lnTo>
                  <a:pt x="672" y="283"/>
                </a:lnTo>
                <a:lnTo>
                  <a:pt x="672" y="282"/>
                </a:lnTo>
                <a:lnTo>
                  <a:pt x="673" y="282"/>
                </a:lnTo>
                <a:lnTo>
                  <a:pt x="674" y="282"/>
                </a:lnTo>
                <a:lnTo>
                  <a:pt x="675" y="282"/>
                </a:lnTo>
                <a:lnTo>
                  <a:pt x="676" y="281"/>
                </a:lnTo>
                <a:lnTo>
                  <a:pt x="677" y="281"/>
                </a:lnTo>
                <a:lnTo>
                  <a:pt x="679" y="281"/>
                </a:lnTo>
                <a:lnTo>
                  <a:pt x="680" y="281"/>
                </a:lnTo>
                <a:lnTo>
                  <a:pt x="681" y="280"/>
                </a:lnTo>
                <a:lnTo>
                  <a:pt x="682" y="280"/>
                </a:lnTo>
                <a:lnTo>
                  <a:pt x="682" y="279"/>
                </a:lnTo>
                <a:lnTo>
                  <a:pt x="683" y="279"/>
                </a:lnTo>
                <a:lnTo>
                  <a:pt x="684" y="279"/>
                </a:lnTo>
                <a:lnTo>
                  <a:pt x="684" y="278"/>
                </a:lnTo>
                <a:lnTo>
                  <a:pt x="684" y="277"/>
                </a:lnTo>
                <a:lnTo>
                  <a:pt x="685" y="277"/>
                </a:lnTo>
                <a:lnTo>
                  <a:pt x="685" y="276"/>
                </a:lnTo>
                <a:lnTo>
                  <a:pt x="684" y="275"/>
                </a:lnTo>
                <a:lnTo>
                  <a:pt x="684" y="274"/>
                </a:lnTo>
                <a:lnTo>
                  <a:pt x="684" y="273"/>
                </a:lnTo>
                <a:lnTo>
                  <a:pt x="683" y="272"/>
                </a:lnTo>
                <a:lnTo>
                  <a:pt x="683" y="271"/>
                </a:lnTo>
                <a:lnTo>
                  <a:pt x="683" y="270"/>
                </a:lnTo>
                <a:lnTo>
                  <a:pt x="683" y="269"/>
                </a:lnTo>
                <a:lnTo>
                  <a:pt x="683" y="268"/>
                </a:lnTo>
                <a:lnTo>
                  <a:pt x="683" y="267"/>
                </a:lnTo>
                <a:lnTo>
                  <a:pt x="684" y="267"/>
                </a:lnTo>
                <a:lnTo>
                  <a:pt x="684" y="266"/>
                </a:lnTo>
                <a:lnTo>
                  <a:pt x="685" y="266"/>
                </a:lnTo>
                <a:lnTo>
                  <a:pt x="684" y="266"/>
                </a:lnTo>
                <a:lnTo>
                  <a:pt x="684" y="265"/>
                </a:lnTo>
                <a:lnTo>
                  <a:pt x="683" y="265"/>
                </a:lnTo>
                <a:lnTo>
                  <a:pt x="683" y="264"/>
                </a:lnTo>
                <a:lnTo>
                  <a:pt x="683" y="263"/>
                </a:lnTo>
                <a:lnTo>
                  <a:pt x="683" y="262"/>
                </a:lnTo>
                <a:lnTo>
                  <a:pt x="683" y="261"/>
                </a:lnTo>
                <a:lnTo>
                  <a:pt x="683" y="260"/>
                </a:lnTo>
                <a:lnTo>
                  <a:pt x="683" y="259"/>
                </a:lnTo>
                <a:lnTo>
                  <a:pt x="684" y="257"/>
                </a:lnTo>
                <a:lnTo>
                  <a:pt x="685" y="257"/>
                </a:lnTo>
                <a:lnTo>
                  <a:pt x="685" y="256"/>
                </a:lnTo>
                <a:lnTo>
                  <a:pt x="686" y="256"/>
                </a:lnTo>
                <a:lnTo>
                  <a:pt x="686" y="255"/>
                </a:lnTo>
                <a:lnTo>
                  <a:pt x="687" y="255"/>
                </a:lnTo>
                <a:lnTo>
                  <a:pt x="688" y="256"/>
                </a:lnTo>
                <a:lnTo>
                  <a:pt x="689" y="256"/>
                </a:lnTo>
                <a:lnTo>
                  <a:pt x="689" y="257"/>
                </a:lnTo>
                <a:lnTo>
                  <a:pt x="690" y="257"/>
                </a:lnTo>
                <a:lnTo>
                  <a:pt x="691" y="258"/>
                </a:lnTo>
                <a:lnTo>
                  <a:pt x="691" y="257"/>
                </a:lnTo>
                <a:lnTo>
                  <a:pt x="692" y="257"/>
                </a:lnTo>
                <a:lnTo>
                  <a:pt x="691" y="256"/>
                </a:lnTo>
                <a:lnTo>
                  <a:pt x="692" y="256"/>
                </a:lnTo>
                <a:lnTo>
                  <a:pt x="694" y="257"/>
                </a:lnTo>
                <a:lnTo>
                  <a:pt x="695" y="257"/>
                </a:lnTo>
                <a:lnTo>
                  <a:pt x="696" y="257"/>
                </a:lnTo>
                <a:lnTo>
                  <a:pt x="697" y="257"/>
                </a:lnTo>
                <a:lnTo>
                  <a:pt x="698" y="256"/>
                </a:lnTo>
                <a:lnTo>
                  <a:pt x="699" y="256"/>
                </a:lnTo>
                <a:lnTo>
                  <a:pt x="699" y="255"/>
                </a:lnTo>
                <a:lnTo>
                  <a:pt x="700" y="255"/>
                </a:lnTo>
                <a:lnTo>
                  <a:pt x="700" y="254"/>
                </a:lnTo>
                <a:lnTo>
                  <a:pt x="701" y="254"/>
                </a:lnTo>
                <a:lnTo>
                  <a:pt x="701" y="253"/>
                </a:lnTo>
                <a:lnTo>
                  <a:pt x="702" y="253"/>
                </a:lnTo>
                <a:lnTo>
                  <a:pt x="703" y="253"/>
                </a:lnTo>
                <a:lnTo>
                  <a:pt x="704" y="252"/>
                </a:lnTo>
                <a:lnTo>
                  <a:pt x="705" y="251"/>
                </a:lnTo>
                <a:lnTo>
                  <a:pt x="705" y="250"/>
                </a:lnTo>
                <a:lnTo>
                  <a:pt x="706" y="250"/>
                </a:lnTo>
                <a:lnTo>
                  <a:pt x="708" y="250"/>
                </a:lnTo>
                <a:lnTo>
                  <a:pt x="708" y="249"/>
                </a:lnTo>
                <a:lnTo>
                  <a:pt x="709" y="249"/>
                </a:lnTo>
                <a:lnTo>
                  <a:pt x="710" y="250"/>
                </a:lnTo>
                <a:lnTo>
                  <a:pt x="711" y="250"/>
                </a:lnTo>
                <a:lnTo>
                  <a:pt x="712" y="250"/>
                </a:lnTo>
                <a:lnTo>
                  <a:pt x="713" y="250"/>
                </a:lnTo>
                <a:lnTo>
                  <a:pt x="714" y="250"/>
                </a:lnTo>
                <a:lnTo>
                  <a:pt x="715" y="250"/>
                </a:lnTo>
                <a:lnTo>
                  <a:pt x="717" y="250"/>
                </a:lnTo>
                <a:lnTo>
                  <a:pt x="717" y="249"/>
                </a:lnTo>
                <a:lnTo>
                  <a:pt x="718" y="249"/>
                </a:lnTo>
                <a:lnTo>
                  <a:pt x="719" y="249"/>
                </a:lnTo>
                <a:lnTo>
                  <a:pt x="721" y="249"/>
                </a:lnTo>
                <a:lnTo>
                  <a:pt x="722" y="250"/>
                </a:lnTo>
                <a:lnTo>
                  <a:pt x="723" y="250"/>
                </a:lnTo>
                <a:lnTo>
                  <a:pt x="723" y="249"/>
                </a:lnTo>
                <a:lnTo>
                  <a:pt x="724" y="249"/>
                </a:lnTo>
                <a:lnTo>
                  <a:pt x="725" y="249"/>
                </a:lnTo>
                <a:lnTo>
                  <a:pt x="726" y="249"/>
                </a:lnTo>
                <a:lnTo>
                  <a:pt x="728" y="249"/>
                </a:lnTo>
                <a:lnTo>
                  <a:pt x="729" y="249"/>
                </a:lnTo>
                <a:lnTo>
                  <a:pt x="730" y="249"/>
                </a:lnTo>
                <a:lnTo>
                  <a:pt x="730" y="248"/>
                </a:lnTo>
                <a:lnTo>
                  <a:pt x="730" y="247"/>
                </a:lnTo>
                <a:lnTo>
                  <a:pt x="731" y="247"/>
                </a:lnTo>
                <a:lnTo>
                  <a:pt x="732" y="247"/>
                </a:lnTo>
                <a:lnTo>
                  <a:pt x="732" y="248"/>
                </a:lnTo>
                <a:lnTo>
                  <a:pt x="733" y="248"/>
                </a:lnTo>
                <a:lnTo>
                  <a:pt x="733" y="247"/>
                </a:lnTo>
                <a:lnTo>
                  <a:pt x="734" y="247"/>
                </a:lnTo>
                <a:lnTo>
                  <a:pt x="734" y="246"/>
                </a:lnTo>
                <a:lnTo>
                  <a:pt x="734" y="245"/>
                </a:lnTo>
                <a:lnTo>
                  <a:pt x="734" y="244"/>
                </a:lnTo>
                <a:lnTo>
                  <a:pt x="734" y="243"/>
                </a:lnTo>
                <a:lnTo>
                  <a:pt x="735" y="243"/>
                </a:lnTo>
                <a:lnTo>
                  <a:pt x="735" y="242"/>
                </a:lnTo>
                <a:lnTo>
                  <a:pt x="734" y="242"/>
                </a:lnTo>
                <a:lnTo>
                  <a:pt x="734" y="241"/>
                </a:lnTo>
                <a:lnTo>
                  <a:pt x="734" y="240"/>
                </a:lnTo>
                <a:lnTo>
                  <a:pt x="735" y="240"/>
                </a:lnTo>
                <a:lnTo>
                  <a:pt x="736" y="240"/>
                </a:lnTo>
                <a:lnTo>
                  <a:pt x="737" y="240"/>
                </a:lnTo>
                <a:lnTo>
                  <a:pt x="737" y="239"/>
                </a:lnTo>
                <a:lnTo>
                  <a:pt x="738" y="239"/>
                </a:lnTo>
                <a:lnTo>
                  <a:pt x="739" y="238"/>
                </a:lnTo>
                <a:lnTo>
                  <a:pt x="739" y="237"/>
                </a:lnTo>
                <a:lnTo>
                  <a:pt x="740" y="237"/>
                </a:lnTo>
                <a:lnTo>
                  <a:pt x="740" y="236"/>
                </a:lnTo>
                <a:lnTo>
                  <a:pt x="741" y="236"/>
                </a:lnTo>
                <a:lnTo>
                  <a:pt x="742" y="235"/>
                </a:lnTo>
                <a:lnTo>
                  <a:pt x="742" y="236"/>
                </a:lnTo>
                <a:lnTo>
                  <a:pt x="742" y="237"/>
                </a:lnTo>
                <a:lnTo>
                  <a:pt x="743" y="237"/>
                </a:lnTo>
                <a:lnTo>
                  <a:pt x="743" y="236"/>
                </a:lnTo>
                <a:lnTo>
                  <a:pt x="744" y="236"/>
                </a:lnTo>
                <a:lnTo>
                  <a:pt x="744" y="235"/>
                </a:lnTo>
                <a:lnTo>
                  <a:pt x="745" y="235"/>
                </a:lnTo>
                <a:lnTo>
                  <a:pt x="745" y="234"/>
                </a:lnTo>
                <a:lnTo>
                  <a:pt x="746" y="234"/>
                </a:lnTo>
                <a:lnTo>
                  <a:pt x="746" y="235"/>
                </a:lnTo>
                <a:lnTo>
                  <a:pt x="747" y="235"/>
                </a:lnTo>
                <a:lnTo>
                  <a:pt x="747" y="234"/>
                </a:lnTo>
                <a:lnTo>
                  <a:pt x="748" y="234"/>
                </a:lnTo>
                <a:lnTo>
                  <a:pt x="749" y="234"/>
                </a:lnTo>
                <a:lnTo>
                  <a:pt x="750" y="234"/>
                </a:lnTo>
                <a:lnTo>
                  <a:pt x="750" y="235"/>
                </a:lnTo>
                <a:lnTo>
                  <a:pt x="751" y="235"/>
                </a:lnTo>
                <a:lnTo>
                  <a:pt x="752" y="235"/>
                </a:lnTo>
                <a:lnTo>
                  <a:pt x="752" y="236"/>
                </a:lnTo>
                <a:lnTo>
                  <a:pt x="752" y="237"/>
                </a:lnTo>
                <a:lnTo>
                  <a:pt x="753" y="237"/>
                </a:lnTo>
                <a:lnTo>
                  <a:pt x="753" y="236"/>
                </a:lnTo>
                <a:lnTo>
                  <a:pt x="754" y="237"/>
                </a:lnTo>
                <a:lnTo>
                  <a:pt x="754" y="238"/>
                </a:lnTo>
                <a:lnTo>
                  <a:pt x="753" y="238"/>
                </a:lnTo>
                <a:lnTo>
                  <a:pt x="753" y="239"/>
                </a:lnTo>
                <a:lnTo>
                  <a:pt x="754" y="239"/>
                </a:lnTo>
                <a:lnTo>
                  <a:pt x="754" y="240"/>
                </a:lnTo>
                <a:lnTo>
                  <a:pt x="755" y="241"/>
                </a:lnTo>
                <a:lnTo>
                  <a:pt x="755" y="242"/>
                </a:lnTo>
                <a:lnTo>
                  <a:pt x="756" y="242"/>
                </a:lnTo>
                <a:lnTo>
                  <a:pt x="756" y="243"/>
                </a:lnTo>
                <a:lnTo>
                  <a:pt x="755" y="243"/>
                </a:lnTo>
                <a:lnTo>
                  <a:pt x="755" y="244"/>
                </a:lnTo>
                <a:lnTo>
                  <a:pt x="756" y="244"/>
                </a:lnTo>
                <a:lnTo>
                  <a:pt x="756" y="245"/>
                </a:lnTo>
                <a:lnTo>
                  <a:pt x="755" y="245"/>
                </a:lnTo>
                <a:lnTo>
                  <a:pt x="755" y="246"/>
                </a:lnTo>
                <a:lnTo>
                  <a:pt x="754" y="247"/>
                </a:lnTo>
                <a:lnTo>
                  <a:pt x="754" y="248"/>
                </a:lnTo>
                <a:lnTo>
                  <a:pt x="755" y="249"/>
                </a:lnTo>
                <a:lnTo>
                  <a:pt x="755" y="250"/>
                </a:lnTo>
                <a:lnTo>
                  <a:pt x="755" y="251"/>
                </a:lnTo>
                <a:lnTo>
                  <a:pt x="756" y="251"/>
                </a:lnTo>
                <a:lnTo>
                  <a:pt x="757" y="252"/>
                </a:lnTo>
                <a:lnTo>
                  <a:pt x="757" y="251"/>
                </a:lnTo>
                <a:lnTo>
                  <a:pt x="758" y="252"/>
                </a:lnTo>
                <a:lnTo>
                  <a:pt x="758" y="253"/>
                </a:lnTo>
                <a:lnTo>
                  <a:pt x="759" y="253"/>
                </a:lnTo>
                <a:lnTo>
                  <a:pt x="760" y="254"/>
                </a:lnTo>
                <a:lnTo>
                  <a:pt x="761" y="253"/>
                </a:lnTo>
                <a:lnTo>
                  <a:pt x="762" y="253"/>
                </a:lnTo>
                <a:lnTo>
                  <a:pt x="763" y="253"/>
                </a:lnTo>
                <a:lnTo>
                  <a:pt x="763" y="252"/>
                </a:lnTo>
                <a:lnTo>
                  <a:pt x="764" y="252"/>
                </a:lnTo>
                <a:lnTo>
                  <a:pt x="763" y="251"/>
                </a:lnTo>
                <a:lnTo>
                  <a:pt x="764" y="250"/>
                </a:lnTo>
                <a:lnTo>
                  <a:pt x="765" y="249"/>
                </a:lnTo>
                <a:lnTo>
                  <a:pt x="766" y="249"/>
                </a:lnTo>
                <a:lnTo>
                  <a:pt x="767" y="249"/>
                </a:lnTo>
                <a:lnTo>
                  <a:pt x="767" y="248"/>
                </a:lnTo>
                <a:lnTo>
                  <a:pt x="767" y="247"/>
                </a:lnTo>
                <a:lnTo>
                  <a:pt x="767" y="246"/>
                </a:lnTo>
                <a:lnTo>
                  <a:pt x="767" y="245"/>
                </a:lnTo>
                <a:lnTo>
                  <a:pt x="768" y="245"/>
                </a:lnTo>
                <a:lnTo>
                  <a:pt x="769" y="245"/>
                </a:lnTo>
                <a:lnTo>
                  <a:pt x="770" y="244"/>
                </a:lnTo>
                <a:lnTo>
                  <a:pt x="771" y="243"/>
                </a:lnTo>
                <a:lnTo>
                  <a:pt x="772" y="243"/>
                </a:lnTo>
                <a:lnTo>
                  <a:pt x="772" y="242"/>
                </a:lnTo>
                <a:lnTo>
                  <a:pt x="773" y="242"/>
                </a:lnTo>
                <a:lnTo>
                  <a:pt x="774" y="242"/>
                </a:lnTo>
                <a:lnTo>
                  <a:pt x="775" y="242"/>
                </a:lnTo>
                <a:lnTo>
                  <a:pt x="775" y="243"/>
                </a:lnTo>
                <a:lnTo>
                  <a:pt x="776" y="243"/>
                </a:lnTo>
                <a:lnTo>
                  <a:pt x="777" y="242"/>
                </a:lnTo>
                <a:lnTo>
                  <a:pt x="777" y="241"/>
                </a:lnTo>
                <a:lnTo>
                  <a:pt x="778" y="241"/>
                </a:lnTo>
                <a:lnTo>
                  <a:pt x="778" y="240"/>
                </a:lnTo>
                <a:lnTo>
                  <a:pt x="778" y="239"/>
                </a:lnTo>
                <a:lnTo>
                  <a:pt x="778" y="238"/>
                </a:lnTo>
                <a:lnTo>
                  <a:pt x="779" y="238"/>
                </a:lnTo>
                <a:lnTo>
                  <a:pt x="780" y="238"/>
                </a:lnTo>
                <a:lnTo>
                  <a:pt x="780" y="237"/>
                </a:lnTo>
                <a:lnTo>
                  <a:pt x="781" y="237"/>
                </a:lnTo>
                <a:lnTo>
                  <a:pt x="781" y="236"/>
                </a:lnTo>
                <a:lnTo>
                  <a:pt x="781" y="235"/>
                </a:lnTo>
                <a:lnTo>
                  <a:pt x="782" y="235"/>
                </a:lnTo>
                <a:lnTo>
                  <a:pt x="781" y="235"/>
                </a:lnTo>
                <a:lnTo>
                  <a:pt x="781" y="234"/>
                </a:lnTo>
                <a:lnTo>
                  <a:pt x="782" y="234"/>
                </a:lnTo>
                <a:lnTo>
                  <a:pt x="782" y="233"/>
                </a:lnTo>
                <a:lnTo>
                  <a:pt x="783" y="233"/>
                </a:lnTo>
                <a:lnTo>
                  <a:pt x="784" y="232"/>
                </a:lnTo>
                <a:lnTo>
                  <a:pt x="785" y="232"/>
                </a:lnTo>
                <a:lnTo>
                  <a:pt x="785" y="231"/>
                </a:lnTo>
                <a:lnTo>
                  <a:pt x="786" y="231"/>
                </a:lnTo>
                <a:lnTo>
                  <a:pt x="786" y="232"/>
                </a:lnTo>
                <a:lnTo>
                  <a:pt x="787" y="232"/>
                </a:lnTo>
                <a:lnTo>
                  <a:pt x="786" y="232"/>
                </a:lnTo>
                <a:lnTo>
                  <a:pt x="786" y="233"/>
                </a:lnTo>
                <a:lnTo>
                  <a:pt x="786" y="234"/>
                </a:lnTo>
                <a:lnTo>
                  <a:pt x="786" y="235"/>
                </a:lnTo>
                <a:lnTo>
                  <a:pt x="787" y="235"/>
                </a:lnTo>
                <a:lnTo>
                  <a:pt x="787" y="236"/>
                </a:lnTo>
                <a:lnTo>
                  <a:pt x="786" y="236"/>
                </a:lnTo>
                <a:lnTo>
                  <a:pt x="786" y="237"/>
                </a:lnTo>
                <a:lnTo>
                  <a:pt x="786" y="238"/>
                </a:lnTo>
                <a:lnTo>
                  <a:pt x="785" y="239"/>
                </a:lnTo>
                <a:lnTo>
                  <a:pt x="785" y="240"/>
                </a:lnTo>
                <a:lnTo>
                  <a:pt x="784" y="240"/>
                </a:lnTo>
                <a:lnTo>
                  <a:pt x="784" y="241"/>
                </a:lnTo>
                <a:lnTo>
                  <a:pt x="784" y="242"/>
                </a:lnTo>
                <a:lnTo>
                  <a:pt x="785" y="242"/>
                </a:lnTo>
                <a:lnTo>
                  <a:pt x="785" y="243"/>
                </a:lnTo>
                <a:lnTo>
                  <a:pt x="786" y="243"/>
                </a:lnTo>
                <a:lnTo>
                  <a:pt x="786" y="244"/>
                </a:lnTo>
                <a:lnTo>
                  <a:pt x="787" y="245"/>
                </a:lnTo>
                <a:lnTo>
                  <a:pt x="787" y="246"/>
                </a:lnTo>
                <a:lnTo>
                  <a:pt x="788" y="246"/>
                </a:lnTo>
                <a:lnTo>
                  <a:pt x="787" y="247"/>
                </a:lnTo>
                <a:lnTo>
                  <a:pt x="787" y="248"/>
                </a:lnTo>
                <a:lnTo>
                  <a:pt x="787" y="249"/>
                </a:lnTo>
                <a:lnTo>
                  <a:pt x="787" y="250"/>
                </a:lnTo>
                <a:lnTo>
                  <a:pt x="788" y="250"/>
                </a:lnTo>
                <a:lnTo>
                  <a:pt x="788" y="251"/>
                </a:lnTo>
                <a:lnTo>
                  <a:pt x="788" y="252"/>
                </a:lnTo>
                <a:lnTo>
                  <a:pt x="787" y="252"/>
                </a:lnTo>
                <a:lnTo>
                  <a:pt x="786" y="252"/>
                </a:lnTo>
                <a:lnTo>
                  <a:pt x="786" y="253"/>
                </a:lnTo>
                <a:lnTo>
                  <a:pt x="787" y="253"/>
                </a:lnTo>
                <a:lnTo>
                  <a:pt x="787" y="254"/>
                </a:lnTo>
                <a:lnTo>
                  <a:pt x="788" y="254"/>
                </a:lnTo>
                <a:lnTo>
                  <a:pt x="788" y="255"/>
                </a:lnTo>
                <a:lnTo>
                  <a:pt x="788" y="256"/>
                </a:lnTo>
                <a:lnTo>
                  <a:pt x="788" y="257"/>
                </a:lnTo>
                <a:lnTo>
                  <a:pt x="788" y="258"/>
                </a:lnTo>
                <a:lnTo>
                  <a:pt x="788" y="259"/>
                </a:lnTo>
                <a:lnTo>
                  <a:pt x="788" y="260"/>
                </a:lnTo>
                <a:lnTo>
                  <a:pt x="789" y="260"/>
                </a:lnTo>
                <a:lnTo>
                  <a:pt x="789" y="261"/>
                </a:lnTo>
                <a:lnTo>
                  <a:pt x="790" y="261"/>
                </a:lnTo>
                <a:lnTo>
                  <a:pt x="791" y="262"/>
                </a:lnTo>
                <a:lnTo>
                  <a:pt x="792" y="263"/>
                </a:lnTo>
                <a:lnTo>
                  <a:pt x="791" y="264"/>
                </a:lnTo>
                <a:lnTo>
                  <a:pt x="790" y="265"/>
                </a:lnTo>
                <a:lnTo>
                  <a:pt x="790" y="266"/>
                </a:lnTo>
                <a:lnTo>
                  <a:pt x="789" y="266"/>
                </a:lnTo>
                <a:lnTo>
                  <a:pt x="789" y="267"/>
                </a:lnTo>
                <a:lnTo>
                  <a:pt x="789" y="268"/>
                </a:lnTo>
                <a:lnTo>
                  <a:pt x="789" y="269"/>
                </a:lnTo>
                <a:lnTo>
                  <a:pt x="790" y="270"/>
                </a:lnTo>
                <a:lnTo>
                  <a:pt x="791" y="270"/>
                </a:lnTo>
                <a:lnTo>
                  <a:pt x="791" y="271"/>
                </a:lnTo>
                <a:lnTo>
                  <a:pt x="790" y="271"/>
                </a:lnTo>
                <a:lnTo>
                  <a:pt x="790" y="272"/>
                </a:lnTo>
                <a:lnTo>
                  <a:pt x="791" y="272"/>
                </a:lnTo>
                <a:lnTo>
                  <a:pt x="793" y="273"/>
                </a:lnTo>
                <a:lnTo>
                  <a:pt x="795" y="273"/>
                </a:lnTo>
                <a:lnTo>
                  <a:pt x="795" y="272"/>
                </a:lnTo>
                <a:lnTo>
                  <a:pt x="796" y="272"/>
                </a:lnTo>
                <a:lnTo>
                  <a:pt x="797" y="272"/>
                </a:lnTo>
                <a:lnTo>
                  <a:pt x="798" y="272"/>
                </a:lnTo>
                <a:lnTo>
                  <a:pt x="798" y="273"/>
                </a:lnTo>
                <a:lnTo>
                  <a:pt x="799" y="274"/>
                </a:lnTo>
                <a:lnTo>
                  <a:pt x="800" y="274"/>
                </a:lnTo>
                <a:lnTo>
                  <a:pt x="802" y="274"/>
                </a:lnTo>
                <a:lnTo>
                  <a:pt x="802" y="275"/>
                </a:lnTo>
                <a:lnTo>
                  <a:pt x="803" y="275"/>
                </a:lnTo>
                <a:lnTo>
                  <a:pt x="804" y="274"/>
                </a:lnTo>
                <a:lnTo>
                  <a:pt x="805" y="275"/>
                </a:lnTo>
                <a:lnTo>
                  <a:pt x="806" y="275"/>
                </a:lnTo>
                <a:lnTo>
                  <a:pt x="806" y="276"/>
                </a:lnTo>
                <a:lnTo>
                  <a:pt x="807" y="276"/>
                </a:lnTo>
                <a:lnTo>
                  <a:pt x="807" y="275"/>
                </a:lnTo>
                <a:lnTo>
                  <a:pt x="808" y="275"/>
                </a:lnTo>
                <a:lnTo>
                  <a:pt x="809" y="275"/>
                </a:lnTo>
                <a:lnTo>
                  <a:pt x="810" y="275"/>
                </a:lnTo>
                <a:lnTo>
                  <a:pt x="810" y="276"/>
                </a:lnTo>
                <a:lnTo>
                  <a:pt x="811" y="276"/>
                </a:lnTo>
                <a:lnTo>
                  <a:pt x="810" y="277"/>
                </a:lnTo>
                <a:lnTo>
                  <a:pt x="810" y="278"/>
                </a:lnTo>
                <a:lnTo>
                  <a:pt x="810" y="279"/>
                </a:lnTo>
                <a:lnTo>
                  <a:pt x="811" y="279"/>
                </a:lnTo>
                <a:lnTo>
                  <a:pt x="812" y="279"/>
                </a:lnTo>
                <a:lnTo>
                  <a:pt x="813" y="279"/>
                </a:lnTo>
                <a:lnTo>
                  <a:pt x="813" y="280"/>
                </a:lnTo>
                <a:lnTo>
                  <a:pt x="813" y="279"/>
                </a:lnTo>
                <a:lnTo>
                  <a:pt x="814" y="279"/>
                </a:lnTo>
                <a:lnTo>
                  <a:pt x="814" y="280"/>
                </a:lnTo>
                <a:lnTo>
                  <a:pt x="814" y="281"/>
                </a:lnTo>
                <a:lnTo>
                  <a:pt x="815" y="281"/>
                </a:lnTo>
                <a:lnTo>
                  <a:pt x="817" y="281"/>
                </a:lnTo>
                <a:lnTo>
                  <a:pt x="817" y="282"/>
                </a:lnTo>
                <a:lnTo>
                  <a:pt x="818" y="282"/>
                </a:lnTo>
                <a:lnTo>
                  <a:pt x="818" y="281"/>
                </a:lnTo>
                <a:lnTo>
                  <a:pt x="819" y="282"/>
                </a:lnTo>
                <a:lnTo>
                  <a:pt x="820" y="282"/>
                </a:lnTo>
                <a:lnTo>
                  <a:pt x="820" y="283"/>
                </a:lnTo>
                <a:lnTo>
                  <a:pt x="821" y="283"/>
                </a:lnTo>
                <a:lnTo>
                  <a:pt x="821" y="284"/>
                </a:lnTo>
                <a:lnTo>
                  <a:pt x="821" y="283"/>
                </a:lnTo>
                <a:lnTo>
                  <a:pt x="822" y="284"/>
                </a:lnTo>
                <a:lnTo>
                  <a:pt x="823" y="284"/>
                </a:lnTo>
                <a:lnTo>
                  <a:pt x="823" y="285"/>
                </a:lnTo>
                <a:lnTo>
                  <a:pt x="824" y="285"/>
                </a:lnTo>
                <a:lnTo>
                  <a:pt x="825" y="285"/>
                </a:lnTo>
                <a:lnTo>
                  <a:pt x="825" y="286"/>
                </a:lnTo>
                <a:lnTo>
                  <a:pt x="825" y="287"/>
                </a:lnTo>
                <a:lnTo>
                  <a:pt x="826" y="287"/>
                </a:lnTo>
                <a:lnTo>
                  <a:pt x="827" y="287"/>
                </a:lnTo>
                <a:lnTo>
                  <a:pt x="828" y="287"/>
                </a:lnTo>
                <a:lnTo>
                  <a:pt x="828" y="288"/>
                </a:lnTo>
                <a:lnTo>
                  <a:pt x="828" y="290"/>
                </a:lnTo>
                <a:lnTo>
                  <a:pt x="829" y="290"/>
                </a:lnTo>
                <a:lnTo>
                  <a:pt x="829" y="291"/>
                </a:lnTo>
                <a:lnTo>
                  <a:pt x="829" y="292"/>
                </a:lnTo>
                <a:lnTo>
                  <a:pt x="830" y="293"/>
                </a:lnTo>
                <a:lnTo>
                  <a:pt x="831" y="293"/>
                </a:lnTo>
                <a:lnTo>
                  <a:pt x="831" y="294"/>
                </a:lnTo>
                <a:lnTo>
                  <a:pt x="832" y="294"/>
                </a:lnTo>
                <a:lnTo>
                  <a:pt x="833" y="294"/>
                </a:lnTo>
                <a:lnTo>
                  <a:pt x="834" y="295"/>
                </a:lnTo>
                <a:lnTo>
                  <a:pt x="835" y="294"/>
                </a:lnTo>
                <a:lnTo>
                  <a:pt x="836" y="294"/>
                </a:lnTo>
                <a:lnTo>
                  <a:pt x="836" y="293"/>
                </a:lnTo>
                <a:lnTo>
                  <a:pt x="837" y="291"/>
                </a:lnTo>
                <a:lnTo>
                  <a:pt x="839" y="290"/>
                </a:lnTo>
                <a:lnTo>
                  <a:pt x="840" y="289"/>
                </a:lnTo>
                <a:lnTo>
                  <a:pt x="841" y="289"/>
                </a:lnTo>
                <a:lnTo>
                  <a:pt x="842" y="289"/>
                </a:lnTo>
                <a:lnTo>
                  <a:pt x="842" y="288"/>
                </a:lnTo>
                <a:lnTo>
                  <a:pt x="844" y="288"/>
                </a:lnTo>
                <a:lnTo>
                  <a:pt x="844" y="287"/>
                </a:lnTo>
                <a:lnTo>
                  <a:pt x="846" y="287"/>
                </a:lnTo>
                <a:lnTo>
                  <a:pt x="847" y="288"/>
                </a:lnTo>
                <a:lnTo>
                  <a:pt x="848" y="288"/>
                </a:lnTo>
                <a:lnTo>
                  <a:pt x="848" y="289"/>
                </a:lnTo>
                <a:lnTo>
                  <a:pt x="849" y="289"/>
                </a:lnTo>
                <a:lnTo>
                  <a:pt x="850" y="289"/>
                </a:lnTo>
                <a:lnTo>
                  <a:pt x="850" y="290"/>
                </a:lnTo>
                <a:lnTo>
                  <a:pt x="850" y="291"/>
                </a:lnTo>
                <a:lnTo>
                  <a:pt x="851" y="292"/>
                </a:lnTo>
                <a:lnTo>
                  <a:pt x="852" y="292"/>
                </a:lnTo>
                <a:lnTo>
                  <a:pt x="853" y="293"/>
                </a:lnTo>
                <a:lnTo>
                  <a:pt x="854" y="293"/>
                </a:lnTo>
                <a:lnTo>
                  <a:pt x="855" y="293"/>
                </a:lnTo>
                <a:lnTo>
                  <a:pt x="855" y="294"/>
                </a:lnTo>
                <a:lnTo>
                  <a:pt x="855" y="295"/>
                </a:lnTo>
                <a:lnTo>
                  <a:pt x="856" y="295"/>
                </a:lnTo>
                <a:lnTo>
                  <a:pt x="857" y="295"/>
                </a:lnTo>
                <a:lnTo>
                  <a:pt x="858" y="295"/>
                </a:lnTo>
                <a:lnTo>
                  <a:pt x="859" y="294"/>
                </a:lnTo>
                <a:lnTo>
                  <a:pt x="859" y="293"/>
                </a:lnTo>
                <a:lnTo>
                  <a:pt x="860" y="293"/>
                </a:lnTo>
                <a:lnTo>
                  <a:pt x="861" y="294"/>
                </a:lnTo>
                <a:lnTo>
                  <a:pt x="862" y="294"/>
                </a:lnTo>
                <a:lnTo>
                  <a:pt x="862" y="293"/>
                </a:lnTo>
                <a:lnTo>
                  <a:pt x="862" y="292"/>
                </a:lnTo>
                <a:lnTo>
                  <a:pt x="864" y="292"/>
                </a:lnTo>
                <a:lnTo>
                  <a:pt x="865" y="291"/>
                </a:lnTo>
                <a:lnTo>
                  <a:pt x="865" y="290"/>
                </a:lnTo>
                <a:lnTo>
                  <a:pt x="866" y="290"/>
                </a:lnTo>
                <a:lnTo>
                  <a:pt x="867" y="290"/>
                </a:lnTo>
                <a:lnTo>
                  <a:pt x="867" y="291"/>
                </a:lnTo>
                <a:lnTo>
                  <a:pt x="868" y="291"/>
                </a:lnTo>
                <a:lnTo>
                  <a:pt x="869" y="291"/>
                </a:lnTo>
                <a:lnTo>
                  <a:pt x="870" y="291"/>
                </a:lnTo>
                <a:lnTo>
                  <a:pt x="870" y="290"/>
                </a:lnTo>
                <a:lnTo>
                  <a:pt x="871" y="290"/>
                </a:lnTo>
                <a:lnTo>
                  <a:pt x="871" y="289"/>
                </a:lnTo>
                <a:lnTo>
                  <a:pt x="870" y="288"/>
                </a:lnTo>
                <a:lnTo>
                  <a:pt x="871" y="288"/>
                </a:lnTo>
                <a:lnTo>
                  <a:pt x="872" y="288"/>
                </a:lnTo>
                <a:lnTo>
                  <a:pt x="872" y="289"/>
                </a:lnTo>
                <a:lnTo>
                  <a:pt x="872" y="290"/>
                </a:lnTo>
                <a:lnTo>
                  <a:pt x="872" y="291"/>
                </a:lnTo>
                <a:lnTo>
                  <a:pt x="872" y="292"/>
                </a:lnTo>
                <a:lnTo>
                  <a:pt x="871" y="293"/>
                </a:lnTo>
                <a:lnTo>
                  <a:pt x="871" y="294"/>
                </a:lnTo>
                <a:lnTo>
                  <a:pt x="871" y="295"/>
                </a:lnTo>
                <a:lnTo>
                  <a:pt x="872" y="297"/>
                </a:lnTo>
                <a:lnTo>
                  <a:pt x="872" y="298"/>
                </a:lnTo>
                <a:lnTo>
                  <a:pt x="871" y="299"/>
                </a:lnTo>
                <a:lnTo>
                  <a:pt x="870" y="299"/>
                </a:lnTo>
                <a:lnTo>
                  <a:pt x="869" y="300"/>
                </a:lnTo>
                <a:lnTo>
                  <a:pt x="868" y="301"/>
                </a:lnTo>
                <a:lnTo>
                  <a:pt x="868" y="304"/>
                </a:lnTo>
                <a:lnTo>
                  <a:pt x="868" y="308"/>
                </a:lnTo>
                <a:lnTo>
                  <a:pt x="867" y="309"/>
                </a:lnTo>
                <a:lnTo>
                  <a:pt x="867" y="310"/>
                </a:lnTo>
                <a:lnTo>
                  <a:pt x="867" y="312"/>
                </a:lnTo>
                <a:lnTo>
                  <a:pt x="866" y="312"/>
                </a:lnTo>
                <a:lnTo>
                  <a:pt x="865" y="313"/>
                </a:lnTo>
                <a:lnTo>
                  <a:pt x="863" y="315"/>
                </a:lnTo>
                <a:lnTo>
                  <a:pt x="862" y="316"/>
                </a:lnTo>
                <a:lnTo>
                  <a:pt x="862" y="317"/>
                </a:lnTo>
                <a:lnTo>
                  <a:pt x="862" y="318"/>
                </a:lnTo>
                <a:lnTo>
                  <a:pt x="863" y="319"/>
                </a:lnTo>
                <a:lnTo>
                  <a:pt x="863" y="320"/>
                </a:lnTo>
                <a:lnTo>
                  <a:pt x="864" y="320"/>
                </a:lnTo>
                <a:lnTo>
                  <a:pt x="863" y="322"/>
                </a:lnTo>
                <a:lnTo>
                  <a:pt x="863" y="323"/>
                </a:lnTo>
                <a:lnTo>
                  <a:pt x="863" y="325"/>
                </a:lnTo>
                <a:lnTo>
                  <a:pt x="860" y="328"/>
                </a:lnTo>
                <a:lnTo>
                  <a:pt x="859" y="329"/>
                </a:lnTo>
                <a:lnTo>
                  <a:pt x="859" y="331"/>
                </a:lnTo>
                <a:lnTo>
                  <a:pt x="859" y="332"/>
                </a:lnTo>
                <a:lnTo>
                  <a:pt x="858" y="332"/>
                </a:lnTo>
                <a:lnTo>
                  <a:pt x="857" y="332"/>
                </a:lnTo>
                <a:lnTo>
                  <a:pt x="855" y="332"/>
                </a:lnTo>
                <a:lnTo>
                  <a:pt x="854" y="332"/>
                </a:lnTo>
                <a:lnTo>
                  <a:pt x="854" y="333"/>
                </a:lnTo>
                <a:lnTo>
                  <a:pt x="855" y="334"/>
                </a:lnTo>
                <a:lnTo>
                  <a:pt x="854" y="334"/>
                </a:lnTo>
                <a:lnTo>
                  <a:pt x="853" y="336"/>
                </a:lnTo>
                <a:lnTo>
                  <a:pt x="852" y="336"/>
                </a:lnTo>
                <a:lnTo>
                  <a:pt x="852" y="337"/>
                </a:lnTo>
                <a:lnTo>
                  <a:pt x="853" y="337"/>
                </a:lnTo>
                <a:lnTo>
                  <a:pt x="853" y="338"/>
                </a:lnTo>
                <a:lnTo>
                  <a:pt x="854" y="338"/>
                </a:lnTo>
                <a:lnTo>
                  <a:pt x="854" y="340"/>
                </a:lnTo>
                <a:lnTo>
                  <a:pt x="854" y="341"/>
                </a:lnTo>
                <a:lnTo>
                  <a:pt x="854" y="342"/>
                </a:lnTo>
                <a:lnTo>
                  <a:pt x="855" y="342"/>
                </a:lnTo>
                <a:lnTo>
                  <a:pt x="856" y="343"/>
                </a:lnTo>
                <a:lnTo>
                  <a:pt x="857" y="342"/>
                </a:lnTo>
                <a:lnTo>
                  <a:pt x="857" y="343"/>
                </a:lnTo>
                <a:lnTo>
                  <a:pt x="857" y="344"/>
                </a:lnTo>
                <a:lnTo>
                  <a:pt x="857" y="345"/>
                </a:lnTo>
                <a:lnTo>
                  <a:pt x="856" y="346"/>
                </a:lnTo>
                <a:lnTo>
                  <a:pt x="855" y="346"/>
                </a:lnTo>
                <a:lnTo>
                  <a:pt x="855" y="347"/>
                </a:lnTo>
                <a:lnTo>
                  <a:pt x="854" y="347"/>
                </a:lnTo>
                <a:lnTo>
                  <a:pt x="853" y="348"/>
                </a:lnTo>
                <a:lnTo>
                  <a:pt x="852" y="348"/>
                </a:lnTo>
                <a:lnTo>
                  <a:pt x="852" y="347"/>
                </a:lnTo>
                <a:lnTo>
                  <a:pt x="851" y="347"/>
                </a:lnTo>
                <a:lnTo>
                  <a:pt x="850" y="347"/>
                </a:lnTo>
                <a:lnTo>
                  <a:pt x="849" y="347"/>
                </a:lnTo>
                <a:lnTo>
                  <a:pt x="848" y="347"/>
                </a:lnTo>
                <a:lnTo>
                  <a:pt x="847" y="346"/>
                </a:lnTo>
                <a:lnTo>
                  <a:pt x="846" y="347"/>
                </a:lnTo>
                <a:lnTo>
                  <a:pt x="845" y="348"/>
                </a:lnTo>
                <a:lnTo>
                  <a:pt x="845" y="349"/>
                </a:lnTo>
                <a:lnTo>
                  <a:pt x="847" y="351"/>
                </a:lnTo>
                <a:lnTo>
                  <a:pt x="847" y="352"/>
                </a:lnTo>
                <a:lnTo>
                  <a:pt x="847" y="353"/>
                </a:lnTo>
                <a:lnTo>
                  <a:pt x="845" y="353"/>
                </a:lnTo>
                <a:lnTo>
                  <a:pt x="842" y="353"/>
                </a:lnTo>
                <a:lnTo>
                  <a:pt x="841" y="353"/>
                </a:lnTo>
                <a:lnTo>
                  <a:pt x="840" y="352"/>
                </a:lnTo>
                <a:lnTo>
                  <a:pt x="839" y="352"/>
                </a:lnTo>
                <a:lnTo>
                  <a:pt x="838" y="352"/>
                </a:lnTo>
                <a:lnTo>
                  <a:pt x="837" y="352"/>
                </a:lnTo>
                <a:lnTo>
                  <a:pt x="836" y="353"/>
                </a:lnTo>
                <a:lnTo>
                  <a:pt x="834" y="354"/>
                </a:lnTo>
                <a:lnTo>
                  <a:pt x="833" y="353"/>
                </a:lnTo>
                <a:lnTo>
                  <a:pt x="832" y="353"/>
                </a:lnTo>
                <a:lnTo>
                  <a:pt x="831" y="353"/>
                </a:lnTo>
                <a:lnTo>
                  <a:pt x="830" y="352"/>
                </a:lnTo>
                <a:lnTo>
                  <a:pt x="829" y="351"/>
                </a:lnTo>
                <a:lnTo>
                  <a:pt x="828" y="351"/>
                </a:lnTo>
                <a:lnTo>
                  <a:pt x="826" y="351"/>
                </a:lnTo>
                <a:lnTo>
                  <a:pt x="825" y="352"/>
                </a:lnTo>
                <a:lnTo>
                  <a:pt x="824" y="354"/>
                </a:lnTo>
                <a:lnTo>
                  <a:pt x="824" y="355"/>
                </a:lnTo>
                <a:lnTo>
                  <a:pt x="823" y="356"/>
                </a:lnTo>
                <a:lnTo>
                  <a:pt x="821" y="355"/>
                </a:lnTo>
                <a:lnTo>
                  <a:pt x="820" y="356"/>
                </a:lnTo>
                <a:lnTo>
                  <a:pt x="819" y="356"/>
                </a:lnTo>
                <a:lnTo>
                  <a:pt x="818" y="356"/>
                </a:lnTo>
                <a:lnTo>
                  <a:pt x="818" y="355"/>
                </a:lnTo>
                <a:lnTo>
                  <a:pt x="817" y="355"/>
                </a:lnTo>
                <a:lnTo>
                  <a:pt x="816" y="354"/>
                </a:lnTo>
                <a:lnTo>
                  <a:pt x="815" y="354"/>
                </a:lnTo>
                <a:lnTo>
                  <a:pt x="813" y="355"/>
                </a:lnTo>
                <a:lnTo>
                  <a:pt x="810" y="357"/>
                </a:lnTo>
                <a:lnTo>
                  <a:pt x="809" y="357"/>
                </a:lnTo>
                <a:lnTo>
                  <a:pt x="808" y="358"/>
                </a:lnTo>
                <a:lnTo>
                  <a:pt x="807" y="358"/>
                </a:lnTo>
                <a:lnTo>
                  <a:pt x="805" y="358"/>
                </a:lnTo>
                <a:lnTo>
                  <a:pt x="804" y="358"/>
                </a:lnTo>
                <a:lnTo>
                  <a:pt x="803" y="359"/>
                </a:lnTo>
                <a:lnTo>
                  <a:pt x="802" y="360"/>
                </a:lnTo>
                <a:lnTo>
                  <a:pt x="801" y="361"/>
                </a:lnTo>
                <a:lnTo>
                  <a:pt x="798" y="362"/>
                </a:lnTo>
                <a:lnTo>
                  <a:pt x="796" y="362"/>
                </a:lnTo>
                <a:lnTo>
                  <a:pt x="795" y="363"/>
                </a:lnTo>
                <a:lnTo>
                  <a:pt x="794" y="364"/>
                </a:lnTo>
                <a:lnTo>
                  <a:pt x="793" y="365"/>
                </a:lnTo>
                <a:lnTo>
                  <a:pt x="792" y="367"/>
                </a:lnTo>
                <a:lnTo>
                  <a:pt x="791" y="367"/>
                </a:lnTo>
                <a:lnTo>
                  <a:pt x="791" y="366"/>
                </a:lnTo>
                <a:lnTo>
                  <a:pt x="790" y="367"/>
                </a:lnTo>
                <a:lnTo>
                  <a:pt x="792" y="369"/>
                </a:lnTo>
                <a:lnTo>
                  <a:pt x="793" y="369"/>
                </a:lnTo>
                <a:lnTo>
                  <a:pt x="794" y="369"/>
                </a:lnTo>
                <a:lnTo>
                  <a:pt x="794" y="370"/>
                </a:lnTo>
                <a:lnTo>
                  <a:pt x="795" y="371"/>
                </a:lnTo>
                <a:lnTo>
                  <a:pt x="796" y="371"/>
                </a:lnTo>
                <a:lnTo>
                  <a:pt x="797" y="371"/>
                </a:lnTo>
                <a:lnTo>
                  <a:pt x="798" y="370"/>
                </a:lnTo>
                <a:lnTo>
                  <a:pt x="800" y="370"/>
                </a:lnTo>
                <a:lnTo>
                  <a:pt x="801" y="370"/>
                </a:lnTo>
                <a:lnTo>
                  <a:pt x="802" y="370"/>
                </a:lnTo>
                <a:lnTo>
                  <a:pt x="804" y="370"/>
                </a:lnTo>
                <a:lnTo>
                  <a:pt x="804" y="371"/>
                </a:lnTo>
                <a:lnTo>
                  <a:pt x="806" y="371"/>
                </a:lnTo>
                <a:lnTo>
                  <a:pt x="807" y="372"/>
                </a:lnTo>
                <a:lnTo>
                  <a:pt x="807" y="373"/>
                </a:lnTo>
                <a:lnTo>
                  <a:pt x="808" y="374"/>
                </a:lnTo>
                <a:lnTo>
                  <a:pt x="808" y="376"/>
                </a:lnTo>
                <a:lnTo>
                  <a:pt x="809" y="376"/>
                </a:lnTo>
                <a:lnTo>
                  <a:pt x="810" y="377"/>
                </a:lnTo>
                <a:lnTo>
                  <a:pt x="810" y="378"/>
                </a:lnTo>
                <a:lnTo>
                  <a:pt x="811" y="380"/>
                </a:lnTo>
                <a:lnTo>
                  <a:pt x="811" y="381"/>
                </a:lnTo>
                <a:lnTo>
                  <a:pt x="809" y="385"/>
                </a:lnTo>
                <a:lnTo>
                  <a:pt x="808" y="384"/>
                </a:lnTo>
                <a:lnTo>
                  <a:pt x="807" y="384"/>
                </a:lnTo>
                <a:lnTo>
                  <a:pt x="806" y="384"/>
                </a:lnTo>
                <a:lnTo>
                  <a:pt x="805" y="384"/>
                </a:lnTo>
                <a:lnTo>
                  <a:pt x="805" y="385"/>
                </a:lnTo>
                <a:lnTo>
                  <a:pt x="805" y="386"/>
                </a:lnTo>
                <a:lnTo>
                  <a:pt x="806" y="387"/>
                </a:lnTo>
                <a:lnTo>
                  <a:pt x="805" y="390"/>
                </a:lnTo>
                <a:lnTo>
                  <a:pt x="808" y="391"/>
                </a:lnTo>
                <a:lnTo>
                  <a:pt x="808" y="395"/>
                </a:lnTo>
                <a:lnTo>
                  <a:pt x="808" y="396"/>
                </a:lnTo>
                <a:lnTo>
                  <a:pt x="809" y="396"/>
                </a:lnTo>
                <a:lnTo>
                  <a:pt x="810" y="396"/>
                </a:lnTo>
                <a:lnTo>
                  <a:pt x="811" y="397"/>
                </a:lnTo>
                <a:lnTo>
                  <a:pt x="812" y="398"/>
                </a:lnTo>
                <a:lnTo>
                  <a:pt x="811" y="398"/>
                </a:lnTo>
                <a:lnTo>
                  <a:pt x="810" y="397"/>
                </a:lnTo>
                <a:lnTo>
                  <a:pt x="809" y="397"/>
                </a:lnTo>
                <a:lnTo>
                  <a:pt x="808" y="397"/>
                </a:lnTo>
                <a:lnTo>
                  <a:pt x="807" y="397"/>
                </a:lnTo>
                <a:lnTo>
                  <a:pt x="806" y="397"/>
                </a:lnTo>
                <a:lnTo>
                  <a:pt x="805" y="396"/>
                </a:lnTo>
                <a:lnTo>
                  <a:pt x="806" y="394"/>
                </a:lnTo>
                <a:lnTo>
                  <a:pt x="806" y="393"/>
                </a:lnTo>
                <a:lnTo>
                  <a:pt x="807" y="393"/>
                </a:lnTo>
                <a:lnTo>
                  <a:pt x="807" y="392"/>
                </a:lnTo>
                <a:lnTo>
                  <a:pt x="807" y="391"/>
                </a:lnTo>
                <a:lnTo>
                  <a:pt x="806" y="391"/>
                </a:lnTo>
                <a:lnTo>
                  <a:pt x="805" y="391"/>
                </a:lnTo>
                <a:lnTo>
                  <a:pt x="804" y="391"/>
                </a:lnTo>
                <a:lnTo>
                  <a:pt x="804" y="390"/>
                </a:lnTo>
                <a:lnTo>
                  <a:pt x="804" y="389"/>
                </a:lnTo>
                <a:lnTo>
                  <a:pt x="804" y="388"/>
                </a:lnTo>
                <a:lnTo>
                  <a:pt x="804" y="387"/>
                </a:lnTo>
                <a:lnTo>
                  <a:pt x="803" y="386"/>
                </a:lnTo>
                <a:lnTo>
                  <a:pt x="802" y="386"/>
                </a:lnTo>
                <a:lnTo>
                  <a:pt x="802" y="385"/>
                </a:lnTo>
                <a:lnTo>
                  <a:pt x="802" y="384"/>
                </a:lnTo>
                <a:lnTo>
                  <a:pt x="802" y="383"/>
                </a:lnTo>
                <a:lnTo>
                  <a:pt x="801" y="383"/>
                </a:lnTo>
                <a:lnTo>
                  <a:pt x="801" y="382"/>
                </a:lnTo>
                <a:lnTo>
                  <a:pt x="800" y="382"/>
                </a:lnTo>
                <a:lnTo>
                  <a:pt x="800" y="381"/>
                </a:lnTo>
                <a:lnTo>
                  <a:pt x="801" y="381"/>
                </a:lnTo>
                <a:lnTo>
                  <a:pt x="801" y="380"/>
                </a:lnTo>
                <a:lnTo>
                  <a:pt x="801" y="379"/>
                </a:lnTo>
                <a:lnTo>
                  <a:pt x="801" y="378"/>
                </a:lnTo>
                <a:lnTo>
                  <a:pt x="800" y="378"/>
                </a:lnTo>
                <a:lnTo>
                  <a:pt x="800" y="377"/>
                </a:lnTo>
                <a:lnTo>
                  <a:pt x="799" y="377"/>
                </a:lnTo>
                <a:lnTo>
                  <a:pt x="798" y="377"/>
                </a:lnTo>
                <a:lnTo>
                  <a:pt x="797" y="378"/>
                </a:lnTo>
                <a:lnTo>
                  <a:pt x="796" y="378"/>
                </a:lnTo>
                <a:lnTo>
                  <a:pt x="796" y="379"/>
                </a:lnTo>
                <a:lnTo>
                  <a:pt x="795" y="380"/>
                </a:lnTo>
                <a:lnTo>
                  <a:pt x="796" y="381"/>
                </a:lnTo>
                <a:lnTo>
                  <a:pt x="797" y="382"/>
                </a:lnTo>
                <a:lnTo>
                  <a:pt x="797" y="383"/>
                </a:lnTo>
                <a:lnTo>
                  <a:pt x="797" y="384"/>
                </a:lnTo>
                <a:lnTo>
                  <a:pt x="796" y="384"/>
                </a:lnTo>
                <a:lnTo>
                  <a:pt x="796" y="385"/>
                </a:lnTo>
                <a:lnTo>
                  <a:pt x="794" y="385"/>
                </a:lnTo>
                <a:lnTo>
                  <a:pt x="793" y="384"/>
                </a:lnTo>
                <a:lnTo>
                  <a:pt x="792" y="384"/>
                </a:lnTo>
                <a:lnTo>
                  <a:pt x="792" y="383"/>
                </a:lnTo>
                <a:lnTo>
                  <a:pt x="792" y="382"/>
                </a:lnTo>
                <a:lnTo>
                  <a:pt x="793" y="381"/>
                </a:lnTo>
                <a:lnTo>
                  <a:pt x="793" y="380"/>
                </a:lnTo>
                <a:lnTo>
                  <a:pt x="794" y="380"/>
                </a:lnTo>
                <a:lnTo>
                  <a:pt x="794" y="379"/>
                </a:lnTo>
                <a:lnTo>
                  <a:pt x="793" y="379"/>
                </a:lnTo>
                <a:lnTo>
                  <a:pt x="792" y="378"/>
                </a:lnTo>
                <a:lnTo>
                  <a:pt x="791" y="378"/>
                </a:lnTo>
                <a:lnTo>
                  <a:pt x="790" y="379"/>
                </a:lnTo>
                <a:lnTo>
                  <a:pt x="789" y="379"/>
                </a:lnTo>
                <a:lnTo>
                  <a:pt x="788" y="380"/>
                </a:lnTo>
                <a:lnTo>
                  <a:pt x="788" y="379"/>
                </a:lnTo>
                <a:lnTo>
                  <a:pt x="788" y="378"/>
                </a:lnTo>
                <a:lnTo>
                  <a:pt x="787" y="377"/>
                </a:lnTo>
                <a:lnTo>
                  <a:pt x="787" y="376"/>
                </a:lnTo>
                <a:lnTo>
                  <a:pt x="786" y="376"/>
                </a:lnTo>
                <a:lnTo>
                  <a:pt x="786" y="375"/>
                </a:lnTo>
                <a:lnTo>
                  <a:pt x="785" y="375"/>
                </a:lnTo>
                <a:lnTo>
                  <a:pt x="784" y="375"/>
                </a:lnTo>
                <a:lnTo>
                  <a:pt x="783" y="374"/>
                </a:lnTo>
                <a:lnTo>
                  <a:pt x="782" y="374"/>
                </a:lnTo>
                <a:lnTo>
                  <a:pt x="782" y="373"/>
                </a:lnTo>
                <a:lnTo>
                  <a:pt x="782" y="372"/>
                </a:lnTo>
                <a:lnTo>
                  <a:pt x="781" y="372"/>
                </a:lnTo>
                <a:lnTo>
                  <a:pt x="782" y="372"/>
                </a:lnTo>
                <a:lnTo>
                  <a:pt x="781" y="371"/>
                </a:lnTo>
                <a:lnTo>
                  <a:pt x="781" y="370"/>
                </a:lnTo>
                <a:lnTo>
                  <a:pt x="780" y="369"/>
                </a:lnTo>
                <a:lnTo>
                  <a:pt x="778" y="369"/>
                </a:lnTo>
                <a:lnTo>
                  <a:pt x="777" y="369"/>
                </a:lnTo>
                <a:lnTo>
                  <a:pt x="777" y="368"/>
                </a:lnTo>
                <a:lnTo>
                  <a:pt x="777" y="367"/>
                </a:lnTo>
                <a:lnTo>
                  <a:pt x="776" y="367"/>
                </a:lnTo>
                <a:lnTo>
                  <a:pt x="776" y="366"/>
                </a:lnTo>
                <a:lnTo>
                  <a:pt x="776" y="365"/>
                </a:lnTo>
                <a:lnTo>
                  <a:pt x="776" y="364"/>
                </a:lnTo>
                <a:lnTo>
                  <a:pt x="776" y="363"/>
                </a:lnTo>
                <a:lnTo>
                  <a:pt x="776" y="362"/>
                </a:lnTo>
                <a:lnTo>
                  <a:pt x="776" y="361"/>
                </a:lnTo>
                <a:lnTo>
                  <a:pt x="777" y="361"/>
                </a:lnTo>
                <a:lnTo>
                  <a:pt x="777" y="360"/>
                </a:lnTo>
                <a:lnTo>
                  <a:pt x="776" y="360"/>
                </a:lnTo>
                <a:lnTo>
                  <a:pt x="776" y="359"/>
                </a:lnTo>
                <a:lnTo>
                  <a:pt x="776" y="358"/>
                </a:lnTo>
                <a:lnTo>
                  <a:pt x="776" y="356"/>
                </a:lnTo>
                <a:lnTo>
                  <a:pt x="777" y="356"/>
                </a:lnTo>
                <a:lnTo>
                  <a:pt x="777" y="355"/>
                </a:lnTo>
                <a:lnTo>
                  <a:pt x="777" y="354"/>
                </a:lnTo>
                <a:lnTo>
                  <a:pt x="777" y="353"/>
                </a:lnTo>
                <a:lnTo>
                  <a:pt x="778" y="353"/>
                </a:lnTo>
                <a:lnTo>
                  <a:pt x="778" y="352"/>
                </a:lnTo>
                <a:lnTo>
                  <a:pt x="778" y="351"/>
                </a:lnTo>
                <a:lnTo>
                  <a:pt x="779" y="351"/>
                </a:lnTo>
                <a:lnTo>
                  <a:pt x="779" y="350"/>
                </a:lnTo>
                <a:lnTo>
                  <a:pt x="778" y="350"/>
                </a:lnTo>
                <a:lnTo>
                  <a:pt x="778" y="351"/>
                </a:lnTo>
                <a:lnTo>
                  <a:pt x="777" y="350"/>
                </a:lnTo>
                <a:lnTo>
                  <a:pt x="778" y="349"/>
                </a:lnTo>
                <a:lnTo>
                  <a:pt x="778" y="348"/>
                </a:lnTo>
                <a:lnTo>
                  <a:pt x="777" y="348"/>
                </a:lnTo>
                <a:lnTo>
                  <a:pt x="776" y="348"/>
                </a:lnTo>
                <a:lnTo>
                  <a:pt x="775" y="349"/>
                </a:lnTo>
                <a:lnTo>
                  <a:pt x="774" y="349"/>
                </a:lnTo>
                <a:lnTo>
                  <a:pt x="773" y="348"/>
                </a:lnTo>
                <a:lnTo>
                  <a:pt x="772" y="348"/>
                </a:lnTo>
                <a:lnTo>
                  <a:pt x="771" y="348"/>
                </a:lnTo>
                <a:lnTo>
                  <a:pt x="770" y="348"/>
                </a:lnTo>
                <a:lnTo>
                  <a:pt x="770" y="347"/>
                </a:lnTo>
                <a:lnTo>
                  <a:pt x="769" y="347"/>
                </a:lnTo>
                <a:lnTo>
                  <a:pt x="768" y="348"/>
                </a:lnTo>
                <a:lnTo>
                  <a:pt x="767" y="348"/>
                </a:lnTo>
                <a:lnTo>
                  <a:pt x="767" y="349"/>
                </a:lnTo>
                <a:lnTo>
                  <a:pt x="766" y="349"/>
                </a:lnTo>
                <a:lnTo>
                  <a:pt x="766" y="348"/>
                </a:lnTo>
                <a:lnTo>
                  <a:pt x="765" y="348"/>
                </a:lnTo>
                <a:lnTo>
                  <a:pt x="764" y="348"/>
                </a:lnTo>
                <a:lnTo>
                  <a:pt x="764" y="347"/>
                </a:lnTo>
                <a:lnTo>
                  <a:pt x="763" y="347"/>
                </a:lnTo>
                <a:lnTo>
                  <a:pt x="763" y="346"/>
                </a:lnTo>
                <a:lnTo>
                  <a:pt x="764" y="346"/>
                </a:lnTo>
                <a:lnTo>
                  <a:pt x="766" y="346"/>
                </a:lnTo>
                <a:lnTo>
                  <a:pt x="766" y="345"/>
                </a:lnTo>
                <a:lnTo>
                  <a:pt x="765" y="345"/>
                </a:lnTo>
                <a:lnTo>
                  <a:pt x="765" y="344"/>
                </a:lnTo>
                <a:lnTo>
                  <a:pt x="765" y="343"/>
                </a:lnTo>
                <a:lnTo>
                  <a:pt x="766" y="343"/>
                </a:lnTo>
                <a:lnTo>
                  <a:pt x="766" y="342"/>
                </a:lnTo>
                <a:lnTo>
                  <a:pt x="767" y="342"/>
                </a:lnTo>
                <a:lnTo>
                  <a:pt x="767" y="341"/>
                </a:lnTo>
                <a:lnTo>
                  <a:pt x="766" y="341"/>
                </a:lnTo>
                <a:lnTo>
                  <a:pt x="766" y="340"/>
                </a:lnTo>
                <a:lnTo>
                  <a:pt x="765" y="340"/>
                </a:lnTo>
                <a:lnTo>
                  <a:pt x="764" y="340"/>
                </a:lnTo>
                <a:lnTo>
                  <a:pt x="763" y="340"/>
                </a:lnTo>
                <a:lnTo>
                  <a:pt x="762" y="341"/>
                </a:lnTo>
                <a:lnTo>
                  <a:pt x="761" y="341"/>
                </a:lnTo>
                <a:lnTo>
                  <a:pt x="760" y="342"/>
                </a:lnTo>
                <a:lnTo>
                  <a:pt x="759" y="342"/>
                </a:lnTo>
                <a:lnTo>
                  <a:pt x="757" y="342"/>
                </a:lnTo>
                <a:lnTo>
                  <a:pt x="756" y="342"/>
                </a:lnTo>
                <a:lnTo>
                  <a:pt x="755" y="342"/>
                </a:lnTo>
                <a:lnTo>
                  <a:pt x="754" y="341"/>
                </a:lnTo>
                <a:lnTo>
                  <a:pt x="753" y="341"/>
                </a:lnTo>
                <a:lnTo>
                  <a:pt x="752" y="341"/>
                </a:lnTo>
                <a:lnTo>
                  <a:pt x="751" y="341"/>
                </a:lnTo>
                <a:lnTo>
                  <a:pt x="750" y="341"/>
                </a:lnTo>
                <a:lnTo>
                  <a:pt x="750" y="340"/>
                </a:lnTo>
                <a:lnTo>
                  <a:pt x="750" y="339"/>
                </a:lnTo>
                <a:lnTo>
                  <a:pt x="750" y="338"/>
                </a:lnTo>
                <a:lnTo>
                  <a:pt x="748" y="338"/>
                </a:lnTo>
                <a:lnTo>
                  <a:pt x="747" y="338"/>
                </a:lnTo>
                <a:lnTo>
                  <a:pt x="746" y="338"/>
                </a:lnTo>
                <a:lnTo>
                  <a:pt x="745" y="338"/>
                </a:lnTo>
                <a:lnTo>
                  <a:pt x="744" y="339"/>
                </a:lnTo>
                <a:lnTo>
                  <a:pt x="743" y="339"/>
                </a:lnTo>
                <a:lnTo>
                  <a:pt x="743" y="340"/>
                </a:lnTo>
                <a:lnTo>
                  <a:pt x="743" y="341"/>
                </a:lnTo>
                <a:lnTo>
                  <a:pt x="744" y="341"/>
                </a:lnTo>
                <a:lnTo>
                  <a:pt x="745" y="341"/>
                </a:lnTo>
                <a:lnTo>
                  <a:pt x="746" y="341"/>
                </a:lnTo>
                <a:lnTo>
                  <a:pt x="747" y="341"/>
                </a:lnTo>
                <a:lnTo>
                  <a:pt x="746" y="342"/>
                </a:lnTo>
                <a:lnTo>
                  <a:pt x="745" y="342"/>
                </a:lnTo>
                <a:lnTo>
                  <a:pt x="744" y="342"/>
                </a:lnTo>
                <a:lnTo>
                  <a:pt x="744" y="341"/>
                </a:lnTo>
                <a:lnTo>
                  <a:pt x="742" y="341"/>
                </a:lnTo>
                <a:lnTo>
                  <a:pt x="742" y="342"/>
                </a:lnTo>
                <a:lnTo>
                  <a:pt x="741" y="342"/>
                </a:lnTo>
                <a:lnTo>
                  <a:pt x="741" y="343"/>
                </a:lnTo>
                <a:lnTo>
                  <a:pt x="741" y="344"/>
                </a:lnTo>
                <a:lnTo>
                  <a:pt x="741" y="345"/>
                </a:lnTo>
                <a:lnTo>
                  <a:pt x="742" y="345"/>
                </a:lnTo>
                <a:lnTo>
                  <a:pt x="742" y="346"/>
                </a:lnTo>
                <a:lnTo>
                  <a:pt x="742" y="347"/>
                </a:lnTo>
                <a:lnTo>
                  <a:pt x="743" y="347"/>
                </a:lnTo>
                <a:lnTo>
                  <a:pt x="742" y="347"/>
                </a:lnTo>
                <a:lnTo>
                  <a:pt x="741" y="347"/>
                </a:lnTo>
                <a:lnTo>
                  <a:pt x="740" y="347"/>
                </a:lnTo>
                <a:lnTo>
                  <a:pt x="740" y="348"/>
                </a:lnTo>
                <a:lnTo>
                  <a:pt x="740" y="349"/>
                </a:lnTo>
                <a:lnTo>
                  <a:pt x="740" y="350"/>
                </a:lnTo>
                <a:lnTo>
                  <a:pt x="740" y="351"/>
                </a:lnTo>
                <a:lnTo>
                  <a:pt x="739" y="351"/>
                </a:lnTo>
                <a:lnTo>
                  <a:pt x="739" y="352"/>
                </a:lnTo>
                <a:lnTo>
                  <a:pt x="740" y="352"/>
                </a:lnTo>
                <a:lnTo>
                  <a:pt x="739" y="352"/>
                </a:lnTo>
                <a:lnTo>
                  <a:pt x="739" y="353"/>
                </a:lnTo>
                <a:lnTo>
                  <a:pt x="738" y="353"/>
                </a:lnTo>
                <a:lnTo>
                  <a:pt x="738" y="354"/>
                </a:lnTo>
                <a:lnTo>
                  <a:pt x="737" y="354"/>
                </a:lnTo>
                <a:lnTo>
                  <a:pt x="738" y="355"/>
                </a:lnTo>
                <a:lnTo>
                  <a:pt x="737" y="355"/>
                </a:lnTo>
                <a:lnTo>
                  <a:pt x="737" y="356"/>
                </a:lnTo>
                <a:lnTo>
                  <a:pt x="737" y="357"/>
                </a:lnTo>
                <a:lnTo>
                  <a:pt x="736" y="357"/>
                </a:lnTo>
                <a:lnTo>
                  <a:pt x="736" y="358"/>
                </a:lnTo>
                <a:lnTo>
                  <a:pt x="737" y="358"/>
                </a:lnTo>
                <a:lnTo>
                  <a:pt x="737" y="359"/>
                </a:lnTo>
                <a:lnTo>
                  <a:pt x="737" y="360"/>
                </a:lnTo>
                <a:lnTo>
                  <a:pt x="736" y="360"/>
                </a:lnTo>
                <a:lnTo>
                  <a:pt x="736" y="361"/>
                </a:lnTo>
                <a:lnTo>
                  <a:pt x="735" y="362"/>
                </a:lnTo>
                <a:lnTo>
                  <a:pt x="735" y="363"/>
                </a:lnTo>
                <a:lnTo>
                  <a:pt x="735" y="364"/>
                </a:lnTo>
                <a:lnTo>
                  <a:pt x="734" y="364"/>
                </a:lnTo>
                <a:lnTo>
                  <a:pt x="734" y="365"/>
                </a:lnTo>
                <a:lnTo>
                  <a:pt x="734" y="366"/>
                </a:lnTo>
                <a:lnTo>
                  <a:pt x="733" y="366"/>
                </a:lnTo>
                <a:lnTo>
                  <a:pt x="733" y="367"/>
                </a:lnTo>
                <a:lnTo>
                  <a:pt x="733" y="368"/>
                </a:lnTo>
                <a:lnTo>
                  <a:pt x="733" y="369"/>
                </a:lnTo>
                <a:lnTo>
                  <a:pt x="734" y="370"/>
                </a:lnTo>
                <a:lnTo>
                  <a:pt x="734" y="371"/>
                </a:lnTo>
                <a:lnTo>
                  <a:pt x="735" y="371"/>
                </a:lnTo>
                <a:lnTo>
                  <a:pt x="736" y="371"/>
                </a:lnTo>
                <a:lnTo>
                  <a:pt x="737" y="371"/>
                </a:lnTo>
                <a:lnTo>
                  <a:pt x="737" y="372"/>
                </a:lnTo>
                <a:lnTo>
                  <a:pt x="736" y="372"/>
                </a:lnTo>
                <a:lnTo>
                  <a:pt x="735" y="372"/>
                </a:lnTo>
                <a:lnTo>
                  <a:pt x="735" y="371"/>
                </a:lnTo>
                <a:lnTo>
                  <a:pt x="734" y="372"/>
                </a:lnTo>
                <a:lnTo>
                  <a:pt x="734" y="373"/>
                </a:lnTo>
                <a:lnTo>
                  <a:pt x="734" y="374"/>
                </a:lnTo>
                <a:lnTo>
                  <a:pt x="734" y="375"/>
                </a:lnTo>
                <a:lnTo>
                  <a:pt x="735" y="375"/>
                </a:lnTo>
                <a:lnTo>
                  <a:pt x="734" y="375"/>
                </a:lnTo>
                <a:lnTo>
                  <a:pt x="733" y="375"/>
                </a:lnTo>
                <a:lnTo>
                  <a:pt x="733" y="374"/>
                </a:lnTo>
                <a:lnTo>
                  <a:pt x="732" y="374"/>
                </a:lnTo>
                <a:lnTo>
                  <a:pt x="732" y="375"/>
                </a:lnTo>
                <a:lnTo>
                  <a:pt x="731" y="375"/>
                </a:lnTo>
                <a:lnTo>
                  <a:pt x="732" y="375"/>
                </a:lnTo>
                <a:lnTo>
                  <a:pt x="732" y="376"/>
                </a:lnTo>
                <a:lnTo>
                  <a:pt x="733" y="376"/>
                </a:lnTo>
                <a:lnTo>
                  <a:pt x="732" y="377"/>
                </a:lnTo>
                <a:lnTo>
                  <a:pt x="732" y="378"/>
                </a:lnTo>
                <a:lnTo>
                  <a:pt x="733" y="378"/>
                </a:lnTo>
                <a:lnTo>
                  <a:pt x="734" y="378"/>
                </a:lnTo>
                <a:lnTo>
                  <a:pt x="734" y="379"/>
                </a:lnTo>
                <a:lnTo>
                  <a:pt x="733" y="379"/>
                </a:lnTo>
                <a:lnTo>
                  <a:pt x="732" y="379"/>
                </a:lnTo>
                <a:lnTo>
                  <a:pt x="732" y="380"/>
                </a:lnTo>
                <a:lnTo>
                  <a:pt x="732" y="381"/>
                </a:lnTo>
                <a:lnTo>
                  <a:pt x="731" y="381"/>
                </a:lnTo>
                <a:lnTo>
                  <a:pt x="731" y="382"/>
                </a:lnTo>
                <a:lnTo>
                  <a:pt x="730" y="382"/>
                </a:lnTo>
                <a:lnTo>
                  <a:pt x="731" y="383"/>
                </a:lnTo>
                <a:lnTo>
                  <a:pt x="730" y="383"/>
                </a:lnTo>
                <a:lnTo>
                  <a:pt x="730" y="384"/>
                </a:lnTo>
                <a:lnTo>
                  <a:pt x="731" y="384"/>
                </a:lnTo>
                <a:lnTo>
                  <a:pt x="731" y="385"/>
                </a:lnTo>
                <a:lnTo>
                  <a:pt x="731" y="386"/>
                </a:lnTo>
                <a:lnTo>
                  <a:pt x="731" y="387"/>
                </a:lnTo>
                <a:lnTo>
                  <a:pt x="731" y="388"/>
                </a:lnTo>
                <a:lnTo>
                  <a:pt x="731" y="389"/>
                </a:lnTo>
                <a:lnTo>
                  <a:pt x="730" y="389"/>
                </a:lnTo>
                <a:lnTo>
                  <a:pt x="730" y="390"/>
                </a:lnTo>
                <a:lnTo>
                  <a:pt x="731" y="390"/>
                </a:lnTo>
                <a:lnTo>
                  <a:pt x="731" y="391"/>
                </a:lnTo>
                <a:lnTo>
                  <a:pt x="731" y="392"/>
                </a:lnTo>
                <a:lnTo>
                  <a:pt x="731" y="393"/>
                </a:lnTo>
                <a:lnTo>
                  <a:pt x="730" y="394"/>
                </a:lnTo>
                <a:lnTo>
                  <a:pt x="730" y="395"/>
                </a:lnTo>
                <a:lnTo>
                  <a:pt x="729" y="395"/>
                </a:lnTo>
                <a:lnTo>
                  <a:pt x="730" y="395"/>
                </a:lnTo>
                <a:lnTo>
                  <a:pt x="730" y="396"/>
                </a:lnTo>
                <a:lnTo>
                  <a:pt x="729" y="396"/>
                </a:lnTo>
                <a:lnTo>
                  <a:pt x="728" y="396"/>
                </a:lnTo>
                <a:lnTo>
                  <a:pt x="728" y="397"/>
                </a:lnTo>
                <a:lnTo>
                  <a:pt x="727" y="397"/>
                </a:lnTo>
                <a:lnTo>
                  <a:pt x="726" y="397"/>
                </a:lnTo>
                <a:lnTo>
                  <a:pt x="725" y="397"/>
                </a:lnTo>
                <a:lnTo>
                  <a:pt x="724" y="397"/>
                </a:lnTo>
                <a:lnTo>
                  <a:pt x="723" y="397"/>
                </a:lnTo>
                <a:lnTo>
                  <a:pt x="723" y="398"/>
                </a:lnTo>
                <a:lnTo>
                  <a:pt x="722" y="398"/>
                </a:lnTo>
                <a:lnTo>
                  <a:pt x="722" y="397"/>
                </a:lnTo>
                <a:lnTo>
                  <a:pt x="722" y="396"/>
                </a:lnTo>
                <a:lnTo>
                  <a:pt x="721" y="396"/>
                </a:lnTo>
                <a:lnTo>
                  <a:pt x="721" y="395"/>
                </a:lnTo>
                <a:lnTo>
                  <a:pt x="720" y="395"/>
                </a:lnTo>
                <a:lnTo>
                  <a:pt x="720" y="394"/>
                </a:lnTo>
                <a:lnTo>
                  <a:pt x="719" y="394"/>
                </a:lnTo>
                <a:lnTo>
                  <a:pt x="718" y="394"/>
                </a:lnTo>
                <a:lnTo>
                  <a:pt x="718" y="395"/>
                </a:lnTo>
                <a:lnTo>
                  <a:pt x="717" y="395"/>
                </a:lnTo>
                <a:lnTo>
                  <a:pt x="717" y="396"/>
                </a:lnTo>
                <a:lnTo>
                  <a:pt x="718" y="396"/>
                </a:lnTo>
                <a:lnTo>
                  <a:pt x="719" y="396"/>
                </a:lnTo>
                <a:lnTo>
                  <a:pt x="719" y="397"/>
                </a:lnTo>
                <a:lnTo>
                  <a:pt x="718" y="397"/>
                </a:lnTo>
                <a:lnTo>
                  <a:pt x="718" y="398"/>
                </a:lnTo>
                <a:lnTo>
                  <a:pt x="718" y="399"/>
                </a:lnTo>
                <a:lnTo>
                  <a:pt x="717" y="399"/>
                </a:lnTo>
                <a:lnTo>
                  <a:pt x="716" y="399"/>
                </a:lnTo>
                <a:lnTo>
                  <a:pt x="716" y="400"/>
                </a:lnTo>
                <a:lnTo>
                  <a:pt x="715" y="400"/>
                </a:lnTo>
                <a:lnTo>
                  <a:pt x="715" y="401"/>
                </a:lnTo>
                <a:lnTo>
                  <a:pt x="714" y="401"/>
                </a:lnTo>
                <a:lnTo>
                  <a:pt x="715" y="402"/>
                </a:lnTo>
                <a:lnTo>
                  <a:pt x="716" y="402"/>
                </a:lnTo>
                <a:lnTo>
                  <a:pt x="715" y="402"/>
                </a:lnTo>
                <a:lnTo>
                  <a:pt x="714" y="402"/>
                </a:lnTo>
                <a:lnTo>
                  <a:pt x="714" y="403"/>
                </a:lnTo>
                <a:lnTo>
                  <a:pt x="714" y="404"/>
                </a:lnTo>
                <a:lnTo>
                  <a:pt x="713" y="404"/>
                </a:lnTo>
                <a:lnTo>
                  <a:pt x="713" y="403"/>
                </a:lnTo>
                <a:lnTo>
                  <a:pt x="713" y="404"/>
                </a:lnTo>
                <a:lnTo>
                  <a:pt x="712" y="404"/>
                </a:lnTo>
                <a:lnTo>
                  <a:pt x="712" y="403"/>
                </a:lnTo>
                <a:lnTo>
                  <a:pt x="712" y="402"/>
                </a:lnTo>
                <a:lnTo>
                  <a:pt x="711" y="402"/>
                </a:lnTo>
                <a:lnTo>
                  <a:pt x="711" y="401"/>
                </a:lnTo>
                <a:lnTo>
                  <a:pt x="710" y="401"/>
                </a:lnTo>
                <a:lnTo>
                  <a:pt x="709" y="400"/>
                </a:lnTo>
                <a:lnTo>
                  <a:pt x="709" y="399"/>
                </a:lnTo>
                <a:lnTo>
                  <a:pt x="708" y="399"/>
                </a:lnTo>
                <a:lnTo>
                  <a:pt x="708" y="398"/>
                </a:lnTo>
                <a:lnTo>
                  <a:pt x="707" y="398"/>
                </a:lnTo>
                <a:lnTo>
                  <a:pt x="706" y="398"/>
                </a:lnTo>
                <a:lnTo>
                  <a:pt x="705" y="398"/>
                </a:lnTo>
                <a:lnTo>
                  <a:pt x="705" y="397"/>
                </a:lnTo>
                <a:lnTo>
                  <a:pt x="705" y="396"/>
                </a:lnTo>
                <a:lnTo>
                  <a:pt x="704" y="396"/>
                </a:lnTo>
                <a:lnTo>
                  <a:pt x="703" y="396"/>
                </a:lnTo>
                <a:lnTo>
                  <a:pt x="703" y="397"/>
                </a:lnTo>
                <a:lnTo>
                  <a:pt x="702" y="397"/>
                </a:lnTo>
                <a:lnTo>
                  <a:pt x="701" y="397"/>
                </a:lnTo>
                <a:lnTo>
                  <a:pt x="701" y="396"/>
                </a:lnTo>
                <a:lnTo>
                  <a:pt x="700" y="395"/>
                </a:lnTo>
                <a:lnTo>
                  <a:pt x="699" y="395"/>
                </a:lnTo>
                <a:lnTo>
                  <a:pt x="699" y="396"/>
                </a:lnTo>
                <a:lnTo>
                  <a:pt x="699" y="397"/>
                </a:lnTo>
                <a:lnTo>
                  <a:pt x="699" y="398"/>
                </a:lnTo>
                <a:lnTo>
                  <a:pt x="698" y="398"/>
                </a:lnTo>
                <a:lnTo>
                  <a:pt x="697" y="397"/>
                </a:lnTo>
                <a:lnTo>
                  <a:pt x="696" y="397"/>
                </a:lnTo>
                <a:lnTo>
                  <a:pt x="697" y="396"/>
                </a:lnTo>
                <a:lnTo>
                  <a:pt x="697" y="395"/>
                </a:lnTo>
                <a:lnTo>
                  <a:pt x="697" y="394"/>
                </a:lnTo>
                <a:lnTo>
                  <a:pt x="696" y="394"/>
                </a:lnTo>
                <a:lnTo>
                  <a:pt x="695" y="395"/>
                </a:lnTo>
                <a:lnTo>
                  <a:pt x="694" y="396"/>
                </a:lnTo>
                <a:lnTo>
                  <a:pt x="695" y="397"/>
                </a:lnTo>
                <a:lnTo>
                  <a:pt x="696" y="397"/>
                </a:lnTo>
                <a:lnTo>
                  <a:pt x="696" y="398"/>
                </a:lnTo>
                <a:lnTo>
                  <a:pt x="695" y="398"/>
                </a:lnTo>
                <a:lnTo>
                  <a:pt x="695" y="399"/>
                </a:lnTo>
                <a:lnTo>
                  <a:pt x="696" y="399"/>
                </a:lnTo>
                <a:lnTo>
                  <a:pt x="695" y="399"/>
                </a:lnTo>
                <a:lnTo>
                  <a:pt x="694" y="399"/>
                </a:lnTo>
                <a:lnTo>
                  <a:pt x="694" y="398"/>
                </a:lnTo>
                <a:lnTo>
                  <a:pt x="694" y="397"/>
                </a:lnTo>
                <a:lnTo>
                  <a:pt x="693" y="397"/>
                </a:lnTo>
                <a:lnTo>
                  <a:pt x="693" y="398"/>
                </a:lnTo>
                <a:lnTo>
                  <a:pt x="692" y="398"/>
                </a:lnTo>
                <a:lnTo>
                  <a:pt x="692" y="399"/>
                </a:lnTo>
                <a:lnTo>
                  <a:pt x="692" y="400"/>
                </a:lnTo>
                <a:lnTo>
                  <a:pt x="691" y="400"/>
                </a:lnTo>
                <a:lnTo>
                  <a:pt x="692" y="400"/>
                </a:lnTo>
                <a:lnTo>
                  <a:pt x="692" y="401"/>
                </a:lnTo>
                <a:lnTo>
                  <a:pt x="693" y="401"/>
                </a:lnTo>
                <a:lnTo>
                  <a:pt x="693" y="402"/>
                </a:lnTo>
                <a:lnTo>
                  <a:pt x="692" y="402"/>
                </a:lnTo>
                <a:lnTo>
                  <a:pt x="691" y="401"/>
                </a:lnTo>
                <a:lnTo>
                  <a:pt x="691" y="402"/>
                </a:lnTo>
                <a:lnTo>
                  <a:pt x="690" y="402"/>
                </a:lnTo>
                <a:lnTo>
                  <a:pt x="689" y="402"/>
                </a:lnTo>
                <a:lnTo>
                  <a:pt x="689" y="401"/>
                </a:lnTo>
                <a:lnTo>
                  <a:pt x="688" y="401"/>
                </a:lnTo>
                <a:lnTo>
                  <a:pt x="688" y="402"/>
                </a:lnTo>
                <a:lnTo>
                  <a:pt x="688" y="403"/>
                </a:lnTo>
                <a:lnTo>
                  <a:pt x="687" y="403"/>
                </a:lnTo>
                <a:lnTo>
                  <a:pt x="687" y="402"/>
                </a:lnTo>
                <a:lnTo>
                  <a:pt x="686" y="402"/>
                </a:lnTo>
                <a:lnTo>
                  <a:pt x="686" y="403"/>
                </a:lnTo>
                <a:lnTo>
                  <a:pt x="685" y="403"/>
                </a:lnTo>
                <a:lnTo>
                  <a:pt x="685" y="404"/>
                </a:lnTo>
                <a:lnTo>
                  <a:pt x="684" y="405"/>
                </a:lnTo>
                <a:lnTo>
                  <a:pt x="685" y="406"/>
                </a:lnTo>
                <a:lnTo>
                  <a:pt x="686" y="406"/>
                </a:lnTo>
                <a:lnTo>
                  <a:pt x="687" y="407"/>
                </a:lnTo>
                <a:lnTo>
                  <a:pt x="687" y="408"/>
                </a:lnTo>
                <a:lnTo>
                  <a:pt x="686" y="408"/>
                </a:lnTo>
                <a:lnTo>
                  <a:pt x="686" y="409"/>
                </a:lnTo>
                <a:lnTo>
                  <a:pt x="685" y="409"/>
                </a:lnTo>
                <a:lnTo>
                  <a:pt x="684" y="409"/>
                </a:lnTo>
                <a:lnTo>
                  <a:pt x="684" y="408"/>
                </a:lnTo>
                <a:lnTo>
                  <a:pt x="683" y="408"/>
                </a:lnTo>
                <a:lnTo>
                  <a:pt x="682" y="408"/>
                </a:lnTo>
                <a:lnTo>
                  <a:pt x="682" y="409"/>
                </a:lnTo>
                <a:lnTo>
                  <a:pt x="681" y="409"/>
                </a:lnTo>
                <a:lnTo>
                  <a:pt x="682" y="409"/>
                </a:lnTo>
                <a:lnTo>
                  <a:pt x="683" y="410"/>
                </a:lnTo>
                <a:lnTo>
                  <a:pt x="684" y="410"/>
                </a:lnTo>
                <a:lnTo>
                  <a:pt x="684" y="409"/>
                </a:lnTo>
                <a:lnTo>
                  <a:pt x="685" y="409"/>
                </a:lnTo>
                <a:lnTo>
                  <a:pt x="685" y="410"/>
                </a:lnTo>
                <a:lnTo>
                  <a:pt x="684" y="411"/>
                </a:lnTo>
                <a:lnTo>
                  <a:pt x="683" y="411"/>
                </a:lnTo>
                <a:lnTo>
                  <a:pt x="682" y="411"/>
                </a:lnTo>
                <a:lnTo>
                  <a:pt x="682" y="412"/>
                </a:lnTo>
                <a:lnTo>
                  <a:pt x="683" y="412"/>
                </a:lnTo>
                <a:lnTo>
                  <a:pt x="684" y="412"/>
                </a:lnTo>
                <a:lnTo>
                  <a:pt x="685" y="412"/>
                </a:lnTo>
                <a:lnTo>
                  <a:pt x="684" y="413"/>
                </a:lnTo>
                <a:lnTo>
                  <a:pt x="684" y="414"/>
                </a:lnTo>
                <a:lnTo>
                  <a:pt x="683" y="414"/>
                </a:lnTo>
                <a:lnTo>
                  <a:pt x="682" y="414"/>
                </a:lnTo>
                <a:lnTo>
                  <a:pt x="681" y="414"/>
                </a:lnTo>
                <a:lnTo>
                  <a:pt x="680" y="414"/>
                </a:lnTo>
                <a:lnTo>
                  <a:pt x="680" y="415"/>
                </a:lnTo>
                <a:lnTo>
                  <a:pt x="680" y="416"/>
                </a:lnTo>
                <a:lnTo>
                  <a:pt x="680" y="417"/>
                </a:lnTo>
                <a:lnTo>
                  <a:pt x="681" y="417"/>
                </a:lnTo>
                <a:lnTo>
                  <a:pt x="681" y="416"/>
                </a:lnTo>
                <a:lnTo>
                  <a:pt x="682" y="416"/>
                </a:lnTo>
                <a:lnTo>
                  <a:pt x="683" y="417"/>
                </a:lnTo>
                <a:lnTo>
                  <a:pt x="682" y="417"/>
                </a:lnTo>
                <a:lnTo>
                  <a:pt x="682" y="418"/>
                </a:lnTo>
                <a:lnTo>
                  <a:pt x="682" y="419"/>
                </a:lnTo>
                <a:lnTo>
                  <a:pt x="683" y="419"/>
                </a:lnTo>
                <a:lnTo>
                  <a:pt x="684" y="419"/>
                </a:lnTo>
                <a:lnTo>
                  <a:pt x="684" y="420"/>
                </a:lnTo>
                <a:lnTo>
                  <a:pt x="683" y="420"/>
                </a:lnTo>
                <a:lnTo>
                  <a:pt x="682" y="420"/>
                </a:lnTo>
                <a:lnTo>
                  <a:pt x="681" y="420"/>
                </a:lnTo>
                <a:lnTo>
                  <a:pt x="681" y="421"/>
                </a:lnTo>
                <a:lnTo>
                  <a:pt x="681" y="422"/>
                </a:lnTo>
                <a:lnTo>
                  <a:pt x="680" y="422"/>
                </a:lnTo>
                <a:lnTo>
                  <a:pt x="679" y="422"/>
                </a:lnTo>
                <a:lnTo>
                  <a:pt x="678" y="422"/>
                </a:lnTo>
                <a:lnTo>
                  <a:pt x="678" y="423"/>
                </a:lnTo>
                <a:lnTo>
                  <a:pt x="679" y="423"/>
                </a:lnTo>
                <a:lnTo>
                  <a:pt x="679" y="424"/>
                </a:lnTo>
                <a:lnTo>
                  <a:pt x="677" y="424"/>
                </a:lnTo>
                <a:lnTo>
                  <a:pt x="676" y="424"/>
                </a:lnTo>
                <a:lnTo>
                  <a:pt x="676" y="425"/>
                </a:lnTo>
                <a:lnTo>
                  <a:pt x="676" y="426"/>
                </a:lnTo>
                <a:lnTo>
                  <a:pt x="675" y="426"/>
                </a:lnTo>
                <a:lnTo>
                  <a:pt x="674" y="426"/>
                </a:lnTo>
                <a:lnTo>
                  <a:pt x="675" y="427"/>
                </a:lnTo>
                <a:lnTo>
                  <a:pt x="674" y="427"/>
                </a:lnTo>
                <a:lnTo>
                  <a:pt x="673" y="427"/>
                </a:lnTo>
                <a:lnTo>
                  <a:pt x="673" y="426"/>
                </a:lnTo>
                <a:lnTo>
                  <a:pt x="673" y="427"/>
                </a:lnTo>
                <a:lnTo>
                  <a:pt x="672" y="427"/>
                </a:lnTo>
                <a:lnTo>
                  <a:pt x="672" y="426"/>
                </a:lnTo>
                <a:lnTo>
                  <a:pt x="671" y="426"/>
                </a:lnTo>
                <a:lnTo>
                  <a:pt x="671" y="425"/>
                </a:lnTo>
                <a:lnTo>
                  <a:pt x="670" y="425"/>
                </a:lnTo>
                <a:lnTo>
                  <a:pt x="670" y="426"/>
                </a:lnTo>
                <a:lnTo>
                  <a:pt x="671" y="427"/>
                </a:lnTo>
                <a:lnTo>
                  <a:pt x="670" y="427"/>
                </a:lnTo>
                <a:lnTo>
                  <a:pt x="669" y="427"/>
                </a:lnTo>
                <a:lnTo>
                  <a:pt x="668" y="427"/>
                </a:lnTo>
                <a:lnTo>
                  <a:pt x="667" y="428"/>
                </a:lnTo>
                <a:lnTo>
                  <a:pt x="668" y="429"/>
                </a:lnTo>
                <a:lnTo>
                  <a:pt x="667" y="429"/>
                </a:lnTo>
                <a:lnTo>
                  <a:pt x="667" y="430"/>
                </a:lnTo>
                <a:lnTo>
                  <a:pt x="666" y="431"/>
                </a:lnTo>
                <a:lnTo>
                  <a:pt x="665" y="431"/>
                </a:lnTo>
                <a:lnTo>
                  <a:pt x="664" y="432"/>
                </a:lnTo>
                <a:lnTo>
                  <a:pt x="663" y="432"/>
                </a:lnTo>
                <a:lnTo>
                  <a:pt x="663" y="431"/>
                </a:lnTo>
                <a:lnTo>
                  <a:pt x="663" y="432"/>
                </a:lnTo>
                <a:lnTo>
                  <a:pt x="662" y="432"/>
                </a:lnTo>
                <a:lnTo>
                  <a:pt x="661" y="432"/>
                </a:lnTo>
                <a:lnTo>
                  <a:pt x="661" y="431"/>
                </a:lnTo>
                <a:lnTo>
                  <a:pt x="660" y="432"/>
                </a:lnTo>
                <a:lnTo>
                  <a:pt x="659" y="433"/>
                </a:lnTo>
                <a:lnTo>
                  <a:pt x="659" y="434"/>
                </a:lnTo>
                <a:lnTo>
                  <a:pt x="659" y="435"/>
                </a:lnTo>
                <a:lnTo>
                  <a:pt x="660" y="435"/>
                </a:lnTo>
                <a:lnTo>
                  <a:pt x="660" y="436"/>
                </a:lnTo>
                <a:lnTo>
                  <a:pt x="660" y="437"/>
                </a:lnTo>
                <a:lnTo>
                  <a:pt x="659" y="438"/>
                </a:lnTo>
                <a:lnTo>
                  <a:pt x="658" y="438"/>
                </a:lnTo>
                <a:lnTo>
                  <a:pt x="658" y="439"/>
                </a:lnTo>
                <a:lnTo>
                  <a:pt x="657" y="440"/>
                </a:lnTo>
                <a:lnTo>
                  <a:pt x="656" y="440"/>
                </a:lnTo>
                <a:lnTo>
                  <a:pt x="655" y="440"/>
                </a:lnTo>
                <a:lnTo>
                  <a:pt x="655" y="439"/>
                </a:lnTo>
                <a:lnTo>
                  <a:pt x="654" y="439"/>
                </a:lnTo>
                <a:lnTo>
                  <a:pt x="654" y="438"/>
                </a:lnTo>
                <a:lnTo>
                  <a:pt x="653" y="438"/>
                </a:lnTo>
                <a:lnTo>
                  <a:pt x="653" y="439"/>
                </a:lnTo>
                <a:lnTo>
                  <a:pt x="652" y="439"/>
                </a:lnTo>
                <a:lnTo>
                  <a:pt x="651" y="438"/>
                </a:lnTo>
                <a:lnTo>
                  <a:pt x="650" y="438"/>
                </a:lnTo>
                <a:lnTo>
                  <a:pt x="649" y="438"/>
                </a:lnTo>
                <a:lnTo>
                  <a:pt x="648" y="437"/>
                </a:lnTo>
                <a:lnTo>
                  <a:pt x="647" y="437"/>
                </a:lnTo>
                <a:lnTo>
                  <a:pt x="645" y="437"/>
                </a:lnTo>
                <a:lnTo>
                  <a:pt x="644" y="437"/>
                </a:lnTo>
                <a:lnTo>
                  <a:pt x="644" y="438"/>
                </a:lnTo>
                <a:lnTo>
                  <a:pt x="643" y="438"/>
                </a:lnTo>
                <a:lnTo>
                  <a:pt x="643" y="437"/>
                </a:lnTo>
                <a:lnTo>
                  <a:pt x="642" y="437"/>
                </a:lnTo>
                <a:lnTo>
                  <a:pt x="642" y="436"/>
                </a:lnTo>
                <a:lnTo>
                  <a:pt x="641" y="436"/>
                </a:lnTo>
                <a:lnTo>
                  <a:pt x="640" y="436"/>
                </a:lnTo>
                <a:lnTo>
                  <a:pt x="640" y="437"/>
                </a:lnTo>
                <a:lnTo>
                  <a:pt x="639" y="437"/>
                </a:lnTo>
                <a:lnTo>
                  <a:pt x="638" y="437"/>
                </a:lnTo>
                <a:lnTo>
                  <a:pt x="638" y="438"/>
                </a:lnTo>
                <a:lnTo>
                  <a:pt x="637" y="438"/>
                </a:lnTo>
                <a:lnTo>
                  <a:pt x="637" y="439"/>
                </a:lnTo>
                <a:lnTo>
                  <a:pt x="636" y="439"/>
                </a:lnTo>
                <a:lnTo>
                  <a:pt x="636" y="440"/>
                </a:lnTo>
                <a:lnTo>
                  <a:pt x="635" y="440"/>
                </a:lnTo>
                <a:lnTo>
                  <a:pt x="634" y="439"/>
                </a:lnTo>
                <a:lnTo>
                  <a:pt x="633" y="439"/>
                </a:lnTo>
                <a:lnTo>
                  <a:pt x="633" y="438"/>
                </a:lnTo>
                <a:lnTo>
                  <a:pt x="632" y="438"/>
                </a:lnTo>
                <a:lnTo>
                  <a:pt x="631" y="437"/>
                </a:lnTo>
                <a:lnTo>
                  <a:pt x="630" y="437"/>
                </a:lnTo>
                <a:lnTo>
                  <a:pt x="630" y="438"/>
                </a:lnTo>
                <a:lnTo>
                  <a:pt x="629" y="438"/>
                </a:lnTo>
                <a:lnTo>
                  <a:pt x="628" y="438"/>
                </a:lnTo>
                <a:lnTo>
                  <a:pt x="627" y="438"/>
                </a:lnTo>
                <a:lnTo>
                  <a:pt x="627" y="439"/>
                </a:lnTo>
                <a:lnTo>
                  <a:pt x="627" y="440"/>
                </a:lnTo>
                <a:lnTo>
                  <a:pt x="627" y="441"/>
                </a:lnTo>
                <a:lnTo>
                  <a:pt x="626" y="441"/>
                </a:lnTo>
                <a:lnTo>
                  <a:pt x="625" y="441"/>
                </a:lnTo>
                <a:lnTo>
                  <a:pt x="624" y="441"/>
                </a:lnTo>
                <a:lnTo>
                  <a:pt x="623" y="441"/>
                </a:lnTo>
                <a:lnTo>
                  <a:pt x="622" y="441"/>
                </a:lnTo>
                <a:lnTo>
                  <a:pt x="620" y="441"/>
                </a:lnTo>
                <a:lnTo>
                  <a:pt x="619" y="441"/>
                </a:lnTo>
                <a:lnTo>
                  <a:pt x="618" y="441"/>
                </a:lnTo>
                <a:lnTo>
                  <a:pt x="617" y="441"/>
                </a:lnTo>
                <a:lnTo>
                  <a:pt x="616" y="440"/>
                </a:lnTo>
                <a:lnTo>
                  <a:pt x="615" y="439"/>
                </a:lnTo>
                <a:lnTo>
                  <a:pt x="614" y="440"/>
                </a:lnTo>
                <a:lnTo>
                  <a:pt x="613" y="439"/>
                </a:lnTo>
                <a:lnTo>
                  <a:pt x="612" y="439"/>
                </a:lnTo>
                <a:lnTo>
                  <a:pt x="600" y="438"/>
                </a:lnTo>
                <a:lnTo>
                  <a:pt x="582" y="439"/>
                </a:lnTo>
                <a:lnTo>
                  <a:pt x="579" y="440"/>
                </a:lnTo>
                <a:lnTo>
                  <a:pt x="576" y="441"/>
                </a:lnTo>
                <a:lnTo>
                  <a:pt x="577" y="442"/>
                </a:lnTo>
                <a:lnTo>
                  <a:pt x="578" y="443"/>
                </a:lnTo>
                <a:lnTo>
                  <a:pt x="579" y="443"/>
                </a:lnTo>
                <a:lnTo>
                  <a:pt x="579" y="444"/>
                </a:lnTo>
                <a:lnTo>
                  <a:pt x="580" y="444"/>
                </a:lnTo>
                <a:lnTo>
                  <a:pt x="582" y="446"/>
                </a:lnTo>
                <a:lnTo>
                  <a:pt x="583" y="446"/>
                </a:lnTo>
                <a:lnTo>
                  <a:pt x="583" y="447"/>
                </a:lnTo>
                <a:lnTo>
                  <a:pt x="583" y="448"/>
                </a:lnTo>
                <a:lnTo>
                  <a:pt x="583" y="449"/>
                </a:lnTo>
                <a:lnTo>
                  <a:pt x="583" y="450"/>
                </a:lnTo>
                <a:lnTo>
                  <a:pt x="583" y="451"/>
                </a:lnTo>
                <a:lnTo>
                  <a:pt x="584" y="451"/>
                </a:lnTo>
                <a:lnTo>
                  <a:pt x="584" y="452"/>
                </a:lnTo>
                <a:lnTo>
                  <a:pt x="584" y="453"/>
                </a:lnTo>
                <a:lnTo>
                  <a:pt x="583" y="453"/>
                </a:lnTo>
                <a:lnTo>
                  <a:pt x="583" y="455"/>
                </a:lnTo>
                <a:lnTo>
                  <a:pt x="583" y="456"/>
                </a:lnTo>
                <a:lnTo>
                  <a:pt x="583" y="457"/>
                </a:lnTo>
                <a:lnTo>
                  <a:pt x="583" y="458"/>
                </a:lnTo>
                <a:lnTo>
                  <a:pt x="583" y="459"/>
                </a:lnTo>
                <a:lnTo>
                  <a:pt x="583" y="460"/>
                </a:lnTo>
                <a:lnTo>
                  <a:pt x="584" y="460"/>
                </a:lnTo>
                <a:lnTo>
                  <a:pt x="584" y="461"/>
                </a:lnTo>
                <a:lnTo>
                  <a:pt x="583" y="461"/>
                </a:lnTo>
                <a:lnTo>
                  <a:pt x="584" y="462"/>
                </a:lnTo>
                <a:lnTo>
                  <a:pt x="585" y="463"/>
                </a:lnTo>
                <a:lnTo>
                  <a:pt x="586" y="463"/>
                </a:lnTo>
                <a:lnTo>
                  <a:pt x="586" y="464"/>
                </a:lnTo>
                <a:lnTo>
                  <a:pt x="586" y="465"/>
                </a:lnTo>
                <a:lnTo>
                  <a:pt x="587" y="466"/>
                </a:lnTo>
                <a:lnTo>
                  <a:pt x="587" y="467"/>
                </a:lnTo>
                <a:lnTo>
                  <a:pt x="587" y="468"/>
                </a:lnTo>
                <a:lnTo>
                  <a:pt x="588" y="469"/>
                </a:lnTo>
                <a:lnTo>
                  <a:pt x="589" y="470"/>
                </a:lnTo>
                <a:lnTo>
                  <a:pt x="589" y="471"/>
                </a:lnTo>
                <a:lnTo>
                  <a:pt x="590" y="471"/>
                </a:lnTo>
                <a:lnTo>
                  <a:pt x="591" y="471"/>
                </a:lnTo>
                <a:lnTo>
                  <a:pt x="592" y="472"/>
                </a:lnTo>
                <a:lnTo>
                  <a:pt x="592" y="473"/>
                </a:lnTo>
                <a:lnTo>
                  <a:pt x="593" y="473"/>
                </a:lnTo>
                <a:lnTo>
                  <a:pt x="593" y="474"/>
                </a:lnTo>
                <a:lnTo>
                  <a:pt x="594" y="474"/>
                </a:lnTo>
                <a:lnTo>
                  <a:pt x="595" y="474"/>
                </a:lnTo>
                <a:lnTo>
                  <a:pt x="596" y="474"/>
                </a:lnTo>
                <a:lnTo>
                  <a:pt x="596" y="475"/>
                </a:lnTo>
                <a:lnTo>
                  <a:pt x="597" y="475"/>
                </a:lnTo>
                <a:lnTo>
                  <a:pt x="598" y="475"/>
                </a:lnTo>
                <a:lnTo>
                  <a:pt x="598" y="476"/>
                </a:lnTo>
                <a:lnTo>
                  <a:pt x="598" y="477"/>
                </a:lnTo>
                <a:lnTo>
                  <a:pt x="599" y="477"/>
                </a:lnTo>
                <a:lnTo>
                  <a:pt x="599" y="478"/>
                </a:lnTo>
                <a:lnTo>
                  <a:pt x="599" y="479"/>
                </a:lnTo>
                <a:lnTo>
                  <a:pt x="600" y="479"/>
                </a:lnTo>
                <a:lnTo>
                  <a:pt x="601" y="479"/>
                </a:lnTo>
                <a:lnTo>
                  <a:pt x="601" y="480"/>
                </a:lnTo>
                <a:lnTo>
                  <a:pt x="600" y="480"/>
                </a:lnTo>
                <a:lnTo>
                  <a:pt x="600" y="481"/>
                </a:lnTo>
                <a:lnTo>
                  <a:pt x="601" y="482"/>
                </a:lnTo>
                <a:lnTo>
                  <a:pt x="602" y="482"/>
                </a:lnTo>
                <a:lnTo>
                  <a:pt x="601" y="482"/>
                </a:lnTo>
                <a:lnTo>
                  <a:pt x="601" y="483"/>
                </a:lnTo>
                <a:lnTo>
                  <a:pt x="602" y="483"/>
                </a:lnTo>
                <a:lnTo>
                  <a:pt x="602" y="484"/>
                </a:lnTo>
                <a:lnTo>
                  <a:pt x="602" y="485"/>
                </a:lnTo>
                <a:lnTo>
                  <a:pt x="601" y="485"/>
                </a:lnTo>
                <a:lnTo>
                  <a:pt x="601" y="486"/>
                </a:lnTo>
                <a:lnTo>
                  <a:pt x="600" y="486"/>
                </a:lnTo>
                <a:lnTo>
                  <a:pt x="600" y="487"/>
                </a:lnTo>
                <a:lnTo>
                  <a:pt x="600" y="488"/>
                </a:lnTo>
                <a:lnTo>
                  <a:pt x="601" y="488"/>
                </a:lnTo>
                <a:lnTo>
                  <a:pt x="600" y="488"/>
                </a:lnTo>
                <a:lnTo>
                  <a:pt x="600" y="489"/>
                </a:lnTo>
                <a:lnTo>
                  <a:pt x="599" y="489"/>
                </a:lnTo>
                <a:lnTo>
                  <a:pt x="599" y="490"/>
                </a:lnTo>
                <a:lnTo>
                  <a:pt x="598" y="490"/>
                </a:lnTo>
                <a:lnTo>
                  <a:pt x="597" y="491"/>
                </a:lnTo>
                <a:lnTo>
                  <a:pt x="597" y="492"/>
                </a:lnTo>
                <a:lnTo>
                  <a:pt x="596" y="492"/>
                </a:lnTo>
                <a:lnTo>
                  <a:pt x="595" y="492"/>
                </a:lnTo>
                <a:lnTo>
                  <a:pt x="595" y="493"/>
                </a:lnTo>
                <a:lnTo>
                  <a:pt x="596" y="494"/>
                </a:lnTo>
                <a:lnTo>
                  <a:pt x="595" y="494"/>
                </a:lnTo>
                <a:lnTo>
                  <a:pt x="595" y="495"/>
                </a:lnTo>
                <a:lnTo>
                  <a:pt x="595" y="496"/>
                </a:lnTo>
                <a:lnTo>
                  <a:pt x="595" y="497"/>
                </a:lnTo>
                <a:lnTo>
                  <a:pt x="596" y="497"/>
                </a:lnTo>
                <a:lnTo>
                  <a:pt x="595" y="498"/>
                </a:lnTo>
                <a:lnTo>
                  <a:pt x="594" y="498"/>
                </a:lnTo>
                <a:lnTo>
                  <a:pt x="593" y="498"/>
                </a:lnTo>
                <a:lnTo>
                  <a:pt x="593" y="499"/>
                </a:lnTo>
                <a:lnTo>
                  <a:pt x="593" y="500"/>
                </a:lnTo>
                <a:lnTo>
                  <a:pt x="593" y="501"/>
                </a:lnTo>
                <a:lnTo>
                  <a:pt x="592" y="502"/>
                </a:lnTo>
                <a:lnTo>
                  <a:pt x="592" y="501"/>
                </a:lnTo>
                <a:lnTo>
                  <a:pt x="591" y="501"/>
                </a:lnTo>
                <a:lnTo>
                  <a:pt x="590" y="502"/>
                </a:lnTo>
                <a:lnTo>
                  <a:pt x="589" y="502"/>
                </a:lnTo>
                <a:lnTo>
                  <a:pt x="589" y="503"/>
                </a:lnTo>
                <a:lnTo>
                  <a:pt x="588" y="503"/>
                </a:lnTo>
                <a:lnTo>
                  <a:pt x="588" y="504"/>
                </a:lnTo>
                <a:lnTo>
                  <a:pt x="587" y="504"/>
                </a:lnTo>
                <a:lnTo>
                  <a:pt x="586" y="504"/>
                </a:lnTo>
                <a:lnTo>
                  <a:pt x="585" y="504"/>
                </a:lnTo>
                <a:lnTo>
                  <a:pt x="585" y="505"/>
                </a:lnTo>
                <a:lnTo>
                  <a:pt x="585" y="506"/>
                </a:lnTo>
                <a:lnTo>
                  <a:pt x="584" y="506"/>
                </a:lnTo>
                <a:lnTo>
                  <a:pt x="583" y="506"/>
                </a:lnTo>
                <a:lnTo>
                  <a:pt x="583" y="505"/>
                </a:lnTo>
                <a:lnTo>
                  <a:pt x="582" y="505"/>
                </a:lnTo>
                <a:lnTo>
                  <a:pt x="583" y="504"/>
                </a:lnTo>
                <a:lnTo>
                  <a:pt x="583" y="503"/>
                </a:lnTo>
                <a:lnTo>
                  <a:pt x="582" y="503"/>
                </a:lnTo>
                <a:lnTo>
                  <a:pt x="581" y="503"/>
                </a:lnTo>
                <a:lnTo>
                  <a:pt x="581" y="504"/>
                </a:lnTo>
                <a:lnTo>
                  <a:pt x="581" y="505"/>
                </a:lnTo>
                <a:lnTo>
                  <a:pt x="580" y="505"/>
                </a:lnTo>
                <a:lnTo>
                  <a:pt x="580" y="504"/>
                </a:lnTo>
                <a:lnTo>
                  <a:pt x="580" y="503"/>
                </a:lnTo>
                <a:lnTo>
                  <a:pt x="579" y="503"/>
                </a:lnTo>
                <a:lnTo>
                  <a:pt x="578" y="503"/>
                </a:lnTo>
                <a:lnTo>
                  <a:pt x="577" y="503"/>
                </a:lnTo>
                <a:lnTo>
                  <a:pt x="577" y="502"/>
                </a:lnTo>
                <a:lnTo>
                  <a:pt x="577" y="501"/>
                </a:lnTo>
                <a:lnTo>
                  <a:pt x="578" y="501"/>
                </a:lnTo>
                <a:lnTo>
                  <a:pt x="577" y="500"/>
                </a:lnTo>
                <a:lnTo>
                  <a:pt x="577" y="501"/>
                </a:lnTo>
                <a:lnTo>
                  <a:pt x="576" y="501"/>
                </a:lnTo>
                <a:lnTo>
                  <a:pt x="575" y="501"/>
                </a:lnTo>
                <a:lnTo>
                  <a:pt x="575" y="500"/>
                </a:lnTo>
                <a:lnTo>
                  <a:pt x="574" y="500"/>
                </a:lnTo>
                <a:lnTo>
                  <a:pt x="574" y="499"/>
                </a:lnTo>
                <a:lnTo>
                  <a:pt x="575" y="499"/>
                </a:lnTo>
                <a:lnTo>
                  <a:pt x="575" y="498"/>
                </a:lnTo>
                <a:lnTo>
                  <a:pt x="574" y="498"/>
                </a:lnTo>
                <a:lnTo>
                  <a:pt x="573" y="499"/>
                </a:lnTo>
                <a:lnTo>
                  <a:pt x="573" y="500"/>
                </a:lnTo>
                <a:lnTo>
                  <a:pt x="573" y="501"/>
                </a:lnTo>
                <a:lnTo>
                  <a:pt x="572" y="501"/>
                </a:lnTo>
                <a:lnTo>
                  <a:pt x="572" y="500"/>
                </a:lnTo>
                <a:lnTo>
                  <a:pt x="572" y="499"/>
                </a:lnTo>
                <a:lnTo>
                  <a:pt x="571" y="499"/>
                </a:lnTo>
                <a:lnTo>
                  <a:pt x="570" y="499"/>
                </a:lnTo>
                <a:lnTo>
                  <a:pt x="569" y="499"/>
                </a:lnTo>
                <a:lnTo>
                  <a:pt x="569" y="498"/>
                </a:lnTo>
                <a:lnTo>
                  <a:pt x="569" y="497"/>
                </a:lnTo>
                <a:lnTo>
                  <a:pt x="569" y="498"/>
                </a:lnTo>
                <a:lnTo>
                  <a:pt x="568" y="498"/>
                </a:lnTo>
                <a:lnTo>
                  <a:pt x="568" y="497"/>
                </a:lnTo>
                <a:lnTo>
                  <a:pt x="567" y="497"/>
                </a:lnTo>
                <a:lnTo>
                  <a:pt x="567" y="498"/>
                </a:lnTo>
                <a:lnTo>
                  <a:pt x="566" y="498"/>
                </a:lnTo>
                <a:lnTo>
                  <a:pt x="566" y="499"/>
                </a:lnTo>
                <a:lnTo>
                  <a:pt x="566" y="500"/>
                </a:lnTo>
                <a:lnTo>
                  <a:pt x="565" y="500"/>
                </a:lnTo>
                <a:lnTo>
                  <a:pt x="565" y="499"/>
                </a:lnTo>
                <a:lnTo>
                  <a:pt x="564" y="499"/>
                </a:lnTo>
                <a:lnTo>
                  <a:pt x="564" y="498"/>
                </a:lnTo>
                <a:lnTo>
                  <a:pt x="563" y="498"/>
                </a:lnTo>
                <a:lnTo>
                  <a:pt x="562" y="498"/>
                </a:lnTo>
                <a:lnTo>
                  <a:pt x="562" y="499"/>
                </a:lnTo>
                <a:lnTo>
                  <a:pt x="562" y="500"/>
                </a:lnTo>
                <a:lnTo>
                  <a:pt x="562" y="501"/>
                </a:lnTo>
                <a:lnTo>
                  <a:pt x="563" y="501"/>
                </a:lnTo>
                <a:lnTo>
                  <a:pt x="563" y="502"/>
                </a:lnTo>
                <a:lnTo>
                  <a:pt x="562" y="502"/>
                </a:lnTo>
                <a:lnTo>
                  <a:pt x="561" y="502"/>
                </a:lnTo>
                <a:lnTo>
                  <a:pt x="561" y="501"/>
                </a:lnTo>
                <a:lnTo>
                  <a:pt x="560" y="501"/>
                </a:lnTo>
                <a:lnTo>
                  <a:pt x="560" y="500"/>
                </a:lnTo>
                <a:lnTo>
                  <a:pt x="559" y="500"/>
                </a:lnTo>
                <a:lnTo>
                  <a:pt x="559" y="501"/>
                </a:lnTo>
                <a:lnTo>
                  <a:pt x="559" y="502"/>
                </a:lnTo>
                <a:lnTo>
                  <a:pt x="558" y="502"/>
                </a:lnTo>
                <a:lnTo>
                  <a:pt x="558" y="501"/>
                </a:lnTo>
                <a:lnTo>
                  <a:pt x="557" y="501"/>
                </a:lnTo>
                <a:lnTo>
                  <a:pt x="557" y="500"/>
                </a:lnTo>
                <a:lnTo>
                  <a:pt x="556" y="500"/>
                </a:lnTo>
                <a:lnTo>
                  <a:pt x="555" y="500"/>
                </a:lnTo>
                <a:lnTo>
                  <a:pt x="555" y="501"/>
                </a:lnTo>
                <a:lnTo>
                  <a:pt x="555" y="502"/>
                </a:lnTo>
                <a:lnTo>
                  <a:pt x="554" y="501"/>
                </a:lnTo>
                <a:lnTo>
                  <a:pt x="554" y="500"/>
                </a:lnTo>
                <a:lnTo>
                  <a:pt x="553" y="500"/>
                </a:lnTo>
                <a:lnTo>
                  <a:pt x="552" y="500"/>
                </a:lnTo>
                <a:lnTo>
                  <a:pt x="550" y="500"/>
                </a:lnTo>
                <a:lnTo>
                  <a:pt x="549" y="500"/>
                </a:lnTo>
                <a:lnTo>
                  <a:pt x="549" y="501"/>
                </a:lnTo>
                <a:lnTo>
                  <a:pt x="547" y="501"/>
                </a:lnTo>
                <a:lnTo>
                  <a:pt x="546" y="500"/>
                </a:lnTo>
                <a:lnTo>
                  <a:pt x="545" y="500"/>
                </a:lnTo>
                <a:lnTo>
                  <a:pt x="545" y="501"/>
                </a:lnTo>
                <a:lnTo>
                  <a:pt x="544" y="501"/>
                </a:lnTo>
                <a:lnTo>
                  <a:pt x="544" y="500"/>
                </a:lnTo>
                <a:lnTo>
                  <a:pt x="543" y="500"/>
                </a:lnTo>
                <a:lnTo>
                  <a:pt x="542" y="500"/>
                </a:lnTo>
                <a:lnTo>
                  <a:pt x="543" y="501"/>
                </a:lnTo>
                <a:lnTo>
                  <a:pt x="543" y="502"/>
                </a:lnTo>
                <a:lnTo>
                  <a:pt x="542" y="502"/>
                </a:lnTo>
                <a:lnTo>
                  <a:pt x="541" y="502"/>
                </a:lnTo>
                <a:lnTo>
                  <a:pt x="541" y="501"/>
                </a:lnTo>
                <a:lnTo>
                  <a:pt x="540" y="501"/>
                </a:lnTo>
                <a:lnTo>
                  <a:pt x="540" y="500"/>
                </a:lnTo>
                <a:lnTo>
                  <a:pt x="539" y="500"/>
                </a:lnTo>
                <a:lnTo>
                  <a:pt x="539" y="499"/>
                </a:lnTo>
                <a:lnTo>
                  <a:pt x="538" y="500"/>
                </a:lnTo>
                <a:lnTo>
                  <a:pt x="537" y="500"/>
                </a:lnTo>
                <a:lnTo>
                  <a:pt x="536" y="500"/>
                </a:lnTo>
                <a:lnTo>
                  <a:pt x="535" y="500"/>
                </a:lnTo>
                <a:lnTo>
                  <a:pt x="534" y="499"/>
                </a:lnTo>
                <a:lnTo>
                  <a:pt x="533" y="498"/>
                </a:lnTo>
                <a:lnTo>
                  <a:pt x="533" y="497"/>
                </a:lnTo>
                <a:lnTo>
                  <a:pt x="532" y="497"/>
                </a:lnTo>
                <a:lnTo>
                  <a:pt x="532" y="496"/>
                </a:lnTo>
                <a:lnTo>
                  <a:pt x="533" y="495"/>
                </a:lnTo>
                <a:lnTo>
                  <a:pt x="532" y="495"/>
                </a:lnTo>
                <a:lnTo>
                  <a:pt x="531" y="495"/>
                </a:lnTo>
                <a:lnTo>
                  <a:pt x="531" y="496"/>
                </a:lnTo>
                <a:lnTo>
                  <a:pt x="530" y="496"/>
                </a:lnTo>
                <a:lnTo>
                  <a:pt x="530" y="495"/>
                </a:lnTo>
                <a:lnTo>
                  <a:pt x="529" y="495"/>
                </a:lnTo>
                <a:lnTo>
                  <a:pt x="528" y="495"/>
                </a:lnTo>
                <a:lnTo>
                  <a:pt x="527" y="495"/>
                </a:lnTo>
                <a:lnTo>
                  <a:pt x="526" y="495"/>
                </a:lnTo>
                <a:lnTo>
                  <a:pt x="527" y="495"/>
                </a:lnTo>
                <a:lnTo>
                  <a:pt x="527" y="494"/>
                </a:lnTo>
                <a:lnTo>
                  <a:pt x="526" y="494"/>
                </a:lnTo>
                <a:lnTo>
                  <a:pt x="525" y="494"/>
                </a:lnTo>
                <a:lnTo>
                  <a:pt x="525" y="495"/>
                </a:lnTo>
                <a:lnTo>
                  <a:pt x="525" y="496"/>
                </a:lnTo>
                <a:lnTo>
                  <a:pt x="526" y="496"/>
                </a:lnTo>
                <a:lnTo>
                  <a:pt x="525" y="496"/>
                </a:lnTo>
                <a:lnTo>
                  <a:pt x="524" y="496"/>
                </a:lnTo>
                <a:lnTo>
                  <a:pt x="523" y="496"/>
                </a:lnTo>
                <a:lnTo>
                  <a:pt x="522" y="496"/>
                </a:lnTo>
                <a:lnTo>
                  <a:pt x="521" y="497"/>
                </a:lnTo>
                <a:lnTo>
                  <a:pt x="521" y="496"/>
                </a:lnTo>
                <a:lnTo>
                  <a:pt x="520" y="496"/>
                </a:lnTo>
                <a:lnTo>
                  <a:pt x="520" y="495"/>
                </a:lnTo>
                <a:lnTo>
                  <a:pt x="520" y="494"/>
                </a:lnTo>
                <a:lnTo>
                  <a:pt x="519" y="494"/>
                </a:lnTo>
                <a:lnTo>
                  <a:pt x="518" y="494"/>
                </a:lnTo>
                <a:lnTo>
                  <a:pt x="517" y="495"/>
                </a:lnTo>
                <a:lnTo>
                  <a:pt x="517" y="494"/>
                </a:lnTo>
                <a:lnTo>
                  <a:pt x="516" y="494"/>
                </a:lnTo>
                <a:lnTo>
                  <a:pt x="516" y="495"/>
                </a:lnTo>
                <a:lnTo>
                  <a:pt x="516" y="496"/>
                </a:lnTo>
                <a:lnTo>
                  <a:pt x="515" y="496"/>
                </a:lnTo>
                <a:lnTo>
                  <a:pt x="514" y="496"/>
                </a:lnTo>
                <a:lnTo>
                  <a:pt x="514" y="495"/>
                </a:lnTo>
                <a:lnTo>
                  <a:pt x="513" y="495"/>
                </a:lnTo>
                <a:lnTo>
                  <a:pt x="512" y="495"/>
                </a:lnTo>
                <a:lnTo>
                  <a:pt x="511" y="494"/>
                </a:lnTo>
                <a:lnTo>
                  <a:pt x="510" y="494"/>
                </a:lnTo>
                <a:lnTo>
                  <a:pt x="509" y="494"/>
                </a:lnTo>
                <a:lnTo>
                  <a:pt x="509" y="495"/>
                </a:lnTo>
                <a:lnTo>
                  <a:pt x="507" y="495"/>
                </a:lnTo>
                <a:lnTo>
                  <a:pt x="507" y="494"/>
                </a:lnTo>
                <a:lnTo>
                  <a:pt x="506" y="494"/>
                </a:lnTo>
                <a:lnTo>
                  <a:pt x="506" y="493"/>
                </a:lnTo>
                <a:lnTo>
                  <a:pt x="508" y="493"/>
                </a:lnTo>
                <a:lnTo>
                  <a:pt x="509" y="493"/>
                </a:lnTo>
                <a:lnTo>
                  <a:pt x="509" y="492"/>
                </a:lnTo>
                <a:lnTo>
                  <a:pt x="509" y="491"/>
                </a:lnTo>
                <a:lnTo>
                  <a:pt x="508" y="491"/>
                </a:lnTo>
                <a:lnTo>
                  <a:pt x="507" y="491"/>
                </a:lnTo>
                <a:lnTo>
                  <a:pt x="506" y="492"/>
                </a:lnTo>
                <a:lnTo>
                  <a:pt x="505" y="492"/>
                </a:lnTo>
                <a:lnTo>
                  <a:pt x="504" y="491"/>
                </a:lnTo>
                <a:lnTo>
                  <a:pt x="505" y="491"/>
                </a:lnTo>
                <a:lnTo>
                  <a:pt x="505" y="490"/>
                </a:lnTo>
                <a:lnTo>
                  <a:pt x="504" y="490"/>
                </a:lnTo>
                <a:lnTo>
                  <a:pt x="503" y="490"/>
                </a:lnTo>
                <a:lnTo>
                  <a:pt x="502" y="490"/>
                </a:lnTo>
                <a:lnTo>
                  <a:pt x="503" y="490"/>
                </a:lnTo>
                <a:lnTo>
                  <a:pt x="503" y="489"/>
                </a:lnTo>
                <a:lnTo>
                  <a:pt x="502" y="489"/>
                </a:lnTo>
                <a:lnTo>
                  <a:pt x="501" y="489"/>
                </a:lnTo>
                <a:lnTo>
                  <a:pt x="501" y="490"/>
                </a:lnTo>
                <a:lnTo>
                  <a:pt x="500" y="490"/>
                </a:lnTo>
                <a:lnTo>
                  <a:pt x="499" y="490"/>
                </a:lnTo>
                <a:lnTo>
                  <a:pt x="499" y="489"/>
                </a:lnTo>
                <a:lnTo>
                  <a:pt x="499" y="488"/>
                </a:lnTo>
                <a:lnTo>
                  <a:pt x="498" y="488"/>
                </a:lnTo>
                <a:lnTo>
                  <a:pt x="498" y="489"/>
                </a:lnTo>
                <a:lnTo>
                  <a:pt x="497" y="489"/>
                </a:lnTo>
                <a:lnTo>
                  <a:pt x="497" y="490"/>
                </a:lnTo>
                <a:lnTo>
                  <a:pt x="496" y="489"/>
                </a:lnTo>
                <a:lnTo>
                  <a:pt x="496" y="488"/>
                </a:lnTo>
                <a:lnTo>
                  <a:pt x="495" y="488"/>
                </a:lnTo>
                <a:lnTo>
                  <a:pt x="494" y="488"/>
                </a:lnTo>
                <a:lnTo>
                  <a:pt x="493" y="488"/>
                </a:lnTo>
                <a:lnTo>
                  <a:pt x="493" y="487"/>
                </a:lnTo>
                <a:lnTo>
                  <a:pt x="494" y="487"/>
                </a:lnTo>
                <a:lnTo>
                  <a:pt x="494" y="486"/>
                </a:lnTo>
                <a:lnTo>
                  <a:pt x="495" y="485"/>
                </a:lnTo>
                <a:lnTo>
                  <a:pt x="496" y="485"/>
                </a:lnTo>
                <a:lnTo>
                  <a:pt x="497" y="485"/>
                </a:lnTo>
                <a:lnTo>
                  <a:pt x="496" y="484"/>
                </a:lnTo>
                <a:lnTo>
                  <a:pt x="497" y="484"/>
                </a:lnTo>
                <a:lnTo>
                  <a:pt x="497" y="483"/>
                </a:lnTo>
                <a:lnTo>
                  <a:pt x="498" y="483"/>
                </a:lnTo>
                <a:lnTo>
                  <a:pt x="500" y="483"/>
                </a:lnTo>
                <a:lnTo>
                  <a:pt x="500" y="482"/>
                </a:lnTo>
                <a:lnTo>
                  <a:pt x="498" y="482"/>
                </a:lnTo>
                <a:lnTo>
                  <a:pt x="497" y="482"/>
                </a:lnTo>
                <a:lnTo>
                  <a:pt x="496" y="482"/>
                </a:lnTo>
                <a:lnTo>
                  <a:pt x="495" y="482"/>
                </a:lnTo>
                <a:lnTo>
                  <a:pt x="494" y="481"/>
                </a:lnTo>
                <a:lnTo>
                  <a:pt x="495" y="481"/>
                </a:lnTo>
                <a:lnTo>
                  <a:pt x="495" y="480"/>
                </a:lnTo>
                <a:lnTo>
                  <a:pt x="494" y="480"/>
                </a:lnTo>
                <a:lnTo>
                  <a:pt x="493" y="480"/>
                </a:lnTo>
                <a:lnTo>
                  <a:pt x="492" y="480"/>
                </a:lnTo>
                <a:lnTo>
                  <a:pt x="492" y="479"/>
                </a:lnTo>
                <a:lnTo>
                  <a:pt x="493" y="479"/>
                </a:lnTo>
                <a:lnTo>
                  <a:pt x="493" y="478"/>
                </a:lnTo>
                <a:lnTo>
                  <a:pt x="493" y="477"/>
                </a:lnTo>
                <a:lnTo>
                  <a:pt x="492" y="477"/>
                </a:lnTo>
                <a:lnTo>
                  <a:pt x="492" y="478"/>
                </a:lnTo>
                <a:lnTo>
                  <a:pt x="491" y="478"/>
                </a:lnTo>
                <a:lnTo>
                  <a:pt x="491" y="477"/>
                </a:lnTo>
                <a:lnTo>
                  <a:pt x="490" y="477"/>
                </a:lnTo>
                <a:lnTo>
                  <a:pt x="490" y="476"/>
                </a:lnTo>
                <a:lnTo>
                  <a:pt x="489" y="476"/>
                </a:lnTo>
                <a:lnTo>
                  <a:pt x="488" y="476"/>
                </a:lnTo>
                <a:lnTo>
                  <a:pt x="488" y="475"/>
                </a:lnTo>
                <a:lnTo>
                  <a:pt x="487" y="475"/>
                </a:lnTo>
                <a:lnTo>
                  <a:pt x="487" y="474"/>
                </a:lnTo>
                <a:lnTo>
                  <a:pt x="488" y="473"/>
                </a:lnTo>
                <a:lnTo>
                  <a:pt x="488" y="472"/>
                </a:lnTo>
                <a:lnTo>
                  <a:pt x="489" y="472"/>
                </a:lnTo>
                <a:lnTo>
                  <a:pt x="489" y="473"/>
                </a:lnTo>
                <a:lnTo>
                  <a:pt x="490" y="473"/>
                </a:lnTo>
                <a:lnTo>
                  <a:pt x="491" y="472"/>
                </a:lnTo>
                <a:lnTo>
                  <a:pt x="491" y="471"/>
                </a:lnTo>
                <a:lnTo>
                  <a:pt x="490" y="471"/>
                </a:lnTo>
                <a:lnTo>
                  <a:pt x="490" y="472"/>
                </a:lnTo>
                <a:lnTo>
                  <a:pt x="489" y="472"/>
                </a:lnTo>
                <a:lnTo>
                  <a:pt x="488" y="472"/>
                </a:lnTo>
                <a:lnTo>
                  <a:pt x="488" y="471"/>
                </a:lnTo>
                <a:lnTo>
                  <a:pt x="488" y="470"/>
                </a:lnTo>
                <a:lnTo>
                  <a:pt x="488" y="469"/>
                </a:lnTo>
                <a:lnTo>
                  <a:pt x="488" y="468"/>
                </a:lnTo>
                <a:lnTo>
                  <a:pt x="488" y="467"/>
                </a:lnTo>
                <a:lnTo>
                  <a:pt x="487" y="467"/>
                </a:lnTo>
                <a:lnTo>
                  <a:pt x="487" y="468"/>
                </a:lnTo>
                <a:lnTo>
                  <a:pt x="485" y="468"/>
                </a:lnTo>
                <a:lnTo>
                  <a:pt x="485" y="467"/>
                </a:lnTo>
                <a:lnTo>
                  <a:pt x="484" y="467"/>
                </a:lnTo>
                <a:lnTo>
                  <a:pt x="484" y="466"/>
                </a:lnTo>
                <a:lnTo>
                  <a:pt x="484" y="465"/>
                </a:lnTo>
                <a:lnTo>
                  <a:pt x="483" y="465"/>
                </a:lnTo>
                <a:lnTo>
                  <a:pt x="482" y="465"/>
                </a:lnTo>
                <a:lnTo>
                  <a:pt x="482" y="464"/>
                </a:lnTo>
                <a:lnTo>
                  <a:pt x="481" y="464"/>
                </a:lnTo>
                <a:lnTo>
                  <a:pt x="480" y="464"/>
                </a:lnTo>
                <a:lnTo>
                  <a:pt x="479" y="464"/>
                </a:lnTo>
                <a:lnTo>
                  <a:pt x="479" y="465"/>
                </a:lnTo>
                <a:lnTo>
                  <a:pt x="478" y="465"/>
                </a:lnTo>
                <a:lnTo>
                  <a:pt x="478" y="464"/>
                </a:lnTo>
                <a:lnTo>
                  <a:pt x="477" y="464"/>
                </a:lnTo>
                <a:lnTo>
                  <a:pt x="478" y="463"/>
                </a:lnTo>
                <a:lnTo>
                  <a:pt x="479" y="463"/>
                </a:lnTo>
                <a:lnTo>
                  <a:pt x="479" y="462"/>
                </a:lnTo>
                <a:lnTo>
                  <a:pt x="479" y="461"/>
                </a:lnTo>
                <a:lnTo>
                  <a:pt x="478" y="461"/>
                </a:lnTo>
                <a:lnTo>
                  <a:pt x="478" y="460"/>
                </a:lnTo>
                <a:lnTo>
                  <a:pt x="477" y="460"/>
                </a:lnTo>
                <a:lnTo>
                  <a:pt x="477" y="461"/>
                </a:lnTo>
                <a:lnTo>
                  <a:pt x="476" y="461"/>
                </a:lnTo>
                <a:lnTo>
                  <a:pt x="476" y="462"/>
                </a:lnTo>
                <a:lnTo>
                  <a:pt x="475" y="462"/>
                </a:lnTo>
                <a:lnTo>
                  <a:pt x="474" y="462"/>
                </a:lnTo>
                <a:lnTo>
                  <a:pt x="473" y="462"/>
                </a:lnTo>
                <a:lnTo>
                  <a:pt x="473" y="463"/>
                </a:lnTo>
                <a:lnTo>
                  <a:pt x="472" y="463"/>
                </a:lnTo>
                <a:lnTo>
                  <a:pt x="471" y="464"/>
                </a:lnTo>
                <a:lnTo>
                  <a:pt x="471" y="465"/>
                </a:lnTo>
                <a:lnTo>
                  <a:pt x="471" y="466"/>
                </a:lnTo>
                <a:lnTo>
                  <a:pt x="470" y="466"/>
                </a:lnTo>
                <a:lnTo>
                  <a:pt x="470" y="467"/>
                </a:lnTo>
                <a:lnTo>
                  <a:pt x="470" y="468"/>
                </a:lnTo>
                <a:lnTo>
                  <a:pt x="470" y="469"/>
                </a:lnTo>
                <a:lnTo>
                  <a:pt x="469" y="470"/>
                </a:lnTo>
                <a:lnTo>
                  <a:pt x="468" y="470"/>
                </a:lnTo>
                <a:lnTo>
                  <a:pt x="468" y="469"/>
                </a:lnTo>
                <a:lnTo>
                  <a:pt x="468" y="468"/>
                </a:lnTo>
                <a:lnTo>
                  <a:pt x="467" y="467"/>
                </a:lnTo>
                <a:lnTo>
                  <a:pt x="466" y="467"/>
                </a:lnTo>
                <a:lnTo>
                  <a:pt x="466" y="468"/>
                </a:lnTo>
                <a:lnTo>
                  <a:pt x="465" y="468"/>
                </a:lnTo>
                <a:lnTo>
                  <a:pt x="465" y="470"/>
                </a:lnTo>
                <a:lnTo>
                  <a:pt x="465" y="471"/>
                </a:lnTo>
                <a:lnTo>
                  <a:pt x="466" y="472"/>
                </a:lnTo>
                <a:lnTo>
                  <a:pt x="465" y="472"/>
                </a:lnTo>
                <a:lnTo>
                  <a:pt x="465" y="473"/>
                </a:lnTo>
                <a:lnTo>
                  <a:pt x="464" y="472"/>
                </a:lnTo>
                <a:lnTo>
                  <a:pt x="463" y="472"/>
                </a:lnTo>
                <a:lnTo>
                  <a:pt x="463" y="471"/>
                </a:lnTo>
                <a:lnTo>
                  <a:pt x="463" y="470"/>
                </a:lnTo>
                <a:lnTo>
                  <a:pt x="462" y="469"/>
                </a:lnTo>
                <a:lnTo>
                  <a:pt x="461" y="468"/>
                </a:lnTo>
                <a:lnTo>
                  <a:pt x="460" y="467"/>
                </a:lnTo>
                <a:lnTo>
                  <a:pt x="459" y="467"/>
                </a:lnTo>
                <a:lnTo>
                  <a:pt x="459" y="466"/>
                </a:lnTo>
                <a:lnTo>
                  <a:pt x="458" y="466"/>
                </a:lnTo>
                <a:lnTo>
                  <a:pt x="457" y="466"/>
                </a:lnTo>
                <a:lnTo>
                  <a:pt x="456" y="466"/>
                </a:lnTo>
                <a:lnTo>
                  <a:pt x="456" y="467"/>
                </a:lnTo>
                <a:lnTo>
                  <a:pt x="455" y="467"/>
                </a:lnTo>
                <a:lnTo>
                  <a:pt x="455" y="468"/>
                </a:lnTo>
                <a:lnTo>
                  <a:pt x="455" y="469"/>
                </a:lnTo>
                <a:lnTo>
                  <a:pt x="456" y="469"/>
                </a:lnTo>
                <a:lnTo>
                  <a:pt x="457" y="469"/>
                </a:lnTo>
                <a:lnTo>
                  <a:pt x="457" y="470"/>
                </a:lnTo>
                <a:lnTo>
                  <a:pt x="458" y="470"/>
                </a:lnTo>
                <a:lnTo>
                  <a:pt x="459" y="470"/>
                </a:lnTo>
                <a:lnTo>
                  <a:pt x="459" y="471"/>
                </a:lnTo>
                <a:lnTo>
                  <a:pt x="458" y="471"/>
                </a:lnTo>
                <a:lnTo>
                  <a:pt x="458" y="472"/>
                </a:lnTo>
                <a:lnTo>
                  <a:pt x="457" y="472"/>
                </a:lnTo>
                <a:lnTo>
                  <a:pt x="457" y="473"/>
                </a:lnTo>
                <a:lnTo>
                  <a:pt x="456" y="473"/>
                </a:lnTo>
                <a:lnTo>
                  <a:pt x="455" y="474"/>
                </a:lnTo>
                <a:lnTo>
                  <a:pt x="455" y="475"/>
                </a:lnTo>
                <a:lnTo>
                  <a:pt x="454" y="475"/>
                </a:lnTo>
                <a:lnTo>
                  <a:pt x="453" y="475"/>
                </a:lnTo>
                <a:lnTo>
                  <a:pt x="453" y="476"/>
                </a:lnTo>
                <a:lnTo>
                  <a:pt x="452" y="476"/>
                </a:lnTo>
                <a:lnTo>
                  <a:pt x="451" y="476"/>
                </a:lnTo>
                <a:lnTo>
                  <a:pt x="451" y="475"/>
                </a:lnTo>
                <a:lnTo>
                  <a:pt x="450" y="474"/>
                </a:lnTo>
                <a:lnTo>
                  <a:pt x="449" y="474"/>
                </a:lnTo>
                <a:lnTo>
                  <a:pt x="448" y="475"/>
                </a:lnTo>
                <a:lnTo>
                  <a:pt x="448" y="476"/>
                </a:lnTo>
                <a:lnTo>
                  <a:pt x="448" y="478"/>
                </a:lnTo>
                <a:lnTo>
                  <a:pt x="447" y="478"/>
                </a:lnTo>
                <a:lnTo>
                  <a:pt x="447" y="479"/>
                </a:lnTo>
                <a:lnTo>
                  <a:pt x="447" y="480"/>
                </a:lnTo>
                <a:lnTo>
                  <a:pt x="446" y="480"/>
                </a:lnTo>
                <a:lnTo>
                  <a:pt x="446" y="479"/>
                </a:lnTo>
                <a:lnTo>
                  <a:pt x="446" y="480"/>
                </a:lnTo>
                <a:lnTo>
                  <a:pt x="445" y="480"/>
                </a:lnTo>
                <a:lnTo>
                  <a:pt x="444" y="480"/>
                </a:lnTo>
                <a:lnTo>
                  <a:pt x="444" y="481"/>
                </a:lnTo>
                <a:lnTo>
                  <a:pt x="444" y="482"/>
                </a:lnTo>
                <a:lnTo>
                  <a:pt x="444" y="483"/>
                </a:lnTo>
                <a:lnTo>
                  <a:pt x="445" y="483"/>
                </a:lnTo>
                <a:lnTo>
                  <a:pt x="445" y="484"/>
                </a:lnTo>
                <a:lnTo>
                  <a:pt x="446" y="484"/>
                </a:lnTo>
                <a:lnTo>
                  <a:pt x="446" y="485"/>
                </a:lnTo>
                <a:lnTo>
                  <a:pt x="446" y="486"/>
                </a:lnTo>
                <a:lnTo>
                  <a:pt x="446" y="487"/>
                </a:lnTo>
                <a:lnTo>
                  <a:pt x="445" y="487"/>
                </a:lnTo>
                <a:lnTo>
                  <a:pt x="444" y="487"/>
                </a:lnTo>
                <a:lnTo>
                  <a:pt x="444" y="488"/>
                </a:lnTo>
                <a:lnTo>
                  <a:pt x="443" y="489"/>
                </a:lnTo>
                <a:lnTo>
                  <a:pt x="443" y="490"/>
                </a:lnTo>
                <a:lnTo>
                  <a:pt x="443" y="491"/>
                </a:lnTo>
                <a:lnTo>
                  <a:pt x="442" y="491"/>
                </a:lnTo>
                <a:lnTo>
                  <a:pt x="442" y="492"/>
                </a:lnTo>
                <a:lnTo>
                  <a:pt x="442" y="493"/>
                </a:lnTo>
                <a:lnTo>
                  <a:pt x="443" y="493"/>
                </a:lnTo>
                <a:lnTo>
                  <a:pt x="443" y="494"/>
                </a:lnTo>
                <a:lnTo>
                  <a:pt x="442" y="494"/>
                </a:lnTo>
                <a:lnTo>
                  <a:pt x="441" y="495"/>
                </a:lnTo>
                <a:lnTo>
                  <a:pt x="441" y="496"/>
                </a:lnTo>
                <a:lnTo>
                  <a:pt x="440" y="496"/>
                </a:lnTo>
                <a:lnTo>
                  <a:pt x="440" y="497"/>
                </a:lnTo>
                <a:lnTo>
                  <a:pt x="440" y="498"/>
                </a:lnTo>
                <a:lnTo>
                  <a:pt x="439" y="498"/>
                </a:lnTo>
                <a:lnTo>
                  <a:pt x="439" y="499"/>
                </a:lnTo>
                <a:lnTo>
                  <a:pt x="439" y="500"/>
                </a:lnTo>
                <a:lnTo>
                  <a:pt x="439" y="501"/>
                </a:lnTo>
                <a:lnTo>
                  <a:pt x="438" y="501"/>
                </a:lnTo>
                <a:lnTo>
                  <a:pt x="438" y="502"/>
                </a:lnTo>
                <a:lnTo>
                  <a:pt x="438" y="503"/>
                </a:lnTo>
                <a:lnTo>
                  <a:pt x="439" y="503"/>
                </a:lnTo>
                <a:lnTo>
                  <a:pt x="439" y="504"/>
                </a:lnTo>
                <a:lnTo>
                  <a:pt x="440" y="504"/>
                </a:lnTo>
                <a:lnTo>
                  <a:pt x="440" y="505"/>
                </a:lnTo>
                <a:lnTo>
                  <a:pt x="440" y="504"/>
                </a:lnTo>
                <a:lnTo>
                  <a:pt x="441" y="504"/>
                </a:lnTo>
                <a:lnTo>
                  <a:pt x="441" y="505"/>
                </a:lnTo>
                <a:lnTo>
                  <a:pt x="442" y="505"/>
                </a:lnTo>
                <a:lnTo>
                  <a:pt x="442" y="506"/>
                </a:lnTo>
                <a:lnTo>
                  <a:pt x="442" y="507"/>
                </a:lnTo>
                <a:lnTo>
                  <a:pt x="441" y="507"/>
                </a:lnTo>
                <a:lnTo>
                  <a:pt x="441" y="508"/>
                </a:lnTo>
                <a:lnTo>
                  <a:pt x="440" y="508"/>
                </a:lnTo>
                <a:lnTo>
                  <a:pt x="439" y="508"/>
                </a:lnTo>
                <a:lnTo>
                  <a:pt x="438" y="508"/>
                </a:lnTo>
                <a:lnTo>
                  <a:pt x="437" y="508"/>
                </a:lnTo>
                <a:lnTo>
                  <a:pt x="437" y="507"/>
                </a:lnTo>
                <a:lnTo>
                  <a:pt x="439" y="507"/>
                </a:lnTo>
                <a:lnTo>
                  <a:pt x="440" y="506"/>
                </a:lnTo>
                <a:lnTo>
                  <a:pt x="439" y="505"/>
                </a:lnTo>
                <a:lnTo>
                  <a:pt x="438" y="505"/>
                </a:lnTo>
                <a:lnTo>
                  <a:pt x="437" y="505"/>
                </a:lnTo>
                <a:lnTo>
                  <a:pt x="437" y="506"/>
                </a:lnTo>
                <a:lnTo>
                  <a:pt x="436" y="506"/>
                </a:lnTo>
                <a:lnTo>
                  <a:pt x="435" y="506"/>
                </a:lnTo>
                <a:lnTo>
                  <a:pt x="435" y="507"/>
                </a:lnTo>
                <a:lnTo>
                  <a:pt x="434" y="507"/>
                </a:lnTo>
                <a:lnTo>
                  <a:pt x="433" y="507"/>
                </a:lnTo>
                <a:lnTo>
                  <a:pt x="432" y="508"/>
                </a:lnTo>
                <a:lnTo>
                  <a:pt x="432" y="509"/>
                </a:lnTo>
                <a:lnTo>
                  <a:pt x="433" y="509"/>
                </a:lnTo>
                <a:lnTo>
                  <a:pt x="433" y="510"/>
                </a:lnTo>
                <a:lnTo>
                  <a:pt x="432" y="510"/>
                </a:lnTo>
                <a:lnTo>
                  <a:pt x="432" y="509"/>
                </a:lnTo>
                <a:lnTo>
                  <a:pt x="431" y="509"/>
                </a:lnTo>
                <a:lnTo>
                  <a:pt x="430" y="510"/>
                </a:lnTo>
                <a:lnTo>
                  <a:pt x="430" y="511"/>
                </a:lnTo>
                <a:lnTo>
                  <a:pt x="430" y="512"/>
                </a:lnTo>
                <a:lnTo>
                  <a:pt x="429" y="512"/>
                </a:lnTo>
                <a:lnTo>
                  <a:pt x="429" y="513"/>
                </a:lnTo>
                <a:lnTo>
                  <a:pt x="428" y="513"/>
                </a:lnTo>
                <a:lnTo>
                  <a:pt x="427" y="514"/>
                </a:lnTo>
                <a:lnTo>
                  <a:pt x="426" y="515"/>
                </a:lnTo>
                <a:lnTo>
                  <a:pt x="426" y="516"/>
                </a:lnTo>
                <a:lnTo>
                  <a:pt x="426" y="518"/>
                </a:lnTo>
                <a:lnTo>
                  <a:pt x="425" y="519"/>
                </a:lnTo>
                <a:lnTo>
                  <a:pt x="424" y="519"/>
                </a:lnTo>
                <a:lnTo>
                  <a:pt x="423" y="519"/>
                </a:lnTo>
                <a:lnTo>
                  <a:pt x="422" y="520"/>
                </a:lnTo>
                <a:lnTo>
                  <a:pt x="422" y="521"/>
                </a:lnTo>
                <a:lnTo>
                  <a:pt x="422" y="522"/>
                </a:lnTo>
                <a:lnTo>
                  <a:pt x="421" y="523"/>
                </a:lnTo>
                <a:lnTo>
                  <a:pt x="421" y="524"/>
                </a:lnTo>
                <a:lnTo>
                  <a:pt x="420" y="524"/>
                </a:lnTo>
                <a:lnTo>
                  <a:pt x="419" y="524"/>
                </a:lnTo>
                <a:lnTo>
                  <a:pt x="420" y="525"/>
                </a:lnTo>
                <a:lnTo>
                  <a:pt x="420" y="526"/>
                </a:lnTo>
                <a:lnTo>
                  <a:pt x="419" y="527"/>
                </a:lnTo>
                <a:lnTo>
                  <a:pt x="418" y="528"/>
                </a:lnTo>
                <a:lnTo>
                  <a:pt x="417" y="528"/>
                </a:lnTo>
                <a:lnTo>
                  <a:pt x="416" y="528"/>
                </a:lnTo>
                <a:lnTo>
                  <a:pt x="415" y="528"/>
                </a:lnTo>
                <a:lnTo>
                  <a:pt x="415" y="529"/>
                </a:lnTo>
                <a:lnTo>
                  <a:pt x="414" y="530"/>
                </a:lnTo>
                <a:lnTo>
                  <a:pt x="413" y="531"/>
                </a:lnTo>
                <a:lnTo>
                  <a:pt x="412" y="531"/>
                </a:lnTo>
                <a:lnTo>
                  <a:pt x="411" y="531"/>
                </a:lnTo>
                <a:lnTo>
                  <a:pt x="411" y="532"/>
                </a:lnTo>
                <a:lnTo>
                  <a:pt x="410" y="532"/>
                </a:lnTo>
                <a:lnTo>
                  <a:pt x="410" y="533"/>
                </a:lnTo>
                <a:lnTo>
                  <a:pt x="409" y="533"/>
                </a:lnTo>
                <a:lnTo>
                  <a:pt x="409" y="534"/>
                </a:lnTo>
                <a:lnTo>
                  <a:pt x="408" y="534"/>
                </a:lnTo>
                <a:lnTo>
                  <a:pt x="407" y="534"/>
                </a:lnTo>
                <a:lnTo>
                  <a:pt x="406" y="534"/>
                </a:lnTo>
                <a:lnTo>
                  <a:pt x="405" y="534"/>
                </a:lnTo>
                <a:lnTo>
                  <a:pt x="404" y="534"/>
                </a:lnTo>
                <a:lnTo>
                  <a:pt x="404" y="535"/>
                </a:lnTo>
                <a:lnTo>
                  <a:pt x="404" y="536"/>
                </a:lnTo>
                <a:lnTo>
                  <a:pt x="405" y="537"/>
                </a:lnTo>
                <a:lnTo>
                  <a:pt x="406" y="537"/>
                </a:lnTo>
                <a:lnTo>
                  <a:pt x="406" y="538"/>
                </a:lnTo>
                <a:lnTo>
                  <a:pt x="405" y="538"/>
                </a:lnTo>
                <a:lnTo>
                  <a:pt x="405" y="539"/>
                </a:lnTo>
                <a:lnTo>
                  <a:pt x="405" y="540"/>
                </a:lnTo>
                <a:lnTo>
                  <a:pt x="404" y="540"/>
                </a:lnTo>
                <a:lnTo>
                  <a:pt x="403" y="539"/>
                </a:lnTo>
                <a:lnTo>
                  <a:pt x="403" y="540"/>
                </a:lnTo>
                <a:lnTo>
                  <a:pt x="402" y="540"/>
                </a:lnTo>
                <a:lnTo>
                  <a:pt x="403" y="541"/>
                </a:lnTo>
                <a:lnTo>
                  <a:pt x="403" y="542"/>
                </a:lnTo>
                <a:lnTo>
                  <a:pt x="403" y="543"/>
                </a:lnTo>
                <a:lnTo>
                  <a:pt x="402" y="543"/>
                </a:lnTo>
                <a:lnTo>
                  <a:pt x="401" y="543"/>
                </a:lnTo>
                <a:lnTo>
                  <a:pt x="400" y="543"/>
                </a:lnTo>
                <a:lnTo>
                  <a:pt x="400" y="544"/>
                </a:lnTo>
                <a:lnTo>
                  <a:pt x="400" y="545"/>
                </a:lnTo>
                <a:lnTo>
                  <a:pt x="401" y="545"/>
                </a:lnTo>
                <a:lnTo>
                  <a:pt x="401" y="546"/>
                </a:lnTo>
                <a:lnTo>
                  <a:pt x="400" y="546"/>
                </a:lnTo>
                <a:lnTo>
                  <a:pt x="399" y="547"/>
                </a:lnTo>
                <a:lnTo>
                  <a:pt x="398" y="547"/>
                </a:lnTo>
                <a:lnTo>
                  <a:pt x="398" y="548"/>
                </a:lnTo>
                <a:lnTo>
                  <a:pt x="398" y="549"/>
                </a:lnTo>
                <a:lnTo>
                  <a:pt x="397" y="549"/>
                </a:lnTo>
                <a:lnTo>
                  <a:pt x="397" y="550"/>
                </a:lnTo>
                <a:lnTo>
                  <a:pt x="397" y="551"/>
                </a:lnTo>
                <a:lnTo>
                  <a:pt x="396" y="551"/>
                </a:lnTo>
                <a:lnTo>
                  <a:pt x="395" y="550"/>
                </a:lnTo>
                <a:lnTo>
                  <a:pt x="394" y="550"/>
                </a:lnTo>
                <a:lnTo>
                  <a:pt x="393" y="551"/>
                </a:lnTo>
                <a:lnTo>
                  <a:pt x="392" y="551"/>
                </a:lnTo>
                <a:lnTo>
                  <a:pt x="392" y="552"/>
                </a:lnTo>
                <a:lnTo>
                  <a:pt x="391" y="552"/>
                </a:lnTo>
                <a:lnTo>
                  <a:pt x="392" y="552"/>
                </a:lnTo>
                <a:lnTo>
                  <a:pt x="392" y="553"/>
                </a:lnTo>
                <a:lnTo>
                  <a:pt x="393" y="552"/>
                </a:lnTo>
                <a:lnTo>
                  <a:pt x="394" y="552"/>
                </a:lnTo>
                <a:lnTo>
                  <a:pt x="395" y="552"/>
                </a:lnTo>
                <a:lnTo>
                  <a:pt x="395" y="553"/>
                </a:lnTo>
                <a:lnTo>
                  <a:pt x="394" y="554"/>
                </a:lnTo>
                <a:lnTo>
                  <a:pt x="393" y="554"/>
                </a:lnTo>
                <a:lnTo>
                  <a:pt x="393" y="553"/>
                </a:lnTo>
                <a:lnTo>
                  <a:pt x="392" y="553"/>
                </a:lnTo>
                <a:lnTo>
                  <a:pt x="391" y="553"/>
                </a:lnTo>
                <a:lnTo>
                  <a:pt x="391" y="554"/>
                </a:lnTo>
                <a:lnTo>
                  <a:pt x="390" y="554"/>
                </a:lnTo>
                <a:lnTo>
                  <a:pt x="390" y="555"/>
                </a:lnTo>
                <a:lnTo>
                  <a:pt x="389" y="555"/>
                </a:lnTo>
                <a:lnTo>
                  <a:pt x="389" y="556"/>
                </a:lnTo>
                <a:lnTo>
                  <a:pt x="387" y="556"/>
                </a:lnTo>
                <a:lnTo>
                  <a:pt x="386" y="555"/>
                </a:lnTo>
                <a:lnTo>
                  <a:pt x="385" y="554"/>
                </a:lnTo>
                <a:lnTo>
                  <a:pt x="386" y="554"/>
                </a:lnTo>
                <a:lnTo>
                  <a:pt x="386" y="553"/>
                </a:lnTo>
                <a:lnTo>
                  <a:pt x="386" y="552"/>
                </a:lnTo>
                <a:lnTo>
                  <a:pt x="385" y="552"/>
                </a:lnTo>
                <a:lnTo>
                  <a:pt x="385" y="553"/>
                </a:lnTo>
                <a:lnTo>
                  <a:pt x="385" y="554"/>
                </a:lnTo>
                <a:lnTo>
                  <a:pt x="384" y="554"/>
                </a:lnTo>
                <a:lnTo>
                  <a:pt x="383" y="554"/>
                </a:lnTo>
                <a:lnTo>
                  <a:pt x="383" y="553"/>
                </a:lnTo>
                <a:lnTo>
                  <a:pt x="382" y="553"/>
                </a:lnTo>
                <a:lnTo>
                  <a:pt x="381" y="553"/>
                </a:lnTo>
                <a:lnTo>
                  <a:pt x="381" y="554"/>
                </a:lnTo>
                <a:lnTo>
                  <a:pt x="381" y="555"/>
                </a:lnTo>
                <a:lnTo>
                  <a:pt x="380" y="555"/>
                </a:lnTo>
                <a:lnTo>
                  <a:pt x="380" y="556"/>
                </a:lnTo>
                <a:lnTo>
                  <a:pt x="379" y="556"/>
                </a:lnTo>
                <a:lnTo>
                  <a:pt x="378" y="556"/>
                </a:lnTo>
                <a:lnTo>
                  <a:pt x="378" y="557"/>
                </a:lnTo>
                <a:lnTo>
                  <a:pt x="377" y="557"/>
                </a:lnTo>
                <a:lnTo>
                  <a:pt x="376" y="557"/>
                </a:lnTo>
                <a:lnTo>
                  <a:pt x="376" y="556"/>
                </a:lnTo>
                <a:lnTo>
                  <a:pt x="376" y="555"/>
                </a:lnTo>
                <a:lnTo>
                  <a:pt x="375" y="555"/>
                </a:lnTo>
                <a:lnTo>
                  <a:pt x="375" y="554"/>
                </a:lnTo>
                <a:lnTo>
                  <a:pt x="374" y="554"/>
                </a:lnTo>
                <a:lnTo>
                  <a:pt x="373" y="554"/>
                </a:lnTo>
                <a:lnTo>
                  <a:pt x="372" y="554"/>
                </a:lnTo>
                <a:lnTo>
                  <a:pt x="372" y="555"/>
                </a:lnTo>
                <a:lnTo>
                  <a:pt x="371" y="555"/>
                </a:lnTo>
                <a:lnTo>
                  <a:pt x="371" y="556"/>
                </a:lnTo>
                <a:lnTo>
                  <a:pt x="370" y="556"/>
                </a:lnTo>
                <a:lnTo>
                  <a:pt x="370" y="557"/>
                </a:lnTo>
                <a:lnTo>
                  <a:pt x="370" y="556"/>
                </a:lnTo>
                <a:lnTo>
                  <a:pt x="370" y="557"/>
                </a:lnTo>
                <a:lnTo>
                  <a:pt x="369" y="557"/>
                </a:lnTo>
                <a:lnTo>
                  <a:pt x="369" y="556"/>
                </a:lnTo>
                <a:lnTo>
                  <a:pt x="368" y="556"/>
                </a:lnTo>
                <a:lnTo>
                  <a:pt x="368" y="557"/>
                </a:lnTo>
                <a:lnTo>
                  <a:pt x="367" y="557"/>
                </a:lnTo>
                <a:lnTo>
                  <a:pt x="367" y="556"/>
                </a:lnTo>
                <a:lnTo>
                  <a:pt x="366" y="556"/>
                </a:lnTo>
                <a:lnTo>
                  <a:pt x="366" y="555"/>
                </a:lnTo>
                <a:lnTo>
                  <a:pt x="366" y="554"/>
                </a:lnTo>
                <a:lnTo>
                  <a:pt x="365" y="554"/>
                </a:lnTo>
                <a:lnTo>
                  <a:pt x="364" y="553"/>
                </a:lnTo>
                <a:lnTo>
                  <a:pt x="363" y="552"/>
                </a:lnTo>
                <a:lnTo>
                  <a:pt x="362" y="552"/>
                </a:lnTo>
                <a:lnTo>
                  <a:pt x="362" y="553"/>
                </a:lnTo>
                <a:lnTo>
                  <a:pt x="361" y="553"/>
                </a:lnTo>
                <a:lnTo>
                  <a:pt x="360" y="553"/>
                </a:lnTo>
                <a:lnTo>
                  <a:pt x="359" y="553"/>
                </a:lnTo>
                <a:lnTo>
                  <a:pt x="358" y="553"/>
                </a:lnTo>
                <a:lnTo>
                  <a:pt x="358" y="554"/>
                </a:lnTo>
                <a:lnTo>
                  <a:pt x="357" y="554"/>
                </a:lnTo>
                <a:lnTo>
                  <a:pt x="356" y="554"/>
                </a:lnTo>
                <a:lnTo>
                  <a:pt x="355" y="554"/>
                </a:lnTo>
                <a:lnTo>
                  <a:pt x="355" y="553"/>
                </a:lnTo>
                <a:lnTo>
                  <a:pt x="356" y="553"/>
                </a:lnTo>
                <a:lnTo>
                  <a:pt x="356" y="552"/>
                </a:lnTo>
                <a:lnTo>
                  <a:pt x="357" y="551"/>
                </a:lnTo>
                <a:lnTo>
                  <a:pt x="356" y="551"/>
                </a:lnTo>
                <a:lnTo>
                  <a:pt x="356" y="550"/>
                </a:lnTo>
                <a:lnTo>
                  <a:pt x="357" y="550"/>
                </a:lnTo>
                <a:lnTo>
                  <a:pt x="358" y="550"/>
                </a:lnTo>
                <a:lnTo>
                  <a:pt x="359" y="549"/>
                </a:lnTo>
                <a:lnTo>
                  <a:pt x="360" y="549"/>
                </a:lnTo>
                <a:lnTo>
                  <a:pt x="361" y="549"/>
                </a:lnTo>
                <a:lnTo>
                  <a:pt x="361" y="548"/>
                </a:lnTo>
                <a:lnTo>
                  <a:pt x="362" y="548"/>
                </a:lnTo>
                <a:lnTo>
                  <a:pt x="362" y="547"/>
                </a:lnTo>
                <a:lnTo>
                  <a:pt x="362" y="546"/>
                </a:lnTo>
                <a:lnTo>
                  <a:pt x="363" y="546"/>
                </a:lnTo>
                <a:lnTo>
                  <a:pt x="364" y="546"/>
                </a:lnTo>
                <a:lnTo>
                  <a:pt x="365" y="545"/>
                </a:lnTo>
                <a:lnTo>
                  <a:pt x="365" y="544"/>
                </a:lnTo>
                <a:lnTo>
                  <a:pt x="364" y="544"/>
                </a:lnTo>
                <a:lnTo>
                  <a:pt x="364" y="543"/>
                </a:lnTo>
                <a:lnTo>
                  <a:pt x="365" y="543"/>
                </a:lnTo>
                <a:lnTo>
                  <a:pt x="365" y="542"/>
                </a:lnTo>
                <a:lnTo>
                  <a:pt x="365" y="541"/>
                </a:lnTo>
                <a:lnTo>
                  <a:pt x="366" y="541"/>
                </a:lnTo>
                <a:lnTo>
                  <a:pt x="367" y="540"/>
                </a:lnTo>
                <a:lnTo>
                  <a:pt x="367" y="539"/>
                </a:lnTo>
                <a:lnTo>
                  <a:pt x="368" y="538"/>
                </a:lnTo>
                <a:lnTo>
                  <a:pt x="369" y="538"/>
                </a:lnTo>
                <a:lnTo>
                  <a:pt x="369" y="537"/>
                </a:lnTo>
                <a:lnTo>
                  <a:pt x="369" y="536"/>
                </a:lnTo>
                <a:lnTo>
                  <a:pt x="369" y="535"/>
                </a:lnTo>
                <a:lnTo>
                  <a:pt x="370" y="535"/>
                </a:lnTo>
                <a:lnTo>
                  <a:pt x="370" y="534"/>
                </a:lnTo>
                <a:lnTo>
                  <a:pt x="369" y="534"/>
                </a:lnTo>
                <a:lnTo>
                  <a:pt x="368" y="534"/>
                </a:lnTo>
                <a:lnTo>
                  <a:pt x="367" y="534"/>
                </a:lnTo>
                <a:lnTo>
                  <a:pt x="367" y="533"/>
                </a:lnTo>
                <a:lnTo>
                  <a:pt x="368" y="533"/>
                </a:lnTo>
                <a:lnTo>
                  <a:pt x="368" y="532"/>
                </a:lnTo>
                <a:lnTo>
                  <a:pt x="368" y="531"/>
                </a:lnTo>
                <a:lnTo>
                  <a:pt x="369" y="531"/>
                </a:lnTo>
                <a:lnTo>
                  <a:pt x="370" y="531"/>
                </a:lnTo>
                <a:lnTo>
                  <a:pt x="371" y="531"/>
                </a:lnTo>
                <a:lnTo>
                  <a:pt x="371" y="530"/>
                </a:lnTo>
                <a:lnTo>
                  <a:pt x="372" y="530"/>
                </a:lnTo>
                <a:lnTo>
                  <a:pt x="372" y="529"/>
                </a:lnTo>
                <a:lnTo>
                  <a:pt x="372" y="528"/>
                </a:lnTo>
                <a:lnTo>
                  <a:pt x="373" y="528"/>
                </a:lnTo>
                <a:lnTo>
                  <a:pt x="373" y="527"/>
                </a:lnTo>
                <a:lnTo>
                  <a:pt x="374" y="527"/>
                </a:lnTo>
                <a:lnTo>
                  <a:pt x="374" y="526"/>
                </a:lnTo>
                <a:lnTo>
                  <a:pt x="373" y="526"/>
                </a:lnTo>
                <a:lnTo>
                  <a:pt x="372" y="526"/>
                </a:lnTo>
                <a:lnTo>
                  <a:pt x="371" y="526"/>
                </a:lnTo>
                <a:lnTo>
                  <a:pt x="370" y="525"/>
                </a:lnTo>
                <a:lnTo>
                  <a:pt x="369" y="524"/>
                </a:lnTo>
                <a:lnTo>
                  <a:pt x="369" y="523"/>
                </a:lnTo>
                <a:lnTo>
                  <a:pt x="370" y="523"/>
                </a:lnTo>
                <a:lnTo>
                  <a:pt x="370" y="522"/>
                </a:lnTo>
                <a:lnTo>
                  <a:pt x="371" y="521"/>
                </a:lnTo>
                <a:lnTo>
                  <a:pt x="371" y="520"/>
                </a:lnTo>
                <a:lnTo>
                  <a:pt x="372" y="520"/>
                </a:lnTo>
                <a:lnTo>
                  <a:pt x="372" y="519"/>
                </a:lnTo>
                <a:lnTo>
                  <a:pt x="371" y="519"/>
                </a:lnTo>
                <a:lnTo>
                  <a:pt x="371" y="518"/>
                </a:lnTo>
                <a:lnTo>
                  <a:pt x="369" y="518"/>
                </a:lnTo>
                <a:lnTo>
                  <a:pt x="369" y="519"/>
                </a:lnTo>
                <a:lnTo>
                  <a:pt x="368" y="519"/>
                </a:lnTo>
                <a:lnTo>
                  <a:pt x="368" y="518"/>
                </a:lnTo>
                <a:lnTo>
                  <a:pt x="366" y="518"/>
                </a:lnTo>
                <a:lnTo>
                  <a:pt x="365" y="518"/>
                </a:lnTo>
                <a:lnTo>
                  <a:pt x="365" y="517"/>
                </a:lnTo>
                <a:lnTo>
                  <a:pt x="365" y="516"/>
                </a:lnTo>
                <a:lnTo>
                  <a:pt x="365" y="515"/>
                </a:lnTo>
                <a:lnTo>
                  <a:pt x="364" y="515"/>
                </a:lnTo>
                <a:lnTo>
                  <a:pt x="363" y="516"/>
                </a:lnTo>
                <a:lnTo>
                  <a:pt x="362" y="516"/>
                </a:lnTo>
                <a:lnTo>
                  <a:pt x="361" y="516"/>
                </a:lnTo>
                <a:lnTo>
                  <a:pt x="361" y="515"/>
                </a:lnTo>
                <a:lnTo>
                  <a:pt x="361" y="514"/>
                </a:lnTo>
                <a:lnTo>
                  <a:pt x="361" y="513"/>
                </a:lnTo>
                <a:lnTo>
                  <a:pt x="360" y="512"/>
                </a:lnTo>
                <a:lnTo>
                  <a:pt x="359" y="511"/>
                </a:lnTo>
                <a:lnTo>
                  <a:pt x="360" y="511"/>
                </a:lnTo>
                <a:lnTo>
                  <a:pt x="361" y="510"/>
                </a:lnTo>
                <a:lnTo>
                  <a:pt x="361" y="509"/>
                </a:lnTo>
                <a:lnTo>
                  <a:pt x="361" y="508"/>
                </a:lnTo>
                <a:lnTo>
                  <a:pt x="360" y="508"/>
                </a:lnTo>
                <a:lnTo>
                  <a:pt x="359" y="507"/>
                </a:lnTo>
                <a:lnTo>
                  <a:pt x="358" y="507"/>
                </a:lnTo>
                <a:lnTo>
                  <a:pt x="358" y="506"/>
                </a:lnTo>
                <a:lnTo>
                  <a:pt x="357" y="506"/>
                </a:lnTo>
                <a:lnTo>
                  <a:pt x="356" y="506"/>
                </a:lnTo>
                <a:lnTo>
                  <a:pt x="356" y="505"/>
                </a:lnTo>
                <a:lnTo>
                  <a:pt x="356" y="504"/>
                </a:lnTo>
                <a:lnTo>
                  <a:pt x="356" y="503"/>
                </a:lnTo>
                <a:lnTo>
                  <a:pt x="355" y="503"/>
                </a:lnTo>
                <a:lnTo>
                  <a:pt x="354" y="503"/>
                </a:lnTo>
                <a:lnTo>
                  <a:pt x="353" y="503"/>
                </a:lnTo>
                <a:lnTo>
                  <a:pt x="353" y="502"/>
                </a:lnTo>
                <a:lnTo>
                  <a:pt x="353" y="503"/>
                </a:lnTo>
                <a:lnTo>
                  <a:pt x="353" y="502"/>
                </a:lnTo>
                <a:lnTo>
                  <a:pt x="353" y="501"/>
                </a:lnTo>
                <a:lnTo>
                  <a:pt x="352" y="501"/>
                </a:lnTo>
                <a:lnTo>
                  <a:pt x="352" y="500"/>
                </a:lnTo>
                <a:lnTo>
                  <a:pt x="351" y="500"/>
                </a:lnTo>
                <a:lnTo>
                  <a:pt x="351" y="499"/>
                </a:lnTo>
                <a:lnTo>
                  <a:pt x="352" y="499"/>
                </a:lnTo>
                <a:lnTo>
                  <a:pt x="352" y="498"/>
                </a:lnTo>
                <a:lnTo>
                  <a:pt x="351" y="498"/>
                </a:lnTo>
                <a:lnTo>
                  <a:pt x="352" y="497"/>
                </a:lnTo>
                <a:lnTo>
                  <a:pt x="352" y="496"/>
                </a:lnTo>
                <a:lnTo>
                  <a:pt x="352" y="495"/>
                </a:lnTo>
                <a:lnTo>
                  <a:pt x="351" y="495"/>
                </a:lnTo>
                <a:lnTo>
                  <a:pt x="351" y="494"/>
                </a:lnTo>
                <a:lnTo>
                  <a:pt x="351" y="495"/>
                </a:lnTo>
                <a:lnTo>
                  <a:pt x="350" y="494"/>
                </a:lnTo>
                <a:lnTo>
                  <a:pt x="350" y="495"/>
                </a:lnTo>
                <a:lnTo>
                  <a:pt x="350" y="494"/>
                </a:lnTo>
                <a:lnTo>
                  <a:pt x="350" y="493"/>
                </a:lnTo>
                <a:lnTo>
                  <a:pt x="349" y="493"/>
                </a:lnTo>
                <a:lnTo>
                  <a:pt x="349" y="492"/>
                </a:lnTo>
                <a:lnTo>
                  <a:pt x="348" y="492"/>
                </a:lnTo>
                <a:lnTo>
                  <a:pt x="348" y="491"/>
                </a:lnTo>
                <a:lnTo>
                  <a:pt x="348" y="490"/>
                </a:lnTo>
                <a:lnTo>
                  <a:pt x="349" y="490"/>
                </a:lnTo>
                <a:lnTo>
                  <a:pt x="349" y="489"/>
                </a:lnTo>
                <a:lnTo>
                  <a:pt x="348" y="489"/>
                </a:lnTo>
                <a:lnTo>
                  <a:pt x="347" y="489"/>
                </a:lnTo>
                <a:lnTo>
                  <a:pt x="347" y="488"/>
                </a:lnTo>
                <a:lnTo>
                  <a:pt x="346" y="488"/>
                </a:lnTo>
                <a:lnTo>
                  <a:pt x="346" y="487"/>
                </a:lnTo>
                <a:lnTo>
                  <a:pt x="346" y="486"/>
                </a:lnTo>
                <a:lnTo>
                  <a:pt x="345" y="486"/>
                </a:lnTo>
                <a:lnTo>
                  <a:pt x="345" y="485"/>
                </a:lnTo>
                <a:lnTo>
                  <a:pt x="345" y="484"/>
                </a:lnTo>
                <a:lnTo>
                  <a:pt x="344" y="483"/>
                </a:lnTo>
                <a:lnTo>
                  <a:pt x="344" y="482"/>
                </a:lnTo>
                <a:lnTo>
                  <a:pt x="344" y="481"/>
                </a:lnTo>
                <a:lnTo>
                  <a:pt x="344" y="480"/>
                </a:lnTo>
                <a:lnTo>
                  <a:pt x="345" y="480"/>
                </a:lnTo>
                <a:lnTo>
                  <a:pt x="345" y="479"/>
                </a:lnTo>
                <a:lnTo>
                  <a:pt x="345" y="478"/>
                </a:lnTo>
                <a:lnTo>
                  <a:pt x="344" y="476"/>
                </a:lnTo>
                <a:lnTo>
                  <a:pt x="344" y="475"/>
                </a:lnTo>
                <a:lnTo>
                  <a:pt x="344" y="474"/>
                </a:lnTo>
                <a:lnTo>
                  <a:pt x="342" y="474"/>
                </a:lnTo>
                <a:lnTo>
                  <a:pt x="342" y="475"/>
                </a:lnTo>
                <a:lnTo>
                  <a:pt x="342" y="474"/>
                </a:lnTo>
                <a:lnTo>
                  <a:pt x="341" y="474"/>
                </a:lnTo>
                <a:lnTo>
                  <a:pt x="341" y="473"/>
                </a:lnTo>
                <a:lnTo>
                  <a:pt x="340" y="473"/>
                </a:lnTo>
                <a:lnTo>
                  <a:pt x="339" y="473"/>
                </a:lnTo>
                <a:lnTo>
                  <a:pt x="337" y="473"/>
                </a:lnTo>
                <a:lnTo>
                  <a:pt x="337" y="474"/>
                </a:lnTo>
                <a:lnTo>
                  <a:pt x="336" y="474"/>
                </a:lnTo>
                <a:lnTo>
                  <a:pt x="335" y="474"/>
                </a:lnTo>
                <a:lnTo>
                  <a:pt x="334" y="474"/>
                </a:lnTo>
                <a:lnTo>
                  <a:pt x="334" y="475"/>
                </a:lnTo>
                <a:lnTo>
                  <a:pt x="333" y="475"/>
                </a:lnTo>
                <a:lnTo>
                  <a:pt x="332" y="475"/>
                </a:lnTo>
                <a:lnTo>
                  <a:pt x="332" y="474"/>
                </a:lnTo>
                <a:lnTo>
                  <a:pt x="333" y="472"/>
                </a:lnTo>
                <a:lnTo>
                  <a:pt x="332" y="472"/>
                </a:lnTo>
                <a:lnTo>
                  <a:pt x="333" y="471"/>
                </a:lnTo>
                <a:lnTo>
                  <a:pt x="333" y="470"/>
                </a:lnTo>
                <a:lnTo>
                  <a:pt x="333" y="469"/>
                </a:lnTo>
                <a:lnTo>
                  <a:pt x="333" y="468"/>
                </a:lnTo>
                <a:lnTo>
                  <a:pt x="333" y="467"/>
                </a:lnTo>
                <a:lnTo>
                  <a:pt x="333" y="466"/>
                </a:lnTo>
                <a:lnTo>
                  <a:pt x="332" y="466"/>
                </a:lnTo>
                <a:lnTo>
                  <a:pt x="333" y="466"/>
                </a:lnTo>
                <a:lnTo>
                  <a:pt x="333" y="465"/>
                </a:lnTo>
                <a:lnTo>
                  <a:pt x="332" y="465"/>
                </a:lnTo>
                <a:lnTo>
                  <a:pt x="332" y="464"/>
                </a:lnTo>
                <a:lnTo>
                  <a:pt x="332" y="463"/>
                </a:lnTo>
                <a:lnTo>
                  <a:pt x="332" y="462"/>
                </a:lnTo>
                <a:lnTo>
                  <a:pt x="331" y="462"/>
                </a:lnTo>
                <a:lnTo>
                  <a:pt x="330" y="461"/>
                </a:lnTo>
                <a:lnTo>
                  <a:pt x="330" y="460"/>
                </a:lnTo>
                <a:lnTo>
                  <a:pt x="330" y="459"/>
                </a:lnTo>
                <a:lnTo>
                  <a:pt x="330" y="458"/>
                </a:lnTo>
                <a:lnTo>
                  <a:pt x="330" y="457"/>
                </a:lnTo>
                <a:lnTo>
                  <a:pt x="330" y="456"/>
                </a:lnTo>
                <a:lnTo>
                  <a:pt x="330" y="455"/>
                </a:lnTo>
                <a:lnTo>
                  <a:pt x="330" y="454"/>
                </a:lnTo>
                <a:lnTo>
                  <a:pt x="330" y="453"/>
                </a:lnTo>
                <a:lnTo>
                  <a:pt x="330" y="452"/>
                </a:lnTo>
                <a:lnTo>
                  <a:pt x="330" y="451"/>
                </a:lnTo>
                <a:lnTo>
                  <a:pt x="331" y="451"/>
                </a:lnTo>
                <a:lnTo>
                  <a:pt x="331" y="450"/>
                </a:lnTo>
                <a:lnTo>
                  <a:pt x="331" y="449"/>
                </a:lnTo>
                <a:lnTo>
                  <a:pt x="332" y="448"/>
                </a:lnTo>
                <a:lnTo>
                  <a:pt x="334" y="448"/>
                </a:lnTo>
                <a:lnTo>
                  <a:pt x="334" y="449"/>
                </a:lnTo>
                <a:lnTo>
                  <a:pt x="335" y="448"/>
                </a:lnTo>
                <a:lnTo>
                  <a:pt x="334" y="448"/>
                </a:lnTo>
                <a:lnTo>
                  <a:pt x="334" y="447"/>
                </a:lnTo>
                <a:lnTo>
                  <a:pt x="333" y="447"/>
                </a:lnTo>
                <a:lnTo>
                  <a:pt x="332" y="447"/>
                </a:lnTo>
                <a:lnTo>
                  <a:pt x="331" y="447"/>
                </a:lnTo>
                <a:lnTo>
                  <a:pt x="331" y="446"/>
                </a:lnTo>
                <a:lnTo>
                  <a:pt x="330" y="446"/>
                </a:lnTo>
                <a:lnTo>
                  <a:pt x="330" y="445"/>
                </a:lnTo>
                <a:lnTo>
                  <a:pt x="330" y="444"/>
                </a:lnTo>
                <a:lnTo>
                  <a:pt x="331" y="444"/>
                </a:lnTo>
                <a:lnTo>
                  <a:pt x="332" y="444"/>
                </a:lnTo>
                <a:lnTo>
                  <a:pt x="332" y="443"/>
                </a:lnTo>
                <a:lnTo>
                  <a:pt x="333" y="443"/>
                </a:lnTo>
                <a:lnTo>
                  <a:pt x="333" y="442"/>
                </a:lnTo>
                <a:lnTo>
                  <a:pt x="334" y="442"/>
                </a:lnTo>
                <a:lnTo>
                  <a:pt x="334" y="441"/>
                </a:lnTo>
                <a:lnTo>
                  <a:pt x="335" y="441"/>
                </a:lnTo>
                <a:lnTo>
                  <a:pt x="336" y="441"/>
                </a:lnTo>
                <a:lnTo>
                  <a:pt x="336" y="440"/>
                </a:lnTo>
                <a:lnTo>
                  <a:pt x="336" y="439"/>
                </a:lnTo>
                <a:lnTo>
                  <a:pt x="337" y="439"/>
                </a:lnTo>
                <a:lnTo>
                  <a:pt x="337" y="438"/>
                </a:lnTo>
                <a:lnTo>
                  <a:pt x="339" y="437"/>
                </a:lnTo>
                <a:lnTo>
                  <a:pt x="339" y="436"/>
                </a:lnTo>
                <a:lnTo>
                  <a:pt x="340" y="435"/>
                </a:lnTo>
                <a:lnTo>
                  <a:pt x="341" y="435"/>
                </a:lnTo>
                <a:lnTo>
                  <a:pt x="341" y="434"/>
                </a:lnTo>
                <a:lnTo>
                  <a:pt x="341" y="433"/>
                </a:lnTo>
                <a:lnTo>
                  <a:pt x="341" y="432"/>
                </a:lnTo>
                <a:lnTo>
                  <a:pt x="340" y="431"/>
                </a:lnTo>
                <a:lnTo>
                  <a:pt x="341" y="431"/>
                </a:lnTo>
                <a:lnTo>
                  <a:pt x="342" y="431"/>
                </a:lnTo>
                <a:lnTo>
                  <a:pt x="343" y="431"/>
                </a:lnTo>
                <a:lnTo>
                  <a:pt x="344" y="431"/>
                </a:lnTo>
                <a:lnTo>
                  <a:pt x="344" y="430"/>
                </a:lnTo>
                <a:lnTo>
                  <a:pt x="345" y="430"/>
                </a:lnTo>
                <a:lnTo>
                  <a:pt x="345" y="429"/>
                </a:lnTo>
                <a:lnTo>
                  <a:pt x="346" y="429"/>
                </a:lnTo>
                <a:lnTo>
                  <a:pt x="346" y="428"/>
                </a:lnTo>
                <a:lnTo>
                  <a:pt x="347" y="428"/>
                </a:lnTo>
                <a:lnTo>
                  <a:pt x="347" y="427"/>
                </a:lnTo>
                <a:lnTo>
                  <a:pt x="346" y="426"/>
                </a:lnTo>
                <a:lnTo>
                  <a:pt x="345" y="425"/>
                </a:lnTo>
                <a:lnTo>
                  <a:pt x="344" y="425"/>
                </a:lnTo>
                <a:lnTo>
                  <a:pt x="343" y="426"/>
                </a:lnTo>
                <a:lnTo>
                  <a:pt x="342" y="426"/>
                </a:lnTo>
                <a:lnTo>
                  <a:pt x="342" y="425"/>
                </a:lnTo>
                <a:lnTo>
                  <a:pt x="341" y="425"/>
                </a:lnTo>
                <a:lnTo>
                  <a:pt x="340" y="425"/>
                </a:lnTo>
                <a:lnTo>
                  <a:pt x="339" y="424"/>
                </a:lnTo>
                <a:lnTo>
                  <a:pt x="338" y="424"/>
                </a:lnTo>
                <a:lnTo>
                  <a:pt x="338" y="423"/>
                </a:lnTo>
                <a:lnTo>
                  <a:pt x="337" y="423"/>
                </a:lnTo>
                <a:lnTo>
                  <a:pt x="336" y="423"/>
                </a:lnTo>
                <a:lnTo>
                  <a:pt x="336" y="422"/>
                </a:lnTo>
                <a:lnTo>
                  <a:pt x="336" y="423"/>
                </a:lnTo>
                <a:lnTo>
                  <a:pt x="335" y="423"/>
                </a:lnTo>
                <a:lnTo>
                  <a:pt x="335" y="424"/>
                </a:lnTo>
                <a:lnTo>
                  <a:pt x="335" y="425"/>
                </a:lnTo>
                <a:lnTo>
                  <a:pt x="335" y="426"/>
                </a:lnTo>
                <a:lnTo>
                  <a:pt x="336" y="426"/>
                </a:lnTo>
                <a:lnTo>
                  <a:pt x="335" y="426"/>
                </a:lnTo>
                <a:lnTo>
                  <a:pt x="334" y="427"/>
                </a:lnTo>
                <a:lnTo>
                  <a:pt x="334" y="426"/>
                </a:lnTo>
                <a:lnTo>
                  <a:pt x="333" y="426"/>
                </a:lnTo>
                <a:lnTo>
                  <a:pt x="333" y="427"/>
                </a:lnTo>
                <a:lnTo>
                  <a:pt x="332" y="427"/>
                </a:lnTo>
                <a:lnTo>
                  <a:pt x="331" y="426"/>
                </a:lnTo>
                <a:lnTo>
                  <a:pt x="331" y="425"/>
                </a:lnTo>
                <a:lnTo>
                  <a:pt x="331" y="424"/>
                </a:lnTo>
                <a:lnTo>
                  <a:pt x="331" y="423"/>
                </a:lnTo>
                <a:lnTo>
                  <a:pt x="331" y="422"/>
                </a:lnTo>
                <a:lnTo>
                  <a:pt x="332" y="422"/>
                </a:lnTo>
                <a:lnTo>
                  <a:pt x="332" y="421"/>
                </a:lnTo>
                <a:lnTo>
                  <a:pt x="331" y="421"/>
                </a:lnTo>
                <a:lnTo>
                  <a:pt x="331" y="422"/>
                </a:lnTo>
                <a:lnTo>
                  <a:pt x="330" y="423"/>
                </a:lnTo>
                <a:lnTo>
                  <a:pt x="329" y="423"/>
                </a:lnTo>
                <a:lnTo>
                  <a:pt x="329" y="424"/>
                </a:lnTo>
                <a:lnTo>
                  <a:pt x="328" y="423"/>
                </a:lnTo>
                <a:lnTo>
                  <a:pt x="329" y="423"/>
                </a:lnTo>
                <a:lnTo>
                  <a:pt x="329" y="422"/>
                </a:lnTo>
                <a:lnTo>
                  <a:pt x="330" y="421"/>
                </a:lnTo>
                <a:lnTo>
                  <a:pt x="331" y="421"/>
                </a:lnTo>
                <a:lnTo>
                  <a:pt x="331" y="420"/>
                </a:lnTo>
                <a:lnTo>
                  <a:pt x="331" y="419"/>
                </a:lnTo>
                <a:lnTo>
                  <a:pt x="331" y="418"/>
                </a:lnTo>
                <a:lnTo>
                  <a:pt x="330" y="418"/>
                </a:lnTo>
                <a:lnTo>
                  <a:pt x="329" y="418"/>
                </a:lnTo>
                <a:lnTo>
                  <a:pt x="328" y="418"/>
                </a:lnTo>
                <a:lnTo>
                  <a:pt x="329" y="417"/>
                </a:lnTo>
                <a:lnTo>
                  <a:pt x="329" y="416"/>
                </a:lnTo>
                <a:lnTo>
                  <a:pt x="329" y="415"/>
                </a:lnTo>
                <a:lnTo>
                  <a:pt x="328" y="414"/>
                </a:lnTo>
                <a:lnTo>
                  <a:pt x="328" y="413"/>
                </a:lnTo>
                <a:lnTo>
                  <a:pt x="329" y="413"/>
                </a:lnTo>
                <a:lnTo>
                  <a:pt x="330" y="413"/>
                </a:lnTo>
                <a:lnTo>
                  <a:pt x="330" y="412"/>
                </a:lnTo>
                <a:lnTo>
                  <a:pt x="330" y="411"/>
                </a:lnTo>
                <a:lnTo>
                  <a:pt x="329" y="411"/>
                </a:lnTo>
                <a:lnTo>
                  <a:pt x="328" y="411"/>
                </a:lnTo>
                <a:lnTo>
                  <a:pt x="328" y="410"/>
                </a:lnTo>
                <a:lnTo>
                  <a:pt x="327" y="410"/>
                </a:lnTo>
                <a:lnTo>
                  <a:pt x="327" y="409"/>
                </a:lnTo>
                <a:lnTo>
                  <a:pt x="326" y="409"/>
                </a:lnTo>
                <a:lnTo>
                  <a:pt x="326" y="410"/>
                </a:lnTo>
                <a:lnTo>
                  <a:pt x="326" y="409"/>
                </a:lnTo>
                <a:lnTo>
                  <a:pt x="325" y="409"/>
                </a:lnTo>
                <a:lnTo>
                  <a:pt x="324" y="410"/>
                </a:lnTo>
                <a:lnTo>
                  <a:pt x="323" y="410"/>
                </a:lnTo>
                <a:lnTo>
                  <a:pt x="322" y="410"/>
                </a:lnTo>
                <a:lnTo>
                  <a:pt x="321" y="410"/>
                </a:lnTo>
                <a:lnTo>
                  <a:pt x="320" y="410"/>
                </a:lnTo>
                <a:lnTo>
                  <a:pt x="319" y="410"/>
                </a:lnTo>
                <a:lnTo>
                  <a:pt x="319" y="409"/>
                </a:lnTo>
                <a:lnTo>
                  <a:pt x="319" y="408"/>
                </a:lnTo>
                <a:lnTo>
                  <a:pt x="319" y="407"/>
                </a:lnTo>
                <a:lnTo>
                  <a:pt x="319" y="406"/>
                </a:lnTo>
                <a:lnTo>
                  <a:pt x="318" y="405"/>
                </a:lnTo>
                <a:lnTo>
                  <a:pt x="319" y="405"/>
                </a:lnTo>
                <a:lnTo>
                  <a:pt x="320" y="404"/>
                </a:lnTo>
                <a:lnTo>
                  <a:pt x="321" y="404"/>
                </a:lnTo>
                <a:lnTo>
                  <a:pt x="322" y="404"/>
                </a:lnTo>
                <a:lnTo>
                  <a:pt x="322" y="403"/>
                </a:lnTo>
                <a:lnTo>
                  <a:pt x="321" y="403"/>
                </a:lnTo>
                <a:lnTo>
                  <a:pt x="320" y="402"/>
                </a:lnTo>
                <a:lnTo>
                  <a:pt x="320" y="401"/>
                </a:lnTo>
                <a:lnTo>
                  <a:pt x="321" y="401"/>
                </a:lnTo>
                <a:lnTo>
                  <a:pt x="321" y="400"/>
                </a:lnTo>
                <a:lnTo>
                  <a:pt x="321" y="399"/>
                </a:lnTo>
                <a:lnTo>
                  <a:pt x="320" y="399"/>
                </a:lnTo>
                <a:lnTo>
                  <a:pt x="320" y="398"/>
                </a:lnTo>
                <a:lnTo>
                  <a:pt x="319" y="397"/>
                </a:lnTo>
                <a:lnTo>
                  <a:pt x="317" y="396"/>
                </a:lnTo>
                <a:lnTo>
                  <a:pt x="316" y="396"/>
                </a:lnTo>
                <a:lnTo>
                  <a:pt x="316" y="395"/>
                </a:lnTo>
                <a:lnTo>
                  <a:pt x="317" y="395"/>
                </a:lnTo>
                <a:lnTo>
                  <a:pt x="317" y="394"/>
                </a:lnTo>
                <a:lnTo>
                  <a:pt x="316" y="394"/>
                </a:lnTo>
                <a:lnTo>
                  <a:pt x="316" y="393"/>
                </a:lnTo>
                <a:lnTo>
                  <a:pt x="315" y="393"/>
                </a:lnTo>
                <a:lnTo>
                  <a:pt x="314" y="393"/>
                </a:lnTo>
                <a:lnTo>
                  <a:pt x="313" y="393"/>
                </a:lnTo>
                <a:lnTo>
                  <a:pt x="313" y="392"/>
                </a:lnTo>
                <a:lnTo>
                  <a:pt x="313" y="391"/>
                </a:lnTo>
                <a:lnTo>
                  <a:pt x="312" y="391"/>
                </a:lnTo>
                <a:lnTo>
                  <a:pt x="311" y="391"/>
                </a:lnTo>
                <a:lnTo>
                  <a:pt x="311" y="390"/>
                </a:lnTo>
                <a:lnTo>
                  <a:pt x="310" y="390"/>
                </a:lnTo>
                <a:lnTo>
                  <a:pt x="309" y="390"/>
                </a:lnTo>
                <a:lnTo>
                  <a:pt x="310" y="390"/>
                </a:lnTo>
                <a:lnTo>
                  <a:pt x="310" y="389"/>
                </a:lnTo>
                <a:lnTo>
                  <a:pt x="311" y="389"/>
                </a:lnTo>
                <a:lnTo>
                  <a:pt x="311" y="388"/>
                </a:lnTo>
                <a:lnTo>
                  <a:pt x="310" y="388"/>
                </a:lnTo>
                <a:lnTo>
                  <a:pt x="310" y="387"/>
                </a:lnTo>
                <a:lnTo>
                  <a:pt x="309" y="387"/>
                </a:lnTo>
                <a:lnTo>
                  <a:pt x="309" y="386"/>
                </a:lnTo>
                <a:lnTo>
                  <a:pt x="310" y="386"/>
                </a:lnTo>
                <a:lnTo>
                  <a:pt x="310" y="385"/>
                </a:lnTo>
                <a:lnTo>
                  <a:pt x="310" y="384"/>
                </a:lnTo>
                <a:lnTo>
                  <a:pt x="310" y="383"/>
                </a:lnTo>
                <a:lnTo>
                  <a:pt x="311" y="383"/>
                </a:lnTo>
                <a:lnTo>
                  <a:pt x="311" y="382"/>
                </a:lnTo>
                <a:lnTo>
                  <a:pt x="311" y="381"/>
                </a:lnTo>
                <a:lnTo>
                  <a:pt x="310" y="381"/>
                </a:lnTo>
                <a:lnTo>
                  <a:pt x="311" y="380"/>
                </a:lnTo>
                <a:lnTo>
                  <a:pt x="312" y="380"/>
                </a:lnTo>
                <a:lnTo>
                  <a:pt x="312" y="379"/>
                </a:lnTo>
                <a:lnTo>
                  <a:pt x="311" y="379"/>
                </a:lnTo>
                <a:lnTo>
                  <a:pt x="312" y="379"/>
                </a:lnTo>
                <a:lnTo>
                  <a:pt x="312" y="378"/>
                </a:lnTo>
                <a:lnTo>
                  <a:pt x="311" y="378"/>
                </a:lnTo>
                <a:lnTo>
                  <a:pt x="311" y="377"/>
                </a:lnTo>
                <a:lnTo>
                  <a:pt x="310" y="377"/>
                </a:lnTo>
                <a:lnTo>
                  <a:pt x="309" y="377"/>
                </a:lnTo>
                <a:lnTo>
                  <a:pt x="309" y="378"/>
                </a:lnTo>
                <a:lnTo>
                  <a:pt x="308" y="377"/>
                </a:lnTo>
                <a:lnTo>
                  <a:pt x="308" y="378"/>
                </a:lnTo>
                <a:lnTo>
                  <a:pt x="307" y="378"/>
                </a:lnTo>
                <a:lnTo>
                  <a:pt x="306" y="378"/>
                </a:lnTo>
                <a:lnTo>
                  <a:pt x="306" y="377"/>
                </a:lnTo>
                <a:lnTo>
                  <a:pt x="305" y="377"/>
                </a:lnTo>
                <a:lnTo>
                  <a:pt x="304" y="377"/>
                </a:lnTo>
                <a:lnTo>
                  <a:pt x="304" y="376"/>
                </a:lnTo>
                <a:lnTo>
                  <a:pt x="305" y="376"/>
                </a:lnTo>
                <a:lnTo>
                  <a:pt x="305" y="375"/>
                </a:lnTo>
                <a:lnTo>
                  <a:pt x="305" y="374"/>
                </a:lnTo>
                <a:lnTo>
                  <a:pt x="304" y="374"/>
                </a:lnTo>
                <a:lnTo>
                  <a:pt x="304" y="373"/>
                </a:lnTo>
                <a:lnTo>
                  <a:pt x="305" y="373"/>
                </a:lnTo>
                <a:lnTo>
                  <a:pt x="304" y="373"/>
                </a:lnTo>
                <a:lnTo>
                  <a:pt x="303" y="373"/>
                </a:lnTo>
                <a:lnTo>
                  <a:pt x="303" y="372"/>
                </a:lnTo>
                <a:lnTo>
                  <a:pt x="302" y="372"/>
                </a:lnTo>
                <a:lnTo>
                  <a:pt x="301" y="372"/>
                </a:lnTo>
                <a:lnTo>
                  <a:pt x="300" y="372"/>
                </a:lnTo>
                <a:lnTo>
                  <a:pt x="301" y="371"/>
                </a:lnTo>
                <a:lnTo>
                  <a:pt x="302" y="371"/>
                </a:lnTo>
                <a:lnTo>
                  <a:pt x="302" y="370"/>
                </a:lnTo>
                <a:lnTo>
                  <a:pt x="302" y="369"/>
                </a:lnTo>
                <a:lnTo>
                  <a:pt x="301" y="369"/>
                </a:lnTo>
                <a:lnTo>
                  <a:pt x="301" y="368"/>
                </a:lnTo>
                <a:lnTo>
                  <a:pt x="301" y="367"/>
                </a:lnTo>
                <a:lnTo>
                  <a:pt x="300" y="367"/>
                </a:lnTo>
                <a:lnTo>
                  <a:pt x="301" y="367"/>
                </a:lnTo>
                <a:lnTo>
                  <a:pt x="302" y="367"/>
                </a:lnTo>
                <a:lnTo>
                  <a:pt x="302" y="366"/>
                </a:lnTo>
                <a:lnTo>
                  <a:pt x="303" y="366"/>
                </a:lnTo>
                <a:lnTo>
                  <a:pt x="303" y="365"/>
                </a:lnTo>
                <a:lnTo>
                  <a:pt x="302" y="364"/>
                </a:lnTo>
                <a:lnTo>
                  <a:pt x="301" y="364"/>
                </a:lnTo>
                <a:lnTo>
                  <a:pt x="302" y="363"/>
                </a:lnTo>
                <a:lnTo>
                  <a:pt x="303" y="363"/>
                </a:lnTo>
                <a:lnTo>
                  <a:pt x="303" y="362"/>
                </a:lnTo>
                <a:lnTo>
                  <a:pt x="302" y="362"/>
                </a:lnTo>
                <a:lnTo>
                  <a:pt x="302" y="361"/>
                </a:lnTo>
                <a:lnTo>
                  <a:pt x="301" y="361"/>
                </a:lnTo>
                <a:lnTo>
                  <a:pt x="301" y="359"/>
                </a:lnTo>
                <a:lnTo>
                  <a:pt x="300" y="359"/>
                </a:lnTo>
                <a:lnTo>
                  <a:pt x="299" y="359"/>
                </a:lnTo>
                <a:lnTo>
                  <a:pt x="298" y="359"/>
                </a:lnTo>
                <a:lnTo>
                  <a:pt x="298" y="358"/>
                </a:lnTo>
                <a:lnTo>
                  <a:pt x="297" y="358"/>
                </a:lnTo>
                <a:lnTo>
                  <a:pt x="297" y="357"/>
                </a:lnTo>
                <a:lnTo>
                  <a:pt x="296" y="358"/>
                </a:lnTo>
                <a:lnTo>
                  <a:pt x="295" y="358"/>
                </a:lnTo>
                <a:lnTo>
                  <a:pt x="296" y="359"/>
                </a:lnTo>
                <a:lnTo>
                  <a:pt x="295" y="359"/>
                </a:lnTo>
                <a:lnTo>
                  <a:pt x="295" y="360"/>
                </a:lnTo>
                <a:lnTo>
                  <a:pt x="294" y="360"/>
                </a:lnTo>
                <a:lnTo>
                  <a:pt x="294" y="361"/>
                </a:lnTo>
                <a:lnTo>
                  <a:pt x="293" y="360"/>
                </a:lnTo>
                <a:lnTo>
                  <a:pt x="292" y="360"/>
                </a:lnTo>
                <a:lnTo>
                  <a:pt x="291" y="360"/>
                </a:lnTo>
                <a:lnTo>
                  <a:pt x="291" y="359"/>
                </a:lnTo>
                <a:lnTo>
                  <a:pt x="291" y="358"/>
                </a:lnTo>
                <a:lnTo>
                  <a:pt x="291" y="357"/>
                </a:lnTo>
                <a:lnTo>
                  <a:pt x="290" y="357"/>
                </a:lnTo>
                <a:lnTo>
                  <a:pt x="290" y="356"/>
                </a:lnTo>
                <a:lnTo>
                  <a:pt x="291" y="356"/>
                </a:lnTo>
                <a:lnTo>
                  <a:pt x="291" y="355"/>
                </a:lnTo>
                <a:lnTo>
                  <a:pt x="290" y="355"/>
                </a:lnTo>
                <a:lnTo>
                  <a:pt x="290" y="354"/>
                </a:lnTo>
                <a:lnTo>
                  <a:pt x="290" y="353"/>
                </a:lnTo>
                <a:lnTo>
                  <a:pt x="290" y="352"/>
                </a:lnTo>
                <a:lnTo>
                  <a:pt x="290" y="351"/>
                </a:lnTo>
                <a:lnTo>
                  <a:pt x="290" y="350"/>
                </a:lnTo>
                <a:lnTo>
                  <a:pt x="290" y="349"/>
                </a:lnTo>
                <a:lnTo>
                  <a:pt x="291" y="348"/>
                </a:lnTo>
                <a:lnTo>
                  <a:pt x="291" y="347"/>
                </a:lnTo>
                <a:lnTo>
                  <a:pt x="291" y="346"/>
                </a:lnTo>
                <a:lnTo>
                  <a:pt x="291" y="345"/>
                </a:lnTo>
                <a:lnTo>
                  <a:pt x="291" y="344"/>
                </a:lnTo>
                <a:lnTo>
                  <a:pt x="291" y="342"/>
                </a:lnTo>
                <a:lnTo>
                  <a:pt x="291" y="341"/>
                </a:lnTo>
                <a:lnTo>
                  <a:pt x="292" y="340"/>
                </a:lnTo>
                <a:lnTo>
                  <a:pt x="291" y="340"/>
                </a:lnTo>
                <a:lnTo>
                  <a:pt x="291" y="339"/>
                </a:lnTo>
                <a:lnTo>
                  <a:pt x="290" y="338"/>
                </a:lnTo>
                <a:lnTo>
                  <a:pt x="290" y="337"/>
                </a:lnTo>
                <a:lnTo>
                  <a:pt x="289" y="337"/>
                </a:lnTo>
                <a:lnTo>
                  <a:pt x="289" y="336"/>
                </a:lnTo>
                <a:lnTo>
                  <a:pt x="289" y="335"/>
                </a:lnTo>
                <a:lnTo>
                  <a:pt x="290" y="335"/>
                </a:lnTo>
                <a:lnTo>
                  <a:pt x="290" y="334"/>
                </a:lnTo>
                <a:lnTo>
                  <a:pt x="291" y="334"/>
                </a:lnTo>
                <a:lnTo>
                  <a:pt x="291" y="333"/>
                </a:lnTo>
                <a:lnTo>
                  <a:pt x="292" y="333"/>
                </a:lnTo>
                <a:lnTo>
                  <a:pt x="292" y="332"/>
                </a:lnTo>
                <a:lnTo>
                  <a:pt x="293" y="332"/>
                </a:lnTo>
                <a:lnTo>
                  <a:pt x="293" y="331"/>
                </a:lnTo>
                <a:lnTo>
                  <a:pt x="293" y="330"/>
                </a:lnTo>
                <a:lnTo>
                  <a:pt x="293" y="328"/>
                </a:lnTo>
                <a:lnTo>
                  <a:pt x="294" y="327"/>
                </a:lnTo>
                <a:lnTo>
                  <a:pt x="294" y="326"/>
                </a:lnTo>
                <a:lnTo>
                  <a:pt x="293" y="326"/>
                </a:lnTo>
                <a:lnTo>
                  <a:pt x="293" y="325"/>
                </a:lnTo>
                <a:lnTo>
                  <a:pt x="292" y="326"/>
                </a:lnTo>
                <a:lnTo>
                  <a:pt x="291" y="326"/>
                </a:lnTo>
                <a:lnTo>
                  <a:pt x="291" y="327"/>
                </a:lnTo>
                <a:lnTo>
                  <a:pt x="290" y="327"/>
                </a:lnTo>
                <a:lnTo>
                  <a:pt x="289" y="326"/>
                </a:lnTo>
                <a:lnTo>
                  <a:pt x="288" y="326"/>
                </a:lnTo>
                <a:lnTo>
                  <a:pt x="287" y="326"/>
                </a:lnTo>
                <a:lnTo>
                  <a:pt x="287" y="327"/>
                </a:lnTo>
                <a:lnTo>
                  <a:pt x="286" y="327"/>
                </a:lnTo>
                <a:lnTo>
                  <a:pt x="285" y="327"/>
                </a:lnTo>
                <a:lnTo>
                  <a:pt x="285" y="326"/>
                </a:lnTo>
                <a:lnTo>
                  <a:pt x="284" y="327"/>
                </a:lnTo>
                <a:lnTo>
                  <a:pt x="284" y="328"/>
                </a:lnTo>
                <a:lnTo>
                  <a:pt x="283" y="329"/>
                </a:lnTo>
                <a:lnTo>
                  <a:pt x="282" y="329"/>
                </a:lnTo>
                <a:lnTo>
                  <a:pt x="282" y="330"/>
                </a:lnTo>
                <a:lnTo>
                  <a:pt x="281" y="330"/>
                </a:lnTo>
                <a:lnTo>
                  <a:pt x="281" y="331"/>
                </a:lnTo>
                <a:lnTo>
                  <a:pt x="281" y="332"/>
                </a:lnTo>
                <a:lnTo>
                  <a:pt x="280" y="332"/>
                </a:lnTo>
                <a:lnTo>
                  <a:pt x="279" y="332"/>
                </a:lnTo>
                <a:lnTo>
                  <a:pt x="278" y="332"/>
                </a:lnTo>
                <a:lnTo>
                  <a:pt x="277" y="332"/>
                </a:lnTo>
                <a:lnTo>
                  <a:pt x="275" y="333"/>
                </a:lnTo>
                <a:lnTo>
                  <a:pt x="275" y="334"/>
                </a:lnTo>
                <a:lnTo>
                  <a:pt x="274" y="335"/>
                </a:lnTo>
                <a:lnTo>
                  <a:pt x="274" y="336"/>
                </a:lnTo>
                <a:lnTo>
                  <a:pt x="274" y="337"/>
                </a:lnTo>
                <a:lnTo>
                  <a:pt x="274" y="338"/>
                </a:lnTo>
                <a:lnTo>
                  <a:pt x="274" y="339"/>
                </a:lnTo>
                <a:lnTo>
                  <a:pt x="274" y="340"/>
                </a:lnTo>
                <a:lnTo>
                  <a:pt x="273" y="340"/>
                </a:lnTo>
                <a:lnTo>
                  <a:pt x="274" y="340"/>
                </a:lnTo>
                <a:lnTo>
                  <a:pt x="273" y="340"/>
                </a:lnTo>
                <a:lnTo>
                  <a:pt x="273" y="341"/>
                </a:lnTo>
                <a:lnTo>
                  <a:pt x="273" y="342"/>
                </a:lnTo>
                <a:lnTo>
                  <a:pt x="272" y="342"/>
                </a:lnTo>
                <a:lnTo>
                  <a:pt x="272" y="341"/>
                </a:lnTo>
                <a:lnTo>
                  <a:pt x="271" y="341"/>
                </a:lnTo>
                <a:lnTo>
                  <a:pt x="270" y="342"/>
                </a:lnTo>
                <a:lnTo>
                  <a:pt x="270" y="343"/>
                </a:lnTo>
                <a:lnTo>
                  <a:pt x="271" y="343"/>
                </a:lnTo>
                <a:lnTo>
                  <a:pt x="271" y="344"/>
                </a:lnTo>
                <a:lnTo>
                  <a:pt x="270" y="344"/>
                </a:lnTo>
                <a:lnTo>
                  <a:pt x="269" y="344"/>
                </a:lnTo>
                <a:lnTo>
                  <a:pt x="269" y="345"/>
                </a:lnTo>
                <a:lnTo>
                  <a:pt x="268" y="345"/>
                </a:lnTo>
                <a:lnTo>
                  <a:pt x="267" y="346"/>
                </a:lnTo>
                <a:lnTo>
                  <a:pt x="268" y="346"/>
                </a:lnTo>
                <a:lnTo>
                  <a:pt x="267" y="347"/>
                </a:lnTo>
                <a:lnTo>
                  <a:pt x="266" y="348"/>
                </a:lnTo>
                <a:lnTo>
                  <a:pt x="266" y="349"/>
                </a:lnTo>
                <a:lnTo>
                  <a:pt x="265" y="349"/>
                </a:lnTo>
                <a:lnTo>
                  <a:pt x="264" y="350"/>
                </a:lnTo>
                <a:lnTo>
                  <a:pt x="263" y="350"/>
                </a:lnTo>
                <a:lnTo>
                  <a:pt x="262" y="351"/>
                </a:lnTo>
                <a:lnTo>
                  <a:pt x="262" y="352"/>
                </a:lnTo>
                <a:lnTo>
                  <a:pt x="261" y="352"/>
                </a:lnTo>
                <a:lnTo>
                  <a:pt x="260" y="352"/>
                </a:lnTo>
                <a:lnTo>
                  <a:pt x="259" y="352"/>
                </a:lnTo>
                <a:lnTo>
                  <a:pt x="258" y="353"/>
                </a:lnTo>
                <a:lnTo>
                  <a:pt x="257" y="353"/>
                </a:lnTo>
                <a:lnTo>
                  <a:pt x="256" y="354"/>
                </a:lnTo>
                <a:lnTo>
                  <a:pt x="255" y="355"/>
                </a:lnTo>
                <a:lnTo>
                  <a:pt x="256" y="356"/>
                </a:lnTo>
                <a:lnTo>
                  <a:pt x="256" y="357"/>
                </a:lnTo>
                <a:lnTo>
                  <a:pt x="255" y="357"/>
                </a:lnTo>
                <a:lnTo>
                  <a:pt x="254" y="357"/>
                </a:lnTo>
                <a:lnTo>
                  <a:pt x="254" y="356"/>
                </a:lnTo>
                <a:lnTo>
                  <a:pt x="254" y="355"/>
                </a:lnTo>
                <a:lnTo>
                  <a:pt x="254" y="354"/>
                </a:lnTo>
                <a:lnTo>
                  <a:pt x="254" y="353"/>
                </a:lnTo>
                <a:lnTo>
                  <a:pt x="253" y="353"/>
                </a:lnTo>
                <a:lnTo>
                  <a:pt x="253" y="352"/>
                </a:lnTo>
                <a:lnTo>
                  <a:pt x="253" y="351"/>
                </a:lnTo>
                <a:lnTo>
                  <a:pt x="252" y="351"/>
                </a:lnTo>
                <a:lnTo>
                  <a:pt x="252" y="352"/>
                </a:lnTo>
                <a:lnTo>
                  <a:pt x="251" y="352"/>
                </a:lnTo>
                <a:lnTo>
                  <a:pt x="251" y="351"/>
                </a:lnTo>
                <a:lnTo>
                  <a:pt x="250" y="351"/>
                </a:lnTo>
                <a:lnTo>
                  <a:pt x="249" y="351"/>
                </a:lnTo>
                <a:lnTo>
                  <a:pt x="248" y="351"/>
                </a:lnTo>
                <a:lnTo>
                  <a:pt x="247" y="351"/>
                </a:lnTo>
                <a:lnTo>
                  <a:pt x="246" y="351"/>
                </a:lnTo>
                <a:lnTo>
                  <a:pt x="246" y="350"/>
                </a:lnTo>
                <a:lnTo>
                  <a:pt x="246" y="349"/>
                </a:lnTo>
                <a:lnTo>
                  <a:pt x="247" y="348"/>
                </a:lnTo>
                <a:lnTo>
                  <a:pt x="248" y="348"/>
                </a:lnTo>
                <a:lnTo>
                  <a:pt x="249" y="348"/>
                </a:lnTo>
                <a:lnTo>
                  <a:pt x="249" y="347"/>
                </a:lnTo>
                <a:lnTo>
                  <a:pt x="250" y="347"/>
                </a:lnTo>
                <a:lnTo>
                  <a:pt x="251" y="346"/>
                </a:lnTo>
                <a:lnTo>
                  <a:pt x="252" y="346"/>
                </a:lnTo>
                <a:lnTo>
                  <a:pt x="252" y="345"/>
                </a:lnTo>
                <a:lnTo>
                  <a:pt x="253" y="345"/>
                </a:lnTo>
                <a:lnTo>
                  <a:pt x="253" y="344"/>
                </a:lnTo>
                <a:lnTo>
                  <a:pt x="253" y="343"/>
                </a:lnTo>
                <a:lnTo>
                  <a:pt x="252" y="343"/>
                </a:lnTo>
                <a:lnTo>
                  <a:pt x="252" y="342"/>
                </a:lnTo>
                <a:lnTo>
                  <a:pt x="251" y="341"/>
                </a:lnTo>
                <a:lnTo>
                  <a:pt x="250" y="341"/>
                </a:lnTo>
                <a:lnTo>
                  <a:pt x="250" y="342"/>
                </a:lnTo>
                <a:lnTo>
                  <a:pt x="249" y="342"/>
                </a:lnTo>
                <a:lnTo>
                  <a:pt x="247" y="342"/>
                </a:lnTo>
                <a:lnTo>
                  <a:pt x="246" y="342"/>
                </a:lnTo>
                <a:lnTo>
                  <a:pt x="245" y="341"/>
                </a:lnTo>
                <a:lnTo>
                  <a:pt x="245" y="340"/>
                </a:lnTo>
                <a:lnTo>
                  <a:pt x="244" y="340"/>
                </a:lnTo>
                <a:lnTo>
                  <a:pt x="243" y="339"/>
                </a:lnTo>
                <a:lnTo>
                  <a:pt x="244" y="339"/>
                </a:lnTo>
                <a:lnTo>
                  <a:pt x="244" y="338"/>
                </a:lnTo>
                <a:lnTo>
                  <a:pt x="245" y="338"/>
                </a:lnTo>
                <a:lnTo>
                  <a:pt x="245" y="337"/>
                </a:lnTo>
                <a:lnTo>
                  <a:pt x="246" y="337"/>
                </a:lnTo>
                <a:lnTo>
                  <a:pt x="246" y="336"/>
                </a:lnTo>
                <a:lnTo>
                  <a:pt x="247" y="336"/>
                </a:lnTo>
                <a:lnTo>
                  <a:pt x="248" y="335"/>
                </a:lnTo>
                <a:lnTo>
                  <a:pt x="248" y="334"/>
                </a:lnTo>
                <a:lnTo>
                  <a:pt x="251" y="332"/>
                </a:lnTo>
                <a:lnTo>
                  <a:pt x="251" y="331"/>
                </a:lnTo>
                <a:lnTo>
                  <a:pt x="251" y="330"/>
                </a:lnTo>
                <a:lnTo>
                  <a:pt x="250" y="330"/>
                </a:lnTo>
                <a:lnTo>
                  <a:pt x="249" y="330"/>
                </a:lnTo>
                <a:lnTo>
                  <a:pt x="248" y="329"/>
                </a:lnTo>
                <a:lnTo>
                  <a:pt x="248" y="328"/>
                </a:lnTo>
                <a:lnTo>
                  <a:pt x="247" y="328"/>
                </a:lnTo>
                <a:lnTo>
                  <a:pt x="247" y="327"/>
                </a:lnTo>
                <a:lnTo>
                  <a:pt x="246" y="327"/>
                </a:lnTo>
                <a:lnTo>
                  <a:pt x="246" y="326"/>
                </a:lnTo>
                <a:lnTo>
                  <a:pt x="245" y="326"/>
                </a:lnTo>
                <a:lnTo>
                  <a:pt x="244" y="326"/>
                </a:lnTo>
                <a:lnTo>
                  <a:pt x="243" y="325"/>
                </a:lnTo>
                <a:lnTo>
                  <a:pt x="243" y="324"/>
                </a:lnTo>
                <a:lnTo>
                  <a:pt x="242" y="324"/>
                </a:lnTo>
                <a:lnTo>
                  <a:pt x="241" y="323"/>
                </a:lnTo>
                <a:lnTo>
                  <a:pt x="240" y="323"/>
                </a:lnTo>
                <a:lnTo>
                  <a:pt x="240" y="322"/>
                </a:lnTo>
                <a:lnTo>
                  <a:pt x="239" y="322"/>
                </a:lnTo>
                <a:lnTo>
                  <a:pt x="238" y="322"/>
                </a:lnTo>
                <a:lnTo>
                  <a:pt x="239" y="322"/>
                </a:lnTo>
                <a:lnTo>
                  <a:pt x="239" y="321"/>
                </a:lnTo>
                <a:lnTo>
                  <a:pt x="238" y="321"/>
                </a:lnTo>
                <a:lnTo>
                  <a:pt x="238" y="320"/>
                </a:lnTo>
                <a:lnTo>
                  <a:pt x="238" y="319"/>
                </a:lnTo>
                <a:lnTo>
                  <a:pt x="238" y="318"/>
                </a:lnTo>
                <a:lnTo>
                  <a:pt x="239" y="318"/>
                </a:lnTo>
                <a:lnTo>
                  <a:pt x="239" y="317"/>
                </a:lnTo>
                <a:lnTo>
                  <a:pt x="238" y="317"/>
                </a:lnTo>
                <a:lnTo>
                  <a:pt x="238" y="316"/>
                </a:lnTo>
                <a:lnTo>
                  <a:pt x="239" y="315"/>
                </a:lnTo>
                <a:lnTo>
                  <a:pt x="238" y="315"/>
                </a:lnTo>
                <a:lnTo>
                  <a:pt x="237" y="315"/>
                </a:lnTo>
                <a:lnTo>
                  <a:pt x="236" y="315"/>
                </a:lnTo>
                <a:lnTo>
                  <a:pt x="234" y="315"/>
                </a:lnTo>
                <a:lnTo>
                  <a:pt x="233" y="314"/>
                </a:lnTo>
                <a:lnTo>
                  <a:pt x="233" y="313"/>
                </a:lnTo>
                <a:lnTo>
                  <a:pt x="232" y="313"/>
                </a:lnTo>
                <a:lnTo>
                  <a:pt x="231" y="314"/>
                </a:lnTo>
                <a:lnTo>
                  <a:pt x="230" y="314"/>
                </a:lnTo>
                <a:lnTo>
                  <a:pt x="229" y="314"/>
                </a:lnTo>
                <a:lnTo>
                  <a:pt x="228" y="314"/>
                </a:lnTo>
                <a:lnTo>
                  <a:pt x="227" y="314"/>
                </a:lnTo>
                <a:lnTo>
                  <a:pt x="227" y="313"/>
                </a:lnTo>
                <a:lnTo>
                  <a:pt x="226" y="313"/>
                </a:lnTo>
                <a:lnTo>
                  <a:pt x="225" y="313"/>
                </a:lnTo>
                <a:lnTo>
                  <a:pt x="224" y="314"/>
                </a:lnTo>
                <a:lnTo>
                  <a:pt x="223" y="314"/>
                </a:lnTo>
                <a:lnTo>
                  <a:pt x="223" y="313"/>
                </a:lnTo>
                <a:lnTo>
                  <a:pt x="223" y="312"/>
                </a:lnTo>
                <a:lnTo>
                  <a:pt x="224" y="312"/>
                </a:lnTo>
                <a:lnTo>
                  <a:pt x="223" y="312"/>
                </a:lnTo>
                <a:lnTo>
                  <a:pt x="223" y="311"/>
                </a:lnTo>
                <a:lnTo>
                  <a:pt x="224" y="311"/>
                </a:lnTo>
                <a:lnTo>
                  <a:pt x="223" y="310"/>
                </a:lnTo>
                <a:lnTo>
                  <a:pt x="222" y="310"/>
                </a:lnTo>
                <a:lnTo>
                  <a:pt x="222" y="309"/>
                </a:lnTo>
                <a:lnTo>
                  <a:pt x="221" y="309"/>
                </a:lnTo>
                <a:lnTo>
                  <a:pt x="219" y="309"/>
                </a:lnTo>
                <a:lnTo>
                  <a:pt x="218" y="309"/>
                </a:lnTo>
                <a:lnTo>
                  <a:pt x="217" y="309"/>
                </a:lnTo>
                <a:lnTo>
                  <a:pt x="217" y="310"/>
                </a:lnTo>
                <a:lnTo>
                  <a:pt x="216" y="310"/>
                </a:lnTo>
                <a:lnTo>
                  <a:pt x="215" y="309"/>
                </a:lnTo>
                <a:lnTo>
                  <a:pt x="214" y="309"/>
                </a:lnTo>
                <a:lnTo>
                  <a:pt x="214" y="308"/>
                </a:lnTo>
                <a:lnTo>
                  <a:pt x="213" y="308"/>
                </a:lnTo>
                <a:lnTo>
                  <a:pt x="212" y="307"/>
                </a:lnTo>
                <a:lnTo>
                  <a:pt x="212" y="306"/>
                </a:lnTo>
                <a:lnTo>
                  <a:pt x="211" y="306"/>
                </a:lnTo>
                <a:lnTo>
                  <a:pt x="210" y="305"/>
                </a:lnTo>
                <a:lnTo>
                  <a:pt x="210" y="304"/>
                </a:lnTo>
                <a:lnTo>
                  <a:pt x="209" y="303"/>
                </a:lnTo>
                <a:lnTo>
                  <a:pt x="208" y="303"/>
                </a:lnTo>
                <a:lnTo>
                  <a:pt x="207" y="303"/>
                </a:lnTo>
                <a:lnTo>
                  <a:pt x="207" y="302"/>
                </a:lnTo>
                <a:lnTo>
                  <a:pt x="206" y="302"/>
                </a:lnTo>
                <a:lnTo>
                  <a:pt x="205" y="302"/>
                </a:lnTo>
                <a:lnTo>
                  <a:pt x="204" y="302"/>
                </a:lnTo>
                <a:lnTo>
                  <a:pt x="204" y="300"/>
                </a:lnTo>
                <a:lnTo>
                  <a:pt x="204" y="299"/>
                </a:lnTo>
                <a:lnTo>
                  <a:pt x="203" y="299"/>
                </a:lnTo>
                <a:lnTo>
                  <a:pt x="201" y="298"/>
                </a:lnTo>
                <a:lnTo>
                  <a:pt x="200" y="298"/>
                </a:lnTo>
                <a:lnTo>
                  <a:pt x="200" y="297"/>
                </a:lnTo>
                <a:lnTo>
                  <a:pt x="200" y="296"/>
                </a:lnTo>
                <a:lnTo>
                  <a:pt x="200" y="295"/>
                </a:lnTo>
                <a:lnTo>
                  <a:pt x="200" y="294"/>
                </a:lnTo>
                <a:lnTo>
                  <a:pt x="201" y="293"/>
                </a:lnTo>
                <a:lnTo>
                  <a:pt x="201" y="292"/>
                </a:lnTo>
                <a:lnTo>
                  <a:pt x="200" y="292"/>
                </a:lnTo>
                <a:lnTo>
                  <a:pt x="201" y="292"/>
                </a:lnTo>
                <a:lnTo>
                  <a:pt x="200" y="291"/>
                </a:lnTo>
                <a:lnTo>
                  <a:pt x="199" y="291"/>
                </a:lnTo>
                <a:lnTo>
                  <a:pt x="198" y="291"/>
                </a:lnTo>
                <a:lnTo>
                  <a:pt x="198" y="290"/>
                </a:lnTo>
                <a:lnTo>
                  <a:pt x="198" y="291"/>
                </a:lnTo>
                <a:lnTo>
                  <a:pt x="197" y="291"/>
                </a:lnTo>
                <a:lnTo>
                  <a:pt x="197" y="290"/>
                </a:lnTo>
                <a:lnTo>
                  <a:pt x="196" y="289"/>
                </a:lnTo>
                <a:lnTo>
                  <a:pt x="195" y="289"/>
                </a:lnTo>
                <a:lnTo>
                  <a:pt x="194" y="289"/>
                </a:lnTo>
                <a:lnTo>
                  <a:pt x="194" y="290"/>
                </a:lnTo>
                <a:lnTo>
                  <a:pt x="193" y="290"/>
                </a:lnTo>
                <a:lnTo>
                  <a:pt x="193" y="289"/>
                </a:lnTo>
                <a:lnTo>
                  <a:pt x="192" y="290"/>
                </a:lnTo>
                <a:lnTo>
                  <a:pt x="191" y="290"/>
                </a:lnTo>
                <a:lnTo>
                  <a:pt x="191" y="291"/>
                </a:lnTo>
                <a:lnTo>
                  <a:pt x="190" y="291"/>
                </a:lnTo>
                <a:lnTo>
                  <a:pt x="191" y="291"/>
                </a:lnTo>
                <a:lnTo>
                  <a:pt x="191" y="292"/>
                </a:lnTo>
                <a:lnTo>
                  <a:pt x="190" y="293"/>
                </a:lnTo>
                <a:lnTo>
                  <a:pt x="190" y="294"/>
                </a:lnTo>
                <a:lnTo>
                  <a:pt x="189" y="295"/>
                </a:lnTo>
                <a:lnTo>
                  <a:pt x="187" y="296"/>
                </a:lnTo>
                <a:lnTo>
                  <a:pt x="186" y="298"/>
                </a:lnTo>
                <a:lnTo>
                  <a:pt x="186" y="299"/>
                </a:lnTo>
                <a:lnTo>
                  <a:pt x="186" y="300"/>
                </a:lnTo>
                <a:lnTo>
                  <a:pt x="186" y="301"/>
                </a:lnTo>
                <a:lnTo>
                  <a:pt x="185" y="301"/>
                </a:lnTo>
                <a:lnTo>
                  <a:pt x="183" y="301"/>
                </a:lnTo>
                <a:lnTo>
                  <a:pt x="181" y="301"/>
                </a:lnTo>
                <a:lnTo>
                  <a:pt x="179" y="301"/>
                </a:lnTo>
                <a:lnTo>
                  <a:pt x="178" y="301"/>
                </a:lnTo>
                <a:lnTo>
                  <a:pt x="176" y="301"/>
                </a:lnTo>
                <a:lnTo>
                  <a:pt x="176" y="300"/>
                </a:lnTo>
                <a:lnTo>
                  <a:pt x="175" y="300"/>
                </a:lnTo>
                <a:lnTo>
                  <a:pt x="175" y="299"/>
                </a:lnTo>
                <a:lnTo>
                  <a:pt x="174" y="299"/>
                </a:lnTo>
                <a:lnTo>
                  <a:pt x="174" y="298"/>
                </a:lnTo>
                <a:lnTo>
                  <a:pt x="173" y="297"/>
                </a:lnTo>
                <a:lnTo>
                  <a:pt x="172" y="297"/>
                </a:lnTo>
                <a:lnTo>
                  <a:pt x="172" y="296"/>
                </a:lnTo>
                <a:lnTo>
                  <a:pt x="172" y="297"/>
                </a:lnTo>
                <a:lnTo>
                  <a:pt x="171" y="297"/>
                </a:lnTo>
                <a:lnTo>
                  <a:pt x="171" y="298"/>
                </a:lnTo>
                <a:lnTo>
                  <a:pt x="170" y="298"/>
                </a:lnTo>
                <a:lnTo>
                  <a:pt x="170" y="297"/>
                </a:lnTo>
                <a:lnTo>
                  <a:pt x="169" y="297"/>
                </a:lnTo>
                <a:lnTo>
                  <a:pt x="168" y="296"/>
                </a:lnTo>
                <a:lnTo>
                  <a:pt x="168" y="295"/>
                </a:lnTo>
                <a:lnTo>
                  <a:pt x="167" y="294"/>
                </a:lnTo>
                <a:lnTo>
                  <a:pt x="167" y="293"/>
                </a:lnTo>
                <a:lnTo>
                  <a:pt x="163" y="294"/>
                </a:lnTo>
                <a:lnTo>
                  <a:pt x="163" y="295"/>
                </a:lnTo>
                <a:lnTo>
                  <a:pt x="163" y="296"/>
                </a:lnTo>
                <a:lnTo>
                  <a:pt x="162" y="296"/>
                </a:lnTo>
                <a:lnTo>
                  <a:pt x="161" y="297"/>
                </a:lnTo>
                <a:lnTo>
                  <a:pt x="160" y="295"/>
                </a:lnTo>
                <a:lnTo>
                  <a:pt x="159" y="295"/>
                </a:lnTo>
                <a:lnTo>
                  <a:pt x="159" y="294"/>
                </a:lnTo>
                <a:lnTo>
                  <a:pt x="158" y="293"/>
                </a:lnTo>
                <a:lnTo>
                  <a:pt x="158" y="292"/>
                </a:lnTo>
                <a:lnTo>
                  <a:pt x="158" y="291"/>
                </a:lnTo>
                <a:lnTo>
                  <a:pt x="157" y="291"/>
                </a:lnTo>
                <a:lnTo>
                  <a:pt x="157" y="290"/>
                </a:lnTo>
                <a:lnTo>
                  <a:pt x="156" y="290"/>
                </a:lnTo>
                <a:lnTo>
                  <a:pt x="156" y="289"/>
                </a:lnTo>
                <a:lnTo>
                  <a:pt x="153" y="290"/>
                </a:lnTo>
                <a:lnTo>
                  <a:pt x="153" y="289"/>
                </a:lnTo>
                <a:lnTo>
                  <a:pt x="151" y="289"/>
                </a:lnTo>
                <a:lnTo>
                  <a:pt x="152" y="288"/>
                </a:lnTo>
                <a:lnTo>
                  <a:pt x="152" y="287"/>
                </a:lnTo>
                <a:lnTo>
                  <a:pt x="153" y="286"/>
                </a:lnTo>
                <a:lnTo>
                  <a:pt x="152" y="286"/>
                </a:lnTo>
                <a:lnTo>
                  <a:pt x="152" y="285"/>
                </a:lnTo>
                <a:lnTo>
                  <a:pt x="151" y="284"/>
                </a:lnTo>
                <a:lnTo>
                  <a:pt x="150" y="283"/>
                </a:lnTo>
                <a:lnTo>
                  <a:pt x="151" y="282"/>
                </a:lnTo>
                <a:lnTo>
                  <a:pt x="152" y="282"/>
                </a:lnTo>
                <a:lnTo>
                  <a:pt x="153" y="282"/>
                </a:lnTo>
                <a:lnTo>
                  <a:pt x="154" y="281"/>
                </a:lnTo>
                <a:lnTo>
                  <a:pt x="155" y="281"/>
                </a:lnTo>
                <a:lnTo>
                  <a:pt x="157" y="281"/>
                </a:lnTo>
                <a:lnTo>
                  <a:pt x="158" y="281"/>
                </a:lnTo>
                <a:lnTo>
                  <a:pt x="159" y="282"/>
                </a:lnTo>
                <a:lnTo>
                  <a:pt x="160" y="282"/>
                </a:lnTo>
                <a:lnTo>
                  <a:pt x="161" y="282"/>
                </a:lnTo>
                <a:lnTo>
                  <a:pt x="162" y="283"/>
                </a:lnTo>
                <a:lnTo>
                  <a:pt x="163" y="283"/>
                </a:lnTo>
                <a:lnTo>
                  <a:pt x="164" y="283"/>
                </a:lnTo>
                <a:lnTo>
                  <a:pt x="164" y="282"/>
                </a:lnTo>
                <a:lnTo>
                  <a:pt x="164" y="281"/>
                </a:lnTo>
                <a:lnTo>
                  <a:pt x="165" y="281"/>
                </a:lnTo>
                <a:lnTo>
                  <a:pt x="164" y="281"/>
                </a:lnTo>
                <a:lnTo>
                  <a:pt x="163" y="280"/>
                </a:lnTo>
                <a:lnTo>
                  <a:pt x="162" y="280"/>
                </a:lnTo>
                <a:lnTo>
                  <a:pt x="162" y="279"/>
                </a:lnTo>
                <a:lnTo>
                  <a:pt x="161" y="278"/>
                </a:lnTo>
                <a:lnTo>
                  <a:pt x="161" y="277"/>
                </a:lnTo>
                <a:lnTo>
                  <a:pt x="161" y="276"/>
                </a:lnTo>
                <a:lnTo>
                  <a:pt x="161" y="277"/>
                </a:lnTo>
                <a:lnTo>
                  <a:pt x="162" y="277"/>
                </a:lnTo>
                <a:lnTo>
                  <a:pt x="162" y="278"/>
                </a:lnTo>
                <a:lnTo>
                  <a:pt x="164" y="279"/>
                </a:lnTo>
                <a:lnTo>
                  <a:pt x="166" y="279"/>
                </a:lnTo>
                <a:lnTo>
                  <a:pt x="167" y="279"/>
                </a:lnTo>
                <a:lnTo>
                  <a:pt x="167" y="278"/>
                </a:lnTo>
                <a:lnTo>
                  <a:pt x="169" y="278"/>
                </a:lnTo>
                <a:lnTo>
                  <a:pt x="169" y="277"/>
                </a:lnTo>
                <a:lnTo>
                  <a:pt x="169" y="276"/>
                </a:lnTo>
                <a:lnTo>
                  <a:pt x="169" y="275"/>
                </a:lnTo>
                <a:lnTo>
                  <a:pt x="170" y="275"/>
                </a:lnTo>
                <a:lnTo>
                  <a:pt x="171" y="275"/>
                </a:lnTo>
                <a:lnTo>
                  <a:pt x="171" y="274"/>
                </a:lnTo>
                <a:lnTo>
                  <a:pt x="171" y="273"/>
                </a:lnTo>
                <a:lnTo>
                  <a:pt x="171" y="272"/>
                </a:lnTo>
                <a:lnTo>
                  <a:pt x="171" y="271"/>
                </a:lnTo>
                <a:lnTo>
                  <a:pt x="170" y="271"/>
                </a:lnTo>
                <a:lnTo>
                  <a:pt x="170" y="270"/>
                </a:lnTo>
                <a:lnTo>
                  <a:pt x="170" y="269"/>
                </a:lnTo>
                <a:lnTo>
                  <a:pt x="170" y="268"/>
                </a:lnTo>
                <a:lnTo>
                  <a:pt x="170" y="267"/>
                </a:lnTo>
                <a:lnTo>
                  <a:pt x="170" y="266"/>
                </a:lnTo>
                <a:lnTo>
                  <a:pt x="169" y="266"/>
                </a:lnTo>
                <a:lnTo>
                  <a:pt x="168" y="264"/>
                </a:lnTo>
                <a:lnTo>
                  <a:pt x="167" y="264"/>
                </a:lnTo>
                <a:lnTo>
                  <a:pt x="166" y="264"/>
                </a:lnTo>
                <a:lnTo>
                  <a:pt x="166" y="263"/>
                </a:lnTo>
                <a:lnTo>
                  <a:pt x="167" y="262"/>
                </a:lnTo>
                <a:lnTo>
                  <a:pt x="167" y="261"/>
                </a:lnTo>
                <a:lnTo>
                  <a:pt x="168" y="260"/>
                </a:lnTo>
                <a:lnTo>
                  <a:pt x="168" y="259"/>
                </a:lnTo>
                <a:lnTo>
                  <a:pt x="167" y="258"/>
                </a:lnTo>
                <a:lnTo>
                  <a:pt x="166" y="258"/>
                </a:lnTo>
                <a:lnTo>
                  <a:pt x="166" y="257"/>
                </a:lnTo>
                <a:lnTo>
                  <a:pt x="166" y="256"/>
                </a:lnTo>
                <a:lnTo>
                  <a:pt x="166" y="255"/>
                </a:lnTo>
                <a:lnTo>
                  <a:pt x="165" y="255"/>
                </a:lnTo>
                <a:lnTo>
                  <a:pt x="165" y="253"/>
                </a:lnTo>
                <a:lnTo>
                  <a:pt x="165" y="252"/>
                </a:lnTo>
                <a:lnTo>
                  <a:pt x="165" y="251"/>
                </a:lnTo>
                <a:lnTo>
                  <a:pt x="164" y="250"/>
                </a:lnTo>
                <a:lnTo>
                  <a:pt x="164" y="249"/>
                </a:lnTo>
                <a:lnTo>
                  <a:pt x="163" y="249"/>
                </a:lnTo>
                <a:lnTo>
                  <a:pt x="163" y="248"/>
                </a:lnTo>
                <a:lnTo>
                  <a:pt x="163" y="247"/>
                </a:lnTo>
                <a:lnTo>
                  <a:pt x="162" y="246"/>
                </a:lnTo>
                <a:lnTo>
                  <a:pt x="162" y="245"/>
                </a:lnTo>
                <a:lnTo>
                  <a:pt x="161" y="244"/>
                </a:lnTo>
                <a:lnTo>
                  <a:pt x="160" y="243"/>
                </a:lnTo>
                <a:lnTo>
                  <a:pt x="159" y="242"/>
                </a:lnTo>
                <a:lnTo>
                  <a:pt x="158" y="242"/>
                </a:lnTo>
                <a:lnTo>
                  <a:pt x="157" y="241"/>
                </a:lnTo>
                <a:lnTo>
                  <a:pt x="157" y="240"/>
                </a:lnTo>
                <a:lnTo>
                  <a:pt x="157" y="239"/>
                </a:lnTo>
                <a:lnTo>
                  <a:pt x="158" y="239"/>
                </a:lnTo>
                <a:lnTo>
                  <a:pt x="159" y="239"/>
                </a:lnTo>
                <a:lnTo>
                  <a:pt x="158" y="238"/>
                </a:lnTo>
                <a:lnTo>
                  <a:pt x="157" y="237"/>
                </a:lnTo>
                <a:lnTo>
                  <a:pt x="156" y="237"/>
                </a:lnTo>
                <a:lnTo>
                  <a:pt x="156" y="236"/>
                </a:lnTo>
                <a:lnTo>
                  <a:pt x="156" y="235"/>
                </a:lnTo>
                <a:lnTo>
                  <a:pt x="155" y="235"/>
                </a:lnTo>
                <a:lnTo>
                  <a:pt x="154" y="234"/>
                </a:lnTo>
                <a:lnTo>
                  <a:pt x="153" y="234"/>
                </a:lnTo>
                <a:lnTo>
                  <a:pt x="152" y="233"/>
                </a:lnTo>
                <a:lnTo>
                  <a:pt x="153" y="233"/>
                </a:lnTo>
                <a:lnTo>
                  <a:pt x="152" y="233"/>
                </a:lnTo>
                <a:lnTo>
                  <a:pt x="152" y="232"/>
                </a:lnTo>
                <a:lnTo>
                  <a:pt x="152" y="231"/>
                </a:lnTo>
                <a:lnTo>
                  <a:pt x="153" y="231"/>
                </a:lnTo>
                <a:lnTo>
                  <a:pt x="153" y="230"/>
                </a:lnTo>
                <a:lnTo>
                  <a:pt x="153" y="229"/>
                </a:lnTo>
                <a:lnTo>
                  <a:pt x="153" y="228"/>
                </a:lnTo>
                <a:lnTo>
                  <a:pt x="154" y="227"/>
                </a:lnTo>
                <a:lnTo>
                  <a:pt x="154" y="228"/>
                </a:lnTo>
                <a:lnTo>
                  <a:pt x="154" y="227"/>
                </a:lnTo>
                <a:lnTo>
                  <a:pt x="154" y="226"/>
                </a:lnTo>
                <a:lnTo>
                  <a:pt x="155" y="226"/>
                </a:lnTo>
                <a:lnTo>
                  <a:pt x="155" y="225"/>
                </a:lnTo>
                <a:lnTo>
                  <a:pt x="155" y="224"/>
                </a:lnTo>
                <a:lnTo>
                  <a:pt x="155" y="223"/>
                </a:lnTo>
                <a:lnTo>
                  <a:pt x="156" y="223"/>
                </a:lnTo>
                <a:lnTo>
                  <a:pt x="157" y="222"/>
                </a:lnTo>
                <a:lnTo>
                  <a:pt x="158" y="222"/>
                </a:lnTo>
                <a:lnTo>
                  <a:pt x="157" y="222"/>
                </a:lnTo>
                <a:lnTo>
                  <a:pt x="157" y="221"/>
                </a:lnTo>
                <a:lnTo>
                  <a:pt x="158" y="220"/>
                </a:lnTo>
                <a:lnTo>
                  <a:pt x="158" y="221"/>
                </a:lnTo>
                <a:lnTo>
                  <a:pt x="158" y="220"/>
                </a:lnTo>
                <a:lnTo>
                  <a:pt x="152" y="218"/>
                </a:lnTo>
                <a:lnTo>
                  <a:pt x="151" y="217"/>
                </a:lnTo>
                <a:lnTo>
                  <a:pt x="150" y="217"/>
                </a:lnTo>
                <a:lnTo>
                  <a:pt x="150" y="216"/>
                </a:lnTo>
                <a:lnTo>
                  <a:pt x="149" y="215"/>
                </a:lnTo>
                <a:lnTo>
                  <a:pt x="148" y="211"/>
                </a:lnTo>
                <a:lnTo>
                  <a:pt x="145" y="206"/>
                </a:lnTo>
                <a:lnTo>
                  <a:pt x="144" y="206"/>
                </a:lnTo>
                <a:lnTo>
                  <a:pt x="142" y="203"/>
                </a:lnTo>
                <a:lnTo>
                  <a:pt x="141" y="202"/>
                </a:lnTo>
                <a:lnTo>
                  <a:pt x="141" y="201"/>
                </a:lnTo>
                <a:lnTo>
                  <a:pt x="140" y="201"/>
                </a:lnTo>
                <a:lnTo>
                  <a:pt x="139" y="201"/>
                </a:lnTo>
                <a:lnTo>
                  <a:pt x="138" y="201"/>
                </a:lnTo>
                <a:lnTo>
                  <a:pt x="136" y="200"/>
                </a:lnTo>
                <a:lnTo>
                  <a:pt x="135" y="200"/>
                </a:lnTo>
                <a:lnTo>
                  <a:pt x="134" y="199"/>
                </a:lnTo>
                <a:lnTo>
                  <a:pt x="135" y="199"/>
                </a:lnTo>
                <a:lnTo>
                  <a:pt x="134" y="199"/>
                </a:lnTo>
                <a:lnTo>
                  <a:pt x="134" y="196"/>
                </a:lnTo>
                <a:lnTo>
                  <a:pt x="133" y="196"/>
                </a:lnTo>
                <a:lnTo>
                  <a:pt x="133" y="195"/>
                </a:lnTo>
                <a:lnTo>
                  <a:pt x="134" y="195"/>
                </a:lnTo>
                <a:lnTo>
                  <a:pt x="135" y="195"/>
                </a:lnTo>
                <a:lnTo>
                  <a:pt x="135" y="194"/>
                </a:lnTo>
                <a:lnTo>
                  <a:pt x="136" y="193"/>
                </a:lnTo>
                <a:lnTo>
                  <a:pt x="134" y="190"/>
                </a:lnTo>
                <a:lnTo>
                  <a:pt x="135" y="190"/>
                </a:lnTo>
                <a:lnTo>
                  <a:pt x="135" y="189"/>
                </a:lnTo>
                <a:lnTo>
                  <a:pt x="134" y="188"/>
                </a:lnTo>
                <a:lnTo>
                  <a:pt x="135" y="188"/>
                </a:lnTo>
                <a:lnTo>
                  <a:pt x="135" y="187"/>
                </a:lnTo>
                <a:lnTo>
                  <a:pt x="135" y="186"/>
                </a:lnTo>
                <a:lnTo>
                  <a:pt x="135" y="185"/>
                </a:lnTo>
                <a:lnTo>
                  <a:pt x="134" y="184"/>
                </a:lnTo>
                <a:lnTo>
                  <a:pt x="133" y="184"/>
                </a:lnTo>
                <a:lnTo>
                  <a:pt x="133" y="185"/>
                </a:lnTo>
                <a:lnTo>
                  <a:pt x="132" y="185"/>
                </a:lnTo>
                <a:lnTo>
                  <a:pt x="130" y="185"/>
                </a:lnTo>
                <a:lnTo>
                  <a:pt x="129" y="185"/>
                </a:lnTo>
                <a:lnTo>
                  <a:pt x="128" y="185"/>
                </a:lnTo>
                <a:lnTo>
                  <a:pt x="127" y="186"/>
                </a:lnTo>
                <a:lnTo>
                  <a:pt x="125" y="186"/>
                </a:lnTo>
                <a:lnTo>
                  <a:pt x="124" y="187"/>
                </a:lnTo>
                <a:lnTo>
                  <a:pt x="123" y="188"/>
                </a:lnTo>
                <a:lnTo>
                  <a:pt x="122" y="188"/>
                </a:lnTo>
                <a:lnTo>
                  <a:pt x="120" y="190"/>
                </a:lnTo>
                <a:lnTo>
                  <a:pt x="119" y="190"/>
                </a:lnTo>
                <a:lnTo>
                  <a:pt x="118" y="191"/>
                </a:lnTo>
                <a:lnTo>
                  <a:pt x="116" y="192"/>
                </a:lnTo>
                <a:lnTo>
                  <a:pt x="115" y="193"/>
                </a:lnTo>
                <a:lnTo>
                  <a:pt x="114" y="194"/>
                </a:lnTo>
                <a:lnTo>
                  <a:pt x="113" y="194"/>
                </a:lnTo>
                <a:lnTo>
                  <a:pt x="112" y="195"/>
                </a:lnTo>
                <a:lnTo>
                  <a:pt x="111" y="195"/>
                </a:lnTo>
                <a:lnTo>
                  <a:pt x="111" y="196"/>
                </a:lnTo>
                <a:lnTo>
                  <a:pt x="110" y="196"/>
                </a:lnTo>
                <a:lnTo>
                  <a:pt x="103" y="198"/>
                </a:lnTo>
                <a:lnTo>
                  <a:pt x="101" y="199"/>
                </a:lnTo>
                <a:lnTo>
                  <a:pt x="100" y="200"/>
                </a:lnTo>
                <a:lnTo>
                  <a:pt x="98" y="202"/>
                </a:lnTo>
                <a:lnTo>
                  <a:pt x="97" y="203"/>
                </a:lnTo>
                <a:lnTo>
                  <a:pt x="96" y="204"/>
                </a:lnTo>
                <a:lnTo>
                  <a:pt x="95" y="206"/>
                </a:lnTo>
                <a:lnTo>
                  <a:pt x="94" y="207"/>
                </a:lnTo>
                <a:lnTo>
                  <a:pt x="91" y="208"/>
                </a:lnTo>
                <a:lnTo>
                  <a:pt x="87" y="209"/>
                </a:lnTo>
                <a:lnTo>
                  <a:pt x="85" y="209"/>
                </a:lnTo>
                <a:lnTo>
                  <a:pt x="83" y="210"/>
                </a:lnTo>
                <a:lnTo>
                  <a:pt x="81" y="211"/>
                </a:lnTo>
                <a:lnTo>
                  <a:pt x="79" y="211"/>
                </a:lnTo>
                <a:lnTo>
                  <a:pt x="77" y="212"/>
                </a:lnTo>
                <a:lnTo>
                  <a:pt x="76" y="212"/>
                </a:lnTo>
                <a:lnTo>
                  <a:pt x="66" y="212"/>
                </a:lnTo>
                <a:lnTo>
                  <a:pt x="63" y="213"/>
                </a:lnTo>
                <a:lnTo>
                  <a:pt x="62" y="213"/>
                </a:lnTo>
                <a:lnTo>
                  <a:pt x="61" y="213"/>
                </a:lnTo>
                <a:lnTo>
                  <a:pt x="60" y="212"/>
                </a:lnTo>
                <a:lnTo>
                  <a:pt x="57" y="210"/>
                </a:lnTo>
                <a:lnTo>
                  <a:pt x="57" y="209"/>
                </a:lnTo>
                <a:lnTo>
                  <a:pt x="58" y="209"/>
                </a:lnTo>
                <a:lnTo>
                  <a:pt x="59" y="205"/>
                </a:lnTo>
                <a:lnTo>
                  <a:pt x="59" y="195"/>
                </a:lnTo>
                <a:lnTo>
                  <a:pt x="59" y="193"/>
                </a:lnTo>
                <a:lnTo>
                  <a:pt x="59" y="188"/>
                </a:lnTo>
                <a:lnTo>
                  <a:pt x="57" y="188"/>
                </a:lnTo>
                <a:lnTo>
                  <a:pt x="56" y="188"/>
                </a:lnTo>
                <a:lnTo>
                  <a:pt x="55" y="188"/>
                </a:lnTo>
                <a:lnTo>
                  <a:pt x="53" y="188"/>
                </a:lnTo>
                <a:lnTo>
                  <a:pt x="52" y="186"/>
                </a:lnTo>
                <a:lnTo>
                  <a:pt x="53" y="186"/>
                </a:lnTo>
                <a:lnTo>
                  <a:pt x="53" y="184"/>
                </a:lnTo>
                <a:lnTo>
                  <a:pt x="53" y="183"/>
                </a:lnTo>
                <a:lnTo>
                  <a:pt x="53" y="182"/>
                </a:lnTo>
                <a:lnTo>
                  <a:pt x="52" y="182"/>
                </a:lnTo>
                <a:lnTo>
                  <a:pt x="52" y="181"/>
                </a:lnTo>
                <a:lnTo>
                  <a:pt x="51" y="181"/>
                </a:lnTo>
                <a:lnTo>
                  <a:pt x="51" y="180"/>
                </a:lnTo>
                <a:lnTo>
                  <a:pt x="51" y="179"/>
                </a:lnTo>
                <a:lnTo>
                  <a:pt x="50" y="179"/>
                </a:lnTo>
                <a:lnTo>
                  <a:pt x="48" y="179"/>
                </a:lnTo>
                <a:lnTo>
                  <a:pt x="44" y="178"/>
                </a:lnTo>
                <a:lnTo>
                  <a:pt x="44" y="176"/>
                </a:lnTo>
                <a:lnTo>
                  <a:pt x="44" y="175"/>
                </a:lnTo>
                <a:lnTo>
                  <a:pt x="42" y="174"/>
                </a:lnTo>
                <a:lnTo>
                  <a:pt x="41" y="170"/>
                </a:lnTo>
                <a:lnTo>
                  <a:pt x="41" y="168"/>
                </a:lnTo>
                <a:lnTo>
                  <a:pt x="42" y="166"/>
                </a:lnTo>
                <a:lnTo>
                  <a:pt x="43" y="165"/>
                </a:lnTo>
                <a:lnTo>
                  <a:pt x="42" y="165"/>
                </a:lnTo>
                <a:lnTo>
                  <a:pt x="44" y="164"/>
                </a:lnTo>
                <a:lnTo>
                  <a:pt x="46" y="163"/>
                </a:lnTo>
                <a:lnTo>
                  <a:pt x="47" y="163"/>
                </a:lnTo>
                <a:lnTo>
                  <a:pt x="47" y="162"/>
                </a:lnTo>
                <a:lnTo>
                  <a:pt x="47" y="160"/>
                </a:lnTo>
                <a:lnTo>
                  <a:pt x="44" y="161"/>
                </a:lnTo>
                <a:lnTo>
                  <a:pt x="42" y="161"/>
                </a:lnTo>
                <a:lnTo>
                  <a:pt x="41" y="161"/>
                </a:lnTo>
                <a:lnTo>
                  <a:pt x="41" y="160"/>
                </a:lnTo>
                <a:lnTo>
                  <a:pt x="42" y="158"/>
                </a:lnTo>
                <a:lnTo>
                  <a:pt x="43" y="159"/>
                </a:lnTo>
                <a:lnTo>
                  <a:pt x="44" y="159"/>
                </a:lnTo>
                <a:lnTo>
                  <a:pt x="46" y="160"/>
                </a:lnTo>
                <a:lnTo>
                  <a:pt x="47" y="158"/>
                </a:lnTo>
                <a:lnTo>
                  <a:pt x="48" y="158"/>
                </a:lnTo>
                <a:lnTo>
                  <a:pt x="47" y="157"/>
                </a:lnTo>
                <a:lnTo>
                  <a:pt x="44" y="157"/>
                </a:lnTo>
                <a:lnTo>
                  <a:pt x="43" y="157"/>
                </a:lnTo>
                <a:lnTo>
                  <a:pt x="42" y="157"/>
                </a:lnTo>
                <a:lnTo>
                  <a:pt x="41" y="157"/>
                </a:lnTo>
                <a:lnTo>
                  <a:pt x="40" y="156"/>
                </a:lnTo>
                <a:lnTo>
                  <a:pt x="40" y="155"/>
                </a:lnTo>
                <a:lnTo>
                  <a:pt x="40" y="154"/>
                </a:lnTo>
                <a:lnTo>
                  <a:pt x="41" y="154"/>
                </a:lnTo>
                <a:lnTo>
                  <a:pt x="41" y="153"/>
                </a:lnTo>
                <a:lnTo>
                  <a:pt x="40" y="153"/>
                </a:lnTo>
                <a:lnTo>
                  <a:pt x="40" y="152"/>
                </a:lnTo>
                <a:lnTo>
                  <a:pt x="40" y="151"/>
                </a:lnTo>
                <a:lnTo>
                  <a:pt x="39" y="151"/>
                </a:lnTo>
                <a:lnTo>
                  <a:pt x="39" y="150"/>
                </a:lnTo>
                <a:lnTo>
                  <a:pt x="39" y="149"/>
                </a:lnTo>
                <a:lnTo>
                  <a:pt x="39" y="148"/>
                </a:lnTo>
                <a:lnTo>
                  <a:pt x="38" y="147"/>
                </a:lnTo>
                <a:lnTo>
                  <a:pt x="38" y="146"/>
                </a:lnTo>
                <a:lnTo>
                  <a:pt x="37" y="146"/>
                </a:lnTo>
                <a:lnTo>
                  <a:pt x="37" y="145"/>
                </a:lnTo>
                <a:lnTo>
                  <a:pt x="36" y="145"/>
                </a:lnTo>
                <a:lnTo>
                  <a:pt x="36" y="144"/>
                </a:lnTo>
                <a:lnTo>
                  <a:pt x="37" y="143"/>
                </a:lnTo>
                <a:lnTo>
                  <a:pt x="38" y="143"/>
                </a:lnTo>
                <a:lnTo>
                  <a:pt x="39" y="143"/>
                </a:lnTo>
                <a:lnTo>
                  <a:pt x="40" y="139"/>
                </a:lnTo>
                <a:lnTo>
                  <a:pt x="39" y="134"/>
                </a:lnTo>
                <a:lnTo>
                  <a:pt x="41" y="132"/>
                </a:lnTo>
                <a:lnTo>
                  <a:pt x="42" y="129"/>
                </a:lnTo>
                <a:lnTo>
                  <a:pt x="43" y="127"/>
                </a:lnTo>
                <a:lnTo>
                  <a:pt x="43" y="124"/>
                </a:lnTo>
                <a:lnTo>
                  <a:pt x="42" y="120"/>
                </a:lnTo>
                <a:lnTo>
                  <a:pt x="43" y="118"/>
                </a:lnTo>
                <a:lnTo>
                  <a:pt x="44" y="117"/>
                </a:lnTo>
                <a:lnTo>
                  <a:pt x="46" y="116"/>
                </a:lnTo>
                <a:lnTo>
                  <a:pt x="50" y="116"/>
                </a:lnTo>
                <a:lnTo>
                  <a:pt x="52" y="114"/>
                </a:lnTo>
                <a:lnTo>
                  <a:pt x="54" y="113"/>
                </a:lnTo>
                <a:lnTo>
                  <a:pt x="55" y="109"/>
                </a:lnTo>
                <a:lnTo>
                  <a:pt x="54" y="107"/>
                </a:lnTo>
                <a:lnTo>
                  <a:pt x="54" y="106"/>
                </a:lnTo>
                <a:lnTo>
                  <a:pt x="53" y="106"/>
                </a:lnTo>
                <a:lnTo>
                  <a:pt x="46" y="104"/>
                </a:lnTo>
                <a:lnTo>
                  <a:pt x="46" y="103"/>
                </a:lnTo>
                <a:lnTo>
                  <a:pt x="46" y="102"/>
                </a:lnTo>
                <a:lnTo>
                  <a:pt x="46" y="101"/>
                </a:lnTo>
                <a:lnTo>
                  <a:pt x="46" y="99"/>
                </a:lnTo>
                <a:lnTo>
                  <a:pt x="46" y="98"/>
                </a:lnTo>
                <a:lnTo>
                  <a:pt x="46" y="96"/>
                </a:lnTo>
                <a:lnTo>
                  <a:pt x="46" y="97"/>
                </a:lnTo>
                <a:lnTo>
                  <a:pt x="46" y="96"/>
                </a:lnTo>
                <a:lnTo>
                  <a:pt x="47" y="96"/>
                </a:lnTo>
                <a:lnTo>
                  <a:pt x="47" y="95"/>
                </a:lnTo>
                <a:lnTo>
                  <a:pt x="49" y="92"/>
                </a:lnTo>
                <a:lnTo>
                  <a:pt x="49" y="91"/>
                </a:lnTo>
                <a:lnTo>
                  <a:pt x="48" y="90"/>
                </a:lnTo>
                <a:lnTo>
                  <a:pt x="48" y="89"/>
                </a:lnTo>
                <a:lnTo>
                  <a:pt x="47" y="89"/>
                </a:lnTo>
                <a:lnTo>
                  <a:pt x="46" y="88"/>
                </a:lnTo>
                <a:lnTo>
                  <a:pt x="43" y="88"/>
                </a:lnTo>
                <a:lnTo>
                  <a:pt x="41" y="87"/>
                </a:lnTo>
                <a:lnTo>
                  <a:pt x="40" y="87"/>
                </a:lnTo>
                <a:lnTo>
                  <a:pt x="38" y="86"/>
                </a:lnTo>
                <a:lnTo>
                  <a:pt x="35" y="85"/>
                </a:lnTo>
                <a:lnTo>
                  <a:pt x="35" y="84"/>
                </a:lnTo>
                <a:lnTo>
                  <a:pt x="34" y="84"/>
                </a:lnTo>
                <a:lnTo>
                  <a:pt x="33" y="83"/>
                </a:lnTo>
                <a:lnTo>
                  <a:pt x="32" y="83"/>
                </a:lnTo>
                <a:lnTo>
                  <a:pt x="32" y="82"/>
                </a:lnTo>
                <a:lnTo>
                  <a:pt x="32" y="81"/>
                </a:lnTo>
                <a:lnTo>
                  <a:pt x="31" y="79"/>
                </a:lnTo>
                <a:lnTo>
                  <a:pt x="31" y="78"/>
                </a:lnTo>
                <a:lnTo>
                  <a:pt x="30" y="77"/>
                </a:lnTo>
                <a:lnTo>
                  <a:pt x="30" y="76"/>
                </a:lnTo>
                <a:lnTo>
                  <a:pt x="29" y="76"/>
                </a:lnTo>
                <a:lnTo>
                  <a:pt x="29" y="75"/>
                </a:lnTo>
                <a:lnTo>
                  <a:pt x="29" y="73"/>
                </a:lnTo>
                <a:lnTo>
                  <a:pt x="30" y="73"/>
                </a:lnTo>
                <a:lnTo>
                  <a:pt x="32" y="73"/>
                </a:lnTo>
                <a:lnTo>
                  <a:pt x="31" y="72"/>
                </a:lnTo>
                <a:lnTo>
                  <a:pt x="32" y="71"/>
                </a:lnTo>
                <a:lnTo>
                  <a:pt x="32" y="69"/>
                </a:lnTo>
                <a:lnTo>
                  <a:pt x="31" y="69"/>
                </a:lnTo>
                <a:lnTo>
                  <a:pt x="31" y="67"/>
                </a:lnTo>
                <a:lnTo>
                  <a:pt x="30" y="65"/>
                </a:lnTo>
                <a:lnTo>
                  <a:pt x="29" y="63"/>
                </a:lnTo>
                <a:lnTo>
                  <a:pt x="27" y="62"/>
                </a:lnTo>
                <a:lnTo>
                  <a:pt x="27" y="61"/>
                </a:lnTo>
                <a:lnTo>
                  <a:pt x="26" y="61"/>
                </a:lnTo>
                <a:lnTo>
                  <a:pt x="25" y="61"/>
                </a:lnTo>
                <a:lnTo>
                  <a:pt x="24" y="61"/>
                </a:lnTo>
                <a:lnTo>
                  <a:pt x="23" y="61"/>
                </a:lnTo>
                <a:lnTo>
                  <a:pt x="22" y="61"/>
                </a:lnTo>
                <a:lnTo>
                  <a:pt x="21" y="61"/>
                </a:lnTo>
                <a:lnTo>
                  <a:pt x="20" y="61"/>
                </a:lnTo>
                <a:lnTo>
                  <a:pt x="19" y="61"/>
                </a:lnTo>
                <a:lnTo>
                  <a:pt x="18" y="61"/>
                </a:lnTo>
                <a:lnTo>
                  <a:pt x="17" y="61"/>
                </a:lnTo>
                <a:lnTo>
                  <a:pt x="17" y="62"/>
                </a:lnTo>
                <a:lnTo>
                  <a:pt x="16" y="62"/>
                </a:lnTo>
                <a:lnTo>
                  <a:pt x="15" y="62"/>
                </a:lnTo>
                <a:lnTo>
                  <a:pt x="15" y="63"/>
                </a:lnTo>
                <a:lnTo>
                  <a:pt x="15" y="64"/>
                </a:lnTo>
                <a:lnTo>
                  <a:pt x="14" y="64"/>
                </a:lnTo>
                <a:lnTo>
                  <a:pt x="12" y="63"/>
                </a:lnTo>
                <a:lnTo>
                  <a:pt x="11" y="63"/>
                </a:lnTo>
                <a:lnTo>
                  <a:pt x="10" y="64"/>
                </a:lnTo>
                <a:lnTo>
                  <a:pt x="9" y="63"/>
                </a:lnTo>
                <a:lnTo>
                  <a:pt x="8" y="63"/>
                </a:lnTo>
                <a:lnTo>
                  <a:pt x="6" y="63"/>
                </a:lnTo>
                <a:lnTo>
                  <a:pt x="4" y="61"/>
                </a:lnTo>
                <a:lnTo>
                  <a:pt x="3" y="61"/>
                </a:lnTo>
                <a:lnTo>
                  <a:pt x="2" y="60"/>
                </a:lnTo>
                <a:lnTo>
                  <a:pt x="2" y="59"/>
                </a:lnTo>
                <a:lnTo>
                  <a:pt x="1" y="58"/>
                </a:lnTo>
                <a:lnTo>
                  <a:pt x="0" y="58"/>
                </a:lnTo>
                <a:lnTo>
                  <a:pt x="0" y="57"/>
                </a:lnTo>
                <a:lnTo>
                  <a:pt x="0" y="56"/>
                </a:lnTo>
                <a:lnTo>
                  <a:pt x="1" y="56"/>
                </a:lnTo>
                <a:lnTo>
                  <a:pt x="1" y="55"/>
                </a:lnTo>
                <a:lnTo>
                  <a:pt x="2" y="56"/>
                </a:lnTo>
                <a:lnTo>
                  <a:pt x="3" y="56"/>
                </a:lnTo>
                <a:lnTo>
                  <a:pt x="4" y="56"/>
                </a:lnTo>
                <a:lnTo>
                  <a:pt x="5" y="56"/>
                </a:lnTo>
                <a:lnTo>
                  <a:pt x="4" y="56"/>
                </a:lnTo>
                <a:lnTo>
                  <a:pt x="5" y="55"/>
                </a:lnTo>
                <a:lnTo>
                  <a:pt x="6" y="55"/>
                </a:lnTo>
                <a:lnTo>
                  <a:pt x="6" y="54"/>
                </a:lnTo>
                <a:lnTo>
                  <a:pt x="7" y="54"/>
                </a:lnTo>
                <a:lnTo>
                  <a:pt x="7" y="53"/>
                </a:lnTo>
                <a:lnTo>
                  <a:pt x="8" y="53"/>
                </a:lnTo>
                <a:lnTo>
                  <a:pt x="7" y="53"/>
                </a:lnTo>
                <a:lnTo>
                  <a:pt x="8" y="54"/>
                </a:lnTo>
                <a:lnTo>
                  <a:pt x="9" y="54"/>
                </a:lnTo>
                <a:lnTo>
                  <a:pt x="9" y="53"/>
                </a:lnTo>
                <a:lnTo>
                  <a:pt x="10" y="53"/>
                </a:lnTo>
                <a:lnTo>
                  <a:pt x="9" y="52"/>
                </a:lnTo>
                <a:lnTo>
                  <a:pt x="10" y="52"/>
                </a:lnTo>
                <a:lnTo>
                  <a:pt x="10" y="51"/>
                </a:lnTo>
                <a:lnTo>
                  <a:pt x="11" y="51"/>
                </a:lnTo>
                <a:lnTo>
                  <a:pt x="11" y="50"/>
                </a:lnTo>
                <a:lnTo>
                  <a:pt x="11" y="49"/>
                </a:lnTo>
                <a:lnTo>
                  <a:pt x="11" y="48"/>
                </a:lnTo>
                <a:lnTo>
                  <a:pt x="12" y="47"/>
                </a:lnTo>
                <a:lnTo>
                  <a:pt x="13" y="47"/>
                </a:lnTo>
                <a:lnTo>
                  <a:pt x="13" y="46"/>
                </a:lnTo>
                <a:lnTo>
                  <a:pt x="13" y="45"/>
                </a:lnTo>
                <a:lnTo>
                  <a:pt x="14" y="45"/>
                </a:lnTo>
                <a:lnTo>
                  <a:pt x="15" y="45"/>
                </a:lnTo>
                <a:lnTo>
                  <a:pt x="15" y="44"/>
                </a:lnTo>
                <a:lnTo>
                  <a:pt x="15" y="43"/>
                </a:lnTo>
                <a:lnTo>
                  <a:pt x="14" y="43"/>
                </a:lnTo>
                <a:lnTo>
                  <a:pt x="15" y="43"/>
                </a:lnTo>
                <a:lnTo>
                  <a:pt x="14" y="42"/>
                </a:lnTo>
                <a:lnTo>
                  <a:pt x="15" y="42"/>
                </a:lnTo>
                <a:lnTo>
                  <a:pt x="15" y="41"/>
                </a:lnTo>
                <a:lnTo>
                  <a:pt x="16" y="40"/>
                </a:lnTo>
                <a:lnTo>
                  <a:pt x="15" y="40"/>
                </a:lnTo>
                <a:lnTo>
                  <a:pt x="15" y="39"/>
                </a:lnTo>
                <a:lnTo>
                  <a:pt x="15" y="37"/>
                </a:lnTo>
                <a:lnTo>
                  <a:pt x="14" y="37"/>
                </a:lnTo>
                <a:lnTo>
                  <a:pt x="14" y="36"/>
                </a:lnTo>
                <a:lnTo>
                  <a:pt x="15" y="36"/>
                </a:lnTo>
                <a:lnTo>
                  <a:pt x="14" y="35"/>
                </a:lnTo>
                <a:lnTo>
                  <a:pt x="15" y="35"/>
                </a:lnTo>
                <a:lnTo>
                  <a:pt x="14" y="35"/>
                </a:lnTo>
                <a:lnTo>
                  <a:pt x="14" y="34"/>
                </a:lnTo>
                <a:lnTo>
                  <a:pt x="13" y="33"/>
                </a:lnTo>
                <a:lnTo>
                  <a:pt x="12" y="33"/>
                </a:lnTo>
                <a:lnTo>
                  <a:pt x="12" y="32"/>
                </a:lnTo>
                <a:lnTo>
                  <a:pt x="11" y="33"/>
                </a:lnTo>
                <a:lnTo>
                  <a:pt x="11" y="32"/>
                </a:lnTo>
                <a:lnTo>
                  <a:pt x="10" y="32"/>
                </a:lnTo>
                <a:lnTo>
                  <a:pt x="10" y="31"/>
                </a:lnTo>
                <a:lnTo>
                  <a:pt x="11" y="31"/>
                </a:lnTo>
                <a:lnTo>
                  <a:pt x="12" y="31"/>
                </a:lnTo>
                <a:lnTo>
                  <a:pt x="13" y="31"/>
                </a:lnTo>
                <a:lnTo>
                  <a:pt x="13" y="30"/>
                </a:lnTo>
                <a:lnTo>
                  <a:pt x="14" y="30"/>
                </a:lnTo>
                <a:lnTo>
                  <a:pt x="14" y="29"/>
                </a:lnTo>
                <a:lnTo>
                  <a:pt x="15" y="29"/>
                </a:lnTo>
                <a:lnTo>
                  <a:pt x="15" y="28"/>
                </a:lnTo>
                <a:lnTo>
                  <a:pt x="15" y="29"/>
                </a:lnTo>
                <a:lnTo>
                  <a:pt x="16" y="29"/>
                </a:lnTo>
                <a:lnTo>
                  <a:pt x="16" y="28"/>
                </a:lnTo>
                <a:lnTo>
                  <a:pt x="16" y="29"/>
                </a:lnTo>
                <a:lnTo>
                  <a:pt x="17" y="29"/>
                </a:lnTo>
                <a:lnTo>
                  <a:pt x="18" y="28"/>
                </a:lnTo>
                <a:lnTo>
                  <a:pt x="18" y="29"/>
                </a:lnTo>
                <a:lnTo>
                  <a:pt x="19" y="30"/>
                </a:lnTo>
                <a:lnTo>
                  <a:pt x="20" y="31"/>
                </a:lnTo>
                <a:lnTo>
                  <a:pt x="21" y="31"/>
                </a:lnTo>
                <a:lnTo>
                  <a:pt x="22" y="31"/>
                </a:lnTo>
                <a:lnTo>
                  <a:pt x="22" y="30"/>
                </a:lnTo>
                <a:lnTo>
                  <a:pt x="24" y="30"/>
                </a:lnTo>
                <a:lnTo>
                  <a:pt x="25" y="30"/>
                </a:lnTo>
                <a:lnTo>
                  <a:pt x="25" y="31"/>
                </a:lnTo>
                <a:lnTo>
                  <a:pt x="25" y="32"/>
                </a:lnTo>
                <a:lnTo>
                  <a:pt x="26" y="32"/>
                </a:lnTo>
                <a:lnTo>
                  <a:pt x="28" y="32"/>
                </a:lnTo>
                <a:lnTo>
                  <a:pt x="28" y="33"/>
                </a:lnTo>
                <a:lnTo>
                  <a:pt x="29" y="33"/>
                </a:lnTo>
                <a:lnTo>
                  <a:pt x="30" y="33"/>
                </a:lnTo>
                <a:lnTo>
                  <a:pt x="30" y="34"/>
                </a:lnTo>
                <a:lnTo>
                  <a:pt x="31" y="34"/>
                </a:lnTo>
                <a:lnTo>
                  <a:pt x="31" y="33"/>
                </a:lnTo>
                <a:lnTo>
                  <a:pt x="32" y="33"/>
                </a:lnTo>
                <a:lnTo>
                  <a:pt x="33" y="34"/>
                </a:lnTo>
                <a:lnTo>
                  <a:pt x="32" y="34"/>
                </a:lnTo>
                <a:lnTo>
                  <a:pt x="33" y="34"/>
                </a:lnTo>
                <a:lnTo>
                  <a:pt x="33" y="35"/>
                </a:lnTo>
                <a:lnTo>
                  <a:pt x="34" y="35"/>
                </a:lnTo>
                <a:lnTo>
                  <a:pt x="35" y="35"/>
                </a:lnTo>
                <a:lnTo>
                  <a:pt x="36" y="35"/>
                </a:lnTo>
                <a:lnTo>
                  <a:pt x="36" y="36"/>
                </a:lnTo>
                <a:lnTo>
                  <a:pt x="35" y="36"/>
                </a:lnTo>
                <a:lnTo>
                  <a:pt x="36" y="37"/>
                </a:lnTo>
                <a:lnTo>
                  <a:pt x="37" y="37"/>
                </a:lnTo>
                <a:lnTo>
                  <a:pt x="37" y="39"/>
                </a:lnTo>
                <a:lnTo>
                  <a:pt x="38" y="39"/>
                </a:lnTo>
                <a:lnTo>
                  <a:pt x="39" y="39"/>
                </a:lnTo>
                <a:lnTo>
                  <a:pt x="39" y="40"/>
                </a:lnTo>
                <a:lnTo>
                  <a:pt x="39" y="41"/>
                </a:lnTo>
                <a:lnTo>
                  <a:pt x="40" y="41"/>
                </a:lnTo>
                <a:lnTo>
                  <a:pt x="39" y="42"/>
                </a:lnTo>
                <a:lnTo>
                  <a:pt x="39" y="43"/>
                </a:lnTo>
                <a:lnTo>
                  <a:pt x="40" y="43"/>
                </a:lnTo>
                <a:lnTo>
                  <a:pt x="40" y="44"/>
                </a:lnTo>
                <a:lnTo>
                  <a:pt x="41" y="44"/>
                </a:lnTo>
                <a:lnTo>
                  <a:pt x="41" y="45"/>
                </a:lnTo>
                <a:lnTo>
                  <a:pt x="41" y="44"/>
                </a:lnTo>
                <a:lnTo>
                  <a:pt x="42" y="45"/>
                </a:lnTo>
                <a:lnTo>
                  <a:pt x="43" y="45"/>
                </a:lnTo>
                <a:lnTo>
                  <a:pt x="44" y="45"/>
                </a:lnTo>
                <a:lnTo>
                  <a:pt x="46" y="45"/>
                </a:lnTo>
                <a:lnTo>
                  <a:pt x="46" y="46"/>
                </a:lnTo>
                <a:lnTo>
                  <a:pt x="47" y="46"/>
                </a:lnTo>
                <a:lnTo>
                  <a:pt x="48" y="46"/>
                </a:lnTo>
                <a:lnTo>
                  <a:pt x="49" y="46"/>
                </a:lnTo>
                <a:lnTo>
                  <a:pt x="50" y="46"/>
                </a:lnTo>
                <a:lnTo>
                  <a:pt x="50" y="47"/>
                </a:lnTo>
                <a:lnTo>
                  <a:pt x="51" y="47"/>
                </a:lnTo>
                <a:lnTo>
                  <a:pt x="52" y="47"/>
                </a:lnTo>
                <a:lnTo>
                  <a:pt x="52" y="48"/>
                </a:lnTo>
                <a:lnTo>
                  <a:pt x="53" y="48"/>
                </a:lnTo>
                <a:lnTo>
                  <a:pt x="52" y="49"/>
                </a:lnTo>
                <a:lnTo>
                  <a:pt x="53" y="49"/>
                </a:lnTo>
                <a:lnTo>
                  <a:pt x="54" y="49"/>
                </a:lnTo>
                <a:lnTo>
                  <a:pt x="55" y="50"/>
                </a:lnTo>
                <a:lnTo>
                  <a:pt x="55" y="51"/>
                </a:lnTo>
                <a:lnTo>
                  <a:pt x="55" y="52"/>
                </a:lnTo>
                <a:lnTo>
                  <a:pt x="56" y="52"/>
                </a:lnTo>
                <a:lnTo>
                  <a:pt x="56" y="53"/>
                </a:lnTo>
                <a:lnTo>
                  <a:pt x="57" y="53"/>
                </a:lnTo>
                <a:lnTo>
                  <a:pt x="57" y="52"/>
                </a:lnTo>
                <a:lnTo>
                  <a:pt x="58" y="52"/>
                </a:lnTo>
                <a:lnTo>
                  <a:pt x="59" y="52"/>
                </a:lnTo>
                <a:lnTo>
                  <a:pt x="58" y="52"/>
                </a:lnTo>
                <a:lnTo>
                  <a:pt x="59" y="52"/>
                </a:lnTo>
                <a:lnTo>
                  <a:pt x="59" y="51"/>
                </a:lnTo>
                <a:lnTo>
                  <a:pt x="60" y="51"/>
                </a:lnTo>
                <a:lnTo>
                  <a:pt x="60" y="50"/>
                </a:lnTo>
                <a:lnTo>
                  <a:pt x="61" y="50"/>
                </a:lnTo>
                <a:lnTo>
                  <a:pt x="60" y="50"/>
                </a:lnTo>
                <a:lnTo>
                  <a:pt x="60" y="49"/>
                </a:lnTo>
                <a:lnTo>
                  <a:pt x="61" y="49"/>
                </a:lnTo>
                <a:lnTo>
                  <a:pt x="62" y="49"/>
                </a:lnTo>
                <a:lnTo>
                  <a:pt x="62" y="48"/>
                </a:lnTo>
                <a:lnTo>
                  <a:pt x="63" y="47"/>
                </a:lnTo>
                <a:lnTo>
                  <a:pt x="63" y="46"/>
                </a:lnTo>
                <a:lnTo>
                  <a:pt x="64" y="46"/>
                </a:lnTo>
                <a:lnTo>
                  <a:pt x="65" y="47"/>
                </a:lnTo>
                <a:lnTo>
                  <a:pt x="66" y="47"/>
                </a:lnTo>
                <a:lnTo>
                  <a:pt x="66" y="46"/>
                </a:lnTo>
                <a:lnTo>
                  <a:pt x="65" y="44"/>
                </a:lnTo>
                <a:lnTo>
                  <a:pt x="65" y="42"/>
                </a:lnTo>
                <a:lnTo>
                  <a:pt x="65" y="40"/>
                </a:lnTo>
                <a:lnTo>
                  <a:pt x="66" y="40"/>
                </a:lnTo>
                <a:lnTo>
                  <a:pt x="67" y="40"/>
                </a:lnTo>
                <a:lnTo>
                  <a:pt x="73" y="40"/>
                </a:lnTo>
                <a:lnTo>
                  <a:pt x="75" y="44"/>
                </a:lnTo>
                <a:lnTo>
                  <a:pt x="76" y="44"/>
                </a:lnTo>
                <a:lnTo>
                  <a:pt x="76" y="45"/>
                </a:lnTo>
                <a:lnTo>
                  <a:pt x="77" y="46"/>
                </a:lnTo>
                <a:lnTo>
                  <a:pt x="77" y="47"/>
                </a:lnTo>
                <a:lnTo>
                  <a:pt x="78" y="47"/>
                </a:lnTo>
                <a:lnTo>
                  <a:pt x="78" y="48"/>
                </a:lnTo>
                <a:lnTo>
                  <a:pt x="78" y="49"/>
                </a:lnTo>
                <a:lnTo>
                  <a:pt x="78" y="50"/>
                </a:lnTo>
                <a:lnTo>
                  <a:pt x="78" y="51"/>
                </a:lnTo>
                <a:lnTo>
                  <a:pt x="78" y="52"/>
                </a:lnTo>
                <a:lnTo>
                  <a:pt x="78" y="53"/>
                </a:lnTo>
                <a:lnTo>
                  <a:pt x="78" y="54"/>
                </a:lnTo>
                <a:lnTo>
                  <a:pt x="79" y="54"/>
                </a:lnTo>
                <a:lnTo>
                  <a:pt x="80" y="54"/>
                </a:lnTo>
                <a:lnTo>
                  <a:pt x="81" y="53"/>
                </a:lnTo>
                <a:lnTo>
                  <a:pt x="81" y="52"/>
                </a:lnTo>
                <a:lnTo>
                  <a:pt x="82" y="51"/>
                </a:lnTo>
                <a:lnTo>
                  <a:pt x="83" y="50"/>
                </a:lnTo>
                <a:lnTo>
                  <a:pt x="84" y="51"/>
                </a:lnTo>
                <a:lnTo>
                  <a:pt x="84" y="52"/>
                </a:lnTo>
                <a:lnTo>
                  <a:pt x="85" y="53"/>
                </a:lnTo>
                <a:lnTo>
                  <a:pt x="87" y="55"/>
                </a:lnTo>
                <a:lnTo>
                  <a:pt x="88" y="55"/>
                </a:lnTo>
                <a:lnTo>
                  <a:pt x="91" y="56"/>
                </a:lnTo>
                <a:lnTo>
                  <a:pt x="91" y="57"/>
                </a:lnTo>
                <a:lnTo>
                  <a:pt x="91" y="58"/>
                </a:lnTo>
                <a:lnTo>
                  <a:pt x="91" y="59"/>
                </a:lnTo>
                <a:lnTo>
                  <a:pt x="93" y="59"/>
                </a:lnTo>
                <a:lnTo>
                  <a:pt x="93" y="60"/>
                </a:lnTo>
                <a:lnTo>
                  <a:pt x="93" y="61"/>
                </a:lnTo>
                <a:lnTo>
                  <a:pt x="93" y="63"/>
                </a:lnTo>
                <a:lnTo>
                  <a:pt x="96" y="62"/>
                </a:lnTo>
                <a:lnTo>
                  <a:pt x="100" y="62"/>
                </a:lnTo>
                <a:lnTo>
                  <a:pt x="100" y="61"/>
                </a:lnTo>
                <a:lnTo>
                  <a:pt x="101" y="60"/>
                </a:lnTo>
                <a:lnTo>
                  <a:pt x="101" y="59"/>
                </a:lnTo>
                <a:lnTo>
                  <a:pt x="100" y="59"/>
                </a:lnTo>
                <a:lnTo>
                  <a:pt x="101" y="59"/>
                </a:lnTo>
                <a:lnTo>
                  <a:pt x="101" y="58"/>
                </a:lnTo>
                <a:lnTo>
                  <a:pt x="102" y="58"/>
                </a:lnTo>
                <a:lnTo>
                  <a:pt x="103" y="57"/>
                </a:lnTo>
                <a:lnTo>
                  <a:pt x="104" y="56"/>
                </a:lnTo>
                <a:lnTo>
                  <a:pt x="104" y="55"/>
                </a:lnTo>
                <a:lnTo>
                  <a:pt x="104" y="54"/>
                </a:lnTo>
                <a:lnTo>
                  <a:pt x="103" y="54"/>
                </a:lnTo>
                <a:lnTo>
                  <a:pt x="103" y="53"/>
                </a:lnTo>
                <a:lnTo>
                  <a:pt x="102" y="52"/>
                </a:lnTo>
                <a:lnTo>
                  <a:pt x="102" y="51"/>
                </a:lnTo>
                <a:lnTo>
                  <a:pt x="101" y="50"/>
                </a:lnTo>
                <a:lnTo>
                  <a:pt x="101" y="49"/>
                </a:lnTo>
                <a:lnTo>
                  <a:pt x="101" y="48"/>
                </a:lnTo>
                <a:lnTo>
                  <a:pt x="102" y="48"/>
                </a:lnTo>
                <a:lnTo>
                  <a:pt x="102" y="47"/>
                </a:lnTo>
                <a:lnTo>
                  <a:pt x="103" y="47"/>
                </a:lnTo>
                <a:lnTo>
                  <a:pt x="105" y="47"/>
                </a:lnTo>
                <a:lnTo>
                  <a:pt x="106" y="44"/>
                </a:lnTo>
                <a:lnTo>
                  <a:pt x="107" y="44"/>
                </a:lnTo>
                <a:lnTo>
                  <a:pt x="107" y="43"/>
                </a:lnTo>
                <a:lnTo>
                  <a:pt x="107" y="41"/>
                </a:lnTo>
                <a:lnTo>
                  <a:pt x="108" y="41"/>
                </a:lnTo>
                <a:lnTo>
                  <a:pt x="104" y="23"/>
                </a:lnTo>
                <a:lnTo>
                  <a:pt x="119" y="22"/>
                </a:lnTo>
                <a:lnTo>
                  <a:pt x="124" y="21"/>
                </a:lnTo>
                <a:lnTo>
                  <a:pt x="127" y="21"/>
                </a:lnTo>
                <a:lnTo>
                  <a:pt x="129" y="18"/>
                </a:lnTo>
                <a:lnTo>
                  <a:pt x="133" y="18"/>
                </a:lnTo>
                <a:lnTo>
                  <a:pt x="132" y="14"/>
                </a:lnTo>
                <a:lnTo>
                  <a:pt x="132" y="13"/>
                </a:lnTo>
                <a:lnTo>
                  <a:pt x="134" y="13"/>
                </a:lnTo>
                <a:lnTo>
                  <a:pt x="135" y="13"/>
                </a:lnTo>
                <a:lnTo>
                  <a:pt x="135" y="9"/>
                </a:lnTo>
                <a:lnTo>
                  <a:pt x="136" y="8"/>
                </a:lnTo>
                <a:lnTo>
                  <a:pt x="138" y="6"/>
                </a:lnTo>
                <a:lnTo>
                  <a:pt x="139" y="6"/>
                </a:lnTo>
                <a:lnTo>
                  <a:pt x="142" y="4"/>
                </a:lnTo>
                <a:lnTo>
                  <a:pt x="143" y="3"/>
                </a:lnTo>
                <a:lnTo>
                  <a:pt x="144" y="3"/>
                </a:lnTo>
                <a:lnTo>
                  <a:pt x="145" y="3"/>
                </a:lnTo>
                <a:lnTo>
                  <a:pt x="146" y="4"/>
                </a:lnTo>
                <a:lnTo>
                  <a:pt x="147" y="4"/>
                </a:lnTo>
                <a:lnTo>
                  <a:pt x="148" y="4"/>
                </a:lnTo>
                <a:lnTo>
                  <a:pt x="148" y="5"/>
                </a:lnTo>
                <a:lnTo>
                  <a:pt x="149" y="5"/>
                </a:lnTo>
                <a:lnTo>
                  <a:pt x="150" y="5"/>
                </a:lnTo>
                <a:lnTo>
                  <a:pt x="150" y="6"/>
                </a:lnTo>
                <a:lnTo>
                  <a:pt x="151" y="6"/>
                </a:lnTo>
                <a:lnTo>
                  <a:pt x="151" y="5"/>
                </a:lnTo>
                <a:lnTo>
                  <a:pt x="152" y="5"/>
                </a:lnTo>
                <a:lnTo>
                  <a:pt x="153" y="6"/>
                </a:lnTo>
                <a:lnTo>
                  <a:pt x="154" y="6"/>
                </a:lnTo>
                <a:lnTo>
                  <a:pt x="155" y="7"/>
                </a:lnTo>
                <a:lnTo>
                  <a:pt x="155" y="8"/>
                </a:lnTo>
                <a:lnTo>
                  <a:pt x="156" y="8"/>
                </a:lnTo>
                <a:lnTo>
                  <a:pt x="157" y="8"/>
                </a:lnTo>
                <a:lnTo>
                  <a:pt x="158" y="8"/>
                </a:lnTo>
                <a:lnTo>
                  <a:pt x="158" y="7"/>
                </a:lnTo>
                <a:lnTo>
                  <a:pt x="158" y="6"/>
                </a:lnTo>
                <a:lnTo>
                  <a:pt x="159" y="6"/>
                </a:lnTo>
                <a:lnTo>
                  <a:pt x="159" y="7"/>
                </a:lnTo>
                <a:lnTo>
                  <a:pt x="160" y="7"/>
                </a:lnTo>
                <a:lnTo>
                  <a:pt x="160" y="6"/>
                </a:lnTo>
                <a:lnTo>
                  <a:pt x="161" y="6"/>
                </a:lnTo>
                <a:lnTo>
                  <a:pt x="162" y="6"/>
                </a:lnTo>
                <a:lnTo>
                  <a:pt x="163" y="7"/>
                </a:lnTo>
                <a:lnTo>
                  <a:pt x="163" y="6"/>
                </a:lnTo>
                <a:lnTo>
                  <a:pt x="163" y="7"/>
                </a:lnTo>
                <a:lnTo>
                  <a:pt x="164" y="7"/>
                </a:lnTo>
                <a:lnTo>
                  <a:pt x="165" y="6"/>
                </a:lnTo>
                <a:lnTo>
                  <a:pt x="165" y="7"/>
                </a:lnTo>
                <a:lnTo>
                  <a:pt x="165" y="6"/>
                </a:lnTo>
                <a:lnTo>
                  <a:pt x="166" y="6"/>
                </a:lnTo>
                <a:lnTo>
                  <a:pt x="166" y="5"/>
                </a:lnTo>
                <a:lnTo>
                  <a:pt x="166" y="6"/>
                </a:lnTo>
                <a:lnTo>
                  <a:pt x="166" y="5"/>
                </a:lnTo>
                <a:lnTo>
                  <a:pt x="167" y="5"/>
                </a:lnTo>
                <a:lnTo>
                  <a:pt x="168" y="4"/>
                </a:lnTo>
                <a:lnTo>
                  <a:pt x="169" y="5"/>
                </a:lnTo>
                <a:lnTo>
                  <a:pt x="170" y="5"/>
                </a:lnTo>
                <a:lnTo>
                  <a:pt x="170" y="6"/>
                </a:lnTo>
                <a:lnTo>
                  <a:pt x="171" y="6"/>
                </a:lnTo>
                <a:lnTo>
                  <a:pt x="171" y="7"/>
                </a:lnTo>
                <a:lnTo>
                  <a:pt x="172" y="7"/>
                </a:lnTo>
                <a:lnTo>
                  <a:pt x="173" y="7"/>
                </a:lnTo>
                <a:lnTo>
                  <a:pt x="174" y="7"/>
                </a:lnTo>
                <a:lnTo>
                  <a:pt x="174" y="8"/>
                </a:lnTo>
                <a:lnTo>
                  <a:pt x="175" y="8"/>
                </a:lnTo>
                <a:lnTo>
                  <a:pt x="175" y="7"/>
                </a:lnTo>
                <a:lnTo>
                  <a:pt x="176" y="7"/>
                </a:lnTo>
                <a:lnTo>
                  <a:pt x="177" y="7"/>
                </a:lnTo>
                <a:lnTo>
                  <a:pt x="177" y="6"/>
                </a:lnTo>
                <a:lnTo>
                  <a:pt x="178" y="5"/>
                </a:lnTo>
                <a:lnTo>
                  <a:pt x="177" y="5"/>
                </a:lnTo>
                <a:lnTo>
                  <a:pt x="178" y="5"/>
                </a:lnTo>
                <a:lnTo>
                  <a:pt x="180" y="5"/>
                </a:lnTo>
                <a:lnTo>
                  <a:pt x="182" y="5"/>
                </a:lnTo>
                <a:lnTo>
                  <a:pt x="183" y="5"/>
                </a:lnTo>
                <a:lnTo>
                  <a:pt x="184" y="5"/>
                </a:lnTo>
                <a:lnTo>
                  <a:pt x="185" y="5"/>
                </a:lnTo>
                <a:lnTo>
                  <a:pt x="186" y="5"/>
                </a:lnTo>
                <a:lnTo>
                  <a:pt x="187" y="5"/>
                </a:lnTo>
                <a:lnTo>
                  <a:pt x="188" y="5"/>
                </a:lnTo>
                <a:lnTo>
                  <a:pt x="189" y="4"/>
                </a:lnTo>
                <a:lnTo>
                  <a:pt x="190" y="4"/>
                </a:lnTo>
                <a:lnTo>
                  <a:pt x="191" y="4"/>
                </a:lnTo>
                <a:lnTo>
                  <a:pt x="190" y="4"/>
                </a:lnTo>
                <a:lnTo>
                  <a:pt x="191" y="4"/>
                </a:lnTo>
                <a:lnTo>
                  <a:pt x="192" y="4"/>
                </a:lnTo>
                <a:lnTo>
                  <a:pt x="193" y="4"/>
                </a:lnTo>
                <a:lnTo>
                  <a:pt x="194" y="4"/>
                </a:lnTo>
                <a:lnTo>
                  <a:pt x="194" y="3"/>
                </a:lnTo>
                <a:lnTo>
                  <a:pt x="195" y="3"/>
                </a:lnTo>
                <a:lnTo>
                  <a:pt x="195" y="2"/>
                </a:lnTo>
                <a:lnTo>
                  <a:pt x="196" y="2"/>
                </a:lnTo>
                <a:lnTo>
                  <a:pt x="197" y="2"/>
                </a:lnTo>
                <a:lnTo>
                  <a:pt x="198" y="2"/>
                </a:lnTo>
                <a:lnTo>
                  <a:pt x="197" y="1"/>
                </a:lnTo>
                <a:lnTo>
                  <a:pt x="198" y="1"/>
                </a:lnTo>
                <a:lnTo>
                  <a:pt x="199" y="0"/>
                </a:lnTo>
                <a:lnTo>
                  <a:pt x="200" y="0"/>
                </a:lnTo>
                <a:lnTo>
                  <a:pt x="202" y="0"/>
                </a:lnTo>
                <a:lnTo>
                  <a:pt x="203" y="0"/>
                </a:lnTo>
                <a:lnTo>
                  <a:pt x="204" y="0"/>
                </a:lnTo>
                <a:lnTo>
                  <a:pt x="205" y="0"/>
                </a:lnTo>
                <a:lnTo>
                  <a:pt x="205" y="1"/>
                </a:lnTo>
                <a:close/>
              </a:path>
            </a:pathLst>
          </a:custGeom>
          <a:solidFill>
            <a:srgbClr val="DDF1F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2320920" y="1019880"/>
            <a:ext cx="451440" cy="373680"/>
          </a:xfrm>
          <a:custGeom>
            <a:avLst/>
            <a:gdLst/>
            <a:ahLst/>
            <a:rect l="0" t="0" r="r" b="b"/>
            <a:pathLst>
              <a:path w="1254" h="1038">
                <a:moveTo>
                  <a:pt x="200" y="3"/>
                </a:moveTo>
                <a:lnTo>
                  <a:pt x="204" y="3"/>
                </a:lnTo>
                <a:lnTo>
                  <a:pt x="204" y="4"/>
                </a:lnTo>
                <a:lnTo>
                  <a:pt x="205" y="4"/>
                </a:lnTo>
                <a:lnTo>
                  <a:pt x="205" y="5"/>
                </a:lnTo>
                <a:lnTo>
                  <a:pt x="205" y="6"/>
                </a:lnTo>
                <a:lnTo>
                  <a:pt x="206" y="6"/>
                </a:lnTo>
                <a:lnTo>
                  <a:pt x="206" y="7"/>
                </a:lnTo>
                <a:lnTo>
                  <a:pt x="207" y="7"/>
                </a:lnTo>
                <a:lnTo>
                  <a:pt x="208" y="7"/>
                </a:lnTo>
                <a:lnTo>
                  <a:pt x="209" y="7"/>
                </a:lnTo>
                <a:lnTo>
                  <a:pt x="209" y="6"/>
                </a:lnTo>
                <a:lnTo>
                  <a:pt x="209" y="5"/>
                </a:lnTo>
                <a:lnTo>
                  <a:pt x="208" y="5"/>
                </a:lnTo>
                <a:lnTo>
                  <a:pt x="207" y="5"/>
                </a:lnTo>
                <a:lnTo>
                  <a:pt x="207" y="4"/>
                </a:lnTo>
                <a:lnTo>
                  <a:pt x="207" y="3"/>
                </a:lnTo>
                <a:lnTo>
                  <a:pt x="207" y="2"/>
                </a:lnTo>
                <a:lnTo>
                  <a:pt x="208" y="2"/>
                </a:lnTo>
                <a:lnTo>
                  <a:pt x="208" y="1"/>
                </a:lnTo>
                <a:lnTo>
                  <a:pt x="209" y="1"/>
                </a:lnTo>
                <a:lnTo>
                  <a:pt x="210" y="1"/>
                </a:lnTo>
                <a:lnTo>
                  <a:pt x="211" y="1"/>
                </a:lnTo>
                <a:lnTo>
                  <a:pt x="212" y="1"/>
                </a:lnTo>
                <a:lnTo>
                  <a:pt x="212" y="2"/>
                </a:lnTo>
                <a:lnTo>
                  <a:pt x="213" y="2"/>
                </a:lnTo>
                <a:lnTo>
                  <a:pt x="213" y="3"/>
                </a:lnTo>
                <a:lnTo>
                  <a:pt x="213" y="4"/>
                </a:lnTo>
                <a:lnTo>
                  <a:pt x="212" y="4"/>
                </a:lnTo>
                <a:lnTo>
                  <a:pt x="212" y="5"/>
                </a:lnTo>
                <a:lnTo>
                  <a:pt x="211" y="5"/>
                </a:lnTo>
                <a:lnTo>
                  <a:pt x="211" y="6"/>
                </a:lnTo>
                <a:lnTo>
                  <a:pt x="210" y="6"/>
                </a:lnTo>
                <a:lnTo>
                  <a:pt x="211" y="6"/>
                </a:lnTo>
                <a:lnTo>
                  <a:pt x="211" y="7"/>
                </a:lnTo>
                <a:lnTo>
                  <a:pt x="213" y="7"/>
                </a:lnTo>
                <a:lnTo>
                  <a:pt x="214" y="7"/>
                </a:lnTo>
                <a:lnTo>
                  <a:pt x="214" y="6"/>
                </a:lnTo>
                <a:lnTo>
                  <a:pt x="215" y="6"/>
                </a:lnTo>
                <a:lnTo>
                  <a:pt x="215" y="5"/>
                </a:lnTo>
                <a:lnTo>
                  <a:pt x="215" y="4"/>
                </a:lnTo>
                <a:lnTo>
                  <a:pt x="216" y="4"/>
                </a:lnTo>
                <a:lnTo>
                  <a:pt x="216" y="3"/>
                </a:lnTo>
                <a:lnTo>
                  <a:pt x="216" y="2"/>
                </a:lnTo>
                <a:lnTo>
                  <a:pt x="218" y="2"/>
                </a:lnTo>
                <a:lnTo>
                  <a:pt x="219" y="2"/>
                </a:lnTo>
                <a:lnTo>
                  <a:pt x="220" y="2"/>
                </a:lnTo>
                <a:lnTo>
                  <a:pt x="221" y="2"/>
                </a:lnTo>
                <a:lnTo>
                  <a:pt x="221" y="3"/>
                </a:lnTo>
                <a:lnTo>
                  <a:pt x="222" y="3"/>
                </a:lnTo>
                <a:lnTo>
                  <a:pt x="223" y="3"/>
                </a:lnTo>
                <a:lnTo>
                  <a:pt x="223" y="4"/>
                </a:lnTo>
                <a:lnTo>
                  <a:pt x="224" y="4"/>
                </a:lnTo>
                <a:lnTo>
                  <a:pt x="224" y="5"/>
                </a:lnTo>
                <a:lnTo>
                  <a:pt x="224" y="6"/>
                </a:lnTo>
                <a:lnTo>
                  <a:pt x="225" y="6"/>
                </a:lnTo>
                <a:lnTo>
                  <a:pt x="226" y="7"/>
                </a:lnTo>
                <a:lnTo>
                  <a:pt x="227" y="7"/>
                </a:lnTo>
                <a:lnTo>
                  <a:pt x="227" y="8"/>
                </a:lnTo>
                <a:lnTo>
                  <a:pt x="228" y="8"/>
                </a:lnTo>
                <a:lnTo>
                  <a:pt x="228" y="7"/>
                </a:lnTo>
                <a:lnTo>
                  <a:pt x="229" y="7"/>
                </a:lnTo>
                <a:lnTo>
                  <a:pt x="230" y="7"/>
                </a:lnTo>
                <a:lnTo>
                  <a:pt x="231" y="7"/>
                </a:lnTo>
                <a:lnTo>
                  <a:pt x="232" y="7"/>
                </a:lnTo>
                <a:lnTo>
                  <a:pt x="233" y="7"/>
                </a:lnTo>
                <a:lnTo>
                  <a:pt x="234" y="8"/>
                </a:lnTo>
                <a:lnTo>
                  <a:pt x="235" y="8"/>
                </a:lnTo>
                <a:lnTo>
                  <a:pt x="236" y="8"/>
                </a:lnTo>
                <a:lnTo>
                  <a:pt x="237" y="8"/>
                </a:lnTo>
                <a:lnTo>
                  <a:pt x="238" y="8"/>
                </a:lnTo>
                <a:lnTo>
                  <a:pt x="241" y="8"/>
                </a:lnTo>
                <a:lnTo>
                  <a:pt x="242" y="8"/>
                </a:lnTo>
                <a:lnTo>
                  <a:pt x="243" y="9"/>
                </a:lnTo>
                <a:lnTo>
                  <a:pt x="244" y="10"/>
                </a:lnTo>
                <a:lnTo>
                  <a:pt x="246" y="10"/>
                </a:lnTo>
                <a:lnTo>
                  <a:pt x="248" y="12"/>
                </a:lnTo>
                <a:lnTo>
                  <a:pt x="250" y="13"/>
                </a:lnTo>
                <a:lnTo>
                  <a:pt x="251" y="13"/>
                </a:lnTo>
                <a:lnTo>
                  <a:pt x="253" y="15"/>
                </a:lnTo>
                <a:lnTo>
                  <a:pt x="253" y="16"/>
                </a:lnTo>
                <a:lnTo>
                  <a:pt x="254" y="16"/>
                </a:lnTo>
                <a:lnTo>
                  <a:pt x="254" y="17"/>
                </a:lnTo>
                <a:lnTo>
                  <a:pt x="255" y="17"/>
                </a:lnTo>
                <a:lnTo>
                  <a:pt x="256" y="18"/>
                </a:lnTo>
                <a:lnTo>
                  <a:pt x="256" y="17"/>
                </a:lnTo>
                <a:lnTo>
                  <a:pt x="257" y="17"/>
                </a:lnTo>
                <a:lnTo>
                  <a:pt x="259" y="17"/>
                </a:lnTo>
                <a:lnTo>
                  <a:pt x="260" y="17"/>
                </a:lnTo>
                <a:lnTo>
                  <a:pt x="260" y="18"/>
                </a:lnTo>
                <a:lnTo>
                  <a:pt x="260" y="19"/>
                </a:lnTo>
                <a:lnTo>
                  <a:pt x="260" y="20"/>
                </a:lnTo>
                <a:lnTo>
                  <a:pt x="261" y="20"/>
                </a:lnTo>
                <a:lnTo>
                  <a:pt x="262" y="20"/>
                </a:lnTo>
                <a:lnTo>
                  <a:pt x="262" y="21"/>
                </a:lnTo>
                <a:lnTo>
                  <a:pt x="263" y="21"/>
                </a:lnTo>
                <a:lnTo>
                  <a:pt x="263" y="22"/>
                </a:lnTo>
                <a:lnTo>
                  <a:pt x="264" y="22"/>
                </a:lnTo>
                <a:lnTo>
                  <a:pt x="265" y="22"/>
                </a:lnTo>
                <a:lnTo>
                  <a:pt x="266" y="22"/>
                </a:lnTo>
                <a:lnTo>
                  <a:pt x="267" y="22"/>
                </a:lnTo>
                <a:lnTo>
                  <a:pt x="267" y="21"/>
                </a:lnTo>
                <a:lnTo>
                  <a:pt x="268" y="21"/>
                </a:lnTo>
                <a:lnTo>
                  <a:pt x="268" y="20"/>
                </a:lnTo>
                <a:lnTo>
                  <a:pt x="269" y="20"/>
                </a:lnTo>
                <a:lnTo>
                  <a:pt x="270" y="20"/>
                </a:lnTo>
                <a:lnTo>
                  <a:pt x="272" y="19"/>
                </a:lnTo>
                <a:lnTo>
                  <a:pt x="273" y="19"/>
                </a:lnTo>
                <a:lnTo>
                  <a:pt x="274" y="19"/>
                </a:lnTo>
                <a:lnTo>
                  <a:pt x="275" y="19"/>
                </a:lnTo>
                <a:lnTo>
                  <a:pt x="276" y="19"/>
                </a:lnTo>
                <a:lnTo>
                  <a:pt x="276" y="20"/>
                </a:lnTo>
                <a:lnTo>
                  <a:pt x="276" y="21"/>
                </a:lnTo>
                <a:lnTo>
                  <a:pt x="277" y="21"/>
                </a:lnTo>
                <a:lnTo>
                  <a:pt x="278" y="22"/>
                </a:lnTo>
                <a:lnTo>
                  <a:pt x="279" y="22"/>
                </a:lnTo>
                <a:lnTo>
                  <a:pt x="279" y="23"/>
                </a:lnTo>
                <a:lnTo>
                  <a:pt x="280" y="23"/>
                </a:lnTo>
                <a:lnTo>
                  <a:pt x="281" y="24"/>
                </a:lnTo>
                <a:lnTo>
                  <a:pt x="282" y="24"/>
                </a:lnTo>
                <a:lnTo>
                  <a:pt x="282" y="25"/>
                </a:lnTo>
                <a:lnTo>
                  <a:pt x="283" y="25"/>
                </a:lnTo>
                <a:lnTo>
                  <a:pt x="283" y="26"/>
                </a:lnTo>
                <a:lnTo>
                  <a:pt x="284" y="27"/>
                </a:lnTo>
                <a:lnTo>
                  <a:pt x="284" y="28"/>
                </a:lnTo>
                <a:lnTo>
                  <a:pt x="285" y="29"/>
                </a:lnTo>
                <a:lnTo>
                  <a:pt x="286" y="30"/>
                </a:lnTo>
                <a:lnTo>
                  <a:pt x="286" y="31"/>
                </a:lnTo>
                <a:lnTo>
                  <a:pt x="287" y="32"/>
                </a:lnTo>
                <a:lnTo>
                  <a:pt x="288" y="32"/>
                </a:lnTo>
                <a:lnTo>
                  <a:pt x="289" y="32"/>
                </a:lnTo>
                <a:lnTo>
                  <a:pt x="290" y="32"/>
                </a:lnTo>
                <a:lnTo>
                  <a:pt x="290" y="33"/>
                </a:lnTo>
                <a:lnTo>
                  <a:pt x="291" y="33"/>
                </a:lnTo>
                <a:lnTo>
                  <a:pt x="291" y="34"/>
                </a:lnTo>
                <a:lnTo>
                  <a:pt x="292" y="34"/>
                </a:lnTo>
                <a:lnTo>
                  <a:pt x="292" y="35"/>
                </a:lnTo>
                <a:lnTo>
                  <a:pt x="293" y="36"/>
                </a:lnTo>
                <a:lnTo>
                  <a:pt x="294" y="36"/>
                </a:lnTo>
                <a:lnTo>
                  <a:pt x="295" y="36"/>
                </a:lnTo>
                <a:lnTo>
                  <a:pt x="296" y="36"/>
                </a:lnTo>
                <a:lnTo>
                  <a:pt x="297" y="36"/>
                </a:lnTo>
                <a:lnTo>
                  <a:pt x="298" y="37"/>
                </a:lnTo>
                <a:lnTo>
                  <a:pt x="299" y="37"/>
                </a:lnTo>
                <a:lnTo>
                  <a:pt x="300" y="37"/>
                </a:lnTo>
                <a:lnTo>
                  <a:pt x="302" y="37"/>
                </a:lnTo>
                <a:lnTo>
                  <a:pt x="305" y="37"/>
                </a:lnTo>
                <a:lnTo>
                  <a:pt x="307" y="37"/>
                </a:lnTo>
                <a:lnTo>
                  <a:pt x="308" y="37"/>
                </a:lnTo>
                <a:lnTo>
                  <a:pt x="309" y="37"/>
                </a:lnTo>
                <a:lnTo>
                  <a:pt x="310" y="37"/>
                </a:lnTo>
                <a:lnTo>
                  <a:pt x="311" y="37"/>
                </a:lnTo>
                <a:lnTo>
                  <a:pt x="312" y="37"/>
                </a:lnTo>
                <a:lnTo>
                  <a:pt x="313" y="37"/>
                </a:lnTo>
                <a:lnTo>
                  <a:pt x="314" y="37"/>
                </a:lnTo>
                <a:lnTo>
                  <a:pt x="315" y="37"/>
                </a:lnTo>
                <a:lnTo>
                  <a:pt x="315" y="38"/>
                </a:lnTo>
                <a:lnTo>
                  <a:pt x="316" y="38"/>
                </a:lnTo>
                <a:lnTo>
                  <a:pt x="317" y="38"/>
                </a:lnTo>
                <a:lnTo>
                  <a:pt x="318" y="38"/>
                </a:lnTo>
                <a:lnTo>
                  <a:pt x="319" y="39"/>
                </a:lnTo>
                <a:lnTo>
                  <a:pt x="318" y="40"/>
                </a:lnTo>
                <a:lnTo>
                  <a:pt x="318" y="41"/>
                </a:lnTo>
                <a:lnTo>
                  <a:pt x="317" y="41"/>
                </a:lnTo>
                <a:lnTo>
                  <a:pt x="317" y="42"/>
                </a:lnTo>
                <a:lnTo>
                  <a:pt x="318" y="42"/>
                </a:lnTo>
                <a:lnTo>
                  <a:pt x="319" y="43"/>
                </a:lnTo>
                <a:lnTo>
                  <a:pt x="320" y="43"/>
                </a:lnTo>
                <a:lnTo>
                  <a:pt x="321" y="43"/>
                </a:lnTo>
                <a:lnTo>
                  <a:pt x="322" y="43"/>
                </a:lnTo>
                <a:lnTo>
                  <a:pt x="324" y="44"/>
                </a:lnTo>
                <a:lnTo>
                  <a:pt x="325" y="43"/>
                </a:lnTo>
                <a:lnTo>
                  <a:pt x="326" y="43"/>
                </a:lnTo>
                <a:lnTo>
                  <a:pt x="327" y="43"/>
                </a:lnTo>
                <a:lnTo>
                  <a:pt x="328" y="43"/>
                </a:lnTo>
                <a:lnTo>
                  <a:pt x="329" y="43"/>
                </a:lnTo>
                <a:lnTo>
                  <a:pt x="329" y="44"/>
                </a:lnTo>
                <a:lnTo>
                  <a:pt x="329" y="45"/>
                </a:lnTo>
                <a:lnTo>
                  <a:pt x="330" y="45"/>
                </a:lnTo>
                <a:lnTo>
                  <a:pt x="330" y="46"/>
                </a:lnTo>
                <a:lnTo>
                  <a:pt x="330" y="47"/>
                </a:lnTo>
                <a:lnTo>
                  <a:pt x="331" y="47"/>
                </a:lnTo>
                <a:lnTo>
                  <a:pt x="331" y="48"/>
                </a:lnTo>
                <a:lnTo>
                  <a:pt x="332" y="48"/>
                </a:lnTo>
                <a:lnTo>
                  <a:pt x="333" y="48"/>
                </a:lnTo>
                <a:lnTo>
                  <a:pt x="334" y="48"/>
                </a:lnTo>
                <a:lnTo>
                  <a:pt x="334" y="47"/>
                </a:lnTo>
                <a:lnTo>
                  <a:pt x="335" y="46"/>
                </a:lnTo>
                <a:lnTo>
                  <a:pt x="335" y="45"/>
                </a:lnTo>
                <a:lnTo>
                  <a:pt x="334" y="45"/>
                </a:lnTo>
                <a:lnTo>
                  <a:pt x="334" y="44"/>
                </a:lnTo>
                <a:lnTo>
                  <a:pt x="333" y="43"/>
                </a:lnTo>
                <a:lnTo>
                  <a:pt x="333" y="42"/>
                </a:lnTo>
                <a:lnTo>
                  <a:pt x="333" y="41"/>
                </a:lnTo>
                <a:lnTo>
                  <a:pt x="334" y="41"/>
                </a:lnTo>
                <a:lnTo>
                  <a:pt x="336" y="40"/>
                </a:lnTo>
                <a:lnTo>
                  <a:pt x="338" y="39"/>
                </a:lnTo>
                <a:lnTo>
                  <a:pt x="339" y="39"/>
                </a:lnTo>
                <a:lnTo>
                  <a:pt x="340" y="39"/>
                </a:lnTo>
                <a:lnTo>
                  <a:pt x="340" y="38"/>
                </a:lnTo>
                <a:lnTo>
                  <a:pt x="341" y="38"/>
                </a:lnTo>
                <a:lnTo>
                  <a:pt x="343" y="38"/>
                </a:lnTo>
                <a:lnTo>
                  <a:pt x="344" y="38"/>
                </a:lnTo>
                <a:lnTo>
                  <a:pt x="345" y="38"/>
                </a:lnTo>
                <a:lnTo>
                  <a:pt x="346" y="37"/>
                </a:lnTo>
                <a:lnTo>
                  <a:pt x="347" y="37"/>
                </a:lnTo>
                <a:lnTo>
                  <a:pt x="348" y="37"/>
                </a:lnTo>
                <a:lnTo>
                  <a:pt x="349" y="37"/>
                </a:lnTo>
                <a:lnTo>
                  <a:pt x="350" y="37"/>
                </a:lnTo>
                <a:lnTo>
                  <a:pt x="353" y="37"/>
                </a:lnTo>
                <a:lnTo>
                  <a:pt x="355" y="37"/>
                </a:lnTo>
                <a:lnTo>
                  <a:pt x="356" y="37"/>
                </a:lnTo>
                <a:lnTo>
                  <a:pt x="357" y="37"/>
                </a:lnTo>
                <a:lnTo>
                  <a:pt x="358" y="37"/>
                </a:lnTo>
                <a:lnTo>
                  <a:pt x="358" y="38"/>
                </a:lnTo>
                <a:lnTo>
                  <a:pt x="360" y="38"/>
                </a:lnTo>
                <a:lnTo>
                  <a:pt x="361" y="38"/>
                </a:lnTo>
                <a:lnTo>
                  <a:pt x="362" y="38"/>
                </a:lnTo>
                <a:lnTo>
                  <a:pt x="363" y="38"/>
                </a:lnTo>
                <a:lnTo>
                  <a:pt x="363" y="39"/>
                </a:lnTo>
                <a:lnTo>
                  <a:pt x="364" y="39"/>
                </a:lnTo>
                <a:lnTo>
                  <a:pt x="365" y="39"/>
                </a:lnTo>
                <a:lnTo>
                  <a:pt x="369" y="41"/>
                </a:lnTo>
                <a:lnTo>
                  <a:pt x="369" y="42"/>
                </a:lnTo>
                <a:lnTo>
                  <a:pt x="370" y="42"/>
                </a:lnTo>
                <a:lnTo>
                  <a:pt x="370" y="43"/>
                </a:lnTo>
                <a:lnTo>
                  <a:pt x="371" y="43"/>
                </a:lnTo>
                <a:lnTo>
                  <a:pt x="372" y="43"/>
                </a:lnTo>
                <a:lnTo>
                  <a:pt x="373" y="43"/>
                </a:lnTo>
                <a:lnTo>
                  <a:pt x="373" y="44"/>
                </a:lnTo>
                <a:lnTo>
                  <a:pt x="374" y="44"/>
                </a:lnTo>
                <a:lnTo>
                  <a:pt x="375" y="44"/>
                </a:lnTo>
                <a:lnTo>
                  <a:pt x="376" y="44"/>
                </a:lnTo>
                <a:lnTo>
                  <a:pt x="377" y="45"/>
                </a:lnTo>
                <a:lnTo>
                  <a:pt x="378" y="45"/>
                </a:lnTo>
                <a:lnTo>
                  <a:pt x="379" y="45"/>
                </a:lnTo>
                <a:lnTo>
                  <a:pt x="380" y="45"/>
                </a:lnTo>
                <a:lnTo>
                  <a:pt x="381" y="46"/>
                </a:lnTo>
                <a:lnTo>
                  <a:pt x="382" y="46"/>
                </a:lnTo>
                <a:lnTo>
                  <a:pt x="383" y="47"/>
                </a:lnTo>
                <a:lnTo>
                  <a:pt x="384" y="47"/>
                </a:lnTo>
                <a:lnTo>
                  <a:pt x="385" y="47"/>
                </a:lnTo>
                <a:lnTo>
                  <a:pt x="386" y="47"/>
                </a:lnTo>
                <a:lnTo>
                  <a:pt x="387" y="47"/>
                </a:lnTo>
                <a:lnTo>
                  <a:pt x="388" y="48"/>
                </a:lnTo>
                <a:lnTo>
                  <a:pt x="389" y="48"/>
                </a:lnTo>
                <a:lnTo>
                  <a:pt x="389" y="49"/>
                </a:lnTo>
                <a:lnTo>
                  <a:pt x="388" y="49"/>
                </a:lnTo>
                <a:lnTo>
                  <a:pt x="388" y="50"/>
                </a:lnTo>
                <a:lnTo>
                  <a:pt x="388" y="51"/>
                </a:lnTo>
                <a:lnTo>
                  <a:pt x="389" y="52"/>
                </a:lnTo>
                <a:lnTo>
                  <a:pt x="389" y="53"/>
                </a:lnTo>
                <a:lnTo>
                  <a:pt x="390" y="53"/>
                </a:lnTo>
                <a:lnTo>
                  <a:pt x="391" y="53"/>
                </a:lnTo>
                <a:lnTo>
                  <a:pt x="392" y="52"/>
                </a:lnTo>
                <a:lnTo>
                  <a:pt x="393" y="52"/>
                </a:lnTo>
                <a:lnTo>
                  <a:pt x="394" y="51"/>
                </a:lnTo>
                <a:lnTo>
                  <a:pt x="394" y="50"/>
                </a:lnTo>
                <a:lnTo>
                  <a:pt x="395" y="50"/>
                </a:lnTo>
                <a:lnTo>
                  <a:pt x="396" y="50"/>
                </a:lnTo>
                <a:lnTo>
                  <a:pt x="397" y="50"/>
                </a:lnTo>
                <a:lnTo>
                  <a:pt x="398" y="49"/>
                </a:lnTo>
                <a:lnTo>
                  <a:pt x="399" y="50"/>
                </a:lnTo>
                <a:lnTo>
                  <a:pt x="400" y="50"/>
                </a:lnTo>
                <a:lnTo>
                  <a:pt x="400" y="51"/>
                </a:lnTo>
                <a:lnTo>
                  <a:pt x="401" y="51"/>
                </a:lnTo>
                <a:lnTo>
                  <a:pt x="401" y="52"/>
                </a:lnTo>
                <a:lnTo>
                  <a:pt x="401" y="53"/>
                </a:lnTo>
                <a:lnTo>
                  <a:pt x="401" y="54"/>
                </a:lnTo>
                <a:lnTo>
                  <a:pt x="402" y="54"/>
                </a:lnTo>
                <a:lnTo>
                  <a:pt x="402" y="55"/>
                </a:lnTo>
                <a:lnTo>
                  <a:pt x="404" y="56"/>
                </a:lnTo>
                <a:lnTo>
                  <a:pt x="404" y="57"/>
                </a:lnTo>
                <a:lnTo>
                  <a:pt x="405" y="57"/>
                </a:lnTo>
                <a:lnTo>
                  <a:pt x="406" y="58"/>
                </a:lnTo>
                <a:lnTo>
                  <a:pt x="407" y="58"/>
                </a:lnTo>
                <a:lnTo>
                  <a:pt x="408" y="58"/>
                </a:lnTo>
                <a:lnTo>
                  <a:pt x="409" y="58"/>
                </a:lnTo>
                <a:lnTo>
                  <a:pt x="410" y="58"/>
                </a:lnTo>
                <a:lnTo>
                  <a:pt x="410" y="59"/>
                </a:lnTo>
                <a:lnTo>
                  <a:pt x="411" y="59"/>
                </a:lnTo>
                <a:lnTo>
                  <a:pt x="411" y="60"/>
                </a:lnTo>
                <a:lnTo>
                  <a:pt x="410" y="60"/>
                </a:lnTo>
                <a:lnTo>
                  <a:pt x="409" y="60"/>
                </a:lnTo>
                <a:lnTo>
                  <a:pt x="409" y="61"/>
                </a:lnTo>
                <a:lnTo>
                  <a:pt x="409" y="62"/>
                </a:lnTo>
                <a:lnTo>
                  <a:pt x="409" y="63"/>
                </a:lnTo>
                <a:lnTo>
                  <a:pt x="409" y="64"/>
                </a:lnTo>
                <a:lnTo>
                  <a:pt x="408" y="65"/>
                </a:lnTo>
                <a:lnTo>
                  <a:pt x="406" y="65"/>
                </a:lnTo>
                <a:lnTo>
                  <a:pt x="405" y="65"/>
                </a:lnTo>
                <a:lnTo>
                  <a:pt x="404" y="66"/>
                </a:lnTo>
                <a:lnTo>
                  <a:pt x="403" y="66"/>
                </a:lnTo>
                <a:lnTo>
                  <a:pt x="403" y="67"/>
                </a:lnTo>
                <a:lnTo>
                  <a:pt x="403" y="69"/>
                </a:lnTo>
                <a:lnTo>
                  <a:pt x="403" y="70"/>
                </a:lnTo>
                <a:lnTo>
                  <a:pt x="403" y="71"/>
                </a:lnTo>
                <a:lnTo>
                  <a:pt x="403" y="72"/>
                </a:lnTo>
                <a:lnTo>
                  <a:pt x="404" y="72"/>
                </a:lnTo>
                <a:lnTo>
                  <a:pt x="405" y="72"/>
                </a:lnTo>
                <a:lnTo>
                  <a:pt x="406" y="72"/>
                </a:lnTo>
                <a:lnTo>
                  <a:pt x="406" y="71"/>
                </a:lnTo>
                <a:lnTo>
                  <a:pt x="407" y="71"/>
                </a:lnTo>
                <a:lnTo>
                  <a:pt x="407" y="70"/>
                </a:lnTo>
                <a:lnTo>
                  <a:pt x="408" y="70"/>
                </a:lnTo>
                <a:lnTo>
                  <a:pt x="409" y="70"/>
                </a:lnTo>
                <a:lnTo>
                  <a:pt x="410" y="70"/>
                </a:lnTo>
                <a:lnTo>
                  <a:pt x="411" y="70"/>
                </a:lnTo>
                <a:lnTo>
                  <a:pt x="412" y="69"/>
                </a:lnTo>
                <a:lnTo>
                  <a:pt x="413" y="69"/>
                </a:lnTo>
                <a:lnTo>
                  <a:pt x="413" y="68"/>
                </a:lnTo>
                <a:lnTo>
                  <a:pt x="414" y="68"/>
                </a:lnTo>
                <a:lnTo>
                  <a:pt x="414" y="69"/>
                </a:lnTo>
                <a:lnTo>
                  <a:pt x="415" y="69"/>
                </a:lnTo>
                <a:lnTo>
                  <a:pt x="416" y="69"/>
                </a:lnTo>
                <a:lnTo>
                  <a:pt x="417" y="69"/>
                </a:lnTo>
                <a:lnTo>
                  <a:pt x="418" y="68"/>
                </a:lnTo>
                <a:lnTo>
                  <a:pt x="418" y="69"/>
                </a:lnTo>
                <a:lnTo>
                  <a:pt x="419" y="69"/>
                </a:lnTo>
                <a:lnTo>
                  <a:pt x="420" y="69"/>
                </a:lnTo>
                <a:lnTo>
                  <a:pt x="420" y="70"/>
                </a:lnTo>
                <a:lnTo>
                  <a:pt x="420" y="72"/>
                </a:lnTo>
                <a:lnTo>
                  <a:pt x="421" y="72"/>
                </a:lnTo>
                <a:lnTo>
                  <a:pt x="421" y="73"/>
                </a:lnTo>
                <a:lnTo>
                  <a:pt x="422" y="73"/>
                </a:lnTo>
                <a:lnTo>
                  <a:pt x="422" y="74"/>
                </a:lnTo>
                <a:lnTo>
                  <a:pt x="423" y="74"/>
                </a:lnTo>
                <a:lnTo>
                  <a:pt x="424" y="75"/>
                </a:lnTo>
                <a:lnTo>
                  <a:pt x="425" y="75"/>
                </a:lnTo>
                <a:lnTo>
                  <a:pt x="425" y="76"/>
                </a:lnTo>
                <a:lnTo>
                  <a:pt x="426" y="77"/>
                </a:lnTo>
                <a:lnTo>
                  <a:pt x="427" y="77"/>
                </a:lnTo>
                <a:lnTo>
                  <a:pt x="427" y="78"/>
                </a:lnTo>
                <a:lnTo>
                  <a:pt x="427" y="79"/>
                </a:lnTo>
                <a:lnTo>
                  <a:pt x="427" y="80"/>
                </a:lnTo>
                <a:lnTo>
                  <a:pt x="428" y="80"/>
                </a:lnTo>
                <a:lnTo>
                  <a:pt x="429" y="80"/>
                </a:lnTo>
                <a:lnTo>
                  <a:pt x="429" y="81"/>
                </a:lnTo>
                <a:lnTo>
                  <a:pt x="430" y="82"/>
                </a:lnTo>
                <a:lnTo>
                  <a:pt x="431" y="83"/>
                </a:lnTo>
                <a:lnTo>
                  <a:pt x="432" y="83"/>
                </a:lnTo>
                <a:lnTo>
                  <a:pt x="432" y="82"/>
                </a:lnTo>
                <a:lnTo>
                  <a:pt x="433" y="82"/>
                </a:lnTo>
                <a:lnTo>
                  <a:pt x="434" y="81"/>
                </a:lnTo>
                <a:lnTo>
                  <a:pt x="434" y="79"/>
                </a:lnTo>
                <a:lnTo>
                  <a:pt x="435" y="79"/>
                </a:lnTo>
                <a:lnTo>
                  <a:pt x="436" y="79"/>
                </a:lnTo>
                <a:lnTo>
                  <a:pt x="437" y="79"/>
                </a:lnTo>
                <a:lnTo>
                  <a:pt x="438" y="79"/>
                </a:lnTo>
                <a:lnTo>
                  <a:pt x="441" y="80"/>
                </a:lnTo>
                <a:lnTo>
                  <a:pt x="443" y="81"/>
                </a:lnTo>
                <a:lnTo>
                  <a:pt x="444" y="81"/>
                </a:lnTo>
                <a:lnTo>
                  <a:pt x="445" y="81"/>
                </a:lnTo>
                <a:lnTo>
                  <a:pt x="445" y="82"/>
                </a:lnTo>
                <a:lnTo>
                  <a:pt x="445" y="83"/>
                </a:lnTo>
                <a:lnTo>
                  <a:pt x="444" y="83"/>
                </a:lnTo>
                <a:lnTo>
                  <a:pt x="443" y="83"/>
                </a:lnTo>
                <a:lnTo>
                  <a:pt x="442" y="83"/>
                </a:lnTo>
                <a:lnTo>
                  <a:pt x="440" y="83"/>
                </a:lnTo>
                <a:lnTo>
                  <a:pt x="438" y="84"/>
                </a:lnTo>
                <a:lnTo>
                  <a:pt x="437" y="84"/>
                </a:lnTo>
                <a:lnTo>
                  <a:pt x="437" y="85"/>
                </a:lnTo>
                <a:lnTo>
                  <a:pt x="438" y="87"/>
                </a:lnTo>
                <a:lnTo>
                  <a:pt x="440" y="88"/>
                </a:lnTo>
                <a:lnTo>
                  <a:pt x="440" y="89"/>
                </a:lnTo>
                <a:lnTo>
                  <a:pt x="441" y="90"/>
                </a:lnTo>
                <a:lnTo>
                  <a:pt x="440" y="91"/>
                </a:lnTo>
                <a:lnTo>
                  <a:pt x="438" y="91"/>
                </a:lnTo>
                <a:lnTo>
                  <a:pt x="435" y="91"/>
                </a:lnTo>
                <a:lnTo>
                  <a:pt x="434" y="91"/>
                </a:lnTo>
                <a:lnTo>
                  <a:pt x="433" y="91"/>
                </a:lnTo>
                <a:lnTo>
                  <a:pt x="432" y="91"/>
                </a:lnTo>
                <a:lnTo>
                  <a:pt x="432" y="92"/>
                </a:lnTo>
                <a:lnTo>
                  <a:pt x="431" y="92"/>
                </a:lnTo>
                <a:lnTo>
                  <a:pt x="431" y="93"/>
                </a:lnTo>
                <a:lnTo>
                  <a:pt x="430" y="94"/>
                </a:lnTo>
                <a:lnTo>
                  <a:pt x="430" y="96"/>
                </a:lnTo>
                <a:lnTo>
                  <a:pt x="431" y="97"/>
                </a:lnTo>
                <a:lnTo>
                  <a:pt x="431" y="98"/>
                </a:lnTo>
                <a:lnTo>
                  <a:pt x="432" y="98"/>
                </a:lnTo>
                <a:lnTo>
                  <a:pt x="432" y="99"/>
                </a:lnTo>
                <a:lnTo>
                  <a:pt x="433" y="99"/>
                </a:lnTo>
                <a:lnTo>
                  <a:pt x="433" y="100"/>
                </a:lnTo>
                <a:lnTo>
                  <a:pt x="434" y="100"/>
                </a:lnTo>
                <a:lnTo>
                  <a:pt x="435" y="101"/>
                </a:lnTo>
                <a:lnTo>
                  <a:pt x="436" y="101"/>
                </a:lnTo>
                <a:lnTo>
                  <a:pt x="437" y="101"/>
                </a:lnTo>
                <a:lnTo>
                  <a:pt x="438" y="101"/>
                </a:lnTo>
                <a:lnTo>
                  <a:pt x="438" y="100"/>
                </a:lnTo>
                <a:lnTo>
                  <a:pt x="438" y="99"/>
                </a:lnTo>
                <a:lnTo>
                  <a:pt x="440" y="99"/>
                </a:lnTo>
                <a:lnTo>
                  <a:pt x="440" y="98"/>
                </a:lnTo>
                <a:lnTo>
                  <a:pt x="441" y="98"/>
                </a:lnTo>
                <a:lnTo>
                  <a:pt x="443" y="99"/>
                </a:lnTo>
                <a:lnTo>
                  <a:pt x="444" y="100"/>
                </a:lnTo>
                <a:lnTo>
                  <a:pt x="445" y="100"/>
                </a:lnTo>
                <a:lnTo>
                  <a:pt x="445" y="101"/>
                </a:lnTo>
                <a:lnTo>
                  <a:pt x="446" y="101"/>
                </a:lnTo>
                <a:lnTo>
                  <a:pt x="450" y="103"/>
                </a:lnTo>
                <a:lnTo>
                  <a:pt x="451" y="104"/>
                </a:lnTo>
                <a:lnTo>
                  <a:pt x="452" y="105"/>
                </a:lnTo>
                <a:lnTo>
                  <a:pt x="453" y="106"/>
                </a:lnTo>
                <a:lnTo>
                  <a:pt x="453" y="107"/>
                </a:lnTo>
                <a:lnTo>
                  <a:pt x="452" y="108"/>
                </a:lnTo>
                <a:lnTo>
                  <a:pt x="452" y="109"/>
                </a:lnTo>
                <a:lnTo>
                  <a:pt x="452" y="110"/>
                </a:lnTo>
                <a:lnTo>
                  <a:pt x="451" y="110"/>
                </a:lnTo>
                <a:lnTo>
                  <a:pt x="451" y="111"/>
                </a:lnTo>
                <a:lnTo>
                  <a:pt x="451" y="112"/>
                </a:lnTo>
                <a:lnTo>
                  <a:pt x="452" y="112"/>
                </a:lnTo>
                <a:lnTo>
                  <a:pt x="452" y="113"/>
                </a:lnTo>
                <a:lnTo>
                  <a:pt x="453" y="113"/>
                </a:lnTo>
                <a:lnTo>
                  <a:pt x="453" y="112"/>
                </a:lnTo>
                <a:lnTo>
                  <a:pt x="454" y="112"/>
                </a:lnTo>
                <a:lnTo>
                  <a:pt x="455" y="112"/>
                </a:lnTo>
                <a:lnTo>
                  <a:pt x="457" y="112"/>
                </a:lnTo>
                <a:lnTo>
                  <a:pt x="457" y="111"/>
                </a:lnTo>
                <a:lnTo>
                  <a:pt x="458" y="111"/>
                </a:lnTo>
                <a:lnTo>
                  <a:pt x="458" y="112"/>
                </a:lnTo>
                <a:lnTo>
                  <a:pt x="459" y="112"/>
                </a:lnTo>
                <a:lnTo>
                  <a:pt x="459" y="113"/>
                </a:lnTo>
                <a:lnTo>
                  <a:pt x="460" y="114"/>
                </a:lnTo>
                <a:lnTo>
                  <a:pt x="461" y="115"/>
                </a:lnTo>
                <a:lnTo>
                  <a:pt x="462" y="116"/>
                </a:lnTo>
                <a:lnTo>
                  <a:pt x="463" y="116"/>
                </a:lnTo>
                <a:lnTo>
                  <a:pt x="464" y="117"/>
                </a:lnTo>
                <a:lnTo>
                  <a:pt x="464" y="118"/>
                </a:lnTo>
                <a:lnTo>
                  <a:pt x="466" y="119"/>
                </a:lnTo>
                <a:lnTo>
                  <a:pt x="466" y="121"/>
                </a:lnTo>
                <a:lnTo>
                  <a:pt x="466" y="122"/>
                </a:lnTo>
                <a:lnTo>
                  <a:pt x="466" y="123"/>
                </a:lnTo>
                <a:lnTo>
                  <a:pt x="466" y="124"/>
                </a:lnTo>
                <a:lnTo>
                  <a:pt x="465" y="124"/>
                </a:lnTo>
                <a:lnTo>
                  <a:pt x="464" y="124"/>
                </a:lnTo>
                <a:lnTo>
                  <a:pt x="464" y="125"/>
                </a:lnTo>
                <a:lnTo>
                  <a:pt x="463" y="125"/>
                </a:lnTo>
                <a:lnTo>
                  <a:pt x="463" y="126"/>
                </a:lnTo>
                <a:lnTo>
                  <a:pt x="463" y="127"/>
                </a:lnTo>
                <a:lnTo>
                  <a:pt x="463" y="128"/>
                </a:lnTo>
                <a:lnTo>
                  <a:pt x="464" y="129"/>
                </a:lnTo>
                <a:lnTo>
                  <a:pt x="465" y="129"/>
                </a:lnTo>
                <a:lnTo>
                  <a:pt x="466" y="129"/>
                </a:lnTo>
                <a:lnTo>
                  <a:pt x="469" y="129"/>
                </a:lnTo>
                <a:lnTo>
                  <a:pt x="470" y="129"/>
                </a:lnTo>
                <a:lnTo>
                  <a:pt x="471" y="129"/>
                </a:lnTo>
                <a:lnTo>
                  <a:pt x="472" y="129"/>
                </a:lnTo>
                <a:lnTo>
                  <a:pt x="473" y="130"/>
                </a:lnTo>
                <a:lnTo>
                  <a:pt x="474" y="130"/>
                </a:lnTo>
                <a:lnTo>
                  <a:pt x="473" y="131"/>
                </a:lnTo>
                <a:lnTo>
                  <a:pt x="473" y="132"/>
                </a:lnTo>
                <a:lnTo>
                  <a:pt x="472" y="131"/>
                </a:lnTo>
                <a:lnTo>
                  <a:pt x="471" y="131"/>
                </a:lnTo>
                <a:lnTo>
                  <a:pt x="470" y="131"/>
                </a:lnTo>
                <a:lnTo>
                  <a:pt x="470" y="132"/>
                </a:lnTo>
                <a:lnTo>
                  <a:pt x="469" y="132"/>
                </a:lnTo>
                <a:lnTo>
                  <a:pt x="468" y="133"/>
                </a:lnTo>
                <a:lnTo>
                  <a:pt x="467" y="133"/>
                </a:lnTo>
                <a:lnTo>
                  <a:pt x="466" y="133"/>
                </a:lnTo>
                <a:lnTo>
                  <a:pt x="466" y="134"/>
                </a:lnTo>
                <a:lnTo>
                  <a:pt x="465" y="134"/>
                </a:lnTo>
                <a:lnTo>
                  <a:pt x="464" y="135"/>
                </a:lnTo>
                <a:lnTo>
                  <a:pt x="463" y="135"/>
                </a:lnTo>
                <a:lnTo>
                  <a:pt x="463" y="136"/>
                </a:lnTo>
                <a:lnTo>
                  <a:pt x="462" y="136"/>
                </a:lnTo>
                <a:lnTo>
                  <a:pt x="462" y="137"/>
                </a:lnTo>
                <a:lnTo>
                  <a:pt x="461" y="137"/>
                </a:lnTo>
                <a:lnTo>
                  <a:pt x="461" y="138"/>
                </a:lnTo>
                <a:lnTo>
                  <a:pt x="461" y="139"/>
                </a:lnTo>
                <a:lnTo>
                  <a:pt x="462" y="139"/>
                </a:lnTo>
                <a:lnTo>
                  <a:pt x="463" y="140"/>
                </a:lnTo>
                <a:lnTo>
                  <a:pt x="464" y="140"/>
                </a:lnTo>
                <a:lnTo>
                  <a:pt x="465" y="140"/>
                </a:lnTo>
                <a:lnTo>
                  <a:pt x="465" y="141"/>
                </a:lnTo>
                <a:lnTo>
                  <a:pt x="466" y="141"/>
                </a:lnTo>
                <a:lnTo>
                  <a:pt x="467" y="141"/>
                </a:lnTo>
                <a:lnTo>
                  <a:pt x="468" y="141"/>
                </a:lnTo>
                <a:lnTo>
                  <a:pt x="469" y="141"/>
                </a:lnTo>
                <a:lnTo>
                  <a:pt x="470" y="141"/>
                </a:lnTo>
                <a:lnTo>
                  <a:pt x="471" y="141"/>
                </a:lnTo>
                <a:lnTo>
                  <a:pt x="471" y="142"/>
                </a:lnTo>
                <a:lnTo>
                  <a:pt x="472" y="142"/>
                </a:lnTo>
                <a:lnTo>
                  <a:pt x="473" y="143"/>
                </a:lnTo>
                <a:lnTo>
                  <a:pt x="474" y="143"/>
                </a:lnTo>
                <a:lnTo>
                  <a:pt x="475" y="143"/>
                </a:lnTo>
                <a:lnTo>
                  <a:pt x="476" y="143"/>
                </a:lnTo>
                <a:lnTo>
                  <a:pt x="477" y="144"/>
                </a:lnTo>
                <a:lnTo>
                  <a:pt x="478" y="144"/>
                </a:lnTo>
                <a:lnTo>
                  <a:pt x="479" y="144"/>
                </a:lnTo>
                <a:lnTo>
                  <a:pt x="480" y="144"/>
                </a:lnTo>
                <a:lnTo>
                  <a:pt x="483" y="146"/>
                </a:lnTo>
                <a:lnTo>
                  <a:pt x="484" y="146"/>
                </a:lnTo>
                <a:lnTo>
                  <a:pt x="485" y="147"/>
                </a:lnTo>
                <a:lnTo>
                  <a:pt x="485" y="148"/>
                </a:lnTo>
                <a:lnTo>
                  <a:pt x="484" y="149"/>
                </a:lnTo>
                <a:lnTo>
                  <a:pt x="484" y="150"/>
                </a:lnTo>
                <a:lnTo>
                  <a:pt x="483" y="150"/>
                </a:lnTo>
                <a:lnTo>
                  <a:pt x="483" y="151"/>
                </a:lnTo>
                <a:lnTo>
                  <a:pt x="483" y="152"/>
                </a:lnTo>
                <a:lnTo>
                  <a:pt x="483" y="153"/>
                </a:lnTo>
                <a:lnTo>
                  <a:pt x="482" y="153"/>
                </a:lnTo>
                <a:lnTo>
                  <a:pt x="482" y="154"/>
                </a:lnTo>
                <a:lnTo>
                  <a:pt x="481" y="154"/>
                </a:lnTo>
                <a:lnTo>
                  <a:pt x="481" y="155"/>
                </a:lnTo>
                <a:lnTo>
                  <a:pt x="481" y="156"/>
                </a:lnTo>
                <a:lnTo>
                  <a:pt x="481" y="157"/>
                </a:lnTo>
                <a:lnTo>
                  <a:pt x="480" y="157"/>
                </a:lnTo>
                <a:lnTo>
                  <a:pt x="479" y="156"/>
                </a:lnTo>
                <a:lnTo>
                  <a:pt x="478" y="156"/>
                </a:lnTo>
                <a:lnTo>
                  <a:pt x="477" y="156"/>
                </a:lnTo>
                <a:lnTo>
                  <a:pt x="475" y="157"/>
                </a:lnTo>
                <a:lnTo>
                  <a:pt x="474" y="158"/>
                </a:lnTo>
                <a:lnTo>
                  <a:pt x="474" y="159"/>
                </a:lnTo>
                <a:lnTo>
                  <a:pt x="474" y="160"/>
                </a:lnTo>
                <a:lnTo>
                  <a:pt x="475" y="160"/>
                </a:lnTo>
                <a:lnTo>
                  <a:pt x="475" y="161"/>
                </a:lnTo>
                <a:lnTo>
                  <a:pt x="476" y="161"/>
                </a:lnTo>
                <a:lnTo>
                  <a:pt x="476" y="162"/>
                </a:lnTo>
                <a:lnTo>
                  <a:pt x="476" y="163"/>
                </a:lnTo>
                <a:lnTo>
                  <a:pt x="476" y="164"/>
                </a:lnTo>
                <a:lnTo>
                  <a:pt x="476" y="165"/>
                </a:lnTo>
                <a:lnTo>
                  <a:pt x="476" y="166"/>
                </a:lnTo>
                <a:lnTo>
                  <a:pt x="477" y="166"/>
                </a:lnTo>
                <a:lnTo>
                  <a:pt x="477" y="167"/>
                </a:lnTo>
                <a:lnTo>
                  <a:pt x="478" y="167"/>
                </a:lnTo>
                <a:lnTo>
                  <a:pt x="479" y="167"/>
                </a:lnTo>
                <a:lnTo>
                  <a:pt x="480" y="168"/>
                </a:lnTo>
                <a:lnTo>
                  <a:pt x="480" y="169"/>
                </a:lnTo>
                <a:lnTo>
                  <a:pt x="481" y="170"/>
                </a:lnTo>
                <a:lnTo>
                  <a:pt x="482" y="171"/>
                </a:lnTo>
                <a:lnTo>
                  <a:pt x="483" y="172"/>
                </a:lnTo>
                <a:lnTo>
                  <a:pt x="484" y="173"/>
                </a:lnTo>
                <a:lnTo>
                  <a:pt x="485" y="174"/>
                </a:lnTo>
                <a:lnTo>
                  <a:pt x="486" y="176"/>
                </a:lnTo>
                <a:lnTo>
                  <a:pt x="486" y="177"/>
                </a:lnTo>
                <a:lnTo>
                  <a:pt x="487" y="178"/>
                </a:lnTo>
                <a:lnTo>
                  <a:pt x="488" y="179"/>
                </a:lnTo>
                <a:lnTo>
                  <a:pt x="489" y="180"/>
                </a:lnTo>
                <a:lnTo>
                  <a:pt x="489" y="181"/>
                </a:lnTo>
                <a:lnTo>
                  <a:pt x="490" y="183"/>
                </a:lnTo>
                <a:lnTo>
                  <a:pt x="491" y="183"/>
                </a:lnTo>
                <a:lnTo>
                  <a:pt x="491" y="184"/>
                </a:lnTo>
                <a:lnTo>
                  <a:pt x="492" y="184"/>
                </a:lnTo>
                <a:lnTo>
                  <a:pt x="493" y="184"/>
                </a:lnTo>
                <a:lnTo>
                  <a:pt x="494" y="185"/>
                </a:lnTo>
                <a:lnTo>
                  <a:pt x="494" y="186"/>
                </a:lnTo>
                <a:lnTo>
                  <a:pt x="494" y="187"/>
                </a:lnTo>
                <a:lnTo>
                  <a:pt x="495" y="188"/>
                </a:lnTo>
                <a:lnTo>
                  <a:pt x="496" y="188"/>
                </a:lnTo>
                <a:lnTo>
                  <a:pt x="497" y="188"/>
                </a:lnTo>
                <a:lnTo>
                  <a:pt x="498" y="188"/>
                </a:lnTo>
                <a:lnTo>
                  <a:pt x="499" y="188"/>
                </a:lnTo>
                <a:lnTo>
                  <a:pt x="500" y="189"/>
                </a:lnTo>
                <a:lnTo>
                  <a:pt x="500" y="190"/>
                </a:lnTo>
                <a:lnTo>
                  <a:pt x="500" y="191"/>
                </a:lnTo>
                <a:lnTo>
                  <a:pt x="499" y="191"/>
                </a:lnTo>
                <a:lnTo>
                  <a:pt x="499" y="192"/>
                </a:lnTo>
                <a:lnTo>
                  <a:pt x="499" y="193"/>
                </a:lnTo>
                <a:lnTo>
                  <a:pt x="500" y="194"/>
                </a:lnTo>
                <a:lnTo>
                  <a:pt x="501" y="196"/>
                </a:lnTo>
                <a:lnTo>
                  <a:pt x="501" y="197"/>
                </a:lnTo>
                <a:lnTo>
                  <a:pt x="500" y="198"/>
                </a:lnTo>
                <a:lnTo>
                  <a:pt x="500" y="199"/>
                </a:lnTo>
                <a:lnTo>
                  <a:pt x="499" y="199"/>
                </a:lnTo>
                <a:lnTo>
                  <a:pt x="498" y="199"/>
                </a:lnTo>
                <a:lnTo>
                  <a:pt x="497" y="199"/>
                </a:lnTo>
                <a:lnTo>
                  <a:pt x="495" y="201"/>
                </a:lnTo>
                <a:lnTo>
                  <a:pt x="495" y="202"/>
                </a:lnTo>
                <a:lnTo>
                  <a:pt x="496" y="202"/>
                </a:lnTo>
                <a:lnTo>
                  <a:pt x="497" y="203"/>
                </a:lnTo>
                <a:lnTo>
                  <a:pt x="498" y="204"/>
                </a:lnTo>
                <a:lnTo>
                  <a:pt x="499" y="204"/>
                </a:lnTo>
                <a:lnTo>
                  <a:pt x="500" y="205"/>
                </a:lnTo>
                <a:lnTo>
                  <a:pt x="501" y="205"/>
                </a:lnTo>
                <a:lnTo>
                  <a:pt x="502" y="205"/>
                </a:lnTo>
                <a:lnTo>
                  <a:pt x="504" y="206"/>
                </a:lnTo>
                <a:lnTo>
                  <a:pt x="506" y="206"/>
                </a:lnTo>
                <a:lnTo>
                  <a:pt x="510" y="208"/>
                </a:lnTo>
                <a:lnTo>
                  <a:pt x="510" y="209"/>
                </a:lnTo>
                <a:lnTo>
                  <a:pt x="510" y="210"/>
                </a:lnTo>
                <a:lnTo>
                  <a:pt x="509" y="210"/>
                </a:lnTo>
                <a:lnTo>
                  <a:pt x="509" y="211"/>
                </a:lnTo>
                <a:lnTo>
                  <a:pt x="508" y="211"/>
                </a:lnTo>
                <a:lnTo>
                  <a:pt x="507" y="212"/>
                </a:lnTo>
                <a:lnTo>
                  <a:pt x="507" y="213"/>
                </a:lnTo>
                <a:lnTo>
                  <a:pt x="507" y="214"/>
                </a:lnTo>
                <a:lnTo>
                  <a:pt x="507" y="215"/>
                </a:lnTo>
                <a:lnTo>
                  <a:pt x="506" y="215"/>
                </a:lnTo>
                <a:lnTo>
                  <a:pt x="506" y="216"/>
                </a:lnTo>
                <a:lnTo>
                  <a:pt x="505" y="217"/>
                </a:lnTo>
                <a:lnTo>
                  <a:pt x="505" y="218"/>
                </a:lnTo>
                <a:lnTo>
                  <a:pt x="506" y="218"/>
                </a:lnTo>
                <a:lnTo>
                  <a:pt x="506" y="219"/>
                </a:lnTo>
                <a:lnTo>
                  <a:pt x="507" y="219"/>
                </a:lnTo>
                <a:lnTo>
                  <a:pt x="507" y="220"/>
                </a:lnTo>
                <a:lnTo>
                  <a:pt x="508" y="220"/>
                </a:lnTo>
                <a:lnTo>
                  <a:pt x="509" y="220"/>
                </a:lnTo>
                <a:lnTo>
                  <a:pt x="514" y="220"/>
                </a:lnTo>
                <a:lnTo>
                  <a:pt x="515" y="220"/>
                </a:lnTo>
                <a:lnTo>
                  <a:pt x="515" y="221"/>
                </a:lnTo>
                <a:lnTo>
                  <a:pt x="516" y="221"/>
                </a:lnTo>
                <a:lnTo>
                  <a:pt x="516" y="222"/>
                </a:lnTo>
                <a:lnTo>
                  <a:pt x="517" y="222"/>
                </a:lnTo>
                <a:lnTo>
                  <a:pt x="517" y="223"/>
                </a:lnTo>
                <a:lnTo>
                  <a:pt x="518" y="225"/>
                </a:lnTo>
                <a:lnTo>
                  <a:pt x="518" y="226"/>
                </a:lnTo>
                <a:lnTo>
                  <a:pt x="517" y="227"/>
                </a:lnTo>
                <a:lnTo>
                  <a:pt x="516" y="227"/>
                </a:lnTo>
                <a:lnTo>
                  <a:pt x="515" y="228"/>
                </a:lnTo>
                <a:lnTo>
                  <a:pt x="514" y="228"/>
                </a:lnTo>
                <a:lnTo>
                  <a:pt x="513" y="227"/>
                </a:lnTo>
                <a:lnTo>
                  <a:pt x="511" y="227"/>
                </a:lnTo>
                <a:lnTo>
                  <a:pt x="510" y="227"/>
                </a:lnTo>
                <a:lnTo>
                  <a:pt x="509" y="228"/>
                </a:lnTo>
                <a:lnTo>
                  <a:pt x="508" y="228"/>
                </a:lnTo>
                <a:lnTo>
                  <a:pt x="508" y="229"/>
                </a:lnTo>
                <a:lnTo>
                  <a:pt x="508" y="230"/>
                </a:lnTo>
                <a:lnTo>
                  <a:pt x="507" y="231"/>
                </a:lnTo>
                <a:lnTo>
                  <a:pt x="508" y="232"/>
                </a:lnTo>
                <a:lnTo>
                  <a:pt x="508" y="234"/>
                </a:lnTo>
                <a:lnTo>
                  <a:pt x="509" y="235"/>
                </a:lnTo>
                <a:lnTo>
                  <a:pt x="510" y="236"/>
                </a:lnTo>
                <a:lnTo>
                  <a:pt x="511" y="237"/>
                </a:lnTo>
                <a:lnTo>
                  <a:pt x="512" y="237"/>
                </a:lnTo>
                <a:lnTo>
                  <a:pt x="514" y="237"/>
                </a:lnTo>
                <a:lnTo>
                  <a:pt x="515" y="237"/>
                </a:lnTo>
                <a:lnTo>
                  <a:pt x="516" y="237"/>
                </a:lnTo>
                <a:lnTo>
                  <a:pt x="517" y="236"/>
                </a:lnTo>
                <a:lnTo>
                  <a:pt x="517" y="235"/>
                </a:lnTo>
                <a:lnTo>
                  <a:pt x="517" y="234"/>
                </a:lnTo>
                <a:lnTo>
                  <a:pt x="516" y="234"/>
                </a:lnTo>
                <a:lnTo>
                  <a:pt x="515" y="233"/>
                </a:lnTo>
                <a:lnTo>
                  <a:pt x="514" y="232"/>
                </a:lnTo>
                <a:lnTo>
                  <a:pt x="513" y="232"/>
                </a:lnTo>
                <a:lnTo>
                  <a:pt x="513" y="231"/>
                </a:lnTo>
                <a:lnTo>
                  <a:pt x="513" y="230"/>
                </a:lnTo>
                <a:lnTo>
                  <a:pt x="514" y="230"/>
                </a:lnTo>
                <a:lnTo>
                  <a:pt x="514" y="229"/>
                </a:lnTo>
                <a:lnTo>
                  <a:pt x="515" y="229"/>
                </a:lnTo>
                <a:lnTo>
                  <a:pt x="517" y="229"/>
                </a:lnTo>
                <a:lnTo>
                  <a:pt x="519" y="229"/>
                </a:lnTo>
                <a:lnTo>
                  <a:pt x="520" y="228"/>
                </a:lnTo>
                <a:lnTo>
                  <a:pt x="522" y="228"/>
                </a:lnTo>
                <a:lnTo>
                  <a:pt x="523" y="229"/>
                </a:lnTo>
                <a:lnTo>
                  <a:pt x="523" y="231"/>
                </a:lnTo>
                <a:lnTo>
                  <a:pt x="523" y="232"/>
                </a:lnTo>
                <a:lnTo>
                  <a:pt x="522" y="233"/>
                </a:lnTo>
                <a:lnTo>
                  <a:pt x="521" y="234"/>
                </a:lnTo>
                <a:lnTo>
                  <a:pt x="520" y="235"/>
                </a:lnTo>
                <a:lnTo>
                  <a:pt x="519" y="236"/>
                </a:lnTo>
                <a:lnTo>
                  <a:pt x="518" y="237"/>
                </a:lnTo>
                <a:lnTo>
                  <a:pt x="517" y="239"/>
                </a:lnTo>
                <a:lnTo>
                  <a:pt x="516" y="240"/>
                </a:lnTo>
                <a:lnTo>
                  <a:pt x="515" y="241"/>
                </a:lnTo>
                <a:lnTo>
                  <a:pt x="515" y="242"/>
                </a:lnTo>
                <a:lnTo>
                  <a:pt x="516" y="243"/>
                </a:lnTo>
                <a:lnTo>
                  <a:pt x="516" y="244"/>
                </a:lnTo>
                <a:lnTo>
                  <a:pt x="517" y="248"/>
                </a:lnTo>
                <a:lnTo>
                  <a:pt x="517" y="249"/>
                </a:lnTo>
                <a:lnTo>
                  <a:pt x="517" y="251"/>
                </a:lnTo>
                <a:lnTo>
                  <a:pt x="517" y="252"/>
                </a:lnTo>
                <a:lnTo>
                  <a:pt x="517" y="253"/>
                </a:lnTo>
                <a:lnTo>
                  <a:pt x="517" y="255"/>
                </a:lnTo>
                <a:lnTo>
                  <a:pt x="517" y="256"/>
                </a:lnTo>
                <a:lnTo>
                  <a:pt x="518" y="256"/>
                </a:lnTo>
                <a:lnTo>
                  <a:pt x="518" y="257"/>
                </a:lnTo>
                <a:lnTo>
                  <a:pt x="519" y="257"/>
                </a:lnTo>
                <a:lnTo>
                  <a:pt x="520" y="257"/>
                </a:lnTo>
                <a:lnTo>
                  <a:pt x="520" y="258"/>
                </a:lnTo>
                <a:lnTo>
                  <a:pt x="522" y="259"/>
                </a:lnTo>
                <a:lnTo>
                  <a:pt x="524" y="260"/>
                </a:lnTo>
                <a:lnTo>
                  <a:pt x="525" y="262"/>
                </a:lnTo>
                <a:lnTo>
                  <a:pt x="526" y="263"/>
                </a:lnTo>
                <a:lnTo>
                  <a:pt x="527" y="264"/>
                </a:lnTo>
                <a:lnTo>
                  <a:pt x="527" y="265"/>
                </a:lnTo>
                <a:lnTo>
                  <a:pt x="528" y="266"/>
                </a:lnTo>
                <a:lnTo>
                  <a:pt x="529" y="266"/>
                </a:lnTo>
                <a:lnTo>
                  <a:pt x="529" y="267"/>
                </a:lnTo>
                <a:lnTo>
                  <a:pt x="531" y="267"/>
                </a:lnTo>
                <a:lnTo>
                  <a:pt x="533" y="268"/>
                </a:lnTo>
                <a:lnTo>
                  <a:pt x="534" y="269"/>
                </a:lnTo>
                <a:lnTo>
                  <a:pt x="535" y="270"/>
                </a:lnTo>
                <a:lnTo>
                  <a:pt x="537" y="271"/>
                </a:lnTo>
                <a:lnTo>
                  <a:pt x="537" y="272"/>
                </a:lnTo>
                <a:lnTo>
                  <a:pt x="538" y="272"/>
                </a:lnTo>
                <a:lnTo>
                  <a:pt x="538" y="273"/>
                </a:lnTo>
                <a:lnTo>
                  <a:pt x="539" y="274"/>
                </a:lnTo>
                <a:lnTo>
                  <a:pt x="540" y="276"/>
                </a:lnTo>
                <a:lnTo>
                  <a:pt x="541" y="278"/>
                </a:lnTo>
                <a:lnTo>
                  <a:pt x="543" y="280"/>
                </a:lnTo>
                <a:lnTo>
                  <a:pt x="544" y="282"/>
                </a:lnTo>
                <a:lnTo>
                  <a:pt x="545" y="284"/>
                </a:lnTo>
                <a:lnTo>
                  <a:pt x="546" y="286"/>
                </a:lnTo>
                <a:lnTo>
                  <a:pt x="547" y="286"/>
                </a:lnTo>
                <a:lnTo>
                  <a:pt x="548" y="287"/>
                </a:lnTo>
                <a:lnTo>
                  <a:pt x="549" y="287"/>
                </a:lnTo>
                <a:lnTo>
                  <a:pt x="550" y="287"/>
                </a:lnTo>
                <a:lnTo>
                  <a:pt x="551" y="287"/>
                </a:lnTo>
                <a:lnTo>
                  <a:pt x="551" y="288"/>
                </a:lnTo>
                <a:lnTo>
                  <a:pt x="552" y="288"/>
                </a:lnTo>
                <a:lnTo>
                  <a:pt x="552" y="290"/>
                </a:lnTo>
                <a:lnTo>
                  <a:pt x="551" y="291"/>
                </a:lnTo>
                <a:lnTo>
                  <a:pt x="551" y="292"/>
                </a:lnTo>
                <a:lnTo>
                  <a:pt x="550" y="292"/>
                </a:lnTo>
                <a:lnTo>
                  <a:pt x="550" y="293"/>
                </a:lnTo>
                <a:lnTo>
                  <a:pt x="550" y="294"/>
                </a:lnTo>
                <a:lnTo>
                  <a:pt x="550" y="295"/>
                </a:lnTo>
                <a:lnTo>
                  <a:pt x="551" y="296"/>
                </a:lnTo>
                <a:lnTo>
                  <a:pt x="551" y="297"/>
                </a:lnTo>
                <a:lnTo>
                  <a:pt x="553" y="300"/>
                </a:lnTo>
                <a:lnTo>
                  <a:pt x="555" y="301"/>
                </a:lnTo>
                <a:lnTo>
                  <a:pt x="556" y="302"/>
                </a:lnTo>
                <a:lnTo>
                  <a:pt x="556" y="303"/>
                </a:lnTo>
                <a:lnTo>
                  <a:pt x="558" y="305"/>
                </a:lnTo>
                <a:lnTo>
                  <a:pt x="558" y="306"/>
                </a:lnTo>
                <a:lnTo>
                  <a:pt x="558" y="307"/>
                </a:lnTo>
                <a:lnTo>
                  <a:pt x="557" y="308"/>
                </a:lnTo>
                <a:lnTo>
                  <a:pt x="557" y="309"/>
                </a:lnTo>
                <a:lnTo>
                  <a:pt x="556" y="310"/>
                </a:lnTo>
                <a:lnTo>
                  <a:pt x="554" y="310"/>
                </a:lnTo>
                <a:lnTo>
                  <a:pt x="553" y="311"/>
                </a:lnTo>
                <a:lnTo>
                  <a:pt x="553" y="312"/>
                </a:lnTo>
                <a:lnTo>
                  <a:pt x="553" y="313"/>
                </a:lnTo>
                <a:lnTo>
                  <a:pt x="553" y="314"/>
                </a:lnTo>
                <a:lnTo>
                  <a:pt x="552" y="315"/>
                </a:lnTo>
                <a:lnTo>
                  <a:pt x="551" y="315"/>
                </a:lnTo>
                <a:lnTo>
                  <a:pt x="551" y="316"/>
                </a:lnTo>
                <a:lnTo>
                  <a:pt x="551" y="317"/>
                </a:lnTo>
                <a:lnTo>
                  <a:pt x="551" y="318"/>
                </a:lnTo>
                <a:lnTo>
                  <a:pt x="552" y="318"/>
                </a:lnTo>
                <a:lnTo>
                  <a:pt x="553" y="319"/>
                </a:lnTo>
                <a:lnTo>
                  <a:pt x="554" y="319"/>
                </a:lnTo>
                <a:lnTo>
                  <a:pt x="556" y="319"/>
                </a:lnTo>
                <a:lnTo>
                  <a:pt x="557" y="320"/>
                </a:lnTo>
                <a:lnTo>
                  <a:pt x="558" y="321"/>
                </a:lnTo>
                <a:lnTo>
                  <a:pt x="558" y="322"/>
                </a:lnTo>
                <a:lnTo>
                  <a:pt x="558" y="323"/>
                </a:lnTo>
                <a:lnTo>
                  <a:pt x="557" y="324"/>
                </a:lnTo>
                <a:lnTo>
                  <a:pt x="557" y="325"/>
                </a:lnTo>
                <a:lnTo>
                  <a:pt x="556" y="326"/>
                </a:lnTo>
                <a:lnTo>
                  <a:pt x="555" y="327"/>
                </a:lnTo>
                <a:lnTo>
                  <a:pt x="555" y="328"/>
                </a:lnTo>
                <a:lnTo>
                  <a:pt x="554" y="329"/>
                </a:lnTo>
                <a:lnTo>
                  <a:pt x="554" y="330"/>
                </a:lnTo>
                <a:lnTo>
                  <a:pt x="555" y="331"/>
                </a:lnTo>
                <a:lnTo>
                  <a:pt x="555" y="332"/>
                </a:lnTo>
                <a:lnTo>
                  <a:pt x="556" y="332"/>
                </a:lnTo>
                <a:lnTo>
                  <a:pt x="556" y="333"/>
                </a:lnTo>
                <a:lnTo>
                  <a:pt x="557" y="334"/>
                </a:lnTo>
                <a:lnTo>
                  <a:pt x="558" y="335"/>
                </a:lnTo>
                <a:lnTo>
                  <a:pt x="559" y="336"/>
                </a:lnTo>
                <a:lnTo>
                  <a:pt x="561" y="336"/>
                </a:lnTo>
                <a:lnTo>
                  <a:pt x="563" y="336"/>
                </a:lnTo>
                <a:lnTo>
                  <a:pt x="564" y="337"/>
                </a:lnTo>
                <a:lnTo>
                  <a:pt x="565" y="337"/>
                </a:lnTo>
                <a:lnTo>
                  <a:pt x="566" y="337"/>
                </a:lnTo>
                <a:lnTo>
                  <a:pt x="567" y="338"/>
                </a:lnTo>
                <a:lnTo>
                  <a:pt x="568" y="338"/>
                </a:lnTo>
                <a:lnTo>
                  <a:pt x="569" y="338"/>
                </a:lnTo>
                <a:lnTo>
                  <a:pt x="570" y="339"/>
                </a:lnTo>
                <a:lnTo>
                  <a:pt x="572" y="339"/>
                </a:lnTo>
                <a:lnTo>
                  <a:pt x="573" y="339"/>
                </a:lnTo>
                <a:lnTo>
                  <a:pt x="575" y="340"/>
                </a:lnTo>
                <a:lnTo>
                  <a:pt x="577" y="340"/>
                </a:lnTo>
                <a:lnTo>
                  <a:pt x="578" y="340"/>
                </a:lnTo>
                <a:lnTo>
                  <a:pt x="579" y="341"/>
                </a:lnTo>
                <a:lnTo>
                  <a:pt x="579" y="342"/>
                </a:lnTo>
                <a:lnTo>
                  <a:pt x="579" y="343"/>
                </a:lnTo>
                <a:lnTo>
                  <a:pt x="579" y="346"/>
                </a:lnTo>
                <a:lnTo>
                  <a:pt x="579" y="347"/>
                </a:lnTo>
                <a:lnTo>
                  <a:pt x="578" y="348"/>
                </a:lnTo>
                <a:lnTo>
                  <a:pt x="578" y="349"/>
                </a:lnTo>
                <a:lnTo>
                  <a:pt x="577" y="351"/>
                </a:lnTo>
                <a:lnTo>
                  <a:pt x="576" y="352"/>
                </a:lnTo>
                <a:lnTo>
                  <a:pt x="574" y="354"/>
                </a:lnTo>
                <a:lnTo>
                  <a:pt x="573" y="354"/>
                </a:lnTo>
                <a:lnTo>
                  <a:pt x="573" y="355"/>
                </a:lnTo>
                <a:lnTo>
                  <a:pt x="571" y="356"/>
                </a:lnTo>
                <a:lnTo>
                  <a:pt x="571" y="358"/>
                </a:lnTo>
                <a:lnTo>
                  <a:pt x="570" y="359"/>
                </a:lnTo>
                <a:lnTo>
                  <a:pt x="570" y="361"/>
                </a:lnTo>
                <a:lnTo>
                  <a:pt x="569" y="361"/>
                </a:lnTo>
                <a:lnTo>
                  <a:pt x="569" y="363"/>
                </a:lnTo>
                <a:lnTo>
                  <a:pt x="569" y="365"/>
                </a:lnTo>
                <a:lnTo>
                  <a:pt x="569" y="366"/>
                </a:lnTo>
                <a:lnTo>
                  <a:pt x="570" y="367"/>
                </a:lnTo>
                <a:lnTo>
                  <a:pt x="573" y="370"/>
                </a:lnTo>
                <a:lnTo>
                  <a:pt x="573" y="371"/>
                </a:lnTo>
                <a:lnTo>
                  <a:pt x="573" y="372"/>
                </a:lnTo>
                <a:lnTo>
                  <a:pt x="574" y="372"/>
                </a:lnTo>
                <a:lnTo>
                  <a:pt x="573" y="374"/>
                </a:lnTo>
                <a:lnTo>
                  <a:pt x="573" y="375"/>
                </a:lnTo>
                <a:lnTo>
                  <a:pt x="572" y="377"/>
                </a:lnTo>
                <a:lnTo>
                  <a:pt x="572" y="380"/>
                </a:lnTo>
                <a:lnTo>
                  <a:pt x="572" y="381"/>
                </a:lnTo>
                <a:lnTo>
                  <a:pt x="572" y="382"/>
                </a:lnTo>
                <a:lnTo>
                  <a:pt x="573" y="383"/>
                </a:lnTo>
                <a:lnTo>
                  <a:pt x="573" y="385"/>
                </a:lnTo>
                <a:lnTo>
                  <a:pt x="575" y="386"/>
                </a:lnTo>
                <a:lnTo>
                  <a:pt x="576" y="386"/>
                </a:lnTo>
                <a:lnTo>
                  <a:pt x="577" y="387"/>
                </a:lnTo>
                <a:lnTo>
                  <a:pt x="579" y="387"/>
                </a:lnTo>
                <a:lnTo>
                  <a:pt x="581" y="387"/>
                </a:lnTo>
                <a:lnTo>
                  <a:pt x="583" y="387"/>
                </a:lnTo>
                <a:lnTo>
                  <a:pt x="584" y="388"/>
                </a:lnTo>
                <a:lnTo>
                  <a:pt x="585" y="388"/>
                </a:lnTo>
                <a:lnTo>
                  <a:pt x="585" y="389"/>
                </a:lnTo>
                <a:lnTo>
                  <a:pt x="585" y="390"/>
                </a:lnTo>
                <a:lnTo>
                  <a:pt x="585" y="391"/>
                </a:lnTo>
                <a:lnTo>
                  <a:pt x="585" y="393"/>
                </a:lnTo>
                <a:lnTo>
                  <a:pt x="585" y="395"/>
                </a:lnTo>
                <a:lnTo>
                  <a:pt x="586" y="396"/>
                </a:lnTo>
                <a:lnTo>
                  <a:pt x="586" y="397"/>
                </a:lnTo>
                <a:lnTo>
                  <a:pt x="587" y="398"/>
                </a:lnTo>
                <a:lnTo>
                  <a:pt x="588" y="400"/>
                </a:lnTo>
                <a:lnTo>
                  <a:pt x="590" y="400"/>
                </a:lnTo>
                <a:lnTo>
                  <a:pt x="592" y="401"/>
                </a:lnTo>
                <a:lnTo>
                  <a:pt x="594" y="402"/>
                </a:lnTo>
                <a:lnTo>
                  <a:pt x="594" y="403"/>
                </a:lnTo>
                <a:lnTo>
                  <a:pt x="595" y="403"/>
                </a:lnTo>
                <a:lnTo>
                  <a:pt x="596" y="404"/>
                </a:lnTo>
                <a:lnTo>
                  <a:pt x="597" y="406"/>
                </a:lnTo>
                <a:lnTo>
                  <a:pt x="598" y="407"/>
                </a:lnTo>
                <a:lnTo>
                  <a:pt x="599" y="407"/>
                </a:lnTo>
                <a:lnTo>
                  <a:pt x="600" y="407"/>
                </a:lnTo>
                <a:lnTo>
                  <a:pt x="601" y="407"/>
                </a:lnTo>
                <a:lnTo>
                  <a:pt x="602" y="407"/>
                </a:lnTo>
                <a:lnTo>
                  <a:pt x="603" y="407"/>
                </a:lnTo>
                <a:lnTo>
                  <a:pt x="603" y="408"/>
                </a:lnTo>
                <a:lnTo>
                  <a:pt x="604" y="408"/>
                </a:lnTo>
                <a:lnTo>
                  <a:pt x="605" y="408"/>
                </a:lnTo>
                <a:lnTo>
                  <a:pt x="606" y="408"/>
                </a:lnTo>
                <a:lnTo>
                  <a:pt x="607" y="408"/>
                </a:lnTo>
                <a:lnTo>
                  <a:pt x="608" y="408"/>
                </a:lnTo>
                <a:lnTo>
                  <a:pt x="608" y="407"/>
                </a:lnTo>
                <a:lnTo>
                  <a:pt x="609" y="407"/>
                </a:lnTo>
                <a:lnTo>
                  <a:pt x="610" y="406"/>
                </a:lnTo>
                <a:lnTo>
                  <a:pt x="611" y="406"/>
                </a:lnTo>
                <a:lnTo>
                  <a:pt x="612" y="406"/>
                </a:lnTo>
                <a:lnTo>
                  <a:pt x="613" y="407"/>
                </a:lnTo>
                <a:lnTo>
                  <a:pt x="614" y="407"/>
                </a:lnTo>
                <a:lnTo>
                  <a:pt x="615" y="408"/>
                </a:lnTo>
                <a:lnTo>
                  <a:pt x="616" y="408"/>
                </a:lnTo>
                <a:lnTo>
                  <a:pt x="617" y="409"/>
                </a:lnTo>
                <a:lnTo>
                  <a:pt x="618" y="409"/>
                </a:lnTo>
                <a:lnTo>
                  <a:pt x="619" y="410"/>
                </a:lnTo>
                <a:lnTo>
                  <a:pt x="620" y="410"/>
                </a:lnTo>
                <a:lnTo>
                  <a:pt x="623" y="411"/>
                </a:lnTo>
                <a:lnTo>
                  <a:pt x="624" y="411"/>
                </a:lnTo>
                <a:lnTo>
                  <a:pt x="625" y="411"/>
                </a:lnTo>
                <a:lnTo>
                  <a:pt x="626" y="411"/>
                </a:lnTo>
                <a:lnTo>
                  <a:pt x="628" y="411"/>
                </a:lnTo>
                <a:lnTo>
                  <a:pt x="629" y="412"/>
                </a:lnTo>
                <a:lnTo>
                  <a:pt x="632" y="412"/>
                </a:lnTo>
                <a:lnTo>
                  <a:pt x="633" y="412"/>
                </a:lnTo>
                <a:lnTo>
                  <a:pt x="634" y="411"/>
                </a:lnTo>
                <a:lnTo>
                  <a:pt x="635" y="410"/>
                </a:lnTo>
                <a:lnTo>
                  <a:pt x="636" y="410"/>
                </a:lnTo>
                <a:lnTo>
                  <a:pt x="637" y="409"/>
                </a:lnTo>
                <a:lnTo>
                  <a:pt x="639" y="409"/>
                </a:lnTo>
                <a:lnTo>
                  <a:pt x="640" y="409"/>
                </a:lnTo>
                <a:lnTo>
                  <a:pt x="641" y="409"/>
                </a:lnTo>
                <a:lnTo>
                  <a:pt x="642" y="410"/>
                </a:lnTo>
                <a:lnTo>
                  <a:pt x="643" y="411"/>
                </a:lnTo>
                <a:lnTo>
                  <a:pt x="644" y="411"/>
                </a:lnTo>
                <a:lnTo>
                  <a:pt x="645" y="412"/>
                </a:lnTo>
                <a:lnTo>
                  <a:pt x="645" y="411"/>
                </a:lnTo>
                <a:lnTo>
                  <a:pt x="646" y="411"/>
                </a:lnTo>
                <a:lnTo>
                  <a:pt x="647" y="410"/>
                </a:lnTo>
                <a:lnTo>
                  <a:pt x="648" y="410"/>
                </a:lnTo>
                <a:lnTo>
                  <a:pt x="648" y="409"/>
                </a:lnTo>
                <a:lnTo>
                  <a:pt x="648" y="408"/>
                </a:lnTo>
                <a:lnTo>
                  <a:pt x="648" y="407"/>
                </a:lnTo>
                <a:lnTo>
                  <a:pt x="649" y="407"/>
                </a:lnTo>
                <a:lnTo>
                  <a:pt x="651" y="407"/>
                </a:lnTo>
                <a:lnTo>
                  <a:pt x="653" y="407"/>
                </a:lnTo>
                <a:lnTo>
                  <a:pt x="655" y="407"/>
                </a:lnTo>
                <a:lnTo>
                  <a:pt x="657" y="407"/>
                </a:lnTo>
                <a:lnTo>
                  <a:pt x="659" y="407"/>
                </a:lnTo>
                <a:lnTo>
                  <a:pt x="661" y="406"/>
                </a:lnTo>
                <a:lnTo>
                  <a:pt x="662" y="406"/>
                </a:lnTo>
                <a:lnTo>
                  <a:pt x="662" y="405"/>
                </a:lnTo>
                <a:lnTo>
                  <a:pt x="663" y="405"/>
                </a:lnTo>
                <a:lnTo>
                  <a:pt x="664" y="405"/>
                </a:lnTo>
                <a:lnTo>
                  <a:pt x="665" y="405"/>
                </a:lnTo>
                <a:lnTo>
                  <a:pt x="667" y="406"/>
                </a:lnTo>
                <a:lnTo>
                  <a:pt x="669" y="406"/>
                </a:lnTo>
                <a:lnTo>
                  <a:pt x="670" y="407"/>
                </a:lnTo>
                <a:lnTo>
                  <a:pt x="671" y="407"/>
                </a:lnTo>
                <a:lnTo>
                  <a:pt x="673" y="408"/>
                </a:lnTo>
                <a:lnTo>
                  <a:pt x="675" y="408"/>
                </a:lnTo>
                <a:lnTo>
                  <a:pt x="677" y="409"/>
                </a:lnTo>
                <a:lnTo>
                  <a:pt x="678" y="409"/>
                </a:lnTo>
                <a:lnTo>
                  <a:pt x="679" y="409"/>
                </a:lnTo>
                <a:lnTo>
                  <a:pt x="680" y="409"/>
                </a:lnTo>
                <a:lnTo>
                  <a:pt x="680" y="408"/>
                </a:lnTo>
                <a:lnTo>
                  <a:pt x="681" y="408"/>
                </a:lnTo>
                <a:lnTo>
                  <a:pt x="681" y="407"/>
                </a:lnTo>
                <a:lnTo>
                  <a:pt x="681" y="406"/>
                </a:lnTo>
                <a:lnTo>
                  <a:pt x="682" y="406"/>
                </a:lnTo>
                <a:lnTo>
                  <a:pt x="683" y="406"/>
                </a:lnTo>
                <a:lnTo>
                  <a:pt x="684" y="407"/>
                </a:lnTo>
                <a:lnTo>
                  <a:pt x="686" y="407"/>
                </a:lnTo>
                <a:lnTo>
                  <a:pt x="687" y="408"/>
                </a:lnTo>
                <a:lnTo>
                  <a:pt x="687" y="409"/>
                </a:lnTo>
                <a:lnTo>
                  <a:pt x="687" y="410"/>
                </a:lnTo>
                <a:lnTo>
                  <a:pt x="687" y="411"/>
                </a:lnTo>
                <a:lnTo>
                  <a:pt x="686" y="411"/>
                </a:lnTo>
                <a:lnTo>
                  <a:pt x="685" y="412"/>
                </a:lnTo>
                <a:lnTo>
                  <a:pt x="683" y="414"/>
                </a:lnTo>
                <a:lnTo>
                  <a:pt x="683" y="415"/>
                </a:lnTo>
                <a:lnTo>
                  <a:pt x="682" y="416"/>
                </a:lnTo>
                <a:lnTo>
                  <a:pt x="682" y="417"/>
                </a:lnTo>
                <a:lnTo>
                  <a:pt x="682" y="418"/>
                </a:lnTo>
                <a:lnTo>
                  <a:pt x="683" y="418"/>
                </a:lnTo>
                <a:lnTo>
                  <a:pt x="684" y="419"/>
                </a:lnTo>
                <a:lnTo>
                  <a:pt x="685" y="419"/>
                </a:lnTo>
                <a:lnTo>
                  <a:pt x="686" y="419"/>
                </a:lnTo>
                <a:lnTo>
                  <a:pt x="687" y="419"/>
                </a:lnTo>
                <a:lnTo>
                  <a:pt x="687" y="418"/>
                </a:lnTo>
                <a:lnTo>
                  <a:pt x="688" y="418"/>
                </a:lnTo>
                <a:lnTo>
                  <a:pt x="689" y="418"/>
                </a:lnTo>
                <a:lnTo>
                  <a:pt x="691" y="417"/>
                </a:lnTo>
                <a:lnTo>
                  <a:pt x="692" y="417"/>
                </a:lnTo>
                <a:lnTo>
                  <a:pt x="694" y="417"/>
                </a:lnTo>
                <a:lnTo>
                  <a:pt x="695" y="417"/>
                </a:lnTo>
                <a:lnTo>
                  <a:pt x="697" y="418"/>
                </a:lnTo>
                <a:lnTo>
                  <a:pt x="698" y="419"/>
                </a:lnTo>
                <a:lnTo>
                  <a:pt x="699" y="420"/>
                </a:lnTo>
                <a:lnTo>
                  <a:pt x="700" y="420"/>
                </a:lnTo>
                <a:lnTo>
                  <a:pt x="702" y="420"/>
                </a:lnTo>
                <a:lnTo>
                  <a:pt x="705" y="420"/>
                </a:lnTo>
                <a:lnTo>
                  <a:pt x="706" y="421"/>
                </a:lnTo>
                <a:lnTo>
                  <a:pt x="707" y="422"/>
                </a:lnTo>
                <a:lnTo>
                  <a:pt x="707" y="423"/>
                </a:lnTo>
                <a:lnTo>
                  <a:pt x="708" y="425"/>
                </a:lnTo>
                <a:lnTo>
                  <a:pt x="709" y="427"/>
                </a:lnTo>
                <a:lnTo>
                  <a:pt x="709" y="428"/>
                </a:lnTo>
                <a:lnTo>
                  <a:pt x="710" y="428"/>
                </a:lnTo>
                <a:lnTo>
                  <a:pt x="710" y="429"/>
                </a:lnTo>
                <a:lnTo>
                  <a:pt x="711" y="430"/>
                </a:lnTo>
                <a:lnTo>
                  <a:pt x="712" y="430"/>
                </a:lnTo>
                <a:lnTo>
                  <a:pt x="713" y="431"/>
                </a:lnTo>
                <a:lnTo>
                  <a:pt x="714" y="431"/>
                </a:lnTo>
                <a:lnTo>
                  <a:pt x="717" y="431"/>
                </a:lnTo>
                <a:lnTo>
                  <a:pt x="718" y="431"/>
                </a:lnTo>
                <a:lnTo>
                  <a:pt x="719" y="429"/>
                </a:lnTo>
                <a:lnTo>
                  <a:pt x="720" y="428"/>
                </a:lnTo>
                <a:lnTo>
                  <a:pt x="721" y="428"/>
                </a:lnTo>
                <a:lnTo>
                  <a:pt x="722" y="427"/>
                </a:lnTo>
                <a:lnTo>
                  <a:pt x="724" y="426"/>
                </a:lnTo>
                <a:lnTo>
                  <a:pt x="725" y="426"/>
                </a:lnTo>
                <a:lnTo>
                  <a:pt x="727" y="427"/>
                </a:lnTo>
                <a:lnTo>
                  <a:pt x="729" y="427"/>
                </a:lnTo>
                <a:lnTo>
                  <a:pt x="730" y="428"/>
                </a:lnTo>
                <a:lnTo>
                  <a:pt x="731" y="428"/>
                </a:lnTo>
                <a:lnTo>
                  <a:pt x="731" y="429"/>
                </a:lnTo>
                <a:lnTo>
                  <a:pt x="732" y="429"/>
                </a:lnTo>
                <a:lnTo>
                  <a:pt x="732" y="430"/>
                </a:lnTo>
                <a:lnTo>
                  <a:pt x="733" y="430"/>
                </a:lnTo>
                <a:lnTo>
                  <a:pt x="733" y="431"/>
                </a:lnTo>
                <a:lnTo>
                  <a:pt x="734" y="431"/>
                </a:lnTo>
                <a:lnTo>
                  <a:pt x="735" y="431"/>
                </a:lnTo>
                <a:lnTo>
                  <a:pt x="736" y="431"/>
                </a:lnTo>
                <a:lnTo>
                  <a:pt x="737" y="431"/>
                </a:lnTo>
                <a:lnTo>
                  <a:pt x="738" y="430"/>
                </a:lnTo>
                <a:lnTo>
                  <a:pt x="739" y="430"/>
                </a:lnTo>
                <a:lnTo>
                  <a:pt x="739" y="429"/>
                </a:lnTo>
                <a:lnTo>
                  <a:pt x="739" y="428"/>
                </a:lnTo>
                <a:lnTo>
                  <a:pt x="738" y="427"/>
                </a:lnTo>
                <a:lnTo>
                  <a:pt x="738" y="426"/>
                </a:lnTo>
                <a:lnTo>
                  <a:pt x="738" y="425"/>
                </a:lnTo>
                <a:lnTo>
                  <a:pt x="738" y="424"/>
                </a:lnTo>
                <a:lnTo>
                  <a:pt x="739" y="424"/>
                </a:lnTo>
                <a:lnTo>
                  <a:pt x="740" y="423"/>
                </a:lnTo>
                <a:lnTo>
                  <a:pt x="741" y="422"/>
                </a:lnTo>
                <a:lnTo>
                  <a:pt x="742" y="422"/>
                </a:lnTo>
                <a:lnTo>
                  <a:pt x="744" y="422"/>
                </a:lnTo>
                <a:lnTo>
                  <a:pt x="745" y="422"/>
                </a:lnTo>
                <a:lnTo>
                  <a:pt x="746" y="423"/>
                </a:lnTo>
                <a:lnTo>
                  <a:pt x="747" y="423"/>
                </a:lnTo>
                <a:lnTo>
                  <a:pt x="748" y="423"/>
                </a:lnTo>
                <a:lnTo>
                  <a:pt x="749" y="423"/>
                </a:lnTo>
                <a:lnTo>
                  <a:pt x="751" y="424"/>
                </a:lnTo>
                <a:lnTo>
                  <a:pt x="752" y="425"/>
                </a:lnTo>
                <a:lnTo>
                  <a:pt x="753" y="426"/>
                </a:lnTo>
                <a:lnTo>
                  <a:pt x="754" y="427"/>
                </a:lnTo>
                <a:lnTo>
                  <a:pt x="754" y="428"/>
                </a:lnTo>
                <a:lnTo>
                  <a:pt x="754" y="430"/>
                </a:lnTo>
                <a:lnTo>
                  <a:pt x="754" y="432"/>
                </a:lnTo>
                <a:lnTo>
                  <a:pt x="754" y="434"/>
                </a:lnTo>
                <a:lnTo>
                  <a:pt x="754" y="435"/>
                </a:lnTo>
                <a:lnTo>
                  <a:pt x="755" y="436"/>
                </a:lnTo>
                <a:lnTo>
                  <a:pt x="755" y="437"/>
                </a:lnTo>
                <a:lnTo>
                  <a:pt x="756" y="438"/>
                </a:lnTo>
                <a:lnTo>
                  <a:pt x="757" y="438"/>
                </a:lnTo>
                <a:lnTo>
                  <a:pt x="757" y="439"/>
                </a:lnTo>
                <a:lnTo>
                  <a:pt x="758" y="439"/>
                </a:lnTo>
                <a:lnTo>
                  <a:pt x="760" y="439"/>
                </a:lnTo>
                <a:lnTo>
                  <a:pt x="761" y="439"/>
                </a:lnTo>
                <a:lnTo>
                  <a:pt x="762" y="438"/>
                </a:lnTo>
                <a:lnTo>
                  <a:pt x="763" y="437"/>
                </a:lnTo>
                <a:lnTo>
                  <a:pt x="764" y="437"/>
                </a:lnTo>
                <a:lnTo>
                  <a:pt x="765" y="437"/>
                </a:lnTo>
                <a:lnTo>
                  <a:pt x="768" y="437"/>
                </a:lnTo>
                <a:lnTo>
                  <a:pt x="769" y="437"/>
                </a:lnTo>
                <a:lnTo>
                  <a:pt x="770" y="438"/>
                </a:lnTo>
                <a:lnTo>
                  <a:pt x="771" y="439"/>
                </a:lnTo>
                <a:lnTo>
                  <a:pt x="772" y="439"/>
                </a:lnTo>
                <a:lnTo>
                  <a:pt x="772" y="440"/>
                </a:lnTo>
                <a:lnTo>
                  <a:pt x="772" y="441"/>
                </a:lnTo>
                <a:lnTo>
                  <a:pt x="772" y="442"/>
                </a:lnTo>
                <a:lnTo>
                  <a:pt x="772" y="443"/>
                </a:lnTo>
                <a:lnTo>
                  <a:pt x="772" y="444"/>
                </a:lnTo>
                <a:lnTo>
                  <a:pt x="772" y="446"/>
                </a:lnTo>
                <a:lnTo>
                  <a:pt x="773" y="447"/>
                </a:lnTo>
                <a:lnTo>
                  <a:pt x="774" y="448"/>
                </a:lnTo>
                <a:lnTo>
                  <a:pt x="775" y="449"/>
                </a:lnTo>
                <a:lnTo>
                  <a:pt x="776" y="449"/>
                </a:lnTo>
                <a:lnTo>
                  <a:pt x="778" y="449"/>
                </a:lnTo>
                <a:lnTo>
                  <a:pt x="779" y="449"/>
                </a:lnTo>
                <a:lnTo>
                  <a:pt x="780" y="449"/>
                </a:lnTo>
                <a:lnTo>
                  <a:pt x="781" y="449"/>
                </a:lnTo>
                <a:lnTo>
                  <a:pt x="782" y="449"/>
                </a:lnTo>
                <a:lnTo>
                  <a:pt x="782" y="450"/>
                </a:lnTo>
                <a:lnTo>
                  <a:pt x="782" y="451"/>
                </a:lnTo>
                <a:lnTo>
                  <a:pt x="782" y="452"/>
                </a:lnTo>
                <a:lnTo>
                  <a:pt x="781" y="453"/>
                </a:lnTo>
                <a:lnTo>
                  <a:pt x="781" y="454"/>
                </a:lnTo>
                <a:lnTo>
                  <a:pt x="781" y="455"/>
                </a:lnTo>
                <a:lnTo>
                  <a:pt x="782" y="456"/>
                </a:lnTo>
                <a:lnTo>
                  <a:pt x="783" y="456"/>
                </a:lnTo>
                <a:lnTo>
                  <a:pt x="784" y="456"/>
                </a:lnTo>
                <a:lnTo>
                  <a:pt x="786" y="456"/>
                </a:lnTo>
                <a:lnTo>
                  <a:pt x="787" y="457"/>
                </a:lnTo>
                <a:lnTo>
                  <a:pt x="788" y="457"/>
                </a:lnTo>
                <a:lnTo>
                  <a:pt x="788" y="458"/>
                </a:lnTo>
                <a:lnTo>
                  <a:pt x="788" y="459"/>
                </a:lnTo>
                <a:lnTo>
                  <a:pt x="788" y="460"/>
                </a:lnTo>
                <a:lnTo>
                  <a:pt x="787" y="461"/>
                </a:lnTo>
                <a:lnTo>
                  <a:pt x="787" y="462"/>
                </a:lnTo>
                <a:lnTo>
                  <a:pt x="787" y="463"/>
                </a:lnTo>
                <a:lnTo>
                  <a:pt x="788" y="463"/>
                </a:lnTo>
                <a:lnTo>
                  <a:pt x="789" y="464"/>
                </a:lnTo>
                <a:lnTo>
                  <a:pt x="791" y="464"/>
                </a:lnTo>
                <a:lnTo>
                  <a:pt x="792" y="464"/>
                </a:lnTo>
                <a:lnTo>
                  <a:pt x="793" y="464"/>
                </a:lnTo>
                <a:lnTo>
                  <a:pt x="794" y="465"/>
                </a:lnTo>
                <a:lnTo>
                  <a:pt x="796" y="465"/>
                </a:lnTo>
                <a:lnTo>
                  <a:pt x="796" y="466"/>
                </a:lnTo>
                <a:lnTo>
                  <a:pt x="797" y="466"/>
                </a:lnTo>
                <a:lnTo>
                  <a:pt x="798" y="467"/>
                </a:lnTo>
                <a:lnTo>
                  <a:pt x="798" y="468"/>
                </a:lnTo>
                <a:lnTo>
                  <a:pt x="799" y="469"/>
                </a:lnTo>
                <a:lnTo>
                  <a:pt x="800" y="470"/>
                </a:lnTo>
                <a:lnTo>
                  <a:pt x="801" y="470"/>
                </a:lnTo>
                <a:lnTo>
                  <a:pt x="802" y="471"/>
                </a:lnTo>
                <a:lnTo>
                  <a:pt x="803" y="471"/>
                </a:lnTo>
                <a:lnTo>
                  <a:pt x="804" y="471"/>
                </a:lnTo>
                <a:lnTo>
                  <a:pt x="804" y="472"/>
                </a:lnTo>
                <a:lnTo>
                  <a:pt x="805" y="472"/>
                </a:lnTo>
                <a:lnTo>
                  <a:pt x="806" y="473"/>
                </a:lnTo>
                <a:lnTo>
                  <a:pt x="807" y="473"/>
                </a:lnTo>
                <a:lnTo>
                  <a:pt x="807" y="474"/>
                </a:lnTo>
                <a:lnTo>
                  <a:pt x="808" y="474"/>
                </a:lnTo>
                <a:lnTo>
                  <a:pt x="809" y="475"/>
                </a:lnTo>
                <a:lnTo>
                  <a:pt x="811" y="476"/>
                </a:lnTo>
                <a:lnTo>
                  <a:pt x="812" y="477"/>
                </a:lnTo>
                <a:lnTo>
                  <a:pt x="813" y="477"/>
                </a:lnTo>
                <a:lnTo>
                  <a:pt x="814" y="479"/>
                </a:lnTo>
                <a:lnTo>
                  <a:pt x="815" y="480"/>
                </a:lnTo>
                <a:lnTo>
                  <a:pt x="816" y="481"/>
                </a:lnTo>
                <a:lnTo>
                  <a:pt x="817" y="481"/>
                </a:lnTo>
                <a:lnTo>
                  <a:pt x="819" y="481"/>
                </a:lnTo>
                <a:lnTo>
                  <a:pt x="820" y="481"/>
                </a:lnTo>
                <a:lnTo>
                  <a:pt x="821" y="481"/>
                </a:lnTo>
                <a:lnTo>
                  <a:pt x="822" y="480"/>
                </a:lnTo>
                <a:lnTo>
                  <a:pt x="824" y="480"/>
                </a:lnTo>
                <a:lnTo>
                  <a:pt x="826" y="479"/>
                </a:lnTo>
                <a:lnTo>
                  <a:pt x="828" y="478"/>
                </a:lnTo>
                <a:lnTo>
                  <a:pt x="830" y="477"/>
                </a:lnTo>
                <a:lnTo>
                  <a:pt x="831" y="477"/>
                </a:lnTo>
                <a:lnTo>
                  <a:pt x="832" y="477"/>
                </a:lnTo>
                <a:lnTo>
                  <a:pt x="833" y="477"/>
                </a:lnTo>
                <a:lnTo>
                  <a:pt x="834" y="477"/>
                </a:lnTo>
                <a:lnTo>
                  <a:pt x="835" y="477"/>
                </a:lnTo>
                <a:lnTo>
                  <a:pt x="836" y="477"/>
                </a:lnTo>
                <a:lnTo>
                  <a:pt x="837" y="477"/>
                </a:lnTo>
                <a:lnTo>
                  <a:pt x="838" y="477"/>
                </a:lnTo>
                <a:lnTo>
                  <a:pt x="838" y="478"/>
                </a:lnTo>
                <a:lnTo>
                  <a:pt x="838" y="479"/>
                </a:lnTo>
                <a:lnTo>
                  <a:pt x="839" y="479"/>
                </a:lnTo>
                <a:lnTo>
                  <a:pt x="839" y="480"/>
                </a:lnTo>
                <a:lnTo>
                  <a:pt x="839" y="481"/>
                </a:lnTo>
                <a:lnTo>
                  <a:pt x="840" y="481"/>
                </a:lnTo>
                <a:lnTo>
                  <a:pt x="840" y="482"/>
                </a:lnTo>
                <a:lnTo>
                  <a:pt x="841" y="482"/>
                </a:lnTo>
                <a:lnTo>
                  <a:pt x="842" y="482"/>
                </a:lnTo>
                <a:lnTo>
                  <a:pt x="844" y="482"/>
                </a:lnTo>
                <a:lnTo>
                  <a:pt x="845" y="482"/>
                </a:lnTo>
                <a:lnTo>
                  <a:pt x="846" y="482"/>
                </a:lnTo>
                <a:lnTo>
                  <a:pt x="846" y="481"/>
                </a:lnTo>
                <a:lnTo>
                  <a:pt x="847" y="481"/>
                </a:lnTo>
                <a:lnTo>
                  <a:pt x="848" y="480"/>
                </a:lnTo>
                <a:lnTo>
                  <a:pt x="849" y="479"/>
                </a:lnTo>
                <a:lnTo>
                  <a:pt x="850" y="479"/>
                </a:lnTo>
                <a:lnTo>
                  <a:pt x="852" y="479"/>
                </a:lnTo>
                <a:lnTo>
                  <a:pt x="855" y="479"/>
                </a:lnTo>
                <a:lnTo>
                  <a:pt x="856" y="479"/>
                </a:lnTo>
                <a:lnTo>
                  <a:pt x="856" y="480"/>
                </a:lnTo>
                <a:lnTo>
                  <a:pt x="857" y="480"/>
                </a:lnTo>
                <a:lnTo>
                  <a:pt x="857" y="481"/>
                </a:lnTo>
                <a:lnTo>
                  <a:pt x="857" y="482"/>
                </a:lnTo>
                <a:lnTo>
                  <a:pt x="857" y="483"/>
                </a:lnTo>
                <a:lnTo>
                  <a:pt x="856" y="483"/>
                </a:lnTo>
                <a:lnTo>
                  <a:pt x="856" y="484"/>
                </a:lnTo>
                <a:lnTo>
                  <a:pt x="855" y="484"/>
                </a:lnTo>
                <a:lnTo>
                  <a:pt x="854" y="485"/>
                </a:lnTo>
                <a:lnTo>
                  <a:pt x="853" y="486"/>
                </a:lnTo>
                <a:lnTo>
                  <a:pt x="852" y="487"/>
                </a:lnTo>
                <a:lnTo>
                  <a:pt x="851" y="488"/>
                </a:lnTo>
                <a:lnTo>
                  <a:pt x="850" y="489"/>
                </a:lnTo>
                <a:lnTo>
                  <a:pt x="850" y="490"/>
                </a:lnTo>
                <a:lnTo>
                  <a:pt x="850" y="491"/>
                </a:lnTo>
                <a:lnTo>
                  <a:pt x="849" y="491"/>
                </a:lnTo>
                <a:lnTo>
                  <a:pt x="849" y="492"/>
                </a:lnTo>
                <a:lnTo>
                  <a:pt x="849" y="493"/>
                </a:lnTo>
                <a:lnTo>
                  <a:pt x="848" y="494"/>
                </a:lnTo>
                <a:lnTo>
                  <a:pt x="848" y="495"/>
                </a:lnTo>
                <a:lnTo>
                  <a:pt x="847" y="496"/>
                </a:lnTo>
                <a:lnTo>
                  <a:pt x="847" y="497"/>
                </a:lnTo>
                <a:lnTo>
                  <a:pt x="847" y="498"/>
                </a:lnTo>
                <a:lnTo>
                  <a:pt x="846" y="499"/>
                </a:lnTo>
                <a:lnTo>
                  <a:pt x="846" y="500"/>
                </a:lnTo>
                <a:lnTo>
                  <a:pt x="845" y="501"/>
                </a:lnTo>
                <a:lnTo>
                  <a:pt x="844" y="502"/>
                </a:lnTo>
                <a:lnTo>
                  <a:pt x="844" y="503"/>
                </a:lnTo>
                <a:lnTo>
                  <a:pt x="843" y="503"/>
                </a:lnTo>
                <a:lnTo>
                  <a:pt x="843" y="504"/>
                </a:lnTo>
                <a:lnTo>
                  <a:pt x="842" y="505"/>
                </a:lnTo>
                <a:lnTo>
                  <a:pt x="842" y="506"/>
                </a:lnTo>
                <a:lnTo>
                  <a:pt x="842" y="507"/>
                </a:lnTo>
                <a:lnTo>
                  <a:pt x="843" y="507"/>
                </a:lnTo>
                <a:lnTo>
                  <a:pt x="843" y="508"/>
                </a:lnTo>
                <a:lnTo>
                  <a:pt x="844" y="508"/>
                </a:lnTo>
                <a:lnTo>
                  <a:pt x="845" y="508"/>
                </a:lnTo>
                <a:lnTo>
                  <a:pt x="846" y="508"/>
                </a:lnTo>
                <a:lnTo>
                  <a:pt x="847" y="508"/>
                </a:lnTo>
                <a:lnTo>
                  <a:pt x="848" y="508"/>
                </a:lnTo>
                <a:lnTo>
                  <a:pt x="848" y="509"/>
                </a:lnTo>
                <a:lnTo>
                  <a:pt x="849" y="509"/>
                </a:lnTo>
                <a:lnTo>
                  <a:pt x="850" y="509"/>
                </a:lnTo>
                <a:lnTo>
                  <a:pt x="850" y="510"/>
                </a:lnTo>
                <a:lnTo>
                  <a:pt x="850" y="511"/>
                </a:lnTo>
                <a:lnTo>
                  <a:pt x="850" y="512"/>
                </a:lnTo>
                <a:lnTo>
                  <a:pt x="850" y="514"/>
                </a:lnTo>
                <a:lnTo>
                  <a:pt x="850" y="515"/>
                </a:lnTo>
                <a:lnTo>
                  <a:pt x="850" y="517"/>
                </a:lnTo>
                <a:lnTo>
                  <a:pt x="850" y="518"/>
                </a:lnTo>
                <a:lnTo>
                  <a:pt x="851" y="518"/>
                </a:lnTo>
                <a:lnTo>
                  <a:pt x="851" y="519"/>
                </a:lnTo>
                <a:lnTo>
                  <a:pt x="852" y="519"/>
                </a:lnTo>
                <a:lnTo>
                  <a:pt x="852" y="520"/>
                </a:lnTo>
                <a:lnTo>
                  <a:pt x="853" y="520"/>
                </a:lnTo>
                <a:lnTo>
                  <a:pt x="853" y="519"/>
                </a:lnTo>
                <a:lnTo>
                  <a:pt x="854" y="519"/>
                </a:lnTo>
                <a:lnTo>
                  <a:pt x="855" y="519"/>
                </a:lnTo>
                <a:lnTo>
                  <a:pt x="856" y="519"/>
                </a:lnTo>
                <a:lnTo>
                  <a:pt x="856" y="518"/>
                </a:lnTo>
                <a:lnTo>
                  <a:pt x="857" y="518"/>
                </a:lnTo>
                <a:lnTo>
                  <a:pt x="858" y="518"/>
                </a:lnTo>
                <a:lnTo>
                  <a:pt x="858" y="517"/>
                </a:lnTo>
                <a:lnTo>
                  <a:pt x="859" y="517"/>
                </a:lnTo>
                <a:lnTo>
                  <a:pt x="860" y="517"/>
                </a:lnTo>
                <a:lnTo>
                  <a:pt x="860" y="516"/>
                </a:lnTo>
                <a:lnTo>
                  <a:pt x="861" y="516"/>
                </a:lnTo>
                <a:lnTo>
                  <a:pt x="861" y="517"/>
                </a:lnTo>
                <a:lnTo>
                  <a:pt x="862" y="517"/>
                </a:lnTo>
                <a:lnTo>
                  <a:pt x="863" y="517"/>
                </a:lnTo>
                <a:lnTo>
                  <a:pt x="863" y="518"/>
                </a:lnTo>
                <a:lnTo>
                  <a:pt x="864" y="519"/>
                </a:lnTo>
                <a:lnTo>
                  <a:pt x="864" y="520"/>
                </a:lnTo>
                <a:lnTo>
                  <a:pt x="864" y="521"/>
                </a:lnTo>
                <a:lnTo>
                  <a:pt x="863" y="522"/>
                </a:lnTo>
                <a:lnTo>
                  <a:pt x="862" y="523"/>
                </a:lnTo>
                <a:lnTo>
                  <a:pt x="861" y="523"/>
                </a:lnTo>
                <a:lnTo>
                  <a:pt x="861" y="524"/>
                </a:lnTo>
                <a:lnTo>
                  <a:pt x="861" y="525"/>
                </a:lnTo>
                <a:lnTo>
                  <a:pt x="862" y="526"/>
                </a:lnTo>
                <a:lnTo>
                  <a:pt x="862" y="527"/>
                </a:lnTo>
                <a:lnTo>
                  <a:pt x="863" y="528"/>
                </a:lnTo>
                <a:lnTo>
                  <a:pt x="863" y="529"/>
                </a:lnTo>
                <a:lnTo>
                  <a:pt x="864" y="530"/>
                </a:lnTo>
                <a:lnTo>
                  <a:pt x="864" y="531"/>
                </a:lnTo>
                <a:lnTo>
                  <a:pt x="864" y="532"/>
                </a:lnTo>
                <a:lnTo>
                  <a:pt x="864" y="533"/>
                </a:lnTo>
                <a:lnTo>
                  <a:pt x="865" y="533"/>
                </a:lnTo>
                <a:lnTo>
                  <a:pt x="866" y="533"/>
                </a:lnTo>
                <a:lnTo>
                  <a:pt x="866" y="534"/>
                </a:lnTo>
                <a:lnTo>
                  <a:pt x="867" y="534"/>
                </a:lnTo>
                <a:lnTo>
                  <a:pt x="868" y="534"/>
                </a:lnTo>
                <a:lnTo>
                  <a:pt x="869" y="535"/>
                </a:lnTo>
                <a:lnTo>
                  <a:pt x="869" y="536"/>
                </a:lnTo>
                <a:lnTo>
                  <a:pt x="869" y="537"/>
                </a:lnTo>
                <a:lnTo>
                  <a:pt x="870" y="537"/>
                </a:lnTo>
                <a:lnTo>
                  <a:pt x="870" y="538"/>
                </a:lnTo>
                <a:lnTo>
                  <a:pt x="870" y="539"/>
                </a:lnTo>
                <a:lnTo>
                  <a:pt x="870" y="540"/>
                </a:lnTo>
                <a:lnTo>
                  <a:pt x="869" y="540"/>
                </a:lnTo>
                <a:lnTo>
                  <a:pt x="869" y="541"/>
                </a:lnTo>
                <a:lnTo>
                  <a:pt x="868" y="541"/>
                </a:lnTo>
                <a:lnTo>
                  <a:pt x="868" y="542"/>
                </a:lnTo>
                <a:lnTo>
                  <a:pt x="867" y="542"/>
                </a:lnTo>
                <a:lnTo>
                  <a:pt x="867" y="543"/>
                </a:lnTo>
                <a:lnTo>
                  <a:pt x="866" y="543"/>
                </a:lnTo>
                <a:lnTo>
                  <a:pt x="865" y="543"/>
                </a:lnTo>
                <a:lnTo>
                  <a:pt x="865" y="544"/>
                </a:lnTo>
                <a:lnTo>
                  <a:pt x="864" y="544"/>
                </a:lnTo>
                <a:lnTo>
                  <a:pt x="864" y="545"/>
                </a:lnTo>
                <a:lnTo>
                  <a:pt x="864" y="546"/>
                </a:lnTo>
                <a:lnTo>
                  <a:pt x="863" y="546"/>
                </a:lnTo>
                <a:lnTo>
                  <a:pt x="863" y="547"/>
                </a:lnTo>
                <a:lnTo>
                  <a:pt x="863" y="548"/>
                </a:lnTo>
                <a:lnTo>
                  <a:pt x="863" y="550"/>
                </a:lnTo>
                <a:lnTo>
                  <a:pt x="863" y="551"/>
                </a:lnTo>
                <a:lnTo>
                  <a:pt x="862" y="551"/>
                </a:lnTo>
                <a:lnTo>
                  <a:pt x="861" y="551"/>
                </a:lnTo>
                <a:lnTo>
                  <a:pt x="860" y="552"/>
                </a:lnTo>
                <a:lnTo>
                  <a:pt x="859" y="552"/>
                </a:lnTo>
                <a:lnTo>
                  <a:pt x="859" y="553"/>
                </a:lnTo>
                <a:lnTo>
                  <a:pt x="858" y="554"/>
                </a:lnTo>
                <a:lnTo>
                  <a:pt x="857" y="555"/>
                </a:lnTo>
                <a:lnTo>
                  <a:pt x="856" y="555"/>
                </a:lnTo>
                <a:lnTo>
                  <a:pt x="856" y="556"/>
                </a:lnTo>
                <a:lnTo>
                  <a:pt x="855" y="556"/>
                </a:lnTo>
                <a:lnTo>
                  <a:pt x="855" y="557"/>
                </a:lnTo>
                <a:lnTo>
                  <a:pt x="854" y="557"/>
                </a:lnTo>
                <a:lnTo>
                  <a:pt x="854" y="558"/>
                </a:lnTo>
                <a:lnTo>
                  <a:pt x="854" y="559"/>
                </a:lnTo>
                <a:lnTo>
                  <a:pt x="854" y="560"/>
                </a:lnTo>
                <a:lnTo>
                  <a:pt x="855" y="560"/>
                </a:lnTo>
                <a:lnTo>
                  <a:pt x="856" y="560"/>
                </a:lnTo>
                <a:lnTo>
                  <a:pt x="856" y="561"/>
                </a:lnTo>
                <a:lnTo>
                  <a:pt x="856" y="562"/>
                </a:lnTo>
                <a:lnTo>
                  <a:pt x="856" y="563"/>
                </a:lnTo>
                <a:lnTo>
                  <a:pt x="856" y="564"/>
                </a:lnTo>
                <a:lnTo>
                  <a:pt x="857" y="564"/>
                </a:lnTo>
                <a:lnTo>
                  <a:pt x="857" y="565"/>
                </a:lnTo>
                <a:lnTo>
                  <a:pt x="858" y="565"/>
                </a:lnTo>
                <a:lnTo>
                  <a:pt x="859" y="565"/>
                </a:lnTo>
                <a:lnTo>
                  <a:pt x="859" y="566"/>
                </a:lnTo>
                <a:lnTo>
                  <a:pt x="860" y="566"/>
                </a:lnTo>
                <a:lnTo>
                  <a:pt x="861" y="566"/>
                </a:lnTo>
                <a:lnTo>
                  <a:pt x="861" y="567"/>
                </a:lnTo>
                <a:lnTo>
                  <a:pt x="862" y="568"/>
                </a:lnTo>
                <a:lnTo>
                  <a:pt x="863" y="569"/>
                </a:lnTo>
                <a:lnTo>
                  <a:pt x="864" y="570"/>
                </a:lnTo>
                <a:lnTo>
                  <a:pt x="867" y="572"/>
                </a:lnTo>
                <a:lnTo>
                  <a:pt x="870" y="574"/>
                </a:lnTo>
                <a:lnTo>
                  <a:pt x="872" y="575"/>
                </a:lnTo>
                <a:lnTo>
                  <a:pt x="873" y="576"/>
                </a:lnTo>
                <a:lnTo>
                  <a:pt x="874" y="577"/>
                </a:lnTo>
                <a:lnTo>
                  <a:pt x="874" y="578"/>
                </a:lnTo>
                <a:lnTo>
                  <a:pt x="875" y="578"/>
                </a:lnTo>
                <a:lnTo>
                  <a:pt x="876" y="579"/>
                </a:lnTo>
                <a:lnTo>
                  <a:pt x="877" y="580"/>
                </a:lnTo>
                <a:lnTo>
                  <a:pt x="877" y="582"/>
                </a:lnTo>
                <a:lnTo>
                  <a:pt x="878" y="583"/>
                </a:lnTo>
                <a:lnTo>
                  <a:pt x="880" y="585"/>
                </a:lnTo>
                <a:lnTo>
                  <a:pt x="880" y="586"/>
                </a:lnTo>
                <a:lnTo>
                  <a:pt x="881" y="586"/>
                </a:lnTo>
                <a:lnTo>
                  <a:pt x="881" y="587"/>
                </a:lnTo>
                <a:lnTo>
                  <a:pt x="881" y="588"/>
                </a:lnTo>
                <a:lnTo>
                  <a:pt x="881" y="591"/>
                </a:lnTo>
                <a:lnTo>
                  <a:pt x="881" y="592"/>
                </a:lnTo>
                <a:lnTo>
                  <a:pt x="881" y="595"/>
                </a:lnTo>
                <a:lnTo>
                  <a:pt x="881" y="596"/>
                </a:lnTo>
                <a:lnTo>
                  <a:pt x="882" y="597"/>
                </a:lnTo>
                <a:lnTo>
                  <a:pt x="882" y="598"/>
                </a:lnTo>
                <a:lnTo>
                  <a:pt x="882" y="599"/>
                </a:lnTo>
                <a:lnTo>
                  <a:pt x="883" y="599"/>
                </a:lnTo>
                <a:lnTo>
                  <a:pt x="884" y="599"/>
                </a:lnTo>
                <a:lnTo>
                  <a:pt x="885" y="601"/>
                </a:lnTo>
                <a:lnTo>
                  <a:pt x="887" y="601"/>
                </a:lnTo>
                <a:lnTo>
                  <a:pt x="889" y="601"/>
                </a:lnTo>
                <a:lnTo>
                  <a:pt x="896" y="601"/>
                </a:lnTo>
                <a:lnTo>
                  <a:pt x="901" y="600"/>
                </a:lnTo>
                <a:lnTo>
                  <a:pt x="902" y="599"/>
                </a:lnTo>
                <a:lnTo>
                  <a:pt x="903" y="599"/>
                </a:lnTo>
                <a:lnTo>
                  <a:pt x="904" y="598"/>
                </a:lnTo>
                <a:lnTo>
                  <a:pt x="905" y="598"/>
                </a:lnTo>
                <a:lnTo>
                  <a:pt x="905" y="597"/>
                </a:lnTo>
                <a:lnTo>
                  <a:pt x="906" y="597"/>
                </a:lnTo>
                <a:lnTo>
                  <a:pt x="908" y="597"/>
                </a:lnTo>
                <a:lnTo>
                  <a:pt x="909" y="596"/>
                </a:lnTo>
                <a:lnTo>
                  <a:pt x="911" y="596"/>
                </a:lnTo>
                <a:lnTo>
                  <a:pt x="912" y="597"/>
                </a:lnTo>
                <a:lnTo>
                  <a:pt x="913" y="597"/>
                </a:lnTo>
                <a:lnTo>
                  <a:pt x="915" y="597"/>
                </a:lnTo>
                <a:lnTo>
                  <a:pt x="916" y="597"/>
                </a:lnTo>
                <a:lnTo>
                  <a:pt x="918" y="597"/>
                </a:lnTo>
                <a:lnTo>
                  <a:pt x="919" y="597"/>
                </a:lnTo>
                <a:lnTo>
                  <a:pt x="920" y="597"/>
                </a:lnTo>
                <a:lnTo>
                  <a:pt x="921" y="596"/>
                </a:lnTo>
                <a:lnTo>
                  <a:pt x="922" y="596"/>
                </a:lnTo>
                <a:lnTo>
                  <a:pt x="924" y="596"/>
                </a:lnTo>
                <a:lnTo>
                  <a:pt x="924" y="595"/>
                </a:lnTo>
                <a:lnTo>
                  <a:pt x="925" y="595"/>
                </a:lnTo>
                <a:lnTo>
                  <a:pt x="926" y="595"/>
                </a:lnTo>
                <a:lnTo>
                  <a:pt x="927" y="596"/>
                </a:lnTo>
                <a:lnTo>
                  <a:pt x="929" y="596"/>
                </a:lnTo>
                <a:lnTo>
                  <a:pt x="931" y="596"/>
                </a:lnTo>
                <a:lnTo>
                  <a:pt x="933" y="596"/>
                </a:lnTo>
                <a:lnTo>
                  <a:pt x="934" y="597"/>
                </a:lnTo>
                <a:lnTo>
                  <a:pt x="935" y="597"/>
                </a:lnTo>
                <a:lnTo>
                  <a:pt x="935" y="598"/>
                </a:lnTo>
                <a:lnTo>
                  <a:pt x="935" y="599"/>
                </a:lnTo>
                <a:lnTo>
                  <a:pt x="935" y="601"/>
                </a:lnTo>
                <a:lnTo>
                  <a:pt x="935" y="602"/>
                </a:lnTo>
                <a:lnTo>
                  <a:pt x="936" y="602"/>
                </a:lnTo>
                <a:lnTo>
                  <a:pt x="936" y="603"/>
                </a:lnTo>
                <a:lnTo>
                  <a:pt x="938" y="604"/>
                </a:lnTo>
                <a:lnTo>
                  <a:pt x="939" y="604"/>
                </a:lnTo>
                <a:lnTo>
                  <a:pt x="940" y="604"/>
                </a:lnTo>
                <a:lnTo>
                  <a:pt x="941" y="604"/>
                </a:lnTo>
                <a:lnTo>
                  <a:pt x="942" y="604"/>
                </a:lnTo>
                <a:lnTo>
                  <a:pt x="943" y="603"/>
                </a:lnTo>
                <a:lnTo>
                  <a:pt x="944" y="603"/>
                </a:lnTo>
                <a:lnTo>
                  <a:pt x="944" y="602"/>
                </a:lnTo>
                <a:lnTo>
                  <a:pt x="945" y="602"/>
                </a:lnTo>
                <a:lnTo>
                  <a:pt x="945" y="601"/>
                </a:lnTo>
                <a:lnTo>
                  <a:pt x="946" y="600"/>
                </a:lnTo>
                <a:lnTo>
                  <a:pt x="947" y="600"/>
                </a:lnTo>
                <a:lnTo>
                  <a:pt x="948" y="599"/>
                </a:lnTo>
                <a:lnTo>
                  <a:pt x="949" y="599"/>
                </a:lnTo>
                <a:lnTo>
                  <a:pt x="950" y="599"/>
                </a:lnTo>
                <a:lnTo>
                  <a:pt x="951" y="599"/>
                </a:lnTo>
                <a:lnTo>
                  <a:pt x="952" y="600"/>
                </a:lnTo>
                <a:lnTo>
                  <a:pt x="954" y="601"/>
                </a:lnTo>
                <a:lnTo>
                  <a:pt x="954" y="602"/>
                </a:lnTo>
                <a:lnTo>
                  <a:pt x="955" y="602"/>
                </a:lnTo>
                <a:lnTo>
                  <a:pt x="956" y="602"/>
                </a:lnTo>
                <a:lnTo>
                  <a:pt x="958" y="603"/>
                </a:lnTo>
                <a:lnTo>
                  <a:pt x="959" y="603"/>
                </a:lnTo>
                <a:lnTo>
                  <a:pt x="960" y="603"/>
                </a:lnTo>
                <a:lnTo>
                  <a:pt x="961" y="603"/>
                </a:lnTo>
                <a:lnTo>
                  <a:pt x="962" y="603"/>
                </a:lnTo>
                <a:lnTo>
                  <a:pt x="963" y="602"/>
                </a:lnTo>
                <a:lnTo>
                  <a:pt x="964" y="602"/>
                </a:lnTo>
                <a:lnTo>
                  <a:pt x="966" y="602"/>
                </a:lnTo>
                <a:lnTo>
                  <a:pt x="967" y="602"/>
                </a:lnTo>
                <a:lnTo>
                  <a:pt x="970" y="603"/>
                </a:lnTo>
                <a:lnTo>
                  <a:pt x="972" y="603"/>
                </a:lnTo>
                <a:lnTo>
                  <a:pt x="973" y="603"/>
                </a:lnTo>
                <a:lnTo>
                  <a:pt x="974" y="603"/>
                </a:lnTo>
                <a:lnTo>
                  <a:pt x="974" y="602"/>
                </a:lnTo>
                <a:lnTo>
                  <a:pt x="974" y="600"/>
                </a:lnTo>
                <a:lnTo>
                  <a:pt x="975" y="600"/>
                </a:lnTo>
                <a:lnTo>
                  <a:pt x="975" y="599"/>
                </a:lnTo>
                <a:lnTo>
                  <a:pt x="976" y="599"/>
                </a:lnTo>
                <a:lnTo>
                  <a:pt x="977" y="599"/>
                </a:lnTo>
                <a:lnTo>
                  <a:pt x="978" y="599"/>
                </a:lnTo>
                <a:lnTo>
                  <a:pt x="979" y="599"/>
                </a:lnTo>
                <a:lnTo>
                  <a:pt x="980" y="599"/>
                </a:lnTo>
                <a:lnTo>
                  <a:pt x="980" y="600"/>
                </a:lnTo>
                <a:lnTo>
                  <a:pt x="981" y="600"/>
                </a:lnTo>
                <a:lnTo>
                  <a:pt x="982" y="600"/>
                </a:lnTo>
                <a:lnTo>
                  <a:pt x="984" y="600"/>
                </a:lnTo>
                <a:lnTo>
                  <a:pt x="985" y="600"/>
                </a:lnTo>
                <a:lnTo>
                  <a:pt x="990" y="600"/>
                </a:lnTo>
                <a:lnTo>
                  <a:pt x="991" y="599"/>
                </a:lnTo>
                <a:lnTo>
                  <a:pt x="992" y="599"/>
                </a:lnTo>
                <a:lnTo>
                  <a:pt x="993" y="599"/>
                </a:lnTo>
                <a:lnTo>
                  <a:pt x="993" y="598"/>
                </a:lnTo>
                <a:lnTo>
                  <a:pt x="995" y="598"/>
                </a:lnTo>
                <a:lnTo>
                  <a:pt x="995" y="599"/>
                </a:lnTo>
                <a:lnTo>
                  <a:pt x="996" y="599"/>
                </a:lnTo>
                <a:lnTo>
                  <a:pt x="997" y="599"/>
                </a:lnTo>
                <a:lnTo>
                  <a:pt x="998" y="599"/>
                </a:lnTo>
                <a:lnTo>
                  <a:pt x="999" y="599"/>
                </a:lnTo>
                <a:lnTo>
                  <a:pt x="1000" y="599"/>
                </a:lnTo>
                <a:lnTo>
                  <a:pt x="1000" y="598"/>
                </a:lnTo>
                <a:lnTo>
                  <a:pt x="1001" y="598"/>
                </a:lnTo>
                <a:lnTo>
                  <a:pt x="1001" y="597"/>
                </a:lnTo>
                <a:lnTo>
                  <a:pt x="1001" y="596"/>
                </a:lnTo>
                <a:lnTo>
                  <a:pt x="1002" y="595"/>
                </a:lnTo>
                <a:lnTo>
                  <a:pt x="1003" y="594"/>
                </a:lnTo>
                <a:lnTo>
                  <a:pt x="1004" y="594"/>
                </a:lnTo>
                <a:lnTo>
                  <a:pt x="1006" y="594"/>
                </a:lnTo>
                <a:lnTo>
                  <a:pt x="1007" y="594"/>
                </a:lnTo>
                <a:lnTo>
                  <a:pt x="1008" y="594"/>
                </a:lnTo>
                <a:lnTo>
                  <a:pt x="1009" y="595"/>
                </a:lnTo>
                <a:lnTo>
                  <a:pt x="1010" y="595"/>
                </a:lnTo>
                <a:lnTo>
                  <a:pt x="1011" y="595"/>
                </a:lnTo>
                <a:lnTo>
                  <a:pt x="1012" y="596"/>
                </a:lnTo>
                <a:lnTo>
                  <a:pt x="1013" y="596"/>
                </a:lnTo>
                <a:lnTo>
                  <a:pt x="1015" y="597"/>
                </a:lnTo>
                <a:lnTo>
                  <a:pt x="1016" y="597"/>
                </a:lnTo>
                <a:lnTo>
                  <a:pt x="1018" y="598"/>
                </a:lnTo>
                <a:lnTo>
                  <a:pt x="1019" y="598"/>
                </a:lnTo>
                <a:lnTo>
                  <a:pt x="1020" y="598"/>
                </a:lnTo>
                <a:lnTo>
                  <a:pt x="1021" y="598"/>
                </a:lnTo>
                <a:lnTo>
                  <a:pt x="1022" y="598"/>
                </a:lnTo>
                <a:lnTo>
                  <a:pt x="1024" y="598"/>
                </a:lnTo>
                <a:lnTo>
                  <a:pt x="1025" y="598"/>
                </a:lnTo>
                <a:lnTo>
                  <a:pt x="1026" y="598"/>
                </a:lnTo>
                <a:lnTo>
                  <a:pt x="1027" y="598"/>
                </a:lnTo>
                <a:lnTo>
                  <a:pt x="1028" y="598"/>
                </a:lnTo>
                <a:lnTo>
                  <a:pt x="1028" y="597"/>
                </a:lnTo>
                <a:lnTo>
                  <a:pt x="1029" y="597"/>
                </a:lnTo>
                <a:lnTo>
                  <a:pt x="1029" y="596"/>
                </a:lnTo>
                <a:lnTo>
                  <a:pt x="1030" y="596"/>
                </a:lnTo>
                <a:lnTo>
                  <a:pt x="1030" y="595"/>
                </a:lnTo>
                <a:lnTo>
                  <a:pt x="1030" y="594"/>
                </a:lnTo>
                <a:lnTo>
                  <a:pt x="1029" y="594"/>
                </a:lnTo>
                <a:lnTo>
                  <a:pt x="1029" y="593"/>
                </a:lnTo>
                <a:lnTo>
                  <a:pt x="1028" y="593"/>
                </a:lnTo>
                <a:lnTo>
                  <a:pt x="1028" y="592"/>
                </a:lnTo>
                <a:lnTo>
                  <a:pt x="1028" y="591"/>
                </a:lnTo>
                <a:lnTo>
                  <a:pt x="1029" y="591"/>
                </a:lnTo>
                <a:lnTo>
                  <a:pt x="1029" y="590"/>
                </a:lnTo>
                <a:lnTo>
                  <a:pt x="1029" y="589"/>
                </a:lnTo>
                <a:lnTo>
                  <a:pt x="1030" y="588"/>
                </a:lnTo>
                <a:lnTo>
                  <a:pt x="1030" y="587"/>
                </a:lnTo>
                <a:lnTo>
                  <a:pt x="1031" y="587"/>
                </a:lnTo>
                <a:lnTo>
                  <a:pt x="1031" y="586"/>
                </a:lnTo>
                <a:lnTo>
                  <a:pt x="1032" y="586"/>
                </a:lnTo>
                <a:lnTo>
                  <a:pt x="1032" y="585"/>
                </a:lnTo>
                <a:lnTo>
                  <a:pt x="1033" y="585"/>
                </a:lnTo>
                <a:lnTo>
                  <a:pt x="1034" y="585"/>
                </a:lnTo>
                <a:lnTo>
                  <a:pt x="1034" y="584"/>
                </a:lnTo>
                <a:lnTo>
                  <a:pt x="1035" y="584"/>
                </a:lnTo>
                <a:lnTo>
                  <a:pt x="1035" y="583"/>
                </a:lnTo>
                <a:lnTo>
                  <a:pt x="1036" y="583"/>
                </a:lnTo>
                <a:lnTo>
                  <a:pt x="1037" y="583"/>
                </a:lnTo>
                <a:lnTo>
                  <a:pt x="1037" y="582"/>
                </a:lnTo>
                <a:lnTo>
                  <a:pt x="1037" y="581"/>
                </a:lnTo>
                <a:lnTo>
                  <a:pt x="1037" y="580"/>
                </a:lnTo>
                <a:lnTo>
                  <a:pt x="1036" y="579"/>
                </a:lnTo>
                <a:lnTo>
                  <a:pt x="1036" y="578"/>
                </a:lnTo>
                <a:lnTo>
                  <a:pt x="1035" y="578"/>
                </a:lnTo>
                <a:lnTo>
                  <a:pt x="1035" y="577"/>
                </a:lnTo>
                <a:lnTo>
                  <a:pt x="1034" y="577"/>
                </a:lnTo>
                <a:lnTo>
                  <a:pt x="1034" y="576"/>
                </a:lnTo>
                <a:lnTo>
                  <a:pt x="1034" y="575"/>
                </a:lnTo>
                <a:lnTo>
                  <a:pt x="1035" y="574"/>
                </a:lnTo>
                <a:lnTo>
                  <a:pt x="1036" y="574"/>
                </a:lnTo>
                <a:lnTo>
                  <a:pt x="1036" y="573"/>
                </a:lnTo>
                <a:lnTo>
                  <a:pt x="1037" y="573"/>
                </a:lnTo>
                <a:lnTo>
                  <a:pt x="1038" y="573"/>
                </a:lnTo>
                <a:lnTo>
                  <a:pt x="1039" y="573"/>
                </a:lnTo>
                <a:lnTo>
                  <a:pt x="1040" y="573"/>
                </a:lnTo>
                <a:lnTo>
                  <a:pt x="1041" y="573"/>
                </a:lnTo>
                <a:lnTo>
                  <a:pt x="1041" y="574"/>
                </a:lnTo>
                <a:lnTo>
                  <a:pt x="1042" y="574"/>
                </a:lnTo>
                <a:lnTo>
                  <a:pt x="1042" y="575"/>
                </a:lnTo>
                <a:lnTo>
                  <a:pt x="1043" y="575"/>
                </a:lnTo>
                <a:lnTo>
                  <a:pt x="1044" y="576"/>
                </a:lnTo>
                <a:lnTo>
                  <a:pt x="1045" y="576"/>
                </a:lnTo>
                <a:lnTo>
                  <a:pt x="1045" y="577"/>
                </a:lnTo>
                <a:lnTo>
                  <a:pt x="1047" y="577"/>
                </a:lnTo>
                <a:lnTo>
                  <a:pt x="1048" y="576"/>
                </a:lnTo>
                <a:lnTo>
                  <a:pt x="1049" y="576"/>
                </a:lnTo>
                <a:lnTo>
                  <a:pt x="1050" y="575"/>
                </a:lnTo>
                <a:lnTo>
                  <a:pt x="1050" y="574"/>
                </a:lnTo>
                <a:lnTo>
                  <a:pt x="1051" y="574"/>
                </a:lnTo>
                <a:lnTo>
                  <a:pt x="1051" y="573"/>
                </a:lnTo>
                <a:lnTo>
                  <a:pt x="1052" y="572"/>
                </a:lnTo>
                <a:lnTo>
                  <a:pt x="1053" y="571"/>
                </a:lnTo>
                <a:lnTo>
                  <a:pt x="1053" y="570"/>
                </a:lnTo>
                <a:lnTo>
                  <a:pt x="1054" y="569"/>
                </a:lnTo>
                <a:lnTo>
                  <a:pt x="1058" y="568"/>
                </a:lnTo>
                <a:lnTo>
                  <a:pt x="1059" y="567"/>
                </a:lnTo>
                <a:lnTo>
                  <a:pt x="1064" y="566"/>
                </a:lnTo>
                <a:lnTo>
                  <a:pt x="1065" y="566"/>
                </a:lnTo>
                <a:lnTo>
                  <a:pt x="1067" y="564"/>
                </a:lnTo>
                <a:lnTo>
                  <a:pt x="1068" y="562"/>
                </a:lnTo>
                <a:lnTo>
                  <a:pt x="1068" y="560"/>
                </a:lnTo>
                <a:lnTo>
                  <a:pt x="1069" y="559"/>
                </a:lnTo>
                <a:lnTo>
                  <a:pt x="1070" y="558"/>
                </a:lnTo>
                <a:lnTo>
                  <a:pt x="1071" y="558"/>
                </a:lnTo>
                <a:lnTo>
                  <a:pt x="1071" y="557"/>
                </a:lnTo>
                <a:lnTo>
                  <a:pt x="1072" y="557"/>
                </a:lnTo>
                <a:lnTo>
                  <a:pt x="1073" y="557"/>
                </a:lnTo>
                <a:lnTo>
                  <a:pt x="1074" y="556"/>
                </a:lnTo>
                <a:lnTo>
                  <a:pt x="1075" y="556"/>
                </a:lnTo>
                <a:lnTo>
                  <a:pt x="1076" y="556"/>
                </a:lnTo>
                <a:lnTo>
                  <a:pt x="1077" y="556"/>
                </a:lnTo>
                <a:lnTo>
                  <a:pt x="1078" y="556"/>
                </a:lnTo>
                <a:lnTo>
                  <a:pt x="1079" y="556"/>
                </a:lnTo>
                <a:lnTo>
                  <a:pt x="1081" y="556"/>
                </a:lnTo>
                <a:lnTo>
                  <a:pt x="1083" y="556"/>
                </a:lnTo>
                <a:lnTo>
                  <a:pt x="1084" y="556"/>
                </a:lnTo>
                <a:lnTo>
                  <a:pt x="1085" y="556"/>
                </a:lnTo>
                <a:lnTo>
                  <a:pt x="1086" y="556"/>
                </a:lnTo>
                <a:lnTo>
                  <a:pt x="1087" y="557"/>
                </a:lnTo>
                <a:lnTo>
                  <a:pt x="1088" y="557"/>
                </a:lnTo>
                <a:lnTo>
                  <a:pt x="1089" y="558"/>
                </a:lnTo>
                <a:lnTo>
                  <a:pt x="1090" y="558"/>
                </a:lnTo>
                <a:lnTo>
                  <a:pt x="1092" y="559"/>
                </a:lnTo>
                <a:lnTo>
                  <a:pt x="1093" y="559"/>
                </a:lnTo>
                <a:lnTo>
                  <a:pt x="1094" y="559"/>
                </a:lnTo>
                <a:lnTo>
                  <a:pt x="1095" y="559"/>
                </a:lnTo>
                <a:lnTo>
                  <a:pt x="1095" y="558"/>
                </a:lnTo>
                <a:lnTo>
                  <a:pt x="1096" y="558"/>
                </a:lnTo>
                <a:lnTo>
                  <a:pt x="1097" y="558"/>
                </a:lnTo>
                <a:lnTo>
                  <a:pt x="1098" y="558"/>
                </a:lnTo>
                <a:lnTo>
                  <a:pt x="1098" y="557"/>
                </a:lnTo>
                <a:lnTo>
                  <a:pt x="1099" y="557"/>
                </a:lnTo>
                <a:lnTo>
                  <a:pt x="1100" y="557"/>
                </a:lnTo>
                <a:lnTo>
                  <a:pt x="1101" y="557"/>
                </a:lnTo>
                <a:lnTo>
                  <a:pt x="1101" y="556"/>
                </a:lnTo>
                <a:lnTo>
                  <a:pt x="1102" y="556"/>
                </a:lnTo>
                <a:lnTo>
                  <a:pt x="1102" y="557"/>
                </a:lnTo>
                <a:lnTo>
                  <a:pt x="1103" y="557"/>
                </a:lnTo>
                <a:lnTo>
                  <a:pt x="1104" y="557"/>
                </a:lnTo>
                <a:lnTo>
                  <a:pt x="1104" y="558"/>
                </a:lnTo>
                <a:lnTo>
                  <a:pt x="1105" y="558"/>
                </a:lnTo>
                <a:lnTo>
                  <a:pt x="1107" y="558"/>
                </a:lnTo>
                <a:lnTo>
                  <a:pt x="1109" y="558"/>
                </a:lnTo>
                <a:lnTo>
                  <a:pt x="1109" y="557"/>
                </a:lnTo>
                <a:lnTo>
                  <a:pt x="1110" y="557"/>
                </a:lnTo>
                <a:lnTo>
                  <a:pt x="1111" y="557"/>
                </a:lnTo>
                <a:lnTo>
                  <a:pt x="1112" y="558"/>
                </a:lnTo>
                <a:lnTo>
                  <a:pt x="1113" y="558"/>
                </a:lnTo>
                <a:lnTo>
                  <a:pt x="1114" y="557"/>
                </a:lnTo>
                <a:lnTo>
                  <a:pt x="1115" y="557"/>
                </a:lnTo>
                <a:lnTo>
                  <a:pt x="1115" y="556"/>
                </a:lnTo>
                <a:lnTo>
                  <a:pt x="1116" y="555"/>
                </a:lnTo>
                <a:lnTo>
                  <a:pt x="1117" y="553"/>
                </a:lnTo>
                <a:lnTo>
                  <a:pt x="1117" y="551"/>
                </a:lnTo>
                <a:lnTo>
                  <a:pt x="1118" y="550"/>
                </a:lnTo>
                <a:lnTo>
                  <a:pt x="1119" y="549"/>
                </a:lnTo>
                <a:lnTo>
                  <a:pt x="1120" y="549"/>
                </a:lnTo>
                <a:lnTo>
                  <a:pt x="1121" y="549"/>
                </a:lnTo>
                <a:lnTo>
                  <a:pt x="1122" y="549"/>
                </a:lnTo>
                <a:lnTo>
                  <a:pt x="1122" y="550"/>
                </a:lnTo>
                <a:lnTo>
                  <a:pt x="1124" y="550"/>
                </a:lnTo>
                <a:lnTo>
                  <a:pt x="1125" y="551"/>
                </a:lnTo>
                <a:lnTo>
                  <a:pt x="1126" y="551"/>
                </a:lnTo>
                <a:lnTo>
                  <a:pt x="1128" y="551"/>
                </a:lnTo>
                <a:lnTo>
                  <a:pt x="1128" y="550"/>
                </a:lnTo>
                <a:lnTo>
                  <a:pt x="1129" y="550"/>
                </a:lnTo>
                <a:lnTo>
                  <a:pt x="1130" y="549"/>
                </a:lnTo>
                <a:lnTo>
                  <a:pt x="1130" y="548"/>
                </a:lnTo>
                <a:lnTo>
                  <a:pt x="1130" y="546"/>
                </a:lnTo>
                <a:lnTo>
                  <a:pt x="1130" y="545"/>
                </a:lnTo>
                <a:lnTo>
                  <a:pt x="1130" y="544"/>
                </a:lnTo>
                <a:lnTo>
                  <a:pt x="1131" y="544"/>
                </a:lnTo>
                <a:lnTo>
                  <a:pt x="1132" y="544"/>
                </a:lnTo>
                <a:lnTo>
                  <a:pt x="1132" y="543"/>
                </a:lnTo>
                <a:lnTo>
                  <a:pt x="1133" y="543"/>
                </a:lnTo>
                <a:lnTo>
                  <a:pt x="1134" y="543"/>
                </a:lnTo>
                <a:lnTo>
                  <a:pt x="1135" y="543"/>
                </a:lnTo>
                <a:lnTo>
                  <a:pt x="1136" y="543"/>
                </a:lnTo>
                <a:lnTo>
                  <a:pt x="1137" y="543"/>
                </a:lnTo>
                <a:lnTo>
                  <a:pt x="1138" y="543"/>
                </a:lnTo>
                <a:lnTo>
                  <a:pt x="1138" y="542"/>
                </a:lnTo>
                <a:lnTo>
                  <a:pt x="1139" y="542"/>
                </a:lnTo>
                <a:lnTo>
                  <a:pt x="1140" y="541"/>
                </a:lnTo>
                <a:lnTo>
                  <a:pt x="1141" y="541"/>
                </a:lnTo>
                <a:lnTo>
                  <a:pt x="1143" y="541"/>
                </a:lnTo>
                <a:lnTo>
                  <a:pt x="1144" y="541"/>
                </a:lnTo>
                <a:lnTo>
                  <a:pt x="1144" y="540"/>
                </a:lnTo>
                <a:lnTo>
                  <a:pt x="1145" y="540"/>
                </a:lnTo>
                <a:lnTo>
                  <a:pt x="1147" y="540"/>
                </a:lnTo>
                <a:lnTo>
                  <a:pt x="1148" y="539"/>
                </a:lnTo>
                <a:lnTo>
                  <a:pt x="1149" y="539"/>
                </a:lnTo>
                <a:lnTo>
                  <a:pt x="1150" y="538"/>
                </a:lnTo>
                <a:lnTo>
                  <a:pt x="1151" y="538"/>
                </a:lnTo>
                <a:lnTo>
                  <a:pt x="1152" y="538"/>
                </a:lnTo>
                <a:lnTo>
                  <a:pt x="1153" y="538"/>
                </a:lnTo>
                <a:lnTo>
                  <a:pt x="1153" y="539"/>
                </a:lnTo>
                <a:lnTo>
                  <a:pt x="1154" y="539"/>
                </a:lnTo>
                <a:lnTo>
                  <a:pt x="1154" y="538"/>
                </a:lnTo>
                <a:lnTo>
                  <a:pt x="1155" y="538"/>
                </a:lnTo>
                <a:lnTo>
                  <a:pt x="1156" y="538"/>
                </a:lnTo>
                <a:lnTo>
                  <a:pt x="1157" y="538"/>
                </a:lnTo>
                <a:lnTo>
                  <a:pt x="1157" y="537"/>
                </a:lnTo>
                <a:lnTo>
                  <a:pt x="1158" y="536"/>
                </a:lnTo>
                <a:lnTo>
                  <a:pt x="1159" y="535"/>
                </a:lnTo>
                <a:lnTo>
                  <a:pt x="1160" y="535"/>
                </a:lnTo>
                <a:lnTo>
                  <a:pt x="1161" y="534"/>
                </a:lnTo>
                <a:lnTo>
                  <a:pt x="1162" y="535"/>
                </a:lnTo>
                <a:lnTo>
                  <a:pt x="1163" y="535"/>
                </a:lnTo>
                <a:lnTo>
                  <a:pt x="1165" y="535"/>
                </a:lnTo>
                <a:lnTo>
                  <a:pt x="1166" y="535"/>
                </a:lnTo>
                <a:lnTo>
                  <a:pt x="1167" y="535"/>
                </a:lnTo>
                <a:lnTo>
                  <a:pt x="1168" y="535"/>
                </a:lnTo>
                <a:lnTo>
                  <a:pt x="1168" y="534"/>
                </a:lnTo>
                <a:lnTo>
                  <a:pt x="1169" y="534"/>
                </a:lnTo>
                <a:lnTo>
                  <a:pt x="1169" y="533"/>
                </a:lnTo>
                <a:lnTo>
                  <a:pt x="1171" y="532"/>
                </a:lnTo>
                <a:lnTo>
                  <a:pt x="1172" y="531"/>
                </a:lnTo>
                <a:lnTo>
                  <a:pt x="1173" y="530"/>
                </a:lnTo>
                <a:lnTo>
                  <a:pt x="1174" y="530"/>
                </a:lnTo>
                <a:lnTo>
                  <a:pt x="1176" y="530"/>
                </a:lnTo>
                <a:lnTo>
                  <a:pt x="1177" y="530"/>
                </a:lnTo>
                <a:lnTo>
                  <a:pt x="1178" y="530"/>
                </a:lnTo>
                <a:lnTo>
                  <a:pt x="1179" y="530"/>
                </a:lnTo>
                <a:lnTo>
                  <a:pt x="1180" y="530"/>
                </a:lnTo>
                <a:lnTo>
                  <a:pt x="1181" y="530"/>
                </a:lnTo>
                <a:lnTo>
                  <a:pt x="1182" y="530"/>
                </a:lnTo>
                <a:lnTo>
                  <a:pt x="1183" y="530"/>
                </a:lnTo>
                <a:lnTo>
                  <a:pt x="1183" y="531"/>
                </a:lnTo>
                <a:lnTo>
                  <a:pt x="1184" y="531"/>
                </a:lnTo>
                <a:lnTo>
                  <a:pt x="1185" y="531"/>
                </a:lnTo>
                <a:lnTo>
                  <a:pt x="1186" y="531"/>
                </a:lnTo>
                <a:lnTo>
                  <a:pt x="1188" y="530"/>
                </a:lnTo>
                <a:lnTo>
                  <a:pt x="1189" y="530"/>
                </a:lnTo>
                <a:lnTo>
                  <a:pt x="1190" y="530"/>
                </a:lnTo>
                <a:lnTo>
                  <a:pt x="1191" y="529"/>
                </a:lnTo>
                <a:lnTo>
                  <a:pt x="1192" y="529"/>
                </a:lnTo>
                <a:lnTo>
                  <a:pt x="1192" y="528"/>
                </a:lnTo>
                <a:lnTo>
                  <a:pt x="1193" y="528"/>
                </a:lnTo>
                <a:lnTo>
                  <a:pt x="1195" y="528"/>
                </a:lnTo>
                <a:lnTo>
                  <a:pt x="1196" y="528"/>
                </a:lnTo>
                <a:lnTo>
                  <a:pt x="1197" y="527"/>
                </a:lnTo>
                <a:lnTo>
                  <a:pt x="1198" y="527"/>
                </a:lnTo>
                <a:lnTo>
                  <a:pt x="1199" y="526"/>
                </a:lnTo>
                <a:lnTo>
                  <a:pt x="1200" y="526"/>
                </a:lnTo>
                <a:lnTo>
                  <a:pt x="1201" y="526"/>
                </a:lnTo>
                <a:lnTo>
                  <a:pt x="1202" y="526"/>
                </a:lnTo>
                <a:lnTo>
                  <a:pt x="1203" y="527"/>
                </a:lnTo>
                <a:lnTo>
                  <a:pt x="1205" y="527"/>
                </a:lnTo>
                <a:lnTo>
                  <a:pt x="1206" y="528"/>
                </a:lnTo>
                <a:lnTo>
                  <a:pt x="1207" y="528"/>
                </a:lnTo>
                <a:lnTo>
                  <a:pt x="1208" y="528"/>
                </a:lnTo>
                <a:lnTo>
                  <a:pt x="1209" y="528"/>
                </a:lnTo>
                <a:lnTo>
                  <a:pt x="1210" y="528"/>
                </a:lnTo>
                <a:lnTo>
                  <a:pt x="1211" y="527"/>
                </a:lnTo>
                <a:lnTo>
                  <a:pt x="1212" y="527"/>
                </a:lnTo>
                <a:lnTo>
                  <a:pt x="1213" y="527"/>
                </a:lnTo>
                <a:lnTo>
                  <a:pt x="1214" y="527"/>
                </a:lnTo>
                <a:lnTo>
                  <a:pt x="1215" y="528"/>
                </a:lnTo>
                <a:lnTo>
                  <a:pt x="1215" y="527"/>
                </a:lnTo>
                <a:lnTo>
                  <a:pt x="1216" y="527"/>
                </a:lnTo>
                <a:lnTo>
                  <a:pt x="1217" y="527"/>
                </a:lnTo>
                <a:lnTo>
                  <a:pt x="1218" y="528"/>
                </a:lnTo>
                <a:lnTo>
                  <a:pt x="1219" y="528"/>
                </a:lnTo>
                <a:lnTo>
                  <a:pt x="1220" y="529"/>
                </a:lnTo>
                <a:lnTo>
                  <a:pt x="1221" y="530"/>
                </a:lnTo>
                <a:lnTo>
                  <a:pt x="1224" y="531"/>
                </a:lnTo>
                <a:lnTo>
                  <a:pt x="1225" y="532"/>
                </a:lnTo>
                <a:lnTo>
                  <a:pt x="1226" y="531"/>
                </a:lnTo>
                <a:lnTo>
                  <a:pt x="1227" y="531"/>
                </a:lnTo>
                <a:lnTo>
                  <a:pt x="1228" y="531"/>
                </a:lnTo>
                <a:lnTo>
                  <a:pt x="1229" y="531"/>
                </a:lnTo>
                <a:lnTo>
                  <a:pt x="1230" y="530"/>
                </a:lnTo>
                <a:lnTo>
                  <a:pt x="1231" y="529"/>
                </a:lnTo>
                <a:lnTo>
                  <a:pt x="1232" y="527"/>
                </a:lnTo>
                <a:lnTo>
                  <a:pt x="1233" y="526"/>
                </a:lnTo>
                <a:lnTo>
                  <a:pt x="1235" y="525"/>
                </a:lnTo>
                <a:lnTo>
                  <a:pt x="1236" y="524"/>
                </a:lnTo>
                <a:lnTo>
                  <a:pt x="1237" y="524"/>
                </a:lnTo>
                <a:lnTo>
                  <a:pt x="1239" y="523"/>
                </a:lnTo>
                <a:lnTo>
                  <a:pt x="1240" y="523"/>
                </a:lnTo>
                <a:lnTo>
                  <a:pt x="1244" y="524"/>
                </a:lnTo>
                <a:lnTo>
                  <a:pt x="1246" y="525"/>
                </a:lnTo>
                <a:lnTo>
                  <a:pt x="1248" y="525"/>
                </a:lnTo>
                <a:lnTo>
                  <a:pt x="1249" y="524"/>
                </a:lnTo>
                <a:lnTo>
                  <a:pt x="1250" y="524"/>
                </a:lnTo>
                <a:lnTo>
                  <a:pt x="1250" y="523"/>
                </a:lnTo>
                <a:lnTo>
                  <a:pt x="1251" y="522"/>
                </a:lnTo>
                <a:lnTo>
                  <a:pt x="1252" y="523"/>
                </a:lnTo>
                <a:lnTo>
                  <a:pt x="1253" y="523"/>
                </a:lnTo>
                <a:lnTo>
                  <a:pt x="1253" y="524"/>
                </a:lnTo>
                <a:lnTo>
                  <a:pt x="1254" y="525"/>
                </a:lnTo>
                <a:lnTo>
                  <a:pt x="1254" y="527"/>
                </a:lnTo>
                <a:lnTo>
                  <a:pt x="1253" y="529"/>
                </a:lnTo>
                <a:lnTo>
                  <a:pt x="1252" y="529"/>
                </a:lnTo>
                <a:lnTo>
                  <a:pt x="1251" y="530"/>
                </a:lnTo>
                <a:lnTo>
                  <a:pt x="1249" y="531"/>
                </a:lnTo>
                <a:lnTo>
                  <a:pt x="1246" y="532"/>
                </a:lnTo>
                <a:lnTo>
                  <a:pt x="1245" y="532"/>
                </a:lnTo>
                <a:lnTo>
                  <a:pt x="1244" y="533"/>
                </a:lnTo>
                <a:lnTo>
                  <a:pt x="1242" y="533"/>
                </a:lnTo>
                <a:lnTo>
                  <a:pt x="1241" y="533"/>
                </a:lnTo>
                <a:lnTo>
                  <a:pt x="1240" y="534"/>
                </a:lnTo>
                <a:lnTo>
                  <a:pt x="1238" y="534"/>
                </a:lnTo>
                <a:lnTo>
                  <a:pt x="1237" y="534"/>
                </a:lnTo>
                <a:lnTo>
                  <a:pt x="1236" y="535"/>
                </a:lnTo>
                <a:lnTo>
                  <a:pt x="1235" y="535"/>
                </a:lnTo>
                <a:lnTo>
                  <a:pt x="1233" y="535"/>
                </a:lnTo>
                <a:lnTo>
                  <a:pt x="1231" y="536"/>
                </a:lnTo>
                <a:lnTo>
                  <a:pt x="1230" y="537"/>
                </a:lnTo>
                <a:lnTo>
                  <a:pt x="1229" y="537"/>
                </a:lnTo>
                <a:lnTo>
                  <a:pt x="1228" y="537"/>
                </a:lnTo>
                <a:lnTo>
                  <a:pt x="1228" y="538"/>
                </a:lnTo>
                <a:lnTo>
                  <a:pt x="1227" y="539"/>
                </a:lnTo>
                <a:lnTo>
                  <a:pt x="1226" y="540"/>
                </a:lnTo>
                <a:lnTo>
                  <a:pt x="1225" y="540"/>
                </a:lnTo>
                <a:lnTo>
                  <a:pt x="1224" y="540"/>
                </a:lnTo>
                <a:lnTo>
                  <a:pt x="1222" y="541"/>
                </a:lnTo>
                <a:lnTo>
                  <a:pt x="1221" y="541"/>
                </a:lnTo>
                <a:lnTo>
                  <a:pt x="1220" y="542"/>
                </a:lnTo>
                <a:lnTo>
                  <a:pt x="1219" y="542"/>
                </a:lnTo>
                <a:lnTo>
                  <a:pt x="1218" y="542"/>
                </a:lnTo>
                <a:lnTo>
                  <a:pt x="1217" y="543"/>
                </a:lnTo>
                <a:lnTo>
                  <a:pt x="1216" y="544"/>
                </a:lnTo>
                <a:lnTo>
                  <a:pt x="1216" y="545"/>
                </a:lnTo>
                <a:lnTo>
                  <a:pt x="1216" y="547"/>
                </a:lnTo>
                <a:lnTo>
                  <a:pt x="1216" y="548"/>
                </a:lnTo>
                <a:lnTo>
                  <a:pt x="1216" y="549"/>
                </a:lnTo>
                <a:lnTo>
                  <a:pt x="1216" y="550"/>
                </a:lnTo>
                <a:lnTo>
                  <a:pt x="1216" y="551"/>
                </a:lnTo>
                <a:lnTo>
                  <a:pt x="1216" y="552"/>
                </a:lnTo>
                <a:lnTo>
                  <a:pt x="1216" y="553"/>
                </a:lnTo>
                <a:lnTo>
                  <a:pt x="1216" y="554"/>
                </a:lnTo>
                <a:lnTo>
                  <a:pt x="1215" y="555"/>
                </a:lnTo>
                <a:lnTo>
                  <a:pt x="1214" y="556"/>
                </a:lnTo>
                <a:lnTo>
                  <a:pt x="1213" y="556"/>
                </a:lnTo>
                <a:lnTo>
                  <a:pt x="1213" y="557"/>
                </a:lnTo>
                <a:lnTo>
                  <a:pt x="1212" y="559"/>
                </a:lnTo>
                <a:lnTo>
                  <a:pt x="1212" y="560"/>
                </a:lnTo>
                <a:lnTo>
                  <a:pt x="1211" y="560"/>
                </a:lnTo>
                <a:lnTo>
                  <a:pt x="1209" y="561"/>
                </a:lnTo>
                <a:lnTo>
                  <a:pt x="1209" y="562"/>
                </a:lnTo>
                <a:lnTo>
                  <a:pt x="1208" y="563"/>
                </a:lnTo>
                <a:lnTo>
                  <a:pt x="1207" y="563"/>
                </a:lnTo>
                <a:lnTo>
                  <a:pt x="1207" y="564"/>
                </a:lnTo>
                <a:lnTo>
                  <a:pt x="1207" y="565"/>
                </a:lnTo>
                <a:lnTo>
                  <a:pt x="1206" y="565"/>
                </a:lnTo>
                <a:lnTo>
                  <a:pt x="1205" y="565"/>
                </a:lnTo>
                <a:lnTo>
                  <a:pt x="1205" y="566"/>
                </a:lnTo>
                <a:lnTo>
                  <a:pt x="1205" y="567"/>
                </a:lnTo>
                <a:lnTo>
                  <a:pt x="1205" y="568"/>
                </a:lnTo>
                <a:lnTo>
                  <a:pt x="1205" y="569"/>
                </a:lnTo>
                <a:lnTo>
                  <a:pt x="1205" y="570"/>
                </a:lnTo>
                <a:lnTo>
                  <a:pt x="1205" y="571"/>
                </a:lnTo>
                <a:lnTo>
                  <a:pt x="1205" y="572"/>
                </a:lnTo>
                <a:lnTo>
                  <a:pt x="1206" y="572"/>
                </a:lnTo>
                <a:lnTo>
                  <a:pt x="1207" y="572"/>
                </a:lnTo>
                <a:lnTo>
                  <a:pt x="1207" y="573"/>
                </a:lnTo>
                <a:lnTo>
                  <a:pt x="1208" y="574"/>
                </a:lnTo>
                <a:lnTo>
                  <a:pt x="1209" y="574"/>
                </a:lnTo>
                <a:lnTo>
                  <a:pt x="1209" y="575"/>
                </a:lnTo>
                <a:lnTo>
                  <a:pt x="1209" y="576"/>
                </a:lnTo>
                <a:lnTo>
                  <a:pt x="1210" y="576"/>
                </a:lnTo>
                <a:lnTo>
                  <a:pt x="1210" y="577"/>
                </a:lnTo>
                <a:lnTo>
                  <a:pt x="1210" y="578"/>
                </a:lnTo>
                <a:lnTo>
                  <a:pt x="1210" y="579"/>
                </a:lnTo>
                <a:lnTo>
                  <a:pt x="1213" y="579"/>
                </a:lnTo>
                <a:lnTo>
                  <a:pt x="1214" y="579"/>
                </a:lnTo>
                <a:lnTo>
                  <a:pt x="1214" y="580"/>
                </a:lnTo>
                <a:lnTo>
                  <a:pt x="1215" y="580"/>
                </a:lnTo>
                <a:lnTo>
                  <a:pt x="1215" y="581"/>
                </a:lnTo>
                <a:lnTo>
                  <a:pt x="1216" y="581"/>
                </a:lnTo>
                <a:lnTo>
                  <a:pt x="1216" y="582"/>
                </a:lnTo>
                <a:lnTo>
                  <a:pt x="1216" y="583"/>
                </a:lnTo>
                <a:lnTo>
                  <a:pt x="1215" y="583"/>
                </a:lnTo>
                <a:lnTo>
                  <a:pt x="1215" y="584"/>
                </a:lnTo>
                <a:lnTo>
                  <a:pt x="1216" y="584"/>
                </a:lnTo>
                <a:lnTo>
                  <a:pt x="1216" y="585"/>
                </a:lnTo>
                <a:lnTo>
                  <a:pt x="1216" y="586"/>
                </a:lnTo>
                <a:lnTo>
                  <a:pt x="1216" y="587"/>
                </a:lnTo>
                <a:lnTo>
                  <a:pt x="1215" y="587"/>
                </a:lnTo>
                <a:lnTo>
                  <a:pt x="1216" y="587"/>
                </a:lnTo>
                <a:lnTo>
                  <a:pt x="1216" y="588"/>
                </a:lnTo>
                <a:lnTo>
                  <a:pt x="1217" y="588"/>
                </a:lnTo>
                <a:lnTo>
                  <a:pt x="1217" y="589"/>
                </a:lnTo>
                <a:lnTo>
                  <a:pt x="1218" y="589"/>
                </a:lnTo>
                <a:lnTo>
                  <a:pt x="1219" y="589"/>
                </a:lnTo>
                <a:lnTo>
                  <a:pt x="1219" y="590"/>
                </a:lnTo>
                <a:lnTo>
                  <a:pt x="1220" y="590"/>
                </a:lnTo>
                <a:lnTo>
                  <a:pt x="1220" y="591"/>
                </a:lnTo>
                <a:lnTo>
                  <a:pt x="1221" y="591"/>
                </a:lnTo>
                <a:lnTo>
                  <a:pt x="1221" y="592"/>
                </a:lnTo>
                <a:lnTo>
                  <a:pt x="1222" y="592"/>
                </a:lnTo>
                <a:lnTo>
                  <a:pt x="1222" y="593"/>
                </a:lnTo>
                <a:lnTo>
                  <a:pt x="1223" y="593"/>
                </a:lnTo>
                <a:lnTo>
                  <a:pt x="1224" y="593"/>
                </a:lnTo>
                <a:lnTo>
                  <a:pt x="1224" y="594"/>
                </a:lnTo>
                <a:lnTo>
                  <a:pt x="1225" y="594"/>
                </a:lnTo>
                <a:lnTo>
                  <a:pt x="1225" y="595"/>
                </a:lnTo>
                <a:lnTo>
                  <a:pt x="1225" y="596"/>
                </a:lnTo>
                <a:lnTo>
                  <a:pt x="1225" y="597"/>
                </a:lnTo>
                <a:lnTo>
                  <a:pt x="1225" y="598"/>
                </a:lnTo>
                <a:lnTo>
                  <a:pt x="1225" y="599"/>
                </a:lnTo>
                <a:lnTo>
                  <a:pt x="1224" y="599"/>
                </a:lnTo>
                <a:lnTo>
                  <a:pt x="1224" y="600"/>
                </a:lnTo>
                <a:lnTo>
                  <a:pt x="1223" y="600"/>
                </a:lnTo>
                <a:lnTo>
                  <a:pt x="1223" y="601"/>
                </a:lnTo>
                <a:lnTo>
                  <a:pt x="1223" y="602"/>
                </a:lnTo>
                <a:lnTo>
                  <a:pt x="1222" y="602"/>
                </a:lnTo>
                <a:lnTo>
                  <a:pt x="1221" y="603"/>
                </a:lnTo>
                <a:lnTo>
                  <a:pt x="1220" y="604"/>
                </a:lnTo>
                <a:lnTo>
                  <a:pt x="1220" y="605"/>
                </a:lnTo>
                <a:lnTo>
                  <a:pt x="1219" y="605"/>
                </a:lnTo>
                <a:lnTo>
                  <a:pt x="1219" y="606"/>
                </a:lnTo>
                <a:lnTo>
                  <a:pt x="1218" y="606"/>
                </a:lnTo>
                <a:lnTo>
                  <a:pt x="1217" y="606"/>
                </a:lnTo>
                <a:lnTo>
                  <a:pt x="1217" y="607"/>
                </a:lnTo>
                <a:lnTo>
                  <a:pt x="1217" y="608"/>
                </a:lnTo>
                <a:lnTo>
                  <a:pt x="1217" y="609"/>
                </a:lnTo>
                <a:lnTo>
                  <a:pt x="1217" y="610"/>
                </a:lnTo>
                <a:lnTo>
                  <a:pt x="1217" y="611"/>
                </a:lnTo>
                <a:lnTo>
                  <a:pt x="1216" y="612"/>
                </a:lnTo>
                <a:lnTo>
                  <a:pt x="1215" y="612"/>
                </a:lnTo>
                <a:lnTo>
                  <a:pt x="1214" y="612"/>
                </a:lnTo>
                <a:lnTo>
                  <a:pt x="1214" y="613"/>
                </a:lnTo>
                <a:lnTo>
                  <a:pt x="1213" y="614"/>
                </a:lnTo>
                <a:lnTo>
                  <a:pt x="1212" y="614"/>
                </a:lnTo>
                <a:lnTo>
                  <a:pt x="1212" y="615"/>
                </a:lnTo>
                <a:lnTo>
                  <a:pt x="1212" y="616"/>
                </a:lnTo>
                <a:lnTo>
                  <a:pt x="1211" y="616"/>
                </a:lnTo>
                <a:lnTo>
                  <a:pt x="1211" y="617"/>
                </a:lnTo>
                <a:lnTo>
                  <a:pt x="1210" y="617"/>
                </a:lnTo>
                <a:lnTo>
                  <a:pt x="1209" y="617"/>
                </a:lnTo>
                <a:lnTo>
                  <a:pt x="1209" y="618"/>
                </a:lnTo>
                <a:lnTo>
                  <a:pt x="1208" y="618"/>
                </a:lnTo>
                <a:lnTo>
                  <a:pt x="1207" y="618"/>
                </a:lnTo>
                <a:lnTo>
                  <a:pt x="1207" y="619"/>
                </a:lnTo>
                <a:lnTo>
                  <a:pt x="1207" y="620"/>
                </a:lnTo>
                <a:lnTo>
                  <a:pt x="1207" y="621"/>
                </a:lnTo>
                <a:lnTo>
                  <a:pt x="1207" y="622"/>
                </a:lnTo>
                <a:lnTo>
                  <a:pt x="1206" y="622"/>
                </a:lnTo>
                <a:lnTo>
                  <a:pt x="1206" y="623"/>
                </a:lnTo>
                <a:lnTo>
                  <a:pt x="1205" y="623"/>
                </a:lnTo>
                <a:lnTo>
                  <a:pt x="1204" y="623"/>
                </a:lnTo>
                <a:lnTo>
                  <a:pt x="1204" y="624"/>
                </a:lnTo>
                <a:lnTo>
                  <a:pt x="1203" y="624"/>
                </a:lnTo>
                <a:lnTo>
                  <a:pt x="1202" y="624"/>
                </a:lnTo>
                <a:lnTo>
                  <a:pt x="1201" y="625"/>
                </a:lnTo>
                <a:lnTo>
                  <a:pt x="1201" y="626"/>
                </a:lnTo>
                <a:lnTo>
                  <a:pt x="1200" y="626"/>
                </a:lnTo>
                <a:lnTo>
                  <a:pt x="1199" y="626"/>
                </a:lnTo>
                <a:lnTo>
                  <a:pt x="1198" y="626"/>
                </a:lnTo>
                <a:lnTo>
                  <a:pt x="1196" y="626"/>
                </a:lnTo>
                <a:lnTo>
                  <a:pt x="1195" y="626"/>
                </a:lnTo>
                <a:lnTo>
                  <a:pt x="1194" y="626"/>
                </a:lnTo>
                <a:lnTo>
                  <a:pt x="1193" y="626"/>
                </a:lnTo>
                <a:lnTo>
                  <a:pt x="1193" y="627"/>
                </a:lnTo>
                <a:lnTo>
                  <a:pt x="1192" y="627"/>
                </a:lnTo>
                <a:lnTo>
                  <a:pt x="1191" y="627"/>
                </a:lnTo>
                <a:lnTo>
                  <a:pt x="1190" y="627"/>
                </a:lnTo>
                <a:lnTo>
                  <a:pt x="1189" y="627"/>
                </a:lnTo>
                <a:lnTo>
                  <a:pt x="1188" y="627"/>
                </a:lnTo>
                <a:lnTo>
                  <a:pt x="1188" y="626"/>
                </a:lnTo>
                <a:lnTo>
                  <a:pt x="1187" y="626"/>
                </a:lnTo>
                <a:lnTo>
                  <a:pt x="1186" y="626"/>
                </a:lnTo>
                <a:lnTo>
                  <a:pt x="1186" y="627"/>
                </a:lnTo>
                <a:lnTo>
                  <a:pt x="1185" y="627"/>
                </a:lnTo>
                <a:lnTo>
                  <a:pt x="1184" y="627"/>
                </a:lnTo>
                <a:lnTo>
                  <a:pt x="1183" y="628"/>
                </a:lnTo>
                <a:lnTo>
                  <a:pt x="1182" y="629"/>
                </a:lnTo>
                <a:lnTo>
                  <a:pt x="1181" y="630"/>
                </a:lnTo>
                <a:lnTo>
                  <a:pt x="1180" y="630"/>
                </a:lnTo>
                <a:lnTo>
                  <a:pt x="1180" y="631"/>
                </a:lnTo>
                <a:lnTo>
                  <a:pt x="1179" y="631"/>
                </a:lnTo>
                <a:lnTo>
                  <a:pt x="1179" y="632"/>
                </a:lnTo>
                <a:lnTo>
                  <a:pt x="1179" y="633"/>
                </a:lnTo>
                <a:lnTo>
                  <a:pt x="1179" y="634"/>
                </a:lnTo>
                <a:lnTo>
                  <a:pt x="1178" y="635"/>
                </a:lnTo>
                <a:lnTo>
                  <a:pt x="1177" y="635"/>
                </a:lnTo>
                <a:lnTo>
                  <a:pt x="1177" y="636"/>
                </a:lnTo>
                <a:lnTo>
                  <a:pt x="1176" y="636"/>
                </a:lnTo>
                <a:lnTo>
                  <a:pt x="1174" y="636"/>
                </a:lnTo>
                <a:lnTo>
                  <a:pt x="1173" y="636"/>
                </a:lnTo>
                <a:lnTo>
                  <a:pt x="1173" y="637"/>
                </a:lnTo>
                <a:lnTo>
                  <a:pt x="1172" y="637"/>
                </a:lnTo>
                <a:lnTo>
                  <a:pt x="1172" y="638"/>
                </a:lnTo>
                <a:lnTo>
                  <a:pt x="1171" y="638"/>
                </a:lnTo>
                <a:lnTo>
                  <a:pt x="1171" y="639"/>
                </a:lnTo>
                <a:lnTo>
                  <a:pt x="1171" y="640"/>
                </a:lnTo>
                <a:lnTo>
                  <a:pt x="1171" y="641"/>
                </a:lnTo>
                <a:lnTo>
                  <a:pt x="1170" y="641"/>
                </a:lnTo>
                <a:lnTo>
                  <a:pt x="1170" y="642"/>
                </a:lnTo>
                <a:lnTo>
                  <a:pt x="1170" y="643"/>
                </a:lnTo>
                <a:lnTo>
                  <a:pt x="1170" y="644"/>
                </a:lnTo>
                <a:lnTo>
                  <a:pt x="1170" y="645"/>
                </a:lnTo>
                <a:lnTo>
                  <a:pt x="1169" y="645"/>
                </a:lnTo>
                <a:lnTo>
                  <a:pt x="1169" y="646"/>
                </a:lnTo>
                <a:lnTo>
                  <a:pt x="1170" y="646"/>
                </a:lnTo>
                <a:lnTo>
                  <a:pt x="1170" y="647"/>
                </a:lnTo>
                <a:lnTo>
                  <a:pt x="1170" y="648"/>
                </a:lnTo>
                <a:lnTo>
                  <a:pt x="1171" y="648"/>
                </a:lnTo>
                <a:lnTo>
                  <a:pt x="1172" y="648"/>
                </a:lnTo>
                <a:lnTo>
                  <a:pt x="1173" y="649"/>
                </a:lnTo>
                <a:lnTo>
                  <a:pt x="1174" y="650"/>
                </a:lnTo>
                <a:lnTo>
                  <a:pt x="1175" y="651"/>
                </a:lnTo>
                <a:lnTo>
                  <a:pt x="1175" y="652"/>
                </a:lnTo>
                <a:lnTo>
                  <a:pt x="1176" y="653"/>
                </a:lnTo>
                <a:lnTo>
                  <a:pt x="1176" y="655"/>
                </a:lnTo>
                <a:lnTo>
                  <a:pt x="1176" y="657"/>
                </a:lnTo>
                <a:lnTo>
                  <a:pt x="1176" y="658"/>
                </a:lnTo>
                <a:lnTo>
                  <a:pt x="1176" y="659"/>
                </a:lnTo>
                <a:lnTo>
                  <a:pt x="1176" y="660"/>
                </a:lnTo>
                <a:lnTo>
                  <a:pt x="1175" y="661"/>
                </a:lnTo>
                <a:lnTo>
                  <a:pt x="1173" y="662"/>
                </a:lnTo>
                <a:lnTo>
                  <a:pt x="1169" y="662"/>
                </a:lnTo>
                <a:lnTo>
                  <a:pt x="1168" y="662"/>
                </a:lnTo>
                <a:lnTo>
                  <a:pt x="1168" y="663"/>
                </a:lnTo>
                <a:lnTo>
                  <a:pt x="1167" y="663"/>
                </a:lnTo>
                <a:lnTo>
                  <a:pt x="1167" y="664"/>
                </a:lnTo>
                <a:lnTo>
                  <a:pt x="1166" y="665"/>
                </a:lnTo>
                <a:lnTo>
                  <a:pt x="1166" y="666"/>
                </a:lnTo>
                <a:lnTo>
                  <a:pt x="1166" y="667"/>
                </a:lnTo>
                <a:lnTo>
                  <a:pt x="1166" y="668"/>
                </a:lnTo>
                <a:lnTo>
                  <a:pt x="1165" y="668"/>
                </a:lnTo>
                <a:lnTo>
                  <a:pt x="1165" y="669"/>
                </a:lnTo>
                <a:lnTo>
                  <a:pt x="1164" y="669"/>
                </a:lnTo>
                <a:lnTo>
                  <a:pt x="1164" y="671"/>
                </a:lnTo>
                <a:lnTo>
                  <a:pt x="1163" y="672"/>
                </a:lnTo>
                <a:lnTo>
                  <a:pt x="1162" y="673"/>
                </a:lnTo>
                <a:lnTo>
                  <a:pt x="1161" y="673"/>
                </a:lnTo>
                <a:lnTo>
                  <a:pt x="1161" y="674"/>
                </a:lnTo>
                <a:lnTo>
                  <a:pt x="1161" y="675"/>
                </a:lnTo>
                <a:lnTo>
                  <a:pt x="1162" y="675"/>
                </a:lnTo>
                <a:lnTo>
                  <a:pt x="1162" y="676"/>
                </a:lnTo>
                <a:lnTo>
                  <a:pt x="1162" y="677"/>
                </a:lnTo>
                <a:lnTo>
                  <a:pt x="1162" y="678"/>
                </a:lnTo>
                <a:lnTo>
                  <a:pt x="1162" y="679"/>
                </a:lnTo>
                <a:lnTo>
                  <a:pt x="1161" y="679"/>
                </a:lnTo>
                <a:lnTo>
                  <a:pt x="1161" y="680"/>
                </a:lnTo>
                <a:lnTo>
                  <a:pt x="1160" y="681"/>
                </a:lnTo>
                <a:lnTo>
                  <a:pt x="1160" y="682"/>
                </a:lnTo>
                <a:lnTo>
                  <a:pt x="1159" y="683"/>
                </a:lnTo>
                <a:lnTo>
                  <a:pt x="1159" y="684"/>
                </a:lnTo>
                <a:lnTo>
                  <a:pt x="1159" y="685"/>
                </a:lnTo>
                <a:lnTo>
                  <a:pt x="1159" y="686"/>
                </a:lnTo>
                <a:lnTo>
                  <a:pt x="1159" y="687"/>
                </a:lnTo>
                <a:lnTo>
                  <a:pt x="1158" y="688"/>
                </a:lnTo>
                <a:lnTo>
                  <a:pt x="1157" y="688"/>
                </a:lnTo>
                <a:lnTo>
                  <a:pt x="1157" y="689"/>
                </a:lnTo>
                <a:lnTo>
                  <a:pt x="1157" y="691"/>
                </a:lnTo>
                <a:lnTo>
                  <a:pt x="1158" y="692"/>
                </a:lnTo>
                <a:lnTo>
                  <a:pt x="1159" y="693"/>
                </a:lnTo>
                <a:lnTo>
                  <a:pt x="1159" y="694"/>
                </a:lnTo>
                <a:lnTo>
                  <a:pt x="1160" y="694"/>
                </a:lnTo>
                <a:lnTo>
                  <a:pt x="1160" y="695"/>
                </a:lnTo>
                <a:lnTo>
                  <a:pt x="1159" y="695"/>
                </a:lnTo>
                <a:lnTo>
                  <a:pt x="1159" y="696"/>
                </a:lnTo>
                <a:lnTo>
                  <a:pt x="1158" y="696"/>
                </a:lnTo>
                <a:lnTo>
                  <a:pt x="1158" y="697"/>
                </a:lnTo>
                <a:lnTo>
                  <a:pt x="1158" y="698"/>
                </a:lnTo>
                <a:lnTo>
                  <a:pt x="1157" y="698"/>
                </a:lnTo>
                <a:lnTo>
                  <a:pt x="1157" y="699"/>
                </a:lnTo>
                <a:lnTo>
                  <a:pt x="1157" y="700"/>
                </a:lnTo>
                <a:lnTo>
                  <a:pt x="1157" y="701"/>
                </a:lnTo>
                <a:lnTo>
                  <a:pt x="1158" y="701"/>
                </a:lnTo>
                <a:lnTo>
                  <a:pt x="1158" y="702"/>
                </a:lnTo>
                <a:lnTo>
                  <a:pt x="1158" y="703"/>
                </a:lnTo>
                <a:lnTo>
                  <a:pt x="1158" y="704"/>
                </a:lnTo>
                <a:lnTo>
                  <a:pt x="1157" y="704"/>
                </a:lnTo>
                <a:lnTo>
                  <a:pt x="1157" y="705"/>
                </a:lnTo>
                <a:lnTo>
                  <a:pt x="1157" y="706"/>
                </a:lnTo>
                <a:lnTo>
                  <a:pt x="1157" y="708"/>
                </a:lnTo>
                <a:lnTo>
                  <a:pt x="1156" y="708"/>
                </a:lnTo>
                <a:lnTo>
                  <a:pt x="1156" y="709"/>
                </a:lnTo>
                <a:lnTo>
                  <a:pt x="1155" y="709"/>
                </a:lnTo>
                <a:lnTo>
                  <a:pt x="1155" y="710"/>
                </a:lnTo>
                <a:lnTo>
                  <a:pt x="1154" y="710"/>
                </a:lnTo>
                <a:lnTo>
                  <a:pt x="1153" y="711"/>
                </a:lnTo>
                <a:lnTo>
                  <a:pt x="1152" y="711"/>
                </a:lnTo>
                <a:lnTo>
                  <a:pt x="1151" y="711"/>
                </a:lnTo>
                <a:lnTo>
                  <a:pt x="1150" y="711"/>
                </a:lnTo>
                <a:lnTo>
                  <a:pt x="1150" y="712"/>
                </a:lnTo>
                <a:lnTo>
                  <a:pt x="1149" y="712"/>
                </a:lnTo>
                <a:lnTo>
                  <a:pt x="1148" y="713"/>
                </a:lnTo>
                <a:lnTo>
                  <a:pt x="1147" y="714"/>
                </a:lnTo>
                <a:lnTo>
                  <a:pt x="1147" y="715"/>
                </a:lnTo>
                <a:lnTo>
                  <a:pt x="1147" y="716"/>
                </a:lnTo>
                <a:lnTo>
                  <a:pt x="1146" y="716"/>
                </a:lnTo>
                <a:lnTo>
                  <a:pt x="1146" y="717"/>
                </a:lnTo>
                <a:lnTo>
                  <a:pt x="1146" y="718"/>
                </a:lnTo>
                <a:lnTo>
                  <a:pt x="1145" y="720"/>
                </a:lnTo>
                <a:lnTo>
                  <a:pt x="1144" y="721"/>
                </a:lnTo>
                <a:lnTo>
                  <a:pt x="1143" y="721"/>
                </a:lnTo>
                <a:lnTo>
                  <a:pt x="1143" y="722"/>
                </a:lnTo>
                <a:lnTo>
                  <a:pt x="1144" y="722"/>
                </a:lnTo>
                <a:lnTo>
                  <a:pt x="1143" y="723"/>
                </a:lnTo>
                <a:lnTo>
                  <a:pt x="1142" y="724"/>
                </a:lnTo>
                <a:lnTo>
                  <a:pt x="1142" y="725"/>
                </a:lnTo>
                <a:lnTo>
                  <a:pt x="1141" y="726"/>
                </a:lnTo>
                <a:lnTo>
                  <a:pt x="1142" y="727"/>
                </a:lnTo>
                <a:lnTo>
                  <a:pt x="1142" y="728"/>
                </a:lnTo>
                <a:lnTo>
                  <a:pt x="1143" y="728"/>
                </a:lnTo>
                <a:lnTo>
                  <a:pt x="1144" y="728"/>
                </a:lnTo>
                <a:lnTo>
                  <a:pt x="1145" y="728"/>
                </a:lnTo>
                <a:lnTo>
                  <a:pt x="1146" y="728"/>
                </a:lnTo>
                <a:lnTo>
                  <a:pt x="1147" y="729"/>
                </a:lnTo>
                <a:lnTo>
                  <a:pt x="1148" y="729"/>
                </a:lnTo>
                <a:lnTo>
                  <a:pt x="1148" y="730"/>
                </a:lnTo>
                <a:lnTo>
                  <a:pt x="1149" y="730"/>
                </a:lnTo>
                <a:lnTo>
                  <a:pt x="1149" y="731"/>
                </a:lnTo>
                <a:lnTo>
                  <a:pt x="1149" y="732"/>
                </a:lnTo>
                <a:lnTo>
                  <a:pt x="1150" y="732"/>
                </a:lnTo>
                <a:lnTo>
                  <a:pt x="1150" y="733"/>
                </a:lnTo>
                <a:lnTo>
                  <a:pt x="1150" y="734"/>
                </a:lnTo>
                <a:lnTo>
                  <a:pt x="1150" y="735"/>
                </a:lnTo>
                <a:lnTo>
                  <a:pt x="1149" y="735"/>
                </a:lnTo>
                <a:lnTo>
                  <a:pt x="1149" y="736"/>
                </a:lnTo>
                <a:lnTo>
                  <a:pt x="1148" y="736"/>
                </a:lnTo>
                <a:lnTo>
                  <a:pt x="1147" y="736"/>
                </a:lnTo>
                <a:lnTo>
                  <a:pt x="1147" y="737"/>
                </a:lnTo>
                <a:lnTo>
                  <a:pt x="1145" y="737"/>
                </a:lnTo>
                <a:lnTo>
                  <a:pt x="1144" y="737"/>
                </a:lnTo>
                <a:lnTo>
                  <a:pt x="1144" y="738"/>
                </a:lnTo>
                <a:lnTo>
                  <a:pt x="1143" y="738"/>
                </a:lnTo>
                <a:lnTo>
                  <a:pt x="1143" y="739"/>
                </a:lnTo>
                <a:lnTo>
                  <a:pt x="1144" y="740"/>
                </a:lnTo>
                <a:lnTo>
                  <a:pt x="1146" y="740"/>
                </a:lnTo>
                <a:lnTo>
                  <a:pt x="1147" y="740"/>
                </a:lnTo>
                <a:lnTo>
                  <a:pt x="1148" y="740"/>
                </a:lnTo>
                <a:lnTo>
                  <a:pt x="1148" y="741"/>
                </a:lnTo>
                <a:lnTo>
                  <a:pt x="1147" y="741"/>
                </a:lnTo>
                <a:lnTo>
                  <a:pt x="1147" y="742"/>
                </a:lnTo>
                <a:lnTo>
                  <a:pt x="1147" y="743"/>
                </a:lnTo>
                <a:lnTo>
                  <a:pt x="1147" y="744"/>
                </a:lnTo>
                <a:lnTo>
                  <a:pt x="1147" y="745"/>
                </a:lnTo>
                <a:lnTo>
                  <a:pt x="1148" y="745"/>
                </a:lnTo>
                <a:lnTo>
                  <a:pt x="1148" y="746"/>
                </a:lnTo>
                <a:lnTo>
                  <a:pt x="1148" y="747"/>
                </a:lnTo>
                <a:lnTo>
                  <a:pt x="1147" y="747"/>
                </a:lnTo>
                <a:lnTo>
                  <a:pt x="1147" y="748"/>
                </a:lnTo>
                <a:lnTo>
                  <a:pt x="1146" y="748"/>
                </a:lnTo>
                <a:lnTo>
                  <a:pt x="1145" y="749"/>
                </a:lnTo>
                <a:lnTo>
                  <a:pt x="1145" y="748"/>
                </a:lnTo>
                <a:lnTo>
                  <a:pt x="1144" y="748"/>
                </a:lnTo>
                <a:lnTo>
                  <a:pt x="1143" y="748"/>
                </a:lnTo>
                <a:lnTo>
                  <a:pt x="1142" y="749"/>
                </a:lnTo>
                <a:lnTo>
                  <a:pt x="1143" y="749"/>
                </a:lnTo>
                <a:lnTo>
                  <a:pt x="1144" y="749"/>
                </a:lnTo>
                <a:lnTo>
                  <a:pt x="1144" y="750"/>
                </a:lnTo>
                <a:lnTo>
                  <a:pt x="1144" y="751"/>
                </a:lnTo>
                <a:lnTo>
                  <a:pt x="1143" y="751"/>
                </a:lnTo>
                <a:lnTo>
                  <a:pt x="1142" y="751"/>
                </a:lnTo>
                <a:lnTo>
                  <a:pt x="1142" y="752"/>
                </a:lnTo>
                <a:lnTo>
                  <a:pt x="1142" y="753"/>
                </a:lnTo>
                <a:lnTo>
                  <a:pt x="1141" y="753"/>
                </a:lnTo>
                <a:lnTo>
                  <a:pt x="1140" y="753"/>
                </a:lnTo>
                <a:lnTo>
                  <a:pt x="1140" y="752"/>
                </a:lnTo>
                <a:lnTo>
                  <a:pt x="1140" y="751"/>
                </a:lnTo>
                <a:lnTo>
                  <a:pt x="1139" y="751"/>
                </a:lnTo>
                <a:lnTo>
                  <a:pt x="1139" y="750"/>
                </a:lnTo>
                <a:lnTo>
                  <a:pt x="1138" y="750"/>
                </a:lnTo>
                <a:lnTo>
                  <a:pt x="1138" y="751"/>
                </a:lnTo>
                <a:lnTo>
                  <a:pt x="1137" y="751"/>
                </a:lnTo>
                <a:lnTo>
                  <a:pt x="1137" y="752"/>
                </a:lnTo>
                <a:lnTo>
                  <a:pt x="1137" y="753"/>
                </a:lnTo>
                <a:lnTo>
                  <a:pt x="1137" y="754"/>
                </a:lnTo>
                <a:lnTo>
                  <a:pt x="1136" y="754"/>
                </a:lnTo>
                <a:lnTo>
                  <a:pt x="1136" y="755"/>
                </a:lnTo>
                <a:lnTo>
                  <a:pt x="1135" y="755"/>
                </a:lnTo>
                <a:lnTo>
                  <a:pt x="1134" y="756"/>
                </a:lnTo>
                <a:lnTo>
                  <a:pt x="1133" y="756"/>
                </a:lnTo>
                <a:lnTo>
                  <a:pt x="1133" y="757"/>
                </a:lnTo>
                <a:lnTo>
                  <a:pt x="1132" y="757"/>
                </a:lnTo>
                <a:lnTo>
                  <a:pt x="1131" y="757"/>
                </a:lnTo>
                <a:lnTo>
                  <a:pt x="1130" y="757"/>
                </a:lnTo>
                <a:lnTo>
                  <a:pt x="1129" y="757"/>
                </a:lnTo>
                <a:lnTo>
                  <a:pt x="1128" y="757"/>
                </a:lnTo>
                <a:lnTo>
                  <a:pt x="1128" y="758"/>
                </a:lnTo>
                <a:lnTo>
                  <a:pt x="1127" y="758"/>
                </a:lnTo>
                <a:lnTo>
                  <a:pt x="1127" y="759"/>
                </a:lnTo>
                <a:lnTo>
                  <a:pt x="1127" y="760"/>
                </a:lnTo>
                <a:lnTo>
                  <a:pt x="1128" y="761"/>
                </a:lnTo>
                <a:lnTo>
                  <a:pt x="1128" y="762"/>
                </a:lnTo>
                <a:lnTo>
                  <a:pt x="1128" y="763"/>
                </a:lnTo>
                <a:lnTo>
                  <a:pt x="1129" y="763"/>
                </a:lnTo>
                <a:lnTo>
                  <a:pt x="1129" y="764"/>
                </a:lnTo>
                <a:lnTo>
                  <a:pt x="1130" y="764"/>
                </a:lnTo>
                <a:lnTo>
                  <a:pt x="1130" y="765"/>
                </a:lnTo>
                <a:lnTo>
                  <a:pt x="1131" y="765"/>
                </a:lnTo>
                <a:lnTo>
                  <a:pt x="1131" y="766"/>
                </a:lnTo>
                <a:lnTo>
                  <a:pt x="1132" y="766"/>
                </a:lnTo>
                <a:lnTo>
                  <a:pt x="1132" y="767"/>
                </a:lnTo>
                <a:lnTo>
                  <a:pt x="1132" y="768"/>
                </a:lnTo>
                <a:lnTo>
                  <a:pt x="1131" y="769"/>
                </a:lnTo>
                <a:lnTo>
                  <a:pt x="1131" y="770"/>
                </a:lnTo>
                <a:lnTo>
                  <a:pt x="1130" y="771"/>
                </a:lnTo>
                <a:lnTo>
                  <a:pt x="1129" y="772"/>
                </a:lnTo>
                <a:lnTo>
                  <a:pt x="1128" y="772"/>
                </a:lnTo>
                <a:lnTo>
                  <a:pt x="1128" y="773"/>
                </a:lnTo>
                <a:lnTo>
                  <a:pt x="1127" y="774"/>
                </a:lnTo>
                <a:lnTo>
                  <a:pt x="1127" y="775"/>
                </a:lnTo>
                <a:lnTo>
                  <a:pt x="1126" y="775"/>
                </a:lnTo>
                <a:lnTo>
                  <a:pt x="1126" y="776"/>
                </a:lnTo>
                <a:lnTo>
                  <a:pt x="1126" y="777"/>
                </a:lnTo>
                <a:lnTo>
                  <a:pt x="1126" y="778"/>
                </a:lnTo>
                <a:lnTo>
                  <a:pt x="1127" y="778"/>
                </a:lnTo>
                <a:lnTo>
                  <a:pt x="1126" y="778"/>
                </a:lnTo>
                <a:lnTo>
                  <a:pt x="1126" y="779"/>
                </a:lnTo>
                <a:lnTo>
                  <a:pt x="1126" y="780"/>
                </a:lnTo>
                <a:lnTo>
                  <a:pt x="1125" y="780"/>
                </a:lnTo>
                <a:lnTo>
                  <a:pt x="1124" y="780"/>
                </a:lnTo>
                <a:lnTo>
                  <a:pt x="1124" y="779"/>
                </a:lnTo>
                <a:lnTo>
                  <a:pt x="1123" y="779"/>
                </a:lnTo>
                <a:lnTo>
                  <a:pt x="1122" y="779"/>
                </a:lnTo>
                <a:lnTo>
                  <a:pt x="1122" y="780"/>
                </a:lnTo>
                <a:lnTo>
                  <a:pt x="1121" y="780"/>
                </a:lnTo>
                <a:lnTo>
                  <a:pt x="1120" y="780"/>
                </a:lnTo>
                <a:lnTo>
                  <a:pt x="1120" y="781"/>
                </a:lnTo>
                <a:lnTo>
                  <a:pt x="1119" y="781"/>
                </a:lnTo>
                <a:lnTo>
                  <a:pt x="1119" y="782"/>
                </a:lnTo>
                <a:lnTo>
                  <a:pt x="1120" y="782"/>
                </a:lnTo>
                <a:lnTo>
                  <a:pt x="1120" y="783"/>
                </a:lnTo>
                <a:lnTo>
                  <a:pt x="1121" y="783"/>
                </a:lnTo>
                <a:lnTo>
                  <a:pt x="1121" y="784"/>
                </a:lnTo>
                <a:lnTo>
                  <a:pt x="1120" y="784"/>
                </a:lnTo>
                <a:lnTo>
                  <a:pt x="1120" y="785"/>
                </a:lnTo>
                <a:lnTo>
                  <a:pt x="1119" y="785"/>
                </a:lnTo>
                <a:lnTo>
                  <a:pt x="1118" y="785"/>
                </a:lnTo>
                <a:lnTo>
                  <a:pt x="1118" y="786"/>
                </a:lnTo>
                <a:lnTo>
                  <a:pt x="1119" y="786"/>
                </a:lnTo>
                <a:lnTo>
                  <a:pt x="1119" y="787"/>
                </a:lnTo>
                <a:lnTo>
                  <a:pt x="1118" y="787"/>
                </a:lnTo>
                <a:lnTo>
                  <a:pt x="1118" y="788"/>
                </a:lnTo>
                <a:lnTo>
                  <a:pt x="1117" y="788"/>
                </a:lnTo>
                <a:lnTo>
                  <a:pt x="1117" y="787"/>
                </a:lnTo>
                <a:lnTo>
                  <a:pt x="1116" y="787"/>
                </a:lnTo>
                <a:lnTo>
                  <a:pt x="1116" y="786"/>
                </a:lnTo>
                <a:lnTo>
                  <a:pt x="1115" y="786"/>
                </a:lnTo>
                <a:lnTo>
                  <a:pt x="1115" y="785"/>
                </a:lnTo>
                <a:lnTo>
                  <a:pt x="1114" y="785"/>
                </a:lnTo>
                <a:lnTo>
                  <a:pt x="1114" y="784"/>
                </a:lnTo>
                <a:lnTo>
                  <a:pt x="1113" y="784"/>
                </a:lnTo>
                <a:lnTo>
                  <a:pt x="1113" y="785"/>
                </a:lnTo>
                <a:lnTo>
                  <a:pt x="1112" y="785"/>
                </a:lnTo>
                <a:lnTo>
                  <a:pt x="1111" y="785"/>
                </a:lnTo>
                <a:lnTo>
                  <a:pt x="1111" y="786"/>
                </a:lnTo>
                <a:lnTo>
                  <a:pt x="1111" y="787"/>
                </a:lnTo>
                <a:lnTo>
                  <a:pt x="1111" y="788"/>
                </a:lnTo>
                <a:lnTo>
                  <a:pt x="1110" y="788"/>
                </a:lnTo>
                <a:lnTo>
                  <a:pt x="1110" y="787"/>
                </a:lnTo>
                <a:lnTo>
                  <a:pt x="1109" y="787"/>
                </a:lnTo>
                <a:lnTo>
                  <a:pt x="1109" y="788"/>
                </a:lnTo>
                <a:lnTo>
                  <a:pt x="1109" y="789"/>
                </a:lnTo>
                <a:lnTo>
                  <a:pt x="1109" y="790"/>
                </a:lnTo>
                <a:lnTo>
                  <a:pt x="1110" y="790"/>
                </a:lnTo>
                <a:lnTo>
                  <a:pt x="1110" y="791"/>
                </a:lnTo>
                <a:lnTo>
                  <a:pt x="1109" y="791"/>
                </a:lnTo>
                <a:lnTo>
                  <a:pt x="1108" y="791"/>
                </a:lnTo>
                <a:lnTo>
                  <a:pt x="1108" y="790"/>
                </a:lnTo>
                <a:lnTo>
                  <a:pt x="1107" y="790"/>
                </a:lnTo>
                <a:lnTo>
                  <a:pt x="1107" y="791"/>
                </a:lnTo>
                <a:lnTo>
                  <a:pt x="1107" y="792"/>
                </a:lnTo>
                <a:lnTo>
                  <a:pt x="1107" y="794"/>
                </a:lnTo>
                <a:lnTo>
                  <a:pt x="1107" y="795"/>
                </a:lnTo>
                <a:lnTo>
                  <a:pt x="1107" y="796"/>
                </a:lnTo>
                <a:lnTo>
                  <a:pt x="1108" y="796"/>
                </a:lnTo>
                <a:lnTo>
                  <a:pt x="1109" y="796"/>
                </a:lnTo>
                <a:lnTo>
                  <a:pt x="1110" y="796"/>
                </a:lnTo>
                <a:lnTo>
                  <a:pt x="1110" y="797"/>
                </a:lnTo>
                <a:lnTo>
                  <a:pt x="1111" y="797"/>
                </a:lnTo>
                <a:lnTo>
                  <a:pt x="1111" y="798"/>
                </a:lnTo>
                <a:lnTo>
                  <a:pt x="1110" y="798"/>
                </a:lnTo>
                <a:lnTo>
                  <a:pt x="1109" y="798"/>
                </a:lnTo>
                <a:lnTo>
                  <a:pt x="1109" y="797"/>
                </a:lnTo>
                <a:lnTo>
                  <a:pt x="1107" y="797"/>
                </a:lnTo>
                <a:lnTo>
                  <a:pt x="1107" y="798"/>
                </a:lnTo>
                <a:lnTo>
                  <a:pt x="1107" y="799"/>
                </a:lnTo>
                <a:lnTo>
                  <a:pt x="1107" y="800"/>
                </a:lnTo>
                <a:lnTo>
                  <a:pt x="1108" y="800"/>
                </a:lnTo>
                <a:lnTo>
                  <a:pt x="1108" y="801"/>
                </a:lnTo>
                <a:lnTo>
                  <a:pt x="1109" y="801"/>
                </a:lnTo>
                <a:lnTo>
                  <a:pt x="1109" y="802"/>
                </a:lnTo>
                <a:lnTo>
                  <a:pt x="1108" y="802"/>
                </a:lnTo>
                <a:lnTo>
                  <a:pt x="1107" y="802"/>
                </a:lnTo>
                <a:lnTo>
                  <a:pt x="1106" y="802"/>
                </a:lnTo>
                <a:lnTo>
                  <a:pt x="1105" y="803"/>
                </a:lnTo>
                <a:lnTo>
                  <a:pt x="1105" y="804"/>
                </a:lnTo>
                <a:lnTo>
                  <a:pt x="1105" y="805"/>
                </a:lnTo>
                <a:lnTo>
                  <a:pt x="1104" y="805"/>
                </a:lnTo>
                <a:lnTo>
                  <a:pt x="1104" y="806"/>
                </a:lnTo>
                <a:lnTo>
                  <a:pt x="1105" y="806"/>
                </a:lnTo>
                <a:lnTo>
                  <a:pt x="1104" y="806"/>
                </a:lnTo>
                <a:lnTo>
                  <a:pt x="1105" y="806"/>
                </a:lnTo>
                <a:lnTo>
                  <a:pt x="1105" y="805"/>
                </a:lnTo>
                <a:lnTo>
                  <a:pt x="1106" y="805"/>
                </a:lnTo>
                <a:lnTo>
                  <a:pt x="1106" y="806"/>
                </a:lnTo>
                <a:lnTo>
                  <a:pt x="1107" y="806"/>
                </a:lnTo>
                <a:lnTo>
                  <a:pt x="1107" y="807"/>
                </a:lnTo>
                <a:lnTo>
                  <a:pt x="1107" y="806"/>
                </a:lnTo>
                <a:lnTo>
                  <a:pt x="1108" y="806"/>
                </a:lnTo>
                <a:lnTo>
                  <a:pt x="1109" y="807"/>
                </a:lnTo>
                <a:lnTo>
                  <a:pt x="1108" y="807"/>
                </a:lnTo>
                <a:lnTo>
                  <a:pt x="1108" y="808"/>
                </a:lnTo>
                <a:lnTo>
                  <a:pt x="1109" y="808"/>
                </a:lnTo>
                <a:lnTo>
                  <a:pt x="1109" y="809"/>
                </a:lnTo>
                <a:lnTo>
                  <a:pt x="1109" y="810"/>
                </a:lnTo>
                <a:lnTo>
                  <a:pt x="1108" y="810"/>
                </a:lnTo>
                <a:lnTo>
                  <a:pt x="1107" y="810"/>
                </a:lnTo>
                <a:lnTo>
                  <a:pt x="1106" y="810"/>
                </a:lnTo>
                <a:lnTo>
                  <a:pt x="1105" y="810"/>
                </a:lnTo>
                <a:lnTo>
                  <a:pt x="1105" y="811"/>
                </a:lnTo>
                <a:lnTo>
                  <a:pt x="1105" y="812"/>
                </a:lnTo>
                <a:lnTo>
                  <a:pt x="1106" y="812"/>
                </a:lnTo>
                <a:lnTo>
                  <a:pt x="1107" y="812"/>
                </a:lnTo>
                <a:lnTo>
                  <a:pt x="1107" y="813"/>
                </a:lnTo>
                <a:lnTo>
                  <a:pt x="1108" y="813"/>
                </a:lnTo>
                <a:lnTo>
                  <a:pt x="1108" y="814"/>
                </a:lnTo>
                <a:lnTo>
                  <a:pt x="1107" y="814"/>
                </a:lnTo>
                <a:lnTo>
                  <a:pt x="1106" y="814"/>
                </a:lnTo>
                <a:lnTo>
                  <a:pt x="1106" y="813"/>
                </a:lnTo>
                <a:lnTo>
                  <a:pt x="1105" y="813"/>
                </a:lnTo>
                <a:lnTo>
                  <a:pt x="1104" y="813"/>
                </a:lnTo>
                <a:lnTo>
                  <a:pt x="1104" y="814"/>
                </a:lnTo>
                <a:lnTo>
                  <a:pt x="1104" y="815"/>
                </a:lnTo>
                <a:lnTo>
                  <a:pt x="1103" y="815"/>
                </a:lnTo>
                <a:lnTo>
                  <a:pt x="1103" y="814"/>
                </a:lnTo>
                <a:lnTo>
                  <a:pt x="1102" y="814"/>
                </a:lnTo>
                <a:lnTo>
                  <a:pt x="1102" y="815"/>
                </a:lnTo>
                <a:lnTo>
                  <a:pt x="1103" y="815"/>
                </a:lnTo>
                <a:lnTo>
                  <a:pt x="1102" y="815"/>
                </a:lnTo>
                <a:lnTo>
                  <a:pt x="1102" y="816"/>
                </a:lnTo>
                <a:lnTo>
                  <a:pt x="1102" y="817"/>
                </a:lnTo>
                <a:lnTo>
                  <a:pt x="1103" y="817"/>
                </a:lnTo>
                <a:lnTo>
                  <a:pt x="1103" y="818"/>
                </a:lnTo>
                <a:lnTo>
                  <a:pt x="1103" y="819"/>
                </a:lnTo>
                <a:lnTo>
                  <a:pt x="1102" y="819"/>
                </a:lnTo>
                <a:lnTo>
                  <a:pt x="1101" y="819"/>
                </a:lnTo>
                <a:lnTo>
                  <a:pt x="1101" y="818"/>
                </a:lnTo>
                <a:lnTo>
                  <a:pt x="1100" y="818"/>
                </a:lnTo>
                <a:lnTo>
                  <a:pt x="1100" y="819"/>
                </a:lnTo>
                <a:lnTo>
                  <a:pt x="1099" y="819"/>
                </a:lnTo>
                <a:lnTo>
                  <a:pt x="1099" y="818"/>
                </a:lnTo>
                <a:lnTo>
                  <a:pt x="1098" y="818"/>
                </a:lnTo>
                <a:lnTo>
                  <a:pt x="1098" y="819"/>
                </a:lnTo>
                <a:lnTo>
                  <a:pt x="1099" y="819"/>
                </a:lnTo>
                <a:lnTo>
                  <a:pt x="1098" y="819"/>
                </a:lnTo>
                <a:lnTo>
                  <a:pt x="1097" y="819"/>
                </a:lnTo>
                <a:lnTo>
                  <a:pt x="1097" y="820"/>
                </a:lnTo>
                <a:lnTo>
                  <a:pt x="1097" y="819"/>
                </a:lnTo>
                <a:lnTo>
                  <a:pt x="1096" y="819"/>
                </a:lnTo>
                <a:lnTo>
                  <a:pt x="1097" y="819"/>
                </a:lnTo>
                <a:lnTo>
                  <a:pt x="1097" y="820"/>
                </a:lnTo>
                <a:lnTo>
                  <a:pt x="1096" y="820"/>
                </a:lnTo>
                <a:lnTo>
                  <a:pt x="1096" y="821"/>
                </a:lnTo>
                <a:lnTo>
                  <a:pt x="1095" y="821"/>
                </a:lnTo>
                <a:lnTo>
                  <a:pt x="1096" y="821"/>
                </a:lnTo>
                <a:lnTo>
                  <a:pt x="1096" y="820"/>
                </a:lnTo>
                <a:lnTo>
                  <a:pt x="1095" y="820"/>
                </a:lnTo>
                <a:lnTo>
                  <a:pt x="1094" y="820"/>
                </a:lnTo>
                <a:lnTo>
                  <a:pt x="1094" y="821"/>
                </a:lnTo>
                <a:lnTo>
                  <a:pt x="1093" y="821"/>
                </a:lnTo>
                <a:lnTo>
                  <a:pt x="1094" y="821"/>
                </a:lnTo>
                <a:lnTo>
                  <a:pt x="1093" y="821"/>
                </a:lnTo>
                <a:lnTo>
                  <a:pt x="1093" y="822"/>
                </a:lnTo>
                <a:lnTo>
                  <a:pt x="1092" y="822"/>
                </a:lnTo>
                <a:lnTo>
                  <a:pt x="1091" y="822"/>
                </a:lnTo>
                <a:lnTo>
                  <a:pt x="1090" y="822"/>
                </a:lnTo>
                <a:lnTo>
                  <a:pt x="1090" y="823"/>
                </a:lnTo>
                <a:lnTo>
                  <a:pt x="1089" y="823"/>
                </a:lnTo>
                <a:lnTo>
                  <a:pt x="1088" y="823"/>
                </a:lnTo>
                <a:lnTo>
                  <a:pt x="1088" y="824"/>
                </a:lnTo>
                <a:lnTo>
                  <a:pt x="1087" y="825"/>
                </a:lnTo>
                <a:lnTo>
                  <a:pt x="1087" y="824"/>
                </a:lnTo>
                <a:lnTo>
                  <a:pt x="1087" y="825"/>
                </a:lnTo>
                <a:lnTo>
                  <a:pt x="1087" y="824"/>
                </a:lnTo>
                <a:lnTo>
                  <a:pt x="1086" y="824"/>
                </a:lnTo>
                <a:lnTo>
                  <a:pt x="1086" y="825"/>
                </a:lnTo>
                <a:lnTo>
                  <a:pt x="1085" y="825"/>
                </a:lnTo>
                <a:lnTo>
                  <a:pt x="1084" y="825"/>
                </a:lnTo>
                <a:lnTo>
                  <a:pt x="1083" y="825"/>
                </a:lnTo>
                <a:lnTo>
                  <a:pt x="1084" y="825"/>
                </a:lnTo>
                <a:lnTo>
                  <a:pt x="1083" y="826"/>
                </a:lnTo>
                <a:lnTo>
                  <a:pt x="1082" y="826"/>
                </a:lnTo>
                <a:lnTo>
                  <a:pt x="1082" y="827"/>
                </a:lnTo>
                <a:lnTo>
                  <a:pt x="1082" y="826"/>
                </a:lnTo>
                <a:lnTo>
                  <a:pt x="1083" y="826"/>
                </a:lnTo>
                <a:lnTo>
                  <a:pt x="1083" y="827"/>
                </a:lnTo>
                <a:lnTo>
                  <a:pt x="1082" y="827"/>
                </a:lnTo>
                <a:lnTo>
                  <a:pt x="1082" y="828"/>
                </a:lnTo>
                <a:lnTo>
                  <a:pt x="1081" y="828"/>
                </a:lnTo>
                <a:lnTo>
                  <a:pt x="1081" y="829"/>
                </a:lnTo>
                <a:lnTo>
                  <a:pt x="1082" y="829"/>
                </a:lnTo>
                <a:lnTo>
                  <a:pt x="1081" y="829"/>
                </a:lnTo>
                <a:lnTo>
                  <a:pt x="1080" y="829"/>
                </a:lnTo>
                <a:lnTo>
                  <a:pt x="1080" y="830"/>
                </a:lnTo>
                <a:lnTo>
                  <a:pt x="1081" y="830"/>
                </a:lnTo>
                <a:lnTo>
                  <a:pt x="1080" y="831"/>
                </a:lnTo>
                <a:lnTo>
                  <a:pt x="1080" y="830"/>
                </a:lnTo>
                <a:lnTo>
                  <a:pt x="1080" y="831"/>
                </a:lnTo>
                <a:lnTo>
                  <a:pt x="1079" y="832"/>
                </a:lnTo>
                <a:lnTo>
                  <a:pt x="1080" y="832"/>
                </a:lnTo>
                <a:lnTo>
                  <a:pt x="1080" y="833"/>
                </a:lnTo>
                <a:lnTo>
                  <a:pt x="1079" y="833"/>
                </a:lnTo>
                <a:lnTo>
                  <a:pt x="1078" y="833"/>
                </a:lnTo>
                <a:lnTo>
                  <a:pt x="1079" y="833"/>
                </a:lnTo>
                <a:lnTo>
                  <a:pt x="1078" y="833"/>
                </a:lnTo>
                <a:lnTo>
                  <a:pt x="1078" y="834"/>
                </a:lnTo>
                <a:lnTo>
                  <a:pt x="1077" y="835"/>
                </a:lnTo>
                <a:lnTo>
                  <a:pt x="1078" y="835"/>
                </a:lnTo>
                <a:lnTo>
                  <a:pt x="1078" y="836"/>
                </a:lnTo>
                <a:lnTo>
                  <a:pt x="1077" y="836"/>
                </a:lnTo>
                <a:lnTo>
                  <a:pt x="1078" y="836"/>
                </a:lnTo>
                <a:lnTo>
                  <a:pt x="1078" y="837"/>
                </a:lnTo>
                <a:lnTo>
                  <a:pt x="1077" y="838"/>
                </a:lnTo>
                <a:lnTo>
                  <a:pt x="1078" y="838"/>
                </a:lnTo>
                <a:lnTo>
                  <a:pt x="1078" y="839"/>
                </a:lnTo>
                <a:lnTo>
                  <a:pt x="1078" y="840"/>
                </a:lnTo>
                <a:lnTo>
                  <a:pt x="1077" y="839"/>
                </a:lnTo>
                <a:lnTo>
                  <a:pt x="1077" y="840"/>
                </a:lnTo>
                <a:lnTo>
                  <a:pt x="1076" y="840"/>
                </a:lnTo>
                <a:lnTo>
                  <a:pt x="1076" y="841"/>
                </a:lnTo>
                <a:lnTo>
                  <a:pt x="1076" y="842"/>
                </a:lnTo>
                <a:lnTo>
                  <a:pt x="1076" y="843"/>
                </a:lnTo>
                <a:lnTo>
                  <a:pt x="1077" y="843"/>
                </a:lnTo>
                <a:lnTo>
                  <a:pt x="1076" y="843"/>
                </a:lnTo>
                <a:lnTo>
                  <a:pt x="1076" y="844"/>
                </a:lnTo>
                <a:lnTo>
                  <a:pt x="1075" y="844"/>
                </a:lnTo>
                <a:lnTo>
                  <a:pt x="1074" y="844"/>
                </a:lnTo>
                <a:lnTo>
                  <a:pt x="1074" y="845"/>
                </a:lnTo>
                <a:lnTo>
                  <a:pt x="1075" y="845"/>
                </a:lnTo>
                <a:lnTo>
                  <a:pt x="1076" y="845"/>
                </a:lnTo>
                <a:lnTo>
                  <a:pt x="1076" y="846"/>
                </a:lnTo>
                <a:lnTo>
                  <a:pt x="1075" y="846"/>
                </a:lnTo>
                <a:lnTo>
                  <a:pt x="1074" y="846"/>
                </a:lnTo>
                <a:lnTo>
                  <a:pt x="1075" y="846"/>
                </a:lnTo>
                <a:lnTo>
                  <a:pt x="1075" y="847"/>
                </a:lnTo>
                <a:lnTo>
                  <a:pt x="1074" y="847"/>
                </a:lnTo>
                <a:lnTo>
                  <a:pt x="1074" y="848"/>
                </a:lnTo>
                <a:lnTo>
                  <a:pt x="1074" y="847"/>
                </a:lnTo>
                <a:lnTo>
                  <a:pt x="1075" y="847"/>
                </a:lnTo>
                <a:lnTo>
                  <a:pt x="1075" y="848"/>
                </a:lnTo>
                <a:lnTo>
                  <a:pt x="1074" y="848"/>
                </a:lnTo>
                <a:lnTo>
                  <a:pt x="1073" y="848"/>
                </a:lnTo>
                <a:lnTo>
                  <a:pt x="1073" y="849"/>
                </a:lnTo>
                <a:lnTo>
                  <a:pt x="1075" y="849"/>
                </a:lnTo>
                <a:lnTo>
                  <a:pt x="1074" y="849"/>
                </a:lnTo>
                <a:lnTo>
                  <a:pt x="1074" y="850"/>
                </a:lnTo>
                <a:lnTo>
                  <a:pt x="1074" y="849"/>
                </a:lnTo>
                <a:lnTo>
                  <a:pt x="1075" y="849"/>
                </a:lnTo>
                <a:lnTo>
                  <a:pt x="1075" y="850"/>
                </a:lnTo>
                <a:lnTo>
                  <a:pt x="1074" y="850"/>
                </a:lnTo>
                <a:lnTo>
                  <a:pt x="1074" y="851"/>
                </a:lnTo>
                <a:lnTo>
                  <a:pt x="1073" y="851"/>
                </a:lnTo>
                <a:lnTo>
                  <a:pt x="1073" y="852"/>
                </a:lnTo>
                <a:lnTo>
                  <a:pt x="1074" y="852"/>
                </a:lnTo>
                <a:lnTo>
                  <a:pt x="1074" y="851"/>
                </a:lnTo>
                <a:lnTo>
                  <a:pt x="1075" y="851"/>
                </a:lnTo>
                <a:lnTo>
                  <a:pt x="1074" y="852"/>
                </a:lnTo>
                <a:lnTo>
                  <a:pt x="1075" y="852"/>
                </a:lnTo>
                <a:lnTo>
                  <a:pt x="1074" y="852"/>
                </a:lnTo>
                <a:lnTo>
                  <a:pt x="1073" y="852"/>
                </a:lnTo>
                <a:lnTo>
                  <a:pt x="1073" y="853"/>
                </a:lnTo>
                <a:lnTo>
                  <a:pt x="1074" y="853"/>
                </a:lnTo>
                <a:lnTo>
                  <a:pt x="1075" y="853"/>
                </a:lnTo>
                <a:lnTo>
                  <a:pt x="1074" y="853"/>
                </a:lnTo>
                <a:lnTo>
                  <a:pt x="1075" y="853"/>
                </a:lnTo>
                <a:lnTo>
                  <a:pt x="1075" y="854"/>
                </a:lnTo>
                <a:lnTo>
                  <a:pt x="1075" y="853"/>
                </a:lnTo>
                <a:lnTo>
                  <a:pt x="1075" y="854"/>
                </a:lnTo>
                <a:lnTo>
                  <a:pt x="1076" y="854"/>
                </a:lnTo>
                <a:lnTo>
                  <a:pt x="1076" y="855"/>
                </a:lnTo>
                <a:lnTo>
                  <a:pt x="1076" y="856"/>
                </a:lnTo>
                <a:lnTo>
                  <a:pt x="1076" y="857"/>
                </a:lnTo>
                <a:lnTo>
                  <a:pt x="1077" y="857"/>
                </a:lnTo>
                <a:lnTo>
                  <a:pt x="1077" y="858"/>
                </a:lnTo>
                <a:lnTo>
                  <a:pt x="1077" y="859"/>
                </a:lnTo>
                <a:lnTo>
                  <a:pt x="1077" y="860"/>
                </a:lnTo>
                <a:lnTo>
                  <a:pt x="1076" y="860"/>
                </a:lnTo>
                <a:lnTo>
                  <a:pt x="1077" y="860"/>
                </a:lnTo>
                <a:lnTo>
                  <a:pt x="1077" y="861"/>
                </a:lnTo>
                <a:lnTo>
                  <a:pt x="1076" y="862"/>
                </a:lnTo>
                <a:lnTo>
                  <a:pt x="1077" y="862"/>
                </a:lnTo>
                <a:lnTo>
                  <a:pt x="1078" y="862"/>
                </a:lnTo>
                <a:lnTo>
                  <a:pt x="1077" y="862"/>
                </a:lnTo>
                <a:lnTo>
                  <a:pt x="1077" y="863"/>
                </a:lnTo>
                <a:lnTo>
                  <a:pt x="1076" y="863"/>
                </a:lnTo>
                <a:lnTo>
                  <a:pt x="1076" y="864"/>
                </a:lnTo>
                <a:lnTo>
                  <a:pt x="1077" y="864"/>
                </a:lnTo>
                <a:lnTo>
                  <a:pt x="1077" y="863"/>
                </a:lnTo>
                <a:lnTo>
                  <a:pt x="1078" y="863"/>
                </a:lnTo>
                <a:lnTo>
                  <a:pt x="1077" y="863"/>
                </a:lnTo>
                <a:lnTo>
                  <a:pt x="1077" y="864"/>
                </a:lnTo>
                <a:lnTo>
                  <a:pt x="1077" y="863"/>
                </a:lnTo>
                <a:lnTo>
                  <a:pt x="1078" y="864"/>
                </a:lnTo>
                <a:lnTo>
                  <a:pt x="1077" y="864"/>
                </a:lnTo>
                <a:lnTo>
                  <a:pt x="1078" y="864"/>
                </a:lnTo>
                <a:lnTo>
                  <a:pt x="1077" y="864"/>
                </a:lnTo>
                <a:lnTo>
                  <a:pt x="1077" y="865"/>
                </a:lnTo>
                <a:lnTo>
                  <a:pt x="1076" y="864"/>
                </a:lnTo>
                <a:lnTo>
                  <a:pt x="1077" y="864"/>
                </a:lnTo>
                <a:lnTo>
                  <a:pt x="1076" y="864"/>
                </a:lnTo>
                <a:lnTo>
                  <a:pt x="1075" y="864"/>
                </a:lnTo>
                <a:lnTo>
                  <a:pt x="1075" y="865"/>
                </a:lnTo>
                <a:lnTo>
                  <a:pt x="1074" y="865"/>
                </a:lnTo>
                <a:lnTo>
                  <a:pt x="1075" y="865"/>
                </a:lnTo>
                <a:lnTo>
                  <a:pt x="1075" y="866"/>
                </a:lnTo>
                <a:lnTo>
                  <a:pt x="1074" y="866"/>
                </a:lnTo>
                <a:lnTo>
                  <a:pt x="1074" y="865"/>
                </a:lnTo>
                <a:lnTo>
                  <a:pt x="1074" y="866"/>
                </a:lnTo>
                <a:lnTo>
                  <a:pt x="1074" y="867"/>
                </a:lnTo>
                <a:lnTo>
                  <a:pt x="1074" y="866"/>
                </a:lnTo>
                <a:lnTo>
                  <a:pt x="1073" y="866"/>
                </a:lnTo>
                <a:lnTo>
                  <a:pt x="1073" y="867"/>
                </a:lnTo>
                <a:lnTo>
                  <a:pt x="1072" y="867"/>
                </a:lnTo>
                <a:lnTo>
                  <a:pt x="1072" y="868"/>
                </a:lnTo>
                <a:lnTo>
                  <a:pt x="1072" y="867"/>
                </a:lnTo>
                <a:lnTo>
                  <a:pt x="1071" y="867"/>
                </a:lnTo>
                <a:lnTo>
                  <a:pt x="1071" y="868"/>
                </a:lnTo>
                <a:lnTo>
                  <a:pt x="1071" y="869"/>
                </a:lnTo>
                <a:lnTo>
                  <a:pt x="1071" y="868"/>
                </a:lnTo>
                <a:lnTo>
                  <a:pt x="1070" y="868"/>
                </a:lnTo>
                <a:lnTo>
                  <a:pt x="1070" y="869"/>
                </a:lnTo>
                <a:lnTo>
                  <a:pt x="1069" y="869"/>
                </a:lnTo>
                <a:lnTo>
                  <a:pt x="1069" y="870"/>
                </a:lnTo>
                <a:lnTo>
                  <a:pt x="1068" y="870"/>
                </a:lnTo>
                <a:lnTo>
                  <a:pt x="1069" y="870"/>
                </a:lnTo>
                <a:lnTo>
                  <a:pt x="1069" y="871"/>
                </a:lnTo>
                <a:lnTo>
                  <a:pt x="1068" y="871"/>
                </a:lnTo>
                <a:lnTo>
                  <a:pt x="1069" y="871"/>
                </a:lnTo>
                <a:lnTo>
                  <a:pt x="1068" y="871"/>
                </a:lnTo>
                <a:lnTo>
                  <a:pt x="1068" y="872"/>
                </a:lnTo>
                <a:lnTo>
                  <a:pt x="1067" y="872"/>
                </a:lnTo>
                <a:lnTo>
                  <a:pt x="1066" y="872"/>
                </a:lnTo>
                <a:lnTo>
                  <a:pt x="1065" y="872"/>
                </a:lnTo>
                <a:lnTo>
                  <a:pt x="1065" y="873"/>
                </a:lnTo>
                <a:lnTo>
                  <a:pt x="1064" y="873"/>
                </a:lnTo>
                <a:lnTo>
                  <a:pt x="1063" y="873"/>
                </a:lnTo>
                <a:lnTo>
                  <a:pt x="1063" y="874"/>
                </a:lnTo>
                <a:lnTo>
                  <a:pt x="1063" y="875"/>
                </a:lnTo>
                <a:lnTo>
                  <a:pt x="1062" y="875"/>
                </a:lnTo>
                <a:lnTo>
                  <a:pt x="1062" y="874"/>
                </a:lnTo>
                <a:lnTo>
                  <a:pt x="1061" y="874"/>
                </a:lnTo>
                <a:lnTo>
                  <a:pt x="1061" y="875"/>
                </a:lnTo>
                <a:lnTo>
                  <a:pt x="1061" y="876"/>
                </a:lnTo>
                <a:lnTo>
                  <a:pt x="1061" y="875"/>
                </a:lnTo>
                <a:lnTo>
                  <a:pt x="1060" y="875"/>
                </a:lnTo>
                <a:lnTo>
                  <a:pt x="1060" y="874"/>
                </a:lnTo>
                <a:lnTo>
                  <a:pt x="1059" y="874"/>
                </a:lnTo>
                <a:lnTo>
                  <a:pt x="1058" y="874"/>
                </a:lnTo>
                <a:lnTo>
                  <a:pt x="1057" y="874"/>
                </a:lnTo>
                <a:lnTo>
                  <a:pt x="1058" y="874"/>
                </a:lnTo>
                <a:lnTo>
                  <a:pt x="1058" y="873"/>
                </a:lnTo>
                <a:lnTo>
                  <a:pt x="1057" y="873"/>
                </a:lnTo>
                <a:lnTo>
                  <a:pt x="1057" y="874"/>
                </a:lnTo>
                <a:lnTo>
                  <a:pt x="1057" y="873"/>
                </a:lnTo>
                <a:lnTo>
                  <a:pt x="1056" y="873"/>
                </a:lnTo>
                <a:lnTo>
                  <a:pt x="1055" y="873"/>
                </a:lnTo>
                <a:lnTo>
                  <a:pt x="1055" y="872"/>
                </a:lnTo>
                <a:lnTo>
                  <a:pt x="1054" y="872"/>
                </a:lnTo>
                <a:lnTo>
                  <a:pt x="1055" y="872"/>
                </a:lnTo>
                <a:lnTo>
                  <a:pt x="1054" y="872"/>
                </a:lnTo>
                <a:lnTo>
                  <a:pt x="1053" y="871"/>
                </a:lnTo>
                <a:lnTo>
                  <a:pt x="1052" y="871"/>
                </a:lnTo>
                <a:lnTo>
                  <a:pt x="976" y="851"/>
                </a:lnTo>
                <a:lnTo>
                  <a:pt x="975" y="851"/>
                </a:lnTo>
                <a:lnTo>
                  <a:pt x="975" y="850"/>
                </a:lnTo>
                <a:lnTo>
                  <a:pt x="974" y="850"/>
                </a:lnTo>
                <a:lnTo>
                  <a:pt x="974" y="849"/>
                </a:lnTo>
                <a:lnTo>
                  <a:pt x="973" y="849"/>
                </a:lnTo>
                <a:lnTo>
                  <a:pt x="972" y="849"/>
                </a:lnTo>
                <a:lnTo>
                  <a:pt x="971" y="849"/>
                </a:lnTo>
                <a:lnTo>
                  <a:pt x="970" y="848"/>
                </a:lnTo>
                <a:lnTo>
                  <a:pt x="969" y="848"/>
                </a:lnTo>
                <a:lnTo>
                  <a:pt x="969" y="847"/>
                </a:lnTo>
                <a:lnTo>
                  <a:pt x="968" y="846"/>
                </a:lnTo>
                <a:lnTo>
                  <a:pt x="968" y="844"/>
                </a:lnTo>
                <a:lnTo>
                  <a:pt x="968" y="843"/>
                </a:lnTo>
                <a:lnTo>
                  <a:pt x="965" y="842"/>
                </a:lnTo>
                <a:lnTo>
                  <a:pt x="963" y="842"/>
                </a:lnTo>
                <a:lnTo>
                  <a:pt x="963" y="843"/>
                </a:lnTo>
                <a:lnTo>
                  <a:pt x="963" y="844"/>
                </a:lnTo>
                <a:lnTo>
                  <a:pt x="961" y="845"/>
                </a:lnTo>
                <a:lnTo>
                  <a:pt x="960" y="845"/>
                </a:lnTo>
                <a:lnTo>
                  <a:pt x="960" y="846"/>
                </a:lnTo>
                <a:lnTo>
                  <a:pt x="960" y="847"/>
                </a:lnTo>
                <a:lnTo>
                  <a:pt x="959" y="847"/>
                </a:lnTo>
                <a:lnTo>
                  <a:pt x="957" y="849"/>
                </a:lnTo>
                <a:lnTo>
                  <a:pt x="957" y="850"/>
                </a:lnTo>
                <a:lnTo>
                  <a:pt x="956" y="851"/>
                </a:lnTo>
                <a:lnTo>
                  <a:pt x="956" y="852"/>
                </a:lnTo>
                <a:lnTo>
                  <a:pt x="955" y="853"/>
                </a:lnTo>
                <a:lnTo>
                  <a:pt x="955" y="854"/>
                </a:lnTo>
                <a:lnTo>
                  <a:pt x="956" y="855"/>
                </a:lnTo>
                <a:lnTo>
                  <a:pt x="955" y="855"/>
                </a:lnTo>
                <a:lnTo>
                  <a:pt x="954" y="855"/>
                </a:lnTo>
                <a:lnTo>
                  <a:pt x="953" y="855"/>
                </a:lnTo>
                <a:lnTo>
                  <a:pt x="952" y="854"/>
                </a:lnTo>
                <a:lnTo>
                  <a:pt x="951" y="854"/>
                </a:lnTo>
                <a:lnTo>
                  <a:pt x="950" y="854"/>
                </a:lnTo>
                <a:lnTo>
                  <a:pt x="949" y="854"/>
                </a:lnTo>
                <a:lnTo>
                  <a:pt x="948" y="854"/>
                </a:lnTo>
                <a:lnTo>
                  <a:pt x="948" y="855"/>
                </a:lnTo>
                <a:lnTo>
                  <a:pt x="947" y="855"/>
                </a:lnTo>
                <a:lnTo>
                  <a:pt x="946" y="855"/>
                </a:lnTo>
                <a:lnTo>
                  <a:pt x="945" y="857"/>
                </a:lnTo>
                <a:lnTo>
                  <a:pt x="944" y="859"/>
                </a:lnTo>
                <a:lnTo>
                  <a:pt x="943" y="861"/>
                </a:lnTo>
                <a:lnTo>
                  <a:pt x="945" y="862"/>
                </a:lnTo>
                <a:lnTo>
                  <a:pt x="947" y="862"/>
                </a:lnTo>
                <a:lnTo>
                  <a:pt x="946" y="863"/>
                </a:lnTo>
                <a:lnTo>
                  <a:pt x="947" y="863"/>
                </a:lnTo>
                <a:lnTo>
                  <a:pt x="947" y="864"/>
                </a:lnTo>
                <a:lnTo>
                  <a:pt x="947" y="865"/>
                </a:lnTo>
                <a:lnTo>
                  <a:pt x="946" y="865"/>
                </a:lnTo>
                <a:lnTo>
                  <a:pt x="945" y="866"/>
                </a:lnTo>
                <a:lnTo>
                  <a:pt x="945" y="867"/>
                </a:lnTo>
                <a:lnTo>
                  <a:pt x="942" y="868"/>
                </a:lnTo>
                <a:lnTo>
                  <a:pt x="941" y="870"/>
                </a:lnTo>
                <a:lnTo>
                  <a:pt x="940" y="871"/>
                </a:lnTo>
                <a:lnTo>
                  <a:pt x="939" y="871"/>
                </a:lnTo>
                <a:lnTo>
                  <a:pt x="937" y="872"/>
                </a:lnTo>
                <a:lnTo>
                  <a:pt x="936" y="872"/>
                </a:lnTo>
                <a:lnTo>
                  <a:pt x="936" y="873"/>
                </a:lnTo>
                <a:lnTo>
                  <a:pt x="935" y="873"/>
                </a:lnTo>
                <a:lnTo>
                  <a:pt x="935" y="874"/>
                </a:lnTo>
                <a:lnTo>
                  <a:pt x="934" y="875"/>
                </a:lnTo>
                <a:lnTo>
                  <a:pt x="933" y="875"/>
                </a:lnTo>
                <a:lnTo>
                  <a:pt x="932" y="876"/>
                </a:lnTo>
                <a:lnTo>
                  <a:pt x="931" y="876"/>
                </a:lnTo>
                <a:lnTo>
                  <a:pt x="930" y="877"/>
                </a:lnTo>
                <a:lnTo>
                  <a:pt x="929" y="877"/>
                </a:lnTo>
                <a:lnTo>
                  <a:pt x="928" y="877"/>
                </a:lnTo>
                <a:lnTo>
                  <a:pt x="928" y="879"/>
                </a:lnTo>
                <a:lnTo>
                  <a:pt x="929" y="879"/>
                </a:lnTo>
                <a:lnTo>
                  <a:pt x="930" y="880"/>
                </a:lnTo>
                <a:lnTo>
                  <a:pt x="929" y="880"/>
                </a:lnTo>
                <a:lnTo>
                  <a:pt x="928" y="881"/>
                </a:lnTo>
                <a:lnTo>
                  <a:pt x="927" y="881"/>
                </a:lnTo>
                <a:lnTo>
                  <a:pt x="926" y="881"/>
                </a:lnTo>
                <a:lnTo>
                  <a:pt x="925" y="880"/>
                </a:lnTo>
                <a:lnTo>
                  <a:pt x="924" y="880"/>
                </a:lnTo>
                <a:lnTo>
                  <a:pt x="923" y="880"/>
                </a:lnTo>
                <a:lnTo>
                  <a:pt x="921" y="879"/>
                </a:lnTo>
                <a:lnTo>
                  <a:pt x="920" y="879"/>
                </a:lnTo>
                <a:lnTo>
                  <a:pt x="919" y="879"/>
                </a:lnTo>
                <a:lnTo>
                  <a:pt x="918" y="879"/>
                </a:lnTo>
                <a:lnTo>
                  <a:pt x="917" y="879"/>
                </a:lnTo>
                <a:lnTo>
                  <a:pt x="917" y="878"/>
                </a:lnTo>
                <a:lnTo>
                  <a:pt x="916" y="879"/>
                </a:lnTo>
                <a:lnTo>
                  <a:pt x="915" y="880"/>
                </a:lnTo>
                <a:lnTo>
                  <a:pt x="914" y="881"/>
                </a:lnTo>
                <a:lnTo>
                  <a:pt x="913" y="881"/>
                </a:lnTo>
                <a:lnTo>
                  <a:pt x="912" y="881"/>
                </a:lnTo>
                <a:lnTo>
                  <a:pt x="912" y="882"/>
                </a:lnTo>
                <a:lnTo>
                  <a:pt x="912" y="883"/>
                </a:lnTo>
                <a:lnTo>
                  <a:pt x="911" y="884"/>
                </a:lnTo>
                <a:lnTo>
                  <a:pt x="910" y="885"/>
                </a:lnTo>
                <a:lnTo>
                  <a:pt x="909" y="885"/>
                </a:lnTo>
                <a:lnTo>
                  <a:pt x="908" y="885"/>
                </a:lnTo>
                <a:lnTo>
                  <a:pt x="908" y="884"/>
                </a:lnTo>
                <a:lnTo>
                  <a:pt x="907" y="885"/>
                </a:lnTo>
                <a:lnTo>
                  <a:pt x="906" y="885"/>
                </a:lnTo>
                <a:lnTo>
                  <a:pt x="905" y="886"/>
                </a:lnTo>
                <a:lnTo>
                  <a:pt x="904" y="886"/>
                </a:lnTo>
                <a:lnTo>
                  <a:pt x="903" y="886"/>
                </a:lnTo>
                <a:lnTo>
                  <a:pt x="903" y="885"/>
                </a:lnTo>
                <a:lnTo>
                  <a:pt x="902" y="884"/>
                </a:lnTo>
                <a:lnTo>
                  <a:pt x="901" y="884"/>
                </a:lnTo>
                <a:lnTo>
                  <a:pt x="900" y="884"/>
                </a:lnTo>
                <a:lnTo>
                  <a:pt x="899" y="884"/>
                </a:lnTo>
                <a:lnTo>
                  <a:pt x="898" y="883"/>
                </a:lnTo>
                <a:lnTo>
                  <a:pt x="897" y="883"/>
                </a:lnTo>
                <a:lnTo>
                  <a:pt x="896" y="884"/>
                </a:lnTo>
                <a:lnTo>
                  <a:pt x="895" y="884"/>
                </a:lnTo>
                <a:lnTo>
                  <a:pt x="893" y="884"/>
                </a:lnTo>
                <a:lnTo>
                  <a:pt x="892" y="885"/>
                </a:lnTo>
                <a:lnTo>
                  <a:pt x="892" y="886"/>
                </a:lnTo>
                <a:lnTo>
                  <a:pt x="893" y="887"/>
                </a:lnTo>
                <a:lnTo>
                  <a:pt x="893" y="888"/>
                </a:lnTo>
                <a:lnTo>
                  <a:pt x="893" y="889"/>
                </a:lnTo>
                <a:lnTo>
                  <a:pt x="892" y="888"/>
                </a:lnTo>
                <a:lnTo>
                  <a:pt x="892" y="889"/>
                </a:lnTo>
                <a:lnTo>
                  <a:pt x="890" y="890"/>
                </a:lnTo>
                <a:lnTo>
                  <a:pt x="889" y="890"/>
                </a:lnTo>
                <a:lnTo>
                  <a:pt x="888" y="890"/>
                </a:lnTo>
                <a:lnTo>
                  <a:pt x="887" y="890"/>
                </a:lnTo>
                <a:lnTo>
                  <a:pt x="886" y="891"/>
                </a:lnTo>
                <a:lnTo>
                  <a:pt x="884" y="891"/>
                </a:lnTo>
                <a:lnTo>
                  <a:pt x="883" y="891"/>
                </a:lnTo>
                <a:lnTo>
                  <a:pt x="882" y="892"/>
                </a:lnTo>
                <a:lnTo>
                  <a:pt x="881" y="893"/>
                </a:lnTo>
                <a:lnTo>
                  <a:pt x="881" y="894"/>
                </a:lnTo>
                <a:lnTo>
                  <a:pt x="881" y="896"/>
                </a:lnTo>
                <a:lnTo>
                  <a:pt x="882" y="896"/>
                </a:lnTo>
                <a:lnTo>
                  <a:pt x="883" y="896"/>
                </a:lnTo>
                <a:lnTo>
                  <a:pt x="884" y="896"/>
                </a:lnTo>
                <a:lnTo>
                  <a:pt x="885" y="896"/>
                </a:lnTo>
                <a:lnTo>
                  <a:pt x="886" y="897"/>
                </a:lnTo>
                <a:lnTo>
                  <a:pt x="886" y="898"/>
                </a:lnTo>
                <a:lnTo>
                  <a:pt x="886" y="899"/>
                </a:lnTo>
                <a:lnTo>
                  <a:pt x="886" y="900"/>
                </a:lnTo>
                <a:lnTo>
                  <a:pt x="887" y="900"/>
                </a:lnTo>
                <a:lnTo>
                  <a:pt x="888" y="900"/>
                </a:lnTo>
                <a:lnTo>
                  <a:pt x="890" y="900"/>
                </a:lnTo>
                <a:lnTo>
                  <a:pt x="890" y="901"/>
                </a:lnTo>
                <a:lnTo>
                  <a:pt x="891" y="903"/>
                </a:lnTo>
                <a:lnTo>
                  <a:pt x="893" y="903"/>
                </a:lnTo>
                <a:lnTo>
                  <a:pt x="893" y="904"/>
                </a:lnTo>
                <a:lnTo>
                  <a:pt x="893" y="906"/>
                </a:lnTo>
                <a:lnTo>
                  <a:pt x="893" y="907"/>
                </a:lnTo>
                <a:lnTo>
                  <a:pt x="894" y="907"/>
                </a:lnTo>
                <a:lnTo>
                  <a:pt x="898" y="920"/>
                </a:lnTo>
                <a:lnTo>
                  <a:pt x="899" y="925"/>
                </a:lnTo>
                <a:lnTo>
                  <a:pt x="905" y="949"/>
                </a:lnTo>
                <a:lnTo>
                  <a:pt x="912" y="975"/>
                </a:lnTo>
                <a:lnTo>
                  <a:pt x="911" y="975"/>
                </a:lnTo>
                <a:lnTo>
                  <a:pt x="911" y="976"/>
                </a:lnTo>
                <a:lnTo>
                  <a:pt x="910" y="976"/>
                </a:lnTo>
                <a:lnTo>
                  <a:pt x="909" y="976"/>
                </a:lnTo>
                <a:lnTo>
                  <a:pt x="908" y="977"/>
                </a:lnTo>
                <a:lnTo>
                  <a:pt x="908" y="979"/>
                </a:lnTo>
                <a:lnTo>
                  <a:pt x="908" y="980"/>
                </a:lnTo>
                <a:lnTo>
                  <a:pt x="908" y="981"/>
                </a:lnTo>
                <a:lnTo>
                  <a:pt x="907" y="981"/>
                </a:lnTo>
                <a:lnTo>
                  <a:pt x="907" y="982"/>
                </a:lnTo>
                <a:lnTo>
                  <a:pt x="907" y="983"/>
                </a:lnTo>
                <a:lnTo>
                  <a:pt x="906" y="983"/>
                </a:lnTo>
                <a:lnTo>
                  <a:pt x="907" y="983"/>
                </a:lnTo>
                <a:lnTo>
                  <a:pt x="907" y="984"/>
                </a:lnTo>
                <a:lnTo>
                  <a:pt x="907" y="985"/>
                </a:lnTo>
                <a:lnTo>
                  <a:pt x="908" y="985"/>
                </a:lnTo>
                <a:lnTo>
                  <a:pt x="909" y="985"/>
                </a:lnTo>
                <a:lnTo>
                  <a:pt x="909" y="986"/>
                </a:lnTo>
                <a:lnTo>
                  <a:pt x="908" y="987"/>
                </a:lnTo>
                <a:lnTo>
                  <a:pt x="908" y="989"/>
                </a:lnTo>
                <a:lnTo>
                  <a:pt x="908" y="990"/>
                </a:lnTo>
                <a:lnTo>
                  <a:pt x="907" y="991"/>
                </a:lnTo>
                <a:lnTo>
                  <a:pt x="906" y="991"/>
                </a:lnTo>
                <a:lnTo>
                  <a:pt x="906" y="992"/>
                </a:lnTo>
                <a:lnTo>
                  <a:pt x="906" y="993"/>
                </a:lnTo>
                <a:lnTo>
                  <a:pt x="906" y="994"/>
                </a:lnTo>
                <a:lnTo>
                  <a:pt x="906" y="995"/>
                </a:lnTo>
                <a:lnTo>
                  <a:pt x="905" y="995"/>
                </a:lnTo>
                <a:lnTo>
                  <a:pt x="905" y="996"/>
                </a:lnTo>
                <a:lnTo>
                  <a:pt x="904" y="997"/>
                </a:lnTo>
                <a:lnTo>
                  <a:pt x="905" y="998"/>
                </a:lnTo>
                <a:lnTo>
                  <a:pt x="905" y="999"/>
                </a:lnTo>
                <a:lnTo>
                  <a:pt x="905" y="1000"/>
                </a:lnTo>
                <a:lnTo>
                  <a:pt x="904" y="1000"/>
                </a:lnTo>
                <a:lnTo>
                  <a:pt x="904" y="1001"/>
                </a:lnTo>
                <a:lnTo>
                  <a:pt x="905" y="1001"/>
                </a:lnTo>
                <a:lnTo>
                  <a:pt x="904" y="1001"/>
                </a:lnTo>
                <a:lnTo>
                  <a:pt x="904" y="1002"/>
                </a:lnTo>
                <a:lnTo>
                  <a:pt x="904" y="1003"/>
                </a:lnTo>
                <a:lnTo>
                  <a:pt x="905" y="1003"/>
                </a:lnTo>
                <a:lnTo>
                  <a:pt x="905" y="1004"/>
                </a:lnTo>
                <a:lnTo>
                  <a:pt x="905" y="1005"/>
                </a:lnTo>
                <a:lnTo>
                  <a:pt x="905" y="1006"/>
                </a:lnTo>
                <a:lnTo>
                  <a:pt x="906" y="1006"/>
                </a:lnTo>
                <a:lnTo>
                  <a:pt x="905" y="1006"/>
                </a:lnTo>
                <a:lnTo>
                  <a:pt x="905" y="1007"/>
                </a:lnTo>
                <a:lnTo>
                  <a:pt x="904" y="1007"/>
                </a:lnTo>
                <a:lnTo>
                  <a:pt x="904" y="1008"/>
                </a:lnTo>
                <a:lnTo>
                  <a:pt x="905" y="1008"/>
                </a:lnTo>
                <a:lnTo>
                  <a:pt x="905" y="1009"/>
                </a:lnTo>
                <a:lnTo>
                  <a:pt x="905" y="1010"/>
                </a:lnTo>
                <a:lnTo>
                  <a:pt x="904" y="1010"/>
                </a:lnTo>
                <a:lnTo>
                  <a:pt x="904" y="1011"/>
                </a:lnTo>
                <a:lnTo>
                  <a:pt x="904" y="1012"/>
                </a:lnTo>
                <a:lnTo>
                  <a:pt x="905" y="1012"/>
                </a:lnTo>
                <a:lnTo>
                  <a:pt x="905" y="1013"/>
                </a:lnTo>
                <a:lnTo>
                  <a:pt x="906" y="1013"/>
                </a:lnTo>
                <a:lnTo>
                  <a:pt x="906" y="1014"/>
                </a:lnTo>
                <a:lnTo>
                  <a:pt x="906" y="1015"/>
                </a:lnTo>
                <a:lnTo>
                  <a:pt x="906" y="1016"/>
                </a:lnTo>
                <a:lnTo>
                  <a:pt x="905" y="1016"/>
                </a:lnTo>
                <a:lnTo>
                  <a:pt x="906" y="1016"/>
                </a:lnTo>
                <a:lnTo>
                  <a:pt x="906" y="1017"/>
                </a:lnTo>
                <a:lnTo>
                  <a:pt x="905" y="1017"/>
                </a:lnTo>
                <a:lnTo>
                  <a:pt x="904" y="1018"/>
                </a:lnTo>
                <a:lnTo>
                  <a:pt x="905" y="1018"/>
                </a:lnTo>
                <a:lnTo>
                  <a:pt x="905" y="1019"/>
                </a:lnTo>
                <a:lnTo>
                  <a:pt x="904" y="1019"/>
                </a:lnTo>
                <a:lnTo>
                  <a:pt x="905" y="1020"/>
                </a:lnTo>
                <a:lnTo>
                  <a:pt x="906" y="1020"/>
                </a:lnTo>
                <a:lnTo>
                  <a:pt x="907" y="1020"/>
                </a:lnTo>
                <a:lnTo>
                  <a:pt x="907" y="1021"/>
                </a:lnTo>
                <a:lnTo>
                  <a:pt x="906" y="1021"/>
                </a:lnTo>
                <a:lnTo>
                  <a:pt x="906" y="1022"/>
                </a:lnTo>
                <a:lnTo>
                  <a:pt x="905" y="1022"/>
                </a:lnTo>
                <a:lnTo>
                  <a:pt x="905" y="1021"/>
                </a:lnTo>
                <a:lnTo>
                  <a:pt x="904" y="1021"/>
                </a:lnTo>
                <a:lnTo>
                  <a:pt x="903" y="1022"/>
                </a:lnTo>
                <a:lnTo>
                  <a:pt x="903" y="1023"/>
                </a:lnTo>
                <a:lnTo>
                  <a:pt x="904" y="1023"/>
                </a:lnTo>
                <a:lnTo>
                  <a:pt x="904" y="1024"/>
                </a:lnTo>
                <a:lnTo>
                  <a:pt x="904" y="1025"/>
                </a:lnTo>
                <a:lnTo>
                  <a:pt x="903" y="1025"/>
                </a:lnTo>
                <a:lnTo>
                  <a:pt x="903" y="1024"/>
                </a:lnTo>
                <a:lnTo>
                  <a:pt x="902" y="1024"/>
                </a:lnTo>
                <a:lnTo>
                  <a:pt x="902" y="1025"/>
                </a:lnTo>
                <a:lnTo>
                  <a:pt x="903" y="1025"/>
                </a:lnTo>
                <a:lnTo>
                  <a:pt x="903" y="1026"/>
                </a:lnTo>
                <a:lnTo>
                  <a:pt x="903" y="1027"/>
                </a:lnTo>
                <a:lnTo>
                  <a:pt x="903" y="1028"/>
                </a:lnTo>
                <a:lnTo>
                  <a:pt x="904" y="1028"/>
                </a:lnTo>
                <a:lnTo>
                  <a:pt x="905" y="1029"/>
                </a:lnTo>
                <a:lnTo>
                  <a:pt x="906" y="1029"/>
                </a:lnTo>
                <a:lnTo>
                  <a:pt x="907" y="1030"/>
                </a:lnTo>
                <a:lnTo>
                  <a:pt x="908" y="1030"/>
                </a:lnTo>
                <a:lnTo>
                  <a:pt x="908" y="1031"/>
                </a:lnTo>
                <a:lnTo>
                  <a:pt x="909" y="1031"/>
                </a:lnTo>
                <a:lnTo>
                  <a:pt x="910" y="1031"/>
                </a:lnTo>
                <a:lnTo>
                  <a:pt x="911" y="1031"/>
                </a:lnTo>
                <a:lnTo>
                  <a:pt x="912" y="1031"/>
                </a:lnTo>
                <a:lnTo>
                  <a:pt x="911" y="1031"/>
                </a:lnTo>
                <a:lnTo>
                  <a:pt x="912" y="1032"/>
                </a:lnTo>
                <a:lnTo>
                  <a:pt x="912" y="1033"/>
                </a:lnTo>
                <a:lnTo>
                  <a:pt x="911" y="1033"/>
                </a:lnTo>
                <a:lnTo>
                  <a:pt x="911" y="1034"/>
                </a:lnTo>
                <a:lnTo>
                  <a:pt x="910" y="1034"/>
                </a:lnTo>
                <a:lnTo>
                  <a:pt x="909" y="1034"/>
                </a:lnTo>
                <a:lnTo>
                  <a:pt x="908" y="1034"/>
                </a:lnTo>
                <a:lnTo>
                  <a:pt x="908" y="1033"/>
                </a:lnTo>
                <a:lnTo>
                  <a:pt x="907" y="1033"/>
                </a:lnTo>
                <a:lnTo>
                  <a:pt x="906" y="1033"/>
                </a:lnTo>
                <a:lnTo>
                  <a:pt x="906" y="1034"/>
                </a:lnTo>
                <a:lnTo>
                  <a:pt x="905" y="1035"/>
                </a:lnTo>
                <a:lnTo>
                  <a:pt x="903" y="1035"/>
                </a:lnTo>
                <a:lnTo>
                  <a:pt x="903" y="1036"/>
                </a:lnTo>
                <a:lnTo>
                  <a:pt x="903" y="1037"/>
                </a:lnTo>
                <a:lnTo>
                  <a:pt x="902" y="1037"/>
                </a:lnTo>
                <a:lnTo>
                  <a:pt x="901" y="1036"/>
                </a:lnTo>
                <a:lnTo>
                  <a:pt x="900" y="1036"/>
                </a:lnTo>
                <a:lnTo>
                  <a:pt x="900" y="1037"/>
                </a:lnTo>
                <a:lnTo>
                  <a:pt x="899" y="1038"/>
                </a:lnTo>
                <a:lnTo>
                  <a:pt x="898" y="1038"/>
                </a:lnTo>
                <a:lnTo>
                  <a:pt x="897" y="1038"/>
                </a:lnTo>
                <a:lnTo>
                  <a:pt x="896" y="1038"/>
                </a:lnTo>
                <a:lnTo>
                  <a:pt x="896" y="1037"/>
                </a:lnTo>
                <a:lnTo>
                  <a:pt x="896" y="1036"/>
                </a:lnTo>
                <a:lnTo>
                  <a:pt x="895" y="1036"/>
                </a:lnTo>
                <a:lnTo>
                  <a:pt x="894" y="1036"/>
                </a:lnTo>
                <a:lnTo>
                  <a:pt x="893" y="1035"/>
                </a:lnTo>
                <a:lnTo>
                  <a:pt x="892" y="1035"/>
                </a:lnTo>
                <a:lnTo>
                  <a:pt x="891" y="1034"/>
                </a:lnTo>
                <a:lnTo>
                  <a:pt x="891" y="1033"/>
                </a:lnTo>
                <a:lnTo>
                  <a:pt x="891" y="1032"/>
                </a:lnTo>
                <a:lnTo>
                  <a:pt x="890" y="1032"/>
                </a:lnTo>
                <a:lnTo>
                  <a:pt x="889" y="1032"/>
                </a:lnTo>
                <a:lnTo>
                  <a:pt x="889" y="1031"/>
                </a:lnTo>
                <a:lnTo>
                  <a:pt x="888" y="1031"/>
                </a:lnTo>
                <a:lnTo>
                  <a:pt x="887" y="1030"/>
                </a:lnTo>
                <a:lnTo>
                  <a:pt x="885" y="1030"/>
                </a:lnTo>
                <a:lnTo>
                  <a:pt x="885" y="1031"/>
                </a:lnTo>
                <a:lnTo>
                  <a:pt x="883" y="1031"/>
                </a:lnTo>
                <a:lnTo>
                  <a:pt x="883" y="1032"/>
                </a:lnTo>
                <a:lnTo>
                  <a:pt x="882" y="1032"/>
                </a:lnTo>
                <a:lnTo>
                  <a:pt x="881" y="1032"/>
                </a:lnTo>
                <a:lnTo>
                  <a:pt x="880" y="1033"/>
                </a:lnTo>
                <a:lnTo>
                  <a:pt x="878" y="1034"/>
                </a:lnTo>
                <a:lnTo>
                  <a:pt x="877" y="1036"/>
                </a:lnTo>
                <a:lnTo>
                  <a:pt x="877" y="1037"/>
                </a:lnTo>
                <a:lnTo>
                  <a:pt x="876" y="1037"/>
                </a:lnTo>
                <a:lnTo>
                  <a:pt x="875" y="1038"/>
                </a:lnTo>
                <a:lnTo>
                  <a:pt x="874" y="1037"/>
                </a:lnTo>
                <a:lnTo>
                  <a:pt x="873" y="1037"/>
                </a:lnTo>
                <a:lnTo>
                  <a:pt x="872" y="1037"/>
                </a:lnTo>
                <a:lnTo>
                  <a:pt x="872" y="1036"/>
                </a:lnTo>
                <a:lnTo>
                  <a:pt x="871" y="1036"/>
                </a:lnTo>
                <a:lnTo>
                  <a:pt x="870" y="1035"/>
                </a:lnTo>
                <a:lnTo>
                  <a:pt x="870" y="1034"/>
                </a:lnTo>
                <a:lnTo>
                  <a:pt x="870" y="1033"/>
                </a:lnTo>
                <a:lnTo>
                  <a:pt x="869" y="1033"/>
                </a:lnTo>
                <a:lnTo>
                  <a:pt x="869" y="1031"/>
                </a:lnTo>
                <a:lnTo>
                  <a:pt x="869" y="1030"/>
                </a:lnTo>
                <a:lnTo>
                  <a:pt x="868" y="1030"/>
                </a:lnTo>
                <a:lnTo>
                  <a:pt x="867" y="1030"/>
                </a:lnTo>
                <a:lnTo>
                  <a:pt x="866" y="1030"/>
                </a:lnTo>
                <a:lnTo>
                  <a:pt x="866" y="1029"/>
                </a:lnTo>
                <a:lnTo>
                  <a:pt x="866" y="1028"/>
                </a:lnTo>
                <a:lnTo>
                  <a:pt x="865" y="1028"/>
                </a:lnTo>
                <a:lnTo>
                  <a:pt x="864" y="1028"/>
                </a:lnTo>
                <a:lnTo>
                  <a:pt x="864" y="1027"/>
                </a:lnTo>
                <a:lnTo>
                  <a:pt x="863" y="1027"/>
                </a:lnTo>
                <a:lnTo>
                  <a:pt x="862" y="1026"/>
                </a:lnTo>
                <a:lnTo>
                  <a:pt x="862" y="1027"/>
                </a:lnTo>
                <a:lnTo>
                  <a:pt x="862" y="1026"/>
                </a:lnTo>
                <a:lnTo>
                  <a:pt x="861" y="1026"/>
                </a:lnTo>
                <a:lnTo>
                  <a:pt x="861" y="1025"/>
                </a:lnTo>
                <a:lnTo>
                  <a:pt x="860" y="1025"/>
                </a:lnTo>
                <a:lnTo>
                  <a:pt x="859" y="1024"/>
                </a:lnTo>
                <a:lnTo>
                  <a:pt x="859" y="1025"/>
                </a:lnTo>
                <a:lnTo>
                  <a:pt x="858" y="1025"/>
                </a:lnTo>
                <a:lnTo>
                  <a:pt x="858" y="1024"/>
                </a:lnTo>
                <a:lnTo>
                  <a:pt x="856" y="1024"/>
                </a:lnTo>
                <a:lnTo>
                  <a:pt x="855" y="1024"/>
                </a:lnTo>
                <a:lnTo>
                  <a:pt x="855" y="1023"/>
                </a:lnTo>
                <a:lnTo>
                  <a:pt x="855" y="1022"/>
                </a:lnTo>
                <a:lnTo>
                  <a:pt x="854" y="1022"/>
                </a:lnTo>
                <a:lnTo>
                  <a:pt x="854" y="1023"/>
                </a:lnTo>
                <a:lnTo>
                  <a:pt x="854" y="1022"/>
                </a:lnTo>
                <a:lnTo>
                  <a:pt x="853" y="1022"/>
                </a:lnTo>
                <a:lnTo>
                  <a:pt x="852" y="1022"/>
                </a:lnTo>
                <a:lnTo>
                  <a:pt x="851" y="1022"/>
                </a:lnTo>
                <a:lnTo>
                  <a:pt x="851" y="1021"/>
                </a:lnTo>
                <a:lnTo>
                  <a:pt x="851" y="1020"/>
                </a:lnTo>
                <a:lnTo>
                  <a:pt x="852" y="1019"/>
                </a:lnTo>
                <a:lnTo>
                  <a:pt x="851" y="1019"/>
                </a:lnTo>
                <a:lnTo>
                  <a:pt x="851" y="1018"/>
                </a:lnTo>
                <a:lnTo>
                  <a:pt x="850" y="1018"/>
                </a:lnTo>
                <a:lnTo>
                  <a:pt x="849" y="1018"/>
                </a:lnTo>
                <a:lnTo>
                  <a:pt x="848" y="1018"/>
                </a:lnTo>
                <a:lnTo>
                  <a:pt x="848" y="1019"/>
                </a:lnTo>
                <a:lnTo>
                  <a:pt x="847" y="1019"/>
                </a:lnTo>
                <a:lnTo>
                  <a:pt x="847" y="1018"/>
                </a:lnTo>
                <a:lnTo>
                  <a:pt x="846" y="1018"/>
                </a:lnTo>
                <a:lnTo>
                  <a:pt x="845" y="1017"/>
                </a:lnTo>
                <a:lnTo>
                  <a:pt x="844" y="1018"/>
                </a:lnTo>
                <a:lnTo>
                  <a:pt x="843" y="1018"/>
                </a:lnTo>
                <a:lnTo>
                  <a:pt x="843" y="1017"/>
                </a:lnTo>
                <a:lnTo>
                  <a:pt x="841" y="1017"/>
                </a:lnTo>
                <a:lnTo>
                  <a:pt x="840" y="1017"/>
                </a:lnTo>
                <a:lnTo>
                  <a:pt x="839" y="1016"/>
                </a:lnTo>
                <a:lnTo>
                  <a:pt x="839" y="1015"/>
                </a:lnTo>
                <a:lnTo>
                  <a:pt x="838" y="1015"/>
                </a:lnTo>
                <a:lnTo>
                  <a:pt x="837" y="1015"/>
                </a:lnTo>
                <a:lnTo>
                  <a:pt x="836" y="1015"/>
                </a:lnTo>
                <a:lnTo>
                  <a:pt x="836" y="1016"/>
                </a:lnTo>
                <a:lnTo>
                  <a:pt x="834" y="1016"/>
                </a:lnTo>
                <a:lnTo>
                  <a:pt x="832" y="1015"/>
                </a:lnTo>
                <a:lnTo>
                  <a:pt x="831" y="1015"/>
                </a:lnTo>
                <a:lnTo>
                  <a:pt x="831" y="1014"/>
                </a:lnTo>
                <a:lnTo>
                  <a:pt x="832" y="1014"/>
                </a:lnTo>
                <a:lnTo>
                  <a:pt x="832" y="1013"/>
                </a:lnTo>
                <a:lnTo>
                  <a:pt x="831" y="1013"/>
                </a:lnTo>
                <a:lnTo>
                  <a:pt x="830" y="1012"/>
                </a:lnTo>
                <a:lnTo>
                  <a:pt x="830" y="1011"/>
                </a:lnTo>
                <a:lnTo>
                  <a:pt x="830" y="1010"/>
                </a:lnTo>
                <a:lnTo>
                  <a:pt x="830" y="1009"/>
                </a:lnTo>
                <a:lnTo>
                  <a:pt x="831" y="1009"/>
                </a:lnTo>
                <a:lnTo>
                  <a:pt x="831" y="1008"/>
                </a:lnTo>
                <a:lnTo>
                  <a:pt x="832" y="1007"/>
                </a:lnTo>
                <a:lnTo>
                  <a:pt x="833" y="1006"/>
                </a:lnTo>
                <a:lnTo>
                  <a:pt x="832" y="1005"/>
                </a:lnTo>
                <a:lnTo>
                  <a:pt x="831" y="1004"/>
                </a:lnTo>
                <a:lnTo>
                  <a:pt x="830" y="1004"/>
                </a:lnTo>
                <a:lnTo>
                  <a:pt x="830" y="1003"/>
                </a:lnTo>
                <a:lnTo>
                  <a:pt x="829" y="1003"/>
                </a:lnTo>
                <a:lnTo>
                  <a:pt x="829" y="1002"/>
                </a:lnTo>
                <a:lnTo>
                  <a:pt x="829" y="1001"/>
                </a:lnTo>
                <a:lnTo>
                  <a:pt x="829" y="1000"/>
                </a:lnTo>
                <a:lnTo>
                  <a:pt x="829" y="999"/>
                </a:lnTo>
                <a:lnTo>
                  <a:pt x="829" y="998"/>
                </a:lnTo>
                <a:lnTo>
                  <a:pt x="829" y="997"/>
                </a:lnTo>
                <a:lnTo>
                  <a:pt x="828" y="997"/>
                </a:lnTo>
                <a:lnTo>
                  <a:pt x="828" y="996"/>
                </a:lnTo>
                <a:lnTo>
                  <a:pt x="827" y="996"/>
                </a:lnTo>
                <a:lnTo>
                  <a:pt x="827" y="995"/>
                </a:lnTo>
                <a:lnTo>
                  <a:pt x="828" y="995"/>
                </a:lnTo>
                <a:lnTo>
                  <a:pt x="829" y="995"/>
                </a:lnTo>
                <a:lnTo>
                  <a:pt x="829" y="994"/>
                </a:lnTo>
                <a:lnTo>
                  <a:pt x="829" y="993"/>
                </a:lnTo>
                <a:lnTo>
                  <a:pt x="828" y="993"/>
                </a:lnTo>
                <a:lnTo>
                  <a:pt x="828" y="992"/>
                </a:lnTo>
                <a:lnTo>
                  <a:pt x="828" y="991"/>
                </a:lnTo>
                <a:lnTo>
                  <a:pt x="828" y="990"/>
                </a:lnTo>
                <a:lnTo>
                  <a:pt x="829" y="989"/>
                </a:lnTo>
                <a:lnTo>
                  <a:pt x="828" y="989"/>
                </a:lnTo>
                <a:lnTo>
                  <a:pt x="828" y="988"/>
                </a:lnTo>
                <a:lnTo>
                  <a:pt x="827" y="987"/>
                </a:lnTo>
                <a:lnTo>
                  <a:pt x="827" y="986"/>
                </a:lnTo>
                <a:lnTo>
                  <a:pt x="826" y="986"/>
                </a:lnTo>
                <a:lnTo>
                  <a:pt x="826" y="985"/>
                </a:lnTo>
                <a:lnTo>
                  <a:pt x="825" y="985"/>
                </a:lnTo>
                <a:lnTo>
                  <a:pt x="825" y="984"/>
                </a:lnTo>
                <a:lnTo>
                  <a:pt x="825" y="983"/>
                </a:lnTo>
                <a:lnTo>
                  <a:pt x="826" y="983"/>
                </a:lnTo>
                <a:lnTo>
                  <a:pt x="826" y="982"/>
                </a:lnTo>
                <a:lnTo>
                  <a:pt x="827" y="981"/>
                </a:lnTo>
                <a:lnTo>
                  <a:pt x="827" y="980"/>
                </a:lnTo>
                <a:lnTo>
                  <a:pt x="827" y="979"/>
                </a:lnTo>
                <a:lnTo>
                  <a:pt x="828" y="979"/>
                </a:lnTo>
                <a:lnTo>
                  <a:pt x="828" y="978"/>
                </a:lnTo>
                <a:lnTo>
                  <a:pt x="827" y="978"/>
                </a:lnTo>
                <a:lnTo>
                  <a:pt x="827" y="977"/>
                </a:lnTo>
                <a:lnTo>
                  <a:pt x="827" y="976"/>
                </a:lnTo>
                <a:lnTo>
                  <a:pt x="827" y="975"/>
                </a:lnTo>
                <a:lnTo>
                  <a:pt x="828" y="975"/>
                </a:lnTo>
                <a:lnTo>
                  <a:pt x="827" y="975"/>
                </a:lnTo>
                <a:lnTo>
                  <a:pt x="827" y="974"/>
                </a:lnTo>
                <a:lnTo>
                  <a:pt x="826" y="974"/>
                </a:lnTo>
                <a:lnTo>
                  <a:pt x="826" y="975"/>
                </a:lnTo>
                <a:lnTo>
                  <a:pt x="825" y="975"/>
                </a:lnTo>
                <a:lnTo>
                  <a:pt x="824" y="976"/>
                </a:lnTo>
                <a:lnTo>
                  <a:pt x="823" y="976"/>
                </a:lnTo>
                <a:lnTo>
                  <a:pt x="823" y="977"/>
                </a:lnTo>
                <a:lnTo>
                  <a:pt x="822" y="977"/>
                </a:lnTo>
                <a:lnTo>
                  <a:pt x="822" y="978"/>
                </a:lnTo>
                <a:lnTo>
                  <a:pt x="823" y="978"/>
                </a:lnTo>
                <a:lnTo>
                  <a:pt x="822" y="978"/>
                </a:lnTo>
                <a:lnTo>
                  <a:pt x="822" y="979"/>
                </a:lnTo>
                <a:lnTo>
                  <a:pt x="822" y="980"/>
                </a:lnTo>
                <a:lnTo>
                  <a:pt x="821" y="980"/>
                </a:lnTo>
                <a:lnTo>
                  <a:pt x="821" y="981"/>
                </a:lnTo>
                <a:lnTo>
                  <a:pt x="820" y="981"/>
                </a:lnTo>
                <a:lnTo>
                  <a:pt x="819" y="981"/>
                </a:lnTo>
                <a:lnTo>
                  <a:pt x="819" y="982"/>
                </a:lnTo>
                <a:lnTo>
                  <a:pt x="819" y="983"/>
                </a:lnTo>
                <a:lnTo>
                  <a:pt x="819" y="984"/>
                </a:lnTo>
                <a:lnTo>
                  <a:pt x="818" y="984"/>
                </a:lnTo>
                <a:lnTo>
                  <a:pt x="818" y="985"/>
                </a:lnTo>
                <a:lnTo>
                  <a:pt x="817" y="986"/>
                </a:lnTo>
                <a:lnTo>
                  <a:pt x="816" y="986"/>
                </a:lnTo>
                <a:lnTo>
                  <a:pt x="816" y="985"/>
                </a:lnTo>
                <a:lnTo>
                  <a:pt x="815" y="985"/>
                </a:lnTo>
                <a:lnTo>
                  <a:pt x="814" y="985"/>
                </a:lnTo>
                <a:lnTo>
                  <a:pt x="813" y="985"/>
                </a:lnTo>
                <a:lnTo>
                  <a:pt x="813" y="986"/>
                </a:lnTo>
                <a:lnTo>
                  <a:pt x="812" y="986"/>
                </a:lnTo>
                <a:lnTo>
                  <a:pt x="811" y="987"/>
                </a:lnTo>
                <a:lnTo>
                  <a:pt x="810" y="988"/>
                </a:lnTo>
                <a:lnTo>
                  <a:pt x="809" y="988"/>
                </a:lnTo>
                <a:lnTo>
                  <a:pt x="808" y="988"/>
                </a:lnTo>
                <a:lnTo>
                  <a:pt x="808" y="989"/>
                </a:lnTo>
                <a:lnTo>
                  <a:pt x="808" y="990"/>
                </a:lnTo>
                <a:lnTo>
                  <a:pt x="808" y="991"/>
                </a:lnTo>
                <a:lnTo>
                  <a:pt x="808" y="992"/>
                </a:lnTo>
                <a:lnTo>
                  <a:pt x="807" y="992"/>
                </a:lnTo>
                <a:lnTo>
                  <a:pt x="806" y="992"/>
                </a:lnTo>
                <a:lnTo>
                  <a:pt x="805" y="993"/>
                </a:lnTo>
                <a:lnTo>
                  <a:pt x="804" y="994"/>
                </a:lnTo>
                <a:lnTo>
                  <a:pt x="805" y="995"/>
                </a:lnTo>
                <a:lnTo>
                  <a:pt x="804" y="995"/>
                </a:lnTo>
                <a:lnTo>
                  <a:pt x="804" y="996"/>
                </a:lnTo>
                <a:lnTo>
                  <a:pt x="803" y="996"/>
                </a:lnTo>
                <a:lnTo>
                  <a:pt x="802" y="996"/>
                </a:lnTo>
                <a:lnTo>
                  <a:pt x="801" y="997"/>
                </a:lnTo>
                <a:lnTo>
                  <a:pt x="800" y="996"/>
                </a:lnTo>
                <a:lnTo>
                  <a:pt x="799" y="996"/>
                </a:lnTo>
                <a:lnTo>
                  <a:pt x="799" y="995"/>
                </a:lnTo>
                <a:lnTo>
                  <a:pt x="798" y="994"/>
                </a:lnTo>
                <a:lnTo>
                  <a:pt x="798" y="995"/>
                </a:lnTo>
                <a:lnTo>
                  <a:pt x="797" y="994"/>
                </a:lnTo>
                <a:lnTo>
                  <a:pt x="796" y="994"/>
                </a:lnTo>
                <a:lnTo>
                  <a:pt x="796" y="993"/>
                </a:lnTo>
                <a:lnTo>
                  <a:pt x="796" y="992"/>
                </a:lnTo>
                <a:lnTo>
                  <a:pt x="795" y="991"/>
                </a:lnTo>
                <a:lnTo>
                  <a:pt x="795" y="990"/>
                </a:lnTo>
                <a:lnTo>
                  <a:pt x="796" y="989"/>
                </a:lnTo>
                <a:lnTo>
                  <a:pt x="796" y="988"/>
                </a:lnTo>
                <a:lnTo>
                  <a:pt x="797" y="988"/>
                </a:lnTo>
                <a:lnTo>
                  <a:pt x="797" y="987"/>
                </a:lnTo>
                <a:lnTo>
                  <a:pt x="796" y="987"/>
                </a:lnTo>
                <a:lnTo>
                  <a:pt x="796" y="986"/>
                </a:lnTo>
                <a:lnTo>
                  <a:pt x="797" y="986"/>
                </a:lnTo>
                <a:lnTo>
                  <a:pt x="797" y="985"/>
                </a:lnTo>
                <a:lnTo>
                  <a:pt x="796" y="985"/>
                </a:lnTo>
                <a:lnTo>
                  <a:pt x="796" y="984"/>
                </a:lnTo>
                <a:lnTo>
                  <a:pt x="795" y="983"/>
                </a:lnTo>
                <a:lnTo>
                  <a:pt x="795" y="982"/>
                </a:lnTo>
                <a:lnTo>
                  <a:pt x="794" y="982"/>
                </a:lnTo>
                <a:lnTo>
                  <a:pt x="794" y="981"/>
                </a:lnTo>
                <a:lnTo>
                  <a:pt x="795" y="981"/>
                </a:lnTo>
                <a:lnTo>
                  <a:pt x="795" y="980"/>
                </a:lnTo>
                <a:lnTo>
                  <a:pt x="794" y="979"/>
                </a:lnTo>
                <a:lnTo>
                  <a:pt x="794" y="980"/>
                </a:lnTo>
                <a:lnTo>
                  <a:pt x="793" y="980"/>
                </a:lnTo>
                <a:lnTo>
                  <a:pt x="793" y="979"/>
                </a:lnTo>
                <a:lnTo>
                  <a:pt x="793" y="978"/>
                </a:lnTo>
                <a:lnTo>
                  <a:pt x="792" y="978"/>
                </a:lnTo>
                <a:lnTo>
                  <a:pt x="791" y="978"/>
                </a:lnTo>
                <a:lnTo>
                  <a:pt x="791" y="977"/>
                </a:lnTo>
                <a:lnTo>
                  <a:pt x="790" y="977"/>
                </a:lnTo>
                <a:lnTo>
                  <a:pt x="789" y="977"/>
                </a:lnTo>
                <a:lnTo>
                  <a:pt x="788" y="977"/>
                </a:lnTo>
                <a:lnTo>
                  <a:pt x="788" y="978"/>
                </a:lnTo>
                <a:lnTo>
                  <a:pt x="787" y="978"/>
                </a:lnTo>
                <a:lnTo>
                  <a:pt x="787" y="977"/>
                </a:lnTo>
                <a:lnTo>
                  <a:pt x="786" y="977"/>
                </a:lnTo>
                <a:lnTo>
                  <a:pt x="786" y="978"/>
                </a:lnTo>
                <a:lnTo>
                  <a:pt x="785" y="978"/>
                </a:lnTo>
                <a:lnTo>
                  <a:pt x="785" y="979"/>
                </a:lnTo>
                <a:lnTo>
                  <a:pt x="784" y="979"/>
                </a:lnTo>
                <a:lnTo>
                  <a:pt x="784" y="980"/>
                </a:lnTo>
                <a:lnTo>
                  <a:pt x="783" y="980"/>
                </a:lnTo>
                <a:lnTo>
                  <a:pt x="783" y="979"/>
                </a:lnTo>
                <a:lnTo>
                  <a:pt x="783" y="978"/>
                </a:lnTo>
                <a:lnTo>
                  <a:pt x="782" y="979"/>
                </a:lnTo>
                <a:lnTo>
                  <a:pt x="781" y="979"/>
                </a:lnTo>
                <a:lnTo>
                  <a:pt x="781" y="980"/>
                </a:lnTo>
                <a:lnTo>
                  <a:pt x="780" y="980"/>
                </a:lnTo>
                <a:lnTo>
                  <a:pt x="780" y="981"/>
                </a:lnTo>
                <a:lnTo>
                  <a:pt x="779" y="982"/>
                </a:lnTo>
                <a:lnTo>
                  <a:pt x="778" y="982"/>
                </a:lnTo>
                <a:lnTo>
                  <a:pt x="778" y="983"/>
                </a:lnTo>
                <a:lnTo>
                  <a:pt x="777" y="983"/>
                </a:lnTo>
                <a:lnTo>
                  <a:pt x="776" y="983"/>
                </a:lnTo>
                <a:lnTo>
                  <a:pt x="775" y="983"/>
                </a:lnTo>
                <a:lnTo>
                  <a:pt x="775" y="984"/>
                </a:lnTo>
                <a:lnTo>
                  <a:pt x="775" y="985"/>
                </a:lnTo>
                <a:lnTo>
                  <a:pt x="776" y="985"/>
                </a:lnTo>
                <a:lnTo>
                  <a:pt x="776" y="986"/>
                </a:lnTo>
                <a:lnTo>
                  <a:pt x="775" y="986"/>
                </a:lnTo>
                <a:lnTo>
                  <a:pt x="775" y="987"/>
                </a:lnTo>
                <a:lnTo>
                  <a:pt x="775" y="988"/>
                </a:lnTo>
                <a:lnTo>
                  <a:pt x="775" y="989"/>
                </a:lnTo>
                <a:lnTo>
                  <a:pt x="775" y="990"/>
                </a:lnTo>
                <a:lnTo>
                  <a:pt x="774" y="990"/>
                </a:lnTo>
                <a:lnTo>
                  <a:pt x="774" y="991"/>
                </a:lnTo>
                <a:lnTo>
                  <a:pt x="773" y="991"/>
                </a:lnTo>
                <a:lnTo>
                  <a:pt x="773" y="990"/>
                </a:lnTo>
                <a:lnTo>
                  <a:pt x="772" y="990"/>
                </a:lnTo>
                <a:lnTo>
                  <a:pt x="771" y="990"/>
                </a:lnTo>
                <a:lnTo>
                  <a:pt x="771" y="991"/>
                </a:lnTo>
                <a:lnTo>
                  <a:pt x="771" y="992"/>
                </a:lnTo>
                <a:lnTo>
                  <a:pt x="770" y="992"/>
                </a:lnTo>
                <a:lnTo>
                  <a:pt x="769" y="992"/>
                </a:lnTo>
                <a:lnTo>
                  <a:pt x="767" y="992"/>
                </a:lnTo>
                <a:lnTo>
                  <a:pt x="766" y="992"/>
                </a:lnTo>
                <a:lnTo>
                  <a:pt x="765" y="992"/>
                </a:lnTo>
                <a:lnTo>
                  <a:pt x="764" y="992"/>
                </a:lnTo>
                <a:lnTo>
                  <a:pt x="764" y="993"/>
                </a:lnTo>
                <a:lnTo>
                  <a:pt x="763" y="993"/>
                </a:lnTo>
                <a:lnTo>
                  <a:pt x="762" y="992"/>
                </a:lnTo>
                <a:lnTo>
                  <a:pt x="760" y="992"/>
                </a:lnTo>
                <a:lnTo>
                  <a:pt x="759" y="992"/>
                </a:lnTo>
                <a:lnTo>
                  <a:pt x="758" y="992"/>
                </a:lnTo>
                <a:lnTo>
                  <a:pt x="758" y="993"/>
                </a:lnTo>
                <a:lnTo>
                  <a:pt x="756" y="993"/>
                </a:lnTo>
                <a:lnTo>
                  <a:pt x="755" y="993"/>
                </a:lnTo>
                <a:lnTo>
                  <a:pt x="754" y="993"/>
                </a:lnTo>
                <a:lnTo>
                  <a:pt x="753" y="993"/>
                </a:lnTo>
                <a:lnTo>
                  <a:pt x="752" y="993"/>
                </a:lnTo>
                <a:lnTo>
                  <a:pt x="751" y="993"/>
                </a:lnTo>
                <a:lnTo>
                  <a:pt x="750" y="992"/>
                </a:lnTo>
                <a:lnTo>
                  <a:pt x="749" y="992"/>
                </a:lnTo>
                <a:lnTo>
                  <a:pt x="749" y="993"/>
                </a:lnTo>
                <a:lnTo>
                  <a:pt x="747" y="993"/>
                </a:lnTo>
                <a:lnTo>
                  <a:pt x="746" y="993"/>
                </a:lnTo>
                <a:lnTo>
                  <a:pt x="746" y="994"/>
                </a:lnTo>
                <a:lnTo>
                  <a:pt x="745" y="995"/>
                </a:lnTo>
                <a:lnTo>
                  <a:pt x="744" y="996"/>
                </a:lnTo>
                <a:lnTo>
                  <a:pt x="743" y="996"/>
                </a:lnTo>
                <a:lnTo>
                  <a:pt x="742" y="996"/>
                </a:lnTo>
                <a:lnTo>
                  <a:pt x="742" y="997"/>
                </a:lnTo>
                <a:lnTo>
                  <a:pt x="741" y="997"/>
                </a:lnTo>
                <a:lnTo>
                  <a:pt x="741" y="998"/>
                </a:lnTo>
                <a:lnTo>
                  <a:pt x="740" y="998"/>
                </a:lnTo>
                <a:lnTo>
                  <a:pt x="740" y="999"/>
                </a:lnTo>
                <a:lnTo>
                  <a:pt x="739" y="999"/>
                </a:lnTo>
                <a:lnTo>
                  <a:pt x="738" y="1000"/>
                </a:lnTo>
                <a:lnTo>
                  <a:pt x="737" y="1000"/>
                </a:lnTo>
                <a:lnTo>
                  <a:pt x="736" y="1000"/>
                </a:lnTo>
                <a:lnTo>
                  <a:pt x="735" y="1000"/>
                </a:lnTo>
                <a:lnTo>
                  <a:pt x="733" y="999"/>
                </a:lnTo>
                <a:lnTo>
                  <a:pt x="732" y="999"/>
                </a:lnTo>
                <a:lnTo>
                  <a:pt x="733" y="1000"/>
                </a:lnTo>
                <a:lnTo>
                  <a:pt x="732" y="1000"/>
                </a:lnTo>
                <a:lnTo>
                  <a:pt x="732" y="1001"/>
                </a:lnTo>
                <a:lnTo>
                  <a:pt x="731" y="1000"/>
                </a:lnTo>
                <a:lnTo>
                  <a:pt x="730" y="1000"/>
                </a:lnTo>
                <a:lnTo>
                  <a:pt x="730" y="999"/>
                </a:lnTo>
                <a:lnTo>
                  <a:pt x="729" y="999"/>
                </a:lnTo>
                <a:lnTo>
                  <a:pt x="728" y="998"/>
                </a:lnTo>
                <a:lnTo>
                  <a:pt x="727" y="998"/>
                </a:lnTo>
                <a:lnTo>
                  <a:pt x="727" y="999"/>
                </a:lnTo>
                <a:lnTo>
                  <a:pt x="726" y="999"/>
                </a:lnTo>
                <a:lnTo>
                  <a:pt x="726" y="1000"/>
                </a:lnTo>
                <a:lnTo>
                  <a:pt x="725" y="1000"/>
                </a:lnTo>
                <a:lnTo>
                  <a:pt x="724" y="1002"/>
                </a:lnTo>
                <a:lnTo>
                  <a:pt x="724" y="1003"/>
                </a:lnTo>
                <a:lnTo>
                  <a:pt x="724" y="1004"/>
                </a:lnTo>
                <a:lnTo>
                  <a:pt x="724" y="1005"/>
                </a:lnTo>
                <a:lnTo>
                  <a:pt x="724" y="1006"/>
                </a:lnTo>
                <a:lnTo>
                  <a:pt x="724" y="1007"/>
                </a:lnTo>
                <a:lnTo>
                  <a:pt x="724" y="1008"/>
                </a:lnTo>
                <a:lnTo>
                  <a:pt x="725" y="1008"/>
                </a:lnTo>
                <a:lnTo>
                  <a:pt x="725" y="1009"/>
                </a:lnTo>
                <a:lnTo>
                  <a:pt x="726" y="1009"/>
                </a:lnTo>
                <a:lnTo>
                  <a:pt x="725" y="1009"/>
                </a:lnTo>
                <a:lnTo>
                  <a:pt x="725" y="1010"/>
                </a:lnTo>
                <a:lnTo>
                  <a:pt x="724" y="1010"/>
                </a:lnTo>
                <a:lnTo>
                  <a:pt x="724" y="1011"/>
                </a:lnTo>
                <a:lnTo>
                  <a:pt x="724" y="1012"/>
                </a:lnTo>
                <a:lnTo>
                  <a:pt x="724" y="1013"/>
                </a:lnTo>
                <a:lnTo>
                  <a:pt x="724" y="1014"/>
                </a:lnTo>
                <a:lnTo>
                  <a:pt x="724" y="1015"/>
                </a:lnTo>
                <a:lnTo>
                  <a:pt x="725" y="1016"/>
                </a:lnTo>
                <a:lnTo>
                  <a:pt x="725" y="1017"/>
                </a:lnTo>
                <a:lnTo>
                  <a:pt x="725" y="1018"/>
                </a:lnTo>
                <a:lnTo>
                  <a:pt x="726" y="1019"/>
                </a:lnTo>
                <a:lnTo>
                  <a:pt x="726" y="1020"/>
                </a:lnTo>
                <a:lnTo>
                  <a:pt x="725" y="1020"/>
                </a:lnTo>
                <a:lnTo>
                  <a:pt x="725" y="1021"/>
                </a:lnTo>
                <a:lnTo>
                  <a:pt x="725" y="1022"/>
                </a:lnTo>
                <a:lnTo>
                  <a:pt x="724" y="1022"/>
                </a:lnTo>
                <a:lnTo>
                  <a:pt x="723" y="1022"/>
                </a:lnTo>
                <a:lnTo>
                  <a:pt x="723" y="1023"/>
                </a:lnTo>
                <a:lnTo>
                  <a:pt x="722" y="1023"/>
                </a:lnTo>
                <a:lnTo>
                  <a:pt x="721" y="1024"/>
                </a:lnTo>
                <a:lnTo>
                  <a:pt x="720" y="1024"/>
                </a:lnTo>
                <a:lnTo>
                  <a:pt x="718" y="1024"/>
                </a:lnTo>
                <a:lnTo>
                  <a:pt x="717" y="1024"/>
                </a:lnTo>
                <a:lnTo>
                  <a:pt x="716" y="1025"/>
                </a:lnTo>
                <a:lnTo>
                  <a:pt x="715" y="1025"/>
                </a:lnTo>
                <a:lnTo>
                  <a:pt x="714" y="1025"/>
                </a:lnTo>
                <a:lnTo>
                  <a:pt x="713" y="1025"/>
                </a:lnTo>
                <a:lnTo>
                  <a:pt x="713" y="1026"/>
                </a:lnTo>
                <a:lnTo>
                  <a:pt x="712" y="1026"/>
                </a:lnTo>
                <a:lnTo>
                  <a:pt x="710" y="1026"/>
                </a:lnTo>
                <a:lnTo>
                  <a:pt x="709" y="1026"/>
                </a:lnTo>
                <a:lnTo>
                  <a:pt x="708" y="1027"/>
                </a:lnTo>
                <a:lnTo>
                  <a:pt x="707" y="1027"/>
                </a:lnTo>
                <a:lnTo>
                  <a:pt x="706" y="1028"/>
                </a:lnTo>
                <a:lnTo>
                  <a:pt x="705" y="1028"/>
                </a:lnTo>
                <a:lnTo>
                  <a:pt x="704" y="1028"/>
                </a:lnTo>
                <a:lnTo>
                  <a:pt x="704" y="1027"/>
                </a:lnTo>
                <a:lnTo>
                  <a:pt x="703" y="1027"/>
                </a:lnTo>
                <a:lnTo>
                  <a:pt x="702" y="1027"/>
                </a:lnTo>
                <a:lnTo>
                  <a:pt x="701" y="1027"/>
                </a:lnTo>
                <a:lnTo>
                  <a:pt x="701" y="1026"/>
                </a:lnTo>
                <a:lnTo>
                  <a:pt x="700" y="1025"/>
                </a:lnTo>
                <a:lnTo>
                  <a:pt x="699" y="1025"/>
                </a:lnTo>
                <a:lnTo>
                  <a:pt x="698" y="1025"/>
                </a:lnTo>
                <a:lnTo>
                  <a:pt x="697" y="1026"/>
                </a:lnTo>
                <a:lnTo>
                  <a:pt x="695" y="1027"/>
                </a:lnTo>
                <a:lnTo>
                  <a:pt x="694" y="1027"/>
                </a:lnTo>
                <a:lnTo>
                  <a:pt x="693" y="1026"/>
                </a:lnTo>
                <a:lnTo>
                  <a:pt x="693" y="1025"/>
                </a:lnTo>
                <a:lnTo>
                  <a:pt x="692" y="1025"/>
                </a:lnTo>
                <a:lnTo>
                  <a:pt x="691" y="1025"/>
                </a:lnTo>
                <a:lnTo>
                  <a:pt x="691" y="1024"/>
                </a:lnTo>
                <a:lnTo>
                  <a:pt x="691" y="1023"/>
                </a:lnTo>
                <a:lnTo>
                  <a:pt x="690" y="1023"/>
                </a:lnTo>
                <a:lnTo>
                  <a:pt x="690" y="1022"/>
                </a:lnTo>
                <a:lnTo>
                  <a:pt x="690" y="1021"/>
                </a:lnTo>
                <a:lnTo>
                  <a:pt x="689" y="1020"/>
                </a:lnTo>
                <a:lnTo>
                  <a:pt x="689" y="1019"/>
                </a:lnTo>
                <a:lnTo>
                  <a:pt x="689" y="1017"/>
                </a:lnTo>
                <a:lnTo>
                  <a:pt x="688" y="1017"/>
                </a:lnTo>
                <a:lnTo>
                  <a:pt x="688" y="1016"/>
                </a:lnTo>
                <a:lnTo>
                  <a:pt x="687" y="1014"/>
                </a:lnTo>
                <a:lnTo>
                  <a:pt x="687" y="1013"/>
                </a:lnTo>
                <a:lnTo>
                  <a:pt x="686" y="1013"/>
                </a:lnTo>
                <a:lnTo>
                  <a:pt x="686" y="1012"/>
                </a:lnTo>
                <a:lnTo>
                  <a:pt x="685" y="1012"/>
                </a:lnTo>
                <a:lnTo>
                  <a:pt x="685" y="1011"/>
                </a:lnTo>
                <a:lnTo>
                  <a:pt x="686" y="1011"/>
                </a:lnTo>
                <a:lnTo>
                  <a:pt x="685" y="1010"/>
                </a:lnTo>
                <a:lnTo>
                  <a:pt x="685" y="1009"/>
                </a:lnTo>
                <a:lnTo>
                  <a:pt x="684" y="1008"/>
                </a:lnTo>
                <a:lnTo>
                  <a:pt x="684" y="1007"/>
                </a:lnTo>
                <a:lnTo>
                  <a:pt x="683" y="1007"/>
                </a:lnTo>
                <a:lnTo>
                  <a:pt x="683" y="1008"/>
                </a:lnTo>
                <a:lnTo>
                  <a:pt x="682" y="1008"/>
                </a:lnTo>
                <a:lnTo>
                  <a:pt x="682" y="1007"/>
                </a:lnTo>
                <a:lnTo>
                  <a:pt x="681" y="1007"/>
                </a:lnTo>
                <a:lnTo>
                  <a:pt x="682" y="1007"/>
                </a:lnTo>
                <a:lnTo>
                  <a:pt x="682" y="1006"/>
                </a:lnTo>
                <a:lnTo>
                  <a:pt x="681" y="1006"/>
                </a:lnTo>
                <a:lnTo>
                  <a:pt x="680" y="1006"/>
                </a:lnTo>
                <a:lnTo>
                  <a:pt x="680" y="1007"/>
                </a:lnTo>
                <a:lnTo>
                  <a:pt x="680" y="1006"/>
                </a:lnTo>
                <a:lnTo>
                  <a:pt x="681" y="1005"/>
                </a:lnTo>
                <a:lnTo>
                  <a:pt x="682" y="1005"/>
                </a:lnTo>
                <a:lnTo>
                  <a:pt x="683" y="1005"/>
                </a:lnTo>
                <a:lnTo>
                  <a:pt x="684" y="1004"/>
                </a:lnTo>
                <a:lnTo>
                  <a:pt x="683" y="1004"/>
                </a:lnTo>
                <a:lnTo>
                  <a:pt x="682" y="1003"/>
                </a:lnTo>
                <a:lnTo>
                  <a:pt x="682" y="1002"/>
                </a:lnTo>
                <a:lnTo>
                  <a:pt x="681" y="1001"/>
                </a:lnTo>
                <a:lnTo>
                  <a:pt x="681" y="1000"/>
                </a:lnTo>
                <a:lnTo>
                  <a:pt x="681" y="999"/>
                </a:lnTo>
                <a:lnTo>
                  <a:pt x="680" y="999"/>
                </a:lnTo>
                <a:lnTo>
                  <a:pt x="679" y="998"/>
                </a:lnTo>
                <a:lnTo>
                  <a:pt x="680" y="997"/>
                </a:lnTo>
                <a:lnTo>
                  <a:pt x="682" y="995"/>
                </a:lnTo>
                <a:lnTo>
                  <a:pt x="683" y="995"/>
                </a:lnTo>
                <a:lnTo>
                  <a:pt x="683" y="994"/>
                </a:lnTo>
                <a:lnTo>
                  <a:pt x="683" y="993"/>
                </a:lnTo>
                <a:lnTo>
                  <a:pt x="682" y="993"/>
                </a:lnTo>
                <a:lnTo>
                  <a:pt x="681" y="992"/>
                </a:lnTo>
                <a:lnTo>
                  <a:pt x="680" y="991"/>
                </a:lnTo>
                <a:lnTo>
                  <a:pt x="680" y="990"/>
                </a:lnTo>
                <a:lnTo>
                  <a:pt x="679" y="990"/>
                </a:lnTo>
                <a:lnTo>
                  <a:pt x="678" y="990"/>
                </a:lnTo>
                <a:lnTo>
                  <a:pt x="677" y="990"/>
                </a:lnTo>
                <a:lnTo>
                  <a:pt x="677" y="989"/>
                </a:lnTo>
                <a:lnTo>
                  <a:pt x="677" y="990"/>
                </a:lnTo>
                <a:lnTo>
                  <a:pt x="676" y="991"/>
                </a:lnTo>
                <a:lnTo>
                  <a:pt x="675" y="991"/>
                </a:lnTo>
                <a:lnTo>
                  <a:pt x="675" y="990"/>
                </a:lnTo>
                <a:lnTo>
                  <a:pt x="674" y="991"/>
                </a:lnTo>
                <a:lnTo>
                  <a:pt x="673" y="991"/>
                </a:lnTo>
                <a:lnTo>
                  <a:pt x="673" y="990"/>
                </a:lnTo>
                <a:lnTo>
                  <a:pt x="673" y="991"/>
                </a:lnTo>
                <a:lnTo>
                  <a:pt x="672" y="991"/>
                </a:lnTo>
                <a:lnTo>
                  <a:pt x="672" y="990"/>
                </a:lnTo>
                <a:lnTo>
                  <a:pt x="672" y="989"/>
                </a:lnTo>
                <a:lnTo>
                  <a:pt x="671" y="989"/>
                </a:lnTo>
                <a:lnTo>
                  <a:pt x="671" y="988"/>
                </a:lnTo>
                <a:lnTo>
                  <a:pt x="671" y="987"/>
                </a:lnTo>
                <a:lnTo>
                  <a:pt x="672" y="986"/>
                </a:lnTo>
                <a:lnTo>
                  <a:pt x="672" y="985"/>
                </a:lnTo>
                <a:lnTo>
                  <a:pt x="671" y="985"/>
                </a:lnTo>
                <a:lnTo>
                  <a:pt x="670" y="984"/>
                </a:lnTo>
                <a:lnTo>
                  <a:pt x="669" y="983"/>
                </a:lnTo>
                <a:lnTo>
                  <a:pt x="669" y="982"/>
                </a:lnTo>
                <a:lnTo>
                  <a:pt x="668" y="982"/>
                </a:lnTo>
                <a:lnTo>
                  <a:pt x="668" y="981"/>
                </a:lnTo>
                <a:lnTo>
                  <a:pt x="667" y="981"/>
                </a:lnTo>
                <a:lnTo>
                  <a:pt x="667" y="980"/>
                </a:lnTo>
                <a:lnTo>
                  <a:pt x="667" y="979"/>
                </a:lnTo>
                <a:lnTo>
                  <a:pt x="667" y="978"/>
                </a:lnTo>
                <a:lnTo>
                  <a:pt x="666" y="977"/>
                </a:lnTo>
                <a:lnTo>
                  <a:pt x="666" y="976"/>
                </a:lnTo>
                <a:lnTo>
                  <a:pt x="666" y="975"/>
                </a:lnTo>
                <a:lnTo>
                  <a:pt x="666" y="974"/>
                </a:lnTo>
                <a:lnTo>
                  <a:pt x="665" y="974"/>
                </a:lnTo>
                <a:lnTo>
                  <a:pt x="666" y="974"/>
                </a:lnTo>
                <a:lnTo>
                  <a:pt x="665" y="974"/>
                </a:lnTo>
                <a:lnTo>
                  <a:pt x="665" y="973"/>
                </a:lnTo>
                <a:lnTo>
                  <a:pt x="665" y="972"/>
                </a:lnTo>
                <a:lnTo>
                  <a:pt x="664" y="972"/>
                </a:lnTo>
                <a:lnTo>
                  <a:pt x="664" y="971"/>
                </a:lnTo>
                <a:lnTo>
                  <a:pt x="663" y="971"/>
                </a:lnTo>
                <a:lnTo>
                  <a:pt x="663" y="970"/>
                </a:lnTo>
                <a:lnTo>
                  <a:pt x="663" y="969"/>
                </a:lnTo>
                <a:lnTo>
                  <a:pt x="662" y="968"/>
                </a:lnTo>
                <a:lnTo>
                  <a:pt x="661" y="967"/>
                </a:lnTo>
                <a:lnTo>
                  <a:pt x="660" y="967"/>
                </a:lnTo>
                <a:lnTo>
                  <a:pt x="660" y="966"/>
                </a:lnTo>
                <a:lnTo>
                  <a:pt x="659" y="966"/>
                </a:lnTo>
                <a:lnTo>
                  <a:pt x="659" y="965"/>
                </a:lnTo>
                <a:lnTo>
                  <a:pt x="658" y="965"/>
                </a:lnTo>
                <a:lnTo>
                  <a:pt x="658" y="964"/>
                </a:lnTo>
                <a:lnTo>
                  <a:pt x="657" y="964"/>
                </a:lnTo>
                <a:lnTo>
                  <a:pt x="657" y="963"/>
                </a:lnTo>
                <a:lnTo>
                  <a:pt x="657" y="962"/>
                </a:lnTo>
                <a:lnTo>
                  <a:pt x="656" y="961"/>
                </a:lnTo>
                <a:lnTo>
                  <a:pt x="656" y="960"/>
                </a:lnTo>
                <a:lnTo>
                  <a:pt x="656" y="959"/>
                </a:lnTo>
                <a:lnTo>
                  <a:pt x="655" y="959"/>
                </a:lnTo>
                <a:lnTo>
                  <a:pt x="655" y="958"/>
                </a:lnTo>
                <a:lnTo>
                  <a:pt x="656" y="958"/>
                </a:lnTo>
                <a:lnTo>
                  <a:pt x="656" y="957"/>
                </a:lnTo>
                <a:lnTo>
                  <a:pt x="656" y="956"/>
                </a:lnTo>
                <a:lnTo>
                  <a:pt x="657" y="956"/>
                </a:lnTo>
                <a:lnTo>
                  <a:pt x="657" y="955"/>
                </a:lnTo>
                <a:lnTo>
                  <a:pt x="657" y="954"/>
                </a:lnTo>
                <a:lnTo>
                  <a:pt x="656" y="954"/>
                </a:lnTo>
                <a:lnTo>
                  <a:pt x="655" y="954"/>
                </a:lnTo>
                <a:lnTo>
                  <a:pt x="655" y="953"/>
                </a:lnTo>
                <a:lnTo>
                  <a:pt x="655" y="952"/>
                </a:lnTo>
                <a:lnTo>
                  <a:pt x="656" y="952"/>
                </a:lnTo>
                <a:lnTo>
                  <a:pt x="656" y="951"/>
                </a:lnTo>
                <a:lnTo>
                  <a:pt x="657" y="950"/>
                </a:lnTo>
                <a:lnTo>
                  <a:pt x="657" y="949"/>
                </a:lnTo>
                <a:lnTo>
                  <a:pt x="657" y="948"/>
                </a:lnTo>
                <a:lnTo>
                  <a:pt x="657" y="947"/>
                </a:lnTo>
                <a:lnTo>
                  <a:pt x="656" y="946"/>
                </a:lnTo>
                <a:lnTo>
                  <a:pt x="655" y="946"/>
                </a:lnTo>
                <a:lnTo>
                  <a:pt x="655" y="945"/>
                </a:lnTo>
                <a:lnTo>
                  <a:pt x="655" y="944"/>
                </a:lnTo>
                <a:lnTo>
                  <a:pt x="656" y="944"/>
                </a:lnTo>
                <a:lnTo>
                  <a:pt x="656" y="945"/>
                </a:lnTo>
                <a:lnTo>
                  <a:pt x="657" y="945"/>
                </a:lnTo>
                <a:lnTo>
                  <a:pt x="657" y="944"/>
                </a:lnTo>
                <a:lnTo>
                  <a:pt x="657" y="942"/>
                </a:lnTo>
                <a:lnTo>
                  <a:pt x="658" y="942"/>
                </a:lnTo>
                <a:lnTo>
                  <a:pt x="658" y="941"/>
                </a:lnTo>
                <a:lnTo>
                  <a:pt x="657" y="940"/>
                </a:lnTo>
                <a:lnTo>
                  <a:pt x="657" y="939"/>
                </a:lnTo>
                <a:lnTo>
                  <a:pt x="656" y="939"/>
                </a:lnTo>
                <a:lnTo>
                  <a:pt x="656" y="938"/>
                </a:lnTo>
                <a:lnTo>
                  <a:pt x="656" y="936"/>
                </a:lnTo>
                <a:lnTo>
                  <a:pt x="656" y="935"/>
                </a:lnTo>
                <a:lnTo>
                  <a:pt x="655" y="935"/>
                </a:lnTo>
                <a:lnTo>
                  <a:pt x="655" y="934"/>
                </a:lnTo>
                <a:lnTo>
                  <a:pt x="654" y="934"/>
                </a:lnTo>
                <a:lnTo>
                  <a:pt x="654" y="933"/>
                </a:lnTo>
                <a:lnTo>
                  <a:pt x="654" y="932"/>
                </a:lnTo>
                <a:lnTo>
                  <a:pt x="653" y="932"/>
                </a:lnTo>
                <a:lnTo>
                  <a:pt x="653" y="931"/>
                </a:lnTo>
                <a:lnTo>
                  <a:pt x="652" y="931"/>
                </a:lnTo>
                <a:lnTo>
                  <a:pt x="651" y="931"/>
                </a:lnTo>
                <a:lnTo>
                  <a:pt x="651" y="930"/>
                </a:lnTo>
                <a:lnTo>
                  <a:pt x="650" y="930"/>
                </a:lnTo>
                <a:lnTo>
                  <a:pt x="649" y="930"/>
                </a:lnTo>
                <a:lnTo>
                  <a:pt x="649" y="929"/>
                </a:lnTo>
                <a:lnTo>
                  <a:pt x="649" y="928"/>
                </a:lnTo>
                <a:lnTo>
                  <a:pt x="648" y="927"/>
                </a:lnTo>
                <a:lnTo>
                  <a:pt x="647" y="927"/>
                </a:lnTo>
                <a:lnTo>
                  <a:pt x="646" y="927"/>
                </a:lnTo>
                <a:lnTo>
                  <a:pt x="645" y="928"/>
                </a:lnTo>
                <a:lnTo>
                  <a:pt x="644" y="929"/>
                </a:lnTo>
                <a:lnTo>
                  <a:pt x="643" y="930"/>
                </a:lnTo>
                <a:lnTo>
                  <a:pt x="642" y="930"/>
                </a:lnTo>
                <a:lnTo>
                  <a:pt x="641" y="930"/>
                </a:lnTo>
                <a:lnTo>
                  <a:pt x="641" y="931"/>
                </a:lnTo>
                <a:lnTo>
                  <a:pt x="641" y="932"/>
                </a:lnTo>
                <a:lnTo>
                  <a:pt x="640" y="932"/>
                </a:lnTo>
                <a:lnTo>
                  <a:pt x="639" y="933"/>
                </a:lnTo>
                <a:lnTo>
                  <a:pt x="638" y="933"/>
                </a:lnTo>
                <a:lnTo>
                  <a:pt x="637" y="934"/>
                </a:lnTo>
                <a:lnTo>
                  <a:pt x="635" y="934"/>
                </a:lnTo>
                <a:lnTo>
                  <a:pt x="634" y="934"/>
                </a:lnTo>
                <a:lnTo>
                  <a:pt x="634" y="935"/>
                </a:lnTo>
                <a:lnTo>
                  <a:pt x="633" y="935"/>
                </a:lnTo>
                <a:lnTo>
                  <a:pt x="633" y="936"/>
                </a:lnTo>
                <a:lnTo>
                  <a:pt x="633" y="937"/>
                </a:lnTo>
                <a:lnTo>
                  <a:pt x="633" y="938"/>
                </a:lnTo>
                <a:lnTo>
                  <a:pt x="632" y="939"/>
                </a:lnTo>
                <a:lnTo>
                  <a:pt x="632" y="940"/>
                </a:lnTo>
                <a:lnTo>
                  <a:pt x="632" y="941"/>
                </a:lnTo>
                <a:lnTo>
                  <a:pt x="632" y="942"/>
                </a:lnTo>
                <a:lnTo>
                  <a:pt x="631" y="942"/>
                </a:lnTo>
                <a:lnTo>
                  <a:pt x="631" y="943"/>
                </a:lnTo>
                <a:lnTo>
                  <a:pt x="630" y="944"/>
                </a:lnTo>
                <a:lnTo>
                  <a:pt x="629" y="944"/>
                </a:lnTo>
                <a:lnTo>
                  <a:pt x="628" y="943"/>
                </a:lnTo>
                <a:lnTo>
                  <a:pt x="627" y="943"/>
                </a:lnTo>
                <a:lnTo>
                  <a:pt x="626" y="943"/>
                </a:lnTo>
                <a:lnTo>
                  <a:pt x="626" y="944"/>
                </a:lnTo>
                <a:lnTo>
                  <a:pt x="625" y="943"/>
                </a:lnTo>
                <a:lnTo>
                  <a:pt x="624" y="943"/>
                </a:lnTo>
                <a:lnTo>
                  <a:pt x="623" y="943"/>
                </a:lnTo>
                <a:lnTo>
                  <a:pt x="621" y="942"/>
                </a:lnTo>
                <a:lnTo>
                  <a:pt x="621" y="941"/>
                </a:lnTo>
                <a:lnTo>
                  <a:pt x="620" y="942"/>
                </a:lnTo>
                <a:lnTo>
                  <a:pt x="621" y="942"/>
                </a:lnTo>
                <a:lnTo>
                  <a:pt x="620" y="942"/>
                </a:lnTo>
                <a:lnTo>
                  <a:pt x="620" y="943"/>
                </a:lnTo>
                <a:lnTo>
                  <a:pt x="619" y="944"/>
                </a:lnTo>
                <a:lnTo>
                  <a:pt x="620" y="945"/>
                </a:lnTo>
                <a:lnTo>
                  <a:pt x="620" y="946"/>
                </a:lnTo>
                <a:lnTo>
                  <a:pt x="620" y="947"/>
                </a:lnTo>
                <a:lnTo>
                  <a:pt x="620" y="948"/>
                </a:lnTo>
                <a:lnTo>
                  <a:pt x="622" y="948"/>
                </a:lnTo>
                <a:lnTo>
                  <a:pt x="622" y="949"/>
                </a:lnTo>
                <a:lnTo>
                  <a:pt x="622" y="950"/>
                </a:lnTo>
                <a:lnTo>
                  <a:pt x="623" y="950"/>
                </a:lnTo>
                <a:lnTo>
                  <a:pt x="623" y="949"/>
                </a:lnTo>
                <a:lnTo>
                  <a:pt x="624" y="950"/>
                </a:lnTo>
                <a:lnTo>
                  <a:pt x="623" y="950"/>
                </a:lnTo>
                <a:lnTo>
                  <a:pt x="623" y="951"/>
                </a:lnTo>
                <a:lnTo>
                  <a:pt x="622" y="952"/>
                </a:lnTo>
                <a:lnTo>
                  <a:pt x="621" y="952"/>
                </a:lnTo>
                <a:lnTo>
                  <a:pt x="620" y="953"/>
                </a:lnTo>
                <a:lnTo>
                  <a:pt x="620" y="954"/>
                </a:lnTo>
                <a:lnTo>
                  <a:pt x="621" y="954"/>
                </a:lnTo>
                <a:lnTo>
                  <a:pt x="622" y="954"/>
                </a:lnTo>
                <a:lnTo>
                  <a:pt x="623" y="954"/>
                </a:lnTo>
                <a:lnTo>
                  <a:pt x="623" y="955"/>
                </a:lnTo>
                <a:lnTo>
                  <a:pt x="622" y="955"/>
                </a:lnTo>
                <a:lnTo>
                  <a:pt x="623" y="956"/>
                </a:lnTo>
                <a:lnTo>
                  <a:pt x="624" y="956"/>
                </a:lnTo>
                <a:lnTo>
                  <a:pt x="624" y="957"/>
                </a:lnTo>
                <a:lnTo>
                  <a:pt x="624" y="958"/>
                </a:lnTo>
                <a:lnTo>
                  <a:pt x="623" y="958"/>
                </a:lnTo>
                <a:lnTo>
                  <a:pt x="623" y="959"/>
                </a:lnTo>
                <a:lnTo>
                  <a:pt x="623" y="960"/>
                </a:lnTo>
                <a:lnTo>
                  <a:pt x="623" y="961"/>
                </a:lnTo>
                <a:lnTo>
                  <a:pt x="622" y="961"/>
                </a:lnTo>
                <a:lnTo>
                  <a:pt x="621" y="961"/>
                </a:lnTo>
                <a:lnTo>
                  <a:pt x="621" y="962"/>
                </a:lnTo>
                <a:lnTo>
                  <a:pt x="620" y="962"/>
                </a:lnTo>
                <a:lnTo>
                  <a:pt x="620" y="963"/>
                </a:lnTo>
                <a:lnTo>
                  <a:pt x="621" y="963"/>
                </a:lnTo>
                <a:lnTo>
                  <a:pt x="622" y="963"/>
                </a:lnTo>
                <a:lnTo>
                  <a:pt x="622" y="964"/>
                </a:lnTo>
                <a:lnTo>
                  <a:pt x="622" y="965"/>
                </a:lnTo>
                <a:lnTo>
                  <a:pt x="623" y="965"/>
                </a:lnTo>
                <a:lnTo>
                  <a:pt x="623" y="966"/>
                </a:lnTo>
                <a:lnTo>
                  <a:pt x="624" y="966"/>
                </a:lnTo>
                <a:lnTo>
                  <a:pt x="623" y="966"/>
                </a:lnTo>
                <a:lnTo>
                  <a:pt x="622" y="966"/>
                </a:lnTo>
                <a:lnTo>
                  <a:pt x="622" y="967"/>
                </a:lnTo>
                <a:lnTo>
                  <a:pt x="621" y="967"/>
                </a:lnTo>
                <a:lnTo>
                  <a:pt x="620" y="968"/>
                </a:lnTo>
                <a:lnTo>
                  <a:pt x="619" y="969"/>
                </a:lnTo>
                <a:lnTo>
                  <a:pt x="618" y="969"/>
                </a:lnTo>
                <a:lnTo>
                  <a:pt x="617" y="969"/>
                </a:lnTo>
                <a:lnTo>
                  <a:pt x="616" y="969"/>
                </a:lnTo>
                <a:lnTo>
                  <a:pt x="616" y="970"/>
                </a:lnTo>
                <a:lnTo>
                  <a:pt x="615" y="970"/>
                </a:lnTo>
                <a:lnTo>
                  <a:pt x="614" y="970"/>
                </a:lnTo>
                <a:lnTo>
                  <a:pt x="613" y="970"/>
                </a:lnTo>
                <a:lnTo>
                  <a:pt x="612" y="970"/>
                </a:lnTo>
                <a:lnTo>
                  <a:pt x="611" y="971"/>
                </a:lnTo>
                <a:lnTo>
                  <a:pt x="610" y="971"/>
                </a:lnTo>
                <a:lnTo>
                  <a:pt x="609" y="971"/>
                </a:lnTo>
                <a:lnTo>
                  <a:pt x="608" y="972"/>
                </a:lnTo>
                <a:lnTo>
                  <a:pt x="607" y="972"/>
                </a:lnTo>
                <a:lnTo>
                  <a:pt x="607" y="973"/>
                </a:lnTo>
                <a:lnTo>
                  <a:pt x="606" y="973"/>
                </a:lnTo>
                <a:lnTo>
                  <a:pt x="605" y="973"/>
                </a:lnTo>
                <a:lnTo>
                  <a:pt x="604" y="973"/>
                </a:lnTo>
                <a:lnTo>
                  <a:pt x="603" y="973"/>
                </a:lnTo>
                <a:lnTo>
                  <a:pt x="602" y="973"/>
                </a:lnTo>
                <a:lnTo>
                  <a:pt x="601" y="973"/>
                </a:lnTo>
                <a:lnTo>
                  <a:pt x="601" y="972"/>
                </a:lnTo>
                <a:lnTo>
                  <a:pt x="601" y="971"/>
                </a:lnTo>
                <a:lnTo>
                  <a:pt x="600" y="971"/>
                </a:lnTo>
                <a:lnTo>
                  <a:pt x="598" y="971"/>
                </a:lnTo>
                <a:lnTo>
                  <a:pt x="597" y="971"/>
                </a:lnTo>
                <a:lnTo>
                  <a:pt x="596" y="972"/>
                </a:lnTo>
                <a:lnTo>
                  <a:pt x="595" y="972"/>
                </a:lnTo>
                <a:lnTo>
                  <a:pt x="594" y="972"/>
                </a:lnTo>
                <a:lnTo>
                  <a:pt x="593" y="971"/>
                </a:lnTo>
                <a:lnTo>
                  <a:pt x="592" y="971"/>
                </a:lnTo>
                <a:lnTo>
                  <a:pt x="592" y="970"/>
                </a:lnTo>
                <a:lnTo>
                  <a:pt x="591" y="970"/>
                </a:lnTo>
                <a:lnTo>
                  <a:pt x="590" y="969"/>
                </a:lnTo>
                <a:lnTo>
                  <a:pt x="591" y="968"/>
                </a:lnTo>
                <a:lnTo>
                  <a:pt x="591" y="967"/>
                </a:lnTo>
                <a:lnTo>
                  <a:pt x="590" y="967"/>
                </a:lnTo>
                <a:lnTo>
                  <a:pt x="590" y="966"/>
                </a:lnTo>
                <a:lnTo>
                  <a:pt x="590" y="965"/>
                </a:lnTo>
                <a:lnTo>
                  <a:pt x="589" y="964"/>
                </a:lnTo>
                <a:lnTo>
                  <a:pt x="589" y="963"/>
                </a:lnTo>
                <a:lnTo>
                  <a:pt x="589" y="962"/>
                </a:lnTo>
                <a:lnTo>
                  <a:pt x="589" y="961"/>
                </a:lnTo>
                <a:lnTo>
                  <a:pt x="590" y="960"/>
                </a:lnTo>
                <a:lnTo>
                  <a:pt x="590" y="959"/>
                </a:lnTo>
                <a:lnTo>
                  <a:pt x="589" y="959"/>
                </a:lnTo>
                <a:lnTo>
                  <a:pt x="588" y="960"/>
                </a:lnTo>
                <a:lnTo>
                  <a:pt x="588" y="961"/>
                </a:lnTo>
                <a:lnTo>
                  <a:pt x="587" y="962"/>
                </a:lnTo>
                <a:lnTo>
                  <a:pt x="586" y="962"/>
                </a:lnTo>
                <a:lnTo>
                  <a:pt x="585" y="962"/>
                </a:lnTo>
                <a:lnTo>
                  <a:pt x="584" y="961"/>
                </a:lnTo>
                <a:lnTo>
                  <a:pt x="583" y="961"/>
                </a:lnTo>
                <a:lnTo>
                  <a:pt x="582" y="960"/>
                </a:lnTo>
                <a:lnTo>
                  <a:pt x="582" y="961"/>
                </a:lnTo>
                <a:lnTo>
                  <a:pt x="581" y="960"/>
                </a:lnTo>
                <a:lnTo>
                  <a:pt x="580" y="960"/>
                </a:lnTo>
                <a:lnTo>
                  <a:pt x="580" y="959"/>
                </a:lnTo>
                <a:lnTo>
                  <a:pt x="579" y="958"/>
                </a:lnTo>
                <a:lnTo>
                  <a:pt x="579" y="957"/>
                </a:lnTo>
                <a:lnTo>
                  <a:pt x="578" y="957"/>
                </a:lnTo>
                <a:lnTo>
                  <a:pt x="578" y="956"/>
                </a:lnTo>
                <a:lnTo>
                  <a:pt x="578" y="955"/>
                </a:lnTo>
                <a:lnTo>
                  <a:pt x="579" y="955"/>
                </a:lnTo>
                <a:lnTo>
                  <a:pt x="579" y="954"/>
                </a:lnTo>
                <a:lnTo>
                  <a:pt x="580" y="954"/>
                </a:lnTo>
                <a:lnTo>
                  <a:pt x="580" y="953"/>
                </a:lnTo>
                <a:lnTo>
                  <a:pt x="580" y="954"/>
                </a:lnTo>
                <a:lnTo>
                  <a:pt x="581" y="954"/>
                </a:lnTo>
                <a:lnTo>
                  <a:pt x="581" y="953"/>
                </a:lnTo>
                <a:lnTo>
                  <a:pt x="580" y="953"/>
                </a:lnTo>
                <a:lnTo>
                  <a:pt x="580" y="952"/>
                </a:lnTo>
                <a:lnTo>
                  <a:pt x="581" y="951"/>
                </a:lnTo>
                <a:lnTo>
                  <a:pt x="580" y="951"/>
                </a:lnTo>
                <a:lnTo>
                  <a:pt x="580" y="950"/>
                </a:lnTo>
                <a:lnTo>
                  <a:pt x="579" y="949"/>
                </a:lnTo>
                <a:lnTo>
                  <a:pt x="578" y="949"/>
                </a:lnTo>
                <a:lnTo>
                  <a:pt x="578" y="948"/>
                </a:lnTo>
                <a:lnTo>
                  <a:pt x="577" y="948"/>
                </a:lnTo>
                <a:lnTo>
                  <a:pt x="576" y="947"/>
                </a:lnTo>
                <a:lnTo>
                  <a:pt x="576" y="946"/>
                </a:lnTo>
                <a:lnTo>
                  <a:pt x="575" y="946"/>
                </a:lnTo>
                <a:lnTo>
                  <a:pt x="575" y="945"/>
                </a:lnTo>
                <a:lnTo>
                  <a:pt x="574" y="945"/>
                </a:lnTo>
                <a:lnTo>
                  <a:pt x="574" y="944"/>
                </a:lnTo>
                <a:lnTo>
                  <a:pt x="573" y="944"/>
                </a:lnTo>
                <a:lnTo>
                  <a:pt x="573" y="943"/>
                </a:lnTo>
                <a:lnTo>
                  <a:pt x="572" y="943"/>
                </a:lnTo>
                <a:lnTo>
                  <a:pt x="571" y="943"/>
                </a:lnTo>
                <a:lnTo>
                  <a:pt x="571" y="942"/>
                </a:lnTo>
                <a:lnTo>
                  <a:pt x="571" y="941"/>
                </a:lnTo>
                <a:lnTo>
                  <a:pt x="571" y="940"/>
                </a:lnTo>
                <a:lnTo>
                  <a:pt x="570" y="940"/>
                </a:lnTo>
                <a:lnTo>
                  <a:pt x="570" y="939"/>
                </a:lnTo>
                <a:lnTo>
                  <a:pt x="569" y="939"/>
                </a:lnTo>
                <a:lnTo>
                  <a:pt x="568" y="939"/>
                </a:lnTo>
                <a:lnTo>
                  <a:pt x="568" y="938"/>
                </a:lnTo>
                <a:lnTo>
                  <a:pt x="569" y="937"/>
                </a:lnTo>
                <a:lnTo>
                  <a:pt x="570" y="936"/>
                </a:lnTo>
                <a:lnTo>
                  <a:pt x="570" y="935"/>
                </a:lnTo>
                <a:lnTo>
                  <a:pt x="570" y="934"/>
                </a:lnTo>
                <a:lnTo>
                  <a:pt x="569" y="934"/>
                </a:lnTo>
                <a:lnTo>
                  <a:pt x="569" y="933"/>
                </a:lnTo>
                <a:lnTo>
                  <a:pt x="568" y="933"/>
                </a:lnTo>
                <a:lnTo>
                  <a:pt x="567" y="932"/>
                </a:lnTo>
                <a:lnTo>
                  <a:pt x="567" y="931"/>
                </a:lnTo>
                <a:lnTo>
                  <a:pt x="566" y="930"/>
                </a:lnTo>
                <a:lnTo>
                  <a:pt x="567" y="929"/>
                </a:lnTo>
                <a:lnTo>
                  <a:pt x="567" y="928"/>
                </a:lnTo>
                <a:lnTo>
                  <a:pt x="566" y="928"/>
                </a:lnTo>
                <a:lnTo>
                  <a:pt x="566" y="927"/>
                </a:lnTo>
                <a:lnTo>
                  <a:pt x="567" y="927"/>
                </a:lnTo>
                <a:lnTo>
                  <a:pt x="567" y="926"/>
                </a:lnTo>
                <a:lnTo>
                  <a:pt x="568" y="926"/>
                </a:lnTo>
                <a:lnTo>
                  <a:pt x="570" y="926"/>
                </a:lnTo>
                <a:lnTo>
                  <a:pt x="571" y="926"/>
                </a:lnTo>
                <a:lnTo>
                  <a:pt x="572" y="926"/>
                </a:lnTo>
                <a:lnTo>
                  <a:pt x="573" y="926"/>
                </a:lnTo>
                <a:lnTo>
                  <a:pt x="574" y="925"/>
                </a:lnTo>
                <a:lnTo>
                  <a:pt x="574" y="924"/>
                </a:lnTo>
                <a:lnTo>
                  <a:pt x="575" y="923"/>
                </a:lnTo>
                <a:lnTo>
                  <a:pt x="576" y="923"/>
                </a:lnTo>
                <a:lnTo>
                  <a:pt x="575" y="923"/>
                </a:lnTo>
                <a:lnTo>
                  <a:pt x="576" y="923"/>
                </a:lnTo>
                <a:lnTo>
                  <a:pt x="576" y="922"/>
                </a:lnTo>
                <a:lnTo>
                  <a:pt x="575" y="922"/>
                </a:lnTo>
                <a:lnTo>
                  <a:pt x="575" y="921"/>
                </a:lnTo>
                <a:lnTo>
                  <a:pt x="574" y="921"/>
                </a:lnTo>
                <a:lnTo>
                  <a:pt x="573" y="921"/>
                </a:lnTo>
                <a:lnTo>
                  <a:pt x="572" y="921"/>
                </a:lnTo>
                <a:lnTo>
                  <a:pt x="572" y="920"/>
                </a:lnTo>
                <a:lnTo>
                  <a:pt x="571" y="920"/>
                </a:lnTo>
                <a:lnTo>
                  <a:pt x="570" y="920"/>
                </a:lnTo>
                <a:lnTo>
                  <a:pt x="570" y="919"/>
                </a:lnTo>
                <a:lnTo>
                  <a:pt x="569" y="918"/>
                </a:lnTo>
                <a:lnTo>
                  <a:pt x="568" y="918"/>
                </a:lnTo>
                <a:lnTo>
                  <a:pt x="567" y="918"/>
                </a:lnTo>
                <a:lnTo>
                  <a:pt x="567" y="917"/>
                </a:lnTo>
                <a:lnTo>
                  <a:pt x="566" y="917"/>
                </a:lnTo>
                <a:lnTo>
                  <a:pt x="565" y="917"/>
                </a:lnTo>
                <a:lnTo>
                  <a:pt x="564" y="917"/>
                </a:lnTo>
                <a:lnTo>
                  <a:pt x="563" y="917"/>
                </a:lnTo>
                <a:lnTo>
                  <a:pt x="562" y="916"/>
                </a:lnTo>
                <a:lnTo>
                  <a:pt x="561" y="916"/>
                </a:lnTo>
                <a:lnTo>
                  <a:pt x="561" y="915"/>
                </a:lnTo>
                <a:lnTo>
                  <a:pt x="560" y="915"/>
                </a:lnTo>
                <a:lnTo>
                  <a:pt x="559" y="915"/>
                </a:lnTo>
                <a:lnTo>
                  <a:pt x="558" y="915"/>
                </a:lnTo>
                <a:lnTo>
                  <a:pt x="556" y="915"/>
                </a:lnTo>
                <a:lnTo>
                  <a:pt x="555" y="915"/>
                </a:lnTo>
                <a:lnTo>
                  <a:pt x="553" y="915"/>
                </a:lnTo>
                <a:lnTo>
                  <a:pt x="553" y="914"/>
                </a:lnTo>
                <a:lnTo>
                  <a:pt x="552" y="914"/>
                </a:lnTo>
                <a:lnTo>
                  <a:pt x="550" y="914"/>
                </a:lnTo>
                <a:lnTo>
                  <a:pt x="549" y="914"/>
                </a:lnTo>
                <a:lnTo>
                  <a:pt x="549" y="915"/>
                </a:lnTo>
                <a:lnTo>
                  <a:pt x="549" y="916"/>
                </a:lnTo>
                <a:lnTo>
                  <a:pt x="548" y="917"/>
                </a:lnTo>
                <a:lnTo>
                  <a:pt x="547" y="917"/>
                </a:lnTo>
                <a:lnTo>
                  <a:pt x="547" y="916"/>
                </a:lnTo>
                <a:lnTo>
                  <a:pt x="546" y="916"/>
                </a:lnTo>
                <a:lnTo>
                  <a:pt x="545" y="916"/>
                </a:lnTo>
                <a:lnTo>
                  <a:pt x="544" y="916"/>
                </a:lnTo>
                <a:lnTo>
                  <a:pt x="544" y="915"/>
                </a:lnTo>
                <a:lnTo>
                  <a:pt x="545" y="915"/>
                </a:lnTo>
                <a:lnTo>
                  <a:pt x="545" y="914"/>
                </a:lnTo>
                <a:lnTo>
                  <a:pt x="544" y="914"/>
                </a:lnTo>
                <a:lnTo>
                  <a:pt x="544" y="913"/>
                </a:lnTo>
                <a:lnTo>
                  <a:pt x="543" y="913"/>
                </a:lnTo>
                <a:lnTo>
                  <a:pt x="543" y="914"/>
                </a:lnTo>
                <a:lnTo>
                  <a:pt x="542" y="914"/>
                </a:lnTo>
                <a:lnTo>
                  <a:pt x="541" y="914"/>
                </a:lnTo>
                <a:lnTo>
                  <a:pt x="540" y="914"/>
                </a:lnTo>
                <a:lnTo>
                  <a:pt x="540" y="915"/>
                </a:lnTo>
                <a:lnTo>
                  <a:pt x="539" y="915"/>
                </a:lnTo>
                <a:lnTo>
                  <a:pt x="539" y="916"/>
                </a:lnTo>
                <a:lnTo>
                  <a:pt x="538" y="916"/>
                </a:lnTo>
                <a:lnTo>
                  <a:pt x="538" y="917"/>
                </a:lnTo>
                <a:lnTo>
                  <a:pt x="537" y="917"/>
                </a:lnTo>
                <a:lnTo>
                  <a:pt x="536" y="917"/>
                </a:lnTo>
                <a:lnTo>
                  <a:pt x="535" y="917"/>
                </a:lnTo>
                <a:lnTo>
                  <a:pt x="533" y="917"/>
                </a:lnTo>
                <a:lnTo>
                  <a:pt x="532" y="917"/>
                </a:lnTo>
                <a:lnTo>
                  <a:pt x="532" y="918"/>
                </a:lnTo>
                <a:lnTo>
                  <a:pt x="533" y="918"/>
                </a:lnTo>
                <a:lnTo>
                  <a:pt x="532" y="919"/>
                </a:lnTo>
                <a:lnTo>
                  <a:pt x="531" y="919"/>
                </a:lnTo>
                <a:lnTo>
                  <a:pt x="530" y="921"/>
                </a:lnTo>
                <a:lnTo>
                  <a:pt x="529" y="922"/>
                </a:lnTo>
                <a:lnTo>
                  <a:pt x="529" y="921"/>
                </a:lnTo>
                <a:lnTo>
                  <a:pt x="528" y="921"/>
                </a:lnTo>
                <a:lnTo>
                  <a:pt x="528" y="920"/>
                </a:lnTo>
                <a:lnTo>
                  <a:pt x="528" y="919"/>
                </a:lnTo>
                <a:lnTo>
                  <a:pt x="527" y="919"/>
                </a:lnTo>
                <a:lnTo>
                  <a:pt x="527" y="918"/>
                </a:lnTo>
                <a:lnTo>
                  <a:pt x="527" y="917"/>
                </a:lnTo>
                <a:lnTo>
                  <a:pt x="528" y="917"/>
                </a:lnTo>
                <a:lnTo>
                  <a:pt x="528" y="916"/>
                </a:lnTo>
                <a:lnTo>
                  <a:pt x="528" y="915"/>
                </a:lnTo>
                <a:lnTo>
                  <a:pt x="528" y="914"/>
                </a:lnTo>
                <a:lnTo>
                  <a:pt x="528" y="913"/>
                </a:lnTo>
                <a:lnTo>
                  <a:pt x="528" y="912"/>
                </a:lnTo>
                <a:lnTo>
                  <a:pt x="527" y="912"/>
                </a:lnTo>
                <a:lnTo>
                  <a:pt x="527" y="911"/>
                </a:lnTo>
                <a:lnTo>
                  <a:pt x="527" y="910"/>
                </a:lnTo>
                <a:lnTo>
                  <a:pt x="528" y="909"/>
                </a:lnTo>
                <a:lnTo>
                  <a:pt x="528" y="908"/>
                </a:lnTo>
                <a:lnTo>
                  <a:pt x="528" y="907"/>
                </a:lnTo>
                <a:lnTo>
                  <a:pt x="528" y="906"/>
                </a:lnTo>
                <a:lnTo>
                  <a:pt x="527" y="906"/>
                </a:lnTo>
                <a:lnTo>
                  <a:pt x="527" y="905"/>
                </a:lnTo>
                <a:lnTo>
                  <a:pt x="526" y="904"/>
                </a:lnTo>
                <a:lnTo>
                  <a:pt x="526" y="903"/>
                </a:lnTo>
                <a:lnTo>
                  <a:pt x="525" y="903"/>
                </a:lnTo>
                <a:lnTo>
                  <a:pt x="524" y="902"/>
                </a:lnTo>
                <a:lnTo>
                  <a:pt x="524" y="901"/>
                </a:lnTo>
                <a:lnTo>
                  <a:pt x="524" y="900"/>
                </a:lnTo>
                <a:lnTo>
                  <a:pt x="524" y="899"/>
                </a:lnTo>
                <a:lnTo>
                  <a:pt x="524" y="898"/>
                </a:lnTo>
                <a:lnTo>
                  <a:pt x="523" y="898"/>
                </a:lnTo>
                <a:lnTo>
                  <a:pt x="523" y="897"/>
                </a:lnTo>
                <a:lnTo>
                  <a:pt x="523" y="896"/>
                </a:lnTo>
                <a:lnTo>
                  <a:pt x="523" y="895"/>
                </a:lnTo>
                <a:lnTo>
                  <a:pt x="523" y="894"/>
                </a:lnTo>
                <a:lnTo>
                  <a:pt x="524" y="894"/>
                </a:lnTo>
                <a:lnTo>
                  <a:pt x="524" y="893"/>
                </a:lnTo>
                <a:lnTo>
                  <a:pt x="524" y="892"/>
                </a:lnTo>
                <a:lnTo>
                  <a:pt x="525" y="892"/>
                </a:lnTo>
                <a:lnTo>
                  <a:pt x="525" y="891"/>
                </a:lnTo>
                <a:lnTo>
                  <a:pt x="524" y="891"/>
                </a:lnTo>
                <a:lnTo>
                  <a:pt x="524" y="890"/>
                </a:lnTo>
                <a:lnTo>
                  <a:pt x="525" y="889"/>
                </a:lnTo>
                <a:lnTo>
                  <a:pt x="525" y="888"/>
                </a:lnTo>
                <a:lnTo>
                  <a:pt x="526" y="888"/>
                </a:lnTo>
                <a:lnTo>
                  <a:pt x="527" y="888"/>
                </a:lnTo>
                <a:lnTo>
                  <a:pt x="527" y="887"/>
                </a:lnTo>
                <a:lnTo>
                  <a:pt x="528" y="887"/>
                </a:lnTo>
                <a:lnTo>
                  <a:pt x="529" y="887"/>
                </a:lnTo>
                <a:lnTo>
                  <a:pt x="530" y="887"/>
                </a:lnTo>
                <a:lnTo>
                  <a:pt x="531" y="887"/>
                </a:lnTo>
                <a:lnTo>
                  <a:pt x="531" y="886"/>
                </a:lnTo>
                <a:lnTo>
                  <a:pt x="531" y="885"/>
                </a:lnTo>
                <a:lnTo>
                  <a:pt x="531" y="886"/>
                </a:lnTo>
                <a:lnTo>
                  <a:pt x="532" y="886"/>
                </a:lnTo>
                <a:lnTo>
                  <a:pt x="532" y="885"/>
                </a:lnTo>
                <a:lnTo>
                  <a:pt x="532" y="884"/>
                </a:lnTo>
                <a:lnTo>
                  <a:pt x="532" y="883"/>
                </a:lnTo>
                <a:lnTo>
                  <a:pt x="533" y="883"/>
                </a:lnTo>
                <a:lnTo>
                  <a:pt x="532" y="882"/>
                </a:lnTo>
                <a:lnTo>
                  <a:pt x="531" y="882"/>
                </a:lnTo>
                <a:lnTo>
                  <a:pt x="531" y="881"/>
                </a:lnTo>
                <a:lnTo>
                  <a:pt x="531" y="880"/>
                </a:lnTo>
                <a:lnTo>
                  <a:pt x="530" y="880"/>
                </a:lnTo>
                <a:lnTo>
                  <a:pt x="530" y="879"/>
                </a:lnTo>
                <a:lnTo>
                  <a:pt x="530" y="878"/>
                </a:lnTo>
                <a:lnTo>
                  <a:pt x="529" y="878"/>
                </a:lnTo>
                <a:lnTo>
                  <a:pt x="528" y="878"/>
                </a:lnTo>
                <a:lnTo>
                  <a:pt x="528" y="877"/>
                </a:lnTo>
                <a:lnTo>
                  <a:pt x="529" y="877"/>
                </a:lnTo>
                <a:lnTo>
                  <a:pt x="529" y="876"/>
                </a:lnTo>
                <a:lnTo>
                  <a:pt x="528" y="876"/>
                </a:lnTo>
                <a:lnTo>
                  <a:pt x="527" y="876"/>
                </a:lnTo>
                <a:lnTo>
                  <a:pt x="527" y="875"/>
                </a:lnTo>
                <a:lnTo>
                  <a:pt x="526" y="875"/>
                </a:lnTo>
                <a:lnTo>
                  <a:pt x="526" y="874"/>
                </a:lnTo>
                <a:lnTo>
                  <a:pt x="525" y="873"/>
                </a:lnTo>
                <a:lnTo>
                  <a:pt x="524" y="873"/>
                </a:lnTo>
                <a:lnTo>
                  <a:pt x="524" y="872"/>
                </a:lnTo>
                <a:lnTo>
                  <a:pt x="523" y="870"/>
                </a:lnTo>
                <a:lnTo>
                  <a:pt x="522" y="870"/>
                </a:lnTo>
                <a:lnTo>
                  <a:pt x="521" y="870"/>
                </a:lnTo>
                <a:lnTo>
                  <a:pt x="521" y="868"/>
                </a:lnTo>
                <a:lnTo>
                  <a:pt x="522" y="868"/>
                </a:lnTo>
                <a:lnTo>
                  <a:pt x="522" y="867"/>
                </a:lnTo>
                <a:lnTo>
                  <a:pt x="523" y="866"/>
                </a:lnTo>
                <a:lnTo>
                  <a:pt x="522" y="866"/>
                </a:lnTo>
                <a:lnTo>
                  <a:pt x="522" y="865"/>
                </a:lnTo>
                <a:lnTo>
                  <a:pt x="521" y="865"/>
                </a:lnTo>
                <a:lnTo>
                  <a:pt x="520" y="865"/>
                </a:lnTo>
                <a:lnTo>
                  <a:pt x="520" y="864"/>
                </a:lnTo>
                <a:lnTo>
                  <a:pt x="521" y="864"/>
                </a:lnTo>
                <a:lnTo>
                  <a:pt x="521" y="863"/>
                </a:lnTo>
                <a:lnTo>
                  <a:pt x="520" y="863"/>
                </a:lnTo>
                <a:lnTo>
                  <a:pt x="519" y="863"/>
                </a:lnTo>
                <a:lnTo>
                  <a:pt x="518" y="863"/>
                </a:lnTo>
                <a:lnTo>
                  <a:pt x="517" y="863"/>
                </a:lnTo>
                <a:lnTo>
                  <a:pt x="516" y="863"/>
                </a:lnTo>
                <a:lnTo>
                  <a:pt x="515" y="863"/>
                </a:lnTo>
                <a:lnTo>
                  <a:pt x="514" y="863"/>
                </a:lnTo>
                <a:lnTo>
                  <a:pt x="513" y="863"/>
                </a:lnTo>
                <a:lnTo>
                  <a:pt x="512" y="863"/>
                </a:lnTo>
                <a:lnTo>
                  <a:pt x="511" y="863"/>
                </a:lnTo>
                <a:lnTo>
                  <a:pt x="510" y="864"/>
                </a:lnTo>
                <a:lnTo>
                  <a:pt x="509" y="864"/>
                </a:lnTo>
                <a:lnTo>
                  <a:pt x="509" y="863"/>
                </a:lnTo>
                <a:lnTo>
                  <a:pt x="509" y="862"/>
                </a:lnTo>
                <a:lnTo>
                  <a:pt x="508" y="862"/>
                </a:lnTo>
                <a:lnTo>
                  <a:pt x="508" y="863"/>
                </a:lnTo>
                <a:lnTo>
                  <a:pt x="507" y="863"/>
                </a:lnTo>
                <a:lnTo>
                  <a:pt x="506" y="863"/>
                </a:lnTo>
                <a:lnTo>
                  <a:pt x="506" y="864"/>
                </a:lnTo>
                <a:lnTo>
                  <a:pt x="505" y="863"/>
                </a:lnTo>
                <a:lnTo>
                  <a:pt x="505" y="862"/>
                </a:lnTo>
                <a:lnTo>
                  <a:pt x="505" y="861"/>
                </a:lnTo>
                <a:lnTo>
                  <a:pt x="504" y="861"/>
                </a:lnTo>
                <a:lnTo>
                  <a:pt x="504" y="860"/>
                </a:lnTo>
                <a:lnTo>
                  <a:pt x="503" y="860"/>
                </a:lnTo>
                <a:lnTo>
                  <a:pt x="503" y="859"/>
                </a:lnTo>
                <a:lnTo>
                  <a:pt x="502" y="859"/>
                </a:lnTo>
                <a:lnTo>
                  <a:pt x="501" y="859"/>
                </a:lnTo>
                <a:lnTo>
                  <a:pt x="500" y="859"/>
                </a:lnTo>
                <a:lnTo>
                  <a:pt x="500" y="858"/>
                </a:lnTo>
                <a:lnTo>
                  <a:pt x="499" y="858"/>
                </a:lnTo>
                <a:lnTo>
                  <a:pt x="498" y="858"/>
                </a:lnTo>
                <a:lnTo>
                  <a:pt x="497" y="858"/>
                </a:lnTo>
                <a:lnTo>
                  <a:pt x="496" y="858"/>
                </a:lnTo>
                <a:lnTo>
                  <a:pt x="495" y="857"/>
                </a:lnTo>
                <a:lnTo>
                  <a:pt x="494" y="857"/>
                </a:lnTo>
                <a:lnTo>
                  <a:pt x="494" y="856"/>
                </a:lnTo>
                <a:lnTo>
                  <a:pt x="493" y="856"/>
                </a:lnTo>
                <a:lnTo>
                  <a:pt x="492" y="856"/>
                </a:lnTo>
                <a:lnTo>
                  <a:pt x="492" y="855"/>
                </a:lnTo>
                <a:lnTo>
                  <a:pt x="493" y="855"/>
                </a:lnTo>
                <a:lnTo>
                  <a:pt x="493" y="854"/>
                </a:lnTo>
                <a:lnTo>
                  <a:pt x="492" y="854"/>
                </a:lnTo>
                <a:lnTo>
                  <a:pt x="491" y="854"/>
                </a:lnTo>
                <a:lnTo>
                  <a:pt x="491" y="853"/>
                </a:lnTo>
                <a:lnTo>
                  <a:pt x="490" y="853"/>
                </a:lnTo>
                <a:lnTo>
                  <a:pt x="489" y="853"/>
                </a:lnTo>
                <a:lnTo>
                  <a:pt x="488" y="853"/>
                </a:lnTo>
                <a:lnTo>
                  <a:pt x="487" y="853"/>
                </a:lnTo>
                <a:lnTo>
                  <a:pt x="488" y="853"/>
                </a:lnTo>
                <a:lnTo>
                  <a:pt x="488" y="852"/>
                </a:lnTo>
                <a:lnTo>
                  <a:pt x="487" y="852"/>
                </a:lnTo>
                <a:lnTo>
                  <a:pt x="485" y="852"/>
                </a:lnTo>
                <a:lnTo>
                  <a:pt x="484" y="852"/>
                </a:lnTo>
                <a:lnTo>
                  <a:pt x="484" y="853"/>
                </a:lnTo>
                <a:lnTo>
                  <a:pt x="483" y="853"/>
                </a:lnTo>
                <a:lnTo>
                  <a:pt x="482" y="853"/>
                </a:lnTo>
                <a:lnTo>
                  <a:pt x="482" y="852"/>
                </a:lnTo>
                <a:lnTo>
                  <a:pt x="481" y="852"/>
                </a:lnTo>
                <a:lnTo>
                  <a:pt x="481" y="853"/>
                </a:lnTo>
                <a:lnTo>
                  <a:pt x="480" y="853"/>
                </a:lnTo>
                <a:lnTo>
                  <a:pt x="479" y="853"/>
                </a:lnTo>
                <a:lnTo>
                  <a:pt x="477" y="853"/>
                </a:lnTo>
                <a:lnTo>
                  <a:pt x="476" y="853"/>
                </a:lnTo>
                <a:lnTo>
                  <a:pt x="476" y="854"/>
                </a:lnTo>
                <a:lnTo>
                  <a:pt x="475" y="854"/>
                </a:lnTo>
                <a:lnTo>
                  <a:pt x="474" y="854"/>
                </a:lnTo>
                <a:lnTo>
                  <a:pt x="474" y="855"/>
                </a:lnTo>
                <a:lnTo>
                  <a:pt x="473" y="854"/>
                </a:lnTo>
                <a:lnTo>
                  <a:pt x="472" y="853"/>
                </a:lnTo>
                <a:lnTo>
                  <a:pt x="472" y="854"/>
                </a:lnTo>
                <a:lnTo>
                  <a:pt x="471" y="854"/>
                </a:lnTo>
                <a:lnTo>
                  <a:pt x="470" y="855"/>
                </a:lnTo>
                <a:lnTo>
                  <a:pt x="469" y="856"/>
                </a:lnTo>
                <a:lnTo>
                  <a:pt x="468" y="856"/>
                </a:lnTo>
                <a:lnTo>
                  <a:pt x="468" y="857"/>
                </a:lnTo>
                <a:lnTo>
                  <a:pt x="467" y="857"/>
                </a:lnTo>
                <a:lnTo>
                  <a:pt x="467" y="858"/>
                </a:lnTo>
                <a:lnTo>
                  <a:pt x="466" y="858"/>
                </a:lnTo>
                <a:lnTo>
                  <a:pt x="465" y="858"/>
                </a:lnTo>
                <a:lnTo>
                  <a:pt x="464" y="858"/>
                </a:lnTo>
                <a:lnTo>
                  <a:pt x="463" y="859"/>
                </a:lnTo>
                <a:lnTo>
                  <a:pt x="462" y="859"/>
                </a:lnTo>
                <a:lnTo>
                  <a:pt x="461" y="859"/>
                </a:lnTo>
                <a:lnTo>
                  <a:pt x="461" y="858"/>
                </a:lnTo>
                <a:lnTo>
                  <a:pt x="462" y="858"/>
                </a:lnTo>
                <a:lnTo>
                  <a:pt x="461" y="858"/>
                </a:lnTo>
                <a:lnTo>
                  <a:pt x="460" y="858"/>
                </a:lnTo>
                <a:lnTo>
                  <a:pt x="461" y="859"/>
                </a:lnTo>
                <a:lnTo>
                  <a:pt x="460" y="859"/>
                </a:lnTo>
                <a:lnTo>
                  <a:pt x="460" y="860"/>
                </a:lnTo>
                <a:lnTo>
                  <a:pt x="461" y="860"/>
                </a:lnTo>
                <a:lnTo>
                  <a:pt x="460" y="861"/>
                </a:lnTo>
                <a:lnTo>
                  <a:pt x="459" y="861"/>
                </a:lnTo>
                <a:lnTo>
                  <a:pt x="459" y="860"/>
                </a:lnTo>
                <a:lnTo>
                  <a:pt x="458" y="860"/>
                </a:lnTo>
                <a:lnTo>
                  <a:pt x="458" y="861"/>
                </a:lnTo>
                <a:lnTo>
                  <a:pt x="458" y="862"/>
                </a:lnTo>
                <a:lnTo>
                  <a:pt x="457" y="862"/>
                </a:lnTo>
                <a:lnTo>
                  <a:pt x="456" y="862"/>
                </a:lnTo>
                <a:lnTo>
                  <a:pt x="457" y="862"/>
                </a:lnTo>
                <a:lnTo>
                  <a:pt x="457" y="863"/>
                </a:lnTo>
                <a:lnTo>
                  <a:pt x="456" y="863"/>
                </a:lnTo>
                <a:lnTo>
                  <a:pt x="455" y="863"/>
                </a:lnTo>
                <a:lnTo>
                  <a:pt x="455" y="862"/>
                </a:lnTo>
                <a:lnTo>
                  <a:pt x="454" y="862"/>
                </a:lnTo>
                <a:lnTo>
                  <a:pt x="454" y="863"/>
                </a:lnTo>
                <a:lnTo>
                  <a:pt x="453" y="863"/>
                </a:lnTo>
                <a:lnTo>
                  <a:pt x="453" y="862"/>
                </a:lnTo>
                <a:lnTo>
                  <a:pt x="452" y="862"/>
                </a:lnTo>
                <a:lnTo>
                  <a:pt x="451" y="862"/>
                </a:lnTo>
                <a:lnTo>
                  <a:pt x="451" y="863"/>
                </a:lnTo>
                <a:lnTo>
                  <a:pt x="450" y="863"/>
                </a:lnTo>
                <a:lnTo>
                  <a:pt x="449" y="863"/>
                </a:lnTo>
                <a:lnTo>
                  <a:pt x="450" y="863"/>
                </a:lnTo>
                <a:lnTo>
                  <a:pt x="450" y="864"/>
                </a:lnTo>
                <a:lnTo>
                  <a:pt x="449" y="864"/>
                </a:lnTo>
                <a:lnTo>
                  <a:pt x="448" y="863"/>
                </a:lnTo>
                <a:lnTo>
                  <a:pt x="447" y="862"/>
                </a:lnTo>
                <a:lnTo>
                  <a:pt x="446" y="862"/>
                </a:lnTo>
                <a:lnTo>
                  <a:pt x="445" y="863"/>
                </a:lnTo>
                <a:lnTo>
                  <a:pt x="445" y="862"/>
                </a:lnTo>
                <a:lnTo>
                  <a:pt x="445" y="863"/>
                </a:lnTo>
                <a:lnTo>
                  <a:pt x="444" y="863"/>
                </a:lnTo>
                <a:lnTo>
                  <a:pt x="444" y="862"/>
                </a:lnTo>
                <a:lnTo>
                  <a:pt x="443" y="862"/>
                </a:lnTo>
                <a:lnTo>
                  <a:pt x="442" y="862"/>
                </a:lnTo>
                <a:lnTo>
                  <a:pt x="442" y="861"/>
                </a:lnTo>
                <a:lnTo>
                  <a:pt x="442" y="860"/>
                </a:lnTo>
                <a:lnTo>
                  <a:pt x="441" y="861"/>
                </a:lnTo>
                <a:lnTo>
                  <a:pt x="441" y="860"/>
                </a:lnTo>
                <a:lnTo>
                  <a:pt x="440" y="860"/>
                </a:lnTo>
                <a:lnTo>
                  <a:pt x="438" y="860"/>
                </a:lnTo>
                <a:lnTo>
                  <a:pt x="437" y="860"/>
                </a:lnTo>
                <a:lnTo>
                  <a:pt x="436" y="860"/>
                </a:lnTo>
                <a:lnTo>
                  <a:pt x="436" y="861"/>
                </a:lnTo>
                <a:lnTo>
                  <a:pt x="435" y="861"/>
                </a:lnTo>
                <a:lnTo>
                  <a:pt x="434" y="860"/>
                </a:lnTo>
                <a:lnTo>
                  <a:pt x="434" y="861"/>
                </a:lnTo>
                <a:lnTo>
                  <a:pt x="433" y="861"/>
                </a:lnTo>
                <a:lnTo>
                  <a:pt x="433" y="860"/>
                </a:lnTo>
                <a:lnTo>
                  <a:pt x="433" y="859"/>
                </a:lnTo>
                <a:lnTo>
                  <a:pt x="432" y="859"/>
                </a:lnTo>
                <a:lnTo>
                  <a:pt x="431" y="859"/>
                </a:lnTo>
                <a:lnTo>
                  <a:pt x="432" y="859"/>
                </a:lnTo>
                <a:lnTo>
                  <a:pt x="432" y="858"/>
                </a:lnTo>
                <a:lnTo>
                  <a:pt x="433" y="858"/>
                </a:lnTo>
                <a:lnTo>
                  <a:pt x="432" y="858"/>
                </a:lnTo>
                <a:lnTo>
                  <a:pt x="432" y="857"/>
                </a:lnTo>
                <a:lnTo>
                  <a:pt x="432" y="858"/>
                </a:lnTo>
                <a:lnTo>
                  <a:pt x="431" y="858"/>
                </a:lnTo>
                <a:lnTo>
                  <a:pt x="430" y="858"/>
                </a:lnTo>
                <a:lnTo>
                  <a:pt x="429" y="857"/>
                </a:lnTo>
                <a:lnTo>
                  <a:pt x="428" y="857"/>
                </a:lnTo>
                <a:lnTo>
                  <a:pt x="427" y="857"/>
                </a:lnTo>
                <a:lnTo>
                  <a:pt x="426" y="857"/>
                </a:lnTo>
                <a:lnTo>
                  <a:pt x="425" y="857"/>
                </a:lnTo>
                <a:lnTo>
                  <a:pt x="425" y="856"/>
                </a:lnTo>
                <a:lnTo>
                  <a:pt x="424" y="856"/>
                </a:lnTo>
                <a:lnTo>
                  <a:pt x="424" y="855"/>
                </a:lnTo>
                <a:lnTo>
                  <a:pt x="423" y="855"/>
                </a:lnTo>
                <a:lnTo>
                  <a:pt x="422" y="855"/>
                </a:lnTo>
                <a:lnTo>
                  <a:pt x="421" y="854"/>
                </a:lnTo>
                <a:lnTo>
                  <a:pt x="420" y="854"/>
                </a:lnTo>
                <a:lnTo>
                  <a:pt x="420" y="853"/>
                </a:lnTo>
                <a:lnTo>
                  <a:pt x="419" y="853"/>
                </a:lnTo>
                <a:lnTo>
                  <a:pt x="418" y="853"/>
                </a:lnTo>
                <a:lnTo>
                  <a:pt x="417" y="853"/>
                </a:lnTo>
                <a:lnTo>
                  <a:pt x="417" y="852"/>
                </a:lnTo>
                <a:lnTo>
                  <a:pt x="416" y="852"/>
                </a:lnTo>
                <a:lnTo>
                  <a:pt x="416" y="851"/>
                </a:lnTo>
                <a:lnTo>
                  <a:pt x="417" y="851"/>
                </a:lnTo>
                <a:lnTo>
                  <a:pt x="416" y="851"/>
                </a:lnTo>
                <a:lnTo>
                  <a:pt x="416" y="850"/>
                </a:lnTo>
                <a:lnTo>
                  <a:pt x="415" y="850"/>
                </a:lnTo>
                <a:lnTo>
                  <a:pt x="415" y="849"/>
                </a:lnTo>
                <a:lnTo>
                  <a:pt x="414" y="849"/>
                </a:lnTo>
                <a:lnTo>
                  <a:pt x="414" y="850"/>
                </a:lnTo>
                <a:lnTo>
                  <a:pt x="414" y="849"/>
                </a:lnTo>
                <a:lnTo>
                  <a:pt x="413" y="849"/>
                </a:lnTo>
                <a:lnTo>
                  <a:pt x="414" y="849"/>
                </a:lnTo>
                <a:lnTo>
                  <a:pt x="414" y="848"/>
                </a:lnTo>
                <a:lnTo>
                  <a:pt x="413" y="848"/>
                </a:lnTo>
                <a:lnTo>
                  <a:pt x="413" y="847"/>
                </a:lnTo>
                <a:lnTo>
                  <a:pt x="412" y="848"/>
                </a:lnTo>
                <a:lnTo>
                  <a:pt x="412" y="847"/>
                </a:lnTo>
                <a:lnTo>
                  <a:pt x="411" y="848"/>
                </a:lnTo>
                <a:lnTo>
                  <a:pt x="412" y="848"/>
                </a:lnTo>
                <a:lnTo>
                  <a:pt x="411" y="848"/>
                </a:lnTo>
                <a:lnTo>
                  <a:pt x="411" y="847"/>
                </a:lnTo>
                <a:lnTo>
                  <a:pt x="411" y="846"/>
                </a:lnTo>
                <a:lnTo>
                  <a:pt x="410" y="846"/>
                </a:lnTo>
                <a:lnTo>
                  <a:pt x="410" y="845"/>
                </a:lnTo>
                <a:lnTo>
                  <a:pt x="409" y="845"/>
                </a:lnTo>
                <a:lnTo>
                  <a:pt x="409" y="844"/>
                </a:lnTo>
                <a:lnTo>
                  <a:pt x="408" y="844"/>
                </a:lnTo>
                <a:lnTo>
                  <a:pt x="409" y="843"/>
                </a:lnTo>
                <a:lnTo>
                  <a:pt x="408" y="843"/>
                </a:lnTo>
                <a:lnTo>
                  <a:pt x="408" y="842"/>
                </a:lnTo>
                <a:lnTo>
                  <a:pt x="408" y="843"/>
                </a:lnTo>
                <a:lnTo>
                  <a:pt x="407" y="843"/>
                </a:lnTo>
                <a:lnTo>
                  <a:pt x="407" y="842"/>
                </a:lnTo>
                <a:lnTo>
                  <a:pt x="406" y="842"/>
                </a:lnTo>
                <a:lnTo>
                  <a:pt x="406" y="841"/>
                </a:lnTo>
                <a:lnTo>
                  <a:pt x="406" y="840"/>
                </a:lnTo>
                <a:lnTo>
                  <a:pt x="406" y="839"/>
                </a:lnTo>
                <a:lnTo>
                  <a:pt x="407" y="838"/>
                </a:lnTo>
                <a:lnTo>
                  <a:pt x="407" y="837"/>
                </a:lnTo>
                <a:lnTo>
                  <a:pt x="408" y="837"/>
                </a:lnTo>
                <a:lnTo>
                  <a:pt x="408" y="836"/>
                </a:lnTo>
                <a:lnTo>
                  <a:pt x="408" y="835"/>
                </a:lnTo>
                <a:lnTo>
                  <a:pt x="407" y="834"/>
                </a:lnTo>
                <a:lnTo>
                  <a:pt x="407" y="832"/>
                </a:lnTo>
                <a:lnTo>
                  <a:pt x="406" y="832"/>
                </a:lnTo>
                <a:lnTo>
                  <a:pt x="406" y="831"/>
                </a:lnTo>
                <a:lnTo>
                  <a:pt x="407" y="831"/>
                </a:lnTo>
                <a:lnTo>
                  <a:pt x="407" y="830"/>
                </a:lnTo>
                <a:lnTo>
                  <a:pt x="406" y="830"/>
                </a:lnTo>
                <a:lnTo>
                  <a:pt x="406" y="829"/>
                </a:lnTo>
                <a:lnTo>
                  <a:pt x="407" y="829"/>
                </a:lnTo>
                <a:lnTo>
                  <a:pt x="407" y="828"/>
                </a:lnTo>
                <a:lnTo>
                  <a:pt x="406" y="827"/>
                </a:lnTo>
                <a:lnTo>
                  <a:pt x="406" y="828"/>
                </a:lnTo>
                <a:lnTo>
                  <a:pt x="406" y="827"/>
                </a:lnTo>
                <a:lnTo>
                  <a:pt x="405" y="827"/>
                </a:lnTo>
                <a:lnTo>
                  <a:pt x="406" y="827"/>
                </a:lnTo>
                <a:lnTo>
                  <a:pt x="406" y="826"/>
                </a:lnTo>
                <a:lnTo>
                  <a:pt x="407" y="826"/>
                </a:lnTo>
                <a:lnTo>
                  <a:pt x="406" y="826"/>
                </a:lnTo>
                <a:lnTo>
                  <a:pt x="406" y="825"/>
                </a:lnTo>
                <a:lnTo>
                  <a:pt x="405" y="825"/>
                </a:lnTo>
                <a:lnTo>
                  <a:pt x="404" y="825"/>
                </a:lnTo>
                <a:lnTo>
                  <a:pt x="404" y="826"/>
                </a:lnTo>
                <a:lnTo>
                  <a:pt x="403" y="826"/>
                </a:lnTo>
                <a:lnTo>
                  <a:pt x="402" y="825"/>
                </a:lnTo>
                <a:lnTo>
                  <a:pt x="401" y="825"/>
                </a:lnTo>
                <a:lnTo>
                  <a:pt x="401" y="824"/>
                </a:lnTo>
                <a:lnTo>
                  <a:pt x="400" y="824"/>
                </a:lnTo>
                <a:lnTo>
                  <a:pt x="399" y="824"/>
                </a:lnTo>
                <a:lnTo>
                  <a:pt x="398" y="825"/>
                </a:lnTo>
                <a:lnTo>
                  <a:pt x="397" y="826"/>
                </a:lnTo>
                <a:lnTo>
                  <a:pt x="397" y="827"/>
                </a:lnTo>
                <a:lnTo>
                  <a:pt x="396" y="827"/>
                </a:lnTo>
                <a:lnTo>
                  <a:pt x="395" y="827"/>
                </a:lnTo>
                <a:lnTo>
                  <a:pt x="394" y="827"/>
                </a:lnTo>
                <a:lnTo>
                  <a:pt x="393" y="827"/>
                </a:lnTo>
                <a:lnTo>
                  <a:pt x="393" y="828"/>
                </a:lnTo>
                <a:lnTo>
                  <a:pt x="392" y="828"/>
                </a:lnTo>
                <a:lnTo>
                  <a:pt x="391" y="828"/>
                </a:lnTo>
                <a:lnTo>
                  <a:pt x="390" y="829"/>
                </a:lnTo>
                <a:lnTo>
                  <a:pt x="389" y="829"/>
                </a:lnTo>
                <a:lnTo>
                  <a:pt x="388" y="829"/>
                </a:lnTo>
                <a:lnTo>
                  <a:pt x="388" y="830"/>
                </a:lnTo>
                <a:lnTo>
                  <a:pt x="387" y="830"/>
                </a:lnTo>
                <a:lnTo>
                  <a:pt x="387" y="829"/>
                </a:lnTo>
                <a:lnTo>
                  <a:pt x="387" y="828"/>
                </a:lnTo>
                <a:lnTo>
                  <a:pt x="386" y="827"/>
                </a:lnTo>
                <a:lnTo>
                  <a:pt x="385" y="827"/>
                </a:lnTo>
                <a:lnTo>
                  <a:pt x="384" y="828"/>
                </a:lnTo>
                <a:lnTo>
                  <a:pt x="383" y="828"/>
                </a:lnTo>
                <a:lnTo>
                  <a:pt x="382" y="828"/>
                </a:lnTo>
                <a:lnTo>
                  <a:pt x="382" y="827"/>
                </a:lnTo>
                <a:lnTo>
                  <a:pt x="381" y="827"/>
                </a:lnTo>
                <a:lnTo>
                  <a:pt x="381" y="828"/>
                </a:lnTo>
                <a:lnTo>
                  <a:pt x="382" y="829"/>
                </a:lnTo>
                <a:lnTo>
                  <a:pt x="382" y="830"/>
                </a:lnTo>
                <a:lnTo>
                  <a:pt x="382" y="831"/>
                </a:lnTo>
                <a:lnTo>
                  <a:pt x="381" y="831"/>
                </a:lnTo>
                <a:lnTo>
                  <a:pt x="381" y="833"/>
                </a:lnTo>
                <a:lnTo>
                  <a:pt x="380" y="834"/>
                </a:lnTo>
                <a:lnTo>
                  <a:pt x="378" y="835"/>
                </a:lnTo>
                <a:lnTo>
                  <a:pt x="377" y="836"/>
                </a:lnTo>
                <a:lnTo>
                  <a:pt x="377" y="837"/>
                </a:lnTo>
                <a:lnTo>
                  <a:pt x="376" y="837"/>
                </a:lnTo>
                <a:lnTo>
                  <a:pt x="375" y="837"/>
                </a:lnTo>
                <a:lnTo>
                  <a:pt x="374" y="837"/>
                </a:lnTo>
                <a:lnTo>
                  <a:pt x="374" y="836"/>
                </a:lnTo>
                <a:lnTo>
                  <a:pt x="373" y="836"/>
                </a:lnTo>
                <a:lnTo>
                  <a:pt x="373" y="835"/>
                </a:lnTo>
                <a:lnTo>
                  <a:pt x="373" y="834"/>
                </a:lnTo>
                <a:lnTo>
                  <a:pt x="372" y="834"/>
                </a:lnTo>
                <a:lnTo>
                  <a:pt x="371" y="834"/>
                </a:lnTo>
                <a:lnTo>
                  <a:pt x="371" y="835"/>
                </a:lnTo>
                <a:lnTo>
                  <a:pt x="372" y="836"/>
                </a:lnTo>
                <a:lnTo>
                  <a:pt x="371" y="836"/>
                </a:lnTo>
                <a:lnTo>
                  <a:pt x="370" y="836"/>
                </a:lnTo>
                <a:lnTo>
                  <a:pt x="369" y="835"/>
                </a:lnTo>
                <a:lnTo>
                  <a:pt x="368" y="835"/>
                </a:lnTo>
                <a:lnTo>
                  <a:pt x="367" y="834"/>
                </a:lnTo>
                <a:lnTo>
                  <a:pt x="366" y="834"/>
                </a:lnTo>
                <a:lnTo>
                  <a:pt x="364" y="835"/>
                </a:lnTo>
                <a:lnTo>
                  <a:pt x="363" y="835"/>
                </a:lnTo>
                <a:lnTo>
                  <a:pt x="362" y="836"/>
                </a:lnTo>
                <a:lnTo>
                  <a:pt x="361" y="836"/>
                </a:lnTo>
                <a:lnTo>
                  <a:pt x="360" y="837"/>
                </a:lnTo>
                <a:lnTo>
                  <a:pt x="359" y="837"/>
                </a:lnTo>
                <a:lnTo>
                  <a:pt x="359" y="836"/>
                </a:lnTo>
                <a:lnTo>
                  <a:pt x="358" y="836"/>
                </a:lnTo>
                <a:lnTo>
                  <a:pt x="357" y="835"/>
                </a:lnTo>
                <a:lnTo>
                  <a:pt x="356" y="835"/>
                </a:lnTo>
                <a:lnTo>
                  <a:pt x="355" y="836"/>
                </a:lnTo>
                <a:lnTo>
                  <a:pt x="354" y="837"/>
                </a:lnTo>
                <a:lnTo>
                  <a:pt x="353" y="838"/>
                </a:lnTo>
                <a:lnTo>
                  <a:pt x="352" y="838"/>
                </a:lnTo>
                <a:lnTo>
                  <a:pt x="351" y="838"/>
                </a:lnTo>
                <a:lnTo>
                  <a:pt x="350" y="839"/>
                </a:lnTo>
                <a:lnTo>
                  <a:pt x="350" y="838"/>
                </a:lnTo>
                <a:lnTo>
                  <a:pt x="349" y="838"/>
                </a:lnTo>
                <a:lnTo>
                  <a:pt x="349" y="837"/>
                </a:lnTo>
                <a:lnTo>
                  <a:pt x="349" y="836"/>
                </a:lnTo>
                <a:lnTo>
                  <a:pt x="350" y="836"/>
                </a:lnTo>
                <a:lnTo>
                  <a:pt x="351" y="836"/>
                </a:lnTo>
                <a:lnTo>
                  <a:pt x="351" y="835"/>
                </a:lnTo>
                <a:lnTo>
                  <a:pt x="351" y="834"/>
                </a:lnTo>
                <a:lnTo>
                  <a:pt x="350" y="834"/>
                </a:lnTo>
                <a:lnTo>
                  <a:pt x="349" y="834"/>
                </a:lnTo>
                <a:lnTo>
                  <a:pt x="348" y="834"/>
                </a:lnTo>
                <a:lnTo>
                  <a:pt x="348" y="833"/>
                </a:lnTo>
                <a:lnTo>
                  <a:pt x="347" y="833"/>
                </a:lnTo>
                <a:lnTo>
                  <a:pt x="347" y="832"/>
                </a:lnTo>
                <a:lnTo>
                  <a:pt x="347" y="831"/>
                </a:lnTo>
                <a:lnTo>
                  <a:pt x="347" y="830"/>
                </a:lnTo>
                <a:lnTo>
                  <a:pt x="346" y="830"/>
                </a:lnTo>
                <a:lnTo>
                  <a:pt x="346" y="827"/>
                </a:lnTo>
                <a:lnTo>
                  <a:pt x="344" y="827"/>
                </a:lnTo>
                <a:lnTo>
                  <a:pt x="343" y="827"/>
                </a:lnTo>
                <a:lnTo>
                  <a:pt x="341" y="827"/>
                </a:lnTo>
                <a:lnTo>
                  <a:pt x="340" y="827"/>
                </a:lnTo>
                <a:lnTo>
                  <a:pt x="339" y="827"/>
                </a:lnTo>
                <a:lnTo>
                  <a:pt x="339" y="826"/>
                </a:lnTo>
                <a:lnTo>
                  <a:pt x="338" y="826"/>
                </a:lnTo>
                <a:lnTo>
                  <a:pt x="338" y="825"/>
                </a:lnTo>
                <a:lnTo>
                  <a:pt x="338" y="824"/>
                </a:lnTo>
                <a:lnTo>
                  <a:pt x="338" y="823"/>
                </a:lnTo>
                <a:lnTo>
                  <a:pt x="337" y="823"/>
                </a:lnTo>
                <a:lnTo>
                  <a:pt x="337" y="822"/>
                </a:lnTo>
                <a:lnTo>
                  <a:pt x="336" y="822"/>
                </a:lnTo>
                <a:lnTo>
                  <a:pt x="335" y="822"/>
                </a:lnTo>
                <a:lnTo>
                  <a:pt x="335" y="823"/>
                </a:lnTo>
                <a:lnTo>
                  <a:pt x="335" y="824"/>
                </a:lnTo>
                <a:lnTo>
                  <a:pt x="335" y="825"/>
                </a:lnTo>
                <a:lnTo>
                  <a:pt x="334" y="825"/>
                </a:lnTo>
                <a:lnTo>
                  <a:pt x="334" y="826"/>
                </a:lnTo>
                <a:lnTo>
                  <a:pt x="333" y="826"/>
                </a:lnTo>
                <a:lnTo>
                  <a:pt x="333" y="827"/>
                </a:lnTo>
                <a:lnTo>
                  <a:pt x="332" y="827"/>
                </a:lnTo>
                <a:lnTo>
                  <a:pt x="332" y="828"/>
                </a:lnTo>
                <a:lnTo>
                  <a:pt x="333" y="829"/>
                </a:lnTo>
                <a:lnTo>
                  <a:pt x="333" y="830"/>
                </a:lnTo>
                <a:lnTo>
                  <a:pt x="333" y="831"/>
                </a:lnTo>
                <a:lnTo>
                  <a:pt x="334" y="831"/>
                </a:lnTo>
                <a:lnTo>
                  <a:pt x="333" y="832"/>
                </a:lnTo>
                <a:lnTo>
                  <a:pt x="333" y="833"/>
                </a:lnTo>
                <a:lnTo>
                  <a:pt x="332" y="833"/>
                </a:lnTo>
                <a:lnTo>
                  <a:pt x="331" y="832"/>
                </a:lnTo>
                <a:lnTo>
                  <a:pt x="330" y="832"/>
                </a:lnTo>
                <a:lnTo>
                  <a:pt x="329" y="831"/>
                </a:lnTo>
                <a:lnTo>
                  <a:pt x="328" y="831"/>
                </a:lnTo>
                <a:lnTo>
                  <a:pt x="327" y="831"/>
                </a:lnTo>
                <a:lnTo>
                  <a:pt x="326" y="832"/>
                </a:lnTo>
                <a:lnTo>
                  <a:pt x="325" y="832"/>
                </a:lnTo>
                <a:lnTo>
                  <a:pt x="325" y="833"/>
                </a:lnTo>
                <a:lnTo>
                  <a:pt x="324" y="833"/>
                </a:lnTo>
                <a:lnTo>
                  <a:pt x="323" y="833"/>
                </a:lnTo>
                <a:lnTo>
                  <a:pt x="323" y="832"/>
                </a:lnTo>
                <a:lnTo>
                  <a:pt x="323" y="831"/>
                </a:lnTo>
                <a:lnTo>
                  <a:pt x="323" y="830"/>
                </a:lnTo>
                <a:lnTo>
                  <a:pt x="323" y="829"/>
                </a:lnTo>
                <a:lnTo>
                  <a:pt x="322" y="829"/>
                </a:lnTo>
                <a:lnTo>
                  <a:pt x="321" y="829"/>
                </a:lnTo>
                <a:lnTo>
                  <a:pt x="321" y="830"/>
                </a:lnTo>
                <a:lnTo>
                  <a:pt x="320" y="830"/>
                </a:lnTo>
                <a:lnTo>
                  <a:pt x="320" y="831"/>
                </a:lnTo>
                <a:lnTo>
                  <a:pt x="320" y="832"/>
                </a:lnTo>
                <a:lnTo>
                  <a:pt x="319" y="832"/>
                </a:lnTo>
                <a:lnTo>
                  <a:pt x="318" y="832"/>
                </a:lnTo>
                <a:lnTo>
                  <a:pt x="317" y="832"/>
                </a:lnTo>
                <a:lnTo>
                  <a:pt x="316" y="831"/>
                </a:lnTo>
                <a:lnTo>
                  <a:pt x="315" y="831"/>
                </a:lnTo>
                <a:lnTo>
                  <a:pt x="314" y="832"/>
                </a:lnTo>
                <a:lnTo>
                  <a:pt x="313" y="832"/>
                </a:lnTo>
                <a:lnTo>
                  <a:pt x="312" y="832"/>
                </a:lnTo>
                <a:lnTo>
                  <a:pt x="312" y="833"/>
                </a:lnTo>
                <a:lnTo>
                  <a:pt x="311" y="833"/>
                </a:lnTo>
                <a:lnTo>
                  <a:pt x="310" y="833"/>
                </a:lnTo>
                <a:lnTo>
                  <a:pt x="309" y="833"/>
                </a:lnTo>
                <a:lnTo>
                  <a:pt x="309" y="832"/>
                </a:lnTo>
                <a:lnTo>
                  <a:pt x="308" y="832"/>
                </a:lnTo>
                <a:lnTo>
                  <a:pt x="307" y="831"/>
                </a:lnTo>
                <a:lnTo>
                  <a:pt x="306" y="831"/>
                </a:lnTo>
                <a:lnTo>
                  <a:pt x="305" y="831"/>
                </a:lnTo>
                <a:lnTo>
                  <a:pt x="305" y="832"/>
                </a:lnTo>
                <a:lnTo>
                  <a:pt x="306" y="833"/>
                </a:lnTo>
                <a:lnTo>
                  <a:pt x="306" y="834"/>
                </a:lnTo>
                <a:lnTo>
                  <a:pt x="305" y="834"/>
                </a:lnTo>
                <a:lnTo>
                  <a:pt x="304" y="834"/>
                </a:lnTo>
                <a:lnTo>
                  <a:pt x="304" y="835"/>
                </a:lnTo>
                <a:lnTo>
                  <a:pt x="303" y="835"/>
                </a:lnTo>
                <a:lnTo>
                  <a:pt x="302" y="835"/>
                </a:lnTo>
                <a:lnTo>
                  <a:pt x="301" y="835"/>
                </a:lnTo>
                <a:lnTo>
                  <a:pt x="300" y="835"/>
                </a:lnTo>
                <a:lnTo>
                  <a:pt x="300" y="834"/>
                </a:lnTo>
                <a:lnTo>
                  <a:pt x="299" y="834"/>
                </a:lnTo>
                <a:lnTo>
                  <a:pt x="298" y="833"/>
                </a:lnTo>
                <a:lnTo>
                  <a:pt x="297" y="832"/>
                </a:lnTo>
                <a:lnTo>
                  <a:pt x="297" y="831"/>
                </a:lnTo>
                <a:lnTo>
                  <a:pt x="296" y="831"/>
                </a:lnTo>
                <a:lnTo>
                  <a:pt x="296" y="830"/>
                </a:lnTo>
                <a:lnTo>
                  <a:pt x="295" y="830"/>
                </a:lnTo>
                <a:lnTo>
                  <a:pt x="294" y="831"/>
                </a:lnTo>
                <a:lnTo>
                  <a:pt x="293" y="831"/>
                </a:lnTo>
                <a:lnTo>
                  <a:pt x="292" y="831"/>
                </a:lnTo>
                <a:lnTo>
                  <a:pt x="291" y="831"/>
                </a:lnTo>
                <a:lnTo>
                  <a:pt x="291" y="832"/>
                </a:lnTo>
                <a:lnTo>
                  <a:pt x="290" y="832"/>
                </a:lnTo>
                <a:lnTo>
                  <a:pt x="290" y="833"/>
                </a:lnTo>
                <a:lnTo>
                  <a:pt x="289" y="832"/>
                </a:lnTo>
                <a:lnTo>
                  <a:pt x="288" y="832"/>
                </a:lnTo>
                <a:lnTo>
                  <a:pt x="287" y="831"/>
                </a:lnTo>
                <a:lnTo>
                  <a:pt x="287" y="830"/>
                </a:lnTo>
                <a:lnTo>
                  <a:pt x="287" y="829"/>
                </a:lnTo>
                <a:lnTo>
                  <a:pt x="286" y="829"/>
                </a:lnTo>
                <a:lnTo>
                  <a:pt x="286" y="828"/>
                </a:lnTo>
                <a:lnTo>
                  <a:pt x="285" y="828"/>
                </a:lnTo>
                <a:lnTo>
                  <a:pt x="285" y="827"/>
                </a:lnTo>
                <a:lnTo>
                  <a:pt x="285" y="826"/>
                </a:lnTo>
                <a:lnTo>
                  <a:pt x="286" y="826"/>
                </a:lnTo>
                <a:lnTo>
                  <a:pt x="286" y="825"/>
                </a:lnTo>
                <a:lnTo>
                  <a:pt x="286" y="824"/>
                </a:lnTo>
                <a:lnTo>
                  <a:pt x="286" y="823"/>
                </a:lnTo>
                <a:lnTo>
                  <a:pt x="286" y="822"/>
                </a:lnTo>
                <a:lnTo>
                  <a:pt x="285" y="821"/>
                </a:lnTo>
                <a:lnTo>
                  <a:pt x="284" y="821"/>
                </a:lnTo>
                <a:lnTo>
                  <a:pt x="284" y="822"/>
                </a:lnTo>
                <a:lnTo>
                  <a:pt x="283" y="822"/>
                </a:lnTo>
                <a:lnTo>
                  <a:pt x="282" y="822"/>
                </a:lnTo>
                <a:lnTo>
                  <a:pt x="281" y="822"/>
                </a:lnTo>
                <a:lnTo>
                  <a:pt x="280" y="822"/>
                </a:lnTo>
                <a:lnTo>
                  <a:pt x="279" y="822"/>
                </a:lnTo>
                <a:lnTo>
                  <a:pt x="278" y="822"/>
                </a:lnTo>
                <a:lnTo>
                  <a:pt x="278" y="821"/>
                </a:lnTo>
                <a:lnTo>
                  <a:pt x="277" y="821"/>
                </a:lnTo>
                <a:lnTo>
                  <a:pt x="277" y="820"/>
                </a:lnTo>
                <a:lnTo>
                  <a:pt x="277" y="819"/>
                </a:lnTo>
                <a:lnTo>
                  <a:pt x="277" y="818"/>
                </a:lnTo>
                <a:lnTo>
                  <a:pt x="278" y="818"/>
                </a:lnTo>
                <a:lnTo>
                  <a:pt x="278" y="817"/>
                </a:lnTo>
                <a:lnTo>
                  <a:pt x="277" y="817"/>
                </a:lnTo>
                <a:lnTo>
                  <a:pt x="276" y="817"/>
                </a:lnTo>
                <a:lnTo>
                  <a:pt x="275" y="817"/>
                </a:lnTo>
                <a:lnTo>
                  <a:pt x="274" y="817"/>
                </a:lnTo>
                <a:lnTo>
                  <a:pt x="273" y="816"/>
                </a:lnTo>
                <a:lnTo>
                  <a:pt x="273" y="815"/>
                </a:lnTo>
                <a:lnTo>
                  <a:pt x="274" y="814"/>
                </a:lnTo>
                <a:lnTo>
                  <a:pt x="275" y="814"/>
                </a:lnTo>
                <a:lnTo>
                  <a:pt x="275" y="813"/>
                </a:lnTo>
                <a:lnTo>
                  <a:pt x="274" y="813"/>
                </a:lnTo>
                <a:lnTo>
                  <a:pt x="274" y="812"/>
                </a:lnTo>
                <a:lnTo>
                  <a:pt x="273" y="812"/>
                </a:lnTo>
                <a:lnTo>
                  <a:pt x="273" y="813"/>
                </a:lnTo>
                <a:lnTo>
                  <a:pt x="272" y="813"/>
                </a:lnTo>
                <a:lnTo>
                  <a:pt x="271" y="814"/>
                </a:lnTo>
                <a:lnTo>
                  <a:pt x="270" y="814"/>
                </a:lnTo>
                <a:lnTo>
                  <a:pt x="269" y="814"/>
                </a:lnTo>
                <a:lnTo>
                  <a:pt x="268" y="814"/>
                </a:lnTo>
                <a:lnTo>
                  <a:pt x="267" y="814"/>
                </a:lnTo>
                <a:lnTo>
                  <a:pt x="266" y="814"/>
                </a:lnTo>
                <a:lnTo>
                  <a:pt x="266" y="813"/>
                </a:lnTo>
                <a:lnTo>
                  <a:pt x="265" y="813"/>
                </a:lnTo>
                <a:lnTo>
                  <a:pt x="265" y="812"/>
                </a:lnTo>
                <a:lnTo>
                  <a:pt x="266" y="812"/>
                </a:lnTo>
                <a:lnTo>
                  <a:pt x="266" y="811"/>
                </a:lnTo>
                <a:lnTo>
                  <a:pt x="267" y="810"/>
                </a:lnTo>
                <a:lnTo>
                  <a:pt x="266" y="810"/>
                </a:lnTo>
                <a:lnTo>
                  <a:pt x="265" y="810"/>
                </a:lnTo>
                <a:lnTo>
                  <a:pt x="265" y="809"/>
                </a:lnTo>
                <a:lnTo>
                  <a:pt x="264" y="809"/>
                </a:lnTo>
                <a:lnTo>
                  <a:pt x="265" y="809"/>
                </a:lnTo>
                <a:lnTo>
                  <a:pt x="265" y="808"/>
                </a:lnTo>
                <a:lnTo>
                  <a:pt x="266" y="808"/>
                </a:lnTo>
                <a:lnTo>
                  <a:pt x="266" y="807"/>
                </a:lnTo>
                <a:lnTo>
                  <a:pt x="265" y="807"/>
                </a:lnTo>
                <a:lnTo>
                  <a:pt x="265" y="806"/>
                </a:lnTo>
                <a:lnTo>
                  <a:pt x="264" y="806"/>
                </a:lnTo>
                <a:lnTo>
                  <a:pt x="263" y="806"/>
                </a:lnTo>
                <a:lnTo>
                  <a:pt x="262" y="806"/>
                </a:lnTo>
                <a:lnTo>
                  <a:pt x="262" y="805"/>
                </a:lnTo>
                <a:lnTo>
                  <a:pt x="262" y="804"/>
                </a:lnTo>
                <a:lnTo>
                  <a:pt x="262" y="803"/>
                </a:lnTo>
                <a:lnTo>
                  <a:pt x="261" y="803"/>
                </a:lnTo>
                <a:lnTo>
                  <a:pt x="261" y="802"/>
                </a:lnTo>
                <a:lnTo>
                  <a:pt x="260" y="802"/>
                </a:lnTo>
                <a:lnTo>
                  <a:pt x="259" y="801"/>
                </a:lnTo>
                <a:lnTo>
                  <a:pt x="258" y="801"/>
                </a:lnTo>
                <a:lnTo>
                  <a:pt x="258" y="800"/>
                </a:lnTo>
                <a:lnTo>
                  <a:pt x="257" y="800"/>
                </a:lnTo>
                <a:lnTo>
                  <a:pt x="256" y="800"/>
                </a:lnTo>
                <a:lnTo>
                  <a:pt x="256" y="801"/>
                </a:lnTo>
                <a:lnTo>
                  <a:pt x="255" y="801"/>
                </a:lnTo>
                <a:lnTo>
                  <a:pt x="254" y="799"/>
                </a:lnTo>
                <a:lnTo>
                  <a:pt x="253" y="799"/>
                </a:lnTo>
                <a:lnTo>
                  <a:pt x="253" y="798"/>
                </a:lnTo>
                <a:lnTo>
                  <a:pt x="254" y="797"/>
                </a:lnTo>
                <a:lnTo>
                  <a:pt x="255" y="797"/>
                </a:lnTo>
                <a:lnTo>
                  <a:pt x="256" y="797"/>
                </a:lnTo>
                <a:lnTo>
                  <a:pt x="257" y="797"/>
                </a:lnTo>
                <a:lnTo>
                  <a:pt x="257" y="796"/>
                </a:lnTo>
                <a:lnTo>
                  <a:pt x="258" y="796"/>
                </a:lnTo>
                <a:lnTo>
                  <a:pt x="259" y="796"/>
                </a:lnTo>
                <a:lnTo>
                  <a:pt x="259" y="795"/>
                </a:lnTo>
                <a:lnTo>
                  <a:pt x="258" y="795"/>
                </a:lnTo>
                <a:lnTo>
                  <a:pt x="257" y="794"/>
                </a:lnTo>
                <a:lnTo>
                  <a:pt x="257" y="792"/>
                </a:lnTo>
                <a:lnTo>
                  <a:pt x="256" y="792"/>
                </a:lnTo>
                <a:lnTo>
                  <a:pt x="256" y="791"/>
                </a:lnTo>
                <a:lnTo>
                  <a:pt x="256" y="790"/>
                </a:lnTo>
                <a:lnTo>
                  <a:pt x="257" y="790"/>
                </a:lnTo>
                <a:lnTo>
                  <a:pt x="258" y="791"/>
                </a:lnTo>
                <a:lnTo>
                  <a:pt x="259" y="791"/>
                </a:lnTo>
                <a:lnTo>
                  <a:pt x="259" y="790"/>
                </a:lnTo>
                <a:lnTo>
                  <a:pt x="259" y="789"/>
                </a:lnTo>
                <a:lnTo>
                  <a:pt x="259" y="788"/>
                </a:lnTo>
                <a:lnTo>
                  <a:pt x="259" y="787"/>
                </a:lnTo>
                <a:lnTo>
                  <a:pt x="259" y="786"/>
                </a:lnTo>
                <a:lnTo>
                  <a:pt x="258" y="785"/>
                </a:lnTo>
                <a:lnTo>
                  <a:pt x="257" y="785"/>
                </a:lnTo>
                <a:lnTo>
                  <a:pt x="256" y="785"/>
                </a:lnTo>
                <a:lnTo>
                  <a:pt x="255" y="784"/>
                </a:lnTo>
                <a:lnTo>
                  <a:pt x="254" y="784"/>
                </a:lnTo>
                <a:lnTo>
                  <a:pt x="253" y="784"/>
                </a:lnTo>
                <a:lnTo>
                  <a:pt x="253" y="783"/>
                </a:lnTo>
                <a:lnTo>
                  <a:pt x="252" y="783"/>
                </a:lnTo>
                <a:lnTo>
                  <a:pt x="252" y="782"/>
                </a:lnTo>
                <a:lnTo>
                  <a:pt x="251" y="782"/>
                </a:lnTo>
                <a:lnTo>
                  <a:pt x="251" y="781"/>
                </a:lnTo>
                <a:lnTo>
                  <a:pt x="250" y="781"/>
                </a:lnTo>
                <a:lnTo>
                  <a:pt x="250" y="780"/>
                </a:lnTo>
                <a:lnTo>
                  <a:pt x="250" y="779"/>
                </a:lnTo>
                <a:lnTo>
                  <a:pt x="250" y="778"/>
                </a:lnTo>
                <a:lnTo>
                  <a:pt x="250" y="777"/>
                </a:lnTo>
                <a:lnTo>
                  <a:pt x="251" y="776"/>
                </a:lnTo>
                <a:lnTo>
                  <a:pt x="252" y="776"/>
                </a:lnTo>
                <a:lnTo>
                  <a:pt x="253" y="776"/>
                </a:lnTo>
                <a:lnTo>
                  <a:pt x="254" y="776"/>
                </a:lnTo>
                <a:lnTo>
                  <a:pt x="255" y="775"/>
                </a:lnTo>
                <a:lnTo>
                  <a:pt x="255" y="774"/>
                </a:lnTo>
                <a:lnTo>
                  <a:pt x="254" y="774"/>
                </a:lnTo>
                <a:lnTo>
                  <a:pt x="253" y="774"/>
                </a:lnTo>
                <a:lnTo>
                  <a:pt x="252" y="774"/>
                </a:lnTo>
                <a:lnTo>
                  <a:pt x="252" y="773"/>
                </a:lnTo>
                <a:lnTo>
                  <a:pt x="252" y="772"/>
                </a:lnTo>
                <a:lnTo>
                  <a:pt x="253" y="772"/>
                </a:lnTo>
                <a:lnTo>
                  <a:pt x="254" y="772"/>
                </a:lnTo>
                <a:lnTo>
                  <a:pt x="255" y="772"/>
                </a:lnTo>
                <a:lnTo>
                  <a:pt x="256" y="772"/>
                </a:lnTo>
                <a:lnTo>
                  <a:pt x="257" y="772"/>
                </a:lnTo>
                <a:lnTo>
                  <a:pt x="257" y="771"/>
                </a:lnTo>
                <a:lnTo>
                  <a:pt x="256" y="771"/>
                </a:lnTo>
                <a:lnTo>
                  <a:pt x="256" y="770"/>
                </a:lnTo>
                <a:lnTo>
                  <a:pt x="256" y="769"/>
                </a:lnTo>
                <a:lnTo>
                  <a:pt x="255" y="769"/>
                </a:lnTo>
                <a:lnTo>
                  <a:pt x="255" y="768"/>
                </a:lnTo>
                <a:lnTo>
                  <a:pt x="254" y="768"/>
                </a:lnTo>
                <a:lnTo>
                  <a:pt x="253" y="768"/>
                </a:lnTo>
                <a:lnTo>
                  <a:pt x="253" y="767"/>
                </a:lnTo>
                <a:lnTo>
                  <a:pt x="254" y="767"/>
                </a:lnTo>
                <a:lnTo>
                  <a:pt x="254" y="766"/>
                </a:lnTo>
                <a:lnTo>
                  <a:pt x="255" y="766"/>
                </a:lnTo>
                <a:lnTo>
                  <a:pt x="255" y="765"/>
                </a:lnTo>
                <a:lnTo>
                  <a:pt x="254" y="765"/>
                </a:lnTo>
                <a:lnTo>
                  <a:pt x="253" y="765"/>
                </a:lnTo>
                <a:lnTo>
                  <a:pt x="253" y="764"/>
                </a:lnTo>
                <a:lnTo>
                  <a:pt x="252" y="764"/>
                </a:lnTo>
                <a:lnTo>
                  <a:pt x="252" y="763"/>
                </a:lnTo>
                <a:lnTo>
                  <a:pt x="253" y="763"/>
                </a:lnTo>
                <a:lnTo>
                  <a:pt x="254" y="763"/>
                </a:lnTo>
                <a:lnTo>
                  <a:pt x="254" y="762"/>
                </a:lnTo>
                <a:lnTo>
                  <a:pt x="255" y="762"/>
                </a:lnTo>
                <a:lnTo>
                  <a:pt x="254" y="761"/>
                </a:lnTo>
                <a:lnTo>
                  <a:pt x="253" y="760"/>
                </a:lnTo>
                <a:lnTo>
                  <a:pt x="252" y="760"/>
                </a:lnTo>
                <a:lnTo>
                  <a:pt x="252" y="759"/>
                </a:lnTo>
                <a:lnTo>
                  <a:pt x="253" y="759"/>
                </a:lnTo>
                <a:lnTo>
                  <a:pt x="253" y="758"/>
                </a:lnTo>
                <a:lnTo>
                  <a:pt x="254" y="758"/>
                </a:lnTo>
                <a:lnTo>
                  <a:pt x="254" y="757"/>
                </a:lnTo>
                <a:lnTo>
                  <a:pt x="253" y="757"/>
                </a:lnTo>
                <a:lnTo>
                  <a:pt x="252" y="757"/>
                </a:lnTo>
                <a:lnTo>
                  <a:pt x="251" y="757"/>
                </a:lnTo>
                <a:lnTo>
                  <a:pt x="251" y="758"/>
                </a:lnTo>
                <a:lnTo>
                  <a:pt x="251" y="757"/>
                </a:lnTo>
                <a:lnTo>
                  <a:pt x="250" y="757"/>
                </a:lnTo>
                <a:lnTo>
                  <a:pt x="251" y="757"/>
                </a:lnTo>
                <a:lnTo>
                  <a:pt x="251" y="756"/>
                </a:lnTo>
                <a:lnTo>
                  <a:pt x="251" y="755"/>
                </a:lnTo>
                <a:lnTo>
                  <a:pt x="250" y="755"/>
                </a:lnTo>
                <a:lnTo>
                  <a:pt x="250" y="754"/>
                </a:lnTo>
                <a:lnTo>
                  <a:pt x="249" y="754"/>
                </a:lnTo>
                <a:lnTo>
                  <a:pt x="249" y="753"/>
                </a:lnTo>
                <a:lnTo>
                  <a:pt x="249" y="752"/>
                </a:lnTo>
                <a:lnTo>
                  <a:pt x="250" y="752"/>
                </a:lnTo>
                <a:lnTo>
                  <a:pt x="251" y="752"/>
                </a:lnTo>
                <a:lnTo>
                  <a:pt x="252" y="751"/>
                </a:lnTo>
                <a:lnTo>
                  <a:pt x="251" y="751"/>
                </a:lnTo>
                <a:lnTo>
                  <a:pt x="251" y="750"/>
                </a:lnTo>
                <a:lnTo>
                  <a:pt x="250" y="750"/>
                </a:lnTo>
                <a:lnTo>
                  <a:pt x="249" y="749"/>
                </a:lnTo>
                <a:lnTo>
                  <a:pt x="249" y="748"/>
                </a:lnTo>
                <a:lnTo>
                  <a:pt x="249" y="747"/>
                </a:lnTo>
                <a:lnTo>
                  <a:pt x="250" y="747"/>
                </a:lnTo>
                <a:lnTo>
                  <a:pt x="250" y="746"/>
                </a:lnTo>
                <a:lnTo>
                  <a:pt x="250" y="745"/>
                </a:lnTo>
                <a:lnTo>
                  <a:pt x="249" y="745"/>
                </a:lnTo>
                <a:lnTo>
                  <a:pt x="249" y="744"/>
                </a:lnTo>
                <a:lnTo>
                  <a:pt x="247" y="745"/>
                </a:lnTo>
                <a:lnTo>
                  <a:pt x="247" y="746"/>
                </a:lnTo>
                <a:lnTo>
                  <a:pt x="246" y="747"/>
                </a:lnTo>
                <a:lnTo>
                  <a:pt x="246" y="748"/>
                </a:lnTo>
                <a:lnTo>
                  <a:pt x="245" y="748"/>
                </a:lnTo>
                <a:lnTo>
                  <a:pt x="244" y="747"/>
                </a:lnTo>
                <a:lnTo>
                  <a:pt x="244" y="746"/>
                </a:lnTo>
                <a:lnTo>
                  <a:pt x="245" y="746"/>
                </a:lnTo>
                <a:lnTo>
                  <a:pt x="245" y="745"/>
                </a:lnTo>
                <a:lnTo>
                  <a:pt x="244" y="744"/>
                </a:lnTo>
                <a:lnTo>
                  <a:pt x="245" y="744"/>
                </a:lnTo>
                <a:lnTo>
                  <a:pt x="245" y="743"/>
                </a:lnTo>
                <a:lnTo>
                  <a:pt x="244" y="743"/>
                </a:lnTo>
                <a:lnTo>
                  <a:pt x="243" y="743"/>
                </a:lnTo>
                <a:lnTo>
                  <a:pt x="242" y="743"/>
                </a:lnTo>
                <a:lnTo>
                  <a:pt x="240" y="743"/>
                </a:lnTo>
                <a:lnTo>
                  <a:pt x="239" y="743"/>
                </a:lnTo>
                <a:lnTo>
                  <a:pt x="238" y="744"/>
                </a:lnTo>
                <a:lnTo>
                  <a:pt x="237" y="744"/>
                </a:lnTo>
                <a:lnTo>
                  <a:pt x="238" y="745"/>
                </a:lnTo>
                <a:lnTo>
                  <a:pt x="237" y="745"/>
                </a:lnTo>
                <a:lnTo>
                  <a:pt x="236" y="745"/>
                </a:lnTo>
                <a:lnTo>
                  <a:pt x="235" y="745"/>
                </a:lnTo>
                <a:lnTo>
                  <a:pt x="235" y="746"/>
                </a:lnTo>
                <a:lnTo>
                  <a:pt x="234" y="746"/>
                </a:lnTo>
                <a:lnTo>
                  <a:pt x="234" y="747"/>
                </a:lnTo>
                <a:lnTo>
                  <a:pt x="233" y="747"/>
                </a:lnTo>
                <a:lnTo>
                  <a:pt x="232" y="747"/>
                </a:lnTo>
                <a:lnTo>
                  <a:pt x="231" y="747"/>
                </a:lnTo>
                <a:lnTo>
                  <a:pt x="230" y="747"/>
                </a:lnTo>
                <a:lnTo>
                  <a:pt x="231" y="747"/>
                </a:lnTo>
                <a:lnTo>
                  <a:pt x="230" y="747"/>
                </a:lnTo>
                <a:lnTo>
                  <a:pt x="229" y="747"/>
                </a:lnTo>
                <a:lnTo>
                  <a:pt x="228" y="748"/>
                </a:lnTo>
                <a:lnTo>
                  <a:pt x="227" y="748"/>
                </a:lnTo>
                <a:lnTo>
                  <a:pt x="226" y="748"/>
                </a:lnTo>
                <a:lnTo>
                  <a:pt x="225" y="748"/>
                </a:lnTo>
                <a:lnTo>
                  <a:pt x="224" y="748"/>
                </a:lnTo>
                <a:lnTo>
                  <a:pt x="223" y="748"/>
                </a:lnTo>
                <a:lnTo>
                  <a:pt x="222" y="748"/>
                </a:lnTo>
                <a:lnTo>
                  <a:pt x="220" y="748"/>
                </a:lnTo>
                <a:lnTo>
                  <a:pt x="218" y="748"/>
                </a:lnTo>
                <a:lnTo>
                  <a:pt x="217" y="748"/>
                </a:lnTo>
                <a:lnTo>
                  <a:pt x="218" y="748"/>
                </a:lnTo>
                <a:lnTo>
                  <a:pt x="217" y="749"/>
                </a:lnTo>
                <a:lnTo>
                  <a:pt x="217" y="750"/>
                </a:lnTo>
                <a:lnTo>
                  <a:pt x="216" y="750"/>
                </a:lnTo>
                <a:lnTo>
                  <a:pt x="215" y="750"/>
                </a:lnTo>
                <a:lnTo>
                  <a:pt x="215" y="751"/>
                </a:lnTo>
                <a:lnTo>
                  <a:pt x="214" y="751"/>
                </a:lnTo>
                <a:lnTo>
                  <a:pt x="214" y="750"/>
                </a:lnTo>
                <a:lnTo>
                  <a:pt x="213" y="750"/>
                </a:lnTo>
                <a:lnTo>
                  <a:pt x="212" y="750"/>
                </a:lnTo>
                <a:lnTo>
                  <a:pt x="211" y="750"/>
                </a:lnTo>
                <a:lnTo>
                  <a:pt x="211" y="749"/>
                </a:lnTo>
                <a:lnTo>
                  <a:pt x="210" y="749"/>
                </a:lnTo>
                <a:lnTo>
                  <a:pt x="210" y="748"/>
                </a:lnTo>
                <a:lnTo>
                  <a:pt x="209" y="748"/>
                </a:lnTo>
                <a:lnTo>
                  <a:pt x="208" y="747"/>
                </a:lnTo>
                <a:lnTo>
                  <a:pt x="207" y="748"/>
                </a:lnTo>
                <a:lnTo>
                  <a:pt x="206" y="748"/>
                </a:lnTo>
                <a:lnTo>
                  <a:pt x="206" y="749"/>
                </a:lnTo>
                <a:lnTo>
                  <a:pt x="206" y="748"/>
                </a:lnTo>
                <a:lnTo>
                  <a:pt x="206" y="749"/>
                </a:lnTo>
                <a:lnTo>
                  <a:pt x="205" y="749"/>
                </a:lnTo>
                <a:lnTo>
                  <a:pt x="205" y="750"/>
                </a:lnTo>
                <a:lnTo>
                  <a:pt x="205" y="749"/>
                </a:lnTo>
                <a:lnTo>
                  <a:pt x="204" y="750"/>
                </a:lnTo>
                <a:lnTo>
                  <a:pt x="203" y="750"/>
                </a:lnTo>
                <a:lnTo>
                  <a:pt x="203" y="749"/>
                </a:lnTo>
                <a:lnTo>
                  <a:pt x="203" y="750"/>
                </a:lnTo>
                <a:lnTo>
                  <a:pt x="202" y="749"/>
                </a:lnTo>
                <a:lnTo>
                  <a:pt x="201" y="749"/>
                </a:lnTo>
                <a:lnTo>
                  <a:pt x="200" y="749"/>
                </a:lnTo>
                <a:lnTo>
                  <a:pt x="200" y="750"/>
                </a:lnTo>
                <a:lnTo>
                  <a:pt x="199" y="750"/>
                </a:lnTo>
                <a:lnTo>
                  <a:pt x="199" y="749"/>
                </a:lnTo>
                <a:lnTo>
                  <a:pt x="198" y="749"/>
                </a:lnTo>
                <a:lnTo>
                  <a:pt x="198" y="750"/>
                </a:lnTo>
                <a:lnTo>
                  <a:pt x="198" y="751"/>
                </a:lnTo>
                <a:lnTo>
                  <a:pt x="197" y="751"/>
                </a:lnTo>
                <a:lnTo>
                  <a:pt x="196" y="751"/>
                </a:lnTo>
                <a:lnTo>
                  <a:pt x="195" y="751"/>
                </a:lnTo>
                <a:lnTo>
                  <a:pt x="195" y="750"/>
                </a:lnTo>
                <a:lnTo>
                  <a:pt x="194" y="749"/>
                </a:lnTo>
                <a:lnTo>
                  <a:pt x="193" y="749"/>
                </a:lnTo>
                <a:lnTo>
                  <a:pt x="192" y="748"/>
                </a:lnTo>
                <a:lnTo>
                  <a:pt x="191" y="748"/>
                </a:lnTo>
                <a:lnTo>
                  <a:pt x="191" y="749"/>
                </a:lnTo>
                <a:lnTo>
                  <a:pt x="190" y="749"/>
                </a:lnTo>
                <a:lnTo>
                  <a:pt x="190" y="748"/>
                </a:lnTo>
                <a:lnTo>
                  <a:pt x="189" y="748"/>
                </a:lnTo>
                <a:lnTo>
                  <a:pt x="188" y="748"/>
                </a:lnTo>
                <a:lnTo>
                  <a:pt x="188" y="747"/>
                </a:lnTo>
                <a:lnTo>
                  <a:pt x="187" y="747"/>
                </a:lnTo>
                <a:lnTo>
                  <a:pt x="186" y="747"/>
                </a:lnTo>
                <a:lnTo>
                  <a:pt x="185" y="746"/>
                </a:lnTo>
                <a:lnTo>
                  <a:pt x="184" y="746"/>
                </a:lnTo>
                <a:lnTo>
                  <a:pt x="183" y="746"/>
                </a:lnTo>
                <a:lnTo>
                  <a:pt x="182" y="747"/>
                </a:lnTo>
                <a:lnTo>
                  <a:pt x="179" y="749"/>
                </a:lnTo>
                <a:lnTo>
                  <a:pt x="178" y="749"/>
                </a:lnTo>
                <a:lnTo>
                  <a:pt x="179" y="749"/>
                </a:lnTo>
                <a:lnTo>
                  <a:pt x="176" y="743"/>
                </a:lnTo>
                <a:lnTo>
                  <a:pt x="175" y="743"/>
                </a:lnTo>
                <a:lnTo>
                  <a:pt x="175" y="742"/>
                </a:lnTo>
                <a:lnTo>
                  <a:pt x="171" y="739"/>
                </a:lnTo>
                <a:lnTo>
                  <a:pt x="164" y="730"/>
                </a:lnTo>
                <a:lnTo>
                  <a:pt x="164" y="729"/>
                </a:lnTo>
                <a:lnTo>
                  <a:pt x="164" y="728"/>
                </a:lnTo>
                <a:lnTo>
                  <a:pt x="164" y="727"/>
                </a:lnTo>
                <a:lnTo>
                  <a:pt x="164" y="720"/>
                </a:lnTo>
                <a:lnTo>
                  <a:pt x="164" y="719"/>
                </a:lnTo>
                <a:lnTo>
                  <a:pt x="163" y="716"/>
                </a:lnTo>
                <a:lnTo>
                  <a:pt x="163" y="715"/>
                </a:lnTo>
                <a:lnTo>
                  <a:pt x="164" y="715"/>
                </a:lnTo>
                <a:lnTo>
                  <a:pt x="165" y="715"/>
                </a:lnTo>
                <a:lnTo>
                  <a:pt x="168" y="715"/>
                </a:lnTo>
                <a:lnTo>
                  <a:pt x="168" y="713"/>
                </a:lnTo>
                <a:lnTo>
                  <a:pt x="167" y="712"/>
                </a:lnTo>
                <a:lnTo>
                  <a:pt x="167" y="711"/>
                </a:lnTo>
                <a:lnTo>
                  <a:pt x="169" y="710"/>
                </a:lnTo>
                <a:lnTo>
                  <a:pt x="170" y="710"/>
                </a:lnTo>
                <a:lnTo>
                  <a:pt x="170" y="711"/>
                </a:lnTo>
                <a:lnTo>
                  <a:pt x="170" y="712"/>
                </a:lnTo>
                <a:lnTo>
                  <a:pt x="171" y="714"/>
                </a:lnTo>
                <a:lnTo>
                  <a:pt x="172" y="713"/>
                </a:lnTo>
                <a:lnTo>
                  <a:pt x="172" y="712"/>
                </a:lnTo>
                <a:lnTo>
                  <a:pt x="173" y="712"/>
                </a:lnTo>
                <a:lnTo>
                  <a:pt x="174" y="712"/>
                </a:lnTo>
                <a:lnTo>
                  <a:pt x="175" y="712"/>
                </a:lnTo>
                <a:lnTo>
                  <a:pt x="176" y="712"/>
                </a:lnTo>
                <a:lnTo>
                  <a:pt x="177" y="711"/>
                </a:lnTo>
                <a:lnTo>
                  <a:pt x="179" y="711"/>
                </a:lnTo>
                <a:lnTo>
                  <a:pt x="180" y="711"/>
                </a:lnTo>
                <a:lnTo>
                  <a:pt x="180" y="712"/>
                </a:lnTo>
                <a:lnTo>
                  <a:pt x="181" y="713"/>
                </a:lnTo>
                <a:lnTo>
                  <a:pt x="182" y="713"/>
                </a:lnTo>
                <a:lnTo>
                  <a:pt x="182" y="714"/>
                </a:lnTo>
                <a:lnTo>
                  <a:pt x="183" y="714"/>
                </a:lnTo>
                <a:lnTo>
                  <a:pt x="183" y="713"/>
                </a:lnTo>
                <a:lnTo>
                  <a:pt x="183" y="714"/>
                </a:lnTo>
                <a:lnTo>
                  <a:pt x="184" y="714"/>
                </a:lnTo>
                <a:lnTo>
                  <a:pt x="184" y="713"/>
                </a:lnTo>
                <a:lnTo>
                  <a:pt x="185" y="713"/>
                </a:lnTo>
                <a:lnTo>
                  <a:pt x="185" y="712"/>
                </a:lnTo>
                <a:lnTo>
                  <a:pt x="186" y="712"/>
                </a:lnTo>
                <a:lnTo>
                  <a:pt x="187" y="711"/>
                </a:lnTo>
                <a:lnTo>
                  <a:pt x="188" y="711"/>
                </a:lnTo>
                <a:lnTo>
                  <a:pt x="188" y="710"/>
                </a:lnTo>
                <a:lnTo>
                  <a:pt x="188" y="709"/>
                </a:lnTo>
                <a:lnTo>
                  <a:pt x="188" y="708"/>
                </a:lnTo>
                <a:lnTo>
                  <a:pt x="187" y="708"/>
                </a:lnTo>
                <a:lnTo>
                  <a:pt x="187" y="707"/>
                </a:lnTo>
                <a:lnTo>
                  <a:pt x="188" y="707"/>
                </a:lnTo>
                <a:lnTo>
                  <a:pt x="188" y="706"/>
                </a:lnTo>
                <a:lnTo>
                  <a:pt x="190" y="706"/>
                </a:lnTo>
                <a:lnTo>
                  <a:pt x="191" y="706"/>
                </a:lnTo>
                <a:lnTo>
                  <a:pt x="192" y="706"/>
                </a:lnTo>
                <a:lnTo>
                  <a:pt x="193" y="706"/>
                </a:lnTo>
                <a:lnTo>
                  <a:pt x="194" y="706"/>
                </a:lnTo>
                <a:lnTo>
                  <a:pt x="194" y="705"/>
                </a:lnTo>
                <a:lnTo>
                  <a:pt x="195" y="705"/>
                </a:lnTo>
                <a:lnTo>
                  <a:pt x="196" y="705"/>
                </a:lnTo>
                <a:lnTo>
                  <a:pt x="201" y="704"/>
                </a:lnTo>
                <a:lnTo>
                  <a:pt x="206" y="704"/>
                </a:lnTo>
                <a:lnTo>
                  <a:pt x="208" y="704"/>
                </a:lnTo>
                <a:lnTo>
                  <a:pt x="209" y="704"/>
                </a:lnTo>
                <a:lnTo>
                  <a:pt x="211" y="704"/>
                </a:lnTo>
                <a:lnTo>
                  <a:pt x="214" y="704"/>
                </a:lnTo>
                <a:lnTo>
                  <a:pt x="217" y="704"/>
                </a:lnTo>
                <a:lnTo>
                  <a:pt x="217" y="703"/>
                </a:lnTo>
                <a:lnTo>
                  <a:pt x="218" y="702"/>
                </a:lnTo>
                <a:lnTo>
                  <a:pt x="219" y="700"/>
                </a:lnTo>
                <a:lnTo>
                  <a:pt x="220" y="700"/>
                </a:lnTo>
                <a:lnTo>
                  <a:pt x="220" y="699"/>
                </a:lnTo>
                <a:lnTo>
                  <a:pt x="220" y="698"/>
                </a:lnTo>
                <a:lnTo>
                  <a:pt x="219" y="698"/>
                </a:lnTo>
                <a:lnTo>
                  <a:pt x="219" y="697"/>
                </a:lnTo>
                <a:lnTo>
                  <a:pt x="219" y="696"/>
                </a:lnTo>
                <a:lnTo>
                  <a:pt x="220" y="696"/>
                </a:lnTo>
                <a:lnTo>
                  <a:pt x="219" y="694"/>
                </a:lnTo>
                <a:lnTo>
                  <a:pt x="219" y="693"/>
                </a:lnTo>
                <a:lnTo>
                  <a:pt x="220" y="693"/>
                </a:lnTo>
                <a:lnTo>
                  <a:pt x="219" y="693"/>
                </a:lnTo>
                <a:lnTo>
                  <a:pt x="219" y="692"/>
                </a:lnTo>
                <a:lnTo>
                  <a:pt x="219" y="691"/>
                </a:lnTo>
                <a:lnTo>
                  <a:pt x="220" y="691"/>
                </a:lnTo>
                <a:lnTo>
                  <a:pt x="218" y="691"/>
                </a:lnTo>
                <a:lnTo>
                  <a:pt x="217" y="691"/>
                </a:lnTo>
                <a:lnTo>
                  <a:pt x="216" y="691"/>
                </a:lnTo>
                <a:lnTo>
                  <a:pt x="216" y="690"/>
                </a:lnTo>
                <a:lnTo>
                  <a:pt x="215" y="690"/>
                </a:lnTo>
                <a:lnTo>
                  <a:pt x="215" y="689"/>
                </a:lnTo>
                <a:lnTo>
                  <a:pt x="216" y="689"/>
                </a:lnTo>
                <a:lnTo>
                  <a:pt x="217" y="689"/>
                </a:lnTo>
                <a:lnTo>
                  <a:pt x="218" y="689"/>
                </a:lnTo>
                <a:lnTo>
                  <a:pt x="218" y="688"/>
                </a:lnTo>
                <a:lnTo>
                  <a:pt x="219" y="688"/>
                </a:lnTo>
                <a:lnTo>
                  <a:pt x="219" y="687"/>
                </a:lnTo>
                <a:lnTo>
                  <a:pt x="218" y="687"/>
                </a:lnTo>
                <a:lnTo>
                  <a:pt x="218" y="686"/>
                </a:lnTo>
                <a:lnTo>
                  <a:pt x="217" y="686"/>
                </a:lnTo>
                <a:lnTo>
                  <a:pt x="217" y="685"/>
                </a:lnTo>
                <a:lnTo>
                  <a:pt x="218" y="684"/>
                </a:lnTo>
                <a:lnTo>
                  <a:pt x="218" y="683"/>
                </a:lnTo>
                <a:lnTo>
                  <a:pt x="216" y="683"/>
                </a:lnTo>
                <a:lnTo>
                  <a:pt x="215" y="683"/>
                </a:lnTo>
                <a:lnTo>
                  <a:pt x="215" y="684"/>
                </a:lnTo>
                <a:lnTo>
                  <a:pt x="215" y="685"/>
                </a:lnTo>
                <a:lnTo>
                  <a:pt x="214" y="685"/>
                </a:lnTo>
                <a:lnTo>
                  <a:pt x="214" y="686"/>
                </a:lnTo>
                <a:lnTo>
                  <a:pt x="215" y="687"/>
                </a:lnTo>
                <a:lnTo>
                  <a:pt x="215" y="688"/>
                </a:lnTo>
                <a:lnTo>
                  <a:pt x="214" y="689"/>
                </a:lnTo>
                <a:lnTo>
                  <a:pt x="214" y="690"/>
                </a:lnTo>
                <a:lnTo>
                  <a:pt x="213" y="690"/>
                </a:lnTo>
                <a:lnTo>
                  <a:pt x="212" y="689"/>
                </a:lnTo>
                <a:lnTo>
                  <a:pt x="211" y="689"/>
                </a:lnTo>
                <a:lnTo>
                  <a:pt x="210" y="689"/>
                </a:lnTo>
                <a:lnTo>
                  <a:pt x="208" y="689"/>
                </a:lnTo>
                <a:lnTo>
                  <a:pt x="207" y="689"/>
                </a:lnTo>
                <a:lnTo>
                  <a:pt x="207" y="688"/>
                </a:lnTo>
                <a:lnTo>
                  <a:pt x="206" y="687"/>
                </a:lnTo>
                <a:lnTo>
                  <a:pt x="206" y="686"/>
                </a:lnTo>
                <a:lnTo>
                  <a:pt x="207" y="686"/>
                </a:lnTo>
                <a:lnTo>
                  <a:pt x="207" y="685"/>
                </a:lnTo>
                <a:lnTo>
                  <a:pt x="208" y="685"/>
                </a:lnTo>
                <a:lnTo>
                  <a:pt x="208" y="684"/>
                </a:lnTo>
                <a:lnTo>
                  <a:pt x="208" y="683"/>
                </a:lnTo>
                <a:lnTo>
                  <a:pt x="209" y="682"/>
                </a:lnTo>
                <a:lnTo>
                  <a:pt x="209" y="681"/>
                </a:lnTo>
                <a:lnTo>
                  <a:pt x="209" y="680"/>
                </a:lnTo>
                <a:lnTo>
                  <a:pt x="210" y="680"/>
                </a:lnTo>
                <a:lnTo>
                  <a:pt x="210" y="679"/>
                </a:lnTo>
                <a:lnTo>
                  <a:pt x="210" y="678"/>
                </a:lnTo>
                <a:lnTo>
                  <a:pt x="210" y="676"/>
                </a:lnTo>
                <a:lnTo>
                  <a:pt x="209" y="676"/>
                </a:lnTo>
                <a:lnTo>
                  <a:pt x="209" y="677"/>
                </a:lnTo>
                <a:lnTo>
                  <a:pt x="208" y="677"/>
                </a:lnTo>
                <a:lnTo>
                  <a:pt x="207" y="676"/>
                </a:lnTo>
                <a:lnTo>
                  <a:pt x="206" y="676"/>
                </a:lnTo>
                <a:lnTo>
                  <a:pt x="206" y="677"/>
                </a:lnTo>
                <a:lnTo>
                  <a:pt x="206" y="676"/>
                </a:lnTo>
                <a:lnTo>
                  <a:pt x="205" y="676"/>
                </a:lnTo>
                <a:lnTo>
                  <a:pt x="205" y="677"/>
                </a:lnTo>
                <a:lnTo>
                  <a:pt x="204" y="677"/>
                </a:lnTo>
                <a:lnTo>
                  <a:pt x="204" y="678"/>
                </a:lnTo>
                <a:lnTo>
                  <a:pt x="203" y="678"/>
                </a:lnTo>
                <a:lnTo>
                  <a:pt x="202" y="678"/>
                </a:lnTo>
                <a:lnTo>
                  <a:pt x="201" y="678"/>
                </a:lnTo>
                <a:lnTo>
                  <a:pt x="200" y="678"/>
                </a:lnTo>
                <a:lnTo>
                  <a:pt x="199" y="678"/>
                </a:lnTo>
                <a:lnTo>
                  <a:pt x="198" y="678"/>
                </a:lnTo>
                <a:lnTo>
                  <a:pt x="198" y="677"/>
                </a:lnTo>
                <a:lnTo>
                  <a:pt x="198" y="676"/>
                </a:lnTo>
                <a:lnTo>
                  <a:pt x="197" y="676"/>
                </a:lnTo>
                <a:lnTo>
                  <a:pt x="196" y="675"/>
                </a:lnTo>
                <a:lnTo>
                  <a:pt x="195" y="674"/>
                </a:lnTo>
                <a:lnTo>
                  <a:pt x="194" y="674"/>
                </a:lnTo>
                <a:lnTo>
                  <a:pt x="194" y="673"/>
                </a:lnTo>
                <a:lnTo>
                  <a:pt x="193" y="673"/>
                </a:lnTo>
                <a:lnTo>
                  <a:pt x="192" y="673"/>
                </a:lnTo>
                <a:lnTo>
                  <a:pt x="191" y="672"/>
                </a:lnTo>
                <a:lnTo>
                  <a:pt x="190" y="672"/>
                </a:lnTo>
                <a:lnTo>
                  <a:pt x="190" y="673"/>
                </a:lnTo>
                <a:lnTo>
                  <a:pt x="190" y="674"/>
                </a:lnTo>
                <a:lnTo>
                  <a:pt x="190" y="675"/>
                </a:lnTo>
                <a:lnTo>
                  <a:pt x="193" y="675"/>
                </a:lnTo>
                <a:lnTo>
                  <a:pt x="194" y="675"/>
                </a:lnTo>
                <a:lnTo>
                  <a:pt x="195" y="675"/>
                </a:lnTo>
                <a:lnTo>
                  <a:pt x="197" y="676"/>
                </a:lnTo>
                <a:lnTo>
                  <a:pt x="198" y="676"/>
                </a:lnTo>
                <a:lnTo>
                  <a:pt x="198" y="677"/>
                </a:lnTo>
                <a:lnTo>
                  <a:pt x="198" y="678"/>
                </a:lnTo>
                <a:lnTo>
                  <a:pt x="199" y="678"/>
                </a:lnTo>
                <a:lnTo>
                  <a:pt x="199" y="680"/>
                </a:lnTo>
                <a:lnTo>
                  <a:pt x="199" y="681"/>
                </a:lnTo>
                <a:lnTo>
                  <a:pt x="199" y="683"/>
                </a:lnTo>
                <a:lnTo>
                  <a:pt x="197" y="688"/>
                </a:lnTo>
                <a:lnTo>
                  <a:pt x="196" y="688"/>
                </a:lnTo>
                <a:lnTo>
                  <a:pt x="195" y="689"/>
                </a:lnTo>
                <a:lnTo>
                  <a:pt x="195" y="688"/>
                </a:lnTo>
                <a:lnTo>
                  <a:pt x="195" y="689"/>
                </a:lnTo>
                <a:lnTo>
                  <a:pt x="194" y="689"/>
                </a:lnTo>
                <a:lnTo>
                  <a:pt x="193" y="689"/>
                </a:lnTo>
                <a:lnTo>
                  <a:pt x="193" y="688"/>
                </a:lnTo>
                <a:lnTo>
                  <a:pt x="192" y="687"/>
                </a:lnTo>
                <a:lnTo>
                  <a:pt x="191" y="686"/>
                </a:lnTo>
                <a:lnTo>
                  <a:pt x="190" y="685"/>
                </a:lnTo>
                <a:lnTo>
                  <a:pt x="189" y="686"/>
                </a:lnTo>
                <a:lnTo>
                  <a:pt x="188" y="686"/>
                </a:lnTo>
                <a:lnTo>
                  <a:pt x="187" y="686"/>
                </a:lnTo>
                <a:lnTo>
                  <a:pt x="186" y="686"/>
                </a:lnTo>
                <a:lnTo>
                  <a:pt x="186" y="687"/>
                </a:lnTo>
                <a:lnTo>
                  <a:pt x="185" y="686"/>
                </a:lnTo>
                <a:lnTo>
                  <a:pt x="184" y="686"/>
                </a:lnTo>
                <a:lnTo>
                  <a:pt x="183" y="686"/>
                </a:lnTo>
                <a:lnTo>
                  <a:pt x="183" y="687"/>
                </a:lnTo>
                <a:lnTo>
                  <a:pt x="182" y="687"/>
                </a:lnTo>
                <a:lnTo>
                  <a:pt x="183" y="687"/>
                </a:lnTo>
                <a:lnTo>
                  <a:pt x="183" y="688"/>
                </a:lnTo>
                <a:lnTo>
                  <a:pt x="182" y="688"/>
                </a:lnTo>
                <a:lnTo>
                  <a:pt x="183" y="689"/>
                </a:lnTo>
                <a:lnTo>
                  <a:pt x="183" y="690"/>
                </a:lnTo>
                <a:lnTo>
                  <a:pt x="182" y="690"/>
                </a:lnTo>
                <a:lnTo>
                  <a:pt x="182" y="691"/>
                </a:lnTo>
                <a:lnTo>
                  <a:pt x="181" y="692"/>
                </a:lnTo>
                <a:lnTo>
                  <a:pt x="180" y="692"/>
                </a:lnTo>
                <a:lnTo>
                  <a:pt x="180" y="693"/>
                </a:lnTo>
                <a:lnTo>
                  <a:pt x="180" y="694"/>
                </a:lnTo>
                <a:lnTo>
                  <a:pt x="179" y="694"/>
                </a:lnTo>
                <a:lnTo>
                  <a:pt x="179" y="695"/>
                </a:lnTo>
                <a:lnTo>
                  <a:pt x="179" y="696"/>
                </a:lnTo>
                <a:lnTo>
                  <a:pt x="179" y="697"/>
                </a:lnTo>
                <a:lnTo>
                  <a:pt x="178" y="697"/>
                </a:lnTo>
                <a:lnTo>
                  <a:pt x="177" y="698"/>
                </a:lnTo>
                <a:lnTo>
                  <a:pt x="176" y="698"/>
                </a:lnTo>
                <a:lnTo>
                  <a:pt x="175" y="698"/>
                </a:lnTo>
                <a:lnTo>
                  <a:pt x="174" y="699"/>
                </a:lnTo>
                <a:lnTo>
                  <a:pt x="173" y="699"/>
                </a:lnTo>
                <a:lnTo>
                  <a:pt x="172" y="699"/>
                </a:lnTo>
                <a:lnTo>
                  <a:pt x="171" y="699"/>
                </a:lnTo>
                <a:lnTo>
                  <a:pt x="171" y="698"/>
                </a:lnTo>
                <a:lnTo>
                  <a:pt x="170" y="698"/>
                </a:lnTo>
                <a:lnTo>
                  <a:pt x="169" y="698"/>
                </a:lnTo>
                <a:lnTo>
                  <a:pt x="169" y="699"/>
                </a:lnTo>
                <a:lnTo>
                  <a:pt x="169" y="698"/>
                </a:lnTo>
                <a:lnTo>
                  <a:pt x="168" y="698"/>
                </a:lnTo>
                <a:lnTo>
                  <a:pt x="168" y="699"/>
                </a:lnTo>
                <a:lnTo>
                  <a:pt x="167" y="699"/>
                </a:lnTo>
                <a:lnTo>
                  <a:pt x="166" y="699"/>
                </a:lnTo>
                <a:lnTo>
                  <a:pt x="166" y="700"/>
                </a:lnTo>
                <a:lnTo>
                  <a:pt x="165" y="700"/>
                </a:lnTo>
                <a:lnTo>
                  <a:pt x="164" y="700"/>
                </a:lnTo>
                <a:lnTo>
                  <a:pt x="163" y="699"/>
                </a:lnTo>
                <a:lnTo>
                  <a:pt x="163" y="698"/>
                </a:lnTo>
                <a:lnTo>
                  <a:pt x="162" y="698"/>
                </a:lnTo>
                <a:lnTo>
                  <a:pt x="163" y="698"/>
                </a:lnTo>
                <a:lnTo>
                  <a:pt x="163" y="697"/>
                </a:lnTo>
                <a:lnTo>
                  <a:pt x="163" y="696"/>
                </a:lnTo>
                <a:lnTo>
                  <a:pt x="162" y="696"/>
                </a:lnTo>
                <a:lnTo>
                  <a:pt x="161" y="696"/>
                </a:lnTo>
                <a:lnTo>
                  <a:pt x="160" y="695"/>
                </a:lnTo>
                <a:lnTo>
                  <a:pt x="159" y="695"/>
                </a:lnTo>
                <a:lnTo>
                  <a:pt x="159" y="694"/>
                </a:lnTo>
                <a:lnTo>
                  <a:pt x="158" y="694"/>
                </a:lnTo>
                <a:lnTo>
                  <a:pt x="158" y="693"/>
                </a:lnTo>
                <a:lnTo>
                  <a:pt x="157" y="693"/>
                </a:lnTo>
                <a:lnTo>
                  <a:pt x="157" y="694"/>
                </a:lnTo>
                <a:lnTo>
                  <a:pt x="156" y="694"/>
                </a:lnTo>
                <a:lnTo>
                  <a:pt x="156" y="693"/>
                </a:lnTo>
                <a:lnTo>
                  <a:pt x="156" y="692"/>
                </a:lnTo>
                <a:lnTo>
                  <a:pt x="155" y="691"/>
                </a:lnTo>
                <a:lnTo>
                  <a:pt x="155" y="690"/>
                </a:lnTo>
                <a:lnTo>
                  <a:pt x="154" y="689"/>
                </a:lnTo>
                <a:lnTo>
                  <a:pt x="154" y="688"/>
                </a:lnTo>
                <a:lnTo>
                  <a:pt x="154" y="687"/>
                </a:lnTo>
                <a:lnTo>
                  <a:pt x="154" y="686"/>
                </a:lnTo>
                <a:lnTo>
                  <a:pt x="154" y="685"/>
                </a:lnTo>
                <a:lnTo>
                  <a:pt x="153" y="685"/>
                </a:lnTo>
                <a:lnTo>
                  <a:pt x="153" y="684"/>
                </a:lnTo>
                <a:lnTo>
                  <a:pt x="152" y="684"/>
                </a:lnTo>
                <a:lnTo>
                  <a:pt x="152" y="683"/>
                </a:lnTo>
                <a:lnTo>
                  <a:pt x="153" y="682"/>
                </a:lnTo>
                <a:lnTo>
                  <a:pt x="153" y="681"/>
                </a:lnTo>
                <a:lnTo>
                  <a:pt x="154" y="681"/>
                </a:lnTo>
                <a:lnTo>
                  <a:pt x="154" y="680"/>
                </a:lnTo>
                <a:lnTo>
                  <a:pt x="153" y="679"/>
                </a:lnTo>
                <a:lnTo>
                  <a:pt x="154" y="679"/>
                </a:lnTo>
                <a:lnTo>
                  <a:pt x="154" y="678"/>
                </a:lnTo>
                <a:lnTo>
                  <a:pt x="154" y="677"/>
                </a:lnTo>
                <a:lnTo>
                  <a:pt x="154" y="676"/>
                </a:lnTo>
                <a:lnTo>
                  <a:pt x="153" y="676"/>
                </a:lnTo>
                <a:lnTo>
                  <a:pt x="154" y="676"/>
                </a:lnTo>
                <a:lnTo>
                  <a:pt x="153" y="676"/>
                </a:lnTo>
                <a:lnTo>
                  <a:pt x="152" y="676"/>
                </a:lnTo>
                <a:lnTo>
                  <a:pt x="152" y="677"/>
                </a:lnTo>
                <a:lnTo>
                  <a:pt x="152" y="676"/>
                </a:lnTo>
                <a:lnTo>
                  <a:pt x="151" y="676"/>
                </a:lnTo>
                <a:lnTo>
                  <a:pt x="151" y="677"/>
                </a:lnTo>
                <a:lnTo>
                  <a:pt x="150" y="677"/>
                </a:lnTo>
                <a:lnTo>
                  <a:pt x="149" y="678"/>
                </a:lnTo>
                <a:lnTo>
                  <a:pt x="148" y="678"/>
                </a:lnTo>
                <a:lnTo>
                  <a:pt x="147" y="678"/>
                </a:lnTo>
                <a:lnTo>
                  <a:pt x="146" y="678"/>
                </a:lnTo>
                <a:lnTo>
                  <a:pt x="145" y="678"/>
                </a:lnTo>
                <a:lnTo>
                  <a:pt x="144" y="678"/>
                </a:lnTo>
                <a:lnTo>
                  <a:pt x="144" y="677"/>
                </a:lnTo>
                <a:lnTo>
                  <a:pt x="145" y="676"/>
                </a:lnTo>
                <a:lnTo>
                  <a:pt x="144" y="676"/>
                </a:lnTo>
                <a:lnTo>
                  <a:pt x="143" y="675"/>
                </a:lnTo>
                <a:lnTo>
                  <a:pt x="144" y="675"/>
                </a:lnTo>
                <a:lnTo>
                  <a:pt x="143" y="675"/>
                </a:lnTo>
                <a:lnTo>
                  <a:pt x="143" y="674"/>
                </a:lnTo>
                <a:lnTo>
                  <a:pt x="143" y="673"/>
                </a:lnTo>
                <a:lnTo>
                  <a:pt x="143" y="671"/>
                </a:lnTo>
                <a:lnTo>
                  <a:pt x="145" y="670"/>
                </a:lnTo>
                <a:lnTo>
                  <a:pt x="145" y="669"/>
                </a:lnTo>
                <a:lnTo>
                  <a:pt x="146" y="669"/>
                </a:lnTo>
                <a:lnTo>
                  <a:pt x="147" y="668"/>
                </a:lnTo>
                <a:lnTo>
                  <a:pt x="148" y="668"/>
                </a:lnTo>
                <a:lnTo>
                  <a:pt x="148" y="667"/>
                </a:lnTo>
                <a:lnTo>
                  <a:pt x="149" y="667"/>
                </a:lnTo>
                <a:lnTo>
                  <a:pt x="149" y="666"/>
                </a:lnTo>
                <a:lnTo>
                  <a:pt x="150" y="666"/>
                </a:lnTo>
                <a:lnTo>
                  <a:pt x="150" y="665"/>
                </a:lnTo>
                <a:lnTo>
                  <a:pt x="150" y="664"/>
                </a:lnTo>
                <a:lnTo>
                  <a:pt x="149" y="665"/>
                </a:lnTo>
                <a:lnTo>
                  <a:pt x="148" y="665"/>
                </a:lnTo>
                <a:lnTo>
                  <a:pt x="147" y="665"/>
                </a:lnTo>
                <a:lnTo>
                  <a:pt x="146" y="665"/>
                </a:lnTo>
                <a:lnTo>
                  <a:pt x="146" y="664"/>
                </a:lnTo>
                <a:lnTo>
                  <a:pt x="145" y="664"/>
                </a:lnTo>
                <a:lnTo>
                  <a:pt x="144" y="664"/>
                </a:lnTo>
                <a:lnTo>
                  <a:pt x="143" y="664"/>
                </a:lnTo>
                <a:lnTo>
                  <a:pt x="142" y="664"/>
                </a:lnTo>
                <a:lnTo>
                  <a:pt x="141" y="664"/>
                </a:lnTo>
                <a:lnTo>
                  <a:pt x="140" y="663"/>
                </a:lnTo>
                <a:lnTo>
                  <a:pt x="140" y="664"/>
                </a:lnTo>
                <a:lnTo>
                  <a:pt x="140" y="663"/>
                </a:lnTo>
                <a:lnTo>
                  <a:pt x="139" y="663"/>
                </a:lnTo>
                <a:lnTo>
                  <a:pt x="138" y="662"/>
                </a:lnTo>
                <a:lnTo>
                  <a:pt x="136" y="662"/>
                </a:lnTo>
                <a:lnTo>
                  <a:pt x="135" y="662"/>
                </a:lnTo>
                <a:lnTo>
                  <a:pt x="134" y="662"/>
                </a:lnTo>
                <a:lnTo>
                  <a:pt x="133" y="662"/>
                </a:lnTo>
                <a:lnTo>
                  <a:pt x="133" y="661"/>
                </a:lnTo>
                <a:lnTo>
                  <a:pt x="132" y="661"/>
                </a:lnTo>
                <a:lnTo>
                  <a:pt x="131" y="661"/>
                </a:lnTo>
                <a:lnTo>
                  <a:pt x="131" y="660"/>
                </a:lnTo>
                <a:lnTo>
                  <a:pt x="130" y="660"/>
                </a:lnTo>
                <a:lnTo>
                  <a:pt x="129" y="660"/>
                </a:lnTo>
                <a:lnTo>
                  <a:pt x="129" y="659"/>
                </a:lnTo>
                <a:lnTo>
                  <a:pt x="128" y="659"/>
                </a:lnTo>
                <a:lnTo>
                  <a:pt x="128" y="658"/>
                </a:lnTo>
                <a:lnTo>
                  <a:pt x="127" y="656"/>
                </a:lnTo>
                <a:lnTo>
                  <a:pt x="126" y="656"/>
                </a:lnTo>
                <a:lnTo>
                  <a:pt x="125" y="655"/>
                </a:lnTo>
                <a:lnTo>
                  <a:pt x="124" y="655"/>
                </a:lnTo>
                <a:lnTo>
                  <a:pt x="124" y="654"/>
                </a:lnTo>
                <a:lnTo>
                  <a:pt x="123" y="654"/>
                </a:lnTo>
                <a:lnTo>
                  <a:pt x="122" y="653"/>
                </a:lnTo>
                <a:lnTo>
                  <a:pt x="122" y="652"/>
                </a:lnTo>
                <a:lnTo>
                  <a:pt x="121" y="651"/>
                </a:lnTo>
                <a:lnTo>
                  <a:pt x="121" y="650"/>
                </a:lnTo>
                <a:lnTo>
                  <a:pt x="120" y="650"/>
                </a:lnTo>
                <a:lnTo>
                  <a:pt x="120" y="649"/>
                </a:lnTo>
                <a:lnTo>
                  <a:pt x="119" y="648"/>
                </a:lnTo>
                <a:lnTo>
                  <a:pt x="119" y="647"/>
                </a:lnTo>
                <a:lnTo>
                  <a:pt x="118" y="647"/>
                </a:lnTo>
                <a:lnTo>
                  <a:pt x="118" y="646"/>
                </a:lnTo>
                <a:lnTo>
                  <a:pt x="118" y="645"/>
                </a:lnTo>
                <a:lnTo>
                  <a:pt x="117" y="645"/>
                </a:lnTo>
                <a:lnTo>
                  <a:pt x="116" y="645"/>
                </a:lnTo>
                <a:lnTo>
                  <a:pt x="116" y="644"/>
                </a:lnTo>
                <a:lnTo>
                  <a:pt x="115" y="644"/>
                </a:lnTo>
                <a:lnTo>
                  <a:pt x="114" y="643"/>
                </a:lnTo>
                <a:lnTo>
                  <a:pt x="114" y="642"/>
                </a:lnTo>
                <a:lnTo>
                  <a:pt x="114" y="641"/>
                </a:lnTo>
                <a:lnTo>
                  <a:pt x="114" y="642"/>
                </a:lnTo>
                <a:lnTo>
                  <a:pt x="114" y="641"/>
                </a:lnTo>
                <a:lnTo>
                  <a:pt x="113" y="641"/>
                </a:lnTo>
                <a:lnTo>
                  <a:pt x="113" y="640"/>
                </a:lnTo>
                <a:lnTo>
                  <a:pt x="113" y="641"/>
                </a:lnTo>
                <a:lnTo>
                  <a:pt x="113" y="640"/>
                </a:lnTo>
                <a:lnTo>
                  <a:pt x="112" y="640"/>
                </a:lnTo>
                <a:lnTo>
                  <a:pt x="112" y="639"/>
                </a:lnTo>
                <a:lnTo>
                  <a:pt x="112" y="638"/>
                </a:lnTo>
                <a:lnTo>
                  <a:pt x="111" y="638"/>
                </a:lnTo>
                <a:lnTo>
                  <a:pt x="112" y="638"/>
                </a:lnTo>
                <a:lnTo>
                  <a:pt x="111" y="638"/>
                </a:lnTo>
                <a:lnTo>
                  <a:pt x="111" y="637"/>
                </a:lnTo>
                <a:lnTo>
                  <a:pt x="110" y="636"/>
                </a:lnTo>
                <a:lnTo>
                  <a:pt x="111" y="636"/>
                </a:lnTo>
                <a:lnTo>
                  <a:pt x="111" y="635"/>
                </a:lnTo>
                <a:lnTo>
                  <a:pt x="112" y="635"/>
                </a:lnTo>
                <a:lnTo>
                  <a:pt x="113" y="634"/>
                </a:lnTo>
                <a:lnTo>
                  <a:pt x="114" y="634"/>
                </a:lnTo>
                <a:lnTo>
                  <a:pt x="115" y="633"/>
                </a:lnTo>
                <a:lnTo>
                  <a:pt x="117" y="632"/>
                </a:lnTo>
                <a:lnTo>
                  <a:pt x="119" y="631"/>
                </a:lnTo>
                <a:lnTo>
                  <a:pt x="119" y="630"/>
                </a:lnTo>
                <a:lnTo>
                  <a:pt x="119" y="629"/>
                </a:lnTo>
                <a:lnTo>
                  <a:pt x="120" y="626"/>
                </a:lnTo>
                <a:lnTo>
                  <a:pt x="121" y="625"/>
                </a:lnTo>
                <a:lnTo>
                  <a:pt x="121" y="624"/>
                </a:lnTo>
                <a:lnTo>
                  <a:pt x="121" y="622"/>
                </a:lnTo>
                <a:lnTo>
                  <a:pt x="122" y="622"/>
                </a:lnTo>
                <a:lnTo>
                  <a:pt x="122" y="621"/>
                </a:lnTo>
                <a:lnTo>
                  <a:pt x="123" y="619"/>
                </a:lnTo>
                <a:lnTo>
                  <a:pt x="124" y="617"/>
                </a:lnTo>
                <a:lnTo>
                  <a:pt x="125" y="617"/>
                </a:lnTo>
                <a:lnTo>
                  <a:pt x="126" y="616"/>
                </a:lnTo>
                <a:lnTo>
                  <a:pt x="130" y="614"/>
                </a:lnTo>
                <a:lnTo>
                  <a:pt x="132" y="613"/>
                </a:lnTo>
                <a:lnTo>
                  <a:pt x="135" y="612"/>
                </a:lnTo>
                <a:lnTo>
                  <a:pt x="139" y="610"/>
                </a:lnTo>
                <a:lnTo>
                  <a:pt x="141" y="609"/>
                </a:lnTo>
                <a:lnTo>
                  <a:pt x="142" y="608"/>
                </a:lnTo>
                <a:lnTo>
                  <a:pt x="143" y="608"/>
                </a:lnTo>
                <a:lnTo>
                  <a:pt x="143" y="607"/>
                </a:lnTo>
                <a:lnTo>
                  <a:pt x="145" y="607"/>
                </a:lnTo>
                <a:lnTo>
                  <a:pt x="145" y="606"/>
                </a:lnTo>
                <a:lnTo>
                  <a:pt x="148" y="604"/>
                </a:lnTo>
                <a:lnTo>
                  <a:pt x="149" y="603"/>
                </a:lnTo>
                <a:lnTo>
                  <a:pt x="150" y="602"/>
                </a:lnTo>
                <a:lnTo>
                  <a:pt x="151" y="602"/>
                </a:lnTo>
                <a:lnTo>
                  <a:pt x="153" y="602"/>
                </a:lnTo>
                <a:lnTo>
                  <a:pt x="155" y="601"/>
                </a:lnTo>
                <a:lnTo>
                  <a:pt x="156" y="601"/>
                </a:lnTo>
                <a:lnTo>
                  <a:pt x="157" y="600"/>
                </a:lnTo>
                <a:lnTo>
                  <a:pt x="158" y="600"/>
                </a:lnTo>
                <a:lnTo>
                  <a:pt x="159" y="599"/>
                </a:lnTo>
                <a:lnTo>
                  <a:pt x="161" y="598"/>
                </a:lnTo>
                <a:lnTo>
                  <a:pt x="163" y="597"/>
                </a:lnTo>
                <a:lnTo>
                  <a:pt x="164" y="597"/>
                </a:lnTo>
                <a:lnTo>
                  <a:pt x="165" y="596"/>
                </a:lnTo>
                <a:lnTo>
                  <a:pt x="167" y="595"/>
                </a:lnTo>
                <a:lnTo>
                  <a:pt x="168" y="595"/>
                </a:lnTo>
                <a:lnTo>
                  <a:pt x="170" y="594"/>
                </a:lnTo>
                <a:lnTo>
                  <a:pt x="173" y="593"/>
                </a:lnTo>
                <a:lnTo>
                  <a:pt x="176" y="592"/>
                </a:lnTo>
                <a:lnTo>
                  <a:pt x="177" y="592"/>
                </a:lnTo>
                <a:lnTo>
                  <a:pt x="178" y="592"/>
                </a:lnTo>
                <a:lnTo>
                  <a:pt x="180" y="590"/>
                </a:lnTo>
                <a:lnTo>
                  <a:pt x="181" y="589"/>
                </a:lnTo>
                <a:lnTo>
                  <a:pt x="182" y="588"/>
                </a:lnTo>
                <a:lnTo>
                  <a:pt x="183" y="586"/>
                </a:lnTo>
                <a:lnTo>
                  <a:pt x="184" y="585"/>
                </a:lnTo>
                <a:lnTo>
                  <a:pt x="185" y="584"/>
                </a:lnTo>
                <a:lnTo>
                  <a:pt x="186" y="582"/>
                </a:lnTo>
                <a:lnTo>
                  <a:pt x="186" y="581"/>
                </a:lnTo>
                <a:lnTo>
                  <a:pt x="187" y="580"/>
                </a:lnTo>
                <a:lnTo>
                  <a:pt x="188" y="578"/>
                </a:lnTo>
                <a:lnTo>
                  <a:pt x="188" y="577"/>
                </a:lnTo>
                <a:lnTo>
                  <a:pt x="189" y="575"/>
                </a:lnTo>
                <a:lnTo>
                  <a:pt x="190" y="575"/>
                </a:lnTo>
                <a:lnTo>
                  <a:pt x="190" y="574"/>
                </a:lnTo>
                <a:lnTo>
                  <a:pt x="191" y="574"/>
                </a:lnTo>
                <a:lnTo>
                  <a:pt x="192" y="573"/>
                </a:lnTo>
                <a:lnTo>
                  <a:pt x="194" y="573"/>
                </a:lnTo>
                <a:lnTo>
                  <a:pt x="195" y="573"/>
                </a:lnTo>
                <a:lnTo>
                  <a:pt x="197" y="572"/>
                </a:lnTo>
                <a:lnTo>
                  <a:pt x="200" y="571"/>
                </a:lnTo>
                <a:lnTo>
                  <a:pt x="202" y="570"/>
                </a:lnTo>
                <a:lnTo>
                  <a:pt x="205" y="569"/>
                </a:lnTo>
                <a:lnTo>
                  <a:pt x="206" y="569"/>
                </a:lnTo>
                <a:lnTo>
                  <a:pt x="209" y="568"/>
                </a:lnTo>
                <a:lnTo>
                  <a:pt x="210" y="567"/>
                </a:lnTo>
                <a:lnTo>
                  <a:pt x="211" y="567"/>
                </a:lnTo>
                <a:lnTo>
                  <a:pt x="212" y="567"/>
                </a:lnTo>
                <a:lnTo>
                  <a:pt x="214" y="566"/>
                </a:lnTo>
                <a:lnTo>
                  <a:pt x="215" y="565"/>
                </a:lnTo>
                <a:lnTo>
                  <a:pt x="215" y="564"/>
                </a:lnTo>
                <a:lnTo>
                  <a:pt x="217" y="563"/>
                </a:lnTo>
                <a:lnTo>
                  <a:pt x="218" y="562"/>
                </a:lnTo>
                <a:lnTo>
                  <a:pt x="221" y="559"/>
                </a:lnTo>
                <a:lnTo>
                  <a:pt x="222" y="558"/>
                </a:lnTo>
                <a:lnTo>
                  <a:pt x="223" y="556"/>
                </a:lnTo>
                <a:lnTo>
                  <a:pt x="225" y="555"/>
                </a:lnTo>
                <a:lnTo>
                  <a:pt x="226" y="554"/>
                </a:lnTo>
                <a:lnTo>
                  <a:pt x="227" y="553"/>
                </a:lnTo>
                <a:lnTo>
                  <a:pt x="228" y="552"/>
                </a:lnTo>
                <a:lnTo>
                  <a:pt x="230" y="550"/>
                </a:lnTo>
                <a:lnTo>
                  <a:pt x="230" y="549"/>
                </a:lnTo>
                <a:lnTo>
                  <a:pt x="231" y="549"/>
                </a:lnTo>
                <a:lnTo>
                  <a:pt x="234" y="547"/>
                </a:lnTo>
                <a:lnTo>
                  <a:pt x="235" y="546"/>
                </a:lnTo>
                <a:lnTo>
                  <a:pt x="237" y="544"/>
                </a:lnTo>
                <a:lnTo>
                  <a:pt x="238" y="543"/>
                </a:lnTo>
                <a:lnTo>
                  <a:pt x="240" y="542"/>
                </a:lnTo>
                <a:lnTo>
                  <a:pt x="241" y="541"/>
                </a:lnTo>
                <a:lnTo>
                  <a:pt x="242" y="541"/>
                </a:lnTo>
                <a:lnTo>
                  <a:pt x="243" y="539"/>
                </a:lnTo>
                <a:lnTo>
                  <a:pt x="244" y="538"/>
                </a:lnTo>
                <a:lnTo>
                  <a:pt x="245" y="538"/>
                </a:lnTo>
                <a:lnTo>
                  <a:pt x="247" y="536"/>
                </a:lnTo>
                <a:lnTo>
                  <a:pt x="248" y="535"/>
                </a:lnTo>
                <a:lnTo>
                  <a:pt x="249" y="535"/>
                </a:lnTo>
                <a:lnTo>
                  <a:pt x="250" y="533"/>
                </a:lnTo>
                <a:lnTo>
                  <a:pt x="251" y="533"/>
                </a:lnTo>
                <a:lnTo>
                  <a:pt x="254" y="530"/>
                </a:lnTo>
                <a:lnTo>
                  <a:pt x="255" y="529"/>
                </a:lnTo>
                <a:lnTo>
                  <a:pt x="256" y="529"/>
                </a:lnTo>
                <a:lnTo>
                  <a:pt x="257" y="528"/>
                </a:lnTo>
                <a:lnTo>
                  <a:pt x="257" y="527"/>
                </a:lnTo>
                <a:lnTo>
                  <a:pt x="258" y="527"/>
                </a:lnTo>
                <a:lnTo>
                  <a:pt x="258" y="526"/>
                </a:lnTo>
                <a:lnTo>
                  <a:pt x="259" y="526"/>
                </a:lnTo>
                <a:lnTo>
                  <a:pt x="260" y="525"/>
                </a:lnTo>
                <a:lnTo>
                  <a:pt x="261" y="524"/>
                </a:lnTo>
                <a:lnTo>
                  <a:pt x="262" y="524"/>
                </a:lnTo>
                <a:lnTo>
                  <a:pt x="264" y="523"/>
                </a:lnTo>
                <a:lnTo>
                  <a:pt x="265" y="522"/>
                </a:lnTo>
                <a:lnTo>
                  <a:pt x="266" y="522"/>
                </a:lnTo>
                <a:lnTo>
                  <a:pt x="266" y="521"/>
                </a:lnTo>
                <a:lnTo>
                  <a:pt x="269" y="520"/>
                </a:lnTo>
                <a:lnTo>
                  <a:pt x="273" y="517"/>
                </a:lnTo>
                <a:lnTo>
                  <a:pt x="274" y="517"/>
                </a:lnTo>
                <a:lnTo>
                  <a:pt x="274" y="516"/>
                </a:lnTo>
                <a:lnTo>
                  <a:pt x="276" y="515"/>
                </a:lnTo>
                <a:lnTo>
                  <a:pt x="277" y="515"/>
                </a:lnTo>
                <a:lnTo>
                  <a:pt x="278" y="515"/>
                </a:lnTo>
                <a:lnTo>
                  <a:pt x="278" y="516"/>
                </a:lnTo>
                <a:lnTo>
                  <a:pt x="279" y="516"/>
                </a:lnTo>
                <a:lnTo>
                  <a:pt x="280" y="516"/>
                </a:lnTo>
                <a:lnTo>
                  <a:pt x="280" y="517"/>
                </a:lnTo>
                <a:lnTo>
                  <a:pt x="281" y="517"/>
                </a:lnTo>
                <a:lnTo>
                  <a:pt x="281" y="519"/>
                </a:lnTo>
                <a:lnTo>
                  <a:pt x="281" y="520"/>
                </a:lnTo>
                <a:lnTo>
                  <a:pt x="281" y="521"/>
                </a:lnTo>
                <a:lnTo>
                  <a:pt x="280" y="521"/>
                </a:lnTo>
                <a:lnTo>
                  <a:pt x="280" y="522"/>
                </a:lnTo>
                <a:lnTo>
                  <a:pt x="280" y="523"/>
                </a:lnTo>
                <a:lnTo>
                  <a:pt x="281" y="524"/>
                </a:lnTo>
                <a:lnTo>
                  <a:pt x="282" y="524"/>
                </a:lnTo>
                <a:lnTo>
                  <a:pt x="282" y="525"/>
                </a:lnTo>
                <a:lnTo>
                  <a:pt x="283" y="525"/>
                </a:lnTo>
                <a:lnTo>
                  <a:pt x="283" y="526"/>
                </a:lnTo>
                <a:lnTo>
                  <a:pt x="282" y="526"/>
                </a:lnTo>
                <a:lnTo>
                  <a:pt x="281" y="526"/>
                </a:lnTo>
                <a:lnTo>
                  <a:pt x="281" y="527"/>
                </a:lnTo>
                <a:lnTo>
                  <a:pt x="281" y="528"/>
                </a:lnTo>
                <a:lnTo>
                  <a:pt x="282" y="529"/>
                </a:lnTo>
                <a:lnTo>
                  <a:pt x="282" y="530"/>
                </a:lnTo>
                <a:lnTo>
                  <a:pt x="282" y="531"/>
                </a:lnTo>
                <a:lnTo>
                  <a:pt x="281" y="531"/>
                </a:lnTo>
                <a:lnTo>
                  <a:pt x="281" y="532"/>
                </a:lnTo>
                <a:lnTo>
                  <a:pt x="282" y="533"/>
                </a:lnTo>
                <a:lnTo>
                  <a:pt x="282" y="534"/>
                </a:lnTo>
                <a:lnTo>
                  <a:pt x="282" y="535"/>
                </a:lnTo>
                <a:lnTo>
                  <a:pt x="283" y="535"/>
                </a:lnTo>
                <a:lnTo>
                  <a:pt x="284" y="537"/>
                </a:lnTo>
                <a:lnTo>
                  <a:pt x="285" y="538"/>
                </a:lnTo>
                <a:lnTo>
                  <a:pt x="285" y="539"/>
                </a:lnTo>
                <a:lnTo>
                  <a:pt x="286" y="540"/>
                </a:lnTo>
                <a:lnTo>
                  <a:pt x="287" y="541"/>
                </a:lnTo>
                <a:lnTo>
                  <a:pt x="288" y="541"/>
                </a:lnTo>
                <a:lnTo>
                  <a:pt x="288" y="542"/>
                </a:lnTo>
                <a:lnTo>
                  <a:pt x="289" y="542"/>
                </a:lnTo>
                <a:lnTo>
                  <a:pt x="289" y="543"/>
                </a:lnTo>
                <a:lnTo>
                  <a:pt x="289" y="544"/>
                </a:lnTo>
                <a:lnTo>
                  <a:pt x="290" y="544"/>
                </a:lnTo>
                <a:lnTo>
                  <a:pt x="291" y="544"/>
                </a:lnTo>
                <a:lnTo>
                  <a:pt x="291" y="545"/>
                </a:lnTo>
                <a:lnTo>
                  <a:pt x="292" y="545"/>
                </a:lnTo>
                <a:lnTo>
                  <a:pt x="292" y="546"/>
                </a:lnTo>
                <a:lnTo>
                  <a:pt x="292" y="547"/>
                </a:lnTo>
                <a:lnTo>
                  <a:pt x="291" y="547"/>
                </a:lnTo>
                <a:lnTo>
                  <a:pt x="290" y="547"/>
                </a:lnTo>
                <a:lnTo>
                  <a:pt x="290" y="548"/>
                </a:lnTo>
                <a:lnTo>
                  <a:pt x="291" y="548"/>
                </a:lnTo>
                <a:lnTo>
                  <a:pt x="290" y="548"/>
                </a:lnTo>
                <a:lnTo>
                  <a:pt x="291" y="549"/>
                </a:lnTo>
                <a:lnTo>
                  <a:pt x="291" y="550"/>
                </a:lnTo>
                <a:lnTo>
                  <a:pt x="291" y="551"/>
                </a:lnTo>
                <a:lnTo>
                  <a:pt x="292" y="551"/>
                </a:lnTo>
                <a:lnTo>
                  <a:pt x="293" y="551"/>
                </a:lnTo>
                <a:lnTo>
                  <a:pt x="294" y="551"/>
                </a:lnTo>
                <a:lnTo>
                  <a:pt x="294" y="552"/>
                </a:lnTo>
                <a:lnTo>
                  <a:pt x="295" y="552"/>
                </a:lnTo>
                <a:lnTo>
                  <a:pt x="295" y="551"/>
                </a:lnTo>
                <a:lnTo>
                  <a:pt x="295" y="552"/>
                </a:lnTo>
                <a:lnTo>
                  <a:pt x="296" y="552"/>
                </a:lnTo>
                <a:lnTo>
                  <a:pt x="296" y="553"/>
                </a:lnTo>
                <a:lnTo>
                  <a:pt x="295" y="553"/>
                </a:lnTo>
                <a:lnTo>
                  <a:pt x="295" y="554"/>
                </a:lnTo>
                <a:lnTo>
                  <a:pt x="295" y="555"/>
                </a:lnTo>
                <a:lnTo>
                  <a:pt x="296" y="555"/>
                </a:lnTo>
                <a:lnTo>
                  <a:pt x="296" y="556"/>
                </a:lnTo>
                <a:lnTo>
                  <a:pt x="295" y="556"/>
                </a:lnTo>
                <a:lnTo>
                  <a:pt x="294" y="556"/>
                </a:lnTo>
                <a:lnTo>
                  <a:pt x="293" y="556"/>
                </a:lnTo>
                <a:lnTo>
                  <a:pt x="292" y="556"/>
                </a:lnTo>
                <a:lnTo>
                  <a:pt x="292" y="557"/>
                </a:lnTo>
                <a:lnTo>
                  <a:pt x="292" y="558"/>
                </a:lnTo>
                <a:lnTo>
                  <a:pt x="292" y="559"/>
                </a:lnTo>
                <a:lnTo>
                  <a:pt x="291" y="559"/>
                </a:lnTo>
                <a:lnTo>
                  <a:pt x="291" y="560"/>
                </a:lnTo>
                <a:lnTo>
                  <a:pt x="292" y="561"/>
                </a:lnTo>
                <a:lnTo>
                  <a:pt x="292" y="560"/>
                </a:lnTo>
                <a:lnTo>
                  <a:pt x="293" y="560"/>
                </a:lnTo>
                <a:lnTo>
                  <a:pt x="293" y="559"/>
                </a:lnTo>
                <a:lnTo>
                  <a:pt x="294" y="559"/>
                </a:lnTo>
                <a:lnTo>
                  <a:pt x="294" y="560"/>
                </a:lnTo>
                <a:lnTo>
                  <a:pt x="295" y="560"/>
                </a:lnTo>
                <a:lnTo>
                  <a:pt x="295" y="559"/>
                </a:lnTo>
                <a:lnTo>
                  <a:pt x="296" y="559"/>
                </a:lnTo>
                <a:lnTo>
                  <a:pt x="296" y="558"/>
                </a:lnTo>
                <a:lnTo>
                  <a:pt x="296" y="557"/>
                </a:lnTo>
                <a:lnTo>
                  <a:pt x="296" y="556"/>
                </a:lnTo>
                <a:lnTo>
                  <a:pt x="297" y="556"/>
                </a:lnTo>
                <a:lnTo>
                  <a:pt x="297" y="557"/>
                </a:lnTo>
                <a:lnTo>
                  <a:pt x="298" y="557"/>
                </a:lnTo>
                <a:lnTo>
                  <a:pt x="299" y="557"/>
                </a:lnTo>
                <a:lnTo>
                  <a:pt x="299" y="556"/>
                </a:lnTo>
                <a:lnTo>
                  <a:pt x="299" y="555"/>
                </a:lnTo>
                <a:lnTo>
                  <a:pt x="300" y="555"/>
                </a:lnTo>
                <a:lnTo>
                  <a:pt x="300" y="554"/>
                </a:lnTo>
                <a:lnTo>
                  <a:pt x="301" y="554"/>
                </a:lnTo>
                <a:lnTo>
                  <a:pt x="301" y="553"/>
                </a:lnTo>
                <a:lnTo>
                  <a:pt x="300" y="553"/>
                </a:lnTo>
                <a:lnTo>
                  <a:pt x="299" y="553"/>
                </a:lnTo>
                <a:lnTo>
                  <a:pt x="299" y="552"/>
                </a:lnTo>
                <a:lnTo>
                  <a:pt x="300" y="552"/>
                </a:lnTo>
                <a:lnTo>
                  <a:pt x="301" y="552"/>
                </a:lnTo>
                <a:lnTo>
                  <a:pt x="300" y="551"/>
                </a:lnTo>
                <a:lnTo>
                  <a:pt x="300" y="550"/>
                </a:lnTo>
                <a:lnTo>
                  <a:pt x="301" y="550"/>
                </a:lnTo>
                <a:lnTo>
                  <a:pt x="302" y="550"/>
                </a:lnTo>
                <a:lnTo>
                  <a:pt x="302" y="549"/>
                </a:lnTo>
                <a:lnTo>
                  <a:pt x="303" y="548"/>
                </a:lnTo>
                <a:lnTo>
                  <a:pt x="303" y="547"/>
                </a:lnTo>
                <a:lnTo>
                  <a:pt x="304" y="546"/>
                </a:lnTo>
                <a:lnTo>
                  <a:pt x="303" y="545"/>
                </a:lnTo>
                <a:lnTo>
                  <a:pt x="304" y="545"/>
                </a:lnTo>
                <a:lnTo>
                  <a:pt x="304" y="544"/>
                </a:lnTo>
                <a:lnTo>
                  <a:pt x="305" y="544"/>
                </a:lnTo>
                <a:lnTo>
                  <a:pt x="305" y="543"/>
                </a:lnTo>
                <a:lnTo>
                  <a:pt x="305" y="542"/>
                </a:lnTo>
                <a:lnTo>
                  <a:pt x="304" y="542"/>
                </a:lnTo>
                <a:lnTo>
                  <a:pt x="303" y="542"/>
                </a:lnTo>
                <a:lnTo>
                  <a:pt x="303" y="541"/>
                </a:lnTo>
                <a:lnTo>
                  <a:pt x="303" y="540"/>
                </a:lnTo>
                <a:lnTo>
                  <a:pt x="304" y="540"/>
                </a:lnTo>
                <a:lnTo>
                  <a:pt x="304" y="539"/>
                </a:lnTo>
                <a:lnTo>
                  <a:pt x="305" y="539"/>
                </a:lnTo>
                <a:lnTo>
                  <a:pt x="306" y="539"/>
                </a:lnTo>
                <a:lnTo>
                  <a:pt x="305" y="539"/>
                </a:lnTo>
                <a:lnTo>
                  <a:pt x="305" y="538"/>
                </a:lnTo>
                <a:lnTo>
                  <a:pt x="304" y="538"/>
                </a:lnTo>
                <a:lnTo>
                  <a:pt x="304" y="537"/>
                </a:lnTo>
                <a:lnTo>
                  <a:pt x="304" y="536"/>
                </a:lnTo>
                <a:lnTo>
                  <a:pt x="303" y="536"/>
                </a:lnTo>
                <a:lnTo>
                  <a:pt x="302" y="536"/>
                </a:lnTo>
                <a:lnTo>
                  <a:pt x="302" y="535"/>
                </a:lnTo>
                <a:lnTo>
                  <a:pt x="302" y="534"/>
                </a:lnTo>
                <a:lnTo>
                  <a:pt x="303" y="534"/>
                </a:lnTo>
                <a:lnTo>
                  <a:pt x="302" y="533"/>
                </a:lnTo>
                <a:lnTo>
                  <a:pt x="302" y="532"/>
                </a:lnTo>
                <a:lnTo>
                  <a:pt x="301" y="532"/>
                </a:lnTo>
                <a:lnTo>
                  <a:pt x="300" y="532"/>
                </a:lnTo>
                <a:lnTo>
                  <a:pt x="300" y="531"/>
                </a:lnTo>
                <a:lnTo>
                  <a:pt x="299" y="531"/>
                </a:lnTo>
                <a:lnTo>
                  <a:pt x="299" y="530"/>
                </a:lnTo>
                <a:lnTo>
                  <a:pt x="300" y="530"/>
                </a:lnTo>
                <a:lnTo>
                  <a:pt x="300" y="529"/>
                </a:lnTo>
                <a:lnTo>
                  <a:pt x="300" y="528"/>
                </a:lnTo>
                <a:lnTo>
                  <a:pt x="300" y="527"/>
                </a:lnTo>
                <a:lnTo>
                  <a:pt x="300" y="526"/>
                </a:lnTo>
                <a:lnTo>
                  <a:pt x="300" y="525"/>
                </a:lnTo>
                <a:lnTo>
                  <a:pt x="299" y="525"/>
                </a:lnTo>
                <a:lnTo>
                  <a:pt x="299" y="524"/>
                </a:lnTo>
                <a:lnTo>
                  <a:pt x="299" y="523"/>
                </a:lnTo>
                <a:lnTo>
                  <a:pt x="300" y="523"/>
                </a:lnTo>
                <a:lnTo>
                  <a:pt x="301" y="523"/>
                </a:lnTo>
                <a:lnTo>
                  <a:pt x="302" y="522"/>
                </a:lnTo>
                <a:lnTo>
                  <a:pt x="303" y="522"/>
                </a:lnTo>
                <a:lnTo>
                  <a:pt x="303" y="521"/>
                </a:lnTo>
                <a:lnTo>
                  <a:pt x="302" y="521"/>
                </a:lnTo>
                <a:lnTo>
                  <a:pt x="302" y="519"/>
                </a:lnTo>
                <a:lnTo>
                  <a:pt x="301" y="519"/>
                </a:lnTo>
                <a:lnTo>
                  <a:pt x="301" y="518"/>
                </a:lnTo>
                <a:lnTo>
                  <a:pt x="301" y="517"/>
                </a:lnTo>
                <a:lnTo>
                  <a:pt x="301" y="516"/>
                </a:lnTo>
                <a:lnTo>
                  <a:pt x="302" y="516"/>
                </a:lnTo>
                <a:lnTo>
                  <a:pt x="302" y="515"/>
                </a:lnTo>
                <a:lnTo>
                  <a:pt x="303" y="515"/>
                </a:lnTo>
                <a:lnTo>
                  <a:pt x="302" y="515"/>
                </a:lnTo>
                <a:lnTo>
                  <a:pt x="302" y="514"/>
                </a:lnTo>
                <a:lnTo>
                  <a:pt x="301" y="514"/>
                </a:lnTo>
                <a:lnTo>
                  <a:pt x="300" y="514"/>
                </a:lnTo>
                <a:lnTo>
                  <a:pt x="300" y="512"/>
                </a:lnTo>
                <a:lnTo>
                  <a:pt x="302" y="510"/>
                </a:lnTo>
                <a:lnTo>
                  <a:pt x="304" y="509"/>
                </a:lnTo>
                <a:lnTo>
                  <a:pt x="305" y="509"/>
                </a:lnTo>
                <a:lnTo>
                  <a:pt x="305" y="507"/>
                </a:lnTo>
                <a:lnTo>
                  <a:pt x="305" y="506"/>
                </a:lnTo>
                <a:lnTo>
                  <a:pt x="306" y="506"/>
                </a:lnTo>
                <a:lnTo>
                  <a:pt x="307" y="505"/>
                </a:lnTo>
                <a:lnTo>
                  <a:pt x="307" y="504"/>
                </a:lnTo>
                <a:lnTo>
                  <a:pt x="307" y="502"/>
                </a:lnTo>
                <a:lnTo>
                  <a:pt x="308" y="502"/>
                </a:lnTo>
                <a:lnTo>
                  <a:pt x="308" y="501"/>
                </a:lnTo>
                <a:lnTo>
                  <a:pt x="309" y="500"/>
                </a:lnTo>
                <a:lnTo>
                  <a:pt x="309" y="498"/>
                </a:lnTo>
                <a:lnTo>
                  <a:pt x="309" y="497"/>
                </a:lnTo>
                <a:lnTo>
                  <a:pt x="309" y="496"/>
                </a:lnTo>
                <a:lnTo>
                  <a:pt x="308" y="494"/>
                </a:lnTo>
                <a:lnTo>
                  <a:pt x="308" y="493"/>
                </a:lnTo>
                <a:lnTo>
                  <a:pt x="309" y="492"/>
                </a:lnTo>
                <a:lnTo>
                  <a:pt x="309" y="491"/>
                </a:lnTo>
                <a:lnTo>
                  <a:pt x="311" y="490"/>
                </a:lnTo>
                <a:lnTo>
                  <a:pt x="312" y="490"/>
                </a:lnTo>
                <a:lnTo>
                  <a:pt x="312" y="489"/>
                </a:lnTo>
                <a:lnTo>
                  <a:pt x="311" y="488"/>
                </a:lnTo>
                <a:lnTo>
                  <a:pt x="311" y="487"/>
                </a:lnTo>
                <a:lnTo>
                  <a:pt x="311" y="486"/>
                </a:lnTo>
                <a:lnTo>
                  <a:pt x="311" y="485"/>
                </a:lnTo>
                <a:lnTo>
                  <a:pt x="312" y="485"/>
                </a:lnTo>
                <a:lnTo>
                  <a:pt x="312" y="484"/>
                </a:lnTo>
                <a:lnTo>
                  <a:pt x="314" y="483"/>
                </a:lnTo>
                <a:lnTo>
                  <a:pt x="315" y="483"/>
                </a:lnTo>
                <a:lnTo>
                  <a:pt x="317" y="481"/>
                </a:lnTo>
                <a:lnTo>
                  <a:pt x="317" y="480"/>
                </a:lnTo>
                <a:lnTo>
                  <a:pt x="317" y="479"/>
                </a:lnTo>
                <a:lnTo>
                  <a:pt x="317" y="478"/>
                </a:lnTo>
                <a:lnTo>
                  <a:pt x="317" y="477"/>
                </a:lnTo>
                <a:lnTo>
                  <a:pt x="317" y="476"/>
                </a:lnTo>
                <a:lnTo>
                  <a:pt x="318" y="475"/>
                </a:lnTo>
                <a:lnTo>
                  <a:pt x="320" y="475"/>
                </a:lnTo>
                <a:lnTo>
                  <a:pt x="321" y="475"/>
                </a:lnTo>
                <a:lnTo>
                  <a:pt x="321" y="474"/>
                </a:lnTo>
                <a:lnTo>
                  <a:pt x="321" y="473"/>
                </a:lnTo>
                <a:lnTo>
                  <a:pt x="320" y="473"/>
                </a:lnTo>
                <a:lnTo>
                  <a:pt x="320" y="472"/>
                </a:lnTo>
                <a:lnTo>
                  <a:pt x="321" y="470"/>
                </a:lnTo>
                <a:lnTo>
                  <a:pt x="322" y="469"/>
                </a:lnTo>
                <a:lnTo>
                  <a:pt x="323" y="467"/>
                </a:lnTo>
                <a:lnTo>
                  <a:pt x="324" y="467"/>
                </a:lnTo>
                <a:lnTo>
                  <a:pt x="325" y="466"/>
                </a:lnTo>
                <a:lnTo>
                  <a:pt x="326" y="466"/>
                </a:lnTo>
                <a:lnTo>
                  <a:pt x="326" y="465"/>
                </a:lnTo>
                <a:lnTo>
                  <a:pt x="326" y="464"/>
                </a:lnTo>
                <a:lnTo>
                  <a:pt x="327" y="463"/>
                </a:lnTo>
                <a:lnTo>
                  <a:pt x="327" y="462"/>
                </a:lnTo>
                <a:lnTo>
                  <a:pt x="327" y="461"/>
                </a:lnTo>
                <a:lnTo>
                  <a:pt x="327" y="460"/>
                </a:lnTo>
                <a:lnTo>
                  <a:pt x="328" y="460"/>
                </a:lnTo>
                <a:lnTo>
                  <a:pt x="328" y="459"/>
                </a:lnTo>
                <a:lnTo>
                  <a:pt x="327" y="459"/>
                </a:lnTo>
                <a:lnTo>
                  <a:pt x="327" y="458"/>
                </a:lnTo>
                <a:lnTo>
                  <a:pt x="326" y="457"/>
                </a:lnTo>
                <a:lnTo>
                  <a:pt x="326" y="456"/>
                </a:lnTo>
                <a:lnTo>
                  <a:pt x="326" y="455"/>
                </a:lnTo>
                <a:lnTo>
                  <a:pt x="328" y="455"/>
                </a:lnTo>
                <a:lnTo>
                  <a:pt x="329" y="454"/>
                </a:lnTo>
                <a:lnTo>
                  <a:pt x="330" y="453"/>
                </a:lnTo>
                <a:lnTo>
                  <a:pt x="330" y="452"/>
                </a:lnTo>
                <a:lnTo>
                  <a:pt x="330" y="451"/>
                </a:lnTo>
                <a:lnTo>
                  <a:pt x="331" y="450"/>
                </a:lnTo>
                <a:lnTo>
                  <a:pt x="332" y="449"/>
                </a:lnTo>
                <a:lnTo>
                  <a:pt x="333" y="449"/>
                </a:lnTo>
                <a:lnTo>
                  <a:pt x="334" y="449"/>
                </a:lnTo>
                <a:lnTo>
                  <a:pt x="335" y="448"/>
                </a:lnTo>
                <a:lnTo>
                  <a:pt x="336" y="449"/>
                </a:lnTo>
                <a:lnTo>
                  <a:pt x="337" y="449"/>
                </a:lnTo>
                <a:lnTo>
                  <a:pt x="337" y="450"/>
                </a:lnTo>
                <a:lnTo>
                  <a:pt x="338" y="450"/>
                </a:lnTo>
                <a:lnTo>
                  <a:pt x="339" y="450"/>
                </a:lnTo>
                <a:lnTo>
                  <a:pt x="341" y="450"/>
                </a:lnTo>
                <a:lnTo>
                  <a:pt x="341" y="451"/>
                </a:lnTo>
                <a:lnTo>
                  <a:pt x="342" y="451"/>
                </a:lnTo>
                <a:lnTo>
                  <a:pt x="342" y="450"/>
                </a:lnTo>
                <a:lnTo>
                  <a:pt x="343" y="450"/>
                </a:lnTo>
                <a:lnTo>
                  <a:pt x="343" y="449"/>
                </a:lnTo>
                <a:lnTo>
                  <a:pt x="344" y="449"/>
                </a:lnTo>
                <a:lnTo>
                  <a:pt x="345" y="450"/>
                </a:lnTo>
                <a:lnTo>
                  <a:pt x="346" y="449"/>
                </a:lnTo>
                <a:lnTo>
                  <a:pt x="347" y="449"/>
                </a:lnTo>
                <a:lnTo>
                  <a:pt x="347" y="450"/>
                </a:lnTo>
                <a:lnTo>
                  <a:pt x="346" y="450"/>
                </a:lnTo>
                <a:lnTo>
                  <a:pt x="346" y="451"/>
                </a:lnTo>
                <a:lnTo>
                  <a:pt x="347" y="452"/>
                </a:lnTo>
                <a:lnTo>
                  <a:pt x="348" y="452"/>
                </a:lnTo>
                <a:lnTo>
                  <a:pt x="349" y="453"/>
                </a:lnTo>
                <a:lnTo>
                  <a:pt x="350" y="453"/>
                </a:lnTo>
                <a:lnTo>
                  <a:pt x="351" y="453"/>
                </a:lnTo>
                <a:lnTo>
                  <a:pt x="352" y="454"/>
                </a:lnTo>
                <a:lnTo>
                  <a:pt x="353" y="454"/>
                </a:lnTo>
                <a:lnTo>
                  <a:pt x="354" y="454"/>
                </a:lnTo>
                <a:lnTo>
                  <a:pt x="354" y="453"/>
                </a:lnTo>
                <a:lnTo>
                  <a:pt x="355" y="453"/>
                </a:lnTo>
                <a:lnTo>
                  <a:pt x="356" y="453"/>
                </a:lnTo>
                <a:lnTo>
                  <a:pt x="357" y="453"/>
                </a:lnTo>
                <a:lnTo>
                  <a:pt x="357" y="452"/>
                </a:lnTo>
                <a:lnTo>
                  <a:pt x="357" y="451"/>
                </a:lnTo>
                <a:lnTo>
                  <a:pt x="358" y="451"/>
                </a:lnTo>
                <a:lnTo>
                  <a:pt x="358" y="450"/>
                </a:lnTo>
                <a:lnTo>
                  <a:pt x="359" y="450"/>
                </a:lnTo>
                <a:lnTo>
                  <a:pt x="359" y="449"/>
                </a:lnTo>
                <a:lnTo>
                  <a:pt x="360" y="448"/>
                </a:lnTo>
                <a:lnTo>
                  <a:pt x="361" y="448"/>
                </a:lnTo>
                <a:lnTo>
                  <a:pt x="362" y="448"/>
                </a:lnTo>
                <a:lnTo>
                  <a:pt x="363" y="448"/>
                </a:lnTo>
                <a:lnTo>
                  <a:pt x="363" y="447"/>
                </a:lnTo>
                <a:lnTo>
                  <a:pt x="363" y="446"/>
                </a:lnTo>
                <a:lnTo>
                  <a:pt x="363" y="445"/>
                </a:lnTo>
                <a:lnTo>
                  <a:pt x="364" y="445"/>
                </a:lnTo>
                <a:lnTo>
                  <a:pt x="364" y="443"/>
                </a:lnTo>
                <a:lnTo>
                  <a:pt x="363" y="443"/>
                </a:lnTo>
                <a:lnTo>
                  <a:pt x="363" y="442"/>
                </a:lnTo>
                <a:lnTo>
                  <a:pt x="362" y="442"/>
                </a:lnTo>
                <a:lnTo>
                  <a:pt x="362" y="441"/>
                </a:lnTo>
                <a:lnTo>
                  <a:pt x="363" y="441"/>
                </a:lnTo>
                <a:lnTo>
                  <a:pt x="364" y="441"/>
                </a:lnTo>
                <a:lnTo>
                  <a:pt x="363" y="441"/>
                </a:lnTo>
                <a:lnTo>
                  <a:pt x="363" y="440"/>
                </a:lnTo>
                <a:lnTo>
                  <a:pt x="364" y="440"/>
                </a:lnTo>
                <a:lnTo>
                  <a:pt x="364" y="439"/>
                </a:lnTo>
                <a:lnTo>
                  <a:pt x="363" y="439"/>
                </a:lnTo>
                <a:lnTo>
                  <a:pt x="362" y="439"/>
                </a:lnTo>
                <a:lnTo>
                  <a:pt x="362" y="438"/>
                </a:lnTo>
                <a:lnTo>
                  <a:pt x="363" y="438"/>
                </a:lnTo>
                <a:lnTo>
                  <a:pt x="364" y="438"/>
                </a:lnTo>
                <a:lnTo>
                  <a:pt x="364" y="437"/>
                </a:lnTo>
                <a:lnTo>
                  <a:pt x="365" y="436"/>
                </a:lnTo>
                <a:lnTo>
                  <a:pt x="366" y="435"/>
                </a:lnTo>
                <a:lnTo>
                  <a:pt x="367" y="435"/>
                </a:lnTo>
                <a:lnTo>
                  <a:pt x="367" y="434"/>
                </a:lnTo>
                <a:lnTo>
                  <a:pt x="366" y="434"/>
                </a:lnTo>
                <a:lnTo>
                  <a:pt x="366" y="433"/>
                </a:lnTo>
                <a:lnTo>
                  <a:pt x="367" y="433"/>
                </a:lnTo>
                <a:lnTo>
                  <a:pt x="367" y="432"/>
                </a:lnTo>
                <a:lnTo>
                  <a:pt x="366" y="432"/>
                </a:lnTo>
                <a:lnTo>
                  <a:pt x="366" y="431"/>
                </a:lnTo>
                <a:lnTo>
                  <a:pt x="366" y="430"/>
                </a:lnTo>
                <a:lnTo>
                  <a:pt x="367" y="430"/>
                </a:lnTo>
                <a:lnTo>
                  <a:pt x="368" y="430"/>
                </a:lnTo>
                <a:lnTo>
                  <a:pt x="367" y="430"/>
                </a:lnTo>
                <a:lnTo>
                  <a:pt x="367" y="429"/>
                </a:lnTo>
                <a:lnTo>
                  <a:pt x="368" y="429"/>
                </a:lnTo>
                <a:lnTo>
                  <a:pt x="368" y="428"/>
                </a:lnTo>
                <a:lnTo>
                  <a:pt x="367" y="427"/>
                </a:lnTo>
                <a:lnTo>
                  <a:pt x="366" y="427"/>
                </a:lnTo>
                <a:lnTo>
                  <a:pt x="366" y="426"/>
                </a:lnTo>
                <a:lnTo>
                  <a:pt x="366" y="425"/>
                </a:lnTo>
                <a:lnTo>
                  <a:pt x="366" y="424"/>
                </a:lnTo>
                <a:lnTo>
                  <a:pt x="366" y="423"/>
                </a:lnTo>
                <a:lnTo>
                  <a:pt x="366" y="422"/>
                </a:lnTo>
                <a:lnTo>
                  <a:pt x="367" y="422"/>
                </a:lnTo>
                <a:lnTo>
                  <a:pt x="367" y="421"/>
                </a:lnTo>
                <a:lnTo>
                  <a:pt x="367" y="420"/>
                </a:lnTo>
                <a:lnTo>
                  <a:pt x="366" y="420"/>
                </a:lnTo>
                <a:lnTo>
                  <a:pt x="365" y="418"/>
                </a:lnTo>
                <a:lnTo>
                  <a:pt x="364" y="418"/>
                </a:lnTo>
                <a:lnTo>
                  <a:pt x="364" y="417"/>
                </a:lnTo>
                <a:lnTo>
                  <a:pt x="365" y="417"/>
                </a:lnTo>
                <a:lnTo>
                  <a:pt x="365" y="416"/>
                </a:lnTo>
                <a:lnTo>
                  <a:pt x="364" y="416"/>
                </a:lnTo>
                <a:lnTo>
                  <a:pt x="363" y="416"/>
                </a:lnTo>
                <a:lnTo>
                  <a:pt x="363" y="415"/>
                </a:lnTo>
                <a:lnTo>
                  <a:pt x="363" y="414"/>
                </a:lnTo>
                <a:lnTo>
                  <a:pt x="363" y="413"/>
                </a:lnTo>
                <a:lnTo>
                  <a:pt x="362" y="413"/>
                </a:lnTo>
                <a:lnTo>
                  <a:pt x="362" y="412"/>
                </a:lnTo>
                <a:lnTo>
                  <a:pt x="363" y="412"/>
                </a:lnTo>
                <a:lnTo>
                  <a:pt x="364" y="412"/>
                </a:lnTo>
                <a:lnTo>
                  <a:pt x="364" y="411"/>
                </a:lnTo>
                <a:lnTo>
                  <a:pt x="364" y="410"/>
                </a:lnTo>
                <a:lnTo>
                  <a:pt x="363" y="410"/>
                </a:lnTo>
                <a:lnTo>
                  <a:pt x="363" y="409"/>
                </a:lnTo>
                <a:lnTo>
                  <a:pt x="362" y="409"/>
                </a:lnTo>
                <a:lnTo>
                  <a:pt x="363" y="409"/>
                </a:lnTo>
                <a:lnTo>
                  <a:pt x="364" y="408"/>
                </a:lnTo>
                <a:lnTo>
                  <a:pt x="364" y="407"/>
                </a:lnTo>
                <a:lnTo>
                  <a:pt x="364" y="406"/>
                </a:lnTo>
                <a:lnTo>
                  <a:pt x="363" y="406"/>
                </a:lnTo>
                <a:lnTo>
                  <a:pt x="363" y="407"/>
                </a:lnTo>
                <a:lnTo>
                  <a:pt x="362" y="407"/>
                </a:lnTo>
                <a:lnTo>
                  <a:pt x="362" y="406"/>
                </a:lnTo>
                <a:lnTo>
                  <a:pt x="361" y="406"/>
                </a:lnTo>
                <a:lnTo>
                  <a:pt x="361" y="405"/>
                </a:lnTo>
                <a:lnTo>
                  <a:pt x="360" y="405"/>
                </a:lnTo>
                <a:lnTo>
                  <a:pt x="359" y="404"/>
                </a:lnTo>
                <a:lnTo>
                  <a:pt x="359" y="403"/>
                </a:lnTo>
                <a:lnTo>
                  <a:pt x="358" y="403"/>
                </a:lnTo>
                <a:lnTo>
                  <a:pt x="358" y="404"/>
                </a:lnTo>
                <a:lnTo>
                  <a:pt x="357" y="404"/>
                </a:lnTo>
                <a:lnTo>
                  <a:pt x="356" y="404"/>
                </a:lnTo>
                <a:lnTo>
                  <a:pt x="356" y="403"/>
                </a:lnTo>
                <a:lnTo>
                  <a:pt x="355" y="403"/>
                </a:lnTo>
                <a:lnTo>
                  <a:pt x="355" y="402"/>
                </a:lnTo>
                <a:lnTo>
                  <a:pt x="355" y="401"/>
                </a:lnTo>
                <a:lnTo>
                  <a:pt x="354" y="400"/>
                </a:lnTo>
                <a:lnTo>
                  <a:pt x="354" y="399"/>
                </a:lnTo>
                <a:lnTo>
                  <a:pt x="355" y="399"/>
                </a:lnTo>
                <a:lnTo>
                  <a:pt x="355" y="398"/>
                </a:lnTo>
                <a:lnTo>
                  <a:pt x="356" y="398"/>
                </a:lnTo>
                <a:lnTo>
                  <a:pt x="357" y="398"/>
                </a:lnTo>
                <a:lnTo>
                  <a:pt x="358" y="399"/>
                </a:lnTo>
                <a:lnTo>
                  <a:pt x="359" y="399"/>
                </a:lnTo>
                <a:lnTo>
                  <a:pt x="359" y="400"/>
                </a:lnTo>
                <a:lnTo>
                  <a:pt x="360" y="400"/>
                </a:lnTo>
                <a:lnTo>
                  <a:pt x="360" y="401"/>
                </a:lnTo>
                <a:lnTo>
                  <a:pt x="360" y="402"/>
                </a:lnTo>
                <a:lnTo>
                  <a:pt x="360" y="403"/>
                </a:lnTo>
                <a:lnTo>
                  <a:pt x="361" y="402"/>
                </a:lnTo>
                <a:lnTo>
                  <a:pt x="361" y="401"/>
                </a:lnTo>
                <a:lnTo>
                  <a:pt x="361" y="400"/>
                </a:lnTo>
                <a:lnTo>
                  <a:pt x="362" y="400"/>
                </a:lnTo>
                <a:lnTo>
                  <a:pt x="362" y="399"/>
                </a:lnTo>
                <a:lnTo>
                  <a:pt x="363" y="399"/>
                </a:lnTo>
                <a:lnTo>
                  <a:pt x="363" y="398"/>
                </a:lnTo>
                <a:lnTo>
                  <a:pt x="363" y="397"/>
                </a:lnTo>
                <a:lnTo>
                  <a:pt x="363" y="396"/>
                </a:lnTo>
                <a:lnTo>
                  <a:pt x="363" y="394"/>
                </a:lnTo>
                <a:lnTo>
                  <a:pt x="363" y="393"/>
                </a:lnTo>
                <a:lnTo>
                  <a:pt x="363" y="392"/>
                </a:lnTo>
                <a:lnTo>
                  <a:pt x="362" y="392"/>
                </a:lnTo>
                <a:lnTo>
                  <a:pt x="361" y="392"/>
                </a:lnTo>
                <a:lnTo>
                  <a:pt x="362" y="391"/>
                </a:lnTo>
                <a:lnTo>
                  <a:pt x="362" y="390"/>
                </a:lnTo>
                <a:lnTo>
                  <a:pt x="363" y="390"/>
                </a:lnTo>
                <a:lnTo>
                  <a:pt x="363" y="389"/>
                </a:lnTo>
                <a:lnTo>
                  <a:pt x="364" y="388"/>
                </a:lnTo>
                <a:lnTo>
                  <a:pt x="363" y="388"/>
                </a:lnTo>
                <a:lnTo>
                  <a:pt x="363" y="387"/>
                </a:lnTo>
                <a:lnTo>
                  <a:pt x="363" y="386"/>
                </a:lnTo>
                <a:lnTo>
                  <a:pt x="364" y="386"/>
                </a:lnTo>
                <a:lnTo>
                  <a:pt x="363" y="386"/>
                </a:lnTo>
                <a:lnTo>
                  <a:pt x="363" y="385"/>
                </a:lnTo>
                <a:lnTo>
                  <a:pt x="362" y="385"/>
                </a:lnTo>
                <a:lnTo>
                  <a:pt x="360" y="384"/>
                </a:lnTo>
                <a:lnTo>
                  <a:pt x="359" y="383"/>
                </a:lnTo>
                <a:lnTo>
                  <a:pt x="359" y="382"/>
                </a:lnTo>
                <a:lnTo>
                  <a:pt x="360" y="382"/>
                </a:lnTo>
                <a:lnTo>
                  <a:pt x="361" y="382"/>
                </a:lnTo>
                <a:lnTo>
                  <a:pt x="362" y="382"/>
                </a:lnTo>
                <a:lnTo>
                  <a:pt x="363" y="382"/>
                </a:lnTo>
                <a:lnTo>
                  <a:pt x="363" y="381"/>
                </a:lnTo>
                <a:lnTo>
                  <a:pt x="364" y="381"/>
                </a:lnTo>
                <a:lnTo>
                  <a:pt x="365" y="380"/>
                </a:lnTo>
                <a:lnTo>
                  <a:pt x="364" y="380"/>
                </a:lnTo>
                <a:lnTo>
                  <a:pt x="363" y="379"/>
                </a:lnTo>
                <a:lnTo>
                  <a:pt x="363" y="378"/>
                </a:lnTo>
                <a:lnTo>
                  <a:pt x="365" y="378"/>
                </a:lnTo>
                <a:lnTo>
                  <a:pt x="365" y="377"/>
                </a:lnTo>
                <a:lnTo>
                  <a:pt x="364" y="376"/>
                </a:lnTo>
                <a:lnTo>
                  <a:pt x="363" y="375"/>
                </a:lnTo>
                <a:lnTo>
                  <a:pt x="362" y="374"/>
                </a:lnTo>
                <a:lnTo>
                  <a:pt x="363" y="373"/>
                </a:lnTo>
                <a:lnTo>
                  <a:pt x="362" y="372"/>
                </a:lnTo>
                <a:lnTo>
                  <a:pt x="361" y="372"/>
                </a:lnTo>
                <a:lnTo>
                  <a:pt x="361" y="371"/>
                </a:lnTo>
                <a:lnTo>
                  <a:pt x="360" y="370"/>
                </a:lnTo>
                <a:lnTo>
                  <a:pt x="360" y="369"/>
                </a:lnTo>
                <a:lnTo>
                  <a:pt x="361" y="369"/>
                </a:lnTo>
                <a:lnTo>
                  <a:pt x="362" y="369"/>
                </a:lnTo>
                <a:lnTo>
                  <a:pt x="363" y="369"/>
                </a:lnTo>
                <a:lnTo>
                  <a:pt x="364" y="369"/>
                </a:lnTo>
                <a:lnTo>
                  <a:pt x="365" y="368"/>
                </a:lnTo>
                <a:lnTo>
                  <a:pt x="365" y="367"/>
                </a:lnTo>
                <a:lnTo>
                  <a:pt x="365" y="366"/>
                </a:lnTo>
                <a:lnTo>
                  <a:pt x="366" y="365"/>
                </a:lnTo>
                <a:lnTo>
                  <a:pt x="367" y="365"/>
                </a:lnTo>
                <a:lnTo>
                  <a:pt x="368" y="365"/>
                </a:lnTo>
                <a:lnTo>
                  <a:pt x="369" y="365"/>
                </a:lnTo>
                <a:lnTo>
                  <a:pt x="370" y="364"/>
                </a:lnTo>
                <a:lnTo>
                  <a:pt x="370" y="363"/>
                </a:lnTo>
                <a:lnTo>
                  <a:pt x="370" y="362"/>
                </a:lnTo>
                <a:lnTo>
                  <a:pt x="369" y="362"/>
                </a:lnTo>
                <a:lnTo>
                  <a:pt x="369" y="361"/>
                </a:lnTo>
                <a:lnTo>
                  <a:pt x="368" y="361"/>
                </a:lnTo>
                <a:lnTo>
                  <a:pt x="367" y="361"/>
                </a:lnTo>
                <a:lnTo>
                  <a:pt x="366" y="361"/>
                </a:lnTo>
                <a:lnTo>
                  <a:pt x="366" y="360"/>
                </a:lnTo>
                <a:lnTo>
                  <a:pt x="367" y="360"/>
                </a:lnTo>
                <a:lnTo>
                  <a:pt x="368" y="359"/>
                </a:lnTo>
                <a:lnTo>
                  <a:pt x="369" y="359"/>
                </a:lnTo>
                <a:lnTo>
                  <a:pt x="370" y="359"/>
                </a:lnTo>
                <a:lnTo>
                  <a:pt x="370" y="360"/>
                </a:lnTo>
                <a:lnTo>
                  <a:pt x="371" y="360"/>
                </a:lnTo>
                <a:lnTo>
                  <a:pt x="372" y="360"/>
                </a:lnTo>
                <a:lnTo>
                  <a:pt x="373" y="360"/>
                </a:lnTo>
                <a:lnTo>
                  <a:pt x="373" y="359"/>
                </a:lnTo>
                <a:lnTo>
                  <a:pt x="374" y="359"/>
                </a:lnTo>
                <a:lnTo>
                  <a:pt x="373" y="359"/>
                </a:lnTo>
                <a:lnTo>
                  <a:pt x="373" y="358"/>
                </a:lnTo>
                <a:lnTo>
                  <a:pt x="372" y="358"/>
                </a:lnTo>
                <a:lnTo>
                  <a:pt x="371" y="358"/>
                </a:lnTo>
                <a:lnTo>
                  <a:pt x="370" y="358"/>
                </a:lnTo>
                <a:lnTo>
                  <a:pt x="369" y="358"/>
                </a:lnTo>
                <a:lnTo>
                  <a:pt x="368" y="357"/>
                </a:lnTo>
                <a:lnTo>
                  <a:pt x="367" y="357"/>
                </a:lnTo>
                <a:lnTo>
                  <a:pt x="368" y="356"/>
                </a:lnTo>
                <a:lnTo>
                  <a:pt x="369" y="356"/>
                </a:lnTo>
                <a:lnTo>
                  <a:pt x="369" y="355"/>
                </a:lnTo>
                <a:lnTo>
                  <a:pt x="368" y="355"/>
                </a:lnTo>
                <a:lnTo>
                  <a:pt x="367" y="355"/>
                </a:lnTo>
                <a:lnTo>
                  <a:pt x="366" y="355"/>
                </a:lnTo>
                <a:lnTo>
                  <a:pt x="366" y="354"/>
                </a:lnTo>
                <a:lnTo>
                  <a:pt x="367" y="354"/>
                </a:lnTo>
                <a:lnTo>
                  <a:pt x="368" y="354"/>
                </a:lnTo>
                <a:lnTo>
                  <a:pt x="369" y="353"/>
                </a:lnTo>
                <a:lnTo>
                  <a:pt x="368" y="353"/>
                </a:lnTo>
                <a:lnTo>
                  <a:pt x="368" y="352"/>
                </a:lnTo>
                <a:lnTo>
                  <a:pt x="369" y="352"/>
                </a:lnTo>
                <a:lnTo>
                  <a:pt x="369" y="351"/>
                </a:lnTo>
                <a:lnTo>
                  <a:pt x="370" y="351"/>
                </a:lnTo>
                <a:lnTo>
                  <a:pt x="370" y="350"/>
                </a:lnTo>
                <a:lnTo>
                  <a:pt x="371" y="350"/>
                </a:lnTo>
                <a:lnTo>
                  <a:pt x="371" y="351"/>
                </a:lnTo>
                <a:lnTo>
                  <a:pt x="371" y="352"/>
                </a:lnTo>
                <a:lnTo>
                  <a:pt x="372" y="352"/>
                </a:lnTo>
                <a:lnTo>
                  <a:pt x="372" y="353"/>
                </a:lnTo>
                <a:lnTo>
                  <a:pt x="373" y="353"/>
                </a:lnTo>
                <a:lnTo>
                  <a:pt x="373" y="352"/>
                </a:lnTo>
                <a:lnTo>
                  <a:pt x="373" y="351"/>
                </a:lnTo>
                <a:lnTo>
                  <a:pt x="374" y="351"/>
                </a:lnTo>
                <a:lnTo>
                  <a:pt x="375" y="351"/>
                </a:lnTo>
                <a:lnTo>
                  <a:pt x="376" y="351"/>
                </a:lnTo>
                <a:lnTo>
                  <a:pt x="377" y="351"/>
                </a:lnTo>
                <a:lnTo>
                  <a:pt x="377" y="350"/>
                </a:lnTo>
                <a:lnTo>
                  <a:pt x="376" y="350"/>
                </a:lnTo>
                <a:lnTo>
                  <a:pt x="375" y="350"/>
                </a:lnTo>
                <a:lnTo>
                  <a:pt x="375" y="349"/>
                </a:lnTo>
                <a:lnTo>
                  <a:pt x="374" y="349"/>
                </a:lnTo>
                <a:lnTo>
                  <a:pt x="373" y="348"/>
                </a:lnTo>
                <a:lnTo>
                  <a:pt x="374" y="348"/>
                </a:lnTo>
                <a:lnTo>
                  <a:pt x="375" y="348"/>
                </a:lnTo>
                <a:lnTo>
                  <a:pt x="376" y="348"/>
                </a:lnTo>
                <a:lnTo>
                  <a:pt x="376" y="347"/>
                </a:lnTo>
                <a:lnTo>
                  <a:pt x="377" y="347"/>
                </a:lnTo>
                <a:lnTo>
                  <a:pt x="378" y="347"/>
                </a:lnTo>
                <a:lnTo>
                  <a:pt x="378" y="346"/>
                </a:lnTo>
                <a:lnTo>
                  <a:pt x="378" y="345"/>
                </a:lnTo>
                <a:lnTo>
                  <a:pt x="378" y="344"/>
                </a:lnTo>
                <a:lnTo>
                  <a:pt x="379" y="345"/>
                </a:lnTo>
                <a:lnTo>
                  <a:pt x="380" y="345"/>
                </a:lnTo>
                <a:lnTo>
                  <a:pt x="381" y="345"/>
                </a:lnTo>
                <a:lnTo>
                  <a:pt x="381" y="344"/>
                </a:lnTo>
                <a:lnTo>
                  <a:pt x="382" y="344"/>
                </a:lnTo>
                <a:lnTo>
                  <a:pt x="383" y="344"/>
                </a:lnTo>
                <a:lnTo>
                  <a:pt x="383" y="343"/>
                </a:lnTo>
                <a:lnTo>
                  <a:pt x="383" y="342"/>
                </a:lnTo>
                <a:lnTo>
                  <a:pt x="382" y="342"/>
                </a:lnTo>
                <a:lnTo>
                  <a:pt x="382" y="341"/>
                </a:lnTo>
                <a:lnTo>
                  <a:pt x="383" y="341"/>
                </a:lnTo>
                <a:lnTo>
                  <a:pt x="384" y="341"/>
                </a:lnTo>
                <a:lnTo>
                  <a:pt x="384" y="342"/>
                </a:lnTo>
                <a:lnTo>
                  <a:pt x="385" y="342"/>
                </a:lnTo>
                <a:lnTo>
                  <a:pt x="385" y="341"/>
                </a:lnTo>
                <a:lnTo>
                  <a:pt x="384" y="341"/>
                </a:lnTo>
                <a:lnTo>
                  <a:pt x="383" y="340"/>
                </a:lnTo>
                <a:lnTo>
                  <a:pt x="384" y="340"/>
                </a:lnTo>
                <a:lnTo>
                  <a:pt x="384" y="339"/>
                </a:lnTo>
                <a:lnTo>
                  <a:pt x="383" y="339"/>
                </a:lnTo>
                <a:lnTo>
                  <a:pt x="383" y="338"/>
                </a:lnTo>
                <a:lnTo>
                  <a:pt x="384" y="338"/>
                </a:lnTo>
                <a:lnTo>
                  <a:pt x="384" y="337"/>
                </a:lnTo>
                <a:lnTo>
                  <a:pt x="384" y="338"/>
                </a:lnTo>
                <a:lnTo>
                  <a:pt x="385" y="338"/>
                </a:lnTo>
                <a:lnTo>
                  <a:pt x="385" y="337"/>
                </a:lnTo>
                <a:lnTo>
                  <a:pt x="385" y="336"/>
                </a:lnTo>
                <a:lnTo>
                  <a:pt x="385" y="334"/>
                </a:lnTo>
                <a:lnTo>
                  <a:pt x="386" y="334"/>
                </a:lnTo>
                <a:lnTo>
                  <a:pt x="386" y="335"/>
                </a:lnTo>
                <a:lnTo>
                  <a:pt x="386" y="334"/>
                </a:lnTo>
                <a:lnTo>
                  <a:pt x="387" y="334"/>
                </a:lnTo>
                <a:lnTo>
                  <a:pt x="387" y="333"/>
                </a:lnTo>
                <a:lnTo>
                  <a:pt x="388" y="333"/>
                </a:lnTo>
                <a:lnTo>
                  <a:pt x="389" y="333"/>
                </a:lnTo>
                <a:lnTo>
                  <a:pt x="390" y="333"/>
                </a:lnTo>
                <a:lnTo>
                  <a:pt x="390" y="332"/>
                </a:lnTo>
                <a:lnTo>
                  <a:pt x="389" y="332"/>
                </a:lnTo>
                <a:lnTo>
                  <a:pt x="388" y="332"/>
                </a:lnTo>
                <a:lnTo>
                  <a:pt x="389" y="332"/>
                </a:lnTo>
                <a:lnTo>
                  <a:pt x="389" y="331"/>
                </a:lnTo>
                <a:lnTo>
                  <a:pt x="389" y="332"/>
                </a:lnTo>
                <a:lnTo>
                  <a:pt x="390" y="332"/>
                </a:lnTo>
                <a:lnTo>
                  <a:pt x="390" y="331"/>
                </a:lnTo>
                <a:lnTo>
                  <a:pt x="391" y="331"/>
                </a:lnTo>
                <a:lnTo>
                  <a:pt x="390" y="331"/>
                </a:lnTo>
                <a:lnTo>
                  <a:pt x="390" y="330"/>
                </a:lnTo>
                <a:lnTo>
                  <a:pt x="390" y="329"/>
                </a:lnTo>
                <a:lnTo>
                  <a:pt x="391" y="329"/>
                </a:lnTo>
                <a:lnTo>
                  <a:pt x="392" y="329"/>
                </a:lnTo>
                <a:lnTo>
                  <a:pt x="392" y="328"/>
                </a:lnTo>
                <a:lnTo>
                  <a:pt x="391" y="327"/>
                </a:lnTo>
                <a:lnTo>
                  <a:pt x="391" y="328"/>
                </a:lnTo>
                <a:lnTo>
                  <a:pt x="391" y="327"/>
                </a:lnTo>
                <a:lnTo>
                  <a:pt x="390" y="327"/>
                </a:lnTo>
                <a:lnTo>
                  <a:pt x="390" y="326"/>
                </a:lnTo>
                <a:lnTo>
                  <a:pt x="391" y="326"/>
                </a:lnTo>
                <a:lnTo>
                  <a:pt x="391" y="325"/>
                </a:lnTo>
                <a:lnTo>
                  <a:pt x="391" y="324"/>
                </a:lnTo>
                <a:lnTo>
                  <a:pt x="390" y="324"/>
                </a:lnTo>
                <a:lnTo>
                  <a:pt x="390" y="323"/>
                </a:lnTo>
                <a:lnTo>
                  <a:pt x="389" y="323"/>
                </a:lnTo>
                <a:lnTo>
                  <a:pt x="390" y="323"/>
                </a:lnTo>
                <a:lnTo>
                  <a:pt x="390" y="322"/>
                </a:lnTo>
                <a:lnTo>
                  <a:pt x="391" y="322"/>
                </a:lnTo>
                <a:lnTo>
                  <a:pt x="390" y="322"/>
                </a:lnTo>
                <a:lnTo>
                  <a:pt x="391" y="322"/>
                </a:lnTo>
                <a:lnTo>
                  <a:pt x="392" y="322"/>
                </a:lnTo>
                <a:lnTo>
                  <a:pt x="394" y="323"/>
                </a:lnTo>
                <a:lnTo>
                  <a:pt x="394" y="324"/>
                </a:lnTo>
                <a:lnTo>
                  <a:pt x="395" y="324"/>
                </a:lnTo>
                <a:lnTo>
                  <a:pt x="396" y="323"/>
                </a:lnTo>
                <a:lnTo>
                  <a:pt x="395" y="323"/>
                </a:lnTo>
                <a:lnTo>
                  <a:pt x="395" y="322"/>
                </a:lnTo>
                <a:lnTo>
                  <a:pt x="394" y="322"/>
                </a:lnTo>
                <a:lnTo>
                  <a:pt x="394" y="321"/>
                </a:lnTo>
                <a:lnTo>
                  <a:pt x="394" y="320"/>
                </a:lnTo>
                <a:lnTo>
                  <a:pt x="395" y="320"/>
                </a:lnTo>
                <a:lnTo>
                  <a:pt x="396" y="320"/>
                </a:lnTo>
                <a:lnTo>
                  <a:pt x="396" y="319"/>
                </a:lnTo>
                <a:lnTo>
                  <a:pt x="395" y="320"/>
                </a:lnTo>
                <a:lnTo>
                  <a:pt x="395" y="319"/>
                </a:lnTo>
                <a:lnTo>
                  <a:pt x="396" y="319"/>
                </a:lnTo>
                <a:lnTo>
                  <a:pt x="396" y="318"/>
                </a:lnTo>
                <a:lnTo>
                  <a:pt x="397" y="318"/>
                </a:lnTo>
                <a:lnTo>
                  <a:pt x="398" y="319"/>
                </a:lnTo>
                <a:lnTo>
                  <a:pt x="399" y="319"/>
                </a:lnTo>
                <a:lnTo>
                  <a:pt x="400" y="319"/>
                </a:lnTo>
                <a:lnTo>
                  <a:pt x="401" y="319"/>
                </a:lnTo>
                <a:lnTo>
                  <a:pt x="401" y="318"/>
                </a:lnTo>
                <a:lnTo>
                  <a:pt x="402" y="318"/>
                </a:lnTo>
                <a:lnTo>
                  <a:pt x="402" y="317"/>
                </a:lnTo>
                <a:lnTo>
                  <a:pt x="402" y="316"/>
                </a:lnTo>
                <a:lnTo>
                  <a:pt x="403" y="316"/>
                </a:lnTo>
                <a:lnTo>
                  <a:pt x="404" y="316"/>
                </a:lnTo>
                <a:lnTo>
                  <a:pt x="405" y="316"/>
                </a:lnTo>
                <a:lnTo>
                  <a:pt x="405" y="315"/>
                </a:lnTo>
                <a:lnTo>
                  <a:pt x="405" y="316"/>
                </a:lnTo>
                <a:lnTo>
                  <a:pt x="406" y="316"/>
                </a:lnTo>
                <a:lnTo>
                  <a:pt x="406" y="315"/>
                </a:lnTo>
                <a:lnTo>
                  <a:pt x="405" y="315"/>
                </a:lnTo>
                <a:lnTo>
                  <a:pt x="405" y="314"/>
                </a:lnTo>
                <a:lnTo>
                  <a:pt x="406" y="314"/>
                </a:lnTo>
                <a:lnTo>
                  <a:pt x="407" y="314"/>
                </a:lnTo>
                <a:lnTo>
                  <a:pt x="407" y="313"/>
                </a:lnTo>
                <a:lnTo>
                  <a:pt x="408" y="313"/>
                </a:lnTo>
                <a:lnTo>
                  <a:pt x="408" y="312"/>
                </a:lnTo>
                <a:lnTo>
                  <a:pt x="409" y="311"/>
                </a:lnTo>
                <a:lnTo>
                  <a:pt x="410" y="311"/>
                </a:lnTo>
                <a:lnTo>
                  <a:pt x="411" y="312"/>
                </a:lnTo>
                <a:lnTo>
                  <a:pt x="410" y="312"/>
                </a:lnTo>
                <a:lnTo>
                  <a:pt x="410" y="313"/>
                </a:lnTo>
                <a:lnTo>
                  <a:pt x="411" y="313"/>
                </a:lnTo>
                <a:lnTo>
                  <a:pt x="412" y="313"/>
                </a:lnTo>
                <a:lnTo>
                  <a:pt x="412" y="312"/>
                </a:lnTo>
                <a:lnTo>
                  <a:pt x="413" y="312"/>
                </a:lnTo>
                <a:lnTo>
                  <a:pt x="413" y="311"/>
                </a:lnTo>
                <a:lnTo>
                  <a:pt x="412" y="311"/>
                </a:lnTo>
                <a:lnTo>
                  <a:pt x="412" y="310"/>
                </a:lnTo>
                <a:lnTo>
                  <a:pt x="413" y="310"/>
                </a:lnTo>
                <a:lnTo>
                  <a:pt x="414" y="311"/>
                </a:lnTo>
                <a:lnTo>
                  <a:pt x="414" y="310"/>
                </a:lnTo>
                <a:lnTo>
                  <a:pt x="415" y="310"/>
                </a:lnTo>
                <a:lnTo>
                  <a:pt x="415" y="309"/>
                </a:lnTo>
                <a:lnTo>
                  <a:pt x="416" y="309"/>
                </a:lnTo>
                <a:lnTo>
                  <a:pt x="417" y="309"/>
                </a:lnTo>
                <a:lnTo>
                  <a:pt x="417" y="308"/>
                </a:lnTo>
                <a:lnTo>
                  <a:pt x="418" y="307"/>
                </a:lnTo>
                <a:lnTo>
                  <a:pt x="417" y="306"/>
                </a:lnTo>
                <a:lnTo>
                  <a:pt x="417" y="305"/>
                </a:lnTo>
                <a:lnTo>
                  <a:pt x="417" y="304"/>
                </a:lnTo>
                <a:lnTo>
                  <a:pt x="416" y="304"/>
                </a:lnTo>
                <a:lnTo>
                  <a:pt x="416" y="303"/>
                </a:lnTo>
                <a:lnTo>
                  <a:pt x="416" y="302"/>
                </a:lnTo>
                <a:lnTo>
                  <a:pt x="416" y="301"/>
                </a:lnTo>
                <a:lnTo>
                  <a:pt x="416" y="300"/>
                </a:lnTo>
                <a:lnTo>
                  <a:pt x="415" y="300"/>
                </a:lnTo>
                <a:lnTo>
                  <a:pt x="415" y="299"/>
                </a:lnTo>
                <a:lnTo>
                  <a:pt x="414" y="299"/>
                </a:lnTo>
                <a:lnTo>
                  <a:pt x="415" y="298"/>
                </a:lnTo>
                <a:lnTo>
                  <a:pt x="416" y="298"/>
                </a:lnTo>
                <a:lnTo>
                  <a:pt x="416" y="297"/>
                </a:lnTo>
                <a:lnTo>
                  <a:pt x="415" y="297"/>
                </a:lnTo>
                <a:lnTo>
                  <a:pt x="414" y="296"/>
                </a:lnTo>
                <a:lnTo>
                  <a:pt x="414" y="295"/>
                </a:lnTo>
                <a:lnTo>
                  <a:pt x="415" y="295"/>
                </a:lnTo>
                <a:lnTo>
                  <a:pt x="416" y="295"/>
                </a:lnTo>
                <a:lnTo>
                  <a:pt x="417" y="295"/>
                </a:lnTo>
                <a:lnTo>
                  <a:pt x="417" y="294"/>
                </a:lnTo>
                <a:lnTo>
                  <a:pt x="417" y="293"/>
                </a:lnTo>
                <a:lnTo>
                  <a:pt x="417" y="292"/>
                </a:lnTo>
                <a:lnTo>
                  <a:pt x="416" y="292"/>
                </a:lnTo>
                <a:lnTo>
                  <a:pt x="415" y="292"/>
                </a:lnTo>
                <a:lnTo>
                  <a:pt x="415" y="291"/>
                </a:lnTo>
                <a:lnTo>
                  <a:pt x="414" y="291"/>
                </a:lnTo>
                <a:lnTo>
                  <a:pt x="413" y="291"/>
                </a:lnTo>
                <a:lnTo>
                  <a:pt x="413" y="290"/>
                </a:lnTo>
                <a:lnTo>
                  <a:pt x="414" y="290"/>
                </a:lnTo>
                <a:lnTo>
                  <a:pt x="415" y="290"/>
                </a:lnTo>
                <a:lnTo>
                  <a:pt x="415" y="289"/>
                </a:lnTo>
                <a:lnTo>
                  <a:pt x="414" y="289"/>
                </a:lnTo>
                <a:lnTo>
                  <a:pt x="413" y="288"/>
                </a:lnTo>
                <a:lnTo>
                  <a:pt x="412" y="289"/>
                </a:lnTo>
                <a:lnTo>
                  <a:pt x="411" y="288"/>
                </a:lnTo>
                <a:lnTo>
                  <a:pt x="412" y="288"/>
                </a:lnTo>
                <a:lnTo>
                  <a:pt x="412" y="287"/>
                </a:lnTo>
                <a:lnTo>
                  <a:pt x="413" y="287"/>
                </a:lnTo>
                <a:lnTo>
                  <a:pt x="413" y="286"/>
                </a:lnTo>
                <a:lnTo>
                  <a:pt x="414" y="286"/>
                </a:lnTo>
                <a:lnTo>
                  <a:pt x="415" y="286"/>
                </a:lnTo>
                <a:lnTo>
                  <a:pt x="416" y="286"/>
                </a:lnTo>
                <a:lnTo>
                  <a:pt x="417" y="286"/>
                </a:lnTo>
                <a:lnTo>
                  <a:pt x="417" y="287"/>
                </a:lnTo>
                <a:lnTo>
                  <a:pt x="418" y="287"/>
                </a:lnTo>
                <a:lnTo>
                  <a:pt x="419" y="287"/>
                </a:lnTo>
                <a:lnTo>
                  <a:pt x="419" y="286"/>
                </a:lnTo>
                <a:lnTo>
                  <a:pt x="419" y="285"/>
                </a:lnTo>
                <a:lnTo>
                  <a:pt x="418" y="285"/>
                </a:lnTo>
                <a:lnTo>
                  <a:pt x="418" y="284"/>
                </a:lnTo>
                <a:lnTo>
                  <a:pt x="419" y="284"/>
                </a:lnTo>
                <a:lnTo>
                  <a:pt x="419" y="283"/>
                </a:lnTo>
                <a:lnTo>
                  <a:pt x="419" y="284"/>
                </a:lnTo>
                <a:lnTo>
                  <a:pt x="420" y="284"/>
                </a:lnTo>
                <a:lnTo>
                  <a:pt x="421" y="284"/>
                </a:lnTo>
                <a:lnTo>
                  <a:pt x="421" y="283"/>
                </a:lnTo>
                <a:lnTo>
                  <a:pt x="422" y="283"/>
                </a:lnTo>
                <a:lnTo>
                  <a:pt x="423" y="283"/>
                </a:lnTo>
                <a:lnTo>
                  <a:pt x="423" y="282"/>
                </a:lnTo>
                <a:lnTo>
                  <a:pt x="422" y="282"/>
                </a:lnTo>
                <a:lnTo>
                  <a:pt x="422" y="281"/>
                </a:lnTo>
                <a:lnTo>
                  <a:pt x="423" y="281"/>
                </a:lnTo>
                <a:lnTo>
                  <a:pt x="424" y="281"/>
                </a:lnTo>
                <a:lnTo>
                  <a:pt x="425" y="280"/>
                </a:lnTo>
                <a:lnTo>
                  <a:pt x="426" y="280"/>
                </a:lnTo>
                <a:lnTo>
                  <a:pt x="426" y="279"/>
                </a:lnTo>
                <a:lnTo>
                  <a:pt x="426" y="278"/>
                </a:lnTo>
                <a:lnTo>
                  <a:pt x="425" y="277"/>
                </a:lnTo>
                <a:lnTo>
                  <a:pt x="424" y="277"/>
                </a:lnTo>
                <a:lnTo>
                  <a:pt x="425" y="277"/>
                </a:lnTo>
                <a:lnTo>
                  <a:pt x="426" y="277"/>
                </a:lnTo>
                <a:lnTo>
                  <a:pt x="427" y="278"/>
                </a:lnTo>
                <a:lnTo>
                  <a:pt x="427" y="277"/>
                </a:lnTo>
                <a:lnTo>
                  <a:pt x="428" y="277"/>
                </a:lnTo>
                <a:lnTo>
                  <a:pt x="429" y="277"/>
                </a:lnTo>
                <a:lnTo>
                  <a:pt x="429" y="276"/>
                </a:lnTo>
                <a:lnTo>
                  <a:pt x="428" y="276"/>
                </a:lnTo>
                <a:lnTo>
                  <a:pt x="428" y="275"/>
                </a:lnTo>
                <a:lnTo>
                  <a:pt x="429" y="275"/>
                </a:lnTo>
                <a:lnTo>
                  <a:pt x="429" y="274"/>
                </a:lnTo>
                <a:lnTo>
                  <a:pt x="429" y="273"/>
                </a:lnTo>
                <a:lnTo>
                  <a:pt x="430" y="273"/>
                </a:lnTo>
                <a:lnTo>
                  <a:pt x="431" y="273"/>
                </a:lnTo>
                <a:lnTo>
                  <a:pt x="431" y="274"/>
                </a:lnTo>
                <a:lnTo>
                  <a:pt x="431" y="275"/>
                </a:lnTo>
                <a:lnTo>
                  <a:pt x="431" y="276"/>
                </a:lnTo>
                <a:lnTo>
                  <a:pt x="432" y="276"/>
                </a:lnTo>
                <a:lnTo>
                  <a:pt x="433" y="276"/>
                </a:lnTo>
                <a:lnTo>
                  <a:pt x="433" y="275"/>
                </a:lnTo>
                <a:lnTo>
                  <a:pt x="433" y="274"/>
                </a:lnTo>
                <a:lnTo>
                  <a:pt x="433" y="273"/>
                </a:lnTo>
                <a:lnTo>
                  <a:pt x="434" y="273"/>
                </a:lnTo>
                <a:lnTo>
                  <a:pt x="433" y="273"/>
                </a:lnTo>
                <a:lnTo>
                  <a:pt x="433" y="272"/>
                </a:lnTo>
                <a:lnTo>
                  <a:pt x="434" y="272"/>
                </a:lnTo>
                <a:lnTo>
                  <a:pt x="435" y="272"/>
                </a:lnTo>
                <a:lnTo>
                  <a:pt x="435" y="273"/>
                </a:lnTo>
                <a:lnTo>
                  <a:pt x="436" y="273"/>
                </a:lnTo>
                <a:lnTo>
                  <a:pt x="436" y="272"/>
                </a:lnTo>
                <a:lnTo>
                  <a:pt x="435" y="272"/>
                </a:lnTo>
                <a:lnTo>
                  <a:pt x="435" y="271"/>
                </a:lnTo>
                <a:lnTo>
                  <a:pt x="435" y="270"/>
                </a:lnTo>
                <a:lnTo>
                  <a:pt x="436" y="269"/>
                </a:lnTo>
                <a:lnTo>
                  <a:pt x="437" y="269"/>
                </a:lnTo>
                <a:lnTo>
                  <a:pt x="437" y="270"/>
                </a:lnTo>
                <a:lnTo>
                  <a:pt x="436" y="270"/>
                </a:lnTo>
                <a:lnTo>
                  <a:pt x="437" y="270"/>
                </a:lnTo>
                <a:lnTo>
                  <a:pt x="437" y="269"/>
                </a:lnTo>
                <a:lnTo>
                  <a:pt x="437" y="268"/>
                </a:lnTo>
                <a:lnTo>
                  <a:pt x="438" y="267"/>
                </a:lnTo>
                <a:lnTo>
                  <a:pt x="440" y="266"/>
                </a:lnTo>
                <a:lnTo>
                  <a:pt x="441" y="265"/>
                </a:lnTo>
                <a:lnTo>
                  <a:pt x="441" y="264"/>
                </a:lnTo>
                <a:lnTo>
                  <a:pt x="440" y="264"/>
                </a:lnTo>
                <a:lnTo>
                  <a:pt x="440" y="265"/>
                </a:lnTo>
                <a:lnTo>
                  <a:pt x="438" y="265"/>
                </a:lnTo>
                <a:lnTo>
                  <a:pt x="437" y="264"/>
                </a:lnTo>
                <a:lnTo>
                  <a:pt x="438" y="264"/>
                </a:lnTo>
                <a:lnTo>
                  <a:pt x="437" y="264"/>
                </a:lnTo>
                <a:lnTo>
                  <a:pt x="437" y="263"/>
                </a:lnTo>
                <a:lnTo>
                  <a:pt x="437" y="262"/>
                </a:lnTo>
                <a:lnTo>
                  <a:pt x="436" y="262"/>
                </a:lnTo>
                <a:lnTo>
                  <a:pt x="436" y="261"/>
                </a:lnTo>
                <a:lnTo>
                  <a:pt x="437" y="261"/>
                </a:lnTo>
                <a:lnTo>
                  <a:pt x="438" y="260"/>
                </a:lnTo>
                <a:lnTo>
                  <a:pt x="438" y="259"/>
                </a:lnTo>
                <a:lnTo>
                  <a:pt x="437" y="259"/>
                </a:lnTo>
                <a:lnTo>
                  <a:pt x="438" y="259"/>
                </a:lnTo>
                <a:lnTo>
                  <a:pt x="440" y="259"/>
                </a:lnTo>
                <a:lnTo>
                  <a:pt x="440" y="258"/>
                </a:lnTo>
                <a:lnTo>
                  <a:pt x="438" y="258"/>
                </a:lnTo>
                <a:lnTo>
                  <a:pt x="437" y="258"/>
                </a:lnTo>
                <a:lnTo>
                  <a:pt x="436" y="258"/>
                </a:lnTo>
                <a:lnTo>
                  <a:pt x="436" y="257"/>
                </a:lnTo>
                <a:lnTo>
                  <a:pt x="435" y="257"/>
                </a:lnTo>
                <a:lnTo>
                  <a:pt x="434" y="257"/>
                </a:lnTo>
                <a:lnTo>
                  <a:pt x="434" y="256"/>
                </a:lnTo>
                <a:lnTo>
                  <a:pt x="435" y="256"/>
                </a:lnTo>
                <a:lnTo>
                  <a:pt x="435" y="255"/>
                </a:lnTo>
                <a:lnTo>
                  <a:pt x="434" y="255"/>
                </a:lnTo>
                <a:lnTo>
                  <a:pt x="433" y="255"/>
                </a:lnTo>
                <a:lnTo>
                  <a:pt x="432" y="254"/>
                </a:lnTo>
                <a:lnTo>
                  <a:pt x="431" y="254"/>
                </a:lnTo>
                <a:lnTo>
                  <a:pt x="432" y="254"/>
                </a:lnTo>
                <a:lnTo>
                  <a:pt x="432" y="253"/>
                </a:lnTo>
                <a:lnTo>
                  <a:pt x="432" y="254"/>
                </a:lnTo>
                <a:lnTo>
                  <a:pt x="432" y="253"/>
                </a:lnTo>
                <a:lnTo>
                  <a:pt x="431" y="253"/>
                </a:lnTo>
                <a:lnTo>
                  <a:pt x="432" y="253"/>
                </a:lnTo>
                <a:lnTo>
                  <a:pt x="432" y="252"/>
                </a:lnTo>
                <a:lnTo>
                  <a:pt x="432" y="253"/>
                </a:lnTo>
                <a:lnTo>
                  <a:pt x="432" y="252"/>
                </a:lnTo>
                <a:lnTo>
                  <a:pt x="432" y="251"/>
                </a:lnTo>
                <a:lnTo>
                  <a:pt x="433" y="251"/>
                </a:lnTo>
                <a:lnTo>
                  <a:pt x="433" y="250"/>
                </a:lnTo>
                <a:lnTo>
                  <a:pt x="432" y="250"/>
                </a:lnTo>
                <a:lnTo>
                  <a:pt x="432" y="251"/>
                </a:lnTo>
                <a:lnTo>
                  <a:pt x="432" y="250"/>
                </a:lnTo>
                <a:lnTo>
                  <a:pt x="431" y="250"/>
                </a:lnTo>
                <a:lnTo>
                  <a:pt x="430" y="250"/>
                </a:lnTo>
                <a:lnTo>
                  <a:pt x="430" y="251"/>
                </a:lnTo>
                <a:lnTo>
                  <a:pt x="429" y="251"/>
                </a:lnTo>
                <a:lnTo>
                  <a:pt x="428" y="251"/>
                </a:lnTo>
                <a:lnTo>
                  <a:pt x="427" y="251"/>
                </a:lnTo>
                <a:lnTo>
                  <a:pt x="427" y="250"/>
                </a:lnTo>
                <a:lnTo>
                  <a:pt x="426" y="250"/>
                </a:lnTo>
                <a:lnTo>
                  <a:pt x="427" y="249"/>
                </a:lnTo>
                <a:lnTo>
                  <a:pt x="426" y="249"/>
                </a:lnTo>
                <a:lnTo>
                  <a:pt x="425" y="248"/>
                </a:lnTo>
                <a:lnTo>
                  <a:pt x="423" y="249"/>
                </a:lnTo>
                <a:lnTo>
                  <a:pt x="423" y="248"/>
                </a:lnTo>
                <a:lnTo>
                  <a:pt x="422" y="248"/>
                </a:lnTo>
                <a:lnTo>
                  <a:pt x="421" y="248"/>
                </a:lnTo>
                <a:lnTo>
                  <a:pt x="421" y="247"/>
                </a:lnTo>
                <a:lnTo>
                  <a:pt x="422" y="246"/>
                </a:lnTo>
                <a:lnTo>
                  <a:pt x="421" y="245"/>
                </a:lnTo>
                <a:lnTo>
                  <a:pt x="421" y="244"/>
                </a:lnTo>
                <a:lnTo>
                  <a:pt x="421" y="243"/>
                </a:lnTo>
                <a:lnTo>
                  <a:pt x="420" y="243"/>
                </a:lnTo>
                <a:lnTo>
                  <a:pt x="420" y="242"/>
                </a:lnTo>
                <a:lnTo>
                  <a:pt x="420" y="241"/>
                </a:lnTo>
                <a:lnTo>
                  <a:pt x="419" y="241"/>
                </a:lnTo>
                <a:lnTo>
                  <a:pt x="419" y="240"/>
                </a:lnTo>
                <a:lnTo>
                  <a:pt x="417" y="239"/>
                </a:lnTo>
                <a:lnTo>
                  <a:pt x="416" y="240"/>
                </a:lnTo>
                <a:lnTo>
                  <a:pt x="415" y="240"/>
                </a:lnTo>
                <a:lnTo>
                  <a:pt x="414" y="239"/>
                </a:lnTo>
                <a:lnTo>
                  <a:pt x="413" y="239"/>
                </a:lnTo>
                <a:lnTo>
                  <a:pt x="411" y="239"/>
                </a:lnTo>
                <a:lnTo>
                  <a:pt x="411" y="238"/>
                </a:lnTo>
                <a:lnTo>
                  <a:pt x="412" y="238"/>
                </a:lnTo>
                <a:lnTo>
                  <a:pt x="412" y="237"/>
                </a:lnTo>
                <a:lnTo>
                  <a:pt x="412" y="236"/>
                </a:lnTo>
                <a:lnTo>
                  <a:pt x="411" y="236"/>
                </a:lnTo>
                <a:lnTo>
                  <a:pt x="410" y="235"/>
                </a:lnTo>
                <a:lnTo>
                  <a:pt x="409" y="233"/>
                </a:lnTo>
                <a:lnTo>
                  <a:pt x="408" y="232"/>
                </a:lnTo>
                <a:lnTo>
                  <a:pt x="407" y="232"/>
                </a:lnTo>
                <a:lnTo>
                  <a:pt x="407" y="231"/>
                </a:lnTo>
                <a:lnTo>
                  <a:pt x="406" y="230"/>
                </a:lnTo>
                <a:lnTo>
                  <a:pt x="406" y="229"/>
                </a:lnTo>
                <a:lnTo>
                  <a:pt x="406" y="228"/>
                </a:lnTo>
                <a:lnTo>
                  <a:pt x="405" y="228"/>
                </a:lnTo>
                <a:lnTo>
                  <a:pt x="404" y="228"/>
                </a:lnTo>
                <a:lnTo>
                  <a:pt x="403" y="228"/>
                </a:lnTo>
                <a:lnTo>
                  <a:pt x="403" y="227"/>
                </a:lnTo>
                <a:lnTo>
                  <a:pt x="402" y="226"/>
                </a:lnTo>
                <a:lnTo>
                  <a:pt x="401" y="226"/>
                </a:lnTo>
                <a:lnTo>
                  <a:pt x="401" y="225"/>
                </a:lnTo>
                <a:lnTo>
                  <a:pt x="401" y="224"/>
                </a:lnTo>
                <a:lnTo>
                  <a:pt x="400" y="224"/>
                </a:lnTo>
                <a:lnTo>
                  <a:pt x="399" y="224"/>
                </a:lnTo>
                <a:lnTo>
                  <a:pt x="399" y="223"/>
                </a:lnTo>
                <a:lnTo>
                  <a:pt x="399" y="222"/>
                </a:lnTo>
                <a:lnTo>
                  <a:pt x="398" y="222"/>
                </a:lnTo>
                <a:lnTo>
                  <a:pt x="398" y="221"/>
                </a:lnTo>
                <a:lnTo>
                  <a:pt x="397" y="220"/>
                </a:lnTo>
                <a:lnTo>
                  <a:pt x="396" y="220"/>
                </a:lnTo>
                <a:lnTo>
                  <a:pt x="396" y="219"/>
                </a:lnTo>
                <a:lnTo>
                  <a:pt x="395" y="219"/>
                </a:lnTo>
                <a:lnTo>
                  <a:pt x="395" y="218"/>
                </a:lnTo>
                <a:lnTo>
                  <a:pt x="394" y="218"/>
                </a:lnTo>
                <a:lnTo>
                  <a:pt x="395" y="217"/>
                </a:lnTo>
                <a:lnTo>
                  <a:pt x="395" y="216"/>
                </a:lnTo>
                <a:lnTo>
                  <a:pt x="394" y="216"/>
                </a:lnTo>
                <a:lnTo>
                  <a:pt x="393" y="215"/>
                </a:lnTo>
                <a:lnTo>
                  <a:pt x="392" y="215"/>
                </a:lnTo>
                <a:lnTo>
                  <a:pt x="392" y="214"/>
                </a:lnTo>
                <a:lnTo>
                  <a:pt x="391" y="213"/>
                </a:lnTo>
                <a:lnTo>
                  <a:pt x="390" y="212"/>
                </a:lnTo>
                <a:lnTo>
                  <a:pt x="389" y="211"/>
                </a:lnTo>
                <a:lnTo>
                  <a:pt x="388" y="211"/>
                </a:lnTo>
                <a:lnTo>
                  <a:pt x="388" y="210"/>
                </a:lnTo>
                <a:lnTo>
                  <a:pt x="387" y="210"/>
                </a:lnTo>
                <a:lnTo>
                  <a:pt x="386" y="209"/>
                </a:lnTo>
                <a:lnTo>
                  <a:pt x="386" y="208"/>
                </a:lnTo>
                <a:lnTo>
                  <a:pt x="385" y="208"/>
                </a:lnTo>
                <a:lnTo>
                  <a:pt x="384" y="208"/>
                </a:lnTo>
                <a:lnTo>
                  <a:pt x="384" y="207"/>
                </a:lnTo>
                <a:lnTo>
                  <a:pt x="383" y="206"/>
                </a:lnTo>
                <a:lnTo>
                  <a:pt x="382" y="206"/>
                </a:lnTo>
                <a:lnTo>
                  <a:pt x="381" y="205"/>
                </a:lnTo>
                <a:lnTo>
                  <a:pt x="380" y="205"/>
                </a:lnTo>
                <a:lnTo>
                  <a:pt x="379" y="204"/>
                </a:lnTo>
                <a:lnTo>
                  <a:pt x="378" y="203"/>
                </a:lnTo>
                <a:lnTo>
                  <a:pt x="377" y="203"/>
                </a:lnTo>
                <a:lnTo>
                  <a:pt x="377" y="202"/>
                </a:lnTo>
                <a:lnTo>
                  <a:pt x="377" y="201"/>
                </a:lnTo>
                <a:lnTo>
                  <a:pt x="377" y="200"/>
                </a:lnTo>
                <a:lnTo>
                  <a:pt x="376" y="200"/>
                </a:lnTo>
                <a:lnTo>
                  <a:pt x="376" y="199"/>
                </a:lnTo>
                <a:lnTo>
                  <a:pt x="375" y="199"/>
                </a:lnTo>
                <a:lnTo>
                  <a:pt x="373" y="199"/>
                </a:lnTo>
                <a:lnTo>
                  <a:pt x="372" y="199"/>
                </a:lnTo>
                <a:lnTo>
                  <a:pt x="372" y="200"/>
                </a:lnTo>
                <a:lnTo>
                  <a:pt x="371" y="200"/>
                </a:lnTo>
                <a:lnTo>
                  <a:pt x="370" y="200"/>
                </a:lnTo>
                <a:lnTo>
                  <a:pt x="370" y="199"/>
                </a:lnTo>
                <a:lnTo>
                  <a:pt x="370" y="198"/>
                </a:lnTo>
                <a:lnTo>
                  <a:pt x="369" y="198"/>
                </a:lnTo>
                <a:lnTo>
                  <a:pt x="368" y="197"/>
                </a:lnTo>
                <a:lnTo>
                  <a:pt x="367" y="197"/>
                </a:lnTo>
                <a:lnTo>
                  <a:pt x="367" y="198"/>
                </a:lnTo>
                <a:lnTo>
                  <a:pt x="366" y="198"/>
                </a:lnTo>
                <a:lnTo>
                  <a:pt x="365" y="198"/>
                </a:lnTo>
                <a:lnTo>
                  <a:pt x="364" y="197"/>
                </a:lnTo>
                <a:lnTo>
                  <a:pt x="363" y="197"/>
                </a:lnTo>
                <a:lnTo>
                  <a:pt x="363" y="198"/>
                </a:lnTo>
                <a:lnTo>
                  <a:pt x="362" y="198"/>
                </a:lnTo>
                <a:lnTo>
                  <a:pt x="361" y="198"/>
                </a:lnTo>
                <a:lnTo>
                  <a:pt x="360" y="198"/>
                </a:lnTo>
                <a:lnTo>
                  <a:pt x="359" y="197"/>
                </a:lnTo>
                <a:lnTo>
                  <a:pt x="358" y="197"/>
                </a:lnTo>
                <a:lnTo>
                  <a:pt x="357" y="197"/>
                </a:lnTo>
                <a:lnTo>
                  <a:pt x="356" y="198"/>
                </a:lnTo>
                <a:lnTo>
                  <a:pt x="355" y="198"/>
                </a:lnTo>
                <a:lnTo>
                  <a:pt x="355" y="196"/>
                </a:lnTo>
                <a:lnTo>
                  <a:pt x="355" y="195"/>
                </a:lnTo>
                <a:lnTo>
                  <a:pt x="354" y="195"/>
                </a:lnTo>
                <a:lnTo>
                  <a:pt x="353" y="195"/>
                </a:lnTo>
                <a:lnTo>
                  <a:pt x="352" y="195"/>
                </a:lnTo>
                <a:lnTo>
                  <a:pt x="352" y="196"/>
                </a:lnTo>
                <a:lnTo>
                  <a:pt x="351" y="197"/>
                </a:lnTo>
                <a:lnTo>
                  <a:pt x="350" y="197"/>
                </a:lnTo>
                <a:lnTo>
                  <a:pt x="349" y="199"/>
                </a:lnTo>
                <a:lnTo>
                  <a:pt x="349" y="200"/>
                </a:lnTo>
                <a:lnTo>
                  <a:pt x="349" y="201"/>
                </a:lnTo>
                <a:lnTo>
                  <a:pt x="349" y="203"/>
                </a:lnTo>
                <a:lnTo>
                  <a:pt x="349" y="205"/>
                </a:lnTo>
                <a:lnTo>
                  <a:pt x="350" y="205"/>
                </a:lnTo>
                <a:lnTo>
                  <a:pt x="350" y="206"/>
                </a:lnTo>
                <a:lnTo>
                  <a:pt x="349" y="206"/>
                </a:lnTo>
                <a:lnTo>
                  <a:pt x="349" y="207"/>
                </a:lnTo>
                <a:lnTo>
                  <a:pt x="348" y="208"/>
                </a:lnTo>
                <a:lnTo>
                  <a:pt x="347" y="209"/>
                </a:lnTo>
                <a:lnTo>
                  <a:pt x="347" y="208"/>
                </a:lnTo>
                <a:lnTo>
                  <a:pt x="346" y="208"/>
                </a:lnTo>
                <a:lnTo>
                  <a:pt x="344" y="209"/>
                </a:lnTo>
                <a:lnTo>
                  <a:pt x="343" y="209"/>
                </a:lnTo>
                <a:lnTo>
                  <a:pt x="342" y="209"/>
                </a:lnTo>
                <a:lnTo>
                  <a:pt x="342" y="210"/>
                </a:lnTo>
                <a:lnTo>
                  <a:pt x="342" y="211"/>
                </a:lnTo>
                <a:lnTo>
                  <a:pt x="341" y="211"/>
                </a:lnTo>
                <a:lnTo>
                  <a:pt x="340" y="211"/>
                </a:lnTo>
                <a:lnTo>
                  <a:pt x="338" y="211"/>
                </a:lnTo>
                <a:lnTo>
                  <a:pt x="337" y="211"/>
                </a:lnTo>
                <a:lnTo>
                  <a:pt x="336" y="211"/>
                </a:lnTo>
                <a:lnTo>
                  <a:pt x="336" y="212"/>
                </a:lnTo>
                <a:lnTo>
                  <a:pt x="336" y="213"/>
                </a:lnTo>
                <a:lnTo>
                  <a:pt x="336" y="214"/>
                </a:lnTo>
                <a:lnTo>
                  <a:pt x="337" y="215"/>
                </a:lnTo>
                <a:lnTo>
                  <a:pt x="338" y="216"/>
                </a:lnTo>
                <a:lnTo>
                  <a:pt x="338" y="217"/>
                </a:lnTo>
                <a:lnTo>
                  <a:pt x="337" y="218"/>
                </a:lnTo>
                <a:lnTo>
                  <a:pt x="336" y="218"/>
                </a:lnTo>
                <a:lnTo>
                  <a:pt x="335" y="218"/>
                </a:lnTo>
                <a:lnTo>
                  <a:pt x="334" y="219"/>
                </a:lnTo>
                <a:lnTo>
                  <a:pt x="333" y="220"/>
                </a:lnTo>
                <a:lnTo>
                  <a:pt x="332" y="221"/>
                </a:lnTo>
                <a:lnTo>
                  <a:pt x="332" y="222"/>
                </a:lnTo>
                <a:lnTo>
                  <a:pt x="333" y="222"/>
                </a:lnTo>
                <a:lnTo>
                  <a:pt x="333" y="223"/>
                </a:lnTo>
                <a:lnTo>
                  <a:pt x="332" y="224"/>
                </a:lnTo>
                <a:lnTo>
                  <a:pt x="331" y="224"/>
                </a:lnTo>
                <a:lnTo>
                  <a:pt x="330" y="224"/>
                </a:lnTo>
                <a:lnTo>
                  <a:pt x="328" y="223"/>
                </a:lnTo>
                <a:lnTo>
                  <a:pt x="326" y="223"/>
                </a:lnTo>
                <a:lnTo>
                  <a:pt x="325" y="223"/>
                </a:lnTo>
                <a:lnTo>
                  <a:pt x="325" y="222"/>
                </a:lnTo>
                <a:lnTo>
                  <a:pt x="324" y="222"/>
                </a:lnTo>
                <a:lnTo>
                  <a:pt x="323" y="222"/>
                </a:lnTo>
                <a:lnTo>
                  <a:pt x="321" y="224"/>
                </a:lnTo>
                <a:lnTo>
                  <a:pt x="321" y="225"/>
                </a:lnTo>
                <a:lnTo>
                  <a:pt x="321" y="226"/>
                </a:lnTo>
                <a:lnTo>
                  <a:pt x="320" y="226"/>
                </a:lnTo>
                <a:lnTo>
                  <a:pt x="319" y="227"/>
                </a:lnTo>
                <a:lnTo>
                  <a:pt x="317" y="228"/>
                </a:lnTo>
                <a:lnTo>
                  <a:pt x="314" y="228"/>
                </a:lnTo>
                <a:lnTo>
                  <a:pt x="313" y="228"/>
                </a:lnTo>
                <a:lnTo>
                  <a:pt x="312" y="228"/>
                </a:lnTo>
                <a:lnTo>
                  <a:pt x="310" y="229"/>
                </a:lnTo>
                <a:lnTo>
                  <a:pt x="309" y="229"/>
                </a:lnTo>
                <a:lnTo>
                  <a:pt x="308" y="228"/>
                </a:lnTo>
                <a:lnTo>
                  <a:pt x="307" y="227"/>
                </a:lnTo>
                <a:lnTo>
                  <a:pt x="307" y="226"/>
                </a:lnTo>
                <a:lnTo>
                  <a:pt x="306" y="226"/>
                </a:lnTo>
                <a:lnTo>
                  <a:pt x="306" y="225"/>
                </a:lnTo>
                <a:lnTo>
                  <a:pt x="305" y="225"/>
                </a:lnTo>
                <a:lnTo>
                  <a:pt x="304" y="224"/>
                </a:lnTo>
                <a:lnTo>
                  <a:pt x="303" y="224"/>
                </a:lnTo>
                <a:lnTo>
                  <a:pt x="302" y="224"/>
                </a:lnTo>
                <a:lnTo>
                  <a:pt x="301" y="224"/>
                </a:lnTo>
                <a:lnTo>
                  <a:pt x="300" y="224"/>
                </a:lnTo>
                <a:lnTo>
                  <a:pt x="299" y="224"/>
                </a:lnTo>
                <a:lnTo>
                  <a:pt x="298" y="223"/>
                </a:lnTo>
                <a:lnTo>
                  <a:pt x="297" y="223"/>
                </a:lnTo>
                <a:lnTo>
                  <a:pt x="297" y="224"/>
                </a:lnTo>
                <a:lnTo>
                  <a:pt x="296" y="224"/>
                </a:lnTo>
                <a:lnTo>
                  <a:pt x="296" y="225"/>
                </a:lnTo>
                <a:lnTo>
                  <a:pt x="295" y="225"/>
                </a:lnTo>
                <a:lnTo>
                  <a:pt x="293" y="225"/>
                </a:lnTo>
                <a:lnTo>
                  <a:pt x="293" y="226"/>
                </a:lnTo>
                <a:lnTo>
                  <a:pt x="292" y="226"/>
                </a:lnTo>
                <a:lnTo>
                  <a:pt x="291" y="227"/>
                </a:lnTo>
                <a:lnTo>
                  <a:pt x="291" y="228"/>
                </a:lnTo>
                <a:lnTo>
                  <a:pt x="292" y="229"/>
                </a:lnTo>
                <a:lnTo>
                  <a:pt x="292" y="231"/>
                </a:lnTo>
                <a:lnTo>
                  <a:pt x="291" y="232"/>
                </a:lnTo>
                <a:lnTo>
                  <a:pt x="291" y="233"/>
                </a:lnTo>
                <a:lnTo>
                  <a:pt x="290" y="234"/>
                </a:lnTo>
                <a:lnTo>
                  <a:pt x="289" y="235"/>
                </a:lnTo>
                <a:lnTo>
                  <a:pt x="288" y="234"/>
                </a:lnTo>
                <a:lnTo>
                  <a:pt x="287" y="234"/>
                </a:lnTo>
                <a:lnTo>
                  <a:pt x="285" y="234"/>
                </a:lnTo>
                <a:lnTo>
                  <a:pt x="284" y="234"/>
                </a:lnTo>
                <a:lnTo>
                  <a:pt x="284" y="235"/>
                </a:lnTo>
                <a:lnTo>
                  <a:pt x="283" y="234"/>
                </a:lnTo>
                <a:lnTo>
                  <a:pt x="283" y="233"/>
                </a:lnTo>
                <a:lnTo>
                  <a:pt x="283" y="232"/>
                </a:lnTo>
                <a:lnTo>
                  <a:pt x="282" y="233"/>
                </a:lnTo>
                <a:lnTo>
                  <a:pt x="281" y="233"/>
                </a:lnTo>
                <a:lnTo>
                  <a:pt x="280" y="233"/>
                </a:lnTo>
                <a:lnTo>
                  <a:pt x="280" y="232"/>
                </a:lnTo>
                <a:lnTo>
                  <a:pt x="279" y="231"/>
                </a:lnTo>
                <a:lnTo>
                  <a:pt x="277" y="230"/>
                </a:lnTo>
                <a:lnTo>
                  <a:pt x="277" y="229"/>
                </a:lnTo>
                <a:lnTo>
                  <a:pt x="275" y="228"/>
                </a:lnTo>
                <a:lnTo>
                  <a:pt x="274" y="227"/>
                </a:lnTo>
                <a:lnTo>
                  <a:pt x="272" y="227"/>
                </a:lnTo>
                <a:lnTo>
                  <a:pt x="271" y="227"/>
                </a:lnTo>
                <a:lnTo>
                  <a:pt x="269" y="228"/>
                </a:lnTo>
                <a:lnTo>
                  <a:pt x="268" y="228"/>
                </a:lnTo>
                <a:lnTo>
                  <a:pt x="267" y="227"/>
                </a:lnTo>
                <a:lnTo>
                  <a:pt x="266" y="227"/>
                </a:lnTo>
                <a:lnTo>
                  <a:pt x="266" y="228"/>
                </a:lnTo>
                <a:lnTo>
                  <a:pt x="265" y="228"/>
                </a:lnTo>
                <a:lnTo>
                  <a:pt x="264" y="227"/>
                </a:lnTo>
                <a:lnTo>
                  <a:pt x="261" y="228"/>
                </a:lnTo>
                <a:lnTo>
                  <a:pt x="261" y="229"/>
                </a:lnTo>
                <a:lnTo>
                  <a:pt x="260" y="229"/>
                </a:lnTo>
                <a:lnTo>
                  <a:pt x="260" y="230"/>
                </a:lnTo>
                <a:lnTo>
                  <a:pt x="259" y="230"/>
                </a:lnTo>
                <a:lnTo>
                  <a:pt x="258" y="230"/>
                </a:lnTo>
                <a:lnTo>
                  <a:pt x="257" y="230"/>
                </a:lnTo>
                <a:lnTo>
                  <a:pt x="256" y="230"/>
                </a:lnTo>
                <a:lnTo>
                  <a:pt x="255" y="230"/>
                </a:lnTo>
                <a:lnTo>
                  <a:pt x="254" y="229"/>
                </a:lnTo>
                <a:lnTo>
                  <a:pt x="252" y="229"/>
                </a:lnTo>
                <a:lnTo>
                  <a:pt x="251" y="229"/>
                </a:lnTo>
                <a:lnTo>
                  <a:pt x="248" y="230"/>
                </a:lnTo>
                <a:lnTo>
                  <a:pt x="247" y="231"/>
                </a:lnTo>
                <a:lnTo>
                  <a:pt x="247" y="232"/>
                </a:lnTo>
                <a:lnTo>
                  <a:pt x="246" y="232"/>
                </a:lnTo>
                <a:lnTo>
                  <a:pt x="245" y="231"/>
                </a:lnTo>
                <a:lnTo>
                  <a:pt x="243" y="230"/>
                </a:lnTo>
                <a:lnTo>
                  <a:pt x="241" y="228"/>
                </a:lnTo>
                <a:lnTo>
                  <a:pt x="240" y="227"/>
                </a:lnTo>
                <a:lnTo>
                  <a:pt x="240" y="226"/>
                </a:lnTo>
                <a:lnTo>
                  <a:pt x="239" y="226"/>
                </a:lnTo>
                <a:lnTo>
                  <a:pt x="239" y="225"/>
                </a:lnTo>
                <a:lnTo>
                  <a:pt x="238" y="225"/>
                </a:lnTo>
                <a:lnTo>
                  <a:pt x="237" y="225"/>
                </a:lnTo>
                <a:lnTo>
                  <a:pt x="236" y="225"/>
                </a:lnTo>
                <a:lnTo>
                  <a:pt x="234" y="226"/>
                </a:lnTo>
                <a:lnTo>
                  <a:pt x="232" y="225"/>
                </a:lnTo>
                <a:lnTo>
                  <a:pt x="231" y="224"/>
                </a:lnTo>
                <a:lnTo>
                  <a:pt x="229" y="223"/>
                </a:lnTo>
                <a:lnTo>
                  <a:pt x="228" y="223"/>
                </a:lnTo>
                <a:lnTo>
                  <a:pt x="228" y="222"/>
                </a:lnTo>
                <a:lnTo>
                  <a:pt x="227" y="222"/>
                </a:lnTo>
                <a:lnTo>
                  <a:pt x="226" y="222"/>
                </a:lnTo>
                <a:lnTo>
                  <a:pt x="224" y="224"/>
                </a:lnTo>
                <a:lnTo>
                  <a:pt x="224" y="225"/>
                </a:lnTo>
                <a:lnTo>
                  <a:pt x="224" y="226"/>
                </a:lnTo>
                <a:lnTo>
                  <a:pt x="223" y="227"/>
                </a:lnTo>
                <a:lnTo>
                  <a:pt x="222" y="227"/>
                </a:lnTo>
                <a:lnTo>
                  <a:pt x="222" y="228"/>
                </a:lnTo>
                <a:lnTo>
                  <a:pt x="222" y="229"/>
                </a:lnTo>
                <a:lnTo>
                  <a:pt x="222" y="230"/>
                </a:lnTo>
                <a:lnTo>
                  <a:pt x="221" y="230"/>
                </a:lnTo>
                <a:lnTo>
                  <a:pt x="221" y="229"/>
                </a:lnTo>
                <a:lnTo>
                  <a:pt x="220" y="230"/>
                </a:lnTo>
                <a:lnTo>
                  <a:pt x="219" y="230"/>
                </a:lnTo>
                <a:lnTo>
                  <a:pt x="217" y="231"/>
                </a:lnTo>
                <a:lnTo>
                  <a:pt x="216" y="231"/>
                </a:lnTo>
                <a:lnTo>
                  <a:pt x="215" y="231"/>
                </a:lnTo>
                <a:lnTo>
                  <a:pt x="215" y="232"/>
                </a:lnTo>
                <a:lnTo>
                  <a:pt x="214" y="233"/>
                </a:lnTo>
                <a:lnTo>
                  <a:pt x="213" y="233"/>
                </a:lnTo>
                <a:lnTo>
                  <a:pt x="212" y="233"/>
                </a:lnTo>
                <a:lnTo>
                  <a:pt x="211" y="233"/>
                </a:lnTo>
                <a:lnTo>
                  <a:pt x="210" y="233"/>
                </a:lnTo>
                <a:lnTo>
                  <a:pt x="209" y="233"/>
                </a:lnTo>
                <a:lnTo>
                  <a:pt x="208" y="233"/>
                </a:lnTo>
                <a:lnTo>
                  <a:pt x="207" y="232"/>
                </a:lnTo>
                <a:lnTo>
                  <a:pt x="205" y="233"/>
                </a:lnTo>
                <a:lnTo>
                  <a:pt x="204" y="233"/>
                </a:lnTo>
                <a:lnTo>
                  <a:pt x="204" y="234"/>
                </a:lnTo>
                <a:lnTo>
                  <a:pt x="204" y="235"/>
                </a:lnTo>
                <a:lnTo>
                  <a:pt x="202" y="235"/>
                </a:lnTo>
                <a:lnTo>
                  <a:pt x="201" y="235"/>
                </a:lnTo>
                <a:lnTo>
                  <a:pt x="200" y="234"/>
                </a:lnTo>
                <a:lnTo>
                  <a:pt x="199" y="234"/>
                </a:lnTo>
                <a:lnTo>
                  <a:pt x="198" y="234"/>
                </a:lnTo>
                <a:lnTo>
                  <a:pt x="198" y="235"/>
                </a:lnTo>
                <a:lnTo>
                  <a:pt x="197" y="235"/>
                </a:lnTo>
                <a:lnTo>
                  <a:pt x="197" y="236"/>
                </a:lnTo>
                <a:lnTo>
                  <a:pt x="196" y="236"/>
                </a:lnTo>
                <a:lnTo>
                  <a:pt x="196" y="235"/>
                </a:lnTo>
                <a:lnTo>
                  <a:pt x="195" y="235"/>
                </a:lnTo>
                <a:lnTo>
                  <a:pt x="194" y="235"/>
                </a:lnTo>
                <a:lnTo>
                  <a:pt x="193" y="235"/>
                </a:lnTo>
                <a:lnTo>
                  <a:pt x="192" y="235"/>
                </a:lnTo>
                <a:lnTo>
                  <a:pt x="191" y="235"/>
                </a:lnTo>
                <a:lnTo>
                  <a:pt x="190" y="236"/>
                </a:lnTo>
                <a:lnTo>
                  <a:pt x="189" y="236"/>
                </a:lnTo>
                <a:lnTo>
                  <a:pt x="189" y="237"/>
                </a:lnTo>
                <a:lnTo>
                  <a:pt x="188" y="237"/>
                </a:lnTo>
                <a:lnTo>
                  <a:pt x="187" y="237"/>
                </a:lnTo>
                <a:lnTo>
                  <a:pt x="186" y="236"/>
                </a:lnTo>
                <a:lnTo>
                  <a:pt x="185" y="236"/>
                </a:lnTo>
                <a:lnTo>
                  <a:pt x="184" y="235"/>
                </a:lnTo>
                <a:lnTo>
                  <a:pt x="183" y="234"/>
                </a:lnTo>
                <a:lnTo>
                  <a:pt x="182" y="234"/>
                </a:lnTo>
                <a:lnTo>
                  <a:pt x="180" y="234"/>
                </a:lnTo>
                <a:lnTo>
                  <a:pt x="178" y="233"/>
                </a:lnTo>
                <a:lnTo>
                  <a:pt x="178" y="232"/>
                </a:lnTo>
                <a:lnTo>
                  <a:pt x="177" y="232"/>
                </a:lnTo>
                <a:lnTo>
                  <a:pt x="176" y="232"/>
                </a:lnTo>
                <a:lnTo>
                  <a:pt x="176" y="231"/>
                </a:lnTo>
                <a:lnTo>
                  <a:pt x="176" y="232"/>
                </a:lnTo>
                <a:lnTo>
                  <a:pt x="175" y="232"/>
                </a:lnTo>
                <a:lnTo>
                  <a:pt x="174" y="232"/>
                </a:lnTo>
                <a:lnTo>
                  <a:pt x="173" y="232"/>
                </a:lnTo>
                <a:lnTo>
                  <a:pt x="173" y="231"/>
                </a:lnTo>
                <a:lnTo>
                  <a:pt x="172" y="231"/>
                </a:lnTo>
                <a:lnTo>
                  <a:pt x="171" y="231"/>
                </a:lnTo>
                <a:lnTo>
                  <a:pt x="170" y="230"/>
                </a:lnTo>
                <a:lnTo>
                  <a:pt x="169" y="230"/>
                </a:lnTo>
                <a:lnTo>
                  <a:pt x="166" y="230"/>
                </a:lnTo>
                <a:lnTo>
                  <a:pt x="165" y="230"/>
                </a:lnTo>
                <a:lnTo>
                  <a:pt x="165" y="231"/>
                </a:lnTo>
                <a:lnTo>
                  <a:pt x="164" y="231"/>
                </a:lnTo>
                <a:lnTo>
                  <a:pt x="163" y="231"/>
                </a:lnTo>
                <a:lnTo>
                  <a:pt x="161" y="229"/>
                </a:lnTo>
                <a:lnTo>
                  <a:pt x="160" y="228"/>
                </a:lnTo>
                <a:lnTo>
                  <a:pt x="160" y="227"/>
                </a:lnTo>
                <a:lnTo>
                  <a:pt x="159" y="226"/>
                </a:lnTo>
                <a:lnTo>
                  <a:pt x="159" y="225"/>
                </a:lnTo>
                <a:lnTo>
                  <a:pt x="160" y="225"/>
                </a:lnTo>
                <a:lnTo>
                  <a:pt x="160" y="224"/>
                </a:lnTo>
                <a:lnTo>
                  <a:pt x="160" y="223"/>
                </a:lnTo>
                <a:lnTo>
                  <a:pt x="159" y="222"/>
                </a:lnTo>
                <a:lnTo>
                  <a:pt x="158" y="222"/>
                </a:lnTo>
                <a:lnTo>
                  <a:pt x="158" y="221"/>
                </a:lnTo>
                <a:lnTo>
                  <a:pt x="157" y="221"/>
                </a:lnTo>
                <a:lnTo>
                  <a:pt x="156" y="221"/>
                </a:lnTo>
                <a:lnTo>
                  <a:pt x="155" y="221"/>
                </a:lnTo>
                <a:lnTo>
                  <a:pt x="154" y="220"/>
                </a:lnTo>
                <a:lnTo>
                  <a:pt x="154" y="219"/>
                </a:lnTo>
                <a:lnTo>
                  <a:pt x="154" y="218"/>
                </a:lnTo>
                <a:lnTo>
                  <a:pt x="154" y="217"/>
                </a:lnTo>
                <a:lnTo>
                  <a:pt x="155" y="217"/>
                </a:lnTo>
                <a:lnTo>
                  <a:pt x="154" y="217"/>
                </a:lnTo>
                <a:lnTo>
                  <a:pt x="152" y="217"/>
                </a:lnTo>
                <a:lnTo>
                  <a:pt x="152" y="216"/>
                </a:lnTo>
                <a:lnTo>
                  <a:pt x="151" y="215"/>
                </a:lnTo>
                <a:lnTo>
                  <a:pt x="150" y="214"/>
                </a:lnTo>
                <a:lnTo>
                  <a:pt x="150" y="213"/>
                </a:lnTo>
                <a:lnTo>
                  <a:pt x="151" y="213"/>
                </a:lnTo>
                <a:lnTo>
                  <a:pt x="152" y="213"/>
                </a:lnTo>
                <a:lnTo>
                  <a:pt x="152" y="212"/>
                </a:lnTo>
                <a:lnTo>
                  <a:pt x="152" y="211"/>
                </a:lnTo>
                <a:lnTo>
                  <a:pt x="153" y="211"/>
                </a:lnTo>
                <a:lnTo>
                  <a:pt x="152" y="210"/>
                </a:lnTo>
                <a:lnTo>
                  <a:pt x="151" y="210"/>
                </a:lnTo>
                <a:lnTo>
                  <a:pt x="150" y="209"/>
                </a:lnTo>
                <a:lnTo>
                  <a:pt x="150" y="208"/>
                </a:lnTo>
                <a:lnTo>
                  <a:pt x="151" y="208"/>
                </a:lnTo>
                <a:lnTo>
                  <a:pt x="152" y="208"/>
                </a:lnTo>
                <a:lnTo>
                  <a:pt x="153" y="208"/>
                </a:lnTo>
                <a:lnTo>
                  <a:pt x="153" y="206"/>
                </a:lnTo>
                <a:lnTo>
                  <a:pt x="152" y="206"/>
                </a:lnTo>
                <a:lnTo>
                  <a:pt x="150" y="204"/>
                </a:lnTo>
                <a:lnTo>
                  <a:pt x="149" y="204"/>
                </a:lnTo>
                <a:lnTo>
                  <a:pt x="148" y="204"/>
                </a:lnTo>
                <a:lnTo>
                  <a:pt x="148" y="203"/>
                </a:lnTo>
                <a:lnTo>
                  <a:pt x="148" y="202"/>
                </a:lnTo>
                <a:lnTo>
                  <a:pt x="149" y="202"/>
                </a:lnTo>
                <a:lnTo>
                  <a:pt x="149" y="201"/>
                </a:lnTo>
                <a:lnTo>
                  <a:pt x="150" y="201"/>
                </a:lnTo>
                <a:lnTo>
                  <a:pt x="150" y="200"/>
                </a:lnTo>
                <a:lnTo>
                  <a:pt x="149" y="198"/>
                </a:lnTo>
                <a:lnTo>
                  <a:pt x="148" y="198"/>
                </a:lnTo>
                <a:lnTo>
                  <a:pt x="147" y="198"/>
                </a:lnTo>
                <a:lnTo>
                  <a:pt x="147" y="197"/>
                </a:lnTo>
                <a:lnTo>
                  <a:pt x="147" y="195"/>
                </a:lnTo>
                <a:lnTo>
                  <a:pt x="146" y="195"/>
                </a:lnTo>
                <a:lnTo>
                  <a:pt x="145" y="195"/>
                </a:lnTo>
                <a:lnTo>
                  <a:pt x="145" y="194"/>
                </a:lnTo>
                <a:lnTo>
                  <a:pt x="144" y="193"/>
                </a:lnTo>
                <a:lnTo>
                  <a:pt x="144" y="192"/>
                </a:lnTo>
                <a:lnTo>
                  <a:pt x="143" y="192"/>
                </a:lnTo>
                <a:lnTo>
                  <a:pt x="143" y="189"/>
                </a:lnTo>
                <a:lnTo>
                  <a:pt x="142" y="188"/>
                </a:lnTo>
                <a:lnTo>
                  <a:pt x="141" y="187"/>
                </a:lnTo>
                <a:lnTo>
                  <a:pt x="140" y="187"/>
                </a:lnTo>
                <a:lnTo>
                  <a:pt x="140" y="186"/>
                </a:lnTo>
                <a:lnTo>
                  <a:pt x="141" y="186"/>
                </a:lnTo>
                <a:lnTo>
                  <a:pt x="142" y="184"/>
                </a:lnTo>
                <a:lnTo>
                  <a:pt x="142" y="182"/>
                </a:lnTo>
                <a:lnTo>
                  <a:pt x="141" y="181"/>
                </a:lnTo>
                <a:lnTo>
                  <a:pt x="140" y="180"/>
                </a:lnTo>
                <a:lnTo>
                  <a:pt x="139" y="178"/>
                </a:lnTo>
                <a:lnTo>
                  <a:pt x="139" y="177"/>
                </a:lnTo>
                <a:lnTo>
                  <a:pt x="139" y="175"/>
                </a:lnTo>
                <a:lnTo>
                  <a:pt x="138" y="175"/>
                </a:lnTo>
                <a:lnTo>
                  <a:pt x="138" y="174"/>
                </a:lnTo>
                <a:lnTo>
                  <a:pt x="138" y="173"/>
                </a:lnTo>
                <a:lnTo>
                  <a:pt x="138" y="172"/>
                </a:lnTo>
                <a:lnTo>
                  <a:pt x="137" y="172"/>
                </a:lnTo>
                <a:lnTo>
                  <a:pt x="136" y="172"/>
                </a:lnTo>
                <a:lnTo>
                  <a:pt x="137" y="170"/>
                </a:lnTo>
                <a:lnTo>
                  <a:pt x="137" y="169"/>
                </a:lnTo>
                <a:lnTo>
                  <a:pt x="138" y="169"/>
                </a:lnTo>
                <a:lnTo>
                  <a:pt x="139" y="168"/>
                </a:lnTo>
                <a:lnTo>
                  <a:pt x="138" y="167"/>
                </a:lnTo>
                <a:lnTo>
                  <a:pt x="138" y="166"/>
                </a:lnTo>
                <a:lnTo>
                  <a:pt x="137" y="166"/>
                </a:lnTo>
                <a:lnTo>
                  <a:pt x="138" y="165"/>
                </a:lnTo>
                <a:lnTo>
                  <a:pt x="138" y="164"/>
                </a:lnTo>
                <a:lnTo>
                  <a:pt x="138" y="163"/>
                </a:lnTo>
                <a:lnTo>
                  <a:pt x="137" y="163"/>
                </a:lnTo>
                <a:lnTo>
                  <a:pt x="136" y="163"/>
                </a:lnTo>
                <a:lnTo>
                  <a:pt x="135" y="163"/>
                </a:lnTo>
                <a:lnTo>
                  <a:pt x="134" y="163"/>
                </a:lnTo>
                <a:lnTo>
                  <a:pt x="133" y="163"/>
                </a:lnTo>
                <a:lnTo>
                  <a:pt x="133" y="161"/>
                </a:lnTo>
                <a:lnTo>
                  <a:pt x="133" y="160"/>
                </a:lnTo>
                <a:lnTo>
                  <a:pt x="133" y="159"/>
                </a:lnTo>
                <a:lnTo>
                  <a:pt x="133" y="158"/>
                </a:lnTo>
                <a:lnTo>
                  <a:pt x="132" y="158"/>
                </a:lnTo>
                <a:lnTo>
                  <a:pt x="132" y="157"/>
                </a:lnTo>
                <a:lnTo>
                  <a:pt x="132" y="156"/>
                </a:lnTo>
                <a:lnTo>
                  <a:pt x="132" y="155"/>
                </a:lnTo>
                <a:lnTo>
                  <a:pt x="132" y="154"/>
                </a:lnTo>
                <a:lnTo>
                  <a:pt x="131" y="154"/>
                </a:lnTo>
                <a:lnTo>
                  <a:pt x="130" y="154"/>
                </a:lnTo>
                <a:lnTo>
                  <a:pt x="129" y="154"/>
                </a:lnTo>
                <a:lnTo>
                  <a:pt x="129" y="153"/>
                </a:lnTo>
                <a:lnTo>
                  <a:pt x="129" y="152"/>
                </a:lnTo>
                <a:lnTo>
                  <a:pt x="130" y="151"/>
                </a:lnTo>
                <a:lnTo>
                  <a:pt x="130" y="150"/>
                </a:lnTo>
                <a:lnTo>
                  <a:pt x="131" y="150"/>
                </a:lnTo>
                <a:lnTo>
                  <a:pt x="131" y="149"/>
                </a:lnTo>
                <a:lnTo>
                  <a:pt x="130" y="148"/>
                </a:lnTo>
                <a:lnTo>
                  <a:pt x="129" y="147"/>
                </a:lnTo>
                <a:lnTo>
                  <a:pt x="130" y="146"/>
                </a:lnTo>
                <a:lnTo>
                  <a:pt x="132" y="146"/>
                </a:lnTo>
                <a:lnTo>
                  <a:pt x="133" y="146"/>
                </a:lnTo>
                <a:lnTo>
                  <a:pt x="134" y="146"/>
                </a:lnTo>
                <a:lnTo>
                  <a:pt x="135" y="146"/>
                </a:lnTo>
                <a:lnTo>
                  <a:pt x="136" y="146"/>
                </a:lnTo>
                <a:lnTo>
                  <a:pt x="136" y="145"/>
                </a:lnTo>
                <a:lnTo>
                  <a:pt x="137" y="145"/>
                </a:lnTo>
                <a:lnTo>
                  <a:pt x="138" y="145"/>
                </a:lnTo>
                <a:lnTo>
                  <a:pt x="139" y="145"/>
                </a:lnTo>
                <a:lnTo>
                  <a:pt x="140" y="144"/>
                </a:lnTo>
                <a:lnTo>
                  <a:pt x="140" y="143"/>
                </a:lnTo>
                <a:lnTo>
                  <a:pt x="141" y="143"/>
                </a:lnTo>
                <a:lnTo>
                  <a:pt x="141" y="142"/>
                </a:lnTo>
                <a:lnTo>
                  <a:pt x="142" y="142"/>
                </a:lnTo>
                <a:lnTo>
                  <a:pt x="143" y="142"/>
                </a:lnTo>
                <a:lnTo>
                  <a:pt x="142" y="141"/>
                </a:lnTo>
                <a:lnTo>
                  <a:pt x="143" y="141"/>
                </a:lnTo>
                <a:lnTo>
                  <a:pt x="143" y="140"/>
                </a:lnTo>
                <a:lnTo>
                  <a:pt x="142" y="139"/>
                </a:lnTo>
                <a:lnTo>
                  <a:pt x="142" y="138"/>
                </a:lnTo>
                <a:lnTo>
                  <a:pt x="142" y="137"/>
                </a:lnTo>
                <a:lnTo>
                  <a:pt x="141" y="137"/>
                </a:lnTo>
                <a:lnTo>
                  <a:pt x="142" y="136"/>
                </a:lnTo>
                <a:lnTo>
                  <a:pt x="143" y="136"/>
                </a:lnTo>
                <a:lnTo>
                  <a:pt x="144" y="135"/>
                </a:lnTo>
                <a:lnTo>
                  <a:pt x="144" y="134"/>
                </a:lnTo>
                <a:lnTo>
                  <a:pt x="143" y="134"/>
                </a:lnTo>
                <a:lnTo>
                  <a:pt x="142" y="134"/>
                </a:lnTo>
                <a:lnTo>
                  <a:pt x="142" y="133"/>
                </a:lnTo>
                <a:lnTo>
                  <a:pt x="141" y="133"/>
                </a:lnTo>
                <a:lnTo>
                  <a:pt x="141" y="134"/>
                </a:lnTo>
                <a:lnTo>
                  <a:pt x="140" y="134"/>
                </a:lnTo>
                <a:lnTo>
                  <a:pt x="139" y="134"/>
                </a:lnTo>
                <a:lnTo>
                  <a:pt x="138" y="134"/>
                </a:lnTo>
                <a:lnTo>
                  <a:pt x="137" y="134"/>
                </a:lnTo>
                <a:lnTo>
                  <a:pt x="136" y="134"/>
                </a:lnTo>
                <a:lnTo>
                  <a:pt x="135" y="134"/>
                </a:lnTo>
                <a:lnTo>
                  <a:pt x="135" y="133"/>
                </a:lnTo>
                <a:lnTo>
                  <a:pt x="136" y="133"/>
                </a:lnTo>
                <a:lnTo>
                  <a:pt x="135" y="133"/>
                </a:lnTo>
                <a:lnTo>
                  <a:pt x="135" y="132"/>
                </a:lnTo>
                <a:lnTo>
                  <a:pt x="134" y="132"/>
                </a:lnTo>
                <a:lnTo>
                  <a:pt x="133" y="132"/>
                </a:lnTo>
                <a:lnTo>
                  <a:pt x="133" y="131"/>
                </a:lnTo>
                <a:lnTo>
                  <a:pt x="132" y="131"/>
                </a:lnTo>
                <a:lnTo>
                  <a:pt x="132" y="132"/>
                </a:lnTo>
                <a:lnTo>
                  <a:pt x="131" y="132"/>
                </a:lnTo>
                <a:lnTo>
                  <a:pt x="130" y="132"/>
                </a:lnTo>
                <a:lnTo>
                  <a:pt x="128" y="133"/>
                </a:lnTo>
                <a:lnTo>
                  <a:pt x="126" y="133"/>
                </a:lnTo>
                <a:lnTo>
                  <a:pt x="125" y="133"/>
                </a:lnTo>
                <a:lnTo>
                  <a:pt x="125" y="132"/>
                </a:lnTo>
                <a:lnTo>
                  <a:pt x="124" y="131"/>
                </a:lnTo>
                <a:lnTo>
                  <a:pt x="123" y="131"/>
                </a:lnTo>
                <a:lnTo>
                  <a:pt x="122" y="131"/>
                </a:lnTo>
                <a:lnTo>
                  <a:pt x="121" y="131"/>
                </a:lnTo>
                <a:lnTo>
                  <a:pt x="120" y="131"/>
                </a:lnTo>
                <a:lnTo>
                  <a:pt x="119" y="131"/>
                </a:lnTo>
                <a:lnTo>
                  <a:pt x="118" y="131"/>
                </a:lnTo>
                <a:lnTo>
                  <a:pt x="117" y="130"/>
                </a:lnTo>
                <a:lnTo>
                  <a:pt x="116" y="130"/>
                </a:lnTo>
                <a:lnTo>
                  <a:pt x="115" y="130"/>
                </a:lnTo>
                <a:lnTo>
                  <a:pt x="115" y="129"/>
                </a:lnTo>
                <a:lnTo>
                  <a:pt x="116" y="129"/>
                </a:lnTo>
                <a:lnTo>
                  <a:pt x="116" y="128"/>
                </a:lnTo>
                <a:lnTo>
                  <a:pt x="115" y="127"/>
                </a:lnTo>
                <a:lnTo>
                  <a:pt x="116" y="126"/>
                </a:lnTo>
                <a:lnTo>
                  <a:pt x="116" y="125"/>
                </a:lnTo>
                <a:lnTo>
                  <a:pt x="116" y="124"/>
                </a:lnTo>
                <a:lnTo>
                  <a:pt x="115" y="124"/>
                </a:lnTo>
                <a:lnTo>
                  <a:pt x="115" y="123"/>
                </a:lnTo>
                <a:lnTo>
                  <a:pt x="114" y="123"/>
                </a:lnTo>
                <a:lnTo>
                  <a:pt x="114" y="122"/>
                </a:lnTo>
                <a:lnTo>
                  <a:pt x="113" y="122"/>
                </a:lnTo>
                <a:lnTo>
                  <a:pt x="113" y="121"/>
                </a:lnTo>
                <a:lnTo>
                  <a:pt x="113" y="120"/>
                </a:lnTo>
                <a:lnTo>
                  <a:pt x="112" y="120"/>
                </a:lnTo>
                <a:lnTo>
                  <a:pt x="112" y="121"/>
                </a:lnTo>
                <a:lnTo>
                  <a:pt x="111" y="121"/>
                </a:lnTo>
                <a:lnTo>
                  <a:pt x="110" y="121"/>
                </a:lnTo>
                <a:lnTo>
                  <a:pt x="110" y="122"/>
                </a:lnTo>
                <a:lnTo>
                  <a:pt x="109" y="122"/>
                </a:lnTo>
                <a:lnTo>
                  <a:pt x="109" y="121"/>
                </a:lnTo>
                <a:lnTo>
                  <a:pt x="109" y="120"/>
                </a:lnTo>
                <a:lnTo>
                  <a:pt x="107" y="120"/>
                </a:lnTo>
                <a:lnTo>
                  <a:pt x="106" y="119"/>
                </a:lnTo>
                <a:lnTo>
                  <a:pt x="106" y="118"/>
                </a:lnTo>
                <a:lnTo>
                  <a:pt x="105" y="118"/>
                </a:lnTo>
                <a:lnTo>
                  <a:pt x="104" y="118"/>
                </a:lnTo>
                <a:lnTo>
                  <a:pt x="104" y="117"/>
                </a:lnTo>
                <a:lnTo>
                  <a:pt x="103" y="117"/>
                </a:lnTo>
                <a:lnTo>
                  <a:pt x="103" y="116"/>
                </a:lnTo>
                <a:lnTo>
                  <a:pt x="102" y="116"/>
                </a:lnTo>
                <a:lnTo>
                  <a:pt x="102" y="115"/>
                </a:lnTo>
                <a:lnTo>
                  <a:pt x="102" y="114"/>
                </a:lnTo>
                <a:lnTo>
                  <a:pt x="102" y="113"/>
                </a:lnTo>
                <a:lnTo>
                  <a:pt x="101" y="113"/>
                </a:lnTo>
                <a:lnTo>
                  <a:pt x="101" y="112"/>
                </a:lnTo>
                <a:lnTo>
                  <a:pt x="101" y="111"/>
                </a:lnTo>
                <a:lnTo>
                  <a:pt x="100" y="111"/>
                </a:lnTo>
                <a:lnTo>
                  <a:pt x="99" y="111"/>
                </a:lnTo>
                <a:lnTo>
                  <a:pt x="98" y="111"/>
                </a:lnTo>
                <a:lnTo>
                  <a:pt x="98" y="112"/>
                </a:lnTo>
                <a:lnTo>
                  <a:pt x="97" y="112"/>
                </a:lnTo>
                <a:lnTo>
                  <a:pt x="96" y="112"/>
                </a:lnTo>
                <a:lnTo>
                  <a:pt x="93" y="112"/>
                </a:lnTo>
                <a:lnTo>
                  <a:pt x="92" y="112"/>
                </a:lnTo>
                <a:lnTo>
                  <a:pt x="91" y="112"/>
                </a:lnTo>
                <a:lnTo>
                  <a:pt x="90" y="111"/>
                </a:lnTo>
                <a:lnTo>
                  <a:pt x="89" y="111"/>
                </a:lnTo>
                <a:lnTo>
                  <a:pt x="88" y="110"/>
                </a:lnTo>
                <a:lnTo>
                  <a:pt x="89" y="109"/>
                </a:lnTo>
                <a:lnTo>
                  <a:pt x="88" y="109"/>
                </a:lnTo>
                <a:lnTo>
                  <a:pt x="88" y="108"/>
                </a:lnTo>
                <a:lnTo>
                  <a:pt x="88" y="107"/>
                </a:lnTo>
                <a:lnTo>
                  <a:pt x="87" y="107"/>
                </a:lnTo>
                <a:lnTo>
                  <a:pt x="87" y="108"/>
                </a:lnTo>
                <a:lnTo>
                  <a:pt x="86" y="108"/>
                </a:lnTo>
                <a:lnTo>
                  <a:pt x="85" y="108"/>
                </a:lnTo>
                <a:lnTo>
                  <a:pt x="85" y="109"/>
                </a:lnTo>
                <a:lnTo>
                  <a:pt x="85" y="110"/>
                </a:lnTo>
                <a:lnTo>
                  <a:pt x="84" y="111"/>
                </a:lnTo>
                <a:lnTo>
                  <a:pt x="85" y="111"/>
                </a:lnTo>
                <a:lnTo>
                  <a:pt x="85" y="112"/>
                </a:lnTo>
                <a:lnTo>
                  <a:pt x="84" y="112"/>
                </a:lnTo>
                <a:lnTo>
                  <a:pt x="83" y="112"/>
                </a:lnTo>
                <a:lnTo>
                  <a:pt x="83" y="113"/>
                </a:lnTo>
                <a:lnTo>
                  <a:pt x="83" y="114"/>
                </a:lnTo>
                <a:lnTo>
                  <a:pt x="82" y="114"/>
                </a:lnTo>
                <a:lnTo>
                  <a:pt x="82" y="115"/>
                </a:lnTo>
                <a:lnTo>
                  <a:pt x="81" y="115"/>
                </a:lnTo>
                <a:lnTo>
                  <a:pt x="80" y="116"/>
                </a:lnTo>
                <a:lnTo>
                  <a:pt x="81" y="116"/>
                </a:lnTo>
                <a:lnTo>
                  <a:pt x="81" y="117"/>
                </a:lnTo>
                <a:lnTo>
                  <a:pt x="80" y="117"/>
                </a:lnTo>
                <a:lnTo>
                  <a:pt x="79" y="117"/>
                </a:lnTo>
                <a:lnTo>
                  <a:pt x="78" y="118"/>
                </a:lnTo>
                <a:lnTo>
                  <a:pt x="77" y="118"/>
                </a:lnTo>
                <a:lnTo>
                  <a:pt x="76" y="118"/>
                </a:lnTo>
                <a:lnTo>
                  <a:pt x="76" y="119"/>
                </a:lnTo>
                <a:lnTo>
                  <a:pt x="77" y="120"/>
                </a:lnTo>
                <a:lnTo>
                  <a:pt x="76" y="121"/>
                </a:lnTo>
                <a:lnTo>
                  <a:pt x="76" y="122"/>
                </a:lnTo>
                <a:lnTo>
                  <a:pt x="75" y="122"/>
                </a:lnTo>
                <a:lnTo>
                  <a:pt x="75" y="123"/>
                </a:lnTo>
                <a:lnTo>
                  <a:pt x="74" y="123"/>
                </a:lnTo>
                <a:lnTo>
                  <a:pt x="73" y="123"/>
                </a:lnTo>
                <a:lnTo>
                  <a:pt x="72" y="125"/>
                </a:lnTo>
                <a:lnTo>
                  <a:pt x="71" y="125"/>
                </a:lnTo>
                <a:lnTo>
                  <a:pt x="71" y="126"/>
                </a:lnTo>
                <a:lnTo>
                  <a:pt x="71" y="127"/>
                </a:lnTo>
                <a:lnTo>
                  <a:pt x="70" y="127"/>
                </a:lnTo>
                <a:lnTo>
                  <a:pt x="69" y="128"/>
                </a:lnTo>
                <a:lnTo>
                  <a:pt x="68" y="128"/>
                </a:lnTo>
                <a:lnTo>
                  <a:pt x="69" y="128"/>
                </a:lnTo>
                <a:lnTo>
                  <a:pt x="68" y="129"/>
                </a:lnTo>
                <a:lnTo>
                  <a:pt x="68" y="130"/>
                </a:lnTo>
                <a:lnTo>
                  <a:pt x="67" y="131"/>
                </a:lnTo>
                <a:lnTo>
                  <a:pt x="66" y="131"/>
                </a:lnTo>
                <a:lnTo>
                  <a:pt x="65" y="131"/>
                </a:lnTo>
                <a:lnTo>
                  <a:pt x="64" y="131"/>
                </a:lnTo>
                <a:lnTo>
                  <a:pt x="62" y="131"/>
                </a:lnTo>
                <a:lnTo>
                  <a:pt x="61" y="131"/>
                </a:lnTo>
                <a:lnTo>
                  <a:pt x="60" y="131"/>
                </a:lnTo>
                <a:lnTo>
                  <a:pt x="58" y="131"/>
                </a:lnTo>
                <a:lnTo>
                  <a:pt x="57" y="131"/>
                </a:lnTo>
                <a:lnTo>
                  <a:pt x="56" y="130"/>
                </a:lnTo>
                <a:lnTo>
                  <a:pt x="55" y="130"/>
                </a:lnTo>
                <a:lnTo>
                  <a:pt x="54" y="130"/>
                </a:lnTo>
                <a:lnTo>
                  <a:pt x="53" y="129"/>
                </a:lnTo>
                <a:lnTo>
                  <a:pt x="52" y="129"/>
                </a:lnTo>
                <a:lnTo>
                  <a:pt x="51" y="129"/>
                </a:lnTo>
                <a:lnTo>
                  <a:pt x="50" y="129"/>
                </a:lnTo>
                <a:lnTo>
                  <a:pt x="50" y="128"/>
                </a:lnTo>
                <a:lnTo>
                  <a:pt x="49" y="128"/>
                </a:lnTo>
                <a:lnTo>
                  <a:pt x="48" y="128"/>
                </a:lnTo>
                <a:lnTo>
                  <a:pt x="47" y="128"/>
                </a:lnTo>
                <a:lnTo>
                  <a:pt x="47" y="126"/>
                </a:lnTo>
                <a:lnTo>
                  <a:pt x="48" y="126"/>
                </a:lnTo>
                <a:lnTo>
                  <a:pt x="47" y="125"/>
                </a:lnTo>
                <a:lnTo>
                  <a:pt x="47" y="124"/>
                </a:lnTo>
                <a:lnTo>
                  <a:pt x="46" y="124"/>
                </a:lnTo>
                <a:lnTo>
                  <a:pt x="46" y="123"/>
                </a:lnTo>
                <a:lnTo>
                  <a:pt x="45" y="122"/>
                </a:lnTo>
                <a:lnTo>
                  <a:pt x="44" y="122"/>
                </a:lnTo>
                <a:lnTo>
                  <a:pt x="44" y="121"/>
                </a:lnTo>
                <a:lnTo>
                  <a:pt x="43" y="121"/>
                </a:lnTo>
                <a:lnTo>
                  <a:pt x="42" y="120"/>
                </a:lnTo>
                <a:lnTo>
                  <a:pt x="43" y="120"/>
                </a:lnTo>
                <a:lnTo>
                  <a:pt x="43" y="119"/>
                </a:lnTo>
                <a:lnTo>
                  <a:pt x="43" y="118"/>
                </a:lnTo>
                <a:lnTo>
                  <a:pt x="44" y="118"/>
                </a:lnTo>
                <a:lnTo>
                  <a:pt x="44" y="117"/>
                </a:lnTo>
                <a:lnTo>
                  <a:pt x="43" y="117"/>
                </a:lnTo>
                <a:lnTo>
                  <a:pt x="43" y="116"/>
                </a:lnTo>
                <a:lnTo>
                  <a:pt x="42" y="116"/>
                </a:lnTo>
                <a:lnTo>
                  <a:pt x="41" y="116"/>
                </a:lnTo>
                <a:lnTo>
                  <a:pt x="41" y="115"/>
                </a:lnTo>
                <a:lnTo>
                  <a:pt x="39" y="115"/>
                </a:lnTo>
                <a:lnTo>
                  <a:pt x="38" y="115"/>
                </a:lnTo>
                <a:lnTo>
                  <a:pt x="37" y="115"/>
                </a:lnTo>
                <a:lnTo>
                  <a:pt x="36" y="115"/>
                </a:lnTo>
                <a:lnTo>
                  <a:pt x="35" y="114"/>
                </a:lnTo>
                <a:lnTo>
                  <a:pt x="34" y="114"/>
                </a:lnTo>
                <a:lnTo>
                  <a:pt x="34" y="113"/>
                </a:lnTo>
                <a:lnTo>
                  <a:pt x="33" y="113"/>
                </a:lnTo>
                <a:lnTo>
                  <a:pt x="32" y="113"/>
                </a:lnTo>
                <a:lnTo>
                  <a:pt x="31" y="114"/>
                </a:lnTo>
                <a:lnTo>
                  <a:pt x="30" y="114"/>
                </a:lnTo>
                <a:lnTo>
                  <a:pt x="29" y="113"/>
                </a:lnTo>
                <a:lnTo>
                  <a:pt x="29" y="112"/>
                </a:lnTo>
                <a:lnTo>
                  <a:pt x="28" y="111"/>
                </a:lnTo>
                <a:lnTo>
                  <a:pt x="27" y="111"/>
                </a:lnTo>
                <a:lnTo>
                  <a:pt x="26" y="111"/>
                </a:lnTo>
                <a:lnTo>
                  <a:pt x="25" y="111"/>
                </a:lnTo>
                <a:lnTo>
                  <a:pt x="25" y="110"/>
                </a:lnTo>
                <a:lnTo>
                  <a:pt x="24" y="110"/>
                </a:lnTo>
                <a:lnTo>
                  <a:pt x="23" y="110"/>
                </a:lnTo>
                <a:lnTo>
                  <a:pt x="22" y="110"/>
                </a:lnTo>
                <a:lnTo>
                  <a:pt x="22" y="109"/>
                </a:lnTo>
                <a:lnTo>
                  <a:pt x="21" y="109"/>
                </a:lnTo>
                <a:lnTo>
                  <a:pt x="20" y="109"/>
                </a:lnTo>
                <a:lnTo>
                  <a:pt x="20" y="108"/>
                </a:lnTo>
                <a:lnTo>
                  <a:pt x="20" y="107"/>
                </a:lnTo>
                <a:lnTo>
                  <a:pt x="19" y="107"/>
                </a:lnTo>
                <a:lnTo>
                  <a:pt x="18" y="107"/>
                </a:lnTo>
                <a:lnTo>
                  <a:pt x="18" y="106"/>
                </a:lnTo>
                <a:lnTo>
                  <a:pt x="17" y="106"/>
                </a:lnTo>
                <a:lnTo>
                  <a:pt x="16" y="106"/>
                </a:lnTo>
                <a:lnTo>
                  <a:pt x="15" y="106"/>
                </a:lnTo>
                <a:lnTo>
                  <a:pt x="14" y="106"/>
                </a:lnTo>
                <a:lnTo>
                  <a:pt x="14" y="105"/>
                </a:lnTo>
                <a:lnTo>
                  <a:pt x="14" y="104"/>
                </a:lnTo>
                <a:lnTo>
                  <a:pt x="13" y="104"/>
                </a:lnTo>
                <a:lnTo>
                  <a:pt x="12" y="104"/>
                </a:lnTo>
                <a:lnTo>
                  <a:pt x="12" y="102"/>
                </a:lnTo>
                <a:lnTo>
                  <a:pt x="11" y="101"/>
                </a:lnTo>
                <a:lnTo>
                  <a:pt x="10" y="101"/>
                </a:lnTo>
                <a:lnTo>
                  <a:pt x="8" y="100"/>
                </a:lnTo>
                <a:lnTo>
                  <a:pt x="7" y="100"/>
                </a:lnTo>
                <a:lnTo>
                  <a:pt x="7" y="101"/>
                </a:lnTo>
                <a:lnTo>
                  <a:pt x="6" y="101"/>
                </a:lnTo>
                <a:lnTo>
                  <a:pt x="5" y="101"/>
                </a:lnTo>
                <a:lnTo>
                  <a:pt x="4" y="101"/>
                </a:lnTo>
                <a:lnTo>
                  <a:pt x="3" y="101"/>
                </a:lnTo>
                <a:lnTo>
                  <a:pt x="2" y="101"/>
                </a:lnTo>
                <a:lnTo>
                  <a:pt x="1" y="100"/>
                </a:lnTo>
                <a:lnTo>
                  <a:pt x="0" y="100"/>
                </a:lnTo>
                <a:lnTo>
                  <a:pt x="0" y="99"/>
                </a:lnTo>
                <a:lnTo>
                  <a:pt x="1" y="98"/>
                </a:lnTo>
                <a:lnTo>
                  <a:pt x="2" y="98"/>
                </a:lnTo>
                <a:lnTo>
                  <a:pt x="2" y="97"/>
                </a:lnTo>
                <a:lnTo>
                  <a:pt x="3" y="97"/>
                </a:lnTo>
                <a:lnTo>
                  <a:pt x="4" y="97"/>
                </a:lnTo>
                <a:lnTo>
                  <a:pt x="4" y="96"/>
                </a:lnTo>
                <a:lnTo>
                  <a:pt x="5" y="96"/>
                </a:lnTo>
                <a:lnTo>
                  <a:pt x="5" y="95"/>
                </a:lnTo>
                <a:lnTo>
                  <a:pt x="6" y="95"/>
                </a:lnTo>
                <a:lnTo>
                  <a:pt x="7" y="95"/>
                </a:lnTo>
                <a:lnTo>
                  <a:pt x="8" y="94"/>
                </a:lnTo>
                <a:lnTo>
                  <a:pt x="9" y="94"/>
                </a:lnTo>
                <a:lnTo>
                  <a:pt x="9" y="93"/>
                </a:lnTo>
                <a:lnTo>
                  <a:pt x="9" y="92"/>
                </a:lnTo>
                <a:lnTo>
                  <a:pt x="10" y="92"/>
                </a:lnTo>
                <a:lnTo>
                  <a:pt x="11" y="92"/>
                </a:lnTo>
                <a:lnTo>
                  <a:pt x="10" y="92"/>
                </a:lnTo>
                <a:lnTo>
                  <a:pt x="10" y="91"/>
                </a:lnTo>
                <a:lnTo>
                  <a:pt x="11" y="91"/>
                </a:lnTo>
                <a:lnTo>
                  <a:pt x="13" y="91"/>
                </a:lnTo>
                <a:lnTo>
                  <a:pt x="14" y="91"/>
                </a:lnTo>
                <a:lnTo>
                  <a:pt x="15" y="91"/>
                </a:lnTo>
                <a:lnTo>
                  <a:pt x="16" y="90"/>
                </a:lnTo>
                <a:lnTo>
                  <a:pt x="17" y="90"/>
                </a:lnTo>
                <a:lnTo>
                  <a:pt x="18" y="89"/>
                </a:lnTo>
                <a:lnTo>
                  <a:pt x="19" y="89"/>
                </a:lnTo>
                <a:lnTo>
                  <a:pt x="19" y="88"/>
                </a:lnTo>
                <a:lnTo>
                  <a:pt x="21" y="86"/>
                </a:lnTo>
                <a:lnTo>
                  <a:pt x="22" y="86"/>
                </a:lnTo>
                <a:lnTo>
                  <a:pt x="23" y="86"/>
                </a:lnTo>
                <a:lnTo>
                  <a:pt x="23" y="85"/>
                </a:lnTo>
                <a:lnTo>
                  <a:pt x="24" y="85"/>
                </a:lnTo>
                <a:lnTo>
                  <a:pt x="24" y="84"/>
                </a:lnTo>
                <a:lnTo>
                  <a:pt x="24" y="83"/>
                </a:lnTo>
                <a:lnTo>
                  <a:pt x="25" y="83"/>
                </a:lnTo>
                <a:lnTo>
                  <a:pt x="25" y="82"/>
                </a:lnTo>
                <a:lnTo>
                  <a:pt x="26" y="82"/>
                </a:lnTo>
                <a:lnTo>
                  <a:pt x="26" y="81"/>
                </a:lnTo>
                <a:lnTo>
                  <a:pt x="28" y="81"/>
                </a:lnTo>
                <a:lnTo>
                  <a:pt x="29" y="81"/>
                </a:lnTo>
                <a:lnTo>
                  <a:pt x="29" y="80"/>
                </a:lnTo>
                <a:lnTo>
                  <a:pt x="30" y="79"/>
                </a:lnTo>
                <a:lnTo>
                  <a:pt x="31" y="79"/>
                </a:lnTo>
                <a:lnTo>
                  <a:pt x="31" y="78"/>
                </a:lnTo>
                <a:lnTo>
                  <a:pt x="33" y="77"/>
                </a:lnTo>
                <a:lnTo>
                  <a:pt x="34" y="77"/>
                </a:lnTo>
                <a:lnTo>
                  <a:pt x="35" y="77"/>
                </a:lnTo>
                <a:lnTo>
                  <a:pt x="36" y="76"/>
                </a:lnTo>
                <a:lnTo>
                  <a:pt x="36" y="75"/>
                </a:lnTo>
                <a:lnTo>
                  <a:pt x="37" y="75"/>
                </a:lnTo>
                <a:lnTo>
                  <a:pt x="37" y="74"/>
                </a:lnTo>
                <a:lnTo>
                  <a:pt x="38" y="74"/>
                </a:lnTo>
                <a:lnTo>
                  <a:pt x="38" y="73"/>
                </a:lnTo>
                <a:lnTo>
                  <a:pt x="39" y="73"/>
                </a:lnTo>
                <a:lnTo>
                  <a:pt x="38" y="72"/>
                </a:lnTo>
                <a:lnTo>
                  <a:pt x="37" y="71"/>
                </a:lnTo>
                <a:lnTo>
                  <a:pt x="38" y="70"/>
                </a:lnTo>
                <a:lnTo>
                  <a:pt x="38" y="69"/>
                </a:lnTo>
                <a:lnTo>
                  <a:pt x="37" y="69"/>
                </a:lnTo>
                <a:lnTo>
                  <a:pt x="38" y="69"/>
                </a:lnTo>
                <a:lnTo>
                  <a:pt x="39" y="69"/>
                </a:lnTo>
                <a:lnTo>
                  <a:pt x="40" y="69"/>
                </a:lnTo>
                <a:lnTo>
                  <a:pt x="40" y="68"/>
                </a:lnTo>
                <a:lnTo>
                  <a:pt x="41" y="68"/>
                </a:lnTo>
                <a:lnTo>
                  <a:pt x="41" y="67"/>
                </a:lnTo>
                <a:lnTo>
                  <a:pt x="42" y="67"/>
                </a:lnTo>
                <a:lnTo>
                  <a:pt x="43" y="67"/>
                </a:lnTo>
                <a:lnTo>
                  <a:pt x="42" y="67"/>
                </a:lnTo>
                <a:lnTo>
                  <a:pt x="43" y="66"/>
                </a:lnTo>
                <a:lnTo>
                  <a:pt x="44" y="65"/>
                </a:lnTo>
                <a:lnTo>
                  <a:pt x="44" y="64"/>
                </a:lnTo>
                <a:lnTo>
                  <a:pt x="44" y="63"/>
                </a:lnTo>
                <a:lnTo>
                  <a:pt x="45" y="62"/>
                </a:lnTo>
                <a:lnTo>
                  <a:pt x="45" y="61"/>
                </a:lnTo>
                <a:lnTo>
                  <a:pt x="46" y="61"/>
                </a:lnTo>
                <a:lnTo>
                  <a:pt x="46" y="60"/>
                </a:lnTo>
                <a:lnTo>
                  <a:pt x="47" y="59"/>
                </a:lnTo>
                <a:lnTo>
                  <a:pt x="47" y="58"/>
                </a:lnTo>
                <a:lnTo>
                  <a:pt x="48" y="58"/>
                </a:lnTo>
                <a:lnTo>
                  <a:pt x="49" y="58"/>
                </a:lnTo>
                <a:lnTo>
                  <a:pt x="50" y="58"/>
                </a:lnTo>
                <a:lnTo>
                  <a:pt x="51" y="57"/>
                </a:lnTo>
                <a:lnTo>
                  <a:pt x="52" y="56"/>
                </a:lnTo>
                <a:lnTo>
                  <a:pt x="53" y="56"/>
                </a:lnTo>
                <a:lnTo>
                  <a:pt x="54" y="56"/>
                </a:lnTo>
                <a:lnTo>
                  <a:pt x="54" y="55"/>
                </a:lnTo>
                <a:lnTo>
                  <a:pt x="54" y="54"/>
                </a:lnTo>
                <a:lnTo>
                  <a:pt x="55" y="54"/>
                </a:lnTo>
                <a:lnTo>
                  <a:pt x="55" y="53"/>
                </a:lnTo>
                <a:lnTo>
                  <a:pt x="56" y="53"/>
                </a:lnTo>
                <a:lnTo>
                  <a:pt x="56" y="52"/>
                </a:lnTo>
                <a:lnTo>
                  <a:pt x="57" y="52"/>
                </a:lnTo>
                <a:lnTo>
                  <a:pt x="57" y="51"/>
                </a:lnTo>
                <a:lnTo>
                  <a:pt x="56" y="51"/>
                </a:lnTo>
                <a:lnTo>
                  <a:pt x="55" y="51"/>
                </a:lnTo>
                <a:lnTo>
                  <a:pt x="55" y="50"/>
                </a:lnTo>
                <a:lnTo>
                  <a:pt x="54" y="50"/>
                </a:lnTo>
                <a:lnTo>
                  <a:pt x="53" y="49"/>
                </a:lnTo>
                <a:lnTo>
                  <a:pt x="52" y="49"/>
                </a:lnTo>
                <a:lnTo>
                  <a:pt x="53" y="48"/>
                </a:lnTo>
                <a:lnTo>
                  <a:pt x="53" y="47"/>
                </a:lnTo>
                <a:lnTo>
                  <a:pt x="53" y="46"/>
                </a:lnTo>
                <a:lnTo>
                  <a:pt x="52" y="46"/>
                </a:lnTo>
                <a:lnTo>
                  <a:pt x="52" y="45"/>
                </a:lnTo>
                <a:lnTo>
                  <a:pt x="51" y="44"/>
                </a:lnTo>
                <a:lnTo>
                  <a:pt x="51" y="43"/>
                </a:lnTo>
                <a:lnTo>
                  <a:pt x="50" y="43"/>
                </a:lnTo>
                <a:lnTo>
                  <a:pt x="49" y="43"/>
                </a:lnTo>
                <a:lnTo>
                  <a:pt x="48" y="43"/>
                </a:lnTo>
                <a:lnTo>
                  <a:pt x="47" y="43"/>
                </a:lnTo>
                <a:lnTo>
                  <a:pt x="47" y="42"/>
                </a:lnTo>
                <a:lnTo>
                  <a:pt x="46" y="42"/>
                </a:lnTo>
                <a:lnTo>
                  <a:pt x="45" y="41"/>
                </a:lnTo>
                <a:lnTo>
                  <a:pt x="44" y="41"/>
                </a:lnTo>
                <a:lnTo>
                  <a:pt x="43" y="41"/>
                </a:lnTo>
                <a:lnTo>
                  <a:pt x="43" y="40"/>
                </a:lnTo>
                <a:lnTo>
                  <a:pt x="42" y="40"/>
                </a:lnTo>
                <a:lnTo>
                  <a:pt x="42" y="39"/>
                </a:lnTo>
                <a:lnTo>
                  <a:pt x="42" y="38"/>
                </a:lnTo>
                <a:lnTo>
                  <a:pt x="41" y="38"/>
                </a:lnTo>
                <a:lnTo>
                  <a:pt x="42" y="38"/>
                </a:lnTo>
                <a:lnTo>
                  <a:pt x="43" y="38"/>
                </a:lnTo>
                <a:lnTo>
                  <a:pt x="44" y="38"/>
                </a:lnTo>
                <a:lnTo>
                  <a:pt x="44" y="37"/>
                </a:lnTo>
                <a:lnTo>
                  <a:pt x="43" y="37"/>
                </a:lnTo>
                <a:lnTo>
                  <a:pt x="43" y="36"/>
                </a:lnTo>
                <a:lnTo>
                  <a:pt x="44" y="36"/>
                </a:lnTo>
                <a:lnTo>
                  <a:pt x="44" y="35"/>
                </a:lnTo>
                <a:lnTo>
                  <a:pt x="44" y="34"/>
                </a:lnTo>
                <a:lnTo>
                  <a:pt x="44" y="33"/>
                </a:lnTo>
                <a:lnTo>
                  <a:pt x="43" y="33"/>
                </a:lnTo>
                <a:lnTo>
                  <a:pt x="42" y="32"/>
                </a:lnTo>
                <a:lnTo>
                  <a:pt x="41" y="32"/>
                </a:lnTo>
                <a:lnTo>
                  <a:pt x="41" y="31"/>
                </a:lnTo>
                <a:lnTo>
                  <a:pt x="40" y="31"/>
                </a:lnTo>
                <a:lnTo>
                  <a:pt x="38" y="31"/>
                </a:lnTo>
                <a:lnTo>
                  <a:pt x="37" y="31"/>
                </a:lnTo>
                <a:lnTo>
                  <a:pt x="37" y="30"/>
                </a:lnTo>
                <a:lnTo>
                  <a:pt x="36" y="30"/>
                </a:lnTo>
                <a:lnTo>
                  <a:pt x="36" y="29"/>
                </a:lnTo>
                <a:lnTo>
                  <a:pt x="35" y="29"/>
                </a:lnTo>
                <a:lnTo>
                  <a:pt x="35" y="28"/>
                </a:lnTo>
                <a:lnTo>
                  <a:pt x="34" y="28"/>
                </a:lnTo>
                <a:lnTo>
                  <a:pt x="34" y="27"/>
                </a:lnTo>
                <a:lnTo>
                  <a:pt x="34" y="28"/>
                </a:lnTo>
                <a:lnTo>
                  <a:pt x="33" y="28"/>
                </a:lnTo>
                <a:lnTo>
                  <a:pt x="32" y="28"/>
                </a:lnTo>
                <a:lnTo>
                  <a:pt x="32" y="27"/>
                </a:lnTo>
                <a:lnTo>
                  <a:pt x="31" y="27"/>
                </a:lnTo>
                <a:lnTo>
                  <a:pt x="31" y="26"/>
                </a:lnTo>
                <a:lnTo>
                  <a:pt x="31" y="25"/>
                </a:lnTo>
                <a:lnTo>
                  <a:pt x="30" y="25"/>
                </a:lnTo>
                <a:lnTo>
                  <a:pt x="29" y="26"/>
                </a:lnTo>
                <a:lnTo>
                  <a:pt x="29" y="25"/>
                </a:lnTo>
                <a:lnTo>
                  <a:pt x="28" y="25"/>
                </a:lnTo>
                <a:lnTo>
                  <a:pt x="28" y="24"/>
                </a:lnTo>
                <a:lnTo>
                  <a:pt x="29" y="24"/>
                </a:lnTo>
                <a:lnTo>
                  <a:pt x="29" y="23"/>
                </a:lnTo>
                <a:lnTo>
                  <a:pt x="30" y="23"/>
                </a:lnTo>
                <a:lnTo>
                  <a:pt x="31" y="23"/>
                </a:lnTo>
                <a:lnTo>
                  <a:pt x="32" y="23"/>
                </a:lnTo>
                <a:lnTo>
                  <a:pt x="33" y="23"/>
                </a:lnTo>
                <a:lnTo>
                  <a:pt x="34" y="23"/>
                </a:lnTo>
                <a:lnTo>
                  <a:pt x="34" y="22"/>
                </a:lnTo>
                <a:lnTo>
                  <a:pt x="35" y="22"/>
                </a:lnTo>
                <a:lnTo>
                  <a:pt x="36" y="22"/>
                </a:lnTo>
                <a:lnTo>
                  <a:pt x="37" y="22"/>
                </a:lnTo>
                <a:lnTo>
                  <a:pt x="37" y="21"/>
                </a:lnTo>
                <a:lnTo>
                  <a:pt x="38" y="21"/>
                </a:lnTo>
                <a:lnTo>
                  <a:pt x="39" y="21"/>
                </a:lnTo>
                <a:lnTo>
                  <a:pt x="39" y="20"/>
                </a:lnTo>
                <a:lnTo>
                  <a:pt x="40" y="20"/>
                </a:lnTo>
                <a:lnTo>
                  <a:pt x="41" y="20"/>
                </a:lnTo>
                <a:lnTo>
                  <a:pt x="42" y="20"/>
                </a:lnTo>
                <a:lnTo>
                  <a:pt x="42" y="19"/>
                </a:lnTo>
                <a:lnTo>
                  <a:pt x="43" y="19"/>
                </a:lnTo>
                <a:lnTo>
                  <a:pt x="44" y="19"/>
                </a:lnTo>
                <a:lnTo>
                  <a:pt x="44" y="18"/>
                </a:lnTo>
                <a:lnTo>
                  <a:pt x="45" y="18"/>
                </a:lnTo>
                <a:lnTo>
                  <a:pt x="46" y="18"/>
                </a:lnTo>
                <a:lnTo>
                  <a:pt x="47" y="18"/>
                </a:lnTo>
                <a:lnTo>
                  <a:pt x="48" y="18"/>
                </a:lnTo>
                <a:lnTo>
                  <a:pt x="49" y="18"/>
                </a:lnTo>
                <a:lnTo>
                  <a:pt x="50" y="18"/>
                </a:lnTo>
                <a:lnTo>
                  <a:pt x="51" y="18"/>
                </a:lnTo>
                <a:lnTo>
                  <a:pt x="52" y="18"/>
                </a:lnTo>
                <a:lnTo>
                  <a:pt x="52" y="17"/>
                </a:lnTo>
                <a:lnTo>
                  <a:pt x="53" y="17"/>
                </a:lnTo>
                <a:lnTo>
                  <a:pt x="54" y="17"/>
                </a:lnTo>
                <a:lnTo>
                  <a:pt x="55" y="16"/>
                </a:lnTo>
                <a:lnTo>
                  <a:pt x="56" y="16"/>
                </a:lnTo>
                <a:lnTo>
                  <a:pt x="56" y="15"/>
                </a:lnTo>
                <a:lnTo>
                  <a:pt x="57" y="15"/>
                </a:lnTo>
                <a:lnTo>
                  <a:pt x="58" y="15"/>
                </a:lnTo>
                <a:lnTo>
                  <a:pt x="59" y="15"/>
                </a:lnTo>
                <a:lnTo>
                  <a:pt x="60" y="15"/>
                </a:lnTo>
                <a:lnTo>
                  <a:pt x="61" y="14"/>
                </a:lnTo>
                <a:lnTo>
                  <a:pt x="62" y="14"/>
                </a:lnTo>
                <a:lnTo>
                  <a:pt x="63" y="14"/>
                </a:lnTo>
                <a:lnTo>
                  <a:pt x="64" y="15"/>
                </a:lnTo>
                <a:lnTo>
                  <a:pt x="66" y="15"/>
                </a:lnTo>
                <a:lnTo>
                  <a:pt x="66" y="14"/>
                </a:lnTo>
                <a:lnTo>
                  <a:pt x="67" y="14"/>
                </a:lnTo>
                <a:lnTo>
                  <a:pt x="68" y="14"/>
                </a:lnTo>
                <a:lnTo>
                  <a:pt x="69" y="14"/>
                </a:lnTo>
                <a:lnTo>
                  <a:pt x="73" y="14"/>
                </a:lnTo>
                <a:lnTo>
                  <a:pt x="74" y="14"/>
                </a:lnTo>
                <a:lnTo>
                  <a:pt x="75" y="14"/>
                </a:lnTo>
                <a:lnTo>
                  <a:pt x="76" y="14"/>
                </a:lnTo>
                <a:lnTo>
                  <a:pt x="77" y="14"/>
                </a:lnTo>
                <a:lnTo>
                  <a:pt x="77" y="15"/>
                </a:lnTo>
                <a:lnTo>
                  <a:pt x="78" y="15"/>
                </a:lnTo>
                <a:lnTo>
                  <a:pt x="80" y="15"/>
                </a:lnTo>
                <a:lnTo>
                  <a:pt x="81" y="15"/>
                </a:lnTo>
                <a:lnTo>
                  <a:pt x="82" y="15"/>
                </a:lnTo>
                <a:lnTo>
                  <a:pt x="83" y="14"/>
                </a:lnTo>
                <a:lnTo>
                  <a:pt x="84" y="14"/>
                </a:lnTo>
                <a:lnTo>
                  <a:pt x="84" y="13"/>
                </a:lnTo>
                <a:lnTo>
                  <a:pt x="85" y="13"/>
                </a:lnTo>
                <a:lnTo>
                  <a:pt x="85" y="12"/>
                </a:lnTo>
                <a:lnTo>
                  <a:pt x="86" y="12"/>
                </a:lnTo>
                <a:lnTo>
                  <a:pt x="86" y="11"/>
                </a:lnTo>
                <a:lnTo>
                  <a:pt x="87" y="10"/>
                </a:lnTo>
                <a:lnTo>
                  <a:pt x="88" y="10"/>
                </a:lnTo>
                <a:lnTo>
                  <a:pt x="89" y="10"/>
                </a:lnTo>
                <a:lnTo>
                  <a:pt x="90" y="10"/>
                </a:lnTo>
                <a:lnTo>
                  <a:pt x="91" y="10"/>
                </a:lnTo>
                <a:lnTo>
                  <a:pt x="92" y="11"/>
                </a:lnTo>
                <a:lnTo>
                  <a:pt x="93" y="11"/>
                </a:lnTo>
                <a:lnTo>
                  <a:pt x="94" y="11"/>
                </a:lnTo>
                <a:lnTo>
                  <a:pt x="95" y="11"/>
                </a:lnTo>
                <a:lnTo>
                  <a:pt x="95" y="10"/>
                </a:lnTo>
                <a:lnTo>
                  <a:pt x="96" y="10"/>
                </a:lnTo>
                <a:lnTo>
                  <a:pt x="97" y="10"/>
                </a:lnTo>
                <a:lnTo>
                  <a:pt x="98" y="10"/>
                </a:lnTo>
                <a:lnTo>
                  <a:pt x="98" y="9"/>
                </a:lnTo>
                <a:lnTo>
                  <a:pt x="99" y="9"/>
                </a:lnTo>
                <a:lnTo>
                  <a:pt x="100" y="9"/>
                </a:lnTo>
                <a:lnTo>
                  <a:pt x="101" y="8"/>
                </a:lnTo>
                <a:lnTo>
                  <a:pt x="101" y="7"/>
                </a:lnTo>
                <a:lnTo>
                  <a:pt x="102" y="7"/>
                </a:lnTo>
                <a:lnTo>
                  <a:pt x="103" y="7"/>
                </a:lnTo>
                <a:lnTo>
                  <a:pt x="104" y="7"/>
                </a:lnTo>
                <a:lnTo>
                  <a:pt x="105" y="7"/>
                </a:lnTo>
                <a:lnTo>
                  <a:pt x="106" y="8"/>
                </a:lnTo>
                <a:lnTo>
                  <a:pt x="106" y="9"/>
                </a:lnTo>
                <a:lnTo>
                  <a:pt x="106" y="10"/>
                </a:lnTo>
                <a:lnTo>
                  <a:pt x="107" y="10"/>
                </a:lnTo>
                <a:lnTo>
                  <a:pt x="108" y="10"/>
                </a:lnTo>
                <a:lnTo>
                  <a:pt x="108" y="11"/>
                </a:lnTo>
                <a:lnTo>
                  <a:pt x="109" y="11"/>
                </a:lnTo>
                <a:lnTo>
                  <a:pt x="110" y="11"/>
                </a:lnTo>
                <a:lnTo>
                  <a:pt x="110" y="12"/>
                </a:lnTo>
                <a:lnTo>
                  <a:pt x="111" y="12"/>
                </a:lnTo>
                <a:lnTo>
                  <a:pt x="112" y="12"/>
                </a:lnTo>
                <a:lnTo>
                  <a:pt x="112" y="13"/>
                </a:lnTo>
                <a:lnTo>
                  <a:pt x="113" y="13"/>
                </a:lnTo>
                <a:lnTo>
                  <a:pt x="114" y="13"/>
                </a:lnTo>
                <a:lnTo>
                  <a:pt x="114" y="12"/>
                </a:lnTo>
                <a:lnTo>
                  <a:pt x="115" y="12"/>
                </a:lnTo>
                <a:lnTo>
                  <a:pt x="116" y="12"/>
                </a:lnTo>
                <a:lnTo>
                  <a:pt x="116" y="11"/>
                </a:lnTo>
                <a:lnTo>
                  <a:pt x="117" y="11"/>
                </a:lnTo>
                <a:lnTo>
                  <a:pt x="118" y="11"/>
                </a:lnTo>
                <a:lnTo>
                  <a:pt x="119" y="11"/>
                </a:lnTo>
                <a:lnTo>
                  <a:pt x="120" y="11"/>
                </a:lnTo>
                <a:lnTo>
                  <a:pt x="120" y="12"/>
                </a:lnTo>
                <a:lnTo>
                  <a:pt x="121" y="12"/>
                </a:lnTo>
                <a:lnTo>
                  <a:pt x="122" y="12"/>
                </a:lnTo>
                <a:lnTo>
                  <a:pt x="122" y="11"/>
                </a:lnTo>
                <a:lnTo>
                  <a:pt x="123" y="11"/>
                </a:lnTo>
                <a:lnTo>
                  <a:pt x="124" y="11"/>
                </a:lnTo>
                <a:lnTo>
                  <a:pt x="125" y="11"/>
                </a:lnTo>
                <a:lnTo>
                  <a:pt x="126" y="11"/>
                </a:lnTo>
                <a:lnTo>
                  <a:pt x="126" y="10"/>
                </a:lnTo>
                <a:lnTo>
                  <a:pt x="130" y="10"/>
                </a:lnTo>
                <a:lnTo>
                  <a:pt x="130" y="11"/>
                </a:lnTo>
                <a:lnTo>
                  <a:pt x="131" y="11"/>
                </a:lnTo>
                <a:lnTo>
                  <a:pt x="136" y="11"/>
                </a:lnTo>
                <a:lnTo>
                  <a:pt x="138" y="11"/>
                </a:lnTo>
                <a:lnTo>
                  <a:pt x="140" y="11"/>
                </a:lnTo>
                <a:lnTo>
                  <a:pt x="141" y="10"/>
                </a:lnTo>
                <a:lnTo>
                  <a:pt x="141" y="11"/>
                </a:lnTo>
                <a:lnTo>
                  <a:pt x="142" y="11"/>
                </a:lnTo>
                <a:lnTo>
                  <a:pt x="144" y="11"/>
                </a:lnTo>
                <a:lnTo>
                  <a:pt x="145" y="11"/>
                </a:lnTo>
                <a:lnTo>
                  <a:pt x="146" y="11"/>
                </a:lnTo>
                <a:lnTo>
                  <a:pt x="147" y="11"/>
                </a:lnTo>
                <a:lnTo>
                  <a:pt x="148" y="11"/>
                </a:lnTo>
                <a:lnTo>
                  <a:pt x="149" y="11"/>
                </a:lnTo>
                <a:lnTo>
                  <a:pt x="151" y="11"/>
                </a:lnTo>
                <a:lnTo>
                  <a:pt x="152" y="11"/>
                </a:lnTo>
                <a:lnTo>
                  <a:pt x="154" y="10"/>
                </a:lnTo>
                <a:lnTo>
                  <a:pt x="155" y="10"/>
                </a:lnTo>
                <a:lnTo>
                  <a:pt x="156" y="10"/>
                </a:lnTo>
                <a:lnTo>
                  <a:pt x="157" y="9"/>
                </a:lnTo>
                <a:lnTo>
                  <a:pt x="158" y="9"/>
                </a:lnTo>
                <a:lnTo>
                  <a:pt x="161" y="8"/>
                </a:lnTo>
                <a:lnTo>
                  <a:pt x="162" y="8"/>
                </a:lnTo>
                <a:lnTo>
                  <a:pt x="163" y="8"/>
                </a:lnTo>
                <a:lnTo>
                  <a:pt x="163" y="7"/>
                </a:lnTo>
                <a:lnTo>
                  <a:pt x="164" y="7"/>
                </a:lnTo>
                <a:lnTo>
                  <a:pt x="165" y="7"/>
                </a:lnTo>
                <a:lnTo>
                  <a:pt x="166" y="7"/>
                </a:lnTo>
                <a:lnTo>
                  <a:pt x="167" y="7"/>
                </a:lnTo>
                <a:lnTo>
                  <a:pt x="167" y="6"/>
                </a:lnTo>
                <a:lnTo>
                  <a:pt x="168" y="6"/>
                </a:lnTo>
                <a:lnTo>
                  <a:pt x="169" y="6"/>
                </a:lnTo>
                <a:lnTo>
                  <a:pt x="170" y="6"/>
                </a:lnTo>
                <a:lnTo>
                  <a:pt x="171" y="6"/>
                </a:lnTo>
                <a:lnTo>
                  <a:pt x="172" y="6"/>
                </a:lnTo>
                <a:lnTo>
                  <a:pt x="173" y="6"/>
                </a:lnTo>
                <a:lnTo>
                  <a:pt x="173" y="7"/>
                </a:lnTo>
                <a:lnTo>
                  <a:pt x="174" y="7"/>
                </a:lnTo>
                <a:lnTo>
                  <a:pt x="175" y="7"/>
                </a:lnTo>
                <a:lnTo>
                  <a:pt x="176" y="7"/>
                </a:lnTo>
                <a:lnTo>
                  <a:pt x="177" y="7"/>
                </a:lnTo>
                <a:lnTo>
                  <a:pt x="178" y="6"/>
                </a:lnTo>
                <a:lnTo>
                  <a:pt x="179" y="6"/>
                </a:lnTo>
                <a:lnTo>
                  <a:pt x="180" y="5"/>
                </a:lnTo>
                <a:lnTo>
                  <a:pt x="181" y="4"/>
                </a:lnTo>
                <a:lnTo>
                  <a:pt x="182" y="3"/>
                </a:lnTo>
                <a:lnTo>
                  <a:pt x="183" y="3"/>
                </a:lnTo>
                <a:lnTo>
                  <a:pt x="183" y="2"/>
                </a:lnTo>
                <a:lnTo>
                  <a:pt x="184" y="2"/>
                </a:lnTo>
                <a:lnTo>
                  <a:pt x="184" y="1"/>
                </a:lnTo>
                <a:lnTo>
                  <a:pt x="185" y="1"/>
                </a:lnTo>
                <a:lnTo>
                  <a:pt x="187" y="1"/>
                </a:lnTo>
                <a:lnTo>
                  <a:pt x="187" y="0"/>
                </a:lnTo>
                <a:lnTo>
                  <a:pt x="189" y="0"/>
                </a:lnTo>
                <a:lnTo>
                  <a:pt x="189" y="1"/>
                </a:lnTo>
                <a:lnTo>
                  <a:pt x="190" y="1"/>
                </a:lnTo>
                <a:lnTo>
                  <a:pt x="191" y="1"/>
                </a:lnTo>
                <a:lnTo>
                  <a:pt x="192" y="1"/>
                </a:lnTo>
                <a:lnTo>
                  <a:pt x="193" y="2"/>
                </a:lnTo>
                <a:lnTo>
                  <a:pt x="195" y="2"/>
                </a:lnTo>
                <a:lnTo>
                  <a:pt x="197" y="3"/>
                </a:lnTo>
                <a:lnTo>
                  <a:pt x="198" y="3"/>
                </a:lnTo>
                <a:lnTo>
                  <a:pt x="200" y="3"/>
                </a:lnTo>
                <a:close/>
              </a:path>
            </a:pathLst>
          </a:custGeom>
          <a:solidFill>
            <a:srgbClr val="BDD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2310120" y="1818720"/>
            <a:ext cx="39240" cy="43920"/>
          </a:xfrm>
          <a:custGeom>
            <a:avLst/>
            <a:gdLst/>
            <a:ahLst/>
            <a:rect l="0" t="0" r="r" b="b"/>
            <a:pathLst>
              <a:path w="109" h="122">
                <a:moveTo>
                  <a:pt x="56" y="11"/>
                </a:moveTo>
                <a:lnTo>
                  <a:pt x="56" y="12"/>
                </a:lnTo>
                <a:lnTo>
                  <a:pt x="57" y="12"/>
                </a:lnTo>
                <a:lnTo>
                  <a:pt x="58" y="12"/>
                </a:lnTo>
                <a:lnTo>
                  <a:pt x="59" y="12"/>
                </a:lnTo>
                <a:lnTo>
                  <a:pt x="60" y="12"/>
                </a:lnTo>
                <a:lnTo>
                  <a:pt x="60" y="13"/>
                </a:lnTo>
                <a:lnTo>
                  <a:pt x="62" y="13"/>
                </a:lnTo>
                <a:lnTo>
                  <a:pt x="63" y="14"/>
                </a:lnTo>
                <a:lnTo>
                  <a:pt x="62" y="14"/>
                </a:lnTo>
                <a:lnTo>
                  <a:pt x="63" y="14"/>
                </a:lnTo>
                <a:lnTo>
                  <a:pt x="63" y="15"/>
                </a:lnTo>
                <a:lnTo>
                  <a:pt x="64" y="14"/>
                </a:lnTo>
                <a:lnTo>
                  <a:pt x="64" y="15"/>
                </a:lnTo>
                <a:lnTo>
                  <a:pt x="65" y="15"/>
                </a:lnTo>
                <a:lnTo>
                  <a:pt x="65" y="16"/>
                </a:lnTo>
                <a:lnTo>
                  <a:pt x="66" y="16"/>
                </a:lnTo>
                <a:lnTo>
                  <a:pt x="67" y="16"/>
                </a:lnTo>
                <a:lnTo>
                  <a:pt x="67" y="17"/>
                </a:lnTo>
                <a:lnTo>
                  <a:pt x="68" y="17"/>
                </a:lnTo>
                <a:lnTo>
                  <a:pt x="68" y="16"/>
                </a:lnTo>
                <a:lnTo>
                  <a:pt x="69" y="17"/>
                </a:lnTo>
                <a:lnTo>
                  <a:pt x="70" y="17"/>
                </a:lnTo>
                <a:lnTo>
                  <a:pt x="71" y="18"/>
                </a:lnTo>
                <a:lnTo>
                  <a:pt x="72" y="18"/>
                </a:lnTo>
                <a:lnTo>
                  <a:pt x="75" y="19"/>
                </a:lnTo>
                <a:lnTo>
                  <a:pt x="76" y="19"/>
                </a:lnTo>
                <a:lnTo>
                  <a:pt x="78" y="20"/>
                </a:lnTo>
                <a:lnTo>
                  <a:pt x="79" y="20"/>
                </a:lnTo>
                <a:lnTo>
                  <a:pt x="81" y="21"/>
                </a:lnTo>
                <a:lnTo>
                  <a:pt x="82" y="21"/>
                </a:lnTo>
                <a:lnTo>
                  <a:pt x="85" y="22"/>
                </a:lnTo>
                <a:lnTo>
                  <a:pt x="86" y="22"/>
                </a:lnTo>
                <a:lnTo>
                  <a:pt x="87" y="23"/>
                </a:lnTo>
                <a:lnTo>
                  <a:pt x="88" y="23"/>
                </a:lnTo>
                <a:lnTo>
                  <a:pt x="89" y="23"/>
                </a:lnTo>
                <a:lnTo>
                  <a:pt x="92" y="24"/>
                </a:lnTo>
                <a:lnTo>
                  <a:pt x="93" y="24"/>
                </a:lnTo>
                <a:lnTo>
                  <a:pt x="93" y="26"/>
                </a:lnTo>
                <a:lnTo>
                  <a:pt x="93" y="29"/>
                </a:lnTo>
                <a:lnTo>
                  <a:pt x="94" y="29"/>
                </a:lnTo>
                <a:lnTo>
                  <a:pt x="96" y="30"/>
                </a:lnTo>
                <a:lnTo>
                  <a:pt x="97" y="30"/>
                </a:lnTo>
                <a:lnTo>
                  <a:pt x="101" y="33"/>
                </a:lnTo>
                <a:lnTo>
                  <a:pt x="102" y="34"/>
                </a:lnTo>
                <a:lnTo>
                  <a:pt x="102" y="35"/>
                </a:lnTo>
                <a:lnTo>
                  <a:pt x="103" y="37"/>
                </a:lnTo>
                <a:lnTo>
                  <a:pt x="103" y="38"/>
                </a:lnTo>
                <a:lnTo>
                  <a:pt x="103" y="39"/>
                </a:lnTo>
                <a:lnTo>
                  <a:pt x="103" y="40"/>
                </a:lnTo>
                <a:lnTo>
                  <a:pt x="102" y="41"/>
                </a:lnTo>
                <a:lnTo>
                  <a:pt x="101" y="41"/>
                </a:lnTo>
                <a:lnTo>
                  <a:pt x="97" y="43"/>
                </a:lnTo>
                <a:lnTo>
                  <a:pt x="94" y="44"/>
                </a:lnTo>
                <a:lnTo>
                  <a:pt x="94" y="45"/>
                </a:lnTo>
                <a:lnTo>
                  <a:pt x="93" y="53"/>
                </a:lnTo>
                <a:lnTo>
                  <a:pt x="96" y="55"/>
                </a:lnTo>
                <a:lnTo>
                  <a:pt x="96" y="57"/>
                </a:lnTo>
                <a:lnTo>
                  <a:pt x="97" y="57"/>
                </a:lnTo>
                <a:lnTo>
                  <a:pt x="102" y="58"/>
                </a:lnTo>
                <a:lnTo>
                  <a:pt x="109" y="59"/>
                </a:lnTo>
                <a:lnTo>
                  <a:pt x="109" y="61"/>
                </a:lnTo>
                <a:lnTo>
                  <a:pt x="106" y="61"/>
                </a:lnTo>
                <a:lnTo>
                  <a:pt x="103" y="60"/>
                </a:lnTo>
                <a:lnTo>
                  <a:pt x="101" y="60"/>
                </a:lnTo>
                <a:lnTo>
                  <a:pt x="100" y="60"/>
                </a:lnTo>
                <a:lnTo>
                  <a:pt x="95" y="60"/>
                </a:lnTo>
                <a:lnTo>
                  <a:pt x="91" y="60"/>
                </a:lnTo>
                <a:lnTo>
                  <a:pt x="91" y="61"/>
                </a:lnTo>
                <a:lnTo>
                  <a:pt x="91" y="63"/>
                </a:lnTo>
                <a:lnTo>
                  <a:pt x="90" y="65"/>
                </a:lnTo>
                <a:lnTo>
                  <a:pt x="89" y="66"/>
                </a:lnTo>
                <a:lnTo>
                  <a:pt x="90" y="67"/>
                </a:lnTo>
                <a:lnTo>
                  <a:pt x="89" y="67"/>
                </a:lnTo>
                <a:lnTo>
                  <a:pt x="88" y="67"/>
                </a:lnTo>
                <a:lnTo>
                  <a:pt x="88" y="66"/>
                </a:lnTo>
                <a:lnTo>
                  <a:pt x="87" y="66"/>
                </a:lnTo>
                <a:lnTo>
                  <a:pt x="86" y="66"/>
                </a:lnTo>
                <a:lnTo>
                  <a:pt x="85" y="67"/>
                </a:lnTo>
                <a:lnTo>
                  <a:pt x="84" y="68"/>
                </a:lnTo>
                <a:lnTo>
                  <a:pt x="85" y="70"/>
                </a:lnTo>
                <a:lnTo>
                  <a:pt x="86" y="70"/>
                </a:lnTo>
                <a:lnTo>
                  <a:pt x="88" y="72"/>
                </a:lnTo>
                <a:lnTo>
                  <a:pt x="89" y="73"/>
                </a:lnTo>
                <a:lnTo>
                  <a:pt x="90" y="74"/>
                </a:lnTo>
                <a:lnTo>
                  <a:pt x="93" y="77"/>
                </a:lnTo>
                <a:lnTo>
                  <a:pt x="92" y="78"/>
                </a:lnTo>
                <a:lnTo>
                  <a:pt x="92" y="79"/>
                </a:lnTo>
                <a:lnTo>
                  <a:pt x="95" y="83"/>
                </a:lnTo>
                <a:lnTo>
                  <a:pt x="98" y="89"/>
                </a:lnTo>
                <a:lnTo>
                  <a:pt x="99" y="90"/>
                </a:lnTo>
                <a:lnTo>
                  <a:pt x="102" y="98"/>
                </a:lnTo>
                <a:lnTo>
                  <a:pt x="102" y="102"/>
                </a:lnTo>
                <a:lnTo>
                  <a:pt x="101" y="103"/>
                </a:lnTo>
                <a:lnTo>
                  <a:pt x="100" y="103"/>
                </a:lnTo>
                <a:lnTo>
                  <a:pt x="97" y="104"/>
                </a:lnTo>
                <a:lnTo>
                  <a:pt x="97" y="105"/>
                </a:lnTo>
                <a:lnTo>
                  <a:pt x="94" y="106"/>
                </a:lnTo>
                <a:lnTo>
                  <a:pt x="93" y="106"/>
                </a:lnTo>
                <a:lnTo>
                  <a:pt x="91" y="105"/>
                </a:lnTo>
                <a:lnTo>
                  <a:pt x="91" y="106"/>
                </a:lnTo>
                <a:lnTo>
                  <a:pt x="89" y="106"/>
                </a:lnTo>
                <a:lnTo>
                  <a:pt x="88" y="106"/>
                </a:lnTo>
                <a:lnTo>
                  <a:pt x="86" y="106"/>
                </a:lnTo>
                <a:lnTo>
                  <a:pt x="83" y="106"/>
                </a:lnTo>
                <a:lnTo>
                  <a:pt x="83" y="105"/>
                </a:lnTo>
                <a:lnTo>
                  <a:pt x="81" y="105"/>
                </a:lnTo>
                <a:lnTo>
                  <a:pt x="79" y="106"/>
                </a:lnTo>
                <a:lnTo>
                  <a:pt x="78" y="106"/>
                </a:lnTo>
                <a:lnTo>
                  <a:pt x="77" y="106"/>
                </a:lnTo>
                <a:lnTo>
                  <a:pt x="76" y="106"/>
                </a:lnTo>
                <a:lnTo>
                  <a:pt x="74" y="106"/>
                </a:lnTo>
                <a:lnTo>
                  <a:pt x="73" y="106"/>
                </a:lnTo>
                <a:lnTo>
                  <a:pt x="72" y="106"/>
                </a:lnTo>
                <a:lnTo>
                  <a:pt x="70" y="107"/>
                </a:lnTo>
                <a:lnTo>
                  <a:pt x="68" y="108"/>
                </a:lnTo>
                <a:lnTo>
                  <a:pt x="66" y="108"/>
                </a:lnTo>
                <a:lnTo>
                  <a:pt x="62" y="109"/>
                </a:lnTo>
                <a:lnTo>
                  <a:pt x="60" y="109"/>
                </a:lnTo>
                <a:lnTo>
                  <a:pt x="60" y="110"/>
                </a:lnTo>
                <a:lnTo>
                  <a:pt x="59" y="111"/>
                </a:lnTo>
                <a:lnTo>
                  <a:pt x="58" y="111"/>
                </a:lnTo>
                <a:lnTo>
                  <a:pt x="57" y="112"/>
                </a:lnTo>
                <a:lnTo>
                  <a:pt x="56" y="112"/>
                </a:lnTo>
                <a:lnTo>
                  <a:pt x="53" y="114"/>
                </a:lnTo>
                <a:lnTo>
                  <a:pt x="51" y="115"/>
                </a:lnTo>
                <a:lnTo>
                  <a:pt x="50" y="115"/>
                </a:lnTo>
                <a:lnTo>
                  <a:pt x="49" y="117"/>
                </a:lnTo>
                <a:lnTo>
                  <a:pt x="47" y="119"/>
                </a:lnTo>
                <a:lnTo>
                  <a:pt x="46" y="120"/>
                </a:lnTo>
                <a:lnTo>
                  <a:pt x="45" y="120"/>
                </a:lnTo>
                <a:lnTo>
                  <a:pt x="44" y="121"/>
                </a:lnTo>
                <a:lnTo>
                  <a:pt x="43" y="121"/>
                </a:lnTo>
                <a:lnTo>
                  <a:pt x="42" y="121"/>
                </a:lnTo>
                <a:lnTo>
                  <a:pt x="39" y="121"/>
                </a:lnTo>
                <a:lnTo>
                  <a:pt x="39" y="122"/>
                </a:lnTo>
                <a:lnTo>
                  <a:pt x="38" y="122"/>
                </a:lnTo>
                <a:lnTo>
                  <a:pt x="38" y="121"/>
                </a:lnTo>
                <a:lnTo>
                  <a:pt x="38" y="120"/>
                </a:lnTo>
                <a:lnTo>
                  <a:pt x="38" y="119"/>
                </a:lnTo>
                <a:lnTo>
                  <a:pt x="38" y="118"/>
                </a:lnTo>
                <a:lnTo>
                  <a:pt x="38" y="117"/>
                </a:lnTo>
                <a:lnTo>
                  <a:pt x="37" y="117"/>
                </a:lnTo>
                <a:lnTo>
                  <a:pt x="37" y="116"/>
                </a:lnTo>
                <a:lnTo>
                  <a:pt x="35" y="115"/>
                </a:lnTo>
                <a:lnTo>
                  <a:pt x="35" y="114"/>
                </a:lnTo>
                <a:lnTo>
                  <a:pt x="35" y="113"/>
                </a:lnTo>
                <a:lnTo>
                  <a:pt x="34" y="113"/>
                </a:lnTo>
                <a:lnTo>
                  <a:pt x="34" y="112"/>
                </a:lnTo>
                <a:lnTo>
                  <a:pt x="33" y="112"/>
                </a:lnTo>
                <a:lnTo>
                  <a:pt x="32" y="112"/>
                </a:lnTo>
                <a:lnTo>
                  <a:pt x="32" y="113"/>
                </a:lnTo>
                <a:lnTo>
                  <a:pt x="31" y="113"/>
                </a:lnTo>
                <a:lnTo>
                  <a:pt x="31" y="112"/>
                </a:lnTo>
                <a:lnTo>
                  <a:pt x="31" y="113"/>
                </a:lnTo>
                <a:lnTo>
                  <a:pt x="30" y="113"/>
                </a:lnTo>
                <a:lnTo>
                  <a:pt x="29" y="113"/>
                </a:lnTo>
                <a:lnTo>
                  <a:pt x="28" y="113"/>
                </a:lnTo>
                <a:lnTo>
                  <a:pt x="27" y="112"/>
                </a:lnTo>
                <a:lnTo>
                  <a:pt x="27" y="113"/>
                </a:lnTo>
                <a:lnTo>
                  <a:pt x="26" y="113"/>
                </a:lnTo>
                <a:lnTo>
                  <a:pt x="25" y="113"/>
                </a:lnTo>
                <a:lnTo>
                  <a:pt x="25" y="110"/>
                </a:lnTo>
                <a:lnTo>
                  <a:pt x="25" y="109"/>
                </a:lnTo>
                <a:lnTo>
                  <a:pt x="26" y="109"/>
                </a:lnTo>
                <a:lnTo>
                  <a:pt x="26" y="108"/>
                </a:lnTo>
                <a:lnTo>
                  <a:pt x="26" y="107"/>
                </a:lnTo>
                <a:lnTo>
                  <a:pt x="25" y="107"/>
                </a:lnTo>
                <a:lnTo>
                  <a:pt x="25" y="106"/>
                </a:lnTo>
                <a:lnTo>
                  <a:pt x="25" y="105"/>
                </a:lnTo>
                <a:lnTo>
                  <a:pt x="24" y="105"/>
                </a:lnTo>
                <a:lnTo>
                  <a:pt x="23" y="105"/>
                </a:lnTo>
                <a:lnTo>
                  <a:pt x="21" y="105"/>
                </a:lnTo>
                <a:lnTo>
                  <a:pt x="20" y="105"/>
                </a:lnTo>
                <a:lnTo>
                  <a:pt x="20" y="106"/>
                </a:lnTo>
                <a:lnTo>
                  <a:pt x="19" y="106"/>
                </a:lnTo>
                <a:lnTo>
                  <a:pt x="19" y="107"/>
                </a:lnTo>
                <a:lnTo>
                  <a:pt x="18" y="107"/>
                </a:lnTo>
                <a:lnTo>
                  <a:pt x="18" y="108"/>
                </a:lnTo>
                <a:lnTo>
                  <a:pt x="17" y="108"/>
                </a:lnTo>
                <a:lnTo>
                  <a:pt x="18" y="108"/>
                </a:lnTo>
                <a:lnTo>
                  <a:pt x="18" y="109"/>
                </a:lnTo>
                <a:lnTo>
                  <a:pt x="17" y="109"/>
                </a:lnTo>
                <a:lnTo>
                  <a:pt x="17" y="108"/>
                </a:lnTo>
                <a:lnTo>
                  <a:pt x="17" y="107"/>
                </a:lnTo>
                <a:lnTo>
                  <a:pt x="16" y="107"/>
                </a:lnTo>
                <a:lnTo>
                  <a:pt x="15" y="107"/>
                </a:lnTo>
                <a:lnTo>
                  <a:pt x="14" y="107"/>
                </a:lnTo>
                <a:lnTo>
                  <a:pt x="14" y="108"/>
                </a:lnTo>
                <a:lnTo>
                  <a:pt x="13" y="108"/>
                </a:lnTo>
                <a:lnTo>
                  <a:pt x="13" y="107"/>
                </a:lnTo>
                <a:lnTo>
                  <a:pt x="13" y="106"/>
                </a:lnTo>
                <a:lnTo>
                  <a:pt x="14" y="106"/>
                </a:lnTo>
                <a:lnTo>
                  <a:pt x="15" y="105"/>
                </a:lnTo>
                <a:lnTo>
                  <a:pt x="15" y="104"/>
                </a:lnTo>
                <a:lnTo>
                  <a:pt x="15" y="103"/>
                </a:lnTo>
                <a:lnTo>
                  <a:pt x="16" y="103"/>
                </a:lnTo>
                <a:lnTo>
                  <a:pt x="16" y="102"/>
                </a:lnTo>
                <a:lnTo>
                  <a:pt x="15" y="102"/>
                </a:lnTo>
                <a:lnTo>
                  <a:pt x="15" y="101"/>
                </a:lnTo>
                <a:lnTo>
                  <a:pt x="14" y="101"/>
                </a:lnTo>
                <a:lnTo>
                  <a:pt x="13" y="101"/>
                </a:lnTo>
                <a:lnTo>
                  <a:pt x="13" y="100"/>
                </a:lnTo>
                <a:lnTo>
                  <a:pt x="14" y="99"/>
                </a:lnTo>
                <a:lnTo>
                  <a:pt x="14" y="100"/>
                </a:lnTo>
                <a:lnTo>
                  <a:pt x="14" y="99"/>
                </a:lnTo>
                <a:lnTo>
                  <a:pt x="14" y="97"/>
                </a:lnTo>
                <a:lnTo>
                  <a:pt x="14" y="96"/>
                </a:lnTo>
                <a:lnTo>
                  <a:pt x="14" y="95"/>
                </a:lnTo>
                <a:lnTo>
                  <a:pt x="13" y="95"/>
                </a:lnTo>
                <a:lnTo>
                  <a:pt x="13" y="94"/>
                </a:lnTo>
                <a:lnTo>
                  <a:pt x="13" y="93"/>
                </a:lnTo>
                <a:lnTo>
                  <a:pt x="14" y="93"/>
                </a:lnTo>
                <a:lnTo>
                  <a:pt x="14" y="92"/>
                </a:lnTo>
                <a:lnTo>
                  <a:pt x="14" y="91"/>
                </a:lnTo>
                <a:lnTo>
                  <a:pt x="13" y="90"/>
                </a:lnTo>
                <a:lnTo>
                  <a:pt x="13" y="89"/>
                </a:lnTo>
                <a:lnTo>
                  <a:pt x="13" y="88"/>
                </a:lnTo>
                <a:lnTo>
                  <a:pt x="12" y="88"/>
                </a:lnTo>
                <a:lnTo>
                  <a:pt x="11" y="88"/>
                </a:lnTo>
                <a:lnTo>
                  <a:pt x="10" y="88"/>
                </a:lnTo>
                <a:lnTo>
                  <a:pt x="10" y="87"/>
                </a:lnTo>
                <a:lnTo>
                  <a:pt x="8" y="87"/>
                </a:lnTo>
                <a:lnTo>
                  <a:pt x="8" y="88"/>
                </a:lnTo>
                <a:lnTo>
                  <a:pt x="7" y="88"/>
                </a:lnTo>
                <a:lnTo>
                  <a:pt x="7" y="89"/>
                </a:lnTo>
                <a:lnTo>
                  <a:pt x="8" y="89"/>
                </a:lnTo>
                <a:lnTo>
                  <a:pt x="7" y="89"/>
                </a:lnTo>
                <a:lnTo>
                  <a:pt x="6" y="89"/>
                </a:lnTo>
                <a:lnTo>
                  <a:pt x="5" y="89"/>
                </a:lnTo>
                <a:lnTo>
                  <a:pt x="5" y="88"/>
                </a:lnTo>
                <a:lnTo>
                  <a:pt x="4" y="88"/>
                </a:lnTo>
                <a:lnTo>
                  <a:pt x="4" y="86"/>
                </a:lnTo>
                <a:lnTo>
                  <a:pt x="4" y="85"/>
                </a:lnTo>
                <a:lnTo>
                  <a:pt x="3" y="85"/>
                </a:lnTo>
                <a:lnTo>
                  <a:pt x="3" y="83"/>
                </a:lnTo>
                <a:lnTo>
                  <a:pt x="4" y="82"/>
                </a:lnTo>
                <a:lnTo>
                  <a:pt x="4" y="81"/>
                </a:lnTo>
                <a:lnTo>
                  <a:pt x="3" y="81"/>
                </a:lnTo>
                <a:lnTo>
                  <a:pt x="3" y="80"/>
                </a:lnTo>
                <a:lnTo>
                  <a:pt x="2" y="80"/>
                </a:lnTo>
                <a:lnTo>
                  <a:pt x="1" y="80"/>
                </a:lnTo>
                <a:lnTo>
                  <a:pt x="0" y="80"/>
                </a:lnTo>
                <a:lnTo>
                  <a:pt x="0" y="79"/>
                </a:lnTo>
                <a:lnTo>
                  <a:pt x="0" y="78"/>
                </a:lnTo>
                <a:lnTo>
                  <a:pt x="1" y="78"/>
                </a:lnTo>
                <a:lnTo>
                  <a:pt x="1" y="77"/>
                </a:lnTo>
                <a:lnTo>
                  <a:pt x="2" y="76"/>
                </a:lnTo>
                <a:lnTo>
                  <a:pt x="3" y="76"/>
                </a:lnTo>
                <a:lnTo>
                  <a:pt x="4" y="76"/>
                </a:lnTo>
                <a:lnTo>
                  <a:pt x="5" y="76"/>
                </a:lnTo>
                <a:lnTo>
                  <a:pt x="6" y="76"/>
                </a:lnTo>
                <a:lnTo>
                  <a:pt x="6" y="75"/>
                </a:lnTo>
                <a:lnTo>
                  <a:pt x="7" y="75"/>
                </a:lnTo>
                <a:lnTo>
                  <a:pt x="8" y="76"/>
                </a:lnTo>
                <a:lnTo>
                  <a:pt x="10" y="76"/>
                </a:lnTo>
                <a:lnTo>
                  <a:pt x="11" y="76"/>
                </a:lnTo>
                <a:lnTo>
                  <a:pt x="12" y="76"/>
                </a:lnTo>
                <a:lnTo>
                  <a:pt x="13" y="76"/>
                </a:lnTo>
                <a:lnTo>
                  <a:pt x="14" y="76"/>
                </a:lnTo>
                <a:lnTo>
                  <a:pt x="15" y="76"/>
                </a:lnTo>
                <a:lnTo>
                  <a:pt x="16" y="75"/>
                </a:lnTo>
                <a:lnTo>
                  <a:pt x="17" y="75"/>
                </a:lnTo>
                <a:lnTo>
                  <a:pt x="17" y="76"/>
                </a:lnTo>
                <a:lnTo>
                  <a:pt x="18" y="76"/>
                </a:lnTo>
                <a:lnTo>
                  <a:pt x="18" y="75"/>
                </a:lnTo>
                <a:lnTo>
                  <a:pt x="18" y="74"/>
                </a:lnTo>
                <a:lnTo>
                  <a:pt x="18" y="75"/>
                </a:lnTo>
                <a:lnTo>
                  <a:pt x="19" y="75"/>
                </a:lnTo>
                <a:lnTo>
                  <a:pt x="19" y="74"/>
                </a:lnTo>
                <a:lnTo>
                  <a:pt x="20" y="74"/>
                </a:lnTo>
                <a:lnTo>
                  <a:pt x="20" y="75"/>
                </a:lnTo>
                <a:lnTo>
                  <a:pt x="20" y="74"/>
                </a:lnTo>
                <a:lnTo>
                  <a:pt x="21" y="74"/>
                </a:lnTo>
                <a:lnTo>
                  <a:pt x="21" y="73"/>
                </a:lnTo>
                <a:lnTo>
                  <a:pt x="21" y="72"/>
                </a:lnTo>
                <a:lnTo>
                  <a:pt x="20" y="73"/>
                </a:lnTo>
                <a:lnTo>
                  <a:pt x="20" y="72"/>
                </a:lnTo>
                <a:lnTo>
                  <a:pt x="21" y="72"/>
                </a:lnTo>
                <a:lnTo>
                  <a:pt x="20" y="72"/>
                </a:lnTo>
                <a:lnTo>
                  <a:pt x="20" y="71"/>
                </a:lnTo>
                <a:lnTo>
                  <a:pt x="20" y="70"/>
                </a:lnTo>
                <a:lnTo>
                  <a:pt x="20" y="69"/>
                </a:lnTo>
                <a:lnTo>
                  <a:pt x="20" y="68"/>
                </a:lnTo>
                <a:lnTo>
                  <a:pt x="20" y="66"/>
                </a:lnTo>
                <a:lnTo>
                  <a:pt x="19" y="66"/>
                </a:lnTo>
                <a:lnTo>
                  <a:pt x="20" y="66"/>
                </a:lnTo>
                <a:lnTo>
                  <a:pt x="20" y="65"/>
                </a:lnTo>
                <a:lnTo>
                  <a:pt x="19" y="65"/>
                </a:lnTo>
                <a:lnTo>
                  <a:pt x="19" y="64"/>
                </a:lnTo>
                <a:lnTo>
                  <a:pt x="20" y="63"/>
                </a:lnTo>
                <a:lnTo>
                  <a:pt x="20" y="62"/>
                </a:lnTo>
                <a:lnTo>
                  <a:pt x="21" y="62"/>
                </a:lnTo>
                <a:lnTo>
                  <a:pt x="21" y="61"/>
                </a:lnTo>
                <a:lnTo>
                  <a:pt x="22" y="60"/>
                </a:lnTo>
                <a:lnTo>
                  <a:pt x="23" y="61"/>
                </a:lnTo>
                <a:lnTo>
                  <a:pt x="23" y="62"/>
                </a:lnTo>
                <a:lnTo>
                  <a:pt x="24" y="61"/>
                </a:lnTo>
                <a:lnTo>
                  <a:pt x="25" y="61"/>
                </a:lnTo>
                <a:lnTo>
                  <a:pt x="26" y="61"/>
                </a:lnTo>
                <a:lnTo>
                  <a:pt x="26" y="62"/>
                </a:lnTo>
                <a:lnTo>
                  <a:pt x="27" y="62"/>
                </a:lnTo>
                <a:lnTo>
                  <a:pt x="28" y="62"/>
                </a:lnTo>
                <a:lnTo>
                  <a:pt x="28" y="61"/>
                </a:lnTo>
                <a:lnTo>
                  <a:pt x="28" y="60"/>
                </a:lnTo>
                <a:lnTo>
                  <a:pt x="28" y="61"/>
                </a:lnTo>
                <a:lnTo>
                  <a:pt x="28" y="60"/>
                </a:lnTo>
                <a:lnTo>
                  <a:pt x="27" y="60"/>
                </a:lnTo>
                <a:lnTo>
                  <a:pt x="27" y="59"/>
                </a:lnTo>
                <a:lnTo>
                  <a:pt x="27" y="58"/>
                </a:lnTo>
                <a:lnTo>
                  <a:pt x="26" y="59"/>
                </a:lnTo>
                <a:lnTo>
                  <a:pt x="26" y="58"/>
                </a:lnTo>
                <a:lnTo>
                  <a:pt x="25" y="58"/>
                </a:lnTo>
                <a:lnTo>
                  <a:pt x="26" y="57"/>
                </a:lnTo>
                <a:lnTo>
                  <a:pt x="26" y="56"/>
                </a:lnTo>
                <a:lnTo>
                  <a:pt x="26" y="55"/>
                </a:lnTo>
                <a:lnTo>
                  <a:pt x="25" y="55"/>
                </a:lnTo>
                <a:lnTo>
                  <a:pt x="24" y="55"/>
                </a:lnTo>
                <a:lnTo>
                  <a:pt x="24" y="54"/>
                </a:lnTo>
                <a:lnTo>
                  <a:pt x="25" y="54"/>
                </a:lnTo>
                <a:lnTo>
                  <a:pt x="24" y="54"/>
                </a:lnTo>
                <a:lnTo>
                  <a:pt x="23" y="54"/>
                </a:lnTo>
                <a:lnTo>
                  <a:pt x="23" y="53"/>
                </a:lnTo>
                <a:lnTo>
                  <a:pt x="24" y="53"/>
                </a:lnTo>
                <a:lnTo>
                  <a:pt x="23" y="53"/>
                </a:lnTo>
                <a:lnTo>
                  <a:pt x="23" y="52"/>
                </a:lnTo>
                <a:lnTo>
                  <a:pt x="24" y="53"/>
                </a:lnTo>
                <a:lnTo>
                  <a:pt x="25" y="52"/>
                </a:lnTo>
                <a:lnTo>
                  <a:pt x="24" y="52"/>
                </a:lnTo>
                <a:lnTo>
                  <a:pt x="25" y="51"/>
                </a:lnTo>
                <a:lnTo>
                  <a:pt x="26" y="51"/>
                </a:lnTo>
                <a:lnTo>
                  <a:pt x="27" y="51"/>
                </a:lnTo>
                <a:lnTo>
                  <a:pt x="27" y="50"/>
                </a:lnTo>
                <a:lnTo>
                  <a:pt x="27" y="49"/>
                </a:lnTo>
                <a:lnTo>
                  <a:pt x="28" y="47"/>
                </a:lnTo>
                <a:lnTo>
                  <a:pt x="27" y="47"/>
                </a:lnTo>
                <a:lnTo>
                  <a:pt x="27" y="46"/>
                </a:lnTo>
                <a:lnTo>
                  <a:pt x="28" y="45"/>
                </a:lnTo>
                <a:lnTo>
                  <a:pt x="29" y="45"/>
                </a:lnTo>
                <a:lnTo>
                  <a:pt x="28" y="45"/>
                </a:lnTo>
                <a:lnTo>
                  <a:pt x="27" y="45"/>
                </a:lnTo>
                <a:lnTo>
                  <a:pt x="27" y="44"/>
                </a:lnTo>
                <a:lnTo>
                  <a:pt x="28" y="43"/>
                </a:lnTo>
                <a:lnTo>
                  <a:pt x="29" y="43"/>
                </a:lnTo>
                <a:lnTo>
                  <a:pt x="30" y="43"/>
                </a:lnTo>
                <a:lnTo>
                  <a:pt x="31" y="43"/>
                </a:lnTo>
                <a:lnTo>
                  <a:pt x="31" y="42"/>
                </a:lnTo>
                <a:lnTo>
                  <a:pt x="31" y="41"/>
                </a:lnTo>
                <a:lnTo>
                  <a:pt x="32" y="41"/>
                </a:lnTo>
                <a:lnTo>
                  <a:pt x="32" y="40"/>
                </a:lnTo>
                <a:lnTo>
                  <a:pt x="33" y="40"/>
                </a:lnTo>
                <a:lnTo>
                  <a:pt x="34" y="40"/>
                </a:lnTo>
                <a:lnTo>
                  <a:pt x="35" y="40"/>
                </a:lnTo>
                <a:lnTo>
                  <a:pt x="35" y="39"/>
                </a:lnTo>
                <a:lnTo>
                  <a:pt x="36" y="39"/>
                </a:lnTo>
                <a:lnTo>
                  <a:pt x="36" y="38"/>
                </a:lnTo>
                <a:lnTo>
                  <a:pt x="36" y="39"/>
                </a:lnTo>
                <a:lnTo>
                  <a:pt x="36" y="40"/>
                </a:lnTo>
                <a:lnTo>
                  <a:pt x="37" y="40"/>
                </a:lnTo>
                <a:lnTo>
                  <a:pt x="38" y="40"/>
                </a:lnTo>
                <a:lnTo>
                  <a:pt x="38" y="39"/>
                </a:lnTo>
                <a:lnTo>
                  <a:pt x="39" y="39"/>
                </a:lnTo>
                <a:lnTo>
                  <a:pt x="40" y="39"/>
                </a:lnTo>
                <a:lnTo>
                  <a:pt x="41" y="39"/>
                </a:lnTo>
                <a:lnTo>
                  <a:pt x="41" y="38"/>
                </a:lnTo>
                <a:lnTo>
                  <a:pt x="41" y="37"/>
                </a:lnTo>
                <a:lnTo>
                  <a:pt x="42" y="37"/>
                </a:lnTo>
                <a:lnTo>
                  <a:pt x="42" y="38"/>
                </a:lnTo>
                <a:lnTo>
                  <a:pt x="43" y="38"/>
                </a:lnTo>
                <a:lnTo>
                  <a:pt x="44" y="37"/>
                </a:lnTo>
                <a:lnTo>
                  <a:pt x="45" y="36"/>
                </a:lnTo>
                <a:lnTo>
                  <a:pt x="46" y="36"/>
                </a:lnTo>
                <a:lnTo>
                  <a:pt x="46" y="35"/>
                </a:lnTo>
                <a:lnTo>
                  <a:pt x="47" y="35"/>
                </a:lnTo>
                <a:lnTo>
                  <a:pt x="48" y="34"/>
                </a:lnTo>
                <a:lnTo>
                  <a:pt x="49" y="33"/>
                </a:lnTo>
                <a:lnTo>
                  <a:pt x="48" y="33"/>
                </a:lnTo>
                <a:lnTo>
                  <a:pt x="48" y="32"/>
                </a:lnTo>
                <a:lnTo>
                  <a:pt x="45" y="31"/>
                </a:lnTo>
                <a:lnTo>
                  <a:pt x="45" y="30"/>
                </a:lnTo>
                <a:lnTo>
                  <a:pt x="44" y="30"/>
                </a:lnTo>
                <a:lnTo>
                  <a:pt x="43" y="30"/>
                </a:lnTo>
                <a:lnTo>
                  <a:pt x="43" y="29"/>
                </a:lnTo>
                <a:lnTo>
                  <a:pt x="42" y="28"/>
                </a:lnTo>
                <a:lnTo>
                  <a:pt x="41" y="27"/>
                </a:lnTo>
                <a:lnTo>
                  <a:pt x="40" y="26"/>
                </a:lnTo>
                <a:lnTo>
                  <a:pt x="40" y="25"/>
                </a:lnTo>
                <a:lnTo>
                  <a:pt x="39" y="25"/>
                </a:lnTo>
                <a:lnTo>
                  <a:pt x="38" y="23"/>
                </a:lnTo>
                <a:lnTo>
                  <a:pt x="37" y="22"/>
                </a:lnTo>
                <a:lnTo>
                  <a:pt x="36" y="21"/>
                </a:lnTo>
                <a:lnTo>
                  <a:pt x="35" y="20"/>
                </a:lnTo>
                <a:lnTo>
                  <a:pt x="34" y="19"/>
                </a:lnTo>
                <a:lnTo>
                  <a:pt x="33" y="19"/>
                </a:lnTo>
                <a:lnTo>
                  <a:pt x="32" y="18"/>
                </a:lnTo>
                <a:lnTo>
                  <a:pt x="31" y="17"/>
                </a:lnTo>
                <a:lnTo>
                  <a:pt x="30" y="17"/>
                </a:lnTo>
                <a:lnTo>
                  <a:pt x="30" y="16"/>
                </a:lnTo>
                <a:lnTo>
                  <a:pt x="29" y="16"/>
                </a:lnTo>
                <a:lnTo>
                  <a:pt x="28" y="15"/>
                </a:lnTo>
                <a:lnTo>
                  <a:pt x="27" y="14"/>
                </a:lnTo>
                <a:lnTo>
                  <a:pt x="26" y="14"/>
                </a:lnTo>
                <a:lnTo>
                  <a:pt x="26" y="13"/>
                </a:lnTo>
                <a:lnTo>
                  <a:pt x="25" y="13"/>
                </a:lnTo>
                <a:lnTo>
                  <a:pt x="24" y="12"/>
                </a:lnTo>
                <a:lnTo>
                  <a:pt x="23" y="11"/>
                </a:lnTo>
                <a:lnTo>
                  <a:pt x="24" y="11"/>
                </a:lnTo>
                <a:lnTo>
                  <a:pt x="24" y="10"/>
                </a:lnTo>
                <a:lnTo>
                  <a:pt x="26" y="9"/>
                </a:lnTo>
                <a:lnTo>
                  <a:pt x="27" y="8"/>
                </a:lnTo>
                <a:lnTo>
                  <a:pt x="29" y="6"/>
                </a:lnTo>
                <a:lnTo>
                  <a:pt x="30" y="5"/>
                </a:lnTo>
                <a:lnTo>
                  <a:pt x="31" y="4"/>
                </a:lnTo>
                <a:lnTo>
                  <a:pt x="32" y="4"/>
                </a:lnTo>
                <a:lnTo>
                  <a:pt x="33" y="3"/>
                </a:lnTo>
                <a:lnTo>
                  <a:pt x="34" y="2"/>
                </a:lnTo>
                <a:lnTo>
                  <a:pt x="36" y="2"/>
                </a:lnTo>
                <a:lnTo>
                  <a:pt x="37" y="1"/>
                </a:lnTo>
                <a:lnTo>
                  <a:pt x="39" y="0"/>
                </a:lnTo>
                <a:lnTo>
                  <a:pt x="40" y="0"/>
                </a:lnTo>
                <a:lnTo>
                  <a:pt x="42" y="0"/>
                </a:lnTo>
                <a:lnTo>
                  <a:pt x="44" y="1"/>
                </a:lnTo>
                <a:lnTo>
                  <a:pt x="46" y="2"/>
                </a:lnTo>
                <a:lnTo>
                  <a:pt x="47" y="2"/>
                </a:lnTo>
                <a:lnTo>
                  <a:pt x="48" y="2"/>
                </a:lnTo>
                <a:lnTo>
                  <a:pt x="49" y="4"/>
                </a:lnTo>
                <a:lnTo>
                  <a:pt x="49" y="5"/>
                </a:lnTo>
                <a:lnTo>
                  <a:pt x="50" y="5"/>
                </a:lnTo>
                <a:lnTo>
                  <a:pt x="50" y="6"/>
                </a:lnTo>
                <a:lnTo>
                  <a:pt x="51" y="6"/>
                </a:lnTo>
                <a:lnTo>
                  <a:pt x="51" y="7"/>
                </a:lnTo>
                <a:lnTo>
                  <a:pt x="51" y="8"/>
                </a:lnTo>
                <a:lnTo>
                  <a:pt x="51" y="9"/>
                </a:lnTo>
                <a:lnTo>
                  <a:pt x="52" y="9"/>
                </a:lnTo>
                <a:lnTo>
                  <a:pt x="53" y="10"/>
                </a:lnTo>
                <a:lnTo>
                  <a:pt x="54" y="11"/>
                </a:lnTo>
                <a:lnTo>
                  <a:pt x="55" y="11"/>
                </a:lnTo>
                <a:lnTo>
                  <a:pt x="56" y="1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2327760" y="1794240"/>
            <a:ext cx="1080" cy="360"/>
          </a:xfrm>
          <a:custGeom>
            <a:avLst/>
            <a:gdLst/>
            <a:ahLst/>
            <a:rect l="0" t="0" r="r" b="b"/>
            <a:pathLst>
              <a:path w="3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3" y="0"/>
                </a:lnTo>
                <a:lnTo>
                  <a:pt x="3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2164320" y="1698840"/>
            <a:ext cx="181080" cy="161280"/>
          </a:xfrm>
          <a:custGeom>
            <a:avLst/>
            <a:gdLst/>
            <a:ahLst/>
            <a:rect l="0" t="0" r="r" b="b"/>
            <a:pathLst>
              <a:path w="503" h="448">
                <a:moveTo>
                  <a:pt x="260" y="0"/>
                </a:moveTo>
                <a:lnTo>
                  <a:pt x="261" y="1"/>
                </a:lnTo>
                <a:lnTo>
                  <a:pt x="262" y="1"/>
                </a:lnTo>
                <a:lnTo>
                  <a:pt x="264" y="1"/>
                </a:lnTo>
                <a:lnTo>
                  <a:pt x="265" y="1"/>
                </a:lnTo>
                <a:lnTo>
                  <a:pt x="265" y="2"/>
                </a:lnTo>
                <a:lnTo>
                  <a:pt x="266" y="3"/>
                </a:lnTo>
                <a:lnTo>
                  <a:pt x="266" y="4"/>
                </a:lnTo>
                <a:lnTo>
                  <a:pt x="265" y="5"/>
                </a:lnTo>
                <a:lnTo>
                  <a:pt x="262" y="5"/>
                </a:lnTo>
                <a:lnTo>
                  <a:pt x="261" y="6"/>
                </a:lnTo>
                <a:lnTo>
                  <a:pt x="261" y="7"/>
                </a:lnTo>
                <a:lnTo>
                  <a:pt x="260" y="7"/>
                </a:lnTo>
                <a:lnTo>
                  <a:pt x="260" y="6"/>
                </a:lnTo>
                <a:lnTo>
                  <a:pt x="260" y="7"/>
                </a:lnTo>
                <a:lnTo>
                  <a:pt x="259" y="7"/>
                </a:lnTo>
                <a:lnTo>
                  <a:pt x="258" y="9"/>
                </a:lnTo>
                <a:lnTo>
                  <a:pt x="257" y="9"/>
                </a:lnTo>
                <a:lnTo>
                  <a:pt x="257" y="10"/>
                </a:lnTo>
                <a:lnTo>
                  <a:pt x="257" y="11"/>
                </a:lnTo>
                <a:lnTo>
                  <a:pt x="256" y="12"/>
                </a:lnTo>
                <a:lnTo>
                  <a:pt x="256" y="14"/>
                </a:lnTo>
                <a:lnTo>
                  <a:pt x="256" y="15"/>
                </a:lnTo>
                <a:lnTo>
                  <a:pt x="256" y="16"/>
                </a:lnTo>
                <a:lnTo>
                  <a:pt x="256" y="17"/>
                </a:lnTo>
                <a:lnTo>
                  <a:pt x="256" y="18"/>
                </a:lnTo>
                <a:lnTo>
                  <a:pt x="256" y="19"/>
                </a:lnTo>
                <a:lnTo>
                  <a:pt x="256" y="20"/>
                </a:lnTo>
                <a:lnTo>
                  <a:pt x="256" y="21"/>
                </a:lnTo>
                <a:lnTo>
                  <a:pt x="256" y="22"/>
                </a:lnTo>
                <a:lnTo>
                  <a:pt x="256" y="23"/>
                </a:lnTo>
                <a:lnTo>
                  <a:pt x="255" y="24"/>
                </a:lnTo>
                <a:lnTo>
                  <a:pt x="256" y="24"/>
                </a:lnTo>
                <a:lnTo>
                  <a:pt x="255" y="24"/>
                </a:lnTo>
                <a:lnTo>
                  <a:pt x="255" y="25"/>
                </a:lnTo>
                <a:lnTo>
                  <a:pt x="256" y="25"/>
                </a:lnTo>
                <a:lnTo>
                  <a:pt x="256" y="28"/>
                </a:lnTo>
                <a:lnTo>
                  <a:pt x="255" y="28"/>
                </a:lnTo>
                <a:lnTo>
                  <a:pt x="256" y="28"/>
                </a:lnTo>
                <a:lnTo>
                  <a:pt x="257" y="28"/>
                </a:lnTo>
                <a:lnTo>
                  <a:pt x="257" y="29"/>
                </a:lnTo>
                <a:lnTo>
                  <a:pt x="255" y="30"/>
                </a:lnTo>
                <a:lnTo>
                  <a:pt x="255" y="31"/>
                </a:lnTo>
                <a:lnTo>
                  <a:pt x="256" y="31"/>
                </a:lnTo>
                <a:lnTo>
                  <a:pt x="257" y="30"/>
                </a:lnTo>
                <a:lnTo>
                  <a:pt x="257" y="31"/>
                </a:lnTo>
                <a:lnTo>
                  <a:pt x="257" y="32"/>
                </a:lnTo>
                <a:lnTo>
                  <a:pt x="258" y="33"/>
                </a:lnTo>
                <a:lnTo>
                  <a:pt x="258" y="34"/>
                </a:lnTo>
                <a:lnTo>
                  <a:pt x="258" y="35"/>
                </a:lnTo>
                <a:lnTo>
                  <a:pt x="259" y="35"/>
                </a:lnTo>
                <a:lnTo>
                  <a:pt x="260" y="35"/>
                </a:lnTo>
                <a:lnTo>
                  <a:pt x="261" y="34"/>
                </a:lnTo>
                <a:lnTo>
                  <a:pt x="262" y="34"/>
                </a:lnTo>
                <a:lnTo>
                  <a:pt x="264" y="35"/>
                </a:lnTo>
                <a:lnTo>
                  <a:pt x="265" y="35"/>
                </a:lnTo>
                <a:lnTo>
                  <a:pt x="266" y="36"/>
                </a:lnTo>
                <a:lnTo>
                  <a:pt x="267" y="36"/>
                </a:lnTo>
                <a:lnTo>
                  <a:pt x="268" y="37"/>
                </a:lnTo>
                <a:lnTo>
                  <a:pt x="269" y="37"/>
                </a:lnTo>
                <a:lnTo>
                  <a:pt x="270" y="37"/>
                </a:lnTo>
                <a:lnTo>
                  <a:pt x="271" y="37"/>
                </a:lnTo>
                <a:lnTo>
                  <a:pt x="272" y="37"/>
                </a:lnTo>
                <a:lnTo>
                  <a:pt x="272" y="38"/>
                </a:lnTo>
                <a:lnTo>
                  <a:pt x="273" y="39"/>
                </a:lnTo>
                <a:lnTo>
                  <a:pt x="274" y="39"/>
                </a:lnTo>
                <a:lnTo>
                  <a:pt x="275" y="39"/>
                </a:lnTo>
                <a:lnTo>
                  <a:pt x="276" y="39"/>
                </a:lnTo>
                <a:lnTo>
                  <a:pt x="277" y="39"/>
                </a:lnTo>
                <a:lnTo>
                  <a:pt x="278" y="40"/>
                </a:lnTo>
                <a:lnTo>
                  <a:pt x="278" y="39"/>
                </a:lnTo>
                <a:lnTo>
                  <a:pt x="279" y="39"/>
                </a:lnTo>
                <a:lnTo>
                  <a:pt x="280" y="39"/>
                </a:lnTo>
                <a:lnTo>
                  <a:pt x="280" y="40"/>
                </a:lnTo>
                <a:lnTo>
                  <a:pt x="280" y="41"/>
                </a:lnTo>
                <a:lnTo>
                  <a:pt x="281" y="41"/>
                </a:lnTo>
                <a:lnTo>
                  <a:pt x="281" y="40"/>
                </a:lnTo>
                <a:lnTo>
                  <a:pt x="282" y="40"/>
                </a:lnTo>
                <a:lnTo>
                  <a:pt x="284" y="41"/>
                </a:lnTo>
                <a:lnTo>
                  <a:pt x="285" y="41"/>
                </a:lnTo>
                <a:lnTo>
                  <a:pt x="286" y="40"/>
                </a:lnTo>
                <a:lnTo>
                  <a:pt x="286" y="41"/>
                </a:lnTo>
                <a:lnTo>
                  <a:pt x="285" y="41"/>
                </a:lnTo>
                <a:lnTo>
                  <a:pt x="284" y="41"/>
                </a:lnTo>
                <a:lnTo>
                  <a:pt x="284" y="42"/>
                </a:lnTo>
                <a:lnTo>
                  <a:pt x="282" y="42"/>
                </a:lnTo>
                <a:lnTo>
                  <a:pt x="282" y="43"/>
                </a:lnTo>
                <a:lnTo>
                  <a:pt x="283" y="43"/>
                </a:lnTo>
                <a:lnTo>
                  <a:pt x="282" y="44"/>
                </a:lnTo>
                <a:lnTo>
                  <a:pt x="281" y="44"/>
                </a:lnTo>
                <a:lnTo>
                  <a:pt x="281" y="45"/>
                </a:lnTo>
                <a:lnTo>
                  <a:pt x="280" y="46"/>
                </a:lnTo>
                <a:lnTo>
                  <a:pt x="280" y="47"/>
                </a:lnTo>
                <a:lnTo>
                  <a:pt x="281" y="47"/>
                </a:lnTo>
                <a:lnTo>
                  <a:pt x="282" y="48"/>
                </a:lnTo>
                <a:lnTo>
                  <a:pt x="283" y="48"/>
                </a:lnTo>
                <a:lnTo>
                  <a:pt x="283" y="49"/>
                </a:lnTo>
                <a:lnTo>
                  <a:pt x="286" y="52"/>
                </a:lnTo>
                <a:lnTo>
                  <a:pt x="288" y="51"/>
                </a:lnTo>
                <a:lnTo>
                  <a:pt x="289" y="51"/>
                </a:lnTo>
                <a:lnTo>
                  <a:pt x="289" y="53"/>
                </a:lnTo>
                <a:lnTo>
                  <a:pt x="290" y="53"/>
                </a:lnTo>
                <a:lnTo>
                  <a:pt x="290" y="54"/>
                </a:lnTo>
                <a:lnTo>
                  <a:pt x="291" y="55"/>
                </a:lnTo>
                <a:lnTo>
                  <a:pt x="292" y="55"/>
                </a:lnTo>
                <a:lnTo>
                  <a:pt x="291" y="55"/>
                </a:lnTo>
                <a:lnTo>
                  <a:pt x="292" y="55"/>
                </a:lnTo>
                <a:lnTo>
                  <a:pt x="295" y="57"/>
                </a:lnTo>
                <a:lnTo>
                  <a:pt x="296" y="58"/>
                </a:lnTo>
                <a:lnTo>
                  <a:pt x="297" y="58"/>
                </a:lnTo>
                <a:lnTo>
                  <a:pt x="297" y="59"/>
                </a:lnTo>
                <a:lnTo>
                  <a:pt x="297" y="60"/>
                </a:lnTo>
                <a:lnTo>
                  <a:pt x="297" y="61"/>
                </a:lnTo>
                <a:lnTo>
                  <a:pt x="297" y="62"/>
                </a:lnTo>
                <a:lnTo>
                  <a:pt x="297" y="63"/>
                </a:lnTo>
                <a:lnTo>
                  <a:pt x="298" y="62"/>
                </a:lnTo>
                <a:lnTo>
                  <a:pt x="300" y="62"/>
                </a:lnTo>
                <a:lnTo>
                  <a:pt x="301" y="62"/>
                </a:lnTo>
                <a:lnTo>
                  <a:pt x="302" y="62"/>
                </a:lnTo>
                <a:lnTo>
                  <a:pt x="302" y="61"/>
                </a:lnTo>
                <a:lnTo>
                  <a:pt x="304" y="61"/>
                </a:lnTo>
                <a:lnTo>
                  <a:pt x="304" y="62"/>
                </a:lnTo>
                <a:lnTo>
                  <a:pt x="305" y="62"/>
                </a:lnTo>
                <a:lnTo>
                  <a:pt x="307" y="63"/>
                </a:lnTo>
                <a:lnTo>
                  <a:pt x="308" y="64"/>
                </a:lnTo>
                <a:lnTo>
                  <a:pt x="309" y="64"/>
                </a:lnTo>
                <a:lnTo>
                  <a:pt x="310" y="65"/>
                </a:lnTo>
                <a:lnTo>
                  <a:pt x="309" y="66"/>
                </a:lnTo>
                <a:lnTo>
                  <a:pt x="310" y="66"/>
                </a:lnTo>
                <a:lnTo>
                  <a:pt x="310" y="67"/>
                </a:lnTo>
                <a:lnTo>
                  <a:pt x="310" y="68"/>
                </a:lnTo>
                <a:lnTo>
                  <a:pt x="312" y="68"/>
                </a:lnTo>
                <a:lnTo>
                  <a:pt x="312" y="67"/>
                </a:lnTo>
                <a:lnTo>
                  <a:pt x="313" y="68"/>
                </a:lnTo>
                <a:lnTo>
                  <a:pt x="314" y="68"/>
                </a:lnTo>
                <a:lnTo>
                  <a:pt x="315" y="68"/>
                </a:lnTo>
                <a:lnTo>
                  <a:pt x="318" y="68"/>
                </a:lnTo>
                <a:lnTo>
                  <a:pt x="319" y="69"/>
                </a:lnTo>
                <a:lnTo>
                  <a:pt x="320" y="69"/>
                </a:lnTo>
                <a:lnTo>
                  <a:pt x="321" y="69"/>
                </a:lnTo>
                <a:lnTo>
                  <a:pt x="322" y="69"/>
                </a:lnTo>
                <a:lnTo>
                  <a:pt x="323" y="69"/>
                </a:lnTo>
                <a:lnTo>
                  <a:pt x="324" y="70"/>
                </a:lnTo>
                <a:lnTo>
                  <a:pt x="325" y="71"/>
                </a:lnTo>
                <a:lnTo>
                  <a:pt x="327" y="71"/>
                </a:lnTo>
                <a:lnTo>
                  <a:pt x="328" y="71"/>
                </a:lnTo>
                <a:lnTo>
                  <a:pt x="329" y="72"/>
                </a:lnTo>
                <a:lnTo>
                  <a:pt x="330" y="72"/>
                </a:lnTo>
                <a:lnTo>
                  <a:pt x="332" y="73"/>
                </a:lnTo>
                <a:lnTo>
                  <a:pt x="334" y="74"/>
                </a:lnTo>
                <a:lnTo>
                  <a:pt x="335" y="75"/>
                </a:lnTo>
                <a:lnTo>
                  <a:pt x="336" y="76"/>
                </a:lnTo>
                <a:lnTo>
                  <a:pt x="337" y="76"/>
                </a:lnTo>
                <a:lnTo>
                  <a:pt x="337" y="77"/>
                </a:lnTo>
                <a:lnTo>
                  <a:pt x="337" y="78"/>
                </a:lnTo>
                <a:lnTo>
                  <a:pt x="338" y="77"/>
                </a:lnTo>
                <a:lnTo>
                  <a:pt x="339" y="77"/>
                </a:lnTo>
                <a:lnTo>
                  <a:pt x="339" y="78"/>
                </a:lnTo>
                <a:lnTo>
                  <a:pt x="340" y="78"/>
                </a:lnTo>
                <a:lnTo>
                  <a:pt x="342" y="79"/>
                </a:lnTo>
                <a:lnTo>
                  <a:pt x="343" y="79"/>
                </a:lnTo>
                <a:lnTo>
                  <a:pt x="344" y="80"/>
                </a:lnTo>
                <a:lnTo>
                  <a:pt x="345" y="80"/>
                </a:lnTo>
                <a:lnTo>
                  <a:pt x="346" y="80"/>
                </a:lnTo>
                <a:lnTo>
                  <a:pt x="347" y="81"/>
                </a:lnTo>
                <a:lnTo>
                  <a:pt x="349" y="82"/>
                </a:lnTo>
                <a:lnTo>
                  <a:pt x="351" y="83"/>
                </a:lnTo>
                <a:lnTo>
                  <a:pt x="353" y="83"/>
                </a:lnTo>
                <a:lnTo>
                  <a:pt x="354" y="85"/>
                </a:lnTo>
                <a:lnTo>
                  <a:pt x="354" y="86"/>
                </a:lnTo>
                <a:lnTo>
                  <a:pt x="354" y="87"/>
                </a:lnTo>
                <a:lnTo>
                  <a:pt x="354" y="88"/>
                </a:lnTo>
                <a:lnTo>
                  <a:pt x="355" y="88"/>
                </a:lnTo>
                <a:lnTo>
                  <a:pt x="354" y="89"/>
                </a:lnTo>
                <a:lnTo>
                  <a:pt x="354" y="90"/>
                </a:lnTo>
                <a:lnTo>
                  <a:pt x="355" y="90"/>
                </a:lnTo>
                <a:lnTo>
                  <a:pt x="355" y="91"/>
                </a:lnTo>
                <a:lnTo>
                  <a:pt x="355" y="92"/>
                </a:lnTo>
                <a:lnTo>
                  <a:pt x="355" y="93"/>
                </a:lnTo>
                <a:lnTo>
                  <a:pt x="356" y="93"/>
                </a:lnTo>
                <a:lnTo>
                  <a:pt x="356" y="94"/>
                </a:lnTo>
                <a:lnTo>
                  <a:pt x="356" y="95"/>
                </a:lnTo>
                <a:lnTo>
                  <a:pt x="356" y="96"/>
                </a:lnTo>
                <a:lnTo>
                  <a:pt x="356" y="97"/>
                </a:lnTo>
                <a:lnTo>
                  <a:pt x="357" y="99"/>
                </a:lnTo>
                <a:lnTo>
                  <a:pt x="357" y="100"/>
                </a:lnTo>
                <a:lnTo>
                  <a:pt x="358" y="100"/>
                </a:lnTo>
                <a:lnTo>
                  <a:pt x="358" y="101"/>
                </a:lnTo>
                <a:lnTo>
                  <a:pt x="358" y="102"/>
                </a:lnTo>
                <a:lnTo>
                  <a:pt x="359" y="103"/>
                </a:lnTo>
                <a:lnTo>
                  <a:pt x="358" y="103"/>
                </a:lnTo>
                <a:lnTo>
                  <a:pt x="358" y="105"/>
                </a:lnTo>
                <a:lnTo>
                  <a:pt x="360" y="106"/>
                </a:lnTo>
                <a:lnTo>
                  <a:pt x="360" y="107"/>
                </a:lnTo>
                <a:lnTo>
                  <a:pt x="361" y="108"/>
                </a:lnTo>
                <a:lnTo>
                  <a:pt x="361" y="109"/>
                </a:lnTo>
                <a:lnTo>
                  <a:pt x="362" y="109"/>
                </a:lnTo>
                <a:lnTo>
                  <a:pt x="362" y="110"/>
                </a:lnTo>
                <a:lnTo>
                  <a:pt x="362" y="111"/>
                </a:lnTo>
                <a:lnTo>
                  <a:pt x="363" y="111"/>
                </a:lnTo>
                <a:lnTo>
                  <a:pt x="364" y="114"/>
                </a:lnTo>
                <a:lnTo>
                  <a:pt x="364" y="115"/>
                </a:lnTo>
                <a:lnTo>
                  <a:pt x="365" y="116"/>
                </a:lnTo>
                <a:lnTo>
                  <a:pt x="365" y="118"/>
                </a:lnTo>
                <a:lnTo>
                  <a:pt x="366" y="118"/>
                </a:lnTo>
                <a:lnTo>
                  <a:pt x="366" y="119"/>
                </a:lnTo>
                <a:lnTo>
                  <a:pt x="367" y="120"/>
                </a:lnTo>
                <a:lnTo>
                  <a:pt x="367" y="121"/>
                </a:lnTo>
                <a:lnTo>
                  <a:pt x="367" y="122"/>
                </a:lnTo>
                <a:lnTo>
                  <a:pt x="367" y="123"/>
                </a:lnTo>
                <a:lnTo>
                  <a:pt x="368" y="123"/>
                </a:lnTo>
                <a:lnTo>
                  <a:pt x="368" y="124"/>
                </a:lnTo>
                <a:lnTo>
                  <a:pt x="369" y="126"/>
                </a:lnTo>
                <a:lnTo>
                  <a:pt x="370" y="127"/>
                </a:lnTo>
                <a:lnTo>
                  <a:pt x="371" y="128"/>
                </a:lnTo>
                <a:lnTo>
                  <a:pt x="371" y="129"/>
                </a:lnTo>
                <a:lnTo>
                  <a:pt x="371" y="130"/>
                </a:lnTo>
                <a:lnTo>
                  <a:pt x="372" y="130"/>
                </a:lnTo>
                <a:lnTo>
                  <a:pt x="372" y="131"/>
                </a:lnTo>
                <a:lnTo>
                  <a:pt x="372" y="132"/>
                </a:lnTo>
                <a:lnTo>
                  <a:pt x="373" y="132"/>
                </a:lnTo>
                <a:lnTo>
                  <a:pt x="373" y="134"/>
                </a:lnTo>
                <a:lnTo>
                  <a:pt x="372" y="134"/>
                </a:lnTo>
                <a:lnTo>
                  <a:pt x="372" y="135"/>
                </a:lnTo>
                <a:lnTo>
                  <a:pt x="371" y="135"/>
                </a:lnTo>
                <a:lnTo>
                  <a:pt x="371" y="136"/>
                </a:lnTo>
                <a:lnTo>
                  <a:pt x="372" y="136"/>
                </a:lnTo>
                <a:lnTo>
                  <a:pt x="373" y="135"/>
                </a:lnTo>
                <a:lnTo>
                  <a:pt x="374" y="135"/>
                </a:lnTo>
                <a:lnTo>
                  <a:pt x="375" y="136"/>
                </a:lnTo>
                <a:lnTo>
                  <a:pt x="376" y="137"/>
                </a:lnTo>
                <a:lnTo>
                  <a:pt x="376" y="138"/>
                </a:lnTo>
                <a:lnTo>
                  <a:pt x="377" y="138"/>
                </a:lnTo>
                <a:lnTo>
                  <a:pt x="377" y="140"/>
                </a:lnTo>
                <a:lnTo>
                  <a:pt x="378" y="142"/>
                </a:lnTo>
                <a:lnTo>
                  <a:pt x="378" y="143"/>
                </a:lnTo>
                <a:lnTo>
                  <a:pt x="379" y="143"/>
                </a:lnTo>
                <a:lnTo>
                  <a:pt x="379" y="144"/>
                </a:lnTo>
                <a:lnTo>
                  <a:pt x="379" y="145"/>
                </a:lnTo>
                <a:lnTo>
                  <a:pt x="380" y="146"/>
                </a:lnTo>
                <a:lnTo>
                  <a:pt x="380" y="147"/>
                </a:lnTo>
                <a:lnTo>
                  <a:pt x="381" y="149"/>
                </a:lnTo>
                <a:lnTo>
                  <a:pt x="381" y="150"/>
                </a:lnTo>
                <a:lnTo>
                  <a:pt x="382" y="150"/>
                </a:lnTo>
                <a:lnTo>
                  <a:pt x="382" y="151"/>
                </a:lnTo>
                <a:lnTo>
                  <a:pt x="381" y="151"/>
                </a:lnTo>
                <a:lnTo>
                  <a:pt x="381" y="152"/>
                </a:lnTo>
                <a:lnTo>
                  <a:pt x="380" y="152"/>
                </a:lnTo>
                <a:lnTo>
                  <a:pt x="380" y="153"/>
                </a:lnTo>
                <a:lnTo>
                  <a:pt x="381" y="153"/>
                </a:lnTo>
                <a:lnTo>
                  <a:pt x="382" y="154"/>
                </a:lnTo>
                <a:lnTo>
                  <a:pt x="382" y="155"/>
                </a:lnTo>
                <a:lnTo>
                  <a:pt x="382" y="157"/>
                </a:lnTo>
                <a:lnTo>
                  <a:pt x="380" y="158"/>
                </a:lnTo>
                <a:lnTo>
                  <a:pt x="379" y="158"/>
                </a:lnTo>
                <a:lnTo>
                  <a:pt x="380" y="160"/>
                </a:lnTo>
                <a:lnTo>
                  <a:pt x="378" y="160"/>
                </a:lnTo>
                <a:lnTo>
                  <a:pt x="378" y="161"/>
                </a:lnTo>
                <a:lnTo>
                  <a:pt x="379" y="162"/>
                </a:lnTo>
                <a:lnTo>
                  <a:pt x="381" y="163"/>
                </a:lnTo>
                <a:lnTo>
                  <a:pt x="383" y="165"/>
                </a:lnTo>
                <a:lnTo>
                  <a:pt x="384" y="165"/>
                </a:lnTo>
                <a:lnTo>
                  <a:pt x="384" y="166"/>
                </a:lnTo>
                <a:lnTo>
                  <a:pt x="385" y="166"/>
                </a:lnTo>
                <a:lnTo>
                  <a:pt x="386" y="166"/>
                </a:lnTo>
                <a:lnTo>
                  <a:pt x="387" y="166"/>
                </a:lnTo>
                <a:lnTo>
                  <a:pt x="386" y="166"/>
                </a:lnTo>
                <a:lnTo>
                  <a:pt x="386" y="167"/>
                </a:lnTo>
                <a:lnTo>
                  <a:pt x="385" y="167"/>
                </a:lnTo>
                <a:lnTo>
                  <a:pt x="386" y="167"/>
                </a:lnTo>
                <a:lnTo>
                  <a:pt x="388" y="166"/>
                </a:lnTo>
                <a:lnTo>
                  <a:pt x="388" y="167"/>
                </a:lnTo>
                <a:lnTo>
                  <a:pt x="388" y="168"/>
                </a:lnTo>
                <a:lnTo>
                  <a:pt x="388" y="169"/>
                </a:lnTo>
                <a:lnTo>
                  <a:pt x="388" y="170"/>
                </a:lnTo>
                <a:lnTo>
                  <a:pt x="389" y="169"/>
                </a:lnTo>
                <a:lnTo>
                  <a:pt x="390" y="170"/>
                </a:lnTo>
                <a:lnTo>
                  <a:pt x="391" y="171"/>
                </a:lnTo>
                <a:lnTo>
                  <a:pt x="391" y="172"/>
                </a:lnTo>
                <a:lnTo>
                  <a:pt x="391" y="174"/>
                </a:lnTo>
                <a:lnTo>
                  <a:pt x="392" y="174"/>
                </a:lnTo>
                <a:lnTo>
                  <a:pt x="393" y="174"/>
                </a:lnTo>
                <a:lnTo>
                  <a:pt x="393" y="175"/>
                </a:lnTo>
                <a:lnTo>
                  <a:pt x="393" y="177"/>
                </a:lnTo>
                <a:lnTo>
                  <a:pt x="394" y="177"/>
                </a:lnTo>
                <a:lnTo>
                  <a:pt x="394" y="178"/>
                </a:lnTo>
                <a:lnTo>
                  <a:pt x="394" y="179"/>
                </a:lnTo>
                <a:lnTo>
                  <a:pt x="393" y="179"/>
                </a:lnTo>
                <a:lnTo>
                  <a:pt x="392" y="179"/>
                </a:lnTo>
                <a:lnTo>
                  <a:pt x="393" y="180"/>
                </a:lnTo>
                <a:lnTo>
                  <a:pt x="393" y="179"/>
                </a:lnTo>
                <a:lnTo>
                  <a:pt x="394" y="179"/>
                </a:lnTo>
                <a:lnTo>
                  <a:pt x="394" y="181"/>
                </a:lnTo>
                <a:lnTo>
                  <a:pt x="394" y="182"/>
                </a:lnTo>
                <a:lnTo>
                  <a:pt x="393" y="182"/>
                </a:lnTo>
                <a:lnTo>
                  <a:pt x="392" y="183"/>
                </a:lnTo>
                <a:lnTo>
                  <a:pt x="391" y="183"/>
                </a:lnTo>
                <a:lnTo>
                  <a:pt x="391" y="184"/>
                </a:lnTo>
                <a:lnTo>
                  <a:pt x="390" y="184"/>
                </a:lnTo>
                <a:lnTo>
                  <a:pt x="391" y="184"/>
                </a:lnTo>
                <a:lnTo>
                  <a:pt x="392" y="184"/>
                </a:lnTo>
                <a:lnTo>
                  <a:pt x="392" y="183"/>
                </a:lnTo>
                <a:lnTo>
                  <a:pt x="393" y="183"/>
                </a:lnTo>
                <a:lnTo>
                  <a:pt x="394" y="183"/>
                </a:lnTo>
                <a:lnTo>
                  <a:pt x="394" y="182"/>
                </a:lnTo>
                <a:lnTo>
                  <a:pt x="395" y="182"/>
                </a:lnTo>
                <a:lnTo>
                  <a:pt x="395" y="183"/>
                </a:lnTo>
                <a:lnTo>
                  <a:pt x="396" y="184"/>
                </a:lnTo>
                <a:lnTo>
                  <a:pt x="397" y="184"/>
                </a:lnTo>
                <a:lnTo>
                  <a:pt x="396" y="184"/>
                </a:lnTo>
                <a:lnTo>
                  <a:pt x="396" y="185"/>
                </a:lnTo>
                <a:lnTo>
                  <a:pt x="397" y="185"/>
                </a:lnTo>
                <a:lnTo>
                  <a:pt x="397" y="187"/>
                </a:lnTo>
                <a:lnTo>
                  <a:pt x="398" y="188"/>
                </a:lnTo>
                <a:lnTo>
                  <a:pt x="399" y="189"/>
                </a:lnTo>
                <a:lnTo>
                  <a:pt x="399" y="190"/>
                </a:lnTo>
                <a:lnTo>
                  <a:pt x="400" y="191"/>
                </a:lnTo>
                <a:lnTo>
                  <a:pt x="400" y="192"/>
                </a:lnTo>
                <a:lnTo>
                  <a:pt x="401" y="194"/>
                </a:lnTo>
                <a:lnTo>
                  <a:pt x="401" y="195"/>
                </a:lnTo>
                <a:lnTo>
                  <a:pt x="403" y="194"/>
                </a:lnTo>
                <a:lnTo>
                  <a:pt x="404" y="194"/>
                </a:lnTo>
                <a:lnTo>
                  <a:pt x="405" y="196"/>
                </a:lnTo>
                <a:lnTo>
                  <a:pt x="404" y="196"/>
                </a:lnTo>
                <a:lnTo>
                  <a:pt x="404" y="197"/>
                </a:lnTo>
                <a:lnTo>
                  <a:pt x="404" y="198"/>
                </a:lnTo>
                <a:lnTo>
                  <a:pt x="405" y="198"/>
                </a:lnTo>
                <a:lnTo>
                  <a:pt x="405" y="199"/>
                </a:lnTo>
                <a:lnTo>
                  <a:pt x="403" y="199"/>
                </a:lnTo>
                <a:lnTo>
                  <a:pt x="404" y="200"/>
                </a:lnTo>
                <a:lnTo>
                  <a:pt x="404" y="201"/>
                </a:lnTo>
                <a:lnTo>
                  <a:pt x="405" y="201"/>
                </a:lnTo>
                <a:lnTo>
                  <a:pt x="405" y="202"/>
                </a:lnTo>
                <a:lnTo>
                  <a:pt x="405" y="203"/>
                </a:lnTo>
                <a:lnTo>
                  <a:pt x="406" y="204"/>
                </a:lnTo>
                <a:lnTo>
                  <a:pt x="406" y="205"/>
                </a:lnTo>
                <a:lnTo>
                  <a:pt x="406" y="206"/>
                </a:lnTo>
                <a:lnTo>
                  <a:pt x="406" y="207"/>
                </a:lnTo>
                <a:lnTo>
                  <a:pt x="407" y="208"/>
                </a:lnTo>
                <a:lnTo>
                  <a:pt x="407" y="212"/>
                </a:lnTo>
                <a:lnTo>
                  <a:pt x="404" y="212"/>
                </a:lnTo>
                <a:lnTo>
                  <a:pt x="402" y="213"/>
                </a:lnTo>
                <a:lnTo>
                  <a:pt x="403" y="213"/>
                </a:lnTo>
                <a:lnTo>
                  <a:pt x="404" y="213"/>
                </a:lnTo>
                <a:lnTo>
                  <a:pt x="406" y="214"/>
                </a:lnTo>
                <a:lnTo>
                  <a:pt x="407" y="215"/>
                </a:lnTo>
                <a:lnTo>
                  <a:pt x="409" y="216"/>
                </a:lnTo>
                <a:lnTo>
                  <a:pt x="408" y="216"/>
                </a:lnTo>
                <a:lnTo>
                  <a:pt x="409" y="216"/>
                </a:lnTo>
                <a:lnTo>
                  <a:pt x="410" y="216"/>
                </a:lnTo>
                <a:lnTo>
                  <a:pt x="410" y="217"/>
                </a:lnTo>
                <a:lnTo>
                  <a:pt x="410" y="218"/>
                </a:lnTo>
                <a:lnTo>
                  <a:pt x="411" y="221"/>
                </a:lnTo>
                <a:lnTo>
                  <a:pt x="410" y="222"/>
                </a:lnTo>
                <a:lnTo>
                  <a:pt x="410" y="223"/>
                </a:lnTo>
                <a:lnTo>
                  <a:pt x="411" y="223"/>
                </a:lnTo>
                <a:lnTo>
                  <a:pt x="411" y="225"/>
                </a:lnTo>
                <a:lnTo>
                  <a:pt x="412" y="226"/>
                </a:lnTo>
                <a:lnTo>
                  <a:pt x="412" y="227"/>
                </a:lnTo>
                <a:lnTo>
                  <a:pt x="412" y="228"/>
                </a:lnTo>
                <a:lnTo>
                  <a:pt x="412" y="229"/>
                </a:lnTo>
                <a:lnTo>
                  <a:pt x="411" y="229"/>
                </a:lnTo>
                <a:lnTo>
                  <a:pt x="411" y="230"/>
                </a:lnTo>
                <a:lnTo>
                  <a:pt x="411" y="231"/>
                </a:lnTo>
                <a:lnTo>
                  <a:pt x="412" y="230"/>
                </a:lnTo>
                <a:lnTo>
                  <a:pt x="413" y="230"/>
                </a:lnTo>
                <a:lnTo>
                  <a:pt x="414" y="230"/>
                </a:lnTo>
                <a:lnTo>
                  <a:pt x="416" y="230"/>
                </a:lnTo>
                <a:lnTo>
                  <a:pt x="416" y="242"/>
                </a:lnTo>
                <a:lnTo>
                  <a:pt x="415" y="242"/>
                </a:lnTo>
                <a:lnTo>
                  <a:pt x="414" y="246"/>
                </a:lnTo>
                <a:lnTo>
                  <a:pt x="411" y="246"/>
                </a:lnTo>
                <a:lnTo>
                  <a:pt x="411" y="247"/>
                </a:lnTo>
                <a:lnTo>
                  <a:pt x="410" y="247"/>
                </a:lnTo>
                <a:lnTo>
                  <a:pt x="410" y="248"/>
                </a:lnTo>
                <a:lnTo>
                  <a:pt x="410" y="249"/>
                </a:lnTo>
                <a:lnTo>
                  <a:pt x="410" y="250"/>
                </a:lnTo>
                <a:lnTo>
                  <a:pt x="413" y="249"/>
                </a:lnTo>
                <a:lnTo>
                  <a:pt x="413" y="250"/>
                </a:lnTo>
                <a:lnTo>
                  <a:pt x="413" y="249"/>
                </a:lnTo>
                <a:lnTo>
                  <a:pt x="414" y="249"/>
                </a:lnTo>
                <a:lnTo>
                  <a:pt x="414" y="250"/>
                </a:lnTo>
                <a:lnTo>
                  <a:pt x="415" y="251"/>
                </a:lnTo>
                <a:lnTo>
                  <a:pt x="415" y="252"/>
                </a:lnTo>
                <a:lnTo>
                  <a:pt x="416" y="252"/>
                </a:lnTo>
                <a:lnTo>
                  <a:pt x="416" y="253"/>
                </a:lnTo>
                <a:lnTo>
                  <a:pt x="417" y="254"/>
                </a:lnTo>
                <a:lnTo>
                  <a:pt x="417" y="255"/>
                </a:lnTo>
                <a:lnTo>
                  <a:pt x="416" y="255"/>
                </a:lnTo>
                <a:lnTo>
                  <a:pt x="415" y="257"/>
                </a:lnTo>
                <a:lnTo>
                  <a:pt x="414" y="258"/>
                </a:lnTo>
                <a:lnTo>
                  <a:pt x="414" y="259"/>
                </a:lnTo>
                <a:lnTo>
                  <a:pt x="415" y="258"/>
                </a:lnTo>
                <a:lnTo>
                  <a:pt x="416" y="258"/>
                </a:lnTo>
                <a:lnTo>
                  <a:pt x="417" y="258"/>
                </a:lnTo>
                <a:lnTo>
                  <a:pt x="418" y="258"/>
                </a:lnTo>
                <a:lnTo>
                  <a:pt x="420" y="259"/>
                </a:lnTo>
                <a:lnTo>
                  <a:pt x="420" y="258"/>
                </a:lnTo>
                <a:lnTo>
                  <a:pt x="421" y="258"/>
                </a:lnTo>
                <a:lnTo>
                  <a:pt x="423" y="260"/>
                </a:lnTo>
                <a:lnTo>
                  <a:pt x="422" y="262"/>
                </a:lnTo>
                <a:lnTo>
                  <a:pt x="423" y="262"/>
                </a:lnTo>
                <a:lnTo>
                  <a:pt x="423" y="263"/>
                </a:lnTo>
                <a:lnTo>
                  <a:pt x="424" y="263"/>
                </a:lnTo>
                <a:lnTo>
                  <a:pt x="425" y="263"/>
                </a:lnTo>
                <a:lnTo>
                  <a:pt x="427" y="264"/>
                </a:lnTo>
                <a:lnTo>
                  <a:pt x="429" y="264"/>
                </a:lnTo>
                <a:lnTo>
                  <a:pt x="429" y="265"/>
                </a:lnTo>
                <a:lnTo>
                  <a:pt x="430" y="265"/>
                </a:lnTo>
                <a:lnTo>
                  <a:pt x="437" y="269"/>
                </a:lnTo>
                <a:lnTo>
                  <a:pt x="436" y="272"/>
                </a:lnTo>
                <a:lnTo>
                  <a:pt x="437" y="272"/>
                </a:lnTo>
                <a:lnTo>
                  <a:pt x="438" y="272"/>
                </a:lnTo>
                <a:lnTo>
                  <a:pt x="439" y="270"/>
                </a:lnTo>
                <a:lnTo>
                  <a:pt x="443" y="272"/>
                </a:lnTo>
                <a:lnTo>
                  <a:pt x="443" y="273"/>
                </a:lnTo>
                <a:lnTo>
                  <a:pt x="445" y="274"/>
                </a:lnTo>
                <a:lnTo>
                  <a:pt x="445" y="273"/>
                </a:lnTo>
                <a:lnTo>
                  <a:pt x="446" y="273"/>
                </a:lnTo>
                <a:lnTo>
                  <a:pt x="449" y="274"/>
                </a:lnTo>
                <a:lnTo>
                  <a:pt x="453" y="276"/>
                </a:lnTo>
                <a:lnTo>
                  <a:pt x="453" y="277"/>
                </a:lnTo>
                <a:lnTo>
                  <a:pt x="456" y="278"/>
                </a:lnTo>
                <a:lnTo>
                  <a:pt x="456" y="279"/>
                </a:lnTo>
                <a:lnTo>
                  <a:pt x="457" y="279"/>
                </a:lnTo>
                <a:lnTo>
                  <a:pt x="456" y="279"/>
                </a:lnTo>
                <a:lnTo>
                  <a:pt x="457" y="279"/>
                </a:lnTo>
                <a:lnTo>
                  <a:pt x="457" y="282"/>
                </a:lnTo>
                <a:lnTo>
                  <a:pt x="457" y="286"/>
                </a:lnTo>
                <a:lnTo>
                  <a:pt x="457" y="287"/>
                </a:lnTo>
                <a:lnTo>
                  <a:pt x="457" y="288"/>
                </a:lnTo>
                <a:lnTo>
                  <a:pt x="458" y="288"/>
                </a:lnTo>
                <a:lnTo>
                  <a:pt x="459" y="288"/>
                </a:lnTo>
                <a:lnTo>
                  <a:pt x="459" y="291"/>
                </a:lnTo>
                <a:lnTo>
                  <a:pt x="460" y="292"/>
                </a:lnTo>
                <a:lnTo>
                  <a:pt x="460" y="293"/>
                </a:lnTo>
                <a:lnTo>
                  <a:pt x="460" y="294"/>
                </a:lnTo>
                <a:lnTo>
                  <a:pt x="460" y="295"/>
                </a:lnTo>
                <a:lnTo>
                  <a:pt x="461" y="295"/>
                </a:lnTo>
                <a:lnTo>
                  <a:pt x="462" y="296"/>
                </a:lnTo>
                <a:lnTo>
                  <a:pt x="463" y="297"/>
                </a:lnTo>
                <a:lnTo>
                  <a:pt x="462" y="298"/>
                </a:lnTo>
                <a:lnTo>
                  <a:pt x="461" y="298"/>
                </a:lnTo>
                <a:lnTo>
                  <a:pt x="460" y="299"/>
                </a:lnTo>
                <a:lnTo>
                  <a:pt x="459" y="299"/>
                </a:lnTo>
                <a:lnTo>
                  <a:pt x="458" y="299"/>
                </a:lnTo>
                <a:lnTo>
                  <a:pt x="456" y="298"/>
                </a:lnTo>
                <a:lnTo>
                  <a:pt x="456" y="297"/>
                </a:lnTo>
                <a:lnTo>
                  <a:pt x="455" y="297"/>
                </a:lnTo>
                <a:lnTo>
                  <a:pt x="455" y="298"/>
                </a:lnTo>
                <a:lnTo>
                  <a:pt x="454" y="298"/>
                </a:lnTo>
                <a:lnTo>
                  <a:pt x="453" y="298"/>
                </a:lnTo>
                <a:lnTo>
                  <a:pt x="454" y="298"/>
                </a:lnTo>
                <a:lnTo>
                  <a:pt x="454" y="299"/>
                </a:lnTo>
                <a:lnTo>
                  <a:pt x="453" y="299"/>
                </a:lnTo>
                <a:lnTo>
                  <a:pt x="452" y="299"/>
                </a:lnTo>
                <a:lnTo>
                  <a:pt x="453" y="299"/>
                </a:lnTo>
                <a:lnTo>
                  <a:pt x="454" y="299"/>
                </a:lnTo>
                <a:lnTo>
                  <a:pt x="456" y="299"/>
                </a:lnTo>
                <a:lnTo>
                  <a:pt x="456" y="300"/>
                </a:lnTo>
                <a:lnTo>
                  <a:pt x="457" y="300"/>
                </a:lnTo>
                <a:lnTo>
                  <a:pt x="456" y="300"/>
                </a:lnTo>
                <a:lnTo>
                  <a:pt x="456" y="302"/>
                </a:lnTo>
                <a:lnTo>
                  <a:pt x="457" y="302"/>
                </a:lnTo>
                <a:lnTo>
                  <a:pt x="458" y="303"/>
                </a:lnTo>
                <a:lnTo>
                  <a:pt x="459" y="303"/>
                </a:lnTo>
                <a:lnTo>
                  <a:pt x="460" y="304"/>
                </a:lnTo>
                <a:lnTo>
                  <a:pt x="462" y="303"/>
                </a:lnTo>
                <a:lnTo>
                  <a:pt x="463" y="303"/>
                </a:lnTo>
                <a:lnTo>
                  <a:pt x="464" y="303"/>
                </a:lnTo>
                <a:lnTo>
                  <a:pt x="466" y="304"/>
                </a:lnTo>
                <a:lnTo>
                  <a:pt x="466" y="305"/>
                </a:lnTo>
                <a:lnTo>
                  <a:pt x="466" y="306"/>
                </a:lnTo>
                <a:lnTo>
                  <a:pt x="466" y="308"/>
                </a:lnTo>
                <a:lnTo>
                  <a:pt x="467" y="309"/>
                </a:lnTo>
                <a:lnTo>
                  <a:pt x="468" y="309"/>
                </a:lnTo>
                <a:lnTo>
                  <a:pt x="469" y="310"/>
                </a:lnTo>
                <a:lnTo>
                  <a:pt x="470" y="310"/>
                </a:lnTo>
                <a:lnTo>
                  <a:pt x="471" y="308"/>
                </a:lnTo>
                <a:lnTo>
                  <a:pt x="473" y="309"/>
                </a:lnTo>
                <a:lnTo>
                  <a:pt x="482" y="312"/>
                </a:lnTo>
                <a:lnTo>
                  <a:pt x="485" y="314"/>
                </a:lnTo>
                <a:lnTo>
                  <a:pt x="487" y="316"/>
                </a:lnTo>
                <a:lnTo>
                  <a:pt x="486" y="318"/>
                </a:lnTo>
                <a:lnTo>
                  <a:pt x="485" y="318"/>
                </a:lnTo>
                <a:lnTo>
                  <a:pt x="486" y="318"/>
                </a:lnTo>
                <a:lnTo>
                  <a:pt x="486" y="319"/>
                </a:lnTo>
                <a:lnTo>
                  <a:pt x="487" y="319"/>
                </a:lnTo>
                <a:lnTo>
                  <a:pt x="488" y="319"/>
                </a:lnTo>
                <a:lnTo>
                  <a:pt x="489" y="320"/>
                </a:lnTo>
                <a:lnTo>
                  <a:pt x="490" y="321"/>
                </a:lnTo>
                <a:lnTo>
                  <a:pt x="491" y="323"/>
                </a:lnTo>
                <a:lnTo>
                  <a:pt x="492" y="323"/>
                </a:lnTo>
                <a:lnTo>
                  <a:pt x="494" y="324"/>
                </a:lnTo>
                <a:lnTo>
                  <a:pt x="498" y="333"/>
                </a:lnTo>
                <a:lnTo>
                  <a:pt x="498" y="334"/>
                </a:lnTo>
                <a:lnTo>
                  <a:pt x="498" y="335"/>
                </a:lnTo>
                <a:lnTo>
                  <a:pt x="498" y="336"/>
                </a:lnTo>
                <a:lnTo>
                  <a:pt x="498" y="337"/>
                </a:lnTo>
                <a:lnTo>
                  <a:pt x="499" y="337"/>
                </a:lnTo>
                <a:lnTo>
                  <a:pt x="499" y="338"/>
                </a:lnTo>
                <a:lnTo>
                  <a:pt x="499" y="339"/>
                </a:lnTo>
                <a:lnTo>
                  <a:pt x="500" y="339"/>
                </a:lnTo>
                <a:lnTo>
                  <a:pt x="500" y="340"/>
                </a:lnTo>
                <a:lnTo>
                  <a:pt x="501" y="341"/>
                </a:lnTo>
                <a:lnTo>
                  <a:pt x="500" y="341"/>
                </a:lnTo>
                <a:lnTo>
                  <a:pt x="501" y="343"/>
                </a:lnTo>
                <a:lnTo>
                  <a:pt x="502" y="344"/>
                </a:lnTo>
                <a:lnTo>
                  <a:pt x="502" y="345"/>
                </a:lnTo>
                <a:lnTo>
                  <a:pt x="503" y="346"/>
                </a:lnTo>
                <a:lnTo>
                  <a:pt x="503" y="347"/>
                </a:lnTo>
                <a:lnTo>
                  <a:pt x="503" y="348"/>
                </a:lnTo>
                <a:lnTo>
                  <a:pt x="502" y="350"/>
                </a:lnTo>
                <a:lnTo>
                  <a:pt x="501" y="350"/>
                </a:lnTo>
                <a:lnTo>
                  <a:pt x="500" y="350"/>
                </a:lnTo>
                <a:lnTo>
                  <a:pt x="500" y="351"/>
                </a:lnTo>
                <a:lnTo>
                  <a:pt x="499" y="351"/>
                </a:lnTo>
                <a:lnTo>
                  <a:pt x="499" y="354"/>
                </a:lnTo>
                <a:lnTo>
                  <a:pt x="498" y="357"/>
                </a:lnTo>
                <a:lnTo>
                  <a:pt x="497" y="357"/>
                </a:lnTo>
                <a:lnTo>
                  <a:pt x="494" y="356"/>
                </a:lnTo>
                <a:lnTo>
                  <a:pt x="493" y="356"/>
                </a:lnTo>
                <a:lnTo>
                  <a:pt x="492" y="356"/>
                </a:lnTo>
                <a:lnTo>
                  <a:pt x="491" y="355"/>
                </a:lnTo>
                <a:lnTo>
                  <a:pt x="490" y="355"/>
                </a:lnTo>
                <a:lnTo>
                  <a:pt x="487" y="354"/>
                </a:lnTo>
                <a:lnTo>
                  <a:pt x="486" y="354"/>
                </a:lnTo>
                <a:lnTo>
                  <a:pt x="484" y="353"/>
                </a:lnTo>
                <a:lnTo>
                  <a:pt x="483" y="353"/>
                </a:lnTo>
                <a:lnTo>
                  <a:pt x="481" y="352"/>
                </a:lnTo>
                <a:lnTo>
                  <a:pt x="480" y="352"/>
                </a:lnTo>
                <a:lnTo>
                  <a:pt x="477" y="351"/>
                </a:lnTo>
                <a:lnTo>
                  <a:pt x="476" y="351"/>
                </a:lnTo>
                <a:lnTo>
                  <a:pt x="475" y="350"/>
                </a:lnTo>
                <a:lnTo>
                  <a:pt x="474" y="350"/>
                </a:lnTo>
                <a:lnTo>
                  <a:pt x="473" y="349"/>
                </a:lnTo>
                <a:lnTo>
                  <a:pt x="473" y="350"/>
                </a:lnTo>
                <a:lnTo>
                  <a:pt x="472" y="350"/>
                </a:lnTo>
                <a:lnTo>
                  <a:pt x="472" y="349"/>
                </a:lnTo>
                <a:lnTo>
                  <a:pt x="471" y="349"/>
                </a:lnTo>
                <a:lnTo>
                  <a:pt x="470" y="349"/>
                </a:lnTo>
                <a:lnTo>
                  <a:pt x="470" y="348"/>
                </a:lnTo>
                <a:lnTo>
                  <a:pt x="469" y="348"/>
                </a:lnTo>
                <a:lnTo>
                  <a:pt x="469" y="347"/>
                </a:lnTo>
                <a:lnTo>
                  <a:pt x="468" y="348"/>
                </a:lnTo>
                <a:lnTo>
                  <a:pt x="468" y="347"/>
                </a:lnTo>
                <a:lnTo>
                  <a:pt x="467" y="347"/>
                </a:lnTo>
                <a:lnTo>
                  <a:pt x="468" y="347"/>
                </a:lnTo>
                <a:lnTo>
                  <a:pt x="467" y="346"/>
                </a:lnTo>
                <a:lnTo>
                  <a:pt x="465" y="346"/>
                </a:lnTo>
                <a:lnTo>
                  <a:pt x="465" y="345"/>
                </a:lnTo>
                <a:lnTo>
                  <a:pt x="464" y="345"/>
                </a:lnTo>
                <a:lnTo>
                  <a:pt x="463" y="345"/>
                </a:lnTo>
                <a:lnTo>
                  <a:pt x="462" y="345"/>
                </a:lnTo>
                <a:lnTo>
                  <a:pt x="461" y="345"/>
                </a:lnTo>
                <a:lnTo>
                  <a:pt x="461" y="344"/>
                </a:lnTo>
                <a:lnTo>
                  <a:pt x="460" y="344"/>
                </a:lnTo>
                <a:lnTo>
                  <a:pt x="459" y="344"/>
                </a:lnTo>
                <a:lnTo>
                  <a:pt x="458" y="343"/>
                </a:lnTo>
                <a:lnTo>
                  <a:pt x="457" y="342"/>
                </a:lnTo>
                <a:lnTo>
                  <a:pt x="456" y="342"/>
                </a:lnTo>
                <a:lnTo>
                  <a:pt x="456" y="341"/>
                </a:lnTo>
                <a:lnTo>
                  <a:pt x="456" y="340"/>
                </a:lnTo>
                <a:lnTo>
                  <a:pt x="456" y="339"/>
                </a:lnTo>
                <a:lnTo>
                  <a:pt x="455" y="339"/>
                </a:lnTo>
                <a:lnTo>
                  <a:pt x="455" y="338"/>
                </a:lnTo>
                <a:lnTo>
                  <a:pt x="454" y="338"/>
                </a:lnTo>
                <a:lnTo>
                  <a:pt x="454" y="337"/>
                </a:lnTo>
                <a:lnTo>
                  <a:pt x="453" y="335"/>
                </a:lnTo>
                <a:lnTo>
                  <a:pt x="452" y="335"/>
                </a:lnTo>
                <a:lnTo>
                  <a:pt x="451" y="335"/>
                </a:lnTo>
                <a:lnTo>
                  <a:pt x="449" y="334"/>
                </a:lnTo>
                <a:lnTo>
                  <a:pt x="447" y="333"/>
                </a:lnTo>
                <a:lnTo>
                  <a:pt x="445" y="333"/>
                </a:lnTo>
                <a:lnTo>
                  <a:pt x="444" y="333"/>
                </a:lnTo>
                <a:lnTo>
                  <a:pt x="442" y="334"/>
                </a:lnTo>
                <a:lnTo>
                  <a:pt x="441" y="335"/>
                </a:lnTo>
                <a:lnTo>
                  <a:pt x="439" y="335"/>
                </a:lnTo>
                <a:lnTo>
                  <a:pt x="438" y="336"/>
                </a:lnTo>
                <a:lnTo>
                  <a:pt x="437" y="337"/>
                </a:lnTo>
                <a:lnTo>
                  <a:pt x="436" y="337"/>
                </a:lnTo>
                <a:lnTo>
                  <a:pt x="435" y="338"/>
                </a:lnTo>
                <a:lnTo>
                  <a:pt x="434" y="339"/>
                </a:lnTo>
                <a:lnTo>
                  <a:pt x="432" y="341"/>
                </a:lnTo>
                <a:lnTo>
                  <a:pt x="431" y="342"/>
                </a:lnTo>
                <a:lnTo>
                  <a:pt x="429" y="343"/>
                </a:lnTo>
                <a:lnTo>
                  <a:pt x="429" y="344"/>
                </a:lnTo>
                <a:lnTo>
                  <a:pt x="428" y="344"/>
                </a:lnTo>
                <a:lnTo>
                  <a:pt x="429" y="345"/>
                </a:lnTo>
                <a:lnTo>
                  <a:pt x="430" y="346"/>
                </a:lnTo>
                <a:lnTo>
                  <a:pt x="431" y="346"/>
                </a:lnTo>
                <a:lnTo>
                  <a:pt x="431" y="347"/>
                </a:lnTo>
                <a:lnTo>
                  <a:pt x="432" y="347"/>
                </a:lnTo>
                <a:lnTo>
                  <a:pt x="433" y="348"/>
                </a:lnTo>
                <a:lnTo>
                  <a:pt x="434" y="349"/>
                </a:lnTo>
                <a:lnTo>
                  <a:pt x="435" y="349"/>
                </a:lnTo>
                <a:lnTo>
                  <a:pt x="435" y="350"/>
                </a:lnTo>
                <a:lnTo>
                  <a:pt x="436" y="350"/>
                </a:lnTo>
                <a:lnTo>
                  <a:pt x="437" y="351"/>
                </a:lnTo>
                <a:lnTo>
                  <a:pt x="438" y="352"/>
                </a:lnTo>
                <a:lnTo>
                  <a:pt x="439" y="352"/>
                </a:lnTo>
                <a:lnTo>
                  <a:pt x="440" y="353"/>
                </a:lnTo>
                <a:lnTo>
                  <a:pt x="441" y="354"/>
                </a:lnTo>
                <a:lnTo>
                  <a:pt x="442" y="355"/>
                </a:lnTo>
                <a:lnTo>
                  <a:pt x="443" y="356"/>
                </a:lnTo>
                <a:lnTo>
                  <a:pt x="444" y="358"/>
                </a:lnTo>
                <a:lnTo>
                  <a:pt x="445" y="358"/>
                </a:lnTo>
                <a:lnTo>
                  <a:pt x="445" y="359"/>
                </a:lnTo>
                <a:lnTo>
                  <a:pt x="446" y="360"/>
                </a:lnTo>
                <a:lnTo>
                  <a:pt x="447" y="361"/>
                </a:lnTo>
                <a:lnTo>
                  <a:pt x="448" y="362"/>
                </a:lnTo>
                <a:lnTo>
                  <a:pt x="448" y="363"/>
                </a:lnTo>
                <a:lnTo>
                  <a:pt x="449" y="363"/>
                </a:lnTo>
                <a:lnTo>
                  <a:pt x="450" y="363"/>
                </a:lnTo>
                <a:lnTo>
                  <a:pt x="450" y="364"/>
                </a:lnTo>
                <a:lnTo>
                  <a:pt x="453" y="365"/>
                </a:lnTo>
                <a:lnTo>
                  <a:pt x="453" y="366"/>
                </a:lnTo>
                <a:lnTo>
                  <a:pt x="454" y="366"/>
                </a:lnTo>
                <a:lnTo>
                  <a:pt x="453" y="367"/>
                </a:lnTo>
                <a:lnTo>
                  <a:pt x="452" y="368"/>
                </a:lnTo>
                <a:lnTo>
                  <a:pt x="451" y="368"/>
                </a:lnTo>
                <a:lnTo>
                  <a:pt x="451" y="369"/>
                </a:lnTo>
                <a:lnTo>
                  <a:pt x="450" y="369"/>
                </a:lnTo>
                <a:lnTo>
                  <a:pt x="449" y="370"/>
                </a:lnTo>
                <a:lnTo>
                  <a:pt x="448" y="371"/>
                </a:lnTo>
                <a:lnTo>
                  <a:pt x="447" y="371"/>
                </a:lnTo>
                <a:lnTo>
                  <a:pt x="447" y="370"/>
                </a:lnTo>
                <a:lnTo>
                  <a:pt x="446" y="370"/>
                </a:lnTo>
                <a:lnTo>
                  <a:pt x="446" y="371"/>
                </a:lnTo>
                <a:lnTo>
                  <a:pt x="446" y="372"/>
                </a:lnTo>
                <a:lnTo>
                  <a:pt x="445" y="372"/>
                </a:lnTo>
                <a:lnTo>
                  <a:pt x="444" y="372"/>
                </a:lnTo>
                <a:lnTo>
                  <a:pt x="443" y="372"/>
                </a:lnTo>
                <a:lnTo>
                  <a:pt x="443" y="373"/>
                </a:lnTo>
                <a:lnTo>
                  <a:pt x="442" y="373"/>
                </a:lnTo>
                <a:lnTo>
                  <a:pt x="441" y="373"/>
                </a:lnTo>
                <a:lnTo>
                  <a:pt x="441" y="372"/>
                </a:lnTo>
                <a:lnTo>
                  <a:pt x="441" y="371"/>
                </a:lnTo>
                <a:lnTo>
                  <a:pt x="441" y="372"/>
                </a:lnTo>
                <a:lnTo>
                  <a:pt x="440" y="372"/>
                </a:lnTo>
                <a:lnTo>
                  <a:pt x="440" y="373"/>
                </a:lnTo>
                <a:lnTo>
                  <a:pt x="439" y="373"/>
                </a:lnTo>
                <a:lnTo>
                  <a:pt x="438" y="373"/>
                </a:lnTo>
                <a:lnTo>
                  <a:pt x="437" y="373"/>
                </a:lnTo>
                <a:lnTo>
                  <a:pt x="437" y="374"/>
                </a:lnTo>
                <a:lnTo>
                  <a:pt x="436" y="374"/>
                </a:lnTo>
                <a:lnTo>
                  <a:pt x="436" y="375"/>
                </a:lnTo>
                <a:lnTo>
                  <a:pt x="436" y="376"/>
                </a:lnTo>
                <a:lnTo>
                  <a:pt x="435" y="376"/>
                </a:lnTo>
                <a:lnTo>
                  <a:pt x="434" y="376"/>
                </a:lnTo>
                <a:lnTo>
                  <a:pt x="433" y="376"/>
                </a:lnTo>
                <a:lnTo>
                  <a:pt x="432" y="377"/>
                </a:lnTo>
                <a:lnTo>
                  <a:pt x="432" y="378"/>
                </a:lnTo>
                <a:lnTo>
                  <a:pt x="433" y="378"/>
                </a:lnTo>
                <a:lnTo>
                  <a:pt x="434" y="378"/>
                </a:lnTo>
                <a:lnTo>
                  <a:pt x="433" y="378"/>
                </a:lnTo>
                <a:lnTo>
                  <a:pt x="432" y="379"/>
                </a:lnTo>
                <a:lnTo>
                  <a:pt x="432" y="380"/>
                </a:lnTo>
                <a:lnTo>
                  <a:pt x="433" y="380"/>
                </a:lnTo>
                <a:lnTo>
                  <a:pt x="432" y="381"/>
                </a:lnTo>
                <a:lnTo>
                  <a:pt x="432" y="382"/>
                </a:lnTo>
                <a:lnTo>
                  <a:pt x="432" y="383"/>
                </a:lnTo>
                <a:lnTo>
                  <a:pt x="431" y="383"/>
                </a:lnTo>
                <a:lnTo>
                  <a:pt x="430" y="383"/>
                </a:lnTo>
                <a:lnTo>
                  <a:pt x="429" y="384"/>
                </a:lnTo>
                <a:lnTo>
                  <a:pt x="430" y="384"/>
                </a:lnTo>
                <a:lnTo>
                  <a:pt x="429" y="385"/>
                </a:lnTo>
                <a:lnTo>
                  <a:pt x="428" y="384"/>
                </a:lnTo>
                <a:lnTo>
                  <a:pt x="428" y="385"/>
                </a:lnTo>
                <a:lnTo>
                  <a:pt x="429" y="385"/>
                </a:lnTo>
                <a:lnTo>
                  <a:pt x="428" y="385"/>
                </a:lnTo>
                <a:lnTo>
                  <a:pt x="428" y="386"/>
                </a:lnTo>
                <a:lnTo>
                  <a:pt x="429" y="386"/>
                </a:lnTo>
                <a:lnTo>
                  <a:pt x="430" y="386"/>
                </a:lnTo>
                <a:lnTo>
                  <a:pt x="429" y="386"/>
                </a:lnTo>
                <a:lnTo>
                  <a:pt x="429" y="387"/>
                </a:lnTo>
                <a:lnTo>
                  <a:pt x="430" y="387"/>
                </a:lnTo>
                <a:lnTo>
                  <a:pt x="431" y="387"/>
                </a:lnTo>
                <a:lnTo>
                  <a:pt x="431" y="388"/>
                </a:lnTo>
                <a:lnTo>
                  <a:pt x="431" y="389"/>
                </a:lnTo>
                <a:lnTo>
                  <a:pt x="430" y="390"/>
                </a:lnTo>
                <a:lnTo>
                  <a:pt x="431" y="390"/>
                </a:lnTo>
                <a:lnTo>
                  <a:pt x="431" y="391"/>
                </a:lnTo>
                <a:lnTo>
                  <a:pt x="432" y="390"/>
                </a:lnTo>
                <a:lnTo>
                  <a:pt x="432" y="391"/>
                </a:lnTo>
                <a:lnTo>
                  <a:pt x="432" y="392"/>
                </a:lnTo>
                <a:lnTo>
                  <a:pt x="433" y="392"/>
                </a:lnTo>
                <a:lnTo>
                  <a:pt x="433" y="393"/>
                </a:lnTo>
                <a:lnTo>
                  <a:pt x="433" y="392"/>
                </a:lnTo>
                <a:lnTo>
                  <a:pt x="433" y="393"/>
                </a:lnTo>
                <a:lnTo>
                  <a:pt x="433" y="394"/>
                </a:lnTo>
                <a:lnTo>
                  <a:pt x="432" y="394"/>
                </a:lnTo>
                <a:lnTo>
                  <a:pt x="431" y="394"/>
                </a:lnTo>
                <a:lnTo>
                  <a:pt x="431" y="393"/>
                </a:lnTo>
                <a:lnTo>
                  <a:pt x="430" y="393"/>
                </a:lnTo>
                <a:lnTo>
                  <a:pt x="429" y="393"/>
                </a:lnTo>
                <a:lnTo>
                  <a:pt x="428" y="394"/>
                </a:lnTo>
                <a:lnTo>
                  <a:pt x="428" y="393"/>
                </a:lnTo>
                <a:lnTo>
                  <a:pt x="427" y="392"/>
                </a:lnTo>
                <a:lnTo>
                  <a:pt x="426" y="393"/>
                </a:lnTo>
                <a:lnTo>
                  <a:pt x="426" y="394"/>
                </a:lnTo>
                <a:lnTo>
                  <a:pt x="425" y="394"/>
                </a:lnTo>
                <a:lnTo>
                  <a:pt x="425" y="395"/>
                </a:lnTo>
                <a:lnTo>
                  <a:pt x="424" y="396"/>
                </a:lnTo>
                <a:lnTo>
                  <a:pt x="424" y="397"/>
                </a:lnTo>
                <a:lnTo>
                  <a:pt x="425" y="397"/>
                </a:lnTo>
                <a:lnTo>
                  <a:pt x="425" y="398"/>
                </a:lnTo>
                <a:lnTo>
                  <a:pt x="424" y="398"/>
                </a:lnTo>
                <a:lnTo>
                  <a:pt x="425" y="398"/>
                </a:lnTo>
                <a:lnTo>
                  <a:pt x="425" y="400"/>
                </a:lnTo>
                <a:lnTo>
                  <a:pt x="425" y="401"/>
                </a:lnTo>
                <a:lnTo>
                  <a:pt x="425" y="402"/>
                </a:lnTo>
                <a:lnTo>
                  <a:pt x="425" y="403"/>
                </a:lnTo>
                <a:lnTo>
                  <a:pt x="425" y="404"/>
                </a:lnTo>
                <a:lnTo>
                  <a:pt x="426" y="404"/>
                </a:lnTo>
                <a:lnTo>
                  <a:pt x="425" y="404"/>
                </a:lnTo>
                <a:lnTo>
                  <a:pt x="425" y="405"/>
                </a:lnTo>
                <a:lnTo>
                  <a:pt x="426" y="404"/>
                </a:lnTo>
                <a:lnTo>
                  <a:pt x="426" y="405"/>
                </a:lnTo>
                <a:lnTo>
                  <a:pt x="426" y="406"/>
                </a:lnTo>
                <a:lnTo>
                  <a:pt x="425" y="406"/>
                </a:lnTo>
                <a:lnTo>
                  <a:pt x="425" y="407"/>
                </a:lnTo>
                <a:lnTo>
                  <a:pt x="425" y="406"/>
                </a:lnTo>
                <a:lnTo>
                  <a:pt x="424" y="406"/>
                </a:lnTo>
                <a:lnTo>
                  <a:pt x="424" y="407"/>
                </a:lnTo>
                <a:lnTo>
                  <a:pt x="423" y="407"/>
                </a:lnTo>
                <a:lnTo>
                  <a:pt x="423" y="406"/>
                </a:lnTo>
                <a:lnTo>
                  <a:pt x="423" y="407"/>
                </a:lnTo>
                <a:lnTo>
                  <a:pt x="423" y="408"/>
                </a:lnTo>
                <a:lnTo>
                  <a:pt x="422" y="408"/>
                </a:lnTo>
                <a:lnTo>
                  <a:pt x="422" y="407"/>
                </a:lnTo>
                <a:lnTo>
                  <a:pt x="421" y="407"/>
                </a:lnTo>
                <a:lnTo>
                  <a:pt x="420" y="408"/>
                </a:lnTo>
                <a:lnTo>
                  <a:pt x="419" y="408"/>
                </a:lnTo>
                <a:lnTo>
                  <a:pt x="418" y="408"/>
                </a:lnTo>
                <a:lnTo>
                  <a:pt x="417" y="408"/>
                </a:lnTo>
                <a:lnTo>
                  <a:pt x="416" y="408"/>
                </a:lnTo>
                <a:lnTo>
                  <a:pt x="415" y="408"/>
                </a:lnTo>
                <a:lnTo>
                  <a:pt x="414" y="408"/>
                </a:lnTo>
                <a:lnTo>
                  <a:pt x="413" y="407"/>
                </a:lnTo>
                <a:lnTo>
                  <a:pt x="412" y="407"/>
                </a:lnTo>
                <a:lnTo>
                  <a:pt x="412" y="408"/>
                </a:lnTo>
                <a:lnTo>
                  <a:pt x="411" y="408"/>
                </a:lnTo>
                <a:lnTo>
                  <a:pt x="410" y="408"/>
                </a:lnTo>
                <a:lnTo>
                  <a:pt x="409" y="408"/>
                </a:lnTo>
                <a:lnTo>
                  <a:pt x="408" y="408"/>
                </a:lnTo>
                <a:lnTo>
                  <a:pt x="407" y="409"/>
                </a:lnTo>
                <a:lnTo>
                  <a:pt x="407" y="410"/>
                </a:lnTo>
                <a:lnTo>
                  <a:pt x="406" y="410"/>
                </a:lnTo>
                <a:lnTo>
                  <a:pt x="406" y="412"/>
                </a:lnTo>
                <a:lnTo>
                  <a:pt x="406" y="413"/>
                </a:lnTo>
                <a:lnTo>
                  <a:pt x="407" y="413"/>
                </a:lnTo>
                <a:lnTo>
                  <a:pt x="408" y="413"/>
                </a:lnTo>
                <a:lnTo>
                  <a:pt x="409" y="413"/>
                </a:lnTo>
                <a:lnTo>
                  <a:pt x="409" y="414"/>
                </a:lnTo>
                <a:lnTo>
                  <a:pt x="410" y="414"/>
                </a:lnTo>
                <a:lnTo>
                  <a:pt x="410" y="415"/>
                </a:lnTo>
                <a:lnTo>
                  <a:pt x="409" y="416"/>
                </a:lnTo>
                <a:lnTo>
                  <a:pt x="409" y="418"/>
                </a:lnTo>
                <a:lnTo>
                  <a:pt x="410" y="418"/>
                </a:lnTo>
                <a:lnTo>
                  <a:pt x="410" y="419"/>
                </a:lnTo>
                <a:lnTo>
                  <a:pt x="410" y="421"/>
                </a:lnTo>
                <a:lnTo>
                  <a:pt x="409" y="421"/>
                </a:lnTo>
                <a:lnTo>
                  <a:pt x="409" y="422"/>
                </a:lnTo>
                <a:lnTo>
                  <a:pt x="409" y="423"/>
                </a:lnTo>
                <a:lnTo>
                  <a:pt x="408" y="423"/>
                </a:lnTo>
                <a:lnTo>
                  <a:pt x="407" y="424"/>
                </a:lnTo>
                <a:lnTo>
                  <a:pt x="406" y="424"/>
                </a:lnTo>
                <a:lnTo>
                  <a:pt x="405" y="424"/>
                </a:lnTo>
                <a:lnTo>
                  <a:pt x="405" y="423"/>
                </a:lnTo>
                <a:lnTo>
                  <a:pt x="404" y="423"/>
                </a:lnTo>
                <a:lnTo>
                  <a:pt x="403" y="422"/>
                </a:lnTo>
                <a:lnTo>
                  <a:pt x="402" y="422"/>
                </a:lnTo>
                <a:lnTo>
                  <a:pt x="401" y="422"/>
                </a:lnTo>
                <a:lnTo>
                  <a:pt x="401" y="423"/>
                </a:lnTo>
                <a:lnTo>
                  <a:pt x="400" y="423"/>
                </a:lnTo>
                <a:lnTo>
                  <a:pt x="399" y="423"/>
                </a:lnTo>
                <a:lnTo>
                  <a:pt x="398" y="423"/>
                </a:lnTo>
                <a:lnTo>
                  <a:pt x="399" y="423"/>
                </a:lnTo>
                <a:lnTo>
                  <a:pt x="398" y="424"/>
                </a:lnTo>
                <a:lnTo>
                  <a:pt x="398" y="423"/>
                </a:lnTo>
                <a:lnTo>
                  <a:pt x="398" y="424"/>
                </a:lnTo>
                <a:lnTo>
                  <a:pt x="398" y="425"/>
                </a:lnTo>
                <a:lnTo>
                  <a:pt x="397" y="425"/>
                </a:lnTo>
                <a:lnTo>
                  <a:pt x="396" y="426"/>
                </a:lnTo>
                <a:lnTo>
                  <a:pt x="396" y="427"/>
                </a:lnTo>
                <a:lnTo>
                  <a:pt x="395" y="427"/>
                </a:lnTo>
                <a:lnTo>
                  <a:pt x="395" y="426"/>
                </a:lnTo>
                <a:lnTo>
                  <a:pt x="393" y="426"/>
                </a:lnTo>
                <a:lnTo>
                  <a:pt x="392" y="427"/>
                </a:lnTo>
                <a:lnTo>
                  <a:pt x="392" y="426"/>
                </a:lnTo>
                <a:lnTo>
                  <a:pt x="391" y="426"/>
                </a:lnTo>
                <a:lnTo>
                  <a:pt x="391" y="427"/>
                </a:lnTo>
                <a:lnTo>
                  <a:pt x="390" y="427"/>
                </a:lnTo>
                <a:lnTo>
                  <a:pt x="391" y="428"/>
                </a:lnTo>
                <a:lnTo>
                  <a:pt x="392" y="428"/>
                </a:lnTo>
                <a:lnTo>
                  <a:pt x="392" y="429"/>
                </a:lnTo>
                <a:lnTo>
                  <a:pt x="393" y="429"/>
                </a:lnTo>
                <a:lnTo>
                  <a:pt x="393" y="430"/>
                </a:lnTo>
                <a:lnTo>
                  <a:pt x="393" y="431"/>
                </a:lnTo>
                <a:lnTo>
                  <a:pt x="393" y="432"/>
                </a:lnTo>
                <a:lnTo>
                  <a:pt x="393" y="433"/>
                </a:lnTo>
                <a:lnTo>
                  <a:pt x="393" y="434"/>
                </a:lnTo>
                <a:lnTo>
                  <a:pt x="393" y="435"/>
                </a:lnTo>
                <a:lnTo>
                  <a:pt x="392" y="435"/>
                </a:lnTo>
                <a:lnTo>
                  <a:pt x="392" y="436"/>
                </a:lnTo>
                <a:lnTo>
                  <a:pt x="391" y="436"/>
                </a:lnTo>
                <a:lnTo>
                  <a:pt x="391" y="435"/>
                </a:lnTo>
                <a:lnTo>
                  <a:pt x="390" y="435"/>
                </a:lnTo>
                <a:lnTo>
                  <a:pt x="389" y="436"/>
                </a:lnTo>
                <a:lnTo>
                  <a:pt x="389" y="437"/>
                </a:lnTo>
                <a:lnTo>
                  <a:pt x="388" y="437"/>
                </a:lnTo>
                <a:lnTo>
                  <a:pt x="388" y="438"/>
                </a:lnTo>
                <a:lnTo>
                  <a:pt x="388" y="439"/>
                </a:lnTo>
                <a:lnTo>
                  <a:pt x="387" y="438"/>
                </a:lnTo>
                <a:lnTo>
                  <a:pt x="386" y="438"/>
                </a:lnTo>
                <a:lnTo>
                  <a:pt x="385" y="438"/>
                </a:lnTo>
                <a:lnTo>
                  <a:pt x="384" y="438"/>
                </a:lnTo>
                <a:lnTo>
                  <a:pt x="383" y="438"/>
                </a:lnTo>
                <a:lnTo>
                  <a:pt x="382" y="438"/>
                </a:lnTo>
                <a:lnTo>
                  <a:pt x="381" y="438"/>
                </a:lnTo>
                <a:lnTo>
                  <a:pt x="381" y="439"/>
                </a:lnTo>
                <a:lnTo>
                  <a:pt x="380" y="439"/>
                </a:lnTo>
                <a:lnTo>
                  <a:pt x="380" y="440"/>
                </a:lnTo>
                <a:lnTo>
                  <a:pt x="379" y="440"/>
                </a:lnTo>
                <a:lnTo>
                  <a:pt x="379" y="441"/>
                </a:lnTo>
                <a:lnTo>
                  <a:pt x="378" y="442"/>
                </a:lnTo>
                <a:lnTo>
                  <a:pt x="378" y="443"/>
                </a:lnTo>
                <a:lnTo>
                  <a:pt x="377" y="443"/>
                </a:lnTo>
                <a:lnTo>
                  <a:pt x="377" y="444"/>
                </a:lnTo>
                <a:lnTo>
                  <a:pt x="376" y="445"/>
                </a:lnTo>
                <a:lnTo>
                  <a:pt x="376" y="446"/>
                </a:lnTo>
                <a:lnTo>
                  <a:pt x="375" y="446"/>
                </a:lnTo>
                <a:lnTo>
                  <a:pt x="375" y="447"/>
                </a:lnTo>
                <a:lnTo>
                  <a:pt x="374" y="448"/>
                </a:lnTo>
                <a:lnTo>
                  <a:pt x="373" y="447"/>
                </a:lnTo>
                <a:lnTo>
                  <a:pt x="373" y="446"/>
                </a:lnTo>
                <a:lnTo>
                  <a:pt x="372" y="446"/>
                </a:lnTo>
                <a:lnTo>
                  <a:pt x="372" y="445"/>
                </a:lnTo>
                <a:lnTo>
                  <a:pt x="372" y="444"/>
                </a:lnTo>
                <a:lnTo>
                  <a:pt x="372" y="443"/>
                </a:lnTo>
                <a:lnTo>
                  <a:pt x="371" y="443"/>
                </a:lnTo>
                <a:lnTo>
                  <a:pt x="371" y="442"/>
                </a:lnTo>
                <a:lnTo>
                  <a:pt x="370" y="442"/>
                </a:lnTo>
                <a:lnTo>
                  <a:pt x="370" y="441"/>
                </a:lnTo>
                <a:lnTo>
                  <a:pt x="370" y="440"/>
                </a:lnTo>
                <a:lnTo>
                  <a:pt x="370" y="439"/>
                </a:lnTo>
                <a:lnTo>
                  <a:pt x="370" y="438"/>
                </a:lnTo>
                <a:lnTo>
                  <a:pt x="369" y="438"/>
                </a:lnTo>
                <a:lnTo>
                  <a:pt x="368" y="437"/>
                </a:lnTo>
                <a:lnTo>
                  <a:pt x="369" y="437"/>
                </a:lnTo>
                <a:lnTo>
                  <a:pt x="370" y="436"/>
                </a:lnTo>
                <a:lnTo>
                  <a:pt x="369" y="436"/>
                </a:lnTo>
                <a:lnTo>
                  <a:pt x="369" y="435"/>
                </a:lnTo>
                <a:lnTo>
                  <a:pt x="368" y="435"/>
                </a:lnTo>
                <a:lnTo>
                  <a:pt x="368" y="434"/>
                </a:lnTo>
                <a:lnTo>
                  <a:pt x="368" y="433"/>
                </a:lnTo>
                <a:lnTo>
                  <a:pt x="368" y="432"/>
                </a:lnTo>
                <a:lnTo>
                  <a:pt x="368" y="431"/>
                </a:lnTo>
                <a:lnTo>
                  <a:pt x="367" y="431"/>
                </a:lnTo>
                <a:lnTo>
                  <a:pt x="367" y="430"/>
                </a:lnTo>
                <a:lnTo>
                  <a:pt x="366" y="430"/>
                </a:lnTo>
                <a:lnTo>
                  <a:pt x="366" y="431"/>
                </a:lnTo>
                <a:lnTo>
                  <a:pt x="367" y="431"/>
                </a:lnTo>
                <a:lnTo>
                  <a:pt x="367" y="432"/>
                </a:lnTo>
                <a:lnTo>
                  <a:pt x="367" y="433"/>
                </a:lnTo>
                <a:lnTo>
                  <a:pt x="366" y="433"/>
                </a:lnTo>
                <a:lnTo>
                  <a:pt x="365" y="434"/>
                </a:lnTo>
                <a:lnTo>
                  <a:pt x="364" y="434"/>
                </a:lnTo>
                <a:lnTo>
                  <a:pt x="363" y="434"/>
                </a:lnTo>
                <a:lnTo>
                  <a:pt x="363" y="435"/>
                </a:lnTo>
                <a:lnTo>
                  <a:pt x="362" y="435"/>
                </a:lnTo>
                <a:lnTo>
                  <a:pt x="361" y="435"/>
                </a:lnTo>
                <a:lnTo>
                  <a:pt x="361" y="434"/>
                </a:lnTo>
                <a:lnTo>
                  <a:pt x="361" y="433"/>
                </a:lnTo>
                <a:lnTo>
                  <a:pt x="361" y="432"/>
                </a:lnTo>
                <a:lnTo>
                  <a:pt x="361" y="431"/>
                </a:lnTo>
                <a:lnTo>
                  <a:pt x="362" y="431"/>
                </a:lnTo>
                <a:lnTo>
                  <a:pt x="361" y="430"/>
                </a:lnTo>
                <a:lnTo>
                  <a:pt x="362" y="429"/>
                </a:lnTo>
                <a:lnTo>
                  <a:pt x="362" y="428"/>
                </a:lnTo>
                <a:lnTo>
                  <a:pt x="361" y="428"/>
                </a:lnTo>
                <a:lnTo>
                  <a:pt x="361" y="429"/>
                </a:lnTo>
                <a:lnTo>
                  <a:pt x="360" y="429"/>
                </a:lnTo>
                <a:lnTo>
                  <a:pt x="359" y="429"/>
                </a:lnTo>
                <a:lnTo>
                  <a:pt x="358" y="430"/>
                </a:lnTo>
                <a:lnTo>
                  <a:pt x="357" y="430"/>
                </a:lnTo>
                <a:lnTo>
                  <a:pt x="356" y="430"/>
                </a:lnTo>
                <a:lnTo>
                  <a:pt x="355" y="430"/>
                </a:lnTo>
                <a:lnTo>
                  <a:pt x="354" y="430"/>
                </a:lnTo>
                <a:lnTo>
                  <a:pt x="353" y="430"/>
                </a:lnTo>
                <a:lnTo>
                  <a:pt x="352" y="430"/>
                </a:lnTo>
                <a:lnTo>
                  <a:pt x="349" y="430"/>
                </a:lnTo>
                <a:lnTo>
                  <a:pt x="348" y="430"/>
                </a:lnTo>
                <a:lnTo>
                  <a:pt x="347" y="430"/>
                </a:lnTo>
                <a:lnTo>
                  <a:pt x="346" y="430"/>
                </a:lnTo>
                <a:lnTo>
                  <a:pt x="345" y="430"/>
                </a:lnTo>
                <a:lnTo>
                  <a:pt x="344" y="430"/>
                </a:lnTo>
                <a:lnTo>
                  <a:pt x="343" y="430"/>
                </a:lnTo>
                <a:lnTo>
                  <a:pt x="343" y="429"/>
                </a:lnTo>
                <a:lnTo>
                  <a:pt x="342" y="429"/>
                </a:lnTo>
                <a:lnTo>
                  <a:pt x="341" y="429"/>
                </a:lnTo>
                <a:lnTo>
                  <a:pt x="340" y="428"/>
                </a:lnTo>
                <a:lnTo>
                  <a:pt x="338" y="427"/>
                </a:lnTo>
                <a:lnTo>
                  <a:pt x="338" y="426"/>
                </a:lnTo>
                <a:lnTo>
                  <a:pt x="337" y="426"/>
                </a:lnTo>
                <a:lnTo>
                  <a:pt x="337" y="425"/>
                </a:lnTo>
                <a:lnTo>
                  <a:pt x="336" y="425"/>
                </a:lnTo>
                <a:lnTo>
                  <a:pt x="336" y="424"/>
                </a:lnTo>
                <a:lnTo>
                  <a:pt x="335" y="424"/>
                </a:lnTo>
                <a:lnTo>
                  <a:pt x="334" y="423"/>
                </a:lnTo>
                <a:lnTo>
                  <a:pt x="334" y="422"/>
                </a:lnTo>
                <a:lnTo>
                  <a:pt x="333" y="422"/>
                </a:lnTo>
                <a:lnTo>
                  <a:pt x="332" y="422"/>
                </a:lnTo>
                <a:lnTo>
                  <a:pt x="331" y="422"/>
                </a:lnTo>
                <a:lnTo>
                  <a:pt x="330" y="421"/>
                </a:lnTo>
                <a:lnTo>
                  <a:pt x="329" y="420"/>
                </a:lnTo>
                <a:lnTo>
                  <a:pt x="328" y="420"/>
                </a:lnTo>
                <a:lnTo>
                  <a:pt x="328" y="419"/>
                </a:lnTo>
                <a:lnTo>
                  <a:pt x="328" y="418"/>
                </a:lnTo>
                <a:lnTo>
                  <a:pt x="327" y="417"/>
                </a:lnTo>
                <a:lnTo>
                  <a:pt x="327" y="416"/>
                </a:lnTo>
                <a:lnTo>
                  <a:pt x="326" y="416"/>
                </a:lnTo>
                <a:lnTo>
                  <a:pt x="325" y="414"/>
                </a:lnTo>
                <a:lnTo>
                  <a:pt x="325" y="413"/>
                </a:lnTo>
                <a:lnTo>
                  <a:pt x="324" y="412"/>
                </a:lnTo>
                <a:lnTo>
                  <a:pt x="324" y="410"/>
                </a:lnTo>
                <a:lnTo>
                  <a:pt x="323" y="409"/>
                </a:lnTo>
                <a:lnTo>
                  <a:pt x="323" y="408"/>
                </a:lnTo>
                <a:lnTo>
                  <a:pt x="323" y="407"/>
                </a:lnTo>
                <a:lnTo>
                  <a:pt x="322" y="406"/>
                </a:lnTo>
                <a:lnTo>
                  <a:pt x="322" y="405"/>
                </a:lnTo>
                <a:lnTo>
                  <a:pt x="322" y="404"/>
                </a:lnTo>
                <a:lnTo>
                  <a:pt x="321" y="404"/>
                </a:lnTo>
                <a:lnTo>
                  <a:pt x="321" y="405"/>
                </a:lnTo>
                <a:lnTo>
                  <a:pt x="320" y="405"/>
                </a:lnTo>
                <a:lnTo>
                  <a:pt x="319" y="405"/>
                </a:lnTo>
                <a:lnTo>
                  <a:pt x="318" y="405"/>
                </a:lnTo>
                <a:lnTo>
                  <a:pt x="317" y="405"/>
                </a:lnTo>
                <a:lnTo>
                  <a:pt x="316" y="405"/>
                </a:lnTo>
                <a:lnTo>
                  <a:pt x="316" y="404"/>
                </a:lnTo>
                <a:lnTo>
                  <a:pt x="316" y="405"/>
                </a:lnTo>
                <a:lnTo>
                  <a:pt x="315" y="405"/>
                </a:lnTo>
                <a:lnTo>
                  <a:pt x="314" y="405"/>
                </a:lnTo>
                <a:lnTo>
                  <a:pt x="314" y="404"/>
                </a:lnTo>
                <a:lnTo>
                  <a:pt x="313" y="404"/>
                </a:lnTo>
                <a:lnTo>
                  <a:pt x="313" y="405"/>
                </a:lnTo>
                <a:lnTo>
                  <a:pt x="312" y="405"/>
                </a:lnTo>
                <a:lnTo>
                  <a:pt x="313" y="405"/>
                </a:lnTo>
                <a:lnTo>
                  <a:pt x="314" y="405"/>
                </a:lnTo>
                <a:lnTo>
                  <a:pt x="313" y="406"/>
                </a:lnTo>
                <a:lnTo>
                  <a:pt x="312" y="406"/>
                </a:lnTo>
                <a:lnTo>
                  <a:pt x="312" y="407"/>
                </a:lnTo>
                <a:lnTo>
                  <a:pt x="311" y="407"/>
                </a:lnTo>
                <a:lnTo>
                  <a:pt x="311" y="406"/>
                </a:lnTo>
                <a:lnTo>
                  <a:pt x="310" y="406"/>
                </a:lnTo>
                <a:lnTo>
                  <a:pt x="310" y="405"/>
                </a:lnTo>
                <a:lnTo>
                  <a:pt x="310" y="404"/>
                </a:lnTo>
                <a:lnTo>
                  <a:pt x="309" y="404"/>
                </a:lnTo>
                <a:lnTo>
                  <a:pt x="308" y="404"/>
                </a:lnTo>
                <a:lnTo>
                  <a:pt x="307" y="404"/>
                </a:lnTo>
                <a:lnTo>
                  <a:pt x="306" y="404"/>
                </a:lnTo>
                <a:lnTo>
                  <a:pt x="306" y="405"/>
                </a:lnTo>
                <a:lnTo>
                  <a:pt x="306" y="404"/>
                </a:lnTo>
                <a:lnTo>
                  <a:pt x="305" y="404"/>
                </a:lnTo>
                <a:lnTo>
                  <a:pt x="304" y="405"/>
                </a:lnTo>
                <a:lnTo>
                  <a:pt x="304" y="404"/>
                </a:lnTo>
                <a:lnTo>
                  <a:pt x="303" y="404"/>
                </a:lnTo>
                <a:lnTo>
                  <a:pt x="303" y="405"/>
                </a:lnTo>
                <a:lnTo>
                  <a:pt x="303" y="406"/>
                </a:lnTo>
                <a:lnTo>
                  <a:pt x="302" y="406"/>
                </a:lnTo>
                <a:lnTo>
                  <a:pt x="301" y="406"/>
                </a:lnTo>
                <a:lnTo>
                  <a:pt x="300" y="406"/>
                </a:lnTo>
                <a:lnTo>
                  <a:pt x="300" y="405"/>
                </a:lnTo>
                <a:lnTo>
                  <a:pt x="299" y="405"/>
                </a:lnTo>
                <a:lnTo>
                  <a:pt x="298" y="405"/>
                </a:lnTo>
                <a:lnTo>
                  <a:pt x="298" y="406"/>
                </a:lnTo>
                <a:lnTo>
                  <a:pt x="297" y="406"/>
                </a:lnTo>
                <a:lnTo>
                  <a:pt x="296" y="407"/>
                </a:lnTo>
                <a:lnTo>
                  <a:pt x="297" y="407"/>
                </a:lnTo>
                <a:lnTo>
                  <a:pt x="297" y="408"/>
                </a:lnTo>
                <a:lnTo>
                  <a:pt x="296" y="408"/>
                </a:lnTo>
                <a:lnTo>
                  <a:pt x="297" y="408"/>
                </a:lnTo>
                <a:lnTo>
                  <a:pt x="298" y="408"/>
                </a:lnTo>
                <a:lnTo>
                  <a:pt x="297" y="408"/>
                </a:lnTo>
                <a:lnTo>
                  <a:pt x="297" y="409"/>
                </a:lnTo>
                <a:lnTo>
                  <a:pt x="297" y="408"/>
                </a:lnTo>
                <a:lnTo>
                  <a:pt x="296" y="408"/>
                </a:lnTo>
                <a:lnTo>
                  <a:pt x="295" y="409"/>
                </a:lnTo>
                <a:lnTo>
                  <a:pt x="295" y="408"/>
                </a:lnTo>
                <a:lnTo>
                  <a:pt x="294" y="409"/>
                </a:lnTo>
                <a:lnTo>
                  <a:pt x="293" y="409"/>
                </a:lnTo>
                <a:lnTo>
                  <a:pt x="293" y="410"/>
                </a:lnTo>
                <a:lnTo>
                  <a:pt x="293" y="412"/>
                </a:lnTo>
                <a:lnTo>
                  <a:pt x="293" y="410"/>
                </a:lnTo>
                <a:lnTo>
                  <a:pt x="294" y="412"/>
                </a:lnTo>
                <a:lnTo>
                  <a:pt x="293" y="412"/>
                </a:lnTo>
                <a:lnTo>
                  <a:pt x="292" y="412"/>
                </a:lnTo>
                <a:lnTo>
                  <a:pt x="292" y="410"/>
                </a:lnTo>
                <a:lnTo>
                  <a:pt x="292" y="412"/>
                </a:lnTo>
                <a:lnTo>
                  <a:pt x="291" y="410"/>
                </a:lnTo>
                <a:lnTo>
                  <a:pt x="291" y="412"/>
                </a:lnTo>
                <a:lnTo>
                  <a:pt x="290" y="410"/>
                </a:lnTo>
                <a:lnTo>
                  <a:pt x="290" y="409"/>
                </a:lnTo>
                <a:lnTo>
                  <a:pt x="291" y="409"/>
                </a:lnTo>
                <a:lnTo>
                  <a:pt x="291" y="408"/>
                </a:lnTo>
                <a:lnTo>
                  <a:pt x="290" y="408"/>
                </a:lnTo>
                <a:lnTo>
                  <a:pt x="290" y="409"/>
                </a:lnTo>
                <a:lnTo>
                  <a:pt x="289" y="408"/>
                </a:lnTo>
                <a:lnTo>
                  <a:pt x="289" y="407"/>
                </a:lnTo>
                <a:lnTo>
                  <a:pt x="288" y="407"/>
                </a:lnTo>
                <a:lnTo>
                  <a:pt x="288" y="406"/>
                </a:lnTo>
                <a:lnTo>
                  <a:pt x="287" y="406"/>
                </a:lnTo>
                <a:lnTo>
                  <a:pt x="287" y="407"/>
                </a:lnTo>
                <a:lnTo>
                  <a:pt x="287" y="406"/>
                </a:lnTo>
                <a:lnTo>
                  <a:pt x="286" y="406"/>
                </a:lnTo>
                <a:lnTo>
                  <a:pt x="285" y="406"/>
                </a:lnTo>
                <a:lnTo>
                  <a:pt x="284" y="406"/>
                </a:lnTo>
                <a:lnTo>
                  <a:pt x="284" y="405"/>
                </a:lnTo>
                <a:lnTo>
                  <a:pt x="283" y="405"/>
                </a:lnTo>
                <a:lnTo>
                  <a:pt x="282" y="406"/>
                </a:lnTo>
                <a:lnTo>
                  <a:pt x="282" y="407"/>
                </a:lnTo>
                <a:lnTo>
                  <a:pt x="282" y="406"/>
                </a:lnTo>
                <a:lnTo>
                  <a:pt x="281" y="406"/>
                </a:lnTo>
                <a:lnTo>
                  <a:pt x="280" y="406"/>
                </a:lnTo>
                <a:lnTo>
                  <a:pt x="280" y="405"/>
                </a:lnTo>
                <a:lnTo>
                  <a:pt x="279" y="405"/>
                </a:lnTo>
                <a:lnTo>
                  <a:pt x="279" y="404"/>
                </a:lnTo>
                <a:lnTo>
                  <a:pt x="278" y="404"/>
                </a:lnTo>
                <a:lnTo>
                  <a:pt x="277" y="404"/>
                </a:lnTo>
                <a:lnTo>
                  <a:pt x="278" y="403"/>
                </a:lnTo>
                <a:lnTo>
                  <a:pt x="277" y="403"/>
                </a:lnTo>
                <a:lnTo>
                  <a:pt x="277" y="404"/>
                </a:lnTo>
                <a:lnTo>
                  <a:pt x="276" y="404"/>
                </a:lnTo>
                <a:lnTo>
                  <a:pt x="276" y="403"/>
                </a:lnTo>
                <a:lnTo>
                  <a:pt x="275" y="403"/>
                </a:lnTo>
                <a:lnTo>
                  <a:pt x="275" y="404"/>
                </a:lnTo>
                <a:lnTo>
                  <a:pt x="274" y="404"/>
                </a:lnTo>
                <a:lnTo>
                  <a:pt x="275" y="404"/>
                </a:lnTo>
                <a:lnTo>
                  <a:pt x="274" y="404"/>
                </a:lnTo>
                <a:lnTo>
                  <a:pt x="274" y="405"/>
                </a:lnTo>
                <a:lnTo>
                  <a:pt x="273" y="405"/>
                </a:lnTo>
                <a:lnTo>
                  <a:pt x="274" y="404"/>
                </a:lnTo>
                <a:lnTo>
                  <a:pt x="274" y="403"/>
                </a:lnTo>
                <a:lnTo>
                  <a:pt x="274" y="402"/>
                </a:lnTo>
                <a:lnTo>
                  <a:pt x="275" y="402"/>
                </a:lnTo>
                <a:lnTo>
                  <a:pt x="274" y="402"/>
                </a:lnTo>
                <a:lnTo>
                  <a:pt x="274" y="403"/>
                </a:lnTo>
                <a:lnTo>
                  <a:pt x="274" y="402"/>
                </a:lnTo>
                <a:lnTo>
                  <a:pt x="273" y="403"/>
                </a:lnTo>
                <a:lnTo>
                  <a:pt x="272" y="403"/>
                </a:lnTo>
                <a:lnTo>
                  <a:pt x="272" y="402"/>
                </a:lnTo>
                <a:lnTo>
                  <a:pt x="271" y="402"/>
                </a:lnTo>
                <a:lnTo>
                  <a:pt x="271" y="401"/>
                </a:lnTo>
                <a:lnTo>
                  <a:pt x="271" y="400"/>
                </a:lnTo>
                <a:lnTo>
                  <a:pt x="272" y="399"/>
                </a:lnTo>
                <a:lnTo>
                  <a:pt x="271" y="399"/>
                </a:lnTo>
                <a:lnTo>
                  <a:pt x="272" y="398"/>
                </a:lnTo>
                <a:lnTo>
                  <a:pt x="271" y="398"/>
                </a:lnTo>
                <a:lnTo>
                  <a:pt x="272" y="397"/>
                </a:lnTo>
                <a:lnTo>
                  <a:pt x="272" y="396"/>
                </a:lnTo>
                <a:lnTo>
                  <a:pt x="272" y="395"/>
                </a:lnTo>
                <a:lnTo>
                  <a:pt x="273" y="395"/>
                </a:lnTo>
                <a:lnTo>
                  <a:pt x="273" y="394"/>
                </a:lnTo>
                <a:lnTo>
                  <a:pt x="272" y="394"/>
                </a:lnTo>
                <a:lnTo>
                  <a:pt x="272" y="395"/>
                </a:lnTo>
                <a:lnTo>
                  <a:pt x="272" y="394"/>
                </a:lnTo>
                <a:lnTo>
                  <a:pt x="272" y="393"/>
                </a:lnTo>
                <a:lnTo>
                  <a:pt x="272" y="392"/>
                </a:lnTo>
                <a:lnTo>
                  <a:pt x="271" y="392"/>
                </a:lnTo>
                <a:lnTo>
                  <a:pt x="271" y="391"/>
                </a:lnTo>
                <a:lnTo>
                  <a:pt x="270" y="391"/>
                </a:lnTo>
                <a:lnTo>
                  <a:pt x="270" y="392"/>
                </a:lnTo>
                <a:lnTo>
                  <a:pt x="270" y="393"/>
                </a:lnTo>
                <a:lnTo>
                  <a:pt x="270" y="394"/>
                </a:lnTo>
                <a:lnTo>
                  <a:pt x="269" y="394"/>
                </a:lnTo>
                <a:lnTo>
                  <a:pt x="270" y="395"/>
                </a:lnTo>
                <a:lnTo>
                  <a:pt x="270" y="396"/>
                </a:lnTo>
                <a:lnTo>
                  <a:pt x="270" y="395"/>
                </a:lnTo>
                <a:lnTo>
                  <a:pt x="269" y="395"/>
                </a:lnTo>
                <a:lnTo>
                  <a:pt x="267" y="395"/>
                </a:lnTo>
                <a:lnTo>
                  <a:pt x="266" y="395"/>
                </a:lnTo>
                <a:lnTo>
                  <a:pt x="266" y="394"/>
                </a:lnTo>
                <a:lnTo>
                  <a:pt x="265" y="395"/>
                </a:lnTo>
                <a:lnTo>
                  <a:pt x="264" y="395"/>
                </a:lnTo>
                <a:lnTo>
                  <a:pt x="264" y="396"/>
                </a:lnTo>
                <a:lnTo>
                  <a:pt x="262" y="396"/>
                </a:lnTo>
                <a:lnTo>
                  <a:pt x="261" y="395"/>
                </a:lnTo>
                <a:lnTo>
                  <a:pt x="260" y="395"/>
                </a:lnTo>
                <a:lnTo>
                  <a:pt x="260" y="396"/>
                </a:lnTo>
                <a:lnTo>
                  <a:pt x="259" y="396"/>
                </a:lnTo>
                <a:lnTo>
                  <a:pt x="259" y="395"/>
                </a:lnTo>
                <a:lnTo>
                  <a:pt x="258" y="395"/>
                </a:lnTo>
                <a:lnTo>
                  <a:pt x="257" y="395"/>
                </a:lnTo>
                <a:lnTo>
                  <a:pt x="257" y="394"/>
                </a:lnTo>
                <a:lnTo>
                  <a:pt x="256" y="394"/>
                </a:lnTo>
                <a:lnTo>
                  <a:pt x="256" y="395"/>
                </a:lnTo>
                <a:lnTo>
                  <a:pt x="256" y="394"/>
                </a:lnTo>
                <a:lnTo>
                  <a:pt x="255" y="394"/>
                </a:lnTo>
                <a:lnTo>
                  <a:pt x="256" y="393"/>
                </a:lnTo>
                <a:lnTo>
                  <a:pt x="256" y="392"/>
                </a:lnTo>
                <a:lnTo>
                  <a:pt x="255" y="392"/>
                </a:lnTo>
                <a:lnTo>
                  <a:pt x="254" y="391"/>
                </a:lnTo>
                <a:lnTo>
                  <a:pt x="254" y="392"/>
                </a:lnTo>
                <a:lnTo>
                  <a:pt x="253" y="392"/>
                </a:lnTo>
                <a:lnTo>
                  <a:pt x="252" y="392"/>
                </a:lnTo>
                <a:lnTo>
                  <a:pt x="251" y="392"/>
                </a:lnTo>
                <a:lnTo>
                  <a:pt x="251" y="393"/>
                </a:lnTo>
                <a:lnTo>
                  <a:pt x="251" y="394"/>
                </a:lnTo>
                <a:lnTo>
                  <a:pt x="250" y="395"/>
                </a:lnTo>
                <a:lnTo>
                  <a:pt x="249" y="395"/>
                </a:lnTo>
                <a:lnTo>
                  <a:pt x="248" y="395"/>
                </a:lnTo>
                <a:lnTo>
                  <a:pt x="248" y="396"/>
                </a:lnTo>
                <a:lnTo>
                  <a:pt x="247" y="396"/>
                </a:lnTo>
                <a:lnTo>
                  <a:pt x="247" y="398"/>
                </a:lnTo>
                <a:lnTo>
                  <a:pt x="246" y="397"/>
                </a:lnTo>
                <a:lnTo>
                  <a:pt x="245" y="398"/>
                </a:lnTo>
                <a:lnTo>
                  <a:pt x="244" y="398"/>
                </a:lnTo>
                <a:lnTo>
                  <a:pt x="243" y="398"/>
                </a:lnTo>
                <a:lnTo>
                  <a:pt x="242" y="398"/>
                </a:lnTo>
                <a:lnTo>
                  <a:pt x="241" y="398"/>
                </a:lnTo>
                <a:lnTo>
                  <a:pt x="241" y="397"/>
                </a:lnTo>
                <a:lnTo>
                  <a:pt x="241" y="398"/>
                </a:lnTo>
                <a:lnTo>
                  <a:pt x="240" y="398"/>
                </a:lnTo>
                <a:lnTo>
                  <a:pt x="240" y="397"/>
                </a:lnTo>
                <a:lnTo>
                  <a:pt x="239" y="397"/>
                </a:lnTo>
                <a:lnTo>
                  <a:pt x="239" y="398"/>
                </a:lnTo>
                <a:lnTo>
                  <a:pt x="238" y="398"/>
                </a:lnTo>
                <a:lnTo>
                  <a:pt x="237" y="398"/>
                </a:lnTo>
                <a:lnTo>
                  <a:pt x="236" y="398"/>
                </a:lnTo>
                <a:lnTo>
                  <a:pt x="235" y="398"/>
                </a:lnTo>
                <a:lnTo>
                  <a:pt x="235" y="397"/>
                </a:lnTo>
                <a:lnTo>
                  <a:pt x="234" y="398"/>
                </a:lnTo>
                <a:lnTo>
                  <a:pt x="233" y="398"/>
                </a:lnTo>
                <a:lnTo>
                  <a:pt x="232" y="398"/>
                </a:lnTo>
                <a:lnTo>
                  <a:pt x="232" y="397"/>
                </a:lnTo>
                <a:lnTo>
                  <a:pt x="231" y="397"/>
                </a:lnTo>
                <a:lnTo>
                  <a:pt x="230" y="397"/>
                </a:lnTo>
                <a:lnTo>
                  <a:pt x="229" y="398"/>
                </a:lnTo>
                <a:lnTo>
                  <a:pt x="228" y="398"/>
                </a:lnTo>
                <a:lnTo>
                  <a:pt x="227" y="398"/>
                </a:lnTo>
                <a:lnTo>
                  <a:pt x="226" y="398"/>
                </a:lnTo>
                <a:lnTo>
                  <a:pt x="226" y="397"/>
                </a:lnTo>
                <a:lnTo>
                  <a:pt x="225" y="397"/>
                </a:lnTo>
                <a:lnTo>
                  <a:pt x="224" y="398"/>
                </a:lnTo>
                <a:lnTo>
                  <a:pt x="223" y="398"/>
                </a:lnTo>
                <a:lnTo>
                  <a:pt x="222" y="398"/>
                </a:lnTo>
                <a:lnTo>
                  <a:pt x="221" y="398"/>
                </a:lnTo>
                <a:lnTo>
                  <a:pt x="220" y="398"/>
                </a:lnTo>
                <a:lnTo>
                  <a:pt x="220" y="399"/>
                </a:lnTo>
                <a:lnTo>
                  <a:pt x="219" y="398"/>
                </a:lnTo>
                <a:lnTo>
                  <a:pt x="218" y="398"/>
                </a:lnTo>
                <a:lnTo>
                  <a:pt x="218" y="397"/>
                </a:lnTo>
                <a:lnTo>
                  <a:pt x="218" y="396"/>
                </a:lnTo>
                <a:lnTo>
                  <a:pt x="218" y="395"/>
                </a:lnTo>
                <a:lnTo>
                  <a:pt x="216" y="394"/>
                </a:lnTo>
                <a:lnTo>
                  <a:pt x="216" y="393"/>
                </a:lnTo>
                <a:lnTo>
                  <a:pt x="215" y="393"/>
                </a:lnTo>
                <a:lnTo>
                  <a:pt x="214" y="393"/>
                </a:lnTo>
                <a:lnTo>
                  <a:pt x="213" y="393"/>
                </a:lnTo>
                <a:lnTo>
                  <a:pt x="213" y="392"/>
                </a:lnTo>
                <a:lnTo>
                  <a:pt x="212" y="392"/>
                </a:lnTo>
                <a:lnTo>
                  <a:pt x="211" y="392"/>
                </a:lnTo>
                <a:lnTo>
                  <a:pt x="211" y="391"/>
                </a:lnTo>
                <a:lnTo>
                  <a:pt x="212" y="392"/>
                </a:lnTo>
                <a:lnTo>
                  <a:pt x="212" y="389"/>
                </a:lnTo>
                <a:lnTo>
                  <a:pt x="213" y="389"/>
                </a:lnTo>
                <a:lnTo>
                  <a:pt x="214" y="387"/>
                </a:lnTo>
                <a:lnTo>
                  <a:pt x="215" y="384"/>
                </a:lnTo>
                <a:lnTo>
                  <a:pt x="216" y="383"/>
                </a:lnTo>
                <a:lnTo>
                  <a:pt x="216" y="382"/>
                </a:lnTo>
                <a:lnTo>
                  <a:pt x="216" y="383"/>
                </a:lnTo>
                <a:lnTo>
                  <a:pt x="217" y="383"/>
                </a:lnTo>
                <a:lnTo>
                  <a:pt x="217" y="384"/>
                </a:lnTo>
                <a:lnTo>
                  <a:pt x="217" y="385"/>
                </a:lnTo>
                <a:lnTo>
                  <a:pt x="218" y="384"/>
                </a:lnTo>
                <a:lnTo>
                  <a:pt x="220" y="384"/>
                </a:lnTo>
                <a:lnTo>
                  <a:pt x="221" y="384"/>
                </a:lnTo>
                <a:lnTo>
                  <a:pt x="222" y="384"/>
                </a:lnTo>
                <a:lnTo>
                  <a:pt x="222" y="383"/>
                </a:lnTo>
                <a:lnTo>
                  <a:pt x="223" y="383"/>
                </a:lnTo>
                <a:lnTo>
                  <a:pt x="223" y="382"/>
                </a:lnTo>
                <a:lnTo>
                  <a:pt x="224" y="382"/>
                </a:lnTo>
                <a:lnTo>
                  <a:pt x="224" y="381"/>
                </a:lnTo>
                <a:lnTo>
                  <a:pt x="225" y="381"/>
                </a:lnTo>
                <a:lnTo>
                  <a:pt x="225" y="380"/>
                </a:lnTo>
                <a:lnTo>
                  <a:pt x="226" y="379"/>
                </a:lnTo>
                <a:lnTo>
                  <a:pt x="226" y="378"/>
                </a:lnTo>
                <a:lnTo>
                  <a:pt x="226" y="377"/>
                </a:lnTo>
                <a:lnTo>
                  <a:pt x="227" y="376"/>
                </a:lnTo>
                <a:lnTo>
                  <a:pt x="227" y="373"/>
                </a:lnTo>
                <a:lnTo>
                  <a:pt x="227" y="371"/>
                </a:lnTo>
                <a:lnTo>
                  <a:pt x="227" y="370"/>
                </a:lnTo>
                <a:lnTo>
                  <a:pt x="228" y="368"/>
                </a:lnTo>
                <a:lnTo>
                  <a:pt x="227" y="367"/>
                </a:lnTo>
                <a:lnTo>
                  <a:pt x="226" y="367"/>
                </a:lnTo>
                <a:lnTo>
                  <a:pt x="226" y="366"/>
                </a:lnTo>
                <a:lnTo>
                  <a:pt x="226" y="365"/>
                </a:lnTo>
                <a:lnTo>
                  <a:pt x="227" y="364"/>
                </a:lnTo>
                <a:lnTo>
                  <a:pt x="226" y="364"/>
                </a:lnTo>
                <a:lnTo>
                  <a:pt x="226" y="363"/>
                </a:lnTo>
                <a:lnTo>
                  <a:pt x="226" y="364"/>
                </a:lnTo>
                <a:lnTo>
                  <a:pt x="226" y="363"/>
                </a:lnTo>
                <a:lnTo>
                  <a:pt x="226" y="362"/>
                </a:lnTo>
                <a:lnTo>
                  <a:pt x="227" y="362"/>
                </a:lnTo>
                <a:lnTo>
                  <a:pt x="226" y="361"/>
                </a:lnTo>
                <a:lnTo>
                  <a:pt x="225" y="361"/>
                </a:lnTo>
                <a:lnTo>
                  <a:pt x="226" y="361"/>
                </a:lnTo>
                <a:lnTo>
                  <a:pt x="226" y="360"/>
                </a:lnTo>
                <a:lnTo>
                  <a:pt x="226" y="359"/>
                </a:lnTo>
                <a:lnTo>
                  <a:pt x="225" y="359"/>
                </a:lnTo>
                <a:lnTo>
                  <a:pt x="225" y="358"/>
                </a:lnTo>
                <a:lnTo>
                  <a:pt x="224" y="358"/>
                </a:lnTo>
                <a:lnTo>
                  <a:pt x="223" y="357"/>
                </a:lnTo>
                <a:lnTo>
                  <a:pt x="222" y="358"/>
                </a:lnTo>
                <a:lnTo>
                  <a:pt x="222" y="357"/>
                </a:lnTo>
                <a:lnTo>
                  <a:pt x="221" y="357"/>
                </a:lnTo>
                <a:lnTo>
                  <a:pt x="221" y="358"/>
                </a:lnTo>
                <a:lnTo>
                  <a:pt x="221" y="359"/>
                </a:lnTo>
                <a:lnTo>
                  <a:pt x="220" y="359"/>
                </a:lnTo>
                <a:lnTo>
                  <a:pt x="220" y="358"/>
                </a:lnTo>
                <a:lnTo>
                  <a:pt x="219" y="358"/>
                </a:lnTo>
                <a:lnTo>
                  <a:pt x="219" y="357"/>
                </a:lnTo>
                <a:lnTo>
                  <a:pt x="219" y="356"/>
                </a:lnTo>
                <a:lnTo>
                  <a:pt x="218" y="355"/>
                </a:lnTo>
                <a:lnTo>
                  <a:pt x="219" y="354"/>
                </a:lnTo>
                <a:lnTo>
                  <a:pt x="219" y="353"/>
                </a:lnTo>
                <a:lnTo>
                  <a:pt x="218" y="353"/>
                </a:lnTo>
                <a:lnTo>
                  <a:pt x="218" y="352"/>
                </a:lnTo>
                <a:lnTo>
                  <a:pt x="217" y="352"/>
                </a:lnTo>
                <a:lnTo>
                  <a:pt x="216" y="352"/>
                </a:lnTo>
                <a:lnTo>
                  <a:pt x="215" y="352"/>
                </a:lnTo>
                <a:lnTo>
                  <a:pt x="215" y="353"/>
                </a:lnTo>
                <a:lnTo>
                  <a:pt x="214" y="354"/>
                </a:lnTo>
                <a:lnTo>
                  <a:pt x="215" y="354"/>
                </a:lnTo>
                <a:lnTo>
                  <a:pt x="215" y="355"/>
                </a:lnTo>
                <a:lnTo>
                  <a:pt x="214" y="355"/>
                </a:lnTo>
                <a:lnTo>
                  <a:pt x="214" y="356"/>
                </a:lnTo>
                <a:lnTo>
                  <a:pt x="214" y="357"/>
                </a:lnTo>
                <a:lnTo>
                  <a:pt x="213" y="357"/>
                </a:lnTo>
                <a:lnTo>
                  <a:pt x="213" y="358"/>
                </a:lnTo>
                <a:lnTo>
                  <a:pt x="212" y="358"/>
                </a:lnTo>
                <a:lnTo>
                  <a:pt x="212" y="357"/>
                </a:lnTo>
                <a:lnTo>
                  <a:pt x="212" y="356"/>
                </a:lnTo>
                <a:lnTo>
                  <a:pt x="211" y="356"/>
                </a:lnTo>
                <a:lnTo>
                  <a:pt x="211" y="357"/>
                </a:lnTo>
                <a:lnTo>
                  <a:pt x="210" y="356"/>
                </a:lnTo>
                <a:lnTo>
                  <a:pt x="210" y="357"/>
                </a:lnTo>
                <a:lnTo>
                  <a:pt x="209" y="357"/>
                </a:lnTo>
                <a:lnTo>
                  <a:pt x="208" y="356"/>
                </a:lnTo>
                <a:lnTo>
                  <a:pt x="207" y="356"/>
                </a:lnTo>
                <a:lnTo>
                  <a:pt x="207" y="357"/>
                </a:lnTo>
                <a:lnTo>
                  <a:pt x="207" y="356"/>
                </a:lnTo>
                <a:lnTo>
                  <a:pt x="206" y="356"/>
                </a:lnTo>
                <a:lnTo>
                  <a:pt x="206" y="355"/>
                </a:lnTo>
                <a:lnTo>
                  <a:pt x="205" y="355"/>
                </a:lnTo>
                <a:lnTo>
                  <a:pt x="206" y="355"/>
                </a:lnTo>
                <a:lnTo>
                  <a:pt x="206" y="354"/>
                </a:lnTo>
                <a:lnTo>
                  <a:pt x="205" y="353"/>
                </a:lnTo>
                <a:lnTo>
                  <a:pt x="206" y="352"/>
                </a:lnTo>
                <a:lnTo>
                  <a:pt x="207" y="352"/>
                </a:lnTo>
                <a:lnTo>
                  <a:pt x="208" y="352"/>
                </a:lnTo>
                <a:lnTo>
                  <a:pt x="208" y="351"/>
                </a:lnTo>
                <a:lnTo>
                  <a:pt x="209" y="351"/>
                </a:lnTo>
                <a:lnTo>
                  <a:pt x="209" y="350"/>
                </a:lnTo>
                <a:lnTo>
                  <a:pt x="210" y="350"/>
                </a:lnTo>
                <a:lnTo>
                  <a:pt x="210" y="349"/>
                </a:lnTo>
                <a:lnTo>
                  <a:pt x="209" y="349"/>
                </a:lnTo>
                <a:lnTo>
                  <a:pt x="210" y="348"/>
                </a:lnTo>
                <a:lnTo>
                  <a:pt x="209" y="348"/>
                </a:lnTo>
                <a:lnTo>
                  <a:pt x="209" y="347"/>
                </a:lnTo>
                <a:lnTo>
                  <a:pt x="207" y="347"/>
                </a:lnTo>
                <a:lnTo>
                  <a:pt x="206" y="347"/>
                </a:lnTo>
                <a:lnTo>
                  <a:pt x="206" y="346"/>
                </a:lnTo>
                <a:lnTo>
                  <a:pt x="205" y="346"/>
                </a:lnTo>
                <a:lnTo>
                  <a:pt x="206" y="345"/>
                </a:lnTo>
                <a:lnTo>
                  <a:pt x="205" y="345"/>
                </a:lnTo>
                <a:lnTo>
                  <a:pt x="205" y="344"/>
                </a:lnTo>
                <a:lnTo>
                  <a:pt x="204" y="344"/>
                </a:lnTo>
                <a:lnTo>
                  <a:pt x="203" y="345"/>
                </a:lnTo>
                <a:lnTo>
                  <a:pt x="202" y="344"/>
                </a:lnTo>
                <a:lnTo>
                  <a:pt x="202" y="345"/>
                </a:lnTo>
                <a:lnTo>
                  <a:pt x="201" y="345"/>
                </a:lnTo>
                <a:lnTo>
                  <a:pt x="201" y="346"/>
                </a:lnTo>
                <a:lnTo>
                  <a:pt x="200" y="346"/>
                </a:lnTo>
                <a:lnTo>
                  <a:pt x="199" y="346"/>
                </a:lnTo>
                <a:lnTo>
                  <a:pt x="198" y="346"/>
                </a:lnTo>
                <a:lnTo>
                  <a:pt x="198" y="347"/>
                </a:lnTo>
                <a:lnTo>
                  <a:pt x="197" y="347"/>
                </a:lnTo>
                <a:lnTo>
                  <a:pt x="196" y="347"/>
                </a:lnTo>
                <a:lnTo>
                  <a:pt x="197" y="347"/>
                </a:lnTo>
                <a:lnTo>
                  <a:pt x="196" y="347"/>
                </a:lnTo>
                <a:lnTo>
                  <a:pt x="196" y="346"/>
                </a:lnTo>
                <a:lnTo>
                  <a:pt x="195" y="347"/>
                </a:lnTo>
                <a:lnTo>
                  <a:pt x="195" y="346"/>
                </a:lnTo>
                <a:lnTo>
                  <a:pt x="194" y="346"/>
                </a:lnTo>
                <a:lnTo>
                  <a:pt x="195" y="345"/>
                </a:lnTo>
                <a:lnTo>
                  <a:pt x="196" y="345"/>
                </a:lnTo>
                <a:lnTo>
                  <a:pt x="196" y="344"/>
                </a:lnTo>
                <a:lnTo>
                  <a:pt x="197" y="344"/>
                </a:lnTo>
                <a:lnTo>
                  <a:pt x="196" y="344"/>
                </a:lnTo>
                <a:lnTo>
                  <a:pt x="196" y="343"/>
                </a:lnTo>
                <a:lnTo>
                  <a:pt x="195" y="343"/>
                </a:lnTo>
                <a:lnTo>
                  <a:pt x="195" y="344"/>
                </a:lnTo>
                <a:lnTo>
                  <a:pt x="194" y="344"/>
                </a:lnTo>
                <a:lnTo>
                  <a:pt x="193" y="344"/>
                </a:lnTo>
                <a:lnTo>
                  <a:pt x="193" y="343"/>
                </a:lnTo>
                <a:lnTo>
                  <a:pt x="192" y="343"/>
                </a:lnTo>
                <a:lnTo>
                  <a:pt x="192" y="342"/>
                </a:lnTo>
                <a:lnTo>
                  <a:pt x="191" y="342"/>
                </a:lnTo>
                <a:lnTo>
                  <a:pt x="191" y="341"/>
                </a:lnTo>
                <a:lnTo>
                  <a:pt x="192" y="340"/>
                </a:lnTo>
                <a:lnTo>
                  <a:pt x="192" y="339"/>
                </a:lnTo>
                <a:lnTo>
                  <a:pt x="193" y="337"/>
                </a:lnTo>
                <a:lnTo>
                  <a:pt x="193" y="336"/>
                </a:lnTo>
                <a:lnTo>
                  <a:pt x="192" y="336"/>
                </a:lnTo>
                <a:lnTo>
                  <a:pt x="190" y="335"/>
                </a:lnTo>
                <a:lnTo>
                  <a:pt x="190" y="334"/>
                </a:lnTo>
                <a:lnTo>
                  <a:pt x="189" y="334"/>
                </a:lnTo>
                <a:lnTo>
                  <a:pt x="189" y="333"/>
                </a:lnTo>
                <a:lnTo>
                  <a:pt x="190" y="333"/>
                </a:lnTo>
                <a:lnTo>
                  <a:pt x="191" y="332"/>
                </a:lnTo>
                <a:lnTo>
                  <a:pt x="190" y="331"/>
                </a:lnTo>
                <a:lnTo>
                  <a:pt x="189" y="331"/>
                </a:lnTo>
                <a:lnTo>
                  <a:pt x="188" y="332"/>
                </a:lnTo>
                <a:lnTo>
                  <a:pt x="188" y="331"/>
                </a:lnTo>
                <a:lnTo>
                  <a:pt x="187" y="331"/>
                </a:lnTo>
                <a:lnTo>
                  <a:pt x="187" y="330"/>
                </a:lnTo>
                <a:lnTo>
                  <a:pt x="186" y="330"/>
                </a:lnTo>
                <a:lnTo>
                  <a:pt x="186" y="331"/>
                </a:lnTo>
                <a:lnTo>
                  <a:pt x="185" y="331"/>
                </a:lnTo>
                <a:lnTo>
                  <a:pt x="184" y="330"/>
                </a:lnTo>
                <a:lnTo>
                  <a:pt x="184" y="329"/>
                </a:lnTo>
                <a:lnTo>
                  <a:pt x="183" y="328"/>
                </a:lnTo>
                <a:lnTo>
                  <a:pt x="182" y="329"/>
                </a:lnTo>
                <a:lnTo>
                  <a:pt x="181" y="329"/>
                </a:lnTo>
                <a:lnTo>
                  <a:pt x="181" y="328"/>
                </a:lnTo>
                <a:lnTo>
                  <a:pt x="182" y="328"/>
                </a:lnTo>
                <a:lnTo>
                  <a:pt x="181" y="328"/>
                </a:lnTo>
                <a:lnTo>
                  <a:pt x="181" y="327"/>
                </a:lnTo>
                <a:lnTo>
                  <a:pt x="180" y="327"/>
                </a:lnTo>
                <a:lnTo>
                  <a:pt x="180" y="326"/>
                </a:lnTo>
                <a:lnTo>
                  <a:pt x="181" y="326"/>
                </a:lnTo>
                <a:lnTo>
                  <a:pt x="181" y="325"/>
                </a:lnTo>
                <a:lnTo>
                  <a:pt x="181" y="324"/>
                </a:lnTo>
                <a:lnTo>
                  <a:pt x="181" y="323"/>
                </a:lnTo>
                <a:lnTo>
                  <a:pt x="182" y="323"/>
                </a:lnTo>
                <a:lnTo>
                  <a:pt x="182" y="322"/>
                </a:lnTo>
                <a:lnTo>
                  <a:pt x="181" y="322"/>
                </a:lnTo>
                <a:lnTo>
                  <a:pt x="181" y="321"/>
                </a:lnTo>
                <a:lnTo>
                  <a:pt x="182" y="322"/>
                </a:lnTo>
                <a:lnTo>
                  <a:pt x="182" y="321"/>
                </a:lnTo>
                <a:lnTo>
                  <a:pt x="183" y="321"/>
                </a:lnTo>
                <a:lnTo>
                  <a:pt x="182" y="321"/>
                </a:lnTo>
                <a:lnTo>
                  <a:pt x="183" y="321"/>
                </a:lnTo>
                <a:lnTo>
                  <a:pt x="183" y="320"/>
                </a:lnTo>
                <a:lnTo>
                  <a:pt x="182" y="319"/>
                </a:lnTo>
                <a:lnTo>
                  <a:pt x="182" y="318"/>
                </a:lnTo>
                <a:lnTo>
                  <a:pt x="183" y="318"/>
                </a:lnTo>
                <a:lnTo>
                  <a:pt x="184" y="318"/>
                </a:lnTo>
                <a:lnTo>
                  <a:pt x="184" y="317"/>
                </a:lnTo>
                <a:lnTo>
                  <a:pt x="183" y="317"/>
                </a:lnTo>
                <a:lnTo>
                  <a:pt x="182" y="317"/>
                </a:lnTo>
                <a:lnTo>
                  <a:pt x="182" y="316"/>
                </a:lnTo>
                <a:lnTo>
                  <a:pt x="182" y="315"/>
                </a:lnTo>
                <a:lnTo>
                  <a:pt x="183" y="315"/>
                </a:lnTo>
                <a:lnTo>
                  <a:pt x="183" y="314"/>
                </a:lnTo>
                <a:lnTo>
                  <a:pt x="182" y="314"/>
                </a:lnTo>
                <a:lnTo>
                  <a:pt x="183" y="313"/>
                </a:lnTo>
                <a:lnTo>
                  <a:pt x="183" y="312"/>
                </a:lnTo>
                <a:lnTo>
                  <a:pt x="184" y="311"/>
                </a:lnTo>
                <a:lnTo>
                  <a:pt x="185" y="311"/>
                </a:lnTo>
                <a:lnTo>
                  <a:pt x="186" y="311"/>
                </a:lnTo>
                <a:lnTo>
                  <a:pt x="187" y="311"/>
                </a:lnTo>
                <a:lnTo>
                  <a:pt x="187" y="310"/>
                </a:lnTo>
                <a:lnTo>
                  <a:pt x="188" y="310"/>
                </a:lnTo>
                <a:lnTo>
                  <a:pt x="189" y="310"/>
                </a:lnTo>
                <a:lnTo>
                  <a:pt x="189" y="309"/>
                </a:lnTo>
                <a:lnTo>
                  <a:pt x="190" y="309"/>
                </a:lnTo>
                <a:lnTo>
                  <a:pt x="190" y="308"/>
                </a:lnTo>
                <a:lnTo>
                  <a:pt x="191" y="308"/>
                </a:lnTo>
                <a:lnTo>
                  <a:pt x="191" y="307"/>
                </a:lnTo>
                <a:lnTo>
                  <a:pt x="192" y="307"/>
                </a:lnTo>
                <a:lnTo>
                  <a:pt x="193" y="307"/>
                </a:lnTo>
                <a:lnTo>
                  <a:pt x="192" y="307"/>
                </a:lnTo>
                <a:lnTo>
                  <a:pt x="192" y="306"/>
                </a:lnTo>
                <a:lnTo>
                  <a:pt x="192" y="305"/>
                </a:lnTo>
                <a:lnTo>
                  <a:pt x="193" y="305"/>
                </a:lnTo>
                <a:lnTo>
                  <a:pt x="193" y="304"/>
                </a:lnTo>
                <a:lnTo>
                  <a:pt x="192" y="303"/>
                </a:lnTo>
                <a:lnTo>
                  <a:pt x="192" y="302"/>
                </a:lnTo>
                <a:lnTo>
                  <a:pt x="192" y="301"/>
                </a:lnTo>
                <a:lnTo>
                  <a:pt x="193" y="301"/>
                </a:lnTo>
                <a:lnTo>
                  <a:pt x="193" y="300"/>
                </a:lnTo>
                <a:lnTo>
                  <a:pt x="194" y="300"/>
                </a:lnTo>
                <a:lnTo>
                  <a:pt x="195" y="300"/>
                </a:lnTo>
                <a:lnTo>
                  <a:pt x="196" y="300"/>
                </a:lnTo>
                <a:lnTo>
                  <a:pt x="197" y="300"/>
                </a:lnTo>
                <a:lnTo>
                  <a:pt x="197" y="299"/>
                </a:lnTo>
                <a:lnTo>
                  <a:pt x="198" y="299"/>
                </a:lnTo>
                <a:lnTo>
                  <a:pt x="199" y="299"/>
                </a:lnTo>
                <a:lnTo>
                  <a:pt x="198" y="299"/>
                </a:lnTo>
                <a:lnTo>
                  <a:pt x="199" y="298"/>
                </a:lnTo>
                <a:lnTo>
                  <a:pt x="199" y="299"/>
                </a:lnTo>
                <a:lnTo>
                  <a:pt x="200" y="299"/>
                </a:lnTo>
                <a:lnTo>
                  <a:pt x="201" y="299"/>
                </a:lnTo>
                <a:lnTo>
                  <a:pt x="201" y="300"/>
                </a:lnTo>
                <a:lnTo>
                  <a:pt x="201" y="299"/>
                </a:lnTo>
                <a:lnTo>
                  <a:pt x="202" y="299"/>
                </a:lnTo>
                <a:lnTo>
                  <a:pt x="203" y="299"/>
                </a:lnTo>
                <a:lnTo>
                  <a:pt x="204" y="299"/>
                </a:lnTo>
                <a:lnTo>
                  <a:pt x="205" y="299"/>
                </a:lnTo>
                <a:lnTo>
                  <a:pt x="205" y="298"/>
                </a:lnTo>
                <a:lnTo>
                  <a:pt x="206" y="298"/>
                </a:lnTo>
                <a:lnTo>
                  <a:pt x="206" y="297"/>
                </a:lnTo>
                <a:lnTo>
                  <a:pt x="207" y="297"/>
                </a:lnTo>
                <a:lnTo>
                  <a:pt x="207" y="296"/>
                </a:lnTo>
                <a:lnTo>
                  <a:pt x="208" y="296"/>
                </a:lnTo>
                <a:lnTo>
                  <a:pt x="208" y="295"/>
                </a:lnTo>
                <a:lnTo>
                  <a:pt x="208" y="294"/>
                </a:lnTo>
                <a:lnTo>
                  <a:pt x="208" y="293"/>
                </a:lnTo>
                <a:lnTo>
                  <a:pt x="207" y="293"/>
                </a:lnTo>
                <a:lnTo>
                  <a:pt x="207" y="292"/>
                </a:lnTo>
                <a:lnTo>
                  <a:pt x="207" y="291"/>
                </a:lnTo>
                <a:lnTo>
                  <a:pt x="208" y="291"/>
                </a:lnTo>
                <a:lnTo>
                  <a:pt x="208" y="290"/>
                </a:lnTo>
                <a:lnTo>
                  <a:pt x="208" y="289"/>
                </a:lnTo>
                <a:lnTo>
                  <a:pt x="207" y="289"/>
                </a:lnTo>
                <a:lnTo>
                  <a:pt x="207" y="288"/>
                </a:lnTo>
                <a:lnTo>
                  <a:pt x="208" y="288"/>
                </a:lnTo>
                <a:lnTo>
                  <a:pt x="208" y="287"/>
                </a:lnTo>
                <a:lnTo>
                  <a:pt x="209" y="287"/>
                </a:lnTo>
                <a:lnTo>
                  <a:pt x="209" y="286"/>
                </a:lnTo>
                <a:lnTo>
                  <a:pt x="210" y="286"/>
                </a:lnTo>
                <a:lnTo>
                  <a:pt x="211" y="286"/>
                </a:lnTo>
                <a:lnTo>
                  <a:pt x="211" y="285"/>
                </a:lnTo>
                <a:lnTo>
                  <a:pt x="210" y="285"/>
                </a:lnTo>
                <a:lnTo>
                  <a:pt x="210" y="284"/>
                </a:lnTo>
                <a:lnTo>
                  <a:pt x="210" y="283"/>
                </a:lnTo>
                <a:lnTo>
                  <a:pt x="210" y="282"/>
                </a:lnTo>
                <a:lnTo>
                  <a:pt x="211" y="282"/>
                </a:lnTo>
                <a:lnTo>
                  <a:pt x="211" y="281"/>
                </a:lnTo>
                <a:lnTo>
                  <a:pt x="210" y="280"/>
                </a:lnTo>
                <a:lnTo>
                  <a:pt x="210" y="281"/>
                </a:lnTo>
                <a:lnTo>
                  <a:pt x="210" y="280"/>
                </a:lnTo>
                <a:lnTo>
                  <a:pt x="209" y="280"/>
                </a:lnTo>
                <a:lnTo>
                  <a:pt x="209" y="279"/>
                </a:lnTo>
                <a:lnTo>
                  <a:pt x="209" y="278"/>
                </a:lnTo>
                <a:lnTo>
                  <a:pt x="210" y="277"/>
                </a:lnTo>
                <a:lnTo>
                  <a:pt x="209" y="276"/>
                </a:lnTo>
                <a:lnTo>
                  <a:pt x="210" y="274"/>
                </a:lnTo>
                <a:lnTo>
                  <a:pt x="210" y="273"/>
                </a:lnTo>
                <a:lnTo>
                  <a:pt x="210" y="272"/>
                </a:lnTo>
                <a:lnTo>
                  <a:pt x="210" y="271"/>
                </a:lnTo>
                <a:lnTo>
                  <a:pt x="209" y="271"/>
                </a:lnTo>
                <a:lnTo>
                  <a:pt x="208" y="271"/>
                </a:lnTo>
                <a:lnTo>
                  <a:pt x="208" y="272"/>
                </a:lnTo>
                <a:lnTo>
                  <a:pt x="208" y="271"/>
                </a:lnTo>
                <a:lnTo>
                  <a:pt x="207" y="271"/>
                </a:lnTo>
                <a:lnTo>
                  <a:pt x="206" y="271"/>
                </a:lnTo>
                <a:lnTo>
                  <a:pt x="205" y="271"/>
                </a:lnTo>
                <a:lnTo>
                  <a:pt x="204" y="272"/>
                </a:lnTo>
                <a:lnTo>
                  <a:pt x="203" y="271"/>
                </a:lnTo>
                <a:lnTo>
                  <a:pt x="201" y="271"/>
                </a:lnTo>
                <a:lnTo>
                  <a:pt x="201" y="270"/>
                </a:lnTo>
                <a:lnTo>
                  <a:pt x="201" y="268"/>
                </a:lnTo>
                <a:lnTo>
                  <a:pt x="202" y="268"/>
                </a:lnTo>
                <a:lnTo>
                  <a:pt x="203" y="268"/>
                </a:lnTo>
                <a:lnTo>
                  <a:pt x="203" y="267"/>
                </a:lnTo>
                <a:lnTo>
                  <a:pt x="203" y="266"/>
                </a:lnTo>
                <a:lnTo>
                  <a:pt x="202" y="266"/>
                </a:lnTo>
                <a:lnTo>
                  <a:pt x="202" y="265"/>
                </a:lnTo>
                <a:lnTo>
                  <a:pt x="202" y="264"/>
                </a:lnTo>
                <a:lnTo>
                  <a:pt x="201" y="264"/>
                </a:lnTo>
                <a:lnTo>
                  <a:pt x="200" y="263"/>
                </a:lnTo>
                <a:lnTo>
                  <a:pt x="199" y="263"/>
                </a:lnTo>
                <a:lnTo>
                  <a:pt x="198" y="262"/>
                </a:lnTo>
                <a:lnTo>
                  <a:pt x="199" y="260"/>
                </a:lnTo>
                <a:lnTo>
                  <a:pt x="200" y="259"/>
                </a:lnTo>
                <a:lnTo>
                  <a:pt x="201" y="259"/>
                </a:lnTo>
                <a:lnTo>
                  <a:pt x="202" y="258"/>
                </a:lnTo>
                <a:lnTo>
                  <a:pt x="203" y="259"/>
                </a:lnTo>
                <a:lnTo>
                  <a:pt x="204" y="259"/>
                </a:lnTo>
                <a:lnTo>
                  <a:pt x="204" y="260"/>
                </a:lnTo>
                <a:lnTo>
                  <a:pt x="205" y="260"/>
                </a:lnTo>
                <a:lnTo>
                  <a:pt x="206" y="259"/>
                </a:lnTo>
                <a:lnTo>
                  <a:pt x="207" y="258"/>
                </a:lnTo>
                <a:lnTo>
                  <a:pt x="208" y="259"/>
                </a:lnTo>
                <a:lnTo>
                  <a:pt x="209" y="259"/>
                </a:lnTo>
                <a:lnTo>
                  <a:pt x="210" y="259"/>
                </a:lnTo>
                <a:lnTo>
                  <a:pt x="210" y="260"/>
                </a:lnTo>
                <a:lnTo>
                  <a:pt x="211" y="260"/>
                </a:lnTo>
                <a:lnTo>
                  <a:pt x="211" y="259"/>
                </a:lnTo>
                <a:lnTo>
                  <a:pt x="211" y="258"/>
                </a:lnTo>
                <a:lnTo>
                  <a:pt x="210" y="258"/>
                </a:lnTo>
                <a:lnTo>
                  <a:pt x="211" y="258"/>
                </a:lnTo>
                <a:lnTo>
                  <a:pt x="212" y="257"/>
                </a:lnTo>
                <a:lnTo>
                  <a:pt x="213" y="258"/>
                </a:lnTo>
                <a:lnTo>
                  <a:pt x="213" y="259"/>
                </a:lnTo>
                <a:lnTo>
                  <a:pt x="214" y="259"/>
                </a:lnTo>
                <a:lnTo>
                  <a:pt x="215" y="259"/>
                </a:lnTo>
                <a:lnTo>
                  <a:pt x="216" y="258"/>
                </a:lnTo>
                <a:lnTo>
                  <a:pt x="215" y="258"/>
                </a:lnTo>
                <a:lnTo>
                  <a:pt x="216" y="258"/>
                </a:lnTo>
                <a:lnTo>
                  <a:pt x="217" y="258"/>
                </a:lnTo>
                <a:lnTo>
                  <a:pt x="217" y="259"/>
                </a:lnTo>
                <a:lnTo>
                  <a:pt x="218" y="260"/>
                </a:lnTo>
                <a:lnTo>
                  <a:pt x="219" y="260"/>
                </a:lnTo>
                <a:lnTo>
                  <a:pt x="220" y="260"/>
                </a:lnTo>
                <a:lnTo>
                  <a:pt x="220" y="259"/>
                </a:lnTo>
                <a:lnTo>
                  <a:pt x="221" y="258"/>
                </a:lnTo>
                <a:lnTo>
                  <a:pt x="222" y="258"/>
                </a:lnTo>
                <a:lnTo>
                  <a:pt x="222" y="259"/>
                </a:lnTo>
                <a:lnTo>
                  <a:pt x="221" y="259"/>
                </a:lnTo>
                <a:lnTo>
                  <a:pt x="221" y="260"/>
                </a:lnTo>
                <a:lnTo>
                  <a:pt x="222" y="261"/>
                </a:lnTo>
                <a:lnTo>
                  <a:pt x="224" y="262"/>
                </a:lnTo>
                <a:lnTo>
                  <a:pt x="225" y="261"/>
                </a:lnTo>
                <a:lnTo>
                  <a:pt x="226" y="260"/>
                </a:lnTo>
                <a:lnTo>
                  <a:pt x="227" y="260"/>
                </a:lnTo>
                <a:lnTo>
                  <a:pt x="227" y="259"/>
                </a:lnTo>
                <a:lnTo>
                  <a:pt x="228" y="260"/>
                </a:lnTo>
                <a:lnTo>
                  <a:pt x="229" y="260"/>
                </a:lnTo>
                <a:lnTo>
                  <a:pt x="228" y="261"/>
                </a:lnTo>
                <a:lnTo>
                  <a:pt x="228" y="262"/>
                </a:lnTo>
                <a:lnTo>
                  <a:pt x="228" y="263"/>
                </a:lnTo>
                <a:lnTo>
                  <a:pt x="227" y="263"/>
                </a:lnTo>
                <a:lnTo>
                  <a:pt x="228" y="263"/>
                </a:lnTo>
                <a:lnTo>
                  <a:pt x="229" y="263"/>
                </a:lnTo>
                <a:lnTo>
                  <a:pt x="230" y="263"/>
                </a:lnTo>
                <a:lnTo>
                  <a:pt x="230" y="262"/>
                </a:lnTo>
                <a:lnTo>
                  <a:pt x="232" y="263"/>
                </a:lnTo>
                <a:lnTo>
                  <a:pt x="233" y="264"/>
                </a:lnTo>
                <a:lnTo>
                  <a:pt x="235" y="266"/>
                </a:lnTo>
                <a:lnTo>
                  <a:pt x="235" y="267"/>
                </a:lnTo>
                <a:lnTo>
                  <a:pt x="235" y="268"/>
                </a:lnTo>
                <a:lnTo>
                  <a:pt x="236" y="268"/>
                </a:lnTo>
                <a:lnTo>
                  <a:pt x="237" y="268"/>
                </a:lnTo>
                <a:lnTo>
                  <a:pt x="239" y="267"/>
                </a:lnTo>
                <a:lnTo>
                  <a:pt x="240" y="267"/>
                </a:lnTo>
                <a:lnTo>
                  <a:pt x="241" y="267"/>
                </a:lnTo>
                <a:lnTo>
                  <a:pt x="241" y="268"/>
                </a:lnTo>
                <a:lnTo>
                  <a:pt x="242" y="269"/>
                </a:lnTo>
                <a:lnTo>
                  <a:pt x="242" y="270"/>
                </a:lnTo>
                <a:lnTo>
                  <a:pt x="243" y="270"/>
                </a:lnTo>
                <a:lnTo>
                  <a:pt x="244" y="271"/>
                </a:lnTo>
                <a:lnTo>
                  <a:pt x="244" y="272"/>
                </a:lnTo>
                <a:lnTo>
                  <a:pt x="243" y="272"/>
                </a:lnTo>
                <a:lnTo>
                  <a:pt x="244" y="272"/>
                </a:lnTo>
                <a:lnTo>
                  <a:pt x="244" y="273"/>
                </a:lnTo>
                <a:lnTo>
                  <a:pt x="245" y="274"/>
                </a:lnTo>
                <a:lnTo>
                  <a:pt x="246" y="273"/>
                </a:lnTo>
                <a:lnTo>
                  <a:pt x="246" y="272"/>
                </a:lnTo>
                <a:lnTo>
                  <a:pt x="246" y="271"/>
                </a:lnTo>
                <a:lnTo>
                  <a:pt x="247" y="271"/>
                </a:lnTo>
                <a:lnTo>
                  <a:pt x="248" y="271"/>
                </a:lnTo>
                <a:lnTo>
                  <a:pt x="249" y="269"/>
                </a:lnTo>
                <a:lnTo>
                  <a:pt x="250" y="269"/>
                </a:lnTo>
                <a:lnTo>
                  <a:pt x="251" y="269"/>
                </a:lnTo>
                <a:lnTo>
                  <a:pt x="251" y="268"/>
                </a:lnTo>
                <a:lnTo>
                  <a:pt x="251" y="267"/>
                </a:lnTo>
                <a:lnTo>
                  <a:pt x="251" y="266"/>
                </a:lnTo>
                <a:lnTo>
                  <a:pt x="251" y="265"/>
                </a:lnTo>
                <a:lnTo>
                  <a:pt x="252" y="265"/>
                </a:lnTo>
                <a:lnTo>
                  <a:pt x="253" y="265"/>
                </a:lnTo>
                <a:lnTo>
                  <a:pt x="252" y="264"/>
                </a:lnTo>
                <a:lnTo>
                  <a:pt x="252" y="263"/>
                </a:lnTo>
                <a:lnTo>
                  <a:pt x="251" y="263"/>
                </a:lnTo>
                <a:lnTo>
                  <a:pt x="252" y="262"/>
                </a:lnTo>
                <a:lnTo>
                  <a:pt x="253" y="261"/>
                </a:lnTo>
                <a:lnTo>
                  <a:pt x="254" y="260"/>
                </a:lnTo>
                <a:lnTo>
                  <a:pt x="253" y="260"/>
                </a:lnTo>
                <a:lnTo>
                  <a:pt x="253" y="259"/>
                </a:lnTo>
                <a:lnTo>
                  <a:pt x="254" y="259"/>
                </a:lnTo>
                <a:lnTo>
                  <a:pt x="254" y="258"/>
                </a:lnTo>
                <a:lnTo>
                  <a:pt x="255" y="258"/>
                </a:lnTo>
                <a:lnTo>
                  <a:pt x="255" y="259"/>
                </a:lnTo>
                <a:lnTo>
                  <a:pt x="255" y="260"/>
                </a:lnTo>
                <a:lnTo>
                  <a:pt x="257" y="262"/>
                </a:lnTo>
                <a:lnTo>
                  <a:pt x="258" y="261"/>
                </a:lnTo>
                <a:lnTo>
                  <a:pt x="258" y="260"/>
                </a:lnTo>
                <a:lnTo>
                  <a:pt x="257" y="260"/>
                </a:lnTo>
                <a:lnTo>
                  <a:pt x="257" y="259"/>
                </a:lnTo>
                <a:lnTo>
                  <a:pt x="258" y="258"/>
                </a:lnTo>
                <a:lnTo>
                  <a:pt x="258" y="257"/>
                </a:lnTo>
                <a:lnTo>
                  <a:pt x="257" y="257"/>
                </a:lnTo>
                <a:lnTo>
                  <a:pt x="256" y="257"/>
                </a:lnTo>
                <a:lnTo>
                  <a:pt x="256" y="256"/>
                </a:lnTo>
                <a:lnTo>
                  <a:pt x="257" y="256"/>
                </a:lnTo>
                <a:lnTo>
                  <a:pt x="257" y="255"/>
                </a:lnTo>
                <a:lnTo>
                  <a:pt x="256" y="254"/>
                </a:lnTo>
                <a:lnTo>
                  <a:pt x="256" y="251"/>
                </a:lnTo>
                <a:lnTo>
                  <a:pt x="257" y="251"/>
                </a:lnTo>
                <a:lnTo>
                  <a:pt x="257" y="245"/>
                </a:lnTo>
                <a:lnTo>
                  <a:pt x="256" y="244"/>
                </a:lnTo>
                <a:lnTo>
                  <a:pt x="256" y="243"/>
                </a:lnTo>
                <a:lnTo>
                  <a:pt x="256" y="242"/>
                </a:lnTo>
                <a:lnTo>
                  <a:pt x="255" y="240"/>
                </a:lnTo>
                <a:lnTo>
                  <a:pt x="255" y="239"/>
                </a:lnTo>
                <a:lnTo>
                  <a:pt x="255" y="238"/>
                </a:lnTo>
                <a:lnTo>
                  <a:pt x="255" y="237"/>
                </a:lnTo>
                <a:lnTo>
                  <a:pt x="255" y="236"/>
                </a:lnTo>
                <a:lnTo>
                  <a:pt x="254" y="236"/>
                </a:lnTo>
                <a:lnTo>
                  <a:pt x="254" y="235"/>
                </a:lnTo>
                <a:lnTo>
                  <a:pt x="249" y="235"/>
                </a:lnTo>
                <a:lnTo>
                  <a:pt x="248" y="235"/>
                </a:lnTo>
                <a:lnTo>
                  <a:pt x="247" y="235"/>
                </a:lnTo>
                <a:lnTo>
                  <a:pt x="246" y="234"/>
                </a:lnTo>
                <a:lnTo>
                  <a:pt x="246" y="233"/>
                </a:lnTo>
                <a:lnTo>
                  <a:pt x="245" y="233"/>
                </a:lnTo>
                <a:lnTo>
                  <a:pt x="245" y="232"/>
                </a:lnTo>
                <a:lnTo>
                  <a:pt x="244" y="232"/>
                </a:lnTo>
                <a:lnTo>
                  <a:pt x="244" y="231"/>
                </a:lnTo>
                <a:lnTo>
                  <a:pt x="243" y="231"/>
                </a:lnTo>
                <a:lnTo>
                  <a:pt x="242" y="231"/>
                </a:lnTo>
                <a:lnTo>
                  <a:pt x="242" y="229"/>
                </a:lnTo>
                <a:lnTo>
                  <a:pt x="242" y="228"/>
                </a:lnTo>
                <a:lnTo>
                  <a:pt x="242" y="226"/>
                </a:lnTo>
                <a:lnTo>
                  <a:pt x="241" y="227"/>
                </a:lnTo>
                <a:lnTo>
                  <a:pt x="240" y="227"/>
                </a:lnTo>
                <a:lnTo>
                  <a:pt x="239" y="227"/>
                </a:lnTo>
                <a:lnTo>
                  <a:pt x="239" y="225"/>
                </a:lnTo>
                <a:lnTo>
                  <a:pt x="240" y="225"/>
                </a:lnTo>
                <a:lnTo>
                  <a:pt x="240" y="223"/>
                </a:lnTo>
                <a:lnTo>
                  <a:pt x="240" y="222"/>
                </a:lnTo>
                <a:lnTo>
                  <a:pt x="238" y="221"/>
                </a:lnTo>
                <a:lnTo>
                  <a:pt x="237" y="221"/>
                </a:lnTo>
                <a:lnTo>
                  <a:pt x="237" y="222"/>
                </a:lnTo>
                <a:lnTo>
                  <a:pt x="236" y="222"/>
                </a:lnTo>
                <a:lnTo>
                  <a:pt x="235" y="222"/>
                </a:lnTo>
                <a:lnTo>
                  <a:pt x="235" y="223"/>
                </a:lnTo>
                <a:lnTo>
                  <a:pt x="234" y="223"/>
                </a:lnTo>
                <a:lnTo>
                  <a:pt x="233" y="223"/>
                </a:lnTo>
                <a:lnTo>
                  <a:pt x="232" y="223"/>
                </a:lnTo>
                <a:lnTo>
                  <a:pt x="232" y="224"/>
                </a:lnTo>
                <a:lnTo>
                  <a:pt x="231" y="224"/>
                </a:lnTo>
                <a:lnTo>
                  <a:pt x="229" y="223"/>
                </a:lnTo>
                <a:lnTo>
                  <a:pt x="228" y="224"/>
                </a:lnTo>
                <a:lnTo>
                  <a:pt x="228" y="223"/>
                </a:lnTo>
                <a:lnTo>
                  <a:pt x="228" y="222"/>
                </a:lnTo>
                <a:lnTo>
                  <a:pt x="228" y="221"/>
                </a:lnTo>
                <a:lnTo>
                  <a:pt x="226" y="221"/>
                </a:lnTo>
                <a:lnTo>
                  <a:pt x="224" y="222"/>
                </a:lnTo>
                <a:lnTo>
                  <a:pt x="223" y="223"/>
                </a:lnTo>
                <a:lnTo>
                  <a:pt x="224" y="224"/>
                </a:lnTo>
                <a:lnTo>
                  <a:pt x="224" y="225"/>
                </a:lnTo>
                <a:lnTo>
                  <a:pt x="223" y="226"/>
                </a:lnTo>
                <a:lnTo>
                  <a:pt x="222" y="226"/>
                </a:lnTo>
                <a:lnTo>
                  <a:pt x="222" y="225"/>
                </a:lnTo>
                <a:lnTo>
                  <a:pt x="221" y="225"/>
                </a:lnTo>
                <a:lnTo>
                  <a:pt x="221" y="226"/>
                </a:lnTo>
                <a:lnTo>
                  <a:pt x="220" y="226"/>
                </a:lnTo>
                <a:lnTo>
                  <a:pt x="220" y="227"/>
                </a:lnTo>
                <a:lnTo>
                  <a:pt x="221" y="228"/>
                </a:lnTo>
                <a:lnTo>
                  <a:pt x="221" y="229"/>
                </a:lnTo>
                <a:lnTo>
                  <a:pt x="221" y="230"/>
                </a:lnTo>
                <a:lnTo>
                  <a:pt x="221" y="232"/>
                </a:lnTo>
                <a:lnTo>
                  <a:pt x="220" y="232"/>
                </a:lnTo>
                <a:lnTo>
                  <a:pt x="219" y="232"/>
                </a:lnTo>
                <a:lnTo>
                  <a:pt x="219" y="233"/>
                </a:lnTo>
                <a:lnTo>
                  <a:pt x="218" y="233"/>
                </a:lnTo>
                <a:lnTo>
                  <a:pt x="217" y="233"/>
                </a:lnTo>
                <a:lnTo>
                  <a:pt x="217" y="232"/>
                </a:lnTo>
                <a:lnTo>
                  <a:pt x="217" y="233"/>
                </a:lnTo>
                <a:lnTo>
                  <a:pt x="216" y="232"/>
                </a:lnTo>
                <a:lnTo>
                  <a:pt x="215" y="232"/>
                </a:lnTo>
                <a:lnTo>
                  <a:pt x="214" y="232"/>
                </a:lnTo>
                <a:lnTo>
                  <a:pt x="214" y="233"/>
                </a:lnTo>
                <a:lnTo>
                  <a:pt x="214" y="235"/>
                </a:lnTo>
                <a:lnTo>
                  <a:pt x="215" y="236"/>
                </a:lnTo>
                <a:lnTo>
                  <a:pt x="215" y="237"/>
                </a:lnTo>
                <a:lnTo>
                  <a:pt x="215" y="238"/>
                </a:lnTo>
                <a:lnTo>
                  <a:pt x="214" y="238"/>
                </a:lnTo>
                <a:lnTo>
                  <a:pt x="214" y="239"/>
                </a:lnTo>
                <a:lnTo>
                  <a:pt x="214" y="240"/>
                </a:lnTo>
                <a:lnTo>
                  <a:pt x="214" y="241"/>
                </a:lnTo>
                <a:lnTo>
                  <a:pt x="214" y="242"/>
                </a:lnTo>
                <a:lnTo>
                  <a:pt x="215" y="242"/>
                </a:lnTo>
                <a:lnTo>
                  <a:pt x="216" y="243"/>
                </a:lnTo>
                <a:lnTo>
                  <a:pt x="216" y="244"/>
                </a:lnTo>
                <a:lnTo>
                  <a:pt x="215" y="244"/>
                </a:lnTo>
                <a:lnTo>
                  <a:pt x="214" y="245"/>
                </a:lnTo>
                <a:lnTo>
                  <a:pt x="213" y="245"/>
                </a:lnTo>
                <a:lnTo>
                  <a:pt x="211" y="246"/>
                </a:lnTo>
                <a:lnTo>
                  <a:pt x="208" y="245"/>
                </a:lnTo>
                <a:lnTo>
                  <a:pt x="207" y="244"/>
                </a:lnTo>
                <a:lnTo>
                  <a:pt x="206" y="244"/>
                </a:lnTo>
                <a:lnTo>
                  <a:pt x="205" y="243"/>
                </a:lnTo>
                <a:lnTo>
                  <a:pt x="204" y="244"/>
                </a:lnTo>
                <a:lnTo>
                  <a:pt x="203" y="244"/>
                </a:lnTo>
                <a:lnTo>
                  <a:pt x="203" y="245"/>
                </a:lnTo>
                <a:lnTo>
                  <a:pt x="202" y="245"/>
                </a:lnTo>
                <a:lnTo>
                  <a:pt x="200" y="246"/>
                </a:lnTo>
                <a:lnTo>
                  <a:pt x="199" y="245"/>
                </a:lnTo>
                <a:lnTo>
                  <a:pt x="198" y="245"/>
                </a:lnTo>
                <a:lnTo>
                  <a:pt x="197" y="245"/>
                </a:lnTo>
                <a:lnTo>
                  <a:pt x="196" y="245"/>
                </a:lnTo>
                <a:lnTo>
                  <a:pt x="195" y="245"/>
                </a:lnTo>
                <a:lnTo>
                  <a:pt x="194" y="246"/>
                </a:lnTo>
                <a:lnTo>
                  <a:pt x="193" y="246"/>
                </a:lnTo>
                <a:lnTo>
                  <a:pt x="191" y="246"/>
                </a:lnTo>
                <a:lnTo>
                  <a:pt x="190" y="246"/>
                </a:lnTo>
                <a:lnTo>
                  <a:pt x="189" y="246"/>
                </a:lnTo>
                <a:lnTo>
                  <a:pt x="189" y="245"/>
                </a:lnTo>
                <a:lnTo>
                  <a:pt x="188" y="245"/>
                </a:lnTo>
                <a:lnTo>
                  <a:pt x="188" y="244"/>
                </a:lnTo>
                <a:lnTo>
                  <a:pt x="187" y="244"/>
                </a:lnTo>
                <a:lnTo>
                  <a:pt x="187" y="245"/>
                </a:lnTo>
                <a:lnTo>
                  <a:pt x="186" y="246"/>
                </a:lnTo>
                <a:lnTo>
                  <a:pt x="185" y="246"/>
                </a:lnTo>
                <a:lnTo>
                  <a:pt x="184" y="246"/>
                </a:lnTo>
                <a:lnTo>
                  <a:pt x="183" y="246"/>
                </a:lnTo>
                <a:lnTo>
                  <a:pt x="182" y="246"/>
                </a:lnTo>
                <a:lnTo>
                  <a:pt x="181" y="246"/>
                </a:lnTo>
                <a:lnTo>
                  <a:pt x="181" y="245"/>
                </a:lnTo>
                <a:lnTo>
                  <a:pt x="180" y="245"/>
                </a:lnTo>
                <a:lnTo>
                  <a:pt x="181" y="244"/>
                </a:lnTo>
                <a:lnTo>
                  <a:pt x="181" y="243"/>
                </a:lnTo>
                <a:lnTo>
                  <a:pt x="181" y="242"/>
                </a:lnTo>
                <a:lnTo>
                  <a:pt x="180" y="241"/>
                </a:lnTo>
                <a:lnTo>
                  <a:pt x="179" y="240"/>
                </a:lnTo>
                <a:lnTo>
                  <a:pt x="178" y="240"/>
                </a:lnTo>
                <a:lnTo>
                  <a:pt x="178" y="241"/>
                </a:lnTo>
                <a:lnTo>
                  <a:pt x="178" y="242"/>
                </a:lnTo>
                <a:lnTo>
                  <a:pt x="177" y="242"/>
                </a:lnTo>
                <a:lnTo>
                  <a:pt x="177" y="241"/>
                </a:lnTo>
                <a:lnTo>
                  <a:pt x="177" y="240"/>
                </a:lnTo>
                <a:lnTo>
                  <a:pt x="176" y="240"/>
                </a:lnTo>
                <a:lnTo>
                  <a:pt x="175" y="240"/>
                </a:lnTo>
                <a:lnTo>
                  <a:pt x="174" y="238"/>
                </a:lnTo>
                <a:lnTo>
                  <a:pt x="175" y="238"/>
                </a:lnTo>
                <a:lnTo>
                  <a:pt x="175" y="237"/>
                </a:lnTo>
                <a:lnTo>
                  <a:pt x="175" y="236"/>
                </a:lnTo>
                <a:lnTo>
                  <a:pt x="175" y="235"/>
                </a:lnTo>
                <a:lnTo>
                  <a:pt x="174" y="233"/>
                </a:lnTo>
                <a:lnTo>
                  <a:pt x="173" y="232"/>
                </a:lnTo>
                <a:lnTo>
                  <a:pt x="171" y="232"/>
                </a:lnTo>
                <a:lnTo>
                  <a:pt x="171" y="233"/>
                </a:lnTo>
                <a:lnTo>
                  <a:pt x="170" y="233"/>
                </a:lnTo>
                <a:lnTo>
                  <a:pt x="170" y="232"/>
                </a:lnTo>
                <a:lnTo>
                  <a:pt x="170" y="231"/>
                </a:lnTo>
                <a:lnTo>
                  <a:pt x="170" y="230"/>
                </a:lnTo>
                <a:lnTo>
                  <a:pt x="169" y="230"/>
                </a:lnTo>
                <a:lnTo>
                  <a:pt x="169" y="229"/>
                </a:lnTo>
                <a:lnTo>
                  <a:pt x="169" y="228"/>
                </a:lnTo>
                <a:lnTo>
                  <a:pt x="169" y="227"/>
                </a:lnTo>
                <a:lnTo>
                  <a:pt x="168" y="225"/>
                </a:lnTo>
                <a:lnTo>
                  <a:pt x="169" y="225"/>
                </a:lnTo>
                <a:lnTo>
                  <a:pt x="169" y="224"/>
                </a:lnTo>
                <a:lnTo>
                  <a:pt x="170" y="224"/>
                </a:lnTo>
                <a:lnTo>
                  <a:pt x="171" y="223"/>
                </a:lnTo>
                <a:lnTo>
                  <a:pt x="172" y="223"/>
                </a:lnTo>
                <a:lnTo>
                  <a:pt x="173" y="223"/>
                </a:lnTo>
                <a:lnTo>
                  <a:pt x="174" y="223"/>
                </a:lnTo>
                <a:lnTo>
                  <a:pt x="175" y="222"/>
                </a:lnTo>
                <a:lnTo>
                  <a:pt x="175" y="221"/>
                </a:lnTo>
                <a:lnTo>
                  <a:pt x="175" y="220"/>
                </a:lnTo>
                <a:lnTo>
                  <a:pt x="172" y="220"/>
                </a:lnTo>
                <a:lnTo>
                  <a:pt x="171" y="220"/>
                </a:lnTo>
                <a:lnTo>
                  <a:pt x="170" y="219"/>
                </a:lnTo>
                <a:lnTo>
                  <a:pt x="170" y="218"/>
                </a:lnTo>
                <a:lnTo>
                  <a:pt x="170" y="217"/>
                </a:lnTo>
                <a:lnTo>
                  <a:pt x="169" y="217"/>
                </a:lnTo>
                <a:lnTo>
                  <a:pt x="170" y="215"/>
                </a:lnTo>
                <a:lnTo>
                  <a:pt x="169" y="215"/>
                </a:lnTo>
                <a:lnTo>
                  <a:pt x="169" y="214"/>
                </a:lnTo>
                <a:lnTo>
                  <a:pt x="169" y="213"/>
                </a:lnTo>
                <a:lnTo>
                  <a:pt x="169" y="212"/>
                </a:lnTo>
                <a:lnTo>
                  <a:pt x="168" y="211"/>
                </a:lnTo>
                <a:lnTo>
                  <a:pt x="167" y="211"/>
                </a:lnTo>
                <a:lnTo>
                  <a:pt x="166" y="211"/>
                </a:lnTo>
                <a:lnTo>
                  <a:pt x="167" y="211"/>
                </a:lnTo>
                <a:lnTo>
                  <a:pt x="167" y="210"/>
                </a:lnTo>
                <a:lnTo>
                  <a:pt x="168" y="210"/>
                </a:lnTo>
                <a:lnTo>
                  <a:pt x="168" y="209"/>
                </a:lnTo>
                <a:lnTo>
                  <a:pt x="167" y="209"/>
                </a:lnTo>
                <a:lnTo>
                  <a:pt x="166" y="208"/>
                </a:lnTo>
                <a:lnTo>
                  <a:pt x="167" y="208"/>
                </a:lnTo>
                <a:lnTo>
                  <a:pt x="168" y="208"/>
                </a:lnTo>
                <a:lnTo>
                  <a:pt x="168" y="207"/>
                </a:lnTo>
                <a:lnTo>
                  <a:pt x="167" y="207"/>
                </a:lnTo>
                <a:lnTo>
                  <a:pt x="166" y="207"/>
                </a:lnTo>
                <a:lnTo>
                  <a:pt x="166" y="206"/>
                </a:lnTo>
                <a:lnTo>
                  <a:pt x="167" y="206"/>
                </a:lnTo>
                <a:lnTo>
                  <a:pt x="167" y="204"/>
                </a:lnTo>
                <a:lnTo>
                  <a:pt x="168" y="203"/>
                </a:lnTo>
                <a:lnTo>
                  <a:pt x="168" y="201"/>
                </a:lnTo>
                <a:lnTo>
                  <a:pt x="167" y="201"/>
                </a:lnTo>
                <a:lnTo>
                  <a:pt x="168" y="201"/>
                </a:lnTo>
                <a:lnTo>
                  <a:pt x="168" y="199"/>
                </a:lnTo>
                <a:lnTo>
                  <a:pt x="167" y="199"/>
                </a:lnTo>
                <a:lnTo>
                  <a:pt x="167" y="198"/>
                </a:lnTo>
                <a:lnTo>
                  <a:pt x="167" y="197"/>
                </a:lnTo>
                <a:lnTo>
                  <a:pt x="166" y="197"/>
                </a:lnTo>
                <a:lnTo>
                  <a:pt x="166" y="196"/>
                </a:lnTo>
                <a:lnTo>
                  <a:pt x="165" y="196"/>
                </a:lnTo>
                <a:lnTo>
                  <a:pt x="164" y="195"/>
                </a:lnTo>
                <a:lnTo>
                  <a:pt x="163" y="195"/>
                </a:lnTo>
                <a:lnTo>
                  <a:pt x="163" y="196"/>
                </a:lnTo>
                <a:lnTo>
                  <a:pt x="162" y="196"/>
                </a:lnTo>
                <a:lnTo>
                  <a:pt x="162" y="197"/>
                </a:lnTo>
                <a:lnTo>
                  <a:pt x="162" y="198"/>
                </a:lnTo>
                <a:lnTo>
                  <a:pt x="162" y="199"/>
                </a:lnTo>
                <a:lnTo>
                  <a:pt x="161" y="200"/>
                </a:lnTo>
                <a:lnTo>
                  <a:pt x="160" y="200"/>
                </a:lnTo>
                <a:lnTo>
                  <a:pt x="159" y="201"/>
                </a:lnTo>
                <a:lnTo>
                  <a:pt x="158" y="201"/>
                </a:lnTo>
                <a:lnTo>
                  <a:pt x="157" y="202"/>
                </a:lnTo>
                <a:lnTo>
                  <a:pt x="156" y="202"/>
                </a:lnTo>
                <a:lnTo>
                  <a:pt x="155" y="202"/>
                </a:lnTo>
                <a:lnTo>
                  <a:pt x="155" y="203"/>
                </a:lnTo>
                <a:lnTo>
                  <a:pt x="154" y="203"/>
                </a:lnTo>
                <a:lnTo>
                  <a:pt x="153" y="203"/>
                </a:lnTo>
                <a:lnTo>
                  <a:pt x="153" y="202"/>
                </a:lnTo>
                <a:lnTo>
                  <a:pt x="152" y="202"/>
                </a:lnTo>
                <a:lnTo>
                  <a:pt x="151" y="202"/>
                </a:lnTo>
                <a:lnTo>
                  <a:pt x="151" y="203"/>
                </a:lnTo>
                <a:lnTo>
                  <a:pt x="151" y="204"/>
                </a:lnTo>
                <a:lnTo>
                  <a:pt x="151" y="203"/>
                </a:lnTo>
                <a:lnTo>
                  <a:pt x="151" y="202"/>
                </a:lnTo>
                <a:lnTo>
                  <a:pt x="150" y="202"/>
                </a:lnTo>
                <a:lnTo>
                  <a:pt x="150" y="201"/>
                </a:lnTo>
                <a:lnTo>
                  <a:pt x="149" y="200"/>
                </a:lnTo>
                <a:lnTo>
                  <a:pt x="148" y="200"/>
                </a:lnTo>
                <a:lnTo>
                  <a:pt x="148" y="199"/>
                </a:lnTo>
                <a:lnTo>
                  <a:pt x="147" y="199"/>
                </a:lnTo>
                <a:lnTo>
                  <a:pt x="146" y="197"/>
                </a:lnTo>
                <a:lnTo>
                  <a:pt x="146" y="196"/>
                </a:lnTo>
                <a:lnTo>
                  <a:pt x="146" y="195"/>
                </a:lnTo>
                <a:lnTo>
                  <a:pt x="146" y="194"/>
                </a:lnTo>
                <a:lnTo>
                  <a:pt x="145" y="194"/>
                </a:lnTo>
                <a:lnTo>
                  <a:pt x="144" y="194"/>
                </a:lnTo>
                <a:lnTo>
                  <a:pt x="144" y="195"/>
                </a:lnTo>
                <a:lnTo>
                  <a:pt x="143" y="195"/>
                </a:lnTo>
                <a:lnTo>
                  <a:pt x="143" y="194"/>
                </a:lnTo>
                <a:lnTo>
                  <a:pt x="142" y="194"/>
                </a:lnTo>
                <a:lnTo>
                  <a:pt x="142" y="193"/>
                </a:lnTo>
                <a:lnTo>
                  <a:pt x="143" y="193"/>
                </a:lnTo>
                <a:lnTo>
                  <a:pt x="143" y="192"/>
                </a:lnTo>
                <a:lnTo>
                  <a:pt x="143" y="191"/>
                </a:lnTo>
                <a:lnTo>
                  <a:pt x="143" y="190"/>
                </a:lnTo>
                <a:lnTo>
                  <a:pt x="144" y="189"/>
                </a:lnTo>
                <a:lnTo>
                  <a:pt x="145" y="189"/>
                </a:lnTo>
                <a:lnTo>
                  <a:pt x="145" y="188"/>
                </a:lnTo>
                <a:lnTo>
                  <a:pt x="146" y="187"/>
                </a:lnTo>
                <a:lnTo>
                  <a:pt x="146" y="186"/>
                </a:lnTo>
                <a:lnTo>
                  <a:pt x="146" y="185"/>
                </a:lnTo>
                <a:lnTo>
                  <a:pt x="147" y="184"/>
                </a:lnTo>
                <a:lnTo>
                  <a:pt x="147" y="183"/>
                </a:lnTo>
                <a:lnTo>
                  <a:pt x="145" y="183"/>
                </a:lnTo>
                <a:lnTo>
                  <a:pt x="145" y="182"/>
                </a:lnTo>
                <a:lnTo>
                  <a:pt x="146" y="182"/>
                </a:lnTo>
                <a:lnTo>
                  <a:pt x="147" y="182"/>
                </a:lnTo>
                <a:lnTo>
                  <a:pt x="149" y="181"/>
                </a:lnTo>
                <a:lnTo>
                  <a:pt x="150" y="180"/>
                </a:lnTo>
                <a:lnTo>
                  <a:pt x="150" y="179"/>
                </a:lnTo>
                <a:lnTo>
                  <a:pt x="150" y="178"/>
                </a:lnTo>
                <a:lnTo>
                  <a:pt x="150" y="177"/>
                </a:lnTo>
                <a:lnTo>
                  <a:pt x="149" y="177"/>
                </a:lnTo>
                <a:lnTo>
                  <a:pt x="149" y="176"/>
                </a:lnTo>
                <a:lnTo>
                  <a:pt x="149" y="175"/>
                </a:lnTo>
                <a:lnTo>
                  <a:pt x="149" y="174"/>
                </a:lnTo>
                <a:lnTo>
                  <a:pt x="150" y="174"/>
                </a:lnTo>
                <a:lnTo>
                  <a:pt x="150" y="173"/>
                </a:lnTo>
                <a:lnTo>
                  <a:pt x="150" y="172"/>
                </a:lnTo>
                <a:lnTo>
                  <a:pt x="150" y="171"/>
                </a:lnTo>
                <a:lnTo>
                  <a:pt x="150" y="170"/>
                </a:lnTo>
                <a:lnTo>
                  <a:pt x="151" y="169"/>
                </a:lnTo>
                <a:lnTo>
                  <a:pt x="152" y="168"/>
                </a:lnTo>
                <a:lnTo>
                  <a:pt x="152" y="167"/>
                </a:lnTo>
                <a:lnTo>
                  <a:pt x="153" y="167"/>
                </a:lnTo>
                <a:lnTo>
                  <a:pt x="154" y="168"/>
                </a:lnTo>
                <a:lnTo>
                  <a:pt x="155" y="168"/>
                </a:lnTo>
                <a:lnTo>
                  <a:pt x="156" y="168"/>
                </a:lnTo>
                <a:lnTo>
                  <a:pt x="157" y="169"/>
                </a:lnTo>
                <a:lnTo>
                  <a:pt x="157" y="168"/>
                </a:lnTo>
                <a:lnTo>
                  <a:pt x="157" y="165"/>
                </a:lnTo>
                <a:lnTo>
                  <a:pt x="157" y="164"/>
                </a:lnTo>
                <a:lnTo>
                  <a:pt x="157" y="162"/>
                </a:lnTo>
                <a:lnTo>
                  <a:pt x="158" y="160"/>
                </a:lnTo>
                <a:lnTo>
                  <a:pt x="158" y="158"/>
                </a:lnTo>
                <a:lnTo>
                  <a:pt x="158" y="157"/>
                </a:lnTo>
                <a:lnTo>
                  <a:pt x="158" y="156"/>
                </a:lnTo>
                <a:lnTo>
                  <a:pt x="158" y="155"/>
                </a:lnTo>
                <a:lnTo>
                  <a:pt x="158" y="154"/>
                </a:lnTo>
                <a:lnTo>
                  <a:pt x="159" y="153"/>
                </a:lnTo>
                <a:lnTo>
                  <a:pt x="160" y="152"/>
                </a:lnTo>
                <a:lnTo>
                  <a:pt x="161" y="151"/>
                </a:lnTo>
                <a:lnTo>
                  <a:pt x="162" y="150"/>
                </a:lnTo>
                <a:lnTo>
                  <a:pt x="163" y="150"/>
                </a:lnTo>
                <a:lnTo>
                  <a:pt x="163" y="149"/>
                </a:lnTo>
                <a:lnTo>
                  <a:pt x="162" y="149"/>
                </a:lnTo>
                <a:lnTo>
                  <a:pt x="162" y="147"/>
                </a:lnTo>
                <a:lnTo>
                  <a:pt x="162" y="146"/>
                </a:lnTo>
                <a:lnTo>
                  <a:pt x="162" y="145"/>
                </a:lnTo>
                <a:lnTo>
                  <a:pt x="162" y="144"/>
                </a:lnTo>
                <a:lnTo>
                  <a:pt x="162" y="143"/>
                </a:lnTo>
                <a:lnTo>
                  <a:pt x="162" y="142"/>
                </a:lnTo>
                <a:lnTo>
                  <a:pt x="163" y="143"/>
                </a:lnTo>
                <a:lnTo>
                  <a:pt x="164" y="143"/>
                </a:lnTo>
                <a:lnTo>
                  <a:pt x="164" y="142"/>
                </a:lnTo>
                <a:lnTo>
                  <a:pt x="164" y="141"/>
                </a:lnTo>
                <a:lnTo>
                  <a:pt x="163" y="141"/>
                </a:lnTo>
                <a:lnTo>
                  <a:pt x="162" y="141"/>
                </a:lnTo>
                <a:lnTo>
                  <a:pt x="161" y="141"/>
                </a:lnTo>
                <a:lnTo>
                  <a:pt x="160" y="141"/>
                </a:lnTo>
                <a:lnTo>
                  <a:pt x="159" y="141"/>
                </a:lnTo>
                <a:lnTo>
                  <a:pt x="159" y="140"/>
                </a:lnTo>
                <a:lnTo>
                  <a:pt x="159" y="139"/>
                </a:lnTo>
                <a:lnTo>
                  <a:pt x="158" y="139"/>
                </a:lnTo>
                <a:lnTo>
                  <a:pt x="157" y="139"/>
                </a:lnTo>
                <a:lnTo>
                  <a:pt x="155" y="139"/>
                </a:lnTo>
                <a:lnTo>
                  <a:pt x="153" y="139"/>
                </a:lnTo>
                <a:lnTo>
                  <a:pt x="153" y="140"/>
                </a:lnTo>
                <a:lnTo>
                  <a:pt x="152" y="140"/>
                </a:lnTo>
                <a:lnTo>
                  <a:pt x="152" y="141"/>
                </a:lnTo>
                <a:lnTo>
                  <a:pt x="151" y="141"/>
                </a:lnTo>
                <a:lnTo>
                  <a:pt x="150" y="141"/>
                </a:lnTo>
                <a:lnTo>
                  <a:pt x="150" y="142"/>
                </a:lnTo>
                <a:lnTo>
                  <a:pt x="149" y="142"/>
                </a:lnTo>
                <a:lnTo>
                  <a:pt x="149" y="141"/>
                </a:lnTo>
                <a:lnTo>
                  <a:pt x="148" y="141"/>
                </a:lnTo>
                <a:lnTo>
                  <a:pt x="146" y="141"/>
                </a:lnTo>
                <a:lnTo>
                  <a:pt x="145" y="141"/>
                </a:lnTo>
                <a:lnTo>
                  <a:pt x="145" y="140"/>
                </a:lnTo>
                <a:lnTo>
                  <a:pt x="144" y="140"/>
                </a:lnTo>
                <a:lnTo>
                  <a:pt x="143" y="141"/>
                </a:lnTo>
                <a:lnTo>
                  <a:pt x="143" y="142"/>
                </a:lnTo>
                <a:lnTo>
                  <a:pt x="143" y="143"/>
                </a:lnTo>
                <a:lnTo>
                  <a:pt x="141" y="143"/>
                </a:lnTo>
                <a:lnTo>
                  <a:pt x="140" y="142"/>
                </a:lnTo>
                <a:lnTo>
                  <a:pt x="139" y="142"/>
                </a:lnTo>
                <a:lnTo>
                  <a:pt x="138" y="142"/>
                </a:lnTo>
                <a:lnTo>
                  <a:pt x="138" y="143"/>
                </a:lnTo>
                <a:lnTo>
                  <a:pt x="139" y="143"/>
                </a:lnTo>
                <a:lnTo>
                  <a:pt x="138" y="143"/>
                </a:lnTo>
                <a:lnTo>
                  <a:pt x="137" y="143"/>
                </a:lnTo>
                <a:lnTo>
                  <a:pt x="136" y="143"/>
                </a:lnTo>
                <a:lnTo>
                  <a:pt x="134" y="142"/>
                </a:lnTo>
                <a:lnTo>
                  <a:pt x="133" y="142"/>
                </a:lnTo>
                <a:lnTo>
                  <a:pt x="132" y="142"/>
                </a:lnTo>
                <a:lnTo>
                  <a:pt x="131" y="142"/>
                </a:lnTo>
                <a:lnTo>
                  <a:pt x="130" y="142"/>
                </a:lnTo>
                <a:lnTo>
                  <a:pt x="129" y="142"/>
                </a:lnTo>
                <a:lnTo>
                  <a:pt x="129" y="143"/>
                </a:lnTo>
                <a:lnTo>
                  <a:pt x="128" y="143"/>
                </a:lnTo>
                <a:lnTo>
                  <a:pt x="127" y="143"/>
                </a:lnTo>
                <a:lnTo>
                  <a:pt x="127" y="144"/>
                </a:lnTo>
                <a:lnTo>
                  <a:pt x="126" y="144"/>
                </a:lnTo>
                <a:lnTo>
                  <a:pt x="124" y="143"/>
                </a:lnTo>
                <a:lnTo>
                  <a:pt x="124" y="142"/>
                </a:lnTo>
                <a:lnTo>
                  <a:pt x="123" y="142"/>
                </a:lnTo>
                <a:lnTo>
                  <a:pt x="123" y="141"/>
                </a:lnTo>
                <a:lnTo>
                  <a:pt x="124" y="141"/>
                </a:lnTo>
                <a:lnTo>
                  <a:pt x="124" y="140"/>
                </a:lnTo>
                <a:lnTo>
                  <a:pt x="124" y="139"/>
                </a:lnTo>
                <a:lnTo>
                  <a:pt x="124" y="138"/>
                </a:lnTo>
                <a:lnTo>
                  <a:pt x="125" y="137"/>
                </a:lnTo>
                <a:lnTo>
                  <a:pt x="125" y="136"/>
                </a:lnTo>
                <a:lnTo>
                  <a:pt x="125" y="134"/>
                </a:lnTo>
                <a:lnTo>
                  <a:pt x="125" y="133"/>
                </a:lnTo>
                <a:lnTo>
                  <a:pt x="125" y="132"/>
                </a:lnTo>
                <a:lnTo>
                  <a:pt x="125" y="131"/>
                </a:lnTo>
                <a:lnTo>
                  <a:pt x="125" y="130"/>
                </a:lnTo>
                <a:lnTo>
                  <a:pt x="126" y="129"/>
                </a:lnTo>
                <a:lnTo>
                  <a:pt x="126" y="128"/>
                </a:lnTo>
                <a:lnTo>
                  <a:pt x="126" y="127"/>
                </a:lnTo>
                <a:lnTo>
                  <a:pt x="125" y="127"/>
                </a:lnTo>
                <a:lnTo>
                  <a:pt x="124" y="126"/>
                </a:lnTo>
                <a:lnTo>
                  <a:pt x="123" y="126"/>
                </a:lnTo>
                <a:lnTo>
                  <a:pt x="123" y="127"/>
                </a:lnTo>
                <a:lnTo>
                  <a:pt x="122" y="127"/>
                </a:lnTo>
                <a:lnTo>
                  <a:pt x="121" y="127"/>
                </a:lnTo>
                <a:lnTo>
                  <a:pt x="121" y="126"/>
                </a:lnTo>
                <a:lnTo>
                  <a:pt x="120" y="125"/>
                </a:lnTo>
                <a:lnTo>
                  <a:pt x="120" y="124"/>
                </a:lnTo>
                <a:lnTo>
                  <a:pt x="119" y="123"/>
                </a:lnTo>
                <a:lnTo>
                  <a:pt x="118" y="123"/>
                </a:lnTo>
                <a:lnTo>
                  <a:pt x="118" y="122"/>
                </a:lnTo>
                <a:lnTo>
                  <a:pt x="118" y="121"/>
                </a:lnTo>
                <a:lnTo>
                  <a:pt x="118" y="120"/>
                </a:lnTo>
                <a:lnTo>
                  <a:pt x="117" y="119"/>
                </a:lnTo>
                <a:lnTo>
                  <a:pt x="117" y="118"/>
                </a:lnTo>
                <a:lnTo>
                  <a:pt x="117" y="117"/>
                </a:lnTo>
                <a:lnTo>
                  <a:pt x="118" y="117"/>
                </a:lnTo>
                <a:lnTo>
                  <a:pt x="118" y="116"/>
                </a:lnTo>
                <a:lnTo>
                  <a:pt x="117" y="115"/>
                </a:lnTo>
                <a:lnTo>
                  <a:pt x="116" y="115"/>
                </a:lnTo>
                <a:lnTo>
                  <a:pt x="115" y="114"/>
                </a:lnTo>
                <a:lnTo>
                  <a:pt x="114" y="113"/>
                </a:lnTo>
                <a:lnTo>
                  <a:pt x="114" y="112"/>
                </a:lnTo>
                <a:lnTo>
                  <a:pt x="112" y="112"/>
                </a:lnTo>
                <a:lnTo>
                  <a:pt x="112" y="113"/>
                </a:lnTo>
                <a:lnTo>
                  <a:pt x="113" y="113"/>
                </a:lnTo>
                <a:lnTo>
                  <a:pt x="113" y="114"/>
                </a:lnTo>
                <a:lnTo>
                  <a:pt x="112" y="114"/>
                </a:lnTo>
                <a:lnTo>
                  <a:pt x="113" y="115"/>
                </a:lnTo>
                <a:lnTo>
                  <a:pt x="111" y="116"/>
                </a:lnTo>
                <a:lnTo>
                  <a:pt x="111" y="115"/>
                </a:lnTo>
                <a:lnTo>
                  <a:pt x="111" y="116"/>
                </a:lnTo>
                <a:lnTo>
                  <a:pt x="110" y="116"/>
                </a:lnTo>
                <a:lnTo>
                  <a:pt x="110" y="117"/>
                </a:lnTo>
                <a:lnTo>
                  <a:pt x="109" y="117"/>
                </a:lnTo>
                <a:lnTo>
                  <a:pt x="108" y="117"/>
                </a:lnTo>
                <a:lnTo>
                  <a:pt x="108" y="116"/>
                </a:lnTo>
                <a:lnTo>
                  <a:pt x="108" y="115"/>
                </a:lnTo>
                <a:lnTo>
                  <a:pt x="107" y="115"/>
                </a:lnTo>
                <a:lnTo>
                  <a:pt x="106" y="114"/>
                </a:lnTo>
                <a:lnTo>
                  <a:pt x="106" y="113"/>
                </a:lnTo>
                <a:lnTo>
                  <a:pt x="107" y="111"/>
                </a:lnTo>
                <a:lnTo>
                  <a:pt x="106" y="110"/>
                </a:lnTo>
                <a:lnTo>
                  <a:pt x="105" y="110"/>
                </a:lnTo>
                <a:lnTo>
                  <a:pt x="105" y="109"/>
                </a:lnTo>
                <a:lnTo>
                  <a:pt x="104" y="109"/>
                </a:lnTo>
                <a:lnTo>
                  <a:pt x="103" y="109"/>
                </a:lnTo>
                <a:lnTo>
                  <a:pt x="102" y="110"/>
                </a:lnTo>
                <a:lnTo>
                  <a:pt x="101" y="110"/>
                </a:lnTo>
                <a:lnTo>
                  <a:pt x="100" y="111"/>
                </a:lnTo>
                <a:lnTo>
                  <a:pt x="98" y="112"/>
                </a:lnTo>
                <a:lnTo>
                  <a:pt x="98" y="113"/>
                </a:lnTo>
                <a:lnTo>
                  <a:pt x="97" y="112"/>
                </a:lnTo>
                <a:lnTo>
                  <a:pt x="96" y="113"/>
                </a:lnTo>
                <a:lnTo>
                  <a:pt x="95" y="113"/>
                </a:lnTo>
                <a:lnTo>
                  <a:pt x="94" y="112"/>
                </a:lnTo>
                <a:lnTo>
                  <a:pt x="93" y="112"/>
                </a:lnTo>
                <a:lnTo>
                  <a:pt x="93" y="111"/>
                </a:lnTo>
                <a:lnTo>
                  <a:pt x="93" y="110"/>
                </a:lnTo>
                <a:lnTo>
                  <a:pt x="92" y="109"/>
                </a:lnTo>
                <a:lnTo>
                  <a:pt x="91" y="109"/>
                </a:lnTo>
                <a:lnTo>
                  <a:pt x="91" y="108"/>
                </a:lnTo>
                <a:lnTo>
                  <a:pt x="91" y="107"/>
                </a:lnTo>
                <a:lnTo>
                  <a:pt x="90" y="107"/>
                </a:lnTo>
                <a:lnTo>
                  <a:pt x="90" y="106"/>
                </a:lnTo>
                <a:lnTo>
                  <a:pt x="87" y="106"/>
                </a:lnTo>
                <a:lnTo>
                  <a:pt x="86" y="107"/>
                </a:lnTo>
                <a:lnTo>
                  <a:pt x="86" y="108"/>
                </a:lnTo>
                <a:lnTo>
                  <a:pt x="86" y="109"/>
                </a:lnTo>
                <a:lnTo>
                  <a:pt x="85" y="109"/>
                </a:lnTo>
                <a:lnTo>
                  <a:pt x="84" y="109"/>
                </a:lnTo>
                <a:lnTo>
                  <a:pt x="84" y="108"/>
                </a:lnTo>
                <a:lnTo>
                  <a:pt x="84" y="107"/>
                </a:lnTo>
                <a:lnTo>
                  <a:pt x="82" y="107"/>
                </a:lnTo>
                <a:lnTo>
                  <a:pt x="81" y="108"/>
                </a:lnTo>
                <a:lnTo>
                  <a:pt x="80" y="108"/>
                </a:lnTo>
                <a:lnTo>
                  <a:pt x="78" y="109"/>
                </a:lnTo>
                <a:lnTo>
                  <a:pt x="78" y="108"/>
                </a:lnTo>
                <a:lnTo>
                  <a:pt x="77" y="108"/>
                </a:lnTo>
                <a:lnTo>
                  <a:pt x="76" y="108"/>
                </a:lnTo>
                <a:lnTo>
                  <a:pt x="75" y="108"/>
                </a:lnTo>
                <a:lnTo>
                  <a:pt x="74" y="108"/>
                </a:lnTo>
                <a:lnTo>
                  <a:pt x="73" y="108"/>
                </a:lnTo>
                <a:lnTo>
                  <a:pt x="72" y="107"/>
                </a:lnTo>
                <a:lnTo>
                  <a:pt x="71" y="107"/>
                </a:lnTo>
                <a:lnTo>
                  <a:pt x="71" y="106"/>
                </a:lnTo>
                <a:lnTo>
                  <a:pt x="72" y="105"/>
                </a:lnTo>
                <a:lnTo>
                  <a:pt x="71" y="105"/>
                </a:lnTo>
                <a:lnTo>
                  <a:pt x="70" y="105"/>
                </a:lnTo>
                <a:lnTo>
                  <a:pt x="69" y="105"/>
                </a:lnTo>
                <a:lnTo>
                  <a:pt x="68" y="105"/>
                </a:lnTo>
                <a:lnTo>
                  <a:pt x="68" y="104"/>
                </a:lnTo>
                <a:lnTo>
                  <a:pt x="69" y="104"/>
                </a:lnTo>
                <a:lnTo>
                  <a:pt x="70" y="104"/>
                </a:lnTo>
                <a:lnTo>
                  <a:pt x="69" y="103"/>
                </a:lnTo>
                <a:lnTo>
                  <a:pt x="69" y="102"/>
                </a:lnTo>
                <a:lnTo>
                  <a:pt x="68" y="102"/>
                </a:lnTo>
                <a:lnTo>
                  <a:pt x="67" y="102"/>
                </a:lnTo>
                <a:lnTo>
                  <a:pt x="66" y="101"/>
                </a:lnTo>
                <a:lnTo>
                  <a:pt x="66" y="100"/>
                </a:lnTo>
                <a:lnTo>
                  <a:pt x="64" y="101"/>
                </a:lnTo>
                <a:lnTo>
                  <a:pt x="64" y="100"/>
                </a:lnTo>
                <a:lnTo>
                  <a:pt x="63" y="100"/>
                </a:lnTo>
                <a:lnTo>
                  <a:pt x="62" y="99"/>
                </a:lnTo>
                <a:lnTo>
                  <a:pt x="61" y="99"/>
                </a:lnTo>
                <a:lnTo>
                  <a:pt x="60" y="98"/>
                </a:lnTo>
                <a:lnTo>
                  <a:pt x="60" y="97"/>
                </a:lnTo>
                <a:lnTo>
                  <a:pt x="60" y="96"/>
                </a:lnTo>
                <a:lnTo>
                  <a:pt x="61" y="95"/>
                </a:lnTo>
                <a:lnTo>
                  <a:pt x="62" y="94"/>
                </a:lnTo>
                <a:lnTo>
                  <a:pt x="61" y="92"/>
                </a:lnTo>
                <a:lnTo>
                  <a:pt x="61" y="91"/>
                </a:lnTo>
                <a:lnTo>
                  <a:pt x="62" y="91"/>
                </a:lnTo>
                <a:lnTo>
                  <a:pt x="62" y="90"/>
                </a:lnTo>
                <a:lnTo>
                  <a:pt x="61" y="90"/>
                </a:lnTo>
                <a:lnTo>
                  <a:pt x="60" y="90"/>
                </a:lnTo>
                <a:lnTo>
                  <a:pt x="60" y="91"/>
                </a:lnTo>
                <a:lnTo>
                  <a:pt x="60" y="90"/>
                </a:lnTo>
                <a:lnTo>
                  <a:pt x="59" y="90"/>
                </a:lnTo>
                <a:lnTo>
                  <a:pt x="59" y="89"/>
                </a:lnTo>
                <a:lnTo>
                  <a:pt x="58" y="89"/>
                </a:lnTo>
                <a:lnTo>
                  <a:pt x="57" y="89"/>
                </a:lnTo>
                <a:lnTo>
                  <a:pt x="57" y="88"/>
                </a:lnTo>
                <a:lnTo>
                  <a:pt x="56" y="87"/>
                </a:lnTo>
                <a:lnTo>
                  <a:pt x="55" y="86"/>
                </a:lnTo>
                <a:lnTo>
                  <a:pt x="55" y="85"/>
                </a:lnTo>
                <a:lnTo>
                  <a:pt x="55" y="84"/>
                </a:lnTo>
                <a:lnTo>
                  <a:pt x="55" y="83"/>
                </a:lnTo>
                <a:lnTo>
                  <a:pt x="55" y="82"/>
                </a:lnTo>
                <a:lnTo>
                  <a:pt x="55" y="81"/>
                </a:lnTo>
                <a:lnTo>
                  <a:pt x="56" y="80"/>
                </a:lnTo>
                <a:lnTo>
                  <a:pt x="56" y="79"/>
                </a:lnTo>
                <a:lnTo>
                  <a:pt x="56" y="78"/>
                </a:lnTo>
                <a:lnTo>
                  <a:pt x="55" y="78"/>
                </a:lnTo>
                <a:lnTo>
                  <a:pt x="54" y="78"/>
                </a:lnTo>
                <a:lnTo>
                  <a:pt x="54" y="77"/>
                </a:lnTo>
                <a:lnTo>
                  <a:pt x="54" y="76"/>
                </a:lnTo>
                <a:lnTo>
                  <a:pt x="55" y="76"/>
                </a:lnTo>
                <a:lnTo>
                  <a:pt x="55" y="75"/>
                </a:lnTo>
                <a:lnTo>
                  <a:pt x="54" y="75"/>
                </a:lnTo>
                <a:lnTo>
                  <a:pt x="53" y="75"/>
                </a:lnTo>
                <a:lnTo>
                  <a:pt x="51" y="74"/>
                </a:lnTo>
                <a:lnTo>
                  <a:pt x="50" y="74"/>
                </a:lnTo>
                <a:lnTo>
                  <a:pt x="48" y="74"/>
                </a:lnTo>
                <a:lnTo>
                  <a:pt x="47" y="74"/>
                </a:lnTo>
                <a:lnTo>
                  <a:pt x="47" y="73"/>
                </a:lnTo>
                <a:lnTo>
                  <a:pt x="46" y="73"/>
                </a:lnTo>
                <a:lnTo>
                  <a:pt x="46" y="74"/>
                </a:lnTo>
                <a:lnTo>
                  <a:pt x="46" y="75"/>
                </a:lnTo>
                <a:lnTo>
                  <a:pt x="45" y="75"/>
                </a:lnTo>
                <a:lnTo>
                  <a:pt x="44" y="75"/>
                </a:lnTo>
                <a:lnTo>
                  <a:pt x="43" y="75"/>
                </a:lnTo>
                <a:lnTo>
                  <a:pt x="43" y="76"/>
                </a:lnTo>
                <a:lnTo>
                  <a:pt x="42" y="76"/>
                </a:lnTo>
                <a:lnTo>
                  <a:pt x="41" y="74"/>
                </a:lnTo>
                <a:lnTo>
                  <a:pt x="41" y="73"/>
                </a:lnTo>
                <a:lnTo>
                  <a:pt x="40" y="73"/>
                </a:lnTo>
                <a:lnTo>
                  <a:pt x="39" y="73"/>
                </a:lnTo>
                <a:lnTo>
                  <a:pt x="39" y="72"/>
                </a:lnTo>
                <a:lnTo>
                  <a:pt x="38" y="71"/>
                </a:lnTo>
                <a:lnTo>
                  <a:pt x="38" y="70"/>
                </a:lnTo>
                <a:lnTo>
                  <a:pt x="37" y="69"/>
                </a:lnTo>
                <a:lnTo>
                  <a:pt x="36" y="68"/>
                </a:lnTo>
                <a:lnTo>
                  <a:pt x="35" y="68"/>
                </a:lnTo>
                <a:lnTo>
                  <a:pt x="35" y="67"/>
                </a:lnTo>
                <a:lnTo>
                  <a:pt x="34" y="67"/>
                </a:lnTo>
                <a:lnTo>
                  <a:pt x="33" y="67"/>
                </a:lnTo>
                <a:lnTo>
                  <a:pt x="32" y="67"/>
                </a:lnTo>
                <a:lnTo>
                  <a:pt x="31" y="67"/>
                </a:lnTo>
                <a:lnTo>
                  <a:pt x="30" y="67"/>
                </a:lnTo>
                <a:lnTo>
                  <a:pt x="29" y="67"/>
                </a:lnTo>
                <a:lnTo>
                  <a:pt x="28" y="67"/>
                </a:lnTo>
                <a:lnTo>
                  <a:pt x="27" y="67"/>
                </a:lnTo>
                <a:lnTo>
                  <a:pt x="26" y="66"/>
                </a:lnTo>
                <a:lnTo>
                  <a:pt x="25" y="66"/>
                </a:lnTo>
                <a:lnTo>
                  <a:pt x="24" y="66"/>
                </a:lnTo>
                <a:lnTo>
                  <a:pt x="24" y="65"/>
                </a:lnTo>
                <a:lnTo>
                  <a:pt x="23" y="65"/>
                </a:lnTo>
                <a:lnTo>
                  <a:pt x="22" y="65"/>
                </a:lnTo>
                <a:lnTo>
                  <a:pt x="20" y="65"/>
                </a:lnTo>
                <a:lnTo>
                  <a:pt x="20" y="66"/>
                </a:lnTo>
                <a:lnTo>
                  <a:pt x="19" y="66"/>
                </a:lnTo>
                <a:lnTo>
                  <a:pt x="19" y="65"/>
                </a:lnTo>
                <a:lnTo>
                  <a:pt x="18" y="65"/>
                </a:lnTo>
                <a:lnTo>
                  <a:pt x="18" y="64"/>
                </a:lnTo>
                <a:lnTo>
                  <a:pt x="19" y="64"/>
                </a:lnTo>
                <a:lnTo>
                  <a:pt x="20" y="65"/>
                </a:lnTo>
                <a:lnTo>
                  <a:pt x="21" y="64"/>
                </a:lnTo>
                <a:lnTo>
                  <a:pt x="21" y="63"/>
                </a:lnTo>
                <a:lnTo>
                  <a:pt x="20" y="63"/>
                </a:lnTo>
                <a:lnTo>
                  <a:pt x="20" y="62"/>
                </a:lnTo>
                <a:lnTo>
                  <a:pt x="19" y="61"/>
                </a:lnTo>
                <a:lnTo>
                  <a:pt x="18" y="61"/>
                </a:lnTo>
                <a:lnTo>
                  <a:pt x="17" y="60"/>
                </a:lnTo>
                <a:lnTo>
                  <a:pt x="15" y="60"/>
                </a:lnTo>
                <a:lnTo>
                  <a:pt x="14" y="60"/>
                </a:lnTo>
                <a:lnTo>
                  <a:pt x="14" y="59"/>
                </a:lnTo>
                <a:lnTo>
                  <a:pt x="15" y="59"/>
                </a:lnTo>
                <a:lnTo>
                  <a:pt x="14" y="58"/>
                </a:lnTo>
                <a:lnTo>
                  <a:pt x="13" y="58"/>
                </a:lnTo>
                <a:lnTo>
                  <a:pt x="12" y="57"/>
                </a:lnTo>
                <a:lnTo>
                  <a:pt x="12" y="56"/>
                </a:lnTo>
                <a:lnTo>
                  <a:pt x="12" y="55"/>
                </a:lnTo>
                <a:lnTo>
                  <a:pt x="11" y="55"/>
                </a:lnTo>
                <a:lnTo>
                  <a:pt x="11" y="54"/>
                </a:lnTo>
                <a:lnTo>
                  <a:pt x="11" y="53"/>
                </a:lnTo>
                <a:lnTo>
                  <a:pt x="9" y="53"/>
                </a:lnTo>
                <a:lnTo>
                  <a:pt x="8" y="52"/>
                </a:lnTo>
                <a:lnTo>
                  <a:pt x="8" y="51"/>
                </a:lnTo>
                <a:lnTo>
                  <a:pt x="7" y="52"/>
                </a:lnTo>
                <a:lnTo>
                  <a:pt x="7" y="51"/>
                </a:lnTo>
                <a:lnTo>
                  <a:pt x="7" y="50"/>
                </a:lnTo>
                <a:lnTo>
                  <a:pt x="6" y="49"/>
                </a:lnTo>
                <a:lnTo>
                  <a:pt x="5" y="49"/>
                </a:lnTo>
                <a:lnTo>
                  <a:pt x="4" y="49"/>
                </a:lnTo>
                <a:lnTo>
                  <a:pt x="3" y="49"/>
                </a:lnTo>
                <a:lnTo>
                  <a:pt x="3" y="50"/>
                </a:lnTo>
                <a:lnTo>
                  <a:pt x="2" y="50"/>
                </a:lnTo>
                <a:lnTo>
                  <a:pt x="1" y="50"/>
                </a:lnTo>
                <a:lnTo>
                  <a:pt x="0" y="49"/>
                </a:lnTo>
                <a:lnTo>
                  <a:pt x="1" y="48"/>
                </a:lnTo>
                <a:lnTo>
                  <a:pt x="2" y="48"/>
                </a:lnTo>
                <a:lnTo>
                  <a:pt x="2" y="46"/>
                </a:lnTo>
                <a:lnTo>
                  <a:pt x="1" y="46"/>
                </a:lnTo>
                <a:lnTo>
                  <a:pt x="2" y="44"/>
                </a:lnTo>
                <a:lnTo>
                  <a:pt x="3" y="44"/>
                </a:lnTo>
                <a:lnTo>
                  <a:pt x="3" y="43"/>
                </a:lnTo>
                <a:lnTo>
                  <a:pt x="2" y="42"/>
                </a:lnTo>
                <a:lnTo>
                  <a:pt x="1" y="42"/>
                </a:lnTo>
                <a:lnTo>
                  <a:pt x="0" y="42"/>
                </a:lnTo>
                <a:lnTo>
                  <a:pt x="0" y="41"/>
                </a:lnTo>
                <a:lnTo>
                  <a:pt x="1" y="41"/>
                </a:lnTo>
                <a:lnTo>
                  <a:pt x="0" y="40"/>
                </a:lnTo>
                <a:lnTo>
                  <a:pt x="0" y="39"/>
                </a:lnTo>
                <a:lnTo>
                  <a:pt x="0" y="38"/>
                </a:lnTo>
                <a:lnTo>
                  <a:pt x="0" y="39"/>
                </a:lnTo>
                <a:lnTo>
                  <a:pt x="1" y="39"/>
                </a:lnTo>
                <a:lnTo>
                  <a:pt x="3" y="38"/>
                </a:lnTo>
                <a:lnTo>
                  <a:pt x="3" y="37"/>
                </a:lnTo>
                <a:lnTo>
                  <a:pt x="4" y="37"/>
                </a:lnTo>
                <a:lnTo>
                  <a:pt x="4" y="35"/>
                </a:lnTo>
                <a:lnTo>
                  <a:pt x="3" y="34"/>
                </a:lnTo>
                <a:lnTo>
                  <a:pt x="3" y="33"/>
                </a:lnTo>
                <a:lnTo>
                  <a:pt x="3" y="32"/>
                </a:lnTo>
                <a:lnTo>
                  <a:pt x="4" y="32"/>
                </a:lnTo>
                <a:lnTo>
                  <a:pt x="4" y="31"/>
                </a:lnTo>
                <a:lnTo>
                  <a:pt x="4" y="30"/>
                </a:lnTo>
                <a:lnTo>
                  <a:pt x="4" y="29"/>
                </a:lnTo>
                <a:lnTo>
                  <a:pt x="5" y="29"/>
                </a:lnTo>
                <a:lnTo>
                  <a:pt x="4" y="28"/>
                </a:lnTo>
                <a:lnTo>
                  <a:pt x="4" y="27"/>
                </a:lnTo>
                <a:lnTo>
                  <a:pt x="5" y="27"/>
                </a:lnTo>
                <a:lnTo>
                  <a:pt x="6" y="26"/>
                </a:lnTo>
                <a:lnTo>
                  <a:pt x="6" y="25"/>
                </a:lnTo>
                <a:lnTo>
                  <a:pt x="7" y="25"/>
                </a:lnTo>
                <a:lnTo>
                  <a:pt x="7" y="24"/>
                </a:lnTo>
                <a:lnTo>
                  <a:pt x="8" y="24"/>
                </a:lnTo>
                <a:lnTo>
                  <a:pt x="8" y="23"/>
                </a:lnTo>
                <a:lnTo>
                  <a:pt x="9" y="23"/>
                </a:lnTo>
                <a:lnTo>
                  <a:pt x="10" y="23"/>
                </a:lnTo>
                <a:lnTo>
                  <a:pt x="11" y="23"/>
                </a:lnTo>
                <a:lnTo>
                  <a:pt x="12" y="23"/>
                </a:lnTo>
                <a:lnTo>
                  <a:pt x="13" y="22"/>
                </a:lnTo>
                <a:lnTo>
                  <a:pt x="14" y="22"/>
                </a:lnTo>
                <a:lnTo>
                  <a:pt x="14" y="23"/>
                </a:lnTo>
                <a:lnTo>
                  <a:pt x="15" y="23"/>
                </a:lnTo>
                <a:lnTo>
                  <a:pt x="16" y="22"/>
                </a:lnTo>
                <a:lnTo>
                  <a:pt x="17" y="22"/>
                </a:lnTo>
                <a:lnTo>
                  <a:pt x="18" y="22"/>
                </a:lnTo>
                <a:lnTo>
                  <a:pt x="19" y="22"/>
                </a:lnTo>
                <a:lnTo>
                  <a:pt x="20" y="22"/>
                </a:lnTo>
                <a:lnTo>
                  <a:pt x="21" y="21"/>
                </a:lnTo>
                <a:lnTo>
                  <a:pt x="22" y="21"/>
                </a:lnTo>
                <a:lnTo>
                  <a:pt x="23" y="20"/>
                </a:lnTo>
                <a:lnTo>
                  <a:pt x="23" y="19"/>
                </a:lnTo>
                <a:lnTo>
                  <a:pt x="24" y="19"/>
                </a:lnTo>
                <a:lnTo>
                  <a:pt x="25" y="19"/>
                </a:lnTo>
                <a:lnTo>
                  <a:pt x="25" y="20"/>
                </a:lnTo>
                <a:lnTo>
                  <a:pt x="26" y="20"/>
                </a:lnTo>
                <a:lnTo>
                  <a:pt x="27" y="20"/>
                </a:lnTo>
                <a:lnTo>
                  <a:pt x="26" y="20"/>
                </a:lnTo>
                <a:lnTo>
                  <a:pt x="27" y="20"/>
                </a:lnTo>
                <a:lnTo>
                  <a:pt x="28" y="20"/>
                </a:lnTo>
                <a:lnTo>
                  <a:pt x="28" y="19"/>
                </a:lnTo>
                <a:lnTo>
                  <a:pt x="29" y="19"/>
                </a:lnTo>
                <a:lnTo>
                  <a:pt x="31" y="19"/>
                </a:lnTo>
                <a:lnTo>
                  <a:pt x="31" y="20"/>
                </a:lnTo>
                <a:lnTo>
                  <a:pt x="32" y="20"/>
                </a:lnTo>
                <a:lnTo>
                  <a:pt x="32" y="21"/>
                </a:lnTo>
                <a:lnTo>
                  <a:pt x="33" y="21"/>
                </a:lnTo>
                <a:lnTo>
                  <a:pt x="33" y="20"/>
                </a:lnTo>
                <a:lnTo>
                  <a:pt x="33" y="21"/>
                </a:lnTo>
                <a:lnTo>
                  <a:pt x="34" y="21"/>
                </a:lnTo>
                <a:lnTo>
                  <a:pt x="35" y="21"/>
                </a:lnTo>
                <a:lnTo>
                  <a:pt x="35" y="22"/>
                </a:lnTo>
                <a:lnTo>
                  <a:pt x="36" y="22"/>
                </a:lnTo>
                <a:lnTo>
                  <a:pt x="37" y="22"/>
                </a:lnTo>
                <a:lnTo>
                  <a:pt x="38" y="21"/>
                </a:lnTo>
                <a:lnTo>
                  <a:pt x="38" y="20"/>
                </a:lnTo>
                <a:lnTo>
                  <a:pt x="38" y="19"/>
                </a:lnTo>
                <a:lnTo>
                  <a:pt x="38" y="18"/>
                </a:lnTo>
                <a:lnTo>
                  <a:pt x="37" y="17"/>
                </a:lnTo>
                <a:lnTo>
                  <a:pt x="38" y="16"/>
                </a:lnTo>
                <a:lnTo>
                  <a:pt x="38" y="15"/>
                </a:lnTo>
                <a:lnTo>
                  <a:pt x="39" y="16"/>
                </a:lnTo>
                <a:lnTo>
                  <a:pt x="40" y="16"/>
                </a:lnTo>
                <a:lnTo>
                  <a:pt x="40" y="19"/>
                </a:lnTo>
                <a:lnTo>
                  <a:pt x="39" y="20"/>
                </a:lnTo>
                <a:lnTo>
                  <a:pt x="40" y="20"/>
                </a:lnTo>
                <a:lnTo>
                  <a:pt x="40" y="19"/>
                </a:lnTo>
                <a:lnTo>
                  <a:pt x="40" y="17"/>
                </a:lnTo>
                <a:lnTo>
                  <a:pt x="40" y="16"/>
                </a:lnTo>
                <a:lnTo>
                  <a:pt x="42" y="18"/>
                </a:lnTo>
                <a:lnTo>
                  <a:pt x="43" y="20"/>
                </a:lnTo>
                <a:lnTo>
                  <a:pt x="42" y="20"/>
                </a:lnTo>
                <a:lnTo>
                  <a:pt x="42" y="21"/>
                </a:lnTo>
                <a:lnTo>
                  <a:pt x="43" y="21"/>
                </a:lnTo>
                <a:lnTo>
                  <a:pt x="45" y="21"/>
                </a:lnTo>
                <a:lnTo>
                  <a:pt x="45" y="20"/>
                </a:lnTo>
                <a:lnTo>
                  <a:pt x="44" y="19"/>
                </a:lnTo>
                <a:lnTo>
                  <a:pt x="43" y="19"/>
                </a:lnTo>
                <a:lnTo>
                  <a:pt x="43" y="20"/>
                </a:lnTo>
                <a:lnTo>
                  <a:pt x="42" y="18"/>
                </a:lnTo>
                <a:lnTo>
                  <a:pt x="43" y="18"/>
                </a:lnTo>
                <a:lnTo>
                  <a:pt x="44" y="19"/>
                </a:lnTo>
                <a:lnTo>
                  <a:pt x="47" y="21"/>
                </a:lnTo>
                <a:lnTo>
                  <a:pt x="48" y="22"/>
                </a:lnTo>
                <a:lnTo>
                  <a:pt x="48" y="23"/>
                </a:lnTo>
                <a:lnTo>
                  <a:pt x="49" y="23"/>
                </a:lnTo>
                <a:lnTo>
                  <a:pt x="49" y="22"/>
                </a:lnTo>
                <a:lnTo>
                  <a:pt x="50" y="23"/>
                </a:lnTo>
                <a:lnTo>
                  <a:pt x="51" y="23"/>
                </a:lnTo>
                <a:lnTo>
                  <a:pt x="50" y="23"/>
                </a:lnTo>
                <a:lnTo>
                  <a:pt x="50" y="26"/>
                </a:lnTo>
                <a:lnTo>
                  <a:pt x="51" y="26"/>
                </a:lnTo>
                <a:lnTo>
                  <a:pt x="52" y="26"/>
                </a:lnTo>
                <a:lnTo>
                  <a:pt x="53" y="27"/>
                </a:lnTo>
                <a:lnTo>
                  <a:pt x="53" y="26"/>
                </a:lnTo>
                <a:lnTo>
                  <a:pt x="54" y="26"/>
                </a:lnTo>
                <a:lnTo>
                  <a:pt x="54" y="27"/>
                </a:lnTo>
                <a:lnTo>
                  <a:pt x="53" y="27"/>
                </a:lnTo>
                <a:lnTo>
                  <a:pt x="52" y="27"/>
                </a:lnTo>
                <a:lnTo>
                  <a:pt x="51" y="27"/>
                </a:lnTo>
                <a:lnTo>
                  <a:pt x="51" y="28"/>
                </a:lnTo>
                <a:lnTo>
                  <a:pt x="51" y="29"/>
                </a:lnTo>
                <a:lnTo>
                  <a:pt x="54" y="29"/>
                </a:lnTo>
                <a:lnTo>
                  <a:pt x="55" y="30"/>
                </a:lnTo>
                <a:lnTo>
                  <a:pt x="55" y="31"/>
                </a:lnTo>
                <a:lnTo>
                  <a:pt x="55" y="32"/>
                </a:lnTo>
                <a:lnTo>
                  <a:pt x="56" y="33"/>
                </a:lnTo>
                <a:lnTo>
                  <a:pt x="55" y="33"/>
                </a:lnTo>
                <a:lnTo>
                  <a:pt x="53" y="33"/>
                </a:lnTo>
                <a:lnTo>
                  <a:pt x="53" y="34"/>
                </a:lnTo>
                <a:lnTo>
                  <a:pt x="54" y="35"/>
                </a:lnTo>
                <a:lnTo>
                  <a:pt x="55" y="36"/>
                </a:lnTo>
                <a:lnTo>
                  <a:pt x="56" y="36"/>
                </a:lnTo>
                <a:lnTo>
                  <a:pt x="55" y="37"/>
                </a:lnTo>
                <a:lnTo>
                  <a:pt x="57" y="37"/>
                </a:lnTo>
                <a:lnTo>
                  <a:pt x="58" y="37"/>
                </a:lnTo>
                <a:lnTo>
                  <a:pt x="59" y="37"/>
                </a:lnTo>
                <a:lnTo>
                  <a:pt x="59" y="38"/>
                </a:lnTo>
                <a:lnTo>
                  <a:pt x="60" y="38"/>
                </a:lnTo>
                <a:lnTo>
                  <a:pt x="60" y="39"/>
                </a:lnTo>
                <a:lnTo>
                  <a:pt x="61" y="40"/>
                </a:lnTo>
                <a:lnTo>
                  <a:pt x="62" y="40"/>
                </a:lnTo>
                <a:lnTo>
                  <a:pt x="63" y="41"/>
                </a:lnTo>
                <a:lnTo>
                  <a:pt x="63" y="42"/>
                </a:lnTo>
                <a:lnTo>
                  <a:pt x="64" y="43"/>
                </a:lnTo>
                <a:lnTo>
                  <a:pt x="64" y="44"/>
                </a:lnTo>
                <a:lnTo>
                  <a:pt x="64" y="45"/>
                </a:lnTo>
                <a:lnTo>
                  <a:pt x="63" y="45"/>
                </a:lnTo>
                <a:lnTo>
                  <a:pt x="63" y="46"/>
                </a:lnTo>
                <a:lnTo>
                  <a:pt x="64" y="46"/>
                </a:lnTo>
                <a:lnTo>
                  <a:pt x="64" y="45"/>
                </a:lnTo>
                <a:lnTo>
                  <a:pt x="65" y="46"/>
                </a:lnTo>
                <a:lnTo>
                  <a:pt x="65" y="47"/>
                </a:lnTo>
                <a:lnTo>
                  <a:pt x="64" y="47"/>
                </a:lnTo>
                <a:lnTo>
                  <a:pt x="63" y="47"/>
                </a:lnTo>
                <a:lnTo>
                  <a:pt x="62" y="48"/>
                </a:lnTo>
                <a:lnTo>
                  <a:pt x="63" y="48"/>
                </a:lnTo>
                <a:lnTo>
                  <a:pt x="65" y="48"/>
                </a:lnTo>
                <a:lnTo>
                  <a:pt x="65" y="49"/>
                </a:lnTo>
                <a:lnTo>
                  <a:pt x="64" y="49"/>
                </a:lnTo>
                <a:lnTo>
                  <a:pt x="63" y="49"/>
                </a:lnTo>
                <a:lnTo>
                  <a:pt x="64" y="50"/>
                </a:lnTo>
                <a:lnTo>
                  <a:pt x="65" y="50"/>
                </a:lnTo>
                <a:lnTo>
                  <a:pt x="65" y="49"/>
                </a:lnTo>
                <a:lnTo>
                  <a:pt x="67" y="49"/>
                </a:lnTo>
                <a:lnTo>
                  <a:pt x="68" y="51"/>
                </a:lnTo>
                <a:lnTo>
                  <a:pt x="68" y="52"/>
                </a:lnTo>
                <a:lnTo>
                  <a:pt x="68" y="53"/>
                </a:lnTo>
                <a:lnTo>
                  <a:pt x="69" y="54"/>
                </a:lnTo>
                <a:lnTo>
                  <a:pt x="69" y="55"/>
                </a:lnTo>
                <a:lnTo>
                  <a:pt x="70" y="56"/>
                </a:lnTo>
                <a:lnTo>
                  <a:pt x="70" y="57"/>
                </a:lnTo>
                <a:lnTo>
                  <a:pt x="71" y="57"/>
                </a:lnTo>
                <a:lnTo>
                  <a:pt x="71" y="58"/>
                </a:lnTo>
                <a:lnTo>
                  <a:pt x="71" y="59"/>
                </a:lnTo>
                <a:lnTo>
                  <a:pt x="70" y="59"/>
                </a:lnTo>
                <a:lnTo>
                  <a:pt x="70" y="60"/>
                </a:lnTo>
                <a:lnTo>
                  <a:pt x="70" y="62"/>
                </a:lnTo>
                <a:lnTo>
                  <a:pt x="70" y="63"/>
                </a:lnTo>
                <a:lnTo>
                  <a:pt x="70" y="64"/>
                </a:lnTo>
                <a:lnTo>
                  <a:pt x="71" y="64"/>
                </a:lnTo>
                <a:lnTo>
                  <a:pt x="71" y="65"/>
                </a:lnTo>
                <a:lnTo>
                  <a:pt x="71" y="66"/>
                </a:lnTo>
                <a:lnTo>
                  <a:pt x="71" y="67"/>
                </a:lnTo>
                <a:lnTo>
                  <a:pt x="72" y="67"/>
                </a:lnTo>
                <a:lnTo>
                  <a:pt x="72" y="68"/>
                </a:lnTo>
                <a:lnTo>
                  <a:pt x="72" y="69"/>
                </a:lnTo>
                <a:lnTo>
                  <a:pt x="72" y="70"/>
                </a:lnTo>
                <a:lnTo>
                  <a:pt x="72" y="71"/>
                </a:lnTo>
                <a:lnTo>
                  <a:pt x="73" y="71"/>
                </a:lnTo>
                <a:lnTo>
                  <a:pt x="74" y="71"/>
                </a:lnTo>
                <a:lnTo>
                  <a:pt x="75" y="71"/>
                </a:lnTo>
                <a:lnTo>
                  <a:pt x="76" y="71"/>
                </a:lnTo>
                <a:lnTo>
                  <a:pt x="76" y="70"/>
                </a:lnTo>
                <a:lnTo>
                  <a:pt x="77" y="69"/>
                </a:lnTo>
                <a:lnTo>
                  <a:pt x="78" y="69"/>
                </a:lnTo>
                <a:lnTo>
                  <a:pt x="79" y="69"/>
                </a:lnTo>
                <a:lnTo>
                  <a:pt x="79" y="70"/>
                </a:lnTo>
                <a:lnTo>
                  <a:pt x="80" y="69"/>
                </a:lnTo>
                <a:lnTo>
                  <a:pt x="81" y="69"/>
                </a:lnTo>
                <a:lnTo>
                  <a:pt x="81" y="68"/>
                </a:lnTo>
                <a:lnTo>
                  <a:pt x="81" y="67"/>
                </a:lnTo>
                <a:lnTo>
                  <a:pt x="81" y="66"/>
                </a:lnTo>
                <a:lnTo>
                  <a:pt x="81" y="65"/>
                </a:lnTo>
                <a:lnTo>
                  <a:pt x="81" y="64"/>
                </a:lnTo>
                <a:lnTo>
                  <a:pt x="82" y="64"/>
                </a:lnTo>
                <a:lnTo>
                  <a:pt x="82" y="63"/>
                </a:lnTo>
                <a:lnTo>
                  <a:pt x="82" y="62"/>
                </a:lnTo>
                <a:lnTo>
                  <a:pt x="82" y="61"/>
                </a:lnTo>
                <a:lnTo>
                  <a:pt x="81" y="61"/>
                </a:lnTo>
                <a:lnTo>
                  <a:pt x="82" y="60"/>
                </a:lnTo>
                <a:lnTo>
                  <a:pt x="82" y="61"/>
                </a:lnTo>
                <a:lnTo>
                  <a:pt x="83" y="61"/>
                </a:lnTo>
                <a:lnTo>
                  <a:pt x="83" y="60"/>
                </a:lnTo>
                <a:lnTo>
                  <a:pt x="84" y="60"/>
                </a:lnTo>
                <a:lnTo>
                  <a:pt x="85" y="60"/>
                </a:lnTo>
                <a:lnTo>
                  <a:pt x="85" y="59"/>
                </a:lnTo>
                <a:lnTo>
                  <a:pt x="84" y="59"/>
                </a:lnTo>
                <a:lnTo>
                  <a:pt x="83" y="59"/>
                </a:lnTo>
                <a:lnTo>
                  <a:pt x="83" y="58"/>
                </a:lnTo>
                <a:lnTo>
                  <a:pt x="83" y="59"/>
                </a:lnTo>
                <a:lnTo>
                  <a:pt x="82" y="59"/>
                </a:lnTo>
                <a:lnTo>
                  <a:pt x="82" y="58"/>
                </a:lnTo>
                <a:lnTo>
                  <a:pt x="83" y="57"/>
                </a:lnTo>
                <a:lnTo>
                  <a:pt x="84" y="57"/>
                </a:lnTo>
                <a:lnTo>
                  <a:pt x="85" y="57"/>
                </a:lnTo>
                <a:lnTo>
                  <a:pt x="85" y="58"/>
                </a:lnTo>
                <a:lnTo>
                  <a:pt x="86" y="58"/>
                </a:lnTo>
                <a:lnTo>
                  <a:pt x="87" y="58"/>
                </a:lnTo>
                <a:lnTo>
                  <a:pt x="87" y="57"/>
                </a:lnTo>
                <a:lnTo>
                  <a:pt x="86" y="57"/>
                </a:lnTo>
                <a:lnTo>
                  <a:pt x="87" y="57"/>
                </a:lnTo>
                <a:lnTo>
                  <a:pt x="88" y="56"/>
                </a:lnTo>
                <a:lnTo>
                  <a:pt x="89" y="55"/>
                </a:lnTo>
                <a:lnTo>
                  <a:pt x="89" y="56"/>
                </a:lnTo>
                <a:lnTo>
                  <a:pt x="90" y="56"/>
                </a:lnTo>
                <a:lnTo>
                  <a:pt x="91" y="56"/>
                </a:lnTo>
                <a:lnTo>
                  <a:pt x="91" y="55"/>
                </a:lnTo>
                <a:lnTo>
                  <a:pt x="92" y="56"/>
                </a:lnTo>
                <a:lnTo>
                  <a:pt x="93" y="57"/>
                </a:lnTo>
                <a:lnTo>
                  <a:pt x="94" y="57"/>
                </a:lnTo>
                <a:lnTo>
                  <a:pt x="94" y="58"/>
                </a:lnTo>
                <a:lnTo>
                  <a:pt x="94" y="59"/>
                </a:lnTo>
                <a:lnTo>
                  <a:pt x="94" y="60"/>
                </a:lnTo>
                <a:lnTo>
                  <a:pt x="95" y="60"/>
                </a:lnTo>
                <a:lnTo>
                  <a:pt x="96" y="60"/>
                </a:lnTo>
                <a:lnTo>
                  <a:pt x="96" y="61"/>
                </a:lnTo>
                <a:lnTo>
                  <a:pt x="96" y="62"/>
                </a:lnTo>
                <a:lnTo>
                  <a:pt x="97" y="61"/>
                </a:lnTo>
                <a:lnTo>
                  <a:pt x="97" y="62"/>
                </a:lnTo>
                <a:lnTo>
                  <a:pt x="99" y="64"/>
                </a:lnTo>
                <a:lnTo>
                  <a:pt x="99" y="65"/>
                </a:lnTo>
                <a:lnTo>
                  <a:pt x="100" y="65"/>
                </a:lnTo>
                <a:lnTo>
                  <a:pt x="101" y="66"/>
                </a:lnTo>
                <a:lnTo>
                  <a:pt x="101" y="67"/>
                </a:lnTo>
                <a:lnTo>
                  <a:pt x="102" y="67"/>
                </a:lnTo>
                <a:lnTo>
                  <a:pt x="103" y="67"/>
                </a:lnTo>
                <a:lnTo>
                  <a:pt x="104" y="67"/>
                </a:lnTo>
                <a:lnTo>
                  <a:pt x="105" y="67"/>
                </a:lnTo>
                <a:lnTo>
                  <a:pt x="106" y="67"/>
                </a:lnTo>
                <a:lnTo>
                  <a:pt x="107" y="67"/>
                </a:lnTo>
                <a:lnTo>
                  <a:pt x="106" y="67"/>
                </a:lnTo>
                <a:lnTo>
                  <a:pt x="107" y="67"/>
                </a:lnTo>
                <a:lnTo>
                  <a:pt x="107" y="66"/>
                </a:lnTo>
                <a:lnTo>
                  <a:pt x="108" y="67"/>
                </a:lnTo>
                <a:lnTo>
                  <a:pt x="109" y="68"/>
                </a:lnTo>
                <a:lnTo>
                  <a:pt x="110" y="68"/>
                </a:lnTo>
                <a:lnTo>
                  <a:pt x="111" y="67"/>
                </a:lnTo>
                <a:lnTo>
                  <a:pt x="112" y="67"/>
                </a:lnTo>
                <a:lnTo>
                  <a:pt x="112" y="66"/>
                </a:lnTo>
                <a:lnTo>
                  <a:pt x="113" y="65"/>
                </a:lnTo>
                <a:lnTo>
                  <a:pt x="114" y="65"/>
                </a:lnTo>
                <a:lnTo>
                  <a:pt x="115" y="65"/>
                </a:lnTo>
                <a:lnTo>
                  <a:pt x="115" y="64"/>
                </a:lnTo>
                <a:lnTo>
                  <a:pt x="116" y="64"/>
                </a:lnTo>
                <a:lnTo>
                  <a:pt x="117" y="64"/>
                </a:lnTo>
                <a:lnTo>
                  <a:pt x="117" y="63"/>
                </a:lnTo>
                <a:lnTo>
                  <a:pt x="118" y="63"/>
                </a:lnTo>
                <a:lnTo>
                  <a:pt x="118" y="62"/>
                </a:lnTo>
                <a:lnTo>
                  <a:pt x="119" y="61"/>
                </a:lnTo>
                <a:lnTo>
                  <a:pt x="119" y="60"/>
                </a:lnTo>
                <a:lnTo>
                  <a:pt x="119" y="59"/>
                </a:lnTo>
                <a:lnTo>
                  <a:pt x="120" y="59"/>
                </a:lnTo>
                <a:lnTo>
                  <a:pt x="121" y="60"/>
                </a:lnTo>
                <a:lnTo>
                  <a:pt x="122" y="60"/>
                </a:lnTo>
                <a:lnTo>
                  <a:pt x="125" y="61"/>
                </a:lnTo>
                <a:lnTo>
                  <a:pt x="127" y="61"/>
                </a:lnTo>
                <a:lnTo>
                  <a:pt x="128" y="62"/>
                </a:lnTo>
                <a:lnTo>
                  <a:pt x="129" y="62"/>
                </a:lnTo>
                <a:lnTo>
                  <a:pt x="129" y="61"/>
                </a:lnTo>
                <a:lnTo>
                  <a:pt x="129" y="60"/>
                </a:lnTo>
                <a:lnTo>
                  <a:pt x="129" y="59"/>
                </a:lnTo>
                <a:lnTo>
                  <a:pt x="129" y="58"/>
                </a:lnTo>
                <a:lnTo>
                  <a:pt x="129" y="57"/>
                </a:lnTo>
                <a:lnTo>
                  <a:pt x="129" y="56"/>
                </a:lnTo>
                <a:lnTo>
                  <a:pt x="129" y="55"/>
                </a:lnTo>
                <a:lnTo>
                  <a:pt x="129" y="54"/>
                </a:lnTo>
                <a:lnTo>
                  <a:pt x="129" y="53"/>
                </a:lnTo>
                <a:lnTo>
                  <a:pt x="129" y="52"/>
                </a:lnTo>
                <a:lnTo>
                  <a:pt x="129" y="51"/>
                </a:lnTo>
                <a:lnTo>
                  <a:pt x="129" y="50"/>
                </a:lnTo>
                <a:lnTo>
                  <a:pt x="129" y="49"/>
                </a:lnTo>
                <a:lnTo>
                  <a:pt x="129" y="48"/>
                </a:lnTo>
                <a:lnTo>
                  <a:pt x="130" y="49"/>
                </a:lnTo>
                <a:lnTo>
                  <a:pt x="131" y="49"/>
                </a:lnTo>
                <a:lnTo>
                  <a:pt x="132" y="49"/>
                </a:lnTo>
                <a:lnTo>
                  <a:pt x="133" y="49"/>
                </a:lnTo>
                <a:lnTo>
                  <a:pt x="134" y="49"/>
                </a:lnTo>
                <a:lnTo>
                  <a:pt x="135" y="49"/>
                </a:lnTo>
                <a:lnTo>
                  <a:pt x="136" y="49"/>
                </a:lnTo>
                <a:lnTo>
                  <a:pt x="137" y="49"/>
                </a:lnTo>
                <a:lnTo>
                  <a:pt x="138" y="49"/>
                </a:lnTo>
                <a:lnTo>
                  <a:pt x="139" y="49"/>
                </a:lnTo>
                <a:lnTo>
                  <a:pt x="139" y="48"/>
                </a:lnTo>
                <a:lnTo>
                  <a:pt x="139" y="47"/>
                </a:lnTo>
                <a:lnTo>
                  <a:pt x="139" y="46"/>
                </a:lnTo>
                <a:lnTo>
                  <a:pt x="140" y="47"/>
                </a:lnTo>
                <a:lnTo>
                  <a:pt x="141" y="47"/>
                </a:lnTo>
                <a:lnTo>
                  <a:pt x="141" y="48"/>
                </a:lnTo>
                <a:lnTo>
                  <a:pt x="143" y="47"/>
                </a:lnTo>
                <a:lnTo>
                  <a:pt x="143" y="46"/>
                </a:lnTo>
                <a:lnTo>
                  <a:pt x="144" y="46"/>
                </a:lnTo>
                <a:lnTo>
                  <a:pt x="146" y="46"/>
                </a:lnTo>
                <a:lnTo>
                  <a:pt x="147" y="47"/>
                </a:lnTo>
                <a:lnTo>
                  <a:pt x="147" y="48"/>
                </a:lnTo>
                <a:lnTo>
                  <a:pt x="148" y="49"/>
                </a:lnTo>
                <a:lnTo>
                  <a:pt x="149" y="49"/>
                </a:lnTo>
                <a:lnTo>
                  <a:pt x="149" y="48"/>
                </a:lnTo>
                <a:lnTo>
                  <a:pt x="150" y="48"/>
                </a:lnTo>
                <a:lnTo>
                  <a:pt x="151" y="48"/>
                </a:lnTo>
                <a:lnTo>
                  <a:pt x="152" y="48"/>
                </a:lnTo>
                <a:lnTo>
                  <a:pt x="153" y="48"/>
                </a:lnTo>
                <a:lnTo>
                  <a:pt x="154" y="48"/>
                </a:lnTo>
                <a:lnTo>
                  <a:pt x="155" y="49"/>
                </a:lnTo>
                <a:lnTo>
                  <a:pt x="155" y="48"/>
                </a:lnTo>
                <a:lnTo>
                  <a:pt x="156" y="48"/>
                </a:lnTo>
                <a:lnTo>
                  <a:pt x="157" y="48"/>
                </a:lnTo>
                <a:lnTo>
                  <a:pt x="157" y="49"/>
                </a:lnTo>
                <a:lnTo>
                  <a:pt x="156" y="50"/>
                </a:lnTo>
                <a:lnTo>
                  <a:pt x="157" y="51"/>
                </a:lnTo>
                <a:lnTo>
                  <a:pt x="158" y="52"/>
                </a:lnTo>
                <a:lnTo>
                  <a:pt x="157" y="54"/>
                </a:lnTo>
                <a:lnTo>
                  <a:pt x="156" y="55"/>
                </a:lnTo>
                <a:lnTo>
                  <a:pt x="155" y="55"/>
                </a:lnTo>
                <a:lnTo>
                  <a:pt x="155" y="56"/>
                </a:lnTo>
                <a:lnTo>
                  <a:pt x="154" y="57"/>
                </a:lnTo>
                <a:lnTo>
                  <a:pt x="156" y="57"/>
                </a:lnTo>
                <a:lnTo>
                  <a:pt x="157" y="58"/>
                </a:lnTo>
                <a:lnTo>
                  <a:pt x="158" y="58"/>
                </a:lnTo>
                <a:lnTo>
                  <a:pt x="159" y="58"/>
                </a:lnTo>
                <a:lnTo>
                  <a:pt x="160" y="58"/>
                </a:lnTo>
                <a:lnTo>
                  <a:pt x="160" y="59"/>
                </a:lnTo>
                <a:lnTo>
                  <a:pt x="161" y="59"/>
                </a:lnTo>
                <a:lnTo>
                  <a:pt x="162" y="59"/>
                </a:lnTo>
                <a:lnTo>
                  <a:pt x="163" y="59"/>
                </a:lnTo>
                <a:lnTo>
                  <a:pt x="165" y="60"/>
                </a:lnTo>
                <a:lnTo>
                  <a:pt x="164" y="60"/>
                </a:lnTo>
                <a:lnTo>
                  <a:pt x="163" y="60"/>
                </a:lnTo>
                <a:lnTo>
                  <a:pt x="163" y="61"/>
                </a:lnTo>
                <a:lnTo>
                  <a:pt x="162" y="62"/>
                </a:lnTo>
                <a:lnTo>
                  <a:pt x="163" y="62"/>
                </a:lnTo>
                <a:lnTo>
                  <a:pt x="163" y="63"/>
                </a:lnTo>
                <a:lnTo>
                  <a:pt x="162" y="63"/>
                </a:lnTo>
                <a:lnTo>
                  <a:pt x="162" y="64"/>
                </a:lnTo>
                <a:lnTo>
                  <a:pt x="161" y="64"/>
                </a:lnTo>
                <a:lnTo>
                  <a:pt x="160" y="64"/>
                </a:lnTo>
                <a:lnTo>
                  <a:pt x="159" y="65"/>
                </a:lnTo>
                <a:lnTo>
                  <a:pt x="159" y="66"/>
                </a:lnTo>
                <a:lnTo>
                  <a:pt x="160" y="66"/>
                </a:lnTo>
                <a:lnTo>
                  <a:pt x="160" y="67"/>
                </a:lnTo>
                <a:lnTo>
                  <a:pt x="160" y="66"/>
                </a:lnTo>
                <a:lnTo>
                  <a:pt x="161" y="67"/>
                </a:lnTo>
                <a:lnTo>
                  <a:pt x="162" y="68"/>
                </a:lnTo>
                <a:lnTo>
                  <a:pt x="163" y="69"/>
                </a:lnTo>
                <a:lnTo>
                  <a:pt x="164" y="69"/>
                </a:lnTo>
                <a:lnTo>
                  <a:pt x="164" y="71"/>
                </a:lnTo>
                <a:lnTo>
                  <a:pt x="163" y="72"/>
                </a:lnTo>
                <a:lnTo>
                  <a:pt x="163" y="73"/>
                </a:lnTo>
                <a:lnTo>
                  <a:pt x="163" y="74"/>
                </a:lnTo>
                <a:lnTo>
                  <a:pt x="163" y="75"/>
                </a:lnTo>
                <a:lnTo>
                  <a:pt x="163" y="76"/>
                </a:lnTo>
                <a:lnTo>
                  <a:pt x="164" y="76"/>
                </a:lnTo>
                <a:lnTo>
                  <a:pt x="165" y="76"/>
                </a:lnTo>
                <a:lnTo>
                  <a:pt x="166" y="77"/>
                </a:lnTo>
                <a:lnTo>
                  <a:pt x="167" y="77"/>
                </a:lnTo>
                <a:lnTo>
                  <a:pt x="167" y="76"/>
                </a:lnTo>
                <a:lnTo>
                  <a:pt x="167" y="75"/>
                </a:lnTo>
                <a:lnTo>
                  <a:pt x="167" y="74"/>
                </a:lnTo>
                <a:lnTo>
                  <a:pt x="168" y="74"/>
                </a:lnTo>
                <a:lnTo>
                  <a:pt x="169" y="74"/>
                </a:lnTo>
                <a:lnTo>
                  <a:pt x="170" y="74"/>
                </a:lnTo>
                <a:lnTo>
                  <a:pt x="171" y="74"/>
                </a:lnTo>
                <a:lnTo>
                  <a:pt x="172" y="74"/>
                </a:lnTo>
                <a:lnTo>
                  <a:pt x="173" y="73"/>
                </a:lnTo>
                <a:lnTo>
                  <a:pt x="174" y="73"/>
                </a:lnTo>
                <a:lnTo>
                  <a:pt x="174" y="72"/>
                </a:lnTo>
                <a:lnTo>
                  <a:pt x="176" y="72"/>
                </a:lnTo>
                <a:lnTo>
                  <a:pt x="177" y="72"/>
                </a:lnTo>
                <a:lnTo>
                  <a:pt x="179" y="72"/>
                </a:lnTo>
                <a:lnTo>
                  <a:pt x="180" y="72"/>
                </a:lnTo>
                <a:lnTo>
                  <a:pt x="180" y="73"/>
                </a:lnTo>
                <a:lnTo>
                  <a:pt x="181" y="73"/>
                </a:lnTo>
                <a:lnTo>
                  <a:pt x="182" y="72"/>
                </a:lnTo>
                <a:lnTo>
                  <a:pt x="183" y="72"/>
                </a:lnTo>
                <a:lnTo>
                  <a:pt x="183" y="71"/>
                </a:lnTo>
                <a:lnTo>
                  <a:pt x="184" y="71"/>
                </a:lnTo>
                <a:lnTo>
                  <a:pt x="185" y="70"/>
                </a:lnTo>
                <a:lnTo>
                  <a:pt x="185" y="69"/>
                </a:lnTo>
                <a:lnTo>
                  <a:pt x="185" y="68"/>
                </a:lnTo>
                <a:lnTo>
                  <a:pt x="185" y="67"/>
                </a:lnTo>
                <a:lnTo>
                  <a:pt x="185" y="66"/>
                </a:lnTo>
                <a:lnTo>
                  <a:pt x="186" y="65"/>
                </a:lnTo>
                <a:lnTo>
                  <a:pt x="187" y="63"/>
                </a:lnTo>
                <a:lnTo>
                  <a:pt x="187" y="62"/>
                </a:lnTo>
                <a:lnTo>
                  <a:pt x="187" y="61"/>
                </a:lnTo>
                <a:lnTo>
                  <a:pt x="186" y="58"/>
                </a:lnTo>
                <a:lnTo>
                  <a:pt x="186" y="57"/>
                </a:lnTo>
                <a:lnTo>
                  <a:pt x="186" y="56"/>
                </a:lnTo>
                <a:lnTo>
                  <a:pt x="186" y="55"/>
                </a:lnTo>
                <a:lnTo>
                  <a:pt x="186" y="54"/>
                </a:lnTo>
                <a:lnTo>
                  <a:pt x="185" y="54"/>
                </a:lnTo>
                <a:lnTo>
                  <a:pt x="185" y="53"/>
                </a:lnTo>
                <a:lnTo>
                  <a:pt x="186" y="53"/>
                </a:lnTo>
                <a:lnTo>
                  <a:pt x="186" y="52"/>
                </a:lnTo>
                <a:lnTo>
                  <a:pt x="187" y="51"/>
                </a:lnTo>
                <a:lnTo>
                  <a:pt x="187" y="52"/>
                </a:lnTo>
                <a:lnTo>
                  <a:pt x="188" y="52"/>
                </a:lnTo>
                <a:lnTo>
                  <a:pt x="190" y="52"/>
                </a:lnTo>
                <a:lnTo>
                  <a:pt x="190" y="50"/>
                </a:lnTo>
                <a:lnTo>
                  <a:pt x="190" y="49"/>
                </a:lnTo>
                <a:lnTo>
                  <a:pt x="189" y="49"/>
                </a:lnTo>
                <a:lnTo>
                  <a:pt x="189" y="48"/>
                </a:lnTo>
                <a:lnTo>
                  <a:pt x="189" y="47"/>
                </a:lnTo>
                <a:lnTo>
                  <a:pt x="190" y="46"/>
                </a:lnTo>
                <a:lnTo>
                  <a:pt x="191" y="47"/>
                </a:lnTo>
                <a:lnTo>
                  <a:pt x="192" y="47"/>
                </a:lnTo>
                <a:lnTo>
                  <a:pt x="193" y="47"/>
                </a:lnTo>
                <a:lnTo>
                  <a:pt x="193" y="46"/>
                </a:lnTo>
                <a:lnTo>
                  <a:pt x="193" y="45"/>
                </a:lnTo>
                <a:lnTo>
                  <a:pt x="194" y="45"/>
                </a:lnTo>
                <a:lnTo>
                  <a:pt x="195" y="45"/>
                </a:lnTo>
                <a:lnTo>
                  <a:pt x="196" y="44"/>
                </a:lnTo>
                <a:lnTo>
                  <a:pt x="195" y="44"/>
                </a:lnTo>
                <a:lnTo>
                  <a:pt x="195" y="43"/>
                </a:lnTo>
                <a:lnTo>
                  <a:pt x="195" y="42"/>
                </a:lnTo>
                <a:lnTo>
                  <a:pt x="197" y="42"/>
                </a:lnTo>
                <a:lnTo>
                  <a:pt x="198" y="42"/>
                </a:lnTo>
                <a:lnTo>
                  <a:pt x="199" y="42"/>
                </a:lnTo>
                <a:lnTo>
                  <a:pt x="201" y="42"/>
                </a:lnTo>
                <a:lnTo>
                  <a:pt x="202" y="42"/>
                </a:lnTo>
                <a:lnTo>
                  <a:pt x="202" y="43"/>
                </a:lnTo>
                <a:lnTo>
                  <a:pt x="202" y="45"/>
                </a:lnTo>
                <a:lnTo>
                  <a:pt x="203" y="44"/>
                </a:lnTo>
                <a:lnTo>
                  <a:pt x="204" y="45"/>
                </a:lnTo>
                <a:lnTo>
                  <a:pt x="205" y="45"/>
                </a:lnTo>
                <a:lnTo>
                  <a:pt x="206" y="44"/>
                </a:lnTo>
                <a:lnTo>
                  <a:pt x="208" y="44"/>
                </a:lnTo>
                <a:lnTo>
                  <a:pt x="209" y="45"/>
                </a:lnTo>
                <a:lnTo>
                  <a:pt x="209" y="46"/>
                </a:lnTo>
                <a:lnTo>
                  <a:pt x="210" y="45"/>
                </a:lnTo>
                <a:lnTo>
                  <a:pt x="211" y="45"/>
                </a:lnTo>
                <a:lnTo>
                  <a:pt x="212" y="44"/>
                </a:lnTo>
                <a:lnTo>
                  <a:pt x="213" y="44"/>
                </a:lnTo>
                <a:lnTo>
                  <a:pt x="214" y="44"/>
                </a:lnTo>
                <a:lnTo>
                  <a:pt x="215" y="44"/>
                </a:lnTo>
                <a:lnTo>
                  <a:pt x="216" y="43"/>
                </a:lnTo>
                <a:lnTo>
                  <a:pt x="217" y="42"/>
                </a:lnTo>
                <a:lnTo>
                  <a:pt x="217" y="41"/>
                </a:lnTo>
                <a:lnTo>
                  <a:pt x="217" y="40"/>
                </a:lnTo>
                <a:lnTo>
                  <a:pt x="216" y="39"/>
                </a:lnTo>
                <a:lnTo>
                  <a:pt x="214" y="40"/>
                </a:lnTo>
                <a:lnTo>
                  <a:pt x="213" y="39"/>
                </a:lnTo>
                <a:lnTo>
                  <a:pt x="212" y="39"/>
                </a:lnTo>
                <a:lnTo>
                  <a:pt x="211" y="38"/>
                </a:lnTo>
                <a:lnTo>
                  <a:pt x="212" y="37"/>
                </a:lnTo>
                <a:lnTo>
                  <a:pt x="213" y="37"/>
                </a:lnTo>
                <a:lnTo>
                  <a:pt x="214" y="37"/>
                </a:lnTo>
                <a:lnTo>
                  <a:pt x="214" y="36"/>
                </a:lnTo>
                <a:lnTo>
                  <a:pt x="214" y="35"/>
                </a:lnTo>
                <a:lnTo>
                  <a:pt x="213" y="35"/>
                </a:lnTo>
                <a:lnTo>
                  <a:pt x="213" y="34"/>
                </a:lnTo>
                <a:lnTo>
                  <a:pt x="214" y="34"/>
                </a:lnTo>
                <a:lnTo>
                  <a:pt x="215" y="34"/>
                </a:lnTo>
                <a:lnTo>
                  <a:pt x="216" y="34"/>
                </a:lnTo>
                <a:lnTo>
                  <a:pt x="217" y="34"/>
                </a:lnTo>
                <a:lnTo>
                  <a:pt x="217" y="33"/>
                </a:lnTo>
                <a:lnTo>
                  <a:pt x="218" y="31"/>
                </a:lnTo>
                <a:lnTo>
                  <a:pt x="219" y="30"/>
                </a:lnTo>
                <a:lnTo>
                  <a:pt x="218" y="30"/>
                </a:lnTo>
                <a:lnTo>
                  <a:pt x="217" y="30"/>
                </a:lnTo>
                <a:lnTo>
                  <a:pt x="216" y="29"/>
                </a:lnTo>
                <a:lnTo>
                  <a:pt x="216" y="28"/>
                </a:lnTo>
                <a:lnTo>
                  <a:pt x="217" y="29"/>
                </a:lnTo>
                <a:lnTo>
                  <a:pt x="218" y="29"/>
                </a:lnTo>
                <a:lnTo>
                  <a:pt x="218" y="28"/>
                </a:lnTo>
                <a:lnTo>
                  <a:pt x="219" y="29"/>
                </a:lnTo>
                <a:lnTo>
                  <a:pt x="220" y="29"/>
                </a:lnTo>
                <a:lnTo>
                  <a:pt x="220" y="28"/>
                </a:lnTo>
                <a:lnTo>
                  <a:pt x="220" y="27"/>
                </a:lnTo>
                <a:lnTo>
                  <a:pt x="220" y="26"/>
                </a:lnTo>
                <a:lnTo>
                  <a:pt x="220" y="25"/>
                </a:lnTo>
                <a:lnTo>
                  <a:pt x="221" y="25"/>
                </a:lnTo>
                <a:lnTo>
                  <a:pt x="221" y="24"/>
                </a:lnTo>
                <a:lnTo>
                  <a:pt x="221" y="23"/>
                </a:lnTo>
                <a:lnTo>
                  <a:pt x="222" y="22"/>
                </a:lnTo>
                <a:lnTo>
                  <a:pt x="223" y="21"/>
                </a:lnTo>
                <a:lnTo>
                  <a:pt x="224" y="20"/>
                </a:lnTo>
                <a:lnTo>
                  <a:pt x="224" y="21"/>
                </a:lnTo>
                <a:lnTo>
                  <a:pt x="225" y="21"/>
                </a:lnTo>
                <a:lnTo>
                  <a:pt x="225" y="20"/>
                </a:lnTo>
                <a:lnTo>
                  <a:pt x="225" y="19"/>
                </a:lnTo>
                <a:lnTo>
                  <a:pt x="225" y="18"/>
                </a:lnTo>
                <a:lnTo>
                  <a:pt x="225" y="17"/>
                </a:lnTo>
                <a:lnTo>
                  <a:pt x="225" y="16"/>
                </a:lnTo>
                <a:lnTo>
                  <a:pt x="225" y="14"/>
                </a:lnTo>
                <a:lnTo>
                  <a:pt x="226" y="14"/>
                </a:lnTo>
                <a:lnTo>
                  <a:pt x="226" y="13"/>
                </a:lnTo>
                <a:lnTo>
                  <a:pt x="226" y="12"/>
                </a:lnTo>
                <a:lnTo>
                  <a:pt x="225" y="11"/>
                </a:lnTo>
                <a:lnTo>
                  <a:pt x="225" y="10"/>
                </a:lnTo>
                <a:lnTo>
                  <a:pt x="226" y="10"/>
                </a:lnTo>
                <a:lnTo>
                  <a:pt x="227" y="9"/>
                </a:lnTo>
                <a:lnTo>
                  <a:pt x="227" y="10"/>
                </a:lnTo>
                <a:lnTo>
                  <a:pt x="227" y="9"/>
                </a:lnTo>
                <a:lnTo>
                  <a:pt x="228" y="9"/>
                </a:lnTo>
                <a:lnTo>
                  <a:pt x="229" y="8"/>
                </a:lnTo>
                <a:lnTo>
                  <a:pt x="231" y="8"/>
                </a:lnTo>
                <a:lnTo>
                  <a:pt x="232" y="8"/>
                </a:lnTo>
                <a:lnTo>
                  <a:pt x="234" y="8"/>
                </a:lnTo>
                <a:lnTo>
                  <a:pt x="236" y="8"/>
                </a:lnTo>
                <a:lnTo>
                  <a:pt x="237" y="8"/>
                </a:lnTo>
                <a:lnTo>
                  <a:pt x="238" y="8"/>
                </a:lnTo>
                <a:lnTo>
                  <a:pt x="239" y="7"/>
                </a:lnTo>
                <a:lnTo>
                  <a:pt x="240" y="7"/>
                </a:lnTo>
                <a:lnTo>
                  <a:pt x="241" y="8"/>
                </a:lnTo>
                <a:lnTo>
                  <a:pt x="242" y="8"/>
                </a:lnTo>
                <a:lnTo>
                  <a:pt x="243" y="8"/>
                </a:lnTo>
                <a:lnTo>
                  <a:pt x="244" y="7"/>
                </a:lnTo>
                <a:lnTo>
                  <a:pt x="246" y="7"/>
                </a:lnTo>
                <a:lnTo>
                  <a:pt x="247" y="7"/>
                </a:lnTo>
                <a:lnTo>
                  <a:pt x="247" y="8"/>
                </a:lnTo>
                <a:lnTo>
                  <a:pt x="248" y="8"/>
                </a:lnTo>
                <a:lnTo>
                  <a:pt x="249" y="7"/>
                </a:lnTo>
                <a:lnTo>
                  <a:pt x="248" y="6"/>
                </a:lnTo>
                <a:lnTo>
                  <a:pt x="249" y="6"/>
                </a:lnTo>
                <a:lnTo>
                  <a:pt x="249" y="5"/>
                </a:lnTo>
                <a:lnTo>
                  <a:pt x="250" y="4"/>
                </a:lnTo>
                <a:lnTo>
                  <a:pt x="250" y="3"/>
                </a:lnTo>
                <a:lnTo>
                  <a:pt x="249" y="3"/>
                </a:lnTo>
                <a:lnTo>
                  <a:pt x="250" y="3"/>
                </a:lnTo>
                <a:lnTo>
                  <a:pt x="251" y="3"/>
                </a:lnTo>
                <a:lnTo>
                  <a:pt x="252" y="3"/>
                </a:lnTo>
                <a:lnTo>
                  <a:pt x="252" y="2"/>
                </a:lnTo>
                <a:lnTo>
                  <a:pt x="253" y="2"/>
                </a:lnTo>
                <a:lnTo>
                  <a:pt x="254" y="2"/>
                </a:lnTo>
                <a:lnTo>
                  <a:pt x="256" y="2"/>
                </a:lnTo>
                <a:lnTo>
                  <a:pt x="257" y="2"/>
                </a:lnTo>
                <a:lnTo>
                  <a:pt x="258" y="2"/>
                </a:lnTo>
                <a:lnTo>
                  <a:pt x="258" y="1"/>
                </a:lnTo>
                <a:lnTo>
                  <a:pt x="259" y="0"/>
                </a:lnTo>
                <a:lnTo>
                  <a:pt x="26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2262240" y="1711800"/>
            <a:ext cx="4680" cy="1440"/>
          </a:xfrm>
          <a:custGeom>
            <a:avLst/>
            <a:gdLst/>
            <a:ahLst/>
            <a:rect l="0" t="0" r="r" b="b"/>
            <a:pathLst>
              <a:path w="13" h="4">
                <a:moveTo>
                  <a:pt x="8" y="1"/>
                </a:moveTo>
                <a:lnTo>
                  <a:pt x="9" y="1"/>
                </a:lnTo>
                <a:lnTo>
                  <a:pt x="10" y="1"/>
                </a:lnTo>
                <a:lnTo>
                  <a:pt x="11" y="1"/>
                </a:lnTo>
                <a:lnTo>
                  <a:pt x="11" y="3"/>
                </a:lnTo>
                <a:lnTo>
                  <a:pt x="13" y="3"/>
                </a:lnTo>
                <a:lnTo>
                  <a:pt x="11" y="4"/>
                </a:lnTo>
                <a:lnTo>
                  <a:pt x="10" y="4"/>
                </a:lnTo>
                <a:lnTo>
                  <a:pt x="9" y="3"/>
                </a:lnTo>
                <a:lnTo>
                  <a:pt x="8" y="3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3" y="3"/>
                </a:lnTo>
                <a:lnTo>
                  <a:pt x="2" y="1"/>
                </a:lnTo>
                <a:lnTo>
                  <a:pt x="0" y="1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2297520" y="19918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1"/>
                </a:lnTo>
                <a:lnTo>
                  <a:pt x="4" y="3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2298960" y="199116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4" y="4"/>
                </a:moveTo>
                <a:lnTo>
                  <a:pt x="4" y="5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  <a:lnTo>
                  <a:pt x="4" y="1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2300400" y="1989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2301120" y="19850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0" y="2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2317320" y="1982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2316240" y="198036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2" y="0"/>
                </a:moveTo>
                <a:lnTo>
                  <a:pt x="3" y="0"/>
                </a:lnTo>
                <a:lnTo>
                  <a:pt x="3" y="1"/>
                </a:lnTo>
                <a:lnTo>
                  <a:pt x="5" y="1"/>
                </a:lnTo>
                <a:lnTo>
                  <a:pt x="6" y="2"/>
                </a:lnTo>
                <a:lnTo>
                  <a:pt x="6" y="4"/>
                </a:lnTo>
                <a:lnTo>
                  <a:pt x="7" y="4"/>
                </a:lnTo>
                <a:lnTo>
                  <a:pt x="6" y="4"/>
                </a:lnTo>
                <a:lnTo>
                  <a:pt x="5" y="2"/>
                </a:lnTo>
                <a:lnTo>
                  <a:pt x="5" y="4"/>
                </a:lnTo>
                <a:lnTo>
                  <a:pt x="2" y="2"/>
                </a:lnTo>
                <a:lnTo>
                  <a:pt x="2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2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2318400" y="1980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2318760" y="19807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2317680" y="19800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2322000" y="1975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2321280" y="19753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2320920" y="1974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1" y="2"/>
                </a:moveTo>
                <a:lnTo>
                  <a:pt x="3" y="0"/>
                </a:lnTo>
                <a:lnTo>
                  <a:pt x="4" y="0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2320200" y="1974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2309040" y="19742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2313720" y="19731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4"/>
                </a:move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2309400" y="19728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2308680" y="1972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2311560" y="1972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2311200" y="1971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2319480" y="1969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2319120" y="19699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2319120" y="1969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2317320" y="19688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2319120" y="196776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4"/>
                </a:move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2321640" y="19677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2317680" y="1966320"/>
            <a:ext cx="3960" cy="2160"/>
          </a:xfrm>
          <a:custGeom>
            <a:avLst/>
            <a:gdLst/>
            <a:ahLst/>
            <a:rect l="0" t="0" r="r" b="b"/>
            <a:pathLst>
              <a:path w="11" h="6">
                <a:moveTo>
                  <a:pt x="10" y="2"/>
                </a:moveTo>
                <a:lnTo>
                  <a:pt x="9" y="2"/>
                </a:lnTo>
                <a:lnTo>
                  <a:pt x="8" y="2"/>
                </a:lnTo>
                <a:lnTo>
                  <a:pt x="9" y="2"/>
                </a:lnTo>
                <a:lnTo>
                  <a:pt x="9" y="3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8" y="5"/>
                </a:lnTo>
                <a:lnTo>
                  <a:pt x="7" y="5"/>
                </a:lnTo>
                <a:lnTo>
                  <a:pt x="6" y="5"/>
                </a:lnTo>
                <a:lnTo>
                  <a:pt x="5" y="6"/>
                </a:lnTo>
                <a:lnTo>
                  <a:pt x="4" y="6"/>
                </a:lnTo>
                <a:lnTo>
                  <a:pt x="3" y="5"/>
                </a:lnTo>
                <a:lnTo>
                  <a:pt x="3" y="6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3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6" y="1"/>
                </a:lnTo>
                <a:lnTo>
                  <a:pt x="7" y="1"/>
                </a:lnTo>
                <a:lnTo>
                  <a:pt x="8" y="0"/>
                </a:lnTo>
                <a:lnTo>
                  <a:pt x="9" y="0"/>
                </a:lnTo>
                <a:lnTo>
                  <a:pt x="10" y="1"/>
                </a:lnTo>
                <a:lnTo>
                  <a:pt x="10" y="0"/>
                </a:lnTo>
                <a:lnTo>
                  <a:pt x="11" y="1"/>
                </a:lnTo>
                <a:lnTo>
                  <a:pt x="1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2315520" y="196560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4" y="1"/>
                </a:moveTo>
                <a:lnTo>
                  <a:pt x="4" y="3"/>
                </a:lnTo>
                <a:lnTo>
                  <a:pt x="5" y="3"/>
                </a:lnTo>
                <a:lnTo>
                  <a:pt x="6" y="3"/>
                </a:lnTo>
                <a:lnTo>
                  <a:pt x="7" y="1"/>
                </a:lnTo>
                <a:lnTo>
                  <a:pt x="6" y="3"/>
                </a:lnTo>
                <a:lnTo>
                  <a:pt x="6" y="4"/>
                </a:lnTo>
                <a:lnTo>
                  <a:pt x="5" y="4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2319480" y="19659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1" y="2"/>
                </a:move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2318040" y="196452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5" y="5"/>
                </a:move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4" y="2"/>
                </a:lnTo>
                <a:lnTo>
                  <a:pt x="5" y="0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5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2318400" y="19641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2316240" y="1961640"/>
            <a:ext cx="3240" cy="2520"/>
          </a:xfrm>
          <a:custGeom>
            <a:avLst/>
            <a:gdLst/>
            <a:ahLst/>
            <a:rect l="0" t="0" r="r" b="b"/>
            <a:pathLst>
              <a:path w="9" h="7">
                <a:moveTo>
                  <a:pt x="7" y="2"/>
                </a:moveTo>
                <a:lnTo>
                  <a:pt x="8" y="0"/>
                </a:lnTo>
                <a:lnTo>
                  <a:pt x="8" y="2"/>
                </a:lnTo>
                <a:lnTo>
                  <a:pt x="9" y="3"/>
                </a:lnTo>
                <a:lnTo>
                  <a:pt x="9" y="5"/>
                </a:lnTo>
                <a:lnTo>
                  <a:pt x="8" y="5"/>
                </a:lnTo>
                <a:lnTo>
                  <a:pt x="7" y="5"/>
                </a:lnTo>
                <a:lnTo>
                  <a:pt x="6" y="7"/>
                </a:lnTo>
                <a:lnTo>
                  <a:pt x="6" y="5"/>
                </a:lnTo>
                <a:lnTo>
                  <a:pt x="6" y="7"/>
                </a:lnTo>
                <a:lnTo>
                  <a:pt x="5" y="7"/>
                </a:lnTo>
                <a:lnTo>
                  <a:pt x="5" y="5"/>
                </a:lnTo>
                <a:lnTo>
                  <a:pt x="4" y="4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4" y="0"/>
                </a:lnTo>
                <a:lnTo>
                  <a:pt x="4" y="2"/>
                </a:lnTo>
                <a:lnTo>
                  <a:pt x="5" y="2"/>
                </a:lnTo>
                <a:lnTo>
                  <a:pt x="7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2320560" y="196128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4" y="1"/>
                </a:move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6" y="1"/>
                </a:lnTo>
                <a:lnTo>
                  <a:pt x="5" y="1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2316240" y="196092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5" y="1"/>
                </a:moveTo>
                <a:lnTo>
                  <a:pt x="3" y="1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2319480" y="196056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2323080" y="195912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2323800" y="19587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2319480" y="19548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2319840" y="19522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2320200" y="1951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2319120" y="1951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2319840" y="19512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0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2320560" y="19483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0" y="3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2321280" y="194796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3"/>
                </a:move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2218320" y="1844280"/>
            <a:ext cx="133920" cy="147960"/>
          </a:xfrm>
          <a:custGeom>
            <a:avLst/>
            <a:gdLst/>
            <a:ahLst/>
            <a:rect l="0" t="0" r="r" b="b"/>
            <a:pathLst>
              <a:path w="372" h="411">
                <a:moveTo>
                  <a:pt x="159" y="1"/>
                </a:moveTo>
                <a:lnTo>
                  <a:pt x="159" y="3"/>
                </a:lnTo>
                <a:lnTo>
                  <a:pt x="160" y="3"/>
                </a:lnTo>
                <a:lnTo>
                  <a:pt x="160" y="4"/>
                </a:lnTo>
                <a:lnTo>
                  <a:pt x="161" y="4"/>
                </a:lnTo>
                <a:lnTo>
                  <a:pt x="161" y="3"/>
                </a:lnTo>
                <a:lnTo>
                  <a:pt x="162" y="3"/>
                </a:lnTo>
                <a:lnTo>
                  <a:pt x="163" y="1"/>
                </a:lnTo>
                <a:lnTo>
                  <a:pt x="162" y="1"/>
                </a:lnTo>
                <a:lnTo>
                  <a:pt x="161" y="1"/>
                </a:lnTo>
                <a:lnTo>
                  <a:pt x="162" y="1"/>
                </a:lnTo>
                <a:lnTo>
                  <a:pt x="162" y="0"/>
                </a:lnTo>
                <a:lnTo>
                  <a:pt x="163" y="0"/>
                </a:lnTo>
                <a:lnTo>
                  <a:pt x="163" y="1"/>
                </a:lnTo>
                <a:lnTo>
                  <a:pt x="164" y="1"/>
                </a:lnTo>
                <a:lnTo>
                  <a:pt x="165" y="1"/>
                </a:lnTo>
                <a:lnTo>
                  <a:pt x="165" y="0"/>
                </a:lnTo>
                <a:lnTo>
                  <a:pt x="165" y="1"/>
                </a:lnTo>
                <a:lnTo>
                  <a:pt x="166" y="1"/>
                </a:lnTo>
                <a:lnTo>
                  <a:pt x="167" y="1"/>
                </a:lnTo>
                <a:lnTo>
                  <a:pt x="168" y="1"/>
                </a:lnTo>
                <a:lnTo>
                  <a:pt x="169" y="1"/>
                </a:lnTo>
                <a:lnTo>
                  <a:pt x="170" y="1"/>
                </a:lnTo>
                <a:lnTo>
                  <a:pt x="170" y="0"/>
                </a:lnTo>
                <a:lnTo>
                  <a:pt x="171" y="0"/>
                </a:lnTo>
                <a:lnTo>
                  <a:pt x="171" y="1"/>
                </a:lnTo>
                <a:lnTo>
                  <a:pt x="171" y="3"/>
                </a:lnTo>
                <a:lnTo>
                  <a:pt x="172" y="4"/>
                </a:lnTo>
                <a:lnTo>
                  <a:pt x="172" y="5"/>
                </a:lnTo>
                <a:lnTo>
                  <a:pt x="172" y="6"/>
                </a:lnTo>
                <a:lnTo>
                  <a:pt x="173" y="7"/>
                </a:lnTo>
                <a:lnTo>
                  <a:pt x="173" y="8"/>
                </a:lnTo>
                <a:lnTo>
                  <a:pt x="174" y="9"/>
                </a:lnTo>
                <a:lnTo>
                  <a:pt x="174" y="10"/>
                </a:lnTo>
                <a:lnTo>
                  <a:pt x="175" y="12"/>
                </a:lnTo>
                <a:lnTo>
                  <a:pt x="176" y="12"/>
                </a:lnTo>
                <a:lnTo>
                  <a:pt x="176" y="13"/>
                </a:lnTo>
                <a:lnTo>
                  <a:pt x="177" y="14"/>
                </a:lnTo>
                <a:lnTo>
                  <a:pt x="177" y="15"/>
                </a:lnTo>
                <a:lnTo>
                  <a:pt x="177" y="16"/>
                </a:lnTo>
                <a:lnTo>
                  <a:pt x="178" y="16"/>
                </a:lnTo>
                <a:lnTo>
                  <a:pt x="179" y="17"/>
                </a:lnTo>
                <a:lnTo>
                  <a:pt x="180" y="18"/>
                </a:lnTo>
                <a:lnTo>
                  <a:pt x="181" y="18"/>
                </a:lnTo>
                <a:lnTo>
                  <a:pt x="182" y="18"/>
                </a:lnTo>
                <a:lnTo>
                  <a:pt x="183" y="18"/>
                </a:lnTo>
                <a:lnTo>
                  <a:pt x="183" y="19"/>
                </a:lnTo>
                <a:lnTo>
                  <a:pt x="184" y="20"/>
                </a:lnTo>
                <a:lnTo>
                  <a:pt x="185" y="20"/>
                </a:lnTo>
                <a:lnTo>
                  <a:pt x="185" y="21"/>
                </a:lnTo>
                <a:lnTo>
                  <a:pt x="186" y="21"/>
                </a:lnTo>
                <a:lnTo>
                  <a:pt x="186" y="22"/>
                </a:lnTo>
                <a:lnTo>
                  <a:pt x="187" y="22"/>
                </a:lnTo>
                <a:lnTo>
                  <a:pt x="187" y="23"/>
                </a:lnTo>
                <a:lnTo>
                  <a:pt x="189" y="24"/>
                </a:lnTo>
                <a:lnTo>
                  <a:pt x="190" y="25"/>
                </a:lnTo>
                <a:lnTo>
                  <a:pt x="191" y="25"/>
                </a:lnTo>
                <a:lnTo>
                  <a:pt x="192" y="25"/>
                </a:lnTo>
                <a:lnTo>
                  <a:pt x="192" y="26"/>
                </a:lnTo>
                <a:lnTo>
                  <a:pt x="193" y="26"/>
                </a:lnTo>
                <a:lnTo>
                  <a:pt x="194" y="26"/>
                </a:lnTo>
                <a:lnTo>
                  <a:pt x="195" y="26"/>
                </a:lnTo>
                <a:lnTo>
                  <a:pt x="196" y="26"/>
                </a:lnTo>
                <a:lnTo>
                  <a:pt x="197" y="26"/>
                </a:lnTo>
                <a:lnTo>
                  <a:pt x="198" y="26"/>
                </a:lnTo>
                <a:lnTo>
                  <a:pt x="201" y="26"/>
                </a:lnTo>
                <a:lnTo>
                  <a:pt x="202" y="26"/>
                </a:lnTo>
                <a:lnTo>
                  <a:pt x="203" y="26"/>
                </a:lnTo>
                <a:lnTo>
                  <a:pt x="204" y="26"/>
                </a:lnTo>
                <a:lnTo>
                  <a:pt x="205" y="26"/>
                </a:lnTo>
                <a:lnTo>
                  <a:pt x="206" y="26"/>
                </a:lnTo>
                <a:lnTo>
                  <a:pt x="207" y="26"/>
                </a:lnTo>
                <a:lnTo>
                  <a:pt x="208" y="25"/>
                </a:lnTo>
                <a:lnTo>
                  <a:pt x="209" y="25"/>
                </a:lnTo>
                <a:lnTo>
                  <a:pt x="210" y="25"/>
                </a:lnTo>
                <a:lnTo>
                  <a:pt x="210" y="24"/>
                </a:lnTo>
                <a:lnTo>
                  <a:pt x="211" y="24"/>
                </a:lnTo>
                <a:lnTo>
                  <a:pt x="211" y="25"/>
                </a:lnTo>
                <a:lnTo>
                  <a:pt x="210" y="26"/>
                </a:lnTo>
                <a:lnTo>
                  <a:pt x="211" y="27"/>
                </a:lnTo>
                <a:lnTo>
                  <a:pt x="210" y="27"/>
                </a:lnTo>
                <a:lnTo>
                  <a:pt x="210" y="28"/>
                </a:lnTo>
                <a:lnTo>
                  <a:pt x="210" y="29"/>
                </a:lnTo>
                <a:lnTo>
                  <a:pt x="210" y="30"/>
                </a:lnTo>
                <a:lnTo>
                  <a:pt x="210" y="31"/>
                </a:lnTo>
                <a:lnTo>
                  <a:pt x="211" y="31"/>
                </a:lnTo>
                <a:lnTo>
                  <a:pt x="212" y="31"/>
                </a:lnTo>
                <a:lnTo>
                  <a:pt x="212" y="30"/>
                </a:lnTo>
                <a:lnTo>
                  <a:pt x="213" y="30"/>
                </a:lnTo>
                <a:lnTo>
                  <a:pt x="214" y="30"/>
                </a:lnTo>
                <a:lnTo>
                  <a:pt x="215" y="29"/>
                </a:lnTo>
                <a:lnTo>
                  <a:pt x="216" y="29"/>
                </a:lnTo>
                <a:lnTo>
                  <a:pt x="216" y="28"/>
                </a:lnTo>
                <a:lnTo>
                  <a:pt x="216" y="27"/>
                </a:lnTo>
                <a:lnTo>
                  <a:pt x="215" y="27"/>
                </a:lnTo>
                <a:lnTo>
                  <a:pt x="215" y="26"/>
                </a:lnTo>
                <a:lnTo>
                  <a:pt x="216" y="26"/>
                </a:lnTo>
                <a:lnTo>
                  <a:pt x="216" y="27"/>
                </a:lnTo>
                <a:lnTo>
                  <a:pt x="217" y="27"/>
                </a:lnTo>
                <a:lnTo>
                  <a:pt x="217" y="28"/>
                </a:lnTo>
                <a:lnTo>
                  <a:pt x="217" y="29"/>
                </a:lnTo>
                <a:lnTo>
                  <a:pt x="217" y="30"/>
                </a:lnTo>
                <a:lnTo>
                  <a:pt x="217" y="31"/>
                </a:lnTo>
                <a:lnTo>
                  <a:pt x="218" y="31"/>
                </a:lnTo>
                <a:lnTo>
                  <a:pt x="218" y="32"/>
                </a:lnTo>
                <a:lnTo>
                  <a:pt x="219" y="32"/>
                </a:lnTo>
                <a:lnTo>
                  <a:pt x="218" y="33"/>
                </a:lnTo>
                <a:lnTo>
                  <a:pt x="217" y="33"/>
                </a:lnTo>
                <a:lnTo>
                  <a:pt x="218" y="34"/>
                </a:lnTo>
                <a:lnTo>
                  <a:pt x="219" y="34"/>
                </a:lnTo>
                <a:lnTo>
                  <a:pt x="219" y="35"/>
                </a:lnTo>
                <a:lnTo>
                  <a:pt x="219" y="36"/>
                </a:lnTo>
                <a:lnTo>
                  <a:pt x="219" y="37"/>
                </a:lnTo>
                <a:lnTo>
                  <a:pt x="219" y="38"/>
                </a:lnTo>
                <a:lnTo>
                  <a:pt x="220" y="38"/>
                </a:lnTo>
                <a:lnTo>
                  <a:pt x="220" y="39"/>
                </a:lnTo>
                <a:lnTo>
                  <a:pt x="221" y="39"/>
                </a:lnTo>
                <a:lnTo>
                  <a:pt x="221" y="40"/>
                </a:lnTo>
                <a:lnTo>
                  <a:pt x="221" y="41"/>
                </a:lnTo>
                <a:lnTo>
                  <a:pt x="221" y="42"/>
                </a:lnTo>
                <a:lnTo>
                  <a:pt x="222" y="42"/>
                </a:lnTo>
                <a:lnTo>
                  <a:pt x="222" y="43"/>
                </a:lnTo>
                <a:lnTo>
                  <a:pt x="223" y="44"/>
                </a:lnTo>
                <a:lnTo>
                  <a:pt x="224" y="43"/>
                </a:lnTo>
                <a:lnTo>
                  <a:pt x="224" y="42"/>
                </a:lnTo>
                <a:lnTo>
                  <a:pt x="225" y="42"/>
                </a:lnTo>
                <a:lnTo>
                  <a:pt x="225" y="41"/>
                </a:lnTo>
                <a:lnTo>
                  <a:pt x="226" y="40"/>
                </a:lnTo>
                <a:lnTo>
                  <a:pt x="226" y="39"/>
                </a:lnTo>
                <a:lnTo>
                  <a:pt x="227" y="39"/>
                </a:lnTo>
                <a:lnTo>
                  <a:pt x="227" y="38"/>
                </a:lnTo>
                <a:lnTo>
                  <a:pt x="228" y="37"/>
                </a:lnTo>
                <a:lnTo>
                  <a:pt x="228" y="36"/>
                </a:lnTo>
                <a:lnTo>
                  <a:pt x="229" y="36"/>
                </a:lnTo>
                <a:lnTo>
                  <a:pt x="229" y="35"/>
                </a:lnTo>
                <a:lnTo>
                  <a:pt x="230" y="35"/>
                </a:lnTo>
                <a:lnTo>
                  <a:pt x="230" y="34"/>
                </a:lnTo>
                <a:lnTo>
                  <a:pt x="231" y="34"/>
                </a:lnTo>
                <a:lnTo>
                  <a:pt x="232" y="34"/>
                </a:lnTo>
                <a:lnTo>
                  <a:pt x="233" y="34"/>
                </a:lnTo>
                <a:lnTo>
                  <a:pt x="234" y="34"/>
                </a:lnTo>
                <a:lnTo>
                  <a:pt x="235" y="34"/>
                </a:lnTo>
                <a:lnTo>
                  <a:pt x="236" y="34"/>
                </a:lnTo>
                <a:lnTo>
                  <a:pt x="237" y="35"/>
                </a:lnTo>
                <a:lnTo>
                  <a:pt x="237" y="34"/>
                </a:lnTo>
                <a:lnTo>
                  <a:pt x="237" y="33"/>
                </a:lnTo>
                <a:lnTo>
                  <a:pt x="238" y="33"/>
                </a:lnTo>
                <a:lnTo>
                  <a:pt x="238" y="32"/>
                </a:lnTo>
                <a:lnTo>
                  <a:pt x="239" y="31"/>
                </a:lnTo>
                <a:lnTo>
                  <a:pt x="240" y="31"/>
                </a:lnTo>
                <a:lnTo>
                  <a:pt x="240" y="32"/>
                </a:lnTo>
                <a:lnTo>
                  <a:pt x="241" y="32"/>
                </a:lnTo>
                <a:lnTo>
                  <a:pt x="241" y="31"/>
                </a:lnTo>
                <a:lnTo>
                  <a:pt x="242" y="31"/>
                </a:lnTo>
                <a:lnTo>
                  <a:pt x="242" y="30"/>
                </a:lnTo>
                <a:lnTo>
                  <a:pt x="242" y="29"/>
                </a:lnTo>
                <a:lnTo>
                  <a:pt x="242" y="28"/>
                </a:lnTo>
                <a:lnTo>
                  <a:pt x="242" y="27"/>
                </a:lnTo>
                <a:lnTo>
                  <a:pt x="242" y="26"/>
                </a:lnTo>
                <a:lnTo>
                  <a:pt x="242" y="25"/>
                </a:lnTo>
                <a:lnTo>
                  <a:pt x="241" y="25"/>
                </a:lnTo>
                <a:lnTo>
                  <a:pt x="241" y="24"/>
                </a:lnTo>
                <a:lnTo>
                  <a:pt x="240" y="24"/>
                </a:lnTo>
                <a:lnTo>
                  <a:pt x="239" y="23"/>
                </a:lnTo>
                <a:lnTo>
                  <a:pt x="240" y="23"/>
                </a:lnTo>
                <a:lnTo>
                  <a:pt x="240" y="22"/>
                </a:lnTo>
                <a:lnTo>
                  <a:pt x="241" y="22"/>
                </a:lnTo>
                <a:lnTo>
                  <a:pt x="241" y="23"/>
                </a:lnTo>
                <a:lnTo>
                  <a:pt x="242" y="22"/>
                </a:lnTo>
                <a:lnTo>
                  <a:pt x="244" y="22"/>
                </a:lnTo>
                <a:lnTo>
                  <a:pt x="244" y="23"/>
                </a:lnTo>
                <a:lnTo>
                  <a:pt x="245" y="23"/>
                </a:lnTo>
                <a:lnTo>
                  <a:pt x="245" y="22"/>
                </a:lnTo>
                <a:lnTo>
                  <a:pt x="246" y="21"/>
                </a:lnTo>
                <a:lnTo>
                  <a:pt x="247" y="21"/>
                </a:lnTo>
                <a:lnTo>
                  <a:pt x="247" y="20"/>
                </a:lnTo>
                <a:lnTo>
                  <a:pt x="247" y="19"/>
                </a:lnTo>
                <a:lnTo>
                  <a:pt x="247" y="20"/>
                </a:lnTo>
                <a:lnTo>
                  <a:pt x="248" y="19"/>
                </a:lnTo>
                <a:lnTo>
                  <a:pt x="247" y="19"/>
                </a:lnTo>
                <a:lnTo>
                  <a:pt x="248" y="19"/>
                </a:lnTo>
                <a:lnTo>
                  <a:pt x="249" y="19"/>
                </a:lnTo>
                <a:lnTo>
                  <a:pt x="250" y="19"/>
                </a:lnTo>
                <a:lnTo>
                  <a:pt x="250" y="18"/>
                </a:lnTo>
                <a:lnTo>
                  <a:pt x="251" y="18"/>
                </a:lnTo>
                <a:lnTo>
                  <a:pt x="252" y="18"/>
                </a:lnTo>
                <a:lnTo>
                  <a:pt x="253" y="19"/>
                </a:lnTo>
                <a:lnTo>
                  <a:pt x="254" y="19"/>
                </a:lnTo>
                <a:lnTo>
                  <a:pt x="254" y="20"/>
                </a:lnTo>
                <a:lnTo>
                  <a:pt x="255" y="20"/>
                </a:lnTo>
                <a:lnTo>
                  <a:pt x="256" y="20"/>
                </a:lnTo>
                <a:lnTo>
                  <a:pt x="257" y="19"/>
                </a:lnTo>
                <a:lnTo>
                  <a:pt x="258" y="19"/>
                </a:lnTo>
                <a:lnTo>
                  <a:pt x="258" y="18"/>
                </a:lnTo>
                <a:lnTo>
                  <a:pt x="258" y="17"/>
                </a:lnTo>
                <a:lnTo>
                  <a:pt x="259" y="17"/>
                </a:lnTo>
                <a:lnTo>
                  <a:pt x="260" y="17"/>
                </a:lnTo>
                <a:lnTo>
                  <a:pt x="260" y="18"/>
                </a:lnTo>
                <a:lnTo>
                  <a:pt x="261" y="18"/>
                </a:lnTo>
                <a:lnTo>
                  <a:pt x="262" y="18"/>
                </a:lnTo>
                <a:lnTo>
                  <a:pt x="263" y="18"/>
                </a:lnTo>
                <a:lnTo>
                  <a:pt x="262" y="18"/>
                </a:lnTo>
                <a:lnTo>
                  <a:pt x="262" y="17"/>
                </a:lnTo>
                <a:lnTo>
                  <a:pt x="263" y="17"/>
                </a:lnTo>
                <a:lnTo>
                  <a:pt x="263" y="16"/>
                </a:lnTo>
                <a:lnTo>
                  <a:pt x="264" y="16"/>
                </a:lnTo>
                <a:lnTo>
                  <a:pt x="264" y="17"/>
                </a:lnTo>
                <a:lnTo>
                  <a:pt x="265" y="17"/>
                </a:lnTo>
                <a:lnTo>
                  <a:pt x="266" y="17"/>
                </a:lnTo>
                <a:lnTo>
                  <a:pt x="267" y="17"/>
                </a:lnTo>
                <a:lnTo>
                  <a:pt x="267" y="18"/>
                </a:lnTo>
                <a:lnTo>
                  <a:pt x="267" y="19"/>
                </a:lnTo>
                <a:lnTo>
                  <a:pt x="268" y="20"/>
                </a:lnTo>
                <a:lnTo>
                  <a:pt x="268" y="21"/>
                </a:lnTo>
                <a:lnTo>
                  <a:pt x="268" y="22"/>
                </a:lnTo>
                <a:lnTo>
                  <a:pt x="267" y="22"/>
                </a:lnTo>
                <a:lnTo>
                  <a:pt x="267" y="23"/>
                </a:lnTo>
                <a:lnTo>
                  <a:pt x="267" y="24"/>
                </a:lnTo>
                <a:lnTo>
                  <a:pt x="268" y="24"/>
                </a:lnTo>
                <a:lnTo>
                  <a:pt x="268" y="25"/>
                </a:lnTo>
                <a:lnTo>
                  <a:pt x="268" y="26"/>
                </a:lnTo>
                <a:lnTo>
                  <a:pt x="268" y="28"/>
                </a:lnTo>
                <a:lnTo>
                  <a:pt x="268" y="29"/>
                </a:lnTo>
                <a:lnTo>
                  <a:pt x="268" y="28"/>
                </a:lnTo>
                <a:lnTo>
                  <a:pt x="267" y="29"/>
                </a:lnTo>
                <a:lnTo>
                  <a:pt x="267" y="30"/>
                </a:lnTo>
                <a:lnTo>
                  <a:pt x="268" y="30"/>
                </a:lnTo>
                <a:lnTo>
                  <a:pt x="269" y="30"/>
                </a:lnTo>
                <a:lnTo>
                  <a:pt x="269" y="31"/>
                </a:lnTo>
                <a:lnTo>
                  <a:pt x="270" y="31"/>
                </a:lnTo>
                <a:lnTo>
                  <a:pt x="270" y="32"/>
                </a:lnTo>
                <a:lnTo>
                  <a:pt x="269" y="32"/>
                </a:lnTo>
                <a:lnTo>
                  <a:pt x="269" y="33"/>
                </a:lnTo>
                <a:lnTo>
                  <a:pt x="269" y="34"/>
                </a:lnTo>
                <a:lnTo>
                  <a:pt x="268" y="35"/>
                </a:lnTo>
                <a:lnTo>
                  <a:pt x="267" y="35"/>
                </a:lnTo>
                <a:lnTo>
                  <a:pt x="267" y="36"/>
                </a:lnTo>
                <a:lnTo>
                  <a:pt x="267" y="37"/>
                </a:lnTo>
                <a:lnTo>
                  <a:pt x="268" y="37"/>
                </a:lnTo>
                <a:lnTo>
                  <a:pt x="268" y="36"/>
                </a:lnTo>
                <a:lnTo>
                  <a:pt x="269" y="36"/>
                </a:lnTo>
                <a:lnTo>
                  <a:pt x="270" y="36"/>
                </a:lnTo>
                <a:lnTo>
                  <a:pt x="271" y="36"/>
                </a:lnTo>
                <a:lnTo>
                  <a:pt x="271" y="37"/>
                </a:lnTo>
                <a:lnTo>
                  <a:pt x="271" y="38"/>
                </a:lnTo>
                <a:lnTo>
                  <a:pt x="272" y="38"/>
                </a:lnTo>
                <a:lnTo>
                  <a:pt x="272" y="37"/>
                </a:lnTo>
                <a:lnTo>
                  <a:pt x="271" y="37"/>
                </a:lnTo>
                <a:lnTo>
                  <a:pt x="272" y="37"/>
                </a:lnTo>
                <a:lnTo>
                  <a:pt x="272" y="36"/>
                </a:lnTo>
                <a:lnTo>
                  <a:pt x="273" y="36"/>
                </a:lnTo>
                <a:lnTo>
                  <a:pt x="273" y="35"/>
                </a:lnTo>
                <a:lnTo>
                  <a:pt x="274" y="35"/>
                </a:lnTo>
                <a:lnTo>
                  <a:pt x="274" y="34"/>
                </a:lnTo>
                <a:lnTo>
                  <a:pt x="275" y="34"/>
                </a:lnTo>
                <a:lnTo>
                  <a:pt x="277" y="34"/>
                </a:lnTo>
                <a:lnTo>
                  <a:pt x="278" y="34"/>
                </a:lnTo>
                <a:lnTo>
                  <a:pt x="279" y="34"/>
                </a:lnTo>
                <a:lnTo>
                  <a:pt x="279" y="35"/>
                </a:lnTo>
                <a:lnTo>
                  <a:pt x="279" y="36"/>
                </a:lnTo>
                <a:lnTo>
                  <a:pt x="280" y="36"/>
                </a:lnTo>
                <a:lnTo>
                  <a:pt x="280" y="37"/>
                </a:lnTo>
                <a:lnTo>
                  <a:pt x="280" y="38"/>
                </a:lnTo>
                <a:lnTo>
                  <a:pt x="279" y="38"/>
                </a:lnTo>
                <a:lnTo>
                  <a:pt x="279" y="39"/>
                </a:lnTo>
                <a:lnTo>
                  <a:pt x="279" y="42"/>
                </a:lnTo>
                <a:lnTo>
                  <a:pt x="280" y="42"/>
                </a:lnTo>
                <a:lnTo>
                  <a:pt x="281" y="42"/>
                </a:lnTo>
                <a:lnTo>
                  <a:pt x="281" y="41"/>
                </a:lnTo>
                <a:lnTo>
                  <a:pt x="282" y="42"/>
                </a:lnTo>
                <a:lnTo>
                  <a:pt x="283" y="42"/>
                </a:lnTo>
                <a:lnTo>
                  <a:pt x="284" y="42"/>
                </a:lnTo>
                <a:lnTo>
                  <a:pt x="285" y="42"/>
                </a:lnTo>
                <a:lnTo>
                  <a:pt x="285" y="41"/>
                </a:lnTo>
                <a:lnTo>
                  <a:pt x="285" y="42"/>
                </a:lnTo>
                <a:lnTo>
                  <a:pt x="286" y="42"/>
                </a:lnTo>
                <a:lnTo>
                  <a:pt x="286" y="41"/>
                </a:lnTo>
                <a:lnTo>
                  <a:pt x="287" y="41"/>
                </a:lnTo>
                <a:lnTo>
                  <a:pt x="288" y="41"/>
                </a:lnTo>
                <a:lnTo>
                  <a:pt x="288" y="42"/>
                </a:lnTo>
                <a:lnTo>
                  <a:pt x="289" y="42"/>
                </a:lnTo>
                <a:lnTo>
                  <a:pt x="289" y="43"/>
                </a:lnTo>
                <a:lnTo>
                  <a:pt x="289" y="44"/>
                </a:lnTo>
                <a:lnTo>
                  <a:pt x="291" y="45"/>
                </a:lnTo>
                <a:lnTo>
                  <a:pt x="291" y="46"/>
                </a:lnTo>
                <a:lnTo>
                  <a:pt x="292" y="46"/>
                </a:lnTo>
                <a:lnTo>
                  <a:pt x="292" y="47"/>
                </a:lnTo>
                <a:lnTo>
                  <a:pt x="292" y="48"/>
                </a:lnTo>
                <a:lnTo>
                  <a:pt x="292" y="49"/>
                </a:lnTo>
                <a:lnTo>
                  <a:pt x="292" y="50"/>
                </a:lnTo>
                <a:lnTo>
                  <a:pt x="292" y="51"/>
                </a:lnTo>
                <a:lnTo>
                  <a:pt x="291" y="51"/>
                </a:lnTo>
                <a:lnTo>
                  <a:pt x="291" y="53"/>
                </a:lnTo>
                <a:lnTo>
                  <a:pt x="290" y="70"/>
                </a:lnTo>
                <a:lnTo>
                  <a:pt x="290" y="71"/>
                </a:lnTo>
                <a:lnTo>
                  <a:pt x="289" y="75"/>
                </a:lnTo>
                <a:lnTo>
                  <a:pt x="289" y="77"/>
                </a:lnTo>
                <a:lnTo>
                  <a:pt x="289" y="84"/>
                </a:lnTo>
                <a:lnTo>
                  <a:pt x="292" y="84"/>
                </a:lnTo>
                <a:lnTo>
                  <a:pt x="293" y="80"/>
                </a:lnTo>
                <a:lnTo>
                  <a:pt x="296" y="81"/>
                </a:lnTo>
                <a:lnTo>
                  <a:pt x="298" y="82"/>
                </a:lnTo>
                <a:lnTo>
                  <a:pt x="302" y="85"/>
                </a:lnTo>
                <a:lnTo>
                  <a:pt x="301" y="86"/>
                </a:lnTo>
                <a:lnTo>
                  <a:pt x="304" y="89"/>
                </a:lnTo>
                <a:lnTo>
                  <a:pt x="305" y="90"/>
                </a:lnTo>
                <a:lnTo>
                  <a:pt x="308" y="91"/>
                </a:lnTo>
                <a:lnTo>
                  <a:pt x="310" y="93"/>
                </a:lnTo>
                <a:lnTo>
                  <a:pt x="312" y="96"/>
                </a:lnTo>
                <a:lnTo>
                  <a:pt x="316" y="99"/>
                </a:lnTo>
                <a:lnTo>
                  <a:pt x="317" y="101"/>
                </a:lnTo>
                <a:lnTo>
                  <a:pt x="319" y="104"/>
                </a:lnTo>
                <a:lnTo>
                  <a:pt x="320" y="106"/>
                </a:lnTo>
                <a:lnTo>
                  <a:pt x="323" y="110"/>
                </a:lnTo>
                <a:lnTo>
                  <a:pt x="323" y="111"/>
                </a:lnTo>
                <a:lnTo>
                  <a:pt x="325" y="114"/>
                </a:lnTo>
                <a:lnTo>
                  <a:pt x="326" y="116"/>
                </a:lnTo>
                <a:lnTo>
                  <a:pt x="326" y="115"/>
                </a:lnTo>
                <a:lnTo>
                  <a:pt x="328" y="114"/>
                </a:lnTo>
                <a:lnTo>
                  <a:pt x="330" y="120"/>
                </a:lnTo>
                <a:lnTo>
                  <a:pt x="329" y="121"/>
                </a:lnTo>
                <a:lnTo>
                  <a:pt x="330" y="121"/>
                </a:lnTo>
                <a:lnTo>
                  <a:pt x="331" y="122"/>
                </a:lnTo>
                <a:lnTo>
                  <a:pt x="332" y="122"/>
                </a:lnTo>
                <a:lnTo>
                  <a:pt x="333" y="123"/>
                </a:lnTo>
                <a:lnTo>
                  <a:pt x="334" y="123"/>
                </a:lnTo>
                <a:lnTo>
                  <a:pt x="335" y="124"/>
                </a:lnTo>
                <a:lnTo>
                  <a:pt x="336" y="123"/>
                </a:lnTo>
                <a:lnTo>
                  <a:pt x="337" y="124"/>
                </a:lnTo>
                <a:lnTo>
                  <a:pt x="338" y="124"/>
                </a:lnTo>
                <a:lnTo>
                  <a:pt x="339" y="124"/>
                </a:lnTo>
                <a:lnTo>
                  <a:pt x="342" y="126"/>
                </a:lnTo>
                <a:lnTo>
                  <a:pt x="343" y="126"/>
                </a:lnTo>
                <a:lnTo>
                  <a:pt x="343" y="127"/>
                </a:lnTo>
                <a:lnTo>
                  <a:pt x="342" y="127"/>
                </a:lnTo>
                <a:lnTo>
                  <a:pt x="343" y="127"/>
                </a:lnTo>
                <a:lnTo>
                  <a:pt x="344" y="127"/>
                </a:lnTo>
                <a:lnTo>
                  <a:pt x="345" y="128"/>
                </a:lnTo>
                <a:lnTo>
                  <a:pt x="346" y="128"/>
                </a:lnTo>
                <a:lnTo>
                  <a:pt x="348" y="129"/>
                </a:lnTo>
                <a:lnTo>
                  <a:pt x="349" y="129"/>
                </a:lnTo>
                <a:lnTo>
                  <a:pt x="351" y="129"/>
                </a:lnTo>
                <a:lnTo>
                  <a:pt x="352" y="129"/>
                </a:lnTo>
                <a:lnTo>
                  <a:pt x="353" y="131"/>
                </a:lnTo>
                <a:lnTo>
                  <a:pt x="353" y="132"/>
                </a:lnTo>
                <a:lnTo>
                  <a:pt x="353" y="133"/>
                </a:lnTo>
                <a:lnTo>
                  <a:pt x="354" y="133"/>
                </a:lnTo>
                <a:lnTo>
                  <a:pt x="355" y="133"/>
                </a:lnTo>
                <a:lnTo>
                  <a:pt x="356" y="133"/>
                </a:lnTo>
                <a:lnTo>
                  <a:pt x="359" y="133"/>
                </a:lnTo>
                <a:lnTo>
                  <a:pt x="360" y="133"/>
                </a:lnTo>
                <a:lnTo>
                  <a:pt x="360" y="134"/>
                </a:lnTo>
                <a:lnTo>
                  <a:pt x="361" y="134"/>
                </a:lnTo>
                <a:lnTo>
                  <a:pt x="361" y="133"/>
                </a:lnTo>
                <a:lnTo>
                  <a:pt x="362" y="132"/>
                </a:lnTo>
                <a:lnTo>
                  <a:pt x="362" y="133"/>
                </a:lnTo>
                <a:lnTo>
                  <a:pt x="363" y="133"/>
                </a:lnTo>
                <a:lnTo>
                  <a:pt x="365" y="133"/>
                </a:lnTo>
                <a:lnTo>
                  <a:pt x="366" y="133"/>
                </a:lnTo>
                <a:lnTo>
                  <a:pt x="367" y="132"/>
                </a:lnTo>
                <a:lnTo>
                  <a:pt x="368" y="132"/>
                </a:lnTo>
                <a:lnTo>
                  <a:pt x="368" y="131"/>
                </a:lnTo>
                <a:lnTo>
                  <a:pt x="369" y="131"/>
                </a:lnTo>
                <a:lnTo>
                  <a:pt x="370" y="131"/>
                </a:lnTo>
                <a:lnTo>
                  <a:pt x="371" y="131"/>
                </a:lnTo>
                <a:lnTo>
                  <a:pt x="372" y="132"/>
                </a:lnTo>
                <a:lnTo>
                  <a:pt x="372" y="133"/>
                </a:lnTo>
                <a:lnTo>
                  <a:pt x="372" y="134"/>
                </a:lnTo>
                <a:lnTo>
                  <a:pt x="371" y="134"/>
                </a:lnTo>
                <a:lnTo>
                  <a:pt x="370" y="134"/>
                </a:lnTo>
                <a:lnTo>
                  <a:pt x="369" y="134"/>
                </a:lnTo>
                <a:lnTo>
                  <a:pt x="369" y="135"/>
                </a:lnTo>
                <a:lnTo>
                  <a:pt x="368" y="135"/>
                </a:lnTo>
                <a:lnTo>
                  <a:pt x="367" y="136"/>
                </a:lnTo>
                <a:lnTo>
                  <a:pt x="366" y="136"/>
                </a:lnTo>
                <a:lnTo>
                  <a:pt x="366" y="137"/>
                </a:lnTo>
                <a:lnTo>
                  <a:pt x="365" y="137"/>
                </a:lnTo>
                <a:lnTo>
                  <a:pt x="364" y="137"/>
                </a:lnTo>
                <a:lnTo>
                  <a:pt x="363" y="138"/>
                </a:lnTo>
                <a:lnTo>
                  <a:pt x="362" y="139"/>
                </a:lnTo>
                <a:lnTo>
                  <a:pt x="361" y="139"/>
                </a:lnTo>
                <a:lnTo>
                  <a:pt x="360" y="139"/>
                </a:lnTo>
                <a:lnTo>
                  <a:pt x="359" y="140"/>
                </a:lnTo>
                <a:lnTo>
                  <a:pt x="358" y="140"/>
                </a:lnTo>
                <a:lnTo>
                  <a:pt x="357" y="141"/>
                </a:lnTo>
                <a:lnTo>
                  <a:pt x="356" y="142"/>
                </a:lnTo>
                <a:lnTo>
                  <a:pt x="355" y="143"/>
                </a:lnTo>
                <a:lnTo>
                  <a:pt x="354" y="143"/>
                </a:lnTo>
                <a:lnTo>
                  <a:pt x="353" y="143"/>
                </a:lnTo>
                <a:lnTo>
                  <a:pt x="353" y="144"/>
                </a:lnTo>
                <a:lnTo>
                  <a:pt x="353" y="145"/>
                </a:lnTo>
                <a:lnTo>
                  <a:pt x="352" y="146"/>
                </a:lnTo>
                <a:lnTo>
                  <a:pt x="351" y="147"/>
                </a:lnTo>
                <a:lnTo>
                  <a:pt x="350" y="147"/>
                </a:lnTo>
                <a:lnTo>
                  <a:pt x="350" y="148"/>
                </a:lnTo>
                <a:lnTo>
                  <a:pt x="349" y="148"/>
                </a:lnTo>
                <a:lnTo>
                  <a:pt x="350" y="149"/>
                </a:lnTo>
                <a:lnTo>
                  <a:pt x="349" y="150"/>
                </a:lnTo>
                <a:lnTo>
                  <a:pt x="349" y="151"/>
                </a:lnTo>
                <a:lnTo>
                  <a:pt x="347" y="152"/>
                </a:lnTo>
                <a:lnTo>
                  <a:pt x="346" y="153"/>
                </a:lnTo>
                <a:lnTo>
                  <a:pt x="345" y="153"/>
                </a:lnTo>
                <a:lnTo>
                  <a:pt x="344" y="154"/>
                </a:lnTo>
                <a:lnTo>
                  <a:pt x="343" y="154"/>
                </a:lnTo>
                <a:lnTo>
                  <a:pt x="341" y="155"/>
                </a:lnTo>
                <a:lnTo>
                  <a:pt x="340" y="156"/>
                </a:lnTo>
                <a:lnTo>
                  <a:pt x="340" y="157"/>
                </a:lnTo>
                <a:lnTo>
                  <a:pt x="339" y="157"/>
                </a:lnTo>
                <a:lnTo>
                  <a:pt x="339" y="158"/>
                </a:lnTo>
                <a:lnTo>
                  <a:pt x="338" y="159"/>
                </a:lnTo>
                <a:lnTo>
                  <a:pt x="337" y="159"/>
                </a:lnTo>
                <a:lnTo>
                  <a:pt x="337" y="161"/>
                </a:lnTo>
                <a:lnTo>
                  <a:pt x="336" y="161"/>
                </a:lnTo>
                <a:lnTo>
                  <a:pt x="336" y="162"/>
                </a:lnTo>
                <a:lnTo>
                  <a:pt x="335" y="163"/>
                </a:lnTo>
                <a:lnTo>
                  <a:pt x="334" y="164"/>
                </a:lnTo>
                <a:lnTo>
                  <a:pt x="333" y="165"/>
                </a:lnTo>
                <a:lnTo>
                  <a:pt x="333" y="166"/>
                </a:lnTo>
                <a:lnTo>
                  <a:pt x="332" y="166"/>
                </a:lnTo>
                <a:lnTo>
                  <a:pt x="331" y="166"/>
                </a:lnTo>
                <a:lnTo>
                  <a:pt x="330" y="167"/>
                </a:lnTo>
                <a:lnTo>
                  <a:pt x="328" y="168"/>
                </a:lnTo>
                <a:lnTo>
                  <a:pt x="328" y="167"/>
                </a:lnTo>
                <a:lnTo>
                  <a:pt x="327" y="168"/>
                </a:lnTo>
                <a:lnTo>
                  <a:pt x="326" y="168"/>
                </a:lnTo>
                <a:lnTo>
                  <a:pt x="325" y="168"/>
                </a:lnTo>
                <a:lnTo>
                  <a:pt x="324" y="168"/>
                </a:lnTo>
                <a:lnTo>
                  <a:pt x="323" y="168"/>
                </a:lnTo>
                <a:lnTo>
                  <a:pt x="322" y="168"/>
                </a:lnTo>
                <a:lnTo>
                  <a:pt x="321" y="168"/>
                </a:lnTo>
                <a:lnTo>
                  <a:pt x="320" y="168"/>
                </a:lnTo>
                <a:lnTo>
                  <a:pt x="320" y="169"/>
                </a:lnTo>
                <a:lnTo>
                  <a:pt x="319" y="169"/>
                </a:lnTo>
                <a:lnTo>
                  <a:pt x="319" y="170"/>
                </a:lnTo>
                <a:lnTo>
                  <a:pt x="319" y="169"/>
                </a:lnTo>
                <a:lnTo>
                  <a:pt x="319" y="170"/>
                </a:lnTo>
                <a:lnTo>
                  <a:pt x="318" y="170"/>
                </a:lnTo>
                <a:lnTo>
                  <a:pt x="318" y="171"/>
                </a:lnTo>
                <a:lnTo>
                  <a:pt x="317" y="171"/>
                </a:lnTo>
                <a:lnTo>
                  <a:pt x="317" y="172"/>
                </a:lnTo>
                <a:lnTo>
                  <a:pt x="316" y="172"/>
                </a:lnTo>
                <a:lnTo>
                  <a:pt x="316" y="171"/>
                </a:lnTo>
                <a:lnTo>
                  <a:pt x="316" y="170"/>
                </a:lnTo>
                <a:lnTo>
                  <a:pt x="311" y="171"/>
                </a:lnTo>
                <a:lnTo>
                  <a:pt x="310" y="171"/>
                </a:lnTo>
                <a:lnTo>
                  <a:pt x="309" y="171"/>
                </a:lnTo>
                <a:lnTo>
                  <a:pt x="309" y="172"/>
                </a:lnTo>
                <a:lnTo>
                  <a:pt x="310" y="172"/>
                </a:lnTo>
                <a:lnTo>
                  <a:pt x="310" y="173"/>
                </a:lnTo>
                <a:lnTo>
                  <a:pt x="309" y="173"/>
                </a:lnTo>
                <a:lnTo>
                  <a:pt x="308" y="175"/>
                </a:lnTo>
                <a:lnTo>
                  <a:pt x="307" y="175"/>
                </a:lnTo>
                <a:lnTo>
                  <a:pt x="307" y="176"/>
                </a:lnTo>
                <a:lnTo>
                  <a:pt x="307" y="177"/>
                </a:lnTo>
                <a:lnTo>
                  <a:pt x="308" y="177"/>
                </a:lnTo>
                <a:lnTo>
                  <a:pt x="308" y="178"/>
                </a:lnTo>
                <a:lnTo>
                  <a:pt x="309" y="179"/>
                </a:lnTo>
                <a:lnTo>
                  <a:pt x="308" y="180"/>
                </a:lnTo>
                <a:lnTo>
                  <a:pt x="308" y="181"/>
                </a:lnTo>
                <a:lnTo>
                  <a:pt x="307" y="181"/>
                </a:lnTo>
                <a:lnTo>
                  <a:pt x="307" y="182"/>
                </a:lnTo>
                <a:lnTo>
                  <a:pt x="308" y="182"/>
                </a:lnTo>
                <a:lnTo>
                  <a:pt x="309" y="181"/>
                </a:lnTo>
                <a:lnTo>
                  <a:pt x="310" y="181"/>
                </a:lnTo>
                <a:lnTo>
                  <a:pt x="311" y="181"/>
                </a:lnTo>
                <a:lnTo>
                  <a:pt x="310" y="180"/>
                </a:lnTo>
                <a:lnTo>
                  <a:pt x="310" y="179"/>
                </a:lnTo>
                <a:lnTo>
                  <a:pt x="311" y="179"/>
                </a:lnTo>
                <a:lnTo>
                  <a:pt x="311" y="178"/>
                </a:lnTo>
                <a:lnTo>
                  <a:pt x="311" y="176"/>
                </a:lnTo>
                <a:lnTo>
                  <a:pt x="312" y="175"/>
                </a:lnTo>
                <a:lnTo>
                  <a:pt x="314" y="175"/>
                </a:lnTo>
                <a:lnTo>
                  <a:pt x="315" y="174"/>
                </a:lnTo>
                <a:lnTo>
                  <a:pt x="315" y="173"/>
                </a:lnTo>
                <a:lnTo>
                  <a:pt x="316" y="175"/>
                </a:lnTo>
                <a:lnTo>
                  <a:pt x="317" y="176"/>
                </a:lnTo>
                <a:lnTo>
                  <a:pt x="317" y="177"/>
                </a:lnTo>
                <a:lnTo>
                  <a:pt x="316" y="177"/>
                </a:lnTo>
                <a:lnTo>
                  <a:pt x="317" y="177"/>
                </a:lnTo>
                <a:lnTo>
                  <a:pt x="317" y="178"/>
                </a:lnTo>
                <a:lnTo>
                  <a:pt x="316" y="178"/>
                </a:lnTo>
                <a:lnTo>
                  <a:pt x="316" y="179"/>
                </a:lnTo>
                <a:lnTo>
                  <a:pt x="315" y="180"/>
                </a:lnTo>
                <a:lnTo>
                  <a:pt x="316" y="180"/>
                </a:lnTo>
                <a:lnTo>
                  <a:pt x="316" y="181"/>
                </a:lnTo>
                <a:lnTo>
                  <a:pt x="315" y="181"/>
                </a:lnTo>
                <a:lnTo>
                  <a:pt x="314" y="181"/>
                </a:lnTo>
                <a:lnTo>
                  <a:pt x="312" y="182"/>
                </a:lnTo>
                <a:lnTo>
                  <a:pt x="312" y="184"/>
                </a:lnTo>
                <a:lnTo>
                  <a:pt x="312" y="183"/>
                </a:lnTo>
                <a:lnTo>
                  <a:pt x="314" y="183"/>
                </a:lnTo>
                <a:lnTo>
                  <a:pt x="315" y="183"/>
                </a:lnTo>
                <a:lnTo>
                  <a:pt x="316" y="183"/>
                </a:lnTo>
                <a:lnTo>
                  <a:pt x="316" y="182"/>
                </a:lnTo>
                <a:lnTo>
                  <a:pt x="317" y="182"/>
                </a:lnTo>
                <a:lnTo>
                  <a:pt x="317" y="181"/>
                </a:lnTo>
                <a:lnTo>
                  <a:pt x="318" y="179"/>
                </a:lnTo>
                <a:lnTo>
                  <a:pt x="318" y="178"/>
                </a:lnTo>
                <a:lnTo>
                  <a:pt x="318" y="177"/>
                </a:lnTo>
                <a:lnTo>
                  <a:pt x="319" y="177"/>
                </a:lnTo>
                <a:lnTo>
                  <a:pt x="320" y="176"/>
                </a:lnTo>
                <a:lnTo>
                  <a:pt x="320" y="175"/>
                </a:lnTo>
                <a:lnTo>
                  <a:pt x="322" y="175"/>
                </a:lnTo>
                <a:lnTo>
                  <a:pt x="326" y="173"/>
                </a:lnTo>
                <a:lnTo>
                  <a:pt x="327" y="173"/>
                </a:lnTo>
                <a:lnTo>
                  <a:pt x="328" y="173"/>
                </a:lnTo>
                <a:lnTo>
                  <a:pt x="328" y="172"/>
                </a:lnTo>
                <a:lnTo>
                  <a:pt x="330" y="171"/>
                </a:lnTo>
                <a:lnTo>
                  <a:pt x="331" y="170"/>
                </a:lnTo>
                <a:lnTo>
                  <a:pt x="332" y="169"/>
                </a:lnTo>
                <a:lnTo>
                  <a:pt x="332" y="170"/>
                </a:lnTo>
                <a:lnTo>
                  <a:pt x="333" y="169"/>
                </a:lnTo>
                <a:lnTo>
                  <a:pt x="334" y="169"/>
                </a:lnTo>
                <a:lnTo>
                  <a:pt x="334" y="168"/>
                </a:lnTo>
                <a:lnTo>
                  <a:pt x="335" y="168"/>
                </a:lnTo>
                <a:lnTo>
                  <a:pt x="335" y="169"/>
                </a:lnTo>
                <a:lnTo>
                  <a:pt x="336" y="169"/>
                </a:lnTo>
                <a:lnTo>
                  <a:pt x="337" y="170"/>
                </a:lnTo>
                <a:lnTo>
                  <a:pt x="338" y="170"/>
                </a:lnTo>
                <a:lnTo>
                  <a:pt x="338" y="169"/>
                </a:lnTo>
                <a:lnTo>
                  <a:pt x="339" y="169"/>
                </a:lnTo>
                <a:lnTo>
                  <a:pt x="340" y="169"/>
                </a:lnTo>
                <a:lnTo>
                  <a:pt x="339" y="169"/>
                </a:lnTo>
                <a:lnTo>
                  <a:pt x="339" y="170"/>
                </a:lnTo>
                <a:lnTo>
                  <a:pt x="338" y="171"/>
                </a:lnTo>
                <a:lnTo>
                  <a:pt x="338" y="172"/>
                </a:lnTo>
                <a:lnTo>
                  <a:pt x="338" y="174"/>
                </a:lnTo>
                <a:lnTo>
                  <a:pt x="338" y="175"/>
                </a:lnTo>
                <a:lnTo>
                  <a:pt x="339" y="176"/>
                </a:lnTo>
                <a:lnTo>
                  <a:pt x="340" y="176"/>
                </a:lnTo>
                <a:lnTo>
                  <a:pt x="340" y="175"/>
                </a:lnTo>
                <a:lnTo>
                  <a:pt x="341" y="175"/>
                </a:lnTo>
                <a:lnTo>
                  <a:pt x="342" y="175"/>
                </a:lnTo>
                <a:lnTo>
                  <a:pt x="342" y="174"/>
                </a:lnTo>
                <a:lnTo>
                  <a:pt x="343" y="174"/>
                </a:lnTo>
                <a:lnTo>
                  <a:pt x="343" y="173"/>
                </a:lnTo>
                <a:lnTo>
                  <a:pt x="343" y="172"/>
                </a:lnTo>
                <a:lnTo>
                  <a:pt x="343" y="171"/>
                </a:lnTo>
                <a:lnTo>
                  <a:pt x="344" y="170"/>
                </a:lnTo>
                <a:lnTo>
                  <a:pt x="344" y="169"/>
                </a:lnTo>
                <a:lnTo>
                  <a:pt x="345" y="169"/>
                </a:lnTo>
                <a:lnTo>
                  <a:pt x="345" y="168"/>
                </a:lnTo>
                <a:lnTo>
                  <a:pt x="344" y="168"/>
                </a:lnTo>
                <a:lnTo>
                  <a:pt x="343" y="168"/>
                </a:lnTo>
                <a:lnTo>
                  <a:pt x="341" y="168"/>
                </a:lnTo>
                <a:lnTo>
                  <a:pt x="340" y="168"/>
                </a:lnTo>
                <a:lnTo>
                  <a:pt x="339" y="168"/>
                </a:lnTo>
                <a:lnTo>
                  <a:pt x="338" y="168"/>
                </a:lnTo>
                <a:lnTo>
                  <a:pt x="337" y="168"/>
                </a:lnTo>
                <a:lnTo>
                  <a:pt x="336" y="168"/>
                </a:lnTo>
                <a:lnTo>
                  <a:pt x="336" y="167"/>
                </a:lnTo>
                <a:lnTo>
                  <a:pt x="337" y="166"/>
                </a:lnTo>
                <a:lnTo>
                  <a:pt x="338" y="166"/>
                </a:lnTo>
                <a:lnTo>
                  <a:pt x="338" y="165"/>
                </a:lnTo>
                <a:lnTo>
                  <a:pt x="339" y="165"/>
                </a:lnTo>
                <a:lnTo>
                  <a:pt x="339" y="164"/>
                </a:lnTo>
                <a:lnTo>
                  <a:pt x="340" y="164"/>
                </a:lnTo>
                <a:lnTo>
                  <a:pt x="340" y="163"/>
                </a:lnTo>
                <a:lnTo>
                  <a:pt x="341" y="163"/>
                </a:lnTo>
                <a:lnTo>
                  <a:pt x="341" y="162"/>
                </a:lnTo>
                <a:lnTo>
                  <a:pt x="342" y="162"/>
                </a:lnTo>
                <a:lnTo>
                  <a:pt x="343" y="162"/>
                </a:lnTo>
                <a:lnTo>
                  <a:pt x="343" y="161"/>
                </a:lnTo>
                <a:lnTo>
                  <a:pt x="345" y="161"/>
                </a:lnTo>
                <a:lnTo>
                  <a:pt x="346" y="161"/>
                </a:lnTo>
                <a:lnTo>
                  <a:pt x="346" y="160"/>
                </a:lnTo>
                <a:lnTo>
                  <a:pt x="347" y="160"/>
                </a:lnTo>
                <a:lnTo>
                  <a:pt x="348" y="161"/>
                </a:lnTo>
                <a:lnTo>
                  <a:pt x="349" y="160"/>
                </a:lnTo>
                <a:lnTo>
                  <a:pt x="350" y="160"/>
                </a:lnTo>
                <a:lnTo>
                  <a:pt x="351" y="160"/>
                </a:lnTo>
                <a:lnTo>
                  <a:pt x="351" y="159"/>
                </a:lnTo>
                <a:lnTo>
                  <a:pt x="352" y="159"/>
                </a:lnTo>
                <a:lnTo>
                  <a:pt x="351" y="158"/>
                </a:lnTo>
                <a:lnTo>
                  <a:pt x="352" y="158"/>
                </a:lnTo>
                <a:lnTo>
                  <a:pt x="353" y="158"/>
                </a:lnTo>
                <a:lnTo>
                  <a:pt x="353" y="159"/>
                </a:lnTo>
                <a:lnTo>
                  <a:pt x="354" y="159"/>
                </a:lnTo>
                <a:lnTo>
                  <a:pt x="355" y="159"/>
                </a:lnTo>
                <a:lnTo>
                  <a:pt x="356" y="159"/>
                </a:lnTo>
                <a:lnTo>
                  <a:pt x="355" y="159"/>
                </a:lnTo>
                <a:lnTo>
                  <a:pt x="355" y="160"/>
                </a:lnTo>
                <a:lnTo>
                  <a:pt x="357" y="160"/>
                </a:lnTo>
                <a:lnTo>
                  <a:pt x="357" y="161"/>
                </a:lnTo>
                <a:lnTo>
                  <a:pt x="357" y="163"/>
                </a:lnTo>
                <a:lnTo>
                  <a:pt x="358" y="163"/>
                </a:lnTo>
                <a:lnTo>
                  <a:pt x="358" y="162"/>
                </a:lnTo>
                <a:lnTo>
                  <a:pt x="359" y="163"/>
                </a:lnTo>
                <a:lnTo>
                  <a:pt x="359" y="164"/>
                </a:lnTo>
                <a:lnTo>
                  <a:pt x="358" y="164"/>
                </a:lnTo>
                <a:lnTo>
                  <a:pt x="357" y="165"/>
                </a:lnTo>
                <a:lnTo>
                  <a:pt x="358" y="165"/>
                </a:lnTo>
                <a:lnTo>
                  <a:pt x="357" y="165"/>
                </a:lnTo>
                <a:lnTo>
                  <a:pt x="358" y="166"/>
                </a:lnTo>
                <a:lnTo>
                  <a:pt x="358" y="167"/>
                </a:lnTo>
                <a:lnTo>
                  <a:pt x="359" y="167"/>
                </a:lnTo>
                <a:lnTo>
                  <a:pt x="358" y="168"/>
                </a:lnTo>
                <a:lnTo>
                  <a:pt x="357" y="168"/>
                </a:lnTo>
                <a:lnTo>
                  <a:pt x="355" y="171"/>
                </a:lnTo>
                <a:lnTo>
                  <a:pt x="355" y="172"/>
                </a:lnTo>
                <a:lnTo>
                  <a:pt x="355" y="175"/>
                </a:lnTo>
                <a:lnTo>
                  <a:pt x="356" y="175"/>
                </a:lnTo>
                <a:lnTo>
                  <a:pt x="356" y="176"/>
                </a:lnTo>
                <a:lnTo>
                  <a:pt x="357" y="176"/>
                </a:lnTo>
                <a:lnTo>
                  <a:pt x="358" y="177"/>
                </a:lnTo>
                <a:lnTo>
                  <a:pt x="358" y="178"/>
                </a:lnTo>
                <a:lnTo>
                  <a:pt x="357" y="178"/>
                </a:lnTo>
                <a:lnTo>
                  <a:pt x="357" y="179"/>
                </a:lnTo>
                <a:lnTo>
                  <a:pt x="356" y="179"/>
                </a:lnTo>
                <a:lnTo>
                  <a:pt x="356" y="180"/>
                </a:lnTo>
                <a:lnTo>
                  <a:pt x="357" y="180"/>
                </a:lnTo>
                <a:lnTo>
                  <a:pt x="356" y="180"/>
                </a:lnTo>
                <a:lnTo>
                  <a:pt x="356" y="181"/>
                </a:lnTo>
                <a:lnTo>
                  <a:pt x="354" y="183"/>
                </a:lnTo>
                <a:lnTo>
                  <a:pt x="353" y="184"/>
                </a:lnTo>
                <a:lnTo>
                  <a:pt x="353" y="185"/>
                </a:lnTo>
                <a:lnTo>
                  <a:pt x="353" y="186"/>
                </a:lnTo>
                <a:lnTo>
                  <a:pt x="353" y="187"/>
                </a:lnTo>
                <a:lnTo>
                  <a:pt x="352" y="187"/>
                </a:lnTo>
                <a:lnTo>
                  <a:pt x="353" y="189"/>
                </a:lnTo>
                <a:lnTo>
                  <a:pt x="354" y="189"/>
                </a:lnTo>
                <a:lnTo>
                  <a:pt x="354" y="191"/>
                </a:lnTo>
                <a:lnTo>
                  <a:pt x="353" y="191"/>
                </a:lnTo>
                <a:lnTo>
                  <a:pt x="352" y="191"/>
                </a:lnTo>
                <a:lnTo>
                  <a:pt x="352" y="192"/>
                </a:lnTo>
                <a:lnTo>
                  <a:pt x="353" y="192"/>
                </a:lnTo>
                <a:lnTo>
                  <a:pt x="353" y="193"/>
                </a:lnTo>
                <a:lnTo>
                  <a:pt x="353" y="194"/>
                </a:lnTo>
                <a:lnTo>
                  <a:pt x="352" y="194"/>
                </a:lnTo>
                <a:lnTo>
                  <a:pt x="353" y="195"/>
                </a:lnTo>
                <a:lnTo>
                  <a:pt x="355" y="195"/>
                </a:lnTo>
                <a:lnTo>
                  <a:pt x="356" y="195"/>
                </a:lnTo>
                <a:lnTo>
                  <a:pt x="356" y="196"/>
                </a:lnTo>
                <a:lnTo>
                  <a:pt x="357" y="196"/>
                </a:lnTo>
                <a:lnTo>
                  <a:pt x="357" y="195"/>
                </a:lnTo>
                <a:lnTo>
                  <a:pt x="358" y="195"/>
                </a:lnTo>
                <a:lnTo>
                  <a:pt x="357" y="195"/>
                </a:lnTo>
                <a:lnTo>
                  <a:pt x="358" y="195"/>
                </a:lnTo>
                <a:lnTo>
                  <a:pt x="359" y="195"/>
                </a:lnTo>
                <a:lnTo>
                  <a:pt x="358" y="196"/>
                </a:lnTo>
                <a:lnTo>
                  <a:pt x="357" y="196"/>
                </a:lnTo>
                <a:lnTo>
                  <a:pt x="357" y="197"/>
                </a:lnTo>
                <a:lnTo>
                  <a:pt x="356" y="197"/>
                </a:lnTo>
                <a:lnTo>
                  <a:pt x="356" y="198"/>
                </a:lnTo>
                <a:lnTo>
                  <a:pt x="356" y="199"/>
                </a:lnTo>
                <a:lnTo>
                  <a:pt x="356" y="200"/>
                </a:lnTo>
                <a:lnTo>
                  <a:pt x="357" y="201"/>
                </a:lnTo>
                <a:lnTo>
                  <a:pt x="356" y="202"/>
                </a:lnTo>
                <a:lnTo>
                  <a:pt x="356" y="201"/>
                </a:lnTo>
                <a:lnTo>
                  <a:pt x="355" y="200"/>
                </a:lnTo>
                <a:lnTo>
                  <a:pt x="355" y="201"/>
                </a:lnTo>
                <a:lnTo>
                  <a:pt x="354" y="202"/>
                </a:lnTo>
                <a:lnTo>
                  <a:pt x="354" y="203"/>
                </a:lnTo>
                <a:lnTo>
                  <a:pt x="354" y="204"/>
                </a:lnTo>
                <a:lnTo>
                  <a:pt x="353" y="204"/>
                </a:lnTo>
                <a:lnTo>
                  <a:pt x="352" y="204"/>
                </a:lnTo>
                <a:lnTo>
                  <a:pt x="351" y="204"/>
                </a:lnTo>
                <a:lnTo>
                  <a:pt x="350" y="205"/>
                </a:lnTo>
                <a:lnTo>
                  <a:pt x="349" y="205"/>
                </a:lnTo>
                <a:lnTo>
                  <a:pt x="348" y="206"/>
                </a:lnTo>
                <a:lnTo>
                  <a:pt x="348" y="207"/>
                </a:lnTo>
                <a:lnTo>
                  <a:pt x="348" y="206"/>
                </a:lnTo>
                <a:lnTo>
                  <a:pt x="347" y="206"/>
                </a:lnTo>
                <a:lnTo>
                  <a:pt x="346" y="207"/>
                </a:lnTo>
                <a:lnTo>
                  <a:pt x="345" y="207"/>
                </a:lnTo>
                <a:lnTo>
                  <a:pt x="343" y="208"/>
                </a:lnTo>
                <a:lnTo>
                  <a:pt x="342" y="208"/>
                </a:lnTo>
                <a:lnTo>
                  <a:pt x="342" y="207"/>
                </a:lnTo>
                <a:lnTo>
                  <a:pt x="341" y="207"/>
                </a:lnTo>
                <a:lnTo>
                  <a:pt x="340" y="207"/>
                </a:lnTo>
                <a:lnTo>
                  <a:pt x="340" y="206"/>
                </a:lnTo>
                <a:lnTo>
                  <a:pt x="340" y="205"/>
                </a:lnTo>
                <a:lnTo>
                  <a:pt x="340" y="204"/>
                </a:lnTo>
                <a:lnTo>
                  <a:pt x="340" y="203"/>
                </a:lnTo>
                <a:lnTo>
                  <a:pt x="341" y="201"/>
                </a:lnTo>
                <a:lnTo>
                  <a:pt x="341" y="199"/>
                </a:lnTo>
                <a:lnTo>
                  <a:pt x="341" y="198"/>
                </a:lnTo>
                <a:lnTo>
                  <a:pt x="341" y="197"/>
                </a:lnTo>
                <a:lnTo>
                  <a:pt x="341" y="196"/>
                </a:lnTo>
                <a:lnTo>
                  <a:pt x="342" y="195"/>
                </a:lnTo>
                <a:lnTo>
                  <a:pt x="342" y="194"/>
                </a:lnTo>
                <a:lnTo>
                  <a:pt x="342" y="193"/>
                </a:lnTo>
                <a:lnTo>
                  <a:pt x="342" y="192"/>
                </a:lnTo>
                <a:lnTo>
                  <a:pt x="343" y="192"/>
                </a:lnTo>
                <a:lnTo>
                  <a:pt x="344" y="191"/>
                </a:lnTo>
                <a:lnTo>
                  <a:pt x="343" y="191"/>
                </a:lnTo>
                <a:lnTo>
                  <a:pt x="344" y="191"/>
                </a:lnTo>
                <a:lnTo>
                  <a:pt x="345" y="191"/>
                </a:lnTo>
                <a:lnTo>
                  <a:pt x="345" y="190"/>
                </a:lnTo>
                <a:lnTo>
                  <a:pt x="344" y="190"/>
                </a:lnTo>
                <a:lnTo>
                  <a:pt x="343" y="189"/>
                </a:lnTo>
                <a:lnTo>
                  <a:pt x="342" y="189"/>
                </a:lnTo>
                <a:lnTo>
                  <a:pt x="341" y="190"/>
                </a:lnTo>
                <a:lnTo>
                  <a:pt x="342" y="191"/>
                </a:lnTo>
                <a:lnTo>
                  <a:pt x="341" y="191"/>
                </a:lnTo>
                <a:lnTo>
                  <a:pt x="340" y="190"/>
                </a:lnTo>
                <a:lnTo>
                  <a:pt x="341" y="190"/>
                </a:lnTo>
                <a:lnTo>
                  <a:pt x="341" y="189"/>
                </a:lnTo>
                <a:lnTo>
                  <a:pt x="342" y="189"/>
                </a:lnTo>
                <a:lnTo>
                  <a:pt x="342" y="188"/>
                </a:lnTo>
                <a:lnTo>
                  <a:pt x="341" y="188"/>
                </a:lnTo>
                <a:lnTo>
                  <a:pt x="342" y="188"/>
                </a:lnTo>
                <a:lnTo>
                  <a:pt x="342" y="187"/>
                </a:lnTo>
                <a:lnTo>
                  <a:pt x="341" y="187"/>
                </a:lnTo>
                <a:lnTo>
                  <a:pt x="341" y="186"/>
                </a:lnTo>
                <a:lnTo>
                  <a:pt x="342" y="186"/>
                </a:lnTo>
                <a:lnTo>
                  <a:pt x="342" y="185"/>
                </a:lnTo>
                <a:lnTo>
                  <a:pt x="341" y="185"/>
                </a:lnTo>
                <a:lnTo>
                  <a:pt x="341" y="186"/>
                </a:lnTo>
                <a:lnTo>
                  <a:pt x="340" y="186"/>
                </a:lnTo>
                <a:lnTo>
                  <a:pt x="339" y="187"/>
                </a:lnTo>
                <a:lnTo>
                  <a:pt x="338" y="187"/>
                </a:lnTo>
                <a:lnTo>
                  <a:pt x="339" y="188"/>
                </a:lnTo>
                <a:lnTo>
                  <a:pt x="340" y="188"/>
                </a:lnTo>
                <a:lnTo>
                  <a:pt x="340" y="189"/>
                </a:lnTo>
                <a:lnTo>
                  <a:pt x="339" y="189"/>
                </a:lnTo>
                <a:lnTo>
                  <a:pt x="339" y="190"/>
                </a:lnTo>
                <a:lnTo>
                  <a:pt x="340" y="191"/>
                </a:lnTo>
                <a:lnTo>
                  <a:pt x="340" y="192"/>
                </a:lnTo>
                <a:lnTo>
                  <a:pt x="340" y="193"/>
                </a:lnTo>
                <a:lnTo>
                  <a:pt x="340" y="194"/>
                </a:lnTo>
                <a:lnTo>
                  <a:pt x="340" y="195"/>
                </a:lnTo>
                <a:lnTo>
                  <a:pt x="340" y="196"/>
                </a:lnTo>
                <a:lnTo>
                  <a:pt x="339" y="198"/>
                </a:lnTo>
                <a:lnTo>
                  <a:pt x="339" y="199"/>
                </a:lnTo>
                <a:lnTo>
                  <a:pt x="339" y="201"/>
                </a:lnTo>
                <a:lnTo>
                  <a:pt x="338" y="201"/>
                </a:lnTo>
                <a:lnTo>
                  <a:pt x="338" y="202"/>
                </a:lnTo>
                <a:lnTo>
                  <a:pt x="338" y="203"/>
                </a:lnTo>
                <a:lnTo>
                  <a:pt x="338" y="204"/>
                </a:lnTo>
                <a:lnTo>
                  <a:pt x="338" y="205"/>
                </a:lnTo>
                <a:lnTo>
                  <a:pt x="338" y="206"/>
                </a:lnTo>
                <a:lnTo>
                  <a:pt x="337" y="206"/>
                </a:lnTo>
                <a:lnTo>
                  <a:pt x="337" y="207"/>
                </a:lnTo>
                <a:lnTo>
                  <a:pt x="337" y="208"/>
                </a:lnTo>
                <a:lnTo>
                  <a:pt x="335" y="209"/>
                </a:lnTo>
                <a:lnTo>
                  <a:pt x="334" y="210"/>
                </a:lnTo>
                <a:lnTo>
                  <a:pt x="333" y="210"/>
                </a:lnTo>
                <a:lnTo>
                  <a:pt x="332" y="210"/>
                </a:lnTo>
                <a:lnTo>
                  <a:pt x="331" y="210"/>
                </a:lnTo>
                <a:lnTo>
                  <a:pt x="331" y="209"/>
                </a:lnTo>
                <a:lnTo>
                  <a:pt x="330" y="209"/>
                </a:lnTo>
                <a:lnTo>
                  <a:pt x="330" y="208"/>
                </a:lnTo>
                <a:lnTo>
                  <a:pt x="329" y="208"/>
                </a:lnTo>
                <a:lnTo>
                  <a:pt x="329" y="207"/>
                </a:lnTo>
                <a:lnTo>
                  <a:pt x="327" y="205"/>
                </a:lnTo>
                <a:lnTo>
                  <a:pt x="326" y="205"/>
                </a:lnTo>
                <a:lnTo>
                  <a:pt x="326" y="204"/>
                </a:lnTo>
                <a:lnTo>
                  <a:pt x="325" y="203"/>
                </a:lnTo>
                <a:lnTo>
                  <a:pt x="325" y="202"/>
                </a:lnTo>
                <a:lnTo>
                  <a:pt x="324" y="201"/>
                </a:lnTo>
                <a:lnTo>
                  <a:pt x="324" y="200"/>
                </a:lnTo>
                <a:lnTo>
                  <a:pt x="324" y="199"/>
                </a:lnTo>
                <a:lnTo>
                  <a:pt x="323" y="199"/>
                </a:lnTo>
                <a:lnTo>
                  <a:pt x="323" y="198"/>
                </a:lnTo>
                <a:lnTo>
                  <a:pt x="324" y="198"/>
                </a:lnTo>
                <a:lnTo>
                  <a:pt x="323" y="196"/>
                </a:lnTo>
                <a:lnTo>
                  <a:pt x="322" y="196"/>
                </a:lnTo>
                <a:lnTo>
                  <a:pt x="322" y="197"/>
                </a:lnTo>
                <a:lnTo>
                  <a:pt x="321" y="197"/>
                </a:lnTo>
                <a:lnTo>
                  <a:pt x="320" y="197"/>
                </a:lnTo>
                <a:lnTo>
                  <a:pt x="320" y="196"/>
                </a:lnTo>
                <a:lnTo>
                  <a:pt x="319" y="196"/>
                </a:lnTo>
                <a:lnTo>
                  <a:pt x="318" y="195"/>
                </a:lnTo>
                <a:lnTo>
                  <a:pt x="317" y="195"/>
                </a:lnTo>
                <a:lnTo>
                  <a:pt x="317" y="196"/>
                </a:lnTo>
                <a:lnTo>
                  <a:pt x="316" y="196"/>
                </a:lnTo>
                <a:lnTo>
                  <a:pt x="317" y="196"/>
                </a:lnTo>
                <a:lnTo>
                  <a:pt x="318" y="196"/>
                </a:lnTo>
                <a:lnTo>
                  <a:pt x="319" y="196"/>
                </a:lnTo>
                <a:lnTo>
                  <a:pt x="319" y="197"/>
                </a:lnTo>
                <a:lnTo>
                  <a:pt x="320" y="197"/>
                </a:lnTo>
                <a:lnTo>
                  <a:pt x="321" y="198"/>
                </a:lnTo>
                <a:lnTo>
                  <a:pt x="321" y="199"/>
                </a:lnTo>
                <a:lnTo>
                  <a:pt x="321" y="200"/>
                </a:lnTo>
                <a:lnTo>
                  <a:pt x="322" y="200"/>
                </a:lnTo>
                <a:lnTo>
                  <a:pt x="321" y="201"/>
                </a:lnTo>
                <a:lnTo>
                  <a:pt x="320" y="201"/>
                </a:lnTo>
                <a:lnTo>
                  <a:pt x="320" y="200"/>
                </a:lnTo>
                <a:lnTo>
                  <a:pt x="319" y="201"/>
                </a:lnTo>
                <a:lnTo>
                  <a:pt x="317" y="201"/>
                </a:lnTo>
                <a:lnTo>
                  <a:pt x="317" y="202"/>
                </a:lnTo>
                <a:lnTo>
                  <a:pt x="317" y="203"/>
                </a:lnTo>
                <a:lnTo>
                  <a:pt x="316" y="203"/>
                </a:lnTo>
                <a:lnTo>
                  <a:pt x="317" y="204"/>
                </a:lnTo>
                <a:lnTo>
                  <a:pt x="317" y="205"/>
                </a:lnTo>
                <a:lnTo>
                  <a:pt x="319" y="206"/>
                </a:lnTo>
                <a:lnTo>
                  <a:pt x="319" y="207"/>
                </a:lnTo>
                <a:lnTo>
                  <a:pt x="319" y="206"/>
                </a:lnTo>
                <a:lnTo>
                  <a:pt x="320" y="206"/>
                </a:lnTo>
                <a:lnTo>
                  <a:pt x="321" y="206"/>
                </a:lnTo>
                <a:lnTo>
                  <a:pt x="321" y="207"/>
                </a:lnTo>
                <a:lnTo>
                  <a:pt x="321" y="208"/>
                </a:lnTo>
                <a:lnTo>
                  <a:pt x="322" y="208"/>
                </a:lnTo>
                <a:lnTo>
                  <a:pt x="323" y="208"/>
                </a:lnTo>
                <a:lnTo>
                  <a:pt x="323" y="209"/>
                </a:lnTo>
                <a:lnTo>
                  <a:pt x="321" y="210"/>
                </a:lnTo>
                <a:lnTo>
                  <a:pt x="320" y="210"/>
                </a:lnTo>
                <a:lnTo>
                  <a:pt x="319" y="209"/>
                </a:lnTo>
                <a:lnTo>
                  <a:pt x="318" y="209"/>
                </a:lnTo>
                <a:lnTo>
                  <a:pt x="317" y="209"/>
                </a:lnTo>
                <a:lnTo>
                  <a:pt x="315" y="209"/>
                </a:lnTo>
                <a:lnTo>
                  <a:pt x="315" y="208"/>
                </a:lnTo>
                <a:lnTo>
                  <a:pt x="314" y="208"/>
                </a:lnTo>
                <a:lnTo>
                  <a:pt x="314" y="207"/>
                </a:lnTo>
                <a:lnTo>
                  <a:pt x="314" y="206"/>
                </a:lnTo>
                <a:lnTo>
                  <a:pt x="314" y="207"/>
                </a:lnTo>
                <a:lnTo>
                  <a:pt x="312" y="207"/>
                </a:lnTo>
                <a:lnTo>
                  <a:pt x="311" y="207"/>
                </a:lnTo>
                <a:lnTo>
                  <a:pt x="311" y="208"/>
                </a:lnTo>
                <a:lnTo>
                  <a:pt x="310" y="208"/>
                </a:lnTo>
                <a:lnTo>
                  <a:pt x="310" y="207"/>
                </a:lnTo>
                <a:lnTo>
                  <a:pt x="309" y="207"/>
                </a:lnTo>
                <a:lnTo>
                  <a:pt x="308" y="207"/>
                </a:lnTo>
                <a:lnTo>
                  <a:pt x="309" y="208"/>
                </a:lnTo>
                <a:lnTo>
                  <a:pt x="310" y="208"/>
                </a:lnTo>
                <a:lnTo>
                  <a:pt x="310" y="209"/>
                </a:lnTo>
                <a:lnTo>
                  <a:pt x="311" y="209"/>
                </a:lnTo>
                <a:lnTo>
                  <a:pt x="312" y="209"/>
                </a:lnTo>
                <a:lnTo>
                  <a:pt x="314" y="210"/>
                </a:lnTo>
                <a:lnTo>
                  <a:pt x="314" y="211"/>
                </a:lnTo>
                <a:lnTo>
                  <a:pt x="315" y="211"/>
                </a:lnTo>
                <a:lnTo>
                  <a:pt x="316" y="211"/>
                </a:lnTo>
                <a:lnTo>
                  <a:pt x="317" y="211"/>
                </a:lnTo>
                <a:lnTo>
                  <a:pt x="319" y="211"/>
                </a:lnTo>
                <a:lnTo>
                  <a:pt x="319" y="212"/>
                </a:lnTo>
                <a:lnTo>
                  <a:pt x="320" y="212"/>
                </a:lnTo>
                <a:lnTo>
                  <a:pt x="321" y="212"/>
                </a:lnTo>
                <a:lnTo>
                  <a:pt x="322" y="212"/>
                </a:lnTo>
                <a:lnTo>
                  <a:pt x="323" y="212"/>
                </a:lnTo>
                <a:lnTo>
                  <a:pt x="324" y="213"/>
                </a:lnTo>
                <a:lnTo>
                  <a:pt x="325" y="213"/>
                </a:lnTo>
                <a:lnTo>
                  <a:pt x="327" y="213"/>
                </a:lnTo>
                <a:lnTo>
                  <a:pt x="328" y="213"/>
                </a:lnTo>
                <a:lnTo>
                  <a:pt x="327" y="214"/>
                </a:lnTo>
                <a:lnTo>
                  <a:pt x="326" y="214"/>
                </a:lnTo>
                <a:lnTo>
                  <a:pt x="326" y="216"/>
                </a:lnTo>
                <a:lnTo>
                  <a:pt x="326" y="217"/>
                </a:lnTo>
                <a:lnTo>
                  <a:pt x="326" y="218"/>
                </a:lnTo>
                <a:lnTo>
                  <a:pt x="327" y="218"/>
                </a:lnTo>
                <a:lnTo>
                  <a:pt x="326" y="219"/>
                </a:lnTo>
                <a:lnTo>
                  <a:pt x="325" y="219"/>
                </a:lnTo>
                <a:lnTo>
                  <a:pt x="324" y="219"/>
                </a:lnTo>
                <a:lnTo>
                  <a:pt x="323" y="219"/>
                </a:lnTo>
                <a:lnTo>
                  <a:pt x="322" y="219"/>
                </a:lnTo>
                <a:lnTo>
                  <a:pt x="321" y="218"/>
                </a:lnTo>
                <a:lnTo>
                  <a:pt x="320" y="218"/>
                </a:lnTo>
                <a:lnTo>
                  <a:pt x="319" y="218"/>
                </a:lnTo>
                <a:lnTo>
                  <a:pt x="318" y="218"/>
                </a:lnTo>
                <a:lnTo>
                  <a:pt x="318" y="219"/>
                </a:lnTo>
                <a:lnTo>
                  <a:pt x="318" y="220"/>
                </a:lnTo>
                <a:lnTo>
                  <a:pt x="318" y="221"/>
                </a:lnTo>
                <a:lnTo>
                  <a:pt x="317" y="222"/>
                </a:lnTo>
                <a:lnTo>
                  <a:pt x="317" y="223"/>
                </a:lnTo>
                <a:lnTo>
                  <a:pt x="317" y="224"/>
                </a:lnTo>
                <a:lnTo>
                  <a:pt x="319" y="223"/>
                </a:lnTo>
                <a:lnTo>
                  <a:pt x="320" y="223"/>
                </a:lnTo>
                <a:lnTo>
                  <a:pt x="320" y="222"/>
                </a:lnTo>
                <a:lnTo>
                  <a:pt x="319" y="222"/>
                </a:lnTo>
                <a:lnTo>
                  <a:pt x="319" y="221"/>
                </a:lnTo>
                <a:lnTo>
                  <a:pt x="319" y="220"/>
                </a:lnTo>
                <a:lnTo>
                  <a:pt x="319" y="219"/>
                </a:lnTo>
                <a:lnTo>
                  <a:pt x="321" y="219"/>
                </a:lnTo>
                <a:lnTo>
                  <a:pt x="322" y="219"/>
                </a:lnTo>
                <a:lnTo>
                  <a:pt x="322" y="220"/>
                </a:lnTo>
                <a:lnTo>
                  <a:pt x="323" y="220"/>
                </a:lnTo>
                <a:lnTo>
                  <a:pt x="324" y="220"/>
                </a:lnTo>
                <a:lnTo>
                  <a:pt x="325" y="220"/>
                </a:lnTo>
                <a:lnTo>
                  <a:pt x="326" y="220"/>
                </a:lnTo>
                <a:lnTo>
                  <a:pt x="328" y="218"/>
                </a:lnTo>
                <a:lnTo>
                  <a:pt x="329" y="218"/>
                </a:lnTo>
                <a:lnTo>
                  <a:pt x="329" y="219"/>
                </a:lnTo>
                <a:lnTo>
                  <a:pt x="330" y="219"/>
                </a:lnTo>
                <a:lnTo>
                  <a:pt x="330" y="220"/>
                </a:lnTo>
                <a:lnTo>
                  <a:pt x="331" y="221"/>
                </a:lnTo>
                <a:lnTo>
                  <a:pt x="330" y="221"/>
                </a:lnTo>
                <a:lnTo>
                  <a:pt x="330" y="222"/>
                </a:lnTo>
                <a:lnTo>
                  <a:pt x="331" y="222"/>
                </a:lnTo>
                <a:lnTo>
                  <a:pt x="332" y="222"/>
                </a:lnTo>
                <a:lnTo>
                  <a:pt x="331" y="222"/>
                </a:lnTo>
                <a:lnTo>
                  <a:pt x="330" y="222"/>
                </a:lnTo>
                <a:lnTo>
                  <a:pt x="330" y="223"/>
                </a:lnTo>
                <a:lnTo>
                  <a:pt x="331" y="223"/>
                </a:lnTo>
                <a:lnTo>
                  <a:pt x="331" y="225"/>
                </a:lnTo>
                <a:lnTo>
                  <a:pt x="330" y="225"/>
                </a:lnTo>
                <a:lnTo>
                  <a:pt x="329" y="226"/>
                </a:lnTo>
                <a:lnTo>
                  <a:pt x="331" y="227"/>
                </a:lnTo>
                <a:lnTo>
                  <a:pt x="332" y="227"/>
                </a:lnTo>
                <a:lnTo>
                  <a:pt x="332" y="228"/>
                </a:lnTo>
                <a:lnTo>
                  <a:pt x="333" y="228"/>
                </a:lnTo>
                <a:lnTo>
                  <a:pt x="333" y="229"/>
                </a:lnTo>
                <a:lnTo>
                  <a:pt x="334" y="229"/>
                </a:lnTo>
                <a:lnTo>
                  <a:pt x="335" y="229"/>
                </a:lnTo>
                <a:lnTo>
                  <a:pt x="335" y="230"/>
                </a:lnTo>
                <a:lnTo>
                  <a:pt x="334" y="230"/>
                </a:lnTo>
                <a:lnTo>
                  <a:pt x="333" y="231"/>
                </a:lnTo>
                <a:lnTo>
                  <a:pt x="332" y="232"/>
                </a:lnTo>
                <a:lnTo>
                  <a:pt x="332" y="233"/>
                </a:lnTo>
                <a:lnTo>
                  <a:pt x="332" y="232"/>
                </a:lnTo>
                <a:lnTo>
                  <a:pt x="331" y="232"/>
                </a:lnTo>
                <a:lnTo>
                  <a:pt x="331" y="233"/>
                </a:lnTo>
                <a:lnTo>
                  <a:pt x="330" y="233"/>
                </a:lnTo>
                <a:lnTo>
                  <a:pt x="329" y="234"/>
                </a:lnTo>
                <a:lnTo>
                  <a:pt x="329" y="233"/>
                </a:lnTo>
                <a:lnTo>
                  <a:pt x="328" y="233"/>
                </a:lnTo>
                <a:lnTo>
                  <a:pt x="327" y="233"/>
                </a:lnTo>
                <a:lnTo>
                  <a:pt x="325" y="233"/>
                </a:lnTo>
                <a:lnTo>
                  <a:pt x="324" y="232"/>
                </a:lnTo>
                <a:lnTo>
                  <a:pt x="324" y="231"/>
                </a:lnTo>
                <a:lnTo>
                  <a:pt x="323" y="231"/>
                </a:lnTo>
                <a:lnTo>
                  <a:pt x="322" y="231"/>
                </a:lnTo>
                <a:lnTo>
                  <a:pt x="321" y="231"/>
                </a:lnTo>
                <a:lnTo>
                  <a:pt x="320" y="231"/>
                </a:lnTo>
                <a:lnTo>
                  <a:pt x="320" y="230"/>
                </a:lnTo>
                <a:lnTo>
                  <a:pt x="319" y="230"/>
                </a:lnTo>
                <a:lnTo>
                  <a:pt x="319" y="229"/>
                </a:lnTo>
                <a:lnTo>
                  <a:pt x="319" y="228"/>
                </a:lnTo>
                <a:lnTo>
                  <a:pt x="318" y="228"/>
                </a:lnTo>
                <a:lnTo>
                  <a:pt x="317" y="228"/>
                </a:lnTo>
                <a:lnTo>
                  <a:pt x="316" y="229"/>
                </a:lnTo>
                <a:lnTo>
                  <a:pt x="316" y="230"/>
                </a:lnTo>
                <a:lnTo>
                  <a:pt x="317" y="230"/>
                </a:lnTo>
                <a:lnTo>
                  <a:pt x="317" y="231"/>
                </a:lnTo>
                <a:lnTo>
                  <a:pt x="318" y="231"/>
                </a:lnTo>
                <a:lnTo>
                  <a:pt x="319" y="231"/>
                </a:lnTo>
                <a:lnTo>
                  <a:pt x="320" y="231"/>
                </a:lnTo>
                <a:lnTo>
                  <a:pt x="319" y="231"/>
                </a:lnTo>
                <a:lnTo>
                  <a:pt x="319" y="232"/>
                </a:lnTo>
                <a:lnTo>
                  <a:pt x="319" y="233"/>
                </a:lnTo>
                <a:lnTo>
                  <a:pt x="319" y="234"/>
                </a:lnTo>
                <a:lnTo>
                  <a:pt x="320" y="234"/>
                </a:lnTo>
                <a:lnTo>
                  <a:pt x="320" y="233"/>
                </a:lnTo>
                <a:lnTo>
                  <a:pt x="321" y="233"/>
                </a:lnTo>
                <a:lnTo>
                  <a:pt x="322" y="233"/>
                </a:lnTo>
                <a:lnTo>
                  <a:pt x="323" y="234"/>
                </a:lnTo>
                <a:lnTo>
                  <a:pt x="324" y="234"/>
                </a:lnTo>
                <a:lnTo>
                  <a:pt x="325" y="234"/>
                </a:lnTo>
                <a:lnTo>
                  <a:pt x="326" y="235"/>
                </a:lnTo>
                <a:lnTo>
                  <a:pt x="327" y="235"/>
                </a:lnTo>
                <a:lnTo>
                  <a:pt x="327" y="236"/>
                </a:lnTo>
                <a:lnTo>
                  <a:pt x="328" y="237"/>
                </a:lnTo>
                <a:lnTo>
                  <a:pt x="328" y="238"/>
                </a:lnTo>
                <a:lnTo>
                  <a:pt x="327" y="238"/>
                </a:lnTo>
                <a:lnTo>
                  <a:pt x="329" y="238"/>
                </a:lnTo>
                <a:lnTo>
                  <a:pt x="330" y="238"/>
                </a:lnTo>
                <a:lnTo>
                  <a:pt x="330" y="239"/>
                </a:lnTo>
                <a:lnTo>
                  <a:pt x="329" y="240"/>
                </a:lnTo>
                <a:lnTo>
                  <a:pt x="329" y="241"/>
                </a:lnTo>
                <a:lnTo>
                  <a:pt x="330" y="241"/>
                </a:lnTo>
                <a:lnTo>
                  <a:pt x="331" y="241"/>
                </a:lnTo>
                <a:lnTo>
                  <a:pt x="330" y="241"/>
                </a:lnTo>
                <a:lnTo>
                  <a:pt x="330" y="242"/>
                </a:lnTo>
                <a:lnTo>
                  <a:pt x="331" y="242"/>
                </a:lnTo>
                <a:lnTo>
                  <a:pt x="331" y="243"/>
                </a:lnTo>
                <a:lnTo>
                  <a:pt x="331" y="244"/>
                </a:lnTo>
                <a:lnTo>
                  <a:pt x="330" y="244"/>
                </a:lnTo>
                <a:lnTo>
                  <a:pt x="331" y="244"/>
                </a:lnTo>
                <a:lnTo>
                  <a:pt x="330" y="244"/>
                </a:lnTo>
                <a:lnTo>
                  <a:pt x="330" y="245"/>
                </a:lnTo>
                <a:lnTo>
                  <a:pt x="331" y="245"/>
                </a:lnTo>
                <a:lnTo>
                  <a:pt x="331" y="246"/>
                </a:lnTo>
                <a:lnTo>
                  <a:pt x="330" y="246"/>
                </a:lnTo>
                <a:lnTo>
                  <a:pt x="329" y="251"/>
                </a:lnTo>
                <a:lnTo>
                  <a:pt x="329" y="252"/>
                </a:lnTo>
                <a:lnTo>
                  <a:pt x="329" y="253"/>
                </a:lnTo>
                <a:lnTo>
                  <a:pt x="328" y="253"/>
                </a:lnTo>
                <a:lnTo>
                  <a:pt x="327" y="253"/>
                </a:lnTo>
                <a:lnTo>
                  <a:pt x="326" y="252"/>
                </a:lnTo>
                <a:lnTo>
                  <a:pt x="325" y="253"/>
                </a:lnTo>
                <a:lnTo>
                  <a:pt x="325" y="254"/>
                </a:lnTo>
                <a:lnTo>
                  <a:pt x="324" y="254"/>
                </a:lnTo>
                <a:lnTo>
                  <a:pt x="323" y="254"/>
                </a:lnTo>
                <a:lnTo>
                  <a:pt x="322" y="255"/>
                </a:lnTo>
                <a:lnTo>
                  <a:pt x="321" y="255"/>
                </a:lnTo>
                <a:lnTo>
                  <a:pt x="320" y="255"/>
                </a:lnTo>
                <a:lnTo>
                  <a:pt x="317" y="255"/>
                </a:lnTo>
                <a:lnTo>
                  <a:pt x="316" y="255"/>
                </a:lnTo>
                <a:lnTo>
                  <a:pt x="315" y="255"/>
                </a:lnTo>
                <a:lnTo>
                  <a:pt x="314" y="255"/>
                </a:lnTo>
                <a:lnTo>
                  <a:pt x="312" y="256"/>
                </a:lnTo>
                <a:lnTo>
                  <a:pt x="312" y="257"/>
                </a:lnTo>
                <a:lnTo>
                  <a:pt x="315" y="258"/>
                </a:lnTo>
                <a:lnTo>
                  <a:pt x="316" y="258"/>
                </a:lnTo>
                <a:lnTo>
                  <a:pt x="317" y="258"/>
                </a:lnTo>
                <a:lnTo>
                  <a:pt x="319" y="259"/>
                </a:lnTo>
                <a:lnTo>
                  <a:pt x="319" y="260"/>
                </a:lnTo>
                <a:lnTo>
                  <a:pt x="321" y="263"/>
                </a:lnTo>
                <a:lnTo>
                  <a:pt x="321" y="264"/>
                </a:lnTo>
                <a:lnTo>
                  <a:pt x="321" y="266"/>
                </a:lnTo>
                <a:lnTo>
                  <a:pt x="322" y="267"/>
                </a:lnTo>
                <a:lnTo>
                  <a:pt x="323" y="267"/>
                </a:lnTo>
                <a:lnTo>
                  <a:pt x="323" y="269"/>
                </a:lnTo>
                <a:lnTo>
                  <a:pt x="323" y="270"/>
                </a:lnTo>
                <a:lnTo>
                  <a:pt x="323" y="271"/>
                </a:lnTo>
                <a:lnTo>
                  <a:pt x="324" y="271"/>
                </a:lnTo>
                <a:lnTo>
                  <a:pt x="325" y="271"/>
                </a:lnTo>
                <a:lnTo>
                  <a:pt x="325" y="272"/>
                </a:lnTo>
                <a:lnTo>
                  <a:pt x="325" y="273"/>
                </a:lnTo>
                <a:lnTo>
                  <a:pt x="326" y="273"/>
                </a:lnTo>
                <a:lnTo>
                  <a:pt x="325" y="273"/>
                </a:lnTo>
                <a:lnTo>
                  <a:pt x="325" y="274"/>
                </a:lnTo>
                <a:lnTo>
                  <a:pt x="325" y="275"/>
                </a:lnTo>
                <a:lnTo>
                  <a:pt x="324" y="275"/>
                </a:lnTo>
                <a:lnTo>
                  <a:pt x="324" y="276"/>
                </a:lnTo>
                <a:lnTo>
                  <a:pt x="324" y="275"/>
                </a:lnTo>
                <a:lnTo>
                  <a:pt x="323" y="276"/>
                </a:lnTo>
                <a:lnTo>
                  <a:pt x="322" y="276"/>
                </a:lnTo>
                <a:lnTo>
                  <a:pt x="322" y="275"/>
                </a:lnTo>
                <a:lnTo>
                  <a:pt x="321" y="275"/>
                </a:lnTo>
                <a:lnTo>
                  <a:pt x="321" y="276"/>
                </a:lnTo>
                <a:lnTo>
                  <a:pt x="322" y="276"/>
                </a:lnTo>
                <a:lnTo>
                  <a:pt x="323" y="277"/>
                </a:lnTo>
                <a:lnTo>
                  <a:pt x="324" y="277"/>
                </a:lnTo>
                <a:lnTo>
                  <a:pt x="324" y="278"/>
                </a:lnTo>
                <a:lnTo>
                  <a:pt x="323" y="279"/>
                </a:lnTo>
                <a:lnTo>
                  <a:pt x="323" y="280"/>
                </a:lnTo>
                <a:lnTo>
                  <a:pt x="323" y="282"/>
                </a:lnTo>
                <a:lnTo>
                  <a:pt x="324" y="283"/>
                </a:lnTo>
                <a:lnTo>
                  <a:pt x="327" y="284"/>
                </a:lnTo>
                <a:lnTo>
                  <a:pt x="327" y="283"/>
                </a:lnTo>
                <a:lnTo>
                  <a:pt x="328" y="283"/>
                </a:lnTo>
                <a:lnTo>
                  <a:pt x="328" y="284"/>
                </a:lnTo>
                <a:lnTo>
                  <a:pt x="329" y="285"/>
                </a:lnTo>
                <a:lnTo>
                  <a:pt x="328" y="285"/>
                </a:lnTo>
                <a:lnTo>
                  <a:pt x="327" y="285"/>
                </a:lnTo>
                <a:lnTo>
                  <a:pt x="327" y="287"/>
                </a:lnTo>
                <a:lnTo>
                  <a:pt x="328" y="287"/>
                </a:lnTo>
                <a:lnTo>
                  <a:pt x="328" y="288"/>
                </a:lnTo>
                <a:lnTo>
                  <a:pt x="327" y="288"/>
                </a:lnTo>
                <a:lnTo>
                  <a:pt x="327" y="289"/>
                </a:lnTo>
                <a:lnTo>
                  <a:pt x="326" y="289"/>
                </a:lnTo>
                <a:lnTo>
                  <a:pt x="325" y="289"/>
                </a:lnTo>
                <a:lnTo>
                  <a:pt x="325" y="290"/>
                </a:lnTo>
                <a:lnTo>
                  <a:pt x="326" y="291"/>
                </a:lnTo>
                <a:lnTo>
                  <a:pt x="327" y="290"/>
                </a:lnTo>
                <a:lnTo>
                  <a:pt x="328" y="290"/>
                </a:lnTo>
                <a:lnTo>
                  <a:pt x="329" y="290"/>
                </a:lnTo>
                <a:lnTo>
                  <a:pt x="328" y="290"/>
                </a:lnTo>
                <a:lnTo>
                  <a:pt x="328" y="291"/>
                </a:lnTo>
                <a:lnTo>
                  <a:pt x="329" y="290"/>
                </a:lnTo>
                <a:lnTo>
                  <a:pt x="329" y="291"/>
                </a:lnTo>
                <a:lnTo>
                  <a:pt x="328" y="292"/>
                </a:lnTo>
                <a:lnTo>
                  <a:pt x="328" y="293"/>
                </a:lnTo>
                <a:lnTo>
                  <a:pt x="328" y="292"/>
                </a:lnTo>
                <a:lnTo>
                  <a:pt x="328" y="293"/>
                </a:lnTo>
                <a:lnTo>
                  <a:pt x="327" y="293"/>
                </a:lnTo>
                <a:lnTo>
                  <a:pt x="327" y="294"/>
                </a:lnTo>
                <a:lnTo>
                  <a:pt x="327" y="295"/>
                </a:lnTo>
                <a:lnTo>
                  <a:pt x="327" y="296"/>
                </a:lnTo>
                <a:lnTo>
                  <a:pt x="326" y="296"/>
                </a:lnTo>
                <a:lnTo>
                  <a:pt x="327" y="296"/>
                </a:lnTo>
                <a:lnTo>
                  <a:pt x="327" y="297"/>
                </a:lnTo>
                <a:lnTo>
                  <a:pt x="326" y="297"/>
                </a:lnTo>
                <a:lnTo>
                  <a:pt x="325" y="298"/>
                </a:lnTo>
                <a:lnTo>
                  <a:pt x="325" y="297"/>
                </a:lnTo>
                <a:lnTo>
                  <a:pt x="325" y="298"/>
                </a:lnTo>
                <a:lnTo>
                  <a:pt x="325" y="299"/>
                </a:lnTo>
                <a:lnTo>
                  <a:pt x="326" y="299"/>
                </a:lnTo>
                <a:lnTo>
                  <a:pt x="325" y="299"/>
                </a:lnTo>
                <a:lnTo>
                  <a:pt x="325" y="300"/>
                </a:lnTo>
                <a:lnTo>
                  <a:pt x="324" y="300"/>
                </a:lnTo>
                <a:lnTo>
                  <a:pt x="323" y="300"/>
                </a:lnTo>
                <a:lnTo>
                  <a:pt x="323" y="301"/>
                </a:lnTo>
                <a:lnTo>
                  <a:pt x="322" y="301"/>
                </a:lnTo>
                <a:lnTo>
                  <a:pt x="322" y="300"/>
                </a:lnTo>
                <a:lnTo>
                  <a:pt x="322" y="299"/>
                </a:lnTo>
                <a:lnTo>
                  <a:pt x="323" y="299"/>
                </a:lnTo>
                <a:lnTo>
                  <a:pt x="323" y="298"/>
                </a:lnTo>
                <a:lnTo>
                  <a:pt x="322" y="298"/>
                </a:lnTo>
                <a:lnTo>
                  <a:pt x="322" y="299"/>
                </a:lnTo>
                <a:lnTo>
                  <a:pt x="321" y="299"/>
                </a:lnTo>
                <a:lnTo>
                  <a:pt x="321" y="298"/>
                </a:lnTo>
                <a:lnTo>
                  <a:pt x="321" y="297"/>
                </a:lnTo>
                <a:lnTo>
                  <a:pt x="321" y="296"/>
                </a:lnTo>
                <a:lnTo>
                  <a:pt x="321" y="295"/>
                </a:lnTo>
                <a:lnTo>
                  <a:pt x="320" y="294"/>
                </a:lnTo>
                <a:lnTo>
                  <a:pt x="319" y="294"/>
                </a:lnTo>
                <a:lnTo>
                  <a:pt x="318" y="294"/>
                </a:lnTo>
                <a:lnTo>
                  <a:pt x="319" y="294"/>
                </a:lnTo>
                <a:lnTo>
                  <a:pt x="319" y="293"/>
                </a:lnTo>
                <a:lnTo>
                  <a:pt x="317" y="293"/>
                </a:lnTo>
                <a:lnTo>
                  <a:pt x="316" y="292"/>
                </a:lnTo>
                <a:lnTo>
                  <a:pt x="315" y="292"/>
                </a:lnTo>
                <a:lnTo>
                  <a:pt x="314" y="292"/>
                </a:lnTo>
                <a:lnTo>
                  <a:pt x="311" y="292"/>
                </a:lnTo>
                <a:lnTo>
                  <a:pt x="310" y="292"/>
                </a:lnTo>
                <a:lnTo>
                  <a:pt x="310" y="295"/>
                </a:lnTo>
                <a:lnTo>
                  <a:pt x="309" y="295"/>
                </a:lnTo>
                <a:lnTo>
                  <a:pt x="309" y="296"/>
                </a:lnTo>
                <a:lnTo>
                  <a:pt x="308" y="296"/>
                </a:lnTo>
                <a:lnTo>
                  <a:pt x="308" y="297"/>
                </a:lnTo>
                <a:lnTo>
                  <a:pt x="308" y="298"/>
                </a:lnTo>
                <a:lnTo>
                  <a:pt x="308" y="299"/>
                </a:lnTo>
                <a:lnTo>
                  <a:pt x="307" y="299"/>
                </a:lnTo>
                <a:lnTo>
                  <a:pt x="306" y="299"/>
                </a:lnTo>
                <a:lnTo>
                  <a:pt x="306" y="300"/>
                </a:lnTo>
                <a:lnTo>
                  <a:pt x="307" y="301"/>
                </a:lnTo>
                <a:lnTo>
                  <a:pt x="306" y="301"/>
                </a:lnTo>
                <a:lnTo>
                  <a:pt x="306" y="302"/>
                </a:lnTo>
                <a:lnTo>
                  <a:pt x="305" y="302"/>
                </a:lnTo>
                <a:lnTo>
                  <a:pt x="305" y="303"/>
                </a:lnTo>
                <a:lnTo>
                  <a:pt x="305" y="304"/>
                </a:lnTo>
                <a:lnTo>
                  <a:pt x="304" y="304"/>
                </a:lnTo>
                <a:lnTo>
                  <a:pt x="304" y="305"/>
                </a:lnTo>
                <a:lnTo>
                  <a:pt x="303" y="305"/>
                </a:lnTo>
                <a:lnTo>
                  <a:pt x="303" y="304"/>
                </a:lnTo>
                <a:lnTo>
                  <a:pt x="302" y="303"/>
                </a:lnTo>
                <a:lnTo>
                  <a:pt x="301" y="303"/>
                </a:lnTo>
                <a:lnTo>
                  <a:pt x="301" y="304"/>
                </a:lnTo>
                <a:lnTo>
                  <a:pt x="301" y="305"/>
                </a:lnTo>
                <a:lnTo>
                  <a:pt x="302" y="305"/>
                </a:lnTo>
                <a:lnTo>
                  <a:pt x="303" y="305"/>
                </a:lnTo>
                <a:lnTo>
                  <a:pt x="302" y="306"/>
                </a:lnTo>
                <a:lnTo>
                  <a:pt x="303" y="307"/>
                </a:lnTo>
                <a:lnTo>
                  <a:pt x="303" y="306"/>
                </a:lnTo>
                <a:lnTo>
                  <a:pt x="304" y="307"/>
                </a:lnTo>
                <a:lnTo>
                  <a:pt x="303" y="308"/>
                </a:lnTo>
                <a:lnTo>
                  <a:pt x="303" y="309"/>
                </a:lnTo>
                <a:lnTo>
                  <a:pt x="302" y="310"/>
                </a:lnTo>
                <a:lnTo>
                  <a:pt x="302" y="309"/>
                </a:lnTo>
                <a:lnTo>
                  <a:pt x="301" y="311"/>
                </a:lnTo>
                <a:lnTo>
                  <a:pt x="301" y="312"/>
                </a:lnTo>
                <a:lnTo>
                  <a:pt x="300" y="312"/>
                </a:lnTo>
                <a:lnTo>
                  <a:pt x="300" y="311"/>
                </a:lnTo>
                <a:lnTo>
                  <a:pt x="299" y="312"/>
                </a:lnTo>
                <a:lnTo>
                  <a:pt x="299" y="311"/>
                </a:lnTo>
                <a:lnTo>
                  <a:pt x="298" y="311"/>
                </a:lnTo>
                <a:lnTo>
                  <a:pt x="298" y="310"/>
                </a:lnTo>
                <a:lnTo>
                  <a:pt x="297" y="310"/>
                </a:lnTo>
                <a:lnTo>
                  <a:pt x="296" y="309"/>
                </a:lnTo>
                <a:lnTo>
                  <a:pt x="295" y="309"/>
                </a:lnTo>
                <a:lnTo>
                  <a:pt x="295" y="310"/>
                </a:lnTo>
                <a:lnTo>
                  <a:pt x="294" y="310"/>
                </a:lnTo>
                <a:lnTo>
                  <a:pt x="294" y="311"/>
                </a:lnTo>
                <a:lnTo>
                  <a:pt x="293" y="311"/>
                </a:lnTo>
                <a:lnTo>
                  <a:pt x="293" y="312"/>
                </a:lnTo>
                <a:lnTo>
                  <a:pt x="293" y="313"/>
                </a:lnTo>
                <a:lnTo>
                  <a:pt x="292" y="313"/>
                </a:lnTo>
                <a:lnTo>
                  <a:pt x="292" y="314"/>
                </a:lnTo>
                <a:lnTo>
                  <a:pt x="293" y="314"/>
                </a:lnTo>
                <a:lnTo>
                  <a:pt x="293" y="315"/>
                </a:lnTo>
                <a:lnTo>
                  <a:pt x="294" y="315"/>
                </a:lnTo>
                <a:lnTo>
                  <a:pt x="295" y="315"/>
                </a:lnTo>
                <a:lnTo>
                  <a:pt x="295" y="316"/>
                </a:lnTo>
                <a:lnTo>
                  <a:pt x="294" y="316"/>
                </a:lnTo>
                <a:lnTo>
                  <a:pt x="294" y="317"/>
                </a:lnTo>
                <a:lnTo>
                  <a:pt x="293" y="317"/>
                </a:lnTo>
                <a:lnTo>
                  <a:pt x="293" y="318"/>
                </a:lnTo>
                <a:lnTo>
                  <a:pt x="294" y="318"/>
                </a:lnTo>
                <a:lnTo>
                  <a:pt x="295" y="319"/>
                </a:lnTo>
                <a:lnTo>
                  <a:pt x="294" y="319"/>
                </a:lnTo>
                <a:lnTo>
                  <a:pt x="294" y="318"/>
                </a:lnTo>
                <a:lnTo>
                  <a:pt x="294" y="319"/>
                </a:lnTo>
                <a:lnTo>
                  <a:pt x="293" y="319"/>
                </a:lnTo>
                <a:lnTo>
                  <a:pt x="293" y="318"/>
                </a:lnTo>
                <a:lnTo>
                  <a:pt x="293" y="319"/>
                </a:lnTo>
                <a:lnTo>
                  <a:pt x="292" y="319"/>
                </a:lnTo>
                <a:lnTo>
                  <a:pt x="292" y="318"/>
                </a:lnTo>
                <a:lnTo>
                  <a:pt x="293" y="318"/>
                </a:lnTo>
                <a:lnTo>
                  <a:pt x="292" y="318"/>
                </a:lnTo>
                <a:lnTo>
                  <a:pt x="291" y="318"/>
                </a:lnTo>
                <a:lnTo>
                  <a:pt x="291" y="317"/>
                </a:lnTo>
                <a:lnTo>
                  <a:pt x="290" y="317"/>
                </a:lnTo>
                <a:lnTo>
                  <a:pt x="290" y="318"/>
                </a:lnTo>
                <a:lnTo>
                  <a:pt x="289" y="318"/>
                </a:lnTo>
                <a:lnTo>
                  <a:pt x="289" y="319"/>
                </a:lnTo>
                <a:lnTo>
                  <a:pt x="290" y="319"/>
                </a:lnTo>
                <a:lnTo>
                  <a:pt x="291" y="319"/>
                </a:lnTo>
                <a:lnTo>
                  <a:pt x="290" y="319"/>
                </a:lnTo>
                <a:lnTo>
                  <a:pt x="290" y="320"/>
                </a:lnTo>
                <a:lnTo>
                  <a:pt x="291" y="320"/>
                </a:lnTo>
                <a:lnTo>
                  <a:pt x="290" y="320"/>
                </a:lnTo>
                <a:lnTo>
                  <a:pt x="291" y="320"/>
                </a:lnTo>
                <a:lnTo>
                  <a:pt x="290" y="320"/>
                </a:lnTo>
                <a:lnTo>
                  <a:pt x="290" y="319"/>
                </a:lnTo>
                <a:lnTo>
                  <a:pt x="289" y="319"/>
                </a:lnTo>
                <a:lnTo>
                  <a:pt x="288" y="319"/>
                </a:lnTo>
                <a:lnTo>
                  <a:pt x="287" y="320"/>
                </a:lnTo>
                <a:lnTo>
                  <a:pt x="288" y="320"/>
                </a:lnTo>
                <a:lnTo>
                  <a:pt x="289" y="320"/>
                </a:lnTo>
                <a:lnTo>
                  <a:pt x="288" y="320"/>
                </a:lnTo>
                <a:lnTo>
                  <a:pt x="287" y="321"/>
                </a:lnTo>
                <a:lnTo>
                  <a:pt x="286" y="321"/>
                </a:lnTo>
                <a:lnTo>
                  <a:pt x="285" y="321"/>
                </a:lnTo>
                <a:lnTo>
                  <a:pt x="284" y="322"/>
                </a:lnTo>
                <a:lnTo>
                  <a:pt x="284" y="321"/>
                </a:lnTo>
                <a:lnTo>
                  <a:pt x="282" y="322"/>
                </a:lnTo>
                <a:lnTo>
                  <a:pt x="282" y="321"/>
                </a:lnTo>
                <a:lnTo>
                  <a:pt x="282" y="320"/>
                </a:lnTo>
                <a:lnTo>
                  <a:pt x="281" y="320"/>
                </a:lnTo>
                <a:lnTo>
                  <a:pt x="282" y="320"/>
                </a:lnTo>
                <a:lnTo>
                  <a:pt x="282" y="319"/>
                </a:lnTo>
                <a:lnTo>
                  <a:pt x="282" y="318"/>
                </a:lnTo>
                <a:lnTo>
                  <a:pt x="281" y="318"/>
                </a:lnTo>
                <a:lnTo>
                  <a:pt x="281" y="317"/>
                </a:lnTo>
                <a:lnTo>
                  <a:pt x="280" y="316"/>
                </a:lnTo>
                <a:lnTo>
                  <a:pt x="280" y="315"/>
                </a:lnTo>
                <a:lnTo>
                  <a:pt x="281" y="315"/>
                </a:lnTo>
                <a:lnTo>
                  <a:pt x="280" y="314"/>
                </a:lnTo>
                <a:lnTo>
                  <a:pt x="280" y="313"/>
                </a:lnTo>
                <a:lnTo>
                  <a:pt x="280" y="312"/>
                </a:lnTo>
                <a:lnTo>
                  <a:pt x="282" y="311"/>
                </a:lnTo>
                <a:lnTo>
                  <a:pt x="282" y="312"/>
                </a:lnTo>
                <a:lnTo>
                  <a:pt x="283" y="312"/>
                </a:lnTo>
                <a:lnTo>
                  <a:pt x="282" y="311"/>
                </a:lnTo>
                <a:lnTo>
                  <a:pt x="283" y="311"/>
                </a:lnTo>
                <a:lnTo>
                  <a:pt x="284" y="311"/>
                </a:lnTo>
                <a:lnTo>
                  <a:pt x="284" y="310"/>
                </a:lnTo>
                <a:lnTo>
                  <a:pt x="285" y="310"/>
                </a:lnTo>
                <a:lnTo>
                  <a:pt x="285" y="309"/>
                </a:lnTo>
                <a:lnTo>
                  <a:pt x="286" y="309"/>
                </a:lnTo>
                <a:lnTo>
                  <a:pt x="286" y="308"/>
                </a:lnTo>
                <a:lnTo>
                  <a:pt x="286" y="309"/>
                </a:lnTo>
                <a:lnTo>
                  <a:pt x="287" y="309"/>
                </a:lnTo>
                <a:lnTo>
                  <a:pt x="287" y="308"/>
                </a:lnTo>
                <a:lnTo>
                  <a:pt x="286" y="307"/>
                </a:lnTo>
                <a:lnTo>
                  <a:pt x="287" y="306"/>
                </a:lnTo>
                <a:lnTo>
                  <a:pt x="287" y="305"/>
                </a:lnTo>
                <a:lnTo>
                  <a:pt x="286" y="305"/>
                </a:lnTo>
                <a:lnTo>
                  <a:pt x="286" y="304"/>
                </a:lnTo>
                <a:lnTo>
                  <a:pt x="287" y="300"/>
                </a:lnTo>
                <a:lnTo>
                  <a:pt x="288" y="299"/>
                </a:lnTo>
                <a:lnTo>
                  <a:pt x="289" y="299"/>
                </a:lnTo>
                <a:lnTo>
                  <a:pt x="290" y="298"/>
                </a:lnTo>
                <a:lnTo>
                  <a:pt x="290" y="297"/>
                </a:lnTo>
                <a:lnTo>
                  <a:pt x="290" y="296"/>
                </a:lnTo>
                <a:lnTo>
                  <a:pt x="289" y="296"/>
                </a:lnTo>
                <a:lnTo>
                  <a:pt x="289" y="295"/>
                </a:lnTo>
                <a:lnTo>
                  <a:pt x="289" y="294"/>
                </a:lnTo>
                <a:lnTo>
                  <a:pt x="288" y="294"/>
                </a:lnTo>
                <a:lnTo>
                  <a:pt x="288" y="293"/>
                </a:lnTo>
                <a:lnTo>
                  <a:pt x="288" y="292"/>
                </a:lnTo>
                <a:lnTo>
                  <a:pt x="288" y="291"/>
                </a:lnTo>
                <a:lnTo>
                  <a:pt x="290" y="291"/>
                </a:lnTo>
                <a:lnTo>
                  <a:pt x="290" y="290"/>
                </a:lnTo>
                <a:lnTo>
                  <a:pt x="289" y="290"/>
                </a:lnTo>
                <a:lnTo>
                  <a:pt x="288" y="291"/>
                </a:lnTo>
                <a:lnTo>
                  <a:pt x="288" y="289"/>
                </a:lnTo>
                <a:lnTo>
                  <a:pt x="287" y="289"/>
                </a:lnTo>
                <a:lnTo>
                  <a:pt x="287" y="288"/>
                </a:lnTo>
                <a:lnTo>
                  <a:pt x="286" y="287"/>
                </a:lnTo>
                <a:lnTo>
                  <a:pt x="287" y="287"/>
                </a:lnTo>
                <a:lnTo>
                  <a:pt x="287" y="286"/>
                </a:lnTo>
                <a:lnTo>
                  <a:pt x="286" y="286"/>
                </a:lnTo>
                <a:lnTo>
                  <a:pt x="285" y="286"/>
                </a:lnTo>
                <a:lnTo>
                  <a:pt x="285" y="287"/>
                </a:lnTo>
                <a:lnTo>
                  <a:pt x="284" y="287"/>
                </a:lnTo>
                <a:lnTo>
                  <a:pt x="284" y="286"/>
                </a:lnTo>
                <a:lnTo>
                  <a:pt x="284" y="288"/>
                </a:lnTo>
                <a:lnTo>
                  <a:pt x="285" y="288"/>
                </a:lnTo>
                <a:lnTo>
                  <a:pt x="285" y="289"/>
                </a:lnTo>
                <a:lnTo>
                  <a:pt x="285" y="290"/>
                </a:lnTo>
                <a:lnTo>
                  <a:pt x="284" y="290"/>
                </a:lnTo>
                <a:lnTo>
                  <a:pt x="283" y="290"/>
                </a:lnTo>
                <a:lnTo>
                  <a:pt x="282" y="290"/>
                </a:lnTo>
                <a:lnTo>
                  <a:pt x="282" y="291"/>
                </a:lnTo>
                <a:lnTo>
                  <a:pt x="281" y="291"/>
                </a:lnTo>
                <a:lnTo>
                  <a:pt x="281" y="292"/>
                </a:lnTo>
                <a:lnTo>
                  <a:pt x="282" y="292"/>
                </a:lnTo>
                <a:lnTo>
                  <a:pt x="282" y="293"/>
                </a:lnTo>
                <a:lnTo>
                  <a:pt x="281" y="293"/>
                </a:lnTo>
                <a:lnTo>
                  <a:pt x="280" y="294"/>
                </a:lnTo>
                <a:lnTo>
                  <a:pt x="280" y="295"/>
                </a:lnTo>
                <a:lnTo>
                  <a:pt x="281" y="295"/>
                </a:lnTo>
                <a:lnTo>
                  <a:pt x="280" y="296"/>
                </a:lnTo>
                <a:lnTo>
                  <a:pt x="279" y="296"/>
                </a:lnTo>
                <a:lnTo>
                  <a:pt x="279" y="297"/>
                </a:lnTo>
                <a:lnTo>
                  <a:pt x="277" y="297"/>
                </a:lnTo>
                <a:lnTo>
                  <a:pt x="276" y="297"/>
                </a:lnTo>
                <a:lnTo>
                  <a:pt x="275" y="297"/>
                </a:lnTo>
                <a:lnTo>
                  <a:pt x="275" y="296"/>
                </a:lnTo>
                <a:lnTo>
                  <a:pt x="275" y="297"/>
                </a:lnTo>
                <a:lnTo>
                  <a:pt x="274" y="297"/>
                </a:lnTo>
                <a:lnTo>
                  <a:pt x="276" y="298"/>
                </a:lnTo>
                <a:lnTo>
                  <a:pt x="277" y="298"/>
                </a:lnTo>
                <a:lnTo>
                  <a:pt x="277" y="297"/>
                </a:lnTo>
                <a:lnTo>
                  <a:pt x="278" y="297"/>
                </a:lnTo>
                <a:lnTo>
                  <a:pt x="279" y="298"/>
                </a:lnTo>
                <a:lnTo>
                  <a:pt x="279" y="299"/>
                </a:lnTo>
                <a:lnTo>
                  <a:pt x="279" y="300"/>
                </a:lnTo>
                <a:lnTo>
                  <a:pt x="280" y="301"/>
                </a:lnTo>
                <a:lnTo>
                  <a:pt x="279" y="304"/>
                </a:lnTo>
                <a:lnTo>
                  <a:pt x="279" y="305"/>
                </a:lnTo>
                <a:lnTo>
                  <a:pt x="278" y="305"/>
                </a:lnTo>
                <a:lnTo>
                  <a:pt x="277" y="306"/>
                </a:lnTo>
                <a:lnTo>
                  <a:pt x="277" y="307"/>
                </a:lnTo>
                <a:lnTo>
                  <a:pt x="277" y="308"/>
                </a:lnTo>
                <a:lnTo>
                  <a:pt x="277" y="309"/>
                </a:lnTo>
                <a:lnTo>
                  <a:pt x="277" y="311"/>
                </a:lnTo>
                <a:lnTo>
                  <a:pt x="276" y="311"/>
                </a:lnTo>
                <a:lnTo>
                  <a:pt x="275" y="310"/>
                </a:lnTo>
                <a:lnTo>
                  <a:pt x="274" y="310"/>
                </a:lnTo>
                <a:lnTo>
                  <a:pt x="275" y="310"/>
                </a:lnTo>
                <a:lnTo>
                  <a:pt x="274" y="312"/>
                </a:lnTo>
                <a:lnTo>
                  <a:pt x="270" y="315"/>
                </a:lnTo>
                <a:lnTo>
                  <a:pt x="270" y="314"/>
                </a:lnTo>
                <a:lnTo>
                  <a:pt x="270" y="315"/>
                </a:lnTo>
                <a:lnTo>
                  <a:pt x="269" y="317"/>
                </a:lnTo>
                <a:lnTo>
                  <a:pt x="268" y="317"/>
                </a:lnTo>
                <a:lnTo>
                  <a:pt x="269" y="317"/>
                </a:lnTo>
                <a:lnTo>
                  <a:pt x="269" y="318"/>
                </a:lnTo>
                <a:lnTo>
                  <a:pt x="269" y="319"/>
                </a:lnTo>
                <a:lnTo>
                  <a:pt x="269" y="322"/>
                </a:lnTo>
                <a:lnTo>
                  <a:pt x="268" y="322"/>
                </a:lnTo>
                <a:lnTo>
                  <a:pt x="268" y="323"/>
                </a:lnTo>
                <a:lnTo>
                  <a:pt x="269" y="323"/>
                </a:lnTo>
                <a:lnTo>
                  <a:pt x="268" y="323"/>
                </a:lnTo>
                <a:lnTo>
                  <a:pt x="268" y="324"/>
                </a:lnTo>
                <a:lnTo>
                  <a:pt x="269" y="324"/>
                </a:lnTo>
                <a:lnTo>
                  <a:pt x="268" y="324"/>
                </a:lnTo>
                <a:lnTo>
                  <a:pt x="268" y="325"/>
                </a:lnTo>
                <a:lnTo>
                  <a:pt x="267" y="326"/>
                </a:lnTo>
                <a:lnTo>
                  <a:pt x="266" y="327"/>
                </a:lnTo>
                <a:lnTo>
                  <a:pt x="265" y="327"/>
                </a:lnTo>
                <a:lnTo>
                  <a:pt x="265" y="328"/>
                </a:lnTo>
                <a:lnTo>
                  <a:pt x="264" y="328"/>
                </a:lnTo>
                <a:lnTo>
                  <a:pt x="264" y="329"/>
                </a:lnTo>
                <a:lnTo>
                  <a:pt x="264" y="330"/>
                </a:lnTo>
                <a:lnTo>
                  <a:pt x="264" y="331"/>
                </a:lnTo>
                <a:lnTo>
                  <a:pt x="266" y="332"/>
                </a:lnTo>
                <a:lnTo>
                  <a:pt x="265" y="333"/>
                </a:lnTo>
                <a:lnTo>
                  <a:pt x="265" y="334"/>
                </a:lnTo>
                <a:lnTo>
                  <a:pt x="264" y="334"/>
                </a:lnTo>
                <a:lnTo>
                  <a:pt x="264" y="335"/>
                </a:lnTo>
                <a:lnTo>
                  <a:pt x="263" y="336"/>
                </a:lnTo>
                <a:lnTo>
                  <a:pt x="262" y="335"/>
                </a:lnTo>
                <a:lnTo>
                  <a:pt x="262" y="334"/>
                </a:lnTo>
                <a:lnTo>
                  <a:pt x="261" y="334"/>
                </a:lnTo>
                <a:lnTo>
                  <a:pt x="259" y="334"/>
                </a:lnTo>
                <a:lnTo>
                  <a:pt x="258" y="335"/>
                </a:lnTo>
                <a:lnTo>
                  <a:pt x="257" y="337"/>
                </a:lnTo>
                <a:lnTo>
                  <a:pt x="257" y="339"/>
                </a:lnTo>
                <a:lnTo>
                  <a:pt x="255" y="341"/>
                </a:lnTo>
                <a:lnTo>
                  <a:pt x="254" y="342"/>
                </a:lnTo>
                <a:lnTo>
                  <a:pt x="251" y="344"/>
                </a:lnTo>
                <a:lnTo>
                  <a:pt x="251" y="345"/>
                </a:lnTo>
                <a:lnTo>
                  <a:pt x="250" y="346"/>
                </a:lnTo>
                <a:lnTo>
                  <a:pt x="249" y="347"/>
                </a:lnTo>
                <a:lnTo>
                  <a:pt x="248" y="346"/>
                </a:lnTo>
                <a:lnTo>
                  <a:pt x="248" y="347"/>
                </a:lnTo>
                <a:lnTo>
                  <a:pt x="247" y="347"/>
                </a:lnTo>
                <a:lnTo>
                  <a:pt x="247" y="348"/>
                </a:lnTo>
                <a:lnTo>
                  <a:pt x="246" y="348"/>
                </a:lnTo>
                <a:lnTo>
                  <a:pt x="246" y="349"/>
                </a:lnTo>
                <a:lnTo>
                  <a:pt x="246" y="350"/>
                </a:lnTo>
                <a:lnTo>
                  <a:pt x="246" y="351"/>
                </a:lnTo>
                <a:lnTo>
                  <a:pt x="245" y="351"/>
                </a:lnTo>
                <a:lnTo>
                  <a:pt x="245" y="352"/>
                </a:lnTo>
                <a:lnTo>
                  <a:pt x="245" y="353"/>
                </a:lnTo>
                <a:lnTo>
                  <a:pt x="246" y="354"/>
                </a:lnTo>
                <a:lnTo>
                  <a:pt x="245" y="355"/>
                </a:lnTo>
                <a:lnTo>
                  <a:pt x="243" y="356"/>
                </a:lnTo>
                <a:lnTo>
                  <a:pt x="242" y="355"/>
                </a:lnTo>
                <a:lnTo>
                  <a:pt x="241" y="355"/>
                </a:lnTo>
                <a:lnTo>
                  <a:pt x="240" y="355"/>
                </a:lnTo>
                <a:lnTo>
                  <a:pt x="240" y="356"/>
                </a:lnTo>
                <a:lnTo>
                  <a:pt x="239" y="356"/>
                </a:lnTo>
                <a:lnTo>
                  <a:pt x="239" y="357"/>
                </a:lnTo>
                <a:lnTo>
                  <a:pt x="241" y="358"/>
                </a:lnTo>
                <a:lnTo>
                  <a:pt x="240" y="359"/>
                </a:lnTo>
                <a:lnTo>
                  <a:pt x="239" y="362"/>
                </a:lnTo>
                <a:lnTo>
                  <a:pt x="239" y="363"/>
                </a:lnTo>
                <a:lnTo>
                  <a:pt x="238" y="363"/>
                </a:lnTo>
                <a:lnTo>
                  <a:pt x="238" y="364"/>
                </a:lnTo>
                <a:lnTo>
                  <a:pt x="238" y="365"/>
                </a:lnTo>
                <a:lnTo>
                  <a:pt x="237" y="366"/>
                </a:lnTo>
                <a:lnTo>
                  <a:pt x="236" y="366"/>
                </a:lnTo>
                <a:lnTo>
                  <a:pt x="236" y="365"/>
                </a:lnTo>
                <a:lnTo>
                  <a:pt x="236" y="366"/>
                </a:lnTo>
                <a:lnTo>
                  <a:pt x="236" y="367"/>
                </a:lnTo>
                <a:lnTo>
                  <a:pt x="237" y="367"/>
                </a:lnTo>
                <a:lnTo>
                  <a:pt x="237" y="368"/>
                </a:lnTo>
                <a:lnTo>
                  <a:pt x="236" y="368"/>
                </a:lnTo>
                <a:lnTo>
                  <a:pt x="235" y="369"/>
                </a:lnTo>
                <a:lnTo>
                  <a:pt x="233" y="368"/>
                </a:lnTo>
                <a:lnTo>
                  <a:pt x="233" y="367"/>
                </a:lnTo>
                <a:lnTo>
                  <a:pt x="232" y="367"/>
                </a:lnTo>
                <a:lnTo>
                  <a:pt x="232" y="368"/>
                </a:lnTo>
                <a:lnTo>
                  <a:pt x="231" y="368"/>
                </a:lnTo>
                <a:lnTo>
                  <a:pt x="232" y="368"/>
                </a:lnTo>
                <a:lnTo>
                  <a:pt x="232" y="369"/>
                </a:lnTo>
                <a:lnTo>
                  <a:pt x="233" y="369"/>
                </a:lnTo>
                <a:lnTo>
                  <a:pt x="235" y="371"/>
                </a:lnTo>
                <a:lnTo>
                  <a:pt x="236" y="371"/>
                </a:lnTo>
                <a:lnTo>
                  <a:pt x="237" y="375"/>
                </a:lnTo>
                <a:lnTo>
                  <a:pt x="238" y="376"/>
                </a:lnTo>
                <a:lnTo>
                  <a:pt x="239" y="376"/>
                </a:lnTo>
                <a:lnTo>
                  <a:pt x="238" y="377"/>
                </a:lnTo>
                <a:lnTo>
                  <a:pt x="238" y="376"/>
                </a:lnTo>
                <a:lnTo>
                  <a:pt x="237" y="376"/>
                </a:lnTo>
                <a:lnTo>
                  <a:pt x="236" y="376"/>
                </a:lnTo>
                <a:lnTo>
                  <a:pt x="236" y="377"/>
                </a:lnTo>
                <a:lnTo>
                  <a:pt x="235" y="377"/>
                </a:lnTo>
                <a:lnTo>
                  <a:pt x="235" y="378"/>
                </a:lnTo>
                <a:lnTo>
                  <a:pt x="236" y="377"/>
                </a:lnTo>
                <a:lnTo>
                  <a:pt x="237" y="377"/>
                </a:lnTo>
                <a:lnTo>
                  <a:pt x="238" y="377"/>
                </a:lnTo>
                <a:lnTo>
                  <a:pt x="238" y="379"/>
                </a:lnTo>
                <a:lnTo>
                  <a:pt x="239" y="379"/>
                </a:lnTo>
                <a:lnTo>
                  <a:pt x="240" y="379"/>
                </a:lnTo>
                <a:lnTo>
                  <a:pt x="240" y="380"/>
                </a:lnTo>
                <a:lnTo>
                  <a:pt x="239" y="381"/>
                </a:lnTo>
                <a:lnTo>
                  <a:pt x="238" y="382"/>
                </a:lnTo>
                <a:lnTo>
                  <a:pt x="238" y="383"/>
                </a:lnTo>
                <a:lnTo>
                  <a:pt x="237" y="383"/>
                </a:lnTo>
                <a:lnTo>
                  <a:pt x="237" y="382"/>
                </a:lnTo>
                <a:lnTo>
                  <a:pt x="237" y="383"/>
                </a:lnTo>
                <a:lnTo>
                  <a:pt x="236" y="385"/>
                </a:lnTo>
                <a:lnTo>
                  <a:pt x="236" y="386"/>
                </a:lnTo>
                <a:lnTo>
                  <a:pt x="235" y="386"/>
                </a:lnTo>
                <a:lnTo>
                  <a:pt x="235" y="387"/>
                </a:lnTo>
                <a:lnTo>
                  <a:pt x="236" y="387"/>
                </a:lnTo>
                <a:lnTo>
                  <a:pt x="237" y="387"/>
                </a:lnTo>
                <a:lnTo>
                  <a:pt x="237" y="388"/>
                </a:lnTo>
                <a:lnTo>
                  <a:pt x="237" y="389"/>
                </a:lnTo>
                <a:lnTo>
                  <a:pt x="236" y="389"/>
                </a:lnTo>
                <a:lnTo>
                  <a:pt x="237" y="390"/>
                </a:lnTo>
                <a:lnTo>
                  <a:pt x="236" y="391"/>
                </a:lnTo>
                <a:lnTo>
                  <a:pt x="235" y="391"/>
                </a:lnTo>
                <a:lnTo>
                  <a:pt x="234" y="391"/>
                </a:lnTo>
                <a:lnTo>
                  <a:pt x="234" y="390"/>
                </a:lnTo>
                <a:lnTo>
                  <a:pt x="234" y="389"/>
                </a:lnTo>
                <a:lnTo>
                  <a:pt x="233" y="389"/>
                </a:lnTo>
                <a:lnTo>
                  <a:pt x="233" y="388"/>
                </a:lnTo>
                <a:lnTo>
                  <a:pt x="232" y="388"/>
                </a:lnTo>
                <a:lnTo>
                  <a:pt x="232" y="389"/>
                </a:lnTo>
                <a:lnTo>
                  <a:pt x="231" y="389"/>
                </a:lnTo>
                <a:lnTo>
                  <a:pt x="230" y="389"/>
                </a:lnTo>
                <a:lnTo>
                  <a:pt x="230" y="388"/>
                </a:lnTo>
                <a:lnTo>
                  <a:pt x="229" y="387"/>
                </a:lnTo>
                <a:lnTo>
                  <a:pt x="228" y="387"/>
                </a:lnTo>
                <a:lnTo>
                  <a:pt x="227" y="387"/>
                </a:lnTo>
                <a:lnTo>
                  <a:pt x="227" y="388"/>
                </a:lnTo>
                <a:lnTo>
                  <a:pt x="228" y="388"/>
                </a:lnTo>
                <a:lnTo>
                  <a:pt x="227" y="388"/>
                </a:lnTo>
                <a:lnTo>
                  <a:pt x="226" y="389"/>
                </a:lnTo>
                <a:lnTo>
                  <a:pt x="227" y="389"/>
                </a:lnTo>
                <a:lnTo>
                  <a:pt x="227" y="390"/>
                </a:lnTo>
                <a:lnTo>
                  <a:pt x="228" y="389"/>
                </a:lnTo>
                <a:lnTo>
                  <a:pt x="229" y="390"/>
                </a:lnTo>
                <a:lnTo>
                  <a:pt x="228" y="390"/>
                </a:lnTo>
                <a:lnTo>
                  <a:pt x="228" y="391"/>
                </a:lnTo>
                <a:lnTo>
                  <a:pt x="227" y="391"/>
                </a:lnTo>
                <a:lnTo>
                  <a:pt x="226" y="391"/>
                </a:lnTo>
                <a:lnTo>
                  <a:pt x="227" y="391"/>
                </a:lnTo>
                <a:lnTo>
                  <a:pt x="226" y="391"/>
                </a:lnTo>
                <a:lnTo>
                  <a:pt x="226" y="392"/>
                </a:lnTo>
                <a:lnTo>
                  <a:pt x="226" y="393"/>
                </a:lnTo>
                <a:lnTo>
                  <a:pt x="227" y="393"/>
                </a:lnTo>
                <a:lnTo>
                  <a:pt x="226" y="394"/>
                </a:lnTo>
                <a:lnTo>
                  <a:pt x="226" y="393"/>
                </a:lnTo>
                <a:lnTo>
                  <a:pt x="226" y="394"/>
                </a:lnTo>
                <a:lnTo>
                  <a:pt x="225" y="394"/>
                </a:lnTo>
                <a:lnTo>
                  <a:pt x="225" y="393"/>
                </a:lnTo>
                <a:lnTo>
                  <a:pt x="224" y="393"/>
                </a:lnTo>
                <a:lnTo>
                  <a:pt x="224" y="394"/>
                </a:lnTo>
                <a:lnTo>
                  <a:pt x="225" y="394"/>
                </a:lnTo>
                <a:lnTo>
                  <a:pt x="225" y="395"/>
                </a:lnTo>
                <a:lnTo>
                  <a:pt x="226" y="395"/>
                </a:lnTo>
                <a:lnTo>
                  <a:pt x="227" y="394"/>
                </a:lnTo>
                <a:lnTo>
                  <a:pt x="227" y="395"/>
                </a:lnTo>
                <a:lnTo>
                  <a:pt x="227" y="396"/>
                </a:lnTo>
                <a:lnTo>
                  <a:pt x="228" y="396"/>
                </a:lnTo>
                <a:lnTo>
                  <a:pt x="228" y="395"/>
                </a:lnTo>
                <a:lnTo>
                  <a:pt x="228" y="396"/>
                </a:lnTo>
                <a:lnTo>
                  <a:pt x="227" y="397"/>
                </a:lnTo>
                <a:lnTo>
                  <a:pt x="227" y="398"/>
                </a:lnTo>
                <a:lnTo>
                  <a:pt x="228" y="398"/>
                </a:lnTo>
                <a:lnTo>
                  <a:pt x="228" y="397"/>
                </a:lnTo>
                <a:lnTo>
                  <a:pt x="229" y="398"/>
                </a:lnTo>
                <a:lnTo>
                  <a:pt x="228" y="398"/>
                </a:lnTo>
                <a:lnTo>
                  <a:pt x="227" y="398"/>
                </a:lnTo>
                <a:lnTo>
                  <a:pt x="227" y="399"/>
                </a:lnTo>
                <a:lnTo>
                  <a:pt x="228" y="399"/>
                </a:lnTo>
                <a:lnTo>
                  <a:pt x="227" y="400"/>
                </a:lnTo>
                <a:lnTo>
                  <a:pt x="226" y="400"/>
                </a:lnTo>
                <a:lnTo>
                  <a:pt x="225" y="400"/>
                </a:lnTo>
                <a:lnTo>
                  <a:pt x="225" y="401"/>
                </a:lnTo>
                <a:lnTo>
                  <a:pt x="225" y="402"/>
                </a:lnTo>
                <a:lnTo>
                  <a:pt x="225" y="403"/>
                </a:lnTo>
                <a:lnTo>
                  <a:pt x="226" y="403"/>
                </a:lnTo>
                <a:lnTo>
                  <a:pt x="227" y="403"/>
                </a:lnTo>
                <a:lnTo>
                  <a:pt x="226" y="404"/>
                </a:lnTo>
                <a:lnTo>
                  <a:pt x="226" y="405"/>
                </a:lnTo>
                <a:lnTo>
                  <a:pt x="225" y="405"/>
                </a:lnTo>
                <a:lnTo>
                  <a:pt x="225" y="406"/>
                </a:lnTo>
                <a:lnTo>
                  <a:pt x="224" y="406"/>
                </a:lnTo>
                <a:lnTo>
                  <a:pt x="224" y="407"/>
                </a:lnTo>
                <a:lnTo>
                  <a:pt x="225" y="407"/>
                </a:lnTo>
                <a:lnTo>
                  <a:pt x="225" y="408"/>
                </a:lnTo>
                <a:lnTo>
                  <a:pt x="225" y="409"/>
                </a:lnTo>
                <a:lnTo>
                  <a:pt x="224" y="409"/>
                </a:lnTo>
                <a:lnTo>
                  <a:pt x="223" y="409"/>
                </a:lnTo>
                <a:lnTo>
                  <a:pt x="222" y="410"/>
                </a:lnTo>
                <a:lnTo>
                  <a:pt x="222" y="411"/>
                </a:lnTo>
                <a:lnTo>
                  <a:pt x="221" y="411"/>
                </a:lnTo>
                <a:lnTo>
                  <a:pt x="220" y="411"/>
                </a:lnTo>
                <a:lnTo>
                  <a:pt x="220" y="410"/>
                </a:lnTo>
                <a:lnTo>
                  <a:pt x="220" y="409"/>
                </a:lnTo>
                <a:lnTo>
                  <a:pt x="220" y="408"/>
                </a:lnTo>
                <a:lnTo>
                  <a:pt x="219" y="407"/>
                </a:lnTo>
                <a:lnTo>
                  <a:pt x="220" y="406"/>
                </a:lnTo>
                <a:lnTo>
                  <a:pt x="219" y="406"/>
                </a:lnTo>
                <a:lnTo>
                  <a:pt x="219" y="405"/>
                </a:lnTo>
                <a:lnTo>
                  <a:pt x="219" y="406"/>
                </a:lnTo>
                <a:lnTo>
                  <a:pt x="218" y="406"/>
                </a:lnTo>
                <a:lnTo>
                  <a:pt x="218" y="407"/>
                </a:lnTo>
                <a:lnTo>
                  <a:pt x="218" y="406"/>
                </a:lnTo>
                <a:lnTo>
                  <a:pt x="217" y="406"/>
                </a:lnTo>
                <a:lnTo>
                  <a:pt x="217" y="407"/>
                </a:lnTo>
                <a:lnTo>
                  <a:pt x="217" y="408"/>
                </a:lnTo>
                <a:lnTo>
                  <a:pt x="216" y="409"/>
                </a:lnTo>
                <a:lnTo>
                  <a:pt x="217" y="409"/>
                </a:lnTo>
                <a:lnTo>
                  <a:pt x="217" y="410"/>
                </a:lnTo>
                <a:lnTo>
                  <a:pt x="217" y="411"/>
                </a:lnTo>
                <a:lnTo>
                  <a:pt x="217" y="410"/>
                </a:lnTo>
                <a:lnTo>
                  <a:pt x="216" y="410"/>
                </a:lnTo>
                <a:lnTo>
                  <a:pt x="216" y="409"/>
                </a:lnTo>
                <a:lnTo>
                  <a:pt x="215" y="409"/>
                </a:lnTo>
                <a:lnTo>
                  <a:pt x="215" y="408"/>
                </a:lnTo>
                <a:lnTo>
                  <a:pt x="215" y="407"/>
                </a:lnTo>
                <a:lnTo>
                  <a:pt x="214" y="407"/>
                </a:lnTo>
                <a:lnTo>
                  <a:pt x="215" y="407"/>
                </a:lnTo>
                <a:lnTo>
                  <a:pt x="214" y="406"/>
                </a:lnTo>
                <a:lnTo>
                  <a:pt x="214" y="405"/>
                </a:lnTo>
                <a:lnTo>
                  <a:pt x="215" y="405"/>
                </a:lnTo>
                <a:lnTo>
                  <a:pt x="215" y="404"/>
                </a:lnTo>
                <a:lnTo>
                  <a:pt x="214" y="404"/>
                </a:lnTo>
                <a:lnTo>
                  <a:pt x="214" y="403"/>
                </a:lnTo>
                <a:lnTo>
                  <a:pt x="213" y="403"/>
                </a:lnTo>
                <a:lnTo>
                  <a:pt x="214" y="402"/>
                </a:lnTo>
                <a:lnTo>
                  <a:pt x="215" y="402"/>
                </a:lnTo>
                <a:lnTo>
                  <a:pt x="216" y="402"/>
                </a:lnTo>
                <a:lnTo>
                  <a:pt x="217" y="402"/>
                </a:lnTo>
                <a:lnTo>
                  <a:pt x="216" y="401"/>
                </a:lnTo>
                <a:lnTo>
                  <a:pt x="215" y="401"/>
                </a:lnTo>
                <a:lnTo>
                  <a:pt x="215" y="400"/>
                </a:lnTo>
                <a:lnTo>
                  <a:pt x="214" y="400"/>
                </a:lnTo>
                <a:lnTo>
                  <a:pt x="214" y="399"/>
                </a:lnTo>
                <a:lnTo>
                  <a:pt x="215" y="399"/>
                </a:lnTo>
                <a:lnTo>
                  <a:pt x="215" y="398"/>
                </a:lnTo>
                <a:lnTo>
                  <a:pt x="214" y="398"/>
                </a:lnTo>
                <a:lnTo>
                  <a:pt x="214" y="397"/>
                </a:lnTo>
                <a:lnTo>
                  <a:pt x="213" y="396"/>
                </a:lnTo>
                <a:lnTo>
                  <a:pt x="213" y="397"/>
                </a:lnTo>
                <a:lnTo>
                  <a:pt x="212" y="396"/>
                </a:lnTo>
                <a:lnTo>
                  <a:pt x="212" y="395"/>
                </a:lnTo>
                <a:lnTo>
                  <a:pt x="211" y="394"/>
                </a:lnTo>
                <a:lnTo>
                  <a:pt x="210" y="393"/>
                </a:lnTo>
                <a:lnTo>
                  <a:pt x="209" y="393"/>
                </a:lnTo>
                <a:lnTo>
                  <a:pt x="209" y="392"/>
                </a:lnTo>
                <a:lnTo>
                  <a:pt x="210" y="392"/>
                </a:lnTo>
                <a:lnTo>
                  <a:pt x="209" y="391"/>
                </a:lnTo>
                <a:lnTo>
                  <a:pt x="209" y="390"/>
                </a:lnTo>
                <a:lnTo>
                  <a:pt x="209" y="389"/>
                </a:lnTo>
                <a:lnTo>
                  <a:pt x="209" y="387"/>
                </a:lnTo>
                <a:lnTo>
                  <a:pt x="208" y="387"/>
                </a:lnTo>
                <a:lnTo>
                  <a:pt x="207" y="387"/>
                </a:lnTo>
                <a:lnTo>
                  <a:pt x="207" y="386"/>
                </a:lnTo>
                <a:lnTo>
                  <a:pt x="206" y="386"/>
                </a:lnTo>
                <a:lnTo>
                  <a:pt x="206" y="387"/>
                </a:lnTo>
                <a:lnTo>
                  <a:pt x="205" y="388"/>
                </a:lnTo>
                <a:lnTo>
                  <a:pt x="205" y="387"/>
                </a:lnTo>
                <a:lnTo>
                  <a:pt x="204" y="387"/>
                </a:lnTo>
                <a:lnTo>
                  <a:pt x="203" y="388"/>
                </a:lnTo>
                <a:lnTo>
                  <a:pt x="202" y="388"/>
                </a:lnTo>
                <a:lnTo>
                  <a:pt x="202" y="387"/>
                </a:lnTo>
                <a:lnTo>
                  <a:pt x="201" y="386"/>
                </a:lnTo>
                <a:lnTo>
                  <a:pt x="201" y="385"/>
                </a:lnTo>
                <a:lnTo>
                  <a:pt x="202" y="385"/>
                </a:lnTo>
                <a:lnTo>
                  <a:pt x="202" y="384"/>
                </a:lnTo>
                <a:lnTo>
                  <a:pt x="201" y="384"/>
                </a:lnTo>
                <a:lnTo>
                  <a:pt x="201" y="383"/>
                </a:lnTo>
                <a:lnTo>
                  <a:pt x="200" y="383"/>
                </a:lnTo>
                <a:lnTo>
                  <a:pt x="200" y="384"/>
                </a:lnTo>
                <a:lnTo>
                  <a:pt x="199" y="384"/>
                </a:lnTo>
                <a:lnTo>
                  <a:pt x="198" y="385"/>
                </a:lnTo>
                <a:lnTo>
                  <a:pt x="197" y="385"/>
                </a:lnTo>
                <a:lnTo>
                  <a:pt x="196" y="384"/>
                </a:lnTo>
                <a:lnTo>
                  <a:pt x="195" y="384"/>
                </a:lnTo>
                <a:lnTo>
                  <a:pt x="195" y="385"/>
                </a:lnTo>
                <a:lnTo>
                  <a:pt x="194" y="385"/>
                </a:lnTo>
                <a:lnTo>
                  <a:pt x="193" y="385"/>
                </a:lnTo>
                <a:lnTo>
                  <a:pt x="192" y="384"/>
                </a:lnTo>
                <a:lnTo>
                  <a:pt x="192" y="385"/>
                </a:lnTo>
                <a:lnTo>
                  <a:pt x="191" y="385"/>
                </a:lnTo>
                <a:lnTo>
                  <a:pt x="190" y="385"/>
                </a:lnTo>
                <a:lnTo>
                  <a:pt x="189" y="386"/>
                </a:lnTo>
                <a:lnTo>
                  <a:pt x="190" y="386"/>
                </a:lnTo>
                <a:lnTo>
                  <a:pt x="190" y="387"/>
                </a:lnTo>
                <a:lnTo>
                  <a:pt x="190" y="388"/>
                </a:lnTo>
                <a:lnTo>
                  <a:pt x="189" y="388"/>
                </a:lnTo>
                <a:lnTo>
                  <a:pt x="188" y="388"/>
                </a:lnTo>
                <a:lnTo>
                  <a:pt x="188" y="387"/>
                </a:lnTo>
                <a:lnTo>
                  <a:pt x="187" y="387"/>
                </a:lnTo>
                <a:lnTo>
                  <a:pt x="187" y="388"/>
                </a:lnTo>
                <a:lnTo>
                  <a:pt x="186" y="388"/>
                </a:lnTo>
                <a:lnTo>
                  <a:pt x="187" y="389"/>
                </a:lnTo>
                <a:lnTo>
                  <a:pt x="186" y="389"/>
                </a:lnTo>
                <a:lnTo>
                  <a:pt x="186" y="390"/>
                </a:lnTo>
                <a:lnTo>
                  <a:pt x="185" y="390"/>
                </a:lnTo>
                <a:lnTo>
                  <a:pt x="185" y="391"/>
                </a:lnTo>
                <a:lnTo>
                  <a:pt x="184" y="391"/>
                </a:lnTo>
                <a:lnTo>
                  <a:pt x="184" y="392"/>
                </a:lnTo>
                <a:lnTo>
                  <a:pt x="183" y="392"/>
                </a:lnTo>
                <a:lnTo>
                  <a:pt x="183" y="393"/>
                </a:lnTo>
                <a:lnTo>
                  <a:pt x="182" y="393"/>
                </a:lnTo>
                <a:lnTo>
                  <a:pt x="181" y="393"/>
                </a:lnTo>
                <a:lnTo>
                  <a:pt x="180" y="392"/>
                </a:lnTo>
                <a:lnTo>
                  <a:pt x="179" y="391"/>
                </a:lnTo>
                <a:lnTo>
                  <a:pt x="179" y="390"/>
                </a:lnTo>
                <a:lnTo>
                  <a:pt x="178" y="390"/>
                </a:lnTo>
                <a:lnTo>
                  <a:pt x="179" y="390"/>
                </a:lnTo>
                <a:lnTo>
                  <a:pt x="178" y="390"/>
                </a:lnTo>
                <a:lnTo>
                  <a:pt x="178" y="389"/>
                </a:lnTo>
                <a:lnTo>
                  <a:pt x="177" y="389"/>
                </a:lnTo>
                <a:lnTo>
                  <a:pt x="177" y="390"/>
                </a:lnTo>
                <a:lnTo>
                  <a:pt x="176" y="390"/>
                </a:lnTo>
                <a:lnTo>
                  <a:pt x="175" y="390"/>
                </a:lnTo>
                <a:lnTo>
                  <a:pt x="174" y="390"/>
                </a:lnTo>
                <a:lnTo>
                  <a:pt x="174" y="391"/>
                </a:lnTo>
                <a:lnTo>
                  <a:pt x="175" y="391"/>
                </a:lnTo>
                <a:lnTo>
                  <a:pt x="174" y="392"/>
                </a:lnTo>
                <a:lnTo>
                  <a:pt x="173" y="392"/>
                </a:lnTo>
                <a:lnTo>
                  <a:pt x="173" y="393"/>
                </a:lnTo>
                <a:lnTo>
                  <a:pt x="172" y="393"/>
                </a:lnTo>
                <a:lnTo>
                  <a:pt x="172" y="394"/>
                </a:lnTo>
                <a:lnTo>
                  <a:pt x="173" y="394"/>
                </a:lnTo>
                <a:lnTo>
                  <a:pt x="172" y="394"/>
                </a:lnTo>
                <a:lnTo>
                  <a:pt x="172" y="395"/>
                </a:lnTo>
                <a:lnTo>
                  <a:pt x="173" y="395"/>
                </a:lnTo>
                <a:lnTo>
                  <a:pt x="173" y="396"/>
                </a:lnTo>
                <a:lnTo>
                  <a:pt x="172" y="396"/>
                </a:lnTo>
                <a:lnTo>
                  <a:pt x="171" y="396"/>
                </a:lnTo>
                <a:lnTo>
                  <a:pt x="170" y="395"/>
                </a:lnTo>
                <a:lnTo>
                  <a:pt x="169" y="395"/>
                </a:lnTo>
                <a:lnTo>
                  <a:pt x="169" y="396"/>
                </a:lnTo>
                <a:lnTo>
                  <a:pt x="168" y="396"/>
                </a:lnTo>
                <a:lnTo>
                  <a:pt x="167" y="396"/>
                </a:lnTo>
                <a:lnTo>
                  <a:pt x="167" y="397"/>
                </a:lnTo>
                <a:lnTo>
                  <a:pt x="166" y="397"/>
                </a:lnTo>
                <a:lnTo>
                  <a:pt x="166" y="396"/>
                </a:lnTo>
                <a:lnTo>
                  <a:pt x="165" y="396"/>
                </a:lnTo>
                <a:lnTo>
                  <a:pt x="164" y="395"/>
                </a:lnTo>
                <a:lnTo>
                  <a:pt x="163" y="395"/>
                </a:lnTo>
                <a:lnTo>
                  <a:pt x="163" y="396"/>
                </a:lnTo>
                <a:lnTo>
                  <a:pt x="163" y="397"/>
                </a:lnTo>
                <a:lnTo>
                  <a:pt x="164" y="397"/>
                </a:lnTo>
                <a:lnTo>
                  <a:pt x="163" y="397"/>
                </a:lnTo>
                <a:lnTo>
                  <a:pt x="162" y="397"/>
                </a:lnTo>
                <a:lnTo>
                  <a:pt x="162" y="398"/>
                </a:lnTo>
                <a:lnTo>
                  <a:pt x="161" y="398"/>
                </a:lnTo>
                <a:lnTo>
                  <a:pt x="161" y="397"/>
                </a:lnTo>
                <a:lnTo>
                  <a:pt x="160" y="397"/>
                </a:lnTo>
                <a:lnTo>
                  <a:pt x="160" y="396"/>
                </a:lnTo>
                <a:lnTo>
                  <a:pt x="159" y="396"/>
                </a:lnTo>
                <a:lnTo>
                  <a:pt x="159" y="397"/>
                </a:lnTo>
                <a:lnTo>
                  <a:pt x="158" y="397"/>
                </a:lnTo>
                <a:lnTo>
                  <a:pt x="157" y="397"/>
                </a:lnTo>
                <a:lnTo>
                  <a:pt x="157" y="396"/>
                </a:lnTo>
                <a:lnTo>
                  <a:pt x="157" y="395"/>
                </a:lnTo>
                <a:lnTo>
                  <a:pt x="157" y="394"/>
                </a:lnTo>
                <a:lnTo>
                  <a:pt x="157" y="395"/>
                </a:lnTo>
                <a:lnTo>
                  <a:pt x="158" y="395"/>
                </a:lnTo>
                <a:lnTo>
                  <a:pt x="158" y="394"/>
                </a:lnTo>
                <a:lnTo>
                  <a:pt x="157" y="394"/>
                </a:lnTo>
                <a:lnTo>
                  <a:pt x="157" y="393"/>
                </a:lnTo>
                <a:lnTo>
                  <a:pt x="157" y="392"/>
                </a:lnTo>
                <a:lnTo>
                  <a:pt x="156" y="392"/>
                </a:lnTo>
                <a:lnTo>
                  <a:pt x="155" y="392"/>
                </a:lnTo>
                <a:lnTo>
                  <a:pt x="155" y="391"/>
                </a:lnTo>
                <a:lnTo>
                  <a:pt x="154" y="391"/>
                </a:lnTo>
                <a:lnTo>
                  <a:pt x="155" y="390"/>
                </a:lnTo>
                <a:lnTo>
                  <a:pt x="155" y="389"/>
                </a:lnTo>
                <a:lnTo>
                  <a:pt x="154" y="390"/>
                </a:lnTo>
                <a:lnTo>
                  <a:pt x="154" y="389"/>
                </a:lnTo>
                <a:lnTo>
                  <a:pt x="154" y="388"/>
                </a:lnTo>
                <a:lnTo>
                  <a:pt x="153" y="388"/>
                </a:lnTo>
                <a:lnTo>
                  <a:pt x="154" y="388"/>
                </a:lnTo>
                <a:lnTo>
                  <a:pt x="153" y="387"/>
                </a:lnTo>
                <a:lnTo>
                  <a:pt x="152" y="387"/>
                </a:lnTo>
                <a:lnTo>
                  <a:pt x="152" y="386"/>
                </a:lnTo>
                <a:lnTo>
                  <a:pt x="151" y="385"/>
                </a:lnTo>
                <a:lnTo>
                  <a:pt x="151" y="384"/>
                </a:lnTo>
                <a:lnTo>
                  <a:pt x="150" y="384"/>
                </a:lnTo>
                <a:lnTo>
                  <a:pt x="149" y="383"/>
                </a:lnTo>
                <a:lnTo>
                  <a:pt x="150" y="383"/>
                </a:lnTo>
                <a:lnTo>
                  <a:pt x="151" y="382"/>
                </a:lnTo>
                <a:lnTo>
                  <a:pt x="151" y="381"/>
                </a:lnTo>
                <a:lnTo>
                  <a:pt x="152" y="381"/>
                </a:lnTo>
                <a:lnTo>
                  <a:pt x="152" y="380"/>
                </a:lnTo>
                <a:lnTo>
                  <a:pt x="151" y="380"/>
                </a:lnTo>
                <a:lnTo>
                  <a:pt x="152" y="379"/>
                </a:lnTo>
                <a:lnTo>
                  <a:pt x="151" y="379"/>
                </a:lnTo>
                <a:lnTo>
                  <a:pt x="151" y="378"/>
                </a:lnTo>
                <a:lnTo>
                  <a:pt x="152" y="378"/>
                </a:lnTo>
                <a:lnTo>
                  <a:pt x="152" y="377"/>
                </a:lnTo>
                <a:lnTo>
                  <a:pt x="151" y="377"/>
                </a:lnTo>
                <a:lnTo>
                  <a:pt x="151" y="376"/>
                </a:lnTo>
                <a:lnTo>
                  <a:pt x="152" y="376"/>
                </a:lnTo>
                <a:lnTo>
                  <a:pt x="152" y="375"/>
                </a:lnTo>
                <a:lnTo>
                  <a:pt x="151" y="375"/>
                </a:lnTo>
                <a:lnTo>
                  <a:pt x="151" y="374"/>
                </a:lnTo>
                <a:lnTo>
                  <a:pt x="150" y="373"/>
                </a:lnTo>
                <a:lnTo>
                  <a:pt x="149" y="373"/>
                </a:lnTo>
                <a:lnTo>
                  <a:pt x="148" y="373"/>
                </a:lnTo>
                <a:lnTo>
                  <a:pt x="147" y="373"/>
                </a:lnTo>
                <a:lnTo>
                  <a:pt x="147" y="372"/>
                </a:lnTo>
                <a:lnTo>
                  <a:pt x="148" y="372"/>
                </a:lnTo>
                <a:lnTo>
                  <a:pt x="148" y="371"/>
                </a:lnTo>
                <a:lnTo>
                  <a:pt x="148" y="370"/>
                </a:lnTo>
                <a:lnTo>
                  <a:pt x="149" y="370"/>
                </a:lnTo>
                <a:lnTo>
                  <a:pt x="149" y="369"/>
                </a:lnTo>
                <a:lnTo>
                  <a:pt x="148" y="369"/>
                </a:lnTo>
                <a:lnTo>
                  <a:pt x="147" y="369"/>
                </a:lnTo>
                <a:lnTo>
                  <a:pt x="146" y="369"/>
                </a:lnTo>
                <a:lnTo>
                  <a:pt x="145" y="368"/>
                </a:lnTo>
                <a:lnTo>
                  <a:pt x="145" y="369"/>
                </a:lnTo>
                <a:lnTo>
                  <a:pt x="145" y="368"/>
                </a:lnTo>
                <a:lnTo>
                  <a:pt x="144" y="368"/>
                </a:lnTo>
                <a:lnTo>
                  <a:pt x="144" y="367"/>
                </a:lnTo>
                <a:lnTo>
                  <a:pt x="144" y="366"/>
                </a:lnTo>
                <a:lnTo>
                  <a:pt x="144" y="365"/>
                </a:lnTo>
                <a:lnTo>
                  <a:pt x="144" y="364"/>
                </a:lnTo>
                <a:lnTo>
                  <a:pt x="145" y="364"/>
                </a:lnTo>
                <a:lnTo>
                  <a:pt x="146" y="363"/>
                </a:lnTo>
                <a:lnTo>
                  <a:pt x="146" y="362"/>
                </a:lnTo>
                <a:lnTo>
                  <a:pt x="145" y="361"/>
                </a:lnTo>
                <a:lnTo>
                  <a:pt x="146" y="360"/>
                </a:lnTo>
                <a:lnTo>
                  <a:pt x="145" y="360"/>
                </a:lnTo>
                <a:lnTo>
                  <a:pt x="145" y="359"/>
                </a:lnTo>
                <a:lnTo>
                  <a:pt x="144" y="359"/>
                </a:lnTo>
                <a:lnTo>
                  <a:pt x="142" y="359"/>
                </a:lnTo>
                <a:lnTo>
                  <a:pt x="141" y="359"/>
                </a:lnTo>
                <a:lnTo>
                  <a:pt x="141" y="360"/>
                </a:lnTo>
                <a:lnTo>
                  <a:pt x="140" y="360"/>
                </a:lnTo>
                <a:lnTo>
                  <a:pt x="140" y="359"/>
                </a:lnTo>
                <a:lnTo>
                  <a:pt x="139" y="359"/>
                </a:lnTo>
                <a:lnTo>
                  <a:pt x="140" y="359"/>
                </a:lnTo>
                <a:lnTo>
                  <a:pt x="139" y="359"/>
                </a:lnTo>
                <a:lnTo>
                  <a:pt x="139" y="360"/>
                </a:lnTo>
                <a:lnTo>
                  <a:pt x="138" y="360"/>
                </a:lnTo>
                <a:lnTo>
                  <a:pt x="137" y="360"/>
                </a:lnTo>
                <a:lnTo>
                  <a:pt x="137" y="359"/>
                </a:lnTo>
                <a:lnTo>
                  <a:pt x="136" y="359"/>
                </a:lnTo>
                <a:lnTo>
                  <a:pt x="137" y="359"/>
                </a:lnTo>
                <a:lnTo>
                  <a:pt x="137" y="360"/>
                </a:lnTo>
                <a:lnTo>
                  <a:pt x="136" y="360"/>
                </a:lnTo>
                <a:lnTo>
                  <a:pt x="136" y="361"/>
                </a:lnTo>
                <a:lnTo>
                  <a:pt x="135" y="360"/>
                </a:lnTo>
                <a:lnTo>
                  <a:pt x="135" y="361"/>
                </a:lnTo>
                <a:lnTo>
                  <a:pt x="135" y="362"/>
                </a:lnTo>
                <a:lnTo>
                  <a:pt x="134" y="362"/>
                </a:lnTo>
                <a:lnTo>
                  <a:pt x="134" y="361"/>
                </a:lnTo>
                <a:lnTo>
                  <a:pt x="133" y="362"/>
                </a:lnTo>
                <a:lnTo>
                  <a:pt x="133" y="363"/>
                </a:lnTo>
                <a:lnTo>
                  <a:pt x="133" y="364"/>
                </a:lnTo>
                <a:lnTo>
                  <a:pt x="133" y="365"/>
                </a:lnTo>
                <a:lnTo>
                  <a:pt x="133" y="366"/>
                </a:lnTo>
                <a:lnTo>
                  <a:pt x="132" y="367"/>
                </a:lnTo>
                <a:lnTo>
                  <a:pt x="132" y="368"/>
                </a:lnTo>
                <a:lnTo>
                  <a:pt x="132" y="369"/>
                </a:lnTo>
                <a:lnTo>
                  <a:pt x="131" y="369"/>
                </a:lnTo>
                <a:lnTo>
                  <a:pt x="132" y="370"/>
                </a:lnTo>
                <a:lnTo>
                  <a:pt x="132" y="371"/>
                </a:lnTo>
                <a:lnTo>
                  <a:pt x="131" y="371"/>
                </a:lnTo>
                <a:lnTo>
                  <a:pt x="131" y="372"/>
                </a:lnTo>
                <a:lnTo>
                  <a:pt x="130" y="373"/>
                </a:lnTo>
                <a:lnTo>
                  <a:pt x="130" y="374"/>
                </a:lnTo>
                <a:lnTo>
                  <a:pt x="129" y="375"/>
                </a:lnTo>
                <a:lnTo>
                  <a:pt x="128" y="375"/>
                </a:lnTo>
                <a:lnTo>
                  <a:pt x="128" y="376"/>
                </a:lnTo>
                <a:lnTo>
                  <a:pt x="127" y="376"/>
                </a:lnTo>
                <a:lnTo>
                  <a:pt x="126" y="375"/>
                </a:lnTo>
                <a:lnTo>
                  <a:pt x="127" y="375"/>
                </a:lnTo>
                <a:lnTo>
                  <a:pt x="127" y="374"/>
                </a:lnTo>
                <a:lnTo>
                  <a:pt x="126" y="374"/>
                </a:lnTo>
                <a:lnTo>
                  <a:pt x="126" y="373"/>
                </a:lnTo>
                <a:lnTo>
                  <a:pt x="125" y="373"/>
                </a:lnTo>
                <a:lnTo>
                  <a:pt x="123" y="373"/>
                </a:lnTo>
                <a:lnTo>
                  <a:pt x="122" y="373"/>
                </a:lnTo>
                <a:lnTo>
                  <a:pt x="121" y="374"/>
                </a:lnTo>
                <a:lnTo>
                  <a:pt x="120" y="374"/>
                </a:lnTo>
                <a:lnTo>
                  <a:pt x="120" y="375"/>
                </a:lnTo>
                <a:lnTo>
                  <a:pt x="119" y="375"/>
                </a:lnTo>
                <a:lnTo>
                  <a:pt x="118" y="375"/>
                </a:lnTo>
                <a:lnTo>
                  <a:pt x="118" y="376"/>
                </a:lnTo>
                <a:lnTo>
                  <a:pt x="119" y="376"/>
                </a:lnTo>
                <a:lnTo>
                  <a:pt x="119" y="377"/>
                </a:lnTo>
                <a:lnTo>
                  <a:pt x="119" y="378"/>
                </a:lnTo>
                <a:lnTo>
                  <a:pt x="118" y="378"/>
                </a:lnTo>
                <a:lnTo>
                  <a:pt x="118" y="379"/>
                </a:lnTo>
                <a:lnTo>
                  <a:pt x="117" y="379"/>
                </a:lnTo>
                <a:lnTo>
                  <a:pt x="116" y="380"/>
                </a:lnTo>
                <a:lnTo>
                  <a:pt x="115" y="380"/>
                </a:lnTo>
                <a:lnTo>
                  <a:pt x="115" y="381"/>
                </a:lnTo>
                <a:lnTo>
                  <a:pt x="115" y="380"/>
                </a:lnTo>
                <a:lnTo>
                  <a:pt x="114" y="381"/>
                </a:lnTo>
                <a:lnTo>
                  <a:pt x="113" y="382"/>
                </a:lnTo>
                <a:lnTo>
                  <a:pt x="113" y="381"/>
                </a:lnTo>
                <a:lnTo>
                  <a:pt x="113" y="382"/>
                </a:lnTo>
                <a:lnTo>
                  <a:pt x="113" y="383"/>
                </a:lnTo>
                <a:lnTo>
                  <a:pt x="113" y="384"/>
                </a:lnTo>
                <a:lnTo>
                  <a:pt x="112" y="384"/>
                </a:lnTo>
                <a:lnTo>
                  <a:pt x="112" y="385"/>
                </a:lnTo>
                <a:lnTo>
                  <a:pt x="111" y="385"/>
                </a:lnTo>
                <a:lnTo>
                  <a:pt x="110" y="385"/>
                </a:lnTo>
                <a:lnTo>
                  <a:pt x="110" y="384"/>
                </a:lnTo>
                <a:lnTo>
                  <a:pt x="110" y="385"/>
                </a:lnTo>
                <a:lnTo>
                  <a:pt x="109" y="385"/>
                </a:lnTo>
                <a:lnTo>
                  <a:pt x="108" y="385"/>
                </a:lnTo>
                <a:lnTo>
                  <a:pt x="107" y="385"/>
                </a:lnTo>
                <a:lnTo>
                  <a:pt x="106" y="385"/>
                </a:lnTo>
                <a:lnTo>
                  <a:pt x="105" y="385"/>
                </a:lnTo>
                <a:lnTo>
                  <a:pt x="104" y="384"/>
                </a:lnTo>
                <a:lnTo>
                  <a:pt x="103" y="384"/>
                </a:lnTo>
                <a:lnTo>
                  <a:pt x="103" y="385"/>
                </a:lnTo>
                <a:lnTo>
                  <a:pt x="103" y="384"/>
                </a:lnTo>
                <a:lnTo>
                  <a:pt x="102" y="384"/>
                </a:lnTo>
                <a:lnTo>
                  <a:pt x="101" y="384"/>
                </a:lnTo>
                <a:lnTo>
                  <a:pt x="100" y="383"/>
                </a:lnTo>
                <a:lnTo>
                  <a:pt x="100" y="384"/>
                </a:lnTo>
                <a:lnTo>
                  <a:pt x="99" y="384"/>
                </a:lnTo>
                <a:lnTo>
                  <a:pt x="99" y="383"/>
                </a:lnTo>
                <a:lnTo>
                  <a:pt x="99" y="382"/>
                </a:lnTo>
                <a:lnTo>
                  <a:pt x="99" y="381"/>
                </a:lnTo>
                <a:lnTo>
                  <a:pt x="98" y="381"/>
                </a:lnTo>
                <a:lnTo>
                  <a:pt x="99" y="381"/>
                </a:lnTo>
                <a:lnTo>
                  <a:pt x="99" y="380"/>
                </a:lnTo>
                <a:lnTo>
                  <a:pt x="99" y="379"/>
                </a:lnTo>
                <a:lnTo>
                  <a:pt x="98" y="379"/>
                </a:lnTo>
                <a:lnTo>
                  <a:pt x="97" y="379"/>
                </a:lnTo>
                <a:lnTo>
                  <a:pt x="97" y="380"/>
                </a:lnTo>
                <a:lnTo>
                  <a:pt x="96" y="380"/>
                </a:lnTo>
                <a:lnTo>
                  <a:pt x="96" y="381"/>
                </a:lnTo>
                <a:lnTo>
                  <a:pt x="95" y="380"/>
                </a:lnTo>
                <a:lnTo>
                  <a:pt x="94" y="380"/>
                </a:lnTo>
                <a:lnTo>
                  <a:pt x="93" y="380"/>
                </a:lnTo>
                <a:lnTo>
                  <a:pt x="93" y="379"/>
                </a:lnTo>
                <a:lnTo>
                  <a:pt x="92" y="379"/>
                </a:lnTo>
                <a:lnTo>
                  <a:pt x="91" y="379"/>
                </a:lnTo>
                <a:lnTo>
                  <a:pt x="91" y="378"/>
                </a:lnTo>
                <a:lnTo>
                  <a:pt x="90" y="378"/>
                </a:lnTo>
                <a:lnTo>
                  <a:pt x="90" y="377"/>
                </a:lnTo>
                <a:lnTo>
                  <a:pt x="89" y="377"/>
                </a:lnTo>
                <a:lnTo>
                  <a:pt x="88" y="377"/>
                </a:lnTo>
                <a:lnTo>
                  <a:pt x="87" y="377"/>
                </a:lnTo>
                <a:lnTo>
                  <a:pt x="87" y="376"/>
                </a:lnTo>
                <a:lnTo>
                  <a:pt x="86" y="377"/>
                </a:lnTo>
                <a:lnTo>
                  <a:pt x="86" y="378"/>
                </a:lnTo>
                <a:lnTo>
                  <a:pt x="87" y="378"/>
                </a:lnTo>
                <a:lnTo>
                  <a:pt x="87" y="379"/>
                </a:lnTo>
                <a:lnTo>
                  <a:pt x="86" y="379"/>
                </a:lnTo>
                <a:lnTo>
                  <a:pt x="85" y="380"/>
                </a:lnTo>
                <a:lnTo>
                  <a:pt x="84" y="380"/>
                </a:lnTo>
                <a:lnTo>
                  <a:pt x="84" y="381"/>
                </a:lnTo>
                <a:lnTo>
                  <a:pt x="84" y="382"/>
                </a:lnTo>
                <a:lnTo>
                  <a:pt x="83" y="382"/>
                </a:lnTo>
                <a:lnTo>
                  <a:pt x="83" y="381"/>
                </a:lnTo>
                <a:lnTo>
                  <a:pt x="82" y="381"/>
                </a:lnTo>
                <a:lnTo>
                  <a:pt x="80" y="381"/>
                </a:lnTo>
                <a:lnTo>
                  <a:pt x="79" y="381"/>
                </a:lnTo>
                <a:lnTo>
                  <a:pt x="79" y="380"/>
                </a:lnTo>
                <a:lnTo>
                  <a:pt x="78" y="379"/>
                </a:lnTo>
                <a:lnTo>
                  <a:pt x="78" y="378"/>
                </a:lnTo>
                <a:lnTo>
                  <a:pt x="78" y="377"/>
                </a:lnTo>
                <a:lnTo>
                  <a:pt x="77" y="377"/>
                </a:lnTo>
                <a:lnTo>
                  <a:pt x="77" y="376"/>
                </a:lnTo>
                <a:lnTo>
                  <a:pt x="77" y="375"/>
                </a:lnTo>
                <a:lnTo>
                  <a:pt x="76" y="375"/>
                </a:lnTo>
                <a:lnTo>
                  <a:pt x="75" y="375"/>
                </a:lnTo>
                <a:lnTo>
                  <a:pt x="75" y="376"/>
                </a:lnTo>
                <a:lnTo>
                  <a:pt x="75" y="375"/>
                </a:lnTo>
                <a:lnTo>
                  <a:pt x="75" y="374"/>
                </a:lnTo>
                <a:lnTo>
                  <a:pt x="76" y="373"/>
                </a:lnTo>
                <a:lnTo>
                  <a:pt x="77" y="373"/>
                </a:lnTo>
                <a:lnTo>
                  <a:pt x="77" y="372"/>
                </a:lnTo>
                <a:lnTo>
                  <a:pt x="78" y="372"/>
                </a:lnTo>
                <a:lnTo>
                  <a:pt x="78" y="371"/>
                </a:lnTo>
                <a:lnTo>
                  <a:pt x="78" y="370"/>
                </a:lnTo>
                <a:lnTo>
                  <a:pt x="79" y="370"/>
                </a:lnTo>
                <a:lnTo>
                  <a:pt x="80" y="370"/>
                </a:lnTo>
                <a:lnTo>
                  <a:pt x="80" y="369"/>
                </a:lnTo>
                <a:lnTo>
                  <a:pt x="79" y="370"/>
                </a:lnTo>
                <a:lnTo>
                  <a:pt x="79" y="369"/>
                </a:lnTo>
                <a:lnTo>
                  <a:pt x="79" y="368"/>
                </a:lnTo>
                <a:lnTo>
                  <a:pt x="79" y="367"/>
                </a:lnTo>
                <a:lnTo>
                  <a:pt x="79" y="366"/>
                </a:lnTo>
                <a:lnTo>
                  <a:pt x="80" y="365"/>
                </a:lnTo>
                <a:lnTo>
                  <a:pt x="80" y="364"/>
                </a:lnTo>
                <a:lnTo>
                  <a:pt x="79" y="364"/>
                </a:lnTo>
                <a:lnTo>
                  <a:pt x="79" y="363"/>
                </a:lnTo>
                <a:lnTo>
                  <a:pt x="79" y="362"/>
                </a:lnTo>
                <a:lnTo>
                  <a:pt x="78" y="361"/>
                </a:lnTo>
                <a:lnTo>
                  <a:pt x="78" y="360"/>
                </a:lnTo>
                <a:lnTo>
                  <a:pt x="78" y="361"/>
                </a:lnTo>
                <a:lnTo>
                  <a:pt x="77" y="360"/>
                </a:lnTo>
                <a:lnTo>
                  <a:pt x="77" y="359"/>
                </a:lnTo>
                <a:lnTo>
                  <a:pt x="76" y="359"/>
                </a:lnTo>
                <a:lnTo>
                  <a:pt x="76" y="358"/>
                </a:lnTo>
                <a:lnTo>
                  <a:pt x="77" y="358"/>
                </a:lnTo>
                <a:lnTo>
                  <a:pt x="77" y="357"/>
                </a:lnTo>
                <a:lnTo>
                  <a:pt x="77" y="356"/>
                </a:lnTo>
                <a:lnTo>
                  <a:pt x="76" y="356"/>
                </a:lnTo>
                <a:lnTo>
                  <a:pt x="77" y="356"/>
                </a:lnTo>
                <a:lnTo>
                  <a:pt x="78" y="356"/>
                </a:lnTo>
                <a:lnTo>
                  <a:pt x="79" y="356"/>
                </a:lnTo>
                <a:lnTo>
                  <a:pt x="79" y="355"/>
                </a:lnTo>
                <a:lnTo>
                  <a:pt x="78" y="355"/>
                </a:lnTo>
                <a:lnTo>
                  <a:pt x="78" y="354"/>
                </a:lnTo>
                <a:lnTo>
                  <a:pt x="78" y="355"/>
                </a:lnTo>
                <a:lnTo>
                  <a:pt x="77" y="354"/>
                </a:lnTo>
                <a:lnTo>
                  <a:pt x="77" y="353"/>
                </a:lnTo>
                <a:lnTo>
                  <a:pt x="76" y="353"/>
                </a:lnTo>
                <a:lnTo>
                  <a:pt x="76" y="352"/>
                </a:lnTo>
                <a:lnTo>
                  <a:pt x="76" y="351"/>
                </a:lnTo>
                <a:lnTo>
                  <a:pt x="75" y="351"/>
                </a:lnTo>
                <a:lnTo>
                  <a:pt x="75" y="350"/>
                </a:lnTo>
                <a:lnTo>
                  <a:pt x="75" y="349"/>
                </a:lnTo>
                <a:lnTo>
                  <a:pt x="74" y="349"/>
                </a:lnTo>
                <a:lnTo>
                  <a:pt x="74" y="348"/>
                </a:lnTo>
                <a:lnTo>
                  <a:pt x="73" y="348"/>
                </a:lnTo>
                <a:lnTo>
                  <a:pt x="73" y="347"/>
                </a:lnTo>
                <a:lnTo>
                  <a:pt x="74" y="347"/>
                </a:lnTo>
                <a:lnTo>
                  <a:pt x="74" y="346"/>
                </a:lnTo>
                <a:lnTo>
                  <a:pt x="74" y="345"/>
                </a:lnTo>
                <a:lnTo>
                  <a:pt x="73" y="344"/>
                </a:lnTo>
                <a:lnTo>
                  <a:pt x="73" y="343"/>
                </a:lnTo>
                <a:lnTo>
                  <a:pt x="73" y="342"/>
                </a:lnTo>
                <a:lnTo>
                  <a:pt x="72" y="341"/>
                </a:lnTo>
                <a:lnTo>
                  <a:pt x="73" y="341"/>
                </a:lnTo>
                <a:lnTo>
                  <a:pt x="73" y="340"/>
                </a:lnTo>
                <a:lnTo>
                  <a:pt x="73" y="339"/>
                </a:lnTo>
                <a:lnTo>
                  <a:pt x="72" y="339"/>
                </a:lnTo>
                <a:lnTo>
                  <a:pt x="72" y="338"/>
                </a:lnTo>
                <a:lnTo>
                  <a:pt x="73" y="337"/>
                </a:lnTo>
                <a:lnTo>
                  <a:pt x="72" y="337"/>
                </a:lnTo>
                <a:lnTo>
                  <a:pt x="71" y="336"/>
                </a:lnTo>
                <a:lnTo>
                  <a:pt x="72" y="336"/>
                </a:lnTo>
                <a:lnTo>
                  <a:pt x="71" y="335"/>
                </a:lnTo>
                <a:lnTo>
                  <a:pt x="71" y="334"/>
                </a:lnTo>
                <a:lnTo>
                  <a:pt x="70" y="334"/>
                </a:lnTo>
                <a:lnTo>
                  <a:pt x="70" y="333"/>
                </a:lnTo>
                <a:lnTo>
                  <a:pt x="69" y="333"/>
                </a:lnTo>
                <a:lnTo>
                  <a:pt x="69" y="332"/>
                </a:lnTo>
                <a:lnTo>
                  <a:pt x="68" y="332"/>
                </a:lnTo>
                <a:lnTo>
                  <a:pt x="67" y="332"/>
                </a:lnTo>
                <a:lnTo>
                  <a:pt x="66" y="332"/>
                </a:lnTo>
                <a:lnTo>
                  <a:pt x="65" y="332"/>
                </a:lnTo>
                <a:lnTo>
                  <a:pt x="65" y="331"/>
                </a:lnTo>
                <a:lnTo>
                  <a:pt x="65" y="330"/>
                </a:lnTo>
                <a:lnTo>
                  <a:pt x="64" y="329"/>
                </a:lnTo>
                <a:lnTo>
                  <a:pt x="63" y="329"/>
                </a:lnTo>
                <a:lnTo>
                  <a:pt x="63" y="328"/>
                </a:lnTo>
                <a:lnTo>
                  <a:pt x="64" y="328"/>
                </a:lnTo>
                <a:lnTo>
                  <a:pt x="63" y="327"/>
                </a:lnTo>
                <a:lnTo>
                  <a:pt x="63" y="326"/>
                </a:lnTo>
                <a:lnTo>
                  <a:pt x="63" y="324"/>
                </a:lnTo>
                <a:lnTo>
                  <a:pt x="64" y="323"/>
                </a:lnTo>
                <a:lnTo>
                  <a:pt x="64" y="322"/>
                </a:lnTo>
                <a:lnTo>
                  <a:pt x="63" y="322"/>
                </a:lnTo>
                <a:lnTo>
                  <a:pt x="63" y="323"/>
                </a:lnTo>
                <a:lnTo>
                  <a:pt x="62" y="322"/>
                </a:lnTo>
                <a:lnTo>
                  <a:pt x="62" y="321"/>
                </a:lnTo>
                <a:lnTo>
                  <a:pt x="62" y="320"/>
                </a:lnTo>
                <a:lnTo>
                  <a:pt x="62" y="319"/>
                </a:lnTo>
                <a:lnTo>
                  <a:pt x="63" y="319"/>
                </a:lnTo>
                <a:lnTo>
                  <a:pt x="63" y="318"/>
                </a:lnTo>
                <a:lnTo>
                  <a:pt x="64" y="318"/>
                </a:lnTo>
                <a:lnTo>
                  <a:pt x="64" y="317"/>
                </a:lnTo>
                <a:lnTo>
                  <a:pt x="65" y="317"/>
                </a:lnTo>
                <a:lnTo>
                  <a:pt x="65" y="316"/>
                </a:lnTo>
                <a:lnTo>
                  <a:pt x="66" y="316"/>
                </a:lnTo>
                <a:lnTo>
                  <a:pt x="66" y="315"/>
                </a:lnTo>
                <a:lnTo>
                  <a:pt x="67" y="315"/>
                </a:lnTo>
                <a:lnTo>
                  <a:pt x="67" y="314"/>
                </a:lnTo>
                <a:lnTo>
                  <a:pt x="68" y="314"/>
                </a:lnTo>
                <a:lnTo>
                  <a:pt x="69" y="314"/>
                </a:lnTo>
                <a:lnTo>
                  <a:pt x="70" y="314"/>
                </a:lnTo>
                <a:lnTo>
                  <a:pt x="70" y="313"/>
                </a:lnTo>
                <a:lnTo>
                  <a:pt x="70" y="312"/>
                </a:lnTo>
                <a:lnTo>
                  <a:pt x="70" y="311"/>
                </a:lnTo>
                <a:lnTo>
                  <a:pt x="71" y="311"/>
                </a:lnTo>
                <a:lnTo>
                  <a:pt x="71" y="310"/>
                </a:lnTo>
                <a:lnTo>
                  <a:pt x="70" y="310"/>
                </a:lnTo>
                <a:lnTo>
                  <a:pt x="70" y="309"/>
                </a:lnTo>
                <a:lnTo>
                  <a:pt x="69" y="309"/>
                </a:lnTo>
                <a:lnTo>
                  <a:pt x="69" y="308"/>
                </a:lnTo>
                <a:lnTo>
                  <a:pt x="68" y="308"/>
                </a:lnTo>
                <a:lnTo>
                  <a:pt x="67" y="309"/>
                </a:lnTo>
                <a:lnTo>
                  <a:pt x="66" y="308"/>
                </a:lnTo>
                <a:lnTo>
                  <a:pt x="66" y="309"/>
                </a:lnTo>
                <a:lnTo>
                  <a:pt x="66" y="308"/>
                </a:lnTo>
                <a:lnTo>
                  <a:pt x="67" y="307"/>
                </a:lnTo>
                <a:lnTo>
                  <a:pt x="67" y="306"/>
                </a:lnTo>
                <a:lnTo>
                  <a:pt x="68" y="306"/>
                </a:lnTo>
                <a:lnTo>
                  <a:pt x="69" y="305"/>
                </a:lnTo>
                <a:lnTo>
                  <a:pt x="69" y="304"/>
                </a:lnTo>
                <a:lnTo>
                  <a:pt x="70" y="304"/>
                </a:lnTo>
                <a:lnTo>
                  <a:pt x="70" y="303"/>
                </a:lnTo>
                <a:lnTo>
                  <a:pt x="71" y="303"/>
                </a:lnTo>
                <a:lnTo>
                  <a:pt x="71" y="302"/>
                </a:lnTo>
                <a:lnTo>
                  <a:pt x="70" y="302"/>
                </a:lnTo>
                <a:lnTo>
                  <a:pt x="70" y="301"/>
                </a:lnTo>
                <a:lnTo>
                  <a:pt x="69" y="301"/>
                </a:lnTo>
                <a:lnTo>
                  <a:pt x="68" y="301"/>
                </a:lnTo>
                <a:lnTo>
                  <a:pt x="67" y="301"/>
                </a:lnTo>
                <a:lnTo>
                  <a:pt x="66" y="302"/>
                </a:lnTo>
                <a:lnTo>
                  <a:pt x="66" y="301"/>
                </a:lnTo>
                <a:lnTo>
                  <a:pt x="66" y="300"/>
                </a:lnTo>
                <a:lnTo>
                  <a:pt x="65" y="300"/>
                </a:lnTo>
                <a:lnTo>
                  <a:pt x="64" y="299"/>
                </a:lnTo>
                <a:lnTo>
                  <a:pt x="64" y="300"/>
                </a:lnTo>
                <a:lnTo>
                  <a:pt x="63" y="300"/>
                </a:lnTo>
                <a:lnTo>
                  <a:pt x="63" y="299"/>
                </a:lnTo>
                <a:lnTo>
                  <a:pt x="64" y="299"/>
                </a:lnTo>
                <a:lnTo>
                  <a:pt x="64" y="298"/>
                </a:lnTo>
                <a:lnTo>
                  <a:pt x="64" y="297"/>
                </a:lnTo>
                <a:lnTo>
                  <a:pt x="63" y="297"/>
                </a:lnTo>
                <a:lnTo>
                  <a:pt x="63" y="296"/>
                </a:lnTo>
                <a:lnTo>
                  <a:pt x="63" y="295"/>
                </a:lnTo>
                <a:lnTo>
                  <a:pt x="63" y="294"/>
                </a:lnTo>
                <a:lnTo>
                  <a:pt x="62" y="294"/>
                </a:lnTo>
                <a:lnTo>
                  <a:pt x="61" y="294"/>
                </a:lnTo>
                <a:lnTo>
                  <a:pt x="60" y="295"/>
                </a:lnTo>
                <a:lnTo>
                  <a:pt x="60" y="296"/>
                </a:lnTo>
                <a:lnTo>
                  <a:pt x="59" y="297"/>
                </a:lnTo>
                <a:lnTo>
                  <a:pt x="59" y="298"/>
                </a:lnTo>
                <a:lnTo>
                  <a:pt x="58" y="298"/>
                </a:lnTo>
                <a:lnTo>
                  <a:pt x="57" y="298"/>
                </a:lnTo>
                <a:lnTo>
                  <a:pt x="57" y="297"/>
                </a:lnTo>
                <a:lnTo>
                  <a:pt x="56" y="297"/>
                </a:lnTo>
                <a:lnTo>
                  <a:pt x="56" y="298"/>
                </a:lnTo>
                <a:lnTo>
                  <a:pt x="55" y="298"/>
                </a:lnTo>
                <a:lnTo>
                  <a:pt x="55" y="299"/>
                </a:lnTo>
                <a:lnTo>
                  <a:pt x="54" y="299"/>
                </a:lnTo>
                <a:lnTo>
                  <a:pt x="53" y="299"/>
                </a:lnTo>
                <a:lnTo>
                  <a:pt x="53" y="298"/>
                </a:lnTo>
                <a:lnTo>
                  <a:pt x="52" y="299"/>
                </a:lnTo>
                <a:lnTo>
                  <a:pt x="52" y="300"/>
                </a:lnTo>
                <a:lnTo>
                  <a:pt x="51" y="300"/>
                </a:lnTo>
                <a:lnTo>
                  <a:pt x="51" y="299"/>
                </a:lnTo>
                <a:lnTo>
                  <a:pt x="51" y="298"/>
                </a:lnTo>
                <a:lnTo>
                  <a:pt x="52" y="298"/>
                </a:lnTo>
                <a:lnTo>
                  <a:pt x="51" y="298"/>
                </a:lnTo>
                <a:lnTo>
                  <a:pt x="51" y="297"/>
                </a:lnTo>
                <a:lnTo>
                  <a:pt x="50" y="297"/>
                </a:lnTo>
                <a:lnTo>
                  <a:pt x="50" y="296"/>
                </a:lnTo>
                <a:lnTo>
                  <a:pt x="49" y="296"/>
                </a:lnTo>
                <a:lnTo>
                  <a:pt x="48" y="297"/>
                </a:lnTo>
                <a:lnTo>
                  <a:pt x="47" y="297"/>
                </a:lnTo>
                <a:lnTo>
                  <a:pt x="47" y="298"/>
                </a:lnTo>
                <a:lnTo>
                  <a:pt x="46" y="298"/>
                </a:lnTo>
                <a:lnTo>
                  <a:pt x="45" y="297"/>
                </a:lnTo>
                <a:lnTo>
                  <a:pt x="44" y="297"/>
                </a:lnTo>
                <a:lnTo>
                  <a:pt x="44" y="298"/>
                </a:lnTo>
                <a:lnTo>
                  <a:pt x="44" y="297"/>
                </a:lnTo>
                <a:lnTo>
                  <a:pt x="43" y="297"/>
                </a:lnTo>
                <a:lnTo>
                  <a:pt x="42" y="297"/>
                </a:lnTo>
                <a:lnTo>
                  <a:pt x="42" y="298"/>
                </a:lnTo>
                <a:lnTo>
                  <a:pt x="42" y="299"/>
                </a:lnTo>
                <a:lnTo>
                  <a:pt x="43" y="299"/>
                </a:lnTo>
                <a:lnTo>
                  <a:pt x="43" y="300"/>
                </a:lnTo>
                <a:lnTo>
                  <a:pt x="43" y="301"/>
                </a:lnTo>
                <a:lnTo>
                  <a:pt x="42" y="301"/>
                </a:lnTo>
                <a:lnTo>
                  <a:pt x="41" y="301"/>
                </a:lnTo>
                <a:lnTo>
                  <a:pt x="40" y="301"/>
                </a:lnTo>
                <a:lnTo>
                  <a:pt x="39" y="301"/>
                </a:lnTo>
                <a:lnTo>
                  <a:pt x="38" y="300"/>
                </a:lnTo>
                <a:lnTo>
                  <a:pt x="37" y="300"/>
                </a:lnTo>
                <a:lnTo>
                  <a:pt x="38" y="300"/>
                </a:lnTo>
                <a:lnTo>
                  <a:pt x="38" y="299"/>
                </a:lnTo>
                <a:lnTo>
                  <a:pt x="37" y="299"/>
                </a:lnTo>
                <a:lnTo>
                  <a:pt x="37" y="298"/>
                </a:lnTo>
                <a:lnTo>
                  <a:pt x="36" y="298"/>
                </a:lnTo>
                <a:lnTo>
                  <a:pt x="36" y="297"/>
                </a:lnTo>
                <a:lnTo>
                  <a:pt x="37" y="296"/>
                </a:lnTo>
                <a:lnTo>
                  <a:pt x="38" y="296"/>
                </a:lnTo>
                <a:lnTo>
                  <a:pt x="38" y="295"/>
                </a:lnTo>
                <a:lnTo>
                  <a:pt x="39" y="295"/>
                </a:lnTo>
                <a:lnTo>
                  <a:pt x="40" y="294"/>
                </a:lnTo>
                <a:lnTo>
                  <a:pt x="40" y="293"/>
                </a:lnTo>
                <a:lnTo>
                  <a:pt x="41" y="293"/>
                </a:lnTo>
                <a:lnTo>
                  <a:pt x="41" y="292"/>
                </a:lnTo>
                <a:lnTo>
                  <a:pt x="41" y="291"/>
                </a:lnTo>
                <a:lnTo>
                  <a:pt x="41" y="292"/>
                </a:lnTo>
                <a:lnTo>
                  <a:pt x="40" y="292"/>
                </a:lnTo>
                <a:lnTo>
                  <a:pt x="41" y="292"/>
                </a:lnTo>
                <a:lnTo>
                  <a:pt x="40" y="292"/>
                </a:lnTo>
                <a:lnTo>
                  <a:pt x="40" y="291"/>
                </a:lnTo>
                <a:lnTo>
                  <a:pt x="40" y="290"/>
                </a:lnTo>
                <a:lnTo>
                  <a:pt x="40" y="289"/>
                </a:lnTo>
                <a:lnTo>
                  <a:pt x="39" y="289"/>
                </a:lnTo>
                <a:lnTo>
                  <a:pt x="39" y="288"/>
                </a:lnTo>
                <a:lnTo>
                  <a:pt x="39" y="287"/>
                </a:lnTo>
                <a:lnTo>
                  <a:pt x="39" y="286"/>
                </a:lnTo>
                <a:lnTo>
                  <a:pt x="38" y="286"/>
                </a:lnTo>
                <a:lnTo>
                  <a:pt x="37" y="286"/>
                </a:lnTo>
                <a:lnTo>
                  <a:pt x="37" y="285"/>
                </a:lnTo>
                <a:lnTo>
                  <a:pt x="36" y="285"/>
                </a:lnTo>
                <a:lnTo>
                  <a:pt x="37" y="284"/>
                </a:lnTo>
                <a:lnTo>
                  <a:pt x="38" y="283"/>
                </a:lnTo>
                <a:lnTo>
                  <a:pt x="39" y="283"/>
                </a:lnTo>
                <a:lnTo>
                  <a:pt x="38" y="283"/>
                </a:lnTo>
                <a:lnTo>
                  <a:pt x="38" y="282"/>
                </a:lnTo>
                <a:lnTo>
                  <a:pt x="39" y="282"/>
                </a:lnTo>
                <a:lnTo>
                  <a:pt x="39" y="281"/>
                </a:lnTo>
                <a:lnTo>
                  <a:pt x="39" y="280"/>
                </a:lnTo>
                <a:lnTo>
                  <a:pt x="40" y="280"/>
                </a:lnTo>
                <a:lnTo>
                  <a:pt x="39" y="280"/>
                </a:lnTo>
                <a:lnTo>
                  <a:pt x="39" y="279"/>
                </a:lnTo>
                <a:lnTo>
                  <a:pt x="40" y="279"/>
                </a:lnTo>
                <a:lnTo>
                  <a:pt x="40" y="280"/>
                </a:lnTo>
                <a:lnTo>
                  <a:pt x="40" y="279"/>
                </a:lnTo>
                <a:lnTo>
                  <a:pt x="40" y="278"/>
                </a:lnTo>
                <a:lnTo>
                  <a:pt x="41" y="278"/>
                </a:lnTo>
                <a:lnTo>
                  <a:pt x="41" y="277"/>
                </a:lnTo>
                <a:lnTo>
                  <a:pt x="40" y="277"/>
                </a:lnTo>
                <a:lnTo>
                  <a:pt x="41" y="277"/>
                </a:lnTo>
                <a:lnTo>
                  <a:pt x="40" y="277"/>
                </a:lnTo>
                <a:lnTo>
                  <a:pt x="40" y="276"/>
                </a:lnTo>
                <a:lnTo>
                  <a:pt x="39" y="277"/>
                </a:lnTo>
                <a:lnTo>
                  <a:pt x="38" y="277"/>
                </a:lnTo>
                <a:lnTo>
                  <a:pt x="38" y="276"/>
                </a:lnTo>
                <a:lnTo>
                  <a:pt x="37" y="276"/>
                </a:lnTo>
                <a:lnTo>
                  <a:pt x="37" y="275"/>
                </a:lnTo>
                <a:lnTo>
                  <a:pt x="36" y="275"/>
                </a:lnTo>
                <a:lnTo>
                  <a:pt x="35" y="275"/>
                </a:lnTo>
                <a:lnTo>
                  <a:pt x="35" y="274"/>
                </a:lnTo>
                <a:lnTo>
                  <a:pt x="36" y="275"/>
                </a:lnTo>
                <a:lnTo>
                  <a:pt x="36" y="274"/>
                </a:lnTo>
                <a:lnTo>
                  <a:pt x="37" y="274"/>
                </a:lnTo>
                <a:lnTo>
                  <a:pt x="38" y="273"/>
                </a:lnTo>
                <a:lnTo>
                  <a:pt x="37" y="273"/>
                </a:lnTo>
                <a:lnTo>
                  <a:pt x="36" y="273"/>
                </a:lnTo>
                <a:lnTo>
                  <a:pt x="36" y="272"/>
                </a:lnTo>
                <a:lnTo>
                  <a:pt x="36" y="271"/>
                </a:lnTo>
                <a:lnTo>
                  <a:pt x="36" y="270"/>
                </a:lnTo>
                <a:lnTo>
                  <a:pt x="35" y="270"/>
                </a:lnTo>
                <a:lnTo>
                  <a:pt x="36" y="270"/>
                </a:lnTo>
                <a:lnTo>
                  <a:pt x="35" y="269"/>
                </a:lnTo>
                <a:lnTo>
                  <a:pt x="35" y="268"/>
                </a:lnTo>
                <a:lnTo>
                  <a:pt x="34" y="268"/>
                </a:lnTo>
                <a:lnTo>
                  <a:pt x="35" y="267"/>
                </a:lnTo>
                <a:lnTo>
                  <a:pt x="35" y="266"/>
                </a:lnTo>
                <a:lnTo>
                  <a:pt x="36" y="266"/>
                </a:lnTo>
                <a:lnTo>
                  <a:pt x="35" y="265"/>
                </a:lnTo>
                <a:lnTo>
                  <a:pt x="35" y="263"/>
                </a:lnTo>
                <a:lnTo>
                  <a:pt x="35" y="264"/>
                </a:lnTo>
                <a:lnTo>
                  <a:pt x="36" y="263"/>
                </a:lnTo>
                <a:lnTo>
                  <a:pt x="36" y="262"/>
                </a:lnTo>
                <a:lnTo>
                  <a:pt x="37" y="262"/>
                </a:lnTo>
                <a:lnTo>
                  <a:pt x="36" y="261"/>
                </a:lnTo>
                <a:lnTo>
                  <a:pt x="36" y="260"/>
                </a:lnTo>
                <a:lnTo>
                  <a:pt x="35" y="260"/>
                </a:lnTo>
                <a:lnTo>
                  <a:pt x="36" y="259"/>
                </a:lnTo>
                <a:lnTo>
                  <a:pt x="36" y="258"/>
                </a:lnTo>
                <a:lnTo>
                  <a:pt x="36" y="257"/>
                </a:lnTo>
                <a:lnTo>
                  <a:pt x="36" y="256"/>
                </a:lnTo>
                <a:lnTo>
                  <a:pt x="35" y="256"/>
                </a:lnTo>
                <a:lnTo>
                  <a:pt x="35" y="255"/>
                </a:lnTo>
                <a:lnTo>
                  <a:pt x="35" y="254"/>
                </a:lnTo>
                <a:lnTo>
                  <a:pt x="34" y="254"/>
                </a:lnTo>
                <a:lnTo>
                  <a:pt x="33" y="254"/>
                </a:lnTo>
                <a:lnTo>
                  <a:pt x="33" y="253"/>
                </a:lnTo>
                <a:lnTo>
                  <a:pt x="34" y="253"/>
                </a:lnTo>
                <a:lnTo>
                  <a:pt x="34" y="252"/>
                </a:lnTo>
                <a:lnTo>
                  <a:pt x="33" y="252"/>
                </a:lnTo>
                <a:lnTo>
                  <a:pt x="33" y="251"/>
                </a:lnTo>
                <a:lnTo>
                  <a:pt x="33" y="252"/>
                </a:lnTo>
                <a:lnTo>
                  <a:pt x="34" y="252"/>
                </a:lnTo>
                <a:lnTo>
                  <a:pt x="34" y="251"/>
                </a:lnTo>
                <a:lnTo>
                  <a:pt x="33" y="251"/>
                </a:lnTo>
                <a:lnTo>
                  <a:pt x="34" y="251"/>
                </a:lnTo>
                <a:lnTo>
                  <a:pt x="34" y="250"/>
                </a:lnTo>
                <a:lnTo>
                  <a:pt x="33" y="250"/>
                </a:lnTo>
                <a:lnTo>
                  <a:pt x="33" y="249"/>
                </a:lnTo>
                <a:lnTo>
                  <a:pt x="32" y="248"/>
                </a:lnTo>
                <a:lnTo>
                  <a:pt x="32" y="247"/>
                </a:lnTo>
                <a:lnTo>
                  <a:pt x="32" y="246"/>
                </a:lnTo>
                <a:lnTo>
                  <a:pt x="32" y="247"/>
                </a:lnTo>
                <a:lnTo>
                  <a:pt x="32" y="246"/>
                </a:lnTo>
                <a:lnTo>
                  <a:pt x="32" y="245"/>
                </a:lnTo>
                <a:lnTo>
                  <a:pt x="31" y="244"/>
                </a:lnTo>
                <a:lnTo>
                  <a:pt x="31" y="243"/>
                </a:lnTo>
                <a:lnTo>
                  <a:pt x="30" y="242"/>
                </a:lnTo>
                <a:lnTo>
                  <a:pt x="29" y="242"/>
                </a:lnTo>
                <a:lnTo>
                  <a:pt x="28" y="242"/>
                </a:lnTo>
                <a:lnTo>
                  <a:pt x="27" y="242"/>
                </a:lnTo>
                <a:lnTo>
                  <a:pt x="26" y="242"/>
                </a:lnTo>
                <a:lnTo>
                  <a:pt x="25" y="242"/>
                </a:lnTo>
                <a:lnTo>
                  <a:pt x="24" y="241"/>
                </a:lnTo>
                <a:lnTo>
                  <a:pt x="24" y="240"/>
                </a:lnTo>
                <a:lnTo>
                  <a:pt x="25" y="240"/>
                </a:lnTo>
                <a:lnTo>
                  <a:pt x="25" y="239"/>
                </a:lnTo>
                <a:lnTo>
                  <a:pt x="24" y="239"/>
                </a:lnTo>
                <a:lnTo>
                  <a:pt x="24" y="238"/>
                </a:lnTo>
                <a:lnTo>
                  <a:pt x="24" y="237"/>
                </a:lnTo>
                <a:lnTo>
                  <a:pt x="23" y="236"/>
                </a:lnTo>
                <a:lnTo>
                  <a:pt x="23" y="235"/>
                </a:lnTo>
                <a:lnTo>
                  <a:pt x="23" y="234"/>
                </a:lnTo>
                <a:lnTo>
                  <a:pt x="22" y="234"/>
                </a:lnTo>
                <a:lnTo>
                  <a:pt x="22" y="233"/>
                </a:lnTo>
                <a:lnTo>
                  <a:pt x="22" y="232"/>
                </a:lnTo>
                <a:lnTo>
                  <a:pt x="21" y="232"/>
                </a:lnTo>
                <a:lnTo>
                  <a:pt x="21" y="231"/>
                </a:lnTo>
                <a:lnTo>
                  <a:pt x="20" y="231"/>
                </a:lnTo>
                <a:lnTo>
                  <a:pt x="20" y="232"/>
                </a:lnTo>
                <a:lnTo>
                  <a:pt x="19" y="232"/>
                </a:lnTo>
                <a:lnTo>
                  <a:pt x="18" y="232"/>
                </a:lnTo>
                <a:lnTo>
                  <a:pt x="17" y="233"/>
                </a:lnTo>
                <a:lnTo>
                  <a:pt x="16" y="233"/>
                </a:lnTo>
                <a:lnTo>
                  <a:pt x="15" y="233"/>
                </a:lnTo>
                <a:lnTo>
                  <a:pt x="15" y="232"/>
                </a:lnTo>
                <a:lnTo>
                  <a:pt x="16" y="232"/>
                </a:lnTo>
                <a:lnTo>
                  <a:pt x="16" y="231"/>
                </a:lnTo>
                <a:lnTo>
                  <a:pt x="17" y="230"/>
                </a:lnTo>
                <a:lnTo>
                  <a:pt x="18" y="230"/>
                </a:lnTo>
                <a:lnTo>
                  <a:pt x="18" y="229"/>
                </a:lnTo>
                <a:lnTo>
                  <a:pt x="17" y="229"/>
                </a:lnTo>
                <a:lnTo>
                  <a:pt x="16" y="228"/>
                </a:lnTo>
                <a:lnTo>
                  <a:pt x="15" y="228"/>
                </a:lnTo>
                <a:lnTo>
                  <a:pt x="15" y="227"/>
                </a:lnTo>
                <a:lnTo>
                  <a:pt x="15" y="226"/>
                </a:lnTo>
                <a:lnTo>
                  <a:pt x="14" y="226"/>
                </a:lnTo>
                <a:lnTo>
                  <a:pt x="14" y="225"/>
                </a:lnTo>
                <a:lnTo>
                  <a:pt x="13" y="225"/>
                </a:lnTo>
                <a:lnTo>
                  <a:pt x="12" y="225"/>
                </a:lnTo>
                <a:lnTo>
                  <a:pt x="11" y="225"/>
                </a:lnTo>
                <a:lnTo>
                  <a:pt x="11" y="226"/>
                </a:lnTo>
                <a:lnTo>
                  <a:pt x="10" y="225"/>
                </a:lnTo>
                <a:lnTo>
                  <a:pt x="9" y="224"/>
                </a:lnTo>
                <a:lnTo>
                  <a:pt x="9" y="223"/>
                </a:lnTo>
                <a:lnTo>
                  <a:pt x="9" y="222"/>
                </a:lnTo>
                <a:lnTo>
                  <a:pt x="8" y="222"/>
                </a:lnTo>
                <a:lnTo>
                  <a:pt x="8" y="223"/>
                </a:lnTo>
                <a:lnTo>
                  <a:pt x="8" y="224"/>
                </a:lnTo>
                <a:lnTo>
                  <a:pt x="7" y="224"/>
                </a:lnTo>
                <a:lnTo>
                  <a:pt x="6" y="224"/>
                </a:lnTo>
                <a:lnTo>
                  <a:pt x="7" y="224"/>
                </a:lnTo>
                <a:lnTo>
                  <a:pt x="7" y="223"/>
                </a:lnTo>
                <a:lnTo>
                  <a:pt x="7" y="222"/>
                </a:lnTo>
                <a:lnTo>
                  <a:pt x="7" y="223"/>
                </a:lnTo>
                <a:lnTo>
                  <a:pt x="6" y="224"/>
                </a:lnTo>
                <a:lnTo>
                  <a:pt x="6" y="223"/>
                </a:lnTo>
                <a:lnTo>
                  <a:pt x="5" y="222"/>
                </a:lnTo>
                <a:lnTo>
                  <a:pt x="6" y="222"/>
                </a:lnTo>
                <a:lnTo>
                  <a:pt x="5" y="221"/>
                </a:lnTo>
                <a:lnTo>
                  <a:pt x="5" y="220"/>
                </a:lnTo>
                <a:lnTo>
                  <a:pt x="4" y="220"/>
                </a:lnTo>
                <a:lnTo>
                  <a:pt x="4" y="219"/>
                </a:lnTo>
                <a:lnTo>
                  <a:pt x="3" y="218"/>
                </a:lnTo>
                <a:lnTo>
                  <a:pt x="4" y="217"/>
                </a:lnTo>
                <a:lnTo>
                  <a:pt x="4" y="216"/>
                </a:lnTo>
                <a:lnTo>
                  <a:pt x="4" y="215"/>
                </a:lnTo>
                <a:lnTo>
                  <a:pt x="3" y="215"/>
                </a:lnTo>
                <a:lnTo>
                  <a:pt x="2" y="214"/>
                </a:lnTo>
                <a:lnTo>
                  <a:pt x="1" y="214"/>
                </a:lnTo>
                <a:lnTo>
                  <a:pt x="1" y="213"/>
                </a:lnTo>
                <a:lnTo>
                  <a:pt x="1" y="212"/>
                </a:lnTo>
                <a:lnTo>
                  <a:pt x="2" y="212"/>
                </a:lnTo>
                <a:lnTo>
                  <a:pt x="2" y="211"/>
                </a:lnTo>
                <a:lnTo>
                  <a:pt x="1" y="211"/>
                </a:lnTo>
                <a:lnTo>
                  <a:pt x="1" y="210"/>
                </a:lnTo>
                <a:lnTo>
                  <a:pt x="1" y="209"/>
                </a:lnTo>
                <a:lnTo>
                  <a:pt x="1" y="208"/>
                </a:lnTo>
                <a:lnTo>
                  <a:pt x="1" y="207"/>
                </a:lnTo>
                <a:lnTo>
                  <a:pt x="0" y="207"/>
                </a:lnTo>
                <a:lnTo>
                  <a:pt x="0" y="206"/>
                </a:lnTo>
                <a:lnTo>
                  <a:pt x="1" y="205"/>
                </a:lnTo>
                <a:lnTo>
                  <a:pt x="0" y="205"/>
                </a:lnTo>
                <a:lnTo>
                  <a:pt x="1" y="204"/>
                </a:lnTo>
                <a:lnTo>
                  <a:pt x="1" y="203"/>
                </a:lnTo>
                <a:lnTo>
                  <a:pt x="1" y="202"/>
                </a:lnTo>
                <a:lnTo>
                  <a:pt x="2" y="201"/>
                </a:lnTo>
                <a:lnTo>
                  <a:pt x="3" y="202"/>
                </a:lnTo>
                <a:lnTo>
                  <a:pt x="3" y="201"/>
                </a:lnTo>
                <a:lnTo>
                  <a:pt x="4" y="201"/>
                </a:lnTo>
                <a:lnTo>
                  <a:pt x="5" y="201"/>
                </a:lnTo>
                <a:lnTo>
                  <a:pt x="5" y="200"/>
                </a:lnTo>
                <a:lnTo>
                  <a:pt x="5" y="199"/>
                </a:lnTo>
                <a:lnTo>
                  <a:pt x="4" y="198"/>
                </a:lnTo>
                <a:lnTo>
                  <a:pt x="5" y="197"/>
                </a:lnTo>
                <a:lnTo>
                  <a:pt x="5" y="195"/>
                </a:lnTo>
                <a:lnTo>
                  <a:pt x="4" y="195"/>
                </a:lnTo>
                <a:lnTo>
                  <a:pt x="4" y="194"/>
                </a:lnTo>
                <a:lnTo>
                  <a:pt x="5" y="194"/>
                </a:lnTo>
                <a:lnTo>
                  <a:pt x="6" y="194"/>
                </a:lnTo>
                <a:lnTo>
                  <a:pt x="7" y="194"/>
                </a:lnTo>
                <a:lnTo>
                  <a:pt x="8" y="193"/>
                </a:lnTo>
                <a:lnTo>
                  <a:pt x="8" y="194"/>
                </a:lnTo>
                <a:lnTo>
                  <a:pt x="9" y="194"/>
                </a:lnTo>
                <a:lnTo>
                  <a:pt x="10" y="194"/>
                </a:lnTo>
                <a:lnTo>
                  <a:pt x="11" y="194"/>
                </a:lnTo>
                <a:lnTo>
                  <a:pt x="12" y="194"/>
                </a:lnTo>
                <a:lnTo>
                  <a:pt x="12" y="195"/>
                </a:lnTo>
                <a:lnTo>
                  <a:pt x="13" y="195"/>
                </a:lnTo>
                <a:lnTo>
                  <a:pt x="13" y="194"/>
                </a:lnTo>
                <a:lnTo>
                  <a:pt x="13" y="193"/>
                </a:lnTo>
                <a:lnTo>
                  <a:pt x="14" y="193"/>
                </a:lnTo>
                <a:lnTo>
                  <a:pt x="13" y="192"/>
                </a:lnTo>
                <a:lnTo>
                  <a:pt x="12" y="192"/>
                </a:lnTo>
                <a:lnTo>
                  <a:pt x="12" y="191"/>
                </a:lnTo>
                <a:lnTo>
                  <a:pt x="13" y="191"/>
                </a:lnTo>
                <a:lnTo>
                  <a:pt x="14" y="191"/>
                </a:lnTo>
                <a:lnTo>
                  <a:pt x="14" y="190"/>
                </a:lnTo>
                <a:lnTo>
                  <a:pt x="14" y="189"/>
                </a:lnTo>
                <a:lnTo>
                  <a:pt x="15" y="189"/>
                </a:lnTo>
                <a:lnTo>
                  <a:pt x="16" y="188"/>
                </a:lnTo>
                <a:lnTo>
                  <a:pt x="16" y="187"/>
                </a:lnTo>
                <a:lnTo>
                  <a:pt x="16" y="186"/>
                </a:lnTo>
                <a:lnTo>
                  <a:pt x="16" y="185"/>
                </a:lnTo>
                <a:lnTo>
                  <a:pt x="16" y="184"/>
                </a:lnTo>
                <a:lnTo>
                  <a:pt x="15" y="184"/>
                </a:lnTo>
                <a:lnTo>
                  <a:pt x="15" y="183"/>
                </a:lnTo>
                <a:lnTo>
                  <a:pt x="16" y="183"/>
                </a:lnTo>
                <a:lnTo>
                  <a:pt x="16" y="182"/>
                </a:lnTo>
                <a:lnTo>
                  <a:pt x="17" y="181"/>
                </a:lnTo>
                <a:lnTo>
                  <a:pt x="17" y="180"/>
                </a:lnTo>
                <a:lnTo>
                  <a:pt x="18" y="180"/>
                </a:lnTo>
                <a:lnTo>
                  <a:pt x="19" y="180"/>
                </a:lnTo>
                <a:lnTo>
                  <a:pt x="20" y="180"/>
                </a:lnTo>
                <a:lnTo>
                  <a:pt x="20" y="179"/>
                </a:lnTo>
                <a:lnTo>
                  <a:pt x="21" y="180"/>
                </a:lnTo>
                <a:lnTo>
                  <a:pt x="22" y="180"/>
                </a:lnTo>
                <a:lnTo>
                  <a:pt x="23" y="180"/>
                </a:lnTo>
                <a:lnTo>
                  <a:pt x="24" y="180"/>
                </a:lnTo>
                <a:lnTo>
                  <a:pt x="24" y="181"/>
                </a:lnTo>
                <a:lnTo>
                  <a:pt x="25" y="180"/>
                </a:lnTo>
                <a:lnTo>
                  <a:pt x="26" y="180"/>
                </a:lnTo>
                <a:lnTo>
                  <a:pt x="26" y="179"/>
                </a:lnTo>
                <a:lnTo>
                  <a:pt x="26" y="178"/>
                </a:lnTo>
                <a:lnTo>
                  <a:pt x="26" y="177"/>
                </a:lnTo>
                <a:lnTo>
                  <a:pt x="26" y="176"/>
                </a:lnTo>
                <a:lnTo>
                  <a:pt x="25" y="176"/>
                </a:lnTo>
                <a:lnTo>
                  <a:pt x="25" y="175"/>
                </a:lnTo>
                <a:lnTo>
                  <a:pt x="25" y="174"/>
                </a:lnTo>
                <a:lnTo>
                  <a:pt x="25" y="173"/>
                </a:lnTo>
                <a:lnTo>
                  <a:pt x="26" y="173"/>
                </a:lnTo>
                <a:lnTo>
                  <a:pt x="27" y="173"/>
                </a:lnTo>
                <a:lnTo>
                  <a:pt x="28" y="174"/>
                </a:lnTo>
                <a:lnTo>
                  <a:pt x="28" y="175"/>
                </a:lnTo>
                <a:lnTo>
                  <a:pt x="29" y="175"/>
                </a:lnTo>
                <a:lnTo>
                  <a:pt x="29" y="174"/>
                </a:lnTo>
                <a:lnTo>
                  <a:pt x="30" y="174"/>
                </a:lnTo>
                <a:lnTo>
                  <a:pt x="31" y="173"/>
                </a:lnTo>
                <a:lnTo>
                  <a:pt x="31" y="172"/>
                </a:lnTo>
                <a:lnTo>
                  <a:pt x="32" y="172"/>
                </a:lnTo>
                <a:lnTo>
                  <a:pt x="32" y="171"/>
                </a:lnTo>
                <a:lnTo>
                  <a:pt x="33" y="171"/>
                </a:lnTo>
                <a:lnTo>
                  <a:pt x="34" y="171"/>
                </a:lnTo>
                <a:lnTo>
                  <a:pt x="34" y="172"/>
                </a:lnTo>
                <a:lnTo>
                  <a:pt x="34" y="171"/>
                </a:lnTo>
                <a:lnTo>
                  <a:pt x="35" y="171"/>
                </a:lnTo>
                <a:lnTo>
                  <a:pt x="36" y="172"/>
                </a:lnTo>
                <a:lnTo>
                  <a:pt x="37" y="172"/>
                </a:lnTo>
                <a:lnTo>
                  <a:pt x="37" y="171"/>
                </a:lnTo>
                <a:lnTo>
                  <a:pt x="38" y="171"/>
                </a:lnTo>
                <a:lnTo>
                  <a:pt x="39" y="171"/>
                </a:lnTo>
                <a:lnTo>
                  <a:pt x="39" y="172"/>
                </a:lnTo>
                <a:lnTo>
                  <a:pt x="39" y="171"/>
                </a:lnTo>
                <a:lnTo>
                  <a:pt x="40" y="171"/>
                </a:lnTo>
                <a:lnTo>
                  <a:pt x="41" y="171"/>
                </a:lnTo>
                <a:lnTo>
                  <a:pt x="42" y="171"/>
                </a:lnTo>
                <a:lnTo>
                  <a:pt x="42" y="170"/>
                </a:lnTo>
                <a:lnTo>
                  <a:pt x="42" y="169"/>
                </a:lnTo>
                <a:lnTo>
                  <a:pt x="42" y="168"/>
                </a:lnTo>
                <a:lnTo>
                  <a:pt x="42" y="167"/>
                </a:lnTo>
                <a:lnTo>
                  <a:pt x="42" y="166"/>
                </a:lnTo>
                <a:lnTo>
                  <a:pt x="43" y="165"/>
                </a:lnTo>
                <a:lnTo>
                  <a:pt x="43" y="164"/>
                </a:lnTo>
                <a:lnTo>
                  <a:pt x="44" y="164"/>
                </a:lnTo>
                <a:lnTo>
                  <a:pt x="44" y="163"/>
                </a:lnTo>
                <a:lnTo>
                  <a:pt x="45" y="163"/>
                </a:lnTo>
                <a:lnTo>
                  <a:pt x="45" y="164"/>
                </a:lnTo>
                <a:lnTo>
                  <a:pt x="46" y="163"/>
                </a:lnTo>
                <a:lnTo>
                  <a:pt x="46" y="162"/>
                </a:lnTo>
                <a:lnTo>
                  <a:pt x="47" y="161"/>
                </a:lnTo>
                <a:lnTo>
                  <a:pt x="48" y="160"/>
                </a:lnTo>
                <a:lnTo>
                  <a:pt x="49" y="159"/>
                </a:lnTo>
                <a:lnTo>
                  <a:pt x="49" y="158"/>
                </a:lnTo>
                <a:lnTo>
                  <a:pt x="50" y="158"/>
                </a:lnTo>
                <a:lnTo>
                  <a:pt x="51" y="158"/>
                </a:lnTo>
                <a:lnTo>
                  <a:pt x="51" y="157"/>
                </a:lnTo>
                <a:lnTo>
                  <a:pt x="52" y="158"/>
                </a:lnTo>
                <a:lnTo>
                  <a:pt x="52" y="157"/>
                </a:lnTo>
                <a:lnTo>
                  <a:pt x="53" y="157"/>
                </a:lnTo>
                <a:lnTo>
                  <a:pt x="54" y="157"/>
                </a:lnTo>
                <a:lnTo>
                  <a:pt x="55" y="157"/>
                </a:lnTo>
                <a:lnTo>
                  <a:pt x="55" y="158"/>
                </a:lnTo>
                <a:lnTo>
                  <a:pt x="56" y="158"/>
                </a:lnTo>
                <a:lnTo>
                  <a:pt x="57" y="157"/>
                </a:lnTo>
                <a:lnTo>
                  <a:pt x="57" y="156"/>
                </a:lnTo>
                <a:lnTo>
                  <a:pt x="58" y="155"/>
                </a:lnTo>
                <a:lnTo>
                  <a:pt x="59" y="154"/>
                </a:lnTo>
                <a:lnTo>
                  <a:pt x="59" y="153"/>
                </a:lnTo>
                <a:lnTo>
                  <a:pt x="60" y="153"/>
                </a:lnTo>
                <a:lnTo>
                  <a:pt x="60" y="152"/>
                </a:lnTo>
                <a:lnTo>
                  <a:pt x="61" y="151"/>
                </a:lnTo>
                <a:lnTo>
                  <a:pt x="62" y="151"/>
                </a:lnTo>
                <a:lnTo>
                  <a:pt x="63" y="150"/>
                </a:lnTo>
                <a:lnTo>
                  <a:pt x="63" y="149"/>
                </a:lnTo>
                <a:lnTo>
                  <a:pt x="64" y="149"/>
                </a:lnTo>
                <a:lnTo>
                  <a:pt x="64" y="148"/>
                </a:lnTo>
                <a:lnTo>
                  <a:pt x="65" y="148"/>
                </a:lnTo>
                <a:lnTo>
                  <a:pt x="65" y="147"/>
                </a:lnTo>
                <a:lnTo>
                  <a:pt x="65" y="145"/>
                </a:lnTo>
                <a:lnTo>
                  <a:pt x="65" y="144"/>
                </a:lnTo>
                <a:lnTo>
                  <a:pt x="64" y="144"/>
                </a:lnTo>
                <a:lnTo>
                  <a:pt x="64" y="143"/>
                </a:lnTo>
                <a:lnTo>
                  <a:pt x="64" y="142"/>
                </a:lnTo>
                <a:lnTo>
                  <a:pt x="64" y="141"/>
                </a:lnTo>
                <a:lnTo>
                  <a:pt x="64" y="140"/>
                </a:lnTo>
                <a:lnTo>
                  <a:pt x="65" y="140"/>
                </a:lnTo>
                <a:lnTo>
                  <a:pt x="66" y="140"/>
                </a:lnTo>
                <a:lnTo>
                  <a:pt x="66" y="139"/>
                </a:lnTo>
                <a:lnTo>
                  <a:pt x="66" y="138"/>
                </a:lnTo>
                <a:lnTo>
                  <a:pt x="65" y="138"/>
                </a:lnTo>
                <a:lnTo>
                  <a:pt x="65" y="137"/>
                </a:lnTo>
                <a:lnTo>
                  <a:pt x="66" y="137"/>
                </a:lnTo>
                <a:lnTo>
                  <a:pt x="67" y="136"/>
                </a:lnTo>
                <a:lnTo>
                  <a:pt x="67" y="137"/>
                </a:lnTo>
                <a:lnTo>
                  <a:pt x="68" y="137"/>
                </a:lnTo>
                <a:lnTo>
                  <a:pt x="69" y="137"/>
                </a:lnTo>
                <a:lnTo>
                  <a:pt x="69" y="136"/>
                </a:lnTo>
                <a:lnTo>
                  <a:pt x="70" y="135"/>
                </a:lnTo>
                <a:lnTo>
                  <a:pt x="71" y="134"/>
                </a:lnTo>
                <a:lnTo>
                  <a:pt x="72" y="134"/>
                </a:lnTo>
                <a:lnTo>
                  <a:pt x="73" y="132"/>
                </a:lnTo>
                <a:lnTo>
                  <a:pt x="74" y="132"/>
                </a:lnTo>
                <a:lnTo>
                  <a:pt x="74" y="130"/>
                </a:lnTo>
                <a:lnTo>
                  <a:pt x="74" y="129"/>
                </a:lnTo>
                <a:lnTo>
                  <a:pt x="73" y="129"/>
                </a:lnTo>
                <a:lnTo>
                  <a:pt x="73" y="128"/>
                </a:lnTo>
                <a:lnTo>
                  <a:pt x="74" y="127"/>
                </a:lnTo>
                <a:lnTo>
                  <a:pt x="75" y="127"/>
                </a:lnTo>
                <a:lnTo>
                  <a:pt x="75" y="128"/>
                </a:lnTo>
                <a:lnTo>
                  <a:pt x="76" y="127"/>
                </a:lnTo>
                <a:lnTo>
                  <a:pt x="76" y="126"/>
                </a:lnTo>
                <a:lnTo>
                  <a:pt x="76" y="127"/>
                </a:lnTo>
                <a:lnTo>
                  <a:pt x="77" y="127"/>
                </a:lnTo>
                <a:lnTo>
                  <a:pt x="78" y="128"/>
                </a:lnTo>
                <a:lnTo>
                  <a:pt x="78" y="127"/>
                </a:lnTo>
                <a:lnTo>
                  <a:pt x="78" y="126"/>
                </a:lnTo>
                <a:lnTo>
                  <a:pt x="78" y="125"/>
                </a:lnTo>
                <a:lnTo>
                  <a:pt x="78" y="124"/>
                </a:lnTo>
                <a:lnTo>
                  <a:pt x="78" y="123"/>
                </a:lnTo>
                <a:lnTo>
                  <a:pt x="78" y="122"/>
                </a:lnTo>
                <a:lnTo>
                  <a:pt x="78" y="121"/>
                </a:lnTo>
                <a:lnTo>
                  <a:pt x="78" y="120"/>
                </a:lnTo>
                <a:lnTo>
                  <a:pt x="78" y="119"/>
                </a:lnTo>
                <a:lnTo>
                  <a:pt x="79" y="119"/>
                </a:lnTo>
                <a:lnTo>
                  <a:pt x="79" y="118"/>
                </a:lnTo>
                <a:lnTo>
                  <a:pt x="78" y="118"/>
                </a:lnTo>
                <a:lnTo>
                  <a:pt x="78" y="117"/>
                </a:lnTo>
                <a:lnTo>
                  <a:pt x="78" y="116"/>
                </a:lnTo>
                <a:lnTo>
                  <a:pt x="78" y="115"/>
                </a:lnTo>
                <a:lnTo>
                  <a:pt x="78" y="114"/>
                </a:lnTo>
                <a:lnTo>
                  <a:pt x="78" y="113"/>
                </a:lnTo>
                <a:lnTo>
                  <a:pt x="77" y="113"/>
                </a:lnTo>
                <a:lnTo>
                  <a:pt x="77" y="112"/>
                </a:lnTo>
                <a:lnTo>
                  <a:pt x="77" y="111"/>
                </a:lnTo>
                <a:lnTo>
                  <a:pt x="76" y="111"/>
                </a:lnTo>
                <a:lnTo>
                  <a:pt x="75" y="110"/>
                </a:lnTo>
                <a:lnTo>
                  <a:pt x="75" y="109"/>
                </a:lnTo>
                <a:lnTo>
                  <a:pt x="76" y="109"/>
                </a:lnTo>
                <a:lnTo>
                  <a:pt x="75" y="109"/>
                </a:lnTo>
                <a:lnTo>
                  <a:pt x="75" y="108"/>
                </a:lnTo>
                <a:lnTo>
                  <a:pt x="75" y="107"/>
                </a:lnTo>
                <a:lnTo>
                  <a:pt x="76" y="108"/>
                </a:lnTo>
                <a:lnTo>
                  <a:pt x="77" y="108"/>
                </a:lnTo>
                <a:lnTo>
                  <a:pt x="78" y="108"/>
                </a:lnTo>
                <a:lnTo>
                  <a:pt x="78" y="107"/>
                </a:lnTo>
                <a:lnTo>
                  <a:pt x="78" y="106"/>
                </a:lnTo>
                <a:lnTo>
                  <a:pt x="77" y="107"/>
                </a:lnTo>
                <a:lnTo>
                  <a:pt x="77" y="108"/>
                </a:lnTo>
                <a:lnTo>
                  <a:pt x="77" y="107"/>
                </a:lnTo>
                <a:lnTo>
                  <a:pt x="76" y="107"/>
                </a:lnTo>
                <a:lnTo>
                  <a:pt x="75" y="107"/>
                </a:lnTo>
                <a:lnTo>
                  <a:pt x="75" y="106"/>
                </a:lnTo>
                <a:lnTo>
                  <a:pt x="75" y="105"/>
                </a:lnTo>
                <a:lnTo>
                  <a:pt x="74" y="105"/>
                </a:lnTo>
                <a:lnTo>
                  <a:pt x="74" y="104"/>
                </a:lnTo>
                <a:lnTo>
                  <a:pt x="75" y="104"/>
                </a:lnTo>
                <a:lnTo>
                  <a:pt x="76" y="104"/>
                </a:lnTo>
                <a:lnTo>
                  <a:pt x="78" y="103"/>
                </a:lnTo>
                <a:lnTo>
                  <a:pt x="79" y="103"/>
                </a:lnTo>
                <a:lnTo>
                  <a:pt x="79" y="102"/>
                </a:lnTo>
                <a:lnTo>
                  <a:pt x="80" y="101"/>
                </a:lnTo>
                <a:lnTo>
                  <a:pt x="81" y="101"/>
                </a:lnTo>
                <a:lnTo>
                  <a:pt x="82" y="100"/>
                </a:lnTo>
                <a:lnTo>
                  <a:pt x="81" y="100"/>
                </a:lnTo>
                <a:lnTo>
                  <a:pt x="81" y="99"/>
                </a:lnTo>
                <a:lnTo>
                  <a:pt x="80" y="99"/>
                </a:lnTo>
                <a:lnTo>
                  <a:pt x="79" y="99"/>
                </a:lnTo>
                <a:lnTo>
                  <a:pt x="79" y="98"/>
                </a:lnTo>
                <a:lnTo>
                  <a:pt x="78" y="98"/>
                </a:lnTo>
                <a:lnTo>
                  <a:pt x="78" y="97"/>
                </a:lnTo>
                <a:lnTo>
                  <a:pt x="77" y="96"/>
                </a:lnTo>
                <a:lnTo>
                  <a:pt x="77" y="95"/>
                </a:lnTo>
                <a:lnTo>
                  <a:pt x="78" y="95"/>
                </a:lnTo>
                <a:lnTo>
                  <a:pt x="78" y="94"/>
                </a:lnTo>
                <a:lnTo>
                  <a:pt x="77" y="93"/>
                </a:lnTo>
                <a:lnTo>
                  <a:pt x="77" y="92"/>
                </a:lnTo>
                <a:lnTo>
                  <a:pt x="77" y="91"/>
                </a:lnTo>
                <a:lnTo>
                  <a:pt x="77" y="90"/>
                </a:lnTo>
                <a:lnTo>
                  <a:pt x="77" y="89"/>
                </a:lnTo>
                <a:lnTo>
                  <a:pt x="78" y="89"/>
                </a:lnTo>
                <a:lnTo>
                  <a:pt x="79" y="88"/>
                </a:lnTo>
                <a:lnTo>
                  <a:pt x="80" y="87"/>
                </a:lnTo>
                <a:lnTo>
                  <a:pt x="81" y="87"/>
                </a:lnTo>
                <a:lnTo>
                  <a:pt x="81" y="86"/>
                </a:lnTo>
                <a:lnTo>
                  <a:pt x="82" y="86"/>
                </a:lnTo>
                <a:lnTo>
                  <a:pt x="82" y="85"/>
                </a:lnTo>
                <a:lnTo>
                  <a:pt x="83" y="85"/>
                </a:lnTo>
                <a:lnTo>
                  <a:pt x="83" y="84"/>
                </a:lnTo>
                <a:lnTo>
                  <a:pt x="84" y="84"/>
                </a:lnTo>
                <a:lnTo>
                  <a:pt x="84" y="85"/>
                </a:lnTo>
                <a:lnTo>
                  <a:pt x="84" y="86"/>
                </a:lnTo>
                <a:lnTo>
                  <a:pt x="84" y="85"/>
                </a:lnTo>
                <a:lnTo>
                  <a:pt x="85" y="85"/>
                </a:lnTo>
                <a:lnTo>
                  <a:pt x="85" y="86"/>
                </a:lnTo>
                <a:lnTo>
                  <a:pt x="86" y="86"/>
                </a:lnTo>
                <a:lnTo>
                  <a:pt x="87" y="86"/>
                </a:lnTo>
                <a:lnTo>
                  <a:pt x="87" y="87"/>
                </a:lnTo>
                <a:lnTo>
                  <a:pt x="86" y="87"/>
                </a:lnTo>
                <a:lnTo>
                  <a:pt x="87" y="87"/>
                </a:lnTo>
                <a:lnTo>
                  <a:pt x="88" y="88"/>
                </a:lnTo>
                <a:lnTo>
                  <a:pt x="89" y="88"/>
                </a:lnTo>
                <a:lnTo>
                  <a:pt x="89" y="87"/>
                </a:lnTo>
                <a:lnTo>
                  <a:pt x="89" y="88"/>
                </a:lnTo>
                <a:lnTo>
                  <a:pt x="90" y="88"/>
                </a:lnTo>
                <a:lnTo>
                  <a:pt x="90" y="89"/>
                </a:lnTo>
                <a:lnTo>
                  <a:pt x="91" y="89"/>
                </a:lnTo>
                <a:lnTo>
                  <a:pt x="92" y="89"/>
                </a:lnTo>
                <a:lnTo>
                  <a:pt x="92" y="90"/>
                </a:lnTo>
                <a:lnTo>
                  <a:pt x="93" y="90"/>
                </a:lnTo>
                <a:lnTo>
                  <a:pt x="94" y="90"/>
                </a:lnTo>
                <a:lnTo>
                  <a:pt x="94" y="89"/>
                </a:lnTo>
                <a:lnTo>
                  <a:pt x="95" y="89"/>
                </a:lnTo>
                <a:lnTo>
                  <a:pt x="95" y="88"/>
                </a:lnTo>
                <a:lnTo>
                  <a:pt x="96" y="88"/>
                </a:lnTo>
                <a:lnTo>
                  <a:pt x="97" y="89"/>
                </a:lnTo>
                <a:lnTo>
                  <a:pt x="98" y="89"/>
                </a:lnTo>
                <a:lnTo>
                  <a:pt x="98" y="90"/>
                </a:lnTo>
                <a:lnTo>
                  <a:pt x="99" y="90"/>
                </a:lnTo>
                <a:lnTo>
                  <a:pt x="100" y="90"/>
                </a:lnTo>
                <a:lnTo>
                  <a:pt x="101" y="90"/>
                </a:lnTo>
                <a:lnTo>
                  <a:pt x="102" y="90"/>
                </a:lnTo>
                <a:lnTo>
                  <a:pt x="102" y="91"/>
                </a:lnTo>
                <a:lnTo>
                  <a:pt x="103" y="91"/>
                </a:lnTo>
                <a:lnTo>
                  <a:pt x="104" y="91"/>
                </a:lnTo>
                <a:lnTo>
                  <a:pt x="105" y="91"/>
                </a:lnTo>
                <a:lnTo>
                  <a:pt x="106" y="91"/>
                </a:lnTo>
                <a:lnTo>
                  <a:pt x="107" y="91"/>
                </a:lnTo>
                <a:lnTo>
                  <a:pt x="106" y="90"/>
                </a:lnTo>
                <a:lnTo>
                  <a:pt x="107" y="91"/>
                </a:lnTo>
                <a:lnTo>
                  <a:pt x="108" y="90"/>
                </a:lnTo>
                <a:lnTo>
                  <a:pt x="108" y="91"/>
                </a:lnTo>
                <a:lnTo>
                  <a:pt x="108" y="92"/>
                </a:lnTo>
                <a:lnTo>
                  <a:pt x="108" y="91"/>
                </a:lnTo>
                <a:lnTo>
                  <a:pt x="109" y="91"/>
                </a:lnTo>
                <a:lnTo>
                  <a:pt x="109" y="90"/>
                </a:lnTo>
                <a:lnTo>
                  <a:pt x="110" y="90"/>
                </a:lnTo>
                <a:lnTo>
                  <a:pt x="110" y="89"/>
                </a:lnTo>
                <a:lnTo>
                  <a:pt x="110" y="88"/>
                </a:lnTo>
                <a:lnTo>
                  <a:pt x="110" y="87"/>
                </a:lnTo>
                <a:lnTo>
                  <a:pt x="110" y="86"/>
                </a:lnTo>
                <a:lnTo>
                  <a:pt x="111" y="86"/>
                </a:lnTo>
                <a:lnTo>
                  <a:pt x="111" y="87"/>
                </a:lnTo>
                <a:lnTo>
                  <a:pt x="112" y="86"/>
                </a:lnTo>
                <a:lnTo>
                  <a:pt x="113" y="86"/>
                </a:lnTo>
                <a:lnTo>
                  <a:pt x="114" y="85"/>
                </a:lnTo>
                <a:lnTo>
                  <a:pt x="115" y="84"/>
                </a:lnTo>
                <a:lnTo>
                  <a:pt x="116" y="83"/>
                </a:lnTo>
                <a:lnTo>
                  <a:pt x="117" y="83"/>
                </a:lnTo>
                <a:lnTo>
                  <a:pt x="118" y="83"/>
                </a:lnTo>
                <a:lnTo>
                  <a:pt x="118" y="84"/>
                </a:lnTo>
                <a:lnTo>
                  <a:pt x="119" y="84"/>
                </a:lnTo>
                <a:lnTo>
                  <a:pt x="119" y="85"/>
                </a:lnTo>
                <a:lnTo>
                  <a:pt x="119" y="86"/>
                </a:lnTo>
                <a:lnTo>
                  <a:pt x="120" y="86"/>
                </a:lnTo>
                <a:lnTo>
                  <a:pt x="120" y="85"/>
                </a:lnTo>
                <a:lnTo>
                  <a:pt x="121" y="85"/>
                </a:lnTo>
                <a:lnTo>
                  <a:pt x="122" y="85"/>
                </a:lnTo>
                <a:lnTo>
                  <a:pt x="122" y="84"/>
                </a:lnTo>
                <a:lnTo>
                  <a:pt x="123" y="84"/>
                </a:lnTo>
                <a:lnTo>
                  <a:pt x="124" y="84"/>
                </a:lnTo>
                <a:lnTo>
                  <a:pt x="124" y="83"/>
                </a:lnTo>
                <a:lnTo>
                  <a:pt x="124" y="82"/>
                </a:lnTo>
                <a:lnTo>
                  <a:pt x="123" y="82"/>
                </a:lnTo>
                <a:lnTo>
                  <a:pt x="121" y="82"/>
                </a:lnTo>
                <a:lnTo>
                  <a:pt x="121" y="81"/>
                </a:lnTo>
                <a:lnTo>
                  <a:pt x="120" y="81"/>
                </a:lnTo>
                <a:lnTo>
                  <a:pt x="120" y="80"/>
                </a:lnTo>
                <a:lnTo>
                  <a:pt x="120" y="79"/>
                </a:lnTo>
                <a:lnTo>
                  <a:pt x="119" y="78"/>
                </a:lnTo>
                <a:lnTo>
                  <a:pt x="119" y="77"/>
                </a:lnTo>
                <a:lnTo>
                  <a:pt x="119" y="76"/>
                </a:lnTo>
                <a:lnTo>
                  <a:pt x="118" y="76"/>
                </a:lnTo>
                <a:lnTo>
                  <a:pt x="118" y="75"/>
                </a:lnTo>
                <a:lnTo>
                  <a:pt x="118" y="74"/>
                </a:lnTo>
                <a:lnTo>
                  <a:pt x="118" y="73"/>
                </a:lnTo>
                <a:lnTo>
                  <a:pt x="118" y="72"/>
                </a:lnTo>
                <a:lnTo>
                  <a:pt x="117" y="72"/>
                </a:lnTo>
                <a:lnTo>
                  <a:pt x="117" y="71"/>
                </a:lnTo>
                <a:lnTo>
                  <a:pt x="118" y="71"/>
                </a:lnTo>
                <a:lnTo>
                  <a:pt x="118" y="70"/>
                </a:lnTo>
                <a:lnTo>
                  <a:pt x="118" y="69"/>
                </a:lnTo>
                <a:lnTo>
                  <a:pt x="118" y="68"/>
                </a:lnTo>
                <a:lnTo>
                  <a:pt x="117" y="68"/>
                </a:lnTo>
                <a:lnTo>
                  <a:pt x="117" y="67"/>
                </a:lnTo>
                <a:lnTo>
                  <a:pt x="118" y="67"/>
                </a:lnTo>
                <a:lnTo>
                  <a:pt x="117" y="67"/>
                </a:lnTo>
                <a:lnTo>
                  <a:pt x="116" y="67"/>
                </a:lnTo>
                <a:lnTo>
                  <a:pt x="115" y="68"/>
                </a:lnTo>
                <a:lnTo>
                  <a:pt x="114" y="68"/>
                </a:lnTo>
                <a:lnTo>
                  <a:pt x="114" y="69"/>
                </a:lnTo>
                <a:lnTo>
                  <a:pt x="113" y="69"/>
                </a:lnTo>
                <a:lnTo>
                  <a:pt x="112" y="69"/>
                </a:lnTo>
                <a:lnTo>
                  <a:pt x="111" y="68"/>
                </a:lnTo>
                <a:lnTo>
                  <a:pt x="111" y="67"/>
                </a:lnTo>
                <a:lnTo>
                  <a:pt x="110" y="67"/>
                </a:lnTo>
                <a:lnTo>
                  <a:pt x="109" y="67"/>
                </a:lnTo>
                <a:lnTo>
                  <a:pt x="109" y="66"/>
                </a:lnTo>
                <a:lnTo>
                  <a:pt x="109" y="65"/>
                </a:lnTo>
                <a:lnTo>
                  <a:pt x="110" y="64"/>
                </a:lnTo>
                <a:lnTo>
                  <a:pt x="111" y="63"/>
                </a:lnTo>
                <a:lnTo>
                  <a:pt x="112" y="63"/>
                </a:lnTo>
                <a:lnTo>
                  <a:pt x="111" y="62"/>
                </a:lnTo>
                <a:lnTo>
                  <a:pt x="111" y="61"/>
                </a:lnTo>
                <a:lnTo>
                  <a:pt x="110" y="61"/>
                </a:lnTo>
                <a:lnTo>
                  <a:pt x="111" y="61"/>
                </a:lnTo>
                <a:lnTo>
                  <a:pt x="111" y="60"/>
                </a:lnTo>
                <a:lnTo>
                  <a:pt x="110" y="60"/>
                </a:lnTo>
                <a:lnTo>
                  <a:pt x="109" y="59"/>
                </a:lnTo>
                <a:lnTo>
                  <a:pt x="110" y="58"/>
                </a:lnTo>
                <a:lnTo>
                  <a:pt x="111" y="58"/>
                </a:lnTo>
                <a:lnTo>
                  <a:pt x="112" y="58"/>
                </a:lnTo>
                <a:lnTo>
                  <a:pt x="113" y="58"/>
                </a:lnTo>
                <a:lnTo>
                  <a:pt x="114" y="58"/>
                </a:lnTo>
                <a:lnTo>
                  <a:pt x="115" y="58"/>
                </a:lnTo>
                <a:lnTo>
                  <a:pt x="116" y="58"/>
                </a:lnTo>
                <a:lnTo>
                  <a:pt x="116" y="57"/>
                </a:lnTo>
                <a:lnTo>
                  <a:pt x="117" y="57"/>
                </a:lnTo>
                <a:lnTo>
                  <a:pt x="117" y="56"/>
                </a:lnTo>
                <a:lnTo>
                  <a:pt x="118" y="55"/>
                </a:lnTo>
                <a:lnTo>
                  <a:pt x="118" y="54"/>
                </a:lnTo>
                <a:lnTo>
                  <a:pt x="118" y="53"/>
                </a:lnTo>
                <a:lnTo>
                  <a:pt x="119" y="53"/>
                </a:lnTo>
                <a:lnTo>
                  <a:pt x="120" y="53"/>
                </a:lnTo>
                <a:lnTo>
                  <a:pt x="120" y="52"/>
                </a:lnTo>
                <a:lnTo>
                  <a:pt x="121" y="52"/>
                </a:lnTo>
                <a:lnTo>
                  <a:pt x="121" y="51"/>
                </a:lnTo>
                <a:lnTo>
                  <a:pt x="122" y="52"/>
                </a:lnTo>
                <a:lnTo>
                  <a:pt x="123" y="51"/>
                </a:lnTo>
                <a:lnTo>
                  <a:pt x="123" y="52"/>
                </a:lnTo>
                <a:lnTo>
                  <a:pt x="124" y="52"/>
                </a:lnTo>
                <a:lnTo>
                  <a:pt x="124" y="53"/>
                </a:lnTo>
                <a:lnTo>
                  <a:pt x="124" y="54"/>
                </a:lnTo>
                <a:lnTo>
                  <a:pt x="124" y="55"/>
                </a:lnTo>
                <a:lnTo>
                  <a:pt x="125" y="55"/>
                </a:lnTo>
                <a:lnTo>
                  <a:pt x="126" y="55"/>
                </a:lnTo>
                <a:lnTo>
                  <a:pt x="127" y="55"/>
                </a:lnTo>
                <a:lnTo>
                  <a:pt x="128" y="55"/>
                </a:lnTo>
                <a:lnTo>
                  <a:pt x="128" y="53"/>
                </a:lnTo>
                <a:lnTo>
                  <a:pt x="128" y="52"/>
                </a:lnTo>
                <a:lnTo>
                  <a:pt x="129" y="52"/>
                </a:lnTo>
                <a:lnTo>
                  <a:pt x="129" y="51"/>
                </a:lnTo>
                <a:lnTo>
                  <a:pt x="130" y="51"/>
                </a:lnTo>
                <a:lnTo>
                  <a:pt x="130" y="50"/>
                </a:lnTo>
                <a:lnTo>
                  <a:pt x="131" y="50"/>
                </a:lnTo>
                <a:lnTo>
                  <a:pt x="131" y="49"/>
                </a:lnTo>
                <a:lnTo>
                  <a:pt x="131" y="48"/>
                </a:lnTo>
                <a:lnTo>
                  <a:pt x="132" y="48"/>
                </a:lnTo>
                <a:lnTo>
                  <a:pt x="132" y="47"/>
                </a:lnTo>
                <a:lnTo>
                  <a:pt x="131" y="47"/>
                </a:lnTo>
                <a:lnTo>
                  <a:pt x="131" y="46"/>
                </a:lnTo>
                <a:lnTo>
                  <a:pt x="131" y="45"/>
                </a:lnTo>
                <a:lnTo>
                  <a:pt x="132" y="45"/>
                </a:lnTo>
                <a:lnTo>
                  <a:pt x="131" y="45"/>
                </a:lnTo>
                <a:lnTo>
                  <a:pt x="131" y="44"/>
                </a:lnTo>
                <a:lnTo>
                  <a:pt x="131" y="43"/>
                </a:lnTo>
                <a:lnTo>
                  <a:pt x="131" y="42"/>
                </a:lnTo>
                <a:lnTo>
                  <a:pt x="132" y="42"/>
                </a:lnTo>
                <a:lnTo>
                  <a:pt x="133" y="42"/>
                </a:lnTo>
                <a:lnTo>
                  <a:pt x="134" y="42"/>
                </a:lnTo>
                <a:lnTo>
                  <a:pt x="135" y="42"/>
                </a:lnTo>
                <a:lnTo>
                  <a:pt x="135" y="41"/>
                </a:lnTo>
                <a:lnTo>
                  <a:pt x="135" y="40"/>
                </a:lnTo>
                <a:lnTo>
                  <a:pt x="136" y="40"/>
                </a:lnTo>
                <a:lnTo>
                  <a:pt x="136" y="39"/>
                </a:lnTo>
                <a:lnTo>
                  <a:pt x="137" y="39"/>
                </a:lnTo>
                <a:lnTo>
                  <a:pt x="137" y="38"/>
                </a:lnTo>
                <a:lnTo>
                  <a:pt x="137" y="37"/>
                </a:lnTo>
                <a:lnTo>
                  <a:pt x="138" y="37"/>
                </a:lnTo>
                <a:lnTo>
                  <a:pt x="138" y="36"/>
                </a:lnTo>
                <a:lnTo>
                  <a:pt x="139" y="36"/>
                </a:lnTo>
                <a:lnTo>
                  <a:pt x="139" y="37"/>
                </a:lnTo>
                <a:lnTo>
                  <a:pt x="140" y="36"/>
                </a:lnTo>
                <a:lnTo>
                  <a:pt x="140" y="35"/>
                </a:lnTo>
                <a:lnTo>
                  <a:pt x="139" y="35"/>
                </a:lnTo>
                <a:lnTo>
                  <a:pt x="140" y="34"/>
                </a:lnTo>
                <a:lnTo>
                  <a:pt x="139" y="34"/>
                </a:lnTo>
                <a:lnTo>
                  <a:pt x="139" y="33"/>
                </a:lnTo>
                <a:lnTo>
                  <a:pt x="138" y="33"/>
                </a:lnTo>
                <a:lnTo>
                  <a:pt x="138" y="32"/>
                </a:lnTo>
                <a:lnTo>
                  <a:pt x="138" y="31"/>
                </a:lnTo>
                <a:lnTo>
                  <a:pt x="138" y="30"/>
                </a:lnTo>
                <a:lnTo>
                  <a:pt x="137" y="29"/>
                </a:lnTo>
                <a:lnTo>
                  <a:pt x="138" y="29"/>
                </a:lnTo>
                <a:lnTo>
                  <a:pt x="138" y="28"/>
                </a:lnTo>
                <a:lnTo>
                  <a:pt x="138" y="27"/>
                </a:lnTo>
                <a:lnTo>
                  <a:pt x="139" y="27"/>
                </a:lnTo>
                <a:lnTo>
                  <a:pt x="140" y="26"/>
                </a:lnTo>
                <a:lnTo>
                  <a:pt x="140" y="25"/>
                </a:lnTo>
                <a:lnTo>
                  <a:pt x="140" y="24"/>
                </a:lnTo>
                <a:lnTo>
                  <a:pt x="141" y="24"/>
                </a:lnTo>
                <a:lnTo>
                  <a:pt x="140" y="24"/>
                </a:lnTo>
                <a:lnTo>
                  <a:pt x="140" y="23"/>
                </a:lnTo>
                <a:lnTo>
                  <a:pt x="141" y="23"/>
                </a:lnTo>
                <a:lnTo>
                  <a:pt x="141" y="22"/>
                </a:lnTo>
                <a:lnTo>
                  <a:pt x="141" y="21"/>
                </a:lnTo>
                <a:lnTo>
                  <a:pt x="141" y="20"/>
                </a:lnTo>
                <a:lnTo>
                  <a:pt x="142" y="20"/>
                </a:lnTo>
                <a:lnTo>
                  <a:pt x="143" y="20"/>
                </a:lnTo>
                <a:lnTo>
                  <a:pt x="143" y="19"/>
                </a:lnTo>
                <a:lnTo>
                  <a:pt x="144" y="18"/>
                </a:lnTo>
                <a:lnTo>
                  <a:pt x="145" y="18"/>
                </a:lnTo>
                <a:lnTo>
                  <a:pt x="144" y="17"/>
                </a:lnTo>
                <a:lnTo>
                  <a:pt x="145" y="16"/>
                </a:lnTo>
                <a:lnTo>
                  <a:pt x="144" y="16"/>
                </a:lnTo>
                <a:lnTo>
                  <a:pt x="144" y="15"/>
                </a:lnTo>
                <a:lnTo>
                  <a:pt x="145" y="14"/>
                </a:lnTo>
                <a:lnTo>
                  <a:pt x="144" y="13"/>
                </a:lnTo>
                <a:lnTo>
                  <a:pt x="145" y="12"/>
                </a:lnTo>
                <a:lnTo>
                  <a:pt x="144" y="12"/>
                </a:lnTo>
                <a:lnTo>
                  <a:pt x="144" y="11"/>
                </a:lnTo>
                <a:lnTo>
                  <a:pt x="144" y="10"/>
                </a:lnTo>
                <a:lnTo>
                  <a:pt x="145" y="10"/>
                </a:lnTo>
                <a:lnTo>
                  <a:pt x="145" y="9"/>
                </a:lnTo>
                <a:lnTo>
                  <a:pt x="145" y="8"/>
                </a:lnTo>
                <a:lnTo>
                  <a:pt x="146" y="9"/>
                </a:lnTo>
                <a:lnTo>
                  <a:pt x="146" y="8"/>
                </a:lnTo>
                <a:lnTo>
                  <a:pt x="145" y="8"/>
                </a:lnTo>
                <a:lnTo>
                  <a:pt x="145" y="7"/>
                </a:lnTo>
                <a:lnTo>
                  <a:pt x="146" y="7"/>
                </a:lnTo>
                <a:lnTo>
                  <a:pt x="145" y="7"/>
                </a:lnTo>
                <a:lnTo>
                  <a:pt x="144" y="8"/>
                </a:lnTo>
                <a:lnTo>
                  <a:pt x="144" y="7"/>
                </a:lnTo>
                <a:lnTo>
                  <a:pt x="143" y="6"/>
                </a:lnTo>
                <a:lnTo>
                  <a:pt x="144" y="6"/>
                </a:lnTo>
                <a:lnTo>
                  <a:pt x="145" y="5"/>
                </a:lnTo>
                <a:lnTo>
                  <a:pt x="146" y="5"/>
                </a:lnTo>
                <a:lnTo>
                  <a:pt x="146" y="6"/>
                </a:lnTo>
                <a:lnTo>
                  <a:pt x="146" y="5"/>
                </a:lnTo>
                <a:lnTo>
                  <a:pt x="147" y="5"/>
                </a:lnTo>
                <a:lnTo>
                  <a:pt x="146" y="5"/>
                </a:lnTo>
                <a:lnTo>
                  <a:pt x="145" y="5"/>
                </a:lnTo>
                <a:lnTo>
                  <a:pt x="146" y="5"/>
                </a:lnTo>
                <a:lnTo>
                  <a:pt x="146" y="4"/>
                </a:lnTo>
                <a:lnTo>
                  <a:pt x="145" y="4"/>
                </a:lnTo>
                <a:lnTo>
                  <a:pt x="146" y="3"/>
                </a:lnTo>
                <a:lnTo>
                  <a:pt x="147" y="3"/>
                </a:lnTo>
                <a:lnTo>
                  <a:pt x="147" y="1"/>
                </a:lnTo>
                <a:lnTo>
                  <a:pt x="148" y="1"/>
                </a:lnTo>
                <a:lnTo>
                  <a:pt x="149" y="1"/>
                </a:lnTo>
                <a:lnTo>
                  <a:pt x="149" y="3"/>
                </a:lnTo>
                <a:lnTo>
                  <a:pt x="150" y="3"/>
                </a:lnTo>
                <a:lnTo>
                  <a:pt x="151" y="3"/>
                </a:lnTo>
                <a:lnTo>
                  <a:pt x="152" y="3"/>
                </a:lnTo>
                <a:lnTo>
                  <a:pt x="152" y="1"/>
                </a:lnTo>
                <a:lnTo>
                  <a:pt x="152" y="0"/>
                </a:lnTo>
                <a:lnTo>
                  <a:pt x="153" y="0"/>
                </a:lnTo>
                <a:lnTo>
                  <a:pt x="153" y="1"/>
                </a:lnTo>
                <a:lnTo>
                  <a:pt x="154" y="0"/>
                </a:lnTo>
                <a:lnTo>
                  <a:pt x="155" y="0"/>
                </a:lnTo>
                <a:lnTo>
                  <a:pt x="155" y="1"/>
                </a:lnTo>
                <a:lnTo>
                  <a:pt x="155" y="0"/>
                </a:lnTo>
                <a:lnTo>
                  <a:pt x="156" y="0"/>
                </a:lnTo>
                <a:lnTo>
                  <a:pt x="157" y="0"/>
                </a:lnTo>
                <a:lnTo>
                  <a:pt x="158" y="0"/>
                </a:lnTo>
                <a:lnTo>
                  <a:pt x="159" y="0"/>
                </a:lnTo>
                <a:lnTo>
                  <a:pt x="159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2327760" y="19591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2331000" y="19573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1" y="3"/>
                </a:move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1"/>
                </a:lnTo>
                <a:lnTo>
                  <a:pt x="3" y="3"/>
                </a:lnTo>
                <a:lnTo>
                  <a:pt x="3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2327760" y="19573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1"/>
                </a:move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2325960" y="195732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1"/>
                </a:move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3" y="1"/>
                </a:lnTo>
                <a:lnTo>
                  <a:pt x="1" y="1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3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2327400" y="1956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2335320" y="19526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2336760" y="19504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0"/>
                </a:moveTo>
                <a:lnTo>
                  <a:pt x="1" y="1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2336040" y="1950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2335680" y="1950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2335680" y="19476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2336760" y="1947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2338200" y="19472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2337120" y="1946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2336400" y="19458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2336400" y="19458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2336040" y="19454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2335320" y="1945080"/>
            <a:ext cx="1440" cy="360"/>
          </a:xfrm>
          <a:custGeom>
            <a:avLst/>
            <a:gdLst/>
            <a:ahLst/>
            <a:rect l="0" t="0" r="r" b="b"/>
            <a:pathLst>
              <a:path w="4" h="1">
                <a:moveTo>
                  <a:pt x="4" y="1"/>
                </a:moveTo>
                <a:lnTo>
                  <a:pt x="3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2334600" y="194292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4" y="4"/>
                </a:moveTo>
                <a:lnTo>
                  <a:pt x="2" y="4"/>
                </a:lnTo>
                <a:lnTo>
                  <a:pt x="2" y="3"/>
                </a:lnTo>
                <a:lnTo>
                  <a:pt x="2" y="4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lnTo>
                  <a:pt x="4" y="1"/>
                </a:lnTo>
                <a:lnTo>
                  <a:pt x="2" y="3"/>
                </a:lnTo>
                <a:lnTo>
                  <a:pt x="4" y="3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2341080" y="1938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2340720" y="19386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2339640" y="193536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4" y="2"/>
                </a:move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5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2342160" y="19335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1"/>
                </a:moveTo>
                <a:lnTo>
                  <a:pt x="4" y="3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2341440" y="19328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2341800" y="193104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4" y="3"/>
                </a:moveTo>
                <a:lnTo>
                  <a:pt x="4" y="5"/>
                </a:lnTo>
                <a:lnTo>
                  <a:pt x="3" y="5"/>
                </a:lnTo>
                <a:lnTo>
                  <a:pt x="2" y="6"/>
                </a:lnTo>
                <a:lnTo>
                  <a:pt x="0" y="6"/>
                </a:lnTo>
                <a:lnTo>
                  <a:pt x="0" y="5"/>
                </a:lnTo>
                <a:lnTo>
                  <a:pt x="2" y="5"/>
                </a:lnTo>
                <a:lnTo>
                  <a:pt x="3" y="3"/>
                </a:lnTo>
                <a:lnTo>
                  <a:pt x="3" y="1"/>
                </a:lnTo>
                <a:lnTo>
                  <a:pt x="4" y="0"/>
                </a:lnTo>
                <a:lnTo>
                  <a:pt x="4" y="1"/>
                </a:lnTo>
                <a:lnTo>
                  <a:pt x="6" y="3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2336040" y="192780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3" y="3"/>
                </a:move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  <a:lnTo>
                  <a:pt x="5" y="3"/>
                </a:lnTo>
                <a:lnTo>
                  <a:pt x="4" y="3"/>
                </a:lnTo>
                <a:lnTo>
                  <a:pt x="3" y="1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2336040" y="19220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2340360" y="1920600"/>
            <a:ext cx="2520" cy="2160"/>
          </a:xfrm>
          <a:custGeom>
            <a:avLst/>
            <a:gdLst/>
            <a:ahLst/>
            <a:rect l="0" t="0" r="r" b="b"/>
            <a:pathLst>
              <a:path w="7" h="6">
                <a:moveTo>
                  <a:pt x="5" y="2"/>
                </a:moveTo>
                <a:lnTo>
                  <a:pt x="5" y="4"/>
                </a:lnTo>
                <a:lnTo>
                  <a:pt x="7" y="4"/>
                </a:lnTo>
                <a:lnTo>
                  <a:pt x="5" y="4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3" y="0"/>
                </a:lnTo>
                <a:lnTo>
                  <a:pt x="3" y="1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7" y="2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2337480" y="19209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2336760" y="19202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2340000" y="1918800"/>
            <a:ext cx="3960" cy="3240"/>
          </a:xfrm>
          <a:custGeom>
            <a:avLst/>
            <a:gdLst/>
            <a:ahLst/>
            <a:rect l="0" t="0" r="r" b="b"/>
            <a:pathLst>
              <a:path w="11" h="9">
                <a:moveTo>
                  <a:pt x="9" y="2"/>
                </a:moveTo>
                <a:lnTo>
                  <a:pt x="10" y="2"/>
                </a:lnTo>
                <a:lnTo>
                  <a:pt x="9" y="3"/>
                </a:lnTo>
                <a:lnTo>
                  <a:pt x="9" y="4"/>
                </a:lnTo>
                <a:lnTo>
                  <a:pt x="10" y="4"/>
                </a:lnTo>
                <a:lnTo>
                  <a:pt x="11" y="4"/>
                </a:lnTo>
                <a:lnTo>
                  <a:pt x="11" y="5"/>
                </a:lnTo>
                <a:lnTo>
                  <a:pt x="10" y="5"/>
                </a:lnTo>
                <a:lnTo>
                  <a:pt x="10" y="6"/>
                </a:lnTo>
                <a:lnTo>
                  <a:pt x="10" y="7"/>
                </a:lnTo>
                <a:lnTo>
                  <a:pt x="9" y="9"/>
                </a:lnTo>
                <a:lnTo>
                  <a:pt x="9" y="7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6" y="6"/>
                </a:lnTo>
                <a:lnTo>
                  <a:pt x="5" y="6"/>
                </a:lnTo>
                <a:lnTo>
                  <a:pt x="4" y="5"/>
                </a:ln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8" y="2"/>
                </a:lnTo>
                <a:lnTo>
                  <a:pt x="9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2342520" y="19180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1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2333880" y="1917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2340360" y="191268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0" y="3"/>
                </a:move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2" y="3"/>
                </a:lnTo>
                <a:lnTo>
                  <a:pt x="2" y="4"/>
                </a:lnTo>
                <a:lnTo>
                  <a:pt x="2" y="5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2333520" y="19062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2333880" y="19054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2"/>
                </a:moveTo>
                <a:lnTo>
                  <a:pt x="1" y="0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0" y="4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2332800" y="19047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4"/>
                </a:move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5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2333520" y="1904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2336040" y="1904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2334600" y="1904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2336400" y="190404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2338920" y="19022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2341440" y="188460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5" y="1"/>
                </a:lnTo>
                <a:lnTo>
                  <a:pt x="3" y="3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2342880" y="18831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2334960" y="18651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2344320" y="1946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2343240" y="194400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3" y="4"/>
                </a:moveTo>
                <a:lnTo>
                  <a:pt x="2" y="4"/>
                </a:lnTo>
                <a:lnTo>
                  <a:pt x="0" y="5"/>
                </a:lnTo>
                <a:lnTo>
                  <a:pt x="0" y="4"/>
                </a:lnTo>
                <a:lnTo>
                  <a:pt x="2" y="3"/>
                </a:lnTo>
                <a:lnTo>
                  <a:pt x="3" y="3"/>
                </a:lnTo>
                <a:lnTo>
                  <a:pt x="4" y="3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2343240" y="194220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4" y="3"/>
                </a:moveTo>
                <a:lnTo>
                  <a:pt x="5" y="3"/>
                </a:lnTo>
                <a:lnTo>
                  <a:pt x="4" y="4"/>
                </a:lnTo>
                <a:lnTo>
                  <a:pt x="2" y="4"/>
                </a:lnTo>
                <a:lnTo>
                  <a:pt x="2" y="6"/>
                </a:lnTo>
                <a:lnTo>
                  <a:pt x="0" y="6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3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1" y="2"/>
                </a:lnTo>
                <a:lnTo>
                  <a:pt x="2" y="3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2344320" y="19346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0"/>
                </a:moveTo>
                <a:lnTo>
                  <a:pt x="3" y="0"/>
                </a:lnTo>
                <a:lnTo>
                  <a:pt x="5" y="0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2343240" y="193320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2"/>
                </a:move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2345040" y="192276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2342880" y="1917720"/>
            <a:ext cx="4320" cy="5040"/>
          </a:xfrm>
          <a:custGeom>
            <a:avLst/>
            <a:gdLst/>
            <a:ahLst/>
            <a:rect l="0" t="0" r="r" b="b"/>
            <a:pathLst>
              <a:path w="12" h="14">
                <a:moveTo>
                  <a:pt x="11" y="4"/>
                </a:moveTo>
                <a:lnTo>
                  <a:pt x="11" y="5"/>
                </a:lnTo>
                <a:lnTo>
                  <a:pt x="12" y="5"/>
                </a:lnTo>
                <a:lnTo>
                  <a:pt x="11" y="6"/>
                </a:lnTo>
                <a:lnTo>
                  <a:pt x="12" y="6"/>
                </a:lnTo>
                <a:lnTo>
                  <a:pt x="12" y="7"/>
                </a:lnTo>
                <a:lnTo>
                  <a:pt x="12" y="8"/>
                </a:lnTo>
                <a:lnTo>
                  <a:pt x="11" y="8"/>
                </a:lnTo>
                <a:lnTo>
                  <a:pt x="10" y="8"/>
                </a:lnTo>
                <a:lnTo>
                  <a:pt x="10" y="9"/>
                </a:lnTo>
                <a:lnTo>
                  <a:pt x="11" y="9"/>
                </a:lnTo>
                <a:lnTo>
                  <a:pt x="12" y="9"/>
                </a:lnTo>
                <a:lnTo>
                  <a:pt x="11" y="11"/>
                </a:lnTo>
                <a:lnTo>
                  <a:pt x="10" y="11"/>
                </a:lnTo>
                <a:lnTo>
                  <a:pt x="10" y="12"/>
                </a:lnTo>
                <a:lnTo>
                  <a:pt x="10" y="13"/>
                </a:lnTo>
                <a:lnTo>
                  <a:pt x="9" y="13"/>
                </a:lnTo>
                <a:lnTo>
                  <a:pt x="9" y="14"/>
                </a:lnTo>
                <a:lnTo>
                  <a:pt x="10" y="14"/>
                </a:lnTo>
                <a:lnTo>
                  <a:pt x="9" y="14"/>
                </a:lnTo>
                <a:lnTo>
                  <a:pt x="8" y="14"/>
                </a:lnTo>
                <a:lnTo>
                  <a:pt x="9" y="14"/>
                </a:lnTo>
                <a:lnTo>
                  <a:pt x="8" y="14"/>
                </a:lnTo>
                <a:lnTo>
                  <a:pt x="6" y="14"/>
                </a:lnTo>
                <a:lnTo>
                  <a:pt x="6" y="13"/>
                </a:lnTo>
                <a:lnTo>
                  <a:pt x="6" y="12"/>
                </a:lnTo>
                <a:lnTo>
                  <a:pt x="4" y="11"/>
                </a:lnTo>
                <a:lnTo>
                  <a:pt x="4" y="12"/>
                </a:lnTo>
                <a:lnTo>
                  <a:pt x="3" y="12"/>
                </a:lnTo>
                <a:lnTo>
                  <a:pt x="4" y="11"/>
                </a:lnTo>
                <a:lnTo>
                  <a:pt x="4" y="9"/>
                </a:lnTo>
                <a:lnTo>
                  <a:pt x="3" y="8"/>
                </a:lnTo>
                <a:lnTo>
                  <a:pt x="2" y="7"/>
                </a:lnTo>
                <a:lnTo>
                  <a:pt x="3" y="7"/>
                </a:lnTo>
                <a:lnTo>
                  <a:pt x="2" y="6"/>
                </a:lnTo>
                <a:lnTo>
                  <a:pt x="1" y="6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3"/>
                </a:lnTo>
                <a:lnTo>
                  <a:pt x="3" y="3"/>
                </a:lnTo>
                <a:lnTo>
                  <a:pt x="4" y="2"/>
                </a:lnTo>
                <a:lnTo>
                  <a:pt x="5" y="2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8" y="0"/>
                </a:lnTo>
                <a:lnTo>
                  <a:pt x="9" y="0"/>
                </a:lnTo>
                <a:lnTo>
                  <a:pt x="9" y="1"/>
                </a:lnTo>
                <a:lnTo>
                  <a:pt x="9" y="2"/>
                </a:lnTo>
                <a:lnTo>
                  <a:pt x="10" y="2"/>
                </a:lnTo>
                <a:lnTo>
                  <a:pt x="11" y="3"/>
                </a:lnTo>
                <a:lnTo>
                  <a:pt x="11" y="4"/>
                </a:lnTo>
                <a:lnTo>
                  <a:pt x="11" y="3"/>
                </a:lnTo>
                <a:lnTo>
                  <a:pt x="11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2343600" y="19180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2345760" y="191736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3" y="5"/>
                </a:moveTo>
                <a:lnTo>
                  <a:pt x="2" y="5"/>
                </a:lnTo>
                <a:lnTo>
                  <a:pt x="2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2" y="2"/>
                </a:lnTo>
                <a:lnTo>
                  <a:pt x="3" y="2"/>
                </a:lnTo>
                <a:lnTo>
                  <a:pt x="3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2347560" y="191664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4" y="3"/>
                </a:moveTo>
                <a:lnTo>
                  <a:pt x="4" y="5"/>
                </a:lnTo>
                <a:lnTo>
                  <a:pt x="5" y="5"/>
                </a:lnTo>
                <a:lnTo>
                  <a:pt x="6" y="5"/>
                </a:lnTo>
                <a:lnTo>
                  <a:pt x="7" y="3"/>
                </a:lnTo>
                <a:lnTo>
                  <a:pt x="7" y="5"/>
                </a:lnTo>
                <a:lnTo>
                  <a:pt x="6" y="5"/>
                </a:lnTo>
                <a:lnTo>
                  <a:pt x="6" y="6"/>
                </a:lnTo>
                <a:lnTo>
                  <a:pt x="5" y="6"/>
                </a:lnTo>
                <a:lnTo>
                  <a:pt x="4" y="5"/>
                </a:lnTo>
                <a:lnTo>
                  <a:pt x="3" y="6"/>
                </a:lnTo>
                <a:lnTo>
                  <a:pt x="4" y="6"/>
                </a:lnTo>
                <a:lnTo>
                  <a:pt x="3" y="7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0" y="5"/>
                </a:lnTo>
                <a:lnTo>
                  <a:pt x="1" y="5"/>
                </a:lnTo>
                <a:lnTo>
                  <a:pt x="3" y="5"/>
                </a:lnTo>
                <a:lnTo>
                  <a:pt x="4" y="3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2345760" y="19166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2346840" y="1915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2347200" y="19155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2346120" y="19116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2347200" y="19090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2346480" y="1906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2346480" y="19054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2347920" y="19015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2347200" y="1901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2347560" y="189648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1" y="5"/>
                </a:move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  <a:lnTo>
                  <a:pt x="1" y="6"/>
                </a:lnTo>
                <a:lnTo>
                  <a:pt x="1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2344680" y="1893960"/>
            <a:ext cx="3960" cy="3240"/>
          </a:xfrm>
          <a:custGeom>
            <a:avLst/>
            <a:gdLst/>
            <a:ahLst/>
            <a:rect l="0" t="0" r="r" b="b"/>
            <a:pathLst>
              <a:path w="11" h="9">
                <a:moveTo>
                  <a:pt x="9" y="5"/>
                </a:moveTo>
                <a:lnTo>
                  <a:pt x="9" y="6"/>
                </a:lnTo>
                <a:lnTo>
                  <a:pt x="7" y="6"/>
                </a:lnTo>
                <a:lnTo>
                  <a:pt x="7" y="8"/>
                </a:lnTo>
                <a:lnTo>
                  <a:pt x="1" y="9"/>
                </a:lnTo>
                <a:lnTo>
                  <a:pt x="0" y="9"/>
                </a:lnTo>
                <a:lnTo>
                  <a:pt x="0" y="8"/>
                </a:lnTo>
                <a:lnTo>
                  <a:pt x="1" y="8"/>
                </a:lnTo>
                <a:lnTo>
                  <a:pt x="2" y="5"/>
                </a:lnTo>
                <a:lnTo>
                  <a:pt x="3" y="5"/>
                </a:lnTo>
                <a:lnTo>
                  <a:pt x="4" y="4"/>
                </a:lnTo>
                <a:lnTo>
                  <a:pt x="5" y="3"/>
                </a:lnTo>
                <a:lnTo>
                  <a:pt x="5" y="2"/>
                </a:lnTo>
                <a:lnTo>
                  <a:pt x="6" y="2"/>
                </a:lnTo>
                <a:lnTo>
                  <a:pt x="7" y="1"/>
                </a:lnTo>
                <a:lnTo>
                  <a:pt x="9" y="1"/>
                </a:lnTo>
                <a:lnTo>
                  <a:pt x="10" y="1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lnTo>
                  <a:pt x="11" y="2"/>
                </a:lnTo>
                <a:lnTo>
                  <a:pt x="10" y="3"/>
                </a:lnTo>
                <a:lnTo>
                  <a:pt x="10" y="4"/>
                </a:lnTo>
                <a:lnTo>
                  <a:pt x="9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2347560" y="18914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2346840" y="18914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2347560" y="1891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2347560" y="18907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2344680" y="1889280"/>
            <a:ext cx="2880" cy="2520"/>
          </a:xfrm>
          <a:custGeom>
            <a:avLst/>
            <a:gdLst/>
            <a:ahLst/>
            <a:rect l="0" t="0" r="r" b="b"/>
            <a:pathLst>
              <a:path w="8" h="7">
                <a:moveTo>
                  <a:pt x="3" y="7"/>
                </a:moveTo>
                <a:lnTo>
                  <a:pt x="2" y="7"/>
                </a:lnTo>
                <a:lnTo>
                  <a:pt x="1" y="6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4" y="0"/>
                </a:lnTo>
                <a:lnTo>
                  <a:pt x="5" y="1"/>
                </a:lnTo>
                <a:lnTo>
                  <a:pt x="5" y="2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8" y="4"/>
                </a:lnTo>
                <a:lnTo>
                  <a:pt x="8" y="6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2349000" y="18896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2349720" y="18892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2348280" y="18889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1"/>
                </a:move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2349360" y="1888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2348640" y="1887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2349360" y="188748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3" y="3"/>
                </a:moveTo>
                <a:lnTo>
                  <a:pt x="2" y="3"/>
                </a:lnTo>
                <a:lnTo>
                  <a:pt x="2" y="4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3" y="3"/>
                </a:lnTo>
                <a:lnTo>
                  <a:pt x="5" y="3"/>
                </a:lnTo>
                <a:lnTo>
                  <a:pt x="5" y="4"/>
                </a:lnTo>
                <a:lnTo>
                  <a:pt x="3" y="4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2350440" y="18874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2341800" y="1883880"/>
            <a:ext cx="3600" cy="5400"/>
          </a:xfrm>
          <a:custGeom>
            <a:avLst/>
            <a:gdLst/>
            <a:ahLst/>
            <a:rect l="0" t="0" r="r" b="b"/>
            <a:pathLst>
              <a:path w="10" h="15">
                <a:moveTo>
                  <a:pt x="4" y="0"/>
                </a:moveTo>
                <a:lnTo>
                  <a:pt x="5" y="1"/>
                </a:lnTo>
                <a:lnTo>
                  <a:pt x="5" y="2"/>
                </a:lnTo>
                <a:lnTo>
                  <a:pt x="6" y="2"/>
                </a:lnTo>
                <a:lnTo>
                  <a:pt x="7" y="3"/>
                </a:lnTo>
                <a:lnTo>
                  <a:pt x="7" y="4"/>
                </a:lnTo>
                <a:lnTo>
                  <a:pt x="8" y="5"/>
                </a:lnTo>
                <a:lnTo>
                  <a:pt x="9" y="5"/>
                </a:lnTo>
                <a:lnTo>
                  <a:pt x="9" y="6"/>
                </a:lnTo>
                <a:lnTo>
                  <a:pt x="9" y="7"/>
                </a:lnTo>
                <a:lnTo>
                  <a:pt x="9" y="8"/>
                </a:lnTo>
                <a:lnTo>
                  <a:pt x="10" y="9"/>
                </a:lnTo>
                <a:lnTo>
                  <a:pt x="10" y="10"/>
                </a:lnTo>
                <a:lnTo>
                  <a:pt x="10" y="11"/>
                </a:lnTo>
                <a:lnTo>
                  <a:pt x="9" y="11"/>
                </a:lnTo>
                <a:lnTo>
                  <a:pt x="8" y="12"/>
                </a:lnTo>
                <a:lnTo>
                  <a:pt x="7" y="12"/>
                </a:lnTo>
                <a:lnTo>
                  <a:pt x="6" y="12"/>
                </a:lnTo>
                <a:lnTo>
                  <a:pt x="6" y="14"/>
                </a:lnTo>
                <a:lnTo>
                  <a:pt x="5" y="14"/>
                </a:lnTo>
                <a:lnTo>
                  <a:pt x="5" y="15"/>
                </a:lnTo>
                <a:lnTo>
                  <a:pt x="4" y="15"/>
                </a:lnTo>
                <a:lnTo>
                  <a:pt x="4" y="14"/>
                </a:lnTo>
                <a:lnTo>
                  <a:pt x="2" y="14"/>
                </a:lnTo>
                <a:lnTo>
                  <a:pt x="2" y="12"/>
                </a:lnTo>
                <a:lnTo>
                  <a:pt x="1" y="12"/>
                </a:lnTo>
                <a:lnTo>
                  <a:pt x="1" y="11"/>
                </a:lnTo>
                <a:lnTo>
                  <a:pt x="0" y="11"/>
                </a:lnTo>
                <a:lnTo>
                  <a:pt x="1" y="10"/>
                </a:lnTo>
                <a:lnTo>
                  <a:pt x="2" y="10"/>
                </a:lnTo>
                <a:lnTo>
                  <a:pt x="2" y="9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2346120" y="1885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2346480" y="18846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2344320" y="188352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4" y="5"/>
                </a:moveTo>
                <a:lnTo>
                  <a:pt x="3" y="5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1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5" y="3"/>
                </a:lnTo>
                <a:lnTo>
                  <a:pt x="5" y="4"/>
                </a:lnTo>
                <a:lnTo>
                  <a:pt x="4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2346120" y="18838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2347560" y="188028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3" y="4"/>
                </a:move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7" y="1"/>
                </a:lnTo>
                <a:lnTo>
                  <a:pt x="7" y="3"/>
                </a:lnTo>
                <a:lnTo>
                  <a:pt x="5" y="3"/>
                </a:lnTo>
                <a:lnTo>
                  <a:pt x="4" y="4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2344680" y="1875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2345760" y="187488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1" y="4"/>
                </a:move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1" y="2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2349000" y="186552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2"/>
                </a:move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4" y="3"/>
                </a:lnTo>
                <a:lnTo>
                  <a:pt x="3" y="5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2348640" y="186372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6" y="5"/>
                </a:moveTo>
                <a:lnTo>
                  <a:pt x="6" y="7"/>
                </a:lnTo>
                <a:lnTo>
                  <a:pt x="5" y="7"/>
                </a:lnTo>
                <a:lnTo>
                  <a:pt x="3" y="4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5" y="3"/>
                </a:lnTo>
                <a:lnTo>
                  <a:pt x="7" y="4"/>
                </a:lnTo>
                <a:lnTo>
                  <a:pt x="7" y="5"/>
                </a:lnTo>
                <a:lnTo>
                  <a:pt x="6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2347560" y="18633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2354760" y="1929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2355480" y="1928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2354400" y="19105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2352960" y="1909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2352960" y="19083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1"/>
                </a:moveTo>
                <a:lnTo>
                  <a:pt x="4" y="1"/>
                </a:lnTo>
                <a:lnTo>
                  <a:pt x="4" y="0"/>
                </a:lnTo>
                <a:lnTo>
                  <a:pt x="3" y="1"/>
                </a:lnTo>
                <a:lnTo>
                  <a:pt x="4" y="1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2353320" y="19072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2351880" y="19015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2354040" y="19008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2354760" y="1900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2354760" y="1899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2354040" y="189900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2354040" y="189792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6" y="4"/>
                </a:moveTo>
                <a:lnTo>
                  <a:pt x="7" y="4"/>
                </a:lnTo>
                <a:lnTo>
                  <a:pt x="7" y="5"/>
                </a:lnTo>
                <a:lnTo>
                  <a:pt x="6" y="4"/>
                </a:ln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3" y="3"/>
                </a:lnTo>
                <a:lnTo>
                  <a:pt x="5" y="4"/>
                </a:lnTo>
                <a:lnTo>
                  <a:pt x="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2349000" y="1895400"/>
            <a:ext cx="5400" cy="5400"/>
          </a:xfrm>
          <a:custGeom>
            <a:avLst/>
            <a:gdLst/>
            <a:ahLst/>
            <a:rect l="0" t="0" r="r" b="b"/>
            <a:pathLst>
              <a:path w="15" h="15">
                <a:moveTo>
                  <a:pt x="8" y="3"/>
                </a:moveTo>
                <a:lnTo>
                  <a:pt x="9" y="4"/>
                </a:lnTo>
                <a:lnTo>
                  <a:pt x="9" y="5"/>
                </a:lnTo>
                <a:lnTo>
                  <a:pt x="10" y="7"/>
                </a:lnTo>
                <a:lnTo>
                  <a:pt x="12" y="7"/>
                </a:lnTo>
                <a:lnTo>
                  <a:pt x="12" y="8"/>
                </a:lnTo>
                <a:lnTo>
                  <a:pt x="12" y="7"/>
                </a:lnTo>
                <a:lnTo>
                  <a:pt x="13" y="8"/>
                </a:lnTo>
                <a:lnTo>
                  <a:pt x="13" y="9"/>
                </a:lnTo>
                <a:lnTo>
                  <a:pt x="14" y="9"/>
                </a:lnTo>
                <a:lnTo>
                  <a:pt x="14" y="10"/>
                </a:lnTo>
                <a:lnTo>
                  <a:pt x="15" y="11"/>
                </a:lnTo>
                <a:lnTo>
                  <a:pt x="14" y="11"/>
                </a:lnTo>
                <a:lnTo>
                  <a:pt x="14" y="12"/>
                </a:lnTo>
                <a:lnTo>
                  <a:pt x="14" y="13"/>
                </a:lnTo>
                <a:lnTo>
                  <a:pt x="13" y="13"/>
                </a:lnTo>
                <a:lnTo>
                  <a:pt x="13" y="14"/>
                </a:lnTo>
                <a:lnTo>
                  <a:pt x="13" y="15"/>
                </a:lnTo>
                <a:lnTo>
                  <a:pt x="12" y="15"/>
                </a:lnTo>
                <a:lnTo>
                  <a:pt x="12" y="14"/>
                </a:lnTo>
                <a:lnTo>
                  <a:pt x="13" y="13"/>
                </a:lnTo>
                <a:lnTo>
                  <a:pt x="12" y="13"/>
                </a:lnTo>
                <a:lnTo>
                  <a:pt x="11" y="13"/>
                </a:lnTo>
                <a:lnTo>
                  <a:pt x="11" y="14"/>
                </a:lnTo>
                <a:lnTo>
                  <a:pt x="10" y="14"/>
                </a:lnTo>
                <a:lnTo>
                  <a:pt x="10" y="13"/>
                </a:lnTo>
                <a:lnTo>
                  <a:pt x="9" y="13"/>
                </a:lnTo>
                <a:lnTo>
                  <a:pt x="9" y="14"/>
                </a:lnTo>
                <a:lnTo>
                  <a:pt x="9" y="13"/>
                </a:lnTo>
                <a:lnTo>
                  <a:pt x="9" y="12"/>
                </a:lnTo>
                <a:lnTo>
                  <a:pt x="9" y="13"/>
                </a:lnTo>
                <a:lnTo>
                  <a:pt x="8" y="13"/>
                </a:lnTo>
                <a:lnTo>
                  <a:pt x="8" y="12"/>
                </a:lnTo>
                <a:lnTo>
                  <a:pt x="8" y="10"/>
                </a:lnTo>
                <a:lnTo>
                  <a:pt x="7" y="10"/>
                </a:lnTo>
                <a:lnTo>
                  <a:pt x="5" y="10"/>
                </a:lnTo>
                <a:lnTo>
                  <a:pt x="5" y="9"/>
                </a:lnTo>
                <a:lnTo>
                  <a:pt x="5" y="8"/>
                </a:lnTo>
                <a:lnTo>
                  <a:pt x="4" y="8"/>
                </a:lnTo>
                <a:lnTo>
                  <a:pt x="2" y="9"/>
                </a:lnTo>
                <a:lnTo>
                  <a:pt x="1" y="9"/>
                </a:ln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2" y="2"/>
                </a:lnTo>
                <a:lnTo>
                  <a:pt x="1" y="2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2"/>
                </a:lnTo>
                <a:lnTo>
                  <a:pt x="8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2353680" y="18975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2354400" y="18972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2354400" y="1895400"/>
            <a:ext cx="3240" cy="2520"/>
          </a:xfrm>
          <a:custGeom>
            <a:avLst/>
            <a:gdLst/>
            <a:ahLst/>
            <a:rect l="0" t="0" r="r" b="b"/>
            <a:pathLst>
              <a:path w="9" h="7">
                <a:moveTo>
                  <a:pt x="6" y="5"/>
                </a:moveTo>
                <a:lnTo>
                  <a:pt x="9" y="5"/>
                </a:lnTo>
                <a:lnTo>
                  <a:pt x="9" y="6"/>
                </a:lnTo>
                <a:lnTo>
                  <a:pt x="9" y="7"/>
                </a:lnTo>
                <a:lnTo>
                  <a:pt x="7" y="7"/>
                </a:lnTo>
                <a:lnTo>
                  <a:pt x="7" y="6"/>
                </a:lnTo>
                <a:lnTo>
                  <a:pt x="6" y="7"/>
                </a:lnTo>
                <a:lnTo>
                  <a:pt x="5" y="7"/>
                </a:lnTo>
                <a:lnTo>
                  <a:pt x="4" y="6"/>
                </a:lnTo>
                <a:lnTo>
                  <a:pt x="4" y="7"/>
                </a:lnTo>
                <a:lnTo>
                  <a:pt x="3" y="6"/>
                </a:lnTo>
                <a:lnTo>
                  <a:pt x="2" y="6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1"/>
                </a:lnTo>
                <a:lnTo>
                  <a:pt x="3" y="1"/>
                </a:lnTo>
                <a:lnTo>
                  <a:pt x="4" y="2"/>
                </a:lnTo>
                <a:lnTo>
                  <a:pt x="3" y="2"/>
                </a:lnTo>
                <a:lnTo>
                  <a:pt x="2" y="4"/>
                </a:lnTo>
                <a:lnTo>
                  <a:pt x="3" y="5"/>
                </a:lnTo>
                <a:lnTo>
                  <a:pt x="4" y="5"/>
                </a:lnTo>
                <a:lnTo>
                  <a:pt x="6" y="5"/>
                </a:lnTo>
                <a:lnTo>
                  <a:pt x="6" y="6"/>
                </a:lnTo>
                <a:lnTo>
                  <a:pt x="6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2353320" y="1896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2352960" y="18950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2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2352600" y="1894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2354400" y="1894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2354400" y="1893240"/>
            <a:ext cx="3960" cy="3240"/>
          </a:xfrm>
          <a:custGeom>
            <a:avLst/>
            <a:gdLst/>
            <a:ahLst/>
            <a:rect l="0" t="0" r="r" b="b"/>
            <a:pathLst>
              <a:path w="11" h="9">
                <a:moveTo>
                  <a:pt x="7" y="1"/>
                </a:moveTo>
                <a:lnTo>
                  <a:pt x="9" y="3"/>
                </a:lnTo>
                <a:lnTo>
                  <a:pt x="10" y="3"/>
                </a:lnTo>
                <a:lnTo>
                  <a:pt x="10" y="4"/>
                </a:lnTo>
                <a:lnTo>
                  <a:pt x="9" y="3"/>
                </a:lnTo>
                <a:lnTo>
                  <a:pt x="7" y="4"/>
                </a:lnTo>
                <a:lnTo>
                  <a:pt x="7" y="5"/>
                </a:lnTo>
                <a:lnTo>
                  <a:pt x="9" y="5"/>
                </a:lnTo>
                <a:lnTo>
                  <a:pt x="9" y="6"/>
                </a:lnTo>
                <a:lnTo>
                  <a:pt x="9" y="7"/>
                </a:lnTo>
                <a:lnTo>
                  <a:pt x="10" y="7"/>
                </a:lnTo>
                <a:lnTo>
                  <a:pt x="10" y="8"/>
                </a:lnTo>
                <a:lnTo>
                  <a:pt x="11" y="8"/>
                </a:lnTo>
                <a:lnTo>
                  <a:pt x="10" y="8"/>
                </a:lnTo>
                <a:lnTo>
                  <a:pt x="10" y="9"/>
                </a:lnTo>
                <a:lnTo>
                  <a:pt x="9" y="9"/>
                </a:lnTo>
                <a:lnTo>
                  <a:pt x="7" y="8"/>
                </a:lnTo>
                <a:lnTo>
                  <a:pt x="6" y="8"/>
                </a:lnTo>
                <a:lnTo>
                  <a:pt x="5" y="7"/>
                </a:lnTo>
                <a:lnTo>
                  <a:pt x="4" y="6"/>
                </a:lnTo>
                <a:lnTo>
                  <a:pt x="3" y="5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7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2353320" y="18943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2355480" y="189216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1" y="0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2356560" y="18896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2354400" y="18889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1" y="2"/>
                </a:moveTo>
                <a:lnTo>
                  <a:pt x="0" y="0"/>
                </a:lnTo>
                <a:lnTo>
                  <a:pt x="1" y="0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2351520" y="188892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2" y="0"/>
                </a:moveTo>
                <a:lnTo>
                  <a:pt x="4" y="0"/>
                </a:lnTo>
                <a:lnTo>
                  <a:pt x="4" y="1"/>
                </a:lnTo>
                <a:lnTo>
                  <a:pt x="3" y="3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2351520" y="1888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2350800" y="18882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1"/>
                </a:move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2351880" y="188784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5" y="5"/>
                </a:move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5" y="3"/>
                </a:lnTo>
                <a:lnTo>
                  <a:pt x="5" y="4"/>
                </a:lnTo>
                <a:lnTo>
                  <a:pt x="7" y="4"/>
                </a:lnTo>
                <a:lnTo>
                  <a:pt x="5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2351520" y="18882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2345040" y="1880640"/>
            <a:ext cx="13680" cy="9360"/>
          </a:xfrm>
          <a:custGeom>
            <a:avLst/>
            <a:gdLst/>
            <a:ahLst/>
            <a:rect l="0" t="0" r="r" b="b"/>
            <a:pathLst>
              <a:path w="38" h="26">
                <a:moveTo>
                  <a:pt x="5" y="3"/>
                </a:moveTo>
                <a:lnTo>
                  <a:pt x="6" y="3"/>
                </a:lnTo>
                <a:lnTo>
                  <a:pt x="7" y="3"/>
                </a:lnTo>
                <a:lnTo>
                  <a:pt x="8" y="4"/>
                </a:lnTo>
                <a:lnTo>
                  <a:pt x="9" y="4"/>
                </a:lnTo>
                <a:lnTo>
                  <a:pt x="11" y="4"/>
                </a:lnTo>
                <a:lnTo>
                  <a:pt x="12" y="4"/>
                </a:lnTo>
                <a:lnTo>
                  <a:pt x="13" y="4"/>
                </a:lnTo>
                <a:lnTo>
                  <a:pt x="14" y="3"/>
                </a:lnTo>
                <a:lnTo>
                  <a:pt x="15" y="3"/>
                </a:lnTo>
                <a:lnTo>
                  <a:pt x="16" y="3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9" y="7"/>
                </a:lnTo>
                <a:lnTo>
                  <a:pt x="19" y="8"/>
                </a:lnTo>
                <a:lnTo>
                  <a:pt x="20" y="8"/>
                </a:lnTo>
                <a:lnTo>
                  <a:pt x="22" y="8"/>
                </a:lnTo>
                <a:lnTo>
                  <a:pt x="23" y="8"/>
                </a:lnTo>
                <a:lnTo>
                  <a:pt x="24" y="8"/>
                </a:lnTo>
                <a:lnTo>
                  <a:pt x="26" y="8"/>
                </a:lnTo>
                <a:lnTo>
                  <a:pt x="28" y="8"/>
                </a:lnTo>
                <a:lnTo>
                  <a:pt x="29" y="8"/>
                </a:lnTo>
                <a:lnTo>
                  <a:pt x="29" y="9"/>
                </a:lnTo>
                <a:lnTo>
                  <a:pt x="30" y="9"/>
                </a:lnTo>
                <a:lnTo>
                  <a:pt x="31" y="9"/>
                </a:lnTo>
                <a:lnTo>
                  <a:pt x="32" y="9"/>
                </a:lnTo>
                <a:lnTo>
                  <a:pt x="33" y="9"/>
                </a:lnTo>
                <a:lnTo>
                  <a:pt x="34" y="9"/>
                </a:lnTo>
                <a:lnTo>
                  <a:pt x="34" y="10"/>
                </a:lnTo>
                <a:lnTo>
                  <a:pt x="34" y="11"/>
                </a:lnTo>
                <a:lnTo>
                  <a:pt x="33" y="11"/>
                </a:lnTo>
                <a:lnTo>
                  <a:pt x="33" y="12"/>
                </a:lnTo>
                <a:lnTo>
                  <a:pt x="33" y="11"/>
                </a:lnTo>
                <a:lnTo>
                  <a:pt x="32" y="11"/>
                </a:lnTo>
                <a:lnTo>
                  <a:pt x="31" y="11"/>
                </a:lnTo>
                <a:lnTo>
                  <a:pt x="30" y="11"/>
                </a:lnTo>
                <a:lnTo>
                  <a:pt x="30" y="12"/>
                </a:lnTo>
                <a:lnTo>
                  <a:pt x="30" y="13"/>
                </a:lnTo>
                <a:lnTo>
                  <a:pt x="31" y="13"/>
                </a:lnTo>
                <a:lnTo>
                  <a:pt x="32" y="13"/>
                </a:lnTo>
                <a:lnTo>
                  <a:pt x="33" y="13"/>
                </a:lnTo>
                <a:lnTo>
                  <a:pt x="34" y="13"/>
                </a:lnTo>
                <a:lnTo>
                  <a:pt x="34" y="14"/>
                </a:lnTo>
                <a:lnTo>
                  <a:pt x="35" y="15"/>
                </a:lnTo>
                <a:lnTo>
                  <a:pt x="36" y="16"/>
                </a:lnTo>
                <a:lnTo>
                  <a:pt x="37" y="17"/>
                </a:lnTo>
                <a:lnTo>
                  <a:pt x="37" y="18"/>
                </a:lnTo>
                <a:lnTo>
                  <a:pt x="38" y="18"/>
                </a:lnTo>
                <a:lnTo>
                  <a:pt x="38" y="17"/>
                </a:lnTo>
                <a:lnTo>
                  <a:pt x="38" y="18"/>
                </a:lnTo>
                <a:lnTo>
                  <a:pt x="37" y="18"/>
                </a:lnTo>
                <a:lnTo>
                  <a:pt x="37" y="19"/>
                </a:lnTo>
                <a:lnTo>
                  <a:pt x="38" y="19"/>
                </a:lnTo>
                <a:lnTo>
                  <a:pt x="37" y="24"/>
                </a:lnTo>
                <a:lnTo>
                  <a:pt x="36" y="25"/>
                </a:lnTo>
                <a:lnTo>
                  <a:pt x="36" y="26"/>
                </a:lnTo>
                <a:lnTo>
                  <a:pt x="35" y="26"/>
                </a:lnTo>
                <a:lnTo>
                  <a:pt x="34" y="26"/>
                </a:lnTo>
                <a:lnTo>
                  <a:pt x="33" y="26"/>
                </a:lnTo>
                <a:lnTo>
                  <a:pt x="32" y="26"/>
                </a:lnTo>
                <a:lnTo>
                  <a:pt x="31" y="25"/>
                </a:lnTo>
                <a:lnTo>
                  <a:pt x="30" y="25"/>
                </a:lnTo>
                <a:lnTo>
                  <a:pt x="30" y="24"/>
                </a:lnTo>
                <a:lnTo>
                  <a:pt x="29" y="24"/>
                </a:lnTo>
                <a:lnTo>
                  <a:pt x="28" y="24"/>
                </a:lnTo>
                <a:lnTo>
                  <a:pt x="27" y="23"/>
                </a:lnTo>
                <a:lnTo>
                  <a:pt x="26" y="23"/>
                </a:lnTo>
                <a:lnTo>
                  <a:pt x="25" y="22"/>
                </a:lnTo>
                <a:lnTo>
                  <a:pt x="24" y="22"/>
                </a:lnTo>
                <a:lnTo>
                  <a:pt x="23" y="22"/>
                </a:lnTo>
                <a:lnTo>
                  <a:pt x="23" y="21"/>
                </a:lnTo>
                <a:lnTo>
                  <a:pt x="22" y="21"/>
                </a:lnTo>
                <a:lnTo>
                  <a:pt x="20" y="21"/>
                </a:lnTo>
                <a:lnTo>
                  <a:pt x="19" y="21"/>
                </a:lnTo>
                <a:lnTo>
                  <a:pt x="18" y="21"/>
                </a:lnTo>
                <a:lnTo>
                  <a:pt x="17" y="21"/>
                </a:lnTo>
                <a:lnTo>
                  <a:pt x="17" y="19"/>
                </a:lnTo>
                <a:lnTo>
                  <a:pt x="16" y="19"/>
                </a:lnTo>
                <a:lnTo>
                  <a:pt x="14" y="19"/>
                </a:lnTo>
                <a:lnTo>
                  <a:pt x="13" y="18"/>
                </a:lnTo>
                <a:lnTo>
                  <a:pt x="12" y="18"/>
                </a:lnTo>
                <a:lnTo>
                  <a:pt x="11" y="19"/>
                </a:lnTo>
                <a:lnTo>
                  <a:pt x="10" y="21"/>
                </a:lnTo>
                <a:lnTo>
                  <a:pt x="9" y="21"/>
                </a:lnTo>
                <a:lnTo>
                  <a:pt x="8" y="21"/>
                </a:lnTo>
                <a:lnTo>
                  <a:pt x="8" y="19"/>
                </a:lnTo>
                <a:lnTo>
                  <a:pt x="8" y="18"/>
                </a:lnTo>
                <a:lnTo>
                  <a:pt x="7" y="17"/>
                </a:lnTo>
                <a:lnTo>
                  <a:pt x="6" y="15"/>
                </a:lnTo>
                <a:lnTo>
                  <a:pt x="5" y="15"/>
                </a:lnTo>
                <a:lnTo>
                  <a:pt x="5" y="14"/>
                </a:lnTo>
                <a:lnTo>
                  <a:pt x="4" y="14"/>
                </a:lnTo>
                <a:lnTo>
                  <a:pt x="4" y="13"/>
                </a:lnTo>
                <a:lnTo>
                  <a:pt x="5" y="12"/>
                </a:lnTo>
                <a:lnTo>
                  <a:pt x="5" y="11"/>
                </a:lnTo>
                <a:lnTo>
                  <a:pt x="5" y="9"/>
                </a:lnTo>
                <a:lnTo>
                  <a:pt x="4" y="8"/>
                </a:lnTo>
                <a:lnTo>
                  <a:pt x="4" y="7"/>
                </a:lnTo>
                <a:lnTo>
                  <a:pt x="3" y="6"/>
                </a:lnTo>
                <a:lnTo>
                  <a:pt x="2" y="5"/>
                </a:lnTo>
                <a:lnTo>
                  <a:pt x="2" y="4"/>
                </a:lnTo>
                <a:lnTo>
                  <a:pt x="1" y="3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2" y="0"/>
                </a:lnTo>
                <a:lnTo>
                  <a:pt x="2" y="1"/>
                </a:lnTo>
                <a:lnTo>
                  <a:pt x="4" y="2"/>
                </a:lnTo>
                <a:lnTo>
                  <a:pt x="4" y="3"/>
                </a:lnTo>
                <a:lnTo>
                  <a:pt x="5" y="2"/>
                </a:lnTo>
                <a:lnTo>
                  <a:pt x="5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2351880" y="18828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2351880" y="188028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6" y="1"/>
                </a:moveTo>
                <a:lnTo>
                  <a:pt x="7" y="1"/>
                </a:lnTo>
                <a:lnTo>
                  <a:pt x="7" y="2"/>
                </a:lnTo>
                <a:lnTo>
                  <a:pt x="7" y="1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lnTo>
                  <a:pt x="6" y="3"/>
                </a:ln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3" y="5"/>
                </a:lnTo>
                <a:lnTo>
                  <a:pt x="2" y="7"/>
                </a:lnTo>
                <a:lnTo>
                  <a:pt x="1" y="7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5" y="1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2351160" y="18792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2"/>
                </a:move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2352960" y="187920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2354400" y="18788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2354040" y="1878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2355480" y="187776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6" y="0"/>
                </a:moveTo>
                <a:lnTo>
                  <a:pt x="7" y="1"/>
                </a:lnTo>
                <a:lnTo>
                  <a:pt x="6" y="2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1" y="4"/>
                </a:lnTo>
                <a:lnTo>
                  <a:pt x="0" y="4"/>
                </a:lnTo>
                <a:lnTo>
                  <a:pt x="0" y="1"/>
                </a:lnTo>
                <a:lnTo>
                  <a:pt x="1" y="0"/>
                </a:lnTo>
                <a:lnTo>
                  <a:pt x="4" y="0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2349000" y="1874880"/>
            <a:ext cx="6480" cy="5040"/>
          </a:xfrm>
          <a:custGeom>
            <a:avLst/>
            <a:gdLst/>
            <a:ahLst/>
            <a:rect l="0" t="0" r="r" b="b"/>
            <a:pathLst>
              <a:path w="18" h="14">
                <a:moveTo>
                  <a:pt x="14" y="2"/>
                </a:moveTo>
                <a:lnTo>
                  <a:pt x="15" y="2"/>
                </a:lnTo>
                <a:lnTo>
                  <a:pt x="16" y="2"/>
                </a:lnTo>
                <a:lnTo>
                  <a:pt x="16" y="3"/>
                </a:lnTo>
                <a:lnTo>
                  <a:pt x="16" y="4"/>
                </a:lnTo>
                <a:lnTo>
                  <a:pt x="16" y="5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6" y="6"/>
                </a:lnTo>
                <a:lnTo>
                  <a:pt x="17" y="8"/>
                </a:lnTo>
                <a:lnTo>
                  <a:pt x="17" y="9"/>
                </a:lnTo>
                <a:lnTo>
                  <a:pt x="17" y="10"/>
                </a:lnTo>
                <a:lnTo>
                  <a:pt x="16" y="11"/>
                </a:lnTo>
                <a:lnTo>
                  <a:pt x="17" y="12"/>
                </a:lnTo>
                <a:lnTo>
                  <a:pt x="16" y="14"/>
                </a:lnTo>
                <a:lnTo>
                  <a:pt x="16" y="12"/>
                </a:lnTo>
                <a:lnTo>
                  <a:pt x="15" y="12"/>
                </a:lnTo>
                <a:lnTo>
                  <a:pt x="14" y="12"/>
                </a:lnTo>
                <a:lnTo>
                  <a:pt x="14" y="11"/>
                </a:lnTo>
                <a:lnTo>
                  <a:pt x="11" y="11"/>
                </a:lnTo>
                <a:lnTo>
                  <a:pt x="10" y="11"/>
                </a:lnTo>
                <a:lnTo>
                  <a:pt x="9" y="11"/>
                </a:lnTo>
                <a:lnTo>
                  <a:pt x="8" y="10"/>
                </a:lnTo>
                <a:lnTo>
                  <a:pt x="7" y="10"/>
                </a:lnTo>
                <a:lnTo>
                  <a:pt x="5" y="9"/>
                </a:lnTo>
                <a:lnTo>
                  <a:pt x="4" y="8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2" y="5"/>
                </a:lnTo>
                <a:lnTo>
                  <a:pt x="1" y="5"/>
                </a:lnTo>
                <a:lnTo>
                  <a:pt x="2" y="5"/>
                </a:lnTo>
                <a:lnTo>
                  <a:pt x="3" y="5"/>
                </a:lnTo>
                <a:lnTo>
                  <a:pt x="4" y="5"/>
                </a:lnTo>
                <a:lnTo>
                  <a:pt x="5" y="5"/>
                </a:lnTo>
                <a:lnTo>
                  <a:pt x="5" y="4"/>
                </a:lnTo>
                <a:lnTo>
                  <a:pt x="6" y="4"/>
                </a:lnTo>
                <a:lnTo>
                  <a:pt x="7" y="4"/>
                </a:lnTo>
                <a:lnTo>
                  <a:pt x="8" y="4"/>
                </a:lnTo>
                <a:lnTo>
                  <a:pt x="9" y="4"/>
                </a:lnTo>
                <a:lnTo>
                  <a:pt x="9" y="3"/>
                </a:lnTo>
                <a:lnTo>
                  <a:pt x="10" y="2"/>
                </a:lnTo>
                <a:lnTo>
                  <a:pt x="11" y="0"/>
                </a:lnTo>
                <a:lnTo>
                  <a:pt x="13" y="0"/>
                </a:lnTo>
                <a:lnTo>
                  <a:pt x="13" y="2"/>
                </a:lnTo>
                <a:lnTo>
                  <a:pt x="13" y="3"/>
                </a:lnTo>
                <a:lnTo>
                  <a:pt x="14" y="3"/>
                </a:lnTo>
                <a:lnTo>
                  <a:pt x="1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2356920" y="18691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1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2355480" y="18680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2350440" y="18651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2351520" y="1864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2356200" y="18637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2357640" y="18936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2358720" y="18932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2356560" y="189180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6" y="0"/>
                </a:moveTo>
                <a:lnTo>
                  <a:pt x="6" y="1"/>
                </a:lnTo>
                <a:lnTo>
                  <a:pt x="5" y="1"/>
                </a:lnTo>
                <a:lnTo>
                  <a:pt x="6" y="2"/>
                </a:lnTo>
                <a:lnTo>
                  <a:pt x="6" y="4"/>
                </a:lnTo>
                <a:lnTo>
                  <a:pt x="5" y="4"/>
                </a:lnTo>
                <a:lnTo>
                  <a:pt x="5" y="2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5" y="1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2358000" y="1889280"/>
            <a:ext cx="3600" cy="5040"/>
          </a:xfrm>
          <a:custGeom>
            <a:avLst/>
            <a:gdLst/>
            <a:ahLst/>
            <a:rect l="0" t="0" r="r" b="b"/>
            <a:pathLst>
              <a:path w="10" h="14">
                <a:moveTo>
                  <a:pt x="4" y="0"/>
                </a:moveTo>
                <a:lnTo>
                  <a:pt x="5" y="1"/>
                </a:lnTo>
                <a:lnTo>
                  <a:pt x="5" y="3"/>
                </a:lnTo>
                <a:lnTo>
                  <a:pt x="6" y="1"/>
                </a:lnTo>
                <a:lnTo>
                  <a:pt x="8" y="1"/>
                </a:lnTo>
                <a:lnTo>
                  <a:pt x="9" y="1"/>
                </a:lnTo>
                <a:lnTo>
                  <a:pt x="9" y="3"/>
                </a:lnTo>
                <a:lnTo>
                  <a:pt x="9" y="4"/>
                </a:lnTo>
                <a:lnTo>
                  <a:pt x="10" y="4"/>
                </a:lnTo>
                <a:lnTo>
                  <a:pt x="10" y="5"/>
                </a:lnTo>
                <a:lnTo>
                  <a:pt x="9" y="4"/>
                </a:lnTo>
                <a:lnTo>
                  <a:pt x="8" y="4"/>
                </a:lnTo>
                <a:lnTo>
                  <a:pt x="6" y="5"/>
                </a:lnTo>
                <a:lnTo>
                  <a:pt x="8" y="5"/>
                </a:lnTo>
                <a:lnTo>
                  <a:pt x="9" y="5"/>
                </a:lnTo>
                <a:lnTo>
                  <a:pt x="10" y="6"/>
                </a:lnTo>
                <a:lnTo>
                  <a:pt x="9" y="7"/>
                </a:lnTo>
                <a:lnTo>
                  <a:pt x="10" y="7"/>
                </a:lnTo>
                <a:lnTo>
                  <a:pt x="10" y="8"/>
                </a:lnTo>
                <a:lnTo>
                  <a:pt x="9" y="8"/>
                </a:lnTo>
                <a:lnTo>
                  <a:pt x="8" y="9"/>
                </a:lnTo>
                <a:lnTo>
                  <a:pt x="6" y="9"/>
                </a:lnTo>
                <a:lnTo>
                  <a:pt x="6" y="10"/>
                </a:lnTo>
                <a:lnTo>
                  <a:pt x="6" y="11"/>
                </a:lnTo>
                <a:lnTo>
                  <a:pt x="8" y="12"/>
                </a:lnTo>
                <a:lnTo>
                  <a:pt x="8" y="13"/>
                </a:lnTo>
                <a:lnTo>
                  <a:pt x="8" y="14"/>
                </a:lnTo>
                <a:lnTo>
                  <a:pt x="6" y="14"/>
                </a:lnTo>
                <a:lnTo>
                  <a:pt x="6" y="13"/>
                </a:lnTo>
                <a:lnTo>
                  <a:pt x="5" y="13"/>
                </a:lnTo>
                <a:lnTo>
                  <a:pt x="4" y="12"/>
                </a:lnTo>
                <a:lnTo>
                  <a:pt x="4" y="11"/>
                </a:lnTo>
                <a:lnTo>
                  <a:pt x="3" y="10"/>
                </a:lnTo>
                <a:lnTo>
                  <a:pt x="4" y="10"/>
                </a:lnTo>
                <a:lnTo>
                  <a:pt x="4" y="9"/>
                </a:lnTo>
                <a:lnTo>
                  <a:pt x="4" y="8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2" y="0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2361960" y="188928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0" y="2"/>
                </a:moveTo>
                <a:lnTo>
                  <a:pt x="0" y="0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2361600" y="18889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2361600" y="1888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2359080" y="188640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5" y="4"/>
                </a:moveTo>
                <a:lnTo>
                  <a:pt x="7" y="4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0" y="6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3" y="2"/>
                </a:ln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5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2360880" y="188604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0"/>
                </a:moveTo>
                <a:lnTo>
                  <a:pt x="2" y="0"/>
                </a:lnTo>
                <a:lnTo>
                  <a:pt x="2" y="1"/>
                </a:lnTo>
                <a:lnTo>
                  <a:pt x="4" y="3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2371680" y="18824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2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5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2370600" y="1881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2369160" y="187992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4" y="3"/>
                </a:lnTo>
                <a:lnTo>
                  <a:pt x="2" y="5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2369880" y="187992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0"/>
                </a:moveTo>
                <a:lnTo>
                  <a:pt x="1" y="1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2367720" y="187992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2" y="0"/>
                </a:move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2366280" y="18799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2362680" y="187920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2357640" y="1879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2364120" y="18792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2356200" y="1877400"/>
            <a:ext cx="5040" cy="2160"/>
          </a:xfrm>
          <a:custGeom>
            <a:avLst/>
            <a:gdLst/>
            <a:ahLst/>
            <a:rect l="0" t="0" r="r" b="b"/>
            <a:pathLst>
              <a:path w="14" h="6">
                <a:moveTo>
                  <a:pt x="14" y="4"/>
                </a:moveTo>
                <a:lnTo>
                  <a:pt x="13" y="5"/>
                </a:lnTo>
                <a:lnTo>
                  <a:pt x="13" y="6"/>
                </a:lnTo>
                <a:lnTo>
                  <a:pt x="12" y="6"/>
                </a:lnTo>
                <a:lnTo>
                  <a:pt x="12" y="5"/>
                </a:lnTo>
                <a:lnTo>
                  <a:pt x="11" y="4"/>
                </a:lnTo>
                <a:lnTo>
                  <a:pt x="11" y="5"/>
                </a:lnTo>
                <a:lnTo>
                  <a:pt x="10" y="5"/>
                </a:lnTo>
                <a:lnTo>
                  <a:pt x="11" y="5"/>
                </a:lnTo>
                <a:lnTo>
                  <a:pt x="11" y="6"/>
                </a:lnTo>
                <a:lnTo>
                  <a:pt x="11" y="5"/>
                </a:lnTo>
                <a:lnTo>
                  <a:pt x="10" y="6"/>
                </a:lnTo>
                <a:lnTo>
                  <a:pt x="8" y="5"/>
                </a:lnTo>
                <a:lnTo>
                  <a:pt x="7" y="5"/>
                </a:lnTo>
                <a:lnTo>
                  <a:pt x="6" y="6"/>
                </a:lnTo>
                <a:lnTo>
                  <a:pt x="5" y="5"/>
                </a:ln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3" y="5"/>
                </a:lnTo>
                <a:lnTo>
                  <a:pt x="1" y="6"/>
                </a:lnTo>
                <a:lnTo>
                  <a:pt x="0" y="5"/>
                </a:lnTo>
                <a:lnTo>
                  <a:pt x="1" y="4"/>
                </a:lnTo>
                <a:lnTo>
                  <a:pt x="5" y="4"/>
                </a:lnTo>
                <a:lnTo>
                  <a:pt x="5" y="2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11" y="1"/>
                </a:lnTo>
                <a:lnTo>
                  <a:pt x="12" y="0"/>
                </a:lnTo>
                <a:lnTo>
                  <a:pt x="13" y="0"/>
                </a:lnTo>
                <a:lnTo>
                  <a:pt x="13" y="1"/>
                </a:lnTo>
                <a:lnTo>
                  <a:pt x="13" y="2"/>
                </a:lnTo>
                <a:lnTo>
                  <a:pt x="1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2358720" y="18770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2362320" y="1872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2361960" y="18712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3" y="3"/>
                </a:moveTo>
                <a:lnTo>
                  <a:pt x="4" y="3"/>
                </a:lnTo>
                <a:lnTo>
                  <a:pt x="4" y="5"/>
                </a:lnTo>
                <a:lnTo>
                  <a:pt x="3" y="5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3" y="2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2356200" y="1870200"/>
            <a:ext cx="5760" cy="2520"/>
          </a:xfrm>
          <a:custGeom>
            <a:avLst/>
            <a:gdLst/>
            <a:ahLst/>
            <a:rect l="0" t="0" r="r" b="b"/>
            <a:pathLst>
              <a:path w="16" h="7">
                <a:moveTo>
                  <a:pt x="9" y="0"/>
                </a:moveTo>
                <a:lnTo>
                  <a:pt x="8" y="1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2" y="2"/>
                </a:lnTo>
                <a:lnTo>
                  <a:pt x="13" y="2"/>
                </a:lnTo>
                <a:lnTo>
                  <a:pt x="15" y="3"/>
                </a:lnTo>
                <a:lnTo>
                  <a:pt x="15" y="5"/>
                </a:lnTo>
                <a:lnTo>
                  <a:pt x="13" y="5"/>
                </a:lnTo>
                <a:lnTo>
                  <a:pt x="13" y="6"/>
                </a:lnTo>
                <a:lnTo>
                  <a:pt x="15" y="6"/>
                </a:lnTo>
                <a:lnTo>
                  <a:pt x="15" y="7"/>
                </a:lnTo>
                <a:lnTo>
                  <a:pt x="16" y="7"/>
                </a:lnTo>
                <a:lnTo>
                  <a:pt x="15" y="7"/>
                </a:lnTo>
                <a:lnTo>
                  <a:pt x="13" y="7"/>
                </a:lnTo>
                <a:lnTo>
                  <a:pt x="12" y="7"/>
                </a:lnTo>
                <a:lnTo>
                  <a:pt x="11" y="6"/>
                </a:lnTo>
                <a:lnTo>
                  <a:pt x="9" y="6"/>
                </a:lnTo>
                <a:lnTo>
                  <a:pt x="8" y="7"/>
                </a:lnTo>
                <a:lnTo>
                  <a:pt x="8" y="6"/>
                </a:lnTo>
                <a:lnTo>
                  <a:pt x="8" y="5"/>
                </a:lnTo>
                <a:lnTo>
                  <a:pt x="7" y="5"/>
                </a:lnTo>
                <a:lnTo>
                  <a:pt x="6" y="5"/>
                </a:lnTo>
                <a:lnTo>
                  <a:pt x="7" y="6"/>
                </a:lnTo>
                <a:lnTo>
                  <a:pt x="7" y="7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2" y="6"/>
                </a:lnTo>
                <a:lnTo>
                  <a:pt x="1" y="6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3" y="1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9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2357640" y="186804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1" y="3"/>
                </a:moveTo>
                <a:lnTo>
                  <a:pt x="0" y="3"/>
                </a:lnTo>
                <a:lnTo>
                  <a:pt x="0" y="1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2358720" y="18655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2357640" y="18655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2360880" y="1864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2363760" y="1863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2364840" y="18626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1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2364120" y="18626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2360520" y="18622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2"/>
                </a:move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0" y="4"/>
                </a:lnTo>
                <a:lnTo>
                  <a:pt x="0" y="2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2371680" y="18608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4" y="0"/>
                </a:move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2360880" y="1860120"/>
            <a:ext cx="4320" cy="2520"/>
          </a:xfrm>
          <a:custGeom>
            <a:avLst/>
            <a:gdLst/>
            <a:ahLst/>
            <a:rect l="0" t="0" r="r" b="b"/>
            <a:pathLst>
              <a:path w="12" h="7">
                <a:moveTo>
                  <a:pt x="9" y="4"/>
                </a:moveTo>
                <a:lnTo>
                  <a:pt x="10" y="4"/>
                </a:lnTo>
                <a:lnTo>
                  <a:pt x="11" y="3"/>
                </a:lnTo>
                <a:lnTo>
                  <a:pt x="11" y="4"/>
                </a:lnTo>
                <a:lnTo>
                  <a:pt x="10" y="4"/>
                </a:lnTo>
                <a:lnTo>
                  <a:pt x="11" y="4"/>
                </a:lnTo>
                <a:lnTo>
                  <a:pt x="11" y="5"/>
                </a:lnTo>
                <a:lnTo>
                  <a:pt x="12" y="5"/>
                </a:lnTo>
                <a:lnTo>
                  <a:pt x="11" y="6"/>
                </a:lnTo>
                <a:lnTo>
                  <a:pt x="11" y="5"/>
                </a:lnTo>
                <a:lnTo>
                  <a:pt x="10" y="5"/>
                </a:lnTo>
                <a:lnTo>
                  <a:pt x="9" y="5"/>
                </a:lnTo>
                <a:lnTo>
                  <a:pt x="8" y="6"/>
                </a:lnTo>
                <a:lnTo>
                  <a:pt x="8" y="5"/>
                </a:lnTo>
                <a:lnTo>
                  <a:pt x="6" y="6"/>
                </a:lnTo>
                <a:lnTo>
                  <a:pt x="6" y="5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1" y="7"/>
                </a:lnTo>
                <a:lnTo>
                  <a:pt x="0" y="7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4" y="3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8" y="5"/>
                </a:lnTo>
                <a:lnTo>
                  <a:pt x="8" y="4"/>
                </a:lnTo>
                <a:lnTo>
                  <a:pt x="9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2373480" y="18608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1"/>
                </a:moveTo>
                <a:lnTo>
                  <a:pt x="4" y="3"/>
                </a:lnTo>
                <a:lnTo>
                  <a:pt x="3" y="4"/>
                </a:lnTo>
                <a:lnTo>
                  <a:pt x="3" y="3"/>
                </a:lnTo>
                <a:lnTo>
                  <a:pt x="3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2361960" y="18597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2359800" y="18594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2372400" y="18583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2372040" y="1858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2367000" y="18572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3" y="2"/>
                </a:moveTo>
                <a:lnTo>
                  <a:pt x="1" y="0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2368080" y="18572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2368800" y="1855800"/>
            <a:ext cx="2160" cy="1080"/>
          </a:xfrm>
          <a:custGeom>
            <a:avLst/>
            <a:gdLst/>
            <a:ahLst/>
            <a:rect l="0" t="0" r="r" b="b"/>
            <a:pathLst>
              <a:path w="6" h="3">
                <a:moveTo>
                  <a:pt x="6" y="1"/>
                </a:move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1"/>
                </a:lnTo>
                <a:lnTo>
                  <a:pt x="3" y="3"/>
                </a:lnTo>
                <a:lnTo>
                  <a:pt x="4" y="1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2116440" y="1716480"/>
            <a:ext cx="154800" cy="193680"/>
          </a:xfrm>
          <a:custGeom>
            <a:avLst/>
            <a:gdLst/>
            <a:ahLst/>
            <a:rect l="0" t="0" r="r" b="b"/>
            <a:pathLst>
              <a:path w="430" h="538">
                <a:moveTo>
                  <a:pt x="377" y="223"/>
                </a:moveTo>
                <a:lnTo>
                  <a:pt x="378" y="223"/>
                </a:lnTo>
                <a:lnTo>
                  <a:pt x="378" y="222"/>
                </a:lnTo>
                <a:lnTo>
                  <a:pt x="377" y="221"/>
                </a:lnTo>
                <a:lnTo>
                  <a:pt x="376" y="221"/>
                </a:lnTo>
                <a:lnTo>
                  <a:pt x="376" y="220"/>
                </a:lnTo>
                <a:lnTo>
                  <a:pt x="375" y="219"/>
                </a:lnTo>
                <a:lnTo>
                  <a:pt x="375" y="218"/>
                </a:lnTo>
                <a:lnTo>
                  <a:pt x="374" y="218"/>
                </a:lnTo>
                <a:lnTo>
                  <a:pt x="373" y="218"/>
                </a:lnTo>
                <a:lnTo>
                  <a:pt x="371" y="219"/>
                </a:lnTo>
                <a:lnTo>
                  <a:pt x="370" y="219"/>
                </a:lnTo>
                <a:lnTo>
                  <a:pt x="369" y="219"/>
                </a:lnTo>
                <a:lnTo>
                  <a:pt x="369" y="218"/>
                </a:lnTo>
                <a:lnTo>
                  <a:pt x="369" y="217"/>
                </a:lnTo>
                <a:lnTo>
                  <a:pt x="367" y="215"/>
                </a:lnTo>
                <a:lnTo>
                  <a:pt x="366" y="214"/>
                </a:lnTo>
                <a:lnTo>
                  <a:pt x="364" y="213"/>
                </a:lnTo>
                <a:lnTo>
                  <a:pt x="364" y="214"/>
                </a:lnTo>
                <a:lnTo>
                  <a:pt x="363" y="214"/>
                </a:lnTo>
                <a:lnTo>
                  <a:pt x="362" y="214"/>
                </a:lnTo>
                <a:lnTo>
                  <a:pt x="361" y="214"/>
                </a:lnTo>
                <a:lnTo>
                  <a:pt x="362" y="214"/>
                </a:lnTo>
                <a:lnTo>
                  <a:pt x="362" y="213"/>
                </a:lnTo>
                <a:lnTo>
                  <a:pt x="362" y="212"/>
                </a:lnTo>
                <a:lnTo>
                  <a:pt x="363" y="211"/>
                </a:lnTo>
                <a:lnTo>
                  <a:pt x="362" y="211"/>
                </a:lnTo>
                <a:lnTo>
                  <a:pt x="361" y="210"/>
                </a:lnTo>
                <a:lnTo>
                  <a:pt x="361" y="211"/>
                </a:lnTo>
                <a:lnTo>
                  <a:pt x="360" y="211"/>
                </a:lnTo>
                <a:lnTo>
                  <a:pt x="359" y="212"/>
                </a:lnTo>
                <a:lnTo>
                  <a:pt x="358" y="213"/>
                </a:lnTo>
                <a:lnTo>
                  <a:pt x="356" y="212"/>
                </a:lnTo>
                <a:lnTo>
                  <a:pt x="355" y="211"/>
                </a:lnTo>
                <a:lnTo>
                  <a:pt x="355" y="210"/>
                </a:lnTo>
                <a:lnTo>
                  <a:pt x="356" y="210"/>
                </a:lnTo>
                <a:lnTo>
                  <a:pt x="356" y="209"/>
                </a:lnTo>
                <a:lnTo>
                  <a:pt x="355" y="209"/>
                </a:lnTo>
                <a:lnTo>
                  <a:pt x="354" y="210"/>
                </a:lnTo>
                <a:lnTo>
                  <a:pt x="354" y="211"/>
                </a:lnTo>
                <a:lnTo>
                  <a:pt x="353" y="211"/>
                </a:lnTo>
                <a:lnTo>
                  <a:pt x="352" y="211"/>
                </a:lnTo>
                <a:lnTo>
                  <a:pt x="351" y="210"/>
                </a:lnTo>
                <a:lnTo>
                  <a:pt x="351" y="209"/>
                </a:lnTo>
                <a:lnTo>
                  <a:pt x="350" y="209"/>
                </a:lnTo>
                <a:lnTo>
                  <a:pt x="349" y="209"/>
                </a:lnTo>
                <a:lnTo>
                  <a:pt x="350" y="209"/>
                </a:lnTo>
                <a:lnTo>
                  <a:pt x="349" y="210"/>
                </a:lnTo>
                <a:lnTo>
                  <a:pt x="348" y="210"/>
                </a:lnTo>
                <a:lnTo>
                  <a:pt x="347" y="210"/>
                </a:lnTo>
                <a:lnTo>
                  <a:pt x="347" y="209"/>
                </a:lnTo>
                <a:lnTo>
                  <a:pt x="346" y="208"/>
                </a:lnTo>
                <a:lnTo>
                  <a:pt x="345" y="209"/>
                </a:lnTo>
                <a:lnTo>
                  <a:pt x="344" y="209"/>
                </a:lnTo>
                <a:lnTo>
                  <a:pt x="345" y="209"/>
                </a:lnTo>
                <a:lnTo>
                  <a:pt x="345" y="210"/>
                </a:lnTo>
                <a:lnTo>
                  <a:pt x="345" y="211"/>
                </a:lnTo>
                <a:lnTo>
                  <a:pt x="344" y="211"/>
                </a:lnTo>
                <a:lnTo>
                  <a:pt x="344" y="210"/>
                </a:lnTo>
                <a:lnTo>
                  <a:pt x="343" y="210"/>
                </a:lnTo>
                <a:lnTo>
                  <a:pt x="341" y="210"/>
                </a:lnTo>
                <a:lnTo>
                  <a:pt x="340" y="209"/>
                </a:lnTo>
                <a:lnTo>
                  <a:pt x="339" y="210"/>
                </a:lnTo>
                <a:lnTo>
                  <a:pt x="338" y="211"/>
                </a:lnTo>
                <a:lnTo>
                  <a:pt x="337" y="211"/>
                </a:lnTo>
                <a:lnTo>
                  <a:pt x="337" y="210"/>
                </a:lnTo>
                <a:lnTo>
                  <a:pt x="336" y="210"/>
                </a:lnTo>
                <a:lnTo>
                  <a:pt x="335" y="209"/>
                </a:lnTo>
                <a:lnTo>
                  <a:pt x="334" y="210"/>
                </a:lnTo>
                <a:lnTo>
                  <a:pt x="333" y="210"/>
                </a:lnTo>
                <a:lnTo>
                  <a:pt x="332" y="211"/>
                </a:lnTo>
                <a:lnTo>
                  <a:pt x="331" y="213"/>
                </a:lnTo>
                <a:lnTo>
                  <a:pt x="332" y="214"/>
                </a:lnTo>
                <a:lnTo>
                  <a:pt x="333" y="214"/>
                </a:lnTo>
                <a:lnTo>
                  <a:pt x="334" y="215"/>
                </a:lnTo>
                <a:lnTo>
                  <a:pt x="335" y="215"/>
                </a:lnTo>
                <a:lnTo>
                  <a:pt x="335" y="216"/>
                </a:lnTo>
                <a:lnTo>
                  <a:pt x="335" y="217"/>
                </a:lnTo>
                <a:lnTo>
                  <a:pt x="336" y="217"/>
                </a:lnTo>
                <a:lnTo>
                  <a:pt x="336" y="218"/>
                </a:lnTo>
                <a:lnTo>
                  <a:pt x="336" y="219"/>
                </a:lnTo>
                <a:lnTo>
                  <a:pt x="335" y="219"/>
                </a:lnTo>
                <a:lnTo>
                  <a:pt x="334" y="219"/>
                </a:lnTo>
                <a:lnTo>
                  <a:pt x="334" y="221"/>
                </a:lnTo>
                <a:lnTo>
                  <a:pt x="334" y="222"/>
                </a:lnTo>
                <a:lnTo>
                  <a:pt x="336" y="222"/>
                </a:lnTo>
                <a:lnTo>
                  <a:pt x="337" y="223"/>
                </a:lnTo>
                <a:lnTo>
                  <a:pt x="338" y="222"/>
                </a:lnTo>
                <a:lnTo>
                  <a:pt x="339" y="222"/>
                </a:lnTo>
                <a:lnTo>
                  <a:pt x="340" y="222"/>
                </a:lnTo>
                <a:lnTo>
                  <a:pt x="341" y="222"/>
                </a:lnTo>
                <a:lnTo>
                  <a:pt x="341" y="223"/>
                </a:lnTo>
                <a:lnTo>
                  <a:pt x="341" y="222"/>
                </a:lnTo>
                <a:lnTo>
                  <a:pt x="343" y="222"/>
                </a:lnTo>
                <a:lnTo>
                  <a:pt x="344" y="222"/>
                </a:lnTo>
                <a:lnTo>
                  <a:pt x="344" y="223"/>
                </a:lnTo>
                <a:lnTo>
                  <a:pt x="344" y="224"/>
                </a:lnTo>
                <a:lnTo>
                  <a:pt x="344" y="225"/>
                </a:lnTo>
                <a:lnTo>
                  <a:pt x="343" y="227"/>
                </a:lnTo>
                <a:lnTo>
                  <a:pt x="344" y="228"/>
                </a:lnTo>
                <a:lnTo>
                  <a:pt x="343" y="229"/>
                </a:lnTo>
                <a:lnTo>
                  <a:pt x="343" y="230"/>
                </a:lnTo>
                <a:lnTo>
                  <a:pt x="343" y="231"/>
                </a:lnTo>
                <a:lnTo>
                  <a:pt x="344" y="231"/>
                </a:lnTo>
                <a:lnTo>
                  <a:pt x="344" y="232"/>
                </a:lnTo>
                <a:lnTo>
                  <a:pt x="344" y="231"/>
                </a:lnTo>
                <a:lnTo>
                  <a:pt x="345" y="232"/>
                </a:lnTo>
                <a:lnTo>
                  <a:pt x="345" y="233"/>
                </a:lnTo>
                <a:lnTo>
                  <a:pt x="344" y="233"/>
                </a:lnTo>
                <a:lnTo>
                  <a:pt x="344" y="234"/>
                </a:lnTo>
                <a:lnTo>
                  <a:pt x="344" y="235"/>
                </a:lnTo>
                <a:lnTo>
                  <a:pt x="344" y="236"/>
                </a:lnTo>
                <a:lnTo>
                  <a:pt x="345" y="236"/>
                </a:lnTo>
                <a:lnTo>
                  <a:pt x="345" y="237"/>
                </a:lnTo>
                <a:lnTo>
                  <a:pt x="344" y="237"/>
                </a:lnTo>
                <a:lnTo>
                  <a:pt x="343" y="237"/>
                </a:lnTo>
                <a:lnTo>
                  <a:pt x="343" y="238"/>
                </a:lnTo>
                <a:lnTo>
                  <a:pt x="341" y="238"/>
                </a:lnTo>
                <a:lnTo>
                  <a:pt x="341" y="239"/>
                </a:lnTo>
                <a:lnTo>
                  <a:pt x="340" y="239"/>
                </a:lnTo>
                <a:lnTo>
                  <a:pt x="340" y="240"/>
                </a:lnTo>
                <a:lnTo>
                  <a:pt x="341" y="240"/>
                </a:lnTo>
                <a:lnTo>
                  <a:pt x="341" y="241"/>
                </a:lnTo>
                <a:lnTo>
                  <a:pt x="341" y="242"/>
                </a:lnTo>
                <a:lnTo>
                  <a:pt x="340" y="242"/>
                </a:lnTo>
                <a:lnTo>
                  <a:pt x="340" y="243"/>
                </a:lnTo>
                <a:lnTo>
                  <a:pt x="340" y="244"/>
                </a:lnTo>
                <a:lnTo>
                  <a:pt x="341" y="244"/>
                </a:lnTo>
                <a:lnTo>
                  <a:pt x="341" y="245"/>
                </a:lnTo>
                <a:lnTo>
                  <a:pt x="341" y="246"/>
                </a:lnTo>
                <a:lnTo>
                  <a:pt x="341" y="247"/>
                </a:lnTo>
                <a:lnTo>
                  <a:pt x="340" y="247"/>
                </a:lnTo>
                <a:lnTo>
                  <a:pt x="340" y="248"/>
                </a:lnTo>
                <a:lnTo>
                  <a:pt x="339" y="248"/>
                </a:lnTo>
                <a:lnTo>
                  <a:pt x="339" y="249"/>
                </a:lnTo>
                <a:lnTo>
                  <a:pt x="338" y="249"/>
                </a:lnTo>
                <a:lnTo>
                  <a:pt x="338" y="250"/>
                </a:lnTo>
                <a:lnTo>
                  <a:pt x="337" y="250"/>
                </a:lnTo>
                <a:lnTo>
                  <a:pt x="336" y="250"/>
                </a:lnTo>
                <a:lnTo>
                  <a:pt x="335" y="250"/>
                </a:lnTo>
                <a:lnTo>
                  <a:pt x="334" y="250"/>
                </a:lnTo>
                <a:lnTo>
                  <a:pt x="334" y="251"/>
                </a:lnTo>
                <a:lnTo>
                  <a:pt x="334" y="250"/>
                </a:lnTo>
                <a:lnTo>
                  <a:pt x="333" y="250"/>
                </a:lnTo>
                <a:lnTo>
                  <a:pt x="332" y="250"/>
                </a:lnTo>
                <a:lnTo>
                  <a:pt x="332" y="249"/>
                </a:lnTo>
                <a:lnTo>
                  <a:pt x="331" y="250"/>
                </a:lnTo>
                <a:lnTo>
                  <a:pt x="332" y="250"/>
                </a:lnTo>
                <a:lnTo>
                  <a:pt x="331" y="250"/>
                </a:lnTo>
                <a:lnTo>
                  <a:pt x="330" y="250"/>
                </a:lnTo>
                <a:lnTo>
                  <a:pt x="330" y="251"/>
                </a:lnTo>
                <a:lnTo>
                  <a:pt x="329" y="251"/>
                </a:lnTo>
                <a:lnTo>
                  <a:pt x="328" y="251"/>
                </a:lnTo>
                <a:lnTo>
                  <a:pt x="327" y="251"/>
                </a:lnTo>
                <a:lnTo>
                  <a:pt x="326" y="251"/>
                </a:lnTo>
                <a:lnTo>
                  <a:pt x="326" y="252"/>
                </a:lnTo>
                <a:lnTo>
                  <a:pt x="325" y="252"/>
                </a:lnTo>
                <a:lnTo>
                  <a:pt x="325" y="253"/>
                </a:lnTo>
                <a:lnTo>
                  <a:pt x="325" y="254"/>
                </a:lnTo>
                <a:lnTo>
                  <a:pt x="326" y="255"/>
                </a:lnTo>
                <a:lnTo>
                  <a:pt x="326" y="256"/>
                </a:lnTo>
                <a:lnTo>
                  <a:pt x="325" y="256"/>
                </a:lnTo>
                <a:lnTo>
                  <a:pt x="325" y="257"/>
                </a:lnTo>
                <a:lnTo>
                  <a:pt x="325" y="258"/>
                </a:lnTo>
                <a:lnTo>
                  <a:pt x="326" y="258"/>
                </a:lnTo>
                <a:lnTo>
                  <a:pt x="325" y="258"/>
                </a:lnTo>
                <a:lnTo>
                  <a:pt x="324" y="258"/>
                </a:lnTo>
                <a:lnTo>
                  <a:pt x="324" y="259"/>
                </a:lnTo>
                <a:lnTo>
                  <a:pt x="323" y="259"/>
                </a:lnTo>
                <a:lnTo>
                  <a:pt x="323" y="260"/>
                </a:lnTo>
                <a:lnTo>
                  <a:pt x="322" y="260"/>
                </a:lnTo>
                <a:lnTo>
                  <a:pt x="322" y="261"/>
                </a:lnTo>
                <a:lnTo>
                  <a:pt x="321" y="261"/>
                </a:lnTo>
                <a:lnTo>
                  <a:pt x="320" y="261"/>
                </a:lnTo>
                <a:lnTo>
                  <a:pt x="320" y="262"/>
                </a:lnTo>
                <a:lnTo>
                  <a:pt x="319" y="262"/>
                </a:lnTo>
                <a:lnTo>
                  <a:pt x="318" y="262"/>
                </a:lnTo>
                <a:lnTo>
                  <a:pt x="317" y="262"/>
                </a:lnTo>
                <a:lnTo>
                  <a:pt x="316" y="263"/>
                </a:lnTo>
                <a:lnTo>
                  <a:pt x="316" y="264"/>
                </a:lnTo>
                <a:lnTo>
                  <a:pt x="315" y="265"/>
                </a:lnTo>
                <a:lnTo>
                  <a:pt x="316" y="265"/>
                </a:lnTo>
                <a:lnTo>
                  <a:pt x="316" y="266"/>
                </a:lnTo>
                <a:lnTo>
                  <a:pt x="315" y="266"/>
                </a:lnTo>
                <a:lnTo>
                  <a:pt x="315" y="267"/>
                </a:lnTo>
                <a:lnTo>
                  <a:pt x="315" y="268"/>
                </a:lnTo>
                <a:lnTo>
                  <a:pt x="316" y="268"/>
                </a:lnTo>
                <a:lnTo>
                  <a:pt x="317" y="268"/>
                </a:lnTo>
                <a:lnTo>
                  <a:pt x="317" y="269"/>
                </a:lnTo>
                <a:lnTo>
                  <a:pt x="316" y="269"/>
                </a:lnTo>
                <a:lnTo>
                  <a:pt x="315" y="269"/>
                </a:lnTo>
                <a:lnTo>
                  <a:pt x="315" y="270"/>
                </a:lnTo>
                <a:lnTo>
                  <a:pt x="316" y="271"/>
                </a:lnTo>
                <a:lnTo>
                  <a:pt x="316" y="272"/>
                </a:lnTo>
                <a:lnTo>
                  <a:pt x="315" y="272"/>
                </a:lnTo>
                <a:lnTo>
                  <a:pt x="316" y="272"/>
                </a:lnTo>
                <a:lnTo>
                  <a:pt x="315" y="272"/>
                </a:lnTo>
                <a:lnTo>
                  <a:pt x="315" y="273"/>
                </a:lnTo>
                <a:lnTo>
                  <a:pt x="314" y="272"/>
                </a:lnTo>
                <a:lnTo>
                  <a:pt x="314" y="273"/>
                </a:lnTo>
                <a:lnTo>
                  <a:pt x="315" y="273"/>
                </a:lnTo>
                <a:lnTo>
                  <a:pt x="315" y="274"/>
                </a:lnTo>
                <a:lnTo>
                  <a:pt x="314" y="274"/>
                </a:lnTo>
                <a:lnTo>
                  <a:pt x="314" y="275"/>
                </a:lnTo>
                <a:lnTo>
                  <a:pt x="314" y="276"/>
                </a:lnTo>
                <a:lnTo>
                  <a:pt x="314" y="277"/>
                </a:lnTo>
                <a:lnTo>
                  <a:pt x="313" y="277"/>
                </a:lnTo>
                <a:lnTo>
                  <a:pt x="313" y="278"/>
                </a:lnTo>
                <a:lnTo>
                  <a:pt x="314" y="278"/>
                </a:lnTo>
                <a:lnTo>
                  <a:pt x="314" y="279"/>
                </a:lnTo>
                <a:lnTo>
                  <a:pt x="315" y="279"/>
                </a:lnTo>
                <a:lnTo>
                  <a:pt x="314" y="279"/>
                </a:lnTo>
                <a:lnTo>
                  <a:pt x="314" y="280"/>
                </a:lnTo>
                <a:lnTo>
                  <a:pt x="315" y="280"/>
                </a:lnTo>
                <a:lnTo>
                  <a:pt x="316" y="279"/>
                </a:lnTo>
                <a:lnTo>
                  <a:pt x="317" y="280"/>
                </a:lnTo>
                <a:lnTo>
                  <a:pt x="317" y="281"/>
                </a:lnTo>
                <a:lnTo>
                  <a:pt x="318" y="282"/>
                </a:lnTo>
                <a:lnTo>
                  <a:pt x="319" y="282"/>
                </a:lnTo>
                <a:lnTo>
                  <a:pt x="319" y="281"/>
                </a:lnTo>
                <a:lnTo>
                  <a:pt x="320" y="281"/>
                </a:lnTo>
                <a:lnTo>
                  <a:pt x="320" y="282"/>
                </a:lnTo>
                <a:lnTo>
                  <a:pt x="321" y="282"/>
                </a:lnTo>
                <a:lnTo>
                  <a:pt x="321" y="283"/>
                </a:lnTo>
                <a:lnTo>
                  <a:pt x="322" y="282"/>
                </a:lnTo>
                <a:lnTo>
                  <a:pt x="323" y="282"/>
                </a:lnTo>
                <a:lnTo>
                  <a:pt x="324" y="283"/>
                </a:lnTo>
                <a:lnTo>
                  <a:pt x="323" y="284"/>
                </a:lnTo>
                <a:lnTo>
                  <a:pt x="322" y="284"/>
                </a:lnTo>
                <a:lnTo>
                  <a:pt x="322" y="285"/>
                </a:lnTo>
                <a:lnTo>
                  <a:pt x="323" y="285"/>
                </a:lnTo>
                <a:lnTo>
                  <a:pt x="323" y="286"/>
                </a:lnTo>
                <a:lnTo>
                  <a:pt x="325" y="287"/>
                </a:lnTo>
                <a:lnTo>
                  <a:pt x="326" y="287"/>
                </a:lnTo>
                <a:lnTo>
                  <a:pt x="326" y="288"/>
                </a:lnTo>
                <a:lnTo>
                  <a:pt x="325" y="290"/>
                </a:lnTo>
                <a:lnTo>
                  <a:pt x="325" y="291"/>
                </a:lnTo>
                <a:lnTo>
                  <a:pt x="324" y="292"/>
                </a:lnTo>
                <a:lnTo>
                  <a:pt x="324" y="293"/>
                </a:lnTo>
                <a:lnTo>
                  <a:pt x="325" y="293"/>
                </a:lnTo>
                <a:lnTo>
                  <a:pt x="325" y="294"/>
                </a:lnTo>
                <a:lnTo>
                  <a:pt x="326" y="294"/>
                </a:lnTo>
                <a:lnTo>
                  <a:pt x="326" y="295"/>
                </a:lnTo>
                <a:lnTo>
                  <a:pt x="327" y="295"/>
                </a:lnTo>
                <a:lnTo>
                  <a:pt x="328" y="295"/>
                </a:lnTo>
                <a:lnTo>
                  <a:pt x="328" y="294"/>
                </a:lnTo>
                <a:lnTo>
                  <a:pt x="329" y="294"/>
                </a:lnTo>
                <a:lnTo>
                  <a:pt x="329" y="295"/>
                </a:lnTo>
                <a:lnTo>
                  <a:pt x="330" y="295"/>
                </a:lnTo>
                <a:lnTo>
                  <a:pt x="329" y="295"/>
                </a:lnTo>
                <a:lnTo>
                  <a:pt x="329" y="296"/>
                </a:lnTo>
                <a:lnTo>
                  <a:pt x="328" y="296"/>
                </a:lnTo>
                <a:lnTo>
                  <a:pt x="327" y="297"/>
                </a:lnTo>
                <a:lnTo>
                  <a:pt x="328" y="297"/>
                </a:lnTo>
                <a:lnTo>
                  <a:pt x="328" y="298"/>
                </a:lnTo>
                <a:lnTo>
                  <a:pt x="329" y="297"/>
                </a:lnTo>
                <a:lnTo>
                  <a:pt x="329" y="298"/>
                </a:lnTo>
                <a:lnTo>
                  <a:pt x="330" y="298"/>
                </a:lnTo>
                <a:lnTo>
                  <a:pt x="329" y="298"/>
                </a:lnTo>
                <a:lnTo>
                  <a:pt x="330" y="298"/>
                </a:lnTo>
                <a:lnTo>
                  <a:pt x="331" y="298"/>
                </a:lnTo>
                <a:lnTo>
                  <a:pt x="331" y="297"/>
                </a:lnTo>
                <a:lnTo>
                  <a:pt x="332" y="297"/>
                </a:lnTo>
                <a:lnTo>
                  <a:pt x="333" y="297"/>
                </a:lnTo>
                <a:lnTo>
                  <a:pt x="334" y="297"/>
                </a:lnTo>
                <a:lnTo>
                  <a:pt x="334" y="296"/>
                </a:lnTo>
                <a:lnTo>
                  <a:pt x="335" y="296"/>
                </a:lnTo>
                <a:lnTo>
                  <a:pt x="335" y="295"/>
                </a:lnTo>
                <a:lnTo>
                  <a:pt x="336" y="296"/>
                </a:lnTo>
                <a:lnTo>
                  <a:pt x="337" y="295"/>
                </a:lnTo>
                <a:lnTo>
                  <a:pt x="338" y="295"/>
                </a:lnTo>
                <a:lnTo>
                  <a:pt x="338" y="296"/>
                </a:lnTo>
                <a:lnTo>
                  <a:pt x="339" y="296"/>
                </a:lnTo>
                <a:lnTo>
                  <a:pt x="338" y="297"/>
                </a:lnTo>
                <a:lnTo>
                  <a:pt x="339" y="297"/>
                </a:lnTo>
                <a:lnTo>
                  <a:pt x="339" y="298"/>
                </a:lnTo>
                <a:lnTo>
                  <a:pt x="340" y="298"/>
                </a:lnTo>
                <a:lnTo>
                  <a:pt x="343" y="298"/>
                </a:lnTo>
                <a:lnTo>
                  <a:pt x="343" y="299"/>
                </a:lnTo>
                <a:lnTo>
                  <a:pt x="344" y="299"/>
                </a:lnTo>
                <a:lnTo>
                  <a:pt x="343" y="300"/>
                </a:lnTo>
                <a:lnTo>
                  <a:pt x="344" y="300"/>
                </a:lnTo>
                <a:lnTo>
                  <a:pt x="344" y="301"/>
                </a:lnTo>
                <a:lnTo>
                  <a:pt x="343" y="301"/>
                </a:lnTo>
                <a:lnTo>
                  <a:pt x="343" y="302"/>
                </a:lnTo>
                <a:lnTo>
                  <a:pt x="341" y="302"/>
                </a:lnTo>
                <a:lnTo>
                  <a:pt x="341" y="303"/>
                </a:lnTo>
                <a:lnTo>
                  <a:pt x="340" y="303"/>
                </a:lnTo>
                <a:lnTo>
                  <a:pt x="339" y="303"/>
                </a:lnTo>
                <a:lnTo>
                  <a:pt x="338" y="304"/>
                </a:lnTo>
                <a:lnTo>
                  <a:pt x="339" y="305"/>
                </a:lnTo>
                <a:lnTo>
                  <a:pt x="339" y="306"/>
                </a:lnTo>
                <a:lnTo>
                  <a:pt x="338" y="306"/>
                </a:lnTo>
                <a:lnTo>
                  <a:pt x="339" y="306"/>
                </a:lnTo>
                <a:lnTo>
                  <a:pt x="339" y="307"/>
                </a:lnTo>
                <a:lnTo>
                  <a:pt x="340" y="307"/>
                </a:lnTo>
                <a:lnTo>
                  <a:pt x="340" y="308"/>
                </a:lnTo>
                <a:lnTo>
                  <a:pt x="340" y="307"/>
                </a:lnTo>
                <a:lnTo>
                  <a:pt x="341" y="307"/>
                </a:lnTo>
                <a:lnTo>
                  <a:pt x="343" y="308"/>
                </a:lnTo>
                <a:lnTo>
                  <a:pt x="344" y="308"/>
                </a:lnTo>
                <a:lnTo>
                  <a:pt x="344" y="307"/>
                </a:lnTo>
                <a:lnTo>
                  <a:pt x="345" y="308"/>
                </a:lnTo>
                <a:lnTo>
                  <a:pt x="345" y="307"/>
                </a:lnTo>
                <a:lnTo>
                  <a:pt x="346" y="307"/>
                </a:lnTo>
                <a:lnTo>
                  <a:pt x="346" y="308"/>
                </a:lnTo>
                <a:lnTo>
                  <a:pt x="346" y="309"/>
                </a:lnTo>
                <a:lnTo>
                  <a:pt x="347" y="309"/>
                </a:lnTo>
                <a:lnTo>
                  <a:pt x="347" y="308"/>
                </a:lnTo>
                <a:lnTo>
                  <a:pt x="348" y="308"/>
                </a:lnTo>
                <a:lnTo>
                  <a:pt x="348" y="307"/>
                </a:lnTo>
                <a:lnTo>
                  <a:pt x="348" y="306"/>
                </a:lnTo>
                <a:lnTo>
                  <a:pt x="349" y="306"/>
                </a:lnTo>
                <a:lnTo>
                  <a:pt x="349" y="305"/>
                </a:lnTo>
                <a:lnTo>
                  <a:pt x="348" y="305"/>
                </a:lnTo>
                <a:lnTo>
                  <a:pt x="349" y="304"/>
                </a:lnTo>
                <a:lnTo>
                  <a:pt x="349" y="303"/>
                </a:lnTo>
                <a:lnTo>
                  <a:pt x="350" y="303"/>
                </a:lnTo>
                <a:lnTo>
                  <a:pt x="351" y="303"/>
                </a:lnTo>
                <a:lnTo>
                  <a:pt x="352" y="303"/>
                </a:lnTo>
                <a:lnTo>
                  <a:pt x="352" y="304"/>
                </a:lnTo>
                <a:lnTo>
                  <a:pt x="353" y="304"/>
                </a:lnTo>
                <a:lnTo>
                  <a:pt x="353" y="305"/>
                </a:lnTo>
                <a:lnTo>
                  <a:pt x="352" y="306"/>
                </a:lnTo>
                <a:lnTo>
                  <a:pt x="353" y="307"/>
                </a:lnTo>
                <a:lnTo>
                  <a:pt x="353" y="308"/>
                </a:lnTo>
                <a:lnTo>
                  <a:pt x="353" y="309"/>
                </a:lnTo>
                <a:lnTo>
                  <a:pt x="354" y="309"/>
                </a:lnTo>
                <a:lnTo>
                  <a:pt x="354" y="310"/>
                </a:lnTo>
                <a:lnTo>
                  <a:pt x="355" y="310"/>
                </a:lnTo>
                <a:lnTo>
                  <a:pt x="355" y="309"/>
                </a:lnTo>
                <a:lnTo>
                  <a:pt x="355" y="308"/>
                </a:lnTo>
                <a:lnTo>
                  <a:pt x="356" y="308"/>
                </a:lnTo>
                <a:lnTo>
                  <a:pt x="356" y="309"/>
                </a:lnTo>
                <a:lnTo>
                  <a:pt x="357" y="308"/>
                </a:lnTo>
                <a:lnTo>
                  <a:pt x="358" y="309"/>
                </a:lnTo>
                <a:lnTo>
                  <a:pt x="359" y="309"/>
                </a:lnTo>
                <a:lnTo>
                  <a:pt x="359" y="310"/>
                </a:lnTo>
                <a:lnTo>
                  <a:pt x="360" y="310"/>
                </a:lnTo>
                <a:lnTo>
                  <a:pt x="360" y="311"/>
                </a:lnTo>
                <a:lnTo>
                  <a:pt x="360" y="312"/>
                </a:lnTo>
                <a:lnTo>
                  <a:pt x="359" y="312"/>
                </a:lnTo>
                <a:lnTo>
                  <a:pt x="360" y="312"/>
                </a:lnTo>
                <a:lnTo>
                  <a:pt x="361" y="313"/>
                </a:lnTo>
                <a:lnTo>
                  <a:pt x="360" y="313"/>
                </a:lnTo>
                <a:lnTo>
                  <a:pt x="360" y="314"/>
                </a:lnTo>
                <a:lnTo>
                  <a:pt x="360" y="315"/>
                </a:lnTo>
                <a:lnTo>
                  <a:pt x="360" y="314"/>
                </a:lnTo>
                <a:lnTo>
                  <a:pt x="360" y="315"/>
                </a:lnTo>
                <a:lnTo>
                  <a:pt x="361" y="315"/>
                </a:lnTo>
                <a:lnTo>
                  <a:pt x="360" y="316"/>
                </a:lnTo>
                <a:lnTo>
                  <a:pt x="360" y="317"/>
                </a:lnTo>
                <a:lnTo>
                  <a:pt x="360" y="318"/>
                </a:lnTo>
                <a:lnTo>
                  <a:pt x="361" y="318"/>
                </a:lnTo>
                <a:lnTo>
                  <a:pt x="362" y="319"/>
                </a:lnTo>
                <a:lnTo>
                  <a:pt x="361" y="321"/>
                </a:lnTo>
                <a:lnTo>
                  <a:pt x="361" y="322"/>
                </a:lnTo>
                <a:lnTo>
                  <a:pt x="361" y="324"/>
                </a:lnTo>
                <a:lnTo>
                  <a:pt x="361" y="327"/>
                </a:lnTo>
                <a:lnTo>
                  <a:pt x="360" y="328"/>
                </a:lnTo>
                <a:lnTo>
                  <a:pt x="360" y="329"/>
                </a:lnTo>
                <a:lnTo>
                  <a:pt x="360" y="330"/>
                </a:lnTo>
                <a:lnTo>
                  <a:pt x="359" y="331"/>
                </a:lnTo>
                <a:lnTo>
                  <a:pt x="359" y="332"/>
                </a:lnTo>
                <a:lnTo>
                  <a:pt x="358" y="332"/>
                </a:lnTo>
                <a:lnTo>
                  <a:pt x="358" y="333"/>
                </a:lnTo>
                <a:lnTo>
                  <a:pt x="357" y="333"/>
                </a:lnTo>
                <a:lnTo>
                  <a:pt x="357" y="335"/>
                </a:lnTo>
                <a:lnTo>
                  <a:pt x="356" y="335"/>
                </a:lnTo>
                <a:lnTo>
                  <a:pt x="356" y="336"/>
                </a:lnTo>
                <a:lnTo>
                  <a:pt x="355" y="336"/>
                </a:lnTo>
                <a:lnTo>
                  <a:pt x="354" y="336"/>
                </a:lnTo>
                <a:lnTo>
                  <a:pt x="352" y="336"/>
                </a:lnTo>
                <a:lnTo>
                  <a:pt x="351" y="337"/>
                </a:lnTo>
                <a:lnTo>
                  <a:pt x="351" y="336"/>
                </a:lnTo>
                <a:lnTo>
                  <a:pt x="351" y="335"/>
                </a:lnTo>
                <a:lnTo>
                  <a:pt x="350" y="335"/>
                </a:lnTo>
                <a:lnTo>
                  <a:pt x="350" y="333"/>
                </a:lnTo>
                <a:lnTo>
                  <a:pt x="350" y="335"/>
                </a:lnTo>
                <a:lnTo>
                  <a:pt x="349" y="336"/>
                </a:lnTo>
                <a:lnTo>
                  <a:pt x="348" y="339"/>
                </a:lnTo>
                <a:lnTo>
                  <a:pt x="347" y="341"/>
                </a:lnTo>
                <a:lnTo>
                  <a:pt x="346" y="341"/>
                </a:lnTo>
                <a:lnTo>
                  <a:pt x="346" y="344"/>
                </a:lnTo>
                <a:lnTo>
                  <a:pt x="345" y="343"/>
                </a:lnTo>
                <a:lnTo>
                  <a:pt x="345" y="344"/>
                </a:lnTo>
                <a:lnTo>
                  <a:pt x="346" y="344"/>
                </a:lnTo>
                <a:lnTo>
                  <a:pt x="347" y="344"/>
                </a:lnTo>
                <a:lnTo>
                  <a:pt x="347" y="345"/>
                </a:lnTo>
                <a:lnTo>
                  <a:pt x="348" y="345"/>
                </a:lnTo>
                <a:lnTo>
                  <a:pt x="349" y="345"/>
                </a:lnTo>
                <a:lnTo>
                  <a:pt x="350" y="345"/>
                </a:lnTo>
                <a:lnTo>
                  <a:pt x="350" y="346"/>
                </a:lnTo>
                <a:lnTo>
                  <a:pt x="352" y="347"/>
                </a:lnTo>
                <a:lnTo>
                  <a:pt x="352" y="348"/>
                </a:lnTo>
                <a:lnTo>
                  <a:pt x="352" y="349"/>
                </a:lnTo>
                <a:lnTo>
                  <a:pt x="352" y="350"/>
                </a:lnTo>
                <a:lnTo>
                  <a:pt x="353" y="350"/>
                </a:lnTo>
                <a:lnTo>
                  <a:pt x="354" y="351"/>
                </a:lnTo>
                <a:lnTo>
                  <a:pt x="354" y="350"/>
                </a:lnTo>
                <a:lnTo>
                  <a:pt x="355" y="350"/>
                </a:lnTo>
                <a:lnTo>
                  <a:pt x="356" y="350"/>
                </a:lnTo>
                <a:lnTo>
                  <a:pt x="357" y="350"/>
                </a:lnTo>
                <a:lnTo>
                  <a:pt x="358" y="350"/>
                </a:lnTo>
                <a:lnTo>
                  <a:pt x="359" y="349"/>
                </a:lnTo>
                <a:lnTo>
                  <a:pt x="360" y="349"/>
                </a:lnTo>
                <a:lnTo>
                  <a:pt x="360" y="350"/>
                </a:lnTo>
                <a:lnTo>
                  <a:pt x="361" y="350"/>
                </a:lnTo>
                <a:lnTo>
                  <a:pt x="362" y="350"/>
                </a:lnTo>
                <a:lnTo>
                  <a:pt x="363" y="350"/>
                </a:lnTo>
                <a:lnTo>
                  <a:pt x="364" y="349"/>
                </a:lnTo>
                <a:lnTo>
                  <a:pt x="365" y="349"/>
                </a:lnTo>
                <a:lnTo>
                  <a:pt x="366" y="349"/>
                </a:lnTo>
                <a:lnTo>
                  <a:pt x="366" y="350"/>
                </a:lnTo>
                <a:lnTo>
                  <a:pt x="367" y="350"/>
                </a:lnTo>
                <a:lnTo>
                  <a:pt x="368" y="350"/>
                </a:lnTo>
                <a:lnTo>
                  <a:pt x="369" y="349"/>
                </a:lnTo>
                <a:lnTo>
                  <a:pt x="369" y="350"/>
                </a:lnTo>
                <a:lnTo>
                  <a:pt x="370" y="350"/>
                </a:lnTo>
                <a:lnTo>
                  <a:pt x="371" y="350"/>
                </a:lnTo>
                <a:lnTo>
                  <a:pt x="372" y="350"/>
                </a:lnTo>
                <a:lnTo>
                  <a:pt x="373" y="350"/>
                </a:lnTo>
                <a:lnTo>
                  <a:pt x="373" y="349"/>
                </a:lnTo>
                <a:lnTo>
                  <a:pt x="374" y="349"/>
                </a:lnTo>
                <a:lnTo>
                  <a:pt x="374" y="350"/>
                </a:lnTo>
                <a:lnTo>
                  <a:pt x="375" y="350"/>
                </a:lnTo>
                <a:lnTo>
                  <a:pt x="375" y="349"/>
                </a:lnTo>
                <a:lnTo>
                  <a:pt x="375" y="350"/>
                </a:lnTo>
                <a:lnTo>
                  <a:pt x="376" y="350"/>
                </a:lnTo>
                <a:lnTo>
                  <a:pt x="377" y="350"/>
                </a:lnTo>
                <a:lnTo>
                  <a:pt x="378" y="350"/>
                </a:lnTo>
                <a:lnTo>
                  <a:pt x="379" y="350"/>
                </a:lnTo>
                <a:lnTo>
                  <a:pt x="380" y="349"/>
                </a:lnTo>
                <a:lnTo>
                  <a:pt x="381" y="350"/>
                </a:lnTo>
                <a:lnTo>
                  <a:pt x="381" y="348"/>
                </a:lnTo>
                <a:lnTo>
                  <a:pt x="382" y="348"/>
                </a:lnTo>
                <a:lnTo>
                  <a:pt x="382" y="347"/>
                </a:lnTo>
                <a:lnTo>
                  <a:pt x="383" y="347"/>
                </a:lnTo>
                <a:lnTo>
                  <a:pt x="384" y="347"/>
                </a:lnTo>
                <a:lnTo>
                  <a:pt x="385" y="346"/>
                </a:lnTo>
                <a:lnTo>
                  <a:pt x="385" y="345"/>
                </a:lnTo>
                <a:lnTo>
                  <a:pt x="385" y="344"/>
                </a:lnTo>
                <a:lnTo>
                  <a:pt x="386" y="344"/>
                </a:lnTo>
                <a:lnTo>
                  <a:pt x="387" y="344"/>
                </a:lnTo>
                <a:lnTo>
                  <a:pt x="388" y="344"/>
                </a:lnTo>
                <a:lnTo>
                  <a:pt x="388" y="343"/>
                </a:lnTo>
                <a:lnTo>
                  <a:pt x="389" y="344"/>
                </a:lnTo>
                <a:lnTo>
                  <a:pt x="390" y="344"/>
                </a:lnTo>
                <a:lnTo>
                  <a:pt x="390" y="345"/>
                </a:lnTo>
                <a:lnTo>
                  <a:pt x="389" y="346"/>
                </a:lnTo>
                <a:lnTo>
                  <a:pt x="390" y="346"/>
                </a:lnTo>
                <a:lnTo>
                  <a:pt x="390" y="347"/>
                </a:lnTo>
                <a:lnTo>
                  <a:pt x="390" y="346"/>
                </a:lnTo>
                <a:lnTo>
                  <a:pt x="391" y="346"/>
                </a:lnTo>
                <a:lnTo>
                  <a:pt x="391" y="347"/>
                </a:lnTo>
                <a:lnTo>
                  <a:pt x="392" y="347"/>
                </a:lnTo>
                <a:lnTo>
                  <a:pt x="393" y="347"/>
                </a:lnTo>
                <a:lnTo>
                  <a:pt x="393" y="348"/>
                </a:lnTo>
                <a:lnTo>
                  <a:pt x="394" y="348"/>
                </a:lnTo>
                <a:lnTo>
                  <a:pt x="394" y="347"/>
                </a:lnTo>
                <a:lnTo>
                  <a:pt x="395" y="347"/>
                </a:lnTo>
                <a:lnTo>
                  <a:pt x="396" y="348"/>
                </a:lnTo>
                <a:lnTo>
                  <a:pt x="397" y="348"/>
                </a:lnTo>
                <a:lnTo>
                  <a:pt x="397" y="347"/>
                </a:lnTo>
                <a:lnTo>
                  <a:pt x="398" y="347"/>
                </a:lnTo>
                <a:lnTo>
                  <a:pt x="399" y="346"/>
                </a:lnTo>
                <a:lnTo>
                  <a:pt x="399" y="347"/>
                </a:lnTo>
                <a:lnTo>
                  <a:pt x="400" y="347"/>
                </a:lnTo>
                <a:lnTo>
                  <a:pt x="402" y="347"/>
                </a:lnTo>
                <a:lnTo>
                  <a:pt x="403" y="347"/>
                </a:lnTo>
                <a:lnTo>
                  <a:pt x="403" y="348"/>
                </a:lnTo>
                <a:lnTo>
                  <a:pt x="403" y="347"/>
                </a:lnTo>
                <a:lnTo>
                  <a:pt x="402" y="346"/>
                </a:lnTo>
                <a:lnTo>
                  <a:pt x="403" y="346"/>
                </a:lnTo>
                <a:lnTo>
                  <a:pt x="403" y="345"/>
                </a:lnTo>
                <a:lnTo>
                  <a:pt x="403" y="344"/>
                </a:lnTo>
                <a:lnTo>
                  <a:pt x="403" y="343"/>
                </a:lnTo>
                <a:lnTo>
                  <a:pt x="404" y="343"/>
                </a:lnTo>
                <a:lnTo>
                  <a:pt x="404" y="344"/>
                </a:lnTo>
                <a:lnTo>
                  <a:pt x="405" y="344"/>
                </a:lnTo>
                <a:lnTo>
                  <a:pt x="405" y="345"/>
                </a:lnTo>
                <a:lnTo>
                  <a:pt x="405" y="346"/>
                </a:lnTo>
                <a:lnTo>
                  <a:pt x="405" y="347"/>
                </a:lnTo>
                <a:lnTo>
                  <a:pt x="405" y="346"/>
                </a:lnTo>
                <a:lnTo>
                  <a:pt x="406" y="346"/>
                </a:lnTo>
                <a:lnTo>
                  <a:pt x="406" y="347"/>
                </a:lnTo>
                <a:lnTo>
                  <a:pt x="405" y="347"/>
                </a:lnTo>
                <a:lnTo>
                  <a:pt x="405" y="348"/>
                </a:lnTo>
                <a:lnTo>
                  <a:pt x="405" y="349"/>
                </a:lnTo>
                <a:lnTo>
                  <a:pt x="404" y="350"/>
                </a:lnTo>
                <a:lnTo>
                  <a:pt x="405" y="350"/>
                </a:lnTo>
                <a:lnTo>
                  <a:pt x="404" y="351"/>
                </a:lnTo>
                <a:lnTo>
                  <a:pt x="405" y="351"/>
                </a:lnTo>
                <a:lnTo>
                  <a:pt x="404" y="352"/>
                </a:lnTo>
                <a:lnTo>
                  <a:pt x="404" y="353"/>
                </a:lnTo>
                <a:lnTo>
                  <a:pt x="404" y="354"/>
                </a:lnTo>
                <a:lnTo>
                  <a:pt x="405" y="354"/>
                </a:lnTo>
                <a:lnTo>
                  <a:pt x="405" y="355"/>
                </a:lnTo>
                <a:lnTo>
                  <a:pt x="406" y="355"/>
                </a:lnTo>
                <a:lnTo>
                  <a:pt x="407" y="354"/>
                </a:lnTo>
                <a:lnTo>
                  <a:pt x="407" y="355"/>
                </a:lnTo>
                <a:lnTo>
                  <a:pt x="407" y="354"/>
                </a:lnTo>
                <a:lnTo>
                  <a:pt x="408" y="354"/>
                </a:lnTo>
                <a:lnTo>
                  <a:pt x="407" y="354"/>
                </a:lnTo>
                <a:lnTo>
                  <a:pt x="407" y="355"/>
                </a:lnTo>
                <a:lnTo>
                  <a:pt x="407" y="356"/>
                </a:lnTo>
                <a:lnTo>
                  <a:pt x="406" y="357"/>
                </a:lnTo>
                <a:lnTo>
                  <a:pt x="407" y="357"/>
                </a:lnTo>
                <a:lnTo>
                  <a:pt x="407" y="356"/>
                </a:lnTo>
                <a:lnTo>
                  <a:pt x="408" y="356"/>
                </a:lnTo>
                <a:lnTo>
                  <a:pt x="407" y="356"/>
                </a:lnTo>
                <a:lnTo>
                  <a:pt x="408" y="356"/>
                </a:lnTo>
                <a:lnTo>
                  <a:pt x="408" y="355"/>
                </a:lnTo>
                <a:lnTo>
                  <a:pt x="409" y="355"/>
                </a:lnTo>
                <a:lnTo>
                  <a:pt x="409" y="356"/>
                </a:lnTo>
                <a:lnTo>
                  <a:pt x="410" y="356"/>
                </a:lnTo>
                <a:lnTo>
                  <a:pt x="410" y="355"/>
                </a:lnTo>
                <a:lnTo>
                  <a:pt x="411" y="355"/>
                </a:lnTo>
                <a:lnTo>
                  <a:pt x="410" y="356"/>
                </a:lnTo>
                <a:lnTo>
                  <a:pt x="411" y="356"/>
                </a:lnTo>
                <a:lnTo>
                  <a:pt x="412" y="356"/>
                </a:lnTo>
                <a:lnTo>
                  <a:pt x="412" y="357"/>
                </a:lnTo>
                <a:lnTo>
                  <a:pt x="413" y="357"/>
                </a:lnTo>
                <a:lnTo>
                  <a:pt x="413" y="358"/>
                </a:lnTo>
                <a:lnTo>
                  <a:pt x="414" y="358"/>
                </a:lnTo>
                <a:lnTo>
                  <a:pt x="415" y="358"/>
                </a:lnTo>
                <a:lnTo>
                  <a:pt x="415" y="359"/>
                </a:lnTo>
                <a:lnTo>
                  <a:pt x="415" y="358"/>
                </a:lnTo>
                <a:lnTo>
                  <a:pt x="416" y="357"/>
                </a:lnTo>
                <a:lnTo>
                  <a:pt x="417" y="357"/>
                </a:lnTo>
                <a:lnTo>
                  <a:pt x="417" y="358"/>
                </a:lnTo>
                <a:lnTo>
                  <a:pt x="418" y="358"/>
                </a:lnTo>
                <a:lnTo>
                  <a:pt x="419" y="358"/>
                </a:lnTo>
                <a:lnTo>
                  <a:pt x="420" y="358"/>
                </a:lnTo>
                <a:lnTo>
                  <a:pt x="420" y="359"/>
                </a:lnTo>
                <a:lnTo>
                  <a:pt x="420" y="358"/>
                </a:lnTo>
                <a:lnTo>
                  <a:pt x="421" y="358"/>
                </a:lnTo>
                <a:lnTo>
                  <a:pt x="421" y="359"/>
                </a:lnTo>
                <a:lnTo>
                  <a:pt x="422" y="359"/>
                </a:lnTo>
                <a:lnTo>
                  <a:pt x="422" y="360"/>
                </a:lnTo>
                <a:lnTo>
                  <a:pt x="423" y="361"/>
                </a:lnTo>
                <a:lnTo>
                  <a:pt x="423" y="360"/>
                </a:lnTo>
                <a:lnTo>
                  <a:pt x="424" y="360"/>
                </a:lnTo>
                <a:lnTo>
                  <a:pt x="424" y="361"/>
                </a:lnTo>
                <a:lnTo>
                  <a:pt x="423" y="361"/>
                </a:lnTo>
                <a:lnTo>
                  <a:pt x="423" y="362"/>
                </a:lnTo>
                <a:lnTo>
                  <a:pt x="424" y="363"/>
                </a:lnTo>
                <a:lnTo>
                  <a:pt x="424" y="362"/>
                </a:lnTo>
                <a:lnTo>
                  <a:pt x="425" y="363"/>
                </a:lnTo>
                <a:lnTo>
                  <a:pt x="425" y="362"/>
                </a:lnTo>
                <a:lnTo>
                  <a:pt x="425" y="363"/>
                </a:lnTo>
                <a:lnTo>
                  <a:pt x="426" y="363"/>
                </a:lnTo>
                <a:lnTo>
                  <a:pt x="427" y="363"/>
                </a:lnTo>
                <a:lnTo>
                  <a:pt x="426" y="362"/>
                </a:lnTo>
                <a:lnTo>
                  <a:pt x="426" y="363"/>
                </a:lnTo>
                <a:lnTo>
                  <a:pt x="426" y="362"/>
                </a:lnTo>
                <a:lnTo>
                  <a:pt x="426" y="361"/>
                </a:lnTo>
                <a:lnTo>
                  <a:pt x="427" y="361"/>
                </a:lnTo>
                <a:lnTo>
                  <a:pt x="428" y="360"/>
                </a:lnTo>
                <a:lnTo>
                  <a:pt x="428" y="361"/>
                </a:lnTo>
                <a:lnTo>
                  <a:pt x="427" y="361"/>
                </a:lnTo>
                <a:lnTo>
                  <a:pt x="428" y="362"/>
                </a:lnTo>
                <a:lnTo>
                  <a:pt x="428" y="363"/>
                </a:lnTo>
                <a:lnTo>
                  <a:pt x="429" y="362"/>
                </a:lnTo>
                <a:lnTo>
                  <a:pt x="430" y="362"/>
                </a:lnTo>
                <a:lnTo>
                  <a:pt x="429" y="362"/>
                </a:lnTo>
                <a:lnTo>
                  <a:pt x="429" y="363"/>
                </a:lnTo>
                <a:lnTo>
                  <a:pt x="430" y="363"/>
                </a:lnTo>
                <a:lnTo>
                  <a:pt x="430" y="364"/>
                </a:lnTo>
                <a:lnTo>
                  <a:pt x="429" y="363"/>
                </a:lnTo>
                <a:lnTo>
                  <a:pt x="429" y="364"/>
                </a:lnTo>
                <a:lnTo>
                  <a:pt x="429" y="365"/>
                </a:lnTo>
                <a:lnTo>
                  <a:pt x="428" y="365"/>
                </a:lnTo>
                <a:lnTo>
                  <a:pt x="428" y="366"/>
                </a:lnTo>
                <a:lnTo>
                  <a:pt x="428" y="367"/>
                </a:lnTo>
                <a:lnTo>
                  <a:pt x="429" y="367"/>
                </a:lnTo>
                <a:lnTo>
                  <a:pt x="428" y="368"/>
                </a:lnTo>
                <a:lnTo>
                  <a:pt x="429" y="369"/>
                </a:lnTo>
                <a:lnTo>
                  <a:pt x="428" y="370"/>
                </a:lnTo>
                <a:lnTo>
                  <a:pt x="428" y="371"/>
                </a:lnTo>
                <a:lnTo>
                  <a:pt x="429" y="371"/>
                </a:lnTo>
                <a:lnTo>
                  <a:pt x="428" y="372"/>
                </a:lnTo>
                <a:lnTo>
                  <a:pt x="429" y="373"/>
                </a:lnTo>
                <a:lnTo>
                  <a:pt x="428" y="373"/>
                </a:lnTo>
                <a:lnTo>
                  <a:pt x="427" y="374"/>
                </a:lnTo>
                <a:lnTo>
                  <a:pt x="427" y="375"/>
                </a:lnTo>
                <a:lnTo>
                  <a:pt x="426" y="375"/>
                </a:lnTo>
                <a:lnTo>
                  <a:pt x="425" y="375"/>
                </a:lnTo>
                <a:lnTo>
                  <a:pt x="425" y="376"/>
                </a:lnTo>
                <a:lnTo>
                  <a:pt x="425" y="377"/>
                </a:lnTo>
                <a:lnTo>
                  <a:pt x="425" y="378"/>
                </a:lnTo>
                <a:lnTo>
                  <a:pt x="424" y="378"/>
                </a:lnTo>
                <a:lnTo>
                  <a:pt x="424" y="379"/>
                </a:lnTo>
                <a:lnTo>
                  <a:pt x="425" y="379"/>
                </a:lnTo>
                <a:lnTo>
                  <a:pt x="424" y="379"/>
                </a:lnTo>
                <a:lnTo>
                  <a:pt x="424" y="380"/>
                </a:lnTo>
                <a:lnTo>
                  <a:pt x="424" y="381"/>
                </a:lnTo>
                <a:lnTo>
                  <a:pt x="423" y="382"/>
                </a:lnTo>
                <a:lnTo>
                  <a:pt x="422" y="382"/>
                </a:lnTo>
                <a:lnTo>
                  <a:pt x="422" y="383"/>
                </a:lnTo>
                <a:lnTo>
                  <a:pt x="422" y="384"/>
                </a:lnTo>
                <a:lnTo>
                  <a:pt x="421" y="384"/>
                </a:lnTo>
                <a:lnTo>
                  <a:pt x="422" y="385"/>
                </a:lnTo>
                <a:lnTo>
                  <a:pt x="422" y="386"/>
                </a:lnTo>
                <a:lnTo>
                  <a:pt x="422" y="387"/>
                </a:lnTo>
                <a:lnTo>
                  <a:pt x="422" y="388"/>
                </a:lnTo>
                <a:lnTo>
                  <a:pt x="423" y="388"/>
                </a:lnTo>
                <a:lnTo>
                  <a:pt x="423" y="389"/>
                </a:lnTo>
                <a:lnTo>
                  <a:pt x="424" y="389"/>
                </a:lnTo>
                <a:lnTo>
                  <a:pt x="423" y="390"/>
                </a:lnTo>
                <a:lnTo>
                  <a:pt x="424" y="390"/>
                </a:lnTo>
                <a:lnTo>
                  <a:pt x="424" y="391"/>
                </a:lnTo>
                <a:lnTo>
                  <a:pt x="423" y="392"/>
                </a:lnTo>
                <a:lnTo>
                  <a:pt x="423" y="391"/>
                </a:lnTo>
                <a:lnTo>
                  <a:pt x="422" y="391"/>
                </a:lnTo>
                <a:lnTo>
                  <a:pt x="422" y="392"/>
                </a:lnTo>
                <a:lnTo>
                  <a:pt x="421" y="392"/>
                </a:lnTo>
                <a:lnTo>
                  <a:pt x="421" y="393"/>
                </a:lnTo>
                <a:lnTo>
                  <a:pt x="421" y="394"/>
                </a:lnTo>
                <a:lnTo>
                  <a:pt x="420" y="394"/>
                </a:lnTo>
                <a:lnTo>
                  <a:pt x="420" y="395"/>
                </a:lnTo>
                <a:lnTo>
                  <a:pt x="419" y="395"/>
                </a:lnTo>
                <a:lnTo>
                  <a:pt x="419" y="396"/>
                </a:lnTo>
                <a:lnTo>
                  <a:pt x="419" y="397"/>
                </a:lnTo>
                <a:lnTo>
                  <a:pt x="418" y="397"/>
                </a:lnTo>
                <a:lnTo>
                  <a:pt x="417" y="397"/>
                </a:lnTo>
                <a:lnTo>
                  <a:pt x="416" y="397"/>
                </a:lnTo>
                <a:lnTo>
                  <a:pt x="415" y="397"/>
                </a:lnTo>
                <a:lnTo>
                  <a:pt x="415" y="398"/>
                </a:lnTo>
                <a:lnTo>
                  <a:pt x="415" y="399"/>
                </a:lnTo>
                <a:lnTo>
                  <a:pt x="415" y="400"/>
                </a:lnTo>
                <a:lnTo>
                  <a:pt x="416" y="400"/>
                </a:lnTo>
                <a:lnTo>
                  <a:pt x="415" y="400"/>
                </a:lnTo>
                <a:lnTo>
                  <a:pt x="415" y="401"/>
                </a:lnTo>
                <a:lnTo>
                  <a:pt x="415" y="402"/>
                </a:lnTo>
                <a:lnTo>
                  <a:pt x="416" y="402"/>
                </a:lnTo>
                <a:lnTo>
                  <a:pt x="416" y="403"/>
                </a:lnTo>
                <a:lnTo>
                  <a:pt x="415" y="403"/>
                </a:lnTo>
                <a:lnTo>
                  <a:pt x="415" y="404"/>
                </a:lnTo>
                <a:lnTo>
                  <a:pt x="415" y="405"/>
                </a:lnTo>
                <a:lnTo>
                  <a:pt x="414" y="405"/>
                </a:lnTo>
                <a:lnTo>
                  <a:pt x="414" y="406"/>
                </a:lnTo>
                <a:lnTo>
                  <a:pt x="413" y="406"/>
                </a:lnTo>
                <a:lnTo>
                  <a:pt x="413" y="407"/>
                </a:lnTo>
                <a:lnTo>
                  <a:pt x="412" y="407"/>
                </a:lnTo>
                <a:lnTo>
                  <a:pt x="412" y="408"/>
                </a:lnTo>
                <a:lnTo>
                  <a:pt x="412" y="410"/>
                </a:lnTo>
                <a:lnTo>
                  <a:pt x="411" y="410"/>
                </a:lnTo>
                <a:lnTo>
                  <a:pt x="410" y="410"/>
                </a:lnTo>
                <a:lnTo>
                  <a:pt x="409" y="410"/>
                </a:lnTo>
                <a:lnTo>
                  <a:pt x="408" y="410"/>
                </a:lnTo>
                <a:lnTo>
                  <a:pt x="408" y="409"/>
                </a:lnTo>
                <a:lnTo>
                  <a:pt x="408" y="408"/>
                </a:lnTo>
                <a:lnTo>
                  <a:pt x="408" y="407"/>
                </a:lnTo>
                <a:lnTo>
                  <a:pt x="407" y="407"/>
                </a:lnTo>
                <a:lnTo>
                  <a:pt x="407" y="406"/>
                </a:lnTo>
                <a:lnTo>
                  <a:pt x="406" y="407"/>
                </a:lnTo>
                <a:lnTo>
                  <a:pt x="405" y="406"/>
                </a:lnTo>
                <a:lnTo>
                  <a:pt x="405" y="407"/>
                </a:lnTo>
                <a:lnTo>
                  <a:pt x="404" y="407"/>
                </a:lnTo>
                <a:lnTo>
                  <a:pt x="404" y="408"/>
                </a:lnTo>
                <a:lnTo>
                  <a:pt x="403" y="408"/>
                </a:lnTo>
                <a:lnTo>
                  <a:pt x="402" y="408"/>
                </a:lnTo>
                <a:lnTo>
                  <a:pt x="402" y="409"/>
                </a:lnTo>
                <a:lnTo>
                  <a:pt x="402" y="410"/>
                </a:lnTo>
                <a:lnTo>
                  <a:pt x="401" y="411"/>
                </a:lnTo>
                <a:lnTo>
                  <a:pt x="401" y="412"/>
                </a:lnTo>
                <a:lnTo>
                  <a:pt x="400" y="412"/>
                </a:lnTo>
                <a:lnTo>
                  <a:pt x="400" y="413"/>
                </a:lnTo>
                <a:lnTo>
                  <a:pt x="399" y="413"/>
                </a:lnTo>
                <a:lnTo>
                  <a:pt x="398" y="413"/>
                </a:lnTo>
                <a:lnTo>
                  <a:pt x="397" y="413"/>
                </a:lnTo>
                <a:lnTo>
                  <a:pt x="396" y="413"/>
                </a:lnTo>
                <a:lnTo>
                  <a:pt x="395" y="413"/>
                </a:lnTo>
                <a:lnTo>
                  <a:pt x="394" y="413"/>
                </a:lnTo>
                <a:lnTo>
                  <a:pt x="393" y="414"/>
                </a:lnTo>
                <a:lnTo>
                  <a:pt x="394" y="415"/>
                </a:lnTo>
                <a:lnTo>
                  <a:pt x="395" y="415"/>
                </a:lnTo>
                <a:lnTo>
                  <a:pt x="395" y="416"/>
                </a:lnTo>
                <a:lnTo>
                  <a:pt x="394" y="416"/>
                </a:lnTo>
                <a:lnTo>
                  <a:pt x="395" y="416"/>
                </a:lnTo>
                <a:lnTo>
                  <a:pt x="395" y="417"/>
                </a:lnTo>
                <a:lnTo>
                  <a:pt x="396" y="418"/>
                </a:lnTo>
                <a:lnTo>
                  <a:pt x="395" y="418"/>
                </a:lnTo>
                <a:lnTo>
                  <a:pt x="394" y="419"/>
                </a:lnTo>
                <a:lnTo>
                  <a:pt x="393" y="420"/>
                </a:lnTo>
                <a:lnTo>
                  <a:pt x="393" y="421"/>
                </a:lnTo>
                <a:lnTo>
                  <a:pt x="393" y="422"/>
                </a:lnTo>
                <a:lnTo>
                  <a:pt x="394" y="422"/>
                </a:lnTo>
                <a:lnTo>
                  <a:pt x="395" y="422"/>
                </a:lnTo>
                <a:lnTo>
                  <a:pt x="395" y="423"/>
                </a:lnTo>
                <a:lnTo>
                  <a:pt x="396" y="424"/>
                </a:lnTo>
                <a:lnTo>
                  <a:pt x="397" y="424"/>
                </a:lnTo>
                <a:lnTo>
                  <a:pt x="398" y="424"/>
                </a:lnTo>
                <a:lnTo>
                  <a:pt x="398" y="423"/>
                </a:lnTo>
                <a:lnTo>
                  <a:pt x="399" y="423"/>
                </a:lnTo>
                <a:lnTo>
                  <a:pt x="400" y="422"/>
                </a:lnTo>
                <a:lnTo>
                  <a:pt x="401" y="422"/>
                </a:lnTo>
                <a:lnTo>
                  <a:pt x="402" y="422"/>
                </a:lnTo>
                <a:lnTo>
                  <a:pt x="401" y="422"/>
                </a:lnTo>
                <a:lnTo>
                  <a:pt x="401" y="423"/>
                </a:lnTo>
                <a:lnTo>
                  <a:pt x="402" y="423"/>
                </a:lnTo>
                <a:lnTo>
                  <a:pt x="402" y="424"/>
                </a:lnTo>
                <a:lnTo>
                  <a:pt x="402" y="425"/>
                </a:lnTo>
                <a:lnTo>
                  <a:pt x="402" y="426"/>
                </a:lnTo>
                <a:lnTo>
                  <a:pt x="401" y="426"/>
                </a:lnTo>
                <a:lnTo>
                  <a:pt x="401" y="427"/>
                </a:lnTo>
                <a:lnTo>
                  <a:pt x="402" y="427"/>
                </a:lnTo>
                <a:lnTo>
                  <a:pt x="402" y="428"/>
                </a:lnTo>
                <a:lnTo>
                  <a:pt x="402" y="429"/>
                </a:lnTo>
                <a:lnTo>
                  <a:pt x="402" y="430"/>
                </a:lnTo>
                <a:lnTo>
                  <a:pt x="402" y="431"/>
                </a:lnTo>
                <a:lnTo>
                  <a:pt x="403" y="431"/>
                </a:lnTo>
                <a:lnTo>
                  <a:pt x="403" y="432"/>
                </a:lnTo>
                <a:lnTo>
                  <a:pt x="403" y="433"/>
                </a:lnTo>
                <a:lnTo>
                  <a:pt x="404" y="434"/>
                </a:lnTo>
                <a:lnTo>
                  <a:pt x="404" y="435"/>
                </a:lnTo>
                <a:lnTo>
                  <a:pt x="404" y="436"/>
                </a:lnTo>
                <a:lnTo>
                  <a:pt x="405" y="436"/>
                </a:lnTo>
                <a:lnTo>
                  <a:pt x="405" y="437"/>
                </a:lnTo>
                <a:lnTo>
                  <a:pt x="407" y="437"/>
                </a:lnTo>
                <a:lnTo>
                  <a:pt x="408" y="437"/>
                </a:lnTo>
                <a:lnTo>
                  <a:pt x="408" y="438"/>
                </a:lnTo>
                <a:lnTo>
                  <a:pt x="408" y="439"/>
                </a:lnTo>
                <a:lnTo>
                  <a:pt x="407" y="439"/>
                </a:lnTo>
                <a:lnTo>
                  <a:pt x="406" y="439"/>
                </a:lnTo>
                <a:lnTo>
                  <a:pt x="406" y="440"/>
                </a:lnTo>
                <a:lnTo>
                  <a:pt x="405" y="440"/>
                </a:lnTo>
                <a:lnTo>
                  <a:pt x="404" y="440"/>
                </a:lnTo>
                <a:lnTo>
                  <a:pt x="404" y="441"/>
                </a:lnTo>
                <a:lnTo>
                  <a:pt x="403" y="441"/>
                </a:lnTo>
                <a:lnTo>
                  <a:pt x="403" y="440"/>
                </a:lnTo>
                <a:lnTo>
                  <a:pt x="403" y="439"/>
                </a:lnTo>
                <a:lnTo>
                  <a:pt x="402" y="439"/>
                </a:lnTo>
                <a:lnTo>
                  <a:pt x="402" y="438"/>
                </a:lnTo>
                <a:lnTo>
                  <a:pt x="401" y="438"/>
                </a:lnTo>
                <a:lnTo>
                  <a:pt x="400" y="438"/>
                </a:lnTo>
                <a:lnTo>
                  <a:pt x="399" y="439"/>
                </a:lnTo>
                <a:lnTo>
                  <a:pt x="398" y="440"/>
                </a:lnTo>
                <a:lnTo>
                  <a:pt x="397" y="441"/>
                </a:lnTo>
                <a:lnTo>
                  <a:pt x="396" y="441"/>
                </a:lnTo>
                <a:lnTo>
                  <a:pt x="395" y="442"/>
                </a:lnTo>
                <a:lnTo>
                  <a:pt x="395" y="441"/>
                </a:lnTo>
                <a:lnTo>
                  <a:pt x="394" y="441"/>
                </a:lnTo>
                <a:lnTo>
                  <a:pt x="394" y="442"/>
                </a:lnTo>
                <a:lnTo>
                  <a:pt x="394" y="443"/>
                </a:lnTo>
                <a:lnTo>
                  <a:pt x="394" y="444"/>
                </a:lnTo>
                <a:lnTo>
                  <a:pt x="394" y="445"/>
                </a:lnTo>
                <a:lnTo>
                  <a:pt x="393" y="445"/>
                </a:lnTo>
                <a:lnTo>
                  <a:pt x="393" y="446"/>
                </a:lnTo>
                <a:lnTo>
                  <a:pt x="392" y="446"/>
                </a:lnTo>
                <a:lnTo>
                  <a:pt x="392" y="447"/>
                </a:lnTo>
                <a:lnTo>
                  <a:pt x="392" y="446"/>
                </a:lnTo>
                <a:lnTo>
                  <a:pt x="392" y="445"/>
                </a:lnTo>
                <a:lnTo>
                  <a:pt x="391" y="446"/>
                </a:lnTo>
                <a:lnTo>
                  <a:pt x="390" y="445"/>
                </a:lnTo>
                <a:lnTo>
                  <a:pt x="391" y="446"/>
                </a:lnTo>
                <a:lnTo>
                  <a:pt x="390" y="446"/>
                </a:lnTo>
                <a:lnTo>
                  <a:pt x="389" y="446"/>
                </a:lnTo>
                <a:lnTo>
                  <a:pt x="388" y="446"/>
                </a:lnTo>
                <a:lnTo>
                  <a:pt x="387" y="446"/>
                </a:lnTo>
                <a:lnTo>
                  <a:pt x="386" y="446"/>
                </a:lnTo>
                <a:lnTo>
                  <a:pt x="386" y="445"/>
                </a:lnTo>
                <a:lnTo>
                  <a:pt x="385" y="445"/>
                </a:lnTo>
                <a:lnTo>
                  <a:pt x="384" y="445"/>
                </a:lnTo>
                <a:lnTo>
                  <a:pt x="383" y="445"/>
                </a:lnTo>
                <a:lnTo>
                  <a:pt x="382" y="445"/>
                </a:lnTo>
                <a:lnTo>
                  <a:pt x="382" y="444"/>
                </a:lnTo>
                <a:lnTo>
                  <a:pt x="381" y="444"/>
                </a:lnTo>
                <a:lnTo>
                  <a:pt x="380" y="443"/>
                </a:lnTo>
                <a:lnTo>
                  <a:pt x="379" y="443"/>
                </a:lnTo>
                <a:lnTo>
                  <a:pt x="379" y="444"/>
                </a:lnTo>
                <a:lnTo>
                  <a:pt x="378" y="444"/>
                </a:lnTo>
                <a:lnTo>
                  <a:pt x="378" y="445"/>
                </a:lnTo>
                <a:lnTo>
                  <a:pt x="377" y="445"/>
                </a:lnTo>
                <a:lnTo>
                  <a:pt x="376" y="445"/>
                </a:lnTo>
                <a:lnTo>
                  <a:pt x="376" y="444"/>
                </a:lnTo>
                <a:lnTo>
                  <a:pt x="375" y="444"/>
                </a:lnTo>
                <a:lnTo>
                  <a:pt x="374" y="444"/>
                </a:lnTo>
                <a:lnTo>
                  <a:pt x="374" y="443"/>
                </a:lnTo>
                <a:lnTo>
                  <a:pt x="373" y="443"/>
                </a:lnTo>
                <a:lnTo>
                  <a:pt x="373" y="442"/>
                </a:lnTo>
                <a:lnTo>
                  <a:pt x="373" y="443"/>
                </a:lnTo>
                <a:lnTo>
                  <a:pt x="372" y="443"/>
                </a:lnTo>
                <a:lnTo>
                  <a:pt x="371" y="442"/>
                </a:lnTo>
                <a:lnTo>
                  <a:pt x="370" y="442"/>
                </a:lnTo>
                <a:lnTo>
                  <a:pt x="371" y="442"/>
                </a:lnTo>
                <a:lnTo>
                  <a:pt x="371" y="441"/>
                </a:lnTo>
                <a:lnTo>
                  <a:pt x="370" y="441"/>
                </a:lnTo>
                <a:lnTo>
                  <a:pt x="369" y="441"/>
                </a:lnTo>
                <a:lnTo>
                  <a:pt x="369" y="440"/>
                </a:lnTo>
                <a:lnTo>
                  <a:pt x="368" y="440"/>
                </a:lnTo>
                <a:lnTo>
                  <a:pt x="368" y="441"/>
                </a:lnTo>
                <a:lnTo>
                  <a:pt x="368" y="440"/>
                </a:lnTo>
                <a:lnTo>
                  <a:pt x="368" y="439"/>
                </a:lnTo>
                <a:lnTo>
                  <a:pt x="367" y="439"/>
                </a:lnTo>
                <a:lnTo>
                  <a:pt x="367" y="440"/>
                </a:lnTo>
                <a:lnTo>
                  <a:pt x="366" y="440"/>
                </a:lnTo>
                <a:lnTo>
                  <a:pt x="366" y="441"/>
                </a:lnTo>
                <a:lnTo>
                  <a:pt x="365" y="441"/>
                </a:lnTo>
                <a:lnTo>
                  <a:pt x="365" y="442"/>
                </a:lnTo>
                <a:lnTo>
                  <a:pt x="364" y="442"/>
                </a:lnTo>
                <a:lnTo>
                  <a:pt x="363" y="443"/>
                </a:lnTo>
                <a:lnTo>
                  <a:pt x="362" y="444"/>
                </a:lnTo>
                <a:lnTo>
                  <a:pt x="361" y="444"/>
                </a:lnTo>
                <a:lnTo>
                  <a:pt x="361" y="445"/>
                </a:lnTo>
                <a:lnTo>
                  <a:pt x="361" y="446"/>
                </a:lnTo>
                <a:lnTo>
                  <a:pt x="361" y="447"/>
                </a:lnTo>
                <a:lnTo>
                  <a:pt x="361" y="448"/>
                </a:lnTo>
                <a:lnTo>
                  <a:pt x="362" y="449"/>
                </a:lnTo>
                <a:lnTo>
                  <a:pt x="362" y="450"/>
                </a:lnTo>
                <a:lnTo>
                  <a:pt x="361" y="450"/>
                </a:lnTo>
                <a:lnTo>
                  <a:pt x="361" y="451"/>
                </a:lnTo>
                <a:lnTo>
                  <a:pt x="362" y="452"/>
                </a:lnTo>
                <a:lnTo>
                  <a:pt x="362" y="453"/>
                </a:lnTo>
                <a:lnTo>
                  <a:pt x="363" y="453"/>
                </a:lnTo>
                <a:lnTo>
                  <a:pt x="363" y="454"/>
                </a:lnTo>
                <a:lnTo>
                  <a:pt x="364" y="454"/>
                </a:lnTo>
                <a:lnTo>
                  <a:pt x="365" y="454"/>
                </a:lnTo>
                <a:lnTo>
                  <a:pt x="365" y="455"/>
                </a:lnTo>
                <a:lnTo>
                  <a:pt x="366" y="455"/>
                </a:lnTo>
                <a:lnTo>
                  <a:pt x="365" y="456"/>
                </a:lnTo>
                <a:lnTo>
                  <a:pt x="364" y="456"/>
                </a:lnTo>
                <a:lnTo>
                  <a:pt x="363" y="457"/>
                </a:lnTo>
                <a:lnTo>
                  <a:pt x="363" y="458"/>
                </a:lnTo>
                <a:lnTo>
                  <a:pt x="362" y="458"/>
                </a:lnTo>
                <a:lnTo>
                  <a:pt x="360" y="459"/>
                </a:lnTo>
                <a:lnTo>
                  <a:pt x="359" y="459"/>
                </a:lnTo>
                <a:lnTo>
                  <a:pt x="358" y="459"/>
                </a:lnTo>
                <a:lnTo>
                  <a:pt x="358" y="460"/>
                </a:lnTo>
                <a:lnTo>
                  <a:pt x="359" y="460"/>
                </a:lnTo>
                <a:lnTo>
                  <a:pt x="359" y="461"/>
                </a:lnTo>
                <a:lnTo>
                  <a:pt x="359" y="462"/>
                </a:lnTo>
                <a:lnTo>
                  <a:pt x="360" y="462"/>
                </a:lnTo>
                <a:lnTo>
                  <a:pt x="361" y="462"/>
                </a:lnTo>
                <a:lnTo>
                  <a:pt x="361" y="463"/>
                </a:lnTo>
                <a:lnTo>
                  <a:pt x="361" y="462"/>
                </a:lnTo>
                <a:lnTo>
                  <a:pt x="362" y="461"/>
                </a:lnTo>
                <a:lnTo>
                  <a:pt x="362" y="462"/>
                </a:lnTo>
                <a:lnTo>
                  <a:pt x="362" y="463"/>
                </a:lnTo>
                <a:lnTo>
                  <a:pt x="361" y="463"/>
                </a:lnTo>
                <a:lnTo>
                  <a:pt x="360" y="463"/>
                </a:lnTo>
                <a:lnTo>
                  <a:pt x="359" y="462"/>
                </a:lnTo>
                <a:lnTo>
                  <a:pt x="359" y="463"/>
                </a:lnTo>
                <a:lnTo>
                  <a:pt x="359" y="464"/>
                </a:lnTo>
                <a:lnTo>
                  <a:pt x="360" y="464"/>
                </a:lnTo>
                <a:lnTo>
                  <a:pt x="359" y="464"/>
                </a:lnTo>
                <a:lnTo>
                  <a:pt x="359" y="465"/>
                </a:lnTo>
                <a:lnTo>
                  <a:pt x="360" y="466"/>
                </a:lnTo>
                <a:lnTo>
                  <a:pt x="361" y="466"/>
                </a:lnTo>
                <a:lnTo>
                  <a:pt x="361" y="467"/>
                </a:lnTo>
                <a:lnTo>
                  <a:pt x="361" y="468"/>
                </a:lnTo>
                <a:lnTo>
                  <a:pt x="362" y="468"/>
                </a:lnTo>
                <a:lnTo>
                  <a:pt x="362" y="469"/>
                </a:lnTo>
                <a:lnTo>
                  <a:pt x="362" y="470"/>
                </a:lnTo>
                <a:lnTo>
                  <a:pt x="362" y="471"/>
                </a:lnTo>
                <a:lnTo>
                  <a:pt x="362" y="472"/>
                </a:lnTo>
                <a:lnTo>
                  <a:pt x="362" y="473"/>
                </a:lnTo>
                <a:lnTo>
                  <a:pt x="363" y="473"/>
                </a:lnTo>
                <a:lnTo>
                  <a:pt x="363" y="474"/>
                </a:lnTo>
                <a:lnTo>
                  <a:pt x="362" y="474"/>
                </a:lnTo>
                <a:lnTo>
                  <a:pt x="362" y="475"/>
                </a:lnTo>
                <a:lnTo>
                  <a:pt x="362" y="476"/>
                </a:lnTo>
                <a:lnTo>
                  <a:pt x="362" y="477"/>
                </a:lnTo>
                <a:lnTo>
                  <a:pt x="362" y="478"/>
                </a:lnTo>
                <a:lnTo>
                  <a:pt x="362" y="479"/>
                </a:lnTo>
                <a:lnTo>
                  <a:pt x="362" y="480"/>
                </a:lnTo>
                <a:lnTo>
                  <a:pt x="362" y="481"/>
                </a:lnTo>
                <a:lnTo>
                  <a:pt x="362" y="482"/>
                </a:lnTo>
                <a:lnTo>
                  <a:pt x="362" y="483"/>
                </a:lnTo>
                <a:lnTo>
                  <a:pt x="361" y="482"/>
                </a:lnTo>
                <a:lnTo>
                  <a:pt x="360" y="482"/>
                </a:lnTo>
                <a:lnTo>
                  <a:pt x="360" y="481"/>
                </a:lnTo>
                <a:lnTo>
                  <a:pt x="360" y="482"/>
                </a:lnTo>
                <a:lnTo>
                  <a:pt x="359" y="483"/>
                </a:lnTo>
                <a:lnTo>
                  <a:pt x="359" y="482"/>
                </a:lnTo>
                <a:lnTo>
                  <a:pt x="358" y="482"/>
                </a:lnTo>
                <a:lnTo>
                  <a:pt x="357" y="483"/>
                </a:lnTo>
                <a:lnTo>
                  <a:pt x="357" y="484"/>
                </a:lnTo>
                <a:lnTo>
                  <a:pt x="358" y="484"/>
                </a:lnTo>
                <a:lnTo>
                  <a:pt x="358" y="485"/>
                </a:lnTo>
                <a:lnTo>
                  <a:pt x="358" y="487"/>
                </a:lnTo>
                <a:lnTo>
                  <a:pt x="357" y="487"/>
                </a:lnTo>
                <a:lnTo>
                  <a:pt x="356" y="489"/>
                </a:lnTo>
                <a:lnTo>
                  <a:pt x="355" y="489"/>
                </a:lnTo>
                <a:lnTo>
                  <a:pt x="354" y="490"/>
                </a:lnTo>
                <a:lnTo>
                  <a:pt x="353" y="491"/>
                </a:lnTo>
                <a:lnTo>
                  <a:pt x="353" y="492"/>
                </a:lnTo>
                <a:lnTo>
                  <a:pt x="352" y="492"/>
                </a:lnTo>
                <a:lnTo>
                  <a:pt x="351" y="492"/>
                </a:lnTo>
                <a:lnTo>
                  <a:pt x="351" y="491"/>
                </a:lnTo>
                <a:lnTo>
                  <a:pt x="350" y="492"/>
                </a:lnTo>
                <a:lnTo>
                  <a:pt x="349" y="492"/>
                </a:lnTo>
                <a:lnTo>
                  <a:pt x="349" y="493"/>
                </a:lnTo>
                <a:lnTo>
                  <a:pt x="350" y="493"/>
                </a:lnTo>
                <a:lnTo>
                  <a:pt x="350" y="494"/>
                </a:lnTo>
                <a:lnTo>
                  <a:pt x="350" y="495"/>
                </a:lnTo>
                <a:lnTo>
                  <a:pt x="349" y="495"/>
                </a:lnTo>
                <a:lnTo>
                  <a:pt x="348" y="495"/>
                </a:lnTo>
                <a:lnTo>
                  <a:pt x="348" y="496"/>
                </a:lnTo>
                <a:lnTo>
                  <a:pt x="348" y="497"/>
                </a:lnTo>
                <a:lnTo>
                  <a:pt x="348" y="498"/>
                </a:lnTo>
                <a:lnTo>
                  <a:pt x="348" y="499"/>
                </a:lnTo>
                <a:lnTo>
                  <a:pt x="349" y="499"/>
                </a:lnTo>
                <a:lnTo>
                  <a:pt x="349" y="500"/>
                </a:lnTo>
                <a:lnTo>
                  <a:pt x="349" y="502"/>
                </a:lnTo>
                <a:lnTo>
                  <a:pt x="349" y="503"/>
                </a:lnTo>
                <a:lnTo>
                  <a:pt x="348" y="503"/>
                </a:lnTo>
                <a:lnTo>
                  <a:pt x="348" y="504"/>
                </a:lnTo>
                <a:lnTo>
                  <a:pt x="347" y="504"/>
                </a:lnTo>
                <a:lnTo>
                  <a:pt x="347" y="505"/>
                </a:lnTo>
                <a:lnTo>
                  <a:pt x="346" y="506"/>
                </a:lnTo>
                <a:lnTo>
                  <a:pt x="345" y="506"/>
                </a:lnTo>
                <a:lnTo>
                  <a:pt x="344" y="507"/>
                </a:lnTo>
                <a:lnTo>
                  <a:pt x="344" y="508"/>
                </a:lnTo>
                <a:lnTo>
                  <a:pt x="343" y="508"/>
                </a:lnTo>
                <a:lnTo>
                  <a:pt x="343" y="509"/>
                </a:lnTo>
                <a:lnTo>
                  <a:pt x="341" y="510"/>
                </a:lnTo>
                <a:lnTo>
                  <a:pt x="340" y="511"/>
                </a:lnTo>
                <a:lnTo>
                  <a:pt x="340" y="512"/>
                </a:lnTo>
                <a:lnTo>
                  <a:pt x="339" y="513"/>
                </a:lnTo>
                <a:lnTo>
                  <a:pt x="338" y="513"/>
                </a:lnTo>
                <a:lnTo>
                  <a:pt x="338" y="512"/>
                </a:lnTo>
                <a:lnTo>
                  <a:pt x="337" y="512"/>
                </a:lnTo>
                <a:lnTo>
                  <a:pt x="336" y="512"/>
                </a:lnTo>
                <a:lnTo>
                  <a:pt x="335" y="512"/>
                </a:lnTo>
                <a:lnTo>
                  <a:pt x="335" y="513"/>
                </a:lnTo>
                <a:lnTo>
                  <a:pt x="334" y="512"/>
                </a:lnTo>
                <a:lnTo>
                  <a:pt x="334" y="513"/>
                </a:lnTo>
                <a:lnTo>
                  <a:pt x="333" y="513"/>
                </a:lnTo>
                <a:lnTo>
                  <a:pt x="332" y="513"/>
                </a:lnTo>
                <a:lnTo>
                  <a:pt x="332" y="514"/>
                </a:lnTo>
                <a:lnTo>
                  <a:pt x="331" y="515"/>
                </a:lnTo>
                <a:lnTo>
                  <a:pt x="330" y="516"/>
                </a:lnTo>
                <a:lnTo>
                  <a:pt x="329" y="517"/>
                </a:lnTo>
                <a:lnTo>
                  <a:pt x="329" y="518"/>
                </a:lnTo>
                <a:lnTo>
                  <a:pt x="328" y="519"/>
                </a:lnTo>
                <a:lnTo>
                  <a:pt x="328" y="518"/>
                </a:lnTo>
                <a:lnTo>
                  <a:pt x="327" y="518"/>
                </a:lnTo>
                <a:lnTo>
                  <a:pt x="327" y="519"/>
                </a:lnTo>
                <a:lnTo>
                  <a:pt x="326" y="519"/>
                </a:lnTo>
                <a:lnTo>
                  <a:pt x="326" y="520"/>
                </a:lnTo>
                <a:lnTo>
                  <a:pt x="325" y="521"/>
                </a:lnTo>
                <a:lnTo>
                  <a:pt x="325" y="522"/>
                </a:lnTo>
                <a:lnTo>
                  <a:pt x="325" y="523"/>
                </a:lnTo>
                <a:lnTo>
                  <a:pt x="325" y="524"/>
                </a:lnTo>
                <a:lnTo>
                  <a:pt x="325" y="525"/>
                </a:lnTo>
                <a:lnTo>
                  <a:pt x="325" y="526"/>
                </a:lnTo>
                <a:lnTo>
                  <a:pt x="324" y="526"/>
                </a:lnTo>
                <a:lnTo>
                  <a:pt x="323" y="526"/>
                </a:lnTo>
                <a:lnTo>
                  <a:pt x="322" y="526"/>
                </a:lnTo>
                <a:lnTo>
                  <a:pt x="322" y="527"/>
                </a:lnTo>
                <a:lnTo>
                  <a:pt x="322" y="526"/>
                </a:lnTo>
                <a:lnTo>
                  <a:pt x="321" y="526"/>
                </a:lnTo>
                <a:lnTo>
                  <a:pt x="320" y="526"/>
                </a:lnTo>
                <a:lnTo>
                  <a:pt x="320" y="527"/>
                </a:lnTo>
                <a:lnTo>
                  <a:pt x="319" y="527"/>
                </a:lnTo>
                <a:lnTo>
                  <a:pt x="318" y="526"/>
                </a:lnTo>
                <a:lnTo>
                  <a:pt x="317" y="526"/>
                </a:lnTo>
                <a:lnTo>
                  <a:pt x="317" y="527"/>
                </a:lnTo>
                <a:lnTo>
                  <a:pt x="317" y="526"/>
                </a:lnTo>
                <a:lnTo>
                  <a:pt x="316" y="526"/>
                </a:lnTo>
                <a:lnTo>
                  <a:pt x="315" y="526"/>
                </a:lnTo>
                <a:lnTo>
                  <a:pt x="315" y="527"/>
                </a:lnTo>
                <a:lnTo>
                  <a:pt x="314" y="527"/>
                </a:lnTo>
                <a:lnTo>
                  <a:pt x="314" y="528"/>
                </a:lnTo>
                <a:lnTo>
                  <a:pt x="313" y="529"/>
                </a:lnTo>
                <a:lnTo>
                  <a:pt x="312" y="529"/>
                </a:lnTo>
                <a:lnTo>
                  <a:pt x="312" y="530"/>
                </a:lnTo>
                <a:lnTo>
                  <a:pt x="311" y="530"/>
                </a:lnTo>
                <a:lnTo>
                  <a:pt x="311" y="529"/>
                </a:lnTo>
                <a:lnTo>
                  <a:pt x="310" y="528"/>
                </a:lnTo>
                <a:lnTo>
                  <a:pt x="309" y="528"/>
                </a:lnTo>
                <a:lnTo>
                  <a:pt x="308" y="528"/>
                </a:lnTo>
                <a:lnTo>
                  <a:pt x="308" y="529"/>
                </a:lnTo>
                <a:lnTo>
                  <a:pt x="308" y="530"/>
                </a:lnTo>
                <a:lnTo>
                  <a:pt x="308" y="531"/>
                </a:lnTo>
                <a:lnTo>
                  <a:pt x="309" y="531"/>
                </a:lnTo>
                <a:lnTo>
                  <a:pt x="309" y="532"/>
                </a:lnTo>
                <a:lnTo>
                  <a:pt x="309" y="533"/>
                </a:lnTo>
                <a:lnTo>
                  <a:pt x="309" y="534"/>
                </a:lnTo>
                <a:lnTo>
                  <a:pt x="309" y="535"/>
                </a:lnTo>
                <a:lnTo>
                  <a:pt x="308" y="535"/>
                </a:lnTo>
                <a:lnTo>
                  <a:pt x="307" y="536"/>
                </a:lnTo>
                <a:lnTo>
                  <a:pt x="307" y="535"/>
                </a:lnTo>
                <a:lnTo>
                  <a:pt x="306" y="535"/>
                </a:lnTo>
                <a:lnTo>
                  <a:pt x="305" y="535"/>
                </a:lnTo>
                <a:lnTo>
                  <a:pt x="304" y="535"/>
                </a:lnTo>
                <a:lnTo>
                  <a:pt x="303" y="534"/>
                </a:lnTo>
                <a:lnTo>
                  <a:pt x="303" y="535"/>
                </a:lnTo>
                <a:lnTo>
                  <a:pt x="302" y="535"/>
                </a:lnTo>
                <a:lnTo>
                  <a:pt x="301" y="535"/>
                </a:lnTo>
                <a:lnTo>
                  <a:pt x="300" y="535"/>
                </a:lnTo>
                <a:lnTo>
                  <a:pt x="300" y="536"/>
                </a:lnTo>
                <a:lnTo>
                  <a:pt x="299" y="537"/>
                </a:lnTo>
                <a:lnTo>
                  <a:pt x="299" y="538"/>
                </a:lnTo>
                <a:lnTo>
                  <a:pt x="298" y="538"/>
                </a:lnTo>
                <a:lnTo>
                  <a:pt x="298" y="537"/>
                </a:lnTo>
                <a:lnTo>
                  <a:pt x="297" y="537"/>
                </a:lnTo>
                <a:lnTo>
                  <a:pt x="296" y="537"/>
                </a:lnTo>
                <a:lnTo>
                  <a:pt x="295" y="537"/>
                </a:lnTo>
                <a:lnTo>
                  <a:pt x="295" y="536"/>
                </a:lnTo>
                <a:lnTo>
                  <a:pt x="294" y="536"/>
                </a:lnTo>
                <a:lnTo>
                  <a:pt x="293" y="536"/>
                </a:lnTo>
                <a:lnTo>
                  <a:pt x="292" y="535"/>
                </a:lnTo>
                <a:lnTo>
                  <a:pt x="292" y="534"/>
                </a:lnTo>
                <a:lnTo>
                  <a:pt x="292" y="533"/>
                </a:lnTo>
                <a:lnTo>
                  <a:pt x="293" y="533"/>
                </a:lnTo>
                <a:lnTo>
                  <a:pt x="293" y="532"/>
                </a:lnTo>
                <a:lnTo>
                  <a:pt x="293" y="531"/>
                </a:lnTo>
                <a:lnTo>
                  <a:pt x="292" y="531"/>
                </a:lnTo>
                <a:lnTo>
                  <a:pt x="292" y="530"/>
                </a:lnTo>
                <a:lnTo>
                  <a:pt x="293" y="529"/>
                </a:lnTo>
                <a:lnTo>
                  <a:pt x="293" y="528"/>
                </a:lnTo>
                <a:lnTo>
                  <a:pt x="293" y="527"/>
                </a:lnTo>
                <a:lnTo>
                  <a:pt x="292" y="526"/>
                </a:lnTo>
                <a:lnTo>
                  <a:pt x="291" y="525"/>
                </a:lnTo>
                <a:lnTo>
                  <a:pt x="290" y="525"/>
                </a:lnTo>
                <a:lnTo>
                  <a:pt x="290" y="524"/>
                </a:lnTo>
                <a:lnTo>
                  <a:pt x="290" y="523"/>
                </a:lnTo>
                <a:lnTo>
                  <a:pt x="289" y="523"/>
                </a:lnTo>
                <a:lnTo>
                  <a:pt x="289" y="524"/>
                </a:lnTo>
                <a:lnTo>
                  <a:pt x="288" y="524"/>
                </a:lnTo>
                <a:lnTo>
                  <a:pt x="288" y="523"/>
                </a:lnTo>
                <a:lnTo>
                  <a:pt x="286" y="523"/>
                </a:lnTo>
                <a:lnTo>
                  <a:pt x="285" y="523"/>
                </a:lnTo>
                <a:lnTo>
                  <a:pt x="285" y="522"/>
                </a:lnTo>
                <a:lnTo>
                  <a:pt x="284" y="522"/>
                </a:lnTo>
                <a:lnTo>
                  <a:pt x="284" y="521"/>
                </a:lnTo>
                <a:lnTo>
                  <a:pt x="284" y="520"/>
                </a:lnTo>
                <a:lnTo>
                  <a:pt x="283" y="520"/>
                </a:lnTo>
                <a:lnTo>
                  <a:pt x="282" y="520"/>
                </a:lnTo>
                <a:lnTo>
                  <a:pt x="281" y="520"/>
                </a:lnTo>
                <a:lnTo>
                  <a:pt x="280" y="520"/>
                </a:lnTo>
                <a:lnTo>
                  <a:pt x="280" y="521"/>
                </a:lnTo>
                <a:lnTo>
                  <a:pt x="279" y="521"/>
                </a:lnTo>
                <a:lnTo>
                  <a:pt x="278" y="521"/>
                </a:lnTo>
                <a:lnTo>
                  <a:pt x="278" y="520"/>
                </a:lnTo>
                <a:lnTo>
                  <a:pt x="277" y="520"/>
                </a:lnTo>
                <a:lnTo>
                  <a:pt x="276" y="521"/>
                </a:lnTo>
                <a:lnTo>
                  <a:pt x="276" y="522"/>
                </a:lnTo>
                <a:lnTo>
                  <a:pt x="275" y="522"/>
                </a:lnTo>
                <a:lnTo>
                  <a:pt x="275" y="521"/>
                </a:lnTo>
                <a:lnTo>
                  <a:pt x="274" y="521"/>
                </a:lnTo>
                <a:lnTo>
                  <a:pt x="274" y="522"/>
                </a:lnTo>
                <a:lnTo>
                  <a:pt x="273" y="522"/>
                </a:lnTo>
                <a:lnTo>
                  <a:pt x="272" y="522"/>
                </a:lnTo>
                <a:lnTo>
                  <a:pt x="271" y="523"/>
                </a:lnTo>
                <a:lnTo>
                  <a:pt x="270" y="523"/>
                </a:lnTo>
                <a:lnTo>
                  <a:pt x="269" y="522"/>
                </a:lnTo>
                <a:lnTo>
                  <a:pt x="270" y="522"/>
                </a:lnTo>
                <a:lnTo>
                  <a:pt x="269" y="522"/>
                </a:lnTo>
                <a:lnTo>
                  <a:pt x="268" y="522"/>
                </a:lnTo>
                <a:lnTo>
                  <a:pt x="268" y="521"/>
                </a:lnTo>
                <a:lnTo>
                  <a:pt x="266" y="521"/>
                </a:lnTo>
                <a:lnTo>
                  <a:pt x="265" y="521"/>
                </a:lnTo>
                <a:lnTo>
                  <a:pt x="265" y="520"/>
                </a:lnTo>
                <a:lnTo>
                  <a:pt x="264" y="520"/>
                </a:lnTo>
                <a:lnTo>
                  <a:pt x="263" y="520"/>
                </a:lnTo>
                <a:lnTo>
                  <a:pt x="262" y="520"/>
                </a:lnTo>
                <a:lnTo>
                  <a:pt x="261" y="521"/>
                </a:lnTo>
                <a:lnTo>
                  <a:pt x="260" y="521"/>
                </a:lnTo>
                <a:lnTo>
                  <a:pt x="261" y="520"/>
                </a:lnTo>
                <a:lnTo>
                  <a:pt x="260" y="520"/>
                </a:lnTo>
                <a:lnTo>
                  <a:pt x="260" y="521"/>
                </a:lnTo>
                <a:lnTo>
                  <a:pt x="259" y="522"/>
                </a:lnTo>
                <a:lnTo>
                  <a:pt x="259" y="521"/>
                </a:lnTo>
                <a:lnTo>
                  <a:pt x="258" y="521"/>
                </a:lnTo>
                <a:lnTo>
                  <a:pt x="258" y="522"/>
                </a:lnTo>
                <a:lnTo>
                  <a:pt x="257" y="522"/>
                </a:lnTo>
                <a:lnTo>
                  <a:pt x="256" y="523"/>
                </a:lnTo>
                <a:lnTo>
                  <a:pt x="256" y="522"/>
                </a:lnTo>
                <a:lnTo>
                  <a:pt x="255" y="521"/>
                </a:lnTo>
                <a:lnTo>
                  <a:pt x="254" y="521"/>
                </a:lnTo>
                <a:lnTo>
                  <a:pt x="254" y="522"/>
                </a:lnTo>
                <a:lnTo>
                  <a:pt x="253" y="522"/>
                </a:lnTo>
                <a:lnTo>
                  <a:pt x="252" y="522"/>
                </a:lnTo>
                <a:lnTo>
                  <a:pt x="252" y="521"/>
                </a:lnTo>
                <a:lnTo>
                  <a:pt x="252" y="520"/>
                </a:lnTo>
                <a:lnTo>
                  <a:pt x="252" y="519"/>
                </a:lnTo>
                <a:lnTo>
                  <a:pt x="252" y="518"/>
                </a:lnTo>
                <a:lnTo>
                  <a:pt x="251" y="518"/>
                </a:lnTo>
                <a:lnTo>
                  <a:pt x="250" y="517"/>
                </a:lnTo>
                <a:lnTo>
                  <a:pt x="251" y="517"/>
                </a:lnTo>
                <a:lnTo>
                  <a:pt x="250" y="516"/>
                </a:lnTo>
                <a:lnTo>
                  <a:pt x="249" y="516"/>
                </a:lnTo>
                <a:lnTo>
                  <a:pt x="248" y="516"/>
                </a:lnTo>
                <a:lnTo>
                  <a:pt x="247" y="516"/>
                </a:lnTo>
                <a:lnTo>
                  <a:pt x="247" y="517"/>
                </a:lnTo>
                <a:lnTo>
                  <a:pt x="246" y="518"/>
                </a:lnTo>
                <a:lnTo>
                  <a:pt x="245" y="518"/>
                </a:lnTo>
                <a:lnTo>
                  <a:pt x="244" y="519"/>
                </a:lnTo>
                <a:lnTo>
                  <a:pt x="243" y="519"/>
                </a:lnTo>
                <a:lnTo>
                  <a:pt x="243" y="518"/>
                </a:lnTo>
                <a:lnTo>
                  <a:pt x="242" y="518"/>
                </a:lnTo>
                <a:lnTo>
                  <a:pt x="241" y="518"/>
                </a:lnTo>
                <a:lnTo>
                  <a:pt x="240" y="518"/>
                </a:lnTo>
                <a:lnTo>
                  <a:pt x="239" y="518"/>
                </a:lnTo>
                <a:lnTo>
                  <a:pt x="239" y="517"/>
                </a:lnTo>
                <a:lnTo>
                  <a:pt x="238" y="517"/>
                </a:lnTo>
                <a:lnTo>
                  <a:pt x="238" y="516"/>
                </a:lnTo>
                <a:lnTo>
                  <a:pt x="238" y="515"/>
                </a:lnTo>
                <a:lnTo>
                  <a:pt x="238" y="514"/>
                </a:lnTo>
                <a:lnTo>
                  <a:pt x="238" y="513"/>
                </a:lnTo>
                <a:lnTo>
                  <a:pt x="238" y="512"/>
                </a:lnTo>
                <a:lnTo>
                  <a:pt x="238" y="511"/>
                </a:lnTo>
                <a:lnTo>
                  <a:pt x="237" y="511"/>
                </a:lnTo>
                <a:lnTo>
                  <a:pt x="237" y="510"/>
                </a:lnTo>
                <a:lnTo>
                  <a:pt x="236" y="510"/>
                </a:lnTo>
                <a:lnTo>
                  <a:pt x="236" y="511"/>
                </a:lnTo>
                <a:lnTo>
                  <a:pt x="235" y="511"/>
                </a:lnTo>
                <a:lnTo>
                  <a:pt x="234" y="511"/>
                </a:lnTo>
                <a:lnTo>
                  <a:pt x="234" y="510"/>
                </a:lnTo>
                <a:lnTo>
                  <a:pt x="233" y="511"/>
                </a:lnTo>
                <a:lnTo>
                  <a:pt x="233" y="510"/>
                </a:lnTo>
                <a:lnTo>
                  <a:pt x="233" y="509"/>
                </a:lnTo>
                <a:lnTo>
                  <a:pt x="233" y="508"/>
                </a:lnTo>
                <a:lnTo>
                  <a:pt x="232" y="509"/>
                </a:lnTo>
                <a:lnTo>
                  <a:pt x="232" y="508"/>
                </a:lnTo>
                <a:lnTo>
                  <a:pt x="231" y="508"/>
                </a:lnTo>
                <a:lnTo>
                  <a:pt x="231" y="507"/>
                </a:lnTo>
                <a:lnTo>
                  <a:pt x="231" y="506"/>
                </a:lnTo>
                <a:lnTo>
                  <a:pt x="232" y="506"/>
                </a:lnTo>
                <a:lnTo>
                  <a:pt x="232" y="505"/>
                </a:lnTo>
                <a:lnTo>
                  <a:pt x="231" y="505"/>
                </a:lnTo>
                <a:lnTo>
                  <a:pt x="231" y="504"/>
                </a:lnTo>
                <a:lnTo>
                  <a:pt x="232" y="503"/>
                </a:lnTo>
                <a:lnTo>
                  <a:pt x="231" y="503"/>
                </a:lnTo>
                <a:lnTo>
                  <a:pt x="231" y="502"/>
                </a:lnTo>
                <a:lnTo>
                  <a:pt x="230" y="502"/>
                </a:lnTo>
                <a:lnTo>
                  <a:pt x="231" y="501"/>
                </a:lnTo>
                <a:lnTo>
                  <a:pt x="230" y="501"/>
                </a:lnTo>
                <a:lnTo>
                  <a:pt x="229" y="500"/>
                </a:lnTo>
                <a:lnTo>
                  <a:pt x="228" y="499"/>
                </a:lnTo>
                <a:lnTo>
                  <a:pt x="229" y="499"/>
                </a:lnTo>
                <a:lnTo>
                  <a:pt x="228" y="499"/>
                </a:lnTo>
                <a:lnTo>
                  <a:pt x="228" y="498"/>
                </a:lnTo>
                <a:lnTo>
                  <a:pt x="228" y="497"/>
                </a:lnTo>
                <a:lnTo>
                  <a:pt x="227" y="497"/>
                </a:lnTo>
                <a:lnTo>
                  <a:pt x="227" y="496"/>
                </a:lnTo>
                <a:lnTo>
                  <a:pt x="228" y="496"/>
                </a:lnTo>
                <a:lnTo>
                  <a:pt x="228" y="495"/>
                </a:lnTo>
                <a:lnTo>
                  <a:pt x="228" y="494"/>
                </a:lnTo>
                <a:lnTo>
                  <a:pt x="229" y="494"/>
                </a:lnTo>
                <a:lnTo>
                  <a:pt x="229" y="493"/>
                </a:lnTo>
                <a:lnTo>
                  <a:pt x="229" y="492"/>
                </a:lnTo>
                <a:lnTo>
                  <a:pt x="229" y="491"/>
                </a:lnTo>
                <a:lnTo>
                  <a:pt x="228" y="491"/>
                </a:lnTo>
                <a:lnTo>
                  <a:pt x="227" y="491"/>
                </a:lnTo>
                <a:lnTo>
                  <a:pt x="226" y="492"/>
                </a:lnTo>
                <a:lnTo>
                  <a:pt x="225" y="492"/>
                </a:lnTo>
                <a:lnTo>
                  <a:pt x="225" y="493"/>
                </a:lnTo>
                <a:lnTo>
                  <a:pt x="225" y="494"/>
                </a:lnTo>
                <a:lnTo>
                  <a:pt x="225" y="495"/>
                </a:lnTo>
                <a:lnTo>
                  <a:pt x="225" y="494"/>
                </a:lnTo>
                <a:lnTo>
                  <a:pt x="224" y="495"/>
                </a:lnTo>
                <a:lnTo>
                  <a:pt x="223" y="495"/>
                </a:lnTo>
                <a:lnTo>
                  <a:pt x="222" y="495"/>
                </a:lnTo>
                <a:lnTo>
                  <a:pt x="222" y="494"/>
                </a:lnTo>
                <a:lnTo>
                  <a:pt x="222" y="493"/>
                </a:lnTo>
                <a:lnTo>
                  <a:pt x="221" y="493"/>
                </a:lnTo>
                <a:lnTo>
                  <a:pt x="222" y="492"/>
                </a:lnTo>
                <a:lnTo>
                  <a:pt x="221" y="491"/>
                </a:lnTo>
                <a:lnTo>
                  <a:pt x="219" y="492"/>
                </a:lnTo>
                <a:lnTo>
                  <a:pt x="219" y="493"/>
                </a:lnTo>
                <a:lnTo>
                  <a:pt x="218" y="493"/>
                </a:lnTo>
                <a:lnTo>
                  <a:pt x="217" y="493"/>
                </a:lnTo>
                <a:lnTo>
                  <a:pt x="216" y="493"/>
                </a:lnTo>
                <a:lnTo>
                  <a:pt x="217" y="493"/>
                </a:lnTo>
                <a:lnTo>
                  <a:pt x="217" y="494"/>
                </a:lnTo>
                <a:lnTo>
                  <a:pt x="217" y="495"/>
                </a:lnTo>
                <a:lnTo>
                  <a:pt x="217" y="494"/>
                </a:lnTo>
                <a:lnTo>
                  <a:pt x="216" y="494"/>
                </a:lnTo>
                <a:lnTo>
                  <a:pt x="215" y="494"/>
                </a:lnTo>
                <a:lnTo>
                  <a:pt x="215" y="493"/>
                </a:lnTo>
                <a:lnTo>
                  <a:pt x="214" y="493"/>
                </a:lnTo>
                <a:lnTo>
                  <a:pt x="213" y="493"/>
                </a:lnTo>
                <a:lnTo>
                  <a:pt x="213" y="492"/>
                </a:lnTo>
                <a:lnTo>
                  <a:pt x="212" y="491"/>
                </a:lnTo>
                <a:lnTo>
                  <a:pt x="213" y="491"/>
                </a:lnTo>
                <a:lnTo>
                  <a:pt x="214" y="491"/>
                </a:lnTo>
                <a:lnTo>
                  <a:pt x="214" y="490"/>
                </a:lnTo>
                <a:lnTo>
                  <a:pt x="214" y="489"/>
                </a:lnTo>
                <a:lnTo>
                  <a:pt x="214" y="488"/>
                </a:lnTo>
                <a:lnTo>
                  <a:pt x="214" y="487"/>
                </a:lnTo>
                <a:lnTo>
                  <a:pt x="214" y="486"/>
                </a:lnTo>
                <a:lnTo>
                  <a:pt x="214" y="485"/>
                </a:lnTo>
                <a:lnTo>
                  <a:pt x="213" y="485"/>
                </a:lnTo>
                <a:lnTo>
                  <a:pt x="211" y="485"/>
                </a:lnTo>
                <a:lnTo>
                  <a:pt x="211" y="484"/>
                </a:lnTo>
                <a:lnTo>
                  <a:pt x="210" y="484"/>
                </a:lnTo>
                <a:lnTo>
                  <a:pt x="209" y="483"/>
                </a:lnTo>
                <a:lnTo>
                  <a:pt x="209" y="484"/>
                </a:lnTo>
                <a:lnTo>
                  <a:pt x="208" y="484"/>
                </a:lnTo>
                <a:lnTo>
                  <a:pt x="207" y="484"/>
                </a:lnTo>
                <a:lnTo>
                  <a:pt x="206" y="484"/>
                </a:lnTo>
                <a:lnTo>
                  <a:pt x="206" y="485"/>
                </a:lnTo>
                <a:lnTo>
                  <a:pt x="205" y="484"/>
                </a:lnTo>
                <a:lnTo>
                  <a:pt x="205" y="485"/>
                </a:lnTo>
                <a:lnTo>
                  <a:pt x="204" y="485"/>
                </a:lnTo>
                <a:lnTo>
                  <a:pt x="203" y="485"/>
                </a:lnTo>
                <a:lnTo>
                  <a:pt x="203" y="486"/>
                </a:lnTo>
                <a:lnTo>
                  <a:pt x="202" y="486"/>
                </a:lnTo>
                <a:lnTo>
                  <a:pt x="202" y="487"/>
                </a:lnTo>
                <a:lnTo>
                  <a:pt x="202" y="488"/>
                </a:lnTo>
                <a:lnTo>
                  <a:pt x="202" y="489"/>
                </a:lnTo>
                <a:lnTo>
                  <a:pt x="202" y="490"/>
                </a:lnTo>
                <a:lnTo>
                  <a:pt x="201" y="491"/>
                </a:lnTo>
                <a:lnTo>
                  <a:pt x="200" y="491"/>
                </a:lnTo>
                <a:lnTo>
                  <a:pt x="199" y="492"/>
                </a:lnTo>
                <a:lnTo>
                  <a:pt x="199" y="493"/>
                </a:lnTo>
                <a:lnTo>
                  <a:pt x="198" y="493"/>
                </a:lnTo>
                <a:lnTo>
                  <a:pt x="197" y="493"/>
                </a:lnTo>
                <a:lnTo>
                  <a:pt x="197" y="494"/>
                </a:lnTo>
                <a:lnTo>
                  <a:pt x="198" y="494"/>
                </a:lnTo>
                <a:lnTo>
                  <a:pt x="198" y="495"/>
                </a:lnTo>
                <a:lnTo>
                  <a:pt x="199" y="495"/>
                </a:lnTo>
                <a:lnTo>
                  <a:pt x="199" y="496"/>
                </a:lnTo>
                <a:lnTo>
                  <a:pt x="200" y="496"/>
                </a:lnTo>
                <a:lnTo>
                  <a:pt x="200" y="497"/>
                </a:lnTo>
                <a:lnTo>
                  <a:pt x="202" y="497"/>
                </a:lnTo>
                <a:lnTo>
                  <a:pt x="202" y="498"/>
                </a:lnTo>
                <a:lnTo>
                  <a:pt x="203" y="498"/>
                </a:lnTo>
                <a:lnTo>
                  <a:pt x="203" y="499"/>
                </a:lnTo>
                <a:lnTo>
                  <a:pt x="202" y="500"/>
                </a:lnTo>
                <a:lnTo>
                  <a:pt x="201" y="500"/>
                </a:lnTo>
                <a:lnTo>
                  <a:pt x="201" y="501"/>
                </a:lnTo>
                <a:lnTo>
                  <a:pt x="200" y="501"/>
                </a:lnTo>
                <a:lnTo>
                  <a:pt x="200" y="502"/>
                </a:lnTo>
                <a:lnTo>
                  <a:pt x="200" y="503"/>
                </a:lnTo>
                <a:lnTo>
                  <a:pt x="201" y="503"/>
                </a:lnTo>
                <a:lnTo>
                  <a:pt x="201" y="504"/>
                </a:lnTo>
                <a:lnTo>
                  <a:pt x="201" y="505"/>
                </a:lnTo>
                <a:lnTo>
                  <a:pt x="201" y="506"/>
                </a:lnTo>
                <a:lnTo>
                  <a:pt x="200" y="506"/>
                </a:lnTo>
                <a:lnTo>
                  <a:pt x="199" y="506"/>
                </a:lnTo>
                <a:lnTo>
                  <a:pt x="199" y="507"/>
                </a:lnTo>
                <a:lnTo>
                  <a:pt x="198" y="507"/>
                </a:lnTo>
                <a:lnTo>
                  <a:pt x="197" y="507"/>
                </a:lnTo>
                <a:lnTo>
                  <a:pt x="196" y="508"/>
                </a:lnTo>
                <a:lnTo>
                  <a:pt x="195" y="508"/>
                </a:lnTo>
                <a:lnTo>
                  <a:pt x="194" y="508"/>
                </a:lnTo>
                <a:lnTo>
                  <a:pt x="194" y="509"/>
                </a:lnTo>
                <a:lnTo>
                  <a:pt x="193" y="509"/>
                </a:lnTo>
                <a:lnTo>
                  <a:pt x="193" y="508"/>
                </a:lnTo>
                <a:lnTo>
                  <a:pt x="192" y="508"/>
                </a:lnTo>
                <a:lnTo>
                  <a:pt x="191" y="509"/>
                </a:lnTo>
                <a:lnTo>
                  <a:pt x="191" y="508"/>
                </a:lnTo>
                <a:lnTo>
                  <a:pt x="190" y="508"/>
                </a:lnTo>
                <a:lnTo>
                  <a:pt x="190" y="509"/>
                </a:lnTo>
                <a:lnTo>
                  <a:pt x="189" y="509"/>
                </a:lnTo>
                <a:lnTo>
                  <a:pt x="189" y="510"/>
                </a:lnTo>
                <a:lnTo>
                  <a:pt x="189" y="511"/>
                </a:lnTo>
                <a:lnTo>
                  <a:pt x="188" y="511"/>
                </a:lnTo>
                <a:lnTo>
                  <a:pt x="188" y="512"/>
                </a:lnTo>
                <a:lnTo>
                  <a:pt x="187" y="512"/>
                </a:lnTo>
                <a:lnTo>
                  <a:pt x="186" y="512"/>
                </a:lnTo>
                <a:lnTo>
                  <a:pt x="185" y="512"/>
                </a:lnTo>
                <a:lnTo>
                  <a:pt x="184" y="512"/>
                </a:lnTo>
                <a:lnTo>
                  <a:pt x="184" y="513"/>
                </a:lnTo>
                <a:lnTo>
                  <a:pt x="183" y="513"/>
                </a:lnTo>
                <a:lnTo>
                  <a:pt x="183" y="514"/>
                </a:lnTo>
                <a:lnTo>
                  <a:pt x="182" y="514"/>
                </a:lnTo>
                <a:lnTo>
                  <a:pt x="182" y="515"/>
                </a:lnTo>
                <a:lnTo>
                  <a:pt x="181" y="515"/>
                </a:lnTo>
                <a:lnTo>
                  <a:pt x="180" y="515"/>
                </a:lnTo>
                <a:lnTo>
                  <a:pt x="179" y="515"/>
                </a:lnTo>
                <a:lnTo>
                  <a:pt x="179" y="516"/>
                </a:lnTo>
                <a:lnTo>
                  <a:pt x="179" y="517"/>
                </a:lnTo>
                <a:lnTo>
                  <a:pt x="178" y="517"/>
                </a:lnTo>
                <a:lnTo>
                  <a:pt x="178" y="518"/>
                </a:lnTo>
                <a:lnTo>
                  <a:pt x="177" y="518"/>
                </a:lnTo>
                <a:lnTo>
                  <a:pt x="177" y="519"/>
                </a:lnTo>
                <a:lnTo>
                  <a:pt x="176" y="520"/>
                </a:lnTo>
                <a:lnTo>
                  <a:pt x="175" y="520"/>
                </a:lnTo>
                <a:lnTo>
                  <a:pt x="174" y="521"/>
                </a:lnTo>
                <a:lnTo>
                  <a:pt x="174" y="520"/>
                </a:lnTo>
                <a:lnTo>
                  <a:pt x="173" y="521"/>
                </a:lnTo>
                <a:lnTo>
                  <a:pt x="172" y="521"/>
                </a:lnTo>
                <a:lnTo>
                  <a:pt x="172" y="520"/>
                </a:lnTo>
                <a:lnTo>
                  <a:pt x="171" y="520"/>
                </a:lnTo>
                <a:lnTo>
                  <a:pt x="170" y="520"/>
                </a:lnTo>
                <a:lnTo>
                  <a:pt x="170" y="519"/>
                </a:lnTo>
                <a:lnTo>
                  <a:pt x="171" y="519"/>
                </a:lnTo>
                <a:lnTo>
                  <a:pt x="171" y="518"/>
                </a:lnTo>
                <a:lnTo>
                  <a:pt x="170" y="518"/>
                </a:lnTo>
                <a:lnTo>
                  <a:pt x="170" y="517"/>
                </a:lnTo>
                <a:lnTo>
                  <a:pt x="169" y="517"/>
                </a:lnTo>
                <a:lnTo>
                  <a:pt x="169" y="518"/>
                </a:lnTo>
                <a:lnTo>
                  <a:pt x="168" y="518"/>
                </a:lnTo>
                <a:lnTo>
                  <a:pt x="167" y="518"/>
                </a:lnTo>
                <a:lnTo>
                  <a:pt x="167" y="519"/>
                </a:lnTo>
                <a:lnTo>
                  <a:pt x="166" y="520"/>
                </a:lnTo>
                <a:lnTo>
                  <a:pt x="166" y="519"/>
                </a:lnTo>
                <a:lnTo>
                  <a:pt x="166" y="520"/>
                </a:lnTo>
                <a:lnTo>
                  <a:pt x="166" y="521"/>
                </a:lnTo>
                <a:lnTo>
                  <a:pt x="165" y="520"/>
                </a:lnTo>
                <a:lnTo>
                  <a:pt x="165" y="519"/>
                </a:lnTo>
                <a:lnTo>
                  <a:pt x="165" y="518"/>
                </a:lnTo>
                <a:lnTo>
                  <a:pt x="164" y="518"/>
                </a:lnTo>
                <a:lnTo>
                  <a:pt x="163" y="517"/>
                </a:lnTo>
                <a:lnTo>
                  <a:pt x="162" y="517"/>
                </a:lnTo>
                <a:lnTo>
                  <a:pt x="162" y="516"/>
                </a:lnTo>
                <a:lnTo>
                  <a:pt x="162" y="515"/>
                </a:lnTo>
                <a:lnTo>
                  <a:pt x="161" y="514"/>
                </a:lnTo>
                <a:lnTo>
                  <a:pt x="160" y="514"/>
                </a:lnTo>
                <a:lnTo>
                  <a:pt x="159" y="514"/>
                </a:lnTo>
                <a:lnTo>
                  <a:pt x="159" y="513"/>
                </a:lnTo>
                <a:lnTo>
                  <a:pt x="160" y="511"/>
                </a:lnTo>
                <a:lnTo>
                  <a:pt x="161" y="511"/>
                </a:lnTo>
                <a:lnTo>
                  <a:pt x="161" y="510"/>
                </a:lnTo>
                <a:lnTo>
                  <a:pt x="162" y="510"/>
                </a:lnTo>
                <a:lnTo>
                  <a:pt x="162" y="509"/>
                </a:lnTo>
                <a:lnTo>
                  <a:pt x="162" y="508"/>
                </a:lnTo>
                <a:lnTo>
                  <a:pt x="161" y="508"/>
                </a:lnTo>
                <a:lnTo>
                  <a:pt x="159" y="508"/>
                </a:lnTo>
                <a:lnTo>
                  <a:pt x="159" y="507"/>
                </a:lnTo>
                <a:lnTo>
                  <a:pt x="160" y="507"/>
                </a:lnTo>
                <a:lnTo>
                  <a:pt x="161" y="507"/>
                </a:lnTo>
                <a:lnTo>
                  <a:pt x="161" y="506"/>
                </a:lnTo>
                <a:lnTo>
                  <a:pt x="161" y="505"/>
                </a:lnTo>
                <a:lnTo>
                  <a:pt x="161" y="504"/>
                </a:lnTo>
                <a:lnTo>
                  <a:pt x="162" y="504"/>
                </a:lnTo>
                <a:lnTo>
                  <a:pt x="162" y="503"/>
                </a:lnTo>
                <a:lnTo>
                  <a:pt x="163" y="503"/>
                </a:lnTo>
                <a:lnTo>
                  <a:pt x="164" y="502"/>
                </a:lnTo>
                <a:lnTo>
                  <a:pt x="165" y="501"/>
                </a:lnTo>
                <a:lnTo>
                  <a:pt x="165" y="500"/>
                </a:lnTo>
                <a:lnTo>
                  <a:pt x="166" y="499"/>
                </a:lnTo>
                <a:lnTo>
                  <a:pt x="166" y="500"/>
                </a:lnTo>
                <a:lnTo>
                  <a:pt x="167" y="499"/>
                </a:lnTo>
                <a:lnTo>
                  <a:pt x="167" y="498"/>
                </a:lnTo>
                <a:lnTo>
                  <a:pt x="168" y="497"/>
                </a:lnTo>
                <a:lnTo>
                  <a:pt x="169" y="497"/>
                </a:lnTo>
                <a:lnTo>
                  <a:pt x="169" y="496"/>
                </a:lnTo>
                <a:lnTo>
                  <a:pt x="170" y="496"/>
                </a:lnTo>
                <a:lnTo>
                  <a:pt x="170" y="497"/>
                </a:lnTo>
                <a:lnTo>
                  <a:pt x="171" y="497"/>
                </a:lnTo>
                <a:lnTo>
                  <a:pt x="172" y="497"/>
                </a:lnTo>
                <a:lnTo>
                  <a:pt x="172" y="496"/>
                </a:lnTo>
                <a:lnTo>
                  <a:pt x="172" y="497"/>
                </a:lnTo>
                <a:lnTo>
                  <a:pt x="173" y="497"/>
                </a:lnTo>
                <a:lnTo>
                  <a:pt x="173" y="496"/>
                </a:lnTo>
                <a:lnTo>
                  <a:pt x="173" y="495"/>
                </a:lnTo>
                <a:lnTo>
                  <a:pt x="174" y="495"/>
                </a:lnTo>
                <a:lnTo>
                  <a:pt x="175" y="495"/>
                </a:lnTo>
                <a:lnTo>
                  <a:pt x="175" y="494"/>
                </a:lnTo>
                <a:lnTo>
                  <a:pt x="174" y="493"/>
                </a:lnTo>
                <a:lnTo>
                  <a:pt x="175" y="493"/>
                </a:lnTo>
                <a:lnTo>
                  <a:pt x="176" y="492"/>
                </a:lnTo>
                <a:lnTo>
                  <a:pt x="177" y="491"/>
                </a:lnTo>
                <a:lnTo>
                  <a:pt x="177" y="490"/>
                </a:lnTo>
                <a:lnTo>
                  <a:pt x="178" y="490"/>
                </a:lnTo>
                <a:lnTo>
                  <a:pt x="178" y="489"/>
                </a:lnTo>
                <a:lnTo>
                  <a:pt x="179" y="489"/>
                </a:lnTo>
                <a:lnTo>
                  <a:pt x="179" y="488"/>
                </a:lnTo>
                <a:lnTo>
                  <a:pt x="180" y="487"/>
                </a:lnTo>
                <a:lnTo>
                  <a:pt x="180" y="486"/>
                </a:lnTo>
                <a:lnTo>
                  <a:pt x="180" y="485"/>
                </a:lnTo>
                <a:lnTo>
                  <a:pt x="181" y="485"/>
                </a:lnTo>
                <a:lnTo>
                  <a:pt x="181" y="484"/>
                </a:lnTo>
                <a:lnTo>
                  <a:pt x="181" y="483"/>
                </a:lnTo>
                <a:lnTo>
                  <a:pt x="181" y="482"/>
                </a:lnTo>
                <a:lnTo>
                  <a:pt x="182" y="482"/>
                </a:lnTo>
                <a:lnTo>
                  <a:pt x="182" y="481"/>
                </a:lnTo>
                <a:lnTo>
                  <a:pt x="181" y="480"/>
                </a:lnTo>
                <a:lnTo>
                  <a:pt x="181" y="479"/>
                </a:lnTo>
                <a:lnTo>
                  <a:pt x="180" y="479"/>
                </a:lnTo>
                <a:lnTo>
                  <a:pt x="179" y="479"/>
                </a:lnTo>
                <a:lnTo>
                  <a:pt x="179" y="478"/>
                </a:lnTo>
                <a:lnTo>
                  <a:pt x="178" y="478"/>
                </a:lnTo>
                <a:lnTo>
                  <a:pt x="178" y="479"/>
                </a:lnTo>
                <a:lnTo>
                  <a:pt x="177" y="479"/>
                </a:lnTo>
                <a:lnTo>
                  <a:pt x="176" y="479"/>
                </a:lnTo>
                <a:lnTo>
                  <a:pt x="175" y="480"/>
                </a:lnTo>
                <a:lnTo>
                  <a:pt x="176" y="480"/>
                </a:lnTo>
                <a:lnTo>
                  <a:pt x="175" y="480"/>
                </a:lnTo>
                <a:lnTo>
                  <a:pt x="175" y="479"/>
                </a:lnTo>
                <a:lnTo>
                  <a:pt x="175" y="478"/>
                </a:lnTo>
                <a:lnTo>
                  <a:pt x="175" y="477"/>
                </a:lnTo>
                <a:lnTo>
                  <a:pt x="175" y="476"/>
                </a:lnTo>
                <a:lnTo>
                  <a:pt x="175" y="475"/>
                </a:lnTo>
                <a:lnTo>
                  <a:pt x="174" y="476"/>
                </a:lnTo>
                <a:lnTo>
                  <a:pt x="173" y="476"/>
                </a:lnTo>
                <a:lnTo>
                  <a:pt x="172" y="477"/>
                </a:lnTo>
                <a:lnTo>
                  <a:pt x="172" y="476"/>
                </a:lnTo>
                <a:lnTo>
                  <a:pt x="171" y="476"/>
                </a:lnTo>
                <a:lnTo>
                  <a:pt x="172" y="475"/>
                </a:lnTo>
                <a:lnTo>
                  <a:pt x="171" y="475"/>
                </a:lnTo>
                <a:lnTo>
                  <a:pt x="172" y="475"/>
                </a:lnTo>
                <a:lnTo>
                  <a:pt x="172" y="474"/>
                </a:lnTo>
                <a:lnTo>
                  <a:pt x="171" y="474"/>
                </a:lnTo>
                <a:lnTo>
                  <a:pt x="171" y="473"/>
                </a:lnTo>
                <a:lnTo>
                  <a:pt x="170" y="472"/>
                </a:lnTo>
                <a:lnTo>
                  <a:pt x="169" y="471"/>
                </a:lnTo>
                <a:lnTo>
                  <a:pt x="168" y="471"/>
                </a:lnTo>
                <a:lnTo>
                  <a:pt x="168" y="470"/>
                </a:lnTo>
                <a:lnTo>
                  <a:pt x="167" y="470"/>
                </a:lnTo>
                <a:lnTo>
                  <a:pt x="167" y="471"/>
                </a:lnTo>
                <a:lnTo>
                  <a:pt x="166" y="471"/>
                </a:lnTo>
                <a:lnTo>
                  <a:pt x="165" y="470"/>
                </a:lnTo>
                <a:lnTo>
                  <a:pt x="164" y="470"/>
                </a:lnTo>
                <a:lnTo>
                  <a:pt x="163" y="470"/>
                </a:lnTo>
                <a:lnTo>
                  <a:pt x="163" y="469"/>
                </a:lnTo>
                <a:lnTo>
                  <a:pt x="162" y="469"/>
                </a:lnTo>
                <a:lnTo>
                  <a:pt x="161" y="469"/>
                </a:lnTo>
                <a:lnTo>
                  <a:pt x="161" y="468"/>
                </a:lnTo>
                <a:lnTo>
                  <a:pt x="160" y="468"/>
                </a:lnTo>
                <a:lnTo>
                  <a:pt x="158" y="468"/>
                </a:lnTo>
                <a:lnTo>
                  <a:pt x="157" y="468"/>
                </a:lnTo>
                <a:lnTo>
                  <a:pt x="156" y="469"/>
                </a:lnTo>
                <a:lnTo>
                  <a:pt x="155" y="469"/>
                </a:lnTo>
                <a:lnTo>
                  <a:pt x="155" y="470"/>
                </a:lnTo>
                <a:lnTo>
                  <a:pt x="154" y="470"/>
                </a:lnTo>
                <a:lnTo>
                  <a:pt x="153" y="472"/>
                </a:lnTo>
                <a:lnTo>
                  <a:pt x="152" y="473"/>
                </a:lnTo>
                <a:lnTo>
                  <a:pt x="152" y="475"/>
                </a:lnTo>
                <a:lnTo>
                  <a:pt x="151" y="476"/>
                </a:lnTo>
                <a:lnTo>
                  <a:pt x="151" y="477"/>
                </a:lnTo>
                <a:lnTo>
                  <a:pt x="152" y="481"/>
                </a:lnTo>
                <a:lnTo>
                  <a:pt x="151" y="482"/>
                </a:lnTo>
                <a:lnTo>
                  <a:pt x="151" y="483"/>
                </a:lnTo>
                <a:lnTo>
                  <a:pt x="151" y="484"/>
                </a:lnTo>
                <a:lnTo>
                  <a:pt x="150" y="485"/>
                </a:lnTo>
                <a:lnTo>
                  <a:pt x="150" y="486"/>
                </a:lnTo>
                <a:lnTo>
                  <a:pt x="149" y="486"/>
                </a:lnTo>
                <a:lnTo>
                  <a:pt x="148" y="487"/>
                </a:lnTo>
                <a:lnTo>
                  <a:pt x="147" y="487"/>
                </a:lnTo>
                <a:lnTo>
                  <a:pt x="146" y="486"/>
                </a:lnTo>
                <a:lnTo>
                  <a:pt x="145" y="486"/>
                </a:lnTo>
                <a:lnTo>
                  <a:pt x="144" y="486"/>
                </a:lnTo>
                <a:lnTo>
                  <a:pt x="143" y="487"/>
                </a:lnTo>
                <a:lnTo>
                  <a:pt x="142" y="487"/>
                </a:lnTo>
                <a:lnTo>
                  <a:pt x="141" y="488"/>
                </a:lnTo>
                <a:lnTo>
                  <a:pt x="140" y="488"/>
                </a:lnTo>
                <a:lnTo>
                  <a:pt x="140" y="489"/>
                </a:lnTo>
                <a:lnTo>
                  <a:pt x="139" y="489"/>
                </a:lnTo>
                <a:lnTo>
                  <a:pt x="138" y="489"/>
                </a:lnTo>
                <a:lnTo>
                  <a:pt x="138" y="490"/>
                </a:lnTo>
                <a:lnTo>
                  <a:pt x="137" y="490"/>
                </a:lnTo>
                <a:lnTo>
                  <a:pt x="136" y="491"/>
                </a:lnTo>
                <a:lnTo>
                  <a:pt x="135" y="491"/>
                </a:lnTo>
                <a:lnTo>
                  <a:pt x="133" y="492"/>
                </a:lnTo>
                <a:lnTo>
                  <a:pt x="132" y="492"/>
                </a:lnTo>
                <a:lnTo>
                  <a:pt x="132" y="493"/>
                </a:lnTo>
                <a:lnTo>
                  <a:pt x="131" y="493"/>
                </a:lnTo>
                <a:lnTo>
                  <a:pt x="130" y="494"/>
                </a:lnTo>
                <a:lnTo>
                  <a:pt x="130" y="495"/>
                </a:lnTo>
                <a:lnTo>
                  <a:pt x="129" y="495"/>
                </a:lnTo>
                <a:lnTo>
                  <a:pt x="128" y="496"/>
                </a:lnTo>
                <a:lnTo>
                  <a:pt x="127" y="496"/>
                </a:lnTo>
                <a:lnTo>
                  <a:pt x="126" y="498"/>
                </a:lnTo>
                <a:lnTo>
                  <a:pt x="124" y="498"/>
                </a:lnTo>
                <a:lnTo>
                  <a:pt x="124" y="499"/>
                </a:lnTo>
                <a:lnTo>
                  <a:pt x="124" y="498"/>
                </a:lnTo>
                <a:lnTo>
                  <a:pt x="123" y="498"/>
                </a:lnTo>
                <a:lnTo>
                  <a:pt x="122" y="497"/>
                </a:lnTo>
                <a:lnTo>
                  <a:pt x="122" y="496"/>
                </a:lnTo>
                <a:lnTo>
                  <a:pt x="121" y="495"/>
                </a:lnTo>
                <a:lnTo>
                  <a:pt x="121" y="494"/>
                </a:lnTo>
                <a:lnTo>
                  <a:pt x="120" y="494"/>
                </a:lnTo>
                <a:lnTo>
                  <a:pt x="119" y="494"/>
                </a:lnTo>
                <a:lnTo>
                  <a:pt x="115" y="494"/>
                </a:lnTo>
                <a:lnTo>
                  <a:pt x="114" y="494"/>
                </a:lnTo>
                <a:lnTo>
                  <a:pt x="113" y="494"/>
                </a:lnTo>
                <a:lnTo>
                  <a:pt x="113" y="493"/>
                </a:lnTo>
                <a:lnTo>
                  <a:pt x="112" y="492"/>
                </a:lnTo>
                <a:lnTo>
                  <a:pt x="112" y="491"/>
                </a:lnTo>
                <a:lnTo>
                  <a:pt x="112" y="490"/>
                </a:lnTo>
                <a:lnTo>
                  <a:pt x="113" y="490"/>
                </a:lnTo>
                <a:lnTo>
                  <a:pt x="113" y="489"/>
                </a:lnTo>
                <a:lnTo>
                  <a:pt x="112" y="488"/>
                </a:lnTo>
                <a:lnTo>
                  <a:pt x="112" y="487"/>
                </a:lnTo>
                <a:lnTo>
                  <a:pt x="112" y="486"/>
                </a:lnTo>
                <a:lnTo>
                  <a:pt x="112" y="487"/>
                </a:lnTo>
                <a:lnTo>
                  <a:pt x="108" y="480"/>
                </a:lnTo>
                <a:lnTo>
                  <a:pt x="107" y="480"/>
                </a:lnTo>
                <a:lnTo>
                  <a:pt x="107" y="479"/>
                </a:lnTo>
                <a:lnTo>
                  <a:pt x="108" y="478"/>
                </a:lnTo>
                <a:lnTo>
                  <a:pt x="108" y="477"/>
                </a:lnTo>
                <a:lnTo>
                  <a:pt x="108" y="475"/>
                </a:lnTo>
                <a:lnTo>
                  <a:pt x="108" y="474"/>
                </a:lnTo>
                <a:lnTo>
                  <a:pt x="108" y="473"/>
                </a:lnTo>
                <a:lnTo>
                  <a:pt x="109" y="473"/>
                </a:lnTo>
                <a:lnTo>
                  <a:pt x="108" y="472"/>
                </a:lnTo>
                <a:lnTo>
                  <a:pt x="108" y="471"/>
                </a:lnTo>
                <a:lnTo>
                  <a:pt x="108" y="470"/>
                </a:lnTo>
                <a:lnTo>
                  <a:pt x="108" y="471"/>
                </a:lnTo>
                <a:lnTo>
                  <a:pt x="107" y="471"/>
                </a:lnTo>
                <a:lnTo>
                  <a:pt x="107" y="470"/>
                </a:lnTo>
                <a:lnTo>
                  <a:pt x="107" y="469"/>
                </a:lnTo>
                <a:lnTo>
                  <a:pt x="108" y="469"/>
                </a:lnTo>
                <a:lnTo>
                  <a:pt x="108" y="468"/>
                </a:lnTo>
                <a:lnTo>
                  <a:pt x="108" y="467"/>
                </a:lnTo>
                <a:lnTo>
                  <a:pt x="108" y="466"/>
                </a:lnTo>
                <a:lnTo>
                  <a:pt x="108" y="465"/>
                </a:lnTo>
                <a:lnTo>
                  <a:pt x="108" y="464"/>
                </a:lnTo>
                <a:lnTo>
                  <a:pt x="108" y="463"/>
                </a:lnTo>
                <a:lnTo>
                  <a:pt x="107" y="463"/>
                </a:lnTo>
                <a:lnTo>
                  <a:pt x="107" y="462"/>
                </a:lnTo>
                <a:lnTo>
                  <a:pt x="106" y="462"/>
                </a:lnTo>
                <a:lnTo>
                  <a:pt x="106" y="461"/>
                </a:lnTo>
                <a:lnTo>
                  <a:pt x="106" y="460"/>
                </a:lnTo>
                <a:lnTo>
                  <a:pt x="106" y="459"/>
                </a:lnTo>
                <a:lnTo>
                  <a:pt x="105" y="459"/>
                </a:lnTo>
                <a:lnTo>
                  <a:pt x="105" y="458"/>
                </a:lnTo>
                <a:lnTo>
                  <a:pt x="105" y="457"/>
                </a:lnTo>
                <a:lnTo>
                  <a:pt x="106" y="457"/>
                </a:lnTo>
                <a:lnTo>
                  <a:pt x="106" y="456"/>
                </a:lnTo>
                <a:lnTo>
                  <a:pt x="106" y="455"/>
                </a:lnTo>
                <a:lnTo>
                  <a:pt x="106" y="454"/>
                </a:lnTo>
                <a:lnTo>
                  <a:pt x="105" y="454"/>
                </a:lnTo>
                <a:lnTo>
                  <a:pt x="105" y="453"/>
                </a:lnTo>
                <a:lnTo>
                  <a:pt x="104" y="453"/>
                </a:lnTo>
                <a:lnTo>
                  <a:pt x="103" y="453"/>
                </a:lnTo>
                <a:lnTo>
                  <a:pt x="103" y="452"/>
                </a:lnTo>
                <a:lnTo>
                  <a:pt x="103" y="451"/>
                </a:lnTo>
                <a:lnTo>
                  <a:pt x="102" y="452"/>
                </a:lnTo>
                <a:lnTo>
                  <a:pt x="101" y="451"/>
                </a:lnTo>
                <a:lnTo>
                  <a:pt x="102" y="451"/>
                </a:lnTo>
                <a:lnTo>
                  <a:pt x="101" y="451"/>
                </a:lnTo>
                <a:lnTo>
                  <a:pt x="101" y="450"/>
                </a:lnTo>
                <a:lnTo>
                  <a:pt x="100" y="450"/>
                </a:lnTo>
                <a:lnTo>
                  <a:pt x="100" y="449"/>
                </a:lnTo>
                <a:lnTo>
                  <a:pt x="99" y="449"/>
                </a:lnTo>
                <a:lnTo>
                  <a:pt x="100" y="449"/>
                </a:lnTo>
                <a:lnTo>
                  <a:pt x="100" y="448"/>
                </a:lnTo>
                <a:lnTo>
                  <a:pt x="99" y="448"/>
                </a:lnTo>
                <a:lnTo>
                  <a:pt x="99" y="447"/>
                </a:lnTo>
                <a:lnTo>
                  <a:pt x="98" y="446"/>
                </a:lnTo>
                <a:lnTo>
                  <a:pt x="98" y="445"/>
                </a:lnTo>
                <a:lnTo>
                  <a:pt x="97" y="445"/>
                </a:lnTo>
                <a:lnTo>
                  <a:pt x="96" y="445"/>
                </a:lnTo>
                <a:lnTo>
                  <a:pt x="95" y="445"/>
                </a:lnTo>
                <a:lnTo>
                  <a:pt x="95" y="444"/>
                </a:lnTo>
                <a:lnTo>
                  <a:pt x="95" y="445"/>
                </a:lnTo>
                <a:lnTo>
                  <a:pt x="94" y="445"/>
                </a:lnTo>
                <a:lnTo>
                  <a:pt x="93" y="445"/>
                </a:lnTo>
                <a:lnTo>
                  <a:pt x="92" y="445"/>
                </a:lnTo>
                <a:lnTo>
                  <a:pt x="92" y="444"/>
                </a:lnTo>
                <a:lnTo>
                  <a:pt x="92" y="443"/>
                </a:lnTo>
                <a:lnTo>
                  <a:pt x="93" y="443"/>
                </a:lnTo>
                <a:lnTo>
                  <a:pt x="93" y="442"/>
                </a:lnTo>
                <a:lnTo>
                  <a:pt x="93" y="441"/>
                </a:lnTo>
                <a:lnTo>
                  <a:pt x="92" y="441"/>
                </a:lnTo>
                <a:lnTo>
                  <a:pt x="92" y="440"/>
                </a:lnTo>
                <a:lnTo>
                  <a:pt x="91" y="440"/>
                </a:lnTo>
                <a:lnTo>
                  <a:pt x="91" y="439"/>
                </a:lnTo>
                <a:lnTo>
                  <a:pt x="90" y="438"/>
                </a:lnTo>
                <a:lnTo>
                  <a:pt x="90" y="437"/>
                </a:lnTo>
                <a:lnTo>
                  <a:pt x="91" y="437"/>
                </a:lnTo>
                <a:lnTo>
                  <a:pt x="91" y="436"/>
                </a:lnTo>
                <a:lnTo>
                  <a:pt x="91" y="435"/>
                </a:lnTo>
                <a:lnTo>
                  <a:pt x="92" y="436"/>
                </a:lnTo>
                <a:lnTo>
                  <a:pt x="92" y="435"/>
                </a:lnTo>
                <a:lnTo>
                  <a:pt x="93" y="435"/>
                </a:lnTo>
                <a:lnTo>
                  <a:pt x="93" y="434"/>
                </a:lnTo>
                <a:lnTo>
                  <a:pt x="94" y="433"/>
                </a:lnTo>
                <a:lnTo>
                  <a:pt x="95" y="434"/>
                </a:lnTo>
                <a:lnTo>
                  <a:pt x="95" y="433"/>
                </a:lnTo>
                <a:lnTo>
                  <a:pt x="95" y="432"/>
                </a:lnTo>
                <a:lnTo>
                  <a:pt x="93" y="432"/>
                </a:lnTo>
                <a:lnTo>
                  <a:pt x="93" y="431"/>
                </a:lnTo>
                <a:lnTo>
                  <a:pt x="92" y="431"/>
                </a:lnTo>
                <a:lnTo>
                  <a:pt x="92" y="430"/>
                </a:lnTo>
                <a:lnTo>
                  <a:pt x="91" y="430"/>
                </a:lnTo>
                <a:lnTo>
                  <a:pt x="91" y="429"/>
                </a:lnTo>
                <a:lnTo>
                  <a:pt x="91" y="428"/>
                </a:lnTo>
                <a:lnTo>
                  <a:pt x="91" y="427"/>
                </a:lnTo>
                <a:lnTo>
                  <a:pt x="91" y="426"/>
                </a:lnTo>
                <a:lnTo>
                  <a:pt x="92" y="426"/>
                </a:lnTo>
                <a:lnTo>
                  <a:pt x="92" y="425"/>
                </a:lnTo>
                <a:lnTo>
                  <a:pt x="92" y="424"/>
                </a:lnTo>
                <a:lnTo>
                  <a:pt x="93" y="424"/>
                </a:lnTo>
                <a:lnTo>
                  <a:pt x="93" y="423"/>
                </a:lnTo>
                <a:lnTo>
                  <a:pt x="92" y="423"/>
                </a:lnTo>
                <a:lnTo>
                  <a:pt x="92" y="422"/>
                </a:lnTo>
                <a:lnTo>
                  <a:pt x="91" y="422"/>
                </a:lnTo>
                <a:lnTo>
                  <a:pt x="91" y="421"/>
                </a:lnTo>
                <a:lnTo>
                  <a:pt x="90" y="421"/>
                </a:lnTo>
                <a:lnTo>
                  <a:pt x="90" y="420"/>
                </a:lnTo>
                <a:lnTo>
                  <a:pt x="90" y="419"/>
                </a:lnTo>
                <a:lnTo>
                  <a:pt x="89" y="418"/>
                </a:lnTo>
                <a:lnTo>
                  <a:pt x="89" y="417"/>
                </a:lnTo>
                <a:lnTo>
                  <a:pt x="88" y="416"/>
                </a:lnTo>
                <a:lnTo>
                  <a:pt x="87" y="416"/>
                </a:lnTo>
                <a:lnTo>
                  <a:pt x="87" y="415"/>
                </a:lnTo>
                <a:lnTo>
                  <a:pt x="86" y="415"/>
                </a:lnTo>
                <a:lnTo>
                  <a:pt x="85" y="414"/>
                </a:lnTo>
                <a:lnTo>
                  <a:pt x="85" y="415"/>
                </a:lnTo>
                <a:lnTo>
                  <a:pt x="84" y="415"/>
                </a:lnTo>
                <a:lnTo>
                  <a:pt x="84" y="414"/>
                </a:lnTo>
                <a:lnTo>
                  <a:pt x="83" y="414"/>
                </a:lnTo>
                <a:lnTo>
                  <a:pt x="83" y="413"/>
                </a:lnTo>
                <a:lnTo>
                  <a:pt x="84" y="413"/>
                </a:lnTo>
                <a:lnTo>
                  <a:pt x="84" y="412"/>
                </a:lnTo>
                <a:lnTo>
                  <a:pt x="84" y="411"/>
                </a:lnTo>
                <a:lnTo>
                  <a:pt x="83" y="411"/>
                </a:lnTo>
                <a:lnTo>
                  <a:pt x="82" y="410"/>
                </a:lnTo>
                <a:lnTo>
                  <a:pt x="82" y="409"/>
                </a:lnTo>
                <a:lnTo>
                  <a:pt x="81" y="408"/>
                </a:lnTo>
                <a:lnTo>
                  <a:pt x="80" y="408"/>
                </a:lnTo>
                <a:lnTo>
                  <a:pt x="80" y="407"/>
                </a:lnTo>
                <a:lnTo>
                  <a:pt x="79" y="406"/>
                </a:lnTo>
                <a:lnTo>
                  <a:pt x="79" y="405"/>
                </a:lnTo>
                <a:lnTo>
                  <a:pt x="79" y="404"/>
                </a:lnTo>
                <a:lnTo>
                  <a:pt x="80" y="403"/>
                </a:lnTo>
                <a:lnTo>
                  <a:pt x="79" y="403"/>
                </a:lnTo>
                <a:lnTo>
                  <a:pt x="80" y="402"/>
                </a:lnTo>
                <a:lnTo>
                  <a:pt x="80" y="400"/>
                </a:lnTo>
                <a:lnTo>
                  <a:pt x="81" y="400"/>
                </a:lnTo>
                <a:lnTo>
                  <a:pt x="80" y="400"/>
                </a:lnTo>
                <a:lnTo>
                  <a:pt x="81" y="399"/>
                </a:lnTo>
                <a:lnTo>
                  <a:pt x="83" y="399"/>
                </a:lnTo>
                <a:lnTo>
                  <a:pt x="84" y="399"/>
                </a:lnTo>
                <a:lnTo>
                  <a:pt x="85" y="399"/>
                </a:lnTo>
                <a:lnTo>
                  <a:pt x="86" y="399"/>
                </a:lnTo>
                <a:lnTo>
                  <a:pt x="87" y="399"/>
                </a:lnTo>
                <a:lnTo>
                  <a:pt x="87" y="398"/>
                </a:lnTo>
                <a:lnTo>
                  <a:pt x="88" y="398"/>
                </a:lnTo>
                <a:lnTo>
                  <a:pt x="88" y="397"/>
                </a:lnTo>
                <a:lnTo>
                  <a:pt x="89" y="397"/>
                </a:lnTo>
                <a:lnTo>
                  <a:pt x="89" y="396"/>
                </a:lnTo>
                <a:lnTo>
                  <a:pt x="88" y="396"/>
                </a:lnTo>
                <a:lnTo>
                  <a:pt x="87" y="396"/>
                </a:lnTo>
                <a:lnTo>
                  <a:pt x="87" y="395"/>
                </a:lnTo>
                <a:lnTo>
                  <a:pt x="88" y="395"/>
                </a:lnTo>
                <a:lnTo>
                  <a:pt x="88" y="394"/>
                </a:lnTo>
                <a:lnTo>
                  <a:pt x="88" y="393"/>
                </a:lnTo>
                <a:lnTo>
                  <a:pt x="88" y="392"/>
                </a:lnTo>
                <a:lnTo>
                  <a:pt x="87" y="392"/>
                </a:lnTo>
                <a:lnTo>
                  <a:pt x="86" y="391"/>
                </a:lnTo>
                <a:lnTo>
                  <a:pt x="87" y="390"/>
                </a:lnTo>
                <a:lnTo>
                  <a:pt x="88" y="389"/>
                </a:lnTo>
                <a:lnTo>
                  <a:pt x="88" y="388"/>
                </a:lnTo>
                <a:lnTo>
                  <a:pt x="89" y="387"/>
                </a:lnTo>
                <a:lnTo>
                  <a:pt x="90" y="387"/>
                </a:lnTo>
                <a:lnTo>
                  <a:pt x="90" y="386"/>
                </a:lnTo>
                <a:lnTo>
                  <a:pt x="91" y="386"/>
                </a:lnTo>
                <a:lnTo>
                  <a:pt x="92" y="386"/>
                </a:lnTo>
                <a:lnTo>
                  <a:pt x="92" y="385"/>
                </a:lnTo>
                <a:lnTo>
                  <a:pt x="93" y="385"/>
                </a:lnTo>
                <a:lnTo>
                  <a:pt x="93" y="386"/>
                </a:lnTo>
                <a:lnTo>
                  <a:pt x="94" y="386"/>
                </a:lnTo>
                <a:lnTo>
                  <a:pt x="94" y="385"/>
                </a:lnTo>
                <a:lnTo>
                  <a:pt x="94" y="384"/>
                </a:lnTo>
                <a:lnTo>
                  <a:pt x="95" y="384"/>
                </a:lnTo>
                <a:lnTo>
                  <a:pt x="96" y="384"/>
                </a:lnTo>
                <a:lnTo>
                  <a:pt x="96" y="383"/>
                </a:lnTo>
                <a:lnTo>
                  <a:pt x="97" y="382"/>
                </a:lnTo>
                <a:lnTo>
                  <a:pt x="98" y="382"/>
                </a:lnTo>
                <a:lnTo>
                  <a:pt x="98" y="381"/>
                </a:lnTo>
                <a:lnTo>
                  <a:pt x="99" y="381"/>
                </a:lnTo>
                <a:lnTo>
                  <a:pt x="100" y="381"/>
                </a:lnTo>
                <a:lnTo>
                  <a:pt x="100" y="380"/>
                </a:lnTo>
                <a:lnTo>
                  <a:pt x="101" y="380"/>
                </a:lnTo>
                <a:lnTo>
                  <a:pt x="101" y="379"/>
                </a:lnTo>
                <a:lnTo>
                  <a:pt x="102" y="379"/>
                </a:lnTo>
                <a:lnTo>
                  <a:pt x="103" y="379"/>
                </a:lnTo>
                <a:lnTo>
                  <a:pt x="104" y="379"/>
                </a:lnTo>
                <a:lnTo>
                  <a:pt x="104" y="378"/>
                </a:lnTo>
                <a:lnTo>
                  <a:pt x="105" y="378"/>
                </a:lnTo>
                <a:lnTo>
                  <a:pt x="106" y="378"/>
                </a:lnTo>
                <a:lnTo>
                  <a:pt x="107" y="378"/>
                </a:lnTo>
                <a:lnTo>
                  <a:pt x="107" y="379"/>
                </a:lnTo>
                <a:lnTo>
                  <a:pt x="107" y="378"/>
                </a:lnTo>
                <a:lnTo>
                  <a:pt x="107" y="377"/>
                </a:lnTo>
                <a:lnTo>
                  <a:pt x="106" y="377"/>
                </a:lnTo>
                <a:lnTo>
                  <a:pt x="106" y="376"/>
                </a:lnTo>
                <a:lnTo>
                  <a:pt x="106" y="375"/>
                </a:lnTo>
                <a:lnTo>
                  <a:pt x="106" y="374"/>
                </a:lnTo>
                <a:lnTo>
                  <a:pt x="105" y="373"/>
                </a:lnTo>
                <a:lnTo>
                  <a:pt x="106" y="373"/>
                </a:lnTo>
                <a:lnTo>
                  <a:pt x="105" y="373"/>
                </a:lnTo>
                <a:lnTo>
                  <a:pt x="105" y="372"/>
                </a:lnTo>
                <a:lnTo>
                  <a:pt x="105" y="373"/>
                </a:lnTo>
                <a:lnTo>
                  <a:pt x="104" y="372"/>
                </a:lnTo>
                <a:lnTo>
                  <a:pt x="103" y="373"/>
                </a:lnTo>
                <a:lnTo>
                  <a:pt x="102" y="372"/>
                </a:lnTo>
                <a:lnTo>
                  <a:pt x="102" y="373"/>
                </a:lnTo>
                <a:lnTo>
                  <a:pt x="101" y="372"/>
                </a:lnTo>
                <a:lnTo>
                  <a:pt x="101" y="371"/>
                </a:lnTo>
                <a:lnTo>
                  <a:pt x="101" y="370"/>
                </a:lnTo>
                <a:lnTo>
                  <a:pt x="101" y="371"/>
                </a:lnTo>
                <a:lnTo>
                  <a:pt x="100" y="371"/>
                </a:lnTo>
                <a:lnTo>
                  <a:pt x="100" y="370"/>
                </a:lnTo>
                <a:lnTo>
                  <a:pt x="99" y="370"/>
                </a:lnTo>
                <a:lnTo>
                  <a:pt x="98" y="370"/>
                </a:lnTo>
                <a:lnTo>
                  <a:pt x="97" y="370"/>
                </a:lnTo>
                <a:lnTo>
                  <a:pt x="96" y="370"/>
                </a:lnTo>
                <a:lnTo>
                  <a:pt x="95" y="370"/>
                </a:lnTo>
                <a:lnTo>
                  <a:pt x="95" y="369"/>
                </a:lnTo>
                <a:lnTo>
                  <a:pt x="95" y="368"/>
                </a:lnTo>
                <a:lnTo>
                  <a:pt x="96" y="368"/>
                </a:lnTo>
                <a:lnTo>
                  <a:pt x="96" y="367"/>
                </a:lnTo>
                <a:lnTo>
                  <a:pt x="95" y="367"/>
                </a:lnTo>
                <a:lnTo>
                  <a:pt x="94" y="367"/>
                </a:lnTo>
                <a:lnTo>
                  <a:pt x="93" y="366"/>
                </a:lnTo>
                <a:lnTo>
                  <a:pt x="93" y="365"/>
                </a:lnTo>
                <a:lnTo>
                  <a:pt x="92" y="365"/>
                </a:lnTo>
                <a:lnTo>
                  <a:pt x="91" y="364"/>
                </a:lnTo>
                <a:lnTo>
                  <a:pt x="91" y="363"/>
                </a:lnTo>
                <a:lnTo>
                  <a:pt x="91" y="362"/>
                </a:lnTo>
                <a:lnTo>
                  <a:pt x="90" y="362"/>
                </a:lnTo>
                <a:lnTo>
                  <a:pt x="91" y="361"/>
                </a:lnTo>
                <a:lnTo>
                  <a:pt x="90" y="361"/>
                </a:lnTo>
                <a:lnTo>
                  <a:pt x="90" y="360"/>
                </a:lnTo>
                <a:lnTo>
                  <a:pt x="90" y="359"/>
                </a:lnTo>
                <a:lnTo>
                  <a:pt x="89" y="359"/>
                </a:lnTo>
                <a:lnTo>
                  <a:pt x="88" y="359"/>
                </a:lnTo>
                <a:lnTo>
                  <a:pt x="87" y="359"/>
                </a:lnTo>
                <a:lnTo>
                  <a:pt x="87" y="360"/>
                </a:lnTo>
                <a:lnTo>
                  <a:pt x="86" y="360"/>
                </a:lnTo>
                <a:lnTo>
                  <a:pt x="86" y="361"/>
                </a:lnTo>
                <a:lnTo>
                  <a:pt x="85" y="361"/>
                </a:lnTo>
                <a:lnTo>
                  <a:pt x="84" y="361"/>
                </a:lnTo>
                <a:lnTo>
                  <a:pt x="83" y="361"/>
                </a:lnTo>
                <a:lnTo>
                  <a:pt x="82" y="361"/>
                </a:lnTo>
                <a:lnTo>
                  <a:pt x="81" y="361"/>
                </a:lnTo>
                <a:lnTo>
                  <a:pt x="81" y="362"/>
                </a:lnTo>
                <a:lnTo>
                  <a:pt x="81" y="363"/>
                </a:lnTo>
                <a:lnTo>
                  <a:pt x="80" y="363"/>
                </a:lnTo>
                <a:lnTo>
                  <a:pt x="79" y="363"/>
                </a:lnTo>
                <a:lnTo>
                  <a:pt x="80" y="362"/>
                </a:lnTo>
                <a:lnTo>
                  <a:pt x="79" y="362"/>
                </a:lnTo>
                <a:lnTo>
                  <a:pt x="79" y="361"/>
                </a:lnTo>
                <a:lnTo>
                  <a:pt x="79" y="360"/>
                </a:lnTo>
                <a:lnTo>
                  <a:pt x="78" y="360"/>
                </a:lnTo>
                <a:lnTo>
                  <a:pt x="78" y="359"/>
                </a:lnTo>
                <a:lnTo>
                  <a:pt x="78" y="358"/>
                </a:lnTo>
                <a:lnTo>
                  <a:pt x="77" y="358"/>
                </a:lnTo>
                <a:lnTo>
                  <a:pt x="76" y="358"/>
                </a:lnTo>
                <a:lnTo>
                  <a:pt x="77" y="357"/>
                </a:lnTo>
                <a:lnTo>
                  <a:pt x="76" y="357"/>
                </a:lnTo>
                <a:lnTo>
                  <a:pt x="76" y="356"/>
                </a:lnTo>
                <a:lnTo>
                  <a:pt x="75" y="355"/>
                </a:lnTo>
                <a:lnTo>
                  <a:pt x="74" y="355"/>
                </a:lnTo>
                <a:lnTo>
                  <a:pt x="74" y="354"/>
                </a:lnTo>
                <a:lnTo>
                  <a:pt x="74" y="353"/>
                </a:lnTo>
                <a:lnTo>
                  <a:pt x="73" y="353"/>
                </a:lnTo>
                <a:lnTo>
                  <a:pt x="72" y="353"/>
                </a:lnTo>
                <a:lnTo>
                  <a:pt x="71" y="353"/>
                </a:lnTo>
                <a:lnTo>
                  <a:pt x="71" y="352"/>
                </a:lnTo>
                <a:lnTo>
                  <a:pt x="70" y="353"/>
                </a:lnTo>
                <a:lnTo>
                  <a:pt x="70" y="352"/>
                </a:lnTo>
                <a:lnTo>
                  <a:pt x="69" y="352"/>
                </a:lnTo>
                <a:lnTo>
                  <a:pt x="69" y="351"/>
                </a:lnTo>
                <a:lnTo>
                  <a:pt x="68" y="351"/>
                </a:lnTo>
                <a:lnTo>
                  <a:pt x="68" y="352"/>
                </a:lnTo>
                <a:lnTo>
                  <a:pt x="68" y="353"/>
                </a:lnTo>
                <a:lnTo>
                  <a:pt x="68" y="354"/>
                </a:lnTo>
                <a:lnTo>
                  <a:pt x="67" y="355"/>
                </a:lnTo>
                <a:lnTo>
                  <a:pt x="66" y="355"/>
                </a:lnTo>
                <a:lnTo>
                  <a:pt x="65" y="356"/>
                </a:lnTo>
                <a:lnTo>
                  <a:pt x="65" y="357"/>
                </a:lnTo>
                <a:lnTo>
                  <a:pt x="65" y="358"/>
                </a:lnTo>
                <a:lnTo>
                  <a:pt x="64" y="358"/>
                </a:lnTo>
                <a:lnTo>
                  <a:pt x="64" y="357"/>
                </a:lnTo>
                <a:lnTo>
                  <a:pt x="64" y="358"/>
                </a:lnTo>
                <a:lnTo>
                  <a:pt x="64" y="359"/>
                </a:lnTo>
                <a:lnTo>
                  <a:pt x="63" y="359"/>
                </a:lnTo>
                <a:lnTo>
                  <a:pt x="62" y="359"/>
                </a:lnTo>
                <a:lnTo>
                  <a:pt x="61" y="358"/>
                </a:lnTo>
                <a:lnTo>
                  <a:pt x="61" y="357"/>
                </a:lnTo>
                <a:lnTo>
                  <a:pt x="60" y="357"/>
                </a:lnTo>
                <a:lnTo>
                  <a:pt x="60" y="356"/>
                </a:lnTo>
                <a:lnTo>
                  <a:pt x="61" y="356"/>
                </a:lnTo>
                <a:lnTo>
                  <a:pt x="60" y="356"/>
                </a:lnTo>
                <a:lnTo>
                  <a:pt x="59" y="355"/>
                </a:lnTo>
                <a:lnTo>
                  <a:pt x="60" y="355"/>
                </a:lnTo>
                <a:lnTo>
                  <a:pt x="59" y="354"/>
                </a:lnTo>
                <a:lnTo>
                  <a:pt x="58" y="354"/>
                </a:lnTo>
                <a:lnTo>
                  <a:pt x="58" y="353"/>
                </a:lnTo>
                <a:lnTo>
                  <a:pt x="59" y="353"/>
                </a:lnTo>
                <a:lnTo>
                  <a:pt x="59" y="352"/>
                </a:lnTo>
                <a:lnTo>
                  <a:pt x="59" y="351"/>
                </a:lnTo>
                <a:lnTo>
                  <a:pt x="59" y="350"/>
                </a:lnTo>
                <a:lnTo>
                  <a:pt x="59" y="349"/>
                </a:lnTo>
                <a:lnTo>
                  <a:pt x="58" y="349"/>
                </a:lnTo>
                <a:lnTo>
                  <a:pt x="58" y="348"/>
                </a:lnTo>
                <a:lnTo>
                  <a:pt x="57" y="347"/>
                </a:lnTo>
                <a:lnTo>
                  <a:pt x="56" y="346"/>
                </a:lnTo>
                <a:lnTo>
                  <a:pt x="56" y="347"/>
                </a:lnTo>
                <a:lnTo>
                  <a:pt x="55" y="347"/>
                </a:lnTo>
                <a:lnTo>
                  <a:pt x="54" y="347"/>
                </a:lnTo>
                <a:lnTo>
                  <a:pt x="53" y="347"/>
                </a:lnTo>
                <a:lnTo>
                  <a:pt x="53" y="346"/>
                </a:lnTo>
                <a:lnTo>
                  <a:pt x="52" y="346"/>
                </a:lnTo>
                <a:lnTo>
                  <a:pt x="52" y="345"/>
                </a:lnTo>
                <a:lnTo>
                  <a:pt x="51" y="345"/>
                </a:lnTo>
                <a:lnTo>
                  <a:pt x="51" y="344"/>
                </a:lnTo>
                <a:lnTo>
                  <a:pt x="52" y="344"/>
                </a:lnTo>
                <a:lnTo>
                  <a:pt x="52" y="343"/>
                </a:lnTo>
                <a:lnTo>
                  <a:pt x="52" y="342"/>
                </a:lnTo>
                <a:lnTo>
                  <a:pt x="52" y="341"/>
                </a:lnTo>
                <a:lnTo>
                  <a:pt x="52" y="342"/>
                </a:lnTo>
                <a:lnTo>
                  <a:pt x="51" y="342"/>
                </a:lnTo>
                <a:lnTo>
                  <a:pt x="50" y="341"/>
                </a:lnTo>
                <a:lnTo>
                  <a:pt x="50" y="340"/>
                </a:lnTo>
                <a:lnTo>
                  <a:pt x="50" y="339"/>
                </a:lnTo>
                <a:lnTo>
                  <a:pt x="50" y="338"/>
                </a:lnTo>
                <a:lnTo>
                  <a:pt x="49" y="338"/>
                </a:lnTo>
                <a:lnTo>
                  <a:pt x="49" y="339"/>
                </a:lnTo>
                <a:lnTo>
                  <a:pt x="48" y="338"/>
                </a:lnTo>
                <a:lnTo>
                  <a:pt x="48" y="339"/>
                </a:lnTo>
                <a:lnTo>
                  <a:pt x="47" y="339"/>
                </a:lnTo>
                <a:lnTo>
                  <a:pt x="47" y="340"/>
                </a:lnTo>
                <a:lnTo>
                  <a:pt x="47" y="339"/>
                </a:lnTo>
                <a:lnTo>
                  <a:pt x="46" y="339"/>
                </a:lnTo>
                <a:lnTo>
                  <a:pt x="45" y="339"/>
                </a:lnTo>
                <a:lnTo>
                  <a:pt x="44" y="338"/>
                </a:lnTo>
                <a:lnTo>
                  <a:pt x="45" y="337"/>
                </a:lnTo>
                <a:lnTo>
                  <a:pt x="45" y="336"/>
                </a:lnTo>
                <a:lnTo>
                  <a:pt x="44" y="336"/>
                </a:lnTo>
                <a:lnTo>
                  <a:pt x="45" y="336"/>
                </a:lnTo>
                <a:lnTo>
                  <a:pt x="45" y="335"/>
                </a:lnTo>
                <a:lnTo>
                  <a:pt x="46" y="333"/>
                </a:lnTo>
                <a:lnTo>
                  <a:pt x="45" y="332"/>
                </a:lnTo>
                <a:lnTo>
                  <a:pt x="44" y="332"/>
                </a:lnTo>
                <a:lnTo>
                  <a:pt x="44" y="331"/>
                </a:lnTo>
                <a:lnTo>
                  <a:pt x="45" y="331"/>
                </a:lnTo>
                <a:lnTo>
                  <a:pt x="45" y="330"/>
                </a:lnTo>
                <a:lnTo>
                  <a:pt x="45" y="329"/>
                </a:lnTo>
                <a:lnTo>
                  <a:pt x="45" y="328"/>
                </a:lnTo>
                <a:lnTo>
                  <a:pt x="45" y="327"/>
                </a:lnTo>
                <a:lnTo>
                  <a:pt x="45" y="326"/>
                </a:lnTo>
                <a:lnTo>
                  <a:pt x="45" y="325"/>
                </a:lnTo>
                <a:lnTo>
                  <a:pt x="44" y="325"/>
                </a:lnTo>
                <a:lnTo>
                  <a:pt x="44" y="324"/>
                </a:lnTo>
                <a:lnTo>
                  <a:pt x="44" y="323"/>
                </a:lnTo>
                <a:lnTo>
                  <a:pt x="44" y="322"/>
                </a:lnTo>
                <a:lnTo>
                  <a:pt x="45" y="321"/>
                </a:lnTo>
                <a:lnTo>
                  <a:pt x="46" y="321"/>
                </a:lnTo>
                <a:lnTo>
                  <a:pt x="46" y="320"/>
                </a:lnTo>
                <a:lnTo>
                  <a:pt x="47" y="320"/>
                </a:lnTo>
                <a:lnTo>
                  <a:pt x="48" y="319"/>
                </a:lnTo>
                <a:lnTo>
                  <a:pt x="48" y="318"/>
                </a:lnTo>
                <a:lnTo>
                  <a:pt x="49" y="318"/>
                </a:lnTo>
                <a:lnTo>
                  <a:pt x="49" y="317"/>
                </a:lnTo>
                <a:lnTo>
                  <a:pt x="49" y="316"/>
                </a:lnTo>
                <a:lnTo>
                  <a:pt x="49" y="315"/>
                </a:lnTo>
                <a:lnTo>
                  <a:pt x="49" y="314"/>
                </a:lnTo>
                <a:lnTo>
                  <a:pt x="50" y="314"/>
                </a:lnTo>
                <a:lnTo>
                  <a:pt x="50" y="313"/>
                </a:lnTo>
                <a:lnTo>
                  <a:pt x="49" y="313"/>
                </a:lnTo>
                <a:lnTo>
                  <a:pt x="50" y="313"/>
                </a:lnTo>
                <a:lnTo>
                  <a:pt x="50" y="312"/>
                </a:lnTo>
                <a:lnTo>
                  <a:pt x="51" y="312"/>
                </a:lnTo>
                <a:lnTo>
                  <a:pt x="52" y="312"/>
                </a:lnTo>
                <a:lnTo>
                  <a:pt x="52" y="311"/>
                </a:lnTo>
                <a:lnTo>
                  <a:pt x="53" y="311"/>
                </a:lnTo>
                <a:lnTo>
                  <a:pt x="54" y="311"/>
                </a:lnTo>
                <a:lnTo>
                  <a:pt x="54" y="310"/>
                </a:lnTo>
                <a:lnTo>
                  <a:pt x="54" y="309"/>
                </a:lnTo>
                <a:lnTo>
                  <a:pt x="54" y="308"/>
                </a:lnTo>
                <a:lnTo>
                  <a:pt x="53" y="308"/>
                </a:lnTo>
                <a:lnTo>
                  <a:pt x="53" y="307"/>
                </a:lnTo>
                <a:lnTo>
                  <a:pt x="54" y="307"/>
                </a:lnTo>
                <a:lnTo>
                  <a:pt x="54" y="306"/>
                </a:lnTo>
                <a:lnTo>
                  <a:pt x="54" y="305"/>
                </a:lnTo>
                <a:lnTo>
                  <a:pt x="55" y="305"/>
                </a:lnTo>
                <a:lnTo>
                  <a:pt x="55" y="304"/>
                </a:lnTo>
                <a:lnTo>
                  <a:pt x="56" y="304"/>
                </a:lnTo>
                <a:lnTo>
                  <a:pt x="56" y="303"/>
                </a:lnTo>
                <a:lnTo>
                  <a:pt x="57" y="303"/>
                </a:lnTo>
                <a:lnTo>
                  <a:pt x="57" y="302"/>
                </a:lnTo>
                <a:lnTo>
                  <a:pt x="58" y="302"/>
                </a:lnTo>
                <a:lnTo>
                  <a:pt x="57" y="301"/>
                </a:lnTo>
                <a:lnTo>
                  <a:pt x="58" y="301"/>
                </a:lnTo>
                <a:lnTo>
                  <a:pt x="58" y="302"/>
                </a:lnTo>
                <a:lnTo>
                  <a:pt x="59" y="302"/>
                </a:lnTo>
                <a:lnTo>
                  <a:pt x="60" y="302"/>
                </a:lnTo>
                <a:lnTo>
                  <a:pt x="60" y="301"/>
                </a:lnTo>
                <a:lnTo>
                  <a:pt x="61" y="301"/>
                </a:lnTo>
                <a:lnTo>
                  <a:pt x="61" y="300"/>
                </a:lnTo>
                <a:lnTo>
                  <a:pt x="62" y="300"/>
                </a:lnTo>
                <a:lnTo>
                  <a:pt x="63" y="300"/>
                </a:lnTo>
                <a:lnTo>
                  <a:pt x="63" y="299"/>
                </a:lnTo>
                <a:lnTo>
                  <a:pt x="64" y="299"/>
                </a:lnTo>
                <a:lnTo>
                  <a:pt x="64" y="298"/>
                </a:lnTo>
                <a:lnTo>
                  <a:pt x="65" y="298"/>
                </a:lnTo>
                <a:lnTo>
                  <a:pt x="66" y="298"/>
                </a:lnTo>
                <a:lnTo>
                  <a:pt x="66" y="297"/>
                </a:lnTo>
                <a:lnTo>
                  <a:pt x="67" y="297"/>
                </a:lnTo>
                <a:lnTo>
                  <a:pt x="67" y="296"/>
                </a:lnTo>
                <a:lnTo>
                  <a:pt x="68" y="296"/>
                </a:lnTo>
                <a:lnTo>
                  <a:pt x="68" y="295"/>
                </a:lnTo>
                <a:lnTo>
                  <a:pt x="68" y="296"/>
                </a:lnTo>
                <a:lnTo>
                  <a:pt x="68" y="295"/>
                </a:lnTo>
                <a:lnTo>
                  <a:pt x="69" y="295"/>
                </a:lnTo>
                <a:lnTo>
                  <a:pt x="70" y="295"/>
                </a:lnTo>
                <a:lnTo>
                  <a:pt x="70" y="294"/>
                </a:lnTo>
                <a:lnTo>
                  <a:pt x="71" y="294"/>
                </a:lnTo>
                <a:lnTo>
                  <a:pt x="71" y="293"/>
                </a:lnTo>
                <a:lnTo>
                  <a:pt x="72" y="293"/>
                </a:lnTo>
                <a:lnTo>
                  <a:pt x="73" y="294"/>
                </a:lnTo>
                <a:lnTo>
                  <a:pt x="74" y="294"/>
                </a:lnTo>
                <a:lnTo>
                  <a:pt x="75" y="295"/>
                </a:lnTo>
                <a:lnTo>
                  <a:pt x="76" y="295"/>
                </a:lnTo>
                <a:lnTo>
                  <a:pt x="77" y="295"/>
                </a:lnTo>
                <a:lnTo>
                  <a:pt x="76" y="295"/>
                </a:lnTo>
                <a:lnTo>
                  <a:pt x="76" y="294"/>
                </a:lnTo>
                <a:lnTo>
                  <a:pt x="77" y="294"/>
                </a:lnTo>
                <a:lnTo>
                  <a:pt x="77" y="293"/>
                </a:lnTo>
                <a:lnTo>
                  <a:pt x="79" y="293"/>
                </a:lnTo>
                <a:lnTo>
                  <a:pt x="79" y="292"/>
                </a:lnTo>
                <a:lnTo>
                  <a:pt x="80" y="292"/>
                </a:lnTo>
                <a:lnTo>
                  <a:pt x="80" y="293"/>
                </a:lnTo>
                <a:lnTo>
                  <a:pt x="81" y="293"/>
                </a:lnTo>
                <a:lnTo>
                  <a:pt x="82" y="294"/>
                </a:lnTo>
                <a:lnTo>
                  <a:pt x="83" y="294"/>
                </a:lnTo>
                <a:lnTo>
                  <a:pt x="83" y="295"/>
                </a:lnTo>
                <a:lnTo>
                  <a:pt x="84" y="295"/>
                </a:lnTo>
                <a:lnTo>
                  <a:pt x="84" y="294"/>
                </a:lnTo>
                <a:lnTo>
                  <a:pt x="85" y="294"/>
                </a:lnTo>
                <a:lnTo>
                  <a:pt x="85" y="293"/>
                </a:lnTo>
                <a:lnTo>
                  <a:pt x="85" y="294"/>
                </a:lnTo>
                <a:lnTo>
                  <a:pt x="86" y="294"/>
                </a:lnTo>
                <a:lnTo>
                  <a:pt x="86" y="293"/>
                </a:lnTo>
                <a:lnTo>
                  <a:pt x="87" y="292"/>
                </a:lnTo>
                <a:lnTo>
                  <a:pt x="87" y="293"/>
                </a:lnTo>
                <a:lnTo>
                  <a:pt x="87" y="294"/>
                </a:lnTo>
                <a:lnTo>
                  <a:pt x="88" y="294"/>
                </a:lnTo>
                <a:lnTo>
                  <a:pt x="90" y="294"/>
                </a:lnTo>
                <a:lnTo>
                  <a:pt x="90" y="293"/>
                </a:lnTo>
                <a:lnTo>
                  <a:pt x="91" y="293"/>
                </a:lnTo>
                <a:lnTo>
                  <a:pt x="91" y="292"/>
                </a:lnTo>
                <a:lnTo>
                  <a:pt x="92" y="292"/>
                </a:lnTo>
                <a:lnTo>
                  <a:pt x="92" y="291"/>
                </a:lnTo>
                <a:lnTo>
                  <a:pt x="92" y="290"/>
                </a:lnTo>
                <a:lnTo>
                  <a:pt x="93" y="290"/>
                </a:lnTo>
                <a:lnTo>
                  <a:pt x="93" y="289"/>
                </a:lnTo>
                <a:lnTo>
                  <a:pt x="92" y="288"/>
                </a:lnTo>
                <a:lnTo>
                  <a:pt x="91" y="288"/>
                </a:lnTo>
                <a:lnTo>
                  <a:pt x="91" y="287"/>
                </a:lnTo>
                <a:lnTo>
                  <a:pt x="91" y="286"/>
                </a:lnTo>
                <a:lnTo>
                  <a:pt x="91" y="285"/>
                </a:lnTo>
                <a:lnTo>
                  <a:pt x="91" y="284"/>
                </a:lnTo>
                <a:lnTo>
                  <a:pt x="91" y="283"/>
                </a:lnTo>
                <a:lnTo>
                  <a:pt x="92" y="283"/>
                </a:lnTo>
                <a:lnTo>
                  <a:pt x="92" y="282"/>
                </a:lnTo>
                <a:lnTo>
                  <a:pt x="92" y="281"/>
                </a:lnTo>
                <a:lnTo>
                  <a:pt x="93" y="280"/>
                </a:lnTo>
                <a:lnTo>
                  <a:pt x="93" y="279"/>
                </a:lnTo>
                <a:lnTo>
                  <a:pt x="93" y="278"/>
                </a:lnTo>
                <a:lnTo>
                  <a:pt x="93" y="277"/>
                </a:lnTo>
                <a:lnTo>
                  <a:pt x="92" y="277"/>
                </a:lnTo>
                <a:lnTo>
                  <a:pt x="92" y="276"/>
                </a:lnTo>
                <a:lnTo>
                  <a:pt x="92" y="275"/>
                </a:lnTo>
                <a:lnTo>
                  <a:pt x="93" y="274"/>
                </a:lnTo>
                <a:lnTo>
                  <a:pt x="93" y="273"/>
                </a:lnTo>
                <a:lnTo>
                  <a:pt x="94" y="272"/>
                </a:lnTo>
                <a:lnTo>
                  <a:pt x="93" y="272"/>
                </a:lnTo>
                <a:lnTo>
                  <a:pt x="93" y="271"/>
                </a:lnTo>
                <a:lnTo>
                  <a:pt x="94" y="271"/>
                </a:lnTo>
                <a:lnTo>
                  <a:pt x="94" y="270"/>
                </a:lnTo>
                <a:lnTo>
                  <a:pt x="94" y="269"/>
                </a:lnTo>
                <a:lnTo>
                  <a:pt x="93" y="268"/>
                </a:lnTo>
                <a:lnTo>
                  <a:pt x="93" y="267"/>
                </a:lnTo>
                <a:lnTo>
                  <a:pt x="94" y="267"/>
                </a:lnTo>
                <a:lnTo>
                  <a:pt x="94" y="266"/>
                </a:lnTo>
                <a:lnTo>
                  <a:pt x="93" y="266"/>
                </a:lnTo>
                <a:lnTo>
                  <a:pt x="93" y="265"/>
                </a:lnTo>
                <a:lnTo>
                  <a:pt x="94" y="265"/>
                </a:lnTo>
                <a:lnTo>
                  <a:pt x="93" y="265"/>
                </a:lnTo>
                <a:lnTo>
                  <a:pt x="94" y="265"/>
                </a:lnTo>
                <a:lnTo>
                  <a:pt x="95" y="263"/>
                </a:lnTo>
                <a:lnTo>
                  <a:pt x="95" y="262"/>
                </a:lnTo>
                <a:lnTo>
                  <a:pt x="94" y="262"/>
                </a:lnTo>
                <a:lnTo>
                  <a:pt x="94" y="260"/>
                </a:lnTo>
                <a:lnTo>
                  <a:pt x="94" y="259"/>
                </a:lnTo>
                <a:lnTo>
                  <a:pt x="94" y="258"/>
                </a:lnTo>
                <a:lnTo>
                  <a:pt x="95" y="257"/>
                </a:lnTo>
                <a:lnTo>
                  <a:pt x="95" y="256"/>
                </a:lnTo>
                <a:lnTo>
                  <a:pt x="95" y="255"/>
                </a:lnTo>
                <a:lnTo>
                  <a:pt x="95" y="254"/>
                </a:lnTo>
                <a:lnTo>
                  <a:pt x="95" y="253"/>
                </a:lnTo>
                <a:lnTo>
                  <a:pt x="94" y="253"/>
                </a:lnTo>
                <a:lnTo>
                  <a:pt x="94" y="252"/>
                </a:lnTo>
                <a:lnTo>
                  <a:pt x="93" y="251"/>
                </a:lnTo>
                <a:lnTo>
                  <a:pt x="93" y="250"/>
                </a:lnTo>
                <a:lnTo>
                  <a:pt x="93" y="249"/>
                </a:lnTo>
                <a:lnTo>
                  <a:pt x="93" y="248"/>
                </a:lnTo>
                <a:lnTo>
                  <a:pt x="92" y="247"/>
                </a:lnTo>
                <a:lnTo>
                  <a:pt x="92" y="246"/>
                </a:lnTo>
                <a:lnTo>
                  <a:pt x="93" y="246"/>
                </a:lnTo>
                <a:lnTo>
                  <a:pt x="93" y="245"/>
                </a:lnTo>
                <a:lnTo>
                  <a:pt x="92" y="245"/>
                </a:lnTo>
                <a:lnTo>
                  <a:pt x="93" y="244"/>
                </a:lnTo>
                <a:lnTo>
                  <a:pt x="93" y="243"/>
                </a:lnTo>
                <a:lnTo>
                  <a:pt x="93" y="242"/>
                </a:lnTo>
                <a:lnTo>
                  <a:pt x="92" y="242"/>
                </a:lnTo>
                <a:lnTo>
                  <a:pt x="92" y="241"/>
                </a:lnTo>
                <a:lnTo>
                  <a:pt x="92" y="240"/>
                </a:lnTo>
                <a:lnTo>
                  <a:pt x="92" y="238"/>
                </a:lnTo>
                <a:lnTo>
                  <a:pt x="92" y="237"/>
                </a:lnTo>
                <a:lnTo>
                  <a:pt x="92" y="236"/>
                </a:lnTo>
                <a:lnTo>
                  <a:pt x="91" y="236"/>
                </a:lnTo>
                <a:lnTo>
                  <a:pt x="91" y="235"/>
                </a:lnTo>
                <a:lnTo>
                  <a:pt x="91" y="232"/>
                </a:lnTo>
                <a:lnTo>
                  <a:pt x="91" y="231"/>
                </a:lnTo>
                <a:lnTo>
                  <a:pt x="91" y="230"/>
                </a:lnTo>
                <a:lnTo>
                  <a:pt x="90" y="229"/>
                </a:lnTo>
                <a:lnTo>
                  <a:pt x="90" y="226"/>
                </a:lnTo>
                <a:lnTo>
                  <a:pt x="90" y="225"/>
                </a:lnTo>
                <a:lnTo>
                  <a:pt x="90" y="224"/>
                </a:lnTo>
                <a:lnTo>
                  <a:pt x="89" y="224"/>
                </a:lnTo>
                <a:lnTo>
                  <a:pt x="88" y="224"/>
                </a:lnTo>
                <a:lnTo>
                  <a:pt x="88" y="223"/>
                </a:lnTo>
                <a:lnTo>
                  <a:pt x="89" y="222"/>
                </a:lnTo>
                <a:lnTo>
                  <a:pt x="90" y="222"/>
                </a:lnTo>
                <a:lnTo>
                  <a:pt x="90" y="221"/>
                </a:lnTo>
                <a:lnTo>
                  <a:pt x="90" y="220"/>
                </a:lnTo>
                <a:lnTo>
                  <a:pt x="89" y="220"/>
                </a:lnTo>
                <a:lnTo>
                  <a:pt x="89" y="219"/>
                </a:lnTo>
                <a:lnTo>
                  <a:pt x="88" y="219"/>
                </a:lnTo>
                <a:lnTo>
                  <a:pt x="87" y="219"/>
                </a:lnTo>
                <a:lnTo>
                  <a:pt x="86" y="219"/>
                </a:lnTo>
                <a:lnTo>
                  <a:pt x="87" y="218"/>
                </a:lnTo>
                <a:lnTo>
                  <a:pt x="88" y="217"/>
                </a:lnTo>
                <a:lnTo>
                  <a:pt x="89" y="217"/>
                </a:lnTo>
                <a:lnTo>
                  <a:pt x="89" y="215"/>
                </a:lnTo>
                <a:lnTo>
                  <a:pt x="90" y="215"/>
                </a:lnTo>
                <a:lnTo>
                  <a:pt x="90" y="214"/>
                </a:lnTo>
                <a:lnTo>
                  <a:pt x="91" y="214"/>
                </a:lnTo>
                <a:lnTo>
                  <a:pt x="92" y="213"/>
                </a:lnTo>
                <a:lnTo>
                  <a:pt x="92" y="212"/>
                </a:lnTo>
                <a:lnTo>
                  <a:pt x="93" y="212"/>
                </a:lnTo>
                <a:lnTo>
                  <a:pt x="93" y="213"/>
                </a:lnTo>
                <a:lnTo>
                  <a:pt x="94" y="213"/>
                </a:lnTo>
                <a:lnTo>
                  <a:pt x="93" y="212"/>
                </a:lnTo>
                <a:lnTo>
                  <a:pt x="92" y="212"/>
                </a:lnTo>
                <a:lnTo>
                  <a:pt x="91" y="211"/>
                </a:lnTo>
                <a:lnTo>
                  <a:pt x="91" y="212"/>
                </a:lnTo>
                <a:lnTo>
                  <a:pt x="90" y="212"/>
                </a:lnTo>
                <a:lnTo>
                  <a:pt x="90" y="213"/>
                </a:lnTo>
                <a:lnTo>
                  <a:pt x="89" y="214"/>
                </a:lnTo>
                <a:lnTo>
                  <a:pt x="88" y="215"/>
                </a:lnTo>
                <a:lnTo>
                  <a:pt x="88" y="216"/>
                </a:lnTo>
                <a:lnTo>
                  <a:pt x="87" y="216"/>
                </a:lnTo>
                <a:lnTo>
                  <a:pt x="86" y="216"/>
                </a:lnTo>
                <a:lnTo>
                  <a:pt x="86" y="217"/>
                </a:lnTo>
                <a:lnTo>
                  <a:pt x="86" y="218"/>
                </a:lnTo>
                <a:lnTo>
                  <a:pt x="86" y="219"/>
                </a:lnTo>
                <a:lnTo>
                  <a:pt x="85" y="219"/>
                </a:lnTo>
                <a:lnTo>
                  <a:pt x="84" y="219"/>
                </a:lnTo>
                <a:lnTo>
                  <a:pt x="84" y="220"/>
                </a:lnTo>
                <a:lnTo>
                  <a:pt x="83" y="221"/>
                </a:lnTo>
                <a:lnTo>
                  <a:pt x="82" y="221"/>
                </a:lnTo>
                <a:lnTo>
                  <a:pt x="82" y="222"/>
                </a:lnTo>
                <a:lnTo>
                  <a:pt x="81" y="223"/>
                </a:lnTo>
                <a:lnTo>
                  <a:pt x="81" y="222"/>
                </a:lnTo>
                <a:lnTo>
                  <a:pt x="81" y="221"/>
                </a:lnTo>
                <a:lnTo>
                  <a:pt x="81" y="220"/>
                </a:lnTo>
                <a:lnTo>
                  <a:pt x="80" y="220"/>
                </a:lnTo>
                <a:lnTo>
                  <a:pt x="80" y="219"/>
                </a:lnTo>
                <a:lnTo>
                  <a:pt x="79" y="219"/>
                </a:lnTo>
                <a:lnTo>
                  <a:pt x="79" y="220"/>
                </a:lnTo>
                <a:lnTo>
                  <a:pt x="79" y="221"/>
                </a:lnTo>
                <a:lnTo>
                  <a:pt x="78" y="222"/>
                </a:lnTo>
                <a:lnTo>
                  <a:pt x="77" y="222"/>
                </a:lnTo>
                <a:lnTo>
                  <a:pt x="76" y="221"/>
                </a:lnTo>
                <a:lnTo>
                  <a:pt x="75" y="221"/>
                </a:lnTo>
                <a:lnTo>
                  <a:pt x="74" y="221"/>
                </a:lnTo>
                <a:lnTo>
                  <a:pt x="74" y="220"/>
                </a:lnTo>
                <a:lnTo>
                  <a:pt x="73" y="220"/>
                </a:lnTo>
                <a:lnTo>
                  <a:pt x="73" y="221"/>
                </a:lnTo>
                <a:lnTo>
                  <a:pt x="73" y="222"/>
                </a:lnTo>
                <a:lnTo>
                  <a:pt x="73" y="223"/>
                </a:lnTo>
                <a:lnTo>
                  <a:pt x="71" y="223"/>
                </a:lnTo>
                <a:lnTo>
                  <a:pt x="71" y="224"/>
                </a:lnTo>
                <a:lnTo>
                  <a:pt x="72" y="224"/>
                </a:lnTo>
                <a:lnTo>
                  <a:pt x="72" y="225"/>
                </a:lnTo>
                <a:lnTo>
                  <a:pt x="71" y="228"/>
                </a:lnTo>
                <a:lnTo>
                  <a:pt x="70" y="228"/>
                </a:lnTo>
                <a:lnTo>
                  <a:pt x="70" y="229"/>
                </a:lnTo>
                <a:lnTo>
                  <a:pt x="69" y="229"/>
                </a:lnTo>
                <a:lnTo>
                  <a:pt x="69" y="228"/>
                </a:lnTo>
                <a:lnTo>
                  <a:pt x="69" y="227"/>
                </a:lnTo>
                <a:lnTo>
                  <a:pt x="69" y="228"/>
                </a:lnTo>
                <a:lnTo>
                  <a:pt x="68" y="228"/>
                </a:lnTo>
                <a:lnTo>
                  <a:pt x="67" y="229"/>
                </a:lnTo>
                <a:lnTo>
                  <a:pt x="66" y="229"/>
                </a:lnTo>
                <a:lnTo>
                  <a:pt x="66" y="228"/>
                </a:lnTo>
                <a:lnTo>
                  <a:pt x="65" y="228"/>
                </a:lnTo>
                <a:lnTo>
                  <a:pt x="65" y="227"/>
                </a:lnTo>
                <a:lnTo>
                  <a:pt x="64" y="227"/>
                </a:lnTo>
                <a:lnTo>
                  <a:pt x="63" y="227"/>
                </a:lnTo>
                <a:lnTo>
                  <a:pt x="63" y="228"/>
                </a:lnTo>
                <a:lnTo>
                  <a:pt x="62" y="229"/>
                </a:lnTo>
                <a:lnTo>
                  <a:pt x="61" y="229"/>
                </a:lnTo>
                <a:lnTo>
                  <a:pt x="60" y="229"/>
                </a:lnTo>
                <a:lnTo>
                  <a:pt x="60" y="228"/>
                </a:lnTo>
                <a:lnTo>
                  <a:pt x="60" y="229"/>
                </a:lnTo>
                <a:lnTo>
                  <a:pt x="61" y="229"/>
                </a:lnTo>
                <a:lnTo>
                  <a:pt x="61" y="228"/>
                </a:lnTo>
                <a:lnTo>
                  <a:pt x="62" y="228"/>
                </a:lnTo>
                <a:lnTo>
                  <a:pt x="61" y="228"/>
                </a:lnTo>
                <a:lnTo>
                  <a:pt x="61" y="227"/>
                </a:lnTo>
                <a:lnTo>
                  <a:pt x="60" y="227"/>
                </a:lnTo>
                <a:lnTo>
                  <a:pt x="59" y="227"/>
                </a:lnTo>
                <a:lnTo>
                  <a:pt x="59" y="226"/>
                </a:lnTo>
                <a:lnTo>
                  <a:pt x="58" y="226"/>
                </a:lnTo>
                <a:lnTo>
                  <a:pt x="58" y="225"/>
                </a:lnTo>
                <a:lnTo>
                  <a:pt x="57" y="225"/>
                </a:lnTo>
                <a:lnTo>
                  <a:pt x="57" y="224"/>
                </a:lnTo>
                <a:lnTo>
                  <a:pt x="56" y="224"/>
                </a:lnTo>
                <a:lnTo>
                  <a:pt x="56" y="223"/>
                </a:lnTo>
                <a:lnTo>
                  <a:pt x="55" y="221"/>
                </a:lnTo>
                <a:lnTo>
                  <a:pt x="55" y="220"/>
                </a:lnTo>
                <a:lnTo>
                  <a:pt x="54" y="220"/>
                </a:lnTo>
                <a:lnTo>
                  <a:pt x="54" y="219"/>
                </a:lnTo>
                <a:lnTo>
                  <a:pt x="54" y="218"/>
                </a:lnTo>
                <a:lnTo>
                  <a:pt x="53" y="218"/>
                </a:lnTo>
                <a:lnTo>
                  <a:pt x="53" y="217"/>
                </a:lnTo>
                <a:lnTo>
                  <a:pt x="53" y="218"/>
                </a:lnTo>
                <a:lnTo>
                  <a:pt x="52" y="218"/>
                </a:lnTo>
                <a:lnTo>
                  <a:pt x="52" y="217"/>
                </a:lnTo>
                <a:lnTo>
                  <a:pt x="51" y="217"/>
                </a:lnTo>
                <a:lnTo>
                  <a:pt x="50" y="217"/>
                </a:lnTo>
                <a:lnTo>
                  <a:pt x="50" y="216"/>
                </a:lnTo>
                <a:lnTo>
                  <a:pt x="49" y="216"/>
                </a:lnTo>
                <a:lnTo>
                  <a:pt x="50" y="216"/>
                </a:lnTo>
                <a:lnTo>
                  <a:pt x="50" y="215"/>
                </a:lnTo>
                <a:lnTo>
                  <a:pt x="50" y="214"/>
                </a:lnTo>
                <a:lnTo>
                  <a:pt x="49" y="214"/>
                </a:lnTo>
                <a:lnTo>
                  <a:pt x="48" y="214"/>
                </a:lnTo>
                <a:lnTo>
                  <a:pt x="47" y="214"/>
                </a:lnTo>
                <a:lnTo>
                  <a:pt x="47" y="212"/>
                </a:lnTo>
                <a:lnTo>
                  <a:pt x="46" y="212"/>
                </a:lnTo>
                <a:lnTo>
                  <a:pt x="45" y="212"/>
                </a:lnTo>
                <a:lnTo>
                  <a:pt x="40" y="213"/>
                </a:lnTo>
                <a:lnTo>
                  <a:pt x="39" y="214"/>
                </a:lnTo>
                <a:lnTo>
                  <a:pt x="38" y="214"/>
                </a:lnTo>
                <a:lnTo>
                  <a:pt x="37" y="214"/>
                </a:lnTo>
                <a:lnTo>
                  <a:pt x="37" y="213"/>
                </a:lnTo>
                <a:lnTo>
                  <a:pt x="38" y="211"/>
                </a:lnTo>
                <a:lnTo>
                  <a:pt x="37" y="211"/>
                </a:lnTo>
                <a:lnTo>
                  <a:pt x="37" y="210"/>
                </a:lnTo>
                <a:lnTo>
                  <a:pt x="36" y="210"/>
                </a:lnTo>
                <a:lnTo>
                  <a:pt x="35" y="210"/>
                </a:lnTo>
                <a:lnTo>
                  <a:pt x="36" y="210"/>
                </a:lnTo>
                <a:lnTo>
                  <a:pt x="36" y="211"/>
                </a:lnTo>
                <a:lnTo>
                  <a:pt x="35" y="211"/>
                </a:lnTo>
                <a:lnTo>
                  <a:pt x="34" y="211"/>
                </a:lnTo>
                <a:lnTo>
                  <a:pt x="33" y="211"/>
                </a:lnTo>
                <a:lnTo>
                  <a:pt x="33" y="210"/>
                </a:lnTo>
                <a:lnTo>
                  <a:pt x="34" y="210"/>
                </a:lnTo>
                <a:lnTo>
                  <a:pt x="33" y="210"/>
                </a:lnTo>
                <a:lnTo>
                  <a:pt x="32" y="210"/>
                </a:lnTo>
                <a:lnTo>
                  <a:pt x="31" y="210"/>
                </a:lnTo>
                <a:lnTo>
                  <a:pt x="30" y="210"/>
                </a:lnTo>
                <a:lnTo>
                  <a:pt x="30" y="211"/>
                </a:lnTo>
                <a:lnTo>
                  <a:pt x="29" y="210"/>
                </a:lnTo>
                <a:lnTo>
                  <a:pt x="28" y="210"/>
                </a:lnTo>
                <a:lnTo>
                  <a:pt x="28" y="209"/>
                </a:lnTo>
                <a:lnTo>
                  <a:pt x="27" y="209"/>
                </a:lnTo>
                <a:lnTo>
                  <a:pt x="28" y="208"/>
                </a:lnTo>
                <a:lnTo>
                  <a:pt x="29" y="208"/>
                </a:lnTo>
                <a:lnTo>
                  <a:pt x="28" y="207"/>
                </a:lnTo>
                <a:lnTo>
                  <a:pt x="29" y="207"/>
                </a:lnTo>
                <a:lnTo>
                  <a:pt x="28" y="206"/>
                </a:lnTo>
                <a:lnTo>
                  <a:pt x="28" y="205"/>
                </a:lnTo>
                <a:lnTo>
                  <a:pt x="28" y="204"/>
                </a:lnTo>
                <a:lnTo>
                  <a:pt x="29" y="204"/>
                </a:lnTo>
                <a:lnTo>
                  <a:pt x="29" y="203"/>
                </a:lnTo>
                <a:lnTo>
                  <a:pt x="29" y="202"/>
                </a:lnTo>
                <a:lnTo>
                  <a:pt x="28" y="202"/>
                </a:lnTo>
                <a:lnTo>
                  <a:pt x="27" y="203"/>
                </a:lnTo>
                <a:lnTo>
                  <a:pt x="26" y="203"/>
                </a:lnTo>
                <a:lnTo>
                  <a:pt x="26" y="202"/>
                </a:lnTo>
                <a:lnTo>
                  <a:pt x="27" y="202"/>
                </a:lnTo>
                <a:lnTo>
                  <a:pt x="27" y="201"/>
                </a:lnTo>
                <a:lnTo>
                  <a:pt x="26" y="201"/>
                </a:lnTo>
                <a:lnTo>
                  <a:pt x="26" y="199"/>
                </a:lnTo>
                <a:lnTo>
                  <a:pt x="27" y="197"/>
                </a:lnTo>
                <a:lnTo>
                  <a:pt x="26" y="196"/>
                </a:lnTo>
                <a:lnTo>
                  <a:pt x="26" y="195"/>
                </a:lnTo>
                <a:lnTo>
                  <a:pt x="27" y="193"/>
                </a:lnTo>
                <a:lnTo>
                  <a:pt x="27" y="192"/>
                </a:lnTo>
                <a:lnTo>
                  <a:pt x="27" y="191"/>
                </a:lnTo>
                <a:lnTo>
                  <a:pt x="26" y="191"/>
                </a:lnTo>
                <a:lnTo>
                  <a:pt x="26" y="190"/>
                </a:lnTo>
                <a:lnTo>
                  <a:pt x="27" y="190"/>
                </a:lnTo>
                <a:lnTo>
                  <a:pt x="28" y="190"/>
                </a:lnTo>
                <a:lnTo>
                  <a:pt x="29" y="190"/>
                </a:lnTo>
                <a:lnTo>
                  <a:pt x="29" y="189"/>
                </a:lnTo>
                <a:lnTo>
                  <a:pt x="28" y="189"/>
                </a:lnTo>
                <a:lnTo>
                  <a:pt x="27" y="188"/>
                </a:lnTo>
                <a:lnTo>
                  <a:pt x="27" y="187"/>
                </a:lnTo>
                <a:lnTo>
                  <a:pt x="28" y="187"/>
                </a:lnTo>
                <a:lnTo>
                  <a:pt x="28" y="186"/>
                </a:lnTo>
                <a:lnTo>
                  <a:pt x="27" y="186"/>
                </a:lnTo>
                <a:lnTo>
                  <a:pt x="27" y="185"/>
                </a:lnTo>
                <a:lnTo>
                  <a:pt x="28" y="185"/>
                </a:lnTo>
                <a:lnTo>
                  <a:pt x="29" y="184"/>
                </a:lnTo>
                <a:lnTo>
                  <a:pt x="28" y="183"/>
                </a:lnTo>
                <a:lnTo>
                  <a:pt x="26" y="183"/>
                </a:lnTo>
                <a:lnTo>
                  <a:pt x="25" y="183"/>
                </a:lnTo>
                <a:lnTo>
                  <a:pt x="24" y="182"/>
                </a:lnTo>
                <a:lnTo>
                  <a:pt x="24" y="181"/>
                </a:lnTo>
                <a:lnTo>
                  <a:pt x="23" y="181"/>
                </a:lnTo>
                <a:lnTo>
                  <a:pt x="23" y="180"/>
                </a:lnTo>
                <a:lnTo>
                  <a:pt x="23" y="179"/>
                </a:lnTo>
                <a:lnTo>
                  <a:pt x="22" y="179"/>
                </a:lnTo>
                <a:lnTo>
                  <a:pt x="21" y="179"/>
                </a:lnTo>
                <a:lnTo>
                  <a:pt x="20" y="179"/>
                </a:lnTo>
                <a:lnTo>
                  <a:pt x="19" y="179"/>
                </a:lnTo>
                <a:lnTo>
                  <a:pt x="18" y="179"/>
                </a:lnTo>
                <a:lnTo>
                  <a:pt x="18" y="178"/>
                </a:lnTo>
                <a:lnTo>
                  <a:pt x="17" y="178"/>
                </a:lnTo>
                <a:lnTo>
                  <a:pt x="16" y="178"/>
                </a:lnTo>
                <a:lnTo>
                  <a:pt x="14" y="178"/>
                </a:lnTo>
                <a:lnTo>
                  <a:pt x="13" y="178"/>
                </a:lnTo>
                <a:lnTo>
                  <a:pt x="12" y="178"/>
                </a:lnTo>
                <a:lnTo>
                  <a:pt x="12" y="177"/>
                </a:lnTo>
                <a:lnTo>
                  <a:pt x="13" y="177"/>
                </a:lnTo>
                <a:lnTo>
                  <a:pt x="14" y="177"/>
                </a:lnTo>
                <a:lnTo>
                  <a:pt x="14" y="176"/>
                </a:lnTo>
                <a:lnTo>
                  <a:pt x="14" y="175"/>
                </a:lnTo>
                <a:lnTo>
                  <a:pt x="13" y="175"/>
                </a:lnTo>
                <a:lnTo>
                  <a:pt x="12" y="175"/>
                </a:lnTo>
                <a:lnTo>
                  <a:pt x="11" y="175"/>
                </a:lnTo>
                <a:lnTo>
                  <a:pt x="9" y="175"/>
                </a:lnTo>
                <a:lnTo>
                  <a:pt x="7" y="175"/>
                </a:lnTo>
                <a:lnTo>
                  <a:pt x="6" y="175"/>
                </a:lnTo>
                <a:lnTo>
                  <a:pt x="5" y="175"/>
                </a:lnTo>
                <a:lnTo>
                  <a:pt x="5" y="174"/>
                </a:lnTo>
                <a:lnTo>
                  <a:pt x="4" y="174"/>
                </a:lnTo>
                <a:lnTo>
                  <a:pt x="4" y="173"/>
                </a:lnTo>
                <a:lnTo>
                  <a:pt x="3" y="172"/>
                </a:lnTo>
                <a:lnTo>
                  <a:pt x="2" y="171"/>
                </a:lnTo>
                <a:lnTo>
                  <a:pt x="1" y="171"/>
                </a:lnTo>
                <a:lnTo>
                  <a:pt x="0" y="171"/>
                </a:lnTo>
                <a:lnTo>
                  <a:pt x="0" y="170"/>
                </a:lnTo>
                <a:lnTo>
                  <a:pt x="0" y="169"/>
                </a:lnTo>
                <a:lnTo>
                  <a:pt x="1" y="169"/>
                </a:lnTo>
                <a:lnTo>
                  <a:pt x="1" y="168"/>
                </a:lnTo>
                <a:lnTo>
                  <a:pt x="1" y="167"/>
                </a:lnTo>
                <a:lnTo>
                  <a:pt x="1" y="166"/>
                </a:lnTo>
                <a:lnTo>
                  <a:pt x="2" y="167"/>
                </a:lnTo>
                <a:lnTo>
                  <a:pt x="3" y="167"/>
                </a:lnTo>
                <a:lnTo>
                  <a:pt x="4" y="166"/>
                </a:lnTo>
                <a:lnTo>
                  <a:pt x="4" y="165"/>
                </a:lnTo>
                <a:lnTo>
                  <a:pt x="3" y="165"/>
                </a:lnTo>
                <a:lnTo>
                  <a:pt x="3" y="163"/>
                </a:lnTo>
                <a:lnTo>
                  <a:pt x="3" y="162"/>
                </a:lnTo>
                <a:lnTo>
                  <a:pt x="3" y="161"/>
                </a:lnTo>
                <a:lnTo>
                  <a:pt x="3" y="160"/>
                </a:lnTo>
                <a:lnTo>
                  <a:pt x="2" y="160"/>
                </a:lnTo>
                <a:lnTo>
                  <a:pt x="1" y="160"/>
                </a:lnTo>
                <a:lnTo>
                  <a:pt x="1" y="158"/>
                </a:lnTo>
                <a:lnTo>
                  <a:pt x="2" y="157"/>
                </a:lnTo>
                <a:lnTo>
                  <a:pt x="2" y="156"/>
                </a:lnTo>
                <a:lnTo>
                  <a:pt x="1" y="155"/>
                </a:lnTo>
                <a:lnTo>
                  <a:pt x="2" y="154"/>
                </a:lnTo>
                <a:lnTo>
                  <a:pt x="3" y="154"/>
                </a:lnTo>
                <a:lnTo>
                  <a:pt x="4" y="154"/>
                </a:lnTo>
                <a:lnTo>
                  <a:pt x="4" y="153"/>
                </a:lnTo>
                <a:lnTo>
                  <a:pt x="6" y="153"/>
                </a:lnTo>
                <a:lnTo>
                  <a:pt x="7" y="153"/>
                </a:lnTo>
                <a:lnTo>
                  <a:pt x="8" y="153"/>
                </a:lnTo>
                <a:lnTo>
                  <a:pt x="8" y="154"/>
                </a:lnTo>
                <a:lnTo>
                  <a:pt x="7" y="154"/>
                </a:lnTo>
                <a:lnTo>
                  <a:pt x="7" y="155"/>
                </a:lnTo>
                <a:lnTo>
                  <a:pt x="8" y="156"/>
                </a:lnTo>
                <a:lnTo>
                  <a:pt x="9" y="156"/>
                </a:lnTo>
                <a:lnTo>
                  <a:pt x="9" y="157"/>
                </a:lnTo>
                <a:lnTo>
                  <a:pt x="9" y="158"/>
                </a:lnTo>
                <a:lnTo>
                  <a:pt x="10" y="158"/>
                </a:lnTo>
                <a:lnTo>
                  <a:pt x="11" y="159"/>
                </a:lnTo>
                <a:lnTo>
                  <a:pt x="12" y="159"/>
                </a:lnTo>
                <a:lnTo>
                  <a:pt x="13" y="159"/>
                </a:lnTo>
                <a:lnTo>
                  <a:pt x="14" y="159"/>
                </a:lnTo>
                <a:lnTo>
                  <a:pt x="15" y="159"/>
                </a:lnTo>
                <a:lnTo>
                  <a:pt x="16" y="160"/>
                </a:lnTo>
                <a:lnTo>
                  <a:pt x="16" y="159"/>
                </a:lnTo>
                <a:lnTo>
                  <a:pt x="17" y="159"/>
                </a:lnTo>
                <a:lnTo>
                  <a:pt x="18" y="159"/>
                </a:lnTo>
                <a:lnTo>
                  <a:pt x="19" y="159"/>
                </a:lnTo>
                <a:lnTo>
                  <a:pt x="19" y="160"/>
                </a:lnTo>
                <a:lnTo>
                  <a:pt x="21" y="161"/>
                </a:lnTo>
                <a:lnTo>
                  <a:pt x="21" y="160"/>
                </a:lnTo>
                <a:lnTo>
                  <a:pt x="23" y="160"/>
                </a:lnTo>
                <a:lnTo>
                  <a:pt x="24" y="160"/>
                </a:lnTo>
                <a:lnTo>
                  <a:pt x="25" y="159"/>
                </a:lnTo>
                <a:lnTo>
                  <a:pt x="26" y="159"/>
                </a:lnTo>
                <a:lnTo>
                  <a:pt x="25" y="159"/>
                </a:lnTo>
                <a:lnTo>
                  <a:pt x="25" y="158"/>
                </a:lnTo>
                <a:lnTo>
                  <a:pt x="26" y="157"/>
                </a:lnTo>
                <a:lnTo>
                  <a:pt x="27" y="156"/>
                </a:lnTo>
                <a:lnTo>
                  <a:pt x="28" y="156"/>
                </a:lnTo>
                <a:lnTo>
                  <a:pt x="29" y="156"/>
                </a:lnTo>
                <a:lnTo>
                  <a:pt x="32" y="155"/>
                </a:lnTo>
                <a:lnTo>
                  <a:pt x="32" y="154"/>
                </a:lnTo>
                <a:lnTo>
                  <a:pt x="32" y="155"/>
                </a:lnTo>
                <a:lnTo>
                  <a:pt x="34" y="155"/>
                </a:lnTo>
                <a:lnTo>
                  <a:pt x="34" y="154"/>
                </a:lnTo>
                <a:lnTo>
                  <a:pt x="35" y="154"/>
                </a:lnTo>
                <a:lnTo>
                  <a:pt x="36" y="155"/>
                </a:lnTo>
                <a:lnTo>
                  <a:pt x="36" y="154"/>
                </a:lnTo>
                <a:lnTo>
                  <a:pt x="37" y="154"/>
                </a:lnTo>
                <a:lnTo>
                  <a:pt x="38" y="153"/>
                </a:lnTo>
                <a:lnTo>
                  <a:pt x="37" y="152"/>
                </a:lnTo>
                <a:lnTo>
                  <a:pt x="37" y="151"/>
                </a:lnTo>
                <a:lnTo>
                  <a:pt x="37" y="150"/>
                </a:lnTo>
                <a:lnTo>
                  <a:pt x="36" y="149"/>
                </a:lnTo>
                <a:lnTo>
                  <a:pt x="36" y="148"/>
                </a:lnTo>
                <a:lnTo>
                  <a:pt x="37" y="148"/>
                </a:lnTo>
                <a:lnTo>
                  <a:pt x="38" y="147"/>
                </a:lnTo>
                <a:lnTo>
                  <a:pt x="38" y="148"/>
                </a:lnTo>
                <a:lnTo>
                  <a:pt x="38" y="147"/>
                </a:lnTo>
                <a:lnTo>
                  <a:pt x="39" y="147"/>
                </a:lnTo>
                <a:lnTo>
                  <a:pt x="40" y="146"/>
                </a:lnTo>
                <a:lnTo>
                  <a:pt x="39" y="146"/>
                </a:lnTo>
                <a:lnTo>
                  <a:pt x="38" y="146"/>
                </a:lnTo>
                <a:lnTo>
                  <a:pt x="39" y="146"/>
                </a:lnTo>
                <a:lnTo>
                  <a:pt x="39" y="145"/>
                </a:lnTo>
                <a:lnTo>
                  <a:pt x="40" y="144"/>
                </a:lnTo>
                <a:lnTo>
                  <a:pt x="40" y="143"/>
                </a:lnTo>
                <a:lnTo>
                  <a:pt x="40" y="142"/>
                </a:lnTo>
                <a:lnTo>
                  <a:pt x="41" y="142"/>
                </a:lnTo>
                <a:lnTo>
                  <a:pt x="41" y="141"/>
                </a:lnTo>
                <a:lnTo>
                  <a:pt x="41" y="140"/>
                </a:lnTo>
                <a:lnTo>
                  <a:pt x="40" y="139"/>
                </a:lnTo>
                <a:lnTo>
                  <a:pt x="40" y="138"/>
                </a:lnTo>
                <a:lnTo>
                  <a:pt x="41" y="138"/>
                </a:lnTo>
                <a:lnTo>
                  <a:pt x="42" y="138"/>
                </a:lnTo>
                <a:lnTo>
                  <a:pt x="43" y="138"/>
                </a:lnTo>
                <a:lnTo>
                  <a:pt x="43" y="137"/>
                </a:lnTo>
                <a:lnTo>
                  <a:pt x="43" y="136"/>
                </a:lnTo>
                <a:lnTo>
                  <a:pt x="43" y="135"/>
                </a:lnTo>
                <a:lnTo>
                  <a:pt x="43" y="134"/>
                </a:lnTo>
                <a:lnTo>
                  <a:pt x="42" y="134"/>
                </a:lnTo>
                <a:lnTo>
                  <a:pt x="42" y="133"/>
                </a:lnTo>
                <a:lnTo>
                  <a:pt x="41" y="132"/>
                </a:lnTo>
                <a:lnTo>
                  <a:pt x="41" y="131"/>
                </a:lnTo>
                <a:lnTo>
                  <a:pt x="41" y="130"/>
                </a:lnTo>
                <a:lnTo>
                  <a:pt x="40" y="130"/>
                </a:lnTo>
                <a:lnTo>
                  <a:pt x="40" y="131"/>
                </a:lnTo>
                <a:lnTo>
                  <a:pt x="39" y="131"/>
                </a:lnTo>
                <a:lnTo>
                  <a:pt x="38" y="130"/>
                </a:lnTo>
                <a:lnTo>
                  <a:pt x="38" y="129"/>
                </a:lnTo>
                <a:lnTo>
                  <a:pt x="39" y="128"/>
                </a:lnTo>
                <a:lnTo>
                  <a:pt x="40" y="128"/>
                </a:lnTo>
                <a:lnTo>
                  <a:pt x="40" y="127"/>
                </a:lnTo>
                <a:lnTo>
                  <a:pt x="39" y="127"/>
                </a:lnTo>
                <a:lnTo>
                  <a:pt x="39" y="125"/>
                </a:lnTo>
                <a:lnTo>
                  <a:pt x="39" y="124"/>
                </a:lnTo>
                <a:lnTo>
                  <a:pt x="39" y="123"/>
                </a:lnTo>
                <a:lnTo>
                  <a:pt x="39" y="122"/>
                </a:lnTo>
                <a:lnTo>
                  <a:pt x="40" y="122"/>
                </a:lnTo>
                <a:lnTo>
                  <a:pt x="40" y="123"/>
                </a:lnTo>
                <a:lnTo>
                  <a:pt x="41" y="123"/>
                </a:lnTo>
                <a:lnTo>
                  <a:pt x="42" y="123"/>
                </a:lnTo>
                <a:lnTo>
                  <a:pt x="42" y="122"/>
                </a:lnTo>
                <a:lnTo>
                  <a:pt x="42" y="121"/>
                </a:lnTo>
                <a:lnTo>
                  <a:pt x="41" y="121"/>
                </a:lnTo>
                <a:lnTo>
                  <a:pt x="42" y="120"/>
                </a:lnTo>
                <a:lnTo>
                  <a:pt x="42" y="118"/>
                </a:lnTo>
                <a:lnTo>
                  <a:pt x="41" y="117"/>
                </a:lnTo>
                <a:lnTo>
                  <a:pt x="42" y="116"/>
                </a:lnTo>
                <a:lnTo>
                  <a:pt x="43" y="115"/>
                </a:lnTo>
                <a:lnTo>
                  <a:pt x="44" y="116"/>
                </a:lnTo>
                <a:lnTo>
                  <a:pt x="45" y="116"/>
                </a:lnTo>
                <a:lnTo>
                  <a:pt x="46" y="117"/>
                </a:lnTo>
                <a:lnTo>
                  <a:pt x="46" y="116"/>
                </a:lnTo>
                <a:lnTo>
                  <a:pt x="47" y="116"/>
                </a:lnTo>
                <a:lnTo>
                  <a:pt x="46" y="115"/>
                </a:lnTo>
                <a:lnTo>
                  <a:pt x="47" y="115"/>
                </a:lnTo>
                <a:lnTo>
                  <a:pt x="47" y="114"/>
                </a:lnTo>
                <a:lnTo>
                  <a:pt x="47" y="112"/>
                </a:lnTo>
                <a:lnTo>
                  <a:pt x="48" y="112"/>
                </a:lnTo>
                <a:lnTo>
                  <a:pt x="50" y="111"/>
                </a:lnTo>
                <a:lnTo>
                  <a:pt x="51" y="111"/>
                </a:lnTo>
                <a:lnTo>
                  <a:pt x="51" y="110"/>
                </a:lnTo>
                <a:lnTo>
                  <a:pt x="52" y="110"/>
                </a:lnTo>
                <a:lnTo>
                  <a:pt x="52" y="111"/>
                </a:lnTo>
                <a:lnTo>
                  <a:pt x="53" y="111"/>
                </a:lnTo>
                <a:lnTo>
                  <a:pt x="54" y="111"/>
                </a:lnTo>
                <a:lnTo>
                  <a:pt x="55" y="110"/>
                </a:lnTo>
                <a:lnTo>
                  <a:pt x="55" y="111"/>
                </a:lnTo>
                <a:lnTo>
                  <a:pt x="56" y="111"/>
                </a:lnTo>
                <a:lnTo>
                  <a:pt x="58" y="111"/>
                </a:lnTo>
                <a:lnTo>
                  <a:pt x="58" y="110"/>
                </a:lnTo>
                <a:lnTo>
                  <a:pt x="59" y="110"/>
                </a:lnTo>
                <a:lnTo>
                  <a:pt x="60" y="111"/>
                </a:lnTo>
                <a:lnTo>
                  <a:pt x="61" y="111"/>
                </a:lnTo>
                <a:lnTo>
                  <a:pt x="61" y="110"/>
                </a:lnTo>
                <a:lnTo>
                  <a:pt x="61" y="109"/>
                </a:lnTo>
                <a:lnTo>
                  <a:pt x="63" y="109"/>
                </a:lnTo>
                <a:lnTo>
                  <a:pt x="64" y="109"/>
                </a:lnTo>
                <a:lnTo>
                  <a:pt x="66" y="110"/>
                </a:lnTo>
                <a:lnTo>
                  <a:pt x="66" y="109"/>
                </a:lnTo>
                <a:lnTo>
                  <a:pt x="67" y="109"/>
                </a:lnTo>
                <a:lnTo>
                  <a:pt x="68" y="109"/>
                </a:lnTo>
                <a:lnTo>
                  <a:pt x="68" y="108"/>
                </a:lnTo>
                <a:lnTo>
                  <a:pt x="67" y="107"/>
                </a:lnTo>
                <a:lnTo>
                  <a:pt x="67" y="106"/>
                </a:lnTo>
                <a:lnTo>
                  <a:pt x="66" y="105"/>
                </a:lnTo>
                <a:lnTo>
                  <a:pt x="66" y="104"/>
                </a:lnTo>
                <a:lnTo>
                  <a:pt x="66" y="103"/>
                </a:lnTo>
                <a:lnTo>
                  <a:pt x="65" y="102"/>
                </a:lnTo>
                <a:lnTo>
                  <a:pt x="64" y="101"/>
                </a:lnTo>
                <a:lnTo>
                  <a:pt x="64" y="100"/>
                </a:lnTo>
                <a:lnTo>
                  <a:pt x="65" y="100"/>
                </a:lnTo>
                <a:lnTo>
                  <a:pt x="64" y="99"/>
                </a:lnTo>
                <a:lnTo>
                  <a:pt x="64" y="98"/>
                </a:lnTo>
                <a:lnTo>
                  <a:pt x="65" y="98"/>
                </a:lnTo>
                <a:lnTo>
                  <a:pt x="64" y="97"/>
                </a:lnTo>
                <a:lnTo>
                  <a:pt x="64" y="96"/>
                </a:lnTo>
                <a:lnTo>
                  <a:pt x="64" y="95"/>
                </a:lnTo>
                <a:lnTo>
                  <a:pt x="64" y="94"/>
                </a:lnTo>
                <a:lnTo>
                  <a:pt x="64" y="93"/>
                </a:lnTo>
                <a:lnTo>
                  <a:pt x="63" y="93"/>
                </a:lnTo>
                <a:lnTo>
                  <a:pt x="63" y="92"/>
                </a:lnTo>
                <a:lnTo>
                  <a:pt x="62" y="91"/>
                </a:lnTo>
                <a:lnTo>
                  <a:pt x="62" y="90"/>
                </a:lnTo>
                <a:lnTo>
                  <a:pt x="61" y="90"/>
                </a:lnTo>
                <a:lnTo>
                  <a:pt x="61" y="89"/>
                </a:lnTo>
                <a:lnTo>
                  <a:pt x="62" y="88"/>
                </a:lnTo>
                <a:lnTo>
                  <a:pt x="63" y="88"/>
                </a:lnTo>
                <a:lnTo>
                  <a:pt x="64" y="88"/>
                </a:lnTo>
                <a:lnTo>
                  <a:pt x="65" y="89"/>
                </a:lnTo>
                <a:lnTo>
                  <a:pt x="66" y="89"/>
                </a:lnTo>
                <a:lnTo>
                  <a:pt x="66" y="88"/>
                </a:lnTo>
                <a:lnTo>
                  <a:pt x="66" y="85"/>
                </a:lnTo>
                <a:lnTo>
                  <a:pt x="65" y="85"/>
                </a:lnTo>
                <a:lnTo>
                  <a:pt x="65" y="84"/>
                </a:lnTo>
                <a:lnTo>
                  <a:pt x="66" y="84"/>
                </a:lnTo>
                <a:lnTo>
                  <a:pt x="67" y="83"/>
                </a:lnTo>
                <a:lnTo>
                  <a:pt x="67" y="82"/>
                </a:lnTo>
                <a:lnTo>
                  <a:pt x="68" y="82"/>
                </a:lnTo>
                <a:lnTo>
                  <a:pt x="67" y="80"/>
                </a:lnTo>
                <a:lnTo>
                  <a:pt x="67" y="79"/>
                </a:lnTo>
                <a:lnTo>
                  <a:pt x="66" y="79"/>
                </a:lnTo>
                <a:lnTo>
                  <a:pt x="65" y="80"/>
                </a:lnTo>
                <a:lnTo>
                  <a:pt x="64" y="80"/>
                </a:lnTo>
                <a:lnTo>
                  <a:pt x="63" y="80"/>
                </a:lnTo>
                <a:lnTo>
                  <a:pt x="63" y="79"/>
                </a:lnTo>
                <a:lnTo>
                  <a:pt x="62" y="79"/>
                </a:lnTo>
                <a:lnTo>
                  <a:pt x="61" y="79"/>
                </a:lnTo>
                <a:lnTo>
                  <a:pt x="60" y="79"/>
                </a:lnTo>
                <a:lnTo>
                  <a:pt x="59" y="79"/>
                </a:lnTo>
                <a:lnTo>
                  <a:pt x="59" y="77"/>
                </a:lnTo>
                <a:lnTo>
                  <a:pt x="60" y="77"/>
                </a:lnTo>
                <a:lnTo>
                  <a:pt x="60" y="76"/>
                </a:lnTo>
                <a:lnTo>
                  <a:pt x="61" y="75"/>
                </a:lnTo>
                <a:lnTo>
                  <a:pt x="61" y="74"/>
                </a:lnTo>
                <a:lnTo>
                  <a:pt x="61" y="73"/>
                </a:lnTo>
                <a:lnTo>
                  <a:pt x="61" y="72"/>
                </a:lnTo>
                <a:lnTo>
                  <a:pt x="61" y="71"/>
                </a:lnTo>
                <a:lnTo>
                  <a:pt x="62" y="71"/>
                </a:lnTo>
                <a:lnTo>
                  <a:pt x="62" y="70"/>
                </a:lnTo>
                <a:lnTo>
                  <a:pt x="62" y="69"/>
                </a:lnTo>
                <a:lnTo>
                  <a:pt x="63" y="69"/>
                </a:lnTo>
                <a:lnTo>
                  <a:pt x="64" y="68"/>
                </a:lnTo>
                <a:lnTo>
                  <a:pt x="63" y="67"/>
                </a:lnTo>
                <a:lnTo>
                  <a:pt x="63" y="65"/>
                </a:lnTo>
                <a:lnTo>
                  <a:pt x="64" y="65"/>
                </a:lnTo>
                <a:lnTo>
                  <a:pt x="65" y="65"/>
                </a:lnTo>
                <a:lnTo>
                  <a:pt x="65" y="64"/>
                </a:lnTo>
                <a:lnTo>
                  <a:pt x="65" y="63"/>
                </a:lnTo>
                <a:lnTo>
                  <a:pt x="65" y="62"/>
                </a:lnTo>
                <a:lnTo>
                  <a:pt x="67" y="62"/>
                </a:lnTo>
                <a:lnTo>
                  <a:pt x="67" y="63"/>
                </a:lnTo>
                <a:lnTo>
                  <a:pt x="69" y="63"/>
                </a:lnTo>
                <a:lnTo>
                  <a:pt x="69" y="60"/>
                </a:lnTo>
                <a:lnTo>
                  <a:pt x="70" y="60"/>
                </a:lnTo>
                <a:lnTo>
                  <a:pt x="71" y="60"/>
                </a:lnTo>
                <a:lnTo>
                  <a:pt x="72" y="59"/>
                </a:lnTo>
                <a:lnTo>
                  <a:pt x="73" y="59"/>
                </a:lnTo>
                <a:lnTo>
                  <a:pt x="74" y="59"/>
                </a:lnTo>
                <a:lnTo>
                  <a:pt x="74" y="60"/>
                </a:lnTo>
                <a:lnTo>
                  <a:pt x="75" y="59"/>
                </a:lnTo>
                <a:lnTo>
                  <a:pt x="76" y="58"/>
                </a:lnTo>
                <a:lnTo>
                  <a:pt x="77" y="58"/>
                </a:lnTo>
                <a:lnTo>
                  <a:pt x="77" y="59"/>
                </a:lnTo>
                <a:lnTo>
                  <a:pt x="78" y="59"/>
                </a:lnTo>
                <a:lnTo>
                  <a:pt x="79" y="59"/>
                </a:lnTo>
                <a:lnTo>
                  <a:pt x="79" y="60"/>
                </a:lnTo>
                <a:lnTo>
                  <a:pt x="78" y="60"/>
                </a:lnTo>
                <a:lnTo>
                  <a:pt x="80" y="60"/>
                </a:lnTo>
                <a:lnTo>
                  <a:pt x="81" y="59"/>
                </a:lnTo>
                <a:lnTo>
                  <a:pt x="84" y="59"/>
                </a:lnTo>
                <a:lnTo>
                  <a:pt x="84" y="60"/>
                </a:lnTo>
                <a:lnTo>
                  <a:pt x="84" y="61"/>
                </a:lnTo>
                <a:lnTo>
                  <a:pt x="85" y="62"/>
                </a:lnTo>
                <a:lnTo>
                  <a:pt x="86" y="63"/>
                </a:lnTo>
                <a:lnTo>
                  <a:pt x="87" y="63"/>
                </a:lnTo>
                <a:lnTo>
                  <a:pt x="87" y="64"/>
                </a:lnTo>
                <a:lnTo>
                  <a:pt x="87" y="65"/>
                </a:lnTo>
                <a:lnTo>
                  <a:pt x="87" y="66"/>
                </a:lnTo>
                <a:lnTo>
                  <a:pt x="89" y="66"/>
                </a:lnTo>
                <a:lnTo>
                  <a:pt x="89" y="65"/>
                </a:lnTo>
                <a:lnTo>
                  <a:pt x="89" y="64"/>
                </a:lnTo>
                <a:lnTo>
                  <a:pt x="89" y="63"/>
                </a:lnTo>
                <a:lnTo>
                  <a:pt x="91" y="63"/>
                </a:lnTo>
                <a:lnTo>
                  <a:pt x="91" y="64"/>
                </a:lnTo>
                <a:lnTo>
                  <a:pt x="91" y="65"/>
                </a:lnTo>
                <a:lnTo>
                  <a:pt x="92" y="66"/>
                </a:lnTo>
                <a:lnTo>
                  <a:pt x="93" y="66"/>
                </a:lnTo>
                <a:lnTo>
                  <a:pt x="94" y="65"/>
                </a:lnTo>
                <a:lnTo>
                  <a:pt x="95" y="66"/>
                </a:lnTo>
                <a:lnTo>
                  <a:pt x="96" y="66"/>
                </a:lnTo>
                <a:lnTo>
                  <a:pt x="97" y="66"/>
                </a:lnTo>
                <a:lnTo>
                  <a:pt x="98" y="67"/>
                </a:lnTo>
                <a:lnTo>
                  <a:pt x="99" y="67"/>
                </a:lnTo>
                <a:lnTo>
                  <a:pt x="99" y="68"/>
                </a:lnTo>
                <a:lnTo>
                  <a:pt x="100" y="69"/>
                </a:lnTo>
                <a:lnTo>
                  <a:pt x="101" y="70"/>
                </a:lnTo>
                <a:lnTo>
                  <a:pt x="100" y="72"/>
                </a:lnTo>
                <a:lnTo>
                  <a:pt x="100" y="73"/>
                </a:lnTo>
                <a:lnTo>
                  <a:pt x="99" y="73"/>
                </a:lnTo>
                <a:lnTo>
                  <a:pt x="98" y="75"/>
                </a:lnTo>
                <a:lnTo>
                  <a:pt x="99" y="76"/>
                </a:lnTo>
                <a:lnTo>
                  <a:pt x="100" y="77"/>
                </a:lnTo>
                <a:lnTo>
                  <a:pt x="100" y="76"/>
                </a:lnTo>
                <a:lnTo>
                  <a:pt x="101" y="76"/>
                </a:lnTo>
                <a:lnTo>
                  <a:pt x="101" y="77"/>
                </a:lnTo>
                <a:lnTo>
                  <a:pt x="102" y="78"/>
                </a:lnTo>
                <a:lnTo>
                  <a:pt x="103" y="78"/>
                </a:lnTo>
                <a:lnTo>
                  <a:pt x="103" y="79"/>
                </a:lnTo>
                <a:lnTo>
                  <a:pt x="104" y="79"/>
                </a:lnTo>
                <a:lnTo>
                  <a:pt x="105" y="80"/>
                </a:lnTo>
                <a:lnTo>
                  <a:pt x="105" y="81"/>
                </a:lnTo>
                <a:lnTo>
                  <a:pt x="106" y="82"/>
                </a:lnTo>
                <a:lnTo>
                  <a:pt x="106" y="84"/>
                </a:lnTo>
                <a:lnTo>
                  <a:pt x="105" y="84"/>
                </a:lnTo>
                <a:lnTo>
                  <a:pt x="105" y="83"/>
                </a:lnTo>
                <a:lnTo>
                  <a:pt x="104" y="83"/>
                </a:lnTo>
                <a:lnTo>
                  <a:pt x="104" y="84"/>
                </a:lnTo>
                <a:lnTo>
                  <a:pt x="104" y="85"/>
                </a:lnTo>
                <a:lnTo>
                  <a:pt x="105" y="85"/>
                </a:lnTo>
                <a:lnTo>
                  <a:pt x="105" y="84"/>
                </a:lnTo>
                <a:lnTo>
                  <a:pt x="106" y="85"/>
                </a:lnTo>
                <a:lnTo>
                  <a:pt x="106" y="86"/>
                </a:lnTo>
                <a:lnTo>
                  <a:pt x="106" y="87"/>
                </a:lnTo>
                <a:lnTo>
                  <a:pt x="107" y="88"/>
                </a:lnTo>
                <a:lnTo>
                  <a:pt x="107" y="89"/>
                </a:lnTo>
                <a:lnTo>
                  <a:pt x="108" y="89"/>
                </a:lnTo>
                <a:lnTo>
                  <a:pt x="108" y="88"/>
                </a:lnTo>
                <a:lnTo>
                  <a:pt x="109" y="88"/>
                </a:lnTo>
                <a:lnTo>
                  <a:pt x="109" y="89"/>
                </a:lnTo>
                <a:lnTo>
                  <a:pt x="109" y="90"/>
                </a:lnTo>
                <a:lnTo>
                  <a:pt x="110" y="90"/>
                </a:lnTo>
                <a:lnTo>
                  <a:pt x="110" y="91"/>
                </a:lnTo>
                <a:lnTo>
                  <a:pt x="111" y="91"/>
                </a:lnTo>
                <a:lnTo>
                  <a:pt x="112" y="91"/>
                </a:lnTo>
                <a:lnTo>
                  <a:pt x="112" y="92"/>
                </a:lnTo>
                <a:lnTo>
                  <a:pt x="113" y="93"/>
                </a:lnTo>
                <a:lnTo>
                  <a:pt x="113" y="94"/>
                </a:lnTo>
                <a:lnTo>
                  <a:pt x="114" y="95"/>
                </a:lnTo>
                <a:lnTo>
                  <a:pt x="114" y="96"/>
                </a:lnTo>
                <a:lnTo>
                  <a:pt x="115" y="96"/>
                </a:lnTo>
                <a:lnTo>
                  <a:pt x="116" y="96"/>
                </a:lnTo>
                <a:lnTo>
                  <a:pt x="117" y="96"/>
                </a:lnTo>
                <a:lnTo>
                  <a:pt x="118" y="95"/>
                </a:lnTo>
                <a:lnTo>
                  <a:pt x="118" y="94"/>
                </a:lnTo>
                <a:lnTo>
                  <a:pt x="119" y="94"/>
                </a:lnTo>
                <a:lnTo>
                  <a:pt x="119" y="95"/>
                </a:lnTo>
                <a:lnTo>
                  <a:pt x="120" y="95"/>
                </a:lnTo>
                <a:lnTo>
                  <a:pt x="121" y="94"/>
                </a:lnTo>
                <a:lnTo>
                  <a:pt x="120" y="93"/>
                </a:lnTo>
                <a:lnTo>
                  <a:pt x="121" y="92"/>
                </a:lnTo>
                <a:lnTo>
                  <a:pt x="122" y="92"/>
                </a:lnTo>
                <a:lnTo>
                  <a:pt x="122" y="93"/>
                </a:lnTo>
                <a:lnTo>
                  <a:pt x="122" y="94"/>
                </a:lnTo>
                <a:lnTo>
                  <a:pt x="123" y="94"/>
                </a:lnTo>
                <a:lnTo>
                  <a:pt x="124" y="94"/>
                </a:lnTo>
                <a:lnTo>
                  <a:pt x="124" y="93"/>
                </a:lnTo>
                <a:lnTo>
                  <a:pt x="125" y="92"/>
                </a:lnTo>
                <a:lnTo>
                  <a:pt x="125" y="91"/>
                </a:lnTo>
                <a:lnTo>
                  <a:pt x="126" y="91"/>
                </a:lnTo>
                <a:lnTo>
                  <a:pt x="127" y="91"/>
                </a:lnTo>
                <a:lnTo>
                  <a:pt x="128" y="92"/>
                </a:lnTo>
                <a:lnTo>
                  <a:pt x="129" y="90"/>
                </a:lnTo>
                <a:lnTo>
                  <a:pt x="130" y="90"/>
                </a:lnTo>
                <a:lnTo>
                  <a:pt x="130" y="89"/>
                </a:lnTo>
                <a:lnTo>
                  <a:pt x="131" y="88"/>
                </a:lnTo>
                <a:lnTo>
                  <a:pt x="132" y="89"/>
                </a:lnTo>
                <a:lnTo>
                  <a:pt x="133" y="89"/>
                </a:lnTo>
                <a:lnTo>
                  <a:pt x="135" y="89"/>
                </a:lnTo>
                <a:lnTo>
                  <a:pt x="135" y="88"/>
                </a:lnTo>
                <a:lnTo>
                  <a:pt x="136" y="88"/>
                </a:lnTo>
                <a:lnTo>
                  <a:pt x="136" y="87"/>
                </a:lnTo>
                <a:lnTo>
                  <a:pt x="136" y="86"/>
                </a:lnTo>
                <a:lnTo>
                  <a:pt x="137" y="86"/>
                </a:lnTo>
                <a:lnTo>
                  <a:pt x="138" y="86"/>
                </a:lnTo>
                <a:lnTo>
                  <a:pt x="138" y="87"/>
                </a:lnTo>
                <a:lnTo>
                  <a:pt x="139" y="87"/>
                </a:lnTo>
                <a:lnTo>
                  <a:pt x="140" y="87"/>
                </a:lnTo>
                <a:lnTo>
                  <a:pt x="140" y="86"/>
                </a:lnTo>
                <a:lnTo>
                  <a:pt x="139" y="86"/>
                </a:lnTo>
                <a:lnTo>
                  <a:pt x="139" y="85"/>
                </a:lnTo>
                <a:lnTo>
                  <a:pt x="140" y="82"/>
                </a:lnTo>
                <a:lnTo>
                  <a:pt x="141" y="82"/>
                </a:lnTo>
                <a:lnTo>
                  <a:pt x="142" y="81"/>
                </a:lnTo>
                <a:lnTo>
                  <a:pt x="142" y="80"/>
                </a:lnTo>
                <a:lnTo>
                  <a:pt x="143" y="80"/>
                </a:lnTo>
                <a:lnTo>
                  <a:pt x="144" y="80"/>
                </a:lnTo>
                <a:lnTo>
                  <a:pt x="144" y="79"/>
                </a:lnTo>
                <a:lnTo>
                  <a:pt x="144" y="80"/>
                </a:lnTo>
                <a:lnTo>
                  <a:pt x="145" y="80"/>
                </a:lnTo>
                <a:lnTo>
                  <a:pt x="147" y="80"/>
                </a:lnTo>
                <a:lnTo>
                  <a:pt x="147" y="79"/>
                </a:lnTo>
                <a:lnTo>
                  <a:pt x="147" y="78"/>
                </a:lnTo>
                <a:lnTo>
                  <a:pt x="148" y="78"/>
                </a:lnTo>
                <a:lnTo>
                  <a:pt x="149" y="78"/>
                </a:lnTo>
                <a:lnTo>
                  <a:pt x="149" y="79"/>
                </a:lnTo>
                <a:lnTo>
                  <a:pt x="151" y="78"/>
                </a:lnTo>
                <a:lnTo>
                  <a:pt x="150" y="77"/>
                </a:lnTo>
                <a:lnTo>
                  <a:pt x="151" y="76"/>
                </a:lnTo>
                <a:lnTo>
                  <a:pt x="152" y="75"/>
                </a:lnTo>
                <a:lnTo>
                  <a:pt x="153" y="76"/>
                </a:lnTo>
                <a:lnTo>
                  <a:pt x="154" y="77"/>
                </a:lnTo>
                <a:lnTo>
                  <a:pt x="154" y="76"/>
                </a:lnTo>
                <a:lnTo>
                  <a:pt x="155" y="77"/>
                </a:lnTo>
                <a:lnTo>
                  <a:pt x="156" y="78"/>
                </a:lnTo>
                <a:lnTo>
                  <a:pt x="158" y="78"/>
                </a:lnTo>
                <a:lnTo>
                  <a:pt x="159" y="77"/>
                </a:lnTo>
                <a:lnTo>
                  <a:pt x="159" y="76"/>
                </a:lnTo>
                <a:lnTo>
                  <a:pt x="158" y="76"/>
                </a:lnTo>
                <a:lnTo>
                  <a:pt x="158" y="75"/>
                </a:lnTo>
                <a:lnTo>
                  <a:pt x="158" y="74"/>
                </a:lnTo>
                <a:lnTo>
                  <a:pt x="158" y="73"/>
                </a:lnTo>
                <a:lnTo>
                  <a:pt x="159" y="73"/>
                </a:lnTo>
                <a:lnTo>
                  <a:pt x="158" y="72"/>
                </a:lnTo>
                <a:lnTo>
                  <a:pt x="158" y="71"/>
                </a:lnTo>
                <a:lnTo>
                  <a:pt x="159" y="71"/>
                </a:lnTo>
                <a:lnTo>
                  <a:pt x="159" y="69"/>
                </a:lnTo>
                <a:lnTo>
                  <a:pt x="158" y="69"/>
                </a:lnTo>
                <a:lnTo>
                  <a:pt x="158" y="68"/>
                </a:lnTo>
                <a:lnTo>
                  <a:pt x="157" y="68"/>
                </a:lnTo>
                <a:lnTo>
                  <a:pt x="156" y="67"/>
                </a:lnTo>
                <a:lnTo>
                  <a:pt x="155" y="66"/>
                </a:lnTo>
                <a:lnTo>
                  <a:pt x="155" y="65"/>
                </a:lnTo>
                <a:lnTo>
                  <a:pt x="155" y="64"/>
                </a:lnTo>
                <a:lnTo>
                  <a:pt x="155" y="63"/>
                </a:lnTo>
                <a:lnTo>
                  <a:pt x="154" y="63"/>
                </a:lnTo>
                <a:lnTo>
                  <a:pt x="154" y="62"/>
                </a:lnTo>
                <a:lnTo>
                  <a:pt x="153" y="62"/>
                </a:lnTo>
                <a:lnTo>
                  <a:pt x="153" y="61"/>
                </a:lnTo>
                <a:lnTo>
                  <a:pt x="153" y="60"/>
                </a:lnTo>
                <a:lnTo>
                  <a:pt x="152" y="60"/>
                </a:lnTo>
                <a:lnTo>
                  <a:pt x="152" y="59"/>
                </a:lnTo>
                <a:lnTo>
                  <a:pt x="151" y="58"/>
                </a:lnTo>
                <a:lnTo>
                  <a:pt x="151" y="57"/>
                </a:lnTo>
                <a:lnTo>
                  <a:pt x="150" y="56"/>
                </a:lnTo>
                <a:lnTo>
                  <a:pt x="149" y="56"/>
                </a:lnTo>
                <a:lnTo>
                  <a:pt x="149" y="55"/>
                </a:lnTo>
                <a:lnTo>
                  <a:pt x="148" y="54"/>
                </a:lnTo>
                <a:lnTo>
                  <a:pt x="148" y="52"/>
                </a:lnTo>
                <a:lnTo>
                  <a:pt x="150" y="50"/>
                </a:lnTo>
                <a:lnTo>
                  <a:pt x="150" y="49"/>
                </a:lnTo>
                <a:lnTo>
                  <a:pt x="151" y="49"/>
                </a:lnTo>
                <a:lnTo>
                  <a:pt x="151" y="48"/>
                </a:lnTo>
                <a:lnTo>
                  <a:pt x="151" y="47"/>
                </a:lnTo>
                <a:lnTo>
                  <a:pt x="150" y="47"/>
                </a:lnTo>
                <a:lnTo>
                  <a:pt x="150" y="46"/>
                </a:lnTo>
                <a:lnTo>
                  <a:pt x="149" y="45"/>
                </a:lnTo>
                <a:lnTo>
                  <a:pt x="149" y="44"/>
                </a:lnTo>
                <a:lnTo>
                  <a:pt x="149" y="43"/>
                </a:lnTo>
                <a:lnTo>
                  <a:pt x="150" y="43"/>
                </a:lnTo>
                <a:lnTo>
                  <a:pt x="149" y="42"/>
                </a:lnTo>
                <a:lnTo>
                  <a:pt x="149" y="41"/>
                </a:lnTo>
                <a:lnTo>
                  <a:pt x="150" y="41"/>
                </a:lnTo>
                <a:lnTo>
                  <a:pt x="151" y="41"/>
                </a:lnTo>
                <a:lnTo>
                  <a:pt x="151" y="40"/>
                </a:lnTo>
                <a:lnTo>
                  <a:pt x="152" y="40"/>
                </a:lnTo>
                <a:lnTo>
                  <a:pt x="152" y="39"/>
                </a:lnTo>
                <a:lnTo>
                  <a:pt x="153" y="39"/>
                </a:lnTo>
                <a:lnTo>
                  <a:pt x="153" y="38"/>
                </a:lnTo>
                <a:lnTo>
                  <a:pt x="151" y="38"/>
                </a:lnTo>
                <a:lnTo>
                  <a:pt x="151" y="37"/>
                </a:lnTo>
                <a:lnTo>
                  <a:pt x="150" y="36"/>
                </a:lnTo>
                <a:lnTo>
                  <a:pt x="149" y="36"/>
                </a:lnTo>
                <a:lnTo>
                  <a:pt x="148" y="36"/>
                </a:lnTo>
                <a:lnTo>
                  <a:pt x="147" y="36"/>
                </a:lnTo>
                <a:lnTo>
                  <a:pt x="146" y="36"/>
                </a:lnTo>
                <a:lnTo>
                  <a:pt x="145" y="36"/>
                </a:lnTo>
                <a:lnTo>
                  <a:pt x="144" y="38"/>
                </a:lnTo>
                <a:lnTo>
                  <a:pt x="143" y="39"/>
                </a:lnTo>
                <a:lnTo>
                  <a:pt x="141" y="38"/>
                </a:lnTo>
                <a:lnTo>
                  <a:pt x="141" y="39"/>
                </a:lnTo>
                <a:lnTo>
                  <a:pt x="141" y="38"/>
                </a:lnTo>
                <a:lnTo>
                  <a:pt x="141" y="37"/>
                </a:lnTo>
                <a:lnTo>
                  <a:pt x="140" y="37"/>
                </a:lnTo>
                <a:lnTo>
                  <a:pt x="139" y="37"/>
                </a:lnTo>
                <a:lnTo>
                  <a:pt x="139" y="38"/>
                </a:lnTo>
                <a:lnTo>
                  <a:pt x="139" y="39"/>
                </a:lnTo>
                <a:lnTo>
                  <a:pt x="138" y="39"/>
                </a:lnTo>
                <a:lnTo>
                  <a:pt x="137" y="39"/>
                </a:lnTo>
                <a:lnTo>
                  <a:pt x="137" y="38"/>
                </a:lnTo>
                <a:lnTo>
                  <a:pt x="136" y="38"/>
                </a:lnTo>
                <a:lnTo>
                  <a:pt x="135" y="38"/>
                </a:lnTo>
                <a:lnTo>
                  <a:pt x="134" y="38"/>
                </a:lnTo>
                <a:lnTo>
                  <a:pt x="134" y="39"/>
                </a:lnTo>
                <a:lnTo>
                  <a:pt x="133" y="38"/>
                </a:lnTo>
                <a:lnTo>
                  <a:pt x="133" y="37"/>
                </a:lnTo>
                <a:lnTo>
                  <a:pt x="134" y="36"/>
                </a:lnTo>
                <a:lnTo>
                  <a:pt x="133" y="34"/>
                </a:lnTo>
                <a:lnTo>
                  <a:pt x="132" y="34"/>
                </a:lnTo>
                <a:lnTo>
                  <a:pt x="132" y="33"/>
                </a:lnTo>
                <a:lnTo>
                  <a:pt x="130" y="33"/>
                </a:lnTo>
                <a:lnTo>
                  <a:pt x="130" y="32"/>
                </a:lnTo>
                <a:lnTo>
                  <a:pt x="129" y="32"/>
                </a:lnTo>
                <a:lnTo>
                  <a:pt x="129" y="31"/>
                </a:lnTo>
                <a:lnTo>
                  <a:pt x="128" y="32"/>
                </a:lnTo>
                <a:lnTo>
                  <a:pt x="127" y="31"/>
                </a:lnTo>
                <a:lnTo>
                  <a:pt x="127" y="30"/>
                </a:lnTo>
                <a:lnTo>
                  <a:pt x="127" y="29"/>
                </a:lnTo>
                <a:lnTo>
                  <a:pt x="126" y="29"/>
                </a:lnTo>
                <a:lnTo>
                  <a:pt x="126" y="30"/>
                </a:lnTo>
                <a:lnTo>
                  <a:pt x="125" y="29"/>
                </a:lnTo>
                <a:lnTo>
                  <a:pt x="125" y="28"/>
                </a:lnTo>
                <a:lnTo>
                  <a:pt x="123" y="27"/>
                </a:lnTo>
                <a:lnTo>
                  <a:pt x="122" y="28"/>
                </a:lnTo>
                <a:lnTo>
                  <a:pt x="121" y="28"/>
                </a:lnTo>
                <a:lnTo>
                  <a:pt x="120" y="28"/>
                </a:lnTo>
                <a:lnTo>
                  <a:pt x="119" y="27"/>
                </a:lnTo>
                <a:lnTo>
                  <a:pt x="119" y="26"/>
                </a:lnTo>
                <a:lnTo>
                  <a:pt x="119" y="25"/>
                </a:lnTo>
                <a:lnTo>
                  <a:pt x="120" y="25"/>
                </a:lnTo>
                <a:lnTo>
                  <a:pt x="119" y="24"/>
                </a:lnTo>
                <a:lnTo>
                  <a:pt x="118" y="24"/>
                </a:lnTo>
                <a:lnTo>
                  <a:pt x="118" y="23"/>
                </a:lnTo>
                <a:lnTo>
                  <a:pt x="117" y="23"/>
                </a:lnTo>
                <a:lnTo>
                  <a:pt x="116" y="23"/>
                </a:lnTo>
                <a:lnTo>
                  <a:pt x="116" y="22"/>
                </a:lnTo>
                <a:lnTo>
                  <a:pt x="117" y="22"/>
                </a:lnTo>
                <a:lnTo>
                  <a:pt x="117" y="21"/>
                </a:lnTo>
                <a:lnTo>
                  <a:pt x="116" y="21"/>
                </a:lnTo>
                <a:lnTo>
                  <a:pt x="115" y="20"/>
                </a:lnTo>
                <a:lnTo>
                  <a:pt x="115" y="19"/>
                </a:lnTo>
                <a:lnTo>
                  <a:pt x="115" y="18"/>
                </a:lnTo>
                <a:lnTo>
                  <a:pt x="116" y="18"/>
                </a:lnTo>
                <a:lnTo>
                  <a:pt x="116" y="16"/>
                </a:lnTo>
                <a:lnTo>
                  <a:pt x="118" y="15"/>
                </a:lnTo>
                <a:lnTo>
                  <a:pt x="119" y="15"/>
                </a:lnTo>
                <a:lnTo>
                  <a:pt x="119" y="14"/>
                </a:lnTo>
                <a:lnTo>
                  <a:pt x="118" y="12"/>
                </a:lnTo>
                <a:lnTo>
                  <a:pt x="118" y="11"/>
                </a:lnTo>
                <a:lnTo>
                  <a:pt x="118" y="10"/>
                </a:lnTo>
                <a:lnTo>
                  <a:pt x="118" y="9"/>
                </a:lnTo>
                <a:lnTo>
                  <a:pt x="118" y="8"/>
                </a:lnTo>
                <a:lnTo>
                  <a:pt x="118" y="7"/>
                </a:lnTo>
                <a:lnTo>
                  <a:pt x="119" y="7"/>
                </a:lnTo>
                <a:lnTo>
                  <a:pt x="120" y="7"/>
                </a:lnTo>
                <a:lnTo>
                  <a:pt x="120" y="8"/>
                </a:lnTo>
                <a:lnTo>
                  <a:pt x="121" y="8"/>
                </a:lnTo>
                <a:lnTo>
                  <a:pt x="121" y="9"/>
                </a:lnTo>
                <a:lnTo>
                  <a:pt x="122" y="10"/>
                </a:lnTo>
                <a:lnTo>
                  <a:pt x="123" y="10"/>
                </a:lnTo>
                <a:lnTo>
                  <a:pt x="123" y="9"/>
                </a:lnTo>
                <a:lnTo>
                  <a:pt x="123" y="8"/>
                </a:lnTo>
                <a:lnTo>
                  <a:pt x="124" y="8"/>
                </a:lnTo>
                <a:lnTo>
                  <a:pt x="124" y="7"/>
                </a:lnTo>
                <a:lnTo>
                  <a:pt x="125" y="7"/>
                </a:lnTo>
                <a:lnTo>
                  <a:pt x="126" y="7"/>
                </a:lnTo>
                <a:lnTo>
                  <a:pt x="126" y="6"/>
                </a:lnTo>
                <a:lnTo>
                  <a:pt x="126" y="5"/>
                </a:lnTo>
                <a:lnTo>
                  <a:pt x="125" y="5"/>
                </a:lnTo>
                <a:lnTo>
                  <a:pt x="125" y="4"/>
                </a:lnTo>
                <a:lnTo>
                  <a:pt x="127" y="4"/>
                </a:lnTo>
                <a:lnTo>
                  <a:pt x="128" y="5"/>
                </a:lnTo>
                <a:lnTo>
                  <a:pt x="129" y="5"/>
                </a:lnTo>
                <a:lnTo>
                  <a:pt x="130" y="5"/>
                </a:lnTo>
                <a:lnTo>
                  <a:pt x="130" y="4"/>
                </a:lnTo>
                <a:lnTo>
                  <a:pt x="131" y="3"/>
                </a:lnTo>
                <a:lnTo>
                  <a:pt x="132" y="3"/>
                </a:lnTo>
                <a:lnTo>
                  <a:pt x="133" y="2"/>
                </a:lnTo>
                <a:lnTo>
                  <a:pt x="134" y="2"/>
                </a:lnTo>
                <a:lnTo>
                  <a:pt x="134" y="1"/>
                </a:lnTo>
                <a:lnTo>
                  <a:pt x="135" y="1"/>
                </a:lnTo>
                <a:lnTo>
                  <a:pt x="136" y="1"/>
                </a:lnTo>
                <a:lnTo>
                  <a:pt x="136" y="0"/>
                </a:lnTo>
                <a:lnTo>
                  <a:pt x="137" y="0"/>
                </a:lnTo>
                <a:lnTo>
                  <a:pt x="138" y="0"/>
                </a:lnTo>
                <a:lnTo>
                  <a:pt x="139" y="0"/>
                </a:lnTo>
                <a:lnTo>
                  <a:pt x="140" y="1"/>
                </a:lnTo>
                <a:lnTo>
                  <a:pt x="140" y="2"/>
                </a:lnTo>
                <a:lnTo>
                  <a:pt x="140" y="3"/>
                </a:lnTo>
                <a:lnTo>
                  <a:pt x="141" y="2"/>
                </a:lnTo>
                <a:lnTo>
                  <a:pt x="141" y="3"/>
                </a:lnTo>
                <a:lnTo>
                  <a:pt x="142" y="4"/>
                </a:lnTo>
                <a:lnTo>
                  <a:pt x="144" y="4"/>
                </a:lnTo>
                <a:lnTo>
                  <a:pt x="144" y="5"/>
                </a:lnTo>
                <a:lnTo>
                  <a:pt x="144" y="6"/>
                </a:lnTo>
                <a:lnTo>
                  <a:pt x="145" y="6"/>
                </a:lnTo>
                <a:lnTo>
                  <a:pt x="145" y="7"/>
                </a:lnTo>
                <a:lnTo>
                  <a:pt x="145" y="8"/>
                </a:lnTo>
                <a:lnTo>
                  <a:pt x="146" y="9"/>
                </a:lnTo>
                <a:lnTo>
                  <a:pt x="147" y="9"/>
                </a:lnTo>
                <a:lnTo>
                  <a:pt x="148" y="10"/>
                </a:lnTo>
                <a:lnTo>
                  <a:pt x="147" y="10"/>
                </a:lnTo>
                <a:lnTo>
                  <a:pt x="147" y="11"/>
                </a:lnTo>
                <a:lnTo>
                  <a:pt x="148" y="11"/>
                </a:lnTo>
                <a:lnTo>
                  <a:pt x="150" y="11"/>
                </a:lnTo>
                <a:lnTo>
                  <a:pt x="151" y="12"/>
                </a:lnTo>
                <a:lnTo>
                  <a:pt x="152" y="12"/>
                </a:lnTo>
                <a:lnTo>
                  <a:pt x="153" y="13"/>
                </a:lnTo>
                <a:lnTo>
                  <a:pt x="153" y="14"/>
                </a:lnTo>
                <a:lnTo>
                  <a:pt x="154" y="14"/>
                </a:lnTo>
                <a:lnTo>
                  <a:pt x="154" y="15"/>
                </a:lnTo>
                <a:lnTo>
                  <a:pt x="153" y="16"/>
                </a:lnTo>
                <a:lnTo>
                  <a:pt x="152" y="15"/>
                </a:lnTo>
                <a:lnTo>
                  <a:pt x="151" y="15"/>
                </a:lnTo>
                <a:lnTo>
                  <a:pt x="151" y="16"/>
                </a:lnTo>
                <a:lnTo>
                  <a:pt x="152" y="16"/>
                </a:lnTo>
                <a:lnTo>
                  <a:pt x="152" y="17"/>
                </a:lnTo>
                <a:lnTo>
                  <a:pt x="153" y="17"/>
                </a:lnTo>
                <a:lnTo>
                  <a:pt x="153" y="16"/>
                </a:lnTo>
                <a:lnTo>
                  <a:pt x="155" y="16"/>
                </a:lnTo>
                <a:lnTo>
                  <a:pt x="156" y="16"/>
                </a:lnTo>
                <a:lnTo>
                  <a:pt x="157" y="16"/>
                </a:lnTo>
                <a:lnTo>
                  <a:pt x="157" y="17"/>
                </a:lnTo>
                <a:lnTo>
                  <a:pt x="158" y="17"/>
                </a:lnTo>
                <a:lnTo>
                  <a:pt x="159" y="17"/>
                </a:lnTo>
                <a:lnTo>
                  <a:pt x="160" y="18"/>
                </a:lnTo>
                <a:lnTo>
                  <a:pt x="161" y="18"/>
                </a:lnTo>
                <a:lnTo>
                  <a:pt x="162" y="18"/>
                </a:lnTo>
                <a:lnTo>
                  <a:pt x="163" y="18"/>
                </a:lnTo>
                <a:lnTo>
                  <a:pt x="164" y="18"/>
                </a:lnTo>
                <a:lnTo>
                  <a:pt x="165" y="18"/>
                </a:lnTo>
                <a:lnTo>
                  <a:pt x="166" y="18"/>
                </a:lnTo>
                <a:lnTo>
                  <a:pt x="167" y="18"/>
                </a:lnTo>
                <a:lnTo>
                  <a:pt x="168" y="18"/>
                </a:lnTo>
                <a:lnTo>
                  <a:pt x="168" y="19"/>
                </a:lnTo>
                <a:lnTo>
                  <a:pt x="169" y="19"/>
                </a:lnTo>
                <a:lnTo>
                  <a:pt x="170" y="20"/>
                </a:lnTo>
                <a:lnTo>
                  <a:pt x="171" y="21"/>
                </a:lnTo>
                <a:lnTo>
                  <a:pt x="171" y="22"/>
                </a:lnTo>
                <a:lnTo>
                  <a:pt x="172" y="23"/>
                </a:lnTo>
                <a:lnTo>
                  <a:pt x="172" y="24"/>
                </a:lnTo>
                <a:lnTo>
                  <a:pt x="173" y="24"/>
                </a:lnTo>
                <a:lnTo>
                  <a:pt x="174" y="24"/>
                </a:lnTo>
                <a:lnTo>
                  <a:pt x="174" y="25"/>
                </a:lnTo>
                <a:lnTo>
                  <a:pt x="175" y="27"/>
                </a:lnTo>
                <a:lnTo>
                  <a:pt x="176" y="27"/>
                </a:lnTo>
                <a:lnTo>
                  <a:pt x="176" y="26"/>
                </a:lnTo>
                <a:lnTo>
                  <a:pt x="177" y="26"/>
                </a:lnTo>
                <a:lnTo>
                  <a:pt x="178" y="26"/>
                </a:lnTo>
                <a:lnTo>
                  <a:pt x="179" y="26"/>
                </a:lnTo>
                <a:lnTo>
                  <a:pt x="179" y="25"/>
                </a:lnTo>
                <a:lnTo>
                  <a:pt x="179" y="24"/>
                </a:lnTo>
                <a:lnTo>
                  <a:pt x="180" y="24"/>
                </a:lnTo>
                <a:lnTo>
                  <a:pt x="180" y="25"/>
                </a:lnTo>
                <a:lnTo>
                  <a:pt x="181" y="25"/>
                </a:lnTo>
                <a:lnTo>
                  <a:pt x="183" y="25"/>
                </a:lnTo>
                <a:lnTo>
                  <a:pt x="184" y="25"/>
                </a:lnTo>
                <a:lnTo>
                  <a:pt x="186" y="26"/>
                </a:lnTo>
                <a:lnTo>
                  <a:pt x="187" y="26"/>
                </a:lnTo>
                <a:lnTo>
                  <a:pt x="188" y="26"/>
                </a:lnTo>
                <a:lnTo>
                  <a:pt x="188" y="27"/>
                </a:lnTo>
                <a:lnTo>
                  <a:pt x="187" y="27"/>
                </a:lnTo>
                <a:lnTo>
                  <a:pt x="187" y="28"/>
                </a:lnTo>
                <a:lnTo>
                  <a:pt x="187" y="29"/>
                </a:lnTo>
                <a:lnTo>
                  <a:pt x="188" y="29"/>
                </a:lnTo>
                <a:lnTo>
                  <a:pt x="189" y="29"/>
                </a:lnTo>
                <a:lnTo>
                  <a:pt x="189" y="30"/>
                </a:lnTo>
                <a:lnTo>
                  <a:pt x="189" y="31"/>
                </a:lnTo>
                <a:lnTo>
                  <a:pt x="188" y="32"/>
                </a:lnTo>
                <a:lnTo>
                  <a:pt x="188" y="33"/>
                </a:lnTo>
                <a:lnTo>
                  <a:pt x="188" y="34"/>
                </a:lnTo>
                <a:lnTo>
                  <a:pt x="188" y="35"/>
                </a:lnTo>
                <a:lnTo>
                  <a:pt x="188" y="36"/>
                </a:lnTo>
                <a:lnTo>
                  <a:pt x="188" y="37"/>
                </a:lnTo>
                <a:lnTo>
                  <a:pt x="189" y="38"/>
                </a:lnTo>
                <a:lnTo>
                  <a:pt x="190" y="39"/>
                </a:lnTo>
                <a:lnTo>
                  <a:pt x="190" y="40"/>
                </a:lnTo>
                <a:lnTo>
                  <a:pt x="191" y="40"/>
                </a:lnTo>
                <a:lnTo>
                  <a:pt x="192" y="40"/>
                </a:lnTo>
                <a:lnTo>
                  <a:pt x="192" y="41"/>
                </a:lnTo>
                <a:lnTo>
                  <a:pt x="193" y="41"/>
                </a:lnTo>
                <a:lnTo>
                  <a:pt x="193" y="42"/>
                </a:lnTo>
                <a:lnTo>
                  <a:pt x="193" y="41"/>
                </a:lnTo>
                <a:lnTo>
                  <a:pt x="194" y="41"/>
                </a:lnTo>
                <a:lnTo>
                  <a:pt x="195" y="41"/>
                </a:lnTo>
                <a:lnTo>
                  <a:pt x="195" y="42"/>
                </a:lnTo>
                <a:lnTo>
                  <a:pt x="194" y="42"/>
                </a:lnTo>
                <a:lnTo>
                  <a:pt x="194" y="43"/>
                </a:lnTo>
                <a:lnTo>
                  <a:pt x="195" y="45"/>
                </a:lnTo>
                <a:lnTo>
                  <a:pt x="194" y="46"/>
                </a:lnTo>
                <a:lnTo>
                  <a:pt x="193" y="47"/>
                </a:lnTo>
                <a:lnTo>
                  <a:pt x="193" y="48"/>
                </a:lnTo>
                <a:lnTo>
                  <a:pt x="193" y="49"/>
                </a:lnTo>
                <a:lnTo>
                  <a:pt x="194" y="50"/>
                </a:lnTo>
                <a:lnTo>
                  <a:pt x="195" y="50"/>
                </a:lnTo>
                <a:lnTo>
                  <a:pt x="196" y="51"/>
                </a:lnTo>
                <a:lnTo>
                  <a:pt x="197" y="51"/>
                </a:lnTo>
                <a:lnTo>
                  <a:pt x="197" y="52"/>
                </a:lnTo>
                <a:lnTo>
                  <a:pt x="199" y="51"/>
                </a:lnTo>
                <a:lnTo>
                  <a:pt x="199" y="52"/>
                </a:lnTo>
                <a:lnTo>
                  <a:pt x="200" y="53"/>
                </a:lnTo>
                <a:lnTo>
                  <a:pt x="201" y="53"/>
                </a:lnTo>
                <a:lnTo>
                  <a:pt x="202" y="53"/>
                </a:lnTo>
                <a:lnTo>
                  <a:pt x="202" y="54"/>
                </a:lnTo>
                <a:lnTo>
                  <a:pt x="203" y="55"/>
                </a:lnTo>
                <a:lnTo>
                  <a:pt x="202" y="55"/>
                </a:lnTo>
                <a:lnTo>
                  <a:pt x="201" y="55"/>
                </a:lnTo>
                <a:lnTo>
                  <a:pt x="201" y="56"/>
                </a:lnTo>
                <a:lnTo>
                  <a:pt x="202" y="56"/>
                </a:lnTo>
                <a:lnTo>
                  <a:pt x="203" y="56"/>
                </a:lnTo>
                <a:lnTo>
                  <a:pt x="204" y="56"/>
                </a:lnTo>
                <a:lnTo>
                  <a:pt x="205" y="56"/>
                </a:lnTo>
                <a:lnTo>
                  <a:pt x="204" y="57"/>
                </a:lnTo>
                <a:lnTo>
                  <a:pt x="204" y="58"/>
                </a:lnTo>
                <a:lnTo>
                  <a:pt x="205" y="58"/>
                </a:lnTo>
                <a:lnTo>
                  <a:pt x="206" y="59"/>
                </a:lnTo>
                <a:lnTo>
                  <a:pt x="207" y="59"/>
                </a:lnTo>
                <a:lnTo>
                  <a:pt x="208" y="59"/>
                </a:lnTo>
                <a:lnTo>
                  <a:pt x="209" y="59"/>
                </a:lnTo>
                <a:lnTo>
                  <a:pt x="210" y="59"/>
                </a:lnTo>
                <a:lnTo>
                  <a:pt x="211" y="59"/>
                </a:lnTo>
                <a:lnTo>
                  <a:pt x="211" y="60"/>
                </a:lnTo>
                <a:lnTo>
                  <a:pt x="213" y="59"/>
                </a:lnTo>
                <a:lnTo>
                  <a:pt x="214" y="59"/>
                </a:lnTo>
                <a:lnTo>
                  <a:pt x="215" y="58"/>
                </a:lnTo>
                <a:lnTo>
                  <a:pt x="217" y="58"/>
                </a:lnTo>
                <a:lnTo>
                  <a:pt x="217" y="59"/>
                </a:lnTo>
                <a:lnTo>
                  <a:pt x="217" y="60"/>
                </a:lnTo>
                <a:lnTo>
                  <a:pt x="218" y="60"/>
                </a:lnTo>
                <a:lnTo>
                  <a:pt x="219" y="60"/>
                </a:lnTo>
                <a:lnTo>
                  <a:pt x="219" y="59"/>
                </a:lnTo>
                <a:lnTo>
                  <a:pt x="219" y="58"/>
                </a:lnTo>
                <a:lnTo>
                  <a:pt x="220" y="57"/>
                </a:lnTo>
                <a:lnTo>
                  <a:pt x="223" y="57"/>
                </a:lnTo>
                <a:lnTo>
                  <a:pt x="223" y="58"/>
                </a:lnTo>
                <a:lnTo>
                  <a:pt x="224" y="58"/>
                </a:lnTo>
                <a:lnTo>
                  <a:pt x="224" y="59"/>
                </a:lnTo>
                <a:lnTo>
                  <a:pt x="224" y="60"/>
                </a:lnTo>
                <a:lnTo>
                  <a:pt x="225" y="60"/>
                </a:lnTo>
                <a:lnTo>
                  <a:pt x="226" y="61"/>
                </a:lnTo>
                <a:lnTo>
                  <a:pt x="226" y="62"/>
                </a:lnTo>
                <a:lnTo>
                  <a:pt x="226" y="63"/>
                </a:lnTo>
                <a:lnTo>
                  <a:pt x="227" y="63"/>
                </a:lnTo>
                <a:lnTo>
                  <a:pt x="228" y="64"/>
                </a:lnTo>
                <a:lnTo>
                  <a:pt x="229" y="64"/>
                </a:lnTo>
                <a:lnTo>
                  <a:pt x="230" y="63"/>
                </a:lnTo>
                <a:lnTo>
                  <a:pt x="231" y="64"/>
                </a:lnTo>
                <a:lnTo>
                  <a:pt x="231" y="63"/>
                </a:lnTo>
                <a:lnTo>
                  <a:pt x="233" y="62"/>
                </a:lnTo>
                <a:lnTo>
                  <a:pt x="234" y="61"/>
                </a:lnTo>
                <a:lnTo>
                  <a:pt x="235" y="61"/>
                </a:lnTo>
                <a:lnTo>
                  <a:pt x="236" y="60"/>
                </a:lnTo>
                <a:lnTo>
                  <a:pt x="237" y="60"/>
                </a:lnTo>
                <a:lnTo>
                  <a:pt x="238" y="60"/>
                </a:lnTo>
                <a:lnTo>
                  <a:pt x="238" y="61"/>
                </a:lnTo>
                <a:lnTo>
                  <a:pt x="239" y="61"/>
                </a:lnTo>
                <a:lnTo>
                  <a:pt x="240" y="62"/>
                </a:lnTo>
                <a:lnTo>
                  <a:pt x="239" y="64"/>
                </a:lnTo>
                <a:lnTo>
                  <a:pt x="239" y="65"/>
                </a:lnTo>
                <a:lnTo>
                  <a:pt x="240" y="66"/>
                </a:lnTo>
                <a:lnTo>
                  <a:pt x="241" y="66"/>
                </a:lnTo>
                <a:lnTo>
                  <a:pt x="241" y="67"/>
                </a:lnTo>
                <a:lnTo>
                  <a:pt x="241" y="68"/>
                </a:lnTo>
                <a:lnTo>
                  <a:pt x="242" y="68"/>
                </a:lnTo>
                <a:lnTo>
                  <a:pt x="243" y="68"/>
                </a:lnTo>
                <a:lnTo>
                  <a:pt x="243" y="67"/>
                </a:lnTo>
                <a:lnTo>
                  <a:pt x="244" y="67"/>
                </a:lnTo>
                <a:lnTo>
                  <a:pt x="244" y="66"/>
                </a:lnTo>
                <a:lnTo>
                  <a:pt x="244" y="67"/>
                </a:lnTo>
                <a:lnTo>
                  <a:pt x="246" y="66"/>
                </a:lnTo>
                <a:lnTo>
                  <a:pt x="245" y="65"/>
                </a:lnTo>
                <a:lnTo>
                  <a:pt x="246" y="65"/>
                </a:lnTo>
                <a:lnTo>
                  <a:pt x="246" y="64"/>
                </a:lnTo>
                <a:lnTo>
                  <a:pt x="245" y="64"/>
                </a:lnTo>
                <a:lnTo>
                  <a:pt x="245" y="63"/>
                </a:lnTo>
                <a:lnTo>
                  <a:pt x="247" y="63"/>
                </a:lnTo>
                <a:lnTo>
                  <a:pt x="247" y="64"/>
                </a:lnTo>
                <a:lnTo>
                  <a:pt x="248" y="65"/>
                </a:lnTo>
                <a:lnTo>
                  <a:pt x="249" y="66"/>
                </a:lnTo>
                <a:lnTo>
                  <a:pt x="250" y="66"/>
                </a:lnTo>
                <a:lnTo>
                  <a:pt x="251" y="67"/>
                </a:lnTo>
                <a:lnTo>
                  <a:pt x="251" y="68"/>
                </a:lnTo>
                <a:lnTo>
                  <a:pt x="250" y="68"/>
                </a:lnTo>
                <a:lnTo>
                  <a:pt x="250" y="69"/>
                </a:lnTo>
                <a:lnTo>
                  <a:pt x="250" y="70"/>
                </a:lnTo>
                <a:lnTo>
                  <a:pt x="251" y="71"/>
                </a:lnTo>
                <a:lnTo>
                  <a:pt x="251" y="72"/>
                </a:lnTo>
                <a:lnTo>
                  <a:pt x="251" y="73"/>
                </a:lnTo>
                <a:lnTo>
                  <a:pt x="251" y="74"/>
                </a:lnTo>
                <a:lnTo>
                  <a:pt x="252" y="74"/>
                </a:lnTo>
                <a:lnTo>
                  <a:pt x="253" y="75"/>
                </a:lnTo>
                <a:lnTo>
                  <a:pt x="253" y="76"/>
                </a:lnTo>
                <a:lnTo>
                  <a:pt x="254" y="77"/>
                </a:lnTo>
                <a:lnTo>
                  <a:pt x="254" y="78"/>
                </a:lnTo>
                <a:lnTo>
                  <a:pt x="255" y="78"/>
                </a:lnTo>
                <a:lnTo>
                  <a:pt x="256" y="78"/>
                </a:lnTo>
                <a:lnTo>
                  <a:pt x="256" y="77"/>
                </a:lnTo>
                <a:lnTo>
                  <a:pt x="257" y="77"/>
                </a:lnTo>
                <a:lnTo>
                  <a:pt x="258" y="78"/>
                </a:lnTo>
                <a:lnTo>
                  <a:pt x="259" y="78"/>
                </a:lnTo>
                <a:lnTo>
                  <a:pt x="259" y="79"/>
                </a:lnTo>
                <a:lnTo>
                  <a:pt x="259" y="80"/>
                </a:lnTo>
                <a:lnTo>
                  <a:pt x="258" y="81"/>
                </a:lnTo>
                <a:lnTo>
                  <a:pt x="258" y="82"/>
                </a:lnTo>
                <a:lnTo>
                  <a:pt x="258" y="83"/>
                </a:lnTo>
                <a:lnTo>
                  <a:pt x="258" y="84"/>
                </a:lnTo>
                <a:lnTo>
                  <a:pt x="258" y="85"/>
                </a:lnTo>
                <a:lnTo>
                  <a:pt x="258" y="87"/>
                </a:lnTo>
                <a:lnTo>
                  <a:pt x="258" y="88"/>
                </a:lnTo>
                <a:lnTo>
                  <a:pt x="257" y="89"/>
                </a:lnTo>
                <a:lnTo>
                  <a:pt x="257" y="90"/>
                </a:lnTo>
                <a:lnTo>
                  <a:pt x="257" y="91"/>
                </a:lnTo>
                <a:lnTo>
                  <a:pt x="257" y="92"/>
                </a:lnTo>
                <a:lnTo>
                  <a:pt x="256" y="92"/>
                </a:lnTo>
                <a:lnTo>
                  <a:pt x="256" y="93"/>
                </a:lnTo>
                <a:lnTo>
                  <a:pt x="257" y="93"/>
                </a:lnTo>
                <a:lnTo>
                  <a:pt x="257" y="94"/>
                </a:lnTo>
                <a:lnTo>
                  <a:pt x="259" y="95"/>
                </a:lnTo>
                <a:lnTo>
                  <a:pt x="260" y="95"/>
                </a:lnTo>
                <a:lnTo>
                  <a:pt x="260" y="94"/>
                </a:lnTo>
                <a:lnTo>
                  <a:pt x="261" y="94"/>
                </a:lnTo>
                <a:lnTo>
                  <a:pt x="262" y="94"/>
                </a:lnTo>
                <a:lnTo>
                  <a:pt x="262" y="93"/>
                </a:lnTo>
                <a:lnTo>
                  <a:pt x="263" y="93"/>
                </a:lnTo>
                <a:lnTo>
                  <a:pt x="264" y="93"/>
                </a:lnTo>
                <a:lnTo>
                  <a:pt x="265" y="93"/>
                </a:lnTo>
                <a:lnTo>
                  <a:pt x="266" y="93"/>
                </a:lnTo>
                <a:lnTo>
                  <a:pt x="267" y="93"/>
                </a:lnTo>
                <a:lnTo>
                  <a:pt x="269" y="94"/>
                </a:lnTo>
                <a:lnTo>
                  <a:pt x="270" y="94"/>
                </a:lnTo>
                <a:lnTo>
                  <a:pt x="271" y="94"/>
                </a:lnTo>
                <a:lnTo>
                  <a:pt x="272" y="94"/>
                </a:lnTo>
                <a:lnTo>
                  <a:pt x="271" y="94"/>
                </a:lnTo>
                <a:lnTo>
                  <a:pt x="271" y="93"/>
                </a:lnTo>
                <a:lnTo>
                  <a:pt x="272" y="93"/>
                </a:lnTo>
                <a:lnTo>
                  <a:pt x="273" y="93"/>
                </a:lnTo>
                <a:lnTo>
                  <a:pt x="274" y="94"/>
                </a:lnTo>
                <a:lnTo>
                  <a:pt x="276" y="94"/>
                </a:lnTo>
                <a:lnTo>
                  <a:pt x="276" y="93"/>
                </a:lnTo>
                <a:lnTo>
                  <a:pt x="276" y="92"/>
                </a:lnTo>
                <a:lnTo>
                  <a:pt x="277" y="91"/>
                </a:lnTo>
                <a:lnTo>
                  <a:pt x="278" y="91"/>
                </a:lnTo>
                <a:lnTo>
                  <a:pt x="278" y="92"/>
                </a:lnTo>
                <a:lnTo>
                  <a:pt x="279" y="92"/>
                </a:lnTo>
                <a:lnTo>
                  <a:pt x="281" y="92"/>
                </a:lnTo>
                <a:lnTo>
                  <a:pt x="282" y="92"/>
                </a:lnTo>
                <a:lnTo>
                  <a:pt x="282" y="93"/>
                </a:lnTo>
                <a:lnTo>
                  <a:pt x="283" y="93"/>
                </a:lnTo>
                <a:lnTo>
                  <a:pt x="283" y="92"/>
                </a:lnTo>
                <a:lnTo>
                  <a:pt x="284" y="92"/>
                </a:lnTo>
                <a:lnTo>
                  <a:pt x="285" y="92"/>
                </a:lnTo>
                <a:lnTo>
                  <a:pt x="285" y="91"/>
                </a:lnTo>
                <a:lnTo>
                  <a:pt x="286" y="91"/>
                </a:lnTo>
                <a:lnTo>
                  <a:pt x="286" y="90"/>
                </a:lnTo>
                <a:lnTo>
                  <a:pt x="288" y="90"/>
                </a:lnTo>
                <a:lnTo>
                  <a:pt x="290" y="90"/>
                </a:lnTo>
                <a:lnTo>
                  <a:pt x="291" y="90"/>
                </a:lnTo>
                <a:lnTo>
                  <a:pt x="292" y="90"/>
                </a:lnTo>
                <a:lnTo>
                  <a:pt x="292" y="91"/>
                </a:lnTo>
                <a:lnTo>
                  <a:pt x="292" y="92"/>
                </a:lnTo>
                <a:lnTo>
                  <a:pt x="293" y="92"/>
                </a:lnTo>
                <a:lnTo>
                  <a:pt x="294" y="92"/>
                </a:lnTo>
                <a:lnTo>
                  <a:pt x="295" y="92"/>
                </a:lnTo>
                <a:lnTo>
                  <a:pt x="296" y="92"/>
                </a:lnTo>
                <a:lnTo>
                  <a:pt x="297" y="92"/>
                </a:lnTo>
                <a:lnTo>
                  <a:pt x="297" y="93"/>
                </a:lnTo>
                <a:lnTo>
                  <a:pt x="297" y="94"/>
                </a:lnTo>
                <a:lnTo>
                  <a:pt x="296" y="94"/>
                </a:lnTo>
                <a:lnTo>
                  <a:pt x="295" y="93"/>
                </a:lnTo>
                <a:lnTo>
                  <a:pt x="295" y="94"/>
                </a:lnTo>
                <a:lnTo>
                  <a:pt x="295" y="95"/>
                </a:lnTo>
                <a:lnTo>
                  <a:pt x="295" y="96"/>
                </a:lnTo>
                <a:lnTo>
                  <a:pt x="295" y="97"/>
                </a:lnTo>
                <a:lnTo>
                  <a:pt x="295" y="98"/>
                </a:lnTo>
                <a:lnTo>
                  <a:pt x="295" y="100"/>
                </a:lnTo>
                <a:lnTo>
                  <a:pt x="296" y="100"/>
                </a:lnTo>
                <a:lnTo>
                  <a:pt x="296" y="101"/>
                </a:lnTo>
                <a:lnTo>
                  <a:pt x="295" y="101"/>
                </a:lnTo>
                <a:lnTo>
                  <a:pt x="294" y="102"/>
                </a:lnTo>
                <a:lnTo>
                  <a:pt x="293" y="103"/>
                </a:lnTo>
                <a:lnTo>
                  <a:pt x="292" y="104"/>
                </a:lnTo>
                <a:lnTo>
                  <a:pt x="291" y="105"/>
                </a:lnTo>
                <a:lnTo>
                  <a:pt x="291" y="106"/>
                </a:lnTo>
                <a:lnTo>
                  <a:pt x="291" y="107"/>
                </a:lnTo>
                <a:lnTo>
                  <a:pt x="291" y="108"/>
                </a:lnTo>
                <a:lnTo>
                  <a:pt x="291" y="109"/>
                </a:lnTo>
                <a:lnTo>
                  <a:pt x="291" y="111"/>
                </a:lnTo>
                <a:lnTo>
                  <a:pt x="290" y="113"/>
                </a:lnTo>
                <a:lnTo>
                  <a:pt x="290" y="115"/>
                </a:lnTo>
                <a:lnTo>
                  <a:pt x="290" y="116"/>
                </a:lnTo>
                <a:lnTo>
                  <a:pt x="290" y="119"/>
                </a:lnTo>
                <a:lnTo>
                  <a:pt x="290" y="120"/>
                </a:lnTo>
                <a:lnTo>
                  <a:pt x="289" y="119"/>
                </a:lnTo>
                <a:lnTo>
                  <a:pt x="288" y="119"/>
                </a:lnTo>
                <a:lnTo>
                  <a:pt x="287" y="119"/>
                </a:lnTo>
                <a:lnTo>
                  <a:pt x="286" y="118"/>
                </a:lnTo>
                <a:lnTo>
                  <a:pt x="285" y="118"/>
                </a:lnTo>
                <a:lnTo>
                  <a:pt x="285" y="119"/>
                </a:lnTo>
                <a:lnTo>
                  <a:pt x="284" y="120"/>
                </a:lnTo>
                <a:lnTo>
                  <a:pt x="283" y="121"/>
                </a:lnTo>
                <a:lnTo>
                  <a:pt x="283" y="122"/>
                </a:lnTo>
                <a:lnTo>
                  <a:pt x="283" y="123"/>
                </a:lnTo>
                <a:lnTo>
                  <a:pt x="283" y="124"/>
                </a:lnTo>
                <a:lnTo>
                  <a:pt x="283" y="125"/>
                </a:lnTo>
                <a:lnTo>
                  <a:pt x="282" y="125"/>
                </a:lnTo>
                <a:lnTo>
                  <a:pt x="282" y="126"/>
                </a:lnTo>
                <a:lnTo>
                  <a:pt x="282" y="127"/>
                </a:lnTo>
                <a:lnTo>
                  <a:pt x="282" y="128"/>
                </a:lnTo>
                <a:lnTo>
                  <a:pt x="283" y="128"/>
                </a:lnTo>
                <a:lnTo>
                  <a:pt x="283" y="129"/>
                </a:lnTo>
                <a:lnTo>
                  <a:pt x="283" y="130"/>
                </a:lnTo>
                <a:lnTo>
                  <a:pt x="283" y="131"/>
                </a:lnTo>
                <a:lnTo>
                  <a:pt x="282" y="132"/>
                </a:lnTo>
                <a:lnTo>
                  <a:pt x="280" y="133"/>
                </a:lnTo>
                <a:lnTo>
                  <a:pt x="279" y="133"/>
                </a:lnTo>
                <a:lnTo>
                  <a:pt x="278" y="133"/>
                </a:lnTo>
                <a:lnTo>
                  <a:pt x="278" y="134"/>
                </a:lnTo>
                <a:lnTo>
                  <a:pt x="280" y="134"/>
                </a:lnTo>
                <a:lnTo>
                  <a:pt x="280" y="135"/>
                </a:lnTo>
                <a:lnTo>
                  <a:pt x="279" y="136"/>
                </a:lnTo>
                <a:lnTo>
                  <a:pt x="279" y="137"/>
                </a:lnTo>
                <a:lnTo>
                  <a:pt x="279" y="138"/>
                </a:lnTo>
                <a:lnTo>
                  <a:pt x="278" y="139"/>
                </a:lnTo>
                <a:lnTo>
                  <a:pt x="278" y="140"/>
                </a:lnTo>
                <a:lnTo>
                  <a:pt x="277" y="140"/>
                </a:lnTo>
                <a:lnTo>
                  <a:pt x="276" y="141"/>
                </a:lnTo>
                <a:lnTo>
                  <a:pt x="276" y="142"/>
                </a:lnTo>
                <a:lnTo>
                  <a:pt x="276" y="143"/>
                </a:lnTo>
                <a:lnTo>
                  <a:pt x="276" y="144"/>
                </a:lnTo>
                <a:lnTo>
                  <a:pt x="275" y="144"/>
                </a:lnTo>
                <a:lnTo>
                  <a:pt x="275" y="145"/>
                </a:lnTo>
                <a:lnTo>
                  <a:pt x="276" y="145"/>
                </a:lnTo>
                <a:lnTo>
                  <a:pt x="276" y="146"/>
                </a:lnTo>
                <a:lnTo>
                  <a:pt x="277" y="146"/>
                </a:lnTo>
                <a:lnTo>
                  <a:pt x="277" y="145"/>
                </a:lnTo>
                <a:lnTo>
                  <a:pt x="278" y="145"/>
                </a:lnTo>
                <a:lnTo>
                  <a:pt x="279" y="145"/>
                </a:lnTo>
                <a:lnTo>
                  <a:pt x="279" y="146"/>
                </a:lnTo>
                <a:lnTo>
                  <a:pt x="279" y="147"/>
                </a:lnTo>
                <a:lnTo>
                  <a:pt x="279" y="148"/>
                </a:lnTo>
                <a:lnTo>
                  <a:pt x="280" y="150"/>
                </a:lnTo>
                <a:lnTo>
                  <a:pt x="281" y="150"/>
                </a:lnTo>
                <a:lnTo>
                  <a:pt x="281" y="151"/>
                </a:lnTo>
                <a:lnTo>
                  <a:pt x="282" y="151"/>
                </a:lnTo>
                <a:lnTo>
                  <a:pt x="283" y="152"/>
                </a:lnTo>
                <a:lnTo>
                  <a:pt x="283" y="153"/>
                </a:lnTo>
                <a:lnTo>
                  <a:pt x="284" y="153"/>
                </a:lnTo>
                <a:lnTo>
                  <a:pt x="284" y="154"/>
                </a:lnTo>
                <a:lnTo>
                  <a:pt x="284" y="155"/>
                </a:lnTo>
                <a:lnTo>
                  <a:pt x="284" y="154"/>
                </a:lnTo>
                <a:lnTo>
                  <a:pt x="284" y="153"/>
                </a:lnTo>
                <a:lnTo>
                  <a:pt x="285" y="153"/>
                </a:lnTo>
                <a:lnTo>
                  <a:pt x="286" y="153"/>
                </a:lnTo>
                <a:lnTo>
                  <a:pt x="286" y="154"/>
                </a:lnTo>
                <a:lnTo>
                  <a:pt x="287" y="154"/>
                </a:lnTo>
                <a:lnTo>
                  <a:pt x="288" y="154"/>
                </a:lnTo>
                <a:lnTo>
                  <a:pt x="288" y="153"/>
                </a:lnTo>
                <a:lnTo>
                  <a:pt x="289" y="153"/>
                </a:lnTo>
                <a:lnTo>
                  <a:pt x="290" y="153"/>
                </a:lnTo>
                <a:lnTo>
                  <a:pt x="291" y="152"/>
                </a:lnTo>
                <a:lnTo>
                  <a:pt x="292" y="152"/>
                </a:lnTo>
                <a:lnTo>
                  <a:pt x="293" y="151"/>
                </a:lnTo>
                <a:lnTo>
                  <a:pt x="294" y="151"/>
                </a:lnTo>
                <a:lnTo>
                  <a:pt x="295" y="150"/>
                </a:lnTo>
                <a:lnTo>
                  <a:pt x="295" y="149"/>
                </a:lnTo>
                <a:lnTo>
                  <a:pt x="295" y="148"/>
                </a:lnTo>
                <a:lnTo>
                  <a:pt x="295" y="147"/>
                </a:lnTo>
                <a:lnTo>
                  <a:pt x="296" y="147"/>
                </a:lnTo>
                <a:lnTo>
                  <a:pt x="296" y="146"/>
                </a:lnTo>
                <a:lnTo>
                  <a:pt x="297" y="146"/>
                </a:lnTo>
                <a:lnTo>
                  <a:pt x="298" y="147"/>
                </a:lnTo>
                <a:lnTo>
                  <a:pt x="299" y="147"/>
                </a:lnTo>
                <a:lnTo>
                  <a:pt x="299" y="148"/>
                </a:lnTo>
                <a:lnTo>
                  <a:pt x="300" y="148"/>
                </a:lnTo>
                <a:lnTo>
                  <a:pt x="300" y="149"/>
                </a:lnTo>
                <a:lnTo>
                  <a:pt x="300" y="150"/>
                </a:lnTo>
                <a:lnTo>
                  <a:pt x="301" y="150"/>
                </a:lnTo>
                <a:lnTo>
                  <a:pt x="301" y="152"/>
                </a:lnTo>
                <a:lnTo>
                  <a:pt x="300" y="152"/>
                </a:lnTo>
                <a:lnTo>
                  <a:pt x="301" y="152"/>
                </a:lnTo>
                <a:lnTo>
                  <a:pt x="301" y="154"/>
                </a:lnTo>
                <a:lnTo>
                  <a:pt x="300" y="155"/>
                </a:lnTo>
                <a:lnTo>
                  <a:pt x="300" y="157"/>
                </a:lnTo>
                <a:lnTo>
                  <a:pt x="299" y="157"/>
                </a:lnTo>
                <a:lnTo>
                  <a:pt x="299" y="158"/>
                </a:lnTo>
                <a:lnTo>
                  <a:pt x="300" y="158"/>
                </a:lnTo>
                <a:lnTo>
                  <a:pt x="301" y="158"/>
                </a:lnTo>
                <a:lnTo>
                  <a:pt x="301" y="159"/>
                </a:lnTo>
                <a:lnTo>
                  <a:pt x="300" y="159"/>
                </a:lnTo>
                <a:lnTo>
                  <a:pt x="299" y="159"/>
                </a:lnTo>
                <a:lnTo>
                  <a:pt x="300" y="160"/>
                </a:lnTo>
                <a:lnTo>
                  <a:pt x="301" y="160"/>
                </a:lnTo>
                <a:lnTo>
                  <a:pt x="301" y="161"/>
                </a:lnTo>
                <a:lnTo>
                  <a:pt x="300" y="161"/>
                </a:lnTo>
                <a:lnTo>
                  <a:pt x="300" y="162"/>
                </a:lnTo>
                <a:lnTo>
                  <a:pt x="299" y="162"/>
                </a:lnTo>
                <a:lnTo>
                  <a:pt x="300" y="162"/>
                </a:lnTo>
                <a:lnTo>
                  <a:pt x="301" y="162"/>
                </a:lnTo>
                <a:lnTo>
                  <a:pt x="302" y="163"/>
                </a:lnTo>
                <a:lnTo>
                  <a:pt x="302" y="164"/>
                </a:lnTo>
                <a:lnTo>
                  <a:pt x="302" y="165"/>
                </a:lnTo>
                <a:lnTo>
                  <a:pt x="302" y="166"/>
                </a:lnTo>
                <a:lnTo>
                  <a:pt x="303" y="166"/>
                </a:lnTo>
                <a:lnTo>
                  <a:pt x="302" y="168"/>
                </a:lnTo>
                <a:lnTo>
                  <a:pt x="303" y="168"/>
                </a:lnTo>
                <a:lnTo>
                  <a:pt x="303" y="169"/>
                </a:lnTo>
                <a:lnTo>
                  <a:pt x="303" y="170"/>
                </a:lnTo>
                <a:lnTo>
                  <a:pt x="304" y="171"/>
                </a:lnTo>
                <a:lnTo>
                  <a:pt x="305" y="171"/>
                </a:lnTo>
                <a:lnTo>
                  <a:pt x="308" y="171"/>
                </a:lnTo>
                <a:lnTo>
                  <a:pt x="308" y="172"/>
                </a:lnTo>
                <a:lnTo>
                  <a:pt x="308" y="173"/>
                </a:lnTo>
                <a:lnTo>
                  <a:pt x="307" y="174"/>
                </a:lnTo>
                <a:lnTo>
                  <a:pt x="306" y="174"/>
                </a:lnTo>
                <a:lnTo>
                  <a:pt x="305" y="174"/>
                </a:lnTo>
                <a:lnTo>
                  <a:pt x="304" y="174"/>
                </a:lnTo>
                <a:lnTo>
                  <a:pt x="303" y="175"/>
                </a:lnTo>
                <a:lnTo>
                  <a:pt x="302" y="175"/>
                </a:lnTo>
                <a:lnTo>
                  <a:pt x="302" y="176"/>
                </a:lnTo>
                <a:lnTo>
                  <a:pt x="301" y="176"/>
                </a:lnTo>
                <a:lnTo>
                  <a:pt x="302" y="178"/>
                </a:lnTo>
                <a:lnTo>
                  <a:pt x="302" y="179"/>
                </a:lnTo>
                <a:lnTo>
                  <a:pt x="302" y="180"/>
                </a:lnTo>
                <a:lnTo>
                  <a:pt x="302" y="181"/>
                </a:lnTo>
                <a:lnTo>
                  <a:pt x="303" y="181"/>
                </a:lnTo>
                <a:lnTo>
                  <a:pt x="303" y="182"/>
                </a:lnTo>
                <a:lnTo>
                  <a:pt x="303" y="183"/>
                </a:lnTo>
                <a:lnTo>
                  <a:pt x="303" y="184"/>
                </a:lnTo>
                <a:lnTo>
                  <a:pt x="304" y="184"/>
                </a:lnTo>
                <a:lnTo>
                  <a:pt x="304" y="183"/>
                </a:lnTo>
                <a:lnTo>
                  <a:pt x="306" y="183"/>
                </a:lnTo>
                <a:lnTo>
                  <a:pt x="307" y="184"/>
                </a:lnTo>
                <a:lnTo>
                  <a:pt x="308" y="186"/>
                </a:lnTo>
                <a:lnTo>
                  <a:pt x="308" y="187"/>
                </a:lnTo>
                <a:lnTo>
                  <a:pt x="308" y="188"/>
                </a:lnTo>
                <a:lnTo>
                  <a:pt x="308" y="189"/>
                </a:lnTo>
                <a:lnTo>
                  <a:pt x="307" y="189"/>
                </a:lnTo>
                <a:lnTo>
                  <a:pt x="308" y="191"/>
                </a:lnTo>
                <a:lnTo>
                  <a:pt x="309" y="191"/>
                </a:lnTo>
                <a:lnTo>
                  <a:pt x="310" y="191"/>
                </a:lnTo>
                <a:lnTo>
                  <a:pt x="310" y="192"/>
                </a:lnTo>
                <a:lnTo>
                  <a:pt x="310" y="193"/>
                </a:lnTo>
                <a:lnTo>
                  <a:pt x="311" y="193"/>
                </a:lnTo>
                <a:lnTo>
                  <a:pt x="311" y="192"/>
                </a:lnTo>
                <a:lnTo>
                  <a:pt x="311" y="191"/>
                </a:lnTo>
                <a:lnTo>
                  <a:pt x="312" y="191"/>
                </a:lnTo>
                <a:lnTo>
                  <a:pt x="313" y="192"/>
                </a:lnTo>
                <a:lnTo>
                  <a:pt x="314" y="193"/>
                </a:lnTo>
                <a:lnTo>
                  <a:pt x="314" y="194"/>
                </a:lnTo>
                <a:lnTo>
                  <a:pt x="314" y="195"/>
                </a:lnTo>
                <a:lnTo>
                  <a:pt x="313" y="196"/>
                </a:lnTo>
                <a:lnTo>
                  <a:pt x="314" y="196"/>
                </a:lnTo>
                <a:lnTo>
                  <a:pt x="314" y="197"/>
                </a:lnTo>
                <a:lnTo>
                  <a:pt x="315" y="197"/>
                </a:lnTo>
                <a:lnTo>
                  <a:pt x="316" y="197"/>
                </a:lnTo>
                <a:lnTo>
                  <a:pt x="317" y="197"/>
                </a:lnTo>
                <a:lnTo>
                  <a:pt x="318" y="197"/>
                </a:lnTo>
                <a:lnTo>
                  <a:pt x="319" y="197"/>
                </a:lnTo>
                <a:lnTo>
                  <a:pt x="320" y="196"/>
                </a:lnTo>
                <a:lnTo>
                  <a:pt x="320" y="195"/>
                </a:lnTo>
                <a:lnTo>
                  <a:pt x="321" y="195"/>
                </a:lnTo>
                <a:lnTo>
                  <a:pt x="321" y="196"/>
                </a:lnTo>
                <a:lnTo>
                  <a:pt x="322" y="196"/>
                </a:lnTo>
                <a:lnTo>
                  <a:pt x="322" y="197"/>
                </a:lnTo>
                <a:lnTo>
                  <a:pt x="323" y="197"/>
                </a:lnTo>
                <a:lnTo>
                  <a:pt x="324" y="197"/>
                </a:lnTo>
                <a:lnTo>
                  <a:pt x="326" y="197"/>
                </a:lnTo>
                <a:lnTo>
                  <a:pt x="327" y="197"/>
                </a:lnTo>
                <a:lnTo>
                  <a:pt x="328" y="196"/>
                </a:lnTo>
                <a:lnTo>
                  <a:pt x="329" y="196"/>
                </a:lnTo>
                <a:lnTo>
                  <a:pt x="330" y="196"/>
                </a:lnTo>
                <a:lnTo>
                  <a:pt x="331" y="196"/>
                </a:lnTo>
                <a:lnTo>
                  <a:pt x="332" y="196"/>
                </a:lnTo>
                <a:lnTo>
                  <a:pt x="333" y="197"/>
                </a:lnTo>
                <a:lnTo>
                  <a:pt x="335" y="196"/>
                </a:lnTo>
                <a:lnTo>
                  <a:pt x="336" y="196"/>
                </a:lnTo>
                <a:lnTo>
                  <a:pt x="336" y="195"/>
                </a:lnTo>
                <a:lnTo>
                  <a:pt x="337" y="195"/>
                </a:lnTo>
                <a:lnTo>
                  <a:pt x="338" y="194"/>
                </a:lnTo>
                <a:lnTo>
                  <a:pt x="339" y="195"/>
                </a:lnTo>
                <a:lnTo>
                  <a:pt x="340" y="195"/>
                </a:lnTo>
                <a:lnTo>
                  <a:pt x="341" y="196"/>
                </a:lnTo>
                <a:lnTo>
                  <a:pt x="345" y="197"/>
                </a:lnTo>
                <a:lnTo>
                  <a:pt x="347" y="196"/>
                </a:lnTo>
                <a:lnTo>
                  <a:pt x="348" y="196"/>
                </a:lnTo>
                <a:lnTo>
                  <a:pt x="349" y="195"/>
                </a:lnTo>
                <a:lnTo>
                  <a:pt x="350" y="195"/>
                </a:lnTo>
                <a:lnTo>
                  <a:pt x="350" y="194"/>
                </a:lnTo>
                <a:lnTo>
                  <a:pt x="349" y="193"/>
                </a:lnTo>
                <a:lnTo>
                  <a:pt x="348" y="193"/>
                </a:lnTo>
                <a:lnTo>
                  <a:pt x="348" y="192"/>
                </a:lnTo>
                <a:lnTo>
                  <a:pt x="348" y="191"/>
                </a:lnTo>
                <a:lnTo>
                  <a:pt x="348" y="190"/>
                </a:lnTo>
                <a:lnTo>
                  <a:pt x="348" y="189"/>
                </a:lnTo>
                <a:lnTo>
                  <a:pt x="349" y="189"/>
                </a:lnTo>
                <a:lnTo>
                  <a:pt x="349" y="188"/>
                </a:lnTo>
                <a:lnTo>
                  <a:pt x="349" y="187"/>
                </a:lnTo>
                <a:lnTo>
                  <a:pt x="348" y="186"/>
                </a:lnTo>
                <a:lnTo>
                  <a:pt x="348" y="184"/>
                </a:lnTo>
                <a:lnTo>
                  <a:pt x="348" y="183"/>
                </a:lnTo>
                <a:lnTo>
                  <a:pt x="349" y="183"/>
                </a:lnTo>
                <a:lnTo>
                  <a:pt x="350" y="183"/>
                </a:lnTo>
                <a:lnTo>
                  <a:pt x="351" y="184"/>
                </a:lnTo>
                <a:lnTo>
                  <a:pt x="351" y="183"/>
                </a:lnTo>
                <a:lnTo>
                  <a:pt x="351" y="184"/>
                </a:lnTo>
                <a:lnTo>
                  <a:pt x="352" y="184"/>
                </a:lnTo>
                <a:lnTo>
                  <a:pt x="353" y="184"/>
                </a:lnTo>
                <a:lnTo>
                  <a:pt x="353" y="183"/>
                </a:lnTo>
                <a:lnTo>
                  <a:pt x="354" y="183"/>
                </a:lnTo>
                <a:lnTo>
                  <a:pt x="355" y="183"/>
                </a:lnTo>
                <a:lnTo>
                  <a:pt x="355" y="181"/>
                </a:lnTo>
                <a:lnTo>
                  <a:pt x="355" y="180"/>
                </a:lnTo>
                <a:lnTo>
                  <a:pt x="355" y="179"/>
                </a:lnTo>
                <a:lnTo>
                  <a:pt x="354" y="178"/>
                </a:lnTo>
                <a:lnTo>
                  <a:pt x="354" y="177"/>
                </a:lnTo>
                <a:lnTo>
                  <a:pt x="355" y="177"/>
                </a:lnTo>
                <a:lnTo>
                  <a:pt x="355" y="176"/>
                </a:lnTo>
                <a:lnTo>
                  <a:pt x="356" y="176"/>
                </a:lnTo>
                <a:lnTo>
                  <a:pt x="356" y="177"/>
                </a:lnTo>
                <a:lnTo>
                  <a:pt x="357" y="177"/>
                </a:lnTo>
                <a:lnTo>
                  <a:pt x="358" y="176"/>
                </a:lnTo>
                <a:lnTo>
                  <a:pt x="358" y="175"/>
                </a:lnTo>
                <a:lnTo>
                  <a:pt x="357" y="174"/>
                </a:lnTo>
                <a:lnTo>
                  <a:pt x="358" y="173"/>
                </a:lnTo>
                <a:lnTo>
                  <a:pt x="360" y="172"/>
                </a:lnTo>
                <a:lnTo>
                  <a:pt x="362" y="172"/>
                </a:lnTo>
                <a:lnTo>
                  <a:pt x="362" y="173"/>
                </a:lnTo>
                <a:lnTo>
                  <a:pt x="362" y="174"/>
                </a:lnTo>
                <a:lnTo>
                  <a:pt x="362" y="175"/>
                </a:lnTo>
                <a:lnTo>
                  <a:pt x="363" y="174"/>
                </a:lnTo>
                <a:lnTo>
                  <a:pt x="365" y="175"/>
                </a:lnTo>
                <a:lnTo>
                  <a:pt x="366" y="175"/>
                </a:lnTo>
                <a:lnTo>
                  <a:pt x="366" y="174"/>
                </a:lnTo>
                <a:lnTo>
                  <a:pt x="367" y="174"/>
                </a:lnTo>
                <a:lnTo>
                  <a:pt x="368" y="174"/>
                </a:lnTo>
                <a:lnTo>
                  <a:pt x="369" y="174"/>
                </a:lnTo>
                <a:lnTo>
                  <a:pt x="369" y="173"/>
                </a:lnTo>
                <a:lnTo>
                  <a:pt x="370" y="173"/>
                </a:lnTo>
                <a:lnTo>
                  <a:pt x="371" y="173"/>
                </a:lnTo>
                <a:lnTo>
                  <a:pt x="371" y="172"/>
                </a:lnTo>
                <a:lnTo>
                  <a:pt x="372" y="172"/>
                </a:lnTo>
                <a:lnTo>
                  <a:pt x="374" y="173"/>
                </a:lnTo>
                <a:lnTo>
                  <a:pt x="374" y="174"/>
                </a:lnTo>
                <a:lnTo>
                  <a:pt x="374" y="176"/>
                </a:lnTo>
                <a:lnTo>
                  <a:pt x="373" y="176"/>
                </a:lnTo>
                <a:lnTo>
                  <a:pt x="373" y="178"/>
                </a:lnTo>
                <a:lnTo>
                  <a:pt x="374" y="178"/>
                </a:lnTo>
                <a:lnTo>
                  <a:pt x="375" y="178"/>
                </a:lnTo>
                <a:lnTo>
                  <a:pt x="376" y="177"/>
                </a:lnTo>
                <a:lnTo>
                  <a:pt x="376" y="179"/>
                </a:lnTo>
                <a:lnTo>
                  <a:pt x="376" y="180"/>
                </a:lnTo>
                <a:lnTo>
                  <a:pt x="376" y="182"/>
                </a:lnTo>
                <a:lnTo>
                  <a:pt x="377" y="182"/>
                </a:lnTo>
                <a:lnTo>
                  <a:pt x="378" y="182"/>
                </a:lnTo>
                <a:lnTo>
                  <a:pt x="378" y="183"/>
                </a:lnTo>
                <a:lnTo>
                  <a:pt x="379" y="183"/>
                </a:lnTo>
                <a:lnTo>
                  <a:pt x="379" y="184"/>
                </a:lnTo>
                <a:lnTo>
                  <a:pt x="380" y="184"/>
                </a:lnTo>
                <a:lnTo>
                  <a:pt x="380" y="185"/>
                </a:lnTo>
                <a:lnTo>
                  <a:pt x="381" y="186"/>
                </a:lnTo>
                <a:lnTo>
                  <a:pt x="382" y="186"/>
                </a:lnTo>
                <a:lnTo>
                  <a:pt x="383" y="186"/>
                </a:lnTo>
                <a:lnTo>
                  <a:pt x="388" y="186"/>
                </a:lnTo>
                <a:lnTo>
                  <a:pt x="388" y="187"/>
                </a:lnTo>
                <a:lnTo>
                  <a:pt x="389" y="187"/>
                </a:lnTo>
                <a:lnTo>
                  <a:pt x="389" y="188"/>
                </a:lnTo>
                <a:lnTo>
                  <a:pt x="389" y="189"/>
                </a:lnTo>
                <a:lnTo>
                  <a:pt x="389" y="190"/>
                </a:lnTo>
                <a:lnTo>
                  <a:pt x="389" y="191"/>
                </a:lnTo>
                <a:lnTo>
                  <a:pt x="390" y="193"/>
                </a:lnTo>
                <a:lnTo>
                  <a:pt x="390" y="194"/>
                </a:lnTo>
                <a:lnTo>
                  <a:pt x="390" y="195"/>
                </a:lnTo>
                <a:lnTo>
                  <a:pt x="391" y="196"/>
                </a:lnTo>
                <a:lnTo>
                  <a:pt x="391" y="202"/>
                </a:lnTo>
                <a:lnTo>
                  <a:pt x="390" y="202"/>
                </a:lnTo>
                <a:lnTo>
                  <a:pt x="390" y="205"/>
                </a:lnTo>
                <a:lnTo>
                  <a:pt x="391" y="206"/>
                </a:lnTo>
                <a:lnTo>
                  <a:pt x="391" y="207"/>
                </a:lnTo>
                <a:lnTo>
                  <a:pt x="390" y="207"/>
                </a:lnTo>
                <a:lnTo>
                  <a:pt x="390" y="208"/>
                </a:lnTo>
                <a:lnTo>
                  <a:pt x="391" y="208"/>
                </a:lnTo>
                <a:lnTo>
                  <a:pt x="392" y="208"/>
                </a:lnTo>
                <a:lnTo>
                  <a:pt x="392" y="209"/>
                </a:lnTo>
                <a:lnTo>
                  <a:pt x="391" y="210"/>
                </a:lnTo>
                <a:lnTo>
                  <a:pt x="391" y="211"/>
                </a:lnTo>
                <a:lnTo>
                  <a:pt x="392" y="211"/>
                </a:lnTo>
                <a:lnTo>
                  <a:pt x="392" y="212"/>
                </a:lnTo>
                <a:lnTo>
                  <a:pt x="391" y="213"/>
                </a:lnTo>
                <a:lnTo>
                  <a:pt x="389" y="211"/>
                </a:lnTo>
                <a:lnTo>
                  <a:pt x="389" y="210"/>
                </a:lnTo>
                <a:lnTo>
                  <a:pt x="389" y="209"/>
                </a:lnTo>
                <a:lnTo>
                  <a:pt x="388" y="209"/>
                </a:lnTo>
                <a:lnTo>
                  <a:pt x="388" y="210"/>
                </a:lnTo>
                <a:lnTo>
                  <a:pt x="387" y="210"/>
                </a:lnTo>
                <a:lnTo>
                  <a:pt x="387" y="211"/>
                </a:lnTo>
                <a:lnTo>
                  <a:pt x="388" y="211"/>
                </a:lnTo>
                <a:lnTo>
                  <a:pt x="387" y="212"/>
                </a:lnTo>
                <a:lnTo>
                  <a:pt x="386" y="213"/>
                </a:lnTo>
                <a:lnTo>
                  <a:pt x="385" y="214"/>
                </a:lnTo>
                <a:lnTo>
                  <a:pt x="386" y="214"/>
                </a:lnTo>
                <a:lnTo>
                  <a:pt x="386" y="215"/>
                </a:lnTo>
                <a:lnTo>
                  <a:pt x="387" y="216"/>
                </a:lnTo>
                <a:lnTo>
                  <a:pt x="386" y="216"/>
                </a:lnTo>
                <a:lnTo>
                  <a:pt x="385" y="216"/>
                </a:lnTo>
                <a:lnTo>
                  <a:pt x="385" y="217"/>
                </a:lnTo>
                <a:lnTo>
                  <a:pt x="385" y="218"/>
                </a:lnTo>
                <a:lnTo>
                  <a:pt x="385" y="219"/>
                </a:lnTo>
                <a:lnTo>
                  <a:pt x="385" y="220"/>
                </a:lnTo>
                <a:lnTo>
                  <a:pt x="384" y="220"/>
                </a:lnTo>
                <a:lnTo>
                  <a:pt x="383" y="220"/>
                </a:lnTo>
                <a:lnTo>
                  <a:pt x="382" y="222"/>
                </a:lnTo>
                <a:lnTo>
                  <a:pt x="381" y="222"/>
                </a:lnTo>
                <a:lnTo>
                  <a:pt x="380" y="222"/>
                </a:lnTo>
                <a:lnTo>
                  <a:pt x="380" y="223"/>
                </a:lnTo>
                <a:lnTo>
                  <a:pt x="380" y="224"/>
                </a:lnTo>
                <a:lnTo>
                  <a:pt x="379" y="225"/>
                </a:lnTo>
                <a:lnTo>
                  <a:pt x="378" y="224"/>
                </a:lnTo>
                <a:lnTo>
                  <a:pt x="378" y="223"/>
                </a:lnTo>
                <a:lnTo>
                  <a:pt x="377" y="223"/>
                </a:lnTo>
                <a:close/>
              </a:path>
            </a:pathLst>
          </a:custGeom>
          <a:solidFill>
            <a:srgbClr val="BCD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2194200" y="2123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2195280" y="21229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2202840" y="21182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2207880" y="21164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2207160" y="2116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2208600" y="21160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2206800" y="211572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2209680" y="21153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2199240" y="2111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2222280" y="209592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2219760" y="20944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2222640" y="20941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2214360" y="209376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1" y="0"/>
                </a:move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2215440" y="209304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3" y="2"/>
                </a:moveTo>
                <a:lnTo>
                  <a:pt x="3" y="0"/>
                </a:lnTo>
                <a:lnTo>
                  <a:pt x="3" y="2"/>
                </a:lnTo>
                <a:lnTo>
                  <a:pt x="6" y="2"/>
                </a:lnTo>
                <a:lnTo>
                  <a:pt x="6" y="4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2224440" y="209196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3" y="4"/>
                </a:moveTo>
                <a:lnTo>
                  <a:pt x="2" y="5"/>
                </a:lnTo>
                <a:lnTo>
                  <a:pt x="1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1"/>
                </a:lnTo>
                <a:lnTo>
                  <a:pt x="6" y="4"/>
                </a:lnTo>
                <a:lnTo>
                  <a:pt x="5" y="4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2219400" y="20919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2226600" y="2089080"/>
            <a:ext cx="6840" cy="5760"/>
          </a:xfrm>
          <a:custGeom>
            <a:avLst/>
            <a:gdLst/>
            <a:ahLst/>
            <a:rect l="0" t="0" r="r" b="b"/>
            <a:pathLst>
              <a:path w="19" h="16">
                <a:moveTo>
                  <a:pt x="16" y="2"/>
                </a:moveTo>
                <a:lnTo>
                  <a:pt x="16" y="3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8" y="7"/>
                </a:lnTo>
                <a:lnTo>
                  <a:pt x="18" y="8"/>
                </a:lnTo>
                <a:lnTo>
                  <a:pt x="19" y="8"/>
                </a:lnTo>
                <a:lnTo>
                  <a:pt x="19" y="9"/>
                </a:lnTo>
                <a:lnTo>
                  <a:pt x="18" y="9"/>
                </a:lnTo>
                <a:lnTo>
                  <a:pt x="17" y="9"/>
                </a:lnTo>
                <a:lnTo>
                  <a:pt x="17" y="10"/>
                </a:lnTo>
                <a:lnTo>
                  <a:pt x="18" y="10"/>
                </a:lnTo>
                <a:lnTo>
                  <a:pt x="18" y="11"/>
                </a:lnTo>
                <a:lnTo>
                  <a:pt x="17" y="11"/>
                </a:lnTo>
                <a:lnTo>
                  <a:pt x="17" y="12"/>
                </a:lnTo>
                <a:lnTo>
                  <a:pt x="16" y="12"/>
                </a:lnTo>
                <a:lnTo>
                  <a:pt x="15" y="12"/>
                </a:lnTo>
                <a:lnTo>
                  <a:pt x="15" y="13"/>
                </a:lnTo>
                <a:lnTo>
                  <a:pt x="14" y="13"/>
                </a:lnTo>
                <a:lnTo>
                  <a:pt x="14" y="12"/>
                </a:lnTo>
                <a:lnTo>
                  <a:pt x="15" y="12"/>
                </a:lnTo>
                <a:lnTo>
                  <a:pt x="15" y="11"/>
                </a:lnTo>
                <a:lnTo>
                  <a:pt x="14" y="11"/>
                </a:lnTo>
                <a:lnTo>
                  <a:pt x="13" y="10"/>
                </a:lnTo>
                <a:lnTo>
                  <a:pt x="11" y="10"/>
                </a:lnTo>
                <a:lnTo>
                  <a:pt x="10" y="10"/>
                </a:lnTo>
                <a:lnTo>
                  <a:pt x="9" y="10"/>
                </a:lnTo>
                <a:lnTo>
                  <a:pt x="8" y="10"/>
                </a:lnTo>
                <a:lnTo>
                  <a:pt x="7" y="11"/>
                </a:lnTo>
                <a:lnTo>
                  <a:pt x="6" y="11"/>
                </a:lnTo>
                <a:lnTo>
                  <a:pt x="6" y="12"/>
                </a:lnTo>
                <a:lnTo>
                  <a:pt x="5" y="13"/>
                </a:lnTo>
                <a:lnTo>
                  <a:pt x="5" y="15"/>
                </a:lnTo>
                <a:lnTo>
                  <a:pt x="5" y="16"/>
                </a:lnTo>
                <a:lnTo>
                  <a:pt x="4" y="16"/>
                </a:lnTo>
                <a:lnTo>
                  <a:pt x="4" y="15"/>
                </a:lnTo>
                <a:lnTo>
                  <a:pt x="3" y="15"/>
                </a:lnTo>
                <a:lnTo>
                  <a:pt x="2" y="15"/>
                </a:lnTo>
                <a:lnTo>
                  <a:pt x="1" y="13"/>
                </a:lnTo>
                <a:lnTo>
                  <a:pt x="0" y="12"/>
                </a:lnTo>
                <a:lnTo>
                  <a:pt x="1" y="12"/>
                </a:lnTo>
                <a:lnTo>
                  <a:pt x="2" y="11"/>
                </a:lnTo>
                <a:lnTo>
                  <a:pt x="3" y="11"/>
                </a:lnTo>
                <a:lnTo>
                  <a:pt x="3" y="10"/>
                </a:lnTo>
                <a:lnTo>
                  <a:pt x="3" y="9"/>
                </a:lnTo>
                <a:lnTo>
                  <a:pt x="2" y="8"/>
                </a:lnTo>
                <a:lnTo>
                  <a:pt x="2" y="7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3" y="4"/>
                </a:lnTo>
                <a:lnTo>
                  <a:pt x="4" y="4"/>
                </a:lnTo>
                <a:lnTo>
                  <a:pt x="5" y="5"/>
                </a:lnTo>
                <a:lnTo>
                  <a:pt x="5" y="6"/>
                </a:lnTo>
                <a:lnTo>
                  <a:pt x="6" y="6"/>
                </a:lnTo>
                <a:lnTo>
                  <a:pt x="6" y="7"/>
                </a:lnTo>
                <a:lnTo>
                  <a:pt x="7" y="7"/>
                </a:lnTo>
                <a:lnTo>
                  <a:pt x="8" y="7"/>
                </a:lnTo>
                <a:lnTo>
                  <a:pt x="9" y="7"/>
                </a:lnTo>
                <a:lnTo>
                  <a:pt x="10" y="6"/>
                </a:lnTo>
                <a:lnTo>
                  <a:pt x="10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11" y="2"/>
                </a:lnTo>
                <a:lnTo>
                  <a:pt x="13" y="1"/>
                </a:lnTo>
                <a:lnTo>
                  <a:pt x="13" y="0"/>
                </a:lnTo>
                <a:lnTo>
                  <a:pt x="14" y="0"/>
                </a:lnTo>
                <a:lnTo>
                  <a:pt x="14" y="1"/>
                </a:lnTo>
                <a:lnTo>
                  <a:pt x="15" y="1"/>
                </a:lnTo>
                <a:lnTo>
                  <a:pt x="15" y="2"/>
                </a:lnTo>
                <a:lnTo>
                  <a:pt x="16" y="2"/>
                </a:lnTo>
                <a:lnTo>
                  <a:pt x="17" y="2"/>
                </a:lnTo>
                <a:lnTo>
                  <a:pt x="16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2214360" y="20908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2219760" y="2088000"/>
            <a:ext cx="4680" cy="5400"/>
          </a:xfrm>
          <a:custGeom>
            <a:avLst/>
            <a:gdLst/>
            <a:ahLst/>
            <a:rect l="0" t="0" r="r" b="b"/>
            <a:pathLst>
              <a:path w="13" h="15">
                <a:moveTo>
                  <a:pt x="10" y="2"/>
                </a:moveTo>
                <a:lnTo>
                  <a:pt x="12" y="2"/>
                </a:lnTo>
                <a:lnTo>
                  <a:pt x="12" y="3"/>
                </a:lnTo>
                <a:lnTo>
                  <a:pt x="12" y="6"/>
                </a:lnTo>
                <a:lnTo>
                  <a:pt x="13" y="8"/>
                </a:lnTo>
                <a:lnTo>
                  <a:pt x="13" y="9"/>
                </a:lnTo>
                <a:lnTo>
                  <a:pt x="12" y="10"/>
                </a:lnTo>
                <a:lnTo>
                  <a:pt x="10" y="11"/>
                </a:lnTo>
                <a:lnTo>
                  <a:pt x="9" y="12"/>
                </a:lnTo>
                <a:lnTo>
                  <a:pt x="7" y="13"/>
                </a:lnTo>
                <a:lnTo>
                  <a:pt x="6" y="14"/>
                </a:lnTo>
                <a:lnTo>
                  <a:pt x="6" y="15"/>
                </a:lnTo>
                <a:lnTo>
                  <a:pt x="5" y="14"/>
                </a:lnTo>
                <a:lnTo>
                  <a:pt x="4" y="14"/>
                </a:lnTo>
                <a:lnTo>
                  <a:pt x="3" y="14"/>
                </a:lnTo>
                <a:lnTo>
                  <a:pt x="2" y="14"/>
                </a:lnTo>
                <a:lnTo>
                  <a:pt x="0" y="12"/>
                </a:lnTo>
                <a:lnTo>
                  <a:pt x="0" y="11"/>
                </a:lnTo>
                <a:lnTo>
                  <a:pt x="0" y="9"/>
                </a:lnTo>
                <a:lnTo>
                  <a:pt x="0" y="7"/>
                </a:lnTo>
                <a:lnTo>
                  <a:pt x="1" y="6"/>
                </a:lnTo>
                <a:lnTo>
                  <a:pt x="1" y="4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8" y="1"/>
                </a:lnTo>
                <a:lnTo>
                  <a:pt x="9" y="2"/>
                </a:lnTo>
                <a:lnTo>
                  <a:pt x="9" y="3"/>
                </a:lnTo>
                <a:lnTo>
                  <a:pt x="9" y="4"/>
                </a:lnTo>
                <a:lnTo>
                  <a:pt x="8" y="4"/>
                </a:lnTo>
                <a:lnTo>
                  <a:pt x="9" y="4"/>
                </a:lnTo>
                <a:lnTo>
                  <a:pt x="10" y="3"/>
                </a:lnTo>
                <a:lnTo>
                  <a:pt x="1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2226960" y="2087280"/>
            <a:ext cx="3240" cy="1800"/>
          </a:xfrm>
          <a:custGeom>
            <a:avLst/>
            <a:gdLst/>
            <a:ahLst/>
            <a:rect l="0" t="0" r="r" b="b"/>
            <a:pathLst>
              <a:path w="9" h="5">
                <a:moveTo>
                  <a:pt x="5" y="1"/>
                </a:moveTo>
                <a:lnTo>
                  <a:pt x="7" y="1"/>
                </a:lnTo>
                <a:lnTo>
                  <a:pt x="8" y="1"/>
                </a:lnTo>
                <a:lnTo>
                  <a:pt x="9" y="2"/>
                </a:lnTo>
                <a:lnTo>
                  <a:pt x="8" y="2"/>
                </a:lnTo>
                <a:lnTo>
                  <a:pt x="7" y="2"/>
                </a:lnTo>
                <a:lnTo>
                  <a:pt x="5" y="2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8" y="3"/>
                </a:lnTo>
                <a:lnTo>
                  <a:pt x="7" y="3"/>
                </a:lnTo>
                <a:lnTo>
                  <a:pt x="7" y="5"/>
                </a:lnTo>
                <a:lnTo>
                  <a:pt x="5" y="5"/>
                </a:lnTo>
                <a:lnTo>
                  <a:pt x="4" y="5"/>
                </a:lnTo>
                <a:lnTo>
                  <a:pt x="5" y="3"/>
                </a:lnTo>
                <a:lnTo>
                  <a:pt x="4" y="5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2226960" y="2087280"/>
            <a:ext cx="3240" cy="1800"/>
          </a:xfrm>
          <a:custGeom>
            <a:avLst/>
            <a:gdLst/>
            <a:ahLst/>
            <a:rect l="0" t="0" r="r" b="b"/>
            <a:pathLst>
              <a:path w="9" h="5">
                <a:moveTo>
                  <a:pt x="5" y="1"/>
                </a:moveTo>
                <a:lnTo>
                  <a:pt x="7" y="1"/>
                </a:lnTo>
                <a:lnTo>
                  <a:pt x="8" y="1"/>
                </a:lnTo>
                <a:lnTo>
                  <a:pt x="9" y="2"/>
                </a:lnTo>
                <a:lnTo>
                  <a:pt x="8" y="2"/>
                </a:lnTo>
                <a:lnTo>
                  <a:pt x="7" y="2"/>
                </a:lnTo>
                <a:lnTo>
                  <a:pt x="5" y="2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8" y="3"/>
                </a:lnTo>
                <a:lnTo>
                  <a:pt x="7" y="3"/>
                </a:lnTo>
                <a:lnTo>
                  <a:pt x="7" y="5"/>
                </a:lnTo>
                <a:lnTo>
                  <a:pt x="5" y="5"/>
                </a:lnTo>
                <a:lnTo>
                  <a:pt x="4" y="5"/>
                </a:lnTo>
                <a:lnTo>
                  <a:pt x="5" y="3"/>
                </a:lnTo>
                <a:lnTo>
                  <a:pt x="4" y="5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2242440" y="2077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2250720" y="20700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2251080" y="2068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2250360" y="20649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2249640" y="20646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1"/>
                </a:move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2147760" y="1949760"/>
            <a:ext cx="149400" cy="175320"/>
          </a:xfrm>
          <a:custGeom>
            <a:avLst/>
            <a:gdLst/>
            <a:ahLst/>
            <a:rect l="0" t="0" r="r" b="b"/>
            <a:pathLst>
              <a:path w="415" h="487">
                <a:moveTo>
                  <a:pt x="260" y="1"/>
                </a:moveTo>
                <a:lnTo>
                  <a:pt x="260" y="2"/>
                </a:lnTo>
                <a:lnTo>
                  <a:pt x="260" y="3"/>
                </a:lnTo>
                <a:lnTo>
                  <a:pt x="261" y="3"/>
                </a:lnTo>
                <a:lnTo>
                  <a:pt x="261" y="4"/>
                </a:lnTo>
                <a:lnTo>
                  <a:pt x="261" y="5"/>
                </a:lnTo>
                <a:lnTo>
                  <a:pt x="260" y="5"/>
                </a:lnTo>
                <a:lnTo>
                  <a:pt x="260" y="6"/>
                </a:lnTo>
                <a:lnTo>
                  <a:pt x="261" y="6"/>
                </a:lnTo>
                <a:lnTo>
                  <a:pt x="261" y="5"/>
                </a:lnTo>
                <a:lnTo>
                  <a:pt x="262" y="6"/>
                </a:lnTo>
                <a:lnTo>
                  <a:pt x="263" y="6"/>
                </a:lnTo>
                <a:lnTo>
                  <a:pt x="263" y="7"/>
                </a:lnTo>
                <a:lnTo>
                  <a:pt x="263" y="8"/>
                </a:lnTo>
                <a:lnTo>
                  <a:pt x="264" y="7"/>
                </a:lnTo>
                <a:lnTo>
                  <a:pt x="265" y="7"/>
                </a:lnTo>
                <a:lnTo>
                  <a:pt x="266" y="7"/>
                </a:lnTo>
                <a:lnTo>
                  <a:pt x="267" y="7"/>
                </a:lnTo>
                <a:lnTo>
                  <a:pt x="267" y="8"/>
                </a:lnTo>
                <a:lnTo>
                  <a:pt x="268" y="8"/>
                </a:lnTo>
                <a:lnTo>
                  <a:pt x="268" y="9"/>
                </a:lnTo>
                <a:lnTo>
                  <a:pt x="267" y="9"/>
                </a:lnTo>
                <a:lnTo>
                  <a:pt x="267" y="10"/>
                </a:lnTo>
                <a:lnTo>
                  <a:pt x="266" y="10"/>
                </a:lnTo>
                <a:lnTo>
                  <a:pt x="266" y="11"/>
                </a:lnTo>
                <a:lnTo>
                  <a:pt x="265" y="12"/>
                </a:lnTo>
                <a:lnTo>
                  <a:pt x="264" y="12"/>
                </a:lnTo>
                <a:lnTo>
                  <a:pt x="264" y="13"/>
                </a:lnTo>
                <a:lnTo>
                  <a:pt x="263" y="14"/>
                </a:lnTo>
                <a:lnTo>
                  <a:pt x="263" y="15"/>
                </a:lnTo>
                <a:lnTo>
                  <a:pt x="263" y="14"/>
                </a:lnTo>
                <a:lnTo>
                  <a:pt x="264" y="15"/>
                </a:lnTo>
                <a:lnTo>
                  <a:pt x="265" y="14"/>
                </a:lnTo>
                <a:lnTo>
                  <a:pt x="266" y="14"/>
                </a:lnTo>
                <a:lnTo>
                  <a:pt x="266" y="15"/>
                </a:lnTo>
                <a:lnTo>
                  <a:pt x="267" y="15"/>
                </a:lnTo>
                <a:lnTo>
                  <a:pt x="267" y="16"/>
                </a:lnTo>
                <a:lnTo>
                  <a:pt x="268" y="16"/>
                </a:lnTo>
                <a:lnTo>
                  <a:pt x="268" y="17"/>
                </a:lnTo>
                <a:lnTo>
                  <a:pt x="267" y="17"/>
                </a:lnTo>
                <a:lnTo>
                  <a:pt x="267" y="18"/>
                </a:lnTo>
                <a:lnTo>
                  <a:pt x="267" y="19"/>
                </a:lnTo>
                <a:lnTo>
                  <a:pt x="267" y="20"/>
                </a:lnTo>
                <a:lnTo>
                  <a:pt x="266" y="20"/>
                </a:lnTo>
                <a:lnTo>
                  <a:pt x="265" y="20"/>
                </a:lnTo>
                <a:lnTo>
                  <a:pt x="264" y="20"/>
                </a:lnTo>
                <a:lnTo>
                  <a:pt x="264" y="21"/>
                </a:lnTo>
                <a:lnTo>
                  <a:pt x="263" y="21"/>
                </a:lnTo>
                <a:lnTo>
                  <a:pt x="263" y="22"/>
                </a:lnTo>
                <a:lnTo>
                  <a:pt x="262" y="22"/>
                </a:lnTo>
                <a:lnTo>
                  <a:pt x="262" y="23"/>
                </a:lnTo>
                <a:lnTo>
                  <a:pt x="261" y="23"/>
                </a:lnTo>
                <a:lnTo>
                  <a:pt x="261" y="24"/>
                </a:lnTo>
                <a:lnTo>
                  <a:pt x="260" y="24"/>
                </a:lnTo>
                <a:lnTo>
                  <a:pt x="260" y="25"/>
                </a:lnTo>
                <a:lnTo>
                  <a:pt x="259" y="25"/>
                </a:lnTo>
                <a:lnTo>
                  <a:pt x="259" y="26"/>
                </a:lnTo>
                <a:lnTo>
                  <a:pt x="259" y="27"/>
                </a:lnTo>
                <a:lnTo>
                  <a:pt x="259" y="28"/>
                </a:lnTo>
                <a:lnTo>
                  <a:pt x="260" y="29"/>
                </a:lnTo>
                <a:lnTo>
                  <a:pt x="260" y="28"/>
                </a:lnTo>
                <a:lnTo>
                  <a:pt x="261" y="28"/>
                </a:lnTo>
                <a:lnTo>
                  <a:pt x="261" y="29"/>
                </a:lnTo>
                <a:lnTo>
                  <a:pt x="260" y="30"/>
                </a:lnTo>
                <a:lnTo>
                  <a:pt x="260" y="32"/>
                </a:lnTo>
                <a:lnTo>
                  <a:pt x="260" y="33"/>
                </a:lnTo>
                <a:lnTo>
                  <a:pt x="261" y="34"/>
                </a:lnTo>
                <a:lnTo>
                  <a:pt x="260" y="34"/>
                </a:lnTo>
                <a:lnTo>
                  <a:pt x="260" y="35"/>
                </a:lnTo>
                <a:lnTo>
                  <a:pt x="261" y="35"/>
                </a:lnTo>
                <a:lnTo>
                  <a:pt x="262" y="36"/>
                </a:lnTo>
                <a:lnTo>
                  <a:pt x="262" y="37"/>
                </a:lnTo>
                <a:lnTo>
                  <a:pt x="262" y="38"/>
                </a:lnTo>
                <a:lnTo>
                  <a:pt x="263" y="38"/>
                </a:lnTo>
                <a:lnTo>
                  <a:pt x="264" y="38"/>
                </a:lnTo>
                <a:lnTo>
                  <a:pt x="265" y="38"/>
                </a:lnTo>
                <a:lnTo>
                  <a:pt x="266" y="38"/>
                </a:lnTo>
                <a:lnTo>
                  <a:pt x="266" y="39"/>
                </a:lnTo>
                <a:lnTo>
                  <a:pt x="267" y="39"/>
                </a:lnTo>
                <a:lnTo>
                  <a:pt x="267" y="40"/>
                </a:lnTo>
                <a:lnTo>
                  <a:pt x="268" y="40"/>
                </a:lnTo>
                <a:lnTo>
                  <a:pt x="268" y="41"/>
                </a:lnTo>
                <a:lnTo>
                  <a:pt x="269" y="42"/>
                </a:lnTo>
                <a:lnTo>
                  <a:pt x="268" y="42"/>
                </a:lnTo>
                <a:lnTo>
                  <a:pt x="269" y="43"/>
                </a:lnTo>
                <a:lnTo>
                  <a:pt x="270" y="43"/>
                </a:lnTo>
                <a:lnTo>
                  <a:pt x="269" y="44"/>
                </a:lnTo>
                <a:lnTo>
                  <a:pt x="269" y="45"/>
                </a:lnTo>
                <a:lnTo>
                  <a:pt x="270" y="45"/>
                </a:lnTo>
                <a:lnTo>
                  <a:pt x="270" y="46"/>
                </a:lnTo>
                <a:lnTo>
                  <a:pt x="270" y="47"/>
                </a:lnTo>
                <a:lnTo>
                  <a:pt x="269" y="47"/>
                </a:lnTo>
                <a:lnTo>
                  <a:pt x="270" y="48"/>
                </a:lnTo>
                <a:lnTo>
                  <a:pt x="270" y="49"/>
                </a:lnTo>
                <a:lnTo>
                  <a:pt x="270" y="50"/>
                </a:lnTo>
                <a:lnTo>
                  <a:pt x="271" y="51"/>
                </a:lnTo>
                <a:lnTo>
                  <a:pt x="271" y="52"/>
                </a:lnTo>
                <a:lnTo>
                  <a:pt x="271" y="53"/>
                </a:lnTo>
                <a:lnTo>
                  <a:pt x="270" y="53"/>
                </a:lnTo>
                <a:lnTo>
                  <a:pt x="270" y="54"/>
                </a:lnTo>
                <a:lnTo>
                  <a:pt x="271" y="54"/>
                </a:lnTo>
                <a:lnTo>
                  <a:pt x="271" y="55"/>
                </a:lnTo>
                <a:lnTo>
                  <a:pt x="272" y="55"/>
                </a:lnTo>
                <a:lnTo>
                  <a:pt x="272" y="56"/>
                </a:lnTo>
                <a:lnTo>
                  <a:pt x="272" y="57"/>
                </a:lnTo>
                <a:lnTo>
                  <a:pt x="273" y="57"/>
                </a:lnTo>
                <a:lnTo>
                  <a:pt x="273" y="58"/>
                </a:lnTo>
                <a:lnTo>
                  <a:pt x="273" y="59"/>
                </a:lnTo>
                <a:lnTo>
                  <a:pt x="274" y="59"/>
                </a:lnTo>
                <a:lnTo>
                  <a:pt x="274" y="60"/>
                </a:lnTo>
                <a:lnTo>
                  <a:pt x="275" y="61"/>
                </a:lnTo>
                <a:lnTo>
                  <a:pt x="275" y="60"/>
                </a:lnTo>
                <a:lnTo>
                  <a:pt x="275" y="61"/>
                </a:lnTo>
                <a:lnTo>
                  <a:pt x="276" y="61"/>
                </a:lnTo>
                <a:lnTo>
                  <a:pt x="276" y="62"/>
                </a:lnTo>
                <a:lnTo>
                  <a:pt x="275" y="62"/>
                </a:lnTo>
                <a:lnTo>
                  <a:pt x="274" y="62"/>
                </a:lnTo>
                <a:lnTo>
                  <a:pt x="273" y="62"/>
                </a:lnTo>
                <a:lnTo>
                  <a:pt x="274" y="62"/>
                </a:lnTo>
                <a:lnTo>
                  <a:pt x="274" y="63"/>
                </a:lnTo>
                <a:lnTo>
                  <a:pt x="274" y="64"/>
                </a:lnTo>
                <a:lnTo>
                  <a:pt x="273" y="64"/>
                </a:lnTo>
                <a:lnTo>
                  <a:pt x="273" y="65"/>
                </a:lnTo>
                <a:lnTo>
                  <a:pt x="274" y="65"/>
                </a:lnTo>
                <a:lnTo>
                  <a:pt x="274" y="66"/>
                </a:lnTo>
                <a:lnTo>
                  <a:pt x="275" y="67"/>
                </a:lnTo>
                <a:lnTo>
                  <a:pt x="275" y="66"/>
                </a:lnTo>
                <a:lnTo>
                  <a:pt x="275" y="67"/>
                </a:lnTo>
                <a:lnTo>
                  <a:pt x="276" y="68"/>
                </a:lnTo>
                <a:lnTo>
                  <a:pt x="276" y="69"/>
                </a:lnTo>
                <a:lnTo>
                  <a:pt x="276" y="70"/>
                </a:lnTo>
                <a:lnTo>
                  <a:pt x="277" y="70"/>
                </a:lnTo>
                <a:lnTo>
                  <a:pt x="277" y="71"/>
                </a:lnTo>
                <a:lnTo>
                  <a:pt x="276" y="72"/>
                </a:lnTo>
                <a:lnTo>
                  <a:pt x="276" y="73"/>
                </a:lnTo>
                <a:lnTo>
                  <a:pt x="276" y="74"/>
                </a:lnTo>
                <a:lnTo>
                  <a:pt x="276" y="75"/>
                </a:lnTo>
                <a:lnTo>
                  <a:pt x="276" y="76"/>
                </a:lnTo>
                <a:lnTo>
                  <a:pt x="277" y="75"/>
                </a:lnTo>
                <a:lnTo>
                  <a:pt x="277" y="76"/>
                </a:lnTo>
                <a:lnTo>
                  <a:pt x="276" y="76"/>
                </a:lnTo>
                <a:lnTo>
                  <a:pt x="275" y="76"/>
                </a:lnTo>
                <a:lnTo>
                  <a:pt x="275" y="77"/>
                </a:lnTo>
                <a:lnTo>
                  <a:pt x="275" y="78"/>
                </a:lnTo>
                <a:lnTo>
                  <a:pt x="274" y="78"/>
                </a:lnTo>
                <a:lnTo>
                  <a:pt x="274" y="79"/>
                </a:lnTo>
                <a:lnTo>
                  <a:pt x="273" y="79"/>
                </a:lnTo>
                <a:lnTo>
                  <a:pt x="272" y="80"/>
                </a:lnTo>
                <a:lnTo>
                  <a:pt x="272" y="81"/>
                </a:lnTo>
                <a:lnTo>
                  <a:pt x="272" y="82"/>
                </a:lnTo>
                <a:lnTo>
                  <a:pt x="272" y="81"/>
                </a:lnTo>
                <a:lnTo>
                  <a:pt x="273" y="81"/>
                </a:lnTo>
                <a:lnTo>
                  <a:pt x="274" y="81"/>
                </a:lnTo>
                <a:lnTo>
                  <a:pt x="274" y="82"/>
                </a:lnTo>
                <a:lnTo>
                  <a:pt x="274" y="83"/>
                </a:lnTo>
                <a:lnTo>
                  <a:pt x="275" y="83"/>
                </a:lnTo>
                <a:lnTo>
                  <a:pt x="275" y="84"/>
                </a:lnTo>
                <a:lnTo>
                  <a:pt x="275" y="85"/>
                </a:lnTo>
                <a:lnTo>
                  <a:pt x="276" y="86"/>
                </a:lnTo>
                <a:lnTo>
                  <a:pt x="276" y="87"/>
                </a:lnTo>
                <a:lnTo>
                  <a:pt x="277" y="87"/>
                </a:lnTo>
                <a:lnTo>
                  <a:pt x="279" y="87"/>
                </a:lnTo>
                <a:lnTo>
                  <a:pt x="280" y="87"/>
                </a:lnTo>
                <a:lnTo>
                  <a:pt x="280" y="88"/>
                </a:lnTo>
                <a:lnTo>
                  <a:pt x="281" y="88"/>
                </a:lnTo>
                <a:lnTo>
                  <a:pt x="281" y="87"/>
                </a:lnTo>
                <a:lnTo>
                  <a:pt x="281" y="86"/>
                </a:lnTo>
                <a:lnTo>
                  <a:pt x="282" y="86"/>
                </a:lnTo>
                <a:lnTo>
                  <a:pt x="283" y="85"/>
                </a:lnTo>
                <a:lnTo>
                  <a:pt x="284" y="85"/>
                </a:lnTo>
                <a:lnTo>
                  <a:pt x="284" y="84"/>
                </a:lnTo>
                <a:lnTo>
                  <a:pt x="283" y="84"/>
                </a:lnTo>
                <a:lnTo>
                  <a:pt x="283" y="83"/>
                </a:lnTo>
                <a:lnTo>
                  <a:pt x="284" y="82"/>
                </a:lnTo>
                <a:lnTo>
                  <a:pt x="284" y="83"/>
                </a:lnTo>
                <a:lnTo>
                  <a:pt x="285" y="83"/>
                </a:lnTo>
                <a:lnTo>
                  <a:pt x="286" y="83"/>
                </a:lnTo>
                <a:lnTo>
                  <a:pt x="287" y="83"/>
                </a:lnTo>
                <a:lnTo>
                  <a:pt x="287" y="84"/>
                </a:lnTo>
                <a:lnTo>
                  <a:pt x="288" y="84"/>
                </a:lnTo>
                <a:lnTo>
                  <a:pt x="288" y="85"/>
                </a:lnTo>
                <a:lnTo>
                  <a:pt x="289" y="85"/>
                </a:lnTo>
                <a:lnTo>
                  <a:pt x="290" y="85"/>
                </a:lnTo>
                <a:lnTo>
                  <a:pt x="290" y="86"/>
                </a:lnTo>
                <a:lnTo>
                  <a:pt x="291" y="86"/>
                </a:lnTo>
                <a:lnTo>
                  <a:pt x="292" y="86"/>
                </a:lnTo>
                <a:lnTo>
                  <a:pt x="293" y="87"/>
                </a:lnTo>
                <a:lnTo>
                  <a:pt x="293" y="86"/>
                </a:lnTo>
                <a:lnTo>
                  <a:pt x="294" y="86"/>
                </a:lnTo>
                <a:lnTo>
                  <a:pt x="294" y="85"/>
                </a:lnTo>
                <a:lnTo>
                  <a:pt x="295" y="85"/>
                </a:lnTo>
                <a:lnTo>
                  <a:pt x="296" y="85"/>
                </a:lnTo>
                <a:lnTo>
                  <a:pt x="296" y="86"/>
                </a:lnTo>
                <a:lnTo>
                  <a:pt x="296" y="87"/>
                </a:lnTo>
                <a:lnTo>
                  <a:pt x="295" y="87"/>
                </a:lnTo>
                <a:lnTo>
                  <a:pt x="296" y="87"/>
                </a:lnTo>
                <a:lnTo>
                  <a:pt x="296" y="88"/>
                </a:lnTo>
                <a:lnTo>
                  <a:pt x="296" y="89"/>
                </a:lnTo>
                <a:lnTo>
                  <a:pt x="296" y="90"/>
                </a:lnTo>
                <a:lnTo>
                  <a:pt x="297" y="90"/>
                </a:lnTo>
                <a:lnTo>
                  <a:pt x="297" y="89"/>
                </a:lnTo>
                <a:lnTo>
                  <a:pt x="298" y="90"/>
                </a:lnTo>
                <a:lnTo>
                  <a:pt x="299" y="90"/>
                </a:lnTo>
                <a:lnTo>
                  <a:pt x="300" y="90"/>
                </a:lnTo>
                <a:lnTo>
                  <a:pt x="300" y="91"/>
                </a:lnTo>
                <a:lnTo>
                  <a:pt x="300" y="90"/>
                </a:lnTo>
                <a:lnTo>
                  <a:pt x="301" y="90"/>
                </a:lnTo>
                <a:lnTo>
                  <a:pt x="302" y="91"/>
                </a:lnTo>
                <a:lnTo>
                  <a:pt x="303" y="91"/>
                </a:lnTo>
                <a:lnTo>
                  <a:pt x="304" y="91"/>
                </a:lnTo>
                <a:lnTo>
                  <a:pt x="305" y="91"/>
                </a:lnTo>
                <a:lnTo>
                  <a:pt x="306" y="91"/>
                </a:lnTo>
                <a:lnTo>
                  <a:pt x="307" y="91"/>
                </a:lnTo>
                <a:lnTo>
                  <a:pt x="307" y="90"/>
                </a:lnTo>
                <a:lnTo>
                  <a:pt x="307" y="91"/>
                </a:lnTo>
                <a:lnTo>
                  <a:pt x="308" y="91"/>
                </a:lnTo>
                <a:lnTo>
                  <a:pt x="309" y="91"/>
                </a:lnTo>
                <a:lnTo>
                  <a:pt x="309" y="90"/>
                </a:lnTo>
                <a:lnTo>
                  <a:pt x="310" y="90"/>
                </a:lnTo>
                <a:lnTo>
                  <a:pt x="310" y="89"/>
                </a:lnTo>
                <a:lnTo>
                  <a:pt x="310" y="88"/>
                </a:lnTo>
                <a:lnTo>
                  <a:pt x="310" y="87"/>
                </a:lnTo>
                <a:lnTo>
                  <a:pt x="310" y="88"/>
                </a:lnTo>
                <a:lnTo>
                  <a:pt x="311" y="87"/>
                </a:lnTo>
                <a:lnTo>
                  <a:pt x="312" y="86"/>
                </a:lnTo>
                <a:lnTo>
                  <a:pt x="312" y="87"/>
                </a:lnTo>
                <a:lnTo>
                  <a:pt x="312" y="86"/>
                </a:lnTo>
                <a:lnTo>
                  <a:pt x="313" y="86"/>
                </a:lnTo>
                <a:lnTo>
                  <a:pt x="314" y="85"/>
                </a:lnTo>
                <a:lnTo>
                  <a:pt x="315" y="85"/>
                </a:lnTo>
                <a:lnTo>
                  <a:pt x="315" y="84"/>
                </a:lnTo>
                <a:lnTo>
                  <a:pt x="316" y="84"/>
                </a:lnTo>
                <a:lnTo>
                  <a:pt x="316" y="83"/>
                </a:lnTo>
                <a:lnTo>
                  <a:pt x="316" y="82"/>
                </a:lnTo>
                <a:lnTo>
                  <a:pt x="315" y="82"/>
                </a:lnTo>
                <a:lnTo>
                  <a:pt x="315" y="81"/>
                </a:lnTo>
                <a:lnTo>
                  <a:pt x="316" y="81"/>
                </a:lnTo>
                <a:lnTo>
                  <a:pt x="317" y="81"/>
                </a:lnTo>
                <a:lnTo>
                  <a:pt x="317" y="80"/>
                </a:lnTo>
                <a:lnTo>
                  <a:pt x="318" y="80"/>
                </a:lnTo>
                <a:lnTo>
                  <a:pt x="319" y="79"/>
                </a:lnTo>
                <a:lnTo>
                  <a:pt x="320" y="79"/>
                </a:lnTo>
                <a:lnTo>
                  <a:pt x="322" y="79"/>
                </a:lnTo>
                <a:lnTo>
                  <a:pt x="323" y="79"/>
                </a:lnTo>
                <a:lnTo>
                  <a:pt x="323" y="80"/>
                </a:lnTo>
                <a:lnTo>
                  <a:pt x="324" y="80"/>
                </a:lnTo>
                <a:lnTo>
                  <a:pt x="324" y="81"/>
                </a:lnTo>
                <a:lnTo>
                  <a:pt x="323" y="81"/>
                </a:lnTo>
                <a:lnTo>
                  <a:pt x="324" y="82"/>
                </a:lnTo>
                <a:lnTo>
                  <a:pt x="325" y="82"/>
                </a:lnTo>
                <a:lnTo>
                  <a:pt x="325" y="81"/>
                </a:lnTo>
                <a:lnTo>
                  <a:pt x="326" y="81"/>
                </a:lnTo>
                <a:lnTo>
                  <a:pt x="327" y="80"/>
                </a:lnTo>
                <a:lnTo>
                  <a:pt x="327" y="79"/>
                </a:lnTo>
                <a:lnTo>
                  <a:pt x="328" y="78"/>
                </a:lnTo>
                <a:lnTo>
                  <a:pt x="328" y="77"/>
                </a:lnTo>
                <a:lnTo>
                  <a:pt x="329" y="77"/>
                </a:lnTo>
                <a:lnTo>
                  <a:pt x="329" y="76"/>
                </a:lnTo>
                <a:lnTo>
                  <a:pt x="328" y="75"/>
                </a:lnTo>
                <a:lnTo>
                  <a:pt x="329" y="75"/>
                </a:lnTo>
                <a:lnTo>
                  <a:pt x="329" y="74"/>
                </a:lnTo>
                <a:lnTo>
                  <a:pt x="329" y="73"/>
                </a:lnTo>
                <a:lnTo>
                  <a:pt x="330" y="72"/>
                </a:lnTo>
                <a:lnTo>
                  <a:pt x="330" y="71"/>
                </a:lnTo>
                <a:lnTo>
                  <a:pt x="330" y="70"/>
                </a:lnTo>
                <a:lnTo>
                  <a:pt x="330" y="69"/>
                </a:lnTo>
                <a:lnTo>
                  <a:pt x="330" y="68"/>
                </a:lnTo>
                <a:lnTo>
                  <a:pt x="331" y="67"/>
                </a:lnTo>
                <a:lnTo>
                  <a:pt x="331" y="68"/>
                </a:lnTo>
                <a:lnTo>
                  <a:pt x="332" y="68"/>
                </a:lnTo>
                <a:lnTo>
                  <a:pt x="332" y="67"/>
                </a:lnTo>
                <a:lnTo>
                  <a:pt x="332" y="66"/>
                </a:lnTo>
                <a:lnTo>
                  <a:pt x="333" y="67"/>
                </a:lnTo>
                <a:lnTo>
                  <a:pt x="333" y="66"/>
                </a:lnTo>
                <a:lnTo>
                  <a:pt x="334" y="66"/>
                </a:lnTo>
                <a:lnTo>
                  <a:pt x="334" y="65"/>
                </a:lnTo>
                <a:lnTo>
                  <a:pt x="333" y="65"/>
                </a:lnTo>
                <a:lnTo>
                  <a:pt x="334" y="65"/>
                </a:lnTo>
                <a:lnTo>
                  <a:pt x="334" y="66"/>
                </a:lnTo>
                <a:lnTo>
                  <a:pt x="335" y="66"/>
                </a:lnTo>
                <a:lnTo>
                  <a:pt x="336" y="66"/>
                </a:lnTo>
                <a:lnTo>
                  <a:pt x="336" y="65"/>
                </a:lnTo>
                <a:lnTo>
                  <a:pt x="337" y="65"/>
                </a:lnTo>
                <a:lnTo>
                  <a:pt x="336" y="65"/>
                </a:lnTo>
                <a:lnTo>
                  <a:pt x="337" y="65"/>
                </a:lnTo>
                <a:lnTo>
                  <a:pt x="337" y="66"/>
                </a:lnTo>
                <a:lnTo>
                  <a:pt x="338" y="66"/>
                </a:lnTo>
                <a:lnTo>
                  <a:pt x="338" y="65"/>
                </a:lnTo>
                <a:lnTo>
                  <a:pt x="339" y="65"/>
                </a:lnTo>
                <a:lnTo>
                  <a:pt x="341" y="65"/>
                </a:lnTo>
                <a:lnTo>
                  <a:pt x="342" y="65"/>
                </a:lnTo>
                <a:lnTo>
                  <a:pt x="342" y="66"/>
                </a:lnTo>
                <a:lnTo>
                  <a:pt x="343" y="66"/>
                </a:lnTo>
                <a:lnTo>
                  <a:pt x="342" y="67"/>
                </a:lnTo>
                <a:lnTo>
                  <a:pt x="343" y="68"/>
                </a:lnTo>
                <a:lnTo>
                  <a:pt x="343" y="69"/>
                </a:lnTo>
                <a:lnTo>
                  <a:pt x="342" y="70"/>
                </a:lnTo>
                <a:lnTo>
                  <a:pt x="341" y="70"/>
                </a:lnTo>
                <a:lnTo>
                  <a:pt x="341" y="71"/>
                </a:lnTo>
                <a:lnTo>
                  <a:pt x="341" y="72"/>
                </a:lnTo>
                <a:lnTo>
                  <a:pt x="341" y="73"/>
                </a:lnTo>
                <a:lnTo>
                  <a:pt x="341" y="74"/>
                </a:lnTo>
                <a:lnTo>
                  <a:pt x="342" y="74"/>
                </a:lnTo>
                <a:lnTo>
                  <a:pt x="342" y="75"/>
                </a:lnTo>
                <a:lnTo>
                  <a:pt x="342" y="74"/>
                </a:lnTo>
                <a:lnTo>
                  <a:pt x="343" y="75"/>
                </a:lnTo>
                <a:lnTo>
                  <a:pt x="344" y="75"/>
                </a:lnTo>
                <a:lnTo>
                  <a:pt x="345" y="75"/>
                </a:lnTo>
                <a:lnTo>
                  <a:pt x="346" y="75"/>
                </a:lnTo>
                <a:lnTo>
                  <a:pt x="346" y="76"/>
                </a:lnTo>
                <a:lnTo>
                  <a:pt x="345" y="76"/>
                </a:lnTo>
                <a:lnTo>
                  <a:pt x="345" y="77"/>
                </a:lnTo>
                <a:lnTo>
                  <a:pt x="345" y="78"/>
                </a:lnTo>
                <a:lnTo>
                  <a:pt x="344" y="78"/>
                </a:lnTo>
                <a:lnTo>
                  <a:pt x="344" y="79"/>
                </a:lnTo>
                <a:lnTo>
                  <a:pt x="345" y="79"/>
                </a:lnTo>
                <a:lnTo>
                  <a:pt x="346" y="79"/>
                </a:lnTo>
                <a:lnTo>
                  <a:pt x="347" y="79"/>
                </a:lnTo>
                <a:lnTo>
                  <a:pt x="348" y="80"/>
                </a:lnTo>
                <a:lnTo>
                  <a:pt x="348" y="81"/>
                </a:lnTo>
                <a:lnTo>
                  <a:pt x="349" y="81"/>
                </a:lnTo>
                <a:lnTo>
                  <a:pt x="349" y="82"/>
                </a:lnTo>
                <a:lnTo>
                  <a:pt x="348" y="82"/>
                </a:lnTo>
                <a:lnTo>
                  <a:pt x="348" y="83"/>
                </a:lnTo>
                <a:lnTo>
                  <a:pt x="349" y="83"/>
                </a:lnTo>
                <a:lnTo>
                  <a:pt x="349" y="84"/>
                </a:lnTo>
                <a:lnTo>
                  <a:pt x="348" y="84"/>
                </a:lnTo>
                <a:lnTo>
                  <a:pt x="348" y="85"/>
                </a:lnTo>
                <a:lnTo>
                  <a:pt x="349" y="85"/>
                </a:lnTo>
                <a:lnTo>
                  <a:pt x="348" y="86"/>
                </a:lnTo>
                <a:lnTo>
                  <a:pt x="349" y="86"/>
                </a:lnTo>
                <a:lnTo>
                  <a:pt x="349" y="87"/>
                </a:lnTo>
                <a:lnTo>
                  <a:pt x="348" y="87"/>
                </a:lnTo>
                <a:lnTo>
                  <a:pt x="348" y="88"/>
                </a:lnTo>
                <a:lnTo>
                  <a:pt x="347" y="89"/>
                </a:lnTo>
                <a:lnTo>
                  <a:pt x="346" y="89"/>
                </a:lnTo>
                <a:lnTo>
                  <a:pt x="347" y="90"/>
                </a:lnTo>
                <a:lnTo>
                  <a:pt x="348" y="90"/>
                </a:lnTo>
                <a:lnTo>
                  <a:pt x="348" y="91"/>
                </a:lnTo>
                <a:lnTo>
                  <a:pt x="349" y="92"/>
                </a:lnTo>
                <a:lnTo>
                  <a:pt x="349" y="93"/>
                </a:lnTo>
                <a:lnTo>
                  <a:pt x="350" y="93"/>
                </a:lnTo>
                <a:lnTo>
                  <a:pt x="351" y="94"/>
                </a:lnTo>
                <a:lnTo>
                  <a:pt x="350" y="94"/>
                </a:lnTo>
                <a:lnTo>
                  <a:pt x="351" y="94"/>
                </a:lnTo>
                <a:lnTo>
                  <a:pt x="351" y="95"/>
                </a:lnTo>
                <a:lnTo>
                  <a:pt x="351" y="96"/>
                </a:lnTo>
                <a:lnTo>
                  <a:pt x="352" y="95"/>
                </a:lnTo>
                <a:lnTo>
                  <a:pt x="352" y="96"/>
                </a:lnTo>
                <a:lnTo>
                  <a:pt x="351" y="97"/>
                </a:lnTo>
                <a:lnTo>
                  <a:pt x="352" y="97"/>
                </a:lnTo>
                <a:lnTo>
                  <a:pt x="352" y="98"/>
                </a:lnTo>
                <a:lnTo>
                  <a:pt x="353" y="98"/>
                </a:lnTo>
                <a:lnTo>
                  <a:pt x="354" y="98"/>
                </a:lnTo>
                <a:lnTo>
                  <a:pt x="354" y="99"/>
                </a:lnTo>
                <a:lnTo>
                  <a:pt x="354" y="100"/>
                </a:lnTo>
                <a:lnTo>
                  <a:pt x="355" y="100"/>
                </a:lnTo>
                <a:lnTo>
                  <a:pt x="355" y="101"/>
                </a:lnTo>
                <a:lnTo>
                  <a:pt x="354" y="101"/>
                </a:lnTo>
                <a:lnTo>
                  <a:pt x="354" y="100"/>
                </a:lnTo>
                <a:lnTo>
                  <a:pt x="354" y="101"/>
                </a:lnTo>
                <a:lnTo>
                  <a:pt x="354" y="102"/>
                </a:lnTo>
                <a:lnTo>
                  <a:pt x="354" y="103"/>
                </a:lnTo>
                <a:lnTo>
                  <a:pt x="355" y="103"/>
                </a:lnTo>
                <a:lnTo>
                  <a:pt x="356" y="103"/>
                </a:lnTo>
                <a:lnTo>
                  <a:pt x="356" y="102"/>
                </a:lnTo>
                <a:lnTo>
                  <a:pt x="357" y="102"/>
                </a:lnTo>
                <a:lnTo>
                  <a:pt x="357" y="103"/>
                </a:lnTo>
                <a:lnTo>
                  <a:pt x="358" y="103"/>
                </a:lnTo>
                <a:lnTo>
                  <a:pt x="358" y="104"/>
                </a:lnTo>
                <a:lnTo>
                  <a:pt x="359" y="104"/>
                </a:lnTo>
                <a:lnTo>
                  <a:pt x="359" y="103"/>
                </a:lnTo>
                <a:lnTo>
                  <a:pt x="360" y="103"/>
                </a:lnTo>
                <a:lnTo>
                  <a:pt x="361" y="103"/>
                </a:lnTo>
                <a:lnTo>
                  <a:pt x="360" y="103"/>
                </a:lnTo>
                <a:lnTo>
                  <a:pt x="360" y="102"/>
                </a:lnTo>
                <a:lnTo>
                  <a:pt x="360" y="101"/>
                </a:lnTo>
                <a:lnTo>
                  <a:pt x="361" y="101"/>
                </a:lnTo>
                <a:lnTo>
                  <a:pt x="362" y="102"/>
                </a:lnTo>
                <a:lnTo>
                  <a:pt x="363" y="102"/>
                </a:lnTo>
                <a:lnTo>
                  <a:pt x="363" y="103"/>
                </a:lnTo>
                <a:lnTo>
                  <a:pt x="364" y="103"/>
                </a:lnTo>
                <a:lnTo>
                  <a:pt x="364" y="102"/>
                </a:lnTo>
                <a:lnTo>
                  <a:pt x="365" y="102"/>
                </a:lnTo>
                <a:lnTo>
                  <a:pt x="366" y="102"/>
                </a:lnTo>
                <a:lnTo>
                  <a:pt x="366" y="101"/>
                </a:lnTo>
                <a:lnTo>
                  <a:pt x="367" y="101"/>
                </a:lnTo>
                <a:lnTo>
                  <a:pt x="368" y="102"/>
                </a:lnTo>
                <a:lnTo>
                  <a:pt x="369" y="102"/>
                </a:lnTo>
                <a:lnTo>
                  <a:pt x="370" y="102"/>
                </a:lnTo>
                <a:lnTo>
                  <a:pt x="370" y="101"/>
                </a:lnTo>
                <a:lnTo>
                  <a:pt x="369" y="101"/>
                </a:lnTo>
                <a:lnTo>
                  <a:pt x="369" y="100"/>
                </a:lnTo>
                <a:lnTo>
                  <a:pt x="370" y="100"/>
                </a:lnTo>
                <a:lnTo>
                  <a:pt x="369" y="100"/>
                </a:lnTo>
                <a:lnTo>
                  <a:pt x="369" y="99"/>
                </a:lnTo>
                <a:lnTo>
                  <a:pt x="370" y="99"/>
                </a:lnTo>
                <a:lnTo>
                  <a:pt x="370" y="98"/>
                </a:lnTo>
                <a:lnTo>
                  <a:pt x="371" y="98"/>
                </a:lnTo>
                <a:lnTo>
                  <a:pt x="372" y="97"/>
                </a:lnTo>
                <a:lnTo>
                  <a:pt x="371" y="97"/>
                </a:lnTo>
                <a:lnTo>
                  <a:pt x="371" y="96"/>
                </a:lnTo>
                <a:lnTo>
                  <a:pt x="372" y="96"/>
                </a:lnTo>
                <a:lnTo>
                  <a:pt x="373" y="96"/>
                </a:lnTo>
                <a:lnTo>
                  <a:pt x="374" y="96"/>
                </a:lnTo>
                <a:lnTo>
                  <a:pt x="374" y="95"/>
                </a:lnTo>
                <a:lnTo>
                  <a:pt x="375" y="95"/>
                </a:lnTo>
                <a:lnTo>
                  <a:pt x="375" y="96"/>
                </a:lnTo>
                <a:lnTo>
                  <a:pt x="376" y="96"/>
                </a:lnTo>
                <a:lnTo>
                  <a:pt x="375" y="96"/>
                </a:lnTo>
                <a:lnTo>
                  <a:pt x="376" y="96"/>
                </a:lnTo>
                <a:lnTo>
                  <a:pt x="376" y="97"/>
                </a:lnTo>
                <a:lnTo>
                  <a:pt x="377" y="98"/>
                </a:lnTo>
                <a:lnTo>
                  <a:pt x="378" y="99"/>
                </a:lnTo>
                <a:lnTo>
                  <a:pt x="379" y="99"/>
                </a:lnTo>
                <a:lnTo>
                  <a:pt x="380" y="99"/>
                </a:lnTo>
                <a:lnTo>
                  <a:pt x="380" y="98"/>
                </a:lnTo>
                <a:lnTo>
                  <a:pt x="381" y="98"/>
                </a:lnTo>
                <a:lnTo>
                  <a:pt x="381" y="97"/>
                </a:lnTo>
                <a:lnTo>
                  <a:pt x="382" y="97"/>
                </a:lnTo>
                <a:lnTo>
                  <a:pt x="382" y="96"/>
                </a:lnTo>
                <a:lnTo>
                  <a:pt x="383" y="96"/>
                </a:lnTo>
                <a:lnTo>
                  <a:pt x="383" y="95"/>
                </a:lnTo>
                <a:lnTo>
                  <a:pt x="384" y="95"/>
                </a:lnTo>
                <a:lnTo>
                  <a:pt x="383" y="94"/>
                </a:lnTo>
                <a:lnTo>
                  <a:pt x="384" y="94"/>
                </a:lnTo>
                <a:lnTo>
                  <a:pt x="384" y="93"/>
                </a:lnTo>
                <a:lnTo>
                  <a:pt x="385" y="93"/>
                </a:lnTo>
                <a:lnTo>
                  <a:pt x="385" y="94"/>
                </a:lnTo>
                <a:lnTo>
                  <a:pt x="386" y="94"/>
                </a:lnTo>
                <a:lnTo>
                  <a:pt x="387" y="94"/>
                </a:lnTo>
                <a:lnTo>
                  <a:pt x="387" y="93"/>
                </a:lnTo>
                <a:lnTo>
                  <a:pt x="387" y="92"/>
                </a:lnTo>
                <a:lnTo>
                  <a:pt x="386" y="92"/>
                </a:lnTo>
                <a:lnTo>
                  <a:pt x="387" y="91"/>
                </a:lnTo>
                <a:lnTo>
                  <a:pt x="388" y="91"/>
                </a:lnTo>
                <a:lnTo>
                  <a:pt x="389" y="91"/>
                </a:lnTo>
                <a:lnTo>
                  <a:pt x="389" y="90"/>
                </a:lnTo>
                <a:lnTo>
                  <a:pt x="390" y="91"/>
                </a:lnTo>
                <a:lnTo>
                  <a:pt x="391" y="91"/>
                </a:lnTo>
                <a:lnTo>
                  <a:pt x="392" y="91"/>
                </a:lnTo>
                <a:lnTo>
                  <a:pt x="392" y="90"/>
                </a:lnTo>
                <a:lnTo>
                  <a:pt x="393" y="90"/>
                </a:lnTo>
                <a:lnTo>
                  <a:pt x="394" y="91"/>
                </a:lnTo>
                <a:lnTo>
                  <a:pt x="395" y="91"/>
                </a:lnTo>
                <a:lnTo>
                  <a:pt x="396" y="90"/>
                </a:lnTo>
                <a:lnTo>
                  <a:pt x="397" y="90"/>
                </a:lnTo>
                <a:lnTo>
                  <a:pt x="397" y="89"/>
                </a:lnTo>
                <a:lnTo>
                  <a:pt x="398" y="89"/>
                </a:lnTo>
                <a:lnTo>
                  <a:pt x="398" y="90"/>
                </a:lnTo>
                <a:lnTo>
                  <a:pt x="399" y="90"/>
                </a:lnTo>
                <a:lnTo>
                  <a:pt x="399" y="91"/>
                </a:lnTo>
                <a:lnTo>
                  <a:pt x="398" y="91"/>
                </a:lnTo>
                <a:lnTo>
                  <a:pt x="398" y="92"/>
                </a:lnTo>
                <a:lnTo>
                  <a:pt x="399" y="93"/>
                </a:lnTo>
                <a:lnTo>
                  <a:pt x="399" y="94"/>
                </a:lnTo>
                <a:lnTo>
                  <a:pt x="400" y="94"/>
                </a:lnTo>
                <a:lnTo>
                  <a:pt x="401" y="93"/>
                </a:lnTo>
                <a:lnTo>
                  <a:pt x="402" y="93"/>
                </a:lnTo>
                <a:lnTo>
                  <a:pt x="402" y="94"/>
                </a:lnTo>
                <a:lnTo>
                  <a:pt x="403" y="93"/>
                </a:lnTo>
                <a:lnTo>
                  <a:pt x="403" y="92"/>
                </a:lnTo>
                <a:lnTo>
                  <a:pt x="404" y="92"/>
                </a:lnTo>
                <a:lnTo>
                  <a:pt x="404" y="93"/>
                </a:lnTo>
                <a:lnTo>
                  <a:pt x="405" y="93"/>
                </a:lnTo>
                <a:lnTo>
                  <a:pt x="406" y="93"/>
                </a:lnTo>
                <a:lnTo>
                  <a:pt x="406" y="95"/>
                </a:lnTo>
                <a:lnTo>
                  <a:pt x="406" y="96"/>
                </a:lnTo>
                <a:lnTo>
                  <a:pt x="406" y="97"/>
                </a:lnTo>
                <a:lnTo>
                  <a:pt x="407" y="98"/>
                </a:lnTo>
                <a:lnTo>
                  <a:pt x="406" y="98"/>
                </a:lnTo>
                <a:lnTo>
                  <a:pt x="406" y="99"/>
                </a:lnTo>
                <a:lnTo>
                  <a:pt x="407" y="99"/>
                </a:lnTo>
                <a:lnTo>
                  <a:pt x="408" y="100"/>
                </a:lnTo>
                <a:lnTo>
                  <a:pt x="409" y="101"/>
                </a:lnTo>
                <a:lnTo>
                  <a:pt x="409" y="102"/>
                </a:lnTo>
                <a:lnTo>
                  <a:pt x="410" y="103"/>
                </a:lnTo>
                <a:lnTo>
                  <a:pt x="410" y="102"/>
                </a:lnTo>
                <a:lnTo>
                  <a:pt x="411" y="103"/>
                </a:lnTo>
                <a:lnTo>
                  <a:pt x="411" y="104"/>
                </a:lnTo>
                <a:lnTo>
                  <a:pt x="412" y="104"/>
                </a:lnTo>
                <a:lnTo>
                  <a:pt x="412" y="105"/>
                </a:lnTo>
                <a:lnTo>
                  <a:pt x="411" y="105"/>
                </a:lnTo>
                <a:lnTo>
                  <a:pt x="411" y="106"/>
                </a:lnTo>
                <a:lnTo>
                  <a:pt x="412" y="106"/>
                </a:lnTo>
                <a:lnTo>
                  <a:pt x="412" y="107"/>
                </a:lnTo>
                <a:lnTo>
                  <a:pt x="413" y="107"/>
                </a:lnTo>
                <a:lnTo>
                  <a:pt x="414" y="108"/>
                </a:lnTo>
                <a:lnTo>
                  <a:pt x="413" y="108"/>
                </a:lnTo>
                <a:lnTo>
                  <a:pt x="412" y="108"/>
                </a:lnTo>
                <a:lnTo>
                  <a:pt x="411" y="108"/>
                </a:lnTo>
                <a:lnTo>
                  <a:pt x="410" y="109"/>
                </a:lnTo>
                <a:lnTo>
                  <a:pt x="411" y="109"/>
                </a:lnTo>
                <a:lnTo>
                  <a:pt x="411" y="110"/>
                </a:lnTo>
                <a:lnTo>
                  <a:pt x="412" y="110"/>
                </a:lnTo>
                <a:lnTo>
                  <a:pt x="412" y="111"/>
                </a:lnTo>
                <a:lnTo>
                  <a:pt x="411" y="111"/>
                </a:lnTo>
                <a:lnTo>
                  <a:pt x="411" y="112"/>
                </a:lnTo>
                <a:lnTo>
                  <a:pt x="411" y="111"/>
                </a:lnTo>
                <a:lnTo>
                  <a:pt x="411" y="110"/>
                </a:lnTo>
                <a:lnTo>
                  <a:pt x="410" y="110"/>
                </a:lnTo>
                <a:lnTo>
                  <a:pt x="409" y="110"/>
                </a:lnTo>
                <a:lnTo>
                  <a:pt x="410" y="110"/>
                </a:lnTo>
                <a:lnTo>
                  <a:pt x="409" y="110"/>
                </a:lnTo>
                <a:lnTo>
                  <a:pt x="409" y="109"/>
                </a:lnTo>
                <a:lnTo>
                  <a:pt x="409" y="110"/>
                </a:lnTo>
                <a:lnTo>
                  <a:pt x="408" y="109"/>
                </a:lnTo>
                <a:lnTo>
                  <a:pt x="407" y="109"/>
                </a:lnTo>
                <a:lnTo>
                  <a:pt x="406" y="110"/>
                </a:lnTo>
                <a:lnTo>
                  <a:pt x="405" y="110"/>
                </a:lnTo>
                <a:lnTo>
                  <a:pt x="405" y="109"/>
                </a:lnTo>
                <a:lnTo>
                  <a:pt x="404" y="109"/>
                </a:lnTo>
                <a:lnTo>
                  <a:pt x="404" y="110"/>
                </a:lnTo>
                <a:lnTo>
                  <a:pt x="403" y="111"/>
                </a:lnTo>
                <a:lnTo>
                  <a:pt x="402" y="110"/>
                </a:lnTo>
                <a:lnTo>
                  <a:pt x="402" y="109"/>
                </a:lnTo>
                <a:lnTo>
                  <a:pt x="402" y="108"/>
                </a:lnTo>
                <a:lnTo>
                  <a:pt x="402" y="107"/>
                </a:lnTo>
                <a:lnTo>
                  <a:pt x="403" y="106"/>
                </a:lnTo>
                <a:lnTo>
                  <a:pt x="404" y="106"/>
                </a:lnTo>
                <a:lnTo>
                  <a:pt x="404" y="105"/>
                </a:lnTo>
                <a:lnTo>
                  <a:pt x="405" y="105"/>
                </a:lnTo>
                <a:lnTo>
                  <a:pt x="405" y="104"/>
                </a:lnTo>
                <a:lnTo>
                  <a:pt x="405" y="105"/>
                </a:lnTo>
                <a:lnTo>
                  <a:pt x="404" y="105"/>
                </a:lnTo>
                <a:lnTo>
                  <a:pt x="403" y="105"/>
                </a:lnTo>
                <a:lnTo>
                  <a:pt x="403" y="106"/>
                </a:lnTo>
                <a:lnTo>
                  <a:pt x="402" y="106"/>
                </a:lnTo>
                <a:lnTo>
                  <a:pt x="401" y="106"/>
                </a:lnTo>
                <a:lnTo>
                  <a:pt x="402" y="106"/>
                </a:lnTo>
                <a:lnTo>
                  <a:pt x="402" y="105"/>
                </a:lnTo>
                <a:lnTo>
                  <a:pt x="401" y="104"/>
                </a:lnTo>
                <a:lnTo>
                  <a:pt x="400" y="104"/>
                </a:lnTo>
                <a:lnTo>
                  <a:pt x="400" y="105"/>
                </a:lnTo>
                <a:lnTo>
                  <a:pt x="401" y="105"/>
                </a:lnTo>
                <a:lnTo>
                  <a:pt x="400" y="106"/>
                </a:lnTo>
                <a:lnTo>
                  <a:pt x="401" y="106"/>
                </a:lnTo>
                <a:lnTo>
                  <a:pt x="401" y="107"/>
                </a:lnTo>
                <a:lnTo>
                  <a:pt x="400" y="108"/>
                </a:lnTo>
                <a:lnTo>
                  <a:pt x="399" y="108"/>
                </a:lnTo>
                <a:lnTo>
                  <a:pt x="399" y="107"/>
                </a:lnTo>
                <a:lnTo>
                  <a:pt x="399" y="106"/>
                </a:lnTo>
                <a:lnTo>
                  <a:pt x="399" y="105"/>
                </a:lnTo>
                <a:lnTo>
                  <a:pt x="398" y="104"/>
                </a:lnTo>
                <a:lnTo>
                  <a:pt x="398" y="103"/>
                </a:lnTo>
                <a:lnTo>
                  <a:pt x="397" y="103"/>
                </a:lnTo>
                <a:lnTo>
                  <a:pt x="397" y="102"/>
                </a:lnTo>
                <a:lnTo>
                  <a:pt x="396" y="102"/>
                </a:lnTo>
                <a:lnTo>
                  <a:pt x="396" y="103"/>
                </a:lnTo>
                <a:lnTo>
                  <a:pt x="396" y="104"/>
                </a:lnTo>
                <a:lnTo>
                  <a:pt x="397" y="103"/>
                </a:lnTo>
                <a:lnTo>
                  <a:pt x="397" y="104"/>
                </a:lnTo>
                <a:lnTo>
                  <a:pt x="397" y="105"/>
                </a:lnTo>
                <a:lnTo>
                  <a:pt x="398" y="105"/>
                </a:lnTo>
                <a:lnTo>
                  <a:pt x="398" y="106"/>
                </a:lnTo>
                <a:lnTo>
                  <a:pt x="398" y="107"/>
                </a:lnTo>
                <a:lnTo>
                  <a:pt x="397" y="107"/>
                </a:lnTo>
                <a:lnTo>
                  <a:pt x="397" y="108"/>
                </a:lnTo>
                <a:lnTo>
                  <a:pt x="396" y="108"/>
                </a:lnTo>
                <a:lnTo>
                  <a:pt x="396" y="109"/>
                </a:lnTo>
                <a:lnTo>
                  <a:pt x="396" y="108"/>
                </a:lnTo>
                <a:lnTo>
                  <a:pt x="395" y="108"/>
                </a:lnTo>
                <a:lnTo>
                  <a:pt x="396" y="108"/>
                </a:lnTo>
                <a:lnTo>
                  <a:pt x="396" y="107"/>
                </a:lnTo>
                <a:lnTo>
                  <a:pt x="395" y="107"/>
                </a:lnTo>
                <a:lnTo>
                  <a:pt x="395" y="106"/>
                </a:lnTo>
                <a:lnTo>
                  <a:pt x="394" y="105"/>
                </a:lnTo>
                <a:lnTo>
                  <a:pt x="394" y="104"/>
                </a:lnTo>
                <a:lnTo>
                  <a:pt x="394" y="105"/>
                </a:lnTo>
                <a:lnTo>
                  <a:pt x="394" y="106"/>
                </a:lnTo>
                <a:lnTo>
                  <a:pt x="393" y="106"/>
                </a:lnTo>
                <a:lnTo>
                  <a:pt x="392" y="106"/>
                </a:lnTo>
                <a:lnTo>
                  <a:pt x="392" y="107"/>
                </a:lnTo>
                <a:lnTo>
                  <a:pt x="393" y="107"/>
                </a:lnTo>
                <a:lnTo>
                  <a:pt x="393" y="108"/>
                </a:lnTo>
                <a:lnTo>
                  <a:pt x="393" y="109"/>
                </a:lnTo>
                <a:lnTo>
                  <a:pt x="392" y="109"/>
                </a:lnTo>
                <a:lnTo>
                  <a:pt x="392" y="110"/>
                </a:lnTo>
                <a:lnTo>
                  <a:pt x="392" y="111"/>
                </a:lnTo>
                <a:lnTo>
                  <a:pt x="392" y="112"/>
                </a:lnTo>
                <a:lnTo>
                  <a:pt x="392" y="113"/>
                </a:lnTo>
                <a:lnTo>
                  <a:pt x="392" y="112"/>
                </a:lnTo>
                <a:lnTo>
                  <a:pt x="392" y="113"/>
                </a:lnTo>
                <a:lnTo>
                  <a:pt x="393" y="113"/>
                </a:lnTo>
                <a:lnTo>
                  <a:pt x="393" y="114"/>
                </a:lnTo>
                <a:lnTo>
                  <a:pt x="393" y="113"/>
                </a:lnTo>
                <a:lnTo>
                  <a:pt x="394" y="111"/>
                </a:lnTo>
                <a:lnTo>
                  <a:pt x="394" y="110"/>
                </a:lnTo>
                <a:lnTo>
                  <a:pt x="394" y="109"/>
                </a:lnTo>
                <a:lnTo>
                  <a:pt x="395" y="109"/>
                </a:lnTo>
                <a:lnTo>
                  <a:pt x="396" y="109"/>
                </a:lnTo>
                <a:lnTo>
                  <a:pt x="397" y="109"/>
                </a:lnTo>
                <a:lnTo>
                  <a:pt x="398" y="109"/>
                </a:lnTo>
                <a:lnTo>
                  <a:pt x="398" y="108"/>
                </a:lnTo>
                <a:lnTo>
                  <a:pt x="399" y="108"/>
                </a:lnTo>
                <a:lnTo>
                  <a:pt x="400" y="109"/>
                </a:lnTo>
                <a:lnTo>
                  <a:pt x="400" y="110"/>
                </a:lnTo>
                <a:lnTo>
                  <a:pt x="401" y="111"/>
                </a:lnTo>
                <a:lnTo>
                  <a:pt x="402" y="111"/>
                </a:lnTo>
                <a:lnTo>
                  <a:pt x="402" y="112"/>
                </a:lnTo>
                <a:lnTo>
                  <a:pt x="402" y="113"/>
                </a:lnTo>
                <a:lnTo>
                  <a:pt x="403" y="113"/>
                </a:lnTo>
                <a:lnTo>
                  <a:pt x="404" y="113"/>
                </a:lnTo>
                <a:lnTo>
                  <a:pt x="404" y="112"/>
                </a:lnTo>
                <a:lnTo>
                  <a:pt x="404" y="111"/>
                </a:lnTo>
                <a:lnTo>
                  <a:pt x="405" y="111"/>
                </a:lnTo>
                <a:lnTo>
                  <a:pt x="406" y="111"/>
                </a:lnTo>
                <a:lnTo>
                  <a:pt x="407" y="111"/>
                </a:lnTo>
                <a:lnTo>
                  <a:pt x="407" y="110"/>
                </a:lnTo>
                <a:lnTo>
                  <a:pt x="408" y="110"/>
                </a:lnTo>
                <a:lnTo>
                  <a:pt x="408" y="111"/>
                </a:lnTo>
                <a:lnTo>
                  <a:pt x="409" y="112"/>
                </a:lnTo>
                <a:lnTo>
                  <a:pt x="409" y="113"/>
                </a:lnTo>
                <a:lnTo>
                  <a:pt x="409" y="114"/>
                </a:lnTo>
                <a:lnTo>
                  <a:pt x="409" y="115"/>
                </a:lnTo>
                <a:lnTo>
                  <a:pt x="409" y="116"/>
                </a:lnTo>
                <a:lnTo>
                  <a:pt x="409" y="115"/>
                </a:lnTo>
                <a:lnTo>
                  <a:pt x="410" y="115"/>
                </a:lnTo>
                <a:lnTo>
                  <a:pt x="410" y="116"/>
                </a:lnTo>
                <a:lnTo>
                  <a:pt x="410" y="117"/>
                </a:lnTo>
                <a:lnTo>
                  <a:pt x="411" y="117"/>
                </a:lnTo>
                <a:lnTo>
                  <a:pt x="411" y="118"/>
                </a:lnTo>
                <a:lnTo>
                  <a:pt x="412" y="119"/>
                </a:lnTo>
                <a:lnTo>
                  <a:pt x="413" y="119"/>
                </a:lnTo>
                <a:lnTo>
                  <a:pt x="414" y="119"/>
                </a:lnTo>
                <a:lnTo>
                  <a:pt x="415" y="119"/>
                </a:lnTo>
                <a:lnTo>
                  <a:pt x="414" y="120"/>
                </a:lnTo>
                <a:lnTo>
                  <a:pt x="413" y="120"/>
                </a:lnTo>
                <a:lnTo>
                  <a:pt x="412" y="120"/>
                </a:lnTo>
                <a:lnTo>
                  <a:pt x="411" y="120"/>
                </a:lnTo>
                <a:lnTo>
                  <a:pt x="410" y="120"/>
                </a:lnTo>
                <a:lnTo>
                  <a:pt x="409" y="120"/>
                </a:lnTo>
                <a:lnTo>
                  <a:pt x="410" y="121"/>
                </a:lnTo>
                <a:lnTo>
                  <a:pt x="411" y="121"/>
                </a:lnTo>
                <a:lnTo>
                  <a:pt x="412" y="121"/>
                </a:lnTo>
                <a:lnTo>
                  <a:pt x="413" y="122"/>
                </a:lnTo>
                <a:lnTo>
                  <a:pt x="412" y="122"/>
                </a:lnTo>
                <a:lnTo>
                  <a:pt x="411" y="122"/>
                </a:lnTo>
                <a:lnTo>
                  <a:pt x="410" y="122"/>
                </a:lnTo>
                <a:lnTo>
                  <a:pt x="409" y="122"/>
                </a:lnTo>
                <a:lnTo>
                  <a:pt x="408" y="123"/>
                </a:lnTo>
                <a:lnTo>
                  <a:pt x="409" y="123"/>
                </a:lnTo>
                <a:lnTo>
                  <a:pt x="409" y="124"/>
                </a:lnTo>
                <a:lnTo>
                  <a:pt x="409" y="125"/>
                </a:lnTo>
                <a:lnTo>
                  <a:pt x="410" y="125"/>
                </a:lnTo>
                <a:lnTo>
                  <a:pt x="411" y="125"/>
                </a:lnTo>
                <a:lnTo>
                  <a:pt x="410" y="126"/>
                </a:lnTo>
                <a:lnTo>
                  <a:pt x="409" y="125"/>
                </a:lnTo>
                <a:lnTo>
                  <a:pt x="408" y="125"/>
                </a:lnTo>
                <a:lnTo>
                  <a:pt x="407" y="125"/>
                </a:lnTo>
                <a:lnTo>
                  <a:pt x="405" y="125"/>
                </a:lnTo>
                <a:lnTo>
                  <a:pt x="404" y="124"/>
                </a:lnTo>
                <a:lnTo>
                  <a:pt x="403" y="124"/>
                </a:lnTo>
                <a:lnTo>
                  <a:pt x="402" y="124"/>
                </a:lnTo>
                <a:lnTo>
                  <a:pt x="402" y="125"/>
                </a:lnTo>
                <a:lnTo>
                  <a:pt x="402" y="124"/>
                </a:lnTo>
                <a:lnTo>
                  <a:pt x="401" y="123"/>
                </a:lnTo>
                <a:lnTo>
                  <a:pt x="401" y="124"/>
                </a:lnTo>
                <a:lnTo>
                  <a:pt x="400" y="124"/>
                </a:lnTo>
                <a:lnTo>
                  <a:pt x="400" y="123"/>
                </a:lnTo>
                <a:lnTo>
                  <a:pt x="399" y="123"/>
                </a:lnTo>
                <a:lnTo>
                  <a:pt x="398" y="123"/>
                </a:lnTo>
                <a:lnTo>
                  <a:pt x="398" y="124"/>
                </a:lnTo>
                <a:lnTo>
                  <a:pt x="399" y="125"/>
                </a:lnTo>
                <a:lnTo>
                  <a:pt x="400" y="125"/>
                </a:lnTo>
                <a:lnTo>
                  <a:pt x="401" y="126"/>
                </a:lnTo>
                <a:lnTo>
                  <a:pt x="401" y="127"/>
                </a:lnTo>
                <a:lnTo>
                  <a:pt x="400" y="127"/>
                </a:lnTo>
                <a:lnTo>
                  <a:pt x="400" y="128"/>
                </a:lnTo>
                <a:lnTo>
                  <a:pt x="400" y="129"/>
                </a:lnTo>
                <a:lnTo>
                  <a:pt x="401" y="129"/>
                </a:lnTo>
                <a:lnTo>
                  <a:pt x="402" y="130"/>
                </a:lnTo>
                <a:lnTo>
                  <a:pt x="401" y="130"/>
                </a:lnTo>
                <a:lnTo>
                  <a:pt x="400" y="130"/>
                </a:lnTo>
                <a:lnTo>
                  <a:pt x="400" y="129"/>
                </a:lnTo>
                <a:lnTo>
                  <a:pt x="398" y="128"/>
                </a:lnTo>
                <a:lnTo>
                  <a:pt x="398" y="129"/>
                </a:lnTo>
                <a:lnTo>
                  <a:pt x="399" y="129"/>
                </a:lnTo>
                <a:lnTo>
                  <a:pt x="398" y="129"/>
                </a:lnTo>
                <a:lnTo>
                  <a:pt x="398" y="130"/>
                </a:lnTo>
                <a:lnTo>
                  <a:pt x="399" y="130"/>
                </a:lnTo>
                <a:lnTo>
                  <a:pt x="398" y="130"/>
                </a:lnTo>
                <a:lnTo>
                  <a:pt x="397" y="130"/>
                </a:lnTo>
                <a:lnTo>
                  <a:pt x="398" y="130"/>
                </a:lnTo>
                <a:lnTo>
                  <a:pt x="397" y="131"/>
                </a:lnTo>
                <a:lnTo>
                  <a:pt x="398" y="131"/>
                </a:lnTo>
                <a:lnTo>
                  <a:pt x="399" y="131"/>
                </a:lnTo>
                <a:lnTo>
                  <a:pt x="399" y="132"/>
                </a:lnTo>
                <a:lnTo>
                  <a:pt x="399" y="133"/>
                </a:lnTo>
                <a:lnTo>
                  <a:pt x="399" y="134"/>
                </a:lnTo>
                <a:lnTo>
                  <a:pt x="399" y="135"/>
                </a:lnTo>
                <a:lnTo>
                  <a:pt x="397" y="135"/>
                </a:lnTo>
                <a:lnTo>
                  <a:pt x="397" y="136"/>
                </a:lnTo>
                <a:lnTo>
                  <a:pt x="398" y="136"/>
                </a:lnTo>
                <a:lnTo>
                  <a:pt x="397" y="136"/>
                </a:lnTo>
                <a:lnTo>
                  <a:pt x="396" y="136"/>
                </a:lnTo>
                <a:lnTo>
                  <a:pt x="395" y="136"/>
                </a:lnTo>
                <a:lnTo>
                  <a:pt x="395" y="137"/>
                </a:lnTo>
                <a:lnTo>
                  <a:pt x="394" y="137"/>
                </a:lnTo>
                <a:lnTo>
                  <a:pt x="394" y="136"/>
                </a:lnTo>
                <a:lnTo>
                  <a:pt x="393" y="136"/>
                </a:lnTo>
                <a:lnTo>
                  <a:pt x="393" y="137"/>
                </a:lnTo>
                <a:lnTo>
                  <a:pt x="392" y="137"/>
                </a:lnTo>
                <a:lnTo>
                  <a:pt x="392" y="136"/>
                </a:lnTo>
                <a:lnTo>
                  <a:pt x="392" y="137"/>
                </a:lnTo>
                <a:lnTo>
                  <a:pt x="393" y="137"/>
                </a:lnTo>
                <a:lnTo>
                  <a:pt x="392" y="137"/>
                </a:lnTo>
                <a:lnTo>
                  <a:pt x="392" y="138"/>
                </a:lnTo>
                <a:lnTo>
                  <a:pt x="392" y="139"/>
                </a:lnTo>
                <a:lnTo>
                  <a:pt x="393" y="139"/>
                </a:lnTo>
                <a:lnTo>
                  <a:pt x="394" y="139"/>
                </a:lnTo>
                <a:lnTo>
                  <a:pt x="394" y="138"/>
                </a:lnTo>
                <a:lnTo>
                  <a:pt x="395" y="138"/>
                </a:lnTo>
                <a:lnTo>
                  <a:pt x="396" y="137"/>
                </a:lnTo>
                <a:lnTo>
                  <a:pt x="396" y="138"/>
                </a:lnTo>
                <a:lnTo>
                  <a:pt x="397" y="138"/>
                </a:lnTo>
                <a:lnTo>
                  <a:pt x="396" y="139"/>
                </a:lnTo>
                <a:lnTo>
                  <a:pt x="396" y="140"/>
                </a:lnTo>
                <a:lnTo>
                  <a:pt x="397" y="140"/>
                </a:lnTo>
                <a:lnTo>
                  <a:pt x="397" y="141"/>
                </a:lnTo>
                <a:lnTo>
                  <a:pt x="396" y="142"/>
                </a:lnTo>
                <a:lnTo>
                  <a:pt x="396" y="143"/>
                </a:lnTo>
                <a:lnTo>
                  <a:pt x="395" y="143"/>
                </a:lnTo>
                <a:lnTo>
                  <a:pt x="395" y="142"/>
                </a:lnTo>
                <a:lnTo>
                  <a:pt x="394" y="143"/>
                </a:lnTo>
                <a:lnTo>
                  <a:pt x="394" y="142"/>
                </a:lnTo>
                <a:lnTo>
                  <a:pt x="393" y="142"/>
                </a:lnTo>
                <a:lnTo>
                  <a:pt x="392" y="143"/>
                </a:lnTo>
                <a:lnTo>
                  <a:pt x="392" y="142"/>
                </a:lnTo>
                <a:lnTo>
                  <a:pt x="391" y="142"/>
                </a:lnTo>
                <a:lnTo>
                  <a:pt x="390" y="142"/>
                </a:lnTo>
                <a:lnTo>
                  <a:pt x="390" y="141"/>
                </a:lnTo>
                <a:lnTo>
                  <a:pt x="389" y="142"/>
                </a:lnTo>
                <a:lnTo>
                  <a:pt x="388" y="142"/>
                </a:lnTo>
                <a:lnTo>
                  <a:pt x="387" y="142"/>
                </a:lnTo>
                <a:lnTo>
                  <a:pt x="387" y="143"/>
                </a:lnTo>
                <a:lnTo>
                  <a:pt x="386" y="143"/>
                </a:lnTo>
                <a:lnTo>
                  <a:pt x="387" y="143"/>
                </a:lnTo>
                <a:lnTo>
                  <a:pt x="387" y="142"/>
                </a:lnTo>
                <a:lnTo>
                  <a:pt x="386" y="142"/>
                </a:lnTo>
                <a:lnTo>
                  <a:pt x="386" y="141"/>
                </a:lnTo>
                <a:lnTo>
                  <a:pt x="385" y="142"/>
                </a:lnTo>
                <a:lnTo>
                  <a:pt x="385" y="143"/>
                </a:lnTo>
                <a:lnTo>
                  <a:pt x="385" y="144"/>
                </a:lnTo>
                <a:lnTo>
                  <a:pt x="385" y="145"/>
                </a:lnTo>
                <a:lnTo>
                  <a:pt x="386" y="145"/>
                </a:lnTo>
                <a:lnTo>
                  <a:pt x="385" y="145"/>
                </a:lnTo>
                <a:lnTo>
                  <a:pt x="384" y="147"/>
                </a:lnTo>
                <a:lnTo>
                  <a:pt x="383" y="147"/>
                </a:lnTo>
                <a:lnTo>
                  <a:pt x="383" y="146"/>
                </a:lnTo>
                <a:lnTo>
                  <a:pt x="383" y="147"/>
                </a:lnTo>
                <a:lnTo>
                  <a:pt x="382" y="147"/>
                </a:lnTo>
                <a:lnTo>
                  <a:pt x="382" y="146"/>
                </a:lnTo>
                <a:lnTo>
                  <a:pt x="382" y="145"/>
                </a:lnTo>
                <a:lnTo>
                  <a:pt x="381" y="145"/>
                </a:lnTo>
                <a:lnTo>
                  <a:pt x="380" y="145"/>
                </a:lnTo>
                <a:lnTo>
                  <a:pt x="379" y="146"/>
                </a:lnTo>
                <a:lnTo>
                  <a:pt x="380" y="146"/>
                </a:lnTo>
                <a:lnTo>
                  <a:pt x="381" y="146"/>
                </a:lnTo>
                <a:lnTo>
                  <a:pt x="381" y="147"/>
                </a:lnTo>
                <a:lnTo>
                  <a:pt x="381" y="148"/>
                </a:lnTo>
                <a:lnTo>
                  <a:pt x="381" y="152"/>
                </a:lnTo>
                <a:lnTo>
                  <a:pt x="381" y="153"/>
                </a:lnTo>
                <a:lnTo>
                  <a:pt x="382" y="153"/>
                </a:lnTo>
                <a:lnTo>
                  <a:pt x="383" y="153"/>
                </a:lnTo>
                <a:lnTo>
                  <a:pt x="383" y="154"/>
                </a:lnTo>
                <a:lnTo>
                  <a:pt x="383" y="155"/>
                </a:lnTo>
                <a:lnTo>
                  <a:pt x="384" y="155"/>
                </a:lnTo>
                <a:lnTo>
                  <a:pt x="384" y="156"/>
                </a:lnTo>
                <a:lnTo>
                  <a:pt x="384" y="155"/>
                </a:lnTo>
                <a:lnTo>
                  <a:pt x="385" y="155"/>
                </a:lnTo>
                <a:lnTo>
                  <a:pt x="386" y="155"/>
                </a:lnTo>
                <a:lnTo>
                  <a:pt x="385" y="155"/>
                </a:lnTo>
                <a:lnTo>
                  <a:pt x="385" y="156"/>
                </a:lnTo>
                <a:lnTo>
                  <a:pt x="386" y="156"/>
                </a:lnTo>
                <a:lnTo>
                  <a:pt x="386" y="155"/>
                </a:lnTo>
                <a:lnTo>
                  <a:pt x="387" y="155"/>
                </a:lnTo>
                <a:lnTo>
                  <a:pt x="387" y="156"/>
                </a:lnTo>
                <a:lnTo>
                  <a:pt x="386" y="156"/>
                </a:lnTo>
                <a:lnTo>
                  <a:pt x="385" y="156"/>
                </a:lnTo>
                <a:lnTo>
                  <a:pt x="385" y="157"/>
                </a:lnTo>
                <a:lnTo>
                  <a:pt x="385" y="158"/>
                </a:lnTo>
                <a:lnTo>
                  <a:pt x="384" y="158"/>
                </a:lnTo>
                <a:lnTo>
                  <a:pt x="384" y="159"/>
                </a:lnTo>
                <a:lnTo>
                  <a:pt x="384" y="160"/>
                </a:lnTo>
                <a:lnTo>
                  <a:pt x="384" y="161"/>
                </a:lnTo>
                <a:lnTo>
                  <a:pt x="385" y="161"/>
                </a:lnTo>
                <a:lnTo>
                  <a:pt x="385" y="163"/>
                </a:lnTo>
                <a:lnTo>
                  <a:pt x="386" y="161"/>
                </a:lnTo>
                <a:lnTo>
                  <a:pt x="387" y="161"/>
                </a:lnTo>
                <a:lnTo>
                  <a:pt x="388" y="161"/>
                </a:lnTo>
                <a:lnTo>
                  <a:pt x="387" y="161"/>
                </a:lnTo>
                <a:lnTo>
                  <a:pt x="387" y="163"/>
                </a:lnTo>
                <a:lnTo>
                  <a:pt x="388" y="163"/>
                </a:lnTo>
                <a:lnTo>
                  <a:pt x="389" y="163"/>
                </a:lnTo>
                <a:lnTo>
                  <a:pt x="389" y="164"/>
                </a:lnTo>
                <a:lnTo>
                  <a:pt x="388" y="164"/>
                </a:lnTo>
                <a:lnTo>
                  <a:pt x="388" y="165"/>
                </a:lnTo>
                <a:lnTo>
                  <a:pt x="387" y="165"/>
                </a:lnTo>
                <a:lnTo>
                  <a:pt x="386" y="165"/>
                </a:lnTo>
                <a:lnTo>
                  <a:pt x="385" y="165"/>
                </a:lnTo>
                <a:lnTo>
                  <a:pt x="384" y="166"/>
                </a:lnTo>
                <a:lnTo>
                  <a:pt x="384" y="167"/>
                </a:lnTo>
                <a:lnTo>
                  <a:pt x="385" y="167"/>
                </a:lnTo>
                <a:lnTo>
                  <a:pt x="385" y="168"/>
                </a:lnTo>
                <a:lnTo>
                  <a:pt x="384" y="168"/>
                </a:lnTo>
                <a:lnTo>
                  <a:pt x="384" y="169"/>
                </a:lnTo>
                <a:lnTo>
                  <a:pt x="385" y="169"/>
                </a:lnTo>
                <a:lnTo>
                  <a:pt x="385" y="170"/>
                </a:lnTo>
                <a:lnTo>
                  <a:pt x="385" y="171"/>
                </a:lnTo>
                <a:lnTo>
                  <a:pt x="384" y="171"/>
                </a:lnTo>
                <a:lnTo>
                  <a:pt x="384" y="172"/>
                </a:lnTo>
                <a:lnTo>
                  <a:pt x="385" y="172"/>
                </a:lnTo>
                <a:lnTo>
                  <a:pt x="386" y="172"/>
                </a:lnTo>
                <a:lnTo>
                  <a:pt x="386" y="171"/>
                </a:lnTo>
                <a:lnTo>
                  <a:pt x="387" y="171"/>
                </a:lnTo>
                <a:lnTo>
                  <a:pt x="387" y="172"/>
                </a:lnTo>
                <a:lnTo>
                  <a:pt x="386" y="172"/>
                </a:lnTo>
                <a:lnTo>
                  <a:pt x="386" y="173"/>
                </a:lnTo>
                <a:lnTo>
                  <a:pt x="385" y="173"/>
                </a:lnTo>
                <a:lnTo>
                  <a:pt x="384" y="174"/>
                </a:lnTo>
                <a:lnTo>
                  <a:pt x="383" y="174"/>
                </a:lnTo>
                <a:lnTo>
                  <a:pt x="382" y="174"/>
                </a:lnTo>
                <a:lnTo>
                  <a:pt x="382" y="173"/>
                </a:lnTo>
                <a:lnTo>
                  <a:pt x="383" y="173"/>
                </a:lnTo>
                <a:lnTo>
                  <a:pt x="383" y="172"/>
                </a:lnTo>
                <a:lnTo>
                  <a:pt x="383" y="171"/>
                </a:lnTo>
                <a:lnTo>
                  <a:pt x="382" y="171"/>
                </a:lnTo>
                <a:lnTo>
                  <a:pt x="381" y="172"/>
                </a:lnTo>
                <a:lnTo>
                  <a:pt x="381" y="173"/>
                </a:lnTo>
                <a:lnTo>
                  <a:pt x="380" y="173"/>
                </a:lnTo>
                <a:lnTo>
                  <a:pt x="379" y="174"/>
                </a:lnTo>
                <a:lnTo>
                  <a:pt x="378" y="174"/>
                </a:lnTo>
                <a:lnTo>
                  <a:pt x="377" y="175"/>
                </a:lnTo>
                <a:lnTo>
                  <a:pt x="376" y="175"/>
                </a:lnTo>
                <a:lnTo>
                  <a:pt x="376" y="176"/>
                </a:lnTo>
                <a:lnTo>
                  <a:pt x="375" y="176"/>
                </a:lnTo>
                <a:lnTo>
                  <a:pt x="374" y="176"/>
                </a:lnTo>
                <a:lnTo>
                  <a:pt x="373" y="176"/>
                </a:lnTo>
                <a:lnTo>
                  <a:pt x="373" y="175"/>
                </a:lnTo>
                <a:lnTo>
                  <a:pt x="372" y="175"/>
                </a:lnTo>
                <a:lnTo>
                  <a:pt x="371" y="175"/>
                </a:lnTo>
                <a:lnTo>
                  <a:pt x="371" y="176"/>
                </a:lnTo>
                <a:lnTo>
                  <a:pt x="370" y="176"/>
                </a:lnTo>
                <a:lnTo>
                  <a:pt x="370" y="177"/>
                </a:lnTo>
                <a:lnTo>
                  <a:pt x="369" y="178"/>
                </a:lnTo>
                <a:lnTo>
                  <a:pt x="369" y="179"/>
                </a:lnTo>
                <a:lnTo>
                  <a:pt x="370" y="179"/>
                </a:lnTo>
                <a:lnTo>
                  <a:pt x="370" y="180"/>
                </a:lnTo>
                <a:lnTo>
                  <a:pt x="369" y="180"/>
                </a:lnTo>
                <a:lnTo>
                  <a:pt x="369" y="181"/>
                </a:lnTo>
                <a:lnTo>
                  <a:pt x="368" y="181"/>
                </a:lnTo>
                <a:lnTo>
                  <a:pt x="367" y="182"/>
                </a:lnTo>
                <a:lnTo>
                  <a:pt x="366" y="182"/>
                </a:lnTo>
                <a:lnTo>
                  <a:pt x="366" y="183"/>
                </a:lnTo>
                <a:lnTo>
                  <a:pt x="365" y="184"/>
                </a:lnTo>
                <a:lnTo>
                  <a:pt x="365" y="185"/>
                </a:lnTo>
                <a:lnTo>
                  <a:pt x="364" y="185"/>
                </a:lnTo>
                <a:lnTo>
                  <a:pt x="364" y="184"/>
                </a:lnTo>
                <a:lnTo>
                  <a:pt x="363" y="185"/>
                </a:lnTo>
                <a:lnTo>
                  <a:pt x="363" y="184"/>
                </a:lnTo>
                <a:lnTo>
                  <a:pt x="362" y="184"/>
                </a:lnTo>
                <a:lnTo>
                  <a:pt x="361" y="184"/>
                </a:lnTo>
                <a:lnTo>
                  <a:pt x="360" y="184"/>
                </a:lnTo>
                <a:lnTo>
                  <a:pt x="361" y="184"/>
                </a:lnTo>
                <a:lnTo>
                  <a:pt x="361" y="183"/>
                </a:lnTo>
                <a:lnTo>
                  <a:pt x="360" y="183"/>
                </a:lnTo>
                <a:lnTo>
                  <a:pt x="360" y="182"/>
                </a:lnTo>
                <a:lnTo>
                  <a:pt x="361" y="182"/>
                </a:lnTo>
                <a:lnTo>
                  <a:pt x="360" y="182"/>
                </a:lnTo>
                <a:lnTo>
                  <a:pt x="360" y="181"/>
                </a:lnTo>
                <a:lnTo>
                  <a:pt x="361" y="181"/>
                </a:lnTo>
                <a:lnTo>
                  <a:pt x="361" y="180"/>
                </a:lnTo>
                <a:lnTo>
                  <a:pt x="360" y="180"/>
                </a:lnTo>
                <a:lnTo>
                  <a:pt x="361" y="180"/>
                </a:lnTo>
                <a:lnTo>
                  <a:pt x="361" y="179"/>
                </a:lnTo>
                <a:lnTo>
                  <a:pt x="361" y="180"/>
                </a:lnTo>
                <a:lnTo>
                  <a:pt x="362" y="179"/>
                </a:lnTo>
                <a:lnTo>
                  <a:pt x="361" y="179"/>
                </a:lnTo>
                <a:lnTo>
                  <a:pt x="361" y="178"/>
                </a:lnTo>
                <a:lnTo>
                  <a:pt x="362" y="178"/>
                </a:lnTo>
                <a:lnTo>
                  <a:pt x="361" y="178"/>
                </a:lnTo>
                <a:lnTo>
                  <a:pt x="361" y="177"/>
                </a:lnTo>
                <a:lnTo>
                  <a:pt x="362" y="176"/>
                </a:lnTo>
                <a:lnTo>
                  <a:pt x="363" y="176"/>
                </a:lnTo>
                <a:lnTo>
                  <a:pt x="364" y="176"/>
                </a:lnTo>
                <a:lnTo>
                  <a:pt x="364" y="175"/>
                </a:lnTo>
                <a:lnTo>
                  <a:pt x="366" y="174"/>
                </a:lnTo>
                <a:lnTo>
                  <a:pt x="367" y="174"/>
                </a:lnTo>
                <a:lnTo>
                  <a:pt x="368" y="174"/>
                </a:lnTo>
                <a:lnTo>
                  <a:pt x="369" y="174"/>
                </a:lnTo>
                <a:lnTo>
                  <a:pt x="369" y="175"/>
                </a:lnTo>
                <a:lnTo>
                  <a:pt x="369" y="174"/>
                </a:lnTo>
                <a:lnTo>
                  <a:pt x="370" y="174"/>
                </a:lnTo>
                <a:lnTo>
                  <a:pt x="370" y="175"/>
                </a:lnTo>
                <a:lnTo>
                  <a:pt x="369" y="175"/>
                </a:lnTo>
                <a:lnTo>
                  <a:pt x="370" y="175"/>
                </a:lnTo>
                <a:lnTo>
                  <a:pt x="371" y="175"/>
                </a:lnTo>
                <a:lnTo>
                  <a:pt x="371" y="174"/>
                </a:lnTo>
                <a:lnTo>
                  <a:pt x="370" y="174"/>
                </a:lnTo>
                <a:lnTo>
                  <a:pt x="370" y="173"/>
                </a:lnTo>
                <a:lnTo>
                  <a:pt x="371" y="173"/>
                </a:lnTo>
                <a:lnTo>
                  <a:pt x="372" y="172"/>
                </a:lnTo>
                <a:lnTo>
                  <a:pt x="372" y="171"/>
                </a:lnTo>
                <a:lnTo>
                  <a:pt x="371" y="171"/>
                </a:lnTo>
                <a:lnTo>
                  <a:pt x="372" y="171"/>
                </a:lnTo>
                <a:lnTo>
                  <a:pt x="373" y="170"/>
                </a:lnTo>
                <a:lnTo>
                  <a:pt x="373" y="169"/>
                </a:lnTo>
                <a:lnTo>
                  <a:pt x="374" y="169"/>
                </a:lnTo>
                <a:lnTo>
                  <a:pt x="374" y="168"/>
                </a:lnTo>
                <a:lnTo>
                  <a:pt x="375" y="168"/>
                </a:lnTo>
                <a:lnTo>
                  <a:pt x="374" y="168"/>
                </a:lnTo>
                <a:lnTo>
                  <a:pt x="373" y="167"/>
                </a:lnTo>
                <a:lnTo>
                  <a:pt x="372" y="167"/>
                </a:lnTo>
                <a:lnTo>
                  <a:pt x="373" y="166"/>
                </a:lnTo>
                <a:lnTo>
                  <a:pt x="374" y="166"/>
                </a:lnTo>
                <a:lnTo>
                  <a:pt x="375" y="165"/>
                </a:lnTo>
                <a:lnTo>
                  <a:pt x="376" y="165"/>
                </a:lnTo>
                <a:lnTo>
                  <a:pt x="375" y="165"/>
                </a:lnTo>
                <a:lnTo>
                  <a:pt x="375" y="164"/>
                </a:lnTo>
                <a:lnTo>
                  <a:pt x="374" y="164"/>
                </a:lnTo>
                <a:lnTo>
                  <a:pt x="375" y="164"/>
                </a:lnTo>
                <a:lnTo>
                  <a:pt x="376" y="164"/>
                </a:lnTo>
                <a:lnTo>
                  <a:pt x="377" y="164"/>
                </a:lnTo>
                <a:lnTo>
                  <a:pt x="377" y="163"/>
                </a:lnTo>
                <a:lnTo>
                  <a:pt x="377" y="161"/>
                </a:lnTo>
                <a:lnTo>
                  <a:pt x="378" y="161"/>
                </a:lnTo>
                <a:lnTo>
                  <a:pt x="379" y="161"/>
                </a:lnTo>
                <a:lnTo>
                  <a:pt x="380" y="160"/>
                </a:lnTo>
                <a:lnTo>
                  <a:pt x="379" y="159"/>
                </a:lnTo>
                <a:lnTo>
                  <a:pt x="380" y="159"/>
                </a:lnTo>
                <a:lnTo>
                  <a:pt x="380" y="158"/>
                </a:lnTo>
                <a:lnTo>
                  <a:pt x="381" y="158"/>
                </a:lnTo>
                <a:lnTo>
                  <a:pt x="382" y="157"/>
                </a:lnTo>
                <a:lnTo>
                  <a:pt x="382" y="156"/>
                </a:lnTo>
                <a:lnTo>
                  <a:pt x="382" y="155"/>
                </a:lnTo>
                <a:lnTo>
                  <a:pt x="381" y="155"/>
                </a:lnTo>
                <a:lnTo>
                  <a:pt x="380" y="155"/>
                </a:lnTo>
                <a:lnTo>
                  <a:pt x="379" y="156"/>
                </a:lnTo>
                <a:lnTo>
                  <a:pt x="378" y="156"/>
                </a:lnTo>
                <a:lnTo>
                  <a:pt x="377" y="156"/>
                </a:lnTo>
                <a:lnTo>
                  <a:pt x="376" y="156"/>
                </a:lnTo>
                <a:lnTo>
                  <a:pt x="375" y="156"/>
                </a:lnTo>
                <a:lnTo>
                  <a:pt x="374" y="156"/>
                </a:lnTo>
                <a:lnTo>
                  <a:pt x="373" y="157"/>
                </a:lnTo>
                <a:lnTo>
                  <a:pt x="372" y="157"/>
                </a:lnTo>
                <a:lnTo>
                  <a:pt x="372" y="156"/>
                </a:lnTo>
                <a:lnTo>
                  <a:pt x="373" y="156"/>
                </a:lnTo>
                <a:lnTo>
                  <a:pt x="373" y="155"/>
                </a:lnTo>
                <a:lnTo>
                  <a:pt x="372" y="155"/>
                </a:lnTo>
                <a:lnTo>
                  <a:pt x="371" y="155"/>
                </a:lnTo>
                <a:lnTo>
                  <a:pt x="371" y="156"/>
                </a:lnTo>
                <a:lnTo>
                  <a:pt x="370" y="156"/>
                </a:lnTo>
                <a:lnTo>
                  <a:pt x="370" y="155"/>
                </a:lnTo>
                <a:lnTo>
                  <a:pt x="369" y="156"/>
                </a:lnTo>
                <a:lnTo>
                  <a:pt x="368" y="157"/>
                </a:lnTo>
                <a:lnTo>
                  <a:pt x="368" y="158"/>
                </a:lnTo>
                <a:lnTo>
                  <a:pt x="368" y="159"/>
                </a:lnTo>
                <a:lnTo>
                  <a:pt x="369" y="159"/>
                </a:lnTo>
                <a:lnTo>
                  <a:pt x="369" y="160"/>
                </a:lnTo>
                <a:lnTo>
                  <a:pt x="369" y="161"/>
                </a:lnTo>
                <a:lnTo>
                  <a:pt x="369" y="163"/>
                </a:lnTo>
                <a:lnTo>
                  <a:pt x="368" y="163"/>
                </a:lnTo>
                <a:lnTo>
                  <a:pt x="367" y="164"/>
                </a:lnTo>
                <a:lnTo>
                  <a:pt x="366" y="164"/>
                </a:lnTo>
                <a:lnTo>
                  <a:pt x="366" y="165"/>
                </a:lnTo>
                <a:lnTo>
                  <a:pt x="366" y="166"/>
                </a:lnTo>
                <a:lnTo>
                  <a:pt x="365" y="167"/>
                </a:lnTo>
                <a:lnTo>
                  <a:pt x="366" y="167"/>
                </a:lnTo>
                <a:lnTo>
                  <a:pt x="366" y="168"/>
                </a:lnTo>
                <a:lnTo>
                  <a:pt x="365" y="168"/>
                </a:lnTo>
                <a:lnTo>
                  <a:pt x="365" y="169"/>
                </a:lnTo>
                <a:lnTo>
                  <a:pt x="366" y="169"/>
                </a:lnTo>
                <a:lnTo>
                  <a:pt x="366" y="170"/>
                </a:lnTo>
                <a:lnTo>
                  <a:pt x="365" y="170"/>
                </a:lnTo>
                <a:lnTo>
                  <a:pt x="365" y="171"/>
                </a:lnTo>
                <a:lnTo>
                  <a:pt x="364" y="171"/>
                </a:lnTo>
                <a:lnTo>
                  <a:pt x="363" y="171"/>
                </a:lnTo>
                <a:lnTo>
                  <a:pt x="363" y="170"/>
                </a:lnTo>
                <a:lnTo>
                  <a:pt x="363" y="169"/>
                </a:lnTo>
                <a:lnTo>
                  <a:pt x="364" y="169"/>
                </a:lnTo>
                <a:lnTo>
                  <a:pt x="363" y="168"/>
                </a:lnTo>
                <a:lnTo>
                  <a:pt x="362" y="167"/>
                </a:lnTo>
                <a:lnTo>
                  <a:pt x="361" y="167"/>
                </a:lnTo>
                <a:lnTo>
                  <a:pt x="361" y="166"/>
                </a:lnTo>
                <a:lnTo>
                  <a:pt x="361" y="165"/>
                </a:lnTo>
                <a:lnTo>
                  <a:pt x="360" y="165"/>
                </a:lnTo>
                <a:lnTo>
                  <a:pt x="359" y="165"/>
                </a:lnTo>
                <a:lnTo>
                  <a:pt x="359" y="166"/>
                </a:lnTo>
                <a:lnTo>
                  <a:pt x="358" y="166"/>
                </a:lnTo>
                <a:lnTo>
                  <a:pt x="357" y="167"/>
                </a:lnTo>
                <a:lnTo>
                  <a:pt x="356" y="166"/>
                </a:lnTo>
                <a:lnTo>
                  <a:pt x="356" y="165"/>
                </a:lnTo>
                <a:lnTo>
                  <a:pt x="357" y="164"/>
                </a:lnTo>
                <a:lnTo>
                  <a:pt x="358" y="164"/>
                </a:lnTo>
                <a:lnTo>
                  <a:pt x="358" y="163"/>
                </a:lnTo>
                <a:lnTo>
                  <a:pt x="357" y="163"/>
                </a:lnTo>
                <a:lnTo>
                  <a:pt x="357" y="161"/>
                </a:lnTo>
                <a:lnTo>
                  <a:pt x="357" y="160"/>
                </a:lnTo>
                <a:lnTo>
                  <a:pt x="356" y="160"/>
                </a:lnTo>
                <a:lnTo>
                  <a:pt x="357" y="159"/>
                </a:lnTo>
                <a:lnTo>
                  <a:pt x="358" y="159"/>
                </a:lnTo>
                <a:lnTo>
                  <a:pt x="357" y="158"/>
                </a:lnTo>
                <a:lnTo>
                  <a:pt x="358" y="157"/>
                </a:lnTo>
                <a:lnTo>
                  <a:pt x="359" y="156"/>
                </a:lnTo>
                <a:lnTo>
                  <a:pt x="360" y="157"/>
                </a:lnTo>
                <a:lnTo>
                  <a:pt x="361" y="157"/>
                </a:lnTo>
                <a:lnTo>
                  <a:pt x="362" y="157"/>
                </a:lnTo>
                <a:lnTo>
                  <a:pt x="362" y="156"/>
                </a:lnTo>
                <a:lnTo>
                  <a:pt x="361" y="155"/>
                </a:lnTo>
                <a:lnTo>
                  <a:pt x="362" y="155"/>
                </a:lnTo>
                <a:lnTo>
                  <a:pt x="362" y="154"/>
                </a:lnTo>
                <a:lnTo>
                  <a:pt x="361" y="153"/>
                </a:lnTo>
                <a:lnTo>
                  <a:pt x="361" y="154"/>
                </a:lnTo>
                <a:lnTo>
                  <a:pt x="360" y="155"/>
                </a:lnTo>
                <a:lnTo>
                  <a:pt x="359" y="155"/>
                </a:lnTo>
                <a:lnTo>
                  <a:pt x="358" y="155"/>
                </a:lnTo>
                <a:lnTo>
                  <a:pt x="357" y="155"/>
                </a:lnTo>
                <a:lnTo>
                  <a:pt x="356" y="156"/>
                </a:lnTo>
                <a:lnTo>
                  <a:pt x="356" y="155"/>
                </a:lnTo>
                <a:lnTo>
                  <a:pt x="355" y="155"/>
                </a:lnTo>
                <a:lnTo>
                  <a:pt x="356" y="154"/>
                </a:lnTo>
                <a:lnTo>
                  <a:pt x="356" y="153"/>
                </a:lnTo>
                <a:lnTo>
                  <a:pt x="357" y="152"/>
                </a:lnTo>
                <a:lnTo>
                  <a:pt x="359" y="152"/>
                </a:lnTo>
                <a:lnTo>
                  <a:pt x="361" y="151"/>
                </a:lnTo>
                <a:lnTo>
                  <a:pt x="361" y="150"/>
                </a:lnTo>
                <a:lnTo>
                  <a:pt x="362" y="150"/>
                </a:lnTo>
                <a:lnTo>
                  <a:pt x="362" y="149"/>
                </a:lnTo>
                <a:lnTo>
                  <a:pt x="361" y="149"/>
                </a:lnTo>
                <a:lnTo>
                  <a:pt x="361" y="150"/>
                </a:lnTo>
                <a:lnTo>
                  <a:pt x="360" y="150"/>
                </a:lnTo>
                <a:lnTo>
                  <a:pt x="359" y="151"/>
                </a:lnTo>
                <a:lnTo>
                  <a:pt x="358" y="151"/>
                </a:lnTo>
                <a:lnTo>
                  <a:pt x="357" y="151"/>
                </a:lnTo>
                <a:lnTo>
                  <a:pt x="357" y="150"/>
                </a:lnTo>
                <a:lnTo>
                  <a:pt x="357" y="149"/>
                </a:lnTo>
                <a:lnTo>
                  <a:pt x="358" y="149"/>
                </a:lnTo>
                <a:lnTo>
                  <a:pt x="357" y="149"/>
                </a:lnTo>
                <a:lnTo>
                  <a:pt x="357" y="150"/>
                </a:lnTo>
                <a:lnTo>
                  <a:pt x="357" y="151"/>
                </a:lnTo>
                <a:lnTo>
                  <a:pt x="356" y="151"/>
                </a:lnTo>
                <a:lnTo>
                  <a:pt x="356" y="152"/>
                </a:lnTo>
                <a:lnTo>
                  <a:pt x="355" y="152"/>
                </a:lnTo>
                <a:lnTo>
                  <a:pt x="355" y="153"/>
                </a:lnTo>
                <a:lnTo>
                  <a:pt x="354" y="154"/>
                </a:lnTo>
                <a:lnTo>
                  <a:pt x="353" y="154"/>
                </a:lnTo>
                <a:lnTo>
                  <a:pt x="353" y="156"/>
                </a:lnTo>
                <a:lnTo>
                  <a:pt x="354" y="157"/>
                </a:lnTo>
                <a:lnTo>
                  <a:pt x="355" y="157"/>
                </a:lnTo>
                <a:lnTo>
                  <a:pt x="355" y="158"/>
                </a:lnTo>
                <a:lnTo>
                  <a:pt x="354" y="158"/>
                </a:lnTo>
                <a:lnTo>
                  <a:pt x="354" y="159"/>
                </a:lnTo>
                <a:lnTo>
                  <a:pt x="354" y="160"/>
                </a:lnTo>
                <a:lnTo>
                  <a:pt x="353" y="161"/>
                </a:lnTo>
                <a:lnTo>
                  <a:pt x="352" y="161"/>
                </a:lnTo>
                <a:lnTo>
                  <a:pt x="351" y="161"/>
                </a:lnTo>
                <a:lnTo>
                  <a:pt x="351" y="160"/>
                </a:lnTo>
                <a:lnTo>
                  <a:pt x="351" y="159"/>
                </a:lnTo>
                <a:lnTo>
                  <a:pt x="350" y="158"/>
                </a:lnTo>
                <a:lnTo>
                  <a:pt x="350" y="156"/>
                </a:lnTo>
                <a:lnTo>
                  <a:pt x="349" y="155"/>
                </a:lnTo>
                <a:lnTo>
                  <a:pt x="349" y="154"/>
                </a:lnTo>
                <a:lnTo>
                  <a:pt x="348" y="154"/>
                </a:lnTo>
                <a:lnTo>
                  <a:pt x="348" y="153"/>
                </a:lnTo>
                <a:lnTo>
                  <a:pt x="347" y="152"/>
                </a:lnTo>
                <a:lnTo>
                  <a:pt x="347" y="153"/>
                </a:lnTo>
                <a:lnTo>
                  <a:pt x="347" y="154"/>
                </a:lnTo>
                <a:lnTo>
                  <a:pt x="347" y="155"/>
                </a:lnTo>
                <a:lnTo>
                  <a:pt x="347" y="156"/>
                </a:lnTo>
                <a:lnTo>
                  <a:pt x="347" y="157"/>
                </a:lnTo>
                <a:lnTo>
                  <a:pt x="346" y="157"/>
                </a:lnTo>
                <a:lnTo>
                  <a:pt x="347" y="157"/>
                </a:lnTo>
                <a:lnTo>
                  <a:pt x="346" y="157"/>
                </a:lnTo>
                <a:lnTo>
                  <a:pt x="346" y="158"/>
                </a:lnTo>
                <a:lnTo>
                  <a:pt x="347" y="158"/>
                </a:lnTo>
                <a:lnTo>
                  <a:pt x="346" y="158"/>
                </a:lnTo>
                <a:lnTo>
                  <a:pt x="347" y="158"/>
                </a:lnTo>
                <a:lnTo>
                  <a:pt x="347" y="159"/>
                </a:lnTo>
                <a:lnTo>
                  <a:pt x="346" y="159"/>
                </a:lnTo>
                <a:lnTo>
                  <a:pt x="347" y="159"/>
                </a:lnTo>
                <a:lnTo>
                  <a:pt x="347" y="160"/>
                </a:lnTo>
                <a:lnTo>
                  <a:pt x="348" y="160"/>
                </a:lnTo>
                <a:lnTo>
                  <a:pt x="348" y="161"/>
                </a:lnTo>
                <a:lnTo>
                  <a:pt x="348" y="160"/>
                </a:lnTo>
                <a:lnTo>
                  <a:pt x="349" y="160"/>
                </a:lnTo>
                <a:lnTo>
                  <a:pt x="349" y="161"/>
                </a:lnTo>
                <a:lnTo>
                  <a:pt x="350" y="161"/>
                </a:lnTo>
                <a:lnTo>
                  <a:pt x="351" y="163"/>
                </a:lnTo>
                <a:lnTo>
                  <a:pt x="351" y="164"/>
                </a:lnTo>
                <a:lnTo>
                  <a:pt x="351" y="165"/>
                </a:lnTo>
                <a:lnTo>
                  <a:pt x="351" y="166"/>
                </a:lnTo>
                <a:lnTo>
                  <a:pt x="350" y="166"/>
                </a:lnTo>
                <a:lnTo>
                  <a:pt x="350" y="165"/>
                </a:lnTo>
                <a:lnTo>
                  <a:pt x="349" y="165"/>
                </a:lnTo>
                <a:lnTo>
                  <a:pt x="348" y="165"/>
                </a:lnTo>
                <a:lnTo>
                  <a:pt x="347" y="164"/>
                </a:lnTo>
                <a:lnTo>
                  <a:pt x="346" y="164"/>
                </a:lnTo>
                <a:lnTo>
                  <a:pt x="346" y="163"/>
                </a:lnTo>
                <a:lnTo>
                  <a:pt x="345" y="163"/>
                </a:lnTo>
                <a:lnTo>
                  <a:pt x="345" y="161"/>
                </a:lnTo>
                <a:lnTo>
                  <a:pt x="345" y="160"/>
                </a:lnTo>
                <a:lnTo>
                  <a:pt x="344" y="160"/>
                </a:lnTo>
                <a:lnTo>
                  <a:pt x="344" y="159"/>
                </a:lnTo>
                <a:lnTo>
                  <a:pt x="343" y="159"/>
                </a:lnTo>
                <a:lnTo>
                  <a:pt x="341" y="159"/>
                </a:lnTo>
                <a:lnTo>
                  <a:pt x="340" y="159"/>
                </a:lnTo>
                <a:lnTo>
                  <a:pt x="341" y="158"/>
                </a:lnTo>
                <a:lnTo>
                  <a:pt x="341" y="157"/>
                </a:lnTo>
                <a:lnTo>
                  <a:pt x="341" y="155"/>
                </a:lnTo>
                <a:lnTo>
                  <a:pt x="340" y="155"/>
                </a:lnTo>
                <a:lnTo>
                  <a:pt x="339" y="156"/>
                </a:lnTo>
                <a:lnTo>
                  <a:pt x="338" y="156"/>
                </a:lnTo>
                <a:lnTo>
                  <a:pt x="337" y="156"/>
                </a:lnTo>
                <a:lnTo>
                  <a:pt x="337" y="155"/>
                </a:lnTo>
                <a:lnTo>
                  <a:pt x="336" y="155"/>
                </a:lnTo>
                <a:lnTo>
                  <a:pt x="337" y="156"/>
                </a:lnTo>
                <a:lnTo>
                  <a:pt x="337" y="157"/>
                </a:lnTo>
                <a:lnTo>
                  <a:pt x="336" y="159"/>
                </a:lnTo>
                <a:lnTo>
                  <a:pt x="335" y="159"/>
                </a:lnTo>
                <a:lnTo>
                  <a:pt x="335" y="158"/>
                </a:lnTo>
                <a:lnTo>
                  <a:pt x="335" y="159"/>
                </a:lnTo>
                <a:lnTo>
                  <a:pt x="335" y="160"/>
                </a:lnTo>
                <a:lnTo>
                  <a:pt x="336" y="160"/>
                </a:lnTo>
                <a:lnTo>
                  <a:pt x="335" y="161"/>
                </a:lnTo>
                <a:lnTo>
                  <a:pt x="336" y="161"/>
                </a:lnTo>
                <a:lnTo>
                  <a:pt x="337" y="161"/>
                </a:lnTo>
                <a:lnTo>
                  <a:pt x="338" y="160"/>
                </a:lnTo>
                <a:lnTo>
                  <a:pt x="339" y="160"/>
                </a:lnTo>
                <a:lnTo>
                  <a:pt x="340" y="160"/>
                </a:lnTo>
                <a:lnTo>
                  <a:pt x="341" y="160"/>
                </a:lnTo>
                <a:lnTo>
                  <a:pt x="342" y="160"/>
                </a:lnTo>
                <a:lnTo>
                  <a:pt x="342" y="161"/>
                </a:lnTo>
                <a:lnTo>
                  <a:pt x="343" y="161"/>
                </a:lnTo>
                <a:lnTo>
                  <a:pt x="343" y="163"/>
                </a:lnTo>
                <a:lnTo>
                  <a:pt x="342" y="163"/>
                </a:lnTo>
                <a:lnTo>
                  <a:pt x="342" y="164"/>
                </a:lnTo>
                <a:lnTo>
                  <a:pt x="341" y="164"/>
                </a:lnTo>
                <a:lnTo>
                  <a:pt x="341" y="163"/>
                </a:lnTo>
                <a:lnTo>
                  <a:pt x="341" y="164"/>
                </a:lnTo>
                <a:lnTo>
                  <a:pt x="341" y="165"/>
                </a:lnTo>
                <a:lnTo>
                  <a:pt x="341" y="164"/>
                </a:lnTo>
                <a:lnTo>
                  <a:pt x="340" y="164"/>
                </a:lnTo>
                <a:lnTo>
                  <a:pt x="339" y="164"/>
                </a:lnTo>
                <a:lnTo>
                  <a:pt x="338" y="164"/>
                </a:lnTo>
                <a:lnTo>
                  <a:pt x="339" y="164"/>
                </a:lnTo>
                <a:lnTo>
                  <a:pt x="340" y="164"/>
                </a:lnTo>
                <a:lnTo>
                  <a:pt x="340" y="165"/>
                </a:lnTo>
                <a:lnTo>
                  <a:pt x="341" y="166"/>
                </a:lnTo>
                <a:lnTo>
                  <a:pt x="342" y="166"/>
                </a:lnTo>
                <a:lnTo>
                  <a:pt x="342" y="167"/>
                </a:lnTo>
                <a:lnTo>
                  <a:pt x="342" y="168"/>
                </a:lnTo>
                <a:lnTo>
                  <a:pt x="341" y="168"/>
                </a:lnTo>
                <a:lnTo>
                  <a:pt x="341" y="167"/>
                </a:lnTo>
                <a:lnTo>
                  <a:pt x="340" y="167"/>
                </a:lnTo>
                <a:lnTo>
                  <a:pt x="341" y="167"/>
                </a:lnTo>
                <a:lnTo>
                  <a:pt x="341" y="168"/>
                </a:lnTo>
                <a:lnTo>
                  <a:pt x="340" y="168"/>
                </a:lnTo>
                <a:lnTo>
                  <a:pt x="340" y="167"/>
                </a:lnTo>
                <a:lnTo>
                  <a:pt x="340" y="168"/>
                </a:lnTo>
                <a:lnTo>
                  <a:pt x="339" y="168"/>
                </a:lnTo>
                <a:lnTo>
                  <a:pt x="340" y="168"/>
                </a:lnTo>
                <a:lnTo>
                  <a:pt x="340" y="169"/>
                </a:lnTo>
                <a:lnTo>
                  <a:pt x="341" y="169"/>
                </a:lnTo>
                <a:lnTo>
                  <a:pt x="341" y="170"/>
                </a:lnTo>
                <a:lnTo>
                  <a:pt x="341" y="171"/>
                </a:lnTo>
                <a:lnTo>
                  <a:pt x="340" y="171"/>
                </a:lnTo>
                <a:lnTo>
                  <a:pt x="339" y="171"/>
                </a:lnTo>
                <a:lnTo>
                  <a:pt x="338" y="171"/>
                </a:lnTo>
                <a:lnTo>
                  <a:pt x="337" y="171"/>
                </a:lnTo>
                <a:lnTo>
                  <a:pt x="337" y="172"/>
                </a:lnTo>
                <a:lnTo>
                  <a:pt x="336" y="172"/>
                </a:lnTo>
                <a:lnTo>
                  <a:pt x="335" y="173"/>
                </a:lnTo>
                <a:lnTo>
                  <a:pt x="336" y="175"/>
                </a:lnTo>
                <a:lnTo>
                  <a:pt x="337" y="175"/>
                </a:lnTo>
                <a:lnTo>
                  <a:pt x="338" y="175"/>
                </a:lnTo>
                <a:lnTo>
                  <a:pt x="339" y="177"/>
                </a:lnTo>
                <a:lnTo>
                  <a:pt x="339" y="178"/>
                </a:lnTo>
                <a:lnTo>
                  <a:pt x="339" y="179"/>
                </a:lnTo>
                <a:lnTo>
                  <a:pt x="339" y="180"/>
                </a:lnTo>
                <a:lnTo>
                  <a:pt x="339" y="179"/>
                </a:lnTo>
                <a:lnTo>
                  <a:pt x="339" y="178"/>
                </a:lnTo>
                <a:lnTo>
                  <a:pt x="340" y="178"/>
                </a:lnTo>
                <a:lnTo>
                  <a:pt x="340" y="177"/>
                </a:lnTo>
                <a:lnTo>
                  <a:pt x="341" y="177"/>
                </a:lnTo>
                <a:lnTo>
                  <a:pt x="341" y="176"/>
                </a:lnTo>
                <a:lnTo>
                  <a:pt x="342" y="176"/>
                </a:lnTo>
                <a:lnTo>
                  <a:pt x="343" y="176"/>
                </a:lnTo>
                <a:lnTo>
                  <a:pt x="343" y="175"/>
                </a:lnTo>
                <a:lnTo>
                  <a:pt x="344" y="175"/>
                </a:lnTo>
                <a:lnTo>
                  <a:pt x="345" y="175"/>
                </a:lnTo>
                <a:lnTo>
                  <a:pt x="345" y="174"/>
                </a:lnTo>
                <a:lnTo>
                  <a:pt x="346" y="174"/>
                </a:lnTo>
                <a:lnTo>
                  <a:pt x="347" y="175"/>
                </a:lnTo>
                <a:lnTo>
                  <a:pt x="348" y="175"/>
                </a:lnTo>
                <a:lnTo>
                  <a:pt x="349" y="175"/>
                </a:lnTo>
                <a:lnTo>
                  <a:pt x="350" y="175"/>
                </a:lnTo>
                <a:lnTo>
                  <a:pt x="351" y="175"/>
                </a:lnTo>
                <a:lnTo>
                  <a:pt x="352" y="175"/>
                </a:lnTo>
                <a:lnTo>
                  <a:pt x="352" y="176"/>
                </a:lnTo>
                <a:lnTo>
                  <a:pt x="353" y="177"/>
                </a:lnTo>
                <a:lnTo>
                  <a:pt x="354" y="177"/>
                </a:lnTo>
                <a:lnTo>
                  <a:pt x="355" y="178"/>
                </a:lnTo>
                <a:lnTo>
                  <a:pt x="356" y="178"/>
                </a:lnTo>
                <a:lnTo>
                  <a:pt x="356" y="179"/>
                </a:lnTo>
                <a:lnTo>
                  <a:pt x="355" y="179"/>
                </a:lnTo>
                <a:lnTo>
                  <a:pt x="356" y="179"/>
                </a:lnTo>
                <a:lnTo>
                  <a:pt x="356" y="180"/>
                </a:lnTo>
                <a:lnTo>
                  <a:pt x="357" y="180"/>
                </a:lnTo>
                <a:lnTo>
                  <a:pt x="357" y="181"/>
                </a:lnTo>
                <a:lnTo>
                  <a:pt x="356" y="181"/>
                </a:lnTo>
                <a:lnTo>
                  <a:pt x="356" y="180"/>
                </a:lnTo>
                <a:lnTo>
                  <a:pt x="355" y="180"/>
                </a:lnTo>
                <a:lnTo>
                  <a:pt x="354" y="181"/>
                </a:lnTo>
                <a:lnTo>
                  <a:pt x="353" y="182"/>
                </a:lnTo>
                <a:lnTo>
                  <a:pt x="354" y="182"/>
                </a:lnTo>
                <a:lnTo>
                  <a:pt x="354" y="181"/>
                </a:lnTo>
                <a:lnTo>
                  <a:pt x="355" y="182"/>
                </a:lnTo>
                <a:lnTo>
                  <a:pt x="356" y="182"/>
                </a:lnTo>
                <a:lnTo>
                  <a:pt x="355" y="183"/>
                </a:lnTo>
                <a:lnTo>
                  <a:pt x="355" y="184"/>
                </a:lnTo>
                <a:lnTo>
                  <a:pt x="354" y="185"/>
                </a:lnTo>
                <a:lnTo>
                  <a:pt x="355" y="185"/>
                </a:lnTo>
                <a:lnTo>
                  <a:pt x="356" y="184"/>
                </a:lnTo>
                <a:lnTo>
                  <a:pt x="356" y="185"/>
                </a:lnTo>
                <a:lnTo>
                  <a:pt x="357" y="185"/>
                </a:lnTo>
                <a:lnTo>
                  <a:pt x="357" y="186"/>
                </a:lnTo>
                <a:lnTo>
                  <a:pt x="356" y="186"/>
                </a:lnTo>
                <a:lnTo>
                  <a:pt x="355" y="186"/>
                </a:lnTo>
                <a:lnTo>
                  <a:pt x="355" y="187"/>
                </a:lnTo>
                <a:lnTo>
                  <a:pt x="356" y="187"/>
                </a:lnTo>
                <a:lnTo>
                  <a:pt x="357" y="187"/>
                </a:lnTo>
                <a:lnTo>
                  <a:pt x="357" y="188"/>
                </a:lnTo>
                <a:lnTo>
                  <a:pt x="358" y="188"/>
                </a:lnTo>
                <a:lnTo>
                  <a:pt x="357" y="189"/>
                </a:lnTo>
                <a:lnTo>
                  <a:pt x="358" y="189"/>
                </a:lnTo>
                <a:lnTo>
                  <a:pt x="359" y="189"/>
                </a:lnTo>
                <a:lnTo>
                  <a:pt x="358" y="190"/>
                </a:lnTo>
                <a:lnTo>
                  <a:pt x="359" y="191"/>
                </a:lnTo>
                <a:lnTo>
                  <a:pt x="359" y="192"/>
                </a:lnTo>
                <a:lnTo>
                  <a:pt x="359" y="191"/>
                </a:lnTo>
                <a:lnTo>
                  <a:pt x="360" y="191"/>
                </a:lnTo>
                <a:lnTo>
                  <a:pt x="360" y="192"/>
                </a:lnTo>
                <a:lnTo>
                  <a:pt x="359" y="192"/>
                </a:lnTo>
                <a:lnTo>
                  <a:pt x="358" y="193"/>
                </a:lnTo>
                <a:lnTo>
                  <a:pt x="358" y="192"/>
                </a:lnTo>
                <a:lnTo>
                  <a:pt x="357" y="192"/>
                </a:lnTo>
                <a:lnTo>
                  <a:pt x="357" y="193"/>
                </a:lnTo>
                <a:lnTo>
                  <a:pt x="357" y="194"/>
                </a:lnTo>
                <a:lnTo>
                  <a:pt x="356" y="194"/>
                </a:lnTo>
                <a:lnTo>
                  <a:pt x="356" y="195"/>
                </a:lnTo>
                <a:lnTo>
                  <a:pt x="356" y="194"/>
                </a:lnTo>
                <a:lnTo>
                  <a:pt x="357" y="194"/>
                </a:lnTo>
                <a:lnTo>
                  <a:pt x="357" y="195"/>
                </a:lnTo>
                <a:lnTo>
                  <a:pt x="356" y="195"/>
                </a:lnTo>
                <a:lnTo>
                  <a:pt x="355" y="195"/>
                </a:lnTo>
                <a:lnTo>
                  <a:pt x="354" y="195"/>
                </a:lnTo>
                <a:lnTo>
                  <a:pt x="354" y="196"/>
                </a:lnTo>
                <a:lnTo>
                  <a:pt x="353" y="195"/>
                </a:lnTo>
                <a:lnTo>
                  <a:pt x="354" y="194"/>
                </a:lnTo>
                <a:lnTo>
                  <a:pt x="355" y="194"/>
                </a:lnTo>
                <a:lnTo>
                  <a:pt x="355" y="193"/>
                </a:lnTo>
                <a:lnTo>
                  <a:pt x="354" y="193"/>
                </a:lnTo>
                <a:lnTo>
                  <a:pt x="353" y="192"/>
                </a:lnTo>
                <a:lnTo>
                  <a:pt x="352" y="191"/>
                </a:lnTo>
                <a:lnTo>
                  <a:pt x="352" y="192"/>
                </a:lnTo>
                <a:lnTo>
                  <a:pt x="350" y="192"/>
                </a:lnTo>
                <a:lnTo>
                  <a:pt x="348" y="191"/>
                </a:lnTo>
                <a:lnTo>
                  <a:pt x="347" y="190"/>
                </a:lnTo>
                <a:lnTo>
                  <a:pt x="346" y="189"/>
                </a:lnTo>
                <a:lnTo>
                  <a:pt x="344" y="188"/>
                </a:lnTo>
                <a:lnTo>
                  <a:pt x="342" y="188"/>
                </a:lnTo>
                <a:lnTo>
                  <a:pt x="342" y="189"/>
                </a:lnTo>
                <a:lnTo>
                  <a:pt x="341" y="189"/>
                </a:lnTo>
                <a:lnTo>
                  <a:pt x="340" y="190"/>
                </a:lnTo>
                <a:lnTo>
                  <a:pt x="341" y="191"/>
                </a:lnTo>
                <a:lnTo>
                  <a:pt x="341" y="192"/>
                </a:lnTo>
                <a:lnTo>
                  <a:pt x="341" y="193"/>
                </a:lnTo>
                <a:lnTo>
                  <a:pt x="342" y="193"/>
                </a:lnTo>
                <a:lnTo>
                  <a:pt x="343" y="192"/>
                </a:lnTo>
                <a:lnTo>
                  <a:pt x="344" y="192"/>
                </a:lnTo>
                <a:lnTo>
                  <a:pt x="345" y="194"/>
                </a:lnTo>
                <a:lnTo>
                  <a:pt x="345" y="195"/>
                </a:lnTo>
                <a:lnTo>
                  <a:pt x="345" y="196"/>
                </a:lnTo>
                <a:lnTo>
                  <a:pt x="344" y="196"/>
                </a:lnTo>
                <a:lnTo>
                  <a:pt x="344" y="197"/>
                </a:lnTo>
                <a:lnTo>
                  <a:pt x="344" y="198"/>
                </a:lnTo>
                <a:lnTo>
                  <a:pt x="345" y="198"/>
                </a:lnTo>
                <a:lnTo>
                  <a:pt x="345" y="199"/>
                </a:lnTo>
                <a:lnTo>
                  <a:pt x="345" y="200"/>
                </a:lnTo>
                <a:lnTo>
                  <a:pt x="345" y="201"/>
                </a:lnTo>
                <a:lnTo>
                  <a:pt x="346" y="202"/>
                </a:lnTo>
                <a:lnTo>
                  <a:pt x="347" y="202"/>
                </a:lnTo>
                <a:lnTo>
                  <a:pt x="348" y="202"/>
                </a:lnTo>
                <a:lnTo>
                  <a:pt x="349" y="201"/>
                </a:lnTo>
                <a:lnTo>
                  <a:pt x="350" y="201"/>
                </a:lnTo>
                <a:lnTo>
                  <a:pt x="351" y="201"/>
                </a:lnTo>
                <a:lnTo>
                  <a:pt x="351" y="200"/>
                </a:lnTo>
                <a:lnTo>
                  <a:pt x="352" y="200"/>
                </a:lnTo>
                <a:lnTo>
                  <a:pt x="352" y="201"/>
                </a:lnTo>
                <a:lnTo>
                  <a:pt x="351" y="201"/>
                </a:lnTo>
                <a:lnTo>
                  <a:pt x="351" y="202"/>
                </a:lnTo>
                <a:lnTo>
                  <a:pt x="352" y="201"/>
                </a:lnTo>
                <a:lnTo>
                  <a:pt x="353" y="200"/>
                </a:lnTo>
                <a:lnTo>
                  <a:pt x="354" y="199"/>
                </a:lnTo>
                <a:lnTo>
                  <a:pt x="355" y="199"/>
                </a:lnTo>
                <a:lnTo>
                  <a:pt x="355" y="198"/>
                </a:lnTo>
                <a:lnTo>
                  <a:pt x="356" y="198"/>
                </a:lnTo>
                <a:lnTo>
                  <a:pt x="356" y="197"/>
                </a:lnTo>
                <a:lnTo>
                  <a:pt x="357" y="197"/>
                </a:lnTo>
                <a:lnTo>
                  <a:pt x="357" y="196"/>
                </a:lnTo>
                <a:lnTo>
                  <a:pt x="358" y="196"/>
                </a:lnTo>
                <a:lnTo>
                  <a:pt x="358" y="195"/>
                </a:lnTo>
                <a:lnTo>
                  <a:pt x="359" y="194"/>
                </a:lnTo>
                <a:lnTo>
                  <a:pt x="360" y="194"/>
                </a:lnTo>
                <a:lnTo>
                  <a:pt x="360" y="195"/>
                </a:lnTo>
                <a:lnTo>
                  <a:pt x="361" y="195"/>
                </a:lnTo>
                <a:lnTo>
                  <a:pt x="361" y="196"/>
                </a:lnTo>
                <a:lnTo>
                  <a:pt x="362" y="196"/>
                </a:lnTo>
                <a:lnTo>
                  <a:pt x="362" y="197"/>
                </a:lnTo>
                <a:lnTo>
                  <a:pt x="361" y="198"/>
                </a:lnTo>
                <a:lnTo>
                  <a:pt x="362" y="198"/>
                </a:lnTo>
                <a:lnTo>
                  <a:pt x="363" y="198"/>
                </a:lnTo>
                <a:lnTo>
                  <a:pt x="363" y="199"/>
                </a:lnTo>
                <a:lnTo>
                  <a:pt x="364" y="199"/>
                </a:lnTo>
                <a:lnTo>
                  <a:pt x="364" y="200"/>
                </a:lnTo>
                <a:lnTo>
                  <a:pt x="363" y="200"/>
                </a:lnTo>
                <a:lnTo>
                  <a:pt x="362" y="201"/>
                </a:lnTo>
                <a:lnTo>
                  <a:pt x="362" y="202"/>
                </a:lnTo>
                <a:lnTo>
                  <a:pt x="363" y="202"/>
                </a:lnTo>
                <a:lnTo>
                  <a:pt x="364" y="202"/>
                </a:lnTo>
                <a:lnTo>
                  <a:pt x="365" y="201"/>
                </a:lnTo>
                <a:lnTo>
                  <a:pt x="366" y="202"/>
                </a:lnTo>
                <a:lnTo>
                  <a:pt x="365" y="202"/>
                </a:lnTo>
                <a:lnTo>
                  <a:pt x="366" y="202"/>
                </a:lnTo>
                <a:lnTo>
                  <a:pt x="367" y="202"/>
                </a:lnTo>
                <a:lnTo>
                  <a:pt x="367" y="201"/>
                </a:lnTo>
                <a:lnTo>
                  <a:pt x="368" y="201"/>
                </a:lnTo>
                <a:lnTo>
                  <a:pt x="369" y="201"/>
                </a:lnTo>
                <a:lnTo>
                  <a:pt x="369" y="200"/>
                </a:lnTo>
                <a:lnTo>
                  <a:pt x="370" y="200"/>
                </a:lnTo>
                <a:lnTo>
                  <a:pt x="371" y="199"/>
                </a:lnTo>
                <a:lnTo>
                  <a:pt x="371" y="200"/>
                </a:lnTo>
                <a:lnTo>
                  <a:pt x="370" y="200"/>
                </a:lnTo>
                <a:lnTo>
                  <a:pt x="370" y="201"/>
                </a:lnTo>
                <a:lnTo>
                  <a:pt x="369" y="202"/>
                </a:lnTo>
                <a:lnTo>
                  <a:pt x="368" y="203"/>
                </a:lnTo>
                <a:lnTo>
                  <a:pt x="367" y="203"/>
                </a:lnTo>
                <a:lnTo>
                  <a:pt x="367" y="204"/>
                </a:lnTo>
                <a:lnTo>
                  <a:pt x="366" y="204"/>
                </a:lnTo>
                <a:lnTo>
                  <a:pt x="366" y="205"/>
                </a:lnTo>
                <a:lnTo>
                  <a:pt x="365" y="205"/>
                </a:lnTo>
                <a:lnTo>
                  <a:pt x="365" y="204"/>
                </a:lnTo>
                <a:lnTo>
                  <a:pt x="364" y="204"/>
                </a:lnTo>
                <a:lnTo>
                  <a:pt x="364" y="205"/>
                </a:lnTo>
                <a:lnTo>
                  <a:pt x="363" y="206"/>
                </a:lnTo>
                <a:lnTo>
                  <a:pt x="363" y="205"/>
                </a:lnTo>
                <a:lnTo>
                  <a:pt x="363" y="204"/>
                </a:lnTo>
                <a:lnTo>
                  <a:pt x="362" y="204"/>
                </a:lnTo>
                <a:lnTo>
                  <a:pt x="361" y="204"/>
                </a:lnTo>
                <a:lnTo>
                  <a:pt x="361" y="203"/>
                </a:lnTo>
                <a:lnTo>
                  <a:pt x="360" y="204"/>
                </a:lnTo>
                <a:lnTo>
                  <a:pt x="359" y="204"/>
                </a:lnTo>
                <a:lnTo>
                  <a:pt x="358" y="204"/>
                </a:lnTo>
                <a:lnTo>
                  <a:pt x="356" y="206"/>
                </a:lnTo>
                <a:lnTo>
                  <a:pt x="356" y="207"/>
                </a:lnTo>
                <a:lnTo>
                  <a:pt x="357" y="207"/>
                </a:lnTo>
                <a:lnTo>
                  <a:pt x="358" y="207"/>
                </a:lnTo>
                <a:lnTo>
                  <a:pt x="358" y="208"/>
                </a:lnTo>
                <a:lnTo>
                  <a:pt x="357" y="209"/>
                </a:lnTo>
                <a:lnTo>
                  <a:pt x="356" y="209"/>
                </a:lnTo>
                <a:lnTo>
                  <a:pt x="356" y="208"/>
                </a:lnTo>
                <a:lnTo>
                  <a:pt x="356" y="207"/>
                </a:lnTo>
                <a:lnTo>
                  <a:pt x="354" y="207"/>
                </a:lnTo>
                <a:lnTo>
                  <a:pt x="353" y="207"/>
                </a:lnTo>
                <a:lnTo>
                  <a:pt x="353" y="208"/>
                </a:lnTo>
                <a:lnTo>
                  <a:pt x="352" y="208"/>
                </a:lnTo>
                <a:lnTo>
                  <a:pt x="353" y="208"/>
                </a:lnTo>
                <a:lnTo>
                  <a:pt x="352" y="208"/>
                </a:lnTo>
                <a:lnTo>
                  <a:pt x="351" y="209"/>
                </a:lnTo>
                <a:lnTo>
                  <a:pt x="350" y="209"/>
                </a:lnTo>
                <a:lnTo>
                  <a:pt x="349" y="209"/>
                </a:lnTo>
                <a:lnTo>
                  <a:pt x="348" y="209"/>
                </a:lnTo>
                <a:lnTo>
                  <a:pt x="347" y="209"/>
                </a:lnTo>
                <a:lnTo>
                  <a:pt x="345" y="210"/>
                </a:lnTo>
                <a:lnTo>
                  <a:pt x="344" y="210"/>
                </a:lnTo>
                <a:lnTo>
                  <a:pt x="343" y="210"/>
                </a:lnTo>
                <a:lnTo>
                  <a:pt x="342" y="210"/>
                </a:lnTo>
                <a:lnTo>
                  <a:pt x="342" y="211"/>
                </a:lnTo>
                <a:lnTo>
                  <a:pt x="342" y="212"/>
                </a:lnTo>
                <a:lnTo>
                  <a:pt x="343" y="211"/>
                </a:lnTo>
                <a:lnTo>
                  <a:pt x="344" y="211"/>
                </a:lnTo>
                <a:lnTo>
                  <a:pt x="344" y="212"/>
                </a:lnTo>
                <a:lnTo>
                  <a:pt x="345" y="212"/>
                </a:lnTo>
                <a:lnTo>
                  <a:pt x="345" y="213"/>
                </a:lnTo>
                <a:lnTo>
                  <a:pt x="346" y="213"/>
                </a:lnTo>
                <a:lnTo>
                  <a:pt x="346" y="214"/>
                </a:lnTo>
                <a:lnTo>
                  <a:pt x="345" y="214"/>
                </a:lnTo>
                <a:lnTo>
                  <a:pt x="344" y="214"/>
                </a:lnTo>
                <a:lnTo>
                  <a:pt x="344" y="215"/>
                </a:lnTo>
                <a:lnTo>
                  <a:pt x="344" y="216"/>
                </a:lnTo>
                <a:lnTo>
                  <a:pt x="344" y="217"/>
                </a:lnTo>
                <a:lnTo>
                  <a:pt x="343" y="217"/>
                </a:lnTo>
                <a:lnTo>
                  <a:pt x="342" y="217"/>
                </a:lnTo>
                <a:lnTo>
                  <a:pt x="341" y="218"/>
                </a:lnTo>
                <a:lnTo>
                  <a:pt x="341" y="219"/>
                </a:lnTo>
                <a:lnTo>
                  <a:pt x="340" y="219"/>
                </a:lnTo>
                <a:lnTo>
                  <a:pt x="339" y="219"/>
                </a:lnTo>
                <a:lnTo>
                  <a:pt x="339" y="220"/>
                </a:lnTo>
                <a:lnTo>
                  <a:pt x="339" y="222"/>
                </a:lnTo>
                <a:lnTo>
                  <a:pt x="340" y="223"/>
                </a:lnTo>
                <a:lnTo>
                  <a:pt x="338" y="224"/>
                </a:lnTo>
                <a:lnTo>
                  <a:pt x="337" y="224"/>
                </a:lnTo>
                <a:lnTo>
                  <a:pt x="336" y="224"/>
                </a:lnTo>
                <a:lnTo>
                  <a:pt x="335" y="224"/>
                </a:lnTo>
                <a:lnTo>
                  <a:pt x="334" y="225"/>
                </a:lnTo>
                <a:lnTo>
                  <a:pt x="334" y="226"/>
                </a:lnTo>
                <a:lnTo>
                  <a:pt x="332" y="229"/>
                </a:lnTo>
                <a:lnTo>
                  <a:pt x="331" y="229"/>
                </a:lnTo>
                <a:lnTo>
                  <a:pt x="331" y="230"/>
                </a:lnTo>
                <a:lnTo>
                  <a:pt x="331" y="231"/>
                </a:lnTo>
                <a:lnTo>
                  <a:pt x="330" y="232"/>
                </a:lnTo>
                <a:lnTo>
                  <a:pt x="330" y="234"/>
                </a:lnTo>
                <a:lnTo>
                  <a:pt x="330" y="235"/>
                </a:lnTo>
                <a:lnTo>
                  <a:pt x="329" y="236"/>
                </a:lnTo>
                <a:lnTo>
                  <a:pt x="330" y="236"/>
                </a:lnTo>
                <a:lnTo>
                  <a:pt x="330" y="235"/>
                </a:lnTo>
                <a:lnTo>
                  <a:pt x="331" y="235"/>
                </a:lnTo>
                <a:lnTo>
                  <a:pt x="331" y="234"/>
                </a:lnTo>
                <a:lnTo>
                  <a:pt x="331" y="233"/>
                </a:lnTo>
                <a:lnTo>
                  <a:pt x="331" y="232"/>
                </a:lnTo>
                <a:lnTo>
                  <a:pt x="332" y="231"/>
                </a:lnTo>
                <a:lnTo>
                  <a:pt x="333" y="230"/>
                </a:lnTo>
                <a:lnTo>
                  <a:pt x="334" y="230"/>
                </a:lnTo>
                <a:lnTo>
                  <a:pt x="334" y="231"/>
                </a:lnTo>
                <a:lnTo>
                  <a:pt x="335" y="232"/>
                </a:lnTo>
                <a:lnTo>
                  <a:pt x="337" y="233"/>
                </a:lnTo>
                <a:lnTo>
                  <a:pt x="338" y="233"/>
                </a:lnTo>
                <a:lnTo>
                  <a:pt x="339" y="233"/>
                </a:lnTo>
                <a:lnTo>
                  <a:pt x="340" y="233"/>
                </a:lnTo>
                <a:lnTo>
                  <a:pt x="340" y="234"/>
                </a:lnTo>
                <a:lnTo>
                  <a:pt x="341" y="235"/>
                </a:lnTo>
                <a:lnTo>
                  <a:pt x="345" y="236"/>
                </a:lnTo>
                <a:lnTo>
                  <a:pt x="346" y="236"/>
                </a:lnTo>
                <a:lnTo>
                  <a:pt x="346" y="235"/>
                </a:lnTo>
                <a:lnTo>
                  <a:pt x="347" y="235"/>
                </a:lnTo>
                <a:lnTo>
                  <a:pt x="348" y="235"/>
                </a:lnTo>
                <a:lnTo>
                  <a:pt x="349" y="236"/>
                </a:lnTo>
                <a:lnTo>
                  <a:pt x="350" y="236"/>
                </a:lnTo>
                <a:lnTo>
                  <a:pt x="350" y="237"/>
                </a:lnTo>
                <a:lnTo>
                  <a:pt x="349" y="237"/>
                </a:lnTo>
                <a:lnTo>
                  <a:pt x="348" y="241"/>
                </a:lnTo>
                <a:lnTo>
                  <a:pt x="348" y="242"/>
                </a:lnTo>
                <a:lnTo>
                  <a:pt x="347" y="242"/>
                </a:lnTo>
                <a:lnTo>
                  <a:pt x="347" y="243"/>
                </a:lnTo>
                <a:lnTo>
                  <a:pt x="347" y="244"/>
                </a:lnTo>
                <a:lnTo>
                  <a:pt x="347" y="246"/>
                </a:lnTo>
                <a:lnTo>
                  <a:pt x="346" y="247"/>
                </a:lnTo>
                <a:lnTo>
                  <a:pt x="345" y="247"/>
                </a:lnTo>
                <a:lnTo>
                  <a:pt x="344" y="247"/>
                </a:lnTo>
                <a:lnTo>
                  <a:pt x="343" y="247"/>
                </a:lnTo>
                <a:lnTo>
                  <a:pt x="342" y="248"/>
                </a:lnTo>
                <a:lnTo>
                  <a:pt x="341" y="249"/>
                </a:lnTo>
                <a:lnTo>
                  <a:pt x="341" y="250"/>
                </a:lnTo>
                <a:lnTo>
                  <a:pt x="340" y="252"/>
                </a:lnTo>
                <a:lnTo>
                  <a:pt x="340" y="253"/>
                </a:lnTo>
                <a:lnTo>
                  <a:pt x="341" y="253"/>
                </a:lnTo>
                <a:lnTo>
                  <a:pt x="341" y="254"/>
                </a:lnTo>
                <a:lnTo>
                  <a:pt x="340" y="256"/>
                </a:lnTo>
                <a:lnTo>
                  <a:pt x="340" y="257"/>
                </a:lnTo>
                <a:lnTo>
                  <a:pt x="340" y="258"/>
                </a:lnTo>
                <a:lnTo>
                  <a:pt x="341" y="259"/>
                </a:lnTo>
                <a:lnTo>
                  <a:pt x="341" y="260"/>
                </a:lnTo>
                <a:lnTo>
                  <a:pt x="340" y="260"/>
                </a:lnTo>
                <a:lnTo>
                  <a:pt x="340" y="261"/>
                </a:lnTo>
                <a:lnTo>
                  <a:pt x="341" y="261"/>
                </a:lnTo>
                <a:lnTo>
                  <a:pt x="341" y="262"/>
                </a:lnTo>
                <a:lnTo>
                  <a:pt x="342" y="262"/>
                </a:lnTo>
                <a:lnTo>
                  <a:pt x="342" y="263"/>
                </a:lnTo>
                <a:lnTo>
                  <a:pt x="341" y="263"/>
                </a:lnTo>
                <a:lnTo>
                  <a:pt x="341" y="264"/>
                </a:lnTo>
                <a:lnTo>
                  <a:pt x="340" y="265"/>
                </a:lnTo>
                <a:lnTo>
                  <a:pt x="339" y="265"/>
                </a:lnTo>
                <a:lnTo>
                  <a:pt x="339" y="266"/>
                </a:lnTo>
                <a:lnTo>
                  <a:pt x="339" y="267"/>
                </a:lnTo>
                <a:lnTo>
                  <a:pt x="339" y="268"/>
                </a:lnTo>
                <a:lnTo>
                  <a:pt x="339" y="269"/>
                </a:lnTo>
                <a:lnTo>
                  <a:pt x="338" y="269"/>
                </a:lnTo>
                <a:lnTo>
                  <a:pt x="338" y="270"/>
                </a:lnTo>
                <a:lnTo>
                  <a:pt x="337" y="270"/>
                </a:lnTo>
                <a:lnTo>
                  <a:pt x="335" y="269"/>
                </a:lnTo>
                <a:lnTo>
                  <a:pt x="334" y="269"/>
                </a:lnTo>
                <a:lnTo>
                  <a:pt x="332" y="269"/>
                </a:lnTo>
                <a:lnTo>
                  <a:pt x="332" y="270"/>
                </a:lnTo>
                <a:lnTo>
                  <a:pt x="331" y="270"/>
                </a:lnTo>
                <a:lnTo>
                  <a:pt x="330" y="270"/>
                </a:lnTo>
                <a:lnTo>
                  <a:pt x="329" y="270"/>
                </a:lnTo>
                <a:lnTo>
                  <a:pt x="328" y="270"/>
                </a:lnTo>
                <a:lnTo>
                  <a:pt x="329" y="271"/>
                </a:lnTo>
                <a:lnTo>
                  <a:pt x="328" y="271"/>
                </a:lnTo>
                <a:lnTo>
                  <a:pt x="327" y="271"/>
                </a:lnTo>
                <a:lnTo>
                  <a:pt x="327" y="272"/>
                </a:lnTo>
                <a:lnTo>
                  <a:pt x="327" y="274"/>
                </a:lnTo>
                <a:lnTo>
                  <a:pt x="327" y="273"/>
                </a:lnTo>
                <a:lnTo>
                  <a:pt x="327" y="274"/>
                </a:lnTo>
                <a:lnTo>
                  <a:pt x="328" y="274"/>
                </a:lnTo>
                <a:lnTo>
                  <a:pt x="327" y="275"/>
                </a:lnTo>
                <a:lnTo>
                  <a:pt x="327" y="274"/>
                </a:lnTo>
                <a:lnTo>
                  <a:pt x="327" y="275"/>
                </a:lnTo>
                <a:lnTo>
                  <a:pt x="328" y="276"/>
                </a:lnTo>
                <a:lnTo>
                  <a:pt x="329" y="275"/>
                </a:lnTo>
                <a:lnTo>
                  <a:pt x="329" y="276"/>
                </a:lnTo>
                <a:lnTo>
                  <a:pt x="330" y="276"/>
                </a:lnTo>
                <a:lnTo>
                  <a:pt x="331" y="276"/>
                </a:lnTo>
                <a:lnTo>
                  <a:pt x="332" y="276"/>
                </a:lnTo>
                <a:lnTo>
                  <a:pt x="333" y="276"/>
                </a:lnTo>
                <a:lnTo>
                  <a:pt x="333" y="275"/>
                </a:lnTo>
                <a:lnTo>
                  <a:pt x="333" y="276"/>
                </a:lnTo>
                <a:lnTo>
                  <a:pt x="333" y="277"/>
                </a:lnTo>
                <a:lnTo>
                  <a:pt x="334" y="277"/>
                </a:lnTo>
                <a:lnTo>
                  <a:pt x="333" y="278"/>
                </a:lnTo>
                <a:lnTo>
                  <a:pt x="333" y="279"/>
                </a:lnTo>
                <a:lnTo>
                  <a:pt x="333" y="280"/>
                </a:lnTo>
                <a:lnTo>
                  <a:pt x="334" y="280"/>
                </a:lnTo>
                <a:lnTo>
                  <a:pt x="335" y="280"/>
                </a:lnTo>
                <a:lnTo>
                  <a:pt x="336" y="281"/>
                </a:lnTo>
                <a:lnTo>
                  <a:pt x="337" y="281"/>
                </a:lnTo>
                <a:lnTo>
                  <a:pt x="337" y="280"/>
                </a:lnTo>
                <a:lnTo>
                  <a:pt x="338" y="280"/>
                </a:lnTo>
                <a:lnTo>
                  <a:pt x="338" y="279"/>
                </a:lnTo>
                <a:lnTo>
                  <a:pt x="338" y="280"/>
                </a:lnTo>
                <a:lnTo>
                  <a:pt x="338" y="281"/>
                </a:lnTo>
                <a:lnTo>
                  <a:pt x="339" y="282"/>
                </a:lnTo>
                <a:lnTo>
                  <a:pt x="339" y="281"/>
                </a:lnTo>
                <a:lnTo>
                  <a:pt x="340" y="282"/>
                </a:lnTo>
                <a:lnTo>
                  <a:pt x="340" y="283"/>
                </a:lnTo>
                <a:lnTo>
                  <a:pt x="340" y="284"/>
                </a:lnTo>
                <a:lnTo>
                  <a:pt x="340" y="285"/>
                </a:lnTo>
                <a:lnTo>
                  <a:pt x="339" y="285"/>
                </a:lnTo>
                <a:lnTo>
                  <a:pt x="339" y="286"/>
                </a:lnTo>
                <a:lnTo>
                  <a:pt x="339" y="287"/>
                </a:lnTo>
                <a:lnTo>
                  <a:pt x="339" y="288"/>
                </a:lnTo>
                <a:lnTo>
                  <a:pt x="340" y="288"/>
                </a:lnTo>
                <a:lnTo>
                  <a:pt x="339" y="288"/>
                </a:lnTo>
                <a:lnTo>
                  <a:pt x="339" y="289"/>
                </a:lnTo>
                <a:lnTo>
                  <a:pt x="340" y="290"/>
                </a:lnTo>
                <a:lnTo>
                  <a:pt x="341" y="289"/>
                </a:lnTo>
                <a:lnTo>
                  <a:pt x="341" y="290"/>
                </a:lnTo>
                <a:lnTo>
                  <a:pt x="340" y="290"/>
                </a:lnTo>
                <a:lnTo>
                  <a:pt x="339" y="290"/>
                </a:lnTo>
                <a:lnTo>
                  <a:pt x="340" y="292"/>
                </a:lnTo>
                <a:lnTo>
                  <a:pt x="341" y="292"/>
                </a:lnTo>
                <a:lnTo>
                  <a:pt x="342" y="292"/>
                </a:lnTo>
                <a:lnTo>
                  <a:pt x="342" y="293"/>
                </a:lnTo>
                <a:lnTo>
                  <a:pt x="343" y="292"/>
                </a:lnTo>
                <a:lnTo>
                  <a:pt x="342" y="292"/>
                </a:lnTo>
                <a:lnTo>
                  <a:pt x="343" y="291"/>
                </a:lnTo>
                <a:lnTo>
                  <a:pt x="343" y="292"/>
                </a:lnTo>
                <a:lnTo>
                  <a:pt x="343" y="293"/>
                </a:lnTo>
                <a:lnTo>
                  <a:pt x="342" y="294"/>
                </a:lnTo>
                <a:lnTo>
                  <a:pt x="341" y="294"/>
                </a:lnTo>
                <a:lnTo>
                  <a:pt x="340" y="295"/>
                </a:lnTo>
                <a:lnTo>
                  <a:pt x="340" y="296"/>
                </a:lnTo>
                <a:lnTo>
                  <a:pt x="340" y="295"/>
                </a:lnTo>
                <a:lnTo>
                  <a:pt x="341" y="295"/>
                </a:lnTo>
                <a:lnTo>
                  <a:pt x="341" y="296"/>
                </a:lnTo>
                <a:lnTo>
                  <a:pt x="342" y="296"/>
                </a:lnTo>
                <a:lnTo>
                  <a:pt x="343" y="296"/>
                </a:lnTo>
                <a:lnTo>
                  <a:pt x="344" y="296"/>
                </a:lnTo>
                <a:lnTo>
                  <a:pt x="344" y="297"/>
                </a:lnTo>
                <a:lnTo>
                  <a:pt x="344" y="298"/>
                </a:lnTo>
                <a:lnTo>
                  <a:pt x="344" y="299"/>
                </a:lnTo>
                <a:lnTo>
                  <a:pt x="344" y="300"/>
                </a:lnTo>
                <a:lnTo>
                  <a:pt x="344" y="301"/>
                </a:lnTo>
                <a:lnTo>
                  <a:pt x="345" y="301"/>
                </a:lnTo>
                <a:lnTo>
                  <a:pt x="345" y="302"/>
                </a:lnTo>
                <a:lnTo>
                  <a:pt x="344" y="302"/>
                </a:lnTo>
                <a:lnTo>
                  <a:pt x="343" y="302"/>
                </a:lnTo>
                <a:lnTo>
                  <a:pt x="341" y="303"/>
                </a:lnTo>
                <a:lnTo>
                  <a:pt x="343" y="303"/>
                </a:lnTo>
                <a:lnTo>
                  <a:pt x="344" y="303"/>
                </a:lnTo>
                <a:lnTo>
                  <a:pt x="344" y="304"/>
                </a:lnTo>
                <a:lnTo>
                  <a:pt x="343" y="304"/>
                </a:lnTo>
                <a:lnTo>
                  <a:pt x="342" y="305"/>
                </a:lnTo>
                <a:lnTo>
                  <a:pt x="341" y="305"/>
                </a:lnTo>
                <a:lnTo>
                  <a:pt x="340" y="304"/>
                </a:lnTo>
                <a:lnTo>
                  <a:pt x="339" y="305"/>
                </a:lnTo>
                <a:lnTo>
                  <a:pt x="338" y="305"/>
                </a:lnTo>
                <a:lnTo>
                  <a:pt x="338" y="304"/>
                </a:lnTo>
                <a:lnTo>
                  <a:pt x="339" y="304"/>
                </a:lnTo>
                <a:lnTo>
                  <a:pt x="339" y="303"/>
                </a:lnTo>
                <a:lnTo>
                  <a:pt x="338" y="302"/>
                </a:lnTo>
                <a:lnTo>
                  <a:pt x="337" y="302"/>
                </a:lnTo>
                <a:lnTo>
                  <a:pt x="337" y="301"/>
                </a:lnTo>
                <a:lnTo>
                  <a:pt x="338" y="301"/>
                </a:lnTo>
                <a:lnTo>
                  <a:pt x="338" y="300"/>
                </a:lnTo>
                <a:lnTo>
                  <a:pt x="338" y="299"/>
                </a:lnTo>
                <a:lnTo>
                  <a:pt x="338" y="298"/>
                </a:lnTo>
                <a:lnTo>
                  <a:pt x="337" y="297"/>
                </a:lnTo>
                <a:lnTo>
                  <a:pt x="338" y="296"/>
                </a:lnTo>
                <a:lnTo>
                  <a:pt x="337" y="295"/>
                </a:lnTo>
                <a:lnTo>
                  <a:pt x="338" y="294"/>
                </a:lnTo>
                <a:lnTo>
                  <a:pt x="337" y="293"/>
                </a:lnTo>
                <a:lnTo>
                  <a:pt x="336" y="293"/>
                </a:lnTo>
                <a:lnTo>
                  <a:pt x="335" y="293"/>
                </a:lnTo>
                <a:lnTo>
                  <a:pt x="335" y="295"/>
                </a:lnTo>
                <a:lnTo>
                  <a:pt x="334" y="295"/>
                </a:lnTo>
                <a:lnTo>
                  <a:pt x="334" y="294"/>
                </a:lnTo>
                <a:lnTo>
                  <a:pt x="333" y="295"/>
                </a:lnTo>
                <a:lnTo>
                  <a:pt x="333" y="296"/>
                </a:lnTo>
                <a:lnTo>
                  <a:pt x="334" y="296"/>
                </a:lnTo>
                <a:lnTo>
                  <a:pt x="334" y="297"/>
                </a:lnTo>
                <a:lnTo>
                  <a:pt x="335" y="297"/>
                </a:lnTo>
                <a:lnTo>
                  <a:pt x="335" y="296"/>
                </a:lnTo>
                <a:lnTo>
                  <a:pt x="336" y="297"/>
                </a:lnTo>
                <a:lnTo>
                  <a:pt x="335" y="297"/>
                </a:lnTo>
                <a:lnTo>
                  <a:pt x="335" y="298"/>
                </a:lnTo>
                <a:lnTo>
                  <a:pt x="336" y="298"/>
                </a:lnTo>
                <a:lnTo>
                  <a:pt x="336" y="297"/>
                </a:lnTo>
                <a:lnTo>
                  <a:pt x="337" y="298"/>
                </a:lnTo>
                <a:lnTo>
                  <a:pt x="336" y="299"/>
                </a:lnTo>
                <a:lnTo>
                  <a:pt x="336" y="300"/>
                </a:lnTo>
                <a:lnTo>
                  <a:pt x="335" y="300"/>
                </a:lnTo>
                <a:lnTo>
                  <a:pt x="334" y="300"/>
                </a:lnTo>
                <a:lnTo>
                  <a:pt x="334" y="301"/>
                </a:lnTo>
                <a:lnTo>
                  <a:pt x="334" y="302"/>
                </a:lnTo>
                <a:lnTo>
                  <a:pt x="333" y="303"/>
                </a:lnTo>
                <a:lnTo>
                  <a:pt x="333" y="302"/>
                </a:lnTo>
                <a:lnTo>
                  <a:pt x="333" y="301"/>
                </a:lnTo>
                <a:lnTo>
                  <a:pt x="332" y="301"/>
                </a:lnTo>
                <a:lnTo>
                  <a:pt x="331" y="301"/>
                </a:lnTo>
                <a:lnTo>
                  <a:pt x="330" y="302"/>
                </a:lnTo>
                <a:lnTo>
                  <a:pt x="329" y="302"/>
                </a:lnTo>
                <a:lnTo>
                  <a:pt x="330" y="303"/>
                </a:lnTo>
                <a:lnTo>
                  <a:pt x="329" y="303"/>
                </a:lnTo>
                <a:lnTo>
                  <a:pt x="329" y="302"/>
                </a:lnTo>
                <a:lnTo>
                  <a:pt x="330" y="301"/>
                </a:lnTo>
                <a:lnTo>
                  <a:pt x="331" y="300"/>
                </a:lnTo>
                <a:lnTo>
                  <a:pt x="331" y="299"/>
                </a:lnTo>
                <a:lnTo>
                  <a:pt x="331" y="298"/>
                </a:lnTo>
                <a:lnTo>
                  <a:pt x="330" y="297"/>
                </a:lnTo>
                <a:lnTo>
                  <a:pt x="329" y="296"/>
                </a:lnTo>
                <a:lnTo>
                  <a:pt x="329" y="295"/>
                </a:lnTo>
                <a:lnTo>
                  <a:pt x="330" y="293"/>
                </a:lnTo>
                <a:lnTo>
                  <a:pt x="330" y="292"/>
                </a:lnTo>
                <a:lnTo>
                  <a:pt x="330" y="293"/>
                </a:lnTo>
                <a:lnTo>
                  <a:pt x="330" y="292"/>
                </a:lnTo>
                <a:lnTo>
                  <a:pt x="329" y="293"/>
                </a:lnTo>
                <a:lnTo>
                  <a:pt x="328" y="293"/>
                </a:lnTo>
                <a:lnTo>
                  <a:pt x="327" y="293"/>
                </a:lnTo>
                <a:lnTo>
                  <a:pt x="326" y="293"/>
                </a:lnTo>
                <a:lnTo>
                  <a:pt x="326" y="294"/>
                </a:lnTo>
                <a:lnTo>
                  <a:pt x="326" y="295"/>
                </a:lnTo>
                <a:lnTo>
                  <a:pt x="325" y="296"/>
                </a:lnTo>
                <a:lnTo>
                  <a:pt x="324" y="296"/>
                </a:lnTo>
                <a:lnTo>
                  <a:pt x="324" y="295"/>
                </a:lnTo>
                <a:lnTo>
                  <a:pt x="325" y="294"/>
                </a:lnTo>
                <a:lnTo>
                  <a:pt x="325" y="293"/>
                </a:lnTo>
                <a:lnTo>
                  <a:pt x="325" y="292"/>
                </a:lnTo>
                <a:lnTo>
                  <a:pt x="325" y="291"/>
                </a:lnTo>
                <a:lnTo>
                  <a:pt x="326" y="291"/>
                </a:lnTo>
                <a:lnTo>
                  <a:pt x="326" y="289"/>
                </a:lnTo>
                <a:lnTo>
                  <a:pt x="326" y="288"/>
                </a:lnTo>
                <a:lnTo>
                  <a:pt x="325" y="288"/>
                </a:lnTo>
                <a:lnTo>
                  <a:pt x="324" y="288"/>
                </a:lnTo>
                <a:lnTo>
                  <a:pt x="323" y="289"/>
                </a:lnTo>
                <a:lnTo>
                  <a:pt x="321" y="289"/>
                </a:lnTo>
                <a:lnTo>
                  <a:pt x="322" y="287"/>
                </a:lnTo>
                <a:lnTo>
                  <a:pt x="321" y="287"/>
                </a:lnTo>
                <a:lnTo>
                  <a:pt x="319" y="287"/>
                </a:lnTo>
                <a:lnTo>
                  <a:pt x="319" y="286"/>
                </a:lnTo>
                <a:lnTo>
                  <a:pt x="318" y="286"/>
                </a:lnTo>
                <a:lnTo>
                  <a:pt x="317" y="285"/>
                </a:lnTo>
                <a:lnTo>
                  <a:pt x="317" y="284"/>
                </a:lnTo>
                <a:lnTo>
                  <a:pt x="318" y="283"/>
                </a:lnTo>
                <a:lnTo>
                  <a:pt x="317" y="283"/>
                </a:lnTo>
                <a:lnTo>
                  <a:pt x="317" y="284"/>
                </a:lnTo>
                <a:lnTo>
                  <a:pt x="316" y="284"/>
                </a:lnTo>
                <a:lnTo>
                  <a:pt x="316" y="285"/>
                </a:lnTo>
                <a:lnTo>
                  <a:pt x="316" y="286"/>
                </a:lnTo>
                <a:lnTo>
                  <a:pt x="316" y="287"/>
                </a:lnTo>
                <a:lnTo>
                  <a:pt x="316" y="288"/>
                </a:lnTo>
                <a:lnTo>
                  <a:pt x="316" y="289"/>
                </a:lnTo>
                <a:lnTo>
                  <a:pt x="315" y="289"/>
                </a:lnTo>
                <a:lnTo>
                  <a:pt x="315" y="290"/>
                </a:lnTo>
                <a:lnTo>
                  <a:pt x="315" y="291"/>
                </a:lnTo>
                <a:lnTo>
                  <a:pt x="315" y="292"/>
                </a:lnTo>
                <a:lnTo>
                  <a:pt x="315" y="293"/>
                </a:lnTo>
                <a:lnTo>
                  <a:pt x="315" y="294"/>
                </a:lnTo>
                <a:lnTo>
                  <a:pt x="315" y="295"/>
                </a:lnTo>
                <a:lnTo>
                  <a:pt x="316" y="295"/>
                </a:lnTo>
                <a:lnTo>
                  <a:pt x="316" y="296"/>
                </a:lnTo>
                <a:lnTo>
                  <a:pt x="316" y="295"/>
                </a:lnTo>
                <a:lnTo>
                  <a:pt x="315" y="295"/>
                </a:lnTo>
                <a:lnTo>
                  <a:pt x="314" y="295"/>
                </a:lnTo>
                <a:lnTo>
                  <a:pt x="313" y="298"/>
                </a:lnTo>
                <a:lnTo>
                  <a:pt x="312" y="297"/>
                </a:lnTo>
                <a:lnTo>
                  <a:pt x="311" y="298"/>
                </a:lnTo>
                <a:lnTo>
                  <a:pt x="310" y="297"/>
                </a:lnTo>
                <a:lnTo>
                  <a:pt x="311" y="296"/>
                </a:lnTo>
                <a:lnTo>
                  <a:pt x="309" y="295"/>
                </a:lnTo>
                <a:lnTo>
                  <a:pt x="309" y="293"/>
                </a:lnTo>
                <a:lnTo>
                  <a:pt x="309" y="292"/>
                </a:lnTo>
                <a:lnTo>
                  <a:pt x="309" y="291"/>
                </a:lnTo>
                <a:lnTo>
                  <a:pt x="310" y="291"/>
                </a:lnTo>
                <a:lnTo>
                  <a:pt x="310" y="290"/>
                </a:lnTo>
                <a:lnTo>
                  <a:pt x="309" y="290"/>
                </a:lnTo>
                <a:lnTo>
                  <a:pt x="308" y="290"/>
                </a:lnTo>
                <a:lnTo>
                  <a:pt x="309" y="289"/>
                </a:lnTo>
                <a:lnTo>
                  <a:pt x="308" y="289"/>
                </a:lnTo>
                <a:lnTo>
                  <a:pt x="308" y="288"/>
                </a:lnTo>
                <a:lnTo>
                  <a:pt x="308" y="289"/>
                </a:lnTo>
                <a:lnTo>
                  <a:pt x="307" y="290"/>
                </a:lnTo>
                <a:lnTo>
                  <a:pt x="306" y="291"/>
                </a:lnTo>
                <a:lnTo>
                  <a:pt x="305" y="291"/>
                </a:lnTo>
                <a:lnTo>
                  <a:pt x="304" y="291"/>
                </a:lnTo>
                <a:lnTo>
                  <a:pt x="304" y="292"/>
                </a:lnTo>
                <a:lnTo>
                  <a:pt x="302" y="292"/>
                </a:lnTo>
                <a:lnTo>
                  <a:pt x="302" y="293"/>
                </a:lnTo>
                <a:lnTo>
                  <a:pt x="301" y="293"/>
                </a:lnTo>
                <a:lnTo>
                  <a:pt x="300" y="293"/>
                </a:lnTo>
                <a:lnTo>
                  <a:pt x="299" y="294"/>
                </a:lnTo>
                <a:lnTo>
                  <a:pt x="298" y="295"/>
                </a:lnTo>
                <a:lnTo>
                  <a:pt x="298" y="296"/>
                </a:lnTo>
                <a:lnTo>
                  <a:pt x="297" y="297"/>
                </a:lnTo>
                <a:lnTo>
                  <a:pt x="297" y="298"/>
                </a:lnTo>
                <a:lnTo>
                  <a:pt x="296" y="298"/>
                </a:lnTo>
                <a:lnTo>
                  <a:pt x="296" y="299"/>
                </a:lnTo>
                <a:lnTo>
                  <a:pt x="297" y="300"/>
                </a:lnTo>
                <a:lnTo>
                  <a:pt x="298" y="300"/>
                </a:lnTo>
                <a:lnTo>
                  <a:pt x="298" y="301"/>
                </a:lnTo>
                <a:lnTo>
                  <a:pt x="300" y="301"/>
                </a:lnTo>
                <a:lnTo>
                  <a:pt x="301" y="302"/>
                </a:lnTo>
                <a:lnTo>
                  <a:pt x="303" y="302"/>
                </a:lnTo>
                <a:lnTo>
                  <a:pt x="303" y="303"/>
                </a:lnTo>
                <a:lnTo>
                  <a:pt x="304" y="303"/>
                </a:lnTo>
                <a:lnTo>
                  <a:pt x="304" y="304"/>
                </a:lnTo>
                <a:lnTo>
                  <a:pt x="305" y="305"/>
                </a:lnTo>
                <a:lnTo>
                  <a:pt x="305" y="306"/>
                </a:lnTo>
                <a:lnTo>
                  <a:pt x="305" y="307"/>
                </a:lnTo>
                <a:lnTo>
                  <a:pt x="306" y="307"/>
                </a:lnTo>
                <a:lnTo>
                  <a:pt x="306" y="308"/>
                </a:lnTo>
                <a:lnTo>
                  <a:pt x="307" y="309"/>
                </a:lnTo>
                <a:lnTo>
                  <a:pt x="308" y="309"/>
                </a:lnTo>
                <a:lnTo>
                  <a:pt x="308" y="307"/>
                </a:lnTo>
                <a:lnTo>
                  <a:pt x="308" y="306"/>
                </a:lnTo>
                <a:lnTo>
                  <a:pt x="308" y="307"/>
                </a:lnTo>
                <a:lnTo>
                  <a:pt x="309" y="308"/>
                </a:lnTo>
                <a:lnTo>
                  <a:pt x="310" y="308"/>
                </a:lnTo>
                <a:lnTo>
                  <a:pt x="311" y="307"/>
                </a:lnTo>
                <a:lnTo>
                  <a:pt x="311" y="306"/>
                </a:lnTo>
                <a:lnTo>
                  <a:pt x="312" y="307"/>
                </a:lnTo>
                <a:lnTo>
                  <a:pt x="312" y="308"/>
                </a:lnTo>
                <a:lnTo>
                  <a:pt x="312" y="309"/>
                </a:lnTo>
                <a:lnTo>
                  <a:pt x="313" y="310"/>
                </a:lnTo>
                <a:lnTo>
                  <a:pt x="314" y="310"/>
                </a:lnTo>
                <a:lnTo>
                  <a:pt x="315" y="310"/>
                </a:lnTo>
                <a:lnTo>
                  <a:pt x="315" y="311"/>
                </a:lnTo>
                <a:lnTo>
                  <a:pt x="316" y="312"/>
                </a:lnTo>
                <a:lnTo>
                  <a:pt x="317" y="312"/>
                </a:lnTo>
                <a:lnTo>
                  <a:pt x="318" y="312"/>
                </a:lnTo>
                <a:lnTo>
                  <a:pt x="319" y="312"/>
                </a:lnTo>
                <a:lnTo>
                  <a:pt x="318" y="312"/>
                </a:lnTo>
                <a:lnTo>
                  <a:pt x="318" y="313"/>
                </a:lnTo>
                <a:lnTo>
                  <a:pt x="318" y="314"/>
                </a:lnTo>
                <a:lnTo>
                  <a:pt x="317" y="314"/>
                </a:lnTo>
                <a:lnTo>
                  <a:pt x="315" y="315"/>
                </a:lnTo>
                <a:lnTo>
                  <a:pt x="315" y="316"/>
                </a:lnTo>
                <a:lnTo>
                  <a:pt x="314" y="316"/>
                </a:lnTo>
                <a:lnTo>
                  <a:pt x="314" y="315"/>
                </a:lnTo>
                <a:lnTo>
                  <a:pt x="313" y="315"/>
                </a:lnTo>
                <a:lnTo>
                  <a:pt x="312" y="315"/>
                </a:lnTo>
                <a:lnTo>
                  <a:pt x="311" y="315"/>
                </a:lnTo>
                <a:lnTo>
                  <a:pt x="311" y="316"/>
                </a:lnTo>
                <a:lnTo>
                  <a:pt x="311" y="318"/>
                </a:lnTo>
                <a:lnTo>
                  <a:pt x="312" y="319"/>
                </a:lnTo>
                <a:lnTo>
                  <a:pt x="312" y="320"/>
                </a:lnTo>
                <a:lnTo>
                  <a:pt x="311" y="321"/>
                </a:lnTo>
                <a:lnTo>
                  <a:pt x="310" y="322"/>
                </a:lnTo>
                <a:lnTo>
                  <a:pt x="309" y="322"/>
                </a:lnTo>
                <a:lnTo>
                  <a:pt x="309" y="321"/>
                </a:lnTo>
                <a:lnTo>
                  <a:pt x="307" y="321"/>
                </a:lnTo>
                <a:lnTo>
                  <a:pt x="307" y="320"/>
                </a:lnTo>
                <a:lnTo>
                  <a:pt x="305" y="320"/>
                </a:lnTo>
                <a:lnTo>
                  <a:pt x="304" y="320"/>
                </a:lnTo>
                <a:lnTo>
                  <a:pt x="304" y="321"/>
                </a:lnTo>
                <a:lnTo>
                  <a:pt x="303" y="321"/>
                </a:lnTo>
                <a:lnTo>
                  <a:pt x="302" y="321"/>
                </a:lnTo>
                <a:lnTo>
                  <a:pt x="301" y="321"/>
                </a:lnTo>
                <a:lnTo>
                  <a:pt x="300" y="320"/>
                </a:lnTo>
                <a:lnTo>
                  <a:pt x="300" y="319"/>
                </a:lnTo>
                <a:lnTo>
                  <a:pt x="299" y="319"/>
                </a:lnTo>
                <a:lnTo>
                  <a:pt x="298" y="319"/>
                </a:lnTo>
                <a:lnTo>
                  <a:pt x="298" y="318"/>
                </a:lnTo>
                <a:lnTo>
                  <a:pt x="298" y="317"/>
                </a:lnTo>
                <a:lnTo>
                  <a:pt x="298" y="316"/>
                </a:lnTo>
                <a:lnTo>
                  <a:pt x="297" y="316"/>
                </a:lnTo>
                <a:lnTo>
                  <a:pt x="297" y="315"/>
                </a:lnTo>
                <a:lnTo>
                  <a:pt x="296" y="315"/>
                </a:lnTo>
                <a:lnTo>
                  <a:pt x="296" y="317"/>
                </a:lnTo>
                <a:lnTo>
                  <a:pt x="295" y="317"/>
                </a:lnTo>
                <a:lnTo>
                  <a:pt x="295" y="318"/>
                </a:lnTo>
                <a:lnTo>
                  <a:pt x="295" y="319"/>
                </a:lnTo>
                <a:lnTo>
                  <a:pt x="294" y="319"/>
                </a:lnTo>
                <a:lnTo>
                  <a:pt x="295" y="322"/>
                </a:lnTo>
                <a:lnTo>
                  <a:pt x="296" y="322"/>
                </a:lnTo>
                <a:lnTo>
                  <a:pt x="297" y="323"/>
                </a:lnTo>
                <a:lnTo>
                  <a:pt x="297" y="322"/>
                </a:lnTo>
                <a:lnTo>
                  <a:pt x="298" y="323"/>
                </a:lnTo>
                <a:lnTo>
                  <a:pt x="297" y="323"/>
                </a:lnTo>
                <a:lnTo>
                  <a:pt x="297" y="324"/>
                </a:lnTo>
                <a:lnTo>
                  <a:pt x="297" y="325"/>
                </a:lnTo>
                <a:lnTo>
                  <a:pt x="298" y="325"/>
                </a:lnTo>
                <a:lnTo>
                  <a:pt x="298" y="324"/>
                </a:lnTo>
                <a:lnTo>
                  <a:pt x="299" y="324"/>
                </a:lnTo>
                <a:lnTo>
                  <a:pt x="299" y="325"/>
                </a:lnTo>
                <a:lnTo>
                  <a:pt x="299" y="327"/>
                </a:lnTo>
                <a:lnTo>
                  <a:pt x="298" y="327"/>
                </a:lnTo>
                <a:lnTo>
                  <a:pt x="298" y="326"/>
                </a:lnTo>
                <a:lnTo>
                  <a:pt x="295" y="328"/>
                </a:lnTo>
                <a:lnTo>
                  <a:pt x="294" y="328"/>
                </a:lnTo>
                <a:lnTo>
                  <a:pt x="293" y="328"/>
                </a:lnTo>
                <a:lnTo>
                  <a:pt x="292" y="328"/>
                </a:lnTo>
                <a:lnTo>
                  <a:pt x="292" y="329"/>
                </a:lnTo>
                <a:lnTo>
                  <a:pt x="291" y="329"/>
                </a:lnTo>
                <a:lnTo>
                  <a:pt x="291" y="328"/>
                </a:lnTo>
                <a:lnTo>
                  <a:pt x="290" y="328"/>
                </a:lnTo>
                <a:lnTo>
                  <a:pt x="289" y="328"/>
                </a:lnTo>
                <a:lnTo>
                  <a:pt x="290" y="328"/>
                </a:lnTo>
                <a:lnTo>
                  <a:pt x="289" y="327"/>
                </a:lnTo>
                <a:lnTo>
                  <a:pt x="288" y="327"/>
                </a:lnTo>
                <a:lnTo>
                  <a:pt x="288" y="326"/>
                </a:lnTo>
                <a:lnTo>
                  <a:pt x="287" y="325"/>
                </a:lnTo>
                <a:lnTo>
                  <a:pt x="287" y="324"/>
                </a:lnTo>
                <a:lnTo>
                  <a:pt x="288" y="323"/>
                </a:lnTo>
                <a:lnTo>
                  <a:pt x="288" y="322"/>
                </a:lnTo>
                <a:lnTo>
                  <a:pt x="289" y="323"/>
                </a:lnTo>
                <a:lnTo>
                  <a:pt x="290" y="323"/>
                </a:lnTo>
                <a:lnTo>
                  <a:pt x="291" y="322"/>
                </a:lnTo>
                <a:lnTo>
                  <a:pt x="291" y="321"/>
                </a:lnTo>
                <a:lnTo>
                  <a:pt x="292" y="320"/>
                </a:lnTo>
                <a:lnTo>
                  <a:pt x="292" y="319"/>
                </a:lnTo>
                <a:lnTo>
                  <a:pt x="291" y="319"/>
                </a:lnTo>
                <a:lnTo>
                  <a:pt x="291" y="318"/>
                </a:lnTo>
                <a:lnTo>
                  <a:pt x="292" y="319"/>
                </a:lnTo>
                <a:lnTo>
                  <a:pt x="292" y="317"/>
                </a:lnTo>
                <a:lnTo>
                  <a:pt x="292" y="318"/>
                </a:lnTo>
                <a:lnTo>
                  <a:pt x="291" y="318"/>
                </a:lnTo>
                <a:lnTo>
                  <a:pt x="290" y="317"/>
                </a:lnTo>
                <a:lnTo>
                  <a:pt x="291" y="317"/>
                </a:lnTo>
                <a:lnTo>
                  <a:pt x="291" y="316"/>
                </a:lnTo>
                <a:lnTo>
                  <a:pt x="290" y="317"/>
                </a:lnTo>
                <a:lnTo>
                  <a:pt x="288" y="317"/>
                </a:lnTo>
                <a:lnTo>
                  <a:pt x="286" y="318"/>
                </a:lnTo>
                <a:lnTo>
                  <a:pt x="286" y="317"/>
                </a:lnTo>
                <a:lnTo>
                  <a:pt x="287" y="316"/>
                </a:lnTo>
                <a:lnTo>
                  <a:pt x="288" y="316"/>
                </a:lnTo>
                <a:lnTo>
                  <a:pt x="290" y="316"/>
                </a:lnTo>
                <a:lnTo>
                  <a:pt x="290" y="315"/>
                </a:lnTo>
                <a:lnTo>
                  <a:pt x="290" y="316"/>
                </a:lnTo>
                <a:lnTo>
                  <a:pt x="290" y="315"/>
                </a:lnTo>
                <a:lnTo>
                  <a:pt x="289" y="315"/>
                </a:lnTo>
                <a:lnTo>
                  <a:pt x="288" y="315"/>
                </a:lnTo>
                <a:lnTo>
                  <a:pt x="288" y="316"/>
                </a:lnTo>
                <a:lnTo>
                  <a:pt x="286" y="317"/>
                </a:lnTo>
                <a:lnTo>
                  <a:pt x="285" y="318"/>
                </a:lnTo>
                <a:lnTo>
                  <a:pt x="284" y="318"/>
                </a:lnTo>
                <a:lnTo>
                  <a:pt x="283" y="318"/>
                </a:lnTo>
                <a:lnTo>
                  <a:pt x="283" y="317"/>
                </a:lnTo>
                <a:lnTo>
                  <a:pt x="283" y="316"/>
                </a:lnTo>
                <a:lnTo>
                  <a:pt x="284" y="315"/>
                </a:lnTo>
                <a:lnTo>
                  <a:pt x="284" y="314"/>
                </a:lnTo>
                <a:lnTo>
                  <a:pt x="284" y="313"/>
                </a:lnTo>
                <a:lnTo>
                  <a:pt x="285" y="313"/>
                </a:lnTo>
                <a:lnTo>
                  <a:pt x="285" y="314"/>
                </a:lnTo>
                <a:lnTo>
                  <a:pt x="286" y="314"/>
                </a:lnTo>
                <a:lnTo>
                  <a:pt x="287" y="313"/>
                </a:lnTo>
                <a:lnTo>
                  <a:pt x="287" y="312"/>
                </a:lnTo>
                <a:lnTo>
                  <a:pt x="288" y="311"/>
                </a:lnTo>
                <a:lnTo>
                  <a:pt x="287" y="311"/>
                </a:lnTo>
                <a:lnTo>
                  <a:pt x="286" y="311"/>
                </a:lnTo>
                <a:lnTo>
                  <a:pt x="285" y="311"/>
                </a:lnTo>
                <a:lnTo>
                  <a:pt x="284" y="310"/>
                </a:lnTo>
                <a:lnTo>
                  <a:pt x="283" y="310"/>
                </a:lnTo>
                <a:lnTo>
                  <a:pt x="283" y="311"/>
                </a:lnTo>
                <a:lnTo>
                  <a:pt x="282" y="311"/>
                </a:lnTo>
                <a:lnTo>
                  <a:pt x="281" y="311"/>
                </a:lnTo>
                <a:lnTo>
                  <a:pt x="281" y="312"/>
                </a:lnTo>
                <a:lnTo>
                  <a:pt x="280" y="312"/>
                </a:lnTo>
                <a:lnTo>
                  <a:pt x="278" y="313"/>
                </a:lnTo>
                <a:lnTo>
                  <a:pt x="277" y="313"/>
                </a:lnTo>
                <a:lnTo>
                  <a:pt x="277" y="314"/>
                </a:lnTo>
                <a:lnTo>
                  <a:pt x="276" y="314"/>
                </a:lnTo>
                <a:lnTo>
                  <a:pt x="276" y="315"/>
                </a:lnTo>
                <a:lnTo>
                  <a:pt x="275" y="315"/>
                </a:lnTo>
                <a:lnTo>
                  <a:pt x="274" y="315"/>
                </a:lnTo>
                <a:lnTo>
                  <a:pt x="273" y="315"/>
                </a:lnTo>
                <a:lnTo>
                  <a:pt x="274" y="315"/>
                </a:lnTo>
                <a:lnTo>
                  <a:pt x="275" y="315"/>
                </a:lnTo>
                <a:lnTo>
                  <a:pt x="276" y="315"/>
                </a:lnTo>
                <a:lnTo>
                  <a:pt x="277" y="315"/>
                </a:lnTo>
                <a:lnTo>
                  <a:pt x="277" y="316"/>
                </a:lnTo>
                <a:lnTo>
                  <a:pt x="278" y="316"/>
                </a:lnTo>
                <a:lnTo>
                  <a:pt x="278" y="317"/>
                </a:lnTo>
                <a:lnTo>
                  <a:pt x="279" y="317"/>
                </a:lnTo>
                <a:lnTo>
                  <a:pt x="279" y="318"/>
                </a:lnTo>
                <a:lnTo>
                  <a:pt x="279" y="319"/>
                </a:lnTo>
                <a:lnTo>
                  <a:pt x="280" y="319"/>
                </a:lnTo>
                <a:lnTo>
                  <a:pt x="281" y="319"/>
                </a:lnTo>
                <a:lnTo>
                  <a:pt x="282" y="318"/>
                </a:lnTo>
                <a:lnTo>
                  <a:pt x="282" y="319"/>
                </a:lnTo>
                <a:lnTo>
                  <a:pt x="283" y="319"/>
                </a:lnTo>
                <a:lnTo>
                  <a:pt x="283" y="320"/>
                </a:lnTo>
                <a:lnTo>
                  <a:pt x="283" y="321"/>
                </a:lnTo>
                <a:lnTo>
                  <a:pt x="283" y="322"/>
                </a:lnTo>
                <a:lnTo>
                  <a:pt x="283" y="323"/>
                </a:lnTo>
                <a:lnTo>
                  <a:pt x="282" y="323"/>
                </a:lnTo>
                <a:lnTo>
                  <a:pt x="282" y="324"/>
                </a:lnTo>
                <a:lnTo>
                  <a:pt x="281" y="324"/>
                </a:lnTo>
                <a:lnTo>
                  <a:pt x="280" y="324"/>
                </a:lnTo>
                <a:lnTo>
                  <a:pt x="279" y="325"/>
                </a:lnTo>
                <a:lnTo>
                  <a:pt x="279" y="326"/>
                </a:lnTo>
                <a:lnTo>
                  <a:pt x="280" y="327"/>
                </a:lnTo>
                <a:lnTo>
                  <a:pt x="281" y="327"/>
                </a:lnTo>
                <a:lnTo>
                  <a:pt x="282" y="327"/>
                </a:lnTo>
                <a:lnTo>
                  <a:pt x="282" y="328"/>
                </a:lnTo>
                <a:lnTo>
                  <a:pt x="281" y="328"/>
                </a:lnTo>
                <a:lnTo>
                  <a:pt x="280" y="329"/>
                </a:lnTo>
                <a:lnTo>
                  <a:pt x="277" y="329"/>
                </a:lnTo>
                <a:lnTo>
                  <a:pt x="277" y="330"/>
                </a:lnTo>
                <a:lnTo>
                  <a:pt x="275" y="330"/>
                </a:lnTo>
                <a:lnTo>
                  <a:pt x="275" y="329"/>
                </a:lnTo>
                <a:lnTo>
                  <a:pt x="275" y="330"/>
                </a:lnTo>
                <a:lnTo>
                  <a:pt x="273" y="330"/>
                </a:lnTo>
                <a:lnTo>
                  <a:pt x="273" y="331"/>
                </a:lnTo>
                <a:lnTo>
                  <a:pt x="272" y="331"/>
                </a:lnTo>
                <a:lnTo>
                  <a:pt x="273" y="331"/>
                </a:lnTo>
                <a:lnTo>
                  <a:pt x="274" y="331"/>
                </a:lnTo>
                <a:lnTo>
                  <a:pt x="275" y="331"/>
                </a:lnTo>
                <a:lnTo>
                  <a:pt x="275" y="332"/>
                </a:lnTo>
                <a:lnTo>
                  <a:pt x="276" y="332"/>
                </a:lnTo>
                <a:lnTo>
                  <a:pt x="276" y="333"/>
                </a:lnTo>
                <a:lnTo>
                  <a:pt x="278" y="335"/>
                </a:lnTo>
                <a:lnTo>
                  <a:pt x="279" y="335"/>
                </a:lnTo>
                <a:lnTo>
                  <a:pt x="280" y="335"/>
                </a:lnTo>
                <a:lnTo>
                  <a:pt x="280" y="336"/>
                </a:lnTo>
                <a:lnTo>
                  <a:pt x="282" y="337"/>
                </a:lnTo>
                <a:lnTo>
                  <a:pt x="283" y="338"/>
                </a:lnTo>
                <a:lnTo>
                  <a:pt x="284" y="338"/>
                </a:lnTo>
                <a:lnTo>
                  <a:pt x="284" y="337"/>
                </a:lnTo>
                <a:lnTo>
                  <a:pt x="284" y="336"/>
                </a:lnTo>
                <a:lnTo>
                  <a:pt x="283" y="336"/>
                </a:lnTo>
                <a:lnTo>
                  <a:pt x="284" y="335"/>
                </a:lnTo>
                <a:lnTo>
                  <a:pt x="284" y="336"/>
                </a:lnTo>
                <a:lnTo>
                  <a:pt x="284" y="335"/>
                </a:lnTo>
                <a:lnTo>
                  <a:pt x="285" y="334"/>
                </a:lnTo>
                <a:lnTo>
                  <a:pt x="286" y="334"/>
                </a:lnTo>
                <a:lnTo>
                  <a:pt x="287" y="334"/>
                </a:lnTo>
                <a:lnTo>
                  <a:pt x="287" y="335"/>
                </a:lnTo>
                <a:lnTo>
                  <a:pt x="286" y="336"/>
                </a:lnTo>
                <a:lnTo>
                  <a:pt x="285" y="336"/>
                </a:lnTo>
                <a:lnTo>
                  <a:pt x="285" y="337"/>
                </a:lnTo>
                <a:lnTo>
                  <a:pt x="285" y="339"/>
                </a:lnTo>
                <a:lnTo>
                  <a:pt x="284" y="339"/>
                </a:lnTo>
                <a:lnTo>
                  <a:pt x="283" y="340"/>
                </a:lnTo>
                <a:lnTo>
                  <a:pt x="283" y="341"/>
                </a:lnTo>
                <a:lnTo>
                  <a:pt x="283" y="342"/>
                </a:lnTo>
                <a:lnTo>
                  <a:pt x="284" y="343"/>
                </a:lnTo>
                <a:lnTo>
                  <a:pt x="285" y="344"/>
                </a:lnTo>
                <a:lnTo>
                  <a:pt x="285" y="343"/>
                </a:lnTo>
                <a:lnTo>
                  <a:pt x="285" y="344"/>
                </a:lnTo>
                <a:lnTo>
                  <a:pt x="286" y="344"/>
                </a:lnTo>
                <a:lnTo>
                  <a:pt x="287" y="344"/>
                </a:lnTo>
                <a:lnTo>
                  <a:pt x="288" y="344"/>
                </a:lnTo>
                <a:lnTo>
                  <a:pt x="287" y="344"/>
                </a:lnTo>
                <a:lnTo>
                  <a:pt x="286" y="345"/>
                </a:lnTo>
                <a:lnTo>
                  <a:pt x="284" y="345"/>
                </a:lnTo>
                <a:lnTo>
                  <a:pt x="283" y="345"/>
                </a:lnTo>
                <a:lnTo>
                  <a:pt x="283" y="344"/>
                </a:lnTo>
                <a:lnTo>
                  <a:pt x="282" y="343"/>
                </a:lnTo>
                <a:lnTo>
                  <a:pt x="281" y="343"/>
                </a:lnTo>
                <a:lnTo>
                  <a:pt x="280" y="344"/>
                </a:lnTo>
                <a:lnTo>
                  <a:pt x="279" y="344"/>
                </a:lnTo>
                <a:lnTo>
                  <a:pt x="277" y="344"/>
                </a:lnTo>
                <a:lnTo>
                  <a:pt x="276" y="345"/>
                </a:lnTo>
                <a:lnTo>
                  <a:pt x="276" y="346"/>
                </a:lnTo>
                <a:lnTo>
                  <a:pt x="277" y="347"/>
                </a:lnTo>
                <a:lnTo>
                  <a:pt x="277" y="348"/>
                </a:lnTo>
                <a:lnTo>
                  <a:pt x="277" y="349"/>
                </a:lnTo>
                <a:lnTo>
                  <a:pt x="278" y="349"/>
                </a:lnTo>
                <a:lnTo>
                  <a:pt x="278" y="350"/>
                </a:lnTo>
                <a:lnTo>
                  <a:pt x="279" y="350"/>
                </a:lnTo>
                <a:lnTo>
                  <a:pt x="282" y="350"/>
                </a:lnTo>
                <a:lnTo>
                  <a:pt x="283" y="350"/>
                </a:lnTo>
                <a:lnTo>
                  <a:pt x="284" y="351"/>
                </a:lnTo>
                <a:lnTo>
                  <a:pt x="284" y="352"/>
                </a:lnTo>
                <a:lnTo>
                  <a:pt x="283" y="352"/>
                </a:lnTo>
                <a:lnTo>
                  <a:pt x="282" y="352"/>
                </a:lnTo>
                <a:lnTo>
                  <a:pt x="281" y="352"/>
                </a:lnTo>
                <a:lnTo>
                  <a:pt x="280" y="352"/>
                </a:lnTo>
                <a:lnTo>
                  <a:pt x="279" y="352"/>
                </a:lnTo>
                <a:lnTo>
                  <a:pt x="279" y="353"/>
                </a:lnTo>
                <a:lnTo>
                  <a:pt x="278" y="353"/>
                </a:lnTo>
                <a:lnTo>
                  <a:pt x="277" y="352"/>
                </a:lnTo>
                <a:lnTo>
                  <a:pt x="276" y="352"/>
                </a:lnTo>
                <a:lnTo>
                  <a:pt x="276" y="351"/>
                </a:lnTo>
                <a:lnTo>
                  <a:pt x="275" y="351"/>
                </a:lnTo>
                <a:lnTo>
                  <a:pt x="274" y="350"/>
                </a:lnTo>
                <a:lnTo>
                  <a:pt x="273" y="351"/>
                </a:lnTo>
                <a:lnTo>
                  <a:pt x="272" y="351"/>
                </a:lnTo>
                <a:lnTo>
                  <a:pt x="272" y="352"/>
                </a:lnTo>
                <a:lnTo>
                  <a:pt x="271" y="352"/>
                </a:lnTo>
                <a:lnTo>
                  <a:pt x="270" y="352"/>
                </a:lnTo>
                <a:lnTo>
                  <a:pt x="270" y="353"/>
                </a:lnTo>
                <a:lnTo>
                  <a:pt x="269" y="353"/>
                </a:lnTo>
                <a:lnTo>
                  <a:pt x="268" y="353"/>
                </a:lnTo>
                <a:lnTo>
                  <a:pt x="267" y="353"/>
                </a:lnTo>
                <a:lnTo>
                  <a:pt x="266" y="354"/>
                </a:lnTo>
                <a:lnTo>
                  <a:pt x="265" y="354"/>
                </a:lnTo>
                <a:lnTo>
                  <a:pt x="264" y="354"/>
                </a:lnTo>
                <a:lnTo>
                  <a:pt x="263" y="354"/>
                </a:lnTo>
                <a:lnTo>
                  <a:pt x="262" y="354"/>
                </a:lnTo>
                <a:lnTo>
                  <a:pt x="262" y="355"/>
                </a:lnTo>
                <a:lnTo>
                  <a:pt x="261" y="355"/>
                </a:lnTo>
                <a:lnTo>
                  <a:pt x="260" y="355"/>
                </a:lnTo>
                <a:lnTo>
                  <a:pt x="259" y="355"/>
                </a:lnTo>
                <a:lnTo>
                  <a:pt x="258" y="355"/>
                </a:lnTo>
                <a:lnTo>
                  <a:pt x="258" y="354"/>
                </a:lnTo>
                <a:lnTo>
                  <a:pt x="258" y="353"/>
                </a:lnTo>
                <a:lnTo>
                  <a:pt x="258" y="352"/>
                </a:lnTo>
                <a:lnTo>
                  <a:pt x="258" y="351"/>
                </a:lnTo>
                <a:lnTo>
                  <a:pt x="257" y="351"/>
                </a:lnTo>
                <a:lnTo>
                  <a:pt x="257" y="350"/>
                </a:lnTo>
                <a:lnTo>
                  <a:pt x="257" y="351"/>
                </a:lnTo>
                <a:lnTo>
                  <a:pt x="257" y="350"/>
                </a:lnTo>
                <a:lnTo>
                  <a:pt x="256" y="350"/>
                </a:lnTo>
                <a:lnTo>
                  <a:pt x="256" y="349"/>
                </a:lnTo>
                <a:lnTo>
                  <a:pt x="257" y="348"/>
                </a:lnTo>
                <a:lnTo>
                  <a:pt x="258" y="347"/>
                </a:lnTo>
                <a:lnTo>
                  <a:pt x="258" y="346"/>
                </a:lnTo>
                <a:lnTo>
                  <a:pt x="258" y="345"/>
                </a:lnTo>
                <a:lnTo>
                  <a:pt x="257" y="345"/>
                </a:lnTo>
                <a:lnTo>
                  <a:pt x="257" y="344"/>
                </a:lnTo>
                <a:lnTo>
                  <a:pt x="256" y="344"/>
                </a:lnTo>
                <a:lnTo>
                  <a:pt x="255" y="344"/>
                </a:lnTo>
                <a:lnTo>
                  <a:pt x="256" y="345"/>
                </a:lnTo>
                <a:lnTo>
                  <a:pt x="256" y="346"/>
                </a:lnTo>
                <a:lnTo>
                  <a:pt x="256" y="347"/>
                </a:lnTo>
                <a:lnTo>
                  <a:pt x="256" y="348"/>
                </a:lnTo>
                <a:lnTo>
                  <a:pt x="255" y="348"/>
                </a:lnTo>
                <a:lnTo>
                  <a:pt x="254" y="348"/>
                </a:lnTo>
                <a:lnTo>
                  <a:pt x="254" y="349"/>
                </a:lnTo>
                <a:lnTo>
                  <a:pt x="254" y="350"/>
                </a:lnTo>
                <a:lnTo>
                  <a:pt x="255" y="350"/>
                </a:lnTo>
                <a:lnTo>
                  <a:pt x="256" y="350"/>
                </a:lnTo>
                <a:lnTo>
                  <a:pt x="256" y="351"/>
                </a:lnTo>
                <a:lnTo>
                  <a:pt x="256" y="352"/>
                </a:lnTo>
                <a:lnTo>
                  <a:pt x="256" y="353"/>
                </a:lnTo>
                <a:lnTo>
                  <a:pt x="256" y="354"/>
                </a:lnTo>
                <a:lnTo>
                  <a:pt x="255" y="354"/>
                </a:lnTo>
                <a:lnTo>
                  <a:pt x="254" y="355"/>
                </a:lnTo>
                <a:lnTo>
                  <a:pt x="253" y="355"/>
                </a:lnTo>
                <a:lnTo>
                  <a:pt x="252" y="355"/>
                </a:lnTo>
                <a:lnTo>
                  <a:pt x="253" y="356"/>
                </a:lnTo>
                <a:lnTo>
                  <a:pt x="252" y="357"/>
                </a:lnTo>
                <a:lnTo>
                  <a:pt x="253" y="359"/>
                </a:lnTo>
                <a:lnTo>
                  <a:pt x="253" y="360"/>
                </a:lnTo>
                <a:lnTo>
                  <a:pt x="254" y="360"/>
                </a:lnTo>
                <a:lnTo>
                  <a:pt x="254" y="361"/>
                </a:lnTo>
                <a:lnTo>
                  <a:pt x="254" y="362"/>
                </a:lnTo>
                <a:lnTo>
                  <a:pt x="256" y="361"/>
                </a:lnTo>
                <a:lnTo>
                  <a:pt x="257" y="361"/>
                </a:lnTo>
                <a:lnTo>
                  <a:pt x="258" y="361"/>
                </a:lnTo>
                <a:lnTo>
                  <a:pt x="259" y="361"/>
                </a:lnTo>
                <a:lnTo>
                  <a:pt x="259" y="360"/>
                </a:lnTo>
                <a:lnTo>
                  <a:pt x="259" y="359"/>
                </a:lnTo>
                <a:lnTo>
                  <a:pt x="260" y="358"/>
                </a:lnTo>
                <a:lnTo>
                  <a:pt x="261" y="359"/>
                </a:lnTo>
                <a:lnTo>
                  <a:pt x="260" y="359"/>
                </a:lnTo>
                <a:lnTo>
                  <a:pt x="260" y="360"/>
                </a:lnTo>
                <a:lnTo>
                  <a:pt x="260" y="361"/>
                </a:lnTo>
                <a:lnTo>
                  <a:pt x="260" y="362"/>
                </a:lnTo>
                <a:lnTo>
                  <a:pt x="260" y="363"/>
                </a:lnTo>
                <a:lnTo>
                  <a:pt x="261" y="363"/>
                </a:lnTo>
                <a:lnTo>
                  <a:pt x="262" y="363"/>
                </a:lnTo>
                <a:lnTo>
                  <a:pt x="262" y="362"/>
                </a:lnTo>
                <a:lnTo>
                  <a:pt x="263" y="362"/>
                </a:lnTo>
                <a:lnTo>
                  <a:pt x="263" y="363"/>
                </a:lnTo>
                <a:lnTo>
                  <a:pt x="264" y="363"/>
                </a:lnTo>
                <a:lnTo>
                  <a:pt x="264" y="362"/>
                </a:lnTo>
                <a:lnTo>
                  <a:pt x="265" y="363"/>
                </a:lnTo>
                <a:lnTo>
                  <a:pt x="265" y="364"/>
                </a:lnTo>
                <a:lnTo>
                  <a:pt x="265" y="365"/>
                </a:lnTo>
                <a:lnTo>
                  <a:pt x="265" y="366"/>
                </a:lnTo>
                <a:lnTo>
                  <a:pt x="264" y="366"/>
                </a:lnTo>
                <a:lnTo>
                  <a:pt x="263" y="367"/>
                </a:lnTo>
                <a:lnTo>
                  <a:pt x="263" y="368"/>
                </a:lnTo>
                <a:lnTo>
                  <a:pt x="262" y="368"/>
                </a:lnTo>
                <a:lnTo>
                  <a:pt x="261" y="368"/>
                </a:lnTo>
                <a:lnTo>
                  <a:pt x="261" y="370"/>
                </a:lnTo>
                <a:lnTo>
                  <a:pt x="261" y="371"/>
                </a:lnTo>
                <a:lnTo>
                  <a:pt x="260" y="371"/>
                </a:lnTo>
                <a:lnTo>
                  <a:pt x="259" y="372"/>
                </a:lnTo>
                <a:lnTo>
                  <a:pt x="259" y="373"/>
                </a:lnTo>
                <a:lnTo>
                  <a:pt x="258" y="374"/>
                </a:lnTo>
                <a:lnTo>
                  <a:pt x="256" y="374"/>
                </a:lnTo>
                <a:lnTo>
                  <a:pt x="256" y="373"/>
                </a:lnTo>
                <a:lnTo>
                  <a:pt x="256" y="372"/>
                </a:lnTo>
                <a:lnTo>
                  <a:pt x="255" y="372"/>
                </a:lnTo>
                <a:lnTo>
                  <a:pt x="254" y="372"/>
                </a:lnTo>
                <a:lnTo>
                  <a:pt x="253" y="373"/>
                </a:lnTo>
                <a:lnTo>
                  <a:pt x="253" y="375"/>
                </a:lnTo>
                <a:lnTo>
                  <a:pt x="253" y="376"/>
                </a:lnTo>
                <a:lnTo>
                  <a:pt x="253" y="377"/>
                </a:lnTo>
                <a:lnTo>
                  <a:pt x="254" y="378"/>
                </a:lnTo>
                <a:lnTo>
                  <a:pt x="254" y="379"/>
                </a:lnTo>
                <a:lnTo>
                  <a:pt x="255" y="379"/>
                </a:lnTo>
                <a:lnTo>
                  <a:pt x="255" y="378"/>
                </a:lnTo>
                <a:lnTo>
                  <a:pt x="256" y="378"/>
                </a:lnTo>
                <a:lnTo>
                  <a:pt x="256" y="379"/>
                </a:lnTo>
                <a:lnTo>
                  <a:pt x="256" y="380"/>
                </a:lnTo>
                <a:lnTo>
                  <a:pt x="256" y="381"/>
                </a:lnTo>
                <a:lnTo>
                  <a:pt x="255" y="381"/>
                </a:lnTo>
                <a:lnTo>
                  <a:pt x="256" y="382"/>
                </a:lnTo>
                <a:lnTo>
                  <a:pt x="255" y="383"/>
                </a:lnTo>
                <a:lnTo>
                  <a:pt x="254" y="383"/>
                </a:lnTo>
                <a:lnTo>
                  <a:pt x="253" y="384"/>
                </a:lnTo>
                <a:lnTo>
                  <a:pt x="253" y="385"/>
                </a:lnTo>
                <a:lnTo>
                  <a:pt x="254" y="385"/>
                </a:lnTo>
                <a:lnTo>
                  <a:pt x="253" y="385"/>
                </a:lnTo>
                <a:lnTo>
                  <a:pt x="252" y="385"/>
                </a:lnTo>
                <a:lnTo>
                  <a:pt x="252" y="386"/>
                </a:lnTo>
                <a:lnTo>
                  <a:pt x="251" y="386"/>
                </a:lnTo>
                <a:lnTo>
                  <a:pt x="251" y="387"/>
                </a:lnTo>
                <a:lnTo>
                  <a:pt x="250" y="387"/>
                </a:lnTo>
                <a:lnTo>
                  <a:pt x="250" y="388"/>
                </a:lnTo>
                <a:lnTo>
                  <a:pt x="249" y="388"/>
                </a:lnTo>
                <a:lnTo>
                  <a:pt x="248" y="388"/>
                </a:lnTo>
                <a:lnTo>
                  <a:pt x="247" y="389"/>
                </a:lnTo>
                <a:lnTo>
                  <a:pt x="247" y="390"/>
                </a:lnTo>
                <a:lnTo>
                  <a:pt x="246" y="390"/>
                </a:lnTo>
                <a:lnTo>
                  <a:pt x="246" y="388"/>
                </a:lnTo>
                <a:lnTo>
                  <a:pt x="247" y="387"/>
                </a:lnTo>
                <a:lnTo>
                  <a:pt x="247" y="386"/>
                </a:lnTo>
                <a:lnTo>
                  <a:pt x="247" y="385"/>
                </a:lnTo>
                <a:lnTo>
                  <a:pt x="246" y="383"/>
                </a:lnTo>
                <a:lnTo>
                  <a:pt x="244" y="381"/>
                </a:lnTo>
                <a:lnTo>
                  <a:pt x="243" y="380"/>
                </a:lnTo>
                <a:lnTo>
                  <a:pt x="241" y="379"/>
                </a:lnTo>
                <a:lnTo>
                  <a:pt x="240" y="379"/>
                </a:lnTo>
                <a:lnTo>
                  <a:pt x="240" y="378"/>
                </a:lnTo>
                <a:lnTo>
                  <a:pt x="239" y="378"/>
                </a:lnTo>
                <a:lnTo>
                  <a:pt x="238" y="378"/>
                </a:lnTo>
                <a:lnTo>
                  <a:pt x="237" y="378"/>
                </a:lnTo>
                <a:lnTo>
                  <a:pt x="235" y="378"/>
                </a:lnTo>
                <a:lnTo>
                  <a:pt x="235" y="377"/>
                </a:lnTo>
                <a:lnTo>
                  <a:pt x="235" y="376"/>
                </a:lnTo>
                <a:lnTo>
                  <a:pt x="235" y="375"/>
                </a:lnTo>
                <a:lnTo>
                  <a:pt x="235" y="374"/>
                </a:lnTo>
                <a:lnTo>
                  <a:pt x="236" y="374"/>
                </a:lnTo>
                <a:lnTo>
                  <a:pt x="235" y="374"/>
                </a:lnTo>
                <a:lnTo>
                  <a:pt x="235" y="373"/>
                </a:lnTo>
                <a:lnTo>
                  <a:pt x="236" y="373"/>
                </a:lnTo>
                <a:lnTo>
                  <a:pt x="235" y="373"/>
                </a:lnTo>
                <a:lnTo>
                  <a:pt x="235" y="372"/>
                </a:lnTo>
                <a:lnTo>
                  <a:pt x="235" y="371"/>
                </a:lnTo>
                <a:lnTo>
                  <a:pt x="234" y="370"/>
                </a:lnTo>
                <a:lnTo>
                  <a:pt x="234" y="371"/>
                </a:lnTo>
                <a:lnTo>
                  <a:pt x="234" y="372"/>
                </a:lnTo>
                <a:lnTo>
                  <a:pt x="234" y="373"/>
                </a:lnTo>
                <a:lnTo>
                  <a:pt x="235" y="373"/>
                </a:lnTo>
                <a:lnTo>
                  <a:pt x="235" y="374"/>
                </a:lnTo>
                <a:lnTo>
                  <a:pt x="234" y="374"/>
                </a:lnTo>
                <a:lnTo>
                  <a:pt x="234" y="375"/>
                </a:lnTo>
                <a:lnTo>
                  <a:pt x="233" y="376"/>
                </a:lnTo>
                <a:lnTo>
                  <a:pt x="233" y="377"/>
                </a:lnTo>
                <a:lnTo>
                  <a:pt x="234" y="378"/>
                </a:lnTo>
                <a:lnTo>
                  <a:pt x="234" y="379"/>
                </a:lnTo>
                <a:lnTo>
                  <a:pt x="233" y="380"/>
                </a:lnTo>
                <a:lnTo>
                  <a:pt x="232" y="380"/>
                </a:lnTo>
                <a:lnTo>
                  <a:pt x="231" y="381"/>
                </a:lnTo>
                <a:lnTo>
                  <a:pt x="230" y="381"/>
                </a:lnTo>
                <a:lnTo>
                  <a:pt x="230" y="382"/>
                </a:lnTo>
                <a:lnTo>
                  <a:pt x="229" y="382"/>
                </a:lnTo>
                <a:lnTo>
                  <a:pt x="228" y="383"/>
                </a:lnTo>
                <a:lnTo>
                  <a:pt x="227" y="383"/>
                </a:lnTo>
                <a:lnTo>
                  <a:pt x="226" y="383"/>
                </a:lnTo>
                <a:lnTo>
                  <a:pt x="225" y="383"/>
                </a:lnTo>
                <a:lnTo>
                  <a:pt x="224" y="383"/>
                </a:lnTo>
                <a:lnTo>
                  <a:pt x="223" y="383"/>
                </a:lnTo>
                <a:lnTo>
                  <a:pt x="222" y="383"/>
                </a:lnTo>
                <a:lnTo>
                  <a:pt x="221" y="382"/>
                </a:lnTo>
                <a:lnTo>
                  <a:pt x="221" y="383"/>
                </a:lnTo>
                <a:lnTo>
                  <a:pt x="221" y="384"/>
                </a:lnTo>
                <a:lnTo>
                  <a:pt x="219" y="385"/>
                </a:lnTo>
                <a:lnTo>
                  <a:pt x="218" y="386"/>
                </a:lnTo>
                <a:lnTo>
                  <a:pt x="217" y="386"/>
                </a:lnTo>
                <a:lnTo>
                  <a:pt x="218" y="386"/>
                </a:lnTo>
                <a:lnTo>
                  <a:pt x="218" y="387"/>
                </a:lnTo>
                <a:lnTo>
                  <a:pt x="217" y="387"/>
                </a:lnTo>
                <a:lnTo>
                  <a:pt x="215" y="387"/>
                </a:lnTo>
                <a:lnTo>
                  <a:pt x="215" y="386"/>
                </a:lnTo>
                <a:lnTo>
                  <a:pt x="214" y="386"/>
                </a:lnTo>
                <a:lnTo>
                  <a:pt x="213" y="385"/>
                </a:lnTo>
                <a:lnTo>
                  <a:pt x="212" y="384"/>
                </a:lnTo>
                <a:lnTo>
                  <a:pt x="212" y="383"/>
                </a:lnTo>
                <a:lnTo>
                  <a:pt x="212" y="381"/>
                </a:lnTo>
                <a:lnTo>
                  <a:pt x="212" y="380"/>
                </a:lnTo>
                <a:lnTo>
                  <a:pt x="212" y="378"/>
                </a:lnTo>
                <a:lnTo>
                  <a:pt x="211" y="378"/>
                </a:lnTo>
                <a:lnTo>
                  <a:pt x="212" y="377"/>
                </a:lnTo>
                <a:lnTo>
                  <a:pt x="213" y="376"/>
                </a:lnTo>
                <a:lnTo>
                  <a:pt x="213" y="375"/>
                </a:lnTo>
                <a:lnTo>
                  <a:pt x="212" y="375"/>
                </a:lnTo>
                <a:lnTo>
                  <a:pt x="212" y="374"/>
                </a:lnTo>
                <a:lnTo>
                  <a:pt x="211" y="374"/>
                </a:lnTo>
                <a:lnTo>
                  <a:pt x="211" y="375"/>
                </a:lnTo>
                <a:lnTo>
                  <a:pt x="211" y="376"/>
                </a:lnTo>
                <a:lnTo>
                  <a:pt x="210" y="377"/>
                </a:lnTo>
                <a:lnTo>
                  <a:pt x="209" y="376"/>
                </a:lnTo>
                <a:lnTo>
                  <a:pt x="208" y="376"/>
                </a:lnTo>
                <a:lnTo>
                  <a:pt x="208" y="377"/>
                </a:lnTo>
                <a:lnTo>
                  <a:pt x="209" y="377"/>
                </a:lnTo>
                <a:lnTo>
                  <a:pt x="208" y="377"/>
                </a:lnTo>
                <a:lnTo>
                  <a:pt x="208" y="378"/>
                </a:lnTo>
                <a:lnTo>
                  <a:pt x="208" y="379"/>
                </a:lnTo>
                <a:lnTo>
                  <a:pt x="207" y="380"/>
                </a:lnTo>
                <a:lnTo>
                  <a:pt x="206" y="381"/>
                </a:lnTo>
                <a:lnTo>
                  <a:pt x="205" y="382"/>
                </a:lnTo>
                <a:lnTo>
                  <a:pt x="205" y="383"/>
                </a:lnTo>
                <a:lnTo>
                  <a:pt x="204" y="384"/>
                </a:lnTo>
                <a:lnTo>
                  <a:pt x="203" y="384"/>
                </a:lnTo>
                <a:lnTo>
                  <a:pt x="201" y="384"/>
                </a:lnTo>
                <a:lnTo>
                  <a:pt x="201" y="385"/>
                </a:lnTo>
                <a:lnTo>
                  <a:pt x="200" y="385"/>
                </a:lnTo>
                <a:lnTo>
                  <a:pt x="199" y="385"/>
                </a:lnTo>
                <a:lnTo>
                  <a:pt x="198" y="386"/>
                </a:lnTo>
                <a:lnTo>
                  <a:pt x="198" y="387"/>
                </a:lnTo>
                <a:lnTo>
                  <a:pt x="198" y="388"/>
                </a:lnTo>
                <a:lnTo>
                  <a:pt x="199" y="388"/>
                </a:lnTo>
                <a:lnTo>
                  <a:pt x="199" y="387"/>
                </a:lnTo>
                <a:lnTo>
                  <a:pt x="199" y="388"/>
                </a:lnTo>
                <a:lnTo>
                  <a:pt x="201" y="390"/>
                </a:lnTo>
                <a:lnTo>
                  <a:pt x="201" y="391"/>
                </a:lnTo>
                <a:lnTo>
                  <a:pt x="200" y="391"/>
                </a:lnTo>
                <a:lnTo>
                  <a:pt x="199" y="392"/>
                </a:lnTo>
                <a:lnTo>
                  <a:pt x="198" y="393"/>
                </a:lnTo>
                <a:lnTo>
                  <a:pt x="198" y="394"/>
                </a:lnTo>
                <a:lnTo>
                  <a:pt x="198" y="395"/>
                </a:lnTo>
                <a:lnTo>
                  <a:pt x="199" y="396"/>
                </a:lnTo>
                <a:lnTo>
                  <a:pt x="199" y="397"/>
                </a:lnTo>
                <a:lnTo>
                  <a:pt x="197" y="397"/>
                </a:lnTo>
                <a:lnTo>
                  <a:pt x="193" y="396"/>
                </a:lnTo>
                <a:lnTo>
                  <a:pt x="191" y="395"/>
                </a:lnTo>
                <a:lnTo>
                  <a:pt x="190" y="394"/>
                </a:lnTo>
                <a:lnTo>
                  <a:pt x="188" y="394"/>
                </a:lnTo>
                <a:lnTo>
                  <a:pt x="187" y="393"/>
                </a:lnTo>
                <a:lnTo>
                  <a:pt x="186" y="393"/>
                </a:lnTo>
                <a:lnTo>
                  <a:pt x="186" y="394"/>
                </a:lnTo>
                <a:lnTo>
                  <a:pt x="187" y="395"/>
                </a:lnTo>
                <a:lnTo>
                  <a:pt x="187" y="396"/>
                </a:lnTo>
                <a:lnTo>
                  <a:pt x="186" y="397"/>
                </a:lnTo>
                <a:lnTo>
                  <a:pt x="185" y="398"/>
                </a:lnTo>
                <a:lnTo>
                  <a:pt x="184" y="398"/>
                </a:lnTo>
                <a:lnTo>
                  <a:pt x="185" y="398"/>
                </a:lnTo>
                <a:lnTo>
                  <a:pt x="185" y="399"/>
                </a:lnTo>
                <a:lnTo>
                  <a:pt x="186" y="400"/>
                </a:lnTo>
                <a:lnTo>
                  <a:pt x="185" y="400"/>
                </a:lnTo>
                <a:lnTo>
                  <a:pt x="185" y="401"/>
                </a:lnTo>
                <a:lnTo>
                  <a:pt x="186" y="401"/>
                </a:lnTo>
                <a:lnTo>
                  <a:pt x="186" y="402"/>
                </a:lnTo>
                <a:lnTo>
                  <a:pt x="188" y="402"/>
                </a:lnTo>
                <a:lnTo>
                  <a:pt x="189" y="402"/>
                </a:lnTo>
                <a:lnTo>
                  <a:pt x="190" y="402"/>
                </a:lnTo>
                <a:lnTo>
                  <a:pt x="191" y="402"/>
                </a:lnTo>
                <a:lnTo>
                  <a:pt x="191" y="401"/>
                </a:lnTo>
                <a:lnTo>
                  <a:pt x="193" y="401"/>
                </a:lnTo>
                <a:lnTo>
                  <a:pt x="194" y="401"/>
                </a:lnTo>
                <a:lnTo>
                  <a:pt x="195" y="400"/>
                </a:lnTo>
                <a:lnTo>
                  <a:pt x="197" y="400"/>
                </a:lnTo>
                <a:lnTo>
                  <a:pt x="198" y="400"/>
                </a:lnTo>
                <a:lnTo>
                  <a:pt x="199" y="400"/>
                </a:lnTo>
                <a:lnTo>
                  <a:pt x="201" y="400"/>
                </a:lnTo>
                <a:lnTo>
                  <a:pt x="201" y="401"/>
                </a:lnTo>
                <a:lnTo>
                  <a:pt x="201" y="402"/>
                </a:lnTo>
                <a:lnTo>
                  <a:pt x="200" y="402"/>
                </a:lnTo>
                <a:lnTo>
                  <a:pt x="200" y="403"/>
                </a:lnTo>
                <a:lnTo>
                  <a:pt x="200" y="404"/>
                </a:lnTo>
                <a:lnTo>
                  <a:pt x="200" y="405"/>
                </a:lnTo>
                <a:lnTo>
                  <a:pt x="199" y="405"/>
                </a:lnTo>
                <a:lnTo>
                  <a:pt x="199" y="406"/>
                </a:lnTo>
                <a:lnTo>
                  <a:pt x="198" y="406"/>
                </a:lnTo>
                <a:lnTo>
                  <a:pt x="198" y="407"/>
                </a:lnTo>
                <a:lnTo>
                  <a:pt x="199" y="407"/>
                </a:lnTo>
                <a:lnTo>
                  <a:pt x="199" y="406"/>
                </a:lnTo>
                <a:lnTo>
                  <a:pt x="200" y="406"/>
                </a:lnTo>
                <a:lnTo>
                  <a:pt x="202" y="406"/>
                </a:lnTo>
                <a:lnTo>
                  <a:pt x="202" y="405"/>
                </a:lnTo>
                <a:lnTo>
                  <a:pt x="204" y="405"/>
                </a:lnTo>
                <a:lnTo>
                  <a:pt x="204" y="406"/>
                </a:lnTo>
                <a:lnTo>
                  <a:pt x="205" y="406"/>
                </a:lnTo>
                <a:lnTo>
                  <a:pt x="205" y="407"/>
                </a:lnTo>
                <a:lnTo>
                  <a:pt x="205" y="408"/>
                </a:lnTo>
                <a:lnTo>
                  <a:pt x="205" y="409"/>
                </a:lnTo>
                <a:lnTo>
                  <a:pt x="205" y="410"/>
                </a:lnTo>
                <a:lnTo>
                  <a:pt x="206" y="410"/>
                </a:lnTo>
                <a:lnTo>
                  <a:pt x="207" y="411"/>
                </a:lnTo>
                <a:lnTo>
                  <a:pt x="206" y="412"/>
                </a:lnTo>
                <a:lnTo>
                  <a:pt x="206" y="413"/>
                </a:lnTo>
                <a:lnTo>
                  <a:pt x="207" y="413"/>
                </a:lnTo>
                <a:lnTo>
                  <a:pt x="207" y="414"/>
                </a:lnTo>
                <a:lnTo>
                  <a:pt x="208" y="414"/>
                </a:lnTo>
                <a:lnTo>
                  <a:pt x="208" y="415"/>
                </a:lnTo>
                <a:lnTo>
                  <a:pt x="207" y="415"/>
                </a:lnTo>
                <a:lnTo>
                  <a:pt x="206" y="415"/>
                </a:lnTo>
                <a:lnTo>
                  <a:pt x="205" y="415"/>
                </a:lnTo>
                <a:lnTo>
                  <a:pt x="204" y="415"/>
                </a:lnTo>
                <a:lnTo>
                  <a:pt x="204" y="416"/>
                </a:lnTo>
                <a:lnTo>
                  <a:pt x="202" y="416"/>
                </a:lnTo>
                <a:lnTo>
                  <a:pt x="201" y="416"/>
                </a:lnTo>
                <a:lnTo>
                  <a:pt x="201" y="417"/>
                </a:lnTo>
                <a:lnTo>
                  <a:pt x="200" y="417"/>
                </a:lnTo>
                <a:lnTo>
                  <a:pt x="200" y="418"/>
                </a:lnTo>
                <a:lnTo>
                  <a:pt x="199" y="418"/>
                </a:lnTo>
                <a:lnTo>
                  <a:pt x="199" y="419"/>
                </a:lnTo>
                <a:lnTo>
                  <a:pt x="198" y="420"/>
                </a:lnTo>
                <a:lnTo>
                  <a:pt x="197" y="420"/>
                </a:lnTo>
                <a:lnTo>
                  <a:pt x="197" y="421"/>
                </a:lnTo>
                <a:lnTo>
                  <a:pt x="196" y="421"/>
                </a:lnTo>
                <a:lnTo>
                  <a:pt x="195" y="422"/>
                </a:lnTo>
                <a:lnTo>
                  <a:pt x="195" y="423"/>
                </a:lnTo>
                <a:lnTo>
                  <a:pt x="194" y="423"/>
                </a:lnTo>
                <a:lnTo>
                  <a:pt x="194" y="424"/>
                </a:lnTo>
                <a:lnTo>
                  <a:pt x="193" y="424"/>
                </a:lnTo>
                <a:lnTo>
                  <a:pt x="193" y="425"/>
                </a:lnTo>
                <a:lnTo>
                  <a:pt x="193" y="426"/>
                </a:lnTo>
                <a:lnTo>
                  <a:pt x="192" y="426"/>
                </a:lnTo>
                <a:lnTo>
                  <a:pt x="192" y="425"/>
                </a:lnTo>
                <a:lnTo>
                  <a:pt x="192" y="424"/>
                </a:lnTo>
                <a:lnTo>
                  <a:pt x="193" y="423"/>
                </a:lnTo>
                <a:lnTo>
                  <a:pt x="192" y="423"/>
                </a:lnTo>
                <a:lnTo>
                  <a:pt x="192" y="424"/>
                </a:lnTo>
                <a:lnTo>
                  <a:pt x="191" y="423"/>
                </a:lnTo>
                <a:lnTo>
                  <a:pt x="192" y="423"/>
                </a:lnTo>
                <a:lnTo>
                  <a:pt x="192" y="422"/>
                </a:lnTo>
                <a:lnTo>
                  <a:pt x="191" y="422"/>
                </a:lnTo>
                <a:lnTo>
                  <a:pt x="191" y="421"/>
                </a:lnTo>
                <a:lnTo>
                  <a:pt x="190" y="421"/>
                </a:lnTo>
                <a:lnTo>
                  <a:pt x="190" y="422"/>
                </a:lnTo>
                <a:lnTo>
                  <a:pt x="191" y="423"/>
                </a:lnTo>
                <a:lnTo>
                  <a:pt x="191" y="424"/>
                </a:lnTo>
                <a:lnTo>
                  <a:pt x="191" y="425"/>
                </a:lnTo>
                <a:lnTo>
                  <a:pt x="190" y="424"/>
                </a:lnTo>
                <a:lnTo>
                  <a:pt x="190" y="423"/>
                </a:lnTo>
                <a:lnTo>
                  <a:pt x="190" y="424"/>
                </a:lnTo>
                <a:lnTo>
                  <a:pt x="189" y="424"/>
                </a:lnTo>
                <a:lnTo>
                  <a:pt x="190" y="425"/>
                </a:lnTo>
                <a:lnTo>
                  <a:pt x="191" y="425"/>
                </a:lnTo>
                <a:lnTo>
                  <a:pt x="191" y="426"/>
                </a:lnTo>
                <a:lnTo>
                  <a:pt x="190" y="426"/>
                </a:lnTo>
                <a:lnTo>
                  <a:pt x="190" y="427"/>
                </a:lnTo>
                <a:lnTo>
                  <a:pt x="189" y="428"/>
                </a:lnTo>
                <a:lnTo>
                  <a:pt x="189" y="429"/>
                </a:lnTo>
                <a:lnTo>
                  <a:pt x="188" y="430"/>
                </a:lnTo>
                <a:lnTo>
                  <a:pt x="187" y="430"/>
                </a:lnTo>
                <a:lnTo>
                  <a:pt x="186" y="432"/>
                </a:lnTo>
                <a:lnTo>
                  <a:pt x="186" y="433"/>
                </a:lnTo>
                <a:lnTo>
                  <a:pt x="186" y="437"/>
                </a:lnTo>
                <a:lnTo>
                  <a:pt x="186" y="438"/>
                </a:lnTo>
                <a:lnTo>
                  <a:pt x="185" y="439"/>
                </a:lnTo>
                <a:lnTo>
                  <a:pt x="184" y="439"/>
                </a:lnTo>
                <a:lnTo>
                  <a:pt x="182" y="439"/>
                </a:lnTo>
                <a:lnTo>
                  <a:pt x="181" y="439"/>
                </a:lnTo>
                <a:lnTo>
                  <a:pt x="180" y="440"/>
                </a:lnTo>
                <a:lnTo>
                  <a:pt x="180" y="441"/>
                </a:lnTo>
                <a:lnTo>
                  <a:pt x="179" y="441"/>
                </a:lnTo>
                <a:lnTo>
                  <a:pt x="179" y="442"/>
                </a:lnTo>
                <a:lnTo>
                  <a:pt x="179" y="443"/>
                </a:lnTo>
                <a:lnTo>
                  <a:pt x="179" y="442"/>
                </a:lnTo>
                <a:lnTo>
                  <a:pt x="178" y="442"/>
                </a:lnTo>
                <a:lnTo>
                  <a:pt x="177" y="443"/>
                </a:lnTo>
                <a:lnTo>
                  <a:pt x="177" y="444"/>
                </a:lnTo>
                <a:lnTo>
                  <a:pt x="177" y="445"/>
                </a:lnTo>
                <a:lnTo>
                  <a:pt x="177" y="446"/>
                </a:lnTo>
                <a:lnTo>
                  <a:pt x="176" y="446"/>
                </a:lnTo>
                <a:lnTo>
                  <a:pt x="175" y="446"/>
                </a:lnTo>
                <a:lnTo>
                  <a:pt x="175" y="447"/>
                </a:lnTo>
                <a:lnTo>
                  <a:pt x="174" y="448"/>
                </a:lnTo>
                <a:lnTo>
                  <a:pt x="174" y="449"/>
                </a:lnTo>
                <a:lnTo>
                  <a:pt x="174" y="450"/>
                </a:lnTo>
                <a:lnTo>
                  <a:pt x="174" y="451"/>
                </a:lnTo>
                <a:lnTo>
                  <a:pt x="173" y="451"/>
                </a:lnTo>
                <a:lnTo>
                  <a:pt x="172" y="452"/>
                </a:lnTo>
                <a:lnTo>
                  <a:pt x="171" y="451"/>
                </a:lnTo>
                <a:lnTo>
                  <a:pt x="171" y="450"/>
                </a:lnTo>
                <a:lnTo>
                  <a:pt x="171" y="449"/>
                </a:lnTo>
                <a:lnTo>
                  <a:pt x="171" y="448"/>
                </a:lnTo>
                <a:lnTo>
                  <a:pt x="172" y="447"/>
                </a:lnTo>
                <a:lnTo>
                  <a:pt x="173" y="447"/>
                </a:lnTo>
                <a:lnTo>
                  <a:pt x="173" y="446"/>
                </a:lnTo>
                <a:lnTo>
                  <a:pt x="174" y="445"/>
                </a:lnTo>
                <a:lnTo>
                  <a:pt x="174" y="444"/>
                </a:lnTo>
                <a:lnTo>
                  <a:pt x="174" y="443"/>
                </a:lnTo>
                <a:lnTo>
                  <a:pt x="175" y="443"/>
                </a:lnTo>
                <a:lnTo>
                  <a:pt x="176" y="443"/>
                </a:lnTo>
                <a:lnTo>
                  <a:pt x="176" y="442"/>
                </a:lnTo>
                <a:lnTo>
                  <a:pt x="175" y="443"/>
                </a:lnTo>
                <a:lnTo>
                  <a:pt x="175" y="442"/>
                </a:lnTo>
                <a:lnTo>
                  <a:pt x="174" y="442"/>
                </a:lnTo>
                <a:lnTo>
                  <a:pt x="174" y="443"/>
                </a:lnTo>
                <a:lnTo>
                  <a:pt x="174" y="442"/>
                </a:lnTo>
                <a:lnTo>
                  <a:pt x="174" y="441"/>
                </a:lnTo>
                <a:lnTo>
                  <a:pt x="173" y="440"/>
                </a:lnTo>
                <a:lnTo>
                  <a:pt x="174" y="439"/>
                </a:lnTo>
                <a:lnTo>
                  <a:pt x="174" y="438"/>
                </a:lnTo>
                <a:lnTo>
                  <a:pt x="174" y="439"/>
                </a:lnTo>
                <a:lnTo>
                  <a:pt x="173" y="439"/>
                </a:lnTo>
                <a:lnTo>
                  <a:pt x="173" y="440"/>
                </a:lnTo>
                <a:lnTo>
                  <a:pt x="173" y="441"/>
                </a:lnTo>
                <a:lnTo>
                  <a:pt x="172" y="441"/>
                </a:lnTo>
                <a:lnTo>
                  <a:pt x="170" y="440"/>
                </a:lnTo>
                <a:lnTo>
                  <a:pt x="170" y="439"/>
                </a:lnTo>
                <a:lnTo>
                  <a:pt x="169" y="439"/>
                </a:lnTo>
                <a:lnTo>
                  <a:pt x="169" y="438"/>
                </a:lnTo>
                <a:lnTo>
                  <a:pt x="168" y="437"/>
                </a:lnTo>
                <a:lnTo>
                  <a:pt x="168" y="438"/>
                </a:lnTo>
                <a:lnTo>
                  <a:pt x="169" y="439"/>
                </a:lnTo>
                <a:lnTo>
                  <a:pt x="169" y="440"/>
                </a:lnTo>
                <a:lnTo>
                  <a:pt x="169" y="441"/>
                </a:lnTo>
                <a:lnTo>
                  <a:pt x="168" y="442"/>
                </a:lnTo>
                <a:lnTo>
                  <a:pt x="167" y="442"/>
                </a:lnTo>
                <a:lnTo>
                  <a:pt x="167" y="443"/>
                </a:lnTo>
                <a:lnTo>
                  <a:pt x="167" y="444"/>
                </a:lnTo>
                <a:lnTo>
                  <a:pt x="167" y="445"/>
                </a:lnTo>
                <a:lnTo>
                  <a:pt x="168" y="445"/>
                </a:lnTo>
                <a:lnTo>
                  <a:pt x="168" y="446"/>
                </a:lnTo>
                <a:lnTo>
                  <a:pt x="168" y="447"/>
                </a:lnTo>
                <a:lnTo>
                  <a:pt x="169" y="447"/>
                </a:lnTo>
                <a:lnTo>
                  <a:pt x="168" y="447"/>
                </a:lnTo>
                <a:lnTo>
                  <a:pt x="167" y="448"/>
                </a:lnTo>
                <a:lnTo>
                  <a:pt x="166" y="448"/>
                </a:lnTo>
                <a:lnTo>
                  <a:pt x="166" y="449"/>
                </a:lnTo>
                <a:lnTo>
                  <a:pt x="165" y="449"/>
                </a:lnTo>
                <a:lnTo>
                  <a:pt x="164" y="450"/>
                </a:lnTo>
                <a:lnTo>
                  <a:pt x="163" y="451"/>
                </a:lnTo>
                <a:lnTo>
                  <a:pt x="163" y="452"/>
                </a:lnTo>
                <a:lnTo>
                  <a:pt x="162" y="453"/>
                </a:lnTo>
                <a:lnTo>
                  <a:pt x="162" y="455"/>
                </a:lnTo>
                <a:lnTo>
                  <a:pt x="161" y="456"/>
                </a:lnTo>
                <a:lnTo>
                  <a:pt x="161" y="457"/>
                </a:lnTo>
                <a:lnTo>
                  <a:pt x="161" y="458"/>
                </a:lnTo>
                <a:lnTo>
                  <a:pt x="161" y="459"/>
                </a:lnTo>
                <a:lnTo>
                  <a:pt x="161" y="460"/>
                </a:lnTo>
                <a:lnTo>
                  <a:pt x="161" y="461"/>
                </a:lnTo>
                <a:lnTo>
                  <a:pt x="162" y="462"/>
                </a:lnTo>
                <a:lnTo>
                  <a:pt x="162" y="463"/>
                </a:lnTo>
                <a:lnTo>
                  <a:pt x="163" y="463"/>
                </a:lnTo>
                <a:lnTo>
                  <a:pt x="162" y="464"/>
                </a:lnTo>
                <a:lnTo>
                  <a:pt x="161" y="465"/>
                </a:lnTo>
                <a:lnTo>
                  <a:pt x="161" y="466"/>
                </a:lnTo>
                <a:lnTo>
                  <a:pt x="160" y="466"/>
                </a:lnTo>
                <a:lnTo>
                  <a:pt x="160" y="467"/>
                </a:lnTo>
                <a:lnTo>
                  <a:pt x="160" y="468"/>
                </a:lnTo>
                <a:lnTo>
                  <a:pt x="159" y="468"/>
                </a:lnTo>
                <a:lnTo>
                  <a:pt x="158" y="469"/>
                </a:lnTo>
                <a:lnTo>
                  <a:pt x="158" y="470"/>
                </a:lnTo>
                <a:lnTo>
                  <a:pt x="158" y="471"/>
                </a:lnTo>
                <a:lnTo>
                  <a:pt x="157" y="471"/>
                </a:lnTo>
                <a:lnTo>
                  <a:pt x="157" y="470"/>
                </a:lnTo>
                <a:lnTo>
                  <a:pt x="158" y="469"/>
                </a:lnTo>
                <a:lnTo>
                  <a:pt x="158" y="468"/>
                </a:lnTo>
                <a:lnTo>
                  <a:pt x="159" y="468"/>
                </a:lnTo>
                <a:lnTo>
                  <a:pt x="159" y="467"/>
                </a:lnTo>
                <a:lnTo>
                  <a:pt x="158" y="466"/>
                </a:lnTo>
                <a:lnTo>
                  <a:pt x="158" y="465"/>
                </a:lnTo>
                <a:lnTo>
                  <a:pt x="158" y="464"/>
                </a:lnTo>
                <a:lnTo>
                  <a:pt x="159" y="464"/>
                </a:lnTo>
                <a:lnTo>
                  <a:pt x="159" y="463"/>
                </a:lnTo>
                <a:lnTo>
                  <a:pt x="160" y="463"/>
                </a:lnTo>
                <a:lnTo>
                  <a:pt x="160" y="462"/>
                </a:lnTo>
                <a:lnTo>
                  <a:pt x="160" y="461"/>
                </a:lnTo>
                <a:lnTo>
                  <a:pt x="160" y="460"/>
                </a:lnTo>
                <a:lnTo>
                  <a:pt x="160" y="459"/>
                </a:lnTo>
                <a:lnTo>
                  <a:pt x="159" y="459"/>
                </a:lnTo>
                <a:lnTo>
                  <a:pt x="159" y="458"/>
                </a:lnTo>
                <a:lnTo>
                  <a:pt x="159" y="457"/>
                </a:lnTo>
                <a:lnTo>
                  <a:pt x="159" y="456"/>
                </a:lnTo>
                <a:lnTo>
                  <a:pt x="159" y="455"/>
                </a:lnTo>
                <a:lnTo>
                  <a:pt x="158" y="455"/>
                </a:lnTo>
                <a:lnTo>
                  <a:pt x="157" y="454"/>
                </a:lnTo>
                <a:lnTo>
                  <a:pt x="156" y="454"/>
                </a:lnTo>
                <a:lnTo>
                  <a:pt x="157" y="453"/>
                </a:lnTo>
                <a:lnTo>
                  <a:pt x="156" y="453"/>
                </a:lnTo>
                <a:lnTo>
                  <a:pt x="156" y="452"/>
                </a:lnTo>
                <a:lnTo>
                  <a:pt x="156" y="453"/>
                </a:lnTo>
                <a:lnTo>
                  <a:pt x="155" y="453"/>
                </a:lnTo>
                <a:lnTo>
                  <a:pt x="154" y="452"/>
                </a:lnTo>
                <a:lnTo>
                  <a:pt x="153" y="451"/>
                </a:lnTo>
                <a:lnTo>
                  <a:pt x="151" y="451"/>
                </a:lnTo>
                <a:lnTo>
                  <a:pt x="150" y="450"/>
                </a:lnTo>
                <a:lnTo>
                  <a:pt x="149" y="450"/>
                </a:lnTo>
                <a:lnTo>
                  <a:pt x="148" y="450"/>
                </a:lnTo>
                <a:lnTo>
                  <a:pt x="147" y="450"/>
                </a:lnTo>
                <a:lnTo>
                  <a:pt x="146" y="450"/>
                </a:lnTo>
                <a:lnTo>
                  <a:pt x="145" y="449"/>
                </a:lnTo>
                <a:lnTo>
                  <a:pt x="145" y="448"/>
                </a:lnTo>
                <a:lnTo>
                  <a:pt x="144" y="448"/>
                </a:lnTo>
                <a:lnTo>
                  <a:pt x="143" y="448"/>
                </a:lnTo>
                <a:lnTo>
                  <a:pt x="142" y="448"/>
                </a:lnTo>
                <a:lnTo>
                  <a:pt x="141" y="448"/>
                </a:lnTo>
                <a:lnTo>
                  <a:pt x="141" y="449"/>
                </a:lnTo>
                <a:lnTo>
                  <a:pt x="142" y="449"/>
                </a:lnTo>
                <a:lnTo>
                  <a:pt x="142" y="450"/>
                </a:lnTo>
                <a:lnTo>
                  <a:pt x="143" y="450"/>
                </a:lnTo>
                <a:lnTo>
                  <a:pt x="143" y="451"/>
                </a:lnTo>
                <a:lnTo>
                  <a:pt x="144" y="451"/>
                </a:lnTo>
                <a:lnTo>
                  <a:pt x="145" y="451"/>
                </a:lnTo>
                <a:lnTo>
                  <a:pt x="147" y="451"/>
                </a:lnTo>
                <a:lnTo>
                  <a:pt x="148" y="451"/>
                </a:lnTo>
                <a:lnTo>
                  <a:pt x="148" y="452"/>
                </a:lnTo>
                <a:lnTo>
                  <a:pt x="149" y="452"/>
                </a:lnTo>
                <a:lnTo>
                  <a:pt x="149" y="453"/>
                </a:lnTo>
                <a:lnTo>
                  <a:pt x="149" y="454"/>
                </a:lnTo>
                <a:lnTo>
                  <a:pt x="149" y="455"/>
                </a:lnTo>
                <a:lnTo>
                  <a:pt x="150" y="455"/>
                </a:lnTo>
                <a:lnTo>
                  <a:pt x="150" y="456"/>
                </a:lnTo>
                <a:lnTo>
                  <a:pt x="149" y="457"/>
                </a:lnTo>
                <a:lnTo>
                  <a:pt x="149" y="458"/>
                </a:lnTo>
                <a:lnTo>
                  <a:pt x="149" y="459"/>
                </a:lnTo>
                <a:lnTo>
                  <a:pt x="150" y="459"/>
                </a:lnTo>
                <a:lnTo>
                  <a:pt x="150" y="460"/>
                </a:lnTo>
                <a:lnTo>
                  <a:pt x="149" y="460"/>
                </a:lnTo>
                <a:lnTo>
                  <a:pt x="148" y="460"/>
                </a:lnTo>
                <a:lnTo>
                  <a:pt x="147" y="460"/>
                </a:lnTo>
                <a:lnTo>
                  <a:pt x="147" y="461"/>
                </a:lnTo>
                <a:lnTo>
                  <a:pt x="147" y="462"/>
                </a:lnTo>
                <a:lnTo>
                  <a:pt x="147" y="463"/>
                </a:lnTo>
                <a:lnTo>
                  <a:pt x="146" y="464"/>
                </a:lnTo>
                <a:lnTo>
                  <a:pt x="145" y="465"/>
                </a:lnTo>
                <a:lnTo>
                  <a:pt x="144" y="466"/>
                </a:lnTo>
                <a:lnTo>
                  <a:pt x="145" y="466"/>
                </a:lnTo>
                <a:lnTo>
                  <a:pt x="145" y="467"/>
                </a:lnTo>
                <a:lnTo>
                  <a:pt x="144" y="467"/>
                </a:lnTo>
                <a:lnTo>
                  <a:pt x="143" y="466"/>
                </a:lnTo>
                <a:lnTo>
                  <a:pt x="142" y="465"/>
                </a:lnTo>
                <a:lnTo>
                  <a:pt x="141" y="465"/>
                </a:lnTo>
                <a:lnTo>
                  <a:pt x="141" y="466"/>
                </a:lnTo>
                <a:lnTo>
                  <a:pt x="142" y="466"/>
                </a:lnTo>
                <a:lnTo>
                  <a:pt x="143" y="466"/>
                </a:lnTo>
                <a:lnTo>
                  <a:pt x="143" y="467"/>
                </a:lnTo>
                <a:lnTo>
                  <a:pt x="144" y="468"/>
                </a:lnTo>
                <a:lnTo>
                  <a:pt x="144" y="469"/>
                </a:lnTo>
                <a:lnTo>
                  <a:pt x="145" y="469"/>
                </a:lnTo>
                <a:lnTo>
                  <a:pt x="145" y="468"/>
                </a:lnTo>
                <a:lnTo>
                  <a:pt x="146" y="468"/>
                </a:lnTo>
                <a:lnTo>
                  <a:pt x="146" y="469"/>
                </a:lnTo>
                <a:lnTo>
                  <a:pt x="147" y="468"/>
                </a:lnTo>
                <a:lnTo>
                  <a:pt x="147" y="467"/>
                </a:lnTo>
                <a:lnTo>
                  <a:pt x="148" y="467"/>
                </a:lnTo>
                <a:lnTo>
                  <a:pt x="148" y="468"/>
                </a:lnTo>
                <a:lnTo>
                  <a:pt x="148" y="467"/>
                </a:lnTo>
                <a:lnTo>
                  <a:pt x="149" y="467"/>
                </a:lnTo>
                <a:lnTo>
                  <a:pt x="149" y="466"/>
                </a:lnTo>
                <a:lnTo>
                  <a:pt x="150" y="467"/>
                </a:lnTo>
                <a:lnTo>
                  <a:pt x="150" y="468"/>
                </a:lnTo>
                <a:lnTo>
                  <a:pt x="151" y="467"/>
                </a:lnTo>
                <a:lnTo>
                  <a:pt x="151" y="468"/>
                </a:lnTo>
                <a:lnTo>
                  <a:pt x="152" y="468"/>
                </a:lnTo>
                <a:lnTo>
                  <a:pt x="152" y="469"/>
                </a:lnTo>
                <a:lnTo>
                  <a:pt x="153" y="469"/>
                </a:lnTo>
                <a:lnTo>
                  <a:pt x="152" y="469"/>
                </a:lnTo>
                <a:lnTo>
                  <a:pt x="152" y="470"/>
                </a:lnTo>
                <a:lnTo>
                  <a:pt x="151" y="471"/>
                </a:lnTo>
                <a:lnTo>
                  <a:pt x="150" y="471"/>
                </a:lnTo>
                <a:lnTo>
                  <a:pt x="150" y="470"/>
                </a:lnTo>
                <a:lnTo>
                  <a:pt x="149" y="471"/>
                </a:lnTo>
                <a:lnTo>
                  <a:pt x="148" y="471"/>
                </a:lnTo>
                <a:lnTo>
                  <a:pt x="148" y="472"/>
                </a:lnTo>
                <a:lnTo>
                  <a:pt x="148" y="473"/>
                </a:lnTo>
                <a:lnTo>
                  <a:pt x="147" y="474"/>
                </a:lnTo>
                <a:lnTo>
                  <a:pt x="147" y="476"/>
                </a:lnTo>
                <a:lnTo>
                  <a:pt x="148" y="476"/>
                </a:lnTo>
                <a:lnTo>
                  <a:pt x="149" y="477"/>
                </a:lnTo>
                <a:lnTo>
                  <a:pt x="148" y="477"/>
                </a:lnTo>
                <a:lnTo>
                  <a:pt x="147" y="477"/>
                </a:lnTo>
                <a:lnTo>
                  <a:pt x="147" y="478"/>
                </a:lnTo>
                <a:lnTo>
                  <a:pt x="146" y="478"/>
                </a:lnTo>
                <a:lnTo>
                  <a:pt x="146" y="477"/>
                </a:lnTo>
                <a:lnTo>
                  <a:pt x="145" y="477"/>
                </a:lnTo>
                <a:lnTo>
                  <a:pt x="145" y="476"/>
                </a:lnTo>
                <a:lnTo>
                  <a:pt x="144" y="476"/>
                </a:lnTo>
                <a:lnTo>
                  <a:pt x="144" y="477"/>
                </a:lnTo>
                <a:lnTo>
                  <a:pt x="143" y="477"/>
                </a:lnTo>
                <a:lnTo>
                  <a:pt x="143" y="478"/>
                </a:lnTo>
                <a:lnTo>
                  <a:pt x="143" y="479"/>
                </a:lnTo>
                <a:lnTo>
                  <a:pt x="142" y="479"/>
                </a:lnTo>
                <a:lnTo>
                  <a:pt x="142" y="480"/>
                </a:lnTo>
                <a:lnTo>
                  <a:pt x="142" y="482"/>
                </a:lnTo>
                <a:lnTo>
                  <a:pt x="142" y="483"/>
                </a:lnTo>
                <a:lnTo>
                  <a:pt x="143" y="483"/>
                </a:lnTo>
                <a:lnTo>
                  <a:pt x="143" y="484"/>
                </a:lnTo>
                <a:lnTo>
                  <a:pt x="144" y="483"/>
                </a:lnTo>
                <a:lnTo>
                  <a:pt x="144" y="484"/>
                </a:lnTo>
                <a:lnTo>
                  <a:pt x="145" y="484"/>
                </a:lnTo>
                <a:lnTo>
                  <a:pt x="144" y="485"/>
                </a:lnTo>
                <a:lnTo>
                  <a:pt x="144" y="484"/>
                </a:lnTo>
                <a:lnTo>
                  <a:pt x="143" y="484"/>
                </a:lnTo>
                <a:lnTo>
                  <a:pt x="142" y="485"/>
                </a:lnTo>
                <a:lnTo>
                  <a:pt x="141" y="485"/>
                </a:lnTo>
                <a:lnTo>
                  <a:pt x="140" y="485"/>
                </a:lnTo>
                <a:lnTo>
                  <a:pt x="139" y="486"/>
                </a:lnTo>
                <a:lnTo>
                  <a:pt x="138" y="486"/>
                </a:lnTo>
                <a:lnTo>
                  <a:pt x="138" y="487"/>
                </a:lnTo>
                <a:lnTo>
                  <a:pt x="138" y="486"/>
                </a:lnTo>
                <a:lnTo>
                  <a:pt x="138" y="485"/>
                </a:lnTo>
                <a:lnTo>
                  <a:pt x="137" y="485"/>
                </a:lnTo>
                <a:lnTo>
                  <a:pt x="136" y="485"/>
                </a:lnTo>
                <a:lnTo>
                  <a:pt x="135" y="485"/>
                </a:lnTo>
                <a:lnTo>
                  <a:pt x="134" y="486"/>
                </a:lnTo>
                <a:lnTo>
                  <a:pt x="133" y="486"/>
                </a:lnTo>
                <a:lnTo>
                  <a:pt x="133" y="485"/>
                </a:lnTo>
                <a:lnTo>
                  <a:pt x="134" y="485"/>
                </a:lnTo>
                <a:lnTo>
                  <a:pt x="134" y="484"/>
                </a:lnTo>
                <a:lnTo>
                  <a:pt x="135" y="484"/>
                </a:lnTo>
                <a:lnTo>
                  <a:pt x="135" y="483"/>
                </a:lnTo>
                <a:lnTo>
                  <a:pt x="136" y="483"/>
                </a:lnTo>
                <a:lnTo>
                  <a:pt x="136" y="482"/>
                </a:lnTo>
                <a:lnTo>
                  <a:pt x="137" y="482"/>
                </a:lnTo>
                <a:lnTo>
                  <a:pt x="137" y="481"/>
                </a:lnTo>
                <a:lnTo>
                  <a:pt x="139" y="479"/>
                </a:lnTo>
                <a:lnTo>
                  <a:pt x="138" y="478"/>
                </a:lnTo>
                <a:lnTo>
                  <a:pt x="137" y="476"/>
                </a:lnTo>
                <a:lnTo>
                  <a:pt x="137" y="475"/>
                </a:lnTo>
                <a:lnTo>
                  <a:pt x="136" y="475"/>
                </a:lnTo>
                <a:lnTo>
                  <a:pt x="136" y="474"/>
                </a:lnTo>
                <a:lnTo>
                  <a:pt x="135" y="474"/>
                </a:lnTo>
                <a:lnTo>
                  <a:pt x="136" y="474"/>
                </a:lnTo>
                <a:lnTo>
                  <a:pt x="136" y="473"/>
                </a:lnTo>
                <a:lnTo>
                  <a:pt x="137" y="473"/>
                </a:lnTo>
                <a:lnTo>
                  <a:pt x="137" y="472"/>
                </a:lnTo>
                <a:lnTo>
                  <a:pt x="137" y="471"/>
                </a:lnTo>
                <a:lnTo>
                  <a:pt x="137" y="470"/>
                </a:lnTo>
                <a:lnTo>
                  <a:pt x="137" y="469"/>
                </a:lnTo>
                <a:lnTo>
                  <a:pt x="136" y="469"/>
                </a:lnTo>
                <a:lnTo>
                  <a:pt x="136" y="468"/>
                </a:lnTo>
                <a:lnTo>
                  <a:pt x="136" y="467"/>
                </a:lnTo>
                <a:lnTo>
                  <a:pt x="137" y="467"/>
                </a:lnTo>
                <a:lnTo>
                  <a:pt x="138" y="467"/>
                </a:lnTo>
                <a:lnTo>
                  <a:pt x="138" y="466"/>
                </a:lnTo>
                <a:lnTo>
                  <a:pt x="139" y="465"/>
                </a:lnTo>
                <a:lnTo>
                  <a:pt x="140" y="464"/>
                </a:lnTo>
                <a:lnTo>
                  <a:pt x="141" y="464"/>
                </a:lnTo>
                <a:lnTo>
                  <a:pt x="141" y="465"/>
                </a:lnTo>
                <a:lnTo>
                  <a:pt x="141" y="464"/>
                </a:lnTo>
                <a:lnTo>
                  <a:pt x="140" y="464"/>
                </a:lnTo>
                <a:lnTo>
                  <a:pt x="139" y="464"/>
                </a:lnTo>
                <a:lnTo>
                  <a:pt x="138" y="465"/>
                </a:lnTo>
                <a:lnTo>
                  <a:pt x="137" y="465"/>
                </a:lnTo>
                <a:lnTo>
                  <a:pt x="137" y="466"/>
                </a:lnTo>
                <a:lnTo>
                  <a:pt x="136" y="467"/>
                </a:lnTo>
                <a:lnTo>
                  <a:pt x="135" y="467"/>
                </a:lnTo>
                <a:lnTo>
                  <a:pt x="134" y="467"/>
                </a:lnTo>
                <a:lnTo>
                  <a:pt x="134" y="468"/>
                </a:lnTo>
                <a:lnTo>
                  <a:pt x="134" y="467"/>
                </a:lnTo>
                <a:lnTo>
                  <a:pt x="133" y="467"/>
                </a:lnTo>
                <a:lnTo>
                  <a:pt x="133" y="468"/>
                </a:lnTo>
                <a:lnTo>
                  <a:pt x="132" y="468"/>
                </a:lnTo>
                <a:lnTo>
                  <a:pt x="131" y="469"/>
                </a:lnTo>
                <a:lnTo>
                  <a:pt x="130" y="469"/>
                </a:lnTo>
                <a:lnTo>
                  <a:pt x="129" y="470"/>
                </a:lnTo>
                <a:lnTo>
                  <a:pt x="129" y="471"/>
                </a:lnTo>
                <a:lnTo>
                  <a:pt x="129" y="472"/>
                </a:lnTo>
                <a:lnTo>
                  <a:pt x="130" y="474"/>
                </a:lnTo>
                <a:lnTo>
                  <a:pt x="130" y="475"/>
                </a:lnTo>
                <a:lnTo>
                  <a:pt x="129" y="475"/>
                </a:lnTo>
                <a:lnTo>
                  <a:pt x="129" y="477"/>
                </a:lnTo>
                <a:lnTo>
                  <a:pt x="129" y="478"/>
                </a:lnTo>
                <a:lnTo>
                  <a:pt x="130" y="479"/>
                </a:lnTo>
                <a:lnTo>
                  <a:pt x="130" y="480"/>
                </a:lnTo>
                <a:lnTo>
                  <a:pt x="129" y="480"/>
                </a:lnTo>
                <a:lnTo>
                  <a:pt x="128" y="480"/>
                </a:lnTo>
                <a:lnTo>
                  <a:pt x="128" y="481"/>
                </a:lnTo>
                <a:lnTo>
                  <a:pt x="128" y="482"/>
                </a:lnTo>
                <a:lnTo>
                  <a:pt x="127" y="482"/>
                </a:lnTo>
                <a:lnTo>
                  <a:pt x="126" y="483"/>
                </a:lnTo>
                <a:lnTo>
                  <a:pt x="126" y="482"/>
                </a:lnTo>
                <a:lnTo>
                  <a:pt x="126" y="481"/>
                </a:lnTo>
                <a:lnTo>
                  <a:pt x="125" y="480"/>
                </a:lnTo>
                <a:lnTo>
                  <a:pt x="126" y="480"/>
                </a:lnTo>
                <a:lnTo>
                  <a:pt x="126" y="479"/>
                </a:lnTo>
                <a:lnTo>
                  <a:pt x="126" y="478"/>
                </a:lnTo>
                <a:lnTo>
                  <a:pt x="126" y="477"/>
                </a:lnTo>
                <a:lnTo>
                  <a:pt x="127" y="477"/>
                </a:lnTo>
                <a:lnTo>
                  <a:pt x="127" y="476"/>
                </a:lnTo>
                <a:lnTo>
                  <a:pt x="127" y="475"/>
                </a:lnTo>
                <a:lnTo>
                  <a:pt x="127" y="474"/>
                </a:lnTo>
                <a:lnTo>
                  <a:pt x="126" y="474"/>
                </a:lnTo>
                <a:lnTo>
                  <a:pt x="125" y="474"/>
                </a:lnTo>
                <a:lnTo>
                  <a:pt x="126" y="474"/>
                </a:lnTo>
                <a:lnTo>
                  <a:pt x="127" y="475"/>
                </a:lnTo>
                <a:lnTo>
                  <a:pt x="126" y="475"/>
                </a:lnTo>
                <a:lnTo>
                  <a:pt x="126" y="477"/>
                </a:lnTo>
                <a:lnTo>
                  <a:pt x="125" y="477"/>
                </a:lnTo>
                <a:lnTo>
                  <a:pt x="125" y="476"/>
                </a:lnTo>
                <a:lnTo>
                  <a:pt x="125" y="475"/>
                </a:lnTo>
                <a:lnTo>
                  <a:pt x="124" y="475"/>
                </a:lnTo>
                <a:lnTo>
                  <a:pt x="124" y="476"/>
                </a:lnTo>
                <a:lnTo>
                  <a:pt x="124" y="477"/>
                </a:lnTo>
                <a:lnTo>
                  <a:pt x="124" y="478"/>
                </a:lnTo>
                <a:lnTo>
                  <a:pt x="124" y="477"/>
                </a:lnTo>
                <a:lnTo>
                  <a:pt x="124" y="478"/>
                </a:lnTo>
                <a:lnTo>
                  <a:pt x="125" y="478"/>
                </a:lnTo>
                <a:lnTo>
                  <a:pt x="125" y="479"/>
                </a:lnTo>
                <a:lnTo>
                  <a:pt x="125" y="480"/>
                </a:lnTo>
                <a:lnTo>
                  <a:pt x="125" y="481"/>
                </a:lnTo>
                <a:lnTo>
                  <a:pt x="123" y="481"/>
                </a:lnTo>
                <a:lnTo>
                  <a:pt x="122" y="481"/>
                </a:lnTo>
                <a:lnTo>
                  <a:pt x="121" y="480"/>
                </a:lnTo>
                <a:lnTo>
                  <a:pt x="120" y="479"/>
                </a:lnTo>
                <a:lnTo>
                  <a:pt x="119" y="479"/>
                </a:lnTo>
                <a:lnTo>
                  <a:pt x="119" y="478"/>
                </a:lnTo>
                <a:lnTo>
                  <a:pt x="118" y="478"/>
                </a:lnTo>
                <a:lnTo>
                  <a:pt x="118" y="477"/>
                </a:lnTo>
                <a:lnTo>
                  <a:pt x="117" y="477"/>
                </a:lnTo>
                <a:lnTo>
                  <a:pt x="116" y="478"/>
                </a:lnTo>
                <a:lnTo>
                  <a:pt x="115" y="478"/>
                </a:lnTo>
                <a:lnTo>
                  <a:pt x="115" y="477"/>
                </a:lnTo>
                <a:lnTo>
                  <a:pt x="114" y="476"/>
                </a:lnTo>
                <a:lnTo>
                  <a:pt x="113" y="476"/>
                </a:lnTo>
                <a:lnTo>
                  <a:pt x="112" y="475"/>
                </a:lnTo>
                <a:lnTo>
                  <a:pt x="111" y="475"/>
                </a:lnTo>
                <a:lnTo>
                  <a:pt x="110" y="474"/>
                </a:lnTo>
                <a:lnTo>
                  <a:pt x="109" y="473"/>
                </a:lnTo>
                <a:lnTo>
                  <a:pt x="109" y="471"/>
                </a:lnTo>
                <a:lnTo>
                  <a:pt x="109" y="470"/>
                </a:lnTo>
                <a:lnTo>
                  <a:pt x="109" y="469"/>
                </a:lnTo>
                <a:lnTo>
                  <a:pt x="109" y="468"/>
                </a:lnTo>
                <a:lnTo>
                  <a:pt x="109" y="467"/>
                </a:lnTo>
                <a:lnTo>
                  <a:pt x="108" y="465"/>
                </a:lnTo>
                <a:lnTo>
                  <a:pt x="107" y="464"/>
                </a:lnTo>
                <a:lnTo>
                  <a:pt x="107" y="463"/>
                </a:lnTo>
                <a:lnTo>
                  <a:pt x="107" y="462"/>
                </a:lnTo>
                <a:lnTo>
                  <a:pt x="106" y="461"/>
                </a:lnTo>
                <a:lnTo>
                  <a:pt x="107" y="461"/>
                </a:lnTo>
                <a:lnTo>
                  <a:pt x="107" y="460"/>
                </a:lnTo>
                <a:lnTo>
                  <a:pt x="107" y="459"/>
                </a:lnTo>
                <a:lnTo>
                  <a:pt x="106" y="458"/>
                </a:lnTo>
                <a:lnTo>
                  <a:pt x="105" y="457"/>
                </a:lnTo>
                <a:lnTo>
                  <a:pt x="105" y="456"/>
                </a:lnTo>
                <a:lnTo>
                  <a:pt x="104" y="456"/>
                </a:lnTo>
                <a:lnTo>
                  <a:pt x="103" y="456"/>
                </a:lnTo>
                <a:lnTo>
                  <a:pt x="103" y="457"/>
                </a:lnTo>
                <a:lnTo>
                  <a:pt x="102" y="457"/>
                </a:lnTo>
                <a:lnTo>
                  <a:pt x="101" y="456"/>
                </a:lnTo>
                <a:lnTo>
                  <a:pt x="101" y="455"/>
                </a:lnTo>
                <a:lnTo>
                  <a:pt x="102" y="455"/>
                </a:lnTo>
                <a:lnTo>
                  <a:pt x="102" y="454"/>
                </a:lnTo>
                <a:lnTo>
                  <a:pt x="102" y="453"/>
                </a:lnTo>
                <a:lnTo>
                  <a:pt x="102" y="452"/>
                </a:lnTo>
                <a:lnTo>
                  <a:pt x="101" y="452"/>
                </a:lnTo>
                <a:lnTo>
                  <a:pt x="101" y="451"/>
                </a:lnTo>
                <a:lnTo>
                  <a:pt x="101" y="450"/>
                </a:lnTo>
                <a:lnTo>
                  <a:pt x="100" y="450"/>
                </a:lnTo>
                <a:lnTo>
                  <a:pt x="101" y="450"/>
                </a:lnTo>
                <a:lnTo>
                  <a:pt x="102" y="450"/>
                </a:lnTo>
                <a:lnTo>
                  <a:pt x="102" y="449"/>
                </a:lnTo>
                <a:lnTo>
                  <a:pt x="103" y="448"/>
                </a:lnTo>
                <a:lnTo>
                  <a:pt x="103" y="447"/>
                </a:lnTo>
                <a:lnTo>
                  <a:pt x="103" y="446"/>
                </a:lnTo>
                <a:lnTo>
                  <a:pt x="102" y="445"/>
                </a:lnTo>
                <a:lnTo>
                  <a:pt x="102" y="443"/>
                </a:lnTo>
                <a:lnTo>
                  <a:pt x="103" y="442"/>
                </a:lnTo>
                <a:lnTo>
                  <a:pt x="102" y="441"/>
                </a:lnTo>
                <a:lnTo>
                  <a:pt x="101" y="441"/>
                </a:lnTo>
                <a:lnTo>
                  <a:pt x="100" y="442"/>
                </a:lnTo>
                <a:lnTo>
                  <a:pt x="100" y="440"/>
                </a:lnTo>
                <a:lnTo>
                  <a:pt x="101" y="440"/>
                </a:lnTo>
                <a:lnTo>
                  <a:pt x="100" y="440"/>
                </a:lnTo>
                <a:lnTo>
                  <a:pt x="100" y="439"/>
                </a:lnTo>
                <a:lnTo>
                  <a:pt x="99" y="439"/>
                </a:lnTo>
                <a:lnTo>
                  <a:pt x="99" y="438"/>
                </a:lnTo>
                <a:lnTo>
                  <a:pt x="100" y="438"/>
                </a:lnTo>
                <a:lnTo>
                  <a:pt x="100" y="437"/>
                </a:lnTo>
                <a:lnTo>
                  <a:pt x="100" y="436"/>
                </a:lnTo>
                <a:lnTo>
                  <a:pt x="99" y="436"/>
                </a:lnTo>
                <a:lnTo>
                  <a:pt x="99" y="435"/>
                </a:lnTo>
                <a:lnTo>
                  <a:pt x="98" y="435"/>
                </a:lnTo>
                <a:lnTo>
                  <a:pt x="98" y="434"/>
                </a:lnTo>
                <a:lnTo>
                  <a:pt x="98" y="433"/>
                </a:lnTo>
                <a:lnTo>
                  <a:pt x="98" y="432"/>
                </a:lnTo>
                <a:lnTo>
                  <a:pt x="98" y="431"/>
                </a:lnTo>
                <a:lnTo>
                  <a:pt x="99" y="430"/>
                </a:lnTo>
                <a:lnTo>
                  <a:pt x="99" y="429"/>
                </a:lnTo>
                <a:lnTo>
                  <a:pt x="99" y="428"/>
                </a:lnTo>
                <a:lnTo>
                  <a:pt x="100" y="428"/>
                </a:lnTo>
                <a:lnTo>
                  <a:pt x="100" y="427"/>
                </a:lnTo>
                <a:lnTo>
                  <a:pt x="101" y="427"/>
                </a:lnTo>
                <a:lnTo>
                  <a:pt x="101" y="426"/>
                </a:lnTo>
                <a:lnTo>
                  <a:pt x="102" y="426"/>
                </a:lnTo>
                <a:lnTo>
                  <a:pt x="102" y="425"/>
                </a:lnTo>
                <a:lnTo>
                  <a:pt x="103" y="425"/>
                </a:lnTo>
                <a:lnTo>
                  <a:pt x="103" y="424"/>
                </a:lnTo>
                <a:lnTo>
                  <a:pt x="104" y="424"/>
                </a:lnTo>
                <a:lnTo>
                  <a:pt x="104" y="423"/>
                </a:lnTo>
                <a:lnTo>
                  <a:pt x="104" y="422"/>
                </a:lnTo>
                <a:lnTo>
                  <a:pt x="103" y="422"/>
                </a:lnTo>
                <a:lnTo>
                  <a:pt x="102" y="421"/>
                </a:lnTo>
                <a:lnTo>
                  <a:pt x="102" y="422"/>
                </a:lnTo>
                <a:lnTo>
                  <a:pt x="102" y="421"/>
                </a:lnTo>
                <a:lnTo>
                  <a:pt x="101" y="421"/>
                </a:lnTo>
                <a:lnTo>
                  <a:pt x="101" y="420"/>
                </a:lnTo>
                <a:lnTo>
                  <a:pt x="100" y="420"/>
                </a:lnTo>
                <a:lnTo>
                  <a:pt x="99" y="420"/>
                </a:lnTo>
                <a:lnTo>
                  <a:pt x="99" y="419"/>
                </a:lnTo>
                <a:lnTo>
                  <a:pt x="98" y="419"/>
                </a:lnTo>
                <a:lnTo>
                  <a:pt x="99" y="419"/>
                </a:lnTo>
                <a:lnTo>
                  <a:pt x="99" y="418"/>
                </a:lnTo>
                <a:lnTo>
                  <a:pt x="99" y="417"/>
                </a:lnTo>
                <a:lnTo>
                  <a:pt x="99" y="416"/>
                </a:lnTo>
                <a:lnTo>
                  <a:pt x="99" y="415"/>
                </a:lnTo>
                <a:lnTo>
                  <a:pt x="99" y="414"/>
                </a:lnTo>
                <a:lnTo>
                  <a:pt x="99" y="413"/>
                </a:lnTo>
                <a:lnTo>
                  <a:pt x="98" y="413"/>
                </a:lnTo>
                <a:lnTo>
                  <a:pt x="97" y="413"/>
                </a:lnTo>
                <a:lnTo>
                  <a:pt x="97" y="412"/>
                </a:lnTo>
                <a:lnTo>
                  <a:pt x="96" y="411"/>
                </a:lnTo>
                <a:lnTo>
                  <a:pt x="97" y="411"/>
                </a:lnTo>
                <a:lnTo>
                  <a:pt x="96" y="410"/>
                </a:lnTo>
                <a:lnTo>
                  <a:pt x="97" y="409"/>
                </a:lnTo>
                <a:lnTo>
                  <a:pt x="97" y="408"/>
                </a:lnTo>
                <a:lnTo>
                  <a:pt x="96" y="408"/>
                </a:lnTo>
                <a:lnTo>
                  <a:pt x="96" y="407"/>
                </a:lnTo>
                <a:lnTo>
                  <a:pt x="95" y="406"/>
                </a:lnTo>
                <a:lnTo>
                  <a:pt x="95" y="405"/>
                </a:lnTo>
                <a:lnTo>
                  <a:pt x="96" y="404"/>
                </a:lnTo>
                <a:lnTo>
                  <a:pt x="95" y="403"/>
                </a:lnTo>
                <a:lnTo>
                  <a:pt x="95" y="402"/>
                </a:lnTo>
                <a:lnTo>
                  <a:pt x="94" y="402"/>
                </a:lnTo>
                <a:lnTo>
                  <a:pt x="94" y="401"/>
                </a:lnTo>
                <a:lnTo>
                  <a:pt x="94" y="402"/>
                </a:lnTo>
                <a:lnTo>
                  <a:pt x="93" y="402"/>
                </a:lnTo>
                <a:lnTo>
                  <a:pt x="93" y="401"/>
                </a:lnTo>
                <a:lnTo>
                  <a:pt x="93" y="400"/>
                </a:lnTo>
                <a:lnTo>
                  <a:pt x="92" y="400"/>
                </a:lnTo>
                <a:lnTo>
                  <a:pt x="92" y="399"/>
                </a:lnTo>
                <a:lnTo>
                  <a:pt x="91" y="399"/>
                </a:lnTo>
                <a:lnTo>
                  <a:pt x="91" y="398"/>
                </a:lnTo>
                <a:lnTo>
                  <a:pt x="90" y="397"/>
                </a:lnTo>
                <a:lnTo>
                  <a:pt x="90" y="396"/>
                </a:lnTo>
                <a:lnTo>
                  <a:pt x="90" y="395"/>
                </a:lnTo>
                <a:lnTo>
                  <a:pt x="91" y="396"/>
                </a:lnTo>
                <a:lnTo>
                  <a:pt x="91" y="395"/>
                </a:lnTo>
                <a:lnTo>
                  <a:pt x="92" y="395"/>
                </a:lnTo>
                <a:lnTo>
                  <a:pt x="92" y="394"/>
                </a:lnTo>
                <a:lnTo>
                  <a:pt x="91" y="394"/>
                </a:lnTo>
                <a:lnTo>
                  <a:pt x="91" y="393"/>
                </a:lnTo>
                <a:lnTo>
                  <a:pt x="90" y="392"/>
                </a:lnTo>
                <a:lnTo>
                  <a:pt x="89" y="391"/>
                </a:lnTo>
                <a:lnTo>
                  <a:pt x="89" y="392"/>
                </a:lnTo>
                <a:lnTo>
                  <a:pt x="88" y="392"/>
                </a:lnTo>
                <a:lnTo>
                  <a:pt x="88" y="391"/>
                </a:lnTo>
                <a:lnTo>
                  <a:pt x="87" y="391"/>
                </a:lnTo>
                <a:lnTo>
                  <a:pt x="85" y="390"/>
                </a:lnTo>
                <a:lnTo>
                  <a:pt x="85" y="389"/>
                </a:lnTo>
                <a:lnTo>
                  <a:pt x="84" y="388"/>
                </a:lnTo>
                <a:lnTo>
                  <a:pt x="84" y="387"/>
                </a:lnTo>
                <a:lnTo>
                  <a:pt x="83" y="387"/>
                </a:lnTo>
                <a:lnTo>
                  <a:pt x="83" y="386"/>
                </a:lnTo>
                <a:lnTo>
                  <a:pt x="82" y="386"/>
                </a:lnTo>
                <a:lnTo>
                  <a:pt x="82" y="385"/>
                </a:lnTo>
                <a:lnTo>
                  <a:pt x="83" y="385"/>
                </a:lnTo>
                <a:lnTo>
                  <a:pt x="83" y="384"/>
                </a:lnTo>
                <a:lnTo>
                  <a:pt x="84" y="384"/>
                </a:lnTo>
                <a:lnTo>
                  <a:pt x="83" y="384"/>
                </a:lnTo>
                <a:lnTo>
                  <a:pt x="83" y="383"/>
                </a:lnTo>
                <a:lnTo>
                  <a:pt x="83" y="382"/>
                </a:lnTo>
                <a:lnTo>
                  <a:pt x="84" y="381"/>
                </a:lnTo>
                <a:lnTo>
                  <a:pt x="85" y="381"/>
                </a:lnTo>
                <a:lnTo>
                  <a:pt x="85" y="380"/>
                </a:lnTo>
                <a:lnTo>
                  <a:pt x="85" y="379"/>
                </a:lnTo>
                <a:lnTo>
                  <a:pt x="86" y="379"/>
                </a:lnTo>
                <a:lnTo>
                  <a:pt x="86" y="378"/>
                </a:lnTo>
                <a:lnTo>
                  <a:pt x="86" y="377"/>
                </a:lnTo>
                <a:lnTo>
                  <a:pt x="86" y="376"/>
                </a:lnTo>
                <a:lnTo>
                  <a:pt x="87" y="376"/>
                </a:lnTo>
                <a:lnTo>
                  <a:pt x="88" y="375"/>
                </a:lnTo>
                <a:lnTo>
                  <a:pt x="87" y="374"/>
                </a:lnTo>
                <a:lnTo>
                  <a:pt x="87" y="373"/>
                </a:lnTo>
                <a:lnTo>
                  <a:pt x="86" y="373"/>
                </a:lnTo>
                <a:lnTo>
                  <a:pt x="85" y="372"/>
                </a:lnTo>
                <a:lnTo>
                  <a:pt x="85" y="373"/>
                </a:lnTo>
                <a:lnTo>
                  <a:pt x="84" y="373"/>
                </a:lnTo>
                <a:lnTo>
                  <a:pt x="84" y="374"/>
                </a:lnTo>
                <a:lnTo>
                  <a:pt x="83" y="374"/>
                </a:lnTo>
                <a:lnTo>
                  <a:pt x="82" y="375"/>
                </a:lnTo>
                <a:lnTo>
                  <a:pt x="81" y="374"/>
                </a:lnTo>
                <a:lnTo>
                  <a:pt x="80" y="374"/>
                </a:lnTo>
                <a:lnTo>
                  <a:pt x="79" y="374"/>
                </a:lnTo>
                <a:lnTo>
                  <a:pt x="78" y="374"/>
                </a:lnTo>
                <a:lnTo>
                  <a:pt x="78" y="375"/>
                </a:lnTo>
                <a:lnTo>
                  <a:pt x="77" y="375"/>
                </a:lnTo>
                <a:lnTo>
                  <a:pt x="77" y="374"/>
                </a:lnTo>
                <a:lnTo>
                  <a:pt x="75" y="374"/>
                </a:lnTo>
                <a:lnTo>
                  <a:pt x="75" y="375"/>
                </a:lnTo>
                <a:lnTo>
                  <a:pt x="74" y="375"/>
                </a:lnTo>
                <a:lnTo>
                  <a:pt x="73" y="375"/>
                </a:lnTo>
                <a:lnTo>
                  <a:pt x="72" y="375"/>
                </a:lnTo>
                <a:lnTo>
                  <a:pt x="72" y="376"/>
                </a:lnTo>
                <a:lnTo>
                  <a:pt x="71" y="376"/>
                </a:lnTo>
                <a:lnTo>
                  <a:pt x="70" y="376"/>
                </a:lnTo>
                <a:lnTo>
                  <a:pt x="69" y="376"/>
                </a:lnTo>
                <a:lnTo>
                  <a:pt x="69" y="375"/>
                </a:lnTo>
                <a:lnTo>
                  <a:pt x="68" y="375"/>
                </a:lnTo>
                <a:lnTo>
                  <a:pt x="68" y="376"/>
                </a:lnTo>
                <a:lnTo>
                  <a:pt x="67" y="377"/>
                </a:lnTo>
                <a:lnTo>
                  <a:pt x="66" y="377"/>
                </a:lnTo>
                <a:lnTo>
                  <a:pt x="66" y="378"/>
                </a:lnTo>
                <a:lnTo>
                  <a:pt x="65" y="378"/>
                </a:lnTo>
                <a:lnTo>
                  <a:pt x="65" y="379"/>
                </a:lnTo>
                <a:lnTo>
                  <a:pt x="64" y="380"/>
                </a:lnTo>
                <a:lnTo>
                  <a:pt x="64" y="379"/>
                </a:lnTo>
                <a:lnTo>
                  <a:pt x="63" y="379"/>
                </a:lnTo>
                <a:lnTo>
                  <a:pt x="63" y="380"/>
                </a:lnTo>
                <a:lnTo>
                  <a:pt x="62" y="380"/>
                </a:lnTo>
                <a:lnTo>
                  <a:pt x="61" y="379"/>
                </a:lnTo>
                <a:lnTo>
                  <a:pt x="60" y="379"/>
                </a:lnTo>
                <a:lnTo>
                  <a:pt x="60" y="378"/>
                </a:lnTo>
                <a:lnTo>
                  <a:pt x="60" y="377"/>
                </a:lnTo>
                <a:lnTo>
                  <a:pt x="61" y="377"/>
                </a:lnTo>
                <a:lnTo>
                  <a:pt x="60" y="376"/>
                </a:lnTo>
                <a:lnTo>
                  <a:pt x="61" y="376"/>
                </a:lnTo>
                <a:lnTo>
                  <a:pt x="61" y="375"/>
                </a:lnTo>
                <a:lnTo>
                  <a:pt x="60" y="374"/>
                </a:lnTo>
                <a:lnTo>
                  <a:pt x="59" y="373"/>
                </a:lnTo>
                <a:lnTo>
                  <a:pt x="60" y="373"/>
                </a:lnTo>
                <a:lnTo>
                  <a:pt x="60" y="372"/>
                </a:lnTo>
                <a:lnTo>
                  <a:pt x="59" y="372"/>
                </a:lnTo>
                <a:lnTo>
                  <a:pt x="60" y="371"/>
                </a:lnTo>
                <a:lnTo>
                  <a:pt x="60" y="370"/>
                </a:lnTo>
                <a:lnTo>
                  <a:pt x="59" y="370"/>
                </a:lnTo>
                <a:lnTo>
                  <a:pt x="59" y="369"/>
                </a:lnTo>
                <a:lnTo>
                  <a:pt x="58" y="369"/>
                </a:lnTo>
                <a:lnTo>
                  <a:pt x="58" y="368"/>
                </a:lnTo>
                <a:lnTo>
                  <a:pt x="57" y="368"/>
                </a:lnTo>
                <a:lnTo>
                  <a:pt x="56" y="369"/>
                </a:lnTo>
                <a:lnTo>
                  <a:pt x="55" y="369"/>
                </a:lnTo>
                <a:lnTo>
                  <a:pt x="54" y="369"/>
                </a:lnTo>
                <a:lnTo>
                  <a:pt x="54" y="368"/>
                </a:lnTo>
                <a:lnTo>
                  <a:pt x="54" y="367"/>
                </a:lnTo>
                <a:lnTo>
                  <a:pt x="53" y="367"/>
                </a:lnTo>
                <a:lnTo>
                  <a:pt x="53" y="366"/>
                </a:lnTo>
                <a:lnTo>
                  <a:pt x="52" y="366"/>
                </a:lnTo>
                <a:lnTo>
                  <a:pt x="52" y="365"/>
                </a:lnTo>
                <a:lnTo>
                  <a:pt x="52" y="364"/>
                </a:lnTo>
                <a:lnTo>
                  <a:pt x="52" y="363"/>
                </a:lnTo>
                <a:lnTo>
                  <a:pt x="51" y="363"/>
                </a:lnTo>
                <a:lnTo>
                  <a:pt x="51" y="362"/>
                </a:lnTo>
                <a:lnTo>
                  <a:pt x="50" y="361"/>
                </a:lnTo>
                <a:lnTo>
                  <a:pt x="49" y="361"/>
                </a:lnTo>
                <a:lnTo>
                  <a:pt x="49" y="360"/>
                </a:lnTo>
                <a:lnTo>
                  <a:pt x="48" y="360"/>
                </a:lnTo>
                <a:lnTo>
                  <a:pt x="48" y="359"/>
                </a:lnTo>
                <a:lnTo>
                  <a:pt x="48" y="358"/>
                </a:lnTo>
                <a:lnTo>
                  <a:pt x="50" y="357"/>
                </a:lnTo>
                <a:lnTo>
                  <a:pt x="51" y="357"/>
                </a:lnTo>
                <a:lnTo>
                  <a:pt x="52" y="356"/>
                </a:lnTo>
                <a:lnTo>
                  <a:pt x="52" y="355"/>
                </a:lnTo>
                <a:lnTo>
                  <a:pt x="51" y="355"/>
                </a:lnTo>
                <a:lnTo>
                  <a:pt x="50" y="355"/>
                </a:lnTo>
                <a:lnTo>
                  <a:pt x="50" y="354"/>
                </a:lnTo>
                <a:lnTo>
                  <a:pt x="50" y="353"/>
                </a:lnTo>
                <a:lnTo>
                  <a:pt x="50" y="352"/>
                </a:lnTo>
                <a:lnTo>
                  <a:pt x="49" y="352"/>
                </a:lnTo>
                <a:lnTo>
                  <a:pt x="48" y="352"/>
                </a:lnTo>
                <a:lnTo>
                  <a:pt x="48" y="353"/>
                </a:lnTo>
                <a:lnTo>
                  <a:pt x="47" y="353"/>
                </a:lnTo>
                <a:lnTo>
                  <a:pt x="47" y="354"/>
                </a:lnTo>
                <a:lnTo>
                  <a:pt x="46" y="354"/>
                </a:lnTo>
                <a:lnTo>
                  <a:pt x="46" y="355"/>
                </a:lnTo>
                <a:lnTo>
                  <a:pt x="46" y="356"/>
                </a:lnTo>
                <a:lnTo>
                  <a:pt x="46" y="357"/>
                </a:lnTo>
                <a:lnTo>
                  <a:pt x="45" y="357"/>
                </a:lnTo>
                <a:lnTo>
                  <a:pt x="45" y="358"/>
                </a:lnTo>
                <a:lnTo>
                  <a:pt x="44" y="358"/>
                </a:lnTo>
                <a:lnTo>
                  <a:pt x="43" y="358"/>
                </a:lnTo>
                <a:lnTo>
                  <a:pt x="42" y="359"/>
                </a:lnTo>
                <a:lnTo>
                  <a:pt x="41" y="360"/>
                </a:lnTo>
                <a:lnTo>
                  <a:pt x="40" y="360"/>
                </a:lnTo>
                <a:lnTo>
                  <a:pt x="39" y="360"/>
                </a:lnTo>
                <a:lnTo>
                  <a:pt x="38" y="360"/>
                </a:lnTo>
                <a:lnTo>
                  <a:pt x="37" y="361"/>
                </a:lnTo>
                <a:lnTo>
                  <a:pt x="36" y="361"/>
                </a:lnTo>
                <a:lnTo>
                  <a:pt x="36" y="360"/>
                </a:lnTo>
                <a:lnTo>
                  <a:pt x="35" y="360"/>
                </a:lnTo>
                <a:lnTo>
                  <a:pt x="36" y="359"/>
                </a:lnTo>
                <a:lnTo>
                  <a:pt x="37" y="358"/>
                </a:lnTo>
                <a:lnTo>
                  <a:pt x="37" y="357"/>
                </a:lnTo>
                <a:lnTo>
                  <a:pt x="36" y="357"/>
                </a:lnTo>
                <a:lnTo>
                  <a:pt x="35" y="357"/>
                </a:lnTo>
                <a:lnTo>
                  <a:pt x="34" y="357"/>
                </a:lnTo>
                <a:lnTo>
                  <a:pt x="34" y="356"/>
                </a:lnTo>
                <a:lnTo>
                  <a:pt x="34" y="355"/>
                </a:lnTo>
                <a:lnTo>
                  <a:pt x="33" y="354"/>
                </a:lnTo>
                <a:lnTo>
                  <a:pt x="32" y="353"/>
                </a:lnTo>
                <a:lnTo>
                  <a:pt x="32" y="352"/>
                </a:lnTo>
                <a:lnTo>
                  <a:pt x="31" y="352"/>
                </a:lnTo>
                <a:lnTo>
                  <a:pt x="30" y="353"/>
                </a:lnTo>
                <a:lnTo>
                  <a:pt x="30" y="354"/>
                </a:lnTo>
                <a:lnTo>
                  <a:pt x="29" y="354"/>
                </a:lnTo>
                <a:lnTo>
                  <a:pt x="28" y="355"/>
                </a:lnTo>
                <a:lnTo>
                  <a:pt x="27" y="355"/>
                </a:lnTo>
                <a:lnTo>
                  <a:pt x="27" y="356"/>
                </a:lnTo>
                <a:lnTo>
                  <a:pt x="27" y="355"/>
                </a:lnTo>
                <a:lnTo>
                  <a:pt x="26" y="355"/>
                </a:lnTo>
                <a:lnTo>
                  <a:pt x="25" y="355"/>
                </a:lnTo>
                <a:lnTo>
                  <a:pt x="24" y="355"/>
                </a:lnTo>
                <a:lnTo>
                  <a:pt x="22" y="355"/>
                </a:lnTo>
                <a:lnTo>
                  <a:pt x="22" y="356"/>
                </a:lnTo>
                <a:lnTo>
                  <a:pt x="21" y="356"/>
                </a:lnTo>
                <a:lnTo>
                  <a:pt x="21" y="355"/>
                </a:lnTo>
                <a:lnTo>
                  <a:pt x="20" y="355"/>
                </a:lnTo>
                <a:lnTo>
                  <a:pt x="19" y="355"/>
                </a:lnTo>
                <a:lnTo>
                  <a:pt x="19" y="354"/>
                </a:lnTo>
                <a:lnTo>
                  <a:pt x="18" y="354"/>
                </a:lnTo>
                <a:lnTo>
                  <a:pt x="18" y="353"/>
                </a:lnTo>
                <a:lnTo>
                  <a:pt x="18" y="352"/>
                </a:lnTo>
                <a:lnTo>
                  <a:pt x="17" y="352"/>
                </a:lnTo>
                <a:lnTo>
                  <a:pt x="17" y="351"/>
                </a:lnTo>
                <a:lnTo>
                  <a:pt x="16" y="351"/>
                </a:lnTo>
                <a:lnTo>
                  <a:pt x="16" y="350"/>
                </a:lnTo>
                <a:lnTo>
                  <a:pt x="15" y="349"/>
                </a:lnTo>
                <a:lnTo>
                  <a:pt x="14" y="349"/>
                </a:lnTo>
                <a:lnTo>
                  <a:pt x="14" y="350"/>
                </a:lnTo>
                <a:lnTo>
                  <a:pt x="13" y="350"/>
                </a:lnTo>
                <a:lnTo>
                  <a:pt x="12" y="350"/>
                </a:lnTo>
                <a:lnTo>
                  <a:pt x="12" y="348"/>
                </a:lnTo>
                <a:lnTo>
                  <a:pt x="11" y="348"/>
                </a:lnTo>
                <a:lnTo>
                  <a:pt x="10" y="349"/>
                </a:lnTo>
                <a:lnTo>
                  <a:pt x="9" y="348"/>
                </a:lnTo>
                <a:lnTo>
                  <a:pt x="8" y="348"/>
                </a:lnTo>
                <a:lnTo>
                  <a:pt x="7" y="348"/>
                </a:lnTo>
                <a:lnTo>
                  <a:pt x="6" y="348"/>
                </a:lnTo>
                <a:lnTo>
                  <a:pt x="6" y="347"/>
                </a:lnTo>
                <a:lnTo>
                  <a:pt x="5" y="347"/>
                </a:lnTo>
                <a:lnTo>
                  <a:pt x="5" y="346"/>
                </a:lnTo>
                <a:lnTo>
                  <a:pt x="4" y="346"/>
                </a:lnTo>
                <a:lnTo>
                  <a:pt x="3" y="346"/>
                </a:lnTo>
                <a:lnTo>
                  <a:pt x="3" y="345"/>
                </a:lnTo>
                <a:lnTo>
                  <a:pt x="2" y="344"/>
                </a:lnTo>
                <a:lnTo>
                  <a:pt x="2" y="343"/>
                </a:lnTo>
                <a:lnTo>
                  <a:pt x="2" y="342"/>
                </a:lnTo>
                <a:lnTo>
                  <a:pt x="3" y="342"/>
                </a:lnTo>
                <a:lnTo>
                  <a:pt x="4" y="343"/>
                </a:lnTo>
                <a:lnTo>
                  <a:pt x="4" y="344"/>
                </a:lnTo>
                <a:lnTo>
                  <a:pt x="5" y="343"/>
                </a:lnTo>
                <a:lnTo>
                  <a:pt x="5" y="344"/>
                </a:lnTo>
                <a:lnTo>
                  <a:pt x="6" y="344"/>
                </a:lnTo>
                <a:lnTo>
                  <a:pt x="6" y="343"/>
                </a:lnTo>
                <a:lnTo>
                  <a:pt x="6" y="342"/>
                </a:lnTo>
                <a:lnTo>
                  <a:pt x="5" y="341"/>
                </a:lnTo>
                <a:lnTo>
                  <a:pt x="5" y="340"/>
                </a:lnTo>
                <a:lnTo>
                  <a:pt x="4" y="340"/>
                </a:lnTo>
                <a:lnTo>
                  <a:pt x="3" y="340"/>
                </a:lnTo>
                <a:lnTo>
                  <a:pt x="2" y="339"/>
                </a:lnTo>
                <a:lnTo>
                  <a:pt x="2" y="338"/>
                </a:lnTo>
                <a:lnTo>
                  <a:pt x="2" y="337"/>
                </a:lnTo>
                <a:lnTo>
                  <a:pt x="3" y="337"/>
                </a:lnTo>
                <a:lnTo>
                  <a:pt x="4" y="336"/>
                </a:lnTo>
                <a:lnTo>
                  <a:pt x="5" y="335"/>
                </a:lnTo>
                <a:lnTo>
                  <a:pt x="6" y="335"/>
                </a:lnTo>
                <a:lnTo>
                  <a:pt x="6" y="336"/>
                </a:lnTo>
                <a:lnTo>
                  <a:pt x="6" y="335"/>
                </a:lnTo>
                <a:lnTo>
                  <a:pt x="7" y="335"/>
                </a:lnTo>
                <a:lnTo>
                  <a:pt x="7" y="334"/>
                </a:lnTo>
                <a:lnTo>
                  <a:pt x="6" y="334"/>
                </a:lnTo>
                <a:lnTo>
                  <a:pt x="6" y="333"/>
                </a:lnTo>
                <a:lnTo>
                  <a:pt x="6" y="332"/>
                </a:lnTo>
                <a:lnTo>
                  <a:pt x="6" y="331"/>
                </a:lnTo>
                <a:lnTo>
                  <a:pt x="5" y="331"/>
                </a:lnTo>
                <a:lnTo>
                  <a:pt x="4" y="331"/>
                </a:lnTo>
                <a:lnTo>
                  <a:pt x="4" y="330"/>
                </a:lnTo>
                <a:lnTo>
                  <a:pt x="4" y="331"/>
                </a:lnTo>
                <a:lnTo>
                  <a:pt x="3" y="331"/>
                </a:lnTo>
                <a:lnTo>
                  <a:pt x="2" y="330"/>
                </a:lnTo>
                <a:lnTo>
                  <a:pt x="3" y="329"/>
                </a:lnTo>
                <a:lnTo>
                  <a:pt x="3" y="328"/>
                </a:lnTo>
                <a:lnTo>
                  <a:pt x="2" y="328"/>
                </a:lnTo>
                <a:lnTo>
                  <a:pt x="2" y="327"/>
                </a:lnTo>
                <a:lnTo>
                  <a:pt x="3" y="327"/>
                </a:lnTo>
                <a:lnTo>
                  <a:pt x="3" y="326"/>
                </a:lnTo>
                <a:lnTo>
                  <a:pt x="3" y="325"/>
                </a:lnTo>
                <a:lnTo>
                  <a:pt x="3" y="324"/>
                </a:lnTo>
                <a:lnTo>
                  <a:pt x="2" y="324"/>
                </a:lnTo>
                <a:lnTo>
                  <a:pt x="1" y="324"/>
                </a:lnTo>
                <a:lnTo>
                  <a:pt x="0" y="324"/>
                </a:lnTo>
                <a:lnTo>
                  <a:pt x="0" y="323"/>
                </a:lnTo>
                <a:lnTo>
                  <a:pt x="1" y="323"/>
                </a:lnTo>
                <a:lnTo>
                  <a:pt x="1" y="322"/>
                </a:lnTo>
                <a:lnTo>
                  <a:pt x="0" y="322"/>
                </a:lnTo>
                <a:lnTo>
                  <a:pt x="0" y="321"/>
                </a:lnTo>
                <a:lnTo>
                  <a:pt x="1" y="321"/>
                </a:lnTo>
                <a:lnTo>
                  <a:pt x="0" y="321"/>
                </a:lnTo>
                <a:lnTo>
                  <a:pt x="1" y="320"/>
                </a:lnTo>
                <a:lnTo>
                  <a:pt x="0" y="319"/>
                </a:lnTo>
                <a:lnTo>
                  <a:pt x="0" y="318"/>
                </a:lnTo>
                <a:lnTo>
                  <a:pt x="1" y="318"/>
                </a:lnTo>
                <a:lnTo>
                  <a:pt x="1" y="317"/>
                </a:lnTo>
                <a:lnTo>
                  <a:pt x="2" y="317"/>
                </a:lnTo>
                <a:lnTo>
                  <a:pt x="2" y="318"/>
                </a:lnTo>
                <a:lnTo>
                  <a:pt x="3" y="318"/>
                </a:lnTo>
                <a:lnTo>
                  <a:pt x="3" y="317"/>
                </a:lnTo>
                <a:lnTo>
                  <a:pt x="4" y="316"/>
                </a:lnTo>
                <a:lnTo>
                  <a:pt x="5" y="316"/>
                </a:lnTo>
                <a:lnTo>
                  <a:pt x="6" y="316"/>
                </a:lnTo>
                <a:lnTo>
                  <a:pt x="7" y="315"/>
                </a:lnTo>
                <a:lnTo>
                  <a:pt x="8" y="314"/>
                </a:lnTo>
                <a:lnTo>
                  <a:pt x="8" y="313"/>
                </a:lnTo>
                <a:lnTo>
                  <a:pt x="9" y="312"/>
                </a:lnTo>
                <a:lnTo>
                  <a:pt x="9" y="311"/>
                </a:lnTo>
                <a:lnTo>
                  <a:pt x="9" y="310"/>
                </a:lnTo>
                <a:lnTo>
                  <a:pt x="10" y="310"/>
                </a:lnTo>
                <a:lnTo>
                  <a:pt x="11" y="310"/>
                </a:lnTo>
                <a:lnTo>
                  <a:pt x="11" y="309"/>
                </a:lnTo>
                <a:lnTo>
                  <a:pt x="12" y="309"/>
                </a:lnTo>
                <a:lnTo>
                  <a:pt x="12" y="310"/>
                </a:lnTo>
                <a:lnTo>
                  <a:pt x="13" y="309"/>
                </a:lnTo>
                <a:lnTo>
                  <a:pt x="14" y="308"/>
                </a:lnTo>
                <a:lnTo>
                  <a:pt x="14" y="307"/>
                </a:lnTo>
                <a:lnTo>
                  <a:pt x="13" y="306"/>
                </a:lnTo>
                <a:lnTo>
                  <a:pt x="14" y="306"/>
                </a:lnTo>
                <a:lnTo>
                  <a:pt x="14" y="305"/>
                </a:lnTo>
                <a:lnTo>
                  <a:pt x="13" y="304"/>
                </a:lnTo>
                <a:lnTo>
                  <a:pt x="12" y="304"/>
                </a:lnTo>
                <a:lnTo>
                  <a:pt x="13" y="304"/>
                </a:lnTo>
                <a:lnTo>
                  <a:pt x="14" y="303"/>
                </a:lnTo>
                <a:lnTo>
                  <a:pt x="13" y="303"/>
                </a:lnTo>
                <a:lnTo>
                  <a:pt x="13" y="302"/>
                </a:lnTo>
                <a:lnTo>
                  <a:pt x="13" y="301"/>
                </a:lnTo>
                <a:lnTo>
                  <a:pt x="13" y="300"/>
                </a:lnTo>
                <a:lnTo>
                  <a:pt x="14" y="299"/>
                </a:lnTo>
                <a:lnTo>
                  <a:pt x="14" y="298"/>
                </a:lnTo>
                <a:lnTo>
                  <a:pt x="14" y="297"/>
                </a:lnTo>
                <a:lnTo>
                  <a:pt x="15" y="297"/>
                </a:lnTo>
                <a:lnTo>
                  <a:pt x="15" y="296"/>
                </a:lnTo>
                <a:lnTo>
                  <a:pt x="15" y="295"/>
                </a:lnTo>
                <a:lnTo>
                  <a:pt x="15" y="294"/>
                </a:lnTo>
                <a:lnTo>
                  <a:pt x="14" y="293"/>
                </a:lnTo>
                <a:lnTo>
                  <a:pt x="15" y="291"/>
                </a:lnTo>
                <a:lnTo>
                  <a:pt x="14" y="291"/>
                </a:lnTo>
                <a:lnTo>
                  <a:pt x="14" y="290"/>
                </a:lnTo>
                <a:lnTo>
                  <a:pt x="14" y="289"/>
                </a:lnTo>
                <a:lnTo>
                  <a:pt x="15" y="289"/>
                </a:lnTo>
                <a:lnTo>
                  <a:pt x="15" y="288"/>
                </a:lnTo>
                <a:lnTo>
                  <a:pt x="14" y="288"/>
                </a:lnTo>
                <a:lnTo>
                  <a:pt x="15" y="288"/>
                </a:lnTo>
                <a:lnTo>
                  <a:pt x="16" y="287"/>
                </a:lnTo>
                <a:lnTo>
                  <a:pt x="17" y="287"/>
                </a:lnTo>
                <a:lnTo>
                  <a:pt x="17" y="285"/>
                </a:lnTo>
                <a:lnTo>
                  <a:pt x="17" y="284"/>
                </a:lnTo>
                <a:lnTo>
                  <a:pt x="17" y="283"/>
                </a:lnTo>
                <a:lnTo>
                  <a:pt x="17" y="284"/>
                </a:lnTo>
                <a:lnTo>
                  <a:pt x="18" y="284"/>
                </a:lnTo>
                <a:lnTo>
                  <a:pt x="18" y="283"/>
                </a:lnTo>
                <a:lnTo>
                  <a:pt x="19" y="283"/>
                </a:lnTo>
                <a:lnTo>
                  <a:pt x="19" y="282"/>
                </a:lnTo>
                <a:lnTo>
                  <a:pt x="18" y="281"/>
                </a:lnTo>
                <a:lnTo>
                  <a:pt x="18" y="280"/>
                </a:lnTo>
                <a:lnTo>
                  <a:pt x="18" y="279"/>
                </a:lnTo>
                <a:lnTo>
                  <a:pt x="18" y="278"/>
                </a:lnTo>
                <a:lnTo>
                  <a:pt x="17" y="278"/>
                </a:lnTo>
                <a:lnTo>
                  <a:pt x="17" y="277"/>
                </a:lnTo>
                <a:lnTo>
                  <a:pt x="17" y="276"/>
                </a:lnTo>
                <a:lnTo>
                  <a:pt x="17" y="275"/>
                </a:lnTo>
                <a:lnTo>
                  <a:pt x="18" y="275"/>
                </a:lnTo>
                <a:lnTo>
                  <a:pt x="18" y="274"/>
                </a:lnTo>
                <a:lnTo>
                  <a:pt x="19" y="274"/>
                </a:lnTo>
                <a:lnTo>
                  <a:pt x="19" y="275"/>
                </a:lnTo>
                <a:lnTo>
                  <a:pt x="20" y="274"/>
                </a:lnTo>
                <a:lnTo>
                  <a:pt x="20" y="273"/>
                </a:lnTo>
                <a:lnTo>
                  <a:pt x="19" y="272"/>
                </a:lnTo>
                <a:lnTo>
                  <a:pt x="18" y="272"/>
                </a:lnTo>
                <a:lnTo>
                  <a:pt x="19" y="272"/>
                </a:lnTo>
                <a:lnTo>
                  <a:pt x="19" y="271"/>
                </a:lnTo>
                <a:lnTo>
                  <a:pt x="19" y="270"/>
                </a:lnTo>
                <a:lnTo>
                  <a:pt x="18" y="270"/>
                </a:lnTo>
                <a:lnTo>
                  <a:pt x="19" y="269"/>
                </a:lnTo>
                <a:lnTo>
                  <a:pt x="19" y="268"/>
                </a:lnTo>
                <a:lnTo>
                  <a:pt x="19" y="269"/>
                </a:lnTo>
                <a:lnTo>
                  <a:pt x="20" y="268"/>
                </a:lnTo>
                <a:lnTo>
                  <a:pt x="19" y="268"/>
                </a:lnTo>
                <a:lnTo>
                  <a:pt x="19" y="267"/>
                </a:lnTo>
                <a:lnTo>
                  <a:pt x="20" y="267"/>
                </a:lnTo>
                <a:lnTo>
                  <a:pt x="20" y="268"/>
                </a:lnTo>
                <a:lnTo>
                  <a:pt x="21" y="268"/>
                </a:lnTo>
                <a:lnTo>
                  <a:pt x="22" y="268"/>
                </a:lnTo>
                <a:lnTo>
                  <a:pt x="24" y="268"/>
                </a:lnTo>
                <a:lnTo>
                  <a:pt x="24" y="267"/>
                </a:lnTo>
                <a:lnTo>
                  <a:pt x="24" y="266"/>
                </a:lnTo>
                <a:lnTo>
                  <a:pt x="24" y="265"/>
                </a:lnTo>
                <a:lnTo>
                  <a:pt x="25" y="265"/>
                </a:lnTo>
                <a:lnTo>
                  <a:pt x="25" y="264"/>
                </a:lnTo>
                <a:lnTo>
                  <a:pt x="25" y="263"/>
                </a:lnTo>
                <a:lnTo>
                  <a:pt x="26" y="263"/>
                </a:lnTo>
                <a:lnTo>
                  <a:pt x="26" y="262"/>
                </a:lnTo>
                <a:lnTo>
                  <a:pt x="27" y="262"/>
                </a:lnTo>
                <a:lnTo>
                  <a:pt x="28" y="262"/>
                </a:lnTo>
                <a:lnTo>
                  <a:pt x="29" y="261"/>
                </a:lnTo>
                <a:lnTo>
                  <a:pt x="29" y="262"/>
                </a:lnTo>
                <a:lnTo>
                  <a:pt x="29" y="263"/>
                </a:lnTo>
                <a:lnTo>
                  <a:pt x="30" y="263"/>
                </a:lnTo>
                <a:lnTo>
                  <a:pt x="30" y="261"/>
                </a:lnTo>
                <a:lnTo>
                  <a:pt x="31" y="260"/>
                </a:lnTo>
                <a:lnTo>
                  <a:pt x="30" y="259"/>
                </a:lnTo>
                <a:lnTo>
                  <a:pt x="30" y="258"/>
                </a:lnTo>
                <a:lnTo>
                  <a:pt x="29" y="258"/>
                </a:lnTo>
                <a:lnTo>
                  <a:pt x="29" y="257"/>
                </a:lnTo>
                <a:lnTo>
                  <a:pt x="29" y="256"/>
                </a:lnTo>
                <a:lnTo>
                  <a:pt x="28" y="256"/>
                </a:lnTo>
                <a:lnTo>
                  <a:pt x="27" y="256"/>
                </a:lnTo>
                <a:lnTo>
                  <a:pt x="27" y="255"/>
                </a:lnTo>
                <a:lnTo>
                  <a:pt x="26" y="255"/>
                </a:lnTo>
                <a:lnTo>
                  <a:pt x="26" y="254"/>
                </a:lnTo>
                <a:lnTo>
                  <a:pt x="26" y="252"/>
                </a:lnTo>
                <a:lnTo>
                  <a:pt x="27" y="252"/>
                </a:lnTo>
                <a:lnTo>
                  <a:pt x="27" y="251"/>
                </a:lnTo>
                <a:lnTo>
                  <a:pt x="28" y="250"/>
                </a:lnTo>
                <a:lnTo>
                  <a:pt x="29" y="250"/>
                </a:lnTo>
                <a:lnTo>
                  <a:pt x="30" y="250"/>
                </a:lnTo>
                <a:lnTo>
                  <a:pt x="30" y="249"/>
                </a:lnTo>
                <a:lnTo>
                  <a:pt x="30" y="248"/>
                </a:lnTo>
                <a:lnTo>
                  <a:pt x="31" y="248"/>
                </a:lnTo>
                <a:lnTo>
                  <a:pt x="31" y="247"/>
                </a:lnTo>
                <a:lnTo>
                  <a:pt x="32" y="247"/>
                </a:lnTo>
                <a:lnTo>
                  <a:pt x="33" y="247"/>
                </a:lnTo>
                <a:lnTo>
                  <a:pt x="34" y="247"/>
                </a:lnTo>
                <a:lnTo>
                  <a:pt x="35" y="247"/>
                </a:lnTo>
                <a:lnTo>
                  <a:pt x="35" y="248"/>
                </a:lnTo>
                <a:lnTo>
                  <a:pt x="36" y="248"/>
                </a:lnTo>
                <a:lnTo>
                  <a:pt x="36" y="247"/>
                </a:lnTo>
                <a:lnTo>
                  <a:pt x="37" y="247"/>
                </a:lnTo>
                <a:lnTo>
                  <a:pt x="38" y="247"/>
                </a:lnTo>
                <a:lnTo>
                  <a:pt x="38" y="246"/>
                </a:lnTo>
                <a:lnTo>
                  <a:pt x="39" y="246"/>
                </a:lnTo>
                <a:lnTo>
                  <a:pt x="40" y="246"/>
                </a:lnTo>
                <a:lnTo>
                  <a:pt x="40" y="245"/>
                </a:lnTo>
                <a:lnTo>
                  <a:pt x="41" y="246"/>
                </a:lnTo>
                <a:lnTo>
                  <a:pt x="41" y="245"/>
                </a:lnTo>
                <a:lnTo>
                  <a:pt x="42" y="245"/>
                </a:lnTo>
                <a:lnTo>
                  <a:pt x="42" y="244"/>
                </a:lnTo>
                <a:lnTo>
                  <a:pt x="43" y="243"/>
                </a:lnTo>
                <a:lnTo>
                  <a:pt x="43" y="242"/>
                </a:lnTo>
                <a:lnTo>
                  <a:pt x="44" y="242"/>
                </a:lnTo>
                <a:lnTo>
                  <a:pt x="45" y="242"/>
                </a:lnTo>
                <a:lnTo>
                  <a:pt x="45" y="241"/>
                </a:lnTo>
                <a:lnTo>
                  <a:pt x="46" y="241"/>
                </a:lnTo>
                <a:lnTo>
                  <a:pt x="47" y="241"/>
                </a:lnTo>
                <a:lnTo>
                  <a:pt x="48" y="241"/>
                </a:lnTo>
                <a:lnTo>
                  <a:pt x="48" y="240"/>
                </a:lnTo>
                <a:lnTo>
                  <a:pt x="47" y="240"/>
                </a:lnTo>
                <a:lnTo>
                  <a:pt x="47" y="239"/>
                </a:lnTo>
                <a:lnTo>
                  <a:pt x="47" y="238"/>
                </a:lnTo>
                <a:lnTo>
                  <a:pt x="47" y="237"/>
                </a:lnTo>
                <a:lnTo>
                  <a:pt x="48" y="237"/>
                </a:lnTo>
                <a:lnTo>
                  <a:pt x="48" y="236"/>
                </a:lnTo>
                <a:lnTo>
                  <a:pt x="49" y="235"/>
                </a:lnTo>
                <a:lnTo>
                  <a:pt x="49" y="234"/>
                </a:lnTo>
                <a:lnTo>
                  <a:pt x="50" y="234"/>
                </a:lnTo>
                <a:lnTo>
                  <a:pt x="50" y="233"/>
                </a:lnTo>
                <a:lnTo>
                  <a:pt x="50" y="234"/>
                </a:lnTo>
                <a:lnTo>
                  <a:pt x="51" y="233"/>
                </a:lnTo>
                <a:lnTo>
                  <a:pt x="50" y="233"/>
                </a:lnTo>
                <a:lnTo>
                  <a:pt x="51" y="232"/>
                </a:lnTo>
                <a:lnTo>
                  <a:pt x="52" y="232"/>
                </a:lnTo>
                <a:lnTo>
                  <a:pt x="52" y="231"/>
                </a:lnTo>
                <a:lnTo>
                  <a:pt x="52" y="230"/>
                </a:lnTo>
                <a:lnTo>
                  <a:pt x="53" y="230"/>
                </a:lnTo>
                <a:lnTo>
                  <a:pt x="54" y="230"/>
                </a:lnTo>
                <a:lnTo>
                  <a:pt x="54" y="229"/>
                </a:lnTo>
                <a:lnTo>
                  <a:pt x="55" y="229"/>
                </a:lnTo>
                <a:lnTo>
                  <a:pt x="55" y="228"/>
                </a:lnTo>
                <a:lnTo>
                  <a:pt x="56" y="228"/>
                </a:lnTo>
                <a:lnTo>
                  <a:pt x="56" y="227"/>
                </a:lnTo>
                <a:lnTo>
                  <a:pt x="57" y="227"/>
                </a:lnTo>
                <a:lnTo>
                  <a:pt x="57" y="226"/>
                </a:lnTo>
                <a:lnTo>
                  <a:pt x="58" y="226"/>
                </a:lnTo>
                <a:lnTo>
                  <a:pt x="58" y="225"/>
                </a:lnTo>
                <a:lnTo>
                  <a:pt x="59" y="225"/>
                </a:lnTo>
                <a:lnTo>
                  <a:pt x="58" y="224"/>
                </a:lnTo>
                <a:lnTo>
                  <a:pt x="58" y="223"/>
                </a:lnTo>
                <a:lnTo>
                  <a:pt x="58" y="222"/>
                </a:lnTo>
                <a:lnTo>
                  <a:pt x="57" y="222"/>
                </a:lnTo>
                <a:lnTo>
                  <a:pt x="58" y="221"/>
                </a:lnTo>
                <a:lnTo>
                  <a:pt x="58" y="220"/>
                </a:lnTo>
                <a:lnTo>
                  <a:pt x="57" y="220"/>
                </a:lnTo>
                <a:lnTo>
                  <a:pt x="57" y="219"/>
                </a:lnTo>
                <a:lnTo>
                  <a:pt x="56" y="219"/>
                </a:lnTo>
                <a:lnTo>
                  <a:pt x="56" y="220"/>
                </a:lnTo>
                <a:lnTo>
                  <a:pt x="55" y="220"/>
                </a:lnTo>
                <a:lnTo>
                  <a:pt x="54" y="220"/>
                </a:lnTo>
                <a:lnTo>
                  <a:pt x="54" y="221"/>
                </a:lnTo>
                <a:lnTo>
                  <a:pt x="53" y="221"/>
                </a:lnTo>
                <a:lnTo>
                  <a:pt x="52" y="221"/>
                </a:lnTo>
                <a:lnTo>
                  <a:pt x="53" y="221"/>
                </a:lnTo>
                <a:lnTo>
                  <a:pt x="53" y="220"/>
                </a:lnTo>
                <a:lnTo>
                  <a:pt x="52" y="220"/>
                </a:lnTo>
                <a:lnTo>
                  <a:pt x="52" y="221"/>
                </a:lnTo>
                <a:lnTo>
                  <a:pt x="51" y="221"/>
                </a:lnTo>
                <a:lnTo>
                  <a:pt x="51" y="220"/>
                </a:lnTo>
                <a:lnTo>
                  <a:pt x="50" y="220"/>
                </a:lnTo>
                <a:lnTo>
                  <a:pt x="50" y="219"/>
                </a:lnTo>
                <a:lnTo>
                  <a:pt x="50" y="218"/>
                </a:lnTo>
                <a:lnTo>
                  <a:pt x="51" y="218"/>
                </a:lnTo>
                <a:lnTo>
                  <a:pt x="50" y="217"/>
                </a:lnTo>
                <a:lnTo>
                  <a:pt x="50" y="216"/>
                </a:lnTo>
                <a:lnTo>
                  <a:pt x="49" y="216"/>
                </a:lnTo>
                <a:lnTo>
                  <a:pt x="50" y="216"/>
                </a:lnTo>
                <a:lnTo>
                  <a:pt x="50" y="215"/>
                </a:lnTo>
                <a:lnTo>
                  <a:pt x="50" y="214"/>
                </a:lnTo>
                <a:lnTo>
                  <a:pt x="49" y="214"/>
                </a:lnTo>
                <a:lnTo>
                  <a:pt x="49" y="213"/>
                </a:lnTo>
                <a:lnTo>
                  <a:pt x="50" y="213"/>
                </a:lnTo>
                <a:lnTo>
                  <a:pt x="50" y="212"/>
                </a:lnTo>
                <a:lnTo>
                  <a:pt x="50" y="211"/>
                </a:lnTo>
                <a:lnTo>
                  <a:pt x="50" y="210"/>
                </a:lnTo>
                <a:lnTo>
                  <a:pt x="50" y="209"/>
                </a:lnTo>
                <a:lnTo>
                  <a:pt x="51" y="209"/>
                </a:lnTo>
                <a:lnTo>
                  <a:pt x="52" y="209"/>
                </a:lnTo>
                <a:lnTo>
                  <a:pt x="53" y="208"/>
                </a:lnTo>
                <a:lnTo>
                  <a:pt x="52" y="207"/>
                </a:lnTo>
                <a:lnTo>
                  <a:pt x="53" y="206"/>
                </a:lnTo>
                <a:lnTo>
                  <a:pt x="54" y="206"/>
                </a:lnTo>
                <a:lnTo>
                  <a:pt x="54" y="205"/>
                </a:lnTo>
                <a:lnTo>
                  <a:pt x="54" y="204"/>
                </a:lnTo>
                <a:lnTo>
                  <a:pt x="55" y="203"/>
                </a:lnTo>
                <a:lnTo>
                  <a:pt x="56" y="202"/>
                </a:lnTo>
                <a:lnTo>
                  <a:pt x="56" y="201"/>
                </a:lnTo>
                <a:lnTo>
                  <a:pt x="57" y="202"/>
                </a:lnTo>
                <a:lnTo>
                  <a:pt x="57" y="201"/>
                </a:lnTo>
                <a:lnTo>
                  <a:pt x="58" y="201"/>
                </a:lnTo>
                <a:lnTo>
                  <a:pt x="58" y="200"/>
                </a:lnTo>
                <a:lnTo>
                  <a:pt x="59" y="200"/>
                </a:lnTo>
                <a:lnTo>
                  <a:pt x="59" y="201"/>
                </a:lnTo>
                <a:lnTo>
                  <a:pt x="60" y="200"/>
                </a:lnTo>
                <a:lnTo>
                  <a:pt x="59" y="200"/>
                </a:lnTo>
                <a:lnTo>
                  <a:pt x="59" y="199"/>
                </a:lnTo>
                <a:lnTo>
                  <a:pt x="59" y="198"/>
                </a:lnTo>
                <a:lnTo>
                  <a:pt x="60" y="198"/>
                </a:lnTo>
                <a:lnTo>
                  <a:pt x="61" y="197"/>
                </a:lnTo>
                <a:lnTo>
                  <a:pt x="61" y="196"/>
                </a:lnTo>
                <a:lnTo>
                  <a:pt x="60" y="196"/>
                </a:lnTo>
                <a:lnTo>
                  <a:pt x="61" y="196"/>
                </a:lnTo>
                <a:lnTo>
                  <a:pt x="61" y="195"/>
                </a:lnTo>
                <a:lnTo>
                  <a:pt x="62" y="196"/>
                </a:lnTo>
                <a:lnTo>
                  <a:pt x="63" y="196"/>
                </a:lnTo>
                <a:lnTo>
                  <a:pt x="64" y="197"/>
                </a:lnTo>
                <a:lnTo>
                  <a:pt x="64" y="196"/>
                </a:lnTo>
                <a:lnTo>
                  <a:pt x="65" y="196"/>
                </a:lnTo>
                <a:lnTo>
                  <a:pt x="65" y="197"/>
                </a:lnTo>
                <a:lnTo>
                  <a:pt x="65" y="198"/>
                </a:lnTo>
                <a:lnTo>
                  <a:pt x="64" y="198"/>
                </a:lnTo>
                <a:lnTo>
                  <a:pt x="65" y="198"/>
                </a:lnTo>
                <a:lnTo>
                  <a:pt x="65" y="199"/>
                </a:lnTo>
                <a:lnTo>
                  <a:pt x="65" y="200"/>
                </a:lnTo>
                <a:lnTo>
                  <a:pt x="64" y="200"/>
                </a:lnTo>
                <a:lnTo>
                  <a:pt x="65" y="200"/>
                </a:lnTo>
                <a:lnTo>
                  <a:pt x="65" y="199"/>
                </a:lnTo>
                <a:lnTo>
                  <a:pt x="66" y="199"/>
                </a:lnTo>
                <a:lnTo>
                  <a:pt x="67" y="200"/>
                </a:lnTo>
                <a:lnTo>
                  <a:pt x="67" y="199"/>
                </a:lnTo>
                <a:lnTo>
                  <a:pt x="68" y="199"/>
                </a:lnTo>
                <a:lnTo>
                  <a:pt x="69" y="199"/>
                </a:lnTo>
                <a:lnTo>
                  <a:pt x="69" y="198"/>
                </a:lnTo>
                <a:lnTo>
                  <a:pt x="69" y="197"/>
                </a:lnTo>
                <a:lnTo>
                  <a:pt x="69" y="196"/>
                </a:lnTo>
                <a:lnTo>
                  <a:pt x="69" y="194"/>
                </a:lnTo>
                <a:lnTo>
                  <a:pt x="69" y="193"/>
                </a:lnTo>
                <a:lnTo>
                  <a:pt x="70" y="192"/>
                </a:lnTo>
                <a:lnTo>
                  <a:pt x="71" y="192"/>
                </a:lnTo>
                <a:lnTo>
                  <a:pt x="71" y="191"/>
                </a:lnTo>
                <a:lnTo>
                  <a:pt x="71" y="190"/>
                </a:lnTo>
                <a:lnTo>
                  <a:pt x="72" y="190"/>
                </a:lnTo>
                <a:lnTo>
                  <a:pt x="72" y="189"/>
                </a:lnTo>
                <a:lnTo>
                  <a:pt x="73" y="189"/>
                </a:lnTo>
                <a:lnTo>
                  <a:pt x="72" y="189"/>
                </a:lnTo>
                <a:lnTo>
                  <a:pt x="72" y="188"/>
                </a:lnTo>
                <a:lnTo>
                  <a:pt x="71" y="188"/>
                </a:lnTo>
                <a:lnTo>
                  <a:pt x="70" y="188"/>
                </a:lnTo>
                <a:lnTo>
                  <a:pt x="69" y="188"/>
                </a:lnTo>
                <a:lnTo>
                  <a:pt x="68" y="188"/>
                </a:lnTo>
                <a:lnTo>
                  <a:pt x="68" y="187"/>
                </a:lnTo>
                <a:lnTo>
                  <a:pt x="69" y="187"/>
                </a:lnTo>
                <a:lnTo>
                  <a:pt x="68" y="187"/>
                </a:lnTo>
                <a:lnTo>
                  <a:pt x="67" y="186"/>
                </a:lnTo>
                <a:lnTo>
                  <a:pt x="68" y="186"/>
                </a:lnTo>
                <a:lnTo>
                  <a:pt x="68" y="185"/>
                </a:lnTo>
                <a:lnTo>
                  <a:pt x="67" y="185"/>
                </a:lnTo>
                <a:lnTo>
                  <a:pt x="67" y="184"/>
                </a:lnTo>
                <a:lnTo>
                  <a:pt x="67" y="183"/>
                </a:lnTo>
                <a:lnTo>
                  <a:pt x="66" y="183"/>
                </a:lnTo>
                <a:lnTo>
                  <a:pt x="66" y="182"/>
                </a:lnTo>
                <a:lnTo>
                  <a:pt x="65" y="182"/>
                </a:lnTo>
                <a:lnTo>
                  <a:pt x="65" y="181"/>
                </a:lnTo>
                <a:lnTo>
                  <a:pt x="64" y="181"/>
                </a:lnTo>
                <a:lnTo>
                  <a:pt x="63" y="180"/>
                </a:lnTo>
                <a:lnTo>
                  <a:pt x="62" y="180"/>
                </a:lnTo>
                <a:lnTo>
                  <a:pt x="63" y="180"/>
                </a:lnTo>
                <a:lnTo>
                  <a:pt x="64" y="179"/>
                </a:lnTo>
                <a:lnTo>
                  <a:pt x="64" y="178"/>
                </a:lnTo>
                <a:lnTo>
                  <a:pt x="65" y="176"/>
                </a:lnTo>
                <a:lnTo>
                  <a:pt x="65" y="175"/>
                </a:lnTo>
                <a:lnTo>
                  <a:pt x="65" y="173"/>
                </a:lnTo>
                <a:lnTo>
                  <a:pt x="65" y="172"/>
                </a:lnTo>
                <a:lnTo>
                  <a:pt x="65" y="171"/>
                </a:lnTo>
                <a:lnTo>
                  <a:pt x="64" y="171"/>
                </a:lnTo>
                <a:lnTo>
                  <a:pt x="64" y="170"/>
                </a:lnTo>
                <a:lnTo>
                  <a:pt x="63" y="169"/>
                </a:lnTo>
                <a:lnTo>
                  <a:pt x="62" y="169"/>
                </a:lnTo>
                <a:lnTo>
                  <a:pt x="62" y="168"/>
                </a:lnTo>
                <a:lnTo>
                  <a:pt x="61" y="167"/>
                </a:lnTo>
                <a:lnTo>
                  <a:pt x="61" y="166"/>
                </a:lnTo>
                <a:lnTo>
                  <a:pt x="61" y="165"/>
                </a:lnTo>
                <a:lnTo>
                  <a:pt x="60" y="165"/>
                </a:lnTo>
                <a:lnTo>
                  <a:pt x="60" y="164"/>
                </a:lnTo>
                <a:lnTo>
                  <a:pt x="61" y="164"/>
                </a:lnTo>
                <a:lnTo>
                  <a:pt x="61" y="163"/>
                </a:lnTo>
                <a:lnTo>
                  <a:pt x="62" y="163"/>
                </a:lnTo>
                <a:lnTo>
                  <a:pt x="62" y="161"/>
                </a:lnTo>
                <a:lnTo>
                  <a:pt x="63" y="161"/>
                </a:lnTo>
                <a:lnTo>
                  <a:pt x="63" y="160"/>
                </a:lnTo>
                <a:lnTo>
                  <a:pt x="64" y="160"/>
                </a:lnTo>
                <a:lnTo>
                  <a:pt x="65" y="159"/>
                </a:lnTo>
                <a:lnTo>
                  <a:pt x="65" y="158"/>
                </a:lnTo>
                <a:lnTo>
                  <a:pt x="65" y="157"/>
                </a:lnTo>
                <a:lnTo>
                  <a:pt x="64" y="156"/>
                </a:lnTo>
                <a:lnTo>
                  <a:pt x="64" y="155"/>
                </a:lnTo>
                <a:lnTo>
                  <a:pt x="63" y="154"/>
                </a:lnTo>
                <a:lnTo>
                  <a:pt x="63" y="153"/>
                </a:lnTo>
                <a:lnTo>
                  <a:pt x="64" y="153"/>
                </a:lnTo>
                <a:lnTo>
                  <a:pt x="64" y="152"/>
                </a:lnTo>
                <a:lnTo>
                  <a:pt x="64" y="151"/>
                </a:lnTo>
                <a:lnTo>
                  <a:pt x="64" y="150"/>
                </a:lnTo>
                <a:lnTo>
                  <a:pt x="65" y="150"/>
                </a:lnTo>
                <a:lnTo>
                  <a:pt x="65" y="149"/>
                </a:lnTo>
                <a:lnTo>
                  <a:pt x="65" y="148"/>
                </a:lnTo>
                <a:lnTo>
                  <a:pt x="66" y="147"/>
                </a:lnTo>
                <a:lnTo>
                  <a:pt x="67" y="147"/>
                </a:lnTo>
                <a:lnTo>
                  <a:pt x="67" y="148"/>
                </a:lnTo>
                <a:lnTo>
                  <a:pt x="67" y="147"/>
                </a:lnTo>
                <a:lnTo>
                  <a:pt x="68" y="146"/>
                </a:lnTo>
                <a:lnTo>
                  <a:pt x="67" y="146"/>
                </a:lnTo>
                <a:lnTo>
                  <a:pt x="68" y="146"/>
                </a:lnTo>
                <a:lnTo>
                  <a:pt x="68" y="145"/>
                </a:lnTo>
                <a:lnTo>
                  <a:pt x="69" y="145"/>
                </a:lnTo>
                <a:lnTo>
                  <a:pt x="69" y="144"/>
                </a:lnTo>
                <a:lnTo>
                  <a:pt x="70" y="143"/>
                </a:lnTo>
                <a:lnTo>
                  <a:pt x="70" y="142"/>
                </a:lnTo>
                <a:lnTo>
                  <a:pt x="71" y="141"/>
                </a:lnTo>
                <a:lnTo>
                  <a:pt x="72" y="141"/>
                </a:lnTo>
                <a:lnTo>
                  <a:pt x="72" y="140"/>
                </a:lnTo>
                <a:lnTo>
                  <a:pt x="73" y="140"/>
                </a:lnTo>
                <a:lnTo>
                  <a:pt x="73" y="139"/>
                </a:lnTo>
                <a:lnTo>
                  <a:pt x="73" y="138"/>
                </a:lnTo>
                <a:lnTo>
                  <a:pt x="74" y="138"/>
                </a:lnTo>
                <a:lnTo>
                  <a:pt x="75" y="137"/>
                </a:lnTo>
                <a:lnTo>
                  <a:pt x="75" y="136"/>
                </a:lnTo>
                <a:lnTo>
                  <a:pt x="76" y="136"/>
                </a:lnTo>
                <a:lnTo>
                  <a:pt x="77" y="135"/>
                </a:lnTo>
                <a:lnTo>
                  <a:pt x="78" y="135"/>
                </a:lnTo>
                <a:lnTo>
                  <a:pt x="79" y="135"/>
                </a:lnTo>
                <a:lnTo>
                  <a:pt x="80" y="135"/>
                </a:lnTo>
                <a:lnTo>
                  <a:pt x="81" y="135"/>
                </a:lnTo>
                <a:lnTo>
                  <a:pt x="82" y="136"/>
                </a:lnTo>
                <a:lnTo>
                  <a:pt x="83" y="136"/>
                </a:lnTo>
                <a:lnTo>
                  <a:pt x="83" y="135"/>
                </a:lnTo>
                <a:lnTo>
                  <a:pt x="83" y="134"/>
                </a:lnTo>
                <a:lnTo>
                  <a:pt x="84" y="134"/>
                </a:lnTo>
                <a:lnTo>
                  <a:pt x="85" y="134"/>
                </a:lnTo>
                <a:lnTo>
                  <a:pt x="85" y="133"/>
                </a:lnTo>
                <a:lnTo>
                  <a:pt x="86" y="133"/>
                </a:lnTo>
                <a:lnTo>
                  <a:pt x="87" y="133"/>
                </a:lnTo>
                <a:lnTo>
                  <a:pt x="88" y="133"/>
                </a:lnTo>
                <a:lnTo>
                  <a:pt x="88" y="132"/>
                </a:lnTo>
                <a:lnTo>
                  <a:pt x="89" y="132"/>
                </a:lnTo>
                <a:lnTo>
                  <a:pt x="90" y="132"/>
                </a:lnTo>
                <a:lnTo>
                  <a:pt x="90" y="133"/>
                </a:lnTo>
                <a:lnTo>
                  <a:pt x="91" y="133"/>
                </a:lnTo>
                <a:lnTo>
                  <a:pt x="92" y="133"/>
                </a:lnTo>
                <a:lnTo>
                  <a:pt x="92" y="132"/>
                </a:lnTo>
                <a:lnTo>
                  <a:pt x="93" y="132"/>
                </a:lnTo>
                <a:lnTo>
                  <a:pt x="94" y="131"/>
                </a:lnTo>
                <a:lnTo>
                  <a:pt x="95" y="131"/>
                </a:lnTo>
                <a:lnTo>
                  <a:pt x="95" y="130"/>
                </a:lnTo>
                <a:lnTo>
                  <a:pt x="96" y="130"/>
                </a:lnTo>
                <a:lnTo>
                  <a:pt x="96" y="131"/>
                </a:lnTo>
                <a:lnTo>
                  <a:pt x="97" y="131"/>
                </a:lnTo>
                <a:lnTo>
                  <a:pt x="97" y="130"/>
                </a:lnTo>
                <a:lnTo>
                  <a:pt x="97" y="131"/>
                </a:lnTo>
                <a:lnTo>
                  <a:pt x="98" y="131"/>
                </a:lnTo>
                <a:lnTo>
                  <a:pt x="98" y="132"/>
                </a:lnTo>
                <a:lnTo>
                  <a:pt x="99" y="132"/>
                </a:lnTo>
                <a:lnTo>
                  <a:pt x="100" y="131"/>
                </a:lnTo>
                <a:lnTo>
                  <a:pt x="100" y="130"/>
                </a:lnTo>
                <a:lnTo>
                  <a:pt x="100" y="129"/>
                </a:lnTo>
                <a:lnTo>
                  <a:pt x="101" y="128"/>
                </a:lnTo>
                <a:lnTo>
                  <a:pt x="102" y="128"/>
                </a:lnTo>
                <a:lnTo>
                  <a:pt x="103" y="128"/>
                </a:lnTo>
                <a:lnTo>
                  <a:pt x="103" y="127"/>
                </a:lnTo>
                <a:lnTo>
                  <a:pt x="104" y="127"/>
                </a:lnTo>
                <a:lnTo>
                  <a:pt x="104" y="126"/>
                </a:lnTo>
                <a:lnTo>
                  <a:pt x="105" y="126"/>
                </a:lnTo>
                <a:lnTo>
                  <a:pt x="105" y="125"/>
                </a:lnTo>
                <a:lnTo>
                  <a:pt x="106" y="125"/>
                </a:lnTo>
                <a:lnTo>
                  <a:pt x="107" y="125"/>
                </a:lnTo>
                <a:lnTo>
                  <a:pt x="108" y="125"/>
                </a:lnTo>
                <a:lnTo>
                  <a:pt x="108" y="124"/>
                </a:lnTo>
                <a:lnTo>
                  <a:pt x="109" y="124"/>
                </a:lnTo>
                <a:lnTo>
                  <a:pt x="109" y="123"/>
                </a:lnTo>
                <a:lnTo>
                  <a:pt x="109" y="122"/>
                </a:lnTo>
                <a:lnTo>
                  <a:pt x="109" y="121"/>
                </a:lnTo>
                <a:lnTo>
                  <a:pt x="108" y="121"/>
                </a:lnTo>
                <a:lnTo>
                  <a:pt x="108" y="120"/>
                </a:lnTo>
                <a:lnTo>
                  <a:pt x="108" y="119"/>
                </a:lnTo>
                <a:lnTo>
                  <a:pt x="109" y="118"/>
                </a:lnTo>
                <a:lnTo>
                  <a:pt x="110" y="117"/>
                </a:lnTo>
                <a:lnTo>
                  <a:pt x="110" y="116"/>
                </a:lnTo>
                <a:lnTo>
                  <a:pt x="111" y="116"/>
                </a:lnTo>
                <a:lnTo>
                  <a:pt x="112" y="115"/>
                </a:lnTo>
                <a:lnTo>
                  <a:pt x="112" y="114"/>
                </a:lnTo>
                <a:lnTo>
                  <a:pt x="113" y="113"/>
                </a:lnTo>
                <a:lnTo>
                  <a:pt x="114" y="113"/>
                </a:lnTo>
                <a:lnTo>
                  <a:pt x="115" y="113"/>
                </a:lnTo>
                <a:lnTo>
                  <a:pt x="115" y="112"/>
                </a:lnTo>
                <a:lnTo>
                  <a:pt x="116" y="111"/>
                </a:lnTo>
                <a:lnTo>
                  <a:pt x="117" y="111"/>
                </a:lnTo>
                <a:lnTo>
                  <a:pt x="117" y="110"/>
                </a:lnTo>
                <a:lnTo>
                  <a:pt x="118" y="109"/>
                </a:lnTo>
                <a:lnTo>
                  <a:pt x="118" y="108"/>
                </a:lnTo>
                <a:lnTo>
                  <a:pt x="119" y="107"/>
                </a:lnTo>
                <a:lnTo>
                  <a:pt x="119" y="106"/>
                </a:lnTo>
                <a:lnTo>
                  <a:pt x="119" y="105"/>
                </a:lnTo>
                <a:lnTo>
                  <a:pt x="120" y="105"/>
                </a:lnTo>
                <a:lnTo>
                  <a:pt x="120" y="104"/>
                </a:lnTo>
                <a:lnTo>
                  <a:pt x="119" y="104"/>
                </a:lnTo>
                <a:lnTo>
                  <a:pt x="119" y="103"/>
                </a:lnTo>
                <a:lnTo>
                  <a:pt x="118" y="103"/>
                </a:lnTo>
                <a:lnTo>
                  <a:pt x="117" y="103"/>
                </a:lnTo>
                <a:lnTo>
                  <a:pt x="117" y="102"/>
                </a:lnTo>
                <a:lnTo>
                  <a:pt x="117" y="101"/>
                </a:lnTo>
                <a:lnTo>
                  <a:pt x="116" y="101"/>
                </a:lnTo>
                <a:lnTo>
                  <a:pt x="115" y="100"/>
                </a:lnTo>
                <a:lnTo>
                  <a:pt x="114" y="101"/>
                </a:lnTo>
                <a:lnTo>
                  <a:pt x="114" y="100"/>
                </a:lnTo>
                <a:lnTo>
                  <a:pt x="113" y="99"/>
                </a:lnTo>
                <a:lnTo>
                  <a:pt x="114" y="99"/>
                </a:lnTo>
                <a:lnTo>
                  <a:pt x="114" y="98"/>
                </a:lnTo>
                <a:lnTo>
                  <a:pt x="114" y="97"/>
                </a:lnTo>
                <a:lnTo>
                  <a:pt x="114" y="96"/>
                </a:lnTo>
                <a:lnTo>
                  <a:pt x="113" y="96"/>
                </a:lnTo>
                <a:lnTo>
                  <a:pt x="113" y="95"/>
                </a:lnTo>
                <a:lnTo>
                  <a:pt x="114" y="95"/>
                </a:lnTo>
                <a:lnTo>
                  <a:pt x="114" y="94"/>
                </a:lnTo>
                <a:lnTo>
                  <a:pt x="115" y="93"/>
                </a:lnTo>
                <a:lnTo>
                  <a:pt x="116" y="93"/>
                </a:lnTo>
                <a:lnTo>
                  <a:pt x="116" y="92"/>
                </a:lnTo>
                <a:lnTo>
                  <a:pt x="116" y="91"/>
                </a:lnTo>
                <a:lnTo>
                  <a:pt x="116" y="90"/>
                </a:lnTo>
                <a:lnTo>
                  <a:pt x="116" y="89"/>
                </a:lnTo>
                <a:lnTo>
                  <a:pt x="116" y="88"/>
                </a:lnTo>
                <a:lnTo>
                  <a:pt x="115" y="88"/>
                </a:lnTo>
                <a:lnTo>
                  <a:pt x="115" y="87"/>
                </a:lnTo>
                <a:lnTo>
                  <a:pt x="114" y="87"/>
                </a:lnTo>
                <a:lnTo>
                  <a:pt x="114" y="86"/>
                </a:lnTo>
                <a:lnTo>
                  <a:pt x="114" y="85"/>
                </a:lnTo>
                <a:lnTo>
                  <a:pt x="115" y="85"/>
                </a:lnTo>
                <a:lnTo>
                  <a:pt x="114" y="85"/>
                </a:lnTo>
                <a:lnTo>
                  <a:pt x="114" y="84"/>
                </a:lnTo>
                <a:lnTo>
                  <a:pt x="115" y="83"/>
                </a:lnTo>
                <a:lnTo>
                  <a:pt x="114" y="82"/>
                </a:lnTo>
                <a:lnTo>
                  <a:pt x="113" y="81"/>
                </a:lnTo>
                <a:lnTo>
                  <a:pt x="114" y="80"/>
                </a:lnTo>
                <a:lnTo>
                  <a:pt x="114" y="79"/>
                </a:lnTo>
                <a:lnTo>
                  <a:pt x="113" y="78"/>
                </a:lnTo>
                <a:lnTo>
                  <a:pt x="112" y="78"/>
                </a:lnTo>
                <a:lnTo>
                  <a:pt x="112" y="77"/>
                </a:lnTo>
                <a:lnTo>
                  <a:pt x="112" y="76"/>
                </a:lnTo>
                <a:lnTo>
                  <a:pt x="111" y="76"/>
                </a:lnTo>
                <a:lnTo>
                  <a:pt x="111" y="77"/>
                </a:lnTo>
                <a:lnTo>
                  <a:pt x="110" y="77"/>
                </a:lnTo>
                <a:lnTo>
                  <a:pt x="110" y="78"/>
                </a:lnTo>
                <a:lnTo>
                  <a:pt x="109" y="78"/>
                </a:lnTo>
                <a:lnTo>
                  <a:pt x="108" y="78"/>
                </a:lnTo>
                <a:lnTo>
                  <a:pt x="107" y="78"/>
                </a:lnTo>
                <a:lnTo>
                  <a:pt x="107" y="77"/>
                </a:lnTo>
                <a:lnTo>
                  <a:pt x="106" y="77"/>
                </a:lnTo>
                <a:lnTo>
                  <a:pt x="106" y="76"/>
                </a:lnTo>
                <a:lnTo>
                  <a:pt x="106" y="75"/>
                </a:lnTo>
                <a:lnTo>
                  <a:pt x="106" y="74"/>
                </a:lnTo>
                <a:lnTo>
                  <a:pt x="107" y="74"/>
                </a:lnTo>
                <a:lnTo>
                  <a:pt x="107" y="73"/>
                </a:lnTo>
                <a:lnTo>
                  <a:pt x="106" y="73"/>
                </a:lnTo>
                <a:lnTo>
                  <a:pt x="106" y="72"/>
                </a:lnTo>
                <a:lnTo>
                  <a:pt x="106" y="71"/>
                </a:lnTo>
                <a:lnTo>
                  <a:pt x="105" y="71"/>
                </a:lnTo>
                <a:lnTo>
                  <a:pt x="105" y="70"/>
                </a:lnTo>
                <a:lnTo>
                  <a:pt x="105" y="69"/>
                </a:lnTo>
                <a:lnTo>
                  <a:pt x="106" y="69"/>
                </a:lnTo>
                <a:lnTo>
                  <a:pt x="106" y="68"/>
                </a:lnTo>
                <a:lnTo>
                  <a:pt x="106" y="67"/>
                </a:lnTo>
                <a:lnTo>
                  <a:pt x="107" y="66"/>
                </a:lnTo>
                <a:lnTo>
                  <a:pt x="108" y="66"/>
                </a:lnTo>
                <a:lnTo>
                  <a:pt x="109" y="65"/>
                </a:lnTo>
                <a:lnTo>
                  <a:pt x="110" y="66"/>
                </a:lnTo>
                <a:lnTo>
                  <a:pt x="111" y="67"/>
                </a:lnTo>
                <a:lnTo>
                  <a:pt x="112" y="67"/>
                </a:lnTo>
                <a:lnTo>
                  <a:pt x="112" y="68"/>
                </a:lnTo>
                <a:lnTo>
                  <a:pt x="111" y="68"/>
                </a:lnTo>
                <a:lnTo>
                  <a:pt x="112" y="69"/>
                </a:lnTo>
                <a:lnTo>
                  <a:pt x="113" y="70"/>
                </a:lnTo>
                <a:lnTo>
                  <a:pt x="114" y="69"/>
                </a:lnTo>
                <a:lnTo>
                  <a:pt x="114" y="68"/>
                </a:lnTo>
                <a:lnTo>
                  <a:pt x="114" y="67"/>
                </a:lnTo>
                <a:lnTo>
                  <a:pt x="114" y="66"/>
                </a:lnTo>
                <a:lnTo>
                  <a:pt x="113" y="66"/>
                </a:lnTo>
                <a:lnTo>
                  <a:pt x="113" y="65"/>
                </a:lnTo>
                <a:lnTo>
                  <a:pt x="114" y="64"/>
                </a:lnTo>
                <a:lnTo>
                  <a:pt x="115" y="63"/>
                </a:lnTo>
                <a:lnTo>
                  <a:pt x="116" y="63"/>
                </a:lnTo>
                <a:lnTo>
                  <a:pt x="116" y="64"/>
                </a:lnTo>
                <a:lnTo>
                  <a:pt x="117" y="63"/>
                </a:lnTo>
                <a:lnTo>
                  <a:pt x="117" y="64"/>
                </a:lnTo>
                <a:lnTo>
                  <a:pt x="118" y="64"/>
                </a:lnTo>
                <a:lnTo>
                  <a:pt x="119" y="64"/>
                </a:lnTo>
                <a:lnTo>
                  <a:pt x="120" y="64"/>
                </a:lnTo>
                <a:lnTo>
                  <a:pt x="120" y="65"/>
                </a:lnTo>
                <a:lnTo>
                  <a:pt x="121" y="65"/>
                </a:lnTo>
                <a:lnTo>
                  <a:pt x="121" y="64"/>
                </a:lnTo>
                <a:lnTo>
                  <a:pt x="122" y="64"/>
                </a:lnTo>
                <a:lnTo>
                  <a:pt x="123" y="64"/>
                </a:lnTo>
                <a:lnTo>
                  <a:pt x="123" y="63"/>
                </a:lnTo>
                <a:lnTo>
                  <a:pt x="123" y="62"/>
                </a:lnTo>
                <a:lnTo>
                  <a:pt x="123" y="61"/>
                </a:lnTo>
                <a:lnTo>
                  <a:pt x="124" y="61"/>
                </a:lnTo>
                <a:lnTo>
                  <a:pt x="125" y="60"/>
                </a:lnTo>
                <a:lnTo>
                  <a:pt x="125" y="61"/>
                </a:lnTo>
                <a:lnTo>
                  <a:pt x="126" y="60"/>
                </a:lnTo>
                <a:lnTo>
                  <a:pt x="126" y="61"/>
                </a:lnTo>
                <a:lnTo>
                  <a:pt x="127" y="60"/>
                </a:lnTo>
                <a:lnTo>
                  <a:pt x="127" y="59"/>
                </a:lnTo>
                <a:lnTo>
                  <a:pt x="128" y="59"/>
                </a:lnTo>
                <a:lnTo>
                  <a:pt x="128" y="60"/>
                </a:lnTo>
                <a:lnTo>
                  <a:pt x="128" y="59"/>
                </a:lnTo>
                <a:lnTo>
                  <a:pt x="128" y="58"/>
                </a:lnTo>
                <a:lnTo>
                  <a:pt x="129" y="58"/>
                </a:lnTo>
                <a:lnTo>
                  <a:pt x="130" y="57"/>
                </a:lnTo>
                <a:lnTo>
                  <a:pt x="129" y="57"/>
                </a:lnTo>
                <a:lnTo>
                  <a:pt x="129" y="56"/>
                </a:lnTo>
                <a:lnTo>
                  <a:pt x="130" y="55"/>
                </a:lnTo>
                <a:lnTo>
                  <a:pt x="130" y="56"/>
                </a:lnTo>
                <a:lnTo>
                  <a:pt x="131" y="56"/>
                </a:lnTo>
                <a:lnTo>
                  <a:pt x="131" y="55"/>
                </a:lnTo>
                <a:lnTo>
                  <a:pt x="132" y="55"/>
                </a:lnTo>
                <a:lnTo>
                  <a:pt x="132" y="54"/>
                </a:lnTo>
                <a:lnTo>
                  <a:pt x="132" y="53"/>
                </a:lnTo>
                <a:lnTo>
                  <a:pt x="131" y="53"/>
                </a:lnTo>
                <a:lnTo>
                  <a:pt x="131" y="52"/>
                </a:lnTo>
                <a:lnTo>
                  <a:pt x="131" y="51"/>
                </a:lnTo>
                <a:lnTo>
                  <a:pt x="131" y="50"/>
                </a:lnTo>
                <a:lnTo>
                  <a:pt x="132" y="50"/>
                </a:lnTo>
                <a:lnTo>
                  <a:pt x="132" y="49"/>
                </a:lnTo>
                <a:lnTo>
                  <a:pt x="132" y="48"/>
                </a:lnTo>
                <a:lnTo>
                  <a:pt x="131" y="48"/>
                </a:lnTo>
                <a:lnTo>
                  <a:pt x="130" y="48"/>
                </a:lnTo>
                <a:lnTo>
                  <a:pt x="129" y="47"/>
                </a:lnTo>
                <a:lnTo>
                  <a:pt x="130" y="47"/>
                </a:lnTo>
                <a:lnTo>
                  <a:pt x="130" y="46"/>
                </a:lnTo>
                <a:lnTo>
                  <a:pt x="129" y="46"/>
                </a:lnTo>
                <a:lnTo>
                  <a:pt x="130" y="45"/>
                </a:lnTo>
                <a:lnTo>
                  <a:pt x="131" y="45"/>
                </a:lnTo>
                <a:lnTo>
                  <a:pt x="132" y="45"/>
                </a:lnTo>
                <a:lnTo>
                  <a:pt x="132" y="44"/>
                </a:lnTo>
                <a:lnTo>
                  <a:pt x="133" y="44"/>
                </a:lnTo>
                <a:lnTo>
                  <a:pt x="133" y="43"/>
                </a:lnTo>
                <a:lnTo>
                  <a:pt x="133" y="42"/>
                </a:lnTo>
                <a:lnTo>
                  <a:pt x="134" y="42"/>
                </a:lnTo>
                <a:lnTo>
                  <a:pt x="134" y="43"/>
                </a:lnTo>
                <a:lnTo>
                  <a:pt x="135" y="43"/>
                </a:lnTo>
                <a:lnTo>
                  <a:pt x="135" y="44"/>
                </a:lnTo>
                <a:lnTo>
                  <a:pt x="135" y="45"/>
                </a:lnTo>
                <a:lnTo>
                  <a:pt x="134" y="46"/>
                </a:lnTo>
                <a:lnTo>
                  <a:pt x="135" y="46"/>
                </a:lnTo>
                <a:lnTo>
                  <a:pt x="136" y="46"/>
                </a:lnTo>
                <a:lnTo>
                  <a:pt x="136" y="45"/>
                </a:lnTo>
                <a:lnTo>
                  <a:pt x="137" y="44"/>
                </a:lnTo>
                <a:lnTo>
                  <a:pt x="139" y="43"/>
                </a:lnTo>
                <a:lnTo>
                  <a:pt x="140" y="43"/>
                </a:lnTo>
                <a:lnTo>
                  <a:pt x="141" y="43"/>
                </a:lnTo>
                <a:lnTo>
                  <a:pt x="141" y="42"/>
                </a:lnTo>
                <a:lnTo>
                  <a:pt x="142" y="42"/>
                </a:lnTo>
                <a:lnTo>
                  <a:pt x="143" y="41"/>
                </a:lnTo>
                <a:lnTo>
                  <a:pt x="143" y="40"/>
                </a:lnTo>
                <a:lnTo>
                  <a:pt x="144" y="40"/>
                </a:lnTo>
                <a:lnTo>
                  <a:pt x="144" y="39"/>
                </a:lnTo>
                <a:lnTo>
                  <a:pt x="145" y="39"/>
                </a:lnTo>
                <a:lnTo>
                  <a:pt x="145" y="38"/>
                </a:lnTo>
                <a:lnTo>
                  <a:pt x="146" y="38"/>
                </a:lnTo>
                <a:lnTo>
                  <a:pt x="147" y="39"/>
                </a:lnTo>
                <a:lnTo>
                  <a:pt x="148" y="38"/>
                </a:lnTo>
                <a:lnTo>
                  <a:pt x="149" y="37"/>
                </a:lnTo>
                <a:lnTo>
                  <a:pt x="150" y="37"/>
                </a:lnTo>
                <a:lnTo>
                  <a:pt x="150" y="36"/>
                </a:lnTo>
                <a:lnTo>
                  <a:pt x="150" y="35"/>
                </a:lnTo>
                <a:lnTo>
                  <a:pt x="151" y="35"/>
                </a:lnTo>
                <a:lnTo>
                  <a:pt x="150" y="34"/>
                </a:lnTo>
                <a:lnTo>
                  <a:pt x="151" y="34"/>
                </a:lnTo>
                <a:lnTo>
                  <a:pt x="151" y="33"/>
                </a:lnTo>
                <a:lnTo>
                  <a:pt x="152" y="33"/>
                </a:lnTo>
                <a:lnTo>
                  <a:pt x="152" y="34"/>
                </a:lnTo>
                <a:lnTo>
                  <a:pt x="152" y="35"/>
                </a:lnTo>
                <a:lnTo>
                  <a:pt x="153" y="35"/>
                </a:lnTo>
                <a:lnTo>
                  <a:pt x="154" y="35"/>
                </a:lnTo>
                <a:lnTo>
                  <a:pt x="155" y="35"/>
                </a:lnTo>
                <a:lnTo>
                  <a:pt x="155" y="36"/>
                </a:lnTo>
                <a:lnTo>
                  <a:pt x="155" y="37"/>
                </a:lnTo>
                <a:lnTo>
                  <a:pt x="155" y="38"/>
                </a:lnTo>
                <a:lnTo>
                  <a:pt x="156" y="38"/>
                </a:lnTo>
                <a:lnTo>
                  <a:pt x="156" y="37"/>
                </a:lnTo>
                <a:lnTo>
                  <a:pt x="157" y="37"/>
                </a:lnTo>
                <a:lnTo>
                  <a:pt x="157" y="38"/>
                </a:lnTo>
                <a:lnTo>
                  <a:pt x="157" y="39"/>
                </a:lnTo>
                <a:lnTo>
                  <a:pt x="157" y="40"/>
                </a:lnTo>
                <a:lnTo>
                  <a:pt x="158" y="40"/>
                </a:lnTo>
                <a:lnTo>
                  <a:pt x="157" y="40"/>
                </a:lnTo>
                <a:lnTo>
                  <a:pt x="157" y="41"/>
                </a:lnTo>
                <a:lnTo>
                  <a:pt x="157" y="42"/>
                </a:lnTo>
                <a:lnTo>
                  <a:pt x="158" y="42"/>
                </a:lnTo>
                <a:lnTo>
                  <a:pt x="158" y="43"/>
                </a:lnTo>
                <a:lnTo>
                  <a:pt x="159" y="43"/>
                </a:lnTo>
                <a:lnTo>
                  <a:pt x="159" y="45"/>
                </a:lnTo>
                <a:lnTo>
                  <a:pt x="159" y="46"/>
                </a:lnTo>
                <a:lnTo>
                  <a:pt x="160" y="46"/>
                </a:lnTo>
                <a:lnTo>
                  <a:pt x="160" y="45"/>
                </a:lnTo>
                <a:lnTo>
                  <a:pt x="160" y="46"/>
                </a:lnTo>
                <a:lnTo>
                  <a:pt x="161" y="46"/>
                </a:lnTo>
                <a:lnTo>
                  <a:pt x="162" y="46"/>
                </a:lnTo>
                <a:lnTo>
                  <a:pt x="163" y="47"/>
                </a:lnTo>
                <a:lnTo>
                  <a:pt x="164" y="47"/>
                </a:lnTo>
                <a:lnTo>
                  <a:pt x="164" y="48"/>
                </a:lnTo>
                <a:lnTo>
                  <a:pt x="165" y="48"/>
                </a:lnTo>
                <a:lnTo>
                  <a:pt x="165" y="49"/>
                </a:lnTo>
                <a:lnTo>
                  <a:pt x="166" y="50"/>
                </a:lnTo>
                <a:lnTo>
                  <a:pt x="166" y="49"/>
                </a:lnTo>
                <a:lnTo>
                  <a:pt x="167" y="49"/>
                </a:lnTo>
                <a:lnTo>
                  <a:pt x="168" y="49"/>
                </a:lnTo>
                <a:lnTo>
                  <a:pt x="169" y="50"/>
                </a:lnTo>
                <a:lnTo>
                  <a:pt x="169" y="51"/>
                </a:lnTo>
                <a:lnTo>
                  <a:pt x="170" y="51"/>
                </a:lnTo>
                <a:lnTo>
                  <a:pt x="170" y="52"/>
                </a:lnTo>
                <a:lnTo>
                  <a:pt x="171" y="52"/>
                </a:lnTo>
                <a:lnTo>
                  <a:pt x="172" y="52"/>
                </a:lnTo>
                <a:lnTo>
                  <a:pt x="172" y="51"/>
                </a:lnTo>
                <a:lnTo>
                  <a:pt x="172" y="50"/>
                </a:lnTo>
                <a:lnTo>
                  <a:pt x="173" y="50"/>
                </a:lnTo>
                <a:lnTo>
                  <a:pt x="173" y="49"/>
                </a:lnTo>
                <a:lnTo>
                  <a:pt x="174" y="49"/>
                </a:lnTo>
                <a:lnTo>
                  <a:pt x="174" y="48"/>
                </a:lnTo>
                <a:lnTo>
                  <a:pt x="175" y="48"/>
                </a:lnTo>
                <a:lnTo>
                  <a:pt x="175" y="47"/>
                </a:lnTo>
                <a:lnTo>
                  <a:pt x="175" y="46"/>
                </a:lnTo>
                <a:lnTo>
                  <a:pt x="175" y="45"/>
                </a:lnTo>
                <a:lnTo>
                  <a:pt x="176" y="44"/>
                </a:lnTo>
                <a:lnTo>
                  <a:pt x="175" y="44"/>
                </a:lnTo>
                <a:lnTo>
                  <a:pt x="175" y="42"/>
                </a:lnTo>
                <a:lnTo>
                  <a:pt x="176" y="42"/>
                </a:lnTo>
                <a:lnTo>
                  <a:pt x="177" y="42"/>
                </a:lnTo>
                <a:lnTo>
                  <a:pt x="176" y="41"/>
                </a:lnTo>
                <a:lnTo>
                  <a:pt x="177" y="41"/>
                </a:lnTo>
                <a:lnTo>
                  <a:pt x="178" y="41"/>
                </a:lnTo>
                <a:lnTo>
                  <a:pt x="178" y="40"/>
                </a:lnTo>
                <a:lnTo>
                  <a:pt x="179" y="39"/>
                </a:lnTo>
                <a:lnTo>
                  <a:pt x="180" y="39"/>
                </a:lnTo>
                <a:lnTo>
                  <a:pt x="181" y="38"/>
                </a:lnTo>
                <a:lnTo>
                  <a:pt x="181" y="37"/>
                </a:lnTo>
                <a:lnTo>
                  <a:pt x="182" y="37"/>
                </a:lnTo>
                <a:lnTo>
                  <a:pt x="182" y="38"/>
                </a:lnTo>
                <a:lnTo>
                  <a:pt x="183" y="38"/>
                </a:lnTo>
                <a:lnTo>
                  <a:pt x="184" y="38"/>
                </a:lnTo>
                <a:lnTo>
                  <a:pt x="184" y="37"/>
                </a:lnTo>
                <a:lnTo>
                  <a:pt x="185" y="37"/>
                </a:lnTo>
                <a:lnTo>
                  <a:pt x="186" y="37"/>
                </a:lnTo>
                <a:lnTo>
                  <a:pt x="187" y="36"/>
                </a:lnTo>
                <a:lnTo>
                  <a:pt x="188" y="35"/>
                </a:lnTo>
                <a:lnTo>
                  <a:pt x="189" y="35"/>
                </a:lnTo>
                <a:lnTo>
                  <a:pt x="189" y="34"/>
                </a:lnTo>
                <a:lnTo>
                  <a:pt x="190" y="34"/>
                </a:lnTo>
                <a:lnTo>
                  <a:pt x="190" y="35"/>
                </a:lnTo>
                <a:lnTo>
                  <a:pt x="191" y="35"/>
                </a:lnTo>
                <a:lnTo>
                  <a:pt x="191" y="36"/>
                </a:lnTo>
                <a:lnTo>
                  <a:pt x="192" y="36"/>
                </a:lnTo>
                <a:lnTo>
                  <a:pt x="192" y="35"/>
                </a:lnTo>
                <a:lnTo>
                  <a:pt x="193" y="35"/>
                </a:lnTo>
                <a:lnTo>
                  <a:pt x="193" y="34"/>
                </a:lnTo>
                <a:lnTo>
                  <a:pt x="194" y="33"/>
                </a:lnTo>
                <a:lnTo>
                  <a:pt x="195" y="33"/>
                </a:lnTo>
                <a:lnTo>
                  <a:pt x="195" y="34"/>
                </a:lnTo>
                <a:lnTo>
                  <a:pt x="195" y="33"/>
                </a:lnTo>
                <a:lnTo>
                  <a:pt x="196" y="34"/>
                </a:lnTo>
                <a:lnTo>
                  <a:pt x="196" y="33"/>
                </a:lnTo>
                <a:lnTo>
                  <a:pt x="196" y="34"/>
                </a:lnTo>
                <a:lnTo>
                  <a:pt x="196" y="33"/>
                </a:lnTo>
                <a:lnTo>
                  <a:pt x="197" y="33"/>
                </a:lnTo>
                <a:lnTo>
                  <a:pt x="198" y="33"/>
                </a:lnTo>
                <a:lnTo>
                  <a:pt x="198" y="34"/>
                </a:lnTo>
                <a:lnTo>
                  <a:pt x="199" y="34"/>
                </a:lnTo>
                <a:lnTo>
                  <a:pt x="199" y="33"/>
                </a:lnTo>
                <a:lnTo>
                  <a:pt x="200" y="34"/>
                </a:lnTo>
                <a:lnTo>
                  <a:pt x="200" y="33"/>
                </a:lnTo>
                <a:lnTo>
                  <a:pt x="201" y="34"/>
                </a:lnTo>
                <a:lnTo>
                  <a:pt x="201" y="35"/>
                </a:lnTo>
                <a:lnTo>
                  <a:pt x="202" y="35"/>
                </a:lnTo>
                <a:lnTo>
                  <a:pt x="203" y="35"/>
                </a:lnTo>
                <a:lnTo>
                  <a:pt x="203" y="34"/>
                </a:lnTo>
                <a:lnTo>
                  <a:pt x="203" y="33"/>
                </a:lnTo>
                <a:lnTo>
                  <a:pt x="203" y="32"/>
                </a:lnTo>
                <a:lnTo>
                  <a:pt x="203" y="31"/>
                </a:lnTo>
                <a:lnTo>
                  <a:pt x="204" y="31"/>
                </a:lnTo>
                <a:lnTo>
                  <a:pt x="204" y="30"/>
                </a:lnTo>
                <a:lnTo>
                  <a:pt x="205" y="30"/>
                </a:lnTo>
                <a:lnTo>
                  <a:pt x="206" y="30"/>
                </a:lnTo>
                <a:lnTo>
                  <a:pt x="206" y="29"/>
                </a:lnTo>
                <a:lnTo>
                  <a:pt x="206" y="28"/>
                </a:lnTo>
                <a:lnTo>
                  <a:pt x="205" y="28"/>
                </a:lnTo>
                <a:lnTo>
                  <a:pt x="205" y="27"/>
                </a:lnTo>
                <a:lnTo>
                  <a:pt x="206" y="27"/>
                </a:lnTo>
                <a:lnTo>
                  <a:pt x="207" y="26"/>
                </a:lnTo>
                <a:lnTo>
                  <a:pt x="208" y="26"/>
                </a:lnTo>
                <a:lnTo>
                  <a:pt x="208" y="25"/>
                </a:lnTo>
                <a:lnTo>
                  <a:pt x="209" y="25"/>
                </a:lnTo>
                <a:lnTo>
                  <a:pt x="209" y="26"/>
                </a:lnTo>
                <a:lnTo>
                  <a:pt x="210" y="26"/>
                </a:lnTo>
                <a:lnTo>
                  <a:pt x="211" y="26"/>
                </a:lnTo>
                <a:lnTo>
                  <a:pt x="212" y="26"/>
                </a:lnTo>
                <a:lnTo>
                  <a:pt x="212" y="27"/>
                </a:lnTo>
                <a:lnTo>
                  <a:pt x="213" y="27"/>
                </a:lnTo>
                <a:lnTo>
                  <a:pt x="213" y="26"/>
                </a:lnTo>
                <a:lnTo>
                  <a:pt x="215" y="26"/>
                </a:lnTo>
                <a:lnTo>
                  <a:pt x="215" y="25"/>
                </a:lnTo>
                <a:lnTo>
                  <a:pt x="216" y="25"/>
                </a:lnTo>
                <a:lnTo>
                  <a:pt x="216" y="24"/>
                </a:lnTo>
                <a:lnTo>
                  <a:pt x="217" y="24"/>
                </a:lnTo>
                <a:lnTo>
                  <a:pt x="217" y="25"/>
                </a:lnTo>
                <a:lnTo>
                  <a:pt x="218" y="25"/>
                </a:lnTo>
                <a:lnTo>
                  <a:pt x="218" y="24"/>
                </a:lnTo>
                <a:lnTo>
                  <a:pt x="219" y="24"/>
                </a:lnTo>
                <a:lnTo>
                  <a:pt x="219" y="23"/>
                </a:lnTo>
                <a:lnTo>
                  <a:pt x="220" y="23"/>
                </a:lnTo>
                <a:lnTo>
                  <a:pt x="221" y="23"/>
                </a:lnTo>
                <a:lnTo>
                  <a:pt x="222" y="23"/>
                </a:lnTo>
                <a:lnTo>
                  <a:pt x="222" y="22"/>
                </a:lnTo>
                <a:lnTo>
                  <a:pt x="223" y="22"/>
                </a:lnTo>
                <a:lnTo>
                  <a:pt x="223" y="23"/>
                </a:lnTo>
                <a:lnTo>
                  <a:pt x="224" y="23"/>
                </a:lnTo>
                <a:lnTo>
                  <a:pt x="224" y="22"/>
                </a:lnTo>
                <a:lnTo>
                  <a:pt x="225" y="23"/>
                </a:lnTo>
                <a:lnTo>
                  <a:pt x="226" y="23"/>
                </a:lnTo>
                <a:lnTo>
                  <a:pt x="227" y="22"/>
                </a:lnTo>
                <a:lnTo>
                  <a:pt x="227" y="21"/>
                </a:lnTo>
                <a:lnTo>
                  <a:pt x="226" y="21"/>
                </a:lnTo>
                <a:lnTo>
                  <a:pt x="227" y="21"/>
                </a:lnTo>
                <a:lnTo>
                  <a:pt x="227" y="20"/>
                </a:lnTo>
                <a:lnTo>
                  <a:pt x="227" y="19"/>
                </a:lnTo>
                <a:lnTo>
                  <a:pt x="228" y="18"/>
                </a:lnTo>
                <a:lnTo>
                  <a:pt x="227" y="18"/>
                </a:lnTo>
                <a:lnTo>
                  <a:pt x="227" y="17"/>
                </a:lnTo>
                <a:lnTo>
                  <a:pt x="227" y="16"/>
                </a:lnTo>
                <a:lnTo>
                  <a:pt x="227" y="15"/>
                </a:lnTo>
                <a:lnTo>
                  <a:pt x="228" y="15"/>
                </a:lnTo>
                <a:lnTo>
                  <a:pt x="229" y="15"/>
                </a:lnTo>
                <a:lnTo>
                  <a:pt x="229" y="14"/>
                </a:lnTo>
                <a:lnTo>
                  <a:pt x="228" y="14"/>
                </a:lnTo>
                <a:lnTo>
                  <a:pt x="228" y="13"/>
                </a:lnTo>
                <a:lnTo>
                  <a:pt x="228" y="12"/>
                </a:lnTo>
                <a:lnTo>
                  <a:pt x="227" y="12"/>
                </a:lnTo>
                <a:lnTo>
                  <a:pt x="226" y="12"/>
                </a:lnTo>
                <a:lnTo>
                  <a:pt x="225" y="12"/>
                </a:lnTo>
                <a:lnTo>
                  <a:pt x="225" y="11"/>
                </a:lnTo>
                <a:lnTo>
                  <a:pt x="225" y="10"/>
                </a:lnTo>
                <a:lnTo>
                  <a:pt x="224" y="10"/>
                </a:lnTo>
                <a:lnTo>
                  <a:pt x="223" y="10"/>
                </a:lnTo>
                <a:lnTo>
                  <a:pt x="223" y="9"/>
                </a:lnTo>
                <a:lnTo>
                  <a:pt x="224" y="9"/>
                </a:lnTo>
                <a:lnTo>
                  <a:pt x="224" y="8"/>
                </a:lnTo>
                <a:lnTo>
                  <a:pt x="225" y="8"/>
                </a:lnTo>
                <a:lnTo>
                  <a:pt x="226" y="7"/>
                </a:lnTo>
                <a:lnTo>
                  <a:pt x="226" y="6"/>
                </a:lnTo>
                <a:lnTo>
                  <a:pt x="227" y="6"/>
                </a:lnTo>
                <a:lnTo>
                  <a:pt x="227" y="5"/>
                </a:lnTo>
                <a:lnTo>
                  <a:pt x="228" y="4"/>
                </a:lnTo>
                <a:lnTo>
                  <a:pt x="229" y="4"/>
                </a:lnTo>
                <a:lnTo>
                  <a:pt x="229" y="5"/>
                </a:lnTo>
                <a:lnTo>
                  <a:pt x="229" y="4"/>
                </a:lnTo>
                <a:lnTo>
                  <a:pt x="230" y="4"/>
                </a:lnTo>
                <a:lnTo>
                  <a:pt x="230" y="3"/>
                </a:lnTo>
                <a:lnTo>
                  <a:pt x="231" y="3"/>
                </a:lnTo>
                <a:lnTo>
                  <a:pt x="232" y="2"/>
                </a:lnTo>
                <a:lnTo>
                  <a:pt x="233" y="2"/>
                </a:lnTo>
                <a:lnTo>
                  <a:pt x="234" y="2"/>
                </a:lnTo>
                <a:lnTo>
                  <a:pt x="233" y="3"/>
                </a:lnTo>
                <a:lnTo>
                  <a:pt x="233" y="4"/>
                </a:lnTo>
                <a:lnTo>
                  <a:pt x="234" y="4"/>
                </a:lnTo>
                <a:lnTo>
                  <a:pt x="234" y="5"/>
                </a:lnTo>
                <a:lnTo>
                  <a:pt x="235" y="5"/>
                </a:lnTo>
                <a:lnTo>
                  <a:pt x="235" y="6"/>
                </a:lnTo>
                <a:lnTo>
                  <a:pt x="234" y="6"/>
                </a:lnTo>
                <a:lnTo>
                  <a:pt x="235" y="6"/>
                </a:lnTo>
                <a:lnTo>
                  <a:pt x="236" y="7"/>
                </a:lnTo>
                <a:lnTo>
                  <a:pt x="237" y="7"/>
                </a:lnTo>
                <a:lnTo>
                  <a:pt x="238" y="7"/>
                </a:lnTo>
                <a:lnTo>
                  <a:pt x="239" y="7"/>
                </a:lnTo>
                <a:lnTo>
                  <a:pt x="240" y="7"/>
                </a:lnTo>
                <a:lnTo>
                  <a:pt x="240" y="6"/>
                </a:lnTo>
                <a:lnTo>
                  <a:pt x="240" y="5"/>
                </a:lnTo>
                <a:lnTo>
                  <a:pt x="239" y="5"/>
                </a:lnTo>
                <a:lnTo>
                  <a:pt x="239" y="4"/>
                </a:lnTo>
                <a:lnTo>
                  <a:pt x="239" y="3"/>
                </a:lnTo>
                <a:lnTo>
                  <a:pt x="240" y="3"/>
                </a:lnTo>
                <a:lnTo>
                  <a:pt x="241" y="3"/>
                </a:lnTo>
                <a:lnTo>
                  <a:pt x="241" y="4"/>
                </a:lnTo>
                <a:lnTo>
                  <a:pt x="241" y="3"/>
                </a:lnTo>
                <a:lnTo>
                  <a:pt x="242" y="3"/>
                </a:lnTo>
                <a:lnTo>
                  <a:pt x="243" y="4"/>
                </a:lnTo>
                <a:lnTo>
                  <a:pt x="244" y="4"/>
                </a:lnTo>
                <a:lnTo>
                  <a:pt x="244" y="3"/>
                </a:lnTo>
                <a:lnTo>
                  <a:pt x="245" y="3"/>
                </a:lnTo>
                <a:lnTo>
                  <a:pt x="246" y="2"/>
                </a:lnTo>
                <a:lnTo>
                  <a:pt x="247" y="2"/>
                </a:lnTo>
                <a:lnTo>
                  <a:pt x="247" y="3"/>
                </a:lnTo>
                <a:lnTo>
                  <a:pt x="248" y="3"/>
                </a:lnTo>
                <a:lnTo>
                  <a:pt x="248" y="4"/>
                </a:lnTo>
                <a:lnTo>
                  <a:pt x="249" y="4"/>
                </a:lnTo>
                <a:lnTo>
                  <a:pt x="248" y="4"/>
                </a:lnTo>
                <a:lnTo>
                  <a:pt x="248" y="5"/>
                </a:lnTo>
                <a:lnTo>
                  <a:pt x="248" y="6"/>
                </a:lnTo>
                <a:lnTo>
                  <a:pt x="249" y="6"/>
                </a:lnTo>
                <a:lnTo>
                  <a:pt x="249" y="5"/>
                </a:lnTo>
                <a:lnTo>
                  <a:pt x="250" y="4"/>
                </a:lnTo>
                <a:lnTo>
                  <a:pt x="250" y="5"/>
                </a:lnTo>
                <a:lnTo>
                  <a:pt x="251" y="5"/>
                </a:lnTo>
                <a:lnTo>
                  <a:pt x="252" y="5"/>
                </a:lnTo>
                <a:lnTo>
                  <a:pt x="252" y="4"/>
                </a:lnTo>
                <a:lnTo>
                  <a:pt x="253" y="4"/>
                </a:lnTo>
                <a:lnTo>
                  <a:pt x="253" y="3"/>
                </a:lnTo>
                <a:lnTo>
                  <a:pt x="254" y="3"/>
                </a:lnTo>
                <a:lnTo>
                  <a:pt x="254" y="4"/>
                </a:lnTo>
                <a:lnTo>
                  <a:pt x="255" y="4"/>
                </a:lnTo>
                <a:lnTo>
                  <a:pt x="256" y="4"/>
                </a:lnTo>
                <a:lnTo>
                  <a:pt x="256" y="3"/>
                </a:lnTo>
                <a:lnTo>
                  <a:pt x="257" y="2"/>
                </a:lnTo>
                <a:lnTo>
                  <a:pt x="257" y="1"/>
                </a:lnTo>
                <a:lnTo>
                  <a:pt x="258" y="0"/>
                </a:lnTo>
                <a:lnTo>
                  <a:pt x="259" y="0"/>
                </a:lnTo>
                <a:lnTo>
                  <a:pt x="260" y="0"/>
                </a:lnTo>
                <a:lnTo>
                  <a:pt x="26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2264400" y="20718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2252880" y="2067840"/>
            <a:ext cx="2520" cy="3240"/>
          </a:xfrm>
          <a:custGeom>
            <a:avLst/>
            <a:gdLst/>
            <a:ahLst/>
            <a:rect l="0" t="0" r="r" b="b"/>
            <a:pathLst>
              <a:path w="7" h="9">
                <a:moveTo>
                  <a:pt x="6" y="1"/>
                </a:moveTo>
                <a:lnTo>
                  <a:pt x="6" y="2"/>
                </a:lnTo>
                <a:lnTo>
                  <a:pt x="4" y="2"/>
                </a:lnTo>
                <a:lnTo>
                  <a:pt x="4" y="3"/>
                </a:lnTo>
                <a:lnTo>
                  <a:pt x="4" y="5"/>
                </a:lnTo>
                <a:lnTo>
                  <a:pt x="4" y="6"/>
                </a:lnTo>
                <a:lnTo>
                  <a:pt x="6" y="6"/>
                </a:lnTo>
                <a:lnTo>
                  <a:pt x="4" y="6"/>
                </a:lnTo>
                <a:lnTo>
                  <a:pt x="4" y="7"/>
                </a:lnTo>
                <a:lnTo>
                  <a:pt x="3" y="7"/>
                </a:lnTo>
                <a:lnTo>
                  <a:pt x="3" y="8"/>
                </a:lnTo>
                <a:lnTo>
                  <a:pt x="3" y="9"/>
                </a:lnTo>
                <a:lnTo>
                  <a:pt x="2" y="9"/>
                </a:lnTo>
                <a:lnTo>
                  <a:pt x="3" y="9"/>
                </a:lnTo>
                <a:lnTo>
                  <a:pt x="3" y="8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2" y="7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2261880" y="2067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2269080" y="2064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2264040" y="2062080"/>
            <a:ext cx="5040" cy="4320"/>
          </a:xfrm>
          <a:custGeom>
            <a:avLst/>
            <a:gdLst/>
            <a:ahLst/>
            <a:rect l="0" t="0" r="r" b="b"/>
            <a:pathLst>
              <a:path w="14" h="12">
                <a:moveTo>
                  <a:pt x="5" y="3"/>
                </a:moveTo>
                <a:lnTo>
                  <a:pt x="5" y="4"/>
                </a:lnTo>
                <a:lnTo>
                  <a:pt x="5" y="5"/>
                </a:lnTo>
                <a:lnTo>
                  <a:pt x="7" y="5"/>
                </a:lnTo>
                <a:lnTo>
                  <a:pt x="7" y="6"/>
                </a:lnTo>
                <a:lnTo>
                  <a:pt x="9" y="7"/>
                </a:lnTo>
                <a:lnTo>
                  <a:pt x="10" y="7"/>
                </a:lnTo>
                <a:lnTo>
                  <a:pt x="11" y="7"/>
                </a:lnTo>
                <a:lnTo>
                  <a:pt x="11" y="6"/>
                </a:lnTo>
                <a:lnTo>
                  <a:pt x="11" y="7"/>
                </a:lnTo>
                <a:lnTo>
                  <a:pt x="12" y="7"/>
                </a:lnTo>
                <a:lnTo>
                  <a:pt x="13" y="6"/>
                </a:lnTo>
                <a:lnTo>
                  <a:pt x="14" y="6"/>
                </a:lnTo>
                <a:lnTo>
                  <a:pt x="14" y="7"/>
                </a:lnTo>
                <a:lnTo>
                  <a:pt x="13" y="7"/>
                </a:lnTo>
                <a:lnTo>
                  <a:pt x="14" y="7"/>
                </a:lnTo>
                <a:lnTo>
                  <a:pt x="13" y="7"/>
                </a:lnTo>
                <a:lnTo>
                  <a:pt x="13" y="8"/>
                </a:lnTo>
                <a:lnTo>
                  <a:pt x="12" y="7"/>
                </a:lnTo>
                <a:lnTo>
                  <a:pt x="11" y="8"/>
                </a:lnTo>
                <a:lnTo>
                  <a:pt x="10" y="9"/>
                </a:lnTo>
                <a:lnTo>
                  <a:pt x="11" y="9"/>
                </a:lnTo>
                <a:lnTo>
                  <a:pt x="11" y="10"/>
                </a:lnTo>
                <a:lnTo>
                  <a:pt x="12" y="12"/>
                </a:lnTo>
                <a:lnTo>
                  <a:pt x="11" y="12"/>
                </a:lnTo>
                <a:lnTo>
                  <a:pt x="10" y="12"/>
                </a:lnTo>
                <a:lnTo>
                  <a:pt x="9" y="12"/>
                </a:lnTo>
                <a:lnTo>
                  <a:pt x="8" y="10"/>
                </a:lnTo>
                <a:lnTo>
                  <a:pt x="8" y="9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2270520" y="20631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2269080" y="20628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2268720" y="2062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2270160" y="2062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2268360" y="2061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2266560" y="20613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2261520" y="20595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2265120" y="205884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2" y="3"/>
                </a:move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1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2258280" y="20584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2262600" y="20552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2268000" y="2046600"/>
            <a:ext cx="2520" cy="2160"/>
          </a:xfrm>
          <a:custGeom>
            <a:avLst/>
            <a:gdLst/>
            <a:ahLst/>
            <a:rect l="0" t="0" r="r" b="b"/>
            <a:pathLst>
              <a:path w="7" h="6">
                <a:moveTo>
                  <a:pt x="4" y="6"/>
                </a:move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6"/>
                </a:lnTo>
                <a:lnTo>
                  <a:pt x="2" y="5"/>
                </a:lnTo>
                <a:lnTo>
                  <a:pt x="2" y="4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6" y="1"/>
                </a:lnTo>
                <a:lnTo>
                  <a:pt x="7" y="0"/>
                </a:lnTo>
                <a:lnTo>
                  <a:pt x="6" y="1"/>
                </a:lnTo>
                <a:lnTo>
                  <a:pt x="6" y="2"/>
                </a:lnTo>
                <a:lnTo>
                  <a:pt x="6" y="4"/>
                </a:lnTo>
                <a:lnTo>
                  <a:pt x="5" y="5"/>
                </a:lnTo>
                <a:lnTo>
                  <a:pt x="4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2270880" y="204696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2" y="2"/>
                </a:moveTo>
                <a:lnTo>
                  <a:pt x="0" y="2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2268720" y="20466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2270520" y="20466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2267640" y="2030040"/>
            <a:ext cx="3960" cy="3240"/>
          </a:xfrm>
          <a:custGeom>
            <a:avLst/>
            <a:gdLst/>
            <a:ahLst/>
            <a:rect l="0" t="0" r="r" b="b"/>
            <a:pathLst>
              <a:path w="11" h="9">
                <a:moveTo>
                  <a:pt x="9" y="3"/>
                </a:moveTo>
                <a:lnTo>
                  <a:pt x="10" y="4"/>
                </a:lnTo>
                <a:lnTo>
                  <a:pt x="11" y="6"/>
                </a:lnTo>
                <a:lnTo>
                  <a:pt x="10" y="8"/>
                </a:lnTo>
                <a:lnTo>
                  <a:pt x="8" y="8"/>
                </a:lnTo>
                <a:lnTo>
                  <a:pt x="7" y="8"/>
                </a:lnTo>
                <a:lnTo>
                  <a:pt x="5" y="8"/>
                </a:lnTo>
                <a:lnTo>
                  <a:pt x="4" y="8"/>
                </a:lnTo>
                <a:lnTo>
                  <a:pt x="3" y="8"/>
                </a:lnTo>
                <a:lnTo>
                  <a:pt x="3" y="9"/>
                </a:lnTo>
                <a:lnTo>
                  <a:pt x="2" y="9"/>
                </a:lnTo>
                <a:lnTo>
                  <a:pt x="2" y="8"/>
                </a:lnTo>
                <a:lnTo>
                  <a:pt x="1" y="8"/>
                </a:lnTo>
                <a:lnTo>
                  <a:pt x="1" y="6"/>
                </a:lnTo>
                <a:lnTo>
                  <a:pt x="0" y="5"/>
                </a:lnTo>
                <a:lnTo>
                  <a:pt x="1" y="3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7" y="1"/>
                </a:lnTo>
                <a:lnTo>
                  <a:pt x="8" y="1"/>
                </a:lnTo>
                <a:lnTo>
                  <a:pt x="9" y="2"/>
                </a:lnTo>
                <a:lnTo>
                  <a:pt x="9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2270520" y="2030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2269440" y="202860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7" y="2"/>
                </a:moveTo>
                <a:lnTo>
                  <a:pt x="6" y="2"/>
                </a:lnTo>
                <a:lnTo>
                  <a:pt x="5" y="2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7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2270160" y="20080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3" y="2"/>
                </a:move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1" y="2"/>
                </a:lnTo>
                <a:lnTo>
                  <a:pt x="1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2270520" y="20073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2270880" y="2007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2268720" y="200628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3" y="2"/>
                </a:moveTo>
                <a:lnTo>
                  <a:pt x="2" y="4"/>
                </a:lnTo>
                <a:lnTo>
                  <a:pt x="0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3" y="1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2274480" y="20606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2272320" y="20592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2" y="1"/>
                </a:moveTo>
                <a:lnTo>
                  <a:pt x="2" y="2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2272680" y="205776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3" y="0"/>
                </a:move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2271240" y="20559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2275920" y="2055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2271960" y="2047320"/>
            <a:ext cx="7200" cy="10080"/>
          </a:xfrm>
          <a:custGeom>
            <a:avLst/>
            <a:gdLst/>
            <a:ahLst/>
            <a:rect l="0" t="0" r="r" b="b"/>
            <a:pathLst>
              <a:path w="20" h="28">
                <a:moveTo>
                  <a:pt x="9" y="3"/>
                </a:moveTo>
                <a:lnTo>
                  <a:pt x="10" y="4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lnTo>
                  <a:pt x="12" y="4"/>
                </a:lnTo>
                <a:lnTo>
                  <a:pt x="13" y="4"/>
                </a:lnTo>
                <a:lnTo>
                  <a:pt x="13" y="5"/>
                </a:lnTo>
                <a:lnTo>
                  <a:pt x="15" y="6"/>
                </a:lnTo>
                <a:lnTo>
                  <a:pt x="16" y="7"/>
                </a:lnTo>
                <a:lnTo>
                  <a:pt x="15" y="7"/>
                </a:lnTo>
                <a:lnTo>
                  <a:pt x="15" y="8"/>
                </a:lnTo>
                <a:lnTo>
                  <a:pt x="14" y="8"/>
                </a:lnTo>
                <a:lnTo>
                  <a:pt x="15" y="9"/>
                </a:lnTo>
                <a:lnTo>
                  <a:pt x="16" y="10"/>
                </a:lnTo>
                <a:lnTo>
                  <a:pt x="18" y="10"/>
                </a:lnTo>
                <a:lnTo>
                  <a:pt x="19" y="10"/>
                </a:lnTo>
                <a:lnTo>
                  <a:pt x="20" y="10"/>
                </a:lnTo>
                <a:lnTo>
                  <a:pt x="19" y="12"/>
                </a:lnTo>
                <a:lnTo>
                  <a:pt x="18" y="12"/>
                </a:lnTo>
                <a:lnTo>
                  <a:pt x="18" y="13"/>
                </a:lnTo>
                <a:lnTo>
                  <a:pt x="17" y="13"/>
                </a:lnTo>
                <a:lnTo>
                  <a:pt x="17" y="12"/>
                </a:lnTo>
                <a:lnTo>
                  <a:pt x="16" y="11"/>
                </a:lnTo>
                <a:lnTo>
                  <a:pt x="15" y="11"/>
                </a:lnTo>
                <a:lnTo>
                  <a:pt x="15" y="12"/>
                </a:lnTo>
                <a:lnTo>
                  <a:pt x="14" y="12"/>
                </a:lnTo>
                <a:lnTo>
                  <a:pt x="13" y="12"/>
                </a:lnTo>
                <a:lnTo>
                  <a:pt x="13" y="13"/>
                </a:lnTo>
                <a:lnTo>
                  <a:pt x="12" y="14"/>
                </a:lnTo>
                <a:lnTo>
                  <a:pt x="12" y="15"/>
                </a:lnTo>
                <a:lnTo>
                  <a:pt x="13" y="15"/>
                </a:lnTo>
                <a:lnTo>
                  <a:pt x="12" y="16"/>
                </a:lnTo>
                <a:lnTo>
                  <a:pt x="13" y="17"/>
                </a:lnTo>
                <a:lnTo>
                  <a:pt x="12" y="17"/>
                </a:lnTo>
                <a:lnTo>
                  <a:pt x="13" y="17"/>
                </a:lnTo>
                <a:lnTo>
                  <a:pt x="14" y="17"/>
                </a:lnTo>
                <a:lnTo>
                  <a:pt x="14" y="18"/>
                </a:lnTo>
                <a:lnTo>
                  <a:pt x="15" y="18"/>
                </a:lnTo>
                <a:lnTo>
                  <a:pt x="14" y="18"/>
                </a:lnTo>
                <a:lnTo>
                  <a:pt x="14" y="19"/>
                </a:lnTo>
                <a:lnTo>
                  <a:pt x="15" y="19"/>
                </a:lnTo>
                <a:lnTo>
                  <a:pt x="16" y="18"/>
                </a:lnTo>
                <a:lnTo>
                  <a:pt x="16" y="19"/>
                </a:lnTo>
                <a:lnTo>
                  <a:pt x="17" y="19"/>
                </a:lnTo>
                <a:lnTo>
                  <a:pt x="17" y="18"/>
                </a:lnTo>
                <a:lnTo>
                  <a:pt x="17" y="19"/>
                </a:lnTo>
                <a:lnTo>
                  <a:pt x="17" y="21"/>
                </a:lnTo>
                <a:lnTo>
                  <a:pt x="16" y="21"/>
                </a:lnTo>
                <a:lnTo>
                  <a:pt x="16" y="20"/>
                </a:lnTo>
                <a:lnTo>
                  <a:pt x="15" y="19"/>
                </a:lnTo>
                <a:lnTo>
                  <a:pt x="14" y="20"/>
                </a:lnTo>
                <a:lnTo>
                  <a:pt x="13" y="20"/>
                </a:lnTo>
                <a:lnTo>
                  <a:pt x="12" y="21"/>
                </a:lnTo>
                <a:lnTo>
                  <a:pt x="11" y="21"/>
                </a:lnTo>
                <a:lnTo>
                  <a:pt x="10" y="22"/>
                </a:lnTo>
                <a:lnTo>
                  <a:pt x="9" y="23"/>
                </a:lnTo>
                <a:lnTo>
                  <a:pt x="8" y="23"/>
                </a:lnTo>
                <a:lnTo>
                  <a:pt x="8" y="25"/>
                </a:lnTo>
                <a:lnTo>
                  <a:pt x="8" y="26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0" y="27"/>
                </a:lnTo>
                <a:lnTo>
                  <a:pt x="10" y="28"/>
                </a:lnTo>
                <a:lnTo>
                  <a:pt x="9" y="28"/>
                </a:lnTo>
                <a:lnTo>
                  <a:pt x="6" y="27"/>
                </a:lnTo>
                <a:lnTo>
                  <a:pt x="5" y="26"/>
                </a:lnTo>
                <a:lnTo>
                  <a:pt x="4" y="26"/>
                </a:lnTo>
                <a:lnTo>
                  <a:pt x="3" y="25"/>
                </a:lnTo>
                <a:lnTo>
                  <a:pt x="3" y="23"/>
                </a:lnTo>
                <a:lnTo>
                  <a:pt x="2" y="23"/>
                </a:lnTo>
                <a:lnTo>
                  <a:pt x="2" y="22"/>
                </a:lnTo>
                <a:lnTo>
                  <a:pt x="3" y="22"/>
                </a:lnTo>
                <a:lnTo>
                  <a:pt x="2" y="22"/>
                </a:lnTo>
                <a:lnTo>
                  <a:pt x="2" y="21"/>
                </a:lnTo>
                <a:lnTo>
                  <a:pt x="2" y="22"/>
                </a:lnTo>
                <a:lnTo>
                  <a:pt x="1" y="23"/>
                </a:lnTo>
                <a:lnTo>
                  <a:pt x="1" y="22"/>
                </a:lnTo>
                <a:lnTo>
                  <a:pt x="0" y="22"/>
                </a:lnTo>
                <a:lnTo>
                  <a:pt x="1" y="22"/>
                </a:lnTo>
                <a:lnTo>
                  <a:pt x="0" y="22"/>
                </a:lnTo>
                <a:lnTo>
                  <a:pt x="0" y="21"/>
                </a:lnTo>
                <a:lnTo>
                  <a:pt x="0" y="22"/>
                </a:lnTo>
                <a:lnTo>
                  <a:pt x="1" y="21"/>
                </a:lnTo>
                <a:lnTo>
                  <a:pt x="1" y="20"/>
                </a:lnTo>
                <a:lnTo>
                  <a:pt x="2" y="20"/>
                </a:lnTo>
                <a:lnTo>
                  <a:pt x="1" y="20"/>
                </a:lnTo>
                <a:lnTo>
                  <a:pt x="2" y="20"/>
                </a:lnTo>
                <a:lnTo>
                  <a:pt x="1" y="20"/>
                </a:lnTo>
                <a:lnTo>
                  <a:pt x="1" y="19"/>
                </a:lnTo>
                <a:lnTo>
                  <a:pt x="2" y="19"/>
                </a:lnTo>
                <a:lnTo>
                  <a:pt x="1" y="19"/>
                </a:lnTo>
                <a:lnTo>
                  <a:pt x="1" y="20"/>
                </a:lnTo>
                <a:lnTo>
                  <a:pt x="0" y="20"/>
                </a:lnTo>
                <a:lnTo>
                  <a:pt x="0" y="19"/>
                </a:lnTo>
                <a:lnTo>
                  <a:pt x="0" y="18"/>
                </a:lnTo>
                <a:lnTo>
                  <a:pt x="0" y="17"/>
                </a:lnTo>
                <a:lnTo>
                  <a:pt x="1" y="16"/>
                </a:lnTo>
                <a:lnTo>
                  <a:pt x="2" y="16"/>
                </a:lnTo>
                <a:lnTo>
                  <a:pt x="2" y="15"/>
                </a:lnTo>
                <a:lnTo>
                  <a:pt x="3" y="15"/>
                </a:lnTo>
                <a:lnTo>
                  <a:pt x="3" y="16"/>
                </a:lnTo>
                <a:lnTo>
                  <a:pt x="4" y="15"/>
                </a:lnTo>
                <a:lnTo>
                  <a:pt x="5" y="16"/>
                </a:lnTo>
                <a:lnTo>
                  <a:pt x="6" y="16"/>
                </a:lnTo>
                <a:lnTo>
                  <a:pt x="6" y="15"/>
                </a:lnTo>
                <a:lnTo>
                  <a:pt x="5" y="15"/>
                </a:lnTo>
                <a:lnTo>
                  <a:pt x="4" y="15"/>
                </a:lnTo>
                <a:lnTo>
                  <a:pt x="3" y="14"/>
                </a:lnTo>
                <a:lnTo>
                  <a:pt x="3" y="13"/>
                </a:lnTo>
                <a:lnTo>
                  <a:pt x="3" y="11"/>
                </a:lnTo>
                <a:lnTo>
                  <a:pt x="3" y="10"/>
                </a:lnTo>
                <a:lnTo>
                  <a:pt x="3" y="9"/>
                </a:lnTo>
                <a:lnTo>
                  <a:pt x="2" y="9"/>
                </a:lnTo>
                <a:lnTo>
                  <a:pt x="2" y="8"/>
                </a:lnTo>
                <a:lnTo>
                  <a:pt x="1" y="8"/>
                </a:lnTo>
                <a:lnTo>
                  <a:pt x="1" y="7"/>
                </a:lnTo>
                <a:lnTo>
                  <a:pt x="1" y="6"/>
                </a:lnTo>
                <a:lnTo>
                  <a:pt x="2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8" y="3"/>
                </a:lnTo>
                <a:lnTo>
                  <a:pt x="6" y="3"/>
                </a:lnTo>
                <a:lnTo>
                  <a:pt x="6" y="2"/>
                </a:lnTo>
                <a:lnTo>
                  <a:pt x="9" y="0"/>
                </a:lnTo>
                <a:lnTo>
                  <a:pt x="11" y="0"/>
                </a:lnTo>
                <a:lnTo>
                  <a:pt x="10" y="1"/>
                </a:lnTo>
                <a:lnTo>
                  <a:pt x="10" y="2"/>
                </a:lnTo>
                <a:lnTo>
                  <a:pt x="9" y="2"/>
                </a:lnTo>
                <a:lnTo>
                  <a:pt x="9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2278440" y="204912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0" y="5"/>
                </a:move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3" y="3"/>
                </a:lnTo>
                <a:lnTo>
                  <a:pt x="3" y="2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2271600" y="204732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5" y="4"/>
                </a:moveTo>
                <a:lnTo>
                  <a:pt x="5" y="2"/>
                </a:lnTo>
                <a:lnTo>
                  <a:pt x="4" y="2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4" y="1"/>
                </a:lnTo>
                <a:lnTo>
                  <a:pt x="5" y="0"/>
                </a:lnTo>
                <a:lnTo>
                  <a:pt x="6" y="0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  <a:lnTo>
                  <a:pt x="5" y="2"/>
                </a:lnTo>
                <a:lnTo>
                  <a:pt x="5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2271600" y="20433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2281320" y="20358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1"/>
                </a:moveTo>
                <a:lnTo>
                  <a:pt x="3" y="3"/>
                </a:lnTo>
                <a:lnTo>
                  <a:pt x="1" y="3"/>
                </a:lnTo>
                <a:lnTo>
                  <a:pt x="0" y="4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2279880" y="20358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1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2271240" y="20296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2"/>
                </a:move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3" y="3"/>
                </a:lnTo>
                <a:lnTo>
                  <a:pt x="1" y="3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2279520" y="202860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3" y="2"/>
                </a:moveTo>
                <a:lnTo>
                  <a:pt x="3" y="3"/>
                </a:lnTo>
                <a:lnTo>
                  <a:pt x="4" y="2"/>
                </a:lnTo>
                <a:lnTo>
                  <a:pt x="5" y="0"/>
                </a:lnTo>
                <a:lnTo>
                  <a:pt x="6" y="0"/>
                </a:lnTo>
                <a:lnTo>
                  <a:pt x="6" y="2"/>
                </a:lnTo>
                <a:lnTo>
                  <a:pt x="5" y="3"/>
                </a:lnTo>
                <a:lnTo>
                  <a:pt x="4" y="4"/>
                </a:lnTo>
                <a:lnTo>
                  <a:pt x="3" y="4"/>
                </a:lnTo>
                <a:lnTo>
                  <a:pt x="3" y="6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2" y="2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2281320" y="202608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5" y="1"/>
                </a:moveTo>
                <a:lnTo>
                  <a:pt x="5" y="3"/>
                </a:lnTo>
                <a:lnTo>
                  <a:pt x="5" y="4"/>
                </a:lnTo>
                <a:lnTo>
                  <a:pt x="5" y="3"/>
                </a:lnTo>
                <a:lnTo>
                  <a:pt x="4" y="3"/>
                </a:lnTo>
                <a:lnTo>
                  <a:pt x="3" y="4"/>
                </a:lnTo>
                <a:lnTo>
                  <a:pt x="3" y="3"/>
                </a:lnTo>
                <a:lnTo>
                  <a:pt x="2" y="4"/>
                </a:lnTo>
                <a:lnTo>
                  <a:pt x="2" y="5"/>
                </a:lnTo>
                <a:lnTo>
                  <a:pt x="2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2" y="1"/>
                </a:lnTo>
                <a:lnTo>
                  <a:pt x="2" y="3"/>
                </a:lnTo>
                <a:lnTo>
                  <a:pt x="3" y="3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2281680" y="20246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2279160" y="20192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2278440" y="2019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2282400" y="20145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2275920" y="20138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2275920" y="20124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2274480" y="201168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2" y="5"/>
                </a:move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2"/>
                </a:lnTo>
                <a:lnTo>
                  <a:pt x="6" y="3"/>
                </a:lnTo>
                <a:lnTo>
                  <a:pt x="4" y="3"/>
                </a:lnTo>
                <a:lnTo>
                  <a:pt x="3" y="3"/>
                </a:lnTo>
                <a:lnTo>
                  <a:pt x="2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2279520" y="2010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1" y="0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2271240" y="2009880"/>
            <a:ext cx="3600" cy="1800"/>
          </a:xfrm>
          <a:custGeom>
            <a:avLst/>
            <a:gdLst/>
            <a:ahLst/>
            <a:rect l="0" t="0" r="r" b="b"/>
            <a:pathLst>
              <a:path w="10" h="5">
                <a:moveTo>
                  <a:pt x="7" y="4"/>
                </a:moveTo>
                <a:lnTo>
                  <a:pt x="7" y="5"/>
                </a:lnTo>
                <a:lnTo>
                  <a:pt x="6" y="5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7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10" y="2"/>
                </a:lnTo>
                <a:lnTo>
                  <a:pt x="9" y="2"/>
                </a:lnTo>
                <a:lnTo>
                  <a:pt x="8" y="2"/>
                </a:lnTo>
                <a:lnTo>
                  <a:pt x="7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2275920" y="20095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2279160" y="200916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5" y="2"/>
                </a:move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5" y="6"/>
                </a:ln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2275200" y="20095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2282400" y="2025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2297520" y="202068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3" y="3"/>
                </a:move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6" y="3"/>
                </a:lnTo>
                <a:lnTo>
                  <a:pt x="6" y="1"/>
                </a:lnTo>
                <a:lnTo>
                  <a:pt x="6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3" y="1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2286720" y="20167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2283120" y="20156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4" y="4"/>
                </a:move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5" y="3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2286720" y="20149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2287080" y="20142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2286000" y="201240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3" y="5"/>
                </a:moveTo>
                <a:lnTo>
                  <a:pt x="3" y="6"/>
                </a:lnTo>
                <a:lnTo>
                  <a:pt x="2" y="7"/>
                </a:lnTo>
                <a:lnTo>
                  <a:pt x="0" y="5"/>
                </a:lnTo>
                <a:lnTo>
                  <a:pt x="1" y="4"/>
                </a:lnTo>
                <a:lnTo>
                  <a:pt x="2" y="4"/>
                </a:lnTo>
                <a:lnTo>
                  <a:pt x="3" y="4"/>
                </a:lnTo>
                <a:lnTo>
                  <a:pt x="3" y="2"/>
                </a:lnTo>
                <a:lnTo>
                  <a:pt x="3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  <a:lnTo>
                  <a:pt x="5" y="4"/>
                </a:lnTo>
                <a:lnTo>
                  <a:pt x="3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2293560" y="20109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2292840" y="2010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2294640" y="2009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2286360" y="20091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2293560" y="200880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1" y="2"/>
                </a:move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2286720" y="20052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2286000" y="20041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1"/>
                </a:move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2289240" y="20023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2290320" y="200052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0"/>
                </a:moveTo>
                <a:lnTo>
                  <a:pt x="2" y="1"/>
                </a:lnTo>
                <a:lnTo>
                  <a:pt x="4" y="1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2291400" y="20001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0" y="2"/>
                </a:move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5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2292840" y="199908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3" y="2"/>
                </a:moveTo>
                <a:lnTo>
                  <a:pt x="4" y="2"/>
                </a:lnTo>
                <a:lnTo>
                  <a:pt x="5" y="3"/>
                </a:lnTo>
                <a:lnTo>
                  <a:pt x="4" y="3"/>
                </a:lnTo>
                <a:lnTo>
                  <a:pt x="5" y="4"/>
                </a:lnTo>
                <a:lnTo>
                  <a:pt x="5" y="5"/>
                </a:lnTo>
                <a:lnTo>
                  <a:pt x="7" y="5"/>
                </a:lnTo>
                <a:lnTo>
                  <a:pt x="5" y="5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2294640" y="1999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2294640" y="1999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2305440" y="19983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2304720" y="19976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2295360" y="19940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2295000" y="1990080"/>
            <a:ext cx="1800" cy="2520"/>
          </a:xfrm>
          <a:custGeom>
            <a:avLst/>
            <a:gdLst/>
            <a:ahLst/>
            <a:rect l="0" t="0" r="r" b="b"/>
            <a:pathLst>
              <a:path w="5" h="7">
                <a:moveTo>
                  <a:pt x="2" y="1"/>
                </a:moveTo>
                <a:lnTo>
                  <a:pt x="1" y="1"/>
                </a:lnTo>
                <a:lnTo>
                  <a:pt x="2" y="1"/>
                </a:lnTo>
                <a:lnTo>
                  <a:pt x="2" y="2"/>
                </a:lnTo>
                <a:lnTo>
                  <a:pt x="2" y="3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5" y="6"/>
                </a:lnTo>
                <a:lnTo>
                  <a:pt x="4" y="6"/>
                </a:lnTo>
                <a:lnTo>
                  <a:pt x="4" y="7"/>
                </a:lnTo>
                <a:lnTo>
                  <a:pt x="2" y="7"/>
                </a:lnTo>
                <a:lnTo>
                  <a:pt x="2" y="6"/>
                </a:lnTo>
                <a:lnTo>
                  <a:pt x="4" y="6"/>
                </a:lnTo>
                <a:lnTo>
                  <a:pt x="4" y="4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2291400" y="19890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2073960" y="1884600"/>
            <a:ext cx="159480" cy="206280"/>
          </a:xfrm>
          <a:custGeom>
            <a:avLst/>
            <a:gdLst/>
            <a:ahLst/>
            <a:rect l="0" t="0" r="r" b="b"/>
            <a:pathLst>
              <a:path w="443" h="573">
                <a:moveTo>
                  <a:pt x="281" y="1"/>
                </a:moveTo>
                <a:lnTo>
                  <a:pt x="282" y="1"/>
                </a:lnTo>
                <a:lnTo>
                  <a:pt x="282" y="2"/>
                </a:lnTo>
                <a:lnTo>
                  <a:pt x="283" y="2"/>
                </a:lnTo>
                <a:lnTo>
                  <a:pt x="284" y="2"/>
                </a:lnTo>
                <a:lnTo>
                  <a:pt x="285" y="3"/>
                </a:lnTo>
                <a:lnTo>
                  <a:pt x="286" y="3"/>
                </a:lnTo>
                <a:lnTo>
                  <a:pt x="286" y="2"/>
                </a:lnTo>
                <a:lnTo>
                  <a:pt x="287" y="2"/>
                </a:lnTo>
                <a:lnTo>
                  <a:pt x="287" y="3"/>
                </a:lnTo>
                <a:lnTo>
                  <a:pt x="288" y="3"/>
                </a:lnTo>
                <a:lnTo>
                  <a:pt x="289" y="4"/>
                </a:lnTo>
                <a:lnTo>
                  <a:pt x="290" y="5"/>
                </a:lnTo>
                <a:lnTo>
                  <a:pt x="290" y="6"/>
                </a:lnTo>
                <a:lnTo>
                  <a:pt x="291" y="6"/>
                </a:lnTo>
                <a:lnTo>
                  <a:pt x="291" y="7"/>
                </a:lnTo>
                <a:lnTo>
                  <a:pt x="290" y="7"/>
                </a:lnTo>
                <a:lnTo>
                  <a:pt x="291" y="7"/>
                </a:lnTo>
                <a:lnTo>
                  <a:pt x="290" y="8"/>
                </a:lnTo>
                <a:lnTo>
                  <a:pt x="291" y="8"/>
                </a:lnTo>
                <a:lnTo>
                  <a:pt x="291" y="9"/>
                </a:lnTo>
                <a:lnTo>
                  <a:pt x="292" y="8"/>
                </a:lnTo>
                <a:lnTo>
                  <a:pt x="293" y="8"/>
                </a:lnTo>
                <a:lnTo>
                  <a:pt x="294" y="7"/>
                </a:lnTo>
                <a:lnTo>
                  <a:pt x="294" y="8"/>
                </a:lnTo>
                <a:lnTo>
                  <a:pt x="294" y="9"/>
                </a:lnTo>
                <a:lnTo>
                  <a:pt x="294" y="10"/>
                </a:lnTo>
                <a:lnTo>
                  <a:pt x="294" y="11"/>
                </a:lnTo>
                <a:lnTo>
                  <a:pt x="294" y="12"/>
                </a:lnTo>
                <a:lnTo>
                  <a:pt x="295" y="12"/>
                </a:lnTo>
                <a:lnTo>
                  <a:pt x="294" y="12"/>
                </a:lnTo>
                <a:lnTo>
                  <a:pt x="295" y="11"/>
                </a:lnTo>
                <a:lnTo>
                  <a:pt x="296" y="11"/>
                </a:lnTo>
                <a:lnTo>
                  <a:pt x="297" y="11"/>
                </a:lnTo>
                <a:lnTo>
                  <a:pt x="297" y="10"/>
                </a:lnTo>
                <a:lnTo>
                  <a:pt x="298" y="10"/>
                </a:lnTo>
                <a:lnTo>
                  <a:pt x="298" y="11"/>
                </a:lnTo>
                <a:lnTo>
                  <a:pt x="299" y="11"/>
                </a:lnTo>
                <a:lnTo>
                  <a:pt x="300" y="11"/>
                </a:lnTo>
                <a:lnTo>
                  <a:pt x="300" y="12"/>
                </a:lnTo>
                <a:lnTo>
                  <a:pt x="301" y="13"/>
                </a:lnTo>
                <a:lnTo>
                  <a:pt x="301" y="14"/>
                </a:lnTo>
                <a:lnTo>
                  <a:pt x="300" y="14"/>
                </a:lnTo>
                <a:lnTo>
                  <a:pt x="300" y="15"/>
                </a:lnTo>
                <a:lnTo>
                  <a:pt x="300" y="16"/>
                </a:lnTo>
                <a:lnTo>
                  <a:pt x="300" y="17"/>
                </a:lnTo>
                <a:lnTo>
                  <a:pt x="299" y="17"/>
                </a:lnTo>
                <a:lnTo>
                  <a:pt x="299" y="18"/>
                </a:lnTo>
                <a:lnTo>
                  <a:pt x="299" y="19"/>
                </a:lnTo>
                <a:lnTo>
                  <a:pt x="298" y="20"/>
                </a:lnTo>
                <a:lnTo>
                  <a:pt x="298" y="21"/>
                </a:lnTo>
                <a:lnTo>
                  <a:pt x="297" y="21"/>
                </a:lnTo>
                <a:lnTo>
                  <a:pt x="297" y="22"/>
                </a:lnTo>
                <a:lnTo>
                  <a:pt x="296" y="22"/>
                </a:lnTo>
                <a:lnTo>
                  <a:pt x="296" y="23"/>
                </a:lnTo>
                <a:lnTo>
                  <a:pt x="295" y="24"/>
                </a:lnTo>
                <a:lnTo>
                  <a:pt x="294" y="25"/>
                </a:lnTo>
                <a:lnTo>
                  <a:pt x="293" y="25"/>
                </a:lnTo>
                <a:lnTo>
                  <a:pt x="294" y="26"/>
                </a:lnTo>
                <a:lnTo>
                  <a:pt x="294" y="27"/>
                </a:lnTo>
                <a:lnTo>
                  <a:pt x="293" y="27"/>
                </a:lnTo>
                <a:lnTo>
                  <a:pt x="292" y="27"/>
                </a:lnTo>
                <a:lnTo>
                  <a:pt x="292" y="28"/>
                </a:lnTo>
                <a:lnTo>
                  <a:pt x="292" y="29"/>
                </a:lnTo>
                <a:lnTo>
                  <a:pt x="291" y="29"/>
                </a:lnTo>
                <a:lnTo>
                  <a:pt x="291" y="28"/>
                </a:lnTo>
                <a:lnTo>
                  <a:pt x="291" y="29"/>
                </a:lnTo>
                <a:lnTo>
                  <a:pt x="290" y="29"/>
                </a:lnTo>
                <a:lnTo>
                  <a:pt x="289" y="29"/>
                </a:lnTo>
                <a:lnTo>
                  <a:pt x="289" y="28"/>
                </a:lnTo>
                <a:lnTo>
                  <a:pt x="288" y="28"/>
                </a:lnTo>
                <a:lnTo>
                  <a:pt x="288" y="29"/>
                </a:lnTo>
                <a:lnTo>
                  <a:pt x="287" y="29"/>
                </a:lnTo>
                <a:lnTo>
                  <a:pt x="286" y="30"/>
                </a:lnTo>
                <a:lnTo>
                  <a:pt x="286" y="31"/>
                </a:lnTo>
                <a:lnTo>
                  <a:pt x="285" y="32"/>
                </a:lnTo>
                <a:lnTo>
                  <a:pt x="285" y="31"/>
                </a:lnTo>
                <a:lnTo>
                  <a:pt x="284" y="32"/>
                </a:lnTo>
                <a:lnTo>
                  <a:pt x="284" y="33"/>
                </a:lnTo>
                <a:lnTo>
                  <a:pt x="283" y="34"/>
                </a:lnTo>
                <a:lnTo>
                  <a:pt x="282" y="35"/>
                </a:lnTo>
                <a:lnTo>
                  <a:pt x="281" y="35"/>
                </a:lnTo>
                <a:lnTo>
                  <a:pt x="281" y="36"/>
                </a:lnTo>
                <a:lnTo>
                  <a:pt x="280" y="36"/>
                </a:lnTo>
                <a:lnTo>
                  <a:pt x="280" y="37"/>
                </a:lnTo>
                <a:lnTo>
                  <a:pt x="280" y="38"/>
                </a:lnTo>
                <a:lnTo>
                  <a:pt x="280" y="39"/>
                </a:lnTo>
                <a:lnTo>
                  <a:pt x="279" y="39"/>
                </a:lnTo>
                <a:lnTo>
                  <a:pt x="278" y="39"/>
                </a:lnTo>
                <a:lnTo>
                  <a:pt x="278" y="40"/>
                </a:lnTo>
                <a:lnTo>
                  <a:pt x="280" y="40"/>
                </a:lnTo>
                <a:lnTo>
                  <a:pt x="281" y="40"/>
                </a:lnTo>
                <a:lnTo>
                  <a:pt x="281" y="41"/>
                </a:lnTo>
                <a:lnTo>
                  <a:pt x="281" y="42"/>
                </a:lnTo>
                <a:lnTo>
                  <a:pt x="280" y="42"/>
                </a:lnTo>
                <a:lnTo>
                  <a:pt x="280" y="43"/>
                </a:lnTo>
                <a:lnTo>
                  <a:pt x="279" y="43"/>
                </a:lnTo>
                <a:lnTo>
                  <a:pt x="278" y="45"/>
                </a:lnTo>
                <a:lnTo>
                  <a:pt x="278" y="46"/>
                </a:lnTo>
                <a:lnTo>
                  <a:pt x="279" y="46"/>
                </a:lnTo>
                <a:lnTo>
                  <a:pt x="280" y="46"/>
                </a:lnTo>
                <a:lnTo>
                  <a:pt x="281" y="47"/>
                </a:lnTo>
                <a:lnTo>
                  <a:pt x="281" y="48"/>
                </a:lnTo>
                <a:lnTo>
                  <a:pt x="281" y="49"/>
                </a:lnTo>
                <a:lnTo>
                  <a:pt x="282" y="49"/>
                </a:lnTo>
                <a:lnTo>
                  <a:pt x="283" y="50"/>
                </a:lnTo>
                <a:lnTo>
                  <a:pt x="284" y="50"/>
                </a:lnTo>
                <a:lnTo>
                  <a:pt x="284" y="51"/>
                </a:lnTo>
                <a:lnTo>
                  <a:pt x="284" y="52"/>
                </a:lnTo>
                <a:lnTo>
                  <a:pt x="285" y="53"/>
                </a:lnTo>
                <a:lnTo>
                  <a:pt x="285" y="52"/>
                </a:lnTo>
                <a:lnTo>
                  <a:pt x="285" y="51"/>
                </a:lnTo>
                <a:lnTo>
                  <a:pt x="285" y="52"/>
                </a:lnTo>
                <a:lnTo>
                  <a:pt x="286" y="51"/>
                </a:lnTo>
                <a:lnTo>
                  <a:pt x="286" y="50"/>
                </a:lnTo>
                <a:lnTo>
                  <a:pt x="287" y="50"/>
                </a:lnTo>
                <a:lnTo>
                  <a:pt x="288" y="50"/>
                </a:lnTo>
                <a:lnTo>
                  <a:pt x="288" y="49"/>
                </a:lnTo>
                <a:lnTo>
                  <a:pt x="289" y="49"/>
                </a:lnTo>
                <a:lnTo>
                  <a:pt x="289" y="50"/>
                </a:lnTo>
                <a:lnTo>
                  <a:pt x="290" y="50"/>
                </a:lnTo>
                <a:lnTo>
                  <a:pt x="290" y="51"/>
                </a:lnTo>
                <a:lnTo>
                  <a:pt x="289" y="51"/>
                </a:lnTo>
                <a:lnTo>
                  <a:pt x="289" y="52"/>
                </a:lnTo>
                <a:lnTo>
                  <a:pt x="290" y="52"/>
                </a:lnTo>
                <a:lnTo>
                  <a:pt x="291" y="52"/>
                </a:lnTo>
                <a:lnTo>
                  <a:pt x="291" y="53"/>
                </a:lnTo>
                <a:lnTo>
                  <a:pt x="292" y="53"/>
                </a:lnTo>
                <a:lnTo>
                  <a:pt x="293" y="52"/>
                </a:lnTo>
                <a:lnTo>
                  <a:pt x="293" y="53"/>
                </a:lnTo>
                <a:lnTo>
                  <a:pt x="294" y="52"/>
                </a:lnTo>
                <a:lnTo>
                  <a:pt x="295" y="52"/>
                </a:lnTo>
                <a:lnTo>
                  <a:pt x="296" y="51"/>
                </a:lnTo>
                <a:lnTo>
                  <a:pt x="296" y="50"/>
                </a:lnTo>
                <a:lnTo>
                  <a:pt x="297" y="50"/>
                </a:lnTo>
                <a:lnTo>
                  <a:pt x="297" y="49"/>
                </a:lnTo>
                <a:lnTo>
                  <a:pt x="298" y="49"/>
                </a:lnTo>
                <a:lnTo>
                  <a:pt x="298" y="48"/>
                </a:lnTo>
                <a:lnTo>
                  <a:pt x="298" y="47"/>
                </a:lnTo>
                <a:lnTo>
                  <a:pt x="299" y="47"/>
                </a:lnTo>
                <a:lnTo>
                  <a:pt x="300" y="47"/>
                </a:lnTo>
                <a:lnTo>
                  <a:pt x="301" y="47"/>
                </a:lnTo>
                <a:lnTo>
                  <a:pt x="301" y="46"/>
                </a:lnTo>
                <a:lnTo>
                  <a:pt x="302" y="46"/>
                </a:lnTo>
                <a:lnTo>
                  <a:pt x="302" y="45"/>
                </a:lnTo>
                <a:lnTo>
                  <a:pt x="303" y="45"/>
                </a:lnTo>
                <a:lnTo>
                  <a:pt x="303" y="44"/>
                </a:lnTo>
                <a:lnTo>
                  <a:pt x="304" y="44"/>
                </a:lnTo>
                <a:lnTo>
                  <a:pt x="305" y="44"/>
                </a:lnTo>
                <a:lnTo>
                  <a:pt x="306" y="44"/>
                </a:lnTo>
                <a:lnTo>
                  <a:pt x="307" y="44"/>
                </a:lnTo>
                <a:lnTo>
                  <a:pt x="307" y="43"/>
                </a:lnTo>
                <a:lnTo>
                  <a:pt x="308" y="43"/>
                </a:lnTo>
                <a:lnTo>
                  <a:pt x="308" y="42"/>
                </a:lnTo>
                <a:lnTo>
                  <a:pt x="308" y="41"/>
                </a:lnTo>
                <a:lnTo>
                  <a:pt x="309" y="41"/>
                </a:lnTo>
                <a:lnTo>
                  <a:pt x="309" y="40"/>
                </a:lnTo>
                <a:lnTo>
                  <a:pt x="310" y="40"/>
                </a:lnTo>
                <a:lnTo>
                  <a:pt x="310" y="41"/>
                </a:lnTo>
                <a:lnTo>
                  <a:pt x="311" y="40"/>
                </a:lnTo>
                <a:lnTo>
                  <a:pt x="312" y="40"/>
                </a:lnTo>
                <a:lnTo>
                  <a:pt x="312" y="41"/>
                </a:lnTo>
                <a:lnTo>
                  <a:pt x="313" y="41"/>
                </a:lnTo>
                <a:lnTo>
                  <a:pt x="313" y="40"/>
                </a:lnTo>
                <a:lnTo>
                  <a:pt x="314" y="40"/>
                </a:lnTo>
                <a:lnTo>
                  <a:pt x="315" y="40"/>
                </a:lnTo>
                <a:lnTo>
                  <a:pt x="316" y="39"/>
                </a:lnTo>
                <a:lnTo>
                  <a:pt x="317" y="39"/>
                </a:lnTo>
                <a:lnTo>
                  <a:pt x="318" y="39"/>
                </a:lnTo>
                <a:lnTo>
                  <a:pt x="318" y="38"/>
                </a:lnTo>
                <a:lnTo>
                  <a:pt x="319" y="38"/>
                </a:lnTo>
                <a:lnTo>
                  <a:pt x="320" y="38"/>
                </a:lnTo>
                <a:lnTo>
                  <a:pt x="320" y="37"/>
                </a:lnTo>
                <a:lnTo>
                  <a:pt x="320" y="36"/>
                </a:lnTo>
                <a:lnTo>
                  <a:pt x="320" y="35"/>
                </a:lnTo>
                <a:lnTo>
                  <a:pt x="319" y="35"/>
                </a:lnTo>
                <a:lnTo>
                  <a:pt x="319" y="34"/>
                </a:lnTo>
                <a:lnTo>
                  <a:pt x="319" y="33"/>
                </a:lnTo>
                <a:lnTo>
                  <a:pt x="320" y="33"/>
                </a:lnTo>
                <a:lnTo>
                  <a:pt x="320" y="32"/>
                </a:lnTo>
                <a:lnTo>
                  <a:pt x="321" y="32"/>
                </a:lnTo>
                <a:lnTo>
                  <a:pt x="322" y="31"/>
                </a:lnTo>
                <a:lnTo>
                  <a:pt x="322" y="30"/>
                </a:lnTo>
                <a:lnTo>
                  <a:pt x="321" y="30"/>
                </a:lnTo>
                <a:lnTo>
                  <a:pt x="321" y="29"/>
                </a:lnTo>
                <a:lnTo>
                  <a:pt x="319" y="29"/>
                </a:lnTo>
                <a:lnTo>
                  <a:pt x="319" y="28"/>
                </a:lnTo>
                <a:lnTo>
                  <a:pt x="318" y="28"/>
                </a:lnTo>
                <a:lnTo>
                  <a:pt x="318" y="27"/>
                </a:lnTo>
                <a:lnTo>
                  <a:pt x="317" y="27"/>
                </a:lnTo>
                <a:lnTo>
                  <a:pt x="317" y="26"/>
                </a:lnTo>
                <a:lnTo>
                  <a:pt x="316" y="26"/>
                </a:lnTo>
                <a:lnTo>
                  <a:pt x="316" y="25"/>
                </a:lnTo>
                <a:lnTo>
                  <a:pt x="317" y="25"/>
                </a:lnTo>
                <a:lnTo>
                  <a:pt x="318" y="25"/>
                </a:lnTo>
                <a:lnTo>
                  <a:pt x="318" y="24"/>
                </a:lnTo>
                <a:lnTo>
                  <a:pt x="319" y="23"/>
                </a:lnTo>
                <a:lnTo>
                  <a:pt x="320" y="23"/>
                </a:lnTo>
                <a:lnTo>
                  <a:pt x="321" y="22"/>
                </a:lnTo>
                <a:lnTo>
                  <a:pt x="321" y="21"/>
                </a:lnTo>
                <a:lnTo>
                  <a:pt x="321" y="20"/>
                </a:lnTo>
                <a:lnTo>
                  <a:pt x="321" y="19"/>
                </a:lnTo>
                <a:lnTo>
                  <a:pt x="321" y="18"/>
                </a:lnTo>
                <a:lnTo>
                  <a:pt x="322" y="18"/>
                </a:lnTo>
                <a:lnTo>
                  <a:pt x="322" y="17"/>
                </a:lnTo>
                <a:lnTo>
                  <a:pt x="323" y="17"/>
                </a:lnTo>
                <a:lnTo>
                  <a:pt x="324" y="17"/>
                </a:lnTo>
                <a:lnTo>
                  <a:pt x="324" y="16"/>
                </a:lnTo>
                <a:lnTo>
                  <a:pt x="325" y="17"/>
                </a:lnTo>
                <a:lnTo>
                  <a:pt x="325" y="16"/>
                </a:lnTo>
                <a:lnTo>
                  <a:pt x="326" y="16"/>
                </a:lnTo>
                <a:lnTo>
                  <a:pt x="327" y="16"/>
                </a:lnTo>
                <a:lnTo>
                  <a:pt x="328" y="16"/>
                </a:lnTo>
                <a:lnTo>
                  <a:pt x="328" y="15"/>
                </a:lnTo>
                <a:lnTo>
                  <a:pt x="329" y="16"/>
                </a:lnTo>
                <a:lnTo>
                  <a:pt x="330" y="16"/>
                </a:lnTo>
                <a:lnTo>
                  <a:pt x="330" y="17"/>
                </a:lnTo>
                <a:lnTo>
                  <a:pt x="332" y="17"/>
                </a:lnTo>
                <a:lnTo>
                  <a:pt x="333" y="17"/>
                </a:lnTo>
                <a:lnTo>
                  <a:pt x="333" y="18"/>
                </a:lnTo>
                <a:lnTo>
                  <a:pt x="333" y="19"/>
                </a:lnTo>
                <a:lnTo>
                  <a:pt x="333" y="20"/>
                </a:lnTo>
                <a:lnTo>
                  <a:pt x="333" y="21"/>
                </a:lnTo>
                <a:lnTo>
                  <a:pt x="333" y="22"/>
                </a:lnTo>
                <a:lnTo>
                  <a:pt x="333" y="23"/>
                </a:lnTo>
                <a:lnTo>
                  <a:pt x="332" y="23"/>
                </a:lnTo>
                <a:lnTo>
                  <a:pt x="331" y="23"/>
                </a:lnTo>
                <a:lnTo>
                  <a:pt x="332" y="24"/>
                </a:lnTo>
                <a:lnTo>
                  <a:pt x="332" y="25"/>
                </a:lnTo>
                <a:lnTo>
                  <a:pt x="333" y="25"/>
                </a:lnTo>
                <a:lnTo>
                  <a:pt x="334" y="25"/>
                </a:lnTo>
                <a:lnTo>
                  <a:pt x="334" y="26"/>
                </a:lnTo>
                <a:lnTo>
                  <a:pt x="335" y="26"/>
                </a:lnTo>
                <a:lnTo>
                  <a:pt x="336" y="26"/>
                </a:lnTo>
                <a:lnTo>
                  <a:pt x="336" y="27"/>
                </a:lnTo>
                <a:lnTo>
                  <a:pt x="336" y="26"/>
                </a:lnTo>
                <a:lnTo>
                  <a:pt x="336" y="25"/>
                </a:lnTo>
                <a:lnTo>
                  <a:pt x="335" y="25"/>
                </a:lnTo>
                <a:lnTo>
                  <a:pt x="336" y="25"/>
                </a:lnTo>
                <a:lnTo>
                  <a:pt x="337" y="25"/>
                </a:lnTo>
                <a:lnTo>
                  <a:pt x="338" y="25"/>
                </a:lnTo>
                <a:lnTo>
                  <a:pt x="338" y="24"/>
                </a:lnTo>
                <a:lnTo>
                  <a:pt x="340" y="23"/>
                </a:lnTo>
                <a:lnTo>
                  <a:pt x="341" y="24"/>
                </a:lnTo>
                <a:lnTo>
                  <a:pt x="340" y="25"/>
                </a:lnTo>
                <a:lnTo>
                  <a:pt x="341" y="25"/>
                </a:lnTo>
                <a:lnTo>
                  <a:pt x="341" y="26"/>
                </a:lnTo>
                <a:lnTo>
                  <a:pt x="341" y="27"/>
                </a:lnTo>
                <a:lnTo>
                  <a:pt x="342" y="27"/>
                </a:lnTo>
                <a:lnTo>
                  <a:pt x="343" y="27"/>
                </a:lnTo>
                <a:lnTo>
                  <a:pt x="344" y="26"/>
                </a:lnTo>
                <a:lnTo>
                  <a:pt x="344" y="27"/>
                </a:lnTo>
                <a:lnTo>
                  <a:pt x="344" y="26"/>
                </a:lnTo>
                <a:lnTo>
                  <a:pt x="344" y="25"/>
                </a:lnTo>
                <a:lnTo>
                  <a:pt x="344" y="24"/>
                </a:lnTo>
                <a:lnTo>
                  <a:pt x="345" y="24"/>
                </a:lnTo>
                <a:lnTo>
                  <a:pt x="346" y="23"/>
                </a:lnTo>
                <a:lnTo>
                  <a:pt x="347" y="23"/>
                </a:lnTo>
                <a:lnTo>
                  <a:pt x="348" y="23"/>
                </a:lnTo>
                <a:lnTo>
                  <a:pt x="348" y="24"/>
                </a:lnTo>
                <a:lnTo>
                  <a:pt x="348" y="25"/>
                </a:lnTo>
                <a:lnTo>
                  <a:pt x="348" y="26"/>
                </a:lnTo>
                <a:lnTo>
                  <a:pt x="347" y="26"/>
                </a:lnTo>
                <a:lnTo>
                  <a:pt x="347" y="27"/>
                </a:lnTo>
                <a:lnTo>
                  <a:pt x="347" y="28"/>
                </a:lnTo>
                <a:lnTo>
                  <a:pt x="346" y="28"/>
                </a:lnTo>
                <a:lnTo>
                  <a:pt x="346" y="29"/>
                </a:lnTo>
                <a:lnTo>
                  <a:pt x="347" y="29"/>
                </a:lnTo>
                <a:lnTo>
                  <a:pt x="347" y="30"/>
                </a:lnTo>
                <a:lnTo>
                  <a:pt x="347" y="31"/>
                </a:lnTo>
                <a:lnTo>
                  <a:pt x="348" y="31"/>
                </a:lnTo>
                <a:lnTo>
                  <a:pt x="347" y="31"/>
                </a:lnTo>
                <a:lnTo>
                  <a:pt x="348" y="32"/>
                </a:lnTo>
                <a:lnTo>
                  <a:pt x="349" y="33"/>
                </a:lnTo>
                <a:lnTo>
                  <a:pt x="350" y="33"/>
                </a:lnTo>
                <a:lnTo>
                  <a:pt x="349" y="34"/>
                </a:lnTo>
                <a:lnTo>
                  <a:pt x="350" y="34"/>
                </a:lnTo>
                <a:lnTo>
                  <a:pt x="350" y="35"/>
                </a:lnTo>
                <a:lnTo>
                  <a:pt x="351" y="35"/>
                </a:lnTo>
                <a:lnTo>
                  <a:pt x="350" y="36"/>
                </a:lnTo>
                <a:lnTo>
                  <a:pt x="350" y="37"/>
                </a:lnTo>
                <a:lnTo>
                  <a:pt x="351" y="37"/>
                </a:lnTo>
                <a:lnTo>
                  <a:pt x="351" y="38"/>
                </a:lnTo>
                <a:lnTo>
                  <a:pt x="350" y="38"/>
                </a:lnTo>
                <a:lnTo>
                  <a:pt x="350" y="39"/>
                </a:lnTo>
                <a:lnTo>
                  <a:pt x="350" y="40"/>
                </a:lnTo>
                <a:lnTo>
                  <a:pt x="351" y="40"/>
                </a:lnTo>
                <a:lnTo>
                  <a:pt x="351" y="41"/>
                </a:lnTo>
                <a:lnTo>
                  <a:pt x="352" y="40"/>
                </a:lnTo>
                <a:lnTo>
                  <a:pt x="352" y="41"/>
                </a:lnTo>
                <a:lnTo>
                  <a:pt x="352" y="42"/>
                </a:lnTo>
                <a:lnTo>
                  <a:pt x="352" y="43"/>
                </a:lnTo>
                <a:lnTo>
                  <a:pt x="353" y="42"/>
                </a:lnTo>
                <a:lnTo>
                  <a:pt x="353" y="43"/>
                </a:lnTo>
                <a:lnTo>
                  <a:pt x="354" y="43"/>
                </a:lnTo>
                <a:lnTo>
                  <a:pt x="355" y="43"/>
                </a:lnTo>
                <a:lnTo>
                  <a:pt x="355" y="42"/>
                </a:lnTo>
                <a:lnTo>
                  <a:pt x="356" y="42"/>
                </a:lnTo>
                <a:lnTo>
                  <a:pt x="356" y="43"/>
                </a:lnTo>
                <a:lnTo>
                  <a:pt x="357" y="43"/>
                </a:lnTo>
                <a:lnTo>
                  <a:pt x="357" y="44"/>
                </a:lnTo>
                <a:lnTo>
                  <a:pt x="357" y="45"/>
                </a:lnTo>
                <a:lnTo>
                  <a:pt x="357" y="46"/>
                </a:lnTo>
                <a:lnTo>
                  <a:pt x="357" y="47"/>
                </a:lnTo>
                <a:lnTo>
                  <a:pt x="357" y="48"/>
                </a:lnTo>
                <a:lnTo>
                  <a:pt x="357" y="49"/>
                </a:lnTo>
                <a:lnTo>
                  <a:pt x="358" y="49"/>
                </a:lnTo>
                <a:lnTo>
                  <a:pt x="358" y="50"/>
                </a:lnTo>
                <a:lnTo>
                  <a:pt x="359" y="50"/>
                </a:lnTo>
                <a:lnTo>
                  <a:pt x="360" y="50"/>
                </a:lnTo>
                <a:lnTo>
                  <a:pt x="361" y="50"/>
                </a:lnTo>
                <a:lnTo>
                  <a:pt x="362" y="50"/>
                </a:lnTo>
                <a:lnTo>
                  <a:pt x="362" y="51"/>
                </a:lnTo>
                <a:lnTo>
                  <a:pt x="363" y="51"/>
                </a:lnTo>
                <a:lnTo>
                  <a:pt x="364" y="50"/>
                </a:lnTo>
                <a:lnTo>
                  <a:pt x="365" y="50"/>
                </a:lnTo>
                <a:lnTo>
                  <a:pt x="366" y="49"/>
                </a:lnTo>
                <a:lnTo>
                  <a:pt x="366" y="48"/>
                </a:lnTo>
                <a:lnTo>
                  <a:pt x="367" y="48"/>
                </a:lnTo>
                <a:lnTo>
                  <a:pt x="368" y="48"/>
                </a:lnTo>
                <a:lnTo>
                  <a:pt x="369" y="48"/>
                </a:lnTo>
                <a:lnTo>
                  <a:pt x="370" y="49"/>
                </a:lnTo>
                <a:lnTo>
                  <a:pt x="369" y="49"/>
                </a:lnTo>
                <a:lnTo>
                  <a:pt x="370" y="50"/>
                </a:lnTo>
                <a:lnTo>
                  <a:pt x="371" y="50"/>
                </a:lnTo>
                <a:lnTo>
                  <a:pt x="371" y="51"/>
                </a:lnTo>
                <a:lnTo>
                  <a:pt x="371" y="52"/>
                </a:lnTo>
                <a:lnTo>
                  <a:pt x="371" y="53"/>
                </a:lnTo>
                <a:lnTo>
                  <a:pt x="371" y="54"/>
                </a:lnTo>
                <a:lnTo>
                  <a:pt x="372" y="54"/>
                </a:lnTo>
                <a:lnTo>
                  <a:pt x="373" y="54"/>
                </a:lnTo>
                <a:lnTo>
                  <a:pt x="373" y="53"/>
                </a:lnTo>
                <a:lnTo>
                  <a:pt x="374" y="53"/>
                </a:lnTo>
                <a:lnTo>
                  <a:pt x="375" y="54"/>
                </a:lnTo>
                <a:lnTo>
                  <a:pt x="375" y="55"/>
                </a:lnTo>
                <a:lnTo>
                  <a:pt x="376" y="54"/>
                </a:lnTo>
                <a:lnTo>
                  <a:pt x="377" y="54"/>
                </a:lnTo>
                <a:lnTo>
                  <a:pt x="377" y="53"/>
                </a:lnTo>
                <a:lnTo>
                  <a:pt x="378" y="53"/>
                </a:lnTo>
                <a:lnTo>
                  <a:pt x="378" y="54"/>
                </a:lnTo>
                <a:lnTo>
                  <a:pt x="379" y="53"/>
                </a:lnTo>
                <a:lnTo>
                  <a:pt x="379" y="52"/>
                </a:lnTo>
                <a:lnTo>
                  <a:pt x="380" y="52"/>
                </a:lnTo>
                <a:lnTo>
                  <a:pt x="379" y="53"/>
                </a:lnTo>
                <a:lnTo>
                  <a:pt x="380" y="53"/>
                </a:lnTo>
                <a:lnTo>
                  <a:pt x="381" y="52"/>
                </a:lnTo>
                <a:lnTo>
                  <a:pt x="382" y="52"/>
                </a:lnTo>
                <a:lnTo>
                  <a:pt x="383" y="52"/>
                </a:lnTo>
                <a:lnTo>
                  <a:pt x="384" y="52"/>
                </a:lnTo>
                <a:lnTo>
                  <a:pt x="384" y="53"/>
                </a:lnTo>
                <a:lnTo>
                  <a:pt x="385" y="53"/>
                </a:lnTo>
                <a:lnTo>
                  <a:pt x="387" y="53"/>
                </a:lnTo>
                <a:lnTo>
                  <a:pt x="387" y="54"/>
                </a:lnTo>
                <a:lnTo>
                  <a:pt x="388" y="54"/>
                </a:lnTo>
                <a:lnTo>
                  <a:pt x="389" y="54"/>
                </a:lnTo>
                <a:lnTo>
                  <a:pt x="388" y="54"/>
                </a:lnTo>
                <a:lnTo>
                  <a:pt x="389" y="55"/>
                </a:lnTo>
                <a:lnTo>
                  <a:pt x="390" y="55"/>
                </a:lnTo>
                <a:lnTo>
                  <a:pt x="391" y="54"/>
                </a:lnTo>
                <a:lnTo>
                  <a:pt x="392" y="54"/>
                </a:lnTo>
                <a:lnTo>
                  <a:pt x="393" y="54"/>
                </a:lnTo>
                <a:lnTo>
                  <a:pt x="393" y="53"/>
                </a:lnTo>
                <a:lnTo>
                  <a:pt x="394" y="53"/>
                </a:lnTo>
                <a:lnTo>
                  <a:pt x="394" y="54"/>
                </a:lnTo>
                <a:lnTo>
                  <a:pt x="395" y="54"/>
                </a:lnTo>
                <a:lnTo>
                  <a:pt x="395" y="53"/>
                </a:lnTo>
                <a:lnTo>
                  <a:pt x="396" y="52"/>
                </a:lnTo>
                <a:lnTo>
                  <a:pt x="397" y="52"/>
                </a:lnTo>
                <a:lnTo>
                  <a:pt x="397" y="53"/>
                </a:lnTo>
                <a:lnTo>
                  <a:pt x="398" y="53"/>
                </a:lnTo>
                <a:lnTo>
                  <a:pt x="399" y="53"/>
                </a:lnTo>
                <a:lnTo>
                  <a:pt x="399" y="52"/>
                </a:lnTo>
                <a:lnTo>
                  <a:pt x="400" y="52"/>
                </a:lnTo>
                <a:lnTo>
                  <a:pt x="401" y="52"/>
                </a:lnTo>
                <a:lnTo>
                  <a:pt x="402" y="52"/>
                </a:lnTo>
                <a:lnTo>
                  <a:pt x="403" y="52"/>
                </a:lnTo>
                <a:lnTo>
                  <a:pt x="403" y="53"/>
                </a:lnTo>
                <a:lnTo>
                  <a:pt x="403" y="54"/>
                </a:lnTo>
                <a:lnTo>
                  <a:pt x="404" y="54"/>
                </a:lnTo>
                <a:lnTo>
                  <a:pt x="404" y="55"/>
                </a:lnTo>
                <a:lnTo>
                  <a:pt x="405" y="55"/>
                </a:lnTo>
                <a:lnTo>
                  <a:pt x="407" y="55"/>
                </a:lnTo>
                <a:lnTo>
                  <a:pt x="407" y="56"/>
                </a:lnTo>
                <a:lnTo>
                  <a:pt x="408" y="56"/>
                </a:lnTo>
                <a:lnTo>
                  <a:pt x="408" y="55"/>
                </a:lnTo>
                <a:lnTo>
                  <a:pt x="409" y="55"/>
                </a:lnTo>
                <a:lnTo>
                  <a:pt x="409" y="56"/>
                </a:lnTo>
                <a:lnTo>
                  <a:pt x="409" y="57"/>
                </a:lnTo>
                <a:lnTo>
                  <a:pt x="410" y="57"/>
                </a:lnTo>
                <a:lnTo>
                  <a:pt x="411" y="58"/>
                </a:lnTo>
                <a:lnTo>
                  <a:pt x="412" y="59"/>
                </a:lnTo>
                <a:lnTo>
                  <a:pt x="412" y="60"/>
                </a:lnTo>
                <a:lnTo>
                  <a:pt x="412" y="61"/>
                </a:lnTo>
                <a:lnTo>
                  <a:pt x="411" y="62"/>
                </a:lnTo>
                <a:lnTo>
                  <a:pt x="411" y="63"/>
                </a:lnTo>
                <a:lnTo>
                  <a:pt x="412" y="63"/>
                </a:lnTo>
                <a:lnTo>
                  <a:pt x="412" y="64"/>
                </a:lnTo>
                <a:lnTo>
                  <a:pt x="412" y="65"/>
                </a:lnTo>
                <a:lnTo>
                  <a:pt x="411" y="65"/>
                </a:lnTo>
                <a:lnTo>
                  <a:pt x="411" y="66"/>
                </a:lnTo>
                <a:lnTo>
                  <a:pt x="411" y="67"/>
                </a:lnTo>
                <a:lnTo>
                  <a:pt x="412" y="68"/>
                </a:lnTo>
                <a:lnTo>
                  <a:pt x="413" y="68"/>
                </a:lnTo>
                <a:lnTo>
                  <a:pt x="414" y="68"/>
                </a:lnTo>
                <a:lnTo>
                  <a:pt x="414" y="69"/>
                </a:lnTo>
                <a:lnTo>
                  <a:pt x="415" y="69"/>
                </a:lnTo>
                <a:lnTo>
                  <a:pt x="416" y="69"/>
                </a:lnTo>
                <a:lnTo>
                  <a:pt x="417" y="69"/>
                </a:lnTo>
                <a:lnTo>
                  <a:pt x="417" y="70"/>
                </a:lnTo>
                <a:lnTo>
                  <a:pt x="417" y="71"/>
                </a:lnTo>
                <a:lnTo>
                  <a:pt x="418" y="71"/>
                </a:lnTo>
                <a:lnTo>
                  <a:pt x="418" y="72"/>
                </a:lnTo>
                <a:lnTo>
                  <a:pt x="418" y="73"/>
                </a:lnTo>
                <a:lnTo>
                  <a:pt x="418" y="74"/>
                </a:lnTo>
                <a:lnTo>
                  <a:pt x="418" y="75"/>
                </a:lnTo>
                <a:lnTo>
                  <a:pt x="417" y="76"/>
                </a:lnTo>
                <a:lnTo>
                  <a:pt x="416" y="76"/>
                </a:lnTo>
                <a:lnTo>
                  <a:pt x="416" y="77"/>
                </a:lnTo>
                <a:lnTo>
                  <a:pt x="416" y="78"/>
                </a:lnTo>
                <a:lnTo>
                  <a:pt x="415" y="78"/>
                </a:lnTo>
                <a:lnTo>
                  <a:pt x="414" y="78"/>
                </a:lnTo>
                <a:lnTo>
                  <a:pt x="414" y="79"/>
                </a:lnTo>
                <a:lnTo>
                  <a:pt x="415" y="79"/>
                </a:lnTo>
                <a:lnTo>
                  <a:pt x="416" y="80"/>
                </a:lnTo>
                <a:lnTo>
                  <a:pt x="415" y="80"/>
                </a:lnTo>
                <a:lnTo>
                  <a:pt x="415" y="81"/>
                </a:lnTo>
                <a:lnTo>
                  <a:pt x="415" y="82"/>
                </a:lnTo>
                <a:lnTo>
                  <a:pt x="414" y="82"/>
                </a:lnTo>
                <a:lnTo>
                  <a:pt x="414" y="81"/>
                </a:lnTo>
                <a:lnTo>
                  <a:pt x="413" y="81"/>
                </a:lnTo>
                <a:lnTo>
                  <a:pt x="412" y="81"/>
                </a:lnTo>
                <a:lnTo>
                  <a:pt x="411" y="81"/>
                </a:lnTo>
                <a:lnTo>
                  <a:pt x="410" y="81"/>
                </a:lnTo>
                <a:lnTo>
                  <a:pt x="410" y="80"/>
                </a:lnTo>
                <a:lnTo>
                  <a:pt x="409" y="81"/>
                </a:lnTo>
                <a:lnTo>
                  <a:pt x="408" y="81"/>
                </a:lnTo>
                <a:lnTo>
                  <a:pt x="407" y="81"/>
                </a:lnTo>
                <a:lnTo>
                  <a:pt x="406" y="81"/>
                </a:lnTo>
                <a:lnTo>
                  <a:pt x="406" y="82"/>
                </a:lnTo>
                <a:lnTo>
                  <a:pt x="407" y="82"/>
                </a:lnTo>
                <a:lnTo>
                  <a:pt x="407" y="84"/>
                </a:lnTo>
                <a:lnTo>
                  <a:pt x="406" y="85"/>
                </a:lnTo>
                <a:lnTo>
                  <a:pt x="407" y="86"/>
                </a:lnTo>
                <a:lnTo>
                  <a:pt x="407" y="87"/>
                </a:lnTo>
                <a:lnTo>
                  <a:pt x="407" y="88"/>
                </a:lnTo>
                <a:lnTo>
                  <a:pt x="406" y="88"/>
                </a:lnTo>
                <a:lnTo>
                  <a:pt x="405" y="88"/>
                </a:lnTo>
                <a:lnTo>
                  <a:pt x="405" y="89"/>
                </a:lnTo>
                <a:lnTo>
                  <a:pt x="404" y="88"/>
                </a:lnTo>
                <a:lnTo>
                  <a:pt x="403" y="89"/>
                </a:lnTo>
                <a:lnTo>
                  <a:pt x="403" y="90"/>
                </a:lnTo>
                <a:lnTo>
                  <a:pt x="403" y="91"/>
                </a:lnTo>
                <a:lnTo>
                  <a:pt x="402" y="92"/>
                </a:lnTo>
                <a:lnTo>
                  <a:pt x="403" y="92"/>
                </a:lnTo>
                <a:lnTo>
                  <a:pt x="402" y="93"/>
                </a:lnTo>
                <a:lnTo>
                  <a:pt x="402" y="94"/>
                </a:lnTo>
                <a:lnTo>
                  <a:pt x="403" y="94"/>
                </a:lnTo>
                <a:lnTo>
                  <a:pt x="403" y="95"/>
                </a:lnTo>
                <a:lnTo>
                  <a:pt x="403" y="96"/>
                </a:lnTo>
                <a:lnTo>
                  <a:pt x="403" y="97"/>
                </a:lnTo>
                <a:lnTo>
                  <a:pt x="403" y="98"/>
                </a:lnTo>
                <a:lnTo>
                  <a:pt x="404" y="98"/>
                </a:lnTo>
                <a:lnTo>
                  <a:pt x="404" y="99"/>
                </a:lnTo>
                <a:lnTo>
                  <a:pt x="403" y="99"/>
                </a:lnTo>
                <a:lnTo>
                  <a:pt x="403" y="100"/>
                </a:lnTo>
                <a:lnTo>
                  <a:pt x="403" y="101"/>
                </a:lnTo>
                <a:lnTo>
                  <a:pt x="404" y="101"/>
                </a:lnTo>
                <a:lnTo>
                  <a:pt x="405" y="102"/>
                </a:lnTo>
                <a:lnTo>
                  <a:pt x="406" y="102"/>
                </a:lnTo>
                <a:lnTo>
                  <a:pt x="406" y="103"/>
                </a:lnTo>
                <a:lnTo>
                  <a:pt x="406" y="104"/>
                </a:lnTo>
                <a:lnTo>
                  <a:pt x="405" y="105"/>
                </a:lnTo>
                <a:lnTo>
                  <a:pt x="406" y="106"/>
                </a:lnTo>
                <a:lnTo>
                  <a:pt x="406" y="107"/>
                </a:lnTo>
                <a:lnTo>
                  <a:pt x="407" y="107"/>
                </a:lnTo>
                <a:lnTo>
                  <a:pt x="407" y="108"/>
                </a:lnTo>
                <a:lnTo>
                  <a:pt x="408" y="109"/>
                </a:lnTo>
                <a:lnTo>
                  <a:pt x="407" y="109"/>
                </a:lnTo>
                <a:lnTo>
                  <a:pt x="408" y="110"/>
                </a:lnTo>
                <a:lnTo>
                  <a:pt x="408" y="111"/>
                </a:lnTo>
                <a:lnTo>
                  <a:pt x="409" y="110"/>
                </a:lnTo>
                <a:lnTo>
                  <a:pt x="409" y="109"/>
                </a:lnTo>
                <a:lnTo>
                  <a:pt x="409" y="110"/>
                </a:lnTo>
                <a:lnTo>
                  <a:pt x="409" y="111"/>
                </a:lnTo>
                <a:lnTo>
                  <a:pt x="408" y="111"/>
                </a:lnTo>
                <a:lnTo>
                  <a:pt x="409" y="111"/>
                </a:lnTo>
                <a:lnTo>
                  <a:pt x="410" y="111"/>
                </a:lnTo>
                <a:lnTo>
                  <a:pt x="410" y="110"/>
                </a:lnTo>
                <a:lnTo>
                  <a:pt x="410" y="109"/>
                </a:lnTo>
                <a:lnTo>
                  <a:pt x="411" y="109"/>
                </a:lnTo>
                <a:lnTo>
                  <a:pt x="411" y="110"/>
                </a:lnTo>
                <a:lnTo>
                  <a:pt x="411" y="111"/>
                </a:lnTo>
                <a:lnTo>
                  <a:pt x="412" y="112"/>
                </a:lnTo>
                <a:lnTo>
                  <a:pt x="413" y="113"/>
                </a:lnTo>
                <a:lnTo>
                  <a:pt x="413" y="112"/>
                </a:lnTo>
                <a:lnTo>
                  <a:pt x="414" y="112"/>
                </a:lnTo>
                <a:lnTo>
                  <a:pt x="415" y="112"/>
                </a:lnTo>
                <a:lnTo>
                  <a:pt x="416" y="112"/>
                </a:lnTo>
                <a:lnTo>
                  <a:pt x="416" y="113"/>
                </a:lnTo>
                <a:lnTo>
                  <a:pt x="417" y="113"/>
                </a:lnTo>
                <a:lnTo>
                  <a:pt x="417" y="114"/>
                </a:lnTo>
                <a:lnTo>
                  <a:pt x="417" y="115"/>
                </a:lnTo>
                <a:lnTo>
                  <a:pt x="418" y="115"/>
                </a:lnTo>
                <a:lnTo>
                  <a:pt x="419" y="116"/>
                </a:lnTo>
                <a:lnTo>
                  <a:pt x="420" y="116"/>
                </a:lnTo>
                <a:lnTo>
                  <a:pt x="420" y="117"/>
                </a:lnTo>
                <a:lnTo>
                  <a:pt x="419" y="117"/>
                </a:lnTo>
                <a:lnTo>
                  <a:pt x="418" y="118"/>
                </a:lnTo>
                <a:lnTo>
                  <a:pt x="418" y="119"/>
                </a:lnTo>
                <a:lnTo>
                  <a:pt x="417" y="119"/>
                </a:lnTo>
                <a:lnTo>
                  <a:pt x="417" y="120"/>
                </a:lnTo>
                <a:lnTo>
                  <a:pt x="418" y="120"/>
                </a:lnTo>
                <a:lnTo>
                  <a:pt x="419" y="120"/>
                </a:lnTo>
                <a:lnTo>
                  <a:pt x="420" y="119"/>
                </a:lnTo>
                <a:lnTo>
                  <a:pt x="421" y="119"/>
                </a:lnTo>
                <a:lnTo>
                  <a:pt x="422" y="119"/>
                </a:lnTo>
                <a:lnTo>
                  <a:pt x="422" y="118"/>
                </a:lnTo>
                <a:lnTo>
                  <a:pt x="423" y="118"/>
                </a:lnTo>
                <a:lnTo>
                  <a:pt x="423" y="119"/>
                </a:lnTo>
                <a:lnTo>
                  <a:pt x="424" y="119"/>
                </a:lnTo>
                <a:lnTo>
                  <a:pt x="424" y="120"/>
                </a:lnTo>
                <a:lnTo>
                  <a:pt x="424" y="121"/>
                </a:lnTo>
                <a:lnTo>
                  <a:pt x="425" y="121"/>
                </a:lnTo>
                <a:lnTo>
                  <a:pt x="425" y="122"/>
                </a:lnTo>
                <a:lnTo>
                  <a:pt x="425" y="123"/>
                </a:lnTo>
                <a:lnTo>
                  <a:pt x="426" y="124"/>
                </a:lnTo>
                <a:lnTo>
                  <a:pt x="426" y="125"/>
                </a:lnTo>
                <a:lnTo>
                  <a:pt x="426" y="126"/>
                </a:lnTo>
                <a:lnTo>
                  <a:pt x="427" y="126"/>
                </a:lnTo>
                <a:lnTo>
                  <a:pt x="427" y="127"/>
                </a:lnTo>
                <a:lnTo>
                  <a:pt x="426" y="127"/>
                </a:lnTo>
                <a:lnTo>
                  <a:pt x="426" y="128"/>
                </a:lnTo>
                <a:lnTo>
                  <a:pt x="427" y="129"/>
                </a:lnTo>
                <a:lnTo>
                  <a:pt x="428" y="129"/>
                </a:lnTo>
                <a:lnTo>
                  <a:pt x="429" y="129"/>
                </a:lnTo>
                <a:lnTo>
                  <a:pt x="430" y="129"/>
                </a:lnTo>
                <a:lnTo>
                  <a:pt x="431" y="129"/>
                </a:lnTo>
                <a:lnTo>
                  <a:pt x="432" y="129"/>
                </a:lnTo>
                <a:lnTo>
                  <a:pt x="433" y="130"/>
                </a:lnTo>
                <a:lnTo>
                  <a:pt x="433" y="131"/>
                </a:lnTo>
                <a:lnTo>
                  <a:pt x="434" y="132"/>
                </a:lnTo>
                <a:lnTo>
                  <a:pt x="434" y="133"/>
                </a:lnTo>
                <a:lnTo>
                  <a:pt x="434" y="134"/>
                </a:lnTo>
                <a:lnTo>
                  <a:pt x="434" y="133"/>
                </a:lnTo>
                <a:lnTo>
                  <a:pt x="434" y="134"/>
                </a:lnTo>
                <a:lnTo>
                  <a:pt x="434" y="135"/>
                </a:lnTo>
                <a:lnTo>
                  <a:pt x="435" y="136"/>
                </a:lnTo>
                <a:lnTo>
                  <a:pt x="435" y="137"/>
                </a:lnTo>
                <a:lnTo>
                  <a:pt x="436" y="137"/>
                </a:lnTo>
                <a:lnTo>
                  <a:pt x="436" y="138"/>
                </a:lnTo>
                <a:lnTo>
                  <a:pt x="435" y="138"/>
                </a:lnTo>
                <a:lnTo>
                  <a:pt x="436" y="138"/>
                </a:lnTo>
                <a:lnTo>
                  <a:pt x="436" y="139"/>
                </a:lnTo>
                <a:lnTo>
                  <a:pt x="435" y="139"/>
                </a:lnTo>
                <a:lnTo>
                  <a:pt x="435" y="138"/>
                </a:lnTo>
                <a:lnTo>
                  <a:pt x="435" y="139"/>
                </a:lnTo>
                <a:lnTo>
                  <a:pt x="436" y="139"/>
                </a:lnTo>
                <a:lnTo>
                  <a:pt x="436" y="140"/>
                </a:lnTo>
                <a:lnTo>
                  <a:pt x="435" y="140"/>
                </a:lnTo>
                <a:lnTo>
                  <a:pt x="435" y="141"/>
                </a:lnTo>
                <a:lnTo>
                  <a:pt x="436" y="141"/>
                </a:lnTo>
                <a:lnTo>
                  <a:pt x="437" y="141"/>
                </a:lnTo>
                <a:lnTo>
                  <a:pt x="437" y="142"/>
                </a:lnTo>
                <a:lnTo>
                  <a:pt x="437" y="143"/>
                </a:lnTo>
                <a:lnTo>
                  <a:pt x="438" y="143"/>
                </a:lnTo>
                <a:lnTo>
                  <a:pt x="438" y="144"/>
                </a:lnTo>
                <a:lnTo>
                  <a:pt x="438" y="145"/>
                </a:lnTo>
                <a:lnTo>
                  <a:pt x="438" y="146"/>
                </a:lnTo>
                <a:lnTo>
                  <a:pt x="437" y="147"/>
                </a:lnTo>
                <a:lnTo>
                  <a:pt x="438" y="147"/>
                </a:lnTo>
                <a:lnTo>
                  <a:pt x="438" y="148"/>
                </a:lnTo>
                <a:lnTo>
                  <a:pt x="439" y="149"/>
                </a:lnTo>
                <a:lnTo>
                  <a:pt x="438" y="149"/>
                </a:lnTo>
                <a:lnTo>
                  <a:pt x="438" y="150"/>
                </a:lnTo>
                <a:lnTo>
                  <a:pt x="437" y="151"/>
                </a:lnTo>
                <a:lnTo>
                  <a:pt x="437" y="150"/>
                </a:lnTo>
                <a:lnTo>
                  <a:pt x="437" y="152"/>
                </a:lnTo>
                <a:lnTo>
                  <a:pt x="438" y="153"/>
                </a:lnTo>
                <a:lnTo>
                  <a:pt x="437" y="153"/>
                </a:lnTo>
                <a:lnTo>
                  <a:pt x="437" y="154"/>
                </a:lnTo>
                <a:lnTo>
                  <a:pt x="436" y="155"/>
                </a:lnTo>
                <a:lnTo>
                  <a:pt x="437" y="155"/>
                </a:lnTo>
                <a:lnTo>
                  <a:pt x="437" y="156"/>
                </a:lnTo>
                <a:lnTo>
                  <a:pt x="438" y="157"/>
                </a:lnTo>
                <a:lnTo>
                  <a:pt x="437" y="157"/>
                </a:lnTo>
                <a:lnTo>
                  <a:pt x="438" y="157"/>
                </a:lnTo>
                <a:lnTo>
                  <a:pt x="438" y="158"/>
                </a:lnTo>
                <a:lnTo>
                  <a:pt x="438" y="159"/>
                </a:lnTo>
                <a:lnTo>
                  <a:pt x="438" y="160"/>
                </a:lnTo>
                <a:lnTo>
                  <a:pt x="439" y="160"/>
                </a:lnTo>
                <a:lnTo>
                  <a:pt x="440" y="160"/>
                </a:lnTo>
                <a:lnTo>
                  <a:pt x="439" y="161"/>
                </a:lnTo>
                <a:lnTo>
                  <a:pt x="438" y="161"/>
                </a:lnTo>
                <a:lnTo>
                  <a:pt x="438" y="162"/>
                </a:lnTo>
                <a:lnTo>
                  <a:pt x="437" y="161"/>
                </a:lnTo>
                <a:lnTo>
                  <a:pt x="437" y="162"/>
                </a:lnTo>
                <a:lnTo>
                  <a:pt x="438" y="162"/>
                </a:lnTo>
                <a:lnTo>
                  <a:pt x="439" y="162"/>
                </a:lnTo>
                <a:lnTo>
                  <a:pt x="439" y="163"/>
                </a:lnTo>
                <a:lnTo>
                  <a:pt x="440" y="163"/>
                </a:lnTo>
                <a:lnTo>
                  <a:pt x="440" y="164"/>
                </a:lnTo>
                <a:lnTo>
                  <a:pt x="441" y="164"/>
                </a:lnTo>
                <a:lnTo>
                  <a:pt x="442" y="163"/>
                </a:lnTo>
                <a:lnTo>
                  <a:pt x="442" y="164"/>
                </a:lnTo>
                <a:lnTo>
                  <a:pt x="443" y="164"/>
                </a:lnTo>
                <a:lnTo>
                  <a:pt x="442" y="164"/>
                </a:lnTo>
                <a:lnTo>
                  <a:pt x="443" y="164"/>
                </a:lnTo>
                <a:lnTo>
                  <a:pt x="443" y="165"/>
                </a:lnTo>
                <a:lnTo>
                  <a:pt x="442" y="165"/>
                </a:lnTo>
                <a:lnTo>
                  <a:pt x="442" y="166"/>
                </a:lnTo>
                <a:lnTo>
                  <a:pt x="442" y="167"/>
                </a:lnTo>
                <a:lnTo>
                  <a:pt x="442" y="166"/>
                </a:lnTo>
                <a:lnTo>
                  <a:pt x="441" y="166"/>
                </a:lnTo>
                <a:lnTo>
                  <a:pt x="441" y="167"/>
                </a:lnTo>
                <a:lnTo>
                  <a:pt x="442" y="167"/>
                </a:lnTo>
                <a:lnTo>
                  <a:pt x="441" y="167"/>
                </a:lnTo>
                <a:lnTo>
                  <a:pt x="441" y="168"/>
                </a:lnTo>
                <a:lnTo>
                  <a:pt x="441" y="169"/>
                </a:lnTo>
                <a:lnTo>
                  <a:pt x="440" y="169"/>
                </a:lnTo>
                <a:lnTo>
                  <a:pt x="440" y="170"/>
                </a:lnTo>
                <a:lnTo>
                  <a:pt x="441" y="170"/>
                </a:lnTo>
                <a:lnTo>
                  <a:pt x="440" y="170"/>
                </a:lnTo>
                <a:lnTo>
                  <a:pt x="439" y="171"/>
                </a:lnTo>
                <a:lnTo>
                  <a:pt x="438" y="172"/>
                </a:lnTo>
                <a:lnTo>
                  <a:pt x="439" y="172"/>
                </a:lnTo>
                <a:lnTo>
                  <a:pt x="439" y="173"/>
                </a:lnTo>
                <a:lnTo>
                  <a:pt x="440" y="173"/>
                </a:lnTo>
                <a:lnTo>
                  <a:pt x="441" y="173"/>
                </a:lnTo>
                <a:lnTo>
                  <a:pt x="441" y="174"/>
                </a:lnTo>
                <a:lnTo>
                  <a:pt x="441" y="175"/>
                </a:lnTo>
                <a:lnTo>
                  <a:pt x="441" y="176"/>
                </a:lnTo>
                <a:lnTo>
                  <a:pt x="442" y="176"/>
                </a:lnTo>
                <a:lnTo>
                  <a:pt x="442" y="177"/>
                </a:lnTo>
                <a:lnTo>
                  <a:pt x="442" y="178"/>
                </a:lnTo>
                <a:lnTo>
                  <a:pt x="442" y="179"/>
                </a:lnTo>
                <a:lnTo>
                  <a:pt x="443" y="179"/>
                </a:lnTo>
                <a:lnTo>
                  <a:pt x="442" y="179"/>
                </a:lnTo>
                <a:lnTo>
                  <a:pt x="443" y="179"/>
                </a:lnTo>
                <a:lnTo>
                  <a:pt x="443" y="178"/>
                </a:lnTo>
                <a:lnTo>
                  <a:pt x="443" y="179"/>
                </a:lnTo>
                <a:lnTo>
                  <a:pt x="443" y="180"/>
                </a:lnTo>
                <a:lnTo>
                  <a:pt x="442" y="180"/>
                </a:lnTo>
                <a:lnTo>
                  <a:pt x="442" y="181"/>
                </a:lnTo>
                <a:lnTo>
                  <a:pt x="441" y="182"/>
                </a:lnTo>
                <a:lnTo>
                  <a:pt x="440" y="182"/>
                </a:lnTo>
                <a:lnTo>
                  <a:pt x="440" y="183"/>
                </a:lnTo>
                <a:lnTo>
                  <a:pt x="439" y="183"/>
                </a:lnTo>
                <a:lnTo>
                  <a:pt x="438" y="183"/>
                </a:lnTo>
                <a:lnTo>
                  <a:pt x="437" y="183"/>
                </a:lnTo>
                <a:lnTo>
                  <a:pt x="436" y="184"/>
                </a:lnTo>
                <a:lnTo>
                  <a:pt x="435" y="184"/>
                </a:lnTo>
                <a:lnTo>
                  <a:pt x="435" y="185"/>
                </a:lnTo>
                <a:lnTo>
                  <a:pt x="434" y="185"/>
                </a:lnTo>
                <a:lnTo>
                  <a:pt x="434" y="186"/>
                </a:lnTo>
                <a:lnTo>
                  <a:pt x="434" y="185"/>
                </a:lnTo>
                <a:lnTo>
                  <a:pt x="433" y="185"/>
                </a:lnTo>
                <a:lnTo>
                  <a:pt x="432" y="186"/>
                </a:lnTo>
                <a:lnTo>
                  <a:pt x="432" y="187"/>
                </a:lnTo>
                <a:lnTo>
                  <a:pt x="431" y="187"/>
                </a:lnTo>
                <a:lnTo>
                  <a:pt x="431" y="188"/>
                </a:lnTo>
                <a:lnTo>
                  <a:pt x="430" y="189"/>
                </a:lnTo>
                <a:lnTo>
                  <a:pt x="429" y="189"/>
                </a:lnTo>
                <a:lnTo>
                  <a:pt x="429" y="191"/>
                </a:lnTo>
                <a:lnTo>
                  <a:pt x="428" y="191"/>
                </a:lnTo>
                <a:lnTo>
                  <a:pt x="428" y="192"/>
                </a:lnTo>
                <a:lnTo>
                  <a:pt x="429" y="192"/>
                </a:lnTo>
                <a:lnTo>
                  <a:pt x="430" y="192"/>
                </a:lnTo>
                <a:lnTo>
                  <a:pt x="430" y="193"/>
                </a:lnTo>
                <a:lnTo>
                  <a:pt x="430" y="194"/>
                </a:lnTo>
                <a:lnTo>
                  <a:pt x="431" y="194"/>
                </a:lnTo>
                <a:lnTo>
                  <a:pt x="432" y="194"/>
                </a:lnTo>
                <a:lnTo>
                  <a:pt x="433" y="194"/>
                </a:lnTo>
                <a:lnTo>
                  <a:pt x="433" y="195"/>
                </a:lnTo>
                <a:lnTo>
                  <a:pt x="433" y="196"/>
                </a:lnTo>
                <a:lnTo>
                  <a:pt x="434" y="196"/>
                </a:lnTo>
                <a:lnTo>
                  <a:pt x="434" y="197"/>
                </a:lnTo>
                <a:lnTo>
                  <a:pt x="433" y="197"/>
                </a:lnTo>
                <a:lnTo>
                  <a:pt x="432" y="197"/>
                </a:lnTo>
                <a:lnTo>
                  <a:pt x="432" y="198"/>
                </a:lnTo>
                <a:lnTo>
                  <a:pt x="432" y="199"/>
                </a:lnTo>
                <a:lnTo>
                  <a:pt x="432" y="200"/>
                </a:lnTo>
                <a:lnTo>
                  <a:pt x="433" y="200"/>
                </a:lnTo>
                <a:lnTo>
                  <a:pt x="432" y="201"/>
                </a:lnTo>
                <a:lnTo>
                  <a:pt x="432" y="202"/>
                </a:lnTo>
                <a:lnTo>
                  <a:pt x="432" y="203"/>
                </a:lnTo>
                <a:lnTo>
                  <a:pt x="431" y="203"/>
                </a:lnTo>
                <a:lnTo>
                  <a:pt x="432" y="203"/>
                </a:lnTo>
                <a:lnTo>
                  <a:pt x="432" y="204"/>
                </a:lnTo>
                <a:lnTo>
                  <a:pt x="431" y="205"/>
                </a:lnTo>
                <a:lnTo>
                  <a:pt x="430" y="205"/>
                </a:lnTo>
                <a:lnTo>
                  <a:pt x="429" y="204"/>
                </a:lnTo>
                <a:lnTo>
                  <a:pt x="429" y="205"/>
                </a:lnTo>
                <a:lnTo>
                  <a:pt x="428" y="205"/>
                </a:lnTo>
                <a:lnTo>
                  <a:pt x="428" y="204"/>
                </a:lnTo>
                <a:lnTo>
                  <a:pt x="427" y="204"/>
                </a:lnTo>
                <a:lnTo>
                  <a:pt x="427" y="205"/>
                </a:lnTo>
                <a:lnTo>
                  <a:pt x="426" y="205"/>
                </a:lnTo>
                <a:lnTo>
                  <a:pt x="425" y="205"/>
                </a:lnTo>
                <a:lnTo>
                  <a:pt x="424" y="205"/>
                </a:lnTo>
                <a:lnTo>
                  <a:pt x="424" y="206"/>
                </a:lnTo>
                <a:lnTo>
                  <a:pt x="423" y="206"/>
                </a:lnTo>
                <a:lnTo>
                  <a:pt x="423" y="207"/>
                </a:lnTo>
                <a:lnTo>
                  <a:pt x="422" y="207"/>
                </a:lnTo>
                <a:lnTo>
                  <a:pt x="422" y="206"/>
                </a:lnTo>
                <a:lnTo>
                  <a:pt x="421" y="206"/>
                </a:lnTo>
                <a:lnTo>
                  <a:pt x="421" y="207"/>
                </a:lnTo>
                <a:lnTo>
                  <a:pt x="420" y="207"/>
                </a:lnTo>
                <a:lnTo>
                  <a:pt x="420" y="208"/>
                </a:lnTo>
                <a:lnTo>
                  <a:pt x="418" y="208"/>
                </a:lnTo>
                <a:lnTo>
                  <a:pt x="418" y="209"/>
                </a:lnTo>
                <a:lnTo>
                  <a:pt x="417" y="209"/>
                </a:lnTo>
                <a:lnTo>
                  <a:pt x="417" y="208"/>
                </a:lnTo>
                <a:lnTo>
                  <a:pt x="416" y="208"/>
                </a:lnTo>
                <a:lnTo>
                  <a:pt x="415" y="208"/>
                </a:lnTo>
                <a:lnTo>
                  <a:pt x="414" y="208"/>
                </a:lnTo>
                <a:lnTo>
                  <a:pt x="414" y="207"/>
                </a:lnTo>
                <a:lnTo>
                  <a:pt x="413" y="207"/>
                </a:lnTo>
                <a:lnTo>
                  <a:pt x="413" y="208"/>
                </a:lnTo>
                <a:lnTo>
                  <a:pt x="412" y="208"/>
                </a:lnTo>
                <a:lnTo>
                  <a:pt x="411" y="209"/>
                </a:lnTo>
                <a:lnTo>
                  <a:pt x="410" y="209"/>
                </a:lnTo>
                <a:lnTo>
                  <a:pt x="410" y="210"/>
                </a:lnTo>
                <a:lnTo>
                  <a:pt x="411" y="210"/>
                </a:lnTo>
                <a:lnTo>
                  <a:pt x="411" y="211"/>
                </a:lnTo>
                <a:lnTo>
                  <a:pt x="411" y="212"/>
                </a:lnTo>
                <a:lnTo>
                  <a:pt x="410" y="212"/>
                </a:lnTo>
                <a:lnTo>
                  <a:pt x="409" y="212"/>
                </a:lnTo>
                <a:lnTo>
                  <a:pt x="409" y="213"/>
                </a:lnTo>
                <a:lnTo>
                  <a:pt x="408" y="213"/>
                </a:lnTo>
                <a:lnTo>
                  <a:pt x="408" y="214"/>
                </a:lnTo>
                <a:lnTo>
                  <a:pt x="408" y="215"/>
                </a:lnTo>
                <a:lnTo>
                  <a:pt x="408" y="216"/>
                </a:lnTo>
                <a:lnTo>
                  <a:pt x="408" y="217"/>
                </a:lnTo>
                <a:lnTo>
                  <a:pt x="407" y="217"/>
                </a:lnTo>
                <a:lnTo>
                  <a:pt x="406" y="217"/>
                </a:lnTo>
                <a:lnTo>
                  <a:pt x="406" y="216"/>
                </a:lnTo>
                <a:lnTo>
                  <a:pt x="405" y="215"/>
                </a:lnTo>
                <a:lnTo>
                  <a:pt x="405" y="216"/>
                </a:lnTo>
                <a:lnTo>
                  <a:pt x="404" y="215"/>
                </a:lnTo>
                <a:lnTo>
                  <a:pt x="404" y="216"/>
                </a:lnTo>
                <a:lnTo>
                  <a:pt x="403" y="216"/>
                </a:lnTo>
                <a:lnTo>
                  <a:pt x="403" y="215"/>
                </a:lnTo>
                <a:lnTo>
                  <a:pt x="402" y="215"/>
                </a:lnTo>
                <a:lnTo>
                  <a:pt x="401" y="215"/>
                </a:lnTo>
                <a:lnTo>
                  <a:pt x="401" y="216"/>
                </a:lnTo>
                <a:lnTo>
                  <a:pt x="401" y="215"/>
                </a:lnTo>
                <a:lnTo>
                  <a:pt x="401" y="216"/>
                </a:lnTo>
                <a:lnTo>
                  <a:pt x="400" y="215"/>
                </a:lnTo>
                <a:lnTo>
                  <a:pt x="400" y="216"/>
                </a:lnTo>
                <a:lnTo>
                  <a:pt x="400" y="215"/>
                </a:lnTo>
                <a:lnTo>
                  <a:pt x="399" y="215"/>
                </a:lnTo>
                <a:lnTo>
                  <a:pt x="398" y="216"/>
                </a:lnTo>
                <a:lnTo>
                  <a:pt x="398" y="217"/>
                </a:lnTo>
                <a:lnTo>
                  <a:pt x="397" y="217"/>
                </a:lnTo>
                <a:lnTo>
                  <a:pt x="397" y="218"/>
                </a:lnTo>
                <a:lnTo>
                  <a:pt x="396" y="218"/>
                </a:lnTo>
                <a:lnTo>
                  <a:pt x="396" y="217"/>
                </a:lnTo>
                <a:lnTo>
                  <a:pt x="395" y="217"/>
                </a:lnTo>
                <a:lnTo>
                  <a:pt x="395" y="216"/>
                </a:lnTo>
                <a:lnTo>
                  <a:pt x="394" y="216"/>
                </a:lnTo>
                <a:lnTo>
                  <a:pt x="394" y="217"/>
                </a:lnTo>
                <a:lnTo>
                  <a:pt x="393" y="217"/>
                </a:lnTo>
                <a:lnTo>
                  <a:pt x="392" y="218"/>
                </a:lnTo>
                <a:lnTo>
                  <a:pt x="391" y="219"/>
                </a:lnTo>
                <a:lnTo>
                  <a:pt x="390" y="219"/>
                </a:lnTo>
                <a:lnTo>
                  <a:pt x="389" y="219"/>
                </a:lnTo>
                <a:lnTo>
                  <a:pt x="389" y="220"/>
                </a:lnTo>
                <a:lnTo>
                  <a:pt x="388" y="220"/>
                </a:lnTo>
                <a:lnTo>
                  <a:pt x="387" y="220"/>
                </a:lnTo>
                <a:lnTo>
                  <a:pt x="387" y="219"/>
                </a:lnTo>
                <a:lnTo>
                  <a:pt x="386" y="219"/>
                </a:lnTo>
                <a:lnTo>
                  <a:pt x="386" y="220"/>
                </a:lnTo>
                <a:lnTo>
                  <a:pt x="385" y="221"/>
                </a:lnTo>
                <a:lnTo>
                  <a:pt x="384" y="221"/>
                </a:lnTo>
                <a:lnTo>
                  <a:pt x="383" y="222"/>
                </a:lnTo>
                <a:lnTo>
                  <a:pt x="383" y="223"/>
                </a:lnTo>
                <a:lnTo>
                  <a:pt x="382" y="223"/>
                </a:lnTo>
                <a:lnTo>
                  <a:pt x="381" y="223"/>
                </a:lnTo>
                <a:lnTo>
                  <a:pt x="382" y="224"/>
                </a:lnTo>
                <a:lnTo>
                  <a:pt x="381" y="224"/>
                </a:lnTo>
                <a:lnTo>
                  <a:pt x="380" y="224"/>
                </a:lnTo>
                <a:lnTo>
                  <a:pt x="380" y="226"/>
                </a:lnTo>
                <a:lnTo>
                  <a:pt x="381" y="226"/>
                </a:lnTo>
                <a:lnTo>
                  <a:pt x="380" y="227"/>
                </a:lnTo>
                <a:lnTo>
                  <a:pt x="380" y="228"/>
                </a:lnTo>
                <a:lnTo>
                  <a:pt x="380" y="229"/>
                </a:lnTo>
                <a:lnTo>
                  <a:pt x="380" y="230"/>
                </a:lnTo>
                <a:lnTo>
                  <a:pt x="379" y="230"/>
                </a:lnTo>
                <a:lnTo>
                  <a:pt x="379" y="231"/>
                </a:lnTo>
                <a:lnTo>
                  <a:pt x="378" y="231"/>
                </a:lnTo>
                <a:lnTo>
                  <a:pt x="378" y="232"/>
                </a:lnTo>
                <a:lnTo>
                  <a:pt x="377" y="232"/>
                </a:lnTo>
                <a:lnTo>
                  <a:pt x="377" y="233"/>
                </a:lnTo>
                <a:lnTo>
                  <a:pt x="377" y="234"/>
                </a:lnTo>
                <a:lnTo>
                  <a:pt x="376" y="234"/>
                </a:lnTo>
                <a:lnTo>
                  <a:pt x="375" y="234"/>
                </a:lnTo>
                <a:lnTo>
                  <a:pt x="375" y="233"/>
                </a:lnTo>
                <a:lnTo>
                  <a:pt x="374" y="233"/>
                </a:lnTo>
                <a:lnTo>
                  <a:pt x="374" y="232"/>
                </a:lnTo>
                <a:lnTo>
                  <a:pt x="373" y="231"/>
                </a:lnTo>
                <a:lnTo>
                  <a:pt x="372" y="231"/>
                </a:lnTo>
                <a:lnTo>
                  <a:pt x="371" y="231"/>
                </a:lnTo>
                <a:lnTo>
                  <a:pt x="371" y="232"/>
                </a:lnTo>
                <a:lnTo>
                  <a:pt x="370" y="231"/>
                </a:lnTo>
                <a:lnTo>
                  <a:pt x="370" y="230"/>
                </a:lnTo>
                <a:lnTo>
                  <a:pt x="369" y="230"/>
                </a:lnTo>
                <a:lnTo>
                  <a:pt x="369" y="229"/>
                </a:lnTo>
                <a:lnTo>
                  <a:pt x="368" y="229"/>
                </a:lnTo>
                <a:lnTo>
                  <a:pt x="367" y="228"/>
                </a:lnTo>
                <a:lnTo>
                  <a:pt x="366" y="228"/>
                </a:lnTo>
                <a:lnTo>
                  <a:pt x="365" y="228"/>
                </a:lnTo>
                <a:lnTo>
                  <a:pt x="365" y="227"/>
                </a:lnTo>
                <a:lnTo>
                  <a:pt x="365" y="228"/>
                </a:lnTo>
                <a:lnTo>
                  <a:pt x="364" y="228"/>
                </a:lnTo>
                <a:lnTo>
                  <a:pt x="364" y="227"/>
                </a:lnTo>
                <a:lnTo>
                  <a:pt x="364" y="225"/>
                </a:lnTo>
                <a:lnTo>
                  <a:pt x="363" y="225"/>
                </a:lnTo>
                <a:lnTo>
                  <a:pt x="363" y="224"/>
                </a:lnTo>
                <a:lnTo>
                  <a:pt x="362" y="224"/>
                </a:lnTo>
                <a:lnTo>
                  <a:pt x="362" y="223"/>
                </a:lnTo>
                <a:lnTo>
                  <a:pt x="362" y="222"/>
                </a:lnTo>
                <a:lnTo>
                  <a:pt x="363" y="222"/>
                </a:lnTo>
                <a:lnTo>
                  <a:pt x="362" y="222"/>
                </a:lnTo>
                <a:lnTo>
                  <a:pt x="362" y="221"/>
                </a:lnTo>
                <a:lnTo>
                  <a:pt x="362" y="220"/>
                </a:lnTo>
                <a:lnTo>
                  <a:pt x="362" y="219"/>
                </a:lnTo>
                <a:lnTo>
                  <a:pt x="361" y="219"/>
                </a:lnTo>
                <a:lnTo>
                  <a:pt x="361" y="220"/>
                </a:lnTo>
                <a:lnTo>
                  <a:pt x="360" y="220"/>
                </a:lnTo>
                <a:lnTo>
                  <a:pt x="360" y="219"/>
                </a:lnTo>
                <a:lnTo>
                  <a:pt x="360" y="218"/>
                </a:lnTo>
                <a:lnTo>
                  <a:pt x="360" y="217"/>
                </a:lnTo>
                <a:lnTo>
                  <a:pt x="359" y="217"/>
                </a:lnTo>
                <a:lnTo>
                  <a:pt x="358" y="217"/>
                </a:lnTo>
                <a:lnTo>
                  <a:pt x="357" y="217"/>
                </a:lnTo>
                <a:lnTo>
                  <a:pt x="357" y="216"/>
                </a:lnTo>
                <a:lnTo>
                  <a:pt x="357" y="215"/>
                </a:lnTo>
                <a:lnTo>
                  <a:pt x="356" y="215"/>
                </a:lnTo>
                <a:lnTo>
                  <a:pt x="356" y="216"/>
                </a:lnTo>
                <a:lnTo>
                  <a:pt x="355" y="216"/>
                </a:lnTo>
                <a:lnTo>
                  <a:pt x="356" y="217"/>
                </a:lnTo>
                <a:lnTo>
                  <a:pt x="355" y="217"/>
                </a:lnTo>
                <a:lnTo>
                  <a:pt x="355" y="218"/>
                </a:lnTo>
                <a:lnTo>
                  <a:pt x="355" y="219"/>
                </a:lnTo>
                <a:lnTo>
                  <a:pt x="354" y="219"/>
                </a:lnTo>
                <a:lnTo>
                  <a:pt x="353" y="220"/>
                </a:lnTo>
                <a:lnTo>
                  <a:pt x="352" y="221"/>
                </a:lnTo>
                <a:lnTo>
                  <a:pt x="351" y="220"/>
                </a:lnTo>
                <a:lnTo>
                  <a:pt x="350" y="220"/>
                </a:lnTo>
                <a:lnTo>
                  <a:pt x="350" y="221"/>
                </a:lnTo>
                <a:lnTo>
                  <a:pt x="349" y="221"/>
                </a:lnTo>
                <a:lnTo>
                  <a:pt x="349" y="222"/>
                </a:lnTo>
                <a:lnTo>
                  <a:pt x="348" y="222"/>
                </a:lnTo>
                <a:lnTo>
                  <a:pt x="348" y="223"/>
                </a:lnTo>
                <a:lnTo>
                  <a:pt x="347" y="224"/>
                </a:lnTo>
                <a:lnTo>
                  <a:pt x="346" y="224"/>
                </a:lnTo>
                <a:lnTo>
                  <a:pt x="346" y="225"/>
                </a:lnTo>
                <a:lnTo>
                  <a:pt x="345" y="225"/>
                </a:lnTo>
                <a:lnTo>
                  <a:pt x="344" y="225"/>
                </a:lnTo>
                <a:lnTo>
                  <a:pt x="342" y="226"/>
                </a:lnTo>
                <a:lnTo>
                  <a:pt x="341" y="227"/>
                </a:lnTo>
                <a:lnTo>
                  <a:pt x="341" y="228"/>
                </a:lnTo>
                <a:lnTo>
                  <a:pt x="340" y="228"/>
                </a:lnTo>
                <a:lnTo>
                  <a:pt x="339" y="228"/>
                </a:lnTo>
                <a:lnTo>
                  <a:pt x="340" y="227"/>
                </a:lnTo>
                <a:lnTo>
                  <a:pt x="340" y="226"/>
                </a:lnTo>
                <a:lnTo>
                  <a:pt x="340" y="225"/>
                </a:lnTo>
                <a:lnTo>
                  <a:pt x="339" y="225"/>
                </a:lnTo>
                <a:lnTo>
                  <a:pt x="339" y="224"/>
                </a:lnTo>
                <a:lnTo>
                  <a:pt x="338" y="224"/>
                </a:lnTo>
                <a:lnTo>
                  <a:pt x="338" y="225"/>
                </a:lnTo>
                <a:lnTo>
                  <a:pt x="338" y="226"/>
                </a:lnTo>
                <a:lnTo>
                  <a:pt x="337" y="226"/>
                </a:lnTo>
                <a:lnTo>
                  <a:pt x="337" y="227"/>
                </a:lnTo>
                <a:lnTo>
                  <a:pt x="336" y="227"/>
                </a:lnTo>
                <a:lnTo>
                  <a:pt x="335" y="227"/>
                </a:lnTo>
                <a:lnTo>
                  <a:pt x="334" y="228"/>
                </a:lnTo>
                <a:lnTo>
                  <a:pt x="335" y="228"/>
                </a:lnTo>
                <a:lnTo>
                  <a:pt x="335" y="229"/>
                </a:lnTo>
                <a:lnTo>
                  <a:pt x="334" y="229"/>
                </a:lnTo>
                <a:lnTo>
                  <a:pt x="335" y="230"/>
                </a:lnTo>
                <a:lnTo>
                  <a:pt x="336" y="230"/>
                </a:lnTo>
                <a:lnTo>
                  <a:pt x="337" y="230"/>
                </a:lnTo>
                <a:lnTo>
                  <a:pt x="337" y="231"/>
                </a:lnTo>
                <a:lnTo>
                  <a:pt x="337" y="232"/>
                </a:lnTo>
                <a:lnTo>
                  <a:pt x="336" y="232"/>
                </a:lnTo>
                <a:lnTo>
                  <a:pt x="336" y="233"/>
                </a:lnTo>
                <a:lnTo>
                  <a:pt x="336" y="234"/>
                </a:lnTo>
                <a:lnTo>
                  <a:pt x="336" y="235"/>
                </a:lnTo>
                <a:lnTo>
                  <a:pt x="337" y="235"/>
                </a:lnTo>
                <a:lnTo>
                  <a:pt x="337" y="236"/>
                </a:lnTo>
                <a:lnTo>
                  <a:pt x="337" y="237"/>
                </a:lnTo>
                <a:lnTo>
                  <a:pt x="336" y="237"/>
                </a:lnTo>
                <a:lnTo>
                  <a:pt x="336" y="238"/>
                </a:lnTo>
                <a:lnTo>
                  <a:pt x="335" y="238"/>
                </a:lnTo>
                <a:lnTo>
                  <a:pt x="335" y="237"/>
                </a:lnTo>
                <a:lnTo>
                  <a:pt x="334" y="238"/>
                </a:lnTo>
                <a:lnTo>
                  <a:pt x="334" y="239"/>
                </a:lnTo>
                <a:lnTo>
                  <a:pt x="335" y="239"/>
                </a:lnTo>
                <a:lnTo>
                  <a:pt x="334" y="240"/>
                </a:lnTo>
                <a:lnTo>
                  <a:pt x="333" y="240"/>
                </a:lnTo>
                <a:lnTo>
                  <a:pt x="333" y="241"/>
                </a:lnTo>
                <a:lnTo>
                  <a:pt x="333" y="242"/>
                </a:lnTo>
                <a:lnTo>
                  <a:pt x="333" y="241"/>
                </a:lnTo>
                <a:lnTo>
                  <a:pt x="332" y="241"/>
                </a:lnTo>
                <a:lnTo>
                  <a:pt x="332" y="242"/>
                </a:lnTo>
                <a:lnTo>
                  <a:pt x="331" y="243"/>
                </a:lnTo>
                <a:lnTo>
                  <a:pt x="331" y="242"/>
                </a:lnTo>
                <a:lnTo>
                  <a:pt x="330" y="243"/>
                </a:lnTo>
                <a:lnTo>
                  <a:pt x="330" y="242"/>
                </a:lnTo>
                <a:lnTo>
                  <a:pt x="329" y="243"/>
                </a:lnTo>
                <a:lnTo>
                  <a:pt x="328" y="243"/>
                </a:lnTo>
                <a:lnTo>
                  <a:pt x="328" y="244"/>
                </a:lnTo>
                <a:lnTo>
                  <a:pt x="328" y="245"/>
                </a:lnTo>
                <a:lnTo>
                  <a:pt x="328" y="246"/>
                </a:lnTo>
                <a:lnTo>
                  <a:pt x="327" y="246"/>
                </a:lnTo>
                <a:lnTo>
                  <a:pt x="326" y="246"/>
                </a:lnTo>
                <a:lnTo>
                  <a:pt x="326" y="247"/>
                </a:lnTo>
                <a:lnTo>
                  <a:pt x="325" y="247"/>
                </a:lnTo>
                <a:lnTo>
                  <a:pt x="325" y="246"/>
                </a:lnTo>
                <a:lnTo>
                  <a:pt x="324" y="246"/>
                </a:lnTo>
                <a:lnTo>
                  <a:pt x="323" y="246"/>
                </a:lnTo>
                <a:lnTo>
                  <a:pt x="322" y="246"/>
                </a:lnTo>
                <a:lnTo>
                  <a:pt x="322" y="245"/>
                </a:lnTo>
                <a:lnTo>
                  <a:pt x="321" y="246"/>
                </a:lnTo>
                <a:lnTo>
                  <a:pt x="321" y="245"/>
                </a:lnTo>
                <a:lnTo>
                  <a:pt x="320" y="245"/>
                </a:lnTo>
                <a:lnTo>
                  <a:pt x="319" y="246"/>
                </a:lnTo>
                <a:lnTo>
                  <a:pt x="318" y="247"/>
                </a:lnTo>
                <a:lnTo>
                  <a:pt x="318" y="248"/>
                </a:lnTo>
                <a:lnTo>
                  <a:pt x="319" y="248"/>
                </a:lnTo>
                <a:lnTo>
                  <a:pt x="319" y="249"/>
                </a:lnTo>
                <a:lnTo>
                  <a:pt x="319" y="250"/>
                </a:lnTo>
                <a:lnTo>
                  <a:pt x="319" y="251"/>
                </a:lnTo>
                <a:lnTo>
                  <a:pt x="318" y="252"/>
                </a:lnTo>
                <a:lnTo>
                  <a:pt x="317" y="251"/>
                </a:lnTo>
                <a:lnTo>
                  <a:pt x="316" y="250"/>
                </a:lnTo>
                <a:lnTo>
                  <a:pt x="317" y="250"/>
                </a:lnTo>
                <a:lnTo>
                  <a:pt x="317" y="249"/>
                </a:lnTo>
                <a:lnTo>
                  <a:pt x="316" y="249"/>
                </a:lnTo>
                <a:lnTo>
                  <a:pt x="315" y="248"/>
                </a:lnTo>
                <a:lnTo>
                  <a:pt x="314" y="247"/>
                </a:lnTo>
                <a:lnTo>
                  <a:pt x="313" y="248"/>
                </a:lnTo>
                <a:lnTo>
                  <a:pt x="312" y="248"/>
                </a:lnTo>
                <a:lnTo>
                  <a:pt x="311" y="249"/>
                </a:lnTo>
                <a:lnTo>
                  <a:pt x="311" y="250"/>
                </a:lnTo>
                <a:lnTo>
                  <a:pt x="311" y="251"/>
                </a:lnTo>
                <a:lnTo>
                  <a:pt x="310" y="251"/>
                </a:lnTo>
                <a:lnTo>
                  <a:pt x="310" y="252"/>
                </a:lnTo>
                <a:lnTo>
                  <a:pt x="310" y="253"/>
                </a:lnTo>
                <a:lnTo>
                  <a:pt x="311" y="253"/>
                </a:lnTo>
                <a:lnTo>
                  <a:pt x="311" y="254"/>
                </a:lnTo>
                <a:lnTo>
                  <a:pt x="311" y="255"/>
                </a:lnTo>
                <a:lnTo>
                  <a:pt x="312" y="255"/>
                </a:lnTo>
                <a:lnTo>
                  <a:pt x="312" y="256"/>
                </a:lnTo>
                <a:lnTo>
                  <a:pt x="311" y="256"/>
                </a:lnTo>
                <a:lnTo>
                  <a:pt x="311" y="257"/>
                </a:lnTo>
                <a:lnTo>
                  <a:pt x="311" y="258"/>
                </a:lnTo>
                <a:lnTo>
                  <a:pt x="311" y="259"/>
                </a:lnTo>
                <a:lnTo>
                  <a:pt x="312" y="259"/>
                </a:lnTo>
                <a:lnTo>
                  <a:pt x="312" y="260"/>
                </a:lnTo>
                <a:lnTo>
                  <a:pt x="313" y="260"/>
                </a:lnTo>
                <a:lnTo>
                  <a:pt x="314" y="260"/>
                </a:lnTo>
                <a:lnTo>
                  <a:pt x="315" y="260"/>
                </a:lnTo>
                <a:lnTo>
                  <a:pt x="315" y="259"/>
                </a:lnTo>
                <a:lnTo>
                  <a:pt x="316" y="259"/>
                </a:lnTo>
                <a:lnTo>
                  <a:pt x="316" y="258"/>
                </a:lnTo>
                <a:lnTo>
                  <a:pt x="317" y="258"/>
                </a:lnTo>
                <a:lnTo>
                  <a:pt x="317" y="259"/>
                </a:lnTo>
                <a:lnTo>
                  <a:pt x="317" y="260"/>
                </a:lnTo>
                <a:lnTo>
                  <a:pt x="318" y="260"/>
                </a:lnTo>
                <a:lnTo>
                  <a:pt x="319" y="261"/>
                </a:lnTo>
                <a:lnTo>
                  <a:pt x="319" y="262"/>
                </a:lnTo>
                <a:lnTo>
                  <a:pt x="318" y="263"/>
                </a:lnTo>
                <a:lnTo>
                  <a:pt x="319" y="264"/>
                </a:lnTo>
                <a:lnTo>
                  <a:pt x="320" y="265"/>
                </a:lnTo>
                <a:lnTo>
                  <a:pt x="319" y="266"/>
                </a:lnTo>
                <a:lnTo>
                  <a:pt x="319" y="267"/>
                </a:lnTo>
                <a:lnTo>
                  <a:pt x="320" y="267"/>
                </a:lnTo>
                <a:lnTo>
                  <a:pt x="319" y="267"/>
                </a:lnTo>
                <a:lnTo>
                  <a:pt x="319" y="268"/>
                </a:lnTo>
                <a:lnTo>
                  <a:pt x="319" y="269"/>
                </a:lnTo>
                <a:lnTo>
                  <a:pt x="320" y="269"/>
                </a:lnTo>
                <a:lnTo>
                  <a:pt x="320" y="270"/>
                </a:lnTo>
                <a:lnTo>
                  <a:pt x="321" y="270"/>
                </a:lnTo>
                <a:lnTo>
                  <a:pt x="321" y="271"/>
                </a:lnTo>
                <a:lnTo>
                  <a:pt x="321" y="272"/>
                </a:lnTo>
                <a:lnTo>
                  <a:pt x="321" y="273"/>
                </a:lnTo>
                <a:lnTo>
                  <a:pt x="321" y="274"/>
                </a:lnTo>
                <a:lnTo>
                  <a:pt x="321" y="275"/>
                </a:lnTo>
                <a:lnTo>
                  <a:pt x="320" y="275"/>
                </a:lnTo>
                <a:lnTo>
                  <a:pt x="319" y="276"/>
                </a:lnTo>
                <a:lnTo>
                  <a:pt x="319" y="277"/>
                </a:lnTo>
                <a:lnTo>
                  <a:pt x="318" y="277"/>
                </a:lnTo>
                <a:lnTo>
                  <a:pt x="318" y="278"/>
                </a:lnTo>
                <a:lnTo>
                  <a:pt x="319" y="278"/>
                </a:lnTo>
                <a:lnTo>
                  <a:pt x="319" y="279"/>
                </a:lnTo>
                <a:lnTo>
                  <a:pt x="319" y="280"/>
                </a:lnTo>
                <a:lnTo>
                  <a:pt x="319" y="281"/>
                </a:lnTo>
                <a:lnTo>
                  <a:pt x="318" y="281"/>
                </a:lnTo>
                <a:lnTo>
                  <a:pt x="319" y="282"/>
                </a:lnTo>
                <a:lnTo>
                  <a:pt x="319" y="283"/>
                </a:lnTo>
                <a:lnTo>
                  <a:pt x="320" y="282"/>
                </a:lnTo>
                <a:lnTo>
                  <a:pt x="321" y="283"/>
                </a:lnTo>
                <a:lnTo>
                  <a:pt x="322" y="283"/>
                </a:lnTo>
                <a:lnTo>
                  <a:pt x="322" y="284"/>
                </a:lnTo>
                <a:lnTo>
                  <a:pt x="322" y="285"/>
                </a:lnTo>
                <a:lnTo>
                  <a:pt x="323" y="285"/>
                </a:lnTo>
                <a:lnTo>
                  <a:pt x="324" y="285"/>
                </a:lnTo>
                <a:lnTo>
                  <a:pt x="324" y="286"/>
                </a:lnTo>
                <a:lnTo>
                  <a:pt x="325" y="286"/>
                </a:lnTo>
                <a:lnTo>
                  <a:pt x="325" y="287"/>
                </a:lnTo>
                <a:lnTo>
                  <a:pt x="324" y="287"/>
                </a:lnTo>
                <a:lnTo>
                  <a:pt x="324" y="288"/>
                </a:lnTo>
                <a:lnTo>
                  <a:pt x="324" y="289"/>
                </a:lnTo>
                <a:lnTo>
                  <a:pt x="323" y="290"/>
                </a:lnTo>
                <a:lnTo>
                  <a:pt x="323" y="291"/>
                </a:lnTo>
                <a:lnTo>
                  <a:pt x="322" y="292"/>
                </a:lnTo>
                <a:lnTo>
                  <a:pt x="322" y="293"/>
                </a:lnTo>
                <a:lnTo>
                  <a:pt x="321" y="293"/>
                </a:lnTo>
                <a:lnTo>
                  <a:pt x="320" y="294"/>
                </a:lnTo>
                <a:lnTo>
                  <a:pt x="320" y="295"/>
                </a:lnTo>
                <a:lnTo>
                  <a:pt x="319" y="295"/>
                </a:lnTo>
                <a:lnTo>
                  <a:pt x="318" y="295"/>
                </a:lnTo>
                <a:lnTo>
                  <a:pt x="317" y="296"/>
                </a:lnTo>
                <a:lnTo>
                  <a:pt x="317" y="297"/>
                </a:lnTo>
                <a:lnTo>
                  <a:pt x="316" y="298"/>
                </a:lnTo>
                <a:lnTo>
                  <a:pt x="315" y="298"/>
                </a:lnTo>
                <a:lnTo>
                  <a:pt x="315" y="299"/>
                </a:lnTo>
                <a:lnTo>
                  <a:pt x="314" y="300"/>
                </a:lnTo>
                <a:lnTo>
                  <a:pt x="313" y="301"/>
                </a:lnTo>
                <a:lnTo>
                  <a:pt x="313" y="302"/>
                </a:lnTo>
                <a:lnTo>
                  <a:pt x="313" y="303"/>
                </a:lnTo>
                <a:lnTo>
                  <a:pt x="314" y="303"/>
                </a:lnTo>
                <a:lnTo>
                  <a:pt x="314" y="304"/>
                </a:lnTo>
                <a:lnTo>
                  <a:pt x="314" y="305"/>
                </a:lnTo>
                <a:lnTo>
                  <a:pt x="314" y="306"/>
                </a:lnTo>
                <a:lnTo>
                  <a:pt x="313" y="306"/>
                </a:lnTo>
                <a:lnTo>
                  <a:pt x="313" y="307"/>
                </a:lnTo>
                <a:lnTo>
                  <a:pt x="312" y="307"/>
                </a:lnTo>
                <a:lnTo>
                  <a:pt x="311" y="307"/>
                </a:lnTo>
                <a:lnTo>
                  <a:pt x="310" y="307"/>
                </a:lnTo>
                <a:lnTo>
                  <a:pt x="310" y="308"/>
                </a:lnTo>
                <a:lnTo>
                  <a:pt x="309" y="308"/>
                </a:lnTo>
                <a:lnTo>
                  <a:pt x="309" y="309"/>
                </a:lnTo>
                <a:lnTo>
                  <a:pt x="308" y="309"/>
                </a:lnTo>
                <a:lnTo>
                  <a:pt x="308" y="310"/>
                </a:lnTo>
                <a:lnTo>
                  <a:pt x="307" y="310"/>
                </a:lnTo>
                <a:lnTo>
                  <a:pt x="306" y="310"/>
                </a:lnTo>
                <a:lnTo>
                  <a:pt x="305" y="311"/>
                </a:lnTo>
                <a:lnTo>
                  <a:pt x="305" y="312"/>
                </a:lnTo>
                <a:lnTo>
                  <a:pt x="305" y="313"/>
                </a:lnTo>
                <a:lnTo>
                  <a:pt x="304" y="314"/>
                </a:lnTo>
                <a:lnTo>
                  <a:pt x="303" y="314"/>
                </a:lnTo>
                <a:lnTo>
                  <a:pt x="303" y="313"/>
                </a:lnTo>
                <a:lnTo>
                  <a:pt x="302" y="313"/>
                </a:lnTo>
                <a:lnTo>
                  <a:pt x="302" y="312"/>
                </a:lnTo>
                <a:lnTo>
                  <a:pt x="302" y="313"/>
                </a:lnTo>
                <a:lnTo>
                  <a:pt x="301" y="313"/>
                </a:lnTo>
                <a:lnTo>
                  <a:pt x="301" y="312"/>
                </a:lnTo>
                <a:lnTo>
                  <a:pt x="300" y="312"/>
                </a:lnTo>
                <a:lnTo>
                  <a:pt x="300" y="313"/>
                </a:lnTo>
                <a:lnTo>
                  <a:pt x="299" y="313"/>
                </a:lnTo>
                <a:lnTo>
                  <a:pt x="298" y="314"/>
                </a:lnTo>
                <a:lnTo>
                  <a:pt x="297" y="314"/>
                </a:lnTo>
                <a:lnTo>
                  <a:pt x="297" y="315"/>
                </a:lnTo>
                <a:lnTo>
                  <a:pt x="296" y="315"/>
                </a:lnTo>
                <a:lnTo>
                  <a:pt x="295" y="315"/>
                </a:lnTo>
                <a:lnTo>
                  <a:pt x="295" y="314"/>
                </a:lnTo>
                <a:lnTo>
                  <a:pt x="294" y="314"/>
                </a:lnTo>
                <a:lnTo>
                  <a:pt x="293" y="314"/>
                </a:lnTo>
                <a:lnTo>
                  <a:pt x="293" y="315"/>
                </a:lnTo>
                <a:lnTo>
                  <a:pt x="292" y="315"/>
                </a:lnTo>
                <a:lnTo>
                  <a:pt x="291" y="315"/>
                </a:lnTo>
                <a:lnTo>
                  <a:pt x="290" y="315"/>
                </a:lnTo>
                <a:lnTo>
                  <a:pt x="290" y="316"/>
                </a:lnTo>
                <a:lnTo>
                  <a:pt x="289" y="316"/>
                </a:lnTo>
                <a:lnTo>
                  <a:pt x="288" y="316"/>
                </a:lnTo>
                <a:lnTo>
                  <a:pt x="288" y="317"/>
                </a:lnTo>
                <a:lnTo>
                  <a:pt x="288" y="318"/>
                </a:lnTo>
                <a:lnTo>
                  <a:pt x="287" y="318"/>
                </a:lnTo>
                <a:lnTo>
                  <a:pt x="286" y="317"/>
                </a:lnTo>
                <a:lnTo>
                  <a:pt x="285" y="317"/>
                </a:lnTo>
                <a:lnTo>
                  <a:pt x="284" y="317"/>
                </a:lnTo>
                <a:lnTo>
                  <a:pt x="283" y="317"/>
                </a:lnTo>
                <a:lnTo>
                  <a:pt x="282" y="317"/>
                </a:lnTo>
                <a:lnTo>
                  <a:pt x="281" y="318"/>
                </a:lnTo>
                <a:lnTo>
                  <a:pt x="280" y="318"/>
                </a:lnTo>
                <a:lnTo>
                  <a:pt x="280" y="319"/>
                </a:lnTo>
                <a:lnTo>
                  <a:pt x="279" y="320"/>
                </a:lnTo>
                <a:lnTo>
                  <a:pt x="278" y="320"/>
                </a:lnTo>
                <a:lnTo>
                  <a:pt x="278" y="321"/>
                </a:lnTo>
                <a:lnTo>
                  <a:pt x="278" y="322"/>
                </a:lnTo>
                <a:lnTo>
                  <a:pt x="277" y="322"/>
                </a:lnTo>
                <a:lnTo>
                  <a:pt x="277" y="323"/>
                </a:lnTo>
                <a:lnTo>
                  <a:pt x="276" y="323"/>
                </a:lnTo>
                <a:lnTo>
                  <a:pt x="275" y="324"/>
                </a:lnTo>
                <a:lnTo>
                  <a:pt x="275" y="325"/>
                </a:lnTo>
                <a:lnTo>
                  <a:pt x="274" y="326"/>
                </a:lnTo>
                <a:lnTo>
                  <a:pt x="274" y="327"/>
                </a:lnTo>
                <a:lnTo>
                  <a:pt x="273" y="327"/>
                </a:lnTo>
                <a:lnTo>
                  <a:pt x="273" y="328"/>
                </a:lnTo>
                <a:lnTo>
                  <a:pt x="272" y="328"/>
                </a:lnTo>
                <a:lnTo>
                  <a:pt x="273" y="328"/>
                </a:lnTo>
                <a:lnTo>
                  <a:pt x="272" y="329"/>
                </a:lnTo>
                <a:lnTo>
                  <a:pt x="272" y="330"/>
                </a:lnTo>
                <a:lnTo>
                  <a:pt x="272" y="329"/>
                </a:lnTo>
                <a:lnTo>
                  <a:pt x="271" y="329"/>
                </a:lnTo>
                <a:lnTo>
                  <a:pt x="270" y="330"/>
                </a:lnTo>
                <a:lnTo>
                  <a:pt x="270" y="331"/>
                </a:lnTo>
                <a:lnTo>
                  <a:pt x="270" y="332"/>
                </a:lnTo>
                <a:lnTo>
                  <a:pt x="269" y="332"/>
                </a:lnTo>
                <a:lnTo>
                  <a:pt x="269" y="333"/>
                </a:lnTo>
                <a:lnTo>
                  <a:pt x="269" y="334"/>
                </a:lnTo>
                <a:lnTo>
                  <a:pt x="269" y="335"/>
                </a:lnTo>
                <a:lnTo>
                  <a:pt x="268" y="335"/>
                </a:lnTo>
                <a:lnTo>
                  <a:pt x="268" y="336"/>
                </a:lnTo>
                <a:lnTo>
                  <a:pt x="269" y="337"/>
                </a:lnTo>
                <a:lnTo>
                  <a:pt x="269" y="338"/>
                </a:lnTo>
                <a:lnTo>
                  <a:pt x="270" y="339"/>
                </a:lnTo>
                <a:lnTo>
                  <a:pt x="270" y="340"/>
                </a:lnTo>
                <a:lnTo>
                  <a:pt x="270" y="341"/>
                </a:lnTo>
                <a:lnTo>
                  <a:pt x="269" y="342"/>
                </a:lnTo>
                <a:lnTo>
                  <a:pt x="268" y="342"/>
                </a:lnTo>
                <a:lnTo>
                  <a:pt x="268" y="343"/>
                </a:lnTo>
                <a:lnTo>
                  <a:pt x="267" y="343"/>
                </a:lnTo>
                <a:lnTo>
                  <a:pt x="267" y="344"/>
                </a:lnTo>
                <a:lnTo>
                  <a:pt x="266" y="344"/>
                </a:lnTo>
                <a:lnTo>
                  <a:pt x="266" y="345"/>
                </a:lnTo>
                <a:lnTo>
                  <a:pt x="265" y="345"/>
                </a:lnTo>
                <a:lnTo>
                  <a:pt x="265" y="346"/>
                </a:lnTo>
                <a:lnTo>
                  <a:pt x="266" y="346"/>
                </a:lnTo>
                <a:lnTo>
                  <a:pt x="266" y="347"/>
                </a:lnTo>
                <a:lnTo>
                  <a:pt x="266" y="348"/>
                </a:lnTo>
                <a:lnTo>
                  <a:pt x="267" y="349"/>
                </a:lnTo>
                <a:lnTo>
                  <a:pt x="267" y="350"/>
                </a:lnTo>
                <a:lnTo>
                  <a:pt x="268" y="350"/>
                </a:lnTo>
                <a:lnTo>
                  <a:pt x="269" y="351"/>
                </a:lnTo>
                <a:lnTo>
                  <a:pt x="269" y="352"/>
                </a:lnTo>
                <a:lnTo>
                  <a:pt x="270" y="352"/>
                </a:lnTo>
                <a:lnTo>
                  <a:pt x="270" y="353"/>
                </a:lnTo>
                <a:lnTo>
                  <a:pt x="270" y="354"/>
                </a:lnTo>
                <a:lnTo>
                  <a:pt x="270" y="356"/>
                </a:lnTo>
                <a:lnTo>
                  <a:pt x="270" y="357"/>
                </a:lnTo>
                <a:lnTo>
                  <a:pt x="269" y="359"/>
                </a:lnTo>
                <a:lnTo>
                  <a:pt x="269" y="360"/>
                </a:lnTo>
                <a:lnTo>
                  <a:pt x="268" y="361"/>
                </a:lnTo>
                <a:lnTo>
                  <a:pt x="267" y="361"/>
                </a:lnTo>
                <a:lnTo>
                  <a:pt x="268" y="361"/>
                </a:lnTo>
                <a:lnTo>
                  <a:pt x="269" y="362"/>
                </a:lnTo>
                <a:lnTo>
                  <a:pt x="270" y="362"/>
                </a:lnTo>
                <a:lnTo>
                  <a:pt x="270" y="363"/>
                </a:lnTo>
                <a:lnTo>
                  <a:pt x="271" y="363"/>
                </a:lnTo>
                <a:lnTo>
                  <a:pt x="271" y="364"/>
                </a:lnTo>
                <a:lnTo>
                  <a:pt x="272" y="364"/>
                </a:lnTo>
                <a:lnTo>
                  <a:pt x="272" y="365"/>
                </a:lnTo>
                <a:lnTo>
                  <a:pt x="272" y="366"/>
                </a:lnTo>
                <a:lnTo>
                  <a:pt x="273" y="366"/>
                </a:lnTo>
                <a:lnTo>
                  <a:pt x="273" y="367"/>
                </a:lnTo>
                <a:lnTo>
                  <a:pt x="272" y="367"/>
                </a:lnTo>
                <a:lnTo>
                  <a:pt x="273" y="368"/>
                </a:lnTo>
                <a:lnTo>
                  <a:pt x="274" y="368"/>
                </a:lnTo>
                <a:lnTo>
                  <a:pt x="273" y="368"/>
                </a:lnTo>
                <a:lnTo>
                  <a:pt x="273" y="369"/>
                </a:lnTo>
                <a:lnTo>
                  <a:pt x="274" y="369"/>
                </a:lnTo>
                <a:lnTo>
                  <a:pt x="275" y="369"/>
                </a:lnTo>
                <a:lnTo>
                  <a:pt x="276" y="369"/>
                </a:lnTo>
                <a:lnTo>
                  <a:pt x="277" y="369"/>
                </a:lnTo>
                <a:lnTo>
                  <a:pt x="277" y="370"/>
                </a:lnTo>
                <a:lnTo>
                  <a:pt x="278" y="370"/>
                </a:lnTo>
                <a:lnTo>
                  <a:pt x="277" y="370"/>
                </a:lnTo>
                <a:lnTo>
                  <a:pt x="277" y="371"/>
                </a:lnTo>
                <a:lnTo>
                  <a:pt x="276" y="371"/>
                </a:lnTo>
                <a:lnTo>
                  <a:pt x="276" y="372"/>
                </a:lnTo>
                <a:lnTo>
                  <a:pt x="276" y="373"/>
                </a:lnTo>
                <a:lnTo>
                  <a:pt x="275" y="373"/>
                </a:lnTo>
                <a:lnTo>
                  <a:pt x="274" y="374"/>
                </a:lnTo>
                <a:lnTo>
                  <a:pt x="274" y="375"/>
                </a:lnTo>
                <a:lnTo>
                  <a:pt x="274" y="377"/>
                </a:lnTo>
                <a:lnTo>
                  <a:pt x="274" y="378"/>
                </a:lnTo>
                <a:lnTo>
                  <a:pt x="274" y="379"/>
                </a:lnTo>
                <a:lnTo>
                  <a:pt x="274" y="380"/>
                </a:lnTo>
                <a:lnTo>
                  <a:pt x="273" y="380"/>
                </a:lnTo>
                <a:lnTo>
                  <a:pt x="272" y="380"/>
                </a:lnTo>
                <a:lnTo>
                  <a:pt x="272" y="381"/>
                </a:lnTo>
                <a:lnTo>
                  <a:pt x="271" y="380"/>
                </a:lnTo>
                <a:lnTo>
                  <a:pt x="270" y="380"/>
                </a:lnTo>
                <a:lnTo>
                  <a:pt x="270" y="381"/>
                </a:lnTo>
                <a:lnTo>
                  <a:pt x="269" y="381"/>
                </a:lnTo>
                <a:lnTo>
                  <a:pt x="270" y="381"/>
                </a:lnTo>
                <a:lnTo>
                  <a:pt x="270" y="380"/>
                </a:lnTo>
                <a:lnTo>
                  <a:pt x="270" y="379"/>
                </a:lnTo>
                <a:lnTo>
                  <a:pt x="269" y="379"/>
                </a:lnTo>
                <a:lnTo>
                  <a:pt x="270" y="379"/>
                </a:lnTo>
                <a:lnTo>
                  <a:pt x="270" y="378"/>
                </a:lnTo>
                <a:lnTo>
                  <a:pt x="270" y="377"/>
                </a:lnTo>
                <a:lnTo>
                  <a:pt x="269" y="377"/>
                </a:lnTo>
                <a:lnTo>
                  <a:pt x="269" y="378"/>
                </a:lnTo>
                <a:lnTo>
                  <a:pt x="268" y="377"/>
                </a:lnTo>
                <a:lnTo>
                  <a:pt x="267" y="377"/>
                </a:lnTo>
                <a:lnTo>
                  <a:pt x="266" y="376"/>
                </a:lnTo>
                <a:lnTo>
                  <a:pt x="266" y="377"/>
                </a:lnTo>
                <a:lnTo>
                  <a:pt x="265" y="377"/>
                </a:lnTo>
                <a:lnTo>
                  <a:pt x="266" y="377"/>
                </a:lnTo>
                <a:lnTo>
                  <a:pt x="266" y="378"/>
                </a:lnTo>
                <a:lnTo>
                  <a:pt x="265" y="379"/>
                </a:lnTo>
                <a:lnTo>
                  <a:pt x="264" y="379"/>
                </a:lnTo>
                <a:lnTo>
                  <a:pt x="264" y="380"/>
                </a:lnTo>
                <a:lnTo>
                  <a:pt x="264" y="381"/>
                </a:lnTo>
                <a:lnTo>
                  <a:pt x="265" y="381"/>
                </a:lnTo>
                <a:lnTo>
                  <a:pt x="264" y="382"/>
                </a:lnTo>
                <a:lnTo>
                  <a:pt x="264" y="381"/>
                </a:lnTo>
                <a:lnTo>
                  <a:pt x="263" y="381"/>
                </a:lnTo>
                <a:lnTo>
                  <a:pt x="263" y="382"/>
                </a:lnTo>
                <a:lnTo>
                  <a:pt x="262" y="382"/>
                </a:lnTo>
                <a:lnTo>
                  <a:pt x="262" y="383"/>
                </a:lnTo>
                <a:lnTo>
                  <a:pt x="261" y="382"/>
                </a:lnTo>
                <a:lnTo>
                  <a:pt x="261" y="383"/>
                </a:lnTo>
                <a:lnTo>
                  <a:pt x="260" y="384"/>
                </a:lnTo>
                <a:lnTo>
                  <a:pt x="259" y="385"/>
                </a:lnTo>
                <a:lnTo>
                  <a:pt x="259" y="386"/>
                </a:lnTo>
                <a:lnTo>
                  <a:pt x="259" y="387"/>
                </a:lnTo>
                <a:lnTo>
                  <a:pt x="258" y="387"/>
                </a:lnTo>
                <a:lnTo>
                  <a:pt x="257" y="388"/>
                </a:lnTo>
                <a:lnTo>
                  <a:pt x="258" y="389"/>
                </a:lnTo>
                <a:lnTo>
                  <a:pt x="257" y="390"/>
                </a:lnTo>
                <a:lnTo>
                  <a:pt x="256" y="390"/>
                </a:lnTo>
                <a:lnTo>
                  <a:pt x="255" y="390"/>
                </a:lnTo>
                <a:lnTo>
                  <a:pt x="255" y="391"/>
                </a:lnTo>
                <a:lnTo>
                  <a:pt x="255" y="392"/>
                </a:lnTo>
                <a:lnTo>
                  <a:pt x="255" y="393"/>
                </a:lnTo>
                <a:lnTo>
                  <a:pt x="255" y="394"/>
                </a:lnTo>
                <a:lnTo>
                  <a:pt x="254" y="394"/>
                </a:lnTo>
                <a:lnTo>
                  <a:pt x="254" y="395"/>
                </a:lnTo>
                <a:lnTo>
                  <a:pt x="255" y="395"/>
                </a:lnTo>
                <a:lnTo>
                  <a:pt x="255" y="396"/>
                </a:lnTo>
                <a:lnTo>
                  <a:pt x="255" y="397"/>
                </a:lnTo>
                <a:lnTo>
                  <a:pt x="254" y="397"/>
                </a:lnTo>
                <a:lnTo>
                  <a:pt x="255" y="397"/>
                </a:lnTo>
                <a:lnTo>
                  <a:pt x="255" y="398"/>
                </a:lnTo>
                <a:lnTo>
                  <a:pt x="256" y="399"/>
                </a:lnTo>
                <a:lnTo>
                  <a:pt x="255" y="399"/>
                </a:lnTo>
                <a:lnTo>
                  <a:pt x="255" y="400"/>
                </a:lnTo>
                <a:lnTo>
                  <a:pt x="255" y="401"/>
                </a:lnTo>
                <a:lnTo>
                  <a:pt x="256" y="401"/>
                </a:lnTo>
                <a:lnTo>
                  <a:pt x="256" y="402"/>
                </a:lnTo>
                <a:lnTo>
                  <a:pt x="257" y="402"/>
                </a:lnTo>
                <a:lnTo>
                  <a:pt x="257" y="401"/>
                </a:lnTo>
                <a:lnTo>
                  <a:pt x="258" y="401"/>
                </a:lnTo>
                <a:lnTo>
                  <a:pt x="258" y="402"/>
                </a:lnTo>
                <a:lnTo>
                  <a:pt x="257" y="402"/>
                </a:lnTo>
                <a:lnTo>
                  <a:pt x="258" y="402"/>
                </a:lnTo>
                <a:lnTo>
                  <a:pt x="259" y="402"/>
                </a:lnTo>
                <a:lnTo>
                  <a:pt x="259" y="401"/>
                </a:lnTo>
                <a:lnTo>
                  <a:pt x="260" y="401"/>
                </a:lnTo>
                <a:lnTo>
                  <a:pt x="261" y="401"/>
                </a:lnTo>
                <a:lnTo>
                  <a:pt x="261" y="400"/>
                </a:lnTo>
                <a:lnTo>
                  <a:pt x="262" y="400"/>
                </a:lnTo>
                <a:lnTo>
                  <a:pt x="262" y="401"/>
                </a:lnTo>
                <a:lnTo>
                  <a:pt x="263" y="401"/>
                </a:lnTo>
                <a:lnTo>
                  <a:pt x="263" y="402"/>
                </a:lnTo>
                <a:lnTo>
                  <a:pt x="262" y="403"/>
                </a:lnTo>
                <a:lnTo>
                  <a:pt x="263" y="403"/>
                </a:lnTo>
                <a:lnTo>
                  <a:pt x="263" y="404"/>
                </a:lnTo>
                <a:lnTo>
                  <a:pt x="263" y="405"/>
                </a:lnTo>
                <a:lnTo>
                  <a:pt x="264" y="406"/>
                </a:lnTo>
                <a:lnTo>
                  <a:pt x="263" y="406"/>
                </a:lnTo>
                <a:lnTo>
                  <a:pt x="263" y="407"/>
                </a:lnTo>
                <a:lnTo>
                  <a:pt x="262" y="407"/>
                </a:lnTo>
                <a:lnTo>
                  <a:pt x="262" y="408"/>
                </a:lnTo>
                <a:lnTo>
                  <a:pt x="261" y="408"/>
                </a:lnTo>
                <a:lnTo>
                  <a:pt x="261" y="409"/>
                </a:lnTo>
                <a:lnTo>
                  <a:pt x="260" y="409"/>
                </a:lnTo>
                <a:lnTo>
                  <a:pt x="260" y="410"/>
                </a:lnTo>
                <a:lnTo>
                  <a:pt x="259" y="410"/>
                </a:lnTo>
                <a:lnTo>
                  <a:pt x="259" y="411"/>
                </a:lnTo>
                <a:lnTo>
                  <a:pt x="258" y="411"/>
                </a:lnTo>
                <a:lnTo>
                  <a:pt x="257" y="411"/>
                </a:lnTo>
                <a:lnTo>
                  <a:pt x="257" y="412"/>
                </a:lnTo>
                <a:lnTo>
                  <a:pt x="257" y="413"/>
                </a:lnTo>
                <a:lnTo>
                  <a:pt x="256" y="413"/>
                </a:lnTo>
                <a:lnTo>
                  <a:pt x="255" y="414"/>
                </a:lnTo>
                <a:lnTo>
                  <a:pt x="256" y="414"/>
                </a:lnTo>
                <a:lnTo>
                  <a:pt x="255" y="415"/>
                </a:lnTo>
                <a:lnTo>
                  <a:pt x="255" y="414"/>
                </a:lnTo>
                <a:lnTo>
                  <a:pt x="255" y="415"/>
                </a:lnTo>
                <a:lnTo>
                  <a:pt x="254" y="415"/>
                </a:lnTo>
                <a:lnTo>
                  <a:pt x="254" y="416"/>
                </a:lnTo>
                <a:lnTo>
                  <a:pt x="253" y="417"/>
                </a:lnTo>
                <a:lnTo>
                  <a:pt x="253" y="418"/>
                </a:lnTo>
                <a:lnTo>
                  <a:pt x="252" y="418"/>
                </a:lnTo>
                <a:lnTo>
                  <a:pt x="252" y="419"/>
                </a:lnTo>
                <a:lnTo>
                  <a:pt x="252" y="420"/>
                </a:lnTo>
                <a:lnTo>
                  <a:pt x="252" y="421"/>
                </a:lnTo>
                <a:lnTo>
                  <a:pt x="253" y="421"/>
                </a:lnTo>
                <a:lnTo>
                  <a:pt x="253" y="422"/>
                </a:lnTo>
                <a:lnTo>
                  <a:pt x="252" y="422"/>
                </a:lnTo>
                <a:lnTo>
                  <a:pt x="251" y="422"/>
                </a:lnTo>
                <a:lnTo>
                  <a:pt x="250" y="422"/>
                </a:lnTo>
                <a:lnTo>
                  <a:pt x="250" y="423"/>
                </a:lnTo>
                <a:lnTo>
                  <a:pt x="249" y="423"/>
                </a:lnTo>
                <a:lnTo>
                  <a:pt x="248" y="423"/>
                </a:lnTo>
                <a:lnTo>
                  <a:pt x="248" y="424"/>
                </a:lnTo>
                <a:lnTo>
                  <a:pt x="247" y="425"/>
                </a:lnTo>
                <a:lnTo>
                  <a:pt x="247" y="426"/>
                </a:lnTo>
                <a:lnTo>
                  <a:pt x="246" y="426"/>
                </a:lnTo>
                <a:lnTo>
                  <a:pt x="246" y="427"/>
                </a:lnTo>
                <a:lnTo>
                  <a:pt x="245" y="426"/>
                </a:lnTo>
                <a:lnTo>
                  <a:pt x="245" y="427"/>
                </a:lnTo>
                <a:lnTo>
                  <a:pt x="244" y="427"/>
                </a:lnTo>
                <a:lnTo>
                  <a:pt x="243" y="427"/>
                </a:lnTo>
                <a:lnTo>
                  <a:pt x="243" y="428"/>
                </a:lnTo>
                <a:lnTo>
                  <a:pt x="242" y="428"/>
                </a:lnTo>
                <a:lnTo>
                  <a:pt x="241" y="428"/>
                </a:lnTo>
                <a:lnTo>
                  <a:pt x="241" y="429"/>
                </a:lnTo>
                <a:lnTo>
                  <a:pt x="240" y="429"/>
                </a:lnTo>
                <a:lnTo>
                  <a:pt x="240" y="428"/>
                </a:lnTo>
                <a:lnTo>
                  <a:pt x="239" y="428"/>
                </a:lnTo>
                <a:lnTo>
                  <a:pt x="238" y="428"/>
                </a:lnTo>
                <a:lnTo>
                  <a:pt x="237" y="428"/>
                </a:lnTo>
                <a:lnTo>
                  <a:pt x="236" y="428"/>
                </a:lnTo>
                <a:lnTo>
                  <a:pt x="236" y="429"/>
                </a:lnTo>
                <a:lnTo>
                  <a:pt x="235" y="429"/>
                </a:lnTo>
                <a:lnTo>
                  <a:pt x="235" y="430"/>
                </a:lnTo>
                <a:lnTo>
                  <a:pt x="235" y="431"/>
                </a:lnTo>
                <a:lnTo>
                  <a:pt x="234" y="431"/>
                </a:lnTo>
                <a:lnTo>
                  <a:pt x="233" y="431"/>
                </a:lnTo>
                <a:lnTo>
                  <a:pt x="232" y="432"/>
                </a:lnTo>
                <a:lnTo>
                  <a:pt x="232" y="433"/>
                </a:lnTo>
                <a:lnTo>
                  <a:pt x="231" y="433"/>
                </a:lnTo>
                <a:lnTo>
                  <a:pt x="231" y="435"/>
                </a:lnTo>
                <a:lnTo>
                  <a:pt x="231" y="436"/>
                </a:lnTo>
                <a:lnTo>
                  <a:pt x="232" y="436"/>
                </a:lnTo>
                <a:lnTo>
                  <a:pt x="232" y="437"/>
                </a:lnTo>
                <a:lnTo>
                  <a:pt x="233" y="437"/>
                </a:lnTo>
                <a:lnTo>
                  <a:pt x="234" y="437"/>
                </a:lnTo>
                <a:lnTo>
                  <a:pt x="234" y="438"/>
                </a:lnTo>
                <a:lnTo>
                  <a:pt x="234" y="439"/>
                </a:lnTo>
                <a:lnTo>
                  <a:pt x="235" y="439"/>
                </a:lnTo>
                <a:lnTo>
                  <a:pt x="235" y="440"/>
                </a:lnTo>
                <a:lnTo>
                  <a:pt x="236" y="441"/>
                </a:lnTo>
                <a:lnTo>
                  <a:pt x="235" y="442"/>
                </a:lnTo>
                <a:lnTo>
                  <a:pt x="235" y="444"/>
                </a:lnTo>
                <a:lnTo>
                  <a:pt x="234" y="444"/>
                </a:lnTo>
                <a:lnTo>
                  <a:pt x="234" y="443"/>
                </a:lnTo>
                <a:lnTo>
                  <a:pt x="234" y="442"/>
                </a:lnTo>
                <a:lnTo>
                  <a:pt x="233" y="443"/>
                </a:lnTo>
                <a:lnTo>
                  <a:pt x="232" y="443"/>
                </a:lnTo>
                <a:lnTo>
                  <a:pt x="231" y="443"/>
                </a:lnTo>
                <a:lnTo>
                  <a:pt x="231" y="444"/>
                </a:lnTo>
                <a:lnTo>
                  <a:pt x="230" y="444"/>
                </a:lnTo>
                <a:lnTo>
                  <a:pt x="230" y="445"/>
                </a:lnTo>
                <a:lnTo>
                  <a:pt x="230" y="446"/>
                </a:lnTo>
                <a:lnTo>
                  <a:pt x="229" y="446"/>
                </a:lnTo>
                <a:lnTo>
                  <a:pt x="229" y="447"/>
                </a:lnTo>
                <a:lnTo>
                  <a:pt x="229" y="448"/>
                </a:lnTo>
                <a:lnTo>
                  <a:pt x="229" y="449"/>
                </a:lnTo>
                <a:lnTo>
                  <a:pt x="228" y="449"/>
                </a:lnTo>
                <a:lnTo>
                  <a:pt x="227" y="449"/>
                </a:lnTo>
                <a:lnTo>
                  <a:pt x="226" y="449"/>
                </a:lnTo>
                <a:lnTo>
                  <a:pt x="226" y="448"/>
                </a:lnTo>
                <a:lnTo>
                  <a:pt x="225" y="448"/>
                </a:lnTo>
                <a:lnTo>
                  <a:pt x="225" y="449"/>
                </a:lnTo>
                <a:lnTo>
                  <a:pt x="226" y="449"/>
                </a:lnTo>
                <a:lnTo>
                  <a:pt x="225" y="450"/>
                </a:lnTo>
                <a:lnTo>
                  <a:pt x="225" y="449"/>
                </a:lnTo>
                <a:lnTo>
                  <a:pt x="225" y="450"/>
                </a:lnTo>
                <a:lnTo>
                  <a:pt x="224" y="451"/>
                </a:lnTo>
                <a:lnTo>
                  <a:pt x="225" y="451"/>
                </a:lnTo>
                <a:lnTo>
                  <a:pt x="225" y="452"/>
                </a:lnTo>
                <a:lnTo>
                  <a:pt x="225" y="453"/>
                </a:lnTo>
                <a:lnTo>
                  <a:pt x="224" y="453"/>
                </a:lnTo>
                <a:lnTo>
                  <a:pt x="225" y="453"/>
                </a:lnTo>
                <a:lnTo>
                  <a:pt x="226" y="454"/>
                </a:lnTo>
                <a:lnTo>
                  <a:pt x="226" y="455"/>
                </a:lnTo>
                <a:lnTo>
                  <a:pt x="225" y="456"/>
                </a:lnTo>
                <a:lnTo>
                  <a:pt x="225" y="455"/>
                </a:lnTo>
                <a:lnTo>
                  <a:pt x="224" y="455"/>
                </a:lnTo>
                <a:lnTo>
                  <a:pt x="224" y="456"/>
                </a:lnTo>
                <a:lnTo>
                  <a:pt x="223" y="456"/>
                </a:lnTo>
                <a:lnTo>
                  <a:pt x="223" y="457"/>
                </a:lnTo>
                <a:lnTo>
                  <a:pt x="223" y="458"/>
                </a:lnTo>
                <a:lnTo>
                  <a:pt x="223" y="459"/>
                </a:lnTo>
                <a:lnTo>
                  <a:pt x="224" y="459"/>
                </a:lnTo>
                <a:lnTo>
                  <a:pt x="224" y="460"/>
                </a:lnTo>
                <a:lnTo>
                  <a:pt x="224" y="461"/>
                </a:lnTo>
                <a:lnTo>
                  <a:pt x="224" y="462"/>
                </a:lnTo>
                <a:lnTo>
                  <a:pt x="225" y="463"/>
                </a:lnTo>
                <a:lnTo>
                  <a:pt x="225" y="464"/>
                </a:lnTo>
                <a:lnTo>
                  <a:pt x="224" y="464"/>
                </a:lnTo>
                <a:lnTo>
                  <a:pt x="224" y="465"/>
                </a:lnTo>
                <a:lnTo>
                  <a:pt x="223" y="465"/>
                </a:lnTo>
                <a:lnTo>
                  <a:pt x="223" y="464"/>
                </a:lnTo>
                <a:lnTo>
                  <a:pt x="223" y="465"/>
                </a:lnTo>
                <a:lnTo>
                  <a:pt x="223" y="466"/>
                </a:lnTo>
                <a:lnTo>
                  <a:pt x="223" y="468"/>
                </a:lnTo>
                <a:lnTo>
                  <a:pt x="222" y="468"/>
                </a:lnTo>
                <a:lnTo>
                  <a:pt x="221" y="469"/>
                </a:lnTo>
                <a:lnTo>
                  <a:pt x="220" y="469"/>
                </a:lnTo>
                <a:lnTo>
                  <a:pt x="221" y="469"/>
                </a:lnTo>
                <a:lnTo>
                  <a:pt x="221" y="470"/>
                </a:lnTo>
                <a:lnTo>
                  <a:pt x="220" y="470"/>
                </a:lnTo>
                <a:lnTo>
                  <a:pt x="220" y="471"/>
                </a:lnTo>
                <a:lnTo>
                  <a:pt x="220" y="472"/>
                </a:lnTo>
                <a:lnTo>
                  <a:pt x="221" y="472"/>
                </a:lnTo>
                <a:lnTo>
                  <a:pt x="220" y="474"/>
                </a:lnTo>
                <a:lnTo>
                  <a:pt x="221" y="475"/>
                </a:lnTo>
                <a:lnTo>
                  <a:pt x="221" y="476"/>
                </a:lnTo>
                <a:lnTo>
                  <a:pt x="221" y="477"/>
                </a:lnTo>
                <a:lnTo>
                  <a:pt x="221" y="478"/>
                </a:lnTo>
                <a:lnTo>
                  <a:pt x="220" y="478"/>
                </a:lnTo>
                <a:lnTo>
                  <a:pt x="220" y="479"/>
                </a:lnTo>
                <a:lnTo>
                  <a:pt x="220" y="480"/>
                </a:lnTo>
                <a:lnTo>
                  <a:pt x="219" y="481"/>
                </a:lnTo>
                <a:lnTo>
                  <a:pt x="219" y="482"/>
                </a:lnTo>
                <a:lnTo>
                  <a:pt x="219" y="483"/>
                </a:lnTo>
                <a:lnTo>
                  <a:pt x="219" y="484"/>
                </a:lnTo>
                <a:lnTo>
                  <a:pt x="220" y="484"/>
                </a:lnTo>
                <a:lnTo>
                  <a:pt x="219" y="485"/>
                </a:lnTo>
                <a:lnTo>
                  <a:pt x="218" y="485"/>
                </a:lnTo>
                <a:lnTo>
                  <a:pt x="219" y="485"/>
                </a:lnTo>
                <a:lnTo>
                  <a:pt x="220" y="486"/>
                </a:lnTo>
                <a:lnTo>
                  <a:pt x="220" y="487"/>
                </a:lnTo>
                <a:lnTo>
                  <a:pt x="219" y="487"/>
                </a:lnTo>
                <a:lnTo>
                  <a:pt x="220" y="488"/>
                </a:lnTo>
                <a:lnTo>
                  <a:pt x="220" y="489"/>
                </a:lnTo>
                <a:lnTo>
                  <a:pt x="219" y="490"/>
                </a:lnTo>
                <a:lnTo>
                  <a:pt x="218" y="491"/>
                </a:lnTo>
                <a:lnTo>
                  <a:pt x="218" y="490"/>
                </a:lnTo>
                <a:lnTo>
                  <a:pt x="217" y="490"/>
                </a:lnTo>
                <a:lnTo>
                  <a:pt x="217" y="491"/>
                </a:lnTo>
                <a:lnTo>
                  <a:pt x="216" y="491"/>
                </a:lnTo>
                <a:lnTo>
                  <a:pt x="215" y="491"/>
                </a:lnTo>
                <a:lnTo>
                  <a:pt x="215" y="492"/>
                </a:lnTo>
                <a:lnTo>
                  <a:pt x="215" y="493"/>
                </a:lnTo>
                <a:lnTo>
                  <a:pt x="214" y="494"/>
                </a:lnTo>
                <a:lnTo>
                  <a:pt x="214" y="495"/>
                </a:lnTo>
                <a:lnTo>
                  <a:pt x="213" y="496"/>
                </a:lnTo>
                <a:lnTo>
                  <a:pt x="212" y="497"/>
                </a:lnTo>
                <a:lnTo>
                  <a:pt x="211" y="497"/>
                </a:lnTo>
                <a:lnTo>
                  <a:pt x="210" y="497"/>
                </a:lnTo>
                <a:lnTo>
                  <a:pt x="209" y="498"/>
                </a:lnTo>
                <a:lnTo>
                  <a:pt x="209" y="499"/>
                </a:lnTo>
                <a:lnTo>
                  <a:pt x="208" y="499"/>
                </a:lnTo>
                <a:lnTo>
                  <a:pt x="208" y="498"/>
                </a:lnTo>
                <a:lnTo>
                  <a:pt x="207" y="498"/>
                </a:lnTo>
                <a:lnTo>
                  <a:pt x="207" y="499"/>
                </a:lnTo>
                <a:lnTo>
                  <a:pt x="205" y="499"/>
                </a:lnTo>
                <a:lnTo>
                  <a:pt x="205" y="500"/>
                </a:lnTo>
                <a:lnTo>
                  <a:pt x="207" y="501"/>
                </a:lnTo>
                <a:lnTo>
                  <a:pt x="205" y="502"/>
                </a:lnTo>
                <a:lnTo>
                  <a:pt x="207" y="502"/>
                </a:lnTo>
                <a:lnTo>
                  <a:pt x="205" y="502"/>
                </a:lnTo>
                <a:lnTo>
                  <a:pt x="205" y="503"/>
                </a:lnTo>
                <a:lnTo>
                  <a:pt x="207" y="503"/>
                </a:lnTo>
                <a:lnTo>
                  <a:pt x="207" y="504"/>
                </a:lnTo>
                <a:lnTo>
                  <a:pt x="205" y="504"/>
                </a:lnTo>
                <a:lnTo>
                  <a:pt x="205" y="505"/>
                </a:lnTo>
                <a:lnTo>
                  <a:pt x="207" y="505"/>
                </a:lnTo>
                <a:lnTo>
                  <a:pt x="208" y="505"/>
                </a:lnTo>
                <a:lnTo>
                  <a:pt x="209" y="505"/>
                </a:lnTo>
                <a:lnTo>
                  <a:pt x="209" y="506"/>
                </a:lnTo>
                <a:lnTo>
                  <a:pt x="209" y="507"/>
                </a:lnTo>
                <a:lnTo>
                  <a:pt x="209" y="508"/>
                </a:lnTo>
                <a:lnTo>
                  <a:pt x="208" y="508"/>
                </a:lnTo>
                <a:lnTo>
                  <a:pt x="208" y="509"/>
                </a:lnTo>
                <a:lnTo>
                  <a:pt x="209" y="509"/>
                </a:lnTo>
                <a:lnTo>
                  <a:pt x="209" y="510"/>
                </a:lnTo>
                <a:lnTo>
                  <a:pt x="208" y="511"/>
                </a:lnTo>
                <a:lnTo>
                  <a:pt x="209" y="512"/>
                </a:lnTo>
                <a:lnTo>
                  <a:pt x="210" y="512"/>
                </a:lnTo>
                <a:lnTo>
                  <a:pt x="210" y="511"/>
                </a:lnTo>
                <a:lnTo>
                  <a:pt x="210" y="512"/>
                </a:lnTo>
                <a:lnTo>
                  <a:pt x="211" y="512"/>
                </a:lnTo>
                <a:lnTo>
                  <a:pt x="212" y="512"/>
                </a:lnTo>
                <a:lnTo>
                  <a:pt x="212" y="513"/>
                </a:lnTo>
                <a:lnTo>
                  <a:pt x="212" y="514"/>
                </a:lnTo>
                <a:lnTo>
                  <a:pt x="212" y="515"/>
                </a:lnTo>
                <a:lnTo>
                  <a:pt x="213" y="515"/>
                </a:lnTo>
                <a:lnTo>
                  <a:pt x="213" y="516"/>
                </a:lnTo>
                <a:lnTo>
                  <a:pt x="212" y="516"/>
                </a:lnTo>
                <a:lnTo>
                  <a:pt x="212" y="517"/>
                </a:lnTo>
                <a:lnTo>
                  <a:pt x="212" y="516"/>
                </a:lnTo>
                <a:lnTo>
                  <a:pt x="211" y="516"/>
                </a:lnTo>
                <a:lnTo>
                  <a:pt x="210" y="517"/>
                </a:lnTo>
                <a:lnTo>
                  <a:pt x="209" y="518"/>
                </a:lnTo>
                <a:lnTo>
                  <a:pt x="208" y="518"/>
                </a:lnTo>
                <a:lnTo>
                  <a:pt x="208" y="519"/>
                </a:lnTo>
                <a:lnTo>
                  <a:pt x="208" y="520"/>
                </a:lnTo>
                <a:lnTo>
                  <a:pt x="209" y="521"/>
                </a:lnTo>
                <a:lnTo>
                  <a:pt x="210" y="521"/>
                </a:lnTo>
                <a:lnTo>
                  <a:pt x="211" y="521"/>
                </a:lnTo>
                <a:lnTo>
                  <a:pt x="211" y="522"/>
                </a:lnTo>
                <a:lnTo>
                  <a:pt x="212" y="523"/>
                </a:lnTo>
                <a:lnTo>
                  <a:pt x="212" y="524"/>
                </a:lnTo>
                <a:lnTo>
                  <a:pt x="212" y="525"/>
                </a:lnTo>
                <a:lnTo>
                  <a:pt x="211" y="525"/>
                </a:lnTo>
                <a:lnTo>
                  <a:pt x="211" y="524"/>
                </a:lnTo>
                <a:lnTo>
                  <a:pt x="210" y="525"/>
                </a:lnTo>
                <a:lnTo>
                  <a:pt x="210" y="524"/>
                </a:lnTo>
                <a:lnTo>
                  <a:pt x="209" y="523"/>
                </a:lnTo>
                <a:lnTo>
                  <a:pt x="208" y="523"/>
                </a:lnTo>
                <a:lnTo>
                  <a:pt x="208" y="524"/>
                </a:lnTo>
                <a:lnTo>
                  <a:pt x="208" y="525"/>
                </a:lnTo>
                <a:lnTo>
                  <a:pt x="209" y="526"/>
                </a:lnTo>
                <a:lnTo>
                  <a:pt x="209" y="527"/>
                </a:lnTo>
                <a:lnTo>
                  <a:pt x="210" y="527"/>
                </a:lnTo>
                <a:lnTo>
                  <a:pt x="209" y="527"/>
                </a:lnTo>
                <a:lnTo>
                  <a:pt x="208" y="527"/>
                </a:lnTo>
                <a:lnTo>
                  <a:pt x="208" y="528"/>
                </a:lnTo>
                <a:lnTo>
                  <a:pt x="209" y="528"/>
                </a:lnTo>
                <a:lnTo>
                  <a:pt x="209" y="529"/>
                </a:lnTo>
                <a:lnTo>
                  <a:pt x="209" y="530"/>
                </a:lnTo>
                <a:lnTo>
                  <a:pt x="209" y="531"/>
                </a:lnTo>
                <a:lnTo>
                  <a:pt x="209" y="532"/>
                </a:lnTo>
                <a:lnTo>
                  <a:pt x="210" y="532"/>
                </a:lnTo>
                <a:lnTo>
                  <a:pt x="211" y="532"/>
                </a:lnTo>
                <a:lnTo>
                  <a:pt x="211" y="533"/>
                </a:lnTo>
                <a:lnTo>
                  <a:pt x="210" y="533"/>
                </a:lnTo>
                <a:lnTo>
                  <a:pt x="210" y="534"/>
                </a:lnTo>
                <a:lnTo>
                  <a:pt x="209" y="534"/>
                </a:lnTo>
                <a:lnTo>
                  <a:pt x="208" y="534"/>
                </a:lnTo>
                <a:lnTo>
                  <a:pt x="207" y="534"/>
                </a:lnTo>
                <a:lnTo>
                  <a:pt x="207" y="535"/>
                </a:lnTo>
                <a:lnTo>
                  <a:pt x="207" y="534"/>
                </a:lnTo>
                <a:lnTo>
                  <a:pt x="207" y="533"/>
                </a:lnTo>
                <a:lnTo>
                  <a:pt x="207" y="532"/>
                </a:lnTo>
                <a:lnTo>
                  <a:pt x="205" y="532"/>
                </a:lnTo>
                <a:lnTo>
                  <a:pt x="205" y="531"/>
                </a:lnTo>
                <a:lnTo>
                  <a:pt x="204" y="531"/>
                </a:lnTo>
                <a:lnTo>
                  <a:pt x="204" y="530"/>
                </a:lnTo>
                <a:lnTo>
                  <a:pt x="203" y="530"/>
                </a:lnTo>
                <a:lnTo>
                  <a:pt x="202" y="530"/>
                </a:lnTo>
                <a:lnTo>
                  <a:pt x="202" y="531"/>
                </a:lnTo>
                <a:lnTo>
                  <a:pt x="201" y="531"/>
                </a:lnTo>
                <a:lnTo>
                  <a:pt x="201" y="532"/>
                </a:lnTo>
                <a:lnTo>
                  <a:pt x="201" y="533"/>
                </a:lnTo>
                <a:lnTo>
                  <a:pt x="201" y="534"/>
                </a:lnTo>
                <a:lnTo>
                  <a:pt x="201" y="535"/>
                </a:lnTo>
                <a:lnTo>
                  <a:pt x="200" y="535"/>
                </a:lnTo>
                <a:lnTo>
                  <a:pt x="199" y="535"/>
                </a:lnTo>
                <a:lnTo>
                  <a:pt x="200" y="535"/>
                </a:lnTo>
                <a:lnTo>
                  <a:pt x="199" y="535"/>
                </a:lnTo>
                <a:lnTo>
                  <a:pt x="199" y="536"/>
                </a:lnTo>
                <a:lnTo>
                  <a:pt x="199" y="537"/>
                </a:lnTo>
                <a:lnTo>
                  <a:pt x="200" y="537"/>
                </a:lnTo>
                <a:lnTo>
                  <a:pt x="199" y="538"/>
                </a:lnTo>
                <a:lnTo>
                  <a:pt x="199" y="537"/>
                </a:lnTo>
                <a:lnTo>
                  <a:pt x="198" y="538"/>
                </a:lnTo>
                <a:lnTo>
                  <a:pt x="198" y="539"/>
                </a:lnTo>
                <a:lnTo>
                  <a:pt x="198" y="540"/>
                </a:lnTo>
                <a:lnTo>
                  <a:pt x="198" y="541"/>
                </a:lnTo>
                <a:lnTo>
                  <a:pt x="197" y="542"/>
                </a:lnTo>
                <a:lnTo>
                  <a:pt x="198" y="543"/>
                </a:lnTo>
                <a:lnTo>
                  <a:pt x="198" y="544"/>
                </a:lnTo>
                <a:lnTo>
                  <a:pt x="197" y="545"/>
                </a:lnTo>
                <a:lnTo>
                  <a:pt x="197" y="546"/>
                </a:lnTo>
                <a:lnTo>
                  <a:pt x="196" y="546"/>
                </a:lnTo>
                <a:lnTo>
                  <a:pt x="196" y="547"/>
                </a:lnTo>
                <a:lnTo>
                  <a:pt x="196" y="548"/>
                </a:lnTo>
                <a:lnTo>
                  <a:pt x="197" y="548"/>
                </a:lnTo>
                <a:lnTo>
                  <a:pt x="198" y="549"/>
                </a:lnTo>
                <a:lnTo>
                  <a:pt x="198" y="550"/>
                </a:lnTo>
                <a:lnTo>
                  <a:pt x="199" y="551"/>
                </a:lnTo>
                <a:lnTo>
                  <a:pt x="200" y="551"/>
                </a:lnTo>
                <a:lnTo>
                  <a:pt x="201" y="551"/>
                </a:lnTo>
                <a:lnTo>
                  <a:pt x="201" y="552"/>
                </a:lnTo>
                <a:lnTo>
                  <a:pt x="201" y="553"/>
                </a:lnTo>
                <a:lnTo>
                  <a:pt x="200" y="553"/>
                </a:lnTo>
                <a:lnTo>
                  <a:pt x="200" y="554"/>
                </a:lnTo>
                <a:lnTo>
                  <a:pt x="199" y="554"/>
                </a:lnTo>
                <a:lnTo>
                  <a:pt x="198" y="554"/>
                </a:lnTo>
                <a:lnTo>
                  <a:pt x="197" y="554"/>
                </a:lnTo>
                <a:lnTo>
                  <a:pt x="197" y="555"/>
                </a:lnTo>
                <a:lnTo>
                  <a:pt x="198" y="555"/>
                </a:lnTo>
                <a:lnTo>
                  <a:pt x="199" y="555"/>
                </a:lnTo>
                <a:lnTo>
                  <a:pt x="199" y="556"/>
                </a:lnTo>
                <a:lnTo>
                  <a:pt x="199" y="557"/>
                </a:lnTo>
                <a:lnTo>
                  <a:pt x="199" y="558"/>
                </a:lnTo>
                <a:lnTo>
                  <a:pt x="200" y="558"/>
                </a:lnTo>
                <a:lnTo>
                  <a:pt x="200" y="559"/>
                </a:lnTo>
                <a:lnTo>
                  <a:pt x="201" y="559"/>
                </a:lnTo>
                <a:lnTo>
                  <a:pt x="201" y="560"/>
                </a:lnTo>
                <a:lnTo>
                  <a:pt x="202" y="560"/>
                </a:lnTo>
                <a:lnTo>
                  <a:pt x="202" y="561"/>
                </a:lnTo>
                <a:lnTo>
                  <a:pt x="202" y="562"/>
                </a:lnTo>
                <a:lnTo>
                  <a:pt x="203" y="562"/>
                </a:lnTo>
                <a:lnTo>
                  <a:pt x="204" y="563"/>
                </a:lnTo>
                <a:lnTo>
                  <a:pt x="204" y="564"/>
                </a:lnTo>
                <a:lnTo>
                  <a:pt x="205" y="564"/>
                </a:lnTo>
                <a:lnTo>
                  <a:pt x="205" y="565"/>
                </a:lnTo>
                <a:lnTo>
                  <a:pt x="204" y="565"/>
                </a:lnTo>
                <a:lnTo>
                  <a:pt x="203" y="565"/>
                </a:lnTo>
                <a:lnTo>
                  <a:pt x="203" y="566"/>
                </a:lnTo>
                <a:lnTo>
                  <a:pt x="202" y="566"/>
                </a:lnTo>
                <a:lnTo>
                  <a:pt x="202" y="565"/>
                </a:lnTo>
                <a:lnTo>
                  <a:pt x="201" y="565"/>
                </a:lnTo>
                <a:lnTo>
                  <a:pt x="201" y="566"/>
                </a:lnTo>
                <a:lnTo>
                  <a:pt x="200" y="565"/>
                </a:lnTo>
                <a:lnTo>
                  <a:pt x="199" y="565"/>
                </a:lnTo>
                <a:lnTo>
                  <a:pt x="199" y="564"/>
                </a:lnTo>
                <a:lnTo>
                  <a:pt x="199" y="565"/>
                </a:lnTo>
                <a:lnTo>
                  <a:pt x="198" y="565"/>
                </a:lnTo>
                <a:lnTo>
                  <a:pt x="198" y="566"/>
                </a:lnTo>
                <a:lnTo>
                  <a:pt x="198" y="565"/>
                </a:lnTo>
                <a:lnTo>
                  <a:pt x="197" y="566"/>
                </a:lnTo>
                <a:lnTo>
                  <a:pt x="197" y="567"/>
                </a:lnTo>
                <a:lnTo>
                  <a:pt x="196" y="567"/>
                </a:lnTo>
                <a:lnTo>
                  <a:pt x="195" y="568"/>
                </a:lnTo>
                <a:lnTo>
                  <a:pt x="195" y="567"/>
                </a:lnTo>
                <a:lnTo>
                  <a:pt x="194" y="567"/>
                </a:lnTo>
                <a:lnTo>
                  <a:pt x="193" y="568"/>
                </a:lnTo>
                <a:lnTo>
                  <a:pt x="192" y="568"/>
                </a:lnTo>
                <a:lnTo>
                  <a:pt x="192" y="567"/>
                </a:lnTo>
                <a:lnTo>
                  <a:pt x="191" y="567"/>
                </a:lnTo>
                <a:lnTo>
                  <a:pt x="190" y="567"/>
                </a:lnTo>
                <a:lnTo>
                  <a:pt x="190" y="566"/>
                </a:lnTo>
                <a:lnTo>
                  <a:pt x="189" y="566"/>
                </a:lnTo>
                <a:lnTo>
                  <a:pt x="189" y="565"/>
                </a:lnTo>
                <a:lnTo>
                  <a:pt x="190" y="565"/>
                </a:lnTo>
                <a:lnTo>
                  <a:pt x="190" y="564"/>
                </a:lnTo>
                <a:lnTo>
                  <a:pt x="190" y="563"/>
                </a:lnTo>
                <a:lnTo>
                  <a:pt x="190" y="562"/>
                </a:lnTo>
                <a:lnTo>
                  <a:pt x="189" y="562"/>
                </a:lnTo>
                <a:lnTo>
                  <a:pt x="189" y="561"/>
                </a:lnTo>
                <a:lnTo>
                  <a:pt x="187" y="561"/>
                </a:lnTo>
                <a:lnTo>
                  <a:pt x="187" y="560"/>
                </a:lnTo>
                <a:lnTo>
                  <a:pt x="186" y="560"/>
                </a:lnTo>
                <a:lnTo>
                  <a:pt x="185" y="560"/>
                </a:lnTo>
                <a:lnTo>
                  <a:pt x="185" y="559"/>
                </a:lnTo>
                <a:lnTo>
                  <a:pt x="184" y="560"/>
                </a:lnTo>
                <a:lnTo>
                  <a:pt x="183" y="559"/>
                </a:lnTo>
                <a:lnTo>
                  <a:pt x="182" y="560"/>
                </a:lnTo>
                <a:lnTo>
                  <a:pt x="181" y="560"/>
                </a:lnTo>
                <a:lnTo>
                  <a:pt x="180" y="560"/>
                </a:lnTo>
                <a:lnTo>
                  <a:pt x="179" y="559"/>
                </a:lnTo>
                <a:lnTo>
                  <a:pt x="180" y="559"/>
                </a:lnTo>
                <a:lnTo>
                  <a:pt x="179" y="558"/>
                </a:lnTo>
                <a:lnTo>
                  <a:pt x="179" y="557"/>
                </a:lnTo>
                <a:lnTo>
                  <a:pt x="178" y="556"/>
                </a:lnTo>
                <a:lnTo>
                  <a:pt x="179" y="556"/>
                </a:lnTo>
                <a:lnTo>
                  <a:pt x="179" y="555"/>
                </a:lnTo>
                <a:lnTo>
                  <a:pt x="178" y="555"/>
                </a:lnTo>
                <a:lnTo>
                  <a:pt x="178" y="554"/>
                </a:lnTo>
                <a:lnTo>
                  <a:pt x="178" y="553"/>
                </a:lnTo>
                <a:lnTo>
                  <a:pt x="177" y="552"/>
                </a:lnTo>
                <a:lnTo>
                  <a:pt x="176" y="552"/>
                </a:lnTo>
                <a:lnTo>
                  <a:pt x="176" y="551"/>
                </a:lnTo>
                <a:lnTo>
                  <a:pt x="175" y="551"/>
                </a:lnTo>
                <a:lnTo>
                  <a:pt x="176" y="551"/>
                </a:lnTo>
                <a:lnTo>
                  <a:pt x="176" y="550"/>
                </a:lnTo>
                <a:lnTo>
                  <a:pt x="175" y="550"/>
                </a:lnTo>
                <a:lnTo>
                  <a:pt x="174" y="550"/>
                </a:lnTo>
                <a:lnTo>
                  <a:pt x="174" y="549"/>
                </a:lnTo>
                <a:lnTo>
                  <a:pt x="174" y="548"/>
                </a:lnTo>
                <a:lnTo>
                  <a:pt x="173" y="548"/>
                </a:lnTo>
                <a:lnTo>
                  <a:pt x="173" y="547"/>
                </a:lnTo>
                <a:lnTo>
                  <a:pt x="172" y="547"/>
                </a:lnTo>
                <a:lnTo>
                  <a:pt x="172" y="546"/>
                </a:lnTo>
                <a:lnTo>
                  <a:pt x="171" y="545"/>
                </a:lnTo>
                <a:lnTo>
                  <a:pt x="170" y="544"/>
                </a:lnTo>
                <a:lnTo>
                  <a:pt x="170" y="545"/>
                </a:lnTo>
                <a:lnTo>
                  <a:pt x="169" y="545"/>
                </a:lnTo>
                <a:lnTo>
                  <a:pt x="169" y="544"/>
                </a:lnTo>
                <a:lnTo>
                  <a:pt x="168" y="544"/>
                </a:lnTo>
                <a:lnTo>
                  <a:pt x="168" y="543"/>
                </a:lnTo>
                <a:lnTo>
                  <a:pt x="167" y="543"/>
                </a:lnTo>
                <a:lnTo>
                  <a:pt x="166" y="543"/>
                </a:lnTo>
                <a:lnTo>
                  <a:pt x="166" y="542"/>
                </a:lnTo>
                <a:lnTo>
                  <a:pt x="165" y="542"/>
                </a:lnTo>
                <a:lnTo>
                  <a:pt x="164" y="542"/>
                </a:lnTo>
                <a:lnTo>
                  <a:pt x="164" y="543"/>
                </a:lnTo>
                <a:lnTo>
                  <a:pt x="163" y="544"/>
                </a:lnTo>
                <a:lnTo>
                  <a:pt x="162" y="544"/>
                </a:lnTo>
                <a:lnTo>
                  <a:pt x="161" y="544"/>
                </a:lnTo>
                <a:lnTo>
                  <a:pt x="161" y="545"/>
                </a:lnTo>
                <a:lnTo>
                  <a:pt x="161" y="546"/>
                </a:lnTo>
                <a:lnTo>
                  <a:pt x="161" y="547"/>
                </a:lnTo>
                <a:lnTo>
                  <a:pt x="161" y="548"/>
                </a:lnTo>
                <a:lnTo>
                  <a:pt x="160" y="548"/>
                </a:lnTo>
                <a:lnTo>
                  <a:pt x="160" y="547"/>
                </a:lnTo>
                <a:lnTo>
                  <a:pt x="159" y="546"/>
                </a:lnTo>
                <a:lnTo>
                  <a:pt x="158" y="546"/>
                </a:lnTo>
                <a:lnTo>
                  <a:pt x="157" y="546"/>
                </a:lnTo>
                <a:lnTo>
                  <a:pt x="156" y="546"/>
                </a:lnTo>
                <a:lnTo>
                  <a:pt x="156" y="545"/>
                </a:lnTo>
                <a:lnTo>
                  <a:pt x="155" y="545"/>
                </a:lnTo>
                <a:lnTo>
                  <a:pt x="154" y="546"/>
                </a:lnTo>
                <a:lnTo>
                  <a:pt x="153" y="546"/>
                </a:lnTo>
                <a:lnTo>
                  <a:pt x="153" y="547"/>
                </a:lnTo>
                <a:lnTo>
                  <a:pt x="152" y="547"/>
                </a:lnTo>
                <a:lnTo>
                  <a:pt x="152" y="548"/>
                </a:lnTo>
                <a:lnTo>
                  <a:pt x="151" y="548"/>
                </a:lnTo>
                <a:lnTo>
                  <a:pt x="150" y="548"/>
                </a:lnTo>
                <a:lnTo>
                  <a:pt x="149" y="549"/>
                </a:lnTo>
                <a:lnTo>
                  <a:pt x="148" y="549"/>
                </a:lnTo>
                <a:lnTo>
                  <a:pt x="147" y="549"/>
                </a:lnTo>
                <a:lnTo>
                  <a:pt x="147" y="550"/>
                </a:lnTo>
                <a:lnTo>
                  <a:pt x="146" y="550"/>
                </a:lnTo>
                <a:lnTo>
                  <a:pt x="145" y="550"/>
                </a:lnTo>
                <a:lnTo>
                  <a:pt x="145" y="551"/>
                </a:lnTo>
                <a:lnTo>
                  <a:pt x="145" y="552"/>
                </a:lnTo>
                <a:lnTo>
                  <a:pt x="146" y="552"/>
                </a:lnTo>
                <a:lnTo>
                  <a:pt x="145" y="552"/>
                </a:lnTo>
                <a:lnTo>
                  <a:pt x="144" y="552"/>
                </a:lnTo>
                <a:lnTo>
                  <a:pt x="143" y="552"/>
                </a:lnTo>
                <a:lnTo>
                  <a:pt x="142" y="552"/>
                </a:lnTo>
                <a:lnTo>
                  <a:pt x="141" y="552"/>
                </a:lnTo>
                <a:lnTo>
                  <a:pt x="141" y="553"/>
                </a:lnTo>
                <a:lnTo>
                  <a:pt x="140" y="553"/>
                </a:lnTo>
                <a:lnTo>
                  <a:pt x="139" y="554"/>
                </a:lnTo>
                <a:lnTo>
                  <a:pt x="140" y="554"/>
                </a:lnTo>
                <a:lnTo>
                  <a:pt x="140" y="555"/>
                </a:lnTo>
                <a:lnTo>
                  <a:pt x="139" y="555"/>
                </a:lnTo>
                <a:lnTo>
                  <a:pt x="138" y="554"/>
                </a:lnTo>
                <a:lnTo>
                  <a:pt x="138" y="555"/>
                </a:lnTo>
                <a:lnTo>
                  <a:pt x="138" y="554"/>
                </a:lnTo>
                <a:lnTo>
                  <a:pt x="137" y="554"/>
                </a:lnTo>
                <a:lnTo>
                  <a:pt x="136" y="553"/>
                </a:lnTo>
                <a:lnTo>
                  <a:pt x="136" y="552"/>
                </a:lnTo>
                <a:lnTo>
                  <a:pt x="135" y="551"/>
                </a:lnTo>
                <a:lnTo>
                  <a:pt x="134" y="551"/>
                </a:lnTo>
                <a:lnTo>
                  <a:pt x="133" y="551"/>
                </a:lnTo>
                <a:lnTo>
                  <a:pt x="133" y="550"/>
                </a:lnTo>
                <a:lnTo>
                  <a:pt x="133" y="551"/>
                </a:lnTo>
                <a:lnTo>
                  <a:pt x="132" y="551"/>
                </a:lnTo>
                <a:lnTo>
                  <a:pt x="132" y="552"/>
                </a:lnTo>
                <a:lnTo>
                  <a:pt x="132" y="553"/>
                </a:lnTo>
                <a:lnTo>
                  <a:pt x="131" y="553"/>
                </a:lnTo>
                <a:lnTo>
                  <a:pt x="131" y="554"/>
                </a:lnTo>
                <a:lnTo>
                  <a:pt x="130" y="555"/>
                </a:lnTo>
                <a:lnTo>
                  <a:pt x="130" y="554"/>
                </a:lnTo>
                <a:lnTo>
                  <a:pt x="129" y="554"/>
                </a:lnTo>
                <a:lnTo>
                  <a:pt x="129" y="553"/>
                </a:lnTo>
                <a:lnTo>
                  <a:pt x="128" y="554"/>
                </a:lnTo>
                <a:lnTo>
                  <a:pt x="127" y="554"/>
                </a:lnTo>
                <a:lnTo>
                  <a:pt x="126" y="554"/>
                </a:lnTo>
                <a:lnTo>
                  <a:pt x="125" y="555"/>
                </a:lnTo>
                <a:lnTo>
                  <a:pt x="124" y="555"/>
                </a:lnTo>
                <a:lnTo>
                  <a:pt x="125" y="555"/>
                </a:lnTo>
                <a:lnTo>
                  <a:pt x="124" y="556"/>
                </a:lnTo>
                <a:lnTo>
                  <a:pt x="123" y="556"/>
                </a:lnTo>
                <a:lnTo>
                  <a:pt x="122" y="556"/>
                </a:lnTo>
                <a:lnTo>
                  <a:pt x="122" y="555"/>
                </a:lnTo>
                <a:lnTo>
                  <a:pt x="123" y="555"/>
                </a:lnTo>
                <a:lnTo>
                  <a:pt x="122" y="555"/>
                </a:lnTo>
                <a:lnTo>
                  <a:pt x="121" y="555"/>
                </a:lnTo>
                <a:lnTo>
                  <a:pt x="120" y="555"/>
                </a:lnTo>
                <a:lnTo>
                  <a:pt x="120" y="556"/>
                </a:lnTo>
                <a:lnTo>
                  <a:pt x="120" y="557"/>
                </a:lnTo>
                <a:lnTo>
                  <a:pt x="119" y="558"/>
                </a:lnTo>
                <a:lnTo>
                  <a:pt x="120" y="558"/>
                </a:lnTo>
                <a:lnTo>
                  <a:pt x="119" y="559"/>
                </a:lnTo>
                <a:lnTo>
                  <a:pt x="119" y="560"/>
                </a:lnTo>
                <a:lnTo>
                  <a:pt x="119" y="561"/>
                </a:lnTo>
                <a:lnTo>
                  <a:pt x="119" y="562"/>
                </a:lnTo>
                <a:lnTo>
                  <a:pt x="119" y="563"/>
                </a:lnTo>
                <a:lnTo>
                  <a:pt x="118" y="563"/>
                </a:lnTo>
                <a:lnTo>
                  <a:pt x="118" y="564"/>
                </a:lnTo>
                <a:lnTo>
                  <a:pt x="118" y="565"/>
                </a:lnTo>
                <a:lnTo>
                  <a:pt x="117" y="565"/>
                </a:lnTo>
                <a:lnTo>
                  <a:pt x="116" y="565"/>
                </a:lnTo>
                <a:lnTo>
                  <a:pt x="116" y="564"/>
                </a:lnTo>
                <a:lnTo>
                  <a:pt x="115" y="564"/>
                </a:lnTo>
                <a:lnTo>
                  <a:pt x="115" y="563"/>
                </a:lnTo>
                <a:lnTo>
                  <a:pt x="115" y="562"/>
                </a:lnTo>
                <a:lnTo>
                  <a:pt x="116" y="562"/>
                </a:lnTo>
                <a:lnTo>
                  <a:pt x="115" y="562"/>
                </a:lnTo>
                <a:lnTo>
                  <a:pt x="115" y="561"/>
                </a:lnTo>
                <a:lnTo>
                  <a:pt x="114" y="561"/>
                </a:lnTo>
                <a:lnTo>
                  <a:pt x="113" y="562"/>
                </a:lnTo>
                <a:lnTo>
                  <a:pt x="113" y="563"/>
                </a:lnTo>
                <a:lnTo>
                  <a:pt x="112" y="562"/>
                </a:lnTo>
                <a:lnTo>
                  <a:pt x="111" y="562"/>
                </a:lnTo>
                <a:lnTo>
                  <a:pt x="111" y="561"/>
                </a:lnTo>
                <a:lnTo>
                  <a:pt x="110" y="561"/>
                </a:lnTo>
                <a:lnTo>
                  <a:pt x="109" y="561"/>
                </a:lnTo>
                <a:lnTo>
                  <a:pt x="110" y="561"/>
                </a:lnTo>
                <a:lnTo>
                  <a:pt x="109" y="561"/>
                </a:lnTo>
                <a:lnTo>
                  <a:pt x="109" y="560"/>
                </a:lnTo>
                <a:lnTo>
                  <a:pt x="108" y="560"/>
                </a:lnTo>
                <a:lnTo>
                  <a:pt x="108" y="561"/>
                </a:lnTo>
                <a:lnTo>
                  <a:pt x="107" y="561"/>
                </a:lnTo>
                <a:lnTo>
                  <a:pt x="106" y="560"/>
                </a:lnTo>
                <a:lnTo>
                  <a:pt x="105" y="560"/>
                </a:lnTo>
                <a:lnTo>
                  <a:pt x="104" y="560"/>
                </a:lnTo>
                <a:lnTo>
                  <a:pt x="104" y="561"/>
                </a:lnTo>
                <a:lnTo>
                  <a:pt x="104" y="562"/>
                </a:lnTo>
                <a:lnTo>
                  <a:pt x="104" y="563"/>
                </a:lnTo>
                <a:lnTo>
                  <a:pt x="104" y="564"/>
                </a:lnTo>
                <a:lnTo>
                  <a:pt x="105" y="564"/>
                </a:lnTo>
                <a:lnTo>
                  <a:pt x="105" y="565"/>
                </a:lnTo>
                <a:lnTo>
                  <a:pt x="104" y="566"/>
                </a:lnTo>
                <a:lnTo>
                  <a:pt x="104" y="567"/>
                </a:lnTo>
                <a:lnTo>
                  <a:pt x="103" y="566"/>
                </a:lnTo>
                <a:lnTo>
                  <a:pt x="103" y="567"/>
                </a:lnTo>
                <a:lnTo>
                  <a:pt x="102" y="567"/>
                </a:lnTo>
                <a:lnTo>
                  <a:pt x="102" y="568"/>
                </a:lnTo>
                <a:lnTo>
                  <a:pt x="102" y="569"/>
                </a:lnTo>
                <a:lnTo>
                  <a:pt x="101" y="569"/>
                </a:lnTo>
                <a:lnTo>
                  <a:pt x="101" y="568"/>
                </a:lnTo>
                <a:lnTo>
                  <a:pt x="100" y="568"/>
                </a:lnTo>
                <a:lnTo>
                  <a:pt x="100" y="567"/>
                </a:lnTo>
                <a:lnTo>
                  <a:pt x="99" y="567"/>
                </a:lnTo>
                <a:lnTo>
                  <a:pt x="99" y="566"/>
                </a:lnTo>
                <a:lnTo>
                  <a:pt x="99" y="565"/>
                </a:lnTo>
                <a:lnTo>
                  <a:pt x="99" y="564"/>
                </a:lnTo>
                <a:lnTo>
                  <a:pt x="98" y="564"/>
                </a:lnTo>
                <a:lnTo>
                  <a:pt x="98" y="563"/>
                </a:lnTo>
                <a:lnTo>
                  <a:pt x="98" y="564"/>
                </a:lnTo>
                <a:lnTo>
                  <a:pt x="97" y="564"/>
                </a:lnTo>
                <a:lnTo>
                  <a:pt x="96" y="564"/>
                </a:lnTo>
                <a:lnTo>
                  <a:pt x="96" y="565"/>
                </a:lnTo>
                <a:lnTo>
                  <a:pt x="95" y="565"/>
                </a:lnTo>
                <a:lnTo>
                  <a:pt x="95" y="564"/>
                </a:lnTo>
                <a:lnTo>
                  <a:pt x="94" y="564"/>
                </a:lnTo>
                <a:lnTo>
                  <a:pt x="93" y="565"/>
                </a:lnTo>
                <a:lnTo>
                  <a:pt x="92" y="566"/>
                </a:lnTo>
                <a:lnTo>
                  <a:pt x="92" y="567"/>
                </a:lnTo>
                <a:lnTo>
                  <a:pt x="91" y="568"/>
                </a:lnTo>
                <a:lnTo>
                  <a:pt x="90" y="567"/>
                </a:lnTo>
                <a:lnTo>
                  <a:pt x="89" y="567"/>
                </a:lnTo>
                <a:lnTo>
                  <a:pt x="89" y="568"/>
                </a:lnTo>
                <a:lnTo>
                  <a:pt x="88" y="567"/>
                </a:lnTo>
                <a:lnTo>
                  <a:pt x="87" y="567"/>
                </a:lnTo>
                <a:lnTo>
                  <a:pt x="87" y="566"/>
                </a:lnTo>
                <a:lnTo>
                  <a:pt x="86" y="566"/>
                </a:lnTo>
                <a:lnTo>
                  <a:pt x="85" y="566"/>
                </a:lnTo>
                <a:lnTo>
                  <a:pt x="85" y="567"/>
                </a:lnTo>
                <a:lnTo>
                  <a:pt x="84" y="567"/>
                </a:lnTo>
                <a:lnTo>
                  <a:pt x="83" y="568"/>
                </a:lnTo>
                <a:lnTo>
                  <a:pt x="82" y="569"/>
                </a:lnTo>
                <a:lnTo>
                  <a:pt x="81" y="569"/>
                </a:lnTo>
                <a:lnTo>
                  <a:pt x="81" y="570"/>
                </a:lnTo>
                <a:lnTo>
                  <a:pt x="81" y="571"/>
                </a:lnTo>
                <a:lnTo>
                  <a:pt x="80" y="571"/>
                </a:lnTo>
                <a:lnTo>
                  <a:pt x="79" y="571"/>
                </a:lnTo>
                <a:lnTo>
                  <a:pt x="79" y="572"/>
                </a:lnTo>
                <a:lnTo>
                  <a:pt x="78" y="572"/>
                </a:lnTo>
                <a:lnTo>
                  <a:pt x="77" y="573"/>
                </a:lnTo>
                <a:lnTo>
                  <a:pt x="76" y="572"/>
                </a:lnTo>
                <a:lnTo>
                  <a:pt x="75" y="572"/>
                </a:lnTo>
                <a:lnTo>
                  <a:pt x="75" y="571"/>
                </a:lnTo>
                <a:lnTo>
                  <a:pt x="75" y="572"/>
                </a:lnTo>
                <a:lnTo>
                  <a:pt x="74" y="572"/>
                </a:lnTo>
                <a:lnTo>
                  <a:pt x="74" y="571"/>
                </a:lnTo>
                <a:lnTo>
                  <a:pt x="75" y="571"/>
                </a:lnTo>
                <a:lnTo>
                  <a:pt x="75" y="570"/>
                </a:lnTo>
                <a:lnTo>
                  <a:pt x="75" y="569"/>
                </a:lnTo>
                <a:lnTo>
                  <a:pt x="74" y="568"/>
                </a:lnTo>
                <a:lnTo>
                  <a:pt x="73" y="568"/>
                </a:lnTo>
                <a:lnTo>
                  <a:pt x="73" y="567"/>
                </a:lnTo>
                <a:lnTo>
                  <a:pt x="73" y="566"/>
                </a:lnTo>
                <a:lnTo>
                  <a:pt x="73" y="565"/>
                </a:lnTo>
                <a:lnTo>
                  <a:pt x="72" y="565"/>
                </a:lnTo>
                <a:lnTo>
                  <a:pt x="72" y="566"/>
                </a:lnTo>
                <a:lnTo>
                  <a:pt x="72" y="565"/>
                </a:lnTo>
                <a:lnTo>
                  <a:pt x="72" y="564"/>
                </a:lnTo>
                <a:lnTo>
                  <a:pt x="71" y="564"/>
                </a:lnTo>
                <a:lnTo>
                  <a:pt x="71" y="563"/>
                </a:lnTo>
                <a:lnTo>
                  <a:pt x="70" y="563"/>
                </a:lnTo>
                <a:lnTo>
                  <a:pt x="70" y="562"/>
                </a:lnTo>
                <a:lnTo>
                  <a:pt x="69" y="563"/>
                </a:lnTo>
                <a:lnTo>
                  <a:pt x="70" y="563"/>
                </a:lnTo>
                <a:lnTo>
                  <a:pt x="70" y="564"/>
                </a:lnTo>
                <a:lnTo>
                  <a:pt x="69" y="564"/>
                </a:lnTo>
                <a:lnTo>
                  <a:pt x="69" y="563"/>
                </a:lnTo>
                <a:lnTo>
                  <a:pt x="68" y="564"/>
                </a:lnTo>
                <a:lnTo>
                  <a:pt x="67" y="564"/>
                </a:lnTo>
                <a:lnTo>
                  <a:pt x="66" y="564"/>
                </a:lnTo>
                <a:lnTo>
                  <a:pt x="65" y="564"/>
                </a:lnTo>
                <a:lnTo>
                  <a:pt x="65" y="563"/>
                </a:lnTo>
                <a:lnTo>
                  <a:pt x="65" y="562"/>
                </a:lnTo>
                <a:lnTo>
                  <a:pt x="64" y="562"/>
                </a:lnTo>
                <a:lnTo>
                  <a:pt x="64" y="559"/>
                </a:lnTo>
                <a:lnTo>
                  <a:pt x="63" y="559"/>
                </a:lnTo>
                <a:lnTo>
                  <a:pt x="64" y="559"/>
                </a:lnTo>
                <a:lnTo>
                  <a:pt x="63" y="558"/>
                </a:lnTo>
                <a:lnTo>
                  <a:pt x="62" y="558"/>
                </a:lnTo>
                <a:lnTo>
                  <a:pt x="62" y="557"/>
                </a:lnTo>
                <a:lnTo>
                  <a:pt x="61" y="557"/>
                </a:lnTo>
                <a:lnTo>
                  <a:pt x="60" y="557"/>
                </a:lnTo>
                <a:lnTo>
                  <a:pt x="59" y="558"/>
                </a:lnTo>
                <a:lnTo>
                  <a:pt x="58" y="557"/>
                </a:lnTo>
                <a:lnTo>
                  <a:pt x="57" y="557"/>
                </a:lnTo>
                <a:lnTo>
                  <a:pt x="57" y="556"/>
                </a:lnTo>
                <a:lnTo>
                  <a:pt x="56" y="556"/>
                </a:lnTo>
                <a:lnTo>
                  <a:pt x="55" y="556"/>
                </a:lnTo>
                <a:lnTo>
                  <a:pt x="55" y="557"/>
                </a:lnTo>
                <a:lnTo>
                  <a:pt x="54" y="557"/>
                </a:lnTo>
                <a:lnTo>
                  <a:pt x="54" y="556"/>
                </a:lnTo>
                <a:lnTo>
                  <a:pt x="54" y="555"/>
                </a:lnTo>
                <a:lnTo>
                  <a:pt x="55" y="556"/>
                </a:lnTo>
                <a:lnTo>
                  <a:pt x="54" y="556"/>
                </a:lnTo>
                <a:lnTo>
                  <a:pt x="55" y="556"/>
                </a:lnTo>
                <a:lnTo>
                  <a:pt x="55" y="555"/>
                </a:lnTo>
                <a:lnTo>
                  <a:pt x="54" y="554"/>
                </a:lnTo>
                <a:lnTo>
                  <a:pt x="54" y="553"/>
                </a:lnTo>
                <a:lnTo>
                  <a:pt x="53" y="553"/>
                </a:lnTo>
                <a:lnTo>
                  <a:pt x="53" y="552"/>
                </a:lnTo>
                <a:lnTo>
                  <a:pt x="54" y="552"/>
                </a:lnTo>
                <a:lnTo>
                  <a:pt x="55" y="552"/>
                </a:lnTo>
                <a:lnTo>
                  <a:pt x="56" y="552"/>
                </a:lnTo>
                <a:lnTo>
                  <a:pt x="56" y="553"/>
                </a:lnTo>
                <a:lnTo>
                  <a:pt x="57" y="552"/>
                </a:lnTo>
                <a:lnTo>
                  <a:pt x="58" y="552"/>
                </a:lnTo>
                <a:lnTo>
                  <a:pt x="59" y="551"/>
                </a:lnTo>
                <a:lnTo>
                  <a:pt x="60" y="551"/>
                </a:lnTo>
                <a:lnTo>
                  <a:pt x="61" y="551"/>
                </a:lnTo>
                <a:lnTo>
                  <a:pt x="61" y="552"/>
                </a:lnTo>
                <a:lnTo>
                  <a:pt x="62" y="551"/>
                </a:lnTo>
                <a:lnTo>
                  <a:pt x="63" y="551"/>
                </a:lnTo>
                <a:lnTo>
                  <a:pt x="63" y="550"/>
                </a:lnTo>
                <a:lnTo>
                  <a:pt x="63" y="549"/>
                </a:lnTo>
                <a:lnTo>
                  <a:pt x="64" y="548"/>
                </a:lnTo>
                <a:lnTo>
                  <a:pt x="65" y="548"/>
                </a:lnTo>
                <a:lnTo>
                  <a:pt x="66" y="548"/>
                </a:lnTo>
                <a:lnTo>
                  <a:pt x="66" y="547"/>
                </a:lnTo>
                <a:lnTo>
                  <a:pt x="67" y="547"/>
                </a:lnTo>
                <a:lnTo>
                  <a:pt x="68" y="547"/>
                </a:lnTo>
                <a:lnTo>
                  <a:pt x="68" y="546"/>
                </a:lnTo>
                <a:lnTo>
                  <a:pt x="69" y="546"/>
                </a:lnTo>
                <a:lnTo>
                  <a:pt x="69" y="545"/>
                </a:lnTo>
                <a:lnTo>
                  <a:pt x="69" y="544"/>
                </a:lnTo>
                <a:lnTo>
                  <a:pt x="68" y="544"/>
                </a:lnTo>
                <a:lnTo>
                  <a:pt x="68" y="543"/>
                </a:lnTo>
                <a:lnTo>
                  <a:pt x="68" y="542"/>
                </a:lnTo>
                <a:lnTo>
                  <a:pt x="69" y="542"/>
                </a:lnTo>
                <a:lnTo>
                  <a:pt x="69" y="541"/>
                </a:lnTo>
                <a:lnTo>
                  <a:pt x="69" y="540"/>
                </a:lnTo>
                <a:lnTo>
                  <a:pt x="69" y="539"/>
                </a:lnTo>
                <a:lnTo>
                  <a:pt x="70" y="539"/>
                </a:lnTo>
                <a:lnTo>
                  <a:pt x="70" y="538"/>
                </a:lnTo>
                <a:lnTo>
                  <a:pt x="70" y="537"/>
                </a:lnTo>
                <a:lnTo>
                  <a:pt x="71" y="537"/>
                </a:lnTo>
                <a:lnTo>
                  <a:pt x="71" y="536"/>
                </a:lnTo>
                <a:lnTo>
                  <a:pt x="72" y="536"/>
                </a:lnTo>
                <a:lnTo>
                  <a:pt x="72" y="535"/>
                </a:lnTo>
                <a:lnTo>
                  <a:pt x="73" y="535"/>
                </a:lnTo>
                <a:lnTo>
                  <a:pt x="74" y="534"/>
                </a:lnTo>
                <a:lnTo>
                  <a:pt x="73" y="534"/>
                </a:lnTo>
                <a:lnTo>
                  <a:pt x="74" y="534"/>
                </a:lnTo>
                <a:lnTo>
                  <a:pt x="75" y="533"/>
                </a:lnTo>
                <a:lnTo>
                  <a:pt x="75" y="532"/>
                </a:lnTo>
                <a:lnTo>
                  <a:pt x="75" y="531"/>
                </a:lnTo>
                <a:lnTo>
                  <a:pt x="74" y="531"/>
                </a:lnTo>
                <a:lnTo>
                  <a:pt x="74" y="530"/>
                </a:lnTo>
                <a:lnTo>
                  <a:pt x="73" y="530"/>
                </a:lnTo>
                <a:lnTo>
                  <a:pt x="73" y="529"/>
                </a:lnTo>
                <a:lnTo>
                  <a:pt x="74" y="529"/>
                </a:lnTo>
                <a:lnTo>
                  <a:pt x="74" y="528"/>
                </a:lnTo>
                <a:lnTo>
                  <a:pt x="74" y="527"/>
                </a:lnTo>
                <a:lnTo>
                  <a:pt x="74" y="526"/>
                </a:lnTo>
                <a:lnTo>
                  <a:pt x="74" y="525"/>
                </a:lnTo>
                <a:lnTo>
                  <a:pt x="75" y="525"/>
                </a:lnTo>
                <a:lnTo>
                  <a:pt x="76" y="525"/>
                </a:lnTo>
                <a:lnTo>
                  <a:pt x="77" y="525"/>
                </a:lnTo>
                <a:lnTo>
                  <a:pt x="76" y="524"/>
                </a:lnTo>
                <a:lnTo>
                  <a:pt x="76" y="525"/>
                </a:lnTo>
                <a:lnTo>
                  <a:pt x="76" y="524"/>
                </a:lnTo>
                <a:lnTo>
                  <a:pt x="77" y="523"/>
                </a:lnTo>
                <a:lnTo>
                  <a:pt x="77" y="524"/>
                </a:lnTo>
                <a:lnTo>
                  <a:pt x="78" y="524"/>
                </a:lnTo>
                <a:lnTo>
                  <a:pt x="78" y="523"/>
                </a:lnTo>
                <a:lnTo>
                  <a:pt x="79" y="523"/>
                </a:lnTo>
                <a:lnTo>
                  <a:pt x="80" y="522"/>
                </a:lnTo>
                <a:lnTo>
                  <a:pt x="79" y="522"/>
                </a:lnTo>
                <a:lnTo>
                  <a:pt x="79" y="521"/>
                </a:lnTo>
                <a:lnTo>
                  <a:pt x="80" y="521"/>
                </a:lnTo>
                <a:lnTo>
                  <a:pt x="80" y="520"/>
                </a:lnTo>
                <a:lnTo>
                  <a:pt x="81" y="520"/>
                </a:lnTo>
                <a:lnTo>
                  <a:pt x="82" y="520"/>
                </a:lnTo>
                <a:lnTo>
                  <a:pt x="83" y="520"/>
                </a:lnTo>
                <a:lnTo>
                  <a:pt x="84" y="520"/>
                </a:lnTo>
                <a:lnTo>
                  <a:pt x="84" y="519"/>
                </a:lnTo>
                <a:lnTo>
                  <a:pt x="85" y="518"/>
                </a:lnTo>
                <a:lnTo>
                  <a:pt x="86" y="519"/>
                </a:lnTo>
                <a:lnTo>
                  <a:pt x="86" y="518"/>
                </a:lnTo>
                <a:lnTo>
                  <a:pt x="87" y="518"/>
                </a:lnTo>
                <a:lnTo>
                  <a:pt x="87" y="517"/>
                </a:lnTo>
                <a:lnTo>
                  <a:pt x="87" y="516"/>
                </a:lnTo>
                <a:lnTo>
                  <a:pt x="87" y="515"/>
                </a:lnTo>
                <a:lnTo>
                  <a:pt x="88" y="514"/>
                </a:lnTo>
                <a:lnTo>
                  <a:pt x="88" y="513"/>
                </a:lnTo>
                <a:lnTo>
                  <a:pt x="89" y="512"/>
                </a:lnTo>
                <a:lnTo>
                  <a:pt x="90" y="512"/>
                </a:lnTo>
                <a:lnTo>
                  <a:pt x="91" y="512"/>
                </a:lnTo>
                <a:lnTo>
                  <a:pt x="92" y="513"/>
                </a:lnTo>
                <a:lnTo>
                  <a:pt x="92" y="512"/>
                </a:lnTo>
                <a:lnTo>
                  <a:pt x="93" y="512"/>
                </a:lnTo>
                <a:lnTo>
                  <a:pt x="93" y="513"/>
                </a:lnTo>
                <a:lnTo>
                  <a:pt x="94" y="513"/>
                </a:lnTo>
                <a:lnTo>
                  <a:pt x="95" y="513"/>
                </a:lnTo>
                <a:lnTo>
                  <a:pt x="96" y="513"/>
                </a:lnTo>
                <a:lnTo>
                  <a:pt x="97" y="513"/>
                </a:lnTo>
                <a:lnTo>
                  <a:pt x="97" y="512"/>
                </a:lnTo>
                <a:lnTo>
                  <a:pt x="98" y="512"/>
                </a:lnTo>
                <a:lnTo>
                  <a:pt x="98" y="511"/>
                </a:lnTo>
                <a:lnTo>
                  <a:pt x="98" y="510"/>
                </a:lnTo>
                <a:lnTo>
                  <a:pt x="99" y="510"/>
                </a:lnTo>
                <a:lnTo>
                  <a:pt x="98" y="510"/>
                </a:lnTo>
                <a:lnTo>
                  <a:pt x="99" y="510"/>
                </a:lnTo>
                <a:lnTo>
                  <a:pt x="99" y="511"/>
                </a:lnTo>
                <a:lnTo>
                  <a:pt x="99" y="510"/>
                </a:lnTo>
                <a:lnTo>
                  <a:pt x="100" y="510"/>
                </a:lnTo>
                <a:lnTo>
                  <a:pt x="101" y="510"/>
                </a:lnTo>
                <a:lnTo>
                  <a:pt x="102" y="509"/>
                </a:lnTo>
                <a:lnTo>
                  <a:pt x="102" y="510"/>
                </a:lnTo>
                <a:lnTo>
                  <a:pt x="102" y="509"/>
                </a:lnTo>
                <a:lnTo>
                  <a:pt x="103" y="509"/>
                </a:lnTo>
                <a:lnTo>
                  <a:pt x="104" y="509"/>
                </a:lnTo>
                <a:lnTo>
                  <a:pt x="104" y="508"/>
                </a:lnTo>
                <a:lnTo>
                  <a:pt x="105" y="508"/>
                </a:lnTo>
                <a:lnTo>
                  <a:pt x="105" y="507"/>
                </a:lnTo>
                <a:lnTo>
                  <a:pt x="104" y="506"/>
                </a:lnTo>
                <a:lnTo>
                  <a:pt x="105" y="505"/>
                </a:lnTo>
                <a:lnTo>
                  <a:pt x="104" y="505"/>
                </a:lnTo>
                <a:lnTo>
                  <a:pt x="103" y="504"/>
                </a:lnTo>
                <a:lnTo>
                  <a:pt x="102" y="504"/>
                </a:lnTo>
                <a:lnTo>
                  <a:pt x="101" y="504"/>
                </a:lnTo>
                <a:lnTo>
                  <a:pt x="100" y="503"/>
                </a:lnTo>
                <a:lnTo>
                  <a:pt x="100" y="502"/>
                </a:lnTo>
                <a:lnTo>
                  <a:pt x="100" y="501"/>
                </a:lnTo>
                <a:lnTo>
                  <a:pt x="99" y="501"/>
                </a:lnTo>
                <a:lnTo>
                  <a:pt x="99" y="500"/>
                </a:lnTo>
                <a:lnTo>
                  <a:pt x="100" y="500"/>
                </a:lnTo>
                <a:lnTo>
                  <a:pt x="100" y="501"/>
                </a:lnTo>
                <a:lnTo>
                  <a:pt x="101" y="501"/>
                </a:lnTo>
                <a:lnTo>
                  <a:pt x="101" y="500"/>
                </a:lnTo>
                <a:lnTo>
                  <a:pt x="101" y="499"/>
                </a:lnTo>
                <a:lnTo>
                  <a:pt x="101" y="498"/>
                </a:lnTo>
                <a:lnTo>
                  <a:pt x="102" y="498"/>
                </a:lnTo>
                <a:lnTo>
                  <a:pt x="103" y="497"/>
                </a:lnTo>
                <a:lnTo>
                  <a:pt x="104" y="497"/>
                </a:lnTo>
                <a:lnTo>
                  <a:pt x="104" y="498"/>
                </a:lnTo>
                <a:lnTo>
                  <a:pt x="105" y="498"/>
                </a:lnTo>
                <a:lnTo>
                  <a:pt x="105" y="497"/>
                </a:lnTo>
                <a:lnTo>
                  <a:pt x="106" y="497"/>
                </a:lnTo>
                <a:lnTo>
                  <a:pt x="106" y="496"/>
                </a:lnTo>
                <a:lnTo>
                  <a:pt x="105" y="497"/>
                </a:lnTo>
                <a:lnTo>
                  <a:pt x="105" y="496"/>
                </a:lnTo>
                <a:lnTo>
                  <a:pt x="106" y="496"/>
                </a:lnTo>
                <a:lnTo>
                  <a:pt x="105" y="496"/>
                </a:lnTo>
                <a:lnTo>
                  <a:pt x="105" y="495"/>
                </a:lnTo>
                <a:lnTo>
                  <a:pt x="105" y="494"/>
                </a:lnTo>
                <a:lnTo>
                  <a:pt x="105" y="493"/>
                </a:lnTo>
                <a:lnTo>
                  <a:pt x="105" y="492"/>
                </a:lnTo>
                <a:lnTo>
                  <a:pt x="104" y="492"/>
                </a:lnTo>
                <a:lnTo>
                  <a:pt x="104" y="491"/>
                </a:lnTo>
                <a:lnTo>
                  <a:pt x="104" y="492"/>
                </a:lnTo>
                <a:lnTo>
                  <a:pt x="103" y="492"/>
                </a:lnTo>
                <a:lnTo>
                  <a:pt x="103" y="491"/>
                </a:lnTo>
                <a:lnTo>
                  <a:pt x="103" y="490"/>
                </a:lnTo>
                <a:lnTo>
                  <a:pt x="103" y="489"/>
                </a:lnTo>
                <a:lnTo>
                  <a:pt x="102" y="489"/>
                </a:lnTo>
                <a:lnTo>
                  <a:pt x="103" y="488"/>
                </a:lnTo>
                <a:lnTo>
                  <a:pt x="101" y="488"/>
                </a:lnTo>
                <a:lnTo>
                  <a:pt x="100" y="488"/>
                </a:lnTo>
                <a:lnTo>
                  <a:pt x="100" y="489"/>
                </a:lnTo>
                <a:lnTo>
                  <a:pt x="99" y="489"/>
                </a:lnTo>
                <a:lnTo>
                  <a:pt x="99" y="488"/>
                </a:lnTo>
                <a:lnTo>
                  <a:pt x="98" y="488"/>
                </a:lnTo>
                <a:lnTo>
                  <a:pt x="98" y="487"/>
                </a:lnTo>
                <a:lnTo>
                  <a:pt x="97" y="487"/>
                </a:lnTo>
                <a:lnTo>
                  <a:pt x="96" y="487"/>
                </a:lnTo>
                <a:lnTo>
                  <a:pt x="95" y="487"/>
                </a:lnTo>
                <a:lnTo>
                  <a:pt x="94" y="487"/>
                </a:lnTo>
                <a:lnTo>
                  <a:pt x="94" y="486"/>
                </a:lnTo>
                <a:lnTo>
                  <a:pt x="94" y="485"/>
                </a:lnTo>
                <a:lnTo>
                  <a:pt x="93" y="484"/>
                </a:lnTo>
                <a:lnTo>
                  <a:pt x="92" y="484"/>
                </a:lnTo>
                <a:lnTo>
                  <a:pt x="92" y="483"/>
                </a:lnTo>
                <a:lnTo>
                  <a:pt x="92" y="482"/>
                </a:lnTo>
                <a:lnTo>
                  <a:pt x="92" y="481"/>
                </a:lnTo>
                <a:lnTo>
                  <a:pt x="91" y="480"/>
                </a:lnTo>
                <a:lnTo>
                  <a:pt x="90" y="480"/>
                </a:lnTo>
                <a:lnTo>
                  <a:pt x="90" y="481"/>
                </a:lnTo>
                <a:lnTo>
                  <a:pt x="90" y="482"/>
                </a:lnTo>
                <a:lnTo>
                  <a:pt x="90" y="481"/>
                </a:lnTo>
                <a:lnTo>
                  <a:pt x="90" y="480"/>
                </a:lnTo>
                <a:lnTo>
                  <a:pt x="90" y="479"/>
                </a:lnTo>
                <a:lnTo>
                  <a:pt x="90" y="480"/>
                </a:lnTo>
                <a:lnTo>
                  <a:pt x="89" y="479"/>
                </a:lnTo>
                <a:lnTo>
                  <a:pt x="88" y="479"/>
                </a:lnTo>
                <a:lnTo>
                  <a:pt x="88" y="478"/>
                </a:lnTo>
                <a:lnTo>
                  <a:pt x="87" y="478"/>
                </a:lnTo>
                <a:lnTo>
                  <a:pt x="86" y="478"/>
                </a:lnTo>
                <a:lnTo>
                  <a:pt x="85" y="479"/>
                </a:lnTo>
                <a:lnTo>
                  <a:pt x="84" y="480"/>
                </a:lnTo>
                <a:lnTo>
                  <a:pt x="84" y="481"/>
                </a:lnTo>
                <a:lnTo>
                  <a:pt x="83" y="482"/>
                </a:lnTo>
                <a:lnTo>
                  <a:pt x="82" y="482"/>
                </a:lnTo>
                <a:lnTo>
                  <a:pt x="81" y="483"/>
                </a:lnTo>
                <a:lnTo>
                  <a:pt x="81" y="482"/>
                </a:lnTo>
                <a:lnTo>
                  <a:pt x="80" y="482"/>
                </a:lnTo>
                <a:lnTo>
                  <a:pt x="80" y="481"/>
                </a:lnTo>
                <a:lnTo>
                  <a:pt x="79" y="481"/>
                </a:lnTo>
                <a:lnTo>
                  <a:pt x="78" y="481"/>
                </a:lnTo>
                <a:lnTo>
                  <a:pt x="78" y="482"/>
                </a:lnTo>
                <a:lnTo>
                  <a:pt x="78" y="483"/>
                </a:lnTo>
                <a:lnTo>
                  <a:pt x="77" y="484"/>
                </a:lnTo>
                <a:lnTo>
                  <a:pt x="77" y="485"/>
                </a:lnTo>
                <a:lnTo>
                  <a:pt x="77" y="486"/>
                </a:lnTo>
                <a:lnTo>
                  <a:pt x="76" y="486"/>
                </a:lnTo>
                <a:lnTo>
                  <a:pt x="75" y="486"/>
                </a:lnTo>
                <a:lnTo>
                  <a:pt x="74" y="486"/>
                </a:lnTo>
                <a:lnTo>
                  <a:pt x="74" y="487"/>
                </a:lnTo>
                <a:lnTo>
                  <a:pt x="73" y="488"/>
                </a:lnTo>
                <a:lnTo>
                  <a:pt x="72" y="488"/>
                </a:lnTo>
                <a:lnTo>
                  <a:pt x="72" y="487"/>
                </a:lnTo>
                <a:lnTo>
                  <a:pt x="71" y="487"/>
                </a:lnTo>
                <a:lnTo>
                  <a:pt x="70" y="487"/>
                </a:lnTo>
                <a:lnTo>
                  <a:pt x="69" y="487"/>
                </a:lnTo>
                <a:lnTo>
                  <a:pt x="69" y="486"/>
                </a:lnTo>
                <a:lnTo>
                  <a:pt x="68" y="486"/>
                </a:lnTo>
                <a:lnTo>
                  <a:pt x="67" y="486"/>
                </a:lnTo>
                <a:lnTo>
                  <a:pt x="66" y="486"/>
                </a:lnTo>
                <a:lnTo>
                  <a:pt x="66" y="487"/>
                </a:lnTo>
                <a:lnTo>
                  <a:pt x="65" y="488"/>
                </a:lnTo>
                <a:lnTo>
                  <a:pt x="66" y="488"/>
                </a:lnTo>
                <a:lnTo>
                  <a:pt x="66" y="489"/>
                </a:lnTo>
                <a:lnTo>
                  <a:pt x="65" y="489"/>
                </a:lnTo>
                <a:lnTo>
                  <a:pt x="65" y="490"/>
                </a:lnTo>
                <a:lnTo>
                  <a:pt x="65" y="491"/>
                </a:lnTo>
                <a:lnTo>
                  <a:pt x="64" y="491"/>
                </a:lnTo>
                <a:lnTo>
                  <a:pt x="64" y="490"/>
                </a:lnTo>
                <a:lnTo>
                  <a:pt x="63" y="490"/>
                </a:lnTo>
                <a:lnTo>
                  <a:pt x="62" y="490"/>
                </a:lnTo>
                <a:lnTo>
                  <a:pt x="62" y="491"/>
                </a:lnTo>
                <a:lnTo>
                  <a:pt x="61" y="490"/>
                </a:lnTo>
                <a:lnTo>
                  <a:pt x="60" y="490"/>
                </a:lnTo>
                <a:lnTo>
                  <a:pt x="59" y="490"/>
                </a:lnTo>
                <a:lnTo>
                  <a:pt x="58" y="490"/>
                </a:lnTo>
                <a:lnTo>
                  <a:pt x="57" y="490"/>
                </a:lnTo>
                <a:lnTo>
                  <a:pt x="57" y="489"/>
                </a:lnTo>
                <a:lnTo>
                  <a:pt x="56" y="489"/>
                </a:lnTo>
                <a:lnTo>
                  <a:pt x="56" y="488"/>
                </a:lnTo>
                <a:lnTo>
                  <a:pt x="55" y="488"/>
                </a:lnTo>
                <a:lnTo>
                  <a:pt x="55" y="489"/>
                </a:lnTo>
                <a:lnTo>
                  <a:pt x="54" y="489"/>
                </a:lnTo>
                <a:lnTo>
                  <a:pt x="53" y="489"/>
                </a:lnTo>
                <a:lnTo>
                  <a:pt x="52" y="489"/>
                </a:lnTo>
                <a:lnTo>
                  <a:pt x="51" y="489"/>
                </a:lnTo>
                <a:lnTo>
                  <a:pt x="50" y="489"/>
                </a:lnTo>
                <a:lnTo>
                  <a:pt x="50" y="490"/>
                </a:lnTo>
                <a:lnTo>
                  <a:pt x="49" y="490"/>
                </a:lnTo>
                <a:lnTo>
                  <a:pt x="48" y="490"/>
                </a:lnTo>
                <a:lnTo>
                  <a:pt x="47" y="491"/>
                </a:lnTo>
                <a:lnTo>
                  <a:pt x="46" y="492"/>
                </a:lnTo>
                <a:lnTo>
                  <a:pt x="45" y="492"/>
                </a:lnTo>
                <a:lnTo>
                  <a:pt x="44" y="493"/>
                </a:lnTo>
                <a:lnTo>
                  <a:pt x="44" y="492"/>
                </a:lnTo>
                <a:lnTo>
                  <a:pt x="43" y="492"/>
                </a:lnTo>
                <a:lnTo>
                  <a:pt x="42" y="493"/>
                </a:lnTo>
                <a:lnTo>
                  <a:pt x="42" y="494"/>
                </a:lnTo>
                <a:lnTo>
                  <a:pt x="42" y="495"/>
                </a:lnTo>
                <a:lnTo>
                  <a:pt x="41" y="495"/>
                </a:lnTo>
                <a:lnTo>
                  <a:pt x="41" y="494"/>
                </a:lnTo>
                <a:lnTo>
                  <a:pt x="41" y="493"/>
                </a:lnTo>
                <a:lnTo>
                  <a:pt x="40" y="493"/>
                </a:lnTo>
                <a:lnTo>
                  <a:pt x="40" y="492"/>
                </a:lnTo>
                <a:lnTo>
                  <a:pt x="40" y="491"/>
                </a:lnTo>
                <a:lnTo>
                  <a:pt x="41" y="490"/>
                </a:lnTo>
                <a:lnTo>
                  <a:pt x="40" y="490"/>
                </a:lnTo>
                <a:lnTo>
                  <a:pt x="41" y="489"/>
                </a:lnTo>
                <a:lnTo>
                  <a:pt x="42" y="489"/>
                </a:lnTo>
                <a:lnTo>
                  <a:pt x="43" y="489"/>
                </a:lnTo>
                <a:lnTo>
                  <a:pt x="42" y="488"/>
                </a:lnTo>
                <a:lnTo>
                  <a:pt x="41" y="488"/>
                </a:lnTo>
                <a:lnTo>
                  <a:pt x="40" y="487"/>
                </a:lnTo>
                <a:lnTo>
                  <a:pt x="40" y="486"/>
                </a:lnTo>
                <a:lnTo>
                  <a:pt x="41" y="486"/>
                </a:lnTo>
                <a:lnTo>
                  <a:pt x="42" y="485"/>
                </a:lnTo>
                <a:lnTo>
                  <a:pt x="42" y="484"/>
                </a:lnTo>
                <a:lnTo>
                  <a:pt x="41" y="484"/>
                </a:lnTo>
                <a:lnTo>
                  <a:pt x="41" y="483"/>
                </a:lnTo>
                <a:lnTo>
                  <a:pt x="42" y="483"/>
                </a:lnTo>
                <a:lnTo>
                  <a:pt x="41" y="483"/>
                </a:lnTo>
                <a:lnTo>
                  <a:pt x="41" y="482"/>
                </a:lnTo>
                <a:lnTo>
                  <a:pt x="42" y="481"/>
                </a:lnTo>
                <a:lnTo>
                  <a:pt x="41" y="480"/>
                </a:lnTo>
                <a:lnTo>
                  <a:pt x="41" y="481"/>
                </a:lnTo>
                <a:lnTo>
                  <a:pt x="40" y="481"/>
                </a:lnTo>
                <a:lnTo>
                  <a:pt x="39" y="481"/>
                </a:lnTo>
                <a:lnTo>
                  <a:pt x="39" y="480"/>
                </a:lnTo>
                <a:lnTo>
                  <a:pt x="38" y="480"/>
                </a:lnTo>
                <a:lnTo>
                  <a:pt x="37" y="480"/>
                </a:lnTo>
                <a:lnTo>
                  <a:pt x="37" y="479"/>
                </a:lnTo>
                <a:lnTo>
                  <a:pt x="36" y="478"/>
                </a:lnTo>
                <a:lnTo>
                  <a:pt x="37" y="478"/>
                </a:lnTo>
                <a:lnTo>
                  <a:pt x="37" y="477"/>
                </a:lnTo>
                <a:lnTo>
                  <a:pt x="38" y="477"/>
                </a:lnTo>
                <a:lnTo>
                  <a:pt x="39" y="476"/>
                </a:lnTo>
                <a:lnTo>
                  <a:pt x="38" y="475"/>
                </a:lnTo>
                <a:lnTo>
                  <a:pt x="37" y="475"/>
                </a:lnTo>
                <a:lnTo>
                  <a:pt x="36" y="475"/>
                </a:lnTo>
                <a:lnTo>
                  <a:pt x="35" y="474"/>
                </a:lnTo>
                <a:lnTo>
                  <a:pt x="34" y="474"/>
                </a:lnTo>
                <a:lnTo>
                  <a:pt x="34" y="475"/>
                </a:lnTo>
                <a:lnTo>
                  <a:pt x="33" y="475"/>
                </a:lnTo>
                <a:lnTo>
                  <a:pt x="33" y="473"/>
                </a:lnTo>
                <a:lnTo>
                  <a:pt x="34" y="472"/>
                </a:lnTo>
                <a:lnTo>
                  <a:pt x="34" y="471"/>
                </a:lnTo>
                <a:lnTo>
                  <a:pt x="35" y="471"/>
                </a:lnTo>
                <a:lnTo>
                  <a:pt x="34" y="471"/>
                </a:lnTo>
                <a:lnTo>
                  <a:pt x="34" y="469"/>
                </a:lnTo>
                <a:lnTo>
                  <a:pt x="34" y="468"/>
                </a:lnTo>
                <a:lnTo>
                  <a:pt x="34" y="467"/>
                </a:lnTo>
                <a:lnTo>
                  <a:pt x="35" y="467"/>
                </a:lnTo>
                <a:lnTo>
                  <a:pt x="35" y="466"/>
                </a:lnTo>
                <a:lnTo>
                  <a:pt x="35" y="467"/>
                </a:lnTo>
                <a:lnTo>
                  <a:pt x="37" y="467"/>
                </a:lnTo>
                <a:lnTo>
                  <a:pt x="37" y="466"/>
                </a:lnTo>
                <a:lnTo>
                  <a:pt x="37" y="465"/>
                </a:lnTo>
                <a:lnTo>
                  <a:pt x="37" y="464"/>
                </a:lnTo>
                <a:lnTo>
                  <a:pt x="37" y="463"/>
                </a:lnTo>
                <a:lnTo>
                  <a:pt x="38" y="463"/>
                </a:lnTo>
                <a:lnTo>
                  <a:pt x="37" y="463"/>
                </a:lnTo>
                <a:lnTo>
                  <a:pt x="37" y="462"/>
                </a:lnTo>
                <a:lnTo>
                  <a:pt x="36" y="462"/>
                </a:lnTo>
                <a:lnTo>
                  <a:pt x="36" y="461"/>
                </a:lnTo>
                <a:lnTo>
                  <a:pt x="36" y="460"/>
                </a:lnTo>
                <a:lnTo>
                  <a:pt x="37" y="459"/>
                </a:lnTo>
                <a:lnTo>
                  <a:pt x="36" y="459"/>
                </a:lnTo>
                <a:lnTo>
                  <a:pt x="35" y="458"/>
                </a:lnTo>
                <a:lnTo>
                  <a:pt x="34" y="458"/>
                </a:lnTo>
                <a:lnTo>
                  <a:pt x="34" y="457"/>
                </a:lnTo>
                <a:lnTo>
                  <a:pt x="33" y="457"/>
                </a:lnTo>
                <a:lnTo>
                  <a:pt x="34" y="456"/>
                </a:lnTo>
                <a:lnTo>
                  <a:pt x="33" y="454"/>
                </a:lnTo>
                <a:lnTo>
                  <a:pt x="33" y="453"/>
                </a:lnTo>
                <a:lnTo>
                  <a:pt x="32" y="452"/>
                </a:lnTo>
                <a:lnTo>
                  <a:pt x="32" y="451"/>
                </a:lnTo>
                <a:lnTo>
                  <a:pt x="31" y="451"/>
                </a:lnTo>
                <a:lnTo>
                  <a:pt x="31" y="450"/>
                </a:lnTo>
                <a:lnTo>
                  <a:pt x="31" y="449"/>
                </a:lnTo>
                <a:lnTo>
                  <a:pt x="31" y="448"/>
                </a:lnTo>
                <a:lnTo>
                  <a:pt x="31" y="447"/>
                </a:lnTo>
                <a:lnTo>
                  <a:pt x="30" y="446"/>
                </a:lnTo>
                <a:lnTo>
                  <a:pt x="31" y="445"/>
                </a:lnTo>
                <a:lnTo>
                  <a:pt x="32" y="444"/>
                </a:lnTo>
                <a:lnTo>
                  <a:pt x="33" y="443"/>
                </a:lnTo>
                <a:lnTo>
                  <a:pt x="34" y="442"/>
                </a:lnTo>
                <a:lnTo>
                  <a:pt x="34" y="441"/>
                </a:lnTo>
                <a:lnTo>
                  <a:pt x="34" y="440"/>
                </a:lnTo>
                <a:lnTo>
                  <a:pt x="35" y="438"/>
                </a:lnTo>
                <a:lnTo>
                  <a:pt x="35" y="437"/>
                </a:lnTo>
                <a:lnTo>
                  <a:pt x="35" y="436"/>
                </a:lnTo>
                <a:lnTo>
                  <a:pt x="35" y="435"/>
                </a:lnTo>
                <a:lnTo>
                  <a:pt x="36" y="435"/>
                </a:lnTo>
                <a:lnTo>
                  <a:pt x="37" y="433"/>
                </a:lnTo>
                <a:lnTo>
                  <a:pt x="38" y="432"/>
                </a:lnTo>
                <a:lnTo>
                  <a:pt x="39" y="432"/>
                </a:lnTo>
                <a:lnTo>
                  <a:pt x="39" y="431"/>
                </a:lnTo>
                <a:lnTo>
                  <a:pt x="39" y="430"/>
                </a:lnTo>
                <a:lnTo>
                  <a:pt x="40" y="430"/>
                </a:lnTo>
                <a:lnTo>
                  <a:pt x="41" y="429"/>
                </a:lnTo>
                <a:lnTo>
                  <a:pt x="40" y="429"/>
                </a:lnTo>
                <a:lnTo>
                  <a:pt x="40" y="428"/>
                </a:lnTo>
                <a:lnTo>
                  <a:pt x="40" y="427"/>
                </a:lnTo>
                <a:lnTo>
                  <a:pt x="40" y="426"/>
                </a:lnTo>
                <a:lnTo>
                  <a:pt x="40" y="425"/>
                </a:lnTo>
                <a:lnTo>
                  <a:pt x="41" y="425"/>
                </a:lnTo>
                <a:lnTo>
                  <a:pt x="41" y="424"/>
                </a:lnTo>
                <a:lnTo>
                  <a:pt x="40" y="424"/>
                </a:lnTo>
                <a:lnTo>
                  <a:pt x="40" y="423"/>
                </a:lnTo>
                <a:lnTo>
                  <a:pt x="40" y="422"/>
                </a:lnTo>
                <a:lnTo>
                  <a:pt x="40" y="421"/>
                </a:lnTo>
                <a:lnTo>
                  <a:pt x="41" y="420"/>
                </a:lnTo>
                <a:lnTo>
                  <a:pt x="41" y="419"/>
                </a:lnTo>
                <a:lnTo>
                  <a:pt x="40" y="419"/>
                </a:lnTo>
                <a:lnTo>
                  <a:pt x="39" y="418"/>
                </a:lnTo>
                <a:lnTo>
                  <a:pt x="39" y="417"/>
                </a:lnTo>
                <a:lnTo>
                  <a:pt x="40" y="416"/>
                </a:lnTo>
                <a:lnTo>
                  <a:pt x="40" y="415"/>
                </a:lnTo>
                <a:lnTo>
                  <a:pt x="41" y="415"/>
                </a:lnTo>
                <a:lnTo>
                  <a:pt x="41" y="414"/>
                </a:lnTo>
                <a:lnTo>
                  <a:pt x="42" y="413"/>
                </a:lnTo>
                <a:lnTo>
                  <a:pt x="41" y="413"/>
                </a:lnTo>
                <a:lnTo>
                  <a:pt x="42" y="412"/>
                </a:lnTo>
                <a:lnTo>
                  <a:pt x="42" y="411"/>
                </a:lnTo>
                <a:lnTo>
                  <a:pt x="42" y="410"/>
                </a:lnTo>
                <a:lnTo>
                  <a:pt x="43" y="410"/>
                </a:lnTo>
                <a:lnTo>
                  <a:pt x="44" y="410"/>
                </a:lnTo>
                <a:lnTo>
                  <a:pt x="45" y="411"/>
                </a:lnTo>
                <a:lnTo>
                  <a:pt x="46" y="411"/>
                </a:lnTo>
                <a:lnTo>
                  <a:pt x="47" y="411"/>
                </a:lnTo>
                <a:lnTo>
                  <a:pt x="48" y="411"/>
                </a:lnTo>
                <a:lnTo>
                  <a:pt x="49" y="410"/>
                </a:lnTo>
                <a:lnTo>
                  <a:pt x="49" y="409"/>
                </a:lnTo>
                <a:lnTo>
                  <a:pt x="48" y="409"/>
                </a:lnTo>
                <a:lnTo>
                  <a:pt x="48" y="408"/>
                </a:lnTo>
                <a:lnTo>
                  <a:pt x="50" y="407"/>
                </a:lnTo>
                <a:lnTo>
                  <a:pt x="51" y="407"/>
                </a:lnTo>
                <a:lnTo>
                  <a:pt x="52" y="406"/>
                </a:lnTo>
                <a:lnTo>
                  <a:pt x="53" y="406"/>
                </a:lnTo>
                <a:lnTo>
                  <a:pt x="54" y="406"/>
                </a:lnTo>
                <a:lnTo>
                  <a:pt x="55" y="406"/>
                </a:lnTo>
                <a:lnTo>
                  <a:pt x="56" y="405"/>
                </a:lnTo>
                <a:lnTo>
                  <a:pt x="57" y="404"/>
                </a:lnTo>
                <a:lnTo>
                  <a:pt x="58" y="404"/>
                </a:lnTo>
                <a:lnTo>
                  <a:pt x="58" y="403"/>
                </a:lnTo>
                <a:lnTo>
                  <a:pt x="59" y="403"/>
                </a:lnTo>
                <a:lnTo>
                  <a:pt x="59" y="402"/>
                </a:lnTo>
                <a:lnTo>
                  <a:pt x="58" y="402"/>
                </a:lnTo>
                <a:lnTo>
                  <a:pt x="58" y="401"/>
                </a:lnTo>
                <a:lnTo>
                  <a:pt x="58" y="400"/>
                </a:lnTo>
                <a:lnTo>
                  <a:pt x="59" y="400"/>
                </a:lnTo>
                <a:lnTo>
                  <a:pt x="59" y="399"/>
                </a:lnTo>
                <a:lnTo>
                  <a:pt x="58" y="399"/>
                </a:lnTo>
                <a:lnTo>
                  <a:pt x="58" y="398"/>
                </a:lnTo>
                <a:lnTo>
                  <a:pt x="58" y="397"/>
                </a:lnTo>
                <a:lnTo>
                  <a:pt x="57" y="397"/>
                </a:lnTo>
                <a:lnTo>
                  <a:pt x="57" y="398"/>
                </a:lnTo>
                <a:lnTo>
                  <a:pt x="56" y="398"/>
                </a:lnTo>
                <a:lnTo>
                  <a:pt x="55" y="398"/>
                </a:lnTo>
                <a:lnTo>
                  <a:pt x="55" y="397"/>
                </a:lnTo>
                <a:lnTo>
                  <a:pt x="55" y="396"/>
                </a:lnTo>
                <a:lnTo>
                  <a:pt x="54" y="396"/>
                </a:lnTo>
                <a:lnTo>
                  <a:pt x="53" y="397"/>
                </a:lnTo>
                <a:lnTo>
                  <a:pt x="52" y="397"/>
                </a:lnTo>
                <a:lnTo>
                  <a:pt x="52" y="398"/>
                </a:lnTo>
                <a:lnTo>
                  <a:pt x="52" y="397"/>
                </a:lnTo>
                <a:lnTo>
                  <a:pt x="51" y="397"/>
                </a:lnTo>
                <a:lnTo>
                  <a:pt x="51" y="398"/>
                </a:lnTo>
                <a:lnTo>
                  <a:pt x="50" y="398"/>
                </a:lnTo>
                <a:lnTo>
                  <a:pt x="49" y="398"/>
                </a:lnTo>
                <a:lnTo>
                  <a:pt x="48" y="399"/>
                </a:lnTo>
                <a:lnTo>
                  <a:pt x="47" y="399"/>
                </a:lnTo>
                <a:lnTo>
                  <a:pt x="47" y="400"/>
                </a:lnTo>
                <a:lnTo>
                  <a:pt x="46" y="400"/>
                </a:lnTo>
                <a:lnTo>
                  <a:pt x="46" y="401"/>
                </a:lnTo>
                <a:lnTo>
                  <a:pt x="45" y="401"/>
                </a:lnTo>
                <a:lnTo>
                  <a:pt x="44" y="401"/>
                </a:lnTo>
                <a:lnTo>
                  <a:pt x="43" y="402"/>
                </a:lnTo>
                <a:lnTo>
                  <a:pt x="43" y="401"/>
                </a:lnTo>
                <a:lnTo>
                  <a:pt x="43" y="400"/>
                </a:lnTo>
                <a:lnTo>
                  <a:pt x="43" y="399"/>
                </a:lnTo>
                <a:lnTo>
                  <a:pt x="43" y="400"/>
                </a:lnTo>
                <a:lnTo>
                  <a:pt x="42" y="400"/>
                </a:lnTo>
                <a:lnTo>
                  <a:pt x="42" y="399"/>
                </a:lnTo>
                <a:lnTo>
                  <a:pt x="41" y="399"/>
                </a:lnTo>
                <a:lnTo>
                  <a:pt x="41" y="400"/>
                </a:lnTo>
                <a:lnTo>
                  <a:pt x="40" y="400"/>
                </a:lnTo>
                <a:lnTo>
                  <a:pt x="40" y="399"/>
                </a:lnTo>
                <a:lnTo>
                  <a:pt x="39" y="399"/>
                </a:lnTo>
                <a:lnTo>
                  <a:pt x="39" y="400"/>
                </a:lnTo>
                <a:lnTo>
                  <a:pt x="38" y="400"/>
                </a:lnTo>
                <a:lnTo>
                  <a:pt x="37" y="401"/>
                </a:lnTo>
                <a:lnTo>
                  <a:pt x="36" y="401"/>
                </a:lnTo>
                <a:lnTo>
                  <a:pt x="36" y="402"/>
                </a:lnTo>
                <a:lnTo>
                  <a:pt x="35" y="403"/>
                </a:lnTo>
                <a:lnTo>
                  <a:pt x="34" y="402"/>
                </a:lnTo>
                <a:lnTo>
                  <a:pt x="33" y="402"/>
                </a:lnTo>
                <a:lnTo>
                  <a:pt x="33" y="401"/>
                </a:lnTo>
                <a:lnTo>
                  <a:pt x="34" y="401"/>
                </a:lnTo>
                <a:lnTo>
                  <a:pt x="34" y="400"/>
                </a:lnTo>
                <a:lnTo>
                  <a:pt x="33" y="399"/>
                </a:lnTo>
                <a:lnTo>
                  <a:pt x="34" y="398"/>
                </a:lnTo>
                <a:lnTo>
                  <a:pt x="35" y="398"/>
                </a:lnTo>
                <a:lnTo>
                  <a:pt x="35" y="397"/>
                </a:lnTo>
                <a:lnTo>
                  <a:pt x="36" y="397"/>
                </a:lnTo>
                <a:lnTo>
                  <a:pt x="36" y="394"/>
                </a:lnTo>
                <a:lnTo>
                  <a:pt x="37" y="393"/>
                </a:lnTo>
                <a:lnTo>
                  <a:pt x="39" y="392"/>
                </a:lnTo>
                <a:lnTo>
                  <a:pt x="40" y="391"/>
                </a:lnTo>
                <a:lnTo>
                  <a:pt x="41" y="391"/>
                </a:lnTo>
                <a:lnTo>
                  <a:pt x="40" y="390"/>
                </a:lnTo>
                <a:lnTo>
                  <a:pt x="40" y="389"/>
                </a:lnTo>
                <a:lnTo>
                  <a:pt x="40" y="388"/>
                </a:lnTo>
                <a:lnTo>
                  <a:pt x="41" y="388"/>
                </a:lnTo>
                <a:lnTo>
                  <a:pt x="41" y="387"/>
                </a:lnTo>
                <a:lnTo>
                  <a:pt x="42" y="387"/>
                </a:lnTo>
                <a:lnTo>
                  <a:pt x="42" y="386"/>
                </a:lnTo>
                <a:lnTo>
                  <a:pt x="41" y="386"/>
                </a:lnTo>
                <a:lnTo>
                  <a:pt x="42" y="386"/>
                </a:lnTo>
                <a:lnTo>
                  <a:pt x="41" y="385"/>
                </a:lnTo>
                <a:lnTo>
                  <a:pt x="42" y="384"/>
                </a:lnTo>
                <a:lnTo>
                  <a:pt x="43" y="384"/>
                </a:lnTo>
                <a:lnTo>
                  <a:pt x="42" y="384"/>
                </a:lnTo>
                <a:lnTo>
                  <a:pt x="42" y="383"/>
                </a:lnTo>
                <a:lnTo>
                  <a:pt x="42" y="382"/>
                </a:lnTo>
                <a:lnTo>
                  <a:pt x="41" y="382"/>
                </a:lnTo>
                <a:lnTo>
                  <a:pt x="42" y="382"/>
                </a:lnTo>
                <a:lnTo>
                  <a:pt x="42" y="381"/>
                </a:lnTo>
                <a:lnTo>
                  <a:pt x="41" y="381"/>
                </a:lnTo>
                <a:lnTo>
                  <a:pt x="41" y="380"/>
                </a:lnTo>
                <a:lnTo>
                  <a:pt x="42" y="379"/>
                </a:lnTo>
                <a:lnTo>
                  <a:pt x="42" y="378"/>
                </a:lnTo>
                <a:lnTo>
                  <a:pt x="43" y="378"/>
                </a:lnTo>
                <a:lnTo>
                  <a:pt x="44" y="377"/>
                </a:lnTo>
                <a:lnTo>
                  <a:pt x="44" y="376"/>
                </a:lnTo>
                <a:lnTo>
                  <a:pt x="45" y="376"/>
                </a:lnTo>
                <a:lnTo>
                  <a:pt x="45" y="377"/>
                </a:lnTo>
                <a:lnTo>
                  <a:pt x="46" y="377"/>
                </a:lnTo>
                <a:lnTo>
                  <a:pt x="46" y="376"/>
                </a:lnTo>
                <a:lnTo>
                  <a:pt x="46" y="375"/>
                </a:lnTo>
                <a:lnTo>
                  <a:pt x="46" y="374"/>
                </a:lnTo>
                <a:lnTo>
                  <a:pt x="46" y="373"/>
                </a:lnTo>
                <a:lnTo>
                  <a:pt x="46" y="372"/>
                </a:lnTo>
                <a:lnTo>
                  <a:pt x="46" y="371"/>
                </a:lnTo>
                <a:lnTo>
                  <a:pt x="47" y="371"/>
                </a:lnTo>
                <a:lnTo>
                  <a:pt x="47" y="370"/>
                </a:lnTo>
                <a:lnTo>
                  <a:pt x="47" y="369"/>
                </a:lnTo>
                <a:lnTo>
                  <a:pt x="45" y="369"/>
                </a:lnTo>
                <a:lnTo>
                  <a:pt x="45" y="368"/>
                </a:lnTo>
                <a:lnTo>
                  <a:pt x="46" y="367"/>
                </a:lnTo>
                <a:lnTo>
                  <a:pt x="46" y="366"/>
                </a:lnTo>
                <a:lnTo>
                  <a:pt x="46" y="365"/>
                </a:lnTo>
                <a:lnTo>
                  <a:pt x="46" y="364"/>
                </a:lnTo>
                <a:lnTo>
                  <a:pt x="47" y="363"/>
                </a:lnTo>
                <a:lnTo>
                  <a:pt x="47" y="362"/>
                </a:lnTo>
                <a:lnTo>
                  <a:pt x="48" y="361"/>
                </a:lnTo>
                <a:lnTo>
                  <a:pt x="48" y="360"/>
                </a:lnTo>
                <a:lnTo>
                  <a:pt x="48" y="359"/>
                </a:lnTo>
                <a:lnTo>
                  <a:pt x="47" y="359"/>
                </a:lnTo>
                <a:lnTo>
                  <a:pt x="46" y="359"/>
                </a:lnTo>
                <a:lnTo>
                  <a:pt x="45" y="359"/>
                </a:lnTo>
                <a:lnTo>
                  <a:pt x="44" y="359"/>
                </a:lnTo>
                <a:lnTo>
                  <a:pt x="42" y="359"/>
                </a:lnTo>
                <a:lnTo>
                  <a:pt x="41" y="358"/>
                </a:lnTo>
                <a:lnTo>
                  <a:pt x="40" y="358"/>
                </a:lnTo>
                <a:lnTo>
                  <a:pt x="40" y="357"/>
                </a:lnTo>
                <a:lnTo>
                  <a:pt x="39" y="357"/>
                </a:lnTo>
                <a:lnTo>
                  <a:pt x="39" y="356"/>
                </a:lnTo>
                <a:lnTo>
                  <a:pt x="38" y="355"/>
                </a:lnTo>
                <a:lnTo>
                  <a:pt x="37" y="355"/>
                </a:lnTo>
                <a:lnTo>
                  <a:pt x="36" y="355"/>
                </a:lnTo>
                <a:lnTo>
                  <a:pt x="36" y="356"/>
                </a:lnTo>
                <a:lnTo>
                  <a:pt x="36" y="355"/>
                </a:lnTo>
                <a:lnTo>
                  <a:pt x="35" y="355"/>
                </a:lnTo>
                <a:lnTo>
                  <a:pt x="34" y="355"/>
                </a:lnTo>
                <a:lnTo>
                  <a:pt x="33" y="355"/>
                </a:lnTo>
                <a:lnTo>
                  <a:pt x="32" y="356"/>
                </a:lnTo>
                <a:lnTo>
                  <a:pt x="31" y="355"/>
                </a:lnTo>
                <a:lnTo>
                  <a:pt x="30" y="356"/>
                </a:lnTo>
                <a:lnTo>
                  <a:pt x="30" y="355"/>
                </a:lnTo>
                <a:lnTo>
                  <a:pt x="29" y="355"/>
                </a:lnTo>
                <a:lnTo>
                  <a:pt x="29" y="354"/>
                </a:lnTo>
                <a:lnTo>
                  <a:pt x="28" y="354"/>
                </a:lnTo>
                <a:lnTo>
                  <a:pt x="28" y="353"/>
                </a:lnTo>
                <a:lnTo>
                  <a:pt x="28" y="352"/>
                </a:lnTo>
                <a:lnTo>
                  <a:pt x="27" y="351"/>
                </a:lnTo>
                <a:lnTo>
                  <a:pt x="26" y="352"/>
                </a:lnTo>
                <a:lnTo>
                  <a:pt x="26" y="351"/>
                </a:lnTo>
                <a:lnTo>
                  <a:pt x="25" y="350"/>
                </a:lnTo>
                <a:lnTo>
                  <a:pt x="26" y="350"/>
                </a:lnTo>
                <a:lnTo>
                  <a:pt x="26" y="346"/>
                </a:lnTo>
                <a:lnTo>
                  <a:pt x="25" y="346"/>
                </a:lnTo>
                <a:lnTo>
                  <a:pt x="25" y="345"/>
                </a:lnTo>
                <a:lnTo>
                  <a:pt x="25" y="344"/>
                </a:lnTo>
                <a:lnTo>
                  <a:pt x="25" y="342"/>
                </a:lnTo>
                <a:lnTo>
                  <a:pt x="25" y="341"/>
                </a:lnTo>
                <a:lnTo>
                  <a:pt x="25" y="340"/>
                </a:lnTo>
                <a:lnTo>
                  <a:pt x="24" y="339"/>
                </a:lnTo>
                <a:lnTo>
                  <a:pt x="24" y="338"/>
                </a:lnTo>
                <a:lnTo>
                  <a:pt x="24" y="337"/>
                </a:lnTo>
                <a:lnTo>
                  <a:pt x="23" y="337"/>
                </a:lnTo>
                <a:lnTo>
                  <a:pt x="23" y="336"/>
                </a:lnTo>
                <a:lnTo>
                  <a:pt x="24" y="335"/>
                </a:lnTo>
                <a:lnTo>
                  <a:pt x="25" y="334"/>
                </a:lnTo>
                <a:lnTo>
                  <a:pt x="25" y="333"/>
                </a:lnTo>
                <a:lnTo>
                  <a:pt x="27" y="331"/>
                </a:lnTo>
                <a:lnTo>
                  <a:pt x="27" y="330"/>
                </a:lnTo>
                <a:lnTo>
                  <a:pt x="28" y="330"/>
                </a:lnTo>
                <a:lnTo>
                  <a:pt x="28" y="329"/>
                </a:lnTo>
                <a:lnTo>
                  <a:pt x="28" y="327"/>
                </a:lnTo>
                <a:lnTo>
                  <a:pt x="28" y="326"/>
                </a:lnTo>
                <a:lnTo>
                  <a:pt x="29" y="326"/>
                </a:lnTo>
                <a:lnTo>
                  <a:pt x="29" y="325"/>
                </a:lnTo>
                <a:lnTo>
                  <a:pt x="29" y="324"/>
                </a:lnTo>
                <a:lnTo>
                  <a:pt x="29" y="323"/>
                </a:lnTo>
                <a:lnTo>
                  <a:pt x="30" y="323"/>
                </a:lnTo>
                <a:lnTo>
                  <a:pt x="30" y="322"/>
                </a:lnTo>
                <a:lnTo>
                  <a:pt x="31" y="322"/>
                </a:lnTo>
                <a:lnTo>
                  <a:pt x="31" y="321"/>
                </a:lnTo>
                <a:lnTo>
                  <a:pt x="31" y="320"/>
                </a:lnTo>
                <a:lnTo>
                  <a:pt x="30" y="320"/>
                </a:lnTo>
                <a:lnTo>
                  <a:pt x="29" y="320"/>
                </a:lnTo>
                <a:lnTo>
                  <a:pt x="28" y="320"/>
                </a:lnTo>
                <a:lnTo>
                  <a:pt x="28" y="319"/>
                </a:lnTo>
                <a:lnTo>
                  <a:pt x="27" y="318"/>
                </a:lnTo>
                <a:lnTo>
                  <a:pt x="26" y="317"/>
                </a:lnTo>
                <a:lnTo>
                  <a:pt x="26" y="316"/>
                </a:lnTo>
                <a:lnTo>
                  <a:pt x="26" y="317"/>
                </a:lnTo>
                <a:lnTo>
                  <a:pt x="26" y="316"/>
                </a:lnTo>
                <a:lnTo>
                  <a:pt x="26" y="315"/>
                </a:lnTo>
                <a:lnTo>
                  <a:pt x="26" y="314"/>
                </a:lnTo>
                <a:lnTo>
                  <a:pt x="25" y="314"/>
                </a:lnTo>
                <a:lnTo>
                  <a:pt x="24" y="314"/>
                </a:lnTo>
                <a:lnTo>
                  <a:pt x="24" y="313"/>
                </a:lnTo>
                <a:lnTo>
                  <a:pt x="22" y="312"/>
                </a:lnTo>
                <a:lnTo>
                  <a:pt x="21" y="311"/>
                </a:lnTo>
                <a:lnTo>
                  <a:pt x="21" y="310"/>
                </a:lnTo>
                <a:lnTo>
                  <a:pt x="21" y="308"/>
                </a:lnTo>
                <a:lnTo>
                  <a:pt x="21" y="307"/>
                </a:lnTo>
                <a:lnTo>
                  <a:pt x="21" y="306"/>
                </a:lnTo>
                <a:lnTo>
                  <a:pt x="20" y="306"/>
                </a:lnTo>
                <a:lnTo>
                  <a:pt x="19" y="306"/>
                </a:lnTo>
                <a:lnTo>
                  <a:pt x="19" y="307"/>
                </a:lnTo>
                <a:lnTo>
                  <a:pt x="18" y="307"/>
                </a:lnTo>
                <a:lnTo>
                  <a:pt x="17" y="306"/>
                </a:lnTo>
                <a:lnTo>
                  <a:pt x="18" y="306"/>
                </a:lnTo>
                <a:lnTo>
                  <a:pt x="18" y="305"/>
                </a:lnTo>
                <a:lnTo>
                  <a:pt x="18" y="304"/>
                </a:lnTo>
                <a:lnTo>
                  <a:pt x="17" y="304"/>
                </a:lnTo>
                <a:lnTo>
                  <a:pt x="18" y="304"/>
                </a:lnTo>
                <a:lnTo>
                  <a:pt x="18" y="303"/>
                </a:lnTo>
                <a:lnTo>
                  <a:pt x="18" y="302"/>
                </a:lnTo>
                <a:lnTo>
                  <a:pt x="19" y="301"/>
                </a:lnTo>
                <a:lnTo>
                  <a:pt x="20" y="301"/>
                </a:lnTo>
                <a:lnTo>
                  <a:pt x="20" y="300"/>
                </a:lnTo>
                <a:lnTo>
                  <a:pt x="20" y="299"/>
                </a:lnTo>
                <a:lnTo>
                  <a:pt x="21" y="299"/>
                </a:lnTo>
                <a:lnTo>
                  <a:pt x="21" y="298"/>
                </a:lnTo>
                <a:lnTo>
                  <a:pt x="22" y="296"/>
                </a:lnTo>
                <a:lnTo>
                  <a:pt x="23" y="294"/>
                </a:lnTo>
                <a:lnTo>
                  <a:pt x="23" y="293"/>
                </a:lnTo>
                <a:lnTo>
                  <a:pt x="24" y="292"/>
                </a:lnTo>
                <a:lnTo>
                  <a:pt x="24" y="291"/>
                </a:lnTo>
                <a:lnTo>
                  <a:pt x="26" y="288"/>
                </a:lnTo>
                <a:lnTo>
                  <a:pt x="26" y="287"/>
                </a:lnTo>
                <a:lnTo>
                  <a:pt x="26" y="286"/>
                </a:lnTo>
                <a:lnTo>
                  <a:pt x="27" y="286"/>
                </a:lnTo>
                <a:lnTo>
                  <a:pt x="26" y="286"/>
                </a:lnTo>
                <a:lnTo>
                  <a:pt x="25" y="286"/>
                </a:lnTo>
                <a:lnTo>
                  <a:pt x="25" y="284"/>
                </a:lnTo>
                <a:lnTo>
                  <a:pt x="25" y="283"/>
                </a:lnTo>
                <a:lnTo>
                  <a:pt x="25" y="282"/>
                </a:lnTo>
                <a:lnTo>
                  <a:pt x="26" y="282"/>
                </a:lnTo>
                <a:lnTo>
                  <a:pt x="26" y="281"/>
                </a:lnTo>
                <a:lnTo>
                  <a:pt x="27" y="281"/>
                </a:lnTo>
                <a:lnTo>
                  <a:pt x="26" y="280"/>
                </a:lnTo>
                <a:lnTo>
                  <a:pt x="26" y="279"/>
                </a:lnTo>
                <a:lnTo>
                  <a:pt x="27" y="279"/>
                </a:lnTo>
                <a:lnTo>
                  <a:pt x="27" y="278"/>
                </a:lnTo>
                <a:lnTo>
                  <a:pt x="26" y="277"/>
                </a:lnTo>
                <a:lnTo>
                  <a:pt x="26" y="278"/>
                </a:lnTo>
                <a:lnTo>
                  <a:pt x="25" y="279"/>
                </a:lnTo>
                <a:lnTo>
                  <a:pt x="25" y="278"/>
                </a:lnTo>
                <a:lnTo>
                  <a:pt x="24" y="278"/>
                </a:lnTo>
                <a:lnTo>
                  <a:pt x="23" y="278"/>
                </a:lnTo>
                <a:lnTo>
                  <a:pt x="22" y="279"/>
                </a:lnTo>
                <a:lnTo>
                  <a:pt x="21" y="279"/>
                </a:lnTo>
                <a:lnTo>
                  <a:pt x="21" y="278"/>
                </a:lnTo>
                <a:lnTo>
                  <a:pt x="20" y="278"/>
                </a:lnTo>
                <a:lnTo>
                  <a:pt x="19" y="279"/>
                </a:lnTo>
                <a:lnTo>
                  <a:pt x="17" y="279"/>
                </a:lnTo>
                <a:lnTo>
                  <a:pt x="16" y="280"/>
                </a:lnTo>
                <a:lnTo>
                  <a:pt x="16" y="279"/>
                </a:lnTo>
                <a:lnTo>
                  <a:pt x="15" y="279"/>
                </a:lnTo>
                <a:lnTo>
                  <a:pt x="15" y="280"/>
                </a:lnTo>
                <a:lnTo>
                  <a:pt x="15" y="281"/>
                </a:lnTo>
                <a:lnTo>
                  <a:pt x="14" y="281"/>
                </a:lnTo>
                <a:lnTo>
                  <a:pt x="13" y="281"/>
                </a:lnTo>
                <a:lnTo>
                  <a:pt x="13" y="280"/>
                </a:lnTo>
                <a:lnTo>
                  <a:pt x="12" y="280"/>
                </a:lnTo>
                <a:lnTo>
                  <a:pt x="12" y="281"/>
                </a:lnTo>
                <a:lnTo>
                  <a:pt x="12" y="282"/>
                </a:lnTo>
                <a:lnTo>
                  <a:pt x="11" y="282"/>
                </a:lnTo>
                <a:lnTo>
                  <a:pt x="9" y="282"/>
                </a:lnTo>
                <a:lnTo>
                  <a:pt x="8" y="282"/>
                </a:lnTo>
                <a:lnTo>
                  <a:pt x="7" y="280"/>
                </a:lnTo>
                <a:lnTo>
                  <a:pt x="6" y="280"/>
                </a:lnTo>
                <a:lnTo>
                  <a:pt x="5" y="280"/>
                </a:lnTo>
                <a:lnTo>
                  <a:pt x="4" y="280"/>
                </a:lnTo>
                <a:lnTo>
                  <a:pt x="3" y="280"/>
                </a:lnTo>
                <a:lnTo>
                  <a:pt x="2" y="279"/>
                </a:lnTo>
                <a:lnTo>
                  <a:pt x="2" y="278"/>
                </a:lnTo>
                <a:lnTo>
                  <a:pt x="3" y="278"/>
                </a:lnTo>
                <a:lnTo>
                  <a:pt x="2" y="278"/>
                </a:lnTo>
                <a:lnTo>
                  <a:pt x="2" y="277"/>
                </a:lnTo>
                <a:lnTo>
                  <a:pt x="2" y="276"/>
                </a:lnTo>
                <a:lnTo>
                  <a:pt x="3" y="276"/>
                </a:lnTo>
                <a:lnTo>
                  <a:pt x="4" y="275"/>
                </a:lnTo>
                <a:lnTo>
                  <a:pt x="5" y="275"/>
                </a:lnTo>
                <a:lnTo>
                  <a:pt x="5" y="274"/>
                </a:lnTo>
                <a:lnTo>
                  <a:pt x="4" y="274"/>
                </a:lnTo>
                <a:lnTo>
                  <a:pt x="4" y="273"/>
                </a:lnTo>
                <a:lnTo>
                  <a:pt x="3" y="273"/>
                </a:lnTo>
                <a:lnTo>
                  <a:pt x="2" y="273"/>
                </a:lnTo>
                <a:lnTo>
                  <a:pt x="2" y="272"/>
                </a:lnTo>
                <a:lnTo>
                  <a:pt x="2" y="271"/>
                </a:lnTo>
                <a:lnTo>
                  <a:pt x="2" y="270"/>
                </a:lnTo>
                <a:lnTo>
                  <a:pt x="2" y="269"/>
                </a:lnTo>
                <a:lnTo>
                  <a:pt x="1" y="269"/>
                </a:lnTo>
                <a:lnTo>
                  <a:pt x="2" y="268"/>
                </a:lnTo>
                <a:lnTo>
                  <a:pt x="3" y="267"/>
                </a:lnTo>
                <a:lnTo>
                  <a:pt x="4" y="265"/>
                </a:lnTo>
                <a:lnTo>
                  <a:pt x="5" y="264"/>
                </a:lnTo>
                <a:lnTo>
                  <a:pt x="4" y="262"/>
                </a:lnTo>
                <a:lnTo>
                  <a:pt x="4" y="263"/>
                </a:lnTo>
                <a:lnTo>
                  <a:pt x="3" y="263"/>
                </a:lnTo>
                <a:lnTo>
                  <a:pt x="2" y="263"/>
                </a:lnTo>
                <a:lnTo>
                  <a:pt x="1" y="263"/>
                </a:lnTo>
                <a:lnTo>
                  <a:pt x="1" y="262"/>
                </a:lnTo>
                <a:lnTo>
                  <a:pt x="1" y="263"/>
                </a:lnTo>
                <a:lnTo>
                  <a:pt x="0" y="262"/>
                </a:lnTo>
                <a:lnTo>
                  <a:pt x="0" y="261"/>
                </a:lnTo>
                <a:lnTo>
                  <a:pt x="0" y="260"/>
                </a:lnTo>
                <a:lnTo>
                  <a:pt x="0" y="259"/>
                </a:lnTo>
                <a:lnTo>
                  <a:pt x="1" y="259"/>
                </a:lnTo>
                <a:lnTo>
                  <a:pt x="2" y="258"/>
                </a:lnTo>
                <a:lnTo>
                  <a:pt x="2" y="257"/>
                </a:lnTo>
                <a:lnTo>
                  <a:pt x="2" y="256"/>
                </a:lnTo>
                <a:lnTo>
                  <a:pt x="3" y="256"/>
                </a:lnTo>
                <a:lnTo>
                  <a:pt x="3" y="255"/>
                </a:lnTo>
                <a:lnTo>
                  <a:pt x="2" y="255"/>
                </a:lnTo>
                <a:lnTo>
                  <a:pt x="2" y="253"/>
                </a:lnTo>
                <a:lnTo>
                  <a:pt x="3" y="253"/>
                </a:lnTo>
                <a:lnTo>
                  <a:pt x="3" y="252"/>
                </a:lnTo>
                <a:lnTo>
                  <a:pt x="2" y="252"/>
                </a:lnTo>
                <a:lnTo>
                  <a:pt x="3" y="251"/>
                </a:lnTo>
                <a:lnTo>
                  <a:pt x="4" y="251"/>
                </a:lnTo>
                <a:lnTo>
                  <a:pt x="5" y="250"/>
                </a:lnTo>
                <a:lnTo>
                  <a:pt x="6" y="249"/>
                </a:lnTo>
                <a:lnTo>
                  <a:pt x="7" y="248"/>
                </a:lnTo>
                <a:lnTo>
                  <a:pt x="8" y="246"/>
                </a:lnTo>
                <a:lnTo>
                  <a:pt x="8" y="245"/>
                </a:lnTo>
                <a:lnTo>
                  <a:pt x="9" y="244"/>
                </a:lnTo>
                <a:lnTo>
                  <a:pt x="10" y="243"/>
                </a:lnTo>
                <a:lnTo>
                  <a:pt x="11" y="243"/>
                </a:lnTo>
                <a:lnTo>
                  <a:pt x="11" y="242"/>
                </a:lnTo>
                <a:lnTo>
                  <a:pt x="11" y="241"/>
                </a:lnTo>
                <a:lnTo>
                  <a:pt x="11" y="240"/>
                </a:lnTo>
                <a:lnTo>
                  <a:pt x="12" y="239"/>
                </a:lnTo>
                <a:lnTo>
                  <a:pt x="13" y="238"/>
                </a:lnTo>
                <a:lnTo>
                  <a:pt x="13" y="237"/>
                </a:lnTo>
                <a:lnTo>
                  <a:pt x="14" y="237"/>
                </a:lnTo>
                <a:lnTo>
                  <a:pt x="15" y="236"/>
                </a:lnTo>
                <a:lnTo>
                  <a:pt x="17" y="234"/>
                </a:lnTo>
                <a:lnTo>
                  <a:pt x="17" y="233"/>
                </a:lnTo>
                <a:lnTo>
                  <a:pt x="17" y="232"/>
                </a:lnTo>
                <a:lnTo>
                  <a:pt x="16" y="230"/>
                </a:lnTo>
                <a:lnTo>
                  <a:pt x="16" y="229"/>
                </a:lnTo>
                <a:lnTo>
                  <a:pt x="16" y="228"/>
                </a:lnTo>
                <a:lnTo>
                  <a:pt x="16" y="227"/>
                </a:lnTo>
                <a:lnTo>
                  <a:pt x="15" y="227"/>
                </a:lnTo>
                <a:lnTo>
                  <a:pt x="14" y="227"/>
                </a:lnTo>
                <a:lnTo>
                  <a:pt x="13" y="226"/>
                </a:lnTo>
                <a:lnTo>
                  <a:pt x="14" y="226"/>
                </a:lnTo>
                <a:lnTo>
                  <a:pt x="14" y="225"/>
                </a:lnTo>
                <a:lnTo>
                  <a:pt x="14" y="224"/>
                </a:lnTo>
                <a:lnTo>
                  <a:pt x="15" y="222"/>
                </a:lnTo>
                <a:lnTo>
                  <a:pt x="16" y="221"/>
                </a:lnTo>
                <a:lnTo>
                  <a:pt x="16" y="220"/>
                </a:lnTo>
                <a:lnTo>
                  <a:pt x="17" y="219"/>
                </a:lnTo>
                <a:lnTo>
                  <a:pt x="18" y="219"/>
                </a:lnTo>
                <a:lnTo>
                  <a:pt x="19" y="218"/>
                </a:lnTo>
                <a:lnTo>
                  <a:pt x="20" y="218"/>
                </a:lnTo>
                <a:lnTo>
                  <a:pt x="19" y="218"/>
                </a:lnTo>
                <a:lnTo>
                  <a:pt x="19" y="217"/>
                </a:lnTo>
                <a:lnTo>
                  <a:pt x="20" y="217"/>
                </a:lnTo>
                <a:lnTo>
                  <a:pt x="20" y="216"/>
                </a:lnTo>
                <a:lnTo>
                  <a:pt x="21" y="216"/>
                </a:lnTo>
                <a:lnTo>
                  <a:pt x="22" y="216"/>
                </a:lnTo>
                <a:lnTo>
                  <a:pt x="23" y="216"/>
                </a:lnTo>
                <a:lnTo>
                  <a:pt x="23" y="217"/>
                </a:lnTo>
                <a:lnTo>
                  <a:pt x="24" y="217"/>
                </a:lnTo>
                <a:lnTo>
                  <a:pt x="25" y="216"/>
                </a:lnTo>
                <a:lnTo>
                  <a:pt x="25" y="215"/>
                </a:lnTo>
                <a:lnTo>
                  <a:pt x="25" y="214"/>
                </a:lnTo>
                <a:lnTo>
                  <a:pt x="25" y="213"/>
                </a:lnTo>
                <a:lnTo>
                  <a:pt x="26" y="213"/>
                </a:lnTo>
                <a:lnTo>
                  <a:pt x="27" y="214"/>
                </a:lnTo>
                <a:lnTo>
                  <a:pt x="27" y="215"/>
                </a:lnTo>
                <a:lnTo>
                  <a:pt x="28" y="214"/>
                </a:lnTo>
                <a:lnTo>
                  <a:pt x="28" y="215"/>
                </a:lnTo>
                <a:lnTo>
                  <a:pt x="29" y="215"/>
                </a:lnTo>
                <a:lnTo>
                  <a:pt x="30" y="215"/>
                </a:lnTo>
                <a:lnTo>
                  <a:pt x="31" y="214"/>
                </a:lnTo>
                <a:lnTo>
                  <a:pt x="31" y="213"/>
                </a:lnTo>
                <a:lnTo>
                  <a:pt x="32" y="213"/>
                </a:lnTo>
                <a:lnTo>
                  <a:pt x="32" y="212"/>
                </a:lnTo>
                <a:lnTo>
                  <a:pt x="33" y="212"/>
                </a:lnTo>
                <a:lnTo>
                  <a:pt x="33" y="213"/>
                </a:lnTo>
                <a:lnTo>
                  <a:pt x="33" y="212"/>
                </a:lnTo>
                <a:lnTo>
                  <a:pt x="34" y="212"/>
                </a:lnTo>
                <a:lnTo>
                  <a:pt x="35" y="212"/>
                </a:lnTo>
                <a:lnTo>
                  <a:pt x="34" y="211"/>
                </a:lnTo>
                <a:lnTo>
                  <a:pt x="34" y="210"/>
                </a:lnTo>
                <a:lnTo>
                  <a:pt x="35" y="210"/>
                </a:lnTo>
                <a:lnTo>
                  <a:pt x="35" y="209"/>
                </a:lnTo>
                <a:lnTo>
                  <a:pt x="36" y="209"/>
                </a:lnTo>
                <a:lnTo>
                  <a:pt x="36" y="210"/>
                </a:lnTo>
                <a:lnTo>
                  <a:pt x="37" y="210"/>
                </a:lnTo>
                <a:lnTo>
                  <a:pt x="38" y="209"/>
                </a:lnTo>
                <a:lnTo>
                  <a:pt x="38" y="210"/>
                </a:lnTo>
                <a:lnTo>
                  <a:pt x="39" y="210"/>
                </a:lnTo>
                <a:lnTo>
                  <a:pt x="40" y="210"/>
                </a:lnTo>
                <a:lnTo>
                  <a:pt x="40" y="211"/>
                </a:lnTo>
                <a:lnTo>
                  <a:pt x="40" y="210"/>
                </a:lnTo>
                <a:lnTo>
                  <a:pt x="41" y="210"/>
                </a:lnTo>
                <a:lnTo>
                  <a:pt x="40" y="210"/>
                </a:lnTo>
                <a:lnTo>
                  <a:pt x="41" y="210"/>
                </a:lnTo>
                <a:lnTo>
                  <a:pt x="41" y="209"/>
                </a:lnTo>
                <a:lnTo>
                  <a:pt x="41" y="208"/>
                </a:lnTo>
                <a:lnTo>
                  <a:pt x="42" y="208"/>
                </a:lnTo>
                <a:lnTo>
                  <a:pt x="42" y="207"/>
                </a:lnTo>
                <a:lnTo>
                  <a:pt x="41" y="206"/>
                </a:lnTo>
                <a:lnTo>
                  <a:pt x="42" y="206"/>
                </a:lnTo>
                <a:lnTo>
                  <a:pt x="41" y="206"/>
                </a:lnTo>
                <a:lnTo>
                  <a:pt x="41" y="205"/>
                </a:lnTo>
                <a:lnTo>
                  <a:pt x="40" y="205"/>
                </a:lnTo>
                <a:lnTo>
                  <a:pt x="41" y="205"/>
                </a:lnTo>
                <a:lnTo>
                  <a:pt x="40" y="204"/>
                </a:lnTo>
                <a:lnTo>
                  <a:pt x="40" y="203"/>
                </a:lnTo>
                <a:lnTo>
                  <a:pt x="40" y="202"/>
                </a:lnTo>
                <a:lnTo>
                  <a:pt x="39" y="202"/>
                </a:lnTo>
                <a:lnTo>
                  <a:pt x="40" y="202"/>
                </a:lnTo>
                <a:lnTo>
                  <a:pt x="40" y="201"/>
                </a:lnTo>
                <a:lnTo>
                  <a:pt x="39" y="201"/>
                </a:lnTo>
                <a:lnTo>
                  <a:pt x="39" y="200"/>
                </a:lnTo>
                <a:lnTo>
                  <a:pt x="39" y="199"/>
                </a:lnTo>
                <a:lnTo>
                  <a:pt x="38" y="199"/>
                </a:lnTo>
                <a:lnTo>
                  <a:pt x="38" y="198"/>
                </a:lnTo>
                <a:lnTo>
                  <a:pt x="37" y="197"/>
                </a:lnTo>
                <a:lnTo>
                  <a:pt x="38" y="197"/>
                </a:lnTo>
                <a:lnTo>
                  <a:pt x="38" y="196"/>
                </a:lnTo>
                <a:lnTo>
                  <a:pt x="38" y="197"/>
                </a:lnTo>
                <a:lnTo>
                  <a:pt x="39" y="196"/>
                </a:lnTo>
                <a:lnTo>
                  <a:pt x="40" y="196"/>
                </a:lnTo>
                <a:lnTo>
                  <a:pt x="42" y="196"/>
                </a:lnTo>
                <a:lnTo>
                  <a:pt x="43" y="196"/>
                </a:lnTo>
                <a:lnTo>
                  <a:pt x="44" y="196"/>
                </a:lnTo>
                <a:lnTo>
                  <a:pt x="45" y="196"/>
                </a:lnTo>
                <a:lnTo>
                  <a:pt x="46" y="195"/>
                </a:lnTo>
                <a:lnTo>
                  <a:pt x="47" y="195"/>
                </a:lnTo>
                <a:lnTo>
                  <a:pt x="48" y="195"/>
                </a:lnTo>
                <a:lnTo>
                  <a:pt x="48" y="194"/>
                </a:lnTo>
                <a:lnTo>
                  <a:pt x="48" y="193"/>
                </a:lnTo>
                <a:lnTo>
                  <a:pt x="48" y="192"/>
                </a:lnTo>
                <a:lnTo>
                  <a:pt x="49" y="191"/>
                </a:lnTo>
                <a:lnTo>
                  <a:pt x="50" y="189"/>
                </a:lnTo>
                <a:lnTo>
                  <a:pt x="51" y="188"/>
                </a:lnTo>
                <a:lnTo>
                  <a:pt x="51" y="187"/>
                </a:lnTo>
                <a:lnTo>
                  <a:pt x="52" y="187"/>
                </a:lnTo>
                <a:lnTo>
                  <a:pt x="53" y="187"/>
                </a:lnTo>
                <a:lnTo>
                  <a:pt x="54" y="187"/>
                </a:lnTo>
                <a:lnTo>
                  <a:pt x="55" y="187"/>
                </a:lnTo>
                <a:lnTo>
                  <a:pt x="55" y="186"/>
                </a:lnTo>
                <a:lnTo>
                  <a:pt x="54" y="186"/>
                </a:lnTo>
                <a:lnTo>
                  <a:pt x="55" y="186"/>
                </a:lnTo>
                <a:lnTo>
                  <a:pt x="55" y="185"/>
                </a:lnTo>
                <a:lnTo>
                  <a:pt x="56" y="185"/>
                </a:lnTo>
                <a:lnTo>
                  <a:pt x="56" y="184"/>
                </a:lnTo>
                <a:lnTo>
                  <a:pt x="56" y="183"/>
                </a:lnTo>
                <a:lnTo>
                  <a:pt x="57" y="183"/>
                </a:lnTo>
                <a:lnTo>
                  <a:pt x="59" y="182"/>
                </a:lnTo>
                <a:lnTo>
                  <a:pt x="59" y="181"/>
                </a:lnTo>
                <a:lnTo>
                  <a:pt x="60" y="181"/>
                </a:lnTo>
                <a:lnTo>
                  <a:pt x="60" y="180"/>
                </a:lnTo>
                <a:lnTo>
                  <a:pt x="61" y="180"/>
                </a:lnTo>
                <a:lnTo>
                  <a:pt x="61" y="179"/>
                </a:lnTo>
                <a:lnTo>
                  <a:pt x="61" y="178"/>
                </a:lnTo>
                <a:lnTo>
                  <a:pt x="60" y="178"/>
                </a:lnTo>
                <a:lnTo>
                  <a:pt x="60" y="179"/>
                </a:lnTo>
                <a:lnTo>
                  <a:pt x="60" y="178"/>
                </a:lnTo>
                <a:lnTo>
                  <a:pt x="60" y="177"/>
                </a:lnTo>
                <a:lnTo>
                  <a:pt x="60" y="178"/>
                </a:lnTo>
                <a:lnTo>
                  <a:pt x="61" y="177"/>
                </a:lnTo>
                <a:lnTo>
                  <a:pt x="62" y="177"/>
                </a:lnTo>
                <a:lnTo>
                  <a:pt x="62" y="176"/>
                </a:lnTo>
                <a:lnTo>
                  <a:pt x="61" y="176"/>
                </a:lnTo>
                <a:lnTo>
                  <a:pt x="61" y="175"/>
                </a:lnTo>
                <a:lnTo>
                  <a:pt x="61" y="174"/>
                </a:lnTo>
                <a:lnTo>
                  <a:pt x="61" y="173"/>
                </a:lnTo>
                <a:lnTo>
                  <a:pt x="61" y="172"/>
                </a:lnTo>
                <a:lnTo>
                  <a:pt x="60" y="172"/>
                </a:lnTo>
                <a:lnTo>
                  <a:pt x="59" y="172"/>
                </a:lnTo>
                <a:lnTo>
                  <a:pt x="58" y="172"/>
                </a:lnTo>
                <a:lnTo>
                  <a:pt x="57" y="172"/>
                </a:lnTo>
                <a:lnTo>
                  <a:pt x="57" y="171"/>
                </a:lnTo>
                <a:lnTo>
                  <a:pt x="57" y="170"/>
                </a:lnTo>
                <a:lnTo>
                  <a:pt x="56" y="169"/>
                </a:lnTo>
                <a:lnTo>
                  <a:pt x="55" y="169"/>
                </a:lnTo>
                <a:lnTo>
                  <a:pt x="55" y="168"/>
                </a:lnTo>
                <a:lnTo>
                  <a:pt x="55" y="167"/>
                </a:lnTo>
                <a:lnTo>
                  <a:pt x="56" y="167"/>
                </a:lnTo>
                <a:lnTo>
                  <a:pt x="56" y="166"/>
                </a:lnTo>
                <a:lnTo>
                  <a:pt x="57" y="165"/>
                </a:lnTo>
                <a:lnTo>
                  <a:pt x="58" y="165"/>
                </a:lnTo>
                <a:lnTo>
                  <a:pt x="58" y="164"/>
                </a:lnTo>
                <a:lnTo>
                  <a:pt x="58" y="163"/>
                </a:lnTo>
                <a:lnTo>
                  <a:pt x="57" y="163"/>
                </a:lnTo>
                <a:lnTo>
                  <a:pt x="57" y="162"/>
                </a:lnTo>
                <a:lnTo>
                  <a:pt x="56" y="162"/>
                </a:lnTo>
                <a:lnTo>
                  <a:pt x="55" y="162"/>
                </a:lnTo>
                <a:lnTo>
                  <a:pt x="54" y="162"/>
                </a:lnTo>
                <a:lnTo>
                  <a:pt x="53" y="161"/>
                </a:lnTo>
                <a:lnTo>
                  <a:pt x="52" y="161"/>
                </a:lnTo>
                <a:lnTo>
                  <a:pt x="52" y="160"/>
                </a:lnTo>
                <a:lnTo>
                  <a:pt x="51" y="160"/>
                </a:lnTo>
                <a:lnTo>
                  <a:pt x="51" y="159"/>
                </a:lnTo>
                <a:lnTo>
                  <a:pt x="51" y="158"/>
                </a:lnTo>
                <a:lnTo>
                  <a:pt x="50" y="158"/>
                </a:lnTo>
                <a:lnTo>
                  <a:pt x="49" y="158"/>
                </a:lnTo>
                <a:lnTo>
                  <a:pt x="48" y="157"/>
                </a:lnTo>
                <a:lnTo>
                  <a:pt x="48" y="158"/>
                </a:lnTo>
                <a:lnTo>
                  <a:pt x="47" y="158"/>
                </a:lnTo>
                <a:lnTo>
                  <a:pt x="47" y="157"/>
                </a:lnTo>
                <a:lnTo>
                  <a:pt x="46" y="156"/>
                </a:lnTo>
                <a:lnTo>
                  <a:pt x="46" y="155"/>
                </a:lnTo>
                <a:lnTo>
                  <a:pt x="47" y="155"/>
                </a:lnTo>
                <a:lnTo>
                  <a:pt x="47" y="154"/>
                </a:lnTo>
                <a:lnTo>
                  <a:pt x="47" y="153"/>
                </a:lnTo>
                <a:lnTo>
                  <a:pt x="48" y="153"/>
                </a:lnTo>
                <a:lnTo>
                  <a:pt x="49" y="153"/>
                </a:lnTo>
                <a:lnTo>
                  <a:pt x="49" y="152"/>
                </a:lnTo>
                <a:lnTo>
                  <a:pt x="49" y="151"/>
                </a:lnTo>
                <a:lnTo>
                  <a:pt x="50" y="151"/>
                </a:lnTo>
                <a:lnTo>
                  <a:pt x="50" y="150"/>
                </a:lnTo>
                <a:lnTo>
                  <a:pt x="49" y="149"/>
                </a:lnTo>
                <a:lnTo>
                  <a:pt x="50" y="148"/>
                </a:lnTo>
                <a:lnTo>
                  <a:pt x="50" y="147"/>
                </a:lnTo>
                <a:lnTo>
                  <a:pt x="50" y="146"/>
                </a:lnTo>
                <a:lnTo>
                  <a:pt x="50" y="145"/>
                </a:lnTo>
                <a:lnTo>
                  <a:pt x="50" y="144"/>
                </a:lnTo>
                <a:lnTo>
                  <a:pt x="49" y="143"/>
                </a:lnTo>
                <a:lnTo>
                  <a:pt x="49" y="142"/>
                </a:lnTo>
                <a:lnTo>
                  <a:pt x="49" y="141"/>
                </a:lnTo>
                <a:lnTo>
                  <a:pt x="50" y="141"/>
                </a:lnTo>
                <a:lnTo>
                  <a:pt x="51" y="141"/>
                </a:lnTo>
                <a:lnTo>
                  <a:pt x="51" y="140"/>
                </a:lnTo>
                <a:lnTo>
                  <a:pt x="51" y="139"/>
                </a:lnTo>
                <a:lnTo>
                  <a:pt x="52" y="138"/>
                </a:lnTo>
                <a:lnTo>
                  <a:pt x="51" y="138"/>
                </a:lnTo>
                <a:lnTo>
                  <a:pt x="52" y="137"/>
                </a:lnTo>
                <a:lnTo>
                  <a:pt x="52" y="136"/>
                </a:lnTo>
                <a:lnTo>
                  <a:pt x="52" y="135"/>
                </a:lnTo>
                <a:lnTo>
                  <a:pt x="52" y="134"/>
                </a:lnTo>
                <a:lnTo>
                  <a:pt x="51" y="133"/>
                </a:lnTo>
                <a:lnTo>
                  <a:pt x="51" y="132"/>
                </a:lnTo>
                <a:lnTo>
                  <a:pt x="51" y="131"/>
                </a:lnTo>
                <a:lnTo>
                  <a:pt x="52" y="131"/>
                </a:lnTo>
                <a:lnTo>
                  <a:pt x="52" y="130"/>
                </a:lnTo>
                <a:lnTo>
                  <a:pt x="52" y="129"/>
                </a:lnTo>
                <a:lnTo>
                  <a:pt x="52" y="128"/>
                </a:lnTo>
                <a:lnTo>
                  <a:pt x="52" y="127"/>
                </a:lnTo>
                <a:lnTo>
                  <a:pt x="51" y="128"/>
                </a:lnTo>
                <a:lnTo>
                  <a:pt x="50" y="128"/>
                </a:lnTo>
                <a:lnTo>
                  <a:pt x="50" y="127"/>
                </a:lnTo>
                <a:lnTo>
                  <a:pt x="49" y="126"/>
                </a:lnTo>
                <a:lnTo>
                  <a:pt x="49" y="127"/>
                </a:lnTo>
                <a:lnTo>
                  <a:pt x="48" y="127"/>
                </a:lnTo>
                <a:lnTo>
                  <a:pt x="47" y="127"/>
                </a:lnTo>
                <a:lnTo>
                  <a:pt x="47" y="128"/>
                </a:lnTo>
                <a:lnTo>
                  <a:pt x="46" y="127"/>
                </a:lnTo>
                <a:lnTo>
                  <a:pt x="45" y="127"/>
                </a:lnTo>
                <a:lnTo>
                  <a:pt x="45" y="128"/>
                </a:lnTo>
                <a:lnTo>
                  <a:pt x="45" y="127"/>
                </a:lnTo>
                <a:lnTo>
                  <a:pt x="44" y="127"/>
                </a:lnTo>
                <a:lnTo>
                  <a:pt x="44" y="126"/>
                </a:lnTo>
                <a:lnTo>
                  <a:pt x="43" y="126"/>
                </a:lnTo>
                <a:lnTo>
                  <a:pt x="44" y="125"/>
                </a:lnTo>
                <a:lnTo>
                  <a:pt x="43" y="124"/>
                </a:lnTo>
                <a:lnTo>
                  <a:pt x="43" y="123"/>
                </a:lnTo>
                <a:lnTo>
                  <a:pt x="44" y="123"/>
                </a:lnTo>
                <a:lnTo>
                  <a:pt x="44" y="122"/>
                </a:lnTo>
                <a:lnTo>
                  <a:pt x="44" y="121"/>
                </a:lnTo>
                <a:lnTo>
                  <a:pt x="43" y="121"/>
                </a:lnTo>
                <a:lnTo>
                  <a:pt x="43" y="120"/>
                </a:lnTo>
                <a:lnTo>
                  <a:pt x="42" y="120"/>
                </a:lnTo>
                <a:lnTo>
                  <a:pt x="42" y="121"/>
                </a:lnTo>
                <a:lnTo>
                  <a:pt x="41" y="121"/>
                </a:lnTo>
                <a:lnTo>
                  <a:pt x="41" y="122"/>
                </a:lnTo>
                <a:lnTo>
                  <a:pt x="40" y="121"/>
                </a:lnTo>
                <a:lnTo>
                  <a:pt x="40" y="120"/>
                </a:lnTo>
                <a:lnTo>
                  <a:pt x="40" y="119"/>
                </a:lnTo>
                <a:lnTo>
                  <a:pt x="39" y="119"/>
                </a:lnTo>
                <a:lnTo>
                  <a:pt x="38" y="119"/>
                </a:lnTo>
                <a:lnTo>
                  <a:pt x="38" y="118"/>
                </a:lnTo>
                <a:lnTo>
                  <a:pt x="39" y="118"/>
                </a:lnTo>
                <a:lnTo>
                  <a:pt x="39" y="117"/>
                </a:lnTo>
                <a:lnTo>
                  <a:pt x="39" y="116"/>
                </a:lnTo>
                <a:lnTo>
                  <a:pt x="39" y="115"/>
                </a:lnTo>
                <a:lnTo>
                  <a:pt x="38" y="115"/>
                </a:lnTo>
                <a:lnTo>
                  <a:pt x="37" y="115"/>
                </a:lnTo>
                <a:lnTo>
                  <a:pt x="37" y="116"/>
                </a:lnTo>
                <a:lnTo>
                  <a:pt x="36" y="116"/>
                </a:lnTo>
                <a:lnTo>
                  <a:pt x="36" y="117"/>
                </a:lnTo>
                <a:lnTo>
                  <a:pt x="36" y="116"/>
                </a:lnTo>
                <a:lnTo>
                  <a:pt x="35" y="116"/>
                </a:lnTo>
                <a:lnTo>
                  <a:pt x="35" y="115"/>
                </a:lnTo>
                <a:lnTo>
                  <a:pt x="35" y="114"/>
                </a:lnTo>
                <a:lnTo>
                  <a:pt x="34" y="114"/>
                </a:lnTo>
                <a:lnTo>
                  <a:pt x="34" y="113"/>
                </a:lnTo>
                <a:lnTo>
                  <a:pt x="34" y="112"/>
                </a:lnTo>
                <a:lnTo>
                  <a:pt x="34" y="111"/>
                </a:lnTo>
                <a:lnTo>
                  <a:pt x="35" y="111"/>
                </a:lnTo>
                <a:lnTo>
                  <a:pt x="34" y="110"/>
                </a:lnTo>
                <a:lnTo>
                  <a:pt x="34" y="109"/>
                </a:lnTo>
                <a:lnTo>
                  <a:pt x="33" y="109"/>
                </a:lnTo>
                <a:lnTo>
                  <a:pt x="33" y="108"/>
                </a:lnTo>
                <a:lnTo>
                  <a:pt x="33" y="106"/>
                </a:lnTo>
                <a:lnTo>
                  <a:pt x="33" y="105"/>
                </a:lnTo>
                <a:lnTo>
                  <a:pt x="33" y="104"/>
                </a:lnTo>
                <a:lnTo>
                  <a:pt x="34" y="104"/>
                </a:lnTo>
                <a:lnTo>
                  <a:pt x="34" y="103"/>
                </a:lnTo>
                <a:lnTo>
                  <a:pt x="34" y="102"/>
                </a:lnTo>
                <a:lnTo>
                  <a:pt x="34" y="100"/>
                </a:lnTo>
                <a:lnTo>
                  <a:pt x="35" y="100"/>
                </a:lnTo>
                <a:lnTo>
                  <a:pt x="36" y="100"/>
                </a:lnTo>
                <a:lnTo>
                  <a:pt x="36" y="99"/>
                </a:lnTo>
                <a:lnTo>
                  <a:pt x="37" y="98"/>
                </a:lnTo>
                <a:lnTo>
                  <a:pt x="37" y="97"/>
                </a:lnTo>
                <a:lnTo>
                  <a:pt x="38" y="97"/>
                </a:lnTo>
                <a:lnTo>
                  <a:pt x="39" y="97"/>
                </a:lnTo>
                <a:lnTo>
                  <a:pt x="39" y="96"/>
                </a:lnTo>
                <a:lnTo>
                  <a:pt x="40" y="96"/>
                </a:lnTo>
                <a:lnTo>
                  <a:pt x="40" y="95"/>
                </a:lnTo>
                <a:lnTo>
                  <a:pt x="41" y="94"/>
                </a:lnTo>
                <a:lnTo>
                  <a:pt x="42" y="94"/>
                </a:lnTo>
                <a:lnTo>
                  <a:pt x="42" y="93"/>
                </a:lnTo>
                <a:lnTo>
                  <a:pt x="43" y="93"/>
                </a:lnTo>
                <a:lnTo>
                  <a:pt x="43" y="92"/>
                </a:lnTo>
                <a:lnTo>
                  <a:pt x="44" y="92"/>
                </a:lnTo>
                <a:lnTo>
                  <a:pt x="44" y="91"/>
                </a:lnTo>
                <a:lnTo>
                  <a:pt x="44" y="90"/>
                </a:lnTo>
                <a:lnTo>
                  <a:pt x="45" y="90"/>
                </a:lnTo>
                <a:lnTo>
                  <a:pt x="45" y="89"/>
                </a:lnTo>
                <a:lnTo>
                  <a:pt x="46" y="89"/>
                </a:lnTo>
                <a:lnTo>
                  <a:pt x="47" y="89"/>
                </a:lnTo>
                <a:lnTo>
                  <a:pt x="48" y="89"/>
                </a:lnTo>
                <a:lnTo>
                  <a:pt x="49" y="89"/>
                </a:lnTo>
                <a:lnTo>
                  <a:pt x="50" y="88"/>
                </a:lnTo>
                <a:lnTo>
                  <a:pt x="51" y="89"/>
                </a:lnTo>
                <a:lnTo>
                  <a:pt x="52" y="89"/>
                </a:lnTo>
                <a:lnTo>
                  <a:pt x="52" y="88"/>
                </a:lnTo>
                <a:lnTo>
                  <a:pt x="53" y="88"/>
                </a:lnTo>
                <a:lnTo>
                  <a:pt x="54" y="88"/>
                </a:lnTo>
                <a:lnTo>
                  <a:pt x="54" y="89"/>
                </a:lnTo>
                <a:lnTo>
                  <a:pt x="55" y="88"/>
                </a:lnTo>
                <a:lnTo>
                  <a:pt x="56" y="87"/>
                </a:lnTo>
                <a:lnTo>
                  <a:pt x="56" y="88"/>
                </a:lnTo>
                <a:lnTo>
                  <a:pt x="57" y="88"/>
                </a:lnTo>
                <a:lnTo>
                  <a:pt x="57" y="87"/>
                </a:lnTo>
                <a:lnTo>
                  <a:pt x="58" y="87"/>
                </a:lnTo>
                <a:lnTo>
                  <a:pt x="58" y="86"/>
                </a:lnTo>
                <a:lnTo>
                  <a:pt x="58" y="87"/>
                </a:lnTo>
                <a:lnTo>
                  <a:pt x="58" y="86"/>
                </a:lnTo>
                <a:lnTo>
                  <a:pt x="59" y="86"/>
                </a:lnTo>
                <a:lnTo>
                  <a:pt x="59" y="87"/>
                </a:lnTo>
                <a:lnTo>
                  <a:pt x="60" y="87"/>
                </a:lnTo>
                <a:lnTo>
                  <a:pt x="61" y="87"/>
                </a:lnTo>
                <a:lnTo>
                  <a:pt x="61" y="86"/>
                </a:lnTo>
                <a:lnTo>
                  <a:pt x="61" y="85"/>
                </a:lnTo>
                <a:lnTo>
                  <a:pt x="60" y="84"/>
                </a:lnTo>
                <a:lnTo>
                  <a:pt x="60" y="83"/>
                </a:lnTo>
                <a:lnTo>
                  <a:pt x="61" y="83"/>
                </a:lnTo>
                <a:lnTo>
                  <a:pt x="61" y="82"/>
                </a:lnTo>
                <a:lnTo>
                  <a:pt x="61" y="81"/>
                </a:lnTo>
                <a:lnTo>
                  <a:pt x="62" y="81"/>
                </a:lnTo>
                <a:lnTo>
                  <a:pt x="62" y="80"/>
                </a:lnTo>
                <a:lnTo>
                  <a:pt x="61" y="80"/>
                </a:lnTo>
                <a:lnTo>
                  <a:pt x="61" y="79"/>
                </a:lnTo>
                <a:lnTo>
                  <a:pt x="61" y="78"/>
                </a:lnTo>
                <a:lnTo>
                  <a:pt x="62" y="77"/>
                </a:lnTo>
                <a:lnTo>
                  <a:pt x="61" y="77"/>
                </a:lnTo>
                <a:lnTo>
                  <a:pt x="62" y="76"/>
                </a:lnTo>
                <a:lnTo>
                  <a:pt x="61" y="76"/>
                </a:lnTo>
                <a:lnTo>
                  <a:pt x="61" y="75"/>
                </a:lnTo>
                <a:lnTo>
                  <a:pt x="62" y="75"/>
                </a:lnTo>
                <a:lnTo>
                  <a:pt x="63" y="74"/>
                </a:lnTo>
                <a:lnTo>
                  <a:pt x="63" y="75"/>
                </a:lnTo>
                <a:lnTo>
                  <a:pt x="64" y="74"/>
                </a:lnTo>
                <a:lnTo>
                  <a:pt x="65" y="74"/>
                </a:lnTo>
                <a:lnTo>
                  <a:pt x="65" y="73"/>
                </a:lnTo>
                <a:lnTo>
                  <a:pt x="66" y="73"/>
                </a:lnTo>
                <a:lnTo>
                  <a:pt x="67" y="74"/>
                </a:lnTo>
                <a:lnTo>
                  <a:pt x="68" y="76"/>
                </a:lnTo>
                <a:lnTo>
                  <a:pt x="68" y="77"/>
                </a:lnTo>
                <a:lnTo>
                  <a:pt x="69" y="77"/>
                </a:lnTo>
                <a:lnTo>
                  <a:pt x="70" y="77"/>
                </a:lnTo>
                <a:lnTo>
                  <a:pt x="70" y="78"/>
                </a:lnTo>
                <a:lnTo>
                  <a:pt x="70" y="77"/>
                </a:lnTo>
                <a:lnTo>
                  <a:pt x="71" y="77"/>
                </a:lnTo>
                <a:lnTo>
                  <a:pt x="71" y="78"/>
                </a:lnTo>
                <a:lnTo>
                  <a:pt x="72" y="78"/>
                </a:lnTo>
                <a:lnTo>
                  <a:pt x="73" y="77"/>
                </a:lnTo>
                <a:lnTo>
                  <a:pt x="73" y="76"/>
                </a:lnTo>
                <a:lnTo>
                  <a:pt x="74" y="76"/>
                </a:lnTo>
                <a:lnTo>
                  <a:pt x="75" y="76"/>
                </a:lnTo>
                <a:lnTo>
                  <a:pt x="76" y="76"/>
                </a:lnTo>
                <a:lnTo>
                  <a:pt x="77" y="76"/>
                </a:lnTo>
                <a:lnTo>
                  <a:pt x="78" y="75"/>
                </a:lnTo>
                <a:lnTo>
                  <a:pt x="79" y="75"/>
                </a:lnTo>
                <a:lnTo>
                  <a:pt x="78" y="75"/>
                </a:lnTo>
                <a:lnTo>
                  <a:pt x="78" y="76"/>
                </a:lnTo>
                <a:lnTo>
                  <a:pt x="79" y="76"/>
                </a:lnTo>
                <a:lnTo>
                  <a:pt x="79" y="77"/>
                </a:lnTo>
                <a:lnTo>
                  <a:pt x="80" y="78"/>
                </a:lnTo>
                <a:lnTo>
                  <a:pt x="80" y="77"/>
                </a:lnTo>
                <a:lnTo>
                  <a:pt x="81" y="77"/>
                </a:lnTo>
                <a:lnTo>
                  <a:pt x="82" y="77"/>
                </a:lnTo>
                <a:lnTo>
                  <a:pt x="83" y="77"/>
                </a:lnTo>
                <a:lnTo>
                  <a:pt x="84" y="78"/>
                </a:lnTo>
                <a:lnTo>
                  <a:pt x="84" y="77"/>
                </a:lnTo>
                <a:lnTo>
                  <a:pt x="85" y="77"/>
                </a:lnTo>
                <a:lnTo>
                  <a:pt x="86" y="77"/>
                </a:lnTo>
                <a:lnTo>
                  <a:pt x="87" y="77"/>
                </a:lnTo>
                <a:lnTo>
                  <a:pt x="87" y="76"/>
                </a:lnTo>
                <a:lnTo>
                  <a:pt x="88" y="76"/>
                </a:lnTo>
                <a:lnTo>
                  <a:pt x="88" y="75"/>
                </a:lnTo>
                <a:lnTo>
                  <a:pt x="89" y="75"/>
                </a:lnTo>
                <a:lnTo>
                  <a:pt x="90" y="75"/>
                </a:lnTo>
                <a:lnTo>
                  <a:pt x="91" y="75"/>
                </a:lnTo>
                <a:lnTo>
                  <a:pt x="91" y="74"/>
                </a:lnTo>
                <a:lnTo>
                  <a:pt x="92" y="74"/>
                </a:lnTo>
                <a:lnTo>
                  <a:pt x="93" y="73"/>
                </a:lnTo>
                <a:lnTo>
                  <a:pt x="93" y="72"/>
                </a:lnTo>
                <a:lnTo>
                  <a:pt x="94" y="72"/>
                </a:lnTo>
                <a:lnTo>
                  <a:pt x="94" y="71"/>
                </a:lnTo>
                <a:lnTo>
                  <a:pt x="95" y="71"/>
                </a:lnTo>
                <a:lnTo>
                  <a:pt x="95" y="72"/>
                </a:lnTo>
                <a:lnTo>
                  <a:pt x="96" y="72"/>
                </a:lnTo>
                <a:lnTo>
                  <a:pt x="97" y="71"/>
                </a:lnTo>
                <a:lnTo>
                  <a:pt x="98" y="70"/>
                </a:lnTo>
                <a:lnTo>
                  <a:pt x="98" y="71"/>
                </a:lnTo>
                <a:lnTo>
                  <a:pt x="98" y="70"/>
                </a:lnTo>
                <a:lnTo>
                  <a:pt x="99" y="70"/>
                </a:lnTo>
                <a:lnTo>
                  <a:pt x="99" y="71"/>
                </a:lnTo>
                <a:lnTo>
                  <a:pt x="100" y="71"/>
                </a:lnTo>
                <a:lnTo>
                  <a:pt x="101" y="71"/>
                </a:lnTo>
                <a:lnTo>
                  <a:pt x="101" y="70"/>
                </a:lnTo>
                <a:lnTo>
                  <a:pt x="102" y="70"/>
                </a:lnTo>
                <a:lnTo>
                  <a:pt x="104" y="70"/>
                </a:lnTo>
                <a:lnTo>
                  <a:pt x="105" y="70"/>
                </a:lnTo>
                <a:lnTo>
                  <a:pt x="105" y="71"/>
                </a:lnTo>
                <a:lnTo>
                  <a:pt x="105" y="72"/>
                </a:lnTo>
                <a:lnTo>
                  <a:pt x="105" y="73"/>
                </a:lnTo>
                <a:lnTo>
                  <a:pt x="106" y="73"/>
                </a:lnTo>
                <a:lnTo>
                  <a:pt x="107" y="73"/>
                </a:lnTo>
                <a:lnTo>
                  <a:pt x="107" y="72"/>
                </a:lnTo>
                <a:lnTo>
                  <a:pt x="108" y="72"/>
                </a:lnTo>
                <a:lnTo>
                  <a:pt x="109" y="71"/>
                </a:lnTo>
                <a:lnTo>
                  <a:pt x="110" y="71"/>
                </a:lnTo>
                <a:lnTo>
                  <a:pt x="111" y="72"/>
                </a:lnTo>
                <a:lnTo>
                  <a:pt x="112" y="71"/>
                </a:lnTo>
                <a:lnTo>
                  <a:pt x="113" y="70"/>
                </a:lnTo>
                <a:lnTo>
                  <a:pt x="114" y="70"/>
                </a:lnTo>
                <a:lnTo>
                  <a:pt x="115" y="69"/>
                </a:lnTo>
                <a:lnTo>
                  <a:pt x="116" y="69"/>
                </a:lnTo>
                <a:lnTo>
                  <a:pt x="117" y="69"/>
                </a:lnTo>
                <a:lnTo>
                  <a:pt x="117" y="70"/>
                </a:lnTo>
                <a:lnTo>
                  <a:pt x="118" y="70"/>
                </a:lnTo>
                <a:lnTo>
                  <a:pt x="119" y="70"/>
                </a:lnTo>
                <a:lnTo>
                  <a:pt x="119" y="69"/>
                </a:lnTo>
                <a:lnTo>
                  <a:pt x="120" y="69"/>
                </a:lnTo>
                <a:lnTo>
                  <a:pt x="119" y="69"/>
                </a:lnTo>
                <a:lnTo>
                  <a:pt x="120" y="68"/>
                </a:lnTo>
                <a:lnTo>
                  <a:pt x="120" y="67"/>
                </a:lnTo>
                <a:lnTo>
                  <a:pt x="121" y="67"/>
                </a:lnTo>
                <a:lnTo>
                  <a:pt x="121" y="68"/>
                </a:lnTo>
                <a:lnTo>
                  <a:pt x="122" y="68"/>
                </a:lnTo>
                <a:lnTo>
                  <a:pt x="122" y="67"/>
                </a:lnTo>
                <a:lnTo>
                  <a:pt x="122" y="66"/>
                </a:lnTo>
                <a:lnTo>
                  <a:pt x="122" y="65"/>
                </a:lnTo>
                <a:lnTo>
                  <a:pt x="123" y="64"/>
                </a:lnTo>
                <a:lnTo>
                  <a:pt x="123" y="63"/>
                </a:lnTo>
                <a:lnTo>
                  <a:pt x="122" y="63"/>
                </a:lnTo>
                <a:lnTo>
                  <a:pt x="123" y="62"/>
                </a:lnTo>
                <a:lnTo>
                  <a:pt x="122" y="62"/>
                </a:lnTo>
                <a:lnTo>
                  <a:pt x="123" y="61"/>
                </a:lnTo>
                <a:lnTo>
                  <a:pt x="122" y="61"/>
                </a:lnTo>
                <a:lnTo>
                  <a:pt x="121" y="61"/>
                </a:lnTo>
                <a:lnTo>
                  <a:pt x="121" y="62"/>
                </a:lnTo>
                <a:lnTo>
                  <a:pt x="120" y="62"/>
                </a:lnTo>
                <a:lnTo>
                  <a:pt x="120" y="63"/>
                </a:lnTo>
                <a:lnTo>
                  <a:pt x="121" y="63"/>
                </a:lnTo>
                <a:lnTo>
                  <a:pt x="121" y="64"/>
                </a:lnTo>
                <a:lnTo>
                  <a:pt x="120" y="64"/>
                </a:lnTo>
                <a:lnTo>
                  <a:pt x="120" y="65"/>
                </a:lnTo>
                <a:lnTo>
                  <a:pt x="119" y="65"/>
                </a:lnTo>
                <a:lnTo>
                  <a:pt x="118" y="66"/>
                </a:lnTo>
                <a:lnTo>
                  <a:pt x="118" y="65"/>
                </a:lnTo>
                <a:lnTo>
                  <a:pt x="118" y="64"/>
                </a:lnTo>
                <a:lnTo>
                  <a:pt x="117" y="64"/>
                </a:lnTo>
                <a:lnTo>
                  <a:pt x="117" y="63"/>
                </a:lnTo>
                <a:lnTo>
                  <a:pt x="117" y="62"/>
                </a:lnTo>
                <a:lnTo>
                  <a:pt x="117" y="63"/>
                </a:lnTo>
                <a:lnTo>
                  <a:pt x="116" y="63"/>
                </a:lnTo>
                <a:lnTo>
                  <a:pt x="116" y="62"/>
                </a:lnTo>
                <a:lnTo>
                  <a:pt x="116" y="61"/>
                </a:lnTo>
                <a:lnTo>
                  <a:pt x="117" y="61"/>
                </a:lnTo>
                <a:lnTo>
                  <a:pt x="117" y="60"/>
                </a:lnTo>
                <a:lnTo>
                  <a:pt x="118" y="60"/>
                </a:lnTo>
                <a:lnTo>
                  <a:pt x="118" y="59"/>
                </a:lnTo>
                <a:lnTo>
                  <a:pt x="119" y="58"/>
                </a:lnTo>
                <a:lnTo>
                  <a:pt x="119" y="57"/>
                </a:lnTo>
                <a:lnTo>
                  <a:pt x="119" y="56"/>
                </a:lnTo>
                <a:lnTo>
                  <a:pt x="120" y="56"/>
                </a:lnTo>
                <a:lnTo>
                  <a:pt x="120" y="57"/>
                </a:lnTo>
                <a:lnTo>
                  <a:pt x="120" y="58"/>
                </a:lnTo>
                <a:lnTo>
                  <a:pt x="119" y="59"/>
                </a:lnTo>
                <a:lnTo>
                  <a:pt x="120" y="58"/>
                </a:lnTo>
                <a:lnTo>
                  <a:pt x="121" y="58"/>
                </a:lnTo>
                <a:lnTo>
                  <a:pt x="121" y="57"/>
                </a:lnTo>
                <a:lnTo>
                  <a:pt x="122" y="57"/>
                </a:lnTo>
                <a:lnTo>
                  <a:pt x="122" y="58"/>
                </a:lnTo>
                <a:lnTo>
                  <a:pt x="121" y="58"/>
                </a:lnTo>
                <a:lnTo>
                  <a:pt x="121" y="59"/>
                </a:lnTo>
                <a:lnTo>
                  <a:pt x="122" y="59"/>
                </a:lnTo>
                <a:lnTo>
                  <a:pt x="122" y="60"/>
                </a:lnTo>
                <a:lnTo>
                  <a:pt x="123" y="60"/>
                </a:lnTo>
                <a:lnTo>
                  <a:pt x="124" y="60"/>
                </a:lnTo>
                <a:lnTo>
                  <a:pt x="125" y="59"/>
                </a:lnTo>
                <a:lnTo>
                  <a:pt x="125" y="58"/>
                </a:lnTo>
                <a:lnTo>
                  <a:pt x="126" y="58"/>
                </a:lnTo>
                <a:lnTo>
                  <a:pt x="126" y="57"/>
                </a:lnTo>
                <a:lnTo>
                  <a:pt x="125" y="57"/>
                </a:lnTo>
                <a:lnTo>
                  <a:pt x="124" y="57"/>
                </a:lnTo>
                <a:lnTo>
                  <a:pt x="123" y="57"/>
                </a:lnTo>
                <a:lnTo>
                  <a:pt x="123" y="56"/>
                </a:lnTo>
                <a:lnTo>
                  <a:pt x="124" y="55"/>
                </a:lnTo>
                <a:lnTo>
                  <a:pt x="124" y="54"/>
                </a:lnTo>
                <a:lnTo>
                  <a:pt x="125" y="54"/>
                </a:lnTo>
                <a:lnTo>
                  <a:pt x="126" y="54"/>
                </a:lnTo>
                <a:lnTo>
                  <a:pt x="126" y="53"/>
                </a:lnTo>
                <a:lnTo>
                  <a:pt x="127" y="53"/>
                </a:lnTo>
                <a:lnTo>
                  <a:pt x="128" y="53"/>
                </a:lnTo>
                <a:lnTo>
                  <a:pt x="128" y="52"/>
                </a:lnTo>
                <a:lnTo>
                  <a:pt x="129" y="52"/>
                </a:lnTo>
                <a:lnTo>
                  <a:pt x="129" y="53"/>
                </a:lnTo>
                <a:lnTo>
                  <a:pt x="130" y="53"/>
                </a:lnTo>
                <a:lnTo>
                  <a:pt x="130" y="54"/>
                </a:lnTo>
                <a:lnTo>
                  <a:pt x="131" y="54"/>
                </a:lnTo>
                <a:lnTo>
                  <a:pt x="131" y="55"/>
                </a:lnTo>
                <a:lnTo>
                  <a:pt x="132" y="54"/>
                </a:lnTo>
                <a:lnTo>
                  <a:pt x="133" y="54"/>
                </a:lnTo>
                <a:lnTo>
                  <a:pt x="134" y="53"/>
                </a:lnTo>
                <a:lnTo>
                  <a:pt x="135" y="53"/>
                </a:lnTo>
                <a:lnTo>
                  <a:pt x="135" y="54"/>
                </a:lnTo>
                <a:lnTo>
                  <a:pt x="136" y="54"/>
                </a:lnTo>
                <a:lnTo>
                  <a:pt x="136" y="53"/>
                </a:lnTo>
                <a:lnTo>
                  <a:pt x="137" y="54"/>
                </a:lnTo>
                <a:lnTo>
                  <a:pt x="137" y="55"/>
                </a:lnTo>
                <a:lnTo>
                  <a:pt x="137" y="56"/>
                </a:lnTo>
                <a:lnTo>
                  <a:pt x="136" y="56"/>
                </a:lnTo>
                <a:lnTo>
                  <a:pt x="136" y="57"/>
                </a:lnTo>
                <a:lnTo>
                  <a:pt x="137" y="57"/>
                </a:lnTo>
                <a:lnTo>
                  <a:pt x="138" y="58"/>
                </a:lnTo>
                <a:lnTo>
                  <a:pt x="140" y="58"/>
                </a:lnTo>
                <a:lnTo>
                  <a:pt x="141" y="58"/>
                </a:lnTo>
                <a:lnTo>
                  <a:pt x="142" y="59"/>
                </a:lnTo>
                <a:lnTo>
                  <a:pt x="143" y="58"/>
                </a:lnTo>
                <a:lnTo>
                  <a:pt x="142" y="57"/>
                </a:lnTo>
                <a:lnTo>
                  <a:pt x="141" y="56"/>
                </a:lnTo>
                <a:lnTo>
                  <a:pt x="142" y="56"/>
                </a:lnTo>
                <a:lnTo>
                  <a:pt x="142" y="55"/>
                </a:lnTo>
                <a:lnTo>
                  <a:pt x="142" y="54"/>
                </a:lnTo>
                <a:lnTo>
                  <a:pt x="142" y="53"/>
                </a:lnTo>
                <a:lnTo>
                  <a:pt x="142" y="52"/>
                </a:lnTo>
                <a:lnTo>
                  <a:pt x="142" y="51"/>
                </a:lnTo>
                <a:lnTo>
                  <a:pt x="143" y="50"/>
                </a:lnTo>
                <a:lnTo>
                  <a:pt x="144" y="50"/>
                </a:lnTo>
                <a:lnTo>
                  <a:pt x="144" y="49"/>
                </a:lnTo>
                <a:lnTo>
                  <a:pt x="143" y="49"/>
                </a:lnTo>
                <a:lnTo>
                  <a:pt x="142" y="49"/>
                </a:lnTo>
                <a:lnTo>
                  <a:pt x="141" y="50"/>
                </a:lnTo>
                <a:lnTo>
                  <a:pt x="140" y="50"/>
                </a:lnTo>
                <a:lnTo>
                  <a:pt x="139" y="50"/>
                </a:lnTo>
                <a:lnTo>
                  <a:pt x="139" y="49"/>
                </a:lnTo>
                <a:lnTo>
                  <a:pt x="140" y="49"/>
                </a:lnTo>
                <a:lnTo>
                  <a:pt x="140" y="48"/>
                </a:lnTo>
                <a:lnTo>
                  <a:pt x="140" y="47"/>
                </a:lnTo>
                <a:lnTo>
                  <a:pt x="141" y="47"/>
                </a:lnTo>
                <a:lnTo>
                  <a:pt x="140" y="47"/>
                </a:lnTo>
                <a:lnTo>
                  <a:pt x="140" y="46"/>
                </a:lnTo>
                <a:lnTo>
                  <a:pt x="140" y="45"/>
                </a:lnTo>
                <a:lnTo>
                  <a:pt x="141" y="45"/>
                </a:lnTo>
                <a:lnTo>
                  <a:pt x="141" y="44"/>
                </a:lnTo>
                <a:lnTo>
                  <a:pt x="140" y="44"/>
                </a:lnTo>
                <a:lnTo>
                  <a:pt x="139" y="44"/>
                </a:lnTo>
                <a:lnTo>
                  <a:pt x="139" y="43"/>
                </a:lnTo>
                <a:lnTo>
                  <a:pt x="138" y="43"/>
                </a:lnTo>
                <a:lnTo>
                  <a:pt x="138" y="42"/>
                </a:lnTo>
                <a:lnTo>
                  <a:pt x="138" y="41"/>
                </a:lnTo>
                <a:lnTo>
                  <a:pt x="139" y="41"/>
                </a:lnTo>
                <a:lnTo>
                  <a:pt x="140" y="41"/>
                </a:lnTo>
                <a:lnTo>
                  <a:pt x="141" y="41"/>
                </a:lnTo>
                <a:lnTo>
                  <a:pt x="140" y="41"/>
                </a:lnTo>
                <a:lnTo>
                  <a:pt x="141" y="42"/>
                </a:lnTo>
                <a:lnTo>
                  <a:pt x="141" y="43"/>
                </a:lnTo>
                <a:lnTo>
                  <a:pt x="142" y="43"/>
                </a:lnTo>
                <a:lnTo>
                  <a:pt x="143" y="43"/>
                </a:lnTo>
                <a:lnTo>
                  <a:pt x="144" y="43"/>
                </a:lnTo>
                <a:lnTo>
                  <a:pt x="144" y="44"/>
                </a:lnTo>
                <a:lnTo>
                  <a:pt x="145" y="43"/>
                </a:lnTo>
                <a:lnTo>
                  <a:pt x="145" y="44"/>
                </a:lnTo>
                <a:lnTo>
                  <a:pt x="146" y="44"/>
                </a:lnTo>
                <a:lnTo>
                  <a:pt x="147" y="44"/>
                </a:lnTo>
                <a:lnTo>
                  <a:pt x="149" y="44"/>
                </a:lnTo>
                <a:lnTo>
                  <a:pt x="150" y="44"/>
                </a:lnTo>
                <a:lnTo>
                  <a:pt x="151" y="44"/>
                </a:lnTo>
                <a:lnTo>
                  <a:pt x="151" y="43"/>
                </a:lnTo>
                <a:lnTo>
                  <a:pt x="152" y="43"/>
                </a:lnTo>
                <a:lnTo>
                  <a:pt x="153" y="44"/>
                </a:lnTo>
                <a:lnTo>
                  <a:pt x="152" y="45"/>
                </a:lnTo>
                <a:lnTo>
                  <a:pt x="151" y="45"/>
                </a:lnTo>
                <a:lnTo>
                  <a:pt x="152" y="45"/>
                </a:lnTo>
                <a:lnTo>
                  <a:pt x="152" y="46"/>
                </a:lnTo>
                <a:lnTo>
                  <a:pt x="153" y="47"/>
                </a:lnTo>
                <a:lnTo>
                  <a:pt x="154" y="47"/>
                </a:lnTo>
                <a:lnTo>
                  <a:pt x="155" y="46"/>
                </a:lnTo>
                <a:lnTo>
                  <a:pt x="156" y="46"/>
                </a:lnTo>
                <a:lnTo>
                  <a:pt x="156" y="45"/>
                </a:lnTo>
                <a:lnTo>
                  <a:pt x="157" y="46"/>
                </a:lnTo>
                <a:lnTo>
                  <a:pt x="157" y="45"/>
                </a:lnTo>
                <a:lnTo>
                  <a:pt x="157" y="44"/>
                </a:lnTo>
                <a:lnTo>
                  <a:pt x="158" y="44"/>
                </a:lnTo>
                <a:lnTo>
                  <a:pt x="159" y="44"/>
                </a:lnTo>
                <a:lnTo>
                  <a:pt x="160" y="44"/>
                </a:lnTo>
                <a:lnTo>
                  <a:pt x="161" y="44"/>
                </a:lnTo>
                <a:lnTo>
                  <a:pt x="161" y="43"/>
                </a:lnTo>
                <a:lnTo>
                  <a:pt x="162" y="43"/>
                </a:lnTo>
                <a:lnTo>
                  <a:pt x="162" y="42"/>
                </a:lnTo>
                <a:lnTo>
                  <a:pt x="163" y="41"/>
                </a:lnTo>
                <a:lnTo>
                  <a:pt x="164" y="41"/>
                </a:lnTo>
                <a:lnTo>
                  <a:pt x="164" y="42"/>
                </a:lnTo>
                <a:lnTo>
                  <a:pt x="164" y="41"/>
                </a:lnTo>
                <a:lnTo>
                  <a:pt x="165" y="41"/>
                </a:lnTo>
                <a:lnTo>
                  <a:pt x="166" y="40"/>
                </a:lnTo>
                <a:lnTo>
                  <a:pt x="166" y="39"/>
                </a:lnTo>
                <a:lnTo>
                  <a:pt x="167" y="39"/>
                </a:lnTo>
                <a:lnTo>
                  <a:pt x="166" y="39"/>
                </a:lnTo>
                <a:lnTo>
                  <a:pt x="166" y="38"/>
                </a:lnTo>
                <a:lnTo>
                  <a:pt x="167" y="38"/>
                </a:lnTo>
                <a:lnTo>
                  <a:pt x="168" y="37"/>
                </a:lnTo>
                <a:lnTo>
                  <a:pt x="168" y="36"/>
                </a:lnTo>
                <a:lnTo>
                  <a:pt x="169" y="37"/>
                </a:lnTo>
                <a:lnTo>
                  <a:pt x="169" y="36"/>
                </a:lnTo>
                <a:lnTo>
                  <a:pt x="170" y="36"/>
                </a:lnTo>
                <a:lnTo>
                  <a:pt x="171" y="35"/>
                </a:lnTo>
                <a:lnTo>
                  <a:pt x="171" y="34"/>
                </a:lnTo>
                <a:lnTo>
                  <a:pt x="171" y="33"/>
                </a:lnTo>
                <a:lnTo>
                  <a:pt x="170" y="33"/>
                </a:lnTo>
                <a:lnTo>
                  <a:pt x="170" y="32"/>
                </a:lnTo>
                <a:lnTo>
                  <a:pt x="171" y="32"/>
                </a:lnTo>
                <a:lnTo>
                  <a:pt x="171" y="31"/>
                </a:lnTo>
                <a:lnTo>
                  <a:pt x="171" y="30"/>
                </a:lnTo>
                <a:lnTo>
                  <a:pt x="171" y="29"/>
                </a:lnTo>
                <a:lnTo>
                  <a:pt x="171" y="28"/>
                </a:lnTo>
                <a:lnTo>
                  <a:pt x="170" y="28"/>
                </a:lnTo>
                <a:lnTo>
                  <a:pt x="171" y="28"/>
                </a:lnTo>
                <a:lnTo>
                  <a:pt x="172" y="27"/>
                </a:lnTo>
                <a:lnTo>
                  <a:pt x="173" y="27"/>
                </a:lnTo>
                <a:lnTo>
                  <a:pt x="174" y="26"/>
                </a:lnTo>
                <a:lnTo>
                  <a:pt x="174" y="25"/>
                </a:lnTo>
                <a:lnTo>
                  <a:pt x="175" y="25"/>
                </a:lnTo>
                <a:lnTo>
                  <a:pt x="176" y="25"/>
                </a:lnTo>
                <a:lnTo>
                  <a:pt x="178" y="25"/>
                </a:lnTo>
                <a:lnTo>
                  <a:pt x="180" y="25"/>
                </a:lnTo>
                <a:lnTo>
                  <a:pt x="181" y="25"/>
                </a:lnTo>
                <a:lnTo>
                  <a:pt x="182" y="25"/>
                </a:lnTo>
                <a:lnTo>
                  <a:pt x="183" y="25"/>
                </a:lnTo>
                <a:lnTo>
                  <a:pt x="184" y="25"/>
                </a:lnTo>
                <a:lnTo>
                  <a:pt x="185" y="25"/>
                </a:lnTo>
                <a:lnTo>
                  <a:pt x="187" y="24"/>
                </a:lnTo>
                <a:lnTo>
                  <a:pt x="188" y="24"/>
                </a:lnTo>
                <a:lnTo>
                  <a:pt x="189" y="24"/>
                </a:lnTo>
                <a:lnTo>
                  <a:pt x="190" y="24"/>
                </a:lnTo>
                <a:lnTo>
                  <a:pt x="191" y="25"/>
                </a:lnTo>
                <a:lnTo>
                  <a:pt x="192" y="25"/>
                </a:lnTo>
                <a:lnTo>
                  <a:pt x="194" y="26"/>
                </a:lnTo>
                <a:lnTo>
                  <a:pt x="195" y="27"/>
                </a:lnTo>
                <a:lnTo>
                  <a:pt x="196" y="28"/>
                </a:lnTo>
                <a:lnTo>
                  <a:pt x="197" y="29"/>
                </a:lnTo>
                <a:lnTo>
                  <a:pt x="198" y="30"/>
                </a:lnTo>
                <a:lnTo>
                  <a:pt x="199" y="30"/>
                </a:lnTo>
                <a:lnTo>
                  <a:pt x="200" y="31"/>
                </a:lnTo>
                <a:lnTo>
                  <a:pt x="200" y="32"/>
                </a:lnTo>
                <a:lnTo>
                  <a:pt x="201" y="32"/>
                </a:lnTo>
                <a:lnTo>
                  <a:pt x="203" y="33"/>
                </a:lnTo>
                <a:lnTo>
                  <a:pt x="203" y="34"/>
                </a:lnTo>
                <a:lnTo>
                  <a:pt x="204" y="34"/>
                </a:lnTo>
                <a:lnTo>
                  <a:pt x="208" y="35"/>
                </a:lnTo>
                <a:lnTo>
                  <a:pt x="209" y="36"/>
                </a:lnTo>
                <a:lnTo>
                  <a:pt x="211" y="36"/>
                </a:lnTo>
                <a:lnTo>
                  <a:pt x="213" y="37"/>
                </a:lnTo>
                <a:lnTo>
                  <a:pt x="214" y="37"/>
                </a:lnTo>
                <a:lnTo>
                  <a:pt x="215" y="36"/>
                </a:lnTo>
                <a:lnTo>
                  <a:pt x="216" y="36"/>
                </a:lnTo>
                <a:lnTo>
                  <a:pt x="217" y="36"/>
                </a:lnTo>
                <a:lnTo>
                  <a:pt x="220" y="35"/>
                </a:lnTo>
                <a:lnTo>
                  <a:pt x="221" y="34"/>
                </a:lnTo>
                <a:lnTo>
                  <a:pt x="222" y="34"/>
                </a:lnTo>
                <a:lnTo>
                  <a:pt x="223" y="34"/>
                </a:lnTo>
                <a:lnTo>
                  <a:pt x="223" y="33"/>
                </a:lnTo>
                <a:lnTo>
                  <a:pt x="224" y="33"/>
                </a:lnTo>
                <a:lnTo>
                  <a:pt x="224" y="32"/>
                </a:lnTo>
                <a:lnTo>
                  <a:pt x="225" y="32"/>
                </a:lnTo>
                <a:lnTo>
                  <a:pt x="225" y="31"/>
                </a:lnTo>
                <a:lnTo>
                  <a:pt x="226" y="30"/>
                </a:lnTo>
                <a:lnTo>
                  <a:pt x="227" y="29"/>
                </a:lnTo>
                <a:lnTo>
                  <a:pt x="228" y="28"/>
                </a:lnTo>
                <a:lnTo>
                  <a:pt x="229" y="28"/>
                </a:lnTo>
                <a:lnTo>
                  <a:pt x="230" y="27"/>
                </a:lnTo>
                <a:lnTo>
                  <a:pt x="231" y="27"/>
                </a:lnTo>
                <a:lnTo>
                  <a:pt x="231" y="26"/>
                </a:lnTo>
                <a:lnTo>
                  <a:pt x="232" y="26"/>
                </a:lnTo>
                <a:lnTo>
                  <a:pt x="233" y="26"/>
                </a:lnTo>
                <a:lnTo>
                  <a:pt x="234" y="26"/>
                </a:lnTo>
                <a:lnTo>
                  <a:pt x="238" y="26"/>
                </a:lnTo>
                <a:lnTo>
                  <a:pt x="239" y="26"/>
                </a:lnTo>
                <a:lnTo>
                  <a:pt x="240" y="26"/>
                </a:lnTo>
                <a:lnTo>
                  <a:pt x="240" y="27"/>
                </a:lnTo>
                <a:lnTo>
                  <a:pt x="241" y="28"/>
                </a:lnTo>
                <a:lnTo>
                  <a:pt x="241" y="29"/>
                </a:lnTo>
                <a:lnTo>
                  <a:pt x="242" y="30"/>
                </a:lnTo>
                <a:lnTo>
                  <a:pt x="243" y="30"/>
                </a:lnTo>
                <a:lnTo>
                  <a:pt x="243" y="31"/>
                </a:lnTo>
                <a:lnTo>
                  <a:pt x="243" y="30"/>
                </a:lnTo>
                <a:lnTo>
                  <a:pt x="245" y="30"/>
                </a:lnTo>
                <a:lnTo>
                  <a:pt x="246" y="28"/>
                </a:lnTo>
                <a:lnTo>
                  <a:pt x="247" y="28"/>
                </a:lnTo>
                <a:lnTo>
                  <a:pt x="248" y="27"/>
                </a:lnTo>
                <a:lnTo>
                  <a:pt x="249" y="27"/>
                </a:lnTo>
                <a:lnTo>
                  <a:pt x="249" y="26"/>
                </a:lnTo>
                <a:lnTo>
                  <a:pt x="250" y="25"/>
                </a:lnTo>
                <a:lnTo>
                  <a:pt x="251" y="25"/>
                </a:lnTo>
                <a:lnTo>
                  <a:pt x="251" y="24"/>
                </a:lnTo>
                <a:lnTo>
                  <a:pt x="252" y="24"/>
                </a:lnTo>
                <a:lnTo>
                  <a:pt x="254" y="23"/>
                </a:lnTo>
                <a:lnTo>
                  <a:pt x="255" y="23"/>
                </a:lnTo>
                <a:lnTo>
                  <a:pt x="256" y="22"/>
                </a:lnTo>
                <a:lnTo>
                  <a:pt x="257" y="22"/>
                </a:lnTo>
                <a:lnTo>
                  <a:pt x="257" y="21"/>
                </a:lnTo>
                <a:lnTo>
                  <a:pt x="258" y="21"/>
                </a:lnTo>
                <a:lnTo>
                  <a:pt x="259" y="21"/>
                </a:lnTo>
                <a:lnTo>
                  <a:pt x="259" y="20"/>
                </a:lnTo>
                <a:lnTo>
                  <a:pt x="260" y="20"/>
                </a:lnTo>
                <a:lnTo>
                  <a:pt x="261" y="19"/>
                </a:lnTo>
                <a:lnTo>
                  <a:pt x="262" y="19"/>
                </a:lnTo>
                <a:lnTo>
                  <a:pt x="263" y="18"/>
                </a:lnTo>
                <a:lnTo>
                  <a:pt x="264" y="18"/>
                </a:lnTo>
                <a:lnTo>
                  <a:pt x="265" y="18"/>
                </a:lnTo>
                <a:lnTo>
                  <a:pt x="266" y="19"/>
                </a:lnTo>
                <a:lnTo>
                  <a:pt x="267" y="19"/>
                </a:lnTo>
                <a:lnTo>
                  <a:pt x="268" y="18"/>
                </a:lnTo>
                <a:lnTo>
                  <a:pt x="269" y="18"/>
                </a:lnTo>
                <a:lnTo>
                  <a:pt x="269" y="17"/>
                </a:lnTo>
                <a:lnTo>
                  <a:pt x="270" y="16"/>
                </a:lnTo>
                <a:lnTo>
                  <a:pt x="270" y="15"/>
                </a:lnTo>
                <a:lnTo>
                  <a:pt x="270" y="14"/>
                </a:lnTo>
                <a:lnTo>
                  <a:pt x="271" y="13"/>
                </a:lnTo>
                <a:lnTo>
                  <a:pt x="270" y="9"/>
                </a:lnTo>
                <a:lnTo>
                  <a:pt x="270" y="8"/>
                </a:lnTo>
                <a:lnTo>
                  <a:pt x="271" y="7"/>
                </a:lnTo>
                <a:lnTo>
                  <a:pt x="271" y="5"/>
                </a:lnTo>
                <a:lnTo>
                  <a:pt x="272" y="4"/>
                </a:lnTo>
                <a:lnTo>
                  <a:pt x="273" y="2"/>
                </a:lnTo>
                <a:lnTo>
                  <a:pt x="274" y="2"/>
                </a:lnTo>
                <a:lnTo>
                  <a:pt x="274" y="1"/>
                </a:lnTo>
                <a:lnTo>
                  <a:pt x="275" y="1"/>
                </a:lnTo>
                <a:lnTo>
                  <a:pt x="276" y="0"/>
                </a:lnTo>
                <a:lnTo>
                  <a:pt x="277" y="0"/>
                </a:lnTo>
                <a:lnTo>
                  <a:pt x="279" y="0"/>
                </a:lnTo>
                <a:lnTo>
                  <a:pt x="280" y="0"/>
                </a:lnTo>
                <a:lnTo>
                  <a:pt x="280" y="1"/>
                </a:lnTo>
                <a:lnTo>
                  <a:pt x="281" y="1"/>
                </a:lnTo>
                <a:close/>
              </a:path>
            </a:pathLst>
          </a:custGeom>
          <a:solidFill>
            <a:srgbClr val="D7EDF5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2279880" y="1680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2287440" y="167436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0" y="6"/>
                </a:moveTo>
                <a:lnTo>
                  <a:pt x="0" y="5"/>
                </a:lnTo>
                <a:lnTo>
                  <a:pt x="0" y="4"/>
                </a:lnTo>
                <a:lnTo>
                  <a:pt x="1" y="2"/>
                </a:lnTo>
                <a:lnTo>
                  <a:pt x="1" y="1"/>
                </a:lnTo>
                <a:lnTo>
                  <a:pt x="3" y="0"/>
                </a:lnTo>
                <a:lnTo>
                  <a:pt x="3" y="1"/>
                </a:lnTo>
                <a:lnTo>
                  <a:pt x="3" y="4"/>
                </a:lnTo>
                <a:lnTo>
                  <a:pt x="4" y="4"/>
                </a:lnTo>
                <a:lnTo>
                  <a:pt x="4" y="5"/>
                </a:lnTo>
                <a:lnTo>
                  <a:pt x="1" y="6"/>
                </a:lnTo>
                <a:lnTo>
                  <a:pt x="0" y="6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2292480" y="1668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2298240" y="1667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2301120" y="1663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2114280" y="1582920"/>
            <a:ext cx="256320" cy="144000"/>
          </a:xfrm>
          <a:custGeom>
            <a:avLst/>
            <a:gdLst/>
            <a:ahLst/>
            <a:rect l="0" t="0" r="r" b="b"/>
            <a:pathLst>
              <a:path w="712" h="400">
                <a:moveTo>
                  <a:pt x="274" y="1"/>
                </a:moveTo>
                <a:lnTo>
                  <a:pt x="275" y="1"/>
                </a:lnTo>
                <a:lnTo>
                  <a:pt x="276" y="1"/>
                </a:lnTo>
                <a:lnTo>
                  <a:pt x="277" y="2"/>
                </a:lnTo>
                <a:lnTo>
                  <a:pt x="277" y="3"/>
                </a:lnTo>
                <a:lnTo>
                  <a:pt x="278" y="3"/>
                </a:lnTo>
                <a:lnTo>
                  <a:pt x="278" y="2"/>
                </a:lnTo>
                <a:lnTo>
                  <a:pt x="279" y="3"/>
                </a:lnTo>
                <a:lnTo>
                  <a:pt x="281" y="3"/>
                </a:lnTo>
                <a:lnTo>
                  <a:pt x="281" y="4"/>
                </a:lnTo>
                <a:lnTo>
                  <a:pt x="282" y="4"/>
                </a:lnTo>
                <a:lnTo>
                  <a:pt x="283" y="4"/>
                </a:lnTo>
                <a:lnTo>
                  <a:pt x="284" y="5"/>
                </a:lnTo>
                <a:lnTo>
                  <a:pt x="284" y="6"/>
                </a:lnTo>
                <a:lnTo>
                  <a:pt x="284" y="7"/>
                </a:lnTo>
                <a:lnTo>
                  <a:pt x="285" y="7"/>
                </a:lnTo>
                <a:lnTo>
                  <a:pt x="285" y="8"/>
                </a:lnTo>
                <a:lnTo>
                  <a:pt x="286" y="9"/>
                </a:lnTo>
                <a:lnTo>
                  <a:pt x="287" y="8"/>
                </a:lnTo>
                <a:lnTo>
                  <a:pt x="288" y="8"/>
                </a:lnTo>
                <a:lnTo>
                  <a:pt x="289" y="8"/>
                </a:lnTo>
                <a:lnTo>
                  <a:pt x="291" y="9"/>
                </a:lnTo>
                <a:lnTo>
                  <a:pt x="291" y="10"/>
                </a:lnTo>
                <a:lnTo>
                  <a:pt x="292" y="10"/>
                </a:lnTo>
                <a:lnTo>
                  <a:pt x="293" y="10"/>
                </a:lnTo>
                <a:lnTo>
                  <a:pt x="293" y="11"/>
                </a:lnTo>
                <a:lnTo>
                  <a:pt x="294" y="11"/>
                </a:lnTo>
                <a:lnTo>
                  <a:pt x="294" y="12"/>
                </a:lnTo>
                <a:lnTo>
                  <a:pt x="295" y="12"/>
                </a:lnTo>
                <a:lnTo>
                  <a:pt x="294" y="12"/>
                </a:lnTo>
                <a:lnTo>
                  <a:pt x="294" y="13"/>
                </a:lnTo>
                <a:lnTo>
                  <a:pt x="293" y="14"/>
                </a:lnTo>
                <a:lnTo>
                  <a:pt x="294" y="14"/>
                </a:lnTo>
                <a:lnTo>
                  <a:pt x="296" y="14"/>
                </a:lnTo>
                <a:lnTo>
                  <a:pt x="297" y="14"/>
                </a:lnTo>
                <a:lnTo>
                  <a:pt x="297" y="13"/>
                </a:lnTo>
                <a:lnTo>
                  <a:pt x="297" y="14"/>
                </a:lnTo>
                <a:lnTo>
                  <a:pt x="297" y="13"/>
                </a:lnTo>
                <a:lnTo>
                  <a:pt x="299" y="13"/>
                </a:lnTo>
                <a:lnTo>
                  <a:pt x="300" y="13"/>
                </a:lnTo>
                <a:lnTo>
                  <a:pt x="301" y="14"/>
                </a:lnTo>
                <a:lnTo>
                  <a:pt x="302" y="14"/>
                </a:lnTo>
                <a:lnTo>
                  <a:pt x="303" y="14"/>
                </a:lnTo>
                <a:lnTo>
                  <a:pt x="305" y="14"/>
                </a:lnTo>
                <a:lnTo>
                  <a:pt x="306" y="14"/>
                </a:lnTo>
                <a:lnTo>
                  <a:pt x="307" y="14"/>
                </a:lnTo>
                <a:lnTo>
                  <a:pt x="308" y="14"/>
                </a:lnTo>
                <a:lnTo>
                  <a:pt x="309" y="15"/>
                </a:lnTo>
                <a:lnTo>
                  <a:pt x="311" y="15"/>
                </a:lnTo>
                <a:lnTo>
                  <a:pt x="311" y="16"/>
                </a:lnTo>
                <a:lnTo>
                  <a:pt x="312" y="16"/>
                </a:lnTo>
                <a:lnTo>
                  <a:pt x="312" y="15"/>
                </a:lnTo>
                <a:lnTo>
                  <a:pt x="313" y="16"/>
                </a:lnTo>
                <a:lnTo>
                  <a:pt x="314" y="16"/>
                </a:lnTo>
                <a:lnTo>
                  <a:pt x="315" y="16"/>
                </a:lnTo>
                <a:lnTo>
                  <a:pt x="315" y="17"/>
                </a:lnTo>
                <a:lnTo>
                  <a:pt x="315" y="16"/>
                </a:lnTo>
                <a:lnTo>
                  <a:pt x="316" y="16"/>
                </a:lnTo>
                <a:lnTo>
                  <a:pt x="317" y="16"/>
                </a:lnTo>
                <a:lnTo>
                  <a:pt x="317" y="17"/>
                </a:lnTo>
                <a:lnTo>
                  <a:pt x="316" y="17"/>
                </a:lnTo>
                <a:lnTo>
                  <a:pt x="318" y="17"/>
                </a:lnTo>
                <a:lnTo>
                  <a:pt x="319" y="18"/>
                </a:lnTo>
                <a:lnTo>
                  <a:pt x="319" y="19"/>
                </a:lnTo>
                <a:lnTo>
                  <a:pt x="319" y="20"/>
                </a:lnTo>
                <a:lnTo>
                  <a:pt x="319" y="19"/>
                </a:lnTo>
                <a:lnTo>
                  <a:pt x="319" y="17"/>
                </a:lnTo>
                <a:lnTo>
                  <a:pt x="325" y="17"/>
                </a:lnTo>
                <a:lnTo>
                  <a:pt x="325" y="18"/>
                </a:lnTo>
                <a:lnTo>
                  <a:pt x="325" y="19"/>
                </a:lnTo>
                <a:lnTo>
                  <a:pt x="324" y="19"/>
                </a:lnTo>
                <a:lnTo>
                  <a:pt x="324" y="20"/>
                </a:lnTo>
                <a:lnTo>
                  <a:pt x="325" y="21"/>
                </a:lnTo>
                <a:lnTo>
                  <a:pt x="325" y="20"/>
                </a:lnTo>
                <a:lnTo>
                  <a:pt x="325" y="19"/>
                </a:lnTo>
                <a:lnTo>
                  <a:pt x="326" y="18"/>
                </a:lnTo>
                <a:lnTo>
                  <a:pt x="327" y="18"/>
                </a:lnTo>
                <a:lnTo>
                  <a:pt x="328" y="18"/>
                </a:lnTo>
                <a:lnTo>
                  <a:pt x="330" y="18"/>
                </a:lnTo>
                <a:lnTo>
                  <a:pt x="332" y="18"/>
                </a:lnTo>
                <a:lnTo>
                  <a:pt x="333" y="19"/>
                </a:lnTo>
                <a:lnTo>
                  <a:pt x="333" y="21"/>
                </a:lnTo>
                <a:lnTo>
                  <a:pt x="334" y="21"/>
                </a:lnTo>
                <a:lnTo>
                  <a:pt x="334" y="23"/>
                </a:lnTo>
                <a:lnTo>
                  <a:pt x="335" y="23"/>
                </a:lnTo>
                <a:lnTo>
                  <a:pt x="336" y="24"/>
                </a:lnTo>
                <a:lnTo>
                  <a:pt x="337" y="23"/>
                </a:lnTo>
                <a:lnTo>
                  <a:pt x="338" y="23"/>
                </a:lnTo>
                <a:lnTo>
                  <a:pt x="339" y="24"/>
                </a:lnTo>
                <a:lnTo>
                  <a:pt x="341" y="24"/>
                </a:lnTo>
                <a:lnTo>
                  <a:pt x="342" y="24"/>
                </a:lnTo>
                <a:lnTo>
                  <a:pt x="343" y="24"/>
                </a:lnTo>
                <a:lnTo>
                  <a:pt x="343" y="23"/>
                </a:lnTo>
                <a:lnTo>
                  <a:pt x="342" y="23"/>
                </a:lnTo>
                <a:lnTo>
                  <a:pt x="342" y="22"/>
                </a:lnTo>
                <a:lnTo>
                  <a:pt x="342" y="21"/>
                </a:lnTo>
                <a:lnTo>
                  <a:pt x="342" y="20"/>
                </a:lnTo>
                <a:lnTo>
                  <a:pt x="343" y="20"/>
                </a:lnTo>
                <a:lnTo>
                  <a:pt x="343" y="19"/>
                </a:lnTo>
                <a:lnTo>
                  <a:pt x="344" y="20"/>
                </a:lnTo>
                <a:lnTo>
                  <a:pt x="345" y="20"/>
                </a:lnTo>
                <a:lnTo>
                  <a:pt x="345" y="19"/>
                </a:lnTo>
                <a:lnTo>
                  <a:pt x="346" y="19"/>
                </a:lnTo>
                <a:lnTo>
                  <a:pt x="346" y="18"/>
                </a:lnTo>
                <a:lnTo>
                  <a:pt x="345" y="18"/>
                </a:lnTo>
                <a:lnTo>
                  <a:pt x="345" y="17"/>
                </a:lnTo>
                <a:lnTo>
                  <a:pt x="347" y="16"/>
                </a:lnTo>
                <a:lnTo>
                  <a:pt x="348" y="16"/>
                </a:lnTo>
                <a:lnTo>
                  <a:pt x="348" y="17"/>
                </a:lnTo>
                <a:lnTo>
                  <a:pt x="348" y="18"/>
                </a:lnTo>
                <a:lnTo>
                  <a:pt x="349" y="18"/>
                </a:lnTo>
                <a:lnTo>
                  <a:pt x="349" y="17"/>
                </a:lnTo>
                <a:lnTo>
                  <a:pt x="350" y="17"/>
                </a:lnTo>
                <a:lnTo>
                  <a:pt x="351" y="17"/>
                </a:lnTo>
                <a:lnTo>
                  <a:pt x="351" y="18"/>
                </a:lnTo>
                <a:lnTo>
                  <a:pt x="350" y="18"/>
                </a:lnTo>
                <a:lnTo>
                  <a:pt x="351" y="18"/>
                </a:lnTo>
                <a:lnTo>
                  <a:pt x="352" y="18"/>
                </a:lnTo>
                <a:lnTo>
                  <a:pt x="352" y="19"/>
                </a:lnTo>
                <a:lnTo>
                  <a:pt x="353" y="19"/>
                </a:lnTo>
                <a:lnTo>
                  <a:pt x="353" y="20"/>
                </a:lnTo>
                <a:lnTo>
                  <a:pt x="354" y="20"/>
                </a:lnTo>
                <a:lnTo>
                  <a:pt x="355" y="20"/>
                </a:lnTo>
                <a:lnTo>
                  <a:pt x="356" y="20"/>
                </a:lnTo>
                <a:lnTo>
                  <a:pt x="357" y="20"/>
                </a:lnTo>
                <a:lnTo>
                  <a:pt x="358" y="20"/>
                </a:lnTo>
                <a:lnTo>
                  <a:pt x="359" y="20"/>
                </a:lnTo>
                <a:lnTo>
                  <a:pt x="360" y="20"/>
                </a:lnTo>
                <a:lnTo>
                  <a:pt x="361" y="19"/>
                </a:lnTo>
                <a:lnTo>
                  <a:pt x="361" y="17"/>
                </a:lnTo>
                <a:lnTo>
                  <a:pt x="360" y="17"/>
                </a:lnTo>
                <a:lnTo>
                  <a:pt x="360" y="16"/>
                </a:lnTo>
                <a:lnTo>
                  <a:pt x="361" y="16"/>
                </a:lnTo>
                <a:lnTo>
                  <a:pt x="360" y="15"/>
                </a:lnTo>
                <a:lnTo>
                  <a:pt x="360" y="14"/>
                </a:lnTo>
                <a:lnTo>
                  <a:pt x="360" y="13"/>
                </a:lnTo>
                <a:lnTo>
                  <a:pt x="362" y="13"/>
                </a:lnTo>
                <a:lnTo>
                  <a:pt x="364" y="13"/>
                </a:lnTo>
                <a:lnTo>
                  <a:pt x="364" y="14"/>
                </a:lnTo>
                <a:lnTo>
                  <a:pt x="364" y="16"/>
                </a:lnTo>
                <a:lnTo>
                  <a:pt x="365" y="16"/>
                </a:lnTo>
                <a:lnTo>
                  <a:pt x="367" y="16"/>
                </a:lnTo>
                <a:lnTo>
                  <a:pt x="367" y="15"/>
                </a:lnTo>
                <a:lnTo>
                  <a:pt x="368" y="14"/>
                </a:lnTo>
                <a:lnTo>
                  <a:pt x="368" y="15"/>
                </a:lnTo>
                <a:lnTo>
                  <a:pt x="373" y="18"/>
                </a:lnTo>
                <a:lnTo>
                  <a:pt x="374" y="19"/>
                </a:lnTo>
                <a:lnTo>
                  <a:pt x="373" y="19"/>
                </a:lnTo>
                <a:lnTo>
                  <a:pt x="372" y="20"/>
                </a:lnTo>
                <a:lnTo>
                  <a:pt x="373" y="20"/>
                </a:lnTo>
                <a:lnTo>
                  <a:pt x="374" y="20"/>
                </a:lnTo>
                <a:lnTo>
                  <a:pt x="375" y="20"/>
                </a:lnTo>
                <a:lnTo>
                  <a:pt x="375" y="22"/>
                </a:lnTo>
                <a:lnTo>
                  <a:pt x="375" y="23"/>
                </a:lnTo>
                <a:lnTo>
                  <a:pt x="376" y="23"/>
                </a:lnTo>
                <a:lnTo>
                  <a:pt x="376" y="24"/>
                </a:lnTo>
                <a:lnTo>
                  <a:pt x="376" y="25"/>
                </a:lnTo>
                <a:lnTo>
                  <a:pt x="376" y="26"/>
                </a:lnTo>
                <a:lnTo>
                  <a:pt x="375" y="26"/>
                </a:lnTo>
                <a:lnTo>
                  <a:pt x="375" y="27"/>
                </a:lnTo>
                <a:lnTo>
                  <a:pt x="376" y="28"/>
                </a:lnTo>
                <a:lnTo>
                  <a:pt x="376" y="29"/>
                </a:lnTo>
                <a:lnTo>
                  <a:pt x="377" y="30"/>
                </a:lnTo>
                <a:lnTo>
                  <a:pt x="378" y="33"/>
                </a:lnTo>
                <a:lnTo>
                  <a:pt x="379" y="33"/>
                </a:lnTo>
                <a:lnTo>
                  <a:pt x="381" y="33"/>
                </a:lnTo>
                <a:lnTo>
                  <a:pt x="382" y="34"/>
                </a:lnTo>
                <a:lnTo>
                  <a:pt x="384" y="35"/>
                </a:lnTo>
                <a:lnTo>
                  <a:pt x="384" y="36"/>
                </a:lnTo>
                <a:lnTo>
                  <a:pt x="385" y="36"/>
                </a:lnTo>
                <a:lnTo>
                  <a:pt x="386" y="37"/>
                </a:lnTo>
                <a:lnTo>
                  <a:pt x="386" y="40"/>
                </a:lnTo>
                <a:lnTo>
                  <a:pt x="387" y="43"/>
                </a:lnTo>
                <a:lnTo>
                  <a:pt x="387" y="44"/>
                </a:lnTo>
                <a:lnTo>
                  <a:pt x="386" y="45"/>
                </a:lnTo>
                <a:lnTo>
                  <a:pt x="385" y="45"/>
                </a:lnTo>
                <a:lnTo>
                  <a:pt x="384" y="45"/>
                </a:lnTo>
                <a:lnTo>
                  <a:pt x="384" y="46"/>
                </a:lnTo>
                <a:lnTo>
                  <a:pt x="384" y="47"/>
                </a:lnTo>
                <a:lnTo>
                  <a:pt x="385" y="47"/>
                </a:lnTo>
                <a:lnTo>
                  <a:pt x="386" y="47"/>
                </a:lnTo>
                <a:lnTo>
                  <a:pt x="387" y="48"/>
                </a:lnTo>
                <a:lnTo>
                  <a:pt x="386" y="49"/>
                </a:lnTo>
                <a:lnTo>
                  <a:pt x="386" y="50"/>
                </a:lnTo>
                <a:lnTo>
                  <a:pt x="385" y="50"/>
                </a:lnTo>
                <a:lnTo>
                  <a:pt x="385" y="51"/>
                </a:lnTo>
                <a:lnTo>
                  <a:pt x="386" y="51"/>
                </a:lnTo>
                <a:lnTo>
                  <a:pt x="386" y="50"/>
                </a:lnTo>
                <a:lnTo>
                  <a:pt x="389" y="51"/>
                </a:lnTo>
                <a:lnTo>
                  <a:pt x="389" y="50"/>
                </a:lnTo>
                <a:lnTo>
                  <a:pt x="390" y="50"/>
                </a:lnTo>
                <a:lnTo>
                  <a:pt x="392" y="50"/>
                </a:lnTo>
                <a:lnTo>
                  <a:pt x="392" y="51"/>
                </a:lnTo>
                <a:lnTo>
                  <a:pt x="393" y="52"/>
                </a:lnTo>
                <a:lnTo>
                  <a:pt x="394" y="51"/>
                </a:lnTo>
                <a:lnTo>
                  <a:pt x="395" y="50"/>
                </a:lnTo>
                <a:lnTo>
                  <a:pt x="395" y="49"/>
                </a:lnTo>
                <a:lnTo>
                  <a:pt x="396" y="49"/>
                </a:lnTo>
                <a:lnTo>
                  <a:pt x="397" y="49"/>
                </a:lnTo>
                <a:lnTo>
                  <a:pt x="397" y="50"/>
                </a:lnTo>
                <a:lnTo>
                  <a:pt x="398" y="51"/>
                </a:lnTo>
                <a:lnTo>
                  <a:pt x="399" y="51"/>
                </a:lnTo>
                <a:lnTo>
                  <a:pt x="399" y="50"/>
                </a:lnTo>
                <a:lnTo>
                  <a:pt x="400" y="50"/>
                </a:lnTo>
                <a:lnTo>
                  <a:pt x="400" y="49"/>
                </a:lnTo>
                <a:lnTo>
                  <a:pt x="401" y="49"/>
                </a:lnTo>
                <a:lnTo>
                  <a:pt x="402" y="49"/>
                </a:lnTo>
                <a:lnTo>
                  <a:pt x="403" y="49"/>
                </a:lnTo>
                <a:lnTo>
                  <a:pt x="403" y="48"/>
                </a:lnTo>
                <a:lnTo>
                  <a:pt x="404" y="48"/>
                </a:lnTo>
                <a:lnTo>
                  <a:pt x="404" y="49"/>
                </a:lnTo>
                <a:lnTo>
                  <a:pt x="405" y="49"/>
                </a:lnTo>
                <a:lnTo>
                  <a:pt x="404" y="50"/>
                </a:lnTo>
                <a:lnTo>
                  <a:pt x="405" y="50"/>
                </a:lnTo>
                <a:lnTo>
                  <a:pt x="405" y="51"/>
                </a:lnTo>
                <a:lnTo>
                  <a:pt x="403" y="52"/>
                </a:lnTo>
                <a:lnTo>
                  <a:pt x="403" y="51"/>
                </a:lnTo>
                <a:lnTo>
                  <a:pt x="402" y="52"/>
                </a:lnTo>
                <a:lnTo>
                  <a:pt x="401" y="52"/>
                </a:lnTo>
                <a:lnTo>
                  <a:pt x="401" y="53"/>
                </a:lnTo>
                <a:lnTo>
                  <a:pt x="400" y="53"/>
                </a:lnTo>
                <a:lnTo>
                  <a:pt x="399" y="53"/>
                </a:lnTo>
                <a:lnTo>
                  <a:pt x="398" y="53"/>
                </a:lnTo>
                <a:lnTo>
                  <a:pt x="397" y="53"/>
                </a:lnTo>
                <a:lnTo>
                  <a:pt x="396" y="52"/>
                </a:lnTo>
                <a:lnTo>
                  <a:pt x="395" y="52"/>
                </a:lnTo>
                <a:lnTo>
                  <a:pt x="395" y="53"/>
                </a:lnTo>
                <a:lnTo>
                  <a:pt x="394" y="54"/>
                </a:lnTo>
                <a:lnTo>
                  <a:pt x="395" y="55"/>
                </a:lnTo>
                <a:lnTo>
                  <a:pt x="396" y="55"/>
                </a:lnTo>
                <a:lnTo>
                  <a:pt x="396" y="56"/>
                </a:lnTo>
                <a:lnTo>
                  <a:pt x="397" y="56"/>
                </a:lnTo>
                <a:lnTo>
                  <a:pt x="398" y="57"/>
                </a:lnTo>
                <a:lnTo>
                  <a:pt x="399" y="57"/>
                </a:lnTo>
                <a:lnTo>
                  <a:pt x="400" y="58"/>
                </a:lnTo>
                <a:lnTo>
                  <a:pt x="401" y="60"/>
                </a:lnTo>
                <a:lnTo>
                  <a:pt x="402" y="60"/>
                </a:lnTo>
                <a:lnTo>
                  <a:pt x="403" y="61"/>
                </a:lnTo>
                <a:lnTo>
                  <a:pt x="403" y="62"/>
                </a:lnTo>
                <a:lnTo>
                  <a:pt x="402" y="61"/>
                </a:lnTo>
                <a:lnTo>
                  <a:pt x="398" y="58"/>
                </a:lnTo>
                <a:lnTo>
                  <a:pt x="396" y="56"/>
                </a:lnTo>
                <a:lnTo>
                  <a:pt x="398" y="58"/>
                </a:lnTo>
                <a:lnTo>
                  <a:pt x="400" y="60"/>
                </a:lnTo>
                <a:lnTo>
                  <a:pt x="402" y="63"/>
                </a:lnTo>
                <a:lnTo>
                  <a:pt x="401" y="63"/>
                </a:lnTo>
                <a:lnTo>
                  <a:pt x="400" y="63"/>
                </a:lnTo>
                <a:lnTo>
                  <a:pt x="400" y="61"/>
                </a:lnTo>
                <a:lnTo>
                  <a:pt x="399" y="60"/>
                </a:lnTo>
                <a:lnTo>
                  <a:pt x="398" y="59"/>
                </a:lnTo>
                <a:lnTo>
                  <a:pt x="396" y="58"/>
                </a:lnTo>
                <a:lnTo>
                  <a:pt x="395" y="57"/>
                </a:lnTo>
                <a:lnTo>
                  <a:pt x="394" y="57"/>
                </a:lnTo>
                <a:lnTo>
                  <a:pt x="393" y="57"/>
                </a:lnTo>
                <a:lnTo>
                  <a:pt x="392" y="57"/>
                </a:lnTo>
                <a:lnTo>
                  <a:pt x="389" y="57"/>
                </a:lnTo>
                <a:lnTo>
                  <a:pt x="388" y="57"/>
                </a:lnTo>
                <a:lnTo>
                  <a:pt x="388" y="58"/>
                </a:lnTo>
                <a:lnTo>
                  <a:pt x="387" y="58"/>
                </a:lnTo>
                <a:lnTo>
                  <a:pt x="386" y="58"/>
                </a:lnTo>
                <a:lnTo>
                  <a:pt x="385" y="57"/>
                </a:lnTo>
                <a:lnTo>
                  <a:pt x="384" y="56"/>
                </a:lnTo>
                <a:lnTo>
                  <a:pt x="383" y="56"/>
                </a:lnTo>
                <a:lnTo>
                  <a:pt x="382" y="56"/>
                </a:lnTo>
                <a:lnTo>
                  <a:pt x="381" y="56"/>
                </a:lnTo>
                <a:lnTo>
                  <a:pt x="380" y="56"/>
                </a:lnTo>
                <a:lnTo>
                  <a:pt x="380" y="57"/>
                </a:lnTo>
                <a:lnTo>
                  <a:pt x="381" y="57"/>
                </a:lnTo>
                <a:lnTo>
                  <a:pt x="381" y="58"/>
                </a:lnTo>
                <a:lnTo>
                  <a:pt x="381" y="59"/>
                </a:lnTo>
                <a:lnTo>
                  <a:pt x="381" y="60"/>
                </a:lnTo>
                <a:lnTo>
                  <a:pt x="381" y="62"/>
                </a:lnTo>
                <a:lnTo>
                  <a:pt x="380" y="62"/>
                </a:lnTo>
                <a:lnTo>
                  <a:pt x="380" y="63"/>
                </a:lnTo>
                <a:lnTo>
                  <a:pt x="379" y="63"/>
                </a:lnTo>
                <a:lnTo>
                  <a:pt x="378" y="63"/>
                </a:lnTo>
                <a:lnTo>
                  <a:pt x="378" y="64"/>
                </a:lnTo>
                <a:lnTo>
                  <a:pt x="377" y="64"/>
                </a:lnTo>
                <a:lnTo>
                  <a:pt x="376" y="66"/>
                </a:lnTo>
                <a:lnTo>
                  <a:pt x="375" y="67"/>
                </a:lnTo>
                <a:lnTo>
                  <a:pt x="374" y="69"/>
                </a:lnTo>
                <a:lnTo>
                  <a:pt x="374" y="70"/>
                </a:lnTo>
                <a:lnTo>
                  <a:pt x="373" y="71"/>
                </a:lnTo>
                <a:lnTo>
                  <a:pt x="372" y="73"/>
                </a:lnTo>
                <a:lnTo>
                  <a:pt x="371" y="75"/>
                </a:lnTo>
                <a:lnTo>
                  <a:pt x="371" y="76"/>
                </a:lnTo>
                <a:lnTo>
                  <a:pt x="370" y="76"/>
                </a:lnTo>
                <a:lnTo>
                  <a:pt x="369" y="77"/>
                </a:lnTo>
                <a:lnTo>
                  <a:pt x="368" y="76"/>
                </a:lnTo>
                <a:lnTo>
                  <a:pt x="368" y="77"/>
                </a:lnTo>
                <a:lnTo>
                  <a:pt x="369" y="77"/>
                </a:lnTo>
                <a:lnTo>
                  <a:pt x="370" y="77"/>
                </a:lnTo>
                <a:lnTo>
                  <a:pt x="370" y="78"/>
                </a:lnTo>
                <a:lnTo>
                  <a:pt x="370" y="80"/>
                </a:lnTo>
                <a:lnTo>
                  <a:pt x="371" y="80"/>
                </a:lnTo>
                <a:lnTo>
                  <a:pt x="371" y="81"/>
                </a:lnTo>
                <a:lnTo>
                  <a:pt x="372" y="81"/>
                </a:lnTo>
                <a:lnTo>
                  <a:pt x="372" y="82"/>
                </a:lnTo>
                <a:lnTo>
                  <a:pt x="371" y="83"/>
                </a:lnTo>
                <a:lnTo>
                  <a:pt x="371" y="84"/>
                </a:lnTo>
                <a:lnTo>
                  <a:pt x="371" y="85"/>
                </a:lnTo>
                <a:lnTo>
                  <a:pt x="371" y="86"/>
                </a:lnTo>
                <a:lnTo>
                  <a:pt x="370" y="86"/>
                </a:lnTo>
                <a:lnTo>
                  <a:pt x="370" y="87"/>
                </a:lnTo>
                <a:lnTo>
                  <a:pt x="370" y="88"/>
                </a:lnTo>
                <a:lnTo>
                  <a:pt x="371" y="90"/>
                </a:lnTo>
                <a:lnTo>
                  <a:pt x="371" y="91"/>
                </a:lnTo>
                <a:lnTo>
                  <a:pt x="372" y="92"/>
                </a:lnTo>
                <a:lnTo>
                  <a:pt x="372" y="94"/>
                </a:lnTo>
                <a:lnTo>
                  <a:pt x="371" y="94"/>
                </a:lnTo>
                <a:lnTo>
                  <a:pt x="370" y="94"/>
                </a:lnTo>
                <a:lnTo>
                  <a:pt x="369" y="93"/>
                </a:lnTo>
                <a:lnTo>
                  <a:pt x="368" y="92"/>
                </a:lnTo>
                <a:lnTo>
                  <a:pt x="367" y="92"/>
                </a:lnTo>
                <a:lnTo>
                  <a:pt x="367" y="94"/>
                </a:lnTo>
                <a:lnTo>
                  <a:pt x="368" y="94"/>
                </a:lnTo>
                <a:lnTo>
                  <a:pt x="368" y="93"/>
                </a:lnTo>
                <a:lnTo>
                  <a:pt x="368" y="94"/>
                </a:lnTo>
                <a:lnTo>
                  <a:pt x="369" y="94"/>
                </a:lnTo>
                <a:lnTo>
                  <a:pt x="368" y="94"/>
                </a:lnTo>
                <a:lnTo>
                  <a:pt x="368" y="95"/>
                </a:lnTo>
                <a:lnTo>
                  <a:pt x="367" y="95"/>
                </a:lnTo>
                <a:lnTo>
                  <a:pt x="367" y="96"/>
                </a:lnTo>
                <a:lnTo>
                  <a:pt x="367" y="97"/>
                </a:lnTo>
                <a:lnTo>
                  <a:pt x="366" y="97"/>
                </a:lnTo>
                <a:lnTo>
                  <a:pt x="367" y="97"/>
                </a:lnTo>
                <a:lnTo>
                  <a:pt x="368" y="96"/>
                </a:lnTo>
                <a:lnTo>
                  <a:pt x="369" y="95"/>
                </a:lnTo>
                <a:lnTo>
                  <a:pt x="370" y="95"/>
                </a:lnTo>
                <a:lnTo>
                  <a:pt x="371" y="95"/>
                </a:lnTo>
                <a:lnTo>
                  <a:pt x="372" y="95"/>
                </a:lnTo>
                <a:lnTo>
                  <a:pt x="373" y="95"/>
                </a:lnTo>
                <a:lnTo>
                  <a:pt x="373" y="96"/>
                </a:lnTo>
                <a:lnTo>
                  <a:pt x="373" y="97"/>
                </a:lnTo>
                <a:lnTo>
                  <a:pt x="374" y="99"/>
                </a:lnTo>
                <a:lnTo>
                  <a:pt x="375" y="99"/>
                </a:lnTo>
                <a:lnTo>
                  <a:pt x="375" y="100"/>
                </a:lnTo>
                <a:lnTo>
                  <a:pt x="375" y="102"/>
                </a:lnTo>
                <a:lnTo>
                  <a:pt x="376" y="102"/>
                </a:lnTo>
                <a:lnTo>
                  <a:pt x="377" y="102"/>
                </a:lnTo>
                <a:lnTo>
                  <a:pt x="378" y="103"/>
                </a:lnTo>
                <a:lnTo>
                  <a:pt x="381" y="103"/>
                </a:lnTo>
                <a:lnTo>
                  <a:pt x="382" y="104"/>
                </a:lnTo>
                <a:lnTo>
                  <a:pt x="382" y="105"/>
                </a:lnTo>
                <a:lnTo>
                  <a:pt x="383" y="105"/>
                </a:lnTo>
                <a:lnTo>
                  <a:pt x="383" y="106"/>
                </a:lnTo>
                <a:lnTo>
                  <a:pt x="384" y="106"/>
                </a:lnTo>
                <a:lnTo>
                  <a:pt x="384" y="107"/>
                </a:lnTo>
                <a:lnTo>
                  <a:pt x="385" y="107"/>
                </a:lnTo>
                <a:lnTo>
                  <a:pt x="387" y="109"/>
                </a:lnTo>
                <a:lnTo>
                  <a:pt x="388" y="109"/>
                </a:lnTo>
                <a:lnTo>
                  <a:pt x="389" y="108"/>
                </a:lnTo>
                <a:lnTo>
                  <a:pt x="389" y="109"/>
                </a:lnTo>
                <a:lnTo>
                  <a:pt x="390" y="109"/>
                </a:lnTo>
                <a:lnTo>
                  <a:pt x="390" y="107"/>
                </a:lnTo>
                <a:lnTo>
                  <a:pt x="390" y="106"/>
                </a:lnTo>
                <a:lnTo>
                  <a:pt x="391" y="107"/>
                </a:lnTo>
                <a:lnTo>
                  <a:pt x="392" y="107"/>
                </a:lnTo>
                <a:lnTo>
                  <a:pt x="393" y="107"/>
                </a:lnTo>
                <a:lnTo>
                  <a:pt x="395" y="108"/>
                </a:lnTo>
                <a:lnTo>
                  <a:pt x="394" y="111"/>
                </a:lnTo>
                <a:lnTo>
                  <a:pt x="396" y="111"/>
                </a:lnTo>
                <a:lnTo>
                  <a:pt x="396" y="109"/>
                </a:lnTo>
                <a:lnTo>
                  <a:pt x="396" y="108"/>
                </a:lnTo>
                <a:lnTo>
                  <a:pt x="397" y="108"/>
                </a:lnTo>
                <a:lnTo>
                  <a:pt x="398" y="108"/>
                </a:lnTo>
                <a:lnTo>
                  <a:pt x="400" y="110"/>
                </a:lnTo>
                <a:lnTo>
                  <a:pt x="401" y="110"/>
                </a:lnTo>
                <a:lnTo>
                  <a:pt x="403" y="109"/>
                </a:lnTo>
                <a:lnTo>
                  <a:pt x="403" y="110"/>
                </a:lnTo>
                <a:lnTo>
                  <a:pt x="404" y="111"/>
                </a:lnTo>
                <a:lnTo>
                  <a:pt x="403" y="112"/>
                </a:lnTo>
                <a:lnTo>
                  <a:pt x="403" y="114"/>
                </a:lnTo>
                <a:lnTo>
                  <a:pt x="404" y="114"/>
                </a:lnTo>
                <a:lnTo>
                  <a:pt x="404" y="115"/>
                </a:lnTo>
                <a:lnTo>
                  <a:pt x="401" y="121"/>
                </a:lnTo>
                <a:lnTo>
                  <a:pt x="402" y="121"/>
                </a:lnTo>
                <a:lnTo>
                  <a:pt x="403" y="121"/>
                </a:lnTo>
                <a:lnTo>
                  <a:pt x="404" y="121"/>
                </a:lnTo>
                <a:lnTo>
                  <a:pt x="404" y="120"/>
                </a:lnTo>
                <a:lnTo>
                  <a:pt x="405" y="120"/>
                </a:lnTo>
                <a:lnTo>
                  <a:pt x="406" y="120"/>
                </a:lnTo>
                <a:lnTo>
                  <a:pt x="406" y="121"/>
                </a:lnTo>
                <a:lnTo>
                  <a:pt x="407" y="121"/>
                </a:lnTo>
                <a:lnTo>
                  <a:pt x="407" y="122"/>
                </a:lnTo>
                <a:lnTo>
                  <a:pt x="407" y="123"/>
                </a:lnTo>
                <a:lnTo>
                  <a:pt x="408" y="123"/>
                </a:lnTo>
                <a:lnTo>
                  <a:pt x="408" y="124"/>
                </a:lnTo>
                <a:lnTo>
                  <a:pt x="408" y="123"/>
                </a:lnTo>
                <a:lnTo>
                  <a:pt x="408" y="122"/>
                </a:lnTo>
                <a:lnTo>
                  <a:pt x="408" y="121"/>
                </a:lnTo>
                <a:lnTo>
                  <a:pt x="409" y="121"/>
                </a:lnTo>
                <a:lnTo>
                  <a:pt x="409" y="120"/>
                </a:lnTo>
                <a:lnTo>
                  <a:pt x="410" y="120"/>
                </a:lnTo>
                <a:lnTo>
                  <a:pt x="411" y="120"/>
                </a:lnTo>
                <a:lnTo>
                  <a:pt x="411" y="119"/>
                </a:lnTo>
                <a:lnTo>
                  <a:pt x="412" y="119"/>
                </a:lnTo>
                <a:lnTo>
                  <a:pt x="412" y="118"/>
                </a:lnTo>
                <a:lnTo>
                  <a:pt x="414" y="118"/>
                </a:lnTo>
                <a:lnTo>
                  <a:pt x="417" y="118"/>
                </a:lnTo>
                <a:lnTo>
                  <a:pt x="417" y="119"/>
                </a:lnTo>
                <a:lnTo>
                  <a:pt x="420" y="119"/>
                </a:lnTo>
                <a:lnTo>
                  <a:pt x="420" y="120"/>
                </a:lnTo>
                <a:lnTo>
                  <a:pt x="420" y="121"/>
                </a:lnTo>
                <a:lnTo>
                  <a:pt x="421" y="121"/>
                </a:lnTo>
                <a:lnTo>
                  <a:pt x="421" y="122"/>
                </a:lnTo>
                <a:lnTo>
                  <a:pt x="421" y="121"/>
                </a:lnTo>
                <a:lnTo>
                  <a:pt x="422" y="121"/>
                </a:lnTo>
                <a:lnTo>
                  <a:pt x="422" y="120"/>
                </a:lnTo>
                <a:lnTo>
                  <a:pt x="422" y="119"/>
                </a:lnTo>
                <a:lnTo>
                  <a:pt x="423" y="119"/>
                </a:lnTo>
                <a:lnTo>
                  <a:pt x="423" y="118"/>
                </a:lnTo>
                <a:lnTo>
                  <a:pt x="428" y="118"/>
                </a:lnTo>
                <a:lnTo>
                  <a:pt x="428" y="120"/>
                </a:lnTo>
                <a:lnTo>
                  <a:pt x="428" y="121"/>
                </a:lnTo>
                <a:lnTo>
                  <a:pt x="428" y="122"/>
                </a:lnTo>
                <a:lnTo>
                  <a:pt x="427" y="122"/>
                </a:lnTo>
                <a:lnTo>
                  <a:pt x="427" y="123"/>
                </a:lnTo>
                <a:lnTo>
                  <a:pt x="427" y="124"/>
                </a:lnTo>
                <a:lnTo>
                  <a:pt x="427" y="125"/>
                </a:lnTo>
                <a:lnTo>
                  <a:pt x="428" y="125"/>
                </a:lnTo>
                <a:lnTo>
                  <a:pt x="429" y="125"/>
                </a:lnTo>
                <a:lnTo>
                  <a:pt x="428" y="125"/>
                </a:lnTo>
                <a:lnTo>
                  <a:pt x="428" y="124"/>
                </a:lnTo>
                <a:lnTo>
                  <a:pt x="428" y="123"/>
                </a:lnTo>
                <a:lnTo>
                  <a:pt x="429" y="123"/>
                </a:lnTo>
                <a:lnTo>
                  <a:pt x="429" y="122"/>
                </a:lnTo>
                <a:lnTo>
                  <a:pt x="430" y="121"/>
                </a:lnTo>
                <a:lnTo>
                  <a:pt x="430" y="120"/>
                </a:lnTo>
                <a:lnTo>
                  <a:pt x="431" y="120"/>
                </a:lnTo>
                <a:lnTo>
                  <a:pt x="431" y="119"/>
                </a:lnTo>
                <a:lnTo>
                  <a:pt x="432" y="119"/>
                </a:lnTo>
                <a:lnTo>
                  <a:pt x="431" y="118"/>
                </a:lnTo>
                <a:lnTo>
                  <a:pt x="433" y="117"/>
                </a:lnTo>
                <a:lnTo>
                  <a:pt x="434" y="117"/>
                </a:lnTo>
                <a:lnTo>
                  <a:pt x="434" y="116"/>
                </a:lnTo>
                <a:lnTo>
                  <a:pt x="434" y="117"/>
                </a:lnTo>
                <a:lnTo>
                  <a:pt x="439" y="117"/>
                </a:lnTo>
                <a:lnTo>
                  <a:pt x="439" y="118"/>
                </a:lnTo>
                <a:lnTo>
                  <a:pt x="439" y="119"/>
                </a:lnTo>
                <a:lnTo>
                  <a:pt x="442" y="118"/>
                </a:lnTo>
                <a:lnTo>
                  <a:pt x="442" y="117"/>
                </a:lnTo>
                <a:lnTo>
                  <a:pt x="441" y="116"/>
                </a:lnTo>
                <a:lnTo>
                  <a:pt x="443" y="116"/>
                </a:lnTo>
                <a:lnTo>
                  <a:pt x="443" y="117"/>
                </a:lnTo>
                <a:lnTo>
                  <a:pt x="443" y="118"/>
                </a:lnTo>
                <a:lnTo>
                  <a:pt x="444" y="118"/>
                </a:lnTo>
                <a:lnTo>
                  <a:pt x="446" y="118"/>
                </a:lnTo>
                <a:lnTo>
                  <a:pt x="446" y="116"/>
                </a:lnTo>
                <a:lnTo>
                  <a:pt x="446" y="115"/>
                </a:lnTo>
                <a:lnTo>
                  <a:pt x="448" y="114"/>
                </a:lnTo>
                <a:lnTo>
                  <a:pt x="448" y="113"/>
                </a:lnTo>
                <a:lnTo>
                  <a:pt x="449" y="113"/>
                </a:lnTo>
                <a:lnTo>
                  <a:pt x="449" y="112"/>
                </a:lnTo>
                <a:lnTo>
                  <a:pt x="450" y="112"/>
                </a:lnTo>
                <a:lnTo>
                  <a:pt x="451" y="111"/>
                </a:lnTo>
                <a:lnTo>
                  <a:pt x="451" y="112"/>
                </a:lnTo>
                <a:lnTo>
                  <a:pt x="452" y="111"/>
                </a:lnTo>
                <a:lnTo>
                  <a:pt x="454" y="110"/>
                </a:lnTo>
                <a:lnTo>
                  <a:pt x="454" y="109"/>
                </a:lnTo>
                <a:lnTo>
                  <a:pt x="453" y="109"/>
                </a:lnTo>
                <a:lnTo>
                  <a:pt x="454" y="109"/>
                </a:lnTo>
                <a:lnTo>
                  <a:pt x="455" y="108"/>
                </a:lnTo>
                <a:lnTo>
                  <a:pt x="456" y="107"/>
                </a:lnTo>
                <a:lnTo>
                  <a:pt x="457" y="107"/>
                </a:lnTo>
                <a:lnTo>
                  <a:pt x="457" y="106"/>
                </a:lnTo>
                <a:lnTo>
                  <a:pt x="458" y="106"/>
                </a:lnTo>
                <a:lnTo>
                  <a:pt x="458" y="105"/>
                </a:lnTo>
                <a:lnTo>
                  <a:pt x="458" y="104"/>
                </a:lnTo>
                <a:lnTo>
                  <a:pt x="457" y="104"/>
                </a:lnTo>
                <a:lnTo>
                  <a:pt x="459" y="104"/>
                </a:lnTo>
                <a:lnTo>
                  <a:pt x="459" y="103"/>
                </a:lnTo>
                <a:lnTo>
                  <a:pt x="459" y="102"/>
                </a:lnTo>
                <a:lnTo>
                  <a:pt x="458" y="102"/>
                </a:lnTo>
                <a:lnTo>
                  <a:pt x="458" y="101"/>
                </a:lnTo>
                <a:lnTo>
                  <a:pt x="458" y="100"/>
                </a:lnTo>
                <a:lnTo>
                  <a:pt x="459" y="101"/>
                </a:lnTo>
                <a:lnTo>
                  <a:pt x="459" y="100"/>
                </a:lnTo>
                <a:lnTo>
                  <a:pt x="460" y="100"/>
                </a:lnTo>
                <a:lnTo>
                  <a:pt x="459" y="99"/>
                </a:lnTo>
                <a:lnTo>
                  <a:pt x="458" y="99"/>
                </a:lnTo>
                <a:lnTo>
                  <a:pt x="458" y="98"/>
                </a:lnTo>
                <a:lnTo>
                  <a:pt x="457" y="98"/>
                </a:lnTo>
                <a:lnTo>
                  <a:pt x="457" y="97"/>
                </a:lnTo>
                <a:lnTo>
                  <a:pt x="457" y="96"/>
                </a:lnTo>
                <a:lnTo>
                  <a:pt x="456" y="97"/>
                </a:lnTo>
                <a:lnTo>
                  <a:pt x="456" y="98"/>
                </a:lnTo>
                <a:lnTo>
                  <a:pt x="456" y="97"/>
                </a:lnTo>
                <a:lnTo>
                  <a:pt x="455" y="97"/>
                </a:lnTo>
                <a:lnTo>
                  <a:pt x="454" y="96"/>
                </a:lnTo>
                <a:lnTo>
                  <a:pt x="454" y="95"/>
                </a:lnTo>
                <a:lnTo>
                  <a:pt x="453" y="95"/>
                </a:lnTo>
                <a:lnTo>
                  <a:pt x="454" y="95"/>
                </a:lnTo>
                <a:lnTo>
                  <a:pt x="454" y="94"/>
                </a:lnTo>
                <a:lnTo>
                  <a:pt x="454" y="93"/>
                </a:lnTo>
                <a:lnTo>
                  <a:pt x="454" y="92"/>
                </a:lnTo>
                <a:lnTo>
                  <a:pt x="455" y="92"/>
                </a:lnTo>
                <a:lnTo>
                  <a:pt x="456" y="92"/>
                </a:lnTo>
                <a:lnTo>
                  <a:pt x="457" y="92"/>
                </a:lnTo>
                <a:lnTo>
                  <a:pt x="458" y="92"/>
                </a:lnTo>
                <a:lnTo>
                  <a:pt x="460" y="91"/>
                </a:lnTo>
                <a:lnTo>
                  <a:pt x="462" y="91"/>
                </a:lnTo>
                <a:lnTo>
                  <a:pt x="463" y="90"/>
                </a:lnTo>
                <a:lnTo>
                  <a:pt x="463" y="89"/>
                </a:lnTo>
                <a:lnTo>
                  <a:pt x="462" y="89"/>
                </a:lnTo>
                <a:lnTo>
                  <a:pt x="463" y="89"/>
                </a:lnTo>
                <a:lnTo>
                  <a:pt x="463" y="88"/>
                </a:lnTo>
                <a:lnTo>
                  <a:pt x="464" y="88"/>
                </a:lnTo>
                <a:lnTo>
                  <a:pt x="463" y="88"/>
                </a:lnTo>
                <a:lnTo>
                  <a:pt x="464" y="87"/>
                </a:lnTo>
                <a:lnTo>
                  <a:pt x="466" y="87"/>
                </a:lnTo>
                <a:lnTo>
                  <a:pt x="466" y="88"/>
                </a:lnTo>
                <a:lnTo>
                  <a:pt x="468" y="88"/>
                </a:lnTo>
                <a:lnTo>
                  <a:pt x="468" y="87"/>
                </a:lnTo>
                <a:lnTo>
                  <a:pt x="469" y="87"/>
                </a:lnTo>
                <a:lnTo>
                  <a:pt x="469" y="86"/>
                </a:lnTo>
                <a:lnTo>
                  <a:pt x="470" y="86"/>
                </a:lnTo>
                <a:lnTo>
                  <a:pt x="473" y="86"/>
                </a:lnTo>
                <a:lnTo>
                  <a:pt x="474" y="86"/>
                </a:lnTo>
                <a:lnTo>
                  <a:pt x="475" y="85"/>
                </a:lnTo>
                <a:lnTo>
                  <a:pt x="476" y="85"/>
                </a:lnTo>
                <a:lnTo>
                  <a:pt x="476" y="84"/>
                </a:lnTo>
                <a:lnTo>
                  <a:pt x="477" y="83"/>
                </a:lnTo>
                <a:lnTo>
                  <a:pt x="478" y="83"/>
                </a:lnTo>
                <a:lnTo>
                  <a:pt x="479" y="83"/>
                </a:lnTo>
                <a:lnTo>
                  <a:pt x="480" y="82"/>
                </a:lnTo>
                <a:lnTo>
                  <a:pt x="481" y="82"/>
                </a:lnTo>
                <a:lnTo>
                  <a:pt x="482" y="82"/>
                </a:lnTo>
                <a:lnTo>
                  <a:pt x="482" y="81"/>
                </a:lnTo>
                <a:lnTo>
                  <a:pt x="483" y="81"/>
                </a:lnTo>
                <a:lnTo>
                  <a:pt x="485" y="79"/>
                </a:lnTo>
                <a:lnTo>
                  <a:pt x="488" y="77"/>
                </a:lnTo>
                <a:lnTo>
                  <a:pt x="488" y="76"/>
                </a:lnTo>
                <a:lnTo>
                  <a:pt x="489" y="76"/>
                </a:lnTo>
                <a:lnTo>
                  <a:pt x="489" y="75"/>
                </a:lnTo>
                <a:lnTo>
                  <a:pt x="490" y="74"/>
                </a:lnTo>
                <a:lnTo>
                  <a:pt x="490" y="73"/>
                </a:lnTo>
                <a:lnTo>
                  <a:pt x="489" y="73"/>
                </a:lnTo>
                <a:lnTo>
                  <a:pt x="487" y="70"/>
                </a:lnTo>
                <a:lnTo>
                  <a:pt x="488" y="69"/>
                </a:lnTo>
                <a:lnTo>
                  <a:pt x="489" y="68"/>
                </a:lnTo>
                <a:lnTo>
                  <a:pt x="490" y="67"/>
                </a:lnTo>
                <a:lnTo>
                  <a:pt x="496" y="67"/>
                </a:lnTo>
                <a:lnTo>
                  <a:pt x="496" y="66"/>
                </a:lnTo>
                <a:lnTo>
                  <a:pt x="496" y="65"/>
                </a:lnTo>
                <a:lnTo>
                  <a:pt x="497" y="65"/>
                </a:lnTo>
                <a:lnTo>
                  <a:pt x="497" y="64"/>
                </a:lnTo>
                <a:lnTo>
                  <a:pt x="497" y="63"/>
                </a:lnTo>
                <a:lnTo>
                  <a:pt x="496" y="63"/>
                </a:lnTo>
                <a:lnTo>
                  <a:pt x="496" y="62"/>
                </a:lnTo>
                <a:lnTo>
                  <a:pt x="495" y="63"/>
                </a:lnTo>
                <a:lnTo>
                  <a:pt x="496" y="64"/>
                </a:lnTo>
                <a:lnTo>
                  <a:pt x="494" y="64"/>
                </a:lnTo>
                <a:lnTo>
                  <a:pt x="493" y="64"/>
                </a:lnTo>
                <a:lnTo>
                  <a:pt x="494" y="63"/>
                </a:lnTo>
                <a:lnTo>
                  <a:pt x="495" y="63"/>
                </a:lnTo>
                <a:lnTo>
                  <a:pt x="496" y="62"/>
                </a:lnTo>
                <a:lnTo>
                  <a:pt x="495" y="62"/>
                </a:lnTo>
                <a:lnTo>
                  <a:pt x="494" y="62"/>
                </a:lnTo>
                <a:lnTo>
                  <a:pt x="493" y="63"/>
                </a:lnTo>
                <a:lnTo>
                  <a:pt x="493" y="62"/>
                </a:lnTo>
                <a:lnTo>
                  <a:pt x="492" y="62"/>
                </a:lnTo>
                <a:lnTo>
                  <a:pt x="491" y="62"/>
                </a:lnTo>
                <a:lnTo>
                  <a:pt x="490" y="62"/>
                </a:lnTo>
                <a:lnTo>
                  <a:pt x="489" y="62"/>
                </a:lnTo>
                <a:lnTo>
                  <a:pt x="488" y="61"/>
                </a:lnTo>
                <a:lnTo>
                  <a:pt x="488" y="60"/>
                </a:lnTo>
                <a:lnTo>
                  <a:pt x="489" y="60"/>
                </a:lnTo>
                <a:lnTo>
                  <a:pt x="490" y="60"/>
                </a:lnTo>
                <a:lnTo>
                  <a:pt x="496" y="60"/>
                </a:lnTo>
                <a:lnTo>
                  <a:pt x="497" y="60"/>
                </a:lnTo>
                <a:lnTo>
                  <a:pt x="499" y="60"/>
                </a:lnTo>
                <a:lnTo>
                  <a:pt x="500" y="60"/>
                </a:lnTo>
                <a:lnTo>
                  <a:pt x="501" y="59"/>
                </a:lnTo>
                <a:lnTo>
                  <a:pt x="502" y="59"/>
                </a:lnTo>
                <a:lnTo>
                  <a:pt x="503" y="58"/>
                </a:lnTo>
                <a:lnTo>
                  <a:pt x="504" y="58"/>
                </a:lnTo>
                <a:lnTo>
                  <a:pt x="504" y="57"/>
                </a:lnTo>
                <a:lnTo>
                  <a:pt x="504" y="58"/>
                </a:lnTo>
                <a:lnTo>
                  <a:pt x="505" y="57"/>
                </a:lnTo>
                <a:lnTo>
                  <a:pt x="506" y="56"/>
                </a:lnTo>
                <a:lnTo>
                  <a:pt x="507" y="56"/>
                </a:lnTo>
                <a:lnTo>
                  <a:pt x="507" y="55"/>
                </a:lnTo>
                <a:lnTo>
                  <a:pt x="508" y="54"/>
                </a:lnTo>
                <a:lnTo>
                  <a:pt x="509" y="54"/>
                </a:lnTo>
                <a:lnTo>
                  <a:pt x="510" y="54"/>
                </a:lnTo>
                <a:lnTo>
                  <a:pt x="511" y="54"/>
                </a:lnTo>
                <a:lnTo>
                  <a:pt x="512" y="54"/>
                </a:lnTo>
                <a:lnTo>
                  <a:pt x="513" y="54"/>
                </a:lnTo>
                <a:lnTo>
                  <a:pt x="515" y="54"/>
                </a:lnTo>
                <a:lnTo>
                  <a:pt x="516" y="54"/>
                </a:lnTo>
                <a:lnTo>
                  <a:pt x="517" y="54"/>
                </a:lnTo>
                <a:lnTo>
                  <a:pt x="518" y="53"/>
                </a:lnTo>
                <a:lnTo>
                  <a:pt x="519" y="53"/>
                </a:lnTo>
                <a:lnTo>
                  <a:pt x="520" y="53"/>
                </a:lnTo>
                <a:lnTo>
                  <a:pt x="521" y="53"/>
                </a:lnTo>
                <a:lnTo>
                  <a:pt x="522" y="52"/>
                </a:lnTo>
                <a:lnTo>
                  <a:pt x="523" y="52"/>
                </a:lnTo>
                <a:lnTo>
                  <a:pt x="523" y="51"/>
                </a:lnTo>
                <a:lnTo>
                  <a:pt x="524" y="51"/>
                </a:lnTo>
                <a:lnTo>
                  <a:pt x="525" y="51"/>
                </a:lnTo>
                <a:lnTo>
                  <a:pt x="526" y="51"/>
                </a:lnTo>
                <a:lnTo>
                  <a:pt x="527" y="51"/>
                </a:lnTo>
                <a:lnTo>
                  <a:pt x="527" y="50"/>
                </a:lnTo>
                <a:lnTo>
                  <a:pt x="528" y="50"/>
                </a:lnTo>
                <a:lnTo>
                  <a:pt x="529" y="50"/>
                </a:lnTo>
                <a:lnTo>
                  <a:pt x="529" y="49"/>
                </a:lnTo>
                <a:lnTo>
                  <a:pt x="530" y="49"/>
                </a:lnTo>
                <a:lnTo>
                  <a:pt x="531" y="48"/>
                </a:lnTo>
                <a:lnTo>
                  <a:pt x="532" y="47"/>
                </a:lnTo>
                <a:lnTo>
                  <a:pt x="533" y="46"/>
                </a:lnTo>
                <a:lnTo>
                  <a:pt x="534" y="46"/>
                </a:lnTo>
                <a:lnTo>
                  <a:pt x="535" y="46"/>
                </a:lnTo>
                <a:lnTo>
                  <a:pt x="536" y="46"/>
                </a:lnTo>
                <a:lnTo>
                  <a:pt x="537" y="46"/>
                </a:lnTo>
                <a:lnTo>
                  <a:pt x="538" y="46"/>
                </a:lnTo>
                <a:lnTo>
                  <a:pt x="539" y="46"/>
                </a:lnTo>
                <a:lnTo>
                  <a:pt x="539" y="47"/>
                </a:lnTo>
                <a:lnTo>
                  <a:pt x="540" y="47"/>
                </a:lnTo>
                <a:lnTo>
                  <a:pt x="541" y="47"/>
                </a:lnTo>
                <a:lnTo>
                  <a:pt x="542" y="47"/>
                </a:lnTo>
                <a:lnTo>
                  <a:pt x="543" y="47"/>
                </a:lnTo>
                <a:lnTo>
                  <a:pt x="544" y="47"/>
                </a:lnTo>
                <a:lnTo>
                  <a:pt x="545" y="47"/>
                </a:lnTo>
                <a:lnTo>
                  <a:pt x="545" y="46"/>
                </a:lnTo>
                <a:lnTo>
                  <a:pt x="546" y="46"/>
                </a:lnTo>
                <a:lnTo>
                  <a:pt x="547" y="46"/>
                </a:lnTo>
                <a:lnTo>
                  <a:pt x="548" y="46"/>
                </a:lnTo>
                <a:lnTo>
                  <a:pt x="549" y="46"/>
                </a:lnTo>
                <a:lnTo>
                  <a:pt x="550" y="46"/>
                </a:lnTo>
                <a:lnTo>
                  <a:pt x="550" y="47"/>
                </a:lnTo>
                <a:lnTo>
                  <a:pt x="551" y="47"/>
                </a:lnTo>
                <a:lnTo>
                  <a:pt x="552" y="47"/>
                </a:lnTo>
                <a:lnTo>
                  <a:pt x="553" y="47"/>
                </a:lnTo>
                <a:lnTo>
                  <a:pt x="553" y="48"/>
                </a:lnTo>
                <a:lnTo>
                  <a:pt x="552" y="48"/>
                </a:lnTo>
                <a:lnTo>
                  <a:pt x="552" y="49"/>
                </a:lnTo>
                <a:lnTo>
                  <a:pt x="552" y="50"/>
                </a:lnTo>
                <a:lnTo>
                  <a:pt x="552" y="51"/>
                </a:lnTo>
                <a:lnTo>
                  <a:pt x="553" y="51"/>
                </a:lnTo>
                <a:lnTo>
                  <a:pt x="553" y="52"/>
                </a:lnTo>
                <a:lnTo>
                  <a:pt x="554" y="52"/>
                </a:lnTo>
                <a:lnTo>
                  <a:pt x="555" y="53"/>
                </a:lnTo>
                <a:lnTo>
                  <a:pt x="557" y="54"/>
                </a:lnTo>
                <a:lnTo>
                  <a:pt x="558" y="54"/>
                </a:lnTo>
                <a:lnTo>
                  <a:pt x="558" y="55"/>
                </a:lnTo>
                <a:lnTo>
                  <a:pt x="559" y="55"/>
                </a:lnTo>
                <a:lnTo>
                  <a:pt x="559" y="56"/>
                </a:lnTo>
                <a:lnTo>
                  <a:pt x="560" y="57"/>
                </a:lnTo>
                <a:lnTo>
                  <a:pt x="560" y="58"/>
                </a:lnTo>
                <a:lnTo>
                  <a:pt x="561" y="58"/>
                </a:lnTo>
                <a:lnTo>
                  <a:pt x="562" y="58"/>
                </a:lnTo>
                <a:lnTo>
                  <a:pt x="563" y="58"/>
                </a:lnTo>
                <a:lnTo>
                  <a:pt x="564" y="58"/>
                </a:lnTo>
                <a:lnTo>
                  <a:pt x="564" y="57"/>
                </a:lnTo>
                <a:lnTo>
                  <a:pt x="565" y="57"/>
                </a:lnTo>
                <a:lnTo>
                  <a:pt x="566" y="58"/>
                </a:lnTo>
                <a:lnTo>
                  <a:pt x="568" y="58"/>
                </a:lnTo>
                <a:lnTo>
                  <a:pt x="569" y="58"/>
                </a:lnTo>
                <a:lnTo>
                  <a:pt x="571" y="58"/>
                </a:lnTo>
                <a:lnTo>
                  <a:pt x="571" y="59"/>
                </a:lnTo>
                <a:lnTo>
                  <a:pt x="572" y="59"/>
                </a:lnTo>
                <a:lnTo>
                  <a:pt x="571" y="59"/>
                </a:lnTo>
                <a:lnTo>
                  <a:pt x="571" y="60"/>
                </a:lnTo>
                <a:lnTo>
                  <a:pt x="571" y="61"/>
                </a:lnTo>
                <a:lnTo>
                  <a:pt x="570" y="62"/>
                </a:lnTo>
                <a:lnTo>
                  <a:pt x="569" y="62"/>
                </a:lnTo>
                <a:lnTo>
                  <a:pt x="570" y="63"/>
                </a:lnTo>
                <a:lnTo>
                  <a:pt x="571" y="63"/>
                </a:lnTo>
                <a:lnTo>
                  <a:pt x="572" y="63"/>
                </a:lnTo>
                <a:lnTo>
                  <a:pt x="572" y="64"/>
                </a:lnTo>
                <a:lnTo>
                  <a:pt x="572" y="65"/>
                </a:lnTo>
                <a:lnTo>
                  <a:pt x="571" y="65"/>
                </a:lnTo>
                <a:lnTo>
                  <a:pt x="571" y="66"/>
                </a:lnTo>
                <a:lnTo>
                  <a:pt x="571" y="67"/>
                </a:lnTo>
                <a:lnTo>
                  <a:pt x="570" y="67"/>
                </a:lnTo>
                <a:lnTo>
                  <a:pt x="570" y="68"/>
                </a:lnTo>
                <a:lnTo>
                  <a:pt x="571" y="68"/>
                </a:lnTo>
                <a:lnTo>
                  <a:pt x="571" y="69"/>
                </a:lnTo>
                <a:lnTo>
                  <a:pt x="572" y="70"/>
                </a:lnTo>
                <a:lnTo>
                  <a:pt x="573" y="70"/>
                </a:lnTo>
                <a:lnTo>
                  <a:pt x="574" y="71"/>
                </a:lnTo>
                <a:lnTo>
                  <a:pt x="575" y="71"/>
                </a:lnTo>
                <a:lnTo>
                  <a:pt x="576" y="71"/>
                </a:lnTo>
                <a:lnTo>
                  <a:pt x="578" y="72"/>
                </a:lnTo>
                <a:lnTo>
                  <a:pt x="579" y="72"/>
                </a:lnTo>
                <a:lnTo>
                  <a:pt x="580" y="72"/>
                </a:lnTo>
                <a:lnTo>
                  <a:pt x="581" y="72"/>
                </a:lnTo>
                <a:lnTo>
                  <a:pt x="582" y="72"/>
                </a:lnTo>
                <a:lnTo>
                  <a:pt x="583" y="72"/>
                </a:lnTo>
                <a:lnTo>
                  <a:pt x="583" y="71"/>
                </a:lnTo>
                <a:lnTo>
                  <a:pt x="586" y="71"/>
                </a:lnTo>
                <a:lnTo>
                  <a:pt x="587" y="71"/>
                </a:lnTo>
                <a:lnTo>
                  <a:pt x="588" y="71"/>
                </a:lnTo>
                <a:lnTo>
                  <a:pt x="589" y="71"/>
                </a:lnTo>
                <a:lnTo>
                  <a:pt x="590" y="70"/>
                </a:lnTo>
                <a:lnTo>
                  <a:pt x="590" y="69"/>
                </a:lnTo>
                <a:lnTo>
                  <a:pt x="591" y="69"/>
                </a:lnTo>
                <a:lnTo>
                  <a:pt x="591" y="68"/>
                </a:lnTo>
                <a:lnTo>
                  <a:pt x="591" y="67"/>
                </a:lnTo>
                <a:lnTo>
                  <a:pt x="590" y="67"/>
                </a:lnTo>
                <a:lnTo>
                  <a:pt x="589" y="66"/>
                </a:lnTo>
                <a:lnTo>
                  <a:pt x="590" y="66"/>
                </a:lnTo>
                <a:lnTo>
                  <a:pt x="592" y="67"/>
                </a:lnTo>
                <a:lnTo>
                  <a:pt x="593" y="67"/>
                </a:lnTo>
                <a:lnTo>
                  <a:pt x="593" y="68"/>
                </a:lnTo>
                <a:lnTo>
                  <a:pt x="594" y="68"/>
                </a:lnTo>
                <a:lnTo>
                  <a:pt x="595" y="68"/>
                </a:lnTo>
                <a:lnTo>
                  <a:pt x="596" y="69"/>
                </a:lnTo>
                <a:lnTo>
                  <a:pt x="597" y="69"/>
                </a:lnTo>
                <a:lnTo>
                  <a:pt x="597" y="70"/>
                </a:lnTo>
                <a:lnTo>
                  <a:pt x="596" y="70"/>
                </a:lnTo>
                <a:lnTo>
                  <a:pt x="595" y="70"/>
                </a:lnTo>
                <a:lnTo>
                  <a:pt x="595" y="69"/>
                </a:lnTo>
                <a:lnTo>
                  <a:pt x="594" y="69"/>
                </a:lnTo>
                <a:lnTo>
                  <a:pt x="593" y="69"/>
                </a:lnTo>
                <a:lnTo>
                  <a:pt x="592" y="69"/>
                </a:lnTo>
                <a:lnTo>
                  <a:pt x="592" y="70"/>
                </a:lnTo>
                <a:lnTo>
                  <a:pt x="592" y="71"/>
                </a:lnTo>
                <a:lnTo>
                  <a:pt x="594" y="71"/>
                </a:lnTo>
                <a:lnTo>
                  <a:pt x="594" y="72"/>
                </a:lnTo>
                <a:lnTo>
                  <a:pt x="592" y="72"/>
                </a:lnTo>
                <a:lnTo>
                  <a:pt x="592" y="74"/>
                </a:lnTo>
                <a:lnTo>
                  <a:pt x="593" y="74"/>
                </a:lnTo>
                <a:lnTo>
                  <a:pt x="593" y="75"/>
                </a:lnTo>
                <a:lnTo>
                  <a:pt x="594" y="75"/>
                </a:lnTo>
                <a:lnTo>
                  <a:pt x="595" y="75"/>
                </a:lnTo>
                <a:lnTo>
                  <a:pt x="596" y="76"/>
                </a:lnTo>
                <a:lnTo>
                  <a:pt x="597" y="76"/>
                </a:lnTo>
                <a:lnTo>
                  <a:pt x="598" y="77"/>
                </a:lnTo>
                <a:lnTo>
                  <a:pt x="598" y="78"/>
                </a:lnTo>
                <a:lnTo>
                  <a:pt x="598" y="80"/>
                </a:lnTo>
                <a:lnTo>
                  <a:pt x="599" y="81"/>
                </a:lnTo>
                <a:lnTo>
                  <a:pt x="600" y="82"/>
                </a:lnTo>
                <a:lnTo>
                  <a:pt x="601" y="83"/>
                </a:lnTo>
                <a:lnTo>
                  <a:pt x="602" y="83"/>
                </a:lnTo>
                <a:lnTo>
                  <a:pt x="603" y="84"/>
                </a:lnTo>
                <a:lnTo>
                  <a:pt x="604" y="84"/>
                </a:lnTo>
                <a:lnTo>
                  <a:pt x="605" y="84"/>
                </a:lnTo>
                <a:lnTo>
                  <a:pt x="606" y="84"/>
                </a:lnTo>
                <a:lnTo>
                  <a:pt x="607" y="85"/>
                </a:lnTo>
                <a:lnTo>
                  <a:pt x="608" y="85"/>
                </a:lnTo>
                <a:lnTo>
                  <a:pt x="609" y="85"/>
                </a:lnTo>
                <a:lnTo>
                  <a:pt x="610" y="86"/>
                </a:lnTo>
                <a:lnTo>
                  <a:pt x="610" y="85"/>
                </a:lnTo>
                <a:lnTo>
                  <a:pt x="612" y="85"/>
                </a:lnTo>
                <a:lnTo>
                  <a:pt x="613" y="86"/>
                </a:lnTo>
                <a:lnTo>
                  <a:pt x="613" y="85"/>
                </a:lnTo>
                <a:lnTo>
                  <a:pt x="616" y="84"/>
                </a:lnTo>
                <a:lnTo>
                  <a:pt x="616" y="85"/>
                </a:lnTo>
                <a:lnTo>
                  <a:pt x="617" y="85"/>
                </a:lnTo>
                <a:lnTo>
                  <a:pt x="617" y="84"/>
                </a:lnTo>
                <a:lnTo>
                  <a:pt x="616" y="83"/>
                </a:lnTo>
                <a:lnTo>
                  <a:pt x="617" y="83"/>
                </a:lnTo>
                <a:lnTo>
                  <a:pt x="618" y="83"/>
                </a:lnTo>
                <a:lnTo>
                  <a:pt x="620" y="84"/>
                </a:lnTo>
                <a:lnTo>
                  <a:pt x="621" y="84"/>
                </a:lnTo>
                <a:lnTo>
                  <a:pt x="622" y="84"/>
                </a:lnTo>
                <a:lnTo>
                  <a:pt x="623" y="84"/>
                </a:lnTo>
                <a:lnTo>
                  <a:pt x="624" y="84"/>
                </a:lnTo>
                <a:lnTo>
                  <a:pt x="625" y="84"/>
                </a:lnTo>
                <a:lnTo>
                  <a:pt x="626" y="84"/>
                </a:lnTo>
                <a:lnTo>
                  <a:pt x="626" y="85"/>
                </a:lnTo>
                <a:lnTo>
                  <a:pt x="626" y="86"/>
                </a:lnTo>
                <a:lnTo>
                  <a:pt x="627" y="87"/>
                </a:lnTo>
                <a:lnTo>
                  <a:pt x="627" y="86"/>
                </a:lnTo>
                <a:lnTo>
                  <a:pt x="626" y="85"/>
                </a:lnTo>
                <a:lnTo>
                  <a:pt x="626" y="84"/>
                </a:lnTo>
                <a:lnTo>
                  <a:pt x="627" y="84"/>
                </a:lnTo>
                <a:lnTo>
                  <a:pt x="628" y="84"/>
                </a:lnTo>
                <a:lnTo>
                  <a:pt x="630" y="84"/>
                </a:lnTo>
                <a:lnTo>
                  <a:pt x="632" y="83"/>
                </a:lnTo>
                <a:lnTo>
                  <a:pt x="633" y="83"/>
                </a:lnTo>
                <a:lnTo>
                  <a:pt x="635" y="83"/>
                </a:lnTo>
                <a:lnTo>
                  <a:pt x="637" y="83"/>
                </a:lnTo>
                <a:lnTo>
                  <a:pt x="638" y="83"/>
                </a:lnTo>
                <a:lnTo>
                  <a:pt x="639" y="83"/>
                </a:lnTo>
                <a:lnTo>
                  <a:pt x="640" y="83"/>
                </a:lnTo>
                <a:lnTo>
                  <a:pt x="641" y="82"/>
                </a:lnTo>
                <a:lnTo>
                  <a:pt x="642" y="82"/>
                </a:lnTo>
                <a:lnTo>
                  <a:pt x="643" y="82"/>
                </a:lnTo>
                <a:lnTo>
                  <a:pt x="644" y="82"/>
                </a:lnTo>
                <a:lnTo>
                  <a:pt x="645" y="82"/>
                </a:lnTo>
                <a:lnTo>
                  <a:pt x="644" y="83"/>
                </a:lnTo>
                <a:lnTo>
                  <a:pt x="645" y="83"/>
                </a:lnTo>
                <a:lnTo>
                  <a:pt x="645" y="84"/>
                </a:lnTo>
                <a:lnTo>
                  <a:pt x="645" y="85"/>
                </a:lnTo>
                <a:lnTo>
                  <a:pt x="646" y="85"/>
                </a:lnTo>
                <a:lnTo>
                  <a:pt x="646" y="84"/>
                </a:lnTo>
                <a:lnTo>
                  <a:pt x="645" y="84"/>
                </a:lnTo>
                <a:lnTo>
                  <a:pt x="645" y="83"/>
                </a:lnTo>
                <a:lnTo>
                  <a:pt x="645" y="82"/>
                </a:lnTo>
                <a:lnTo>
                  <a:pt x="645" y="81"/>
                </a:lnTo>
                <a:lnTo>
                  <a:pt x="646" y="81"/>
                </a:lnTo>
                <a:lnTo>
                  <a:pt x="647" y="81"/>
                </a:lnTo>
                <a:lnTo>
                  <a:pt x="648" y="80"/>
                </a:lnTo>
                <a:lnTo>
                  <a:pt x="648" y="79"/>
                </a:lnTo>
                <a:lnTo>
                  <a:pt x="649" y="79"/>
                </a:lnTo>
                <a:lnTo>
                  <a:pt x="650" y="78"/>
                </a:lnTo>
                <a:lnTo>
                  <a:pt x="650" y="77"/>
                </a:lnTo>
                <a:lnTo>
                  <a:pt x="649" y="77"/>
                </a:lnTo>
                <a:lnTo>
                  <a:pt x="649" y="76"/>
                </a:lnTo>
                <a:lnTo>
                  <a:pt x="650" y="76"/>
                </a:lnTo>
                <a:lnTo>
                  <a:pt x="650" y="77"/>
                </a:lnTo>
                <a:lnTo>
                  <a:pt x="651" y="77"/>
                </a:lnTo>
                <a:lnTo>
                  <a:pt x="652" y="77"/>
                </a:lnTo>
                <a:lnTo>
                  <a:pt x="652" y="76"/>
                </a:lnTo>
                <a:lnTo>
                  <a:pt x="653" y="76"/>
                </a:lnTo>
                <a:lnTo>
                  <a:pt x="652" y="75"/>
                </a:lnTo>
                <a:lnTo>
                  <a:pt x="653" y="75"/>
                </a:lnTo>
                <a:lnTo>
                  <a:pt x="654" y="76"/>
                </a:lnTo>
                <a:lnTo>
                  <a:pt x="655" y="76"/>
                </a:lnTo>
                <a:lnTo>
                  <a:pt x="655" y="75"/>
                </a:lnTo>
                <a:lnTo>
                  <a:pt x="655" y="74"/>
                </a:lnTo>
                <a:lnTo>
                  <a:pt x="654" y="73"/>
                </a:lnTo>
                <a:lnTo>
                  <a:pt x="655" y="73"/>
                </a:lnTo>
                <a:lnTo>
                  <a:pt x="655" y="74"/>
                </a:lnTo>
                <a:lnTo>
                  <a:pt x="656" y="74"/>
                </a:lnTo>
                <a:lnTo>
                  <a:pt x="656" y="75"/>
                </a:lnTo>
                <a:lnTo>
                  <a:pt x="657" y="75"/>
                </a:lnTo>
                <a:lnTo>
                  <a:pt x="658" y="75"/>
                </a:lnTo>
                <a:lnTo>
                  <a:pt x="659" y="74"/>
                </a:lnTo>
                <a:lnTo>
                  <a:pt x="659" y="73"/>
                </a:lnTo>
                <a:lnTo>
                  <a:pt x="660" y="73"/>
                </a:lnTo>
                <a:lnTo>
                  <a:pt x="660" y="74"/>
                </a:lnTo>
                <a:lnTo>
                  <a:pt x="661" y="74"/>
                </a:lnTo>
                <a:lnTo>
                  <a:pt x="661" y="75"/>
                </a:lnTo>
                <a:lnTo>
                  <a:pt x="662" y="75"/>
                </a:lnTo>
                <a:lnTo>
                  <a:pt x="663" y="76"/>
                </a:lnTo>
                <a:lnTo>
                  <a:pt x="662" y="76"/>
                </a:lnTo>
                <a:lnTo>
                  <a:pt x="662" y="77"/>
                </a:lnTo>
                <a:lnTo>
                  <a:pt x="663" y="77"/>
                </a:lnTo>
                <a:lnTo>
                  <a:pt x="662" y="77"/>
                </a:lnTo>
                <a:lnTo>
                  <a:pt x="661" y="78"/>
                </a:lnTo>
                <a:lnTo>
                  <a:pt x="660" y="78"/>
                </a:lnTo>
                <a:lnTo>
                  <a:pt x="659" y="78"/>
                </a:lnTo>
                <a:lnTo>
                  <a:pt x="659" y="79"/>
                </a:lnTo>
                <a:lnTo>
                  <a:pt x="660" y="80"/>
                </a:lnTo>
                <a:lnTo>
                  <a:pt x="661" y="80"/>
                </a:lnTo>
                <a:lnTo>
                  <a:pt x="661" y="81"/>
                </a:lnTo>
                <a:lnTo>
                  <a:pt x="661" y="82"/>
                </a:lnTo>
                <a:lnTo>
                  <a:pt x="661" y="83"/>
                </a:lnTo>
                <a:lnTo>
                  <a:pt x="662" y="84"/>
                </a:lnTo>
                <a:lnTo>
                  <a:pt x="663" y="85"/>
                </a:lnTo>
                <a:lnTo>
                  <a:pt x="662" y="85"/>
                </a:lnTo>
                <a:lnTo>
                  <a:pt x="662" y="86"/>
                </a:lnTo>
                <a:lnTo>
                  <a:pt x="663" y="86"/>
                </a:lnTo>
                <a:lnTo>
                  <a:pt x="664" y="87"/>
                </a:lnTo>
                <a:lnTo>
                  <a:pt x="665" y="87"/>
                </a:lnTo>
                <a:lnTo>
                  <a:pt x="665" y="86"/>
                </a:lnTo>
                <a:lnTo>
                  <a:pt x="666" y="86"/>
                </a:lnTo>
                <a:lnTo>
                  <a:pt x="666" y="85"/>
                </a:lnTo>
                <a:lnTo>
                  <a:pt x="665" y="84"/>
                </a:lnTo>
                <a:lnTo>
                  <a:pt x="666" y="84"/>
                </a:lnTo>
                <a:lnTo>
                  <a:pt x="666" y="85"/>
                </a:lnTo>
                <a:lnTo>
                  <a:pt x="668" y="84"/>
                </a:lnTo>
                <a:lnTo>
                  <a:pt x="669" y="84"/>
                </a:lnTo>
                <a:lnTo>
                  <a:pt x="669" y="83"/>
                </a:lnTo>
                <a:lnTo>
                  <a:pt x="670" y="83"/>
                </a:lnTo>
                <a:lnTo>
                  <a:pt x="671" y="83"/>
                </a:lnTo>
                <a:lnTo>
                  <a:pt x="671" y="84"/>
                </a:lnTo>
                <a:lnTo>
                  <a:pt x="672" y="84"/>
                </a:lnTo>
                <a:lnTo>
                  <a:pt x="673" y="84"/>
                </a:lnTo>
                <a:lnTo>
                  <a:pt x="673" y="85"/>
                </a:lnTo>
                <a:lnTo>
                  <a:pt x="674" y="85"/>
                </a:lnTo>
                <a:lnTo>
                  <a:pt x="673" y="85"/>
                </a:lnTo>
                <a:lnTo>
                  <a:pt x="672" y="85"/>
                </a:lnTo>
                <a:lnTo>
                  <a:pt x="673" y="86"/>
                </a:lnTo>
                <a:lnTo>
                  <a:pt x="673" y="87"/>
                </a:lnTo>
                <a:lnTo>
                  <a:pt x="674" y="87"/>
                </a:lnTo>
                <a:lnTo>
                  <a:pt x="676" y="88"/>
                </a:lnTo>
                <a:lnTo>
                  <a:pt x="677" y="88"/>
                </a:lnTo>
                <a:lnTo>
                  <a:pt x="678" y="89"/>
                </a:lnTo>
                <a:lnTo>
                  <a:pt x="679" y="89"/>
                </a:lnTo>
                <a:lnTo>
                  <a:pt x="680" y="88"/>
                </a:lnTo>
                <a:lnTo>
                  <a:pt x="681" y="88"/>
                </a:lnTo>
                <a:lnTo>
                  <a:pt x="682" y="88"/>
                </a:lnTo>
                <a:lnTo>
                  <a:pt x="683" y="88"/>
                </a:lnTo>
                <a:lnTo>
                  <a:pt x="683" y="89"/>
                </a:lnTo>
                <a:lnTo>
                  <a:pt x="684" y="89"/>
                </a:lnTo>
                <a:lnTo>
                  <a:pt x="685" y="89"/>
                </a:lnTo>
                <a:lnTo>
                  <a:pt x="686" y="89"/>
                </a:lnTo>
                <a:lnTo>
                  <a:pt x="687" y="88"/>
                </a:lnTo>
                <a:lnTo>
                  <a:pt x="688" y="88"/>
                </a:lnTo>
                <a:lnTo>
                  <a:pt x="689" y="88"/>
                </a:lnTo>
                <a:lnTo>
                  <a:pt x="690" y="87"/>
                </a:lnTo>
                <a:lnTo>
                  <a:pt x="691" y="87"/>
                </a:lnTo>
                <a:lnTo>
                  <a:pt x="692" y="87"/>
                </a:lnTo>
                <a:lnTo>
                  <a:pt x="691" y="87"/>
                </a:lnTo>
                <a:lnTo>
                  <a:pt x="691" y="88"/>
                </a:lnTo>
                <a:lnTo>
                  <a:pt x="692" y="88"/>
                </a:lnTo>
                <a:lnTo>
                  <a:pt x="692" y="89"/>
                </a:lnTo>
                <a:lnTo>
                  <a:pt x="691" y="89"/>
                </a:lnTo>
                <a:lnTo>
                  <a:pt x="691" y="90"/>
                </a:lnTo>
                <a:lnTo>
                  <a:pt x="692" y="90"/>
                </a:lnTo>
                <a:lnTo>
                  <a:pt x="692" y="91"/>
                </a:lnTo>
                <a:lnTo>
                  <a:pt x="691" y="91"/>
                </a:lnTo>
                <a:lnTo>
                  <a:pt x="692" y="91"/>
                </a:lnTo>
                <a:lnTo>
                  <a:pt x="693" y="92"/>
                </a:lnTo>
                <a:lnTo>
                  <a:pt x="693" y="90"/>
                </a:lnTo>
                <a:lnTo>
                  <a:pt x="692" y="89"/>
                </a:lnTo>
                <a:lnTo>
                  <a:pt x="693" y="89"/>
                </a:lnTo>
                <a:lnTo>
                  <a:pt x="695" y="89"/>
                </a:lnTo>
                <a:lnTo>
                  <a:pt x="696" y="89"/>
                </a:lnTo>
                <a:lnTo>
                  <a:pt x="697" y="89"/>
                </a:lnTo>
                <a:lnTo>
                  <a:pt x="698" y="90"/>
                </a:lnTo>
                <a:lnTo>
                  <a:pt x="699" y="90"/>
                </a:lnTo>
                <a:lnTo>
                  <a:pt x="701" y="89"/>
                </a:lnTo>
                <a:lnTo>
                  <a:pt x="702" y="88"/>
                </a:lnTo>
                <a:lnTo>
                  <a:pt x="703" y="88"/>
                </a:lnTo>
                <a:lnTo>
                  <a:pt x="703" y="87"/>
                </a:lnTo>
                <a:lnTo>
                  <a:pt x="704" y="87"/>
                </a:lnTo>
                <a:lnTo>
                  <a:pt x="705" y="87"/>
                </a:lnTo>
                <a:lnTo>
                  <a:pt x="706" y="87"/>
                </a:lnTo>
                <a:lnTo>
                  <a:pt x="706" y="88"/>
                </a:lnTo>
                <a:lnTo>
                  <a:pt x="707" y="88"/>
                </a:lnTo>
                <a:lnTo>
                  <a:pt x="707" y="87"/>
                </a:lnTo>
                <a:lnTo>
                  <a:pt x="707" y="88"/>
                </a:lnTo>
                <a:lnTo>
                  <a:pt x="708" y="88"/>
                </a:lnTo>
                <a:lnTo>
                  <a:pt x="708" y="89"/>
                </a:lnTo>
                <a:lnTo>
                  <a:pt x="709" y="88"/>
                </a:lnTo>
                <a:lnTo>
                  <a:pt x="709" y="87"/>
                </a:lnTo>
                <a:lnTo>
                  <a:pt x="708" y="87"/>
                </a:lnTo>
                <a:lnTo>
                  <a:pt x="709" y="87"/>
                </a:lnTo>
                <a:lnTo>
                  <a:pt x="710" y="88"/>
                </a:lnTo>
                <a:lnTo>
                  <a:pt x="711" y="88"/>
                </a:lnTo>
                <a:lnTo>
                  <a:pt x="711" y="89"/>
                </a:lnTo>
                <a:lnTo>
                  <a:pt x="711" y="90"/>
                </a:lnTo>
                <a:lnTo>
                  <a:pt x="712" y="90"/>
                </a:lnTo>
                <a:lnTo>
                  <a:pt x="711" y="91"/>
                </a:lnTo>
                <a:lnTo>
                  <a:pt x="710" y="91"/>
                </a:lnTo>
                <a:lnTo>
                  <a:pt x="710" y="92"/>
                </a:lnTo>
                <a:lnTo>
                  <a:pt x="709" y="91"/>
                </a:lnTo>
                <a:lnTo>
                  <a:pt x="708" y="91"/>
                </a:lnTo>
                <a:lnTo>
                  <a:pt x="707" y="90"/>
                </a:lnTo>
                <a:lnTo>
                  <a:pt x="706" y="90"/>
                </a:lnTo>
                <a:lnTo>
                  <a:pt x="705" y="91"/>
                </a:lnTo>
                <a:lnTo>
                  <a:pt x="704" y="92"/>
                </a:lnTo>
                <a:lnTo>
                  <a:pt x="703" y="92"/>
                </a:lnTo>
                <a:lnTo>
                  <a:pt x="702" y="93"/>
                </a:lnTo>
                <a:lnTo>
                  <a:pt x="701" y="94"/>
                </a:lnTo>
                <a:lnTo>
                  <a:pt x="701" y="95"/>
                </a:lnTo>
                <a:lnTo>
                  <a:pt x="701" y="96"/>
                </a:lnTo>
                <a:lnTo>
                  <a:pt x="701" y="97"/>
                </a:lnTo>
                <a:lnTo>
                  <a:pt x="701" y="98"/>
                </a:lnTo>
                <a:lnTo>
                  <a:pt x="700" y="99"/>
                </a:lnTo>
                <a:lnTo>
                  <a:pt x="700" y="98"/>
                </a:lnTo>
                <a:lnTo>
                  <a:pt x="699" y="98"/>
                </a:lnTo>
                <a:lnTo>
                  <a:pt x="698" y="98"/>
                </a:lnTo>
                <a:lnTo>
                  <a:pt x="698" y="99"/>
                </a:lnTo>
                <a:lnTo>
                  <a:pt x="699" y="99"/>
                </a:lnTo>
                <a:lnTo>
                  <a:pt x="700" y="99"/>
                </a:lnTo>
                <a:lnTo>
                  <a:pt x="700" y="100"/>
                </a:lnTo>
                <a:lnTo>
                  <a:pt x="699" y="100"/>
                </a:lnTo>
                <a:lnTo>
                  <a:pt x="699" y="101"/>
                </a:lnTo>
                <a:lnTo>
                  <a:pt x="700" y="101"/>
                </a:lnTo>
                <a:lnTo>
                  <a:pt x="700" y="102"/>
                </a:lnTo>
                <a:lnTo>
                  <a:pt x="699" y="102"/>
                </a:lnTo>
                <a:lnTo>
                  <a:pt x="699" y="101"/>
                </a:lnTo>
                <a:lnTo>
                  <a:pt x="698" y="101"/>
                </a:lnTo>
                <a:lnTo>
                  <a:pt x="698" y="102"/>
                </a:lnTo>
                <a:lnTo>
                  <a:pt x="699" y="102"/>
                </a:lnTo>
                <a:lnTo>
                  <a:pt x="699" y="103"/>
                </a:lnTo>
                <a:lnTo>
                  <a:pt x="699" y="104"/>
                </a:lnTo>
                <a:lnTo>
                  <a:pt x="700" y="104"/>
                </a:lnTo>
                <a:lnTo>
                  <a:pt x="701" y="104"/>
                </a:lnTo>
                <a:lnTo>
                  <a:pt x="701" y="105"/>
                </a:lnTo>
                <a:lnTo>
                  <a:pt x="702" y="106"/>
                </a:lnTo>
                <a:lnTo>
                  <a:pt x="702" y="107"/>
                </a:lnTo>
                <a:lnTo>
                  <a:pt x="701" y="107"/>
                </a:lnTo>
                <a:lnTo>
                  <a:pt x="702" y="108"/>
                </a:lnTo>
                <a:lnTo>
                  <a:pt x="703" y="109"/>
                </a:lnTo>
                <a:lnTo>
                  <a:pt x="704" y="109"/>
                </a:lnTo>
                <a:lnTo>
                  <a:pt x="704" y="110"/>
                </a:lnTo>
                <a:lnTo>
                  <a:pt x="703" y="110"/>
                </a:lnTo>
                <a:lnTo>
                  <a:pt x="702" y="111"/>
                </a:lnTo>
                <a:lnTo>
                  <a:pt x="701" y="111"/>
                </a:lnTo>
                <a:lnTo>
                  <a:pt x="700" y="111"/>
                </a:lnTo>
                <a:lnTo>
                  <a:pt x="699" y="112"/>
                </a:lnTo>
                <a:lnTo>
                  <a:pt x="699" y="113"/>
                </a:lnTo>
                <a:lnTo>
                  <a:pt x="700" y="113"/>
                </a:lnTo>
                <a:lnTo>
                  <a:pt x="700" y="114"/>
                </a:lnTo>
                <a:lnTo>
                  <a:pt x="700" y="115"/>
                </a:lnTo>
                <a:lnTo>
                  <a:pt x="699" y="115"/>
                </a:lnTo>
                <a:lnTo>
                  <a:pt x="698" y="115"/>
                </a:lnTo>
                <a:lnTo>
                  <a:pt x="697" y="115"/>
                </a:lnTo>
                <a:lnTo>
                  <a:pt x="696" y="114"/>
                </a:lnTo>
                <a:lnTo>
                  <a:pt x="695" y="114"/>
                </a:lnTo>
                <a:lnTo>
                  <a:pt x="694" y="114"/>
                </a:lnTo>
                <a:lnTo>
                  <a:pt x="693" y="115"/>
                </a:lnTo>
                <a:lnTo>
                  <a:pt x="693" y="114"/>
                </a:lnTo>
                <a:lnTo>
                  <a:pt x="692" y="115"/>
                </a:lnTo>
                <a:lnTo>
                  <a:pt x="691" y="116"/>
                </a:lnTo>
                <a:lnTo>
                  <a:pt x="691" y="118"/>
                </a:lnTo>
                <a:lnTo>
                  <a:pt x="690" y="119"/>
                </a:lnTo>
                <a:lnTo>
                  <a:pt x="690" y="118"/>
                </a:lnTo>
                <a:lnTo>
                  <a:pt x="689" y="118"/>
                </a:lnTo>
                <a:lnTo>
                  <a:pt x="689" y="119"/>
                </a:lnTo>
                <a:lnTo>
                  <a:pt x="689" y="120"/>
                </a:lnTo>
                <a:lnTo>
                  <a:pt x="690" y="120"/>
                </a:lnTo>
                <a:lnTo>
                  <a:pt x="690" y="121"/>
                </a:lnTo>
                <a:lnTo>
                  <a:pt x="690" y="122"/>
                </a:lnTo>
                <a:lnTo>
                  <a:pt x="690" y="123"/>
                </a:lnTo>
                <a:lnTo>
                  <a:pt x="690" y="124"/>
                </a:lnTo>
                <a:lnTo>
                  <a:pt x="688" y="124"/>
                </a:lnTo>
                <a:lnTo>
                  <a:pt x="688" y="125"/>
                </a:lnTo>
                <a:lnTo>
                  <a:pt x="687" y="126"/>
                </a:lnTo>
                <a:lnTo>
                  <a:pt x="687" y="127"/>
                </a:lnTo>
                <a:lnTo>
                  <a:pt x="688" y="128"/>
                </a:lnTo>
                <a:lnTo>
                  <a:pt x="689" y="128"/>
                </a:lnTo>
                <a:lnTo>
                  <a:pt x="689" y="127"/>
                </a:lnTo>
                <a:lnTo>
                  <a:pt x="691" y="127"/>
                </a:lnTo>
                <a:lnTo>
                  <a:pt x="692" y="128"/>
                </a:lnTo>
                <a:lnTo>
                  <a:pt x="693" y="128"/>
                </a:lnTo>
                <a:lnTo>
                  <a:pt x="694" y="128"/>
                </a:lnTo>
                <a:lnTo>
                  <a:pt x="695" y="128"/>
                </a:lnTo>
                <a:lnTo>
                  <a:pt x="696" y="127"/>
                </a:lnTo>
                <a:lnTo>
                  <a:pt x="699" y="126"/>
                </a:lnTo>
                <a:lnTo>
                  <a:pt x="700" y="126"/>
                </a:lnTo>
                <a:lnTo>
                  <a:pt x="699" y="127"/>
                </a:lnTo>
                <a:lnTo>
                  <a:pt x="698" y="127"/>
                </a:lnTo>
                <a:lnTo>
                  <a:pt x="697" y="127"/>
                </a:lnTo>
                <a:lnTo>
                  <a:pt x="697" y="128"/>
                </a:lnTo>
                <a:lnTo>
                  <a:pt x="696" y="130"/>
                </a:lnTo>
                <a:lnTo>
                  <a:pt x="696" y="131"/>
                </a:lnTo>
                <a:lnTo>
                  <a:pt x="697" y="132"/>
                </a:lnTo>
                <a:lnTo>
                  <a:pt x="697" y="133"/>
                </a:lnTo>
                <a:lnTo>
                  <a:pt x="696" y="133"/>
                </a:lnTo>
                <a:lnTo>
                  <a:pt x="696" y="134"/>
                </a:lnTo>
                <a:lnTo>
                  <a:pt x="695" y="135"/>
                </a:lnTo>
                <a:lnTo>
                  <a:pt x="695" y="137"/>
                </a:lnTo>
                <a:lnTo>
                  <a:pt x="696" y="137"/>
                </a:lnTo>
                <a:lnTo>
                  <a:pt x="696" y="138"/>
                </a:lnTo>
                <a:lnTo>
                  <a:pt x="696" y="139"/>
                </a:lnTo>
                <a:lnTo>
                  <a:pt x="695" y="140"/>
                </a:lnTo>
                <a:lnTo>
                  <a:pt x="695" y="141"/>
                </a:lnTo>
                <a:lnTo>
                  <a:pt x="694" y="141"/>
                </a:lnTo>
                <a:lnTo>
                  <a:pt x="693" y="141"/>
                </a:lnTo>
                <a:lnTo>
                  <a:pt x="692" y="141"/>
                </a:lnTo>
                <a:lnTo>
                  <a:pt x="693" y="140"/>
                </a:lnTo>
                <a:lnTo>
                  <a:pt x="694" y="140"/>
                </a:lnTo>
                <a:lnTo>
                  <a:pt x="694" y="139"/>
                </a:lnTo>
                <a:lnTo>
                  <a:pt x="694" y="138"/>
                </a:lnTo>
                <a:lnTo>
                  <a:pt x="694" y="137"/>
                </a:lnTo>
                <a:lnTo>
                  <a:pt x="693" y="137"/>
                </a:lnTo>
                <a:lnTo>
                  <a:pt x="692" y="137"/>
                </a:lnTo>
                <a:lnTo>
                  <a:pt x="691" y="138"/>
                </a:lnTo>
                <a:lnTo>
                  <a:pt x="690" y="138"/>
                </a:lnTo>
                <a:lnTo>
                  <a:pt x="689" y="138"/>
                </a:lnTo>
                <a:lnTo>
                  <a:pt x="688" y="138"/>
                </a:lnTo>
                <a:lnTo>
                  <a:pt x="687" y="138"/>
                </a:lnTo>
                <a:lnTo>
                  <a:pt x="686" y="138"/>
                </a:lnTo>
                <a:lnTo>
                  <a:pt x="686" y="139"/>
                </a:lnTo>
                <a:lnTo>
                  <a:pt x="685" y="140"/>
                </a:lnTo>
                <a:lnTo>
                  <a:pt x="686" y="141"/>
                </a:lnTo>
                <a:lnTo>
                  <a:pt x="687" y="141"/>
                </a:lnTo>
                <a:lnTo>
                  <a:pt x="687" y="142"/>
                </a:lnTo>
                <a:lnTo>
                  <a:pt x="688" y="141"/>
                </a:lnTo>
                <a:lnTo>
                  <a:pt x="688" y="142"/>
                </a:lnTo>
                <a:lnTo>
                  <a:pt x="688" y="143"/>
                </a:lnTo>
                <a:lnTo>
                  <a:pt x="687" y="143"/>
                </a:lnTo>
                <a:lnTo>
                  <a:pt x="687" y="144"/>
                </a:lnTo>
                <a:lnTo>
                  <a:pt x="686" y="144"/>
                </a:lnTo>
                <a:lnTo>
                  <a:pt x="685" y="144"/>
                </a:lnTo>
                <a:lnTo>
                  <a:pt x="684" y="144"/>
                </a:lnTo>
                <a:lnTo>
                  <a:pt x="683" y="144"/>
                </a:lnTo>
                <a:lnTo>
                  <a:pt x="682" y="144"/>
                </a:lnTo>
                <a:lnTo>
                  <a:pt x="681" y="145"/>
                </a:lnTo>
                <a:lnTo>
                  <a:pt x="682" y="145"/>
                </a:lnTo>
                <a:lnTo>
                  <a:pt x="682" y="146"/>
                </a:lnTo>
                <a:lnTo>
                  <a:pt x="681" y="146"/>
                </a:lnTo>
                <a:lnTo>
                  <a:pt x="681" y="147"/>
                </a:lnTo>
                <a:lnTo>
                  <a:pt x="680" y="147"/>
                </a:lnTo>
                <a:lnTo>
                  <a:pt x="679" y="147"/>
                </a:lnTo>
                <a:lnTo>
                  <a:pt x="680" y="148"/>
                </a:lnTo>
                <a:lnTo>
                  <a:pt x="679" y="148"/>
                </a:lnTo>
                <a:lnTo>
                  <a:pt x="679" y="147"/>
                </a:lnTo>
                <a:lnTo>
                  <a:pt x="678" y="147"/>
                </a:lnTo>
                <a:lnTo>
                  <a:pt x="677" y="147"/>
                </a:lnTo>
                <a:lnTo>
                  <a:pt x="676" y="147"/>
                </a:lnTo>
                <a:lnTo>
                  <a:pt x="675" y="147"/>
                </a:lnTo>
                <a:lnTo>
                  <a:pt x="674" y="147"/>
                </a:lnTo>
                <a:lnTo>
                  <a:pt x="673" y="146"/>
                </a:lnTo>
                <a:lnTo>
                  <a:pt x="672" y="146"/>
                </a:lnTo>
                <a:lnTo>
                  <a:pt x="672" y="147"/>
                </a:lnTo>
                <a:lnTo>
                  <a:pt x="671" y="147"/>
                </a:lnTo>
                <a:lnTo>
                  <a:pt x="670" y="146"/>
                </a:lnTo>
                <a:lnTo>
                  <a:pt x="669" y="146"/>
                </a:lnTo>
                <a:lnTo>
                  <a:pt x="668" y="145"/>
                </a:lnTo>
                <a:lnTo>
                  <a:pt x="667" y="146"/>
                </a:lnTo>
                <a:lnTo>
                  <a:pt x="666" y="146"/>
                </a:lnTo>
                <a:lnTo>
                  <a:pt x="665" y="146"/>
                </a:lnTo>
                <a:lnTo>
                  <a:pt x="665" y="145"/>
                </a:lnTo>
                <a:lnTo>
                  <a:pt x="666" y="145"/>
                </a:lnTo>
                <a:lnTo>
                  <a:pt x="666" y="144"/>
                </a:lnTo>
                <a:lnTo>
                  <a:pt x="665" y="143"/>
                </a:lnTo>
                <a:lnTo>
                  <a:pt x="665" y="142"/>
                </a:lnTo>
                <a:lnTo>
                  <a:pt x="665" y="141"/>
                </a:lnTo>
                <a:lnTo>
                  <a:pt x="666" y="141"/>
                </a:lnTo>
                <a:lnTo>
                  <a:pt x="666" y="140"/>
                </a:lnTo>
                <a:lnTo>
                  <a:pt x="667" y="140"/>
                </a:lnTo>
                <a:lnTo>
                  <a:pt x="668" y="140"/>
                </a:lnTo>
                <a:lnTo>
                  <a:pt x="669" y="140"/>
                </a:lnTo>
                <a:lnTo>
                  <a:pt x="670" y="140"/>
                </a:lnTo>
                <a:lnTo>
                  <a:pt x="671" y="140"/>
                </a:lnTo>
                <a:lnTo>
                  <a:pt x="670" y="140"/>
                </a:lnTo>
                <a:lnTo>
                  <a:pt x="669" y="140"/>
                </a:lnTo>
                <a:lnTo>
                  <a:pt x="668" y="140"/>
                </a:lnTo>
                <a:lnTo>
                  <a:pt x="667" y="140"/>
                </a:lnTo>
                <a:lnTo>
                  <a:pt x="666" y="140"/>
                </a:lnTo>
                <a:lnTo>
                  <a:pt x="666" y="139"/>
                </a:lnTo>
                <a:lnTo>
                  <a:pt x="665" y="139"/>
                </a:lnTo>
                <a:lnTo>
                  <a:pt x="665" y="140"/>
                </a:lnTo>
                <a:lnTo>
                  <a:pt x="664" y="139"/>
                </a:lnTo>
                <a:lnTo>
                  <a:pt x="663" y="139"/>
                </a:lnTo>
                <a:lnTo>
                  <a:pt x="663" y="138"/>
                </a:lnTo>
                <a:lnTo>
                  <a:pt x="663" y="137"/>
                </a:lnTo>
                <a:lnTo>
                  <a:pt x="662" y="137"/>
                </a:lnTo>
                <a:lnTo>
                  <a:pt x="661" y="137"/>
                </a:lnTo>
                <a:lnTo>
                  <a:pt x="662" y="136"/>
                </a:lnTo>
                <a:lnTo>
                  <a:pt x="662" y="135"/>
                </a:lnTo>
                <a:lnTo>
                  <a:pt x="663" y="134"/>
                </a:lnTo>
                <a:lnTo>
                  <a:pt x="664" y="133"/>
                </a:lnTo>
                <a:lnTo>
                  <a:pt x="664" y="132"/>
                </a:lnTo>
                <a:lnTo>
                  <a:pt x="664" y="131"/>
                </a:lnTo>
                <a:lnTo>
                  <a:pt x="664" y="130"/>
                </a:lnTo>
                <a:lnTo>
                  <a:pt x="665" y="130"/>
                </a:lnTo>
                <a:lnTo>
                  <a:pt x="666" y="130"/>
                </a:lnTo>
                <a:lnTo>
                  <a:pt x="666" y="129"/>
                </a:lnTo>
                <a:lnTo>
                  <a:pt x="667" y="128"/>
                </a:lnTo>
                <a:lnTo>
                  <a:pt x="668" y="127"/>
                </a:lnTo>
                <a:lnTo>
                  <a:pt x="669" y="127"/>
                </a:lnTo>
                <a:lnTo>
                  <a:pt x="668" y="127"/>
                </a:lnTo>
                <a:lnTo>
                  <a:pt x="667" y="127"/>
                </a:lnTo>
                <a:lnTo>
                  <a:pt x="667" y="128"/>
                </a:lnTo>
                <a:lnTo>
                  <a:pt x="667" y="127"/>
                </a:lnTo>
                <a:lnTo>
                  <a:pt x="667" y="126"/>
                </a:lnTo>
                <a:lnTo>
                  <a:pt x="666" y="126"/>
                </a:lnTo>
                <a:lnTo>
                  <a:pt x="666" y="125"/>
                </a:lnTo>
                <a:lnTo>
                  <a:pt x="665" y="125"/>
                </a:lnTo>
                <a:lnTo>
                  <a:pt x="666" y="125"/>
                </a:lnTo>
                <a:lnTo>
                  <a:pt x="666" y="126"/>
                </a:lnTo>
                <a:lnTo>
                  <a:pt x="666" y="127"/>
                </a:lnTo>
                <a:lnTo>
                  <a:pt x="666" y="128"/>
                </a:lnTo>
                <a:lnTo>
                  <a:pt x="665" y="128"/>
                </a:lnTo>
                <a:lnTo>
                  <a:pt x="665" y="129"/>
                </a:lnTo>
                <a:lnTo>
                  <a:pt x="664" y="129"/>
                </a:lnTo>
                <a:lnTo>
                  <a:pt x="663" y="129"/>
                </a:lnTo>
                <a:lnTo>
                  <a:pt x="663" y="130"/>
                </a:lnTo>
                <a:lnTo>
                  <a:pt x="662" y="130"/>
                </a:lnTo>
                <a:lnTo>
                  <a:pt x="662" y="131"/>
                </a:lnTo>
                <a:lnTo>
                  <a:pt x="662" y="132"/>
                </a:lnTo>
                <a:lnTo>
                  <a:pt x="662" y="134"/>
                </a:lnTo>
                <a:lnTo>
                  <a:pt x="661" y="135"/>
                </a:lnTo>
                <a:lnTo>
                  <a:pt x="661" y="136"/>
                </a:lnTo>
                <a:lnTo>
                  <a:pt x="660" y="135"/>
                </a:lnTo>
                <a:lnTo>
                  <a:pt x="659" y="135"/>
                </a:lnTo>
                <a:lnTo>
                  <a:pt x="658" y="135"/>
                </a:lnTo>
                <a:lnTo>
                  <a:pt x="657" y="135"/>
                </a:lnTo>
                <a:lnTo>
                  <a:pt x="657" y="136"/>
                </a:lnTo>
                <a:lnTo>
                  <a:pt x="656" y="137"/>
                </a:lnTo>
                <a:lnTo>
                  <a:pt x="656" y="138"/>
                </a:lnTo>
                <a:lnTo>
                  <a:pt x="655" y="139"/>
                </a:lnTo>
                <a:lnTo>
                  <a:pt x="654" y="139"/>
                </a:lnTo>
                <a:lnTo>
                  <a:pt x="653" y="139"/>
                </a:lnTo>
                <a:lnTo>
                  <a:pt x="653" y="140"/>
                </a:lnTo>
                <a:lnTo>
                  <a:pt x="652" y="140"/>
                </a:lnTo>
                <a:lnTo>
                  <a:pt x="651" y="140"/>
                </a:lnTo>
                <a:lnTo>
                  <a:pt x="651" y="139"/>
                </a:lnTo>
                <a:lnTo>
                  <a:pt x="651" y="138"/>
                </a:lnTo>
                <a:lnTo>
                  <a:pt x="651" y="137"/>
                </a:lnTo>
                <a:lnTo>
                  <a:pt x="650" y="136"/>
                </a:lnTo>
                <a:lnTo>
                  <a:pt x="650" y="135"/>
                </a:lnTo>
                <a:lnTo>
                  <a:pt x="650" y="134"/>
                </a:lnTo>
                <a:lnTo>
                  <a:pt x="649" y="134"/>
                </a:lnTo>
                <a:lnTo>
                  <a:pt x="648" y="133"/>
                </a:lnTo>
                <a:lnTo>
                  <a:pt x="648" y="132"/>
                </a:lnTo>
                <a:lnTo>
                  <a:pt x="648" y="131"/>
                </a:lnTo>
                <a:lnTo>
                  <a:pt x="648" y="132"/>
                </a:lnTo>
                <a:lnTo>
                  <a:pt x="648" y="133"/>
                </a:lnTo>
                <a:lnTo>
                  <a:pt x="648" y="134"/>
                </a:lnTo>
                <a:lnTo>
                  <a:pt x="646" y="134"/>
                </a:lnTo>
                <a:lnTo>
                  <a:pt x="645" y="133"/>
                </a:lnTo>
                <a:lnTo>
                  <a:pt x="644" y="133"/>
                </a:lnTo>
                <a:lnTo>
                  <a:pt x="644" y="132"/>
                </a:lnTo>
                <a:lnTo>
                  <a:pt x="643" y="132"/>
                </a:lnTo>
                <a:lnTo>
                  <a:pt x="643" y="133"/>
                </a:lnTo>
                <a:lnTo>
                  <a:pt x="644" y="133"/>
                </a:lnTo>
                <a:lnTo>
                  <a:pt x="645" y="133"/>
                </a:lnTo>
                <a:lnTo>
                  <a:pt x="645" y="134"/>
                </a:lnTo>
                <a:lnTo>
                  <a:pt x="646" y="135"/>
                </a:lnTo>
                <a:lnTo>
                  <a:pt x="645" y="136"/>
                </a:lnTo>
                <a:lnTo>
                  <a:pt x="644" y="136"/>
                </a:lnTo>
                <a:lnTo>
                  <a:pt x="643" y="137"/>
                </a:lnTo>
                <a:lnTo>
                  <a:pt x="642" y="137"/>
                </a:lnTo>
                <a:lnTo>
                  <a:pt x="641" y="137"/>
                </a:lnTo>
                <a:lnTo>
                  <a:pt x="640" y="138"/>
                </a:lnTo>
                <a:lnTo>
                  <a:pt x="639" y="138"/>
                </a:lnTo>
                <a:lnTo>
                  <a:pt x="638" y="138"/>
                </a:lnTo>
                <a:lnTo>
                  <a:pt x="637" y="139"/>
                </a:lnTo>
                <a:lnTo>
                  <a:pt x="636" y="139"/>
                </a:lnTo>
                <a:lnTo>
                  <a:pt x="635" y="139"/>
                </a:lnTo>
                <a:lnTo>
                  <a:pt x="635" y="140"/>
                </a:lnTo>
                <a:lnTo>
                  <a:pt x="634" y="140"/>
                </a:lnTo>
                <a:lnTo>
                  <a:pt x="633" y="140"/>
                </a:lnTo>
                <a:lnTo>
                  <a:pt x="632" y="140"/>
                </a:lnTo>
                <a:lnTo>
                  <a:pt x="632" y="141"/>
                </a:lnTo>
                <a:lnTo>
                  <a:pt x="631" y="141"/>
                </a:lnTo>
                <a:lnTo>
                  <a:pt x="630" y="141"/>
                </a:lnTo>
                <a:lnTo>
                  <a:pt x="629" y="141"/>
                </a:lnTo>
                <a:lnTo>
                  <a:pt x="628" y="142"/>
                </a:lnTo>
                <a:lnTo>
                  <a:pt x="627" y="142"/>
                </a:lnTo>
                <a:lnTo>
                  <a:pt x="627" y="143"/>
                </a:lnTo>
                <a:lnTo>
                  <a:pt x="626" y="144"/>
                </a:lnTo>
                <a:lnTo>
                  <a:pt x="626" y="145"/>
                </a:lnTo>
                <a:lnTo>
                  <a:pt x="625" y="145"/>
                </a:lnTo>
                <a:lnTo>
                  <a:pt x="626" y="145"/>
                </a:lnTo>
                <a:lnTo>
                  <a:pt x="626" y="146"/>
                </a:lnTo>
                <a:lnTo>
                  <a:pt x="624" y="147"/>
                </a:lnTo>
                <a:lnTo>
                  <a:pt x="624" y="148"/>
                </a:lnTo>
                <a:lnTo>
                  <a:pt x="623" y="148"/>
                </a:lnTo>
                <a:lnTo>
                  <a:pt x="622" y="148"/>
                </a:lnTo>
                <a:lnTo>
                  <a:pt x="621" y="148"/>
                </a:lnTo>
                <a:lnTo>
                  <a:pt x="620" y="148"/>
                </a:lnTo>
                <a:lnTo>
                  <a:pt x="619" y="148"/>
                </a:lnTo>
                <a:lnTo>
                  <a:pt x="618" y="149"/>
                </a:lnTo>
                <a:lnTo>
                  <a:pt x="617" y="149"/>
                </a:lnTo>
                <a:lnTo>
                  <a:pt x="616" y="150"/>
                </a:lnTo>
                <a:lnTo>
                  <a:pt x="615" y="150"/>
                </a:lnTo>
                <a:lnTo>
                  <a:pt x="615" y="149"/>
                </a:lnTo>
                <a:lnTo>
                  <a:pt x="616" y="149"/>
                </a:lnTo>
                <a:lnTo>
                  <a:pt x="616" y="148"/>
                </a:lnTo>
                <a:lnTo>
                  <a:pt x="617" y="148"/>
                </a:lnTo>
                <a:lnTo>
                  <a:pt x="616" y="148"/>
                </a:lnTo>
                <a:lnTo>
                  <a:pt x="615" y="148"/>
                </a:lnTo>
                <a:lnTo>
                  <a:pt x="614" y="148"/>
                </a:lnTo>
                <a:lnTo>
                  <a:pt x="614" y="149"/>
                </a:lnTo>
                <a:lnTo>
                  <a:pt x="614" y="150"/>
                </a:lnTo>
                <a:lnTo>
                  <a:pt x="614" y="151"/>
                </a:lnTo>
                <a:lnTo>
                  <a:pt x="614" y="152"/>
                </a:lnTo>
                <a:lnTo>
                  <a:pt x="614" y="153"/>
                </a:lnTo>
                <a:lnTo>
                  <a:pt x="615" y="153"/>
                </a:lnTo>
                <a:lnTo>
                  <a:pt x="615" y="154"/>
                </a:lnTo>
                <a:lnTo>
                  <a:pt x="614" y="154"/>
                </a:lnTo>
                <a:lnTo>
                  <a:pt x="614" y="155"/>
                </a:lnTo>
                <a:lnTo>
                  <a:pt x="615" y="155"/>
                </a:lnTo>
                <a:lnTo>
                  <a:pt x="615" y="156"/>
                </a:lnTo>
                <a:lnTo>
                  <a:pt x="616" y="157"/>
                </a:lnTo>
                <a:lnTo>
                  <a:pt x="615" y="157"/>
                </a:lnTo>
                <a:lnTo>
                  <a:pt x="614" y="157"/>
                </a:lnTo>
                <a:lnTo>
                  <a:pt x="613" y="157"/>
                </a:lnTo>
                <a:lnTo>
                  <a:pt x="612" y="157"/>
                </a:lnTo>
                <a:lnTo>
                  <a:pt x="612" y="156"/>
                </a:lnTo>
                <a:lnTo>
                  <a:pt x="612" y="155"/>
                </a:lnTo>
                <a:lnTo>
                  <a:pt x="612" y="154"/>
                </a:lnTo>
                <a:lnTo>
                  <a:pt x="611" y="154"/>
                </a:lnTo>
                <a:lnTo>
                  <a:pt x="611" y="155"/>
                </a:lnTo>
                <a:lnTo>
                  <a:pt x="610" y="155"/>
                </a:lnTo>
                <a:lnTo>
                  <a:pt x="610" y="154"/>
                </a:lnTo>
                <a:lnTo>
                  <a:pt x="609" y="154"/>
                </a:lnTo>
                <a:lnTo>
                  <a:pt x="608" y="154"/>
                </a:lnTo>
                <a:lnTo>
                  <a:pt x="608" y="155"/>
                </a:lnTo>
                <a:lnTo>
                  <a:pt x="609" y="156"/>
                </a:lnTo>
                <a:lnTo>
                  <a:pt x="610" y="157"/>
                </a:lnTo>
                <a:lnTo>
                  <a:pt x="609" y="158"/>
                </a:lnTo>
                <a:lnTo>
                  <a:pt x="608" y="158"/>
                </a:lnTo>
                <a:lnTo>
                  <a:pt x="607" y="157"/>
                </a:lnTo>
                <a:lnTo>
                  <a:pt x="608" y="156"/>
                </a:lnTo>
                <a:lnTo>
                  <a:pt x="607" y="156"/>
                </a:lnTo>
                <a:lnTo>
                  <a:pt x="606" y="156"/>
                </a:lnTo>
                <a:lnTo>
                  <a:pt x="605" y="155"/>
                </a:lnTo>
                <a:lnTo>
                  <a:pt x="604" y="155"/>
                </a:lnTo>
                <a:lnTo>
                  <a:pt x="603" y="155"/>
                </a:lnTo>
                <a:lnTo>
                  <a:pt x="604" y="154"/>
                </a:lnTo>
                <a:lnTo>
                  <a:pt x="603" y="154"/>
                </a:lnTo>
                <a:lnTo>
                  <a:pt x="602" y="154"/>
                </a:lnTo>
                <a:lnTo>
                  <a:pt x="602" y="153"/>
                </a:lnTo>
                <a:lnTo>
                  <a:pt x="602" y="152"/>
                </a:lnTo>
                <a:lnTo>
                  <a:pt x="603" y="152"/>
                </a:lnTo>
                <a:lnTo>
                  <a:pt x="604" y="152"/>
                </a:lnTo>
                <a:lnTo>
                  <a:pt x="604" y="151"/>
                </a:lnTo>
                <a:lnTo>
                  <a:pt x="605" y="151"/>
                </a:lnTo>
                <a:lnTo>
                  <a:pt x="606" y="151"/>
                </a:lnTo>
                <a:lnTo>
                  <a:pt x="606" y="150"/>
                </a:lnTo>
                <a:lnTo>
                  <a:pt x="607" y="150"/>
                </a:lnTo>
                <a:lnTo>
                  <a:pt x="607" y="151"/>
                </a:lnTo>
                <a:lnTo>
                  <a:pt x="608" y="151"/>
                </a:lnTo>
                <a:lnTo>
                  <a:pt x="608" y="150"/>
                </a:lnTo>
                <a:lnTo>
                  <a:pt x="608" y="149"/>
                </a:lnTo>
                <a:lnTo>
                  <a:pt x="609" y="149"/>
                </a:lnTo>
                <a:lnTo>
                  <a:pt x="610" y="148"/>
                </a:lnTo>
                <a:lnTo>
                  <a:pt x="610" y="147"/>
                </a:lnTo>
                <a:lnTo>
                  <a:pt x="611" y="146"/>
                </a:lnTo>
                <a:lnTo>
                  <a:pt x="612" y="146"/>
                </a:lnTo>
                <a:lnTo>
                  <a:pt x="613" y="146"/>
                </a:lnTo>
                <a:lnTo>
                  <a:pt x="614" y="146"/>
                </a:lnTo>
                <a:lnTo>
                  <a:pt x="613" y="146"/>
                </a:lnTo>
                <a:lnTo>
                  <a:pt x="612" y="145"/>
                </a:lnTo>
                <a:lnTo>
                  <a:pt x="612" y="146"/>
                </a:lnTo>
                <a:lnTo>
                  <a:pt x="611" y="146"/>
                </a:lnTo>
                <a:lnTo>
                  <a:pt x="610" y="146"/>
                </a:lnTo>
                <a:lnTo>
                  <a:pt x="608" y="147"/>
                </a:lnTo>
                <a:lnTo>
                  <a:pt x="609" y="147"/>
                </a:lnTo>
                <a:lnTo>
                  <a:pt x="608" y="148"/>
                </a:lnTo>
                <a:lnTo>
                  <a:pt x="607" y="148"/>
                </a:lnTo>
                <a:lnTo>
                  <a:pt x="606" y="148"/>
                </a:lnTo>
                <a:lnTo>
                  <a:pt x="605" y="149"/>
                </a:lnTo>
                <a:lnTo>
                  <a:pt x="605" y="150"/>
                </a:lnTo>
                <a:lnTo>
                  <a:pt x="604" y="150"/>
                </a:lnTo>
                <a:lnTo>
                  <a:pt x="603" y="151"/>
                </a:lnTo>
                <a:lnTo>
                  <a:pt x="602" y="151"/>
                </a:lnTo>
                <a:lnTo>
                  <a:pt x="602" y="150"/>
                </a:lnTo>
                <a:lnTo>
                  <a:pt x="602" y="149"/>
                </a:lnTo>
                <a:lnTo>
                  <a:pt x="601" y="148"/>
                </a:lnTo>
                <a:lnTo>
                  <a:pt x="601" y="149"/>
                </a:lnTo>
                <a:lnTo>
                  <a:pt x="600" y="149"/>
                </a:lnTo>
                <a:lnTo>
                  <a:pt x="601" y="149"/>
                </a:lnTo>
                <a:lnTo>
                  <a:pt x="601" y="150"/>
                </a:lnTo>
                <a:lnTo>
                  <a:pt x="601" y="151"/>
                </a:lnTo>
                <a:lnTo>
                  <a:pt x="600" y="152"/>
                </a:lnTo>
                <a:lnTo>
                  <a:pt x="601" y="153"/>
                </a:lnTo>
                <a:lnTo>
                  <a:pt x="601" y="154"/>
                </a:lnTo>
                <a:lnTo>
                  <a:pt x="600" y="154"/>
                </a:lnTo>
                <a:lnTo>
                  <a:pt x="599" y="154"/>
                </a:lnTo>
                <a:lnTo>
                  <a:pt x="599" y="155"/>
                </a:lnTo>
                <a:lnTo>
                  <a:pt x="598" y="155"/>
                </a:lnTo>
                <a:lnTo>
                  <a:pt x="597" y="155"/>
                </a:lnTo>
                <a:lnTo>
                  <a:pt x="597" y="156"/>
                </a:lnTo>
                <a:lnTo>
                  <a:pt x="596" y="155"/>
                </a:lnTo>
                <a:lnTo>
                  <a:pt x="595" y="155"/>
                </a:lnTo>
                <a:lnTo>
                  <a:pt x="594" y="155"/>
                </a:lnTo>
                <a:lnTo>
                  <a:pt x="593" y="156"/>
                </a:lnTo>
                <a:lnTo>
                  <a:pt x="592" y="157"/>
                </a:lnTo>
                <a:lnTo>
                  <a:pt x="592" y="158"/>
                </a:lnTo>
                <a:lnTo>
                  <a:pt x="592" y="159"/>
                </a:lnTo>
                <a:lnTo>
                  <a:pt x="593" y="159"/>
                </a:lnTo>
                <a:lnTo>
                  <a:pt x="594" y="159"/>
                </a:lnTo>
                <a:lnTo>
                  <a:pt x="594" y="160"/>
                </a:lnTo>
                <a:lnTo>
                  <a:pt x="594" y="161"/>
                </a:lnTo>
                <a:lnTo>
                  <a:pt x="592" y="161"/>
                </a:lnTo>
                <a:lnTo>
                  <a:pt x="591" y="160"/>
                </a:lnTo>
                <a:lnTo>
                  <a:pt x="592" y="160"/>
                </a:lnTo>
                <a:lnTo>
                  <a:pt x="591" y="159"/>
                </a:lnTo>
                <a:lnTo>
                  <a:pt x="590" y="159"/>
                </a:lnTo>
                <a:lnTo>
                  <a:pt x="589" y="159"/>
                </a:lnTo>
                <a:lnTo>
                  <a:pt x="588" y="159"/>
                </a:lnTo>
                <a:lnTo>
                  <a:pt x="587" y="159"/>
                </a:lnTo>
                <a:lnTo>
                  <a:pt x="587" y="160"/>
                </a:lnTo>
                <a:lnTo>
                  <a:pt x="586" y="160"/>
                </a:lnTo>
                <a:lnTo>
                  <a:pt x="585" y="160"/>
                </a:lnTo>
                <a:lnTo>
                  <a:pt x="584" y="160"/>
                </a:lnTo>
                <a:lnTo>
                  <a:pt x="583" y="160"/>
                </a:lnTo>
                <a:lnTo>
                  <a:pt x="582" y="161"/>
                </a:lnTo>
                <a:lnTo>
                  <a:pt x="581" y="162"/>
                </a:lnTo>
                <a:lnTo>
                  <a:pt x="580" y="162"/>
                </a:lnTo>
                <a:lnTo>
                  <a:pt x="580" y="164"/>
                </a:lnTo>
                <a:lnTo>
                  <a:pt x="579" y="164"/>
                </a:lnTo>
                <a:lnTo>
                  <a:pt x="580" y="163"/>
                </a:lnTo>
                <a:lnTo>
                  <a:pt x="580" y="162"/>
                </a:lnTo>
                <a:lnTo>
                  <a:pt x="579" y="162"/>
                </a:lnTo>
                <a:lnTo>
                  <a:pt x="578" y="162"/>
                </a:lnTo>
                <a:lnTo>
                  <a:pt x="577" y="162"/>
                </a:lnTo>
                <a:lnTo>
                  <a:pt x="576" y="162"/>
                </a:lnTo>
                <a:lnTo>
                  <a:pt x="575" y="163"/>
                </a:lnTo>
                <a:lnTo>
                  <a:pt x="574" y="163"/>
                </a:lnTo>
                <a:lnTo>
                  <a:pt x="573" y="164"/>
                </a:lnTo>
                <a:lnTo>
                  <a:pt x="572" y="164"/>
                </a:lnTo>
                <a:lnTo>
                  <a:pt x="571" y="165"/>
                </a:lnTo>
                <a:lnTo>
                  <a:pt x="570" y="166"/>
                </a:lnTo>
                <a:lnTo>
                  <a:pt x="568" y="167"/>
                </a:lnTo>
                <a:lnTo>
                  <a:pt x="568" y="168"/>
                </a:lnTo>
                <a:lnTo>
                  <a:pt x="567" y="168"/>
                </a:lnTo>
                <a:lnTo>
                  <a:pt x="566" y="169"/>
                </a:lnTo>
                <a:lnTo>
                  <a:pt x="565" y="169"/>
                </a:lnTo>
                <a:lnTo>
                  <a:pt x="564" y="170"/>
                </a:lnTo>
                <a:lnTo>
                  <a:pt x="563" y="170"/>
                </a:lnTo>
                <a:lnTo>
                  <a:pt x="563" y="169"/>
                </a:lnTo>
                <a:lnTo>
                  <a:pt x="563" y="168"/>
                </a:lnTo>
                <a:lnTo>
                  <a:pt x="562" y="169"/>
                </a:lnTo>
                <a:lnTo>
                  <a:pt x="562" y="170"/>
                </a:lnTo>
                <a:lnTo>
                  <a:pt x="562" y="171"/>
                </a:lnTo>
                <a:lnTo>
                  <a:pt x="562" y="172"/>
                </a:lnTo>
                <a:lnTo>
                  <a:pt x="561" y="172"/>
                </a:lnTo>
                <a:lnTo>
                  <a:pt x="560" y="173"/>
                </a:lnTo>
                <a:lnTo>
                  <a:pt x="559" y="173"/>
                </a:lnTo>
                <a:lnTo>
                  <a:pt x="558" y="173"/>
                </a:lnTo>
                <a:lnTo>
                  <a:pt x="557" y="173"/>
                </a:lnTo>
                <a:lnTo>
                  <a:pt x="558" y="173"/>
                </a:lnTo>
                <a:lnTo>
                  <a:pt x="558" y="174"/>
                </a:lnTo>
                <a:lnTo>
                  <a:pt x="557" y="174"/>
                </a:lnTo>
                <a:lnTo>
                  <a:pt x="556" y="174"/>
                </a:lnTo>
                <a:lnTo>
                  <a:pt x="555" y="174"/>
                </a:lnTo>
                <a:lnTo>
                  <a:pt x="555" y="173"/>
                </a:lnTo>
                <a:lnTo>
                  <a:pt x="554" y="173"/>
                </a:lnTo>
                <a:lnTo>
                  <a:pt x="554" y="174"/>
                </a:lnTo>
                <a:lnTo>
                  <a:pt x="554" y="173"/>
                </a:lnTo>
                <a:lnTo>
                  <a:pt x="553" y="173"/>
                </a:lnTo>
                <a:lnTo>
                  <a:pt x="553" y="172"/>
                </a:lnTo>
                <a:lnTo>
                  <a:pt x="552" y="172"/>
                </a:lnTo>
                <a:lnTo>
                  <a:pt x="552" y="171"/>
                </a:lnTo>
                <a:lnTo>
                  <a:pt x="552" y="169"/>
                </a:lnTo>
                <a:lnTo>
                  <a:pt x="553" y="169"/>
                </a:lnTo>
                <a:lnTo>
                  <a:pt x="553" y="168"/>
                </a:lnTo>
                <a:lnTo>
                  <a:pt x="552" y="169"/>
                </a:lnTo>
                <a:lnTo>
                  <a:pt x="551" y="170"/>
                </a:lnTo>
                <a:lnTo>
                  <a:pt x="551" y="169"/>
                </a:lnTo>
                <a:lnTo>
                  <a:pt x="550" y="169"/>
                </a:lnTo>
                <a:lnTo>
                  <a:pt x="549" y="169"/>
                </a:lnTo>
                <a:lnTo>
                  <a:pt x="549" y="168"/>
                </a:lnTo>
                <a:lnTo>
                  <a:pt x="549" y="167"/>
                </a:lnTo>
                <a:lnTo>
                  <a:pt x="549" y="166"/>
                </a:lnTo>
                <a:lnTo>
                  <a:pt x="549" y="165"/>
                </a:lnTo>
                <a:lnTo>
                  <a:pt x="549" y="166"/>
                </a:lnTo>
                <a:lnTo>
                  <a:pt x="549" y="168"/>
                </a:lnTo>
                <a:lnTo>
                  <a:pt x="548" y="169"/>
                </a:lnTo>
                <a:lnTo>
                  <a:pt x="548" y="168"/>
                </a:lnTo>
                <a:lnTo>
                  <a:pt x="547" y="168"/>
                </a:lnTo>
                <a:lnTo>
                  <a:pt x="547" y="167"/>
                </a:lnTo>
                <a:lnTo>
                  <a:pt x="547" y="166"/>
                </a:lnTo>
                <a:lnTo>
                  <a:pt x="546" y="166"/>
                </a:lnTo>
                <a:lnTo>
                  <a:pt x="545" y="166"/>
                </a:lnTo>
                <a:lnTo>
                  <a:pt x="546" y="168"/>
                </a:lnTo>
                <a:lnTo>
                  <a:pt x="547" y="168"/>
                </a:lnTo>
                <a:lnTo>
                  <a:pt x="546" y="169"/>
                </a:lnTo>
                <a:lnTo>
                  <a:pt x="545" y="169"/>
                </a:lnTo>
                <a:lnTo>
                  <a:pt x="544" y="169"/>
                </a:lnTo>
                <a:lnTo>
                  <a:pt x="544" y="170"/>
                </a:lnTo>
                <a:lnTo>
                  <a:pt x="543" y="170"/>
                </a:lnTo>
                <a:lnTo>
                  <a:pt x="542" y="170"/>
                </a:lnTo>
                <a:lnTo>
                  <a:pt x="542" y="171"/>
                </a:lnTo>
                <a:lnTo>
                  <a:pt x="541" y="171"/>
                </a:lnTo>
                <a:lnTo>
                  <a:pt x="541" y="170"/>
                </a:lnTo>
                <a:lnTo>
                  <a:pt x="540" y="170"/>
                </a:lnTo>
                <a:lnTo>
                  <a:pt x="540" y="169"/>
                </a:lnTo>
                <a:lnTo>
                  <a:pt x="539" y="169"/>
                </a:lnTo>
                <a:lnTo>
                  <a:pt x="539" y="168"/>
                </a:lnTo>
                <a:lnTo>
                  <a:pt x="538" y="169"/>
                </a:lnTo>
                <a:lnTo>
                  <a:pt x="539" y="169"/>
                </a:lnTo>
                <a:lnTo>
                  <a:pt x="540" y="169"/>
                </a:lnTo>
                <a:lnTo>
                  <a:pt x="540" y="170"/>
                </a:lnTo>
                <a:lnTo>
                  <a:pt x="541" y="171"/>
                </a:lnTo>
                <a:lnTo>
                  <a:pt x="541" y="172"/>
                </a:lnTo>
                <a:lnTo>
                  <a:pt x="540" y="172"/>
                </a:lnTo>
                <a:lnTo>
                  <a:pt x="539" y="172"/>
                </a:lnTo>
                <a:lnTo>
                  <a:pt x="539" y="173"/>
                </a:lnTo>
                <a:lnTo>
                  <a:pt x="539" y="172"/>
                </a:lnTo>
                <a:lnTo>
                  <a:pt x="538" y="172"/>
                </a:lnTo>
                <a:lnTo>
                  <a:pt x="537" y="173"/>
                </a:lnTo>
                <a:lnTo>
                  <a:pt x="538" y="173"/>
                </a:lnTo>
                <a:lnTo>
                  <a:pt x="539" y="173"/>
                </a:lnTo>
                <a:lnTo>
                  <a:pt x="540" y="173"/>
                </a:lnTo>
                <a:lnTo>
                  <a:pt x="541" y="172"/>
                </a:lnTo>
                <a:lnTo>
                  <a:pt x="542" y="172"/>
                </a:lnTo>
                <a:lnTo>
                  <a:pt x="542" y="171"/>
                </a:lnTo>
                <a:lnTo>
                  <a:pt x="544" y="171"/>
                </a:lnTo>
                <a:lnTo>
                  <a:pt x="544" y="170"/>
                </a:lnTo>
                <a:lnTo>
                  <a:pt x="545" y="170"/>
                </a:lnTo>
                <a:lnTo>
                  <a:pt x="545" y="171"/>
                </a:lnTo>
                <a:lnTo>
                  <a:pt x="546" y="171"/>
                </a:lnTo>
                <a:lnTo>
                  <a:pt x="547" y="171"/>
                </a:lnTo>
                <a:lnTo>
                  <a:pt x="547" y="172"/>
                </a:lnTo>
                <a:lnTo>
                  <a:pt x="548" y="172"/>
                </a:lnTo>
                <a:lnTo>
                  <a:pt x="548" y="173"/>
                </a:lnTo>
                <a:lnTo>
                  <a:pt x="548" y="175"/>
                </a:lnTo>
                <a:lnTo>
                  <a:pt x="549" y="174"/>
                </a:lnTo>
                <a:lnTo>
                  <a:pt x="549" y="175"/>
                </a:lnTo>
                <a:lnTo>
                  <a:pt x="550" y="175"/>
                </a:lnTo>
                <a:lnTo>
                  <a:pt x="551" y="174"/>
                </a:lnTo>
                <a:lnTo>
                  <a:pt x="551" y="175"/>
                </a:lnTo>
                <a:lnTo>
                  <a:pt x="552" y="175"/>
                </a:lnTo>
                <a:lnTo>
                  <a:pt x="554" y="175"/>
                </a:lnTo>
                <a:lnTo>
                  <a:pt x="555" y="176"/>
                </a:lnTo>
                <a:lnTo>
                  <a:pt x="556" y="177"/>
                </a:lnTo>
                <a:lnTo>
                  <a:pt x="556" y="178"/>
                </a:lnTo>
                <a:lnTo>
                  <a:pt x="555" y="178"/>
                </a:lnTo>
                <a:lnTo>
                  <a:pt x="555" y="179"/>
                </a:lnTo>
                <a:lnTo>
                  <a:pt x="554" y="179"/>
                </a:lnTo>
                <a:lnTo>
                  <a:pt x="554" y="181"/>
                </a:lnTo>
                <a:lnTo>
                  <a:pt x="554" y="183"/>
                </a:lnTo>
                <a:lnTo>
                  <a:pt x="553" y="183"/>
                </a:lnTo>
                <a:lnTo>
                  <a:pt x="553" y="184"/>
                </a:lnTo>
                <a:lnTo>
                  <a:pt x="554" y="184"/>
                </a:lnTo>
                <a:lnTo>
                  <a:pt x="554" y="185"/>
                </a:lnTo>
                <a:lnTo>
                  <a:pt x="554" y="184"/>
                </a:lnTo>
                <a:lnTo>
                  <a:pt x="555" y="185"/>
                </a:lnTo>
                <a:lnTo>
                  <a:pt x="555" y="186"/>
                </a:lnTo>
                <a:lnTo>
                  <a:pt x="554" y="186"/>
                </a:lnTo>
                <a:lnTo>
                  <a:pt x="553" y="186"/>
                </a:lnTo>
                <a:lnTo>
                  <a:pt x="553" y="187"/>
                </a:lnTo>
                <a:lnTo>
                  <a:pt x="553" y="188"/>
                </a:lnTo>
                <a:lnTo>
                  <a:pt x="552" y="187"/>
                </a:lnTo>
                <a:lnTo>
                  <a:pt x="551" y="187"/>
                </a:lnTo>
                <a:lnTo>
                  <a:pt x="550" y="187"/>
                </a:lnTo>
                <a:lnTo>
                  <a:pt x="549" y="189"/>
                </a:lnTo>
                <a:lnTo>
                  <a:pt x="550" y="189"/>
                </a:lnTo>
                <a:lnTo>
                  <a:pt x="550" y="190"/>
                </a:lnTo>
                <a:lnTo>
                  <a:pt x="550" y="191"/>
                </a:lnTo>
                <a:lnTo>
                  <a:pt x="549" y="192"/>
                </a:lnTo>
                <a:lnTo>
                  <a:pt x="548" y="193"/>
                </a:lnTo>
                <a:lnTo>
                  <a:pt x="548" y="194"/>
                </a:lnTo>
                <a:lnTo>
                  <a:pt x="548" y="195"/>
                </a:lnTo>
                <a:lnTo>
                  <a:pt x="547" y="195"/>
                </a:lnTo>
                <a:lnTo>
                  <a:pt x="547" y="196"/>
                </a:lnTo>
                <a:lnTo>
                  <a:pt x="547" y="195"/>
                </a:lnTo>
                <a:lnTo>
                  <a:pt x="546" y="195"/>
                </a:lnTo>
                <a:lnTo>
                  <a:pt x="545" y="195"/>
                </a:lnTo>
                <a:lnTo>
                  <a:pt x="545" y="194"/>
                </a:lnTo>
                <a:lnTo>
                  <a:pt x="545" y="193"/>
                </a:lnTo>
                <a:lnTo>
                  <a:pt x="545" y="192"/>
                </a:lnTo>
                <a:lnTo>
                  <a:pt x="546" y="191"/>
                </a:lnTo>
                <a:lnTo>
                  <a:pt x="545" y="190"/>
                </a:lnTo>
                <a:lnTo>
                  <a:pt x="544" y="190"/>
                </a:lnTo>
                <a:lnTo>
                  <a:pt x="544" y="189"/>
                </a:lnTo>
                <a:lnTo>
                  <a:pt x="544" y="188"/>
                </a:lnTo>
                <a:lnTo>
                  <a:pt x="544" y="187"/>
                </a:lnTo>
                <a:lnTo>
                  <a:pt x="544" y="186"/>
                </a:lnTo>
                <a:lnTo>
                  <a:pt x="543" y="186"/>
                </a:lnTo>
                <a:lnTo>
                  <a:pt x="542" y="186"/>
                </a:lnTo>
                <a:lnTo>
                  <a:pt x="542" y="185"/>
                </a:lnTo>
                <a:lnTo>
                  <a:pt x="541" y="185"/>
                </a:lnTo>
                <a:lnTo>
                  <a:pt x="541" y="186"/>
                </a:lnTo>
                <a:lnTo>
                  <a:pt x="540" y="186"/>
                </a:lnTo>
                <a:lnTo>
                  <a:pt x="536" y="186"/>
                </a:lnTo>
                <a:lnTo>
                  <a:pt x="535" y="187"/>
                </a:lnTo>
                <a:lnTo>
                  <a:pt x="536" y="187"/>
                </a:lnTo>
                <a:lnTo>
                  <a:pt x="536" y="188"/>
                </a:lnTo>
                <a:lnTo>
                  <a:pt x="536" y="189"/>
                </a:lnTo>
                <a:lnTo>
                  <a:pt x="535" y="189"/>
                </a:lnTo>
                <a:lnTo>
                  <a:pt x="534" y="189"/>
                </a:lnTo>
                <a:lnTo>
                  <a:pt x="533" y="189"/>
                </a:lnTo>
                <a:lnTo>
                  <a:pt x="533" y="190"/>
                </a:lnTo>
                <a:lnTo>
                  <a:pt x="532" y="190"/>
                </a:lnTo>
                <a:lnTo>
                  <a:pt x="533" y="190"/>
                </a:lnTo>
                <a:lnTo>
                  <a:pt x="533" y="191"/>
                </a:lnTo>
                <a:lnTo>
                  <a:pt x="532" y="191"/>
                </a:lnTo>
                <a:lnTo>
                  <a:pt x="532" y="192"/>
                </a:lnTo>
                <a:lnTo>
                  <a:pt x="531" y="193"/>
                </a:lnTo>
                <a:lnTo>
                  <a:pt x="530" y="193"/>
                </a:lnTo>
                <a:lnTo>
                  <a:pt x="530" y="194"/>
                </a:lnTo>
                <a:lnTo>
                  <a:pt x="530" y="196"/>
                </a:lnTo>
                <a:lnTo>
                  <a:pt x="531" y="196"/>
                </a:lnTo>
                <a:lnTo>
                  <a:pt x="532" y="196"/>
                </a:lnTo>
                <a:lnTo>
                  <a:pt x="532" y="197"/>
                </a:lnTo>
                <a:lnTo>
                  <a:pt x="533" y="197"/>
                </a:lnTo>
                <a:lnTo>
                  <a:pt x="534" y="198"/>
                </a:lnTo>
                <a:lnTo>
                  <a:pt x="534" y="199"/>
                </a:lnTo>
                <a:lnTo>
                  <a:pt x="534" y="200"/>
                </a:lnTo>
                <a:lnTo>
                  <a:pt x="533" y="200"/>
                </a:lnTo>
                <a:lnTo>
                  <a:pt x="532" y="200"/>
                </a:lnTo>
                <a:lnTo>
                  <a:pt x="531" y="200"/>
                </a:lnTo>
                <a:lnTo>
                  <a:pt x="530" y="200"/>
                </a:lnTo>
                <a:lnTo>
                  <a:pt x="529" y="200"/>
                </a:lnTo>
                <a:lnTo>
                  <a:pt x="529" y="199"/>
                </a:lnTo>
                <a:lnTo>
                  <a:pt x="528" y="199"/>
                </a:lnTo>
                <a:lnTo>
                  <a:pt x="527" y="199"/>
                </a:lnTo>
                <a:lnTo>
                  <a:pt x="527" y="200"/>
                </a:lnTo>
                <a:lnTo>
                  <a:pt x="526" y="200"/>
                </a:lnTo>
                <a:lnTo>
                  <a:pt x="526" y="201"/>
                </a:lnTo>
                <a:lnTo>
                  <a:pt x="527" y="201"/>
                </a:lnTo>
                <a:lnTo>
                  <a:pt x="527" y="202"/>
                </a:lnTo>
                <a:lnTo>
                  <a:pt x="528" y="202"/>
                </a:lnTo>
                <a:lnTo>
                  <a:pt x="528" y="203"/>
                </a:lnTo>
                <a:lnTo>
                  <a:pt x="527" y="204"/>
                </a:lnTo>
                <a:lnTo>
                  <a:pt x="526" y="204"/>
                </a:lnTo>
                <a:lnTo>
                  <a:pt x="526" y="205"/>
                </a:lnTo>
                <a:lnTo>
                  <a:pt x="527" y="206"/>
                </a:lnTo>
                <a:lnTo>
                  <a:pt x="528" y="205"/>
                </a:lnTo>
                <a:lnTo>
                  <a:pt x="529" y="205"/>
                </a:lnTo>
                <a:lnTo>
                  <a:pt x="529" y="207"/>
                </a:lnTo>
                <a:lnTo>
                  <a:pt x="529" y="208"/>
                </a:lnTo>
                <a:lnTo>
                  <a:pt x="528" y="209"/>
                </a:lnTo>
                <a:lnTo>
                  <a:pt x="528" y="210"/>
                </a:lnTo>
                <a:lnTo>
                  <a:pt x="529" y="210"/>
                </a:lnTo>
                <a:lnTo>
                  <a:pt x="529" y="211"/>
                </a:lnTo>
                <a:lnTo>
                  <a:pt x="530" y="211"/>
                </a:lnTo>
                <a:lnTo>
                  <a:pt x="530" y="212"/>
                </a:lnTo>
                <a:lnTo>
                  <a:pt x="530" y="213"/>
                </a:lnTo>
                <a:lnTo>
                  <a:pt x="529" y="214"/>
                </a:lnTo>
                <a:lnTo>
                  <a:pt x="530" y="214"/>
                </a:lnTo>
                <a:lnTo>
                  <a:pt x="530" y="215"/>
                </a:lnTo>
                <a:lnTo>
                  <a:pt x="530" y="216"/>
                </a:lnTo>
                <a:lnTo>
                  <a:pt x="530" y="217"/>
                </a:lnTo>
                <a:lnTo>
                  <a:pt x="530" y="218"/>
                </a:lnTo>
                <a:lnTo>
                  <a:pt x="531" y="218"/>
                </a:lnTo>
                <a:lnTo>
                  <a:pt x="531" y="219"/>
                </a:lnTo>
                <a:lnTo>
                  <a:pt x="531" y="220"/>
                </a:lnTo>
                <a:lnTo>
                  <a:pt x="532" y="220"/>
                </a:lnTo>
                <a:lnTo>
                  <a:pt x="532" y="219"/>
                </a:lnTo>
                <a:lnTo>
                  <a:pt x="532" y="220"/>
                </a:lnTo>
                <a:lnTo>
                  <a:pt x="533" y="220"/>
                </a:lnTo>
                <a:lnTo>
                  <a:pt x="532" y="220"/>
                </a:lnTo>
                <a:lnTo>
                  <a:pt x="531" y="220"/>
                </a:lnTo>
                <a:lnTo>
                  <a:pt x="530" y="220"/>
                </a:lnTo>
                <a:lnTo>
                  <a:pt x="529" y="220"/>
                </a:lnTo>
                <a:lnTo>
                  <a:pt x="528" y="220"/>
                </a:lnTo>
                <a:lnTo>
                  <a:pt x="527" y="220"/>
                </a:lnTo>
                <a:lnTo>
                  <a:pt x="527" y="221"/>
                </a:lnTo>
                <a:lnTo>
                  <a:pt x="526" y="221"/>
                </a:lnTo>
                <a:lnTo>
                  <a:pt x="525" y="221"/>
                </a:lnTo>
                <a:lnTo>
                  <a:pt x="524" y="221"/>
                </a:lnTo>
                <a:lnTo>
                  <a:pt x="523" y="221"/>
                </a:lnTo>
                <a:lnTo>
                  <a:pt x="522" y="222"/>
                </a:lnTo>
                <a:lnTo>
                  <a:pt x="523" y="223"/>
                </a:lnTo>
                <a:lnTo>
                  <a:pt x="522" y="223"/>
                </a:lnTo>
                <a:lnTo>
                  <a:pt x="521" y="223"/>
                </a:lnTo>
                <a:lnTo>
                  <a:pt x="521" y="222"/>
                </a:lnTo>
                <a:lnTo>
                  <a:pt x="519" y="222"/>
                </a:lnTo>
                <a:lnTo>
                  <a:pt x="519" y="223"/>
                </a:lnTo>
                <a:lnTo>
                  <a:pt x="518" y="222"/>
                </a:lnTo>
                <a:lnTo>
                  <a:pt x="517" y="222"/>
                </a:lnTo>
                <a:lnTo>
                  <a:pt x="516" y="223"/>
                </a:lnTo>
                <a:lnTo>
                  <a:pt x="517" y="223"/>
                </a:lnTo>
                <a:lnTo>
                  <a:pt x="517" y="224"/>
                </a:lnTo>
                <a:lnTo>
                  <a:pt x="516" y="224"/>
                </a:lnTo>
                <a:lnTo>
                  <a:pt x="515" y="224"/>
                </a:lnTo>
                <a:lnTo>
                  <a:pt x="514" y="224"/>
                </a:lnTo>
                <a:lnTo>
                  <a:pt x="513" y="224"/>
                </a:lnTo>
                <a:lnTo>
                  <a:pt x="512" y="224"/>
                </a:lnTo>
                <a:lnTo>
                  <a:pt x="511" y="224"/>
                </a:lnTo>
                <a:lnTo>
                  <a:pt x="510" y="224"/>
                </a:lnTo>
                <a:lnTo>
                  <a:pt x="509" y="225"/>
                </a:lnTo>
                <a:lnTo>
                  <a:pt x="509" y="226"/>
                </a:lnTo>
                <a:lnTo>
                  <a:pt x="508" y="227"/>
                </a:lnTo>
                <a:lnTo>
                  <a:pt x="507" y="227"/>
                </a:lnTo>
                <a:lnTo>
                  <a:pt x="507" y="228"/>
                </a:lnTo>
                <a:lnTo>
                  <a:pt x="506" y="228"/>
                </a:lnTo>
                <a:lnTo>
                  <a:pt x="505" y="228"/>
                </a:lnTo>
                <a:lnTo>
                  <a:pt x="504" y="228"/>
                </a:lnTo>
                <a:lnTo>
                  <a:pt x="503" y="228"/>
                </a:lnTo>
                <a:lnTo>
                  <a:pt x="503" y="227"/>
                </a:lnTo>
                <a:lnTo>
                  <a:pt x="502" y="227"/>
                </a:lnTo>
                <a:lnTo>
                  <a:pt x="501" y="228"/>
                </a:lnTo>
                <a:lnTo>
                  <a:pt x="500" y="228"/>
                </a:lnTo>
                <a:lnTo>
                  <a:pt x="499" y="229"/>
                </a:lnTo>
                <a:lnTo>
                  <a:pt x="499" y="228"/>
                </a:lnTo>
                <a:lnTo>
                  <a:pt x="498" y="228"/>
                </a:lnTo>
                <a:lnTo>
                  <a:pt x="497" y="228"/>
                </a:lnTo>
                <a:lnTo>
                  <a:pt x="497" y="227"/>
                </a:lnTo>
                <a:lnTo>
                  <a:pt x="496" y="227"/>
                </a:lnTo>
                <a:lnTo>
                  <a:pt x="496" y="228"/>
                </a:lnTo>
                <a:lnTo>
                  <a:pt x="494" y="228"/>
                </a:lnTo>
                <a:lnTo>
                  <a:pt x="494" y="227"/>
                </a:lnTo>
                <a:lnTo>
                  <a:pt x="495" y="226"/>
                </a:lnTo>
                <a:lnTo>
                  <a:pt x="496" y="226"/>
                </a:lnTo>
                <a:lnTo>
                  <a:pt x="496" y="225"/>
                </a:lnTo>
                <a:lnTo>
                  <a:pt x="497" y="224"/>
                </a:lnTo>
                <a:lnTo>
                  <a:pt x="497" y="225"/>
                </a:lnTo>
                <a:lnTo>
                  <a:pt x="497" y="224"/>
                </a:lnTo>
                <a:lnTo>
                  <a:pt x="498" y="224"/>
                </a:lnTo>
                <a:lnTo>
                  <a:pt x="497" y="223"/>
                </a:lnTo>
                <a:lnTo>
                  <a:pt x="497" y="224"/>
                </a:lnTo>
                <a:lnTo>
                  <a:pt x="496" y="224"/>
                </a:lnTo>
                <a:lnTo>
                  <a:pt x="496" y="225"/>
                </a:lnTo>
                <a:lnTo>
                  <a:pt x="496" y="224"/>
                </a:lnTo>
                <a:lnTo>
                  <a:pt x="497" y="223"/>
                </a:lnTo>
                <a:lnTo>
                  <a:pt x="496" y="223"/>
                </a:lnTo>
                <a:lnTo>
                  <a:pt x="497" y="222"/>
                </a:lnTo>
                <a:lnTo>
                  <a:pt x="498" y="221"/>
                </a:lnTo>
                <a:lnTo>
                  <a:pt x="498" y="220"/>
                </a:lnTo>
                <a:lnTo>
                  <a:pt x="498" y="219"/>
                </a:lnTo>
                <a:lnTo>
                  <a:pt x="499" y="218"/>
                </a:lnTo>
                <a:lnTo>
                  <a:pt x="500" y="218"/>
                </a:lnTo>
                <a:lnTo>
                  <a:pt x="501" y="218"/>
                </a:lnTo>
                <a:lnTo>
                  <a:pt x="500" y="217"/>
                </a:lnTo>
                <a:lnTo>
                  <a:pt x="501" y="217"/>
                </a:lnTo>
                <a:lnTo>
                  <a:pt x="500" y="217"/>
                </a:lnTo>
                <a:lnTo>
                  <a:pt x="500" y="216"/>
                </a:lnTo>
                <a:lnTo>
                  <a:pt x="501" y="216"/>
                </a:lnTo>
                <a:lnTo>
                  <a:pt x="501" y="215"/>
                </a:lnTo>
                <a:lnTo>
                  <a:pt x="501" y="214"/>
                </a:lnTo>
                <a:lnTo>
                  <a:pt x="500" y="213"/>
                </a:lnTo>
                <a:lnTo>
                  <a:pt x="499" y="212"/>
                </a:lnTo>
                <a:lnTo>
                  <a:pt x="498" y="212"/>
                </a:lnTo>
                <a:lnTo>
                  <a:pt x="498" y="211"/>
                </a:lnTo>
                <a:lnTo>
                  <a:pt x="497" y="210"/>
                </a:lnTo>
                <a:lnTo>
                  <a:pt x="497" y="209"/>
                </a:lnTo>
                <a:lnTo>
                  <a:pt x="497" y="208"/>
                </a:lnTo>
                <a:lnTo>
                  <a:pt x="496" y="207"/>
                </a:lnTo>
                <a:lnTo>
                  <a:pt x="496" y="208"/>
                </a:lnTo>
                <a:lnTo>
                  <a:pt x="495" y="208"/>
                </a:lnTo>
                <a:lnTo>
                  <a:pt x="495" y="209"/>
                </a:lnTo>
                <a:lnTo>
                  <a:pt x="495" y="210"/>
                </a:lnTo>
                <a:lnTo>
                  <a:pt x="494" y="210"/>
                </a:lnTo>
                <a:lnTo>
                  <a:pt x="494" y="211"/>
                </a:lnTo>
                <a:lnTo>
                  <a:pt x="493" y="211"/>
                </a:lnTo>
                <a:lnTo>
                  <a:pt x="494" y="212"/>
                </a:lnTo>
                <a:lnTo>
                  <a:pt x="494" y="213"/>
                </a:lnTo>
                <a:lnTo>
                  <a:pt x="495" y="213"/>
                </a:lnTo>
                <a:lnTo>
                  <a:pt x="496" y="214"/>
                </a:lnTo>
                <a:lnTo>
                  <a:pt x="495" y="215"/>
                </a:lnTo>
                <a:lnTo>
                  <a:pt x="494" y="215"/>
                </a:lnTo>
                <a:lnTo>
                  <a:pt x="493" y="215"/>
                </a:lnTo>
                <a:lnTo>
                  <a:pt x="492" y="215"/>
                </a:lnTo>
                <a:lnTo>
                  <a:pt x="491" y="215"/>
                </a:lnTo>
                <a:lnTo>
                  <a:pt x="491" y="214"/>
                </a:lnTo>
                <a:lnTo>
                  <a:pt x="492" y="214"/>
                </a:lnTo>
                <a:lnTo>
                  <a:pt x="492" y="213"/>
                </a:lnTo>
                <a:lnTo>
                  <a:pt x="491" y="213"/>
                </a:lnTo>
                <a:lnTo>
                  <a:pt x="489" y="213"/>
                </a:lnTo>
                <a:lnTo>
                  <a:pt x="489" y="214"/>
                </a:lnTo>
                <a:lnTo>
                  <a:pt x="488" y="214"/>
                </a:lnTo>
                <a:lnTo>
                  <a:pt x="488" y="212"/>
                </a:lnTo>
                <a:lnTo>
                  <a:pt x="488" y="211"/>
                </a:lnTo>
                <a:lnTo>
                  <a:pt x="487" y="211"/>
                </a:lnTo>
                <a:lnTo>
                  <a:pt x="486" y="212"/>
                </a:lnTo>
                <a:lnTo>
                  <a:pt x="485" y="212"/>
                </a:lnTo>
                <a:lnTo>
                  <a:pt x="484" y="213"/>
                </a:lnTo>
                <a:lnTo>
                  <a:pt x="483" y="213"/>
                </a:lnTo>
                <a:lnTo>
                  <a:pt x="483" y="214"/>
                </a:lnTo>
                <a:lnTo>
                  <a:pt x="482" y="214"/>
                </a:lnTo>
                <a:lnTo>
                  <a:pt x="482" y="215"/>
                </a:lnTo>
                <a:lnTo>
                  <a:pt x="481" y="215"/>
                </a:lnTo>
                <a:lnTo>
                  <a:pt x="480" y="215"/>
                </a:lnTo>
                <a:lnTo>
                  <a:pt x="479" y="215"/>
                </a:lnTo>
                <a:lnTo>
                  <a:pt x="479" y="214"/>
                </a:lnTo>
                <a:lnTo>
                  <a:pt x="478" y="214"/>
                </a:lnTo>
                <a:lnTo>
                  <a:pt x="479" y="214"/>
                </a:lnTo>
                <a:lnTo>
                  <a:pt x="480" y="214"/>
                </a:lnTo>
                <a:lnTo>
                  <a:pt x="479" y="214"/>
                </a:lnTo>
                <a:lnTo>
                  <a:pt x="478" y="214"/>
                </a:lnTo>
                <a:lnTo>
                  <a:pt x="479" y="215"/>
                </a:lnTo>
                <a:lnTo>
                  <a:pt x="480" y="216"/>
                </a:lnTo>
                <a:lnTo>
                  <a:pt x="479" y="216"/>
                </a:lnTo>
                <a:lnTo>
                  <a:pt x="479" y="217"/>
                </a:lnTo>
                <a:lnTo>
                  <a:pt x="480" y="217"/>
                </a:lnTo>
                <a:lnTo>
                  <a:pt x="480" y="218"/>
                </a:lnTo>
                <a:lnTo>
                  <a:pt x="480" y="219"/>
                </a:lnTo>
                <a:lnTo>
                  <a:pt x="479" y="220"/>
                </a:lnTo>
                <a:lnTo>
                  <a:pt x="478" y="220"/>
                </a:lnTo>
                <a:lnTo>
                  <a:pt x="477" y="220"/>
                </a:lnTo>
                <a:lnTo>
                  <a:pt x="476" y="220"/>
                </a:lnTo>
                <a:lnTo>
                  <a:pt x="475" y="220"/>
                </a:lnTo>
                <a:lnTo>
                  <a:pt x="476" y="221"/>
                </a:lnTo>
                <a:lnTo>
                  <a:pt x="477" y="221"/>
                </a:lnTo>
                <a:lnTo>
                  <a:pt x="478" y="221"/>
                </a:lnTo>
                <a:lnTo>
                  <a:pt x="478" y="222"/>
                </a:lnTo>
                <a:lnTo>
                  <a:pt x="478" y="223"/>
                </a:lnTo>
                <a:lnTo>
                  <a:pt x="478" y="224"/>
                </a:lnTo>
                <a:lnTo>
                  <a:pt x="479" y="224"/>
                </a:lnTo>
                <a:lnTo>
                  <a:pt x="480" y="224"/>
                </a:lnTo>
                <a:lnTo>
                  <a:pt x="481" y="224"/>
                </a:lnTo>
                <a:lnTo>
                  <a:pt x="481" y="225"/>
                </a:lnTo>
                <a:lnTo>
                  <a:pt x="482" y="225"/>
                </a:lnTo>
                <a:lnTo>
                  <a:pt x="482" y="226"/>
                </a:lnTo>
                <a:lnTo>
                  <a:pt x="482" y="225"/>
                </a:lnTo>
                <a:lnTo>
                  <a:pt x="483" y="226"/>
                </a:lnTo>
                <a:lnTo>
                  <a:pt x="483" y="227"/>
                </a:lnTo>
                <a:lnTo>
                  <a:pt x="484" y="227"/>
                </a:lnTo>
                <a:lnTo>
                  <a:pt x="485" y="227"/>
                </a:lnTo>
                <a:lnTo>
                  <a:pt x="489" y="227"/>
                </a:lnTo>
                <a:lnTo>
                  <a:pt x="489" y="228"/>
                </a:lnTo>
                <a:lnTo>
                  <a:pt x="489" y="229"/>
                </a:lnTo>
                <a:lnTo>
                  <a:pt x="488" y="229"/>
                </a:lnTo>
                <a:lnTo>
                  <a:pt x="488" y="230"/>
                </a:lnTo>
                <a:lnTo>
                  <a:pt x="489" y="230"/>
                </a:lnTo>
                <a:lnTo>
                  <a:pt x="489" y="231"/>
                </a:lnTo>
                <a:lnTo>
                  <a:pt x="487" y="232"/>
                </a:lnTo>
                <a:lnTo>
                  <a:pt x="486" y="234"/>
                </a:lnTo>
                <a:lnTo>
                  <a:pt x="485" y="233"/>
                </a:lnTo>
                <a:lnTo>
                  <a:pt x="485" y="234"/>
                </a:lnTo>
                <a:lnTo>
                  <a:pt x="486" y="234"/>
                </a:lnTo>
                <a:lnTo>
                  <a:pt x="487" y="234"/>
                </a:lnTo>
                <a:lnTo>
                  <a:pt x="489" y="232"/>
                </a:lnTo>
                <a:lnTo>
                  <a:pt x="490" y="233"/>
                </a:lnTo>
                <a:lnTo>
                  <a:pt x="490" y="232"/>
                </a:lnTo>
                <a:lnTo>
                  <a:pt x="491" y="233"/>
                </a:lnTo>
                <a:lnTo>
                  <a:pt x="490" y="234"/>
                </a:lnTo>
                <a:lnTo>
                  <a:pt x="490" y="235"/>
                </a:lnTo>
                <a:lnTo>
                  <a:pt x="490" y="236"/>
                </a:lnTo>
                <a:lnTo>
                  <a:pt x="491" y="236"/>
                </a:lnTo>
                <a:lnTo>
                  <a:pt x="492" y="235"/>
                </a:lnTo>
                <a:lnTo>
                  <a:pt x="491" y="234"/>
                </a:lnTo>
                <a:lnTo>
                  <a:pt x="492" y="234"/>
                </a:lnTo>
                <a:lnTo>
                  <a:pt x="493" y="234"/>
                </a:lnTo>
                <a:lnTo>
                  <a:pt x="493" y="235"/>
                </a:lnTo>
                <a:lnTo>
                  <a:pt x="493" y="234"/>
                </a:lnTo>
                <a:lnTo>
                  <a:pt x="493" y="233"/>
                </a:lnTo>
                <a:lnTo>
                  <a:pt x="493" y="232"/>
                </a:lnTo>
                <a:lnTo>
                  <a:pt x="494" y="232"/>
                </a:lnTo>
                <a:lnTo>
                  <a:pt x="496" y="232"/>
                </a:lnTo>
                <a:lnTo>
                  <a:pt x="496" y="233"/>
                </a:lnTo>
                <a:lnTo>
                  <a:pt x="496" y="234"/>
                </a:lnTo>
                <a:lnTo>
                  <a:pt x="495" y="234"/>
                </a:lnTo>
                <a:lnTo>
                  <a:pt x="495" y="235"/>
                </a:lnTo>
                <a:lnTo>
                  <a:pt x="495" y="236"/>
                </a:lnTo>
                <a:lnTo>
                  <a:pt x="494" y="237"/>
                </a:lnTo>
                <a:lnTo>
                  <a:pt x="493" y="237"/>
                </a:lnTo>
                <a:lnTo>
                  <a:pt x="492" y="237"/>
                </a:lnTo>
                <a:lnTo>
                  <a:pt x="491" y="237"/>
                </a:lnTo>
                <a:lnTo>
                  <a:pt x="489" y="239"/>
                </a:lnTo>
                <a:lnTo>
                  <a:pt x="488" y="240"/>
                </a:lnTo>
                <a:lnTo>
                  <a:pt x="487" y="241"/>
                </a:lnTo>
                <a:lnTo>
                  <a:pt x="487" y="242"/>
                </a:lnTo>
                <a:lnTo>
                  <a:pt x="486" y="242"/>
                </a:lnTo>
                <a:lnTo>
                  <a:pt x="486" y="243"/>
                </a:lnTo>
                <a:lnTo>
                  <a:pt x="485" y="244"/>
                </a:lnTo>
                <a:lnTo>
                  <a:pt x="484" y="245"/>
                </a:lnTo>
                <a:lnTo>
                  <a:pt x="483" y="245"/>
                </a:lnTo>
                <a:lnTo>
                  <a:pt x="483" y="244"/>
                </a:lnTo>
                <a:lnTo>
                  <a:pt x="484" y="243"/>
                </a:lnTo>
                <a:lnTo>
                  <a:pt x="485" y="242"/>
                </a:lnTo>
                <a:lnTo>
                  <a:pt x="485" y="241"/>
                </a:lnTo>
                <a:lnTo>
                  <a:pt x="486" y="241"/>
                </a:lnTo>
                <a:lnTo>
                  <a:pt x="487" y="240"/>
                </a:lnTo>
                <a:lnTo>
                  <a:pt x="487" y="239"/>
                </a:lnTo>
                <a:lnTo>
                  <a:pt x="486" y="239"/>
                </a:lnTo>
                <a:lnTo>
                  <a:pt x="485" y="239"/>
                </a:lnTo>
                <a:lnTo>
                  <a:pt x="484" y="240"/>
                </a:lnTo>
                <a:lnTo>
                  <a:pt x="483" y="240"/>
                </a:lnTo>
                <a:lnTo>
                  <a:pt x="483" y="241"/>
                </a:lnTo>
                <a:lnTo>
                  <a:pt x="483" y="242"/>
                </a:lnTo>
                <a:lnTo>
                  <a:pt x="482" y="242"/>
                </a:lnTo>
                <a:lnTo>
                  <a:pt x="482" y="243"/>
                </a:lnTo>
                <a:lnTo>
                  <a:pt x="481" y="243"/>
                </a:lnTo>
                <a:lnTo>
                  <a:pt x="481" y="242"/>
                </a:lnTo>
                <a:lnTo>
                  <a:pt x="480" y="242"/>
                </a:lnTo>
                <a:lnTo>
                  <a:pt x="480" y="243"/>
                </a:lnTo>
                <a:lnTo>
                  <a:pt x="479" y="243"/>
                </a:lnTo>
                <a:lnTo>
                  <a:pt x="478" y="243"/>
                </a:lnTo>
                <a:lnTo>
                  <a:pt x="477" y="243"/>
                </a:lnTo>
                <a:lnTo>
                  <a:pt x="477" y="244"/>
                </a:lnTo>
                <a:lnTo>
                  <a:pt x="476" y="244"/>
                </a:lnTo>
                <a:lnTo>
                  <a:pt x="476" y="245"/>
                </a:lnTo>
                <a:lnTo>
                  <a:pt x="475" y="245"/>
                </a:lnTo>
                <a:lnTo>
                  <a:pt x="474" y="245"/>
                </a:lnTo>
                <a:lnTo>
                  <a:pt x="474" y="246"/>
                </a:lnTo>
                <a:lnTo>
                  <a:pt x="473" y="247"/>
                </a:lnTo>
                <a:lnTo>
                  <a:pt x="473" y="248"/>
                </a:lnTo>
                <a:lnTo>
                  <a:pt x="472" y="248"/>
                </a:lnTo>
                <a:lnTo>
                  <a:pt x="472" y="249"/>
                </a:lnTo>
                <a:lnTo>
                  <a:pt x="472" y="250"/>
                </a:lnTo>
                <a:lnTo>
                  <a:pt x="471" y="251"/>
                </a:lnTo>
                <a:lnTo>
                  <a:pt x="471" y="252"/>
                </a:lnTo>
                <a:lnTo>
                  <a:pt x="470" y="253"/>
                </a:lnTo>
                <a:lnTo>
                  <a:pt x="471" y="254"/>
                </a:lnTo>
                <a:lnTo>
                  <a:pt x="471" y="255"/>
                </a:lnTo>
                <a:lnTo>
                  <a:pt x="472" y="256"/>
                </a:lnTo>
                <a:lnTo>
                  <a:pt x="471" y="256"/>
                </a:lnTo>
                <a:lnTo>
                  <a:pt x="471" y="257"/>
                </a:lnTo>
                <a:lnTo>
                  <a:pt x="471" y="258"/>
                </a:lnTo>
                <a:lnTo>
                  <a:pt x="470" y="259"/>
                </a:lnTo>
                <a:lnTo>
                  <a:pt x="469" y="260"/>
                </a:lnTo>
                <a:lnTo>
                  <a:pt x="470" y="261"/>
                </a:lnTo>
                <a:lnTo>
                  <a:pt x="469" y="261"/>
                </a:lnTo>
                <a:lnTo>
                  <a:pt x="469" y="262"/>
                </a:lnTo>
                <a:lnTo>
                  <a:pt x="468" y="262"/>
                </a:lnTo>
                <a:lnTo>
                  <a:pt x="467" y="262"/>
                </a:lnTo>
                <a:lnTo>
                  <a:pt x="467" y="261"/>
                </a:lnTo>
                <a:lnTo>
                  <a:pt x="466" y="260"/>
                </a:lnTo>
                <a:lnTo>
                  <a:pt x="465" y="260"/>
                </a:lnTo>
                <a:lnTo>
                  <a:pt x="465" y="259"/>
                </a:lnTo>
                <a:lnTo>
                  <a:pt x="464" y="258"/>
                </a:lnTo>
                <a:lnTo>
                  <a:pt x="463" y="258"/>
                </a:lnTo>
                <a:lnTo>
                  <a:pt x="462" y="257"/>
                </a:lnTo>
                <a:lnTo>
                  <a:pt x="462" y="258"/>
                </a:lnTo>
                <a:lnTo>
                  <a:pt x="461" y="258"/>
                </a:lnTo>
                <a:lnTo>
                  <a:pt x="460" y="259"/>
                </a:lnTo>
                <a:lnTo>
                  <a:pt x="460" y="260"/>
                </a:lnTo>
                <a:lnTo>
                  <a:pt x="460" y="261"/>
                </a:lnTo>
                <a:lnTo>
                  <a:pt x="461" y="262"/>
                </a:lnTo>
                <a:lnTo>
                  <a:pt x="462" y="262"/>
                </a:lnTo>
                <a:lnTo>
                  <a:pt x="463" y="262"/>
                </a:lnTo>
                <a:lnTo>
                  <a:pt x="463" y="263"/>
                </a:lnTo>
                <a:lnTo>
                  <a:pt x="462" y="264"/>
                </a:lnTo>
                <a:lnTo>
                  <a:pt x="461" y="264"/>
                </a:lnTo>
                <a:lnTo>
                  <a:pt x="461" y="265"/>
                </a:lnTo>
                <a:lnTo>
                  <a:pt x="460" y="265"/>
                </a:lnTo>
                <a:lnTo>
                  <a:pt x="460" y="266"/>
                </a:lnTo>
                <a:lnTo>
                  <a:pt x="460" y="267"/>
                </a:lnTo>
                <a:lnTo>
                  <a:pt x="459" y="267"/>
                </a:lnTo>
                <a:lnTo>
                  <a:pt x="459" y="268"/>
                </a:lnTo>
                <a:lnTo>
                  <a:pt x="460" y="268"/>
                </a:lnTo>
                <a:lnTo>
                  <a:pt x="460" y="269"/>
                </a:lnTo>
                <a:lnTo>
                  <a:pt x="461" y="269"/>
                </a:lnTo>
                <a:lnTo>
                  <a:pt x="461" y="270"/>
                </a:lnTo>
                <a:lnTo>
                  <a:pt x="460" y="271"/>
                </a:lnTo>
                <a:lnTo>
                  <a:pt x="459" y="271"/>
                </a:lnTo>
                <a:lnTo>
                  <a:pt x="458" y="271"/>
                </a:lnTo>
                <a:lnTo>
                  <a:pt x="458" y="272"/>
                </a:lnTo>
                <a:lnTo>
                  <a:pt x="457" y="272"/>
                </a:lnTo>
                <a:lnTo>
                  <a:pt x="457" y="273"/>
                </a:lnTo>
                <a:lnTo>
                  <a:pt x="456" y="274"/>
                </a:lnTo>
                <a:lnTo>
                  <a:pt x="456" y="273"/>
                </a:lnTo>
                <a:lnTo>
                  <a:pt x="456" y="272"/>
                </a:lnTo>
                <a:lnTo>
                  <a:pt x="455" y="272"/>
                </a:lnTo>
                <a:lnTo>
                  <a:pt x="455" y="271"/>
                </a:lnTo>
                <a:lnTo>
                  <a:pt x="454" y="271"/>
                </a:lnTo>
                <a:lnTo>
                  <a:pt x="453" y="272"/>
                </a:lnTo>
                <a:lnTo>
                  <a:pt x="453" y="271"/>
                </a:lnTo>
                <a:lnTo>
                  <a:pt x="453" y="270"/>
                </a:lnTo>
                <a:lnTo>
                  <a:pt x="452" y="269"/>
                </a:lnTo>
                <a:lnTo>
                  <a:pt x="451" y="269"/>
                </a:lnTo>
                <a:lnTo>
                  <a:pt x="451" y="270"/>
                </a:lnTo>
                <a:lnTo>
                  <a:pt x="452" y="270"/>
                </a:lnTo>
                <a:lnTo>
                  <a:pt x="451" y="270"/>
                </a:lnTo>
                <a:lnTo>
                  <a:pt x="450" y="271"/>
                </a:lnTo>
                <a:lnTo>
                  <a:pt x="449" y="271"/>
                </a:lnTo>
                <a:lnTo>
                  <a:pt x="449" y="272"/>
                </a:lnTo>
                <a:lnTo>
                  <a:pt x="450" y="272"/>
                </a:lnTo>
                <a:lnTo>
                  <a:pt x="449" y="272"/>
                </a:lnTo>
                <a:lnTo>
                  <a:pt x="449" y="273"/>
                </a:lnTo>
                <a:lnTo>
                  <a:pt x="448" y="273"/>
                </a:lnTo>
                <a:lnTo>
                  <a:pt x="449" y="273"/>
                </a:lnTo>
                <a:lnTo>
                  <a:pt x="450" y="273"/>
                </a:lnTo>
                <a:lnTo>
                  <a:pt x="450" y="274"/>
                </a:lnTo>
                <a:lnTo>
                  <a:pt x="449" y="275"/>
                </a:lnTo>
                <a:lnTo>
                  <a:pt x="450" y="276"/>
                </a:lnTo>
                <a:lnTo>
                  <a:pt x="449" y="277"/>
                </a:lnTo>
                <a:lnTo>
                  <a:pt x="448" y="276"/>
                </a:lnTo>
                <a:lnTo>
                  <a:pt x="447" y="277"/>
                </a:lnTo>
                <a:lnTo>
                  <a:pt x="447" y="276"/>
                </a:lnTo>
                <a:lnTo>
                  <a:pt x="446" y="276"/>
                </a:lnTo>
                <a:lnTo>
                  <a:pt x="446" y="273"/>
                </a:lnTo>
                <a:lnTo>
                  <a:pt x="445" y="272"/>
                </a:lnTo>
                <a:lnTo>
                  <a:pt x="445" y="271"/>
                </a:lnTo>
                <a:lnTo>
                  <a:pt x="445" y="270"/>
                </a:lnTo>
                <a:lnTo>
                  <a:pt x="444" y="270"/>
                </a:lnTo>
                <a:lnTo>
                  <a:pt x="444" y="272"/>
                </a:lnTo>
                <a:lnTo>
                  <a:pt x="443" y="272"/>
                </a:lnTo>
                <a:lnTo>
                  <a:pt x="442" y="273"/>
                </a:lnTo>
                <a:lnTo>
                  <a:pt x="441" y="274"/>
                </a:lnTo>
                <a:lnTo>
                  <a:pt x="440" y="274"/>
                </a:lnTo>
                <a:lnTo>
                  <a:pt x="439" y="275"/>
                </a:lnTo>
                <a:lnTo>
                  <a:pt x="438" y="276"/>
                </a:lnTo>
                <a:lnTo>
                  <a:pt x="438" y="275"/>
                </a:lnTo>
                <a:lnTo>
                  <a:pt x="437" y="275"/>
                </a:lnTo>
                <a:lnTo>
                  <a:pt x="437" y="274"/>
                </a:lnTo>
                <a:lnTo>
                  <a:pt x="436" y="273"/>
                </a:lnTo>
                <a:lnTo>
                  <a:pt x="436" y="274"/>
                </a:lnTo>
                <a:lnTo>
                  <a:pt x="437" y="274"/>
                </a:lnTo>
                <a:lnTo>
                  <a:pt x="437" y="276"/>
                </a:lnTo>
                <a:lnTo>
                  <a:pt x="436" y="275"/>
                </a:lnTo>
                <a:lnTo>
                  <a:pt x="436" y="276"/>
                </a:lnTo>
                <a:lnTo>
                  <a:pt x="437" y="276"/>
                </a:lnTo>
                <a:lnTo>
                  <a:pt x="438" y="277"/>
                </a:lnTo>
                <a:lnTo>
                  <a:pt x="437" y="277"/>
                </a:lnTo>
                <a:lnTo>
                  <a:pt x="437" y="278"/>
                </a:lnTo>
                <a:lnTo>
                  <a:pt x="436" y="278"/>
                </a:lnTo>
                <a:lnTo>
                  <a:pt x="435" y="278"/>
                </a:lnTo>
                <a:lnTo>
                  <a:pt x="434" y="278"/>
                </a:lnTo>
                <a:lnTo>
                  <a:pt x="434" y="279"/>
                </a:lnTo>
                <a:lnTo>
                  <a:pt x="435" y="279"/>
                </a:lnTo>
                <a:lnTo>
                  <a:pt x="436" y="279"/>
                </a:lnTo>
                <a:lnTo>
                  <a:pt x="435" y="280"/>
                </a:lnTo>
                <a:lnTo>
                  <a:pt x="435" y="281"/>
                </a:lnTo>
                <a:lnTo>
                  <a:pt x="434" y="282"/>
                </a:lnTo>
                <a:lnTo>
                  <a:pt x="434" y="283"/>
                </a:lnTo>
                <a:lnTo>
                  <a:pt x="434" y="284"/>
                </a:lnTo>
                <a:lnTo>
                  <a:pt x="433" y="284"/>
                </a:lnTo>
                <a:lnTo>
                  <a:pt x="433" y="286"/>
                </a:lnTo>
                <a:lnTo>
                  <a:pt x="433" y="287"/>
                </a:lnTo>
                <a:lnTo>
                  <a:pt x="433" y="288"/>
                </a:lnTo>
                <a:lnTo>
                  <a:pt x="432" y="288"/>
                </a:lnTo>
                <a:lnTo>
                  <a:pt x="432" y="289"/>
                </a:lnTo>
                <a:lnTo>
                  <a:pt x="431" y="289"/>
                </a:lnTo>
                <a:lnTo>
                  <a:pt x="430" y="289"/>
                </a:lnTo>
                <a:lnTo>
                  <a:pt x="430" y="290"/>
                </a:lnTo>
                <a:lnTo>
                  <a:pt x="430" y="291"/>
                </a:lnTo>
                <a:lnTo>
                  <a:pt x="429" y="292"/>
                </a:lnTo>
                <a:lnTo>
                  <a:pt x="429" y="293"/>
                </a:lnTo>
                <a:lnTo>
                  <a:pt x="429" y="294"/>
                </a:lnTo>
                <a:lnTo>
                  <a:pt x="429" y="295"/>
                </a:lnTo>
                <a:lnTo>
                  <a:pt x="428" y="295"/>
                </a:lnTo>
                <a:lnTo>
                  <a:pt x="428" y="294"/>
                </a:lnTo>
                <a:lnTo>
                  <a:pt x="428" y="295"/>
                </a:lnTo>
                <a:lnTo>
                  <a:pt x="429" y="295"/>
                </a:lnTo>
                <a:lnTo>
                  <a:pt x="429" y="296"/>
                </a:lnTo>
                <a:lnTo>
                  <a:pt x="429" y="297"/>
                </a:lnTo>
                <a:lnTo>
                  <a:pt x="429" y="298"/>
                </a:lnTo>
                <a:lnTo>
                  <a:pt x="428" y="298"/>
                </a:lnTo>
                <a:lnTo>
                  <a:pt x="428" y="300"/>
                </a:lnTo>
                <a:lnTo>
                  <a:pt x="427" y="300"/>
                </a:lnTo>
                <a:lnTo>
                  <a:pt x="427" y="299"/>
                </a:lnTo>
                <a:lnTo>
                  <a:pt x="428" y="298"/>
                </a:lnTo>
                <a:lnTo>
                  <a:pt x="426" y="297"/>
                </a:lnTo>
                <a:lnTo>
                  <a:pt x="426" y="298"/>
                </a:lnTo>
                <a:lnTo>
                  <a:pt x="426" y="302"/>
                </a:lnTo>
                <a:lnTo>
                  <a:pt x="426" y="305"/>
                </a:lnTo>
                <a:lnTo>
                  <a:pt x="425" y="305"/>
                </a:lnTo>
                <a:lnTo>
                  <a:pt x="425" y="302"/>
                </a:lnTo>
                <a:lnTo>
                  <a:pt x="423" y="302"/>
                </a:lnTo>
                <a:lnTo>
                  <a:pt x="422" y="302"/>
                </a:lnTo>
                <a:lnTo>
                  <a:pt x="421" y="302"/>
                </a:lnTo>
                <a:lnTo>
                  <a:pt x="420" y="302"/>
                </a:lnTo>
                <a:lnTo>
                  <a:pt x="421" y="303"/>
                </a:lnTo>
                <a:lnTo>
                  <a:pt x="421" y="304"/>
                </a:lnTo>
                <a:lnTo>
                  <a:pt x="420" y="303"/>
                </a:lnTo>
                <a:lnTo>
                  <a:pt x="419" y="303"/>
                </a:lnTo>
                <a:lnTo>
                  <a:pt x="419" y="305"/>
                </a:lnTo>
                <a:lnTo>
                  <a:pt x="418" y="305"/>
                </a:lnTo>
                <a:lnTo>
                  <a:pt x="418" y="304"/>
                </a:lnTo>
                <a:lnTo>
                  <a:pt x="418" y="305"/>
                </a:lnTo>
                <a:lnTo>
                  <a:pt x="417" y="305"/>
                </a:lnTo>
                <a:lnTo>
                  <a:pt x="418" y="305"/>
                </a:lnTo>
                <a:lnTo>
                  <a:pt x="418" y="306"/>
                </a:lnTo>
                <a:lnTo>
                  <a:pt x="417" y="307"/>
                </a:lnTo>
                <a:lnTo>
                  <a:pt x="416" y="307"/>
                </a:lnTo>
                <a:lnTo>
                  <a:pt x="415" y="308"/>
                </a:lnTo>
                <a:lnTo>
                  <a:pt x="415" y="309"/>
                </a:lnTo>
                <a:lnTo>
                  <a:pt x="415" y="311"/>
                </a:lnTo>
                <a:lnTo>
                  <a:pt x="414" y="311"/>
                </a:lnTo>
                <a:lnTo>
                  <a:pt x="414" y="312"/>
                </a:lnTo>
                <a:lnTo>
                  <a:pt x="414" y="313"/>
                </a:lnTo>
                <a:lnTo>
                  <a:pt x="414" y="314"/>
                </a:lnTo>
                <a:lnTo>
                  <a:pt x="413" y="315"/>
                </a:lnTo>
                <a:lnTo>
                  <a:pt x="413" y="316"/>
                </a:lnTo>
                <a:lnTo>
                  <a:pt x="413" y="317"/>
                </a:lnTo>
                <a:lnTo>
                  <a:pt x="413" y="318"/>
                </a:lnTo>
                <a:lnTo>
                  <a:pt x="412" y="319"/>
                </a:lnTo>
                <a:lnTo>
                  <a:pt x="412" y="320"/>
                </a:lnTo>
                <a:lnTo>
                  <a:pt x="412" y="321"/>
                </a:lnTo>
                <a:lnTo>
                  <a:pt x="412" y="322"/>
                </a:lnTo>
                <a:lnTo>
                  <a:pt x="412" y="323"/>
                </a:lnTo>
                <a:lnTo>
                  <a:pt x="413" y="323"/>
                </a:lnTo>
                <a:lnTo>
                  <a:pt x="413" y="325"/>
                </a:lnTo>
                <a:lnTo>
                  <a:pt x="412" y="325"/>
                </a:lnTo>
                <a:lnTo>
                  <a:pt x="413" y="325"/>
                </a:lnTo>
                <a:lnTo>
                  <a:pt x="413" y="326"/>
                </a:lnTo>
                <a:lnTo>
                  <a:pt x="412" y="326"/>
                </a:lnTo>
                <a:lnTo>
                  <a:pt x="412" y="327"/>
                </a:lnTo>
                <a:lnTo>
                  <a:pt x="412" y="326"/>
                </a:lnTo>
                <a:lnTo>
                  <a:pt x="411" y="326"/>
                </a:lnTo>
                <a:lnTo>
                  <a:pt x="411" y="327"/>
                </a:lnTo>
                <a:lnTo>
                  <a:pt x="411" y="328"/>
                </a:lnTo>
                <a:lnTo>
                  <a:pt x="410" y="328"/>
                </a:lnTo>
                <a:lnTo>
                  <a:pt x="410" y="327"/>
                </a:lnTo>
                <a:lnTo>
                  <a:pt x="411" y="326"/>
                </a:lnTo>
                <a:lnTo>
                  <a:pt x="410" y="326"/>
                </a:lnTo>
                <a:lnTo>
                  <a:pt x="410" y="327"/>
                </a:lnTo>
                <a:lnTo>
                  <a:pt x="409" y="327"/>
                </a:lnTo>
                <a:lnTo>
                  <a:pt x="408" y="327"/>
                </a:lnTo>
                <a:lnTo>
                  <a:pt x="407" y="327"/>
                </a:lnTo>
                <a:lnTo>
                  <a:pt x="405" y="328"/>
                </a:lnTo>
                <a:lnTo>
                  <a:pt x="405" y="327"/>
                </a:lnTo>
                <a:lnTo>
                  <a:pt x="405" y="326"/>
                </a:lnTo>
                <a:lnTo>
                  <a:pt x="404" y="325"/>
                </a:lnTo>
                <a:lnTo>
                  <a:pt x="404" y="324"/>
                </a:lnTo>
                <a:lnTo>
                  <a:pt x="403" y="324"/>
                </a:lnTo>
                <a:lnTo>
                  <a:pt x="402" y="324"/>
                </a:lnTo>
                <a:lnTo>
                  <a:pt x="401" y="324"/>
                </a:lnTo>
                <a:lnTo>
                  <a:pt x="400" y="323"/>
                </a:lnTo>
                <a:lnTo>
                  <a:pt x="399" y="323"/>
                </a:lnTo>
                <a:lnTo>
                  <a:pt x="398" y="324"/>
                </a:lnTo>
                <a:lnTo>
                  <a:pt x="398" y="325"/>
                </a:lnTo>
                <a:lnTo>
                  <a:pt x="397" y="325"/>
                </a:lnTo>
                <a:lnTo>
                  <a:pt x="396" y="325"/>
                </a:lnTo>
                <a:lnTo>
                  <a:pt x="394" y="325"/>
                </a:lnTo>
                <a:lnTo>
                  <a:pt x="393" y="325"/>
                </a:lnTo>
                <a:lnTo>
                  <a:pt x="392" y="325"/>
                </a:lnTo>
                <a:lnTo>
                  <a:pt x="392" y="326"/>
                </a:lnTo>
                <a:lnTo>
                  <a:pt x="391" y="326"/>
                </a:lnTo>
                <a:lnTo>
                  <a:pt x="390" y="326"/>
                </a:lnTo>
                <a:lnTo>
                  <a:pt x="389" y="326"/>
                </a:lnTo>
                <a:lnTo>
                  <a:pt x="390" y="326"/>
                </a:lnTo>
                <a:lnTo>
                  <a:pt x="390" y="327"/>
                </a:lnTo>
                <a:lnTo>
                  <a:pt x="389" y="328"/>
                </a:lnTo>
                <a:lnTo>
                  <a:pt x="389" y="329"/>
                </a:lnTo>
                <a:lnTo>
                  <a:pt x="388" y="329"/>
                </a:lnTo>
                <a:lnTo>
                  <a:pt x="389" y="330"/>
                </a:lnTo>
                <a:lnTo>
                  <a:pt x="388" y="331"/>
                </a:lnTo>
                <a:lnTo>
                  <a:pt x="387" y="331"/>
                </a:lnTo>
                <a:lnTo>
                  <a:pt x="387" y="330"/>
                </a:lnTo>
                <a:lnTo>
                  <a:pt x="386" y="330"/>
                </a:lnTo>
                <a:lnTo>
                  <a:pt x="384" y="330"/>
                </a:lnTo>
                <a:lnTo>
                  <a:pt x="383" y="331"/>
                </a:lnTo>
                <a:lnTo>
                  <a:pt x="382" y="331"/>
                </a:lnTo>
                <a:lnTo>
                  <a:pt x="381" y="331"/>
                </a:lnTo>
                <a:lnTo>
                  <a:pt x="380" y="330"/>
                </a:lnTo>
                <a:lnTo>
                  <a:pt x="379" y="330"/>
                </a:lnTo>
                <a:lnTo>
                  <a:pt x="378" y="331"/>
                </a:lnTo>
                <a:lnTo>
                  <a:pt x="377" y="331"/>
                </a:lnTo>
                <a:lnTo>
                  <a:pt x="376" y="331"/>
                </a:lnTo>
                <a:lnTo>
                  <a:pt x="374" y="331"/>
                </a:lnTo>
                <a:lnTo>
                  <a:pt x="372" y="331"/>
                </a:lnTo>
                <a:lnTo>
                  <a:pt x="371" y="331"/>
                </a:lnTo>
                <a:lnTo>
                  <a:pt x="369" y="331"/>
                </a:lnTo>
                <a:lnTo>
                  <a:pt x="368" y="332"/>
                </a:lnTo>
                <a:lnTo>
                  <a:pt x="367" y="332"/>
                </a:lnTo>
                <a:lnTo>
                  <a:pt x="367" y="333"/>
                </a:lnTo>
                <a:lnTo>
                  <a:pt x="367" y="332"/>
                </a:lnTo>
                <a:lnTo>
                  <a:pt x="366" y="333"/>
                </a:lnTo>
                <a:lnTo>
                  <a:pt x="365" y="333"/>
                </a:lnTo>
                <a:lnTo>
                  <a:pt x="365" y="334"/>
                </a:lnTo>
                <a:lnTo>
                  <a:pt x="366" y="335"/>
                </a:lnTo>
                <a:lnTo>
                  <a:pt x="366" y="336"/>
                </a:lnTo>
                <a:lnTo>
                  <a:pt x="366" y="337"/>
                </a:lnTo>
                <a:lnTo>
                  <a:pt x="365" y="337"/>
                </a:lnTo>
                <a:lnTo>
                  <a:pt x="365" y="339"/>
                </a:lnTo>
                <a:lnTo>
                  <a:pt x="365" y="340"/>
                </a:lnTo>
                <a:lnTo>
                  <a:pt x="365" y="341"/>
                </a:lnTo>
                <a:lnTo>
                  <a:pt x="365" y="342"/>
                </a:lnTo>
                <a:lnTo>
                  <a:pt x="365" y="343"/>
                </a:lnTo>
                <a:lnTo>
                  <a:pt x="365" y="344"/>
                </a:lnTo>
                <a:lnTo>
                  <a:pt x="364" y="344"/>
                </a:lnTo>
                <a:lnTo>
                  <a:pt x="364" y="343"/>
                </a:lnTo>
                <a:lnTo>
                  <a:pt x="363" y="344"/>
                </a:lnTo>
                <a:lnTo>
                  <a:pt x="362" y="345"/>
                </a:lnTo>
                <a:lnTo>
                  <a:pt x="361" y="346"/>
                </a:lnTo>
                <a:lnTo>
                  <a:pt x="361" y="347"/>
                </a:lnTo>
                <a:lnTo>
                  <a:pt x="361" y="348"/>
                </a:lnTo>
                <a:lnTo>
                  <a:pt x="360" y="348"/>
                </a:lnTo>
                <a:lnTo>
                  <a:pt x="360" y="349"/>
                </a:lnTo>
                <a:lnTo>
                  <a:pt x="360" y="350"/>
                </a:lnTo>
                <a:lnTo>
                  <a:pt x="360" y="351"/>
                </a:lnTo>
                <a:lnTo>
                  <a:pt x="360" y="352"/>
                </a:lnTo>
                <a:lnTo>
                  <a:pt x="359" y="352"/>
                </a:lnTo>
                <a:lnTo>
                  <a:pt x="358" y="351"/>
                </a:lnTo>
                <a:lnTo>
                  <a:pt x="358" y="352"/>
                </a:lnTo>
                <a:lnTo>
                  <a:pt x="357" y="352"/>
                </a:lnTo>
                <a:lnTo>
                  <a:pt x="356" y="351"/>
                </a:lnTo>
                <a:lnTo>
                  <a:pt x="356" y="352"/>
                </a:lnTo>
                <a:lnTo>
                  <a:pt x="357" y="353"/>
                </a:lnTo>
                <a:lnTo>
                  <a:pt x="358" y="353"/>
                </a:lnTo>
                <a:lnTo>
                  <a:pt x="359" y="353"/>
                </a:lnTo>
                <a:lnTo>
                  <a:pt x="358" y="354"/>
                </a:lnTo>
                <a:lnTo>
                  <a:pt x="357" y="356"/>
                </a:lnTo>
                <a:lnTo>
                  <a:pt x="357" y="357"/>
                </a:lnTo>
                <a:lnTo>
                  <a:pt x="356" y="357"/>
                </a:lnTo>
                <a:lnTo>
                  <a:pt x="355" y="357"/>
                </a:lnTo>
                <a:lnTo>
                  <a:pt x="354" y="357"/>
                </a:lnTo>
                <a:lnTo>
                  <a:pt x="353" y="357"/>
                </a:lnTo>
                <a:lnTo>
                  <a:pt x="353" y="358"/>
                </a:lnTo>
                <a:lnTo>
                  <a:pt x="354" y="358"/>
                </a:lnTo>
                <a:lnTo>
                  <a:pt x="354" y="359"/>
                </a:lnTo>
                <a:lnTo>
                  <a:pt x="354" y="360"/>
                </a:lnTo>
                <a:lnTo>
                  <a:pt x="353" y="360"/>
                </a:lnTo>
                <a:lnTo>
                  <a:pt x="352" y="360"/>
                </a:lnTo>
                <a:lnTo>
                  <a:pt x="351" y="361"/>
                </a:lnTo>
                <a:lnTo>
                  <a:pt x="352" y="362"/>
                </a:lnTo>
                <a:lnTo>
                  <a:pt x="353" y="362"/>
                </a:lnTo>
                <a:lnTo>
                  <a:pt x="354" y="363"/>
                </a:lnTo>
                <a:lnTo>
                  <a:pt x="356" y="362"/>
                </a:lnTo>
                <a:lnTo>
                  <a:pt x="357" y="363"/>
                </a:lnTo>
                <a:lnTo>
                  <a:pt x="357" y="364"/>
                </a:lnTo>
                <a:lnTo>
                  <a:pt x="357" y="365"/>
                </a:lnTo>
                <a:lnTo>
                  <a:pt x="356" y="366"/>
                </a:lnTo>
                <a:lnTo>
                  <a:pt x="355" y="367"/>
                </a:lnTo>
                <a:lnTo>
                  <a:pt x="354" y="367"/>
                </a:lnTo>
                <a:lnTo>
                  <a:pt x="353" y="367"/>
                </a:lnTo>
                <a:lnTo>
                  <a:pt x="352" y="367"/>
                </a:lnTo>
                <a:lnTo>
                  <a:pt x="351" y="368"/>
                </a:lnTo>
                <a:lnTo>
                  <a:pt x="350" y="368"/>
                </a:lnTo>
                <a:lnTo>
                  <a:pt x="349" y="369"/>
                </a:lnTo>
                <a:lnTo>
                  <a:pt x="349" y="368"/>
                </a:lnTo>
                <a:lnTo>
                  <a:pt x="348" y="367"/>
                </a:lnTo>
                <a:lnTo>
                  <a:pt x="346" y="367"/>
                </a:lnTo>
                <a:lnTo>
                  <a:pt x="345" y="368"/>
                </a:lnTo>
                <a:lnTo>
                  <a:pt x="344" y="368"/>
                </a:lnTo>
                <a:lnTo>
                  <a:pt x="343" y="367"/>
                </a:lnTo>
                <a:lnTo>
                  <a:pt x="342" y="368"/>
                </a:lnTo>
                <a:lnTo>
                  <a:pt x="342" y="366"/>
                </a:lnTo>
                <a:lnTo>
                  <a:pt x="342" y="365"/>
                </a:lnTo>
                <a:lnTo>
                  <a:pt x="341" y="365"/>
                </a:lnTo>
                <a:lnTo>
                  <a:pt x="339" y="365"/>
                </a:lnTo>
                <a:lnTo>
                  <a:pt x="338" y="365"/>
                </a:lnTo>
                <a:lnTo>
                  <a:pt x="337" y="365"/>
                </a:lnTo>
                <a:lnTo>
                  <a:pt x="335" y="365"/>
                </a:lnTo>
                <a:lnTo>
                  <a:pt x="335" y="366"/>
                </a:lnTo>
                <a:lnTo>
                  <a:pt x="335" y="367"/>
                </a:lnTo>
                <a:lnTo>
                  <a:pt x="336" y="367"/>
                </a:lnTo>
                <a:lnTo>
                  <a:pt x="335" y="368"/>
                </a:lnTo>
                <a:lnTo>
                  <a:pt x="334" y="368"/>
                </a:lnTo>
                <a:lnTo>
                  <a:pt x="333" y="368"/>
                </a:lnTo>
                <a:lnTo>
                  <a:pt x="333" y="369"/>
                </a:lnTo>
                <a:lnTo>
                  <a:pt x="333" y="370"/>
                </a:lnTo>
                <a:lnTo>
                  <a:pt x="332" y="370"/>
                </a:lnTo>
                <a:lnTo>
                  <a:pt x="331" y="370"/>
                </a:lnTo>
                <a:lnTo>
                  <a:pt x="330" y="369"/>
                </a:lnTo>
                <a:lnTo>
                  <a:pt x="329" y="370"/>
                </a:lnTo>
                <a:lnTo>
                  <a:pt x="329" y="371"/>
                </a:lnTo>
                <a:lnTo>
                  <a:pt x="329" y="372"/>
                </a:lnTo>
                <a:lnTo>
                  <a:pt x="330" y="372"/>
                </a:lnTo>
                <a:lnTo>
                  <a:pt x="330" y="373"/>
                </a:lnTo>
                <a:lnTo>
                  <a:pt x="330" y="375"/>
                </a:lnTo>
                <a:lnTo>
                  <a:pt x="328" y="375"/>
                </a:lnTo>
                <a:lnTo>
                  <a:pt x="327" y="375"/>
                </a:lnTo>
                <a:lnTo>
                  <a:pt x="327" y="374"/>
                </a:lnTo>
                <a:lnTo>
                  <a:pt x="326" y="375"/>
                </a:lnTo>
                <a:lnTo>
                  <a:pt x="326" y="376"/>
                </a:lnTo>
                <a:lnTo>
                  <a:pt x="325" y="376"/>
                </a:lnTo>
                <a:lnTo>
                  <a:pt x="325" y="377"/>
                </a:lnTo>
                <a:lnTo>
                  <a:pt x="326" y="377"/>
                </a:lnTo>
                <a:lnTo>
                  <a:pt x="326" y="378"/>
                </a:lnTo>
                <a:lnTo>
                  <a:pt x="326" y="379"/>
                </a:lnTo>
                <a:lnTo>
                  <a:pt x="326" y="380"/>
                </a:lnTo>
                <a:lnTo>
                  <a:pt x="326" y="381"/>
                </a:lnTo>
                <a:lnTo>
                  <a:pt x="327" y="384"/>
                </a:lnTo>
                <a:lnTo>
                  <a:pt x="327" y="385"/>
                </a:lnTo>
                <a:lnTo>
                  <a:pt x="327" y="386"/>
                </a:lnTo>
                <a:lnTo>
                  <a:pt x="326" y="388"/>
                </a:lnTo>
                <a:lnTo>
                  <a:pt x="325" y="389"/>
                </a:lnTo>
                <a:lnTo>
                  <a:pt x="325" y="390"/>
                </a:lnTo>
                <a:lnTo>
                  <a:pt x="325" y="391"/>
                </a:lnTo>
                <a:lnTo>
                  <a:pt x="325" y="392"/>
                </a:lnTo>
                <a:lnTo>
                  <a:pt x="325" y="393"/>
                </a:lnTo>
                <a:lnTo>
                  <a:pt x="324" y="394"/>
                </a:lnTo>
                <a:lnTo>
                  <a:pt x="323" y="394"/>
                </a:lnTo>
                <a:lnTo>
                  <a:pt x="323" y="395"/>
                </a:lnTo>
                <a:lnTo>
                  <a:pt x="322" y="395"/>
                </a:lnTo>
                <a:lnTo>
                  <a:pt x="321" y="396"/>
                </a:lnTo>
                <a:lnTo>
                  <a:pt x="320" y="396"/>
                </a:lnTo>
                <a:lnTo>
                  <a:pt x="320" y="395"/>
                </a:lnTo>
                <a:lnTo>
                  <a:pt x="319" y="395"/>
                </a:lnTo>
                <a:lnTo>
                  <a:pt x="317" y="395"/>
                </a:lnTo>
                <a:lnTo>
                  <a:pt x="316" y="395"/>
                </a:lnTo>
                <a:lnTo>
                  <a:pt x="314" y="395"/>
                </a:lnTo>
                <a:lnTo>
                  <a:pt x="314" y="396"/>
                </a:lnTo>
                <a:lnTo>
                  <a:pt x="313" y="396"/>
                </a:lnTo>
                <a:lnTo>
                  <a:pt x="312" y="397"/>
                </a:lnTo>
                <a:lnTo>
                  <a:pt x="311" y="397"/>
                </a:lnTo>
                <a:lnTo>
                  <a:pt x="310" y="397"/>
                </a:lnTo>
                <a:lnTo>
                  <a:pt x="309" y="397"/>
                </a:lnTo>
                <a:lnTo>
                  <a:pt x="308" y="397"/>
                </a:lnTo>
                <a:lnTo>
                  <a:pt x="307" y="397"/>
                </a:lnTo>
                <a:lnTo>
                  <a:pt x="307" y="398"/>
                </a:lnTo>
                <a:lnTo>
                  <a:pt x="307" y="399"/>
                </a:lnTo>
                <a:lnTo>
                  <a:pt x="307" y="400"/>
                </a:lnTo>
                <a:lnTo>
                  <a:pt x="306" y="400"/>
                </a:lnTo>
                <a:lnTo>
                  <a:pt x="305" y="399"/>
                </a:lnTo>
                <a:lnTo>
                  <a:pt x="304" y="399"/>
                </a:lnTo>
                <a:lnTo>
                  <a:pt x="303" y="399"/>
                </a:lnTo>
                <a:lnTo>
                  <a:pt x="303" y="398"/>
                </a:lnTo>
                <a:lnTo>
                  <a:pt x="303" y="397"/>
                </a:lnTo>
                <a:lnTo>
                  <a:pt x="303" y="396"/>
                </a:lnTo>
                <a:lnTo>
                  <a:pt x="303" y="395"/>
                </a:lnTo>
                <a:lnTo>
                  <a:pt x="304" y="394"/>
                </a:lnTo>
                <a:lnTo>
                  <a:pt x="304" y="392"/>
                </a:lnTo>
                <a:lnTo>
                  <a:pt x="303" y="392"/>
                </a:lnTo>
                <a:lnTo>
                  <a:pt x="302" y="391"/>
                </a:lnTo>
                <a:lnTo>
                  <a:pt x="301" y="390"/>
                </a:lnTo>
                <a:lnTo>
                  <a:pt x="300" y="389"/>
                </a:lnTo>
                <a:lnTo>
                  <a:pt x="300" y="390"/>
                </a:lnTo>
                <a:lnTo>
                  <a:pt x="300" y="389"/>
                </a:lnTo>
                <a:lnTo>
                  <a:pt x="299" y="389"/>
                </a:lnTo>
                <a:lnTo>
                  <a:pt x="299" y="388"/>
                </a:lnTo>
                <a:lnTo>
                  <a:pt x="300" y="387"/>
                </a:lnTo>
                <a:lnTo>
                  <a:pt x="301" y="387"/>
                </a:lnTo>
                <a:lnTo>
                  <a:pt x="302" y="387"/>
                </a:lnTo>
                <a:lnTo>
                  <a:pt x="302" y="386"/>
                </a:lnTo>
                <a:lnTo>
                  <a:pt x="303" y="386"/>
                </a:lnTo>
                <a:lnTo>
                  <a:pt x="303" y="385"/>
                </a:lnTo>
                <a:lnTo>
                  <a:pt x="302" y="385"/>
                </a:lnTo>
                <a:lnTo>
                  <a:pt x="303" y="384"/>
                </a:lnTo>
                <a:lnTo>
                  <a:pt x="303" y="383"/>
                </a:lnTo>
                <a:lnTo>
                  <a:pt x="304" y="383"/>
                </a:lnTo>
                <a:lnTo>
                  <a:pt x="305" y="383"/>
                </a:lnTo>
                <a:lnTo>
                  <a:pt x="303" y="382"/>
                </a:lnTo>
                <a:lnTo>
                  <a:pt x="302" y="382"/>
                </a:lnTo>
                <a:lnTo>
                  <a:pt x="301" y="382"/>
                </a:lnTo>
                <a:lnTo>
                  <a:pt x="300" y="382"/>
                </a:lnTo>
                <a:lnTo>
                  <a:pt x="300" y="381"/>
                </a:lnTo>
                <a:lnTo>
                  <a:pt x="299" y="381"/>
                </a:lnTo>
                <a:lnTo>
                  <a:pt x="298" y="381"/>
                </a:lnTo>
                <a:lnTo>
                  <a:pt x="297" y="381"/>
                </a:lnTo>
                <a:lnTo>
                  <a:pt x="296" y="380"/>
                </a:lnTo>
                <a:lnTo>
                  <a:pt x="294" y="380"/>
                </a:lnTo>
                <a:lnTo>
                  <a:pt x="295" y="379"/>
                </a:lnTo>
                <a:lnTo>
                  <a:pt x="295" y="378"/>
                </a:lnTo>
                <a:lnTo>
                  <a:pt x="296" y="378"/>
                </a:lnTo>
                <a:lnTo>
                  <a:pt x="297" y="377"/>
                </a:lnTo>
                <a:lnTo>
                  <a:pt x="298" y="375"/>
                </a:lnTo>
                <a:lnTo>
                  <a:pt x="297" y="374"/>
                </a:lnTo>
                <a:lnTo>
                  <a:pt x="296" y="373"/>
                </a:lnTo>
                <a:lnTo>
                  <a:pt x="297" y="372"/>
                </a:lnTo>
                <a:lnTo>
                  <a:pt x="297" y="371"/>
                </a:lnTo>
                <a:lnTo>
                  <a:pt x="296" y="371"/>
                </a:lnTo>
                <a:lnTo>
                  <a:pt x="295" y="371"/>
                </a:lnTo>
                <a:lnTo>
                  <a:pt x="295" y="372"/>
                </a:lnTo>
                <a:lnTo>
                  <a:pt x="294" y="371"/>
                </a:lnTo>
                <a:lnTo>
                  <a:pt x="293" y="371"/>
                </a:lnTo>
                <a:lnTo>
                  <a:pt x="292" y="371"/>
                </a:lnTo>
                <a:lnTo>
                  <a:pt x="291" y="371"/>
                </a:lnTo>
                <a:lnTo>
                  <a:pt x="290" y="371"/>
                </a:lnTo>
                <a:lnTo>
                  <a:pt x="289" y="371"/>
                </a:lnTo>
                <a:lnTo>
                  <a:pt x="289" y="372"/>
                </a:lnTo>
                <a:lnTo>
                  <a:pt x="288" y="372"/>
                </a:lnTo>
                <a:lnTo>
                  <a:pt x="287" y="371"/>
                </a:lnTo>
                <a:lnTo>
                  <a:pt x="287" y="370"/>
                </a:lnTo>
                <a:lnTo>
                  <a:pt x="286" y="369"/>
                </a:lnTo>
                <a:lnTo>
                  <a:pt x="284" y="369"/>
                </a:lnTo>
                <a:lnTo>
                  <a:pt x="283" y="369"/>
                </a:lnTo>
                <a:lnTo>
                  <a:pt x="283" y="370"/>
                </a:lnTo>
                <a:lnTo>
                  <a:pt x="281" y="371"/>
                </a:lnTo>
                <a:lnTo>
                  <a:pt x="281" y="370"/>
                </a:lnTo>
                <a:lnTo>
                  <a:pt x="280" y="370"/>
                </a:lnTo>
                <a:lnTo>
                  <a:pt x="279" y="369"/>
                </a:lnTo>
                <a:lnTo>
                  <a:pt x="279" y="370"/>
                </a:lnTo>
                <a:lnTo>
                  <a:pt x="279" y="371"/>
                </a:lnTo>
                <a:lnTo>
                  <a:pt x="279" y="372"/>
                </a:lnTo>
                <a:lnTo>
                  <a:pt x="278" y="372"/>
                </a:lnTo>
                <a:lnTo>
                  <a:pt x="277" y="372"/>
                </a:lnTo>
                <a:lnTo>
                  <a:pt x="276" y="372"/>
                </a:lnTo>
                <a:lnTo>
                  <a:pt x="275" y="372"/>
                </a:lnTo>
                <a:lnTo>
                  <a:pt x="274" y="372"/>
                </a:lnTo>
                <a:lnTo>
                  <a:pt x="273" y="372"/>
                </a:lnTo>
                <a:lnTo>
                  <a:pt x="272" y="372"/>
                </a:lnTo>
                <a:lnTo>
                  <a:pt x="271" y="372"/>
                </a:lnTo>
                <a:lnTo>
                  <a:pt x="270" y="372"/>
                </a:lnTo>
                <a:lnTo>
                  <a:pt x="269" y="371"/>
                </a:lnTo>
                <a:lnTo>
                  <a:pt x="269" y="372"/>
                </a:lnTo>
                <a:lnTo>
                  <a:pt x="269" y="373"/>
                </a:lnTo>
                <a:lnTo>
                  <a:pt x="269" y="374"/>
                </a:lnTo>
                <a:lnTo>
                  <a:pt x="269" y="375"/>
                </a:lnTo>
                <a:lnTo>
                  <a:pt x="269" y="376"/>
                </a:lnTo>
                <a:lnTo>
                  <a:pt x="269" y="377"/>
                </a:lnTo>
                <a:lnTo>
                  <a:pt x="269" y="378"/>
                </a:lnTo>
                <a:lnTo>
                  <a:pt x="269" y="379"/>
                </a:lnTo>
                <a:lnTo>
                  <a:pt x="269" y="380"/>
                </a:lnTo>
                <a:lnTo>
                  <a:pt x="269" y="381"/>
                </a:lnTo>
                <a:lnTo>
                  <a:pt x="269" y="382"/>
                </a:lnTo>
                <a:lnTo>
                  <a:pt x="269" y="383"/>
                </a:lnTo>
                <a:lnTo>
                  <a:pt x="269" y="384"/>
                </a:lnTo>
                <a:lnTo>
                  <a:pt x="269" y="385"/>
                </a:lnTo>
                <a:lnTo>
                  <a:pt x="268" y="385"/>
                </a:lnTo>
                <a:lnTo>
                  <a:pt x="267" y="384"/>
                </a:lnTo>
                <a:lnTo>
                  <a:pt x="265" y="384"/>
                </a:lnTo>
                <a:lnTo>
                  <a:pt x="262" y="383"/>
                </a:lnTo>
                <a:lnTo>
                  <a:pt x="261" y="383"/>
                </a:lnTo>
                <a:lnTo>
                  <a:pt x="260" y="382"/>
                </a:lnTo>
                <a:lnTo>
                  <a:pt x="259" y="382"/>
                </a:lnTo>
                <a:lnTo>
                  <a:pt x="259" y="383"/>
                </a:lnTo>
                <a:lnTo>
                  <a:pt x="259" y="384"/>
                </a:lnTo>
                <a:lnTo>
                  <a:pt x="258" y="385"/>
                </a:lnTo>
                <a:lnTo>
                  <a:pt x="258" y="386"/>
                </a:lnTo>
                <a:lnTo>
                  <a:pt x="257" y="386"/>
                </a:lnTo>
                <a:lnTo>
                  <a:pt x="257" y="387"/>
                </a:lnTo>
                <a:lnTo>
                  <a:pt x="256" y="387"/>
                </a:lnTo>
                <a:lnTo>
                  <a:pt x="255" y="387"/>
                </a:lnTo>
                <a:lnTo>
                  <a:pt x="255" y="388"/>
                </a:lnTo>
                <a:lnTo>
                  <a:pt x="254" y="388"/>
                </a:lnTo>
                <a:lnTo>
                  <a:pt x="253" y="388"/>
                </a:lnTo>
                <a:lnTo>
                  <a:pt x="252" y="389"/>
                </a:lnTo>
                <a:lnTo>
                  <a:pt x="252" y="390"/>
                </a:lnTo>
                <a:lnTo>
                  <a:pt x="251" y="390"/>
                </a:lnTo>
                <a:lnTo>
                  <a:pt x="250" y="391"/>
                </a:lnTo>
                <a:lnTo>
                  <a:pt x="249" y="391"/>
                </a:lnTo>
                <a:lnTo>
                  <a:pt x="248" y="390"/>
                </a:lnTo>
                <a:lnTo>
                  <a:pt x="247" y="389"/>
                </a:lnTo>
                <a:lnTo>
                  <a:pt x="247" y="390"/>
                </a:lnTo>
                <a:lnTo>
                  <a:pt x="246" y="390"/>
                </a:lnTo>
                <a:lnTo>
                  <a:pt x="247" y="390"/>
                </a:lnTo>
                <a:lnTo>
                  <a:pt x="246" y="390"/>
                </a:lnTo>
                <a:lnTo>
                  <a:pt x="245" y="390"/>
                </a:lnTo>
                <a:lnTo>
                  <a:pt x="244" y="390"/>
                </a:lnTo>
                <a:lnTo>
                  <a:pt x="243" y="390"/>
                </a:lnTo>
                <a:lnTo>
                  <a:pt x="242" y="390"/>
                </a:lnTo>
                <a:lnTo>
                  <a:pt x="241" y="390"/>
                </a:lnTo>
                <a:lnTo>
                  <a:pt x="241" y="389"/>
                </a:lnTo>
                <a:lnTo>
                  <a:pt x="240" y="388"/>
                </a:lnTo>
                <a:lnTo>
                  <a:pt x="239" y="388"/>
                </a:lnTo>
                <a:lnTo>
                  <a:pt x="239" y="387"/>
                </a:lnTo>
                <a:lnTo>
                  <a:pt x="237" y="385"/>
                </a:lnTo>
                <a:lnTo>
                  <a:pt x="237" y="384"/>
                </a:lnTo>
                <a:lnTo>
                  <a:pt x="236" y="385"/>
                </a:lnTo>
                <a:lnTo>
                  <a:pt x="236" y="384"/>
                </a:lnTo>
                <a:lnTo>
                  <a:pt x="236" y="383"/>
                </a:lnTo>
                <a:lnTo>
                  <a:pt x="235" y="383"/>
                </a:lnTo>
                <a:lnTo>
                  <a:pt x="234" y="383"/>
                </a:lnTo>
                <a:lnTo>
                  <a:pt x="234" y="382"/>
                </a:lnTo>
                <a:lnTo>
                  <a:pt x="234" y="381"/>
                </a:lnTo>
                <a:lnTo>
                  <a:pt x="234" y="380"/>
                </a:lnTo>
                <a:lnTo>
                  <a:pt x="233" y="380"/>
                </a:lnTo>
                <a:lnTo>
                  <a:pt x="232" y="379"/>
                </a:lnTo>
                <a:lnTo>
                  <a:pt x="231" y="378"/>
                </a:lnTo>
                <a:lnTo>
                  <a:pt x="231" y="379"/>
                </a:lnTo>
                <a:lnTo>
                  <a:pt x="230" y="379"/>
                </a:lnTo>
                <a:lnTo>
                  <a:pt x="229" y="379"/>
                </a:lnTo>
                <a:lnTo>
                  <a:pt x="229" y="378"/>
                </a:lnTo>
                <a:lnTo>
                  <a:pt x="228" y="379"/>
                </a:lnTo>
                <a:lnTo>
                  <a:pt x="227" y="380"/>
                </a:lnTo>
                <a:lnTo>
                  <a:pt x="226" y="380"/>
                </a:lnTo>
                <a:lnTo>
                  <a:pt x="227" y="380"/>
                </a:lnTo>
                <a:lnTo>
                  <a:pt x="227" y="381"/>
                </a:lnTo>
                <a:lnTo>
                  <a:pt x="226" y="381"/>
                </a:lnTo>
                <a:lnTo>
                  <a:pt x="225" y="381"/>
                </a:lnTo>
                <a:lnTo>
                  <a:pt x="225" y="380"/>
                </a:lnTo>
                <a:lnTo>
                  <a:pt x="224" y="380"/>
                </a:lnTo>
                <a:lnTo>
                  <a:pt x="223" y="380"/>
                </a:lnTo>
                <a:lnTo>
                  <a:pt x="222" y="381"/>
                </a:lnTo>
                <a:lnTo>
                  <a:pt x="222" y="382"/>
                </a:lnTo>
                <a:lnTo>
                  <a:pt x="223" y="382"/>
                </a:lnTo>
                <a:lnTo>
                  <a:pt x="223" y="381"/>
                </a:lnTo>
                <a:lnTo>
                  <a:pt x="223" y="382"/>
                </a:lnTo>
                <a:lnTo>
                  <a:pt x="224" y="382"/>
                </a:lnTo>
                <a:lnTo>
                  <a:pt x="225" y="382"/>
                </a:lnTo>
                <a:lnTo>
                  <a:pt x="225" y="383"/>
                </a:lnTo>
                <a:lnTo>
                  <a:pt x="224" y="383"/>
                </a:lnTo>
                <a:lnTo>
                  <a:pt x="223" y="383"/>
                </a:lnTo>
                <a:lnTo>
                  <a:pt x="223" y="384"/>
                </a:lnTo>
                <a:lnTo>
                  <a:pt x="222" y="384"/>
                </a:lnTo>
                <a:lnTo>
                  <a:pt x="222" y="383"/>
                </a:lnTo>
                <a:lnTo>
                  <a:pt x="221" y="384"/>
                </a:lnTo>
                <a:lnTo>
                  <a:pt x="222" y="384"/>
                </a:lnTo>
                <a:lnTo>
                  <a:pt x="222" y="385"/>
                </a:lnTo>
                <a:lnTo>
                  <a:pt x="222" y="386"/>
                </a:lnTo>
                <a:lnTo>
                  <a:pt x="222" y="387"/>
                </a:lnTo>
                <a:lnTo>
                  <a:pt x="221" y="387"/>
                </a:lnTo>
                <a:lnTo>
                  <a:pt x="221" y="388"/>
                </a:lnTo>
                <a:lnTo>
                  <a:pt x="221" y="389"/>
                </a:lnTo>
                <a:lnTo>
                  <a:pt x="221" y="390"/>
                </a:lnTo>
                <a:lnTo>
                  <a:pt x="221" y="391"/>
                </a:lnTo>
                <a:lnTo>
                  <a:pt x="221" y="392"/>
                </a:lnTo>
                <a:lnTo>
                  <a:pt x="220" y="392"/>
                </a:lnTo>
                <a:lnTo>
                  <a:pt x="219" y="393"/>
                </a:lnTo>
                <a:lnTo>
                  <a:pt x="219" y="392"/>
                </a:lnTo>
                <a:lnTo>
                  <a:pt x="218" y="392"/>
                </a:lnTo>
                <a:lnTo>
                  <a:pt x="217" y="392"/>
                </a:lnTo>
                <a:lnTo>
                  <a:pt x="216" y="393"/>
                </a:lnTo>
                <a:lnTo>
                  <a:pt x="216" y="394"/>
                </a:lnTo>
                <a:lnTo>
                  <a:pt x="215" y="394"/>
                </a:lnTo>
                <a:lnTo>
                  <a:pt x="214" y="394"/>
                </a:lnTo>
                <a:lnTo>
                  <a:pt x="213" y="394"/>
                </a:lnTo>
                <a:lnTo>
                  <a:pt x="212" y="394"/>
                </a:lnTo>
                <a:lnTo>
                  <a:pt x="212" y="393"/>
                </a:lnTo>
                <a:lnTo>
                  <a:pt x="212" y="392"/>
                </a:lnTo>
                <a:lnTo>
                  <a:pt x="212" y="391"/>
                </a:lnTo>
                <a:lnTo>
                  <a:pt x="212" y="390"/>
                </a:lnTo>
                <a:lnTo>
                  <a:pt x="211" y="390"/>
                </a:lnTo>
                <a:lnTo>
                  <a:pt x="211" y="389"/>
                </a:lnTo>
                <a:lnTo>
                  <a:pt x="211" y="388"/>
                </a:lnTo>
                <a:lnTo>
                  <a:pt x="211" y="387"/>
                </a:lnTo>
                <a:lnTo>
                  <a:pt x="210" y="387"/>
                </a:lnTo>
                <a:lnTo>
                  <a:pt x="210" y="386"/>
                </a:lnTo>
                <a:lnTo>
                  <a:pt x="210" y="385"/>
                </a:lnTo>
                <a:lnTo>
                  <a:pt x="210" y="383"/>
                </a:lnTo>
                <a:lnTo>
                  <a:pt x="210" y="382"/>
                </a:lnTo>
                <a:lnTo>
                  <a:pt x="211" y="382"/>
                </a:lnTo>
                <a:lnTo>
                  <a:pt x="211" y="381"/>
                </a:lnTo>
                <a:lnTo>
                  <a:pt x="211" y="380"/>
                </a:lnTo>
                <a:lnTo>
                  <a:pt x="210" y="380"/>
                </a:lnTo>
                <a:lnTo>
                  <a:pt x="210" y="379"/>
                </a:lnTo>
                <a:lnTo>
                  <a:pt x="209" y="378"/>
                </a:lnTo>
                <a:lnTo>
                  <a:pt x="209" y="377"/>
                </a:lnTo>
                <a:lnTo>
                  <a:pt x="208" y="376"/>
                </a:lnTo>
                <a:lnTo>
                  <a:pt x="208" y="375"/>
                </a:lnTo>
                <a:lnTo>
                  <a:pt x="208" y="374"/>
                </a:lnTo>
                <a:lnTo>
                  <a:pt x="207" y="372"/>
                </a:lnTo>
                <a:lnTo>
                  <a:pt x="205" y="372"/>
                </a:lnTo>
                <a:lnTo>
                  <a:pt x="205" y="373"/>
                </a:lnTo>
                <a:lnTo>
                  <a:pt x="204" y="373"/>
                </a:lnTo>
                <a:lnTo>
                  <a:pt x="203" y="372"/>
                </a:lnTo>
                <a:lnTo>
                  <a:pt x="204" y="372"/>
                </a:lnTo>
                <a:lnTo>
                  <a:pt x="205" y="372"/>
                </a:lnTo>
                <a:lnTo>
                  <a:pt x="205" y="371"/>
                </a:lnTo>
                <a:lnTo>
                  <a:pt x="203" y="371"/>
                </a:lnTo>
                <a:lnTo>
                  <a:pt x="202" y="371"/>
                </a:lnTo>
                <a:lnTo>
                  <a:pt x="203" y="370"/>
                </a:lnTo>
                <a:lnTo>
                  <a:pt x="204" y="370"/>
                </a:lnTo>
                <a:lnTo>
                  <a:pt x="205" y="370"/>
                </a:lnTo>
                <a:lnTo>
                  <a:pt x="205" y="369"/>
                </a:lnTo>
                <a:lnTo>
                  <a:pt x="204" y="368"/>
                </a:lnTo>
                <a:lnTo>
                  <a:pt x="204" y="369"/>
                </a:lnTo>
                <a:lnTo>
                  <a:pt x="203" y="369"/>
                </a:lnTo>
                <a:lnTo>
                  <a:pt x="203" y="368"/>
                </a:lnTo>
                <a:lnTo>
                  <a:pt x="204" y="368"/>
                </a:lnTo>
                <a:lnTo>
                  <a:pt x="204" y="367"/>
                </a:lnTo>
                <a:lnTo>
                  <a:pt x="204" y="366"/>
                </a:lnTo>
                <a:lnTo>
                  <a:pt x="203" y="365"/>
                </a:lnTo>
                <a:lnTo>
                  <a:pt x="203" y="364"/>
                </a:lnTo>
                <a:lnTo>
                  <a:pt x="202" y="363"/>
                </a:lnTo>
                <a:lnTo>
                  <a:pt x="201" y="363"/>
                </a:lnTo>
                <a:lnTo>
                  <a:pt x="200" y="362"/>
                </a:lnTo>
                <a:lnTo>
                  <a:pt x="200" y="361"/>
                </a:lnTo>
                <a:lnTo>
                  <a:pt x="199" y="361"/>
                </a:lnTo>
                <a:lnTo>
                  <a:pt x="199" y="360"/>
                </a:lnTo>
                <a:lnTo>
                  <a:pt x="198" y="360"/>
                </a:lnTo>
                <a:lnTo>
                  <a:pt x="197" y="360"/>
                </a:lnTo>
                <a:lnTo>
                  <a:pt x="195" y="360"/>
                </a:lnTo>
                <a:lnTo>
                  <a:pt x="196" y="359"/>
                </a:lnTo>
                <a:lnTo>
                  <a:pt x="195" y="359"/>
                </a:lnTo>
                <a:lnTo>
                  <a:pt x="194" y="358"/>
                </a:lnTo>
                <a:lnTo>
                  <a:pt x="193" y="357"/>
                </a:lnTo>
                <a:lnTo>
                  <a:pt x="193" y="356"/>
                </a:lnTo>
                <a:lnTo>
                  <a:pt x="195" y="356"/>
                </a:lnTo>
                <a:lnTo>
                  <a:pt x="196" y="356"/>
                </a:lnTo>
                <a:lnTo>
                  <a:pt x="195" y="355"/>
                </a:lnTo>
                <a:lnTo>
                  <a:pt x="195" y="354"/>
                </a:lnTo>
                <a:lnTo>
                  <a:pt x="195" y="353"/>
                </a:lnTo>
                <a:lnTo>
                  <a:pt x="194" y="352"/>
                </a:lnTo>
                <a:lnTo>
                  <a:pt x="191" y="352"/>
                </a:lnTo>
                <a:lnTo>
                  <a:pt x="191" y="351"/>
                </a:lnTo>
                <a:lnTo>
                  <a:pt x="191" y="350"/>
                </a:lnTo>
                <a:lnTo>
                  <a:pt x="192" y="350"/>
                </a:lnTo>
                <a:lnTo>
                  <a:pt x="193" y="350"/>
                </a:lnTo>
                <a:lnTo>
                  <a:pt x="194" y="350"/>
                </a:lnTo>
                <a:lnTo>
                  <a:pt x="194" y="349"/>
                </a:lnTo>
                <a:lnTo>
                  <a:pt x="193" y="349"/>
                </a:lnTo>
                <a:lnTo>
                  <a:pt x="193" y="350"/>
                </a:lnTo>
                <a:lnTo>
                  <a:pt x="192" y="349"/>
                </a:lnTo>
                <a:lnTo>
                  <a:pt x="191" y="349"/>
                </a:lnTo>
                <a:lnTo>
                  <a:pt x="190" y="349"/>
                </a:lnTo>
                <a:lnTo>
                  <a:pt x="190" y="346"/>
                </a:lnTo>
                <a:lnTo>
                  <a:pt x="191" y="346"/>
                </a:lnTo>
                <a:lnTo>
                  <a:pt x="190" y="346"/>
                </a:lnTo>
                <a:lnTo>
                  <a:pt x="189" y="345"/>
                </a:lnTo>
                <a:lnTo>
                  <a:pt x="189" y="346"/>
                </a:lnTo>
                <a:lnTo>
                  <a:pt x="188" y="346"/>
                </a:lnTo>
                <a:lnTo>
                  <a:pt x="188" y="345"/>
                </a:lnTo>
                <a:lnTo>
                  <a:pt x="187" y="344"/>
                </a:lnTo>
                <a:lnTo>
                  <a:pt x="184" y="342"/>
                </a:lnTo>
                <a:lnTo>
                  <a:pt x="183" y="341"/>
                </a:lnTo>
                <a:lnTo>
                  <a:pt x="182" y="341"/>
                </a:lnTo>
                <a:lnTo>
                  <a:pt x="183" y="343"/>
                </a:lnTo>
                <a:lnTo>
                  <a:pt x="183" y="342"/>
                </a:lnTo>
                <a:lnTo>
                  <a:pt x="184" y="342"/>
                </a:lnTo>
                <a:lnTo>
                  <a:pt x="185" y="343"/>
                </a:lnTo>
                <a:lnTo>
                  <a:pt x="185" y="344"/>
                </a:lnTo>
                <a:lnTo>
                  <a:pt x="183" y="344"/>
                </a:lnTo>
                <a:lnTo>
                  <a:pt x="182" y="344"/>
                </a:lnTo>
                <a:lnTo>
                  <a:pt x="182" y="343"/>
                </a:lnTo>
                <a:lnTo>
                  <a:pt x="183" y="343"/>
                </a:lnTo>
                <a:lnTo>
                  <a:pt x="182" y="341"/>
                </a:lnTo>
                <a:lnTo>
                  <a:pt x="180" y="339"/>
                </a:lnTo>
                <a:lnTo>
                  <a:pt x="180" y="340"/>
                </a:lnTo>
                <a:lnTo>
                  <a:pt x="180" y="342"/>
                </a:lnTo>
                <a:lnTo>
                  <a:pt x="180" y="343"/>
                </a:lnTo>
                <a:lnTo>
                  <a:pt x="179" y="343"/>
                </a:lnTo>
                <a:lnTo>
                  <a:pt x="180" y="342"/>
                </a:lnTo>
                <a:lnTo>
                  <a:pt x="180" y="339"/>
                </a:lnTo>
                <a:lnTo>
                  <a:pt x="179" y="339"/>
                </a:lnTo>
                <a:lnTo>
                  <a:pt x="178" y="338"/>
                </a:lnTo>
                <a:lnTo>
                  <a:pt x="178" y="339"/>
                </a:lnTo>
                <a:lnTo>
                  <a:pt x="177" y="340"/>
                </a:lnTo>
                <a:lnTo>
                  <a:pt x="178" y="341"/>
                </a:lnTo>
                <a:lnTo>
                  <a:pt x="178" y="342"/>
                </a:lnTo>
                <a:lnTo>
                  <a:pt x="178" y="343"/>
                </a:lnTo>
                <a:lnTo>
                  <a:pt x="178" y="344"/>
                </a:lnTo>
                <a:lnTo>
                  <a:pt x="177" y="345"/>
                </a:lnTo>
                <a:lnTo>
                  <a:pt x="176" y="345"/>
                </a:lnTo>
                <a:lnTo>
                  <a:pt x="175" y="345"/>
                </a:lnTo>
                <a:lnTo>
                  <a:pt x="175" y="344"/>
                </a:lnTo>
                <a:lnTo>
                  <a:pt x="174" y="344"/>
                </a:lnTo>
                <a:lnTo>
                  <a:pt x="173" y="344"/>
                </a:lnTo>
                <a:lnTo>
                  <a:pt x="173" y="343"/>
                </a:lnTo>
                <a:lnTo>
                  <a:pt x="173" y="344"/>
                </a:lnTo>
                <a:lnTo>
                  <a:pt x="172" y="344"/>
                </a:lnTo>
                <a:lnTo>
                  <a:pt x="172" y="343"/>
                </a:lnTo>
                <a:lnTo>
                  <a:pt x="170" y="343"/>
                </a:lnTo>
                <a:lnTo>
                  <a:pt x="170" y="342"/>
                </a:lnTo>
                <a:lnTo>
                  <a:pt x="168" y="342"/>
                </a:lnTo>
                <a:lnTo>
                  <a:pt x="167" y="342"/>
                </a:lnTo>
                <a:lnTo>
                  <a:pt x="167" y="343"/>
                </a:lnTo>
                <a:lnTo>
                  <a:pt x="166" y="343"/>
                </a:lnTo>
                <a:lnTo>
                  <a:pt x="165" y="343"/>
                </a:lnTo>
                <a:lnTo>
                  <a:pt x="166" y="343"/>
                </a:lnTo>
                <a:lnTo>
                  <a:pt x="165" y="343"/>
                </a:lnTo>
                <a:lnTo>
                  <a:pt x="164" y="343"/>
                </a:lnTo>
                <a:lnTo>
                  <a:pt x="164" y="342"/>
                </a:lnTo>
                <a:lnTo>
                  <a:pt x="163" y="342"/>
                </a:lnTo>
                <a:lnTo>
                  <a:pt x="162" y="342"/>
                </a:lnTo>
                <a:lnTo>
                  <a:pt x="162" y="343"/>
                </a:lnTo>
                <a:lnTo>
                  <a:pt x="161" y="344"/>
                </a:lnTo>
                <a:lnTo>
                  <a:pt x="160" y="344"/>
                </a:lnTo>
                <a:lnTo>
                  <a:pt x="159" y="345"/>
                </a:lnTo>
                <a:lnTo>
                  <a:pt x="158" y="345"/>
                </a:lnTo>
                <a:lnTo>
                  <a:pt x="157" y="345"/>
                </a:lnTo>
                <a:lnTo>
                  <a:pt x="156" y="345"/>
                </a:lnTo>
                <a:lnTo>
                  <a:pt x="155" y="345"/>
                </a:lnTo>
                <a:lnTo>
                  <a:pt x="154" y="346"/>
                </a:lnTo>
                <a:lnTo>
                  <a:pt x="153" y="346"/>
                </a:lnTo>
                <a:lnTo>
                  <a:pt x="153" y="345"/>
                </a:lnTo>
                <a:lnTo>
                  <a:pt x="152" y="345"/>
                </a:lnTo>
                <a:lnTo>
                  <a:pt x="151" y="346"/>
                </a:lnTo>
                <a:lnTo>
                  <a:pt x="150" y="346"/>
                </a:lnTo>
                <a:lnTo>
                  <a:pt x="149" y="346"/>
                </a:lnTo>
                <a:lnTo>
                  <a:pt x="148" y="346"/>
                </a:lnTo>
                <a:lnTo>
                  <a:pt x="147" y="346"/>
                </a:lnTo>
                <a:lnTo>
                  <a:pt x="147" y="347"/>
                </a:lnTo>
                <a:lnTo>
                  <a:pt x="146" y="347"/>
                </a:lnTo>
                <a:lnTo>
                  <a:pt x="146" y="348"/>
                </a:lnTo>
                <a:lnTo>
                  <a:pt x="145" y="348"/>
                </a:lnTo>
                <a:lnTo>
                  <a:pt x="145" y="349"/>
                </a:lnTo>
                <a:lnTo>
                  <a:pt x="144" y="350"/>
                </a:lnTo>
                <a:lnTo>
                  <a:pt x="143" y="350"/>
                </a:lnTo>
                <a:lnTo>
                  <a:pt x="143" y="351"/>
                </a:lnTo>
                <a:lnTo>
                  <a:pt x="144" y="352"/>
                </a:lnTo>
                <a:lnTo>
                  <a:pt x="143" y="352"/>
                </a:lnTo>
                <a:lnTo>
                  <a:pt x="143" y="353"/>
                </a:lnTo>
                <a:lnTo>
                  <a:pt x="143" y="354"/>
                </a:lnTo>
                <a:lnTo>
                  <a:pt x="143" y="355"/>
                </a:lnTo>
                <a:lnTo>
                  <a:pt x="142" y="355"/>
                </a:lnTo>
                <a:lnTo>
                  <a:pt x="142" y="356"/>
                </a:lnTo>
                <a:lnTo>
                  <a:pt x="142" y="357"/>
                </a:lnTo>
                <a:lnTo>
                  <a:pt x="143" y="358"/>
                </a:lnTo>
                <a:lnTo>
                  <a:pt x="143" y="360"/>
                </a:lnTo>
                <a:lnTo>
                  <a:pt x="142" y="360"/>
                </a:lnTo>
                <a:lnTo>
                  <a:pt x="142" y="361"/>
                </a:lnTo>
                <a:lnTo>
                  <a:pt x="140" y="362"/>
                </a:lnTo>
                <a:lnTo>
                  <a:pt x="139" y="362"/>
                </a:lnTo>
                <a:lnTo>
                  <a:pt x="139" y="361"/>
                </a:lnTo>
                <a:lnTo>
                  <a:pt x="139" y="362"/>
                </a:lnTo>
                <a:lnTo>
                  <a:pt x="139" y="363"/>
                </a:lnTo>
                <a:lnTo>
                  <a:pt x="140" y="364"/>
                </a:lnTo>
                <a:lnTo>
                  <a:pt x="139" y="364"/>
                </a:lnTo>
                <a:lnTo>
                  <a:pt x="139" y="365"/>
                </a:lnTo>
                <a:lnTo>
                  <a:pt x="140" y="365"/>
                </a:lnTo>
                <a:lnTo>
                  <a:pt x="141" y="365"/>
                </a:lnTo>
                <a:lnTo>
                  <a:pt x="142" y="366"/>
                </a:lnTo>
                <a:lnTo>
                  <a:pt x="142" y="367"/>
                </a:lnTo>
                <a:lnTo>
                  <a:pt x="141" y="367"/>
                </a:lnTo>
                <a:lnTo>
                  <a:pt x="140" y="369"/>
                </a:lnTo>
                <a:lnTo>
                  <a:pt x="141" y="369"/>
                </a:lnTo>
                <a:lnTo>
                  <a:pt x="141" y="371"/>
                </a:lnTo>
                <a:lnTo>
                  <a:pt x="140" y="371"/>
                </a:lnTo>
                <a:lnTo>
                  <a:pt x="139" y="372"/>
                </a:lnTo>
                <a:lnTo>
                  <a:pt x="140" y="373"/>
                </a:lnTo>
                <a:lnTo>
                  <a:pt x="140" y="374"/>
                </a:lnTo>
                <a:lnTo>
                  <a:pt x="139" y="374"/>
                </a:lnTo>
                <a:lnTo>
                  <a:pt x="138" y="375"/>
                </a:lnTo>
                <a:lnTo>
                  <a:pt x="137" y="375"/>
                </a:lnTo>
                <a:lnTo>
                  <a:pt x="136" y="376"/>
                </a:lnTo>
                <a:lnTo>
                  <a:pt x="136" y="377"/>
                </a:lnTo>
                <a:lnTo>
                  <a:pt x="135" y="377"/>
                </a:lnTo>
                <a:lnTo>
                  <a:pt x="134" y="377"/>
                </a:lnTo>
                <a:lnTo>
                  <a:pt x="133" y="376"/>
                </a:lnTo>
                <a:lnTo>
                  <a:pt x="131" y="376"/>
                </a:lnTo>
                <a:lnTo>
                  <a:pt x="131" y="377"/>
                </a:lnTo>
                <a:lnTo>
                  <a:pt x="132" y="377"/>
                </a:lnTo>
                <a:lnTo>
                  <a:pt x="132" y="378"/>
                </a:lnTo>
                <a:lnTo>
                  <a:pt x="132" y="379"/>
                </a:lnTo>
                <a:lnTo>
                  <a:pt x="131" y="379"/>
                </a:lnTo>
                <a:lnTo>
                  <a:pt x="130" y="379"/>
                </a:lnTo>
                <a:lnTo>
                  <a:pt x="130" y="380"/>
                </a:lnTo>
                <a:lnTo>
                  <a:pt x="129" y="380"/>
                </a:lnTo>
                <a:lnTo>
                  <a:pt x="129" y="381"/>
                </a:lnTo>
                <a:lnTo>
                  <a:pt x="129" y="382"/>
                </a:lnTo>
                <a:lnTo>
                  <a:pt x="128" y="382"/>
                </a:lnTo>
                <a:lnTo>
                  <a:pt x="127" y="381"/>
                </a:lnTo>
                <a:lnTo>
                  <a:pt x="127" y="380"/>
                </a:lnTo>
                <a:lnTo>
                  <a:pt x="126" y="380"/>
                </a:lnTo>
                <a:lnTo>
                  <a:pt x="126" y="379"/>
                </a:lnTo>
                <a:lnTo>
                  <a:pt x="125" y="379"/>
                </a:lnTo>
                <a:lnTo>
                  <a:pt x="124" y="379"/>
                </a:lnTo>
                <a:lnTo>
                  <a:pt x="124" y="380"/>
                </a:lnTo>
                <a:lnTo>
                  <a:pt x="123" y="380"/>
                </a:lnTo>
                <a:lnTo>
                  <a:pt x="120" y="381"/>
                </a:lnTo>
                <a:lnTo>
                  <a:pt x="119" y="381"/>
                </a:lnTo>
                <a:lnTo>
                  <a:pt x="119" y="380"/>
                </a:lnTo>
                <a:lnTo>
                  <a:pt x="118" y="380"/>
                </a:lnTo>
                <a:lnTo>
                  <a:pt x="118" y="379"/>
                </a:lnTo>
                <a:lnTo>
                  <a:pt x="117" y="378"/>
                </a:lnTo>
                <a:lnTo>
                  <a:pt x="116" y="378"/>
                </a:lnTo>
                <a:lnTo>
                  <a:pt x="116" y="377"/>
                </a:lnTo>
                <a:lnTo>
                  <a:pt x="115" y="377"/>
                </a:lnTo>
                <a:lnTo>
                  <a:pt x="111" y="377"/>
                </a:lnTo>
                <a:lnTo>
                  <a:pt x="110" y="377"/>
                </a:lnTo>
                <a:lnTo>
                  <a:pt x="107" y="376"/>
                </a:lnTo>
                <a:lnTo>
                  <a:pt x="106" y="375"/>
                </a:lnTo>
                <a:lnTo>
                  <a:pt x="106" y="376"/>
                </a:lnTo>
                <a:lnTo>
                  <a:pt x="105" y="376"/>
                </a:lnTo>
                <a:lnTo>
                  <a:pt x="105" y="378"/>
                </a:lnTo>
                <a:lnTo>
                  <a:pt x="104" y="378"/>
                </a:lnTo>
                <a:lnTo>
                  <a:pt x="104" y="379"/>
                </a:lnTo>
                <a:lnTo>
                  <a:pt x="103" y="379"/>
                </a:lnTo>
                <a:lnTo>
                  <a:pt x="101" y="379"/>
                </a:lnTo>
                <a:lnTo>
                  <a:pt x="100" y="379"/>
                </a:lnTo>
                <a:lnTo>
                  <a:pt x="97" y="380"/>
                </a:lnTo>
                <a:lnTo>
                  <a:pt x="95" y="380"/>
                </a:lnTo>
                <a:lnTo>
                  <a:pt x="93" y="381"/>
                </a:lnTo>
                <a:lnTo>
                  <a:pt x="92" y="381"/>
                </a:lnTo>
                <a:lnTo>
                  <a:pt x="91" y="381"/>
                </a:lnTo>
                <a:lnTo>
                  <a:pt x="90" y="381"/>
                </a:lnTo>
                <a:lnTo>
                  <a:pt x="90" y="380"/>
                </a:lnTo>
                <a:lnTo>
                  <a:pt x="89" y="380"/>
                </a:lnTo>
                <a:lnTo>
                  <a:pt x="88" y="380"/>
                </a:lnTo>
                <a:lnTo>
                  <a:pt x="88" y="379"/>
                </a:lnTo>
                <a:lnTo>
                  <a:pt x="87" y="379"/>
                </a:lnTo>
                <a:lnTo>
                  <a:pt x="86" y="379"/>
                </a:lnTo>
                <a:lnTo>
                  <a:pt x="86" y="378"/>
                </a:lnTo>
                <a:lnTo>
                  <a:pt x="85" y="378"/>
                </a:lnTo>
                <a:lnTo>
                  <a:pt x="84" y="378"/>
                </a:lnTo>
                <a:lnTo>
                  <a:pt x="83" y="378"/>
                </a:lnTo>
                <a:lnTo>
                  <a:pt x="81" y="378"/>
                </a:lnTo>
                <a:lnTo>
                  <a:pt x="81" y="377"/>
                </a:lnTo>
                <a:lnTo>
                  <a:pt x="80" y="377"/>
                </a:lnTo>
                <a:lnTo>
                  <a:pt x="79" y="377"/>
                </a:lnTo>
                <a:lnTo>
                  <a:pt x="79" y="380"/>
                </a:lnTo>
                <a:lnTo>
                  <a:pt x="78" y="381"/>
                </a:lnTo>
                <a:lnTo>
                  <a:pt x="76" y="381"/>
                </a:lnTo>
                <a:lnTo>
                  <a:pt x="75" y="381"/>
                </a:lnTo>
                <a:lnTo>
                  <a:pt x="75" y="380"/>
                </a:lnTo>
                <a:lnTo>
                  <a:pt x="74" y="380"/>
                </a:lnTo>
                <a:lnTo>
                  <a:pt x="73" y="380"/>
                </a:lnTo>
                <a:lnTo>
                  <a:pt x="72" y="379"/>
                </a:lnTo>
                <a:lnTo>
                  <a:pt x="72" y="380"/>
                </a:lnTo>
                <a:lnTo>
                  <a:pt x="71" y="380"/>
                </a:lnTo>
                <a:lnTo>
                  <a:pt x="69" y="380"/>
                </a:lnTo>
                <a:lnTo>
                  <a:pt x="68" y="380"/>
                </a:lnTo>
                <a:lnTo>
                  <a:pt x="66" y="380"/>
                </a:lnTo>
                <a:lnTo>
                  <a:pt x="65" y="380"/>
                </a:lnTo>
                <a:lnTo>
                  <a:pt x="65" y="379"/>
                </a:lnTo>
                <a:lnTo>
                  <a:pt x="64" y="379"/>
                </a:lnTo>
                <a:lnTo>
                  <a:pt x="63" y="379"/>
                </a:lnTo>
                <a:lnTo>
                  <a:pt x="63" y="378"/>
                </a:lnTo>
                <a:lnTo>
                  <a:pt x="62" y="378"/>
                </a:lnTo>
                <a:lnTo>
                  <a:pt x="62" y="377"/>
                </a:lnTo>
                <a:lnTo>
                  <a:pt x="61" y="377"/>
                </a:lnTo>
                <a:lnTo>
                  <a:pt x="61" y="376"/>
                </a:lnTo>
                <a:lnTo>
                  <a:pt x="60" y="376"/>
                </a:lnTo>
                <a:lnTo>
                  <a:pt x="60" y="375"/>
                </a:lnTo>
                <a:lnTo>
                  <a:pt x="60" y="374"/>
                </a:lnTo>
                <a:lnTo>
                  <a:pt x="59" y="373"/>
                </a:lnTo>
                <a:lnTo>
                  <a:pt x="58" y="373"/>
                </a:lnTo>
                <a:lnTo>
                  <a:pt x="58" y="374"/>
                </a:lnTo>
                <a:lnTo>
                  <a:pt x="58" y="373"/>
                </a:lnTo>
                <a:lnTo>
                  <a:pt x="58" y="372"/>
                </a:lnTo>
                <a:lnTo>
                  <a:pt x="58" y="371"/>
                </a:lnTo>
                <a:lnTo>
                  <a:pt x="57" y="371"/>
                </a:lnTo>
                <a:lnTo>
                  <a:pt x="56" y="370"/>
                </a:lnTo>
                <a:lnTo>
                  <a:pt x="57" y="370"/>
                </a:lnTo>
                <a:lnTo>
                  <a:pt x="57" y="369"/>
                </a:lnTo>
                <a:lnTo>
                  <a:pt x="57" y="367"/>
                </a:lnTo>
                <a:lnTo>
                  <a:pt x="56" y="365"/>
                </a:lnTo>
                <a:lnTo>
                  <a:pt x="56" y="364"/>
                </a:lnTo>
                <a:lnTo>
                  <a:pt x="55" y="364"/>
                </a:lnTo>
                <a:lnTo>
                  <a:pt x="55" y="363"/>
                </a:lnTo>
                <a:lnTo>
                  <a:pt x="56" y="363"/>
                </a:lnTo>
                <a:lnTo>
                  <a:pt x="57" y="362"/>
                </a:lnTo>
                <a:lnTo>
                  <a:pt x="56" y="361"/>
                </a:lnTo>
                <a:lnTo>
                  <a:pt x="56" y="360"/>
                </a:lnTo>
                <a:lnTo>
                  <a:pt x="55" y="358"/>
                </a:lnTo>
                <a:lnTo>
                  <a:pt x="55" y="356"/>
                </a:lnTo>
                <a:lnTo>
                  <a:pt x="54" y="356"/>
                </a:lnTo>
                <a:lnTo>
                  <a:pt x="54" y="355"/>
                </a:lnTo>
                <a:lnTo>
                  <a:pt x="53" y="355"/>
                </a:lnTo>
                <a:lnTo>
                  <a:pt x="53" y="354"/>
                </a:lnTo>
                <a:lnTo>
                  <a:pt x="52" y="353"/>
                </a:lnTo>
                <a:lnTo>
                  <a:pt x="51" y="353"/>
                </a:lnTo>
                <a:lnTo>
                  <a:pt x="50" y="353"/>
                </a:lnTo>
                <a:lnTo>
                  <a:pt x="50" y="354"/>
                </a:lnTo>
                <a:lnTo>
                  <a:pt x="50" y="353"/>
                </a:lnTo>
                <a:lnTo>
                  <a:pt x="48" y="353"/>
                </a:lnTo>
                <a:lnTo>
                  <a:pt x="48" y="352"/>
                </a:lnTo>
                <a:lnTo>
                  <a:pt x="47" y="351"/>
                </a:lnTo>
                <a:lnTo>
                  <a:pt x="46" y="351"/>
                </a:lnTo>
                <a:lnTo>
                  <a:pt x="45" y="351"/>
                </a:lnTo>
                <a:lnTo>
                  <a:pt x="45" y="350"/>
                </a:lnTo>
                <a:lnTo>
                  <a:pt x="44" y="350"/>
                </a:lnTo>
                <a:lnTo>
                  <a:pt x="43" y="350"/>
                </a:lnTo>
                <a:lnTo>
                  <a:pt x="43" y="351"/>
                </a:lnTo>
                <a:lnTo>
                  <a:pt x="42" y="352"/>
                </a:lnTo>
                <a:lnTo>
                  <a:pt x="42" y="351"/>
                </a:lnTo>
                <a:lnTo>
                  <a:pt x="41" y="351"/>
                </a:lnTo>
                <a:lnTo>
                  <a:pt x="40" y="351"/>
                </a:lnTo>
                <a:lnTo>
                  <a:pt x="40" y="352"/>
                </a:lnTo>
                <a:lnTo>
                  <a:pt x="39" y="352"/>
                </a:lnTo>
                <a:lnTo>
                  <a:pt x="38" y="352"/>
                </a:lnTo>
                <a:lnTo>
                  <a:pt x="38" y="351"/>
                </a:lnTo>
                <a:lnTo>
                  <a:pt x="38" y="350"/>
                </a:lnTo>
                <a:lnTo>
                  <a:pt x="37" y="350"/>
                </a:lnTo>
                <a:lnTo>
                  <a:pt x="37" y="349"/>
                </a:lnTo>
                <a:lnTo>
                  <a:pt x="37" y="347"/>
                </a:lnTo>
                <a:lnTo>
                  <a:pt x="38" y="347"/>
                </a:lnTo>
                <a:lnTo>
                  <a:pt x="39" y="346"/>
                </a:lnTo>
                <a:lnTo>
                  <a:pt x="39" y="345"/>
                </a:lnTo>
                <a:lnTo>
                  <a:pt x="38" y="345"/>
                </a:lnTo>
                <a:lnTo>
                  <a:pt x="37" y="345"/>
                </a:lnTo>
                <a:lnTo>
                  <a:pt x="36" y="345"/>
                </a:lnTo>
                <a:lnTo>
                  <a:pt x="36" y="346"/>
                </a:lnTo>
                <a:lnTo>
                  <a:pt x="35" y="346"/>
                </a:lnTo>
                <a:lnTo>
                  <a:pt x="35" y="345"/>
                </a:lnTo>
                <a:lnTo>
                  <a:pt x="33" y="345"/>
                </a:lnTo>
                <a:lnTo>
                  <a:pt x="33" y="344"/>
                </a:lnTo>
                <a:lnTo>
                  <a:pt x="34" y="343"/>
                </a:lnTo>
                <a:lnTo>
                  <a:pt x="34" y="344"/>
                </a:lnTo>
                <a:lnTo>
                  <a:pt x="35" y="343"/>
                </a:lnTo>
                <a:lnTo>
                  <a:pt x="35" y="342"/>
                </a:lnTo>
                <a:lnTo>
                  <a:pt x="36" y="342"/>
                </a:lnTo>
                <a:lnTo>
                  <a:pt x="36" y="341"/>
                </a:lnTo>
                <a:lnTo>
                  <a:pt x="35" y="340"/>
                </a:lnTo>
                <a:lnTo>
                  <a:pt x="34" y="340"/>
                </a:lnTo>
                <a:lnTo>
                  <a:pt x="34" y="341"/>
                </a:lnTo>
                <a:lnTo>
                  <a:pt x="33" y="341"/>
                </a:lnTo>
                <a:lnTo>
                  <a:pt x="33" y="340"/>
                </a:lnTo>
                <a:lnTo>
                  <a:pt x="32" y="340"/>
                </a:lnTo>
                <a:lnTo>
                  <a:pt x="31" y="340"/>
                </a:lnTo>
                <a:lnTo>
                  <a:pt x="30" y="340"/>
                </a:lnTo>
                <a:lnTo>
                  <a:pt x="30" y="339"/>
                </a:lnTo>
                <a:lnTo>
                  <a:pt x="29" y="338"/>
                </a:lnTo>
                <a:lnTo>
                  <a:pt x="28" y="338"/>
                </a:lnTo>
                <a:lnTo>
                  <a:pt x="28" y="337"/>
                </a:lnTo>
                <a:lnTo>
                  <a:pt x="28" y="336"/>
                </a:lnTo>
                <a:lnTo>
                  <a:pt x="27" y="335"/>
                </a:lnTo>
                <a:lnTo>
                  <a:pt x="26" y="336"/>
                </a:lnTo>
                <a:lnTo>
                  <a:pt x="25" y="337"/>
                </a:lnTo>
                <a:lnTo>
                  <a:pt x="25" y="336"/>
                </a:lnTo>
                <a:lnTo>
                  <a:pt x="25" y="337"/>
                </a:lnTo>
                <a:lnTo>
                  <a:pt x="24" y="337"/>
                </a:lnTo>
                <a:lnTo>
                  <a:pt x="23" y="336"/>
                </a:lnTo>
                <a:lnTo>
                  <a:pt x="22" y="336"/>
                </a:lnTo>
                <a:lnTo>
                  <a:pt x="22" y="337"/>
                </a:lnTo>
                <a:lnTo>
                  <a:pt x="21" y="337"/>
                </a:lnTo>
                <a:lnTo>
                  <a:pt x="20" y="338"/>
                </a:lnTo>
                <a:lnTo>
                  <a:pt x="19" y="338"/>
                </a:lnTo>
                <a:lnTo>
                  <a:pt x="19" y="339"/>
                </a:lnTo>
                <a:lnTo>
                  <a:pt x="18" y="339"/>
                </a:lnTo>
                <a:lnTo>
                  <a:pt x="18" y="338"/>
                </a:lnTo>
                <a:lnTo>
                  <a:pt x="17" y="338"/>
                </a:lnTo>
                <a:lnTo>
                  <a:pt x="17" y="337"/>
                </a:lnTo>
                <a:lnTo>
                  <a:pt x="16" y="337"/>
                </a:lnTo>
                <a:lnTo>
                  <a:pt x="15" y="337"/>
                </a:lnTo>
                <a:lnTo>
                  <a:pt x="14" y="337"/>
                </a:lnTo>
                <a:lnTo>
                  <a:pt x="13" y="336"/>
                </a:lnTo>
                <a:lnTo>
                  <a:pt x="12" y="336"/>
                </a:lnTo>
                <a:lnTo>
                  <a:pt x="12" y="337"/>
                </a:lnTo>
                <a:lnTo>
                  <a:pt x="11" y="337"/>
                </a:lnTo>
                <a:lnTo>
                  <a:pt x="10" y="338"/>
                </a:lnTo>
                <a:lnTo>
                  <a:pt x="10" y="339"/>
                </a:lnTo>
                <a:lnTo>
                  <a:pt x="9" y="339"/>
                </a:lnTo>
                <a:lnTo>
                  <a:pt x="8" y="338"/>
                </a:lnTo>
                <a:lnTo>
                  <a:pt x="8" y="337"/>
                </a:lnTo>
                <a:lnTo>
                  <a:pt x="6" y="337"/>
                </a:lnTo>
                <a:lnTo>
                  <a:pt x="5" y="336"/>
                </a:lnTo>
                <a:lnTo>
                  <a:pt x="6" y="335"/>
                </a:lnTo>
                <a:lnTo>
                  <a:pt x="6" y="334"/>
                </a:lnTo>
                <a:lnTo>
                  <a:pt x="5" y="333"/>
                </a:lnTo>
                <a:lnTo>
                  <a:pt x="4" y="333"/>
                </a:lnTo>
                <a:lnTo>
                  <a:pt x="4" y="334"/>
                </a:lnTo>
                <a:lnTo>
                  <a:pt x="4" y="335"/>
                </a:lnTo>
                <a:lnTo>
                  <a:pt x="4" y="336"/>
                </a:lnTo>
                <a:lnTo>
                  <a:pt x="3" y="336"/>
                </a:lnTo>
                <a:lnTo>
                  <a:pt x="1" y="335"/>
                </a:lnTo>
                <a:lnTo>
                  <a:pt x="0" y="335"/>
                </a:lnTo>
                <a:lnTo>
                  <a:pt x="1" y="335"/>
                </a:lnTo>
                <a:lnTo>
                  <a:pt x="1" y="334"/>
                </a:lnTo>
                <a:lnTo>
                  <a:pt x="2" y="334"/>
                </a:lnTo>
                <a:lnTo>
                  <a:pt x="2" y="333"/>
                </a:lnTo>
                <a:lnTo>
                  <a:pt x="3" y="333"/>
                </a:lnTo>
                <a:lnTo>
                  <a:pt x="3" y="332"/>
                </a:lnTo>
                <a:lnTo>
                  <a:pt x="1" y="332"/>
                </a:lnTo>
                <a:lnTo>
                  <a:pt x="0" y="331"/>
                </a:lnTo>
                <a:lnTo>
                  <a:pt x="0" y="330"/>
                </a:lnTo>
                <a:lnTo>
                  <a:pt x="0" y="329"/>
                </a:lnTo>
                <a:lnTo>
                  <a:pt x="0" y="328"/>
                </a:lnTo>
                <a:lnTo>
                  <a:pt x="1" y="328"/>
                </a:lnTo>
                <a:lnTo>
                  <a:pt x="3" y="328"/>
                </a:lnTo>
                <a:lnTo>
                  <a:pt x="4" y="327"/>
                </a:lnTo>
                <a:lnTo>
                  <a:pt x="5" y="327"/>
                </a:lnTo>
                <a:lnTo>
                  <a:pt x="5" y="326"/>
                </a:lnTo>
                <a:lnTo>
                  <a:pt x="6" y="326"/>
                </a:lnTo>
                <a:lnTo>
                  <a:pt x="6" y="325"/>
                </a:lnTo>
                <a:lnTo>
                  <a:pt x="6" y="324"/>
                </a:lnTo>
                <a:lnTo>
                  <a:pt x="5" y="323"/>
                </a:lnTo>
                <a:lnTo>
                  <a:pt x="4" y="323"/>
                </a:lnTo>
                <a:lnTo>
                  <a:pt x="4" y="322"/>
                </a:lnTo>
                <a:lnTo>
                  <a:pt x="3" y="321"/>
                </a:lnTo>
                <a:lnTo>
                  <a:pt x="2" y="320"/>
                </a:lnTo>
                <a:lnTo>
                  <a:pt x="2" y="319"/>
                </a:lnTo>
                <a:lnTo>
                  <a:pt x="3" y="318"/>
                </a:lnTo>
                <a:lnTo>
                  <a:pt x="4" y="317"/>
                </a:lnTo>
                <a:lnTo>
                  <a:pt x="5" y="317"/>
                </a:lnTo>
                <a:lnTo>
                  <a:pt x="6" y="316"/>
                </a:lnTo>
                <a:lnTo>
                  <a:pt x="7" y="316"/>
                </a:lnTo>
                <a:lnTo>
                  <a:pt x="10" y="316"/>
                </a:lnTo>
                <a:lnTo>
                  <a:pt x="10" y="313"/>
                </a:lnTo>
                <a:lnTo>
                  <a:pt x="10" y="312"/>
                </a:lnTo>
                <a:lnTo>
                  <a:pt x="10" y="311"/>
                </a:lnTo>
                <a:lnTo>
                  <a:pt x="10" y="310"/>
                </a:lnTo>
                <a:lnTo>
                  <a:pt x="11" y="310"/>
                </a:lnTo>
                <a:lnTo>
                  <a:pt x="12" y="310"/>
                </a:lnTo>
                <a:lnTo>
                  <a:pt x="13" y="308"/>
                </a:lnTo>
                <a:lnTo>
                  <a:pt x="14" y="307"/>
                </a:lnTo>
                <a:lnTo>
                  <a:pt x="14" y="306"/>
                </a:lnTo>
                <a:lnTo>
                  <a:pt x="15" y="305"/>
                </a:lnTo>
                <a:lnTo>
                  <a:pt x="16" y="304"/>
                </a:lnTo>
                <a:lnTo>
                  <a:pt x="17" y="303"/>
                </a:lnTo>
                <a:lnTo>
                  <a:pt x="17" y="302"/>
                </a:lnTo>
                <a:lnTo>
                  <a:pt x="18" y="303"/>
                </a:lnTo>
                <a:lnTo>
                  <a:pt x="18" y="302"/>
                </a:lnTo>
                <a:lnTo>
                  <a:pt x="18" y="301"/>
                </a:lnTo>
                <a:lnTo>
                  <a:pt x="18" y="300"/>
                </a:lnTo>
                <a:lnTo>
                  <a:pt x="18" y="299"/>
                </a:lnTo>
                <a:lnTo>
                  <a:pt x="18" y="298"/>
                </a:lnTo>
                <a:lnTo>
                  <a:pt x="19" y="298"/>
                </a:lnTo>
                <a:lnTo>
                  <a:pt x="21" y="298"/>
                </a:lnTo>
                <a:lnTo>
                  <a:pt x="23" y="298"/>
                </a:lnTo>
                <a:lnTo>
                  <a:pt x="23" y="297"/>
                </a:lnTo>
                <a:lnTo>
                  <a:pt x="24" y="296"/>
                </a:lnTo>
                <a:lnTo>
                  <a:pt x="24" y="294"/>
                </a:lnTo>
                <a:lnTo>
                  <a:pt x="24" y="293"/>
                </a:lnTo>
                <a:lnTo>
                  <a:pt x="25" y="294"/>
                </a:lnTo>
                <a:lnTo>
                  <a:pt x="25" y="295"/>
                </a:lnTo>
                <a:lnTo>
                  <a:pt x="26" y="295"/>
                </a:lnTo>
                <a:lnTo>
                  <a:pt x="27" y="295"/>
                </a:lnTo>
                <a:lnTo>
                  <a:pt x="27" y="294"/>
                </a:lnTo>
                <a:lnTo>
                  <a:pt x="27" y="293"/>
                </a:lnTo>
                <a:lnTo>
                  <a:pt x="28" y="293"/>
                </a:lnTo>
                <a:lnTo>
                  <a:pt x="29" y="292"/>
                </a:lnTo>
                <a:lnTo>
                  <a:pt x="30" y="292"/>
                </a:lnTo>
                <a:lnTo>
                  <a:pt x="31" y="292"/>
                </a:lnTo>
                <a:lnTo>
                  <a:pt x="32" y="293"/>
                </a:lnTo>
                <a:lnTo>
                  <a:pt x="33" y="293"/>
                </a:lnTo>
                <a:lnTo>
                  <a:pt x="34" y="293"/>
                </a:lnTo>
                <a:lnTo>
                  <a:pt x="35" y="293"/>
                </a:lnTo>
                <a:lnTo>
                  <a:pt x="36" y="293"/>
                </a:lnTo>
                <a:lnTo>
                  <a:pt x="37" y="293"/>
                </a:lnTo>
                <a:lnTo>
                  <a:pt x="38" y="293"/>
                </a:lnTo>
                <a:lnTo>
                  <a:pt x="39" y="292"/>
                </a:lnTo>
                <a:lnTo>
                  <a:pt x="39" y="291"/>
                </a:lnTo>
                <a:lnTo>
                  <a:pt x="40" y="291"/>
                </a:lnTo>
                <a:lnTo>
                  <a:pt x="40" y="290"/>
                </a:lnTo>
                <a:lnTo>
                  <a:pt x="41" y="290"/>
                </a:lnTo>
                <a:lnTo>
                  <a:pt x="41" y="289"/>
                </a:lnTo>
                <a:lnTo>
                  <a:pt x="42" y="289"/>
                </a:lnTo>
                <a:lnTo>
                  <a:pt x="43" y="288"/>
                </a:lnTo>
                <a:lnTo>
                  <a:pt x="44" y="288"/>
                </a:lnTo>
                <a:lnTo>
                  <a:pt x="44" y="287"/>
                </a:lnTo>
                <a:lnTo>
                  <a:pt x="45" y="287"/>
                </a:lnTo>
                <a:lnTo>
                  <a:pt x="46" y="287"/>
                </a:lnTo>
                <a:lnTo>
                  <a:pt x="46" y="286"/>
                </a:lnTo>
                <a:lnTo>
                  <a:pt x="47" y="286"/>
                </a:lnTo>
                <a:lnTo>
                  <a:pt x="48" y="286"/>
                </a:lnTo>
                <a:lnTo>
                  <a:pt x="48" y="285"/>
                </a:lnTo>
                <a:lnTo>
                  <a:pt x="48" y="284"/>
                </a:lnTo>
                <a:lnTo>
                  <a:pt x="48" y="283"/>
                </a:lnTo>
                <a:lnTo>
                  <a:pt x="48" y="282"/>
                </a:lnTo>
                <a:lnTo>
                  <a:pt x="48" y="281"/>
                </a:lnTo>
                <a:lnTo>
                  <a:pt x="48" y="280"/>
                </a:lnTo>
                <a:lnTo>
                  <a:pt x="47" y="280"/>
                </a:lnTo>
                <a:lnTo>
                  <a:pt x="47" y="279"/>
                </a:lnTo>
                <a:lnTo>
                  <a:pt x="48" y="279"/>
                </a:lnTo>
                <a:lnTo>
                  <a:pt x="48" y="280"/>
                </a:lnTo>
                <a:lnTo>
                  <a:pt x="48" y="279"/>
                </a:lnTo>
                <a:lnTo>
                  <a:pt x="49" y="278"/>
                </a:lnTo>
                <a:lnTo>
                  <a:pt x="51" y="278"/>
                </a:lnTo>
                <a:lnTo>
                  <a:pt x="51" y="277"/>
                </a:lnTo>
                <a:lnTo>
                  <a:pt x="51" y="276"/>
                </a:lnTo>
                <a:lnTo>
                  <a:pt x="52" y="275"/>
                </a:lnTo>
                <a:lnTo>
                  <a:pt x="53" y="275"/>
                </a:lnTo>
                <a:lnTo>
                  <a:pt x="53" y="274"/>
                </a:lnTo>
                <a:lnTo>
                  <a:pt x="53" y="273"/>
                </a:lnTo>
                <a:lnTo>
                  <a:pt x="53" y="272"/>
                </a:lnTo>
                <a:lnTo>
                  <a:pt x="54" y="272"/>
                </a:lnTo>
                <a:lnTo>
                  <a:pt x="55" y="271"/>
                </a:lnTo>
                <a:lnTo>
                  <a:pt x="55" y="270"/>
                </a:lnTo>
                <a:lnTo>
                  <a:pt x="56" y="270"/>
                </a:lnTo>
                <a:lnTo>
                  <a:pt x="56" y="269"/>
                </a:lnTo>
                <a:lnTo>
                  <a:pt x="55" y="269"/>
                </a:lnTo>
                <a:lnTo>
                  <a:pt x="56" y="269"/>
                </a:lnTo>
                <a:lnTo>
                  <a:pt x="57" y="269"/>
                </a:lnTo>
                <a:lnTo>
                  <a:pt x="58" y="268"/>
                </a:lnTo>
                <a:lnTo>
                  <a:pt x="58" y="267"/>
                </a:lnTo>
                <a:lnTo>
                  <a:pt x="59" y="267"/>
                </a:lnTo>
                <a:lnTo>
                  <a:pt x="60" y="265"/>
                </a:lnTo>
                <a:lnTo>
                  <a:pt x="60" y="264"/>
                </a:lnTo>
                <a:lnTo>
                  <a:pt x="61" y="263"/>
                </a:lnTo>
                <a:lnTo>
                  <a:pt x="62" y="263"/>
                </a:lnTo>
                <a:lnTo>
                  <a:pt x="62" y="262"/>
                </a:lnTo>
                <a:lnTo>
                  <a:pt x="64" y="261"/>
                </a:lnTo>
                <a:lnTo>
                  <a:pt x="65" y="261"/>
                </a:lnTo>
                <a:lnTo>
                  <a:pt x="66" y="261"/>
                </a:lnTo>
                <a:lnTo>
                  <a:pt x="67" y="261"/>
                </a:lnTo>
                <a:lnTo>
                  <a:pt x="69" y="261"/>
                </a:lnTo>
                <a:lnTo>
                  <a:pt x="69" y="262"/>
                </a:lnTo>
                <a:lnTo>
                  <a:pt x="69" y="261"/>
                </a:lnTo>
                <a:lnTo>
                  <a:pt x="69" y="260"/>
                </a:lnTo>
                <a:lnTo>
                  <a:pt x="70" y="260"/>
                </a:lnTo>
                <a:lnTo>
                  <a:pt x="71" y="261"/>
                </a:lnTo>
                <a:lnTo>
                  <a:pt x="72" y="260"/>
                </a:lnTo>
                <a:lnTo>
                  <a:pt x="74" y="260"/>
                </a:lnTo>
                <a:lnTo>
                  <a:pt x="75" y="259"/>
                </a:lnTo>
                <a:lnTo>
                  <a:pt x="76" y="259"/>
                </a:lnTo>
                <a:lnTo>
                  <a:pt x="77" y="259"/>
                </a:lnTo>
                <a:lnTo>
                  <a:pt x="78" y="259"/>
                </a:lnTo>
                <a:lnTo>
                  <a:pt x="79" y="259"/>
                </a:lnTo>
                <a:lnTo>
                  <a:pt x="79" y="257"/>
                </a:lnTo>
                <a:lnTo>
                  <a:pt x="79" y="256"/>
                </a:lnTo>
                <a:lnTo>
                  <a:pt x="79" y="255"/>
                </a:lnTo>
                <a:lnTo>
                  <a:pt x="80" y="255"/>
                </a:lnTo>
                <a:lnTo>
                  <a:pt x="80" y="254"/>
                </a:lnTo>
                <a:lnTo>
                  <a:pt x="81" y="254"/>
                </a:lnTo>
                <a:lnTo>
                  <a:pt x="82" y="253"/>
                </a:lnTo>
                <a:lnTo>
                  <a:pt x="82" y="251"/>
                </a:lnTo>
                <a:lnTo>
                  <a:pt x="83" y="251"/>
                </a:lnTo>
                <a:lnTo>
                  <a:pt x="84" y="251"/>
                </a:lnTo>
                <a:lnTo>
                  <a:pt x="85" y="250"/>
                </a:lnTo>
                <a:lnTo>
                  <a:pt x="85" y="249"/>
                </a:lnTo>
                <a:lnTo>
                  <a:pt x="86" y="249"/>
                </a:lnTo>
                <a:lnTo>
                  <a:pt x="89" y="249"/>
                </a:lnTo>
                <a:lnTo>
                  <a:pt x="89" y="250"/>
                </a:lnTo>
                <a:lnTo>
                  <a:pt x="90" y="250"/>
                </a:lnTo>
                <a:lnTo>
                  <a:pt x="90" y="249"/>
                </a:lnTo>
                <a:lnTo>
                  <a:pt x="91" y="249"/>
                </a:lnTo>
                <a:lnTo>
                  <a:pt x="92" y="249"/>
                </a:lnTo>
                <a:lnTo>
                  <a:pt x="92" y="248"/>
                </a:lnTo>
                <a:lnTo>
                  <a:pt x="93" y="248"/>
                </a:lnTo>
                <a:lnTo>
                  <a:pt x="94" y="248"/>
                </a:lnTo>
                <a:lnTo>
                  <a:pt x="94" y="247"/>
                </a:lnTo>
                <a:lnTo>
                  <a:pt x="95" y="247"/>
                </a:lnTo>
                <a:lnTo>
                  <a:pt x="95" y="248"/>
                </a:lnTo>
                <a:lnTo>
                  <a:pt x="95" y="247"/>
                </a:lnTo>
                <a:lnTo>
                  <a:pt x="95" y="246"/>
                </a:lnTo>
                <a:lnTo>
                  <a:pt x="96" y="244"/>
                </a:lnTo>
                <a:lnTo>
                  <a:pt x="96" y="243"/>
                </a:lnTo>
                <a:lnTo>
                  <a:pt x="95" y="243"/>
                </a:lnTo>
                <a:lnTo>
                  <a:pt x="95" y="242"/>
                </a:lnTo>
                <a:lnTo>
                  <a:pt x="96" y="242"/>
                </a:lnTo>
                <a:lnTo>
                  <a:pt x="97" y="242"/>
                </a:lnTo>
                <a:lnTo>
                  <a:pt x="97" y="241"/>
                </a:lnTo>
                <a:lnTo>
                  <a:pt x="98" y="241"/>
                </a:lnTo>
                <a:lnTo>
                  <a:pt x="98" y="240"/>
                </a:lnTo>
                <a:lnTo>
                  <a:pt x="98" y="239"/>
                </a:lnTo>
                <a:lnTo>
                  <a:pt x="98" y="238"/>
                </a:lnTo>
                <a:lnTo>
                  <a:pt x="99" y="238"/>
                </a:lnTo>
                <a:lnTo>
                  <a:pt x="101" y="237"/>
                </a:lnTo>
                <a:lnTo>
                  <a:pt x="102" y="237"/>
                </a:lnTo>
                <a:lnTo>
                  <a:pt x="103" y="237"/>
                </a:lnTo>
                <a:lnTo>
                  <a:pt x="104" y="237"/>
                </a:lnTo>
                <a:lnTo>
                  <a:pt x="106" y="236"/>
                </a:lnTo>
                <a:lnTo>
                  <a:pt x="107" y="236"/>
                </a:lnTo>
                <a:lnTo>
                  <a:pt x="108" y="237"/>
                </a:lnTo>
                <a:lnTo>
                  <a:pt x="109" y="237"/>
                </a:lnTo>
                <a:lnTo>
                  <a:pt x="110" y="237"/>
                </a:lnTo>
                <a:lnTo>
                  <a:pt x="111" y="237"/>
                </a:lnTo>
                <a:lnTo>
                  <a:pt x="111" y="236"/>
                </a:lnTo>
                <a:lnTo>
                  <a:pt x="111" y="234"/>
                </a:lnTo>
                <a:lnTo>
                  <a:pt x="111" y="233"/>
                </a:lnTo>
                <a:lnTo>
                  <a:pt x="111" y="232"/>
                </a:lnTo>
                <a:lnTo>
                  <a:pt x="112" y="231"/>
                </a:lnTo>
                <a:lnTo>
                  <a:pt x="113" y="231"/>
                </a:lnTo>
                <a:lnTo>
                  <a:pt x="113" y="229"/>
                </a:lnTo>
                <a:lnTo>
                  <a:pt x="113" y="228"/>
                </a:lnTo>
                <a:lnTo>
                  <a:pt x="114" y="228"/>
                </a:lnTo>
                <a:lnTo>
                  <a:pt x="113" y="228"/>
                </a:lnTo>
                <a:lnTo>
                  <a:pt x="114" y="228"/>
                </a:lnTo>
                <a:lnTo>
                  <a:pt x="114" y="227"/>
                </a:lnTo>
                <a:lnTo>
                  <a:pt x="114" y="226"/>
                </a:lnTo>
                <a:lnTo>
                  <a:pt x="114" y="225"/>
                </a:lnTo>
                <a:lnTo>
                  <a:pt x="114" y="224"/>
                </a:lnTo>
                <a:lnTo>
                  <a:pt x="115" y="224"/>
                </a:lnTo>
                <a:lnTo>
                  <a:pt x="115" y="223"/>
                </a:lnTo>
                <a:lnTo>
                  <a:pt x="115" y="222"/>
                </a:lnTo>
                <a:lnTo>
                  <a:pt x="114" y="222"/>
                </a:lnTo>
                <a:lnTo>
                  <a:pt x="113" y="223"/>
                </a:lnTo>
                <a:lnTo>
                  <a:pt x="112" y="223"/>
                </a:lnTo>
                <a:lnTo>
                  <a:pt x="111" y="223"/>
                </a:lnTo>
                <a:lnTo>
                  <a:pt x="110" y="224"/>
                </a:lnTo>
                <a:lnTo>
                  <a:pt x="110" y="225"/>
                </a:lnTo>
                <a:lnTo>
                  <a:pt x="109" y="225"/>
                </a:lnTo>
                <a:lnTo>
                  <a:pt x="109" y="226"/>
                </a:lnTo>
                <a:lnTo>
                  <a:pt x="108" y="226"/>
                </a:lnTo>
                <a:lnTo>
                  <a:pt x="109" y="226"/>
                </a:lnTo>
                <a:lnTo>
                  <a:pt x="107" y="228"/>
                </a:lnTo>
                <a:lnTo>
                  <a:pt x="106" y="228"/>
                </a:lnTo>
                <a:lnTo>
                  <a:pt x="106" y="229"/>
                </a:lnTo>
                <a:lnTo>
                  <a:pt x="105" y="229"/>
                </a:lnTo>
                <a:lnTo>
                  <a:pt x="104" y="229"/>
                </a:lnTo>
                <a:lnTo>
                  <a:pt x="103" y="229"/>
                </a:lnTo>
                <a:lnTo>
                  <a:pt x="102" y="230"/>
                </a:lnTo>
                <a:lnTo>
                  <a:pt x="101" y="230"/>
                </a:lnTo>
                <a:lnTo>
                  <a:pt x="100" y="230"/>
                </a:lnTo>
                <a:lnTo>
                  <a:pt x="100" y="231"/>
                </a:lnTo>
                <a:lnTo>
                  <a:pt x="99" y="231"/>
                </a:lnTo>
                <a:lnTo>
                  <a:pt x="99" y="232"/>
                </a:lnTo>
                <a:lnTo>
                  <a:pt x="98" y="231"/>
                </a:lnTo>
                <a:lnTo>
                  <a:pt x="97" y="231"/>
                </a:lnTo>
                <a:lnTo>
                  <a:pt x="96" y="231"/>
                </a:lnTo>
                <a:lnTo>
                  <a:pt x="96" y="232"/>
                </a:lnTo>
                <a:lnTo>
                  <a:pt x="94" y="232"/>
                </a:lnTo>
                <a:lnTo>
                  <a:pt x="94" y="233"/>
                </a:lnTo>
                <a:lnTo>
                  <a:pt x="93" y="233"/>
                </a:lnTo>
                <a:lnTo>
                  <a:pt x="92" y="233"/>
                </a:lnTo>
                <a:lnTo>
                  <a:pt x="92" y="232"/>
                </a:lnTo>
                <a:lnTo>
                  <a:pt x="91" y="232"/>
                </a:lnTo>
                <a:lnTo>
                  <a:pt x="91" y="233"/>
                </a:lnTo>
                <a:lnTo>
                  <a:pt x="90" y="233"/>
                </a:lnTo>
                <a:lnTo>
                  <a:pt x="90" y="232"/>
                </a:lnTo>
                <a:lnTo>
                  <a:pt x="89" y="232"/>
                </a:lnTo>
                <a:lnTo>
                  <a:pt x="88" y="233"/>
                </a:lnTo>
                <a:lnTo>
                  <a:pt x="87" y="234"/>
                </a:lnTo>
                <a:lnTo>
                  <a:pt x="86" y="234"/>
                </a:lnTo>
                <a:lnTo>
                  <a:pt x="87" y="235"/>
                </a:lnTo>
                <a:lnTo>
                  <a:pt x="86" y="235"/>
                </a:lnTo>
                <a:lnTo>
                  <a:pt x="86" y="236"/>
                </a:lnTo>
                <a:lnTo>
                  <a:pt x="85" y="237"/>
                </a:lnTo>
                <a:lnTo>
                  <a:pt x="83" y="237"/>
                </a:lnTo>
                <a:lnTo>
                  <a:pt x="82" y="237"/>
                </a:lnTo>
                <a:lnTo>
                  <a:pt x="81" y="237"/>
                </a:lnTo>
                <a:lnTo>
                  <a:pt x="80" y="237"/>
                </a:lnTo>
                <a:lnTo>
                  <a:pt x="79" y="237"/>
                </a:lnTo>
                <a:lnTo>
                  <a:pt x="78" y="238"/>
                </a:lnTo>
                <a:lnTo>
                  <a:pt x="78" y="239"/>
                </a:lnTo>
                <a:lnTo>
                  <a:pt x="77" y="240"/>
                </a:lnTo>
                <a:lnTo>
                  <a:pt x="76" y="240"/>
                </a:lnTo>
                <a:lnTo>
                  <a:pt x="75" y="241"/>
                </a:lnTo>
                <a:lnTo>
                  <a:pt x="74" y="242"/>
                </a:lnTo>
                <a:lnTo>
                  <a:pt x="72" y="241"/>
                </a:lnTo>
                <a:lnTo>
                  <a:pt x="71" y="241"/>
                </a:lnTo>
                <a:lnTo>
                  <a:pt x="70" y="241"/>
                </a:lnTo>
                <a:lnTo>
                  <a:pt x="69" y="242"/>
                </a:lnTo>
                <a:lnTo>
                  <a:pt x="68" y="242"/>
                </a:lnTo>
                <a:lnTo>
                  <a:pt x="67" y="243"/>
                </a:lnTo>
                <a:lnTo>
                  <a:pt x="65" y="244"/>
                </a:lnTo>
                <a:lnTo>
                  <a:pt x="65" y="245"/>
                </a:lnTo>
                <a:lnTo>
                  <a:pt x="63" y="245"/>
                </a:lnTo>
                <a:lnTo>
                  <a:pt x="62" y="245"/>
                </a:lnTo>
                <a:lnTo>
                  <a:pt x="61" y="245"/>
                </a:lnTo>
                <a:lnTo>
                  <a:pt x="60" y="246"/>
                </a:lnTo>
                <a:lnTo>
                  <a:pt x="59" y="246"/>
                </a:lnTo>
                <a:lnTo>
                  <a:pt x="59" y="247"/>
                </a:lnTo>
                <a:lnTo>
                  <a:pt x="58" y="247"/>
                </a:lnTo>
                <a:lnTo>
                  <a:pt x="57" y="248"/>
                </a:lnTo>
                <a:lnTo>
                  <a:pt x="56" y="248"/>
                </a:lnTo>
                <a:lnTo>
                  <a:pt x="55" y="250"/>
                </a:lnTo>
                <a:lnTo>
                  <a:pt x="53" y="252"/>
                </a:lnTo>
                <a:lnTo>
                  <a:pt x="53" y="253"/>
                </a:lnTo>
                <a:lnTo>
                  <a:pt x="52" y="253"/>
                </a:lnTo>
                <a:lnTo>
                  <a:pt x="52" y="254"/>
                </a:lnTo>
                <a:lnTo>
                  <a:pt x="50" y="255"/>
                </a:lnTo>
                <a:lnTo>
                  <a:pt x="49" y="255"/>
                </a:lnTo>
                <a:lnTo>
                  <a:pt x="49" y="256"/>
                </a:lnTo>
                <a:lnTo>
                  <a:pt x="48" y="256"/>
                </a:lnTo>
                <a:lnTo>
                  <a:pt x="48" y="255"/>
                </a:lnTo>
                <a:lnTo>
                  <a:pt x="47" y="255"/>
                </a:lnTo>
                <a:lnTo>
                  <a:pt x="46" y="255"/>
                </a:lnTo>
                <a:lnTo>
                  <a:pt x="46" y="254"/>
                </a:lnTo>
                <a:lnTo>
                  <a:pt x="46" y="253"/>
                </a:lnTo>
                <a:lnTo>
                  <a:pt x="46" y="252"/>
                </a:lnTo>
                <a:lnTo>
                  <a:pt x="47" y="252"/>
                </a:lnTo>
                <a:lnTo>
                  <a:pt x="47" y="251"/>
                </a:lnTo>
                <a:lnTo>
                  <a:pt x="47" y="250"/>
                </a:lnTo>
                <a:lnTo>
                  <a:pt x="47" y="249"/>
                </a:lnTo>
                <a:lnTo>
                  <a:pt x="48" y="249"/>
                </a:lnTo>
                <a:lnTo>
                  <a:pt x="48" y="248"/>
                </a:lnTo>
                <a:lnTo>
                  <a:pt x="47" y="248"/>
                </a:lnTo>
                <a:lnTo>
                  <a:pt x="47" y="247"/>
                </a:lnTo>
                <a:lnTo>
                  <a:pt x="48" y="247"/>
                </a:lnTo>
                <a:lnTo>
                  <a:pt x="49" y="246"/>
                </a:lnTo>
                <a:lnTo>
                  <a:pt x="49" y="244"/>
                </a:lnTo>
                <a:lnTo>
                  <a:pt x="49" y="241"/>
                </a:lnTo>
                <a:lnTo>
                  <a:pt x="48" y="240"/>
                </a:lnTo>
                <a:lnTo>
                  <a:pt x="48" y="239"/>
                </a:lnTo>
                <a:lnTo>
                  <a:pt x="49" y="238"/>
                </a:lnTo>
                <a:lnTo>
                  <a:pt x="48" y="238"/>
                </a:lnTo>
                <a:lnTo>
                  <a:pt x="48" y="237"/>
                </a:lnTo>
                <a:lnTo>
                  <a:pt x="48" y="236"/>
                </a:lnTo>
                <a:lnTo>
                  <a:pt x="49" y="236"/>
                </a:lnTo>
                <a:lnTo>
                  <a:pt x="50" y="236"/>
                </a:lnTo>
                <a:lnTo>
                  <a:pt x="51" y="236"/>
                </a:lnTo>
                <a:lnTo>
                  <a:pt x="52" y="235"/>
                </a:lnTo>
                <a:lnTo>
                  <a:pt x="52" y="234"/>
                </a:lnTo>
                <a:lnTo>
                  <a:pt x="52" y="235"/>
                </a:lnTo>
                <a:lnTo>
                  <a:pt x="53" y="235"/>
                </a:lnTo>
                <a:lnTo>
                  <a:pt x="53" y="234"/>
                </a:lnTo>
                <a:lnTo>
                  <a:pt x="54" y="233"/>
                </a:lnTo>
                <a:lnTo>
                  <a:pt x="55" y="233"/>
                </a:lnTo>
                <a:lnTo>
                  <a:pt x="56" y="233"/>
                </a:lnTo>
                <a:lnTo>
                  <a:pt x="56" y="231"/>
                </a:lnTo>
                <a:lnTo>
                  <a:pt x="57" y="231"/>
                </a:lnTo>
                <a:lnTo>
                  <a:pt x="57" y="230"/>
                </a:lnTo>
                <a:lnTo>
                  <a:pt x="56" y="230"/>
                </a:lnTo>
                <a:lnTo>
                  <a:pt x="57" y="229"/>
                </a:lnTo>
                <a:lnTo>
                  <a:pt x="56" y="228"/>
                </a:lnTo>
                <a:lnTo>
                  <a:pt x="56" y="227"/>
                </a:lnTo>
                <a:lnTo>
                  <a:pt x="57" y="227"/>
                </a:lnTo>
                <a:lnTo>
                  <a:pt x="57" y="226"/>
                </a:lnTo>
                <a:lnTo>
                  <a:pt x="58" y="225"/>
                </a:lnTo>
                <a:lnTo>
                  <a:pt x="59" y="224"/>
                </a:lnTo>
                <a:lnTo>
                  <a:pt x="59" y="223"/>
                </a:lnTo>
                <a:lnTo>
                  <a:pt x="59" y="222"/>
                </a:lnTo>
                <a:lnTo>
                  <a:pt x="60" y="222"/>
                </a:lnTo>
                <a:lnTo>
                  <a:pt x="60" y="221"/>
                </a:lnTo>
                <a:lnTo>
                  <a:pt x="60" y="220"/>
                </a:lnTo>
                <a:lnTo>
                  <a:pt x="60" y="219"/>
                </a:lnTo>
                <a:lnTo>
                  <a:pt x="60" y="218"/>
                </a:lnTo>
                <a:lnTo>
                  <a:pt x="60" y="219"/>
                </a:lnTo>
                <a:lnTo>
                  <a:pt x="60" y="218"/>
                </a:lnTo>
                <a:lnTo>
                  <a:pt x="60" y="217"/>
                </a:lnTo>
                <a:lnTo>
                  <a:pt x="59" y="216"/>
                </a:lnTo>
                <a:lnTo>
                  <a:pt x="60" y="216"/>
                </a:lnTo>
                <a:lnTo>
                  <a:pt x="59" y="216"/>
                </a:lnTo>
                <a:lnTo>
                  <a:pt x="59" y="215"/>
                </a:lnTo>
                <a:lnTo>
                  <a:pt x="59" y="214"/>
                </a:lnTo>
                <a:lnTo>
                  <a:pt x="59" y="213"/>
                </a:lnTo>
                <a:lnTo>
                  <a:pt x="60" y="213"/>
                </a:lnTo>
                <a:lnTo>
                  <a:pt x="59" y="212"/>
                </a:lnTo>
                <a:lnTo>
                  <a:pt x="59" y="211"/>
                </a:lnTo>
                <a:lnTo>
                  <a:pt x="59" y="209"/>
                </a:lnTo>
                <a:lnTo>
                  <a:pt x="59" y="208"/>
                </a:lnTo>
                <a:lnTo>
                  <a:pt x="58" y="208"/>
                </a:lnTo>
                <a:lnTo>
                  <a:pt x="58" y="207"/>
                </a:lnTo>
                <a:lnTo>
                  <a:pt x="58" y="206"/>
                </a:lnTo>
                <a:lnTo>
                  <a:pt x="57" y="206"/>
                </a:lnTo>
                <a:lnTo>
                  <a:pt x="57" y="205"/>
                </a:lnTo>
                <a:lnTo>
                  <a:pt x="57" y="206"/>
                </a:lnTo>
                <a:lnTo>
                  <a:pt x="56" y="206"/>
                </a:lnTo>
                <a:lnTo>
                  <a:pt x="55" y="205"/>
                </a:lnTo>
                <a:lnTo>
                  <a:pt x="54" y="204"/>
                </a:lnTo>
                <a:lnTo>
                  <a:pt x="54" y="203"/>
                </a:lnTo>
                <a:lnTo>
                  <a:pt x="54" y="202"/>
                </a:lnTo>
                <a:lnTo>
                  <a:pt x="54" y="201"/>
                </a:lnTo>
                <a:lnTo>
                  <a:pt x="54" y="200"/>
                </a:lnTo>
                <a:lnTo>
                  <a:pt x="53" y="200"/>
                </a:lnTo>
                <a:lnTo>
                  <a:pt x="53" y="201"/>
                </a:lnTo>
                <a:lnTo>
                  <a:pt x="52" y="201"/>
                </a:lnTo>
                <a:lnTo>
                  <a:pt x="51" y="201"/>
                </a:lnTo>
                <a:lnTo>
                  <a:pt x="50" y="201"/>
                </a:lnTo>
                <a:lnTo>
                  <a:pt x="50" y="202"/>
                </a:lnTo>
                <a:lnTo>
                  <a:pt x="49" y="202"/>
                </a:lnTo>
                <a:lnTo>
                  <a:pt x="48" y="202"/>
                </a:lnTo>
                <a:lnTo>
                  <a:pt x="48" y="201"/>
                </a:lnTo>
                <a:lnTo>
                  <a:pt x="49" y="201"/>
                </a:lnTo>
                <a:lnTo>
                  <a:pt x="49" y="200"/>
                </a:lnTo>
                <a:lnTo>
                  <a:pt x="49" y="198"/>
                </a:lnTo>
                <a:lnTo>
                  <a:pt x="48" y="198"/>
                </a:lnTo>
                <a:lnTo>
                  <a:pt x="47" y="198"/>
                </a:lnTo>
                <a:lnTo>
                  <a:pt x="47" y="197"/>
                </a:lnTo>
                <a:lnTo>
                  <a:pt x="47" y="196"/>
                </a:lnTo>
                <a:lnTo>
                  <a:pt x="47" y="195"/>
                </a:lnTo>
                <a:lnTo>
                  <a:pt x="47" y="194"/>
                </a:lnTo>
                <a:lnTo>
                  <a:pt x="47" y="193"/>
                </a:lnTo>
                <a:lnTo>
                  <a:pt x="46" y="193"/>
                </a:lnTo>
                <a:lnTo>
                  <a:pt x="45" y="192"/>
                </a:lnTo>
                <a:lnTo>
                  <a:pt x="44" y="192"/>
                </a:lnTo>
                <a:lnTo>
                  <a:pt x="43" y="192"/>
                </a:lnTo>
                <a:lnTo>
                  <a:pt x="43" y="191"/>
                </a:lnTo>
                <a:lnTo>
                  <a:pt x="44" y="191"/>
                </a:lnTo>
                <a:lnTo>
                  <a:pt x="44" y="190"/>
                </a:lnTo>
                <a:lnTo>
                  <a:pt x="44" y="189"/>
                </a:lnTo>
                <a:lnTo>
                  <a:pt x="45" y="189"/>
                </a:lnTo>
                <a:lnTo>
                  <a:pt x="45" y="188"/>
                </a:lnTo>
                <a:lnTo>
                  <a:pt x="44" y="187"/>
                </a:lnTo>
                <a:lnTo>
                  <a:pt x="44" y="186"/>
                </a:lnTo>
                <a:lnTo>
                  <a:pt x="43" y="186"/>
                </a:lnTo>
                <a:lnTo>
                  <a:pt x="43" y="187"/>
                </a:lnTo>
                <a:lnTo>
                  <a:pt x="42" y="187"/>
                </a:lnTo>
                <a:lnTo>
                  <a:pt x="42" y="186"/>
                </a:lnTo>
                <a:lnTo>
                  <a:pt x="42" y="185"/>
                </a:lnTo>
                <a:lnTo>
                  <a:pt x="43" y="185"/>
                </a:lnTo>
                <a:lnTo>
                  <a:pt x="42" y="185"/>
                </a:lnTo>
                <a:lnTo>
                  <a:pt x="42" y="184"/>
                </a:lnTo>
                <a:lnTo>
                  <a:pt x="42" y="183"/>
                </a:lnTo>
                <a:lnTo>
                  <a:pt x="43" y="182"/>
                </a:lnTo>
                <a:lnTo>
                  <a:pt x="43" y="181"/>
                </a:lnTo>
                <a:lnTo>
                  <a:pt x="44" y="179"/>
                </a:lnTo>
                <a:lnTo>
                  <a:pt x="44" y="178"/>
                </a:lnTo>
                <a:lnTo>
                  <a:pt x="45" y="177"/>
                </a:lnTo>
                <a:lnTo>
                  <a:pt x="46" y="177"/>
                </a:lnTo>
                <a:lnTo>
                  <a:pt x="46" y="176"/>
                </a:lnTo>
                <a:lnTo>
                  <a:pt x="46" y="175"/>
                </a:lnTo>
                <a:lnTo>
                  <a:pt x="46" y="174"/>
                </a:lnTo>
                <a:lnTo>
                  <a:pt x="46" y="173"/>
                </a:lnTo>
                <a:lnTo>
                  <a:pt x="47" y="172"/>
                </a:lnTo>
                <a:lnTo>
                  <a:pt x="47" y="171"/>
                </a:lnTo>
                <a:lnTo>
                  <a:pt x="47" y="170"/>
                </a:lnTo>
                <a:lnTo>
                  <a:pt x="48" y="170"/>
                </a:lnTo>
                <a:lnTo>
                  <a:pt x="48" y="169"/>
                </a:lnTo>
                <a:lnTo>
                  <a:pt x="48" y="168"/>
                </a:lnTo>
                <a:lnTo>
                  <a:pt x="48" y="169"/>
                </a:lnTo>
                <a:lnTo>
                  <a:pt x="49" y="169"/>
                </a:lnTo>
                <a:lnTo>
                  <a:pt x="50" y="168"/>
                </a:lnTo>
                <a:lnTo>
                  <a:pt x="51" y="167"/>
                </a:lnTo>
                <a:lnTo>
                  <a:pt x="51" y="166"/>
                </a:lnTo>
                <a:lnTo>
                  <a:pt x="51" y="165"/>
                </a:lnTo>
                <a:lnTo>
                  <a:pt x="52" y="165"/>
                </a:lnTo>
                <a:lnTo>
                  <a:pt x="53" y="165"/>
                </a:lnTo>
                <a:lnTo>
                  <a:pt x="53" y="164"/>
                </a:lnTo>
                <a:lnTo>
                  <a:pt x="53" y="163"/>
                </a:lnTo>
                <a:lnTo>
                  <a:pt x="54" y="163"/>
                </a:lnTo>
                <a:lnTo>
                  <a:pt x="54" y="162"/>
                </a:lnTo>
                <a:lnTo>
                  <a:pt x="55" y="162"/>
                </a:lnTo>
                <a:lnTo>
                  <a:pt x="56" y="162"/>
                </a:lnTo>
                <a:lnTo>
                  <a:pt x="57" y="161"/>
                </a:lnTo>
                <a:lnTo>
                  <a:pt x="57" y="160"/>
                </a:lnTo>
                <a:lnTo>
                  <a:pt x="57" y="159"/>
                </a:lnTo>
                <a:lnTo>
                  <a:pt x="58" y="158"/>
                </a:lnTo>
                <a:lnTo>
                  <a:pt x="58" y="157"/>
                </a:lnTo>
                <a:lnTo>
                  <a:pt x="59" y="157"/>
                </a:lnTo>
                <a:lnTo>
                  <a:pt x="59" y="156"/>
                </a:lnTo>
                <a:lnTo>
                  <a:pt x="59" y="155"/>
                </a:lnTo>
                <a:lnTo>
                  <a:pt x="60" y="155"/>
                </a:lnTo>
                <a:lnTo>
                  <a:pt x="61" y="155"/>
                </a:lnTo>
                <a:lnTo>
                  <a:pt x="62" y="154"/>
                </a:lnTo>
                <a:lnTo>
                  <a:pt x="63" y="154"/>
                </a:lnTo>
                <a:lnTo>
                  <a:pt x="63" y="155"/>
                </a:lnTo>
                <a:lnTo>
                  <a:pt x="64" y="155"/>
                </a:lnTo>
                <a:lnTo>
                  <a:pt x="64" y="154"/>
                </a:lnTo>
                <a:lnTo>
                  <a:pt x="65" y="154"/>
                </a:lnTo>
                <a:lnTo>
                  <a:pt x="66" y="153"/>
                </a:lnTo>
                <a:lnTo>
                  <a:pt x="67" y="153"/>
                </a:lnTo>
                <a:lnTo>
                  <a:pt x="68" y="153"/>
                </a:lnTo>
                <a:lnTo>
                  <a:pt x="69" y="153"/>
                </a:lnTo>
                <a:lnTo>
                  <a:pt x="70" y="153"/>
                </a:lnTo>
                <a:lnTo>
                  <a:pt x="70" y="152"/>
                </a:lnTo>
                <a:lnTo>
                  <a:pt x="72" y="152"/>
                </a:lnTo>
                <a:lnTo>
                  <a:pt x="72" y="151"/>
                </a:lnTo>
                <a:lnTo>
                  <a:pt x="73" y="151"/>
                </a:lnTo>
                <a:lnTo>
                  <a:pt x="74" y="151"/>
                </a:lnTo>
                <a:lnTo>
                  <a:pt x="74" y="150"/>
                </a:lnTo>
                <a:lnTo>
                  <a:pt x="75" y="150"/>
                </a:lnTo>
                <a:lnTo>
                  <a:pt x="76" y="150"/>
                </a:lnTo>
                <a:lnTo>
                  <a:pt x="77" y="150"/>
                </a:lnTo>
                <a:lnTo>
                  <a:pt x="78" y="149"/>
                </a:lnTo>
                <a:lnTo>
                  <a:pt x="78" y="148"/>
                </a:lnTo>
                <a:lnTo>
                  <a:pt x="79" y="148"/>
                </a:lnTo>
                <a:lnTo>
                  <a:pt x="78" y="147"/>
                </a:lnTo>
                <a:lnTo>
                  <a:pt x="78" y="146"/>
                </a:lnTo>
                <a:lnTo>
                  <a:pt x="79" y="146"/>
                </a:lnTo>
                <a:lnTo>
                  <a:pt x="79" y="145"/>
                </a:lnTo>
                <a:lnTo>
                  <a:pt x="79" y="144"/>
                </a:lnTo>
                <a:lnTo>
                  <a:pt x="80" y="143"/>
                </a:lnTo>
                <a:lnTo>
                  <a:pt x="80" y="142"/>
                </a:lnTo>
                <a:lnTo>
                  <a:pt x="81" y="142"/>
                </a:lnTo>
                <a:lnTo>
                  <a:pt x="81" y="141"/>
                </a:lnTo>
                <a:lnTo>
                  <a:pt x="82" y="141"/>
                </a:lnTo>
                <a:lnTo>
                  <a:pt x="83" y="141"/>
                </a:lnTo>
                <a:lnTo>
                  <a:pt x="83" y="140"/>
                </a:lnTo>
                <a:lnTo>
                  <a:pt x="84" y="140"/>
                </a:lnTo>
                <a:lnTo>
                  <a:pt x="85" y="140"/>
                </a:lnTo>
                <a:lnTo>
                  <a:pt x="85" y="139"/>
                </a:lnTo>
                <a:lnTo>
                  <a:pt x="85" y="138"/>
                </a:lnTo>
                <a:lnTo>
                  <a:pt x="85" y="137"/>
                </a:lnTo>
                <a:lnTo>
                  <a:pt x="86" y="137"/>
                </a:lnTo>
                <a:lnTo>
                  <a:pt x="86" y="136"/>
                </a:lnTo>
                <a:lnTo>
                  <a:pt x="87" y="136"/>
                </a:lnTo>
                <a:lnTo>
                  <a:pt x="87" y="135"/>
                </a:lnTo>
                <a:lnTo>
                  <a:pt x="88" y="134"/>
                </a:lnTo>
                <a:lnTo>
                  <a:pt x="88" y="133"/>
                </a:lnTo>
                <a:lnTo>
                  <a:pt x="87" y="133"/>
                </a:lnTo>
                <a:lnTo>
                  <a:pt x="87" y="134"/>
                </a:lnTo>
                <a:lnTo>
                  <a:pt x="87" y="133"/>
                </a:lnTo>
                <a:lnTo>
                  <a:pt x="87" y="132"/>
                </a:lnTo>
                <a:lnTo>
                  <a:pt x="86" y="132"/>
                </a:lnTo>
                <a:lnTo>
                  <a:pt x="86" y="131"/>
                </a:lnTo>
                <a:lnTo>
                  <a:pt x="87" y="130"/>
                </a:lnTo>
                <a:lnTo>
                  <a:pt x="88" y="130"/>
                </a:lnTo>
                <a:lnTo>
                  <a:pt x="89" y="129"/>
                </a:lnTo>
                <a:lnTo>
                  <a:pt x="89" y="128"/>
                </a:lnTo>
                <a:lnTo>
                  <a:pt x="89" y="127"/>
                </a:lnTo>
                <a:lnTo>
                  <a:pt x="90" y="127"/>
                </a:lnTo>
                <a:lnTo>
                  <a:pt x="91" y="127"/>
                </a:lnTo>
                <a:lnTo>
                  <a:pt x="91" y="126"/>
                </a:lnTo>
                <a:lnTo>
                  <a:pt x="92" y="125"/>
                </a:lnTo>
                <a:lnTo>
                  <a:pt x="93" y="125"/>
                </a:lnTo>
                <a:lnTo>
                  <a:pt x="93" y="124"/>
                </a:lnTo>
                <a:lnTo>
                  <a:pt x="94" y="123"/>
                </a:lnTo>
                <a:lnTo>
                  <a:pt x="94" y="122"/>
                </a:lnTo>
                <a:lnTo>
                  <a:pt x="95" y="121"/>
                </a:lnTo>
                <a:lnTo>
                  <a:pt x="95" y="120"/>
                </a:lnTo>
                <a:lnTo>
                  <a:pt x="96" y="119"/>
                </a:lnTo>
                <a:lnTo>
                  <a:pt x="96" y="118"/>
                </a:lnTo>
                <a:lnTo>
                  <a:pt x="96" y="117"/>
                </a:lnTo>
                <a:lnTo>
                  <a:pt x="95" y="116"/>
                </a:lnTo>
                <a:lnTo>
                  <a:pt x="95" y="115"/>
                </a:lnTo>
                <a:lnTo>
                  <a:pt x="96" y="115"/>
                </a:lnTo>
                <a:lnTo>
                  <a:pt x="96" y="114"/>
                </a:lnTo>
                <a:lnTo>
                  <a:pt x="97" y="114"/>
                </a:lnTo>
                <a:lnTo>
                  <a:pt x="98" y="113"/>
                </a:lnTo>
                <a:lnTo>
                  <a:pt x="98" y="112"/>
                </a:lnTo>
                <a:lnTo>
                  <a:pt x="98" y="111"/>
                </a:lnTo>
                <a:lnTo>
                  <a:pt x="98" y="110"/>
                </a:lnTo>
                <a:lnTo>
                  <a:pt x="98" y="109"/>
                </a:lnTo>
                <a:lnTo>
                  <a:pt x="99" y="109"/>
                </a:lnTo>
                <a:lnTo>
                  <a:pt x="99" y="108"/>
                </a:lnTo>
                <a:lnTo>
                  <a:pt x="100" y="108"/>
                </a:lnTo>
                <a:lnTo>
                  <a:pt x="101" y="107"/>
                </a:lnTo>
                <a:lnTo>
                  <a:pt x="102" y="107"/>
                </a:lnTo>
                <a:lnTo>
                  <a:pt x="103" y="107"/>
                </a:lnTo>
                <a:lnTo>
                  <a:pt x="103" y="106"/>
                </a:lnTo>
                <a:lnTo>
                  <a:pt x="104" y="106"/>
                </a:lnTo>
                <a:lnTo>
                  <a:pt x="104" y="105"/>
                </a:lnTo>
                <a:lnTo>
                  <a:pt x="103" y="105"/>
                </a:lnTo>
                <a:lnTo>
                  <a:pt x="104" y="104"/>
                </a:lnTo>
                <a:lnTo>
                  <a:pt x="104" y="103"/>
                </a:lnTo>
                <a:lnTo>
                  <a:pt x="104" y="102"/>
                </a:lnTo>
                <a:lnTo>
                  <a:pt x="103" y="101"/>
                </a:lnTo>
                <a:lnTo>
                  <a:pt x="104" y="100"/>
                </a:lnTo>
                <a:lnTo>
                  <a:pt x="105" y="99"/>
                </a:lnTo>
                <a:lnTo>
                  <a:pt x="105" y="98"/>
                </a:lnTo>
                <a:lnTo>
                  <a:pt x="105" y="97"/>
                </a:lnTo>
                <a:lnTo>
                  <a:pt x="104" y="96"/>
                </a:lnTo>
                <a:lnTo>
                  <a:pt x="105" y="95"/>
                </a:lnTo>
                <a:lnTo>
                  <a:pt x="106" y="96"/>
                </a:lnTo>
                <a:lnTo>
                  <a:pt x="107" y="95"/>
                </a:lnTo>
                <a:lnTo>
                  <a:pt x="108" y="95"/>
                </a:lnTo>
                <a:lnTo>
                  <a:pt x="109" y="94"/>
                </a:lnTo>
                <a:lnTo>
                  <a:pt x="110" y="94"/>
                </a:lnTo>
                <a:lnTo>
                  <a:pt x="111" y="94"/>
                </a:lnTo>
                <a:lnTo>
                  <a:pt x="111" y="93"/>
                </a:lnTo>
                <a:lnTo>
                  <a:pt x="112" y="93"/>
                </a:lnTo>
                <a:lnTo>
                  <a:pt x="113" y="93"/>
                </a:lnTo>
                <a:lnTo>
                  <a:pt x="113" y="92"/>
                </a:lnTo>
                <a:lnTo>
                  <a:pt x="114" y="92"/>
                </a:lnTo>
                <a:lnTo>
                  <a:pt x="115" y="93"/>
                </a:lnTo>
                <a:lnTo>
                  <a:pt x="116" y="93"/>
                </a:lnTo>
                <a:lnTo>
                  <a:pt x="116" y="92"/>
                </a:lnTo>
                <a:lnTo>
                  <a:pt x="117" y="92"/>
                </a:lnTo>
                <a:lnTo>
                  <a:pt x="118" y="92"/>
                </a:lnTo>
                <a:lnTo>
                  <a:pt x="119" y="92"/>
                </a:lnTo>
                <a:lnTo>
                  <a:pt x="120" y="92"/>
                </a:lnTo>
                <a:lnTo>
                  <a:pt x="121" y="91"/>
                </a:lnTo>
                <a:lnTo>
                  <a:pt x="123" y="93"/>
                </a:lnTo>
                <a:lnTo>
                  <a:pt x="124" y="93"/>
                </a:lnTo>
                <a:lnTo>
                  <a:pt x="125" y="93"/>
                </a:lnTo>
                <a:lnTo>
                  <a:pt x="126" y="93"/>
                </a:lnTo>
                <a:lnTo>
                  <a:pt x="127" y="93"/>
                </a:lnTo>
                <a:lnTo>
                  <a:pt x="128" y="94"/>
                </a:lnTo>
                <a:lnTo>
                  <a:pt x="128" y="93"/>
                </a:lnTo>
                <a:lnTo>
                  <a:pt x="129" y="92"/>
                </a:lnTo>
                <a:lnTo>
                  <a:pt x="129" y="91"/>
                </a:lnTo>
                <a:lnTo>
                  <a:pt x="130" y="91"/>
                </a:lnTo>
                <a:lnTo>
                  <a:pt x="131" y="91"/>
                </a:lnTo>
                <a:lnTo>
                  <a:pt x="131" y="90"/>
                </a:lnTo>
                <a:lnTo>
                  <a:pt x="132" y="90"/>
                </a:lnTo>
                <a:lnTo>
                  <a:pt x="132" y="89"/>
                </a:lnTo>
                <a:lnTo>
                  <a:pt x="131" y="89"/>
                </a:lnTo>
                <a:lnTo>
                  <a:pt x="131" y="88"/>
                </a:lnTo>
                <a:lnTo>
                  <a:pt x="131" y="87"/>
                </a:lnTo>
                <a:lnTo>
                  <a:pt x="130" y="88"/>
                </a:lnTo>
                <a:lnTo>
                  <a:pt x="130" y="87"/>
                </a:lnTo>
                <a:lnTo>
                  <a:pt x="131" y="87"/>
                </a:lnTo>
                <a:lnTo>
                  <a:pt x="130" y="86"/>
                </a:lnTo>
                <a:lnTo>
                  <a:pt x="130" y="87"/>
                </a:lnTo>
                <a:lnTo>
                  <a:pt x="129" y="87"/>
                </a:lnTo>
                <a:lnTo>
                  <a:pt x="127" y="87"/>
                </a:lnTo>
                <a:lnTo>
                  <a:pt x="127" y="86"/>
                </a:lnTo>
                <a:lnTo>
                  <a:pt x="128" y="85"/>
                </a:lnTo>
                <a:lnTo>
                  <a:pt x="128" y="84"/>
                </a:lnTo>
                <a:lnTo>
                  <a:pt x="127" y="83"/>
                </a:lnTo>
                <a:lnTo>
                  <a:pt x="127" y="82"/>
                </a:lnTo>
                <a:lnTo>
                  <a:pt x="126" y="82"/>
                </a:lnTo>
                <a:lnTo>
                  <a:pt x="126" y="81"/>
                </a:lnTo>
                <a:lnTo>
                  <a:pt x="127" y="81"/>
                </a:lnTo>
                <a:lnTo>
                  <a:pt x="128" y="81"/>
                </a:lnTo>
                <a:lnTo>
                  <a:pt x="128" y="80"/>
                </a:lnTo>
                <a:lnTo>
                  <a:pt x="129" y="81"/>
                </a:lnTo>
                <a:lnTo>
                  <a:pt x="130" y="81"/>
                </a:lnTo>
                <a:lnTo>
                  <a:pt x="130" y="82"/>
                </a:lnTo>
                <a:lnTo>
                  <a:pt x="131" y="83"/>
                </a:lnTo>
                <a:lnTo>
                  <a:pt x="132" y="82"/>
                </a:lnTo>
                <a:lnTo>
                  <a:pt x="131" y="82"/>
                </a:lnTo>
                <a:lnTo>
                  <a:pt x="131" y="81"/>
                </a:lnTo>
                <a:lnTo>
                  <a:pt x="132" y="81"/>
                </a:lnTo>
                <a:lnTo>
                  <a:pt x="132" y="80"/>
                </a:lnTo>
                <a:lnTo>
                  <a:pt x="133" y="80"/>
                </a:lnTo>
                <a:lnTo>
                  <a:pt x="133" y="79"/>
                </a:lnTo>
                <a:lnTo>
                  <a:pt x="132" y="80"/>
                </a:lnTo>
                <a:lnTo>
                  <a:pt x="132" y="79"/>
                </a:lnTo>
                <a:lnTo>
                  <a:pt x="132" y="78"/>
                </a:lnTo>
                <a:lnTo>
                  <a:pt x="131" y="78"/>
                </a:lnTo>
                <a:lnTo>
                  <a:pt x="132" y="78"/>
                </a:lnTo>
                <a:lnTo>
                  <a:pt x="132" y="77"/>
                </a:lnTo>
                <a:lnTo>
                  <a:pt x="131" y="77"/>
                </a:lnTo>
                <a:lnTo>
                  <a:pt x="132" y="77"/>
                </a:lnTo>
                <a:lnTo>
                  <a:pt x="133" y="77"/>
                </a:lnTo>
                <a:lnTo>
                  <a:pt x="132" y="76"/>
                </a:lnTo>
                <a:lnTo>
                  <a:pt x="132" y="75"/>
                </a:lnTo>
                <a:lnTo>
                  <a:pt x="133" y="75"/>
                </a:lnTo>
                <a:lnTo>
                  <a:pt x="132" y="75"/>
                </a:lnTo>
                <a:lnTo>
                  <a:pt x="132" y="74"/>
                </a:lnTo>
                <a:lnTo>
                  <a:pt x="133" y="74"/>
                </a:lnTo>
                <a:lnTo>
                  <a:pt x="133" y="73"/>
                </a:lnTo>
                <a:lnTo>
                  <a:pt x="133" y="72"/>
                </a:lnTo>
                <a:lnTo>
                  <a:pt x="134" y="73"/>
                </a:lnTo>
                <a:lnTo>
                  <a:pt x="134" y="72"/>
                </a:lnTo>
                <a:lnTo>
                  <a:pt x="135" y="72"/>
                </a:lnTo>
                <a:lnTo>
                  <a:pt x="136" y="72"/>
                </a:lnTo>
                <a:lnTo>
                  <a:pt x="136" y="71"/>
                </a:lnTo>
                <a:lnTo>
                  <a:pt x="135" y="71"/>
                </a:lnTo>
                <a:lnTo>
                  <a:pt x="136" y="71"/>
                </a:lnTo>
                <a:lnTo>
                  <a:pt x="137" y="71"/>
                </a:lnTo>
                <a:lnTo>
                  <a:pt x="137" y="72"/>
                </a:lnTo>
                <a:lnTo>
                  <a:pt x="137" y="73"/>
                </a:lnTo>
                <a:lnTo>
                  <a:pt x="138" y="73"/>
                </a:lnTo>
                <a:lnTo>
                  <a:pt x="139" y="73"/>
                </a:lnTo>
                <a:lnTo>
                  <a:pt x="139" y="72"/>
                </a:lnTo>
                <a:lnTo>
                  <a:pt x="139" y="73"/>
                </a:lnTo>
                <a:lnTo>
                  <a:pt x="140" y="73"/>
                </a:lnTo>
                <a:lnTo>
                  <a:pt x="140" y="75"/>
                </a:lnTo>
                <a:lnTo>
                  <a:pt x="139" y="76"/>
                </a:lnTo>
                <a:lnTo>
                  <a:pt x="140" y="77"/>
                </a:lnTo>
                <a:lnTo>
                  <a:pt x="141" y="77"/>
                </a:lnTo>
                <a:lnTo>
                  <a:pt x="141" y="78"/>
                </a:lnTo>
                <a:lnTo>
                  <a:pt x="142" y="78"/>
                </a:lnTo>
                <a:lnTo>
                  <a:pt x="143" y="78"/>
                </a:lnTo>
                <a:lnTo>
                  <a:pt x="143" y="79"/>
                </a:lnTo>
                <a:lnTo>
                  <a:pt x="143" y="80"/>
                </a:lnTo>
                <a:lnTo>
                  <a:pt x="144" y="81"/>
                </a:lnTo>
                <a:lnTo>
                  <a:pt x="145" y="81"/>
                </a:lnTo>
                <a:lnTo>
                  <a:pt x="145" y="82"/>
                </a:lnTo>
                <a:lnTo>
                  <a:pt x="146" y="82"/>
                </a:lnTo>
                <a:lnTo>
                  <a:pt x="146" y="81"/>
                </a:lnTo>
                <a:lnTo>
                  <a:pt x="146" y="79"/>
                </a:lnTo>
                <a:lnTo>
                  <a:pt x="147" y="79"/>
                </a:lnTo>
                <a:lnTo>
                  <a:pt x="147" y="78"/>
                </a:lnTo>
                <a:lnTo>
                  <a:pt x="148" y="78"/>
                </a:lnTo>
                <a:lnTo>
                  <a:pt x="148" y="77"/>
                </a:lnTo>
                <a:lnTo>
                  <a:pt x="149" y="77"/>
                </a:lnTo>
                <a:lnTo>
                  <a:pt x="150" y="77"/>
                </a:lnTo>
                <a:lnTo>
                  <a:pt x="151" y="76"/>
                </a:lnTo>
                <a:lnTo>
                  <a:pt x="152" y="75"/>
                </a:lnTo>
                <a:lnTo>
                  <a:pt x="152" y="74"/>
                </a:lnTo>
                <a:lnTo>
                  <a:pt x="153" y="74"/>
                </a:lnTo>
                <a:lnTo>
                  <a:pt x="153" y="73"/>
                </a:lnTo>
                <a:lnTo>
                  <a:pt x="155" y="72"/>
                </a:lnTo>
                <a:lnTo>
                  <a:pt x="155" y="71"/>
                </a:lnTo>
                <a:lnTo>
                  <a:pt x="156" y="70"/>
                </a:lnTo>
                <a:lnTo>
                  <a:pt x="157" y="70"/>
                </a:lnTo>
                <a:lnTo>
                  <a:pt x="157" y="69"/>
                </a:lnTo>
                <a:lnTo>
                  <a:pt x="158" y="69"/>
                </a:lnTo>
                <a:lnTo>
                  <a:pt x="158" y="68"/>
                </a:lnTo>
                <a:lnTo>
                  <a:pt x="160" y="67"/>
                </a:lnTo>
                <a:lnTo>
                  <a:pt x="161" y="67"/>
                </a:lnTo>
                <a:lnTo>
                  <a:pt x="161" y="66"/>
                </a:lnTo>
                <a:lnTo>
                  <a:pt x="162" y="65"/>
                </a:lnTo>
                <a:lnTo>
                  <a:pt x="163" y="64"/>
                </a:lnTo>
                <a:lnTo>
                  <a:pt x="163" y="63"/>
                </a:lnTo>
                <a:lnTo>
                  <a:pt x="164" y="62"/>
                </a:lnTo>
                <a:lnTo>
                  <a:pt x="164" y="61"/>
                </a:lnTo>
                <a:lnTo>
                  <a:pt x="165" y="61"/>
                </a:lnTo>
                <a:lnTo>
                  <a:pt x="166" y="60"/>
                </a:lnTo>
                <a:lnTo>
                  <a:pt x="167" y="59"/>
                </a:lnTo>
                <a:lnTo>
                  <a:pt x="167" y="57"/>
                </a:lnTo>
                <a:lnTo>
                  <a:pt x="167" y="56"/>
                </a:lnTo>
                <a:lnTo>
                  <a:pt x="168" y="56"/>
                </a:lnTo>
                <a:lnTo>
                  <a:pt x="169" y="56"/>
                </a:lnTo>
                <a:lnTo>
                  <a:pt x="169" y="55"/>
                </a:lnTo>
                <a:lnTo>
                  <a:pt x="170" y="55"/>
                </a:lnTo>
                <a:lnTo>
                  <a:pt x="172" y="55"/>
                </a:lnTo>
                <a:lnTo>
                  <a:pt x="173" y="54"/>
                </a:lnTo>
                <a:lnTo>
                  <a:pt x="172" y="54"/>
                </a:lnTo>
                <a:lnTo>
                  <a:pt x="172" y="53"/>
                </a:lnTo>
                <a:lnTo>
                  <a:pt x="172" y="52"/>
                </a:lnTo>
                <a:lnTo>
                  <a:pt x="173" y="52"/>
                </a:lnTo>
                <a:lnTo>
                  <a:pt x="173" y="53"/>
                </a:lnTo>
                <a:lnTo>
                  <a:pt x="174" y="53"/>
                </a:lnTo>
                <a:lnTo>
                  <a:pt x="175" y="53"/>
                </a:lnTo>
                <a:lnTo>
                  <a:pt x="175" y="52"/>
                </a:lnTo>
                <a:lnTo>
                  <a:pt x="175" y="50"/>
                </a:lnTo>
                <a:lnTo>
                  <a:pt x="175" y="49"/>
                </a:lnTo>
                <a:lnTo>
                  <a:pt x="176" y="48"/>
                </a:lnTo>
                <a:lnTo>
                  <a:pt x="177" y="47"/>
                </a:lnTo>
                <a:lnTo>
                  <a:pt x="178" y="46"/>
                </a:lnTo>
                <a:lnTo>
                  <a:pt x="178" y="45"/>
                </a:lnTo>
                <a:lnTo>
                  <a:pt x="178" y="44"/>
                </a:lnTo>
                <a:lnTo>
                  <a:pt x="179" y="44"/>
                </a:lnTo>
                <a:lnTo>
                  <a:pt x="180" y="44"/>
                </a:lnTo>
                <a:lnTo>
                  <a:pt x="181" y="44"/>
                </a:lnTo>
                <a:lnTo>
                  <a:pt x="182" y="44"/>
                </a:lnTo>
                <a:lnTo>
                  <a:pt x="182" y="45"/>
                </a:lnTo>
                <a:lnTo>
                  <a:pt x="183" y="45"/>
                </a:lnTo>
                <a:lnTo>
                  <a:pt x="184" y="45"/>
                </a:lnTo>
                <a:lnTo>
                  <a:pt x="186" y="44"/>
                </a:lnTo>
                <a:lnTo>
                  <a:pt x="187" y="44"/>
                </a:lnTo>
                <a:lnTo>
                  <a:pt x="188" y="44"/>
                </a:lnTo>
                <a:lnTo>
                  <a:pt x="189" y="44"/>
                </a:lnTo>
                <a:lnTo>
                  <a:pt x="190" y="44"/>
                </a:lnTo>
                <a:lnTo>
                  <a:pt x="192" y="44"/>
                </a:lnTo>
                <a:lnTo>
                  <a:pt x="192" y="45"/>
                </a:lnTo>
                <a:lnTo>
                  <a:pt x="193" y="45"/>
                </a:lnTo>
                <a:lnTo>
                  <a:pt x="194" y="45"/>
                </a:lnTo>
                <a:lnTo>
                  <a:pt x="194" y="44"/>
                </a:lnTo>
                <a:lnTo>
                  <a:pt x="195" y="44"/>
                </a:lnTo>
                <a:lnTo>
                  <a:pt x="196" y="45"/>
                </a:lnTo>
                <a:lnTo>
                  <a:pt x="198" y="45"/>
                </a:lnTo>
                <a:lnTo>
                  <a:pt x="200" y="45"/>
                </a:lnTo>
                <a:lnTo>
                  <a:pt x="201" y="45"/>
                </a:lnTo>
                <a:lnTo>
                  <a:pt x="201" y="44"/>
                </a:lnTo>
                <a:lnTo>
                  <a:pt x="202" y="44"/>
                </a:lnTo>
                <a:lnTo>
                  <a:pt x="203" y="44"/>
                </a:lnTo>
                <a:lnTo>
                  <a:pt x="204" y="44"/>
                </a:lnTo>
                <a:lnTo>
                  <a:pt x="206" y="44"/>
                </a:lnTo>
                <a:lnTo>
                  <a:pt x="207" y="44"/>
                </a:lnTo>
                <a:lnTo>
                  <a:pt x="209" y="44"/>
                </a:lnTo>
                <a:lnTo>
                  <a:pt x="210" y="44"/>
                </a:lnTo>
                <a:lnTo>
                  <a:pt x="211" y="45"/>
                </a:lnTo>
                <a:lnTo>
                  <a:pt x="212" y="45"/>
                </a:lnTo>
                <a:lnTo>
                  <a:pt x="212" y="44"/>
                </a:lnTo>
                <a:lnTo>
                  <a:pt x="213" y="44"/>
                </a:lnTo>
                <a:lnTo>
                  <a:pt x="214" y="44"/>
                </a:lnTo>
                <a:lnTo>
                  <a:pt x="215" y="44"/>
                </a:lnTo>
                <a:lnTo>
                  <a:pt x="216" y="44"/>
                </a:lnTo>
                <a:lnTo>
                  <a:pt x="218" y="44"/>
                </a:lnTo>
                <a:lnTo>
                  <a:pt x="219" y="44"/>
                </a:lnTo>
                <a:lnTo>
                  <a:pt x="220" y="45"/>
                </a:lnTo>
                <a:lnTo>
                  <a:pt x="221" y="45"/>
                </a:lnTo>
                <a:lnTo>
                  <a:pt x="222" y="45"/>
                </a:lnTo>
                <a:lnTo>
                  <a:pt x="223" y="44"/>
                </a:lnTo>
                <a:lnTo>
                  <a:pt x="224" y="44"/>
                </a:lnTo>
                <a:lnTo>
                  <a:pt x="225" y="43"/>
                </a:lnTo>
                <a:lnTo>
                  <a:pt x="226" y="43"/>
                </a:lnTo>
                <a:lnTo>
                  <a:pt x="226" y="42"/>
                </a:lnTo>
                <a:lnTo>
                  <a:pt x="228" y="42"/>
                </a:lnTo>
                <a:lnTo>
                  <a:pt x="229" y="42"/>
                </a:lnTo>
                <a:lnTo>
                  <a:pt x="229" y="43"/>
                </a:lnTo>
                <a:lnTo>
                  <a:pt x="230" y="43"/>
                </a:lnTo>
                <a:lnTo>
                  <a:pt x="232" y="43"/>
                </a:lnTo>
                <a:lnTo>
                  <a:pt x="232" y="44"/>
                </a:lnTo>
                <a:lnTo>
                  <a:pt x="233" y="44"/>
                </a:lnTo>
                <a:lnTo>
                  <a:pt x="234" y="44"/>
                </a:lnTo>
                <a:lnTo>
                  <a:pt x="235" y="44"/>
                </a:lnTo>
                <a:lnTo>
                  <a:pt x="236" y="43"/>
                </a:lnTo>
                <a:lnTo>
                  <a:pt x="237" y="43"/>
                </a:lnTo>
                <a:lnTo>
                  <a:pt x="239" y="39"/>
                </a:lnTo>
                <a:lnTo>
                  <a:pt x="240" y="39"/>
                </a:lnTo>
                <a:lnTo>
                  <a:pt x="240" y="38"/>
                </a:lnTo>
                <a:lnTo>
                  <a:pt x="241" y="37"/>
                </a:lnTo>
                <a:lnTo>
                  <a:pt x="242" y="36"/>
                </a:lnTo>
                <a:lnTo>
                  <a:pt x="242" y="35"/>
                </a:lnTo>
                <a:lnTo>
                  <a:pt x="243" y="35"/>
                </a:lnTo>
                <a:lnTo>
                  <a:pt x="243" y="34"/>
                </a:lnTo>
                <a:lnTo>
                  <a:pt x="244" y="34"/>
                </a:lnTo>
                <a:lnTo>
                  <a:pt x="244" y="33"/>
                </a:lnTo>
                <a:lnTo>
                  <a:pt x="244" y="32"/>
                </a:lnTo>
                <a:lnTo>
                  <a:pt x="244" y="30"/>
                </a:lnTo>
                <a:lnTo>
                  <a:pt x="245" y="29"/>
                </a:lnTo>
                <a:lnTo>
                  <a:pt x="245" y="28"/>
                </a:lnTo>
                <a:lnTo>
                  <a:pt x="246" y="27"/>
                </a:lnTo>
                <a:lnTo>
                  <a:pt x="246" y="26"/>
                </a:lnTo>
                <a:lnTo>
                  <a:pt x="246" y="25"/>
                </a:lnTo>
                <a:lnTo>
                  <a:pt x="247" y="25"/>
                </a:lnTo>
                <a:lnTo>
                  <a:pt x="248" y="24"/>
                </a:lnTo>
                <a:lnTo>
                  <a:pt x="247" y="24"/>
                </a:lnTo>
                <a:lnTo>
                  <a:pt x="247" y="23"/>
                </a:lnTo>
                <a:lnTo>
                  <a:pt x="248" y="22"/>
                </a:lnTo>
                <a:lnTo>
                  <a:pt x="249" y="22"/>
                </a:lnTo>
                <a:lnTo>
                  <a:pt x="250" y="21"/>
                </a:lnTo>
                <a:lnTo>
                  <a:pt x="251" y="21"/>
                </a:lnTo>
                <a:lnTo>
                  <a:pt x="252" y="21"/>
                </a:lnTo>
                <a:lnTo>
                  <a:pt x="253" y="21"/>
                </a:lnTo>
                <a:lnTo>
                  <a:pt x="254" y="21"/>
                </a:lnTo>
                <a:lnTo>
                  <a:pt x="255" y="21"/>
                </a:lnTo>
                <a:lnTo>
                  <a:pt x="257" y="21"/>
                </a:lnTo>
                <a:lnTo>
                  <a:pt x="257" y="20"/>
                </a:lnTo>
                <a:lnTo>
                  <a:pt x="258" y="20"/>
                </a:lnTo>
                <a:lnTo>
                  <a:pt x="259" y="20"/>
                </a:lnTo>
                <a:lnTo>
                  <a:pt x="260" y="20"/>
                </a:lnTo>
                <a:lnTo>
                  <a:pt x="261" y="20"/>
                </a:lnTo>
                <a:lnTo>
                  <a:pt x="263" y="19"/>
                </a:lnTo>
                <a:lnTo>
                  <a:pt x="263" y="18"/>
                </a:lnTo>
                <a:lnTo>
                  <a:pt x="263" y="17"/>
                </a:lnTo>
                <a:lnTo>
                  <a:pt x="264" y="17"/>
                </a:lnTo>
                <a:lnTo>
                  <a:pt x="264" y="16"/>
                </a:lnTo>
                <a:lnTo>
                  <a:pt x="264" y="15"/>
                </a:lnTo>
                <a:lnTo>
                  <a:pt x="265" y="15"/>
                </a:lnTo>
                <a:lnTo>
                  <a:pt x="266" y="15"/>
                </a:lnTo>
                <a:lnTo>
                  <a:pt x="267" y="15"/>
                </a:lnTo>
                <a:lnTo>
                  <a:pt x="267" y="14"/>
                </a:lnTo>
                <a:lnTo>
                  <a:pt x="267" y="13"/>
                </a:lnTo>
                <a:lnTo>
                  <a:pt x="266" y="12"/>
                </a:lnTo>
                <a:lnTo>
                  <a:pt x="266" y="11"/>
                </a:lnTo>
                <a:lnTo>
                  <a:pt x="267" y="11"/>
                </a:lnTo>
                <a:lnTo>
                  <a:pt x="268" y="11"/>
                </a:lnTo>
                <a:lnTo>
                  <a:pt x="269" y="11"/>
                </a:lnTo>
                <a:lnTo>
                  <a:pt x="270" y="11"/>
                </a:lnTo>
                <a:lnTo>
                  <a:pt x="270" y="10"/>
                </a:lnTo>
                <a:lnTo>
                  <a:pt x="269" y="10"/>
                </a:lnTo>
                <a:lnTo>
                  <a:pt x="268" y="10"/>
                </a:lnTo>
                <a:lnTo>
                  <a:pt x="269" y="9"/>
                </a:lnTo>
                <a:lnTo>
                  <a:pt x="269" y="8"/>
                </a:lnTo>
                <a:lnTo>
                  <a:pt x="269" y="7"/>
                </a:lnTo>
                <a:lnTo>
                  <a:pt x="270" y="6"/>
                </a:lnTo>
                <a:lnTo>
                  <a:pt x="270" y="5"/>
                </a:lnTo>
                <a:lnTo>
                  <a:pt x="271" y="4"/>
                </a:lnTo>
                <a:lnTo>
                  <a:pt x="271" y="3"/>
                </a:lnTo>
                <a:lnTo>
                  <a:pt x="269" y="1"/>
                </a:lnTo>
                <a:lnTo>
                  <a:pt x="270" y="0"/>
                </a:lnTo>
                <a:lnTo>
                  <a:pt x="271" y="1"/>
                </a:lnTo>
                <a:lnTo>
                  <a:pt x="272" y="1"/>
                </a:lnTo>
                <a:lnTo>
                  <a:pt x="274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2276280" y="1618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2296440" y="160092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2"/>
                </a:move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2256840" y="1600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2257920" y="1599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2304000" y="159480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4" y="3"/>
                </a:moveTo>
                <a:lnTo>
                  <a:pt x="2" y="3"/>
                </a:lnTo>
                <a:lnTo>
                  <a:pt x="2" y="5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2304720" y="1593360"/>
            <a:ext cx="2880" cy="3960"/>
          </a:xfrm>
          <a:custGeom>
            <a:avLst/>
            <a:gdLst/>
            <a:ahLst/>
            <a:rect l="0" t="0" r="r" b="b"/>
            <a:pathLst>
              <a:path w="8" h="11">
                <a:moveTo>
                  <a:pt x="3" y="3"/>
                </a:moveTo>
                <a:lnTo>
                  <a:pt x="3" y="4"/>
                </a:lnTo>
                <a:lnTo>
                  <a:pt x="4" y="4"/>
                </a:lnTo>
                <a:lnTo>
                  <a:pt x="5" y="4"/>
                </a:lnTo>
                <a:lnTo>
                  <a:pt x="6" y="6"/>
                </a:lnTo>
                <a:lnTo>
                  <a:pt x="8" y="7"/>
                </a:lnTo>
                <a:lnTo>
                  <a:pt x="6" y="7"/>
                </a:lnTo>
                <a:lnTo>
                  <a:pt x="6" y="8"/>
                </a:lnTo>
                <a:lnTo>
                  <a:pt x="6" y="10"/>
                </a:lnTo>
                <a:lnTo>
                  <a:pt x="6" y="11"/>
                </a:lnTo>
                <a:lnTo>
                  <a:pt x="8" y="11"/>
                </a:lnTo>
                <a:lnTo>
                  <a:pt x="6" y="11"/>
                </a:lnTo>
                <a:lnTo>
                  <a:pt x="5" y="11"/>
                </a:lnTo>
                <a:lnTo>
                  <a:pt x="5" y="10"/>
                </a:lnTo>
                <a:lnTo>
                  <a:pt x="4" y="8"/>
                </a:lnTo>
                <a:lnTo>
                  <a:pt x="3" y="8"/>
                </a:lnTo>
                <a:lnTo>
                  <a:pt x="4" y="7"/>
                </a:lnTo>
                <a:lnTo>
                  <a:pt x="3" y="6"/>
                </a:lnTo>
                <a:lnTo>
                  <a:pt x="3" y="5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2301840" y="159372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3" y="0"/>
                </a:moveTo>
                <a:lnTo>
                  <a:pt x="5" y="0"/>
                </a:lnTo>
                <a:lnTo>
                  <a:pt x="5" y="1"/>
                </a:lnTo>
                <a:lnTo>
                  <a:pt x="3" y="1"/>
                </a:lnTo>
                <a:lnTo>
                  <a:pt x="3" y="2"/>
                </a:lnTo>
                <a:lnTo>
                  <a:pt x="5" y="2"/>
                </a:lnTo>
                <a:lnTo>
                  <a:pt x="5" y="4"/>
                </a:lnTo>
                <a:lnTo>
                  <a:pt x="3" y="5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2303280" y="15937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2302920" y="1587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2307240" y="16578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2312280" y="1651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2313000" y="1650960"/>
            <a:ext cx="1080" cy="360"/>
          </a:xfrm>
          <a:custGeom>
            <a:avLst/>
            <a:gdLst/>
            <a:ahLst/>
            <a:rect l="0" t="0" r="r" b="b"/>
            <a:pathLst>
              <a:path w="3" h="1">
                <a:moveTo>
                  <a:pt x="3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2334960" y="16398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2355480" y="1638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2333520" y="1612080"/>
            <a:ext cx="3240" cy="1800"/>
          </a:xfrm>
          <a:custGeom>
            <a:avLst/>
            <a:gdLst/>
            <a:ahLst/>
            <a:rect l="0" t="0" r="r" b="b"/>
            <a:pathLst>
              <a:path w="9" h="5">
                <a:moveTo>
                  <a:pt x="4" y="3"/>
                </a:moveTo>
                <a:lnTo>
                  <a:pt x="3" y="3"/>
                </a:lnTo>
                <a:lnTo>
                  <a:pt x="2" y="5"/>
                </a:lnTo>
                <a:lnTo>
                  <a:pt x="0" y="5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9" y="0"/>
                </a:lnTo>
                <a:lnTo>
                  <a:pt x="7" y="0"/>
                </a:lnTo>
                <a:lnTo>
                  <a:pt x="7" y="1"/>
                </a:ln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2352960" y="16110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1" y="0"/>
                </a:move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2331000" y="16092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2312640" y="15915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2306160" y="158580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3" y="4"/>
                </a:moveTo>
                <a:lnTo>
                  <a:pt x="5" y="4"/>
                </a:lnTo>
                <a:lnTo>
                  <a:pt x="5" y="5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2" y="2"/>
                </a:lnTo>
                <a:lnTo>
                  <a:pt x="2" y="3"/>
                </a:lnTo>
                <a:lnTo>
                  <a:pt x="2" y="4"/>
                </a:lnTo>
                <a:lnTo>
                  <a:pt x="3" y="4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2308320" y="158148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3" y="2"/>
                </a:move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3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2309760" y="15800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2311200" y="157932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3" y="1"/>
                </a:moveTo>
                <a:lnTo>
                  <a:pt x="2" y="1"/>
                </a:lnTo>
                <a:lnTo>
                  <a:pt x="3" y="1"/>
                </a:lnTo>
                <a:lnTo>
                  <a:pt x="5" y="1"/>
                </a:lnTo>
                <a:lnTo>
                  <a:pt x="3" y="1"/>
                </a:lnTo>
                <a:lnTo>
                  <a:pt x="3" y="3"/>
                </a:lnTo>
                <a:lnTo>
                  <a:pt x="5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2311560" y="15782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1969560" y="1653120"/>
            <a:ext cx="204480" cy="183960"/>
          </a:xfrm>
          <a:custGeom>
            <a:avLst/>
            <a:gdLst/>
            <a:ahLst/>
            <a:rect l="0" t="0" r="r" b="b"/>
            <a:pathLst>
              <a:path w="568" h="511">
                <a:moveTo>
                  <a:pt x="306" y="0"/>
                </a:moveTo>
                <a:lnTo>
                  <a:pt x="306" y="1"/>
                </a:lnTo>
                <a:lnTo>
                  <a:pt x="307" y="1"/>
                </a:lnTo>
                <a:lnTo>
                  <a:pt x="308" y="2"/>
                </a:lnTo>
                <a:lnTo>
                  <a:pt x="309" y="2"/>
                </a:lnTo>
                <a:lnTo>
                  <a:pt x="310" y="2"/>
                </a:lnTo>
                <a:lnTo>
                  <a:pt x="310" y="3"/>
                </a:lnTo>
                <a:lnTo>
                  <a:pt x="311" y="4"/>
                </a:lnTo>
                <a:lnTo>
                  <a:pt x="312" y="4"/>
                </a:lnTo>
                <a:lnTo>
                  <a:pt x="313" y="4"/>
                </a:lnTo>
                <a:lnTo>
                  <a:pt x="314" y="4"/>
                </a:lnTo>
                <a:lnTo>
                  <a:pt x="315" y="4"/>
                </a:lnTo>
                <a:lnTo>
                  <a:pt x="315" y="3"/>
                </a:lnTo>
                <a:lnTo>
                  <a:pt x="314" y="3"/>
                </a:lnTo>
                <a:lnTo>
                  <a:pt x="314" y="2"/>
                </a:lnTo>
                <a:lnTo>
                  <a:pt x="315" y="2"/>
                </a:lnTo>
                <a:lnTo>
                  <a:pt x="316" y="2"/>
                </a:lnTo>
                <a:lnTo>
                  <a:pt x="317" y="1"/>
                </a:lnTo>
                <a:lnTo>
                  <a:pt x="318" y="2"/>
                </a:lnTo>
                <a:lnTo>
                  <a:pt x="320" y="5"/>
                </a:lnTo>
                <a:lnTo>
                  <a:pt x="320" y="6"/>
                </a:lnTo>
                <a:lnTo>
                  <a:pt x="320" y="5"/>
                </a:lnTo>
                <a:lnTo>
                  <a:pt x="322" y="5"/>
                </a:lnTo>
                <a:lnTo>
                  <a:pt x="322" y="4"/>
                </a:lnTo>
                <a:lnTo>
                  <a:pt x="322" y="3"/>
                </a:lnTo>
                <a:lnTo>
                  <a:pt x="323" y="3"/>
                </a:lnTo>
                <a:lnTo>
                  <a:pt x="324" y="3"/>
                </a:lnTo>
                <a:lnTo>
                  <a:pt x="324" y="2"/>
                </a:lnTo>
                <a:lnTo>
                  <a:pt x="323" y="2"/>
                </a:lnTo>
                <a:lnTo>
                  <a:pt x="323" y="1"/>
                </a:lnTo>
                <a:lnTo>
                  <a:pt x="324" y="1"/>
                </a:lnTo>
                <a:lnTo>
                  <a:pt x="325" y="1"/>
                </a:lnTo>
                <a:lnTo>
                  <a:pt x="325" y="2"/>
                </a:lnTo>
                <a:lnTo>
                  <a:pt x="326" y="3"/>
                </a:lnTo>
                <a:lnTo>
                  <a:pt x="326" y="4"/>
                </a:lnTo>
                <a:lnTo>
                  <a:pt x="326" y="5"/>
                </a:lnTo>
                <a:lnTo>
                  <a:pt x="327" y="5"/>
                </a:lnTo>
                <a:lnTo>
                  <a:pt x="328" y="4"/>
                </a:lnTo>
                <a:lnTo>
                  <a:pt x="328" y="3"/>
                </a:lnTo>
                <a:lnTo>
                  <a:pt x="327" y="2"/>
                </a:lnTo>
                <a:lnTo>
                  <a:pt x="326" y="2"/>
                </a:lnTo>
                <a:lnTo>
                  <a:pt x="326" y="1"/>
                </a:lnTo>
                <a:lnTo>
                  <a:pt x="327" y="1"/>
                </a:lnTo>
                <a:lnTo>
                  <a:pt x="328" y="2"/>
                </a:lnTo>
                <a:lnTo>
                  <a:pt x="329" y="3"/>
                </a:lnTo>
                <a:lnTo>
                  <a:pt x="329" y="2"/>
                </a:lnTo>
                <a:lnTo>
                  <a:pt x="330" y="1"/>
                </a:lnTo>
                <a:lnTo>
                  <a:pt x="331" y="2"/>
                </a:lnTo>
                <a:lnTo>
                  <a:pt x="331" y="3"/>
                </a:lnTo>
                <a:lnTo>
                  <a:pt x="331" y="4"/>
                </a:lnTo>
                <a:lnTo>
                  <a:pt x="330" y="4"/>
                </a:lnTo>
                <a:lnTo>
                  <a:pt x="330" y="5"/>
                </a:lnTo>
                <a:lnTo>
                  <a:pt x="331" y="4"/>
                </a:lnTo>
                <a:lnTo>
                  <a:pt x="332" y="4"/>
                </a:lnTo>
                <a:lnTo>
                  <a:pt x="333" y="4"/>
                </a:lnTo>
                <a:lnTo>
                  <a:pt x="333" y="5"/>
                </a:lnTo>
                <a:lnTo>
                  <a:pt x="333" y="6"/>
                </a:lnTo>
                <a:lnTo>
                  <a:pt x="332" y="6"/>
                </a:lnTo>
                <a:lnTo>
                  <a:pt x="331" y="7"/>
                </a:lnTo>
                <a:lnTo>
                  <a:pt x="332" y="7"/>
                </a:lnTo>
                <a:lnTo>
                  <a:pt x="332" y="8"/>
                </a:lnTo>
                <a:lnTo>
                  <a:pt x="333" y="8"/>
                </a:lnTo>
                <a:lnTo>
                  <a:pt x="333" y="9"/>
                </a:lnTo>
                <a:lnTo>
                  <a:pt x="333" y="10"/>
                </a:lnTo>
                <a:lnTo>
                  <a:pt x="334" y="10"/>
                </a:lnTo>
                <a:lnTo>
                  <a:pt x="335" y="10"/>
                </a:lnTo>
                <a:lnTo>
                  <a:pt x="336" y="10"/>
                </a:lnTo>
                <a:lnTo>
                  <a:pt x="336" y="9"/>
                </a:lnTo>
                <a:lnTo>
                  <a:pt x="337" y="9"/>
                </a:lnTo>
                <a:lnTo>
                  <a:pt x="337" y="10"/>
                </a:lnTo>
                <a:lnTo>
                  <a:pt x="338" y="10"/>
                </a:lnTo>
                <a:lnTo>
                  <a:pt x="339" y="10"/>
                </a:lnTo>
                <a:lnTo>
                  <a:pt x="340" y="10"/>
                </a:lnTo>
                <a:lnTo>
                  <a:pt x="340" y="9"/>
                </a:lnTo>
                <a:lnTo>
                  <a:pt x="341" y="9"/>
                </a:lnTo>
                <a:lnTo>
                  <a:pt x="341" y="10"/>
                </a:lnTo>
                <a:lnTo>
                  <a:pt x="342" y="10"/>
                </a:lnTo>
                <a:lnTo>
                  <a:pt x="343" y="10"/>
                </a:lnTo>
                <a:lnTo>
                  <a:pt x="344" y="10"/>
                </a:lnTo>
                <a:lnTo>
                  <a:pt x="344" y="11"/>
                </a:lnTo>
                <a:lnTo>
                  <a:pt x="344" y="12"/>
                </a:lnTo>
                <a:lnTo>
                  <a:pt x="343" y="12"/>
                </a:lnTo>
                <a:lnTo>
                  <a:pt x="343" y="13"/>
                </a:lnTo>
                <a:lnTo>
                  <a:pt x="344" y="13"/>
                </a:lnTo>
                <a:lnTo>
                  <a:pt x="345" y="12"/>
                </a:lnTo>
                <a:lnTo>
                  <a:pt x="346" y="12"/>
                </a:lnTo>
                <a:lnTo>
                  <a:pt x="346" y="13"/>
                </a:lnTo>
                <a:lnTo>
                  <a:pt x="346" y="12"/>
                </a:lnTo>
                <a:lnTo>
                  <a:pt x="347" y="12"/>
                </a:lnTo>
                <a:lnTo>
                  <a:pt x="346" y="12"/>
                </a:lnTo>
                <a:lnTo>
                  <a:pt x="346" y="11"/>
                </a:lnTo>
                <a:lnTo>
                  <a:pt x="347" y="10"/>
                </a:lnTo>
                <a:lnTo>
                  <a:pt x="348" y="10"/>
                </a:lnTo>
                <a:lnTo>
                  <a:pt x="349" y="11"/>
                </a:lnTo>
                <a:lnTo>
                  <a:pt x="349" y="12"/>
                </a:lnTo>
                <a:lnTo>
                  <a:pt x="350" y="12"/>
                </a:lnTo>
                <a:lnTo>
                  <a:pt x="351" y="11"/>
                </a:lnTo>
                <a:lnTo>
                  <a:pt x="352" y="11"/>
                </a:lnTo>
                <a:lnTo>
                  <a:pt x="354" y="12"/>
                </a:lnTo>
                <a:lnTo>
                  <a:pt x="356" y="12"/>
                </a:lnTo>
                <a:lnTo>
                  <a:pt x="357" y="12"/>
                </a:lnTo>
                <a:lnTo>
                  <a:pt x="358" y="12"/>
                </a:lnTo>
                <a:lnTo>
                  <a:pt x="359" y="12"/>
                </a:lnTo>
                <a:lnTo>
                  <a:pt x="359" y="13"/>
                </a:lnTo>
                <a:lnTo>
                  <a:pt x="360" y="13"/>
                </a:lnTo>
                <a:lnTo>
                  <a:pt x="360" y="14"/>
                </a:lnTo>
                <a:lnTo>
                  <a:pt x="361" y="14"/>
                </a:lnTo>
                <a:lnTo>
                  <a:pt x="361" y="15"/>
                </a:lnTo>
                <a:lnTo>
                  <a:pt x="362" y="15"/>
                </a:lnTo>
                <a:lnTo>
                  <a:pt x="363" y="15"/>
                </a:lnTo>
                <a:lnTo>
                  <a:pt x="364" y="15"/>
                </a:lnTo>
                <a:lnTo>
                  <a:pt x="364" y="14"/>
                </a:lnTo>
                <a:lnTo>
                  <a:pt x="365" y="14"/>
                </a:lnTo>
                <a:lnTo>
                  <a:pt x="365" y="15"/>
                </a:lnTo>
                <a:lnTo>
                  <a:pt x="365" y="16"/>
                </a:lnTo>
                <a:lnTo>
                  <a:pt x="365" y="17"/>
                </a:lnTo>
                <a:lnTo>
                  <a:pt x="366" y="17"/>
                </a:lnTo>
                <a:lnTo>
                  <a:pt x="367" y="17"/>
                </a:lnTo>
                <a:lnTo>
                  <a:pt x="368" y="17"/>
                </a:lnTo>
                <a:lnTo>
                  <a:pt x="368" y="16"/>
                </a:lnTo>
                <a:lnTo>
                  <a:pt x="369" y="16"/>
                </a:lnTo>
                <a:lnTo>
                  <a:pt x="369" y="17"/>
                </a:lnTo>
                <a:lnTo>
                  <a:pt x="370" y="18"/>
                </a:lnTo>
                <a:lnTo>
                  <a:pt x="371" y="19"/>
                </a:lnTo>
                <a:lnTo>
                  <a:pt x="371" y="20"/>
                </a:lnTo>
                <a:lnTo>
                  <a:pt x="372" y="19"/>
                </a:lnTo>
                <a:lnTo>
                  <a:pt x="372" y="20"/>
                </a:lnTo>
                <a:lnTo>
                  <a:pt x="373" y="20"/>
                </a:lnTo>
                <a:lnTo>
                  <a:pt x="374" y="20"/>
                </a:lnTo>
                <a:lnTo>
                  <a:pt x="374" y="21"/>
                </a:lnTo>
                <a:lnTo>
                  <a:pt x="375" y="21"/>
                </a:lnTo>
                <a:lnTo>
                  <a:pt x="375" y="20"/>
                </a:lnTo>
                <a:lnTo>
                  <a:pt x="376" y="20"/>
                </a:lnTo>
                <a:lnTo>
                  <a:pt x="376" y="21"/>
                </a:lnTo>
                <a:lnTo>
                  <a:pt x="377" y="21"/>
                </a:lnTo>
                <a:lnTo>
                  <a:pt x="377" y="22"/>
                </a:lnTo>
                <a:lnTo>
                  <a:pt x="378" y="22"/>
                </a:lnTo>
                <a:lnTo>
                  <a:pt x="379" y="22"/>
                </a:lnTo>
                <a:lnTo>
                  <a:pt x="379" y="23"/>
                </a:lnTo>
                <a:lnTo>
                  <a:pt x="380" y="23"/>
                </a:lnTo>
                <a:lnTo>
                  <a:pt x="381" y="23"/>
                </a:lnTo>
                <a:lnTo>
                  <a:pt x="381" y="24"/>
                </a:lnTo>
                <a:lnTo>
                  <a:pt x="381" y="25"/>
                </a:lnTo>
                <a:lnTo>
                  <a:pt x="380" y="25"/>
                </a:lnTo>
                <a:lnTo>
                  <a:pt x="380" y="26"/>
                </a:lnTo>
                <a:lnTo>
                  <a:pt x="381" y="26"/>
                </a:lnTo>
                <a:lnTo>
                  <a:pt x="381" y="25"/>
                </a:lnTo>
                <a:lnTo>
                  <a:pt x="382" y="25"/>
                </a:lnTo>
                <a:lnTo>
                  <a:pt x="383" y="25"/>
                </a:lnTo>
                <a:lnTo>
                  <a:pt x="383" y="24"/>
                </a:lnTo>
                <a:lnTo>
                  <a:pt x="384" y="25"/>
                </a:lnTo>
                <a:lnTo>
                  <a:pt x="385" y="25"/>
                </a:lnTo>
                <a:lnTo>
                  <a:pt x="385" y="24"/>
                </a:lnTo>
                <a:lnTo>
                  <a:pt x="386" y="24"/>
                </a:lnTo>
                <a:lnTo>
                  <a:pt x="387" y="24"/>
                </a:lnTo>
                <a:lnTo>
                  <a:pt x="387" y="23"/>
                </a:lnTo>
                <a:lnTo>
                  <a:pt x="389" y="23"/>
                </a:lnTo>
                <a:lnTo>
                  <a:pt x="390" y="24"/>
                </a:lnTo>
                <a:lnTo>
                  <a:pt x="390" y="23"/>
                </a:lnTo>
                <a:lnTo>
                  <a:pt x="391" y="23"/>
                </a:lnTo>
                <a:lnTo>
                  <a:pt x="392" y="23"/>
                </a:lnTo>
                <a:lnTo>
                  <a:pt x="393" y="23"/>
                </a:lnTo>
                <a:lnTo>
                  <a:pt x="393" y="22"/>
                </a:lnTo>
                <a:lnTo>
                  <a:pt x="394" y="22"/>
                </a:lnTo>
                <a:lnTo>
                  <a:pt x="395" y="22"/>
                </a:lnTo>
                <a:lnTo>
                  <a:pt x="396" y="22"/>
                </a:lnTo>
                <a:lnTo>
                  <a:pt x="396" y="23"/>
                </a:lnTo>
                <a:lnTo>
                  <a:pt x="396" y="24"/>
                </a:lnTo>
                <a:lnTo>
                  <a:pt x="397" y="24"/>
                </a:lnTo>
                <a:lnTo>
                  <a:pt x="397" y="25"/>
                </a:lnTo>
                <a:lnTo>
                  <a:pt x="398" y="25"/>
                </a:lnTo>
                <a:lnTo>
                  <a:pt x="398" y="24"/>
                </a:lnTo>
                <a:lnTo>
                  <a:pt x="399" y="24"/>
                </a:lnTo>
                <a:lnTo>
                  <a:pt x="400" y="24"/>
                </a:lnTo>
                <a:lnTo>
                  <a:pt x="401" y="24"/>
                </a:lnTo>
                <a:lnTo>
                  <a:pt x="401" y="25"/>
                </a:lnTo>
                <a:lnTo>
                  <a:pt x="402" y="25"/>
                </a:lnTo>
                <a:lnTo>
                  <a:pt x="403" y="25"/>
                </a:lnTo>
                <a:lnTo>
                  <a:pt x="403" y="24"/>
                </a:lnTo>
                <a:lnTo>
                  <a:pt x="404" y="24"/>
                </a:lnTo>
                <a:lnTo>
                  <a:pt x="404" y="25"/>
                </a:lnTo>
                <a:lnTo>
                  <a:pt x="405" y="25"/>
                </a:lnTo>
                <a:lnTo>
                  <a:pt x="405" y="24"/>
                </a:lnTo>
                <a:lnTo>
                  <a:pt x="405" y="23"/>
                </a:lnTo>
                <a:lnTo>
                  <a:pt x="406" y="23"/>
                </a:lnTo>
                <a:lnTo>
                  <a:pt x="407" y="23"/>
                </a:lnTo>
                <a:lnTo>
                  <a:pt x="408" y="23"/>
                </a:lnTo>
                <a:lnTo>
                  <a:pt x="409" y="23"/>
                </a:lnTo>
                <a:lnTo>
                  <a:pt x="410" y="23"/>
                </a:lnTo>
                <a:lnTo>
                  <a:pt x="410" y="24"/>
                </a:lnTo>
                <a:lnTo>
                  <a:pt x="410" y="25"/>
                </a:lnTo>
                <a:lnTo>
                  <a:pt x="410" y="26"/>
                </a:lnTo>
                <a:lnTo>
                  <a:pt x="410" y="27"/>
                </a:lnTo>
                <a:lnTo>
                  <a:pt x="411" y="27"/>
                </a:lnTo>
                <a:lnTo>
                  <a:pt x="412" y="27"/>
                </a:lnTo>
                <a:lnTo>
                  <a:pt x="412" y="28"/>
                </a:lnTo>
                <a:lnTo>
                  <a:pt x="411" y="28"/>
                </a:lnTo>
                <a:lnTo>
                  <a:pt x="411" y="29"/>
                </a:lnTo>
                <a:lnTo>
                  <a:pt x="411" y="30"/>
                </a:lnTo>
                <a:lnTo>
                  <a:pt x="411" y="31"/>
                </a:lnTo>
                <a:lnTo>
                  <a:pt x="410" y="31"/>
                </a:lnTo>
                <a:lnTo>
                  <a:pt x="411" y="31"/>
                </a:lnTo>
                <a:lnTo>
                  <a:pt x="411" y="32"/>
                </a:lnTo>
                <a:lnTo>
                  <a:pt x="411" y="33"/>
                </a:lnTo>
                <a:lnTo>
                  <a:pt x="411" y="32"/>
                </a:lnTo>
                <a:lnTo>
                  <a:pt x="412" y="32"/>
                </a:lnTo>
                <a:lnTo>
                  <a:pt x="413" y="31"/>
                </a:lnTo>
                <a:lnTo>
                  <a:pt x="414" y="31"/>
                </a:lnTo>
                <a:lnTo>
                  <a:pt x="415" y="31"/>
                </a:lnTo>
                <a:lnTo>
                  <a:pt x="416" y="31"/>
                </a:lnTo>
                <a:lnTo>
                  <a:pt x="417" y="31"/>
                </a:lnTo>
                <a:lnTo>
                  <a:pt x="418" y="31"/>
                </a:lnTo>
                <a:lnTo>
                  <a:pt x="419" y="30"/>
                </a:lnTo>
                <a:lnTo>
                  <a:pt x="419" y="29"/>
                </a:lnTo>
                <a:lnTo>
                  <a:pt x="421" y="28"/>
                </a:lnTo>
                <a:lnTo>
                  <a:pt x="422" y="28"/>
                </a:lnTo>
                <a:lnTo>
                  <a:pt x="422" y="27"/>
                </a:lnTo>
                <a:lnTo>
                  <a:pt x="422" y="26"/>
                </a:lnTo>
                <a:lnTo>
                  <a:pt x="423" y="26"/>
                </a:lnTo>
                <a:lnTo>
                  <a:pt x="423" y="25"/>
                </a:lnTo>
                <a:lnTo>
                  <a:pt x="422" y="25"/>
                </a:lnTo>
                <a:lnTo>
                  <a:pt x="422" y="24"/>
                </a:lnTo>
                <a:lnTo>
                  <a:pt x="423" y="23"/>
                </a:lnTo>
                <a:lnTo>
                  <a:pt x="422" y="22"/>
                </a:lnTo>
                <a:lnTo>
                  <a:pt x="422" y="21"/>
                </a:lnTo>
                <a:lnTo>
                  <a:pt x="423" y="21"/>
                </a:lnTo>
                <a:lnTo>
                  <a:pt x="423" y="20"/>
                </a:lnTo>
                <a:lnTo>
                  <a:pt x="423" y="19"/>
                </a:lnTo>
                <a:lnTo>
                  <a:pt x="425" y="19"/>
                </a:lnTo>
                <a:lnTo>
                  <a:pt x="425" y="20"/>
                </a:lnTo>
                <a:lnTo>
                  <a:pt x="426" y="20"/>
                </a:lnTo>
                <a:lnTo>
                  <a:pt x="427" y="20"/>
                </a:lnTo>
                <a:lnTo>
                  <a:pt x="428" y="20"/>
                </a:lnTo>
                <a:lnTo>
                  <a:pt x="427" y="19"/>
                </a:lnTo>
                <a:lnTo>
                  <a:pt x="427" y="18"/>
                </a:lnTo>
                <a:lnTo>
                  <a:pt x="428" y="18"/>
                </a:lnTo>
                <a:lnTo>
                  <a:pt x="428" y="17"/>
                </a:lnTo>
                <a:lnTo>
                  <a:pt x="429" y="17"/>
                </a:lnTo>
                <a:lnTo>
                  <a:pt x="429" y="16"/>
                </a:lnTo>
                <a:lnTo>
                  <a:pt x="430" y="16"/>
                </a:lnTo>
                <a:lnTo>
                  <a:pt x="431" y="16"/>
                </a:lnTo>
                <a:lnTo>
                  <a:pt x="432" y="16"/>
                </a:lnTo>
                <a:lnTo>
                  <a:pt x="432" y="17"/>
                </a:lnTo>
                <a:lnTo>
                  <a:pt x="433" y="18"/>
                </a:lnTo>
                <a:lnTo>
                  <a:pt x="434" y="18"/>
                </a:lnTo>
                <a:lnTo>
                  <a:pt x="435" y="18"/>
                </a:lnTo>
                <a:lnTo>
                  <a:pt x="436" y="17"/>
                </a:lnTo>
                <a:lnTo>
                  <a:pt x="436" y="16"/>
                </a:lnTo>
                <a:lnTo>
                  <a:pt x="436" y="17"/>
                </a:lnTo>
                <a:lnTo>
                  <a:pt x="437" y="17"/>
                </a:lnTo>
                <a:lnTo>
                  <a:pt x="438" y="18"/>
                </a:lnTo>
                <a:lnTo>
                  <a:pt x="438" y="17"/>
                </a:lnTo>
                <a:lnTo>
                  <a:pt x="439" y="17"/>
                </a:lnTo>
                <a:lnTo>
                  <a:pt x="440" y="18"/>
                </a:lnTo>
                <a:lnTo>
                  <a:pt x="441" y="18"/>
                </a:lnTo>
                <a:lnTo>
                  <a:pt x="441" y="19"/>
                </a:lnTo>
                <a:lnTo>
                  <a:pt x="442" y="20"/>
                </a:lnTo>
                <a:lnTo>
                  <a:pt x="442" y="21"/>
                </a:lnTo>
                <a:lnTo>
                  <a:pt x="442" y="22"/>
                </a:lnTo>
                <a:lnTo>
                  <a:pt x="443" y="22"/>
                </a:lnTo>
                <a:lnTo>
                  <a:pt x="443" y="23"/>
                </a:lnTo>
                <a:lnTo>
                  <a:pt x="443" y="24"/>
                </a:lnTo>
                <a:lnTo>
                  <a:pt x="444" y="24"/>
                </a:lnTo>
                <a:lnTo>
                  <a:pt x="445" y="24"/>
                </a:lnTo>
                <a:lnTo>
                  <a:pt x="446" y="24"/>
                </a:lnTo>
                <a:lnTo>
                  <a:pt x="446" y="25"/>
                </a:lnTo>
                <a:lnTo>
                  <a:pt x="445" y="26"/>
                </a:lnTo>
                <a:lnTo>
                  <a:pt x="445" y="27"/>
                </a:lnTo>
                <a:lnTo>
                  <a:pt x="445" y="28"/>
                </a:lnTo>
                <a:lnTo>
                  <a:pt x="446" y="28"/>
                </a:lnTo>
                <a:lnTo>
                  <a:pt x="446" y="29"/>
                </a:lnTo>
                <a:lnTo>
                  <a:pt x="447" y="29"/>
                </a:lnTo>
                <a:lnTo>
                  <a:pt x="448" y="29"/>
                </a:lnTo>
                <a:lnTo>
                  <a:pt x="448" y="28"/>
                </a:lnTo>
                <a:lnTo>
                  <a:pt x="449" y="29"/>
                </a:lnTo>
                <a:lnTo>
                  <a:pt x="451" y="28"/>
                </a:lnTo>
                <a:lnTo>
                  <a:pt x="451" y="27"/>
                </a:lnTo>
                <a:lnTo>
                  <a:pt x="452" y="26"/>
                </a:lnTo>
                <a:lnTo>
                  <a:pt x="451" y="25"/>
                </a:lnTo>
                <a:lnTo>
                  <a:pt x="452" y="25"/>
                </a:lnTo>
                <a:lnTo>
                  <a:pt x="452" y="24"/>
                </a:lnTo>
                <a:lnTo>
                  <a:pt x="454" y="24"/>
                </a:lnTo>
                <a:lnTo>
                  <a:pt x="454" y="23"/>
                </a:lnTo>
                <a:lnTo>
                  <a:pt x="454" y="22"/>
                </a:lnTo>
                <a:lnTo>
                  <a:pt x="454" y="21"/>
                </a:lnTo>
                <a:lnTo>
                  <a:pt x="455" y="21"/>
                </a:lnTo>
                <a:lnTo>
                  <a:pt x="455" y="22"/>
                </a:lnTo>
                <a:lnTo>
                  <a:pt x="455" y="23"/>
                </a:lnTo>
                <a:lnTo>
                  <a:pt x="455" y="24"/>
                </a:lnTo>
                <a:lnTo>
                  <a:pt x="456" y="24"/>
                </a:lnTo>
                <a:lnTo>
                  <a:pt x="457" y="24"/>
                </a:lnTo>
                <a:lnTo>
                  <a:pt x="457" y="23"/>
                </a:lnTo>
                <a:lnTo>
                  <a:pt x="458" y="23"/>
                </a:lnTo>
                <a:lnTo>
                  <a:pt x="459" y="23"/>
                </a:lnTo>
                <a:lnTo>
                  <a:pt x="459" y="22"/>
                </a:lnTo>
                <a:lnTo>
                  <a:pt x="459" y="21"/>
                </a:lnTo>
                <a:lnTo>
                  <a:pt x="459" y="20"/>
                </a:lnTo>
                <a:lnTo>
                  <a:pt x="460" y="20"/>
                </a:lnTo>
                <a:lnTo>
                  <a:pt x="461" y="21"/>
                </a:lnTo>
                <a:lnTo>
                  <a:pt x="460" y="21"/>
                </a:lnTo>
                <a:lnTo>
                  <a:pt x="460" y="22"/>
                </a:lnTo>
                <a:lnTo>
                  <a:pt x="461" y="22"/>
                </a:lnTo>
                <a:lnTo>
                  <a:pt x="462" y="23"/>
                </a:lnTo>
                <a:lnTo>
                  <a:pt x="462" y="24"/>
                </a:lnTo>
                <a:lnTo>
                  <a:pt x="462" y="25"/>
                </a:lnTo>
                <a:lnTo>
                  <a:pt x="462" y="26"/>
                </a:lnTo>
                <a:lnTo>
                  <a:pt x="461" y="26"/>
                </a:lnTo>
                <a:lnTo>
                  <a:pt x="461" y="27"/>
                </a:lnTo>
                <a:lnTo>
                  <a:pt x="461" y="28"/>
                </a:lnTo>
                <a:lnTo>
                  <a:pt x="460" y="29"/>
                </a:lnTo>
                <a:lnTo>
                  <a:pt x="459" y="30"/>
                </a:lnTo>
                <a:lnTo>
                  <a:pt x="459" y="31"/>
                </a:lnTo>
                <a:lnTo>
                  <a:pt x="458" y="31"/>
                </a:lnTo>
                <a:lnTo>
                  <a:pt x="458" y="32"/>
                </a:lnTo>
                <a:lnTo>
                  <a:pt x="459" y="33"/>
                </a:lnTo>
                <a:lnTo>
                  <a:pt x="458" y="34"/>
                </a:lnTo>
                <a:lnTo>
                  <a:pt x="459" y="34"/>
                </a:lnTo>
                <a:lnTo>
                  <a:pt x="459" y="35"/>
                </a:lnTo>
                <a:lnTo>
                  <a:pt x="458" y="35"/>
                </a:lnTo>
                <a:lnTo>
                  <a:pt x="458" y="37"/>
                </a:lnTo>
                <a:lnTo>
                  <a:pt x="457" y="37"/>
                </a:lnTo>
                <a:lnTo>
                  <a:pt x="456" y="37"/>
                </a:lnTo>
                <a:lnTo>
                  <a:pt x="455" y="38"/>
                </a:lnTo>
                <a:lnTo>
                  <a:pt x="455" y="39"/>
                </a:lnTo>
                <a:lnTo>
                  <a:pt x="454" y="39"/>
                </a:lnTo>
                <a:lnTo>
                  <a:pt x="454" y="38"/>
                </a:lnTo>
                <a:lnTo>
                  <a:pt x="454" y="39"/>
                </a:lnTo>
                <a:lnTo>
                  <a:pt x="453" y="40"/>
                </a:lnTo>
                <a:lnTo>
                  <a:pt x="452" y="40"/>
                </a:lnTo>
                <a:lnTo>
                  <a:pt x="451" y="40"/>
                </a:lnTo>
                <a:lnTo>
                  <a:pt x="450" y="40"/>
                </a:lnTo>
                <a:lnTo>
                  <a:pt x="450" y="41"/>
                </a:lnTo>
                <a:lnTo>
                  <a:pt x="450" y="42"/>
                </a:lnTo>
                <a:lnTo>
                  <a:pt x="451" y="42"/>
                </a:lnTo>
                <a:lnTo>
                  <a:pt x="450" y="43"/>
                </a:lnTo>
                <a:lnTo>
                  <a:pt x="450" y="44"/>
                </a:lnTo>
                <a:lnTo>
                  <a:pt x="451" y="45"/>
                </a:lnTo>
                <a:lnTo>
                  <a:pt x="451" y="48"/>
                </a:lnTo>
                <a:lnTo>
                  <a:pt x="451" y="50"/>
                </a:lnTo>
                <a:lnTo>
                  <a:pt x="450" y="51"/>
                </a:lnTo>
                <a:lnTo>
                  <a:pt x="449" y="51"/>
                </a:lnTo>
                <a:lnTo>
                  <a:pt x="449" y="52"/>
                </a:lnTo>
                <a:lnTo>
                  <a:pt x="450" y="52"/>
                </a:lnTo>
                <a:lnTo>
                  <a:pt x="450" y="53"/>
                </a:lnTo>
                <a:lnTo>
                  <a:pt x="449" y="53"/>
                </a:lnTo>
                <a:lnTo>
                  <a:pt x="449" y="54"/>
                </a:lnTo>
                <a:lnTo>
                  <a:pt x="449" y="55"/>
                </a:lnTo>
                <a:lnTo>
                  <a:pt x="449" y="56"/>
                </a:lnTo>
                <a:lnTo>
                  <a:pt x="448" y="56"/>
                </a:lnTo>
                <a:lnTo>
                  <a:pt x="448" y="57"/>
                </a:lnTo>
                <a:lnTo>
                  <a:pt x="448" y="58"/>
                </a:lnTo>
                <a:lnTo>
                  <a:pt x="448" y="59"/>
                </a:lnTo>
                <a:lnTo>
                  <a:pt x="449" y="59"/>
                </a:lnTo>
                <a:lnTo>
                  <a:pt x="450" y="59"/>
                </a:lnTo>
                <a:lnTo>
                  <a:pt x="450" y="60"/>
                </a:lnTo>
                <a:lnTo>
                  <a:pt x="451" y="60"/>
                </a:lnTo>
                <a:lnTo>
                  <a:pt x="451" y="59"/>
                </a:lnTo>
                <a:lnTo>
                  <a:pt x="452" y="59"/>
                </a:lnTo>
                <a:lnTo>
                  <a:pt x="454" y="58"/>
                </a:lnTo>
                <a:lnTo>
                  <a:pt x="454" y="57"/>
                </a:lnTo>
                <a:lnTo>
                  <a:pt x="455" y="57"/>
                </a:lnTo>
                <a:lnTo>
                  <a:pt x="455" y="56"/>
                </a:lnTo>
                <a:lnTo>
                  <a:pt x="457" y="54"/>
                </a:lnTo>
                <a:lnTo>
                  <a:pt x="458" y="52"/>
                </a:lnTo>
                <a:lnTo>
                  <a:pt x="459" y="52"/>
                </a:lnTo>
                <a:lnTo>
                  <a:pt x="460" y="51"/>
                </a:lnTo>
                <a:lnTo>
                  <a:pt x="461" y="51"/>
                </a:lnTo>
                <a:lnTo>
                  <a:pt x="461" y="50"/>
                </a:lnTo>
                <a:lnTo>
                  <a:pt x="462" y="50"/>
                </a:lnTo>
                <a:lnTo>
                  <a:pt x="463" y="49"/>
                </a:lnTo>
                <a:lnTo>
                  <a:pt x="464" y="49"/>
                </a:lnTo>
                <a:lnTo>
                  <a:pt x="465" y="49"/>
                </a:lnTo>
                <a:lnTo>
                  <a:pt x="467" y="49"/>
                </a:lnTo>
                <a:lnTo>
                  <a:pt x="467" y="48"/>
                </a:lnTo>
                <a:lnTo>
                  <a:pt x="469" y="47"/>
                </a:lnTo>
                <a:lnTo>
                  <a:pt x="470" y="46"/>
                </a:lnTo>
                <a:lnTo>
                  <a:pt x="471" y="46"/>
                </a:lnTo>
                <a:lnTo>
                  <a:pt x="473" y="45"/>
                </a:lnTo>
                <a:lnTo>
                  <a:pt x="474" y="45"/>
                </a:lnTo>
                <a:lnTo>
                  <a:pt x="475" y="45"/>
                </a:lnTo>
                <a:lnTo>
                  <a:pt x="477" y="46"/>
                </a:lnTo>
                <a:lnTo>
                  <a:pt x="478" y="45"/>
                </a:lnTo>
                <a:lnTo>
                  <a:pt x="479" y="44"/>
                </a:lnTo>
                <a:lnTo>
                  <a:pt x="480" y="44"/>
                </a:lnTo>
                <a:lnTo>
                  <a:pt x="481" y="43"/>
                </a:lnTo>
                <a:lnTo>
                  <a:pt x="481" y="42"/>
                </a:lnTo>
                <a:lnTo>
                  <a:pt x="482" y="41"/>
                </a:lnTo>
                <a:lnTo>
                  <a:pt x="483" y="41"/>
                </a:lnTo>
                <a:lnTo>
                  <a:pt x="484" y="41"/>
                </a:lnTo>
                <a:lnTo>
                  <a:pt x="485" y="41"/>
                </a:lnTo>
                <a:lnTo>
                  <a:pt x="486" y="41"/>
                </a:lnTo>
                <a:lnTo>
                  <a:pt x="488" y="41"/>
                </a:lnTo>
                <a:lnTo>
                  <a:pt x="489" y="40"/>
                </a:lnTo>
                <a:lnTo>
                  <a:pt x="489" y="39"/>
                </a:lnTo>
                <a:lnTo>
                  <a:pt x="490" y="39"/>
                </a:lnTo>
                <a:lnTo>
                  <a:pt x="489" y="38"/>
                </a:lnTo>
                <a:lnTo>
                  <a:pt x="490" y="38"/>
                </a:lnTo>
                <a:lnTo>
                  <a:pt x="491" y="37"/>
                </a:lnTo>
                <a:lnTo>
                  <a:pt x="492" y="36"/>
                </a:lnTo>
                <a:lnTo>
                  <a:pt x="493" y="36"/>
                </a:lnTo>
                <a:lnTo>
                  <a:pt x="493" y="37"/>
                </a:lnTo>
                <a:lnTo>
                  <a:pt x="494" y="37"/>
                </a:lnTo>
                <a:lnTo>
                  <a:pt x="494" y="36"/>
                </a:lnTo>
                <a:lnTo>
                  <a:pt x="495" y="36"/>
                </a:lnTo>
                <a:lnTo>
                  <a:pt x="495" y="37"/>
                </a:lnTo>
                <a:lnTo>
                  <a:pt x="496" y="37"/>
                </a:lnTo>
                <a:lnTo>
                  <a:pt x="497" y="37"/>
                </a:lnTo>
                <a:lnTo>
                  <a:pt x="497" y="36"/>
                </a:lnTo>
                <a:lnTo>
                  <a:pt x="499" y="36"/>
                </a:lnTo>
                <a:lnTo>
                  <a:pt x="499" y="35"/>
                </a:lnTo>
                <a:lnTo>
                  <a:pt x="500" y="35"/>
                </a:lnTo>
                <a:lnTo>
                  <a:pt x="501" y="35"/>
                </a:lnTo>
                <a:lnTo>
                  <a:pt x="502" y="36"/>
                </a:lnTo>
                <a:lnTo>
                  <a:pt x="502" y="35"/>
                </a:lnTo>
                <a:lnTo>
                  <a:pt x="503" y="35"/>
                </a:lnTo>
                <a:lnTo>
                  <a:pt x="503" y="34"/>
                </a:lnTo>
                <a:lnTo>
                  <a:pt x="504" y="34"/>
                </a:lnTo>
                <a:lnTo>
                  <a:pt x="505" y="34"/>
                </a:lnTo>
                <a:lnTo>
                  <a:pt x="506" y="33"/>
                </a:lnTo>
                <a:lnTo>
                  <a:pt x="507" y="33"/>
                </a:lnTo>
                <a:lnTo>
                  <a:pt x="508" y="33"/>
                </a:lnTo>
                <a:lnTo>
                  <a:pt x="509" y="33"/>
                </a:lnTo>
                <a:lnTo>
                  <a:pt x="509" y="32"/>
                </a:lnTo>
                <a:lnTo>
                  <a:pt x="510" y="32"/>
                </a:lnTo>
                <a:lnTo>
                  <a:pt x="512" y="30"/>
                </a:lnTo>
                <a:lnTo>
                  <a:pt x="511" y="30"/>
                </a:lnTo>
                <a:lnTo>
                  <a:pt x="512" y="30"/>
                </a:lnTo>
                <a:lnTo>
                  <a:pt x="512" y="29"/>
                </a:lnTo>
                <a:lnTo>
                  <a:pt x="513" y="29"/>
                </a:lnTo>
                <a:lnTo>
                  <a:pt x="513" y="28"/>
                </a:lnTo>
                <a:lnTo>
                  <a:pt x="514" y="27"/>
                </a:lnTo>
                <a:lnTo>
                  <a:pt x="515" y="27"/>
                </a:lnTo>
                <a:lnTo>
                  <a:pt x="516" y="27"/>
                </a:lnTo>
                <a:lnTo>
                  <a:pt x="517" y="26"/>
                </a:lnTo>
                <a:lnTo>
                  <a:pt x="518" y="26"/>
                </a:lnTo>
                <a:lnTo>
                  <a:pt x="518" y="27"/>
                </a:lnTo>
                <a:lnTo>
                  <a:pt x="518" y="28"/>
                </a:lnTo>
                <a:lnTo>
                  <a:pt x="517" y="28"/>
                </a:lnTo>
                <a:lnTo>
                  <a:pt x="517" y="29"/>
                </a:lnTo>
                <a:lnTo>
                  <a:pt x="517" y="30"/>
                </a:lnTo>
                <a:lnTo>
                  <a:pt x="517" y="31"/>
                </a:lnTo>
                <a:lnTo>
                  <a:pt x="517" y="32"/>
                </a:lnTo>
                <a:lnTo>
                  <a:pt x="516" y="32"/>
                </a:lnTo>
                <a:lnTo>
                  <a:pt x="517" y="32"/>
                </a:lnTo>
                <a:lnTo>
                  <a:pt x="516" y="32"/>
                </a:lnTo>
                <a:lnTo>
                  <a:pt x="516" y="33"/>
                </a:lnTo>
                <a:lnTo>
                  <a:pt x="516" y="35"/>
                </a:lnTo>
                <a:lnTo>
                  <a:pt x="515" y="35"/>
                </a:lnTo>
                <a:lnTo>
                  <a:pt x="514" y="36"/>
                </a:lnTo>
                <a:lnTo>
                  <a:pt x="514" y="37"/>
                </a:lnTo>
                <a:lnTo>
                  <a:pt x="514" y="38"/>
                </a:lnTo>
                <a:lnTo>
                  <a:pt x="514" y="40"/>
                </a:lnTo>
                <a:lnTo>
                  <a:pt x="514" y="41"/>
                </a:lnTo>
                <a:lnTo>
                  <a:pt x="513" y="41"/>
                </a:lnTo>
                <a:lnTo>
                  <a:pt x="512" y="41"/>
                </a:lnTo>
                <a:lnTo>
                  <a:pt x="511" y="41"/>
                </a:lnTo>
                <a:lnTo>
                  <a:pt x="510" y="40"/>
                </a:lnTo>
                <a:lnTo>
                  <a:pt x="509" y="40"/>
                </a:lnTo>
                <a:lnTo>
                  <a:pt x="507" y="41"/>
                </a:lnTo>
                <a:lnTo>
                  <a:pt x="506" y="41"/>
                </a:lnTo>
                <a:lnTo>
                  <a:pt x="505" y="41"/>
                </a:lnTo>
                <a:lnTo>
                  <a:pt x="504" y="41"/>
                </a:lnTo>
                <a:lnTo>
                  <a:pt x="502" y="42"/>
                </a:lnTo>
                <a:lnTo>
                  <a:pt x="501" y="42"/>
                </a:lnTo>
                <a:lnTo>
                  <a:pt x="501" y="43"/>
                </a:lnTo>
                <a:lnTo>
                  <a:pt x="501" y="44"/>
                </a:lnTo>
                <a:lnTo>
                  <a:pt x="501" y="45"/>
                </a:lnTo>
                <a:lnTo>
                  <a:pt x="500" y="45"/>
                </a:lnTo>
                <a:lnTo>
                  <a:pt x="500" y="46"/>
                </a:lnTo>
                <a:lnTo>
                  <a:pt x="499" y="46"/>
                </a:lnTo>
                <a:lnTo>
                  <a:pt x="498" y="46"/>
                </a:lnTo>
                <a:lnTo>
                  <a:pt x="498" y="47"/>
                </a:lnTo>
                <a:lnTo>
                  <a:pt x="499" y="47"/>
                </a:lnTo>
                <a:lnTo>
                  <a:pt x="499" y="48"/>
                </a:lnTo>
                <a:lnTo>
                  <a:pt x="498" y="50"/>
                </a:lnTo>
                <a:lnTo>
                  <a:pt x="498" y="51"/>
                </a:lnTo>
                <a:lnTo>
                  <a:pt x="498" y="52"/>
                </a:lnTo>
                <a:lnTo>
                  <a:pt x="498" y="51"/>
                </a:lnTo>
                <a:lnTo>
                  <a:pt x="497" y="51"/>
                </a:lnTo>
                <a:lnTo>
                  <a:pt x="497" y="52"/>
                </a:lnTo>
                <a:lnTo>
                  <a:pt x="496" y="52"/>
                </a:lnTo>
                <a:lnTo>
                  <a:pt x="495" y="52"/>
                </a:lnTo>
                <a:lnTo>
                  <a:pt x="495" y="53"/>
                </a:lnTo>
                <a:lnTo>
                  <a:pt x="494" y="53"/>
                </a:lnTo>
                <a:lnTo>
                  <a:pt x="493" y="53"/>
                </a:lnTo>
                <a:lnTo>
                  <a:pt x="493" y="54"/>
                </a:lnTo>
                <a:lnTo>
                  <a:pt x="492" y="54"/>
                </a:lnTo>
                <a:lnTo>
                  <a:pt x="492" y="53"/>
                </a:lnTo>
                <a:lnTo>
                  <a:pt x="489" y="53"/>
                </a:lnTo>
                <a:lnTo>
                  <a:pt x="488" y="53"/>
                </a:lnTo>
                <a:lnTo>
                  <a:pt x="488" y="54"/>
                </a:lnTo>
                <a:lnTo>
                  <a:pt x="487" y="55"/>
                </a:lnTo>
                <a:lnTo>
                  <a:pt x="486" y="55"/>
                </a:lnTo>
                <a:lnTo>
                  <a:pt x="485" y="55"/>
                </a:lnTo>
                <a:lnTo>
                  <a:pt x="485" y="57"/>
                </a:lnTo>
                <a:lnTo>
                  <a:pt x="484" y="58"/>
                </a:lnTo>
                <a:lnTo>
                  <a:pt x="483" y="58"/>
                </a:lnTo>
                <a:lnTo>
                  <a:pt x="483" y="59"/>
                </a:lnTo>
                <a:lnTo>
                  <a:pt x="482" y="59"/>
                </a:lnTo>
                <a:lnTo>
                  <a:pt x="482" y="60"/>
                </a:lnTo>
                <a:lnTo>
                  <a:pt x="482" y="61"/>
                </a:lnTo>
                <a:lnTo>
                  <a:pt x="482" y="63"/>
                </a:lnTo>
                <a:lnTo>
                  <a:pt x="481" y="63"/>
                </a:lnTo>
                <a:lnTo>
                  <a:pt x="480" y="63"/>
                </a:lnTo>
                <a:lnTo>
                  <a:pt x="479" y="63"/>
                </a:lnTo>
                <a:lnTo>
                  <a:pt x="478" y="63"/>
                </a:lnTo>
                <a:lnTo>
                  <a:pt x="477" y="64"/>
                </a:lnTo>
                <a:lnTo>
                  <a:pt x="475" y="64"/>
                </a:lnTo>
                <a:lnTo>
                  <a:pt x="474" y="65"/>
                </a:lnTo>
                <a:lnTo>
                  <a:pt x="473" y="64"/>
                </a:lnTo>
                <a:lnTo>
                  <a:pt x="471" y="64"/>
                </a:lnTo>
                <a:lnTo>
                  <a:pt x="471" y="65"/>
                </a:lnTo>
                <a:lnTo>
                  <a:pt x="471" y="66"/>
                </a:lnTo>
                <a:lnTo>
                  <a:pt x="471" y="65"/>
                </a:lnTo>
                <a:lnTo>
                  <a:pt x="469" y="65"/>
                </a:lnTo>
                <a:lnTo>
                  <a:pt x="468" y="65"/>
                </a:lnTo>
                <a:lnTo>
                  <a:pt x="467" y="65"/>
                </a:lnTo>
                <a:lnTo>
                  <a:pt x="466" y="65"/>
                </a:lnTo>
                <a:lnTo>
                  <a:pt x="464" y="66"/>
                </a:lnTo>
                <a:lnTo>
                  <a:pt x="464" y="67"/>
                </a:lnTo>
                <a:lnTo>
                  <a:pt x="463" y="67"/>
                </a:lnTo>
                <a:lnTo>
                  <a:pt x="462" y="68"/>
                </a:lnTo>
                <a:lnTo>
                  <a:pt x="462" y="69"/>
                </a:lnTo>
                <a:lnTo>
                  <a:pt x="461" y="71"/>
                </a:lnTo>
                <a:lnTo>
                  <a:pt x="460" y="71"/>
                </a:lnTo>
                <a:lnTo>
                  <a:pt x="460" y="72"/>
                </a:lnTo>
                <a:lnTo>
                  <a:pt x="459" y="73"/>
                </a:lnTo>
                <a:lnTo>
                  <a:pt x="458" y="73"/>
                </a:lnTo>
                <a:lnTo>
                  <a:pt x="457" y="73"/>
                </a:lnTo>
                <a:lnTo>
                  <a:pt x="458" y="73"/>
                </a:lnTo>
                <a:lnTo>
                  <a:pt x="458" y="74"/>
                </a:lnTo>
                <a:lnTo>
                  <a:pt x="457" y="74"/>
                </a:lnTo>
                <a:lnTo>
                  <a:pt x="457" y="75"/>
                </a:lnTo>
                <a:lnTo>
                  <a:pt x="456" y="76"/>
                </a:lnTo>
                <a:lnTo>
                  <a:pt x="455" y="76"/>
                </a:lnTo>
                <a:lnTo>
                  <a:pt x="455" y="77"/>
                </a:lnTo>
                <a:lnTo>
                  <a:pt x="455" y="78"/>
                </a:lnTo>
                <a:lnTo>
                  <a:pt x="455" y="79"/>
                </a:lnTo>
                <a:lnTo>
                  <a:pt x="454" y="79"/>
                </a:lnTo>
                <a:lnTo>
                  <a:pt x="453" y="80"/>
                </a:lnTo>
                <a:lnTo>
                  <a:pt x="453" y="81"/>
                </a:lnTo>
                <a:lnTo>
                  <a:pt x="453" y="82"/>
                </a:lnTo>
                <a:lnTo>
                  <a:pt x="451" y="82"/>
                </a:lnTo>
                <a:lnTo>
                  <a:pt x="450" y="83"/>
                </a:lnTo>
                <a:lnTo>
                  <a:pt x="450" y="84"/>
                </a:lnTo>
                <a:lnTo>
                  <a:pt x="450" y="83"/>
                </a:lnTo>
                <a:lnTo>
                  <a:pt x="449" y="83"/>
                </a:lnTo>
                <a:lnTo>
                  <a:pt x="449" y="84"/>
                </a:lnTo>
                <a:lnTo>
                  <a:pt x="450" y="84"/>
                </a:lnTo>
                <a:lnTo>
                  <a:pt x="450" y="85"/>
                </a:lnTo>
                <a:lnTo>
                  <a:pt x="450" y="86"/>
                </a:lnTo>
                <a:lnTo>
                  <a:pt x="450" y="87"/>
                </a:lnTo>
                <a:lnTo>
                  <a:pt x="450" y="88"/>
                </a:lnTo>
                <a:lnTo>
                  <a:pt x="450" y="89"/>
                </a:lnTo>
                <a:lnTo>
                  <a:pt x="450" y="90"/>
                </a:lnTo>
                <a:lnTo>
                  <a:pt x="449" y="90"/>
                </a:lnTo>
                <a:lnTo>
                  <a:pt x="448" y="90"/>
                </a:lnTo>
                <a:lnTo>
                  <a:pt x="448" y="91"/>
                </a:lnTo>
                <a:lnTo>
                  <a:pt x="447" y="91"/>
                </a:lnTo>
                <a:lnTo>
                  <a:pt x="446" y="91"/>
                </a:lnTo>
                <a:lnTo>
                  <a:pt x="446" y="92"/>
                </a:lnTo>
                <a:lnTo>
                  <a:pt x="445" y="92"/>
                </a:lnTo>
                <a:lnTo>
                  <a:pt x="444" y="93"/>
                </a:lnTo>
                <a:lnTo>
                  <a:pt x="443" y="93"/>
                </a:lnTo>
                <a:lnTo>
                  <a:pt x="443" y="94"/>
                </a:lnTo>
                <a:lnTo>
                  <a:pt x="442" y="94"/>
                </a:lnTo>
                <a:lnTo>
                  <a:pt x="442" y="95"/>
                </a:lnTo>
                <a:lnTo>
                  <a:pt x="441" y="95"/>
                </a:lnTo>
                <a:lnTo>
                  <a:pt x="441" y="96"/>
                </a:lnTo>
                <a:lnTo>
                  <a:pt x="440" y="97"/>
                </a:lnTo>
                <a:lnTo>
                  <a:pt x="439" y="97"/>
                </a:lnTo>
                <a:lnTo>
                  <a:pt x="438" y="97"/>
                </a:lnTo>
                <a:lnTo>
                  <a:pt x="437" y="97"/>
                </a:lnTo>
                <a:lnTo>
                  <a:pt x="436" y="97"/>
                </a:lnTo>
                <a:lnTo>
                  <a:pt x="435" y="97"/>
                </a:lnTo>
                <a:lnTo>
                  <a:pt x="434" y="97"/>
                </a:lnTo>
                <a:lnTo>
                  <a:pt x="433" y="96"/>
                </a:lnTo>
                <a:lnTo>
                  <a:pt x="432" y="96"/>
                </a:lnTo>
                <a:lnTo>
                  <a:pt x="431" y="96"/>
                </a:lnTo>
                <a:lnTo>
                  <a:pt x="430" y="97"/>
                </a:lnTo>
                <a:lnTo>
                  <a:pt x="429" y="97"/>
                </a:lnTo>
                <a:lnTo>
                  <a:pt x="429" y="98"/>
                </a:lnTo>
                <a:lnTo>
                  <a:pt x="429" y="99"/>
                </a:lnTo>
                <a:lnTo>
                  <a:pt x="428" y="99"/>
                </a:lnTo>
                <a:lnTo>
                  <a:pt x="427" y="99"/>
                </a:lnTo>
                <a:lnTo>
                  <a:pt x="427" y="98"/>
                </a:lnTo>
                <a:lnTo>
                  <a:pt x="426" y="97"/>
                </a:lnTo>
                <a:lnTo>
                  <a:pt x="426" y="98"/>
                </a:lnTo>
                <a:lnTo>
                  <a:pt x="426" y="100"/>
                </a:lnTo>
                <a:lnTo>
                  <a:pt x="425" y="101"/>
                </a:lnTo>
                <a:lnTo>
                  <a:pt x="425" y="102"/>
                </a:lnTo>
                <a:lnTo>
                  <a:pt x="423" y="102"/>
                </a:lnTo>
                <a:lnTo>
                  <a:pt x="421" y="102"/>
                </a:lnTo>
                <a:lnTo>
                  <a:pt x="420" y="102"/>
                </a:lnTo>
                <a:lnTo>
                  <a:pt x="420" y="103"/>
                </a:lnTo>
                <a:lnTo>
                  <a:pt x="420" y="104"/>
                </a:lnTo>
                <a:lnTo>
                  <a:pt x="420" y="105"/>
                </a:lnTo>
                <a:lnTo>
                  <a:pt x="420" y="106"/>
                </a:lnTo>
                <a:lnTo>
                  <a:pt x="420" y="107"/>
                </a:lnTo>
                <a:lnTo>
                  <a:pt x="419" y="106"/>
                </a:lnTo>
                <a:lnTo>
                  <a:pt x="419" y="107"/>
                </a:lnTo>
                <a:lnTo>
                  <a:pt x="418" y="108"/>
                </a:lnTo>
                <a:lnTo>
                  <a:pt x="417" y="109"/>
                </a:lnTo>
                <a:lnTo>
                  <a:pt x="416" y="110"/>
                </a:lnTo>
                <a:lnTo>
                  <a:pt x="416" y="111"/>
                </a:lnTo>
                <a:lnTo>
                  <a:pt x="415" y="112"/>
                </a:lnTo>
                <a:lnTo>
                  <a:pt x="414" y="114"/>
                </a:lnTo>
                <a:lnTo>
                  <a:pt x="413" y="114"/>
                </a:lnTo>
                <a:lnTo>
                  <a:pt x="412" y="114"/>
                </a:lnTo>
                <a:lnTo>
                  <a:pt x="412" y="115"/>
                </a:lnTo>
                <a:lnTo>
                  <a:pt x="412" y="116"/>
                </a:lnTo>
                <a:lnTo>
                  <a:pt x="412" y="117"/>
                </a:lnTo>
                <a:lnTo>
                  <a:pt x="412" y="120"/>
                </a:lnTo>
                <a:lnTo>
                  <a:pt x="409" y="120"/>
                </a:lnTo>
                <a:lnTo>
                  <a:pt x="408" y="120"/>
                </a:lnTo>
                <a:lnTo>
                  <a:pt x="407" y="121"/>
                </a:lnTo>
                <a:lnTo>
                  <a:pt x="406" y="121"/>
                </a:lnTo>
                <a:lnTo>
                  <a:pt x="405" y="122"/>
                </a:lnTo>
                <a:lnTo>
                  <a:pt x="404" y="123"/>
                </a:lnTo>
                <a:lnTo>
                  <a:pt x="404" y="124"/>
                </a:lnTo>
                <a:lnTo>
                  <a:pt x="405" y="125"/>
                </a:lnTo>
                <a:lnTo>
                  <a:pt x="406" y="126"/>
                </a:lnTo>
                <a:lnTo>
                  <a:pt x="406" y="127"/>
                </a:lnTo>
                <a:lnTo>
                  <a:pt x="407" y="127"/>
                </a:lnTo>
                <a:lnTo>
                  <a:pt x="408" y="128"/>
                </a:lnTo>
                <a:lnTo>
                  <a:pt x="408" y="129"/>
                </a:lnTo>
                <a:lnTo>
                  <a:pt x="408" y="130"/>
                </a:lnTo>
                <a:lnTo>
                  <a:pt x="407" y="130"/>
                </a:lnTo>
                <a:lnTo>
                  <a:pt x="407" y="131"/>
                </a:lnTo>
                <a:lnTo>
                  <a:pt x="406" y="131"/>
                </a:lnTo>
                <a:lnTo>
                  <a:pt x="405" y="132"/>
                </a:lnTo>
                <a:lnTo>
                  <a:pt x="403" y="132"/>
                </a:lnTo>
                <a:lnTo>
                  <a:pt x="402" y="132"/>
                </a:lnTo>
                <a:lnTo>
                  <a:pt x="402" y="133"/>
                </a:lnTo>
                <a:lnTo>
                  <a:pt x="402" y="134"/>
                </a:lnTo>
                <a:lnTo>
                  <a:pt x="402" y="135"/>
                </a:lnTo>
                <a:lnTo>
                  <a:pt x="403" y="136"/>
                </a:lnTo>
                <a:lnTo>
                  <a:pt x="405" y="136"/>
                </a:lnTo>
                <a:lnTo>
                  <a:pt x="405" y="137"/>
                </a:lnTo>
                <a:lnTo>
                  <a:pt x="404" y="137"/>
                </a:lnTo>
                <a:lnTo>
                  <a:pt x="404" y="138"/>
                </a:lnTo>
                <a:lnTo>
                  <a:pt x="403" y="138"/>
                </a:lnTo>
                <a:lnTo>
                  <a:pt x="403" y="139"/>
                </a:lnTo>
                <a:lnTo>
                  <a:pt x="402" y="139"/>
                </a:lnTo>
                <a:lnTo>
                  <a:pt x="403" y="139"/>
                </a:lnTo>
                <a:lnTo>
                  <a:pt x="405" y="140"/>
                </a:lnTo>
                <a:lnTo>
                  <a:pt x="406" y="140"/>
                </a:lnTo>
                <a:lnTo>
                  <a:pt x="406" y="139"/>
                </a:lnTo>
                <a:lnTo>
                  <a:pt x="406" y="138"/>
                </a:lnTo>
                <a:lnTo>
                  <a:pt x="406" y="137"/>
                </a:lnTo>
                <a:lnTo>
                  <a:pt x="407" y="137"/>
                </a:lnTo>
                <a:lnTo>
                  <a:pt x="408" y="138"/>
                </a:lnTo>
                <a:lnTo>
                  <a:pt x="408" y="139"/>
                </a:lnTo>
                <a:lnTo>
                  <a:pt x="407" y="140"/>
                </a:lnTo>
                <a:lnTo>
                  <a:pt x="408" y="141"/>
                </a:lnTo>
                <a:lnTo>
                  <a:pt x="410" y="141"/>
                </a:lnTo>
                <a:lnTo>
                  <a:pt x="410" y="142"/>
                </a:lnTo>
                <a:lnTo>
                  <a:pt x="411" y="143"/>
                </a:lnTo>
                <a:lnTo>
                  <a:pt x="412" y="143"/>
                </a:lnTo>
                <a:lnTo>
                  <a:pt x="412" y="142"/>
                </a:lnTo>
                <a:lnTo>
                  <a:pt x="413" y="141"/>
                </a:lnTo>
                <a:lnTo>
                  <a:pt x="414" y="141"/>
                </a:lnTo>
                <a:lnTo>
                  <a:pt x="414" y="140"/>
                </a:lnTo>
                <a:lnTo>
                  <a:pt x="415" y="140"/>
                </a:lnTo>
                <a:lnTo>
                  <a:pt x="416" y="141"/>
                </a:lnTo>
                <a:lnTo>
                  <a:pt x="417" y="141"/>
                </a:lnTo>
                <a:lnTo>
                  <a:pt x="418" y="141"/>
                </a:lnTo>
                <a:lnTo>
                  <a:pt x="419" y="141"/>
                </a:lnTo>
                <a:lnTo>
                  <a:pt x="419" y="142"/>
                </a:lnTo>
                <a:lnTo>
                  <a:pt x="420" y="142"/>
                </a:lnTo>
                <a:lnTo>
                  <a:pt x="420" y="143"/>
                </a:lnTo>
                <a:lnTo>
                  <a:pt x="421" y="143"/>
                </a:lnTo>
                <a:lnTo>
                  <a:pt x="421" y="142"/>
                </a:lnTo>
                <a:lnTo>
                  <a:pt x="422" y="142"/>
                </a:lnTo>
                <a:lnTo>
                  <a:pt x="423" y="141"/>
                </a:lnTo>
                <a:lnTo>
                  <a:pt x="424" y="141"/>
                </a:lnTo>
                <a:lnTo>
                  <a:pt x="424" y="140"/>
                </a:lnTo>
                <a:lnTo>
                  <a:pt x="425" y="140"/>
                </a:lnTo>
                <a:lnTo>
                  <a:pt x="426" y="141"/>
                </a:lnTo>
                <a:lnTo>
                  <a:pt x="427" y="141"/>
                </a:lnTo>
                <a:lnTo>
                  <a:pt x="427" y="140"/>
                </a:lnTo>
                <a:lnTo>
                  <a:pt x="427" y="141"/>
                </a:lnTo>
                <a:lnTo>
                  <a:pt x="428" y="140"/>
                </a:lnTo>
                <a:lnTo>
                  <a:pt x="429" y="139"/>
                </a:lnTo>
                <a:lnTo>
                  <a:pt x="430" y="140"/>
                </a:lnTo>
                <a:lnTo>
                  <a:pt x="430" y="141"/>
                </a:lnTo>
                <a:lnTo>
                  <a:pt x="430" y="142"/>
                </a:lnTo>
                <a:lnTo>
                  <a:pt x="431" y="142"/>
                </a:lnTo>
                <a:lnTo>
                  <a:pt x="432" y="143"/>
                </a:lnTo>
                <a:lnTo>
                  <a:pt x="432" y="144"/>
                </a:lnTo>
                <a:lnTo>
                  <a:pt x="433" y="144"/>
                </a:lnTo>
                <a:lnTo>
                  <a:pt x="434" y="144"/>
                </a:lnTo>
                <a:lnTo>
                  <a:pt x="435" y="144"/>
                </a:lnTo>
                <a:lnTo>
                  <a:pt x="435" y="145"/>
                </a:lnTo>
                <a:lnTo>
                  <a:pt x="436" y="145"/>
                </a:lnTo>
                <a:lnTo>
                  <a:pt x="436" y="144"/>
                </a:lnTo>
                <a:lnTo>
                  <a:pt x="437" y="144"/>
                </a:lnTo>
                <a:lnTo>
                  <a:pt x="438" y="145"/>
                </a:lnTo>
                <a:lnTo>
                  <a:pt x="438" y="146"/>
                </a:lnTo>
                <a:lnTo>
                  <a:pt x="437" y="146"/>
                </a:lnTo>
                <a:lnTo>
                  <a:pt x="437" y="147"/>
                </a:lnTo>
                <a:lnTo>
                  <a:pt x="436" y="148"/>
                </a:lnTo>
                <a:lnTo>
                  <a:pt x="436" y="147"/>
                </a:lnTo>
                <a:lnTo>
                  <a:pt x="435" y="148"/>
                </a:lnTo>
                <a:lnTo>
                  <a:pt x="435" y="149"/>
                </a:lnTo>
                <a:lnTo>
                  <a:pt x="437" y="149"/>
                </a:lnTo>
                <a:lnTo>
                  <a:pt x="437" y="150"/>
                </a:lnTo>
                <a:lnTo>
                  <a:pt x="438" y="150"/>
                </a:lnTo>
                <a:lnTo>
                  <a:pt x="438" y="149"/>
                </a:lnTo>
                <a:lnTo>
                  <a:pt x="439" y="149"/>
                </a:lnTo>
                <a:lnTo>
                  <a:pt x="440" y="149"/>
                </a:lnTo>
                <a:lnTo>
                  <a:pt x="441" y="149"/>
                </a:lnTo>
                <a:lnTo>
                  <a:pt x="441" y="150"/>
                </a:lnTo>
                <a:lnTo>
                  <a:pt x="440" y="151"/>
                </a:lnTo>
                <a:lnTo>
                  <a:pt x="439" y="151"/>
                </a:lnTo>
                <a:lnTo>
                  <a:pt x="439" y="153"/>
                </a:lnTo>
                <a:lnTo>
                  <a:pt x="439" y="154"/>
                </a:lnTo>
                <a:lnTo>
                  <a:pt x="440" y="154"/>
                </a:lnTo>
                <a:lnTo>
                  <a:pt x="440" y="155"/>
                </a:lnTo>
                <a:lnTo>
                  <a:pt x="440" y="156"/>
                </a:lnTo>
                <a:lnTo>
                  <a:pt x="441" y="156"/>
                </a:lnTo>
                <a:lnTo>
                  <a:pt x="442" y="156"/>
                </a:lnTo>
                <a:lnTo>
                  <a:pt x="442" y="155"/>
                </a:lnTo>
                <a:lnTo>
                  <a:pt x="443" y="155"/>
                </a:lnTo>
                <a:lnTo>
                  <a:pt x="444" y="155"/>
                </a:lnTo>
                <a:lnTo>
                  <a:pt x="444" y="156"/>
                </a:lnTo>
                <a:lnTo>
                  <a:pt x="445" y="155"/>
                </a:lnTo>
                <a:lnTo>
                  <a:pt x="445" y="154"/>
                </a:lnTo>
                <a:lnTo>
                  <a:pt x="446" y="154"/>
                </a:lnTo>
                <a:lnTo>
                  <a:pt x="447" y="154"/>
                </a:lnTo>
                <a:lnTo>
                  <a:pt x="447" y="155"/>
                </a:lnTo>
                <a:lnTo>
                  <a:pt x="448" y="155"/>
                </a:lnTo>
                <a:lnTo>
                  <a:pt x="449" y="155"/>
                </a:lnTo>
                <a:lnTo>
                  <a:pt x="450" y="156"/>
                </a:lnTo>
                <a:lnTo>
                  <a:pt x="450" y="157"/>
                </a:lnTo>
                <a:lnTo>
                  <a:pt x="452" y="157"/>
                </a:lnTo>
                <a:lnTo>
                  <a:pt x="452" y="158"/>
                </a:lnTo>
                <a:lnTo>
                  <a:pt x="452" y="157"/>
                </a:lnTo>
                <a:lnTo>
                  <a:pt x="453" y="157"/>
                </a:lnTo>
                <a:lnTo>
                  <a:pt x="454" y="157"/>
                </a:lnTo>
                <a:lnTo>
                  <a:pt x="455" y="158"/>
                </a:lnTo>
                <a:lnTo>
                  <a:pt x="455" y="159"/>
                </a:lnTo>
                <a:lnTo>
                  <a:pt x="456" y="159"/>
                </a:lnTo>
                <a:lnTo>
                  <a:pt x="456" y="160"/>
                </a:lnTo>
                <a:lnTo>
                  <a:pt x="457" y="160"/>
                </a:lnTo>
                <a:lnTo>
                  <a:pt x="457" y="162"/>
                </a:lnTo>
                <a:lnTo>
                  <a:pt x="458" y="164"/>
                </a:lnTo>
                <a:lnTo>
                  <a:pt x="458" y="165"/>
                </a:lnTo>
                <a:lnTo>
                  <a:pt x="459" y="166"/>
                </a:lnTo>
                <a:lnTo>
                  <a:pt x="458" y="167"/>
                </a:lnTo>
                <a:lnTo>
                  <a:pt x="457" y="167"/>
                </a:lnTo>
                <a:lnTo>
                  <a:pt x="457" y="168"/>
                </a:lnTo>
                <a:lnTo>
                  <a:pt x="458" y="168"/>
                </a:lnTo>
                <a:lnTo>
                  <a:pt x="458" y="169"/>
                </a:lnTo>
                <a:lnTo>
                  <a:pt x="459" y="171"/>
                </a:lnTo>
                <a:lnTo>
                  <a:pt x="459" y="173"/>
                </a:lnTo>
                <a:lnTo>
                  <a:pt x="459" y="174"/>
                </a:lnTo>
                <a:lnTo>
                  <a:pt x="458" y="174"/>
                </a:lnTo>
                <a:lnTo>
                  <a:pt x="459" y="175"/>
                </a:lnTo>
                <a:lnTo>
                  <a:pt x="460" y="175"/>
                </a:lnTo>
                <a:lnTo>
                  <a:pt x="460" y="176"/>
                </a:lnTo>
                <a:lnTo>
                  <a:pt x="460" y="177"/>
                </a:lnTo>
                <a:lnTo>
                  <a:pt x="460" y="178"/>
                </a:lnTo>
                <a:lnTo>
                  <a:pt x="460" y="177"/>
                </a:lnTo>
                <a:lnTo>
                  <a:pt x="461" y="177"/>
                </a:lnTo>
                <a:lnTo>
                  <a:pt x="462" y="178"/>
                </a:lnTo>
                <a:lnTo>
                  <a:pt x="462" y="179"/>
                </a:lnTo>
                <a:lnTo>
                  <a:pt x="462" y="180"/>
                </a:lnTo>
                <a:lnTo>
                  <a:pt x="463" y="180"/>
                </a:lnTo>
                <a:lnTo>
                  <a:pt x="463" y="181"/>
                </a:lnTo>
                <a:lnTo>
                  <a:pt x="464" y="181"/>
                </a:lnTo>
                <a:lnTo>
                  <a:pt x="464" y="182"/>
                </a:lnTo>
                <a:lnTo>
                  <a:pt x="465" y="182"/>
                </a:lnTo>
                <a:lnTo>
                  <a:pt x="465" y="183"/>
                </a:lnTo>
                <a:lnTo>
                  <a:pt x="466" y="183"/>
                </a:lnTo>
                <a:lnTo>
                  <a:pt x="467" y="183"/>
                </a:lnTo>
                <a:lnTo>
                  <a:pt x="467" y="184"/>
                </a:lnTo>
                <a:lnTo>
                  <a:pt x="468" y="184"/>
                </a:lnTo>
                <a:lnTo>
                  <a:pt x="470" y="184"/>
                </a:lnTo>
                <a:lnTo>
                  <a:pt x="471" y="184"/>
                </a:lnTo>
                <a:lnTo>
                  <a:pt x="474" y="184"/>
                </a:lnTo>
                <a:lnTo>
                  <a:pt x="475" y="184"/>
                </a:lnTo>
                <a:lnTo>
                  <a:pt x="475" y="183"/>
                </a:lnTo>
                <a:lnTo>
                  <a:pt x="476" y="184"/>
                </a:lnTo>
                <a:lnTo>
                  <a:pt x="477" y="184"/>
                </a:lnTo>
                <a:lnTo>
                  <a:pt x="478" y="184"/>
                </a:lnTo>
                <a:lnTo>
                  <a:pt x="478" y="185"/>
                </a:lnTo>
                <a:lnTo>
                  <a:pt x="479" y="185"/>
                </a:lnTo>
                <a:lnTo>
                  <a:pt x="481" y="185"/>
                </a:lnTo>
                <a:lnTo>
                  <a:pt x="482" y="184"/>
                </a:lnTo>
                <a:lnTo>
                  <a:pt x="482" y="181"/>
                </a:lnTo>
                <a:lnTo>
                  <a:pt x="483" y="181"/>
                </a:lnTo>
                <a:lnTo>
                  <a:pt x="484" y="181"/>
                </a:lnTo>
                <a:lnTo>
                  <a:pt x="484" y="182"/>
                </a:lnTo>
                <a:lnTo>
                  <a:pt x="486" y="182"/>
                </a:lnTo>
                <a:lnTo>
                  <a:pt x="487" y="182"/>
                </a:lnTo>
                <a:lnTo>
                  <a:pt x="488" y="182"/>
                </a:lnTo>
                <a:lnTo>
                  <a:pt x="489" y="182"/>
                </a:lnTo>
                <a:lnTo>
                  <a:pt x="489" y="183"/>
                </a:lnTo>
                <a:lnTo>
                  <a:pt x="490" y="183"/>
                </a:lnTo>
                <a:lnTo>
                  <a:pt x="491" y="183"/>
                </a:lnTo>
                <a:lnTo>
                  <a:pt x="491" y="184"/>
                </a:lnTo>
                <a:lnTo>
                  <a:pt x="492" y="184"/>
                </a:lnTo>
                <a:lnTo>
                  <a:pt x="493" y="184"/>
                </a:lnTo>
                <a:lnTo>
                  <a:pt x="493" y="185"/>
                </a:lnTo>
                <a:lnTo>
                  <a:pt x="494" y="185"/>
                </a:lnTo>
                <a:lnTo>
                  <a:pt x="495" y="185"/>
                </a:lnTo>
                <a:lnTo>
                  <a:pt x="496" y="185"/>
                </a:lnTo>
                <a:lnTo>
                  <a:pt x="498" y="184"/>
                </a:lnTo>
                <a:lnTo>
                  <a:pt x="500" y="184"/>
                </a:lnTo>
                <a:lnTo>
                  <a:pt x="503" y="183"/>
                </a:lnTo>
                <a:lnTo>
                  <a:pt x="504" y="183"/>
                </a:lnTo>
                <a:lnTo>
                  <a:pt x="506" y="183"/>
                </a:lnTo>
                <a:lnTo>
                  <a:pt x="507" y="183"/>
                </a:lnTo>
                <a:lnTo>
                  <a:pt x="507" y="182"/>
                </a:lnTo>
                <a:lnTo>
                  <a:pt x="508" y="182"/>
                </a:lnTo>
                <a:lnTo>
                  <a:pt x="508" y="180"/>
                </a:lnTo>
                <a:lnTo>
                  <a:pt x="509" y="180"/>
                </a:lnTo>
                <a:lnTo>
                  <a:pt x="509" y="179"/>
                </a:lnTo>
                <a:lnTo>
                  <a:pt x="510" y="180"/>
                </a:lnTo>
                <a:lnTo>
                  <a:pt x="513" y="181"/>
                </a:lnTo>
                <a:lnTo>
                  <a:pt x="514" y="181"/>
                </a:lnTo>
                <a:lnTo>
                  <a:pt x="518" y="181"/>
                </a:lnTo>
                <a:lnTo>
                  <a:pt x="519" y="181"/>
                </a:lnTo>
                <a:lnTo>
                  <a:pt x="519" y="182"/>
                </a:lnTo>
                <a:lnTo>
                  <a:pt x="520" y="182"/>
                </a:lnTo>
                <a:lnTo>
                  <a:pt x="521" y="183"/>
                </a:lnTo>
                <a:lnTo>
                  <a:pt x="521" y="184"/>
                </a:lnTo>
                <a:lnTo>
                  <a:pt x="522" y="184"/>
                </a:lnTo>
                <a:lnTo>
                  <a:pt x="522" y="185"/>
                </a:lnTo>
                <a:lnTo>
                  <a:pt x="523" y="185"/>
                </a:lnTo>
                <a:lnTo>
                  <a:pt x="526" y="184"/>
                </a:lnTo>
                <a:lnTo>
                  <a:pt x="527" y="184"/>
                </a:lnTo>
                <a:lnTo>
                  <a:pt x="527" y="185"/>
                </a:lnTo>
                <a:lnTo>
                  <a:pt x="527" y="186"/>
                </a:lnTo>
                <a:lnTo>
                  <a:pt x="527" y="187"/>
                </a:lnTo>
                <a:lnTo>
                  <a:pt x="527" y="188"/>
                </a:lnTo>
                <a:lnTo>
                  <a:pt x="528" y="190"/>
                </a:lnTo>
                <a:lnTo>
                  <a:pt x="528" y="191"/>
                </a:lnTo>
                <a:lnTo>
                  <a:pt x="527" y="191"/>
                </a:lnTo>
                <a:lnTo>
                  <a:pt x="525" y="192"/>
                </a:lnTo>
                <a:lnTo>
                  <a:pt x="525" y="194"/>
                </a:lnTo>
                <a:lnTo>
                  <a:pt x="524" y="194"/>
                </a:lnTo>
                <a:lnTo>
                  <a:pt x="524" y="195"/>
                </a:lnTo>
                <a:lnTo>
                  <a:pt x="524" y="196"/>
                </a:lnTo>
                <a:lnTo>
                  <a:pt x="525" y="197"/>
                </a:lnTo>
                <a:lnTo>
                  <a:pt x="526" y="197"/>
                </a:lnTo>
                <a:lnTo>
                  <a:pt x="526" y="198"/>
                </a:lnTo>
                <a:lnTo>
                  <a:pt x="525" y="198"/>
                </a:lnTo>
                <a:lnTo>
                  <a:pt x="525" y="199"/>
                </a:lnTo>
                <a:lnTo>
                  <a:pt x="526" y="199"/>
                </a:lnTo>
                <a:lnTo>
                  <a:pt x="527" y="199"/>
                </a:lnTo>
                <a:lnTo>
                  <a:pt x="527" y="200"/>
                </a:lnTo>
                <a:lnTo>
                  <a:pt x="528" y="200"/>
                </a:lnTo>
                <a:lnTo>
                  <a:pt x="529" y="201"/>
                </a:lnTo>
                <a:lnTo>
                  <a:pt x="528" y="201"/>
                </a:lnTo>
                <a:lnTo>
                  <a:pt x="528" y="202"/>
                </a:lnTo>
                <a:lnTo>
                  <a:pt x="528" y="203"/>
                </a:lnTo>
                <a:lnTo>
                  <a:pt x="529" y="204"/>
                </a:lnTo>
                <a:lnTo>
                  <a:pt x="530" y="204"/>
                </a:lnTo>
                <a:lnTo>
                  <a:pt x="531" y="204"/>
                </a:lnTo>
                <a:lnTo>
                  <a:pt x="532" y="203"/>
                </a:lnTo>
                <a:lnTo>
                  <a:pt x="534" y="204"/>
                </a:lnTo>
                <a:lnTo>
                  <a:pt x="534" y="205"/>
                </a:lnTo>
                <a:lnTo>
                  <a:pt x="535" y="206"/>
                </a:lnTo>
                <a:lnTo>
                  <a:pt x="535" y="205"/>
                </a:lnTo>
                <a:lnTo>
                  <a:pt x="536" y="205"/>
                </a:lnTo>
                <a:lnTo>
                  <a:pt x="536" y="206"/>
                </a:lnTo>
                <a:lnTo>
                  <a:pt x="536" y="207"/>
                </a:lnTo>
                <a:lnTo>
                  <a:pt x="537" y="208"/>
                </a:lnTo>
                <a:lnTo>
                  <a:pt x="538" y="207"/>
                </a:lnTo>
                <a:lnTo>
                  <a:pt x="538" y="208"/>
                </a:lnTo>
                <a:lnTo>
                  <a:pt x="539" y="208"/>
                </a:lnTo>
                <a:lnTo>
                  <a:pt x="539" y="209"/>
                </a:lnTo>
                <a:lnTo>
                  <a:pt x="541" y="209"/>
                </a:lnTo>
                <a:lnTo>
                  <a:pt x="541" y="210"/>
                </a:lnTo>
                <a:lnTo>
                  <a:pt x="542" y="210"/>
                </a:lnTo>
                <a:lnTo>
                  <a:pt x="543" y="212"/>
                </a:lnTo>
                <a:lnTo>
                  <a:pt x="542" y="213"/>
                </a:lnTo>
                <a:lnTo>
                  <a:pt x="542" y="214"/>
                </a:lnTo>
                <a:lnTo>
                  <a:pt x="543" y="215"/>
                </a:lnTo>
                <a:lnTo>
                  <a:pt x="543" y="214"/>
                </a:lnTo>
                <a:lnTo>
                  <a:pt x="544" y="214"/>
                </a:lnTo>
                <a:lnTo>
                  <a:pt x="545" y="214"/>
                </a:lnTo>
                <a:lnTo>
                  <a:pt x="546" y="214"/>
                </a:lnTo>
                <a:lnTo>
                  <a:pt x="546" y="215"/>
                </a:lnTo>
                <a:lnTo>
                  <a:pt x="547" y="215"/>
                </a:lnTo>
                <a:lnTo>
                  <a:pt x="548" y="215"/>
                </a:lnTo>
                <a:lnTo>
                  <a:pt x="548" y="214"/>
                </a:lnTo>
                <a:lnTo>
                  <a:pt x="548" y="213"/>
                </a:lnTo>
                <a:lnTo>
                  <a:pt x="549" y="213"/>
                </a:lnTo>
                <a:lnTo>
                  <a:pt x="550" y="213"/>
                </a:lnTo>
                <a:lnTo>
                  <a:pt x="550" y="214"/>
                </a:lnTo>
                <a:lnTo>
                  <a:pt x="550" y="215"/>
                </a:lnTo>
                <a:lnTo>
                  <a:pt x="550" y="214"/>
                </a:lnTo>
                <a:lnTo>
                  <a:pt x="552" y="215"/>
                </a:lnTo>
                <a:lnTo>
                  <a:pt x="553" y="214"/>
                </a:lnTo>
                <a:lnTo>
                  <a:pt x="554" y="212"/>
                </a:lnTo>
                <a:lnTo>
                  <a:pt x="555" y="212"/>
                </a:lnTo>
                <a:lnTo>
                  <a:pt x="556" y="212"/>
                </a:lnTo>
                <a:lnTo>
                  <a:pt x="557" y="212"/>
                </a:lnTo>
                <a:lnTo>
                  <a:pt x="558" y="212"/>
                </a:lnTo>
                <a:lnTo>
                  <a:pt x="559" y="212"/>
                </a:lnTo>
                <a:lnTo>
                  <a:pt x="560" y="213"/>
                </a:lnTo>
                <a:lnTo>
                  <a:pt x="560" y="214"/>
                </a:lnTo>
                <a:lnTo>
                  <a:pt x="562" y="214"/>
                </a:lnTo>
                <a:lnTo>
                  <a:pt x="562" y="215"/>
                </a:lnTo>
                <a:lnTo>
                  <a:pt x="561" y="215"/>
                </a:lnTo>
                <a:lnTo>
                  <a:pt x="561" y="216"/>
                </a:lnTo>
                <a:lnTo>
                  <a:pt x="560" y="216"/>
                </a:lnTo>
                <a:lnTo>
                  <a:pt x="560" y="217"/>
                </a:lnTo>
                <a:lnTo>
                  <a:pt x="559" y="217"/>
                </a:lnTo>
                <a:lnTo>
                  <a:pt x="558" y="217"/>
                </a:lnTo>
                <a:lnTo>
                  <a:pt x="558" y="218"/>
                </a:lnTo>
                <a:lnTo>
                  <a:pt x="559" y="219"/>
                </a:lnTo>
                <a:lnTo>
                  <a:pt x="558" y="219"/>
                </a:lnTo>
                <a:lnTo>
                  <a:pt x="558" y="220"/>
                </a:lnTo>
                <a:lnTo>
                  <a:pt x="558" y="221"/>
                </a:lnTo>
                <a:lnTo>
                  <a:pt x="559" y="222"/>
                </a:lnTo>
                <a:lnTo>
                  <a:pt x="559" y="223"/>
                </a:lnTo>
                <a:lnTo>
                  <a:pt x="560" y="223"/>
                </a:lnTo>
                <a:lnTo>
                  <a:pt x="560" y="224"/>
                </a:lnTo>
                <a:lnTo>
                  <a:pt x="560" y="225"/>
                </a:lnTo>
                <a:lnTo>
                  <a:pt x="559" y="225"/>
                </a:lnTo>
                <a:lnTo>
                  <a:pt x="559" y="226"/>
                </a:lnTo>
                <a:lnTo>
                  <a:pt x="557" y="228"/>
                </a:lnTo>
                <a:lnTo>
                  <a:pt x="557" y="230"/>
                </a:lnTo>
                <a:lnTo>
                  <a:pt x="558" y="231"/>
                </a:lnTo>
                <a:lnTo>
                  <a:pt x="558" y="232"/>
                </a:lnTo>
                <a:lnTo>
                  <a:pt x="559" y="232"/>
                </a:lnTo>
                <a:lnTo>
                  <a:pt x="560" y="233"/>
                </a:lnTo>
                <a:lnTo>
                  <a:pt x="560" y="234"/>
                </a:lnTo>
                <a:lnTo>
                  <a:pt x="561" y="235"/>
                </a:lnTo>
                <a:lnTo>
                  <a:pt x="561" y="236"/>
                </a:lnTo>
                <a:lnTo>
                  <a:pt x="562" y="236"/>
                </a:lnTo>
                <a:lnTo>
                  <a:pt x="562" y="237"/>
                </a:lnTo>
                <a:lnTo>
                  <a:pt x="562" y="238"/>
                </a:lnTo>
                <a:lnTo>
                  <a:pt x="563" y="238"/>
                </a:lnTo>
                <a:lnTo>
                  <a:pt x="563" y="239"/>
                </a:lnTo>
                <a:lnTo>
                  <a:pt x="564" y="239"/>
                </a:lnTo>
                <a:lnTo>
                  <a:pt x="564" y="240"/>
                </a:lnTo>
                <a:lnTo>
                  <a:pt x="564" y="241"/>
                </a:lnTo>
                <a:lnTo>
                  <a:pt x="564" y="242"/>
                </a:lnTo>
                <a:lnTo>
                  <a:pt x="565" y="243"/>
                </a:lnTo>
                <a:lnTo>
                  <a:pt x="566" y="245"/>
                </a:lnTo>
                <a:lnTo>
                  <a:pt x="567" y="245"/>
                </a:lnTo>
                <a:lnTo>
                  <a:pt x="567" y="246"/>
                </a:lnTo>
                <a:lnTo>
                  <a:pt x="568" y="246"/>
                </a:lnTo>
                <a:lnTo>
                  <a:pt x="568" y="248"/>
                </a:lnTo>
                <a:lnTo>
                  <a:pt x="567" y="248"/>
                </a:lnTo>
                <a:lnTo>
                  <a:pt x="567" y="249"/>
                </a:lnTo>
                <a:lnTo>
                  <a:pt x="568" y="250"/>
                </a:lnTo>
                <a:lnTo>
                  <a:pt x="567" y="250"/>
                </a:lnTo>
                <a:lnTo>
                  <a:pt x="567" y="251"/>
                </a:lnTo>
                <a:lnTo>
                  <a:pt x="567" y="252"/>
                </a:lnTo>
                <a:lnTo>
                  <a:pt x="567" y="253"/>
                </a:lnTo>
                <a:lnTo>
                  <a:pt x="568" y="253"/>
                </a:lnTo>
                <a:lnTo>
                  <a:pt x="568" y="254"/>
                </a:lnTo>
                <a:lnTo>
                  <a:pt x="567" y="255"/>
                </a:lnTo>
                <a:lnTo>
                  <a:pt x="565" y="255"/>
                </a:lnTo>
                <a:lnTo>
                  <a:pt x="564" y="254"/>
                </a:lnTo>
                <a:lnTo>
                  <a:pt x="563" y="253"/>
                </a:lnTo>
                <a:lnTo>
                  <a:pt x="563" y="254"/>
                </a:lnTo>
                <a:lnTo>
                  <a:pt x="562" y="253"/>
                </a:lnTo>
                <a:lnTo>
                  <a:pt x="561" y="252"/>
                </a:lnTo>
                <a:lnTo>
                  <a:pt x="560" y="253"/>
                </a:lnTo>
                <a:lnTo>
                  <a:pt x="559" y="254"/>
                </a:lnTo>
                <a:lnTo>
                  <a:pt x="560" y="255"/>
                </a:lnTo>
                <a:lnTo>
                  <a:pt x="558" y="256"/>
                </a:lnTo>
                <a:lnTo>
                  <a:pt x="558" y="255"/>
                </a:lnTo>
                <a:lnTo>
                  <a:pt x="557" y="255"/>
                </a:lnTo>
                <a:lnTo>
                  <a:pt x="556" y="255"/>
                </a:lnTo>
                <a:lnTo>
                  <a:pt x="556" y="256"/>
                </a:lnTo>
                <a:lnTo>
                  <a:pt x="556" y="257"/>
                </a:lnTo>
                <a:lnTo>
                  <a:pt x="554" y="257"/>
                </a:lnTo>
                <a:lnTo>
                  <a:pt x="553" y="257"/>
                </a:lnTo>
                <a:lnTo>
                  <a:pt x="553" y="256"/>
                </a:lnTo>
                <a:lnTo>
                  <a:pt x="553" y="257"/>
                </a:lnTo>
                <a:lnTo>
                  <a:pt x="552" y="257"/>
                </a:lnTo>
                <a:lnTo>
                  <a:pt x="551" y="257"/>
                </a:lnTo>
                <a:lnTo>
                  <a:pt x="551" y="258"/>
                </a:lnTo>
                <a:lnTo>
                  <a:pt x="550" y="259"/>
                </a:lnTo>
                <a:lnTo>
                  <a:pt x="549" y="259"/>
                </a:lnTo>
                <a:lnTo>
                  <a:pt x="548" y="262"/>
                </a:lnTo>
                <a:lnTo>
                  <a:pt x="548" y="263"/>
                </a:lnTo>
                <a:lnTo>
                  <a:pt x="549" y="263"/>
                </a:lnTo>
                <a:lnTo>
                  <a:pt x="549" y="264"/>
                </a:lnTo>
                <a:lnTo>
                  <a:pt x="548" y="264"/>
                </a:lnTo>
                <a:lnTo>
                  <a:pt x="547" y="264"/>
                </a:lnTo>
                <a:lnTo>
                  <a:pt x="547" y="263"/>
                </a:lnTo>
                <a:lnTo>
                  <a:pt x="546" y="263"/>
                </a:lnTo>
                <a:lnTo>
                  <a:pt x="545" y="263"/>
                </a:lnTo>
                <a:lnTo>
                  <a:pt x="545" y="264"/>
                </a:lnTo>
                <a:lnTo>
                  <a:pt x="545" y="265"/>
                </a:lnTo>
                <a:lnTo>
                  <a:pt x="544" y="265"/>
                </a:lnTo>
                <a:lnTo>
                  <a:pt x="544" y="266"/>
                </a:lnTo>
                <a:lnTo>
                  <a:pt x="542" y="266"/>
                </a:lnTo>
                <a:lnTo>
                  <a:pt x="541" y="266"/>
                </a:lnTo>
                <a:lnTo>
                  <a:pt x="540" y="265"/>
                </a:lnTo>
                <a:lnTo>
                  <a:pt x="539" y="266"/>
                </a:lnTo>
                <a:lnTo>
                  <a:pt x="539" y="267"/>
                </a:lnTo>
                <a:lnTo>
                  <a:pt x="538" y="267"/>
                </a:lnTo>
                <a:lnTo>
                  <a:pt x="537" y="269"/>
                </a:lnTo>
                <a:lnTo>
                  <a:pt x="536" y="268"/>
                </a:lnTo>
                <a:lnTo>
                  <a:pt x="535" y="268"/>
                </a:lnTo>
                <a:lnTo>
                  <a:pt x="534" y="268"/>
                </a:lnTo>
                <a:lnTo>
                  <a:pt x="534" y="269"/>
                </a:lnTo>
                <a:lnTo>
                  <a:pt x="533" y="270"/>
                </a:lnTo>
                <a:lnTo>
                  <a:pt x="533" y="271"/>
                </a:lnTo>
                <a:lnTo>
                  <a:pt x="532" y="271"/>
                </a:lnTo>
                <a:lnTo>
                  <a:pt x="531" y="271"/>
                </a:lnTo>
                <a:lnTo>
                  <a:pt x="531" y="270"/>
                </a:lnTo>
                <a:lnTo>
                  <a:pt x="531" y="269"/>
                </a:lnTo>
                <a:lnTo>
                  <a:pt x="530" y="269"/>
                </a:lnTo>
                <a:lnTo>
                  <a:pt x="529" y="270"/>
                </a:lnTo>
                <a:lnTo>
                  <a:pt x="530" y="271"/>
                </a:lnTo>
                <a:lnTo>
                  <a:pt x="529" y="272"/>
                </a:lnTo>
                <a:lnTo>
                  <a:pt x="528" y="272"/>
                </a:lnTo>
                <a:lnTo>
                  <a:pt x="528" y="271"/>
                </a:lnTo>
                <a:lnTo>
                  <a:pt x="527" y="271"/>
                </a:lnTo>
                <a:lnTo>
                  <a:pt x="527" y="272"/>
                </a:lnTo>
                <a:lnTo>
                  <a:pt x="526" y="273"/>
                </a:lnTo>
                <a:lnTo>
                  <a:pt x="525" y="273"/>
                </a:lnTo>
                <a:lnTo>
                  <a:pt x="524" y="273"/>
                </a:lnTo>
                <a:lnTo>
                  <a:pt x="523" y="273"/>
                </a:lnTo>
                <a:lnTo>
                  <a:pt x="523" y="272"/>
                </a:lnTo>
                <a:lnTo>
                  <a:pt x="522" y="271"/>
                </a:lnTo>
                <a:lnTo>
                  <a:pt x="522" y="270"/>
                </a:lnTo>
                <a:lnTo>
                  <a:pt x="521" y="269"/>
                </a:lnTo>
                <a:lnTo>
                  <a:pt x="521" y="268"/>
                </a:lnTo>
                <a:lnTo>
                  <a:pt x="520" y="268"/>
                </a:lnTo>
                <a:lnTo>
                  <a:pt x="519" y="268"/>
                </a:lnTo>
                <a:lnTo>
                  <a:pt x="519" y="267"/>
                </a:lnTo>
                <a:lnTo>
                  <a:pt x="518" y="267"/>
                </a:lnTo>
                <a:lnTo>
                  <a:pt x="518" y="266"/>
                </a:lnTo>
                <a:lnTo>
                  <a:pt x="518" y="265"/>
                </a:lnTo>
                <a:lnTo>
                  <a:pt x="517" y="265"/>
                </a:lnTo>
                <a:lnTo>
                  <a:pt x="517" y="266"/>
                </a:lnTo>
                <a:lnTo>
                  <a:pt x="516" y="266"/>
                </a:lnTo>
                <a:lnTo>
                  <a:pt x="516" y="265"/>
                </a:lnTo>
                <a:lnTo>
                  <a:pt x="515" y="264"/>
                </a:lnTo>
                <a:lnTo>
                  <a:pt x="515" y="263"/>
                </a:lnTo>
                <a:lnTo>
                  <a:pt x="515" y="262"/>
                </a:lnTo>
                <a:lnTo>
                  <a:pt x="514" y="261"/>
                </a:lnTo>
                <a:lnTo>
                  <a:pt x="514" y="262"/>
                </a:lnTo>
                <a:lnTo>
                  <a:pt x="513" y="262"/>
                </a:lnTo>
                <a:lnTo>
                  <a:pt x="513" y="261"/>
                </a:lnTo>
                <a:lnTo>
                  <a:pt x="513" y="260"/>
                </a:lnTo>
                <a:lnTo>
                  <a:pt x="514" y="260"/>
                </a:lnTo>
                <a:lnTo>
                  <a:pt x="514" y="261"/>
                </a:lnTo>
                <a:lnTo>
                  <a:pt x="515" y="261"/>
                </a:lnTo>
                <a:lnTo>
                  <a:pt x="515" y="259"/>
                </a:lnTo>
                <a:lnTo>
                  <a:pt x="514" y="258"/>
                </a:lnTo>
                <a:lnTo>
                  <a:pt x="514" y="257"/>
                </a:lnTo>
                <a:lnTo>
                  <a:pt x="513" y="256"/>
                </a:lnTo>
                <a:lnTo>
                  <a:pt x="512" y="256"/>
                </a:lnTo>
                <a:lnTo>
                  <a:pt x="512" y="255"/>
                </a:lnTo>
                <a:lnTo>
                  <a:pt x="511" y="255"/>
                </a:lnTo>
                <a:lnTo>
                  <a:pt x="510" y="254"/>
                </a:lnTo>
                <a:lnTo>
                  <a:pt x="510" y="253"/>
                </a:lnTo>
                <a:lnTo>
                  <a:pt x="509" y="253"/>
                </a:lnTo>
                <a:lnTo>
                  <a:pt x="509" y="254"/>
                </a:lnTo>
                <a:lnTo>
                  <a:pt x="508" y="253"/>
                </a:lnTo>
                <a:lnTo>
                  <a:pt x="507" y="252"/>
                </a:lnTo>
                <a:lnTo>
                  <a:pt x="508" y="250"/>
                </a:lnTo>
                <a:lnTo>
                  <a:pt x="509" y="250"/>
                </a:lnTo>
                <a:lnTo>
                  <a:pt x="509" y="249"/>
                </a:lnTo>
                <a:lnTo>
                  <a:pt x="510" y="247"/>
                </a:lnTo>
                <a:lnTo>
                  <a:pt x="509" y="246"/>
                </a:lnTo>
                <a:lnTo>
                  <a:pt x="508" y="245"/>
                </a:lnTo>
                <a:lnTo>
                  <a:pt x="508" y="243"/>
                </a:lnTo>
                <a:lnTo>
                  <a:pt x="507" y="243"/>
                </a:lnTo>
                <a:lnTo>
                  <a:pt x="506" y="242"/>
                </a:lnTo>
                <a:lnTo>
                  <a:pt x="505" y="242"/>
                </a:lnTo>
                <a:lnTo>
                  <a:pt x="504" y="242"/>
                </a:lnTo>
                <a:lnTo>
                  <a:pt x="503" y="241"/>
                </a:lnTo>
                <a:lnTo>
                  <a:pt x="502" y="242"/>
                </a:lnTo>
                <a:lnTo>
                  <a:pt x="501" y="242"/>
                </a:lnTo>
                <a:lnTo>
                  <a:pt x="500" y="241"/>
                </a:lnTo>
                <a:lnTo>
                  <a:pt x="500" y="240"/>
                </a:lnTo>
                <a:lnTo>
                  <a:pt x="500" y="239"/>
                </a:lnTo>
                <a:lnTo>
                  <a:pt x="498" y="239"/>
                </a:lnTo>
                <a:lnTo>
                  <a:pt x="498" y="240"/>
                </a:lnTo>
                <a:lnTo>
                  <a:pt x="498" y="241"/>
                </a:lnTo>
                <a:lnTo>
                  <a:pt x="498" y="242"/>
                </a:lnTo>
                <a:lnTo>
                  <a:pt x="496" y="242"/>
                </a:lnTo>
                <a:lnTo>
                  <a:pt x="496" y="241"/>
                </a:lnTo>
                <a:lnTo>
                  <a:pt x="496" y="240"/>
                </a:lnTo>
                <a:lnTo>
                  <a:pt x="496" y="239"/>
                </a:lnTo>
                <a:lnTo>
                  <a:pt x="495" y="239"/>
                </a:lnTo>
                <a:lnTo>
                  <a:pt x="494" y="238"/>
                </a:lnTo>
                <a:lnTo>
                  <a:pt x="493" y="237"/>
                </a:lnTo>
                <a:lnTo>
                  <a:pt x="493" y="236"/>
                </a:lnTo>
                <a:lnTo>
                  <a:pt x="493" y="235"/>
                </a:lnTo>
                <a:lnTo>
                  <a:pt x="490" y="235"/>
                </a:lnTo>
                <a:lnTo>
                  <a:pt x="489" y="236"/>
                </a:lnTo>
                <a:lnTo>
                  <a:pt x="487" y="236"/>
                </a:lnTo>
                <a:lnTo>
                  <a:pt x="488" y="236"/>
                </a:lnTo>
                <a:lnTo>
                  <a:pt x="488" y="235"/>
                </a:lnTo>
                <a:lnTo>
                  <a:pt x="487" y="235"/>
                </a:lnTo>
                <a:lnTo>
                  <a:pt x="486" y="235"/>
                </a:lnTo>
                <a:lnTo>
                  <a:pt x="486" y="234"/>
                </a:lnTo>
                <a:lnTo>
                  <a:pt x="485" y="234"/>
                </a:lnTo>
                <a:lnTo>
                  <a:pt x="484" y="235"/>
                </a:lnTo>
                <a:lnTo>
                  <a:pt x="483" y="236"/>
                </a:lnTo>
                <a:lnTo>
                  <a:pt x="483" y="235"/>
                </a:lnTo>
                <a:lnTo>
                  <a:pt x="482" y="235"/>
                </a:lnTo>
                <a:lnTo>
                  <a:pt x="481" y="235"/>
                </a:lnTo>
                <a:lnTo>
                  <a:pt x="480" y="236"/>
                </a:lnTo>
                <a:lnTo>
                  <a:pt x="479" y="236"/>
                </a:lnTo>
                <a:lnTo>
                  <a:pt x="478" y="236"/>
                </a:lnTo>
                <a:lnTo>
                  <a:pt x="478" y="239"/>
                </a:lnTo>
                <a:lnTo>
                  <a:pt x="476" y="239"/>
                </a:lnTo>
                <a:lnTo>
                  <a:pt x="476" y="238"/>
                </a:lnTo>
                <a:lnTo>
                  <a:pt x="474" y="238"/>
                </a:lnTo>
                <a:lnTo>
                  <a:pt x="474" y="239"/>
                </a:lnTo>
                <a:lnTo>
                  <a:pt x="474" y="240"/>
                </a:lnTo>
                <a:lnTo>
                  <a:pt x="474" y="241"/>
                </a:lnTo>
                <a:lnTo>
                  <a:pt x="473" y="241"/>
                </a:lnTo>
                <a:lnTo>
                  <a:pt x="471" y="241"/>
                </a:lnTo>
                <a:lnTo>
                  <a:pt x="471" y="243"/>
                </a:lnTo>
                <a:lnTo>
                  <a:pt x="473" y="245"/>
                </a:lnTo>
                <a:lnTo>
                  <a:pt x="471" y="246"/>
                </a:lnTo>
                <a:lnTo>
                  <a:pt x="470" y="246"/>
                </a:lnTo>
                <a:lnTo>
                  <a:pt x="470" y="247"/>
                </a:lnTo>
                <a:lnTo>
                  <a:pt x="470" y="248"/>
                </a:lnTo>
                <a:lnTo>
                  <a:pt x="469" y="248"/>
                </a:lnTo>
                <a:lnTo>
                  <a:pt x="469" y="249"/>
                </a:lnTo>
                <a:lnTo>
                  <a:pt x="469" y="250"/>
                </a:lnTo>
                <a:lnTo>
                  <a:pt x="469" y="251"/>
                </a:lnTo>
                <a:lnTo>
                  <a:pt x="469" y="252"/>
                </a:lnTo>
                <a:lnTo>
                  <a:pt x="468" y="253"/>
                </a:lnTo>
                <a:lnTo>
                  <a:pt x="468" y="254"/>
                </a:lnTo>
                <a:lnTo>
                  <a:pt x="467" y="254"/>
                </a:lnTo>
                <a:lnTo>
                  <a:pt x="467" y="256"/>
                </a:lnTo>
                <a:lnTo>
                  <a:pt x="468" y="256"/>
                </a:lnTo>
                <a:lnTo>
                  <a:pt x="469" y="256"/>
                </a:lnTo>
                <a:lnTo>
                  <a:pt x="470" y="256"/>
                </a:lnTo>
                <a:lnTo>
                  <a:pt x="471" y="256"/>
                </a:lnTo>
                <a:lnTo>
                  <a:pt x="471" y="257"/>
                </a:lnTo>
                <a:lnTo>
                  <a:pt x="473" y="257"/>
                </a:lnTo>
                <a:lnTo>
                  <a:pt x="474" y="257"/>
                </a:lnTo>
                <a:lnTo>
                  <a:pt x="475" y="256"/>
                </a:lnTo>
                <a:lnTo>
                  <a:pt x="476" y="256"/>
                </a:lnTo>
                <a:lnTo>
                  <a:pt x="476" y="257"/>
                </a:lnTo>
                <a:lnTo>
                  <a:pt x="477" y="259"/>
                </a:lnTo>
                <a:lnTo>
                  <a:pt x="476" y="259"/>
                </a:lnTo>
                <a:lnTo>
                  <a:pt x="476" y="260"/>
                </a:lnTo>
                <a:lnTo>
                  <a:pt x="475" y="261"/>
                </a:lnTo>
                <a:lnTo>
                  <a:pt x="474" y="261"/>
                </a:lnTo>
                <a:lnTo>
                  <a:pt x="474" y="262"/>
                </a:lnTo>
                <a:lnTo>
                  <a:pt x="475" y="262"/>
                </a:lnTo>
                <a:lnTo>
                  <a:pt x="475" y="265"/>
                </a:lnTo>
                <a:lnTo>
                  <a:pt x="475" y="266"/>
                </a:lnTo>
                <a:lnTo>
                  <a:pt x="474" y="266"/>
                </a:lnTo>
                <a:lnTo>
                  <a:pt x="473" y="265"/>
                </a:lnTo>
                <a:lnTo>
                  <a:pt x="471" y="265"/>
                </a:lnTo>
                <a:lnTo>
                  <a:pt x="470" y="265"/>
                </a:lnTo>
                <a:lnTo>
                  <a:pt x="469" y="266"/>
                </a:lnTo>
                <a:lnTo>
                  <a:pt x="469" y="267"/>
                </a:lnTo>
                <a:lnTo>
                  <a:pt x="470" y="267"/>
                </a:lnTo>
                <a:lnTo>
                  <a:pt x="470" y="268"/>
                </a:lnTo>
                <a:lnTo>
                  <a:pt x="471" y="269"/>
                </a:lnTo>
                <a:lnTo>
                  <a:pt x="471" y="270"/>
                </a:lnTo>
                <a:lnTo>
                  <a:pt x="473" y="270"/>
                </a:lnTo>
                <a:lnTo>
                  <a:pt x="473" y="271"/>
                </a:lnTo>
                <a:lnTo>
                  <a:pt x="473" y="272"/>
                </a:lnTo>
                <a:lnTo>
                  <a:pt x="473" y="273"/>
                </a:lnTo>
                <a:lnTo>
                  <a:pt x="473" y="274"/>
                </a:lnTo>
                <a:lnTo>
                  <a:pt x="474" y="275"/>
                </a:lnTo>
                <a:lnTo>
                  <a:pt x="473" y="275"/>
                </a:lnTo>
                <a:lnTo>
                  <a:pt x="473" y="276"/>
                </a:lnTo>
                <a:lnTo>
                  <a:pt x="474" y="277"/>
                </a:lnTo>
                <a:lnTo>
                  <a:pt x="473" y="277"/>
                </a:lnTo>
                <a:lnTo>
                  <a:pt x="473" y="278"/>
                </a:lnTo>
                <a:lnTo>
                  <a:pt x="474" y="279"/>
                </a:lnTo>
                <a:lnTo>
                  <a:pt x="475" y="280"/>
                </a:lnTo>
                <a:lnTo>
                  <a:pt x="475" y="281"/>
                </a:lnTo>
                <a:lnTo>
                  <a:pt x="475" y="282"/>
                </a:lnTo>
                <a:lnTo>
                  <a:pt x="476" y="283"/>
                </a:lnTo>
                <a:lnTo>
                  <a:pt x="476" y="284"/>
                </a:lnTo>
                <a:lnTo>
                  <a:pt x="477" y="285"/>
                </a:lnTo>
                <a:lnTo>
                  <a:pt x="477" y="286"/>
                </a:lnTo>
                <a:lnTo>
                  <a:pt x="476" y="286"/>
                </a:lnTo>
                <a:lnTo>
                  <a:pt x="475" y="286"/>
                </a:lnTo>
                <a:lnTo>
                  <a:pt x="475" y="287"/>
                </a:lnTo>
                <a:lnTo>
                  <a:pt x="473" y="286"/>
                </a:lnTo>
                <a:lnTo>
                  <a:pt x="471" y="286"/>
                </a:lnTo>
                <a:lnTo>
                  <a:pt x="469" y="286"/>
                </a:lnTo>
                <a:lnTo>
                  <a:pt x="469" y="287"/>
                </a:lnTo>
                <a:lnTo>
                  <a:pt x="469" y="288"/>
                </a:lnTo>
                <a:lnTo>
                  <a:pt x="468" y="288"/>
                </a:lnTo>
                <a:lnTo>
                  <a:pt x="467" y="287"/>
                </a:lnTo>
                <a:lnTo>
                  <a:pt x="466" y="287"/>
                </a:lnTo>
                <a:lnTo>
                  <a:pt x="466" y="288"/>
                </a:lnTo>
                <a:lnTo>
                  <a:pt x="464" y="288"/>
                </a:lnTo>
                <a:lnTo>
                  <a:pt x="463" y="288"/>
                </a:lnTo>
                <a:lnTo>
                  <a:pt x="463" y="287"/>
                </a:lnTo>
                <a:lnTo>
                  <a:pt x="462" y="288"/>
                </a:lnTo>
                <a:lnTo>
                  <a:pt x="461" y="288"/>
                </a:lnTo>
                <a:lnTo>
                  <a:pt x="460" y="288"/>
                </a:lnTo>
                <a:lnTo>
                  <a:pt x="460" y="287"/>
                </a:lnTo>
                <a:lnTo>
                  <a:pt x="459" y="287"/>
                </a:lnTo>
                <a:lnTo>
                  <a:pt x="459" y="288"/>
                </a:lnTo>
                <a:lnTo>
                  <a:pt x="458" y="288"/>
                </a:lnTo>
                <a:lnTo>
                  <a:pt x="456" y="289"/>
                </a:lnTo>
                <a:lnTo>
                  <a:pt x="455" y="289"/>
                </a:lnTo>
                <a:lnTo>
                  <a:pt x="455" y="291"/>
                </a:lnTo>
                <a:lnTo>
                  <a:pt x="455" y="292"/>
                </a:lnTo>
                <a:lnTo>
                  <a:pt x="454" y="292"/>
                </a:lnTo>
                <a:lnTo>
                  <a:pt x="455" y="293"/>
                </a:lnTo>
                <a:lnTo>
                  <a:pt x="454" y="293"/>
                </a:lnTo>
                <a:lnTo>
                  <a:pt x="454" y="294"/>
                </a:lnTo>
                <a:lnTo>
                  <a:pt x="453" y="293"/>
                </a:lnTo>
                <a:lnTo>
                  <a:pt x="452" y="293"/>
                </a:lnTo>
                <a:lnTo>
                  <a:pt x="451" y="292"/>
                </a:lnTo>
                <a:lnTo>
                  <a:pt x="450" y="293"/>
                </a:lnTo>
                <a:lnTo>
                  <a:pt x="449" y="294"/>
                </a:lnTo>
                <a:lnTo>
                  <a:pt x="450" y="295"/>
                </a:lnTo>
                <a:lnTo>
                  <a:pt x="450" y="297"/>
                </a:lnTo>
                <a:lnTo>
                  <a:pt x="449" y="298"/>
                </a:lnTo>
                <a:lnTo>
                  <a:pt x="450" y="298"/>
                </a:lnTo>
                <a:lnTo>
                  <a:pt x="450" y="299"/>
                </a:lnTo>
                <a:lnTo>
                  <a:pt x="450" y="300"/>
                </a:lnTo>
                <a:lnTo>
                  <a:pt x="449" y="300"/>
                </a:lnTo>
                <a:lnTo>
                  <a:pt x="448" y="300"/>
                </a:lnTo>
                <a:lnTo>
                  <a:pt x="448" y="299"/>
                </a:lnTo>
                <a:lnTo>
                  <a:pt x="447" y="299"/>
                </a:lnTo>
                <a:lnTo>
                  <a:pt x="447" y="300"/>
                </a:lnTo>
                <a:lnTo>
                  <a:pt x="447" y="301"/>
                </a:lnTo>
                <a:lnTo>
                  <a:pt x="447" y="302"/>
                </a:lnTo>
                <a:lnTo>
                  <a:pt x="447" y="304"/>
                </a:lnTo>
                <a:lnTo>
                  <a:pt x="448" y="304"/>
                </a:lnTo>
                <a:lnTo>
                  <a:pt x="448" y="305"/>
                </a:lnTo>
                <a:lnTo>
                  <a:pt x="447" y="305"/>
                </a:lnTo>
                <a:lnTo>
                  <a:pt x="446" y="306"/>
                </a:lnTo>
                <a:lnTo>
                  <a:pt x="446" y="307"/>
                </a:lnTo>
                <a:lnTo>
                  <a:pt x="447" y="308"/>
                </a:lnTo>
                <a:lnTo>
                  <a:pt x="448" y="308"/>
                </a:lnTo>
                <a:lnTo>
                  <a:pt x="448" y="307"/>
                </a:lnTo>
                <a:lnTo>
                  <a:pt x="449" y="307"/>
                </a:lnTo>
                <a:lnTo>
                  <a:pt x="449" y="308"/>
                </a:lnTo>
                <a:lnTo>
                  <a:pt x="449" y="309"/>
                </a:lnTo>
                <a:lnTo>
                  <a:pt x="450" y="310"/>
                </a:lnTo>
                <a:lnTo>
                  <a:pt x="450" y="311"/>
                </a:lnTo>
                <a:lnTo>
                  <a:pt x="451" y="311"/>
                </a:lnTo>
                <a:lnTo>
                  <a:pt x="451" y="312"/>
                </a:lnTo>
                <a:lnTo>
                  <a:pt x="451" y="313"/>
                </a:lnTo>
                <a:lnTo>
                  <a:pt x="451" y="314"/>
                </a:lnTo>
                <a:lnTo>
                  <a:pt x="451" y="315"/>
                </a:lnTo>
                <a:lnTo>
                  <a:pt x="450" y="315"/>
                </a:lnTo>
                <a:lnTo>
                  <a:pt x="449" y="315"/>
                </a:lnTo>
                <a:lnTo>
                  <a:pt x="448" y="315"/>
                </a:lnTo>
                <a:lnTo>
                  <a:pt x="448" y="316"/>
                </a:lnTo>
                <a:lnTo>
                  <a:pt x="449" y="317"/>
                </a:lnTo>
                <a:lnTo>
                  <a:pt x="449" y="318"/>
                </a:lnTo>
                <a:lnTo>
                  <a:pt x="449" y="319"/>
                </a:lnTo>
                <a:lnTo>
                  <a:pt x="448" y="319"/>
                </a:lnTo>
                <a:lnTo>
                  <a:pt x="448" y="320"/>
                </a:lnTo>
                <a:lnTo>
                  <a:pt x="448" y="321"/>
                </a:lnTo>
                <a:lnTo>
                  <a:pt x="447" y="322"/>
                </a:lnTo>
                <a:lnTo>
                  <a:pt x="447" y="323"/>
                </a:lnTo>
                <a:lnTo>
                  <a:pt x="446" y="323"/>
                </a:lnTo>
                <a:lnTo>
                  <a:pt x="447" y="323"/>
                </a:lnTo>
                <a:lnTo>
                  <a:pt x="448" y="323"/>
                </a:lnTo>
                <a:lnTo>
                  <a:pt x="447" y="324"/>
                </a:lnTo>
                <a:lnTo>
                  <a:pt x="446" y="324"/>
                </a:lnTo>
                <a:lnTo>
                  <a:pt x="446" y="325"/>
                </a:lnTo>
                <a:lnTo>
                  <a:pt x="446" y="324"/>
                </a:lnTo>
                <a:lnTo>
                  <a:pt x="445" y="325"/>
                </a:lnTo>
                <a:lnTo>
                  <a:pt x="444" y="325"/>
                </a:lnTo>
                <a:lnTo>
                  <a:pt x="444" y="326"/>
                </a:lnTo>
                <a:lnTo>
                  <a:pt x="445" y="327"/>
                </a:lnTo>
                <a:lnTo>
                  <a:pt x="445" y="328"/>
                </a:lnTo>
                <a:lnTo>
                  <a:pt x="445" y="329"/>
                </a:lnTo>
                <a:lnTo>
                  <a:pt x="446" y="330"/>
                </a:lnTo>
                <a:lnTo>
                  <a:pt x="445" y="331"/>
                </a:lnTo>
                <a:lnTo>
                  <a:pt x="444" y="331"/>
                </a:lnTo>
                <a:lnTo>
                  <a:pt x="444" y="332"/>
                </a:lnTo>
                <a:lnTo>
                  <a:pt x="443" y="331"/>
                </a:lnTo>
                <a:lnTo>
                  <a:pt x="442" y="331"/>
                </a:lnTo>
                <a:lnTo>
                  <a:pt x="442" y="332"/>
                </a:lnTo>
                <a:lnTo>
                  <a:pt x="440" y="332"/>
                </a:lnTo>
                <a:lnTo>
                  <a:pt x="440" y="331"/>
                </a:lnTo>
                <a:lnTo>
                  <a:pt x="440" y="332"/>
                </a:lnTo>
                <a:lnTo>
                  <a:pt x="437" y="333"/>
                </a:lnTo>
                <a:lnTo>
                  <a:pt x="436" y="333"/>
                </a:lnTo>
                <a:lnTo>
                  <a:pt x="435" y="333"/>
                </a:lnTo>
                <a:lnTo>
                  <a:pt x="434" y="334"/>
                </a:lnTo>
                <a:lnTo>
                  <a:pt x="433" y="335"/>
                </a:lnTo>
                <a:lnTo>
                  <a:pt x="433" y="336"/>
                </a:lnTo>
                <a:lnTo>
                  <a:pt x="434" y="336"/>
                </a:lnTo>
                <a:lnTo>
                  <a:pt x="433" y="336"/>
                </a:lnTo>
                <a:lnTo>
                  <a:pt x="432" y="337"/>
                </a:lnTo>
                <a:lnTo>
                  <a:pt x="431" y="337"/>
                </a:lnTo>
                <a:lnTo>
                  <a:pt x="429" y="337"/>
                </a:lnTo>
                <a:lnTo>
                  <a:pt x="429" y="338"/>
                </a:lnTo>
                <a:lnTo>
                  <a:pt x="427" y="337"/>
                </a:lnTo>
                <a:lnTo>
                  <a:pt x="427" y="336"/>
                </a:lnTo>
                <a:lnTo>
                  <a:pt x="426" y="336"/>
                </a:lnTo>
                <a:lnTo>
                  <a:pt x="425" y="336"/>
                </a:lnTo>
                <a:lnTo>
                  <a:pt x="424" y="336"/>
                </a:lnTo>
                <a:lnTo>
                  <a:pt x="424" y="337"/>
                </a:lnTo>
                <a:lnTo>
                  <a:pt x="423" y="336"/>
                </a:lnTo>
                <a:lnTo>
                  <a:pt x="422" y="336"/>
                </a:lnTo>
                <a:lnTo>
                  <a:pt x="421" y="336"/>
                </a:lnTo>
                <a:lnTo>
                  <a:pt x="420" y="336"/>
                </a:lnTo>
                <a:lnTo>
                  <a:pt x="419" y="336"/>
                </a:lnTo>
                <a:lnTo>
                  <a:pt x="418" y="335"/>
                </a:lnTo>
                <a:lnTo>
                  <a:pt x="417" y="335"/>
                </a:lnTo>
                <a:lnTo>
                  <a:pt x="417" y="334"/>
                </a:lnTo>
                <a:lnTo>
                  <a:pt x="417" y="333"/>
                </a:lnTo>
                <a:lnTo>
                  <a:pt x="416" y="333"/>
                </a:lnTo>
                <a:lnTo>
                  <a:pt x="415" y="332"/>
                </a:lnTo>
                <a:lnTo>
                  <a:pt x="415" y="331"/>
                </a:lnTo>
                <a:lnTo>
                  <a:pt x="416" y="331"/>
                </a:lnTo>
                <a:lnTo>
                  <a:pt x="416" y="330"/>
                </a:lnTo>
                <a:lnTo>
                  <a:pt x="415" y="330"/>
                </a:lnTo>
                <a:lnTo>
                  <a:pt x="414" y="330"/>
                </a:lnTo>
                <a:lnTo>
                  <a:pt x="412" y="330"/>
                </a:lnTo>
                <a:lnTo>
                  <a:pt x="412" y="331"/>
                </a:lnTo>
                <a:lnTo>
                  <a:pt x="411" y="331"/>
                </a:lnTo>
                <a:lnTo>
                  <a:pt x="410" y="331"/>
                </a:lnTo>
                <a:lnTo>
                  <a:pt x="409" y="332"/>
                </a:lnTo>
                <a:lnTo>
                  <a:pt x="410" y="333"/>
                </a:lnTo>
                <a:lnTo>
                  <a:pt x="410" y="334"/>
                </a:lnTo>
                <a:lnTo>
                  <a:pt x="409" y="335"/>
                </a:lnTo>
                <a:lnTo>
                  <a:pt x="409" y="337"/>
                </a:lnTo>
                <a:lnTo>
                  <a:pt x="410" y="337"/>
                </a:lnTo>
                <a:lnTo>
                  <a:pt x="411" y="337"/>
                </a:lnTo>
                <a:lnTo>
                  <a:pt x="411" y="338"/>
                </a:lnTo>
                <a:lnTo>
                  <a:pt x="411" y="339"/>
                </a:lnTo>
                <a:lnTo>
                  <a:pt x="411" y="340"/>
                </a:lnTo>
                <a:lnTo>
                  <a:pt x="411" y="342"/>
                </a:lnTo>
                <a:lnTo>
                  <a:pt x="412" y="342"/>
                </a:lnTo>
                <a:lnTo>
                  <a:pt x="412" y="343"/>
                </a:lnTo>
                <a:lnTo>
                  <a:pt x="411" y="344"/>
                </a:lnTo>
                <a:lnTo>
                  <a:pt x="410" y="344"/>
                </a:lnTo>
                <a:lnTo>
                  <a:pt x="409" y="343"/>
                </a:lnTo>
                <a:lnTo>
                  <a:pt x="409" y="344"/>
                </a:lnTo>
                <a:lnTo>
                  <a:pt x="409" y="345"/>
                </a:lnTo>
                <a:lnTo>
                  <a:pt x="409" y="346"/>
                </a:lnTo>
                <a:lnTo>
                  <a:pt x="408" y="346"/>
                </a:lnTo>
                <a:lnTo>
                  <a:pt x="408" y="347"/>
                </a:lnTo>
                <a:lnTo>
                  <a:pt x="408" y="348"/>
                </a:lnTo>
                <a:lnTo>
                  <a:pt x="409" y="348"/>
                </a:lnTo>
                <a:lnTo>
                  <a:pt x="410" y="348"/>
                </a:lnTo>
                <a:lnTo>
                  <a:pt x="411" y="349"/>
                </a:lnTo>
                <a:lnTo>
                  <a:pt x="412" y="350"/>
                </a:lnTo>
                <a:lnTo>
                  <a:pt x="412" y="351"/>
                </a:lnTo>
                <a:lnTo>
                  <a:pt x="413" y="351"/>
                </a:lnTo>
                <a:lnTo>
                  <a:pt x="413" y="352"/>
                </a:lnTo>
                <a:lnTo>
                  <a:pt x="414" y="352"/>
                </a:lnTo>
                <a:lnTo>
                  <a:pt x="415" y="352"/>
                </a:lnTo>
                <a:lnTo>
                  <a:pt x="417" y="352"/>
                </a:lnTo>
                <a:lnTo>
                  <a:pt x="419" y="352"/>
                </a:lnTo>
                <a:lnTo>
                  <a:pt x="420" y="352"/>
                </a:lnTo>
                <a:lnTo>
                  <a:pt x="421" y="352"/>
                </a:lnTo>
                <a:lnTo>
                  <a:pt x="422" y="352"/>
                </a:lnTo>
                <a:lnTo>
                  <a:pt x="422" y="353"/>
                </a:lnTo>
                <a:lnTo>
                  <a:pt x="422" y="354"/>
                </a:lnTo>
                <a:lnTo>
                  <a:pt x="421" y="354"/>
                </a:lnTo>
                <a:lnTo>
                  <a:pt x="420" y="354"/>
                </a:lnTo>
                <a:lnTo>
                  <a:pt x="420" y="355"/>
                </a:lnTo>
                <a:lnTo>
                  <a:pt x="421" y="355"/>
                </a:lnTo>
                <a:lnTo>
                  <a:pt x="422" y="355"/>
                </a:lnTo>
                <a:lnTo>
                  <a:pt x="424" y="355"/>
                </a:lnTo>
                <a:lnTo>
                  <a:pt x="425" y="355"/>
                </a:lnTo>
                <a:lnTo>
                  <a:pt x="426" y="355"/>
                </a:lnTo>
                <a:lnTo>
                  <a:pt x="426" y="356"/>
                </a:lnTo>
                <a:lnTo>
                  <a:pt x="427" y="356"/>
                </a:lnTo>
                <a:lnTo>
                  <a:pt x="428" y="356"/>
                </a:lnTo>
                <a:lnTo>
                  <a:pt x="429" y="356"/>
                </a:lnTo>
                <a:lnTo>
                  <a:pt x="430" y="356"/>
                </a:lnTo>
                <a:lnTo>
                  <a:pt x="431" y="356"/>
                </a:lnTo>
                <a:lnTo>
                  <a:pt x="431" y="357"/>
                </a:lnTo>
                <a:lnTo>
                  <a:pt x="431" y="358"/>
                </a:lnTo>
                <a:lnTo>
                  <a:pt x="432" y="358"/>
                </a:lnTo>
                <a:lnTo>
                  <a:pt x="432" y="359"/>
                </a:lnTo>
                <a:lnTo>
                  <a:pt x="433" y="360"/>
                </a:lnTo>
                <a:lnTo>
                  <a:pt x="434" y="360"/>
                </a:lnTo>
                <a:lnTo>
                  <a:pt x="436" y="360"/>
                </a:lnTo>
                <a:lnTo>
                  <a:pt x="437" y="361"/>
                </a:lnTo>
                <a:lnTo>
                  <a:pt x="436" y="362"/>
                </a:lnTo>
                <a:lnTo>
                  <a:pt x="435" y="362"/>
                </a:lnTo>
                <a:lnTo>
                  <a:pt x="435" y="363"/>
                </a:lnTo>
                <a:lnTo>
                  <a:pt x="436" y="363"/>
                </a:lnTo>
                <a:lnTo>
                  <a:pt x="436" y="364"/>
                </a:lnTo>
                <a:lnTo>
                  <a:pt x="435" y="364"/>
                </a:lnTo>
                <a:lnTo>
                  <a:pt x="435" y="365"/>
                </a:lnTo>
                <a:lnTo>
                  <a:pt x="436" y="366"/>
                </a:lnTo>
                <a:lnTo>
                  <a:pt x="437" y="366"/>
                </a:lnTo>
                <a:lnTo>
                  <a:pt x="437" y="367"/>
                </a:lnTo>
                <a:lnTo>
                  <a:pt x="436" y="367"/>
                </a:lnTo>
                <a:lnTo>
                  <a:pt x="435" y="367"/>
                </a:lnTo>
                <a:lnTo>
                  <a:pt x="434" y="367"/>
                </a:lnTo>
                <a:lnTo>
                  <a:pt x="434" y="368"/>
                </a:lnTo>
                <a:lnTo>
                  <a:pt x="435" y="368"/>
                </a:lnTo>
                <a:lnTo>
                  <a:pt x="435" y="369"/>
                </a:lnTo>
                <a:lnTo>
                  <a:pt x="435" y="370"/>
                </a:lnTo>
                <a:lnTo>
                  <a:pt x="434" y="372"/>
                </a:lnTo>
                <a:lnTo>
                  <a:pt x="434" y="373"/>
                </a:lnTo>
                <a:lnTo>
                  <a:pt x="435" y="374"/>
                </a:lnTo>
                <a:lnTo>
                  <a:pt x="434" y="376"/>
                </a:lnTo>
                <a:lnTo>
                  <a:pt x="434" y="378"/>
                </a:lnTo>
                <a:lnTo>
                  <a:pt x="435" y="378"/>
                </a:lnTo>
                <a:lnTo>
                  <a:pt x="435" y="379"/>
                </a:lnTo>
                <a:lnTo>
                  <a:pt x="434" y="379"/>
                </a:lnTo>
                <a:lnTo>
                  <a:pt x="434" y="380"/>
                </a:lnTo>
                <a:lnTo>
                  <a:pt x="435" y="380"/>
                </a:lnTo>
                <a:lnTo>
                  <a:pt x="436" y="379"/>
                </a:lnTo>
                <a:lnTo>
                  <a:pt x="437" y="379"/>
                </a:lnTo>
                <a:lnTo>
                  <a:pt x="437" y="380"/>
                </a:lnTo>
                <a:lnTo>
                  <a:pt x="437" y="381"/>
                </a:lnTo>
                <a:lnTo>
                  <a:pt x="436" y="381"/>
                </a:lnTo>
                <a:lnTo>
                  <a:pt x="436" y="382"/>
                </a:lnTo>
                <a:lnTo>
                  <a:pt x="436" y="383"/>
                </a:lnTo>
                <a:lnTo>
                  <a:pt x="437" y="384"/>
                </a:lnTo>
                <a:lnTo>
                  <a:pt x="436" y="384"/>
                </a:lnTo>
                <a:lnTo>
                  <a:pt x="437" y="385"/>
                </a:lnTo>
                <a:lnTo>
                  <a:pt x="436" y="385"/>
                </a:lnTo>
                <a:lnTo>
                  <a:pt x="435" y="386"/>
                </a:lnTo>
                <a:lnTo>
                  <a:pt x="436" y="386"/>
                </a:lnTo>
                <a:lnTo>
                  <a:pt x="436" y="387"/>
                </a:lnTo>
                <a:lnTo>
                  <a:pt x="437" y="387"/>
                </a:lnTo>
                <a:lnTo>
                  <a:pt x="438" y="388"/>
                </a:lnTo>
                <a:lnTo>
                  <a:pt x="438" y="387"/>
                </a:lnTo>
                <a:lnTo>
                  <a:pt x="439" y="387"/>
                </a:lnTo>
                <a:lnTo>
                  <a:pt x="440" y="387"/>
                </a:lnTo>
                <a:lnTo>
                  <a:pt x="441" y="387"/>
                </a:lnTo>
                <a:lnTo>
                  <a:pt x="442" y="387"/>
                </a:lnTo>
                <a:lnTo>
                  <a:pt x="441" y="387"/>
                </a:lnTo>
                <a:lnTo>
                  <a:pt x="441" y="388"/>
                </a:lnTo>
                <a:lnTo>
                  <a:pt x="442" y="388"/>
                </a:lnTo>
                <a:lnTo>
                  <a:pt x="443" y="388"/>
                </a:lnTo>
                <a:lnTo>
                  <a:pt x="444" y="388"/>
                </a:lnTo>
                <a:lnTo>
                  <a:pt x="444" y="387"/>
                </a:lnTo>
                <a:lnTo>
                  <a:pt x="443" y="387"/>
                </a:lnTo>
                <a:lnTo>
                  <a:pt x="444" y="387"/>
                </a:lnTo>
                <a:lnTo>
                  <a:pt x="445" y="387"/>
                </a:lnTo>
                <a:lnTo>
                  <a:pt x="445" y="388"/>
                </a:lnTo>
                <a:lnTo>
                  <a:pt x="446" y="388"/>
                </a:lnTo>
                <a:lnTo>
                  <a:pt x="445" y="390"/>
                </a:lnTo>
                <a:lnTo>
                  <a:pt x="445" y="391"/>
                </a:lnTo>
                <a:lnTo>
                  <a:pt x="446" y="391"/>
                </a:lnTo>
                <a:lnTo>
                  <a:pt x="447" y="391"/>
                </a:lnTo>
                <a:lnTo>
                  <a:pt x="448" y="390"/>
                </a:lnTo>
                <a:lnTo>
                  <a:pt x="453" y="389"/>
                </a:lnTo>
                <a:lnTo>
                  <a:pt x="454" y="389"/>
                </a:lnTo>
                <a:lnTo>
                  <a:pt x="455" y="389"/>
                </a:lnTo>
                <a:lnTo>
                  <a:pt x="455" y="391"/>
                </a:lnTo>
                <a:lnTo>
                  <a:pt x="456" y="391"/>
                </a:lnTo>
                <a:lnTo>
                  <a:pt x="457" y="391"/>
                </a:lnTo>
                <a:lnTo>
                  <a:pt x="458" y="391"/>
                </a:lnTo>
                <a:lnTo>
                  <a:pt x="458" y="392"/>
                </a:lnTo>
                <a:lnTo>
                  <a:pt x="458" y="393"/>
                </a:lnTo>
                <a:lnTo>
                  <a:pt x="457" y="393"/>
                </a:lnTo>
                <a:lnTo>
                  <a:pt x="458" y="393"/>
                </a:lnTo>
                <a:lnTo>
                  <a:pt x="458" y="394"/>
                </a:lnTo>
                <a:lnTo>
                  <a:pt x="459" y="394"/>
                </a:lnTo>
                <a:lnTo>
                  <a:pt x="460" y="394"/>
                </a:lnTo>
                <a:lnTo>
                  <a:pt x="460" y="395"/>
                </a:lnTo>
                <a:lnTo>
                  <a:pt x="461" y="395"/>
                </a:lnTo>
                <a:lnTo>
                  <a:pt x="461" y="394"/>
                </a:lnTo>
                <a:lnTo>
                  <a:pt x="461" y="395"/>
                </a:lnTo>
                <a:lnTo>
                  <a:pt x="462" y="395"/>
                </a:lnTo>
                <a:lnTo>
                  <a:pt x="462" y="396"/>
                </a:lnTo>
                <a:lnTo>
                  <a:pt x="462" y="397"/>
                </a:lnTo>
                <a:lnTo>
                  <a:pt x="463" y="397"/>
                </a:lnTo>
                <a:lnTo>
                  <a:pt x="463" y="398"/>
                </a:lnTo>
                <a:lnTo>
                  <a:pt x="464" y="400"/>
                </a:lnTo>
                <a:lnTo>
                  <a:pt x="464" y="401"/>
                </a:lnTo>
                <a:lnTo>
                  <a:pt x="465" y="401"/>
                </a:lnTo>
                <a:lnTo>
                  <a:pt x="465" y="402"/>
                </a:lnTo>
                <a:lnTo>
                  <a:pt x="466" y="402"/>
                </a:lnTo>
                <a:lnTo>
                  <a:pt x="466" y="403"/>
                </a:lnTo>
                <a:lnTo>
                  <a:pt x="467" y="403"/>
                </a:lnTo>
                <a:lnTo>
                  <a:pt x="467" y="404"/>
                </a:lnTo>
                <a:lnTo>
                  <a:pt x="468" y="404"/>
                </a:lnTo>
                <a:lnTo>
                  <a:pt x="469" y="404"/>
                </a:lnTo>
                <a:lnTo>
                  <a:pt x="469" y="405"/>
                </a:lnTo>
                <a:lnTo>
                  <a:pt x="470" y="405"/>
                </a:lnTo>
                <a:lnTo>
                  <a:pt x="469" y="405"/>
                </a:lnTo>
                <a:lnTo>
                  <a:pt x="469" y="406"/>
                </a:lnTo>
                <a:lnTo>
                  <a:pt x="468" y="406"/>
                </a:lnTo>
                <a:lnTo>
                  <a:pt x="468" y="405"/>
                </a:lnTo>
                <a:lnTo>
                  <a:pt x="468" y="406"/>
                </a:lnTo>
                <a:lnTo>
                  <a:pt x="469" y="406"/>
                </a:lnTo>
                <a:lnTo>
                  <a:pt x="470" y="406"/>
                </a:lnTo>
                <a:lnTo>
                  <a:pt x="471" y="405"/>
                </a:lnTo>
                <a:lnTo>
                  <a:pt x="471" y="404"/>
                </a:lnTo>
                <a:lnTo>
                  <a:pt x="473" y="404"/>
                </a:lnTo>
                <a:lnTo>
                  <a:pt x="474" y="404"/>
                </a:lnTo>
                <a:lnTo>
                  <a:pt x="474" y="405"/>
                </a:lnTo>
                <a:lnTo>
                  <a:pt x="475" y="405"/>
                </a:lnTo>
                <a:lnTo>
                  <a:pt x="475" y="406"/>
                </a:lnTo>
                <a:lnTo>
                  <a:pt x="476" y="406"/>
                </a:lnTo>
                <a:lnTo>
                  <a:pt x="477" y="405"/>
                </a:lnTo>
                <a:lnTo>
                  <a:pt x="478" y="405"/>
                </a:lnTo>
                <a:lnTo>
                  <a:pt x="478" y="404"/>
                </a:lnTo>
                <a:lnTo>
                  <a:pt x="478" y="405"/>
                </a:lnTo>
                <a:lnTo>
                  <a:pt x="478" y="406"/>
                </a:lnTo>
                <a:lnTo>
                  <a:pt x="479" y="406"/>
                </a:lnTo>
                <a:lnTo>
                  <a:pt x="479" y="405"/>
                </a:lnTo>
                <a:lnTo>
                  <a:pt x="480" y="405"/>
                </a:lnTo>
                <a:lnTo>
                  <a:pt x="481" y="402"/>
                </a:lnTo>
                <a:lnTo>
                  <a:pt x="481" y="401"/>
                </a:lnTo>
                <a:lnTo>
                  <a:pt x="480" y="401"/>
                </a:lnTo>
                <a:lnTo>
                  <a:pt x="480" y="400"/>
                </a:lnTo>
                <a:lnTo>
                  <a:pt x="482" y="400"/>
                </a:lnTo>
                <a:lnTo>
                  <a:pt x="482" y="399"/>
                </a:lnTo>
                <a:lnTo>
                  <a:pt x="482" y="398"/>
                </a:lnTo>
                <a:lnTo>
                  <a:pt x="482" y="397"/>
                </a:lnTo>
                <a:lnTo>
                  <a:pt x="483" y="397"/>
                </a:lnTo>
                <a:lnTo>
                  <a:pt x="483" y="398"/>
                </a:lnTo>
                <a:lnTo>
                  <a:pt x="484" y="398"/>
                </a:lnTo>
                <a:lnTo>
                  <a:pt x="485" y="398"/>
                </a:lnTo>
                <a:lnTo>
                  <a:pt x="486" y="399"/>
                </a:lnTo>
                <a:lnTo>
                  <a:pt x="487" y="399"/>
                </a:lnTo>
                <a:lnTo>
                  <a:pt x="488" y="398"/>
                </a:lnTo>
                <a:lnTo>
                  <a:pt x="488" y="397"/>
                </a:lnTo>
                <a:lnTo>
                  <a:pt x="488" y="396"/>
                </a:lnTo>
                <a:lnTo>
                  <a:pt x="489" y="396"/>
                </a:lnTo>
                <a:lnTo>
                  <a:pt x="489" y="397"/>
                </a:lnTo>
                <a:lnTo>
                  <a:pt x="490" y="397"/>
                </a:lnTo>
                <a:lnTo>
                  <a:pt x="490" y="398"/>
                </a:lnTo>
                <a:lnTo>
                  <a:pt x="490" y="399"/>
                </a:lnTo>
                <a:lnTo>
                  <a:pt x="490" y="400"/>
                </a:lnTo>
                <a:lnTo>
                  <a:pt x="491" y="399"/>
                </a:lnTo>
                <a:lnTo>
                  <a:pt x="491" y="398"/>
                </a:lnTo>
                <a:lnTo>
                  <a:pt x="492" y="398"/>
                </a:lnTo>
                <a:lnTo>
                  <a:pt x="493" y="397"/>
                </a:lnTo>
                <a:lnTo>
                  <a:pt x="493" y="396"/>
                </a:lnTo>
                <a:lnTo>
                  <a:pt x="494" y="396"/>
                </a:lnTo>
                <a:lnTo>
                  <a:pt x="495" y="396"/>
                </a:lnTo>
                <a:lnTo>
                  <a:pt x="495" y="395"/>
                </a:lnTo>
                <a:lnTo>
                  <a:pt x="495" y="394"/>
                </a:lnTo>
                <a:lnTo>
                  <a:pt x="495" y="393"/>
                </a:lnTo>
                <a:lnTo>
                  <a:pt x="496" y="393"/>
                </a:lnTo>
                <a:lnTo>
                  <a:pt x="497" y="393"/>
                </a:lnTo>
                <a:lnTo>
                  <a:pt x="497" y="392"/>
                </a:lnTo>
                <a:lnTo>
                  <a:pt x="498" y="391"/>
                </a:lnTo>
                <a:lnTo>
                  <a:pt x="499" y="390"/>
                </a:lnTo>
                <a:lnTo>
                  <a:pt x="499" y="389"/>
                </a:lnTo>
                <a:lnTo>
                  <a:pt x="500" y="389"/>
                </a:lnTo>
                <a:lnTo>
                  <a:pt x="500" y="388"/>
                </a:lnTo>
                <a:lnTo>
                  <a:pt x="501" y="389"/>
                </a:lnTo>
                <a:lnTo>
                  <a:pt x="502" y="389"/>
                </a:lnTo>
                <a:lnTo>
                  <a:pt x="503" y="390"/>
                </a:lnTo>
                <a:lnTo>
                  <a:pt x="502" y="390"/>
                </a:lnTo>
                <a:lnTo>
                  <a:pt x="502" y="389"/>
                </a:lnTo>
                <a:lnTo>
                  <a:pt x="501" y="389"/>
                </a:lnTo>
                <a:lnTo>
                  <a:pt x="501" y="390"/>
                </a:lnTo>
                <a:lnTo>
                  <a:pt x="500" y="391"/>
                </a:lnTo>
                <a:lnTo>
                  <a:pt x="499" y="391"/>
                </a:lnTo>
                <a:lnTo>
                  <a:pt x="499" y="392"/>
                </a:lnTo>
                <a:lnTo>
                  <a:pt x="498" y="392"/>
                </a:lnTo>
                <a:lnTo>
                  <a:pt x="498" y="394"/>
                </a:lnTo>
                <a:lnTo>
                  <a:pt x="497" y="394"/>
                </a:lnTo>
                <a:lnTo>
                  <a:pt x="496" y="395"/>
                </a:lnTo>
                <a:lnTo>
                  <a:pt x="495" y="396"/>
                </a:lnTo>
                <a:lnTo>
                  <a:pt x="496" y="396"/>
                </a:lnTo>
                <a:lnTo>
                  <a:pt x="497" y="396"/>
                </a:lnTo>
                <a:lnTo>
                  <a:pt x="498" y="396"/>
                </a:lnTo>
                <a:lnTo>
                  <a:pt x="498" y="397"/>
                </a:lnTo>
                <a:lnTo>
                  <a:pt x="499" y="397"/>
                </a:lnTo>
                <a:lnTo>
                  <a:pt x="499" y="398"/>
                </a:lnTo>
                <a:lnTo>
                  <a:pt x="499" y="399"/>
                </a:lnTo>
                <a:lnTo>
                  <a:pt x="498" y="399"/>
                </a:lnTo>
                <a:lnTo>
                  <a:pt x="497" y="400"/>
                </a:lnTo>
                <a:lnTo>
                  <a:pt x="497" y="401"/>
                </a:lnTo>
                <a:lnTo>
                  <a:pt x="498" y="401"/>
                </a:lnTo>
                <a:lnTo>
                  <a:pt x="499" y="401"/>
                </a:lnTo>
                <a:lnTo>
                  <a:pt x="499" y="402"/>
                </a:lnTo>
                <a:lnTo>
                  <a:pt x="499" y="403"/>
                </a:lnTo>
                <a:lnTo>
                  <a:pt x="499" y="406"/>
                </a:lnTo>
                <a:lnTo>
                  <a:pt x="500" y="407"/>
                </a:lnTo>
                <a:lnTo>
                  <a:pt x="500" y="408"/>
                </a:lnTo>
                <a:lnTo>
                  <a:pt x="500" y="409"/>
                </a:lnTo>
                <a:lnTo>
                  <a:pt x="500" y="412"/>
                </a:lnTo>
                <a:lnTo>
                  <a:pt x="500" y="413"/>
                </a:lnTo>
                <a:lnTo>
                  <a:pt x="501" y="413"/>
                </a:lnTo>
                <a:lnTo>
                  <a:pt x="501" y="414"/>
                </a:lnTo>
                <a:lnTo>
                  <a:pt x="501" y="415"/>
                </a:lnTo>
                <a:lnTo>
                  <a:pt x="501" y="417"/>
                </a:lnTo>
                <a:lnTo>
                  <a:pt x="501" y="418"/>
                </a:lnTo>
                <a:lnTo>
                  <a:pt x="501" y="419"/>
                </a:lnTo>
                <a:lnTo>
                  <a:pt x="502" y="419"/>
                </a:lnTo>
                <a:lnTo>
                  <a:pt x="502" y="420"/>
                </a:lnTo>
                <a:lnTo>
                  <a:pt x="502" y="421"/>
                </a:lnTo>
                <a:lnTo>
                  <a:pt x="501" y="422"/>
                </a:lnTo>
                <a:lnTo>
                  <a:pt x="502" y="422"/>
                </a:lnTo>
                <a:lnTo>
                  <a:pt x="502" y="423"/>
                </a:lnTo>
                <a:lnTo>
                  <a:pt x="501" y="423"/>
                </a:lnTo>
                <a:lnTo>
                  <a:pt x="501" y="424"/>
                </a:lnTo>
                <a:lnTo>
                  <a:pt x="502" y="425"/>
                </a:lnTo>
                <a:lnTo>
                  <a:pt x="502" y="426"/>
                </a:lnTo>
                <a:lnTo>
                  <a:pt x="502" y="427"/>
                </a:lnTo>
                <a:lnTo>
                  <a:pt x="502" y="428"/>
                </a:lnTo>
                <a:lnTo>
                  <a:pt x="503" y="429"/>
                </a:lnTo>
                <a:lnTo>
                  <a:pt x="503" y="430"/>
                </a:lnTo>
                <a:lnTo>
                  <a:pt x="504" y="430"/>
                </a:lnTo>
                <a:lnTo>
                  <a:pt x="504" y="431"/>
                </a:lnTo>
                <a:lnTo>
                  <a:pt x="504" y="432"/>
                </a:lnTo>
                <a:lnTo>
                  <a:pt x="504" y="433"/>
                </a:lnTo>
                <a:lnTo>
                  <a:pt x="504" y="434"/>
                </a:lnTo>
                <a:lnTo>
                  <a:pt x="503" y="435"/>
                </a:lnTo>
                <a:lnTo>
                  <a:pt x="503" y="436"/>
                </a:lnTo>
                <a:lnTo>
                  <a:pt x="503" y="437"/>
                </a:lnTo>
                <a:lnTo>
                  <a:pt x="503" y="439"/>
                </a:lnTo>
                <a:lnTo>
                  <a:pt x="504" y="439"/>
                </a:lnTo>
                <a:lnTo>
                  <a:pt x="504" y="440"/>
                </a:lnTo>
                <a:lnTo>
                  <a:pt x="503" y="442"/>
                </a:lnTo>
                <a:lnTo>
                  <a:pt x="502" y="442"/>
                </a:lnTo>
                <a:lnTo>
                  <a:pt x="503" y="442"/>
                </a:lnTo>
                <a:lnTo>
                  <a:pt x="502" y="442"/>
                </a:lnTo>
                <a:lnTo>
                  <a:pt x="502" y="443"/>
                </a:lnTo>
                <a:lnTo>
                  <a:pt x="503" y="443"/>
                </a:lnTo>
                <a:lnTo>
                  <a:pt x="503" y="444"/>
                </a:lnTo>
                <a:lnTo>
                  <a:pt x="502" y="444"/>
                </a:lnTo>
                <a:lnTo>
                  <a:pt x="502" y="445"/>
                </a:lnTo>
                <a:lnTo>
                  <a:pt x="503" y="446"/>
                </a:lnTo>
                <a:lnTo>
                  <a:pt x="503" y="447"/>
                </a:lnTo>
                <a:lnTo>
                  <a:pt x="503" y="448"/>
                </a:lnTo>
                <a:lnTo>
                  <a:pt x="502" y="448"/>
                </a:lnTo>
                <a:lnTo>
                  <a:pt x="502" y="449"/>
                </a:lnTo>
                <a:lnTo>
                  <a:pt x="503" y="449"/>
                </a:lnTo>
                <a:lnTo>
                  <a:pt x="502" y="450"/>
                </a:lnTo>
                <a:lnTo>
                  <a:pt x="502" y="451"/>
                </a:lnTo>
                <a:lnTo>
                  <a:pt x="501" y="452"/>
                </a:lnTo>
                <a:lnTo>
                  <a:pt x="501" y="453"/>
                </a:lnTo>
                <a:lnTo>
                  <a:pt x="501" y="454"/>
                </a:lnTo>
                <a:lnTo>
                  <a:pt x="502" y="454"/>
                </a:lnTo>
                <a:lnTo>
                  <a:pt x="502" y="455"/>
                </a:lnTo>
                <a:lnTo>
                  <a:pt x="502" y="456"/>
                </a:lnTo>
                <a:lnTo>
                  <a:pt x="502" y="457"/>
                </a:lnTo>
                <a:lnTo>
                  <a:pt x="501" y="458"/>
                </a:lnTo>
                <a:lnTo>
                  <a:pt x="501" y="459"/>
                </a:lnTo>
                <a:lnTo>
                  <a:pt x="501" y="460"/>
                </a:lnTo>
                <a:lnTo>
                  <a:pt x="500" y="460"/>
                </a:lnTo>
                <a:lnTo>
                  <a:pt x="500" y="461"/>
                </a:lnTo>
                <a:lnTo>
                  <a:pt x="500" y="462"/>
                </a:lnTo>
                <a:lnTo>
                  <a:pt x="500" y="463"/>
                </a:lnTo>
                <a:lnTo>
                  <a:pt x="500" y="464"/>
                </a:lnTo>
                <a:lnTo>
                  <a:pt x="500" y="465"/>
                </a:lnTo>
                <a:lnTo>
                  <a:pt x="501" y="465"/>
                </a:lnTo>
                <a:lnTo>
                  <a:pt x="502" y="466"/>
                </a:lnTo>
                <a:lnTo>
                  <a:pt x="502" y="467"/>
                </a:lnTo>
                <a:lnTo>
                  <a:pt x="501" y="467"/>
                </a:lnTo>
                <a:lnTo>
                  <a:pt x="501" y="468"/>
                </a:lnTo>
                <a:lnTo>
                  <a:pt x="501" y="469"/>
                </a:lnTo>
                <a:lnTo>
                  <a:pt x="500" y="469"/>
                </a:lnTo>
                <a:lnTo>
                  <a:pt x="500" y="470"/>
                </a:lnTo>
                <a:lnTo>
                  <a:pt x="499" y="470"/>
                </a:lnTo>
                <a:lnTo>
                  <a:pt x="499" y="471"/>
                </a:lnTo>
                <a:lnTo>
                  <a:pt x="497" y="471"/>
                </a:lnTo>
                <a:lnTo>
                  <a:pt x="496" y="471"/>
                </a:lnTo>
                <a:lnTo>
                  <a:pt x="496" y="470"/>
                </a:lnTo>
                <a:lnTo>
                  <a:pt x="496" y="469"/>
                </a:lnTo>
                <a:lnTo>
                  <a:pt x="495" y="470"/>
                </a:lnTo>
                <a:lnTo>
                  <a:pt x="495" y="471"/>
                </a:lnTo>
                <a:lnTo>
                  <a:pt x="494" y="471"/>
                </a:lnTo>
                <a:lnTo>
                  <a:pt x="494" y="470"/>
                </a:lnTo>
                <a:lnTo>
                  <a:pt x="494" y="471"/>
                </a:lnTo>
                <a:lnTo>
                  <a:pt x="493" y="471"/>
                </a:lnTo>
                <a:lnTo>
                  <a:pt x="493" y="472"/>
                </a:lnTo>
                <a:lnTo>
                  <a:pt x="492" y="472"/>
                </a:lnTo>
                <a:lnTo>
                  <a:pt x="492" y="471"/>
                </a:lnTo>
                <a:lnTo>
                  <a:pt x="491" y="471"/>
                </a:lnTo>
                <a:lnTo>
                  <a:pt x="490" y="470"/>
                </a:lnTo>
                <a:lnTo>
                  <a:pt x="489" y="470"/>
                </a:lnTo>
                <a:lnTo>
                  <a:pt x="489" y="469"/>
                </a:lnTo>
                <a:lnTo>
                  <a:pt x="488" y="469"/>
                </a:lnTo>
                <a:lnTo>
                  <a:pt x="488" y="470"/>
                </a:lnTo>
                <a:lnTo>
                  <a:pt x="486" y="470"/>
                </a:lnTo>
                <a:lnTo>
                  <a:pt x="486" y="471"/>
                </a:lnTo>
                <a:lnTo>
                  <a:pt x="485" y="471"/>
                </a:lnTo>
                <a:lnTo>
                  <a:pt x="485" y="472"/>
                </a:lnTo>
                <a:lnTo>
                  <a:pt x="486" y="472"/>
                </a:lnTo>
                <a:lnTo>
                  <a:pt x="485" y="472"/>
                </a:lnTo>
                <a:lnTo>
                  <a:pt x="484" y="472"/>
                </a:lnTo>
                <a:lnTo>
                  <a:pt x="483" y="471"/>
                </a:lnTo>
                <a:lnTo>
                  <a:pt x="482" y="471"/>
                </a:lnTo>
                <a:lnTo>
                  <a:pt x="481" y="470"/>
                </a:lnTo>
                <a:lnTo>
                  <a:pt x="480" y="470"/>
                </a:lnTo>
                <a:lnTo>
                  <a:pt x="480" y="471"/>
                </a:lnTo>
                <a:lnTo>
                  <a:pt x="479" y="471"/>
                </a:lnTo>
                <a:lnTo>
                  <a:pt x="479" y="472"/>
                </a:lnTo>
                <a:lnTo>
                  <a:pt x="478" y="472"/>
                </a:lnTo>
                <a:lnTo>
                  <a:pt x="477" y="472"/>
                </a:lnTo>
                <a:lnTo>
                  <a:pt x="477" y="473"/>
                </a:lnTo>
                <a:lnTo>
                  <a:pt x="477" y="472"/>
                </a:lnTo>
                <a:lnTo>
                  <a:pt x="477" y="473"/>
                </a:lnTo>
                <a:lnTo>
                  <a:pt x="476" y="473"/>
                </a:lnTo>
                <a:lnTo>
                  <a:pt x="476" y="474"/>
                </a:lnTo>
                <a:lnTo>
                  <a:pt x="475" y="474"/>
                </a:lnTo>
                <a:lnTo>
                  <a:pt x="475" y="475"/>
                </a:lnTo>
                <a:lnTo>
                  <a:pt x="474" y="475"/>
                </a:lnTo>
                <a:lnTo>
                  <a:pt x="473" y="475"/>
                </a:lnTo>
                <a:lnTo>
                  <a:pt x="473" y="476"/>
                </a:lnTo>
                <a:lnTo>
                  <a:pt x="471" y="476"/>
                </a:lnTo>
                <a:lnTo>
                  <a:pt x="471" y="477"/>
                </a:lnTo>
                <a:lnTo>
                  <a:pt x="470" y="477"/>
                </a:lnTo>
                <a:lnTo>
                  <a:pt x="469" y="477"/>
                </a:lnTo>
                <a:lnTo>
                  <a:pt x="469" y="478"/>
                </a:lnTo>
                <a:lnTo>
                  <a:pt x="468" y="478"/>
                </a:lnTo>
                <a:lnTo>
                  <a:pt x="468" y="479"/>
                </a:lnTo>
                <a:lnTo>
                  <a:pt x="467" y="479"/>
                </a:lnTo>
                <a:lnTo>
                  <a:pt x="466" y="479"/>
                </a:lnTo>
                <a:lnTo>
                  <a:pt x="466" y="478"/>
                </a:lnTo>
                <a:lnTo>
                  <a:pt x="465" y="478"/>
                </a:lnTo>
                <a:lnTo>
                  <a:pt x="466" y="479"/>
                </a:lnTo>
                <a:lnTo>
                  <a:pt x="465" y="479"/>
                </a:lnTo>
                <a:lnTo>
                  <a:pt x="465" y="480"/>
                </a:lnTo>
                <a:lnTo>
                  <a:pt x="464" y="480"/>
                </a:lnTo>
                <a:lnTo>
                  <a:pt x="464" y="481"/>
                </a:lnTo>
                <a:lnTo>
                  <a:pt x="463" y="481"/>
                </a:lnTo>
                <a:lnTo>
                  <a:pt x="463" y="482"/>
                </a:lnTo>
                <a:lnTo>
                  <a:pt x="462" y="482"/>
                </a:lnTo>
                <a:lnTo>
                  <a:pt x="462" y="483"/>
                </a:lnTo>
                <a:lnTo>
                  <a:pt x="462" y="484"/>
                </a:lnTo>
                <a:lnTo>
                  <a:pt x="461" y="484"/>
                </a:lnTo>
                <a:lnTo>
                  <a:pt x="461" y="485"/>
                </a:lnTo>
                <a:lnTo>
                  <a:pt x="462" y="485"/>
                </a:lnTo>
                <a:lnTo>
                  <a:pt x="462" y="486"/>
                </a:lnTo>
                <a:lnTo>
                  <a:pt x="462" y="487"/>
                </a:lnTo>
                <a:lnTo>
                  <a:pt x="462" y="488"/>
                </a:lnTo>
                <a:lnTo>
                  <a:pt x="461" y="488"/>
                </a:lnTo>
                <a:lnTo>
                  <a:pt x="460" y="488"/>
                </a:lnTo>
                <a:lnTo>
                  <a:pt x="460" y="489"/>
                </a:lnTo>
                <a:lnTo>
                  <a:pt x="459" y="489"/>
                </a:lnTo>
                <a:lnTo>
                  <a:pt x="458" y="489"/>
                </a:lnTo>
                <a:lnTo>
                  <a:pt x="458" y="490"/>
                </a:lnTo>
                <a:lnTo>
                  <a:pt x="457" y="490"/>
                </a:lnTo>
                <a:lnTo>
                  <a:pt x="458" y="490"/>
                </a:lnTo>
                <a:lnTo>
                  <a:pt x="458" y="491"/>
                </a:lnTo>
                <a:lnTo>
                  <a:pt x="457" y="491"/>
                </a:lnTo>
                <a:lnTo>
                  <a:pt x="457" y="492"/>
                </a:lnTo>
                <a:lnTo>
                  <a:pt x="457" y="493"/>
                </a:lnTo>
                <a:lnTo>
                  <a:pt x="457" y="494"/>
                </a:lnTo>
                <a:lnTo>
                  <a:pt x="457" y="495"/>
                </a:lnTo>
                <a:lnTo>
                  <a:pt x="456" y="495"/>
                </a:lnTo>
                <a:lnTo>
                  <a:pt x="456" y="496"/>
                </a:lnTo>
                <a:lnTo>
                  <a:pt x="455" y="497"/>
                </a:lnTo>
                <a:lnTo>
                  <a:pt x="454" y="497"/>
                </a:lnTo>
                <a:lnTo>
                  <a:pt x="454" y="498"/>
                </a:lnTo>
                <a:lnTo>
                  <a:pt x="453" y="498"/>
                </a:lnTo>
                <a:lnTo>
                  <a:pt x="452" y="499"/>
                </a:lnTo>
                <a:lnTo>
                  <a:pt x="452" y="500"/>
                </a:lnTo>
                <a:lnTo>
                  <a:pt x="452" y="501"/>
                </a:lnTo>
                <a:lnTo>
                  <a:pt x="452" y="502"/>
                </a:lnTo>
                <a:lnTo>
                  <a:pt x="453" y="502"/>
                </a:lnTo>
                <a:lnTo>
                  <a:pt x="453" y="503"/>
                </a:lnTo>
                <a:lnTo>
                  <a:pt x="453" y="504"/>
                </a:lnTo>
                <a:lnTo>
                  <a:pt x="453" y="505"/>
                </a:lnTo>
                <a:lnTo>
                  <a:pt x="453" y="506"/>
                </a:lnTo>
                <a:lnTo>
                  <a:pt x="453" y="507"/>
                </a:lnTo>
                <a:lnTo>
                  <a:pt x="453" y="508"/>
                </a:lnTo>
                <a:lnTo>
                  <a:pt x="452" y="508"/>
                </a:lnTo>
                <a:lnTo>
                  <a:pt x="452" y="509"/>
                </a:lnTo>
                <a:lnTo>
                  <a:pt x="451" y="509"/>
                </a:lnTo>
                <a:lnTo>
                  <a:pt x="450" y="509"/>
                </a:lnTo>
                <a:lnTo>
                  <a:pt x="449" y="509"/>
                </a:lnTo>
                <a:lnTo>
                  <a:pt x="448" y="509"/>
                </a:lnTo>
                <a:lnTo>
                  <a:pt x="448" y="510"/>
                </a:lnTo>
                <a:lnTo>
                  <a:pt x="447" y="510"/>
                </a:lnTo>
                <a:lnTo>
                  <a:pt x="446" y="511"/>
                </a:lnTo>
                <a:lnTo>
                  <a:pt x="445" y="510"/>
                </a:lnTo>
                <a:lnTo>
                  <a:pt x="445" y="509"/>
                </a:lnTo>
                <a:lnTo>
                  <a:pt x="444" y="509"/>
                </a:lnTo>
                <a:lnTo>
                  <a:pt x="443" y="509"/>
                </a:lnTo>
                <a:lnTo>
                  <a:pt x="443" y="510"/>
                </a:lnTo>
                <a:lnTo>
                  <a:pt x="442" y="510"/>
                </a:lnTo>
                <a:lnTo>
                  <a:pt x="441" y="510"/>
                </a:lnTo>
                <a:lnTo>
                  <a:pt x="441" y="509"/>
                </a:lnTo>
                <a:lnTo>
                  <a:pt x="442" y="509"/>
                </a:lnTo>
                <a:lnTo>
                  <a:pt x="442" y="508"/>
                </a:lnTo>
                <a:lnTo>
                  <a:pt x="441" y="507"/>
                </a:lnTo>
                <a:lnTo>
                  <a:pt x="440" y="507"/>
                </a:lnTo>
                <a:lnTo>
                  <a:pt x="440" y="506"/>
                </a:lnTo>
                <a:lnTo>
                  <a:pt x="439" y="506"/>
                </a:lnTo>
                <a:lnTo>
                  <a:pt x="439" y="507"/>
                </a:lnTo>
                <a:lnTo>
                  <a:pt x="438" y="507"/>
                </a:lnTo>
                <a:lnTo>
                  <a:pt x="438" y="506"/>
                </a:lnTo>
                <a:lnTo>
                  <a:pt x="438" y="505"/>
                </a:lnTo>
                <a:lnTo>
                  <a:pt x="437" y="505"/>
                </a:lnTo>
                <a:lnTo>
                  <a:pt x="437" y="504"/>
                </a:lnTo>
                <a:lnTo>
                  <a:pt x="438" y="503"/>
                </a:lnTo>
                <a:lnTo>
                  <a:pt x="438" y="502"/>
                </a:lnTo>
                <a:lnTo>
                  <a:pt x="438" y="501"/>
                </a:lnTo>
                <a:lnTo>
                  <a:pt x="438" y="500"/>
                </a:lnTo>
                <a:lnTo>
                  <a:pt x="437" y="500"/>
                </a:lnTo>
                <a:lnTo>
                  <a:pt x="437" y="499"/>
                </a:lnTo>
                <a:lnTo>
                  <a:pt x="438" y="499"/>
                </a:lnTo>
                <a:lnTo>
                  <a:pt x="438" y="498"/>
                </a:lnTo>
                <a:lnTo>
                  <a:pt x="438" y="497"/>
                </a:lnTo>
                <a:lnTo>
                  <a:pt x="439" y="496"/>
                </a:lnTo>
                <a:lnTo>
                  <a:pt x="439" y="495"/>
                </a:lnTo>
                <a:lnTo>
                  <a:pt x="439" y="494"/>
                </a:lnTo>
                <a:lnTo>
                  <a:pt x="439" y="493"/>
                </a:lnTo>
                <a:lnTo>
                  <a:pt x="438" y="493"/>
                </a:lnTo>
                <a:lnTo>
                  <a:pt x="437" y="493"/>
                </a:lnTo>
                <a:lnTo>
                  <a:pt x="437" y="492"/>
                </a:lnTo>
                <a:lnTo>
                  <a:pt x="435" y="492"/>
                </a:lnTo>
                <a:lnTo>
                  <a:pt x="436" y="492"/>
                </a:lnTo>
                <a:lnTo>
                  <a:pt x="435" y="492"/>
                </a:lnTo>
                <a:lnTo>
                  <a:pt x="435" y="491"/>
                </a:lnTo>
                <a:lnTo>
                  <a:pt x="434" y="491"/>
                </a:lnTo>
                <a:lnTo>
                  <a:pt x="434" y="490"/>
                </a:lnTo>
                <a:lnTo>
                  <a:pt x="434" y="489"/>
                </a:lnTo>
                <a:lnTo>
                  <a:pt x="434" y="488"/>
                </a:lnTo>
                <a:lnTo>
                  <a:pt x="433" y="488"/>
                </a:lnTo>
                <a:lnTo>
                  <a:pt x="432" y="488"/>
                </a:lnTo>
                <a:lnTo>
                  <a:pt x="431" y="488"/>
                </a:lnTo>
                <a:lnTo>
                  <a:pt x="430" y="489"/>
                </a:lnTo>
                <a:lnTo>
                  <a:pt x="429" y="489"/>
                </a:lnTo>
                <a:lnTo>
                  <a:pt x="430" y="489"/>
                </a:lnTo>
                <a:lnTo>
                  <a:pt x="430" y="490"/>
                </a:lnTo>
                <a:lnTo>
                  <a:pt x="430" y="491"/>
                </a:lnTo>
                <a:lnTo>
                  <a:pt x="429" y="491"/>
                </a:lnTo>
                <a:lnTo>
                  <a:pt x="428" y="492"/>
                </a:lnTo>
                <a:lnTo>
                  <a:pt x="427" y="493"/>
                </a:lnTo>
                <a:lnTo>
                  <a:pt x="428" y="493"/>
                </a:lnTo>
                <a:lnTo>
                  <a:pt x="428" y="494"/>
                </a:lnTo>
                <a:lnTo>
                  <a:pt x="428" y="495"/>
                </a:lnTo>
                <a:lnTo>
                  <a:pt x="429" y="496"/>
                </a:lnTo>
                <a:lnTo>
                  <a:pt x="427" y="497"/>
                </a:lnTo>
                <a:lnTo>
                  <a:pt x="427" y="498"/>
                </a:lnTo>
                <a:lnTo>
                  <a:pt x="426" y="498"/>
                </a:lnTo>
                <a:lnTo>
                  <a:pt x="425" y="498"/>
                </a:lnTo>
                <a:lnTo>
                  <a:pt x="424" y="498"/>
                </a:lnTo>
                <a:lnTo>
                  <a:pt x="423" y="497"/>
                </a:lnTo>
                <a:lnTo>
                  <a:pt x="422" y="497"/>
                </a:lnTo>
                <a:lnTo>
                  <a:pt x="421" y="497"/>
                </a:lnTo>
                <a:lnTo>
                  <a:pt x="421" y="496"/>
                </a:lnTo>
                <a:lnTo>
                  <a:pt x="420" y="496"/>
                </a:lnTo>
                <a:lnTo>
                  <a:pt x="420" y="497"/>
                </a:lnTo>
                <a:lnTo>
                  <a:pt x="419" y="498"/>
                </a:lnTo>
                <a:lnTo>
                  <a:pt x="419" y="499"/>
                </a:lnTo>
                <a:lnTo>
                  <a:pt x="419" y="500"/>
                </a:lnTo>
                <a:lnTo>
                  <a:pt x="418" y="501"/>
                </a:lnTo>
                <a:lnTo>
                  <a:pt x="418" y="502"/>
                </a:lnTo>
                <a:lnTo>
                  <a:pt x="417" y="502"/>
                </a:lnTo>
                <a:lnTo>
                  <a:pt x="417" y="501"/>
                </a:lnTo>
                <a:lnTo>
                  <a:pt x="416" y="501"/>
                </a:lnTo>
                <a:lnTo>
                  <a:pt x="416" y="500"/>
                </a:lnTo>
                <a:lnTo>
                  <a:pt x="416" y="499"/>
                </a:lnTo>
                <a:lnTo>
                  <a:pt x="415" y="499"/>
                </a:lnTo>
                <a:lnTo>
                  <a:pt x="415" y="500"/>
                </a:lnTo>
                <a:lnTo>
                  <a:pt x="414" y="500"/>
                </a:lnTo>
                <a:lnTo>
                  <a:pt x="413" y="501"/>
                </a:lnTo>
                <a:lnTo>
                  <a:pt x="413" y="502"/>
                </a:lnTo>
                <a:lnTo>
                  <a:pt x="412" y="502"/>
                </a:lnTo>
                <a:lnTo>
                  <a:pt x="412" y="501"/>
                </a:lnTo>
                <a:lnTo>
                  <a:pt x="411" y="501"/>
                </a:lnTo>
                <a:lnTo>
                  <a:pt x="410" y="501"/>
                </a:lnTo>
                <a:lnTo>
                  <a:pt x="409" y="501"/>
                </a:lnTo>
                <a:lnTo>
                  <a:pt x="409" y="502"/>
                </a:lnTo>
                <a:lnTo>
                  <a:pt x="408" y="502"/>
                </a:lnTo>
                <a:lnTo>
                  <a:pt x="407" y="502"/>
                </a:lnTo>
                <a:lnTo>
                  <a:pt x="407" y="501"/>
                </a:lnTo>
                <a:lnTo>
                  <a:pt x="406" y="501"/>
                </a:lnTo>
                <a:lnTo>
                  <a:pt x="405" y="501"/>
                </a:lnTo>
                <a:lnTo>
                  <a:pt x="405" y="502"/>
                </a:lnTo>
                <a:lnTo>
                  <a:pt x="404" y="502"/>
                </a:lnTo>
                <a:lnTo>
                  <a:pt x="404" y="503"/>
                </a:lnTo>
                <a:lnTo>
                  <a:pt x="403" y="503"/>
                </a:lnTo>
                <a:lnTo>
                  <a:pt x="403" y="502"/>
                </a:lnTo>
                <a:lnTo>
                  <a:pt x="402" y="502"/>
                </a:lnTo>
                <a:lnTo>
                  <a:pt x="402" y="501"/>
                </a:lnTo>
                <a:lnTo>
                  <a:pt x="401" y="501"/>
                </a:lnTo>
                <a:lnTo>
                  <a:pt x="400" y="501"/>
                </a:lnTo>
                <a:lnTo>
                  <a:pt x="399" y="501"/>
                </a:lnTo>
                <a:lnTo>
                  <a:pt x="399" y="500"/>
                </a:lnTo>
                <a:lnTo>
                  <a:pt x="398" y="500"/>
                </a:lnTo>
                <a:lnTo>
                  <a:pt x="399" y="500"/>
                </a:lnTo>
                <a:lnTo>
                  <a:pt x="399" y="499"/>
                </a:lnTo>
                <a:lnTo>
                  <a:pt x="398" y="499"/>
                </a:lnTo>
                <a:lnTo>
                  <a:pt x="398" y="498"/>
                </a:lnTo>
                <a:lnTo>
                  <a:pt x="398" y="497"/>
                </a:lnTo>
                <a:lnTo>
                  <a:pt x="399" y="497"/>
                </a:lnTo>
                <a:lnTo>
                  <a:pt x="399" y="496"/>
                </a:lnTo>
                <a:lnTo>
                  <a:pt x="398" y="496"/>
                </a:lnTo>
                <a:lnTo>
                  <a:pt x="398" y="497"/>
                </a:lnTo>
                <a:lnTo>
                  <a:pt x="399" y="497"/>
                </a:lnTo>
                <a:lnTo>
                  <a:pt x="399" y="496"/>
                </a:lnTo>
                <a:lnTo>
                  <a:pt x="399" y="497"/>
                </a:lnTo>
                <a:lnTo>
                  <a:pt x="398" y="497"/>
                </a:lnTo>
                <a:lnTo>
                  <a:pt x="397" y="497"/>
                </a:lnTo>
                <a:lnTo>
                  <a:pt x="396" y="496"/>
                </a:lnTo>
                <a:lnTo>
                  <a:pt x="396" y="497"/>
                </a:lnTo>
                <a:lnTo>
                  <a:pt x="395" y="496"/>
                </a:lnTo>
                <a:lnTo>
                  <a:pt x="394" y="496"/>
                </a:lnTo>
                <a:lnTo>
                  <a:pt x="394" y="497"/>
                </a:lnTo>
                <a:lnTo>
                  <a:pt x="393" y="497"/>
                </a:lnTo>
                <a:lnTo>
                  <a:pt x="393" y="496"/>
                </a:lnTo>
                <a:lnTo>
                  <a:pt x="392" y="496"/>
                </a:lnTo>
                <a:lnTo>
                  <a:pt x="391" y="496"/>
                </a:lnTo>
                <a:lnTo>
                  <a:pt x="391" y="495"/>
                </a:lnTo>
                <a:lnTo>
                  <a:pt x="391" y="494"/>
                </a:lnTo>
                <a:lnTo>
                  <a:pt x="389" y="494"/>
                </a:lnTo>
                <a:lnTo>
                  <a:pt x="388" y="494"/>
                </a:lnTo>
                <a:lnTo>
                  <a:pt x="388" y="493"/>
                </a:lnTo>
                <a:lnTo>
                  <a:pt x="388" y="492"/>
                </a:lnTo>
                <a:lnTo>
                  <a:pt x="387" y="492"/>
                </a:lnTo>
                <a:lnTo>
                  <a:pt x="387" y="491"/>
                </a:lnTo>
                <a:lnTo>
                  <a:pt x="386" y="491"/>
                </a:lnTo>
                <a:lnTo>
                  <a:pt x="386" y="490"/>
                </a:lnTo>
                <a:lnTo>
                  <a:pt x="385" y="490"/>
                </a:lnTo>
                <a:lnTo>
                  <a:pt x="384" y="490"/>
                </a:lnTo>
                <a:lnTo>
                  <a:pt x="383" y="491"/>
                </a:lnTo>
                <a:lnTo>
                  <a:pt x="382" y="491"/>
                </a:lnTo>
                <a:lnTo>
                  <a:pt x="381" y="492"/>
                </a:lnTo>
                <a:lnTo>
                  <a:pt x="381" y="493"/>
                </a:lnTo>
                <a:lnTo>
                  <a:pt x="380" y="492"/>
                </a:lnTo>
                <a:lnTo>
                  <a:pt x="380" y="493"/>
                </a:lnTo>
                <a:lnTo>
                  <a:pt x="379" y="493"/>
                </a:lnTo>
                <a:lnTo>
                  <a:pt x="379" y="492"/>
                </a:lnTo>
                <a:lnTo>
                  <a:pt x="378" y="492"/>
                </a:lnTo>
                <a:lnTo>
                  <a:pt x="379" y="492"/>
                </a:lnTo>
                <a:lnTo>
                  <a:pt x="378" y="492"/>
                </a:lnTo>
                <a:lnTo>
                  <a:pt x="378" y="491"/>
                </a:lnTo>
                <a:lnTo>
                  <a:pt x="378" y="490"/>
                </a:lnTo>
                <a:lnTo>
                  <a:pt x="378" y="489"/>
                </a:lnTo>
                <a:lnTo>
                  <a:pt x="378" y="488"/>
                </a:lnTo>
                <a:lnTo>
                  <a:pt x="377" y="488"/>
                </a:lnTo>
                <a:lnTo>
                  <a:pt x="377" y="487"/>
                </a:lnTo>
                <a:lnTo>
                  <a:pt x="378" y="487"/>
                </a:lnTo>
                <a:lnTo>
                  <a:pt x="377" y="486"/>
                </a:lnTo>
                <a:lnTo>
                  <a:pt x="378" y="486"/>
                </a:lnTo>
                <a:lnTo>
                  <a:pt x="378" y="485"/>
                </a:lnTo>
                <a:lnTo>
                  <a:pt x="378" y="484"/>
                </a:lnTo>
                <a:lnTo>
                  <a:pt x="378" y="483"/>
                </a:lnTo>
                <a:lnTo>
                  <a:pt x="379" y="483"/>
                </a:lnTo>
                <a:lnTo>
                  <a:pt x="380" y="482"/>
                </a:lnTo>
                <a:lnTo>
                  <a:pt x="379" y="482"/>
                </a:lnTo>
                <a:lnTo>
                  <a:pt x="380" y="481"/>
                </a:lnTo>
                <a:lnTo>
                  <a:pt x="380" y="480"/>
                </a:lnTo>
                <a:lnTo>
                  <a:pt x="380" y="479"/>
                </a:lnTo>
                <a:lnTo>
                  <a:pt x="381" y="479"/>
                </a:lnTo>
                <a:lnTo>
                  <a:pt x="381" y="478"/>
                </a:lnTo>
                <a:lnTo>
                  <a:pt x="380" y="478"/>
                </a:lnTo>
                <a:lnTo>
                  <a:pt x="380" y="477"/>
                </a:lnTo>
                <a:lnTo>
                  <a:pt x="381" y="477"/>
                </a:lnTo>
                <a:lnTo>
                  <a:pt x="380" y="477"/>
                </a:lnTo>
                <a:lnTo>
                  <a:pt x="380" y="476"/>
                </a:lnTo>
                <a:lnTo>
                  <a:pt x="381" y="476"/>
                </a:lnTo>
                <a:lnTo>
                  <a:pt x="381" y="475"/>
                </a:lnTo>
                <a:lnTo>
                  <a:pt x="381" y="474"/>
                </a:lnTo>
                <a:lnTo>
                  <a:pt x="381" y="473"/>
                </a:lnTo>
                <a:lnTo>
                  <a:pt x="381" y="472"/>
                </a:lnTo>
                <a:lnTo>
                  <a:pt x="379" y="472"/>
                </a:lnTo>
                <a:lnTo>
                  <a:pt x="378" y="471"/>
                </a:lnTo>
                <a:lnTo>
                  <a:pt x="378" y="472"/>
                </a:lnTo>
                <a:lnTo>
                  <a:pt x="378" y="473"/>
                </a:lnTo>
                <a:lnTo>
                  <a:pt x="377" y="473"/>
                </a:lnTo>
                <a:lnTo>
                  <a:pt x="377" y="474"/>
                </a:lnTo>
                <a:lnTo>
                  <a:pt x="376" y="474"/>
                </a:lnTo>
                <a:lnTo>
                  <a:pt x="376" y="473"/>
                </a:lnTo>
                <a:lnTo>
                  <a:pt x="375" y="473"/>
                </a:lnTo>
                <a:lnTo>
                  <a:pt x="375" y="472"/>
                </a:lnTo>
                <a:lnTo>
                  <a:pt x="375" y="471"/>
                </a:lnTo>
                <a:lnTo>
                  <a:pt x="374" y="471"/>
                </a:lnTo>
                <a:lnTo>
                  <a:pt x="374" y="472"/>
                </a:lnTo>
                <a:lnTo>
                  <a:pt x="373" y="473"/>
                </a:lnTo>
                <a:lnTo>
                  <a:pt x="373" y="474"/>
                </a:lnTo>
                <a:lnTo>
                  <a:pt x="373" y="473"/>
                </a:lnTo>
                <a:lnTo>
                  <a:pt x="374" y="473"/>
                </a:lnTo>
                <a:lnTo>
                  <a:pt x="374" y="474"/>
                </a:lnTo>
                <a:lnTo>
                  <a:pt x="373" y="475"/>
                </a:lnTo>
                <a:lnTo>
                  <a:pt x="373" y="474"/>
                </a:lnTo>
                <a:lnTo>
                  <a:pt x="372" y="474"/>
                </a:lnTo>
                <a:lnTo>
                  <a:pt x="371" y="474"/>
                </a:lnTo>
                <a:lnTo>
                  <a:pt x="370" y="474"/>
                </a:lnTo>
                <a:lnTo>
                  <a:pt x="370" y="475"/>
                </a:lnTo>
                <a:lnTo>
                  <a:pt x="369" y="475"/>
                </a:lnTo>
                <a:lnTo>
                  <a:pt x="369" y="474"/>
                </a:lnTo>
                <a:lnTo>
                  <a:pt x="369" y="475"/>
                </a:lnTo>
                <a:lnTo>
                  <a:pt x="369" y="476"/>
                </a:lnTo>
                <a:lnTo>
                  <a:pt x="368" y="476"/>
                </a:lnTo>
                <a:lnTo>
                  <a:pt x="368" y="475"/>
                </a:lnTo>
                <a:lnTo>
                  <a:pt x="367" y="475"/>
                </a:lnTo>
                <a:lnTo>
                  <a:pt x="366" y="475"/>
                </a:lnTo>
                <a:lnTo>
                  <a:pt x="366" y="474"/>
                </a:lnTo>
                <a:lnTo>
                  <a:pt x="365" y="473"/>
                </a:lnTo>
                <a:lnTo>
                  <a:pt x="364" y="473"/>
                </a:lnTo>
                <a:lnTo>
                  <a:pt x="363" y="474"/>
                </a:lnTo>
                <a:lnTo>
                  <a:pt x="362" y="474"/>
                </a:lnTo>
                <a:lnTo>
                  <a:pt x="361" y="473"/>
                </a:lnTo>
                <a:lnTo>
                  <a:pt x="360" y="473"/>
                </a:lnTo>
                <a:lnTo>
                  <a:pt x="359" y="473"/>
                </a:lnTo>
                <a:lnTo>
                  <a:pt x="358" y="473"/>
                </a:lnTo>
                <a:lnTo>
                  <a:pt x="357" y="473"/>
                </a:lnTo>
                <a:lnTo>
                  <a:pt x="356" y="473"/>
                </a:lnTo>
                <a:lnTo>
                  <a:pt x="355" y="473"/>
                </a:lnTo>
                <a:lnTo>
                  <a:pt x="354" y="472"/>
                </a:lnTo>
                <a:lnTo>
                  <a:pt x="353" y="471"/>
                </a:lnTo>
                <a:lnTo>
                  <a:pt x="353" y="470"/>
                </a:lnTo>
                <a:lnTo>
                  <a:pt x="352" y="469"/>
                </a:lnTo>
                <a:lnTo>
                  <a:pt x="352" y="468"/>
                </a:lnTo>
                <a:lnTo>
                  <a:pt x="351" y="468"/>
                </a:lnTo>
                <a:lnTo>
                  <a:pt x="351" y="467"/>
                </a:lnTo>
                <a:lnTo>
                  <a:pt x="350" y="467"/>
                </a:lnTo>
                <a:lnTo>
                  <a:pt x="350" y="466"/>
                </a:lnTo>
                <a:lnTo>
                  <a:pt x="349" y="465"/>
                </a:lnTo>
                <a:lnTo>
                  <a:pt x="349" y="464"/>
                </a:lnTo>
                <a:lnTo>
                  <a:pt x="349" y="465"/>
                </a:lnTo>
                <a:lnTo>
                  <a:pt x="348" y="465"/>
                </a:lnTo>
                <a:lnTo>
                  <a:pt x="348" y="464"/>
                </a:lnTo>
                <a:lnTo>
                  <a:pt x="347" y="464"/>
                </a:lnTo>
                <a:lnTo>
                  <a:pt x="346" y="464"/>
                </a:lnTo>
                <a:lnTo>
                  <a:pt x="346" y="463"/>
                </a:lnTo>
                <a:lnTo>
                  <a:pt x="345" y="463"/>
                </a:lnTo>
                <a:lnTo>
                  <a:pt x="344" y="463"/>
                </a:lnTo>
                <a:lnTo>
                  <a:pt x="343" y="463"/>
                </a:lnTo>
                <a:lnTo>
                  <a:pt x="343" y="464"/>
                </a:lnTo>
                <a:lnTo>
                  <a:pt x="342" y="464"/>
                </a:lnTo>
                <a:lnTo>
                  <a:pt x="341" y="464"/>
                </a:lnTo>
                <a:lnTo>
                  <a:pt x="340" y="464"/>
                </a:lnTo>
                <a:lnTo>
                  <a:pt x="340" y="465"/>
                </a:lnTo>
                <a:lnTo>
                  <a:pt x="339" y="466"/>
                </a:lnTo>
                <a:lnTo>
                  <a:pt x="339" y="467"/>
                </a:lnTo>
                <a:lnTo>
                  <a:pt x="339" y="468"/>
                </a:lnTo>
                <a:lnTo>
                  <a:pt x="338" y="468"/>
                </a:lnTo>
                <a:lnTo>
                  <a:pt x="337" y="468"/>
                </a:lnTo>
                <a:lnTo>
                  <a:pt x="337" y="469"/>
                </a:lnTo>
                <a:lnTo>
                  <a:pt x="336" y="470"/>
                </a:lnTo>
                <a:lnTo>
                  <a:pt x="335" y="470"/>
                </a:lnTo>
                <a:lnTo>
                  <a:pt x="334" y="470"/>
                </a:lnTo>
                <a:lnTo>
                  <a:pt x="334" y="471"/>
                </a:lnTo>
                <a:lnTo>
                  <a:pt x="333" y="471"/>
                </a:lnTo>
                <a:lnTo>
                  <a:pt x="332" y="471"/>
                </a:lnTo>
                <a:lnTo>
                  <a:pt x="331" y="471"/>
                </a:lnTo>
                <a:lnTo>
                  <a:pt x="330" y="471"/>
                </a:lnTo>
                <a:lnTo>
                  <a:pt x="329" y="471"/>
                </a:lnTo>
                <a:lnTo>
                  <a:pt x="329" y="472"/>
                </a:lnTo>
                <a:lnTo>
                  <a:pt x="327" y="473"/>
                </a:lnTo>
                <a:lnTo>
                  <a:pt x="326" y="473"/>
                </a:lnTo>
                <a:lnTo>
                  <a:pt x="326" y="472"/>
                </a:lnTo>
                <a:lnTo>
                  <a:pt x="326" y="471"/>
                </a:lnTo>
                <a:lnTo>
                  <a:pt x="325" y="471"/>
                </a:lnTo>
                <a:lnTo>
                  <a:pt x="325" y="470"/>
                </a:lnTo>
                <a:lnTo>
                  <a:pt x="325" y="469"/>
                </a:lnTo>
                <a:lnTo>
                  <a:pt x="324" y="469"/>
                </a:lnTo>
                <a:lnTo>
                  <a:pt x="324" y="468"/>
                </a:lnTo>
                <a:lnTo>
                  <a:pt x="324" y="466"/>
                </a:lnTo>
                <a:lnTo>
                  <a:pt x="323" y="466"/>
                </a:lnTo>
                <a:lnTo>
                  <a:pt x="324" y="465"/>
                </a:lnTo>
                <a:lnTo>
                  <a:pt x="324" y="464"/>
                </a:lnTo>
                <a:lnTo>
                  <a:pt x="324" y="463"/>
                </a:lnTo>
                <a:lnTo>
                  <a:pt x="324" y="462"/>
                </a:lnTo>
                <a:lnTo>
                  <a:pt x="323" y="462"/>
                </a:lnTo>
                <a:lnTo>
                  <a:pt x="322" y="461"/>
                </a:lnTo>
                <a:lnTo>
                  <a:pt x="322" y="460"/>
                </a:lnTo>
                <a:lnTo>
                  <a:pt x="321" y="460"/>
                </a:lnTo>
                <a:lnTo>
                  <a:pt x="320" y="461"/>
                </a:lnTo>
                <a:lnTo>
                  <a:pt x="319" y="462"/>
                </a:lnTo>
                <a:lnTo>
                  <a:pt x="319" y="463"/>
                </a:lnTo>
                <a:lnTo>
                  <a:pt x="318" y="463"/>
                </a:lnTo>
                <a:lnTo>
                  <a:pt x="317" y="464"/>
                </a:lnTo>
                <a:lnTo>
                  <a:pt x="316" y="464"/>
                </a:lnTo>
                <a:lnTo>
                  <a:pt x="316" y="463"/>
                </a:lnTo>
                <a:lnTo>
                  <a:pt x="315" y="464"/>
                </a:lnTo>
                <a:lnTo>
                  <a:pt x="314" y="463"/>
                </a:lnTo>
                <a:lnTo>
                  <a:pt x="313" y="462"/>
                </a:lnTo>
                <a:lnTo>
                  <a:pt x="313" y="461"/>
                </a:lnTo>
                <a:lnTo>
                  <a:pt x="314" y="461"/>
                </a:lnTo>
                <a:lnTo>
                  <a:pt x="313" y="461"/>
                </a:lnTo>
                <a:lnTo>
                  <a:pt x="313" y="460"/>
                </a:lnTo>
                <a:lnTo>
                  <a:pt x="313" y="459"/>
                </a:lnTo>
                <a:lnTo>
                  <a:pt x="313" y="458"/>
                </a:lnTo>
                <a:lnTo>
                  <a:pt x="313" y="457"/>
                </a:lnTo>
                <a:lnTo>
                  <a:pt x="313" y="456"/>
                </a:lnTo>
                <a:lnTo>
                  <a:pt x="312" y="456"/>
                </a:lnTo>
                <a:lnTo>
                  <a:pt x="311" y="455"/>
                </a:lnTo>
                <a:lnTo>
                  <a:pt x="310" y="455"/>
                </a:lnTo>
                <a:lnTo>
                  <a:pt x="311" y="453"/>
                </a:lnTo>
                <a:lnTo>
                  <a:pt x="311" y="452"/>
                </a:lnTo>
                <a:lnTo>
                  <a:pt x="311" y="451"/>
                </a:lnTo>
                <a:lnTo>
                  <a:pt x="310" y="450"/>
                </a:lnTo>
                <a:lnTo>
                  <a:pt x="309" y="450"/>
                </a:lnTo>
                <a:lnTo>
                  <a:pt x="308" y="450"/>
                </a:lnTo>
                <a:lnTo>
                  <a:pt x="307" y="450"/>
                </a:lnTo>
                <a:lnTo>
                  <a:pt x="306" y="449"/>
                </a:lnTo>
                <a:lnTo>
                  <a:pt x="306" y="448"/>
                </a:lnTo>
                <a:lnTo>
                  <a:pt x="306" y="447"/>
                </a:lnTo>
                <a:lnTo>
                  <a:pt x="307" y="447"/>
                </a:lnTo>
                <a:lnTo>
                  <a:pt x="307" y="446"/>
                </a:lnTo>
                <a:lnTo>
                  <a:pt x="308" y="446"/>
                </a:lnTo>
                <a:lnTo>
                  <a:pt x="309" y="445"/>
                </a:lnTo>
                <a:lnTo>
                  <a:pt x="309" y="444"/>
                </a:lnTo>
                <a:lnTo>
                  <a:pt x="309" y="443"/>
                </a:lnTo>
                <a:lnTo>
                  <a:pt x="308" y="443"/>
                </a:lnTo>
                <a:lnTo>
                  <a:pt x="308" y="442"/>
                </a:lnTo>
                <a:lnTo>
                  <a:pt x="308" y="443"/>
                </a:lnTo>
                <a:lnTo>
                  <a:pt x="307" y="442"/>
                </a:lnTo>
                <a:lnTo>
                  <a:pt x="306" y="442"/>
                </a:lnTo>
                <a:lnTo>
                  <a:pt x="306" y="441"/>
                </a:lnTo>
                <a:lnTo>
                  <a:pt x="305" y="440"/>
                </a:lnTo>
                <a:lnTo>
                  <a:pt x="304" y="440"/>
                </a:lnTo>
                <a:lnTo>
                  <a:pt x="304" y="439"/>
                </a:lnTo>
                <a:lnTo>
                  <a:pt x="303" y="439"/>
                </a:lnTo>
                <a:lnTo>
                  <a:pt x="304" y="438"/>
                </a:lnTo>
                <a:lnTo>
                  <a:pt x="303" y="437"/>
                </a:lnTo>
                <a:lnTo>
                  <a:pt x="303" y="436"/>
                </a:lnTo>
                <a:lnTo>
                  <a:pt x="303" y="435"/>
                </a:lnTo>
                <a:lnTo>
                  <a:pt x="304" y="435"/>
                </a:lnTo>
                <a:lnTo>
                  <a:pt x="305" y="436"/>
                </a:lnTo>
                <a:lnTo>
                  <a:pt x="304" y="436"/>
                </a:lnTo>
                <a:lnTo>
                  <a:pt x="305" y="436"/>
                </a:lnTo>
                <a:lnTo>
                  <a:pt x="306" y="435"/>
                </a:lnTo>
                <a:lnTo>
                  <a:pt x="307" y="434"/>
                </a:lnTo>
                <a:lnTo>
                  <a:pt x="307" y="433"/>
                </a:lnTo>
                <a:lnTo>
                  <a:pt x="307" y="432"/>
                </a:lnTo>
                <a:lnTo>
                  <a:pt x="306" y="432"/>
                </a:lnTo>
                <a:lnTo>
                  <a:pt x="306" y="431"/>
                </a:lnTo>
                <a:lnTo>
                  <a:pt x="307" y="431"/>
                </a:lnTo>
                <a:lnTo>
                  <a:pt x="307" y="430"/>
                </a:lnTo>
                <a:lnTo>
                  <a:pt x="308" y="429"/>
                </a:lnTo>
                <a:lnTo>
                  <a:pt x="309" y="429"/>
                </a:lnTo>
                <a:lnTo>
                  <a:pt x="308" y="428"/>
                </a:lnTo>
                <a:lnTo>
                  <a:pt x="308" y="427"/>
                </a:lnTo>
                <a:lnTo>
                  <a:pt x="308" y="426"/>
                </a:lnTo>
                <a:lnTo>
                  <a:pt x="307" y="426"/>
                </a:lnTo>
                <a:lnTo>
                  <a:pt x="307" y="427"/>
                </a:lnTo>
                <a:lnTo>
                  <a:pt x="306" y="426"/>
                </a:lnTo>
                <a:lnTo>
                  <a:pt x="306" y="425"/>
                </a:lnTo>
                <a:lnTo>
                  <a:pt x="305" y="424"/>
                </a:lnTo>
                <a:lnTo>
                  <a:pt x="305" y="423"/>
                </a:lnTo>
                <a:lnTo>
                  <a:pt x="304" y="422"/>
                </a:lnTo>
                <a:lnTo>
                  <a:pt x="304" y="421"/>
                </a:lnTo>
                <a:lnTo>
                  <a:pt x="305" y="421"/>
                </a:lnTo>
                <a:lnTo>
                  <a:pt x="306" y="421"/>
                </a:lnTo>
                <a:lnTo>
                  <a:pt x="306" y="420"/>
                </a:lnTo>
                <a:lnTo>
                  <a:pt x="305" y="419"/>
                </a:lnTo>
                <a:lnTo>
                  <a:pt x="305" y="418"/>
                </a:lnTo>
                <a:lnTo>
                  <a:pt x="306" y="418"/>
                </a:lnTo>
                <a:lnTo>
                  <a:pt x="308" y="417"/>
                </a:lnTo>
                <a:lnTo>
                  <a:pt x="308" y="416"/>
                </a:lnTo>
                <a:lnTo>
                  <a:pt x="307" y="416"/>
                </a:lnTo>
                <a:lnTo>
                  <a:pt x="307" y="415"/>
                </a:lnTo>
                <a:lnTo>
                  <a:pt x="306" y="415"/>
                </a:lnTo>
                <a:lnTo>
                  <a:pt x="306" y="414"/>
                </a:lnTo>
                <a:lnTo>
                  <a:pt x="306" y="413"/>
                </a:lnTo>
                <a:lnTo>
                  <a:pt x="306" y="412"/>
                </a:lnTo>
                <a:lnTo>
                  <a:pt x="307" y="412"/>
                </a:lnTo>
                <a:lnTo>
                  <a:pt x="307" y="411"/>
                </a:lnTo>
                <a:lnTo>
                  <a:pt x="307" y="410"/>
                </a:lnTo>
                <a:lnTo>
                  <a:pt x="306" y="410"/>
                </a:lnTo>
                <a:lnTo>
                  <a:pt x="306" y="411"/>
                </a:lnTo>
                <a:lnTo>
                  <a:pt x="305" y="411"/>
                </a:lnTo>
                <a:lnTo>
                  <a:pt x="305" y="410"/>
                </a:lnTo>
                <a:lnTo>
                  <a:pt x="305" y="409"/>
                </a:lnTo>
                <a:lnTo>
                  <a:pt x="306" y="409"/>
                </a:lnTo>
                <a:lnTo>
                  <a:pt x="306" y="408"/>
                </a:lnTo>
                <a:lnTo>
                  <a:pt x="305" y="407"/>
                </a:lnTo>
                <a:lnTo>
                  <a:pt x="304" y="407"/>
                </a:lnTo>
                <a:lnTo>
                  <a:pt x="304" y="406"/>
                </a:lnTo>
                <a:lnTo>
                  <a:pt x="303" y="405"/>
                </a:lnTo>
                <a:lnTo>
                  <a:pt x="302" y="405"/>
                </a:lnTo>
                <a:lnTo>
                  <a:pt x="302" y="406"/>
                </a:lnTo>
                <a:lnTo>
                  <a:pt x="301" y="405"/>
                </a:lnTo>
                <a:lnTo>
                  <a:pt x="300" y="405"/>
                </a:lnTo>
                <a:lnTo>
                  <a:pt x="299" y="405"/>
                </a:lnTo>
                <a:lnTo>
                  <a:pt x="298" y="405"/>
                </a:lnTo>
                <a:lnTo>
                  <a:pt x="298" y="404"/>
                </a:lnTo>
                <a:lnTo>
                  <a:pt x="298" y="405"/>
                </a:lnTo>
                <a:lnTo>
                  <a:pt x="298" y="406"/>
                </a:lnTo>
                <a:lnTo>
                  <a:pt x="297" y="405"/>
                </a:lnTo>
                <a:lnTo>
                  <a:pt x="296" y="406"/>
                </a:lnTo>
                <a:lnTo>
                  <a:pt x="296" y="407"/>
                </a:lnTo>
                <a:lnTo>
                  <a:pt x="295" y="408"/>
                </a:lnTo>
                <a:lnTo>
                  <a:pt x="294" y="409"/>
                </a:lnTo>
                <a:lnTo>
                  <a:pt x="294" y="411"/>
                </a:lnTo>
                <a:lnTo>
                  <a:pt x="293" y="411"/>
                </a:lnTo>
                <a:lnTo>
                  <a:pt x="292" y="410"/>
                </a:lnTo>
                <a:lnTo>
                  <a:pt x="291" y="410"/>
                </a:lnTo>
                <a:lnTo>
                  <a:pt x="291" y="411"/>
                </a:lnTo>
                <a:lnTo>
                  <a:pt x="292" y="411"/>
                </a:lnTo>
                <a:lnTo>
                  <a:pt x="293" y="411"/>
                </a:lnTo>
                <a:lnTo>
                  <a:pt x="293" y="412"/>
                </a:lnTo>
                <a:lnTo>
                  <a:pt x="291" y="412"/>
                </a:lnTo>
                <a:lnTo>
                  <a:pt x="290" y="413"/>
                </a:lnTo>
                <a:lnTo>
                  <a:pt x="289" y="413"/>
                </a:lnTo>
                <a:lnTo>
                  <a:pt x="288" y="414"/>
                </a:lnTo>
                <a:lnTo>
                  <a:pt x="288" y="415"/>
                </a:lnTo>
                <a:lnTo>
                  <a:pt x="288" y="416"/>
                </a:lnTo>
                <a:lnTo>
                  <a:pt x="289" y="416"/>
                </a:lnTo>
                <a:lnTo>
                  <a:pt x="289" y="417"/>
                </a:lnTo>
                <a:lnTo>
                  <a:pt x="290" y="417"/>
                </a:lnTo>
                <a:lnTo>
                  <a:pt x="289" y="417"/>
                </a:lnTo>
                <a:lnTo>
                  <a:pt x="288" y="416"/>
                </a:lnTo>
                <a:lnTo>
                  <a:pt x="287" y="416"/>
                </a:lnTo>
                <a:lnTo>
                  <a:pt x="287" y="415"/>
                </a:lnTo>
                <a:lnTo>
                  <a:pt x="288" y="415"/>
                </a:lnTo>
                <a:lnTo>
                  <a:pt x="288" y="414"/>
                </a:lnTo>
                <a:lnTo>
                  <a:pt x="287" y="414"/>
                </a:lnTo>
                <a:lnTo>
                  <a:pt x="286" y="414"/>
                </a:lnTo>
                <a:lnTo>
                  <a:pt x="285" y="414"/>
                </a:lnTo>
                <a:lnTo>
                  <a:pt x="284" y="415"/>
                </a:lnTo>
                <a:lnTo>
                  <a:pt x="282" y="416"/>
                </a:lnTo>
                <a:lnTo>
                  <a:pt x="282" y="417"/>
                </a:lnTo>
                <a:lnTo>
                  <a:pt x="281" y="417"/>
                </a:lnTo>
                <a:lnTo>
                  <a:pt x="280" y="417"/>
                </a:lnTo>
                <a:lnTo>
                  <a:pt x="280" y="418"/>
                </a:lnTo>
                <a:lnTo>
                  <a:pt x="279" y="418"/>
                </a:lnTo>
                <a:lnTo>
                  <a:pt x="278" y="419"/>
                </a:lnTo>
                <a:lnTo>
                  <a:pt x="277" y="419"/>
                </a:lnTo>
                <a:lnTo>
                  <a:pt x="276" y="420"/>
                </a:lnTo>
                <a:lnTo>
                  <a:pt x="275" y="420"/>
                </a:lnTo>
                <a:lnTo>
                  <a:pt x="275" y="419"/>
                </a:lnTo>
                <a:lnTo>
                  <a:pt x="274" y="419"/>
                </a:lnTo>
                <a:lnTo>
                  <a:pt x="274" y="418"/>
                </a:lnTo>
                <a:lnTo>
                  <a:pt x="273" y="418"/>
                </a:lnTo>
                <a:lnTo>
                  <a:pt x="272" y="417"/>
                </a:lnTo>
                <a:lnTo>
                  <a:pt x="271" y="417"/>
                </a:lnTo>
                <a:lnTo>
                  <a:pt x="270" y="418"/>
                </a:lnTo>
                <a:lnTo>
                  <a:pt x="269" y="417"/>
                </a:lnTo>
                <a:lnTo>
                  <a:pt x="269" y="416"/>
                </a:lnTo>
                <a:lnTo>
                  <a:pt x="268" y="415"/>
                </a:lnTo>
                <a:lnTo>
                  <a:pt x="267" y="415"/>
                </a:lnTo>
                <a:lnTo>
                  <a:pt x="267" y="414"/>
                </a:lnTo>
                <a:lnTo>
                  <a:pt x="268" y="413"/>
                </a:lnTo>
                <a:lnTo>
                  <a:pt x="268" y="412"/>
                </a:lnTo>
                <a:lnTo>
                  <a:pt x="267" y="412"/>
                </a:lnTo>
                <a:lnTo>
                  <a:pt x="266" y="412"/>
                </a:lnTo>
                <a:lnTo>
                  <a:pt x="265" y="411"/>
                </a:lnTo>
                <a:lnTo>
                  <a:pt x="264" y="411"/>
                </a:lnTo>
                <a:lnTo>
                  <a:pt x="264" y="410"/>
                </a:lnTo>
                <a:lnTo>
                  <a:pt x="265" y="410"/>
                </a:lnTo>
                <a:lnTo>
                  <a:pt x="264" y="410"/>
                </a:lnTo>
                <a:lnTo>
                  <a:pt x="264" y="409"/>
                </a:lnTo>
                <a:lnTo>
                  <a:pt x="263" y="409"/>
                </a:lnTo>
                <a:lnTo>
                  <a:pt x="263" y="408"/>
                </a:lnTo>
                <a:lnTo>
                  <a:pt x="262" y="408"/>
                </a:lnTo>
                <a:lnTo>
                  <a:pt x="261" y="407"/>
                </a:lnTo>
                <a:lnTo>
                  <a:pt x="260" y="407"/>
                </a:lnTo>
                <a:lnTo>
                  <a:pt x="259" y="406"/>
                </a:lnTo>
                <a:lnTo>
                  <a:pt x="259" y="405"/>
                </a:lnTo>
                <a:lnTo>
                  <a:pt x="259" y="404"/>
                </a:lnTo>
                <a:lnTo>
                  <a:pt x="257" y="404"/>
                </a:lnTo>
                <a:lnTo>
                  <a:pt x="257" y="403"/>
                </a:lnTo>
                <a:lnTo>
                  <a:pt x="256" y="403"/>
                </a:lnTo>
                <a:lnTo>
                  <a:pt x="255" y="404"/>
                </a:lnTo>
                <a:lnTo>
                  <a:pt x="254" y="405"/>
                </a:lnTo>
                <a:lnTo>
                  <a:pt x="254" y="404"/>
                </a:lnTo>
                <a:lnTo>
                  <a:pt x="253" y="404"/>
                </a:lnTo>
                <a:lnTo>
                  <a:pt x="253" y="405"/>
                </a:lnTo>
                <a:lnTo>
                  <a:pt x="252" y="405"/>
                </a:lnTo>
                <a:lnTo>
                  <a:pt x="252" y="406"/>
                </a:lnTo>
                <a:lnTo>
                  <a:pt x="252" y="407"/>
                </a:lnTo>
                <a:lnTo>
                  <a:pt x="252" y="408"/>
                </a:lnTo>
                <a:lnTo>
                  <a:pt x="252" y="409"/>
                </a:lnTo>
                <a:lnTo>
                  <a:pt x="251" y="409"/>
                </a:lnTo>
                <a:lnTo>
                  <a:pt x="249" y="409"/>
                </a:lnTo>
                <a:lnTo>
                  <a:pt x="248" y="409"/>
                </a:lnTo>
                <a:lnTo>
                  <a:pt x="248" y="408"/>
                </a:lnTo>
                <a:lnTo>
                  <a:pt x="248" y="407"/>
                </a:lnTo>
                <a:lnTo>
                  <a:pt x="246" y="407"/>
                </a:lnTo>
                <a:lnTo>
                  <a:pt x="245" y="407"/>
                </a:lnTo>
                <a:lnTo>
                  <a:pt x="244" y="407"/>
                </a:lnTo>
                <a:lnTo>
                  <a:pt x="243" y="406"/>
                </a:lnTo>
                <a:lnTo>
                  <a:pt x="242" y="405"/>
                </a:lnTo>
                <a:lnTo>
                  <a:pt x="241" y="404"/>
                </a:lnTo>
                <a:lnTo>
                  <a:pt x="240" y="404"/>
                </a:lnTo>
                <a:lnTo>
                  <a:pt x="240" y="405"/>
                </a:lnTo>
                <a:lnTo>
                  <a:pt x="239" y="405"/>
                </a:lnTo>
                <a:lnTo>
                  <a:pt x="238" y="405"/>
                </a:lnTo>
                <a:lnTo>
                  <a:pt x="238" y="406"/>
                </a:lnTo>
                <a:lnTo>
                  <a:pt x="237" y="406"/>
                </a:lnTo>
                <a:lnTo>
                  <a:pt x="237" y="407"/>
                </a:lnTo>
                <a:lnTo>
                  <a:pt x="238" y="407"/>
                </a:lnTo>
                <a:lnTo>
                  <a:pt x="238" y="408"/>
                </a:lnTo>
                <a:lnTo>
                  <a:pt x="237" y="409"/>
                </a:lnTo>
                <a:lnTo>
                  <a:pt x="237" y="410"/>
                </a:lnTo>
                <a:lnTo>
                  <a:pt x="236" y="410"/>
                </a:lnTo>
                <a:lnTo>
                  <a:pt x="235" y="410"/>
                </a:lnTo>
                <a:lnTo>
                  <a:pt x="235" y="409"/>
                </a:lnTo>
                <a:lnTo>
                  <a:pt x="235" y="408"/>
                </a:lnTo>
                <a:lnTo>
                  <a:pt x="235" y="407"/>
                </a:lnTo>
                <a:lnTo>
                  <a:pt x="234" y="408"/>
                </a:lnTo>
                <a:lnTo>
                  <a:pt x="234" y="409"/>
                </a:lnTo>
                <a:lnTo>
                  <a:pt x="233" y="409"/>
                </a:lnTo>
                <a:lnTo>
                  <a:pt x="232" y="408"/>
                </a:lnTo>
                <a:lnTo>
                  <a:pt x="231" y="408"/>
                </a:lnTo>
                <a:lnTo>
                  <a:pt x="230" y="408"/>
                </a:lnTo>
                <a:lnTo>
                  <a:pt x="230" y="407"/>
                </a:lnTo>
                <a:lnTo>
                  <a:pt x="229" y="407"/>
                </a:lnTo>
                <a:lnTo>
                  <a:pt x="228" y="408"/>
                </a:lnTo>
                <a:lnTo>
                  <a:pt x="228" y="409"/>
                </a:lnTo>
                <a:lnTo>
                  <a:pt x="227" y="409"/>
                </a:lnTo>
                <a:lnTo>
                  <a:pt x="227" y="408"/>
                </a:lnTo>
                <a:lnTo>
                  <a:pt x="227" y="407"/>
                </a:lnTo>
                <a:lnTo>
                  <a:pt x="226" y="407"/>
                </a:lnTo>
                <a:lnTo>
                  <a:pt x="226" y="408"/>
                </a:lnTo>
                <a:lnTo>
                  <a:pt x="225" y="408"/>
                </a:lnTo>
                <a:lnTo>
                  <a:pt x="224" y="408"/>
                </a:lnTo>
                <a:lnTo>
                  <a:pt x="224" y="409"/>
                </a:lnTo>
                <a:lnTo>
                  <a:pt x="223" y="409"/>
                </a:lnTo>
                <a:lnTo>
                  <a:pt x="223" y="410"/>
                </a:lnTo>
                <a:lnTo>
                  <a:pt x="222" y="410"/>
                </a:lnTo>
                <a:lnTo>
                  <a:pt x="221" y="410"/>
                </a:lnTo>
                <a:lnTo>
                  <a:pt x="220" y="410"/>
                </a:lnTo>
                <a:lnTo>
                  <a:pt x="220" y="411"/>
                </a:lnTo>
                <a:lnTo>
                  <a:pt x="219" y="411"/>
                </a:lnTo>
                <a:lnTo>
                  <a:pt x="218" y="411"/>
                </a:lnTo>
                <a:lnTo>
                  <a:pt x="217" y="412"/>
                </a:lnTo>
                <a:lnTo>
                  <a:pt x="216" y="412"/>
                </a:lnTo>
                <a:lnTo>
                  <a:pt x="216" y="413"/>
                </a:lnTo>
                <a:lnTo>
                  <a:pt x="216" y="412"/>
                </a:lnTo>
                <a:lnTo>
                  <a:pt x="215" y="412"/>
                </a:lnTo>
                <a:lnTo>
                  <a:pt x="214" y="412"/>
                </a:lnTo>
                <a:lnTo>
                  <a:pt x="214" y="411"/>
                </a:lnTo>
                <a:lnTo>
                  <a:pt x="214" y="410"/>
                </a:lnTo>
                <a:lnTo>
                  <a:pt x="213" y="410"/>
                </a:lnTo>
                <a:lnTo>
                  <a:pt x="212" y="411"/>
                </a:lnTo>
                <a:lnTo>
                  <a:pt x="212" y="412"/>
                </a:lnTo>
                <a:lnTo>
                  <a:pt x="211" y="411"/>
                </a:lnTo>
                <a:lnTo>
                  <a:pt x="210" y="411"/>
                </a:lnTo>
                <a:lnTo>
                  <a:pt x="209" y="411"/>
                </a:lnTo>
                <a:lnTo>
                  <a:pt x="209" y="410"/>
                </a:lnTo>
                <a:lnTo>
                  <a:pt x="208" y="410"/>
                </a:lnTo>
                <a:lnTo>
                  <a:pt x="208" y="411"/>
                </a:lnTo>
                <a:lnTo>
                  <a:pt x="207" y="410"/>
                </a:lnTo>
                <a:lnTo>
                  <a:pt x="207" y="409"/>
                </a:lnTo>
                <a:lnTo>
                  <a:pt x="206" y="409"/>
                </a:lnTo>
                <a:lnTo>
                  <a:pt x="206" y="410"/>
                </a:lnTo>
                <a:lnTo>
                  <a:pt x="205" y="410"/>
                </a:lnTo>
                <a:lnTo>
                  <a:pt x="204" y="409"/>
                </a:lnTo>
                <a:lnTo>
                  <a:pt x="203" y="409"/>
                </a:lnTo>
                <a:lnTo>
                  <a:pt x="202" y="408"/>
                </a:lnTo>
                <a:lnTo>
                  <a:pt x="201" y="408"/>
                </a:lnTo>
                <a:lnTo>
                  <a:pt x="201" y="409"/>
                </a:lnTo>
                <a:lnTo>
                  <a:pt x="200" y="408"/>
                </a:lnTo>
                <a:lnTo>
                  <a:pt x="199" y="407"/>
                </a:lnTo>
                <a:lnTo>
                  <a:pt x="198" y="407"/>
                </a:lnTo>
                <a:lnTo>
                  <a:pt x="197" y="407"/>
                </a:lnTo>
                <a:lnTo>
                  <a:pt x="197" y="406"/>
                </a:lnTo>
                <a:lnTo>
                  <a:pt x="197" y="407"/>
                </a:lnTo>
                <a:lnTo>
                  <a:pt x="197" y="408"/>
                </a:lnTo>
                <a:lnTo>
                  <a:pt x="196" y="408"/>
                </a:lnTo>
                <a:lnTo>
                  <a:pt x="196" y="409"/>
                </a:lnTo>
                <a:lnTo>
                  <a:pt x="195" y="409"/>
                </a:lnTo>
                <a:lnTo>
                  <a:pt x="195" y="408"/>
                </a:lnTo>
                <a:lnTo>
                  <a:pt x="194" y="408"/>
                </a:lnTo>
                <a:lnTo>
                  <a:pt x="194" y="409"/>
                </a:lnTo>
                <a:lnTo>
                  <a:pt x="193" y="409"/>
                </a:lnTo>
                <a:lnTo>
                  <a:pt x="192" y="409"/>
                </a:lnTo>
                <a:lnTo>
                  <a:pt x="191" y="409"/>
                </a:lnTo>
                <a:lnTo>
                  <a:pt x="190" y="409"/>
                </a:lnTo>
                <a:lnTo>
                  <a:pt x="190" y="410"/>
                </a:lnTo>
                <a:lnTo>
                  <a:pt x="189" y="410"/>
                </a:lnTo>
                <a:lnTo>
                  <a:pt x="188" y="411"/>
                </a:lnTo>
                <a:lnTo>
                  <a:pt x="188" y="412"/>
                </a:lnTo>
                <a:lnTo>
                  <a:pt x="189" y="412"/>
                </a:lnTo>
                <a:lnTo>
                  <a:pt x="189" y="413"/>
                </a:lnTo>
                <a:lnTo>
                  <a:pt x="188" y="413"/>
                </a:lnTo>
                <a:lnTo>
                  <a:pt x="188" y="412"/>
                </a:lnTo>
                <a:lnTo>
                  <a:pt x="187" y="412"/>
                </a:lnTo>
                <a:lnTo>
                  <a:pt x="186" y="412"/>
                </a:lnTo>
                <a:lnTo>
                  <a:pt x="186" y="411"/>
                </a:lnTo>
                <a:lnTo>
                  <a:pt x="185" y="411"/>
                </a:lnTo>
                <a:lnTo>
                  <a:pt x="185" y="410"/>
                </a:lnTo>
                <a:lnTo>
                  <a:pt x="184" y="410"/>
                </a:lnTo>
                <a:lnTo>
                  <a:pt x="183" y="410"/>
                </a:lnTo>
                <a:lnTo>
                  <a:pt x="183" y="411"/>
                </a:lnTo>
                <a:lnTo>
                  <a:pt x="182" y="410"/>
                </a:lnTo>
                <a:lnTo>
                  <a:pt x="181" y="410"/>
                </a:lnTo>
                <a:lnTo>
                  <a:pt x="180" y="410"/>
                </a:lnTo>
                <a:lnTo>
                  <a:pt x="180" y="411"/>
                </a:lnTo>
                <a:lnTo>
                  <a:pt x="180" y="412"/>
                </a:lnTo>
                <a:lnTo>
                  <a:pt x="179" y="412"/>
                </a:lnTo>
                <a:lnTo>
                  <a:pt x="178" y="412"/>
                </a:lnTo>
                <a:lnTo>
                  <a:pt x="178" y="413"/>
                </a:lnTo>
                <a:lnTo>
                  <a:pt x="177" y="414"/>
                </a:lnTo>
                <a:lnTo>
                  <a:pt x="176" y="414"/>
                </a:lnTo>
                <a:lnTo>
                  <a:pt x="175" y="414"/>
                </a:lnTo>
                <a:lnTo>
                  <a:pt x="175" y="413"/>
                </a:lnTo>
                <a:lnTo>
                  <a:pt x="174" y="413"/>
                </a:lnTo>
                <a:lnTo>
                  <a:pt x="174" y="412"/>
                </a:lnTo>
                <a:lnTo>
                  <a:pt x="173" y="412"/>
                </a:lnTo>
                <a:lnTo>
                  <a:pt x="171" y="411"/>
                </a:lnTo>
                <a:lnTo>
                  <a:pt x="170" y="411"/>
                </a:lnTo>
                <a:lnTo>
                  <a:pt x="170" y="410"/>
                </a:lnTo>
                <a:lnTo>
                  <a:pt x="169" y="410"/>
                </a:lnTo>
                <a:lnTo>
                  <a:pt x="169" y="409"/>
                </a:lnTo>
                <a:lnTo>
                  <a:pt x="168" y="409"/>
                </a:lnTo>
                <a:lnTo>
                  <a:pt x="168" y="408"/>
                </a:lnTo>
                <a:lnTo>
                  <a:pt x="167" y="408"/>
                </a:lnTo>
                <a:lnTo>
                  <a:pt x="166" y="408"/>
                </a:lnTo>
                <a:lnTo>
                  <a:pt x="166" y="407"/>
                </a:lnTo>
                <a:lnTo>
                  <a:pt x="165" y="407"/>
                </a:lnTo>
                <a:lnTo>
                  <a:pt x="165" y="408"/>
                </a:lnTo>
                <a:lnTo>
                  <a:pt x="164" y="408"/>
                </a:lnTo>
                <a:lnTo>
                  <a:pt x="163" y="408"/>
                </a:lnTo>
                <a:lnTo>
                  <a:pt x="164" y="407"/>
                </a:lnTo>
                <a:lnTo>
                  <a:pt x="163" y="406"/>
                </a:lnTo>
                <a:lnTo>
                  <a:pt x="161" y="406"/>
                </a:lnTo>
                <a:lnTo>
                  <a:pt x="161" y="407"/>
                </a:lnTo>
                <a:lnTo>
                  <a:pt x="162" y="407"/>
                </a:lnTo>
                <a:lnTo>
                  <a:pt x="162" y="408"/>
                </a:lnTo>
                <a:lnTo>
                  <a:pt x="161" y="408"/>
                </a:lnTo>
                <a:lnTo>
                  <a:pt x="162" y="408"/>
                </a:lnTo>
                <a:lnTo>
                  <a:pt x="163" y="408"/>
                </a:lnTo>
                <a:lnTo>
                  <a:pt x="162" y="409"/>
                </a:lnTo>
                <a:lnTo>
                  <a:pt x="161" y="408"/>
                </a:lnTo>
                <a:lnTo>
                  <a:pt x="160" y="408"/>
                </a:lnTo>
                <a:lnTo>
                  <a:pt x="160" y="407"/>
                </a:lnTo>
                <a:lnTo>
                  <a:pt x="159" y="406"/>
                </a:lnTo>
                <a:lnTo>
                  <a:pt x="159" y="407"/>
                </a:lnTo>
                <a:lnTo>
                  <a:pt x="158" y="407"/>
                </a:lnTo>
                <a:lnTo>
                  <a:pt x="158" y="406"/>
                </a:lnTo>
                <a:lnTo>
                  <a:pt x="157" y="406"/>
                </a:lnTo>
                <a:lnTo>
                  <a:pt x="157" y="405"/>
                </a:lnTo>
                <a:lnTo>
                  <a:pt x="156" y="405"/>
                </a:lnTo>
                <a:lnTo>
                  <a:pt x="155" y="405"/>
                </a:lnTo>
                <a:lnTo>
                  <a:pt x="155" y="404"/>
                </a:lnTo>
                <a:lnTo>
                  <a:pt x="155" y="403"/>
                </a:lnTo>
                <a:lnTo>
                  <a:pt x="154" y="403"/>
                </a:lnTo>
                <a:lnTo>
                  <a:pt x="154" y="402"/>
                </a:lnTo>
                <a:lnTo>
                  <a:pt x="154" y="401"/>
                </a:lnTo>
                <a:lnTo>
                  <a:pt x="154" y="400"/>
                </a:lnTo>
                <a:lnTo>
                  <a:pt x="154" y="399"/>
                </a:lnTo>
                <a:lnTo>
                  <a:pt x="152" y="399"/>
                </a:lnTo>
                <a:lnTo>
                  <a:pt x="151" y="399"/>
                </a:lnTo>
                <a:lnTo>
                  <a:pt x="151" y="400"/>
                </a:lnTo>
                <a:lnTo>
                  <a:pt x="151" y="401"/>
                </a:lnTo>
                <a:lnTo>
                  <a:pt x="150" y="401"/>
                </a:lnTo>
                <a:lnTo>
                  <a:pt x="149" y="402"/>
                </a:lnTo>
                <a:lnTo>
                  <a:pt x="149" y="401"/>
                </a:lnTo>
                <a:lnTo>
                  <a:pt x="148" y="401"/>
                </a:lnTo>
                <a:lnTo>
                  <a:pt x="147" y="401"/>
                </a:lnTo>
                <a:lnTo>
                  <a:pt x="147" y="400"/>
                </a:lnTo>
                <a:lnTo>
                  <a:pt x="146" y="400"/>
                </a:lnTo>
                <a:lnTo>
                  <a:pt x="146" y="399"/>
                </a:lnTo>
                <a:lnTo>
                  <a:pt x="145" y="399"/>
                </a:lnTo>
                <a:lnTo>
                  <a:pt x="145" y="397"/>
                </a:lnTo>
                <a:lnTo>
                  <a:pt x="145" y="396"/>
                </a:lnTo>
                <a:lnTo>
                  <a:pt x="144" y="396"/>
                </a:lnTo>
                <a:lnTo>
                  <a:pt x="144" y="395"/>
                </a:lnTo>
                <a:lnTo>
                  <a:pt x="143" y="395"/>
                </a:lnTo>
                <a:lnTo>
                  <a:pt x="142" y="395"/>
                </a:lnTo>
                <a:lnTo>
                  <a:pt x="141" y="395"/>
                </a:lnTo>
                <a:lnTo>
                  <a:pt x="141" y="396"/>
                </a:lnTo>
                <a:lnTo>
                  <a:pt x="140" y="396"/>
                </a:lnTo>
                <a:lnTo>
                  <a:pt x="139" y="396"/>
                </a:lnTo>
                <a:lnTo>
                  <a:pt x="138" y="397"/>
                </a:lnTo>
                <a:lnTo>
                  <a:pt x="138" y="396"/>
                </a:lnTo>
                <a:lnTo>
                  <a:pt x="137" y="396"/>
                </a:lnTo>
                <a:lnTo>
                  <a:pt x="136" y="396"/>
                </a:lnTo>
                <a:lnTo>
                  <a:pt x="136" y="395"/>
                </a:lnTo>
                <a:lnTo>
                  <a:pt x="135" y="395"/>
                </a:lnTo>
                <a:lnTo>
                  <a:pt x="135" y="393"/>
                </a:lnTo>
                <a:lnTo>
                  <a:pt x="135" y="394"/>
                </a:lnTo>
                <a:lnTo>
                  <a:pt x="134" y="394"/>
                </a:lnTo>
                <a:lnTo>
                  <a:pt x="133" y="394"/>
                </a:lnTo>
                <a:lnTo>
                  <a:pt x="132" y="394"/>
                </a:lnTo>
                <a:lnTo>
                  <a:pt x="132" y="393"/>
                </a:lnTo>
                <a:lnTo>
                  <a:pt x="131" y="393"/>
                </a:lnTo>
                <a:lnTo>
                  <a:pt x="130" y="392"/>
                </a:lnTo>
                <a:lnTo>
                  <a:pt x="129" y="392"/>
                </a:lnTo>
                <a:lnTo>
                  <a:pt x="129" y="391"/>
                </a:lnTo>
                <a:lnTo>
                  <a:pt x="128" y="390"/>
                </a:lnTo>
                <a:lnTo>
                  <a:pt x="127" y="390"/>
                </a:lnTo>
                <a:lnTo>
                  <a:pt x="126" y="390"/>
                </a:lnTo>
                <a:lnTo>
                  <a:pt x="125" y="389"/>
                </a:lnTo>
                <a:lnTo>
                  <a:pt x="125" y="388"/>
                </a:lnTo>
                <a:lnTo>
                  <a:pt x="124" y="388"/>
                </a:lnTo>
                <a:lnTo>
                  <a:pt x="124" y="387"/>
                </a:lnTo>
                <a:lnTo>
                  <a:pt x="123" y="387"/>
                </a:lnTo>
                <a:lnTo>
                  <a:pt x="123" y="386"/>
                </a:lnTo>
                <a:lnTo>
                  <a:pt x="122" y="386"/>
                </a:lnTo>
                <a:lnTo>
                  <a:pt x="121" y="385"/>
                </a:lnTo>
                <a:lnTo>
                  <a:pt x="120" y="386"/>
                </a:lnTo>
                <a:lnTo>
                  <a:pt x="118" y="385"/>
                </a:lnTo>
                <a:lnTo>
                  <a:pt x="117" y="385"/>
                </a:lnTo>
                <a:lnTo>
                  <a:pt x="116" y="386"/>
                </a:lnTo>
                <a:lnTo>
                  <a:pt x="115" y="385"/>
                </a:lnTo>
                <a:lnTo>
                  <a:pt x="115" y="384"/>
                </a:lnTo>
                <a:lnTo>
                  <a:pt x="116" y="384"/>
                </a:lnTo>
                <a:lnTo>
                  <a:pt x="116" y="383"/>
                </a:lnTo>
                <a:lnTo>
                  <a:pt x="114" y="383"/>
                </a:lnTo>
                <a:lnTo>
                  <a:pt x="113" y="384"/>
                </a:lnTo>
                <a:lnTo>
                  <a:pt x="113" y="385"/>
                </a:lnTo>
                <a:lnTo>
                  <a:pt x="113" y="386"/>
                </a:lnTo>
                <a:lnTo>
                  <a:pt x="112" y="386"/>
                </a:lnTo>
                <a:lnTo>
                  <a:pt x="111" y="387"/>
                </a:lnTo>
                <a:lnTo>
                  <a:pt x="111" y="386"/>
                </a:lnTo>
                <a:lnTo>
                  <a:pt x="110" y="386"/>
                </a:lnTo>
                <a:lnTo>
                  <a:pt x="110" y="387"/>
                </a:lnTo>
                <a:lnTo>
                  <a:pt x="109" y="387"/>
                </a:lnTo>
                <a:lnTo>
                  <a:pt x="108" y="387"/>
                </a:lnTo>
                <a:lnTo>
                  <a:pt x="108" y="386"/>
                </a:lnTo>
                <a:lnTo>
                  <a:pt x="108" y="385"/>
                </a:lnTo>
                <a:lnTo>
                  <a:pt x="107" y="385"/>
                </a:lnTo>
                <a:lnTo>
                  <a:pt x="106" y="385"/>
                </a:lnTo>
                <a:lnTo>
                  <a:pt x="105" y="385"/>
                </a:lnTo>
                <a:lnTo>
                  <a:pt x="105" y="384"/>
                </a:lnTo>
                <a:lnTo>
                  <a:pt x="106" y="384"/>
                </a:lnTo>
                <a:lnTo>
                  <a:pt x="106" y="383"/>
                </a:lnTo>
                <a:lnTo>
                  <a:pt x="105" y="383"/>
                </a:lnTo>
                <a:lnTo>
                  <a:pt x="105" y="382"/>
                </a:lnTo>
                <a:lnTo>
                  <a:pt x="106" y="382"/>
                </a:lnTo>
                <a:lnTo>
                  <a:pt x="106" y="381"/>
                </a:lnTo>
                <a:lnTo>
                  <a:pt x="105" y="381"/>
                </a:lnTo>
                <a:lnTo>
                  <a:pt x="105" y="380"/>
                </a:lnTo>
                <a:lnTo>
                  <a:pt x="105" y="379"/>
                </a:lnTo>
                <a:lnTo>
                  <a:pt x="104" y="379"/>
                </a:lnTo>
                <a:lnTo>
                  <a:pt x="103" y="379"/>
                </a:lnTo>
                <a:lnTo>
                  <a:pt x="103" y="378"/>
                </a:lnTo>
                <a:lnTo>
                  <a:pt x="102" y="378"/>
                </a:lnTo>
                <a:lnTo>
                  <a:pt x="102" y="377"/>
                </a:lnTo>
                <a:lnTo>
                  <a:pt x="101" y="377"/>
                </a:lnTo>
                <a:lnTo>
                  <a:pt x="101" y="376"/>
                </a:lnTo>
                <a:lnTo>
                  <a:pt x="100" y="376"/>
                </a:lnTo>
                <a:lnTo>
                  <a:pt x="100" y="375"/>
                </a:lnTo>
                <a:lnTo>
                  <a:pt x="100" y="374"/>
                </a:lnTo>
                <a:lnTo>
                  <a:pt x="99" y="374"/>
                </a:lnTo>
                <a:lnTo>
                  <a:pt x="98" y="374"/>
                </a:lnTo>
                <a:lnTo>
                  <a:pt x="97" y="374"/>
                </a:lnTo>
                <a:lnTo>
                  <a:pt x="97" y="373"/>
                </a:lnTo>
                <a:lnTo>
                  <a:pt x="96" y="373"/>
                </a:lnTo>
                <a:lnTo>
                  <a:pt x="96" y="372"/>
                </a:lnTo>
                <a:lnTo>
                  <a:pt x="97" y="373"/>
                </a:lnTo>
                <a:lnTo>
                  <a:pt x="99" y="373"/>
                </a:lnTo>
                <a:lnTo>
                  <a:pt x="100" y="372"/>
                </a:lnTo>
                <a:lnTo>
                  <a:pt x="100" y="371"/>
                </a:lnTo>
                <a:lnTo>
                  <a:pt x="100" y="370"/>
                </a:lnTo>
                <a:lnTo>
                  <a:pt x="100" y="369"/>
                </a:lnTo>
                <a:lnTo>
                  <a:pt x="99" y="368"/>
                </a:lnTo>
                <a:lnTo>
                  <a:pt x="99" y="369"/>
                </a:lnTo>
                <a:lnTo>
                  <a:pt x="99" y="370"/>
                </a:lnTo>
                <a:lnTo>
                  <a:pt x="98" y="370"/>
                </a:lnTo>
                <a:lnTo>
                  <a:pt x="98" y="371"/>
                </a:lnTo>
                <a:lnTo>
                  <a:pt x="97" y="371"/>
                </a:lnTo>
                <a:lnTo>
                  <a:pt x="96" y="371"/>
                </a:lnTo>
                <a:lnTo>
                  <a:pt x="95" y="371"/>
                </a:lnTo>
                <a:lnTo>
                  <a:pt x="95" y="370"/>
                </a:lnTo>
                <a:lnTo>
                  <a:pt x="95" y="369"/>
                </a:lnTo>
                <a:lnTo>
                  <a:pt x="94" y="368"/>
                </a:lnTo>
                <a:lnTo>
                  <a:pt x="94" y="367"/>
                </a:lnTo>
                <a:lnTo>
                  <a:pt x="93" y="367"/>
                </a:lnTo>
                <a:lnTo>
                  <a:pt x="93" y="366"/>
                </a:lnTo>
                <a:lnTo>
                  <a:pt x="93" y="365"/>
                </a:lnTo>
                <a:lnTo>
                  <a:pt x="93" y="364"/>
                </a:lnTo>
                <a:lnTo>
                  <a:pt x="92" y="364"/>
                </a:lnTo>
                <a:lnTo>
                  <a:pt x="91" y="364"/>
                </a:lnTo>
                <a:lnTo>
                  <a:pt x="91" y="363"/>
                </a:lnTo>
                <a:lnTo>
                  <a:pt x="91" y="362"/>
                </a:lnTo>
                <a:lnTo>
                  <a:pt x="90" y="362"/>
                </a:lnTo>
                <a:lnTo>
                  <a:pt x="89" y="362"/>
                </a:lnTo>
                <a:lnTo>
                  <a:pt x="88" y="362"/>
                </a:lnTo>
                <a:lnTo>
                  <a:pt x="87" y="362"/>
                </a:lnTo>
                <a:lnTo>
                  <a:pt x="87" y="361"/>
                </a:lnTo>
                <a:lnTo>
                  <a:pt x="86" y="361"/>
                </a:lnTo>
                <a:lnTo>
                  <a:pt x="85" y="360"/>
                </a:lnTo>
                <a:lnTo>
                  <a:pt x="84" y="360"/>
                </a:lnTo>
                <a:lnTo>
                  <a:pt x="83" y="359"/>
                </a:lnTo>
                <a:lnTo>
                  <a:pt x="83" y="358"/>
                </a:lnTo>
                <a:lnTo>
                  <a:pt x="84" y="358"/>
                </a:lnTo>
                <a:lnTo>
                  <a:pt x="84" y="357"/>
                </a:lnTo>
                <a:lnTo>
                  <a:pt x="84" y="356"/>
                </a:lnTo>
                <a:lnTo>
                  <a:pt x="83" y="356"/>
                </a:lnTo>
                <a:lnTo>
                  <a:pt x="82" y="356"/>
                </a:lnTo>
                <a:lnTo>
                  <a:pt x="82" y="357"/>
                </a:lnTo>
                <a:lnTo>
                  <a:pt x="81" y="357"/>
                </a:lnTo>
                <a:lnTo>
                  <a:pt x="81" y="358"/>
                </a:lnTo>
                <a:lnTo>
                  <a:pt x="80" y="358"/>
                </a:lnTo>
                <a:lnTo>
                  <a:pt x="80" y="357"/>
                </a:lnTo>
                <a:lnTo>
                  <a:pt x="80" y="356"/>
                </a:lnTo>
                <a:lnTo>
                  <a:pt x="80" y="355"/>
                </a:lnTo>
                <a:lnTo>
                  <a:pt x="80" y="354"/>
                </a:lnTo>
                <a:lnTo>
                  <a:pt x="80" y="352"/>
                </a:lnTo>
                <a:lnTo>
                  <a:pt x="80" y="351"/>
                </a:lnTo>
                <a:lnTo>
                  <a:pt x="80" y="350"/>
                </a:lnTo>
                <a:lnTo>
                  <a:pt x="81" y="351"/>
                </a:lnTo>
                <a:lnTo>
                  <a:pt x="81" y="350"/>
                </a:lnTo>
                <a:lnTo>
                  <a:pt x="82" y="350"/>
                </a:lnTo>
                <a:lnTo>
                  <a:pt x="82" y="348"/>
                </a:lnTo>
                <a:lnTo>
                  <a:pt x="82" y="347"/>
                </a:lnTo>
                <a:lnTo>
                  <a:pt x="83" y="347"/>
                </a:lnTo>
                <a:lnTo>
                  <a:pt x="82" y="346"/>
                </a:lnTo>
                <a:lnTo>
                  <a:pt x="81" y="346"/>
                </a:lnTo>
                <a:lnTo>
                  <a:pt x="81" y="345"/>
                </a:lnTo>
                <a:lnTo>
                  <a:pt x="81" y="344"/>
                </a:lnTo>
                <a:lnTo>
                  <a:pt x="80" y="344"/>
                </a:lnTo>
                <a:lnTo>
                  <a:pt x="80" y="343"/>
                </a:lnTo>
                <a:lnTo>
                  <a:pt x="80" y="342"/>
                </a:lnTo>
                <a:lnTo>
                  <a:pt x="79" y="342"/>
                </a:lnTo>
                <a:lnTo>
                  <a:pt x="78" y="341"/>
                </a:lnTo>
                <a:lnTo>
                  <a:pt x="77" y="341"/>
                </a:lnTo>
                <a:lnTo>
                  <a:pt x="76" y="341"/>
                </a:lnTo>
                <a:lnTo>
                  <a:pt x="75" y="341"/>
                </a:lnTo>
                <a:lnTo>
                  <a:pt x="74" y="341"/>
                </a:lnTo>
                <a:lnTo>
                  <a:pt x="73" y="341"/>
                </a:lnTo>
                <a:lnTo>
                  <a:pt x="72" y="342"/>
                </a:lnTo>
                <a:lnTo>
                  <a:pt x="72" y="341"/>
                </a:lnTo>
                <a:lnTo>
                  <a:pt x="71" y="341"/>
                </a:lnTo>
                <a:lnTo>
                  <a:pt x="71" y="340"/>
                </a:lnTo>
                <a:lnTo>
                  <a:pt x="72" y="340"/>
                </a:lnTo>
                <a:lnTo>
                  <a:pt x="73" y="339"/>
                </a:lnTo>
                <a:lnTo>
                  <a:pt x="74" y="339"/>
                </a:lnTo>
                <a:lnTo>
                  <a:pt x="75" y="339"/>
                </a:lnTo>
                <a:lnTo>
                  <a:pt x="75" y="338"/>
                </a:lnTo>
                <a:lnTo>
                  <a:pt x="76" y="338"/>
                </a:lnTo>
                <a:lnTo>
                  <a:pt x="76" y="337"/>
                </a:lnTo>
                <a:lnTo>
                  <a:pt x="75" y="337"/>
                </a:lnTo>
                <a:lnTo>
                  <a:pt x="75" y="336"/>
                </a:lnTo>
                <a:lnTo>
                  <a:pt x="74" y="336"/>
                </a:lnTo>
                <a:lnTo>
                  <a:pt x="74" y="334"/>
                </a:lnTo>
                <a:lnTo>
                  <a:pt x="74" y="333"/>
                </a:lnTo>
                <a:lnTo>
                  <a:pt x="73" y="333"/>
                </a:lnTo>
                <a:lnTo>
                  <a:pt x="72" y="333"/>
                </a:lnTo>
                <a:lnTo>
                  <a:pt x="71" y="333"/>
                </a:lnTo>
                <a:lnTo>
                  <a:pt x="71" y="332"/>
                </a:lnTo>
                <a:lnTo>
                  <a:pt x="70" y="332"/>
                </a:lnTo>
                <a:lnTo>
                  <a:pt x="70" y="331"/>
                </a:lnTo>
                <a:lnTo>
                  <a:pt x="69" y="330"/>
                </a:lnTo>
                <a:lnTo>
                  <a:pt x="69" y="329"/>
                </a:lnTo>
                <a:lnTo>
                  <a:pt x="68" y="329"/>
                </a:lnTo>
                <a:lnTo>
                  <a:pt x="67" y="328"/>
                </a:lnTo>
                <a:lnTo>
                  <a:pt x="66" y="328"/>
                </a:lnTo>
                <a:lnTo>
                  <a:pt x="66" y="327"/>
                </a:lnTo>
                <a:lnTo>
                  <a:pt x="65" y="327"/>
                </a:lnTo>
                <a:lnTo>
                  <a:pt x="64" y="327"/>
                </a:lnTo>
                <a:lnTo>
                  <a:pt x="64" y="328"/>
                </a:lnTo>
                <a:lnTo>
                  <a:pt x="63" y="329"/>
                </a:lnTo>
                <a:lnTo>
                  <a:pt x="61" y="330"/>
                </a:lnTo>
                <a:lnTo>
                  <a:pt x="61" y="329"/>
                </a:lnTo>
                <a:lnTo>
                  <a:pt x="62" y="329"/>
                </a:lnTo>
                <a:lnTo>
                  <a:pt x="62" y="328"/>
                </a:lnTo>
                <a:lnTo>
                  <a:pt x="63" y="328"/>
                </a:lnTo>
                <a:lnTo>
                  <a:pt x="63" y="327"/>
                </a:lnTo>
                <a:lnTo>
                  <a:pt x="63" y="326"/>
                </a:lnTo>
                <a:lnTo>
                  <a:pt x="62" y="325"/>
                </a:lnTo>
                <a:lnTo>
                  <a:pt x="61" y="324"/>
                </a:lnTo>
                <a:lnTo>
                  <a:pt x="60" y="324"/>
                </a:lnTo>
                <a:lnTo>
                  <a:pt x="59" y="323"/>
                </a:lnTo>
                <a:lnTo>
                  <a:pt x="59" y="322"/>
                </a:lnTo>
                <a:lnTo>
                  <a:pt x="58" y="322"/>
                </a:lnTo>
                <a:lnTo>
                  <a:pt x="58" y="321"/>
                </a:lnTo>
                <a:lnTo>
                  <a:pt x="57" y="321"/>
                </a:lnTo>
                <a:lnTo>
                  <a:pt x="57" y="320"/>
                </a:lnTo>
                <a:lnTo>
                  <a:pt x="57" y="319"/>
                </a:lnTo>
                <a:lnTo>
                  <a:pt x="56" y="318"/>
                </a:lnTo>
                <a:lnTo>
                  <a:pt x="57" y="317"/>
                </a:lnTo>
                <a:lnTo>
                  <a:pt x="57" y="316"/>
                </a:lnTo>
                <a:lnTo>
                  <a:pt x="57" y="315"/>
                </a:lnTo>
                <a:lnTo>
                  <a:pt x="58" y="315"/>
                </a:lnTo>
                <a:lnTo>
                  <a:pt x="58" y="314"/>
                </a:lnTo>
                <a:lnTo>
                  <a:pt x="58" y="315"/>
                </a:lnTo>
                <a:lnTo>
                  <a:pt x="58" y="314"/>
                </a:lnTo>
                <a:lnTo>
                  <a:pt x="58" y="313"/>
                </a:lnTo>
                <a:lnTo>
                  <a:pt x="59" y="312"/>
                </a:lnTo>
                <a:lnTo>
                  <a:pt x="60" y="312"/>
                </a:lnTo>
                <a:lnTo>
                  <a:pt x="60" y="311"/>
                </a:lnTo>
                <a:lnTo>
                  <a:pt x="61" y="311"/>
                </a:lnTo>
                <a:lnTo>
                  <a:pt x="60" y="310"/>
                </a:lnTo>
                <a:lnTo>
                  <a:pt x="60" y="309"/>
                </a:lnTo>
                <a:lnTo>
                  <a:pt x="61" y="309"/>
                </a:lnTo>
                <a:lnTo>
                  <a:pt x="61" y="308"/>
                </a:lnTo>
                <a:lnTo>
                  <a:pt x="61" y="307"/>
                </a:lnTo>
                <a:lnTo>
                  <a:pt x="60" y="307"/>
                </a:lnTo>
                <a:lnTo>
                  <a:pt x="60" y="306"/>
                </a:lnTo>
                <a:lnTo>
                  <a:pt x="59" y="305"/>
                </a:lnTo>
                <a:lnTo>
                  <a:pt x="59" y="304"/>
                </a:lnTo>
                <a:lnTo>
                  <a:pt x="59" y="303"/>
                </a:lnTo>
                <a:lnTo>
                  <a:pt x="59" y="302"/>
                </a:lnTo>
                <a:lnTo>
                  <a:pt x="58" y="302"/>
                </a:lnTo>
                <a:lnTo>
                  <a:pt x="58" y="301"/>
                </a:lnTo>
                <a:lnTo>
                  <a:pt x="57" y="301"/>
                </a:lnTo>
                <a:lnTo>
                  <a:pt x="58" y="301"/>
                </a:lnTo>
                <a:lnTo>
                  <a:pt x="58" y="300"/>
                </a:lnTo>
                <a:lnTo>
                  <a:pt x="58" y="301"/>
                </a:lnTo>
                <a:lnTo>
                  <a:pt x="59" y="301"/>
                </a:lnTo>
                <a:lnTo>
                  <a:pt x="59" y="300"/>
                </a:lnTo>
                <a:lnTo>
                  <a:pt x="60" y="299"/>
                </a:lnTo>
                <a:lnTo>
                  <a:pt x="60" y="298"/>
                </a:lnTo>
                <a:lnTo>
                  <a:pt x="60" y="297"/>
                </a:lnTo>
                <a:lnTo>
                  <a:pt x="61" y="296"/>
                </a:lnTo>
                <a:lnTo>
                  <a:pt x="60" y="296"/>
                </a:lnTo>
                <a:lnTo>
                  <a:pt x="60" y="294"/>
                </a:lnTo>
                <a:lnTo>
                  <a:pt x="60" y="293"/>
                </a:lnTo>
                <a:lnTo>
                  <a:pt x="60" y="292"/>
                </a:lnTo>
                <a:lnTo>
                  <a:pt x="59" y="292"/>
                </a:lnTo>
                <a:lnTo>
                  <a:pt x="59" y="291"/>
                </a:lnTo>
                <a:lnTo>
                  <a:pt x="58" y="291"/>
                </a:lnTo>
                <a:lnTo>
                  <a:pt x="58" y="290"/>
                </a:lnTo>
                <a:lnTo>
                  <a:pt x="58" y="289"/>
                </a:lnTo>
                <a:lnTo>
                  <a:pt x="59" y="288"/>
                </a:lnTo>
                <a:lnTo>
                  <a:pt x="58" y="288"/>
                </a:lnTo>
                <a:lnTo>
                  <a:pt x="58" y="287"/>
                </a:lnTo>
                <a:lnTo>
                  <a:pt x="58" y="286"/>
                </a:lnTo>
                <a:lnTo>
                  <a:pt x="57" y="286"/>
                </a:lnTo>
                <a:lnTo>
                  <a:pt x="57" y="285"/>
                </a:lnTo>
                <a:lnTo>
                  <a:pt x="56" y="285"/>
                </a:lnTo>
                <a:lnTo>
                  <a:pt x="56" y="284"/>
                </a:lnTo>
                <a:lnTo>
                  <a:pt x="55" y="284"/>
                </a:lnTo>
                <a:lnTo>
                  <a:pt x="55" y="283"/>
                </a:lnTo>
                <a:lnTo>
                  <a:pt x="54" y="283"/>
                </a:lnTo>
                <a:lnTo>
                  <a:pt x="53" y="283"/>
                </a:lnTo>
                <a:lnTo>
                  <a:pt x="53" y="282"/>
                </a:lnTo>
                <a:lnTo>
                  <a:pt x="52" y="282"/>
                </a:lnTo>
                <a:lnTo>
                  <a:pt x="51" y="282"/>
                </a:lnTo>
                <a:lnTo>
                  <a:pt x="50" y="281"/>
                </a:lnTo>
                <a:lnTo>
                  <a:pt x="49" y="281"/>
                </a:lnTo>
                <a:lnTo>
                  <a:pt x="48" y="281"/>
                </a:lnTo>
                <a:lnTo>
                  <a:pt x="47" y="281"/>
                </a:lnTo>
                <a:lnTo>
                  <a:pt x="46" y="280"/>
                </a:lnTo>
                <a:lnTo>
                  <a:pt x="46" y="279"/>
                </a:lnTo>
                <a:lnTo>
                  <a:pt x="45" y="279"/>
                </a:lnTo>
                <a:lnTo>
                  <a:pt x="45" y="278"/>
                </a:lnTo>
                <a:lnTo>
                  <a:pt x="44" y="278"/>
                </a:lnTo>
                <a:lnTo>
                  <a:pt x="43" y="277"/>
                </a:lnTo>
                <a:lnTo>
                  <a:pt x="43" y="276"/>
                </a:lnTo>
                <a:lnTo>
                  <a:pt x="42" y="276"/>
                </a:lnTo>
                <a:lnTo>
                  <a:pt x="42" y="275"/>
                </a:lnTo>
                <a:lnTo>
                  <a:pt x="42" y="274"/>
                </a:lnTo>
                <a:lnTo>
                  <a:pt x="42" y="273"/>
                </a:lnTo>
                <a:lnTo>
                  <a:pt x="43" y="273"/>
                </a:lnTo>
                <a:lnTo>
                  <a:pt x="43" y="272"/>
                </a:lnTo>
                <a:lnTo>
                  <a:pt x="42" y="272"/>
                </a:lnTo>
                <a:lnTo>
                  <a:pt x="42" y="271"/>
                </a:lnTo>
                <a:lnTo>
                  <a:pt x="41" y="270"/>
                </a:lnTo>
                <a:lnTo>
                  <a:pt x="41" y="268"/>
                </a:lnTo>
                <a:lnTo>
                  <a:pt x="40" y="267"/>
                </a:lnTo>
                <a:lnTo>
                  <a:pt x="40" y="266"/>
                </a:lnTo>
                <a:lnTo>
                  <a:pt x="39" y="266"/>
                </a:lnTo>
                <a:lnTo>
                  <a:pt x="38" y="266"/>
                </a:lnTo>
                <a:lnTo>
                  <a:pt x="38" y="265"/>
                </a:lnTo>
                <a:lnTo>
                  <a:pt x="38" y="264"/>
                </a:lnTo>
                <a:lnTo>
                  <a:pt x="37" y="264"/>
                </a:lnTo>
                <a:lnTo>
                  <a:pt x="35" y="264"/>
                </a:lnTo>
                <a:lnTo>
                  <a:pt x="34" y="264"/>
                </a:lnTo>
                <a:lnTo>
                  <a:pt x="34" y="263"/>
                </a:lnTo>
                <a:lnTo>
                  <a:pt x="33" y="263"/>
                </a:lnTo>
                <a:lnTo>
                  <a:pt x="33" y="262"/>
                </a:lnTo>
                <a:lnTo>
                  <a:pt x="33" y="261"/>
                </a:lnTo>
                <a:lnTo>
                  <a:pt x="32" y="260"/>
                </a:lnTo>
                <a:lnTo>
                  <a:pt x="31" y="260"/>
                </a:lnTo>
                <a:lnTo>
                  <a:pt x="30" y="260"/>
                </a:lnTo>
                <a:lnTo>
                  <a:pt x="29" y="259"/>
                </a:lnTo>
                <a:lnTo>
                  <a:pt x="28" y="259"/>
                </a:lnTo>
                <a:lnTo>
                  <a:pt x="28" y="258"/>
                </a:lnTo>
                <a:lnTo>
                  <a:pt x="27" y="258"/>
                </a:lnTo>
                <a:lnTo>
                  <a:pt x="26" y="258"/>
                </a:lnTo>
                <a:lnTo>
                  <a:pt x="25" y="259"/>
                </a:lnTo>
                <a:lnTo>
                  <a:pt x="24" y="259"/>
                </a:lnTo>
                <a:lnTo>
                  <a:pt x="23" y="258"/>
                </a:lnTo>
                <a:lnTo>
                  <a:pt x="23" y="257"/>
                </a:lnTo>
                <a:lnTo>
                  <a:pt x="23" y="256"/>
                </a:lnTo>
                <a:lnTo>
                  <a:pt x="22" y="256"/>
                </a:lnTo>
                <a:lnTo>
                  <a:pt x="21" y="256"/>
                </a:lnTo>
                <a:lnTo>
                  <a:pt x="21" y="255"/>
                </a:lnTo>
                <a:lnTo>
                  <a:pt x="21" y="253"/>
                </a:lnTo>
                <a:lnTo>
                  <a:pt x="22" y="253"/>
                </a:lnTo>
                <a:lnTo>
                  <a:pt x="23" y="253"/>
                </a:lnTo>
                <a:lnTo>
                  <a:pt x="23" y="252"/>
                </a:lnTo>
                <a:lnTo>
                  <a:pt x="23" y="253"/>
                </a:lnTo>
                <a:lnTo>
                  <a:pt x="24" y="253"/>
                </a:lnTo>
                <a:lnTo>
                  <a:pt x="24" y="252"/>
                </a:lnTo>
                <a:lnTo>
                  <a:pt x="24" y="251"/>
                </a:lnTo>
                <a:lnTo>
                  <a:pt x="25" y="251"/>
                </a:lnTo>
                <a:lnTo>
                  <a:pt x="25" y="250"/>
                </a:lnTo>
                <a:lnTo>
                  <a:pt x="26" y="250"/>
                </a:lnTo>
                <a:lnTo>
                  <a:pt x="26" y="249"/>
                </a:lnTo>
                <a:lnTo>
                  <a:pt x="27" y="249"/>
                </a:lnTo>
                <a:lnTo>
                  <a:pt x="28" y="249"/>
                </a:lnTo>
                <a:lnTo>
                  <a:pt x="29" y="248"/>
                </a:lnTo>
                <a:lnTo>
                  <a:pt x="28" y="248"/>
                </a:lnTo>
                <a:lnTo>
                  <a:pt x="28" y="247"/>
                </a:lnTo>
                <a:lnTo>
                  <a:pt x="27" y="246"/>
                </a:lnTo>
                <a:lnTo>
                  <a:pt x="26" y="246"/>
                </a:lnTo>
                <a:lnTo>
                  <a:pt x="26" y="245"/>
                </a:lnTo>
                <a:lnTo>
                  <a:pt x="26" y="243"/>
                </a:lnTo>
                <a:lnTo>
                  <a:pt x="26" y="242"/>
                </a:lnTo>
                <a:lnTo>
                  <a:pt x="25" y="242"/>
                </a:lnTo>
                <a:lnTo>
                  <a:pt x="25" y="241"/>
                </a:lnTo>
                <a:lnTo>
                  <a:pt x="25" y="240"/>
                </a:lnTo>
                <a:lnTo>
                  <a:pt x="24" y="240"/>
                </a:lnTo>
                <a:lnTo>
                  <a:pt x="25" y="239"/>
                </a:lnTo>
                <a:lnTo>
                  <a:pt x="24" y="239"/>
                </a:lnTo>
                <a:lnTo>
                  <a:pt x="24" y="238"/>
                </a:lnTo>
                <a:lnTo>
                  <a:pt x="23" y="238"/>
                </a:lnTo>
                <a:lnTo>
                  <a:pt x="23" y="239"/>
                </a:lnTo>
                <a:lnTo>
                  <a:pt x="23" y="240"/>
                </a:lnTo>
                <a:lnTo>
                  <a:pt x="22" y="240"/>
                </a:lnTo>
                <a:lnTo>
                  <a:pt x="20" y="240"/>
                </a:lnTo>
                <a:lnTo>
                  <a:pt x="20" y="239"/>
                </a:lnTo>
                <a:lnTo>
                  <a:pt x="21" y="239"/>
                </a:lnTo>
                <a:lnTo>
                  <a:pt x="21" y="238"/>
                </a:lnTo>
                <a:lnTo>
                  <a:pt x="21" y="237"/>
                </a:lnTo>
                <a:lnTo>
                  <a:pt x="21" y="236"/>
                </a:lnTo>
                <a:lnTo>
                  <a:pt x="21" y="235"/>
                </a:lnTo>
                <a:lnTo>
                  <a:pt x="21" y="233"/>
                </a:lnTo>
                <a:lnTo>
                  <a:pt x="21" y="232"/>
                </a:lnTo>
                <a:lnTo>
                  <a:pt x="21" y="231"/>
                </a:lnTo>
                <a:lnTo>
                  <a:pt x="22" y="231"/>
                </a:lnTo>
                <a:lnTo>
                  <a:pt x="23" y="231"/>
                </a:lnTo>
                <a:lnTo>
                  <a:pt x="23" y="230"/>
                </a:lnTo>
                <a:lnTo>
                  <a:pt x="23" y="229"/>
                </a:lnTo>
                <a:lnTo>
                  <a:pt x="24" y="229"/>
                </a:lnTo>
                <a:lnTo>
                  <a:pt x="24" y="228"/>
                </a:lnTo>
                <a:lnTo>
                  <a:pt x="25" y="227"/>
                </a:lnTo>
                <a:lnTo>
                  <a:pt x="25" y="226"/>
                </a:lnTo>
                <a:lnTo>
                  <a:pt x="26" y="226"/>
                </a:lnTo>
                <a:lnTo>
                  <a:pt x="25" y="225"/>
                </a:lnTo>
                <a:lnTo>
                  <a:pt x="24" y="224"/>
                </a:lnTo>
                <a:lnTo>
                  <a:pt x="23" y="224"/>
                </a:lnTo>
                <a:lnTo>
                  <a:pt x="22" y="224"/>
                </a:lnTo>
                <a:lnTo>
                  <a:pt x="21" y="224"/>
                </a:lnTo>
                <a:lnTo>
                  <a:pt x="21" y="223"/>
                </a:lnTo>
                <a:lnTo>
                  <a:pt x="20" y="222"/>
                </a:lnTo>
                <a:lnTo>
                  <a:pt x="19" y="223"/>
                </a:lnTo>
                <a:lnTo>
                  <a:pt x="18" y="222"/>
                </a:lnTo>
                <a:lnTo>
                  <a:pt x="18" y="221"/>
                </a:lnTo>
                <a:lnTo>
                  <a:pt x="17" y="221"/>
                </a:lnTo>
                <a:lnTo>
                  <a:pt x="17" y="220"/>
                </a:lnTo>
                <a:lnTo>
                  <a:pt x="16" y="220"/>
                </a:lnTo>
                <a:lnTo>
                  <a:pt x="15" y="220"/>
                </a:lnTo>
                <a:lnTo>
                  <a:pt x="14" y="220"/>
                </a:lnTo>
                <a:lnTo>
                  <a:pt x="13" y="220"/>
                </a:lnTo>
                <a:lnTo>
                  <a:pt x="13" y="219"/>
                </a:lnTo>
                <a:lnTo>
                  <a:pt x="12" y="219"/>
                </a:lnTo>
                <a:lnTo>
                  <a:pt x="11" y="218"/>
                </a:lnTo>
                <a:lnTo>
                  <a:pt x="10" y="218"/>
                </a:lnTo>
                <a:lnTo>
                  <a:pt x="9" y="218"/>
                </a:lnTo>
                <a:lnTo>
                  <a:pt x="7" y="218"/>
                </a:lnTo>
                <a:lnTo>
                  <a:pt x="7" y="217"/>
                </a:lnTo>
                <a:lnTo>
                  <a:pt x="7" y="216"/>
                </a:lnTo>
                <a:lnTo>
                  <a:pt x="8" y="216"/>
                </a:lnTo>
                <a:lnTo>
                  <a:pt x="7" y="214"/>
                </a:lnTo>
                <a:lnTo>
                  <a:pt x="6" y="214"/>
                </a:lnTo>
                <a:lnTo>
                  <a:pt x="6" y="213"/>
                </a:lnTo>
                <a:lnTo>
                  <a:pt x="6" y="212"/>
                </a:lnTo>
                <a:lnTo>
                  <a:pt x="7" y="212"/>
                </a:lnTo>
                <a:lnTo>
                  <a:pt x="8" y="212"/>
                </a:lnTo>
                <a:lnTo>
                  <a:pt x="9" y="212"/>
                </a:lnTo>
                <a:lnTo>
                  <a:pt x="9" y="211"/>
                </a:lnTo>
                <a:lnTo>
                  <a:pt x="10" y="211"/>
                </a:lnTo>
                <a:lnTo>
                  <a:pt x="10" y="210"/>
                </a:lnTo>
                <a:lnTo>
                  <a:pt x="10" y="209"/>
                </a:lnTo>
                <a:lnTo>
                  <a:pt x="11" y="209"/>
                </a:lnTo>
                <a:lnTo>
                  <a:pt x="12" y="210"/>
                </a:lnTo>
                <a:lnTo>
                  <a:pt x="12" y="209"/>
                </a:lnTo>
                <a:lnTo>
                  <a:pt x="13" y="209"/>
                </a:lnTo>
                <a:lnTo>
                  <a:pt x="13" y="208"/>
                </a:lnTo>
                <a:lnTo>
                  <a:pt x="13" y="207"/>
                </a:lnTo>
                <a:lnTo>
                  <a:pt x="13" y="206"/>
                </a:lnTo>
                <a:lnTo>
                  <a:pt x="12" y="206"/>
                </a:lnTo>
                <a:lnTo>
                  <a:pt x="11" y="206"/>
                </a:lnTo>
                <a:lnTo>
                  <a:pt x="11" y="205"/>
                </a:lnTo>
                <a:lnTo>
                  <a:pt x="12" y="205"/>
                </a:lnTo>
                <a:lnTo>
                  <a:pt x="11" y="205"/>
                </a:lnTo>
                <a:lnTo>
                  <a:pt x="11" y="204"/>
                </a:lnTo>
                <a:lnTo>
                  <a:pt x="11" y="203"/>
                </a:lnTo>
                <a:lnTo>
                  <a:pt x="10" y="202"/>
                </a:lnTo>
                <a:lnTo>
                  <a:pt x="10" y="201"/>
                </a:lnTo>
                <a:lnTo>
                  <a:pt x="11" y="201"/>
                </a:lnTo>
                <a:lnTo>
                  <a:pt x="11" y="200"/>
                </a:lnTo>
                <a:lnTo>
                  <a:pt x="10" y="200"/>
                </a:lnTo>
                <a:lnTo>
                  <a:pt x="9" y="200"/>
                </a:lnTo>
                <a:lnTo>
                  <a:pt x="9" y="201"/>
                </a:lnTo>
                <a:lnTo>
                  <a:pt x="8" y="201"/>
                </a:lnTo>
                <a:lnTo>
                  <a:pt x="7" y="201"/>
                </a:lnTo>
                <a:lnTo>
                  <a:pt x="7" y="200"/>
                </a:lnTo>
                <a:lnTo>
                  <a:pt x="6" y="200"/>
                </a:lnTo>
                <a:lnTo>
                  <a:pt x="5" y="200"/>
                </a:lnTo>
                <a:lnTo>
                  <a:pt x="5" y="199"/>
                </a:lnTo>
                <a:lnTo>
                  <a:pt x="4" y="199"/>
                </a:lnTo>
                <a:lnTo>
                  <a:pt x="5" y="199"/>
                </a:lnTo>
                <a:lnTo>
                  <a:pt x="5" y="198"/>
                </a:lnTo>
                <a:lnTo>
                  <a:pt x="4" y="198"/>
                </a:lnTo>
                <a:lnTo>
                  <a:pt x="4" y="197"/>
                </a:lnTo>
                <a:lnTo>
                  <a:pt x="4" y="196"/>
                </a:lnTo>
                <a:lnTo>
                  <a:pt x="3" y="196"/>
                </a:lnTo>
                <a:lnTo>
                  <a:pt x="3" y="195"/>
                </a:lnTo>
                <a:lnTo>
                  <a:pt x="3" y="194"/>
                </a:lnTo>
                <a:lnTo>
                  <a:pt x="2" y="194"/>
                </a:lnTo>
                <a:lnTo>
                  <a:pt x="2" y="193"/>
                </a:lnTo>
                <a:lnTo>
                  <a:pt x="2" y="192"/>
                </a:lnTo>
                <a:lnTo>
                  <a:pt x="1" y="192"/>
                </a:lnTo>
                <a:lnTo>
                  <a:pt x="1" y="191"/>
                </a:lnTo>
                <a:lnTo>
                  <a:pt x="0" y="190"/>
                </a:lnTo>
                <a:lnTo>
                  <a:pt x="0" y="189"/>
                </a:lnTo>
                <a:lnTo>
                  <a:pt x="0" y="188"/>
                </a:lnTo>
                <a:lnTo>
                  <a:pt x="0" y="187"/>
                </a:lnTo>
                <a:lnTo>
                  <a:pt x="1" y="187"/>
                </a:lnTo>
                <a:lnTo>
                  <a:pt x="2" y="186"/>
                </a:lnTo>
                <a:lnTo>
                  <a:pt x="2" y="185"/>
                </a:lnTo>
                <a:lnTo>
                  <a:pt x="3" y="185"/>
                </a:lnTo>
                <a:lnTo>
                  <a:pt x="3" y="186"/>
                </a:lnTo>
                <a:lnTo>
                  <a:pt x="4" y="185"/>
                </a:lnTo>
                <a:lnTo>
                  <a:pt x="4" y="184"/>
                </a:lnTo>
                <a:lnTo>
                  <a:pt x="3" y="185"/>
                </a:lnTo>
                <a:lnTo>
                  <a:pt x="2" y="185"/>
                </a:lnTo>
                <a:lnTo>
                  <a:pt x="1" y="184"/>
                </a:lnTo>
                <a:lnTo>
                  <a:pt x="0" y="184"/>
                </a:lnTo>
                <a:lnTo>
                  <a:pt x="1" y="184"/>
                </a:lnTo>
                <a:lnTo>
                  <a:pt x="1" y="183"/>
                </a:lnTo>
                <a:lnTo>
                  <a:pt x="1" y="182"/>
                </a:lnTo>
                <a:lnTo>
                  <a:pt x="1" y="181"/>
                </a:lnTo>
                <a:lnTo>
                  <a:pt x="2" y="181"/>
                </a:lnTo>
                <a:lnTo>
                  <a:pt x="3" y="181"/>
                </a:lnTo>
                <a:lnTo>
                  <a:pt x="4" y="181"/>
                </a:lnTo>
                <a:lnTo>
                  <a:pt x="4" y="182"/>
                </a:lnTo>
                <a:lnTo>
                  <a:pt x="6" y="182"/>
                </a:lnTo>
                <a:lnTo>
                  <a:pt x="6" y="181"/>
                </a:lnTo>
                <a:lnTo>
                  <a:pt x="7" y="181"/>
                </a:lnTo>
                <a:lnTo>
                  <a:pt x="8" y="181"/>
                </a:lnTo>
                <a:lnTo>
                  <a:pt x="8" y="180"/>
                </a:lnTo>
                <a:lnTo>
                  <a:pt x="9" y="180"/>
                </a:lnTo>
                <a:lnTo>
                  <a:pt x="9" y="179"/>
                </a:lnTo>
                <a:lnTo>
                  <a:pt x="10" y="179"/>
                </a:lnTo>
                <a:lnTo>
                  <a:pt x="11" y="179"/>
                </a:lnTo>
                <a:lnTo>
                  <a:pt x="11" y="180"/>
                </a:lnTo>
                <a:lnTo>
                  <a:pt x="12" y="180"/>
                </a:lnTo>
                <a:lnTo>
                  <a:pt x="13" y="180"/>
                </a:lnTo>
                <a:lnTo>
                  <a:pt x="13" y="181"/>
                </a:lnTo>
                <a:lnTo>
                  <a:pt x="14" y="181"/>
                </a:lnTo>
                <a:lnTo>
                  <a:pt x="14" y="182"/>
                </a:lnTo>
                <a:lnTo>
                  <a:pt x="15" y="182"/>
                </a:lnTo>
                <a:lnTo>
                  <a:pt x="16" y="182"/>
                </a:lnTo>
                <a:lnTo>
                  <a:pt x="16" y="183"/>
                </a:lnTo>
                <a:lnTo>
                  <a:pt x="17" y="183"/>
                </a:lnTo>
                <a:lnTo>
                  <a:pt x="17" y="182"/>
                </a:lnTo>
                <a:lnTo>
                  <a:pt x="18" y="182"/>
                </a:lnTo>
                <a:lnTo>
                  <a:pt x="19" y="182"/>
                </a:lnTo>
                <a:lnTo>
                  <a:pt x="20" y="182"/>
                </a:lnTo>
                <a:lnTo>
                  <a:pt x="20" y="181"/>
                </a:lnTo>
                <a:lnTo>
                  <a:pt x="21" y="181"/>
                </a:lnTo>
                <a:lnTo>
                  <a:pt x="21" y="180"/>
                </a:lnTo>
                <a:lnTo>
                  <a:pt x="22" y="180"/>
                </a:lnTo>
                <a:lnTo>
                  <a:pt x="23" y="180"/>
                </a:lnTo>
                <a:lnTo>
                  <a:pt x="24" y="180"/>
                </a:lnTo>
                <a:lnTo>
                  <a:pt x="25" y="180"/>
                </a:lnTo>
                <a:lnTo>
                  <a:pt x="25" y="181"/>
                </a:lnTo>
                <a:lnTo>
                  <a:pt x="26" y="181"/>
                </a:lnTo>
                <a:lnTo>
                  <a:pt x="26" y="182"/>
                </a:lnTo>
                <a:lnTo>
                  <a:pt x="27" y="182"/>
                </a:lnTo>
                <a:lnTo>
                  <a:pt x="28" y="182"/>
                </a:lnTo>
                <a:lnTo>
                  <a:pt x="29" y="182"/>
                </a:lnTo>
                <a:lnTo>
                  <a:pt x="29" y="181"/>
                </a:lnTo>
                <a:lnTo>
                  <a:pt x="29" y="180"/>
                </a:lnTo>
                <a:lnTo>
                  <a:pt x="30" y="180"/>
                </a:lnTo>
                <a:lnTo>
                  <a:pt x="31" y="180"/>
                </a:lnTo>
                <a:lnTo>
                  <a:pt x="32" y="180"/>
                </a:lnTo>
                <a:lnTo>
                  <a:pt x="32" y="179"/>
                </a:lnTo>
                <a:lnTo>
                  <a:pt x="32" y="178"/>
                </a:lnTo>
                <a:lnTo>
                  <a:pt x="33" y="178"/>
                </a:lnTo>
                <a:lnTo>
                  <a:pt x="33" y="177"/>
                </a:lnTo>
                <a:lnTo>
                  <a:pt x="34" y="177"/>
                </a:lnTo>
                <a:lnTo>
                  <a:pt x="35" y="177"/>
                </a:lnTo>
                <a:lnTo>
                  <a:pt x="35" y="176"/>
                </a:lnTo>
                <a:lnTo>
                  <a:pt x="35" y="175"/>
                </a:lnTo>
                <a:lnTo>
                  <a:pt x="36" y="175"/>
                </a:lnTo>
                <a:lnTo>
                  <a:pt x="38" y="175"/>
                </a:lnTo>
                <a:lnTo>
                  <a:pt x="38" y="176"/>
                </a:lnTo>
                <a:lnTo>
                  <a:pt x="39" y="176"/>
                </a:lnTo>
                <a:lnTo>
                  <a:pt x="40" y="176"/>
                </a:lnTo>
                <a:lnTo>
                  <a:pt x="40" y="177"/>
                </a:lnTo>
                <a:lnTo>
                  <a:pt x="41" y="178"/>
                </a:lnTo>
                <a:lnTo>
                  <a:pt x="41" y="179"/>
                </a:lnTo>
                <a:lnTo>
                  <a:pt x="42" y="179"/>
                </a:lnTo>
                <a:lnTo>
                  <a:pt x="43" y="179"/>
                </a:lnTo>
                <a:lnTo>
                  <a:pt x="43" y="178"/>
                </a:lnTo>
                <a:lnTo>
                  <a:pt x="44" y="177"/>
                </a:lnTo>
                <a:lnTo>
                  <a:pt x="45" y="177"/>
                </a:lnTo>
                <a:lnTo>
                  <a:pt x="46" y="177"/>
                </a:lnTo>
                <a:lnTo>
                  <a:pt x="47" y="176"/>
                </a:lnTo>
                <a:lnTo>
                  <a:pt x="48" y="176"/>
                </a:lnTo>
                <a:lnTo>
                  <a:pt x="49" y="175"/>
                </a:lnTo>
                <a:lnTo>
                  <a:pt x="49" y="173"/>
                </a:lnTo>
                <a:lnTo>
                  <a:pt x="49" y="172"/>
                </a:lnTo>
                <a:lnTo>
                  <a:pt x="50" y="171"/>
                </a:lnTo>
                <a:lnTo>
                  <a:pt x="50" y="170"/>
                </a:lnTo>
                <a:lnTo>
                  <a:pt x="50" y="169"/>
                </a:lnTo>
                <a:lnTo>
                  <a:pt x="51" y="169"/>
                </a:lnTo>
                <a:lnTo>
                  <a:pt x="51" y="168"/>
                </a:lnTo>
                <a:lnTo>
                  <a:pt x="50" y="168"/>
                </a:lnTo>
                <a:lnTo>
                  <a:pt x="51" y="168"/>
                </a:lnTo>
                <a:lnTo>
                  <a:pt x="51" y="167"/>
                </a:lnTo>
                <a:lnTo>
                  <a:pt x="52" y="167"/>
                </a:lnTo>
                <a:lnTo>
                  <a:pt x="53" y="168"/>
                </a:lnTo>
                <a:lnTo>
                  <a:pt x="54" y="168"/>
                </a:lnTo>
                <a:lnTo>
                  <a:pt x="54" y="169"/>
                </a:lnTo>
                <a:lnTo>
                  <a:pt x="54" y="170"/>
                </a:lnTo>
                <a:lnTo>
                  <a:pt x="55" y="171"/>
                </a:lnTo>
                <a:lnTo>
                  <a:pt x="55" y="170"/>
                </a:lnTo>
                <a:lnTo>
                  <a:pt x="56" y="170"/>
                </a:lnTo>
                <a:lnTo>
                  <a:pt x="57" y="169"/>
                </a:lnTo>
                <a:lnTo>
                  <a:pt x="58" y="169"/>
                </a:lnTo>
                <a:lnTo>
                  <a:pt x="58" y="168"/>
                </a:lnTo>
                <a:lnTo>
                  <a:pt x="59" y="167"/>
                </a:lnTo>
                <a:lnTo>
                  <a:pt x="60" y="167"/>
                </a:lnTo>
                <a:lnTo>
                  <a:pt x="61" y="167"/>
                </a:lnTo>
                <a:lnTo>
                  <a:pt x="61" y="166"/>
                </a:lnTo>
                <a:lnTo>
                  <a:pt x="62" y="166"/>
                </a:lnTo>
                <a:lnTo>
                  <a:pt x="63" y="165"/>
                </a:lnTo>
                <a:lnTo>
                  <a:pt x="65" y="165"/>
                </a:lnTo>
                <a:lnTo>
                  <a:pt x="66" y="165"/>
                </a:lnTo>
                <a:lnTo>
                  <a:pt x="67" y="165"/>
                </a:lnTo>
                <a:lnTo>
                  <a:pt x="68" y="165"/>
                </a:lnTo>
                <a:lnTo>
                  <a:pt x="69" y="164"/>
                </a:lnTo>
                <a:lnTo>
                  <a:pt x="69" y="163"/>
                </a:lnTo>
                <a:lnTo>
                  <a:pt x="70" y="162"/>
                </a:lnTo>
                <a:lnTo>
                  <a:pt x="70" y="161"/>
                </a:lnTo>
                <a:lnTo>
                  <a:pt x="71" y="159"/>
                </a:lnTo>
                <a:lnTo>
                  <a:pt x="72" y="159"/>
                </a:lnTo>
                <a:lnTo>
                  <a:pt x="73" y="159"/>
                </a:lnTo>
                <a:lnTo>
                  <a:pt x="74" y="160"/>
                </a:lnTo>
                <a:lnTo>
                  <a:pt x="75" y="160"/>
                </a:lnTo>
                <a:lnTo>
                  <a:pt x="76" y="160"/>
                </a:lnTo>
                <a:lnTo>
                  <a:pt x="77" y="160"/>
                </a:lnTo>
                <a:lnTo>
                  <a:pt x="77" y="161"/>
                </a:lnTo>
                <a:lnTo>
                  <a:pt x="78" y="161"/>
                </a:lnTo>
                <a:lnTo>
                  <a:pt x="79" y="161"/>
                </a:lnTo>
                <a:lnTo>
                  <a:pt x="80" y="161"/>
                </a:lnTo>
                <a:lnTo>
                  <a:pt x="80" y="160"/>
                </a:lnTo>
                <a:lnTo>
                  <a:pt x="80" y="159"/>
                </a:lnTo>
                <a:lnTo>
                  <a:pt x="80" y="158"/>
                </a:lnTo>
                <a:lnTo>
                  <a:pt x="81" y="158"/>
                </a:lnTo>
                <a:lnTo>
                  <a:pt x="82" y="159"/>
                </a:lnTo>
                <a:lnTo>
                  <a:pt x="83" y="159"/>
                </a:lnTo>
                <a:lnTo>
                  <a:pt x="84" y="160"/>
                </a:lnTo>
                <a:lnTo>
                  <a:pt x="84" y="159"/>
                </a:lnTo>
                <a:lnTo>
                  <a:pt x="85" y="159"/>
                </a:lnTo>
                <a:lnTo>
                  <a:pt x="86" y="158"/>
                </a:lnTo>
                <a:lnTo>
                  <a:pt x="87" y="158"/>
                </a:lnTo>
                <a:lnTo>
                  <a:pt x="88" y="158"/>
                </a:lnTo>
                <a:lnTo>
                  <a:pt x="88" y="157"/>
                </a:lnTo>
                <a:lnTo>
                  <a:pt x="89" y="157"/>
                </a:lnTo>
                <a:lnTo>
                  <a:pt x="89" y="158"/>
                </a:lnTo>
                <a:lnTo>
                  <a:pt x="90" y="158"/>
                </a:lnTo>
                <a:lnTo>
                  <a:pt x="91" y="158"/>
                </a:lnTo>
                <a:lnTo>
                  <a:pt x="92" y="159"/>
                </a:lnTo>
                <a:lnTo>
                  <a:pt x="93" y="159"/>
                </a:lnTo>
                <a:lnTo>
                  <a:pt x="94" y="159"/>
                </a:lnTo>
                <a:lnTo>
                  <a:pt x="94" y="158"/>
                </a:lnTo>
                <a:lnTo>
                  <a:pt x="95" y="157"/>
                </a:lnTo>
                <a:lnTo>
                  <a:pt x="96" y="157"/>
                </a:lnTo>
                <a:lnTo>
                  <a:pt x="96" y="158"/>
                </a:lnTo>
                <a:lnTo>
                  <a:pt x="96" y="157"/>
                </a:lnTo>
                <a:lnTo>
                  <a:pt x="97" y="157"/>
                </a:lnTo>
                <a:lnTo>
                  <a:pt x="97" y="156"/>
                </a:lnTo>
                <a:lnTo>
                  <a:pt x="98" y="157"/>
                </a:lnTo>
                <a:lnTo>
                  <a:pt x="99" y="157"/>
                </a:lnTo>
                <a:lnTo>
                  <a:pt x="99" y="158"/>
                </a:lnTo>
                <a:lnTo>
                  <a:pt x="100" y="158"/>
                </a:lnTo>
                <a:lnTo>
                  <a:pt x="101" y="158"/>
                </a:lnTo>
                <a:lnTo>
                  <a:pt x="102" y="157"/>
                </a:lnTo>
                <a:lnTo>
                  <a:pt x="103" y="157"/>
                </a:lnTo>
                <a:lnTo>
                  <a:pt x="104" y="156"/>
                </a:lnTo>
                <a:lnTo>
                  <a:pt x="105" y="156"/>
                </a:lnTo>
                <a:lnTo>
                  <a:pt x="105" y="155"/>
                </a:lnTo>
                <a:lnTo>
                  <a:pt x="106" y="155"/>
                </a:lnTo>
                <a:lnTo>
                  <a:pt x="107" y="155"/>
                </a:lnTo>
                <a:lnTo>
                  <a:pt x="108" y="155"/>
                </a:lnTo>
                <a:lnTo>
                  <a:pt x="108" y="156"/>
                </a:lnTo>
                <a:lnTo>
                  <a:pt x="109" y="156"/>
                </a:lnTo>
                <a:lnTo>
                  <a:pt x="110" y="155"/>
                </a:lnTo>
                <a:lnTo>
                  <a:pt x="111" y="154"/>
                </a:lnTo>
                <a:lnTo>
                  <a:pt x="111" y="152"/>
                </a:lnTo>
                <a:lnTo>
                  <a:pt x="111" y="151"/>
                </a:lnTo>
                <a:lnTo>
                  <a:pt x="112" y="151"/>
                </a:lnTo>
                <a:lnTo>
                  <a:pt x="113" y="151"/>
                </a:lnTo>
                <a:lnTo>
                  <a:pt x="113" y="150"/>
                </a:lnTo>
                <a:lnTo>
                  <a:pt x="114" y="149"/>
                </a:lnTo>
                <a:lnTo>
                  <a:pt x="114" y="148"/>
                </a:lnTo>
                <a:lnTo>
                  <a:pt x="115" y="148"/>
                </a:lnTo>
                <a:lnTo>
                  <a:pt x="115" y="147"/>
                </a:lnTo>
                <a:lnTo>
                  <a:pt x="116" y="146"/>
                </a:lnTo>
                <a:lnTo>
                  <a:pt x="117" y="146"/>
                </a:lnTo>
                <a:lnTo>
                  <a:pt x="118" y="146"/>
                </a:lnTo>
                <a:lnTo>
                  <a:pt x="119" y="145"/>
                </a:lnTo>
                <a:lnTo>
                  <a:pt x="119" y="143"/>
                </a:lnTo>
                <a:lnTo>
                  <a:pt x="118" y="142"/>
                </a:lnTo>
                <a:lnTo>
                  <a:pt x="118" y="141"/>
                </a:lnTo>
                <a:lnTo>
                  <a:pt x="119" y="141"/>
                </a:lnTo>
                <a:lnTo>
                  <a:pt x="120" y="141"/>
                </a:lnTo>
                <a:lnTo>
                  <a:pt x="120" y="140"/>
                </a:lnTo>
                <a:lnTo>
                  <a:pt x="121" y="140"/>
                </a:lnTo>
                <a:lnTo>
                  <a:pt x="122" y="140"/>
                </a:lnTo>
                <a:lnTo>
                  <a:pt x="124" y="140"/>
                </a:lnTo>
                <a:lnTo>
                  <a:pt x="124" y="139"/>
                </a:lnTo>
                <a:lnTo>
                  <a:pt x="125" y="139"/>
                </a:lnTo>
                <a:lnTo>
                  <a:pt x="124" y="139"/>
                </a:lnTo>
                <a:lnTo>
                  <a:pt x="125" y="139"/>
                </a:lnTo>
                <a:lnTo>
                  <a:pt x="125" y="138"/>
                </a:lnTo>
                <a:lnTo>
                  <a:pt x="126" y="138"/>
                </a:lnTo>
                <a:lnTo>
                  <a:pt x="127" y="138"/>
                </a:lnTo>
                <a:lnTo>
                  <a:pt x="128" y="138"/>
                </a:lnTo>
                <a:lnTo>
                  <a:pt x="128" y="137"/>
                </a:lnTo>
                <a:lnTo>
                  <a:pt x="129" y="137"/>
                </a:lnTo>
                <a:lnTo>
                  <a:pt x="130" y="137"/>
                </a:lnTo>
                <a:lnTo>
                  <a:pt x="131" y="137"/>
                </a:lnTo>
                <a:lnTo>
                  <a:pt x="131" y="136"/>
                </a:lnTo>
                <a:lnTo>
                  <a:pt x="131" y="134"/>
                </a:lnTo>
                <a:lnTo>
                  <a:pt x="131" y="133"/>
                </a:lnTo>
                <a:lnTo>
                  <a:pt x="133" y="133"/>
                </a:lnTo>
                <a:lnTo>
                  <a:pt x="134" y="133"/>
                </a:lnTo>
                <a:lnTo>
                  <a:pt x="134" y="132"/>
                </a:lnTo>
                <a:lnTo>
                  <a:pt x="136" y="132"/>
                </a:lnTo>
                <a:lnTo>
                  <a:pt x="137" y="132"/>
                </a:lnTo>
                <a:lnTo>
                  <a:pt x="137" y="133"/>
                </a:lnTo>
                <a:lnTo>
                  <a:pt x="138" y="133"/>
                </a:lnTo>
                <a:lnTo>
                  <a:pt x="138" y="132"/>
                </a:lnTo>
                <a:lnTo>
                  <a:pt x="139" y="132"/>
                </a:lnTo>
                <a:lnTo>
                  <a:pt x="140" y="132"/>
                </a:lnTo>
                <a:lnTo>
                  <a:pt x="140" y="133"/>
                </a:lnTo>
                <a:lnTo>
                  <a:pt x="141" y="133"/>
                </a:lnTo>
                <a:lnTo>
                  <a:pt x="141" y="132"/>
                </a:lnTo>
                <a:lnTo>
                  <a:pt x="141" y="131"/>
                </a:lnTo>
                <a:lnTo>
                  <a:pt x="143" y="131"/>
                </a:lnTo>
                <a:lnTo>
                  <a:pt x="143" y="132"/>
                </a:lnTo>
                <a:lnTo>
                  <a:pt x="144" y="132"/>
                </a:lnTo>
                <a:lnTo>
                  <a:pt x="145" y="132"/>
                </a:lnTo>
                <a:lnTo>
                  <a:pt x="145" y="133"/>
                </a:lnTo>
                <a:lnTo>
                  <a:pt x="146" y="133"/>
                </a:lnTo>
                <a:lnTo>
                  <a:pt x="147" y="133"/>
                </a:lnTo>
                <a:lnTo>
                  <a:pt x="148" y="133"/>
                </a:lnTo>
                <a:lnTo>
                  <a:pt x="149" y="133"/>
                </a:lnTo>
                <a:lnTo>
                  <a:pt x="150" y="133"/>
                </a:lnTo>
                <a:lnTo>
                  <a:pt x="150" y="134"/>
                </a:lnTo>
                <a:lnTo>
                  <a:pt x="151" y="134"/>
                </a:lnTo>
                <a:lnTo>
                  <a:pt x="151" y="135"/>
                </a:lnTo>
                <a:lnTo>
                  <a:pt x="152" y="135"/>
                </a:lnTo>
                <a:lnTo>
                  <a:pt x="153" y="135"/>
                </a:lnTo>
                <a:lnTo>
                  <a:pt x="153" y="134"/>
                </a:lnTo>
                <a:lnTo>
                  <a:pt x="153" y="132"/>
                </a:lnTo>
                <a:lnTo>
                  <a:pt x="153" y="131"/>
                </a:lnTo>
                <a:lnTo>
                  <a:pt x="153" y="130"/>
                </a:lnTo>
                <a:lnTo>
                  <a:pt x="153" y="129"/>
                </a:lnTo>
                <a:lnTo>
                  <a:pt x="153" y="128"/>
                </a:lnTo>
                <a:lnTo>
                  <a:pt x="154" y="127"/>
                </a:lnTo>
                <a:lnTo>
                  <a:pt x="154" y="126"/>
                </a:lnTo>
                <a:lnTo>
                  <a:pt x="153" y="126"/>
                </a:lnTo>
                <a:lnTo>
                  <a:pt x="154" y="125"/>
                </a:lnTo>
                <a:lnTo>
                  <a:pt x="154" y="124"/>
                </a:lnTo>
                <a:lnTo>
                  <a:pt x="153" y="123"/>
                </a:lnTo>
                <a:lnTo>
                  <a:pt x="152" y="121"/>
                </a:lnTo>
                <a:lnTo>
                  <a:pt x="151" y="120"/>
                </a:lnTo>
                <a:lnTo>
                  <a:pt x="152" y="119"/>
                </a:lnTo>
                <a:lnTo>
                  <a:pt x="153" y="119"/>
                </a:lnTo>
                <a:lnTo>
                  <a:pt x="153" y="118"/>
                </a:lnTo>
                <a:lnTo>
                  <a:pt x="154" y="118"/>
                </a:lnTo>
                <a:lnTo>
                  <a:pt x="155" y="118"/>
                </a:lnTo>
                <a:lnTo>
                  <a:pt x="155" y="117"/>
                </a:lnTo>
                <a:lnTo>
                  <a:pt x="155" y="116"/>
                </a:lnTo>
                <a:lnTo>
                  <a:pt x="155" y="115"/>
                </a:lnTo>
                <a:lnTo>
                  <a:pt x="154" y="114"/>
                </a:lnTo>
                <a:lnTo>
                  <a:pt x="154" y="113"/>
                </a:lnTo>
                <a:lnTo>
                  <a:pt x="153" y="113"/>
                </a:lnTo>
                <a:lnTo>
                  <a:pt x="153" y="112"/>
                </a:lnTo>
                <a:lnTo>
                  <a:pt x="153" y="111"/>
                </a:lnTo>
                <a:lnTo>
                  <a:pt x="154" y="111"/>
                </a:lnTo>
                <a:lnTo>
                  <a:pt x="155" y="112"/>
                </a:lnTo>
                <a:lnTo>
                  <a:pt x="156" y="111"/>
                </a:lnTo>
                <a:lnTo>
                  <a:pt x="157" y="112"/>
                </a:lnTo>
                <a:lnTo>
                  <a:pt x="158" y="112"/>
                </a:lnTo>
                <a:lnTo>
                  <a:pt x="158" y="113"/>
                </a:lnTo>
                <a:lnTo>
                  <a:pt x="159" y="113"/>
                </a:lnTo>
                <a:lnTo>
                  <a:pt x="159" y="112"/>
                </a:lnTo>
                <a:lnTo>
                  <a:pt x="160" y="112"/>
                </a:lnTo>
                <a:lnTo>
                  <a:pt x="161" y="112"/>
                </a:lnTo>
                <a:lnTo>
                  <a:pt x="162" y="113"/>
                </a:lnTo>
                <a:lnTo>
                  <a:pt x="163" y="113"/>
                </a:lnTo>
                <a:lnTo>
                  <a:pt x="164" y="113"/>
                </a:lnTo>
                <a:lnTo>
                  <a:pt x="165" y="114"/>
                </a:lnTo>
                <a:lnTo>
                  <a:pt x="166" y="114"/>
                </a:lnTo>
                <a:lnTo>
                  <a:pt x="167" y="114"/>
                </a:lnTo>
                <a:lnTo>
                  <a:pt x="167" y="115"/>
                </a:lnTo>
                <a:lnTo>
                  <a:pt x="167" y="116"/>
                </a:lnTo>
                <a:lnTo>
                  <a:pt x="168" y="116"/>
                </a:lnTo>
                <a:lnTo>
                  <a:pt x="170" y="116"/>
                </a:lnTo>
                <a:lnTo>
                  <a:pt x="171" y="115"/>
                </a:lnTo>
                <a:lnTo>
                  <a:pt x="172" y="115"/>
                </a:lnTo>
                <a:lnTo>
                  <a:pt x="172" y="114"/>
                </a:lnTo>
                <a:lnTo>
                  <a:pt x="173" y="114"/>
                </a:lnTo>
                <a:lnTo>
                  <a:pt x="174" y="114"/>
                </a:lnTo>
                <a:lnTo>
                  <a:pt x="175" y="114"/>
                </a:lnTo>
                <a:lnTo>
                  <a:pt x="175" y="115"/>
                </a:lnTo>
                <a:lnTo>
                  <a:pt x="174" y="116"/>
                </a:lnTo>
                <a:lnTo>
                  <a:pt x="174" y="117"/>
                </a:lnTo>
                <a:lnTo>
                  <a:pt x="174" y="118"/>
                </a:lnTo>
                <a:lnTo>
                  <a:pt x="175" y="118"/>
                </a:lnTo>
                <a:lnTo>
                  <a:pt x="175" y="117"/>
                </a:lnTo>
                <a:lnTo>
                  <a:pt x="176" y="117"/>
                </a:lnTo>
                <a:lnTo>
                  <a:pt x="177" y="117"/>
                </a:lnTo>
                <a:lnTo>
                  <a:pt x="178" y="118"/>
                </a:lnTo>
                <a:lnTo>
                  <a:pt x="179" y="117"/>
                </a:lnTo>
                <a:lnTo>
                  <a:pt x="181" y="117"/>
                </a:lnTo>
                <a:lnTo>
                  <a:pt x="181" y="118"/>
                </a:lnTo>
                <a:lnTo>
                  <a:pt x="182" y="116"/>
                </a:lnTo>
                <a:lnTo>
                  <a:pt x="183" y="116"/>
                </a:lnTo>
                <a:lnTo>
                  <a:pt x="183" y="115"/>
                </a:lnTo>
                <a:lnTo>
                  <a:pt x="184" y="115"/>
                </a:lnTo>
                <a:lnTo>
                  <a:pt x="185" y="115"/>
                </a:lnTo>
                <a:lnTo>
                  <a:pt x="185" y="116"/>
                </a:lnTo>
                <a:lnTo>
                  <a:pt x="187" y="116"/>
                </a:lnTo>
                <a:lnTo>
                  <a:pt x="188" y="116"/>
                </a:lnTo>
                <a:lnTo>
                  <a:pt x="189" y="117"/>
                </a:lnTo>
                <a:lnTo>
                  <a:pt x="190" y="116"/>
                </a:lnTo>
                <a:lnTo>
                  <a:pt x="191" y="117"/>
                </a:lnTo>
                <a:lnTo>
                  <a:pt x="191" y="116"/>
                </a:lnTo>
                <a:lnTo>
                  <a:pt x="192" y="116"/>
                </a:lnTo>
                <a:lnTo>
                  <a:pt x="193" y="117"/>
                </a:lnTo>
                <a:lnTo>
                  <a:pt x="194" y="118"/>
                </a:lnTo>
                <a:lnTo>
                  <a:pt x="195" y="117"/>
                </a:lnTo>
                <a:lnTo>
                  <a:pt x="196" y="117"/>
                </a:lnTo>
                <a:lnTo>
                  <a:pt x="197" y="117"/>
                </a:lnTo>
                <a:lnTo>
                  <a:pt x="197" y="118"/>
                </a:lnTo>
                <a:lnTo>
                  <a:pt x="198" y="118"/>
                </a:lnTo>
                <a:lnTo>
                  <a:pt x="199" y="118"/>
                </a:lnTo>
                <a:lnTo>
                  <a:pt x="199" y="117"/>
                </a:lnTo>
                <a:lnTo>
                  <a:pt x="200" y="117"/>
                </a:lnTo>
                <a:lnTo>
                  <a:pt x="201" y="117"/>
                </a:lnTo>
                <a:lnTo>
                  <a:pt x="202" y="117"/>
                </a:lnTo>
                <a:lnTo>
                  <a:pt x="203" y="117"/>
                </a:lnTo>
                <a:lnTo>
                  <a:pt x="204" y="117"/>
                </a:lnTo>
                <a:lnTo>
                  <a:pt x="205" y="117"/>
                </a:lnTo>
                <a:lnTo>
                  <a:pt x="205" y="116"/>
                </a:lnTo>
                <a:lnTo>
                  <a:pt x="205" y="115"/>
                </a:lnTo>
                <a:lnTo>
                  <a:pt x="204" y="115"/>
                </a:lnTo>
                <a:lnTo>
                  <a:pt x="204" y="114"/>
                </a:lnTo>
                <a:lnTo>
                  <a:pt x="203" y="114"/>
                </a:lnTo>
                <a:lnTo>
                  <a:pt x="204" y="114"/>
                </a:lnTo>
                <a:lnTo>
                  <a:pt x="204" y="113"/>
                </a:lnTo>
                <a:lnTo>
                  <a:pt x="204" y="112"/>
                </a:lnTo>
                <a:lnTo>
                  <a:pt x="205" y="112"/>
                </a:lnTo>
                <a:lnTo>
                  <a:pt x="205" y="113"/>
                </a:lnTo>
                <a:lnTo>
                  <a:pt x="206" y="113"/>
                </a:lnTo>
                <a:lnTo>
                  <a:pt x="207" y="114"/>
                </a:lnTo>
                <a:lnTo>
                  <a:pt x="207" y="115"/>
                </a:lnTo>
                <a:lnTo>
                  <a:pt x="207" y="116"/>
                </a:lnTo>
                <a:lnTo>
                  <a:pt x="208" y="116"/>
                </a:lnTo>
                <a:lnTo>
                  <a:pt x="209" y="116"/>
                </a:lnTo>
                <a:lnTo>
                  <a:pt x="209" y="117"/>
                </a:lnTo>
                <a:lnTo>
                  <a:pt x="210" y="117"/>
                </a:lnTo>
                <a:lnTo>
                  <a:pt x="210" y="118"/>
                </a:lnTo>
                <a:lnTo>
                  <a:pt x="211" y="118"/>
                </a:lnTo>
                <a:lnTo>
                  <a:pt x="212" y="118"/>
                </a:lnTo>
                <a:lnTo>
                  <a:pt x="211" y="118"/>
                </a:lnTo>
                <a:lnTo>
                  <a:pt x="211" y="120"/>
                </a:lnTo>
                <a:lnTo>
                  <a:pt x="212" y="121"/>
                </a:lnTo>
                <a:lnTo>
                  <a:pt x="212" y="120"/>
                </a:lnTo>
                <a:lnTo>
                  <a:pt x="212" y="119"/>
                </a:lnTo>
                <a:lnTo>
                  <a:pt x="213" y="119"/>
                </a:lnTo>
                <a:lnTo>
                  <a:pt x="213" y="118"/>
                </a:lnTo>
                <a:lnTo>
                  <a:pt x="214" y="118"/>
                </a:lnTo>
                <a:lnTo>
                  <a:pt x="214" y="119"/>
                </a:lnTo>
                <a:lnTo>
                  <a:pt x="215" y="119"/>
                </a:lnTo>
                <a:lnTo>
                  <a:pt x="216" y="119"/>
                </a:lnTo>
                <a:lnTo>
                  <a:pt x="217" y="119"/>
                </a:lnTo>
                <a:lnTo>
                  <a:pt x="217" y="118"/>
                </a:lnTo>
                <a:lnTo>
                  <a:pt x="218" y="118"/>
                </a:lnTo>
                <a:lnTo>
                  <a:pt x="218" y="117"/>
                </a:lnTo>
                <a:lnTo>
                  <a:pt x="218" y="116"/>
                </a:lnTo>
                <a:lnTo>
                  <a:pt x="218" y="115"/>
                </a:lnTo>
                <a:lnTo>
                  <a:pt x="219" y="115"/>
                </a:lnTo>
                <a:lnTo>
                  <a:pt x="219" y="116"/>
                </a:lnTo>
                <a:lnTo>
                  <a:pt x="220" y="116"/>
                </a:lnTo>
                <a:lnTo>
                  <a:pt x="221" y="116"/>
                </a:lnTo>
                <a:lnTo>
                  <a:pt x="221" y="115"/>
                </a:lnTo>
                <a:lnTo>
                  <a:pt x="221" y="114"/>
                </a:lnTo>
                <a:lnTo>
                  <a:pt x="222" y="114"/>
                </a:lnTo>
                <a:lnTo>
                  <a:pt x="223" y="114"/>
                </a:lnTo>
                <a:lnTo>
                  <a:pt x="224" y="114"/>
                </a:lnTo>
                <a:lnTo>
                  <a:pt x="225" y="114"/>
                </a:lnTo>
                <a:lnTo>
                  <a:pt x="225" y="115"/>
                </a:lnTo>
                <a:lnTo>
                  <a:pt x="226" y="115"/>
                </a:lnTo>
                <a:lnTo>
                  <a:pt x="227" y="115"/>
                </a:lnTo>
                <a:lnTo>
                  <a:pt x="230" y="115"/>
                </a:lnTo>
                <a:lnTo>
                  <a:pt x="231" y="115"/>
                </a:lnTo>
                <a:lnTo>
                  <a:pt x="231" y="114"/>
                </a:lnTo>
                <a:lnTo>
                  <a:pt x="232" y="114"/>
                </a:lnTo>
                <a:lnTo>
                  <a:pt x="232" y="113"/>
                </a:lnTo>
                <a:lnTo>
                  <a:pt x="232" y="112"/>
                </a:lnTo>
                <a:lnTo>
                  <a:pt x="232" y="111"/>
                </a:lnTo>
                <a:lnTo>
                  <a:pt x="233" y="111"/>
                </a:lnTo>
                <a:lnTo>
                  <a:pt x="234" y="111"/>
                </a:lnTo>
                <a:lnTo>
                  <a:pt x="234" y="110"/>
                </a:lnTo>
                <a:lnTo>
                  <a:pt x="235" y="110"/>
                </a:lnTo>
                <a:lnTo>
                  <a:pt x="236" y="110"/>
                </a:lnTo>
                <a:lnTo>
                  <a:pt x="236" y="111"/>
                </a:lnTo>
                <a:lnTo>
                  <a:pt x="237" y="111"/>
                </a:lnTo>
                <a:lnTo>
                  <a:pt x="237" y="110"/>
                </a:lnTo>
                <a:lnTo>
                  <a:pt x="237" y="109"/>
                </a:lnTo>
                <a:lnTo>
                  <a:pt x="237" y="108"/>
                </a:lnTo>
                <a:lnTo>
                  <a:pt x="236" y="108"/>
                </a:lnTo>
                <a:lnTo>
                  <a:pt x="237" y="107"/>
                </a:lnTo>
                <a:lnTo>
                  <a:pt x="236" y="107"/>
                </a:lnTo>
                <a:lnTo>
                  <a:pt x="236" y="106"/>
                </a:lnTo>
                <a:lnTo>
                  <a:pt x="237" y="105"/>
                </a:lnTo>
                <a:lnTo>
                  <a:pt x="237" y="104"/>
                </a:lnTo>
                <a:lnTo>
                  <a:pt x="238" y="103"/>
                </a:lnTo>
                <a:lnTo>
                  <a:pt x="239" y="103"/>
                </a:lnTo>
                <a:lnTo>
                  <a:pt x="240" y="103"/>
                </a:lnTo>
                <a:lnTo>
                  <a:pt x="240" y="104"/>
                </a:lnTo>
                <a:lnTo>
                  <a:pt x="240" y="103"/>
                </a:lnTo>
                <a:lnTo>
                  <a:pt x="241" y="103"/>
                </a:lnTo>
                <a:lnTo>
                  <a:pt x="242" y="103"/>
                </a:lnTo>
                <a:lnTo>
                  <a:pt x="242" y="104"/>
                </a:lnTo>
                <a:lnTo>
                  <a:pt x="243" y="104"/>
                </a:lnTo>
                <a:lnTo>
                  <a:pt x="244" y="104"/>
                </a:lnTo>
                <a:lnTo>
                  <a:pt x="245" y="105"/>
                </a:lnTo>
                <a:lnTo>
                  <a:pt x="246" y="105"/>
                </a:lnTo>
                <a:lnTo>
                  <a:pt x="246" y="106"/>
                </a:lnTo>
                <a:lnTo>
                  <a:pt x="247" y="106"/>
                </a:lnTo>
                <a:lnTo>
                  <a:pt x="247" y="105"/>
                </a:lnTo>
                <a:lnTo>
                  <a:pt x="248" y="105"/>
                </a:lnTo>
                <a:lnTo>
                  <a:pt x="248" y="106"/>
                </a:lnTo>
                <a:lnTo>
                  <a:pt x="249" y="106"/>
                </a:lnTo>
                <a:lnTo>
                  <a:pt x="250" y="106"/>
                </a:lnTo>
                <a:lnTo>
                  <a:pt x="250" y="105"/>
                </a:lnTo>
                <a:lnTo>
                  <a:pt x="250" y="104"/>
                </a:lnTo>
                <a:lnTo>
                  <a:pt x="251" y="104"/>
                </a:lnTo>
                <a:lnTo>
                  <a:pt x="251" y="102"/>
                </a:lnTo>
                <a:lnTo>
                  <a:pt x="252" y="102"/>
                </a:lnTo>
                <a:lnTo>
                  <a:pt x="252" y="101"/>
                </a:lnTo>
                <a:lnTo>
                  <a:pt x="253" y="100"/>
                </a:lnTo>
                <a:lnTo>
                  <a:pt x="254" y="100"/>
                </a:lnTo>
                <a:lnTo>
                  <a:pt x="254" y="99"/>
                </a:lnTo>
                <a:lnTo>
                  <a:pt x="253" y="99"/>
                </a:lnTo>
                <a:lnTo>
                  <a:pt x="253" y="98"/>
                </a:lnTo>
                <a:lnTo>
                  <a:pt x="254" y="98"/>
                </a:lnTo>
                <a:lnTo>
                  <a:pt x="255" y="98"/>
                </a:lnTo>
                <a:lnTo>
                  <a:pt x="255" y="97"/>
                </a:lnTo>
                <a:lnTo>
                  <a:pt x="254" y="97"/>
                </a:lnTo>
                <a:lnTo>
                  <a:pt x="255" y="97"/>
                </a:lnTo>
                <a:lnTo>
                  <a:pt x="255" y="96"/>
                </a:lnTo>
                <a:lnTo>
                  <a:pt x="255" y="95"/>
                </a:lnTo>
                <a:lnTo>
                  <a:pt x="255" y="94"/>
                </a:lnTo>
                <a:lnTo>
                  <a:pt x="256" y="94"/>
                </a:lnTo>
                <a:lnTo>
                  <a:pt x="257" y="94"/>
                </a:lnTo>
                <a:lnTo>
                  <a:pt x="258" y="94"/>
                </a:lnTo>
                <a:lnTo>
                  <a:pt x="259" y="94"/>
                </a:lnTo>
                <a:lnTo>
                  <a:pt x="260" y="94"/>
                </a:lnTo>
                <a:lnTo>
                  <a:pt x="260" y="95"/>
                </a:lnTo>
                <a:lnTo>
                  <a:pt x="261" y="95"/>
                </a:lnTo>
                <a:lnTo>
                  <a:pt x="262" y="95"/>
                </a:lnTo>
                <a:lnTo>
                  <a:pt x="263" y="95"/>
                </a:lnTo>
                <a:lnTo>
                  <a:pt x="264" y="96"/>
                </a:lnTo>
                <a:lnTo>
                  <a:pt x="265" y="96"/>
                </a:lnTo>
                <a:lnTo>
                  <a:pt x="265" y="97"/>
                </a:lnTo>
                <a:lnTo>
                  <a:pt x="265" y="96"/>
                </a:lnTo>
                <a:lnTo>
                  <a:pt x="265" y="95"/>
                </a:lnTo>
                <a:lnTo>
                  <a:pt x="265" y="94"/>
                </a:lnTo>
                <a:lnTo>
                  <a:pt x="266" y="94"/>
                </a:lnTo>
                <a:lnTo>
                  <a:pt x="265" y="93"/>
                </a:lnTo>
                <a:lnTo>
                  <a:pt x="266" y="93"/>
                </a:lnTo>
                <a:lnTo>
                  <a:pt x="266" y="94"/>
                </a:lnTo>
                <a:lnTo>
                  <a:pt x="267" y="93"/>
                </a:lnTo>
                <a:lnTo>
                  <a:pt x="266" y="93"/>
                </a:lnTo>
                <a:lnTo>
                  <a:pt x="266" y="92"/>
                </a:lnTo>
                <a:lnTo>
                  <a:pt x="264" y="92"/>
                </a:lnTo>
                <a:lnTo>
                  <a:pt x="265" y="92"/>
                </a:lnTo>
                <a:lnTo>
                  <a:pt x="266" y="91"/>
                </a:lnTo>
                <a:lnTo>
                  <a:pt x="267" y="91"/>
                </a:lnTo>
                <a:lnTo>
                  <a:pt x="267" y="92"/>
                </a:lnTo>
                <a:lnTo>
                  <a:pt x="268" y="92"/>
                </a:lnTo>
                <a:lnTo>
                  <a:pt x="269" y="92"/>
                </a:lnTo>
                <a:lnTo>
                  <a:pt x="270" y="92"/>
                </a:lnTo>
                <a:lnTo>
                  <a:pt x="269" y="92"/>
                </a:lnTo>
                <a:lnTo>
                  <a:pt x="269" y="91"/>
                </a:lnTo>
                <a:lnTo>
                  <a:pt x="270" y="91"/>
                </a:lnTo>
                <a:lnTo>
                  <a:pt x="271" y="91"/>
                </a:lnTo>
                <a:lnTo>
                  <a:pt x="271" y="90"/>
                </a:lnTo>
                <a:lnTo>
                  <a:pt x="272" y="90"/>
                </a:lnTo>
                <a:lnTo>
                  <a:pt x="272" y="89"/>
                </a:lnTo>
                <a:lnTo>
                  <a:pt x="273" y="89"/>
                </a:lnTo>
                <a:lnTo>
                  <a:pt x="273" y="88"/>
                </a:lnTo>
                <a:lnTo>
                  <a:pt x="274" y="88"/>
                </a:lnTo>
                <a:lnTo>
                  <a:pt x="274" y="87"/>
                </a:lnTo>
                <a:lnTo>
                  <a:pt x="275" y="87"/>
                </a:lnTo>
                <a:lnTo>
                  <a:pt x="275" y="88"/>
                </a:lnTo>
                <a:lnTo>
                  <a:pt x="276" y="88"/>
                </a:lnTo>
                <a:lnTo>
                  <a:pt x="278" y="88"/>
                </a:lnTo>
                <a:lnTo>
                  <a:pt x="279" y="87"/>
                </a:lnTo>
                <a:lnTo>
                  <a:pt x="280" y="87"/>
                </a:lnTo>
                <a:lnTo>
                  <a:pt x="280" y="88"/>
                </a:lnTo>
                <a:lnTo>
                  <a:pt x="281" y="88"/>
                </a:lnTo>
                <a:lnTo>
                  <a:pt x="281" y="87"/>
                </a:lnTo>
                <a:lnTo>
                  <a:pt x="282" y="87"/>
                </a:lnTo>
                <a:lnTo>
                  <a:pt x="283" y="87"/>
                </a:lnTo>
                <a:lnTo>
                  <a:pt x="284" y="87"/>
                </a:lnTo>
                <a:lnTo>
                  <a:pt x="284" y="86"/>
                </a:lnTo>
                <a:lnTo>
                  <a:pt x="283" y="86"/>
                </a:lnTo>
                <a:lnTo>
                  <a:pt x="283" y="85"/>
                </a:lnTo>
                <a:lnTo>
                  <a:pt x="283" y="84"/>
                </a:lnTo>
                <a:lnTo>
                  <a:pt x="282" y="84"/>
                </a:lnTo>
                <a:lnTo>
                  <a:pt x="283" y="84"/>
                </a:lnTo>
                <a:lnTo>
                  <a:pt x="283" y="83"/>
                </a:lnTo>
                <a:lnTo>
                  <a:pt x="284" y="83"/>
                </a:lnTo>
                <a:lnTo>
                  <a:pt x="283" y="82"/>
                </a:lnTo>
                <a:lnTo>
                  <a:pt x="283" y="81"/>
                </a:lnTo>
                <a:lnTo>
                  <a:pt x="284" y="81"/>
                </a:lnTo>
                <a:lnTo>
                  <a:pt x="285" y="81"/>
                </a:lnTo>
                <a:lnTo>
                  <a:pt x="285" y="80"/>
                </a:lnTo>
                <a:lnTo>
                  <a:pt x="286" y="79"/>
                </a:lnTo>
                <a:lnTo>
                  <a:pt x="287" y="79"/>
                </a:lnTo>
                <a:lnTo>
                  <a:pt x="287" y="78"/>
                </a:lnTo>
                <a:lnTo>
                  <a:pt x="287" y="77"/>
                </a:lnTo>
                <a:lnTo>
                  <a:pt x="288" y="77"/>
                </a:lnTo>
                <a:lnTo>
                  <a:pt x="288" y="76"/>
                </a:lnTo>
                <a:lnTo>
                  <a:pt x="287" y="75"/>
                </a:lnTo>
                <a:lnTo>
                  <a:pt x="288" y="75"/>
                </a:lnTo>
                <a:lnTo>
                  <a:pt x="288" y="74"/>
                </a:lnTo>
                <a:lnTo>
                  <a:pt x="287" y="74"/>
                </a:lnTo>
                <a:lnTo>
                  <a:pt x="287" y="73"/>
                </a:lnTo>
                <a:lnTo>
                  <a:pt x="288" y="73"/>
                </a:lnTo>
                <a:lnTo>
                  <a:pt x="288" y="74"/>
                </a:lnTo>
                <a:lnTo>
                  <a:pt x="289" y="74"/>
                </a:lnTo>
                <a:lnTo>
                  <a:pt x="290" y="75"/>
                </a:lnTo>
                <a:lnTo>
                  <a:pt x="291" y="75"/>
                </a:lnTo>
                <a:lnTo>
                  <a:pt x="292" y="75"/>
                </a:lnTo>
                <a:lnTo>
                  <a:pt x="293" y="75"/>
                </a:lnTo>
                <a:lnTo>
                  <a:pt x="294" y="75"/>
                </a:lnTo>
                <a:lnTo>
                  <a:pt x="294" y="74"/>
                </a:lnTo>
                <a:lnTo>
                  <a:pt x="294" y="73"/>
                </a:lnTo>
                <a:lnTo>
                  <a:pt x="294" y="72"/>
                </a:lnTo>
                <a:lnTo>
                  <a:pt x="294" y="71"/>
                </a:lnTo>
                <a:lnTo>
                  <a:pt x="293" y="70"/>
                </a:lnTo>
                <a:lnTo>
                  <a:pt x="292" y="69"/>
                </a:lnTo>
                <a:lnTo>
                  <a:pt x="291" y="69"/>
                </a:lnTo>
                <a:lnTo>
                  <a:pt x="292" y="69"/>
                </a:lnTo>
                <a:lnTo>
                  <a:pt x="292" y="68"/>
                </a:lnTo>
                <a:lnTo>
                  <a:pt x="292" y="67"/>
                </a:lnTo>
                <a:lnTo>
                  <a:pt x="293" y="67"/>
                </a:lnTo>
                <a:lnTo>
                  <a:pt x="292" y="66"/>
                </a:lnTo>
                <a:lnTo>
                  <a:pt x="292" y="65"/>
                </a:lnTo>
                <a:lnTo>
                  <a:pt x="291" y="65"/>
                </a:lnTo>
                <a:lnTo>
                  <a:pt x="291" y="64"/>
                </a:lnTo>
                <a:lnTo>
                  <a:pt x="291" y="63"/>
                </a:lnTo>
                <a:lnTo>
                  <a:pt x="292" y="63"/>
                </a:lnTo>
                <a:lnTo>
                  <a:pt x="292" y="62"/>
                </a:lnTo>
                <a:lnTo>
                  <a:pt x="293" y="62"/>
                </a:lnTo>
                <a:lnTo>
                  <a:pt x="293" y="61"/>
                </a:lnTo>
                <a:lnTo>
                  <a:pt x="292" y="61"/>
                </a:lnTo>
                <a:lnTo>
                  <a:pt x="291" y="60"/>
                </a:lnTo>
                <a:lnTo>
                  <a:pt x="290" y="60"/>
                </a:lnTo>
                <a:lnTo>
                  <a:pt x="290" y="59"/>
                </a:lnTo>
                <a:lnTo>
                  <a:pt x="291" y="59"/>
                </a:lnTo>
                <a:lnTo>
                  <a:pt x="292" y="59"/>
                </a:lnTo>
                <a:lnTo>
                  <a:pt x="293" y="58"/>
                </a:lnTo>
                <a:lnTo>
                  <a:pt x="292" y="58"/>
                </a:lnTo>
                <a:lnTo>
                  <a:pt x="291" y="58"/>
                </a:lnTo>
                <a:lnTo>
                  <a:pt x="291" y="57"/>
                </a:lnTo>
                <a:lnTo>
                  <a:pt x="291" y="56"/>
                </a:lnTo>
                <a:lnTo>
                  <a:pt x="290" y="56"/>
                </a:lnTo>
                <a:lnTo>
                  <a:pt x="291" y="56"/>
                </a:lnTo>
                <a:lnTo>
                  <a:pt x="291" y="55"/>
                </a:lnTo>
                <a:lnTo>
                  <a:pt x="291" y="56"/>
                </a:lnTo>
                <a:lnTo>
                  <a:pt x="292" y="56"/>
                </a:lnTo>
                <a:lnTo>
                  <a:pt x="293" y="56"/>
                </a:lnTo>
                <a:lnTo>
                  <a:pt x="294" y="55"/>
                </a:lnTo>
                <a:lnTo>
                  <a:pt x="295" y="55"/>
                </a:lnTo>
                <a:lnTo>
                  <a:pt x="295" y="56"/>
                </a:lnTo>
                <a:lnTo>
                  <a:pt x="296" y="56"/>
                </a:lnTo>
                <a:lnTo>
                  <a:pt x="297" y="55"/>
                </a:lnTo>
                <a:lnTo>
                  <a:pt x="298" y="55"/>
                </a:lnTo>
                <a:lnTo>
                  <a:pt x="298" y="54"/>
                </a:lnTo>
                <a:lnTo>
                  <a:pt x="297" y="54"/>
                </a:lnTo>
                <a:lnTo>
                  <a:pt x="297" y="53"/>
                </a:lnTo>
                <a:lnTo>
                  <a:pt x="298" y="53"/>
                </a:lnTo>
                <a:lnTo>
                  <a:pt x="297" y="53"/>
                </a:lnTo>
                <a:lnTo>
                  <a:pt x="297" y="52"/>
                </a:lnTo>
                <a:lnTo>
                  <a:pt x="296" y="52"/>
                </a:lnTo>
                <a:lnTo>
                  <a:pt x="296" y="53"/>
                </a:lnTo>
                <a:lnTo>
                  <a:pt x="296" y="52"/>
                </a:lnTo>
                <a:lnTo>
                  <a:pt x="295" y="52"/>
                </a:lnTo>
                <a:lnTo>
                  <a:pt x="295" y="51"/>
                </a:lnTo>
                <a:lnTo>
                  <a:pt x="296" y="50"/>
                </a:lnTo>
                <a:lnTo>
                  <a:pt x="296" y="49"/>
                </a:lnTo>
                <a:lnTo>
                  <a:pt x="296" y="48"/>
                </a:lnTo>
                <a:lnTo>
                  <a:pt x="296" y="47"/>
                </a:lnTo>
                <a:lnTo>
                  <a:pt x="297" y="47"/>
                </a:lnTo>
                <a:lnTo>
                  <a:pt x="296" y="46"/>
                </a:lnTo>
                <a:lnTo>
                  <a:pt x="296" y="45"/>
                </a:lnTo>
                <a:lnTo>
                  <a:pt x="297" y="45"/>
                </a:lnTo>
                <a:lnTo>
                  <a:pt x="297" y="44"/>
                </a:lnTo>
                <a:lnTo>
                  <a:pt x="297" y="43"/>
                </a:lnTo>
                <a:lnTo>
                  <a:pt x="297" y="42"/>
                </a:lnTo>
                <a:lnTo>
                  <a:pt x="296" y="41"/>
                </a:lnTo>
                <a:lnTo>
                  <a:pt x="296" y="40"/>
                </a:lnTo>
                <a:lnTo>
                  <a:pt x="295" y="40"/>
                </a:lnTo>
                <a:lnTo>
                  <a:pt x="295" y="39"/>
                </a:lnTo>
                <a:lnTo>
                  <a:pt x="296" y="39"/>
                </a:lnTo>
                <a:lnTo>
                  <a:pt x="296" y="38"/>
                </a:lnTo>
                <a:lnTo>
                  <a:pt x="297" y="38"/>
                </a:lnTo>
                <a:lnTo>
                  <a:pt x="298" y="39"/>
                </a:lnTo>
                <a:lnTo>
                  <a:pt x="299" y="39"/>
                </a:lnTo>
                <a:lnTo>
                  <a:pt x="300" y="39"/>
                </a:lnTo>
                <a:lnTo>
                  <a:pt x="301" y="39"/>
                </a:lnTo>
                <a:lnTo>
                  <a:pt x="301" y="38"/>
                </a:lnTo>
                <a:lnTo>
                  <a:pt x="301" y="37"/>
                </a:lnTo>
                <a:lnTo>
                  <a:pt x="301" y="36"/>
                </a:lnTo>
                <a:lnTo>
                  <a:pt x="301" y="35"/>
                </a:lnTo>
                <a:lnTo>
                  <a:pt x="299" y="35"/>
                </a:lnTo>
                <a:lnTo>
                  <a:pt x="298" y="35"/>
                </a:lnTo>
                <a:lnTo>
                  <a:pt x="297" y="34"/>
                </a:lnTo>
                <a:lnTo>
                  <a:pt x="297" y="33"/>
                </a:lnTo>
                <a:lnTo>
                  <a:pt x="298" y="33"/>
                </a:lnTo>
                <a:lnTo>
                  <a:pt x="298" y="32"/>
                </a:lnTo>
                <a:lnTo>
                  <a:pt x="299" y="32"/>
                </a:lnTo>
                <a:lnTo>
                  <a:pt x="300" y="32"/>
                </a:lnTo>
                <a:lnTo>
                  <a:pt x="300" y="31"/>
                </a:lnTo>
                <a:lnTo>
                  <a:pt x="300" y="30"/>
                </a:lnTo>
                <a:lnTo>
                  <a:pt x="299" y="28"/>
                </a:lnTo>
                <a:lnTo>
                  <a:pt x="298" y="26"/>
                </a:lnTo>
                <a:lnTo>
                  <a:pt x="298" y="25"/>
                </a:lnTo>
                <a:lnTo>
                  <a:pt x="299" y="25"/>
                </a:lnTo>
                <a:lnTo>
                  <a:pt x="300" y="25"/>
                </a:lnTo>
                <a:lnTo>
                  <a:pt x="301" y="25"/>
                </a:lnTo>
                <a:lnTo>
                  <a:pt x="302" y="24"/>
                </a:lnTo>
                <a:lnTo>
                  <a:pt x="302" y="23"/>
                </a:lnTo>
                <a:lnTo>
                  <a:pt x="301" y="23"/>
                </a:lnTo>
                <a:lnTo>
                  <a:pt x="301" y="22"/>
                </a:lnTo>
                <a:lnTo>
                  <a:pt x="299" y="21"/>
                </a:lnTo>
                <a:lnTo>
                  <a:pt x="298" y="21"/>
                </a:lnTo>
                <a:lnTo>
                  <a:pt x="297" y="21"/>
                </a:lnTo>
                <a:lnTo>
                  <a:pt x="297" y="20"/>
                </a:lnTo>
                <a:lnTo>
                  <a:pt x="298" y="20"/>
                </a:lnTo>
                <a:lnTo>
                  <a:pt x="299" y="20"/>
                </a:lnTo>
                <a:lnTo>
                  <a:pt x="300" y="19"/>
                </a:lnTo>
                <a:lnTo>
                  <a:pt x="301" y="19"/>
                </a:lnTo>
                <a:lnTo>
                  <a:pt x="301" y="18"/>
                </a:lnTo>
                <a:lnTo>
                  <a:pt x="300" y="18"/>
                </a:lnTo>
                <a:lnTo>
                  <a:pt x="300" y="17"/>
                </a:lnTo>
                <a:lnTo>
                  <a:pt x="301" y="17"/>
                </a:lnTo>
                <a:lnTo>
                  <a:pt x="301" y="16"/>
                </a:lnTo>
                <a:lnTo>
                  <a:pt x="300" y="16"/>
                </a:lnTo>
                <a:lnTo>
                  <a:pt x="300" y="14"/>
                </a:lnTo>
                <a:lnTo>
                  <a:pt x="301" y="12"/>
                </a:lnTo>
                <a:lnTo>
                  <a:pt x="301" y="11"/>
                </a:lnTo>
                <a:lnTo>
                  <a:pt x="302" y="11"/>
                </a:lnTo>
                <a:lnTo>
                  <a:pt x="302" y="10"/>
                </a:lnTo>
                <a:lnTo>
                  <a:pt x="302" y="9"/>
                </a:lnTo>
                <a:lnTo>
                  <a:pt x="302" y="7"/>
                </a:lnTo>
                <a:lnTo>
                  <a:pt x="303" y="7"/>
                </a:lnTo>
                <a:lnTo>
                  <a:pt x="303" y="6"/>
                </a:lnTo>
                <a:lnTo>
                  <a:pt x="305" y="5"/>
                </a:lnTo>
                <a:lnTo>
                  <a:pt x="304" y="4"/>
                </a:lnTo>
                <a:lnTo>
                  <a:pt x="303" y="3"/>
                </a:lnTo>
                <a:lnTo>
                  <a:pt x="305" y="1"/>
                </a:lnTo>
                <a:lnTo>
                  <a:pt x="305" y="0"/>
                </a:lnTo>
                <a:lnTo>
                  <a:pt x="306" y="0"/>
                </a:lnTo>
                <a:close/>
              </a:path>
            </a:pathLst>
          </a:custGeom>
          <a:solidFill>
            <a:srgbClr val="FFFDBC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1905120" y="1767240"/>
            <a:ext cx="252360" cy="156240"/>
          </a:xfrm>
          <a:custGeom>
            <a:avLst/>
            <a:gdLst/>
            <a:ahLst/>
            <a:rect l="0" t="0" r="r" b="b"/>
            <a:pathLst>
              <a:path w="701" h="434">
                <a:moveTo>
                  <a:pt x="114" y="0"/>
                </a:moveTo>
                <a:lnTo>
                  <a:pt x="115" y="0"/>
                </a:lnTo>
                <a:lnTo>
                  <a:pt x="115" y="1"/>
                </a:lnTo>
                <a:lnTo>
                  <a:pt x="116" y="2"/>
                </a:lnTo>
                <a:lnTo>
                  <a:pt x="116" y="1"/>
                </a:lnTo>
                <a:lnTo>
                  <a:pt x="117" y="1"/>
                </a:lnTo>
                <a:lnTo>
                  <a:pt x="118" y="1"/>
                </a:lnTo>
                <a:lnTo>
                  <a:pt x="120" y="1"/>
                </a:lnTo>
                <a:lnTo>
                  <a:pt x="120" y="2"/>
                </a:lnTo>
                <a:lnTo>
                  <a:pt x="120" y="3"/>
                </a:lnTo>
                <a:lnTo>
                  <a:pt x="121" y="3"/>
                </a:lnTo>
                <a:lnTo>
                  <a:pt x="121" y="4"/>
                </a:lnTo>
                <a:lnTo>
                  <a:pt x="121" y="3"/>
                </a:lnTo>
                <a:lnTo>
                  <a:pt x="122" y="3"/>
                </a:lnTo>
                <a:lnTo>
                  <a:pt x="122" y="4"/>
                </a:lnTo>
                <a:lnTo>
                  <a:pt x="123" y="4"/>
                </a:lnTo>
                <a:lnTo>
                  <a:pt x="125" y="3"/>
                </a:lnTo>
                <a:lnTo>
                  <a:pt x="126" y="3"/>
                </a:lnTo>
                <a:lnTo>
                  <a:pt x="127" y="3"/>
                </a:lnTo>
                <a:lnTo>
                  <a:pt x="129" y="3"/>
                </a:lnTo>
                <a:lnTo>
                  <a:pt x="130" y="3"/>
                </a:lnTo>
                <a:lnTo>
                  <a:pt x="131" y="3"/>
                </a:lnTo>
                <a:lnTo>
                  <a:pt x="132" y="3"/>
                </a:lnTo>
                <a:lnTo>
                  <a:pt x="133" y="3"/>
                </a:lnTo>
                <a:lnTo>
                  <a:pt x="133" y="2"/>
                </a:lnTo>
                <a:lnTo>
                  <a:pt x="134" y="2"/>
                </a:lnTo>
                <a:lnTo>
                  <a:pt x="135" y="2"/>
                </a:lnTo>
                <a:lnTo>
                  <a:pt x="136" y="3"/>
                </a:lnTo>
                <a:lnTo>
                  <a:pt x="137" y="3"/>
                </a:lnTo>
                <a:lnTo>
                  <a:pt x="138" y="3"/>
                </a:lnTo>
                <a:lnTo>
                  <a:pt x="138" y="4"/>
                </a:lnTo>
                <a:lnTo>
                  <a:pt x="139" y="4"/>
                </a:lnTo>
                <a:lnTo>
                  <a:pt x="140" y="4"/>
                </a:lnTo>
                <a:lnTo>
                  <a:pt x="141" y="4"/>
                </a:lnTo>
                <a:lnTo>
                  <a:pt x="142" y="5"/>
                </a:lnTo>
                <a:lnTo>
                  <a:pt x="142" y="6"/>
                </a:lnTo>
                <a:lnTo>
                  <a:pt x="143" y="6"/>
                </a:lnTo>
                <a:lnTo>
                  <a:pt x="144" y="7"/>
                </a:lnTo>
                <a:lnTo>
                  <a:pt x="145" y="7"/>
                </a:lnTo>
                <a:lnTo>
                  <a:pt x="146" y="7"/>
                </a:lnTo>
                <a:lnTo>
                  <a:pt x="147" y="6"/>
                </a:lnTo>
                <a:lnTo>
                  <a:pt x="148" y="6"/>
                </a:lnTo>
                <a:lnTo>
                  <a:pt x="149" y="7"/>
                </a:lnTo>
                <a:lnTo>
                  <a:pt x="150" y="7"/>
                </a:lnTo>
                <a:lnTo>
                  <a:pt x="150" y="8"/>
                </a:lnTo>
                <a:lnTo>
                  <a:pt x="150" y="7"/>
                </a:lnTo>
                <a:lnTo>
                  <a:pt x="151" y="7"/>
                </a:lnTo>
                <a:lnTo>
                  <a:pt x="151" y="8"/>
                </a:lnTo>
                <a:lnTo>
                  <a:pt x="152" y="8"/>
                </a:lnTo>
                <a:lnTo>
                  <a:pt x="153" y="7"/>
                </a:lnTo>
                <a:lnTo>
                  <a:pt x="153" y="6"/>
                </a:lnTo>
                <a:lnTo>
                  <a:pt x="154" y="6"/>
                </a:lnTo>
                <a:lnTo>
                  <a:pt x="154" y="7"/>
                </a:lnTo>
                <a:lnTo>
                  <a:pt x="155" y="7"/>
                </a:lnTo>
                <a:lnTo>
                  <a:pt x="155" y="6"/>
                </a:lnTo>
                <a:lnTo>
                  <a:pt x="156" y="6"/>
                </a:lnTo>
                <a:lnTo>
                  <a:pt x="156" y="7"/>
                </a:lnTo>
                <a:lnTo>
                  <a:pt x="157" y="7"/>
                </a:lnTo>
                <a:lnTo>
                  <a:pt x="158" y="7"/>
                </a:lnTo>
                <a:lnTo>
                  <a:pt x="159" y="7"/>
                </a:lnTo>
                <a:lnTo>
                  <a:pt x="159" y="6"/>
                </a:lnTo>
                <a:lnTo>
                  <a:pt x="160" y="6"/>
                </a:lnTo>
                <a:lnTo>
                  <a:pt x="161" y="6"/>
                </a:lnTo>
                <a:lnTo>
                  <a:pt x="162" y="6"/>
                </a:lnTo>
                <a:lnTo>
                  <a:pt x="162" y="7"/>
                </a:lnTo>
                <a:lnTo>
                  <a:pt x="163" y="8"/>
                </a:lnTo>
                <a:lnTo>
                  <a:pt x="164" y="8"/>
                </a:lnTo>
                <a:lnTo>
                  <a:pt x="164" y="9"/>
                </a:lnTo>
                <a:lnTo>
                  <a:pt x="165" y="9"/>
                </a:lnTo>
                <a:lnTo>
                  <a:pt x="165" y="10"/>
                </a:lnTo>
                <a:lnTo>
                  <a:pt x="166" y="11"/>
                </a:lnTo>
                <a:lnTo>
                  <a:pt x="167" y="11"/>
                </a:lnTo>
                <a:lnTo>
                  <a:pt x="168" y="11"/>
                </a:lnTo>
                <a:lnTo>
                  <a:pt x="169" y="11"/>
                </a:lnTo>
                <a:lnTo>
                  <a:pt x="170" y="11"/>
                </a:lnTo>
                <a:lnTo>
                  <a:pt x="171" y="10"/>
                </a:lnTo>
                <a:lnTo>
                  <a:pt x="172" y="10"/>
                </a:lnTo>
                <a:lnTo>
                  <a:pt x="173" y="10"/>
                </a:lnTo>
                <a:lnTo>
                  <a:pt x="174" y="10"/>
                </a:lnTo>
                <a:lnTo>
                  <a:pt x="175" y="10"/>
                </a:lnTo>
                <a:lnTo>
                  <a:pt x="176" y="11"/>
                </a:lnTo>
                <a:lnTo>
                  <a:pt x="177" y="11"/>
                </a:lnTo>
                <a:lnTo>
                  <a:pt x="177" y="10"/>
                </a:lnTo>
                <a:lnTo>
                  <a:pt x="179" y="10"/>
                </a:lnTo>
                <a:lnTo>
                  <a:pt x="179" y="9"/>
                </a:lnTo>
                <a:lnTo>
                  <a:pt x="180" y="9"/>
                </a:lnTo>
                <a:lnTo>
                  <a:pt x="180" y="8"/>
                </a:lnTo>
                <a:lnTo>
                  <a:pt x="181" y="8"/>
                </a:lnTo>
                <a:lnTo>
                  <a:pt x="181" y="9"/>
                </a:lnTo>
                <a:lnTo>
                  <a:pt x="180" y="9"/>
                </a:lnTo>
                <a:lnTo>
                  <a:pt x="181" y="9"/>
                </a:lnTo>
                <a:lnTo>
                  <a:pt x="183" y="9"/>
                </a:lnTo>
                <a:lnTo>
                  <a:pt x="184" y="10"/>
                </a:lnTo>
                <a:lnTo>
                  <a:pt x="185" y="10"/>
                </a:lnTo>
                <a:lnTo>
                  <a:pt x="186" y="10"/>
                </a:lnTo>
                <a:lnTo>
                  <a:pt x="186" y="9"/>
                </a:lnTo>
                <a:lnTo>
                  <a:pt x="187" y="9"/>
                </a:lnTo>
                <a:lnTo>
                  <a:pt x="188" y="9"/>
                </a:lnTo>
                <a:lnTo>
                  <a:pt x="188" y="10"/>
                </a:lnTo>
                <a:lnTo>
                  <a:pt x="189" y="10"/>
                </a:lnTo>
                <a:lnTo>
                  <a:pt x="189" y="9"/>
                </a:lnTo>
                <a:lnTo>
                  <a:pt x="189" y="8"/>
                </a:lnTo>
                <a:lnTo>
                  <a:pt x="190" y="8"/>
                </a:lnTo>
                <a:lnTo>
                  <a:pt x="191" y="7"/>
                </a:lnTo>
                <a:lnTo>
                  <a:pt x="191" y="6"/>
                </a:lnTo>
                <a:lnTo>
                  <a:pt x="192" y="5"/>
                </a:lnTo>
                <a:lnTo>
                  <a:pt x="193" y="4"/>
                </a:lnTo>
                <a:lnTo>
                  <a:pt x="193" y="3"/>
                </a:lnTo>
                <a:lnTo>
                  <a:pt x="193" y="4"/>
                </a:lnTo>
                <a:lnTo>
                  <a:pt x="194" y="4"/>
                </a:lnTo>
                <a:lnTo>
                  <a:pt x="195" y="4"/>
                </a:lnTo>
                <a:lnTo>
                  <a:pt x="195" y="3"/>
                </a:lnTo>
                <a:lnTo>
                  <a:pt x="195" y="2"/>
                </a:lnTo>
                <a:lnTo>
                  <a:pt x="195" y="1"/>
                </a:lnTo>
                <a:lnTo>
                  <a:pt x="196" y="1"/>
                </a:lnTo>
                <a:lnTo>
                  <a:pt x="197" y="2"/>
                </a:lnTo>
                <a:lnTo>
                  <a:pt x="198" y="2"/>
                </a:lnTo>
                <a:lnTo>
                  <a:pt x="198" y="3"/>
                </a:lnTo>
                <a:lnTo>
                  <a:pt x="198" y="2"/>
                </a:lnTo>
                <a:lnTo>
                  <a:pt x="199" y="2"/>
                </a:lnTo>
                <a:lnTo>
                  <a:pt x="199" y="3"/>
                </a:lnTo>
                <a:lnTo>
                  <a:pt x="200" y="3"/>
                </a:lnTo>
                <a:lnTo>
                  <a:pt x="200" y="4"/>
                </a:lnTo>
                <a:lnTo>
                  <a:pt x="199" y="4"/>
                </a:lnTo>
                <a:lnTo>
                  <a:pt x="199" y="5"/>
                </a:lnTo>
                <a:lnTo>
                  <a:pt x="200" y="5"/>
                </a:lnTo>
                <a:lnTo>
                  <a:pt x="200" y="6"/>
                </a:lnTo>
                <a:lnTo>
                  <a:pt x="200" y="7"/>
                </a:lnTo>
                <a:lnTo>
                  <a:pt x="200" y="9"/>
                </a:lnTo>
                <a:lnTo>
                  <a:pt x="201" y="9"/>
                </a:lnTo>
                <a:lnTo>
                  <a:pt x="201" y="10"/>
                </a:lnTo>
                <a:lnTo>
                  <a:pt x="201" y="11"/>
                </a:lnTo>
                <a:lnTo>
                  <a:pt x="200" y="11"/>
                </a:lnTo>
                <a:lnTo>
                  <a:pt x="201" y="12"/>
                </a:lnTo>
                <a:lnTo>
                  <a:pt x="202" y="12"/>
                </a:lnTo>
                <a:lnTo>
                  <a:pt x="203" y="13"/>
                </a:lnTo>
                <a:lnTo>
                  <a:pt x="204" y="13"/>
                </a:lnTo>
                <a:lnTo>
                  <a:pt x="205" y="12"/>
                </a:lnTo>
                <a:lnTo>
                  <a:pt x="205" y="11"/>
                </a:lnTo>
                <a:lnTo>
                  <a:pt x="206" y="11"/>
                </a:lnTo>
                <a:lnTo>
                  <a:pt x="206" y="12"/>
                </a:lnTo>
                <a:lnTo>
                  <a:pt x="206" y="13"/>
                </a:lnTo>
                <a:lnTo>
                  <a:pt x="207" y="14"/>
                </a:lnTo>
                <a:lnTo>
                  <a:pt x="207" y="13"/>
                </a:lnTo>
                <a:lnTo>
                  <a:pt x="207" y="14"/>
                </a:lnTo>
                <a:lnTo>
                  <a:pt x="208" y="14"/>
                </a:lnTo>
                <a:lnTo>
                  <a:pt x="208" y="15"/>
                </a:lnTo>
                <a:lnTo>
                  <a:pt x="209" y="16"/>
                </a:lnTo>
                <a:lnTo>
                  <a:pt x="210" y="17"/>
                </a:lnTo>
                <a:lnTo>
                  <a:pt x="211" y="18"/>
                </a:lnTo>
                <a:lnTo>
                  <a:pt x="211" y="17"/>
                </a:lnTo>
                <a:lnTo>
                  <a:pt x="212" y="17"/>
                </a:lnTo>
                <a:lnTo>
                  <a:pt x="212" y="16"/>
                </a:lnTo>
                <a:lnTo>
                  <a:pt x="212" y="15"/>
                </a:lnTo>
                <a:lnTo>
                  <a:pt x="211" y="15"/>
                </a:lnTo>
                <a:lnTo>
                  <a:pt x="212" y="15"/>
                </a:lnTo>
                <a:lnTo>
                  <a:pt x="212" y="14"/>
                </a:lnTo>
                <a:lnTo>
                  <a:pt x="213" y="14"/>
                </a:lnTo>
                <a:lnTo>
                  <a:pt x="213" y="13"/>
                </a:lnTo>
                <a:lnTo>
                  <a:pt x="214" y="13"/>
                </a:lnTo>
                <a:lnTo>
                  <a:pt x="215" y="13"/>
                </a:lnTo>
                <a:lnTo>
                  <a:pt x="215" y="12"/>
                </a:lnTo>
                <a:lnTo>
                  <a:pt x="216" y="12"/>
                </a:lnTo>
                <a:lnTo>
                  <a:pt x="217" y="12"/>
                </a:lnTo>
                <a:lnTo>
                  <a:pt x="218" y="12"/>
                </a:lnTo>
                <a:lnTo>
                  <a:pt x="219" y="12"/>
                </a:lnTo>
                <a:lnTo>
                  <a:pt x="219" y="11"/>
                </a:lnTo>
                <a:lnTo>
                  <a:pt x="220" y="11"/>
                </a:lnTo>
                <a:lnTo>
                  <a:pt x="220" y="12"/>
                </a:lnTo>
                <a:lnTo>
                  <a:pt x="221" y="12"/>
                </a:lnTo>
                <a:lnTo>
                  <a:pt x="221" y="11"/>
                </a:lnTo>
                <a:lnTo>
                  <a:pt x="221" y="10"/>
                </a:lnTo>
                <a:lnTo>
                  <a:pt x="220" y="10"/>
                </a:lnTo>
                <a:lnTo>
                  <a:pt x="220" y="9"/>
                </a:lnTo>
                <a:lnTo>
                  <a:pt x="220" y="8"/>
                </a:lnTo>
                <a:lnTo>
                  <a:pt x="221" y="8"/>
                </a:lnTo>
                <a:lnTo>
                  <a:pt x="221" y="7"/>
                </a:lnTo>
                <a:lnTo>
                  <a:pt x="222" y="7"/>
                </a:lnTo>
                <a:lnTo>
                  <a:pt x="222" y="6"/>
                </a:lnTo>
                <a:lnTo>
                  <a:pt x="223" y="6"/>
                </a:lnTo>
                <a:lnTo>
                  <a:pt x="224" y="6"/>
                </a:lnTo>
                <a:lnTo>
                  <a:pt x="224" y="5"/>
                </a:lnTo>
                <a:lnTo>
                  <a:pt x="226" y="5"/>
                </a:lnTo>
                <a:lnTo>
                  <a:pt x="226" y="6"/>
                </a:lnTo>
                <a:lnTo>
                  <a:pt x="227" y="6"/>
                </a:lnTo>
                <a:lnTo>
                  <a:pt x="228" y="6"/>
                </a:lnTo>
                <a:lnTo>
                  <a:pt x="228" y="7"/>
                </a:lnTo>
                <a:lnTo>
                  <a:pt x="228" y="6"/>
                </a:lnTo>
                <a:lnTo>
                  <a:pt x="229" y="6"/>
                </a:lnTo>
                <a:lnTo>
                  <a:pt x="229" y="7"/>
                </a:lnTo>
                <a:lnTo>
                  <a:pt x="230" y="7"/>
                </a:lnTo>
                <a:lnTo>
                  <a:pt x="230" y="6"/>
                </a:lnTo>
                <a:lnTo>
                  <a:pt x="231" y="5"/>
                </a:lnTo>
                <a:lnTo>
                  <a:pt x="232" y="4"/>
                </a:lnTo>
                <a:lnTo>
                  <a:pt x="232" y="3"/>
                </a:lnTo>
                <a:lnTo>
                  <a:pt x="233" y="3"/>
                </a:lnTo>
                <a:lnTo>
                  <a:pt x="233" y="2"/>
                </a:lnTo>
                <a:lnTo>
                  <a:pt x="234" y="1"/>
                </a:lnTo>
                <a:lnTo>
                  <a:pt x="235" y="1"/>
                </a:lnTo>
                <a:lnTo>
                  <a:pt x="236" y="1"/>
                </a:lnTo>
                <a:lnTo>
                  <a:pt x="236" y="2"/>
                </a:lnTo>
                <a:lnTo>
                  <a:pt x="236" y="3"/>
                </a:lnTo>
                <a:lnTo>
                  <a:pt x="237" y="3"/>
                </a:lnTo>
                <a:lnTo>
                  <a:pt x="237" y="4"/>
                </a:lnTo>
                <a:lnTo>
                  <a:pt x="238" y="4"/>
                </a:lnTo>
                <a:lnTo>
                  <a:pt x="238" y="5"/>
                </a:lnTo>
                <a:lnTo>
                  <a:pt x="239" y="6"/>
                </a:lnTo>
                <a:lnTo>
                  <a:pt x="240" y="6"/>
                </a:lnTo>
                <a:lnTo>
                  <a:pt x="241" y="7"/>
                </a:lnTo>
                <a:lnTo>
                  <a:pt x="242" y="8"/>
                </a:lnTo>
                <a:lnTo>
                  <a:pt x="242" y="9"/>
                </a:lnTo>
                <a:lnTo>
                  <a:pt x="242" y="10"/>
                </a:lnTo>
                <a:lnTo>
                  <a:pt x="241" y="10"/>
                </a:lnTo>
                <a:lnTo>
                  <a:pt x="241" y="11"/>
                </a:lnTo>
                <a:lnTo>
                  <a:pt x="240" y="11"/>
                </a:lnTo>
                <a:lnTo>
                  <a:pt x="240" y="12"/>
                </a:lnTo>
                <a:lnTo>
                  <a:pt x="242" y="11"/>
                </a:lnTo>
                <a:lnTo>
                  <a:pt x="243" y="10"/>
                </a:lnTo>
                <a:lnTo>
                  <a:pt x="243" y="9"/>
                </a:lnTo>
                <a:lnTo>
                  <a:pt x="244" y="9"/>
                </a:lnTo>
                <a:lnTo>
                  <a:pt x="245" y="9"/>
                </a:lnTo>
                <a:lnTo>
                  <a:pt x="245" y="10"/>
                </a:lnTo>
                <a:lnTo>
                  <a:pt x="246" y="10"/>
                </a:lnTo>
                <a:lnTo>
                  <a:pt x="247" y="11"/>
                </a:lnTo>
                <a:lnTo>
                  <a:pt x="248" y="11"/>
                </a:lnTo>
                <a:lnTo>
                  <a:pt x="248" y="12"/>
                </a:lnTo>
                <a:lnTo>
                  <a:pt x="249" y="13"/>
                </a:lnTo>
                <a:lnTo>
                  <a:pt x="249" y="14"/>
                </a:lnTo>
                <a:lnTo>
                  <a:pt x="250" y="14"/>
                </a:lnTo>
                <a:lnTo>
                  <a:pt x="250" y="15"/>
                </a:lnTo>
                <a:lnTo>
                  <a:pt x="251" y="15"/>
                </a:lnTo>
                <a:lnTo>
                  <a:pt x="252" y="15"/>
                </a:lnTo>
                <a:lnTo>
                  <a:pt x="253" y="15"/>
                </a:lnTo>
                <a:lnTo>
                  <a:pt x="253" y="16"/>
                </a:lnTo>
                <a:lnTo>
                  <a:pt x="253" y="18"/>
                </a:lnTo>
                <a:lnTo>
                  <a:pt x="254" y="18"/>
                </a:lnTo>
                <a:lnTo>
                  <a:pt x="254" y="19"/>
                </a:lnTo>
                <a:lnTo>
                  <a:pt x="255" y="19"/>
                </a:lnTo>
                <a:lnTo>
                  <a:pt x="255" y="20"/>
                </a:lnTo>
                <a:lnTo>
                  <a:pt x="254" y="20"/>
                </a:lnTo>
                <a:lnTo>
                  <a:pt x="254" y="21"/>
                </a:lnTo>
                <a:lnTo>
                  <a:pt x="253" y="21"/>
                </a:lnTo>
                <a:lnTo>
                  <a:pt x="252" y="21"/>
                </a:lnTo>
                <a:lnTo>
                  <a:pt x="251" y="22"/>
                </a:lnTo>
                <a:lnTo>
                  <a:pt x="250" y="22"/>
                </a:lnTo>
                <a:lnTo>
                  <a:pt x="250" y="23"/>
                </a:lnTo>
                <a:lnTo>
                  <a:pt x="251" y="23"/>
                </a:lnTo>
                <a:lnTo>
                  <a:pt x="251" y="24"/>
                </a:lnTo>
                <a:lnTo>
                  <a:pt x="252" y="23"/>
                </a:lnTo>
                <a:lnTo>
                  <a:pt x="253" y="23"/>
                </a:lnTo>
                <a:lnTo>
                  <a:pt x="254" y="23"/>
                </a:lnTo>
                <a:lnTo>
                  <a:pt x="255" y="23"/>
                </a:lnTo>
                <a:lnTo>
                  <a:pt x="256" y="23"/>
                </a:lnTo>
                <a:lnTo>
                  <a:pt x="257" y="23"/>
                </a:lnTo>
                <a:lnTo>
                  <a:pt x="258" y="24"/>
                </a:lnTo>
                <a:lnTo>
                  <a:pt x="259" y="24"/>
                </a:lnTo>
                <a:lnTo>
                  <a:pt x="259" y="25"/>
                </a:lnTo>
                <a:lnTo>
                  <a:pt x="259" y="26"/>
                </a:lnTo>
                <a:lnTo>
                  <a:pt x="260" y="26"/>
                </a:lnTo>
                <a:lnTo>
                  <a:pt x="260" y="27"/>
                </a:lnTo>
                <a:lnTo>
                  <a:pt x="260" y="28"/>
                </a:lnTo>
                <a:lnTo>
                  <a:pt x="261" y="28"/>
                </a:lnTo>
                <a:lnTo>
                  <a:pt x="262" y="29"/>
                </a:lnTo>
                <a:lnTo>
                  <a:pt x="261" y="29"/>
                </a:lnTo>
                <a:lnTo>
                  <a:pt x="261" y="30"/>
                </a:lnTo>
                <a:lnTo>
                  <a:pt x="261" y="32"/>
                </a:lnTo>
                <a:lnTo>
                  <a:pt x="260" y="32"/>
                </a:lnTo>
                <a:lnTo>
                  <a:pt x="260" y="33"/>
                </a:lnTo>
                <a:lnTo>
                  <a:pt x="259" y="32"/>
                </a:lnTo>
                <a:lnTo>
                  <a:pt x="259" y="33"/>
                </a:lnTo>
                <a:lnTo>
                  <a:pt x="259" y="34"/>
                </a:lnTo>
                <a:lnTo>
                  <a:pt x="259" y="36"/>
                </a:lnTo>
                <a:lnTo>
                  <a:pt x="259" y="37"/>
                </a:lnTo>
                <a:lnTo>
                  <a:pt x="259" y="38"/>
                </a:lnTo>
                <a:lnTo>
                  <a:pt x="259" y="39"/>
                </a:lnTo>
                <a:lnTo>
                  <a:pt x="259" y="40"/>
                </a:lnTo>
                <a:lnTo>
                  <a:pt x="260" y="40"/>
                </a:lnTo>
                <a:lnTo>
                  <a:pt x="260" y="39"/>
                </a:lnTo>
                <a:lnTo>
                  <a:pt x="261" y="39"/>
                </a:lnTo>
                <a:lnTo>
                  <a:pt x="261" y="38"/>
                </a:lnTo>
                <a:lnTo>
                  <a:pt x="262" y="38"/>
                </a:lnTo>
                <a:lnTo>
                  <a:pt x="263" y="38"/>
                </a:lnTo>
                <a:lnTo>
                  <a:pt x="263" y="39"/>
                </a:lnTo>
                <a:lnTo>
                  <a:pt x="263" y="40"/>
                </a:lnTo>
                <a:lnTo>
                  <a:pt x="262" y="40"/>
                </a:lnTo>
                <a:lnTo>
                  <a:pt x="262" y="41"/>
                </a:lnTo>
                <a:lnTo>
                  <a:pt x="263" y="42"/>
                </a:lnTo>
                <a:lnTo>
                  <a:pt x="264" y="42"/>
                </a:lnTo>
                <a:lnTo>
                  <a:pt x="265" y="43"/>
                </a:lnTo>
                <a:lnTo>
                  <a:pt x="266" y="43"/>
                </a:lnTo>
                <a:lnTo>
                  <a:pt x="266" y="44"/>
                </a:lnTo>
                <a:lnTo>
                  <a:pt x="267" y="44"/>
                </a:lnTo>
                <a:lnTo>
                  <a:pt x="268" y="44"/>
                </a:lnTo>
                <a:lnTo>
                  <a:pt x="269" y="44"/>
                </a:lnTo>
                <a:lnTo>
                  <a:pt x="270" y="44"/>
                </a:lnTo>
                <a:lnTo>
                  <a:pt x="270" y="45"/>
                </a:lnTo>
                <a:lnTo>
                  <a:pt x="270" y="46"/>
                </a:lnTo>
                <a:lnTo>
                  <a:pt x="271" y="46"/>
                </a:lnTo>
                <a:lnTo>
                  <a:pt x="272" y="46"/>
                </a:lnTo>
                <a:lnTo>
                  <a:pt x="272" y="47"/>
                </a:lnTo>
                <a:lnTo>
                  <a:pt x="272" y="48"/>
                </a:lnTo>
                <a:lnTo>
                  <a:pt x="272" y="49"/>
                </a:lnTo>
                <a:lnTo>
                  <a:pt x="273" y="49"/>
                </a:lnTo>
                <a:lnTo>
                  <a:pt x="273" y="50"/>
                </a:lnTo>
                <a:lnTo>
                  <a:pt x="274" y="51"/>
                </a:lnTo>
                <a:lnTo>
                  <a:pt x="274" y="52"/>
                </a:lnTo>
                <a:lnTo>
                  <a:pt x="274" y="53"/>
                </a:lnTo>
                <a:lnTo>
                  <a:pt x="275" y="53"/>
                </a:lnTo>
                <a:lnTo>
                  <a:pt x="276" y="53"/>
                </a:lnTo>
                <a:lnTo>
                  <a:pt x="277" y="53"/>
                </a:lnTo>
                <a:lnTo>
                  <a:pt x="277" y="52"/>
                </a:lnTo>
                <a:lnTo>
                  <a:pt x="278" y="52"/>
                </a:lnTo>
                <a:lnTo>
                  <a:pt x="278" y="51"/>
                </a:lnTo>
                <a:lnTo>
                  <a:pt x="278" y="50"/>
                </a:lnTo>
                <a:lnTo>
                  <a:pt x="279" y="51"/>
                </a:lnTo>
                <a:lnTo>
                  <a:pt x="279" y="52"/>
                </a:lnTo>
                <a:lnTo>
                  <a:pt x="279" y="53"/>
                </a:lnTo>
                <a:lnTo>
                  <a:pt x="279" y="54"/>
                </a:lnTo>
                <a:lnTo>
                  <a:pt x="278" y="55"/>
                </a:lnTo>
                <a:lnTo>
                  <a:pt x="276" y="55"/>
                </a:lnTo>
                <a:lnTo>
                  <a:pt x="275" y="54"/>
                </a:lnTo>
                <a:lnTo>
                  <a:pt x="275" y="55"/>
                </a:lnTo>
                <a:lnTo>
                  <a:pt x="276" y="55"/>
                </a:lnTo>
                <a:lnTo>
                  <a:pt x="276" y="56"/>
                </a:lnTo>
                <a:lnTo>
                  <a:pt x="277" y="56"/>
                </a:lnTo>
                <a:lnTo>
                  <a:pt x="278" y="56"/>
                </a:lnTo>
                <a:lnTo>
                  <a:pt x="279" y="56"/>
                </a:lnTo>
                <a:lnTo>
                  <a:pt x="279" y="57"/>
                </a:lnTo>
                <a:lnTo>
                  <a:pt x="279" y="58"/>
                </a:lnTo>
                <a:lnTo>
                  <a:pt x="280" y="58"/>
                </a:lnTo>
                <a:lnTo>
                  <a:pt x="280" y="59"/>
                </a:lnTo>
                <a:lnTo>
                  <a:pt x="281" y="59"/>
                </a:lnTo>
                <a:lnTo>
                  <a:pt x="281" y="60"/>
                </a:lnTo>
                <a:lnTo>
                  <a:pt x="282" y="60"/>
                </a:lnTo>
                <a:lnTo>
                  <a:pt x="282" y="61"/>
                </a:lnTo>
                <a:lnTo>
                  <a:pt x="283" y="61"/>
                </a:lnTo>
                <a:lnTo>
                  <a:pt x="284" y="61"/>
                </a:lnTo>
                <a:lnTo>
                  <a:pt x="284" y="62"/>
                </a:lnTo>
                <a:lnTo>
                  <a:pt x="284" y="63"/>
                </a:lnTo>
                <a:lnTo>
                  <a:pt x="285" y="63"/>
                </a:lnTo>
                <a:lnTo>
                  <a:pt x="285" y="64"/>
                </a:lnTo>
                <a:lnTo>
                  <a:pt x="284" y="64"/>
                </a:lnTo>
                <a:lnTo>
                  <a:pt x="284" y="65"/>
                </a:lnTo>
                <a:lnTo>
                  <a:pt x="285" y="65"/>
                </a:lnTo>
                <a:lnTo>
                  <a:pt x="285" y="66"/>
                </a:lnTo>
                <a:lnTo>
                  <a:pt x="284" y="66"/>
                </a:lnTo>
                <a:lnTo>
                  <a:pt x="284" y="67"/>
                </a:lnTo>
                <a:lnTo>
                  <a:pt x="285" y="67"/>
                </a:lnTo>
                <a:lnTo>
                  <a:pt x="286" y="67"/>
                </a:lnTo>
                <a:lnTo>
                  <a:pt x="287" y="67"/>
                </a:lnTo>
                <a:lnTo>
                  <a:pt x="287" y="68"/>
                </a:lnTo>
                <a:lnTo>
                  <a:pt x="287" y="69"/>
                </a:lnTo>
                <a:lnTo>
                  <a:pt x="288" y="69"/>
                </a:lnTo>
                <a:lnTo>
                  <a:pt x="289" y="69"/>
                </a:lnTo>
                <a:lnTo>
                  <a:pt x="289" y="68"/>
                </a:lnTo>
                <a:lnTo>
                  <a:pt x="290" y="68"/>
                </a:lnTo>
                <a:lnTo>
                  <a:pt x="290" y="69"/>
                </a:lnTo>
                <a:lnTo>
                  <a:pt x="291" y="68"/>
                </a:lnTo>
                <a:lnTo>
                  <a:pt x="292" y="68"/>
                </a:lnTo>
                <a:lnTo>
                  <a:pt x="292" y="67"/>
                </a:lnTo>
                <a:lnTo>
                  <a:pt x="292" y="66"/>
                </a:lnTo>
                <a:lnTo>
                  <a:pt x="293" y="65"/>
                </a:lnTo>
                <a:lnTo>
                  <a:pt x="295" y="65"/>
                </a:lnTo>
                <a:lnTo>
                  <a:pt x="295" y="66"/>
                </a:lnTo>
                <a:lnTo>
                  <a:pt x="294" y="66"/>
                </a:lnTo>
                <a:lnTo>
                  <a:pt x="294" y="67"/>
                </a:lnTo>
                <a:lnTo>
                  <a:pt x="295" y="68"/>
                </a:lnTo>
                <a:lnTo>
                  <a:pt x="296" y="67"/>
                </a:lnTo>
                <a:lnTo>
                  <a:pt x="297" y="67"/>
                </a:lnTo>
                <a:lnTo>
                  <a:pt x="299" y="68"/>
                </a:lnTo>
                <a:lnTo>
                  <a:pt x="300" y="67"/>
                </a:lnTo>
                <a:lnTo>
                  <a:pt x="301" y="68"/>
                </a:lnTo>
                <a:lnTo>
                  <a:pt x="302" y="68"/>
                </a:lnTo>
                <a:lnTo>
                  <a:pt x="302" y="69"/>
                </a:lnTo>
                <a:lnTo>
                  <a:pt x="303" y="69"/>
                </a:lnTo>
                <a:lnTo>
                  <a:pt x="303" y="70"/>
                </a:lnTo>
                <a:lnTo>
                  <a:pt x="304" y="70"/>
                </a:lnTo>
                <a:lnTo>
                  <a:pt x="304" y="72"/>
                </a:lnTo>
                <a:lnTo>
                  <a:pt x="305" y="73"/>
                </a:lnTo>
                <a:lnTo>
                  <a:pt x="306" y="73"/>
                </a:lnTo>
                <a:lnTo>
                  <a:pt x="307" y="73"/>
                </a:lnTo>
                <a:lnTo>
                  <a:pt x="308" y="74"/>
                </a:lnTo>
                <a:lnTo>
                  <a:pt x="308" y="75"/>
                </a:lnTo>
                <a:lnTo>
                  <a:pt x="309" y="75"/>
                </a:lnTo>
                <a:lnTo>
                  <a:pt x="310" y="76"/>
                </a:lnTo>
                <a:lnTo>
                  <a:pt x="311" y="76"/>
                </a:lnTo>
                <a:lnTo>
                  <a:pt x="311" y="77"/>
                </a:lnTo>
                <a:lnTo>
                  <a:pt x="312" y="77"/>
                </a:lnTo>
                <a:lnTo>
                  <a:pt x="313" y="77"/>
                </a:lnTo>
                <a:lnTo>
                  <a:pt x="314" y="77"/>
                </a:lnTo>
                <a:lnTo>
                  <a:pt x="314" y="76"/>
                </a:lnTo>
                <a:lnTo>
                  <a:pt x="314" y="78"/>
                </a:lnTo>
                <a:lnTo>
                  <a:pt x="315" y="78"/>
                </a:lnTo>
                <a:lnTo>
                  <a:pt x="315" y="79"/>
                </a:lnTo>
                <a:lnTo>
                  <a:pt x="316" y="79"/>
                </a:lnTo>
                <a:lnTo>
                  <a:pt x="317" y="79"/>
                </a:lnTo>
                <a:lnTo>
                  <a:pt x="317" y="80"/>
                </a:lnTo>
                <a:lnTo>
                  <a:pt x="318" y="79"/>
                </a:lnTo>
                <a:lnTo>
                  <a:pt x="319" y="79"/>
                </a:lnTo>
                <a:lnTo>
                  <a:pt x="320" y="79"/>
                </a:lnTo>
                <a:lnTo>
                  <a:pt x="320" y="78"/>
                </a:lnTo>
                <a:lnTo>
                  <a:pt x="321" y="78"/>
                </a:lnTo>
                <a:lnTo>
                  <a:pt x="322" y="78"/>
                </a:lnTo>
                <a:lnTo>
                  <a:pt x="323" y="78"/>
                </a:lnTo>
                <a:lnTo>
                  <a:pt x="323" y="79"/>
                </a:lnTo>
                <a:lnTo>
                  <a:pt x="324" y="79"/>
                </a:lnTo>
                <a:lnTo>
                  <a:pt x="324" y="80"/>
                </a:lnTo>
                <a:lnTo>
                  <a:pt x="324" y="82"/>
                </a:lnTo>
                <a:lnTo>
                  <a:pt x="325" y="82"/>
                </a:lnTo>
                <a:lnTo>
                  <a:pt x="325" y="83"/>
                </a:lnTo>
                <a:lnTo>
                  <a:pt x="326" y="83"/>
                </a:lnTo>
                <a:lnTo>
                  <a:pt x="326" y="84"/>
                </a:lnTo>
                <a:lnTo>
                  <a:pt x="327" y="84"/>
                </a:lnTo>
                <a:lnTo>
                  <a:pt x="328" y="84"/>
                </a:lnTo>
                <a:lnTo>
                  <a:pt x="328" y="85"/>
                </a:lnTo>
                <a:lnTo>
                  <a:pt x="329" y="84"/>
                </a:lnTo>
                <a:lnTo>
                  <a:pt x="330" y="84"/>
                </a:lnTo>
                <a:lnTo>
                  <a:pt x="330" y="83"/>
                </a:lnTo>
                <a:lnTo>
                  <a:pt x="330" y="82"/>
                </a:lnTo>
                <a:lnTo>
                  <a:pt x="331" y="82"/>
                </a:lnTo>
                <a:lnTo>
                  <a:pt x="333" y="82"/>
                </a:lnTo>
                <a:lnTo>
                  <a:pt x="333" y="83"/>
                </a:lnTo>
                <a:lnTo>
                  <a:pt x="333" y="84"/>
                </a:lnTo>
                <a:lnTo>
                  <a:pt x="333" y="85"/>
                </a:lnTo>
                <a:lnTo>
                  <a:pt x="333" y="86"/>
                </a:lnTo>
                <a:lnTo>
                  <a:pt x="334" y="86"/>
                </a:lnTo>
                <a:lnTo>
                  <a:pt x="334" y="87"/>
                </a:lnTo>
                <a:lnTo>
                  <a:pt x="334" y="88"/>
                </a:lnTo>
                <a:lnTo>
                  <a:pt x="335" y="88"/>
                </a:lnTo>
                <a:lnTo>
                  <a:pt x="336" y="88"/>
                </a:lnTo>
                <a:lnTo>
                  <a:pt x="336" y="89"/>
                </a:lnTo>
                <a:lnTo>
                  <a:pt x="337" y="89"/>
                </a:lnTo>
                <a:lnTo>
                  <a:pt x="337" y="90"/>
                </a:lnTo>
                <a:lnTo>
                  <a:pt x="338" y="90"/>
                </a:lnTo>
                <a:lnTo>
                  <a:pt x="338" y="89"/>
                </a:lnTo>
                <a:lnTo>
                  <a:pt x="339" y="90"/>
                </a:lnTo>
                <a:lnTo>
                  <a:pt x="339" y="91"/>
                </a:lnTo>
                <a:lnTo>
                  <a:pt x="340" y="91"/>
                </a:lnTo>
                <a:lnTo>
                  <a:pt x="341" y="92"/>
                </a:lnTo>
                <a:lnTo>
                  <a:pt x="342" y="91"/>
                </a:lnTo>
                <a:lnTo>
                  <a:pt x="341" y="91"/>
                </a:lnTo>
                <a:lnTo>
                  <a:pt x="340" y="91"/>
                </a:lnTo>
                <a:lnTo>
                  <a:pt x="341" y="91"/>
                </a:lnTo>
                <a:lnTo>
                  <a:pt x="341" y="90"/>
                </a:lnTo>
                <a:lnTo>
                  <a:pt x="340" y="90"/>
                </a:lnTo>
                <a:lnTo>
                  <a:pt x="340" y="89"/>
                </a:lnTo>
                <a:lnTo>
                  <a:pt x="342" y="89"/>
                </a:lnTo>
                <a:lnTo>
                  <a:pt x="343" y="90"/>
                </a:lnTo>
                <a:lnTo>
                  <a:pt x="342" y="91"/>
                </a:lnTo>
                <a:lnTo>
                  <a:pt x="343" y="91"/>
                </a:lnTo>
                <a:lnTo>
                  <a:pt x="344" y="91"/>
                </a:lnTo>
                <a:lnTo>
                  <a:pt x="344" y="90"/>
                </a:lnTo>
                <a:lnTo>
                  <a:pt x="345" y="90"/>
                </a:lnTo>
                <a:lnTo>
                  <a:pt x="345" y="91"/>
                </a:lnTo>
                <a:lnTo>
                  <a:pt x="346" y="91"/>
                </a:lnTo>
                <a:lnTo>
                  <a:pt x="347" y="91"/>
                </a:lnTo>
                <a:lnTo>
                  <a:pt x="347" y="92"/>
                </a:lnTo>
                <a:lnTo>
                  <a:pt x="348" y="92"/>
                </a:lnTo>
                <a:lnTo>
                  <a:pt x="348" y="93"/>
                </a:lnTo>
                <a:lnTo>
                  <a:pt x="349" y="93"/>
                </a:lnTo>
                <a:lnTo>
                  <a:pt x="349" y="94"/>
                </a:lnTo>
                <a:lnTo>
                  <a:pt x="350" y="94"/>
                </a:lnTo>
                <a:lnTo>
                  <a:pt x="352" y="95"/>
                </a:lnTo>
                <a:lnTo>
                  <a:pt x="353" y="95"/>
                </a:lnTo>
                <a:lnTo>
                  <a:pt x="353" y="96"/>
                </a:lnTo>
                <a:lnTo>
                  <a:pt x="354" y="96"/>
                </a:lnTo>
                <a:lnTo>
                  <a:pt x="354" y="97"/>
                </a:lnTo>
                <a:lnTo>
                  <a:pt x="355" y="97"/>
                </a:lnTo>
                <a:lnTo>
                  <a:pt x="356" y="97"/>
                </a:lnTo>
                <a:lnTo>
                  <a:pt x="357" y="96"/>
                </a:lnTo>
                <a:lnTo>
                  <a:pt x="357" y="95"/>
                </a:lnTo>
                <a:lnTo>
                  <a:pt x="358" y="95"/>
                </a:lnTo>
                <a:lnTo>
                  <a:pt x="359" y="95"/>
                </a:lnTo>
                <a:lnTo>
                  <a:pt x="359" y="94"/>
                </a:lnTo>
                <a:lnTo>
                  <a:pt x="359" y="93"/>
                </a:lnTo>
                <a:lnTo>
                  <a:pt x="360" y="93"/>
                </a:lnTo>
                <a:lnTo>
                  <a:pt x="361" y="93"/>
                </a:lnTo>
                <a:lnTo>
                  <a:pt x="362" y="94"/>
                </a:lnTo>
                <a:lnTo>
                  <a:pt x="362" y="93"/>
                </a:lnTo>
                <a:lnTo>
                  <a:pt x="363" y="93"/>
                </a:lnTo>
                <a:lnTo>
                  <a:pt x="364" y="93"/>
                </a:lnTo>
                <a:lnTo>
                  <a:pt x="364" y="94"/>
                </a:lnTo>
                <a:lnTo>
                  <a:pt x="365" y="94"/>
                </a:lnTo>
                <a:lnTo>
                  <a:pt x="365" y="95"/>
                </a:lnTo>
                <a:lnTo>
                  <a:pt x="366" y="95"/>
                </a:lnTo>
                <a:lnTo>
                  <a:pt x="367" y="95"/>
                </a:lnTo>
                <a:lnTo>
                  <a:pt x="367" y="96"/>
                </a:lnTo>
                <a:lnTo>
                  <a:pt x="368" y="96"/>
                </a:lnTo>
                <a:lnTo>
                  <a:pt x="368" y="95"/>
                </a:lnTo>
                <a:lnTo>
                  <a:pt x="367" y="95"/>
                </a:lnTo>
                <a:lnTo>
                  <a:pt x="367" y="94"/>
                </a:lnTo>
                <a:lnTo>
                  <a:pt x="368" y="93"/>
                </a:lnTo>
                <a:lnTo>
                  <a:pt x="369" y="93"/>
                </a:lnTo>
                <a:lnTo>
                  <a:pt x="369" y="92"/>
                </a:lnTo>
                <a:lnTo>
                  <a:pt x="370" y="92"/>
                </a:lnTo>
                <a:lnTo>
                  <a:pt x="371" y="92"/>
                </a:lnTo>
                <a:lnTo>
                  <a:pt x="372" y="92"/>
                </a:lnTo>
                <a:lnTo>
                  <a:pt x="373" y="92"/>
                </a:lnTo>
                <a:lnTo>
                  <a:pt x="373" y="91"/>
                </a:lnTo>
                <a:lnTo>
                  <a:pt x="374" y="91"/>
                </a:lnTo>
                <a:lnTo>
                  <a:pt x="374" y="92"/>
                </a:lnTo>
                <a:lnTo>
                  <a:pt x="375" y="92"/>
                </a:lnTo>
                <a:lnTo>
                  <a:pt x="375" y="91"/>
                </a:lnTo>
                <a:lnTo>
                  <a:pt x="376" y="91"/>
                </a:lnTo>
                <a:lnTo>
                  <a:pt x="376" y="90"/>
                </a:lnTo>
                <a:lnTo>
                  <a:pt x="376" y="89"/>
                </a:lnTo>
                <a:lnTo>
                  <a:pt x="376" y="90"/>
                </a:lnTo>
                <a:lnTo>
                  <a:pt x="377" y="90"/>
                </a:lnTo>
                <a:lnTo>
                  <a:pt x="378" y="90"/>
                </a:lnTo>
                <a:lnTo>
                  <a:pt x="379" y="91"/>
                </a:lnTo>
                <a:lnTo>
                  <a:pt x="380" y="92"/>
                </a:lnTo>
                <a:lnTo>
                  <a:pt x="380" y="91"/>
                </a:lnTo>
                <a:lnTo>
                  <a:pt x="381" y="91"/>
                </a:lnTo>
                <a:lnTo>
                  <a:pt x="382" y="92"/>
                </a:lnTo>
                <a:lnTo>
                  <a:pt x="383" y="92"/>
                </a:lnTo>
                <a:lnTo>
                  <a:pt x="384" y="93"/>
                </a:lnTo>
                <a:lnTo>
                  <a:pt x="385" y="93"/>
                </a:lnTo>
                <a:lnTo>
                  <a:pt x="385" y="92"/>
                </a:lnTo>
                <a:lnTo>
                  <a:pt x="386" y="92"/>
                </a:lnTo>
                <a:lnTo>
                  <a:pt x="386" y="93"/>
                </a:lnTo>
                <a:lnTo>
                  <a:pt x="387" y="94"/>
                </a:lnTo>
                <a:lnTo>
                  <a:pt x="387" y="93"/>
                </a:lnTo>
                <a:lnTo>
                  <a:pt x="388" y="93"/>
                </a:lnTo>
                <a:lnTo>
                  <a:pt x="388" y="94"/>
                </a:lnTo>
                <a:lnTo>
                  <a:pt x="389" y="94"/>
                </a:lnTo>
                <a:lnTo>
                  <a:pt x="390" y="94"/>
                </a:lnTo>
                <a:lnTo>
                  <a:pt x="391" y="95"/>
                </a:lnTo>
                <a:lnTo>
                  <a:pt x="391" y="94"/>
                </a:lnTo>
                <a:lnTo>
                  <a:pt x="392" y="93"/>
                </a:lnTo>
                <a:lnTo>
                  <a:pt x="393" y="93"/>
                </a:lnTo>
                <a:lnTo>
                  <a:pt x="393" y="94"/>
                </a:lnTo>
                <a:lnTo>
                  <a:pt x="393" y="95"/>
                </a:lnTo>
                <a:lnTo>
                  <a:pt x="394" y="95"/>
                </a:lnTo>
                <a:lnTo>
                  <a:pt x="395" y="95"/>
                </a:lnTo>
                <a:lnTo>
                  <a:pt x="395" y="96"/>
                </a:lnTo>
                <a:lnTo>
                  <a:pt x="395" y="95"/>
                </a:lnTo>
                <a:lnTo>
                  <a:pt x="396" y="95"/>
                </a:lnTo>
                <a:lnTo>
                  <a:pt x="397" y="94"/>
                </a:lnTo>
                <a:lnTo>
                  <a:pt x="398" y="94"/>
                </a:lnTo>
                <a:lnTo>
                  <a:pt x="399" y="94"/>
                </a:lnTo>
                <a:lnTo>
                  <a:pt x="399" y="93"/>
                </a:lnTo>
                <a:lnTo>
                  <a:pt x="400" y="93"/>
                </a:lnTo>
                <a:lnTo>
                  <a:pt x="401" y="93"/>
                </a:lnTo>
                <a:lnTo>
                  <a:pt x="402" y="93"/>
                </a:lnTo>
                <a:lnTo>
                  <a:pt x="402" y="92"/>
                </a:lnTo>
                <a:lnTo>
                  <a:pt x="403" y="92"/>
                </a:lnTo>
                <a:lnTo>
                  <a:pt x="403" y="91"/>
                </a:lnTo>
                <a:lnTo>
                  <a:pt x="404" y="91"/>
                </a:lnTo>
                <a:lnTo>
                  <a:pt x="405" y="91"/>
                </a:lnTo>
                <a:lnTo>
                  <a:pt x="405" y="90"/>
                </a:lnTo>
                <a:lnTo>
                  <a:pt x="406" y="90"/>
                </a:lnTo>
                <a:lnTo>
                  <a:pt x="406" y="91"/>
                </a:lnTo>
                <a:lnTo>
                  <a:pt x="406" y="92"/>
                </a:lnTo>
                <a:lnTo>
                  <a:pt x="407" y="92"/>
                </a:lnTo>
                <a:lnTo>
                  <a:pt x="407" y="91"/>
                </a:lnTo>
                <a:lnTo>
                  <a:pt x="408" y="90"/>
                </a:lnTo>
                <a:lnTo>
                  <a:pt x="409" y="90"/>
                </a:lnTo>
                <a:lnTo>
                  <a:pt x="409" y="91"/>
                </a:lnTo>
                <a:lnTo>
                  <a:pt x="410" y="91"/>
                </a:lnTo>
                <a:lnTo>
                  <a:pt x="411" y="91"/>
                </a:lnTo>
                <a:lnTo>
                  <a:pt x="412" y="92"/>
                </a:lnTo>
                <a:lnTo>
                  <a:pt x="413" y="92"/>
                </a:lnTo>
                <a:lnTo>
                  <a:pt x="413" y="91"/>
                </a:lnTo>
                <a:lnTo>
                  <a:pt x="414" y="90"/>
                </a:lnTo>
                <a:lnTo>
                  <a:pt x="414" y="91"/>
                </a:lnTo>
                <a:lnTo>
                  <a:pt x="414" y="92"/>
                </a:lnTo>
                <a:lnTo>
                  <a:pt x="414" y="93"/>
                </a:lnTo>
                <a:lnTo>
                  <a:pt x="415" y="93"/>
                </a:lnTo>
                <a:lnTo>
                  <a:pt x="416" y="93"/>
                </a:lnTo>
                <a:lnTo>
                  <a:pt x="416" y="92"/>
                </a:lnTo>
                <a:lnTo>
                  <a:pt x="417" y="91"/>
                </a:lnTo>
                <a:lnTo>
                  <a:pt x="417" y="90"/>
                </a:lnTo>
                <a:lnTo>
                  <a:pt x="416" y="90"/>
                </a:lnTo>
                <a:lnTo>
                  <a:pt x="416" y="89"/>
                </a:lnTo>
                <a:lnTo>
                  <a:pt x="417" y="89"/>
                </a:lnTo>
                <a:lnTo>
                  <a:pt x="417" y="88"/>
                </a:lnTo>
                <a:lnTo>
                  <a:pt x="418" y="88"/>
                </a:lnTo>
                <a:lnTo>
                  <a:pt x="419" y="88"/>
                </a:lnTo>
                <a:lnTo>
                  <a:pt x="419" y="87"/>
                </a:lnTo>
                <a:lnTo>
                  <a:pt x="420" y="87"/>
                </a:lnTo>
                <a:lnTo>
                  <a:pt x="421" y="88"/>
                </a:lnTo>
                <a:lnTo>
                  <a:pt x="422" y="89"/>
                </a:lnTo>
                <a:lnTo>
                  <a:pt x="423" y="90"/>
                </a:lnTo>
                <a:lnTo>
                  <a:pt x="424" y="90"/>
                </a:lnTo>
                <a:lnTo>
                  <a:pt x="425" y="90"/>
                </a:lnTo>
                <a:lnTo>
                  <a:pt x="427" y="90"/>
                </a:lnTo>
                <a:lnTo>
                  <a:pt x="427" y="91"/>
                </a:lnTo>
                <a:lnTo>
                  <a:pt x="427" y="92"/>
                </a:lnTo>
                <a:lnTo>
                  <a:pt x="428" y="92"/>
                </a:lnTo>
                <a:lnTo>
                  <a:pt x="430" y="92"/>
                </a:lnTo>
                <a:lnTo>
                  <a:pt x="431" y="92"/>
                </a:lnTo>
                <a:lnTo>
                  <a:pt x="431" y="91"/>
                </a:lnTo>
                <a:lnTo>
                  <a:pt x="431" y="90"/>
                </a:lnTo>
                <a:lnTo>
                  <a:pt x="431" y="89"/>
                </a:lnTo>
                <a:lnTo>
                  <a:pt x="431" y="88"/>
                </a:lnTo>
                <a:lnTo>
                  <a:pt x="432" y="88"/>
                </a:lnTo>
                <a:lnTo>
                  <a:pt x="432" y="87"/>
                </a:lnTo>
                <a:lnTo>
                  <a:pt x="433" y="87"/>
                </a:lnTo>
                <a:lnTo>
                  <a:pt x="433" y="88"/>
                </a:lnTo>
                <a:lnTo>
                  <a:pt x="434" y="87"/>
                </a:lnTo>
                <a:lnTo>
                  <a:pt x="435" y="86"/>
                </a:lnTo>
                <a:lnTo>
                  <a:pt x="436" y="86"/>
                </a:lnTo>
                <a:lnTo>
                  <a:pt x="436" y="87"/>
                </a:lnTo>
                <a:lnTo>
                  <a:pt x="438" y="87"/>
                </a:lnTo>
                <a:lnTo>
                  <a:pt x="438" y="88"/>
                </a:lnTo>
                <a:lnTo>
                  <a:pt x="438" y="89"/>
                </a:lnTo>
                <a:lnTo>
                  <a:pt x="439" y="90"/>
                </a:lnTo>
                <a:lnTo>
                  <a:pt x="440" y="90"/>
                </a:lnTo>
                <a:lnTo>
                  <a:pt x="441" y="91"/>
                </a:lnTo>
                <a:lnTo>
                  <a:pt x="442" y="91"/>
                </a:lnTo>
                <a:lnTo>
                  <a:pt x="442" y="92"/>
                </a:lnTo>
                <a:lnTo>
                  <a:pt x="443" y="92"/>
                </a:lnTo>
                <a:lnTo>
                  <a:pt x="443" y="93"/>
                </a:lnTo>
                <a:lnTo>
                  <a:pt x="444" y="93"/>
                </a:lnTo>
                <a:lnTo>
                  <a:pt x="443" y="93"/>
                </a:lnTo>
                <a:lnTo>
                  <a:pt x="443" y="94"/>
                </a:lnTo>
                <a:lnTo>
                  <a:pt x="444" y="94"/>
                </a:lnTo>
                <a:lnTo>
                  <a:pt x="445" y="95"/>
                </a:lnTo>
                <a:lnTo>
                  <a:pt x="446" y="95"/>
                </a:lnTo>
                <a:lnTo>
                  <a:pt x="447" y="95"/>
                </a:lnTo>
                <a:lnTo>
                  <a:pt x="447" y="96"/>
                </a:lnTo>
                <a:lnTo>
                  <a:pt x="446" y="97"/>
                </a:lnTo>
                <a:lnTo>
                  <a:pt x="446" y="98"/>
                </a:lnTo>
                <a:lnTo>
                  <a:pt x="447" y="98"/>
                </a:lnTo>
                <a:lnTo>
                  <a:pt x="448" y="99"/>
                </a:lnTo>
                <a:lnTo>
                  <a:pt x="448" y="100"/>
                </a:lnTo>
                <a:lnTo>
                  <a:pt x="449" y="101"/>
                </a:lnTo>
                <a:lnTo>
                  <a:pt x="450" y="100"/>
                </a:lnTo>
                <a:lnTo>
                  <a:pt x="451" y="100"/>
                </a:lnTo>
                <a:lnTo>
                  <a:pt x="452" y="101"/>
                </a:lnTo>
                <a:lnTo>
                  <a:pt x="453" y="101"/>
                </a:lnTo>
                <a:lnTo>
                  <a:pt x="453" y="102"/>
                </a:lnTo>
                <a:lnTo>
                  <a:pt x="454" y="102"/>
                </a:lnTo>
                <a:lnTo>
                  <a:pt x="454" y="103"/>
                </a:lnTo>
                <a:lnTo>
                  <a:pt x="455" y="103"/>
                </a:lnTo>
                <a:lnTo>
                  <a:pt x="456" y="102"/>
                </a:lnTo>
                <a:lnTo>
                  <a:pt x="457" y="102"/>
                </a:lnTo>
                <a:lnTo>
                  <a:pt x="458" y="101"/>
                </a:lnTo>
                <a:lnTo>
                  <a:pt x="459" y="101"/>
                </a:lnTo>
                <a:lnTo>
                  <a:pt x="459" y="100"/>
                </a:lnTo>
                <a:lnTo>
                  <a:pt x="460" y="100"/>
                </a:lnTo>
                <a:lnTo>
                  <a:pt x="461" y="100"/>
                </a:lnTo>
                <a:lnTo>
                  <a:pt x="461" y="99"/>
                </a:lnTo>
                <a:lnTo>
                  <a:pt x="463" y="98"/>
                </a:lnTo>
                <a:lnTo>
                  <a:pt x="464" y="97"/>
                </a:lnTo>
                <a:lnTo>
                  <a:pt x="465" y="97"/>
                </a:lnTo>
                <a:lnTo>
                  <a:pt x="466" y="97"/>
                </a:lnTo>
                <a:lnTo>
                  <a:pt x="467" y="97"/>
                </a:lnTo>
                <a:lnTo>
                  <a:pt x="467" y="98"/>
                </a:lnTo>
                <a:lnTo>
                  <a:pt x="466" y="98"/>
                </a:lnTo>
                <a:lnTo>
                  <a:pt x="466" y="99"/>
                </a:lnTo>
                <a:lnTo>
                  <a:pt x="467" y="99"/>
                </a:lnTo>
                <a:lnTo>
                  <a:pt x="468" y="100"/>
                </a:lnTo>
                <a:lnTo>
                  <a:pt x="469" y="100"/>
                </a:lnTo>
                <a:lnTo>
                  <a:pt x="468" y="100"/>
                </a:lnTo>
                <a:lnTo>
                  <a:pt x="468" y="99"/>
                </a:lnTo>
                <a:lnTo>
                  <a:pt x="467" y="99"/>
                </a:lnTo>
                <a:lnTo>
                  <a:pt x="467" y="98"/>
                </a:lnTo>
                <a:lnTo>
                  <a:pt x="467" y="97"/>
                </a:lnTo>
                <a:lnTo>
                  <a:pt x="468" y="96"/>
                </a:lnTo>
                <a:lnTo>
                  <a:pt x="469" y="96"/>
                </a:lnTo>
                <a:lnTo>
                  <a:pt x="470" y="95"/>
                </a:lnTo>
                <a:lnTo>
                  <a:pt x="472" y="95"/>
                </a:lnTo>
                <a:lnTo>
                  <a:pt x="472" y="94"/>
                </a:lnTo>
                <a:lnTo>
                  <a:pt x="471" y="94"/>
                </a:lnTo>
                <a:lnTo>
                  <a:pt x="470" y="94"/>
                </a:lnTo>
                <a:lnTo>
                  <a:pt x="470" y="93"/>
                </a:lnTo>
                <a:lnTo>
                  <a:pt x="471" y="93"/>
                </a:lnTo>
                <a:lnTo>
                  <a:pt x="472" y="94"/>
                </a:lnTo>
                <a:lnTo>
                  <a:pt x="473" y="94"/>
                </a:lnTo>
                <a:lnTo>
                  <a:pt x="473" y="92"/>
                </a:lnTo>
                <a:lnTo>
                  <a:pt x="474" y="91"/>
                </a:lnTo>
                <a:lnTo>
                  <a:pt x="475" y="90"/>
                </a:lnTo>
                <a:lnTo>
                  <a:pt x="475" y="89"/>
                </a:lnTo>
                <a:lnTo>
                  <a:pt x="476" y="88"/>
                </a:lnTo>
                <a:lnTo>
                  <a:pt x="477" y="89"/>
                </a:lnTo>
                <a:lnTo>
                  <a:pt x="477" y="88"/>
                </a:lnTo>
                <a:lnTo>
                  <a:pt x="477" y="87"/>
                </a:lnTo>
                <a:lnTo>
                  <a:pt x="477" y="88"/>
                </a:lnTo>
                <a:lnTo>
                  <a:pt x="478" y="88"/>
                </a:lnTo>
                <a:lnTo>
                  <a:pt x="479" y="88"/>
                </a:lnTo>
                <a:lnTo>
                  <a:pt x="480" y="88"/>
                </a:lnTo>
                <a:lnTo>
                  <a:pt x="481" y="89"/>
                </a:lnTo>
                <a:lnTo>
                  <a:pt x="481" y="88"/>
                </a:lnTo>
                <a:lnTo>
                  <a:pt x="482" y="88"/>
                </a:lnTo>
                <a:lnTo>
                  <a:pt x="483" y="89"/>
                </a:lnTo>
                <a:lnTo>
                  <a:pt x="483" y="90"/>
                </a:lnTo>
                <a:lnTo>
                  <a:pt x="484" y="90"/>
                </a:lnTo>
                <a:lnTo>
                  <a:pt x="485" y="91"/>
                </a:lnTo>
                <a:lnTo>
                  <a:pt x="485" y="92"/>
                </a:lnTo>
                <a:lnTo>
                  <a:pt x="484" y="92"/>
                </a:lnTo>
                <a:lnTo>
                  <a:pt x="484" y="93"/>
                </a:lnTo>
                <a:lnTo>
                  <a:pt x="484" y="94"/>
                </a:lnTo>
                <a:lnTo>
                  <a:pt x="485" y="94"/>
                </a:lnTo>
                <a:lnTo>
                  <a:pt x="485" y="93"/>
                </a:lnTo>
                <a:lnTo>
                  <a:pt x="486" y="93"/>
                </a:lnTo>
                <a:lnTo>
                  <a:pt x="486" y="94"/>
                </a:lnTo>
                <a:lnTo>
                  <a:pt x="486" y="95"/>
                </a:lnTo>
                <a:lnTo>
                  <a:pt x="485" y="95"/>
                </a:lnTo>
                <a:lnTo>
                  <a:pt x="485" y="96"/>
                </a:lnTo>
                <a:lnTo>
                  <a:pt x="485" y="97"/>
                </a:lnTo>
                <a:lnTo>
                  <a:pt x="485" y="98"/>
                </a:lnTo>
                <a:lnTo>
                  <a:pt x="486" y="98"/>
                </a:lnTo>
                <a:lnTo>
                  <a:pt x="486" y="99"/>
                </a:lnTo>
                <a:lnTo>
                  <a:pt x="487" y="99"/>
                </a:lnTo>
                <a:lnTo>
                  <a:pt x="487" y="100"/>
                </a:lnTo>
                <a:lnTo>
                  <a:pt x="485" y="101"/>
                </a:lnTo>
                <a:lnTo>
                  <a:pt x="484" y="101"/>
                </a:lnTo>
                <a:lnTo>
                  <a:pt x="484" y="102"/>
                </a:lnTo>
                <a:lnTo>
                  <a:pt x="485" y="103"/>
                </a:lnTo>
                <a:lnTo>
                  <a:pt x="485" y="104"/>
                </a:lnTo>
                <a:lnTo>
                  <a:pt x="484" y="104"/>
                </a:lnTo>
                <a:lnTo>
                  <a:pt x="483" y="104"/>
                </a:lnTo>
                <a:lnTo>
                  <a:pt x="483" y="105"/>
                </a:lnTo>
                <a:lnTo>
                  <a:pt x="484" y="106"/>
                </a:lnTo>
                <a:lnTo>
                  <a:pt x="484" y="107"/>
                </a:lnTo>
                <a:lnTo>
                  <a:pt x="485" y="108"/>
                </a:lnTo>
                <a:lnTo>
                  <a:pt x="485" y="109"/>
                </a:lnTo>
                <a:lnTo>
                  <a:pt x="486" y="110"/>
                </a:lnTo>
                <a:lnTo>
                  <a:pt x="486" y="109"/>
                </a:lnTo>
                <a:lnTo>
                  <a:pt x="487" y="109"/>
                </a:lnTo>
                <a:lnTo>
                  <a:pt x="487" y="110"/>
                </a:lnTo>
                <a:lnTo>
                  <a:pt x="487" y="111"/>
                </a:lnTo>
                <a:lnTo>
                  <a:pt x="488" y="112"/>
                </a:lnTo>
                <a:lnTo>
                  <a:pt x="487" y="112"/>
                </a:lnTo>
                <a:lnTo>
                  <a:pt x="486" y="113"/>
                </a:lnTo>
                <a:lnTo>
                  <a:pt x="486" y="114"/>
                </a:lnTo>
                <a:lnTo>
                  <a:pt x="485" y="114"/>
                </a:lnTo>
                <a:lnTo>
                  <a:pt x="485" y="115"/>
                </a:lnTo>
                <a:lnTo>
                  <a:pt x="486" y="115"/>
                </a:lnTo>
                <a:lnTo>
                  <a:pt x="486" y="116"/>
                </a:lnTo>
                <a:lnTo>
                  <a:pt x="486" y="117"/>
                </a:lnTo>
                <a:lnTo>
                  <a:pt x="485" y="118"/>
                </a:lnTo>
                <a:lnTo>
                  <a:pt x="484" y="119"/>
                </a:lnTo>
                <a:lnTo>
                  <a:pt x="483" y="119"/>
                </a:lnTo>
                <a:lnTo>
                  <a:pt x="484" y="119"/>
                </a:lnTo>
                <a:lnTo>
                  <a:pt x="483" y="118"/>
                </a:lnTo>
                <a:lnTo>
                  <a:pt x="482" y="118"/>
                </a:lnTo>
                <a:lnTo>
                  <a:pt x="482" y="119"/>
                </a:lnTo>
                <a:lnTo>
                  <a:pt x="482" y="120"/>
                </a:lnTo>
                <a:lnTo>
                  <a:pt x="483" y="121"/>
                </a:lnTo>
                <a:lnTo>
                  <a:pt x="482" y="122"/>
                </a:lnTo>
                <a:lnTo>
                  <a:pt x="483" y="122"/>
                </a:lnTo>
                <a:lnTo>
                  <a:pt x="483" y="123"/>
                </a:lnTo>
                <a:lnTo>
                  <a:pt x="484" y="123"/>
                </a:lnTo>
                <a:lnTo>
                  <a:pt x="485" y="124"/>
                </a:lnTo>
                <a:lnTo>
                  <a:pt x="485" y="125"/>
                </a:lnTo>
                <a:lnTo>
                  <a:pt x="486" y="125"/>
                </a:lnTo>
                <a:lnTo>
                  <a:pt x="487" y="126"/>
                </a:lnTo>
                <a:lnTo>
                  <a:pt x="487" y="125"/>
                </a:lnTo>
                <a:lnTo>
                  <a:pt x="487" y="126"/>
                </a:lnTo>
                <a:lnTo>
                  <a:pt x="488" y="126"/>
                </a:lnTo>
                <a:lnTo>
                  <a:pt x="488" y="127"/>
                </a:lnTo>
                <a:lnTo>
                  <a:pt x="488" y="128"/>
                </a:lnTo>
                <a:lnTo>
                  <a:pt x="487" y="129"/>
                </a:lnTo>
                <a:lnTo>
                  <a:pt x="486" y="129"/>
                </a:lnTo>
                <a:lnTo>
                  <a:pt x="486" y="130"/>
                </a:lnTo>
                <a:lnTo>
                  <a:pt x="485" y="130"/>
                </a:lnTo>
                <a:lnTo>
                  <a:pt x="485" y="131"/>
                </a:lnTo>
                <a:lnTo>
                  <a:pt x="485" y="132"/>
                </a:lnTo>
                <a:lnTo>
                  <a:pt x="486" y="133"/>
                </a:lnTo>
                <a:lnTo>
                  <a:pt x="487" y="133"/>
                </a:lnTo>
                <a:lnTo>
                  <a:pt x="488" y="133"/>
                </a:lnTo>
                <a:lnTo>
                  <a:pt x="489" y="133"/>
                </a:lnTo>
                <a:lnTo>
                  <a:pt x="490" y="134"/>
                </a:lnTo>
                <a:lnTo>
                  <a:pt x="490" y="135"/>
                </a:lnTo>
                <a:lnTo>
                  <a:pt x="490" y="136"/>
                </a:lnTo>
                <a:lnTo>
                  <a:pt x="489" y="138"/>
                </a:lnTo>
                <a:lnTo>
                  <a:pt x="490" y="138"/>
                </a:lnTo>
                <a:lnTo>
                  <a:pt x="491" y="139"/>
                </a:lnTo>
                <a:lnTo>
                  <a:pt x="492" y="139"/>
                </a:lnTo>
                <a:lnTo>
                  <a:pt x="492" y="140"/>
                </a:lnTo>
                <a:lnTo>
                  <a:pt x="492" y="141"/>
                </a:lnTo>
                <a:lnTo>
                  <a:pt x="492" y="142"/>
                </a:lnTo>
                <a:lnTo>
                  <a:pt x="492" y="143"/>
                </a:lnTo>
                <a:lnTo>
                  <a:pt x="492" y="144"/>
                </a:lnTo>
                <a:lnTo>
                  <a:pt x="493" y="144"/>
                </a:lnTo>
                <a:lnTo>
                  <a:pt x="492" y="144"/>
                </a:lnTo>
                <a:lnTo>
                  <a:pt x="492" y="145"/>
                </a:lnTo>
                <a:lnTo>
                  <a:pt x="493" y="146"/>
                </a:lnTo>
                <a:lnTo>
                  <a:pt x="494" y="147"/>
                </a:lnTo>
                <a:lnTo>
                  <a:pt x="495" y="146"/>
                </a:lnTo>
                <a:lnTo>
                  <a:pt x="495" y="147"/>
                </a:lnTo>
                <a:lnTo>
                  <a:pt x="496" y="147"/>
                </a:lnTo>
                <a:lnTo>
                  <a:pt x="497" y="146"/>
                </a:lnTo>
                <a:lnTo>
                  <a:pt x="498" y="146"/>
                </a:lnTo>
                <a:lnTo>
                  <a:pt x="498" y="145"/>
                </a:lnTo>
                <a:lnTo>
                  <a:pt x="499" y="144"/>
                </a:lnTo>
                <a:lnTo>
                  <a:pt x="500" y="143"/>
                </a:lnTo>
                <a:lnTo>
                  <a:pt x="501" y="143"/>
                </a:lnTo>
                <a:lnTo>
                  <a:pt x="501" y="144"/>
                </a:lnTo>
                <a:lnTo>
                  <a:pt x="502" y="145"/>
                </a:lnTo>
                <a:lnTo>
                  <a:pt x="503" y="145"/>
                </a:lnTo>
                <a:lnTo>
                  <a:pt x="503" y="146"/>
                </a:lnTo>
                <a:lnTo>
                  <a:pt x="503" y="147"/>
                </a:lnTo>
                <a:lnTo>
                  <a:pt x="503" y="148"/>
                </a:lnTo>
                <a:lnTo>
                  <a:pt x="502" y="149"/>
                </a:lnTo>
                <a:lnTo>
                  <a:pt x="503" y="149"/>
                </a:lnTo>
                <a:lnTo>
                  <a:pt x="503" y="151"/>
                </a:lnTo>
                <a:lnTo>
                  <a:pt x="503" y="152"/>
                </a:lnTo>
                <a:lnTo>
                  <a:pt x="504" y="152"/>
                </a:lnTo>
                <a:lnTo>
                  <a:pt x="504" y="153"/>
                </a:lnTo>
                <a:lnTo>
                  <a:pt x="504" y="154"/>
                </a:lnTo>
                <a:lnTo>
                  <a:pt x="505" y="154"/>
                </a:lnTo>
                <a:lnTo>
                  <a:pt x="505" y="155"/>
                </a:lnTo>
                <a:lnTo>
                  <a:pt x="505" y="156"/>
                </a:lnTo>
                <a:lnTo>
                  <a:pt x="506" y="156"/>
                </a:lnTo>
                <a:lnTo>
                  <a:pt x="508" y="155"/>
                </a:lnTo>
                <a:lnTo>
                  <a:pt x="508" y="154"/>
                </a:lnTo>
                <a:lnTo>
                  <a:pt x="509" y="154"/>
                </a:lnTo>
                <a:lnTo>
                  <a:pt x="510" y="154"/>
                </a:lnTo>
                <a:lnTo>
                  <a:pt x="511" y="154"/>
                </a:lnTo>
                <a:lnTo>
                  <a:pt x="512" y="154"/>
                </a:lnTo>
                <a:lnTo>
                  <a:pt x="513" y="154"/>
                </a:lnTo>
                <a:lnTo>
                  <a:pt x="513" y="153"/>
                </a:lnTo>
                <a:lnTo>
                  <a:pt x="514" y="153"/>
                </a:lnTo>
                <a:lnTo>
                  <a:pt x="515" y="153"/>
                </a:lnTo>
                <a:lnTo>
                  <a:pt x="516" y="152"/>
                </a:lnTo>
                <a:lnTo>
                  <a:pt x="516" y="151"/>
                </a:lnTo>
                <a:lnTo>
                  <a:pt x="517" y="151"/>
                </a:lnTo>
                <a:lnTo>
                  <a:pt x="518" y="151"/>
                </a:lnTo>
                <a:lnTo>
                  <a:pt x="518" y="150"/>
                </a:lnTo>
                <a:lnTo>
                  <a:pt x="518" y="149"/>
                </a:lnTo>
                <a:lnTo>
                  <a:pt x="519" y="148"/>
                </a:lnTo>
                <a:lnTo>
                  <a:pt x="519" y="147"/>
                </a:lnTo>
                <a:lnTo>
                  <a:pt x="520" y="147"/>
                </a:lnTo>
                <a:lnTo>
                  <a:pt x="521" y="147"/>
                </a:lnTo>
                <a:lnTo>
                  <a:pt x="522" y="147"/>
                </a:lnTo>
                <a:lnTo>
                  <a:pt x="522" y="146"/>
                </a:lnTo>
                <a:lnTo>
                  <a:pt x="523" y="146"/>
                </a:lnTo>
                <a:lnTo>
                  <a:pt x="524" y="146"/>
                </a:lnTo>
                <a:lnTo>
                  <a:pt x="525" y="146"/>
                </a:lnTo>
                <a:lnTo>
                  <a:pt x="525" y="147"/>
                </a:lnTo>
                <a:lnTo>
                  <a:pt x="526" y="147"/>
                </a:lnTo>
                <a:lnTo>
                  <a:pt x="527" y="147"/>
                </a:lnTo>
                <a:lnTo>
                  <a:pt x="527" y="148"/>
                </a:lnTo>
                <a:lnTo>
                  <a:pt x="528" y="148"/>
                </a:lnTo>
                <a:lnTo>
                  <a:pt x="528" y="147"/>
                </a:lnTo>
                <a:lnTo>
                  <a:pt x="528" y="148"/>
                </a:lnTo>
                <a:lnTo>
                  <a:pt x="529" y="149"/>
                </a:lnTo>
                <a:lnTo>
                  <a:pt x="529" y="150"/>
                </a:lnTo>
                <a:lnTo>
                  <a:pt x="530" y="150"/>
                </a:lnTo>
                <a:lnTo>
                  <a:pt x="530" y="151"/>
                </a:lnTo>
                <a:lnTo>
                  <a:pt x="531" y="151"/>
                </a:lnTo>
                <a:lnTo>
                  <a:pt x="531" y="152"/>
                </a:lnTo>
                <a:lnTo>
                  <a:pt x="532" y="153"/>
                </a:lnTo>
                <a:lnTo>
                  <a:pt x="532" y="154"/>
                </a:lnTo>
                <a:lnTo>
                  <a:pt x="533" y="155"/>
                </a:lnTo>
                <a:lnTo>
                  <a:pt x="534" y="156"/>
                </a:lnTo>
                <a:lnTo>
                  <a:pt x="535" y="156"/>
                </a:lnTo>
                <a:lnTo>
                  <a:pt x="536" y="156"/>
                </a:lnTo>
                <a:lnTo>
                  <a:pt x="537" y="156"/>
                </a:lnTo>
                <a:lnTo>
                  <a:pt x="538" y="156"/>
                </a:lnTo>
                <a:lnTo>
                  <a:pt x="539" y="156"/>
                </a:lnTo>
                <a:lnTo>
                  <a:pt x="540" y="156"/>
                </a:lnTo>
                <a:lnTo>
                  <a:pt x="541" y="157"/>
                </a:lnTo>
                <a:lnTo>
                  <a:pt x="542" y="157"/>
                </a:lnTo>
                <a:lnTo>
                  <a:pt x="543" y="156"/>
                </a:lnTo>
                <a:lnTo>
                  <a:pt x="544" y="156"/>
                </a:lnTo>
                <a:lnTo>
                  <a:pt x="545" y="157"/>
                </a:lnTo>
                <a:lnTo>
                  <a:pt x="545" y="158"/>
                </a:lnTo>
                <a:lnTo>
                  <a:pt x="546" y="158"/>
                </a:lnTo>
                <a:lnTo>
                  <a:pt x="547" y="158"/>
                </a:lnTo>
                <a:lnTo>
                  <a:pt x="547" y="159"/>
                </a:lnTo>
                <a:lnTo>
                  <a:pt x="548" y="159"/>
                </a:lnTo>
                <a:lnTo>
                  <a:pt x="548" y="158"/>
                </a:lnTo>
                <a:lnTo>
                  <a:pt x="548" y="157"/>
                </a:lnTo>
                <a:lnTo>
                  <a:pt x="548" y="158"/>
                </a:lnTo>
                <a:lnTo>
                  <a:pt x="549" y="158"/>
                </a:lnTo>
                <a:lnTo>
                  <a:pt x="549" y="157"/>
                </a:lnTo>
                <a:lnTo>
                  <a:pt x="550" y="157"/>
                </a:lnTo>
                <a:lnTo>
                  <a:pt x="551" y="157"/>
                </a:lnTo>
                <a:lnTo>
                  <a:pt x="552" y="157"/>
                </a:lnTo>
                <a:lnTo>
                  <a:pt x="552" y="158"/>
                </a:lnTo>
                <a:lnTo>
                  <a:pt x="553" y="157"/>
                </a:lnTo>
                <a:lnTo>
                  <a:pt x="553" y="156"/>
                </a:lnTo>
                <a:lnTo>
                  <a:pt x="552" y="156"/>
                </a:lnTo>
                <a:lnTo>
                  <a:pt x="552" y="157"/>
                </a:lnTo>
                <a:lnTo>
                  <a:pt x="552" y="156"/>
                </a:lnTo>
                <a:lnTo>
                  <a:pt x="553" y="155"/>
                </a:lnTo>
                <a:lnTo>
                  <a:pt x="553" y="154"/>
                </a:lnTo>
                <a:lnTo>
                  <a:pt x="554" y="154"/>
                </a:lnTo>
                <a:lnTo>
                  <a:pt x="554" y="155"/>
                </a:lnTo>
                <a:lnTo>
                  <a:pt x="554" y="156"/>
                </a:lnTo>
                <a:lnTo>
                  <a:pt x="555" y="156"/>
                </a:lnTo>
                <a:lnTo>
                  <a:pt x="555" y="157"/>
                </a:lnTo>
                <a:lnTo>
                  <a:pt x="556" y="157"/>
                </a:lnTo>
                <a:lnTo>
                  <a:pt x="556" y="156"/>
                </a:lnTo>
                <a:lnTo>
                  <a:pt x="557" y="156"/>
                </a:lnTo>
                <a:lnTo>
                  <a:pt x="557" y="155"/>
                </a:lnTo>
                <a:lnTo>
                  <a:pt x="557" y="154"/>
                </a:lnTo>
                <a:lnTo>
                  <a:pt x="558" y="155"/>
                </a:lnTo>
                <a:lnTo>
                  <a:pt x="560" y="155"/>
                </a:lnTo>
                <a:lnTo>
                  <a:pt x="560" y="156"/>
                </a:lnTo>
                <a:lnTo>
                  <a:pt x="560" y="157"/>
                </a:lnTo>
                <a:lnTo>
                  <a:pt x="560" y="158"/>
                </a:lnTo>
                <a:lnTo>
                  <a:pt x="560" y="159"/>
                </a:lnTo>
                <a:lnTo>
                  <a:pt x="559" y="159"/>
                </a:lnTo>
                <a:lnTo>
                  <a:pt x="559" y="160"/>
                </a:lnTo>
                <a:lnTo>
                  <a:pt x="560" y="160"/>
                </a:lnTo>
                <a:lnTo>
                  <a:pt x="559" y="160"/>
                </a:lnTo>
                <a:lnTo>
                  <a:pt x="559" y="161"/>
                </a:lnTo>
                <a:lnTo>
                  <a:pt x="560" y="161"/>
                </a:lnTo>
                <a:lnTo>
                  <a:pt x="560" y="162"/>
                </a:lnTo>
                <a:lnTo>
                  <a:pt x="559" y="162"/>
                </a:lnTo>
                <a:lnTo>
                  <a:pt x="559" y="163"/>
                </a:lnTo>
                <a:lnTo>
                  <a:pt x="559" y="164"/>
                </a:lnTo>
                <a:lnTo>
                  <a:pt x="558" y="165"/>
                </a:lnTo>
                <a:lnTo>
                  <a:pt x="559" y="165"/>
                </a:lnTo>
                <a:lnTo>
                  <a:pt x="558" y="166"/>
                </a:lnTo>
                <a:lnTo>
                  <a:pt x="557" y="166"/>
                </a:lnTo>
                <a:lnTo>
                  <a:pt x="557" y="167"/>
                </a:lnTo>
                <a:lnTo>
                  <a:pt x="557" y="168"/>
                </a:lnTo>
                <a:lnTo>
                  <a:pt x="557" y="169"/>
                </a:lnTo>
                <a:lnTo>
                  <a:pt x="556" y="169"/>
                </a:lnTo>
                <a:lnTo>
                  <a:pt x="557" y="170"/>
                </a:lnTo>
                <a:lnTo>
                  <a:pt x="556" y="170"/>
                </a:lnTo>
                <a:lnTo>
                  <a:pt x="556" y="171"/>
                </a:lnTo>
                <a:lnTo>
                  <a:pt x="557" y="171"/>
                </a:lnTo>
                <a:lnTo>
                  <a:pt x="557" y="172"/>
                </a:lnTo>
                <a:lnTo>
                  <a:pt x="557" y="173"/>
                </a:lnTo>
                <a:lnTo>
                  <a:pt x="557" y="174"/>
                </a:lnTo>
                <a:lnTo>
                  <a:pt x="557" y="175"/>
                </a:lnTo>
                <a:lnTo>
                  <a:pt x="558" y="175"/>
                </a:lnTo>
                <a:lnTo>
                  <a:pt x="557" y="175"/>
                </a:lnTo>
                <a:lnTo>
                  <a:pt x="558" y="175"/>
                </a:lnTo>
                <a:lnTo>
                  <a:pt x="558" y="176"/>
                </a:lnTo>
                <a:lnTo>
                  <a:pt x="559" y="176"/>
                </a:lnTo>
                <a:lnTo>
                  <a:pt x="559" y="175"/>
                </a:lnTo>
                <a:lnTo>
                  <a:pt x="560" y="176"/>
                </a:lnTo>
                <a:lnTo>
                  <a:pt x="560" y="175"/>
                </a:lnTo>
                <a:lnTo>
                  <a:pt x="561" y="174"/>
                </a:lnTo>
                <a:lnTo>
                  <a:pt x="562" y="174"/>
                </a:lnTo>
                <a:lnTo>
                  <a:pt x="563" y="173"/>
                </a:lnTo>
                <a:lnTo>
                  <a:pt x="564" y="173"/>
                </a:lnTo>
                <a:lnTo>
                  <a:pt x="565" y="173"/>
                </a:lnTo>
                <a:lnTo>
                  <a:pt x="565" y="174"/>
                </a:lnTo>
                <a:lnTo>
                  <a:pt x="566" y="174"/>
                </a:lnTo>
                <a:lnTo>
                  <a:pt x="566" y="175"/>
                </a:lnTo>
                <a:lnTo>
                  <a:pt x="567" y="175"/>
                </a:lnTo>
                <a:lnTo>
                  <a:pt x="567" y="176"/>
                </a:lnTo>
                <a:lnTo>
                  <a:pt x="567" y="177"/>
                </a:lnTo>
                <a:lnTo>
                  <a:pt x="568" y="177"/>
                </a:lnTo>
                <a:lnTo>
                  <a:pt x="570" y="177"/>
                </a:lnTo>
                <a:lnTo>
                  <a:pt x="570" y="178"/>
                </a:lnTo>
                <a:lnTo>
                  <a:pt x="570" y="179"/>
                </a:lnTo>
                <a:lnTo>
                  <a:pt x="571" y="179"/>
                </a:lnTo>
                <a:lnTo>
                  <a:pt x="572" y="179"/>
                </a:lnTo>
                <a:lnTo>
                  <a:pt x="572" y="180"/>
                </a:lnTo>
                <a:lnTo>
                  <a:pt x="573" y="180"/>
                </a:lnTo>
                <a:lnTo>
                  <a:pt x="573" y="179"/>
                </a:lnTo>
                <a:lnTo>
                  <a:pt x="574" y="179"/>
                </a:lnTo>
                <a:lnTo>
                  <a:pt x="575" y="180"/>
                </a:lnTo>
                <a:lnTo>
                  <a:pt x="575" y="179"/>
                </a:lnTo>
                <a:lnTo>
                  <a:pt x="576" y="180"/>
                </a:lnTo>
                <a:lnTo>
                  <a:pt x="577" y="180"/>
                </a:lnTo>
                <a:lnTo>
                  <a:pt x="578" y="180"/>
                </a:lnTo>
                <a:lnTo>
                  <a:pt x="578" y="179"/>
                </a:lnTo>
                <a:lnTo>
                  <a:pt x="578" y="180"/>
                </a:lnTo>
                <a:lnTo>
                  <a:pt x="577" y="180"/>
                </a:lnTo>
                <a:lnTo>
                  <a:pt x="577" y="179"/>
                </a:lnTo>
                <a:lnTo>
                  <a:pt x="578" y="179"/>
                </a:lnTo>
                <a:lnTo>
                  <a:pt x="578" y="180"/>
                </a:lnTo>
                <a:lnTo>
                  <a:pt x="577" y="180"/>
                </a:lnTo>
                <a:lnTo>
                  <a:pt x="577" y="181"/>
                </a:lnTo>
                <a:lnTo>
                  <a:pt x="577" y="182"/>
                </a:lnTo>
                <a:lnTo>
                  <a:pt x="578" y="182"/>
                </a:lnTo>
                <a:lnTo>
                  <a:pt x="578" y="183"/>
                </a:lnTo>
                <a:lnTo>
                  <a:pt x="577" y="183"/>
                </a:lnTo>
                <a:lnTo>
                  <a:pt x="578" y="183"/>
                </a:lnTo>
                <a:lnTo>
                  <a:pt x="578" y="184"/>
                </a:lnTo>
                <a:lnTo>
                  <a:pt x="579" y="184"/>
                </a:lnTo>
                <a:lnTo>
                  <a:pt x="580" y="184"/>
                </a:lnTo>
                <a:lnTo>
                  <a:pt x="581" y="184"/>
                </a:lnTo>
                <a:lnTo>
                  <a:pt x="581" y="185"/>
                </a:lnTo>
                <a:lnTo>
                  <a:pt x="582" y="185"/>
                </a:lnTo>
                <a:lnTo>
                  <a:pt x="582" y="186"/>
                </a:lnTo>
                <a:lnTo>
                  <a:pt x="583" y="186"/>
                </a:lnTo>
                <a:lnTo>
                  <a:pt x="583" y="185"/>
                </a:lnTo>
                <a:lnTo>
                  <a:pt x="584" y="185"/>
                </a:lnTo>
                <a:lnTo>
                  <a:pt x="584" y="184"/>
                </a:lnTo>
                <a:lnTo>
                  <a:pt x="585" y="184"/>
                </a:lnTo>
                <a:lnTo>
                  <a:pt x="586" y="184"/>
                </a:lnTo>
                <a:lnTo>
                  <a:pt x="586" y="185"/>
                </a:lnTo>
                <a:lnTo>
                  <a:pt x="587" y="185"/>
                </a:lnTo>
                <a:lnTo>
                  <a:pt x="588" y="185"/>
                </a:lnTo>
                <a:lnTo>
                  <a:pt x="588" y="184"/>
                </a:lnTo>
                <a:lnTo>
                  <a:pt x="589" y="184"/>
                </a:lnTo>
                <a:lnTo>
                  <a:pt x="590" y="184"/>
                </a:lnTo>
                <a:lnTo>
                  <a:pt x="591" y="184"/>
                </a:lnTo>
                <a:lnTo>
                  <a:pt x="591" y="185"/>
                </a:lnTo>
                <a:lnTo>
                  <a:pt x="592" y="185"/>
                </a:lnTo>
                <a:lnTo>
                  <a:pt x="592" y="184"/>
                </a:lnTo>
                <a:lnTo>
                  <a:pt x="593" y="183"/>
                </a:lnTo>
                <a:lnTo>
                  <a:pt x="594" y="183"/>
                </a:lnTo>
                <a:lnTo>
                  <a:pt x="594" y="182"/>
                </a:lnTo>
                <a:lnTo>
                  <a:pt x="595" y="182"/>
                </a:lnTo>
                <a:lnTo>
                  <a:pt x="595" y="183"/>
                </a:lnTo>
                <a:lnTo>
                  <a:pt x="595" y="184"/>
                </a:lnTo>
                <a:lnTo>
                  <a:pt x="596" y="184"/>
                </a:lnTo>
                <a:lnTo>
                  <a:pt x="596" y="185"/>
                </a:lnTo>
                <a:lnTo>
                  <a:pt x="597" y="185"/>
                </a:lnTo>
                <a:lnTo>
                  <a:pt x="597" y="184"/>
                </a:lnTo>
                <a:lnTo>
                  <a:pt x="598" y="183"/>
                </a:lnTo>
                <a:lnTo>
                  <a:pt x="598" y="182"/>
                </a:lnTo>
                <a:lnTo>
                  <a:pt x="598" y="181"/>
                </a:lnTo>
                <a:lnTo>
                  <a:pt x="599" y="180"/>
                </a:lnTo>
                <a:lnTo>
                  <a:pt x="599" y="179"/>
                </a:lnTo>
                <a:lnTo>
                  <a:pt x="600" y="179"/>
                </a:lnTo>
                <a:lnTo>
                  <a:pt x="600" y="180"/>
                </a:lnTo>
                <a:lnTo>
                  <a:pt x="601" y="180"/>
                </a:lnTo>
                <a:lnTo>
                  <a:pt x="602" y="180"/>
                </a:lnTo>
                <a:lnTo>
                  <a:pt x="603" y="181"/>
                </a:lnTo>
                <a:lnTo>
                  <a:pt x="604" y="181"/>
                </a:lnTo>
                <a:lnTo>
                  <a:pt x="605" y="181"/>
                </a:lnTo>
                <a:lnTo>
                  <a:pt x="606" y="181"/>
                </a:lnTo>
                <a:lnTo>
                  <a:pt x="606" y="180"/>
                </a:lnTo>
                <a:lnTo>
                  <a:pt x="608" y="179"/>
                </a:lnTo>
                <a:lnTo>
                  <a:pt x="607" y="178"/>
                </a:lnTo>
                <a:lnTo>
                  <a:pt x="607" y="177"/>
                </a:lnTo>
                <a:lnTo>
                  <a:pt x="607" y="176"/>
                </a:lnTo>
                <a:lnTo>
                  <a:pt x="606" y="176"/>
                </a:lnTo>
                <a:lnTo>
                  <a:pt x="607" y="175"/>
                </a:lnTo>
                <a:lnTo>
                  <a:pt x="608" y="174"/>
                </a:lnTo>
                <a:lnTo>
                  <a:pt x="609" y="174"/>
                </a:lnTo>
                <a:lnTo>
                  <a:pt x="609" y="173"/>
                </a:lnTo>
                <a:lnTo>
                  <a:pt x="609" y="172"/>
                </a:lnTo>
                <a:lnTo>
                  <a:pt x="608" y="172"/>
                </a:lnTo>
                <a:lnTo>
                  <a:pt x="609" y="172"/>
                </a:lnTo>
                <a:lnTo>
                  <a:pt x="610" y="171"/>
                </a:lnTo>
                <a:lnTo>
                  <a:pt x="611" y="171"/>
                </a:lnTo>
                <a:lnTo>
                  <a:pt x="612" y="171"/>
                </a:lnTo>
                <a:lnTo>
                  <a:pt x="613" y="171"/>
                </a:lnTo>
                <a:lnTo>
                  <a:pt x="613" y="172"/>
                </a:lnTo>
                <a:lnTo>
                  <a:pt x="613" y="173"/>
                </a:lnTo>
                <a:lnTo>
                  <a:pt x="613" y="174"/>
                </a:lnTo>
                <a:lnTo>
                  <a:pt x="614" y="174"/>
                </a:lnTo>
                <a:lnTo>
                  <a:pt x="614" y="175"/>
                </a:lnTo>
                <a:lnTo>
                  <a:pt x="615" y="175"/>
                </a:lnTo>
                <a:lnTo>
                  <a:pt x="614" y="175"/>
                </a:lnTo>
                <a:lnTo>
                  <a:pt x="616" y="175"/>
                </a:lnTo>
                <a:lnTo>
                  <a:pt x="616" y="176"/>
                </a:lnTo>
                <a:lnTo>
                  <a:pt x="617" y="176"/>
                </a:lnTo>
                <a:lnTo>
                  <a:pt x="618" y="176"/>
                </a:lnTo>
                <a:lnTo>
                  <a:pt x="618" y="177"/>
                </a:lnTo>
                <a:lnTo>
                  <a:pt x="618" y="178"/>
                </a:lnTo>
                <a:lnTo>
                  <a:pt x="618" y="179"/>
                </a:lnTo>
                <a:lnTo>
                  <a:pt x="617" y="180"/>
                </a:lnTo>
                <a:lnTo>
                  <a:pt x="617" y="181"/>
                </a:lnTo>
                <a:lnTo>
                  <a:pt x="617" y="182"/>
                </a:lnTo>
                <a:lnTo>
                  <a:pt x="616" y="182"/>
                </a:lnTo>
                <a:lnTo>
                  <a:pt x="616" y="183"/>
                </a:lnTo>
                <a:lnTo>
                  <a:pt x="617" y="183"/>
                </a:lnTo>
                <a:lnTo>
                  <a:pt x="617" y="184"/>
                </a:lnTo>
                <a:lnTo>
                  <a:pt x="617" y="185"/>
                </a:lnTo>
                <a:lnTo>
                  <a:pt x="617" y="186"/>
                </a:lnTo>
                <a:lnTo>
                  <a:pt x="616" y="187"/>
                </a:lnTo>
                <a:lnTo>
                  <a:pt x="616" y="188"/>
                </a:lnTo>
                <a:lnTo>
                  <a:pt x="617" y="188"/>
                </a:lnTo>
                <a:lnTo>
                  <a:pt x="617" y="189"/>
                </a:lnTo>
                <a:lnTo>
                  <a:pt x="617" y="190"/>
                </a:lnTo>
                <a:lnTo>
                  <a:pt x="618" y="190"/>
                </a:lnTo>
                <a:lnTo>
                  <a:pt x="618" y="189"/>
                </a:lnTo>
                <a:lnTo>
                  <a:pt x="619" y="189"/>
                </a:lnTo>
                <a:lnTo>
                  <a:pt x="619" y="190"/>
                </a:lnTo>
                <a:lnTo>
                  <a:pt x="620" y="190"/>
                </a:lnTo>
                <a:lnTo>
                  <a:pt x="621" y="191"/>
                </a:lnTo>
                <a:lnTo>
                  <a:pt x="621" y="192"/>
                </a:lnTo>
                <a:lnTo>
                  <a:pt x="620" y="192"/>
                </a:lnTo>
                <a:lnTo>
                  <a:pt x="620" y="193"/>
                </a:lnTo>
                <a:lnTo>
                  <a:pt x="621" y="193"/>
                </a:lnTo>
                <a:lnTo>
                  <a:pt x="622" y="193"/>
                </a:lnTo>
                <a:lnTo>
                  <a:pt x="622" y="192"/>
                </a:lnTo>
                <a:lnTo>
                  <a:pt x="623" y="192"/>
                </a:lnTo>
                <a:lnTo>
                  <a:pt x="624" y="192"/>
                </a:lnTo>
                <a:lnTo>
                  <a:pt x="624" y="193"/>
                </a:lnTo>
                <a:lnTo>
                  <a:pt x="625" y="194"/>
                </a:lnTo>
                <a:lnTo>
                  <a:pt x="626" y="193"/>
                </a:lnTo>
                <a:lnTo>
                  <a:pt x="627" y="193"/>
                </a:lnTo>
                <a:lnTo>
                  <a:pt x="627" y="192"/>
                </a:lnTo>
                <a:lnTo>
                  <a:pt x="628" y="192"/>
                </a:lnTo>
                <a:lnTo>
                  <a:pt x="629" y="192"/>
                </a:lnTo>
                <a:lnTo>
                  <a:pt x="630" y="192"/>
                </a:lnTo>
                <a:lnTo>
                  <a:pt x="631" y="192"/>
                </a:lnTo>
                <a:lnTo>
                  <a:pt x="632" y="192"/>
                </a:lnTo>
                <a:lnTo>
                  <a:pt x="633" y="193"/>
                </a:lnTo>
                <a:lnTo>
                  <a:pt x="632" y="194"/>
                </a:lnTo>
                <a:lnTo>
                  <a:pt x="632" y="195"/>
                </a:lnTo>
                <a:lnTo>
                  <a:pt x="631" y="195"/>
                </a:lnTo>
                <a:lnTo>
                  <a:pt x="632" y="195"/>
                </a:lnTo>
                <a:lnTo>
                  <a:pt x="632" y="196"/>
                </a:lnTo>
                <a:lnTo>
                  <a:pt x="631" y="197"/>
                </a:lnTo>
                <a:lnTo>
                  <a:pt x="632" y="198"/>
                </a:lnTo>
                <a:lnTo>
                  <a:pt x="633" y="198"/>
                </a:lnTo>
                <a:lnTo>
                  <a:pt x="634" y="198"/>
                </a:lnTo>
                <a:lnTo>
                  <a:pt x="634" y="199"/>
                </a:lnTo>
                <a:lnTo>
                  <a:pt x="634" y="198"/>
                </a:lnTo>
                <a:lnTo>
                  <a:pt x="635" y="198"/>
                </a:lnTo>
                <a:lnTo>
                  <a:pt x="635" y="197"/>
                </a:lnTo>
                <a:lnTo>
                  <a:pt x="636" y="198"/>
                </a:lnTo>
                <a:lnTo>
                  <a:pt x="636" y="197"/>
                </a:lnTo>
                <a:lnTo>
                  <a:pt x="637" y="197"/>
                </a:lnTo>
                <a:lnTo>
                  <a:pt x="637" y="198"/>
                </a:lnTo>
                <a:lnTo>
                  <a:pt x="637" y="199"/>
                </a:lnTo>
                <a:lnTo>
                  <a:pt x="637" y="200"/>
                </a:lnTo>
                <a:lnTo>
                  <a:pt x="638" y="201"/>
                </a:lnTo>
                <a:lnTo>
                  <a:pt x="639" y="201"/>
                </a:lnTo>
                <a:lnTo>
                  <a:pt x="639" y="200"/>
                </a:lnTo>
                <a:lnTo>
                  <a:pt x="639" y="201"/>
                </a:lnTo>
                <a:lnTo>
                  <a:pt x="639" y="202"/>
                </a:lnTo>
                <a:lnTo>
                  <a:pt x="639" y="203"/>
                </a:lnTo>
                <a:lnTo>
                  <a:pt x="638" y="203"/>
                </a:lnTo>
                <a:lnTo>
                  <a:pt x="638" y="204"/>
                </a:lnTo>
                <a:lnTo>
                  <a:pt x="639" y="204"/>
                </a:lnTo>
                <a:lnTo>
                  <a:pt x="639" y="205"/>
                </a:lnTo>
                <a:lnTo>
                  <a:pt x="640" y="205"/>
                </a:lnTo>
                <a:lnTo>
                  <a:pt x="640" y="206"/>
                </a:lnTo>
                <a:lnTo>
                  <a:pt x="641" y="206"/>
                </a:lnTo>
                <a:lnTo>
                  <a:pt x="642" y="206"/>
                </a:lnTo>
                <a:lnTo>
                  <a:pt x="643" y="206"/>
                </a:lnTo>
                <a:lnTo>
                  <a:pt x="643" y="205"/>
                </a:lnTo>
                <a:lnTo>
                  <a:pt x="644" y="206"/>
                </a:lnTo>
                <a:lnTo>
                  <a:pt x="645" y="207"/>
                </a:lnTo>
                <a:lnTo>
                  <a:pt x="645" y="208"/>
                </a:lnTo>
                <a:lnTo>
                  <a:pt x="646" y="208"/>
                </a:lnTo>
                <a:lnTo>
                  <a:pt x="646" y="209"/>
                </a:lnTo>
                <a:lnTo>
                  <a:pt x="646" y="210"/>
                </a:lnTo>
                <a:lnTo>
                  <a:pt x="646" y="211"/>
                </a:lnTo>
                <a:lnTo>
                  <a:pt x="646" y="212"/>
                </a:lnTo>
                <a:lnTo>
                  <a:pt x="645" y="212"/>
                </a:lnTo>
                <a:lnTo>
                  <a:pt x="645" y="213"/>
                </a:lnTo>
                <a:lnTo>
                  <a:pt x="646" y="213"/>
                </a:lnTo>
                <a:lnTo>
                  <a:pt x="647" y="214"/>
                </a:lnTo>
                <a:lnTo>
                  <a:pt x="646" y="214"/>
                </a:lnTo>
                <a:lnTo>
                  <a:pt x="647" y="215"/>
                </a:lnTo>
                <a:lnTo>
                  <a:pt x="648" y="215"/>
                </a:lnTo>
                <a:lnTo>
                  <a:pt x="647" y="215"/>
                </a:lnTo>
                <a:lnTo>
                  <a:pt x="647" y="216"/>
                </a:lnTo>
                <a:lnTo>
                  <a:pt x="648" y="216"/>
                </a:lnTo>
                <a:lnTo>
                  <a:pt x="648" y="217"/>
                </a:lnTo>
                <a:lnTo>
                  <a:pt x="649" y="218"/>
                </a:lnTo>
                <a:lnTo>
                  <a:pt x="650" y="218"/>
                </a:lnTo>
                <a:lnTo>
                  <a:pt x="651" y="218"/>
                </a:lnTo>
                <a:lnTo>
                  <a:pt x="651" y="217"/>
                </a:lnTo>
                <a:lnTo>
                  <a:pt x="651" y="216"/>
                </a:lnTo>
                <a:lnTo>
                  <a:pt x="651" y="217"/>
                </a:lnTo>
                <a:lnTo>
                  <a:pt x="652" y="217"/>
                </a:lnTo>
                <a:lnTo>
                  <a:pt x="652" y="216"/>
                </a:lnTo>
                <a:lnTo>
                  <a:pt x="652" y="215"/>
                </a:lnTo>
                <a:lnTo>
                  <a:pt x="653" y="214"/>
                </a:lnTo>
                <a:lnTo>
                  <a:pt x="654" y="214"/>
                </a:lnTo>
                <a:lnTo>
                  <a:pt x="655" y="213"/>
                </a:lnTo>
                <a:lnTo>
                  <a:pt x="655" y="212"/>
                </a:lnTo>
                <a:lnTo>
                  <a:pt x="655" y="211"/>
                </a:lnTo>
                <a:lnTo>
                  <a:pt x="655" y="210"/>
                </a:lnTo>
                <a:lnTo>
                  <a:pt x="656" y="210"/>
                </a:lnTo>
                <a:lnTo>
                  <a:pt x="656" y="211"/>
                </a:lnTo>
                <a:lnTo>
                  <a:pt x="657" y="211"/>
                </a:lnTo>
                <a:lnTo>
                  <a:pt x="657" y="212"/>
                </a:lnTo>
                <a:lnTo>
                  <a:pt x="658" y="211"/>
                </a:lnTo>
                <a:lnTo>
                  <a:pt x="658" y="212"/>
                </a:lnTo>
                <a:lnTo>
                  <a:pt x="660" y="212"/>
                </a:lnTo>
                <a:lnTo>
                  <a:pt x="661" y="212"/>
                </a:lnTo>
                <a:lnTo>
                  <a:pt x="662" y="212"/>
                </a:lnTo>
                <a:lnTo>
                  <a:pt x="662" y="213"/>
                </a:lnTo>
                <a:lnTo>
                  <a:pt x="662" y="214"/>
                </a:lnTo>
                <a:lnTo>
                  <a:pt x="663" y="214"/>
                </a:lnTo>
                <a:lnTo>
                  <a:pt x="664" y="215"/>
                </a:lnTo>
                <a:lnTo>
                  <a:pt x="664" y="216"/>
                </a:lnTo>
                <a:lnTo>
                  <a:pt x="665" y="216"/>
                </a:lnTo>
                <a:lnTo>
                  <a:pt x="664" y="217"/>
                </a:lnTo>
                <a:lnTo>
                  <a:pt x="665" y="217"/>
                </a:lnTo>
                <a:lnTo>
                  <a:pt x="666" y="217"/>
                </a:lnTo>
                <a:lnTo>
                  <a:pt x="666" y="218"/>
                </a:lnTo>
                <a:lnTo>
                  <a:pt x="666" y="219"/>
                </a:lnTo>
                <a:lnTo>
                  <a:pt x="667" y="219"/>
                </a:lnTo>
                <a:lnTo>
                  <a:pt x="667" y="220"/>
                </a:lnTo>
                <a:lnTo>
                  <a:pt x="667" y="221"/>
                </a:lnTo>
                <a:lnTo>
                  <a:pt x="668" y="221"/>
                </a:lnTo>
                <a:lnTo>
                  <a:pt x="667" y="222"/>
                </a:lnTo>
                <a:lnTo>
                  <a:pt x="668" y="222"/>
                </a:lnTo>
                <a:lnTo>
                  <a:pt x="669" y="222"/>
                </a:lnTo>
                <a:lnTo>
                  <a:pt x="669" y="221"/>
                </a:lnTo>
                <a:lnTo>
                  <a:pt x="669" y="220"/>
                </a:lnTo>
                <a:lnTo>
                  <a:pt x="670" y="220"/>
                </a:lnTo>
                <a:lnTo>
                  <a:pt x="671" y="220"/>
                </a:lnTo>
                <a:lnTo>
                  <a:pt x="672" y="220"/>
                </a:lnTo>
                <a:lnTo>
                  <a:pt x="673" y="220"/>
                </a:lnTo>
                <a:lnTo>
                  <a:pt x="674" y="220"/>
                </a:lnTo>
                <a:lnTo>
                  <a:pt x="674" y="219"/>
                </a:lnTo>
                <a:lnTo>
                  <a:pt x="675" y="219"/>
                </a:lnTo>
                <a:lnTo>
                  <a:pt x="675" y="218"/>
                </a:lnTo>
                <a:lnTo>
                  <a:pt x="676" y="218"/>
                </a:lnTo>
                <a:lnTo>
                  <a:pt x="677" y="218"/>
                </a:lnTo>
                <a:lnTo>
                  <a:pt x="678" y="218"/>
                </a:lnTo>
                <a:lnTo>
                  <a:pt x="678" y="219"/>
                </a:lnTo>
                <a:lnTo>
                  <a:pt x="678" y="220"/>
                </a:lnTo>
                <a:lnTo>
                  <a:pt x="679" y="220"/>
                </a:lnTo>
                <a:lnTo>
                  <a:pt x="678" y="221"/>
                </a:lnTo>
                <a:lnTo>
                  <a:pt x="679" y="221"/>
                </a:lnTo>
                <a:lnTo>
                  <a:pt x="679" y="222"/>
                </a:lnTo>
                <a:lnTo>
                  <a:pt x="679" y="223"/>
                </a:lnTo>
                <a:lnTo>
                  <a:pt x="680" y="224"/>
                </a:lnTo>
                <a:lnTo>
                  <a:pt x="681" y="224"/>
                </a:lnTo>
                <a:lnTo>
                  <a:pt x="681" y="225"/>
                </a:lnTo>
                <a:lnTo>
                  <a:pt x="682" y="226"/>
                </a:lnTo>
                <a:lnTo>
                  <a:pt x="683" y="226"/>
                </a:lnTo>
                <a:lnTo>
                  <a:pt x="684" y="226"/>
                </a:lnTo>
                <a:lnTo>
                  <a:pt x="684" y="227"/>
                </a:lnTo>
                <a:lnTo>
                  <a:pt x="683" y="227"/>
                </a:lnTo>
                <a:lnTo>
                  <a:pt x="683" y="228"/>
                </a:lnTo>
                <a:lnTo>
                  <a:pt x="683" y="229"/>
                </a:lnTo>
                <a:lnTo>
                  <a:pt x="684" y="229"/>
                </a:lnTo>
                <a:lnTo>
                  <a:pt x="685" y="229"/>
                </a:lnTo>
                <a:lnTo>
                  <a:pt x="686" y="229"/>
                </a:lnTo>
                <a:lnTo>
                  <a:pt x="687" y="229"/>
                </a:lnTo>
                <a:lnTo>
                  <a:pt x="688" y="229"/>
                </a:lnTo>
                <a:lnTo>
                  <a:pt x="688" y="230"/>
                </a:lnTo>
                <a:lnTo>
                  <a:pt x="689" y="230"/>
                </a:lnTo>
                <a:lnTo>
                  <a:pt x="689" y="229"/>
                </a:lnTo>
                <a:lnTo>
                  <a:pt x="689" y="230"/>
                </a:lnTo>
                <a:lnTo>
                  <a:pt x="689" y="231"/>
                </a:lnTo>
                <a:lnTo>
                  <a:pt x="690" y="232"/>
                </a:lnTo>
                <a:lnTo>
                  <a:pt x="690" y="231"/>
                </a:lnTo>
                <a:lnTo>
                  <a:pt x="691" y="232"/>
                </a:lnTo>
                <a:lnTo>
                  <a:pt x="692" y="231"/>
                </a:lnTo>
                <a:lnTo>
                  <a:pt x="693" y="232"/>
                </a:lnTo>
                <a:lnTo>
                  <a:pt x="693" y="231"/>
                </a:lnTo>
                <a:lnTo>
                  <a:pt x="693" y="232"/>
                </a:lnTo>
                <a:lnTo>
                  <a:pt x="694" y="232"/>
                </a:lnTo>
                <a:lnTo>
                  <a:pt x="693" y="232"/>
                </a:lnTo>
                <a:lnTo>
                  <a:pt x="694" y="233"/>
                </a:lnTo>
                <a:lnTo>
                  <a:pt x="694" y="234"/>
                </a:lnTo>
                <a:lnTo>
                  <a:pt x="694" y="235"/>
                </a:lnTo>
                <a:lnTo>
                  <a:pt x="694" y="236"/>
                </a:lnTo>
                <a:lnTo>
                  <a:pt x="695" y="236"/>
                </a:lnTo>
                <a:lnTo>
                  <a:pt x="695" y="237"/>
                </a:lnTo>
                <a:lnTo>
                  <a:pt x="695" y="238"/>
                </a:lnTo>
                <a:lnTo>
                  <a:pt x="695" y="237"/>
                </a:lnTo>
                <a:lnTo>
                  <a:pt x="694" y="237"/>
                </a:lnTo>
                <a:lnTo>
                  <a:pt x="693" y="237"/>
                </a:lnTo>
                <a:lnTo>
                  <a:pt x="692" y="237"/>
                </a:lnTo>
                <a:lnTo>
                  <a:pt x="692" y="238"/>
                </a:lnTo>
                <a:lnTo>
                  <a:pt x="691" y="238"/>
                </a:lnTo>
                <a:lnTo>
                  <a:pt x="690" y="238"/>
                </a:lnTo>
                <a:lnTo>
                  <a:pt x="689" y="238"/>
                </a:lnTo>
                <a:lnTo>
                  <a:pt x="689" y="239"/>
                </a:lnTo>
                <a:lnTo>
                  <a:pt x="688" y="239"/>
                </a:lnTo>
                <a:lnTo>
                  <a:pt x="688" y="240"/>
                </a:lnTo>
                <a:lnTo>
                  <a:pt x="687" y="240"/>
                </a:lnTo>
                <a:lnTo>
                  <a:pt x="686" y="240"/>
                </a:lnTo>
                <a:lnTo>
                  <a:pt x="686" y="241"/>
                </a:lnTo>
                <a:lnTo>
                  <a:pt x="685" y="241"/>
                </a:lnTo>
                <a:lnTo>
                  <a:pt x="684" y="242"/>
                </a:lnTo>
                <a:lnTo>
                  <a:pt x="684" y="243"/>
                </a:lnTo>
                <a:lnTo>
                  <a:pt x="683" y="243"/>
                </a:lnTo>
                <a:lnTo>
                  <a:pt x="682" y="243"/>
                </a:lnTo>
                <a:lnTo>
                  <a:pt x="682" y="244"/>
                </a:lnTo>
                <a:lnTo>
                  <a:pt x="682" y="245"/>
                </a:lnTo>
                <a:lnTo>
                  <a:pt x="681" y="245"/>
                </a:lnTo>
                <a:lnTo>
                  <a:pt x="681" y="244"/>
                </a:lnTo>
                <a:lnTo>
                  <a:pt x="680" y="244"/>
                </a:lnTo>
                <a:lnTo>
                  <a:pt x="680" y="245"/>
                </a:lnTo>
                <a:lnTo>
                  <a:pt x="679" y="245"/>
                </a:lnTo>
                <a:lnTo>
                  <a:pt x="678" y="245"/>
                </a:lnTo>
                <a:lnTo>
                  <a:pt x="678" y="246"/>
                </a:lnTo>
                <a:lnTo>
                  <a:pt x="677" y="246"/>
                </a:lnTo>
                <a:lnTo>
                  <a:pt x="676" y="247"/>
                </a:lnTo>
                <a:lnTo>
                  <a:pt x="676" y="248"/>
                </a:lnTo>
                <a:lnTo>
                  <a:pt x="675" y="249"/>
                </a:lnTo>
                <a:lnTo>
                  <a:pt x="674" y="250"/>
                </a:lnTo>
                <a:lnTo>
                  <a:pt x="675" y="251"/>
                </a:lnTo>
                <a:lnTo>
                  <a:pt x="676" y="251"/>
                </a:lnTo>
                <a:lnTo>
                  <a:pt x="676" y="252"/>
                </a:lnTo>
                <a:lnTo>
                  <a:pt x="676" y="253"/>
                </a:lnTo>
                <a:lnTo>
                  <a:pt x="676" y="254"/>
                </a:lnTo>
                <a:lnTo>
                  <a:pt x="675" y="254"/>
                </a:lnTo>
                <a:lnTo>
                  <a:pt x="675" y="255"/>
                </a:lnTo>
                <a:lnTo>
                  <a:pt x="676" y="255"/>
                </a:lnTo>
                <a:lnTo>
                  <a:pt x="677" y="255"/>
                </a:lnTo>
                <a:lnTo>
                  <a:pt x="677" y="256"/>
                </a:lnTo>
                <a:lnTo>
                  <a:pt x="676" y="256"/>
                </a:lnTo>
                <a:lnTo>
                  <a:pt x="676" y="257"/>
                </a:lnTo>
                <a:lnTo>
                  <a:pt x="675" y="257"/>
                </a:lnTo>
                <a:lnTo>
                  <a:pt x="675" y="258"/>
                </a:lnTo>
                <a:lnTo>
                  <a:pt x="674" y="258"/>
                </a:lnTo>
                <a:lnTo>
                  <a:pt x="673" y="258"/>
                </a:lnTo>
                <a:lnTo>
                  <a:pt x="672" y="258"/>
                </a:lnTo>
                <a:lnTo>
                  <a:pt x="671" y="258"/>
                </a:lnTo>
                <a:lnTo>
                  <a:pt x="669" y="258"/>
                </a:lnTo>
                <a:lnTo>
                  <a:pt x="668" y="259"/>
                </a:lnTo>
                <a:lnTo>
                  <a:pt x="669" y="259"/>
                </a:lnTo>
                <a:lnTo>
                  <a:pt x="668" y="259"/>
                </a:lnTo>
                <a:lnTo>
                  <a:pt x="668" y="261"/>
                </a:lnTo>
                <a:lnTo>
                  <a:pt x="667" y="262"/>
                </a:lnTo>
                <a:lnTo>
                  <a:pt x="668" y="262"/>
                </a:lnTo>
                <a:lnTo>
                  <a:pt x="667" y="263"/>
                </a:lnTo>
                <a:lnTo>
                  <a:pt x="667" y="264"/>
                </a:lnTo>
                <a:lnTo>
                  <a:pt x="667" y="265"/>
                </a:lnTo>
                <a:lnTo>
                  <a:pt x="668" y="266"/>
                </a:lnTo>
                <a:lnTo>
                  <a:pt x="668" y="267"/>
                </a:lnTo>
                <a:lnTo>
                  <a:pt x="669" y="267"/>
                </a:lnTo>
                <a:lnTo>
                  <a:pt x="670" y="268"/>
                </a:lnTo>
                <a:lnTo>
                  <a:pt x="670" y="269"/>
                </a:lnTo>
                <a:lnTo>
                  <a:pt x="671" y="270"/>
                </a:lnTo>
                <a:lnTo>
                  <a:pt x="672" y="270"/>
                </a:lnTo>
                <a:lnTo>
                  <a:pt x="672" y="271"/>
                </a:lnTo>
                <a:lnTo>
                  <a:pt x="672" y="272"/>
                </a:lnTo>
                <a:lnTo>
                  <a:pt x="671" y="272"/>
                </a:lnTo>
                <a:lnTo>
                  <a:pt x="671" y="273"/>
                </a:lnTo>
                <a:lnTo>
                  <a:pt x="672" y="273"/>
                </a:lnTo>
                <a:lnTo>
                  <a:pt x="672" y="274"/>
                </a:lnTo>
                <a:lnTo>
                  <a:pt x="673" y="274"/>
                </a:lnTo>
                <a:lnTo>
                  <a:pt x="673" y="273"/>
                </a:lnTo>
                <a:lnTo>
                  <a:pt x="674" y="274"/>
                </a:lnTo>
                <a:lnTo>
                  <a:pt x="675" y="274"/>
                </a:lnTo>
                <a:lnTo>
                  <a:pt x="675" y="275"/>
                </a:lnTo>
                <a:lnTo>
                  <a:pt x="676" y="275"/>
                </a:lnTo>
                <a:lnTo>
                  <a:pt x="677" y="276"/>
                </a:lnTo>
                <a:lnTo>
                  <a:pt x="677" y="277"/>
                </a:lnTo>
                <a:lnTo>
                  <a:pt x="678" y="278"/>
                </a:lnTo>
                <a:lnTo>
                  <a:pt x="678" y="279"/>
                </a:lnTo>
                <a:lnTo>
                  <a:pt x="678" y="280"/>
                </a:lnTo>
                <a:lnTo>
                  <a:pt x="679" y="280"/>
                </a:lnTo>
                <a:lnTo>
                  <a:pt x="679" y="281"/>
                </a:lnTo>
                <a:lnTo>
                  <a:pt x="680" y="281"/>
                </a:lnTo>
                <a:lnTo>
                  <a:pt x="680" y="282"/>
                </a:lnTo>
                <a:lnTo>
                  <a:pt x="681" y="282"/>
                </a:lnTo>
                <a:lnTo>
                  <a:pt x="681" y="283"/>
                </a:lnTo>
                <a:lnTo>
                  <a:pt x="680" y="283"/>
                </a:lnTo>
                <a:lnTo>
                  <a:pt x="680" y="284"/>
                </a:lnTo>
                <a:lnTo>
                  <a:pt x="680" y="285"/>
                </a:lnTo>
                <a:lnTo>
                  <a:pt x="679" y="285"/>
                </a:lnTo>
                <a:lnTo>
                  <a:pt x="679" y="286"/>
                </a:lnTo>
                <a:lnTo>
                  <a:pt x="679" y="287"/>
                </a:lnTo>
                <a:lnTo>
                  <a:pt x="679" y="288"/>
                </a:lnTo>
                <a:lnTo>
                  <a:pt x="679" y="289"/>
                </a:lnTo>
                <a:lnTo>
                  <a:pt x="680" y="289"/>
                </a:lnTo>
                <a:lnTo>
                  <a:pt x="680" y="290"/>
                </a:lnTo>
                <a:lnTo>
                  <a:pt x="681" y="290"/>
                </a:lnTo>
                <a:lnTo>
                  <a:pt x="681" y="291"/>
                </a:lnTo>
                <a:lnTo>
                  <a:pt x="683" y="291"/>
                </a:lnTo>
                <a:lnTo>
                  <a:pt x="683" y="292"/>
                </a:lnTo>
                <a:lnTo>
                  <a:pt x="683" y="293"/>
                </a:lnTo>
                <a:lnTo>
                  <a:pt x="682" y="292"/>
                </a:lnTo>
                <a:lnTo>
                  <a:pt x="681" y="293"/>
                </a:lnTo>
                <a:lnTo>
                  <a:pt x="681" y="294"/>
                </a:lnTo>
                <a:lnTo>
                  <a:pt x="680" y="294"/>
                </a:lnTo>
                <a:lnTo>
                  <a:pt x="680" y="295"/>
                </a:lnTo>
                <a:lnTo>
                  <a:pt x="679" y="294"/>
                </a:lnTo>
                <a:lnTo>
                  <a:pt x="679" y="295"/>
                </a:lnTo>
                <a:lnTo>
                  <a:pt x="679" y="296"/>
                </a:lnTo>
                <a:lnTo>
                  <a:pt x="678" y="296"/>
                </a:lnTo>
                <a:lnTo>
                  <a:pt x="678" y="297"/>
                </a:lnTo>
                <a:lnTo>
                  <a:pt x="679" y="298"/>
                </a:lnTo>
                <a:lnTo>
                  <a:pt x="679" y="299"/>
                </a:lnTo>
                <a:lnTo>
                  <a:pt x="680" y="299"/>
                </a:lnTo>
                <a:lnTo>
                  <a:pt x="680" y="300"/>
                </a:lnTo>
                <a:lnTo>
                  <a:pt x="681" y="300"/>
                </a:lnTo>
                <a:lnTo>
                  <a:pt x="681" y="301"/>
                </a:lnTo>
                <a:lnTo>
                  <a:pt x="681" y="302"/>
                </a:lnTo>
                <a:lnTo>
                  <a:pt x="680" y="302"/>
                </a:lnTo>
                <a:lnTo>
                  <a:pt x="680" y="303"/>
                </a:lnTo>
                <a:lnTo>
                  <a:pt x="680" y="304"/>
                </a:lnTo>
                <a:lnTo>
                  <a:pt x="681" y="304"/>
                </a:lnTo>
                <a:lnTo>
                  <a:pt x="682" y="304"/>
                </a:lnTo>
                <a:lnTo>
                  <a:pt x="683" y="304"/>
                </a:lnTo>
                <a:lnTo>
                  <a:pt x="683" y="303"/>
                </a:lnTo>
                <a:lnTo>
                  <a:pt x="683" y="304"/>
                </a:lnTo>
                <a:lnTo>
                  <a:pt x="684" y="304"/>
                </a:lnTo>
                <a:lnTo>
                  <a:pt x="685" y="304"/>
                </a:lnTo>
                <a:lnTo>
                  <a:pt x="686" y="304"/>
                </a:lnTo>
                <a:lnTo>
                  <a:pt x="686" y="305"/>
                </a:lnTo>
                <a:lnTo>
                  <a:pt x="687" y="306"/>
                </a:lnTo>
                <a:lnTo>
                  <a:pt x="687" y="307"/>
                </a:lnTo>
                <a:lnTo>
                  <a:pt x="688" y="307"/>
                </a:lnTo>
                <a:lnTo>
                  <a:pt x="688" y="308"/>
                </a:lnTo>
                <a:lnTo>
                  <a:pt x="687" y="308"/>
                </a:lnTo>
                <a:lnTo>
                  <a:pt x="688" y="308"/>
                </a:lnTo>
                <a:lnTo>
                  <a:pt x="688" y="309"/>
                </a:lnTo>
                <a:lnTo>
                  <a:pt x="689" y="309"/>
                </a:lnTo>
                <a:lnTo>
                  <a:pt x="689" y="310"/>
                </a:lnTo>
                <a:lnTo>
                  <a:pt x="690" y="310"/>
                </a:lnTo>
                <a:lnTo>
                  <a:pt x="689" y="310"/>
                </a:lnTo>
                <a:lnTo>
                  <a:pt x="690" y="311"/>
                </a:lnTo>
                <a:lnTo>
                  <a:pt x="691" y="310"/>
                </a:lnTo>
                <a:lnTo>
                  <a:pt x="691" y="311"/>
                </a:lnTo>
                <a:lnTo>
                  <a:pt x="691" y="312"/>
                </a:lnTo>
                <a:lnTo>
                  <a:pt x="692" y="312"/>
                </a:lnTo>
                <a:lnTo>
                  <a:pt x="693" y="312"/>
                </a:lnTo>
                <a:lnTo>
                  <a:pt x="693" y="313"/>
                </a:lnTo>
                <a:lnTo>
                  <a:pt x="694" y="313"/>
                </a:lnTo>
                <a:lnTo>
                  <a:pt x="694" y="314"/>
                </a:lnTo>
                <a:lnTo>
                  <a:pt x="694" y="315"/>
                </a:lnTo>
                <a:lnTo>
                  <a:pt x="694" y="316"/>
                </a:lnTo>
                <a:lnTo>
                  <a:pt x="693" y="316"/>
                </a:lnTo>
                <a:lnTo>
                  <a:pt x="693" y="317"/>
                </a:lnTo>
                <a:lnTo>
                  <a:pt x="693" y="318"/>
                </a:lnTo>
                <a:lnTo>
                  <a:pt x="694" y="318"/>
                </a:lnTo>
                <a:lnTo>
                  <a:pt x="694" y="319"/>
                </a:lnTo>
                <a:lnTo>
                  <a:pt x="694" y="320"/>
                </a:lnTo>
                <a:lnTo>
                  <a:pt x="694" y="321"/>
                </a:lnTo>
                <a:lnTo>
                  <a:pt x="695" y="321"/>
                </a:lnTo>
                <a:lnTo>
                  <a:pt x="695" y="322"/>
                </a:lnTo>
                <a:lnTo>
                  <a:pt x="696" y="322"/>
                </a:lnTo>
                <a:lnTo>
                  <a:pt x="696" y="323"/>
                </a:lnTo>
                <a:lnTo>
                  <a:pt x="696" y="324"/>
                </a:lnTo>
                <a:lnTo>
                  <a:pt x="696" y="325"/>
                </a:lnTo>
                <a:lnTo>
                  <a:pt x="696" y="326"/>
                </a:lnTo>
                <a:lnTo>
                  <a:pt x="696" y="327"/>
                </a:lnTo>
                <a:lnTo>
                  <a:pt x="696" y="328"/>
                </a:lnTo>
                <a:lnTo>
                  <a:pt x="695" y="328"/>
                </a:lnTo>
                <a:lnTo>
                  <a:pt x="695" y="329"/>
                </a:lnTo>
                <a:lnTo>
                  <a:pt x="695" y="330"/>
                </a:lnTo>
                <a:lnTo>
                  <a:pt x="696" y="330"/>
                </a:lnTo>
                <a:lnTo>
                  <a:pt x="696" y="329"/>
                </a:lnTo>
                <a:lnTo>
                  <a:pt x="696" y="330"/>
                </a:lnTo>
                <a:lnTo>
                  <a:pt x="696" y="331"/>
                </a:lnTo>
                <a:lnTo>
                  <a:pt x="697" y="332"/>
                </a:lnTo>
                <a:lnTo>
                  <a:pt x="696" y="332"/>
                </a:lnTo>
                <a:lnTo>
                  <a:pt x="696" y="333"/>
                </a:lnTo>
                <a:lnTo>
                  <a:pt x="696" y="334"/>
                </a:lnTo>
                <a:lnTo>
                  <a:pt x="696" y="336"/>
                </a:lnTo>
                <a:lnTo>
                  <a:pt x="696" y="337"/>
                </a:lnTo>
                <a:lnTo>
                  <a:pt x="695" y="338"/>
                </a:lnTo>
                <a:lnTo>
                  <a:pt x="695" y="339"/>
                </a:lnTo>
                <a:lnTo>
                  <a:pt x="696" y="339"/>
                </a:lnTo>
                <a:lnTo>
                  <a:pt x="700" y="346"/>
                </a:lnTo>
                <a:lnTo>
                  <a:pt x="700" y="345"/>
                </a:lnTo>
                <a:lnTo>
                  <a:pt x="700" y="346"/>
                </a:lnTo>
                <a:lnTo>
                  <a:pt x="700" y="347"/>
                </a:lnTo>
                <a:lnTo>
                  <a:pt x="701" y="348"/>
                </a:lnTo>
                <a:lnTo>
                  <a:pt x="701" y="349"/>
                </a:lnTo>
                <a:lnTo>
                  <a:pt x="700" y="349"/>
                </a:lnTo>
                <a:lnTo>
                  <a:pt x="700" y="350"/>
                </a:lnTo>
                <a:lnTo>
                  <a:pt x="700" y="351"/>
                </a:lnTo>
                <a:lnTo>
                  <a:pt x="701" y="352"/>
                </a:lnTo>
                <a:lnTo>
                  <a:pt x="701" y="353"/>
                </a:lnTo>
                <a:lnTo>
                  <a:pt x="700" y="353"/>
                </a:lnTo>
                <a:lnTo>
                  <a:pt x="700" y="354"/>
                </a:lnTo>
                <a:lnTo>
                  <a:pt x="699" y="354"/>
                </a:lnTo>
                <a:lnTo>
                  <a:pt x="698" y="355"/>
                </a:lnTo>
                <a:lnTo>
                  <a:pt x="697" y="355"/>
                </a:lnTo>
                <a:lnTo>
                  <a:pt x="696" y="356"/>
                </a:lnTo>
                <a:lnTo>
                  <a:pt x="695" y="357"/>
                </a:lnTo>
                <a:lnTo>
                  <a:pt x="694" y="358"/>
                </a:lnTo>
                <a:lnTo>
                  <a:pt x="694" y="359"/>
                </a:lnTo>
                <a:lnTo>
                  <a:pt x="693" y="359"/>
                </a:lnTo>
                <a:lnTo>
                  <a:pt x="693" y="360"/>
                </a:lnTo>
                <a:lnTo>
                  <a:pt x="692" y="360"/>
                </a:lnTo>
                <a:lnTo>
                  <a:pt x="692" y="361"/>
                </a:lnTo>
                <a:lnTo>
                  <a:pt x="691" y="361"/>
                </a:lnTo>
                <a:lnTo>
                  <a:pt x="690" y="361"/>
                </a:lnTo>
                <a:lnTo>
                  <a:pt x="689" y="362"/>
                </a:lnTo>
                <a:lnTo>
                  <a:pt x="686" y="363"/>
                </a:lnTo>
                <a:lnTo>
                  <a:pt x="685" y="363"/>
                </a:lnTo>
                <a:lnTo>
                  <a:pt x="684" y="363"/>
                </a:lnTo>
                <a:lnTo>
                  <a:pt x="683" y="364"/>
                </a:lnTo>
                <a:lnTo>
                  <a:pt x="682" y="364"/>
                </a:lnTo>
                <a:lnTo>
                  <a:pt x="680" y="363"/>
                </a:lnTo>
                <a:lnTo>
                  <a:pt x="678" y="363"/>
                </a:lnTo>
                <a:lnTo>
                  <a:pt x="677" y="362"/>
                </a:lnTo>
                <a:lnTo>
                  <a:pt x="674" y="361"/>
                </a:lnTo>
                <a:lnTo>
                  <a:pt x="673" y="361"/>
                </a:lnTo>
                <a:lnTo>
                  <a:pt x="673" y="360"/>
                </a:lnTo>
                <a:lnTo>
                  <a:pt x="671" y="359"/>
                </a:lnTo>
                <a:lnTo>
                  <a:pt x="670" y="359"/>
                </a:lnTo>
                <a:lnTo>
                  <a:pt x="670" y="358"/>
                </a:lnTo>
                <a:lnTo>
                  <a:pt x="669" y="357"/>
                </a:lnTo>
                <a:lnTo>
                  <a:pt x="668" y="357"/>
                </a:lnTo>
                <a:lnTo>
                  <a:pt x="667" y="356"/>
                </a:lnTo>
                <a:lnTo>
                  <a:pt x="666" y="355"/>
                </a:lnTo>
                <a:lnTo>
                  <a:pt x="665" y="354"/>
                </a:lnTo>
                <a:lnTo>
                  <a:pt x="664" y="353"/>
                </a:lnTo>
                <a:lnTo>
                  <a:pt x="662" y="352"/>
                </a:lnTo>
                <a:lnTo>
                  <a:pt x="661" y="352"/>
                </a:lnTo>
                <a:lnTo>
                  <a:pt x="660" y="351"/>
                </a:lnTo>
                <a:lnTo>
                  <a:pt x="658" y="351"/>
                </a:lnTo>
                <a:lnTo>
                  <a:pt x="657" y="351"/>
                </a:lnTo>
                <a:lnTo>
                  <a:pt x="656" y="351"/>
                </a:lnTo>
                <a:lnTo>
                  <a:pt x="654" y="352"/>
                </a:lnTo>
                <a:lnTo>
                  <a:pt x="653" y="352"/>
                </a:lnTo>
                <a:lnTo>
                  <a:pt x="652" y="352"/>
                </a:lnTo>
                <a:lnTo>
                  <a:pt x="651" y="352"/>
                </a:lnTo>
                <a:lnTo>
                  <a:pt x="650" y="352"/>
                </a:lnTo>
                <a:lnTo>
                  <a:pt x="649" y="352"/>
                </a:lnTo>
                <a:lnTo>
                  <a:pt x="647" y="352"/>
                </a:lnTo>
                <a:lnTo>
                  <a:pt x="645" y="352"/>
                </a:lnTo>
                <a:lnTo>
                  <a:pt x="644" y="352"/>
                </a:lnTo>
                <a:lnTo>
                  <a:pt x="643" y="352"/>
                </a:lnTo>
                <a:lnTo>
                  <a:pt x="643" y="353"/>
                </a:lnTo>
                <a:lnTo>
                  <a:pt x="642" y="354"/>
                </a:lnTo>
                <a:lnTo>
                  <a:pt x="641" y="354"/>
                </a:lnTo>
                <a:lnTo>
                  <a:pt x="640" y="355"/>
                </a:lnTo>
                <a:lnTo>
                  <a:pt x="639" y="355"/>
                </a:lnTo>
                <a:lnTo>
                  <a:pt x="640" y="355"/>
                </a:lnTo>
                <a:lnTo>
                  <a:pt x="640" y="356"/>
                </a:lnTo>
                <a:lnTo>
                  <a:pt x="640" y="357"/>
                </a:lnTo>
                <a:lnTo>
                  <a:pt x="640" y="358"/>
                </a:lnTo>
                <a:lnTo>
                  <a:pt x="640" y="359"/>
                </a:lnTo>
                <a:lnTo>
                  <a:pt x="639" y="359"/>
                </a:lnTo>
                <a:lnTo>
                  <a:pt x="639" y="360"/>
                </a:lnTo>
                <a:lnTo>
                  <a:pt x="640" y="360"/>
                </a:lnTo>
                <a:lnTo>
                  <a:pt x="640" y="361"/>
                </a:lnTo>
                <a:lnTo>
                  <a:pt x="640" y="362"/>
                </a:lnTo>
                <a:lnTo>
                  <a:pt x="639" y="363"/>
                </a:lnTo>
                <a:lnTo>
                  <a:pt x="638" y="363"/>
                </a:lnTo>
                <a:lnTo>
                  <a:pt x="638" y="364"/>
                </a:lnTo>
                <a:lnTo>
                  <a:pt x="637" y="363"/>
                </a:lnTo>
                <a:lnTo>
                  <a:pt x="637" y="364"/>
                </a:lnTo>
                <a:lnTo>
                  <a:pt x="636" y="365"/>
                </a:lnTo>
                <a:lnTo>
                  <a:pt x="635" y="365"/>
                </a:lnTo>
                <a:lnTo>
                  <a:pt x="635" y="366"/>
                </a:lnTo>
                <a:lnTo>
                  <a:pt x="636" y="366"/>
                </a:lnTo>
                <a:lnTo>
                  <a:pt x="635" y="366"/>
                </a:lnTo>
                <a:lnTo>
                  <a:pt x="635" y="367"/>
                </a:lnTo>
                <a:lnTo>
                  <a:pt x="634" y="368"/>
                </a:lnTo>
                <a:lnTo>
                  <a:pt x="633" y="368"/>
                </a:lnTo>
                <a:lnTo>
                  <a:pt x="633" y="369"/>
                </a:lnTo>
                <a:lnTo>
                  <a:pt x="633" y="368"/>
                </a:lnTo>
                <a:lnTo>
                  <a:pt x="632" y="368"/>
                </a:lnTo>
                <a:lnTo>
                  <a:pt x="631" y="369"/>
                </a:lnTo>
                <a:lnTo>
                  <a:pt x="631" y="370"/>
                </a:lnTo>
                <a:lnTo>
                  <a:pt x="630" y="370"/>
                </a:lnTo>
                <a:lnTo>
                  <a:pt x="630" y="371"/>
                </a:lnTo>
                <a:lnTo>
                  <a:pt x="629" y="371"/>
                </a:lnTo>
                <a:lnTo>
                  <a:pt x="628" y="371"/>
                </a:lnTo>
                <a:lnTo>
                  <a:pt x="627" y="371"/>
                </a:lnTo>
                <a:lnTo>
                  <a:pt x="626" y="371"/>
                </a:lnTo>
                <a:lnTo>
                  <a:pt x="626" y="372"/>
                </a:lnTo>
                <a:lnTo>
                  <a:pt x="626" y="373"/>
                </a:lnTo>
                <a:lnTo>
                  <a:pt x="625" y="372"/>
                </a:lnTo>
                <a:lnTo>
                  <a:pt x="625" y="373"/>
                </a:lnTo>
                <a:lnTo>
                  <a:pt x="624" y="373"/>
                </a:lnTo>
                <a:lnTo>
                  <a:pt x="623" y="374"/>
                </a:lnTo>
                <a:lnTo>
                  <a:pt x="622" y="374"/>
                </a:lnTo>
                <a:lnTo>
                  <a:pt x="621" y="373"/>
                </a:lnTo>
                <a:lnTo>
                  <a:pt x="621" y="372"/>
                </a:lnTo>
                <a:lnTo>
                  <a:pt x="620" y="372"/>
                </a:lnTo>
                <a:lnTo>
                  <a:pt x="621" y="372"/>
                </a:lnTo>
                <a:lnTo>
                  <a:pt x="622" y="371"/>
                </a:lnTo>
                <a:lnTo>
                  <a:pt x="621" y="370"/>
                </a:lnTo>
                <a:lnTo>
                  <a:pt x="620" y="370"/>
                </a:lnTo>
                <a:lnTo>
                  <a:pt x="620" y="371"/>
                </a:lnTo>
                <a:lnTo>
                  <a:pt x="619" y="371"/>
                </a:lnTo>
                <a:lnTo>
                  <a:pt x="618" y="371"/>
                </a:lnTo>
                <a:lnTo>
                  <a:pt x="616" y="371"/>
                </a:lnTo>
                <a:lnTo>
                  <a:pt x="615" y="371"/>
                </a:lnTo>
                <a:lnTo>
                  <a:pt x="614" y="371"/>
                </a:lnTo>
                <a:lnTo>
                  <a:pt x="614" y="370"/>
                </a:lnTo>
                <a:lnTo>
                  <a:pt x="613" y="371"/>
                </a:lnTo>
                <a:lnTo>
                  <a:pt x="613" y="370"/>
                </a:lnTo>
                <a:lnTo>
                  <a:pt x="612" y="370"/>
                </a:lnTo>
                <a:lnTo>
                  <a:pt x="611" y="370"/>
                </a:lnTo>
                <a:lnTo>
                  <a:pt x="610" y="370"/>
                </a:lnTo>
                <a:lnTo>
                  <a:pt x="610" y="369"/>
                </a:lnTo>
                <a:lnTo>
                  <a:pt x="609" y="368"/>
                </a:lnTo>
                <a:lnTo>
                  <a:pt x="610" y="368"/>
                </a:lnTo>
                <a:lnTo>
                  <a:pt x="609" y="368"/>
                </a:lnTo>
                <a:lnTo>
                  <a:pt x="608" y="368"/>
                </a:lnTo>
                <a:lnTo>
                  <a:pt x="607" y="368"/>
                </a:lnTo>
                <a:lnTo>
                  <a:pt x="607" y="369"/>
                </a:lnTo>
                <a:lnTo>
                  <a:pt x="607" y="370"/>
                </a:lnTo>
                <a:lnTo>
                  <a:pt x="608" y="370"/>
                </a:lnTo>
                <a:lnTo>
                  <a:pt x="608" y="371"/>
                </a:lnTo>
                <a:lnTo>
                  <a:pt x="609" y="371"/>
                </a:lnTo>
                <a:lnTo>
                  <a:pt x="610" y="371"/>
                </a:lnTo>
                <a:lnTo>
                  <a:pt x="610" y="372"/>
                </a:lnTo>
                <a:lnTo>
                  <a:pt x="609" y="372"/>
                </a:lnTo>
                <a:lnTo>
                  <a:pt x="609" y="373"/>
                </a:lnTo>
                <a:lnTo>
                  <a:pt x="609" y="374"/>
                </a:lnTo>
                <a:lnTo>
                  <a:pt x="610" y="374"/>
                </a:lnTo>
                <a:lnTo>
                  <a:pt x="609" y="374"/>
                </a:lnTo>
                <a:lnTo>
                  <a:pt x="609" y="375"/>
                </a:lnTo>
                <a:lnTo>
                  <a:pt x="609" y="376"/>
                </a:lnTo>
                <a:lnTo>
                  <a:pt x="608" y="376"/>
                </a:lnTo>
                <a:lnTo>
                  <a:pt x="608" y="377"/>
                </a:lnTo>
                <a:lnTo>
                  <a:pt x="609" y="377"/>
                </a:lnTo>
                <a:lnTo>
                  <a:pt x="610" y="377"/>
                </a:lnTo>
                <a:lnTo>
                  <a:pt x="611" y="376"/>
                </a:lnTo>
                <a:lnTo>
                  <a:pt x="612" y="376"/>
                </a:lnTo>
                <a:lnTo>
                  <a:pt x="613" y="376"/>
                </a:lnTo>
                <a:lnTo>
                  <a:pt x="613" y="377"/>
                </a:lnTo>
                <a:lnTo>
                  <a:pt x="612" y="377"/>
                </a:lnTo>
                <a:lnTo>
                  <a:pt x="611" y="378"/>
                </a:lnTo>
                <a:lnTo>
                  <a:pt x="611" y="379"/>
                </a:lnTo>
                <a:lnTo>
                  <a:pt x="611" y="380"/>
                </a:lnTo>
                <a:lnTo>
                  <a:pt x="611" y="381"/>
                </a:lnTo>
                <a:lnTo>
                  <a:pt x="611" y="382"/>
                </a:lnTo>
                <a:lnTo>
                  <a:pt x="611" y="383"/>
                </a:lnTo>
                <a:lnTo>
                  <a:pt x="610" y="383"/>
                </a:lnTo>
                <a:lnTo>
                  <a:pt x="611" y="384"/>
                </a:lnTo>
                <a:lnTo>
                  <a:pt x="612" y="385"/>
                </a:lnTo>
                <a:lnTo>
                  <a:pt x="611" y="386"/>
                </a:lnTo>
                <a:lnTo>
                  <a:pt x="610" y="385"/>
                </a:lnTo>
                <a:lnTo>
                  <a:pt x="609" y="385"/>
                </a:lnTo>
                <a:lnTo>
                  <a:pt x="607" y="385"/>
                </a:lnTo>
                <a:lnTo>
                  <a:pt x="606" y="384"/>
                </a:lnTo>
                <a:lnTo>
                  <a:pt x="605" y="384"/>
                </a:lnTo>
                <a:lnTo>
                  <a:pt x="605" y="383"/>
                </a:lnTo>
                <a:lnTo>
                  <a:pt x="606" y="383"/>
                </a:lnTo>
                <a:lnTo>
                  <a:pt x="606" y="382"/>
                </a:lnTo>
                <a:lnTo>
                  <a:pt x="606" y="381"/>
                </a:lnTo>
                <a:lnTo>
                  <a:pt x="605" y="380"/>
                </a:lnTo>
                <a:lnTo>
                  <a:pt x="605" y="381"/>
                </a:lnTo>
                <a:lnTo>
                  <a:pt x="604" y="381"/>
                </a:lnTo>
                <a:lnTo>
                  <a:pt x="604" y="380"/>
                </a:lnTo>
                <a:lnTo>
                  <a:pt x="603" y="380"/>
                </a:lnTo>
                <a:lnTo>
                  <a:pt x="602" y="381"/>
                </a:lnTo>
                <a:lnTo>
                  <a:pt x="601" y="381"/>
                </a:lnTo>
                <a:lnTo>
                  <a:pt x="600" y="382"/>
                </a:lnTo>
                <a:lnTo>
                  <a:pt x="600" y="381"/>
                </a:lnTo>
                <a:lnTo>
                  <a:pt x="599" y="381"/>
                </a:lnTo>
                <a:lnTo>
                  <a:pt x="599" y="380"/>
                </a:lnTo>
                <a:lnTo>
                  <a:pt x="598" y="380"/>
                </a:lnTo>
                <a:lnTo>
                  <a:pt x="598" y="379"/>
                </a:lnTo>
                <a:lnTo>
                  <a:pt x="597" y="379"/>
                </a:lnTo>
                <a:lnTo>
                  <a:pt x="597" y="380"/>
                </a:lnTo>
                <a:lnTo>
                  <a:pt x="596" y="380"/>
                </a:lnTo>
                <a:lnTo>
                  <a:pt x="595" y="380"/>
                </a:lnTo>
                <a:lnTo>
                  <a:pt x="595" y="381"/>
                </a:lnTo>
                <a:lnTo>
                  <a:pt x="594" y="381"/>
                </a:lnTo>
                <a:lnTo>
                  <a:pt x="593" y="381"/>
                </a:lnTo>
                <a:lnTo>
                  <a:pt x="593" y="382"/>
                </a:lnTo>
                <a:lnTo>
                  <a:pt x="592" y="383"/>
                </a:lnTo>
                <a:lnTo>
                  <a:pt x="592" y="384"/>
                </a:lnTo>
                <a:lnTo>
                  <a:pt x="593" y="384"/>
                </a:lnTo>
                <a:lnTo>
                  <a:pt x="594" y="384"/>
                </a:lnTo>
                <a:lnTo>
                  <a:pt x="595" y="384"/>
                </a:lnTo>
                <a:lnTo>
                  <a:pt x="595" y="385"/>
                </a:lnTo>
                <a:lnTo>
                  <a:pt x="594" y="385"/>
                </a:lnTo>
                <a:lnTo>
                  <a:pt x="594" y="386"/>
                </a:lnTo>
                <a:lnTo>
                  <a:pt x="593" y="387"/>
                </a:lnTo>
                <a:lnTo>
                  <a:pt x="592" y="387"/>
                </a:lnTo>
                <a:lnTo>
                  <a:pt x="591" y="387"/>
                </a:lnTo>
                <a:lnTo>
                  <a:pt x="591" y="386"/>
                </a:lnTo>
                <a:lnTo>
                  <a:pt x="590" y="386"/>
                </a:lnTo>
                <a:lnTo>
                  <a:pt x="590" y="385"/>
                </a:lnTo>
                <a:lnTo>
                  <a:pt x="591" y="385"/>
                </a:lnTo>
                <a:lnTo>
                  <a:pt x="591" y="384"/>
                </a:lnTo>
                <a:lnTo>
                  <a:pt x="590" y="384"/>
                </a:lnTo>
                <a:lnTo>
                  <a:pt x="590" y="385"/>
                </a:lnTo>
                <a:lnTo>
                  <a:pt x="589" y="385"/>
                </a:lnTo>
                <a:lnTo>
                  <a:pt x="588" y="386"/>
                </a:lnTo>
                <a:lnTo>
                  <a:pt x="589" y="385"/>
                </a:lnTo>
                <a:lnTo>
                  <a:pt x="589" y="384"/>
                </a:lnTo>
                <a:lnTo>
                  <a:pt x="589" y="383"/>
                </a:lnTo>
                <a:lnTo>
                  <a:pt x="588" y="383"/>
                </a:lnTo>
                <a:lnTo>
                  <a:pt x="588" y="384"/>
                </a:lnTo>
                <a:lnTo>
                  <a:pt x="588" y="385"/>
                </a:lnTo>
                <a:lnTo>
                  <a:pt x="587" y="386"/>
                </a:lnTo>
                <a:lnTo>
                  <a:pt x="587" y="387"/>
                </a:lnTo>
                <a:lnTo>
                  <a:pt x="586" y="387"/>
                </a:lnTo>
                <a:lnTo>
                  <a:pt x="586" y="388"/>
                </a:lnTo>
                <a:lnTo>
                  <a:pt x="585" y="388"/>
                </a:lnTo>
                <a:lnTo>
                  <a:pt x="585" y="389"/>
                </a:lnTo>
                <a:lnTo>
                  <a:pt x="585" y="390"/>
                </a:lnTo>
                <a:lnTo>
                  <a:pt x="586" y="390"/>
                </a:lnTo>
                <a:lnTo>
                  <a:pt x="586" y="389"/>
                </a:lnTo>
                <a:lnTo>
                  <a:pt x="586" y="390"/>
                </a:lnTo>
                <a:lnTo>
                  <a:pt x="586" y="391"/>
                </a:lnTo>
                <a:lnTo>
                  <a:pt x="587" y="391"/>
                </a:lnTo>
                <a:lnTo>
                  <a:pt x="587" y="392"/>
                </a:lnTo>
                <a:lnTo>
                  <a:pt x="587" y="393"/>
                </a:lnTo>
                <a:lnTo>
                  <a:pt x="588" y="392"/>
                </a:lnTo>
                <a:lnTo>
                  <a:pt x="589" y="392"/>
                </a:lnTo>
                <a:lnTo>
                  <a:pt x="589" y="391"/>
                </a:lnTo>
                <a:lnTo>
                  <a:pt x="590" y="391"/>
                </a:lnTo>
                <a:lnTo>
                  <a:pt x="590" y="390"/>
                </a:lnTo>
                <a:lnTo>
                  <a:pt x="589" y="390"/>
                </a:lnTo>
                <a:lnTo>
                  <a:pt x="589" y="389"/>
                </a:lnTo>
                <a:lnTo>
                  <a:pt x="590" y="389"/>
                </a:lnTo>
                <a:lnTo>
                  <a:pt x="590" y="388"/>
                </a:lnTo>
                <a:lnTo>
                  <a:pt x="591" y="388"/>
                </a:lnTo>
                <a:lnTo>
                  <a:pt x="592" y="388"/>
                </a:lnTo>
                <a:lnTo>
                  <a:pt x="591" y="389"/>
                </a:lnTo>
                <a:lnTo>
                  <a:pt x="592" y="389"/>
                </a:lnTo>
                <a:lnTo>
                  <a:pt x="591" y="390"/>
                </a:lnTo>
                <a:lnTo>
                  <a:pt x="592" y="390"/>
                </a:lnTo>
                <a:lnTo>
                  <a:pt x="592" y="391"/>
                </a:lnTo>
                <a:lnTo>
                  <a:pt x="591" y="392"/>
                </a:lnTo>
                <a:lnTo>
                  <a:pt x="591" y="393"/>
                </a:lnTo>
                <a:lnTo>
                  <a:pt x="591" y="394"/>
                </a:lnTo>
                <a:lnTo>
                  <a:pt x="591" y="395"/>
                </a:lnTo>
                <a:lnTo>
                  <a:pt x="590" y="395"/>
                </a:lnTo>
                <a:lnTo>
                  <a:pt x="590" y="394"/>
                </a:lnTo>
                <a:lnTo>
                  <a:pt x="589" y="394"/>
                </a:lnTo>
                <a:lnTo>
                  <a:pt x="589" y="395"/>
                </a:lnTo>
                <a:lnTo>
                  <a:pt x="588" y="396"/>
                </a:lnTo>
                <a:lnTo>
                  <a:pt x="589" y="396"/>
                </a:lnTo>
                <a:lnTo>
                  <a:pt x="588" y="396"/>
                </a:lnTo>
                <a:lnTo>
                  <a:pt x="588" y="397"/>
                </a:lnTo>
                <a:lnTo>
                  <a:pt x="587" y="397"/>
                </a:lnTo>
                <a:lnTo>
                  <a:pt x="586" y="397"/>
                </a:lnTo>
                <a:lnTo>
                  <a:pt x="586" y="396"/>
                </a:lnTo>
                <a:lnTo>
                  <a:pt x="585" y="396"/>
                </a:lnTo>
                <a:lnTo>
                  <a:pt x="584" y="396"/>
                </a:lnTo>
                <a:lnTo>
                  <a:pt x="583" y="397"/>
                </a:lnTo>
                <a:lnTo>
                  <a:pt x="582" y="397"/>
                </a:lnTo>
                <a:lnTo>
                  <a:pt x="581" y="398"/>
                </a:lnTo>
                <a:lnTo>
                  <a:pt x="580" y="399"/>
                </a:lnTo>
                <a:lnTo>
                  <a:pt x="579" y="398"/>
                </a:lnTo>
                <a:lnTo>
                  <a:pt x="578" y="398"/>
                </a:lnTo>
                <a:lnTo>
                  <a:pt x="577" y="399"/>
                </a:lnTo>
                <a:lnTo>
                  <a:pt x="576" y="399"/>
                </a:lnTo>
                <a:lnTo>
                  <a:pt x="576" y="400"/>
                </a:lnTo>
                <a:lnTo>
                  <a:pt x="575" y="400"/>
                </a:lnTo>
                <a:lnTo>
                  <a:pt x="574" y="400"/>
                </a:lnTo>
                <a:lnTo>
                  <a:pt x="574" y="399"/>
                </a:lnTo>
                <a:lnTo>
                  <a:pt x="574" y="398"/>
                </a:lnTo>
                <a:lnTo>
                  <a:pt x="574" y="397"/>
                </a:lnTo>
                <a:lnTo>
                  <a:pt x="573" y="397"/>
                </a:lnTo>
                <a:lnTo>
                  <a:pt x="571" y="397"/>
                </a:lnTo>
                <a:lnTo>
                  <a:pt x="570" y="397"/>
                </a:lnTo>
                <a:lnTo>
                  <a:pt x="570" y="398"/>
                </a:lnTo>
                <a:lnTo>
                  <a:pt x="569" y="398"/>
                </a:lnTo>
                <a:lnTo>
                  <a:pt x="568" y="398"/>
                </a:lnTo>
                <a:lnTo>
                  <a:pt x="568" y="397"/>
                </a:lnTo>
                <a:lnTo>
                  <a:pt x="567" y="397"/>
                </a:lnTo>
                <a:lnTo>
                  <a:pt x="567" y="398"/>
                </a:lnTo>
                <a:lnTo>
                  <a:pt x="567" y="397"/>
                </a:lnTo>
                <a:lnTo>
                  <a:pt x="566" y="398"/>
                </a:lnTo>
                <a:lnTo>
                  <a:pt x="565" y="399"/>
                </a:lnTo>
                <a:lnTo>
                  <a:pt x="564" y="399"/>
                </a:lnTo>
                <a:lnTo>
                  <a:pt x="564" y="398"/>
                </a:lnTo>
                <a:lnTo>
                  <a:pt x="563" y="398"/>
                </a:lnTo>
                <a:lnTo>
                  <a:pt x="563" y="399"/>
                </a:lnTo>
                <a:lnTo>
                  <a:pt x="562" y="399"/>
                </a:lnTo>
                <a:lnTo>
                  <a:pt x="562" y="400"/>
                </a:lnTo>
                <a:lnTo>
                  <a:pt x="561" y="401"/>
                </a:lnTo>
                <a:lnTo>
                  <a:pt x="560" y="401"/>
                </a:lnTo>
                <a:lnTo>
                  <a:pt x="560" y="402"/>
                </a:lnTo>
                <a:lnTo>
                  <a:pt x="559" y="402"/>
                </a:lnTo>
                <a:lnTo>
                  <a:pt x="558" y="402"/>
                </a:lnTo>
                <a:lnTo>
                  <a:pt x="557" y="402"/>
                </a:lnTo>
                <a:lnTo>
                  <a:pt x="557" y="403"/>
                </a:lnTo>
                <a:lnTo>
                  <a:pt x="556" y="403"/>
                </a:lnTo>
                <a:lnTo>
                  <a:pt x="556" y="404"/>
                </a:lnTo>
                <a:lnTo>
                  <a:pt x="555" y="404"/>
                </a:lnTo>
                <a:lnTo>
                  <a:pt x="554" y="404"/>
                </a:lnTo>
                <a:lnTo>
                  <a:pt x="553" y="404"/>
                </a:lnTo>
                <a:lnTo>
                  <a:pt x="553" y="405"/>
                </a:lnTo>
                <a:lnTo>
                  <a:pt x="552" y="404"/>
                </a:lnTo>
                <a:lnTo>
                  <a:pt x="551" y="404"/>
                </a:lnTo>
                <a:lnTo>
                  <a:pt x="550" y="404"/>
                </a:lnTo>
                <a:lnTo>
                  <a:pt x="549" y="404"/>
                </a:lnTo>
                <a:lnTo>
                  <a:pt x="549" y="405"/>
                </a:lnTo>
                <a:lnTo>
                  <a:pt x="548" y="404"/>
                </a:lnTo>
                <a:lnTo>
                  <a:pt x="548" y="403"/>
                </a:lnTo>
                <a:lnTo>
                  <a:pt x="547" y="403"/>
                </a:lnTo>
                <a:lnTo>
                  <a:pt x="547" y="402"/>
                </a:lnTo>
                <a:lnTo>
                  <a:pt x="548" y="402"/>
                </a:lnTo>
                <a:lnTo>
                  <a:pt x="547" y="402"/>
                </a:lnTo>
                <a:lnTo>
                  <a:pt x="546" y="403"/>
                </a:lnTo>
                <a:lnTo>
                  <a:pt x="545" y="403"/>
                </a:lnTo>
                <a:lnTo>
                  <a:pt x="544" y="403"/>
                </a:lnTo>
                <a:lnTo>
                  <a:pt x="543" y="403"/>
                </a:lnTo>
                <a:lnTo>
                  <a:pt x="542" y="403"/>
                </a:lnTo>
                <a:lnTo>
                  <a:pt x="542" y="404"/>
                </a:lnTo>
                <a:lnTo>
                  <a:pt x="541" y="405"/>
                </a:lnTo>
                <a:lnTo>
                  <a:pt x="540" y="405"/>
                </a:lnTo>
                <a:lnTo>
                  <a:pt x="540" y="404"/>
                </a:lnTo>
                <a:lnTo>
                  <a:pt x="539" y="404"/>
                </a:lnTo>
                <a:lnTo>
                  <a:pt x="539" y="405"/>
                </a:lnTo>
                <a:lnTo>
                  <a:pt x="539" y="404"/>
                </a:lnTo>
                <a:lnTo>
                  <a:pt x="538" y="404"/>
                </a:lnTo>
                <a:lnTo>
                  <a:pt x="537" y="404"/>
                </a:lnTo>
                <a:lnTo>
                  <a:pt x="537" y="403"/>
                </a:lnTo>
                <a:lnTo>
                  <a:pt x="536" y="401"/>
                </a:lnTo>
                <a:lnTo>
                  <a:pt x="535" y="400"/>
                </a:lnTo>
                <a:lnTo>
                  <a:pt x="534" y="400"/>
                </a:lnTo>
                <a:lnTo>
                  <a:pt x="534" y="401"/>
                </a:lnTo>
                <a:lnTo>
                  <a:pt x="533" y="401"/>
                </a:lnTo>
                <a:lnTo>
                  <a:pt x="532" y="402"/>
                </a:lnTo>
                <a:lnTo>
                  <a:pt x="532" y="401"/>
                </a:lnTo>
                <a:lnTo>
                  <a:pt x="531" y="402"/>
                </a:lnTo>
                <a:lnTo>
                  <a:pt x="530" y="402"/>
                </a:lnTo>
                <a:lnTo>
                  <a:pt x="530" y="403"/>
                </a:lnTo>
                <a:lnTo>
                  <a:pt x="531" y="403"/>
                </a:lnTo>
                <a:lnTo>
                  <a:pt x="530" y="404"/>
                </a:lnTo>
                <a:lnTo>
                  <a:pt x="531" y="404"/>
                </a:lnTo>
                <a:lnTo>
                  <a:pt x="530" y="405"/>
                </a:lnTo>
                <a:lnTo>
                  <a:pt x="530" y="406"/>
                </a:lnTo>
                <a:lnTo>
                  <a:pt x="530" y="407"/>
                </a:lnTo>
                <a:lnTo>
                  <a:pt x="531" y="407"/>
                </a:lnTo>
                <a:lnTo>
                  <a:pt x="531" y="408"/>
                </a:lnTo>
                <a:lnTo>
                  <a:pt x="530" y="408"/>
                </a:lnTo>
                <a:lnTo>
                  <a:pt x="530" y="409"/>
                </a:lnTo>
                <a:lnTo>
                  <a:pt x="530" y="410"/>
                </a:lnTo>
                <a:lnTo>
                  <a:pt x="529" y="410"/>
                </a:lnTo>
                <a:lnTo>
                  <a:pt x="529" y="411"/>
                </a:lnTo>
                <a:lnTo>
                  <a:pt x="530" y="412"/>
                </a:lnTo>
                <a:lnTo>
                  <a:pt x="530" y="413"/>
                </a:lnTo>
                <a:lnTo>
                  <a:pt x="530" y="414"/>
                </a:lnTo>
                <a:lnTo>
                  <a:pt x="529" y="414"/>
                </a:lnTo>
                <a:lnTo>
                  <a:pt x="528" y="414"/>
                </a:lnTo>
                <a:lnTo>
                  <a:pt x="528" y="413"/>
                </a:lnTo>
                <a:lnTo>
                  <a:pt x="527" y="413"/>
                </a:lnTo>
                <a:lnTo>
                  <a:pt x="527" y="414"/>
                </a:lnTo>
                <a:lnTo>
                  <a:pt x="527" y="413"/>
                </a:lnTo>
                <a:lnTo>
                  <a:pt x="527" y="414"/>
                </a:lnTo>
                <a:lnTo>
                  <a:pt x="526" y="414"/>
                </a:lnTo>
                <a:lnTo>
                  <a:pt x="526" y="415"/>
                </a:lnTo>
                <a:lnTo>
                  <a:pt x="525" y="415"/>
                </a:lnTo>
                <a:lnTo>
                  <a:pt x="525" y="414"/>
                </a:lnTo>
                <a:lnTo>
                  <a:pt x="524" y="415"/>
                </a:lnTo>
                <a:lnTo>
                  <a:pt x="523" y="416"/>
                </a:lnTo>
                <a:lnTo>
                  <a:pt x="523" y="415"/>
                </a:lnTo>
                <a:lnTo>
                  <a:pt x="522" y="415"/>
                </a:lnTo>
                <a:lnTo>
                  <a:pt x="521" y="415"/>
                </a:lnTo>
                <a:lnTo>
                  <a:pt x="521" y="416"/>
                </a:lnTo>
                <a:lnTo>
                  <a:pt x="520" y="416"/>
                </a:lnTo>
                <a:lnTo>
                  <a:pt x="519" y="415"/>
                </a:lnTo>
                <a:lnTo>
                  <a:pt x="518" y="416"/>
                </a:lnTo>
                <a:lnTo>
                  <a:pt x="517" y="416"/>
                </a:lnTo>
                <a:lnTo>
                  <a:pt x="516" y="416"/>
                </a:lnTo>
                <a:lnTo>
                  <a:pt x="515" y="416"/>
                </a:lnTo>
                <a:lnTo>
                  <a:pt x="514" y="416"/>
                </a:lnTo>
                <a:lnTo>
                  <a:pt x="514" y="417"/>
                </a:lnTo>
                <a:lnTo>
                  <a:pt x="513" y="417"/>
                </a:lnTo>
                <a:lnTo>
                  <a:pt x="513" y="418"/>
                </a:lnTo>
                <a:lnTo>
                  <a:pt x="513" y="419"/>
                </a:lnTo>
                <a:lnTo>
                  <a:pt x="512" y="419"/>
                </a:lnTo>
                <a:lnTo>
                  <a:pt x="512" y="420"/>
                </a:lnTo>
                <a:lnTo>
                  <a:pt x="511" y="420"/>
                </a:lnTo>
                <a:lnTo>
                  <a:pt x="511" y="421"/>
                </a:lnTo>
                <a:lnTo>
                  <a:pt x="510" y="421"/>
                </a:lnTo>
                <a:lnTo>
                  <a:pt x="509" y="422"/>
                </a:lnTo>
                <a:lnTo>
                  <a:pt x="509" y="423"/>
                </a:lnTo>
                <a:lnTo>
                  <a:pt x="508" y="423"/>
                </a:lnTo>
                <a:lnTo>
                  <a:pt x="508" y="424"/>
                </a:lnTo>
                <a:lnTo>
                  <a:pt x="507" y="424"/>
                </a:lnTo>
                <a:lnTo>
                  <a:pt x="506" y="424"/>
                </a:lnTo>
                <a:lnTo>
                  <a:pt x="506" y="425"/>
                </a:lnTo>
                <a:lnTo>
                  <a:pt x="505" y="426"/>
                </a:lnTo>
                <a:lnTo>
                  <a:pt x="505" y="427"/>
                </a:lnTo>
                <a:lnTo>
                  <a:pt x="504" y="427"/>
                </a:lnTo>
                <a:lnTo>
                  <a:pt x="503" y="427"/>
                </a:lnTo>
                <a:lnTo>
                  <a:pt x="503" y="429"/>
                </a:lnTo>
                <a:lnTo>
                  <a:pt x="503" y="430"/>
                </a:lnTo>
                <a:lnTo>
                  <a:pt x="503" y="431"/>
                </a:lnTo>
                <a:lnTo>
                  <a:pt x="502" y="431"/>
                </a:lnTo>
                <a:lnTo>
                  <a:pt x="502" y="432"/>
                </a:lnTo>
                <a:lnTo>
                  <a:pt x="502" y="433"/>
                </a:lnTo>
                <a:lnTo>
                  <a:pt x="502" y="432"/>
                </a:lnTo>
                <a:lnTo>
                  <a:pt x="502" y="433"/>
                </a:lnTo>
                <a:lnTo>
                  <a:pt x="501" y="433"/>
                </a:lnTo>
                <a:lnTo>
                  <a:pt x="500" y="433"/>
                </a:lnTo>
                <a:lnTo>
                  <a:pt x="500" y="434"/>
                </a:lnTo>
                <a:lnTo>
                  <a:pt x="499" y="434"/>
                </a:lnTo>
                <a:lnTo>
                  <a:pt x="498" y="434"/>
                </a:lnTo>
                <a:lnTo>
                  <a:pt x="497" y="434"/>
                </a:lnTo>
                <a:lnTo>
                  <a:pt x="496" y="434"/>
                </a:lnTo>
                <a:lnTo>
                  <a:pt x="496" y="433"/>
                </a:lnTo>
                <a:lnTo>
                  <a:pt x="496" y="432"/>
                </a:lnTo>
                <a:lnTo>
                  <a:pt x="496" y="431"/>
                </a:lnTo>
                <a:lnTo>
                  <a:pt x="495" y="431"/>
                </a:lnTo>
                <a:lnTo>
                  <a:pt x="494" y="431"/>
                </a:lnTo>
                <a:lnTo>
                  <a:pt x="494" y="432"/>
                </a:lnTo>
                <a:lnTo>
                  <a:pt x="494" y="431"/>
                </a:lnTo>
                <a:lnTo>
                  <a:pt x="493" y="431"/>
                </a:lnTo>
                <a:lnTo>
                  <a:pt x="492" y="431"/>
                </a:lnTo>
                <a:lnTo>
                  <a:pt x="492" y="430"/>
                </a:lnTo>
                <a:lnTo>
                  <a:pt x="492" y="429"/>
                </a:lnTo>
                <a:lnTo>
                  <a:pt x="492" y="428"/>
                </a:lnTo>
                <a:lnTo>
                  <a:pt x="492" y="427"/>
                </a:lnTo>
                <a:lnTo>
                  <a:pt x="491" y="427"/>
                </a:lnTo>
                <a:lnTo>
                  <a:pt x="490" y="427"/>
                </a:lnTo>
                <a:lnTo>
                  <a:pt x="489" y="427"/>
                </a:lnTo>
                <a:lnTo>
                  <a:pt x="489" y="428"/>
                </a:lnTo>
                <a:lnTo>
                  <a:pt x="488" y="428"/>
                </a:lnTo>
                <a:lnTo>
                  <a:pt x="488" y="427"/>
                </a:lnTo>
                <a:lnTo>
                  <a:pt x="488" y="428"/>
                </a:lnTo>
                <a:lnTo>
                  <a:pt x="487" y="428"/>
                </a:lnTo>
                <a:lnTo>
                  <a:pt x="486" y="428"/>
                </a:lnTo>
                <a:lnTo>
                  <a:pt x="486" y="429"/>
                </a:lnTo>
                <a:lnTo>
                  <a:pt x="486" y="430"/>
                </a:lnTo>
                <a:lnTo>
                  <a:pt x="485" y="430"/>
                </a:lnTo>
                <a:lnTo>
                  <a:pt x="485" y="431"/>
                </a:lnTo>
                <a:lnTo>
                  <a:pt x="484" y="431"/>
                </a:lnTo>
                <a:lnTo>
                  <a:pt x="484" y="432"/>
                </a:lnTo>
                <a:lnTo>
                  <a:pt x="484" y="431"/>
                </a:lnTo>
                <a:lnTo>
                  <a:pt x="483" y="431"/>
                </a:lnTo>
                <a:lnTo>
                  <a:pt x="483" y="430"/>
                </a:lnTo>
                <a:lnTo>
                  <a:pt x="483" y="429"/>
                </a:lnTo>
                <a:lnTo>
                  <a:pt x="482" y="429"/>
                </a:lnTo>
                <a:lnTo>
                  <a:pt x="482" y="428"/>
                </a:lnTo>
                <a:lnTo>
                  <a:pt x="483" y="428"/>
                </a:lnTo>
                <a:lnTo>
                  <a:pt x="483" y="427"/>
                </a:lnTo>
                <a:lnTo>
                  <a:pt x="482" y="427"/>
                </a:lnTo>
                <a:lnTo>
                  <a:pt x="481" y="427"/>
                </a:lnTo>
                <a:lnTo>
                  <a:pt x="481" y="428"/>
                </a:lnTo>
                <a:lnTo>
                  <a:pt x="481" y="429"/>
                </a:lnTo>
                <a:lnTo>
                  <a:pt x="480" y="429"/>
                </a:lnTo>
                <a:lnTo>
                  <a:pt x="479" y="429"/>
                </a:lnTo>
                <a:lnTo>
                  <a:pt x="479" y="428"/>
                </a:lnTo>
                <a:lnTo>
                  <a:pt x="479" y="427"/>
                </a:lnTo>
                <a:lnTo>
                  <a:pt x="479" y="426"/>
                </a:lnTo>
                <a:lnTo>
                  <a:pt x="479" y="425"/>
                </a:lnTo>
                <a:lnTo>
                  <a:pt x="478" y="425"/>
                </a:lnTo>
                <a:lnTo>
                  <a:pt x="479" y="424"/>
                </a:lnTo>
                <a:lnTo>
                  <a:pt x="478" y="424"/>
                </a:lnTo>
                <a:lnTo>
                  <a:pt x="477" y="423"/>
                </a:lnTo>
                <a:lnTo>
                  <a:pt x="477" y="422"/>
                </a:lnTo>
                <a:lnTo>
                  <a:pt x="477" y="421"/>
                </a:lnTo>
                <a:lnTo>
                  <a:pt x="477" y="420"/>
                </a:lnTo>
                <a:lnTo>
                  <a:pt x="477" y="419"/>
                </a:lnTo>
                <a:lnTo>
                  <a:pt x="478" y="419"/>
                </a:lnTo>
                <a:lnTo>
                  <a:pt x="479" y="418"/>
                </a:lnTo>
                <a:lnTo>
                  <a:pt x="479" y="417"/>
                </a:lnTo>
                <a:lnTo>
                  <a:pt x="479" y="416"/>
                </a:lnTo>
                <a:lnTo>
                  <a:pt x="479" y="415"/>
                </a:lnTo>
                <a:lnTo>
                  <a:pt x="479" y="414"/>
                </a:lnTo>
                <a:lnTo>
                  <a:pt x="479" y="413"/>
                </a:lnTo>
                <a:lnTo>
                  <a:pt x="478" y="413"/>
                </a:lnTo>
                <a:lnTo>
                  <a:pt x="478" y="414"/>
                </a:lnTo>
                <a:lnTo>
                  <a:pt x="477" y="414"/>
                </a:lnTo>
                <a:lnTo>
                  <a:pt x="477" y="415"/>
                </a:lnTo>
                <a:lnTo>
                  <a:pt x="476" y="415"/>
                </a:lnTo>
                <a:lnTo>
                  <a:pt x="476" y="414"/>
                </a:lnTo>
                <a:lnTo>
                  <a:pt x="475" y="414"/>
                </a:lnTo>
                <a:lnTo>
                  <a:pt x="475" y="413"/>
                </a:lnTo>
                <a:lnTo>
                  <a:pt x="475" y="412"/>
                </a:lnTo>
                <a:lnTo>
                  <a:pt x="474" y="412"/>
                </a:lnTo>
                <a:lnTo>
                  <a:pt x="473" y="412"/>
                </a:lnTo>
                <a:lnTo>
                  <a:pt x="473" y="413"/>
                </a:lnTo>
                <a:lnTo>
                  <a:pt x="473" y="412"/>
                </a:lnTo>
                <a:lnTo>
                  <a:pt x="472" y="412"/>
                </a:lnTo>
                <a:lnTo>
                  <a:pt x="473" y="412"/>
                </a:lnTo>
                <a:lnTo>
                  <a:pt x="473" y="411"/>
                </a:lnTo>
                <a:lnTo>
                  <a:pt x="472" y="411"/>
                </a:lnTo>
                <a:lnTo>
                  <a:pt x="471" y="411"/>
                </a:lnTo>
                <a:lnTo>
                  <a:pt x="472" y="411"/>
                </a:lnTo>
                <a:lnTo>
                  <a:pt x="472" y="410"/>
                </a:lnTo>
                <a:lnTo>
                  <a:pt x="472" y="409"/>
                </a:lnTo>
                <a:lnTo>
                  <a:pt x="472" y="408"/>
                </a:lnTo>
                <a:lnTo>
                  <a:pt x="473" y="408"/>
                </a:lnTo>
                <a:lnTo>
                  <a:pt x="473" y="407"/>
                </a:lnTo>
                <a:lnTo>
                  <a:pt x="474" y="406"/>
                </a:lnTo>
                <a:lnTo>
                  <a:pt x="473" y="406"/>
                </a:lnTo>
                <a:lnTo>
                  <a:pt x="474" y="406"/>
                </a:lnTo>
                <a:lnTo>
                  <a:pt x="474" y="405"/>
                </a:lnTo>
                <a:lnTo>
                  <a:pt x="474" y="404"/>
                </a:lnTo>
                <a:lnTo>
                  <a:pt x="475" y="404"/>
                </a:lnTo>
                <a:lnTo>
                  <a:pt x="476" y="404"/>
                </a:lnTo>
                <a:lnTo>
                  <a:pt x="476" y="403"/>
                </a:lnTo>
                <a:lnTo>
                  <a:pt x="477" y="403"/>
                </a:lnTo>
                <a:lnTo>
                  <a:pt x="477" y="402"/>
                </a:lnTo>
                <a:lnTo>
                  <a:pt x="477" y="401"/>
                </a:lnTo>
                <a:lnTo>
                  <a:pt x="477" y="400"/>
                </a:lnTo>
                <a:lnTo>
                  <a:pt x="477" y="399"/>
                </a:lnTo>
                <a:lnTo>
                  <a:pt x="477" y="398"/>
                </a:lnTo>
                <a:lnTo>
                  <a:pt x="478" y="398"/>
                </a:lnTo>
                <a:lnTo>
                  <a:pt x="478" y="397"/>
                </a:lnTo>
                <a:lnTo>
                  <a:pt x="479" y="397"/>
                </a:lnTo>
                <a:lnTo>
                  <a:pt x="480" y="397"/>
                </a:lnTo>
                <a:lnTo>
                  <a:pt x="481" y="397"/>
                </a:lnTo>
                <a:lnTo>
                  <a:pt x="482" y="397"/>
                </a:lnTo>
                <a:lnTo>
                  <a:pt x="482" y="398"/>
                </a:lnTo>
                <a:lnTo>
                  <a:pt x="482" y="397"/>
                </a:lnTo>
                <a:lnTo>
                  <a:pt x="483" y="397"/>
                </a:lnTo>
                <a:lnTo>
                  <a:pt x="483" y="396"/>
                </a:lnTo>
                <a:lnTo>
                  <a:pt x="484" y="396"/>
                </a:lnTo>
                <a:lnTo>
                  <a:pt x="484" y="395"/>
                </a:lnTo>
                <a:lnTo>
                  <a:pt x="484" y="394"/>
                </a:lnTo>
                <a:lnTo>
                  <a:pt x="483" y="394"/>
                </a:lnTo>
                <a:lnTo>
                  <a:pt x="484" y="394"/>
                </a:lnTo>
                <a:lnTo>
                  <a:pt x="484" y="393"/>
                </a:lnTo>
                <a:lnTo>
                  <a:pt x="485" y="393"/>
                </a:lnTo>
                <a:lnTo>
                  <a:pt x="485" y="392"/>
                </a:lnTo>
                <a:lnTo>
                  <a:pt x="485" y="391"/>
                </a:lnTo>
                <a:lnTo>
                  <a:pt x="484" y="391"/>
                </a:lnTo>
                <a:lnTo>
                  <a:pt x="484" y="390"/>
                </a:lnTo>
                <a:lnTo>
                  <a:pt x="484" y="389"/>
                </a:lnTo>
                <a:lnTo>
                  <a:pt x="483" y="389"/>
                </a:lnTo>
                <a:lnTo>
                  <a:pt x="482" y="389"/>
                </a:lnTo>
                <a:lnTo>
                  <a:pt x="482" y="388"/>
                </a:lnTo>
                <a:lnTo>
                  <a:pt x="481" y="388"/>
                </a:lnTo>
                <a:lnTo>
                  <a:pt x="480" y="387"/>
                </a:lnTo>
                <a:lnTo>
                  <a:pt x="480" y="386"/>
                </a:lnTo>
                <a:lnTo>
                  <a:pt x="479" y="386"/>
                </a:lnTo>
                <a:lnTo>
                  <a:pt x="479" y="385"/>
                </a:lnTo>
                <a:lnTo>
                  <a:pt x="478" y="385"/>
                </a:lnTo>
                <a:lnTo>
                  <a:pt x="477" y="385"/>
                </a:lnTo>
                <a:lnTo>
                  <a:pt x="476" y="385"/>
                </a:lnTo>
                <a:lnTo>
                  <a:pt x="475" y="385"/>
                </a:lnTo>
                <a:lnTo>
                  <a:pt x="474" y="385"/>
                </a:lnTo>
                <a:lnTo>
                  <a:pt x="474" y="384"/>
                </a:lnTo>
                <a:lnTo>
                  <a:pt x="475" y="384"/>
                </a:lnTo>
                <a:lnTo>
                  <a:pt x="475" y="383"/>
                </a:lnTo>
                <a:lnTo>
                  <a:pt x="476" y="383"/>
                </a:lnTo>
                <a:lnTo>
                  <a:pt x="476" y="382"/>
                </a:lnTo>
                <a:lnTo>
                  <a:pt x="477" y="382"/>
                </a:lnTo>
                <a:lnTo>
                  <a:pt x="477" y="383"/>
                </a:lnTo>
                <a:lnTo>
                  <a:pt x="477" y="382"/>
                </a:lnTo>
                <a:lnTo>
                  <a:pt x="478" y="382"/>
                </a:lnTo>
                <a:lnTo>
                  <a:pt x="478" y="381"/>
                </a:lnTo>
                <a:lnTo>
                  <a:pt x="479" y="381"/>
                </a:lnTo>
                <a:lnTo>
                  <a:pt x="480" y="381"/>
                </a:lnTo>
                <a:lnTo>
                  <a:pt x="481" y="381"/>
                </a:lnTo>
                <a:lnTo>
                  <a:pt x="481" y="380"/>
                </a:lnTo>
                <a:lnTo>
                  <a:pt x="481" y="379"/>
                </a:lnTo>
                <a:lnTo>
                  <a:pt x="482" y="379"/>
                </a:lnTo>
                <a:lnTo>
                  <a:pt x="483" y="379"/>
                </a:lnTo>
                <a:lnTo>
                  <a:pt x="483" y="378"/>
                </a:lnTo>
                <a:lnTo>
                  <a:pt x="484" y="378"/>
                </a:lnTo>
                <a:lnTo>
                  <a:pt x="484" y="377"/>
                </a:lnTo>
                <a:lnTo>
                  <a:pt x="483" y="377"/>
                </a:lnTo>
                <a:lnTo>
                  <a:pt x="483" y="376"/>
                </a:lnTo>
                <a:lnTo>
                  <a:pt x="482" y="375"/>
                </a:lnTo>
                <a:lnTo>
                  <a:pt x="481" y="375"/>
                </a:lnTo>
                <a:lnTo>
                  <a:pt x="481" y="374"/>
                </a:lnTo>
                <a:lnTo>
                  <a:pt x="480" y="374"/>
                </a:lnTo>
                <a:lnTo>
                  <a:pt x="480" y="373"/>
                </a:lnTo>
                <a:lnTo>
                  <a:pt x="479" y="373"/>
                </a:lnTo>
                <a:lnTo>
                  <a:pt x="480" y="372"/>
                </a:lnTo>
                <a:lnTo>
                  <a:pt x="479" y="372"/>
                </a:lnTo>
                <a:lnTo>
                  <a:pt x="478" y="372"/>
                </a:lnTo>
                <a:lnTo>
                  <a:pt x="478" y="373"/>
                </a:lnTo>
                <a:lnTo>
                  <a:pt x="478" y="372"/>
                </a:lnTo>
                <a:lnTo>
                  <a:pt x="477" y="372"/>
                </a:lnTo>
                <a:lnTo>
                  <a:pt x="478" y="372"/>
                </a:lnTo>
                <a:lnTo>
                  <a:pt x="478" y="371"/>
                </a:lnTo>
                <a:lnTo>
                  <a:pt x="477" y="370"/>
                </a:lnTo>
                <a:lnTo>
                  <a:pt x="477" y="369"/>
                </a:lnTo>
                <a:lnTo>
                  <a:pt x="477" y="368"/>
                </a:lnTo>
                <a:lnTo>
                  <a:pt x="477" y="367"/>
                </a:lnTo>
                <a:lnTo>
                  <a:pt x="476" y="368"/>
                </a:lnTo>
                <a:lnTo>
                  <a:pt x="476" y="367"/>
                </a:lnTo>
                <a:lnTo>
                  <a:pt x="476" y="368"/>
                </a:lnTo>
                <a:lnTo>
                  <a:pt x="475" y="368"/>
                </a:lnTo>
                <a:lnTo>
                  <a:pt x="475" y="369"/>
                </a:lnTo>
                <a:lnTo>
                  <a:pt x="474" y="369"/>
                </a:lnTo>
                <a:lnTo>
                  <a:pt x="473" y="369"/>
                </a:lnTo>
                <a:lnTo>
                  <a:pt x="472" y="369"/>
                </a:lnTo>
                <a:lnTo>
                  <a:pt x="471" y="369"/>
                </a:lnTo>
                <a:lnTo>
                  <a:pt x="470" y="369"/>
                </a:lnTo>
                <a:lnTo>
                  <a:pt x="469" y="368"/>
                </a:lnTo>
                <a:lnTo>
                  <a:pt x="468" y="368"/>
                </a:lnTo>
                <a:lnTo>
                  <a:pt x="468" y="369"/>
                </a:lnTo>
                <a:lnTo>
                  <a:pt x="467" y="369"/>
                </a:lnTo>
                <a:lnTo>
                  <a:pt x="467" y="368"/>
                </a:lnTo>
                <a:lnTo>
                  <a:pt x="466" y="368"/>
                </a:lnTo>
                <a:lnTo>
                  <a:pt x="466" y="367"/>
                </a:lnTo>
                <a:lnTo>
                  <a:pt x="466" y="366"/>
                </a:lnTo>
                <a:lnTo>
                  <a:pt x="465" y="366"/>
                </a:lnTo>
                <a:lnTo>
                  <a:pt x="466" y="366"/>
                </a:lnTo>
                <a:lnTo>
                  <a:pt x="466" y="365"/>
                </a:lnTo>
                <a:lnTo>
                  <a:pt x="466" y="364"/>
                </a:lnTo>
                <a:lnTo>
                  <a:pt x="466" y="363"/>
                </a:lnTo>
                <a:lnTo>
                  <a:pt x="466" y="362"/>
                </a:lnTo>
                <a:lnTo>
                  <a:pt x="467" y="362"/>
                </a:lnTo>
                <a:lnTo>
                  <a:pt x="467" y="361"/>
                </a:lnTo>
                <a:lnTo>
                  <a:pt x="467" y="359"/>
                </a:lnTo>
                <a:lnTo>
                  <a:pt x="467" y="358"/>
                </a:lnTo>
                <a:lnTo>
                  <a:pt x="467" y="357"/>
                </a:lnTo>
                <a:lnTo>
                  <a:pt x="468" y="357"/>
                </a:lnTo>
                <a:lnTo>
                  <a:pt x="468" y="356"/>
                </a:lnTo>
                <a:lnTo>
                  <a:pt x="468" y="355"/>
                </a:lnTo>
                <a:lnTo>
                  <a:pt x="469" y="355"/>
                </a:lnTo>
                <a:lnTo>
                  <a:pt x="468" y="355"/>
                </a:lnTo>
                <a:lnTo>
                  <a:pt x="468" y="354"/>
                </a:lnTo>
                <a:lnTo>
                  <a:pt x="469" y="354"/>
                </a:lnTo>
                <a:lnTo>
                  <a:pt x="469" y="353"/>
                </a:lnTo>
                <a:lnTo>
                  <a:pt x="469" y="352"/>
                </a:lnTo>
                <a:lnTo>
                  <a:pt x="469" y="351"/>
                </a:lnTo>
                <a:lnTo>
                  <a:pt x="468" y="351"/>
                </a:lnTo>
                <a:lnTo>
                  <a:pt x="467" y="351"/>
                </a:lnTo>
                <a:lnTo>
                  <a:pt x="467" y="352"/>
                </a:lnTo>
                <a:lnTo>
                  <a:pt x="466" y="352"/>
                </a:lnTo>
                <a:lnTo>
                  <a:pt x="466" y="353"/>
                </a:lnTo>
                <a:lnTo>
                  <a:pt x="465" y="353"/>
                </a:lnTo>
                <a:lnTo>
                  <a:pt x="464" y="354"/>
                </a:lnTo>
                <a:lnTo>
                  <a:pt x="463" y="355"/>
                </a:lnTo>
                <a:lnTo>
                  <a:pt x="463" y="356"/>
                </a:lnTo>
                <a:lnTo>
                  <a:pt x="462" y="356"/>
                </a:lnTo>
                <a:lnTo>
                  <a:pt x="461" y="357"/>
                </a:lnTo>
                <a:lnTo>
                  <a:pt x="460" y="358"/>
                </a:lnTo>
                <a:lnTo>
                  <a:pt x="459" y="359"/>
                </a:lnTo>
                <a:lnTo>
                  <a:pt x="458" y="360"/>
                </a:lnTo>
                <a:lnTo>
                  <a:pt x="457" y="360"/>
                </a:lnTo>
                <a:lnTo>
                  <a:pt x="457" y="361"/>
                </a:lnTo>
                <a:lnTo>
                  <a:pt x="456" y="361"/>
                </a:lnTo>
                <a:lnTo>
                  <a:pt x="455" y="361"/>
                </a:lnTo>
                <a:lnTo>
                  <a:pt x="455" y="362"/>
                </a:lnTo>
                <a:lnTo>
                  <a:pt x="454" y="362"/>
                </a:lnTo>
                <a:lnTo>
                  <a:pt x="454" y="363"/>
                </a:lnTo>
                <a:lnTo>
                  <a:pt x="453" y="363"/>
                </a:lnTo>
                <a:lnTo>
                  <a:pt x="452" y="365"/>
                </a:lnTo>
                <a:lnTo>
                  <a:pt x="450" y="367"/>
                </a:lnTo>
                <a:lnTo>
                  <a:pt x="449" y="367"/>
                </a:lnTo>
                <a:lnTo>
                  <a:pt x="449" y="368"/>
                </a:lnTo>
                <a:lnTo>
                  <a:pt x="448" y="368"/>
                </a:lnTo>
                <a:lnTo>
                  <a:pt x="448" y="369"/>
                </a:lnTo>
                <a:lnTo>
                  <a:pt x="447" y="369"/>
                </a:lnTo>
                <a:lnTo>
                  <a:pt x="447" y="370"/>
                </a:lnTo>
                <a:lnTo>
                  <a:pt x="447" y="371"/>
                </a:lnTo>
                <a:lnTo>
                  <a:pt x="446" y="371"/>
                </a:lnTo>
                <a:lnTo>
                  <a:pt x="446" y="372"/>
                </a:lnTo>
                <a:lnTo>
                  <a:pt x="445" y="373"/>
                </a:lnTo>
                <a:lnTo>
                  <a:pt x="444" y="374"/>
                </a:lnTo>
                <a:lnTo>
                  <a:pt x="444" y="375"/>
                </a:lnTo>
                <a:lnTo>
                  <a:pt x="443" y="375"/>
                </a:lnTo>
                <a:lnTo>
                  <a:pt x="442" y="377"/>
                </a:lnTo>
                <a:lnTo>
                  <a:pt x="441" y="379"/>
                </a:lnTo>
                <a:lnTo>
                  <a:pt x="440" y="380"/>
                </a:lnTo>
                <a:lnTo>
                  <a:pt x="439" y="380"/>
                </a:lnTo>
                <a:lnTo>
                  <a:pt x="438" y="381"/>
                </a:lnTo>
                <a:lnTo>
                  <a:pt x="438" y="382"/>
                </a:lnTo>
                <a:lnTo>
                  <a:pt x="437" y="382"/>
                </a:lnTo>
                <a:lnTo>
                  <a:pt x="437" y="383"/>
                </a:lnTo>
                <a:lnTo>
                  <a:pt x="436" y="383"/>
                </a:lnTo>
                <a:lnTo>
                  <a:pt x="436" y="384"/>
                </a:lnTo>
                <a:lnTo>
                  <a:pt x="436" y="385"/>
                </a:lnTo>
                <a:lnTo>
                  <a:pt x="435" y="385"/>
                </a:lnTo>
                <a:lnTo>
                  <a:pt x="435" y="386"/>
                </a:lnTo>
                <a:lnTo>
                  <a:pt x="434" y="386"/>
                </a:lnTo>
                <a:lnTo>
                  <a:pt x="434" y="387"/>
                </a:lnTo>
                <a:lnTo>
                  <a:pt x="434" y="388"/>
                </a:lnTo>
                <a:lnTo>
                  <a:pt x="433" y="388"/>
                </a:lnTo>
                <a:lnTo>
                  <a:pt x="433" y="389"/>
                </a:lnTo>
                <a:lnTo>
                  <a:pt x="432" y="389"/>
                </a:lnTo>
                <a:lnTo>
                  <a:pt x="432" y="390"/>
                </a:lnTo>
                <a:lnTo>
                  <a:pt x="431" y="391"/>
                </a:lnTo>
                <a:lnTo>
                  <a:pt x="430" y="391"/>
                </a:lnTo>
                <a:lnTo>
                  <a:pt x="429" y="391"/>
                </a:lnTo>
                <a:lnTo>
                  <a:pt x="427" y="391"/>
                </a:lnTo>
                <a:lnTo>
                  <a:pt x="426" y="390"/>
                </a:lnTo>
                <a:lnTo>
                  <a:pt x="426" y="391"/>
                </a:lnTo>
                <a:lnTo>
                  <a:pt x="426" y="392"/>
                </a:lnTo>
                <a:lnTo>
                  <a:pt x="426" y="393"/>
                </a:lnTo>
                <a:lnTo>
                  <a:pt x="425" y="393"/>
                </a:lnTo>
                <a:lnTo>
                  <a:pt x="424" y="393"/>
                </a:lnTo>
                <a:lnTo>
                  <a:pt x="424" y="392"/>
                </a:lnTo>
                <a:lnTo>
                  <a:pt x="424" y="390"/>
                </a:lnTo>
                <a:lnTo>
                  <a:pt x="424" y="389"/>
                </a:lnTo>
                <a:lnTo>
                  <a:pt x="423" y="388"/>
                </a:lnTo>
                <a:lnTo>
                  <a:pt x="423" y="387"/>
                </a:lnTo>
                <a:lnTo>
                  <a:pt x="423" y="386"/>
                </a:lnTo>
                <a:lnTo>
                  <a:pt x="423" y="385"/>
                </a:lnTo>
                <a:lnTo>
                  <a:pt x="422" y="384"/>
                </a:lnTo>
                <a:lnTo>
                  <a:pt x="420" y="384"/>
                </a:lnTo>
                <a:lnTo>
                  <a:pt x="418" y="385"/>
                </a:lnTo>
                <a:lnTo>
                  <a:pt x="416" y="386"/>
                </a:lnTo>
                <a:lnTo>
                  <a:pt x="416" y="387"/>
                </a:lnTo>
                <a:lnTo>
                  <a:pt x="415" y="387"/>
                </a:lnTo>
                <a:lnTo>
                  <a:pt x="415" y="388"/>
                </a:lnTo>
                <a:lnTo>
                  <a:pt x="415" y="389"/>
                </a:lnTo>
                <a:lnTo>
                  <a:pt x="414" y="389"/>
                </a:lnTo>
                <a:lnTo>
                  <a:pt x="414" y="390"/>
                </a:lnTo>
                <a:lnTo>
                  <a:pt x="413" y="390"/>
                </a:lnTo>
                <a:lnTo>
                  <a:pt x="413" y="389"/>
                </a:lnTo>
                <a:lnTo>
                  <a:pt x="412" y="389"/>
                </a:lnTo>
                <a:lnTo>
                  <a:pt x="412" y="388"/>
                </a:lnTo>
                <a:lnTo>
                  <a:pt x="412" y="387"/>
                </a:lnTo>
                <a:lnTo>
                  <a:pt x="411" y="385"/>
                </a:lnTo>
                <a:lnTo>
                  <a:pt x="411" y="384"/>
                </a:lnTo>
                <a:lnTo>
                  <a:pt x="411" y="383"/>
                </a:lnTo>
                <a:lnTo>
                  <a:pt x="411" y="382"/>
                </a:lnTo>
                <a:lnTo>
                  <a:pt x="410" y="380"/>
                </a:lnTo>
                <a:lnTo>
                  <a:pt x="410" y="379"/>
                </a:lnTo>
                <a:lnTo>
                  <a:pt x="410" y="377"/>
                </a:lnTo>
                <a:lnTo>
                  <a:pt x="409" y="377"/>
                </a:lnTo>
                <a:lnTo>
                  <a:pt x="409" y="376"/>
                </a:lnTo>
                <a:lnTo>
                  <a:pt x="409" y="375"/>
                </a:lnTo>
                <a:lnTo>
                  <a:pt x="409" y="374"/>
                </a:lnTo>
                <a:lnTo>
                  <a:pt x="410" y="374"/>
                </a:lnTo>
                <a:lnTo>
                  <a:pt x="410" y="373"/>
                </a:lnTo>
                <a:lnTo>
                  <a:pt x="411" y="372"/>
                </a:lnTo>
                <a:lnTo>
                  <a:pt x="411" y="371"/>
                </a:lnTo>
                <a:lnTo>
                  <a:pt x="412" y="371"/>
                </a:lnTo>
                <a:lnTo>
                  <a:pt x="413" y="371"/>
                </a:lnTo>
                <a:lnTo>
                  <a:pt x="414" y="370"/>
                </a:lnTo>
                <a:lnTo>
                  <a:pt x="414" y="369"/>
                </a:lnTo>
                <a:lnTo>
                  <a:pt x="415" y="369"/>
                </a:lnTo>
                <a:lnTo>
                  <a:pt x="416" y="368"/>
                </a:lnTo>
                <a:lnTo>
                  <a:pt x="418" y="366"/>
                </a:lnTo>
                <a:lnTo>
                  <a:pt x="418" y="365"/>
                </a:lnTo>
                <a:lnTo>
                  <a:pt x="418" y="364"/>
                </a:lnTo>
                <a:lnTo>
                  <a:pt x="418" y="363"/>
                </a:lnTo>
                <a:lnTo>
                  <a:pt x="419" y="363"/>
                </a:lnTo>
                <a:lnTo>
                  <a:pt x="419" y="362"/>
                </a:lnTo>
                <a:lnTo>
                  <a:pt x="419" y="361"/>
                </a:lnTo>
                <a:lnTo>
                  <a:pt x="419" y="360"/>
                </a:lnTo>
                <a:lnTo>
                  <a:pt x="420" y="360"/>
                </a:lnTo>
                <a:lnTo>
                  <a:pt x="420" y="359"/>
                </a:lnTo>
                <a:lnTo>
                  <a:pt x="419" y="359"/>
                </a:lnTo>
                <a:lnTo>
                  <a:pt x="418" y="359"/>
                </a:lnTo>
                <a:lnTo>
                  <a:pt x="418" y="360"/>
                </a:lnTo>
                <a:lnTo>
                  <a:pt x="417" y="360"/>
                </a:lnTo>
                <a:lnTo>
                  <a:pt x="417" y="361"/>
                </a:lnTo>
                <a:lnTo>
                  <a:pt x="417" y="362"/>
                </a:lnTo>
                <a:lnTo>
                  <a:pt x="416" y="362"/>
                </a:lnTo>
                <a:lnTo>
                  <a:pt x="414" y="364"/>
                </a:lnTo>
                <a:lnTo>
                  <a:pt x="414" y="365"/>
                </a:lnTo>
                <a:lnTo>
                  <a:pt x="414" y="366"/>
                </a:lnTo>
                <a:lnTo>
                  <a:pt x="413" y="366"/>
                </a:lnTo>
                <a:lnTo>
                  <a:pt x="413" y="367"/>
                </a:lnTo>
                <a:lnTo>
                  <a:pt x="412" y="367"/>
                </a:lnTo>
                <a:lnTo>
                  <a:pt x="412" y="368"/>
                </a:lnTo>
                <a:lnTo>
                  <a:pt x="411" y="368"/>
                </a:lnTo>
                <a:lnTo>
                  <a:pt x="411" y="367"/>
                </a:lnTo>
                <a:lnTo>
                  <a:pt x="410" y="366"/>
                </a:lnTo>
                <a:lnTo>
                  <a:pt x="411" y="365"/>
                </a:lnTo>
                <a:lnTo>
                  <a:pt x="411" y="364"/>
                </a:lnTo>
                <a:lnTo>
                  <a:pt x="411" y="363"/>
                </a:lnTo>
                <a:lnTo>
                  <a:pt x="411" y="362"/>
                </a:lnTo>
                <a:lnTo>
                  <a:pt x="411" y="361"/>
                </a:lnTo>
                <a:lnTo>
                  <a:pt x="411" y="360"/>
                </a:lnTo>
                <a:lnTo>
                  <a:pt x="411" y="359"/>
                </a:lnTo>
                <a:lnTo>
                  <a:pt x="410" y="358"/>
                </a:lnTo>
                <a:lnTo>
                  <a:pt x="409" y="358"/>
                </a:lnTo>
                <a:lnTo>
                  <a:pt x="408" y="357"/>
                </a:lnTo>
                <a:lnTo>
                  <a:pt x="407" y="357"/>
                </a:lnTo>
                <a:lnTo>
                  <a:pt x="406" y="357"/>
                </a:lnTo>
                <a:lnTo>
                  <a:pt x="405" y="357"/>
                </a:lnTo>
                <a:lnTo>
                  <a:pt x="404" y="358"/>
                </a:lnTo>
                <a:lnTo>
                  <a:pt x="403" y="358"/>
                </a:lnTo>
                <a:lnTo>
                  <a:pt x="403" y="359"/>
                </a:lnTo>
                <a:lnTo>
                  <a:pt x="402" y="360"/>
                </a:lnTo>
                <a:lnTo>
                  <a:pt x="401" y="361"/>
                </a:lnTo>
                <a:lnTo>
                  <a:pt x="400" y="361"/>
                </a:lnTo>
                <a:lnTo>
                  <a:pt x="400" y="362"/>
                </a:lnTo>
                <a:lnTo>
                  <a:pt x="399" y="362"/>
                </a:lnTo>
                <a:lnTo>
                  <a:pt x="399" y="363"/>
                </a:lnTo>
                <a:lnTo>
                  <a:pt x="400" y="363"/>
                </a:lnTo>
                <a:lnTo>
                  <a:pt x="399" y="364"/>
                </a:lnTo>
                <a:lnTo>
                  <a:pt x="398" y="364"/>
                </a:lnTo>
                <a:lnTo>
                  <a:pt x="398" y="365"/>
                </a:lnTo>
                <a:lnTo>
                  <a:pt x="399" y="365"/>
                </a:lnTo>
                <a:lnTo>
                  <a:pt x="399" y="366"/>
                </a:lnTo>
                <a:lnTo>
                  <a:pt x="398" y="366"/>
                </a:lnTo>
                <a:lnTo>
                  <a:pt x="398" y="367"/>
                </a:lnTo>
                <a:lnTo>
                  <a:pt x="398" y="368"/>
                </a:lnTo>
                <a:lnTo>
                  <a:pt x="397" y="368"/>
                </a:lnTo>
                <a:lnTo>
                  <a:pt x="396" y="368"/>
                </a:lnTo>
                <a:lnTo>
                  <a:pt x="396" y="369"/>
                </a:lnTo>
                <a:lnTo>
                  <a:pt x="396" y="370"/>
                </a:lnTo>
                <a:lnTo>
                  <a:pt x="395" y="370"/>
                </a:lnTo>
                <a:lnTo>
                  <a:pt x="394" y="370"/>
                </a:lnTo>
                <a:lnTo>
                  <a:pt x="394" y="371"/>
                </a:lnTo>
                <a:lnTo>
                  <a:pt x="393" y="371"/>
                </a:lnTo>
                <a:lnTo>
                  <a:pt x="392" y="371"/>
                </a:lnTo>
                <a:lnTo>
                  <a:pt x="393" y="371"/>
                </a:lnTo>
                <a:lnTo>
                  <a:pt x="392" y="370"/>
                </a:lnTo>
                <a:lnTo>
                  <a:pt x="391" y="371"/>
                </a:lnTo>
                <a:lnTo>
                  <a:pt x="391" y="372"/>
                </a:lnTo>
                <a:lnTo>
                  <a:pt x="391" y="373"/>
                </a:lnTo>
                <a:lnTo>
                  <a:pt x="390" y="373"/>
                </a:lnTo>
                <a:lnTo>
                  <a:pt x="390" y="374"/>
                </a:lnTo>
                <a:lnTo>
                  <a:pt x="390" y="375"/>
                </a:lnTo>
                <a:lnTo>
                  <a:pt x="389" y="375"/>
                </a:lnTo>
                <a:lnTo>
                  <a:pt x="389" y="376"/>
                </a:lnTo>
                <a:lnTo>
                  <a:pt x="389" y="377"/>
                </a:lnTo>
                <a:lnTo>
                  <a:pt x="388" y="377"/>
                </a:lnTo>
                <a:lnTo>
                  <a:pt x="388" y="376"/>
                </a:lnTo>
                <a:lnTo>
                  <a:pt x="387" y="376"/>
                </a:lnTo>
                <a:lnTo>
                  <a:pt x="386" y="376"/>
                </a:lnTo>
                <a:lnTo>
                  <a:pt x="386" y="377"/>
                </a:lnTo>
                <a:lnTo>
                  <a:pt x="385" y="377"/>
                </a:lnTo>
                <a:lnTo>
                  <a:pt x="385" y="376"/>
                </a:lnTo>
                <a:lnTo>
                  <a:pt x="385" y="375"/>
                </a:lnTo>
                <a:lnTo>
                  <a:pt x="384" y="375"/>
                </a:lnTo>
                <a:lnTo>
                  <a:pt x="384" y="374"/>
                </a:lnTo>
                <a:lnTo>
                  <a:pt x="383" y="374"/>
                </a:lnTo>
                <a:lnTo>
                  <a:pt x="383" y="375"/>
                </a:lnTo>
                <a:lnTo>
                  <a:pt x="382" y="375"/>
                </a:lnTo>
                <a:lnTo>
                  <a:pt x="381" y="374"/>
                </a:lnTo>
                <a:lnTo>
                  <a:pt x="380" y="374"/>
                </a:lnTo>
                <a:lnTo>
                  <a:pt x="379" y="374"/>
                </a:lnTo>
                <a:lnTo>
                  <a:pt x="378" y="374"/>
                </a:lnTo>
                <a:lnTo>
                  <a:pt x="377" y="374"/>
                </a:lnTo>
                <a:lnTo>
                  <a:pt x="377" y="375"/>
                </a:lnTo>
                <a:lnTo>
                  <a:pt x="376" y="375"/>
                </a:lnTo>
                <a:lnTo>
                  <a:pt x="376" y="376"/>
                </a:lnTo>
                <a:lnTo>
                  <a:pt x="375" y="376"/>
                </a:lnTo>
                <a:lnTo>
                  <a:pt x="374" y="376"/>
                </a:lnTo>
                <a:lnTo>
                  <a:pt x="373" y="375"/>
                </a:lnTo>
                <a:lnTo>
                  <a:pt x="372" y="375"/>
                </a:lnTo>
                <a:lnTo>
                  <a:pt x="372" y="374"/>
                </a:lnTo>
                <a:lnTo>
                  <a:pt x="372" y="373"/>
                </a:lnTo>
                <a:lnTo>
                  <a:pt x="370" y="373"/>
                </a:lnTo>
                <a:lnTo>
                  <a:pt x="368" y="373"/>
                </a:lnTo>
                <a:lnTo>
                  <a:pt x="368" y="372"/>
                </a:lnTo>
                <a:lnTo>
                  <a:pt x="367" y="373"/>
                </a:lnTo>
                <a:lnTo>
                  <a:pt x="366" y="373"/>
                </a:lnTo>
                <a:lnTo>
                  <a:pt x="366" y="374"/>
                </a:lnTo>
                <a:lnTo>
                  <a:pt x="365" y="374"/>
                </a:lnTo>
                <a:lnTo>
                  <a:pt x="365" y="375"/>
                </a:lnTo>
                <a:lnTo>
                  <a:pt x="365" y="376"/>
                </a:lnTo>
                <a:lnTo>
                  <a:pt x="365" y="377"/>
                </a:lnTo>
                <a:lnTo>
                  <a:pt x="364" y="378"/>
                </a:lnTo>
                <a:lnTo>
                  <a:pt x="363" y="379"/>
                </a:lnTo>
                <a:lnTo>
                  <a:pt x="363" y="380"/>
                </a:lnTo>
                <a:lnTo>
                  <a:pt x="362" y="380"/>
                </a:lnTo>
                <a:lnTo>
                  <a:pt x="362" y="379"/>
                </a:lnTo>
                <a:lnTo>
                  <a:pt x="362" y="380"/>
                </a:lnTo>
                <a:lnTo>
                  <a:pt x="361" y="380"/>
                </a:lnTo>
                <a:lnTo>
                  <a:pt x="361" y="381"/>
                </a:lnTo>
                <a:lnTo>
                  <a:pt x="360" y="382"/>
                </a:lnTo>
                <a:lnTo>
                  <a:pt x="359" y="382"/>
                </a:lnTo>
                <a:lnTo>
                  <a:pt x="358" y="382"/>
                </a:lnTo>
                <a:lnTo>
                  <a:pt x="357" y="382"/>
                </a:lnTo>
                <a:lnTo>
                  <a:pt x="356" y="382"/>
                </a:lnTo>
                <a:lnTo>
                  <a:pt x="355" y="383"/>
                </a:lnTo>
                <a:lnTo>
                  <a:pt x="355" y="384"/>
                </a:lnTo>
                <a:lnTo>
                  <a:pt x="354" y="385"/>
                </a:lnTo>
                <a:lnTo>
                  <a:pt x="353" y="385"/>
                </a:lnTo>
                <a:lnTo>
                  <a:pt x="353" y="386"/>
                </a:lnTo>
                <a:lnTo>
                  <a:pt x="352" y="387"/>
                </a:lnTo>
                <a:lnTo>
                  <a:pt x="352" y="386"/>
                </a:lnTo>
                <a:lnTo>
                  <a:pt x="352" y="383"/>
                </a:lnTo>
                <a:lnTo>
                  <a:pt x="352" y="382"/>
                </a:lnTo>
                <a:lnTo>
                  <a:pt x="353" y="382"/>
                </a:lnTo>
                <a:lnTo>
                  <a:pt x="353" y="381"/>
                </a:lnTo>
                <a:lnTo>
                  <a:pt x="354" y="381"/>
                </a:lnTo>
                <a:lnTo>
                  <a:pt x="354" y="380"/>
                </a:lnTo>
                <a:lnTo>
                  <a:pt x="354" y="378"/>
                </a:lnTo>
                <a:lnTo>
                  <a:pt x="354" y="377"/>
                </a:lnTo>
                <a:lnTo>
                  <a:pt x="353" y="377"/>
                </a:lnTo>
                <a:lnTo>
                  <a:pt x="353" y="376"/>
                </a:lnTo>
                <a:lnTo>
                  <a:pt x="353" y="377"/>
                </a:lnTo>
                <a:lnTo>
                  <a:pt x="352" y="376"/>
                </a:lnTo>
                <a:lnTo>
                  <a:pt x="351" y="376"/>
                </a:lnTo>
                <a:lnTo>
                  <a:pt x="350" y="375"/>
                </a:lnTo>
                <a:lnTo>
                  <a:pt x="349" y="375"/>
                </a:lnTo>
                <a:lnTo>
                  <a:pt x="348" y="375"/>
                </a:lnTo>
                <a:lnTo>
                  <a:pt x="348" y="374"/>
                </a:lnTo>
                <a:lnTo>
                  <a:pt x="348" y="375"/>
                </a:lnTo>
                <a:lnTo>
                  <a:pt x="348" y="374"/>
                </a:lnTo>
                <a:lnTo>
                  <a:pt x="347" y="374"/>
                </a:lnTo>
                <a:lnTo>
                  <a:pt x="347" y="373"/>
                </a:lnTo>
                <a:lnTo>
                  <a:pt x="348" y="373"/>
                </a:lnTo>
                <a:lnTo>
                  <a:pt x="348" y="372"/>
                </a:lnTo>
                <a:lnTo>
                  <a:pt x="348" y="371"/>
                </a:lnTo>
                <a:lnTo>
                  <a:pt x="349" y="371"/>
                </a:lnTo>
                <a:lnTo>
                  <a:pt x="349" y="370"/>
                </a:lnTo>
                <a:lnTo>
                  <a:pt x="348" y="370"/>
                </a:lnTo>
                <a:lnTo>
                  <a:pt x="348" y="371"/>
                </a:lnTo>
                <a:lnTo>
                  <a:pt x="347" y="371"/>
                </a:lnTo>
                <a:lnTo>
                  <a:pt x="346" y="371"/>
                </a:lnTo>
                <a:lnTo>
                  <a:pt x="346" y="372"/>
                </a:lnTo>
                <a:lnTo>
                  <a:pt x="347" y="372"/>
                </a:lnTo>
                <a:lnTo>
                  <a:pt x="346" y="372"/>
                </a:lnTo>
                <a:lnTo>
                  <a:pt x="346" y="373"/>
                </a:lnTo>
                <a:lnTo>
                  <a:pt x="345" y="373"/>
                </a:lnTo>
                <a:lnTo>
                  <a:pt x="345" y="374"/>
                </a:lnTo>
                <a:lnTo>
                  <a:pt x="344" y="374"/>
                </a:lnTo>
                <a:lnTo>
                  <a:pt x="344" y="373"/>
                </a:lnTo>
                <a:lnTo>
                  <a:pt x="344" y="372"/>
                </a:lnTo>
                <a:lnTo>
                  <a:pt x="343" y="371"/>
                </a:lnTo>
                <a:lnTo>
                  <a:pt x="343" y="370"/>
                </a:lnTo>
                <a:lnTo>
                  <a:pt x="342" y="370"/>
                </a:lnTo>
                <a:lnTo>
                  <a:pt x="341" y="370"/>
                </a:lnTo>
                <a:lnTo>
                  <a:pt x="341" y="371"/>
                </a:lnTo>
                <a:lnTo>
                  <a:pt x="340" y="371"/>
                </a:lnTo>
                <a:lnTo>
                  <a:pt x="340" y="370"/>
                </a:lnTo>
                <a:lnTo>
                  <a:pt x="339" y="370"/>
                </a:lnTo>
                <a:lnTo>
                  <a:pt x="338" y="370"/>
                </a:lnTo>
                <a:lnTo>
                  <a:pt x="337" y="370"/>
                </a:lnTo>
                <a:lnTo>
                  <a:pt x="337" y="369"/>
                </a:lnTo>
                <a:lnTo>
                  <a:pt x="336" y="369"/>
                </a:lnTo>
                <a:lnTo>
                  <a:pt x="336" y="368"/>
                </a:lnTo>
                <a:lnTo>
                  <a:pt x="335" y="368"/>
                </a:lnTo>
                <a:lnTo>
                  <a:pt x="335" y="367"/>
                </a:lnTo>
                <a:lnTo>
                  <a:pt x="335" y="368"/>
                </a:lnTo>
                <a:lnTo>
                  <a:pt x="334" y="368"/>
                </a:lnTo>
                <a:lnTo>
                  <a:pt x="333" y="368"/>
                </a:lnTo>
                <a:lnTo>
                  <a:pt x="333" y="367"/>
                </a:lnTo>
                <a:lnTo>
                  <a:pt x="332" y="367"/>
                </a:lnTo>
                <a:lnTo>
                  <a:pt x="332" y="366"/>
                </a:lnTo>
                <a:lnTo>
                  <a:pt x="333" y="366"/>
                </a:lnTo>
                <a:lnTo>
                  <a:pt x="333" y="365"/>
                </a:lnTo>
                <a:lnTo>
                  <a:pt x="333" y="364"/>
                </a:lnTo>
                <a:lnTo>
                  <a:pt x="333" y="363"/>
                </a:lnTo>
                <a:lnTo>
                  <a:pt x="333" y="362"/>
                </a:lnTo>
                <a:lnTo>
                  <a:pt x="334" y="362"/>
                </a:lnTo>
                <a:lnTo>
                  <a:pt x="334" y="361"/>
                </a:lnTo>
                <a:lnTo>
                  <a:pt x="333" y="361"/>
                </a:lnTo>
                <a:lnTo>
                  <a:pt x="333" y="360"/>
                </a:lnTo>
                <a:lnTo>
                  <a:pt x="333" y="359"/>
                </a:lnTo>
                <a:lnTo>
                  <a:pt x="332" y="359"/>
                </a:lnTo>
                <a:lnTo>
                  <a:pt x="332" y="360"/>
                </a:lnTo>
                <a:lnTo>
                  <a:pt x="332" y="361"/>
                </a:lnTo>
                <a:lnTo>
                  <a:pt x="333" y="361"/>
                </a:lnTo>
                <a:lnTo>
                  <a:pt x="333" y="362"/>
                </a:lnTo>
                <a:lnTo>
                  <a:pt x="332" y="362"/>
                </a:lnTo>
                <a:lnTo>
                  <a:pt x="332" y="361"/>
                </a:lnTo>
                <a:lnTo>
                  <a:pt x="331" y="361"/>
                </a:lnTo>
                <a:lnTo>
                  <a:pt x="331" y="360"/>
                </a:lnTo>
                <a:lnTo>
                  <a:pt x="330" y="360"/>
                </a:lnTo>
                <a:lnTo>
                  <a:pt x="330" y="359"/>
                </a:lnTo>
                <a:lnTo>
                  <a:pt x="329" y="359"/>
                </a:lnTo>
                <a:lnTo>
                  <a:pt x="328" y="359"/>
                </a:lnTo>
                <a:lnTo>
                  <a:pt x="328" y="358"/>
                </a:lnTo>
                <a:lnTo>
                  <a:pt x="327" y="358"/>
                </a:lnTo>
                <a:lnTo>
                  <a:pt x="326" y="358"/>
                </a:lnTo>
                <a:lnTo>
                  <a:pt x="326" y="357"/>
                </a:lnTo>
                <a:lnTo>
                  <a:pt x="326" y="356"/>
                </a:lnTo>
                <a:lnTo>
                  <a:pt x="325" y="356"/>
                </a:lnTo>
                <a:lnTo>
                  <a:pt x="325" y="357"/>
                </a:lnTo>
                <a:lnTo>
                  <a:pt x="324" y="357"/>
                </a:lnTo>
                <a:lnTo>
                  <a:pt x="324" y="356"/>
                </a:lnTo>
                <a:lnTo>
                  <a:pt x="323" y="356"/>
                </a:lnTo>
                <a:lnTo>
                  <a:pt x="323" y="355"/>
                </a:lnTo>
                <a:lnTo>
                  <a:pt x="322" y="355"/>
                </a:lnTo>
                <a:lnTo>
                  <a:pt x="322" y="354"/>
                </a:lnTo>
                <a:lnTo>
                  <a:pt x="323" y="354"/>
                </a:lnTo>
                <a:lnTo>
                  <a:pt x="324" y="353"/>
                </a:lnTo>
                <a:lnTo>
                  <a:pt x="324" y="352"/>
                </a:lnTo>
                <a:lnTo>
                  <a:pt x="322" y="352"/>
                </a:lnTo>
                <a:lnTo>
                  <a:pt x="321" y="352"/>
                </a:lnTo>
                <a:lnTo>
                  <a:pt x="320" y="352"/>
                </a:lnTo>
                <a:lnTo>
                  <a:pt x="320" y="351"/>
                </a:lnTo>
                <a:lnTo>
                  <a:pt x="319" y="351"/>
                </a:lnTo>
                <a:lnTo>
                  <a:pt x="319" y="350"/>
                </a:lnTo>
                <a:lnTo>
                  <a:pt x="318" y="350"/>
                </a:lnTo>
                <a:lnTo>
                  <a:pt x="317" y="350"/>
                </a:lnTo>
                <a:lnTo>
                  <a:pt x="316" y="349"/>
                </a:lnTo>
                <a:lnTo>
                  <a:pt x="316" y="350"/>
                </a:lnTo>
                <a:lnTo>
                  <a:pt x="315" y="350"/>
                </a:lnTo>
                <a:lnTo>
                  <a:pt x="314" y="350"/>
                </a:lnTo>
                <a:lnTo>
                  <a:pt x="314" y="349"/>
                </a:lnTo>
                <a:lnTo>
                  <a:pt x="313" y="349"/>
                </a:lnTo>
                <a:lnTo>
                  <a:pt x="313" y="348"/>
                </a:lnTo>
                <a:lnTo>
                  <a:pt x="312" y="348"/>
                </a:lnTo>
                <a:lnTo>
                  <a:pt x="311" y="348"/>
                </a:lnTo>
                <a:lnTo>
                  <a:pt x="312" y="348"/>
                </a:lnTo>
                <a:lnTo>
                  <a:pt x="312" y="347"/>
                </a:lnTo>
                <a:lnTo>
                  <a:pt x="311" y="347"/>
                </a:lnTo>
                <a:lnTo>
                  <a:pt x="311" y="346"/>
                </a:lnTo>
                <a:lnTo>
                  <a:pt x="311" y="347"/>
                </a:lnTo>
                <a:lnTo>
                  <a:pt x="311" y="346"/>
                </a:lnTo>
                <a:lnTo>
                  <a:pt x="310" y="346"/>
                </a:lnTo>
                <a:lnTo>
                  <a:pt x="310" y="345"/>
                </a:lnTo>
                <a:lnTo>
                  <a:pt x="309" y="345"/>
                </a:lnTo>
                <a:lnTo>
                  <a:pt x="308" y="345"/>
                </a:lnTo>
                <a:lnTo>
                  <a:pt x="308" y="344"/>
                </a:lnTo>
                <a:lnTo>
                  <a:pt x="307" y="344"/>
                </a:lnTo>
                <a:lnTo>
                  <a:pt x="307" y="345"/>
                </a:lnTo>
                <a:lnTo>
                  <a:pt x="306" y="345"/>
                </a:lnTo>
                <a:lnTo>
                  <a:pt x="306" y="344"/>
                </a:lnTo>
                <a:lnTo>
                  <a:pt x="306" y="345"/>
                </a:lnTo>
                <a:lnTo>
                  <a:pt x="305" y="344"/>
                </a:lnTo>
                <a:lnTo>
                  <a:pt x="305" y="343"/>
                </a:lnTo>
                <a:lnTo>
                  <a:pt x="305" y="344"/>
                </a:lnTo>
                <a:lnTo>
                  <a:pt x="304" y="344"/>
                </a:lnTo>
                <a:lnTo>
                  <a:pt x="304" y="343"/>
                </a:lnTo>
                <a:lnTo>
                  <a:pt x="303" y="343"/>
                </a:lnTo>
                <a:lnTo>
                  <a:pt x="302" y="343"/>
                </a:lnTo>
                <a:lnTo>
                  <a:pt x="302" y="344"/>
                </a:lnTo>
                <a:lnTo>
                  <a:pt x="302" y="345"/>
                </a:lnTo>
                <a:lnTo>
                  <a:pt x="301" y="345"/>
                </a:lnTo>
                <a:lnTo>
                  <a:pt x="301" y="346"/>
                </a:lnTo>
                <a:lnTo>
                  <a:pt x="300" y="346"/>
                </a:lnTo>
                <a:lnTo>
                  <a:pt x="300" y="347"/>
                </a:lnTo>
                <a:lnTo>
                  <a:pt x="299" y="347"/>
                </a:lnTo>
                <a:lnTo>
                  <a:pt x="298" y="347"/>
                </a:lnTo>
                <a:lnTo>
                  <a:pt x="297" y="347"/>
                </a:lnTo>
                <a:lnTo>
                  <a:pt x="296" y="347"/>
                </a:lnTo>
                <a:lnTo>
                  <a:pt x="295" y="347"/>
                </a:lnTo>
                <a:lnTo>
                  <a:pt x="295" y="346"/>
                </a:lnTo>
                <a:lnTo>
                  <a:pt x="296" y="346"/>
                </a:lnTo>
                <a:lnTo>
                  <a:pt x="295" y="346"/>
                </a:lnTo>
                <a:lnTo>
                  <a:pt x="294" y="346"/>
                </a:lnTo>
                <a:lnTo>
                  <a:pt x="293" y="346"/>
                </a:lnTo>
                <a:lnTo>
                  <a:pt x="292" y="346"/>
                </a:lnTo>
                <a:lnTo>
                  <a:pt x="291" y="346"/>
                </a:lnTo>
                <a:lnTo>
                  <a:pt x="291" y="347"/>
                </a:lnTo>
                <a:lnTo>
                  <a:pt x="290" y="346"/>
                </a:lnTo>
                <a:lnTo>
                  <a:pt x="289" y="346"/>
                </a:lnTo>
                <a:lnTo>
                  <a:pt x="288" y="346"/>
                </a:lnTo>
                <a:lnTo>
                  <a:pt x="287" y="346"/>
                </a:lnTo>
                <a:lnTo>
                  <a:pt x="286" y="346"/>
                </a:lnTo>
                <a:lnTo>
                  <a:pt x="286" y="345"/>
                </a:lnTo>
                <a:lnTo>
                  <a:pt x="285" y="345"/>
                </a:lnTo>
                <a:lnTo>
                  <a:pt x="285" y="344"/>
                </a:lnTo>
                <a:lnTo>
                  <a:pt x="285" y="343"/>
                </a:lnTo>
                <a:lnTo>
                  <a:pt x="284" y="343"/>
                </a:lnTo>
                <a:lnTo>
                  <a:pt x="283" y="343"/>
                </a:lnTo>
                <a:lnTo>
                  <a:pt x="282" y="343"/>
                </a:lnTo>
                <a:lnTo>
                  <a:pt x="281" y="343"/>
                </a:lnTo>
                <a:lnTo>
                  <a:pt x="280" y="343"/>
                </a:lnTo>
                <a:lnTo>
                  <a:pt x="279" y="343"/>
                </a:lnTo>
                <a:lnTo>
                  <a:pt x="278" y="343"/>
                </a:lnTo>
                <a:lnTo>
                  <a:pt x="278" y="342"/>
                </a:lnTo>
                <a:lnTo>
                  <a:pt x="278" y="343"/>
                </a:lnTo>
                <a:lnTo>
                  <a:pt x="277" y="343"/>
                </a:lnTo>
                <a:lnTo>
                  <a:pt x="276" y="343"/>
                </a:lnTo>
                <a:lnTo>
                  <a:pt x="276" y="342"/>
                </a:lnTo>
                <a:lnTo>
                  <a:pt x="276" y="343"/>
                </a:lnTo>
                <a:lnTo>
                  <a:pt x="275" y="343"/>
                </a:lnTo>
                <a:lnTo>
                  <a:pt x="274" y="344"/>
                </a:lnTo>
                <a:lnTo>
                  <a:pt x="273" y="344"/>
                </a:lnTo>
                <a:lnTo>
                  <a:pt x="272" y="344"/>
                </a:lnTo>
                <a:lnTo>
                  <a:pt x="272" y="343"/>
                </a:lnTo>
                <a:lnTo>
                  <a:pt x="271" y="343"/>
                </a:lnTo>
                <a:lnTo>
                  <a:pt x="272" y="342"/>
                </a:lnTo>
                <a:lnTo>
                  <a:pt x="271" y="342"/>
                </a:lnTo>
                <a:lnTo>
                  <a:pt x="271" y="341"/>
                </a:lnTo>
                <a:lnTo>
                  <a:pt x="271" y="340"/>
                </a:lnTo>
                <a:lnTo>
                  <a:pt x="270" y="340"/>
                </a:lnTo>
                <a:lnTo>
                  <a:pt x="269" y="340"/>
                </a:lnTo>
                <a:lnTo>
                  <a:pt x="268" y="340"/>
                </a:lnTo>
                <a:lnTo>
                  <a:pt x="268" y="341"/>
                </a:lnTo>
                <a:lnTo>
                  <a:pt x="267" y="341"/>
                </a:lnTo>
                <a:lnTo>
                  <a:pt x="267" y="340"/>
                </a:lnTo>
                <a:lnTo>
                  <a:pt x="267" y="339"/>
                </a:lnTo>
                <a:lnTo>
                  <a:pt x="266" y="339"/>
                </a:lnTo>
                <a:lnTo>
                  <a:pt x="267" y="338"/>
                </a:lnTo>
                <a:lnTo>
                  <a:pt x="266" y="338"/>
                </a:lnTo>
                <a:lnTo>
                  <a:pt x="266" y="337"/>
                </a:lnTo>
                <a:lnTo>
                  <a:pt x="266" y="338"/>
                </a:lnTo>
                <a:lnTo>
                  <a:pt x="265" y="338"/>
                </a:lnTo>
                <a:lnTo>
                  <a:pt x="265" y="337"/>
                </a:lnTo>
                <a:lnTo>
                  <a:pt x="264" y="337"/>
                </a:lnTo>
                <a:lnTo>
                  <a:pt x="264" y="336"/>
                </a:lnTo>
                <a:lnTo>
                  <a:pt x="263" y="336"/>
                </a:lnTo>
                <a:lnTo>
                  <a:pt x="263" y="335"/>
                </a:lnTo>
                <a:lnTo>
                  <a:pt x="264" y="335"/>
                </a:lnTo>
                <a:lnTo>
                  <a:pt x="263" y="335"/>
                </a:lnTo>
                <a:lnTo>
                  <a:pt x="263" y="334"/>
                </a:lnTo>
                <a:lnTo>
                  <a:pt x="262" y="334"/>
                </a:lnTo>
                <a:lnTo>
                  <a:pt x="261" y="334"/>
                </a:lnTo>
                <a:lnTo>
                  <a:pt x="260" y="333"/>
                </a:lnTo>
                <a:lnTo>
                  <a:pt x="260" y="332"/>
                </a:lnTo>
                <a:lnTo>
                  <a:pt x="260" y="331"/>
                </a:lnTo>
                <a:lnTo>
                  <a:pt x="259" y="331"/>
                </a:lnTo>
                <a:lnTo>
                  <a:pt x="256" y="331"/>
                </a:lnTo>
                <a:lnTo>
                  <a:pt x="255" y="331"/>
                </a:lnTo>
                <a:lnTo>
                  <a:pt x="254" y="331"/>
                </a:lnTo>
                <a:lnTo>
                  <a:pt x="253" y="331"/>
                </a:lnTo>
                <a:lnTo>
                  <a:pt x="252" y="331"/>
                </a:lnTo>
                <a:lnTo>
                  <a:pt x="251" y="331"/>
                </a:lnTo>
                <a:lnTo>
                  <a:pt x="250" y="331"/>
                </a:lnTo>
                <a:lnTo>
                  <a:pt x="249" y="331"/>
                </a:lnTo>
                <a:lnTo>
                  <a:pt x="249" y="330"/>
                </a:lnTo>
                <a:lnTo>
                  <a:pt x="248" y="330"/>
                </a:lnTo>
                <a:lnTo>
                  <a:pt x="248" y="331"/>
                </a:lnTo>
                <a:lnTo>
                  <a:pt x="247" y="331"/>
                </a:lnTo>
                <a:lnTo>
                  <a:pt x="247" y="330"/>
                </a:lnTo>
                <a:lnTo>
                  <a:pt x="245" y="330"/>
                </a:lnTo>
                <a:lnTo>
                  <a:pt x="243" y="330"/>
                </a:lnTo>
                <a:lnTo>
                  <a:pt x="241" y="330"/>
                </a:lnTo>
                <a:lnTo>
                  <a:pt x="240" y="330"/>
                </a:lnTo>
                <a:lnTo>
                  <a:pt x="239" y="330"/>
                </a:lnTo>
                <a:lnTo>
                  <a:pt x="238" y="330"/>
                </a:lnTo>
                <a:lnTo>
                  <a:pt x="237" y="330"/>
                </a:lnTo>
                <a:lnTo>
                  <a:pt x="237" y="329"/>
                </a:lnTo>
                <a:lnTo>
                  <a:pt x="236" y="329"/>
                </a:lnTo>
                <a:lnTo>
                  <a:pt x="235" y="329"/>
                </a:lnTo>
                <a:lnTo>
                  <a:pt x="234" y="329"/>
                </a:lnTo>
                <a:lnTo>
                  <a:pt x="233" y="329"/>
                </a:lnTo>
                <a:lnTo>
                  <a:pt x="232" y="329"/>
                </a:lnTo>
                <a:lnTo>
                  <a:pt x="231" y="329"/>
                </a:lnTo>
                <a:lnTo>
                  <a:pt x="230" y="329"/>
                </a:lnTo>
                <a:lnTo>
                  <a:pt x="230" y="328"/>
                </a:lnTo>
                <a:lnTo>
                  <a:pt x="230" y="327"/>
                </a:lnTo>
                <a:lnTo>
                  <a:pt x="230" y="326"/>
                </a:lnTo>
                <a:lnTo>
                  <a:pt x="230" y="325"/>
                </a:lnTo>
                <a:lnTo>
                  <a:pt x="230" y="324"/>
                </a:lnTo>
                <a:lnTo>
                  <a:pt x="229" y="324"/>
                </a:lnTo>
                <a:lnTo>
                  <a:pt x="228" y="324"/>
                </a:lnTo>
                <a:lnTo>
                  <a:pt x="227" y="324"/>
                </a:lnTo>
                <a:lnTo>
                  <a:pt x="225" y="324"/>
                </a:lnTo>
                <a:lnTo>
                  <a:pt x="225" y="323"/>
                </a:lnTo>
                <a:lnTo>
                  <a:pt x="224" y="323"/>
                </a:lnTo>
                <a:lnTo>
                  <a:pt x="224" y="322"/>
                </a:lnTo>
                <a:lnTo>
                  <a:pt x="223" y="322"/>
                </a:lnTo>
                <a:lnTo>
                  <a:pt x="223" y="323"/>
                </a:lnTo>
                <a:lnTo>
                  <a:pt x="222" y="323"/>
                </a:lnTo>
                <a:lnTo>
                  <a:pt x="221" y="323"/>
                </a:lnTo>
                <a:lnTo>
                  <a:pt x="221" y="322"/>
                </a:lnTo>
                <a:lnTo>
                  <a:pt x="220" y="322"/>
                </a:lnTo>
                <a:lnTo>
                  <a:pt x="220" y="323"/>
                </a:lnTo>
                <a:lnTo>
                  <a:pt x="219" y="323"/>
                </a:lnTo>
                <a:lnTo>
                  <a:pt x="219" y="324"/>
                </a:lnTo>
                <a:lnTo>
                  <a:pt x="219" y="323"/>
                </a:lnTo>
                <a:lnTo>
                  <a:pt x="218" y="323"/>
                </a:lnTo>
                <a:lnTo>
                  <a:pt x="217" y="323"/>
                </a:lnTo>
                <a:lnTo>
                  <a:pt x="216" y="323"/>
                </a:lnTo>
                <a:lnTo>
                  <a:pt x="215" y="323"/>
                </a:lnTo>
                <a:lnTo>
                  <a:pt x="214" y="324"/>
                </a:lnTo>
                <a:lnTo>
                  <a:pt x="215" y="325"/>
                </a:lnTo>
                <a:lnTo>
                  <a:pt x="214" y="325"/>
                </a:lnTo>
                <a:lnTo>
                  <a:pt x="214" y="326"/>
                </a:lnTo>
                <a:lnTo>
                  <a:pt x="214" y="327"/>
                </a:lnTo>
                <a:lnTo>
                  <a:pt x="215" y="327"/>
                </a:lnTo>
                <a:lnTo>
                  <a:pt x="215" y="328"/>
                </a:lnTo>
                <a:lnTo>
                  <a:pt x="215" y="329"/>
                </a:lnTo>
                <a:lnTo>
                  <a:pt x="215" y="330"/>
                </a:lnTo>
                <a:lnTo>
                  <a:pt x="214" y="330"/>
                </a:lnTo>
                <a:lnTo>
                  <a:pt x="214" y="331"/>
                </a:lnTo>
                <a:lnTo>
                  <a:pt x="213" y="331"/>
                </a:lnTo>
                <a:lnTo>
                  <a:pt x="212" y="331"/>
                </a:lnTo>
                <a:lnTo>
                  <a:pt x="211" y="332"/>
                </a:lnTo>
                <a:lnTo>
                  <a:pt x="210" y="332"/>
                </a:lnTo>
                <a:lnTo>
                  <a:pt x="210" y="331"/>
                </a:lnTo>
                <a:lnTo>
                  <a:pt x="209" y="331"/>
                </a:lnTo>
                <a:lnTo>
                  <a:pt x="209" y="330"/>
                </a:lnTo>
                <a:lnTo>
                  <a:pt x="209" y="329"/>
                </a:lnTo>
                <a:lnTo>
                  <a:pt x="208" y="329"/>
                </a:lnTo>
                <a:lnTo>
                  <a:pt x="207" y="329"/>
                </a:lnTo>
                <a:lnTo>
                  <a:pt x="207" y="328"/>
                </a:lnTo>
                <a:lnTo>
                  <a:pt x="206" y="328"/>
                </a:lnTo>
                <a:lnTo>
                  <a:pt x="206" y="327"/>
                </a:lnTo>
                <a:lnTo>
                  <a:pt x="205" y="327"/>
                </a:lnTo>
                <a:lnTo>
                  <a:pt x="204" y="328"/>
                </a:lnTo>
                <a:lnTo>
                  <a:pt x="203" y="328"/>
                </a:lnTo>
                <a:lnTo>
                  <a:pt x="203" y="329"/>
                </a:lnTo>
                <a:lnTo>
                  <a:pt x="202" y="329"/>
                </a:lnTo>
                <a:lnTo>
                  <a:pt x="201" y="329"/>
                </a:lnTo>
                <a:lnTo>
                  <a:pt x="201" y="330"/>
                </a:lnTo>
                <a:lnTo>
                  <a:pt x="200" y="330"/>
                </a:lnTo>
                <a:lnTo>
                  <a:pt x="200" y="329"/>
                </a:lnTo>
                <a:lnTo>
                  <a:pt x="199" y="329"/>
                </a:lnTo>
                <a:lnTo>
                  <a:pt x="198" y="329"/>
                </a:lnTo>
                <a:lnTo>
                  <a:pt x="198" y="330"/>
                </a:lnTo>
                <a:lnTo>
                  <a:pt x="198" y="329"/>
                </a:lnTo>
                <a:lnTo>
                  <a:pt x="197" y="329"/>
                </a:lnTo>
                <a:lnTo>
                  <a:pt x="197" y="330"/>
                </a:lnTo>
                <a:lnTo>
                  <a:pt x="196" y="330"/>
                </a:lnTo>
                <a:lnTo>
                  <a:pt x="196" y="329"/>
                </a:lnTo>
                <a:lnTo>
                  <a:pt x="195" y="329"/>
                </a:lnTo>
                <a:lnTo>
                  <a:pt x="194" y="329"/>
                </a:lnTo>
                <a:lnTo>
                  <a:pt x="194" y="330"/>
                </a:lnTo>
                <a:lnTo>
                  <a:pt x="193" y="330"/>
                </a:lnTo>
                <a:lnTo>
                  <a:pt x="192" y="330"/>
                </a:lnTo>
                <a:lnTo>
                  <a:pt x="192" y="329"/>
                </a:lnTo>
                <a:lnTo>
                  <a:pt x="192" y="330"/>
                </a:lnTo>
                <a:lnTo>
                  <a:pt x="191" y="330"/>
                </a:lnTo>
                <a:lnTo>
                  <a:pt x="192" y="330"/>
                </a:lnTo>
                <a:lnTo>
                  <a:pt x="192" y="331"/>
                </a:lnTo>
                <a:lnTo>
                  <a:pt x="191" y="331"/>
                </a:lnTo>
                <a:lnTo>
                  <a:pt x="191" y="332"/>
                </a:lnTo>
                <a:lnTo>
                  <a:pt x="192" y="332"/>
                </a:lnTo>
                <a:lnTo>
                  <a:pt x="192" y="333"/>
                </a:lnTo>
                <a:lnTo>
                  <a:pt x="191" y="333"/>
                </a:lnTo>
                <a:lnTo>
                  <a:pt x="191" y="334"/>
                </a:lnTo>
                <a:lnTo>
                  <a:pt x="192" y="334"/>
                </a:lnTo>
                <a:lnTo>
                  <a:pt x="193" y="335"/>
                </a:lnTo>
                <a:lnTo>
                  <a:pt x="194" y="335"/>
                </a:lnTo>
                <a:lnTo>
                  <a:pt x="195" y="335"/>
                </a:lnTo>
                <a:lnTo>
                  <a:pt x="196" y="335"/>
                </a:lnTo>
                <a:lnTo>
                  <a:pt x="196" y="336"/>
                </a:lnTo>
                <a:lnTo>
                  <a:pt x="197" y="336"/>
                </a:lnTo>
                <a:lnTo>
                  <a:pt x="197" y="337"/>
                </a:lnTo>
                <a:lnTo>
                  <a:pt x="196" y="337"/>
                </a:lnTo>
                <a:lnTo>
                  <a:pt x="195" y="337"/>
                </a:lnTo>
                <a:lnTo>
                  <a:pt x="195" y="338"/>
                </a:lnTo>
                <a:lnTo>
                  <a:pt x="194" y="338"/>
                </a:lnTo>
                <a:lnTo>
                  <a:pt x="194" y="339"/>
                </a:lnTo>
                <a:lnTo>
                  <a:pt x="193" y="339"/>
                </a:lnTo>
                <a:lnTo>
                  <a:pt x="193" y="340"/>
                </a:lnTo>
                <a:lnTo>
                  <a:pt x="192" y="341"/>
                </a:lnTo>
                <a:lnTo>
                  <a:pt x="192" y="342"/>
                </a:lnTo>
                <a:lnTo>
                  <a:pt x="193" y="342"/>
                </a:lnTo>
                <a:lnTo>
                  <a:pt x="193" y="343"/>
                </a:lnTo>
                <a:lnTo>
                  <a:pt x="192" y="343"/>
                </a:lnTo>
                <a:lnTo>
                  <a:pt x="192" y="344"/>
                </a:lnTo>
                <a:lnTo>
                  <a:pt x="193" y="344"/>
                </a:lnTo>
                <a:lnTo>
                  <a:pt x="193" y="345"/>
                </a:lnTo>
                <a:lnTo>
                  <a:pt x="194" y="345"/>
                </a:lnTo>
                <a:lnTo>
                  <a:pt x="195" y="345"/>
                </a:lnTo>
                <a:lnTo>
                  <a:pt x="195" y="346"/>
                </a:lnTo>
                <a:lnTo>
                  <a:pt x="195" y="347"/>
                </a:lnTo>
                <a:lnTo>
                  <a:pt x="195" y="348"/>
                </a:lnTo>
                <a:lnTo>
                  <a:pt x="196" y="348"/>
                </a:lnTo>
                <a:lnTo>
                  <a:pt x="196" y="349"/>
                </a:lnTo>
                <a:lnTo>
                  <a:pt x="196" y="350"/>
                </a:lnTo>
                <a:lnTo>
                  <a:pt x="196" y="351"/>
                </a:lnTo>
                <a:lnTo>
                  <a:pt x="197" y="351"/>
                </a:lnTo>
                <a:lnTo>
                  <a:pt x="198" y="351"/>
                </a:lnTo>
                <a:lnTo>
                  <a:pt x="199" y="351"/>
                </a:lnTo>
                <a:lnTo>
                  <a:pt x="199" y="352"/>
                </a:lnTo>
                <a:lnTo>
                  <a:pt x="200" y="352"/>
                </a:lnTo>
                <a:lnTo>
                  <a:pt x="201" y="352"/>
                </a:lnTo>
                <a:lnTo>
                  <a:pt x="202" y="352"/>
                </a:lnTo>
                <a:lnTo>
                  <a:pt x="202" y="353"/>
                </a:lnTo>
                <a:lnTo>
                  <a:pt x="203" y="353"/>
                </a:lnTo>
                <a:lnTo>
                  <a:pt x="203" y="354"/>
                </a:lnTo>
                <a:lnTo>
                  <a:pt x="203" y="355"/>
                </a:lnTo>
                <a:lnTo>
                  <a:pt x="204" y="356"/>
                </a:lnTo>
                <a:lnTo>
                  <a:pt x="204" y="357"/>
                </a:lnTo>
                <a:lnTo>
                  <a:pt x="204" y="358"/>
                </a:lnTo>
                <a:lnTo>
                  <a:pt x="205" y="358"/>
                </a:lnTo>
                <a:lnTo>
                  <a:pt x="205" y="359"/>
                </a:lnTo>
                <a:lnTo>
                  <a:pt x="204" y="359"/>
                </a:lnTo>
                <a:lnTo>
                  <a:pt x="204" y="360"/>
                </a:lnTo>
                <a:lnTo>
                  <a:pt x="203" y="360"/>
                </a:lnTo>
                <a:lnTo>
                  <a:pt x="202" y="361"/>
                </a:lnTo>
                <a:lnTo>
                  <a:pt x="201" y="361"/>
                </a:lnTo>
                <a:lnTo>
                  <a:pt x="201" y="362"/>
                </a:lnTo>
                <a:lnTo>
                  <a:pt x="200" y="362"/>
                </a:lnTo>
                <a:lnTo>
                  <a:pt x="200" y="363"/>
                </a:lnTo>
                <a:lnTo>
                  <a:pt x="199" y="363"/>
                </a:lnTo>
                <a:lnTo>
                  <a:pt x="198" y="363"/>
                </a:lnTo>
                <a:lnTo>
                  <a:pt x="198" y="364"/>
                </a:lnTo>
                <a:lnTo>
                  <a:pt x="197" y="365"/>
                </a:lnTo>
                <a:lnTo>
                  <a:pt x="196" y="365"/>
                </a:lnTo>
                <a:lnTo>
                  <a:pt x="195" y="366"/>
                </a:lnTo>
                <a:lnTo>
                  <a:pt x="194" y="366"/>
                </a:lnTo>
                <a:lnTo>
                  <a:pt x="194" y="367"/>
                </a:lnTo>
                <a:lnTo>
                  <a:pt x="193" y="366"/>
                </a:lnTo>
                <a:lnTo>
                  <a:pt x="192" y="366"/>
                </a:lnTo>
                <a:lnTo>
                  <a:pt x="193" y="366"/>
                </a:lnTo>
                <a:lnTo>
                  <a:pt x="193" y="367"/>
                </a:lnTo>
                <a:lnTo>
                  <a:pt x="192" y="367"/>
                </a:lnTo>
                <a:lnTo>
                  <a:pt x="192" y="366"/>
                </a:lnTo>
                <a:lnTo>
                  <a:pt x="191" y="366"/>
                </a:lnTo>
                <a:lnTo>
                  <a:pt x="191" y="365"/>
                </a:lnTo>
                <a:lnTo>
                  <a:pt x="190" y="365"/>
                </a:lnTo>
                <a:lnTo>
                  <a:pt x="189" y="365"/>
                </a:lnTo>
                <a:lnTo>
                  <a:pt x="189" y="364"/>
                </a:lnTo>
                <a:lnTo>
                  <a:pt x="188" y="365"/>
                </a:lnTo>
                <a:lnTo>
                  <a:pt x="188" y="366"/>
                </a:lnTo>
                <a:lnTo>
                  <a:pt x="187" y="366"/>
                </a:lnTo>
                <a:lnTo>
                  <a:pt x="187" y="367"/>
                </a:lnTo>
                <a:lnTo>
                  <a:pt x="187" y="368"/>
                </a:lnTo>
                <a:lnTo>
                  <a:pt x="187" y="369"/>
                </a:lnTo>
                <a:lnTo>
                  <a:pt x="187" y="370"/>
                </a:lnTo>
                <a:lnTo>
                  <a:pt x="186" y="370"/>
                </a:lnTo>
                <a:lnTo>
                  <a:pt x="184" y="370"/>
                </a:lnTo>
                <a:lnTo>
                  <a:pt x="183" y="371"/>
                </a:lnTo>
                <a:lnTo>
                  <a:pt x="182" y="371"/>
                </a:lnTo>
                <a:lnTo>
                  <a:pt x="181" y="372"/>
                </a:lnTo>
                <a:lnTo>
                  <a:pt x="180" y="372"/>
                </a:lnTo>
                <a:lnTo>
                  <a:pt x="180" y="373"/>
                </a:lnTo>
                <a:lnTo>
                  <a:pt x="179" y="373"/>
                </a:lnTo>
                <a:lnTo>
                  <a:pt x="179" y="372"/>
                </a:lnTo>
                <a:lnTo>
                  <a:pt x="178" y="372"/>
                </a:lnTo>
                <a:lnTo>
                  <a:pt x="178" y="371"/>
                </a:lnTo>
                <a:lnTo>
                  <a:pt x="179" y="371"/>
                </a:lnTo>
                <a:lnTo>
                  <a:pt x="178" y="371"/>
                </a:lnTo>
                <a:lnTo>
                  <a:pt x="178" y="370"/>
                </a:lnTo>
                <a:lnTo>
                  <a:pt x="178" y="369"/>
                </a:lnTo>
                <a:lnTo>
                  <a:pt x="177" y="369"/>
                </a:lnTo>
                <a:lnTo>
                  <a:pt x="176" y="369"/>
                </a:lnTo>
                <a:lnTo>
                  <a:pt x="175" y="369"/>
                </a:lnTo>
                <a:lnTo>
                  <a:pt x="175" y="370"/>
                </a:lnTo>
                <a:lnTo>
                  <a:pt x="174" y="370"/>
                </a:lnTo>
                <a:lnTo>
                  <a:pt x="174" y="369"/>
                </a:lnTo>
                <a:lnTo>
                  <a:pt x="173" y="369"/>
                </a:lnTo>
                <a:lnTo>
                  <a:pt x="173" y="368"/>
                </a:lnTo>
                <a:lnTo>
                  <a:pt x="173" y="367"/>
                </a:lnTo>
                <a:lnTo>
                  <a:pt x="173" y="366"/>
                </a:lnTo>
                <a:lnTo>
                  <a:pt x="172" y="366"/>
                </a:lnTo>
                <a:lnTo>
                  <a:pt x="172" y="365"/>
                </a:lnTo>
                <a:lnTo>
                  <a:pt x="171" y="364"/>
                </a:lnTo>
                <a:lnTo>
                  <a:pt x="170" y="364"/>
                </a:lnTo>
                <a:lnTo>
                  <a:pt x="169" y="363"/>
                </a:lnTo>
                <a:lnTo>
                  <a:pt x="170" y="363"/>
                </a:lnTo>
                <a:lnTo>
                  <a:pt x="169" y="363"/>
                </a:lnTo>
                <a:lnTo>
                  <a:pt x="168" y="362"/>
                </a:lnTo>
                <a:lnTo>
                  <a:pt x="167" y="362"/>
                </a:lnTo>
                <a:lnTo>
                  <a:pt x="167" y="361"/>
                </a:lnTo>
                <a:lnTo>
                  <a:pt x="166" y="361"/>
                </a:lnTo>
                <a:lnTo>
                  <a:pt x="166" y="360"/>
                </a:lnTo>
                <a:lnTo>
                  <a:pt x="165" y="360"/>
                </a:lnTo>
                <a:lnTo>
                  <a:pt x="164" y="360"/>
                </a:lnTo>
                <a:lnTo>
                  <a:pt x="163" y="359"/>
                </a:lnTo>
                <a:lnTo>
                  <a:pt x="163" y="360"/>
                </a:lnTo>
                <a:lnTo>
                  <a:pt x="162" y="360"/>
                </a:lnTo>
                <a:lnTo>
                  <a:pt x="162" y="361"/>
                </a:lnTo>
                <a:lnTo>
                  <a:pt x="162" y="360"/>
                </a:lnTo>
                <a:lnTo>
                  <a:pt x="161" y="360"/>
                </a:lnTo>
                <a:lnTo>
                  <a:pt x="161" y="359"/>
                </a:lnTo>
                <a:lnTo>
                  <a:pt x="160" y="359"/>
                </a:lnTo>
                <a:lnTo>
                  <a:pt x="160" y="358"/>
                </a:lnTo>
                <a:lnTo>
                  <a:pt x="159" y="358"/>
                </a:lnTo>
                <a:lnTo>
                  <a:pt x="159" y="357"/>
                </a:lnTo>
                <a:lnTo>
                  <a:pt x="158" y="357"/>
                </a:lnTo>
                <a:lnTo>
                  <a:pt x="157" y="357"/>
                </a:lnTo>
                <a:lnTo>
                  <a:pt x="156" y="357"/>
                </a:lnTo>
                <a:lnTo>
                  <a:pt x="155" y="356"/>
                </a:lnTo>
                <a:lnTo>
                  <a:pt x="155" y="357"/>
                </a:lnTo>
                <a:lnTo>
                  <a:pt x="154" y="357"/>
                </a:lnTo>
                <a:lnTo>
                  <a:pt x="154" y="356"/>
                </a:lnTo>
                <a:lnTo>
                  <a:pt x="153" y="356"/>
                </a:lnTo>
                <a:lnTo>
                  <a:pt x="153" y="357"/>
                </a:lnTo>
                <a:lnTo>
                  <a:pt x="152" y="357"/>
                </a:lnTo>
                <a:lnTo>
                  <a:pt x="151" y="357"/>
                </a:lnTo>
                <a:lnTo>
                  <a:pt x="151" y="358"/>
                </a:lnTo>
                <a:lnTo>
                  <a:pt x="150" y="358"/>
                </a:lnTo>
                <a:lnTo>
                  <a:pt x="149" y="358"/>
                </a:lnTo>
                <a:lnTo>
                  <a:pt x="148" y="358"/>
                </a:lnTo>
                <a:lnTo>
                  <a:pt x="147" y="358"/>
                </a:lnTo>
                <a:lnTo>
                  <a:pt x="146" y="358"/>
                </a:lnTo>
                <a:lnTo>
                  <a:pt x="146" y="359"/>
                </a:lnTo>
                <a:lnTo>
                  <a:pt x="145" y="359"/>
                </a:lnTo>
                <a:lnTo>
                  <a:pt x="145" y="358"/>
                </a:lnTo>
                <a:lnTo>
                  <a:pt x="144" y="358"/>
                </a:lnTo>
                <a:lnTo>
                  <a:pt x="143" y="358"/>
                </a:lnTo>
                <a:lnTo>
                  <a:pt x="142" y="358"/>
                </a:lnTo>
                <a:lnTo>
                  <a:pt x="141" y="358"/>
                </a:lnTo>
                <a:lnTo>
                  <a:pt x="140" y="358"/>
                </a:lnTo>
                <a:lnTo>
                  <a:pt x="140" y="359"/>
                </a:lnTo>
                <a:lnTo>
                  <a:pt x="139" y="359"/>
                </a:lnTo>
                <a:lnTo>
                  <a:pt x="138" y="359"/>
                </a:lnTo>
                <a:lnTo>
                  <a:pt x="137" y="359"/>
                </a:lnTo>
                <a:lnTo>
                  <a:pt x="136" y="359"/>
                </a:lnTo>
                <a:lnTo>
                  <a:pt x="136" y="358"/>
                </a:lnTo>
                <a:lnTo>
                  <a:pt x="135" y="358"/>
                </a:lnTo>
                <a:lnTo>
                  <a:pt x="134" y="358"/>
                </a:lnTo>
                <a:lnTo>
                  <a:pt x="134" y="359"/>
                </a:lnTo>
                <a:lnTo>
                  <a:pt x="133" y="359"/>
                </a:lnTo>
                <a:lnTo>
                  <a:pt x="132" y="358"/>
                </a:lnTo>
                <a:lnTo>
                  <a:pt x="132" y="359"/>
                </a:lnTo>
                <a:lnTo>
                  <a:pt x="131" y="359"/>
                </a:lnTo>
                <a:lnTo>
                  <a:pt x="131" y="358"/>
                </a:lnTo>
                <a:lnTo>
                  <a:pt x="130" y="358"/>
                </a:lnTo>
                <a:lnTo>
                  <a:pt x="130" y="359"/>
                </a:lnTo>
                <a:lnTo>
                  <a:pt x="129" y="359"/>
                </a:lnTo>
                <a:lnTo>
                  <a:pt x="128" y="359"/>
                </a:lnTo>
                <a:lnTo>
                  <a:pt x="128" y="360"/>
                </a:lnTo>
                <a:lnTo>
                  <a:pt x="127" y="360"/>
                </a:lnTo>
                <a:lnTo>
                  <a:pt x="126" y="360"/>
                </a:lnTo>
                <a:lnTo>
                  <a:pt x="126" y="361"/>
                </a:lnTo>
                <a:lnTo>
                  <a:pt x="125" y="361"/>
                </a:lnTo>
                <a:lnTo>
                  <a:pt x="125" y="362"/>
                </a:lnTo>
                <a:lnTo>
                  <a:pt x="124" y="362"/>
                </a:lnTo>
                <a:lnTo>
                  <a:pt x="125" y="362"/>
                </a:lnTo>
                <a:lnTo>
                  <a:pt x="125" y="363"/>
                </a:lnTo>
                <a:lnTo>
                  <a:pt x="126" y="363"/>
                </a:lnTo>
                <a:lnTo>
                  <a:pt x="126" y="364"/>
                </a:lnTo>
                <a:lnTo>
                  <a:pt x="125" y="364"/>
                </a:lnTo>
                <a:lnTo>
                  <a:pt x="125" y="365"/>
                </a:lnTo>
                <a:lnTo>
                  <a:pt x="125" y="366"/>
                </a:lnTo>
                <a:lnTo>
                  <a:pt x="126" y="366"/>
                </a:lnTo>
                <a:lnTo>
                  <a:pt x="126" y="367"/>
                </a:lnTo>
                <a:lnTo>
                  <a:pt x="125" y="367"/>
                </a:lnTo>
                <a:lnTo>
                  <a:pt x="124" y="367"/>
                </a:lnTo>
                <a:lnTo>
                  <a:pt x="124" y="368"/>
                </a:lnTo>
                <a:lnTo>
                  <a:pt x="123" y="368"/>
                </a:lnTo>
                <a:lnTo>
                  <a:pt x="122" y="368"/>
                </a:lnTo>
                <a:lnTo>
                  <a:pt x="122" y="369"/>
                </a:lnTo>
                <a:lnTo>
                  <a:pt x="121" y="369"/>
                </a:lnTo>
                <a:lnTo>
                  <a:pt x="121" y="370"/>
                </a:lnTo>
                <a:lnTo>
                  <a:pt x="122" y="371"/>
                </a:lnTo>
                <a:lnTo>
                  <a:pt x="121" y="371"/>
                </a:lnTo>
                <a:lnTo>
                  <a:pt x="121" y="372"/>
                </a:lnTo>
                <a:lnTo>
                  <a:pt x="120" y="372"/>
                </a:lnTo>
                <a:lnTo>
                  <a:pt x="119" y="372"/>
                </a:lnTo>
                <a:lnTo>
                  <a:pt x="120" y="373"/>
                </a:lnTo>
                <a:lnTo>
                  <a:pt x="121" y="373"/>
                </a:lnTo>
                <a:lnTo>
                  <a:pt x="121" y="374"/>
                </a:lnTo>
                <a:lnTo>
                  <a:pt x="121" y="375"/>
                </a:lnTo>
                <a:lnTo>
                  <a:pt x="120" y="375"/>
                </a:lnTo>
                <a:lnTo>
                  <a:pt x="119" y="375"/>
                </a:lnTo>
                <a:lnTo>
                  <a:pt x="119" y="376"/>
                </a:lnTo>
                <a:lnTo>
                  <a:pt x="118" y="376"/>
                </a:lnTo>
                <a:lnTo>
                  <a:pt x="117" y="376"/>
                </a:lnTo>
                <a:lnTo>
                  <a:pt x="117" y="375"/>
                </a:lnTo>
                <a:lnTo>
                  <a:pt x="117" y="376"/>
                </a:lnTo>
                <a:lnTo>
                  <a:pt x="116" y="376"/>
                </a:lnTo>
                <a:lnTo>
                  <a:pt x="116" y="375"/>
                </a:lnTo>
                <a:lnTo>
                  <a:pt x="115" y="375"/>
                </a:lnTo>
                <a:lnTo>
                  <a:pt x="115" y="374"/>
                </a:lnTo>
                <a:lnTo>
                  <a:pt x="114" y="374"/>
                </a:lnTo>
                <a:lnTo>
                  <a:pt x="113" y="373"/>
                </a:lnTo>
                <a:lnTo>
                  <a:pt x="112" y="373"/>
                </a:lnTo>
                <a:lnTo>
                  <a:pt x="111" y="373"/>
                </a:lnTo>
                <a:lnTo>
                  <a:pt x="110" y="373"/>
                </a:lnTo>
                <a:lnTo>
                  <a:pt x="109" y="373"/>
                </a:lnTo>
                <a:lnTo>
                  <a:pt x="108" y="373"/>
                </a:lnTo>
                <a:lnTo>
                  <a:pt x="108" y="374"/>
                </a:lnTo>
                <a:lnTo>
                  <a:pt x="109" y="374"/>
                </a:lnTo>
                <a:lnTo>
                  <a:pt x="108" y="374"/>
                </a:lnTo>
                <a:lnTo>
                  <a:pt x="108" y="375"/>
                </a:lnTo>
                <a:lnTo>
                  <a:pt x="107" y="375"/>
                </a:lnTo>
                <a:lnTo>
                  <a:pt x="107" y="374"/>
                </a:lnTo>
                <a:lnTo>
                  <a:pt x="106" y="374"/>
                </a:lnTo>
                <a:lnTo>
                  <a:pt x="106" y="375"/>
                </a:lnTo>
                <a:lnTo>
                  <a:pt x="105" y="375"/>
                </a:lnTo>
                <a:lnTo>
                  <a:pt x="104" y="374"/>
                </a:lnTo>
                <a:lnTo>
                  <a:pt x="105" y="374"/>
                </a:lnTo>
                <a:lnTo>
                  <a:pt x="104" y="374"/>
                </a:lnTo>
                <a:lnTo>
                  <a:pt x="104" y="373"/>
                </a:lnTo>
                <a:lnTo>
                  <a:pt x="104" y="374"/>
                </a:lnTo>
                <a:lnTo>
                  <a:pt x="103" y="374"/>
                </a:lnTo>
                <a:lnTo>
                  <a:pt x="103" y="373"/>
                </a:lnTo>
                <a:lnTo>
                  <a:pt x="103" y="374"/>
                </a:lnTo>
                <a:lnTo>
                  <a:pt x="103" y="375"/>
                </a:lnTo>
                <a:lnTo>
                  <a:pt x="104" y="375"/>
                </a:lnTo>
                <a:lnTo>
                  <a:pt x="103" y="376"/>
                </a:lnTo>
                <a:lnTo>
                  <a:pt x="102" y="376"/>
                </a:lnTo>
                <a:lnTo>
                  <a:pt x="101" y="376"/>
                </a:lnTo>
                <a:lnTo>
                  <a:pt x="102" y="376"/>
                </a:lnTo>
                <a:lnTo>
                  <a:pt x="102" y="377"/>
                </a:lnTo>
                <a:lnTo>
                  <a:pt x="102" y="378"/>
                </a:lnTo>
                <a:lnTo>
                  <a:pt x="102" y="379"/>
                </a:lnTo>
                <a:lnTo>
                  <a:pt x="101" y="379"/>
                </a:lnTo>
                <a:lnTo>
                  <a:pt x="101" y="380"/>
                </a:lnTo>
                <a:lnTo>
                  <a:pt x="101" y="381"/>
                </a:lnTo>
                <a:lnTo>
                  <a:pt x="100" y="381"/>
                </a:lnTo>
                <a:lnTo>
                  <a:pt x="99" y="381"/>
                </a:lnTo>
                <a:lnTo>
                  <a:pt x="99" y="380"/>
                </a:lnTo>
                <a:lnTo>
                  <a:pt x="98" y="380"/>
                </a:lnTo>
                <a:lnTo>
                  <a:pt x="98" y="381"/>
                </a:lnTo>
                <a:lnTo>
                  <a:pt x="98" y="382"/>
                </a:lnTo>
                <a:lnTo>
                  <a:pt x="98" y="383"/>
                </a:lnTo>
                <a:lnTo>
                  <a:pt x="98" y="384"/>
                </a:lnTo>
                <a:lnTo>
                  <a:pt x="99" y="385"/>
                </a:lnTo>
                <a:lnTo>
                  <a:pt x="98" y="385"/>
                </a:lnTo>
                <a:lnTo>
                  <a:pt x="97" y="384"/>
                </a:lnTo>
                <a:lnTo>
                  <a:pt x="97" y="383"/>
                </a:lnTo>
                <a:lnTo>
                  <a:pt x="96" y="383"/>
                </a:lnTo>
                <a:lnTo>
                  <a:pt x="95" y="383"/>
                </a:lnTo>
                <a:lnTo>
                  <a:pt x="95" y="384"/>
                </a:lnTo>
                <a:lnTo>
                  <a:pt x="95" y="386"/>
                </a:lnTo>
                <a:lnTo>
                  <a:pt x="96" y="386"/>
                </a:lnTo>
                <a:lnTo>
                  <a:pt x="96" y="387"/>
                </a:lnTo>
                <a:lnTo>
                  <a:pt x="95" y="387"/>
                </a:lnTo>
                <a:lnTo>
                  <a:pt x="94" y="387"/>
                </a:lnTo>
                <a:lnTo>
                  <a:pt x="94" y="388"/>
                </a:lnTo>
                <a:lnTo>
                  <a:pt x="94" y="389"/>
                </a:lnTo>
                <a:lnTo>
                  <a:pt x="93" y="389"/>
                </a:lnTo>
                <a:lnTo>
                  <a:pt x="93" y="390"/>
                </a:lnTo>
                <a:lnTo>
                  <a:pt x="94" y="390"/>
                </a:lnTo>
                <a:lnTo>
                  <a:pt x="94" y="391"/>
                </a:lnTo>
                <a:lnTo>
                  <a:pt x="94" y="392"/>
                </a:lnTo>
                <a:lnTo>
                  <a:pt x="94" y="391"/>
                </a:lnTo>
                <a:lnTo>
                  <a:pt x="93" y="392"/>
                </a:lnTo>
                <a:lnTo>
                  <a:pt x="93" y="393"/>
                </a:lnTo>
                <a:lnTo>
                  <a:pt x="92" y="393"/>
                </a:lnTo>
                <a:lnTo>
                  <a:pt x="91" y="393"/>
                </a:lnTo>
                <a:lnTo>
                  <a:pt x="90" y="394"/>
                </a:lnTo>
                <a:lnTo>
                  <a:pt x="90" y="395"/>
                </a:lnTo>
                <a:lnTo>
                  <a:pt x="90" y="396"/>
                </a:lnTo>
                <a:lnTo>
                  <a:pt x="91" y="396"/>
                </a:lnTo>
                <a:lnTo>
                  <a:pt x="91" y="397"/>
                </a:lnTo>
                <a:lnTo>
                  <a:pt x="91" y="398"/>
                </a:lnTo>
                <a:lnTo>
                  <a:pt x="91" y="399"/>
                </a:lnTo>
                <a:lnTo>
                  <a:pt x="92" y="399"/>
                </a:lnTo>
                <a:lnTo>
                  <a:pt x="91" y="399"/>
                </a:lnTo>
                <a:lnTo>
                  <a:pt x="90" y="399"/>
                </a:lnTo>
                <a:lnTo>
                  <a:pt x="90" y="398"/>
                </a:lnTo>
                <a:lnTo>
                  <a:pt x="89" y="399"/>
                </a:lnTo>
                <a:lnTo>
                  <a:pt x="88" y="399"/>
                </a:lnTo>
                <a:lnTo>
                  <a:pt x="87" y="400"/>
                </a:lnTo>
                <a:lnTo>
                  <a:pt x="87" y="401"/>
                </a:lnTo>
                <a:lnTo>
                  <a:pt x="88" y="401"/>
                </a:lnTo>
                <a:lnTo>
                  <a:pt x="88" y="402"/>
                </a:lnTo>
                <a:lnTo>
                  <a:pt x="87" y="402"/>
                </a:lnTo>
                <a:lnTo>
                  <a:pt x="87" y="403"/>
                </a:lnTo>
                <a:lnTo>
                  <a:pt x="86" y="403"/>
                </a:lnTo>
                <a:lnTo>
                  <a:pt x="87" y="404"/>
                </a:lnTo>
                <a:lnTo>
                  <a:pt x="88" y="404"/>
                </a:lnTo>
                <a:lnTo>
                  <a:pt x="88" y="405"/>
                </a:lnTo>
                <a:lnTo>
                  <a:pt x="87" y="405"/>
                </a:lnTo>
                <a:lnTo>
                  <a:pt x="87" y="406"/>
                </a:lnTo>
                <a:lnTo>
                  <a:pt x="88" y="406"/>
                </a:lnTo>
                <a:lnTo>
                  <a:pt x="88" y="407"/>
                </a:lnTo>
                <a:lnTo>
                  <a:pt x="89" y="407"/>
                </a:lnTo>
                <a:lnTo>
                  <a:pt x="89" y="408"/>
                </a:lnTo>
                <a:lnTo>
                  <a:pt x="88" y="408"/>
                </a:lnTo>
                <a:lnTo>
                  <a:pt x="88" y="409"/>
                </a:lnTo>
                <a:lnTo>
                  <a:pt x="87" y="409"/>
                </a:lnTo>
                <a:lnTo>
                  <a:pt x="87" y="410"/>
                </a:lnTo>
                <a:lnTo>
                  <a:pt x="86" y="410"/>
                </a:lnTo>
                <a:lnTo>
                  <a:pt x="86" y="411"/>
                </a:lnTo>
                <a:lnTo>
                  <a:pt x="85" y="411"/>
                </a:lnTo>
                <a:lnTo>
                  <a:pt x="85" y="412"/>
                </a:lnTo>
                <a:lnTo>
                  <a:pt x="84" y="412"/>
                </a:lnTo>
                <a:lnTo>
                  <a:pt x="83" y="412"/>
                </a:lnTo>
                <a:lnTo>
                  <a:pt x="83" y="413"/>
                </a:lnTo>
                <a:lnTo>
                  <a:pt x="82" y="413"/>
                </a:lnTo>
                <a:lnTo>
                  <a:pt x="82" y="414"/>
                </a:lnTo>
                <a:lnTo>
                  <a:pt x="81" y="414"/>
                </a:lnTo>
                <a:lnTo>
                  <a:pt x="80" y="415"/>
                </a:lnTo>
                <a:lnTo>
                  <a:pt x="81" y="415"/>
                </a:lnTo>
                <a:lnTo>
                  <a:pt x="81" y="416"/>
                </a:lnTo>
                <a:lnTo>
                  <a:pt x="81" y="417"/>
                </a:lnTo>
                <a:lnTo>
                  <a:pt x="82" y="417"/>
                </a:lnTo>
                <a:lnTo>
                  <a:pt x="81" y="418"/>
                </a:lnTo>
                <a:lnTo>
                  <a:pt x="82" y="418"/>
                </a:lnTo>
                <a:lnTo>
                  <a:pt x="82" y="419"/>
                </a:lnTo>
                <a:lnTo>
                  <a:pt x="81" y="419"/>
                </a:lnTo>
                <a:lnTo>
                  <a:pt x="81" y="420"/>
                </a:lnTo>
                <a:lnTo>
                  <a:pt x="80" y="420"/>
                </a:lnTo>
                <a:lnTo>
                  <a:pt x="80" y="421"/>
                </a:lnTo>
                <a:lnTo>
                  <a:pt x="80" y="422"/>
                </a:lnTo>
                <a:lnTo>
                  <a:pt x="80" y="423"/>
                </a:lnTo>
                <a:lnTo>
                  <a:pt x="81" y="423"/>
                </a:lnTo>
                <a:lnTo>
                  <a:pt x="82" y="424"/>
                </a:lnTo>
                <a:lnTo>
                  <a:pt x="81" y="424"/>
                </a:lnTo>
                <a:lnTo>
                  <a:pt x="81" y="425"/>
                </a:lnTo>
                <a:lnTo>
                  <a:pt x="82" y="425"/>
                </a:lnTo>
                <a:lnTo>
                  <a:pt x="80" y="425"/>
                </a:lnTo>
                <a:lnTo>
                  <a:pt x="79" y="425"/>
                </a:lnTo>
                <a:lnTo>
                  <a:pt x="79" y="426"/>
                </a:lnTo>
                <a:lnTo>
                  <a:pt x="78" y="426"/>
                </a:lnTo>
                <a:lnTo>
                  <a:pt x="77" y="426"/>
                </a:lnTo>
                <a:lnTo>
                  <a:pt x="77" y="425"/>
                </a:lnTo>
                <a:lnTo>
                  <a:pt x="77" y="424"/>
                </a:lnTo>
                <a:lnTo>
                  <a:pt x="76" y="423"/>
                </a:lnTo>
                <a:lnTo>
                  <a:pt x="77" y="423"/>
                </a:lnTo>
                <a:lnTo>
                  <a:pt x="77" y="422"/>
                </a:lnTo>
                <a:lnTo>
                  <a:pt x="76" y="422"/>
                </a:lnTo>
                <a:lnTo>
                  <a:pt x="75" y="422"/>
                </a:lnTo>
                <a:lnTo>
                  <a:pt x="75" y="421"/>
                </a:lnTo>
                <a:lnTo>
                  <a:pt x="74" y="421"/>
                </a:lnTo>
                <a:lnTo>
                  <a:pt x="73" y="421"/>
                </a:lnTo>
                <a:lnTo>
                  <a:pt x="73" y="420"/>
                </a:lnTo>
                <a:lnTo>
                  <a:pt x="72" y="420"/>
                </a:lnTo>
                <a:lnTo>
                  <a:pt x="72" y="419"/>
                </a:lnTo>
                <a:lnTo>
                  <a:pt x="71" y="419"/>
                </a:lnTo>
                <a:lnTo>
                  <a:pt x="71" y="420"/>
                </a:lnTo>
                <a:lnTo>
                  <a:pt x="70" y="420"/>
                </a:lnTo>
                <a:lnTo>
                  <a:pt x="69" y="420"/>
                </a:lnTo>
                <a:lnTo>
                  <a:pt x="69" y="419"/>
                </a:lnTo>
                <a:lnTo>
                  <a:pt x="68" y="419"/>
                </a:lnTo>
                <a:lnTo>
                  <a:pt x="68" y="418"/>
                </a:lnTo>
                <a:lnTo>
                  <a:pt x="68" y="417"/>
                </a:lnTo>
                <a:lnTo>
                  <a:pt x="67" y="417"/>
                </a:lnTo>
                <a:lnTo>
                  <a:pt x="67" y="416"/>
                </a:lnTo>
                <a:lnTo>
                  <a:pt x="67" y="415"/>
                </a:lnTo>
                <a:lnTo>
                  <a:pt x="67" y="414"/>
                </a:lnTo>
                <a:lnTo>
                  <a:pt x="67" y="413"/>
                </a:lnTo>
                <a:lnTo>
                  <a:pt x="68" y="412"/>
                </a:lnTo>
                <a:lnTo>
                  <a:pt x="68" y="411"/>
                </a:lnTo>
                <a:lnTo>
                  <a:pt x="69" y="411"/>
                </a:lnTo>
                <a:lnTo>
                  <a:pt x="69" y="410"/>
                </a:lnTo>
                <a:lnTo>
                  <a:pt x="69" y="409"/>
                </a:lnTo>
                <a:lnTo>
                  <a:pt x="68" y="409"/>
                </a:lnTo>
                <a:lnTo>
                  <a:pt x="68" y="408"/>
                </a:lnTo>
                <a:lnTo>
                  <a:pt x="67" y="408"/>
                </a:lnTo>
                <a:lnTo>
                  <a:pt x="66" y="408"/>
                </a:lnTo>
                <a:lnTo>
                  <a:pt x="66" y="407"/>
                </a:lnTo>
                <a:lnTo>
                  <a:pt x="67" y="406"/>
                </a:lnTo>
                <a:lnTo>
                  <a:pt x="67" y="405"/>
                </a:lnTo>
                <a:lnTo>
                  <a:pt x="66" y="405"/>
                </a:lnTo>
                <a:lnTo>
                  <a:pt x="67" y="404"/>
                </a:lnTo>
                <a:lnTo>
                  <a:pt x="67" y="403"/>
                </a:lnTo>
                <a:lnTo>
                  <a:pt x="67" y="402"/>
                </a:lnTo>
                <a:lnTo>
                  <a:pt x="66" y="402"/>
                </a:lnTo>
                <a:lnTo>
                  <a:pt x="67" y="402"/>
                </a:lnTo>
                <a:lnTo>
                  <a:pt x="67" y="401"/>
                </a:lnTo>
                <a:lnTo>
                  <a:pt x="66" y="400"/>
                </a:lnTo>
                <a:lnTo>
                  <a:pt x="66" y="399"/>
                </a:lnTo>
                <a:lnTo>
                  <a:pt x="65" y="399"/>
                </a:lnTo>
                <a:lnTo>
                  <a:pt x="65" y="398"/>
                </a:lnTo>
                <a:lnTo>
                  <a:pt x="64" y="398"/>
                </a:lnTo>
                <a:lnTo>
                  <a:pt x="64" y="397"/>
                </a:lnTo>
                <a:lnTo>
                  <a:pt x="63" y="397"/>
                </a:lnTo>
                <a:lnTo>
                  <a:pt x="62" y="396"/>
                </a:lnTo>
                <a:lnTo>
                  <a:pt x="61" y="396"/>
                </a:lnTo>
                <a:lnTo>
                  <a:pt x="61" y="397"/>
                </a:lnTo>
                <a:lnTo>
                  <a:pt x="60" y="398"/>
                </a:lnTo>
                <a:lnTo>
                  <a:pt x="60" y="399"/>
                </a:lnTo>
                <a:lnTo>
                  <a:pt x="60" y="398"/>
                </a:lnTo>
                <a:lnTo>
                  <a:pt x="59" y="398"/>
                </a:lnTo>
                <a:lnTo>
                  <a:pt x="59" y="399"/>
                </a:lnTo>
                <a:lnTo>
                  <a:pt x="60" y="400"/>
                </a:lnTo>
                <a:lnTo>
                  <a:pt x="60" y="401"/>
                </a:lnTo>
                <a:lnTo>
                  <a:pt x="58" y="401"/>
                </a:lnTo>
                <a:lnTo>
                  <a:pt x="57" y="401"/>
                </a:lnTo>
                <a:lnTo>
                  <a:pt x="57" y="400"/>
                </a:lnTo>
                <a:lnTo>
                  <a:pt x="56" y="401"/>
                </a:lnTo>
                <a:lnTo>
                  <a:pt x="55" y="401"/>
                </a:lnTo>
                <a:lnTo>
                  <a:pt x="55" y="402"/>
                </a:lnTo>
                <a:lnTo>
                  <a:pt x="56" y="402"/>
                </a:lnTo>
                <a:lnTo>
                  <a:pt x="56" y="403"/>
                </a:lnTo>
                <a:lnTo>
                  <a:pt x="55" y="403"/>
                </a:lnTo>
                <a:lnTo>
                  <a:pt x="54" y="404"/>
                </a:lnTo>
                <a:lnTo>
                  <a:pt x="53" y="404"/>
                </a:lnTo>
                <a:lnTo>
                  <a:pt x="52" y="404"/>
                </a:lnTo>
                <a:lnTo>
                  <a:pt x="51" y="404"/>
                </a:lnTo>
                <a:lnTo>
                  <a:pt x="49" y="404"/>
                </a:lnTo>
                <a:lnTo>
                  <a:pt x="49" y="403"/>
                </a:lnTo>
                <a:lnTo>
                  <a:pt x="50" y="402"/>
                </a:lnTo>
                <a:lnTo>
                  <a:pt x="49" y="402"/>
                </a:lnTo>
                <a:lnTo>
                  <a:pt x="50" y="402"/>
                </a:lnTo>
                <a:lnTo>
                  <a:pt x="50" y="401"/>
                </a:lnTo>
                <a:lnTo>
                  <a:pt x="50" y="400"/>
                </a:lnTo>
                <a:lnTo>
                  <a:pt x="50" y="399"/>
                </a:lnTo>
                <a:lnTo>
                  <a:pt x="50" y="398"/>
                </a:lnTo>
                <a:lnTo>
                  <a:pt x="51" y="398"/>
                </a:lnTo>
                <a:lnTo>
                  <a:pt x="51" y="397"/>
                </a:lnTo>
                <a:lnTo>
                  <a:pt x="51" y="396"/>
                </a:lnTo>
                <a:lnTo>
                  <a:pt x="52" y="396"/>
                </a:lnTo>
                <a:lnTo>
                  <a:pt x="52" y="395"/>
                </a:lnTo>
                <a:lnTo>
                  <a:pt x="51" y="395"/>
                </a:lnTo>
                <a:lnTo>
                  <a:pt x="51" y="394"/>
                </a:lnTo>
                <a:lnTo>
                  <a:pt x="51" y="393"/>
                </a:lnTo>
                <a:lnTo>
                  <a:pt x="50" y="393"/>
                </a:lnTo>
                <a:lnTo>
                  <a:pt x="49" y="393"/>
                </a:lnTo>
                <a:lnTo>
                  <a:pt x="48" y="393"/>
                </a:lnTo>
                <a:lnTo>
                  <a:pt x="48" y="392"/>
                </a:lnTo>
                <a:lnTo>
                  <a:pt x="47" y="392"/>
                </a:lnTo>
                <a:lnTo>
                  <a:pt x="47" y="393"/>
                </a:lnTo>
                <a:lnTo>
                  <a:pt x="46" y="392"/>
                </a:lnTo>
                <a:lnTo>
                  <a:pt x="45" y="391"/>
                </a:lnTo>
                <a:lnTo>
                  <a:pt x="45" y="390"/>
                </a:lnTo>
                <a:lnTo>
                  <a:pt x="44" y="389"/>
                </a:lnTo>
                <a:lnTo>
                  <a:pt x="45" y="388"/>
                </a:lnTo>
                <a:lnTo>
                  <a:pt x="45" y="387"/>
                </a:lnTo>
                <a:lnTo>
                  <a:pt x="46" y="387"/>
                </a:lnTo>
                <a:lnTo>
                  <a:pt x="46" y="386"/>
                </a:lnTo>
                <a:lnTo>
                  <a:pt x="47" y="385"/>
                </a:lnTo>
                <a:lnTo>
                  <a:pt x="46" y="385"/>
                </a:lnTo>
                <a:lnTo>
                  <a:pt x="46" y="384"/>
                </a:lnTo>
                <a:lnTo>
                  <a:pt x="47" y="384"/>
                </a:lnTo>
                <a:lnTo>
                  <a:pt x="47" y="383"/>
                </a:lnTo>
                <a:lnTo>
                  <a:pt x="46" y="383"/>
                </a:lnTo>
                <a:lnTo>
                  <a:pt x="46" y="382"/>
                </a:lnTo>
                <a:lnTo>
                  <a:pt x="46" y="381"/>
                </a:lnTo>
                <a:lnTo>
                  <a:pt x="47" y="381"/>
                </a:lnTo>
                <a:lnTo>
                  <a:pt x="47" y="380"/>
                </a:lnTo>
                <a:lnTo>
                  <a:pt x="49" y="379"/>
                </a:lnTo>
                <a:lnTo>
                  <a:pt x="48" y="378"/>
                </a:lnTo>
                <a:lnTo>
                  <a:pt x="48" y="377"/>
                </a:lnTo>
                <a:lnTo>
                  <a:pt x="48" y="376"/>
                </a:lnTo>
                <a:lnTo>
                  <a:pt x="47" y="376"/>
                </a:lnTo>
                <a:lnTo>
                  <a:pt x="48" y="376"/>
                </a:lnTo>
                <a:lnTo>
                  <a:pt x="47" y="376"/>
                </a:lnTo>
                <a:lnTo>
                  <a:pt x="47" y="377"/>
                </a:lnTo>
                <a:lnTo>
                  <a:pt x="46" y="377"/>
                </a:lnTo>
                <a:lnTo>
                  <a:pt x="45" y="376"/>
                </a:lnTo>
                <a:lnTo>
                  <a:pt x="44" y="376"/>
                </a:lnTo>
                <a:lnTo>
                  <a:pt x="45" y="376"/>
                </a:lnTo>
                <a:lnTo>
                  <a:pt x="46" y="376"/>
                </a:lnTo>
                <a:lnTo>
                  <a:pt x="45" y="376"/>
                </a:lnTo>
                <a:lnTo>
                  <a:pt x="45" y="375"/>
                </a:lnTo>
                <a:lnTo>
                  <a:pt x="46" y="375"/>
                </a:lnTo>
                <a:lnTo>
                  <a:pt x="47" y="373"/>
                </a:lnTo>
                <a:lnTo>
                  <a:pt x="46" y="372"/>
                </a:lnTo>
                <a:lnTo>
                  <a:pt x="45" y="372"/>
                </a:lnTo>
                <a:lnTo>
                  <a:pt x="44" y="372"/>
                </a:lnTo>
                <a:lnTo>
                  <a:pt x="43" y="371"/>
                </a:lnTo>
                <a:lnTo>
                  <a:pt x="43" y="370"/>
                </a:lnTo>
                <a:lnTo>
                  <a:pt x="42" y="370"/>
                </a:lnTo>
                <a:lnTo>
                  <a:pt x="42" y="371"/>
                </a:lnTo>
                <a:lnTo>
                  <a:pt x="41" y="371"/>
                </a:lnTo>
                <a:lnTo>
                  <a:pt x="41" y="370"/>
                </a:lnTo>
                <a:lnTo>
                  <a:pt x="42" y="370"/>
                </a:lnTo>
                <a:lnTo>
                  <a:pt x="42" y="369"/>
                </a:lnTo>
                <a:lnTo>
                  <a:pt x="41" y="369"/>
                </a:lnTo>
                <a:lnTo>
                  <a:pt x="41" y="370"/>
                </a:lnTo>
                <a:lnTo>
                  <a:pt x="41" y="371"/>
                </a:lnTo>
                <a:lnTo>
                  <a:pt x="40" y="371"/>
                </a:lnTo>
                <a:lnTo>
                  <a:pt x="40" y="372"/>
                </a:lnTo>
                <a:lnTo>
                  <a:pt x="41" y="373"/>
                </a:lnTo>
                <a:lnTo>
                  <a:pt x="40" y="373"/>
                </a:lnTo>
                <a:lnTo>
                  <a:pt x="39" y="373"/>
                </a:lnTo>
                <a:lnTo>
                  <a:pt x="39" y="372"/>
                </a:lnTo>
                <a:lnTo>
                  <a:pt x="38" y="372"/>
                </a:lnTo>
                <a:lnTo>
                  <a:pt x="37" y="373"/>
                </a:lnTo>
                <a:lnTo>
                  <a:pt x="37" y="372"/>
                </a:lnTo>
                <a:lnTo>
                  <a:pt x="37" y="371"/>
                </a:lnTo>
                <a:lnTo>
                  <a:pt x="38" y="371"/>
                </a:lnTo>
                <a:lnTo>
                  <a:pt x="38" y="370"/>
                </a:lnTo>
                <a:lnTo>
                  <a:pt x="38" y="369"/>
                </a:lnTo>
                <a:lnTo>
                  <a:pt x="37" y="369"/>
                </a:lnTo>
                <a:lnTo>
                  <a:pt x="37" y="368"/>
                </a:lnTo>
                <a:lnTo>
                  <a:pt x="38" y="367"/>
                </a:lnTo>
                <a:lnTo>
                  <a:pt x="37" y="367"/>
                </a:lnTo>
                <a:lnTo>
                  <a:pt x="37" y="366"/>
                </a:lnTo>
                <a:lnTo>
                  <a:pt x="36" y="366"/>
                </a:lnTo>
                <a:lnTo>
                  <a:pt x="35" y="367"/>
                </a:lnTo>
                <a:lnTo>
                  <a:pt x="34" y="367"/>
                </a:lnTo>
                <a:lnTo>
                  <a:pt x="34" y="368"/>
                </a:lnTo>
                <a:lnTo>
                  <a:pt x="35" y="368"/>
                </a:lnTo>
                <a:lnTo>
                  <a:pt x="36" y="368"/>
                </a:lnTo>
                <a:lnTo>
                  <a:pt x="37" y="368"/>
                </a:lnTo>
                <a:lnTo>
                  <a:pt x="37" y="369"/>
                </a:lnTo>
                <a:lnTo>
                  <a:pt x="36" y="369"/>
                </a:lnTo>
                <a:lnTo>
                  <a:pt x="36" y="370"/>
                </a:lnTo>
                <a:lnTo>
                  <a:pt x="37" y="370"/>
                </a:lnTo>
                <a:lnTo>
                  <a:pt x="37" y="371"/>
                </a:lnTo>
                <a:lnTo>
                  <a:pt x="36" y="371"/>
                </a:lnTo>
                <a:lnTo>
                  <a:pt x="36" y="370"/>
                </a:lnTo>
                <a:lnTo>
                  <a:pt x="35" y="370"/>
                </a:lnTo>
                <a:lnTo>
                  <a:pt x="35" y="371"/>
                </a:lnTo>
                <a:lnTo>
                  <a:pt x="36" y="372"/>
                </a:lnTo>
                <a:lnTo>
                  <a:pt x="35" y="372"/>
                </a:lnTo>
                <a:lnTo>
                  <a:pt x="35" y="371"/>
                </a:lnTo>
                <a:lnTo>
                  <a:pt x="34" y="371"/>
                </a:lnTo>
                <a:lnTo>
                  <a:pt x="34" y="370"/>
                </a:lnTo>
                <a:lnTo>
                  <a:pt x="33" y="369"/>
                </a:lnTo>
                <a:lnTo>
                  <a:pt x="32" y="369"/>
                </a:lnTo>
                <a:lnTo>
                  <a:pt x="32" y="368"/>
                </a:lnTo>
                <a:lnTo>
                  <a:pt x="31" y="368"/>
                </a:lnTo>
                <a:lnTo>
                  <a:pt x="30" y="368"/>
                </a:lnTo>
                <a:lnTo>
                  <a:pt x="31" y="367"/>
                </a:lnTo>
                <a:lnTo>
                  <a:pt x="31" y="366"/>
                </a:lnTo>
                <a:lnTo>
                  <a:pt x="30" y="366"/>
                </a:lnTo>
                <a:lnTo>
                  <a:pt x="29" y="367"/>
                </a:lnTo>
                <a:lnTo>
                  <a:pt x="28" y="367"/>
                </a:lnTo>
                <a:lnTo>
                  <a:pt x="28" y="366"/>
                </a:lnTo>
                <a:lnTo>
                  <a:pt x="29" y="366"/>
                </a:lnTo>
                <a:lnTo>
                  <a:pt x="29" y="365"/>
                </a:lnTo>
                <a:lnTo>
                  <a:pt x="28" y="364"/>
                </a:lnTo>
                <a:lnTo>
                  <a:pt x="28" y="363"/>
                </a:lnTo>
                <a:lnTo>
                  <a:pt x="28" y="362"/>
                </a:lnTo>
                <a:lnTo>
                  <a:pt x="28" y="361"/>
                </a:lnTo>
                <a:lnTo>
                  <a:pt x="27" y="361"/>
                </a:lnTo>
                <a:lnTo>
                  <a:pt x="27" y="360"/>
                </a:lnTo>
                <a:lnTo>
                  <a:pt x="28" y="360"/>
                </a:lnTo>
                <a:lnTo>
                  <a:pt x="28" y="359"/>
                </a:lnTo>
                <a:lnTo>
                  <a:pt x="28" y="358"/>
                </a:lnTo>
                <a:lnTo>
                  <a:pt x="28" y="357"/>
                </a:lnTo>
                <a:lnTo>
                  <a:pt x="28" y="356"/>
                </a:lnTo>
                <a:lnTo>
                  <a:pt x="28" y="355"/>
                </a:lnTo>
                <a:lnTo>
                  <a:pt x="27" y="355"/>
                </a:lnTo>
                <a:lnTo>
                  <a:pt x="27" y="354"/>
                </a:lnTo>
                <a:lnTo>
                  <a:pt x="27" y="355"/>
                </a:lnTo>
                <a:lnTo>
                  <a:pt x="26" y="355"/>
                </a:lnTo>
                <a:lnTo>
                  <a:pt x="26" y="354"/>
                </a:lnTo>
                <a:lnTo>
                  <a:pt x="27" y="354"/>
                </a:lnTo>
                <a:lnTo>
                  <a:pt x="27" y="353"/>
                </a:lnTo>
                <a:lnTo>
                  <a:pt x="26" y="353"/>
                </a:lnTo>
                <a:lnTo>
                  <a:pt x="26" y="352"/>
                </a:lnTo>
                <a:lnTo>
                  <a:pt x="27" y="352"/>
                </a:lnTo>
                <a:lnTo>
                  <a:pt x="26" y="351"/>
                </a:lnTo>
                <a:lnTo>
                  <a:pt x="26" y="350"/>
                </a:lnTo>
                <a:lnTo>
                  <a:pt x="25" y="350"/>
                </a:lnTo>
                <a:lnTo>
                  <a:pt x="24" y="350"/>
                </a:lnTo>
                <a:lnTo>
                  <a:pt x="24" y="349"/>
                </a:lnTo>
                <a:lnTo>
                  <a:pt x="23" y="349"/>
                </a:lnTo>
                <a:lnTo>
                  <a:pt x="22" y="349"/>
                </a:lnTo>
                <a:lnTo>
                  <a:pt x="21" y="349"/>
                </a:lnTo>
                <a:lnTo>
                  <a:pt x="20" y="349"/>
                </a:lnTo>
                <a:lnTo>
                  <a:pt x="20" y="350"/>
                </a:lnTo>
                <a:lnTo>
                  <a:pt x="19" y="351"/>
                </a:lnTo>
                <a:lnTo>
                  <a:pt x="19" y="352"/>
                </a:lnTo>
                <a:lnTo>
                  <a:pt x="19" y="353"/>
                </a:lnTo>
                <a:lnTo>
                  <a:pt x="18" y="353"/>
                </a:lnTo>
                <a:lnTo>
                  <a:pt x="17" y="354"/>
                </a:lnTo>
                <a:lnTo>
                  <a:pt x="16" y="354"/>
                </a:lnTo>
                <a:lnTo>
                  <a:pt x="16" y="355"/>
                </a:lnTo>
                <a:lnTo>
                  <a:pt x="15" y="355"/>
                </a:lnTo>
                <a:lnTo>
                  <a:pt x="15" y="357"/>
                </a:lnTo>
                <a:lnTo>
                  <a:pt x="14" y="358"/>
                </a:lnTo>
                <a:lnTo>
                  <a:pt x="14" y="359"/>
                </a:lnTo>
                <a:lnTo>
                  <a:pt x="13" y="359"/>
                </a:lnTo>
                <a:lnTo>
                  <a:pt x="14" y="359"/>
                </a:lnTo>
                <a:lnTo>
                  <a:pt x="14" y="360"/>
                </a:lnTo>
                <a:lnTo>
                  <a:pt x="15" y="360"/>
                </a:lnTo>
                <a:lnTo>
                  <a:pt x="16" y="361"/>
                </a:lnTo>
                <a:lnTo>
                  <a:pt x="16" y="362"/>
                </a:lnTo>
                <a:lnTo>
                  <a:pt x="15" y="362"/>
                </a:lnTo>
                <a:lnTo>
                  <a:pt x="14" y="362"/>
                </a:lnTo>
                <a:lnTo>
                  <a:pt x="14" y="363"/>
                </a:lnTo>
                <a:lnTo>
                  <a:pt x="13" y="362"/>
                </a:lnTo>
                <a:lnTo>
                  <a:pt x="12" y="363"/>
                </a:lnTo>
                <a:lnTo>
                  <a:pt x="12" y="362"/>
                </a:lnTo>
                <a:lnTo>
                  <a:pt x="12" y="363"/>
                </a:lnTo>
                <a:lnTo>
                  <a:pt x="11" y="363"/>
                </a:lnTo>
                <a:lnTo>
                  <a:pt x="12" y="363"/>
                </a:lnTo>
                <a:lnTo>
                  <a:pt x="13" y="363"/>
                </a:lnTo>
                <a:lnTo>
                  <a:pt x="13" y="364"/>
                </a:lnTo>
                <a:lnTo>
                  <a:pt x="12" y="364"/>
                </a:lnTo>
                <a:lnTo>
                  <a:pt x="12" y="365"/>
                </a:lnTo>
                <a:lnTo>
                  <a:pt x="11" y="364"/>
                </a:lnTo>
                <a:lnTo>
                  <a:pt x="10" y="364"/>
                </a:lnTo>
                <a:lnTo>
                  <a:pt x="10" y="363"/>
                </a:lnTo>
                <a:lnTo>
                  <a:pt x="9" y="363"/>
                </a:lnTo>
                <a:lnTo>
                  <a:pt x="8" y="363"/>
                </a:lnTo>
                <a:lnTo>
                  <a:pt x="8" y="362"/>
                </a:lnTo>
                <a:lnTo>
                  <a:pt x="7" y="362"/>
                </a:lnTo>
                <a:lnTo>
                  <a:pt x="6" y="362"/>
                </a:lnTo>
                <a:lnTo>
                  <a:pt x="6" y="361"/>
                </a:lnTo>
                <a:lnTo>
                  <a:pt x="6" y="360"/>
                </a:lnTo>
                <a:lnTo>
                  <a:pt x="7" y="359"/>
                </a:lnTo>
                <a:lnTo>
                  <a:pt x="7" y="358"/>
                </a:lnTo>
                <a:lnTo>
                  <a:pt x="6" y="358"/>
                </a:lnTo>
                <a:lnTo>
                  <a:pt x="5" y="358"/>
                </a:lnTo>
                <a:lnTo>
                  <a:pt x="5" y="359"/>
                </a:lnTo>
                <a:lnTo>
                  <a:pt x="5" y="358"/>
                </a:lnTo>
                <a:lnTo>
                  <a:pt x="4" y="358"/>
                </a:lnTo>
                <a:lnTo>
                  <a:pt x="4" y="357"/>
                </a:lnTo>
                <a:lnTo>
                  <a:pt x="4" y="356"/>
                </a:lnTo>
                <a:lnTo>
                  <a:pt x="5" y="356"/>
                </a:lnTo>
                <a:lnTo>
                  <a:pt x="5" y="355"/>
                </a:lnTo>
                <a:lnTo>
                  <a:pt x="5" y="354"/>
                </a:lnTo>
                <a:lnTo>
                  <a:pt x="4" y="354"/>
                </a:lnTo>
                <a:lnTo>
                  <a:pt x="3" y="353"/>
                </a:lnTo>
                <a:lnTo>
                  <a:pt x="3" y="352"/>
                </a:lnTo>
                <a:lnTo>
                  <a:pt x="2" y="352"/>
                </a:lnTo>
                <a:lnTo>
                  <a:pt x="2" y="353"/>
                </a:lnTo>
                <a:lnTo>
                  <a:pt x="2" y="354"/>
                </a:lnTo>
                <a:lnTo>
                  <a:pt x="1" y="354"/>
                </a:lnTo>
                <a:lnTo>
                  <a:pt x="0" y="354"/>
                </a:lnTo>
                <a:lnTo>
                  <a:pt x="0" y="353"/>
                </a:lnTo>
                <a:lnTo>
                  <a:pt x="0" y="352"/>
                </a:lnTo>
                <a:lnTo>
                  <a:pt x="0" y="351"/>
                </a:lnTo>
                <a:lnTo>
                  <a:pt x="1" y="351"/>
                </a:lnTo>
                <a:lnTo>
                  <a:pt x="1" y="350"/>
                </a:lnTo>
                <a:lnTo>
                  <a:pt x="1" y="349"/>
                </a:lnTo>
                <a:lnTo>
                  <a:pt x="2" y="349"/>
                </a:lnTo>
                <a:lnTo>
                  <a:pt x="3" y="350"/>
                </a:lnTo>
                <a:lnTo>
                  <a:pt x="4" y="349"/>
                </a:lnTo>
                <a:lnTo>
                  <a:pt x="5" y="348"/>
                </a:lnTo>
                <a:lnTo>
                  <a:pt x="6" y="347"/>
                </a:lnTo>
                <a:lnTo>
                  <a:pt x="6" y="348"/>
                </a:lnTo>
                <a:lnTo>
                  <a:pt x="7" y="348"/>
                </a:lnTo>
                <a:lnTo>
                  <a:pt x="8" y="348"/>
                </a:lnTo>
                <a:lnTo>
                  <a:pt x="8" y="349"/>
                </a:lnTo>
                <a:lnTo>
                  <a:pt x="9" y="349"/>
                </a:lnTo>
                <a:lnTo>
                  <a:pt x="10" y="349"/>
                </a:lnTo>
                <a:lnTo>
                  <a:pt x="11" y="349"/>
                </a:lnTo>
                <a:lnTo>
                  <a:pt x="11" y="348"/>
                </a:lnTo>
                <a:lnTo>
                  <a:pt x="12" y="348"/>
                </a:lnTo>
                <a:lnTo>
                  <a:pt x="12" y="347"/>
                </a:lnTo>
                <a:lnTo>
                  <a:pt x="12" y="348"/>
                </a:lnTo>
                <a:lnTo>
                  <a:pt x="13" y="348"/>
                </a:lnTo>
                <a:lnTo>
                  <a:pt x="13" y="349"/>
                </a:lnTo>
                <a:lnTo>
                  <a:pt x="14" y="349"/>
                </a:lnTo>
                <a:lnTo>
                  <a:pt x="14" y="348"/>
                </a:lnTo>
                <a:lnTo>
                  <a:pt x="13" y="348"/>
                </a:lnTo>
                <a:lnTo>
                  <a:pt x="13" y="347"/>
                </a:lnTo>
                <a:lnTo>
                  <a:pt x="14" y="347"/>
                </a:lnTo>
                <a:lnTo>
                  <a:pt x="14" y="346"/>
                </a:lnTo>
                <a:lnTo>
                  <a:pt x="14" y="345"/>
                </a:lnTo>
                <a:lnTo>
                  <a:pt x="14" y="344"/>
                </a:lnTo>
                <a:lnTo>
                  <a:pt x="13" y="344"/>
                </a:lnTo>
                <a:lnTo>
                  <a:pt x="13" y="343"/>
                </a:lnTo>
                <a:lnTo>
                  <a:pt x="13" y="342"/>
                </a:lnTo>
                <a:lnTo>
                  <a:pt x="14" y="341"/>
                </a:lnTo>
                <a:lnTo>
                  <a:pt x="14" y="340"/>
                </a:lnTo>
                <a:lnTo>
                  <a:pt x="14" y="339"/>
                </a:lnTo>
                <a:lnTo>
                  <a:pt x="15" y="339"/>
                </a:lnTo>
                <a:lnTo>
                  <a:pt x="15" y="338"/>
                </a:lnTo>
                <a:lnTo>
                  <a:pt x="15" y="337"/>
                </a:lnTo>
                <a:lnTo>
                  <a:pt x="15" y="336"/>
                </a:lnTo>
                <a:lnTo>
                  <a:pt x="15" y="337"/>
                </a:lnTo>
                <a:lnTo>
                  <a:pt x="16" y="337"/>
                </a:lnTo>
                <a:lnTo>
                  <a:pt x="15" y="336"/>
                </a:lnTo>
                <a:lnTo>
                  <a:pt x="15" y="335"/>
                </a:lnTo>
                <a:lnTo>
                  <a:pt x="14" y="335"/>
                </a:lnTo>
                <a:lnTo>
                  <a:pt x="14" y="334"/>
                </a:lnTo>
                <a:lnTo>
                  <a:pt x="14" y="331"/>
                </a:lnTo>
                <a:lnTo>
                  <a:pt x="14" y="330"/>
                </a:lnTo>
                <a:lnTo>
                  <a:pt x="15" y="330"/>
                </a:lnTo>
                <a:lnTo>
                  <a:pt x="14" y="329"/>
                </a:lnTo>
                <a:lnTo>
                  <a:pt x="13" y="329"/>
                </a:lnTo>
                <a:lnTo>
                  <a:pt x="13" y="330"/>
                </a:lnTo>
                <a:lnTo>
                  <a:pt x="13" y="329"/>
                </a:lnTo>
                <a:lnTo>
                  <a:pt x="13" y="328"/>
                </a:lnTo>
                <a:lnTo>
                  <a:pt x="14" y="328"/>
                </a:lnTo>
                <a:lnTo>
                  <a:pt x="14" y="327"/>
                </a:lnTo>
                <a:lnTo>
                  <a:pt x="14" y="328"/>
                </a:lnTo>
                <a:lnTo>
                  <a:pt x="14" y="327"/>
                </a:lnTo>
                <a:lnTo>
                  <a:pt x="15" y="326"/>
                </a:lnTo>
                <a:lnTo>
                  <a:pt x="16" y="324"/>
                </a:lnTo>
                <a:lnTo>
                  <a:pt x="16" y="323"/>
                </a:lnTo>
                <a:lnTo>
                  <a:pt x="17" y="322"/>
                </a:lnTo>
                <a:lnTo>
                  <a:pt x="17" y="320"/>
                </a:lnTo>
                <a:lnTo>
                  <a:pt x="18" y="319"/>
                </a:lnTo>
                <a:lnTo>
                  <a:pt x="17" y="319"/>
                </a:lnTo>
                <a:lnTo>
                  <a:pt x="16" y="319"/>
                </a:lnTo>
                <a:lnTo>
                  <a:pt x="17" y="317"/>
                </a:lnTo>
                <a:lnTo>
                  <a:pt x="17" y="315"/>
                </a:lnTo>
                <a:lnTo>
                  <a:pt x="17" y="314"/>
                </a:lnTo>
                <a:lnTo>
                  <a:pt x="17" y="313"/>
                </a:lnTo>
                <a:lnTo>
                  <a:pt x="18" y="313"/>
                </a:lnTo>
                <a:lnTo>
                  <a:pt x="18" y="312"/>
                </a:lnTo>
                <a:lnTo>
                  <a:pt x="18" y="311"/>
                </a:lnTo>
                <a:lnTo>
                  <a:pt x="19" y="309"/>
                </a:lnTo>
                <a:lnTo>
                  <a:pt x="18" y="309"/>
                </a:lnTo>
                <a:lnTo>
                  <a:pt x="17" y="309"/>
                </a:lnTo>
                <a:lnTo>
                  <a:pt x="17" y="308"/>
                </a:lnTo>
                <a:lnTo>
                  <a:pt x="16" y="308"/>
                </a:lnTo>
                <a:lnTo>
                  <a:pt x="16" y="307"/>
                </a:lnTo>
                <a:lnTo>
                  <a:pt x="15" y="307"/>
                </a:lnTo>
                <a:lnTo>
                  <a:pt x="15" y="306"/>
                </a:lnTo>
                <a:lnTo>
                  <a:pt x="15" y="305"/>
                </a:lnTo>
                <a:lnTo>
                  <a:pt x="14" y="305"/>
                </a:lnTo>
                <a:lnTo>
                  <a:pt x="14" y="304"/>
                </a:lnTo>
                <a:lnTo>
                  <a:pt x="14" y="303"/>
                </a:lnTo>
                <a:lnTo>
                  <a:pt x="13" y="303"/>
                </a:lnTo>
                <a:lnTo>
                  <a:pt x="12" y="303"/>
                </a:lnTo>
                <a:lnTo>
                  <a:pt x="11" y="303"/>
                </a:lnTo>
                <a:lnTo>
                  <a:pt x="11" y="302"/>
                </a:lnTo>
                <a:lnTo>
                  <a:pt x="10" y="301"/>
                </a:lnTo>
                <a:lnTo>
                  <a:pt x="10" y="300"/>
                </a:lnTo>
                <a:lnTo>
                  <a:pt x="9" y="300"/>
                </a:lnTo>
                <a:lnTo>
                  <a:pt x="8" y="299"/>
                </a:lnTo>
                <a:lnTo>
                  <a:pt x="8" y="298"/>
                </a:lnTo>
                <a:lnTo>
                  <a:pt x="7" y="299"/>
                </a:lnTo>
                <a:lnTo>
                  <a:pt x="6" y="299"/>
                </a:lnTo>
                <a:lnTo>
                  <a:pt x="5" y="299"/>
                </a:lnTo>
                <a:lnTo>
                  <a:pt x="5" y="298"/>
                </a:lnTo>
                <a:lnTo>
                  <a:pt x="4" y="298"/>
                </a:lnTo>
                <a:lnTo>
                  <a:pt x="3" y="297"/>
                </a:lnTo>
                <a:lnTo>
                  <a:pt x="2" y="295"/>
                </a:lnTo>
                <a:lnTo>
                  <a:pt x="3" y="295"/>
                </a:lnTo>
                <a:lnTo>
                  <a:pt x="4" y="295"/>
                </a:lnTo>
                <a:lnTo>
                  <a:pt x="5" y="295"/>
                </a:lnTo>
                <a:lnTo>
                  <a:pt x="5" y="294"/>
                </a:lnTo>
                <a:lnTo>
                  <a:pt x="4" y="293"/>
                </a:lnTo>
                <a:lnTo>
                  <a:pt x="5" y="293"/>
                </a:lnTo>
                <a:lnTo>
                  <a:pt x="5" y="292"/>
                </a:lnTo>
                <a:lnTo>
                  <a:pt x="4" y="291"/>
                </a:lnTo>
                <a:lnTo>
                  <a:pt x="4" y="290"/>
                </a:lnTo>
                <a:lnTo>
                  <a:pt x="4" y="289"/>
                </a:lnTo>
                <a:lnTo>
                  <a:pt x="5" y="289"/>
                </a:lnTo>
                <a:lnTo>
                  <a:pt x="4" y="289"/>
                </a:lnTo>
                <a:lnTo>
                  <a:pt x="4" y="288"/>
                </a:lnTo>
                <a:lnTo>
                  <a:pt x="4" y="287"/>
                </a:lnTo>
                <a:lnTo>
                  <a:pt x="4" y="286"/>
                </a:lnTo>
                <a:lnTo>
                  <a:pt x="5" y="285"/>
                </a:lnTo>
                <a:lnTo>
                  <a:pt x="6" y="285"/>
                </a:lnTo>
                <a:lnTo>
                  <a:pt x="7" y="285"/>
                </a:lnTo>
                <a:lnTo>
                  <a:pt x="7" y="284"/>
                </a:lnTo>
                <a:lnTo>
                  <a:pt x="8" y="284"/>
                </a:lnTo>
                <a:lnTo>
                  <a:pt x="8" y="285"/>
                </a:lnTo>
                <a:lnTo>
                  <a:pt x="9" y="286"/>
                </a:lnTo>
                <a:lnTo>
                  <a:pt x="10" y="285"/>
                </a:lnTo>
                <a:lnTo>
                  <a:pt x="10" y="284"/>
                </a:lnTo>
                <a:lnTo>
                  <a:pt x="11" y="284"/>
                </a:lnTo>
                <a:lnTo>
                  <a:pt x="13" y="284"/>
                </a:lnTo>
                <a:lnTo>
                  <a:pt x="13" y="285"/>
                </a:lnTo>
                <a:lnTo>
                  <a:pt x="14" y="285"/>
                </a:lnTo>
                <a:lnTo>
                  <a:pt x="15" y="285"/>
                </a:lnTo>
                <a:lnTo>
                  <a:pt x="16" y="286"/>
                </a:lnTo>
                <a:lnTo>
                  <a:pt x="17" y="286"/>
                </a:lnTo>
                <a:lnTo>
                  <a:pt x="17" y="287"/>
                </a:lnTo>
                <a:lnTo>
                  <a:pt x="18" y="287"/>
                </a:lnTo>
                <a:lnTo>
                  <a:pt x="18" y="286"/>
                </a:lnTo>
                <a:lnTo>
                  <a:pt x="19" y="286"/>
                </a:lnTo>
                <a:lnTo>
                  <a:pt x="19" y="285"/>
                </a:lnTo>
                <a:lnTo>
                  <a:pt x="20" y="285"/>
                </a:lnTo>
                <a:lnTo>
                  <a:pt x="20" y="284"/>
                </a:lnTo>
                <a:lnTo>
                  <a:pt x="20" y="285"/>
                </a:lnTo>
                <a:lnTo>
                  <a:pt x="21" y="284"/>
                </a:lnTo>
                <a:lnTo>
                  <a:pt x="22" y="284"/>
                </a:lnTo>
                <a:lnTo>
                  <a:pt x="22" y="283"/>
                </a:lnTo>
                <a:lnTo>
                  <a:pt x="21" y="283"/>
                </a:lnTo>
                <a:lnTo>
                  <a:pt x="22" y="283"/>
                </a:lnTo>
                <a:lnTo>
                  <a:pt x="23" y="282"/>
                </a:lnTo>
                <a:lnTo>
                  <a:pt x="22" y="282"/>
                </a:lnTo>
                <a:lnTo>
                  <a:pt x="23" y="282"/>
                </a:lnTo>
                <a:lnTo>
                  <a:pt x="23" y="281"/>
                </a:lnTo>
                <a:lnTo>
                  <a:pt x="24" y="281"/>
                </a:lnTo>
                <a:lnTo>
                  <a:pt x="24" y="282"/>
                </a:lnTo>
                <a:lnTo>
                  <a:pt x="25" y="282"/>
                </a:lnTo>
                <a:lnTo>
                  <a:pt x="24" y="281"/>
                </a:lnTo>
                <a:lnTo>
                  <a:pt x="25" y="281"/>
                </a:lnTo>
                <a:lnTo>
                  <a:pt x="25" y="280"/>
                </a:lnTo>
                <a:lnTo>
                  <a:pt x="25" y="279"/>
                </a:lnTo>
                <a:lnTo>
                  <a:pt x="25" y="278"/>
                </a:lnTo>
                <a:lnTo>
                  <a:pt x="24" y="277"/>
                </a:lnTo>
                <a:lnTo>
                  <a:pt x="24" y="276"/>
                </a:lnTo>
                <a:lnTo>
                  <a:pt x="25" y="276"/>
                </a:lnTo>
                <a:lnTo>
                  <a:pt x="25" y="275"/>
                </a:lnTo>
                <a:lnTo>
                  <a:pt x="26" y="275"/>
                </a:lnTo>
                <a:lnTo>
                  <a:pt x="27" y="275"/>
                </a:lnTo>
                <a:lnTo>
                  <a:pt x="29" y="275"/>
                </a:lnTo>
                <a:lnTo>
                  <a:pt x="29" y="276"/>
                </a:lnTo>
                <a:lnTo>
                  <a:pt x="29" y="277"/>
                </a:lnTo>
                <a:lnTo>
                  <a:pt x="30" y="278"/>
                </a:lnTo>
                <a:lnTo>
                  <a:pt x="29" y="278"/>
                </a:lnTo>
                <a:lnTo>
                  <a:pt x="29" y="279"/>
                </a:lnTo>
                <a:lnTo>
                  <a:pt x="30" y="280"/>
                </a:lnTo>
                <a:lnTo>
                  <a:pt x="31" y="280"/>
                </a:lnTo>
                <a:lnTo>
                  <a:pt x="31" y="281"/>
                </a:lnTo>
                <a:lnTo>
                  <a:pt x="31" y="282"/>
                </a:lnTo>
                <a:lnTo>
                  <a:pt x="32" y="282"/>
                </a:lnTo>
                <a:lnTo>
                  <a:pt x="32" y="283"/>
                </a:lnTo>
                <a:lnTo>
                  <a:pt x="32" y="284"/>
                </a:lnTo>
                <a:lnTo>
                  <a:pt x="33" y="284"/>
                </a:lnTo>
                <a:lnTo>
                  <a:pt x="34" y="284"/>
                </a:lnTo>
                <a:lnTo>
                  <a:pt x="35" y="284"/>
                </a:lnTo>
                <a:lnTo>
                  <a:pt x="34" y="284"/>
                </a:lnTo>
                <a:lnTo>
                  <a:pt x="35" y="284"/>
                </a:lnTo>
                <a:lnTo>
                  <a:pt x="36" y="284"/>
                </a:lnTo>
                <a:lnTo>
                  <a:pt x="37" y="283"/>
                </a:lnTo>
                <a:lnTo>
                  <a:pt x="38" y="282"/>
                </a:lnTo>
                <a:lnTo>
                  <a:pt x="38" y="283"/>
                </a:lnTo>
                <a:lnTo>
                  <a:pt x="38" y="284"/>
                </a:lnTo>
                <a:lnTo>
                  <a:pt x="39" y="284"/>
                </a:lnTo>
                <a:lnTo>
                  <a:pt x="39" y="285"/>
                </a:lnTo>
                <a:lnTo>
                  <a:pt x="40" y="284"/>
                </a:lnTo>
                <a:lnTo>
                  <a:pt x="41" y="284"/>
                </a:lnTo>
                <a:lnTo>
                  <a:pt x="42" y="284"/>
                </a:lnTo>
                <a:lnTo>
                  <a:pt x="43" y="283"/>
                </a:lnTo>
                <a:lnTo>
                  <a:pt x="44" y="282"/>
                </a:lnTo>
                <a:lnTo>
                  <a:pt x="44" y="281"/>
                </a:lnTo>
                <a:lnTo>
                  <a:pt x="45" y="281"/>
                </a:lnTo>
                <a:lnTo>
                  <a:pt x="46" y="280"/>
                </a:lnTo>
                <a:lnTo>
                  <a:pt x="46" y="279"/>
                </a:lnTo>
                <a:lnTo>
                  <a:pt x="47" y="278"/>
                </a:lnTo>
                <a:lnTo>
                  <a:pt x="47" y="277"/>
                </a:lnTo>
                <a:lnTo>
                  <a:pt x="48" y="277"/>
                </a:lnTo>
                <a:lnTo>
                  <a:pt x="48" y="276"/>
                </a:lnTo>
                <a:lnTo>
                  <a:pt x="49" y="276"/>
                </a:lnTo>
                <a:lnTo>
                  <a:pt x="49" y="275"/>
                </a:lnTo>
                <a:lnTo>
                  <a:pt x="50" y="274"/>
                </a:lnTo>
                <a:lnTo>
                  <a:pt x="51" y="274"/>
                </a:lnTo>
                <a:lnTo>
                  <a:pt x="52" y="273"/>
                </a:lnTo>
                <a:lnTo>
                  <a:pt x="53" y="273"/>
                </a:lnTo>
                <a:lnTo>
                  <a:pt x="53" y="272"/>
                </a:lnTo>
                <a:lnTo>
                  <a:pt x="53" y="271"/>
                </a:lnTo>
                <a:lnTo>
                  <a:pt x="54" y="271"/>
                </a:lnTo>
                <a:lnTo>
                  <a:pt x="55" y="271"/>
                </a:lnTo>
                <a:lnTo>
                  <a:pt x="55" y="272"/>
                </a:lnTo>
                <a:lnTo>
                  <a:pt x="56" y="272"/>
                </a:lnTo>
                <a:lnTo>
                  <a:pt x="56" y="271"/>
                </a:lnTo>
                <a:lnTo>
                  <a:pt x="56" y="270"/>
                </a:lnTo>
                <a:lnTo>
                  <a:pt x="57" y="270"/>
                </a:lnTo>
                <a:lnTo>
                  <a:pt x="57" y="271"/>
                </a:lnTo>
                <a:lnTo>
                  <a:pt x="58" y="270"/>
                </a:lnTo>
                <a:lnTo>
                  <a:pt x="59" y="269"/>
                </a:lnTo>
                <a:lnTo>
                  <a:pt x="60" y="269"/>
                </a:lnTo>
                <a:lnTo>
                  <a:pt x="60" y="268"/>
                </a:lnTo>
                <a:lnTo>
                  <a:pt x="61" y="268"/>
                </a:lnTo>
                <a:lnTo>
                  <a:pt x="61" y="269"/>
                </a:lnTo>
                <a:lnTo>
                  <a:pt x="62" y="269"/>
                </a:lnTo>
                <a:lnTo>
                  <a:pt x="63" y="269"/>
                </a:lnTo>
                <a:lnTo>
                  <a:pt x="63" y="270"/>
                </a:lnTo>
                <a:lnTo>
                  <a:pt x="64" y="269"/>
                </a:lnTo>
                <a:lnTo>
                  <a:pt x="65" y="269"/>
                </a:lnTo>
                <a:lnTo>
                  <a:pt x="67" y="270"/>
                </a:lnTo>
                <a:lnTo>
                  <a:pt x="68" y="271"/>
                </a:lnTo>
                <a:lnTo>
                  <a:pt x="67" y="272"/>
                </a:lnTo>
                <a:lnTo>
                  <a:pt x="67" y="273"/>
                </a:lnTo>
                <a:lnTo>
                  <a:pt x="66" y="273"/>
                </a:lnTo>
                <a:lnTo>
                  <a:pt x="65" y="273"/>
                </a:lnTo>
                <a:lnTo>
                  <a:pt x="64" y="273"/>
                </a:lnTo>
                <a:lnTo>
                  <a:pt x="64" y="274"/>
                </a:lnTo>
                <a:lnTo>
                  <a:pt x="65" y="274"/>
                </a:lnTo>
                <a:lnTo>
                  <a:pt x="65" y="275"/>
                </a:lnTo>
                <a:lnTo>
                  <a:pt x="65" y="276"/>
                </a:lnTo>
                <a:lnTo>
                  <a:pt x="65" y="277"/>
                </a:lnTo>
                <a:lnTo>
                  <a:pt x="66" y="277"/>
                </a:lnTo>
                <a:lnTo>
                  <a:pt x="66" y="278"/>
                </a:lnTo>
                <a:lnTo>
                  <a:pt x="67" y="278"/>
                </a:lnTo>
                <a:lnTo>
                  <a:pt x="67" y="279"/>
                </a:lnTo>
                <a:lnTo>
                  <a:pt x="67" y="280"/>
                </a:lnTo>
                <a:lnTo>
                  <a:pt x="68" y="280"/>
                </a:lnTo>
                <a:lnTo>
                  <a:pt x="68" y="281"/>
                </a:lnTo>
                <a:lnTo>
                  <a:pt x="69" y="281"/>
                </a:lnTo>
                <a:lnTo>
                  <a:pt x="69" y="282"/>
                </a:lnTo>
                <a:lnTo>
                  <a:pt x="70" y="282"/>
                </a:lnTo>
                <a:lnTo>
                  <a:pt x="70" y="281"/>
                </a:lnTo>
                <a:lnTo>
                  <a:pt x="71" y="281"/>
                </a:lnTo>
                <a:lnTo>
                  <a:pt x="71" y="280"/>
                </a:lnTo>
                <a:lnTo>
                  <a:pt x="72" y="280"/>
                </a:lnTo>
                <a:lnTo>
                  <a:pt x="72" y="279"/>
                </a:lnTo>
                <a:lnTo>
                  <a:pt x="73" y="279"/>
                </a:lnTo>
                <a:lnTo>
                  <a:pt x="74" y="279"/>
                </a:lnTo>
                <a:lnTo>
                  <a:pt x="75" y="279"/>
                </a:lnTo>
                <a:lnTo>
                  <a:pt x="75" y="278"/>
                </a:lnTo>
                <a:lnTo>
                  <a:pt x="76" y="278"/>
                </a:lnTo>
                <a:lnTo>
                  <a:pt x="76" y="277"/>
                </a:lnTo>
                <a:lnTo>
                  <a:pt x="77" y="277"/>
                </a:lnTo>
                <a:lnTo>
                  <a:pt x="78" y="277"/>
                </a:lnTo>
                <a:lnTo>
                  <a:pt x="78" y="276"/>
                </a:lnTo>
                <a:lnTo>
                  <a:pt x="79" y="276"/>
                </a:lnTo>
                <a:lnTo>
                  <a:pt x="79" y="275"/>
                </a:lnTo>
                <a:lnTo>
                  <a:pt x="78" y="275"/>
                </a:lnTo>
                <a:lnTo>
                  <a:pt x="78" y="276"/>
                </a:lnTo>
                <a:lnTo>
                  <a:pt x="77" y="276"/>
                </a:lnTo>
                <a:lnTo>
                  <a:pt x="77" y="275"/>
                </a:lnTo>
                <a:lnTo>
                  <a:pt x="78" y="275"/>
                </a:lnTo>
                <a:lnTo>
                  <a:pt x="79" y="274"/>
                </a:lnTo>
                <a:lnTo>
                  <a:pt x="79" y="275"/>
                </a:lnTo>
                <a:lnTo>
                  <a:pt x="79" y="274"/>
                </a:lnTo>
                <a:lnTo>
                  <a:pt x="80" y="274"/>
                </a:lnTo>
                <a:lnTo>
                  <a:pt x="82" y="273"/>
                </a:lnTo>
                <a:lnTo>
                  <a:pt x="82" y="272"/>
                </a:lnTo>
                <a:lnTo>
                  <a:pt x="83" y="272"/>
                </a:lnTo>
                <a:lnTo>
                  <a:pt x="83" y="271"/>
                </a:lnTo>
                <a:lnTo>
                  <a:pt x="84" y="271"/>
                </a:lnTo>
                <a:lnTo>
                  <a:pt x="84" y="272"/>
                </a:lnTo>
                <a:lnTo>
                  <a:pt x="85" y="273"/>
                </a:lnTo>
                <a:lnTo>
                  <a:pt x="85" y="272"/>
                </a:lnTo>
                <a:lnTo>
                  <a:pt x="86" y="272"/>
                </a:lnTo>
                <a:lnTo>
                  <a:pt x="86" y="273"/>
                </a:lnTo>
                <a:lnTo>
                  <a:pt x="85" y="274"/>
                </a:lnTo>
                <a:lnTo>
                  <a:pt x="84" y="274"/>
                </a:lnTo>
                <a:lnTo>
                  <a:pt x="85" y="274"/>
                </a:lnTo>
                <a:lnTo>
                  <a:pt x="86" y="275"/>
                </a:lnTo>
                <a:lnTo>
                  <a:pt x="87" y="275"/>
                </a:lnTo>
                <a:lnTo>
                  <a:pt x="88" y="276"/>
                </a:lnTo>
                <a:lnTo>
                  <a:pt x="88" y="277"/>
                </a:lnTo>
                <a:lnTo>
                  <a:pt x="88" y="278"/>
                </a:lnTo>
                <a:lnTo>
                  <a:pt x="89" y="278"/>
                </a:lnTo>
                <a:lnTo>
                  <a:pt x="89" y="279"/>
                </a:lnTo>
                <a:lnTo>
                  <a:pt x="88" y="280"/>
                </a:lnTo>
                <a:lnTo>
                  <a:pt x="88" y="281"/>
                </a:lnTo>
                <a:lnTo>
                  <a:pt x="87" y="281"/>
                </a:lnTo>
                <a:lnTo>
                  <a:pt x="87" y="282"/>
                </a:lnTo>
                <a:lnTo>
                  <a:pt x="87" y="283"/>
                </a:lnTo>
                <a:lnTo>
                  <a:pt x="87" y="284"/>
                </a:lnTo>
                <a:lnTo>
                  <a:pt x="88" y="284"/>
                </a:lnTo>
                <a:lnTo>
                  <a:pt x="88" y="285"/>
                </a:lnTo>
                <a:lnTo>
                  <a:pt x="89" y="285"/>
                </a:lnTo>
                <a:lnTo>
                  <a:pt x="89" y="284"/>
                </a:lnTo>
                <a:lnTo>
                  <a:pt x="90" y="284"/>
                </a:lnTo>
                <a:lnTo>
                  <a:pt x="90" y="283"/>
                </a:lnTo>
                <a:lnTo>
                  <a:pt x="91" y="282"/>
                </a:lnTo>
                <a:lnTo>
                  <a:pt x="91" y="281"/>
                </a:lnTo>
                <a:lnTo>
                  <a:pt x="92" y="281"/>
                </a:lnTo>
                <a:lnTo>
                  <a:pt x="93" y="280"/>
                </a:lnTo>
                <a:lnTo>
                  <a:pt x="93" y="279"/>
                </a:lnTo>
                <a:lnTo>
                  <a:pt x="94" y="279"/>
                </a:lnTo>
                <a:lnTo>
                  <a:pt x="94" y="278"/>
                </a:lnTo>
                <a:lnTo>
                  <a:pt x="94" y="277"/>
                </a:lnTo>
                <a:lnTo>
                  <a:pt x="95" y="277"/>
                </a:lnTo>
                <a:lnTo>
                  <a:pt x="95" y="276"/>
                </a:lnTo>
                <a:lnTo>
                  <a:pt x="95" y="275"/>
                </a:lnTo>
                <a:lnTo>
                  <a:pt x="96" y="274"/>
                </a:lnTo>
                <a:lnTo>
                  <a:pt x="97" y="274"/>
                </a:lnTo>
                <a:lnTo>
                  <a:pt x="97" y="273"/>
                </a:lnTo>
                <a:lnTo>
                  <a:pt x="98" y="272"/>
                </a:lnTo>
                <a:lnTo>
                  <a:pt x="99" y="272"/>
                </a:lnTo>
                <a:lnTo>
                  <a:pt x="100" y="272"/>
                </a:lnTo>
                <a:lnTo>
                  <a:pt x="100" y="271"/>
                </a:lnTo>
                <a:lnTo>
                  <a:pt x="101" y="270"/>
                </a:lnTo>
                <a:lnTo>
                  <a:pt x="102" y="269"/>
                </a:lnTo>
                <a:lnTo>
                  <a:pt x="103" y="269"/>
                </a:lnTo>
                <a:lnTo>
                  <a:pt x="103" y="268"/>
                </a:lnTo>
                <a:lnTo>
                  <a:pt x="104" y="268"/>
                </a:lnTo>
                <a:lnTo>
                  <a:pt x="104" y="267"/>
                </a:lnTo>
                <a:lnTo>
                  <a:pt x="105" y="267"/>
                </a:lnTo>
                <a:lnTo>
                  <a:pt x="105" y="268"/>
                </a:lnTo>
                <a:lnTo>
                  <a:pt x="105" y="269"/>
                </a:lnTo>
                <a:lnTo>
                  <a:pt x="105" y="270"/>
                </a:lnTo>
                <a:lnTo>
                  <a:pt x="106" y="269"/>
                </a:lnTo>
                <a:lnTo>
                  <a:pt x="107" y="269"/>
                </a:lnTo>
                <a:lnTo>
                  <a:pt x="108" y="269"/>
                </a:lnTo>
                <a:lnTo>
                  <a:pt x="109" y="269"/>
                </a:lnTo>
                <a:lnTo>
                  <a:pt x="109" y="268"/>
                </a:lnTo>
                <a:lnTo>
                  <a:pt x="109" y="267"/>
                </a:lnTo>
                <a:lnTo>
                  <a:pt x="109" y="266"/>
                </a:lnTo>
                <a:lnTo>
                  <a:pt x="109" y="265"/>
                </a:lnTo>
                <a:lnTo>
                  <a:pt x="109" y="264"/>
                </a:lnTo>
                <a:lnTo>
                  <a:pt x="110" y="264"/>
                </a:lnTo>
                <a:lnTo>
                  <a:pt x="111" y="264"/>
                </a:lnTo>
                <a:lnTo>
                  <a:pt x="112" y="264"/>
                </a:lnTo>
                <a:lnTo>
                  <a:pt x="112" y="263"/>
                </a:lnTo>
                <a:lnTo>
                  <a:pt x="112" y="264"/>
                </a:lnTo>
                <a:lnTo>
                  <a:pt x="113" y="264"/>
                </a:lnTo>
                <a:lnTo>
                  <a:pt x="113" y="263"/>
                </a:lnTo>
                <a:lnTo>
                  <a:pt x="114" y="263"/>
                </a:lnTo>
                <a:lnTo>
                  <a:pt x="114" y="262"/>
                </a:lnTo>
                <a:lnTo>
                  <a:pt x="115" y="262"/>
                </a:lnTo>
                <a:lnTo>
                  <a:pt x="115" y="261"/>
                </a:lnTo>
                <a:lnTo>
                  <a:pt x="116" y="261"/>
                </a:lnTo>
                <a:lnTo>
                  <a:pt x="116" y="260"/>
                </a:lnTo>
                <a:lnTo>
                  <a:pt x="116" y="259"/>
                </a:lnTo>
                <a:lnTo>
                  <a:pt x="116" y="258"/>
                </a:lnTo>
                <a:lnTo>
                  <a:pt x="115" y="258"/>
                </a:lnTo>
                <a:lnTo>
                  <a:pt x="115" y="257"/>
                </a:lnTo>
                <a:lnTo>
                  <a:pt x="116" y="257"/>
                </a:lnTo>
                <a:lnTo>
                  <a:pt x="117" y="257"/>
                </a:lnTo>
                <a:lnTo>
                  <a:pt x="118" y="257"/>
                </a:lnTo>
                <a:lnTo>
                  <a:pt x="118" y="256"/>
                </a:lnTo>
                <a:lnTo>
                  <a:pt x="119" y="256"/>
                </a:lnTo>
                <a:lnTo>
                  <a:pt x="120" y="255"/>
                </a:lnTo>
                <a:lnTo>
                  <a:pt x="120" y="256"/>
                </a:lnTo>
                <a:lnTo>
                  <a:pt x="120" y="257"/>
                </a:lnTo>
                <a:lnTo>
                  <a:pt x="120" y="256"/>
                </a:lnTo>
                <a:lnTo>
                  <a:pt x="121" y="256"/>
                </a:lnTo>
                <a:lnTo>
                  <a:pt x="122" y="255"/>
                </a:lnTo>
                <a:lnTo>
                  <a:pt x="121" y="255"/>
                </a:lnTo>
                <a:lnTo>
                  <a:pt x="121" y="254"/>
                </a:lnTo>
                <a:lnTo>
                  <a:pt x="121" y="253"/>
                </a:lnTo>
                <a:lnTo>
                  <a:pt x="122" y="253"/>
                </a:lnTo>
                <a:lnTo>
                  <a:pt x="123" y="252"/>
                </a:lnTo>
                <a:lnTo>
                  <a:pt x="123" y="251"/>
                </a:lnTo>
                <a:lnTo>
                  <a:pt x="124" y="251"/>
                </a:lnTo>
                <a:lnTo>
                  <a:pt x="124" y="250"/>
                </a:lnTo>
                <a:lnTo>
                  <a:pt x="125" y="250"/>
                </a:lnTo>
                <a:lnTo>
                  <a:pt x="126" y="250"/>
                </a:lnTo>
                <a:lnTo>
                  <a:pt x="126" y="249"/>
                </a:lnTo>
                <a:lnTo>
                  <a:pt x="127" y="248"/>
                </a:lnTo>
                <a:lnTo>
                  <a:pt x="128" y="248"/>
                </a:lnTo>
                <a:lnTo>
                  <a:pt x="130" y="247"/>
                </a:lnTo>
                <a:lnTo>
                  <a:pt x="131" y="247"/>
                </a:lnTo>
                <a:lnTo>
                  <a:pt x="132" y="246"/>
                </a:lnTo>
                <a:lnTo>
                  <a:pt x="133" y="246"/>
                </a:lnTo>
                <a:lnTo>
                  <a:pt x="133" y="245"/>
                </a:lnTo>
                <a:lnTo>
                  <a:pt x="134" y="245"/>
                </a:lnTo>
                <a:lnTo>
                  <a:pt x="135" y="245"/>
                </a:lnTo>
                <a:lnTo>
                  <a:pt x="136" y="245"/>
                </a:lnTo>
                <a:lnTo>
                  <a:pt x="136" y="244"/>
                </a:lnTo>
                <a:lnTo>
                  <a:pt x="137" y="243"/>
                </a:lnTo>
                <a:lnTo>
                  <a:pt x="138" y="243"/>
                </a:lnTo>
                <a:lnTo>
                  <a:pt x="139" y="244"/>
                </a:lnTo>
                <a:lnTo>
                  <a:pt x="140" y="244"/>
                </a:lnTo>
                <a:lnTo>
                  <a:pt x="141" y="244"/>
                </a:lnTo>
                <a:lnTo>
                  <a:pt x="142" y="244"/>
                </a:lnTo>
                <a:lnTo>
                  <a:pt x="142" y="245"/>
                </a:lnTo>
                <a:lnTo>
                  <a:pt x="142" y="246"/>
                </a:lnTo>
                <a:lnTo>
                  <a:pt x="143" y="246"/>
                </a:lnTo>
                <a:lnTo>
                  <a:pt x="143" y="245"/>
                </a:lnTo>
                <a:lnTo>
                  <a:pt x="144" y="245"/>
                </a:lnTo>
                <a:lnTo>
                  <a:pt x="144" y="244"/>
                </a:lnTo>
                <a:lnTo>
                  <a:pt x="145" y="244"/>
                </a:lnTo>
                <a:lnTo>
                  <a:pt x="145" y="245"/>
                </a:lnTo>
                <a:lnTo>
                  <a:pt x="146" y="244"/>
                </a:lnTo>
                <a:lnTo>
                  <a:pt x="146" y="245"/>
                </a:lnTo>
                <a:lnTo>
                  <a:pt x="147" y="245"/>
                </a:lnTo>
                <a:lnTo>
                  <a:pt x="147" y="246"/>
                </a:lnTo>
                <a:lnTo>
                  <a:pt x="147" y="247"/>
                </a:lnTo>
                <a:lnTo>
                  <a:pt x="148" y="247"/>
                </a:lnTo>
                <a:lnTo>
                  <a:pt x="148" y="248"/>
                </a:lnTo>
                <a:lnTo>
                  <a:pt x="148" y="249"/>
                </a:lnTo>
                <a:lnTo>
                  <a:pt x="148" y="250"/>
                </a:lnTo>
                <a:lnTo>
                  <a:pt x="149" y="250"/>
                </a:lnTo>
                <a:lnTo>
                  <a:pt x="150" y="251"/>
                </a:lnTo>
                <a:lnTo>
                  <a:pt x="150" y="252"/>
                </a:lnTo>
                <a:lnTo>
                  <a:pt x="151" y="252"/>
                </a:lnTo>
                <a:lnTo>
                  <a:pt x="150" y="253"/>
                </a:lnTo>
                <a:lnTo>
                  <a:pt x="151" y="253"/>
                </a:lnTo>
                <a:lnTo>
                  <a:pt x="152" y="253"/>
                </a:lnTo>
                <a:lnTo>
                  <a:pt x="154" y="253"/>
                </a:lnTo>
                <a:lnTo>
                  <a:pt x="154" y="252"/>
                </a:lnTo>
                <a:lnTo>
                  <a:pt x="155" y="252"/>
                </a:lnTo>
                <a:lnTo>
                  <a:pt x="155" y="250"/>
                </a:lnTo>
                <a:lnTo>
                  <a:pt x="156" y="249"/>
                </a:lnTo>
                <a:lnTo>
                  <a:pt x="157" y="249"/>
                </a:lnTo>
                <a:lnTo>
                  <a:pt x="157" y="248"/>
                </a:lnTo>
                <a:lnTo>
                  <a:pt x="158" y="247"/>
                </a:lnTo>
                <a:lnTo>
                  <a:pt x="158" y="246"/>
                </a:lnTo>
                <a:lnTo>
                  <a:pt x="159" y="245"/>
                </a:lnTo>
                <a:lnTo>
                  <a:pt x="159" y="244"/>
                </a:lnTo>
                <a:lnTo>
                  <a:pt x="160" y="244"/>
                </a:lnTo>
                <a:lnTo>
                  <a:pt x="160" y="243"/>
                </a:lnTo>
                <a:lnTo>
                  <a:pt x="160" y="242"/>
                </a:lnTo>
                <a:lnTo>
                  <a:pt x="160" y="241"/>
                </a:lnTo>
                <a:lnTo>
                  <a:pt x="160" y="240"/>
                </a:lnTo>
                <a:lnTo>
                  <a:pt x="160" y="239"/>
                </a:lnTo>
                <a:lnTo>
                  <a:pt x="160" y="238"/>
                </a:lnTo>
                <a:lnTo>
                  <a:pt x="161" y="238"/>
                </a:lnTo>
                <a:lnTo>
                  <a:pt x="161" y="237"/>
                </a:lnTo>
                <a:lnTo>
                  <a:pt x="162" y="237"/>
                </a:lnTo>
                <a:lnTo>
                  <a:pt x="161" y="236"/>
                </a:lnTo>
                <a:lnTo>
                  <a:pt x="162" y="236"/>
                </a:lnTo>
                <a:lnTo>
                  <a:pt x="162" y="235"/>
                </a:lnTo>
                <a:lnTo>
                  <a:pt x="162" y="234"/>
                </a:lnTo>
                <a:lnTo>
                  <a:pt x="161" y="234"/>
                </a:lnTo>
                <a:lnTo>
                  <a:pt x="160" y="234"/>
                </a:lnTo>
                <a:lnTo>
                  <a:pt x="159" y="234"/>
                </a:lnTo>
                <a:lnTo>
                  <a:pt x="159" y="233"/>
                </a:lnTo>
                <a:lnTo>
                  <a:pt x="159" y="231"/>
                </a:lnTo>
                <a:lnTo>
                  <a:pt x="159" y="230"/>
                </a:lnTo>
                <a:lnTo>
                  <a:pt x="158" y="230"/>
                </a:lnTo>
                <a:lnTo>
                  <a:pt x="157" y="230"/>
                </a:lnTo>
                <a:lnTo>
                  <a:pt x="157" y="229"/>
                </a:lnTo>
                <a:lnTo>
                  <a:pt x="158" y="229"/>
                </a:lnTo>
                <a:lnTo>
                  <a:pt x="158" y="228"/>
                </a:lnTo>
                <a:lnTo>
                  <a:pt x="158" y="227"/>
                </a:lnTo>
                <a:lnTo>
                  <a:pt x="159" y="227"/>
                </a:lnTo>
                <a:lnTo>
                  <a:pt x="159" y="226"/>
                </a:lnTo>
                <a:lnTo>
                  <a:pt x="158" y="226"/>
                </a:lnTo>
                <a:lnTo>
                  <a:pt x="157" y="226"/>
                </a:lnTo>
                <a:lnTo>
                  <a:pt x="157" y="225"/>
                </a:lnTo>
                <a:lnTo>
                  <a:pt x="158" y="224"/>
                </a:lnTo>
                <a:lnTo>
                  <a:pt x="158" y="223"/>
                </a:lnTo>
                <a:lnTo>
                  <a:pt x="158" y="222"/>
                </a:lnTo>
                <a:lnTo>
                  <a:pt x="159" y="222"/>
                </a:lnTo>
                <a:lnTo>
                  <a:pt x="160" y="222"/>
                </a:lnTo>
                <a:lnTo>
                  <a:pt x="160" y="221"/>
                </a:lnTo>
                <a:lnTo>
                  <a:pt x="161" y="221"/>
                </a:lnTo>
                <a:lnTo>
                  <a:pt x="162" y="221"/>
                </a:lnTo>
                <a:lnTo>
                  <a:pt x="162" y="220"/>
                </a:lnTo>
                <a:lnTo>
                  <a:pt x="163" y="220"/>
                </a:lnTo>
                <a:lnTo>
                  <a:pt x="164" y="220"/>
                </a:lnTo>
                <a:lnTo>
                  <a:pt x="164" y="219"/>
                </a:lnTo>
                <a:lnTo>
                  <a:pt x="163" y="219"/>
                </a:lnTo>
                <a:lnTo>
                  <a:pt x="164" y="218"/>
                </a:lnTo>
                <a:lnTo>
                  <a:pt x="164" y="217"/>
                </a:lnTo>
                <a:lnTo>
                  <a:pt x="165" y="217"/>
                </a:lnTo>
                <a:lnTo>
                  <a:pt x="164" y="216"/>
                </a:lnTo>
                <a:lnTo>
                  <a:pt x="163" y="215"/>
                </a:lnTo>
                <a:lnTo>
                  <a:pt x="163" y="214"/>
                </a:lnTo>
                <a:lnTo>
                  <a:pt x="163" y="213"/>
                </a:lnTo>
                <a:lnTo>
                  <a:pt x="163" y="211"/>
                </a:lnTo>
                <a:lnTo>
                  <a:pt x="162" y="211"/>
                </a:lnTo>
                <a:lnTo>
                  <a:pt x="162" y="210"/>
                </a:lnTo>
                <a:lnTo>
                  <a:pt x="162" y="209"/>
                </a:lnTo>
                <a:lnTo>
                  <a:pt x="162" y="208"/>
                </a:lnTo>
                <a:lnTo>
                  <a:pt x="162" y="207"/>
                </a:lnTo>
                <a:lnTo>
                  <a:pt x="161" y="207"/>
                </a:lnTo>
                <a:lnTo>
                  <a:pt x="161" y="206"/>
                </a:lnTo>
                <a:lnTo>
                  <a:pt x="161" y="205"/>
                </a:lnTo>
                <a:lnTo>
                  <a:pt x="161" y="204"/>
                </a:lnTo>
                <a:lnTo>
                  <a:pt x="161" y="203"/>
                </a:lnTo>
                <a:lnTo>
                  <a:pt x="161" y="202"/>
                </a:lnTo>
                <a:lnTo>
                  <a:pt x="161" y="201"/>
                </a:lnTo>
                <a:lnTo>
                  <a:pt x="160" y="201"/>
                </a:lnTo>
                <a:lnTo>
                  <a:pt x="160" y="200"/>
                </a:lnTo>
                <a:lnTo>
                  <a:pt x="161" y="200"/>
                </a:lnTo>
                <a:lnTo>
                  <a:pt x="161" y="199"/>
                </a:lnTo>
                <a:lnTo>
                  <a:pt x="160" y="198"/>
                </a:lnTo>
                <a:lnTo>
                  <a:pt x="160" y="197"/>
                </a:lnTo>
                <a:lnTo>
                  <a:pt x="160" y="196"/>
                </a:lnTo>
                <a:lnTo>
                  <a:pt x="159" y="195"/>
                </a:lnTo>
                <a:lnTo>
                  <a:pt x="160" y="194"/>
                </a:lnTo>
                <a:lnTo>
                  <a:pt x="159" y="193"/>
                </a:lnTo>
                <a:lnTo>
                  <a:pt x="158" y="193"/>
                </a:lnTo>
                <a:lnTo>
                  <a:pt x="158" y="192"/>
                </a:lnTo>
                <a:lnTo>
                  <a:pt x="157" y="192"/>
                </a:lnTo>
                <a:lnTo>
                  <a:pt x="157" y="191"/>
                </a:lnTo>
                <a:lnTo>
                  <a:pt x="156" y="191"/>
                </a:lnTo>
                <a:lnTo>
                  <a:pt x="155" y="191"/>
                </a:lnTo>
                <a:lnTo>
                  <a:pt x="154" y="191"/>
                </a:lnTo>
                <a:lnTo>
                  <a:pt x="153" y="191"/>
                </a:lnTo>
                <a:lnTo>
                  <a:pt x="152" y="191"/>
                </a:lnTo>
                <a:lnTo>
                  <a:pt x="151" y="190"/>
                </a:lnTo>
                <a:lnTo>
                  <a:pt x="151" y="189"/>
                </a:lnTo>
                <a:lnTo>
                  <a:pt x="150" y="189"/>
                </a:lnTo>
                <a:lnTo>
                  <a:pt x="150" y="188"/>
                </a:lnTo>
                <a:lnTo>
                  <a:pt x="149" y="188"/>
                </a:lnTo>
                <a:lnTo>
                  <a:pt x="148" y="187"/>
                </a:lnTo>
                <a:lnTo>
                  <a:pt x="147" y="187"/>
                </a:lnTo>
                <a:lnTo>
                  <a:pt x="147" y="186"/>
                </a:lnTo>
                <a:lnTo>
                  <a:pt x="146" y="185"/>
                </a:lnTo>
                <a:lnTo>
                  <a:pt x="146" y="184"/>
                </a:lnTo>
                <a:lnTo>
                  <a:pt x="145" y="184"/>
                </a:lnTo>
                <a:lnTo>
                  <a:pt x="144" y="184"/>
                </a:lnTo>
                <a:lnTo>
                  <a:pt x="143" y="185"/>
                </a:lnTo>
                <a:lnTo>
                  <a:pt x="142" y="185"/>
                </a:lnTo>
                <a:lnTo>
                  <a:pt x="142" y="184"/>
                </a:lnTo>
                <a:lnTo>
                  <a:pt x="141" y="184"/>
                </a:lnTo>
                <a:lnTo>
                  <a:pt x="142" y="184"/>
                </a:lnTo>
                <a:lnTo>
                  <a:pt x="142" y="183"/>
                </a:lnTo>
                <a:lnTo>
                  <a:pt x="143" y="183"/>
                </a:lnTo>
                <a:lnTo>
                  <a:pt x="143" y="182"/>
                </a:lnTo>
                <a:lnTo>
                  <a:pt x="144" y="182"/>
                </a:lnTo>
                <a:lnTo>
                  <a:pt x="144" y="181"/>
                </a:lnTo>
                <a:lnTo>
                  <a:pt x="145" y="181"/>
                </a:lnTo>
                <a:lnTo>
                  <a:pt x="145" y="180"/>
                </a:lnTo>
                <a:lnTo>
                  <a:pt x="144" y="181"/>
                </a:lnTo>
                <a:lnTo>
                  <a:pt x="143" y="181"/>
                </a:lnTo>
                <a:lnTo>
                  <a:pt x="142" y="181"/>
                </a:lnTo>
                <a:lnTo>
                  <a:pt x="141" y="181"/>
                </a:lnTo>
                <a:lnTo>
                  <a:pt x="141" y="180"/>
                </a:lnTo>
                <a:lnTo>
                  <a:pt x="140" y="180"/>
                </a:lnTo>
                <a:lnTo>
                  <a:pt x="139" y="180"/>
                </a:lnTo>
                <a:lnTo>
                  <a:pt x="137" y="180"/>
                </a:lnTo>
                <a:lnTo>
                  <a:pt x="136" y="179"/>
                </a:lnTo>
                <a:lnTo>
                  <a:pt x="135" y="179"/>
                </a:lnTo>
                <a:lnTo>
                  <a:pt x="134" y="179"/>
                </a:lnTo>
                <a:lnTo>
                  <a:pt x="134" y="178"/>
                </a:lnTo>
                <a:lnTo>
                  <a:pt x="134" y="177"/>
                </a:lnTo>
                <a:lnTo>
                  <a:pt x="133" y="177"/>
                </a:lnTo>
                <a:lnTo>
                  <a:pt x="133" y="176"/>
                </a:lnTo>
                <a:lnTo>
                  <a:pt x="132" y="176"/>
                </a:lnTo>
                <a:lnTo>
                  <a:pt x="131" y="176"/>
                </a:lnTo>
                <a:lnTo>
                  <a:pt x="130" y="177"/>
                </a:lnTo>
                <a:lnTo>
                  <a:pt x="129" y="178"/>
                </a:lnTo>
                <a:lnTo>
                  <a:pt x="128" y="178"/>
                </a:lnTo>
                <a:lnTo>
                  <a:pt x="128" y="177"/>
                </a:lnTo>
                <a:lnTo>
                  <a:pt x="128" y="176"/>
                </a:lnTo>
                <a:lnTo>
                  <a:pt x="127" y="177"/>
                </a:lnTo>
                <a:lnTo>
                  <a:pt x="126" y="177"/>
                </a:lnTo>
                <a:lnTo>
                  <a:pt x="125" y="177"/>
                </a:lnTo>
                <a:lnTo>
                  <a:pt x="124" y="177"/>
                </a:lnTo>
                <a:lnTo>
                  <a:pt x="123" y="177"/>
                </a:lnTo>
                <a:lnTo>
                  <a:pt x="122" y="177"/>
                </a:lnTo>
                <a:lnTo>
                  <a:pt x="121" y="176"/>
                </a:lnTo>
                <a:lnTo>
                  <a:pt x="122" y="175"/>
                </a:lnTo>
                <a:lnTo>
                  <a:pt x="123" y="174"/>
                </a:lnTo>
                <a:lnTo>
                  <a:pt x="124" y="174"/>
                </a:lnTo>
                <a:lnTo>
                  <a:pt x="124" y="173"/>
                </a:lnTo>
                <a:lnTo>
                  <a:pt x="124" y="172"/>
                </a:lnTo>
                <a:lnTo>
                  <a:pt x="124" y="171"/>
                </a:lnTo>
                <a:lnTo>
                  <a:pt x="125" y="171"/>
                </a:lnTo>
                <a:lnTo>
                  <a:pt x="126" y="171"/>
                </a:lnTo>
                <a:lnTo>
                  <a:pt x="125" y="171"/>
                </a:lnTo>
                <a:lnTo>
                  <a:pt x="124" y="170"/>
                </a:lnTo>
                <a:lnTo>
                  <a:pt x="124" y="169"/>
                </a:lnTo>
                <a:lnTo>
                  <a:pt x="123" y="169"/>
                </a:lnTo>
                <a:lnTo>
                  <a:pt x="123" y="168"/>
                </a:lnTo>
                <a:lnTo>
                  <a:pt x="123" y="167"/>
                </a:lnTo>
                <a:lnTo>
                  <a:pt x="123" y="166"/>
                </a:lnTo>
                <a:lnTo>
                  <a:pt x="123" y="165"/>
                </a:lnTo>
                <a:lnTo>
                  <a:pt x="123" y="164"/>
                </a:lnTo>
                <a:lnTo>
                  <a:pt x="122" y="164"/>
                </a:lnTo>
                <a:lnTo>
                  <a:pt x="122" y="163"/>
                </a:lnTo>
                <a:lnTo>
                  <a:pt x="123" y="162"/>
                </a:lnTo>
                <a:lnTo>
                  <a:pt x="122" y="161"/>
                </a:lnTo>
                <a:lnTo>
                  <a:pt x="120" y="161"/>
                </a:lnTo>
                <a:lnTo>
                  <a:pt x="119" y="161"/>
                </a:lnTo>
                <a:lnTo>
                  <a:pt x="119" y="160"/>
                </a:lnTo>
                <a:lnTo>
                  <a:pt x="118" y="160"/>
                </a:lnTo>
                <a:lnTo>
                  <a:pt x="118" y="159"/>
                </a:lnTo>
                <a:lnTo>
                  <a:pt x="117" y="160"/>
                </a:lnTo>
                <a:lnTo>
                  <a:pt x="116" y="160"/>
                </a:lnTo>
                <a:lnTo>
                  <a:pt x="115" y="159"/>
                </a:lnTo>
                <a:lnTo>
                  <a:pt x="113" y="160"/>
                </a:lnTo>
                <a:lnTo>
                  <a:pt x="112" y="160"/>
                </a:lnTo>
                <a:lnTo>
                  <a:pt x="111" y="160"/>
                </a:lnTo>
                <a:lnTo>
                  <a:pt x="111" y="159"/>
                </a:lnTo>
                <a:lnTo>
                  <a:pt x="110" y="159"/>
                </a:lnTo>
                <a:lnTo>
                  <a:pt x="109" y="159"/>
                </a:lnTo>
                <a:lnTo>
                  <a:pt x="109" y="158"/>
                </a:lnTo>
                <a:lnTo>
                  <a:pt x="110" y="158"/>
                </a:lnTo>
                <a:lnTo>
                  <a:pt x="110" y="157"/>
                </a:lnTo>
                <a:lnTo>
                  <a:pt x="111" y="157"/>
                </a:lnTo>
                <a:lnTo>
                  <a:pt x="111" y="156"/>
                </a:lnTo>
                <a:lnTo>
                  <a:pt x="110" y="156"/>
                </a:lnTo>
                <a:lnTo>
                  <a:pt x="110" y="155"/>
                </a:lnTo>
                <a:lnTo>
                  <a:pt x="110" y="154"/>
                </a:lnTo>
                <a:lnTo>
                  <a:pt x="110" y="153"/>
                </a:lnTo>
                <a:lnTo>
                  <a:pt x="111" y="153"/>
                </a:lnTo>
                <a:lnTo>
                  <a:pt x="111" y="152"/>
                </a:lnTo>
                <a:lnTo>
                  <a:pt x="111" y="151"/>
                </a:lnTo>
                <a:lnTo>
                  <a:pt x="112" y="151"/>
                </a:lnTo>
                <a:lnTo>
                  <a:pt x="113" y="151"/>
                </a:lnTo>
                <a:lnTo>
                  <a:pt x="114" y="151"/>
                </a:lnTo>
                <a:lnTo>
                  <a:pt x="114" y="150"/>
                </a:lnTo>
                <a:lnTo>
                  <a:pt x="114" y="149"/>
                </a:lnTo>
                <a:lnTo>
                  <a:pt x="113" y="148"/>
                </a:lnTo>
                <a:lnTo>
                  <a:pt x="113" y="147"/>
                </a:lnTo>
                <a:lnTo>
                  <a:pt x="112" y="146"/>
                </a:lnTo>
                <a:lnTo>
                  <a:pt x="112" y="145"/>
                </a:lnTo>
                <a:lnTo>
                  <a:pt x="112" y="144"/>
                </a:lnTo>
                <a:lnTo>
                  <a:pt x="112" y="143"/>
                </a:lnTo>
                <a:lnTo>
                  <a:pt x="111" y="143"/>
                </a:lnTo>
                <a:lnTo>
                  <a:pt x="110" y="143"/>
                </a:lnTo>
                <a:lnTo>
                  <a:pt x="110" y="142"/>
                </a:lnTo>
                <a:lnTo>
                  <a:pt x="109" y="141"/>
                </a:lnTo>
                <a:lnTo>
                  <a:pt x="110" y="141"/>
                </a:lnTo>
                <a:lnTo>
                  <a:pt x="110" y="140"/>
                </a:lnTo>
                <a:lnTo>
                  <a:pt x="110" y="139"/>
                </a:lnTo>
                <a:lnTo>
                  <a:pt x="111" y="139"/>
                </a:lnTo>
                <a:lnTo>
                  <a:pt x="113" y="139"/>
                </a:lnTo>
                <a:lnTo>
                  <a:pt x="113" y="138"/>
                </a:lnTo>
                <a:lnTo>
                  <a:pt x="113" y="137"/>
                </a:lnTo>
                <a:lnTo>
                  <a:pt x="114" y="137"/>
                </a:lnTo>
                <a:lnTo>
                  <a:pt x="113" y="136"/>
                </a:lnTo>
                <a:lnTo>
                  <a:pt x="113" y="135"/>
                </a:lnTo>
                <a:lnTo>
                  <a:pt x="113" y="134"/>
                </a:lnTo>
                <a:lnTo>
                  <a:pt x="113" y="133"/>
                </a:lnTo>
                <a:lnTo>
                  <a:pt x="112" y="133"/>
                </a:lnTo>
                <a:lnTo>
                  <a:pt x="112" y="132"/>
                </a:lnTo>
                <a:lnTo>
                  <a:pt x="111" y="132"/>
                </a:lnTo>
                <a:lnTo>
                  <a:pt x="111" y="131"/>
                </a:lnTo>
                <a:lnTo>
                  <a:pt x="110" y="131"/>
                </a:lnTo>
                <a:lnTo>
                  <a:pt x="110" y="130"/>
                </a:lnTo>
                <a:lnTo>
                  <a:pt x="110" y="128"/>
                </a:lnTo>
                <a:lnTo>
                  <a:pt x="109" y="128"/>
                </a:lnTo>
                <a:lnTo>
                  <a:pt x="110" y="128"/>
                </a:lnTo>
                <a:lnTo>
                  <a:pt x="110" y="127"/>
                </a:lnTo>
                <a:lnTo>
                  <a:pt x="110" y="126"/>
                </a:lnTo>
                <a:lnTo>
                  <a:pt x="111" y="124"/>
                </a:lnTo>
                <a:lnTo>
                  <a:pt x="112" y="123"/>
                </a:lnTo>
                <a:lnTo>
                  <a:pt x="112" y="122"/>
                </a:lnTo>
                <a:lnTo>
                  <a:pt x="112" y="121"/>
                </a:lnTo>
                <a:lnTo>
                  <a:pt x="113" y="121"/>
                </a:lnTo>
                <a:lnTo>
                  <a:pt x="113" y="120"/>
                </a:lnTo>
                <a:lnTo>
                  <a:pt x="112" y="120"/>
                </a:lnTo>
                <a:lnTo>
                  <a:pt x="112" y="119"/>
                </a:lnTo>
                <a:lnTo>
                  <a:pt x="111" y="118"/>
                </a:lnTo>
                <a:lnTo>
                  <a:pt x="110" y="117"/>
                </a:lnTo>
                <a:lnTo>
                  <a:pt x="110" y="116"/>
                </a:lnTo>
                <a:lnTo>
                  <a:pt x="110" y="115"/>
                </a:lnTo>
                <a:lnTo>
                  <a:pt x="110" y="113"/>
                </a:lnTo>
                <a:lnTo>
                  <a:pt x="110" y="112"/>
                </a:lnTo>
                <a:lnTo>
                  <a:pt x="111" y="112"/>
                </a:lnTo>
                <a:lnTo>
                  <a:pt x="111" y="111"/>
                </a:lnTo>
                <a:lnTo>
                  <a:pt x="111" y="110"/>
                </a:lnTo>
                <a:lnTo>
                  <a:pt x="111" y="109"/>
                </a:lnTo>
                <a:lnTo>
                  <a:pt x="110" y="109"/>
                </a:lnTo>
                <a:lnTo>
                  <a:pt x="108" y="108"/>
                </a:lnTo>
                <a:lnTo>
                  <a:pt x="107" y="108"/>
                </a:lnTo>
                <a:lnTo>
                  <a:pt x="107" y="107"/>
                </a:lnTo>
                <a:lnTo>
                  <a:pt x="106" y="107"/>
                </a:lnTo>
                <a:lnTo>
                  <a:pt x="105" y="106"/>
                </a:lnTo>
                <a:lnTo>
                  <a:pt x="105" y="105"/>
                </a:lnTo>
                <a:lnTo>
                  <a:pt x="104" y="104"/>
                </a:lnTo>
                <a:lnTo>
                  <a:pt x="103" y="103"/>
                </a:lnTo>
                <a:lnTo>
                  <a:pt x="103" y="102"/>
                </a:lnTo>
                <a:lnTo>
                  <a:pt x="102" y="102"/>
                </a:lnTo>
                <a:lnTo>
                  <a:pt x="101" y="101"/>
                </a:lnTo>
                <a:lnTo>
                  <a:pt x="101" y="100"/>
                </a:lnTo>
                <a:lnTo>
                  <a:pt x="102" y="99"/>
                </a:lnTo>
                <a:lnTo>
                  <a:pt x="102" y="98"/>
                </a:lnTo>
                <a:lnTo>
                  <a:pt x="103" y="97"/>
                </a:lnTo>
                <a:lnTo>
                  <a:pt x="103" y="96"/>
                </a:lnTo>
                <a:lnTo>
                  <a:pt x="103" y="95"/>
                </a:lnTo>
                <a:lnTo>
                  <a:pt x="103" y="94"/>
                </a:lnTo>
                <a:lnTo>
                  <a:pt x="102" y="93"/>
                </a:lnTo>
                <a:lnTo>
                  <a:pt x="102" y="91"/>
                </a:lnTo>
                <a:lnTo>
                  <a:pt x="102" y="90"/>
                </a:lnTo>
                <a:lnTo>
                  <a:pt x="103" y="90"/>
                </a:lnTo>
                <a:lnTo>
                  <a:pt x="104" y="90"/>
                </a:lnTo>
                <a:lnTo>
                  <a:pt x="104" y="89"/>
                </a:lnTo>
                <a:lnTo>
                  <a:pt x="104" y="88"/>
                </a:lnTo>
                <a:lnTo>
                  <a:pt x="104" y="87"/>
                </a:lnTo>
                <a:lnTo>
                  <a:pt x="104" y="86"/>
                </a:lnTo>
                <a:lnTo>
                  <a:pt x="105" y="86"/>
                </a:lnTo>
                <a:lnTo>
                  <a:pt x="106" y="85"/>
                </a:lnTo>
                <a:lnTo>
                  <a:pt x="106" y="84"/>
                </a:lnTo>
                <a:lnTo>
                  <a:pt x="106" y="83"/>
                </a:lnTo>
                <a:lnTo>
                  <a:pt x="107" y="82"/>
                </a:lnTo>
                <a:lnTo>
                  <a:pt x="106" y="82"/>
                </a:lnTo>
                <a:lnTo>
                  <a:pt x="108" y="82"/>
                </a:lnTo>
                <a:lnTo>
                  <a:pt x="108" y="81"/>
                </a:lnTo>
                <a:lnTo>
                  <a:pt x="108" y="80"/>
                </a:lnTo>
                <a:lnTo>
                  <a:pt x="109" y="79"/>
                </a:lnTo>
                <a:lnTo>
                  <a:pt x="109" y="78"/>
                </a:lnTo>
                <a:lnTo>
                  <a:pt x="110" y="78"/>
                </a:lnTo>
                <a:lnTo>
                  <a:pt x="111" y="77"/>
                </a:lnTo>
                <a:lnTo>
                  <a:pt x="112" y="78"/>
                </a:lnTo>
                <a:lnTo>
                  <a:pt x="112" y="77"/>
                </a:lnTo>
                <a:lnTo>
                  <a:pt x="113" y="76"/>
                </a:lnTo>
                <a:lnTo>
                  <a:pt x="114" y="76"/>
                </a:lnTo>
                <a:lnTo>
                  <a:pt x="114" y="74"/>
                </a:lnTo>
                <a:lnTo>
                  <a:pt x="113" y="74"/>
                </a:lnTo>
                <a:lnTo>
                  <a:pt x="112" y="74"/>
                </a:lnTo>
                <a:lnTo>
                  <a:pt x="112" y="73"/>
                </a:lnTo>
                <a:lnTo>
                  <a:pt x="113" y="73"/>
                </a:lnTo>
                <a:lnTo>
                  <a:pt x="113" y="72"/>
                </a:lnTo>
                <a:lnTo>
                  <a:pt x="113" y="70"/>
                </a:lnTo>
                <a:lnTo>
                  <a:pt x="112" y="70"/>
                </a:lnTo>
                <a:lnTo>
                  <a:pt x="113" y="69"/>
                </a:lnTo>
                <a:lnTo>
                  <a:pt x="114" y="69"/>
                </a:lnTo>
                <a:lnTo>
                  <a:pt x="117" y="69"/>
                </a:lnTo>
                <a:lnTo>
                  <a:pt x="117" y="68"/>
                </a:lnTo>
                <a:lnTo>
                  <a:pt x="118" y="68"/>
                </a:lnTo>
                <a:lnTo>
                  <a:pt x="119" y="69"/>
                </a:lnTo>
                <a:lnTo>
                  <a:pt x="120" y="69"/>
                </a:lnTo>
                <a:lnTo>
                  <a:pt x="120" y="68"/>
                </a:lnTo>
                <a:lnTo>
                  <a:pt x="121" y="68"/>
                </a:lnTo>
                <a:lnTo>
                  <a:pt x="122" y="68"/>
                </a:lnTo>
                <a:lnTo>
                  <a:pt x="123" y="68"/>
                </a:lnTo>
                <a:lnTo>
                  <a:pt x="124" y="69"/>
                </a:lnTo>
                <a:lnTo>
                  <a:pt x="124" y="70"/>
                </a:lnTo>
                <a:lnTo>
                  <a:pt x="125" y="70"/>
                </a:lnTo>
                <a:lnTo>
                  <a:pt x="126" y="70"/>
                </a:lnTo>
                <a:lnTo>
                  <a:pt x="127" y="70"/>
                </a:lnTo>
                <a:lnTo>
                  <a:pt x="128" y="70"/>
                </a:lnTo>
                <a:lnTo>
                  <a:pt x="129" y="70"/>
                </a:lnTo>
                <a:lnTo>
                  <a:pt x="129" y="72"/>
                </a:lnTo>
                <a:lnTo>
                  <a:pt x="130" y="72"/>
                </a:lnTo>
                <a:lnTo>
                  <a:pt x="131" y="72"/>
                </a:lnTo>
                <a:lnTo>
                  <a:pt x="132" y="72"/>
                </a:lnTo>
                <a:lnTo>
                  <a:pt x="132" y="70"/>
                </a:lnTo>
                <a:lnTo>
                  <a:pt x="133" y="70"/>
                </a:lnTo>
                <a:lnTo>
                  <a:pt x="134" y="70"/>
                </a:lnTo>
                <a:lnTo>
                  <a:pt x="135" y="70"/>
                </a:lnTo>
                <a:lnTo>
                  <a:pt x="136" y="69"/>
                </a:lnTo>
                <a:lnTo>
                  <a:pt x="137" y="69"/>
                </a:lnTo>
                <a:lnTo>
                  <a:pt x="138" y="69"/>
                </a:lnTo>
                <a:lnTo>
                  <a:pt x="138" y="70"/>
                </a:lnTo>
                <a:lnTo>
                  <a:pt x="139" y="69"/>
                </a:lnTo>
                <a:lnTo>
                  <a:pt x="140" y="69"/>
                </a:lnTo>
                <a:lnTo>
                  <a:pt x="141" y="70"/>
                </a:lnTo>
                <a:lnTo>
                  <a:pt x="141" y="72"/>
                </a:lnTo>
                <a:lnTo>
                  <a:pt x="142" y="72"/>
                </a:lnTo>
                <a:lnTo>
                  <a:pt x="143" y="72"/>
                </a:lnTo>
                <a:lnTo>
                  <a:pt x="144" y="72"/>
                </a:lnTo>
                <a:lnTo>
                  <a:pt x="145" y="73"/>
                </a:lnTo>
                <a:lnTo>
                  <a:pt x="145" y="74"/>
                </a:lnTo>
                <a:lnTo>
                  <a:pt x="146" y="74"/>
                </a:lnTo>
                <a:lnTo>
                  <a:pt x="147" y="74"/>
                </a:lnTo>
                <a:lnTo>
                  <a:pt x="147" y="75"/>
                </a:lnTo>
                <a:lnTo>
                  <a:pt x="148" y="75"/>
                </a:lnTo>
                <a:lnTo>
                  <a:pt x="149" y="75"/>
                </a:lnTo>
                <a:lnTo>
                  <a:pt x="150" y="75"/>
                </a:lnTo>
                <a:lnTo>
                  <a:pt x="150" y="74"/>
                </a:lnTo>
                <a:lnTo>
                  <a:pt x="151" y="74"/>
                </a:lnTo>
                <a:lnTo>
                  <a:pt x="152" y="73"/>
                </a:lnTo>
                <a:lnTo>
                  <a:pt x="153" y="72"/>
                </a:lnTo>
                <a:lnTo>
                  <a:pt x="153" y="70"/>
                </a:lnTo>
                <a:lnTo>
                  <a:pt x="154" y="70"/>
                </a:lnTo>
                <a:lnTo>
                  <a:pt x="155" y="70"/>
                </a:lnTo>
                <a:lnTo>
                  <a:pt x="155" y="69"/>
                </a:lnTo>
                <a:lnTo>
                  <a:pt x="154" y="68"/>
                </a:lnTo>
                <a:lnTo>
                  <a:pt x="154" y="67"/>
                </a:lnTo>
                <a:lnTo>
                  <a:pt x="155" y="66"/>
                </a:lnTo>
                <a:lnTo>
                  <a:pt x="156" y="66"/>
                </a:lnTo>
                <a:lnTo>
                  <a:pt x="157" y="66"/>
                </a:lnTo>
                <a:lnTo>
                  <a:pt x="158" y="66"/>
                </a:lnTo>
                <a:lnTo>
                  <a:pt x="158" y="67"/>
                </a:lnTo>
                <a:lnTo>
                  <a:pt x="159" y="68"/>
                </a:lnTo>
                <a:lnTo>
                  <a:pt x="160" y="68"/>
                </a:lnTo>
                <a:lnTo>
                  <a:pt x="160" y="69"/>
                </a:lnTo>
                <a:lnTo>
                  <a:pt x="161" y="69"/>
                </a:lnTo>
                <a:lnTo>
                  <a:pt x="162" y="69"/>
                </a:lnTo>
                <a:lnTo>
                  <a:pt x="162" y="68"/>
                </a:lnTo>
                <a:lnTo>
                  <a:pt x="162" y="67"/>
                </a:lnTo>
                <a:lnTo>
                  <a:pt x="163" y="67"/>
                </a:lnTo>
                <a:lnTo>
                  <a:pt x="164" y="67"/>
                </a:lnTo>
                <a:lnTo>
                  <a:pt x="164" y="66"/>
                </a:lnTo>
                <a:lnTo>
                  <a:pt x="165" y="66"/>
                </a:lnTo>
                <a:lnTo>
                  <a:pt x="165" y="65"/>
                </a:lnTo>
                <a:lnTo>
                  <a:pt x="165" y="64"/>
                </a:lnTo>
                <a:lnTo>
                  <a:pt x="164" y="64"/>
                </a:lnTo>
                <a:lnTo>
                  <a:pt x="164" y="63"/>
                </a:lnTo>
                <a:lnTo>
                  <a:pt x="163" y="63"/>
                </a:lnTo>
                <a:lnTo>
                  <a:pt x="163" y="62"/>
                </a:lnTo>
                <a:lnTo>
                  <a:pt x="162" y="62"/>
                </a:lnTo>
                <a:lnTo>
                  <a:pt x="161" y="60"/>
                </a:lnTo>
                <a:lnTo>
                  <a:pt x="161" y="59"/>
                </a:lnTo>
                <a:lnTo>
                  <a:pt x="161" y="58"/>
                </a:lnTo>
                <a:lnTo>
                  <a:pt x="161" y="57"/>
                </a:lnTo>
                <a:lnTo>
                  <a:pt x="162" y="57"/>
                </a:lnTo>
                <a:lnTo>
                  <a:pt x="162" y="56"/>
                </a:lnTo>
                <a:lnTo>
                  <a:pt x="162" y="55"/>
                </a:lnTo>
                <a:lnTo>
                  <a:pt x="162" y="54"/>
                </a:lnTo>
                <a:lnTo>
                  <a:pt x="161" y="53"/>
                </a:lnTo>
                <a:lnTo>
                  <a:pt x="162" y="52"/>
                </a:lnTo>
                <a:lnTo>
                  <a:pt x="161" y="52"/>
                </a:lnTo>
                <a:lnTo>
                  <a:pt x="161" y="51"/>
                </a:lnTo>
                <a:lnTo>
                  <a:pt x="160" y="51"/>
                </a:lnTo>
                <a:lnTo>
                  <a:pt x="159" y="52"/>
                </a:lnTo>
                <a:lnTo>
                  <a:pt x="159" y="51"/>
                </a:lnTo>
                <a:lnTo>
                  <a:pt x="158" y="51"/>
                </a:lnTo>
                <a:lnTo>
                  <a:pt x="158" y="50"/>
                </a:lnTo>
                <a:lnTo>
                  <a:pt x="158" y="49"/>
                </a:lnTo>
                <a:lnTo>
                  <a:pt x="159" y="49"/>
                </a:lnTo>
                <a:lnTo>
                  <a:pt x="159" y="47"/>
                </a:lnTo>
                <a:lnTo>
                  <a:pt x="158" y="47"/>
                </a:lnTo>
                <a:lnTo>
                  <a:pt x="157" y="47"/>
                </a:lnTo>
                <a:lnTo>
                  <a:pt x="157" y="46"/>
                </a:lnTo>
                <a:lnTo>
                  <a:pt x="157" y="45"/>
                </a:lnTo>
                <a:lnTo>
                  <a:pt x="156" y="45"/>
                </a:lnTo>
                <a:lnTo>
                  <a:pt x="156" y="44"/>
                </a:lnTo>
                <a:lnTo>
                  <a:pt x="155" y="44"/>
                </a:lnTo>
                <a:lnTo>
                  <a:pt x="154" y="43"/>
                </a:lnTo>
                <a:lnTo>
                  <a:pt x="153" y="43"/>
                </a:lnTo>
                <a:lnTo>
                  <a:pt x="151" y="43"/>
                </a:lnTo>
                <a:lnTo>
                  <a:pt x="150" y="42"/>
                </a:lnTo>
                <a:lnTo>
                  <a:pt x="150" y="41"/>
                </a:lnTo>
                <a:lnTo>
                  <a:pt x="149" y="40"/>
                </a:lnTo>
                <a:lnTo>
                  <a:pt x="148" y="41"/>
                </a:lnTo>
                <a:lnTo>
                  <a:pt x="147" y="40"/>
                </a:lnTo>
                <a:lnTo>
                  <a:pt x="146" y="40"/>
                </a:lnTo>
                <a:lnTo>
                  <a:pt x="146" y="39"/>
                </a:lnTo>
                <a:lnTo>
                  <a:pt x="145" y="39"/>
                </a:lnTo>
                <a:lnTo>
                  <a:pt x="144" y="39"/>
                </a:lnTo>
                <a:lnTo>
                  <a:pt x="143" y="39"/>
                </a:lnTo>
                <a:lnTo>
                  <a:pt x="142" y="39"/>
                </a:lnTo>
                <a:lnTo>
                  <a:pt x="140" y="39"/>
                </a:lnTo>
                <a:lnTo>
                  <a:pt x="140" y="38"/>
                </a:lnTo>
                <a:lnTo>
                  <a:pt x="139" y="38"/>
                </a:lnTo>
                <a:lnTo>
                  <a:pt x="139" y="37"/>
                </a:lnTo>
                <a:lnTo>
                  <a:pt x="138" y="37"/>
                </a:lnTo>
                <a:lnTo>
                  <a:pt x="137" y="37"/>
                </a:lnTo>
                <a:lnTo>
                  <a:pt x="136" y="38"/>
                </a:lnTo>
                <a:lnTo>
                  <a:pt x="135" y="36"/>
                </a:lnTo>
                <a:lnTo>
                  <a:pt x="134" y="36"/>
                </a:lnTo>
                <a:lnTo>
                  <a:pt x="134" y="37"/>
                </a:lnTo>
                <a:lnTo>
                  <a:pt x="133" y="38"/>
                </a:lnTo>
                <a:lnTo>
                  <a:pt x="131" y="38"/>
                </a:lnTo>
                <a:lnTo>
                  <a:pt x="131" y="39"/>
                </a:lnTo>
                <a:lnTo>
                  <a:pt x="130" y="39"/>
                </a:lnTo>
                <a:lnTo>
                  <a:pt x="129" y="40"/>
                </a:lnTo>
                <a:lnTo>
                  <a:pt x="128" y="40"/>
                </a:lnTo>
                <a:lnTo>
                  <a:pt x="128" y="39"/>
                </a:lnTo>
                <a:lnTo>
                  <a:pt x="127" y="38"/>
                </a:lnTo>
                <a:lnTo>
                  <a:pt x="126" y="37"/>
                </a:lnTo>
                <a:lnTo>
                  <a:pt x="126" y="35"/>
                </a:lnTo>
                <a:lnTo>
                  <a:pt x="126" y="34"/>
                </a:lnTo>
                <a:lnTo>
                  <a:pt x="127" y="34"/>
                </a:lnTo>
                <a:lnTo>
                  <a:pt x="127" y="33"/>
                </a:lnTo>
                <a:lnTo>
                  <a:pt x="126" y="33"/>
                </a:lnTo>
                <a:lnTo>
                  <a:pt x="126" y="32"/>
                </a:lnTo>
                <a:lnTo>
                  <a:pt x="127" y="31"/>
                </a:lnTo>
                <a:lnTo>
                  <a:pt x="127" y="30"/>
                </a:lnTo>
                <a:lnTo>
                  <a:pt x="127" y="29"/>
                </a:lnTo>
                <a:lnTo>
                  <a:pt x="128" y="29"/>
                </a:lnTo>
                <a:lnTo>
                  <a:pt x="128" y="28"/>
                </a:lnTo>
                <a:lnTo>
                  <a:pt x="128" y="27"/>
                </a:lnTo>
                <a:lnTo>
                  <a:pt x="128" y="26"/>
                </a:lnTo>
                <a:lnTo>
                  <a:pt x="128" y="25"/>
                </a:lnTo>
                <a:lnTo>
                  <a:pt x="128" y="24"/>
                </a:lnTo>
                <a:lnTo>
                  <a:pt x="128" y="23"/>
                </a:lnTo>
                <a:lnTo>
                  <a:pt x="128" y="22"/>
                </a:lnTo>
                <a:lnTo>
                  <a:pt x="128" y="21"/>
                </a:lnTo>
                <a:lnTo>
                  <a:pt x="129" y="21"/>
                </a:lnTo>
                <a:lnTo>
                  <a:pt x="129" y="20"/>
                </a:lnTo>
                <a:lnTo>
                  <a:pt x="127" y="20"/>
                </a:lnTo>
                <a:lnTo>
                  <a:pt x="126" y="20"/>
                </a:lnTo>
                <a:lnTo>
                  <a:pt x="125" y="20"/>
                </a:lnTo>
                <a:lnTo>
                  <a:pt x="124" y="19"/>
                </a:lnTo>
                <a:lnTo>
                  <a:pt x="124" y="18"/>
                </a:lnTo>
                <a:lnTo>
                  <a:pt x="123" y="18"/>
                </a:lnTo>
                <a:lnTo>
                  <a:pt x="122" y="18"/>
                </a:lnTo>
                <a:lnTo>
                  <a:pt x="121" y="18"/>
                </a:lnTo>
                <a:lnTo>
                  <a:pt x="121" y="17"/>
                </a:lnTo>
                <a:lnTo>
                  <a:pt x="120" y="17"/>
                </a:lnTo>
                <a:lnTo>
                  <a:pt x="119" y="16"/>
                </a:lnTo>
                <a:lnTo>
                  <a:pt x="119" y="15"/>
                </a:lnTo>
                <a:lnTo>
                  <a:pt x="118" y="15"/>
                </a:lnTo>
                <a:lnTo>
                  <a:pt x="118" y="16"/>
                </a:lnTo>
                <a:lnTo>
                  <a:pt x="117" y="16"/>
                </a:lnTo>
                <a:lnTo>
                  <a:pt x="116" y="16"/>
                </a:lnTo>
                <a:lnTo>
                  <a:pt x="115" y="16"/>
                </a:lnTo>
                <a:lnTo>
                  <a:pt x="114" y="16"/>
                </a:lnTo>
                <a:lnTo>
                  <a:pt x="113" y="16"/>
                </a:lnTo>
                <a:lnTo>
                  <a:pt x="111" y="17"/>
                </a:lnTo>
                <a:lnTo>
                  <a:pt x="111" y="16"/>
                </a:lnTo>
                <a:lnTo>
                  <a:pt x="110" y="16"/>
                </a:lnTo>
                <a:lnTo>
                  <a:pt x="110" y="15"/>
                </a:lnTo>
                <a:lnTo>
                  <a:pt x="109" y="15"/>
                </a:lnTo>
                <a:lnTo>
                  <a:pt x="108" y="16"/>
                </a:lnTo>
                <a:lnTo>
                  <a:pt x="108" y="15"/>
                </a:lnTo>
                <a:lnTo>
                  <a:pt x="107" y="15"/>
                </a:lnTo>
                <a:lnTo>
                  <a:pt x="106" y="15"/>
                </a:lnTo>
                <a:lnTo>
                  <a:pt x="106" y="14"/>
                </a:lnTo>
                <a:lnTo>
                  <a:pt x="105" y="14"/>
                </a:lnTo>
                <a:lnTo>
                  <a:pt x="104" y="14"/>
                </a:lnTo>
                <a:lnTo>
                  <a:pt x="103" y="14"/>
                </a:lnTo>
                <a:lnTo>
                  <a:pt x="103" y="13"/>
                </a:lnTo>
                <a:lnTo>
                  <a:pt x="102" y="13"/>
                </a:lnTo>
                <a:lnTo>
                  <a:pt x="101" y="13"/>
                </a:lnTo>
                <a:lnTo>
                  <a:pt x="100" y="13"/>
                </a:lnTo>
                <a:lnTo>
                  <a:pt x="99" y="13"/>
                </a:lnTo>
                <a:lnTo>
                  <a:pt x="98" y="13"/>
                </a:lnTo>
                <a:lnTo>
                  <a:pt x="97" y="13"/>
                </a:lnTo>
                <a:lnTo>
                  <a:pt x="97" y="12"/>
                </a:lnTo>
                <a:lnTo>
                  <a:pt x="96" y="12"/>
                </a:lnTo>
                <a:lnTo>
                  <a:pt x="97" y="12"/>
                </a:lnTo>
                <a:lnTo>
                  <a:pt x="97" y="11"/>
                </a:lnTo>
                <a:lnTo>
                  <a:pt x="97" y="10"/>
                </a:lnTo>
                <a:lnTo>
                  <a:pt x="98" y="10"/>
                </a:lnTo>
                <a:lnTo>
                  <a:pt x="99" y="9"/>
                </a:lnTo>
                <a:lnTo>
                  <a:pt x="100" y="9"/>
                </a:lnTo>
                <a:lnTo>
                  <a:pt x="100" y="8"/>
                </a:lnTo>
                <a:lnTo>
                  <a:pt x="100" y="7"/>
                </a:lnTo>
                <a:lnTo>
                  <a:pt x="101" y="7"/>
                </a:lnTo>
                <a:lnTo>
                  <a:pt x="101" y="6"/>
                </a:lnTo>
                <a:lnTo>
                  <a:pt x="102" y="6"/>
                </a:lnTo>
                <a:lnTo>
                  <a:pt x="103" y="5"/>
                </a:lnTo>
                <a:lnTo>
                  <a:pt x="102" y="5"/>
                </a:lnTo>
                <a:lnTo>
                  <a:pt x="102" y="4"/>
                </a:lnTo>
                <a:lnTo>
                  <a:pt x="103" y="4"/>
                </a:lnTo>
                <a:lnTo>
                  <a:pt x="103" y="3"/>
                </a:lnTo>
                <a:lnTo>
                  <a:pt x="104" y="3"/>
                </a:lnTo>
                <a:lnTo>
                  <a:pt x="105" y="3"/>
                </a:lnTo>
                <a:lnTo>
                  <a:pt x="106" y="3"/>
                </a:lnTo>
                <a:lnTo>
                  <a:pt x="107" y="3"/>
                </a:lnTo>
                <a:lnTo>
                  <a:pt x="108" y="3"/>
                </a:lnTo>
                <a:lnTo>
                  <a:pt x="109" y="4"/>
                </a:lnTo>
                <a:lnTo>
                  <a:pt x="110" y="4"/>
                </a:lnTo>
                <a:lnTo>
                  <a:pt x="111" y="4"/>
                </a:lnTo>
                <a:lnTo>
                  <a:pt x="112" y="4"/>
                </a:lnTo>
                <a:lnTo>
                  <a:pt x="112" y="3"/>
                </a:lnTo>
                <a:lnTo>
                  <a:pt x="111" y="2"/>
                </a:lnTo>
                <a:lnTo>
                  <a:pt x="111" y="1"/>
                </a:lnTo>
                <a:lnTo>
                  <a:pt x="112" y="1"/>
                </a:lnTo>
                <a:lnTo>
                  <a:pt x="112" y="0"/>
                </a:lnTo>
                <a:lnTo>
                  <a:pt x="113" y="0"/>
                </a:lnTo>
                <a:lnTo>
                  <a:pt x="11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1918800" y="1882800"/>
            <a:ext cx="177840" cy="202320"/>
          </a:xfrm>
          <a:custGeom>
            <a:avLst/>
            <a:gdLst/>
            <a:ahLst/>
            <a:rect l="0" t="0" r="r" b="b"/>
            <a:pathLst>
              <a:path w="494" h="562">
                <a:moveTo>
                  <a:pt x="185" y="0"/>
                </a:moveTo>
                <a:lnTo>
                  <a:pt x="186" y="0"/>
                </a:lnTo>
                <a:lnTo>
                  <a:pt x="186" y="1"/>
                </a:lnTo>
                <a:lnTo>
                  <a:pt x="187" y="1"/>
                </a:lnTo>
                <a:lnTo>
                  <a:pt x="187" y="2"/>
                </a:lnTo>
                <a:lnTo>
                  <a:pt x="189" y="2"/>
                </a:lnTo>
                <a:lnTo>
                  <a:pt x="190" y="2"/>
                </a:lnTo>
                <a:lnTo>
                  <a:pt x="191" y="2"/>
                </a:lnTo>
                <a:lnTo>
                  <a:pt x="192" y="2"/>
                </a:lnTo>
                <a:lnTo>
                  <a:pt x="192" y="3"/>
                </a:lnTo>
                <a:lnTo>
                  <a:pt x="192" y="4"/>
                </a:lnTo>
                <a:lnTo>
                  <a:pt x="192" y="5"/>
                </a:lnTo>
                <a:lnTo>
                  <a:pt x="192" y="6"/>
                </a:lnTo>
                <a:lnTo>
                  <a:pt x="192" y="7"/>
                </a:lnTo>
                <a:lnTo>
                  <a:pt x="193" y="7"/>
                </a:lnTo>
                <a:lnTo>
                  <a:pt x="194" y="7"/>
                </a:lnTo>
                <a:lnTo>
                  <a:pt x="195" y="7"/>
                </a:lnTo>
                <a:lnTo>
                  <a:pt x="196" y="7"/>
                </a:lnTo>
                <a:lnTo>
                  <a:pt x="197" y="7"/>
                </a:lnTo>
                <a:lnTo>
                  <a:pt x="198" y="7"/>
                </a:lnTo>
                <a:lnTo>
                  <a:pt x="199" y="7"/>
                </a:lnTo>
                <a:lnTo>
                  <a:pt x="199" y="8"/>
                </a:lnTo>
                <a:lnTo>
                  <a:pt x="200" y="8"/>
                </a:lnTo>
                <a:lnTo>
                  <a:pt x="201" y="8"/>
                </a:lnTo>
                <a:lnTo>
                  <a:pt x="202" y="8"/>
                </a:lnTo>
                <a:lnTo>
                  <a:pt x="203" y="8"/>
                </a:lnTo>
                <a:lnTo>
                  <a:pt x="205" y="8"/>
                </a:lnTo>
                <a:lnTo>
                  <a:pt x="207" y="8"/>
                </a:lnTo>
                <a:lnTo>
                  <a:pt x="209" y="8"/>
                </a:lnTo>
                <a:lnTo>
                  <a:pt x="209" y="9"/>
                </a:lnTo>
                <a:lnTo>
                  <a:pt x="210" y="9"/>
                </a:lnTo>
                <a:lnTo>
                  <a:pt x="210" y="8"/>
                </a:lnTo>
                <a:lnTo>
                  <a:pt x="211" y="8"/>
                </a:lnTo>
                <a:lnTo>
                  <a:pt x="211" y="9"/>
                </a:lnTo>
                <a:lnTo>
                  <a:pt x="212" y="9"/>
                </a:lnTo>
                <a:lnTo>
                  <a:pt x="213" y="9"/>
                </a:lnTo>
                <a:lnTo>
                  <a:pt x="214" y="9"/>
                </a:lnTo>
                <a:lnTo>
                  <a:pt x="215" y="9"/>
                </a:lnTo>
                <a:lnTo>
                  <a:pt x="216" y="9"/>
                </a:lnTo>
                <a:lnTo>
                  <a:pt x="217" y="9"/>
                </a:lnTo>
                <a:lnTo>
                  <a:pt x="218" y="9"/>
                </a:lnTo>
                <a:lnTo>
                  <a:pt x="221" y="9"/>
                </a:lnTo>
                <a:lnTo>
                  <a:pt x="222" y="9"/>
                </a:lnTo>
                <a:lnTo>
                  <a:pt x="222" y="10"/>
                </a:lnTo>
                <a:lnTo>
                  <a:pt x="222" y="11"/>
                </a:lnTo>
                <a:lnTo>
                  <a:pt x="223" y="12"/>
                </a:lnTo>
                <a:lnTo>
                  <a:pt x="224" y="12"/>
                </a:lnTo>
                <a:lnTo>
                  <a:pt x="225" y="12"/>
                </a:lnTo>
                <a:lnTo>
                  <a:pt x="225" y="13"/>
                </a:lnTo>
                <a:lnTo>
                  <a:pt x="226" y="13"/>
                </a:lnTo>
                <a:lnTo>
                  <a:pt x="225" y="13"/>
                </a:lnTo>
                <a:lnTo>
                  <a:pt x="225" y="14"/>
                </a:lnTo>
                <a:lnTo>
                  <a:pt x="226" y="14"/>
                </a:lnTo>
                <a:lnTo>
                  <a:pt x="226" y="15"/>
                </a:lnTo>
                <a:lnTo>
                  <a:pt x="227" y="15"/>
                </a:lnTo>
                <a:lnTo>
                  <a:pt x="227" y="16"/>
                </a:lnTo>
                <a:lnTo>
                  <a:pt x="228" y="16"/>
                </a:lnTo>
                <a:lnTo>
                  <a:pt x="228" y="15"/>
                </a:lnTo>
                <a:lnTo>
                  <a:pt x="228" y="16"/>
                </a:lnTo>
                <a:lnTo>
                  <a:pt x="229" y="16"/>
                </a:lnTo>
                <a:lnTo>
                  <a:pt x="228" y="17"/>
                </a:lnTo>
                <a:lnTo>
                  <a:pt x="229" y="17"/>
                </a:lnTo>
                <a:lnTo>
                  <a:pt x="229" y="18"/>
                </a:lnTo>
                <a:lnTo>
                  <a:pt x="229" y="19"/>
                </a:lnTo>
                <a:lnTo>
                  <a:pt x="230" y="19"/>
                </a:lnTo>
                <a:lnTo>
                  <a:pt x="230" y="18"/>
                </a:lnTo>
                <a:lnTo>
                  <a:pt x="231" y="18"/>
                </a:lnTo>
                <a:lnTo>
                  <a:pt x="232" y="18"/>
                </a:lnTo>
                <a:lnTo>
                  <a:pt x="233" y="18"/>
                </a:lnTo>
                <a:lnTo>
                  <a:pt x="233" y="19"/>
                </a:lnTo>
                <a:lnTo>
                  <a:pt x="233" y="20"/>
                </a:lnTo>
                <a:lnTo>
                  <a:pt x="234" y="20"/>
                </a:lnTo>
                <a:lnTo>
                  <a:pt x="233" y="21"/>
                </a:lnTo>
                <a:lnTo>
                  <a:pt x="234" y="21"/>
                </a:lnTo>
                <a:lnTo>
                  <a:pt x="234" y="22"/>
                </a:lnTo>
                <a:lnTo>
                  <a:pt x="235" y="22"/>
                </a:lnTo>
                <a:lnTo>
                  <a:pt x="236" y="22"/>
                </a:lnTo>
                <a:lnTo>
                  <a:pt x="237" y="21"/>
                </a:lnTo>
                <a:lnTo>
                  <a:pt x="238" y="21"/>
                </a:lnTo>
                <a:lnTo>
                  <a:pt x="238" y="20"/>
                </a:lnTo>
                <a:lnTo>
                  <a:pt x="238" y="21"/>
                </a:lnTo>
                <a:lnTo>
                  <a:pt x="239" y="21"/>
                </a:lnTo>
                <a:lnTo>
                  <a:pt x="240" y="21"/>
                </a:lnTo>
                <a:lnTo>
                  <a:pt x="240" y="20"/>
                </a:lnTo>
                <a:lnTo>
                  <a:pt x="240" y="21"/>
                </a:lnTo>
                <a:lnTo>
                  <a:pt x="241" y="21"/>
                </a:lnTo>
                <a:lnTo>
                  <a:pt x="242" y="21"/>
                </a:lnTo>
                <a:lnTo>
                  <a:pt x="243" y="21"/>
                </a:lnTo>
                <a:lnTo>
                  <a:pt x="244" y="21"/>
                </a:lnTo>
                <a:lnTo>
                  <a:pt x="245" y="21"/>
                </a:lnTo>
                <a:lnTo>
                  <a:pt x="246" y="21"/>
                </a:lnTo>
                <a:lnTo>
                  <a:pt x="247" y="21"/>
                </a:lnTo>
                <a:lnTo>
                  <a:pt x="247" y="22"/>
                </a:lnTo>
                <a:lnTo>
                  <a:pt x="247" y="23"/>
                </a:lnTo>
                <a:lnTo>
                  <a:pt x="248" y="23"/>
                </a:lnTo>
                <a:lnTo>
                  <a:pt x="248" y="24"/>
                </a:lnTo>
                <a:lnTo>
                  <a:pt x="249" y="24"/>
                </a:lnTo>
                <a:lnTo>
                  <a:pt x="250" y="24"/>
                </a:lnTo>
                <a:lnTo>
                  <a:pt x="251" y="24"/>
                </a:lnTo>
                <a:lnTo>
                  <a:pt x="252" y="24"/>
                </a:lnTo>
                <a:lnTo>
                  <a:pt x="253" y="25"/>
                </a:lnTo>
                <a:lnTo>
                  <a:pt x="253" y="24"/>
                </a:lnTo>
                <a:lnTo>
                  <a:pt x="254" y="24"/>
                </a:lnTo>
                <a:lnTo>
                  <a:pt x="255" y="24"/>
                </a:lnTo>
                <a:lnTo>
                  <a:pt x="256" y="24"/>
                </a:lnTo>
                <a:lnTo>
                  <a:pt x="257" y="24"/>
                </a:lnTo>
                <a:lnTo>
                  <a:pt x="258" y="24"/>
                </a:lnTo>
                <a:lnTo>
                  <a:pt x="257" y="24"/>
                </a:lnTo>
                <a:lnTo>
                  <a:pt x="257" y="25"/>
                </a:lnTo>
                <a:lnTo>
                  <a:pt x="258" y="25"/>
                </a:lnTo>
                <a:lnTo>
                  <a:pt x="259" y="25"/>
                </a:lnTo>
                <a:lnTo>
                  <a:pt x="260" y="25"/>
                </a:lnTo>
                <a:lnTo>
                  <a:pt x="261" y="25"/>
                </a:lnTo>
                <a:lnTo>
                  <a:pt x="262" y="25"/>
                </a:lnTo>
                <a:lnTo>
                  <a:pt x="262" y="24"/>
                </a:lnTo>
                <a:lnTo>
                  <a:pt x="263" y="24"/>
                </a:lnTo>
                <a:lnTo>
                  <a:pt x="263" y="23"/>
                </a:lnTo>
                <a:lnTo>
                  <a:pt x="264" y="23"/>
                </a:lnTo>
                <a:lnTo>
                  <a:pt x="264" y="22"/>
                </a:lnTo>
                <a:lnTo>
                  <a:pt x="264" y="21"/>
                </a:lnTo>
                <a:lnTo>
                  <a:pt x="265" y="21"/>
                </a:lnTo>
                <a:lnTo>
                  <a:pt x="266" y="21"/>
                </a:lnTo>
                <a:lnTo>
                  <a:pt x="266" y="22"/>
                </a:lnTo>
                <a:lnTo>
                  <a:pt x="267" y="22"/>
                </a:lnTo>
                <a:lnTo>
                  <a:pt x="267" y="21"/>
                </a:lnTo>
                <a:lnTo>
                  <a:pt x="267" y="22"/>
                </a:lnTo>
                <a:lnTo>
                  <a:pt x="268" y="23"/>
                </a:lnTo>
                <a:lnTo>
                  <a:pt x="268" y="22"/>
                </a:lnTo>
                <a:lnTo>
                  <a:pt x="268" y="23"/>
                </a:lnTo>
                <a:lnTo>
                  <a:pt x="269" y="23"/>
                </a:lnTo>
                <a:lnTo>
                  <a:pt x="269" y="22"/>
                </a:lnTo>
                <a:lnTo>
                  <a:pt x="270" y="22"/>
                </a:lnTo>
                <a:lnTo>
                  <a:pt x="270" y="23"/>
                </a:lnTo>
                <a:lnTo>
                  <a:pt x="271" y="23"/>
                </a:lnTo>
                <a:lnTo>
                  <a:pt x="272" y="23"/>
                </a:lnTo>
                <a:lnTo>
                  <a:pt x="272" y="24"/>
                </a:lnTo>
                <a:lnTo>
                  <a:pt x="273" y="24"/>
                </a:lnTo>
                <a:lnTo>
                  <a:pt x="273" y="25"/>
                </a:lnTo>
                <a:lnTo>
                  <a:pt x="273" y="24"/>
                </a:lnTo>
                <a:lnTo>
                  <a:pt x="273" y="25"/>
                </a:lnTo>
                <a:lnTo>
                  <a:pt x="274" y="25"/>
                </a:lnTo>
                <a:lnTo>
                  <a:pt x="274" y="26"/>
                </a:lnTo>
                <a:lnTo>
                  <a:pt x="273" y="26"/>
                </a:lnTo>
                <a:lnTo>
                  <a:pt x="274" y="26"/>
                </a:lnTo>
                <a:lnTo>
                  <a:pt x="275" y="26"/>
                </a:lnTo>
                <a:lnTo>
                  <a:pt x="275" y="27"/>
                </a:lnTo>
                <a:lnTo>
                  <a:pt x="276" y="27"/>
                </a:lnTo>
                <a:lnTo>
                  <a:pt x="276" y="28"/>
                </a:lnTo>
                <a:lnTo>
                  <a:pt x="277" y="28"/>
                </a:lnTo>
                <a:lnTo>
                  <a:pt x="278" y="28"/>
                </a:lnTo>
                <a:lnTo>
                  <a:pt x="278" y="27"/>
                </a:lnTo>
                <a:lnTo>
                  <a:pt x="279" y="28"/>
                </a:lnTo>
                <a:lnTo>
                  <a:pt x="280" y="28"/>
                </a:lnTo>
                <a:lnTo>
                  <a:pt x="281" y="28"/>
                </a:lnTo>
                <a:lnTo>
                  <a:pt x="281" y="29"/>
                </a:lnTo>
                <a:lnTo>
                  <a:pt x="282" y="29"/>
                </a:lnTo>
                <a:lnTo>
                  <a:pt x="282" y="30"/>
                </a:lnTo>
                <a:lnTo>
                  <a:pt x="283" y="30"/>
                </a:lnTo>
                <a:lnTo>
                  <a:pt x="284" y="30"/>
                </a:lnTo>
                <a:lnTo>
                  <a:pt x="286" y="30"/>
                </a:lnTo>
                <a:lnTo>
                  <a:pt x="286" y="31"/>
                </a:lnTo>
                <a:lnTo>
                  <a:pt x="285" y="32"/>
                </a:lnTo>
                <a:lnTo>
                  <a:pt x="284" y="32"/>
                </a:lnTo>
                <a:lnTo>
                  <a:pt x="284" y="33"/>
                </a:lnTo>
                <a:lnTo>
                  <a:pt x="285" y="33"/>
                </a:lnTo>
                <a:lnTo>
                  <a:pt x="285" y="34"/>
                </a:lnTo>
                <a:lnTo>
                  <a:pt x="286" y="34"/>
                </a:lnTo>
                <a:lnTo>
                  <a:pt x="286" y="35"/>
                </a:lnTo>
                <a:lnTo>
                  <a:pt x="287" y="35"/>
                </a:lnTo>
                <a:lnTo>
                  <a:pt x="287" y="34"/>
                </a:lnTo>
                <a:lnTo>
                  <a:pt x="288" y="34"/>
                </a:lnTo>
                <a:lnTo>
                  <a:pt x="288" y="35"/>
                </a:lnTo>
                <a:lnTo>
                  <a:pt x="288" y="36"/>
                </a:lnTo>
                <a:lnTo>
                  <a:pt x="289" y="36"/>
                </a:lnTo>
                <a:lnTo>
                  <a:pt x="290" y="36"/>
                </a:lnTo>
                <a:lnTo>
                  <a:pt x="290" y="37"/>
                </a:lnTo>
                <a:lnTo>
                  <a:pt x="291" y="37"/>
                </a:lnTo>
                <a:lnTo>
                  <a:pt x="292" y="37"/>
                </a:lnTo>
                <a:lnTo>
                  <a:pt x="292" y="38"/>
                </a:lnTo>
                <a:lnTo>
                  <a:pt x="293" y="38"/>
                </a:lnTo>
                <a:lnTo>
                  <a:pt x="293" y="39"/>
                </a:lnTo>
                <a:lnTo>
                  <a:pt x="294" y="39"/>
                </a:lnTo>
                <a:lnTo>
                  <a:pt x="294" y="40"/>
                </a:lnTo>
                <a:lnTo>
                  <a:pt x="295" y="40"/>
                </a:lnTo>
                <a:lnTo>
                  <a:pt x="295" y="39"/>
                </a:lnTo>
                <a:lnTo>
                  <a:pt x="294" y="39"/>
                </a:lnTo>
                <a:lnTo>
                  <a:pt x="294" y="38"/>
                </a:lnTo>
                <a:lnTo>
                  <a:pt x="294" y="37"/>
                </a:lnTo>
                <a:lnTo>
                  <a:pt x="295" y="37"/>
                </a:lnTo>
                <a:lnTo>
                  <a:pt x="295" y="38"/>
                </a:lnTo>
                <a:lnTo>
                  <a:pt x="295" y="39"/>
                </a:lnTo>
                <a:lnTo>
                  <a:pt x="296" y="39"/>
                </a:lnTo>
                <a:lnTo>
                  <a:pt x="296" y="40"/>
                </a:lnTo>
                <a:lnTo>
                  <a:pt x="295" y="40"/>
                </a:lnTo>
                <a:lnTo>
                  <a:pt x="295" y="41"/>
                </a:lnTo>
                <a:lnTo>
                  <a:pt x="295" y="42"/>
                </a:lnTo>
                <a:lnTo>
                  <a:pt x="295" y="43"/>
                </a:lnTo>
                <a:lnTo>
                  <a:pt x="295" y="44"/>
                </a:lnTo>
                <a:lnTo>
                  <a:pt x="294" y="44"/>
                </a:lnTo>
                <a:lnTo>
                  <a:pt x="294" y="45"/>
                </a:lnTo>
                <a:lnTo>
                  <a:pt x="295" y="45"/>
                </a:lnTo>
                <a:lnTo>
                  <a:pt x="295" y="46"/>
                </a:lnTo>
                <a:lnTo>
                  <a:pt x="296" y="46"/>
                </a:lnTo>
                <a:lnTo>
                  <a:pt x="297" y="46"/>
                </a:lnTo>
                <a:lnTo>
                  <a:pt x="297" y="45"/>
                </a:lnTo>
                <a:lnTo>
                  <a:pt x="297" y="46"/>
                </a:lnTo>
                <a:lnTo>
                  <a:pt x="298" y="46"/>
                </a:lnTo>
                <a:lnTo>
                  <a:pt x="298" y="47"/>
                </a:lnTo>
                <a:lnTo>
                  <a:pt x="299" y="47"/>
                </a:lnTo>
                <a:lnTo>
                  <a:pt x="299" y="48"/>
                </a:lnTo>
                <a:lnTo>
                  <a:pt x="300" y="48"/>
                </a:lnTo>
                <a:lnTo>
                  <a:pt x="301" y="48"/>
                </a:lnTo>
                <a:lnTo>
                  <a:pt x="302" y="48"/>
                </a:lnTo>
                <a:lnTo>
                  <a:pt x="302" y="49"/>
                </a:lnTo>
                <a:lnTo>
                  <a:pt x="303" y="49"/>
                </a:lnTo>
                <a:lnTo>
                  <a:pt x="303" y="48"/>
                </a:lnTo>
                <a:lnTo>
                  <a:pt x="304" y="48"/>
                </a:lnTo>
                <a:lnTo>
                  <a:pt x="305" y="48"/>
                </a:lnTo>
                <a:lnTo>
                  <a:pt x="305" y="49"/>
                </a:lnTo>
                <a:lnTo>
                  <a:pt x="306" y="50"/>
                </a:lnTo>
                <a:lnTo>
                  <a:pt x="306" y="51"/>
                </a:lnTo>
                <a:lnTo>
                  <a:pt x="306" y="52"/>
                </a:lnTo>
                <a:lnTo>
                  <a:pt x="307" y="52"/>
                </a:lnTo>
                <a:lnTo>
                  <a:pt x="307" y="51"/>
                </a:lnTo>
                <a:lnTo>
                  <a:pt x="308" y="51"/>
                </a:lnTo>
                <a:lnTo>
                  <a:pt x="308" y="50"/>
                </a:lnTo>
                <a:lnTo>
                  <a:pt x="309" y="50"/>
                </a:lnTo>
                <a:lnTo>
                  <a:pt x="308" y="50"/>
                </a:lnTo>
                <a:lnTo>
                  <a:pt x="308" y="49"/>
                </a:lnTo>
                <a:lnTo>
                  <a:pt x="309" y="49"/>
                </a:lnTo>
                <a:lnTo>
                  <a:pt x="310" y="49"/>
                </a:lnTo>
                <a:lnTo>
                  <a:pt x="310" y="48"/>
                </a:lnTo>
                <a:lnTo>
                  <a:pt x="311" y="48"/>
                </a:lnTo>
                <a:lnTo>
                  <a:pt x="311" y="49"/>
                </a:lnTo>
                <a:lnTo>
                  <a:pt x="310" y="49"/>
                </a:lnTo>
                <a:lnTo>
                  <a:pt x="310" y="50"/>
                </a:lnTo>
                <a:lnTo>
                  <a:pt x="310" y="51"/>
                </a:lnTo>
                <a:lnTo>
                  <a:pt x="309" y="51"/>
                </a:lnTo>
                <a:lnTo>
                  <a:pt x="309" y="52"/>
                </a:lnTo>
                <a:lnTo>
                  <a:pt x="310" y="52"/>
                </a:lnTo>
                <a:lnTo>
                  <a:pt x="310" y="53"/>
                </a:lnTo>
                <a:lnTo>
                  <a:pt x="310" y="52"/>
                </a:lnTo>
                <a:lnTo>
                  <a:pt x="310" y="53"/>
                </a:lnTo>
                <a:lnTo>
                  <a:pt x="311" y="53"/>
                </a:lnTo>
                <a:lnTo>
                  <a:pt x="312" y="53"/>
                </a:lnTo>
                <a:lnTo>
                  <a:pt x="313" y="54"/>
                </a:lnTo>
                <a:lnTo>
                  <a:pt x="314" y="54"/>
                </a:lnTo>
                <a:lnTo>
                  <a:pt x="315" y="55"/>
                </a:lnTo>
                <a:lnTo>
                  <a:pt x="315" y="54"/>
                </a:lnTo>
                <a:lnTo>
                  <a:pt x="315" y="55"/>
                </a:lnTo>
                <a:lnTo>
                  <a:pt x="316" y="55"/>
                </a:lnTo>
                <a:lnTo>
                  <a:pt x="316" y="56"/>
                </a:lnTo>
                <a:lnTo>
                  <a:pt x="316" y="58"/>
                </a:lnTo>
                <a:lnTo>
                  <a:pt x="316" y="59"/>
                </a:lnTo>
                <a:lnTo>
                  <a:pt x="315" y="59"/>
                </a:lnTo>
                <a:lnTo>
                  <a:pt x="315" y="60"/>
                </a:lnTo>
                <a:lnTo>
                  <a:pt x="314" y="60"/>
                </a:lnTo>
                <a:lnTo>
                  <a:pt x="314" y="61"/>
                </a:lnTo>
                <a:lnTo>
                  <a:pt x="314" y="64"/>
                </a:lnTo>
                <a:lnTo>
                  <a:pt x="314" y="65"/>
                </a:lnTo>
                <a:lnTo>
                  <a:pt x="315" y="64"/>
                </a:lnTo>
                <a:lnTo>
                  <a:pt x="315" y="63"/>
                </a:lnTo>
                <a:lnTo>
                  <a:pt x="316" y="63"/>
                </a:lnTo>
                <a:lnTo>
                  <a:pt x="317" y="62"/>
                </a:lnTo>
                <a:lnTo>
                  <a:pt x="317" y="61"/>
                </a:lnTo>
                <a:lnTo>
                  <a:pt x="318" y="60"/>
                </a:lnTo>
                <a:lnTo>
                  <a:pt x="319" y="60"/>
                </a:lnTo>
                <a:lnTo>
                  <a:pt x="320" y="60"/>
                </a:lnTo>
                <a:lnTo>
                  <a:pt x="321" y="60"/>
                </a:lnTo>
                <a:lnTo>
                  <a:pt x="322" y="60"/>
                </a:lnTo>
                <a:lnTo>
                  <a:pt x="323" y="59"/>
                </a:lnTo>
                <a:lnTo>
                  <a:pt x="323" y="58"/>
                </a:lnTo>
                <a:lnTo>
                  <a:pt x="324" y="58"/>
                </a:lnTo>
                <a:lnTo>
                  <a:pt x="324" y="57"/>
                </a:lnTo>
                <a:lnTo>
                  <a:pt x="324" y="58"/>
                </a:lnTo>
                <a:lnTo>
                  <a:pt x="325" y="58"/>
                </a:lnTo>
                <a:lnTo>
                  <a:pt x="325" y="57"/>
                </a:lnTo>
                <a:lnTo>
                  <a:pt x="326" y="56"/>
                </a:lnTo>
                <a:lnTo>
                  <a:pt x="327" y="55"/>
                </a:lnTo>
                <a:lnTo>
                  <a:pt x="327" y="54"/>
                </a:lnTo>
                <a:lnTo>
                  <a:pt x="327" y="53"/>
                </a:lnTo>
                <a:lnTo>
                  <a:pt x="327" y="52"/>
                </a:lnTo>
                <a:lnTo>
                  <a:pt x="329" y="52"/>
                </a:lnTo>
                <a:lnTo>
                  <a:pt x="329" y="51"/>
                </a:lnTo>
                <a:lnTo>
                  <a:pt x="330" y="51"/>
                </a:lnTo>
                <a:lnTo>
                  <a:pt x="331" y="50"/>
                </a:lnTo>
                <a:lnTo>
                  <a:pt x="331" y="51"/>
                </a:lnTo>
                <a:lnTo>
                  <a:pt x="333" y="51"/>
                </a:lnTo>
                <a:lnTo>
                  <a:pt x="335" y="51"/>
                </a:lnTo>
                <a:lnTo>
                  <a:pt x="335" y="52"/>
                </a:lnTo>
                <a:lnTo>
                  <a:pt x="335" y="53"/>
                </a:lnTo>
                <a:lnTo>
                  <a:pt x="336" y="53"/>
                </a:lnTo>
                <a:lnTo>
                  <a:pt x="337" y="54"/>
                </a:lnTo>
                <a:lnTo>
                  <a:pt x="338" y="54"/>
                </a:lnTo>
                <a:lnTo>
                  <a:pt x="339" y="54"/>
                </a:lnTo>
                <a:lnTo>
                  <a:pt x="339" y="53"/>
                </a:lnTo>
                <a:lnTo>
                  <a:pt x="340" y="53"/>
                </a:lnTo>
                <a:lnTo>
                  <a:pt x="340" y="52"/>
                </a:lnTo>
                <a:lnTo>
                  <a:pt x="341" y="52"/>
                </a:lnTo>
                <a:lnTo>
                  <a:pt x="342" y="52"/>
                </a:lnTo>
                <a:lnTo>
                  <a:pt x="343" y="52"/>
                </a:lnTo>
                <a:lnTo>
                  <a:pt x="344" y="52"/>
                </a:lnTo>
                <a:lnTo>
                  <a:pt x="345" y="53"/>
                </a:lnTo>
                <a:lnTo>
                  <a:pt x="346" y="53"/>
                </a:lnTo>
                <a:lnTo>
                  <a:pt x="346" y="52"/>
                </a:lnTo>
                <a:lnTo>
                  <a:pt x="347" y="52"/>
                </a:lnTo>
                <a:lnTo>
                  <a:pt x="347" y="53"/>
                </a:lnTo>
                <a:lnTo>
                  <a:pt x="348" y="53"/>
                </a:lnTo>
                <a:lnTo>
                  <a:pt x="348" y="54"/>
                </a:lnTo>
                <a:lnTo>
                  <a:pt x="348" y="55"/>
                </a:lnTo>
                <a:lnTo>
                  <a:pt x="349" y="55"/>
                </a:lnTo>
                <a:lnTo>
                  <a:pt x="349" y="54"/>
                </a:lnTo>
                <a:lnTo>
                  <a:pt x="350" y="54"/>
                </a:lnTo>
                <a:lnTo>
                  <a:pt x="351" y="54"/>
                </a:lnTo>
                <a:lnTo>
                  <a:pt x="351" y="55"/>
                </a:lnTo>
                <a:lnTo>
                  <a:pt x="352" y="55"/>
                </a:lnTo>
                <a:lnTo>
                  <a:pt x="352" y="54"/>
                </a:lnTo>
                <a:lnTo>
                  <a:pt x="352" y="53"/>
                </a:lnTo>
                <a:lnTo>
                  <a:pt x="353" y="53"/>
                </a:lnTo>
                <a:lnTo>
                  <a:pt x="353" y="52"/>
                </a:lnTo>
                <a:lnTo>
                  <a:pt x="353" y="51"/>
                </a:lnTo>
                <a:lnTo>
                  <a:pt x="354" y="51"/>
                </a:lnTo>
                <a:lnTo>
                  <a:pt x="354" y="50"/>
                </a:lnTo>
                <a:lnTo>
                  <a:pt x="354" y="49"/>
                </a:lnTo>
                <a:lnTo>
                  <a:pt x="355" y="48"/>
                </a:lnTo>
                <a:lnTo>
                  <a:pt x="356" y="49"/>
                </a:lnTo>
                <a:lnTo>
                  <a:pt x="355" y="49"/>
                </a:lnTo>
                <a:lnTo>
                  <a:pt x="356" y="49"/>
                </a:lnTo>
                <a:lnTo>
                  <a:pt x="357" y="49"/>
                </a:lnTo>
                <a:lnTo>
                  <a:pt x="357" y="48"/>
                </a:lnTo>
                <a:lnTo>
                  <a:pt x="358" y="48"/>
                </a:lnTo>
                <a:lnTo>
                  <a:pt x="359" y="48"/>
                </a:lnTo>
                <a:lnTo>
                  <a:pt x="359" y="47"/>
                </a:lnTo>
                <a:lnTo>
                  <a:pt x="359" y="46"/>
                </a:lnTo>
                <a:lnTo>
                  <a:pt x="360" y="46"/>
                </a:lnTo>
                <a:lnTo>
                  <a:pt x="361" y="46"/>
                </a:lnTo>
                <a:lnTo>
                  <a:pt x="361" y="45"/>
                </a:lnTo>
                <a:lnTo>
                  <a:pt x="361" y="44"/>
                </a:lnTo>
                <a:lnTo>
                  <a:pt x="362" y="44"/>
                </a:lnTo>
                <a:lnTo>
                  <a:pt x="362" y="43"/>
                </a:lnTo>
                <a:lnTo>
                  <a:pt x="361" y="43"/>
                </a:lnTo>
                <a:lnTo>
                  <a:pt x="361" y="42"/>
                </a:lnTo>
                <a:lnTo>
                  <a:pt x="362" y="42"/>
                </a:lnTo>
                <a:lnTo>
                  <a:pt x="363" y="41"/>
                </a:lnTo>
                <a:lnTo>
                  <a:pt x="362" y="41"/>
                </a:lnTo>
                <a:lnTo>
                  <a:pt x="362" y="40"/>
                </a:lnTo>
                <a:lnTo>
                  <a:pt x="363" y="40"/>
                </a:lnTo>
                <a:lnTo>
                  <a:pt x="363" y="39"/>
                </a:lnTo>
                <a:lnTo>
                  <a:pt x="364" y="39"/>
                </a:lnTo>
                <a:lnTo>
                  <a:pt x="365" y="38"/>
                </a:lnTo>
                <a:lnTo>
                  <a:pt x="366" y="37"/>
                </a:lnTo>
                <a:lnTo>
                  <a:pt x="366" y="36"/>
                </a:lnTo>
                <a:lnTo>
                  <a:pt x="367" y="36"/>
                </a:lnTo>
                <a:lnTo>
                  <a:pt x="368" y="35"/>
                </a:lnTo>
                <a:lnTo>
                  <a:pt x="369" y="35"/>
                </a:lnTo>
                <a:lnTo>
                  <a:pt x="370" y="35"/>
                </a:lnTo>
                <a:lnTo>
                  <a:pt x="371" y="35"/>
                </a:lnTo>
                <a:lnTo>
                  <a:pt x="372" y="36"/>
                </a:lnTo>
                <a:lnTo>
                  <a:pt x="373" y="36"/>
                </a:lnTo>
                <a:lnTo>
                  <a:pt x="374" y="37"/>
                </a:lnTo>
                <a:lnTo>
                  <a:pt x="374" y="38"/>
                </a:lnTo>
                <a:lnTo>
                  <a:pt x="374" y="39"/>
                </a:lnTo>
                <a:lnTo>
                  <a:pt x="374" y="40"/>
                </a:lnTo>
                <a:lnTo>
                  <a:pt x="374" y="41"/>
                </a:lnTo>
                <a:lnTo>
                  <a:pt x="374" y="42"/>
                </a:lnTo>
                <a:lnTo>
                  <a:pt x="374" y="43"/>
                </a:lnTo>
                <a:lnTo>
                  <a:pt x="373" y="44"/>
                </a:lnTo>
                <a:lnTo>
                  <a:pt x="374" y="45"/>
                </a:lnTo>
                <a:lnTo>
                  <a:pt x="374" y="46"/>
                </a:lnTo>
                <a:lnTo>
                  <a:pt x="375" y="46"/>
                </a:lnTo>
                <a:lnTo>
                  <a:pt x="375" y="45"/>
                </a:lnTo>
                <a:lnTo>
                  <a:pt x="376" y="45"/>
                </a:lnTo>
                <a:lnTo>
                  <a:pt x="376" y="44"/>
                </a:lnTo>
                <a:lnTo>
                  <a:pt x="377" y="44"/>
                </a:lnTo>
                <a:lnTo>
                  <a:pt x="377" y="43"/>
                </a:lnTo>
                <a:lnTo>
                  <a:pt x="377" y="42"/>
                </a:lnTo>
                <a:lnTo>
                  <a:pt x="379" y="40"/>
                </a:lnTo>
                <a:lnTo>
                  <a:pt x="380" y="40"/>
                </a:lnTo>
                <a:lnTo>
                  <a:pt x="380" y="39"/>
                </a:lnTo>
                <a:lnTo>
                  <a:pt x="380" y="38"/>
                </a:lnTo>
                <a:lnTo>
                  <a:pt x="381" y="38"/>
                </a:lnTo>
                <a:lnTo>
                  <a:pt x="381" y="37"/>
                </a:lnTo>
                <a:lnTo>
                  <a:pt x="382" y="37"/>
                </a:lnTo>
                <a:lnTo>
                  <a:pt x="383" y="37"/>
                </a:lnTo>
                <a:lnTo>
                  <a:pt x="383" y="38"/>
                </a:lnTo>
                <a:lnTo>
                  <a:pt x="382" y="38"/>
                </a:lnTo>
                <a:lnTo>
                  <a:pt x="382" y="39"/>
                </a:lnTo>
                <a:lnTo>
                  <a:pt x="382" y="40"/>
                </a:lnTo>
                <a:lnTo>
                  <a:pt x="382" y="41"/>
                </a:lnTo>
                <a:lnTo>
                  <a:pt x="381" y="41"/>
                </a:lnTo>
                <a:lnTo>
                  <a:pt x="381" y="42"/>
                </a:lnTo>
                <a:lnTo>
                  <a:pt x="381" y="43"/>
                </a:lnTo>
                <a:lnTo>
                  <a:pt x="381" y="44"/>
                </a:lnTo>
                <a:lnTo>
                  <a:pt x="379" y="46"/>
                </a:lnTo>
                <a:lnTo>
                  <a:pt x="378" y="47"/>
                </a:lnTo>
                <a:lnTo>
                  <a:pt x="377" y="47"/>
                </a:lnTo>
                <a:lnTo>
                  <a:pt x="377" y="48"/>
                </a:lnTo>
                <a:lnTo>
                  <a:pt x="376" y="49"/>
                </a:lnTo>
                <a:lnTo>
                  <a:pt x="375" y="49"/>
                </a:lnTo>
                <a:lnTo>
                  <a:pt x="374" y="49"/>
                </a:lnTo>
                <a:lnTo>
                  <a:pt x="374" y="50"/>
                </a:lnTo>
                <a:lnTo>
                  <a:pt x="373" y="51"/>
                </a:lnTo>
                <a:lnTo>
                  <a:pt x="373" y="52"/>
                </a:lnTo>
                <a:lnTo>
                  <a:pt x="372" y="52"/>
                </a:lnTo>
                <a:lnTo>
                  <a:pt x="372" y="53"/>
                </a:lnTo>
                <a:lnTo>
                  <a:pt x="372" y="54"/>
                </a:lnTo>
                <a:lnTo>
                  <a:pt x="372" y="55"/>
                </a:lnTo>
                <a:lnTo>
                  <a:pt x="373" y="55"/>
                </a:lnTo>
                <a:lnTo>
                  <a:pt x="373" y="57"/>
                </a:lnTo>
                <a:lnTo>
                  <a:pt x="373" y="58"/>
                </a:lnTo>
                <a:lnTo>
                  <a:pt x="374" y="60"/>
                </a:lnTo>
                <a:lnTo>
                  <a:pt x="374" y="61"/>
                </a:lnTo>
                <a:lnTo>
                  <a:pt x="374" y="62"/>
                </a:lnTo>
                <a:lnTo>
                  <a:pt x="374" y="63"/>
                </a:lnTo>
                <a:lnTo>
                  <a:pt x="375" y="65"/>
                </a:lnTo>
                <a:lnTo>
                  <a:pt x="375" y="66"/>
                </a:lnTo>
                <a:lnTo>
                  <a:pt x="375" y="67"/>
                </a:lnTo>
                <a:lnTo>
                  <a:pt x="376" y="67"/>
                </a:lnTo>
                <a:lnTo>
                  <a:pt x="376" y="68"/>
                </a:lnTo>
                <a:lnTo>
                  <a:pt x="377" y="68"/>
                </a:lnTo>
                <a:lnTo>
                  <a:pt x="377" y="67"/>
                </a:lnTo>
                <a:lnTo>
                  <a:pt x="378" y="67"/>
                </a:lnTo>
                <a:lnTo>
                  <a:pt x="378" y="66"/>
                </a:lnTo>
                <a:lnTo>
                  <a:pt x="378" y="65"/>
                </a:lnTo>
                <a:lnTo>
                  <a:pt x="379" y="65"/>
                </a:lnTo>
                <a:lnTo>
                  <a:pt x="379" y="64"/>
                </a:lnTo>
                <a:lnTo>
                  <a:pt x="381" y="63"/>
                </a:lnTo>
                <a:lnTo>
                  <a:pt x="383" y="62"/>
                </a:lnTo>
                <a:lnTo>
                  <a:pt x="385" y="62"/>
                </a:lnTo>
                <a:lnTo>
                  <a:pt x="386" y="63"/>
                </a:lnTo>
                <a:lnTo>
                  <a:pt x="386" y="64"/>
                </a:lnTo>
                <a:lnTo>
                  <a:pt x="386" y="65"/>
                </a:lnTo>
                <a:lnTo>
                  <a:pt x="386" y="66"/>
                </a:lnTo>
                <a:lnTo>
                  <a:pt x="387" y="67"/>
                </a:lnTo>
                <a:lnTo>
                  <a:pt x="387" y="68"/>
                </a:lnTo>
                <a:lnTo>
                  <a:pt x="387" y="70"/>
                </a:lnTo>
                <a:lnTo>
                  <a:pt x="387" y="71"/>
                </a:lnTo>
                <a:lnTo>
                  <a:pt x="388" y="71"/>
                </a:lnTo>
                <a:lnTo>
                  <a:pt x="389" y="71"/>
                </a:lnTo>
                <a:lnTo>
                  <a:pt x="389" y="70"/>
                </a:lnTo>
                <a:lnTo>
                  <a:pt x="389" y="69"/>
                </a:lnTo>
                <a:lnTo>
                  <a:pt x="389" y="68"/>
                </a:lnTo>
                <a:lnTo>
                  <a:pt x="390" y="69"/>
                </a:lnTo>
                <a:lnTo>
                  <a:pt x="392" y="69"/>
                </a:lnTo>
                <a:lnTo>
                  <a:pt x="393" y="69"/>
                </a:lnTo>
                <a:lnTo>
                  <a:pt x="394" y="69"/>
                </a:lnTo>
                <a:lnTo>
                  <a:pt x="395" y="68"/>
                </a:lnTo>
                <a:lnTo>
                  <a:pt x="395" y="67"/>
                </a:lnTo>
                <a:lnTo>
                  <a:pt x="396" y="67"/>
                </a:lnTo>
                <a:lnTo>
                  <a:pt x="396" y="66"/>
                </a:lnTo>
                <a:lnTo>
                  <a:pt x="397" y="66"/>
                </a:lnTo>
                <a:lnTo>
                  <a:pt x="397" y="65"/>
                </a:lnTo>
                <a:lnTo>
                  <a:pt x="397" y="64"/>
                </a:lnTo>
                <a:lnTo>
                  <a:pt x="398" y="64"/>
                </a:lnTo>
                <a:lnTo>
                  <a:pt x="398" y="63"/>
                </a:lnTo>
                <a:lnTo>
                  <a:pt x="399" y="63"/>
                </a:lnTo>
                <a:lnTo>
                  <a:pt x="399" y="62"/>
                </a:lnTo>
                <a:lnTo>
                  <a:pt x="399" y="61"/>
                </a:lnTo>
                <a:lnTo>
                  <a:pt x="400" y="61"/>
                </a:lnTo>
                <a:lnTo>
                  <a:pt x="400" y="60"/>
                </a:lnTo>
                <a:lnTo>
                  <a:pt x="401" y="60"/>
                </a:lnTo>
                <a:lnTo>
                  <a:pt x="401" y="59"/>
                </a:lnTo>
                <a:lnTo>
                  <a:pt x="402" y="58"/>
                </a:lnTo>
                <a:lnTo>
                  <a:pt x="403" y="58"/>
                </a:lnTo>
                <a:lnTo>
                  <a:pt x="404" y="57"/>
                </a:lnTo>
                <a:lnTo>
                  <a:pt x="405" y="55"/>
                </a:lnTo>
                <a:lnTo>
                  <a:pt x="406" y="53"/>
                </a:lnTo>
                <a:lnTo>
                  <a:pt x="407" y="53"/>
                </a:lnTo>
                <a:lnTo>
                  <a:pt x="407" y="52"/>
                </a:lnTo>
                <a:lnTo>
                  <a:pt x="408" y="51"/>
                </a:lnTo>
                <a:lnTo>
                  <a:pt x="409" y="50"/>
                </a:lnTo>
                <a:lnTo>
                  <a:pt x="409" y="49"/>
                </a:lnTo>
                <a:lnTo>
                  <a:pt x="410" y="49"/>
                </a:lnTo>
                <a:lnTo>
                  <a:pt x="410" y="48"/>
                </a:lnTo>
                <a:lnTo>
                  <a:pt x="410" y="47"/>
                </a:lnTo>
                <a:lnTo>
                  <a:pt x="411" y="47"/>
                </a:lnTo>
                <a:lnTo>
                  <a:pt x="411" y="46"/>
                </a:lnTo>
                <a:lnTo>
                  <a:pt x="412" y="46"/>
                </a:lnTo>
                <a:lnTo>
                  <a:pt x="412" y="45"/>
                </a:lnTo>
                <a:lnTo>
                  <a:pt x="413" y="45"/>
                </a:lnTo>
                <a:lnTo>
                  <a:pt x="415" y="43"/>
                </a:lnTo>
                <a:lnTo>
                  <a:pt x="416" y="41"/>
                </a:lnTo>
                <a:lnTo>
                  <a:pt x="417" y="41"/>
                </a:lnTo>
                <a:lnTo>
                  <a:pt x="417" y="40"/>
                </a:lnTo>
                <a:lnTo>
                  <a:pt x="418" y="40"/>
                </a:lnTo>
                <a:lnTo>
                  <a:pt x="418" y="39"/>
                </a:lnTo>
                <a:lnTo>
                  <a:pt x="419" y="39"/>
                </a:lnTo>
                <a:lnTo>
                  <a:pt x="420" y="39"/>
                </a:lnTo>
                <a:lnTo>
                  <a:pt x="420" y="38"/>
                </a:lnTo>
                <a:lnTo>
                  <a:pt x="421" y="38"/>
                </a:lnTo>
                <a:lnTo>
                  <a:pt x="422" y="37"/>
                </a:lnTo>
                <a:lnTo>
                  <a:pt x="423" y="36"/>
                </a:lnTo>
                <a:lnTo>
                  <a:pt x="424" y="35"/>
                </a:lnTo>
                <a:lnTo>
                  <a:pt x="425" y="34"/>
                </a:lnTo>
                <a:lnTo>
                  <a:pt x="426" y="34"/>
                </a:lnTo>
                <a:lnTo>
                  <a:pt x="426" y="33"/>
                </a:lnTo>
                <a:lnTo>
                  <a:pt x="427" y="32"/>
                </a:lnTo>
                <a:lnTo>
                  <a:pt x="428" y="31"/>
                </a:lnTo>
                <a:lnTo>
                  <a:pt x="429" y="31"/>
                </a:lnTo>
                <a:lnTo>
                  <a:pt x="429" y="30"/>
                </a:lnTo>
                <a:lnTo>
                  <a:pt x="430" y="30"/>
                </a:lnTo>
                <a:lnTo>
                  <a:pt x="430" y="29"/>
                </a:lnTo>
                <a:lnTo>
                  <a:pt x="431" y="29"/>
                </a:lnTo>
                <a:lnTo>
                  <a:pt x="432" y="29"/>
                </a:lnTo>
                <a:lnTo>
                  <a:pt x="432" y="30"/>
                </a:lnTo>
                <a:lnTo>
                  <a:pt x="432" y="31"/>
                </a:lnTo>
                <a:lnTo>
                  <a:pt x="432" y="32"/>
                </a:lnTo>
                <a:lnTo>
                  <a:pt x="431" y="32"/>
                </a:lnTo>
                <a:lnTo>
                  <a:pt x="431" y="33"/>
                </a:lnTo>
                <a:lnTo>
                  <a:pt x="432" y="33"/>
                </a:lnTo>
                <a:lnTo>
                  <a:pt x="431" y="33"/>
                </a:lnTo>
                <a:lnTo>
                  <a:pt x="431" y="34"/>
                </a:lnTo>
                <a:lnTo>
                  <a:pt x="431" y="35"/>
                </a:lnTo>
                <a:lnTo>
                  <a:pt x="430" y="35"/>
                </a:lnTo>
                <a:lnTo>
                  <a:pt x="430" y="36"/>
                </a:lnTo>
                <a:lnTo>
                  <a:pt x="430" y="37"/>
                </a:lnTo>
                <a:lnTo>
                  <a:pt x="430" y="39"/>
                </a:lnTo>
                <a:lnTo>
                  <a:pt x="430" y="40"/>
                </a:lnTo>
                <a:lnTo>
                  <a:pt x="429" y="40"/>
                </a:lnTo>
                <a:lnTo>
                  <a:pt x="429" y="41"/>
                </a:lnTo>
                <a:lnTo>
                  <a:pt x="429" y="42"/>
                </a:lnTo>
                <a:lnTo>
                  <a:pt x="429" y="43"/>
                </a:lnTo>
                <a:lnTo>
                  <a:pt x="429" y="44"/>
                </a:lnTo>
                <a:lnTo>
                  <a:pt x="428" y="44"/>
                </a:lnTo>
                <a:lnTo>
                  <a:pt x="429" y="44"/>
                </a:lnTo>
                <a:lnTo>
                  <a:pt x="429" y="45"/>
                </a:lnTo>
                <a:lnTo>
                  <a:pt x="429" y="46"/>
                </a:lnTo>
                <a:lnTo>
                  <a:pt x="430" y="46"/>
                </a:lnTo>
                <a:lnTo>
                  <a:pt x="430" y="47"/>
                </a:lnTo>
                <a:lnTo>
                  <a:pt x="431" y="47"/>
                </a:lnTo>
                <a:lnTo>
                  <a:pt x="431" y="46"/>
                </a:lnTo>
                <a:lnTo>
                  <a:pt x="432" y="46"/>
                </a:lnTo>
                <a:lnTo>
                  <a:pt x="433" y="47"/>
                </a:lnTo>
                <a:lnTo>
                  <a:pt x="434" y="47"/>
                </a:lnTo>
                <a:lnTo>
                  <a:pt x="435" y="47"/>
                </a:lnTo>
                <a:lnTo>
                  <a:pt x="436" y="47"/>
                </a:lnTo>
                <a:lnTo>
                  <a:pt x="437" y="47"/>
                </a:lnTo>
                <a:lnTo>
                  <a:pt x="438" y="47"/>
                </a:lnTo>
                <a:lnTo>
                  <a:pt x="438" y="46"/>
                </a:lnTo>
                <a:lnTo>
                  <a:pt x="439" y="46"/>
                </a:lnTo>
                <a:lnTo>
                  <a:pt x="439" y="45"/>
                </a:lnTo>
                <a:lnTo>
                  <a:pt x="439" y="46"/>
                </a:lnTo>
                <a:lnTo>
                  <a:pt x="440" y="45"/>
                </a:lnTo>
                <a:lnTo>
                  <a:pt x="440" y="46"/>
                </a:lnTo>
                <a:lnTo>
                  <a:pt x="440" y="47"/>
                </a:lnTo>
                <a:lnTo>
                  <a:pt x="440" y="48"/>
                </a:lnTo>
                <a:lnTo>
                  <a:pt x="441" y="49"/>
                </a:lnTo>
                <a:lnTo>
                  <a:pt x="441" y="50"/>
                </a:lnTo>
                <a:lnTo>
                  <a:pt x="440" y="50"/>
                </a:lnTo>
                <a:lnTo>
                  <a:pt x="441" y="50"/>
                </a:lnTo>
                <a:lnTo>
                  <a:pt x="441" y="51"/>
                </a:lnTo>
                <a:lnTo>
                  <a:pt x="441" y="50"/>
                </a:lnTo>
                <a:lnTo>
                  <a:pt x="442" y="50"/>
                </a:lnTo>
                <a:lnTo>
                  <a:pt x="443" y="50"/>
                </a:lnTo>
                <a:lnTo>
                  <a:pt x="442" y="51"/>
                </a:lnTo>
                <a:lnTo>
                  <a:pt x="443" y="51"/>
                </a:lnTo>
                <a:lnTo>
                  <a:pt x="443" y="52"/>
                </a:lnTo>
                <a:lnTo>
                  <a:pt x="444" y="52"/>
                </a:lnTo>
                <a:lnTo>
                  <a:pt x="444" y="53"/>
                </a:lnTo>
                <a:lnTo>
                  <a:pt x="445" y="53"/>
                </a:lnTo>
                <a:lnTo>
                  <a:pt x="446" y="54"/>
                </a:lnTo>
                <a:lnTo>
                  <a:pt x="446" y="55"/>
                </a:lnTo>
                <a:lnTo>
                  <a:pt x="447" y="55"/>
                </a:lnTo>
                <a:lnTo>
                  <a:pt x="447" y="56"/>
                </a:lnTo>
                <a:lnTo>
                  <a:pt x="446" y="56"/>
                </a:lnTo>
                <a:lnTo>
                  <a:pt x="446" y="57"/>
                </a:lnTo>
                <a:lnTo>
                  <a:pt x="445" y="57"/>
                </a:lnTo>
                <a:lnTo>
                  <a:pt x="444" y="57"/>
                </a:lnTo>
                <a:lnTo>
                  <a:pt x="444" y="58"/>
                </a:lnTo>
                <a:lnTo>
                  <a:pt x="444" y="59"/>
                </a:lnTo>
                <a:lnTo>
                  <a:pt x="443" y="59"/>
                </a:lnTo>
                <a:lnTo>
                  <a:pt x="442" y="59"/>
                </a:lnTo>
                <a:lnTo>
                  <a:pt x="441" y="59"/>
                </a:lnTo>
                <a:lnTo>
                  <a:pt x="441" y="60"/>
                </a:lnTo>
                <a:lnTo>
                  <a:pt x="440" y="60"/>
                </a:lnTo>
                <a:lnTo>
                  <a:pt x="440" y="61"/>
                </a:lnTo>
                <a:lnTo>
                  <a:pt x="440" y="60"/>
                </a:lnTo>
                <a:lnTo>
                  <a:pt x="439" y="60"/>
                </a:lnTo>
                <a:lnTo>
                  <a:pt x="439" y="61"/>
                </a:lnTo>
                <a:lnTo>
                  <a:pt x="438" y="61"/>
                </a:lnTo>
                <a:lnTo>
                  <a:pt x="438" y="62"/>
                </a:lnTo>
                <a:lnTo>
                  <a:pt x="437" y="62"/>
                </a:lnTo>
                <a:lnTo>
                  <a:pt x="437" y="63"/>
                </a:lnTo>
                <a:lnTo>
                  <a:pt x="438" y="63"/>
                </a:lnTo>
                <a:lnTo>
                  <a:pt x="439" y="63"/>
                </a:lnTo>
                <a:lnTo>
                  <a:pt x="440" y="63"/>
                </a:lnTo>
                <a:lnTo>
                  <a:pt x="441" y="63"/>
                </a:lnTo>
                <a:lnTo>
                  <a:pt x="442" y="63"/>
                </a:lnTo>
                <a:lnTo>
                  <a:pt x="442" y="64"/>
                </a:lnTo>
                <a:lnTo>
                  <a:pt x="443" y="64"/>
                </a:lnTo>
                <a:lnTo>
                  <a:pt x="443" y="65"/>
                </a:lnTo>
                <a:lnTo>
                  <a:pt x="444" y="66"/>
                </a:lnTo>
                <a:lnTo>
                  <a:pt x="445" y="66"/>
                </a:lnTo>
                <a:lnTo>
                  <a:pt x="445" y="67"/>
                </a:lnTo>
                <a:lnTo>
                  <a:pt x="446" y="67"/>
                </a:lnTo>
                <a:lnTo>
                  <a:pt x="447" y="67"/>
                </a:lnTo>
                <a:lnTo>
                  <a:pt x="447" y="68"/>
                </a:lnTo>
                <a:lnTo>
                  <a:pt x="447" y="69"/>
                </a:lnTo>
                <a:lnTo>
                  <a:pt x="448" y="69"/>
                </a:lnTo>
                <a:lnTo>
                  <a:pt x="448" y="70"/>
                </a:lnTo>
                <a:lnTo>
                  <a:pt x="448" y="71"/>
                </a:lnTo>
                <a:lnTo>
                  <a:pt x="447" y="71"/>
                </a:lnTo>
                <a:lnTo>
                  <a:pt x="447" y="72"/>
                </a:lnTo>
                <a:lnTo>
                  <a:pt x="446" y="72"/>
                </a:lnTo>
                <a:lnTo>
                  <a:pt x="447" y="72"/>
                </a:lnTo>
                <a:lnTo>
                  <a:pt x="447" y="73"/>
                </a:lnTo>
                <a:lnTo>
                  <a:pt x="447" y="74"/>
                </a:lnTo>
                <a:lnTo>
                  <a:pt x="446" y="74"/>
                </a:lnTo>
                <a:lnTo>
                  <a:pt x="446" y="75"/>
                </a:lnTo>
                <a:lnTo>
                  <a:pt x="445" y="75"/>
                </a:lnTo>
                <a:lnTo>
                  <a:pt x="445" y="76"/>
                </a:lnTo>
                <a:lnTo>
                  <a:pt x="445" y="75"/>
                </a:lnTo>
                <a:lnTo>
                  <a:pt x="444" y="75"/>
                </a:lnTo>
                <a:lnTo>
                  <a:pt x="443" y="75"/>
                </a:lnTo>
                <a:lnTo>
                  <a:pt x="442" y="75"/>
                </a:lnTo>
                <a:lnTo>
                  <a:pt x="441" y="75"/>
                </a:lnTo>
                <a:lnTo>
                  <a:pt x="441" y="76"/>
                </a:lnTo>
                <a:lnTo>
                  <a:pt x="440" y="76"/>
                </a:lnTo>
                <a:lnTo>
                  <a:pt x="440" y="77"/>
                </a:lnTo>
                <a:lnTo>
                  <a:pt x="440" y="78"/>
                </a:lnTo>
                <a:lnTo>
                  <a:pt x="440" y="79"/>
                </a:lnTo>
                <a:lnTo>
                  <a:pt x="440" y="80"/>
                </a:lnTo>
                <a:lnTo>
                  <a:pt x="440" y="81"/>
                </a:lnTo>
                <a:lnTo>
                  <a:pt x="439" y="81"/>
                </a:lnTo>
                <a:lnTo>
                  <a:pt x="439" y="82"/>
                </a:lnTo>
                <a:lnTo>
                  <a:pt x="438" y="82"/>
                </a:lnTo>
                <a:lnTo>
                  <a:pt x="437" y="82"/>
                </a:lnTo>
                <a:lnTo>
                  <a:pt x="437" y="83"/>
                </a:lnTo>
                <a:lnTo>
                  <a:pt x="437" y="84"/>
                </a:lnTo>
                <a:lnTo>
                  <a:pt x="436" y="84"/>
                </a:lnTo>
                <a:lnTo>
                  <a:pt x="437" y="84"/>
                </a:lnTo>
                <a:lnTo>
                  <a:pt x="436" y="85"/>
                </a:lnTo>
                <a:lnTo>
                  <a:pt x="436" y="86"/>
                </a:lnTo>
                <a:lnTo>
                  <a:pt x="435" y="86"/>
                </a:lnTo>
                <a:lnTo>
                  <a:pt x="435" y="87"/>
                </a:lnTo>
                <a:lnTo>
                  <a:pt x="435" y="88"/>
                </a:lnTo>
                <a:lnTo>
                  <a:pt x="435" y="89"/>
                </a:lnTo>
                <a:lnTo>
                  <a:pt x="434" y="89"/>
                </a:lnTo>
                <a:lnTo>
                  <a:pt x="435" y="89"/>
                </a:lnTo>
                <a:lnTo>
                  <a:pt x="436" y="89"/>
                </a:lnTo>
                <a:lnTo>
                  <a:pt x="436" y="90"/>
                </a:lnTo>
                <a:lnTo>
                  <a:pt x="435" y="90"/>
                </a:lnTo>
                <a:lnTo>
                  <a:pt x="436" y="90"/>
                </a:lnTo>
                <a:lnTo>
                  <a:pt x="436" y="91"/>
                </a:lnTo>
                <a:lnTo>
                  <a:pt x="436" y="90"/>
                </a:lnTo>
                <a:lnTo>
                  <a:pt x="437" y="90"/>
                </a:lnTo>
                <a:lnTo>
                  <a:pt x="438" y="90"/>
                </a:lnTo>
                <a:lnTo>
                  <a:pt x="438" y="91"/>
                </a:lnTo>
                <a:lnTo>
                  <a:pt x="438" y="92"/>
                </a:lnTo>
                <a:lnTo>
                  <a:pt x="439" y="92"/>
                </a:lnTo>
                <a:lnTo>
                  <a:pt x="439" y="93"/>
                </a:lnTo>
                <a:lnTo>
                  <a:pt x="440" y="93"/>
                </a:lnTo>
                <a:lnTo>
                  <a:pt x="440" y="92"/>
                </a:lnTo>
                <a:lnTo>
                  <a:pt x="441" y="92"/>
                </a:lnTo>
                <a:lnTo>
                  <a:pt x="441" y="91"/>
                </a:lnTo>
                <a:lnTo>
                  <a:pt x="442" y="91"/>
                </a:lnTo>
                <a:lnTo>
                  <a:pt x="442" y="92"/>
                </a:lnTo>
                <a:lnTo>
                  <a:pt x="442" y="93"/>
                </a:lnTo>
                <a:lnTo>
                  <a:pt x="442" y="94"/>
                </a:lnTo>
                <a:lnTo>
                  <a:pt x="442" y="95"/>
                </a:lnTo>
                <a:lnTo>
                  <a:pt x="442" y="96"/>
                </a:lnTo>
                <a:lnTo>
                  <a:pt x="441" y="97"/>
                </a:lnTo>
                <a:lnTo>
                  <a:pt x="440" y="97"/>
                </a:lnTo>
                <a:lnTo>
                  <a:pt x="440" y="98"/>
                </a:lnTo>
                <a:lnTo>
                  <a:pt x="440" y="99"/>
                </a:lnTo>
                <a:lnTo>
                  <a:pt x="440" y="101"/>
                </a:lnTo>
                <a:lnTo>
                  <a:pt x="440" y="102"/>
                </a:lnTo>
                <a:lnTo>
                  <a:pt x="441" y="103"/>
                </a:lnTo>
                <a:lnTo>
                  <a:pt x="442" y="103"/>
                </a:lnTo>
                <a:lnTo>
                  <a:pt x="441" y="104"/>
                </a:lnTo>
                <a:lnTo>
                  <a:pt x="442" y="104"/>
                </a:lnTo>
                <a:lnTo>
                  <a:pt x="442" y="105"/>
                </a:lnTo>
                <a:lnTo>
                  <a:pt x="442" y="106"/>
                </a:lnTo>
                <a:lnTo>
                  <a:pt x="442" y="107"/>
                </a:lnTo>
                <a:lnTo>
                  <a:pt x="442" y="108"/>
                </a:lnTo>
                <a:lnTo>
                  <a:pt x="443" y="108"/>
                </a:lnTo>
                <a:lnTo>
                  <a:pt x="444" y="108"/>
                </a:lnTo>
                <a:lnTo>
                  <a:pt x="444" y="107"/>
                </a:lnTo>
                <a:lnTo>
                  <a:pt x="444" y="106"/>
                </a:lnTo>
                <a:lnTo>
                  <a:pt x="445" y="106"/>
                </a:lnTo>
                <a:lnTo>
                  <a:pt x="446" y="106"/>
                </a:lnTo>
                <a:lnTo>
                  <a:pt x="446" y="107"/>
                </a:lnTo>
                <a:lnTo>
                  <a:pt x="445" y="107"/>
                </a:lnTo>
                <a:lnTo>
                  <a:pt x="445" y="108"/>
                </a:lnTo>
                <a:lnTo>
                  <a:pt x="446" y="108"/>
                </a:lnTo>
                <a:lnTo>
                  <a:pt x="446" y="109"/>
                </a:lnTo>
                <a:lnTo>
                  <a:pt x="446" y="110"/>
                </a:lnTo>
                <a:lnTo>
                  <a:pt x="447" y="110"/>
                </a:lnTo>
                <a:lnTo>
                  <a:pt x="447" y="111"/>
                </a:lnTo>
                <a:lnTo>
                  <a:pt x="447" y="110"/>
                </a:lnTo>
                <a:lnTo>
                  <a:pt x="448" y="110"/>
                </a:lnTo>
                <a:lnTo>
                  <a:pt x="448" y="109"/>
                </a:lnTo>
                <a:lnTo>
                  <a:pt x="449" y="109"/>
                </a:lnTo>
                <a:lnTo>
                  <a:pt x="449" y="108"/>
                </a:lnTo>
                <a:lnTo>
                  <a:pt x="449" y="107"/>
                </a:lnTo>
                <a:lnTo>
                  <a:pt x="450" y="107"/>
                </a:lnTo>
                <a:lnTo>
                  <a:pt x="451" y="107"/>
                </a:lnTo>
                <a:lnTo>
                  <a:pt x="451" y="106"/>
                </a:lnTo>
                <a:lnTo>
                  <a:pt x="451" y="107"/>
                </a:lnTo>
                <a:lnTo>
                  <a:pt x="452" y="107"/>
                </a:lnTo>
                <a:lnTo>
                  <a:pt x="452" y="106"/>
                </a:lnTo>
                <a:lnTo>
                  <a:pt x="453" y="106"/>
                </a:lnTo>
                <a:lnTo>
                  <a:pt x="454" y="106"/>
                </a:lnTo>
                <a:lnTo>
                  <a:pt x="455" y="106"/>
                </a:lnTo>
                <a:lnTo>
                  <a:pt x="455" y="107"/>
                </a:lnTo>
                <a:lnTo>
                  <a:pt x="455" y="108"/>
                </a:lnTo>
                <a:lnTo>
                  <a:pt x="455" y="109"/>
                </a:lnTo>
                <a:lnTo>
                  <a:pt x="455" y="110"/>
                </a:lnTo>
                <a:lnTo>
                  <a:pt x="456" y="110"/>
                </a:lnTo>
                <a:lnTo>
                  <a:pt x="457" y="110"/>
                </a:lnTo>
                <a:lnTo>
                  <a:pt x="457" y="111"/>
                </a:lnTo>
                <a:lnTo>
                  <a:pt x="457" y="110"/>
                </a:lnTo>
                <a:lnTo>
                  <a:pt x="458" y="110"/>
                </a:lnTo>
                <a:lnTo>
                  <a:pt x="459" y="110"/>
                </a:lnTo>
                <a:lnTo>
                  <a:pt x="459" y="111"/>
                </a:lnTo>
                <a:lnTo>
                  <a:pt x="459" y="112"/>
                </a:lnTo>
                <a:lnTo>
                  <a:pt x="459" y="113"/>
                </a:lnTo>
                <a:lnTo>
                  <a:pt x="460" y="113"/>
                </a:lnTo>
                <a:lnTo>
                  <a:pt x="461" y="113"/>
                </a:lnTo>
                <a:lnTo>
                  <a:pt x="462" y="113"/>
                </a:lnTo>
                <a:lnTo>
                  <a:pt x="463" y="113"/>
                </a:lnTo>
                <a:lnTo>
                  <a:pt x="463" y="112"/>
                </a:lnTo>
                <a:lnTo>
                  <a:pt x="464" y="112"/>
                </a:lnTo>
                <a:lnTo>
                  <a:pt x="465" y="112"/>
                </a:lnTo>
                <a:lnTo>
                  <a:pt x="465" y="111"/>
                </a:lnTo>
                <a:lnTo>
                  <a:pt x="465" y="112"/>
                </a:lnTo>
                <a:lnTo>
                  <a:pt x="465" y="114"/>
                </a:lnTo>
                <a:lnTo>
                  <a:pt x="465" y="115"/>
                </a:lnTo>
                <a:lnTo>
                  <a:pt x="466" y="115"/>
                </a:lnTo>
                <a:lnTo>
                  <a:pt x="466" y="116"/>
                </a:lnTo>
                <a:lnTo>
                  <a:pt x="467" y="117"/>
                </a:lnTo>
                <a:lnTo>
                  <a:pt x="466" y="117"/>
                </a:lnTo>
                <a:lnTo>
                  <a:pt x="466" y="118"/>
                </a:lnTo>
                <a:lnTo>
                  <a:pt x="466" y="119"/>
                </a:lnTo>
                <a:lnTo>
                  <a:pt x="466" y="120"/>
                </a:lnTo>
                <a:lnTo>
                  <a:pt x="467" y="120"/>
                </a:lnTo>
                <a:lnTo>
                  <a:pt x="467" y="121"/>
                </a:lnTo>
                <a:lnTo>
                  <a:pt x="467" y="122"/>
                </a:lnTo>
                <a:lnTo>
                  <a:pt x="468" y="122"/>
                </a:lnTo>
                <a:lnTo>
                  <a:pt x="468" y="123"/>
                </a:lnTo>
                <a:lnTo>
                  <a:pt x="468" y="122"/>
                </a:lnTo>
                <a:lnTo>
                  <a:pt x="469" y="122"/>
                </a:lnTo>
                <a:lnTo>
                  <a:pt x="469" y="121"/>
                </a:lnTo>
                <a:lnTo>
                  <a:pt x="470" y="121"/>
                </a:lnTo>
                <a:lnTo>
                  <a:pt x="471" y="121"/>
                </a:lnTo>
                <a:lnTo>
                  <a:pt x="471" y="122"/>
                </a:lnTo>
                <a:lnTo>
                  <a:pt x="471" y="123"/>
                </a:lnTo>
                <a:lnTo>
                  <a:pt x="471" y="124"/>
                </a:lnTo>
                <a:lnTo>
                  <a:pt x="470" y="124"/>
                </a:lnTo>
                <a:lnTo>
                  <a:pt x="470" y="125"/>
                </a:lnTo>
                <a:lnTo>
                  <a:pt x="471" y="125"/>
                </a:lnTo>
                <a:lnTo>
                  <a:pt x="472" y="125"/>
                </a:lnTo>
                <a:lnTo>
                  <a:pt x="472" y="126"/>
                </a:lnTo>
                <a:lnTo>
                  <a:pt x="472" y="127"/>
                </a:lnTo>
                <a:lnTo>
                  <a:pt x="473" y="128"/>
                </a:lnTo>
                <a:lnTo>
                  <a:pt x="473" y="127"/>
                </a:lnTo>
                <a:lnTo>
                  <a:pt x="474" y="127"/>
                </a:lnTo>
                <a:lnTo>
                  <a:pt x="474" y="126"/>
                </a:lnTo>
                <a:lnTo>
                  <a:pt x="475" y="126"/>
                </a:lnTo>
                <a:lnTo>
                  <a:pt x="475" y="127"/>
                </a:lnTo>
                <a:lnTo>
                  <a:pt x="476" y="127"/>
                </a:lnTo>
                <a:lnTo>
                  <a:pt x="476" y="128"/>
                </a:lnTo>
                <a:lnTo>
                  <a:pt x="476" y="129"/>
                </a:lnTo>
                <a:lnTo>
                  <a:pt x="475" y="129"/>
                </a:lnTo>
                <a:lnTo>
                  <a:pt x="475" y="130"/>
                </a:lnTo>
                <a:lnTo>
                  <a:pt x="476" y="131"/>
                </a:lnTo>
                <a:lnTo>
                  <a:pt x="475" y="132"/>
                </a:lnTo>
                <a:lnTo>
                  <a:pt x="476" y="132"/>
                </a:lnTo>
                <a:lnTo>
                  <a:pt x="476" y="133"/>
                </a:lnTo>
                <a:lnTo>
                  <a:pt x="477" y="133"/>
                </a:lnTo>
                <a:lnTo>
                  <a:pt x="477" y="134"/>
                </a:lnTo>
                <a:lnTo>
                  <a:pt x="477" y="133"/>
                </a:lnTo>
                <a:lnTo>
                  <a:pt x="478" y="133"/>
                </a:lnTo>
                <a:lnTo>
                  <a:pt x="479" y="134"/>
                </a:lnTo>
                <a:lnTo>
                  <a:pt x="479" y="133"/>
                </a:lnTo>
                <a:lnTo>
                  <a:pt x="480" y="133"/>
                </a:lnTo>
                <a:lnTo>
                  <a:pt x="481" y="133"/>
                </a:lnTo>
                <a:lnTo>
                  <a:pt x="481" y="132"/>
                </a:lnTo>
                <a:lnTo>
                  <a:pt x="482" y="133"/>
                </a:lnTo>
                <a:lnTo>
                  <a:pt x="482" y="134"/>
                </a:lnTo>
                <a:lnTo>
                  <a:pt x="483" y="134"/>
                </a:lnTo>
                <a:lnTo>
                  <a:pt x="484" y="133"/>
                </a:lnTo>
                <a:lnTo>
                  <a:pt x="484" y="134"/>
                </a:lnTo>
                <a:lnTo>
                  <a:pt x="484" y="135"/>
                </a:lnTo>
                <a:lnTo>
                  <a:pt x="484" y="136"/>
                </a:lnTo>
                <a:lnTo>
                  <a:pt x="484" y="137"/>
                </a:lnTo>
                <a:lnTo>
                  <a:pt x="483" y="137"/>
                </a:lnTo>
                <a:lnTo>
                  <a:pt x="483" y="138"/>
                </a:lnTo>
                <a:lnTo>
                  <a:pt x="483" y="139"/>
                </a:lnTo>
                <a:lnTo>
                  <a:pt x="484" y="140"/>
                </a:lnTo>
                <a:lnTo>
                  <a:pt x="484" y="141"/>
                </a:lnTo>
                <a:lnTo>
                  <a:pt x="484" y="142"/>
                </a:lnTo>
                <a:lnTo>
                  <a:pt x="484" y="143"/>
                </a:lnTo>
                <a:lnTo>
                  <a:pt x="483" y="144"/>
                </a:lnTo>
                <a:lnTo>
                  <a:pt x="484" y="144"/>
                </a:lnTo>
                <a:lnTo>
                  <a:pt x="483" y="145"/>
                </a:lnTo>
                <a:lnTo>
                  <a:pt x="483" y="146"/>
                </a:lnTo>
                <a:lnTo>
                  <a:pt x="483" y="147"/>
                </a:lnTo>
                <a:lnTo>
                  <a:pt x="482" y="147"/>
                </a:lnTo>
                <a:lnTo>
                  <a:pt x="481" y="147"/>
                </a:lnTo>
                <a:lnTo>
                  <a:pt x="481" y="148"/>
                </a:lnTo>
                <a:lnTo>
                  <a:pt x="481" y="149"/>
                </a:lnTo>
                <a:lnTo>
                  <a:pt x="482" y="150"/>
                </a:lnTo>
                <a:lnTo>
                  <a:pt x="482" y="151"/>
                </a:lnTo>
                <a:lnTo>
                  <a:pt x="482" y="152"/>
                </a:lnTo>
                <a:lnTo>
                  <a:pt x="482" y="153"/>
                </a:lnTo>
                <a:lnTo>
                  <a:pt x="482" y="154"/>
                </a:lnTo>
                <a:lnTo>
                  <a:pt x="481" y="155"/>
                </a:lnTo>
                <a:lnTo>
                  <a:pt x="482" y="156"/>
                </a:lnTo>
                <a:lnTo>
                  <a:pt x="482" y="157"/>
                </a:lnTo>
                <a:lnTo>
                  <a:pt x="481" y="157"/>
                </a:lnTo>
                <a:lnTo>
                  <a:pt x="481" y="158"/>
                </a:lnTo>
                <a:lnTo>
                  <a:pt x="481" y="159"/>
                </a:lnTo>
                <a:lnTo>
                  <a:pt x="480" y="159"/>
                </a:lnTo>
                <a:lnTo>
                  <a:pt x="479" y="159"/>
                </a:lnTo>
                <a:lnTo>
                  <a:pt x="479" y="160"/>
                </a:lnTo>
                <a:lnTo>
                  <a:pt x="479" y="161"/>
                </a:lnTo>
                <a:lnTo>
                  <a:pt x="478" y="161"/>
                </a:lnTo>
                <a:lnTo>
                  <a:pt x="478" y="162"/>
                </a:lnTo>
                <a:lnTo>
                  <a:pt x="479" y="163"/>
                </a:lnTo>
                <a:lnTo>
                  <a:pt x="479" y="164"/>
                </a:lnTo>
                <a:lnTo>
                  <a:pt x="480" y="164"/>
                </a:lnTo>
                <a:lnTo>
                  <a:pt x="480" y="163"/>
                </a:lnTo>
                <a:lnTo>
                  <a:pt x="481" y="164"/>
                </a:lnTo>
                <a:lnTo>
                  <a:pt x="482" y="164"/>
                </a:lnTo>
                <a:lnTo>
                  <a:pt x="483" y="164"/>
                </a:lnTo>
                <a:lnTo>
                  <a:pt x="483" y="165"/>
                </a:lnTo>
                <a:lnTo>
                  <a:pt x="483" y="166"/>
                </a:lnTo>
                <a:lnTo>
                  <a:pt x="484" y="166"/>
                </a:lnTo>
                <a:lnTo>
                  <a:pt x="484" y="167"/>
                </a:lnTo>
                <a:lnTo>
                  <a:pt x="485" y="167"/>
                </a:lnTo>
                <a:lnTo>
                  <a:pt x="486" y="168"/>
                </a:lnTo>
                <a:lnTo>
                  <a:pt x="487" y="168"/>
                </a:lnTo>
                <a:lnTo>
                  <a:pt x="488" y="168"/>
                </a:lnTo>
                <a:lnTo>
                  <a:pt x="489" y="168"/>
                </a:lnTo>
                <a:lnTo>
                  <a:pt x="489" y="169"/>
                </a:lnTo>
                <a:lnTo>
                  <a:pt x="490" y="169"/>
                </a:lnTo>
                <a:lnTo>
                  <a:pt x="490" y="170"/>
                </a:lnTo>
                <a:lnTo>
                  <a:pt x="490" y="171"/>
                </a:lnTo>
                <a:lnTo>
                  <a:pt x="489" y="171"/>
                </a:lnTo>
                <a:lnTo>
                  <a:pt x="488" y="172"/>
                </a:lnTo>
                <a:lnTo>
                  <a:pt x="488" y="173"/>
                </a:lnTo>
                <a:lnTo>
                  <a:pt x="487" y="173"/>
                </a:lnTo>
                <a:lnTo>
                  <a:pt x="487" y="174"/>
                </a:lnTo>
                <a:lnTo>
                  <a:pt x="487" y="175"/>
                </a:lnTo>
                <a:lnTo>
                  <a:pt x="488" y="175"/>
                </a:lnTo>
                <a:lnTo>
                  <a:pt x="489" y="176"/>
                </a:lnTo>
                <a:lnTo>
                  <a:pt x="489" y="177"/>
                </a:lnTo>
                <a:lnTo>
                  <a:pt x="489" y="178"/>
                </a:lnTo>
                <a:lnTo>
                  <a:pt x="490" y="178"/>
                </a:lnTo>
                <a:lnTo>
                  <a:pt x="491" y="178"/>
                </a:lnTo>
                <a:lnTo>
                  <a:pt x="492" y="178"/>
                </a:lnTo>
                <a:lnTo>
                  <a:pt x="493" y="178"/>
                </a:lnTo>
                <a:lnTo>
                  <a:pt x="493" y="179"/>
                </a:lnTo>
                <a:lnTo>
                  <a:pt x="493" y="180"/>
                </a:lnTo>
                <a:lnTo>
                  <a:pt x="493" y="181"/>
                </a:lnTo>
                <a:lnTo>
                  <a:pt x="493" y="182"/>
                </a:lnTo>
                <a:lnTo>
                  <a:pt x="494" y="182"/>
                </a:lnTo>
                <a:lnTo>
                  <a:pt x="494" y="183"/>
                </a:lnTo>
                <a:lnTo>
                  <a:pt x="493" y="183"/>
                </a:lnTo>
                <a:lnTo>
                  <a:pt x="492" y="184"/>
                </a:lnTo>
                <a:lnTo>
                  <a:pt x="492" y="183"/>
                </a:lnTo>
                <a:lnTo>
                  <a:pt x="492" y="184"/>
                </a:lnTo>
                <a:lnTo>
                  <a:pt x="492" y="185"/>
                </a:lnTo>
                <a:lnTo>
                  <a:pt x="492" y="184"/>
                </a:lnTo>
                <a:lnTo>
                  <a:pt x="493" y="184"/>
                </a:lnTo>
                <a:lnTo>
                  <a:pt x="493" y="185"/>
                </a:lnTo>
                <a:lnTo>
                  <a:pt x="493" y="186"/>
                </a:lnTo>
                <a:lnTo>
                  <a:pt x="492" y="186"/>
                </a:lnTo>
                <a:lnTo>
                  <a:pt x="492" y="187"/>
                </a:lnTo>
                <a:lnTo>
                  <a:pt x="491" y="187"/>
                </a:lnTo>
                <a:lnTo>
                  <a:pt x="491" y="188"/>
                </a:lnTo>
                <a:lnTo>
                  <a:pt x="489" y="189"/>
                </a:lnTo>
                <a:lnTo>
                  <a:pt x="488" y="189"/>
                </a:lnTo>
                <a:lnTo>
                  <a:pt x="488" y="190"/>
                </a:lnTo>
                <a:lnTo>
                  <a:pt x="488" y="191"/>
                </a:lnTo>
                <a:lnTo>
                  <a:pt x="487" y="191"/>
                </a:lnTo>
                <a:lnTo>
                  <a:pt x="487" y="192"/>
                </a:lnTo>
                <a:lnTo>
                  <a:pt x="486" y="192"/>
                </a:lnTo>
                <a:lnTo>
                  <a:pt x="487" y="192"/>
                </a:lnTo>
                <a:lnTo>
                  <a:pt x="487" y="193"/>
                </a:lnTo>
                <a:lnTo>
                  <a:pt x="486" y="193"/>
                </a:lnTo>
                <a:lnTo>
                  <a:pt x="485" y="193"/>
                </a:lnTo>
                <a:lnTo>
                  <a:pt x="484" y="193"/>
                </a:lnTo>
                <a:lnTo>
                  <a:pt x="483" y="193"/>
                </a:lnTo>
                <a:lnTo>
                  <a:pt x="483" y="194"/>
                </a:lnTo>
                <a:lnTo>
                  <a:pt x="482" y="195"/>
                </a:lnTo>
                <a:lnTo>
                  <a:pt x="481" y="196"/>
                </a:lnTo>
                <a:lnTo>
                  <a:pt x="480" y="197"/>
                </a:lnTo>
                <a:lnTo>
                  <a:pt x="480" y="198"/>
                </a:lnTo>
                <a:lnTo>
                  <a:pt x="480" y="199"/>
                </a:lnTo>
                <a:lnTo>
                  <a:pt x="480" y="200"/>
                </a:lnTo>
                <a:lnTo>
                  <a:pt x="479" y="200"/>
                </a:lnTo>
                <a:lnTo>
                  <a:pt x="478" y="200"/>
                </a:lnTo>
                <a:lnTo>
                  <a:pt x="477" y="201"/>
                </a:lnTo>
                <a:lnTo>
                  <a:pt x="476" y="201"/>
                </a:lnTo>
                <a:lnTo>
                  <a:pt x="475" y="201"/>
                </a:lnTo>
                <a:lnTo>
                  <a:pt x="474" y="201"/>
                </a:lnTo>
                <a:lnTo>
                  <a:pt x="472" y="201"/>
                </a:lnTo>
                <a:lnTo>
                  <a:pt x="471" y="201"/>
                </a:lnTo>
                <a:lnTo>
                  <a:pt x="470" y="202"/>
                </a:lnTo>
                <a:lnTo>
                  <a:pt x="470" y="201"/>
                </a:lnTo>
                <a:lnTo>
                  <a:pt x="470" y="202"/>
                </a:lnTo>
                <a:lnTo>
                  <a:pt x="469" y="202"/>
                </a:lnTo>
                <a:lnTo>
                  <a:pt x="470" y="203"/>
                </a:lnTo>
                <a:lnTo>
                  <a:pt x="470" y="204"/>
                </a:lnTo>
                <a:lnTo>
                  <a:pt x="471" y="204"/>
                </a:lnTo>
                <a:lnTo>
                  <a:pt x="471" y="205"/>
                </a:lnTo>
                <a:lnTo>
                  <a:pt x="471" y="206"/>
                </a:lnTo>
                <a:lnTo>
                  <a:pt x="472" y="206"/>
                </a:lnTo>
                <a:lnTo>
                  <a:pt x="472" y="207"/>
                </a:lnTo>
                <a:lnTo>
                  <a:pt x="471" y="207"/>
                </a:lnTo>
                <a:lnTo>
                  <a:pt x="472" y="207"/>
                </a:lnTo>
                <a:lnTo>
                  <a:pt x="472" y="208"/>
                </a:lnTo>
                <a:lnTo>
                  <a:pt x="472" y="209"/>
                </a:lnTo>
                <a:lnTo>
                  <a:pt x="473" y="210"/>
                </a:lnTo>
                <a:lnTo>
                  <a:pt x="472" y="210"/>
                </a:lnTo>
                <a:lnTo>
                  <a:pt x="473" y="210"/>
                </a:lnTo>
                <a:lnTo>
                  <a:pt x="473" y="211"/>
                </a:lnTo>
                <a:lnTo>
                  <a:pt x="474" y="211"/>
                </a:lnTo>
                <a:lnTo>
                  <a:pt x="473" y="211"/>
                </a:lnTo>
                <a:lnTo>
                  <a:pt x="474" y="212"/>
                </a:lnTo>
                <a:lnTo>
                  <a:pt x="474" y="213"/>
                </a:lnTo>
                <a:lnTo>
                  <a:pt x="473" y="213"/>
                </a:lnTo>
                <a:lnTo>
                  <a:pt x="473" y="214"/>
                </a:lnTo>
                <a:lnTo>
                  <a:pt x="473" y="215"/>
                </a:lnTo>
                <a:lnTo>
                  <a:pt x="472" y="215"/>
                </a:lnTo>
                <a:lnTo>
                  <a:pt x="473" y="215"/>
                </a:lnTo>
                <a:lnTo>
                  <a:pt x="472" y="215"/>
                </a:lnTo>
                <a:lnTo>
                  <a:pt x="472" y="216"/>
                </a:lnTo>
                <a:lnTo>
                  <a:pt x="472" y="215"/>
                </a:lnTo>
                <a:lnTo>
                  <a:pt x="471" y="215"/>
                </a:lnTo>
                <a:lnTo>
                  <a:pt x="470" y="215"/>
                </a:lnTo>
                <a:lnTo>
                  <a:pt x="470" y="214"/>
                </a:lnTo>
                <a:lnTo>
                  <a:pt x="469" y="215"/>
                </a:lnTo>
                <a:lnTo>
                  <a:pt x="468" y="215"/>
                </a:lnTo>
                <a:lnTo>
                  <a:pt x="468" y="214"/>
                </a:lnTo>
                <a:lnTo>
                  <a:pt x="467" y="214"/>
                </a:lnTo>
                <a:lnTo>
                  <a:pt x="467" y="215"/>
                </a:lnTo>
                <a:lnTo>
                  <a:pt x="466" y="215"/>
                </a:lnTo>
                <a:lnTo>
                  <a:pt x="466" y="216"/>
                </a:lnTo>
                <a:lnTo>
                  <a:pt x="467" y="217"/>
                </a:lnTo>
                <a:lnTo>
                  <a:pt x="466" y="217"/>
                </a:lnTo>
                <a:lnTo>
                  <a:pt x="465" y="217"/>
                </a:lnTo>
                <a:lnTo>
                  <a:pt x="465" y="218"/>
                </a:lnTo>
                <a:lnTo>
                  <a:pt x="465" y="217"/>
                </a:lnTo>
                <a:lnTo>
                  <a:pt x="464" y="217"/>
                </a:lnTo>
                <a:lnTo>
                  <a:pt x="464" y="218"/>
                </a:lnTo>
                <a:lnTo>
                  <a:pt x="463" y="218"/>
                </a:lnTo>
                <a:lnTo>
                  <a:pt x="463" y="219"/>
                </a:lnTo>
                <a:lnTo>
                  <a:pt x="462" y="220"/>
                </a:lnTo>
                <a:lnTo>
                  <a:pt x="461" y="220"/>
                </a:lnTo>
                <a:lnTo>
                  <a:pt x="460" y="220"/>
                </a:lnTo>
                <a:lnTo>
                  <a:pt x="460" y="219"/>
                </a:lnTo>
                <a:lnTo>
                  <a:pt x="459" y="220"/>
                </a:lnTo>
                <a:lnTo>
                  <a:pt x="459" y="219"/>
                </a:lnTo>
                <a:lnTo>
                  <a:pt x="458" y="218"/>
                </a:lnTo>
                <a:lnTo>
                  <a:pt x="457" y="218"/>
                </a:lnTo>
                <a:lnTo>
                  <a:pt x="457" y="219"/>
                </a:lnTo>
                <a:lnTo>
                  <a:pt x="457" y="220"/>
                </a:lnTo>
                <a:lnTo>
                  <a:pt x="457" y="221"/>
                </a:lnTo>
                <a:lnTo>
                  <a:pt x="456" y="222"/>
                </a:lnTo>
                <a:lnTo>
                  <a:pt x="455" y="222"/>
                </a:lnTo>
                <a:lnTo>
                  <a:pt x="455" y="221"/>
                </a:lnTo>
                <a:lnTo>
                  <a:pt x="454" y="221"/>
                </a:lnTo>
                <a:lnTo>
                  <a:pt x="453" y="221"/>
                </a:lnTo>
                <a:lnTo>
                  <a:pt x="452" y="221"/>
                </a:lnTo>
                <a:lnTo>
                  <a:pt x="452" y="222"/>
                </a:lnTo>
                <a:lnTo>
                  <a:pt x="451" y="222"/>
                </a:lnTo>
                <a:lnTo>
                  <a:pt x="451" y="223"/>
                </a:lnTo>
                <a:lnTo>
                  <a:pt x="452" y="223"/>
                </a:lnTo>
                <a:lnTo>
                  <a:pt x="451" y="223"/>
                </a:lnTo>
                <a:lnTo>
                  <a:pt x="450" y="224"/>
                </a:lnTo>
                <a:lnTo>
                  <a:pt x="449" y="224"/>
                </a:lnTo>
                <a:lnTo>
                  <a:pt x="448" y="225"/>
                </a:lnTo>
                <a:lnTo>
                  <a:pt x="448" y="226"/>
                </a:lnTo>
                <a:lnTo>
                  <a:pt x="447" y="227"/>
                </a:lnTo>
                <a:lnTo>
                  <a:pt x="446" y="229"/>
                </a:lnTo>
                <a:lnTo>
                  <a:pt x="446" y="230"/>
                </a:lnTo>
                <a:lnTo>
                  <a:pt x="446" y="231"/>
                </a:lnTo>
                <a:lnTo>
                  <a:pt x="445" y="231"/>
                </a:lnTo>
                <a:lnTo>
                  <a:pt x="446" y="232"/>
                </a:lnTo>
                <a:lnTo>
                  <a:pt x="447" y="232"/>
                </a:lnTo>
                <a:lnTo>
                  <a:pt x="448" y="232"/>
                </a:lnTo>
                <a:lnTo>
                  <a:pt x="448" y="233"/>
                </a:lnTo>
                <a:lnTo>
                  <a:pt x="448" y="234"/>
                </a:lnTo>
                <a:lnTo>
                  <a:pt x="448" y="235"/>
                </a:lnTo>
                <a:lnTo>
                  <a:pt x="449" y="237"/>
                </a:lnTo>
                <a:lnTo>
                  <a:pt x="449" y="238"/>
                </a:lnTo>
                <a:lnTo>
                  <a:pt x="449" y="239"/>
                </a:lnTo>
                <a:lnTo>
                  <a:pt x="447" y="241"/>
                </a:lnTo>
                <a:lnTo>
                  <a:pt x="446" y="242"/>
                </a:lnTo>
                <a:lnTo>
                  <a:pt x="445" y="242"/>
                </a:lnTo>
                <a:lnTo>
                  <a:pt x="445" y="243"/>
                </a:lnTo>
                <a:lnTo>
                  <a:pt x="444" y="244"/>
                </a:lnTo>
                <a:lnTo>
                  <a:pt x="443" y="245"/>
                </a:lnTo>
                <a:lnTo>
                  <a:pt x="443" y="246"/>
                </a:lnTo>
                <a:lnTo>
                  <a:pt x="443" y="247"/>
                </a:lnTo>
                <a:lnTo>
                  <a:pt x="443" y="248"/>
                </a:lnTo>
                <a:lnTo>
                  <a:pt x="442" y="248"/>
                </a:lnTo>
                <a:lnTo>
                  <a:pt x="441" y="249"/>
                </a:lnTo>
                <a:lnTo>
                  <a:pt x="440" y="250"/>
                </a:lnTo>
                <a:lnTo>
                  <a:pt x="440" y="251"/>
                </a:lnTo>
                <a:lnTo>
                  <a:pt x="439" y="253"/>
                </a:lnTo>
                <a:lnTo>
                  <a:pt x="438" y="254"/>
                </a:lnTo>
                <a:lnTo>
                  <a:pt x="437" y="255"/>
                </a:lnTo>
                <a:lnTo>
                  <a:pt x="436" y="256"/>
                </a:lnTo>
                <a:lnTo>
                  <a:pt x="435" y="256"/>
                </a:lnTo>
                <a:lnTo>
                  <a:pt x="434" y="257"/>
                </a:lnTo>
                <a:lnTo>
                  <a:pt x="435" y="257"/>
                </a:lnTo>
                <a:lnTo>
                  <a:pt x="435" y="258"/>
                </a:lnTo>
                <a:lnTo>
                  <a:pt x="434" y="258"/>
                </a:lnTo>
                <a:lnTo>
                  <a:pt x="434" y="260"/>
                </a:lnTo>
                <a:lnTo>
                  <a:pt x="435" y="260"/>
                </a:lnTo>
                <a:lnTo>
                  <a:pt x="435" y="261"/>
                </a:lnTo>
                <a:lnTo>
                  <a:pt x="434" y="261"/>
                </a:lnTo>
                <a:lnTo>
                  <a:pt x="434" y="262"/>
                </a:lnTo>
                <a:lnTo>
                  <a:pt x="434" y="263"/>
                </a:lnTo>
                <a:lnTo>
                  <a:pt x="433" y="264"/>
                </a:lnTo>
                <a:lnTo>
                  <a:pt x="432" y="264"/>
                </a:lnTo>
                <a:lnTo>
                  <a:pt x="432" y="265"/>
                </a:lnTo>
                <a:lnTo>
                  <a:pt x="432" y="266"/>
                </a:lnTo>
                <a:lnTo>
                  <a:pt x="432" y="267"/>
                </a:lnTo>
                <a:lnTo>
                  <a:pt x="433" y="268"/>
                </a:lnTo>
                <a:lnTo>
                  <a:pt x="433" y="267"/>
                </a:lnTo>
                <a:lnTo>
                  <a:pt x="433" y="268"/>
                </a:lnTo>
                <a:lnTo>
                  <a:pt x="434" y="268"/>
                </a:lnTo>
                <a:lnTo>
                  <a:pt x="435" y="268"/>
                </a:lnTo>
                <a:lnTo>
                  <a:pt x="436" y="268"/>
                </a:lnTo>
                <a:lnTo>
                  <a:pt x="436" y="267"/>
                </a:lnTo>
                <a:lnTo>
                  <a:pt x="437" y="269"/>
                </a:lnTo>
                <a:lnTo>
                  <a:pt x="436" y="270"/>
                </a:lnTo>
                <a:lnTo>
                  <a:pt x="435" y="272"/>
                </a:lnTo>
                <a:lnTo>
                  <a:pt x="434" y="273"/>
                </a:lnTo>
                <a:lnTo>
                  <a:pt x="433" y="274"/>
                </a:lnTo>
                <a:lnTo>
                  <a:pt x="434" y="274"/>
                </a:lnTo>
                <a:lnTo>
                  <a:pt x="434" y="275"/>
                </a:lnTo>
                <a:lnTo>
                  <a:pt x="434" y="276"/>
                </a:lnTo>
                <a:lnTo>
                  <a:pt x="434" y="277"/>
                </a:lnTo>
                <a:lnTo>
                  <a:pt x="434" y="278"/>
                </a:lnTo>
                <a:lnTo>
                  <a:pt x="435" y="278"/>
                </a:lnTo>
                <a:lnTo>
                  <a:pt x="436" y="278"/>
                </a:lnTo>
                <a:lnTo>
                  <a:pt x="436" y="279"/>
                </a:lnTo>
                <a:lnTo>
                  <a:pt x="437" y="279"/>
                </a:lnTo>
                <a:lnTo>
                  <a:pt x="437" y="280"/>
                </a:lnTo>
                <a:lnTo>
                  <a:pt x="436" y="280"/>
                </a:lnTo>
                <a:lnTo>
                  <a:pt x="435" y="281"/>
                </a:lnTo>
                <a:lnTo>
                  <a:pt x="434" y="281"/>
                </a:lnTo>
                <a:lnTo>
                  <a:pt x="434" y="282"/>
                </a:lnTo>
                <a:lnTo>
                  <a:pt x="434" y="283"/>
                </a:lnTo>
                <a:lnTo>
                  <a:pt x="435" y="283"/>
                </a:lnTo>
                <a:lnTo>
                  <a:pt x="434" y="283"/>
                </a:lnTo>
                <a:lnTo>
                  <a:pt x="434" y="284"/>
                </a:lnTo>
                <a:lnTo>
                  <a:pt x="435" y="285"/>
                </a:lnTo>
                <a:lnTo>
                  <a:pt x="436" y="285"/>
                </a:lnTo>
                <a:lnTo>
                  <a:pt x="437" y="285"/>
                </a:lnTo>
                <a:lnTo>
                  <a:pt x="438" y="285"/>
                </a:lnTo>
                <a:lnTo>
                  <a:pt x="439" y="285"/>
                </a:lnTo>
                <a:lnTo>
                  <a:pt x="440" y="287"/>
                </a:lnTo>
                <a:lnTo>
                  <a:pt x="441" y="287"/>
                </a:lnTo>
                <a:lnTo>
                  <a:pt x="443" y="287"/>
                </a:lnTo>
                <a:lnTo>
                  <a:pt x="444" y="287"/>
                </a:lnTo>
                <a:lnTo>
                  <a:pt x="444" y="286"/>
                </a:lnTo>
                <a:lnTo>
                  <a:pt x="444" y="285"/>
                </a:lnTo>
                <a:lnTo>
                  <a:pt x="445" y="285"/>
                </a:lnTo>
                <a:lnTo>
                  <a:pt x="445" y="286"/>
                </a:lnTo>
                <a:lnTo>
                  <a:pt x="446" y="286"/>
                </a:lnTo>
                <a:lnTo>
                  <a:pt x="447" y="286"/>
                </a:lnTo>
                <a:lnTo>
                  <a:pt x="447" y="285"/>
                </a:lnTo>
                <a:lnTo>
                  <a:pt x="447" y="284"/>
                </a:lnTo>
                <a:lnTo>
                  <a:pt x="448" y="284"/>
                </a:lnTo>
                <a:lnTo>
                  <a:pt x="448" y="285"/>
                </a:lnTo>
                <a:lnTo>
                  <a:pt x="449" y="284"/>
                </a:lnTo>
                <a:lnTo>
                  <a:pt x="451" y="284"/>
                </a:lnTo>
                <a:lnTo>
                  <a:pt x="452" y="283"/>
                </a:lnTo>
                <a:lnTo>
                  <a:pt x="453" y="283"/>
                </a:lnTo>
                <a:lnTo>
                  <a:pt x="453" y="284"/>
                </a:lnTo>
                <a:lnTo>
                  <a:pt x="454" y="284"/>
                </a:lnTo>
                <a:lnTo>
                  <a:pt x="455" y="283"/>
                </a:lnTo>
                <a:lnTo>
                  <a:pt x="456" y="283"/>
                </a:lnTo>
                <a:lnTo>
                  <a:pt x="457" y="283"/>
                </a:lnTo>
                <a:lnTo>
                  <a:pt x="457" y="284"/>
                </a:lnTo>
                <a:lnTo>
                  <a:pt x="458" y="283"/>
                </a:lnTo>
                <a:lnTo>
                  <a:pt x="458" y="282"/>
                </a:lnTo>
                <a:lnTo>
                  <a:pt x="459" y="283"/>
                </a:lnTo>
                <a:lnTo>
                  <a:pt x="459" y="284"/>
                </a:lnTo>
                <a:lnTo>
                  <a:pt x="458" y="284"/>
                </a:lnTo>
                <a:lnTo>
                  <a:pt x="458" y="285"/>
                </a:lnTo>
                <a:lnTo>
                  <a:pt x="459" y="286"/>
                </a:lnTo>
                <a:lnTo>
                  <a:pt x="458" y="286"/>
                </a:lnTo>
                <a:lnTo>
                  <a:pt x="458" y="287"/>
                </a:lnTo>
                <a:lnTo>
                  <a:pt x="457" y="287"/>
                </a:lnTo>
                <a:lnTo>
                  <a:pt x="457" y="288"/>
                </a:lnTo>
                <a:lnTo>
                  <a:pt x="457" y="289"/>
                </a:lnTo>
                <a:lnTo>
                  <a:pt x="457" y="291"/>
                </a:lnTo>
                <a:lnTo>
                  <a:pt x="458" y="291"/>
                </a:lnTo>
                <a:lnTo>
                  <a:pt x="459" y="291"/>
                </a:lnTo>
                <a:lnTo>
                  <a:pt x="458" y="291"/>
                </a:lnTo>
                <a:lnTo>
                  <a:pt x="458" y="292"/>
                </a:lnTo>
                <a:lnTo>
                  <a:pt x="458" y="293"/>
                </a:lnTo>
                <a:lnTo>
                  <a:pt x="456" y="296"/>
                </a:lnTo>
                <a:lnTo>
                  <a:pt x="456" y="297"/>
                </a:lnTo>
                <a:lnTo>
                  <a:pt x="455" y="298"/>
                </a:lnTo>
                <a:lnTo>
                  <a:pt x="455" y="299"/>
                </a:lnTo>
                <a:lnTo>
                  <a:pt x="454" y="301"/>
                </a:lnTo>
                <a:lnTo>
                  <a:pt x="453" y="303"/>
                </a:lnTo>
                <a:lnTo>
                  <a:pt x="453" y="304"/>
                </a:lnTo>
                <a:lnTo>
                  <a:pt x="452" y="304"/>
                </a:lnTo>
                <a:lnTo>
                  <a:pt x="452" y="305"/>
                </a:lnTo>
                <a:lnTo>
                  <a:pt x="452" y="306"/>
                </a:lnTo>
                <a:lnTo>
                  <a:pt x="451" y="306"/>
                </a:lnTo>
                <a:lnTo>
                  <a:pt x="450" y="307"/>
                </a:lnTo>
                <a:lnTo>
                  <a:pt x="450" y="308"/>
                </a:lnTo>
                <a:lnTo>
                  <a:pt x="450" y="309"/>
                </a:lnTo>
                <a:lnTo>
                  <a:pt x="449" y="309"/>
                </a:lnTo>
                <a:lnTo>
                  <a:pt x="450" y="309"/>
                </a:lnTo>
                <a:lnTo>
                  <a:pt x="450" y="310"/>
                </a:lnTo>
                <a:lnTo>
                  <a:pt x="450" y="311"/>
                </a:lnTo>
                <a:lnTo>
                  <a:pt x="449" y="311"/>
                </a:lnTo>
                <a:lnTo>
                  <a:pt x="450" y="312"/>
                </a:lnTo>
                <a:lnTo>
                  <a:pt x="451" y="312"/>
                </a:lnTo>
                <a:lnTo>
                  <a:pt x="451" y="311"/>
                </a:lnTo>
                <a:lnTo>
                  <a:pt x="452" y="311"/>
                </a:lnTo>
                <a:lnTo>
                  <a:pt x="453" y="311"/>
                </a:lnTo>
                <a:lnTo>
                  <a:pt x="453" y="312"/>
                </a:lnTo>
                <a:lnTo>
                  <a:pt x="453" y="313"/>
                </a:lnTo>
                <a:lnTo>
                  <a:pt x="453" y="315"/>
                </a:lnTo>
                <a:lnTo>
                  <a:pt x="453" y="316"/>
                </a:lnTo>
                <a:lnTo>
                  <a:pt x="454" y="317"/>
                </a:lnTo>
                <a:lnTo>
                  <a:pt x="456" y="318"/>
                </a:lnTo>
                <a:lnTo>
                  <a:pt x="456" y="319"/>
                </a:lnTo>
                <a:lnTo>
                  <a:pt x="457" y="319"/>
                </a:lnTo>
                <a:lnTo>
                  <a:pt x="458" y="319"/>
                </a:lnTo>
                <a:lnTo>
                  <a:pt x="458" y="320"/>
                </a:lnTo>
                <a:lnTo>
                  <a:pt x="458" y="321"/>
                </a:lnTo>
                <a:lnTo>
                  <a:pt x="458" y="322"/>
                </a:lnTo>
                <a:lnTo>
                  <a:pt x="458" y="321"/>
                </a:lnTo>
                <a:lnTo>
                  <a:pt x="458" y="322"/>
                </a:lnTo>
                <a:lnTo>
                  <a:pt x="459" y="323"/>
                </a:lnTo>
                <a:lnTo>
                  <a:pt x="460" y="324"/>
                </a:lnTo>
                <a:lnTo>
                  <a:pt x="460" y="325"/>
                </a:lnTo>
                <a:lnTo>
                  <a:pt x="461" y="325"/>
                </a:lnTo>
                <a:lnTo>
                  <a:pt x="462" y="325"/>
                </a:lnTo>
                <a:lnTo>
                  <a:pt x="463" y="325"/>
                </a:lnTo>
                <a:lnTo>
                  <a:pt x="463" y="326"/>
                </a:lnTo>
                <a:lnTo>
                  <a:pt x="463" y="327"/>
                </a:lnTo>
                <a:lnTo>
                  <a:pt x="462" y="327"/>
                </a:lnTo>
                <a:lnTo>
                  <a:pt x="462" y="328"/>
                </a:lnTo>
                <a:lnTo>
                  <a:pt x="461" y="328"/>
                </a:lnTo>
                <a:lnTo>
                  <a:pt x="461" y="329"/>
                </a:lnTo>
                <a:lnTo>
                  <a:pt x="461" y="330"/>
                </a:lnTo>
                <a:lnTo>
                  <a:pt x="461" y="331"/>
                </a:lnTo>
                <a:lnTo>
                  <a:pt x="460" y="331"/>
                </a:lnTo>
                <a:lnTo>
                  <a:pt x="460" y="332"/>
                </a:lnTo>
                <a:lnTo>
                  <a:pt x="460" y="334"/>
                </a:lnTo>
                <a:lnTo>
                  <a:pt x="460" y="335"/>
                </a:lnTo>
                <a:lnTo>
                  <a:pt x="459" y="335"/>
                </a:lnTo>
                <a:lnTo>
                  <a:pt x="459" y="336"/>
                </a:lnTo>
                <a:lnTo>
                  <a:pt x="457" y="338"/>
                </a:lnTo>
                <a:lnTo>
                  <a:pt x="457" y="339"/>
                </a:lnTo>
                <a:lnTo>
                  <a:pt x="456" y="340"/>
                </a:lnTo>
                <a:lnTo>
                  <a:pt x="455" y="341"/>
                </a:lnTo>
                <a:lnTo>
                  <a:pt x="455" y="342"/>
                </a:lnTo>
                <a:lnTo>
                  <a:pt x="456" y="342"/>
                </a:lnTo>
                <a:lnTo>
                  <a:pt x="456" y="343"/>
                </a:lnTo>
                <a:lnTo>
                  <a:pt x="456" y="344"/>
                </a:lnTo>
                <a:lnTo>
                  <a:pt x="457" y="345"/>
                </a:lnTo>
                <a:lnTo>
                  <a:pt x="457" y="346"/>
                </a:lnTo>
                <a:lnTo>
                  <a:pt x="457" y="347"/>
                </a:lnTo>
                <a:lnTo>
                  <a:pt x="457" y="349"/>
                </a:lnTo>
                <a:lnTo>
                  <a:pt x="457" y="350"/>
                </a:lnTo>
                <a:lnTo>
                  <a:pt x="457" y="351"/>
                </a:lnTo>
                <a:lnTo>
                  <a:pt x="458" y="351"/>
                </a:lnTo>
                <a:lnTo>
                  <a:pt x="458" y="355"/>
                </a:lnTo>
                <a:lnTo>
                  <a:pt x="457" y="355"/>
                </a:lnTo>
                <a:lnTo>
                  <a:pt x="458" y="356"/>
                </a:lnTo>
                <a:lnTo>
                  <a:pt x="458" y="357"/>
                </a:lnTo>
                <a:lnTo>
                  <a:pt x="459" y="356"/>
                </a:lnTo>
                <a:lnTo>
                  <a:pt x="460" y="357"/>
                </a:lnTo>
                <a:lnTo>
                  <a:pt x="460" y="358"/>
                </a:lnTo>
                <a:lnTo>
                  <a:pt x="460" y="359"/>
                </a:lnTo>
                <a:lnTo>
                  <a:pt x="461" y="359"/>
                </a:lnTo>
                <a:lnTo>
                  <a:pt x="461" y="360"/>
                </a:lnTo>
                <a:lnTo>
                  <a:pt x="462" y="360"/>
                </a:lnTo>
                <a:lnTo>
                  <a:pt x="462" y="361"/>
                </a:lnTo>
                <a:lnTo>
                  <a:pt x="463" y="360"/>
                </a:lnTo>
                <a:lnTo>
                  <a:pt x="464" y="361"/>
                </a:lnTo>
                <a:lnTo>
                  <a:pt x="465" y="360"/>
                </a:lnTo>
                <a:lnTo>
                  <a:pt x="466" y="360"/>
                </a:lnTo>
                <a:lnTo>
                  <a:pt x="467" y="360"/>
                </a:lnTo>
                <a:lnTo>
                  <a:pt x="468" y="360"/>
                </a:lnTo>
                <a:lnTo>
                  <a:pt x="468" y="361"/>
                </a:lnTo>
                <a:lnTo>
                  <a:pt x="468" y="360"/>
                </a:lnTo>
                <a:lnTo>
                  <a:pt x="469" y="360"/>
                </a:lnTo>
                <a:lnTo>
                  <a:pt x="470" y="360"/>
                </a:lnTo>
                <a:lnTo>
                  <a:pt x="471" y="361"/>
                </a:lnTo>
                <a:lnTo>
                  <a:pt x="471" y="362"/>
                </a:lnTo>
                <a:lnTo>
                  <a:pt x="472" y="362"/>
                </a:lnTo>
                <a:lnTo>
                  <a:pt x="472" y="363"/>
                </a:lnTo>
                <a:lnTo>
                  <a:pt x="473" y="363"/>
                </a:lnTo>
                <a:lnTo>
                  <a:pt x="474" y="364"/>
                </a:lnTo>
                <a:lnTo>
                  <a:pt x="476" y="364"/>
                </a:lnTo>
                <a:lnTo>
                  <a:pt x="477" y="364"/>
                </a:lnTo>
                <a:lnTo>
                  <a:pt x="478" y="364"/>
                </a:lnTo>
                <a:lnTo>
                  <a:pt x="479" y="364"/>
                </a:lnTo>
                <a:lnTo>
                  <a:pt x="480" y="364"/>
                </a:lnTo>
                <a:lnTo>
                  <a:pt x="480" y="365"/>
                </a:lnTo>
                <a:lnTo>
                  <a:pt x="480" y="366"/>
                </a:lnTo>
                <a:lnTo>
                  <a:pt x="479" y="367"/>
                </a:lnTo>
                <a:lnTo>
                  <a:pt x="479" y="368"/>
                </a:lnTo>
                <a:lnTo>
                  <a:pt x="478" y="369"/>
                </a:lnTo>
                <a:lnTo>
                  <a:pt x="478" y="370"/>
                </a:lnTo>
                <a:lnTo>
                  <a:pt x="478" y="371"/>
                </a:lnTo>
                <a:lnTo>
                  <a:pt x="478" y="372"/>
                </a:lnTo>
                <a:lnTo>
                  <a:pt x="477" y="373"/>
                </a:lnTo>
                <a:lnTo>
                  <a:pt x="477" y="374"/>
                </a:lnTo>
                <a:lnTo>
                  <a:pt x="479" y="374"/>
                </a:lnTo>
                <a:lnTo>
                  <a:pt x="479" y="375"/>
                </a:lnTo>
                <a:lnTo>
                  <a:pt x="479" y="376"/>
                </a:lnTo>
                <a:lnTo>
                  <a:pt x="478" y="376"/>
                </a:lnTo>
                <a:lnTo>
                  <a:pt x="478" y="377"/>
                </a:lnTo>
                <a:lnTo>
                  <a:pt x="478" y="378"/>
                </a:lnTo>
                <a:lnTo>
                  <a:pt x="478" y="379"/>
                </a:lnTo>
                <a:lnTo>
                  <a:pt x="478" y="380"/>
                </a:lnTo>
                <a:lnTo>
                  <a:pt x="478" y="381"/>
                </a:lnTo>
                <a:lnTo>
                  <a:pt x="478" y="382"/>
                </a:lnTo>
                <a:lnTo>
                  <a:pt x="477" y="382"/>
                </a:lnTo>
                <a:lnTo>
                  <a:pt x="477" y="381"/>
                </a:lnTo>
                <a:lnTo>
                  <a:pt x="476" y="381"/>
                </a:lnTo>
                <a:lnTo>
                  <a:pt x="476" y="382"/>
                </a:lnTo>
                <a:lnTo>
                  <a:pt x="475" y="383"/>
                </a:lnTo>
                <a:lnTo>
                  <a:pt x="474" y="383"/>
                </a:lnTo>
                <a:lnTo>
                  <a:pt x="474" y="384"/>
                </a:lnTo>
                <a:lnTo>
                  <a:pt x="473" y="385"/>
                </a:lnTo>
                <a:lnTo>
                  <a:pt x="473" y="386"/>
                </a:lnTo>
                <a:lnTo>
                  <a:pt x="474" y="386"/>
                </a:lnTo>
                <a:lnTo>
                  <a:pt x="474" y="387"/>
                </a:lnTo>
                <a:lnTo>
                  <a:pt x="473" y="387"/>
                </a:lnTo>
                <a:lnTo>
                  <a:pt x="474" y="387"/>
                </a:lnTo>
                <a:lnTo>
                  <a:pt x="474" y="388"/>
                </a:lnTo>
                <a:lnTo>
                  <a:pt x="474" y="389"/>
                </a:lnTo>
                <a:lnTo>
                  <a:pt x="475" y="389"/>
                </a:lnTo>
                <a:lnTo>
                  <a:pt x="474" y="389"/>
                </a:lnTo>
                <a:lnTo>
                  <a:pt x="473" y="390"/>
                </a:lnTo>
                <a:lnTo>
                  <a:pt x="474" y="391"/>
                </a:lnTo>
                <a:lnTo>
                  <a:pt x="473" y="391"/>
                </a:lnTo>
                <a:lnTo>
                  <a:pt x="474" y="391"/>
                </a:lnTo>
                <a:lnTo>
                  <a:pt x="474" y="392"/>
                </a:lnTo>
                <a:lnTo>
                  <a:pt x="473" y="392"/>
                </a:lnTo>
                <a:lnTo>
                  <a:pt x="473" y="393"/>
                </a:lnTo>
                <a:lnTo>
                  <a:pt x="472" y="393"/>
                </a:lnTo>
                <a:lnTo>
                  <a:pt x="472" y="394"/>
                </a:lnTo>
                <a:lnTo>
                  <a:pt x="472" y="395"/>
                </a:lnTo>
                <a:lnTo>
                  <a:pt x="473" y="396"/>
                </a:lnTo>
                <a:lnTo>
                  <a:pt x="472" y="396"/>
                </a:lnTo>
                <a:lnTo>
                  <a:pt x="471" y="397"/>
                </a:lnTo>
                <a:lnTo>
                  <a:pt x="469" y="398"/>
                </a:lnTo>
                <a:lnTo>
                  <a:pt x="468" y="399"/>
                </a:lnTo>
                <a:lnTo>
                  <a:pt x="468" y="402"/>
                </a:lnTo>
                <a:lnTo>
                  <a:pt x="467" y="402"/>
                </a:lnTo>
                <a:lnTo>
                  <a:pt x="467" y="403"/>
                </a:lnTo>
                <a:lnTo>
                  <a:pt x="466" y="403"/>
                </a:lnTo>
                <a:lnTo>
                  <a:pt x="465" y="404"/>
                </a:lnTo>
                <a:lnTo>
                  <a:pt x="466" y="405"/>
                </a:lnTo>
                <a:lnTo>
                  <a:pt x="466" y="406"/>
                </a:lnTo>
                <a:lnTo>
                  <a:pt x="465" y="406"/>
                </a:lnTo>
                <a:lnTo>
                  <a:pt x="465" y="407"/>
                </a:lnTo>
                <a:lnTo>
                  <a:pt x="466" y="407"/>
                </a:lnTo>
                <a:lnTo>
                  <a:pt x="467" y="408"/>
                </a:lnTo>
                <a:lnTo>
                  <a:pt x="468" y="407"/>
                </a:lnTo>
                <a:lnTo>
                  <a:pt x="468" y="406"/>
                </a:lnTo>
                <a:lnTo>
                  <a:pt x="469" y="406"/>
                </a:lnTo>
                <a:lnTo>
                  <a:pt x="470" y="405"/>
                </a:lnTo>
                <a:lnTo>
                  <a:pt x="471" y="405"/>
                </a:lnTo>
                <a:lnTo>
                  <a:pt x="471" y="404"/>
                </a:lnTo>
                <a:lnTo>
                  <a:pt x="472" y="404"/>
                </a:lnTo>
                <a:lnTo>
                  <a:pt x="472" y="405"/>
                </a:lnTo>
                <a:lnTo>
                  <a:pt x="473" y="405"/>
                </a:lnTo>
                <a:lnTo>
                  <a:pt x="473" y="404"/>
                </a:lnTo>
                <a:lnTo>
                  <a:pt x="474" y="404"/>
                </a:lnTo>
                <a:lnTo>
                  <a:pt x="474" y="405"/>
                </a:lnTo>
                <a:lnTo>
                  <a:pt x="475" y="405"/>
                </a:lnTo>
                <a:lnTo>
                  <a:pt x="475" y="404"/>
                </a:lnTo>
                <a:lnTo>
                  <a:pt x="475" y="405"/>
                </a:lnTo>
                <a:lnTo>
                  <a:pt x="475" y="406"/>
                </a:lnTo>
                <a:lnTo>
                  <a:pt x="475" y="407"/>
                </a:lnTo>
                <a:lnTo>
                  <a:pt x="476" y="406"/>
                </a:lnTo>
                <a:lnTo>
                  <a:pt x="477" y="406"/>
                </a:lnTo>
                <a:lnTo>
                  <a:pt x="478" y="406"/>
                </a:lnTo>
                <a:lnTo>
                  <a:pt x="478" y="405"/>
                </a:lnTo>
                <a:lnTo>
                  <a:pt x="479" y="405"/>
                </a:lnTo>
                <a:lnTo>
                  <a:pt x="479" y="404"/>
                </a:lnTo>
                <a:lnTo>
                  <a:pt x="480" y="404"/>
                </a:lnTo>
                <a:lnTo>
                  <a:pt x="481" y="403"/>
                </a:lnTo>
                <a:lnTo>
                  <a:pt x="482" y="403"/>
                </a:lnTo>
                <a:lnTo>
                  <a:pt x="483" y="403"/>
                </a:lnTo>
                <a:lnTo>
                  <a:pt x="483" y="402"/>
                </a:lnTo>
                <a:lnTo>
                  <a:pt x="484" y="402"/>
                </a:lnTo>
                <a:lnTo>
                  <a:pt x="484" y="403"/>
                </a:lnTo>
                <a:lnTo>
                  <a:pt x="484" y="402"/>
                </a:lnTo>
                <a:lnTo>
                  <a:pt x="485" y="402"/>
                </a:lnTo>
                <a:lnTo>
                  <a:pt x="486" y="401"/>
                </a:lnTo>
                <a:lnTo>
                  <a:pt x="487" y="401"/>
                </a:lnTo>
                <a:lnTo>
                  <a:pt x="487" y="402"/>
                </a:lnTo>
                <a:lnTo>
                  <a:pt x="487" y="403"/>
                </a:lnTo>
                <a:lnTo>
                  <a:pt x="488" y="403"/>
                </a:lnTo>
                <a:lnTo>
                  <a:pt x="489" y="403"/>
                </a:lnTo>
                <a:lnTo>
                  <a:pt x="489" y="402"/>
                </a:lnTo>
                <a:lnTo>
                  <a:pt x="490" y="402"/>
                </a:lnTo>
                <a:lnTo>
                  <a:pt x="490" y="403"/>
                </a:lnTo>
                <a:lnTo>
                  <a:pt x="490" y="404"/>
                </a:lnTo>
                <a:lnTo>
                  <a:pt x="491" y="404"/>
                </a:lnTo>
                <a:lnTo>
                  <a:pt x="491" y="405"/>
                </a:lnTo>
                <a:lnTo>
                  <a:pt x="490" y="405"/>
                </a:lnTo>
                <a:lnTo>
                  <a:pt x="490" y="406"/>
                </a:lnTo>
                <a:lnTo>
                  <a:pt x="490" y="407"/>
                </a:lnTo>
                <a:lnTo>
                  <a:pt x="491" y="407"/>
                </a:lnTo>
                <a:lnTo>
                  <a:pt x="491" y="408"/>
                </a:lnTo>
                <a:lnTo>
                  <a:pt x="490" y="408"/>
                </a:lnTo>
                <a:lnTo>
                  <a:pt x="490" y="409"/>
                </a:lnTo>
                <a:lnTo>
                  <a:pt x="489" y="409"/>
                </a:lnTo>
                <a:lnTo>
                  <a:pt x="488" y="410"/>
                </a:lnTo>
                <a:lnTo>
                  <a:pt x="487" y="411"/>
                </a:lnTo>
                <a:lnTo>
                  <a:pt x="486" y="411"/>
                </a:lnTo>
                <a:lnTo>
                  <a:pt x="485" y="411"/>
                </a:lnTo>
                <a:lnTo>
                  <a:pt x="484" y="411"/>
                </a:lnTo>
                <a:lnTo>
                  <a:pt x="483" y="412"/>
                </a:lnTo>
                <a:lnTo>
                  <a:pt x="482" y="412"/>
                </a:lnTo>
                <a:lnTo>
                  <a:pt x="480" y="413"/>
                </a:lnTo>
                <a:lnTo>
                  <a:pt x="480" y="414"/>
                </a:lnTo>
                <a:lnTo>
                  <a:pt x="481" y="414"/>
                </a:lnTo>
                <a:lnTo>
                  <a:pt x="481" y="415"/>
                </a:lnTo>
                <a:lnTo>
                  <a:pt x="480" y="416"/>
                </a:lnTo>
                <a:lnTo>
                  <a:pt x="479" y="416"/>
                </a:lnTo>
                <a:lnTo>
                  <a:pt x="478" y="416"/>
                </a:lnTo>
                <a:lnTo>
                  <a:pt x="477" y="416"/>
                </a:lnTo>
                <a:lnTo>
                  <a:pt x="476" y="415"/>
                </a:lnTo>
                <a:lnTo>
                  <a:pt x="475" y="415"/>
                </a:lnTo>
                <a:lnTo>
                  <a:pt x="474" y="415"/>
                </a:lnTo>
                <a:lnTo>
                  <a:pt x="474" y="416"/>
                </a:lnTo>
                <a:lnTo>
                  <a:pt x="474" y="417"/>
                </a:lnTo>
                <a:lnTo>
                  <a:pt x="473" y="418"/>
                </a:lnTo>
                <a:lnTo>
                  <a:pt x="474" y="418"/>
                </a:lnTo>
                <a:lnTo>
                  <a:pt x="473" y="419"/>
                </a:lnTo>
                <a:lnTo>
                  <a:pt x="473" y="420"/>
                </a:lnTo>
                <a:lnTo>
                  <a:pt x="472" y="420"/>
                </a:lnTo>
                <a:lnTo>
                  <a:pt x="472" y="421"/>
                </a:lnTo>
                <a:lnTo>
                  <a:pt x="471" y="422"/>
                </a:lnTo>
                <a:lnTo>
                  <a:pt x="471" y="423"/>
                </a:lnTo>
                <a:lnTo>
                  <a:pt x="472" y="424"/>
                </a:lnTo>
                <a:lnTo>
                  <a:pt x="473" y="424"/>
                </a:lnTo>
                <a:lnTo>
                  <a:pt x="473" y="425"/>
                </a:lnTo>
                <a:lnTo>
                  <a:pt x="472" y="426"/>
                </a:lnTo>
                <a:lnTo>
                  <a:pt x="472" y="427"/>
                </a:lnTo>
                <a:lnTo>
                  <a:pt x="472" y="428"/>
                </a:lnTo>
                <a:lnTo>
                  <a:pt x="472" y="429"/>
                </a:lnTo>
                <a:lnTo>
                  <a:pt x="473" y="429"/>
                </a:lnTo>
                <a:lnTo>
                  <a:pt x="473" y="430"/>
                </a:lnTo>
                <a:lnTo>
                  <a:pt x="472" y="430"/>
                </a:lnTo>
                <a:lnTo>
                  <a:pt x="472" y="431"/>
                </a:lnTo>
                <a:lnTo>
                  <a:pt x="472" y="432"/>
                </a:lnTo>
                <a:lnTo>
                  <a:pt x="472" y="433"/>
                </a:lnTo>
                <a:lnTo>
                  <a:pt x="472" y="434"/>
                </a:lnTo>
                <a:lnTo>
                  <a:pt x="473" y="434"/>
                </a:lnTo>
                <a:lnTo>
                  <a:pt x="472" y="435"/>
                </a:lnTo>
                <a:lnTo>
                  <a:pt x="471" y="435"/>
                </a:lnTo>
                <a:lnTo>
                  <a:pt x="471" y="436"/>
                </a:lnTo>
                <a:lnTo>
                  <a:pt x="471" y="437"/>
                </a:lnTo>
                <a:lnTo>
                  <a:pt x="470" y="437"/>
                </a:lnTo>
                <a:lnTo>
                  <a:pt x="469" y="438"/>
                </a:lnTo>
                <a:lnTo>
                  <a:pt x="468" y="440"/>
                </a:lnTo>
                <a:lnTo>
                  <a:pt x="467" y="440"/>
                </a:lnTo>
                <a:lnTo>
                  <a:pt x="467" y="441"/>
                </a:lnTo>
                <a:lnTo>
                  <a:pt x="467" y="442"/>
                </a:lnTo>
                <a:lnTo>
                  <a:pt x="467" y="443"/>
                </a:lnTo>
                <a:lnTo>
                  <a:pt x="466" y="445"/>
                </a:lnTo>
                <a:lnTo>
                  <a:pt x="466" y="446"/>
                </a:lnTo>
                <a:lnTo>
                  <a:pt x="466" y="447"/>
                </a:lnTo>
                <a:lnTo>
                  <a:pt x="465" y="448"/>
                </a:lnTo>
                <a:lnTo>
                  <a:pt x="464" y="449"/>
                </a:lnTo>
                <a:lnTo>
                  <a:pt x="463" y="450"/>
                </a:lnTo>
                <a:lnTo>
                  <a:pt x="462" y="451"/>
                </a:lnTo>
                <a:lnTo>
                  <a:pt x="463" y="452"/>
                </a:lnTo>
                <a:lnTo>
                  <a:pt x="463" y="453"/>
                </a:lnTo>
                <a:lnTo>
                  <a:pt x="463" y="454"/>
                </a:lnTo>
                <a:lnTo>
                  <a:pt x="463" y="455"/>
                </a:lnTo>
                <a:lnTo>
                  <a:pt x="463" y="456"/>
                </a:lnTo>
                <a:lnTo>
                  <a:pt x="464" y="456"/>
                </a:lnTo>
                <a:lnTo>
                  <a:pt x="464" y="457"/>
                </a:lnTo>
                <a:lnTo>
                  <a:pt x="465" y="458"/>
                </a:lnTo>
                <a:lnTo>
                  <a:pt x="465" y="459"/>
                </a:lnTo>
                <a:lnTo>
                  <a:pt x="466" y="461"/>
                </a:lnTo>
                <a:lnTo>
                  <a:pt x="465" y="462"/>
                </a:lnTo>
                <a:lnTo>
                  <a:pt x="466" y="462"/>
                </a:lnTo>
                <a:lnTo>
                  <a:pt x="466" y="463"/>
                </a:lnTo>
                <a:lnTo>
                  <a:pt x="467" y="463"/>
                </a:lnTo>
                <a:lnTo>
                  <a:pt x="468" y="464"/>
                </a:lnTo>
                <a:lnTo>
                  <a:pt x="469" y="464"/>
                </a:lnTo>
                <a:lnTo>
                  <a:pt x="468" y="465"/>
                </a:lnTo>
                <a:lnTo>
                  <a:pt x="468" y="466"/>
                </a:lnTo>
                <a:lnTo>
                  <a:pt x="468" y="467"/>
                </a:lnTo>
                <a:lnTo>
                  <a:pt x="469" y="467"/>
                </a:lnTo>
                <a:lnTo>
                  <a:pt x="469" y="468"/>
                </a:lnTo>
                <a:lnTo>
                  <a:pt x="470" y="468"/>
                </a:lnTo>
                <a:lnTo>
                  <a:pt x="469" y="468"/>
                </a:lnTo>
                <a:lnTo>
                  <a:pt x="469" y="469"/>
                </a:lnTo>
                <a:lnTo>
                  <a:pt x="469" y="470"/>
                </a:lnTo>
                <a:lnTo>
                  <a:pt x="469" y="471"/>
                </a:lnTo>
                <a:lnTo>
                  <a:pt x="469" y="472"/>
                </a:lnTo>
                <a:lnTo>
                  <a:pt x="467" y="472"/>
                </a:lnTo>
                <a:lnTo>
                  <a:pt x="467" y="471"/>
                </a:lnTo>
                <a:lnTo>
                  <a:pt x="467" y="472"/>
                </a:lnTo>
                <a:lnTo>
                  <a:pt x="466" y="472"/>
                </a:lnTo>
                <a:lnTo>
                  <a:pt x="466" y="473"/>
                </a:lnTo>
                <a:lnTo>
                  <a:pt x="466" y="474"/>
                </a:lnTo>
                <a:lnTo>
                  <a:pt x="466" y="476"/>
                </a:lnTo>
                <a:lnTo>
                  <a:pt x="467" y="476"/>
                </a:lnTo>
                <a:lnTo>
                  <a:pt x="466" y="476"/>
                </a:lnTo>
                <a:lnTo>
                  <a:pt x="466" y="477"/>
                </a:lnTo>
                <a:lnTo>
                  <a:pt x="465" y="478"/>
                </a:lnTo>
                <a:lnTo>
                  <a:pt x="465" y="480"/>
                </a:lnTo>
                <a:lnTo>
                  <a:pt x="465" y="481"/>
                </a:lnTo>
                <a:lnTo>
                  <a:pt x="464" y="481"/>
                </a:lnTo>
                <a:lnTo>
                  <a:pt x="464" y="480"/>
                </a:lnTo>
                <a:lnTo>
                  <a:pt x="462" y="480"/>
                </a:lnTo>
                <a:lnTo>
                  <a:pt x="460" y="481"/>
                </a:lnTo>
                <a:lnTo>
                  <a:pt x="460" y="482"/>
                </a:lnTo>
                <a:lnTo>
                  <a:pt x="460" y="483"/>
                </a:lnTo>
                <a:lnTo>
                  <a:pt x="460" y="484"/>
                </a:lnTo>
                <a:lnTo>
                  <a:pt x="459" y="487"/>
                </a:lnTo>
                <a:lnTo>
                  <a:pt x="458" y="488"/>
                </a:lnTo>
                <a:lnTo>
                  <a:pt x="457" y="488"/>
                </a:lnTo>
                <a:lnTo>
                  <a:pt x="456" y="488"/>
                </a:lnTo>
                <a:lnTo>
                  <a:pt x="455" y="488"/>
                </a:lnTo>
                <a:lnTo>
                  <a:pt x="455" y="489"/>
                </a:lnTo>
                <a:lnTo>
                  <a:pt x="455" y="490"/>
                </a:lnTo>
                <a:lnTo>
                  <a:pt x="455" y="491"/>
                </a:lnTo>
                <a:lnTo>
                  <a:pt x="454" y="492"/>
                </a:lnTo>
                <a:lnTo>
                  <a:pt x="453" y="492"/>
                </a:lnTo>
                <a:lnTo>
                  <a:pt x="452" y="492"/>
                </a:lnTo>
                <a:lnTo>
                  <a:pt x="451" y="492"/>
                </a:lnTo>
                <a:lnTo>
                  <a:pt x="451" y="491"/>
                </a:lnTo>
                <a:lnTo>
                  <a:pt x="450" y="491"/>
                </a:lnTo>
                <a:lnTo>
                  <a:pt x="450" y="492"/>
                </a:lnTo>
                <a:lnTo>
                  <a:pt x="449" y="492"/>
                </a:lnTo>
                <a:lnTo>
                  <a:pt x="448" y="492"/>
                </a:lnTo>
                <a:lnTo>
                  <a:pt x="448" y="491"/>
                </a:lnTo>
                <a:lnTo>
                  <a:pt x="449" y="491"/>
                </a:lnTo>
                <a:lnTo>
                  <a:pt x="448" y="490"/>
                </a:lnTo>
                <a:lnTo>
                  <a:pt x="448" y="489"/>
                </a:lnTo>
                <a:lnTo>
                  <a:pt x="448" y="488"/>
                </a:lnTo>
                <a:lnTo>
                  <a:pt x="447" y="488"/>
                </a:lnTo>
                <a:lnTo>
                  <a:pt x="446" y="489"/>
                </a:lnTo>
                <a:lnTo>
                  <a:pt x="445" y="489"/>
                </a:lnTo>
                <a:lnTo>
                  <a:pt x="444" y="489"/>
                </a:lnTo>
                <a:lnTo>
                  <a:pt x="443" y="489"/>
                </a:lnTo>
                <a:lnTo>
                  <a:pt x="442" y="489"/>
                </a:lnTo>
                <a:lnTo>
                  <a:pt x="442" y="490"/>
                </a:lnTo>
                <a:lnTo>
                  <a:pt x="442" y="491"/>
                </a:lnTo>
                <a:lnTo>
                  <a:pt x="441" y="491"/>
                </a:lnTo>
                <a:lnTo>
                  <a:pt x="440" y="491"/>
                </a:lnTo>
                <a:lnTo>
                  <a:pt x="439" y="492"/>
                </a:lnTo>
                <a:lnTo>
                  <a:pt x="438" y="492"/>
                </a:lnTo>
                <a:lnTo>
                  <a:pt x="437" y="492"/>
                </a:lnTo>
                <a:lnTo>
                  <a:pt x="436" y="492"/>
                </a:lnTo>
                <a:lnTo>
                  <a:pt x="435" y="492"/>
                </a:lnTo>
                <a:lnTo>
                  <a:pt x="434" y="493"/>
                </a:lnTo>
                <a:lnTo>
                  <a:pt x="433" y="493"/>
                </a:lnTo>
                <a:lnTo>
                  <a:pt x="433" y="494"/>
                </a:lnTo>
                <a:lnTo>
                  <a:pt x="432" y="493"/>
                </a:lnTo>
                <a:lnTo>
                  <a:pt x="432" y="492"/>
                </a:lnTo>
                <a:lnTo>
                  <a:pt x="432" y="491"/>
                </a:lnTo>
                <a:lnTo>
                  <a:pt x="433" y="491"/>
                </a:lnTo>
                <a:lnTo>
                  <a:pt x="432" y="490"/>
                </a:lnTo>
                <a:lnTo>
                  <a:pt x="431" y="490"/>
                </a:lnTo>
                <a:lnTo>
                  <a:pt x="430" y="490"/>
                </a:lnTo>
                <a:lnTo>
                  <a:pt x="429" y="489"/>
                </a:lnTo>
                <a:lnTo>
                  <a:pt x="429" y="488"/>
                </a:lnTo>
                <a:lnTo>
                  <a:pt x="428" y="488"/>
                </a:lnTo>
                <a:lnTo>
                  <a:pt x="427" y="489"/>
                </a:lnTo>
                <a:lnTo>
                  <a:pt x="426" y="489"/>
                </a:lnTo>
                <a:lnTo>
                  <a:pt x="426" y="488"/>
                </a:lnTo>
                <a:lnTo>
                  <a:pt x="426" y="487"/>
                </a:lnTo>
                <a:lnTo>
                  <a:pt x="424" y="487"/>
                </a:lnTo>
                <a:lnTo>
                  <a:pt x="423" y="488"/>
                </a:lnTo>
                <a:lnTo>
                  <a:pt x="422" y="488"/>
                </a:lnTo>
                <a:lnTo>
                  <a:pt x="421" y="488"/>
                </a:lnTo>
                <a:lnTo>
                  <a:pt x="420" y="489"/>
                </a:lnTo>
                <a:lnTo>
                  <a:pt x="418" y="487"/>
                </a:lnTo>
                <a:lnTo>
                  <a:pt x="418" y="486"/>
                </a:lnTo>
                <a:lnTo>
                  <a:pt x="418" y="485"/>
                </a:lnTo>
                <a:lnTo>
                  <a:pt x="417" y="485"/>
                </a:lnTo>
                <a:lnTo>
                  <a:pt x="416" y="485"/>
                </a:lnTo>
                <a:lnTo>
                  <a:pt x="415" y="485"/>
                </a:lnTo>
                <a:lnTo>
                  <a:pt x="415" y="484"/>
                </a:lnTo>
                <a:lnTo>
                  <a:pt x="414" y="484"/>
                </a:lnTo>
                <a:lnTo>
                  <a:pt x="413" y="484"/>
                </a:lnTo>
                <a:lnTo>
                  <a:pt x="413" y="483"/>
                </a:lnTo>
                <a:lnTo>
                  <a:pt x="413" y="482"/>
                </a:lnTo>
                <a:lnTo>
                  <a:pt x="413" y="481"/>
                </a:lnTo>
                <a:lnTo>
                  <a:pt x="412" y="481"/>
                </a:lnTo>
                <a:lnTo>
                  <a:pt x="410" y="480"/>
                </a:lnTo>
                <a:lnTo>
                  <a:pt x="410" y="479"/>
                </a:lnTo>
                <a:lnTo>
                  <a:pt x="409" y="480"/>
                </a:lnTo>
                <a:lnTo>
                  <a:pt x="408" y="480"/>
                </a:lnTo>
                <a:lnTo>
                  <a:pt x="408" y="479"/>
                </a:lnTo>
                <a:lnTo>
                  <a:pt x="408" y="477"/>
                </a:lnTo>
                <a:lnTo>
                  <a:pt x="408" y="475"/>
                </a:lnTo>
                <a:lnTo>
                  <a:pt x="407" y="474"/>
                </a:lnTo>
                <a:lnTo>
                  <a:pt x="407" y="473"/>
                </a:lnTo>
                <a:lnTo>
                  <a:pt x="408" y="473"/>
                </a:lnTo>
                <a:lnTo>
                  <a:pt x="407" y="473"/>
                </a:lnTo>
                <a:lnTo>
                  <a:pt x="406" y="473"/>
                </a:lnTo>
                <a:lnTo>
                  <a:pt x="406" y="474"/>
                </a:lnTo>
                <a:lnTo>
                  <a:pt x="406" y="475"/>
                </a:lnTo>
                <a:lnTo>
                  <a:pt x="405" y="475"/>
                </a:lnTo>
                <a:lnTo>
                  <a:pt x="405" y="474"/>
                </a:lnTo>
                <a:lnTo>
                  <a:pt x="404" y="474"/>
                </a:lnTo>
                <a:lnTo>
                  <a:pt x="404" y="475"/>
                </a:lnTo>
                <a:lnTo>
                  <a:pt x="403" y="475"/>
                </a:lnTo>
                <a:lnTo>
                  <a:pt x="403" y="474"/>
                </a:lnTo>
                <a:lnTo>
                  <a:pt x="402" y="473"/>
                </a:lnTo>
                <a:lnTo>
                  <a:pt x="400" y="473"/>
                </a:lnTo>
                <a:lnTo>
                  <a:pt x="399" y="474"/>
                </a:lnTo>
                <a:lnTo>
                  <a:pt x="399" y="475"/>
                </a:lnTo>
                <a:lnTo>
                  <a:pt x="399" y="476"/>
                </a:lnTo>
                <a:lnTo>
                  <a:pt x="398" y="476"/>
                </a:lnTo>
                <a:lnTo>
                  <a:pt x="398" y="477"/>
                </a:lnTo>
                <a:lnTo>
                  <a:pt x="397" y="477"/>
                </a:lnTo>
                <a:lnTo>
                  <a:pt x="396" y="477"/>
                </a:lnTo>
                <a:lnTo>
                  <a:pt x="396" y="478"/>
                </a:lnTo>
                <a:lnTo>
                  <a:pt x="395" y="477"/>
                </a:lnTo>
                <a:lnTo>
                  <a:pt x="395" y="476"/>
                </a:lnTo>
                <a:lnTo>
                  <a:pt x="395" y="475"/>
                </a:lnTo>
                <a:lnTo>
                  <a:pt x="394" y="475"/>
                </a:lnTo>
                <a:lnTo>
                  <a:pt x="393" y="475"/>
                </a:lnTo>
                <a:lnTo>
                  <a:pt x="393" y="476"/>
                </a:lnTo>
                <a:lnTo>
                  <a:pt x="393" y="477"/>
                </a:lnTo>
                <a:lnTo>
                  <a:pt x="394" y="477"/>
                </a:lnTo>
                <a:lnTo>
                  <a:pt x="394" y="478"/>
                </a:lnTo>
                <a:lnTo>
                  <a:pt x="393" y="478"/>
                </a:lnTo>
                <a:lnTo>
                  <a:pt x="392" y="478"/>
                </a:lnTo>
                <a:lnTo>
                  <a:pt x="391" y="478"/>
                </a:lnTo>
                <a:lnTo>
                  <a:pt x="391" y="479"/>
                </a:lnTo>
                <a:lnTo>
                  <a:pt x="391" y="480"/>
                </a:lnTo>
                <a:lnTo>
                  <a:pt x="391" y="481"/>
                </a:lnTo>
                <a:lnTo>
                  <a:pt x="392" y="482"/>
                </a:lnTo>
                <a:lnTo>
                  <a:pt x="392" y="483"/>
                </a:lnTo>
                <a:lnTo>
                  <a:pt x="391" y="483"/>
                </a:lnTo>
                <a:lnTo>
                  <a:pt x="390" y="482"/>
                </a:lnTo>
                <a:lnTo>
                  <a:pt x="389" y="483"/>
                </a:lnTo>
                <a:lnTo>
                  <a:pt x="388" y="483"/>
                </a:lnTo>
                <a:lnTo>
                  <a:pt x="388" y="485"/>
                </a:lnTo>
                <a:lnTo>
                  <a:pt x="387" y="485"/>
                </a:lnTo>
                <a:lnTo>
                  <a:pt x="387" y="486"/>
                </a:lnTo>
                <a:lnTo>
                  <a:pt x="387" y="487"/>
                </a:lnTo>
                <a:lnTo>
                  <a:pt x="386" y="487"/>
                </a:lnTo>
                <a:lnTo>
                  <a:pt x="386" y="486"/>
                </a:lnTo>
                <a:lnTo>
                  <a:pt x="385" y="487"/>
                </a:lnTo>
                <a:lnTo>
                  <a:pt x="384" y="488"/>
                </a:lnTo>
                <a:lnTo>
                  <a:pt x="383" y="488"/>
                </a:lnTo>
                <a:lnTo>
                  <a:pt x="383" y="489"/>
                </a:lnTo>
                <a:lnTo>
                  <a:pt x="382" y="490"/>
                </a:lnTo>
                <a:lnTo>
                  <a:pt x="380" y="490"/>
                </a:lnTo>
                <a:lnTo>
                  <a:pt x="379" y="490"/>
                </a:lnTo>
                <a:lnTo>
                  <a:pt x="379" y="489"/>
                </a:lnTo>
                <a:lnTo>
                  <a:pt x="377" y="490"/>
                </a:lnTo>
                <a:lnTo>
                  <a:pt x="377" y="491"/>
                </a:lnTo>
                <a:lnTo>
                  <a:pt x="376" y="491"/>
                </a:lnTo>
                <a:lnTo>
                  <a:pt x="375" y="491"/>
                </a:lnTo>
                <a:lnTo>
                  <a:pt x="374" y="492"/>
                </a:lnTo>
                <a:lnTo>
                  <a:pt x="374" y="493"/>
                </a:lnTo>
                <a:lnTo>
                  <a:pt x="374" y="494"/>
                </a:lnTo>
                <a:lnTo>
                  <a:pt x="373" y="494"/>
                </a:lnTo>
                <a:lnTo>
                  <a:pt x="373" y="495"/>
                </a:lnTo>
                <a:lnTo>
                  <a:pt x="374" y="495"/>
                </a:lnTo>
                <a:lnTo>
                  <a:pt x="373" y="495"/>
                </a:lnTo>
                <a:lnTo>
                  <a:pt x="372" y="495"/>
                </a:lnTo>
                <a:lnTo>
                  <a:pt x="371" y="494"/>
                </a:lnTo>
                <a:lnTo>
                  <a:pt x="371" y="493"/>
                </a:lnTo>
                <a:lnTo>
                  <a:pt x="371" y="491"/>
                </a:lnTo>
                <a:lnTo>
                  <a:pt x="370" y="491"/>
                </a:lnTo>
                <a:lnTo>
                  <a:pt x="369" y="492"/>
                </a:lnTo>
                <a:lnTo>
                  <a:pt x="368" y="492"/>
                </a:lnTo>
                <a:lnTo>
                  <a:pt x="367" y="491"/>
                </a:lnTo>
                <a:lnTo>
                  <a:pt x="367" y="492"/>
                </a:lnTo>
                <a:lnTo>
                  <a:pt x="367" y="493"/>
                </a:lnTo>
                <a:lnTo>
                  <a:pt x="367" y="494"/>
                </a:lnTo>
                <a:lnTo>
                  <a:pt x="367" y="496"/>
                </a:lnTo>
                <a:lnTo>
                  <a:pt x="368" y="497"/>
                </a:lnTo>
                <a:lnTo>
                  <a:pt x="368" y="499"/>
                </a:lnTo>
                <a:lnTo>
                  <a:pt x="368" y="500"/>
                </a:lnTo>
                <a:lnTo>
                  <a:pt x="369" y="500"/>
                </a:lnTo>
                <a:lnTo>
                  <a:pt x="370" y="500"/>
                </a:lnTo>
                <a:lnTo>
                  <a:pt x="370" y="501"/>
                </a:lnTo>
                <a:lnTo>
                  <a:pt x="372" y="501"/>
                </a:lnTo>
                <a:lnTo>
                  <a:pt x="373" y="500"/>
                </a:lnTo>
                <a:lnTo>
                  <a:pt x="373" y="501"/>
                </a:lnTo>
                <a:lnTo>
                  <a:pt x="374" y="501"/>
                </a:lnTo>
                <a:lnTo>
                  <a:pt x="374" y="500"/>
                </a:lnTo>
                <a:lnTo>
                  <a:pt x="375" y="500"/>
                </a:lnTo>
                <a:lnTo>
                  <a:pt x="376" y="500"/>
                </a:lnTo>
                <a:lnTo>
                  <a:pt x="377" y="500"/>
                </a:lnTo>
                <a:lnTo>
                  <a:pt x="378" y="500"/>
                </a:lnTo>
                <a:lnTo>
                  <a:pt x="380" y="500"/>
                </a:lnTo>
                <a:lnTo>
                  <a:pt x="380" y="501"/>
                </a:lnTo>
                <a:lnTo>
                  <a:pt x="380" y="502"/>
                </a:lnTo>
                <a:lnTo>
                  <a:pt x="381" y="502"/>
                </a:lnTo>
                <a:lnTo>
                  <a:pt x="381" y="503"/>
                </a:lnTo>
                <a:lnTo>
                  <a:pt x="381" y="504"/>
                </a:lnTo>
                <a:lnTo>
                  <a:pt x="382" y="504"/>
                </a:lnTo>
                <a:lnTo>
                  <a:pt x="383" y="504"/>
                </a:lnTo>
                <a:lnTo>
                  <a:pt x="383" y="505"/>
                </a:lnTo>
                <a:lnTo>
                  <a:pt x="383" y="506"/>
                </a:lnTo>
                <a:lnTo>
                  <a:pt x="382" y="506"/>
                </a:lnTo>
                <a:lnTo>
                  <a:pt x="381" y="506"/>
                </a:lnTo>
                <a:lnTo>
                  <a:pt x="379" y="507"/>
                </a:lnTo>
                <a:lnTo>
                  <a:pt x="378" y="508"/>
                </a:lnTo>
                <a:lnTo>
                  <a:pt x="377" y="509"/>
                </a:lnTo>
                <a:lnTo>
                  <a:pt x="377" y="511"/>
                </a:lnTo>
                <a:lnTo>
                  <a:pt x="377" y="512"/>
                </a:lnTo>
                <a:lnTo>
                  <a:pt x="378" y="512"/>
                </a:lnTo>
                <a:lnTo>
                  <a:pt x="378" y="513"/>
                </a:lnTo>
                <a:lnTo>
                  <a:pt x="379" y="514"/>
                </a:lnTo>
                <a:lnTo>
                  <a:pt x="381" y="517"/>
                </a:lnTo>
                <a:lnTo>
                  <a:pt x="380" y="518"/>
                </a:lnTo>
                <a:lnTo>
                  <a:pt x="380" y="519"/>
                </a:lnTo>
                <a:lnTo>
                  <a:pt x="380" y="520"/>
                </a:lnTo>
                <a:lnTo>
                  <a:pt x="380" y="521"/>
                </a:lnTo>
                <a:lnTo>
                  <a:pt x="379" y="521"/>
                </a:lnTo>
                <a:lnTo>
                  <a:pt x="378" y="522"/>
                </a:lnTo>
                <a:lnTo>
                  <a:pt x="378" y="523"/>
                </a:lnTo>
                <a:lnTo>
                  <a:pt x="379" y="523"/>
                </a:lnTo>
                <a:lnTo>
                  <a:pt x="379" y="524"/>
                </a:lnTo>
                <a:lnTo>
                  <a:pt x="379" y="525"/>
                </a:lnTo>
                <a:lnTo>
                  <a:pt x="379" y="526"/>
                </a:lnTo>
                <a:lnTo>
                  <a:pt x="380" y="527"/>
                </a:lnTo>
                <a:lnTo>
                  <a:pt x="381" y="527"/>
                </a:lnTo>
                <a:lnTo>
                  <a:pt x="381" y="528"/>
                </a:lnTo>
                <a:lnTo>
                  <a:pt x="381" y="529"/>
                </a:lnTo>
                <a:lnTo>
                  <a:pt x="381" y="530"/>
                </a:lnTo>
                <a:lnTo>
                  <a:pt x="380" y="530"/>
                </a:lnTo>
                <a:lnTo>
                  <a:pt x="381" y="531"/>
                </a:lnTo>
                <a:lnTo>
                  <a:pt x="380" y="531"/>
                </a:lnTo>
                <a:lnTo>
                  <a:pt x="380" y="532"/>
                </a:lnTo>
                <a:lnTo>
                  <a:pt x="380" y="531"/>
                </a:lnTo>
                <a:lnTo>
                  <a:pt x="380" y="532"/>
                </a:lnTo>
                <a:lnTo>
                  <a:pt x="379" y="532"/>
                </a:lnTo>
                <a:lnTo>
                  <a:pt x="380" y="532"/>
                </a:lnTo>
                <a:lnTo>
                  <a:pt x="380" y="533"/>
                </a:lnTo>
                <a:lnTo>
                  <a:pt x="379" y="533"/>
                </a:lnTo>
                <a:lnTo>
                  <a:pt x="379" y="534"/>
                </a:lnTo>
                <a:lnTo>
                  <a:pt x="378" y="534"/>
                </a:lnTo>
                <a:lnTo>
                  <a:pt x="377" y="534"/>
                </a:lnTo>
                <a:lnTo>
                  <a:pt x="376" y="534"/>
                </a:lnTo>
                <a:lnTo>
                  <a:pt x="376" y="533"/>
                </a:lnTo>
                <a:lnTo>
                  <a:pt x="375" y="534"/>
                </a:lnTo>
                <a:lnTo>
                  <a:pt x="374" y="534"/>
                </a:lnTo>
                <a:lnTo>
                  <a:pt x="372" y="534"/>
                </a:lnTo>
                <a:lnTo>
                  <a:pt x="370" y="535"/>
                </a:lnTo>
                <a:lnTo>
                  <a:pt x="369" y="535"/>
                </a:lnTo>
                <a:lnTo>
                  <a:pt x="369" y="536"/>
                </a:lnTo>
                <a:lnTo>
                  <a:pt x="368" y="536"/>
                </a:lnTo>
                <a:lnTo>
                  <a:pt x="367" y="536"/>
                </a:lnTo>
                <a:lnTo>
                  <a:pt x="366" y="536"/>
                </a:lnTo>
                <a:lnTo>
                  <a:pt x="365" y="536"/>
                </a:lnTo>
                <a:lnTo>
                  <a:pt x="364" y="536"/>
                </a:lnTo>
                <a:lnTo>
                  <a:pt x="362" y="537"/>
                </a:lnTo>
                <a:lnTo>
                  <a:pt x="361" y="537"/>
                </a:lnTo>
                <a:lnTo>
                  <a:pt x="361" y="536"/>
                </a:lnTo>
                <a:lnTo>
                  <a:pt x="360" y="536"/>
                </a:lnTo>
                <a:lnTo>
                  <a:pt x="361" y="535"/>
                </a:lnTo>
                <a:lnTo>
                  <a:pt x="361" y="534"/>
                </a:lnTo>
                <a:lnTo>
                  <a:pt x="361" y="533"/>
                </a:lnTo>
                <a:lnTo>
                  <a:pt x="361" y="532"/>
                </a:lnTo>
                <a:lnTo>
                  <a:pt x="360" y="531"/>
                </a:lnTo>
                <a:lnTo>
                  <a:pt x="358" y="530"/>
                </a:lnTo>
                <a:lnTo>
                  <a:pt x="357" y="530"/>
                </a:lnTo>
                <a:lnTo>
                  <a:pt x="357" y="528"/>
                </a:lnTo>
                <a:lnTo>
                  <a:pt x="357" y="527"/>
                </a:lnTo>
                <a:lnTo>
                  <a:pt x="357" y="526"/>
                </a:lnTo>
                <a:lnTo>
                  <a:pt x="356" y="525"/>
                </a:lnTo>
                <a:lnTo>
                  <a:pt x="355" y="525"/>
                </a:lnTo>
                <a:lnTo>
                  <a:pt x="354" y="523"/>
                </a:lnTo>
                <a:lnTo>
                  <a:pt x="354" y="521"/>
                </a:lnTo>
                <a:lnTo>
                  <a:pt x="355" y="521"/>
                </a:lnTo>
                <a:lnTo>
                  <a:pt x="354" y="518"/>
                </a:lnTo>
                <a:lnTo>
                  <a:pt x="354" y="517"/>
                </a:lnTo>
                <a:lnTo>
                  <a:pt x="353" y="517"/>
                </a:lnTo>
                <a:lnTo>
                  <a:pt x="352" y="517"/>
                </a:lnTo>
                <a:lnTo>
                  <a:pt x="352" y="516"/>
                </a:lnTo>
                <a:lnTo>
                  <a:pt x="353" y="516"/>
                </a:lnTo>
                <a:lnTo>
                  <a:pt x="352" y="515"/>
                </a:lnTo>
                <a:lnTo>
                  <a:pt x="351" y="514"/>
                </a:lnTo>
                <a:lnTo>
                  <a:pt x="349" y="512"/>
                </a:lnTo>
                <a:lnTo>
                  <a:pt x="348" y="511"/>
                </a:lnTo>
                <a:lnTo>
                  <a:pt x="347" y="511"/>
                </a:lnTo>
                <a:lnTo>
                  <a:pt x="346" y="512"/>
                </a:lnTo>
                <a:lnTo>
                  <a:pt x="344" y="513"/>
                </a:lnTo>
                <a:lnTo>
                  <a:pt x="341" y="513"/>
                </a:lnTo>
                <a:lnTo>
                  <a:pt x="340" y="513"/>
                </a:lnTo>
                <a:lnTo>
                  <a:pt x="340" y="512"/>
                </a:lnTo>
                <a:lnTo>
                  <a:pt x="338" y="512"/>
                </a:lnTo>
                <a:lnTo>
                  <a:pt x="337" y="512"/>
                </a:lnTo>
                <a:lnTo>
                  <a:pt x="335" y="512"/>
                </a:lnTo>
                <a:lnTo>
                  <a:pt x="335" y="511"/>
                </a:lnTo>
                <a:lnTo>
                  <a:pt x="333" y="510"/>
                </a:lnTo>
                <a:lnTo>
                  <a:pt x="332" y="510"/>
                </a:lnTo>
                <a:lnTo>
                  <a:pt x="331" y="510"/>
                </a:lnTo>
                <a:lnTo>
                  <a:pt x="331" y="509"/>
                </a:lnTo>
                <a:lnTo>
                  <a:pt x="331" y="508"/>
                </a:lnTo>
                <a:lnTo>
                  <a:pt x="331" y="507"/>
                </a:lnTo>
                <a:lnTo>
                  <a:pt x="330" y="507"/>
                </a:lnTo>
                <a:lnTo>
                  <a:pt x="330" y="506"/>
                </a:lnTo>
                <a:lnTo>
                  <a:pt x="329" y="507"/>
                </a:lnTo>
                <a:lnTo>
                  <a:pt x="329" y="508"/>
                </a:lnTo>
                <a:lnTo>
                  <a:pt x="329" y="509"/>
                </a:lnTo>
                <a:lnTo>
                  <a:pt x="327" y="510"/>
                </a:lnTo>
                <a:lnTo>
                  <a:pt x="326" y="511"/>
                </a:lnTo>
                <a:lnTo>
                  <a:pt x="325" y="511"/>
                </a:lnTo>
                <a:lnTo>
                  <a:pt x="324" y="511"/>
                </a:lnTo>
                <a:lnTo>
                  <a:pt x="324" y="510"/>
                </a:lnTo>
                <a:lnTo>
                  <a:pt x="324" y="509"/>
                </a:lnTo>
                <a:lnTo>
                  <a:pt x="324" y="508"/>
                </a:lnTo>
                <a:lnTo>
                  <a:pt x="323" y="508"/>
                </a:lnTo>
                <a:lnTo>
                  <a:pt x="322" y="507"/>
                </a:lnTo>
                <a:lnTo>
                  <a:pt x="322" y="506"/>
                </a:lnTo>
                <a:lnTo>
                  <a:pt x="321" y="506"/>
                </a:lnTo>
                <a:lnTo>
                  <a:pt x="320" y="507"/>
                </a:lnTo>
                <a:lnTo>
                  <a:pt x="319" y="508"/>
                </a:lnTo>
                <a:lnTo>
                  <a:pt x="318" y="508"/>
                </a:lnTo>
                <a:lnTo>
                  <a:pt x="317" y="508"/>
                </a:lnTo>
                <a:lnTo>
                  <a:pt x="316" y="509"/>
                </a:lnTo>
                <a:lnTo>
                  <a:pt x="317" y="509"/>
                </a:lnTo>
                <a:lnTo>
                  <a:pt x="316" y="509"/>
                </a:lnTo>
                <a:lnTo>
                  <a:pt x="316" y="510"/>
                </a:lnTo>
                <a:lnTo>
                  <a:pt x="316" y="509"/>
                </a:lnTo>
                <a:lnTo>
                  <a:pt x="315" y="509"/>
                </a:lnTo>
                <a:lnTo>
                  <a:pt x="314" y="509"/>
                </a:lnTo>
                <a:lnTo>
                  <a:pt x="313" y="509"/>
                </a:lnTo>
                <a:lnTo>
                  <a:pt x="312" y="509"/>
                </a:lnTo>
                <a:lnTo>
                  <a:pt x="312" y="508"/>
                </a:lnTo>
                <a:lnTo>
                  <a:pt x="311" y="507"/>
                </a:lnTo>
                <a:lnTo>
                  <a:pt x="310" y="506"/>
                </a:lnTo>
                <a:lnTo>
                  <a:pt x="309" y="506"/>
                </a:lnTo>
                <a:lnTo>
                  <a:pt x="309" y="507"/>
                </a:lnTo>
                <a:lnTo>
                  <a:pt x="307" y="506"/>
                </a:lnTo>
                <a:lnTo>
                  <a:pt x="306" y="506"/>
                </a:lnTo>
                <a:lnTo>
                  <a:pt x="306" y="507"/>
                </a:lnTo>
                <a:lnTo>
                  <a:pt x="306" y="509"/>
                </a:lnTo>
                <a:lnTo>
                  <a:pt x="305" y="509"/>
                </a:lnTo>
                <a:lnTo>
                  <a:pt x="305" y="512"/>
                </a:lnTo>
                <a:lnTo>
                  <a:pt x="304" y="513"/>
                </a:lnTo>
                <a:lnTo>
                  <a:pt x="303" y="516"/>
                </a:lnTo>
                <a:lnTo>
                  <a:pt x="303" y="518"/>
                </a:lnTo>
                <a:lnTo>
                  <a:pt x="303" y="519"/>
                </a:lnTo>
                <a:lnTo>
                  <a:pt x="303" y="520"/>
                </a:lnTo>
                <a:lnTo>
                  <a:pt x="303" y="521"/>
                </a:lnTo>
                <a:lnTo>
                  <a:pt x="302" y="521"/>
                </a:lnTo>
                <a:lnTo>
                  <a:pt x="302" y="522"/>
                </a:lnTo>
                <a:lnTo>
                  <a:pt x="303" y="522"/>
                </a:lnTo>
                <a:lnTo>
                  <a:pt x="303" y="523"/>
                </a:lnTo>
                <a:lnTo>
                  <a:pt x="302" y="523"/>
                </a:lnTo>
                <a:lnTo>
                  <a:pt x="302" y="524"/>
                </a:lnTo>
                <a:lnTo>
                  <a:pt x="301" y="526"/>
                </a:lnTo>
                <a:lnTo>
                  <a:pt x="300" y="526"/>
                </a:lnTo>
                <a:lnTo>
                  <a:pt x="300" y="527"/>
                </a:lnTo>
                <a:lnTo>
                  <a:pt x="300" y="529"/>
                </a:lnTo>
                <a:lnTo>
                  <a:pt x="300" y="530"/>
                </a:lnTo>
                <a:lnTo>
                  <a:pt x="300" y="531"/>
                </a:lnTo>
                <a:lnTo>
                  <a:pt x="301" y="531"/>
                </a:lnTo>
                <a:lnTo>
                  <a:pt x="302" y="532"/>
                </a:lnTo>
                <a:lnTo>
                  <a:pt x="303" y="533"/>
                </a:lnTo>
                <a:lnTo>
                  <a:pt x="304" y="533"/>
                </a:lnTo>
                <a:lnTo>
                  <a:pt x="305" y="533"/>
                </a:lnTo>
                <a:lnTo>
                  <a:pt x="304" y="535"/>
                </a:lnTo>
                <a:lnTo>
                  <a:pt x="304" y="536"/>
                </a:lnTo>
                <a:lnTo>
                  <a:pt x="304" y="537"/>
                </a:lnTo>
                <a:lnTo>
                  <a:pt x="304" y="539"/>
                </a:lnTo>
                <a:lnTo>
                  <a:pt x="304" y="540"/>
                </a:lnTo>
                <a:lnTo>
                  <a:pt x="304" y="541"/>
                </a:lnTo>
                <a:lnTo>
                  <a:pt x="303" y="541"/>
                </a:lnTo>
                <a:lnTo>
                  <a:pt x="303" y="542"/>
                </a:lnTo>
                <a:lnTo>
                  <a:pt x="302" y="542"/>
                </a:lnTo>
                <a:lnTo>
                  <a:pt x="302" y="541"/>
                </a:lnTo>
                <a:lnTo>
                  <a:pt x="301" y="541"/>
                </a:lnTo>
                <a:lnTo>
                  <a:pt x="300" y="542"/>
                </a:lnTo>
                <a:lnTo>
                  <a:pt x="299" y="543"/>
                </a:lnTo>
                <a:lnTo>
                  <a:pt x="298" y="543"/>
                </a:lnTo>
                <a:lnTo>
                  <a:pt x="297" y="544"/>
                </a:lnTo>
                <a:lnTo>
                  <a:pt x="298" y="544"/>
                </a:lnTo>
                <a:lnTo>
                  <a:pt x="296" y="546"/>
                </a:lnTo>
                <a:lnTo>
                  <a:pt x="295" y="546"/>
                </a:lnTo>
                <a:lnTo>
                  <a:pt x="294" y="546"/>
                </a:lnTo>
                <a:lnTo>
                  <a:pt x="293" y="548"/>
                </a:lnTo>
                <a:lnTo>
                  <a:pt x="292" y="549"/>
                </a:lnTo>
                <a:lnTo>
                  <a:pt x="292" y="551"/>
                </a:lnTo>
                <a:lnTo>
                  <a:pt x="292" y="552"/>
                </a:lnTo>
                <a:lnTo>
                  <a:pt x="291" y="552"/>
                </a:lnTo>
                <a:lnTo>
                  <a:pt x="290" y="552"/>
                </a:lnTo>
                <a:lnTo>
                  <a:pt x="289" y="550"/>
                </a:lnTo>
                <a:lnTo>
                  <a:pt x="287" y="550"/>
                </a:lnTo>
                <a:lnTo>
                  <a:pt x="286" y="549"/>
                </a:lnTo>
                <a:lnTo>
                  <a:pt x="285" y="549"/>
                </a:lnTo>
                <a:lnTo>
                  <a:pt x="284" y="549"/>
                </a:lnTo>
                <a:lnTo>
                  <a:pt x="284" y="550"/>
                </a:lnTo>
                <a:lnTo>
                  <a:pt x="282" y="550"/>
                </a:lnTo>
                <a:lnTo>
                  <a:pt x="282" y="549"/>
                </a:lnTo>
                <a:lnTo>
                  <a:pt x="280" y="549"/>
                </a:lnTo>
                <a:lnTo>
                  <a:pt x="279" y="549"/>
                </a:lnTo>
                <a:lnTo>
                  <a:pt x="279" y="550"/>
                </a:lnTo>
                <a:lnTo>
                  <a:pt x="278" y="551"/>
                </a:lnTo>
                <a:lnTo>
                  <a:pt x="278" y="550"/>
                </a:lnTo>
                <a:lnTo>
                  <a:pt x="277" y="550"/>
                </a:lnTo>
                <a:lnTo>
                  <a:pt x="277" y="549"/>
                </a:lnTo>
                <a:lnTo>
                  <a:pt x="277" y="548"/>
                </a:lnTo>
                <a:lnTo>
                  <a:pt x="275" y="548"/>
                </a:lnTo>
                <a:lnTo>
                  <a:pt x="274" y="548"/>
                </a:lnTo>
                <a:lnTo>
                  <a:pt x="273" y="548"/>
                </a:lnTo>
                <a:lnTo>
                  <a:pt x="272" y="548"/>
                </a:lnTo>
                <a:lnTo>
                  <a:pt x="271" y="548"/>
                </a:lnTo>
                <a:lnTo>
                  <a:pt x="270" y="548"/>
                </a:lnTo>
                <a:lnTo>
                  <a:pt x="270" y="547"/>
                </a:lnTo>
                <a:lnTo>
                  <a:pt x="269" y="546"/>
                </a:lnTo>
                <a:lnTo>
                  <a:pt x="269" y="547"/>
                </a:lnTo>
                <a:lnTo>
                  <a:pt x="268" y="547"/>
                </a:lnTo>
                <a:lnTo>
                  <a:pt x="268" y="548"/>
                </a:lnTo>
                <a:lnTo>
                  <a:pt x="267" y="548"/>
                </a:lnTo>
                <a:lnTo>
                  <a:pt x="266" y="548"/>
                </a:lnTo>
                <a:lnTo>
                  <a:pt x="265" y="548"/>
                </a:lnTo>
                <a:lnTo>
                  <a:pt x="264" y="548"/>
                </a:lnTo>
                <a:lnTo>
                  <a:pt x="263" y="547"/>
                </a:lnTo>
                <a:lnTo>
                  <a:pt x="262" y="547"/>
                </a:lnTo>
                <a:lnTo>
                  <a:pt x="261" y="548"/>
                </a:lnTo>
                <a:lnTo>
                  <a:pt x="260" y="548"/>
                </a:lnTo>
                <a:lnTo>
                  <a:pt x="260" y="549"/>
                </a:lnTo>
                <a:lnTo>
                  <a:pt x="259" y="550"/>
                </a:lnTo>
                <a:lnTo>
                  <a:pt x="258" y="551"/>
                </a:lnTo>
                <a:lnTo>
                  <a:pt x="258" y="552"/>
                </a:lnTo>
                <a:lnTo>
                  <a:pt x="257" y="553"/>
                </a:lnTo>
                <a:lnTo>
                  <a:pt x="257" y="554"/>
                </a:lnTo>
                <a:lnTo>
                  <a:pt x="256" y="555"/>
                </a:lnTo>
                <a:lnTo>
                  <a:pt x="257" y="555"/>
                </a:lnTo>
                <a:lnTo>
                  <a:pt x="257" y="556"/>
                </a:lnTo>
                <a:lnTo>
                  <a:pt x="257" y="557"/>
                </a:lnTo>
                <a:lnTo>
                  <a:pt x="256" y="558"/>
                </a:lnTo>
                <a:lnTo>
                  <a:pt x="255" y="557"/>
                </a:lnTo>
                <a:lnTo>
                  <a:pt x="254" y="557"/>
                </a:lnTo>
                <a:lnTo>
                  <a:pt x="253" y="557"/>
                </a:lnTo>
                <a:lnTo>
                  <a:pt x="253" y="556"/>
                </a:lnTo>
                <a:lnTo>
                  <a:pt x="252" y="556"/>
                </a:lnTo>
                <a:lnTo>
                  <a:pt x="252" y="557"/>
                </a:lnTo>
                <a:lnTo>
                  <a:pt x="252" y="558"/>
                </a:lnTo>
                <a:lnTo>
                  <a:pt x="251" y="558"/>
                </a:lnTo>
                <a:lnTo>
                  <a:pt x="251" y="559"/>
                </a:lnTo>
                <a:lnTo>
                  <a:pt x="251" y="561"/>
                </a:lnTo>
                <a:lnTo>
                  <a:pt x="251" y="562"/>
                </a:lnTo>
                <a:lnTo>
                  <a:pt x="250" y="562"/>
                </a:lnTo>
                <a:lnTo>
                  <a:pt x="249" y="562"/>
                </a:lnTo>
                <a:lnTo>
                  <a:pt x="249" y="561"/>
                </a:lnTo>
                <a:lnTo>
                  <a:pt x="248" y="561"/>
                </a:lnTo>
                <a:lnTo>
                  <a:pt x="247" y="562"/>
                </a:lnTo>
                <a:lnTo>
                  <a:pt x="246" y="562"/>
                </a:lnTo>
                <a:lnTo>
                  <a:pt x="245" y="561"/>
                </a:lnTo>
                <a:lnTo>
                  <a:pt x="244" y="560"/>
                </a:lnTo>
                <a:lnTo>
                  <a:pt x="243" y="559"/>
                </a:lnTo>
                <a:lnTo>
                  <a:pt x="242" y="559"/>
                </a:lnTo>
                <a:lnTo>
                  <a:pt x="241" y="559"/>
                </a:lnTo>
                <a:lnTo>
                  <a:pt x="241" y="560"/>
                </a:lnTo>
                <a:lnTo>
                  <a:pt x="240" y="560"/>
                </a:lnTo>
                <a:lnTo>
                  <a:pt x="239" y="559"/>
                </a:lnTo>
                <a:lnTo>
                  <a:pt x="239" y="558"/>
                </a:lnTo>
                <a:lnTo>
                  <a:pt x="238" y="558"/>
                </a:lnTo>
                <a:lnTo>
                  <a:pt x="238" y="557"/>
                </a:lnTo>
                <a:lnTo>
                  <a:pt x="238" y="556"/>
                </a:lnTo>
                <a:lnTo>
                  <a:pt x="239" y="556"/>
                </a:lnTo>
                <a:lnTo>
                  <a:pt x="239" y="555"/>
                </a:lnTo>
                <a:lnTo>
                  <a:pt x="239" y="554"/>
                </a:lnTo>
                <a:lnTo>
                  <a:pt x="240" y="553"/>
                </a:lnTo>
                <a:lnTo>
                  <a:pt x="241" y="553"/>
                </a:lnTo>
                <a:lnTo>
                  <a:pt x="241" y="552"/>
                </a:lnTo>
                <a:lnTo>
                  <a:pt x="240" y="552"/>
                </a:lnTo>
                <a:lnTo>
                  <a:pt x="240" y="551"/>
                </a:lnTo>
                <a:lnTo>
                  <a:pt x="241" y="551"/>
                </a:lnTo>
                <a:lnTo>
                  <a:pt x="241" y="549"/>
                </a:lnTo>
                <a:lnTo>
                  <a:pt x="242" y="549"/>
                </a:lnTo>
                <a:lnTo>
                  <a:pt x="242" y="547"/>
                </a:lnTo>
                <a:lnTo>
                  <a:pt x="243" y="546"/>
                </a:lnTo>
                <a:lnTo>
                  <a:pt x="242" y="545"/>
                </a:lnTo>
                <a:lnTo>
                  <a:pt x="242" y="544"/>
                </a:lnTo>
                <a:lnTo>
                  <a:pt x="242" y="543"/>
                </a:lnTo>
                <a:lnTo>
                  <a:pt x="241" y="543"/>
                </a:lnTo>
                <a:lnTo>
                  <a:pt x="240" y="542"/>
                </a:lnTo>
                <a:lnTo>
                  <a:pt x="240" y="541"/>
                </a:lnTo>
                <a:lnTo>
                  <a:pt x="240" y="540"/>
                </a:lnTo>
                <a:lnTo>
                  <a:pt x="240" y="538"/>
                </a:lnTo>
                <a:lnTo>
                  <a:pt x="240" y="537"/>
                </a:lnTo>
                <a:lnTo>
                  <a:pt x="240" y="536"/>
                </a:lnTo>
                <a:lnTo>
                  <a:pt x="239" y="536"/>
                </a:lnTo>
                <a:lnTo>
                  <a:pt x="240" y="534"/>
                </a:lnTo>
                <a:lnTo>
                  <a:pt x="240" y="533"/>
                </a:lnTo>
                <a:lnTo>
                  <a:pt x="241" y="533"/>
                </a:lnTo>
                <a:lnTo>
                  <a:pt x="241" y="532"/>
                </a:lnTo>
                <a:lnTo>
                  <a:pt x="240" y="531"/>
                </a:lnTo>
                <a:lnTo>
                  <a:pt x="239" y="531"/>
                </a:lnTo>
                <a:lnTo>
                  <a:pt x="239" y="530"/>
                </a:lnTo>
                <a:lnTo>
                  <a:pt x="239" y="529"/>
                </a:lnTo>
                <a:lnTo>
                  <a:pt x="238" y="529"/>
                </a:lnTo>
                <a:lnTo>
                  <a:pt x="238" y="528"/>
                </a:lnTo>
                <a:lnTo>
                  <a:pt x="239" y="527"/>
                </a:lnTo>
                <a:lnTo>
                  <a:pt x="239" y="526"/>
                </a:lnTo>
                <a:lnTo>
                  <a:pt x="240" y="526"/>
                </a:lnTo>
                <a:lnTo>
                  <a:pt x="241" y="525"/>
                </a:lnTo>
                <a:lnTo>
                  <a:pt x="241" y="524"/>
                </a:lnTo>
                <a:lnTo>
                  <a:pt x="241" y="523"/>
                </a:lnTo>
                <a:lnTo>
                  <a:pt x="241" y="522"/>
                </a:lnTo>
                <a:lnTo>
                  <a:pt x="240" y="522"/>
                </a:lnTo>
                <a:lnTo>
                  <a:pt x="239" y="522"/>
                </a:lnTo>
                <a:lnTo>
                  <a:pt x="238" y="522"/>
                </a:lnTo>
                <a:lnTo>
                  <a:pt x="237" y="522"/>
                </a:lnTo>
                <a:lnTo>
                  <a:pt x="237" y="521"/>
                </a:lnTo>
                <a:lnTo>
                  <a:pt x="236" y="521"/>
                </a:lnTo>
                <a:lnTo>
                  <a:pt x="237" y="520"/>
                </a:lnTo>
                <a:lnTo>
                  <a:pt x="237" y="519"/>
                </a:lnTo>
                <a:lnTo>
                  <a:pt x="237" y="518"/>
                </a:lnTo>
                <a:lnTo>
                  <a:pt x="237" y="517"/>
                </a:lnTo>
                <a:lnTo>
                  <a:pt x="237" y="515"/>
                </a:lnTo>
                <a:lnTo>
                  <a:pt x="236" y="515"/>
                </a:lnTo>
                <a:lnTo>
                  <a:pt x="235" y="514"/>
                </a:lnTo>
                <a:lnTo>
                  <a:pt x="235" y="513"/>
                </a:lnTo>
                <a:lnTo>
                  <a:pt x="234" y="512"/>
                </a:lnTo>
                <a:lnTo>
                  <a:pt x="232" y="513"/>
                </a:lnTo>
                <a:lnTo>
                  <a:pt x="232" y="514"/>
                </a:lnTo>
                <a:lnTo>
                  <a:pt x="233" y="514"/>
                </a:lnTo>
                <a:lnTo>
                  <a:pt x="232" y="514"/>
                </a:lnTo>
                <a:lnTo>
                  <a:pt x="232" y="515"/>
                </a:lnTo>
                <a:lnTo>
                  <a:pt x="231" y="515"/>
                </a:lnTo>
                <a:lnTo>
                  <a:pt x="229" y="515"/>
                </a:lnTo>
                <a:lnTo>
                  <a:pt x="228" y="515"/>
                </a:lnTo>
                <a:lnTo>
                  <a:pt x="227" y="515"/>
                </a:lnTo>
                <a:lnTo>
                  <a:pt x="227" y="514"/>
                </a:lnTo>
                <a:lnTo>
                  <a:pt x="226" y="513"/>
                </a:lnTo>
                <a:lnTo>
                  <a:pt x="225" y="513"/>
                </a:lnTo>
                <a:lnTo>
                  <a:pt x="225" y="511"/>
                </a:lnTo>
                <a:lnTo>
                  <a:pt x="224" y="510"/>
                </a:lnTo>
                <a:lnTo>
                  <a:pt x="223" y="510"/>
                </a:lnTo>
                <a:lnTo>
                  <a:pt x="223" y="511"/>
                </a:lnTo>
                <a:lnTo>
                  <a:pt x="222" y="512"/>
                </a:lnTo>
                <a:lnTo>
                  <a:pt x="222" y="513"/>
                </a:lnTo>
                <a:lnTo>
                  <a:pt x="221" y="513"/>
                </a:lnTo>
                <a:lnTo>
                  <a:pt x="220" y="513"/>
                </a:lnTo>
                <a:lnTo>
                  <a:pt x="220" y="514"/>
                </a:lnTo>
                <a:lnTo>
                  <a:pt x="219" y="514"/>
                </a:lnTo>
                <a:lnTo>
                  <a:pt x="219" y="515"/>
                </a:lnTo>
                <a:lnTo>
                  <a:pt x="218" y="517"/>
                </a:lnTo>
                <a:lnTo>
                  <a:pt x="217" y="517"/>
                </a:lnTo>
                <a:lnTo>
                  <a:pt x="217" y="518"/>
                </a:lnTo>
                <a:lnTo>
                  <a:pt x="216" y="519"/>
                </a:lnTo>
                <a:lnTo>
                  <a:pt x="214" y="519"/>
                </a:lnTo>
                <a:lnTo>
                  <a:pt x="213" y="520"/>
                </a:lnTo>
                <a:lnTo>
                  <a:pt x="212" y="521"/>
                </a:lnTo>
                <a:lnTo>
                  <a:pt x="210" y="521"/>
                </a:lnTo>
                <a:lnTo>
                  <a:pt x="209" y="521"/>
                </a:lnTo>
                <a:lnTo>
                  <a:pt x="209" y="522"/>
                </a:lnTo>
                <a:lnTo>
                  <a:pt x="208" y="522"/>
                </a:lnTo>
                <a:lnTo>
                  <a:pt x="209" y="524"/>
                </a:lnTo>
                <a:lnTo>
                  <a:pt x="208" y="525"/>
                </a:lnTo>
                <a:lnTo>
                  <a:pt x="209" y="527"/>
                </a:lnTo>
                <a:lnTo>
                  <a:pt x="208" y="527"/>
                </a:lnTo>
                <a:lnTo>
                  <a:pt x="208" y="528"/>
                </a:lnTo>
                <a:lnTo>
                  <a:pt x="207" y="528"/>
                </a:lnTo>
                <a:lnTo>
                  <a:pt x="208" y="528"/>
                </a:lnTo>
                <a:lnTo>
                  <a:pt x="208" y="529"/>
                </a:lnTo>
                <a:lnTo>
                  <a:pt x="208" y="531"/>
                </a:lnTo>
                <a:lnTo>
                  <a:pt x="208" y="532"/>
                </a:lnTo>
                <a:lnTo>
                  <a:pt x="207" y="532"/>
                </a:lnTo>
                <a:lnTo>
                  <a:pt x="206" y="531"/>
                </a:lnTo>
                <a:lnTo>
                  <a:pt x="206" y="532"/>
                </a:lnTo>
                <a:lnTo>
                  <a:pt x="205" y="532"/>
                </a:lnTo>
                <a:lnTo>
                  <a:pt x="204" y="533"/>
                </a:lnTo>
                <a:lnTo>
                  <a:pt x="203" y="533"/>
                </a:lnTo>
                <a:lnTo>
                  <a:pt x="202" y="533"/>
                </a:lnTo>
                <a:lnTo>
                  <a:pt x="202" y="532"/>
                </a:lnTo>
                <a:lnTo>
                  <a:pt x="201" y="533"/>
                </a:lnTo>
                <a:lnTo>
                  <a:pt x="200" y="533"/>
                </a:lnTo>
                <a:lnTo>
                  <a:pt x="200" y="534"/>
                </a:lnTo>
                <a:lnTo>
                  <a:pt x="199" y="534"/>
                </a:lnTo>
                <a:lnTo>
                  <a:pt x="199" y="533"/>
                </a:lnTo>
                <a:lnTo>
                  <a:pt x="198" y="533"/>
                </a:lnTo>
                <a:lnTo>
                  <a:pt x="198" y="534"/>
                </a:lnTo>
                <a:lnTo>
                  <a:pt x="197" y="534"/>
                </a:lnTo>
                <a:lnTo>
                  <a:pt x="197" y="533"/>
                </a:lnTo>
                <a:lnTo>
                  <a:pt x="198" y="532"/>
                </a:lnTo>
                <a:lnTo>
                  <a:pt x="197" y="532"/>
                </a:lnTo>
                <a:lnTo>
                  <a:pt x="198" y="531"/>
                </a:lnTo>
                <a:lnTo>
                  <a:pt x="198" y="530"/>
                </a:lnTo>
                <a:lnTo>
                  <a:pt x="198" y="529"/>
                </a:lnTo>
                <a:lnTo>
                  <a:pt x="197" y="529"/>
                </a:lnTo>
                <a:lnTo>
                  <a:pt x="196" y="529"/>
                </a:lnTo>
                <a:lnTo>
                  <a:pt x="196" y="528"/>
                </a:lnTo>
                <a:lnTo>
                  <a:pt x="197" y="527"/>
                </a:lnTo>
                <a:lnTo>
                  <a:pt x="196" y="526"/>
                </a:lnTo>
                <a:lnTo>
                  <a:pt x="195" y="526"/>
                </a:lnTo>
                <a:lnTo>
                  <a:pt x="195" y="525"/>
                </a:lnTo>
                <a:lnTo>
                  <a:pt x="195" y="524"/>
                </a:lnTo>
                <a:lnTo>
                  <a:pt x="195" y="523"/>
                </a:lnTo>
                <a:lnTo>
                  <a:pt x="195" y="522"/>
                </a:lnTo>
                <a:lnTo>
                  <a:pt x="194" y="521"/>
                </a:lnTo>
                <a:lnTo>
                  <a:pt x="195" y="519"/>
                </a:lnTo>
                <a:lnTo>
                  <a:pt x="196" y="518"/>
                </a:lnTo>
                <a:lnTo>
                  <a:pt x="196" y="517"/>
                </a:lnTo>
                <a:lnTo>
                  <a:pt x="197" y="516"/>
                </a:lnTo>
                <a:lnTo>
                  <a:pt x="197" y="515"/>
                </a:lnTo>
                <a:lnTo>
                  <a:pt x="197" y="514"/>
                </a:lnTo>
                <a:lnTo>
                  <a:pt x="197" y="513"/>
                </a:lnTo>
                <a:lnTo>
                  <a:pt x="198" y="512"/>
                </a:lnTo>
                <a:lnTo>
                  <a:pt x="198" y="511"/>
                </a:lnTo>
                <a:lnTo>
                  <a:pt x="199" y="510"/>
                </a:lnTo>
                <a:lnTo>
                  <a:pt x="199" y="509"/>
                </a:lnTo>
                <a:lnTo>
                  <a:pt x="200" y="508"/>
                </a:lnTo>
                <a:lnTo>
                  <a:pt x="201" y="508"/>
                </a:lnTo>
                <a:lnTo>
                  <a:pt x="202" y="508"/>
                </a:lnTo>
                <a:lnTo>
                  <a:pt x="202" y="507"/>
                </a:lnTo>
                <a:lnTo>
                  <a:pt x="203" y="507"/>
                </a:lnTo>
                <a:lnTo>
                  <a:pt x="204" y="506"/>
                </a:lnTo>
                <a:lnTo>
                  <a:pt x="205" y="506"/>
                </a:lnTo>
                <a:lnTo>
                  <a:pt x="206" y="505"/>
                </a:lnTo>
                <a:lnTo>
                  <a:pt x="207" y="505"/>
                </a:lnTo>
                <a:lnTo>
                  <a:pt x="208" y="504"/>
                </a:lnTo>
                <a:lnTo>
                  <a:pt x="209" y="504"/>
                </a:lnTo>
                <a:lnTo>
                  <a:pt x="209" y="503"/>
                </a:lnTo>
                <a:lnTo>
                  <a:pt x="209" y="502"/>
                </a:lnTo>
                <a:lnTo>
                  <a:pt x="209" y="501"/>
                </a:lnTo>
                <a:lnTo>
                  <a:pt x="209" y="500"/>
                </a:lnTo>
                <a:lnTo>
                  <a:pt x="208" y="500"/>
                </a:lnTo>
                <a:lnTo>
                  <a:pt x="208" y="499"/>
                </a:lnTo>
                <a:lnTo>
                  <a:pt x="209" y="499"/>
                </a:lnTo>
                <a:lnTo>
                  <a:pt x="209" y="498"/>
                </a:lnTo>
                <a:lnTo>
                  <a:pt x="208" y="498"/>
                </a:lnTo>
                <a:lnTo>
                  <a:pt x="208" y="497"/>
                </a:lnTo>
                <a:lnTo>
                  <a:pt x="208" y="496"/>
                </a:lnTo>
                <a:lnTo>
                  <a:pt x="209" y="496"/>
                </a:lnTo>
                <a:lnTo>
                  <a:pt x="210" y="496"/>
                </a:lnTo>
                <a:lnTo>
                  <a:pt x="210" y="495"/>
                </a:lnTo>
                <a:lnTo>
                  <a:pt x="211" y="495"/>
                </a:lnTo>
                <a:lnTo>
                  <a:pt x="212" y="494"/>
                </a:lnTo>
                <a:lnTo>
                  <a:pt x="213" y="493"/>
                </a:lnTo>
                <a:lnTo>
                  <a:pt x="213" y="492"/>
                </a:lnTo>
                <a:lnTo>
                  <a:pt x="213" y="491"/>
                </a:lnTo>
                <a:lnTo>
                  <a:pt x="214" y="491"/>
                </a:lnTo>
                <a:lnTo>
                  <a:pt x="214" y="490"/>
                </a:lnTo>
                <a:lnTo>
                  <a:pt x="215" y="489"/>
                </a:lnTo>
                <a:lnTo>
                  <a:pt x="215" y="488"/>
                </a:lnTo>
                <a:lnTo>
                  <a:pt x="216" y="488"/>
                </a:lnTo>
                <a:lnTo>
                  <a:pt x="218" y="488"/>
                </a:lnTo>
                <a:lnTo>
                  <a:pt x="219" y="487"/>
                </a:lnTo>
                <a:lnTo>
                  <a:pt x="220" y="487"/>
                </a:lnTo>
                <a:lnTo>
                  <a:pt x="222" y="485"/>
                </a:lnTo>
                <a:lnTo>
                  <a:pt x="222" y="483"/>
                </a:lnTo>
                <a:lnTo>
                  <a:pt x="223" y="482"/>
                </a:lnTo>
                <a:lnTo>
                  <a:pt x="224" y="482"/>
                </a:lnTo>
                <a:lnTo>
                  <a:pt x="225" y="482"/>
                </a:lnTo>
                <a:lnTo>
                  <a:pt x="225" y="481"/>
                </a:lnTo>
                <a:lnTo>
                  <a:pt x="226" y="480"/>
                </a:lnTo>
                <a:lnTo>
                  <a:pt x="226" y="479"/>
                </a:lnTo>
                <a:lnTo>
                  <a:pt x="226" y="478"/>
                </a:lnTo>
                <a:lnTo>
                  <a:pt x="226" y="477"/>
                </a:lnTo>
                <a:lnTo>
                  <a:pt x="227" y="476"/>
                </a:lnTo>
                <a:lnTo>
                  <a:pt x="227" y="475"/>
                </a:lnTo>
                <a:lnTo>
                  <a:pt x="228" y="475"/>
                </a:lnTo>
                <a:lnTo>
                  <a:pt x="228" y="474"/>
                </a:lnTo>
                <a:lnTo>
                  <a:pt x="228" y="472"/>
                </a:lnTo>
                <a:lnTo>
                  <a:pt x="228" y="471"/>
                </a:lnTo>
                <a:lnTo>
                  <a:pt x="228" y="470"/>
                </a:lnTo>
                <a:lnTo>
                  <a:pt x="228" y="469"/>
                </a:lnTo>
                <a:lnTo>
                  <a:pt x="228" y="468"/>
                </a:lnTo>
                <a:lnTo>
                  <a:pt x="229" y="466"/>
                </a:lnTo>
                <a:lnTo>
                  <a:pt x="229" y="465"/>
                </a:lnTo>
                <a:lnTo>
                  <a:pt x="229" y="464"/>
                </a:lnTo>
                <a:lnTo>
                  <a:pt x="230" y="464"/>
                </a:lnTo>
                <a:lnTo>
                  <a:pt x="229" y="463"/>
                </a:lnTo>
                <a:lnTo>
                  <a:pt x="229" y="462"/>
                </a:lnTo>
                <a:lnTo>
                  <a:pt x="228" y="462"/>
                </a:lnTo>
                <a:lnTo>
                  <a:pt x="227" y="461"/>
                </a:lnTo>
                <a:lnTo>
                  <a:pt x="227" y="460"/>
                </a:lnTo>
                <a:lnTo>
                  <a:pt x="227" y="459"/>
                </a:lnTo>
                <a:lnTo>
                  <a:pt x="227" y="458"/>
                </a:lnTo>
                <a:lnTo>
                  <a:pt x="227" y="457"/>
                </a:lnTo>
                <a:lnTo>
                  <a:pt x="227" y="455"/>
                </a:lnTo>
                <a:lnTo>
                  <a:pt x="227" y="454"/>
                </a:lnTo>
                <a:lnTo>
                  <a:pt x="227" y="453"/>
                </a:lnTo>
                <a:lnTo>
                  <a:pt x="226" y="453"/>
                </a:lnTo>
                <a:lnTo>
                  <a:pt x="226" y="452"/>
                </a:lnTo>
                <a:lnTo>
                  <a:pt x="227" y="452"/>
                </a:lnTo>
                <a:lnTo>
                  <a:pt x="227" y="451"/>
                </a:lnTo>
                <a:lnTo>
                  <a:pt x="229" y="450"/>
                </a:lnTo>
                <a:lnTo>
                  <a:pt x="229" y="451"/>
                </a:lnTo>
                <a:lnTo>
                  <a:pt x="230" y="451"/>
                </a:lnTo>
                <a:lnTo>
                  <a:pt x="231" y="451"/>
                </a:lnTo>
                <a:lnTo>
                  <a:pt x="232" y="450"/>
                </a:lnTo>
                <a:lnTo>
                  <a:pt x="233" y="450"/>
                </a:lnTo>
                <a:lnTo>
                  <a:pt x="234" y="450"/>
                </a:lnTo>
                <a:lnTo>
                  <a:pt x="235" y="450"/>
                </a:lnTo>
                <a:lnTo>
                  <a:pt x="235" y="449"/>
                </a:lnTo>
                <a:lnTo>
                  <a:pt x="235" y="448"/>
                </a:lnTo>
                <a:lnTo>
                  <a:pt x="236" y="447"/>
                </a:lnTo>
                <a:lnTo>
                  <a:pt x="237" y="447"/>
                </a:lnTo>
                <a:lnTo>
                  <a:pt x="238" y="447"/>
                </a:lnTo>
                <a:lnTo>
                  <a:pt x="239" y="447"/>
                </a:lnTo>
                <a:lnTo>
                  <a:pt x="239" y="445"/>
                </a:lnTo>
                <a:lnTo>
                  <a:pt x="238" y="445"/>
                </a:lnTo>
                <a:lnTo>
                  <a:pt x="238" y="444"/>
                </a:lnTo>
                <a:lnTo>
                  <a:pt x="238" y="443"/>
                </a:lnTo>
                <a:lnTo>
                  <a:pt x="238" y="442"/>
                </a:lnTo>
                <a:lnTo>
                  <a:pt x="237" y="442"/>
                </a:lnTo>
                <a:lnTo>
                  <a:pt x="237" y="441"/>
                </a:lnTo>
                <a:lnTo>
                  <a:pt x="237" y="440"/>
                </a:lnTo>
                <a:lnTo>
                  <a:pt x="238" y="439"/>
                </a:lnTo>
                <a:lnTo>
                  <a:pt x="239" y="439"/>
                </a:lnTo>
                <a:lnTo>
                  <a:pt x="240" y="439"/>
                </a:lnTo>
                <a:lnTo>
                  <a:pt x="240" y="438"/>
                </a:lnTo>
                <a:lnTo>
                  <a:pt x="241" y="438"/>
                </a:lnTo>
                <a:lnTo>
                  <a:pt x="242" y="438"/>
                </a:lnTo>
                <a:lnTo>
                  <a:pt x="243" y="438"/>
                </a:lnTo>
                <a:lnTo>
                  <a:pt x="243" y="437"/>
                </a:lnTo>
                <a:lnTo>
                  <a:pt x="243" y="436"/>
                </a:lnTo>
                <a:lnTo>
                  <a:pt x="242" y="436"/>
                </a:lnTo>
                <a:lnTo>
                  <a:pt x="241" y="436"/>
                </a:lnTo>
                <a:lnTo>
                  <a:pt x="240" y="436"/>
                </a:lnTo>
                <a:lnTo>
                  <a:pt x="240" y="435"/>
                </a:lnTo>
                <a:lnTo>
                  <a:pt x="239" y="435"/>
                </a:lnTo>
                <a:lnTo>
                  <a:pt x="238" y="435"/>
                </a:lnTo>
                <a:lnTo>
                  <a:pt x="237" y="435"/>
                </a:lnTo>
                <a:lnTo>
                  <a:pt x="237" y="436"/>
                </a:lnTo>
                <a:lnTo>
                  <a:pt x="236" y="436"/>
                </a:lnTo>
                <a:lnTo>
                  <a:pt x="235" y="435"/>
                </a:lnTo>
                <a:lnTo>
                  <a:pt x="234" y="435"/>
                </a:lnTo>
                <a:lnTo>
                  <a:pt x="233" y="435"/>
                </a:lnTo>
                <a:lnTo>
                  <a:pt x="233" y="434"/>
                </a:lnTo>
                <a:lnTo>
                  <a:pt x="233" y="433"/>
                </a:lnTo>
                <a:lnTo>
                  <a:pt x="232" y="433"/>
                </a:lnTo>
                <a:lnTo>
                  <a:pt x="232" y="434"/>
                </a:lnTo>
                <a:lnTo>
                  <a:pt x="231" y="434"/>
                </a:lnTo>
                <a:lnTo>
                  <a:pt x="230" y="434"/>
                </a:lnTo>
                <a:lnTo>
                  <a:pt x="230" y="433"/>
                </a:lnTo>
                <a:lnTo>
                  <a:pt x="229" y="433"/>
                </a:lnTo>
                <a:lnTo>
                  <a:pt x="228" y="434"/>
                </a:lnTo>
                <a:lnTo>
                  <a:pt x="227" y="434"/>
                </a:lnTo>
                <a:lnTo>
                  <a:pt x="227" y="435"/>
                </a:lnTo>
                <a:lnTo>
                  <a:pt x="226" y="435"/>
                </a:lnTo>
                <a:lnTo>
                  <a:pt x="226" y="436"/>
                </a:lnTo>
                <a:lnTo>
                  <a:pt x="225" y="437"/>
                </a:lnTo>
                <a:lnTo>
                  <a:pt x="225" y="438"/>
                </a:lnTo>
                <a:lnTo>
                  <a:pt x="224" y="438"/>
                </a:lnTo>
                <a:lnTo>
                  <a:pt x="223" y="437"/>
                </a:lnTo>
                <a:lnTo>
                  <a:pt x="222" y="437"/>
                </a:lnTo>
                <a:lnTo>
                  <a:pt x="221" y="437"/>
                </a:lnTo>
                <a:lnTo>
                  <a:pt x="221" y="436"/>
                </a:lnTo>
                <a:lnTo>
                  <a:pt x="221" y="435"/>
                </a:lnTo>
                <a:lnTo>
                  <a:pt x="221" y="434"/>
                </a:lnTo>
                <a:lnTo>
                  <a:pt x="220" y="434"/>
                </a:lnTo>
                <a:lnTo>
                  <a:pt x="219" y="434"/>
                </a:lnTo>
                <a:lnTo>
                  <a:pt x="219" y="433"/>
                </a:lnTo>
                <a:lnTo>
                  <a:pt x="219" y="432"/>
                </a:lnTo>
                <a:lnTo>
                  <a:pt x="218" y="431"/>
                </a:lnTo>
                <a:lnTo>
                  <a:pt x="218" y="430"/>
                </a:lnTo>
                <a:lnTo>
                  <a:pt x="218" y="429"/>
                </a:lnTo>
                <a:lnTo>
                  <a:pt x="217" y="429"/>
                </a:lnTo>
                <a:lnTo>
                  <a:pt x="218" y="428"/>
                </a:lnTo>
                <a:lnTo>
                  <a:pt x="217" y="428"/>
                </a:lnTo>
                <a:lnTo>
                  <a:pt x="216" y="428"/>
                </a:lnTo>
                <a:lnTo>
                  <a:pt x="216" y="426"/>
                </a:lnTo>
                <a:lnTo>
                  <a:pt x="217" y="426"/>
                </a:lnTo>
                <a:lnTo>
                  <a:pt x="217" y="425"/>
                </a:lnTo>
                <a:lnTo>
                  <a:pt x="218" y="423"/>
                </a:lnTo>
                <a:lnTo>
                  <a:pt x="218" y="422"/>
                </a:lnTo>
                <a:lnTo>
                  <a:pt x="219" y="421"/>
                </a:lnTo>
                <a:lnTo>
                  <a:pt x="219" y="420"/>
                </a:lnTo>
                <a:lnTo>
                  <a:pt x="220" y="418"/>
                </a:lnTo>
                <a:lnTo>
                  <a:pt x="221" y="418"/>
                </a:lnTo>
                <a:lnTo>
                  <a:pt x="222" y="418"/>
                </a:lnTo>
                <a:lnTo>
                  <a:pt x="222" y="419"/>
                </a:lnTo>
                <a:lnTo>
                  <a:pt x="223" y="419"/>
                </a:lnTo>
                <a:lnTo>
                  <a:pt x="223" y="418"/>
                </a:lnTo>
                <a:lnTo>
                  <a:pt x="223" y="417"/>
                </a:lnTo>
                <a:lnTo>
                  <a:pt x="222" y="417"/>
                </a:lnTo>
                <a:lnTo>
                  <a:pt x="221" y="416"/>
                </a:lnTo>
                <a:lnTo>
                  <a:pt x="221" y="415"/>
                </a:lnTo>
                <a:lnTo>
                  <a:pt x="222" y="413"/>
                </a:lnTo>
                <a:lnTo>
                  <a:pt x="222" y="412"/>
                </a:lnTo>
                <a:lnTo>
                  <a:pt x="223" y="411"/>
                </a:lnTo>
                <a:lnTo>
                  <a:pt x="223" y="410"/>
                </a:lnTo>
                <a:lnTo>
                  <a:pt x="222" y="409"/>
                </a:lnTo>
                <a:lnTo>
                  <a:pt x="222" y="408"/>
                </a:lnTo>
                <a:lnTo>
                  <a:pt x="222" y="407"/>
                </a:lnTo>
                <a:lnTo>
                  <a:pt x="223" y="407"/>
                </a:lnTo>
                <a:lnTo>
                  <a:pt x="223" y="406"/>
                </a:lnTo>
                <a:lnTo>
                  <a:pt x="224" y="406"/>
                </a:lnTo>
                <a:lnTo>
                  <a:pt x="224" y="404"/>
                </a:lnTo>
                <a:lnTo>
                  <a:pt x="223" y="404"/>
                </a:lnTo>
                <a:lnTo>
                  <a:pt x="223" y="402"/>
                </a:lnTo>
                <a:lnTo>
                  <a:pt x="224" y="401"/>
                </a:lnTo>
                <a:lnTo>
                  <a:pt x="225" y="401"/>
                </a:lnTo>
                <a:lnTo>
                  <a:pt x="225" y="400"/>
                </a:lnTo>
                <a:lnTo>
                  <a:pt x="225" y="399"/>
                </a:lnTo>
                <a:lnTo>
                  <a:pt x="225" y="397"/>
                </a:lnTo>
                <a:lnTo>
                  <a:pt x="225" y="396"/>
                </a:lnTo>
                <a:lnTo>
                  <a:pt x="224" y="396"/>
                </a:lnTo>
                <a:lnTo>
                  <a:pt x="222" y="395"/>
                </a:lnTo>
                <a:lnTo>
                  <a:pt x="222" y="396"/>
                </a:lnTo>
                <a:lnTo>
                  <a:pt x="221" y="396"/>
                </a:lnTo>
                <a:lnTo>
                  <a:pt x="220" y="396"/>
                </a:lnTo>
                <a:lnTo>
                  <a:pt x="219" y="396"/>
                </a:lnTo>
                <a:lnTo>
                  <a:pt x="218" y="396"/>
                </a:lnTo>
                <a:lnTo>
                  <a:pt x="217" y="395"/>
                </a:lnTo>
                <a:lnTo>
                  <a:pt x="217" y="394"/>
                </a:lnTo>
                <a:lnTo>
                  <a:pt x="217" y="392"/>
                </a:lnTo>
                <a:lnTo>
                  <a:pt x="216" y="392"/>
                </a:lnTo>
                <a:lnTo>
                  <a:pt x="215" y="392"/>
                </a:lnTo>
                <a:lnTo>
                  <a:pt x="214" y="391"/>
                </a:lnTo>
                <a:lnTo>
                  <a:pt x="214" y="392"/>
                </a:lnTo>
                <a:lnTo>
                  <a:pt x="212" y="392"/>
                </a:lnTo>
                <a:lnTo>
                  <a:pt x="210" y="392"/>
                </a:lnTo>
                <a:lnTo>
                  <a:pt x="209" y="392"/>
                </a:lnTo>
                <a:lnTo>
                  <a:pt x="208" y="392"/>
                </a:lnTo>
                <a:lnTo>
                  <a:pt x="207" y="392"/>
                </a:lnTo>
                <a:lnTo>
                  <a:pt x="206" y="391"/>
                </a:lnTo>
                <a:lnTo>
                  <a:pt x="205" y="390"/>
                </a:lnTo>
                <a:lnTo>
                  <a:pt x="204" y="390"/>
                </a:lnTo>
                <a:lnTo>
                  <a:pt x="204" y="391"/>
                </a:lnTo>
                <a:lnTo>
                  <a:pt x="202" y="390"/>
                </a:lnTo>
                <a:lnTo>
                  <a:pt x="203" y="390"/>
                </a:lnTo>
                <a:lnTo>
                  <a:pt x="203" y="389"/>
                </a:lnTo>
                <a:lnTo>
                  <a:pt x="202" y="389"/>
                </a:lnTo>
                <a:lnTo>
                  <a:pt x="201" y="389"/>
                </a:lnTo>
                <a:lnTo>
                  <a:pt x="200" y="389"/>
                </a:lnTo>
                <a:lnTo>
                  <a:pt x="199" y="388"/>
                </a:lnTo>
                <a:lnTo>
                  <a:pt x="199" y="387"/>
                </a:lnTo>
                <a:lnTo>
                  <a:pt x="198" y="386"/>
                </a:lnTo>
                <a:lnTo>
                  <a:pt x="197" y="385"/>
                </a:lnTo>
                <a:lnTo>
                  <a:pt x="197" y="384"/>
                </a:lnTo>
                <a:lnTo>
                  <a:pt x="196" y="384"/>
                </a:lnTo>
                <a:lnTo>
                  <a:pt x="195" y="384"/>
                </a:lnTo>
                <a:lnTo>
                  <a:pt x="194" y="385"/>
                </a:lnTo>
                <a:lnTo>
                  <a:pt x="194" y="386"/>
                </a:lnTo>
                <a:lnTo>
                  <a:pt x="194" y="387"/>
                </a:lnTo>
                <a:lnTo>
                  <a:pt x="194" y="388"/>
                </a:lnTo>
                <a:lnTo>
                  <a:pt x="194" y="389"/>
                </a:lnTo>
                <a:lnTo>
                  <a:pt x="194" y="390"/>
                </a:lnTo>
                <a:lnTo>
                  <a:pt x="193" y="390"/>
                </a:lnTo>
                <a:lnTo>
                  <a:pt x="192" y="390"/>
                </a:lnTo>
                <a:lnTo>
                  <a:pt x="192" y="391"/>
                </a:lnTo>
                <a:lnTo>
                  <a:pt x="193" y="392"/>
                </a:lnTo>
                <a:lnTo>
                  <a:pt x="193" y="394"/>
                </a:lnTo>
                <a:lnTo>
                  <a:pt x="193" y="395"/>
                </a:lnTo>
                <a:lnTo>
                  <a:pt x="193" y="397"/>
                </a:lnTo>
                <a:lnTo>
                  <a:pt x="192" y="397"/>
                </a:lnTo>
                <a:lnTo>
                  <a:pt x="192" y="396"/>
                </a:lnTo>
                <a:lnTo>
                  <a:pt x="191" y="395"/>
                </a:lnTo>
                <a:lnTo>
                  <a:pt x="190" y="395"/>
                </a:lnTo>
                <a:lnTo>
                  <a:pt x="188" y="395"/>
                </a:lnTo>
                <a:lnTo>
                  <a:pt x="187" y="396"/>
                </a:lnTo>
                <a:lnTo>
                  <a:pt x="186" y="396"/>
                </a:lnTo>
                <a:lnTo>
                  <a:pt x="185" y="396"/>
                </a:lnTo>
                <a:lnTo>
                  <a:pt x="185" y="397"/>
                </a:lnTo>
                <a:lnTo>
                  <a:pt x="184" y="397"/>
                </a:lnTo>
                <a:lnTo>
                  <a:pt x="183" y="397"/>
                </a:lnTo>
                <a:lnTo>
                  <a:pt x="182" y="397"/>
                </a:lnTo>
                <a:lnTo>
                  <a:pt x="181" y="396"/>
                </a:lnTo>
                <a:lnTo>
                  <a:pt x="179" y="396"/>
                </a:lnTo>
                <a:lnTo>
                  <a:pt x="178" y="397"/>
                </a:lnTo>
                <a:lnTo>
                  <a:pt x="178" y="398"/>
                </a:lnTo>
                <a:lnTo>
                  <a:pt x="177" y="398"/>
                </a:lnTo>
                <a:lnTo>
                  <a:pt x="176" y="396"/>
                </a:lnTo>
                <a:lnTo>
                  <a:pt x="175" y="396"/>
                </a:lnTo>
                <a:lnTo>
                  <a:pt x="176" y="395"/>
                </a:lnTo>
                <a:lnTo>
                  <a:pt x="176" y="394"/>
                </a:lnTo>
                <a:lnTo>
                  <a:pt x="176" y="393"/>
                </a:lnTo>
                <a:lnTo>
                  <a:pt x="177" y="392"/>
                </a:lnTo>
                <a:lnTo>
                  <a:pt x="176" y="392"/>
                </a:lnTo>
                <a:lnTo>
                  <a:pt x="176" y="391"/>
                </a:lnTo>
                <a:lnTo>
                  <a:pt x="175" y="391"/>
                </a:lnTo>
                <a:lnTo>
                  <a:pt x="174" y="392"/>
                </a:lnTo>
                <a:lnTo>
                  <a:pt x="175" y="392"/>
                </a:lnTo>
                <a:lnTo>
                  <a:pt x="175" y="393"/>
                </a:lnTo>
                <a:lnTo>
                  <a:pt x="174" y="393"/>
                </a:lnTo>
                <a:lnTo>
                  <a:pt x="173" y="393"/>
                </a:lnTo>
                <a:lnTo>
                  <a:pt x="172" y="393"/>
                </a:lnTo>
                <a:lnTo>
                  <a:pt x="172" y="392"/>
                </a:lnTo>
                <a:lnTo>
                  <a:pt x="171" y="391"/>
                </a:lnTo>
                <a:lnTo>
                  <a:pt x="170" y="391"/>
                </a:lnTo>
                <a:lnTo>
                  <a:pt x="169" y="391"/>
                </a:lnTo>
                <a:lnTo>
                  <a:pt x="168" y="391"/>
                </a:lnTo>
                <a:lnTo>
                  <a:pt x="168" y="392"/>
                </a:lnTo>
                <a:lnTo>
                  <a:pt x="167" y="392"/>
                </a:lnTo>
                <a:lnTo>
                  <a:pt x="166" y="391"/>
                </a:lnTo>
                <a:lnTo>
                  <a:pt x="165" y="391"/>
                </a:lnTo>
                <a:lnTo>
                  <a:pt x="165" y="390"/>
                </a:lnTo>
                <a:lnTo>
                  <a:pt x="165" y="389"/>
                </a:lnTo>
                <a:lnTo>
                  <a:pt x="164" y="389"/>
                </a:lnTo>
                <a:lnTo>
                  <a:pt x="162" y="391"/>
                </a:lnTo>
                <a:lnTo>
                  <a:pt x="162" y="393"/>
                </a:lnTo>
                <a:lnTo>
                  <a:pt x="161" y="393"/>
                </a:lnTo>
                <a:lnTo>
                  <a:pt x="160" y="394"/>
                </a:lnTo>
                <a:lnTo>
                  <a:pt x="159" y="394"/>
                </a:lnTo>
                <a:lnTo>
                  <a:pt x="158" y="395"/>
                </a:lnTo>
                <a:lnTo>
                  <a:pt x="158" y="396"/>
                </a:lnTo>
                <a:lnTo>
                  <a:pt x="158" y="397"/>
                </a:lnTo>
                <a:lnTo>
                  <a:pt x="159" y="397"/>
                </a:lnTo>
                <a:lnTo>
                  <a:pt x="159" y="398"/>
                </a:lnTo>
                <a:lnTo>
                  <a:pt x="159" y="400"/>
                </a:lnTo>
                <a:lnTo>
                  <a:pt x="158" y="400"/>
                </a:lnTo>
                <a:lnTo>
                  <a:pt x="158" y="401"/>
                </a:lnTo>
                <a:lnTo>
                  <a:pt x="157" y="401"/>
                </a:lnTo>
                <a:lnTo>
                  <a:pt x="157" y="402"/>
                </a:lnTo>
                <a:lnTo>
                  <a:pt x="157" y="403"/>
                </a:lnTo>
                <a:lnTo>
                  <a:pt x="155" y="404"/>
                </a:lnTo>
                <a:lnTo>
                  <a:pt x="155" y="405"/>
                </a:lnTo>
                <a:lnTo>
                  <a:pt x="154" y="405"/>
                </a:lnTo>
                <a:lnTo>
                  <a:pt x="154" y="406"/>
                </a:lnTo>
                <a:lnTo>
                  <a:pt x="153" y="406"/>
                </a:lnTo>
                <a:lnTo>
                  <a:pt x="153" y="405"/>
                </a:lnTo>
                <a:lnTo>
                  <a:pt x="152" y="405"/>
                </a:lnTo>
                <a:lnTo>
                  <a:pt x="152" y="404"/>
                </a:lnTo>
                <a:lnTo>
                  <a:pt x="151" y="405"/>
                </a:lnTo>
                <a:lnTo>
                  <a:pt x="149" y="407"/>
                </a:lnTo>
                <a:lnTo>
                  <a:pt x="148" y="408"/>
                </a:lnTo>
                <a:lnTo>
                  <a:pt x="147" y="409"/>
                </a:lnTo>
                <a:lnTo>
                  <a:pt x="146" y="411"/>
                </a:lnTo>
                <a:lnTo>
                  <a:pt x="145" y="411"/>
                </a:lnTo>
                <a:lnTo>
                  <a:pt x="144" y="411"/>
                </a:lnTo>
                <a:lnTo>
                  <a:pt x="144" y="412"/>
                </a:lnTo>
                <a:lnTo>
                  <a:pt x="143" y="413"/>
                </a:lnTo>
                <a:lnTo>
                  <a:pt x="143" y="415"/>
                </a:lnTo>
                <a:lnTo>
                  <a:pt x="143" y="416"/>
                </a:lnTo>
                <a:lnTo>
                  <a:pt x="142" y="416"/>
                </a:lnTo>
                <a:lnTo>
                  <a:pt x="141" y="417"/>
                </a:lnTo>
                <a:lnTo>
                  <a:pt x="141" y="418"/>
                </a:lnTo>
                <a:lnTo>
                  <a:pt x="141" y="419"/>
                </a:lnTo>
                <a:lnTo>
                  <a:pt x="141" y="420"/>
                </a:lnTo>
                <a:lnTo>
                  <a:pt x="140" y="421"/>
                </a:lnTo>
                <a:lnTo>
                  <a:pt x="140" y="422"/>
                </a:lnTo>
                <a:lnTo>
                  <a:pt x="139" y="423"/>
                </a:lnTo>
                <a:lnTo>
                  <a:pt x="139" y="424"/>
                </a:lnTo>
                <a:lnTo>
                  <a:pt x="139" y="425"/>
                </a:lnTo>
                <a:lnTo>
                  <a:pt x="138" y="426"/>
                </a:lnTo>
                <a:lnTo>
                  <a:pt x="136" y="427"/>
                </a:lnTo>
                <a:lnTo>
                  <a:pt x="135" y="427"/>
                </a:lnTo>
                <a:lnTo>
                  <a:pt x="134" y="427"/>
                </a:lnTo>
                <a:lnTo>
                  <a:pt x="133" y="427"/>
                </a:lnTo>
                <a:lnTo>
                  <a:pt x="132" y="427"/>
                </a:lnTo>
                <a:lnTo>
                  <a:pt x="131" y="426"/>
                </a:lnTo>
                <a:lnTo>
                  <a:pt x="131" y="425"/>
                </a:lnTo>
                <a:lnTo>
                  <a:pt x="132" y="424"/>
                </a:lnTo>
                <a:lnTo>
                  <a:pt x="131" y="423"/>
                </a:lnTo>
                <a:lnTo>
                  <a:pt x="131" y="422"/>
                </a:lnTo>
                <a:lnTo>
                  <a:pt x="131" y="421"/>
                </a:lnTo>
                <a:lnTo>
                  <a:pt x="130" y="420"/>
                </a:lnTo>
                <a:lnTo>
                  <a:pt x="128" y="419"/>
                </a:lnTo>
                <a:lnTo>
                  <a:pt x="128" y="418"/>
                </a:lnTo>
                <a:lnTo>
                  <a:pt x="127" y="417"/>
                </a:lnTo>
                <a:lnTo>
                  <a:pt x="126" y="416"/>
                </a:lnTo>
                <a:lnTo>
                  <a:pt x="125" y="417"/>
                </a:lnTo>
                <a:lnTo>
                  <a:pt x="124" y="418"/>
                </a:lnTo>
                <a:lnTo>
                  <a:pt x="124" y="419"/>
                </a:lnTo>
                <a:lnTo>
                  <a:pt x="124" y="420"/>
                </a:lnTo>
                <a:lnTo>
                  <a:pt x="124" y="421"/>
                </a:lnTo>
                <a:lnTo>
                  <a:pt x="123" y="421"/>
                </a:lnTo>
                <a:lnTo>
                  <a:pt x="122" y="421"/>
                </a:lnTo>
                <a:lnTo>
                  <a:pt x="121" y="421"/>
                </a:lnTo>
                <a:lnTo>
                  <a:pt x="121" y="420"/>
                </a:lnTo>
                <a:lnTo>
                  <a:pt x="120" y="420"/>
                </a:lnTo>
                <a:lnTo>
                  <a:pt x="120" y="419"/>
                </a:lnTo>
                <a:lnTo>
                  <a:pt x="119" y="419"/>
                </a:lnTo>
                <a:lnTo>
                  <a:pt x="119" y="420"/>
                </a:lnTo>
                <a:lnTo>
                  <a:pt x="119" y="421"/>
                </a:lnTo>
                <a:lnTo>
                  <a:pt x="118" y="421"/>
                </a:lnTo>
                <a:lnTo>
                  <a:pt x="118" y="420"/>
                </a:lnTo>
                <a:lnTo>
                  <a:pt x="117" y="420"/>
                </a:lnTo>
                <a:lnTo>
                  <a:pt x="117" y="419"/>
                </a:lnTo>
                <a:lnTo>
                  <a:pt x="116" y="419"/>
                </a:lnTo>
                <a:lnTo>
                  <a:pt x="115" y="419"/>
                </a:lnTo>
                <a:lnTo>
                  <a:pt x="115" y="418"/>
                </a:lnTo>
                <a:lnTo>
                  <a:pt x="115" y="417"/>
                </a:lnTo>
                <a:lnTo>
                  <a:pt x="116" y="417"/>
                </a:lnTo>
                <a:lnTo>
                  <a:pt x="116" y="416"/>
                </a:lnTo>
                <a:lnTo>
                  <a:pt x="115" y="416"/>
                </a:lnTo>
                <a:lnTo>
                  <a:pt x="115" y="415"/>
                </a:lnTo>
                <a:lnTo>
                  <a:pt x="116" y="415"/>
                </a:lnTo>
                <a:lnTo>
                  <a:pt x="116" y="414"/>
                </a:lnTo>
                <a:lnTo>
                  <a:pt x="116" y="413"/>
                </a:lnTo>
                <a:lnTo>
                  <a:pt x="116" y="412"/>
                </a:lnTo>
                <a:lnTo>
                  <a:pt x="117" y="412"/>
                </a:lnTo>
                <a:lnTo>
                  <a:pt x="117" y="411"/>
                </a:lnTo>
                <a:lnTo>
                  <a:pt x="117" y="410"/>
                </a:lnTo>
                <a:lnTo>
                  <a:pt x="118" y="410"/>
                </a:lnTo>
                <a:lnTo>
                  <a:pt x="118" y="409"/>
                </a:lnTo>
                <a:lnTo>
                  <a:pt x="117" y="408"/>
                </a:lnTo>
                <a:lnTo>
                  <a:pt x="117" y="407"/>
                </a:lnTo>
                <a:lnTo>
                  <a:pt x="117" y="406"/>
                </a:lnTo>
                <a:lnTo>
                  <a:pt x="118" y="406"/>
                </a:lnTo>
                <a:lnTo>
                  <a:pt x="117" y="406"/>
                </a:lnTo>
                <a:lnTo>
                  <a:pt x="116" y="406"/>
                </a:lnTo>
                <a:lnTo>
                  <a:pt x="114" y="406"/>
                </a:lnTo>
                <a:lnTo>
                  <a:pt x="113" y="406"/>
                </a:lnTo>
                <a:lnTo>
                  <a:pt x="113" y="407"/>
                </a:lnTo>
                <a:lnTo>
                  <a:pt x="112" y="407"/>
                </a:lnTo>
                <a:lnTo>
                  <a:pt x="112" y="406"/>
                </a:lnTo>
                <a:lnTo>
                  <a:pt x="111" y="406"/>
                </a:lnTo>
                <a:lnTo>
                  <a:pt x="111" y="405"/>
                </a:lnTo>
                <a:lnTo>
                  <a:pt x="110" y="404"/>
                </a:lnTo>
                <a:lnTo>
                  <a:pt x="109" y="404"/>
                </a:lnTo>
                <a:lnTo>
                  <a:pt x="108" y="405"/>
                </a:lnTo>
                <a:lnTo>
                  <a:pt x="107" y="405"/>
                </a:lnTo>
                <a:lnTo>
                  <a:pt x="107" y="404"/>
                </a:lnTo>
                <a:lnTo>
                  <a:pt x="107" y="403"/>
                </a:lnTo>
                <a:lnTo>
                  <a:pt x="106" y="403"/>
                </a:lnTo>
                <a:lnTo>
                  <a:pt x="105" y="404"/>
                </a:lnTo>
                <a:lnTo>
                  <a:pt x="104" y="405"/>
                </a:lnTo>
                <a:lnTo>
                  <a:pt x="103" y="407"/>
                </a:lnTo>
                <a:lnTo>
                  <a:pt x="102" y="407"/>
                </a:lnTo>
                <a:lnTo>
                  <a:pt x="101" y="408"/>
                </a:lnTo>
                <a:lnTo>
                  <a:pt x="101" y="410"/>
                </a:lnTo>
                <a:lnTo>
                  <a:pt x="100" y="411"/>
                </a:lnTo>
                <a:lnTo>
                  <a:pt x="100" y="412"/>
                </a:lnTo>
                <a:lnTo>
                  <a:pt x="99" y="414"/>
                </a:lnTo>
                <a:lnTo>
                  <a:pt x="99" y="416"/>
                </a:lnTo>
                <a:lnTo>
                  <a:pt x="99" y="417"/>
                </a:lnTo>
                <a:lnTo>
                  <a:pt x="99" y="418"/>
                </a:lnTo>
                <a:lnTo>
                  <a:pt x="98" y="419"/>
                </a:lnTo>
                <a:lnTo>
                  <a:pt x="97" y="420"/>
                </a:lnTo>
                <a:lnTo>
                  <a:pt x="96" y="420"/>
                </a:lnTo>
                <a:lnTo>
                  <a:pt x="95" y="420"/>
                </a:lnTo>
                <a:lnTo>
                  <a:pt x="93" y="420"/>
                </a:lnTo>
                <a:lnTo>
                  <a:pt x="93" y="419"/>
                </a:lnTo>
                <a:lnTo>
                  <a:pt x="92" y="419"/>
                </a:lnTo>
                <a:lnTo>
                  <a:pt x="91" y="420"/>
                </a:lnTo>
                <a:lnTo>
                  <a:pt x="91" y="421"/>
                </a:lnTo>
                <a:lnTo>
                  <a:pt x="90" y="421"/>
                </a:lnTo>
                <a:lnTo>
                  <a:pt x="90" y="422"/>
                </a:lnTo>
                <a:lnTo>
                  <a:pt x="89" y="424"/>
                </a:lnTo>
                <a:lnTo>
                  <a:pt x="89" y="425"/>
                </a:lnTo>
                <a:lnTo>
                  <a:pt x="90" y="425"/>
                </a:lnTo>
                <a:lnTo>
                  <a:pt x="92" y="426"/>
                </a:lnTo>
                <a:lnTo>
                  <a:pt x="92" y="427"/>
                </a:lnTo>
                <a:lnTo>
                  <a:pt x="92" y="428"/>
                </a:lnTo>
                <a:lnTo>
                  <a:pt x="92" y="430"/>
                </a:lnTo>
                <a:lnTo>
                  <a:pt x="92" y="431"/>
                </a:lnTo>
                <a:lnTo>
                  <a:pt x="93" y="431"/>
                </a:lnTo>
                <a:lnTo>
                  <a:pt x="93" y="432"/>
                </a:lnTo>
                <a:lnTo>
                  <a:pt x="93" y="433"/>
                </a:lnTo>
                <a:lnTo>
                  <a:pt x="92" y="434"/>
                </a:lnTo>
                <a:lnTo>
                  <a:pt x="92" y="435"/>
                </a:lnTo>
                <a:lnTo>
                  <a:pt x="91" y="436"/>
                </a:lnTo>
                <a:lnTo>
                  <a:pt x="89" y="436"/>
                </a:lnTo>
                <a:lnTo>
                  <a:pt x="89" y="437"/>
                </a:lnTo>
                <a:lnTo>
                  <a:pt x="88" y="436"/>
                </a:lnTo>
                <a:lnTo>
                  <a:pt x="88" y="435"/>
                </a:lnTo>
                <a:lnTo>
                  <a:pt x="86" y="435"/>
                </a:lnTo>
                <a:lnTo>
                  <a:pt x="85" y="435"/>
                </a:lnTo>
                <a:lnTo>
                  <a:pt x="84" y="435"/>
                </a:lnTo>
                <a:lnTo>
                  <a:pt x="83" y="435"/>
                </a:lnTo>
                <a:lnTo>
                  <a:pt x="82" y="435"/>
                </a:lnTo>
                <a:lnTo>
                  <a:pt x="81" y="435"/>
                </a:lnTo>
                <a:lnTo>
                  <a:pt x="81" y="436"/>
                </a:lnTo>
                <a:lnTo>
                  <a:pt x="81" y="435"/>
                </a:lnTo>
                <a:lnTo>
                  <a:pt x="80" y="435"/>
                </a:lnTo>
                <a:lnTo>
                  <a:pt x="80" y="434"/>
                </a:lnTo>
                <a:lnTo>
                  <a:pt x="80" y="433"/>
                </a:lnTo>
                <a:lnTo>
                  <a:pt x="81" y="433"/>
                </a:lnTo>
                <a:lnTo>
                  <a:pt x="81" y="432"/>
                </a:lnTo>
                <a:lnTo>
                  <a:pt x="80" y="432"/>
                </a:lnTo>
                <a:lnTo>
                  <a:pt x="80" y="431"/>
                </a:lnTo>
                <a:lnTo>
                  <a:pt x="80" y="430"/>
                </a:lnTo>
                <a:lnTo>
                  <a:pt x="81" y="429"/>
                </a:lnTo>
                <a:lnTo>
                  <a:pt x="81" y="428"/>
                </a:lnTo>
                <a:lnTo>
                  <a:pt x="82" y="428"/>
                </a:lnTo>
                <a:lnTo>
                  <a:pt x="83" y="428"/>
                </a:lnTo>
                <a:lnTo>
                  <a:pt x="83" y="427"/>
                </a:lnTo>
                <a:lnTo>
                  <a:pt x="84" y="426"/>
                </a:lnTo>
                <a:lnTo>
                  <a:pt x="84" y="425"/>
                </a:lnTo>
                <a:lnTo>
                  <a:pt x="84" y="424"/>
                </a:lnTo>
                <a:lnTo>
                  <a:pt x="84" y="423"/>
                </a:lnTo>
                <a:lnTo>
                  <a:pt x="83" y="423"/>
                </a:lnTo>
                <a:lnTo>
                  <a:pt x="83" y="422"/>
                </a:lnTo>
                <a:lnTo>
                  <a:pt x="82" y="422"/>
                </a:lnTo>
                <a:lnTo>
                  <a:pt x="82" y="423"/>
                </a:lnTo>
                <a:lnTo>
                  <a:pt x="82" y="424"/>
                </a:lnTo>
                <a:lnTo>
                  <a:pt x="82" y="423"/>
                </a:lnTo>
                <a:lnTo>
                  <a:pt x="81" y="423"/>
                </a:lnTo>
                <a:lnTo>
                  <a:pt x="80" y="422"/>
                </a:lnTo>
                <a:lnTo>
                  <a:pt x="80" y="421"/>
                </a:lnTo>
                <a:lnTo>
                  <a:pt x="79" y="422"/>
                </a:lnTo>
                <a:lnTo>
                  <a:pt x="78" y="422"/>
                </a:lnTo>
                <a:lnTo>
                  <a:pt x="77" y="422"/>
                </a:lnTo>
                <a:lnTo>
                  <a:pt x="77" y="421"/>
                </a:lnTo>
                <a:lnTo>
                  <a:pt x="77" y="420"/>
                </a:lnTo>
                <a:lnTo>
                  <a:pt x="77" y="419"/>
                </a:lnTo>
                <a:lnTo>
                  <a:pt x="78" y="419"/>
                </a:lnTo>
                <a:lnTo>
                  <a:pt x="77" y="419"/>
                </a:lnTo>
                <a:lnTo>
                  <a:pt x="77" y="418"/>
                </a:lnTo>
                <a:lnTo>
                  <a:pt x="76" y="418"/>
                </a:lnTo>
                <a:lnTo>
                  <a:pt x="75" y="418"/>
                </a:lnTo>
                <a:lnTo>
                  <a:pt x="74" y="419"/>
                </a:lnTo>
                <a:lnTo>
                  <a:pt x="73" y="421"/>
                </a:lnTo>
                <a:lnTo>
                  <a:pt x="72" y="421"/>
                </a:lnTo>
                <a:lnTo>
                  <a:pt x="71" y="421"/>
                </a:lnTo>
                <a:lnTo>
                  <a:pt x="71" y="422"/>
                </a:lnTo>
                <a:lnTo>
                  <a:pt x="70" y="422"/>
                </a:lnTo>
                <a:lnTo>
                  <a:pt x="70" y="421"/>
                </a:lnTo>
                <a:lnTo>
                  <a:pt x="69" y="421"/>
                </a:lnTo>
                <a:lnTo>
                  <a:pt x="68" y="421"/>
                </a:lnTo>
                <a:lnTo>
                  <a:pt x="68" y="422"/>
                </a:lnTo>
                <a:lnTo>
                  <a:pt x="68" y="423"/>
                </a:lnTo>
                <a:lnTo>
                  <a:pt x="67" y="424"/>
                </a:lnTo>
                <a:lnTo>
                  <a:pt x="65" y="423"/>
                </a:lnTo>
                <a:lnTo>
                  <a:pt x="65" y="422"/>
                </a:lnTo>
                <a:lnTo>
                  <a:pt x="64" y="422"/>
                </a:lnTo>
                <a:lnTo>
                  <a:pt x="64" y="421"/>
                </a:lnTo>
                <a:lnTo>
                  <a:pt x="63" y="421"/>
                </a:lnTo>
                <a:lnTo>
                  <a:pt x="63" y="420"/>
                </a:lnTo>
                <a:lnTo>
                  <a:pt x="62" y="420"/>
                </a:lnTo>
                <a:lnTo>
                  <a:pt x="62" y="419"/>
                </a:lnTo>
                <a:lnTo>
                  <a:pt x="62" y="418"/>
                </a:lnTo>
                <a:lnTo>
                  <a:pt x="61" y="418"/>
                </a:lnTo>
                <a:lnTo>
                  <a:pt x="60" y="418"/>
                </a:lnTo>
                <a:lnTo>
                  <a:pt x="59" y="418"/>
                </a:lnTo>
                <a:lnTo>
                  <a:pt x="59" y="417"/>
                </a:lnTo>
                <a:lnTo>
                  <a:pt x="59" y="416"/>
                </a:lnTo>
                <a:lnTo>
                  <a:pt x="59" y="414"/>
                </a:lnTo>
                <a:lnTo>
                  <a:pt x="59" y="413"/>
                </a:lnTo>
                <a:lnTo>
                  <a:pt x="60" y="413"/>
                </a:lnTo>
                <a:lnTo>
                  <a:pt x="60" y="414"/>
                </a:lnTo>
                <a:lnTo>
                  <a:pt x="61" y="414"/>
                </a:lnTo>
                <a:lnTo>
                  <a:pt x="61" y="413"/>
                </a:lnTo>
                <a:lnTo>
                  <a:pt x="63" y="413"/>
                </a:lnTo>
                <a:lnTo>
                  <a:pt x="64" y="413"/>
                </a:lnTo>
                <a:lnTo>
                  <a:pt x="65" y="412"/>
                </a:lnTo>
                <a:lnTo>
                  <a:pt x="65" y="411"/>
                </a:lnTo>
                <a:lnTo>
                  <a:pt x="65" y="410"/>
                </a:lnTo>
                <a:lnTo>
                  <a:pt x="64" y="410"/>
                </a:lnTo>
                <a:lnTo>
                  <a:pt x="63" y="408"/>
                </a:lnTo>
                <a:lnTo>
                  <a:pt x="62" y="408"/>
                </a:lnTo>
                <a:lnTo>
                  <a:pt x="61" y="408"/>
                </a:lnTo>
                <a:lnTo>
                  <a:pt x="61" y="407"/>
                </a:lnTo>
                <a:lnTo>
                  <a:pt x="61" y="406"/>
                </a:lnTo>
                <a:lnTo>
                  <a:pt x="61" y="405"/>
                </a:lnTo>
                <a:lnTo>
                  <a:pt x="60" y="404"/>
                </a:lnTo>
                <a:lnTo>
                  <a:pt x="60" y="403"/>
                </a:lnTo>
                <a:lnTo>
                  <a:pt x="61" y="403"/>
                </a:lnTo>
                <a:lnTo>
                  <a:pt x="61" y="402"/>
                </a:lnTo>
                <a:lnTo>
                  <a:pt x="60" y="402"/>
                </a:lnTo>
                <a:lnTo>
                  <a:pt x="59" y="402"/>
                </a:lnTo>
                <a:lnTo>
                  <a:pt x="59" y="400"/>
                </a:lnTo>
                <a:lnTo>
                  <a:pt x="60" y="400"/>
                </a:lnTo>
                <a:lnTo>
                  <a:pt x="59" y="400"/>
                </a:lnTo>
                <a:lnTo>
                  <a:pt x="59" y="399"/>
                </a:lnTo>
                <a:lnTo>
                  <a:pt x="58" y="399"/>
                </a:lnTo>
                <a:lnTo>
                  <a:pt x="58" y="398"/>
                </a:lnTo>
                <a:lnTo>
                  <a:pt x="59" y="397"/>
                </a:lnTo>
                <a:lnTo>
                  <a:pt x="59" y="396"/>
                </a:lnTo>
                <a:lnTo>
                  <a:pt x="60" y="396"/>
                </a:lnTo>
                <a:lnTo>
                  <a:pt x="60" y="395"/>
                </a:lnTo>
                <a:lnTo>
                  <a:pt x="60" y="394"/>
                </a:lnTo>
                <a:lnTo>
                  <a:pt x="61" y="393"/>
                </a:lnTo>
                <a:lnTo>
                  <a:pt x="61" y="392"/>
                </a:lnTo>
                <a:lnTo>
                  <a:pt x="61" y="391"/>
                </a:lnTo>
                <a:lnTo>
                  <a:pt x="60" y="391"/>
                </a:lnTo>
                <a:lnTo>
                  <a:pt x="59" y="392"/>
                </a:lnTo>
                <a:lnTo>
                  <a:pt x="59" y="393"/>
                </a:lnTo>
                <a:lnTo>
                  <a:pt x="58" y="394"/>
                </a:lnTo>
                <a:lnTo>
                  <a:pt x="57" y="394"/>
                </a:lnTo>
                <a:lnTo>
                  <a:pt x="56" y="394"/>
                </a:lnTo>
                <a:lnTo>
                  <a:pt x="53" y="394"/>
                </a:lnTo>
                <a:lnTo>
                  <a:pt x="52" y="395"/>
                </a:lnTo>
                <a:lnTo>
                  <a:pt x="51" y="396"/>
                </a:lnTo>
                <a:lnTo>
                  <a:pt x="50" y="396"/>
                </a:lnTo>
                <a:lnTo>
                  <a:pt x="49" y="396"/>
                </a:lnTo>
                <a:lnTo>
                  <a:pt x="49" y="395"/>
                </a:lnTo>
                <a:lnTo>
                  <a:pt x="48" y="394"/>
                </a:lnTo>
                <a:lnTo>
                  <a:pt x="48" y="393"/>
                </a:lnTo>
                <a:lnTo>
                  <a:pt x="46" y="393"/>
                </a:lnTo>
                <a:lnTo>
                  <a:pt x="45" y="393"/>
                </a:lnTo>
                <a:lnTo>
                  <a:pt x="44" y="393"/>
                </a:lnTo>
                <a:lnTo>
                  <a:pt x="44" y="392"/>
                </a:lnTo>
                <a:lnTo>
                  <a:pt x="44" y="391"/>
                </a:lnTo>
                <a:lnTo>
                  <a:pt x="44" y="390"/>
                </a:lnTo>
                <a:lnTo>
                  <a:pt x="43" y="390"/>
                </a:lnTo>
                <a:lnTo>
                  <a:pt x="43" y="389"/>
                </a:lnTo>
                <a:lnTo>
                  <a:pt x="44" y="388"/>
                </a:lnTo>
                <a:lnTo>
                  <a:pt x="45" y="388"/>
                </a:lnTo>
                <a:lnTo>
                  <a:pt x="46" y="387"/>
                </a:lnTo>
                <a:lnTo>
                  <a:pt x="46" y="386"/>
                </a:lnTo>
                <a:lnTo>
                  <a:pt x="45" y="385"/>
                </a:lnTo>
                <a:lnTo>
                  <a:pt x="46" y="384"/>
                </a:lnTo>
                <a:lnTo>
                  <a:pt x="47" y="384"/>
                </a:lnTo>
                <a:lnTo>
                  <a:pt x="47" y="383"/>
                </a:lnTo>
                <a:lnTo>
                  <a:pt x="47" y="382"/>
                </a:lnTo>
                <a:lnTo>
                  <a:pt x="47" y="381"/>
                </a:lnTo>
                <a:lnTo>
                  <a:pt x="48" y="381"/>
                </a:lnTo>
                <a:lnTo>
                  <a:pt x="48" y="380"/>
                </a:lnTo>
                <a:lnTo>
                  <a:pt x="48" y="379"/>
                </a:lnTo>
                <a:lnTo>
                  <a:pt x="49" y="379"/>
                </a:lnTo>
                <a:lnTo>
                  <a:pt x="50" y="379"/>
                </a:lnTo>
                <a:lnTo>
                  <a:pt x="50" y="378"/>
                </a:lnTo>
                <a:lnTo>
                  <a:pt x="51" y="377"/>
                </a:lnTo>
                <a:lnTo>
                  <a:pt x="53" y="376"/>
                </a:lnTo>
                <a:lnTo>
                  <a:pt x="53" y="375"/>
                </a:lnTo>
                <a:lnTo>
                  <a:pt x="52" y="375"/>
                </a:lnTo>
                <a:lnTo>
                  <a:pt x="52" y="376"/>
                </a:lnTo>
                <a:lnTo>
                  <a:pt x="52" y="375"/>
                </a:lnTo>
                <a:lnTo>
                  <a:pt x="51" y="375"/>
                </a:lnTo>
                <a:lnTo>
                  <a:pt x="51" y="374"/>
                </a:lnTo>
                <a:lnTo>
                  <a:pt x="52" y="373"/>
                </a:lnTo>
                <a:lnTo>
                  <a:pt x="53" y="373"/>
                </a:lnTo>
                <a:lnTo>
                  <a:pt x="54" y="372"/>
                </a:lnTo>
                <a:lnTo>
                  <a:pt x="53" y="371"/>
                </a:lnTo>
                <a:lnTo>
                  <a:pt x="53" y="370"/>
                </a:lnTo>
                <a:lnTo>
                  <a:pt x="54" y="369"/>
                </a:lnTo>
                <a:lnTo>
                  <a:pt x="55" y="369"/>
                </a:lnTo>
                <a:lnTo>
                  <a:pt x="56" y="369"/>
                </a:lnTo>
                <a:lnTo>
                  <a:pt x="56" y="368"/>
                </a:lnTo>
                <a:lnTo>
                  <a:pt x="55" y="367"/>
                </a:lnTo>
                <a:lnTo>
                  <a:pt x="55" y="366"/>
                </a:lnTo>
                <a:lnTo>
                  <a:pt x="54" y="366"/>
                </a:lnTo>
                <a:lnTo>
                  <a:pt x="55" y="366"/>
                </a:lnTo>
                <a:lnTo>
                  <a:pt x="55" y="365"/>
                </a:lnTo>
                <a:lnTo>
                  <a:pt x="54" y="365"/>
                </a:lnTo>
                <a:lnTo>
                  <a:pt x="53" y="365"/>
                </a:lnTo>
                <a:lnTo>
                  <a:pt x="53" y="363"/>
                </a:lnTo>
                <a:lnTo>
                  <a:pt x="54" y="363"/>
                </a:lnTo>
                <a:lnTo>
                  <a:pt x="54" y="362"/>
                </a:lnTo>
                <a:lnTo>
                  <a:pt x="53" y="361"/>
                </a:lnTo>
                <a:lnTo>
                  <a:pt x="53" y="360"/>
                </a:lnTo>
                <a:lnTo>
                  <a:pt x="53" y="359"/>
                </a:lnTo>
                <a:lnTo>
                  <a:pt x="52" y="358"/>
                </a:lnTo>
                <a:lnTo>
                  <a:pt x="51" y="358"/>
                </a:lnTo>
                <a:lnTo>
                  <a:pt x="51" y="357"/>
                </a:lnTo>
                <a:lnTo>
                  <a:pt x="50" y="356"/>
                </a:lnTo>
                <a:lnTo>
                  <a:pt x="49" y="357"/>
                </a:lnTo>
                <a:lnTo>
                  <a:pt x="48" y="356"/>
                </a:lnTo>
                <a:lnTo>
                  <a:pt x="46" y="356"/>
                </a:lnTo>
                <a:lnTo>
                  <a:pt x="46" y="354"/>
                </a:lnTo>
                <a:lnTo>
                  <a:pt x="45" y="353"/>
                </a:lnTo>
                <a:lnTo>
                  <a:pt x="45" y="352"/>
                </a:lnTo>
                <a:lnTo>
                  <a:pt x="45" y="351"/>
                </a:lnTo>
                <a:lnTo>
                  <a:pt x="46" y="351"/>
                </a:lnTo>
                <a:lnTo>
                  <a:pt x="46" y="350"/>
                </a:lnTo>
                <a:lnTo>
                  <a:pt x="47" y="350"/>
                </a:lnTo>
                <a:lnTo>
                  <a:pt x="47" y="351"/>
                </a:lnTo>
                <a:lnTo>
                  <a:pt x="48" y="351"/>
                </a:lnTo>
                <a:lnTo>
                  <a:pt x="49" y="352"/>
                </a:lnTo>
                <a:lnTo>
                  <a:pt x="50" y="352"/>
                </a:lnTo>
                <a:lnTo>
                  <a:pt x="51" y="351"/>
                </a:lnTo>
                <a:lnTo>
                  <a:pt x="52" y="351"/>
                </a:lnTo>
                <a:lnTo>
                  <a:pt x="54" y="350"/>
                </a:lnTo>
                <a:lnTo>
                  <a:pt x="53" y="349"/>
                </a:lnTo>
                <a:lnTo>
                  <a:pt x="55" y="349"/>
                </a:lnTo>
                <a:lnTo>
                  <a:pt x="55" y="350"/>
                </a:lnTo>
                <a:lnTo>
                  <a:pt x="56" y="350"/>
                </a:lnTo>
                <a:lnTo>
                  <a:pt x="56" y="349"/>
                </a:lnTo>
                <a:lnTo>
                  <a:pt x="57" y="349"/>
                </a:lnTo>
                <a:lnTo>
                  <a:pt x="56" y="348"/>
                </a:lnTo>
                <a:lnTo>
                  <a:pt x="56" y="347"/>
                </a:lnTo>
                <a:lnTo>
                  <a:pt x="57" y="347"/>
                </a:lnTo>
                <a:lnTo>
                  <a:pt x="58" y="347"/>
                </a:lnTo>
                <a:lnTo>
                  <a:pt x="58" y="345"/>
                </a:lnTo>
                <a:lnTo>
                  <a:pt x="60" y="345"/>
                </a:lnTo>
                <a:lnTo>
                  <a:pt x="61" y="345"/>
                </a:lnTo>
                <a:lnTo>
                  <a:pt x="62" y="345"/>
                </a:lnTo>
                <a:lnTo>
                  <a:pt x="63" y="345"/>
                </a:lnTo>
                <a:lnTo>
                  <a:pt x="65" y="345"/>
                </a:lnTo>
                <a:lnTo>
                  <a:pt x="64" y="345"/>
                </a:lnTo>
                <a:lnTo>
                  <a:pt x="64" y="346"/>
                </a:lnTo>
                <a:lnTo>
                  <a:pt x="64" y="347"/>
                </a:lnTo>
                <a:lnTo>
                  <a:pt x="65" y="347"/>
                </a:lnTo>
                <a:lnTo>
                  <a:pt x="66" y="347"/>
                </a:lnTo>
                <a:lnTo>
                  <a:pt x="66" y="346"/>
                </a:lnTo>
                <a:lnTo>
                  <a:pt x="65" y="345"/>
                </a:lnTo>
                <a:lnTo>
                  <a:pt x="65" y="344"/>
                </a:lnTo>
                <a:lnTo>
                  <a:pt x="66" y="344"/>
                </a:lnTo>
                <a:lnTo>
                  <a:pt x="66" y="343"/>
                </a:lnTo>
                <a:lnTo>
                  <a:pt x="65" y="342"/>
                </a:lnTo>
                <a:lnTo>
                  <a:pt x="64" y="341"/>
                </a:lnTo>
                <a:lnTo>
                  <a:pt x="64" y="340"/>
                </a:lnTo>
                <a:lnTo>
                  <a:pt x="64" y="339"/>
                </a:lnTo>
                <a:lnTo>
                  <a:pt x="64" y="338"/>
                </a:lnTo>
                <a:lnTo>
                  <a:pt x="65" y="337"/>
                </a:lnTo>
                <a:lnTo>
                  <a:pt x="65" y="336"/>
                </a:lnTo>
                <a:lnTo>
                  <a:pt x="65" y="335"/>
                </a:lnTo>
                <a:lnTo>
                  <a:pt x="65" y="334"/>
                </a:lnTo>
                <a:lnTo>
                  <a:pt x="65" y="333"/>
                </a:lnTo>
                <a:lnTo>
                  <a:pt x="64" y="333"/>
                </a:lnTo>
                <a:lnTo>
                  <a:pt x="63" y="333"/>
                </a:lnTo>
                <a:lnTo>
                  <a:pt x="63" y="332"/>
                </a:lnTo>
                <a:lnTo>
                  <a:pt x="62" y="331"/>
                </a:lnTo>
                <a:lnTo>
                  <a:pt x="61" y="332"/>
                </a:lnTo>
                <a:lnTo>
                  <a:pt x="61" y="333"/>
                </a:lnTo>
                <a:lnTo>
                  <a:pt x="60" y="333"/>
                </a:lnTo>
                <a:lnTo>
                  <a:pt x="60" y="334"/>
                </a:lnTo>
                <a:lnTo>
                  <a:pt x="60" y="335"/>
                </a:lnTo>
                <a:lnTo>
                  <a:pt x="59" y="335"/>
                </a:lnTo>
                <a:lnTo>
                  <a:pt x="58" y="335"/>
                </a:lnTo>
                <a:lnTo>
                  <a:pt x="58" y="333"/>
                </a:lnTo>
                <a:lnTo>
                  <a:pt x="58" y="332"/>
                </a:lnTo>
                <a:lnTo>
                  <a:pt x="59" y="332"/>
                </a:lnTo>
                <a:lnTo>
                  <a:pt x="60" y="331"/>
                </a:lnTo>
                <a:lnTo>
                  <a:pt x="61" y="330"/>
                </a:lnTo>
                <a:lnTo>
                  <a:pt x="63" y="330"/>
                </a:lnTo>
                <a:lnTo>
                  <a:pt x="63" y="329"/>
                </a:lnTo>
                <a:lnTo>
                  <a:pt x="64" y="328"/>
                </a:lnTo>
                <a:lnTo>
                  <a:pt x="65" y="328"/>
                </a:lnTo>
                <a:lnTo>
                  <a:pt x="65" y="329"/>
                </a:lnTo>
                <a:lnTo>
                  <a:pt x="66" y="329"/>
                </a:lnTo>
                <a:lnTo>
                  <a:pt x="67" y="329"/>
                </a:lnTo>
                <a:lnTo>
                  <a:pt x="67" y="328"/>
                </a:lnTo>
                <a:lnTo>
                  <a:pt x="67" y="327"/>
                </a:lnTo>
                <a:lnTo>
                  <a:pt x="69" y="327"/>
                </a:lnTo>
                <a:lnTo>
                  <a:pt x="69" y="326"/>
                </a:lnTo>
                <a:lnTo>
                  <a:pt x="69" y="325"/>
                </a:lnTo>
                <a:lnTo>
                  <a:pt x="68" y="325"/>
                </a:lnTo>
                <a:lnTo>
                  <a:pt x="68" y="324"/>
                </a:lnTo>
                <a:lnTo>
                  <a:pt x="68" y="323"/>
                </a:lnTo>
                <a:lnTo>
                  <a:pt x="67" y="323"/>
                </a:lnTo>
                <a:lnTo>
                  <a:pt x="66" y="323"/>
                </a:lnTo>
                <a:lnTo>
                  <a:pt x="66" y="322"/>
                </a:lnTo>
                <a:lnTo>
                  <a:pt x="67" y="322"/>
                </a:lnTo>
                <a:lnTo>
                  <a:pt x="67" y="321"/>
                </a:lnTo>
                <a:lnTo>
                  <a:pt x="68" y="321"/>
                </a:lnTo>
                <a:lnTo>
                  <a:pt x="67" y="320"/>
                </a:lnTo>
                <a:lnTo>
                  <a:pt x="67" y="319"/>
                </a:lnTo>
                <a:lnTo>
                  <a:pt x="66" y="319"/>
                </a:lnTo>
                <a:lnTo>
                  <a:pt x="66" y="318"/>
                </a:lnTo>
                <a:lnTo>
                  <a:pt x="65" y="316"/>
                </a:lnTo>
                <a:lnTo>
                  <a:pt x="65" y="315"/>
                </a:lnTo>
                <a:lnTo>
                  <a:pt x="66" y="314"/>
                </a:lnTo>
                <a:lnTo>
                  <a:pt x="64" y="313"/>
                </a:lnTo>
                <a:lnTo>
                  <a:pt x="63" y="313"/>
                </a:lnTo>
                <a:lnTo>
                  <a:pt x="63" y="314"/>
                </a:lnTo>
                <a:lnTo>
                  <a:pt x="62" y="314"/>
                </a:lnTo>
                <a:lnTo>
                  <a:pt x="63" y="314"/>
                </a:lnTo>
                <a:lnTo>
                  <a:pt x="63" y="315"/>
                </a:lnTo>
                <a:lnTo>
                  <a:pt x="62" y="315"/>
                </a:lnTo>
                <a:lnTo>
                  <a:pt x="61" y="315"/>
                </a:lnTo>
                <a:lnTo>
                  <a:pt x="61" y="314"/>
                </a:lnTo>
                <a:lnTo>
                  <a:pt x="60" y="314"/>
                </a:lnTo>
                <a:lnTo>
                  <a:pt x="61" y="314"/>
                </a:lnTo>
                <a:lnTo>
                  <a:pt x="62" y="314"/>
                </a:lnTo>
                <a:lnTo>
                  <a:pt x="62" y="313"/>
                </a:lnTo>
                <a:lnTo>
                  <a:pt x="61" y="313"/>
                </a:lnTo>
                <a:lnTo>
                  <a:pt x="60" y="313"/>
                </a:lnTo>
                <a:lnTo>
                  <a:pt x="60" y="312"/>
                </a:lnTo>
                <a:lnTo>
                  <a:pt x="60" y="311"/>
                </a:lnTo>
                <a:lnTo>
                  <a:pt x="60" y="310"/>
                </a:lnTo>
                <a:lnTo>
                  <a:pt x="61" y="310"/>
                </a:lnTo>
                <a:lnTo>
                  <a:pt x="61" y="309"/>
                </a:lnTo>
                <a:lnTo>
                  <a:pt x="61" y="308"/>
                </a:lnTo>
                <a:lnTo>
                  <a:pt x="61" y="307"/>
                </a:lnTo>
                <a:lnTo>
                  <a:pt x="60" y="307"/>
                </a:lnTo>
                <a:lnTo>
                  <a:pt x="60" y="308"/>
                </a:lnTo>
                <a:lnTo>
                  <a:pt x="59" y="308"/>
                </a:lnTo>
                <a:lnTo>
                  <a:pt x="58" y="308"/>
                </a:lnTo>
                <a:lnTo>
                  <a:pt x="57" y="308"/>
                </a:lnTo>
                <a:lnTo>
                  <a:pt x="56" y="306"/>
                </a:lnTo>
                <a:lnTo>
                  <a:pt x="56" y="305"/>
                </a:lnTo>
                <a:lnTo>
                  <a:pt x="55" y="305"/>
                </a:lnTo>
                <a:lnTo>
                  <a:pt x="54" y="305"/>
                </a:lnTo>
                <a:lnTo>
                  <a:pt x="54" y="306"/>
                </a:lnTo>
                <a:lnTo>
                  <a:pt x="53" y="306"/>
                </a:lnTo>
                <a:lnTo>
                  <a:pt x="53" y="305"/>
                </a:lnTo>
                <a:lnTo>
                  <a:pt x="53" y="306"/>
                </a:lnTo>
                <a:lnTo>
                  <a:pt x="52" y="306"/>
                </a:lnTo>
                <a:lnTo>
                  <a:pt x="51" y="305"/>
                </a:lnTo>
                <a:lnTo>
                  <a:pt x="49" y="306"/>
                </a:lnTo>
                <a:lnTo>
                  <a:pt x="49" y="307"/>
                </a:lnTo>
                <a:lnTo>
                  <a:pt x="48" y="307"/>
                </a:lnTo>
                <a:lnTo>
                  <a:pt x="47" y="307"/>
                </a:lnTo>
                <a:lnTo>
                  <a:pt x="46" y="307"/>
                </a:lnTo>
                <a:lnTo>
                  <a:pt x="45" y="307"/>
                </a:lnTo>
                <a:lnTo>
                  <a:pt x="44" y="307"/>
                </a:lnTo>
                <a:lnTo>
                  <a:pt x="44" y="308"/>
                </a:lnTo>
                <a:lnTo>
                  <a:pt x="43" y="308"/>
                </a:lnTo>
                <a:lnTo>
                  <a:pt x="42" y="308"/>
                </a:lnTo>
                <a:lnTo>
                  <a:pt x="42" y="307"/>
                </a:lnTo>
                <a:lnTo>
                  <a:pt x="41" y="307"/>
                </a:lnTo>
                <a:lnTo>
                  <a:pt x="42" y="306"/>
                </a:lnTo>
                <a:lnTo>
                  <a:pt x="41" y="305"/>
                </a:lnTo>
                <a:lnTo>
                  <a:pt x="40" y="306"/>
                </a:lnTo>
                <a:lnTo>
                  <a:pt x="40" y="307"/>
                </a:lnTo>
                <a:lnTo>
                  <a:pt x="39" y="307"/>
                </a:lnTo>
                <a:lnTo>
                  <a:pt x="39" y="308"/>
                </a:lnTo>
                <a:lnTo>
                  <a:pt x="39" y="309"/>
                </a:lnTo>
                <a:lnTo>
                  <a:pt x="38" y="309"/>
                </a:lnTo>
                <a:lnTo>
                  <a:pt x="38" y="310"/>
                </a:lnTo>
                <a:lnTo>
                  <a:pt x="37" y="311"/>
                </a:lnTo>
                <a:lnTo>
                  <a:pt x="36" y="312"/>
                </a:lnTo>
                <a:lnTo>
                  <a:pt x="36" y="313"/>
                </a:lnTo>
                <a:lnTo>
                  <a:pt x="35" y="313"/>
                </a:lnTo>
                <a:lnTo>
                  <a:pt x="35" y="312"/>
                </a:lnTo>
                <a:lnTo>
                  <a:pt x="34" y="313"/>
                </a:lnTo>
                <a:lnTo>
                  <a:pt x="34" y="314"/>
                </a:lnTo>
                <a:lnTo>
                  <a:pt x="33" y="314"/>
                </a:lnTo>
                <a:lnTo>
                  <a:pt x="30" y="314"/>
                </a:lnTo>
                <a:lnTo>
                  <a:pt x="31" y="314"/>
                </a:lnTo>
                <a:lnTo>
                  <a:pt x="30" y="314"/>
                </a:lnTo>
                <a:lnTo>
                  <a:pt x="28" y="314"/>
                </a:lnTo>
                <a:lnTo>
                  <a:pt x="28" y="313"/>
                </a:lnTo>
                <a:lnTo>
                  <a:pt x="28" y="312"/>
                </a:lnTo>
                <a:lnTo>
                  <a:pt x="28" y="311"/>
                </a:lnTo>
                <a:lnTo>
                  <a:pt x="29" y="311"/>
                </a:lnTo>
                <a:lnTo>
                  <a:pt x="29" y="310"/>
                </a:lnTo>
                <a:lnTo>
                  <a:pt x="30" y="310"/>
                </a:lnTo>
                <a:lnTo>
                  <a:pt x="30" y="309"/>
                </a:lnTo>
                <a:lnTo>
                  <a:pt x="31" y="309"/>
                </a:lnTo>
                <a:lnTo>
                  <a:pt x="30" y="308"/>
                </a:lnTo>
                <a:lnTo>
                  <a:pt x="29" y="308"/>
                </a:lnTo>
                <a:lnTo>
                  <a:pt x="27" y="309"/>
                </a:lnTo>
                <a:lnTo>
                  <a:pt x="26" y="309"/>
                </a:lnTo>
                <a:lnTo>
                  <a:pt x="24" y="310"/>
                </a:lnTo>
                <a:lnTo>
                  <a:pt x="23" y="311"/>
                </a:lnTo>
                <a:lnTo>
                  <a:pt x="22" y="311"/>
                </a:lnTo>
                <a:lnTo>
                  <a:pt x="22" y="310"/>
                </a:lnTo>
                <a:lnTo>
                  <a:pt x="21" y="310"/>
                </a:lnTo>
                <a:lnTo>
                  <a:pt x="20" y="312"/>
                </a:lnTo>
                <a:lnTo>
                  <a:pt x="20" y="313"/>
                </a:lnTo>
                <a:lnTo>
                  <a:pt x="19" y="313"/>
                </a:lnTo>
                <a:lnTo>
                  <a:pt x="18" y="313"/>
                </a:lnTo>
                <a:lnTo>
                  <a:pt x="17" y="314"/>
                </a:lnTo>
                <a:lnTo>
                  <a:pt x="16" y="315"/>
                </a:lnTo>
                <a:lnTo>
                  <a:pt x="16" y="316"/>
                </a:lnTo>
                <a:lnTo>
                  <a:pt x="15" y="316"/>
                </a:lnTo>
                <a:lnTo>
                  <a:pt x="14" y="316"/>
                </a:lnTo>
                <a:lnTo>
                  <a:pt x="13" y="316"/>
                </a:lnTo>
                <a:lnTo>
                  <a:pt x="13" y="317"/>
                </a:lnTo>
                <a:lnTo>
                  <a:pt x="14" y="317"/>
                </a:lnTo>
                <a:lnTo>
                  <a:pt x="15" y="319"/>
                </a:lnTo>
                <a:lnTo>
                  <a:pt x="14" y="319"/>
                </a:lnTo>
                <a:lnTo>
                  <a:pt x="12" y="320"/>
                </a:lnTo>
                <a:lnTo>
                  <a:pt x="11" y="320"/>
                </a:lnTo>
                <a:lnTo>
                  <a:pt x="12" y="319"/>
                </a:lnTo>
                <a:lnTo>
                  <a:pt x="12" y="318"/>
                </a:lnTo>
                <a:lnTo>
                  <a:pt x="11" y="318"/>
                </a:lnTo>
                <a:lnTo>
                  <a:pt x="11" y="319"/>
                </a:lnTo>
                <a:lnTo>
                  <a:pt x="10" y="319"/>
                </a:lnTo>
                <a:lnTo>
                  <a:pt x="9" y="320"/>
                </a:lnTo>
                <a:lnTo>
                  <a:pt x="8" y="321"/>
                </a:lnTo>
                <a:lnTo>
                  <a:pt x="7" y="321"/>
                </a:lnTo>
                <a:lnTo>
                  <a:pt x="7" y="320"/>
                </a:lnTo>
                <a:lnTo>
                  <a:pt x="8" y="320"/>
                </a:lnTo>
                <a:lnTo>
                  <a:pt x="8" y="319"/>
                </a:lnTo>
                <a:lnTo>
                  <a:pt x="7" y="319"/>
                </a:lnTo>
                <a:lnTo>
                  <a:pt x="7" y="318"/>
                </a:lnTo>
                <a:lnTo>
                  <a:pt x="6" y="318"/>
                </a:lnTo>
                <a:lnTo>
                  <a:pt x="5" y="317"/>
                </a:lnTo>
                <a:lnTo>
                  <a:pt x="5" y="316"/>
                </a:lnTo>
                <a:lnTo>
                  <a:pt x="5" y="315"/>
                </a:lnTo>
                <a:lnTo>
                  <a:pt x="4" y="315"/>
                </a:lnTo>
                <a:lnTo>
                  <a:pt x="3" y="315"/>
                </a:lnTo>
                <a:lnTo>
                  <a:pt x="2" y="314"/>
                </a:lnTo>
                <a:lnTo>
                  <a:pt x="1" y="313"/>
                </a:lnTo>
                <a:lnTo>
                  <a:pt x="0" y="312"/>
                </a:lnTo>
                <a:lnTo>
                  <a:pt x="2" y="311"/>
                </a:lnTo>
                <a:lnTo>
                  <a:pt x="2" y="312"/>
                </a:lnTo>
                <a:lnTo>
                  <a:pt x="3" y="312"/>
                </a:lnTo>
                <a:lnTo>
                  <a:pt x="4" y="311"/>
                </a:lnTo>
                <a:lnTo>
                  <a:pt x="5" y="311"/>
                </a:lnTo>
                <a:lnTo>
                  <a:pt x="6" y="310"/>
                </a:lnTo>
                <a:lnTo>
                  <a:pt x="6" y="309"/>
                </a:lnTo>
                <a:lnTo>
                  <a:pt x="7" y="309"/>
                </a:lnTo>
                <a:lnTo>
                  <a:pt x="8" y="310"/>
                </a:lnTo>
                <a:lnTo>
                  <a:pt x="9" y="309"/>
                </a:lnTo>
                <a:lnTo>
                  <a:pt x="9" y="308"/>
                </a:lnTo>
                <a:lnTo>
                  <a:pt x="10" y="307"/>
                </a:lnTo>
                <a:lnTo>
                  <a:pt x="11" y="305"/>
                </a:lnTo>
                <a:lnTo>
                  <a:pt x="12" y="305"/>
                </a:lnTo>
                <a:lnTo>
                  <a:pt x="12" y="304"/>
                </a:lnTo>
                <a:lnTo>
                  <a:pt x="12" y="302"/>
                </a:lnTo>
                <a:lnTo>
                  <a:pt x="12" y="300"/>
                </a:lnTo>
                <a:lnTo>
                  <a:pt x="11" y="300"/>
                </a:lnTo>
                <a:lnTo>
                  <a:pt x="10" y="300"/>
                </a:lnTo>
                <a:lnTo>
                  <a:pt x="10" y="299"/>
                </a:lnTo>
                <a:lnTo>
                  <a:pt x="12" y="298"/>
                </a:lnTo>
                <a:lnTo>
                  <a:pt x="13" y="298"/>
                </a:lnTo>
                <a:lnTo>
                  <a:pt x="14" y="298"/>
                </a:lnTo>
                <a:lnTo>
                  <a:pt x="14" y="297"/>
                </a:lnTo>
                <a:lnTo>
                  <a:pt x="16" y="297"/>
                </a:lnTo>
                <a:lnTo>
                  <a:pt x="16" y="296"/>
                </a:lnTo>
                <a:lnTo>
                  <a:pt x="16" y="295"/>
                </a:lnTo>
                <a:lnTo>
                  <a:pt x="17" y="295"/>
                </a:lnTo>
                <a:lnTo>
                  <a:pt x="17" y="294"/>
                </a:lnTo>
                <a:lnTo>
                  <a:pt x="17" y="293"/>
                </a:lnTo>
                <a:lnTo>
                  <a:pt x="18" y="293"/>
                </a:lnTo>
                <a:lnTo>
                  <a:pt x="18" y="294"/>
                </a:lnTo>
                <a:lnTo>
                  <a:pt x="19" y="293"/>
                </a:lnTo>
                <a:lnTo>
                  <a:pt x="21" y="292"/>
                </a:lnTo>
                <a:lnTo>
                  <a:pt x="22" y="292"/>
                </a:lnTo>
                <a:lnTo>
                  <a:pt x="22" y="293"/>
                </a:lnTo>
                <a:lnTo>
                  <a:pt x="23" y="293"/>
                </a:lnTo>
                <a:lnTo>
                  <a:pt x="23" y="291"/>
                </a:lnTo>
                <a:lnTo>
                  <a:pt x="24" y="290"/>
                </a:lnTo>
                <a:lnTo>
                  <a:pt x="23" y="289"/>
                </a:lnTo>
                <a:lnTo>
                  <a:pt x="23" y="288"/>
                </a:lnTo>
                <a:lnTo>
                  <a:pt x="23" y="287"/>
                </a:lnTo>
                <a:lnTo>
                  <a:pt x="23" y="286"/>
                </a:lnTo>
                <a:lnTo>
                  <a:pt x="24" y="287"/>
                </a:lnTo>
                <a:lnTo>
                  <a:pt x="25" y="288"/>
                </a:lnTo>
                <a:lnTo>
                  <a:pt x="25" y="287"/>
                </a:lnTo>
                <a:lnTo>
                  <a:pt x="26" y="287"/>
                </a:lnTo>
                <a:lnTo>
                  <a:pt x="27" y="287"/>
                </a:lnTo>
                <a:lnTo>
                  <a:pt x="28" y="286"/>
                </a:lnTo>
                <a:lnTo>
                  <a:pt x="28" y="285"/>
                </a:lnTo>
                <a:lnTo>
                  <a:pt x="29" y="285"/>
                </a:lnTo>
                <a:lnTo>
                  <a:pt x="29" y="284"/>
                </a:lnTo>
                <a:lnTo>
                  <a:pt x="29" y="283"/>
                </a:lnTo>
                <a:lnTo>
                  <a:pt x="29" y="282"/>
                </a:lnTo>
                <a:lnTo>
                  <a:pt x="30" y="281"/>
                </a:lnTo>
                <a:lnTo>
                  <a:pt x="29" y="281"/>
                </a:lnTo>
                <a:lnTo>
                  <a:pt x="29" y="280"/>
                </a:lnTo>
                <a:lnTo>
                  <a:pt x="30" y="280"/>
                </a:lnTo>
                <a:lnTo>
                  <a:pt x="31" y="279"/>
                </a:lnTo>
                <a:lnTo>
                  <a:pt x="32" y="278"/>
                </a:lnTo>
                <a:lnTo>
                  <a:pt x="31" y="278"/>
                </a:lnTo>
                <a:lnTo>
                  <a:pt x="31" y="277"/>
                </a:lnTo>
                <a:lnTo>
                  <a:pt x="30" y="278"/>
                </a:lnTo>
                <a:lnTo>
                  <a:pt x="30" y="279"/>
                </a:lnTo>
                <a:lnTo>
                  <a:pt x="29" y="279"/>
                </a:lnTo>
                <a:lnTo>
                  <a:pt x="28" y="279"/>
                </a:lnTo>
                <a:lnTo>
                  <a:pt x="28" y="278"/>
                </a:lnTo>
                <a:lnTo>
                  <a:pt x="29" y="278"/>
                </a:lnTo>
                <a:lnTo>
                  <a:pt x="29" y="277"/>
                </a:lnTo>
                <a:lnTo>
                  <a:pt x="29" y="278"/>
                </a:lnTo>
                <a:lnTo>
                  <a:pt x="30" y="277"/>
                </a:lnTo>
                <a:lnTo>
                  <a:pt x="31" y="276"/>
                </a:lnTo>
                <a:lnTo>
                  <a:pt x="31" y="275"/>
                </a:lnTo>
                <a:lnTo>
                  <a:pt x="32" y="275"/>
                </a:lnTo>
                <a:lnTo>
                  <a:pt x="33" y="276"/>
                </a:lnTo>
                <a:lnTo>
                  <a:pt x="33" y="277"/>
                </a:lnTo>
                <a:lnTo>
                  <a:pt x="33" y="278"/>
                </a:lnTo>
                <a:lnTo>
                  <a:pt x="32" y="278"/>
                </a:lnTo>
                <a:lnTo>
                  <a:pt x="32" y="279"/>
                </a:lnTo>
                <a:lnTo>
                  <a:pt x="33" y="279"/>
                </a:lnTo>
                <a:lnTo>
                  <a:pt x="34" y="278"/>
                </a:lnTo>
                <a:lnTo>
                  <a:pt x="35" y="277"/>
                </a:lnTo>
                <a:lnTo>
                  <a:pt x="36" y="277"/>
                </a:lnTo>
                <a:lnTo>
                  <a:pt x="37" y="276"/>
                </a:lnTo>
                <a:lnTo>
                  <a:pt x="37" y="275"/>
                </a:lnTo>
                <a:lnTo>
                  <a:pt x="37" y="274"/>
                </a:lnTo>
                <a:lnTo>
                  <a:pt x="38" y="274"/>
                </a:lnTo>
                <a:lnTo>
                  <a:pt x="38" y="275"/>
                </a:lnTo>
                <a:lnTo>
                  <a:pt x="39" y="276"/>
                </a:lnTo>
                <a:lnTo>
                  <a:pt x="41" y="277"/>
                </a:lnTo>
                <a:lnTo>
                  <a:pt x="41" y="278"/>
                </a:lnTo>
                <a:lnTo>
                  <a:pt x="42" y="278"/>
                </a:lnTo>
                <a:lnTo>
                  <a:pt x="42" y="277"/>
                </a:lnTo>
                <a:lnTo>
                  <a:pt x="43" y="277"/>
                </a:lnTo>
                <a:lnTo>
                  <a:pt x="44" y="278"/>
                </a:lnTo>
                <a:lnTo>
                  <a:pt x="45" y="278"/>
                </a:lnTo>
                <a:lnTo>
                  <a:pt x="45" y="277"/>
                </a:lnTo>
                <a:lnTo>
                  <a:pt x="46" y="276"/>
                </a:lnTo>
                <a:lnTo>
                  <a:pt x="46" y="275"/>
                </a:lnTo>
                <a:lnTo>
                  <a:pt x="46" y="274"/>
                </a:lnTo>
                <a:lnTo>
                  <a:pt x="46" y="273"/>
                </a:lnTo>
                <a:lnTo>
                  <a:pt x="45" y="272"/>
                </a:lnTo>
                <a:lnTo>
                  <a:pt x="46" y="272"/>
                </a:lnTo>
                <a:lnTo>
                  <a:pt x="47" y="272"/>
                </a:lnTo>
                <a:lnTo>
                  <a:pt x="47" y="271"/>
                </a:lnTo>
                <a:lnTo>
                  <a:pt x="48" y="271"/>
                </a:lnTo>
                <a:lnTo>
                  <a:pt x="49" y="270"/>
                </a:lnTo>
                <a:lnTo>
                  <a:pt x="50" y="269"/>
                </a:lnTo>
                <a:lnTo>
                  <a:pt x="51" y="268"/>
                </a:lnTo>
                <a:lnTo>
                  <a:pt x="52" y="267"/>
                </a:lnTo>
                <a:lnTo>
                  <a:pt x="52" y="266"/>
                </a:lnTo>
                <a:lnTo>
                  <a:pt x="53" y="266"/>
                </a:lnTo>
                <a:lnTo>
                  <a:pt x="54" y="266"/>
                </a:lnTo>
                <a:lnTo>
                  <a:pt x="55" y="265"/>
                </a:lnTo>
                <a:lnTo>
                  <a:pt x="56" y="264"/>
                </a:lnTo>
                <a:lnTo>
                  <a:pt x="57" y="264"/>
                </a:lnTo>
                <a:lnTo>
                  <a:pt x="57" y="265"/>
                </a:lnTo>
                <a:lnTo>
                  <a:pt x="58" y="265"/>
                </a:lnTo>
                <a:lnTo>
                  <a:pt x="58" y="264"/>
                </a:lnTo>
                <a:lnTo>
                  <a:pt x="58" y="263"/>
                </a:lnTo>
                <a:lnTo>
                  <a:pt x="59" y="263"/>
                </a:lnTo>
                <a:lnTo>
                  <a:pt x="59" y="264"/>
                </a:lnTo>
                <a:lnTo>
                  <a:pt x="60" y="264"/>
                </a:lnTo>
                <a:lnTo>
                  <a:pt x="60" y="263"/>
                </a:lnTo>
                <a:lnTo>
                  <a:pt x="60" y="262"/>
                </a:lnTo>
                <a:lnTo>
                  <a:pt x="59" y="261"/>
                </a:lnTo>
                <a:lnTo>
                  <a:pt x="60" y="260"/>
                </a:lnTo>
                <a:lnTo>
                  <a:pt x="60" y="259"/>
                </a:lnTo>
                <a:lnTo>
                  <a:pt x="61" y="259"/>
                </a:lnTo>
                <a:lnTo>
                  <a:pt x="61" y="258"/>
                </a:lnTo>
                <a:lnTo>
                  <a:pt x="61" y="256"/>
                </a:lnTo>
                <a:lnTo>
                  <a:pt x="61" y="255"/>
                </a:lnTo>
                <a:lnTo>
                  <a:pt x="60" y="254"/>
                </a:lnTo>
                <a:lnTo>
                  <a:pt x="60" y="253"/>
                </a:lnTo>
                <a:lnTo>
                  <a:pt x="60" y="252"/>
                </a:lnTo>
                <a:lnTo>
                  <a:pt x="61" y="252"/>
                </a:lnTo>
                <a:lnTo>
                  <a:pt x="61" y="251"/>
                </a:lnTo>
                <a:lnTo>
                  <a:pt x="60" y="250"/>
                </a:lnTo>
                <a:lnTo>
                  <a:pt x="59" y="250"/>
                </a:lnTo>
                <a:lnTo>
                  <a:pt x="58" y="250"/>
                </a:lnTo>
                <a:lnTo>
                  <a:pt x="58" y="249"/>
                </a:lnTo>
                <a:lnTo>
                  <a:pt x="57" y="249"/>
                </a:lnTo>
                <a:lnTo>
                  <a:pt x="56" y="248"/>
                </a:lnTo>
                <a:lnTo>
                  <a:pt x="56" y="247"/>
                </a:lnTo>
                <a:lnTo>
                  <a:pt x="55" y="247"/>
                </a:lnTo>
                <a:lnTo>
                  <a:pt x="54" y="247"/>
                </a:lnTo>
                <a:lnTo>
                  <a:pt x="53" y="247"/>
                </a:lnTo>
                <a:lnTo>
                  <a:pt x="52" y="247"/>
                </a:lnTo>
                <a:lnTo>
                  <a:pt x="51" y="246"/>
                </a:lnTo>
                <a:lnTo>
                  <a:pt x="52" y="246"/>
                </a:lnTo>
                <a:lnTo>
                  <a:pt x="53" y="246"/>
                </a:lnTo>
                <a:lnTo>
                  <a:pt x="52" y="245"/>
                </a:lnTo>
                <a:lnTo>
                  <a:pt x="51" y="244"/>
                </a:lnTo>
                <a:lnTo>
                  <a:pt x="50" y="242"/>
                </a:lnTo>
                <a:lnTo>
                  <a:pt x="49" y="242"/>
                </a:lnTo>
                <a:lnTo>
                  <a:pt x="48" y="241"/>
                </a:lnTo>
                <a:lnTo>
                  <a:pt x="49" y="240"/>
                </a:lnTo>
                <a:lnTo>
                  <a:pt x="49" y="239"/>
                </a:lnTo>
                <a:lnTo>
                  <a:pt x="50" y="238"/>
                </a:lnTo>
                <a:lnTo>
                  <a:pt x="49" y="237"/>
                </a:lnTo>
                <a:lnTo>
                  <a:pt x="49" y="236"/>
                </a:lnTo>
                <a:lnTo>
                  <a:pt x="50" y="235"/>
                </a:lnTo>
                <a:lnTo>
                  <a:pt x="50" y="234"/>
                </a:lnTo>
                <a:lnTo>
                  <a:pt x="49" y="234"/>
                </a:lnTo>
                <a:lnTo>
                  <a:pt x="48" y="233"/>
                </a:lnTo>
                <a:lnTo>
                  <a:pt x="49" y="233"/>
                </a:lnTo>
                <a:lnTo>
                  <a:pt x="49" y="232"/>
                </a:lnTo>
                <a:lnTo>
                  <a:pt x="48" y="232"/>
                </a:lnTo>
                <a:lnTo>
                  <a:pt x="47" y="231"/>
                </a:lnTo>
                <a:lnTo>
                  <a:pt x="47" y="230"/>
                </a:lnTo>
                <a:lnTo>
                  <a:pt x="47" y="229"/>
                </a:lnTo>
                <a:lnTo>
                  <a:pt x="47" y="228"/>
                </a:lnTo>
                <a:lnTo>
                  <a:pt x="47" y="227"/>
                </a:lnTo>
                <a:lnTo>
                  <a:pt x="47" y="225"/>
                </a:lnTo>
                <a:lnTo>
                  <a:pt x="46" y="223"/>
                </a:lnTo>
                <a:lnTo>
                  <a:pt x="46" y="222"/>
                </a:lnTo>
                <a:lnTo>
                  <a:pt x="47" y="222"/>
                </a:lnTo>
                <a:lnTo>
                  <a:pt x="48" y="222"/>
                </a:lnTo>
                <a:lnTo>
                  <a:pt x="48" y="220"/>
                </a:lnTo>
                <a:lnTo>
                  <a:pt x="47" y="220"/>
                </a:lnTo>
                <a:lnTo>
                  <a:pt x="47" y="219"/>
                </a:lnTo>
                <a:lnTo>
                  <a:pt x="48" y="219"/>
                </a:lnTo>
                <a:lnTo>
                  <a:pt x="49" y="219"/>
                </a:lnTo>
                <a:lnTo>
                  <a:pt x="49" y="218"/>
                </a:lnTo>
                <a:lnTo>
                  <a:pt x="50" y="218"/>
                </a:lnTo>
                <a:lnTo>
                  <a:pt x="51" y="218"/>
                </a:lnTo>
                <a:lnTo>
                  <a:pt x="51" y="217"/>
                </a:lnTo>
                <a:lnTo>
                  <a:pt x="52" y="217"/>
                </a:lnTo>
                <a:lnTo>
                  <a:pt x="53" y="216"/>
                </a:lnTo>
                <a:lnTo>
                  <a:pt x="53" y="215"/>
                </a:lnTo>
                <a:lnTo>
                  <a:pt x="52" y="215"/>
                </a:lnTo>
                <a:lnTo>
                  <a:pt x="52" y="214"/>
                </a:lnTo>
                <a:lnTo>
                  <a:pt x="51" y="214"/>
                </a:lnTo>
                <a:lnTo>
                  <a:pt x="51" y="213"/>
                </a:lnTo>
                <a:lnTo>
                  <a:pt x="50" y="213"/>
                </a:lnTo>
                <a:lnTo>
                  <a:pt x="50" y="212"/>
                </a:lnTo>
                <a:lnTo>
                  <a:pt x="49" y="212"/>
                </a:lnTo>
                <a:lnTo>
                  <a:pt x="49" y="213"/>
                </a:lnTo>
                <a:lnTo>
                  <a:pt x="48" y="213"/>
                </a:lnTo>
                <a:lnTo>
                  <a:pt x="48" y="214"/>
                </a:lnTo>
                <a:lnTo>
                  <a:pt x="48" y="215"/>
                </a:lnTo>
                <a:lnTo>
                  <a:pt x="47" y="215"/>
                </a:lnTo>
                <a:lnTo>
                  <a:pt x="46" y="215"/>
                </a:lnTo>
                <a:lnTo>
                  <a:pt x="46" y="216"/>
                </a:lnTo>
                <a:lnTo>
                  <a:pt x="45" y="216"/>
                </a:lnTo>
                <a:lnTo>
                  <a:pt x="45" y="215"/>
                </a:lnTo>
                <a:lnTo>
                  <a:pt x="46" y="214"/>
                </a:lnTo>
                <a:lnTo>
                  <a:pt x="46" y="213"/>
                </a:lnTo>
                <a:lnTo>
                  <a:pt x="46" y="212"/>
                </a:lnTo>
                <a:lnTo>
                  <a:pt x="46" y="211"/>
                </a:lnTo>
                <a:lnTo>
                  <a:pt x="46" y="210"/>
                </a:lnTo>
                <a:lnTo>
                  <a:pt x="47" y="210"/>
                </a:lnTo>
                <a:lnTo>
                  <a:pt x="47" y="209"/>
                </a:lnTo>
                <a:lnTo>
                  <a:pt x="47" y="208"/>
                </a:lnTo>
                <a:lnTo>
                  <a:pt x="48" y="207"/>
                </a:lnTo>
                <a:lnTo>
                  <a:pt x="48" y="206"/>
                </a:lnTo>
                <a:lnTo>
                  <a:pt x="48" y="205"/>
                </a:lnTo>
                <a:lnTo>
                  <a:pt x="49" y="205"/>
                </a:lnTo>
                <a:lnTo>
                  <a:pt x="49" y="204"/>
                </a:lnTo>
                <a:lnTo>
                  <a:pt x="49" y="203"/>
                </a:lnTo>
                <a:lnTo>
                  <a:pt x="49" y="202"/>
                </a:lnTo>
                <a:lnTo>
                  <a:pt x="50" y="202"/>
                </a:lnTo>
                <a:lnTo>
                  <a:pt x="50" y="201"/>
                </a:lnTo>
                <a:lnTo>
                  <a:pt x="49" y="200"/>
                </a:lnTo>
                <a:lnTo>
                  <a:pt x="49" y="199"/>
                </a:lnTo>
                <a:lnTo>
                  <a:pt x="50" y="197"/>
                </a:lnTo>
                <a:lnTo>
                  <a:pt x="51" y="196"/>
                </a:lnTo>
                <a:lnTo>
                  <a:pt x="51" y="195"/>
                </a:lnTo>
                <a:lnTo>
                  <a:pt x="52" y="194"/>
                </a:lnTo>
                <a:lnTo>
                  <a:pt x="52" y="193"/>
                </a:lnTo>
                <a:lnTo>
                  <a:pt x="53" y="192"/>
                </a:lnTo>
                <a:lnTo>
                  <a:pt x="54" y="191"/>
                </a:lnTo>
                <a:lnTo>
                  <a:pt x="55" y="191"/>
                </a:lnTo>
                <a:lnTo>
                  <a:pt x="54" y="191"/>
                </a:lnTo>
                <a:lnTo>
                  <a:pt x="53" y="191"/>
                </a:lnTo>
                <a:lnTo>
                  <a:pt x="53" y="190"/>
                </a:lnTo>
                <a:lnTo>
                  <a:pt x="52" y="190"/>
                </a:lnTo>
                <a:lnTo>
                  <a:pt x="52" y="191"/>
                </a:lnTo>
                <a:lnTo>
                  <a:pt x="51" y="191"/>
                </a:lnTo>
                <a:lnTo>
                  <a:pt x="51" y="192"/>
                </a:lnTo>
                <a:lnTo>
                  <a:pt x="50" y="192"/>
                </a:lnTo>
                <a:lnTo>
                  <a:pt x="50" y="191"/>
                </a:lnTo>
                <a:lnTo>
                  <a:pt x="51" y="191"/>
                </a:lnTo>
                <a:lnTo>
                  <a:pt x="51" y="190"/>
                </a:lnTo>
                <a:lnTo>
                  <a:pt x="51" y="189"/>
                </a:lnTo>
                <a:lnTo>
                  <a:pt x="50" y="189"/>
                </a:lnTo>
                <a:lnTo>
                  <a:pt x="49" y="189"/>
                </a:lnTo>
                <a:lnTo>
                  <a:pt x="48" y="189"/>
                </a:lnTo>
                <a:lnTo>
                  <a:pt x="48" y="190"/>
                </a:lnTo>
                <a:lnTo>
                  <a:pt x="47" y="190"/>
                </a:lnTo>
                <a:lnTo>
                  <a:pt x="46" y="191"/>
                </a:lnTo>
                <a:lnTo>
                  <a:pt x="45" y="190"/>
                </a:lnTo>
                <a:lnTo>
                  <a:pt x="46" y="190"/>
                </a:lnTo>
                <a:lnTo>
                  <a:pt x="46" y="189"/>
                </a:lnTo>
                <a:lnTo>
                  <a:pt x="45" y="188"/>
                </a:lnTo>
                <a:lnTo>
                  <a:pt x="44" y="188"/>
                </a:lnTo>
                <a:lnTo>
                  <a:pt x="45" y="188"/>
                </a:lnTo>
                <a:lnTo>
                  <a:pt x="44" y="187"/>
                </a:lnTo>
                <a:lnTo>
                  <a:pt x="43" y="187"/>
                </a:lnTo>
                <a:lnTo>
                  <a:pt x="43" y="186"/>
                </a:lnTo>
                <a:lnTo>
                  <a:pt x="43" y="185"/>
                </a:lnTo>
                <a:lnTo>
                  <a:pt x="43" y="184"/>
                </a:lnTo>
                <a:lnTo>
                  <a:pt x="43" y="183"/>
                </a:lnTo>
                <a:lnTo>
                  <a:pt x="44" y="183"/>
                </a:lnTo>
                <a:lnTo>
                  <a:pt x="44" y="182"/>
                </a:lnTo>
                <a:lnTo>
                  <a:pt x="45" y="181"/>
                </a:lnTo>
                <a:lnTo>
                  <a:pt x="45" y="180"/>
                </a:lnTo>
                <a:lnTo>
                  <a:pt x="44" y="180"/>
                </a:lnTo>
                <a:lnTo>
                  <a:pt x="43" y="180"/>
                </a:lnTo>
                <a:lnTo>
                  <a:pt x="44" y="180"/>
                </a:lnTo>
                <a:lnTo>
                  <a:pt x="43" y="179"/>
                </a:lnTo>
                <a:lnTo>
                  <a:pt x="42" y="178"/>
                </a:lnTo>
                <a:lnTo>
                  <a:pt x="42" y="177"/>
                </a:lnTo>
                <a:lnTo>
                  <a:pt x="42" y="175"/>
                </a:lnTo>
                <a:lnTo>
                  <a:pt x="42" y="173"/>
                </a:lnTo>
                <a:lnTo>
                  <a:pt x="42" y="172"/>
                </a:lnTo>
                <a:lnTo>
                  <a:pt x="42" y="171"/>
                </a:lnTo>
                <a:lnTo>
                  <a:pt x="43" y="169"/>
                </a:lnTo>
                <a:lnTo>
                  <a:pt x="43" y="168"/>
                </a:lnTo>
                <a:lnTo>
                  <a:pt x="43" y="167"/>
                </a:lnTo>
                <a:lnTo>
                  <a:pt x="43" y="166"/>
                </a:lnTo>
                <a:lnTo>
                  <a:pt x="44" y="166"/>
                </a:lnTo>
                <a:lnTo>
                  <a:pt x="44" y="165"/>
                </a:lnTo>
                <a:lnTo>
                  <a:pt x="43" y="165"/>
                </a:lnTo>
                <a:lnTo>
                  <a:pt x="43" y="164"/>
                </a:lnTo>
                <a:lnTo>
                  <a:pt x="43" y="163"/>
                </a:lnTo>
                <a:lnTo>
                  <a:pt x="44" y="163"/>
                </a:lnTo>
                <a:lnTo>
                  <a:pt x="45" y="163"/>
                </a:lnTo>
                <a:lnTo>
                  <a:pt x="45" y="162"/>
                </a:lnTo>
                <a:lnTo>
                  <a:pt x="45" y="161"/>
                </a:lnTo>
                <a:lnTo>
                  <a:pt x="45" y="160"/>
                </a:lnTo>
                <a:lnTo>
                  <a:pt x="46" y="160"/>
                </a:lnTo>
                <a:lnTo>
                  <a:pt x="46" y="159"/>
                </a:lnTo>
                <a:lnTo>
                  <a:pt x="47" y="159"/>
                </a:lnTo>
                <a:lnTo>
                  <a:pt x="48" y="159"/>
                </a:lnTo>
                <a:lnTo>
                  <a:pt x="47" y="158"/>
                </a:lnTo>
                <a:lnTo>
                  <a:pt x="46" y="157"/>
                </a:lnTo>
                <a:lnTo>
                  <a:pt x="46" y="156"/>
                </a:lnTo>
                <a:lnTo>
                  <a:pt x="46" y="155"/>
                </a:lnTo>
                <a:lnTo>
                  <a:pt x="45" y="154"/>
                </a:lnTo>
                <a:lnTo>
                  <a:pt x="44" y="154"/>
                </a:lnTo>
                <a:lnTo>
                  <a:pt x="44" y="155"/>
                </a:lnTo>
                <a:lnTo>
                  <a:pt x="44" y="156"/>
                </a:lnTo>
                <a:lnTo>
                  <a:pt x="43" y="156"/>
                </a:lnTo>
                <a:lnTo>
                  <a:pt x="42" y="157"/>
                </a:lnTo>
                <a:lnTo>
                  <a:pt x="41" y="157"/>
                </a:lnTo>
                <a:lnTo>
                  <a:pt x="40" y="156"/>
                </a:lnTo>
                <a:lnTo>
                  <a:pt x="40" y="155"/>
                </a:lnTo>
                <a:lnTo>
                  <a:pt x="39" y="155"/>
                </a:lnTo>
                <a:lnTo>
                  <a:pt x="39" y="156"/>
                </a:lnTo>
                <a:lnTo>
                  <a:pt x="38" y="156"/>
                </a:lnTo>
                <a:lnTo>
                  <a:pt x="37" y="157"/>
                </a:lnTo>
                <a:lnTo>
                  <a:pt x="36" y="157"/>
                </a:lnTo>
                <a:lnTo>
                  <a:pt x="36" y="156"/>
                </a:lnTo>
                <a:lnTo>
                  <a:pt x="35" y="156"/>
                </a:lnTo>
                <a:lnTo>
                  <a:pt x="35" y="155"/>
                </a:lnTo>
                <a:lnTo>
                  <a:pt x="36" y="154"/>
                </a:lnTo>
                <a:lnTo>
                  <a:pt x="36" y="153"/>
                </a:lnTo>
                <a:lnTo>
                  <a:pt x="37" y="153"/>
                </a:lnTo>
                <a:lnTo>
                  <a:pt x="38" y="153"/>
                </a:lnTo>
                <a:lnTo>
                  <a:pt x="38" y="152"/>
                </a:lnTo>
                <a:lnTo>
                  <a:pt x="39" y="152"/>
                </a:lnTo>
                <a:lnTo>
                  <a:pt x="40" y="152"/>
                </a:lnTo>
                <a:lnTo>
                  <a:pt x="41" y="151"/>
                </a:lnTo>
                <a:lnTo>
                  <a:pt x="42" y="151"/>
                </a:lnTo>
                <a:lnTo>
                  <a:pt x="43" y="150"/>
                </a:lnTo>
                <a:lnTo>
                  <a:pt x="43" y="149"/>
                </a:lnTo>
                <a:lnTo>
                  <a:pt x="42" y="149"/>
                </a:lnTo>
                <a:lnTo>
                  <a:pt x="41" y="149"/>
                </a:lnTo>
                <a:lnTo>
                  <a:pt x="41" y="148"/>
                </a:lnTo>
                <a:lnTo>
                  <a:pt x="42" y="147"/>
                </a:lnTo>
                <a:lnTo>
                  <a:pt x="43" y="147"/>
                </a:lnTo>
                <a:lnTo>
                  <a:pt x="44" y="147"/>
                </a:lnTo>
                <a:lnTo>
                  <a:pt x="44" y="146"/>
                </a:lnTo>
                <a:lnTo>
                  <a:pt x="45" y="145"/>
                </a:lnTo>
                <a:lnTo>
                  <a:pt x="45" y="144"/>
                </a:lnTo>
                <a:lnTo>
                  <a:pt x="46" y="143"/>
                </a:lnTo>
                <a:lnTo>
                  <a:pt x="46" y="142"/>
                </a:lnTo>
                <a:lnTo>
                  <a:pt x="45" y="142"/>
                </a:lnTo>
                <a:lnTo>
                  <a:pt x="44" y="142"/>
                </a:lnTo>
                <a:lnTo>
                  <a:pt x="43" y="141"/>
                </a:lnTo>
                <a:lnTo>
                  <a:pt x="42" y="141"/>
                </a:lnTo>
                <a:lnTo>
                  <a:pt x="42" y="140"/>
                </a:lnTo>
                <a:lnTo>
                  <a:pt x="42" y="139"/>
                </a:lnTo>
                <a:lnTo>
                  <a:pt x="41" y="139"/>
                </a:lnTo>
                <a:lnTo>
                  <a:pt x="40" y="139"/>
                </a:lnTo>
                <a:lnTo>
                  <a:pt x="40" y="138"/>
                </a:lnTo>
                <a:lnTo>
                  <a:pt x="40" y="137"/>
                </a:lnTo>
                <a:lnTo>
                  <a:pt x="41" y="137"/>
                </a:lnTo>
                <a:lnTo>
                  <a:pt x="41" y="136"/>
                </a:lnTo>
                <a:lnTo>
                  <a:pt x="41" y="135"/>
                </a:lnTo>
                <a:lnTo>
                  <a:pt x="40" y="135"/>
                </a:lnTo>
                <a:lnTo>
                  <a:pt x="40" y="134"/>
                </a:lnTo>
                <a:lnTo>
                  <a:pt x="40" y="133"/>
                </a:lnTo>
                <a:lnTo>
                  <a:pt x="40" y="131"/>
                </a:lnTo>
                <a:lnTo>
                  <a:pt x="41" y="131"/>
                </a:lnTo>
                <a:lnTo>
                  <a:pt x="40" y="131"/>
                </a:lnTo>
                <a:lnTo>
                  <a:pt x="40" y="130"/>
                </a:lnTo>
                <a:lnTo>
                  <a:pt x="40" y="129"/>
                </a:lnTo>
                <a:lnTo>
                  <a:pt x="40" y="128"/>
                </a:lnTo>
                <a:lnTo>
                  <a:pt x="41" y="127"/>
                </a:lnTo>
                <a:lnTo>
                  <a:pt x="41" y="126"/>
                </a:lnTo>
                <a:lnTo>
                  <a:pt x="42" y="126"/>
                </a:lnTo>
                <a:lnTo>
                  <a:pt x="42" y="124"/>
                </a:lnTo>
                <a:lnTo>
                  <a:pt x="42" y="123"/>
                </a:lnTo>
                <a:lnTo>
                  <a:pt x="42" y="121"/>
                </a:lnTo>
                <a:lnTo>
                  <a:pt x="42" y="120"/>
                </a:lnTo>
                <a:lnTo>
                  <a:pt x="43" y="120"/>
                </a:lnTo>
                <a:lnTo>
                  <a:pt x="43" y="119"/>
                </a:lnTo>
                <a:lnTo>
                  <a:pt x="44" y="119"/>
                </a:lnTo>
                <a:lnTo>
                  <a:pt x="45" y="119"/>
                </a:lnTo>
                <a:lnTo>
                  <a:pt x="45" y="118"/>
                </a:lnTo>
                <a:lnTo>
                  <a:pt x="45" y="117"/>
                </a:lnTo>
                <a:lnTo>
                  <a:pt x="45" y="115"/>
                </a:lnTo>
                <a:lnTo>
                  <a:pt x="45" y="114"/>
                </a:lnTo>
                <a:lnTo>
                  <a:pt x="46" y="114"/>
                </a:lnTo>
                <a:lnTo>
                  <a:pt x="46" y="113"/>
                </a:lnTo>
                <a:lnTo>
                  <a:pt x="47" y="113"/>
                </a:lnTo>
                <a:lnTo>
                  <a:pt x="47" y="112"/>
                </a:lnTo>
                <a:lnTo>
                  <a:pt x="48" y="112"/>
                </a:lnTo>
                <a:lnTo>
                  <a:pt x="47" y="112"/>
                </a:lnTo>
                <a:lnTo>
                  <a:pt x="47" y="111"/>
                </a:lnTo>
                <a:lnTo>
                  <a:pt x="47" y="110"/>
                </a:lnTo>
                <a:lnTo>
                  <a:pt x="46" y="110"/>
                </a:lnTo>
                <a:lnTo>
                  <a:pt x="46" y="109"/>
                </a:lnTo>
                <a:lnTo>
                  <a:pt x="45" y="109"/>
                </a:lnTo>
                <a:lnTo>
                  <a:pt x="44" y="109"/>
                </a:lnTo>
                <a:lnTo>
                  <a:pt x="43" y="108"/>
                </a:lnTo>
                <a:lnTo>
                  <a:pt x="42" y="108"/>
                </a:lnTo>
                <a:lnTo>
                  <a:pt x="42" y="107"/>
                </a:lnTo>
                <a:lnTo>
                  <a:pt x="41" y="107"/>
                </a:lnTo>
                <a:lnTo>
                  <a:pt x="41" y="108"/>
                </a:lnTo>
                <a:lnTo>
                  <a:pt x="40" y="108"/>
                </a:lnTo>
                <a:lnTo>
                  <a:pt x="40" y="107"/>
                </a:lnTo>
                <a:lnTo>
                  <a:pt x="39" y="106"/>
                </a:lnTo>
                <a:lnTo>
                  <a:pt x="39" y="105"/>
                </a:lnTo>
                <a:lnTo>
                  <a:pt x="40" y="105"/>
                </a:lnTo>
                <a:lnTo>
                  <a:pt x="41" y="105"/>
                </a:lnTo>
                <a:lnTo>
                  <a:pt x="41" y="104"/>
                </a:lnTo>
                <a:lnTo>
                  <a:pt x="42" y="104"/>
                </a:lnTo>
                <a:lnTo>
                  <a:pt x="44" y="104"/>
                </a:lnTo>
                <a:lnTo>
                  <a:pt x="43" y="104"/>
                </a:lnTo>
                <a:lnTo>
                  <a:pt x="43" y="103"/>
                </a:lnTo>
                <a:lnTo>
                  <a:pt x="44" y="103"/>
                </a:lnTo>
                <a:lnTo>
                  <a:pt x="43" y="102"/>
                </a:lnTo>
                <a:lnTo>
                  <a:pt x="42" y="102"/>
                </a:lnTo>
                <a:lnTo>
                  <a:pt x="42" y="101"/>
                </a:lnTo>
                <a:lnTo>
                  <a:pt x="42" y="99"/>
                </a:lnTo>
                <a:lnTo>
                  <a:pt x="42" y="98"/>
                </a:lnTo>
                <a:lnTo>
                  <a:pt x="43" y="98"/>
                </a:lnTo>
                <a:lnTo>
                  <a:pt x="43" y="97"/>
                </a:lnTo>
                <a:lnTo>
                  <a:pt x="44" y="97"/>
                </a:lnTo>
                <a:lnTo>
                  <a:pt x="44" y="96"/>
                </a:lnTo>
                <a:lnTo>
                  <a:pt x="43" y="96"/>
                </a:lnTo>
                <a:lnTo>
                  <a:pt x="44" y="95"/>
                </a:lnTo>
                <a:lnTo>
                  <a:pt x="43" y="95"/>
                </a:lnTo>
                <a:lnTo>
                  <a:pt x="43" y="94"/>
                </a:lnTo>
                <a:lnTo>
                  <a:pt x="43" y="93"/>
                </a:lnTo>
                <a:lnTo>
                  <a:pt x="42" y="93"/>
                </a:lnTo>
                <a:lnTo>
                  <a:pt x="43" y="92"/>
                </a:lnTo>
                <a:lnTo>
                  <a:pt x="44" y="92"/>
                </a:lnTo>
                <a:lnTo>
                  <a:pt x="44" y="91"/>
                </a:lnTo>
                <a:lnTo>
                  <a:pt x="45" y="91"/>
                </a:lnTo>
                <a:lnTo>
                  <a:pt x="45" y="90"/>
                </a:lnTo>
                <a:lnTo>
                  <a:pt x="46" y="90"/>
                </a:lnTo>
                <a:lnTo>
                  <a:pt x="47" y="90"/>
                </a:lnTo>
                <a:lnTo>
                  <a:pt x="47" y="89"/>
                </a:lnTo>
                <a:lnTo>
                  <a:pt x="48" y="89"/>
                </a:lnTo>
                <a:lnTo>
                  <a:pt x="48" y="88"/>
                </a:lnTo>
                <a:lnTo>
                  <a:pt x="49" y="88"/>
                </a:lnTo>
                <a:lnTo>
                  <a:pt x="49" y="87"/>
                </a:lnTo>
                <a:lnTo>
                  <a:pt x="50" y="87"/>
                </a:lnTo>
                <a:lnTo>
                  <a:pt x="50" y="86"/>
                </a:lnTo>
                <a:lnTo>
                  <a:pt x="51" y="86"/>
                </a:lnTo>
                <a:lnTo>
                  <a:pt x="51" y="85"/>
                </a:lnTo>
                <a:lnTo>
                  <a:pt x="50" y="85"/>
                </a:lnTo>
                <a:lnTo>
                  <a:pt x="50" y="84"/>
                </a:lnTo>
                <a:lnTo>
                  <a:pt x="49" y="84"/>
                </a:lnTo>
                <a:lnTo>
                  <a:pt x="49" y="83"/>
                </a:lnTo>
                <a:lnTo>
                  <a:pt x="50" y="83"/>
                </a:lnTo>
                <a:lnTo>
                  <a:pt x="50" y="82"/>
                </a:lnTo>
                <a:lnTo>
                  <a:pt x="49" y="82"/>
                </a:lnTo>
                <a:lnTo>
                  <a:pt x="48" y="81"/>
                </a:lnTo>
                <a:lnTo>
                  <a:pt x="49" y="81"/>
                </a:lnTo>
                <a:lnTo>
                  <a:pt x="49" y="80"/>
                </a:lnTo>
                <a:lnTo>
                  <a:pt x="50" y="80"/>
                </a:lnTo>
                <a:lnTo>
                  <a:pt x="50" y="79"/>
                </a:lnTo>
                <a:lnTo>
                  <a:pt x="49" y="79"/>
                </a:lnTo>
                <a:lnTo>
                  <a:pt x="49" y="78"/>
                </a:lnTo>
                <a:lnTo>
                  <a:pt x="50" y="77"/>
                </a:lnTo>
                <a:lnTo>
                  <a:pt x="51" y="77"/>
                </a:lnTo>
                <a:lnTo>
                  <a:pt x="52" y="76"/>
                </a:lnTo>
                <a:lnTo>
                  <a:pt x="52" y="77"/>
                </a:lnTo>
                <a:lnTo>
                  <a:pt x="53" y="77"/>
                </a:lnTo>
                <a:lnTo>
                  <a:pt x="54" y="77"/>
                </a:lnTo>
                <a:lnTo>
                  <a:pt x="53" y="77"/>
                </a:lnTo>
                <a:lnTo>
                  <a:pt x="53" y="76"/>
                </a:lnTo>
                <a:lnTo>
                  <a:pt x="53" y="75"/>
                </a:lnTo>
                <a:lnTo>
                  <a:pt x="53" y="74"/>
                </a:lnTo>
                <a:lnTo>
                  <a:pt x="52" y="74"/>
                </a:lnTo>
                <a:lnTo>
                  <a:pt x="52" y="73"/>
                </a:lnTo>
                <a:lnTo>
                  <a:pt x="52" y="72"/>
                </a:lnTo>
                <a:lnTo>
                  <a:pt x="53" y="71"/>
                </a:lnTo>
                <a:lnTo>
                  <a:pt x="54" y="71"/>
                </a:lnTo>
                <a:lnTo>
                  <a:pt x="55" y="71"/>
                </a:lnTo>
                <a:lnTo>
                  <a:pt x="55" y="70"/>
                </a:lnTo>
                <a:lnTo>
                  <a:pt x="56" y="69"/>
                </a:lnTo>
                <a:lnTo>
                  <a:pt x="56" y="70"/>
                </a:lnTo>
                <a:lnTo>
                  <a:pt x="56" y="69"/>
                </a:lnTo>
                <a:lnTo>
                  <a:pt x="56" y="68"/>
                </a:lnTo>
                <a:lnTo>
                  <a:pt x="55" y="68"/>
                </a:lnTo>
                <a:lnTo>
                  <a:pt x="55" y="67"/>
                </a:lnTo>
                <a:lnTo>
                  <a:pt x="56" y="67"/>
                </a:lnTo>
                <a:lnTo>
                  <a:pt x="56" y="66"/>
                </a:lnTo>
                <a:lnTo>
                  <a:pt x="56" y="65"/>
                </a:lnTo>
                <a:lnTo>
                  <a:pt x="57" y="65"/>
                </a:lnTo>
                <a:lnTo>
                  <a:pt x="58" y="65"/>
                </a:lnTo>
                <a:lnTo>
                  <a:pt x="58" y="64"/>
                </a:lnTo>
                <a:lnTo>
                  <a:pt x="57" y="64"/>
                </a:lnTo>
                <a:lnTo>
                  <a:pt x="57" y="62"/>
                </a:lnTo>
                <a:lnTo>
                  <a:pt x="57" y="61"/>
                </a:lnTo>
                <a:lnTo>
                  <a:pt x="58" y="61"/>
                </a:lnTo>
                <a:lnTo>
                  <a:pt x="59" y="61"/>
                </a:lnTo>
                <a:lnTo>
                  <a:pt x="59" y="62"/>
                </a:lnTo>
                <a:lnTo>
                  <a:pt x="60" y="63"/>
                </a:lnTo>
                <a:lnTo>
                  <a:pt x="61" y="63"/>
                </a:lnTo>
                <a:lnTo>
                  <a:pt x="60" y="62"/>
                </a:lnTo>
                <a:lnTo>
                  <a:pt x="60" y="61"/>
                </a:lnTo>
                <a:lnTo>
                  <a:pt x="60" y="60"/>
                </a:lnTo>
                <a:lnTo>
                  <a:pt x="60" y="59"/>
                </a:lnTo>
                <a:lnTo>
                  <a:pt x="60" y="58"/>
                </a:lnTo>
                <a:lnTo>
                  <a:pt x="61" y="58"/>
                </a:lnTo>
                <a:lnTo>
                  <a:pt x="61" y="59"/>
                </a:lnTo>
                <a:lnTo>
                  <a:pt x="62" y="59"/>
                </a:lnTo>
                <a:lnTo>
                  <a:pt x="63" y="59"/>
                </a:lnTo>
                <a:lnTo>
                  <a:pt x="63" y="58"/>
                </a:lnTo>
                <a:lnTo>
                  <a:pt x="63" y="57"/>
                </a:lnTo>
                <a:lnTo>
                  <a:pt x="64" y="57"/>
                </a:lnTo>
                <a:lnTo>
                  <a:pt x="64" y="56"/>
                </a:lnTo>
                <a:lnTo>
                  <a:pt x="64" y="55"/>
                </a:lnTo>
                <a:lnTo>
                  <a:pt x="64" y="54"/>
                </a:lnTo>
                <a:lnTo>
                  <a:pt x="63" y="54"/>
                </a:lnTo>
                <a:lnTo>
                  <a:pt x="64" y="54"/>
                </a:lnTo>
                <a:lnTo>
                  <a:pt x="65" y="54"/>
                </a:lnTo>
                <a:lnTo>
                  <a:pt x="66" y="53"/>
                </a:lnTo>
                <a:lnTo>
                  <a:pt x="65" y="53"/>
                </a:lnTo>
                <a:lnTo>
                  <a:pt x="65" y="52"/>
                </a:lnTo>
                <a:lnTo>
                  <a:pt x="65" y="51"/>
                </a:lnTo>
                <a:lnTo>
                  <a:pt x="65" y="52"/>
                </a:lnTo>
                <a:lnTo>
                  <a:pt x="66" y="52"/>
                </a:lnTo>
                <a:lnTo>
                  <a:pt x="66" y="51"/>
                </a:lnTo>
                <a:lnTo>
                  <a:pt x="66" y="52"/>
                </a:lnTo>
                <a:lnTo>
                  <a:pt x="67" y="52"/>
                </a:lnTo>
                <a:lnTo>
                  <a:pt x="66" y="52"/>
                </a:lnTo>
                <a:lnTo>
                  <a:pt x="67" y="53"/>
                </a:lnTo>
                <a:lnTo>
                  <a:pt x="68" y="53"/>
                </a:lnTo>
                <a:lnTo>
                  <a:pt x="68" y="52"/>
                </a:lnTo>
                <a:lnTo>
                  <a:pt x="69" y="52"/>
                </a:lnTo>
                <a:lnTo>
                  <a:pt x="69" y="53"/>
                </a:lnTo>
                <a:lnTo>
                  <a:pt x="70" y="53"/>
                </a:lnTo>
                <a:lnTo>
                  <a:pt x="70" y="52"/>
                </a:lnTo>
                <a:lnTo>
                  <a:pt x="71" y="52"/>
                </a:lnTo>
                <a:lnTo>
                  <a:pt x="70" y="52"/>
                </a:lnTo>
                <a:lnTo>
                  <a:pt x="70" y="51"/>
                </a:lnTo>
                <a:lnTo>
                  <a:pt x="71" y="51"/>
                </a:lnTo>
                <a:lnTo>
                  <a:pt x="72" y="51"/>
                </a:lnTo>
                <a:lnTo>
                  <a:pt x="73" y="51"/>
                </a:lnTo>
                <a:lnTo>
                  <a:pt x="74" y="51"/>
                </a:lnTo>
                <a:lnTo>
                  <a:pt x="75" y="51"/>
                </a:lnTo>
                <a:lnTo>
                  <a:pt x="76" y="52"/>
                </a:lnTo>
                <a:lnTo>
                  <a:pt x="77" y="52"/>
                </a:lnTo>
                <a:lnTo>
                  <a:pt x="77" y="53"/>
                </a:lnTo>
                <a:lnTo>
                  <a:pt x="78" y="53"/>
                </a:lnTo>
                <a:lnTo>
                  <a:pt x="78" y="54"/>
                </a:lnTo>
                <a:lnTo>
                  <a:pt x="79" y="54"/>
                </a:lnTo>
                <a:lnTo>
                  <a:pt x="79" y="53"/>
                </a:lnTo>
                <a:lnTo>
                  <a:pt x="79" y="54"/>
                </a:lnTo>
                <a:lnTo>
                  <a:pt x="80" y="54"/>
                </a:lnTo>
                <a:lnTo>
                  <a:pt x="81" y="54"/>
                </a:lnTo>
                <a:lnTo>
                  <a:pt x="81" y="53"/>
                </a:lnTo>
                <a:lnTo>
                  <a:pt x="82" y="53"/>
                </a:lnTo>
                <a:lnTo>
                  <a:pt x="83" y="53"/>
                </a:lnTo>
                <a:lnTo>
                  <a:pt x="83" y="52"/>
                </a:lnTo>
                <a:lnTo>
                  <a:pt x="83" y="51"/>
                </a:lnTo>
                <a:lnTo>
                  <a:pt x="82" y="51"/>
                </a:lnTo>
                <a:lnTo>
                  <a:pt x="81" y="50"/>
                </a:lnTo>
                <a:lnTo>
                  <a:pt x="82" y="50"/>
                </a:lnTo>
                <a:lnTo>
                  <a:pt x="83" y="50"/>
                </a:lnTo>
                <a:lnTo>
                  <a:pt x="83" y="49"/>
                </a:lnTo>
                <a:lnTo>
                  <a:pt x="84" y="49"/>
                </a:lnTo>
                <a:lnTo>
                  <a:pt x="83" y="48"/>
                </a:lnTo>
                <a:lnTo>
                  <a:pt x="83" y="47"/>
                </a:lnTo>
                <a:lnTo>
                  <a:pt x="84" y="47"/>
                </a:lnTo>
                <a:lnTo>
                  <a:pt x="84" y="46"/>
                </a:lnTo>
                <a:lnTo>
                  <a:pt x="85" y="46"/>
                </a:lnTo>
                <a:lnTo>
                  <a:pt x="86" y="46"/>
                </a:lnTo>
                <a:lnTo>
                  <a:pt x="86" y="45"/>
                </a:lnTo>
                <a:lnTo>
                  <a:pt x="87" y="45"/>
                </a:lnTo>
                <a:lnTo>
                  <a:pt x="88" y="45"/>
                </a:lnTo>
                <a:lnTo>
                  <a:pt x="88" y="44"/>
                </a:lnTo>
                <a:lnTo>
                  <a:pt x="87" y="44"/>
                </a:lnTo>
                <a:lnTo>
                  <a:pt x="87" y="43"/>
                </a:lnTo>
                <a:lnTo>
                  <a:pt x="87" y="42"/>
                </a:lnTo>
                <a:lnTo>
                  <a:pt x="88" y="42"/>
                </a:lnTo>
                <a:lnTo>
                  <a:pt x="88" y="41"/>
                </a:lnTo>
                <a:lnTo>
                  <a:pt x="87" y="41"/>
                </a:lnTo>
                <a:lnTo>
                  <a:pt x="87" y="40"/>
                </a:lnTo>
                <a:lnTo>
                  <a:pt x="86" y="40"/>
                </a:lnTo>
                <a:lnTo>
                  <a:pt x="87" y="40"/>
                </a:lnTo>
                <a:lnTo>
                  <a:pt x="87" y="39"/>
                </a:lnTo>
                <a:lnTo>
                  <a:pt x="88" y="39"/>
                </a:lnTo>
                <a:lnTo>
                  <a:pt x="88" y="38"/>
                </a:lnTo>
                <a:lnTo>
                  <a:pt x="89" y="38"/>
                </a:lnTo>
                <a:lnTo>
                  <a:pt x="90" y="38"/>
                </a:lnTo>
                <a:lnTo>
                  <a:pt x="90" y="37"/>
                </a:lnTo>
                <a:lnTo>
                  <a:pt x="91" y="37"/>
                </a:lnTo>
                <a:lnTo>
                  <a:pt x="92" y="37"/>
                </a:lnTo>
                <a:lnTo>
                  <a:pt x="92" y="36"/>
                </a:lnTo>
                <a:lnTo>
                  <a:pt x="93" y="36"/>
                </a:lnTo>
                <a:lnTo>
                  <a:pt x="93" y="37"/>
                </a:lnTo>
                <a:lnTo>
                  <a:pt x="94" y="37"/>
                </a:lnTo>
                <a:lnTo>
                  <a:pt x="94" y="36"/>
                </a:lnTo>
                <a:lnTo>
                  <a:pt x="95" y="37"/>
                </a:lnTo>
                <a:lnTo>
                  <a:pt x="96" y="37"/>
                </a:lnTo>
                <a:lnTo>
                  <a:pt x="96" y="36"/>
                </a:lnTo>
                <a:lnTo>
                  <a:pt x="97" y="36"/>
                </a:lnTo>
                <a:lnTo>
                  <a:pt x="98" y="36"/>
                </a:lnTo>
                <a:lnTo>
                  <a:pt x="98" y="37"/>
                </a:lnTo>
                <a:lnTo>
                  <a:pt x="99" y="37"/>
                </a:lnTo>
                <a:lnTo>
                  <a:pt x="100" y="37"/>
                </a:lnTo>
                <a:lnTo>
                  <a:pt x="101" y="37"/>
                </a:lnTo>
                <a:lnTo>
                  <a:pt x="102" y="37"/>
                </a:lnTo>
                <a:lnTo>
                  <a:pt x="102" y="36"/>
                </a:lnTo>
                <a:lnTo>
                  <a:pt x="103" y="36"/>
                </a:lnTo>
                <a:lnTo>
                  <a:pt x="104" y="36"/>
                </a:lnTo>
                <a:lnTo>
                  <a:pt x="105" y="36"/>
                </a:lnTo>
                <a:lnTo>
                  <a:pt x="106" y="36"/>
                </a:lnTo>
                <a:lnTo>
                  <a:pt x="107" y="36"/>
                </a:lnTo>
                <a:lnTo>
                  <a:pt x="107" y="37"/>
                </a:lnTo>
                <a:lnTo>
                  <a:pt x="108" y="37"/>
                </a:lnTo>
                <a:lnTo>
                  <a:pt x="108" y="36"/>
                </a:lnTo>
                <a:lnTo>
                  <a:pt x="109" y="36"/>
                </a:lnTo>
                <a:lnTo>
                  <a:pt x="110" y="36"/>
                </a:lnTo>
                <a:lnTo>
                  <a:pt x="111" y="36"/>
                </a:lnTo>
                <a:lnTo>
                  <a:pt x="112" y="36"/>
                </a:lnTo>
                <a:lnTo>
                  <a:pt x="113" y="36"/>
                </a:lnTo>
                <a:lnTo>
                  <a:pt x="113" y="35"/>
                </a:lnTo>
                <a:lnTo>
                  <a:pt x="114" y="35"/>
                </a:lnTo>
                <a:lnTo>
                  <a:pt x="115" y="35"/>
                </a:lnTo>
                <a:lnTo>
                  <a:pt x="115" y="34"/>
                </a:lnTo>
                <a:lnTo>
                  <a:pt x="116" y="34"/>
                </a:lnTo>
                <a:lnTo>
                  <a:pt x="116" y="35"/>
                </a:lnTo>
                <a:lnTo>
                  <a:pt x="117" y="35"/>
                </a:lnTo>
                <a:lnTo>
                  <a:pt x="117" y="34"/>
                </a:lnTo>
                <a:lnTo>
                  <a:pt x="118" y="35"/>
                </a:lnTo>
                <a:lnTo>
                  <a:pt x="119" y="35"/>
                </a:lnTo>
                <a:lnTo>
                  <a:pt x="120" y="35"/>
                </a:lnTo>
                <a:lnTo>
                  <a:pt x="121" y="35"/>
                </a:lnTo>
                <a:lnTo>
                  <a:pt x="121" y="36"/>
                </a:lnTo>
                <a:lnTo>
                  <a:pt x="122" y="36"/>
                </a:lnTo>
                <a:lnTo>
                  <a:pt x="122" y="37"/>
                </a:lnTo>
                <a:lnTo>
                  <a:pt x="123" y="37"/>
                </a:lnTo>
                <a:lnTo>
                  <a:pt x="123" y="38"/>
                </a:lnTo>
                <a:lnTo>
                  <a:pt x="124" y="38"/>
                </a:lnTo>
                <a:lnTo>
                  <a:pt x="124" y="39"/>
                </a:lnTo>
                <a:lnTo>
                  <a:pt x="124" y="38"/>
                </a:lnTo>
                <a:lnTo>
                  <a:pt x="125" y="38"/>
                </a:lnTo>
                <a:lnTo>
                  <a:pt x="125" y="37"/>
                </a:lnTo>
                <a:lnTo>
                  <a:pt x="126" y="38"/>
                </a:lnTo>
                <a:lnTo>
                  <a:pt x="127" y="38"/>
                </a:lnTo>
                <a:lnTo>
                  <a:pt x="128" y="38"/>
                </a:lnTo>
                <a:lnTo>
                  <a:pt x="128" y="39"/>
                </a:lnTo>
                <a:lnTo>
                  <a:pt x="129" y="39"/>
                </a:lnTo>
                <a:lnTo>
                  <a:pt x="129" y="40"/>
                </a:lnTo>
                <a:lnTo>
                  <a:pt x="130" y="40"/>
                </a:lnTo>
                <a:lnTo>
                  <a:pt x="131" y="41"/>
                </a:lnTo>
                <a:lnTo>
                  <a:pt x="132" y="41"/>
                </a:lnTo>
                <a:lnTo>
                  <a:pt x="131" y="41"/>
                </a:lnTo>
                <a:lnTo>
                  <a:pt x="132" y="42"/>
                </a:lnTo>
                <a:lnTo>
                  <a:pt x="133" y="42"/>
                </a:lnTo>
                <a:lnTo>
                  <a:pt x="134" y="43"/>
                </a:lnTo>
                <a:lnTo>
                  <a:pt x="134" y="44"/>
                </a:lnTo>
                <a:lnTo>
                  <a:pt x="135" y="44"/>
                </a:lnTo>
                <a:lnTo>
                  <a:pt x="135" y="45"/>
                </a:lnTo>
                <a:lnTo>
                  <a:pt x="135" y="46"/>
                </a:lnTo>
                <a:lnTo>
                  <a:pt x="135" y="47"/>
                </a:lnTo>
                <a:lnTo>
                  <a:pt x="136" y="47"/>
                </a:lnTo>
                <a:lnTo>
                  <a:pt x="136" y="48"/>
                </a:lnTo>
                <a:lnTo>
                  <a:pt x="137" y="48"/>
                </a:lnTo>
                <a:lnTo>
                  <a:pt x="137" y="47"/>
                </a:lnTo>
                <a:lnTo>
                  <a:pt x="138" y="47"/>
                </a:lnTo>
                <a:lnTo>
                  <a:pt x="139" y="47"/>
                </a:lnTo>
                <a:lnTo>
                  <a:pt x="140" y="47"/>
                </a:lnTo>
                <a:lnTo>
                  <a:pt x="140" y="48"/>
                </a:lnTo>
                <a:lnTo>
                  <a:pt x="140" y="49"/>
                </a:lnTo>
                <a:lnTo>
                  <a:pt x="141" y="49"/>
                </a:lnTo>
                <a:lnTo>
                  <a:pt x="140" y="49"/>
                </a:lnTo>
                <a:lnTo>
                  <a:pt x="140" y="50"/>
                </a:lnTo>
                <a:lnTo>
                  <a:pt x="141" y="50"/>
                </a:lnTo>
                <a:lnTo>
                  <a:pt x="141" y="51"/>
                </a:lnTo>
                <a:lnTo>
                  <a:pt x="142" y="51"/>
                </a:lnTo>
                <a:lnTo>
                  <a:pt x="142" y="50"/>
                </a:lnTo>
                <a:lnTo>
                  <a:pt x="143" y="50"/>
                </a:lnTo>
                <a:lnTo>
                  <a:pt x="144" y="49"/>
                </a:lnTo>
                <a:lnTo>
                  <a:pt x="145" y="49"/>
                </a:lnTo>
                <a:lnTo>
                  <a:pt x="146" y="48"/>
                </a:lnTo>
                <a:lnTo>
                  <a:pt x="148" y="48"/>
                </a:lnTo>
                <a:lnTo>
                  <a:pt x="149" y="48"/>
                </a:lnTo>
                <a:lnTo>
                  <a:pt x="149" y="47"/>
                </a:lnTo>
                <a:lnTo>
                  <a:pt x="149" y="46"/>
                </a:lnTo>
                <a:lnTo>
                  <a:pt x="149" y="45"/>
                </a:lnTo>
                <a:lnTo>
                  <a:pt x="149" y="44"/>
                </a:lnTo>
                <a:lnTo>
                  <a:pt x="150" y="44"/>
                </a:lnTo>
                <a:lnTo>
                  <a:pt x="150" y="43"/>
                </a:lnTo>
                <a:lnTo>
                  <a:pt x="151" y="42"/>
                </a:lnTo>
                <a:lnTo>
                  <a:pt x="151" y="43"/>
                </a:lnTo>
                <a:lnTo>
                  <a:pt x="152" y="43"/>
                </a:lnTo>
                <a:lnTo>
                  <a:pt x="153" y="43"/>
                </a:lnTo>
                <a:lnTo>
                  <a:pt x="153" y="44"/>
                </a:lnTo>
                <a:lnTo>
                  <a:pt x="154" y="44"/>
                </a:lnTo>
                <a:lnTo>
                  <a:pt x="154" y="45"/>
                </a:lnTo>
                <a:lnTo>
                  <a:pt x="155" y="45"/>
                </a:lnTo>
                <a:lnTo>
                  <a:pt x="155" y="44"/>
                </a:lnTo>
                <a:lnTo>
                  <a:pt x="154" y="44"/>
                </a:lnTo>
                <a:lnTo>
                  <a:pt x="155" y="44"/>
                </a:lnTo>
                <a:lnTo>
                  <a:pt x="156" y="45"/>
                </a:lnTo>
                <a:lnTo>
                  <a:pt x="156" y="44"/>
                </a:lnTo>
                <a:lnTo>
                  <a:pt x="157" y="44"/>
                </a:lnTo>
                <a:lnTo>
                  <a:pt x="158" y="43"/>
                </a:lnTo>
                <a:lnTo>
                  <a:pt x="159" y="43"/>
                </a:lnTo>
                <a:lnTo>
                  <a:pt x="160" y="42"/>
                </a:lnTo>
                <a:lnTo>
                  <a:pt x="160" y="41"/>
                </a:lnTo>
                <a:lnTo>
                  <a:pt x="161" y="41"/>
                </a:lnTo>
                <a:lnTo>
                  <a:pt x="162" y="41"/>
                </a:lnTo>
                <a:lnTo>
                  <a:pt x="162" y="40"/>
                </a:lnTo>
                <a:lnTo>
                  <a:pt x="163" y="40"/>
                </a:lnTo>
                <a:lnTo>
                  <a:pt x="163" y="39"/>
                </a:lnTo>
                <a:lnTo>
                  <a:pt x="164" y="39"/>
                </a:lnTo>
                <a:lnTo>
                  <a:pt x="165" y="38"/>
                </a:lnTo>
                <a:lnTo>
                  <a:pt x="166" y="38"/>
                </a:lnTo>
                <a:lnTo>
                  <a:pt x="166" y="37"/>
                </a:lnTo>
                <a:lnTo>
                  <a:pt x="167" y="37"/>
                </a:lnTo>
                <a:lnTo>
                  <a:pt x="167" y="36"/>
                </a:lnTo>
                <a:lnTo>
                  <a:pt x="166" y="36"/>
                </a:lnTo>
                <a:lnTo>
                  <a:pt x="166" y="35"/>
                </a:lnTo>
                <a:lnTo>
                  <a:pt x="166" y="34"/>
                </a:lnTo>
                <a:lnTo>
                  <a:pt x="165" y="33"/>
                </a:lnTo>
                <a:lnTo>
                  <a:pt x="165" y="32"/>
                </a:lnTo>
                <a:lnTo>
                  <a:pt x="165" y="31"/>
                </a:lnTo>
                <a:lnTo>
                  <a:pt x="164" y="31"/>
                </a:lnTo>
                <a:lnTo>
                  <a:pt x="164" y="30"/>
                </a:lnTo>
                <a:lnTo>
                  <a:pt x="163" y="30"/>
                </a:lnTo>
                <a:lnTo>
                  <a:pt x="162" y="30"/>
                </a:lnTo>
                <a:lnTo>
                  <a:pt x="161" y="30"/>
                </a:lnTo>
                <a:lnTo>
                  <a:pt x="161" y="29"/>
                </a:lnTo>
                <a:lnTo>
                  <a:pt x="160" y="29"/>
                </a:lnTo>
                <a:lnTo>
                  <a:pt x="159" y="29"/>
                </a:lnTo>
                <a:lnTo>
                  <a:pt x="158" y="29"/>
                </a:lnTo>
                <a:lnTo>
                  <a:pt x="158" y="28"/>
                </a:lnTo>
                <a:lnTo>
                  <a:pt x="158" y="27"/>
                </a:lnTo>
                <a:lnTo>
                  <a:pt x="158" y="26"/>
                </a:lnTo>
                <a:lnTo>
                  <a:pt x="157" y="26"/>
                </a:lnTo>
                <a:lnTo>
                  <a:pt x="157" y="25"/>
                </a:lnTo>
                <a:lnTo>
                  <a:pt x="157" y="24"/>
                </a:lnTo>
                <a:lnTo>
                  <a:pt x="157" y="23"/>
                </a:lnTo>
                <a:lnTo>
                  <a:pt x="156" y="23"/>
                </a:lnTo>
                <a:lnTo>
                  <a:pt x="155" y="23"/>
                </a:lnTo>
                <a:lnTo>
                  <a:pt x="155" y="22"/>
                </a:lnTo>
                <a:lnTo>
                  <a:pt x="154" y="22"/>
                </a:lnTo>
                <a:lnTo>
                  <a:pt x="154" y="21"/>
                </a:lnTo>
                <a:lnTo>
                  <a:pt x="155" y="21"/>
                </a:lnTo>
                <a:lnTo>
                  <a:pt x="155" y="20"/>
                </a:lnTo>
                <a:lnTo>
                  <a:pt x="154" y="20"/>
                </a:lnTo>
                <a:lnTo>
                  <a:pt x="154" y="19"/>
                </a:lnTo>
                <a:lnTo>
                  <a:pt x="155" y="18"/>
                </a:lnTo>
                <a:lnTo>
                  <a:pt x="155" y="17"/>
                </a:lnTo>
                <a:lnTo>
                  <a:pt x="156" y="17"/>
                </a:lnTo>
                <a:lnTo>
                  <a:pt x="156" y="16"/>
                </a:lnTo>
                <a:lnTo>
                  <a:pt x="157" y="16"/>
                </a:lnTo>
                <a:lnTo>
                  <a:pt x="157" y="15"/>
                </a:lnTo>
                <a:lnTo>
                  <a:pt x="158" y="15"/>
                </a:lnTo>
                <a:lnTo>
                  <a:pt x="159" y="15"/>
                </a:lnTo>
                <a:lnTo>
                  <a:pt x="159" y="14"/>
                </a:lnTo>
                <a:lnTo>
                  <a:pt x="158" y="14"/>
                </a:lnTo>
                <a:lnTo>
                  <a:pt x="158" y="13"/>
                </a:lnTo>
                <a:lnTo>
                  <a:pt x="157" y="13"/>
                </a:lnTo>
                <a:lnTo>
                  <a:pt x="156" y="13"/>
                </a:lnTo>
                <a:lnTo>
                  <a:pt x="155" y="13"/>
                </a:lnTo>
                <a:lnTo>
                  <a:pt x="154" y="12"/>
                </a:lnTo>
                <a:lnTo>
                  <a:pt x="153" y="12"/>
                </a:lnTo>
                <a:lnTo>
                  <a:pt x="153" y="11"/>
                </a:lnTo>
                <a:lnTo>
                  <a:pt x="154" y="11"/>
                </a:lnTo>
                <a:lnTo>
                  <a:pt x="154" y="10"/>
                </a:lnTo>
                <a:lnTo>
                  <a:pt x="153" y="10"/>
                </a:lnTo>
                <a:lnTo>
                  <a:pt x="153" y="9"/>
                </a:lnTo>
                <a:lnTo>
                  <a:pt x="154" y="9"/>
                </a:lnTo>
                <a:lnTo>
                  <a:pt x="154" y="8"/>
                </a:lnTo>
                <a:lnTo>
                  <a:pt x="153" y="8"/>
                </a:lnTo>
                <a:lnTo>
                  <a:pt x="154" y="8"/>
                </a:lnTo>
                <a:lnTo>
                  <a:pt x="154" y="7"/>
                </a:lnTo>
                <a:lnTo>
                  <a:pt x="154" y="8"/>
                </a:lnTo>
                <a:lnTo>
                  <a:pt x="155" y="8"/>
                </a:lnTo>
                <a:lnTo>
                  <a:pt x="156" y="8"/>
                </a:lnTo>
                <a:lnTo>
                  <a:pt x="156" y="7"/>
                </a:lnTo>
                <a:lnTo>
                  <a:pt x="157" y="7"/>
                </a:lnTo>
                <a:lnTo>
                  <a:pt x="158" y="7"/>
                </a:lnTo>
                <a:lnTo>
                  <a:pt x="158" y="8"/>
                </a:lnTo>
                <a:lnTo>
                  <a:pt x="159" y="8"/>
                </a:lnTo>
                <a:lnTo>
                  <a:pt x="159" y="7"/>
                </a:lnTo>
                <a:lnTo>
                  <a:pt x="160" y="7"/>
                </a:lnTo>
                <a:lnTo>
                  <a:pt x="160" y="8"/>
                </a:lnTo>
                <a:lnTo>
                  <a:pt x="160" y="7"/>
                </a:lnTo>
                <a:lnTo>
                  <a:pt x="161" y="7"/>
                </a:lnTo>
                <a:lnTo>
                  <a:pt x="162" y="7"/>
                </a:lnTo>
                <a:lnTo>
                  <a:pt x="162" y="8"/>
                </a:lnTo>
                <a:lnTo>
                  <a:pt x="163" y="8"/>
                </a:lnTo>
                <a:lnTo>
                  <a:pt x="163" y="7"/>
                </a:lnTo>
                <a:lnTo>
                  <a:pt x="164" y="7"/>
                </a:lnTo>
                <a:lnTo>
                  <a:pt x="165" y="7"/>
                </a:lnTo>
                <a:lnTo>
                  <a:pt x="165" y="6"/>
                </a:lnTo>
                <a:lnTo>
                  <a:pt x="166" y="6"/>
                </a:lnTo>
                <a:lnTo>
                  <a:pt x="167" y="5"/>
                </a:lnTo>
                <a:lnTo>
                  <a:pt x="168" y="5"/>
                </a:lnTo>
                <a:lnTo>
                  <a:pt x="168" y="6"/>
                </a:lnTo>
                <a:lnTo>
                  <a:pt x="169" y="6"/>
                </a:lnTo>
                <a:lnTo>
                  <a:pt x="169" y="7"/>
                </a:lnTo>
                <a:lnTo>
                  <a:pt x="170" y="7"/>
                </a:lnTo>
                <a:lnTo>
                  <a:pt x="171" y="7"/>
                </a:lnTo>
                <a:lnTo>
                  <a:pt x="171" y="8"/>
                </a:lnTo>
                <a:lnTo>
                  <a:pt x="171" y="9"/>
                </a:lnTo>
                <a:lnTo>
                  <a:pt x="172" y="9"/>
                </a:lnTo>
                <a:lnTo>
                  <a:pt x="172" y="10"/>
                </a:lnTo>
                <a:lnTo>
                  <a:pt x="173" y="10"/>
                </a:lnTo>
                <a:lnTo>
                  <a:pt x="174" y="9"/>
                </a:lnTo>
                <a:lnTo>
                  <a:pt x="175" y="9"/>
                </a:lnTo>
                <a:lnTo>
                  <a:pt x="176" y="9"/>
                </a:lnTo>
                <a:lnTo>
                  <a:pt x="176" y="8"/>
                </a:lnTo>
                <a:lnTo>
                  <a:pt x="177" y="8"/>
                </a:lnTo>
                <a:lnTo>
                  <a:pt x="177" y="7"/>
                </a:lnTo>
                <a:lnTo>
                  <a:pt x="177" y="6"/>
                </a:lnTo>
                <a:lnTo>
                  <a:pt x="177" y="5"/>
                </a:lnTo>
                <a:lnTo>
                  <a:pt x="176" y="5"/>
                </a:lnTo>
                <a:lnTo>
                  <a:pt x="176" y="4"/>
                </a:lnTo>
                <a:lnTo>
                  <a:pt x="176" y="3"/>
                </a:lnTo>
                <a:lnTo>
                  <a:pt x="177" y="3"/>
                </a:lnTo>
                <a:lnTo>
                  <a:pt x="176" y="2"/>
                </a:lnTo>
                <a:lnTo>
                  <a:pt x="177" y="1"/>
                </a:lnTo>
                <a:lnTo>
                  <a:pt x="178" y="1"/>
                </a:lnTo>
                <a:lnTo>
                  <a:pt x="179" y="1"/>
                </a:lnTo>
                <a:lnTo>
                  <a:pt x="180" y="1"/>
                </a:lnTo>
                <a:lnTo>
                  <a:pt x="181" y="1"/>
                </a:lnTo>
                <a:lnTo>
                  <a:pt x="181" y="2"/>
                </a:lnTo>
                <a:lnTo>
                  <a:pt x="181" y="1"/>
                </a:lnTo>
                <a:lnTo>
                  <a:pt x="182" y="1"/>
                </a:lnTo>
                <a:lnTo>
                  <a:pt x="182" y="0"/>
                </a:lnTo>
                <a:lnTo>
                  <a:pt x="183" y="0"/>
                </a:lnTo>
                <a:lnTo>
                  <a:pt x="183" y="1"/>
                </a:lnTo>
                <a:lnTo>
                  <a:pt x="184" y="1"/>
                </a:lnTo>
                <a:lnTo>
                  <a:pt x="185" y="1"/>
                </a:lnTo>
                <a:lnTo>
                  <a:pt x="185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1976040" y="224172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4" y="2"/>
                </a:moveTo>
                <a:lnTo>
                  <a:pt x="2" y="4"/>
                </a:lnTo>
                <a:lnTo>
                  <a:pt x="1" y="6"/>
                </a:lnTo>
                <a:lnTo>
                  <a:pt x="0" y="6"/>
                </a:lnTo>
                <a:lnTo>
                  <a:pt x="1" y="4"/>
                </a:lnTo>
                <a:lnTo>
                  <a:pt x="2" y="2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1975680" y="2235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1971360" y="223344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0"/>
                </a:moveTo>
                <a:lnTo>
                  <a:pt x="2" y="2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1969200" y="223056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3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1971000" y="22298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0"/>
                </a:moveTo>
                <a:lnTo>
                  <a:pt x="4" y="0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1949400" y="2226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1"/>
                </a:moveTo>
                <a:lnTo>
                  <a:pt x="2" y="2"/>
                </a:lnTo>
                <a:lnTo>
                  <a:pt x="2" y="4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1976040" y="2220840"/>
            <a:ext cx="2880" cy="3600"/>
          </a:xfrm>
          <a:custGeom>
            <a:avLst/>
            <a:gdLst/>
            <a:ahLst/>
            <a:rect l="0" t="0" r="r" b="b"/>
            <a:pathLst>
              <a:path w="8" h="10">
                <a:moveTo>
                  <a:pt x="5" y="0"/>
                </a:move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8" y="2"/>
                </a:lnTo>
                <a:lnTo>
                  <a:pt x="8" y="4"/>
                </a:lnTo>
                <a:lnTo>
                  <a:pt x="8" y="5"/>
                </a:lnTo>
                <a:lnTo>
                  <a:pt x="7" y="5"/>
                </a:lnTo>
                <a:lnTo>
                  <a:pt x="7" y="6"/>
                </a:lnTo>
                <a:lnTo>
                  <a:pt x="7" y="7"/>
                </a:lnTo>
                <a:lnTo>
                  <a:pt x="7" y="8"/>
                </a:lnTo>
                <a:lnTo>
                  <a:pt x="6" y="8"/>
                </a:lnTo>
                <a:lnTo>
                  <a:pt x="6" y="7"/>
                </a:lnTo>
                <a:lnTo>
                  <a:pt x="6" y="8"/>
                </a:lnTo>
                <a:lnTo>
                  <a:pt x="6" y="9"/>
                </a:lnTo>
                <a:lnTo>
                  <a:pt x="5" y="9"/>
                </a:lnTo>
                <a:lnTo>
                  <a:pt x="5" y="10"/>
                </a:lnTo>
                <a:lnTo>
                  <a:pt x="5" y="9"/>
                </a:lnTo>
                <a:lnTo>
                  <a:pt x="5" y="10"/>
                </a:lnTo>
                <a:lnTo>
                  <a:pt x="4" y="10"/>
                </a:lnTo>
                <a:lnTo>
                  <a:pt x="2" y="10"/>
                </a:lnTo>
                <a:lnTo>
                  <a:pt x="2" y="9"/>
                </a:lnTo>
                <a:lnTo>
                  <a:pt x="2" y="10"/>
                </a:lnTo>
                <a:lnTo>
                  <a:pt x="2" y="9"/>
                </a:lnTo>
                <a:lnTo>
                  <a:pt x="1" y="9"/>
                </a:lnTo>
                <a:lnTo>
                  <a:pt x="0" y="9"/>
                </a:lnTo>
                <a:lnTo>
                  <a:pt x="0" y="8"/>
                </a:lnTo>
                <a:lnTo>
                  <a:pt x="1" y="8"/>
                </a:lnTo>
                <a:lnTo>
                  <a:pt x="1" y="7"/>
                </a:lnTo>
                <a:lnTo>
                  <a:pt x="0" y="7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2" y="2"/>
                </a:lnTo>
                <a:lnTo>
                  <a:pt x="4" y="2"/>
                </a:lnTo>
                <a:lnTo>
                  <a:pt x="4" y="1"/>
                </a:lnTo>
                <a:lnTo>
                  <a:pt x="4" y="2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1973520" y="22219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1964520" y="221976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5" y="3"/>
                </a:move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6"/>
                </a:lnTo>
                <a:lnTo>
                  <a:pt x="0" y="6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1966320" y="2215440"/>
            <a:ext cx="10080" cy="6840"/>
          </a:xfrm>
          <a:custGeom>
            <a:avLst/>
            <a:gdLst/>
            <a:ahLst/>
            <a:rect l="0" t="0" r="r" b="b"/>
            <a:pathLst>
              <a:path w="28" h="19">
                <a:moveTo>
                  <a:pt x="16" y="4"/>
                </a:moveTo>
                <a:lnTo>
                  <a:pt x="17" y="5"/>
                </a:lnTo>
                <a:lnTo>
                  <a:pt x="18" y="5"/>
                </a:lnTo>
                <a:lnTo>
                  <a:pt x="18" y="4"/>
                </a:lnTo>
                <a:lnTo>
                  <a:pt x="20" y="4"/>
                </a:lnTo>
                <a:lnTo>
                  <a:pt x="20" y="5"/>
                </a:lnTo>
                <a:lnTo>
                  <a:pt x="21" y="4"/>
                </a:lnTo>
                <a:lnTo>
                  <a:pt x="21" y="3"/>
                </a:lnTo>
                <a:lnTo>
                  <a:pt x="23" y="3"/>
                </a:lnTo>
                <a:lnTo>
                  <a:pt x="24" y="2"/>
                </a:lnTo>
                <a:lnTo>
                  <a:pt x="25" y="2"/>
                </a:lnTo>
                <a:lnTo>
                  <a:pt x="26" y="2"/>
                </a:lnTo>
                <a:lnTo>
                  <a:pt x="26" y="3"/>
                </a:lnTo>
                <a:lnTo>
                  <a:pt x="27" y="3"/>
                </a:lnTo>
                <a:lnTo>
                  <a:pt x="28" y="3"/>
                </a:lnTo>
                <a:lnTo>
                  <a:pt x="28" y="4"/>
                </a:lnTo>
                <a:lnTo>
                  <a:pt x="28" y="5"/>
                </a:lnTo>
                <a:lnTo>
                  <a:pt x="27" y="6"/>
                </a:lnTo>
                <a:lnTo>
                  <a:pt x="27" y="7"/>
                </a:lnTo>
                <a:lnTo>
                  <a:pt x="27" y="8"/>
                </a:lnTo>
                <a:lnTo>
                  <a:pt x="27" y="10"/>
                </a:lnTo>
                <a:lnTo>
                  <a:pt x="26" y="11"/>
                </a:lnTo>
                <a:lnTo>
                  <a:pt x="26" y="12"/>
                </a:lnTo>
                <a:lnTo>
                  <a:pt x="26" y="13"/>
                </a:lnTo>
                <a:lnTo>
                  <a:pt x="26" y="16"/>
                </a:lnTo>
                <a:lnTo>
                  <a:pt x="26" y="18"/>
                </a:lnTo>
                <a:lnTo>
                  <a:pt x="25" y="18"/>
                </a:lnTo>
                <a:lnTo>
                  <a:pt x="25" y="19"/>
                </a:lnTo>
                <a:lnTo>
                  <a:pt x="24" y="19"/>
                </a:lnTo>
                <a:lnTo>
                  <a:pt x="23" y="18"/>
                </a:lnTo>
                <a:lnTo>
                  <a:pt x="23" y="17"/>
                </a:lnTo>
                <a:lnTo>
                  <a:pt x="23" y="16"/>
                </a:lnTo>
                <a:lnTo>
                  <a:pt x="23" y="15"/>
                </a:lnTo>
                <a:lnTo>
                  <a:pt x="22" y="15"/>
                </a:lnTo>
                <a:lnTo>
                  <a:pt x="22" y="14"/>
                </a:lnTo>
                <a:lnTo>
                  <a:pt x="22" y="13"/>
                </a:lnTo>
                <a:lnTo>
                  <a:pt x="21" y="12"/>
                </a:lnTo>
                <a:lnTo>
                  <a:pt x="20" y="12"/>
                </a:lnTo>
                <a:lnTo>
                  <a:pt x="20" y="11"/>
                </a:lnTo>
                <a:lnTo>
                  <a:pt x="19" y="11"/>
                </a:lnTo>
                <a:lnTo>
                  <a:pt x="18" y="11"/>
                </a:lnTo>
                <a:lnTo>
                  <a:pt x="17" y="11"/>
                </a:lnTo>
                <a:lnTo>
                  <a:pt x="17" y="12"/>
                </a:lnTo>
                <a:lnTo>
                  <a:pt x="17" y="11"/>
                </a:lnTo>
                <a:lnTo>
                  <a:pt x="16" y="11"/>
                </a:lnTo>
                <a:lnTo>
                  <a:pt x="15" y="11"/>
                </a:lnTo>
                <a:lnTo>
                  <a:pt x="14" y="11"/>
                </a:lnTo>
                <a:lnTo>
                  <a:pt x="13" y="11"/>
                </a:lnTo>
                <a:lnTo>
                  <a:pt x="13" y="12"/>
                </a:lnTo>
                <a:lnTo>
                  <a:pt x="12" y="12"/>
                </a:lnTo>
                <a:lnTo>
                  <a:pt x="12" y="11"/>
                </a:lnTo>
                <a:lnTo>
                  <a:pt x="11" y="11"/>
                </a:lnTo>
                <a:lnTo>
                  <a:pt x="10" y="11"/>
                </a:lnTo>
                <a:lnTo>
                  <a:pt x="9" y="11"/>
                </a:lnTo>
                <a:lnTo>
                  <a:pt x="9" y="12"/>
                </a:lnTo>
                <a:lnTo>
                  <a:pt x="8" y="12"/>
                </a:lnTo>
                <a:lnTo>
                  <a:pt x="7" y="13"/>
                </a:lnTo>
                <a:lnTo>
                  <a:pt x="5" y="13"/>
                </a:lnTo>
                <a:lnTo>
                  <a:pt x="5" y="14"/>
                </a:lnTo>
                <a:lnTo>
                  <a:pt x="4" y="14"/>
                </a:lnTo>
                <a:lnTo>
                  <a:pt x="3" y="14"/>
                </a:lnTo>
                <a:lnTo>
                  <a:pt x="2" y="15"/>
                </a:lnTo>
                <a:lnTo>
                  <a:pt x="1" y="15"/>
                </a:lnTo>
                <a:lnTo>
                  <a:pt x="0" y="15"/>
                </a:lnTo>
                <a:lnTo>
                  <a:pt x="0" y="14"/>
                </a:lnTo>
                <a:lnTo>
                  <a:pt x="0" y="15"/>
                </a:lnTo>
                <a:lnTo>
                  <a:pt x="0" y="14"/>
                </a:lnTo>
                <a:lnTo>
                  <a:pt x="1" y="13"/>
                </a:lnTo>
                <a:lnTo>
                  <a:pt x="1" y="12"/>
                </a:lnTo>
                <a:lnTo>
                  <a:pt x="2" y="12"/>
                </a:lnTo>
                <a:lnTo>
                  <a:pt x="2" y="11"/>
                </a:lnTo>
                <a:lnTo>
                  <a:pt x="2" y="10"/>
                </a:lnTo>
                <a:lnTo>
                  <a:pt x="3" y="8"/>
                </a:lnTo>
                <a:lnTo>
                  <a:pt x="4" y="7"/>
                </a:lnTo>
                <a:lnTo>
                  <a:pt x="5" y="7"/>
                </a:lnTo>
                <a:lnTo>
                  <a:pt x="7" y="7"/>
                </a:lnTo>
                <a:lnTo>
                  <a:pt x="8" y="7"/>
                </a:lnTo>
                <a:lnTo>
                  <a:pt x="7" y="7"/>
                </a:lnTo>
                <a:lnTo>
                  <a:pt x="5" y="6"/>
                </a:lnTo>
                <a:lnTo>
                  <a:pt x="7" y="5"/>
                </a:lnTo>
                <a:lnTo>
                  <a:pt x="5" y="5"/>
                </a:lnTo>
                <a:lnTo>
                  <a:pt x="7" y="5"/>
                </a:lnTo>
                <a:lnTo>
                  <a:pt x="7" y="4"/>
                </a:lnTo>
                <a:lnTo>
                  <a:pt x="7" y="3"/>
                </a:lnTo>
                <a:lnTo>
                  <a:pt x="5" y="3"/>
                </a:lnTo>
                <a:lnTo>
                  <a:pt x="7" y="2"/>
                </a:lnTo>
                <a:lnTo>
                  <a:pt x="8" y="3"/>
                </a:lnTo>
                <a:lnTo>
                  <a:pt x="8" y="2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1" y="3"/>
                </a:lnTo>
                <a:lnTo>
                  <a:pt x="11" y="2"/>
                </a:lnTo>
                <a:lnTo>
                  <a:pt x="12" y="2"/>
                </a:lnTo>
                <a:lnTo>
                  <a:pt x="12" y="1"/>
                </a:lnTo>
                <a:lnTo>
                  <a:pt x="13" y="1"/>
                </a:lnTo>
                <a:lnTo>
                  <a:pt x="14" y="1"/>
                </a:lnTo>
                <a:lnTo>
                  <a:pt x="14" y="0"/>
                </a:lnTo>
                <a:lnTo>
                  <a:pt x="15" y="1"/>
                </a:lnTo>
                <a:lnTo>
                  <a:pt x="15" y="2"/>
                </a:lnTo>
                <a:lnTo>
                  <a:pt x="1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1971720" y="221616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1" y="0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1970640" y="221472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4"/>
                </a:move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5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1972080" y="2211120"/>
            <a:ext cx="6480" cy="5040"/>
          </a:xfrm>
          <a:custGeom>
            <a:avLst/>
            <a:gdLst/>
            <a:ahLst/>
            <a:rect l="0" t="0" r="r" b="b"/>
            <a:pathLst>
              <a:path w="18" h="14">
                <a:moveTo>
                  <a:pt x="8" y="3"/>
                </a:move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8" y="3"/>
                </a:lnTo>
                <a:lnTo>
                  <a:pt x="9" y="3"/>
                </a:lnTo>
                <a:lnTo>
                  <a:pt x="10" y="2"/>
                </a:lnTo>
                <a:lnTo>
                  <a:pt x="11" y="2"/>
                </a:lnTo>
                <a:lnTo>
                  <a:pt x="12" y="2"/>
                </a:lnTo>
                <a:lnTo>
                  <a:pt x="12" y="1"/>
                </a:lnTo>
                <a:lnTo>
                  <a:pt x="14" y="1"/>
                </a:lnTo>
                <a:lnTo>
                  <a:pt x="14" y="2"/>
                </a:lnTo>
                <a:lnTo>
                  <a:pt x="15" y="2"/>
                </a:lnTo>
                <a:lnTo>
                  <a:pt x="16" y="2"/>
                </a:lnTo>
                <a:lnTo>
                  <a:pt x="17" y="2"/>
                </a:lnTo>
                <a:lnTo>
                  <a:pt x="17" y="1"/>
                </a:lnTo>
                <a:lnTo>
                  <a:pt x="18" y="1"/>
                </a:lnTo>
                <a:lnTo>
                  <a:pt x="18" y="2"/>
                </a:lnTo>
                <a:lnTo>
                  <a:pt x="18" y="3"/>
                </a:lnTo>
                <a:lnTo>
                  <a:pt x="17" y="3"/>
                </a:lnTo>
                <a:lnTo>
                  <a:pt x="16" y="5"/>
                </a:lnTo>
                <a:lnTo>
                  <a:pt x="16" y="6"/>
                </a:lnTo>
                <a:lnTo>
                  <a:pt x="15" y="7"/>
                </a:lnTo>
                <a:lnTo>
                  <a:pt x="15" y="8"/>
                </a:lnTo>
                <a:lnTo>
                  <a:pt x="15" y="10"/>
                </a:lnTo>
                <a:lnTo>
                  <a:pt x="15" y="11"/>
                </a:lnTo>
                <a:lnTo>
                  <a:pt x="14" y="12"/>
                </a:lnTo>
                <a:lnTo>
                  <a:pt x="14" y="13"/>
                </a:lnTo>
                <a:lnTo>
                  <a:pt x="13" y="13"/>
                </a:lnTo>
                <a:lnTo>
                  <a:pt x="13" y="14"/>
                </a:lnTo>
                <a:lnTo>
                  <a:pt x="13" y="13"/>
                </a:lnTo>
                <a:lnTo>
                  <a:pt x="12" y="13"/>
                </a:lnTo>
                <a:lnTo>
                  <a:pt x="11" y="14"/>
                </a:lnTo>
                <a:lnTo>
                  <a:pt x="10" y="14"/>
                </a:lnTo>
                <a:lnTo>
                  <a:pt x="10" y="13"/>
                </a:lnTo>
                <a:lnTo>
                  <a:pt x="10" y="12"/>
                </a:lnTo>
                <a:lnTo>
                  <a:pt x="10" y="11"/>
                </a:lnTo>
                <a:lnTo>
                  <a:pt x="9" y="11"/>
                </a:lnTo>
                <a:lnTo>
                  <a:pt x="9" y="10"/>
                </a:lnTo>
                <a:lnTo>
                  <a:pt x="9" y="8"/>
                </a:lnTo>
                <a:lnTo>
                  <a:pt x="8" y="8"/>
                </a:lnTo>
                <a:lnTo>
                  <a:pt x="8" y="7"/>
                </a:lnTo>
                <a:lnTo>
                  <a:pt x="9" y="7"/>
                </a:lnTo>
                <a:lnTo>
                  <a:pt x="8" y="7"/>
                </a:lnTo>
                <a:lnTo>
                  <a:pt x="8" y="6"/>
                </a:lnTo>
                <a:lnTo>
                  <a:pt x="9" y="6"/>
                </a:lnTo>
                <a:lnTo>
                  <a:pt x="8" y="6"/>
                </a:lnTo>
                <a:lnTo>
                  <a:pt x="8" y="7"/>
                </a:lnTo>
                <a:lnTo>
                  <a:pt x="7" y="7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8" y="1"/>
                </a:lnTo>
                <a:lnTo>
                  <a:pt x="8" y="2"/>
                </a:lnTo>
                <a:lnTo>
                  <a:pt x="8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1971720" y="22129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1974240" y="2211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1996200" y="22046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1991520" y="2200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2028600" y="219816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4"/>
                </a:move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2027520" y="21963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2016720" y="2194560"/>
            <a:ext cx="7200" cy="4320"/>
          </a:xfrm>
          <a:custGeom>
            <a:avLst/>
            <a:gdLst/>
            <a:ahLst/>
            <a:rect l="0" t="0" r="r" b="b"/>
            <a:pathLst>
              <a:path w="20" h="12">
                <a:moveTo>
                  <a:pt x="14" y="2"/>
                </a:moveTo>
                <a:lnTo>
                  <a:pt x="14" y="1"/>
                </a:lnTo>
                <a:lnTo>
                  <a:pt x="15" y="1"/>
                </a:lnTo>
                <a:lnTo>
                  <a:pt x="15" y="2"/>
                </a:lnTo>
                <a:lnTo>
                  <a:pt x="16" y="2"/>
                </a:lnTo>
                <a:lnTo>
                  <a:pt x="16" y="1"/>
                </a:lnTo>
                <a:lnTo>
                  <a:pt x="17" y="1"/>
                </a:lnTo>
                <a:lnTo>
                  <a:pt x="19" y="2"/>
                </a:lnTo>
                <a:lnTo>
                  <a:pt x="20" y="2"/>
                </a:lnTo>
                <a:lnTo>
                  <a:pt x="20" y="3"/>
                </a:lnTo>
                <a:lnTo>
                  <a:pt x="20" y="5"/>
                </a:lnTo>
                <a:lnTo>
                  <a:pt x="19" y="5"/>
                </a:lnTo>
                <a:lnTo>
                  <a:pt x="18" y="5"/>
                </a:lnTo>
                <a:lnTo>
                  <a:pt x="17" y="5"/>
                </a:lnTo>
                <a:lnTo>
                  <a:pt x="16" y="6"/>
                </a:lnTo>
                <a:lnTo>
                  <a:pt x="15" y="7"/>
                </a:lnTo>
                <a:lnTo>
                  <a:pt x="14" y="7"/>
                </a:lnTo>
                <a:lnTo>
                  <a:pt x="12" y="7"/>
                </a:lnTo>
                <a:lnTo>
                  <a:pt x="12" y="6"/>
                </a:lnTo>
                <a:lnTo>
                  <a:pt x="11" y="6"/>
                </a:lnTo>
                <a:lnTo>
                  <a:pt x="11" y="7"/>
                </a:lnTo>
                <a:lnTo>
                  <a:pt x="10" y="7"/>
                </a:lnTo>
                <a:lnTo>
                  <a:pt x="9" y="7"/>
                </a:lnTo>
                <a:lnTo>
                  <a:pt x="8" y="8"/>
                </a:lnTo>
                <a:lnTo>
                  <a:pt x="8" y="9"/>
                </a:lnTo>
                <a:lnTo>
                  <a:pt x="7" y="9"/>
                </a:lnTo>
                <a:lnTo>
                  <a:pt x="5" y="11"/>
                </a:lnTo>
                <a:lnTo>
                  <a:pt x="4" y="11"/>
                </a:lnTo>
                <a:lnTo>
                  <a:pt x="4" y="10"/>
                </a:lnTo>
                <a:lnTo>
                  <a:pt x="3" y="11"/>
                </a:lnTo>
                <a:lnTo>
                  <a:pt x="2" y="11"/>
                </a:lnTo>
                <a:lnTo>
                  <a:pt x="2" y="12"/>
                </a:lnTo>
                <a:lnTo>
                  <a:pt x="1" y="11"/>
                </a:lnTo>
                <a:lnTo>
                  <a:pt x="1" y="12"/>
                </a:lnTo>
                <a:lnTo>
                  <a:pt x="0" y="12"/>
                </a:lnTo>
                <a:lnTo>
                  <a:pt x="0" y="11"/>
                </a:lnTo>
                <a:lnTo>
                  <a:pt x="0" y="10"/>
                </a:lnTo>
                <a:lnTo>
                  <a:pt x="0" y="11"/>
                </a:lnTo>
                <a:lnTo>
                  <a:pt x="1" y="11"/>
                </a:lnTo>
                <a:lnTo>
                  <a:pt x="1" y="10"/>
                </a:lnTo>
                <a:lnTo>
                  <a:pt x="2" y="10"/>
                </a:lnTo>
                <a:lnTo>
                  <a:pt x="2" y="9"/>
                </a:lnTo>
                <a:lnTo>
                  <a:pt x="1" y="9"/>
                </a:lnTo>
                <a:lnTo>
                  <a:pt x="2" y="9"/>
                </a:lnTo>
                <a:lnTo>
                  <a:pt x="2" y="8"/>
                </a:lnTo>
                <a:lnTo>
                  <a:pt x="3" y="7"/>
                </a:lnTo>
                <a:lnTo>
                  <a:pt x="4" y="6"/>
                </a:lnTo>
                <a:lnTo>
                  <a:pt x="4" y="5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3" y="1"/>
                </a:lnTo>
                <a:lnTo>
                  <a:pt x="4" y="1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8" y="2"/>
                </a:lnTo>
                <a:lnTo>
                  <a:pt x="8" y="1"/>
                </a:lnTo>
                <a:lnTo>
                  <a:pt x="9" y="0"/>
                </a:lnTo>
                <a:lnTo>
                  <a:pt x="9" y="1"/>
                </a:lnTo>
                <a:lnTo>
                  <a:pt x="10" y="1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lnTo>
                  <a:pt x="12" y="2"/>
                </a:lnTo>
                <a:lnTo>
                  <a:pt x="1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2026440" y="21952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2017080" y="219312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0" y="2"/>
                </a:moveTo>
                <a:lnTo>
                  <a:pt x="0" y="0"/>
                </a:lnTo>
                <a:lnTo>
                  <a:pt x="2" y="3"/>
                </a:lnTo>
                <a:lnTo>
                  <a:pt x="2" y="5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2016000" y="219312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4" y="2"/>
                </a:moveTo>
                <a:lnTo>
                  <a:pt x="4" y="3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2016720" y="2192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2016720" y="2191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2048400" y="21974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4"/>
                </a:moveTo>
                <a:lnTo>
                  <a:pt x="2" y="2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2041560" y="21967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2044080" y="21967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2050560" y="21963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2"/>
                </a:moveTo>
                <a:lnTo>
                  <a:pt x="4" y="4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2044440" y="21963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2039760" y="2192760"/>
            <a:ext cx="5040" cy="5040"/>
          </a:xfrm>
          <a:custGeom>
            <a:avLst/>
            <a:gdLst/>
            <a:ahLst/>
            <a:rect l="0" t="0" r="r" b="b"/>
            <a:pathLst>
              <a:path w="14" h="14">
                <a:moveTo>
                  <a:pt x="14" y="0"/>
                </a:moveTo>
                <a:lnTo>
                  <a:pt x="14" y="1"/>
                </a:lnTo>
                <a:lnTo>
                  <a:pt x="14" y="2"/>
                </a:lnTo>
                <a:lnTo>
                  <a:pt x="14" y="3"/>
                </a:lnTo>
                <a:lnTo>
                  <a:pt x="13" y="3"/>
                </a:lnTo>
                <a:lnTo>
                  <a:pt x="12" y="4"/>
                </a:lnTo>
                <a:lnTo>
                  <a:pt x="11" y="4"/>
                </a:lnTo>
                <a:lnTo>
                  <a:pt x="11" y="5"/>
                </a:lnTo>
                <a:lnTo>
                  <a:pt x="11" y="6"/>
                </a:lnTo>
                <a:lnTo>
                  <a:pt x="12" y="6"/>
                </a:lnTo>
                <a:lnTo>
                  <a:pt x="12" y="7"/>
                </a:lnTo>
                <a:lnTo>
                  <a:pt x="13" y="7"/>
                </a:lnTo>
                <a:lnTo>
                  <a:pt x="14" y="7"/>
                </a:lnTo>
                <a:lnTo>
                  <a:pt x="14" y="8"/>
                </a:lnTo>
                <a:lnTo>
                  <a:pt x="13" y="8"/>
                </a:lnTo>
                <a:lnTo>
                  <a:pt x="12" y="8"/>
                </a:lnTo>
                <a:lnTo>
                  <a:pt x="11" y="8"/>
                </a:lnTo>
                <a:lnTo>
                  <a:pt x="11" y="9"/>
                </a:lnTo>
                <a:lnTo>
                  <a:pt x="10" y="9"/>
                </a:lnTo>
                <a:lnTo>
                  <a:pt x="10" y="10"/>
                </a:lnTo>
                <a:lnTo>
                  <a:pt x="10" y="11"/>
                </a:lnTo>
                <a:lnTo>
                  <a:pt x="10" y="10"/>
                </a:lnTo>
                <a:lnTo>
                  <a:pt x="8" y="10"/>
                </a:lnTo>
                <a:lnTo>
                  <a:pt x="7" y="10"/>
                </a:lnTo>
                <a:lnTo>
                  <a:pt x="7" y="11"/>
                </a:lnTo>
                <a:lnTo>
                  <a:pt x="7" y="10"/>
                </a:lnTo>
                <a:lnTo>
                  <a:pt x="6" y="10"/>
                </a:lnTo>
                <a:lnTo>
                  <a:pt x="5" y="10"/>
                </a:lnTo>
                <a:lnTo>
                  <a:pt x="5" y="9"/>
                </a:lnTo>
                <a:lnTo>
                  <a:pt x="4" y="9"/>
                </a:lnTo>
                <a:lnTo>
                  <a:pt x="4" y="10"/>
                </a:lnTo>
                <a:lnTo>
                  <a:pt x="3" y="10"/>
                </a:lnTo>
                <a:lnTo>
                  <a:pt x="2" y="10"/>
                </a:lnTo>
                <a:lnTo>
                  <a:pt x="2" y="11"/>
                </a:lnTo>
                <a:lnTo>
                  <a:pt x="2" y="12"/>
                </a:lnTo>
                <a:lnTo>
                  <a:pt x="3" y="12"/>
                </a:lnTo>
                <a:lnTo>
                  <a:pt x="3" y="14"/>
                </a:lnTo>
                <a:lnTo>
                  <a:pt x="3" y="12"/>
                </a:lnTo>
                <a:lnTo>
                  <a:pt x="3" y="14"/>
                </a:lnTo>
                <a:lnTo>
                  <a:pt x="2" y="14"/>
                </a:lnTo>
                <a:lnTo>
                  <a:pt x="2" y="12"/>
                </a:lnTo>
                <a:lnTo>
                  <a:pt x="1" y="12"/>
                </a:lnTo>
                <a:lnTo>
                  <a:pt x="1" y="14"/>
                </a:lnTo>
                <a:lnTo>
                  <a:pt x="0" y="14"/>
                </a:lnTo>
                <a:lnTo>
                  <a:pt x="0" y="12"/>
                </a:lnTo>
                <a:lnTo>
                  <a:pt x="1" y="12"/>
                </a:lnTo>
                <a:lnTo>
                  <a:pt x="1" y="11"/>
                </a:lnTo>
                <a:lnTo>
                  <a:pt x="1" y="10"/>
                </a:lnTo>
                <a:lnTo>
                  <a:pt x="1" y="9"/>
                </a:lnTo>
                <a:lnTo>
                  <a:pt x="1" y="8"/>
                </a:lnTo>
                <a:lnTo>
                  <a:pt x="2" y="8"/>
                </a:lnTo>
                <a:lnTo>
                  <a:pt x="3" y="8"/>
                </a:lnTo>
                <a:lnTo>
                  <a:pt x="2" y="8"/>
                </a:lnTo>
                <a:lnTo>
                  <a:pt x="3" y="8"/>
                </a:lnTo>
                <a:lnTo>
                  <a:pt x="4" y="7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6" y="3"/>
                </a:lnTo>
                <a:lnTo>
                  <a:pt x="6" y="2"/>
                </a:lnTo>
                <a:lnTo>
                  <a:pt x="8" y="1"/>
                </a:lnTo>
                <a:lnTo>
                  <a:pt x="10" y="1"/>
                </a:lnTo>
                <a:lnTo>
                  <a:pt x="11" y="1"/>
                </a:lnTo>
                <a:lnTo>
                  <a:pt x="11" y="0"/>
                </a:lnTo>
                <a:lnTo>
                  <a:pt x="12" y="0"/>
                </a:lnTo>
                <a:lnTo>
                  <a:pt x="13" y="0"/>
                </a:lnTo>
                <a:lnTo>
                  <a:pt x="13" y="1"/>
                </a:lnTo>
                <a:lnTo>
                  <a:pt x="13" y="0"/>
                </a:lnTo>
                <a:lnTo>
                  <a:pt x="1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2036880" y="21934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3" y="4"/>
                </a:move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2045880" y="2190240"/>
            <a:ext cx="5760" cy="8280"/>
          </a:xfrm>
          <a:custGeom>
            <a:avLst/>
            <a:gdLst/>
            <a:ahLst/>
            <a:rect l="0" t="0" r="r" b="b"/>
            <a:pathLst>
              <a:path w="16" h="23">
                <a:moveTo>
                  <a:pt x="16" y="1"/>
                </a:moveTo>
                <a:lnTo>
                  <a:pt x="16" y="2"/>
                </a:lnTo>
                <a:lnTo>
                  <a:pt x="16" y="3"/>
                </a:lnTo>
                <a:lnTo>
                  <a:pt x="15" y="3"/>
                </a:lnTo>
                <a:lnTo>
                  <a:pt x="15" y="4"/>
                </a:lnTo>
                <a:lnTo>
                  <a:pt x="14" y="4"/>
                </a:lnTo>
                <a:lnTo>
                  <a:pt x="12" y="4"/>
                </a:lnTo>
                <a:lnTo>
                  <a:pt x="12" y="5"/>
                </a:lnTo>
                <a:lnTo>
                  <a:pt x="11" y="5"/>
                </a:lnTo>
                <a:lnTo>
                  <a:pt x="9" y="6"/>
                </a:lnTo>
                <a:lnTo>
                  <a:pt x="9" y="7"/>
                </a:lnTo>
                <a:lnTo>
                  <a:pt x="11" y="7"/>
                </a:lnTo>
                <a:lnTo>
                  <a:pt x="9" y="7"/>
                </a:lnTo>
                <a:lnTo>
                  <a:pt x="9" y="8"/>
                </a:lnTo>
                <a:lnTo>
                  <a:pt x="8" y="9"/>
                </a:lnTo>
                <a:lnTo>
                  <a:pt x="8" y="10"/>
                </a:lnTo>
                <a:lnTo>
                  <a:pt x="8" y="11"/>
                </a:lnTo>
                <a:lnTo>
                  <a:pt x="9" y="11"/>
                </a:lnTo>
                <a:lnTo>
                  <a:pt x="9" y="12"/>
                </a:lnTo>
                <a:lnTo>
                  <a:pt x="11" y="12"/>
                </a:lnTo>
                <a:lnTo>
                  <a:pt x="11" y="13"/>
                </a:lnTo>
                <a:lnTo>
                  <a:pt x="9" y="13"/>
                </a:lnTo>
                <a:lnTo>
                  <a:pt x="9" y="14"/>
                </a:lnTo>
                <a:lnTo>
                  <a:pt x="8" y="14"/>
                </a:lnTo>
                <a:lnTo>
                  <a:pt x="8" y="15"/>
                </a:lnTo>
                <a:lnTo>
                  <a:pt x="8" y="16"/>
                </a:lnTo>
                <a:lnTo>
                  <a:pt x="7" y="16"/>
                </a:lnTo>
                <a:lnTo>
                  <a:pt x="8" y="18"/>
                </a:lnTo>
                <a:lnTo>
                  <a:pt x="8" y="19"/>
                </a:lnTo>
                <a:lnTo>
                  <a:pt x="8" y="20"/>
                </a:lnTo>
                <a:lnTo>
                  <a:pt x="9" y="20"/>
                </a:lnTo>
                <a:lnTo>
                  <a:pt x="9" y="21"/>
                </a:lnTo>
                <a:lnTo>
                  <a:pt x="8" y="22"/>
                </a:lnTo>
                <a:lnTo>
                  <a:pt x="7" y="22"/>
                </a:lnTo>
                <a:lnTo>
                  <a:pt x="6" y="23"/>
                </a:lnTo>
                <a:lnTo>
                  <a:pt x="5" y="23"/>
                </a:lnTo>
                <a:lnTo>
                  <a:pt x="6" y="23"/>
                </a:lnTo>
                <a:lnTo>
                  <a:pt x="6" y="22"/>
                </a:lnTo>
                <a:lnTo>
                  <a:pt x="5" y="22"/>
                </a:lnTo>
                <a:lnTo>
                  <a:pt x="5" y="21"/>
                </a:lnTo>
                <a:lnTo>
                  <a:pt x="6" y="21"/>
                </a:lnTo>
                <a:lnTo>
                  <a:pt x="5" y="20"/>
                </a:lnTo>
                <a:lnTo>
                  <a:pt x="4" y="21"/>
                </a:lnTo>
                <a:lnTo>
                  <a:pt x="4" y="20"/>
                </a:lnTo>
                <a:lnTo>
                  <a:pt x="4" y="19"/>
                </a:lnTo>
                <a:lnTo>
                  <a:pt x="5" y="19"/>
                </a:lnTo>
                <a:lnTo>
                  <a:pt x="5" y="18"/>
                </a:lnTo>
                <a:lnTo>
                  <a:pt x="4" y="18"/>
                </a:lnTo>
                <a:lnTo>
                  <a:pt x="4" y="16"/>
                </a:lnTo>
                <a:lnTo>
                  <a:pt x="4" y="18"/>
                </a:lnTo>
                <a:lnTo>
                  <a:pt x="4" y="19"/>
                </a:lnTo>
                <a:lnTo>
                  <a:pt x="3" y="19"/>
                </a:lnTo>
                <a:lnTo>
                  <a:pt x="2" y="19"/>
                </a:lnTo>
                <a:lnTo>
                  <a:pt x="2" y="18"/>
                </a:lnTo>
                <a:lnTo>
                  <a:pt x="2" y="16"/>
                </a:lnTo>
                <a:lnTo>
                  <a:pt x="3" y="16"/>
                </a:lnTo>
                <a:lnTo>
                  <a:pt x="3" y="15"/>
                </a:lnTo>
                <a:lnTo>
                  <a:pt x="4" y="14"/>
                </a:lnTo>
                <a:lnTo>
                  <a:pt x="4" y="13"/>
                </a:lnTo>
                <a:lnTo>
                  <a:pt x="5" y="13"/>
                </a:lnTo>
                <a:lnTo>
                  <a:pt x="5" y="14"/>
                </a:lnTo>
                <a:lnTo>
                  <a:pt x="6" y="14"/>
                </a:lnTo>
                <a:lnTo>
                  <a:pt x="6" y="13"/>
                </a:lnTo>
                <a:lnTo>
                  <a:pt x="7" y="13"/>
                </a:lnTo>
                <a:lnTo>
                  <a:pt x="7" y="12"/>
                </a:lnTo>
                <a:lnTo>
                  <a:pt x="6" y="12"/>
                </a:lnTo>
                <a:lnTo>
                  <a:pt x="7" y="12"/>
                </a:lnTo>
                <a:lnTo>
                  <a:pt x="7" y="11"/>
                </a:lnTo>
                <a:lnTo>
                  <a:pt x="7" y="10"/>
                </a:lnTo>
                <a:lnTo>
                  <a:pt x="6" y="10"/>
                </a:lnTo>
                <a:lnTo>
                  <a:pt x="6" y="11"/>
                </a:lnTo>
                <a:lnTo>
                  <a:pt x="6" y="10"/>
                </a:lnTo>
                <a:lnTo>
                  <a:pt x="5" y="10"/>
                </a:lnTo>
                <a:lnTo>
                  <a:pt x="4" y="10"/>
                </a:lnTo>
                <a:lnTo>
                  <a:pt x="3" y="11"/>
                </a:lnTo>
                <a:lnTo>
                  <a:pt x="2" y="12"/>
                </a:lnTo>
                <a:lnTo>
                  <a:pt x="2" y="11"/>
                </a:lnTo>
                <a:lnTo>
                  <a:pt x="1" y="10"/>
                </a:lnTo>
                <a:lnTo>
                  <a:pt x="1" y="11"/>
                </a:ln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1" y="9"/>
                </a:lnTo>
                <a:lnTo>
                  <a:pt x="0" y="9"/>
                </a:lnTo>
                <a:lnTo>
                  <a:pt x="0" y="8"/>
                </a:lnTo>
                <a:lnTo>
                  <a:pt x="0" y="9"/>
                </a:lnTo>
                <a:lnTo>
                  <a:pt x="0" y="8"/>
                </a:lnTo>
                <a:lnTo>
                  <a:pt x="1" y="7"/>
                </a:lnTo>
                <a:lnTo>
                  <a:pt x="1" y="6"/>
                </a:lnTo>
                <a:lnTo>
                  <a:pt x="2" y="6"/>
                </a:lnTo>
                <a:lnTo>
                  <a:pt x="3" y="5"/>
                </a:lnTo>
                <a:lnTo>
                  <a:pt x="4" y="6"/>
                </a:lnTo>
                <a:lnTo>
                  <a:pt x="4" y="5"/>
                </a:lnTo>
                <a:lnTo>
                  <a:pt x="5" y="6"/>
                </a:lnTo>
                <a:lnTo>
                  <a:pt x="4" y="6"/>
                </a:lnTo>
                <a:lnTo>
                  <a:pt x="4" y="7"/>
                </a:lnTo>
                <a:lnTo>
                  <a:pt x="5" y="7"/>
                </a:lnTo>
                <a:lnTo>
                  <a:pt x="5" y="6"/>
                </a:lnTo>
                <a:lnTo>
                  <a:pt x="6" y="6"/>
                </a:lnTo>
                <a:lnTo>
                  <a:pt x="6" y="5"/>
                </a:lnTo>
                <a:lnTo>
                  <a:pt x="7" y="5"/>
                </a:lnTo>
                <a:lnTo>
                  <a:pt x="7" y="4"/>
                </a:lnTo>
                <a:lnTo>
                  <a:pt x="6" y="4"/>
                </a:lnTo>
                <a:lnTo>
                  <a:pt x="6" y="3"/>
                </a:lnTo>
                <a:lnTo>
                  <a:pt x="6" y="2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7" y="2"/>
                </a:lnTo>
                <a:lnTo>
                  <a:pt x="8" y="3"/>
                </a:lnTo>
                <a:lnTo>
                  <a:pt x="8" y="2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11" y="1"/>
                </a:lnTo>
                <a:lnTo>
                  <a:pt x="12" y="1"/>
                </a:lnTo>
                <a:lnTo>
                  <a:pt x="12" y="0"/>
                </a:lnTo>
                <a:lnTo>
                  <a:pt x="13" y="0"/>
                </a:lnTo>
                <a:lnTo>
                  <a:pt x="13" y="1"/>
                </a:lnTo>
                <a:lnTo>
                  <a:pt x="14" y="1"/>
                </a:lnTo>
                <a:lnTo>
                  <a:pt x="15" y="1"/>
                </a:lnTo>
                <a:lnTo>
                  <a:pt x="1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2044800" y="21927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2059560" y="218664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4" y="2"/>
                </a:moveTo>
                <a:lnTo>
                  <a:pt x="5" y="1"/>
                </a:lnTo>
                <a:lnTo>
                  <a:pt x="7" y="1"/>
                </a:lnTo>
                <a:lnTo>
                  <a:pt x="7" y="2"/>
                </a:ln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4" y="2"/>
                </a:lnTo>
                <a:lnTo>
                  <a:pt x="3" y="2"/>
                </a:lnTo>
                <a:lnTo>
                  <a:pt x="2" y="3"/>
                </a:lnTo>
                <a:lnTo>
                  <a:pt x="1" y="5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2055600" y="218628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3" y="4"/>
                </a:moveTo>
                <a:lnTo>
                  <a:pt x="2" y="6"/>
                </a:lnTo>
                <a:lnTo>
                  <a:pt x="2" y="4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2059200" y="21844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4"/>
                </a:moveTo>
                <a:lnTo>
                  <a:pt x="2" y="3"/>
                </a:lnTo>
                <a:lnTo>
                  <a:pt x="3" y="3"/>
                </a:lnTo>
                <a:lnTo>
                  <a:pt x="2" y="1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3" y="3"/>
                </a:lnTo>
                <a:lnTo>
                  <a:pt x="2" y="4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2060640" y="21837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lnTo>
                  <a:pt x="1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2035080" y="2181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2076840" y="218052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2035800" y="21801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2069640" y="21794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2071080" y="21794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0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2069280" y="2179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2074680" y="21729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2074320" y="2171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2075040" y="216612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6" y="2"/>
                </a:move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1" y="6"/>
                </a:lnTo>
                <a:lnTo>
                  <a:pt x="0" y="4"/>
                </a:lnTo>
                <a:lnTo>
                  <a:pt x="1" y="2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2075760" y="21603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1"/>
                </a:moveTo>
                <a:lnTo>
                  <a:pt x="3" y="0"/>
                </a:lnTo>
                <a:lnTo>
                  <a:pt x="5" y="1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2074320" y="2155320"/>
            <a:ext cx="3960" cy="6120"/>
          </a:xfrm>
          <a:custGeom>
            <a:avLst/>
            <a:gdLst/>
            <a:ahLst/>
            <a:rect l="0" t="0" r="r" b="b"/>
            <a:pathLst>
              <a:path w="11" h="17">
                <a:moveTo>
                  <a:pt x="6" y="2"/>
                </a:moveTo>
                <a:lnTo>
                  <a:pt x="6" y="3"/>
                </a:lnTo>
                <a:lnTo>
                  <a:pt x="7" y="3"/>
                </a:lnTo>
                <a:lnTo>
                  <a:pt x="8" y="4"/>
                </a:lnTo>
                <a:lnTo>
                  <a:pt x="8" y="5"/>
                </a:lnTo>
                <a:lnTo>
                  <a:pt x="9" y="7"/>
                </a:lnTo>
                <a:lnTo>
                  <a:pt x="9" y="8"/>
                </a:lnTo>
                <a:lnTo>
                  <a:pt x="8" y="8"/>
                </a:lnTo>
                <a:lnTo>
                  <a:pt x="9" y="8"/>
                </a:lnTo>
                <a:lnTo>
                  <a:pt x="10" y="9"/>
                </a:lnTo>
                <a:lnTo>
                  <a:pt x="10" y="11"/>
                </a:lnTo>
                <a:lnTo>
                  <a:pt x="10" y="13"/>
                </a:lnTo>
                <a:lnTo>
                  <a:pt x="11" y="14"/>
                </a:lnTo>
                <a:lnTo>
                  <a:pt x="11" y="16"/>
                </a:lnTo>
                <a:lnTo>
                  <a:pt x="11" y="17"/>
                </a:lnTo>
                <a:lnTo>
                  <a:pt x="11" y="16"/>
                </a:lnTo>
                <a:lnTo>
                  <a:pt x="10" y="16"/>
                </a:lnTo>
                <a:lnTo>
                  <a:pt x="9" y="14"/>
                </a:lnTo>
                <a:lnTo>
                  <a:pt x="9" y="13"/>
                </a:lnTo>
                <a:lnTo>
                  <a:pt x="8" y="11"/>
                </a:lnTo>
                <a:lnTo>
                  <a:pt x="8" y="10"/>
                </a:lnTo>
                <a:lnTo>
                  <a:pt x="8" y="9"/>
                </a:lnTo>
                <a:lnTo>
                  <a:pt x="7" y="9"/>
                </a:lnTo>
                <a:lnTo>
                  <a:pt x="6" y="8"/>
                </a:lnTo>
                <a:lnTo>
                  <a:pt x="6" y="7"/>
                </a:lnTo>
                <a:lnTo>
                  <a:pt x="5" y="5"/>
                </a:lnTo>
                <a:lnTo>
                  <a:pt x="4" y="5"/>
                </a:lnTo>
                <a:lnTo>
                  <a:pt x="2" y="4"/>
                </a:lnTo>
                <a:lnTo>
                  <a:pt x="2" y="3"/>
                </a:lnTo>
                <a:lnTo>
                  <a:pt x="2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2"/>
                </a:lnTo>
                <a:lnTo>
                  <a:pt x="4" y="1"/>
                </a:lnTo>
                <a:lnTo>
                  <a:pt x="5" y="0"/>
                </a:lnTo>
                <a:lnTo>
                  <a:pt x="6" y="1"/>
                </a:ln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1947240" y="2052720"/>
            <a:ext cx="244440" cy="195480"/>
          </a:xfrm>
          <a:custGeom>
            <a:avLst/>
            <a:gdLst/>
            <a:ahLst/>
            <a:rect l="0" t="0" r="r" b="b"/>
            <a:pathLst>
              <a:path w="679" h="543">
                <a:moveTo>
                  <a:pt x="328" y="6"/>
                </a:moveTo>
                <a:lnTo>
                  <a:pt x="328" y="7"/>
                </a:lnTo>
                <a:lnTo>
                  <a:pt x="329" y="7"/>
                </a:lnTo>
                <a:lnTo>
                  <a:pt x="330" y="6"/>
                </a:lnTo>
                <a:lnTo>
                  <a:pt x="330" y="7"/>
                </a:lnTo>
                <a:lnTo>
                  <a:pt x="332" y="8"/>
                </a:lnTo>
                <a:lnTo>
                  <a:pt x="333" y="8"/>
                </a:lnTo>
                <a:lnTo>
                  <a:pt x="333" y="9"/>
                </a:lnTo>
                <a:lnTo>
                  <a:pt x="333" y="10"/>
                </a:lnTo>
                <a:lnTo>
                  <a:pt x="333" y="11"/>
                </a:lnTo>
                <a:lnTo>
                  <a:pt x="334" y="11"/>
                </a:lnTo>
                <a:lnTo>
                  <a:pt x="335" y="11"/>
                </a:lnTo>
                <a:lnTo>
                  <a:pt x="335" y="12"/>
                </a:lnTo>
                <a:lnTo>
                  <a:pt x="336" y="12"/>
                </a:lnTo>
                <a:lnTo>
                  <a:pt x="337" y="12"/>
                </a:lnTo>
                <a:lnTo>
                  <a:pt x="338" y="12"/>
                </a:lnTo>
                <a:lnTo>
                  <a:pt x="338" y="13"/>
                </a:lnTo>
                <a:lnTo>
                  <a:pt x="338" y="14"/>
                </a:lnTo>
                <a:lnTo>
                  <a:pt x="340" y="16"/>
                </a:lnTo>
                <a:lnTo>
                  <a:pt x="341" y="15"/>
                </a:lnTo>
                <a:lnTo>
                  <a:pt x="342" y="15"/>
                </a:lnTo>
                <a:lnTo>
                  <a:pt x="343" y="15"/>
                </a:lnTo>
                <a:lnTo>
                  <a:pt x="344" y="14"/>
                </a:lnTo>
                <a:lnTo>
                  <a:pt x="347" y="14"/>
                </a:lnTo>
                <a:lnTo>
                  <a:pt x="347" y="15"/>
                </a:lnTo>
                <a:lnTo>
                  <a:pt x="347" y="16"/>
                </a:lnTo>
                <a:lnTo>
                  <a:pt x="348" y="16"/>
                </a:lnTo>
                <a:lnTo>
                  <a:pt x="349" y="15"/>
                </a:lnTo>
                <a:lnTo>
                  <a:pt x="350" y="15"/>
                </a:lnTo>
                <a:lnTo>
                  <a:pt x="350" y="16"/>
                </a:lnTo>
                <a:lnTo>
                  <a:pt x="351" y="17"/>
                </a:lnTo>
                <a:lnTo>
                  <a:pt x="352" y="17"/>
                </a:lnTo>
                <a:lnTo>
                  <a:pt x="353" y="17"/>
                </a:lnTo>
                <a:lnTo>
                  <a:pt x="354" y="18"/>
                </a:lnTo>
                <a:lnTo>
                  <a:pt x="353" y="18"/>
                </a:lnTo>
                <a:lnTo>
                  <a:pt x="353" y="19"/>
                </a:lnTo>
                <a:lnTo>
                  <a:pt x="353" y="20"/>
                </a:lnTo>
                <a:lnTo>
                  <a:pt x="354" y="21"/>
                </a:lnTo>
                <a:lnTo>
                  <a:pt x="354" y="20"/>
                </a:lnTo>
                <a:lnTo>
                  <a:pt x="355" y="20"/>
                </a:lnTo>
                <a:lnTo>
                  <a:pt x="356" y="19"/>
                </a:lnTo>
                <a:lnTo>
                  <a:pt x="357" y="19"/>
                </a:lnTo>
                <a:lnTo>
                  <a:pt x="358" y="19"/>
                </a:lnTo>
                <a:lnTo>
                  <a:pt x="359" y="19"/>
                </a:lnTo>
                <a:lnTo>
                  <a:pt x="360" y="19"/>
                </a:lnTo>
                <a:lnTo>
                  <a:pt x="361" y="18"/>
                </a:lnTo>
                <a:lnTo>
                  <a:pt x="362" y="18"/>
                </a:lnTo>
                <a:lnTo>
                  <a:pt x="363" y="18"/>
                </a:lnTo>
                <a:lnTo>
                  <a:pt x="363" y="17"/>
                </a:lnTo>
                <a:lnTo>
                  <a:pt x="363" y="16"/>
                </a:lnTo>
                <a:lnTo>
                  <a:pt x="364" y="16"/>
                </a:lnTo>
                <a:lnTo>
                  <a:pt x="365" y="16"/>
                </a:lnTo>
                <a:lnTo>
                  <a:pt x="366" y="16"/>
                </a:lnTo>
                <a:lnTo>
                  <a:pt x="367" y="16"/>
                </a:lnTo>
                <a:lnTo>
                  <a:pt x="368" y="15"/>
                </a:lnTo>
                <a:lnTo>
                  <a:pt x="369" y="15"/>
                </a:lnTo>
                <a:lnTo>
                  <a:pt x="369" y="16"/>
                </a:lnTo>
                <a:lnTo>
                  <a:pt x="369" y="17"/>
                </a:lnTo>
                <a:lnTo>
                  <a:pt x="370" y="18"/>
                </a:lnTo>
                <a:lnTo>
                  <a:pt x="369" y="18"/>
                </a:lnTo>
                <a:lnTo>
                  <a:pt x="369" y="19"/>
                </a:lnTo>
                <a:lnTo>
                  <a:pt x="370" y="19"/>
                </a:lnTo>
                <a:lnTo>
                  <a:pt x="371" y="19"/>
                </a:lnTo>
                <a:lnTo>
                  <a:pt x="371" y="18"/>
                </a:lnTo>
                <a:lnTo>
                  <a:pt x="372" y="18"/>
                </a:lnTo>
                <a:lnTo>
                  <a:pt x="372" y="19"/>
                </a:lnTo>
                <a:lnTo>
                  <a:pt x="373" y="19"/>
                </a:lnTo>
                <a:lnTo>
                  <a:pt x="374" y="19"/>
                </a:lnTo>
                <a:lnTo>
                  <a:pt x="375" y="19"/>
                </a:lnTo>
                <a:lnTo>
                  <a:pt x="376" y="18"/>
                </a:lnTo>
                <a:lnTo>
                  <a:pt x="376" y="17"/>
                </a:lnTo>
                <a:lnTo>
                  <a:pt x="376" y="16"/>
                </a:lnTo>
                <a:lnTo>
                  <a:pt x="376" y="15"/>
                </a:lnTo>
                <a:lnTo>
                  <a:pt x="377" y="15"/>
                </a:lnTo>
                <a:lnTo>
                  <a:pt x="378" y="15"/>
                </a:lnTo>
                <a:lnTo>
                  <a:pt x="379" y="15"/>
                </a:lnTo>
                <a:lnTo>
                  <a:pt x="380" y="14"/>
                </a:lnTo>
                <a:lnTo>
                  <a:pt x="381" y="11"/>
                </a:lnTo>
                <a:lnTo>
                  <a:pt x="381" y="10"/>
                </a:lnTo>
                <a:lnTo>
                  <a:pt x="381" y="9"/>
                </a:lnTo>
                <a:lnTo>
                  <a:pt x="381" y="8"/>
                </a:lnTo>
                <a:lnTo>
                  <a:pt x="383" y="7"/>
                </a:lnTo>
                <a:lnTo>
                  <a:pt x="385" y="7"/>
                </a:lnTo>
                <a:lnTo>
                  <a:pt x="385" y="8"/>
                </a:lnTo>
                <a:lnTo>
                  <a:pt x="386" y="8"/>
                </a:lnTo>
                <a:lnTo>
                  <a:pt x="386" y="7"/>
                </a:lnTo>
                <a:lnTo>
                  <a:pt x="387" y="7"/>
                </a:lnTo>
                <a:lnTo>
                  <a:pt x="387" y="6"/>
                </a:lnTo>
                <a:lnTo>
                  <a:pt x="388" y="6"/>
                </a:lnTo>
                <a:lnTo>
                  <a:pt x="389" y="7"/>
                </a:lnTo>
                <a:lnTo>
                  <a:pt x="390" y="7"/>
                </a:lnTo>
                <a:lnTo>
                  <a:pt x="391" y="7"/>
                </a:lnTo>
                <a:lnTo>
                  <a:pt x="392" y="8"/>
                </a:lnTo>
                <a:lnTo>
                  <a:pt x="391" y="9"/>
                </a:lnTo>
                <a:lnTo>
                  <a:pt x="390" y="9"/>
                </a:lnTo>
                <a:lnTo>
                  <a:pt x="390" y="10"/>
                </a:lnTo>
                <a:lnTo>
                  <a:pt x="389" y="10"/>
                </a:lnTo>
                <a:lnTo>
                  <a:pt x="390" y="11"/>
                </a:lnTo>
                <a:lnTo>
                  <a:pt x="390" y="12"/>
                </a:lnTo>
                <a:lnTo>
                  <a:pt x="391" y="12"/>
                </a:lnTo>
                <a:lnTo>
                  <a:pt x="392" y="12"/>
                </a:lnTo>
                <a:lnTo>
                  <a:pt x="392" y="13"/>
                </a:lnTo>
                <a:lnTo>
                  <a:pt x="393" y="13"/>
                </a:lnTo>
                <a:lnTo>
                  <a:pt x="394" y="13"/>
                </a:lnTo>
                <a:lnTo>
                  <a:pt x="394" y="12"/>
                </a:lnTo>
                <a:lnTo>
                  <a:pt x="395" y="13"/>
                </a:lnTo>
                <a:lnTo>
                  <a:pt x="394" y="14"/>
                </a:lnTo>
                <a:lnTo>
                  <a:pt x="394" y="15"/>
                </a:lnTo>
                <a:lnTo>
                  <a:pt x="395" y="15"/>
                </a:lnTo>
                <a:lnTo>
                  <a:pt x="394" y="15"/>
                </a:lnTo>
                <a:lnTo>
                  <a:pt x="394" y="16"/>
                </a:lnTo>
                <a:lnTo>
                  <a:pt x="395" y="16"/>
                </a:lnTo>
                <a:lnTo>
                  <a:pt x="395" y="17"/>
                </a:lnTo>
                <a:lnTo>
                  <a:pt x="394" y="18"/>
                </a:lnTo>
                <a:lnTo>
                  <a:pt x="393" y="18"/>
                </a:lnTo>
                <a:lnTo>
                  <a:pt x="393" y="19"/>
                </a:lnTo>
                <a:lnTo>
                  <a:pt x="394" y="20"/>
                </a:lnTo>
                <a:lnTo>
                  <a:pt x="395" y="20"/>
                </a:lnTo>
                <a:lnTo>
                  <a:pt x="396" y="21"/>
                </a:lnTo>
                <a:lnTo>
                  <a:pt x="395" y="21"/>
                </a:lnTo>
                <a:lnTo>
                  <a:pt x="394" y="21"/>
                </a:lnTo>
                <a:lnTo>
                  <a:pt x="393" y="22"/>
                </a:lnTo>
                <a:lnTo>
                  <a:pt x="394" y="22"/>
                </a:lnTo>
                <a:lnTo>
                  <a:pt x="393" y="23"/>
                </a:lnTo>
                <a:lnTo>
                  <a:pt x="393" y="24"/>
                </a:lnTo>
                <a:lnTo>
                  <a:pt x="393" y="25"/>
                </a:lnTo>
                <a:lnTo>
                  <a:pt x="394" y="25"/>
                </a:lnTo>
                <a:lnTo>
                  <a:pt x="394" y="26"/>
                </a:lnTo>
                <a:lnTo>
                  <a:pt x="394" y="27"/>
                </a:lnTo>
                <a:lnTo>
                  <a:pt x="395" y="27"/>
                </a:lnTo>
                <a:lnTo>
                  <a:pt x="395" y="26"/>
                </a:lnTo>
                <a:lnTo>
                  <a:pt x="395" y="25"/>
                </a:lnTo>
                <a:lnTo>
                  <a:pt x="396" y="24"/>
                </a:lnTo>
                <a:lnTo>
                  <a:pt x="397" y="24"/>
                </a:lnTo>
                <a:lnTo>
                  <a:pt x="397" y="25"/>
                </a:lnTo>
                <a:lnTo>
                  <a:pt x="398" y="24"/>
                </a:lnTo>
                <a:lnTo>
                  <a:pt x="399" y="24"/>
                </a:lnTo>
                <a:lnTo>
                  <a:pt x="400" y="23"/>
                </a:lnTo>
                <a:lnTo>
                  <a:pt x="401" y="22"/>
                </a:lnTo>
                <a:lnTo>
                  <a:pt x="402" y="22"/>
                </a:lnTo>
                <a:lnTo>
                  <a:pt x="403" y="22"/>
                </a:lnTo>
                <a:lnTo>
                  <a:pt x="403" y="21"/>
                </a:lnTo>
                <a:lnTo>
                  <a:pt x="404" y="21"/>
                </a:lnTo>
                <a:lnTo>
                  <a:pt x="405" y="21"/>
                </a:lnTo>
                <a:lnTo>
                  <a:pt x="406" y="21"/>
                </a:lnTo>
                <a:lnTo>
                  <a:pt x="407" y="21"/>
                </a:lnTo>
                <a:lnTo>
                  <a:pt x="408" y="21"/>
                </a:lnTo>
                <a:lnTo>
                  <a:pt x="408" y="20"/>
                </a:lnTo>
                <a:lnTo>
                  <a:pt x="409" y="20"/>
                </a:lnTo>
                <a:lnTo>
                  <a:pt x="409" y="21"/>
                </a:lnTo>
                <a:lnTo>
                  <a:pt x="410" y="21"/>
                </a:lnTo>
                <a:lnTo>
                  <a:pt x="410" y="22"/>
                </a:lnTo>
                <a:lnTo>
                  <a:pt x="411" y="22"/>
                </a:lnTo>
                <a:lnTo>
                  <a:pt x="412" y="22"/>
                </a:lnTo>
                <a:lnTo>
                  <a:pt x="413" y="22"/>
                </a:lnTo>
                <a:lnTo>
                  <a:pt x="414" y="22"/>
                </a:lnTo>
                <a:lnTo>
                  <a:pt x="415" y="23"/>
                </a:lnTo>
                <a:lnTo>
                  <a:pt x="415" y="22"/>
                </a:lnTo>
                <a:lnTo>
                  <a:pt x="416" y="22"/>
                </a:lnTo>
                <a:lnTo>
                  <a:pt x="417" y="22"/>
                </a:lnTo>
                <a:lnTo>
                  <a:pt x="417" y="23"/>
                </a:lnTo>
                <a:lnTo>
                  <a:pt x="418" y="23"/>
                </a:lnTo>
                <a:lnTo>
                  <a:pt x="418" y="22"/>
                </a:lnTo>
                <a:lnTo>
                  <a:pt x="418" y="21"/>
                </a:lnTo>
                <a:lnTo>
                  <a:pt x="419" y="21"/>
                </a:lnTo>
                <a:lnTo>
                  <a:pt x="419" y="20"/>
                </a:lnTo>
                <a:lnTo>
                  <a:pt x="418" y="20"/>
                </a:lnTo>
                <a:lnTo>
                  <a:pt x="419" y="19"/>
                </a:lnTo>
                <a:lnTo>
                  <a:pt x="419" y="18"/>
                </a:lnTo>
                <a:lnTo>
                  <a:pt x="420" y="18"/>
                </a:lnTo>
                <a:lnTo>
                  <a:pt x="421" y="18"/>
                </a:lnTo>
                <a:lnTo>
                  <a:pt x="422" y="18"/>
                </a:lnTo>
                <a:lnTo>
                  <a:pt x="422" y="19"/>
                </a:lnTo>
                <a:lnTo>
                  <a:pt x="423" y="19"/>
                </a:lnTo>
                <a:lnTo>
                  <a:pt x="424" y="19"/>
                </a:lnTo>
                <a:lnTo>
                  <a:pt x="425" y="19"/>
                </a:lnTo>
                <a:lnTo>
                  <a:pt x="425" y="20"/>
                </a:lnTo>
                <a:lnTo>
                  <a:pt x="426" y="20"/>
                </a:lnTo>
                <a:lnTo>
                  <a:pt x="427" y="19"/>
                </a:lnTo>
                <a:lnTo>
                  <a:pt x="427" y="18"/>
                </a:lnTo>
                <a:lnTo>
                  <a:pt x="428" y="18"/>
                </a:lnTo>
                <a:lnTo>
                  <a:pt x="429" y="18"/>
                </a:lnTo>
                <a:lnTo>
                  <a:pt x="430" y="18"/>
                </a:lnTo>
                <a:lnTo>
                  <a:pt x="430" y="17"/>
                </a:lnTo>
                <a:lnTo>
                  <a:pt x="430" y="16"/>
                </a:lnTo>
                <a:lnTo>
                  <a:pt x="431" y="15"/>
                </a:lnTo>
                <a:lnTo>
                  <a:pt x="431" y="14"/>
                </a:lnTo>
                <a:lnTo>
                  <a:pt x="431" y="13"/>
                </a:lnTo>
                <a:lnTo>
                  <a:pt x="432" y="13"/>
                </a:lnTo>
                <a:lnTo>
                  <a:pt x="433" y="13"/>
                </a:lnTo>
                <a:lnTo>
                  <a:pt x="433" y="14"/>
                </a:lnTo>
                <a:lnTo>
                  <a:pt x="434" y="14"/>
                </a:lnTo>
                <a:lnTo>
                  <a:pt x="434" y="15"/>
                </a:lnTo>
                <a:lnTo>
                  <a:pt x="435" y="14"/>
                </a:lnTo>
                <a:lnTo>
                  <a:pt x="436" y="14"/>
                </a:lnTo>
                <a:lnTo>
                  <a:pt x="437" y="13"/>
                </a:lnTo>
                <a:lnTo>
                  <a:pt x="437" y="12"/>
                </a:lnTo>
                <a:lnTo>
                  <a:pt x="438" y="11"/>
                </a:lnTo>
                <a:lnTo>
                  <a:pt x="439" y="10"/>
                </a:lnTo>
                <a:lnTo>
                  <a:pt x="440" y="10"/>
                </a:lnTo>
                <a:lnTo>
                  <a:pt x="441" y="10"/>
                </a:lnTo>
                <a:lnTo>
                  <a:pt x="441" y="11"/>
                </a:lnTo>
                <a:lnTo>
                  <a:pt x="442" y="11"/>
                </a:lnTo>
                <a:lnTo>
                  <a:pt x="443" y="12"/>
                </a:lnTo>
                <a:lnTo>
                  <a:pt x="443" y="11"/>
                </a:lnTo>
                <a:lnTo>
                  <a:pt x="443" y="12"/>
                </a:lnTo>
                <a:lnTo>
                  <a:pt x="443" y="13"/>
                </a:lnTo>
                <a:lnTo>
                  <a:pt x="443" y="14"/>
                </a:lnTo>
                <a:lnTo>
                  <a:pt x="443" y="13"/>
                </a:lnTo>
                <a:lnTo>
                  <a:pt x="443" y="12"/>
                </a:lnTo>
                <a:lnTo>
                  <a:pt x="444" y="12"/>
                </a:lnTo>
                <a:lnTo>
                  <a:pt x="445" y="13"/>
                </a:lnTo>
                <a:lnTo>
                  <a:pt x="445" y="14"/>
                </a:lnTo>
                <a:lnTo>
                  <a:pt x="445" y="15"/>
                </a:lnTo>
                <a:lnTo>
                  <a:pt x="445" y="16"/>
                </a:lnTo>
                <a:lnTo>
                  <a:pt x="446" y="16"/>
                </a:lnTo>
                <a:lnTo>
                  <a:pt x="447" y="17"/>
                </a:lnTo>
                <a:lnTo>
                  <a:pt x="447" y="18"/>
                </a:lnTo>
                <a:lnTo>
                  <a:pt x="447" y="19"/>
                </a:lnTo>
                <a:lnTo>
                  <a:pt x="448" y="19"/>
                </a:lnTo>
                <a:lnTo>
                  <a:pt x="449" y="19"/>
                </a:lnTo>
                <a:lnTo>
                  <a:pt x="450" y="19"/>
                </a:lnTo>
                <a:lnTo>
                  <a:pt x="451" y="19"/>
                </a:lnTo>
                <a:lnTo>
                  <a:pt x="451" y="20"/>
                </a:lnTo>
                <a:lnTo>
                  <a:pt x="452" y="20"/>
                </a:lnTo>
                <a:lnTo>
                  <a:pt x="452" y="21"/>
                </a:lnTo>
                <a:lnTo>
                  <a:pt x="453" y="21"/>
                </a:lnTo>
                <a:lnTo>
                  <a:pt x="453" y="20"/>
                </a:lnTo>
                <a:lnTo>
                  <a:pt x="454" y="20"/>
                </a:lnTo>
                <a:lnTo>
                  <a:pt x="456" y="20"/>
                </a:lnTo>
                <a:lnTo>
                  <a:pt x="455" y="21"/>
                </a:lnTo>
                <a:lnTo>
                  <a:pt x="456" y="21"/>
                </a:lnTo>
                <a:lnTo>
                  <a:pt x="456" y="22"/>
                </a:lnTo>
                <a:lnTo>
                  <a:pt x="456" y="23"/>
                </a:lnTo>
                <a:lnTo>
                  <a:pt x="456" y="24"/>
                </a:lnTo>
                <a:lnTo>
                  <a:pt x="457" y="24"/>
                </a:lnTo>
                <a:lnTo>
                  <a:pt x="457" y="23"/>
                </a:lnTo>
                <a:lnTo>
                  <a:pt x="457" y="24"/>
                </a:lnTo>
                <a:lnTo>
                  <a:pt x="458" y="24"/>
                </a:lnTo>
                <a:lnTo>
                  <a:pt x="458" y="25"/>
                </a:lnTo>
                <a:lnTo>
                  <a:pt x="458" y="26"/>
                </a:lnTo>
                <a:lnTo>
                  <a:pt x="458" y="27"/>
                </a:lnTo>
                <a:lnTo>
                  <a:pt x="458" y="28"/>
                </a:lnTo>
                <a:lnTo>
                  <a:pt x="459" y="28"/>
                </a:lnTo>
                <a:lnTo>
                  <a:pt x="458" y="28"/>
                </a:lnTo>
                <a:lnTo>
                  <a:pt x="458" y="29"/>
                </a:lnTo>
                <a:lnTo>
                  <a:pt x="459" y="28"/>
                </a:lnTo>
                <a:lnTo>
                  <a:pt x="459" y="29"/>
                </a:lnTo>
                <a:lnTo>
                  <a:pt x="458" y="29"/>
                </a:lnTo>
                <a:lnTo>
                  <a:pt x="458" y="30"/>
                </a:lnTo>
                <a:lnTo>
                  <a:pt x="457" y="30"/>
                </a:lnTo>
                <a:lnTo>
                  <a:pt x="457" y="29"/>
                </a:lnTo>
                <a:lnTo>
                  <a:pt x="456" y="29"/>
                </a:lnTo>
                <a:lnTo>
                  <a:pt x="455" y="30"/>
                </a:lnTo>
                <a:lnTo>
                  <a:pt x="454" y="30"/>
                </a:lnTo>
                <a:lnTo>
                  <a:pt x="454" y="31"/>
                </a:lnTo>
                <a:lnTo>
                  <a:pt x="454" y="32"/>
                </a:lnTo>
                <a:lnTo>
                  <a:pt x="454" y="33"/>
                </a:lnTo>
                <a:lnTo>
                  <a:pt x="453" y="33"/>
                </a:lnTo>
                <a:lnTo>
                  <a:pt x="453" y="32"/>
                </a:lnTo>
                <a:lnTo>
                  <a:pt x="452" y="32"/>
                </a:lnTo>
                <a:lnTo>
                  <a:pt x="452" y="33"/>
                </a:lnTo>
                <a:lnTo>
                  <a:pt x="453" y="33"/>
                </a:lnTo>
                <a:lnTo>
                  <a:pt x="453" y="34"/>
                </a:lnTo>
                <a:lnTo>
                  <a:pt x="453" y="35"/>
                </a:lnTo>
                <a:lnTo>
                  <a:pt x="454" y="36"/>
                </a:lnTo>
                <a:lnTo>
                  <a:pt x="455" y="36"/>
                </a:lnTo>
                <a:lnTo>
                  <a:pt x="456" y="36"/>
                </a:lnTo>
                <a:lnTo>
                  <a:pt x="457" y="37"/>
                </a:lnTo>
                <a:lnTo>
                  <a:pt x="458" y="37"/>
                </a:lnTo>
                <a:lnTo>
                  <a:pt x="457" y="38"/>
                </a:lnTo>
                <a:lnTo>
                  <a:pt x="458" y="39"/>
                </a:lnTo>
                <a:lnTo>
                  <a:pt x="458" y="40"/>
                </a:lnTo>
                <a:lnTo>
                  <a:pt x="457" y="40"/>
                </a:lnTo>
                <a:lnTo>
                  <a:pt x="457" y="41"/>
                </a:lnTo>
                <a:lnTo>
                  <a:pt x="456" y="41"/>
                </a:lnTo>
                <a:lnTo>
                  <a:pt x="455" y="41"/>
                </a:lnTo>
                <a:lnTo>
                  <a:pt x="455" y="42"/>
                </a:lnTo>
                <a:lnTo>
                  <a:pt x="455" y="41"/>
                </a:lnTo>
                <a:lnTo>
                  <a:pt x="454" y="42"/>
                </a:lnTo>
                <a:lnTo>
                  <a:pt x="453" y="42"/>
                </a:lnTo>
                <a:lnTo>
                  <a:pt x="452" y="42"/>
                </a:lnTo>
                <a:lnTo>
                  <a:pt x="452" y="43"/>
                </a:lnTo>
                <a:lnTo>
                  <a:pt x="452" y="42"/>
                </a:lnTo>
                <a:lnTo>
                  <a:pt x="451" y="42"/>
                </a:lnTo>
                <a:lnTo>
                  <a:pt x="452" y="42"/>
                </a:lnTo>
                <a:lnTo>
                  <a:pt x="451" y="42"/>
                </a:lnTo>
                <a:lnTo>
                  <a:pt x="451" y="43"/>
                </a:lnTo>
                <a:lnTo>
                  <a:pt x="451" y="44"/>
                </a:lnTo>
                <a:lnTo>
                  <a:pt x="450" y="44"/>
                </a:lnTo>
                <a:lnTo>
                  <a:pt x="450" y="45"/>
                </a:lnTo>
                <a:lnTo>
                  <a:pt x="449" y="45"/>
                </a:lnTo>
                <a:lnTo>
                  <a:pt x="448" y="45"/>
                </a:lnTo>
                <a:lnTo>
                  <a:pt x="447" y="45"/>
                </a:lnTo>
                <a:lnTo>
                  <a:pt x="446" y="45"/>
                </a:lnTo>
                <a:lnTo>
                  <a:pt x="446" y="44"/>
                </a:lnTo>
                <a:lnTo>
                  <a:pt x="445" y="44"/>
                </a:lnTo>
                <a:lnTo>
                  <a:pt x="445" y="45"/>
                </a:lnTo>
                <a:lnTo>
                  <a:pt x="444" y="44"/>
                </a:lnTo>
                <a:lnTo>
                  <a:pt x="443" y="44"/>
                </a:lnTo>
                <a:lnTo>
                  <a:pt x="442" y="44"/>
                </a:lnTo>
                <a:lnTo>
                  <a:pt x="441" y="45"/>
                </a:lnTo>
                <a:lnTo>
                  <a:pt x="441" y="46"/>
                </a:lnTo>
                <a:lnTo>
                  <a:pt x="440" y="47"/>
                </a:lnTo>
                <a:lnTo>
                  <a:pt x="440" y="48"/>
                </a:lnTo>
                <a:lnTo>
                  <a:pt x="440" y="49"/>
                </a:lnTo>
                <a:lnTo>
                  <a:pt x="440" y="50"/>
                </a:lnTo>
                <a:lnTo>
                  <a:pt x="439" y="50"/>
                </a:lnTo>
                <a:lnTo>
                  <a:pt x="439" y="51"/>
                </a:lnTo>
                <a:lnTo>
                  <a:pt x="438" y="50"/>
                </a:lnTo>
                <a:lnTo>
                  <a:pt x="437" y="51"/>
                </a:lnTo>
                <a:lnTo>
                  <a:pt x="437" y="52"/>
                </a:lnTo>
                <a:lnTo>
                  <a:pt x="436" y="52"/>
                </a:lnTo>
                <a:lnTo>
                  <a:pt x="435" y="52"/>
                </a:lnTo>
                <a:lnTo>
                  <a:pt x="434" y="52"/>
                </a:lnTo>
                <a:lnTo>
                  <a:pt x="433" y="52"/>
                </a:lnTo>
                <a:lnTo>
                  <a:pt x="433" y="53"/>
                </a:lnTo>
                <a:lnTo>
                  <a:pt x="432" y="53"/>
                </a:lnTo>
                <a:lnTo>
                  <a:pt x="432" y="54"/>
                </a:lnTo>
                <a:lnTo>
                  <a:pt x="433" y="54"/>
                </a:lnTo>
                <a:lnTo>
                  <a:pt x="432" y="55"/>
                </a:lnTo>
                <a:lnTo>
                  <a:pt x="431" y="55"/>
                </a:lnTo>
                <a:lnTo>
                  <a:pt x="431" y="56"/>
                </a:lnTo>
                <a:lnTo>
                  <a:pt x="430" y="56"/>
                </a:lnTo>
                <a:lnTo>
                  <a:pt x="430" y="55"/>
                </a:lnTo>
                <a:lnTo>
                  <a:pt x="429" y="56"/>
                </a:lnTo>
                <a:lnTo>
                  <a:pt x="429" y="57"/>
                </a:lnTo>
                <a:lnTo>
                  <a:pt x="429" y="56"/>
                </a:lnTo>
                <a:lnTo>
                  <a:pt x="430" y="57"/>
                </a:lnTo>
                <a:lnTo>
                  <a:pt x="429" y="57"/>
                </a:lnTo>
                <a:lnTo>
                  <a:pt x="428" y="57"/>
                </a:lnTo>
                <a:lnTo>
                  <a:pt x="427" y="57"/>
                </a:lnTo>
                <a:lnTo>
                  <a:pt x="427" y="58"/>
                </a:lnTo>
                <a:lnTo>
                  <a:pt x="427" y="59"/>
                </a:lnTo>
                <a:lnTo>
                  <a:pt x="427" y="60"/>
                </a:lnTo>
                <a:lnTo>
                  <a:pt x="427" y="61"/>
                </a:lnTo>
                <a:lnTo>
                  <a:pt x="426" y="61"/>
                </a:lnTo>
                <a:lnTo>
                  <a:pt x="426" y="62"/>
                </a:lnTo>
                <a:lnTo>
                  <a:pt x="427" y="62"/>
                </a:lnTo>
                <a:lnTo>
                  <a:pt x="427" y="63"/>
                </a:lnTo>
                <a:lnTo>
                  <a:pt x="428" y="63"/>
                </a:lnTo>
                <a:lnTo>
                  <a:pt x="428" y="64"/>
                </a:lnTo>
                <a:lnTo>
                  <a:pt x="428" y="65"/>
                </a:lnTo>
                <a:lnTo>
                  <a:pt x="427" y="66"/>
                </a:lnTo>
                <a:lnTo>
                  <a:pt x="426" y="66"/>
                </a:lnTo>
                <a:lnTo>
                  <a:pt x="427" y="66"/>
                </a:lnTo>
                <a:lnTo>
                  <a:pt x="426" y="67"/>
                </a:lnTo>
                <a:lnTo>
                  <a:pt x="425" y="67"/>
                </a:lnTo>
                <a:lnTo>
                  <a:pt x="425" y="68"/>
                </a:lnTo>
                <a:lnTo>
                  <a:pt x="424" y="68"/>
                </a:lnTo>
                <a:lnTo>
                  <a:pt x="424" y="69"/>
                </a:lnTo>
                <a:lnTo>
                  <a:pt x="423" y="69"/>
                </a:lnTo>
                <a:lnTo>
                  <a:pt x="423" y="70"/>
                </a:lnTo>
                <a:lnTo>
                  <a:pt x="423" y="71"/>
                </a:lnTo>
                <a:lnTo>
                  <a:pt x="422" y="71"/>
                </a:lnTo>
                <a:lnTo>
                  <a:pt x="422" y="72"/>
                </a:lnTo>
                <a:lnTo>
                  <a:pt x="422" y="73"/>
                </a:lnTo>
                <a:lnTo>
                  <a:pt x="422" y="74"/>
                </a:lnTo>
                <a:lnTo>
                  <a:pt x="421" y="74"/>
                </a:lnTo>
                <a:lnTo>
                  <a:pt x="421" y="75"/>
                </a:lnTo>
                <a:lnTo>
                  <a:pt x="421" y="76"/>
                </a:lnTo>
                <a:lnTo>
                  <a:pt x="422" y="76"/>
                </a:lnTo>
                <a:lnTo>
                  <a:pt x="422" y="77"/>
                </a:lnTo>
                <a:lnTo>
                  <a:pt x="422" y="78"/>
                </a:lnTo>
                <a:lnTo>
                  <a:pt x="421" y="78"/>
                </a:lnTo>
                <a:lnTo>
                  <a:pt x="421" y="79"/>
                </a:lnTo>
                <a:lnTo>
                  <a:pt x="420" y="79"/>
                </a:lnTo>
                <a:lnTo>
                  <a:pt x="419" y="79"/>
                </a:lnTo>
                <a:lnTo>
                  <a:pt x="419" y="80"/>
                </a:lnTo>
                <a:lnTo>
                  <a:pt x="418" y="80"/>
                </a:lnTo>
                <a:lnTo>
                  <a:pt x="417" y="80"/>
                </a:lnTo>
                <a:lnTo>
                  <a:pt x="416" y="81"/>
                </a:lnTo>
                <a:lnTo>
                  <a:pt x="416" y="82"/>
                </a:lnTo>
                <a:lnTo>
                  <a:pt x="416" y="83"/>
                </a:lnTo>
                <a:lnTo>
                  <a:pt x="415" y="83"/>
                </a:lnTo>
                <a:lnTo>
                  <a:pt x="414" y="84"/>
                </a:lnTo>
                <a:lnTo>
                  <a:pt x="414" y="83"/>
                </a:lnTo>
                <a:lnTo>
                  <a:pt x="413" y="83"/>
                </a:lnTo>
                <a:lnTo>
                  <a:pt x="412" y="83"/>
                </a:lnTo>
                <a:lnTo>
                  <a:pt x="411" y="84"/>
                </a:lnTo>
                <a:lnTo>
                  <a:pt x="410" y="84"/>
                </a:lnTo>
                <a:lnTo>
                  <a:pt x="409" y="85"/>
                </a:lnTo>
                <a:lnTo>
                  <a:pt x="409" y="84"/>
                </a:lnTo>
                <a:lnTo>
                  <a:pt x="408" y="84"/>
                </a:lnTo>
                <a:lnTo>
                  <a:pt x="407" y="84"/>
                </a:lnTo>
                <a:lnTo>
                  <a:pt x="406" y="84"/>
                </a:lnTo>
                <a:lnTo>
                  <a:pt x="406" y="85"/>
                </a:lnTo>
                <a:lnTo>
                  <a:pt x="407" y="85"/>
                </a:lnTo>
                <a:lnTo>
                  <a:pt x="407" y="86"/>
                </a:lnTo>
                <a:lnTo>
                  <a:pt x="408" y="87"/>
                </a:lnTo>
                <a:lnTo>
                  <a:pt x="408" y="88"/>
                </a:lnTo>
                <a:lnTo>
                  <a:pt x="407" y="88"/>
                </a:lnTo>
                <a:lnTo>
                  <a:pt x="408" y="88"/>
                </a:lnTo>
                <a:lnTo>
                  <a:pt x="407" y="87"/>
                </a:lnTo>
                <a:lnTo>
                  <a:pt x="407" y="88"/>
                </a:lnTo>
                <a:lnTo>
                  <a:pt x="407" y="89"/>
                </a:lnTo>
                <a:lnTo>
                  <a:pt x="408" y="89"/>
                </a:lnTo>
                <a:lnTo>
                  <a:pt x="408" y="88"/>
                </a:lnTo>
                <a:lnTo>
                  <a:pt x="409" y="88"/>
                </a:lnTo>
                <a:lnTo>
                  <a:pt x="410" y="88"/>
                </a:lnTo>
                <a:lnTo>
                  <a:pt x="410" y="89"/>
                </a:lnTo>
                <a:lnTo>
                  <a:pt x="411" y="89"/>
                </a:lnTo>
                <a:lnTo>
                  <a:pt x="412" y="90"/>
                </a:lnTo>
                <a:lnTo>
                  <a:pt x="413" y="89"/>
                </a:lnTo>
                <a:lnTo>
                  <a:pt x="414" y="89"/>
                </a:lnTo>
                <a:lnTo>
                  <a:pt x="415" y="89"/>
                </a:lnTo>
                <a:lnTo>
                  <a:pt x="415" y="90"/>
                </a:lnTo>
                <a:lnTo>
                  <a:pt x="416" y="90"/>
                </a:lnTo>
                <a:lnTo>
                  <a:pt x="417" y="91"/>
                </a:lnTo>
                <a:lnTo>
                  <a:pt x="416" y="91"/>
                </a:lnTo>
                <a:lnTo>
                  <a:pt x="417" y="91"/>
                </a:lnTo>
                <a:lnTo>
                  <a:pt x="417" y="94"/>
                </a:lnTo>
                <a:lnTo>
                  <a:pt x="418" y="94"/>
                </a:lnTo>
                <a:lnTo>
                  <a:pt x="418" y="95"/>
                </a:lnTo>
                <a:lnTo>
                  <a:pt x="418" y="96"/>
                </a:lnTo>
                <a:lnTo>
                  <a:pt x="419" y="96"/>
                </a:lnTo>
                <a:lnTo>
                  <a:pt x="420" y="96"/>
                </a:lnTo>
                <a:lnTo>
                  <a:pt x="421" y="96"/>
                </a:lnTo>
                <a:lnTo>
                  <a:pt x="422" y="95"/>
                </a:lnTo>
                <a:lnTo>
                  <a:pt x="422" y="96"/>
                </a:lnTo>
                <a:lnTo>
                  <a:pt x="423" y="96"/>
                </a:lnTo>
                <a:lnTo>
                  <a:pt x="423" y="95"/>
                </a:lnTo>
                <a:lnTo>
                  <a:pt x="422" y="95"/>
                </a:lnTo>
                <a:lnTo>
                  <a:pt x="423" y="94"/>
                </a:lnTo>
                <a:lnTo>
                  <a:pt x="423" y="95"/>
                </a:lnTo>
                <a:lnTo>
                  <a:pt x="424" y="95"/>
                </a:lnTo>
                <a:lnTo>
                  <a:pt x="424" y="96"/>
                </a:lnTo>
                <a:lnTo>
                  <a:pt x="425" y="96"/>
                </a:lnTo>
                <a:lnTo>
                  <a:pt x="425" y="97"/>
                </a:lnTo>
                <a:lnTo>
                  <a:pt x="425" y="98"/>
                </a:lnTo>
                <a:lnTo>
                  <a:pt x="425" y="97"/>
                </a:lnTo>
                <a:lnTo>
                  <a:pt x="426" y="97"/>
                </a:lnTo>
                <a:lnTo>
                  <a:pt x="426" y="98"/>
                </a:lnTo>
                <a:lnTo>
                  <a:pt x="426" y="99"/>
                </a:lnTo>
                <a:lnTo>
                  <a:pt x="426" y="100"/>
                </a:lnTo>
                <a:lnTo>
                  <a:pt x="427" y="100"/>
                </a:lnTo>
                <a:lnTo>
                  <a:pt x="428" y="101"/>
                </a:lnTo>
                <a:lnTo>
                  <a:pt x="428" y="102"/>
                </a:lnTo>
                <a:lnTo>
                  <a:pt x="428" y="103"/>
                </a:lnTo>
                <a:lnTo>
                  <a:pt x="427" y="103"/>
                </a:lnTo>
                <a:lnTo>
                  <a:pt x="427" y="104"/>
                </a:lnTo>
                <a:lnTo>
                  <a:pt x="428" y="104"/>
                </a:lnTo>
                <a:lnTo>
                  <a:pt x="428" y="103"/>
                </a:lnTo>
                <a:lnTo>
                  <a:pt x="428" y="104"/>
                </a:lnTo>
                <a:lnTo>
                  <a:pt x="429" y="104"/>
                </a:lnTo>
                <a:lnTo>
                  <a:pt x="430" y="105"/>
                </a:lnTo>
                <a:lnTo>
                  <a:pt x="431" y="104"/>
                </a:lnTo>
                <a:lnTo>
                  <a:pt x="432" y="104"/>
                </a:lnTo>
                <a:lnTo>
                  <a:pt x="432" y="103"/>
                </a:lnTo>
                <a:lnTo>
                  <a:pt x="433" y="103"/>
                </a:lnTo>
                <a:lnTo>
                  <a:pt x="434" y="103"/>
                </a:lnTo>
                <a:lnTo>
                  <a:pt x="434" y="102"/>
                </a:lnTo>
                <a:lnTo>
                  <a:pt x="434" y="101"/>
                </a:lnTo>
                <a:lnTo>
                  <a:pt x="435" y="101"/>
                </a:lnTo>
                <a:lnTo>
                  <a:pt x="436" y="100"/>
                </a:lnTo>
                <a:lnTo>
                  <a:pt x="437" y="99"/>
                </a:lnTo>
                <a:lnTo>
                  <a:pt x="438" y="99"/>
                </a:lnTo>
                <a:lnTo>
                  <a:pt x="438" y="98"/>
                </a:lnTo>
                <a:lnTo>
                  <a:pt x="439" y="98"/>
                </a:lnTo>
                <a:lnTo>
                  <a:pt x="440" y="98"/>
                </a:lnTo>
                <a:lnTo>
                  <a:pt x="440" y="99"/>
                </a:lnTo>
                <a:lnTo>
                  <a:pt x="441" y="99"/>
                </a:lnTo>
                <a:lnTo>
                  <a:pt x="442" y="100"/>
                </a:lnTo>
                <a:lnTo>
                  <a:pt x="442" y="99"/>
                </a:lnTo>
                <a:lnTo>
                  <a:pt x="443" y="99"/>
                </a:lnTo>
                <a:lnTo>
                  <a:pt x="444" y="100"/>
                </a:lnTo>
                <a:lnTo>
                  <a:pt x="445" y="99"/>
                </a:lnTo>
                <a:lnTo>
                  <a:pt x="445" y="98"/>
                </a:lnTo>
                <a:lnTo>
                  <a:pt x="446" y="97"/>
                </a:lnTo>
                <a:lnTo>
                  <a:pt x="447" y="96"/>
                </a:lnTo>
                <a:lnTo>
                  <a:pt x="448" y="96"/>
                </a:lnTo>
                <a:lnTo>
                  <a:pt x="448" y="97"/>
                </a:lnTo>
                <a:lnTo>
                  <a:pt x="449" y="97"/>
                </a:lnTo>
                <a:lnTo>
                  <a:pt x="449" y="96"/>
                </a:lnTo>
                <a:lnTo>
                  <a:pt x="450" y="96"/>
                </a:lnTo>
                <a:lnTo>
                  <a:pt x="451" y="96"/>
                </a:lnTo>
                <a:lnTo>
                  <a:pt x="451" y="95"/>
                </a:lnTo>
                <a:lnTo>
                  <a:pt x="451" y="96"/>
                </a:lnTo>
                <a:lnTo>
                  <a:pt x="452" y="96"/>
                </a:lnTo>
                <a:lnTo>
                  <a:pt x="452" y="97"/>
                </a:lnTo>
                <a:lnTo>
                  <a:pt x="452" y="98"/>
                </a:lnTo>
                <a:lnTo>
                  <a:pt x="452" y="99"/>
                </a:lnTo>
                <a:lnTo>
                  <a:pt x="453" y="99"/>
                </a:lnTo>
                <a:lnTo>
                  <a:pt x="453" y="100"/>
                </a:lnTo>
                <a:lnTo>
                  <a:pt x="454" y="100"/>
                </a:lnTo>
                <a:lnTo>
                  <a:pt x="454" y="101"/>
                </a:lnTo>
                <a:lnTo>
                  <a:pt x="455" y="101"/>
                </a:lnTo>
                <a:lnTo>
                  <a:pt x="455" y="100"/>
                </a:lnTo>
                <a:lnTo>
                  <a:pt x="455" y="99"/>
                </a:lnTo>
                <a:lnTo>
                  <a:pt x="456" y="99"/>
                </a:lnTo>
                <a:lnTo>
                  <a:pt x="456" y="98"/>
                </a:lnTo>
                <a:lnTo>
                  <a:pt x="457" y="99"/>
                </a:lnTo>
                <a:lnTo>
                  <a:pt x="457" y="98"/>
                </a:lnTo>
                <a:lnTo>
                  <a:pt x="458" y="97"/>
                </a:lnTo>
                <a:lnTo>
                  <a:pt x="458" y="96"/>
                </a:lnTo>
                <a:lnTo>
                  <a:pt x="457" y="96"/>
                </a:lnTo>
                <a:lnTo>
                  <a:pt x="457" y="95"/>
                </a:lnTo>
                <a:lnTo>
                  <a:pt x="457" y="94"/>
                </a:lnTo>
                <a:lnTo>
                  <a:pt x="457" y="93"/>
                </a:lnTo>
                <a:lnTo>
                  <a:pt x="457" y="92"/>
                </a:lnTo>
                <a:lnTo>
                  <a:pt x="458" y="92"/>
                </a:lnTo>
                <a:lnTo>
                  <a:pt x="459" y="92"/>
                </a:lnTo>
                <a:lnTo>
                  <a:pt x="460" y="93"/>
                </a:lnTo>
                <a:lnTo>
                  <a:pt x="461" y="93"/>
                </a:lnTo>
                <a:lnTo>
                  <a:pt x="461" y="92"/>
                </a:lnTo>
                <a:lnTo>
                  <a:pt x="462" y="92"/>
                </a:lnTo>
                <a:lnTo>
                  <a:pt x="462" y="93"/>
                </a:lnTo>
                <a:lnTo>
                  <a:pt x="463" y="93"/>
                </a:lnTo>
                <a:lnTo>
                  <a:pt x="462" y="93"/>
                </a:lnTo>
                <a:lnTo>
                  <a:pt x="463" y="93"/>
                </a:lnTo>
                <a:lnTo>
                  <a:pt x="464" y="93"/>
                </a:lnTo>
                <a:lnTo>
                  <a:pt x="464" y="94"/>
                </a:lnTo>
                <a:lnTo>
                  <a:pt x="465" y="94"/>
                </a:lnTo>
                <a:lnTo>
                  <a:pt x="466" y="95"/>
                </a:lnTo>
                <a:lnTo>
                  <a:pt x="466" y="94"/>
                </a:lnTo>
                <a:lnTo>
                  <a:pt x="467" y="93"/>
                </a:lnTo>
                <a:lnTo>
                  <a:pt x="468" y="93"/>
                </a:lnTo>
                <a:lnTo>
                  <a:pt x="468" y="94"/>
                </a:lnTo>
                <a:lnTo>
                  <a:pt x="469" y="94"/>
                </a:lnTo>
                <a:lnTo>
                  <a:pt x="468" y="94"/>
                </a:lnTo>
                <a:lnTo>
                  <a:pt x="468" y="95"/>
                </a:lnTo>
                <a:lnTo>
                  <a:pt x="468" y="96"/>
                </a:lnTo>
                <a:lnTo>
                  <a:pt x="469" y="96"/>
                </a:lnTo>
                <a:lnTo>
                  <a:pt x="469" y="97"/>
                </a:lnTo>
                <a:lnTo>
                  <a:pt x="470" y="97"/>
                </a:lnTo>
                <a:lnTo>
                  <a:pt x="471" y="97"/>
                </a:lnTo>
                <a:lnTo>
                  <a:pt x="471" y="96"/>
                </a:lnTo>
                <a:lnTo>
                  <a:pt x="471" y="95"/>
                </a:lnTo>
                <a:lnTo>
                  <a:pt x="472" y="95"/>
                </a:lnTo>
                <a:lnTo>
                  <a:pt x="472" y="94"/>
                </a:lnTo>
                <a:lnTo>
                  <a:pt x="472" y="93"/>
                </a:lnTo>
                <a:lnTo>
                  <a:pt x="472" y="92"/>
                </a:lnTo>
                <a:lnTo>
                  <a:pt x="472" y="91"/>
                </a:lnTo>
                <a:lnTo>
                  <a:pt x="473" y="90"/>
                </a:lnTo>
                <a:lnTo>
                  <a:pt x="472" y="90"/>
                </a:lnTo>
                <a:lnTo>
                  <a:pt x="473" y="89"/>
                </a:lnTo>
                <a:lnTo>
                  <a:pt x="473" y="88"/>
                </a:lnTo>
                <a:lnTo>
                  <a:pt x="473" y="87"/>
                </a:lnTo>
                <a:lnTo>
                  <a:pt x="474" y="87"/>
                </a:lnTo>
                <a:lnTo>
                  <a:pt x="475" y="87"/>
                </a:lnTo>
                <a:lnTo>
                  <a:pt x="476" y="87"/>
                </a:lnTo>
                <a:lnTo>
                  <a:pt x="475" y="87"/>
                </a:lnTo>
                <a:lnTo>
                  <a:pt x="475" y="88"/>
                </a:lnTo>
                <a:lnTo>
                  <a:pt x="476" y="88"/>
                </a:lnTo>
                <a:lnTo>
                  <a:pt x="477" y="88"/>
                </a:lnTo>
                <a:lnTo>
                  <a:pt x="478" y="87"/>
                </a:lnTo>
                <a:lnTo>
                  <a:pt x="477" y="87"/>
                </a:lnTo>
                <a:lnTo>
                  <a:pt x="478" y="87"/>
                </a:lnTo>
                <a:lnTo>
                  <a:pt x="479" y="86"/>
                </a:lnTo>
                <a:lnTo>
                  <a:pt x="480" y="86"/>
                </a:lnTo>
                <a:lnTo>
                  <a:pt x="481" y="86"/>
                </a:lnTo>
                <a:lnTo>
                  <a:pt x="482" y="85"/>
                </a:lnTo>
                <a:lnTo>
                  <a:pt x="482" y="86"/>
                </a:lnTo>
                <a:lnTo>
                  <a:pt x="483" y="86"/>
                </a:lnTo>
                <a:lnTo>
                  <a:pt x="483" y="87"/>
                </a:lnTo>
                <a:lnTo>
                  <a:pt x="484" y="86"/>
                </a:lnTo>
                <a:lnTo>
                  <a:pt x="484" y="85"/>
                </a:lnTo>
                <a:lnTo>
                  <a:pt x="485" y="85"/>
                </a:lnTo>
                <a:lnTo>
                  <a:pt x="485" y="84"/>
                </a:lnTo>
                <a:lnTo>
                  <a:pt x="485" y="83"/>
                </a:lnTo>
                <a:lnTo>
                  <a:pt x="486" y="83"/>
                </a:lnTo>
                <a:lnTo>
                  <a:pt x="486" y="82"/>
                </a:lnTo>
                <a:lnTo>
                  <a:pt x="486" y="83"/>
                </a:lnTo>
                <a:lnTo>
                  <a:pt x="487" y="83"/>
                </a:lnTo>
                <a:lnTo>
                  <a:pt x="488" y="83"/>
                </a:lnTo>
                <a:lnTo>
                  <a:pt x="489" y="84"/>
                </a:lnTo>
                <a:lnTo>
                  <a:pt x="489" y="85"/>
                </a:lnTo>
                <a:lnTo>
                  <a:pt x="490" y="86"/>
                </a:lnTo>
                <a:lnTo>
                  <a:pt x="491" y="86"/>
                </a:lnTo>
                <a:lnTo>
                  <a:pt x="491" y="87"/>
                </a:lnTo>
                <a:lnTo>
                  <a:pt x="491" y="86"/>
                </a:lnTo>
                <a:lnTo>
                  <a:pt x="492" y="87"/>
                </a:lnTo>
                <a:lnTo>
                  <a:pt x="493" y="87"/>
                </a:lnTo>
                <a:lnTo>
                  <a:pt x="493" y="86"/>
                </a:lnTo>
                <a:lnTo>
                  <a:pt x="492" y="86"/>
                </a:lnTo>
                <a:lnTo>
                  <a:pt x="493" y="85"/>
                </a:lnTo>
                <a:lnTo>
                  <a:pt x="494" y="85"/>
                </a:lnTo>
                <a:lnTo>
                  <a:pt x="494" y="84"/>
                </a:lnTo>
                <a:lnTo>
                  <a:pt x="495" y="84"/>
                </a:lnTo>
                <a:lnTo>
                  <a:pt x="496" y="84"/>
                </a:lnTo>
                <a:lnTo>
                  <a:pt x="497" y="84"/>
                </a:lnTo>
                <a:lnTo>
                  <a:pt x="498" y="84"/>
                </a:lnTo>
                <a:lnTo>
                  <a:pt x="499" y="84"/>
                </a:lnTo>
                <a:lnTo>
                  <a:pt x="498" y="84"/>
                </a:lnTo>
                <a:lnTo>
                  <a:pt x="498" y="83"/>
                </a:lnTo>
                <a:lnTo>
                  <a:pt x="498" y="82"/>
                </a:lnTo>
                <a:lnTo>
                  <a:pt x="499" y="82"/>
                </a:lnTo>
                <a:lnTo>
                  <a:pt x="500" y="82"/>
                </a:lnTo>
                <a:lnTo>
                  <a:pt x="500" y="81"/>
                </a:lnTo>
                <a:lnTo>
                  <a:pt x="501" y="81"/>
                </a:lnTo>
                <a:lnTo>
                  <a:pt x="502" y="81"/>
                </a:lnTo>
                <a:lnTo>
                  <a:pt x="503" y="80"/>
                </a:lnTo>
                <a:lnTo>
                  <a:pt x="504" y="80"/>
                </a:lnTo>
                <a:lnTo>
                  <a:pt x="505" y="80"/>
                </a:lnTo>
                <a:lnTo>
                  <a:pt x="505" y="79"/>
                </a:lnTo>
                <a:lnTo>
                  <a:pt x="506" y="79"/>
                </a:lnTo>
                <a:lnTo>
                  <a:pt x="506" y="78"/>
                </a:lnTo>
                <a:lnTo>
                  <a:pt x="507" y="78"/>
                </a:lnTo>
                <a:lnTo>
                  <a:pt x="508" y="77"/>
                </a:lnTo>
                <a:lnTo>
                  <a:pt x="509" y="77"/>
                </a:lnTo>
                <a:lnTo>
                  <a:pt x="509" y="78"/>
                </a:lnTo>
                <a:lnTo>
                  <a:pt x="510" y="78"/>
                </a:lnTo>
                <a:lnTo>
                  <a:pt x="511" y="78"/>
                </a:lnTo>
                <a:lnTo>
                  <a:pt x="512" y="78"/>
                </a:lnTo>
                <a:lnTo>
                  <a:pt x="513" y="79"/>
                </a:lnTo>
                <a:lnTo>
                  <a:pt x="513" y="80"/>
                </a:lnTo>
                <a:lnTo>
                  <a:pt x="514" y="80"/>
                </a:lnTo>
                <a:lnTo>
                  <a:pt x="514" y="79"/>
                </a:lnTo>
                <a:lnTo>
                  <a:pt x="514" y="78"/>
                </a:lnTo>
                <a:lnTo>
                  <a:pt x="514" y="77"/>
                </a:lnTo>
                <a:lnTo>
                  <a:pt x="514" y="76"/>
                </a:lnTo>
                <a:lnTo>
                  <a:pt x="515" y="76"/>
                </a:lnTo>
                <a:lnTo>
                  <a:pt x="516" y="76"/>
                </a:lnTo>
                <a:lnTo>
                  <a:pt x="517" y="75"/>
                </a:lnTo>
                <a:lnTo>
                  <a:pt x="517" y="74"/>
                </a:lnTo>
                <a:lnTo>
                  <a:pt x="518" y="74"/>
                </a:lnTo>
                <a:lnTo>
                  <a:pt x="519" y="74"/>
                </a:lnTo>
                <a:lnTo>
                  <a:pt x="519" y="75"/>
                </a:lnTo>
                <a:lnTo>
                  <a:pt x="520" y="75"/>
                </a:lnTo>
                <a:lnTo>
                  <a:pt x="521" y="75"/>
                </a:lnTo>
                <a:lnTo>
                  <a:pt x="521" y="76"/>
                </a:lnTo>
                <a:lnTo>
                  <a:pt x="522" y="76"/>
                </a:lnTo>
                <a:lnTo>
                  <a:pt x="522" y="77"/>
                </a:lnTo>
                <a:lnTo>
                  <a:pt x="523" y="77"/>
                </a:lnTo>
                <a:lnTo>
                  <a:pt x="523" y="76"/>
                </a:lnTo>
                <a:lnTo>
                  <a:pt x="524" y="77"/>
                </a:lnTo>
                <a:lnTo>
                  <a:pt x="525" y="78"/>
                </a:lnTo>
                <a:lnTo>
                  <a:pt x="525" y="79"/>
                </a:lnTo>
                <a:lnTo>
                  <a:pt x="526" y="79"/>
                </a:lnTo>
                <a:lnTo>
                  <a:pt x="526" y="80"/>
                </a:lnTo>
                <a:lnTo>
                  <a:pt x="527" y="80"/>
                </a:lnTo>
                <a:lnTo>
                  <a:pt x="527" y="81"/>
                </a:lnTo>
                <a:lnTo>
                  <a:pt x="527" y="82"/>
                </a:lnTo>
                <a:lnTo>
                  <a:pt x="528" y="82"/>
                </a:lnTo>
                <a:lnTo>
                  <a:pt x="529" y="82"/>
                </a:lnTo>
                <a:lnTo>
                  <a:pt x="529" y="83"/>
                </a:lnTo>
                <a:lnTo>
                  <a:pt x="528" y="83"/>
                </a:lnTo>
                <a:lnTo>
                  <a:pt x="529" y="83"/>
                </a:lnTo>
                <a:lnTo>
                  <a:pt x="529" y="84"/>
                </a:lnTo>
                <a:lnTo>
                  <a:pt x="530" y="84"/>
                </a:lnTo>
                <a:lnTo>
                  <a:pt x="531" y="85"/>
                </a:lnTo>
                <a:lnTo>
                  <a:pt x="531" y="86"/>
                </a:lnTo>
                <a:lnTo>
                  <a:pt x="531" y="87"/>
                </a:lnTo>
                <a:lnTo>
                  <a:pt x="532" y="87"/>
                </a:lnTo>
                <a:lnTo>
                  <a:pt x="532" y="88"/>
                </a:lnTo>
                <a:lnTo>
                  <a:pt x="531" y="88"/>
                </a:lnTo>
                <a:lnTo>
                  <a:pt x="532" y="89"/>
                </a:lnTo>
                <a:lnTo>
                  <a:pt x="532" y="90"/>
                </a:lnTo>
                <a:lnTo>
                  <a:pt x="533" y="91"/>
                </a:lnTo>
                <a:lnTo>
                  <a:pt x="532" y="91"/>
                </a:lnTo>
                <a:lnTo>
                  <a:pt x="533" y="92"/>
                </a:lnTo>
                <a:lnTo>
                  <a:pt x="534" y="92"/>
                </a:lnTo>
                <a:lnTo>
                  <a:pt x="535" y="92"/>
                </a:lnTo>
                <a:lnTo>
                  <a:pt x="536" y="91"/>
                </a:lnTo>
                <a:lnTo>
                  <a:pt x="537" y="92"/>
                </a:lnTo>
                <a:lnTo>
                  <a:pt x="538" y="91"/>
                </a:lnTo>
                <a:lnTo>
                  <a:pt x="538" y="92"/>
                </a:lnTo>
                <a:lnTo>
                  <a:pt x="539" y="92"/>
                </a:lnTo>
                <a:lnTo>
                  <a:pt x="540" y="92"/>
                </a:lnTo>
                <a:lnTo>
                  <a:pt x="540" y="93"/>
                </a:lnTo>
                <a:lnTo>
                  <a:pt x="542" y="93"/>
                </a:lnTo>
                <a:lnTo>
                  <a:pt x="542" y="94"/>
                </a:lnTo>
                <a:lnTo>
                  <a:pt x="543" y="94"/>
                </a:lnTo>
                <a:lnTo>
                  <a:pt x="543" y="95"/>
                </a:lnTo>
                <a:lnTo>
                  <a:pt x="543" y="96"/>
                </a:lnTo>
                <a:lnTo>
                  <a:pt x="543" y="97"/>
                </a:lnTo>
                <a:lnTo>
                  <a:pt x="542" y="97"/>
                </a:lnTo>
                <a:lnTo>
                  <a:pt x="542" y="98"/>
                </a:lnTo>
                <a:lnTo>
                  <a:pt x="543" y="98"/>
                </a:lnTo>
                <a:lnTo>
                  <a:pt x="543" y="99"/>
                </a:lnTo>
                <a:lnTo>
                  <a:pt x="544" y="99"/>
                </a:lnTo>
                <a:lnTo>
                  <a:pt x="545" y="99"/>
                </a:lnTo>
                <a:lnTo>
                  <a:pt x="545" y="100"/>
                </a:lnTo>
                <a:lnTo>
                  <a:pt x="546" y="100"/>
                </a:lnTo>
                <a:lnTo>
                  <a:pt x="547" y="99"/>
                </a:lnTo>
                <a:lnTo>
                  <a:pt x="548" y="99"/>
                </a:lnTo>
                <a:lnTo>
                  <a:pt x="548" y="100"/>
                </a:lnTo>
                <a:lnTo>
                  <a:pt x="549" y="99"/>
                </a:lnTo>
                <a:lnTo>
                  <a:pt x="550" y="99"/>
                </a:lnTo>
                <a:lnTo>
                  <a:pt x="550" y="98"/>
                </a:lnTo>
                <a:lnTo>
                  <a:pt x="551" y="97"/>
                </a:lnTo>
                <a:lnTo>
                  <a:pt x="551" y="98"/>
                </a:lnTo>
                <a:lnTo>
                  <a:pt x="551" y="97"/>
                </a:lnTo>
                <a:lnTo>
                  <a:pt x="552" y="97"/>
                </a:lnTo>
                <a:lnTo>
                  <a:pt x="552" y="96"/>
                </a:lnTo>
                <a:lnTo>
                  <a:pt x="552" y="97"/>
                </a:lnTo>
                <a:lnTo>
                  <a:pt x="553" y="97"/>
                </a:lnTo>
                <a:lnTo>
                  <a:pt x="554" y="98"/>
                </a:lnTo>
                <a:lnTo>
                  <a:pt x="554" y="97"/>
                </a:lnTo>
                <a:lnTo>
                  <a:pt x="555" y="97"/>
                </a:lnTo>
                <a:lnTo>
                  <a:pt x="555" y="98"/>
                </a:lnTo>
                <a:lnTo>
                  <a:pt x="556" y="98"/>
                </a:lnTo>
                <a:lnTo>
                  <a:pt x="556" y="97"/>
                </a:lnTo>
                <a:lnTo>
                  <a:pt x="557" y="97"/>
                </a:lnTo>
                <a:lnTo>
                  <a:pt x="558" y="97"/>
                </a:lnTo>
                <a:lnTo>
                  <a:pt x="558" y="96"/>
                </a:lnTo>
                <a:lnTo>
                  <a:pt x="557" y="96"/>
                </a:lnTo>
                <a:lnTo>
                  <a:pt x="557" y="95"/>
                </a:lnTo>
                <a:lnTo>
                  <a:pt x="556" y="94"/>
                </a:lnTo>
                <a:lnTo>
                  <a:pt x="555" y="94"/>
                </a:lnTo>
                <a:lnTo>
                  <a:pt x="555" y="93"/>
                </a:lnTo>
                <a:lnTo>
                  <a:pt x="555" y="92"/>
                </a:lnTo>
                <a:lnTo>
                  <a:pt x="554" y="92"/>
                </a:lnTo>
                <a:lnTo>
                  <a:pt x="554" y="91"/>
                </a:lnTo>
                <a:lnTo>
                  <a:pt x="553" y="91"/>
                </a:lnTo>
                <a:lnTo>
                  <a:pt x="553" y="90"/>
                </a:lnTo>
                <a:lnTo>
                  <a:pt x="552" y="90"/>
                </a:lnTo>
                <a:lnTo>
                  <a:pt x="552" y="89"/>
                </a:lnTo>
                <a:lnTo>
                  <a:pt x="552" y="88"/>
                </a:lnTo>
                <a:lnTo>
                  <a:pt x="552" y="87"/>
                </a:lnTo>
                <a:lnTo>
                  <a:pt x="551" y="87"/>
                </a:lnTo>
                <a:lnTo>
                  <a:pt x="550" y="87"/>
                </a:lnTo>
                <a:lnTo>
                  <a:pt x="550" y="86"/>
                </a:lnTo>
                <a:lnTo>
                  <a:pt x="551" y="86"/>
                </a:lnTo>
                <a:lnTo>
                  <a:pt x="552" y="86"/>
                </a:lnTo>
                <a:lnTo>
                  <a:pt x="553" y="86"/>
                </a:lnTo>
                <a:lnTo>
                  <a:pt x="553" y="85"/>
                </a:lnTo>
                <a:lnTo>
                  <a:pt x="554" y="85"/>
                </a:lnTo>
                <a:lnTo>
                  <a:pt x="554" y="84"/>
                </a:lnTo>
                <a:lnTo>
                  <a:pt x="554" y="83"/>
                </a:lnTo>
                <a:lnTo>
                  <a:pt x="553" y="83"/>
                </a:lnTo>
                <a:lnTo>
                  <a:pt x="552" y="83"/>
                </a:lnTo>
                <a:lnTo>
                  <a:pt x="551" y="82"/>
                </a:lnTo>
                <a:lnTo>
                  <a:pt x="551" y="81"/>
                </a:lnTo>
                <a:lnTo>
                  <a:pt x="550" y="80"/>
                </a:lnTo>
                <a:lnTo>
                  <a:pt x="549" y="80"/>
                </a:lnTo>
                <a:lnTo>
                  <a:pt x="549" y="79"/>
                </a:lnTo>
                <a:lnTo>
                  <a:pt x="549" y="78"/>
                </a:lnTo>
                <a:lnTo>
                  <a:pt x="550" y="78"/>
                </a:lnTo>
                <a:lnTo>
                  <a:pt x="550" y="77"/>
                </a:lnTo>
                <a:lnTo>
                  <a:pt x="551" y="76"/>
                </a:lnTo>
                <a:lnTo>
                  <a:pt x="551" y="75"/>
                </a:lnTo>
                <a:lnTo>
                  <a:pt x="550" y="74"/>
                </a:lnTo>
                <a:lnTo>
                  <a:pt x="551" y="73"/>
                </a:lnTo>
                <a:lnTo>
                  <a:pt x="551" y="72"/>
                </a:lnTo>
                <a:lnTo>
                  <a:pt x="551" y="71"/>
                </a:lnTo>
                <a:lnTo>
                  <a:pt x="551" y="70"/>
                </a:lnTo>
                <a:lnTo>
                  <a:pt x="552" y="69"/>
                </a:lnTo>
                <a:lnTo>
                  <a:pt x="552" y="70"/>
                </a:lnTo>
                <a:lnTo>
                  <a:pt x="553" y="69"/>
                </a:lnTo>
                <a:lnTo>
                  <a:pt x="552" y="69"/>
                </a:lnTo>
                <a:lnTo>
                  <a:pt x="552" y="68"/>
                </a:lnTo>
                <a:lnTo>
                  <a:pt x="552" y="67"/>
                </a:lnTo>
                <a:lnTo>
                  <a:pt x="553" y="67"/>
                </a:lnTo>
                <a:lnTo>
                  <a:pt x="552" y="67"/>
                </a:lnTo>
                <a:lnTo>
                  <a:pt x="553" y="67"/>
                </a:lnTo>
                <a:lnTo>
                  <a:pt x="554" y="67"/>
                </a:lnTo>
                <a:lnTo>
                  <a:pt x="554" y="66"/>
                </a:lnTo>
                <a:lnTo>
                  <a:pt x="554" y="65"/>
                </a:lnTo>
                <a:lnTo>
                  <a:pt x="554" y="64"/>
                </a:lnTo>
                <a:lnTo>
                  <a:pt x="554" y="63"/>
                </a:lnTo>
                <a:lnTo>
                  <a:pt x="555" y="63"/>
                </a:lnTo>
                <a:lnTo>
                  <a:pt x="555" y="62"/>
                </a:lnTo>
                <a:lnTo>
                  <a:pt x="556" y="62"/>
                </a:lnTo>
                <a:lnTo>
                  <a:pt x="557" y="62"/>
                </a:lnTo>
                <a:lnTo>
                  <a:pt x="557" y="63"/>
                </a:lnTo>
                <a:lnTo>
                  <a:pt x="558" y="63"/>
                </a:lnTo>
                <a:lnTo>
                  <a:pt x="558" y="64"/>
                </a:lnTo>
                <a:lnTo>
                  <a:pt x="559" y="64"/>
                </a:lnTo>
                <a:lnTo>
                  <a:pt x="559" y="65"/>
                </a:lnTo>
                <a:lnTo>
                  <a:pt x="559" y="66"/>
                </a:lnTo>
                <a:lnTo>
                  <a:pt x="559" y="67"/>
                </a:lnTo>
                <a:lnTo>
                  <a:pt x="559" y="66"/>
                </a:lnTo>
                <a:lnTo>
                  <a:pt x="560" y="66"/>
                </a:lnTo>
                <a:lnTo>
                  <a:pt x="561" y="66"/>
                </a:lnTo>
                <a:lnTo>
                  <a:pt x="562" y="66"/>
                </a:lnTo>
                <a:lnTo>
                  <a:pt x="562" y="65"/>
                </a:lnTo>
                <a:lnTo>
                  <a:pt x="563" y="65"/>
                </a:lnTo>
                <a:lnTo>
                  <a:pt x="563" y="64"/>
                </a:lnTo>
                <a:lnTo>
                  <a:pt x="562" y="64"/>
                </a:lnTo>
                <a:lnTo>
                  <a:pt x="561" y="64"/>
                </a:lnTo>
                <a:lnTo>
                  <a:pt x="561" y="63"/>
                </a:lnTo>
                <a:lnTo>
                  <a:pt x="561" y="62"/>
                </a:lnTo>
                <a:lnTo>
                  <a:pt x="561" y="61"/>
                </a:lnTo>
                <a:lnTo>
                  <a:pt x="561" y="60"/>
                </a:lnTo>
                <a:lnTo>
                  <a:pt x="560" y="60"/>
                </a:lnTo>
                <a:lnTo>
                  <a:pt x="560" y="59"/>
                </a:lnTo>
                <a:lnTo>
                  <a:pt x="561" y="59"/>
                </a:lnTo>
                <a:lnTo>
                  <a:pt x="562" y="59"/>
                </a:lnTo>
                <a:lnTo>
                  <a:pt x="563" y="59"/>
                </a:lnTo>
                <a:lnTo>
                  <a:pt x="563" y="60"/>
                </a:lnTo>
                <a:lnTo>
                  <a:pt x="564" y="60"/>
                </a:lnTo>
                <a:lnTo>
                  <a:pt x="564" y="61"/>
                </a:lnTo>
                <a:lnTo>
                  <a:pt x="565" y="61"/>
                </a:lnTo>
                <a:lnTo>
                  <a:pt x="566" y="61"/>
                </a:lnTo>
                <a:lnTo>
                  <a:pt x="567" y="61"/>
                </a:lnTo>
                <a:lnTo>
                  <a:pt x="568" y="62"/>
                </a:lnTo>
                <a:lnTo>
                  <a:pt x="569" y="61"/>
                </a:lnTo>
                <a:lnTo>
                  <a:pt x="570" y="61"/>
                </a:lnTo>
                <a:lnTo>
                  <a:pt x="570" y="63"/>
                </a:lnTo>
                <a:lnTo>
                  <a:pt x="571" y="63"/>
                </a:lnTo>
                <a:lnTo>
                  <a:pt x="572" y="63"/>
                </a:lnTo>
                <a:lnTo>
                  <a:pt x="572" y="62"/>
                </a:lnTo>
                <a:lnTo>
                  <a:pt x="573" y="62"/>
                </a:lnTo>
                <a:lnTo>
                  <a:pt x="574" y="63"/>
                </a:lnTo>
                <a:lnTo>
                  <a:pt x="574" y="64"/>
                </a:lnTo>
                <a:lnTo>
                  <a:pt x="575" y="64"/>
                </a:lnTo>
                <a:lnTo>
                  <a:pt x="575" y="65"/>
                </a:lnTo>
                <a:lnTo>
                  <a:pt x="576" y="65"/>
                </a:lnTo>
                <a:lnTo>
                  <a:pt x="576" y="66"/>
                </a:lnTo>
                <a:lnTo>
                  <a:pt x="576" y="67"/>
                </a:lnTo>
                <a:lnTo>
                  <a:pt x="577" y="67"/>
                </a:lnTo>
                <a:lnTo>
                  <a:pt x="577" y="68"/>
                </a:lnTo>
                <a:lnTo>
                  <a:pt x="578" y="68"/>
                </a:lnTo>
                <a:lnTo>
                  <a:pt x="579" y="68"/>
                </a:lnTo>
                <a:lnTo>
                  <a:pt x="579" y="69"/>
                </a:lnTo>
                <a:lnTo>
                  <a:pt x="580" y="69"/>
                </a:lnTo>
                <a:lnTo>
                  <a:pt x="580" y="68"/>
                </a:lnTo>
                <a:lnTo>
                  <a:pt x="581" y="68"/>
                </a:lnTo>
                <a:lnTo>
                  <a:pt x="582" y="68"/>
                </a:lnTo>
                <a:lnTo>
                  <a:pt x="583" y="68"/>
                </a:lnTo>
                <a:lnTo>
                  <a:pt x="584" y="68"/>
                </a:lnTo>
                <a:lnTo>
                  <a:pt x="584" y="69"/>
                </a:lnTo>
                <a:lnTo>
                  <a:pt x="584" y="68"/>
                </a:lnTo>
                <a:lnTo>
                  <a:pt x="585" y="68"/>
                </a:lnTo>
                <a:lnTo>
                  <a:pt x="586" y="67"/>
                </a:lnTo>
                <a:lnTo>
                  <a:pt x="587" y="67"/>
                </a:lnTo>
                <a:lnTo>
                  <a:pt x="587" y="66"/>
                </a:lnTo>
                <a:lnTo>
                  <a:pt x="588" y="65"/>
                </a:lnTo>
                <a:lnTo>
                  <a:pt x="589" y="65"/>
                </a:lnTo>
                <a:lnTo>
                  <a:pt x="589" y="66"/>
                </a:lnTo>
                <a:lnTo>
                  <a:pt x="590" y="67"/>
                </a:lnTo>
                <a:lnTo>
                  <a:pt x="591" y="68"/>
                </a:lnTo>
                <a:lnTo>
                  <a:pt x="591" y="69"/>
                </a:lnTo>
                <a:lnTo>
                  <a:pt x="591" y="70"/>
                </a:lnTo>
                <a:lnTo>
                  <a:pt x="592" y="70"/>
                </a:lnTo>
                <a:lnTo>
                  <a:pt x="593" y="70"/>
                </a:lnTo>
                <a:lnTo>
                  <a:pt x="594" y="70"/>
                </a:lnTo>
                <a:lnTo>
                  <a:pt x="594" y="71"/>
                </a:lnTo>
                <a:lnTo>
                  <a:pt x="593" y="72"/>
                </a:lnTo>
                <a:lnTo>
                  <a:pt x="592" y="73"/>
                </a:lnTo>
                <a:lnTo>
                  <a:pt x="593" y="73"/>
                </a:lnTo>
                <a:lnTo>
                  <a:pt x="593" y="74"/>
                </a:lnTo>
                <a:lnTo>
                  <a:pt x="594" y="74"/>
                </a:lnTo>
                <a:lnTo>
                  <a:pt x="595" y="73"/>
                </a:lnTo>
                <a:lnTo>
                  <a:pt x="596" y="73"/>
                </a:lnTo>
                <a:lnTo>
                  <a:pt x="597" y="73"/>
                </a:lnTo>
                <a:lnTo>
                  <a:pt x="598" y="73"/>
                </a:lnTo>
                <a:lnTo>
                  <a:pt x="599" y="72"/>
                </a:lnTo>
                <a:lnTo>
                  <a:pt x="600" y="71"/>
                </a:lnTo>
                <a:lnTo>
                  <a:pt x="601" y="71"/>
                </a:lnTo>
                <a:lnTo>
                  <a:pt x="602" y="71"/>
                </a:lnTo>
                <a:lnTo>
                  <a:pt x="602" y="70"/>
                </a:lnTo>
                <a:lnTo>
                  <a:pt x="603" y="70"/>
                </a:lnTo>
                <a:lnTo>
                  <a:pt x="603" y="69"/>
                </a:lnTo>
                <a:lnTo>
                  <a:pt x="603" y="68"/>
                </a:lnTo>
                <a:lnTo>
                  <a:pt x="603" y="67"/>
                </a:lnTo>
                <a:lnTo>
                  <a:pt x="604" y="67"/>
                </a:lnTo>
                <a:lnTo>
                  <a:pt x="604" y="66"/>
                </a:lnTo>
                <a:lnTo>
                  <a:pt x="605" y="66"/>
                </a:lnTo>
                <a:lnTo>
                  <a:pt x="605" y="65"/>
                </a:lnTo>
                <a:lnTo>
                  <a:pt x="606" y="65"/>
                </a:lnTo>
                <a:lnTo>
                  <a:pt x="607" y="65"/>
                </a:lnTo>
                <a:lnTo>
                  <a:pt x="607" y="66"/>
                </a:lnTo>
                <a:lnTo>
                  <a:pt x="607" y="67"/>
                </a:lnTo>
                <a:lnTo>
                  <a:pt x="607" y="68"/>
                </a:lnTo>
                <a:lnTo>
                  <a:pt x="608" y="68"/>
                </a:lnTo>
                <a:lnTo>
                  <a:pt x="609" y="68"/>
                </a:lnTo>
                <a:lnTo>
                  <a:pt x="609" y="69"/>
                </a:lnTo>
                <a:lnTo>
                  <a:pt x="608" y="70"/>
                </a:lnTo>
                <a:lnTo>
                  <a:pt x="607" y="70"/>
                </a:lnTo>
                <a:lnTo>
                  <a:pt x="605" y="71"/>
                </a:lnTo>
                <a:lnTo>
                  <a:pt x="605" y="72"/>
                </a:lnTo>
                <a:lnTo>
                  <a:pt x="605" y="73"/>
                </a:lnTo>
                <a:lnTo>
                  <a:pt x="606" y="73"/>
                </a:lnTo>
                <a:lnTo>
                  <a:pt x="606" y="74"/>
                </a:lnTo>
                <a:lnTo>
                  <a:pt x="607" y="74"/>
                </a:lnTo>
                <a:lnTo>
                  <a:pt x="608" y="75"/>
                </a:lnTo>
                <a:lnTo>
                  <a:pt x="608" y="76"/>
                </a:lnTo>
                <a:lnTo>
                  <a:pt x="609" y="76"/>
                </a:lnTo>
                <a:lnTo>
                  <a:pt x="609" y="77"/>
                </a:lnTo>
                <a:lnTo>
                  <a:pt x="609" y="78"/>
                </a:lnTo>
                <a:lnTo>
                  <a:pt x="609" y="79"/>
                </a:lnTo>
                <a:lnTo>
                  <a:pt x="610" y="79"/>
                </a:lnTo>
                <a:lnTo>
                  <a:pt x="610" y="80"/>
                </a:lnTo>
                <a:lnTo>
                  <a:pt x="611" y="80"/>
                </a:lnTo>
                <a:lnTo>
                  <a:pt x="611" y="81"/>
                </a:lnTo>
                <a:lnTo>
                  <a:pt x="611" y="82"/>
                </a:lnTo>
                <a:lnTo>
                  <a:pt x="612" y="82"/>
                </a:lnTo>
                <a:lnTo>
                  <a:pt x="613" y="82"/>
                </a:lnTo>
                <a:lnTo>
                  <a:pt x="614" y="81"/>
                </a:lnTo>
                <a:lnTo>
                  <a:pt x="615" y="81"/>
                </a:lnTo>
                <a:lnTo>
                  <a:pt x="615" y="82"/>
                </a:lnTo>
                <a:lnTo>
                  <a:pt x="616" y="82"/>
                </a:lnTo>
                <a:lnTo>
                  <a:pt x="616" y="83"/>
                </a:lnTo>
                <a:lnTo>
                  <a:pt x="617" y="83"/>
                </a:lnTo>
                <a:lnTo>
                  <a:pt x="617" y="84"/>
                </a:lnTo>
                <a:lnTo>
                  <a:pt x="616" y="85"/>
                </a:lnTo>
                <a:lnTo>
                  <a:pt x="617" y="85"/>
                </a:lnTo>
                <a:lnTo>
                  <a:pt x="617" y="86"/>
                </a:lnTo>
                <a:lnTo>
                  <a:pt x="616" y="86"/>
                </a:lnTo>
                <a:lnTo>
                  <a:pt x="617" y="87"/>
                </a:lnTo>
                <a:lnTo>
                  <a:pt x="618" y="88"/>
                </a:lnTo>
                <a:lnTo>
                  <a:pt x="618" y="89"/>
                </a:lnTo>
                <a:lnTo>
                  <a:pt x="617" y="89"/>
                </a:lnTo>
                <a:lnTo>
                  <a:pt x="618" y="90"/>
                </a:lnTo>
                <a:lnTo>
                  <a:pt x="617" y="90"/>
                </a:lnTo>
                <a:lnTo>
                  <a:pt x="617" y="91"/>
                </a:lnTo>
                <a:lnTo>
                  <a:pt x="617" y="92"/>
                </a:lnTo>
                <a:lnTo>
                  <a:pt x="618" y="92"/>
                </a:lnTo>
                <a:lnTo>
                  <a:pt x="619" y="93"/>
                </a:lnTo>
                <a:lnTo>
                  <a:pt x="620" y="93"/>
                </a:lnTo>
                <a:lnTo>
                  <a:pt x="620" y="92"/>
                </a:lnTo>
                <a:lnTo>
                  <a:pt x="621" y="92"/>
                </a:lnTo>
                <a:lnTo>
                  <a:pt x="621" y="93"/>
                </a:lnTo>
                <a:lnTo>
                  <a:pt x="622" y="92"/>
                </a:lnTo>
                <a:lnTo>
                  <a:pt x="622" y="91"/>
                </a:lnTo>
                <a:lnTo>
                  <a:pt x="623" y="91"/>
                </a:lnTo>
                <a:lnTo>
                  <a:pt x="623" y="90"/>
                </a:lnTo>
                <a:lnTo>
                  <a:pt x="624" y="90"/>
                </a:lnTo>
                <a:lnTo>
                  <a:pt x="625" y="89"/>
                </a:lnTo>
                <a:lnTo>
                  <a:pt x="625" y="88"/>
                </a:lnTo>
                <a:lnTo>
                  <a:pt x="626" y="88"/>
                </a:lnTo>
                <a:lnTo>
                  <a:pt x="626" y="89"/>
                </a:lnTo>
                <a:lnTo>
                  <a:pt x="627" y="89"/>
                </a:lnTo>
                <a:lnTo>
                  <a:pt x="628" y="89"/>
                </a:lnTo>
                <a:lnTo>
                  <a:pt x="629" y="89"/>
                </a:lnTo>
                <a:lnTo>
                  <a:pt x="629" y="88"/>
                </a:lnTo>
                <a:lnTo>
                  <a:pt x="630" y="88"/>
                </a:lnTo>
                <a:lnTo>
                  <a:pt x="631" y="88"/>
                </a:lnTo>
                <a:lnTo>
                  <a:pt x="632" y="88"/>
                </a:lnTo>
                <a:lnTo>
                  <a:pt x="632" y="87"/>
                </a:lnTo>
                <a:lnTo>
                  <a:pt x="634" y="87"/>
                </a:lnTo>
                <a:lnTo>
                  <a:pt x="634" y="88"/>
                </a:lnTo>
                <a:lnTo>
                  <a:pt x="635" y="88"/>
                </a:lnTo>
                <a:lnTo>
                  <a:pt x="635" y="87"/>
                </a:lnTo>
                <a:lnTo>
                  <a:pt x="636" y="87"/>
                </a:lnTo>
                <a:lnTo>
                  <a:pt x="637" y="87"/>
                </a:lnTo>
                <a:lnTo>
                  <a:pt x="638" y="87"/>
                </a:lnTo>
                <a:lnTo>
                  <a:pt x="639" y="88"/>
                </a:lnTo>
                <a:lnTo>
                  <a:pt x="640" y="87"/>
                </a:lnTo>
                <a:lnTo>
                  <a:pt x="641" y="87"/>
                </a:lnTo>
                <a:lnTo>
                  <a:pt x="641" y="86"/>
                </a:lnTo>
                <a:lnTo>
                  <a:pt x="642" y="86"/>
                </a:lnTo>
                <a:lnTo>
                  <a:pt x="642" y="85"/>
                </a:lnTo>
                <a:lnTo>
                  <a:pt x="643" y="86"/>
                </a:lnTo>
                <a:lnTo>
                  <a:pt x="644" y="86"/>
                </a:lnTo>
                <a:lnTo>
                  <a:pt x="644" y="87"/>
                </a:lnTo>
                <a:lnTo>
                  <a:pt x="645" y="88"/>
                </a:lnTo>
                <a:lnTo>
                  <a:pt x="644" y="89"/>
                </a:lnTo>
                <a:lnTo>
                  <a:pt x="643" y="89"/>
                </a:lnTo>
                <a:lnTo>
                  <a:pt x="643" y="90"/>
                </a:lnTo>
                <a:lnTo>
                  <a:pt x="643" y="91"/>
                </a:lnTo>
                <a:lnTo>
                  <a:pt x="643" y="92"/>
                </a:lnTo>
                <a:lnTo>
                  <a:pt x="642" y="92"/>
                </a:lnTo>
                <a:lnTo>
                  <a:pt x="642" y="93"/>
                </a:lnTo>
                <a:lnTo>
                  <a:pt x="642" y="94"/>
                </a:lnTo>
                <a:lnTo>
                  <a:pt x="641" y="94"/>
                </a:lnTo>
                <a:lnTo>
                  <a:pt x="640" y="95"/>
                </a:lnTo>
                <a:lnTo>
                  <a:pt x="640" y="96"/>
                </a:lnTo>
                <a:lnTo>
                  <a:pt x="640" y="97"/>
                </a:lnTo>
                <a:lnTo>
                  <a:pt x="641" y="97"/>
                </a:lnTo>
                <a:lnTo>
                  <a:pt x="640" y="97"/>
                </a:lnTo>
                <a:lnTo>
                  <a:pt x="640" y="98"/>
                </a:lnTo>
                <a:lnTo>
                  <a:pt x="639" y="98"/>
                </a:lnTo>
                <a:lnTo>
                  <a:pt x="639" y="99"/>
                </a:lnTo>
                <a:lnTo>
                  <a:pt x="640" y="99"/>
                </a:lnTo>
                <a:lnTo>
                  <a:pt x="640" y="100"/>
                </a:lnTo>
                <a:lnTo>
                  <a:pt x="641" y="100"/>
                </a:lnTo>
                <a:lnTo>
                  <a:pt x="641" y="101"/>
                </a:lnTo>
                <a:lnTo>
                  <a:pt x="642" y="102"/>
                </a:lnTo>
                <a:lnTo>
                  <a:pt x="642" y="103"/>
                </a:lnTo>
                <a:lnTo>
                  <a:pt x="644" y="104"/>
                </a:lnTo>
                <a:lnTo>
                  <a:pt x="645" y="104"/>
                </a:lnTo>
                <a:lnTo>
                  <a:pt x="645" y="105"/>
                </a:lnTo>
                <a:lnTo>
                  <a:pt x="646" y="105"/>
                </a:lnTo>
                <a:lnTo>
                  <a:pt x="646" y="104"/>
                </a:lnTo>
                <a:lnTo>
                  <a:pt x="647" y="105"/>
                </a:lnTo>
                <a:lnTo>
                  <a:pt x="648" y="106"/>
                </a:lnTo>
                <a:lnTo>
                  <a:pt x="648" y="107"/>
                </a:lnTo>
                <a:lnTo>
                  <a:pt x="649" y="107"/>
                </a:lnTo>
                <a:lnTo>
                  <a:pt x="649" y="108"/>
                </a:lnTo>
                <a:lnTo>
                  <a:pt x="648" y="108"/>
                </a:lnTo>
                <a:lnTo>
                  <a:pt x="648" y="109"/>
                </a:lnTo>
                <a:lnTo>
                  <a:pt x="647" y="108"/>
                </a:lnTo>
                <a:lnTo>
                  <a:pt x="647" y="109"/>
                </a:lnTo>
                <a:lnTo>
                  <a:pt x="647" y="110"/>
                </a:lnTo>
                <a:lnTo>
                  <a:pt x="648" y="111"/>
                </a:lnTo>
                <a:lnTo>
                  <a:pt x="648" y="112"/>
                </a:lnTo>
                <a:lnTo>
                  <a:pt x="649" y="112"/>
                </a:lnTo>
                <a:lnTo>
                  <a:pt x="649" y="113"/>
                </a:lnTo>
                <a:lnTo>
                  <a:pt x="650" y="113"/>
                </a:lnTo>
                <a:lnTo>
                  <a:pt x="650" y="114"/>
                </a:lnTo>
                <a:lnTo>
                  <a:pt x="650" y="115"/>
                </a:lnTo>
                <a:lnTo>
                  <a:pt x="651" y="115"/>
                </a:lnTo>
                <a:lnTo>
                  <a:pt x="651" y="114"/>
                </a:lnTo>
                <a:lnTo>
                  <a:pt x="651" y="115"/>
                </a:lnTo>
                <a:lnTo>
                  <a:pt x="652" y="115"/>
                </a:lnTo>
                <a:lnTo>
                  <a:pt x="652" y="116"/>
                </a:lnTo>
                <a:lnTo>
                  <a:pt x="653" y="117"/>
                </a:lnTo>
                <a:lnTo>
                  <a:pt x="652" y="118"/>
                </a:lnTo>
                <a:lnTo>
                  <a:pt x="652" y="119"/>
                </a:lnTo>
                <a:lnTo>
                  <a:pt x="653" y="120"/>
                </a:lnTo>
                <a:lnTo>
                  <a:pt x="653" y="121"/>
                </a:lnTo>
                <a:lnTo>
                  <a:pt x="654" y="121"/>
                </a:lnTo>
                <a:lnTo>
                  <a:pt x="654" y="122"/>
                </a:lnTo>
                <a:lnTo>
                  <a:pt x="653" y="123"/>
                </a:lnTo>
                <a:lnTo>
                  <a:pt x="654" y="124"/>
                </a:lnTo>
                <a:lnTo>
                  <a:pt x="653" y="124"/>
                </a:lnTo>
                <a:lnTo>
                  <a:pt x="654" y="125"/>
                </a:lnTo>
                <a:lnTo>
                  <a:pt x="654" y="126"/>
                </a:lnTo>
                <a:lnTo>
                  <a:pt x="655" y="126"/>
                </a:lnTo>
                <a:lnTo>
                  <a:pt x="656" y="126"/>
                </a:lnTo>
                <a:lnTo>
                  <a:pt x="656" y="127"/>
                </a:lnTo>
                <a:lnTo>
                  <a:pt x="656" y="128"/>
                </a:lnTo>
                <a:lnTo>
                  <a:pt x="656" y="129"/>
                </a:lnTo>
                <a:lnTo>
                  <a:pt x="656" y="130"/>
                </a:lnTo>
                <a:lnTo>
                  <a:pt x="656" y="131"/>
                </a:lnTo>
                <a:lnTo>
                  <a:pt x="656" y="132"/>
                </a:lnTo>
                <a:lnTo>
                  <a:pt x="655" y="132"/>
                </a:lnTo>
                <a:lnTo>
                  <a:pt x="656" y="132"/>
                </a:lnTo>
                <a:lnTo>
                  <a:pt x="656" y="133"/>
                </a:lnTo>
                <a:lnTo>
                  <a:pt x="657" y="133"/>
                </a:lnTo>
                <a:lnTo>
                  <a:pt x="658" y="133"/>
                </a:lnTo>
                <a:lnTo>
                  <a:pt x="658" y="134"/>
                </a:lnTo>
                <a:lnTo>
                  <a:pt x="659" y="134"/>
                </a:lnTo>
                <a:lnTo>
                  <a:pt x="659" y="135"/>
                </a:lnTo>
                <a:lnTo>
                  <a:pt x="659" y="134"/>
                </a:lnTo>
                <a:lnTo>
                  <a:pt x="660" y="135"/>
                </a:lnTo>
                <a:lnTo>
                  <a:pt x="661" y="135"/>
                </a:lnTo>
                <a:lnTo>
                  <a:pt x="661" y="136"/>
                </a:lnTo>
                <a:lnTo>
                  <a:pt x="661" y="137"/>
                </a:lnTo>
                <a:lnTo>
                  <a:pt x="660" y="137"/>
                </a:lnTo>
                <a:lnTo>
                  <a:pt x="660" y="138"/>
                </a:lnTo>
                <a:lnTo>
                  <a:pt x="659" y="138"/>
                </a:lnTo>
                <a:lnTo>
                  <a:pt x="659" y="139"/>
                </a:lnTo>
                <a:lnTo>
                  <a:pt x="658" y="139"/>
                </a:lnTo>
                <a:lnTo>
                  <a:pt x="658" y="140"/>
                </a:lnTo>
                <a:lnTo>
                  <a:pt x="657" y="140"/>
                </a:lnTo>
                <a:lnTo>
                  <a:pt x="657" y="141"/>
                </a:lnTo>
                <a:lnTo>
                  <a:pt x="656" y="141"/>
                </a:lnTo>
                <a:lnTo>
                  <a:pt x="656" y="142"/>
                </a:lnTo>
                <a:lnTo>
                  <a:pt x="656" y="143"/>
                </a:lnTo>
                <a:lnTo>
                  <a:pt x="655" y="144"/>
                </a:lnTo>
                <a:lnTo>
                  <a:pt x="655" y="145"/>
                </a:lnTo>
                <a:lnTo>
                  <a:pt x="655" y="146"/>
                </a:lnTo>
                <a:lnTo>
                  <a:pt x="655" y="147"/>
                </a:lnTo>
                <a:lnTo>
                  <a:pt x="655" y="148"/>
                </a:lnTo>
                <a:lnTo>
                  <a:pt x="656" y="148"/>
                </a:lnTo>
                <a:lnTo>
                  <a:pt x="656" y="149"/>
                </a:lnTo>
                <a:lnTo>
                  <a:pt x="657" y="149"/>
                </a:lnTo>
                <a:lnTo>
                  <a:pt x="657" y="150"/>
                </a:lnTo>
                <a:lnTo>
                  <a:pt x="657" y="151"/>
                </a:lnTo>
                <a:lnTo>
                  <a:pt x="656" y="151"/>
                </a:lnTo>
                <a:lnTo>
                  <a:pt x="656" y="152"/>
                </a:lnTo>
                <a:lnTo>
                  <a:pt x="657" y="152"/>
                </a:lnTo>
                <a:lnTo>
                  <a:pt x="657" y="153"/>
                </a:lnTo>
                <a:lnTo>
                  <a:pt x="658" y="153"/>
                </a:lnTo>
                <a:lnTo>
                  <a:pt x="657" y="153"/>
                </a:lnTo>
                <a:lnTo>
                  <a:pt x="657" y="155"/>
                </a:lnTo>
                <a:lnTo>
                  <a:pt x="658" y="154"/>
                </a:lnTo>
                <a:lnTo>
                  <a:pt x="659" y="154"/>
                </a:lnTo>
                <a:lnTo>
                  <a:pt x="660" y="155"/>
                </a:lnTo>
                <a:lnTo>
                  <a:pt x="659" y="156"/>
                </a:lnTo>
                <a:lnTo>
                  <a:pt x="659" y="158"/>
                </a:lnTo>
                <a:lnTo>
                  <a:pt x="660" y="159"/>
                </a:lnTo>
                <a:lnTo>
                  <a:pt x="660" y="160"/>
                </a:lnTo>
                <a:lnTo>
                  <a:pt x="660" y="161"/>
                </a:lnTo>
                <a:lnTo>
                  <a:pt x="659" y="162"/>
                </a:lnTo>
                <a:lnTo>
                  <a:pt x="659" y="163"/>
                </a:lnTo>
                <a:lnTo>
                  <a:pt x="658" y="163"/>
                </a:lnTo>
                <a:lnTo>
                  <a:pt x="657" y="163"/>
                </a:lnTo>
                <a:lnTo>
                  <a:pt x="658" y="163"/>
                </a:lnTo>
                <a:lnTo>
                  <a:pt x="658" y="164"/>
                </a:lnTo>
                <a:lnTo>
                  <a:pt x="658" y="165"/>
                </a:lnTo>
                <a:lnTo>
                  <a:pt x="659" y="165"/>
                </a:lnTo>
                <a:lnTo>
                  <a:pt x="659" y="166"/>
                </a:lnTo>
                <a:lnTo>
                  <a:pt x="659" y="167"/>
                </a:lnTo>
                <a:lnTo>
                  <a:pt x="659" y="168"/>
                </a:lnTo>
                <a:lnTo>
                  <a:pt x="658" y="168"/>
                </a:lnTo>
                <a:lnTo>
                  <a:pt x="658" y="169"/>
                </a:lnTo>
                <a:lnTo>
                  <a:pt x="659" y="170"/>
                </a:lnTo>
                <a:lnTo>
                  <a:pt x="660" y="170"/>
                </a:lnTo>
                <a:lnTo>
                  <a:pt x="660" y="169"/>
                </a:lnTo>
                <a:lnTo>
                  <a:pt x="661" y="169"/>
                </a:lnTo>
                <a:lnTo>
                  <a:pt x="662" y="169"/>
                </a:lnTo>
                <a:lnTo>
                  <a:pt x="662" y="170"/>
                </a:lnTo>
                <a:lnTo>
                  <a:pt x="663" y="171"/>
                </a:lnTo>
                <a:lnTo>
                  <a:pt x="664" y="172"/>
                </a:lnTo>
                <a:lnTo>
                  <a:pt x="664" y="173"/>
                </a:lnTo>
                <a:lnTo>
                  <a:pt x="664" y="174"/>
                </a:lnTo>
                <a:lnTo>
                  <a:pt x="663" y="174"/>
                </a:lnTo>
                <a:lnTo>
                  <a:pt x="664" y="175"/>
                </a:lnTo>
                <a:lnTo>
                  <a:pt x="664" y="176"/>
                </a:lnTo>
                <a:lnTo>
                  <a:pt x="664" y="177"/>
                </a:lnTo>
                <a:lnTo>
                  <a:pt x="665" y="178"/>
                </a:lnTo>
                <a:lnTo>
                  <a:pt x="666" y="180"/>
                </a:lnTo>
                <a:lnTo>
                  <a:pt x="666" y="181"/>
                </a:lnTo>
                <a:lnTo>
                  <a:pt x="666" y="182"/>
                </a:lnTo>
                <a:lnTo>
                  <a:pt x="666" y="183"/>
                </a:lnTo>
                <a:lnTo>
                  <a:pt x="666" y="184"/>
                </a:lnTo>
                <a:lnTo>
                  <a:pt x="666" y="186"/>
                </a:lnTo>
                <a:lnTo>
                  <a:pt x="667" y="187"/>
                </a:lnTo>
                <a:lnTo>
                  <a:pt x="668" y="188"/>
                </a:lnTo>
                <a:lnTo>
                  <a:pt x="669" y="188"/>
                </a:lnTo>
                <a:lnTo>
                  <a:pt x="670" y="189"/>
                </a:lnTo>
                <a:lnTo>
                  <a:pt x="671" y="189"/>
                </a:lnTo>
                <a:lnTo>
                  <a:pt x="672" y="190"/>
                </a:lnTo>
                <a:lnTo>
                  <a:pt x="672" y="191"/>
                </a:lnTo>
                <a:lnTo>
                  <a:pt x="673" y="191"/>
                </a:lnTo>
                <a:lnTo>
                  <a:pt x="674" y="190"/>
                </a:lnTo>
                <a:lnTo>
                  <a:pt x="675" y="190"/>
                </a:lnTo>
                <a:lnTo>
                  <a:pt x="675" y="191"/>
                </a:lnTo>
                <a:lnTo>
                  <a:pt x="676" y="191"/>
                </a:lnTo>
                <a:lnTo>
                  <a:pt x="676" y="192"/>
                </a:lnTo>
                <a:lnTo>
                  <a:pt x="677" y="192"/>
                </a:lnTo>
                <a:lnTo>
                  <a:pt x="678" y="193"/>
                </a:lnTo>
                <a:lnTo>
                  <a:pt x="679" y="194"/>
                </a:lnTo>
                <a:lnTo>
                  <a:pt x="678" y="194"/>
                </a:lnTo>
                <a:lnTo>
                  <a:pt x="677" y="195"/>
                </a:lnTo>
                <a:lnTo>
                  <a:pt x="676" y="195"/>
                </a:lnTo>
                <a:lnTo>
                  <a:pt x="676" y="196"/>
                </a:lnTo>
                <a:lnTo>
                  <a:pt x="675" y="196"/>
                </a:lnTo>
                <a:lnTo>
                  <a:pt x="674" y="197"/>
                </a:lnTo>
                <a:lnTo>
                  <a:pt x="674" y="198"/>
                </a:lnTo>
                <a:lnTo>
                  <a:pt x="673" y="198"/>
                </a:lnTo>
                <a:lnTo>
                  <a:pt x="673" y="199"/>
                </a:lnTo>
                <a:lnTo>
                  <a:pt x="673" y="200"/>
                </a:lnTo>
                <a:lnTo>
                  <a:pt x="672" y="200"/>
                </a:lnTo>
                <a:lnTo>
                  <a:pt x="671" y="200"/>
                </a:lnTo>
                <a:lnTo>
                  <a:pt x="670" y="200"/>
                </a:lnTo>
                <a:lnTo>
                  <a:pt x="670" y="201"/>
                </a:lnTo>
                <a:lnTo>
                  <a:pt x="669" y="202"/>
                </a:lnTo>
                <a:lnTo>
                  <a:pt x="669" y="201"/>
                </a:lnTo>
                <a:lnTo>
                  <a:pt x="669" y="200"/>
                </a:lnTo>
                <a:lnTo>
                  <a:pt x="669" y="199"/>
                </a:lnTo>
                <a:lnTo>
                  <a:pt x="669" y="198"/>
                </a:lnTo>
                <a:lnTo>
                  <a:pt x="670" y="198"/>
                </a:lnTo>
                <a:lnTo>
                  <a:pt x="670" y="197"/>
                </a:lnTo>
                <a:lnTo>
                  <a:pt x="669" y="197"/>
                </a:lnTo>
                <a:lnTo>
                  <a:pt x="669" y="196"/>
                </a:lnTo>
                <a:lnTo>
                  <a:pt x="668" y="196"/>
                </a:lnTo>
                <a:lnTo>
                  <a:pt x="668" y="195"/>
                </a:lnTo>
                <a:lnTo>
                  <a:pt x="669" y="195"/>
                </a:lnTo>
                <a:lnTo>
                  <a:pt x="669" y="194"/>
                </a:lnTo>
                <a:lnTo>
                  <a:pt x="668" y="194"/>
                </a:lnTo>
                <a:lnTo>
                  <a:pt x="667" y="194"/>
                </a:lnTo>
                <a:lnTo>
                  <a:pt x="665" y="194"/>
                </a:lnTo>
                <a:lnTo>
                  <a:pt x="664" y="193"/>
                </a:lnTo>
                <a:lnTo>
                  <a:pt x="664" y="194"/>
                </a:lnTo>
                <a:lnTo>
                  <a:pt x="663" y="194"/>
                </a:lnTo>
                <a:lnTo>
                  <a:pt x="661" y="193"/>
                </a:lnTo>
                <a:lnTo>
                  <a:pt x="660" y="194"/>
                </a:lnTo>
                <a:lnTo>
                  <a:pt x="660" y="195"/>
                </a:lnTo>
                <a:lnTo>
                  <a:pt x="659" y="195"/>
                </a:lnTo>
                <a:lnTo>
                  <a:pt x="658" y="195"/>
                </a:lnTo>
                <a:lnTo>
                  <a:pt x="658" y="196"/>
                </a:lnTo>
                <a:lnTo>
                  <a:pt x="659" y="196"/>
                </a:lnTo>
                <a:lnTo>
                  <a:pt x="660" y="196"/>
                </a:lnTo>
                <a:lnTo>
                  <a:pt x="660" y="197"/>
                </a:lnTo>
                <a:lnTo>
                  <a:pt x="659" y="198"/>
                </a:lnTo>
                <a:lnTo>
                  <a:pt x="658" y="199"/>
                </a:lnTo>
                <a:lnTo>
                  <a:pt x="658" y="200"/>
                </a:lnTo>
                <a:lnTo>
                  <a:pt x="659" y="201"/>
                </a:lnTo>
                <a:lnTo>
                  <a:pt x="659" y="200"/>
                </a:lnTo>
                <a:lnTo>
                  <a:pt x="660" y="200"/>
                </a:lnTo>
                <a:lnTo>
                  <a:pt x="661" y="200"/>
                </a:lnTo>
                <a:lnTo>
                  <a:pt x="662" y="200"/>
                </a:lnTo>
                <a:lnTo>
                  <a:pt x="662" y="199"/>
                </a:lnTo>
                <a:lnTo>
                  <a:pt x="662" y="200"/>
                </a:lnTo>
                <a:lnTo>
                  <a:pt x="663" y="200"/>
                </a:lnTo>
                <a:lnTo>
                  <a:pt x="664" y="200"/>
                </a:lnTo>
                <a:lnTo>
                  <a:pt x="664" y="201"/>
                </a:lnTo>
                <a:lnTo>
                  <a:pt x="663" y="201"/>
                </a:lnTo>
                <a:lnTo>
                  <a:pt x="662" y="201"/>
                </a:lnTo>
                <a:lnTo>
                  <a:pt x="662" y="202"/>
                </a:lnTo>
                <a:lnTo>
                  <a:pt x="661" y="202"/>
                </a:lnTo>
                <a:lnTo>
                  <a:pt x="661" y="203"/>
                </a:lnTo>
                <a:lnTo>
                  <a:pt x="661" y="204"/>
                </a:lnTo>
                <a:lnTo>
                  <a:pt x="661" y="205"/>
                </a:lnTo>
                <a:lnTo>
                  <a:pt x="660" y="205"/>
                </a:lnTo>
                <a:lnTo>
                  <a:pt x="659" y="205"/>
                </a:lnTo>
                <a:lnTo>
                  <a:pt x="658" y="205"/>
                </a:lnTo>
                <a:lnTo>
                  <a:pt x="657" y="204"/>
                </a:lnTo>
                <a:lnTo>
                  <a:pt x="656" y="204"/>
                </a:lnTo>
                <a:lnTo>
                  <a:pt x="656" y="203"/>
                </a:lnTo>
                <a:lnTo>
                  <a:pt x="657" y="202"/>
                </a:lnTo>
                <a:lnTo>
                  <a:pt x="658" y="202"/>
                </a:lnTo>
                <a:lnTo>
                  <a:pt x="659" y="202"/>
                </a:lnTo>
                <a:lnTo>
                  <a:pt x="658" y="202"/>
                </a:lnTo>
                <a:lnTo>
                  <a:pt x="657" y="202"/>
                </a:lnTo>
                <a:lnTo>
                  <a:pt x="656" y="202"/>
                </a:lnTo>
                <a:lnTo>
                  <a:pt x="655" y="202"/>
                </a:lnTo>
                <a:lnTo>
                  <a:pt x="655" y="201"/>
                </a:lnTo>
                <a:lnTo>
                  <a:pt x="654" y="201"/>
                </a:lnTo>
                <a:lnTo>
                  <a:pt x="652" y="201"/>
                </a:lnTo>
                <a:lnTo>
                  <a:pt x="651" y="201"/>
                </a:lnTo>
                <a:lnTo>
                  <a:pt x="652" y="202"/>
                </a:lnTo>
                <a:lnTo>
                  <a:pt x="652" y="204"/>
                </a:lnTo>
                <a:lnTo>
                  <a:pt x="650" y="206"/>
                </a:lnTo>
                <a:lnTo>
                  <a:pt x="650" y="207"/>
                </a:lnTo>
                <a:lnTo>
                  <a:pt x="650" y="206"/>
                </a:lnTo>
                <a:lnTo>
                  <a:pt x="649" y="206"/>
                </a:lnTo>
                <a:lnTo>
                  <a:pt x="650" y="206"/>
                </a:lnTo>
                <a:lnTo>
                  <a:pt x="649" y="207"/>
                </a:lnTo>
                <a:lnTo>
                  <a:pt x="650" y="207"/>
                </a:lnTo>
                <a:lnTo>
                  <a:pt x="650" y="208"/>
                </a:lnTo>
                <a:lnTo>
                  <a:pt x="649" y="208"/>
                </a:lnTo>
                <a:lnTo>
                  <a:pt x="650" y="209"/>
                </a:lnTo>
                <a:lnTo>
                  <a:pt x="651" y="209"/>
                </a:lnTo>
                <a:lnTo>
                  <a:pt x="650" y="210"/>
                </a:lnTo>
                <a:lnTo>
                  <a:pt x="649" y="210"/>
                </a:lnTo>
                <a:lnTo>
                  <a:pt x="648" y="210"/>
                </a:lnTo>
                <a:lnTo>
                  <a:pt x="647" y="211"/>
                </a:lnTo>
                <a:lnTo>
                  <a:pt x="646" y="211"/>
                </a:lnTo>
                <a:lnTo>
                  <a:pt x="647" y="211"/>
                </a:lnTo>
                <a:lnTo>
                  <a:pt x="648" y="211"/>
                </a:lnTo>
                <a:lnTo>
                  <a:pt x="649" y="211"/>
                </a:lnTo>
                <a:lnTo>
                  <a:pt x="650" y="212"/>
                </a:lnTo>
                <a:lnTo>
                  <a:pt x="649" y="213"/>
                </a:lnTo>
                <a:lnTo>
                  <a:pt x="649" y="214"/>
                </a:lnTo>
                <a:lnTo>
                  <a:pt x="649" y="215"/>
                </a:lnTo>
                <a:lnTo>
                  <a:pt x="650" y="215"/>
                </a:lnTo>
                <a:lnTo>
                  <a:pt x="649" y="215"/>
                </a:lnTo>
                <a:lnTo>
                  <a:pt x="648" y="215"/>
                </a:lnTo>
                <a:lnTo>
                  <a:pt x="648" y="216"/>
                </a:lnTo>
                <a:lnTo>
                  <a:pt x="647" y="216"/>
                </a:lnTo>
                <a:lnTo>
                  <a:pt x="647" y="217"/>
                </a:lnTo>
                <a:lnTo>
                  <a:pt x="647" y="218"/>
                </a:lnTo>
                <a:lnTo>
                  <a:pt x="646" y="218"/>
                </a:lnTo>
                <a:lnTo>
                  <a:pt x="646" y="217"/>
                </a:lnTo>
                <a:lnTo>
                  <a:pt x="645" y="217"/>
                </a:lnTo>
                <a:lnTo>
                  <a:pt x="645" y="216"/>
                </a:lnTo>
                <a:lnTo>
                  <a:pt x="644" y="216"/>
                </a:lnTo>
                <a:lnTo>
                  <a:pt x="644" y="217"/>
                </a:lnTo>
                <a:lnTo>
                  <a:pt x="645" y="217"/>
                </a:lnTo>
                <a:lnTo>
                  <a:pt x="645" y="218"/>
                </a:lnTo>
                <a:lnTo>
                  <a:pt x="645" y="219"/>
                </a:lnTo>
                <a:lnTo>
                  <a:pt x="645" y="220"/>
                </a:lnTo>
                <a:lnTo>
                  <a:pt x="644" y="220"/>
                </a:lnTo>
                <a:lnTo>
                  <a:pt x="644" y="221"/>
                </a:lnTo>
                <a:lnTo>
                  <a:pt x="643" y="223"/>
                </a:lnTo>
                <a:lnTo>
                  <a:pt x="642" y="224"/>
                </a:lnTo>
                <a:lnTo>
                  <a:pt x="641" y="224"/>
                </a:lnTo>
                <a:lnTo>
                  <a:pt x="641" y="223"/>
                </a:lnTo>
                <a:lnTo>
                  <a:pt x="641" y="224"/>
                </a:lnTo>
                <a:lnTo>
                  <a:pt x="640" y="224"/>
                </a:lnTo>
                <a:lnTo>
                  <a:pt x="640" y="225"/>
                </a:lnTo>
                <a:lnTo>
                  <a:pt x="640" y="226"/>
                </a:lnTo>
                <a:lnTo>
                  <a:pt x="641" y="227"/>
                </a:lnTo>
                <a:lnTo>
                  <a:pt x="641" y="228"/>
                </a:lnTo>
                <a:lnTo>
                  <a:pt x="641" y="230"/>
                </a:lnTo>
                <a:lnTo>
                  <a:pt x="641" y="231"/>
                </a:lnTo>
                <a:lnTo>
                  <a:pt x="641" y="232"/>
                </a:lnTo>
                <a:lnTo>
                  <a:pt x="642" y="233"/>
                </a:lnTo>
                <a:lnTo>
                  <a:pt x="643" y="233"/>
                </a:lnTo>
                <a:lnTo>
                  <a:pt x="644" y="233"/>
                </a:lnTo>
                <a:lnTo>
                  <a:pt x="645" y="233"/>
                </a:lnTo>
                <a:lnTo>
                  <a:pt x="644" y="233"/>
                </a:lnTo>
                <a:lnTo>
                  <a:pt x="644" y="234"/>
                </a:lnTo>
                <a:lnTo>
                  <a:pt x="643" y="234"/>
                </a:lnTo>
                <a:lnTo>
                  <a:pt x="643" y="235"/>
                </a:lnTo>
                <a:lnTo>
                  <a:pt x="644" y="235"/>
                </a:lnTo>
                <a:lnTo>
                  <a:pt x="643" y="235"/>
                </a:lnTo>
                <a:lnTo>
                  <a:pt x="643" y="236"/>
                </a:lnTo>
                <a:lnTo>
                  <a:pt x="642" y="236"/>
                </a:lnTo>
                <a:lnTo>
                  <a:pt x="642" y="235"/>
                </a:lnTo>
                <a:lnTo>
                  <a:pt x="642" y="234"/>
                </a:lnTo>
                <a:lnTo>
                  <a:pt x="641" y="234"/>
                </a:lnTo>
                <a:lnTo>
                  <a:pt x="640" y="234"/>
                </a:lnTo>
                <a:lnTo>
                  <a:pt x="640" y="233"/>
                </a:lnTo>
                <a:lnTo>
                  <a:pt x="639" y="233"/>
                </a:lnTo>
                <a:lnTo>
                  <a:pt x="639" y="232"/>
                </a:lnTo>
                <a:lnTo>
                  <a:pt x="639" y="231"/>
                </a:lnTo>
                <a:lnTo>
                  <a:pt x="638" y="231"/>
                </a:lnTo>
                <a:lnTo>
                  <a:pt x="637" y="231"/>
                </a:lnTo>
                <a:lnTo>
                  <a:pt x="637" y="230"/>
                </a:lnTo>
                <a:lnTo>
                  <a:pt x="637" y="231"/>
                </a:lnTo>
                <a:lnTo>
                  <a:pt x="637" y="232"/>
                </a:lnTo>
                <a:lnTo>
                  <a:pt x="637" y="231"/>
                </a:lnTo>
                <a:lnTo>
                  <a:pt x="638" y="231"/>
                </a:lnTo>
                <a:lnTo>
                  <a:pt x="639" y="232"/>
                </a:lnTo>
                <a:lnTo>
                  <a:pt x="638" y="232"/>
                </a:lnTo>
                <a:lnTo>
                  <a:pt x="637" y="232"/>
                </a:lnTo>
                <a:lnTo>
                  <a:pt x="636" y="233"/>
                </a:lnTo>
                <a:lnTo>
                  <a:pt x="636" y="232"/>
                </a:lnTo>
                <a:lnTo>
                  <a:pt x="636" y="233"/>
                </a:lnTo>
                <a:lnTo>
                  <a:pt x="635" y="233"/>
                </a:lnTo>
                <a:lnTo>
                  <a:pt x="634" y="234"/>
                </a:lnTo>
                <a:lnTo>
                  <a:pt x="633" y="235"/>
                </a:lnTo>
                <a:lnTo>
                  <a:pt x="632" y="237"/>
                </a:lnTo>
                <a:lnTo>
                  <a:pt x="631" y="237"/>
                </a:lnTo>
                <a:lnTo>
                  <a:pt x="631" y="238"/>
                </a:lnTo>
                <a:lnTo>
                  <a:pt x="631" y="239"/>
                </a:lnTo>
                <a:lnTo>
                  <a:pt x="630" y="240"/>
                </a:lnTo>
                <a:lnTo>
                  <a:pt x="630" y="241"/>
                </a:lnTo>
                <a:lnTo>
                  <a:pt x="629" y="241"/>
                </a:lnTo>
                <a:lnTo>
                  <a:pt x="628" y="240"/>
                </a:lnTo>
                <a:lnTo>
                  <a:pt x="628" y="239"/>
                </a:lnTo>
                <a:lnTo>
                  <a:pt x="629" y="239"/>
                </a:lnTo>
                <a:lnTo>
                  <a:pt x="629" y="240"/>
                </a:lnTo>
                <a:lnTo>
                  <a:pt x="629" y="239"/>
                </a:lnTo>
                <a:lnTo>
                  <a:pt x="628" y="239"/>
                </a:lnTo>
                <a:lnTo>
                  <a:pt x="627" y="239"/>
                </a:lnTo>
                <a:lnTo>
                  <a:pt x="626" y="239"/>
                </a:lnTo>
                <a:lnTo>
                  <a:pt x="626" y="238"/>
                </a:lnTo>
                <a:lnTo>
                  <a:pt x="626" y="237"/>
                </a:lnTo>
                <a:lnTo>
                  <a:pt x="627" y="237"/>
                </a:lnTo>
                <a:lnTo>
                  <a:pt x="628" y="236"/>
                </a:lnTo>
                <a:lnTo>
                  <a:pt x="627" y="235"/>
                </a:lnTo>
                <a:lnTo>
                  <a:pt x="627" y="236"/>
                </a:lnTo>
                <a:lnTo>
                  <a:pt x="627" y="237"/>
                </a:lnTo>
                <a:lnTo>
                  <a:pt x="626" y="236"/>
                </a:lnTo>
                <a:lnTo>
                  <a:pt x="626" y="237"/>
                </a:lnTo>
                <a:lnTo>
                  <a:pt x="626" y="238"/>
                </a:lnTo>
                <a:lnTo>
                  <a:pt x="625" y="238"/>
                </a:lnTo>
                <a:lnTo>
                  <a:pt x="624" y="238"/>
                </a:lnTo>
                <a:lnTo>
                  <a:pt x="624" y="239"/>
                </a:lnTo>
                <a:lnTo>
                  <a:pt x="623" y="239"/>
                </a:lnTo>
                <a:lnTo>
                  <a:pt x="622" y="240"/>
                </a:lnTo>
                <a:lnTo>
                  <a:pt x="622" y="241"/>
                </a:lnTo>
                <a:lnTo>
                  <a:pt x="621" y="241"/>
                </a:lnTo>
                <a:lnTo>
                  <a:pt x="621" y="242"/>
                </a:lnTo>
                <a:lnTo>
                  <a:pt x="621" y="243"/>
                </a:lnTo>
                <a:lnTo>
                  <a:pt x="620" y="243"/>
                </a:lnTo>
                <a:lnTo>
                  <a:pt x="620" y="244"/>
                </a:lnTo>
                <a:lnTo>
                  <a:pt x="620" y="245"/>
                </a:lnTo>
                <a:lnTo>
                  <a:pt x="620" y="247"/>
                </a:lnTo>
                <a:lnTo>
                  <a:pt x="621" y="248"/>
                </a:lnTo>
                <a:lnTo>
                  <a:pt x="622" y="248"/>
                </a:lnTo>
                <a:lnTo>
                  <a:pt x="622" y="249"/>
                </a:lnTo>
                <a:lnTo>
                  <a:pt x="621" y="249"/>
                </a:lnTo>
                <a:lnTo>
                  <a:pt x="621" y="250"/>
                </a:lnTo>
                <a:lnTo>
                  <a:pt x="621" y="251"/>
                </a:lnTo>
                <a:lnTo>
                  <a:pt x="621" y="252"/>
                </a:lnTo>
                <a:lnTo>
                  <a:pt x="621" y="253"/>
                </a:lnTo>
                <a:lnTo>
                  <a:pt x="622" y="253"/>
                </a:lnTo>
                <a:lnTo>
                  <a:pt x="622" y="254"/>
                </a:lnTo>
                <a:lnTo>
                  <a:pt x="622" y="255"/>
                </a:lnTo>
                <a:lnTo>
                  <a:pt x="623" y="255"/>
                </a:lnTo>
                <a:lnTo>
                  <a:pt x="622" y="256"/>
                </a:lnTo>
                <a:lnTo>
                  <a:pt x="622" y="257"/>
                </a:lnTo>
                <a:lnTo>
                  <a:pt x="621" y="257"/>
                </a:lnTo>
                <a:lnTo>
                  <a:pt x="621" y="258"/>
                </a:lnTo>
                <a:lnTo>
                  <a:pt x="621" y="257"/>
                </a:lnTo>
                <a:lnTo>
                  <a:pt x="620" y="257"/>
                </a:lnTo>
                <a:lnTo>
                  <a:pt x="619" y="257"/>
                </a:lnTo>
                <a:lnTo>
                  <a:pt x="619" y="258"/>
                </a:lnTo>
                <a:lnTo>
                  <a:pt x="618" y="258"/>
                </a:lnTo>
                <a:lnTo>
                  <a:pt x="618" y="259"/>
                </a:lnTo>
                <a:lnTo>
                  <a:pt x="618" y="260"/>
                </a:lnTo>
                <a:lnTo>
                  <a:pt x="618" y="261"/>
                </a:lnTo>
                <a:lnTo>
                  <a:pt x="617" y="262"/>
                </a:lnTo>
                <a:lnTo>
                  <a:pt x="617" y="263"/>
                </a:lnTo>
                <a:lnTo>
                  <a:pt x="617" y="264"/>
                </a:lnTo>
                <a:lnTo>
                  <a:pt x="616" y="264"/>
                </a:lnTo>
                <a:lnTo>
                  <a:pt x="615" y="264"/>
                </a:lnTo>
                <a:lnTo>
                  <a:pt x="615" y="263"/>
                </a:lnTo>
                <a:lnTo>
                  <a:pt x="614" y="263"/>
                </a:lnTo>
                <a:lnTo>
                  <a:pt x="613" y="263"/>
                </a:lnTo>
                <a:lnTo>
                  <a:pt x="612" y="263"/>
                </a:lnTo>
                <a:lnTo>
                  <a:pt x="611" y="263"/>
                </a:lnTo>
                <a:lnTo>
                  <a:pt x="611" y="264"/>
                </a:lnTo>
                <a:lnTo>
                  <a:pt x="610" y="264"/>
                </a:lnTo>
                <a:lnTo>
                  <a:pt x="609" y="264"/>
                </a:lnTo>
                <a:lnTo>
                  <a:pt x="608" y="264"/>
                </a:lnTo>
                <a:lnTo>
                  <a:pt x="607" y="264"/>
                </a:lnTo>
                <a:lnTo>
                  <a:pt x="606" y="265"/>
                </a:lnTo>
                <a:lnTo>
                  <a:pt x="605" y="265"/>
                </a:lnTo>
                <a:lnTo>
                  <a:pt x="605" y="264"/>
                </a:lnTo>
                <a:lnTo>
                  <a:pt x="604" y="264"/>
                </a:lnTo>
                <a:lnTo>
                  <a:pt x="603" y="264"/>
                </a:lnTo>
                <a:lnTo>
                  <a:pt x="603" y="263"/>
                </a:lnTo>
                <a:lnTo>
                  <a:pt x="602" y="263"/>
                </a:lnTo>
                <a:lnTo>
                  <a:pt x="601" y="262"/>
                </a:lnTo>
                <a:lnTo>
                  <a:pt x="601" y="261"/>
                </a:lnTo>
                <a:lnTo>
                  <a:pt x="600" y="261"/>
                </a:lnTo>
                <a:lnTo>
                  <a:pt x="598" y="262"/>
                </a:lnTo>
                <a:lnTo>
                  <a:pt x="597" y="262"/>
                </a:lnTo>
                <a:lnTo>
                  <a:pt x="595" y="263"/>
                </a:lnTo>
                <a:lnTo>
                  <a:pt x="594" y="264"/>
                </a:lnTo>
                <a:lnTo>
                  <a:pt x="593" y="264"/>
                </a:lnTo>
                <a:lnTo>
                  <a:pt x="592" y="265"/>
                </a:lnTo>
                <a:lnTo>
                  <a:pt x="592" y="266"/>
                </a:lnTo>
                <a:lnTo>
                  <a:pt x="591" y="266"/>
                </a:lnTo>
                <a:lnTo>
                  <a:pt x="591" y="267"/>
                </a:lnTo>
                <a:lnTo>
                  <a:pt x="590" y="267"/>
                </a:lnTo>
                <a:lnTo>
                  <a:pt x="590" y="268"/>
                </a:lnTo>
                <a:lnTo>
                  <a:pt x="588" y="270"/>
                </a:lnTo>
                <a:lnTo>
                  <a:pt x="587" y="271"/>
                </a:lnTo>
                <a:lnTo>
                  <a:pt x="585" y="273"/>
                </a:lnTo>
                <a:lnTo>
                  <a:pt x="584" y="273"/>
                </a:lnTo>
                <a:lnTo>
                  <a:pt x="584" y="274"/>
                </a:lnTo>
                <a:lnTo>
                  <a:pt x="583" y="274"/>
                </a:lnTo>
                <a:lnTo>
                  <a:pt x="582" y="274"/>
                </a:lnTo>
                <a:lnTo>
                  <a:pt x="582" y="275"/>
                </a:lnTo>
                <a:lnTo>
                  <a:pt x="581" y="275"/>
                </a:lnTo>
                <a:lnTo>
                  <a:pt x="581" y="276"/>
                </a:lnTo>
                <a:lnTo>
                  <a:pt x="580" y="276"/>
                </a:lnTo>
                <a:lnTo>
                  <a:pt x="580" y="275"/>
                </a:lnTo>
                <a:lnTo>
                  <a:pt x="579" y="275"/>
                </a:lnTo>
                <a:lnTo>
                  <a:pt x="579" y="274"/>
                </a:lnTo>
                <a:lnTo>
                  <a:pt x="579" y="273"/>
                </a:lnTo>
                <a:lnTo>
                  <a:pt x="578" y="273"/>
                </a:lnTo>
                <a:lnTo>
                  <a:pt x="576" y="273"/>
                </a:lnTo>
                <a:lnTo>
                  <a:pt x="575" y="273"/>
                </a:lnTo>
                <a:lnTo>
                  <a:pt x="574" y="273"/>
                </a:lnTo>
                <a:lnTo>
                  <a:pt x="573" y="274"/>
                </a:lnTo>
                <a:lnTo>
                  <a:pt x="572" y="274"/>
                </a:lnTo>
                <a:lnTo>
                  <a:pt x="572" y="275"/>
                </a:lnTo>
                <a:lnTo>
                  <a:pt x="572" y="274"/>
                </a:lnTo>
                <a:lnTo>
                  <a:pt x="571" y="274"/>
                </a:lnTo>
                <a:lnTo>
                  <a:pt x="570" y="275"/>
                </a:lnTo>
                <a:lnTo>
                  <a:pt x="569" y="276"/>
                </a:lnTo>
                <a:lnTo>
                  <a:pt x="569" y="277"/>
                </a:lnTo>
                <a:lnTo>
                  <a:pt x="568" y="277"/>
                </a:lnTo>
                <a:lnTo>
                  <a:pt x="568" y="278"/>
                </a:lnTo>
                <a:lnTo>
                  <a:pt x="567" y="278"/>
                </a:lnTo>
                <a:lnTo>
                  <a:pt x="567" y="277"/>
                </a:lnTo>
                <a:lnTo>
                  <a:pt x="568" y="277"/>
                </a:lnTo>
                <a:lnTo>
                  <a:pt x="568" y="276"/>
                </a:lnTo>
                <a:lnTo>
                  <a:pt x="567" y="276"/>
                </a:lnTo>
                <a:lnTo>
                  <a:pt x="567" y="277"/>
                </a:lnTo>
                <a:lnTo>
                  <a:pt x="566" y="277"/>
                </a:lnTo>
                <a:lnTo>
                  <a:pt x="565" y="277"/>
                </a:lnTo>
                <a:lnTo>
                  <a:pt x="564" y="278"/>
                </a:lnTo>
                <a:lnTo>
                  <a:pt x="563" y="279"/>
                </a:lnTo>
                <a:lnTo>
                  <a:pt x="562" y="279"/>
                </a:lnTo>
                <a:lnTo>
                  <a:pt x="562" y="278"/>
                </a:lnTo>
                <a:lnTo>
                  <a:pt x="561" y="278"/>
                </a:lnTo>
                <a:lnTo>
                  <a:pt x="560" y="279"/>
                </a:lnTo>
                <a:lnTo>
                  <a:pt x="559" y="279"/>
                </a:lnTo>
                <a:lnTo>
                  <a:pt x="559" y="280"/>
                </a:lnTo>
                <a:lnTo>
                  <a:pt x="558" y="280"/>
                </a:lnTo>
                <a:lnTo>
                  <a:pt x="558" y="281"/>
                </a:lnTo>
                <a:lnTo>
                  <a:pt x="557" y="282"/>
                </a:lnTo>
                <a:lnTo>
                  <a:pt x="556" y="282"/>
                </a:lnTo>
                <a:lnTo>
                  <a:pt x="556" y="284"/>
                </a:lnTo>
                <a:lnTo>
                  <a:pt x="555" y="284"/>
                </a:lnTo>
                <a:lnTo>
                  <a:pt x="554" y="283"/>
                </a:lnTo>
                <a:lnTo>
                  <a:pt x="553" y="282"/>
                </a:lnTo>
                <a:lnTo>
                  <a:pt x="554" y="282"/>
                </a:lnTo>
                <a:lnTo>
                  <a:pt x="554" y="281"/>
                </a:lnTo>
                <a:lnTo>
                  <a:pt x="554" y="280"/>
                </a:lnTo>
                <a:lnTo>
                  <a:pt x="554" y="279"/>
                </a:lnTo>
                <a:lnTo>
                  <a:pt x="554" y="278"/>
                </a:lnTo>
                <a:lnTo>
                  <a:pt x="553" y="278"/>
                </a:lnTo>
                <a:lnTo>
                  <a:pt x="553" y="277"/>
                </a:lnTo>
                <a:lnTo>
                  <a:pt x="553" y="276"/>
                </a:lnTo>
                <a:lnTo>
                  <a:pt x="554" y="276"/>
                </a:lnTo>
                <a:lnTo>
                  <a:pt x="554" y="277"/>
                </a:lnTo>
                <a:lnTo>
                  <a:pt x="555" y="277"/>
                </a:lnTo>
                <a:lnTo>
                  <a:pt x="555" y="276"/>
                </a:lnTo>
                <a:lnTo>
                  <a:pt x="554" y="276"/>
                </a:lnTo>
                <a:lnTo>
                  <a:pt x="554" y="275"/>
                </a:lnTo>
                <a:lnTo>
                  <a:pt x="553" y="275"/>
                </a:lnTo>
                <a:lnTo>
                  <a:pt x="552" y="275"/>
                </a:lnTo>
                <a:lnTo>
                  <a:pt x="551" y="274"/>
                </a:lnTo>
                <a:lnTo>
                  <a:pt x="550" y="273"/>
                </a:lnTo>
                <a:lnTo>
                  <a:pt x="549" y="273"/>
                </a:lnTo>
                <a:lnTo>
                  <a:pt x="547" y="273"/>
                </a:lnTo>
                <a:lnTo>
                  <a:pt x="545" y="273"/>
                </a:lnTo>
                <a:lnTo>
                  <a:pt x="544" y="273"/>
                </a:lnTo>
                <a:lnTo>
                  <a:pt x="544" y="272"/>
                </a:lnTo>
                <a:lnTo>
                  <a:pt x="545" y="272"/>
                </a:lnTo>
                <a:lnTo>
                  <a:pt x="545" y="271"/>
                </a:lnTo>
                <a:lnTo>
                  <a:pt x="545" y="270"/>
                </a:lnTo>
                <a:lnTo>
                  <a:pt x="544" y="270"/>
                </a:lnTo>
                <a:lnTo>
                  <a:pt x="543" y="270"/>
                </a:lnTo>
                <a:lnTo>
                  <a:pt x="542" y="270"/>
                </a:lnTo>
                <a:lnTo>
                  <a:pt x="541" y="270"/>
                </a:lnTo>
                <a:lnTo>
                  <a:pt x="540" y="270"/>
                </a:lnTo>
                <a:lnTo>
                  <a:pt x="539" y="271"/>
                </a:lnTo>
                <a:lnTo>
                  <a:pt x="537" y="272"/>
                </a:lnTo>
                <a:lnTo>
                  <a:pt x="537" y="271"/>
                </a:lnTo>
                <a:lnTo>
                  <a:pt x="536" y="271"/>
                </a:lnTo>
                <a:lnTo>
                  <a:pt x="536" y="272"/>
                </a:lnTo>
                <a:lnTo>
                  <a:pt x="536" y="273"/>
                </a:lnTo>
                <a:lnTo>
                  <a:pt x="535" y="273"/>
                </a:lnTo>
                <a:lnTo>
                  <a:pt x="533" y="274"/>
                </a:lnTo>
                <a:lnTo>
                  <a:pt x="533" y="275"/>
                </a:lnTo>
                <a:lnTo>
                  <a:pt x="532" y="276"/>
                </a:lnTo>
                <a:lnTo>
                  <a:pt x="532" y="277"/>
                </a:lnTo>
                <a:lnTo>
                  <a:pt x="532" y="278"/>
                </a:lnTo>
                <a:lnTo>
                  <a:pt x="531" y="278"/>
                </a:lnTo>
                <a:lnTo>
                  <a:pt x="531" y="279"/>
                </a:lnTo>
                <a:lnTo>
                  <a:pt x="530" y="279"/>
                </a:lnTo>
                <a:lnTo>
                  <a:pt x="530" y="280"/>
                </a:lnTo>
                <a:lnTo>
                  <a:pt x="529" y="281"/>
                </a:lnTo>
                <a:lnTo>
                  <a:pt x="530" y="281"/>
                </a:lnTo>
                <a:lnTo>
                  <a:pt x="529" y="282"/>
                </a:lnTo>
                <a:lnTo>
                  <a:pt x="529" y="283"/>
                </a:lnTo>
                <a:lnTo>
                  <a:pt x="529" y="284"/>
                </a:lnTo>
                <a:lnTo>
                  <a:pt x="530" y="284"/>
                </a:lnTo>
                <a:lnTo>
                  <a:pt x="530" y="285"/>
                </a:lnTo>
                <a:lnTo>
                  <a:pt x="530" y="286"/>
                </a:lnTo>
                <a:lnTo>
                  <a:pt x="531" y="287"/>
                </a:lnTo>
                <a:lnTo>
                  <a:pt x="531" y="286"/>
                </a:lnTo>
                <a:lnTo>
                  <a:pt x="532" y="285"/>
                </a:lnTo>
                <a:lnTo>
                  <a:pt x="532" y="284"/>
                </a:lnTo>
                <a:lnTo>
                  <a:pt x="532" y="283"/>
                </a:lnTo>
                <a:lnTo>
                  <a:pt x="533" y="283"/>
                </a:lnTo>
                <a:lnTo>
                  <a:pt x="533" y="284"/>
                </a:lnTo>
                <a:lnTo>
                  <a:pt x="534" y="284"/>
                </a:lnTo>
                <a:lnTo>
                  <a:pt x="535" y="284"/>
                </a:lnTo>
                <a:lnTo>
                  <a:pt x="535" y="283"/>
                </a:lnTo>
                <a:lnTo>
                  <a:pt x="536" y="283"/>
                </a:lnTo>
                <a:lnTo>
                  <a:pt x="536" y="284"/>
                </a:lnTo>
                <a:lnTo>
                  <a:pt x="535" y="285"/>
                </a:lnTo>
                <a:lnTo>
                  <a:pt x="534" y="285"/>
                </a:lnTo>
                <a:lnTo>
                  <a:pt x="533" y="286"/>
                </a:lnTo>
                <a:lnTo>
                  <a:pt x="532" y="287"/>
                </a:lnTo>
                <a:lnTo>
                  <a:pt x="532" y="288"/>
                </a:lnTo>
                <a:lnTo>
                  <a:pt x="532" y="289"/>
                </a:lnTo>
                <a:lnTo>
                  <a:pt x="532" y="290"/>
                </a:lnTo>
                <a:lnTo>
                  <a:pt x="533" y="290"/>
                </a:lnTo>
                <a:lnTo>
                  <a:pt x="533" y="291"/>
                </a:lnTo>
                <a:lnTo>
                  <a:pt x="534" y="291"/>
                </a:lnTo>
                <a:lnTo>
                  <a:pt x="533" y="291"/>
                </a:lnTo>
                <a:lnTo>
                  <a:pt x="533" y="292"/>
                </a:lnTo>
                <a:lnTo>
                  <a:pt x="533" y="293"/>
                </a:lnTo>
                <a:lnTo>
                  <a:pt x="532" y="292"/>
                </a:lnTo>
                <a:lnTo>
                  <a:pt x="532" y="291"/>
                </a:lnTo>
                <a:lnTo>
                  <a:pt x="531" y="291"/>
                </a:lnTo>
                <a:lnTo>
                  <a:pt x="530" y="291"/>
                </a:lnTo>
                <a:lnTo>
                  <a:pt x="529" y="291"/>
                </a:lnTo>
                <a:lnTo>
                  <a:pt x="529" y="290"/>
                </a:lnTo>
                <a:lnTo>
                  <a:pt x="528" y="290"/>
                </a:lnTo>
                <a:lnTo>
                  <a:pt x="526" y="290"/>
                </a:lnTo>
                <a:lnTo>
                  <a:pt x="526" y="289"/>
                </a:lnTo>
                <a:lnTo>
                  <a:pt x="525" y="289"/>
                </a:lnTo>
                <a:lnTo>
                  <a:pt x="524" y="288"/>
                </a:lnTo>
                <a:lnTo>
                  <a:pt x="523" y="288"/>
                </a:lnTo>
                <a:lnTo>
                  <a:pt x="522" y="288"/>
                </a:lnTo>
                <a:lnTo>
                  <a:pt x="521" y="288"/>
                </a:lnTo>
                <a:lnTo>
                  <a:pt x="520" y="288"/>
                </a:lnTo>
                <a:lnTo>
                  <a:pt x="520" y="289"/>
                </a:lnTo>
                <a:lnTo>
                  <a:pt x="519" y="289"/>
                </a:lnTo>
                <a:lnTo>
                  <a:pt x="518" y="289"/>
                </a:lnTo>
                <a:lnTo>
                  <a:pt x="517" y="289"/>
                </a:lnTo>
                <a:lnTo>
                  <a:pt x="516" y="289"/>
                </a:lnTo>
                <a:lnTo>
                  <a:pt x="516" y="288"/>
                </a:lnTo>
                <a:lnTo>
                  <a:pt x="515" y="288"/>
                </a:lnTo>
                <a:lnTo>
                  <a:pt x="514" y="288"/>
                </a:lnTo>
                <a:lnTo>
                  <a:pt x="514" y="287"/>
                </a:lnTo>
                <a:lnTo>
                  <a:pt x="513" y="287"/>
                </a:lnTo>
                <a:lnTo>
                  <a:pt x="513" y="286"/>
                </a:lnTo>
                <a:lnTo>
                  <a:pt x="513" y="285"/>
                </a:lnTo>
                <a:lnTo>
                  <a:pt x="512" y="285"/>
                </a:lnTo>
                <a:lnTo>
                  <a:pt x="513" y="284"/>
                </a:lnTo>
                <a:lnTo>
                  <a:pt x="513" y="282"/>
                </a:lnTo>
                <a:lnTo>
                  <a:pt x="514" y="282"/>
                </a:lnTo>
                <a:lnTo>
                  <a:pt x="514" y="283"/>
                </a:lnTo>
                <a:lnTo>
                  <a:pt x="515" y="283"/>
                </a:lnTo>
                <a:lnTo>
                  <a:pt x="516" y="283"/>
                </a:lnTo>
                <a:lnTo>
                  <a:pt x="517" y="283"/>
                </a:lnTo>
                <a:lnTo>
                  <a:pt x="518" y="283"/>
                </a:lnTo>
                <a:lnTo>
                  <a:pt x="519" y="283"/>
                </a:lnTo>
                <a:lnTo>
                  <a:pt x="519" y="282"/>
                </a:lnTo>
                <a:lnTo>
                  <a:pt x="520" y="282"/>
                </a:lnTo>
                <a:lnTo>
                  <a:pt x="521" y="282"/>
                </a:lnTo>
                <a:lnTo>
                  <a:pt x="520" y="281"/>
                </a:lnTo>
                <a:lnTo>
                  <a:pt x="519" y="279"/>
                </a:lnTo>
                <a:lnTo>
                  <a:pt x="517" y="279"/>
                </a:lnTo>
                <a:lnTo>
                  <a:pt x="517" y="280"/>
                </a:lnTo>
                <a:lnTo>
                  <a:pt x="516" y="280"/>
                </a:lnTo>
                <a:lnTo>
                  <a:pt x="515" y="280"/>
                </a:lnTo>
                <a:lnTo>
                  <a:pt x="515" y="281"/>
                </a:lnTo>
                <a:lnTo>
                  <a:pt x="514" y="282"/>
                </a:lnTo>
                <a:lnTo>
                  <a:pt x="513" y="281"/>
                </a:lnTo>
                <a:lnTo>
                  <a:pt x="513" y="280"/>
                </a:lnTo>
                <a:lnTo>
                  <a:pt x="512" y="280"/>
                </a:lnTo>
                <a:lnTo>
                  <a:pt x="512" y="279"/>
                </a:lnTo>
                <a:lnTo>
                  <a:pt x="511" y="279"/>
                </a:lnTo>
                <a:lnTo>
                  <a:pt x="510" y="279"/>
                </a:lnTo>
                <a:lnTo>
                  <a:pt x="510" y="278"/>
                </a:lnTo>
                <a:lnTo>
                  <a:pt x="508" y="278"/>
                </a:lnTo>
                <a:lnTo>
                  <a:pt x="507" y="279"/>
                </a:lnTo>
                <a:lnTo>
                  <a:pt x="506" y="279"/>
                </a:lnTo>
                <a:lnTo>
                  <a:pt x="505" y="279"/>
                </a:lnTo>
                <a:lnTo>
                  <a:pt x="504" y="279"/>
                </a:lnTo>
                <a:lnTo>
                  <a:pt x="503" y="279"/>
                </a:lnTo>
                <a:lnTo>
                  <a:pt x="502" y="280"/>
                </a:lnTo>
                <a:lnTo>
                  <a:pt x="502" y="279"/>
                </a:lnTo>
                <a:lnTo>
                  <a:pt x="503" y="279"/>
                </a:lnTo>
                <a:lnTo>
                  <a:pt x="503" y="278"/>
                </a:lnTo>
                <a:lnTo>
                  <a:pt x="503" y="277"/>
                </a:lnTo>
                <a:lnTo>
                  <a:pt x="504" y="277"/>
                </a:lnTo>
                <a:lnTo>
                  <a:pt x="504" y="276"/>
                </a:lnTo>
                <a:lnTo>
                  <a:pt x="506" y="276"/>
                </a:lnTo>
                <a:lnTo>
                  <a:pt x="506" y="275"/>
                </a:lnTo>
                <a:lnTo>
                  <a:pt x="507" y="274"/>
                </a:lnTo>
                <a:lnTo>
                  <a:pt x="507" y="275"/>
                </a:lnTo>
                <a:lnTo>
                  <a:pt x="507" y="274"/>
                </a:lnTo>
                <a:lnTo>
                  <a:pt x="507" y="272"/>
                </a:lnTo>
                <a:lnTo>
                  <a:pt x="508" y="272"/>
                </a:lnTo>
                <a:lnTo>
                  <a:pt x="508" y="273"/>
                </a:lnTo>
                <a:lnTo>
                  <a:pt x="509" y="272"/>
                </a:lnTo>
                <a:lnTo>
                  <a:pt x="510" y="272"/>
                </a:lnTo>
                <a:lnTo>
                  <a:pt x="510" y="271"/>
                </a:lnTo>
                <a:lnTo>
                  <a:pt x="510" y="268"/>
                </a:lnTo>
                <a:lnTo>
                  <a:pt x="510" y="267"/>
                </a:lnTo>
                <a:lnTo>
                  <a:pt x="511" y="267"/>
                </a:lnTo>
                <a:lnTo>
                  <a:pt x="511" y="266"/>
                </a:lnTo>
                <a:lnTo>
                  <a:pt x="511" y="267"/>
                </a:lnTo>
                <a:lnTo>
                  <a:pt x="510" y="267"/>
                </a:lnTo>
                <a:lnTo>
                  <a:pt x="509" y="267"/>
                </a:lnTo>
                <a:lnTo>
                  <a:pt x="509" y="268"/>
                </a:lnTo>
                <a:lnTo>
                  <a:pt x="510" y="268"/>
                </a:lnTo>
                <a:lnTo>
                  <a:pt x="510" y="269"/>
                </a:lnTo>
                <a:lnTo>
                  <a:pt x="510" y="270"/>
                </a:lnTo>
                <a:lnTo>
                  <a:pt x="510" y="271"/>
                </a:lnTo>
                <a:lnTo>
                  <a:pt x="509" y="271"/>
                </a:lnTo>
                <a:lnTo>
                  <a:pt x="508" y="271"/>
                </a:lnTo>
                <a:lnTo>
                  <a:pt x="507" y="272"/>
                </a:lnTo>
                <a:lnTo>
                  <a:pt x="507" y="273"/>
                </a:lnTo>
                <a:lnTo>
                  <a:pt x="507" y="274"/>
                </a:lnTo>
                <a:lnTo>
                  <a:pt x="506" y="274"/>
                </a:lnTo>
                <a:lnTo>
                  <a:pt x="505" y="275"/>
                </a:lnTo>
                <a:lnTo>
                  <a:pt x="505" y="276"/>
                </a:lnTo>
                <a:lnTo>
                  <a:pt x="504" y="276"/>
                </a:lnTo>
                <a:lnTo>
                  <a:pt x="504" y="275"/>
                </a:lnTo>
                <a:lnTo>
                  <a:pt x="503" y="275"/>
                </a:lnTo>
                <a:lnTo>
                  <a:pt x="502" y="275"/>
                </a:lnTo>
                <a:lnTo>
                  <a:pt x="501" y="274"/>
                </a:lnTo>
                <a:lnTo>
                  <a:pt x="500" y="274"/>
                </a:lnTo>
                <a:lnTo>
                  <a:pt x="499" y="275"/>
                </a:lnTo>
                <a:lnTo>
                  <a:pt x="498" y="275"/>
                </a:lnTo>
                <a:lnTo>
                  <a:pt x="497" y="276"/>
                </a:lnTo>
                <a:lnTo>
                  <a:pt x="497" y="277"/>
                </a:lnTo>
                <a:lnTo>
                  <a:pt x="497" y="278"/>
                </a:lnTo>
                <a:lnTo>
                  <a:pt x="498" y="279"/>
                </a:lnTo>
                <a:lnTo>
                  <a:pt x="498" y="278"/>
                </a:lnTo>
                <a:lnTo>
                  <a:pt x="498" y="279"/>
                </a:lnTo>
                <a:lnTo>
                  <a:pt x="499" y="279"/>
                </a:lnTo>
                <a:lnTo>
                  <a:pt x="499" y="280"/>
                </a:lnTo>
                <a:lnTo>
                  <a:pt x="498" y="280"/>
                </a:lnTo>
                <a:lnTo>
                  <a:pt x="497" y="280"/>
                </a:lnTo>
                <a:lnTo>
                  <a:pt x="497" y="279"/>
                </a:lnTo>
                <a:lnTo>
                  <a:pt x="496" y="279"/>
                </a:lnTo>
                <a:lnTo>
                  <a:pt x="496" y="278"/>
                </a:lnTo>
                <a:lnTo>
                  <a:pt x="495" y="278"/>
                </a:lnTo>
                <a:lnTo>
                  <a:pt x="496" y="277"/>
                </a:lnTo>
                <a:lnTo>
                  <a:pt x="495" y="277"/>
                </a:lnTo>
                <a:lnTo>
                  <a:pt x="494" y="277"/>
                </a:lnTo>
                <a:lnTo>
                  <a:pt x="493" y="277"/>
                </a:lnTo>
                <a:lnTo>
                  <a:pt x="492" y="277"/>
                </a:lnTo>
                <a:lnTo>
                  <a:pt x="491" y="278"/>
                </a:lnTo>
                <a:lnTo>
                  <a:pt x="489" y="278"/>
                </a:lnTo>
                <a:lnTo>
                  <a:pt x="488" y="278"/>
                </a:lnTo>
                <a:lnTo>
                  <a:pt x="487" y="279"/>
                </a:lnTo>
                <a:lnTo>
                  <a:pt x="486" y="279"/>
                </a:lnTo>
                <a:lnTo>
                  <a:pt x="486" y="278"/>
                </a:lnTo>
                <a:lnTo>
                  <a:pt x="486" y="279"/>
                </a:lnTo>
                <a:lnTo>
                  <a:pt x="485" y="280"/>
                </a:lnTo>
                <a:lnTo>
                  <a:pt x="486" y="281"/>
                </a:lnTo>
                <a:lnTo>
                  <a:pt x="485" y="282"/>
                </a:lnTo>
                <a:lnTo>
                  <a:pt x="486" y="283"/>
                </a:lnTo>
                <a:lnTo>
                  <a:pt x="485" y="283"/>
                </a:lnTo>
                <a:lnTo>
                  <a:pt x="484" y="283"/>
                </a:lnTo>
                <a:lnTo>
                  <a:pt x="483" y="284"/>
                </a:lnTo>
                <a:lnTo>
                  <a:pt x="483" y="285"/>
                </a:lnTo>
                <a:lnTo>
                  <a:pt x="484" y="286"/>
                </a:lnTo>
                <a:lnTo>
                  <a:pt x="485" y="286"/>
                </a:lnTo>
                <a:lnTo>
                  <a:pt x="484" y="287"/>
                </a:lnTo>
                <a:lnTo>
                  <a:pt x="484" y="288"/>
                </a:lnTo>
                <a:lnTo>
                  <a:pt x="482" y="288"/>
                </a:lnTo>
                <a:lnTo>
                  <a:pt x="481" y="288"/>
                </a:lnTo>
                <a:lnTo>
                  <a:pt x="480" y="289"/>
                </a:lnTo>
                <a:lnTo>
                  <a:pt x="479" y="289"/>
                </a:lnTo>
                <a:lnTo>
                  <a:pt x="479" y="288"/>
                </a:lnTo>
                <a:lnTo>
                  <a:pt x="478" y="288"/>
                </a:lnTo>
                <a:lnTo>
                  <a:pt x="477" y="287"/>
                </a:lnTo>
                <a:lnTo>
                  <a:pt x="477" y="286"/>
                </a:lnTo>
                <a:lnTo>
                  <a:pt x="477" y="285"/>
                </a:lnTo>
                <a:lnTo>
                  <a:pt x="478" y="285"/>
                </a:lnTo>
                <a:lnTo>
                  <a:pt x="477" y="284"/>
                </a:lnTo>
                <a:lnTo>
                  <a:pt x="476" y="283"/>
                </a:lnTo>
                <a:lnTo>
                  <a:pt x="475" y="283"/>
                </a:lnTo>
                <a:lnTo>
                  <a:pt x="474" y="283"/>
                </a:lnTo>
                <a:lnTo>
                  <a:pt x="473" y="283"/>
                </a:lnTo>
                <a:lnTo>
                  <a:pt x="472" y="282"/>
                </a:lnTo>
                <a:lnTo>
                  <a:pt x="471" y="282"/>
                </a:lnTo>
                <a:lnTo>
                  <a:pt x="471" y="281"/>
                </a:lnTo>
                <a:lnTo>
                  <a:pt x="471" y="282"/>
                </a:lnTo>
                <a:lnTo>
                  <a:pt x="470" y="282"/>
                </a:lnTo>
                <a:lnTo>
                  <a:pt x="470" y="283"/>
                </a:lnTo>
                <a:lnTo>
                  <a:pt x="471" y="283"/>
                </a:lnTo>
                <a:lnTo>
                  <a:pt x="471" y="284"/>
                </a:lnTo>
                <a:lnTo>
                  <a:pt x="471" y="285"/>
                </a:lnTo>
                <a:lnTo>
                  <a:pt x="472" y="285"/>
                </a:lnTo>
                <a:lnTo>
                  <a:pt x="472" y="286"/>
                </a:lnTo>
                <a:lnTo>
                  <a:pt x="473" y="286"/>
                </a:lnTo>
                <a:lnTo>
                  <a:pt x="474" y="286"/>
                </a:lnTo>
                <a:lnTo>
                  <a:pt x="475" y="286"/>
                </a:lnTo>
                <a:lnTo>
                  <a:pt x="475" y="287"/>
                </a:lnTo>
                <a:lnTo>
                  <a:pt x="476" y="287"/>
                </a:lnTo>
                <a:lnTo>
                  <a:pt x="477" y="288"/>
                </a:lnTo>
                <a:lnTo>
                  <a:pt x="478" y="289"/>
                </a:lnTo>
                <a:lnTo>
                  <a:pt x="478" y="290"/>
                </a:lnTo>
                <a:lnTo>
                  <a:pt x="479" y="290"/>
                </a:lnTo>
                <a:lnTo>
                  <a:pt x="478" y="291"/>
                </a:lnTo>
                <a:lnTo>
                  <a:pt x="476" y="293"/>
                </a:lnTo>
                <a:lnTo>
                  <a:pt x="475" y="294"/>
                </a:lnTo>
                <a:lnTo>
                  <a:pt x="474" y="295"/>
                </a:lnTo>
                <a:lnTo>
                  <a:pt x="474" y="296"/>
                </a:lnTo>
                <a:lnTo>
                  <a:pt x="474" y="297"/>
                </a:lnTo>
                <a:lnTo>
                  <a:pt x="473" y="297"/>
                </a:lnTo>
                <a:lnTo>
                  <a:pt x="473" y="298"/>
                </a:lnTo>
                <a:lnTo>
                  <a:pt x="473" y="299"/>
                </a:lnTo>
                <a:lnTo>
                  <a:pt x="473" y="301"/>
                </a:lnTo>
                <a:lnTo>
                  <a:pt x="474" y="301"/>
                </a:lnTo>
                <a:lnTo>
                  <a:pt x="474" y="302"/>
                </a:lnTo>
                <a:lnTo>
                  <a:pt x="474" y="303"/>
                </a:lnTo>
                <a:lnTo>
                  <a:pt x="473" y="303"/>
                </a:lnTo>
                <a:lnTo>
                  <a:pt x="472" y="303"/>
                </a:lnTo>
                <a:lnTo>
                  <a:pt x="471" y="304"/>
                </a:lnTo>
                <a:lnTo>
                  <a:pt x="471" y="303"/>
                </a:lnTo>
                <a:lnTo>
                  <a:pt x="472" y="303"/>
                </a:lnTo>
                <a:lnTo>
                  <a:pt x="472" y="302"/>
                </a:lnTo>
                <a:lnTo>
                  <a:pt x="471" y="301"/>
                </a:lnTo>
                <a:lnTo>
                  <a:pt x="472" y="301"/>
                </a:lnTo>
                <a:lnTo>
                  <a:pt x="472" y="300"/>
                </a:lnTo>
                <a:lnTo>
                  <a:pt x="471" y="299"/>
                </a:lnTo>
                <a:lnTo>
                  <a:pt x="470" y="299"/>
                </a:lnTo>
                <a:lnTo>
                  <a:pt x="470" y="298"/>
                </a:lnTo>
                <a:lnTo>
                  <a:pt x="469" y="298"/>
                </a:lnTo>
                <a:lnTo>
                  <a:pt x="468" y="298"/>
                </a:lnTo>
                <a:lnTo>
                  <a:pt x="467" y="298"/>
                </a:lnTo>
                <a:lnTo>
                  <a:pt x="466" y="298"/>
                </a:lnTo>
                <a:lnTo>
                  <a:pt x="466" y="299"/>
                </a:lnTo>
                <a:lnTo>
                  <a:pt x="465" y="299"/>
                </a:lnTo>
                <a:lnTo>
                  <a:pt x="464" y="299"/>
                </a:lnTo>
                <a:lnTo>
                  <a:pt x="463" y="299"/>
                </a:lnTo>
                <a:lnTo>
                  <a:pt x="462" y="298"/>
                </a:lnTo>
                <a:lnTo>
                  <a:pt x="462" y="299"/>
                </a:lnTo>
                <a:lnTo>
                  <a:pt x="461" y="299"/>
                </a:lnTo>
                <a:lnTo>
                  <a:pt x="460" y="299"/>
                </a:lnTo>
                <a:lnTo>
                  <a:pt x="459" y="299"/>
                </a:lnTo>
                <a:lnTo>
                  <a:pt x="459" y="298"/>
                </a:lnTo>
                <a:lnTo>
                  <a:pt x="458" y="298"/>
                </a:lnTo>
                <a:lnTo>
                  <a:pt x="458" y="297"/>
                </a:lnTo>
                <a:lnTo>
                  <a:pt x="459" y="296"/>
                </a:lnTo>
                <a:lnTo>
                  <a:pt x="459" y="295"/>
                </a:lnTo>
                <a:lnTo>
                  <a:pt x="459" y="294"/>
                </a:lnTo>
                <a:lnTo>
                  <a:pt x="458" y="294"/>
                </a:lnTo>
                <a:lnTo>
                  <a:pt x="458" y="293"/>
                </a:lnTo>
                <a:lnTo>
                  <a:pt x="458" y="292"/>
                </a:lnTo>
                <a:lnTo>
                  <a:pt x="458" y="291"/>
                </a:lnTo>
                <a:lnTo>
                  <a:pt x="459" y="290"/>
                </a:lnTo>
                <a:lnTo>
                  <a:pt x="459" y="289"/>
                </a:lnTo>
                <a:lnTo>
                  <a:pt x="459" y="288"/>
                </a:lnTo>
                <a:lnTo>
                  <a:pt x="458" y="288"/>
                </a:lnTo>
                <a:lnTo>
                  <a:pt x="458" y="287"/>
                </a:lnTo>
                <a:lnTo>
                  <a:pt x="458" y="286"/>
                </a:lnTo>
                <a:lnTo>
                  <a:pt x="458" y="285"/>
                </a:lnTo>
                <a:lnTo>
                  <a:pt x="458" y="284"/>
                </a:lnTo>
                <a:lnTo>
                  <a:pt x="459" y="284"/>
                </a:lnTo>
                <a:lnTo>
                  <a:pt x="459" y="283"/>
                </a:lnTo>
                <a:lnTo>
                  <a:pt x="460" y="282"/>
                </a:lnTo>
                <a:lnTo>
                  <a:pt x="461" y="282"/>
                </a:lnTo>
                <a:lnTo>
                  <a:pt x="462" y="282"/>
                </a:lnTo>
                <a:lnTo>
                  <a:pt x="463" y="280"/>
                </a:lnTo>
                <a:lnTo>
                  <a:pt x="464" y="280"/>
                </a:lnTo>
                <a:lnTo>
                  <a:pt x="465" y="280"/>
                </a:lnTo>
                <a:lnTo>
                  <a:pt x="466" y="279"/>
                </a:lnTo>
                <a:lnTo>
                  <a:pt x="466" y="278"/>
                </a:lnTo>
                <a:lnTo>
                  <a:pt x="465" y="278"/>
                </a:lnTo>
                <a:lnTo>
                  <a:pt x="464" y="277"/>
                </a:lnTo>
                <a:lnTo>
                  <a:pt x="464" y="276"/>
                </a:lnTo>
                <a:lnTo>
                  <a:pt x="463" y="276"/>
                </a:lnTo>
                <a:lnTo>
                  <a:pt x="463" y="275"/>
                </a:lnTo>
                <a:lnTo>
                  <a:pt x="462" y="275"/>
                </a:lnTo>
                <a:lnTo>
                  <a:pt x="462" y="274"/>
                </a:lnTo>
                <a:lnTo>
                  <a:pt x="462" y="275"/>
                </a:lnTo>
                <a:lnTo>
                  <a:pt x="462" y="274"/>
                </a:lnTo>
                <a:lnTo>
                  <a:pt x="463" y="276"/>
                </a:lnTo>
                <a:lnTo>
                  <a:pt x="462" y="276"/>
                </a:lnTo>
                <a:lnTo>
                  <a:pt x="462" y="275"/>
                </a:lnTo>
                <a:lnTo>
                  <a:pt x="461" y="275"/>
                </a:lnTo>
                <a:lnTo>
                  <a:pt x="461" y="276"/>
                </a:lnTo>
                <a:lnTo>
                  <a:pt x="461" y="277"/>
                </a:lnTo>
                <a:lnTo>
                  <a:pt x="462" y="277"/>
                </a:lnTo>
                <a:lnTo>
                  <a:pt x="462" y="278"/>
                </a:lnTo>
                <a:lnTo>
                  <a:pt x="461" y="278"/>
                </a:lnTo>
                <a:lnTo>
                  <a:pt x="461" y="279"/>
                </a:lnTo>
                <a:lnTo>
                  <a:pt x="460" y="279"/>
                </a:lnTo>
                <a:lnTo>
                  <a:pt x="459" y="280"/>
                </a:lnTo>
                <a:lnTo>
                  <a:pt x="458" y="280"/>
                </a:lnTo>
                <a:lnTo>
                  <a:pt x="457" y="280"/>
                </a:lnTo>
                <a:lnTo>
                  <a:pt x="457" y="279"/>
                </a:lnTo>
                <a:lnTo>
                  <a:pt x="457" y="280"/>
                </a:lnTo>
                <a:lnTo>
                  <a:pt x="456" y="279"/>
                </a:lnTo>
                <a:lnTo>
                  <a:pt x="457" y="279"/>
                </a:lnTo>
                <a:lnTo>
                  <a:pt x="457" y="278"/>
                </a:lnTo>
                <a:lnTo>
                  <a:pt x="456" y="278"/>
                </a:lnTo>
                <a:lnTo>
                  <a:pt x="455" y="278"/>
                </a:lnTo>
                <a:lnTo>
                  <a:pt x="456" y="279"/>
                </a:lnTo>
                <a:lnTo>
                  <a:pt x="455" y="279"/>
                </a:lnTo>
                <a:lnTo>
                  <a:pt x="454" y="279"/>
                </a:lnTo>
                <a:lnTo>
                  <a:pt x="453" y="279"/>
                </a:lnTo>
                <a:lnTo>
                  <a:pt x="453" y="280"/>
                </a:lnTo>
                <a:lnTo>
                  <a:pt x="454" y="280"/>
                </a:lnTo>
                <a:lnTo>
                  <a:pt x="453" y="280"/>
                </a:lnTo>
                <a:lnTo>
                  <a:pt x="452" y="280"/>
                </a:lnTo>
                <a:lnTo>
                  <a:pt x="451" y="280"/>
                </a:lnTo>
                <a:lnTo>
                  <a:pt x="451" y="281"/>
                </a:lnTo>
                <a:lnTo>
                  <a:pt x="450" y="281"/>
                </a:lnTo>
                <a:lnTo>
                  <a:pt x="449" y="281"/>
                </a:lnTo>
                <a:lnTo>
                  <a:pt x="449" y="282"/>
                </a:lnTo>
                <a:lnTo>
                  <a:pt x="449" y="283"/>
                </a:lnTo>
                <a:lnTo>
                  <a:pt x="446" y="284"/>
                </a:lnTo>
                <a:lnTo>
                  <a:pt x="445" y="284"/>
                </a:lnTo>
                <a:lnTo>
                  <a:pt x="445" y="285"/>
                </a:lnTo>
                <a:lnTo>
                  <a:pt x="444" y="285"/>
                </a:lnTo>
                <a:lnTo>
                  <a:pt x="443" y="285"/>
                </a:lnTo>
                <a:lnTo>
                  <a:pt x="442" y="285"/>
                </a:lnTo>
                <a:lnTo>
                  <a:pt x="442" y="286"/>
                </a:lnTo>
                <a:lnTo>
                  <a:pt x="443" y="286"/>
                </a:lnTo>
                <a:lnTo>
                  <a:pt x="443" y="287"/>
                </a:lnTo>
                <a:lnTo>
                  <a:pt x="443" y="288"/>
                </a:lnTo>
                <a:lnTo>
                  <a:pt x="443" y="289"/>
                </a:lnTo>
                <a:lnTo>
                  <a:pt x="442" y="289"/>
                </a:lnTo>
                <a:lnTo>
                  <a:pt x="442" y="288"/>
                </a:lnTo>
                <a:lnTo>
                  <a:pt x="441" y="288"/>
                </a:lnTo>
                <a:lnTo>
                  <a:pt x="440" y="287"/>
                </a:lnTo>
                <a:lnTo>
                  <a:pt x="439" y="287"/>
                </a:lnTo>
                <a:lnTo>
                  <a:pt x="439" y="288"/>
                </a:lnTo>
                <a:lnTo>
                  <a:pt x="440" y="288"/>
                </a:lnTo>
                <a:lnTo>
                  <a:pt x="440" y="289"/>
                </a:lnTo>
                <a:lnTo>
                  <a:pt x="440" y="290"/>
                </a:lnTo>
                <a:lnTo>
                  <a:pt x="439" y="290"/>
                </a:lnTo>
                <a:lnTo>
                  <a:pt x="438" y="290"/>
                </a:lnTo>
                <a:lnTo>
                  <a:pt x="438" y="291"/>
                </a:lnTo>
                <a:lnTo>
                  <a:pt x="438" y="292"/>
                </a:lnTo>
                <a:lnTo>
                  <a:pt x="437" y="292"/>
                </a:lnTo>
                <a:lnTo>
                  <a:pt x="436" y="292"/>
                </a:lnTo>
                <a:lnTo>
                  <a:pt x="436" y="293"/>
                </a:lnTo>
                <a:lnTo>
                  <a:pt x="437" y="293"/>
                </a:lnTo>
                <a:lnTo>
                  <a:pt x="437" y="294"/>
                </a:lnTo>
                <a:lnTo>
                  <a:pt x="438" y="293"/>
                </a:lnTo>
                <a:lnTo>
                  <a:pt x="439" y="293"/>
                </a:lnTo>
                <a:lnTo>
                  <a:pt x="440" y="293"/>
                </a:lnTo>
                <a:lnTo>
                  <a:pt x="441" y="293"/>
                </a:lnTo>
                <a:lnTo>
                  <a:pt x="442" y="293"/>
                </a:lnTo>
                <a:lnTo>
                  <a:pt x="443" y="293"/>
                </a:lnTo>
                <a:lnTo>
                  <a:pt x="443" y="292"/>
                </a:lnTo>
                <a:lnTo>
                  <a:pt x="444" y="292"/>
                </a:lnTo>
                <a:lnTo>
                  <a:pt x="445" y="293"/>
                </a:lnTo>
                <a:lnTo>
                  <a:pt x="445" y="294"/>
                </a:lnTo>
                <a:lnTo>
                  <a:pt x="444" y="294"/>
                </a:lnTo>
                <a:lnTo>
                  <a:pt x="444" y="295"/>
                </a:lnTo>
                <a:lnTo>
                  <a:pt x="444" y="296"/>
                </a:lnTo>
                <a:lnTo>
                  <a:pt x="443" y="297"/>
                </a:lnTo>
                <a:lnTo>
                  <a:pt x="442" y="297"/>
                </a:lnTo>
                <a:lnTo>
                  <a:pt x="441" y="298"/>
                </a:lnTo>
                <a:lnTo>
                  <a:pt x="440" y="299"/>
                </a:lnTo>
                <a:lnTo>
                  <a:pt x="439" y="299"/>
                </a:lnTo>
                <a:lnTo>
                  <a:pt x="438" y="299"/>
                </a:lnTo>
                <a:lnTo>
                  <a:pt x="437" y="299"/>
                </a:lnTo>
                <a:lnTo>
                  <a:pt x="437" y="300"/>
                </a:lnTo>
                <a:lnTo>
                  <a:pt x="437" y="301"/>
                </a:lnTo>
                <a:lnTo>
                  <a:pt x="437" y="302"/>
                </a:lnTo>
                <a:lnTo>
                  <a:pt x="436" y="303"/>
                </a:lnTo>
                <a:lnTo>
                  <a:pt x="437" y="303"/>
                </a:lnTo>
                <a:lnTo>
                  <a:pt x="438" y="303"/>
                </a:lnTo>
                <a:lnTo>
                  <a:pt x="439" y="302"/>
                </a:lnTo>
                <a:lnTo>
                  <a:pt x="440" y="301"/>
                </a:lnTo>
                <a:lnTo>
                  <a:pt x="441" y="301"/>
                </a:lnTo>
                <a:lnTo>
                  <a:pt x="441" y="302"/>
                </a:lnTo>
                <a:lnTo>
                  <a:pt x="442" y="303"/>
                </a:lnTo>
                <a:lnTo>
                  <a:pt x="442" y="304"/>
                </a:lnTo>
                <a:lnTo>
                  <a:pt x="444" y="304"/>
                </a:lnTo>
                <a:lnTo>
                  <a:pt x="445" y="304"/>
                </a:lnTo>
                <a:lnTo>
                  <a:pt x="446" y="304"/>
                </a:lnTo>
                <a:lnTo>
                  <a:pt x="446" y="305"/>
                </a:lnTo>
                <a:lnTo>
                  <a:pt x="446" y="306"/>
                </a:lnTo>
                <a:lnTo>
                  <a:pt x="447" y="306"/>
                </a:lnTo>
                <a:lnTo>
                  <a:pt x="447" y="307"/>
                </a:lnTo>
                <a:lnTo>
                  <a:pt x="448" y="307"/>
                </a:lnTo>
                <a:lnTo>
                  <a:pt x="447" y="308"/>
                </a:lnTo>
                <a:lnTo>
                  <a:pt x="447" y="309"/>
                </a:lnTo>
                <a:lnTo>
                  <a:pt x="446" y="309"/>
                </a:lnTo>
                <a:lnTo>
                  <a:pt x="445" y="309"/>
                </a:lnTo>
                <a:lnTo>
                  <a:pt x="444" y="309"/>
                </a:lnTo>
                <a:lnTo>
                  <a:pt x="444" y="310"/>
                </a:lnTo>
                <a:lnTo>
                  <a:pt x="443" y="310"/>
                </a:lnTo>
                <a:lnTo>
                  <a:pt x="442" y="310"/>
                </a:lnTo>
                <a:lnTo>
                  <a:pt x="442" y="311"/>
                </a:lnTo>
                <a:lnTo>
                  <a:pt x="441" y="311"/>
                </a:lnTo>
                <a:lnTo>
                  <a:pt x="441" y="310"/>
                </a:lnTo>
                <a:lnTo>
                  <a:pt x="440" y="310"/>
                </a:lnTo>
                <a:lnTo>
                  <a:pt x="440" y="311"/>
                </a:lnTo>
                <a:lnTo>
                  <a:pt x="439" y="311"/>
                </a:lnTo>
                <a:lnTo>
                  <a:pt x="439" y="312"/>
                </a:lnTo>
                <a:lnTo>
                  <a:pt x="439" y="313"/>
                </a:lnTo>
                <a:lnTo>
                  <a:pt x="438" y="313"/>
                </a:lnTo>
                <a:lnTo>
                  <a:pt x="437" y="314"/>
                </a:lnTo>
                <a:lnTo>
                  <a:pt x="436" y="313"/>
                </a:lnTo>
                <a:lnTo>
                  <a:pt x="436" y="312"/>
                </a:lnTo>
                <a:lnTo>
                  <a:pt x="435" y="312"/>
                </a:lnTo>
                <a:lnTo>
                  <a:pt x="435" y="311"/>
                </a:lnTo>
                <a:lnTo>
                  <a:pt x="435" y="310"/>
                </a:lnTo>
                <a:lnTo>
                  <a:pt x="435" y="309"/>
                </a:lnTo>
                <a:lnTo>
                  <a:pt x="435" y="308"/>
                </a:lnTo>
                <a:lnTo>
                  <a:pt x="434" y="307"/>
                </a:lnTo>
                <a:lnTo>
                  <a:pt x="435" y="307"/>
                </a:lnTo>
                <a:lnTo>
                  <a:pt x="435" y="306"/>
                </a:lnTo>
                <a:lnTo>
                  <a:pt x="435" y="305"/>
                </a:lnTo>
                <a:lnTo>
                  <a:pt x="435" y="304"/>
                </a:lnTo>
                <a:lnTo>
                  <a:pt x="434" y="304"/>
                </a:lnTo>
                <a:lnTo>
                  <a:pt x="434" y="303"/>
                </a:lnTo>
                <a:lnTo>
                  <a:pt x="433" y="302"/>
                </a:lnTo>
                <a:lnTo>
                  <a:pt x="433" y="301"/>
                </a:lnTo>
                <a:lnTo>
                  <a:pt x="432" y="301"/>
                </a:lnTo>
                <a:lnTo>
                  <a:pt x="431" y="301"/>
                </a:lnTo>
                <a:lnTo>
                  <a:pt x="431" y="300"/>
                </a:lnTo>
                <a:lnTo>
                  <a:pt x="431" y="299"/>
                </a:lnTo>
                <a:lnTo>
                  <a:pt x="430" y="298"/>
                </a:lnTo>
                <a:lnTo>
                  <a:pt x="429" y="298"/>
                </a:lnTo>
                <a:lnTo>
                  <a:pt x="429" y="297"/>
                </a:lnTo>
                <a:lnTo>
                  <a:pt x="428" y="297"/>
                </a:lnTo>
                <a:lnTo>
                  <a:pt x="427" y="297"/>
                </a:lnTo>
                <a:lnTo>
                  <a:pt x="425" y="297"/>
                </a:lnTo>
                <a:lnTo>
                  <a:pt x="424" y="298"/>
                </a:lnTo>
                <a:lnTo>
                  <a:pt x="423" y="298"/>
                </a:lnTo>
                <a:lnTo>
                  <a:pt x="422" y="298"/>
                </a:lnTo>
                <a:lnTo>
                  <a:pt x="421" y="298"/>
                </a:lnTo>
                <a:lnTo>
                  <a:pt x="420" y="298"/>
                </a:lnTo>
                <a:lnTo>
                  <a:pt x="419" y="298"/>
                </a:lnTo>
                <a:lnTo>
                  <a:pt x="419" y="299"/>
                </a:lnTo>
                <a:lnTo>
                  <a:pt x="419" y="300"/>
                </a:lnTo>
                <a:lnTo>
                  <a:pt x="419" y="301"/>
                </a:lnTo>
                <a:lnTo>
                  <a:pt x="418" y="301"/>
                </a:lnTo>
                <a:lnTo>
                  <a:pt x="418" y="300"/>
                </a:lnTo>
                <a:lnTo>
                  <a:pt x="417" y="300"/>
                </a:lnTo>
                <a:lnTo>
                  <a:pt x="416" y="299"/>
                </a:lnTo>
                <a:lnTo>
                  <a:pt x="416" y="300"/>
                </a:lnTo>
                <a:lnTo>
                  <a:pt x="413" y="302"/>
                </a:lnTo>
                <a:lnTo>
                  <a:pt x="413" y="303"/>
                </a:lnTo>
                <a:lnTo>
                  <a:pt x="412" y="304"/>
                </a:lnTo>
                <a:lnTo>
                  <a:pt x="411" y="303"/>
                </a:lnTo>
                <a:lnTo>
                  <a:pt x="409" y="303"/>
                </a:lnTo>
                <a:lnTo>
                  <a:pt x="408" y="303"/>
                </a:lnTo>
                <a:lnTo>
                  <a:pt x="407" y="303"/>
                </a:lnTo>
                <a:lnTo>
                  <a:pt x="407" y="302"/>
                </a:lnTo>
                <a:lnTo>
                  <a:pt x="406" y="302"/>
                </a:lnTo>
                <a:lnTo>
                  <a:pt x="406" y="303"/>
                </a:lnTo>
                <a:lnTo>
                  <a:pt x="405" y="303"/>
                </a:lnTo>
                <a:lnTo>
                  <a:pt x="405" y="304"/>
                </a:lnTo>
                <a:lnTo>
                  <a:pt x="404" y="304"/>
                </a:lnTo>
                <a:lnTo>
                  <a:pt x="403" y="304"/>
                </a:lnTo>
                <a:lnTo>
                  <a:pt x="403" y="305"/>
                </a:lnTo>
                <a:lnTo>
                  <a:pt x="402" y="305"/>
                </a:lnTo>
                <a:lnTo>
                  <a:pt x="402" y="306"/>
                </a:lnTo>
                <a:lnTo>
                  <a:pt x="401" y="305"/>
                </a:lnTo>
                <a:lnTo>
                  <a:pt x="400" y="305"/>
                </a:lnTo>
                <a:lnTo>
                  <a:pt x="399" y="305"/>
                </a:lnTo>
                <a:lnTo>
                  <a:pt x="399" y="306"/>
                </a:lnTo>
                <a:lnTo>
                  <a:pt x="399" y="307"/>
                </a:lnTo>
                <a:lnTo>
                  <a:pt x="398" y="307"/>
                </a:lnTo>
                <a:lnTo>
                  <a:pt x="397" y="307"/>
                </a:lnTo>
                <a:lnTo>
                  <a:pt x="397" y="308"/>
                </a:lnTo>
                <a:lnTo>
                  <a:pt x="396" y="308"/>
                </a:lnTo>
                <a:lnTo>
                  <a:pt x="395" y="308"/>
                </a:lnTo>
                <a:lnTo>
                  <a:pt x="394" y="307"/>
                </a:lnTo>
                <a:lnTo>
                  <a:pt x="393" y="306"/>
                </a:lnTo>
                <a:lnTo>
                  <a:pt x="392" y="306"/>
                </a:lnTo>
                <a:lnTo>
                  <a:pt x="391" y="306"/>
                </a:lnTo>
                <a:lnTo>
                  <a:pt x="388" y="306"/>
                </a:lnTo>
                <a:lnTo>
                  <a:pt x="387" y="306"/>
                </a:lnTo>
                <a:lnTo>
                  <a:pt x="387" y="309"/>
                </a:lnTo>
                <a:lnTo>
                  <a:pt x="386" y="310"/>
                </a:lnTo>
                <a:lnTo>
                  <a:pt x="385" y="311"/>
                </a:lnTo>
                <a:lnTo>
                  <a:pt x="384" y="310"/>
                </a:lnTo>
                <a:lnTo>
                  <a:pt x="383" y="311"/>
                </a:lnTo>
                <a:lnTo>
                  <a:pt x="382" y="312"/>
                </a:lnTo>
                <a:lnTo>
                  <a:pt x="382" y="313"/>
                </a:lnTo>
                <a:lnTo>
                  <a:pt x="381" y="314"/>
                </a:lnTo>
                <a:lnTo>
                  <a:pt x="381" y="313"/>
                </a:lnTo>
                <a:lnTo>
                  <a:pt x="380" y="311"/>
                </a:lnTo>
                <a:lnTo>
                  <a:pt x="380" y="310"/>
                </a:lnTo>
                <a:lnTo>
                  <a:pt x="379" y="309"/>
                </a:lnTo>
                <a:lnTo>
                  <a:pt x="379" y="308"/>
                </a:lnTo>
                <a:lnTo>
                  <a:pt x="379" y="307"/>
                </a:lnTo>
                <a:lnTo>
                  <a:pt x="380" y="307"/>
                </a:lnTo>
                <a:lnTo>
                  <a:pt x="381" y="306"/>
                </a:lnTo>
                <a:lnTo>
                  <a:pt x="381" y="305"/>
                </a:lnTo>
                <a:lnTo>
                  <a:pt x="382" y="304"/>
                </a:lnTo>
                <a:lnTo>
                  <a:pt x="381" y="304"/>
                </a:lnTo>
                <a:lnTo>
                  <a:pt x="380" y="304"/>
                </a:lnTo>
                <a:lnTo>
                  <a:pt x="380" y="303"/>
                </a:lnTo>
                <a:lnTo>
                  <a:pt x="379" y="303"/>
                </a:lnTo>
                <a:lnTo>
                  <a:pt x="380" y="306"/>
                </a:lnTo>
                <a:lnTo>
                  <a:pt x="379" y="306"/>
                </a:lnTo>
                <a:lnTo>
                  <a:pt x="378" y="303"/>
                </a:lnTo>
                <a:lnTo>
                  <a:pt x="377" y="302"/>
                </a:lnTo>
                <a:lnTo>
                  <a:pt x="377" y="301"/>
                </a:lnTo>
                <a:lnTo>
                  <a:pt x="376" y="300"/>
                </a:lnTo>
                <a:lnTo>
                  <a:pt x="376" y="297"/>
                </a:lnTo>
                <a:lnTo>
                  <a:pt x="374" y="298"/>
                </a:lnTo>
                <a:lnTo>
                  <a:pt x="373" y="296"/>
                </a:lnTo>
                <a:lnTo>
                  <a:pt x="372" y="293"/>
                </a:lnTo>
                <a:lnTo>
                  <a:pt x="371" y="291"/>
                </a:lnTo>
                <a:lnTo>
                  <a:pt x="370" y="290"/>
                </a:lnTo>
                <a:lnTo>
                  <a:pt x="369" y="289"/>
                </a:lnTo>
                <a:lnTo>
                  <a:pt x="369" y="288"/>
                </a:lnTo>
                <a:lnTo>
                  <a:pt x="369" y="286"/>
                </a:lnTo>
                <a:lnTo>
                  <a:pt x="369" y="285"/>
                </a:lnTo>
                <a:lnTo>
                  <a:pt x="370" y="285"/>
                </a:lnTo>
                <a:lnTo>
                  <a:pt x="370" y="284"/>
                </a:lnTo>
                <a:lnTo>
                  <a:pt x="369" y="284"/>
                </a:lnTo>
                <a:lnTo>
                  <a:pt x="369" y="285"/>
                </a:lnTo>
                <a:lnTo>
                  <a:pt x="368" y="284"/>
                </a:lnTo>
                <a:lnTo>
                  <a:pt x="367" y="283"/>
                </a:lnTo>
                <a:lnTo>
                  <a:pt x="366" y="283"/>
                </a:lnTo>
                <a:lnTo>
                  <a:pt x="366" y="282"/>
                </a:lnTo>
                <a:lnTo>
                  <a:pt x="365" y="282"/>
                </a:lnTo>
                <a:lnTo>
                  <a:pt x="366" y="283"/>
                </a:lnTo>
                <a:lnTo>
                  <a:pt x="365" y="284"/>
                </a:lnTo>
                <a:lnTo>
                  <a:pt x="363" y="284"/>
                </a:lnTo>
                <a:lnTo>
                  <a:pt x="361" y="284"/>
                </a:lnTo>
                <a:lnTo>
                  <a:pt x="361" y="283"/>
                </a:lnTo>
                <a:lnTo>
                  <a:pt x="361" y="282"/>
                </a:lnTo>
                <a:lnTo>
                  <a:pt x="360" y="282"/>
                </a:lnTo>
                <a:lnTo>
                  <a:pt x="357" y="282"/>
                </a:lnTo>
                <a:lnTo>
                  <a:pt x="357" y="283"/>
                </a:lnTo>
                <a:lnTo>
                  <a:pt x="356" y="284"/>
                </a:lnTo>
                <a:lnTo>
                  <a:pt x="355" y="284"/>
                </a:lnTo>
                <a:lnTo>
                  <a:pt x="354" y="284"/>
                </a:lnTo>
                <a:lnTo>
                  <a:pt x="353" y="284"/>
                </a:lnTo>
                <a:lnTo>
                  <a:pt x="352" y="284"/>
                </a:lnTo>
                <a:lnTo>
                  <a:pt x="352" y="283"/>
                </a:lnTo>
                <a:lnTo>
                  <a:pt x="351" y="284"/>
                </a:lnTo>
                <a:lnTo>
                  <a:pt x="352" y="285"/>
                </a:lnTo>
                <a:lnTo>
                  <a:pt x="353" y="285"/>
                </a:lnTo>
                <a:lnTo>
                  <a:pt x="353" y="286"/>
                </a:lnTo>
                <a:lnTo>
                  <a:pt x="354" y="288"/>
                </a:lnTo>
                <a:lnTo>
                  <a:pt x="354" y="289"/>
                </a:lnTo>
                <a:lnTo>
                  <a:pt x="355" y="289"/>
                </a:lnTo>
                <a:lnTo>
                  <a:pt x="356" y="290"/>
                </a:lnTo>
                <a:lnTo>
                  <a:pt x="357" y="290"/>
                </a:lnTo>
                <a:lnTo>
                  <a:pt x="357" y="291"/>
                </a:lnTo>
                <a:lnTo>
                  <a:pt x="357" y="292"/>
                </a:lnTo>
                <a:lnTo>
                  <a:pt x="358" y="292"/>
                </a:lnTo>
                <a:lnTo>
                  <a:pt x="358" y="293"/>
                </a:lnTo>
                <a:lnTo>
                  <a:pt x="359" y="294"/>
                </a:lnTo>
                <a:lnTo>
                  <a:pt x="360" y="294"/>
                </a:lnTo>
                <a:lnTo>
                  <a:pt x="360" y="295"/>
                </a:lnTo>
                <a:lnTo>
                  <a:pt x="360" y="296"/>
                </a:lnTo>
                <a:lnTo>
                  <a:pt x="360" y="297"/>
                </a:lnTo>
                <a:lnTo>
                  <a:pt x="361" y="298"/>
                </a:lnTo>
                <a:lnTo>
                  <a:pt x="360" y="299"/>
                </a:lnTo>
                <a:lnTo>
                  <a:pt x="358" y="301"/>
                </a:lnTo>
                <a:lnTo>
                  <a:pt x="357" y="300"/>
                </a:lnTo>
                <a:lnTo>
                  <a:pt x="357" y="299"/>
                </a:lnTo>
                <a:lnTo>
                  <a:pt x="356" y="298"/>
                </a:lnTo>
                <a:lnTo>
                  <a:pt x="355" y="297"/>
                </a:lnTo>
                <a:lnTo>
                  <a:pt x="355" y="298"/>
                </a:lnTo>
                <a:lnTo>
                  <a:pt x="354" y="298"/>
                </a:lnTo>
                <a:lnTo>
                  <a:pt x="354" y="299"/>
                </a:lnTo>
                <a:lnTo>
                  <a:pt x="353" y="299"/>
                </a:lnTo>
                <a:lnTo>
                  <a:pt x="353" y="300"/>
                </a:lnTo>
                <a:lnTo>
                  <a:pt x="352" y="300"/>
                </a:lnTo>
                <a:lnTo>
                  <a:pt x="351" y="300"/>
                </a:lnTo>
                <a:lnTo>
                  <a:pt x="352" y="301"/>
                </a:lnTo>
                <a:lnTo>
                  <a:pt x="352" y="300"/>
                </a:lnTo>
                <a:lnTo>
                  <a:pt x="353" y="300"/>
                </a:lnTo>
                <a:lnTo>
                  <a:pt x="354" y="300"/>
                </a:lnTo>
                <a:lnTo>
                  <a:pt x="355" y="300"/>
                </a:lnTo>
                <a:lnTo>
                  <a:pt x="356" y="301"/>
                </a:lnTo>
                <a:lnTo>
                  <a:pt x="357" y="301"/>
                </a:lnTo>
                <a:lnTo>
                  <a:pt x="357" y="302"/>
                </a:lnTo>
                <a:lnTo>
                  <a:pt x="357" y="303"/>
                </a:lnTo>
                <a:lnTo>
                  <a:pt x="357" y="306"/>
                </a:lnTo>
                <a:lnTo>
                  <a:pt x="358" y="307"/>
                </a:lnTo>
                <a:lnTo>
                  <a:pt x="358" y="308"/>
                </a:lnTo>
                <a:lnTo>
                  <a:pt x="357" y="308"/>
                </a:lnTo>
                <a:lnTo>
                  <a:pt x="356" y="308"/>
                </a:lnTo>
                <a:lnTo>
                  <a:pt x="355" y="308"/>
                </a:lnTo>
                <a:lnTo>
                  <a:pt x="355" y="309"/>
                </a:lnTo>
                <a:lnTo>
                  <a:pt x="355" y="308"/>
                </a:lnTo>
                <a:lnTo>
                  <a:pt x="355" y="307"/>
                </a:lnTo>
                <a:lnTo>
                  <a:pt x="354" y="306"/>
                </a:lnTo>
                <a:lnTo>
                  <a:pt x="354" y="305"/>
                </a:lnTo>
                <a:lnTo>
                  <a:pt x="354" y="304"/>
                </a:lnTo>
                <a:lnTo>
                  <a:pt x="354" y="303"/>
                </a:lnTo>
                <a:lnTo>
                  <a:pt x="353" y="302"/>
                </a:lnTo>
                <a:lnTo>
                  <a:pt x="353" y="303"/>
                </a:lnTo>
                <a:lnTo>
                  <a:pt x="354" y="304"/>
                </a:lnTo>
                <a:lnTo>
                  <a:pt x="354" y="306"/>
                </a:lnTo>
                <a:lnTo>
                  <a:pt x="354" y="308"/>
                </a:lnTo>
                <a:lnTo>
                  <a:pt x="354" y="309"/>
                </a:lnTo>
                <a:lnTo>
                  <a:pt x="354" y="310"/>
                </a:lnTo>
                <a:lnTo>
                  <a:pt x="353" y="310"/>
                </a:lnTo>
                <a:lnTo>
                  <a:pt x="353" y="312"/>
                </a:lnTo>
                <a:lnTo>
                  <a:pt x="354" y="312"/>
                </a:lnTo>
                <a:lnTo>
                  <a:pt x="354" y="316"/>
                </a:lnTo>
                <a:lnTo>
                  <a:pt x="353" y="317"/>
                </a:lnTo>
                <a:lnTo>
                  <a:pt x="352" y="317"/>
                </a:lnTo>
                <a:lnTo>
                  <a:pt x="352" y="318"/>
                </a:lnTo>
                <a:lnTo>
                  <a:pt x="352" y="319"/>
                </a:lnTo>
                <a:lnTo>
                  <a:pt x="352" y="320"/>
                </a:lnTo>
                <a:lnTo>
                  <a:pt x="353" y="320"/>
                </a:lnTo>
                <a:lnTo>
                  <a:pt x="354" y="320"/>
                </a:lnTo>
                <a:lnTo>
                  <a:pt x="355" y="320"/>
                </a:lnTo>
                <a:lnTo>
                  <a:pt x="356" y="321"/>
                </a:lnTo>
                <a:lnTo>
                  <a:pt x="357" y="322"/>
                </a:lnTo>
                <a:lnTo>
                  <a:pt x="357" y="321"/>
                </a:lnTo>
                <a:lnTo>
                  <a:pt x="358" y="321"/>
                </a:lnTo>
                <a:lnTo>
                  <a:pt x="358" y="322"/>
                </a:lnTo>
                <a:lnTo>
                  <a:pt x="357" y="322"/>
                </a:lnTo>
                <a:lnTo>
                  <a:pt x="358" y="323"/>
                </a:lnTo>
                <a:lnTo>
                  <a:pt x="357" y="323"/>
                </a:lnTo>
                <a:lnTo>
                  <a:pt x="357" y="324"/>
                </a:lnTo>
                <a:lnTo>
                  <a:pt x="356" y="324"/>
                </a:lnTo>
                <a:lnTo>
                  <a:pt x="355" y="324"/>
                </a:lnTo>
                <a:lnTo>
                  <a:pt x="355" y="325"/>
                </a:lnTo>
                <a:lnTo>
                  <a:pt x="355" y="326"/>
                </a:lnTo>
                <a:lnTo>
                  <a:pt x="355" y="327"/>
                </a:lnTo>
                <a:lnTo>
                  <a:pt x="356" y="327"/>
                </a:lnTo>
                <a:lnTo>
                  <a:pt x="355" y="328"/>
                </a:lnTo>
                <a:lnTo>
                  <a:pt x="355" y="327"/>
                </a:lnTo>
                <a:lnTo>
                  <a:pt x="354" y="327"/>
                </a:lnTo>
                <a:lnTo>
                  <a:pt x="354" y="328"/>
                </a:lnTo>
                <a:lnTo>
                  <a:pt x="353" y="329"/>
                </a:lnTo>
                <a:lnTo>
                  <a:pt x="353" y="330"/>
                </a:lnTo>
                <a:lnTo>
                  <a:pt x="353" y="331"/>
                </a:lnTo>
                <a:lnTo>
                  <a:pt x="353" y="332"/>
                </a:lnTo>
                <a:lnTo>
                  <a:pt x="354" y="333"/>
                </a:lnTo>
                <a:lnTo>
                  <a:pt x="354" y="334"/>
                </a:lnTo>
                <a:lnTo>
                  <a:pt x="355" y="334"/>
                </a:lnTo>
                <a:lnTo>
                  <a:pt x="354" y="335"/>
                </a:lnTo>
                <a:lnTo>
                  <a:pt x="354" y="336"/>
                </a:lnTo>
                <a:lnTo>
                  <a:pt x="353" y="336"/>
                </a:lnTo>
                <a:lnTo>
                  <a:pt x="352" y="336"/>
                </a:lnTo>
                <a:lnTo>
                  <a:pt x="351" y="338"/>
                </a:lnTo>
                <a:lnTo>
                  <a:pt x="350" y="338"/>
                </a:lnTo>
                <a:lnTo>
                  <a:pt x="350" y="339"/>
                </a:lnTo>
                <a:lnTo>
                  <a:pt x="349" y="340"/>
                </a:lnTo>
                <a:lnTo>
                  <a:pt x="349" y="342"/>
                </a:lnTo>
                <a:lnTo>
                  <a:pt x="349" y="343"/>
                </a:lnTo>
                <a:lnTo>
                  <a:pt x="349" y="342"/>
                </a:lnTo>
                <a:lnTo>
                  <a:pt x="350" y="343"/>
                </a:lnTo>
                <a:lnTo>
                  <a:pt x="350" y="344"/>
                </a:lnTo>
                <a:lnTo>
                  <a:pt x="351" y="344"/>
                </a:lnTo>
                <a:lnTo>
                  <a:pt x="351" y="345"/>
                </a:lnTo>
                <a:lnTo>
                  <a:pt x="351" y="346"/>
                </a:lnTo>
                <a:lnTo>
                  <a:pt x="351" y="349"/>
                </a:lnTo>
                <a:lnTo>
                  <a:pt x="350" y="349"/>
                </a:lnTo>
                <a:lnTo>
                  <a:pt x="351" y="349"/>
                </a:lnTo>
                <a:lnTo>
                  <a:pt x="351" y="350"/>
                </a:lnTo>
                <a:lnTo>
                  <a:pt x="351" y="351"/>
                </a:lnTo>
                <a:lnTo>
                  <a:pt x="351" y="352"/>
                </a:lnTo>
                <a:lnTo>
                  <a:pt x="350" y="352"/>
                </a:lnTo>
                <a:lnTo>
                  <a:pt x="350" y="351"/>
                </a:lnTo>
                <a:lnTo>
                  <a:pt x="349" y="351"/>
                </a:lnTo>
                <a:lnTo>
                  <a:pt x="348" y="351"/>
                </a:lnTo>
                <a:lnTo>
                  <a:pt x="347" y="352"/>
                </a:lnTo>
                <a:lnTo>
                  <a:pt x="345" y="352"/>
                </a:lnTo>
                <a:lnTo>
                  <a:pt x="344" y="351"/>
                </a:lnTo>
                <a:lnTo>
                  <a:pt x="343" y="351"/>
                </a:lnTo>
                <a:lnTo>
                  <a:pt x="343" y="350"/>
                </a:lnTo>
                <a:lnTo>
                  <a:pt x="342" y="349"/>
                </a:lnTo>
                <a:lnTo>
                  <a:pt x="342" y="348"/>
                </a:lnTo>
                <a:lnTo>
                  <a:pt x="342" y="347"/>
                </a:lnTo>
                <a:lnTo>
                  <a:pt x="341" y="347"/>
                </a:lnTo>
                <a:lnTo>
                  <a:pt x="339" y="343"/>
                </a:lnTo>
                <a:lnTo>
                  <a:pt x="339" y="342"/>
                </a:lnTo>
                <a:lnTo>
                  <a:pt x="337" y="342"/>
                </a:lnTo>
                <a:lnTo>
                  <a:pt x="338" y="344"/>
                </a:lnTo>
                <a:lnTo>
                  <a:pt x="337" y="344"/>
                </a:lnTo>
                <a:lnTo>
                  <a:pt x="336" y="345"/>
                </a:lnTo>
                <a:lnTo>
                  <a:pt x="335" y="346"/>
                </a:lnTo>
                <a:lnTo>
                  <a:pt x="334" y="345"/>
                </a:lnTo>
                <a:lnTo>
                  <a:pt x="333" y="344"/>
                </a:lnTo>
                <a:lnTo>
                  <a:pt x="333" y="345"/>
                </a:lnTo>
                <a:lnTo>
                  <a:pt x="334" y="347"/>
                </a:lnTo>
                <a:lnTo>
                  <a:pt x="334" y="348"/>
                </a:lnTo>
                <a:lnTo>
                  <a:pt x="334" y="349"/>
                </a:lnTo>
                <a:lnTo>
                  <a:pt x="334" y="350"/>
                </a:lnTo>
                <a:lnTo>
                  <a:pt x="335" y="351"/>
                </a:lnTo>
                <a:lnTo>
                  <a:pt x="336" y="352"/>
                </a:lnTo>
                <a:lnTo>
                  <a:pt x="337" y="352"/>
                </a:lnTo>
                <a:lnTo>
                  <a:pt x="338" y="352"/>
                </a:lnTo>
                <a:lnTo>
                  <a:pt x="338" y="353"/>
                </a:lnTo>
                <a:lnTo>
                  <a:pt x="337" y="354"/>
                </a:lnTo>
                <a:lnTo>
                  <a:pt x="336" y="355"/>
                </a:lnTo>
                <a:lnTo>
                  <a:pt x="337" y="356"/>
                </a:lnTo>
                <a:lnTo>
                  <a:pt x="336" y="356"/>
                </a:lnTo>
                <a:lnTo>
                  <a:pt x="336" y="357"/>
                </a:lnTo>
                <a:lnTo>
                  <a:pt x="336" y="358"/>
                </a:lnTo>
                <a:lnTo>
                  <a:pt x="337" y="358"/>
                </a:lnTo>
                <a:lnTo>
                  <a:pt x="337" y="359"/>
                </a:lnTo>
                <a:lnTo>
                  <a:pt x="336" y="359"/>
                </a:lnTo>
                <a:lnTo>
                  <a:pt x="335" y="359"/>
                </a:lnTo>
                <a:lnTo>
                  <a:pt x="334" y="360"/>
                </a:lnTo>
                <a:lnTo>
                  <a:pt x="334" y="361"/>
                </a:lnTo>
                <a:lnTo>
                  <a:pt x="333" y="361"/>
                </a:lnTo>
                <a:lnTo>
                  <a:pt x="333" y="360"/>
                </a:lnTo>
                <a:lnTo>
                  <a:pt x="332" y="360"/>
                </a:lnTo>
                <a:lnTo>
                  <a:pt x="332" y="359"/>
                </a:lnTo>
                <a:lnTo>
                  <a:pt x="331" y="359"/>
                </a:lnTo>
                <a:lnTo>
                  <a:pt x="330" y="359"/>
                </a:lnTo>
                <a:lnTo>
                  <a:pt x="329" y="359"/>
                </a:lnTo>
                <a:lnTo>
                  <a:pt x="328" y="359"/>
                </a:lnTo>
                <a:lnTo>
                  <a:pt x="327" y="359"/>
                </a:lnTo>
                <a:lnTo>
                  <a:pt x="327" y="358"/>
                </a:lnTo>
                <a:lnTo>
                  <a:pt x="327" y="357"/>
                </a:lnTo>
                <a:lnTo>
                  <a:pt x="326" y="357"/>
                </a:lnTo>
                <a:lnTo>
                  <a:pt x="326" y="356"/>
                </a:lnTo>
                <a:lnTo>
                  <a:pt x="326" y="354"/>
                </a:lnTo>
                <a:lnTo>
                  <a:pt x="325" y="353"/>
                </a:lnTo>
                <a:lnTo>
                  <a:pt x="325" y="352"/>
                </a:lnTo>
                <a:lnTo>
                  <a:pt x="325" y="351"/>
                </a:lnTo>
                <a:lnTo>
                  <a:pt x="324" y="351"/>
                </a:lnTo>
                <a:lnTo>
                  <a:pt x="324" y="352"/>
                </a:lnTo>
                <a:lnTo>
                  <a:pt x="325" y="352"/>
                </a:lnTo>
                <a:lnTo>
                  <a:pt x="325" y="353"/>
                </a:lnTo>
                <a:lnTo>
                  <a:pt x="325" y="354"/>
                </a:lnTo>
                <a:lnTo>
                  <a:pt x="325" y="355"/>
                </a:lnTo>
                <a:lnTo>
                  <a:pt x="325" y="356"/>
                </a:lnTo>
                <a:lnTo>
                  <a:pt x="324" y="355"/>
                </a:lnTo>
                <a:lnTo>
                  <a:pt x="324" y="356"/>
                </a:lnTo>
                <a:lnTo>
                  <a:pt x="323" y="356"/>
                </a:lnTo>
                <a:lnTo>
                  <a:pt x="323" y="357"/>
                </a:lnTo>
                <a:lnTo>
                  <a:pt x="322" y="357"/>
                </a:lnTo>
                <a:lnTo>
                  <a:pt x="322" y="358"/>
                </a:lnTo>
                <a:lnTo>
                  <a:pt x="323" y="358"/>
                </a:lnTo>
                <a:lnTo>
                  <a:pt x="323" y="359"/>
                </a:lnTo>
                <a:lnTo>
                  <a:pt x="323" y="360"/>
                </a:lnTo>
                <a:lnTo>
                  <a:pt x="324" y="364"/>
                </a:lnTo>
                <a:lnTo>
                  <a:pt x="325" y="365"/>
                </a:lnTo>
                <a:lnTo>
                  <a:pt x="325" y="366"/>
                </a:lnTo>
                <a:lnTo>
                  <a:pt x="326" y="367"/>
                </a:lnTo>
                <a:lnTo>
                  <a:pt x="327" y="367"/>
                </a:lnTo>
                <a:lnTo>
                  <a:pt x="327" y="368"/>
                </a:lnTo>
                <a:lnTo>
                  <a:pt x="326" y="368"/>
                </a:lnTo>
                <a:lnTo>
                  <a:pt x="325" y="369"/>
                </a:lnTo>
                <a:lnTo>
                  <a:pt x="326" y="370"/>
                </a:lnTo>
                <a:lnTo>
                  <a:pt x="325" y="370"/>
                </a:lnTo>
                <a:lnTo>
                  <a:pt x="325" y="371"/>
                </a:lnTo>
                <a:lnTo>
                  <a:pt x="324" y="372"/>
                </a:lnTo>
                <a:lnTo>
                  <a:pt x="324" y="373"/>
                </a:lnTo>
                <a:lnTo>
                  <a:pt x="324" y="372"/>
                </a:lnTo>
                <a:lnTo>
                  <a:pt x="323" y="372"/>
                </a:lnTo>
                <a:lnTo>
                  <a:pt x="322" y="371"/>
                </a:lnTo>
                <a:lnTo>
                  <a:pt x="321" y="370"/>
                </a:lnTo>
                <a:lnTo>
                  <a:pt x="321" y="369"/>
                </a:lnTo>
                <a:lnTo>
                  <a:pt x="320" y="370"/>
                </a:lnTo>
                <a:lnTo>
                  <a:pt x="320" y="369"/>
                </a:lnTo>
                <a:lnTo>
                  <a:pt x="320" y="367"/>
                </a:lnTo>
                <a:lnTo>
                  <a:pt x="321" y="366"/>
                </a:lnTo>
                <a:lnTo>
                  <a:pt x="321" y="365"/>
                </a:lnTo>
                <a:lnTo>
                  <a:pt x="320" y="365"/>
                </a:lnTo>
                <a:lnTo>
                  <a:pt x="320" y="366"/>
                </a:lnTo>
                <a:lnTo>
                  <a:pt x="319" y="366"/>
                </a:lnTo>
                <a:lnTo>
                  <a:pt x="319" y="367"/>
                </a:lnTo>
                <a:lnTo>
                  <a:pt x="319" y="366"/>
                </a:lnTo>
                <a:lnTo>
                  <a:pt x="319" y="365"/>
                </a:lnTo>
                <a:lnTo>
                  <a:pt x="320" y="364"/>
                </a:lnTo>
                <a:lnTo>
                  <a:pt x="320" y="363"/>
                </a:lnTo>
                <a:lnTo>
                  <a:pt x="319" y="363"/>
                </a:lnTo>
                <a:lnTo>
                  <a:pt x="319" y="364"/>
                </a:lnTo>
                <a:lnTo>
                  <a:pt x="318" y="365"/>
                </a:lnTo>
                <a:lnTo>
                  <a:pt x="318" y="364"/>
                </a:lnTo>
                <a:lnTo>
                  <a:pt x="317" y="363"/>
                </a:lnTo>
                <a:lnTo>
                  <a:pt x="316" y="363"/>
                </a:lnTo>
                <a:lnTo>
                  <a:pt x="315" y="362"/>
                </a:lnTo>
                <a:lnTo>
                  <a:pt x="314" y="361"/>
                </a:lnTo>
                <a:lnTo>
                  <a:pt x="315" y="360"/>
                </a:lnTo>
                <a:lnTo>
                  <a:pt x="314" y="360"/>
                </a:lnTo>
                <a:lnTo>
                  <a:pt x="313" y="359"/>
                </a:lnTo>
                <a:lnTo>
                  <a:pt x="313" y="358"/>
                </a:lnTo>
                <a:lnTo>
                  <a:pt x="312" y="356"/>
                </a:lnTo>
                <a:lnTo>
                  <a:pt x="311" y="356"/>
                </a:lnTo>
                <a:lnTo>
                  <a:pt x="310" y="354"/>
                </a:lnTo>
                <a:lnTo>
                  <a:pt x="310" y="353"/>
                </a:lnTo>
                <a:lnTo>
                  <a:pt x="310" y="351"/>
                </a:lnTo>
                <a:lnTo>
                  <a:pt x="310" y="350"/>
                </a:lnTo>
                <a:lnTo>
                  <a:pt x="310" y="349"/>
                </a:lnTo>
                <a:lnTo>
                  <a:pt x="310" y="348"/>
                </a:lnTo>
                <a:lnTo>
                  <a:pt x="311" y="347"/>
                </a:lnTo>
                <a:lnTo>
                  <a:pt x="311" y="344"/>
                </a:lnTo>
                <a:lnTo>
                  <a:pt x="310" y="342"/>
                </a:lnTo>
                <a:lnTo>
                  <a:pt x="310" y="341"/>
                </a:lnTo>
                <a:lnTo>
                  <a:pt x="310" y="340"/>
                </a:lnTo>
                <a:lnTo>
                  <a:pt x="310" y="339"/>
                </a:lnTo>
                <a:lnTo>
                  <a:pt x="311" y="338"/>
                </a:lnTo>
                <a:lnTo>
                  <a:pt x="312" y="337"/>
                </a:lnTo>
                <a:lnTo>
                  <a:pt x="311" y="338"/>
                </a:lnTo>
                <a:lnTo>
                  <a:pt x="310" y="338"/>
                </a:lnTo>
                <a:lnTo>
                  <a:pt x="309" y="339"/>
                </a:lnTo>
                <a:lnTo>
                  <a:pt x="309" y="338"/>
                </a:lnTo>
                <a:lnTo>
                  <a:pt x="309" y="337"/>
                </a:lnTo>
                <a:lnTo>
                  <a:pt x="308" y="337"/>
                </a:lnTo>
                <a:lnTo>
                  <a:pt x="308" y="338"/>
                </a:lnTo>
                <a:lnTo>
                  <a:pt x="308" y="339"/>
                </a:lnTo>
                <a:lnTo>
                  <a:pt x="308" y="340"/>
                </a:lnTo>
                <a:lnTo>
                  <a:pt x="308" y="341"/>
                </a:lnTo>
                <a:lnTo>
                  <a:pt x="308" y="342"/>
                </a:lnTo>
                <a:lnTo>
                  <a:pt x="308" y="343"/>
                </a:lnTo>
                <a:lnTo>
                  <a:pt x="307" y="344"/>
                </a:lnTo>
                <a:lnTo>
                  <a:pt x="308" y="345"/>
                </a:lnTo>
                <a:lnTo>
                  <a:pt x="307" y="346"/>
                </a:lnTo>
                <a:lnTo>
                  <a:pt x="306" y="347"/>
                </a:lnTo>
                <a:lnTo>
                  <a:pt x="306" y="348"/>
                </a:lnTo>
                <a:lnTo>
                  <a:pt x="303" y="346"/>
                </a:lnTo>
                <a:lnTo>
                  <a:pt x="302" y="348"/>
                </a:lnTo>
                <a:lnTo>
                  <a:pt x="303" y="349"/>
                </a:lnTo>
                <a:lnTo>
                  <a:pt x="302" y="350"/>
                </a:lnTo>
                <a:lnTo>
                  <a:pt x="302" y="351"/>
                </a:lnTo>
                <a:lnTo>
                  <a:pt x="302" y="352"/>
                </a:lnTo>
                <a:lnTo>
                  <a:pt x="301" y="351"/>
                </a:lnTo>
                <a:lnTo>
                  <a:pt x="301" y="352"/>
                </a:lnTo>
                <a:lnTo>
                  <a:pt x="302" y="352"/>
                </a:lnTo>
                <a:lnTo>
                  <a:pt x="302" y="353"/>
                </a:lnTo>
                <a:lnTo>
                  <a:pt x="302" y="355"/>
                </a:lnTo>
                <a:lnTo>
                  <a:pt x="302" y="356"/>
                </a:lnTo>
                <a:lnTo>
                  <a:pt x="302" y="357"/>
                </a:lnTo>
                <a:lnTo>
                  <a:pt x="302" y="358"/>
                </a:lnTo>
                <a:lnTo>
                  <a:pt x="303" y="359"/>
                </a:lnTo>
                <a:lnTo>
                  <a:pt x="303" y="360"/>
                </a:lnTo>
                <a:lnTo>
                  <a:pt x="303" y="361"/>
                </a:lnTo>
                <a:lnTo>
                  <a:pt x="303" y="362"/>
                </a:lnTo>
                <a:lnTo>
                  <a:pt x="302" y="362"/>
                </a:lnTo>
                <a:lnTo>
                  <a:pt x="302" y="363"/>
                </a:lnTo>
                <a:lnTo>
                  <a:pt x="303" y="363"/>
                </a:lnTo>
                <a:lnTo>
                  <a:pt x="303" y="364"/>
                </a:lnTo>
                <a:lnTo>
                  <a:pt x="303" y="365"/>
                </a:lnTo>
                <a:lnTo>
                  <a:pt x="302" y="365"/>
                </a:lnTo>
                <a:lnTo>
                  <a:pt x="302" y="366"/>
                </a:lnTo>
                <a:lnTo>
                  <a:pt x="301" y="366"/>
                </a:lnTo>
                <a:lnTo>
                  <a:pt x="300" y="367"/>
                </a:lnTo>
                <a:lnTo>
                  <a:pt x="300" y="368"/>
                </a:lnTo>
                <a:lnTo>
                  <a:pt x="299" y="368"/>
                </a:lnTo>
                <a:lnTo>
                  <a:pt x="299" y="369"/>
                </a:lnTo>
                <a:lnTo>
                  <a:pt x="299" y="370"/>
                </a:lnTo>
                <a:lnTo>
                  <a:pt x="299" y="371"/>
                </a:lnTo>
                <a:lnTo>
                  <a:pt x="298" y="371"/>
                </a:lnTo>
                <a:lnTo>
                  <a:pt x="297" y="371"/>
                </a:lnTo>
                <a:lnTo>
                  <a:pt x="297" y="372"/>
                </a:lnTo>
                <a:lnTo>
                  <a:pt x="297" y="373"/>
                </a:lnTo>
                <a:lnTo>
                  <a:pt x="296" y="373"/>
                </a:lnTo>
                <a:lnTo>
                  <a:pt x="295" y="373"/>
                </a:lnTo>
                <a:lnTo>
                  <a:pt x="294" y="373"/>
                </a:lnTo>
                <a:lnTo>
                  <a:pt x="294" y="375"/>
                </a:lnTo>
                <a:lnTo>
                  <a:pt x="293" y="375"/>
                </a:lnTo>
                <a:lnTo>
                  <a:pt x="292" y="375"/>
                </a:lnTo>
                <a:lnTo>
                  <a:pt x="291" y="375"/>
                </a:lnTo>
                <a:lnTo>
                  <a:pt x="291" y="374"/>
                </a:lnTo>
                <a:lnTo>
                  <a:pt x="290" y="373"/>
                </a:lnTo>
                <a:lnTo>
                  <a:pt x="291" y="373"/>
                </a:lnTo>
                <a:lnTo>
                  <a:pt x="291" y="372"/>
                </a:lnTo>
                <a:lnTo>
                  <a:pt x="290" y="372"/>
                </a:lnTo>
                <a:lnTo>
                  <a:pt x="290" y="371"/>
                </a:lnTo>
                <a:lnTo>
                  <a:pt x="289" y="371"/>
                </a:lnTo>
                <a:lnTo>
                  <a:pt x="288" y="370"/>
                </a:lnTo>
                <a:lnTo>
                  <a:pt x="288" y="368"/>
                </a:lnTo>
                <a:lnTo>
                  <a:pt x="287" y="368"/>
                </a:lnTo>
                <a:lnTo>
                  <a:pt x="287" y="367"/>
                </a:lnTo>
                <a:lnTo>
                  <a:pt x="288" y="367"/>
                </a:lnTo>
                <a:lnTo>
                  <a:pt x="288" y="366"/>
                </a:lnTo>
                <a:lnTo>
                  <a:pt x="287" y="366"/>
                </a:lnTo>
                <a:lnTo>
                  <a:pt x="286" y="366"/>
                </a:lnTo>
                <a:lnTo>
                  <a:pt x="285" y="365"/>
                </a:lnTo>
                <a:lnTo>
                  <a:pt x="285" y="364"/>
                </a:lnTo>
                <a:lnTo>
                  <a:pt x="284" y="363"/>
                </a:lnTo>
                <a:lnTo>
                  <a:pt x="284" y="364"/>
                </a:lnTo>
                <a:lnTo>
                  <a:pt x="285" y="364"/>
                </a:lnTo>
                <a:lnTo>
                  <a:pt x="285" y="365"/>
                </a:lnTo>
                <a:lnTo>
                  <a:pt x="283" y="365"/>
                </a:lnTo>
                <a:lnTo>
                  <a:pt x="282" y="365"/>
                </a:lnTo>
                <a:lnTo>
                  <a:pt x="282" y="366"/>
                </a:lnTo>
                <a:lnTo>
                  <a:pt x="281" y="366"/>
                </a:lnTo>
                <a:lnTo>
                  <a:pt x="280" y="366"/>
                </a:lnTo>
                <a:lnTo>
                  <a:pt x="279" y="367"/>
                </a:lnTo>
                <a:lnTo>
                  <a:pt x="278" y="367"/>
                </a:lnTo>
                <a:lnTo>
                  <a:pt x="278" y="368"/>
                </a:lnTo>
                <a:lnTo>
                  <a:pt x="277" y="368"/>
                </a:lnTo>
                <a:lnTo>
                  <a:pt x="277" y="369"/>
                </a:lnTo>
                <a:lnTo>
                  <a:pt x="277" y="370"/>
                </a:lnTo>
                <a:lnTo>
                  <a:pt x="278" y="370"/>
                </a:lnTo>
                <a:lnTo>
                  <a:pt x="277" y="371"/>
                </a:lnTo>
                <a:lnTo>
                  <a:pt x="276" y="370"/>
                </a:lnTo>
                <a:lnTo>
                  <a:pt x="276" y="371"/>
                </a:lnTo>
                <a:lnTo>
                  <a:pt x="275" y="371"/>
                </a:lnTo>
                <a:lnTo>
                  <a:pt x="274" y="371"/>
                </a:lnTo>
                <a:lnTo>
                  <a:pt x="274" y="372"/>
                </a:lnTo>
                <a:lnTo>
                  <a:pt x="273" y="372"/>
                </a:lnTo>
                <a:lnTo>
                  <a:pt x="273" y="374"/>
                </a:lnTo>
                <a:lnTo>
                  <a:pt x="272" y="374"/>
                </a:lnTo>
                <a:lnTo>
                  <a:pt x="272" y="375"/>
                </a:lnTo>
                <a:lnTo>
                  <a:pt x="271" y="375"/>
                </a:lnTo>
                <a:lnTo>
                  <a:pt x="270" y="376"/>
                </a:lnTo>
                <a:lnTo>
                  <a:pt x="270" y="377"/>
                </a:lnTo>
                <a:lnTo>
                  <a:pt x="269" y="378"/>
                </a:lnTo>
                <a:lnTo>
                  <a:pt x="269" y="379"/>
                </a:lnTo>
                <a:lnTo>
                  <a:pt x="269" y="381"/>
                </a:lnTo>
                <a:lnTo>
                  <a:pt x="268" y="381"/>
                </a:lnTo>
                <a:lnTo>
                  <a:pt x="268" y="382"/>
                </a:lnTo>
                <a:lnTo>
                  <a:pt x="268" y="381"/>
                </a:lnTo>
                <a:lnTo>
                  <a:pt x="267" y="381"/>
                </a:lnTo>
                <a:lnTo>
                  <a:pt x="266" y="381"/>
                </a:lnTo>
                <a:lnTo>
                  <a:pt x="267" y="382"/>
                </a:lnTo>
                <a:lnTo>
                  <a:pt x="267" y="383"/>
                </a:lnTo>
                <a:lnTo>
                  <a:pt x="266" y="383"/>
                </a:lnTo>
                <a:lnTo>
                  <a:pt x="265" y="383"/>
                </a:lnTo>
                <a:lnTo>
                  <a:pt x="264" y="384"/>
                </a:lnTo>
                <a:lnTo>
                  <a:pt x="262" y="384"/>
                </a:lnTo>
                <a:lnTo>
                  <a:pt x="262" y="385"/>
                </a:lnTo>
                <a:lnTo>
                  <a:pt x="261" y="385"/>
                </a:lnTo>
                <a:lnTo>
                  <a:pt x="260" y="384"/>
                </a:lnTo>
                <a:lnTo>
                  <a:pt x="259" y="384"/>
                </a:lnTo>
                <a:lnTo>
                  <a:pt x="259" y="383"/>
                </a:lnTo>
                <a:lnTo>
                  <a:pt x="258" y="383"/>
                </a:lnTo>
                <a:lnTo>
                  <a:pt x="257" y="382"/>
                </a:lnTo>
                <a:lnTo>
                  <a:pt x="256" y="382"/>
                </a:lnTo>
                <a:lnTo>
                  <a:pt x="255" y="381"/>
                </a:lnTo>
                <a:lnTo>
                  <a:pt x="254" y="381"/>
                </a:lnTo>
                <a:lnTo>
                  <a:pt x="254" y="380"/>
                </a:lnTo>
                <a:lnTo>
                  <a:pt x="253" y="380"/>
                </a:lnTo>
                <a:lnTo>
                  <a:pt x="252" y="380"/>
                </a:lnTo>
                <a:lnTo>
                  <a:pt x="252" y="379"/>
                </a:lnTo>
                <a:lnTo>
                  <a:pt x="251" y="379"/>
                </a:lnTo>
                <a:lnTo>
                  <a:pt x="250" y="379"/>
                </a:lnTo>
                <a:lnTo>
                  <a:pt x="249" y="379"/>
                </a:lnTo>
                <a:lnTo>
                  <a:pt x="249" y="378"/>
                </a:lnTo>
                <a:lnTo>
                  <a:pt x="249" y="377"/>
                </a:lnTo>
                <a:lnTo>
                  <a:pt x="248" y="377"/>
                </a:lnTo>
                <a:lnTo>
                  <a:pt x="248" y="376"/>
                </a:lnTo>
                <a:lnTo>
                  <a:pt x="248" y="373"/>
                </a:lnTo>
                <a:lnTo>
                  <a:pt x="248" y="371"/>
                </a:lnTo>
                <a:lnTo>
                  <a:pt x="248" y="370"/>
                </a:lnTo>
                <a:lnTo>
                  <a:pt x="248" y="369"/>
                </a:lnTo>
                <a:lnTo>
                  <a:pt x="248" y="368"/>
                </a:lnTo>
                <a:lnTo>
                  <a:pt x="249" y="368"/>
                </a:lnTo>
                <a:lnTo>
                  <a:pt x="250" y="367"/>
                </a:lnTo>
                <a:lnTo>
                  <a:pt x="251" y="367"/>
                </a:lnTo>
                <a:lnTo>
                  <a:pt x="252" y="367"/>
                </a:lnTo>
                <a:lnTo>
                  <a:pt x="253" y="366"/>
                </a:lnTo>
                <a:lnTo>
                  <a:pt x="254" y="366"/>
                </a:lnTo>
                <a:lnTo>
                  <a:pt x="256" y="366"/>
                </a:lnTo>
                <a:lnTo>
                  <a:pt x="256" y="365"/>
                </a:lnTo>
                <a:lnTo>
                  <a:pt x="255" y="365"/>
                </a:lnTo>
                <a:lnTo>
                  <a:pt x="255" y="366"/>
                </a:lnTo>
                <a:lnTo>
                  <a:pt x="255" y="365"/>
                </a:lnTo>
                <a:lnTo>
                  <a:pt x="255" y="366"/>
                </a:lnTo>
                <a:lnTo>
                  <a:pt x="255" y="365"/>
                </a:lnTo>
                <a:lnTo>
                  <a:pt x="254" y="365"/>
                </a:lnTo>
                <a:lnTo>
                  <a:pt x="253" y="365"/>
                </a:lnTo>
                <a:lnTo>
                  <a:pt x="252" y="364"/>
                </a:lnTo>
                <a:lnTo>
                  <a:pt x="252" y="365"/>
                </a:lnTo>
                <a:lnTo>
                  <a:pt x="251" y="365"/>
                </a:lnTo>
                <a:lnTo>
                  <a:pt x="251" y="366"/>
                </a:lnTo>
                <a:lnTo>
                  <a:pt x="250" y="367"/>
                </a:lnTo>
                <a:lnTo>
                  <a:pt x="249" y="367"/>
                </a:lnTo>
                <a:lnTo>
                  <a:pt x="248" y="367"/>
                </a:lnTo>
                <a:lnTo>
                  <a:pt x="248" y="368"/>
                </a:lnTo>
                <a:lnTo>
                  <a:pt x="248" y="369"/>
                </a:lnTo>
                <a:lnTo>
                  <a:pt x="247" y="369"/>
                </a:lnTo>
                <a:lnTo>
                  <a:pt x="247" y="368"/>
                </a:lnTo>
                <a:lnTo>
                  <a:pt x="247" y="367"/>
                </a:lnTo>
                <a:lnTo>
                  <a:pt x="246" y="367"/>
                </a:lnTo>
                <a:lnTo>
                  <a:pt x="246" y="366"/>
                </a:lnTo>
                <a:lnTo>
                  <a:pt x="246" y="365"/>
                </a:lnTo>
                <a:lnTo>
                  <a:pt x="246" y="364"/>
                </a:lnTo>
                <a:lnTo>
                  <a:pt x="245" y="364"/>
                </a:lnTo>
                <a:lnTo>
                  <a:pt x="245" y="363"/>
                </a:lnTo>
                <a:lnTo>
                  <a:pt x="245" y="362"/>
                </a:lnTo>
                <a:lnTo>
                  <a:pt x="244" y="361"/>
                </a:lnTo>
                <a:lnTo>
                  <a:pt x="244" y="360"/>
                </a:lnTo>
                <a:lnTo>
                  <a:pt x="244" y="359"/>
                </a:lnTo>
                <a:lnTo>
                  <a:pt x="245" y="359"/>
                </a:lnTo>
                <a:lnTo>
                  <a:pt x="245" y="358"/>
                </a:lnTo>
                <a:lnTo>
                  <a:pt x="245" y="357"/>
                </a:lnTo>
                <a:lnTo>
                  <a:pt x="246" y="357"/>
                </a:lnTo>
                <a:lnTo>
                  <a:pt x="246" y="356"/>
                </a:lnTo>
                <a:lnTo>
                  <a:pt x="246" y="355"/>
                </a:lnTo>
                <a:lnTo>
                  <a:pt x="247" y="355"/>
                </a:lnTo>
                <a:lnTo>
                  <a:pt x="246" y="354"/>
                </a:lnTo>
                <a:lnTo>
                  <a:pt x="246" y="353"/>
                </a:lnTo>
                <a:lnTo>
                  <a:pt x="246" y="354"/>
                </a:lnTo>
                <a:lnTo>
                  <a:pt x="246" y="355"/>
                </a:lnTo>
                <a:lnTo>
                  <a:pt x="246" y="356"/>
                </a:lnTo>
                <a:lnTo>
                  <a:pt x="245" y="356"/>
                </a:lnTo>
                <a:lnTo>
                  <a:pt x="245" y="357"/>
                </a:lnTo>
                <a:lnTo>
                  <a:pt x="244" y="357"/>
                </a:lnTo>
                <a:lnTo>
                  <a:pt x="244" y="359"/>
                </a:lnTo>
                <a:lnTo>
                  <a:pt x="243" y="359"/>
                </a:lnTo>
                <a:lnTo>
                  <a:pt x="243" y="361"/>
                </a:lnTo>
                <a:lnTo>
                  <a:pt x="244" y="361"/>
                </a:lnTo>
                <a:lnTo>
                  <a:pt x="244" y="362"/>
                </a:lnTo>
                <a:lnTo>
                  <a:pt x="244" y="363"/>
                </a:lnTo>
                <a:lnTo>
                  <a:pt x="245" y="364"/>
                </a:lnTo>
                <a:lnTo>
                  <a:pt x="245" y="365"/>
                </a:lnTo>
                <a:lnTo>
                  <a:pt x="245" y="366"/>
                </a:lnTo>
                <a:lnTo>
                  <a:pt x="245" y="367"/>
                </a:lnTo>
                <a:lnTo>
                  <a:pt x="246" y="367"/>
                </a:lnTo>
                <a:lnTo>
                  <a:pt x="246" y="368"/>
                </a:lnTo>
                <a:lnTo>
                  <a:pt x="246" y="369"/>
                </a:lnTo>
                <a:lnTo>
                  <a:pt x="246" y="370"/>
                </a:lnTo>
                <a:lnTo>
                  <a:pt x="246" y="372"/>
                </a:lnTo>
                <a:lnTo>
                  <a:pt x="247" y="372"/>
                </a:lnTo>
                <a:lnTo>
                  <a:pt x="247" y="375"/>
                </a:lnTo>
                <a:lnTo>
                  <a:pt x="247" y="376"/>
                </a:lnTo>
                <a:lnTo>
                  <a:pt x="247" y="377"/>
                </a:lnTo>
                <a:lnTo>
                  <a:pt x="248" y="378"/>
                </a:lnTo>
                <a:lnTo>
                  <a:pt x="247" y="378"/>
                </a:lnTo>
                <a:lnTo>
                  <a:pt x="247" y="379"/>
                </a:lnTo>
                <a:lnTo>
                  <a:pt x="247" y="380"/>
                </a:lnTo>
                <a:lnTo>
                  <a:pt x="248" y="381"/>
                </a:lnTo>
                <a:lnTo>
                  <a:pt x="247" y="381"/>
                </a:lnTo>
                <a:lnTo>
                  <a:pt x="247" y="382"/>
                </a:lnTo>
                <a:lnTo>
                  <a:pt x="248" y="382"/>
                </a:lnTo>
                <a:lnTo>
                  <a:pt x="248" y="383"/>
                </a:lnTo>
                <a:lnTo>
                  <a:pt x="247" y="383"/>
                </a:lnTo>
                <a:lnTo>
                  <a:pt x="247" y="384"/>
                </a:lnTo>
                <a:lnTo>
                  <a:pt x="247" y="385"/>
                </a:lnTo>
                <a:lnTo>
                  <a:pt x="247" y="386"/>
                </a:lnTo>
                <a:lnTo>
                  <a:pt x="247" y="387"/>
                </a:lnTo>
                <a:lnTo>
                  <a:pt x="246" y="387"/>
                </a:lnTo>
                <a:lnTo>
                  <a:pt x="245" y="387"/>
                </a:lnTo>
                <a:lnTo>
                  <a:pt x="244" y="387"/>
                </a:lnTo>
                <a:lnTo>
                  <a:pt x="243" y="388"/>
                </a:lnTo>
                <a:lnTo>
                  <a:pt x="242" y="388"/>
                </a:lnTo>
                <a:lnTo>
                  <a:pt x="242" y="389"/>
                </a:lnTo>
                <a:lnTo>
                  <a:pt x="241" y="389"/>
                </a:lnTo>
                <a:lnTo>
                  <a:pt x="241" y="388"/>
                </a:lnTo>
                <a:lnTo>
                  <a:pt x="240" y="388"/>
                </a:lnTo>
                <a:lnTo>
                  <a:pt x="240" y="389"/>
                </a:lnTo>
                <a:lnTo>
                  <a:pt x="239" y="389"/>
                </a:lnTo>
                <a:lnTo>
                  <a:pt x="239" y="390"/>
                </a:lnTo>
                <a:lnTo>
                  <a:pt x="238" y="390"/>
                </a:lnTo>
                <a:lnTo>
                  <a:pt x="237" y="390"/>
                </a:lnTo>
                <a:lnTo>
                  <a:pt x="236" y="390"/>
                </a:lnTo>
                <a:lnTo>
                  <a:pt x="235" y="390"/>
                </a:lnTo>
                <a:lnTo>
                  <a:pt x="234" y="390"/>
                </a:lnTo>
                <a:lnTo>
                  <a:pt x="233" y="390"/>
                </a:lnTo>
                <a:lnTo>
                  <a:pt x="232" y="390"/>
                </a:lnTo>
                <a:lnTo>
                  <a:pt x="232" y="389"/>
                </a:lnTo>
                <a:lnTo>
                  <a:pt x="232" y="388"/>
                </a:lnTo>
                <a:lnTo>
                  <a:pt x="232" y="387"/>
                </a:lnTo>
                <a:lnTo>
                  <a:pt x="231" y="387"/>
                </a:lnTo>
                <a:lnTo>
                  <a:pt x="230" y="387"/>
                </a:lnTo>
                <a:lnTo>
                  <a:pt x="229" y="387"/>
                </a:lnTo>
                <a:lnTo>
                  <a:pt x="229" y="386"/>
                </a:lnTo>
                <a:lnTo>
                  <a:pt x="230" y="386"/>
                </a:lnTo>
                <a:lnTo>
                  <a:pt x="229" y="386"/>
                </a:lnTo>
                <a:lnTo>
                  <a:pt x="228" y="386"/>
                </a:lnTo>
                <a:lnTo>
                  <a:pt x="228" y="385"/>
                </a:lnTo>
                <a:lnTo>
                  <a:pt x="228" y="384"/>
                </a:lnTo>
                <a:lnTo>
                  <a:pt x="228" y="383"/>
                </a:lnTo>
                <a:lnTo>
                  <a:pt x="228" y="382"/>
                </a:lnTo>
                <a:lnTo>
                  <a:pt x="228" y="381"/>
                </a:lnTo>
                <a:lnTo>
                  <a:pt x="228" y="380"/>
                </a:lnTo>
                <a:lnTo>
                  <a:pt x="227" y="380"/>
                </a:lnTo>
                <a:lnTo>
                  <a:pt x="226" y="380"/>
                </a:lnTo>
                <a:lnTo>
                  <a:pt x="226" y="379"/>
                </a:lnTo>
                <a:lnTo>
                  <a:pt x="224" y="379"/>
                </a:lnTo>
                <a:lnTo>
                  <a:pt x="223" y="380"/>
                </a:lnTo>
                <a:lnTo>
                  <a:pt x="222" y="380"/>
                </a:lnTo>
                <a:lnTo>
                  <a:pt x="221" y="380"/>
                </a:lnTo>
                <a:lnTo>
                  <a:pt x="220" y="381"/>
                </a:lnTo>
                <a:lnTo>
                  <a:pt x="219" y="381"/>
                </a:lnTo>
                <a:lnTo>
                  <a:pt x="218" y="382"/>
                </a:lnTo>
                <a:lnTo>
                  <a:pt x="217" y="382"/>
                </a:lnTo>
                <a:lnTo>
                  <a:pt x="216" y="382"/>
                </a:lnTo>
                <a:lnTo>
                  <a:pt x="215" y="382"/>
                </a:lnTo>
                <a:lnTo>
                  <a:pt x="214" y="382"/>
                </a:lnTo>
                <a:lnTo>
                  <a:pt x="214" y="381"/>
                </a:lnTo>
                <a:lnTo>
                  <a:pt x="213" y="381"/>
                </a:lnTo>
                <a:lnTo>
                  <a:pt x="212" y="381"/>
                </a:lnTo>
                <a:lnTo>
                  <a:pt x="212" y="382"/>
                </a:lnTo>
                <a:lnTo>
                  <a:pt x="213" y="382"/>
                </a:lnTo>
                <a:lnTo>
                  <a:pt x="214" y="382"/>
                </a:lnTo>
                <a:lnTo>
                  <a:pt x="215" y="382"/>
                </a:lnTo>
                <a:lnTo>
                  <a:pt x="215" y="383"/>
                </a:lnTo>
                <a:lnTo>
                  <a:pt x="214" y="383"/>
                </a:lnTo>
                <a:lnTo>
                  <a:pt x="213" y="383"/>
                </a:lnTo>
                <a:lnTo>
                  <a:pt x="213" y="384"/>
                </a:lnTo>
                <a:lnTo>
                  <a:pt x="212" y="384"/>
                </a:lnTo>
                <a:lnTo>
                  <a:pt x="211" y="384"/>
                </a:lnTo>
                <a:lnTo>
                  <a:pt x="210" y="385"/>
                </a:lnTo>
                <a:lnTo>
                  <a:pt x="209" y="385"/>
                </a:lnTo>
                <a:lnTo>
                  <a:pt x="209" y="386"/>
                </a:lnTo>
                <a:lnTo>
                  <a:pt x="208" y="386"/>
                </a:lnTo>
                <a:lnTo>
                  <a:pt x="208" y="387"/>
                </a:lnTo>
                <a:lnTo>
                  <a:pt x="207" y="387"/>
                </a:lnTo>
                <a:lnTo>
                  <a:pt x="207" y="388"/>
                </a:lnTo>
                <a:lnTo>
                  <a:pt x="206" y="388"/>
                </a:lnTo>
                <a:lnTo>
                  <a:pt x="206" y="387"/>
                </a:lnTo>
                <a:lnTo>
                  <a:pt x="207" y="387"/>
                </a:lnTo>
                <a:lnTo>
                  <a:pt x="207" y="386"/>
                </a:lnTo>
                <a:lnTo>
                  <a:pt x="208" y="386"/>
                </a:lnTo>
                <a:lnTo>
                  <a:pt x="208" y="385"/>
                </a:lnTo>
                <a:lnTo>
                  <a:pt x="208" y="386"/>
                </a:lnTo>
                <a:lnTo>
                  <a:pt x="207" y="386"/>
                </a:lnTo>
                <a:lnTo>
                  <a:pt x="207" y="387"/>
                </a:lnTo>
                <a:lnTo>
                  <a:pt x="206" y="387"/>
                </a:lnTo>
                <a:lnTo>
                  <a:pt x="206" y="388"/>
                </a:lnTo>
                <a:lnTo>
                  <a:pt x="205" y="388"/>
                </a:lnTo>
                <a:lnTo>
                  <a:pt x="205" y="389"/>
                </a:lnTo>
                <a:lnTo>
                  <a:pt x="205" y="388"/>
                </a:lnTo>
                <a:lnTo>
                  <a:pt x="204" y="388"/>
                </a:lnTo>
                <a:lnTo>
                  <a:pt x="204" y="389"/>
                </a:lnTo>
                <a:lnTo>
                  <a:pt x="203" y="390"/>
                </a:lnTo>
                <a:lnTo>
                  <a:pt x="202" y="390"/>
                </a:lnTo>
                <a:lnTo>
                  <a:pt x="202" y="391"/>
                </a:lnTo>
                <a:lnTo>
                  <a:pt x="201" y="391"/>
                </a:lnTo>
                <a:lnTo>
                  <a:pt x="200" y="391"/>
                </a:lnTo>
                <a:lnTo>
                  <a:pt x="200" y="392"/>
                </a:lnTo>
                <a:lnTo>
                  <a:pt x="199" y="392"/>
                </a:lnTo>
                <a:lnTo>
                  <a:pt x="198" y="392"/>
                </a:lnTo>
                <a:lnTo>
                  <a:pt x="198" y="393"/>
                </a:lnTo>
                <a:lnTo>
                  <a:pt x="197" y="392"/>
                </a:lnTo>
                <a:lnTo>
                  <a:pt x="196" y="392"/>
                </a:lnTo>
                <a:lnTo>
                  <a:pt x="195" y="392"/>
                </a:lnTo>
                <a:lnTo>
                  <a:pt x="195" y="391"/>
                </a:lnTo>
                <a:lnTo>
                  <a:pt x="195" y="390"/>
                </a:lnTo>
                <a:lnTo>
                  <a:pt x="196" y="390"/>
                </a:lnTo>
                <a:lnTo>
                  <a:pt x="196" y="389"/>
                </a:lnTo>
                <a:lnTo>
                  <a:pt x="196" y="388"/>
                </a:lnTo>
                <a:lnTo>
                  <a:pt x="196" y="389"/>
                </a:lnTo>
                <a:lnTo>
                  <a:pt x="195" y="389"/>
                </a:lnTo>
                <a:lnTo>
                  <a:pt x="195" y="390"/>
                </a:lnTo>
                <a:lnTo>
                  <a:pt x="194" y="390"/>
                </a:lnTo>
                <a:lnTo>
                  <a:pt x="193" y="390"/>
                </a:lnTo>
                <a:lnTo>
                  <a:pt x="194" y="390"/>
                </a:lnTo>
                <a:lnTo>
                  <a:pt x="193" y="389"/>
                </a:lnTo>
                <a:lnTo>
                  <a:pt x="194" y="389"/>
                </a:lnTo>
                <a:lnTo>
                  <a:pt x="193" y="389"/>
                </a:lnTo>
                <a:lnTo>
                  <a:pt x="194" y="389"/>
                </a:lnTo>
                <a:lnTo>
                  <a:pt x="194" y="388"/>
                </a:lnTo>
                <a:lnTo>
                  <a:pt x="195" y="388"/>
                </a:lnTo>
                <a:lnTo>
                  <a:pt x="195" y="387"/>
                </a:lnTo>
                <a:lnTo>
                  <a:pt x="196" y="387"/>
                </a:lnTo>
                <a:lnTo>
                  <a:pt x="195" y="386"/>
                </a:lnTo>
                <a:lnTo>
                  <a:pt x="194" y="387"/>
                </a:lnTo>
                <a:lnTo>
                  <a:pt x="194" y="386"/>
                </a:lnTo>
                <a:lnTo>
                  <a:pt x="195" y="386"/>
                </a:lnTo>
                <a:lnTo>
                  <a:pt x="196" y="386"/>
                </a:lnTo>
                <a:lnTo>
                  <a:pt x="196" y="385"/>
                </a:lnTo>
                <a:lnTo>
                  <a:pt x="195" y="385"/>
                </a:lnTo>
                <a:lnTo>
                  <a:pt x="194" y="385"/>
                </a:lnTo>
                <a:lnTo>
                  <a:pt x="194" y="386"/>
                </a:lnTo>
                <a:lnTo>
                  <a:pt x="193" y="386"/>
                </a:lnTo>
                <a:lnTo>
                  <a:pt x="193" y="387"/>
                </a:lnTo>
                <a:lnTo>
                  <a:pt x="192" y="387"/>
                </a:lnTo>
                <a:lnTo>
                  <a:pt x="192" y="386"/>
                </a:lnTo>
                <a:lnTo>
                  <a:pt x="192" y="385"/>
                </a:lnTo>
                <a:lnTo>
                  <a:pt x="193" y="385"/>
                </a:lnTo>
                <a:lnTo>
                  <a:pt x="192" y="385"/>
                </a:lnTo>
                <a:lnTo>
                  <a:pt x="192" y="384"/>
                </a:lnTo>
                <a:lnTo>
                  <a:pt x="193" y="384"/>
                </a:lnTo>
                <a:lnTo>
                  <a:pt x="192" y="384"/>
                </a:lnTo>
                <a:lnTo>
                  <a:pt x="192" y="385"/>
                </a:lnTo>
                <a:lnTo>
                  <a:pt x="192" y="384"/>
                </a:lnTo>
                <a:lnTo>
                  <a:pt x="191" y="384"/>
                </a:lnTo>
                <a:lnTo>
                  <a:pt x="191" y="383"/>
                </a:lnTo>
                <a:lnTo>
                  <a:pt x="192" y="383"/>
                </a:lnTo>
                <a:lnTo>
                  <a:pt x="192" y="382"/>
                </a:lnTo>
                <a:lnTo>
                  <a:pt x="191" y="383"/>
                </a:lnTo>
                <a:lnTo>
                  <a:pt x="190" y="384"/>
                </a:lnTo>
                <a:lnTo>
                  <a:pt x="189" y="384"/>
                </a:lnTo>
                <a:lnTo>
                  <a:pt x="189" y="383"/>
                </a:lnTo>
                <a:lnTo>
                  <a:pt x="188" y="383"/>
                </a:lnTo>
                <a:lnTo>
                  <a:pt x="187" y="384"/>
                </a:lnTo>
                <a:lnTo>
                  <a:pt x="186" y="384"/>
                </a:lnTo>
                <a:lnTo>
                  <a:pt x="185" y="384"/>
                </a:lnTo>
                <a:lnTo>
                  <a:pt x="184" y="384"/>
                </a:lnTo>
                <a:lnTo>
                  <a:pt x="184" y="383"/>
                </a:lnTo>
                <a:lnTo>
                  <a:pt x="184" y="382"/>
                </a:lnTo>
                <a:lnTo>
                  <a:pt x="184" y="383"/>
                </a:lnTo>
                <a:lnTo>
                  <a:pt x="184" y="384"/>
                </a:lnTo>
                <a:lnTo>
                  <a:pt x="183" y="384"/>
                </a:lnTo>
                <a:lnTo>
                  <a:pt x="183" y="383"/>
                </a:lnTo>
                <a:lnTo>
                  <a:pt x="182" y="383"/>
                </a:lnTo>
                <a:lnTo>
                  <a:pt x="183" y="384"/>
                </a:lnTo>
                <a:lnTo>
                  <a:pt x="184" y="385"/>
                </a:lnTo>
                <a:lnTo>
                  <a:pt x="183" y="385"/>
                </a:lnTo>
                <a:lnTo>
                  <a:pt x="183" y="386"/>
                </a:lnTo>
                <a:lnTo>
                  <a:pt x="184" y="386"/>
                </a:lnTo>
                <a:lnTo>
                  <a:pt x="185" y="386"/>
                </a:lnTo>
                <a:lnTo>
                  <a:pt x="185" y="387"/>
                </a:lnTo>
                <a:lnTo>
                  <a:pt x="186" y="387"/>
                </a:lnTo>
                <a:lnTo>
                  <a:pt x="185" y="387"/>
                </a:lnTo>
                <a:lnTo>
                  <a:pt x="186" y="387"/>
                </a:lnTo>
                <a:lnTo>
                  <a:pt x="187" y="387"/>
                </a:lnTo>
                <a:lnTo>
                  <a:pt x="186" y="388"/>
                </a:lnTo>
                <a:lnTo>
                  <a:pt x="186" y="389"/>
                </a:lnTo>
                <a:lnTo>
                  <a:pt x="187" y="389"/>
                </a:lnTo>
                <a:lnTo>
                  <a:pt x="187" y="388"/>
                </a:lnTo>
                <a:lnTo>
                  <a:pt x="187" y="387"/>
                </a:lnTo>
                <a:lnTo>
                  <a:pt x="188" y="388"/>
                </a:lnTo>
                <a:lnTo>
                  <a:pt x="189" y="388"/>
                </a:lnTo>
                <a:lnTo>
                  <a:pt x="190" y="389"/>
                </a:lnTo>
                <a:lnTo>
                  <a:pt x="191" y="389"/>
                </a:lnTo>
                <a:lnTo>
                  <a:pt x="191" y="390"/>
                </a:lnTo>
                <a:lnTo>
                  <a:pt x="191" y="391"/>
                </a:lnTo>
                <a:lnTo>
                  <a:pt x="191" y="392"/>
                </a:lnTo>
                <a:lnTo>
                  <a:pt x="191" y="393"/>
                </a:lnTo>
                <a:lnTo>
                  <a:pt x="191" y="394"/>
                </a:lnTo>
                <a:lnTo>
                  <a:pt x="191" y="395"/>
                </a:lnTo>
                <a:lnTo>
                  <a:pt x="190" y="395"/>
                </a:lnTo>
                <a:lnTo>
                  <a:pt x="190" y="396"/>
                </a:lnTo>
                <a:lnTo>
                  <a:pt x="189" y="396"/>
                </a:lnTo>
                <a:lnTo>
                  <a:pt x="189" y="397"/>
                </a:lnTo>
                <a:lnTo>
                  <a:pt x="189" y="398"/>
                </a:lnTo>
                <a:lnTo>
                  <a:pt x="190" y="398"/>
                </a:lnTo>
                <a:lnTo>
                  <a:pt x="191" y="398"/>
                </a:lnTo>
                <a:lnTo>
                  <a:pt x="191" y="399"/>
                </a:lnTo>
                <a:lnTo>
                  <a:pt x="190" y="399"/>
                </a:lnTo>
                <a:lnTo>
                  <a:pt x="189" y="399"/>
                </a:lnTo>
                <a:lnTo>
                  <a:pt x="188" y="399"/>
                </a:lnTo>
                <a:lnTo>
                  <a:pt x="187" y="399"/>
                </a:lnTo>
                <a:lnTo>
                  <a:pt x="186" y="399"/>
                </a:lnTo>
                <a:lnTo>
                  <a:pt x="185" y="400"/>
                </a:lnTo>
                <a:lnTo>
                  <a:pt x="184" y="400"/>
                </a:lnTo>
                <a:lnTo>
                  <a:pt x="183" y="401"/>
                </a:lnTo>
                <a:lnTo>
                  <a:pt x="182" y="402"/>
                </a:lnTo>
                <a:lnTo>
                  <a:pt x="181" y="402"/>
                </a:lnTo>
                <a:lnTo>
                  <a:pt x="181" y="403"/>
                </a:lnTo>
                <a:lnTo>
                  <a:pt x="181" y="404"/>
                </a:lnTo>
                <a:lnTo>
                  <a:pt x="181" y="405"/>
                </a:lnTo>
                <a:lnTo>
                  <a:pt x="181" y="406"/>
                </a:lnTo>
                <a:lnTo>
                  <a:pt x="181" y="407"/>
                </a:lnTo>
                <a:lnTo>
                  <a:pt x="181" y="408"/>
                </a:lnTo>
                <a:lnTo>
                  <a:pt x="180" y="408"/>
                </a:lnTo>
                <a:lnTo>
                  <a:pt x="179" y="408"/>
                </a:lnTo>
                <a:lnTo>
                  <a:pt x="178" y="409"/>
                </a:lnTo>
                <a:lnTo>
                  <a:pt x="178" y="408"/>
                </a:lnTo>
                <a:lnTo>
                  <a:pt x="177" y="408"/>
                </a:lnTo>
                <a:lnTo>
                  <a:pt x="178" y="407"/>
                </a:lnTo>
                <a:lnTo>
                  <a:pt x="177" y="407"/>
                </a:lnTo>
                <a:lnTo>
                  <a:pt x="176" y="407"/>
                </a:lnTo>
                <a:lnTo>
                  <a:pt x="176" y="406"/>
                </a:lnTo>
                <a:lnTo>
                  <a:pt x="175" y="406"/>
                </a:lnTo>
                <a:lnTo>
                  <a:pt x="175" y="407"/>
                </a:lnTo>
                <a:lnTo>
                  <a:pt x="176" y="407"/>
                </a:lnTo>
                <a:lnTo>
                  <a:pt x="177" y="407"/>
                </a:lnTo>
                <a:lnTo>
                  <a:pt x="177" y="408"/>
                </a:lnTo>
                <a:lnTo>
                  <a:pt x="176" y="408"/>
                </a:lnTo>
                <a:lnTo>
                  <a:pt x="176" y="407"/>
                </a:lnTo>
                <a:lnTo>
                  <a:pt x="174" y="407"/>
                </a:lnTo>
                <a:lnTo>
                  <a:pt x="174" y="408"/>
                </a:lnTo>
                <a:lnTo>
                  <a:pt x="173" y="408"/>
                </a:lnTo>
                <a:lnTo>
                  <a:pt x="172" y="408"/>
                </a:lnTo>
                <a:lnTo>
                  <a:pt x="171" y="409"/>
                </a:lnTo>
                <a:lnTo>
                  <a:pt x="170" y="410"/>
                </a:lnTo>
                <a:lnTo>
                  <a:pt x="169" y="410"/>
                </a:lnTo>
                <a:lnTo>
                  <a:pt x="169" y="409"/>
                </a:lnTo>
                <a:lnTo>
                  <a:pt x="170" y="409"/>
                </a:lnTo>
                <a:lnTo>
                  <a:pt x="170" y="408"/>
                </a:lnTo>
                <a:lnTo>
                  <a:pt x="169" y="408"/>
                </a:lnTo>
                <a:lnTo>
                  <a:pt x="168" y="408"/>
                </a:lnTo>
                <a:lnTo>
                  <a:pt x="167" y="408"/>
                </a:lnTo>
                <a:lnTo>
                  <a:pt x="167" y="409"/>
                </a:lnTo>
                <a:lnTo>
                  <a:pt x="166" y="409"/>
                </a:lnTo>
                <a:lnTo>
                  <a:pt x="165" y="410"/>
                </a:lnTo>
                <a:lnTo>
                  <a:pt x="164" y="410"/>
                </a:lnTo>
                <a:lnTo>
                  <a:pt x="163" y="410"/>
                </a:lnTo>
                <a:lnTo>
                  <a:pt x="163" y="411"/>
                </a:lnTo>
                <a:lnTo>
                  <a:pt x="163" y="410"/>
                </a:lnTo>
                <a:lnTo>
                  <a:pt x="162" y="409"/>
                </a:lnTo>
                <a:lnTo>
                  <a:pt x="161" y="409"/>
                </a:lnTo>
                <a:lnTo>
                  <a:pt x="162" y="408"/>
                </a:lnTo>
                <a:lnTo>
                  <a:pt x="163" y="409"/>
                </a:lnTo>
                <a:lnTo>
                  <a:pt x="164" y="408"/>
                </a:lnTo>
                <a:lnTo>
                  <a:pt x="163" y="408"/>
                </a:lnTo>
                <a:lnTo>
                  <a:pt x="162" y="408"/>
                </a:lnTo>
                <a:lnTo>
                  <a:pt x="162" y="407"/>
                </a:lnTo>
                <a:lnTo>
                  <a:pt x="161" y="406"/>
                </a:lnTo>
                <a:lnTo>
                  <a:pt x="161" y="405"/>
                </a:lnTo>
                <a:lnTo>
                  <a:pt x="161" y="404"/>
                </a:lnTo>
                <a:lnTo>
                  <a:pt x="160" y="404"/>
                </a:lnTo>
                <a:lnTo>
                  <a:pt x="161" y="404"/>
                </a:lnTo>
                <a:lnTo>
                  <a:pt x="160" y="404"/>
                </a:lnTo>
                <a:lnTo>
                  <a:pt x="160" y="403"/>
                </a:lnTo>
                <a:lnTo>
                  <a:pt x="159" y="403"/>
                </a:lnTo>
                <a:lnTo>
                  <a:pt x="159" y="404"/>
                </a:lnTo>
                <a:lnTo>
                  <a:pt x="160" y="404"/>
                </a:lnTo>
                <a:lnTo>
                  <a:pt x="160" y="405"/>
                </a:lnTo>
                <a:lnTo>
                  <a:pt x="160" y="406"/>
                </a:lnTo>
                <a:lnTo>
                  <a:pt x="160" y="405"/>
                </a:lnTo>
                <a:lnTo>
                  <a:pt x="160" y="406"/>
                </a:lnTo>
                <a:lnTo>
                  <a:pt x="159" y="406"/>
                </a:lnTo>
                <a:lnTo>
                  <a:pt x="160" y="406"/>
                </a:lnTo>
                <a:lnTo>
                  <a:pt x="159" y="406"/>
                </a:lnTo>
                <a:lnTo>
                  <a:pt x="159" y="407"/>
                </a:lnTo>
                <a:lnTo>
                  <a:pt x="160" y="407"/>
                </a:lnTo>
                <a:lnTo>
                  <a:pt x="161" y="407"/>
                </a:lnTo>
                <a:lnTo>
                  <a:pt x="161" y="408"/>
                </a:lnTo>
                <a:lnTo>
                  <a:pt x="160" y="408"/>
                </a:lnTo>
                <a:lnTo>
                  <a:pt x="159" y="408"/>
                </a:lnTo>
                <a:lnTo>
                  <a:pt x="159" y="409"/>
                </a:lnTo>
                <a:lnTo>
                  <a:pt x="158" y="409"/>
                </a:lnTo>
                <a:lnTo>
                  <a:pt x="158" y="408"/>
                </a:lnTo>
                <a:lnTo>
                  <a:pt x="157" y="408"/>
                </a:lnTo>
                <a:lnTo>
                  <a:pt x="156" y="407"/>
                </a:lnTo>
                <a:lnTo>
                  <a:pt x="154" y="407"/>
                </a:lnTo>
                <a:lnTo>
                  <a:pt x="154" y="408"/>
                </a:lnTo>
                <a:lnTo>
                  <a:pt x="155" y="408"/>
                </a:lnTo>
                <a:lnTo>
                  <a:pt x="155" y="407"/>
                </a:lnTo>
                <a:lnTo>
                  <a:pt x="156" y="407"/>
                </a:lnTo>
                <a:lnTo>
                  <a:pt x="156" y="408"/>
                </a:lnTo>
                <a:lnTo>
                  <a:pt x="156" y="409"/>
                </a:lnTo>
                <a:lnTo>
                  <a:pt x="157" y="409"/>
                </a:lnTo>
                <a:lnTo>
                  <a:pt x="157" y="408"/>
                </a:lnTo>
                <a:lnTo>
                  <a:pt x="158" y="408"/>
                </a:lnTo>
                <a:lnTo>
                  <a:pt x="158" y="409"/>
                </a:lnTo>
                <a:lnTo>
                  <a:pt x="157" y="409"/>
                </a:lnTo>
                <a:lnTo>
                  <a:pt x="156" y="410"/>
                </a:lnTo>
                <a:lnTo>
                  <a:pt x="155" y="410"/>
                </a:lnTo>
                <a:lnTo>
                  <a:pt x="154" y="410"/>
                </a:lnTo>
                <a:lnTo>
                  <a:pt x="153" y="411"/>
                </a:lnTo>
                <a:lnTo>
                  <a:pt x="152" y="412"/>
                </a:lnTo>
                <a:lnTo>
                  <a:pt x="152" y="413"/>
                </a:lnTo>
                <a:lnTo>
                  <a:pt x="151" y="413"/>
                </a:lnTo>
                <a:lnTo>
                  <a:pt x="151" y="414"/>
                </a:lnTo>
                <a:lnTo>
                  <a:pt x="150" y="414"/>
                </a:lnTo>
                <a:lnTo>
                  <a:pt x="150" y="415"/>
                </a:lnTo>
                <a:lnTo>
                  <a:pt x="149" y="415"/>
                </a:lnTo>
                <a:lnTo>
                  <a:pt x="148" y="416"/>
                </a:lnTo>
                <a:lnTo>
                  <a:pt x="148" y="417"/>
                </a:lnTo>
                <a:lnTo>
                  <a:pt x="147" y="417"/>
                </a:lnTo>
                <a:lnTo>
                  <a:pt x="146" y="417"/>
                </a:lnTo>
                <a:lnTo>
                  <a:pt x="146" y="418"/>
                </a:lnTo>
                <a:lnTo>
                  <a:pt x="145" y="418"/>
                </a:lnTo>
                <a:lnTo>
                  <a:pt x="145" y="419"/>
                </a:lnTo>
                <a:lnTo>
                  <a:pt x="144" y="419"/>
                </a:lnTo>
                <a:lnTo>
                  <a:pt x="143" y="419"/>
                </a:lnTo>
                <a:lnTo>
                  <a:pt x="144" y="419"/>
                </a:lnTo>
                <a:lnTo>
                  <a:pt x="143" y="420"/>
                </a:lnTo>
                <a:lnTo>
                  <a:pt x="143" y="419"/>
                </a:lnTo>
                <a:lnTo>
                  <a:pt x="143" y="418"/>
                </a:lnTo>
                <a:lnTo>
                  <a:pt x="143" y="417"/>
                </a:lnTo>
                <a:lnTo>
                  <a:pt x="143" y="416"/>
                </a:lnTo>
                <a:lnTo>
                  <a:pt x="143" y="417"/>
                </a:lnTo>
                <a:lnTo>
                  <a:pt x="144" y="417"/>
                </a:lnTo>
                <a:lnTo>
                  <a:pt x="145" y="417"/>
                </a:lnTo>
                <a:lnTo>
                  <a:pt x="146" y="417"/>
                </a:lnTo>
                <a:lnTo>
                  <a:pt x="146" y="416"/>
                </a:lnTo>
                <a:lnTo>
                  <a:pt x="146" y="415"/>
                </a:lnTo>
                <a:lnTo>
                  <a:pt x="145" y="415"/>
                </a:lnTo>
                <a:lnTo>
                  <a:pt x="146" y="414"/>
                </a:lnTo>
                <a:lnTo>
                  <a:pt x="146" y="413"/>
                </a:lnTo>
                <a:lnTo>
                  <a:pt x="147" y="413"/>
                </a:lnTo>
                <a:lnTo>
                  <a:pt x="146" y="412"/>
                </a:lnTo>
                <a:lnTo>
                  <a:pt x="145" y="412"/>
                </a:lnTo>
                <a:lnTo>
                  <a:pt x="145" y="411"/>
                </a:lnTo>
                <a:lnTo>
                  <a:pt x="144" y="411"/>
                </a:lnTo>
                <a:lnTo>
                  <a:pt x="144" y="412"/>
                </a:lnTo>
                <a:lnTo>
                  <a:pt x="143" y="412"/>
                </a:lnTo>
                <a:lnTo>
                  <a:pt x="142" y="412"/>
                </a:lnTo>
                <a:lnTo>
                  <a:pt x="142" y="411"/>
                </a:lnTo>
                <a:lnTo>
                  <a:pt x="141" y="411"/>
                </a:lnTo>
                <a:lnTo>
                  <a:pt x="141" y="410"/>
                </a:lnTo>
                <a:lnTo>
                  <a:pt x="140" y="410"/>
                </a:lnTo>
                <a:lnTo>
                  <a:pt x="139" y="410"/>
                </a:lnTo>
                <a:lnTo>
                  <a:pt x="139" y="409"/>
                </a:lnTo>
                <a:lnTo>
                  <a:pt x="139" y="410"/>
                </a:lnTo>
                <a:lnTo>
                  <a:pt x="138" y="410"/>
                </a:lnTo>
                <a:lnTo>
                  <a:pt x="137" y="410"/>
                </a:lnTo>
                <a:lnTo>
                  <a:pt x="138" y="410"/>
                </a:lnTo>
                <a:lnTo>
                  <a:pt x="137" y="411"/>
                </a:lnTo>
                <a:lnTo>
                  <a:pt x="138" y="411"/>
                </a:lnTo>
                <a:lnTo>
                  <a:pt x="140" y="411"/>
                </a:lnTo>
                <a:lnTo>
                  <a:pt x="141" y="411"/>
                </a:lnTo>
                <a:lnTo>
                  <a:pt x="141" y="412"/>
                </a:lnTo>
                <a:lnTo>
                  <a:pt x="141" y="413"/>
                </a:lnTo>
                <a:lnTo>
                  <a:pt x="140" y="413"/>
                </a:lnTo>
                <a:lnTo>
                  <a:pt x="139" y="413"/>
                </a:lnTo>
                <a:lnTo>
                  <a:pt x="138" y="413"/>
                </a:lnTo>
                <a:lnTo>
                  <a:pt x="137" y="413"/>
                </a:lnTo>
                <a:lnTo>
                  <a:pt x="136" y="414"/>
                </a:lnTo>
                <a:lnTo>
                  <a:pt x="135" y="414"/>
                </a:lnTo>
                <a:lnTo>
                  <a:pt x="134" y="414"/>
                </a:lnTo>
                <a:lnTo>
                  <a:pt x="133" y="414"/>
                </a:lnTo>
                <a:lnTo>
                  <a:pt x="133" y="415"/>
                </a:lnTo>
                <a:lnTo>
                  <a:pt x="132" y="415"/>
                </a:lnTo>
                <a:lnTo>
                  <a:pt x="132" y="414"/>
                </a:lnTo>
                <a:lnTo>
                  <a:pt x="131" y="414"/>
                </a:lnTo>
                <a:lnTo>
                  <a:pt x="130" y="414"/>
                </a:lnTo>
                <a:lnTo>
                  <a:pt x="130" y="415"/>
                </a:lnTo>
                <a:lnTo>
                  <a:pt x="129" y="415"/>
                </a:lnTo>
                <a:lnTo>
                  <a:pt x="129" y="414"/>
                </a:lnTo>
                <a:lnTo>
                  <a:pt x="128" y="414"/>
                </a:lnTo>
                <a:lnTo>
                  <a:pt x="128" y="413"/>
                </a:lnTo>
                <a:lnTo>
                  <a:pt x="129" y="413"/>
                </a:lnTo>
                <a:lnTo>
                  <a:pt x="129" y="412"/>
                </a:lnTo>
                <a:lnTo>
                  <a:pt x="128" y="413"/>
                </a:lnTo>
                <a:lnTo>
                  <a:pt x="127" y="412"/>
                </a:lnTo>
                <a:lnTo>
                  <a:pt x="127" y="411"/>
                </a:lnTo>
                <a:lnTo>
                  <a:pt x="127" y="410"/>
                </a:lnTo>
                <a:lnTo>
                  <a:pt x="127" y="409"/>
                </a:lnTo>
                <a:lnTo>
                  <a:pt x="126" y="409"/>
                </a:lnTo>
                <a:lnTo>
                  <a:pt x="125" y="409"/>
                </a:lnTo>
                <a:lnTo>
                  <a:pt x="124" y="409"/>
                </a:lnTo>
                <a:lnTo>
                  <a:pt x="123" y="409"/>
                </a:lnTo>
                <a:lnTo>
                  <a:pt x="123" y="408"/>
                </a:lnTo>
                <a:lnTo>
                  <a:pt x="123" y="407"/>
                </a:lnTo>
                <a:lnTo>
                  <a:pt x="123" y="408"/>
                </a:lnTo>
                <a:lnTo>
                  <a:pt x="123" y="409"/>
                </a:lnTo>
                <a:lnTo>
                  <a:pt x="122" y="409"/>
                </a:lnTo>
                <a:lnTo>
                  <a:pt x="122" y="410"/>
                </a:lnTo>
                <a:lnTo>
                  <a:pt x="122" y="409"/>
                </a:lnTo>
                <a:lnTo>
                  <a:pt x="121" y="409"/>
                </a:lnTo>
                <a:lnTo>
                  <a:pt x="122" y="410"/>
                </a:lnTo>
                <a:lnTo>
                  <a:pt x="121" y="410"/>
                </a:lnTo>
                <a:lnTo>
                  <a:pt x="121" y="411"/>
                </a:lnTo>
                <a:lnTo>
                  <a:pt x="120" y="411"/>
                </a:lnTo>
                <a:lnTo>
                  <a:pt x="120" y="412"/>
                </a:lnTo>
                <a:lnTo>
                  <a:pt x="121" y="412"/>
                </a:lnTo>
                <a:lnTo>
                  <a:pt x="122" y="412"/>
                </a:lnTo>
                <a:lnTo>
                  <a:pt x="122" y="413"/>
                </a:lnTo>
                <a:lnTo>
                  <a:pt x="121" y="414"/>
                </a:lnTo>
                <a:lnTo>
                  <a:pt x="122" y="414"/>
                </a:lnTo>
                <a:lnTo>
                  <a:pt x="122" y="413"/>
                </a:lnTo>
                <a:lnTo>
                  <a:pt x="123" y="413"/>
                </a:lnTo>
                <a:lnTo>
                  <a:pt x="124" y="413"/>
                </a:lnTo>
                <a:lnTo>
                  <a:pt x="125" y="412"/>
                </a:lnTo>
                <a:lnTo>
                  <a:pt x="126" y="412"/>
                </a:lnTo>
                <a:lnTo>
                  <a:pt x="127" y="413"/>
                </a:lnTo>
                <a:lnTo>
                  <a:pt x="128" y="414"/>
                </a:lnTo>
                <a:lnTo>
                  <a:pt x="127" y="414"/>
                </a:lnTo>
                <a:lnTo>
                  <a:pt x="127" y="415"/>
                </a:lnTo>
                <a:lnTo>
                  <a:pt x="126" y="415"/>
                </a:lnTo>
                <a:lnTo>
                  <a:pt x="124" y="415"/>
                </a:lnTo>
                <a:lnTo>
                  <a:pt x="123" y="416"/>
                </a:lnTo>
                <a:lnTo>
                  <a:pt x="122" y="417"/>
                </a:lnTo>
                <a:lnTo>
                  <a:pt x="121" y="417"/>
                </a:lnTo>
                <a:lnTo>
                  <a:pt x="120" y="418"/>
                </a:lnTo>
                <a:lnTo>
                  <a:pt x="119" y="418"/>
                </a:lnTo>
                <a:lnTo>
                  <a:pt x="118" y="418"/>
                </a:lnTo>
                <a:lnTo>
                  <a:pt x="117" y="419"/>
                </a:lnTo>
                <a:lnTo>
                  <a:pt x="116" y="420"/>
                </a:lnTo>
                <a:lnTo>
                  <a:pt x="115" y="420"/>
                </a:lnTo>
                <a:lnTo>
                  <a:pt x="115" y="419"/>
                </a:lnTo>
                <a:lnTo>
                  <a:pt x="114" y="419"/>
                </a:lnTo>
                <a:lnTo>
                  <a:pt x="113" y="420"/>
                </a:lnTo>
                <a:lnTo>
                  <a:pt x="112" y="420"/>
                </a:lnTo>
                <a:lnTo>
                  <a:pt x="112" y="421"/>
                </a:lnTo>
                <a:lnTo>
                  <a:pt x="111" y="421"/>
                </a:lnTo>
                <a:lnTo>
                  <a:pt x="111" y="422"/>
                </a:lnTo>
                <a:lnTo>
                  <a:pt x="110" y="422"/>
                </a:lnTo>
                <a:lnTo>
                  <a:pt x="110" y="423"/>
                </a:lnTo>
                <a:lnTo>
                  <a:pt x="109" y="422"/>
                </a:lnTo>
                <a:lnTo>
                  <a:pt x="108" y="422"/>
                </a:lnTo>
                <a:lnTo>
                  <a:pt x="108" y="423"/>
                </a:lnTo>
                <a:lnTo>
                  <a:pt x="107" y="422"/>
                </a:lnTo>
                <a:lnTo>
                  <a:pt x="106" y="422"/>
                </a:lnTo>
                <a:lnTo>
                  <a:pt x="105" y="422"/>
                </a:lnTo>
                <a:lnTo>
                  <a:pt x="104" y="421"/>
                </a:lnTo>
                <a:lnTo>
                  <a:pt x="103" y="421"/>
                </a:lnTo>
                <a:lnTo>
                  <a:pt x="102" y="421"/>
                </a:lnTo>
                <a:lnTo>
                  <a:pt x="102" y="422"/>
                </a:lnTo>
                <a:lnTo>
                  <a:pt x="102" y="421"/>
                </a:lnTo>
                <a:lnTo>
                  <a:pt x="101" y="421"/>
                </a:lnTo>
                <a:lnTo>
                  <a:pt x="100" y="421"/>
                </a:lnTo>
                <a:lnTo>
                  <a:pt x="99" y="422"/>
                </a:lnTo>
                <a:lnTo>
                  <a:pt x="98" y="423"/>
                </a:lnTo>
                <a:lnTo>
                  <a:pt x="97" y="423"/>
                </a:lnTo>
                <a:lnTo>
                  <a:pt x="97" y="424"/>
                </a:lnTo>
                <a:lnTo>
                  <a:pt x="96" y="424"/>
                </a:lnTo>
                <a:lnTo>
                  <a:pt x="95" y="425"/>
                </a:lnTo>
                <a:lnTo>
                  <a:pt x="95" y="426"/>
                </a:lnTo>
                <a:lnTo>
                  <a:pt x="94" y="426"/>
                </a:lnTo>
                <a:lnTo>
                  <a:pt x="94" y="427"/>
                </a:lnTo>
                <a:lnTo>
                  <a:pt x="93" y="428"/>
                </a:lnTo>
                <a:lnTo>
                  <a:pt x="92" y="430"/>
                </a:lnTo>
                <a:lnTo>
                  <a:pt x="91" y="430"/>
                </a:lnTo>
                <a:lnTo>
                  <a:pt x="90" y="432"/>
                </a:lnTo>
                <a:lnTo>
                  <a:pt x="90" y="433"/>
                </a:lnTo>
                <a:lnTo>
                  <a:pt x="90" y="434"/>
                </a:lnTo>
                <a:lnTo>
                  <a:pt x="90" y="435"/>
                </a:lnTo>
                <a:lnTo>
                  <a:pt x="89" y="436"/>
                </a:lnTo>
                <a:lnTo>
                  <a:pt x="89" y="437"/>
                </a:lnTo>
                <a:lnTo>
                  <a:pt x="88" y="437"/>
                </a:lnTo>
                <a:lnTo>
                  <a:pt x="87" y="439"/>
                </a:lnTo>
                <a:lnTo>
                  <a:pt x="86" y="439"/>
                </a:lnTo>
                <a:lnTo>
                  <a:pt x="85" y="439"/>
                </a:lnTo>
                <a:lnTo>
                  <a:pt x="85" y="438"/>
                </a:lnTo>
                <a:lnTo>
                  <a:pt x="84" y="438"/>
                </a:lnTo>
                <a:lnTo>
                  <a:pt x="84" y="439"/>
                </a:lnTo>
                <a:lnTo>
                  <a:pt x="85" y="439"/>
                </a:lnTo>
                <a:lnTo>
                  <a:pt x="84" y="440"/>
                </a:lnTo>
                <a:lnTo>
                  <a:pt x="83" y="440"/>
                </a:lnTo>
                <a:lnTo>
                  <a:pt x="82" y="440"/>
                </a:lnTo>
                <a:lnTo>
                  <a:pt x="82" y="439"/>
                </a:lnTo>
                <a:lnTo>
                  <a:pt x="81" y="439"/>
                </a:lnTo>
                <a:lnTo>
                  <a:pt x="80" y="439"/>
                </a:lnTo>
                <a:lnTo>
                  <a:pt x="80" y="440"/>
                </a:lnTo>
                <a:lnTo>
                  <a:pt x="79" y="440"/>
                </a:lnTo>
                <a:lnTo>
                  <a:pt x="79" y="441"/>
                </a:lnTo>
                <a:lnTo>
                  <a:pt x="78" y="441"/>
                </a:lnTo>
                <a:lnTo>
                  <a:pt x="77" y="441"/>
                </a:lnTo>
                <a:lnTo>
                  <a:pt x="77" y="440"/>
                </a:lnTo>
                <a:lnTo>
                  <a:pt x="76" y="440"/>
                </a:lnTo>
                <a:lnTo>
                  <a:pt x="75" y="440"/>
                </a:lnTo>
                <a:lnTo>
                  <a:pt x="75" y="439"/>
                </a:lnTo>
                <a:lnTo>
                  <a:pt x="74" y="439"/>
                </a:lnTo>
                <a:lnTo>
                  <a:pt x="74" y="440"/>
                </a:lnTo>
                <a:lnTo>
                  <a:pt x="73" y="440"/>
                </a:lnTo>
                <a:lnTo>
                  <a:pt x="73" y="441"/>
                </a:lnTo>
                <a:lnTo>
                  <a:pt x="73" y="440"/>
                </a:lnTo>
                <a:lnTo>
                  <a:pt x="72" y="441"/>
                </a:lnTo>
                <a:lnTo>
                  <a:pt x="71" y="441"/>
                </a:lnTo>
                <a:lnTo>
                  <a:pt x="71" y="442"/>
                </a:lnTo>
                <a:lnTo>
                  <a:pt x="70" y="443"/>
                </a:lnTo>
                <a:lnTo>
                  <a:pt x="69" y="443"/>
                </a:lnTo>
                <a:lnTo>
                  <a:pt x="69" y="442"/>
                </a:lnTo>
                <a:lnTo>
                  <a:pt x="69" y="441"/>
                </a:lnTo>
                <a:lnTo>
                  <a:pt x="70" y="440"/>
                </a:lnTo>
                <a:lnTo>
                  <a:pt x="70" y="439"/>
                </a:lnTo>
                <a:lnTo>
                  <a:pt x="71" y="439"/>
                </a:lnTo>
                <a:lnTo>
                  <a:pt x="71" y="438"/>
                </a:lnTo>
                <a:lnTo>
                  <a:pt x="70" y="438"/>
                </a:lnTo>
                <a:lnTo>
                  <a:pt x="70" y="437"/>
                </a:lnTo>
                <a:lnTo>
                  <a:pt x="71" y="437"/>
                </a:lnTo>
                <a:lnTo>
                  <a:pt x="70" y="437"/>
                </a:lnTo>
                <a:lnTo>
                  <a:pt x="69" y="437"/>
                </a:lnTo>
                <a:lnTo>
                  <a:pt x="69" y="436"/>
                </a:lnTo>
                <a:lnTo>
                  <a:pt x="68" y="435"/>
                </a:lnTo>
                <a:lnTo>
                  <a:pt x="68" y="434"/>
                </a:lnTo>
                <a:lnTo>
                  <a:pt x="69" y="434"/>
                </a:lnTo>
                <a:lnTo>
                  <a:pt x="69" y="433"/>
                </a:lnTo>
                <a:lnTo>
                  <a:pt x="69" y="432"/>
                </a:lnTo>
                <a:lnTo>
                  <a:pt x="70" y="432"/>
                </a:lnTo>
                <a:lnTo>
                  <a:pt x="71" y="431"/>
                </a:lnTo>
                <a:lnTo>
                  <a:pt x="70" y="431"/>
                </a:lnTo>
                <a:lnTo>
                  <a:pt x="70" y="430"/>
                </a:lnTo>
                <a:lnTo>
                  <a:pt x="70" y="431"/>
                </a:lnTo>
                <a:lnTo>
                  <a:pt x="69" y="431"/>
                </a:lnTo>
                <a:lnTo>
                  <a:pt x="69" y="430"/>
                </a:lnTo>
                <a:lnTo>
                  <a:pt x="68" y="430"/>
                </a:lnTo>
                <a:lnTo>
                  <a:pt x="68" y="429"/>
                </a:lnTo>
                <a:lnTo>
                  <a:pt x="68" y="428"/>
                </a:lnTo>
                <a:lnTo>
                  <a:pt x="69" y="428"/>
                </a:lnTo>
                <a:lnTo>
                  <a:pt x="68" y="428"/>
                </a:lnTo>
                <a:lnTo>
                  <a:pt x="68" y="426"/>
                </a:lnTo>
                <a:lnTo>
                  <a:pt x="68" y="425"/>
                </a:lnTo>
                <a:lnTo>
                  <a:pt x="69" y="425"/>
                </a:lnTo>
                <a:lnTo>
                  <a:pt x="69" y="422"/>
                </a:lnTo>
                <a:lnTo>
                  <a:pt x="69" y="423"/>
                </a:lnTo>
                <a:lnTo>
                  <a:pt x="69" y="424"/>
                </a:lnTo>
                <a:lnTo>
                  <a:pt x="68" y="425"/>
                </a:lnTo>
                <a:lnTo>
                  <a:pt x="67" y="424"/>
                </a:lnTo>
                <a:lnTo>
                  <a:pt x="66" y="423"/>
                </a:lnTo>
                <a:lnTo>
                  <a:pt x="66" y="422"/>
                </a:lnTo>
                <a:lnTo>
                  <a:pt x="65" y="422"/>
                </a:lnTo>
                <a:lnTo>
                  <a:pt x="65" y="421"/>
                </a:lnTo>
                <a:lnTo>
                  <a:pt x="65" y="420"/>
                </a:lnTo>
                <a:lnTo>
                  <a:pt x="64" y="420"/>
                </a:lnTo>
                <a:lnTo>
                  <a:pt x="64" y="421"/>
                </a:lnTo>
                <a:lnTo>
                  <a:pt x="65" y="421"/>
                </a:lnTo>
                <a:lnTo>
                  <a:pt x="65" y="422"/>
                </a:lnTo>
                <a:lnTo>
                  <a:pt x="65" y="423"/>
                </a:lnTo>
                <a:lnTo>
                  <a:pt x="65" y="424"/>
                </a:lnTo>
                <a:lnTo>
                  <a:pt x="66" y="424"/>
                </a:lnTo>
                <a:lnTo>
                  <a:pt x="66" y="425"/>
                </a:lnTo>
                <a:lnTo>
                  <a:pt x="66" y="426"/>
                </a:lnTo>
                <a:lnTo>
                  <a:pt x="67" y="426"/>
                </a:lnTo>
                <a:lnTo>
                  <a:pt x="67" y="427"/>
                </a:lnTo>
                <a:lnTo>
                  <a:pt x="67" y="428"/>
                </a:lnTo>
                <a:lnTo>
                  <a:pt x="66" y="429"/>
                </a:lnTo>
                <a:lnTo>
                  <a:pt x="65" y="429"/>
                </a:lnTo>
                <a:lnTo>
                  <a:pt x="65" y="430"/>
                </a:lnTo>
                <a:lnTo>
                  <a:pt x="66" y="430"/>
                </a:lnTo>
                <a:lnTo>
                  <a:pt x="66" y="429"/>
                </a:lnTo>
                <a:lnTo>
                  <a:pt x="67" y="429"/>
                </a:lnTo>
                <a:lnTo>
                  <a:pt x="67" y="430"/>
                </a:lnTo>
                <a:lnTo>
                  <a:pt x="67" y="431"/>
                </a:lnTo>
                <a:lnTo>
                  <a:pt x="68" y="431"/>
                </a:lnTo>
                <a:lnTo>
                  <a:pt x="68" y="432"/>
                </a:lnTo>
                <a:lnTo>
                  <a:pt x="67" y="432"/>
                </a:lnTo>
                <a:lnTo>
                  <a:pt x="67" y="433"/>
                </a:lnTo>
                <a:lnTo>
                  <a:pt x="66" y="434"/>
                </a:lnTo>
                <a:lnTo>
                  <a:pt x="65" y="434"/>
                </a:lnTo>
                <a:lnTo>
                  <a:pt x="65" y="435"/>
                </a:lnTo>
                <a:lnTo>
                  <a:pt x="66" y="436"/>
                </a:lnTo>
                <a:lnTo>
                  <a:pt x="66" y="435"/>
                </a:lnTo>
                <a:lnTo>
                  <a:pt x="67" y="436"/>
                </a:lnTo>
                <a:lnTo>
                  <a:pt x="67" y="437"/>
                </a:lnTo>
                <a:lnTo>
                  <a:pt x="68" y="438"/>
                </a:lnTo>
                <a:lnTo>
                  <a:pt x="68" y="439"/>
                </a:lnTo>
                <a:lnTo>
                  <a:pt x="68" y="440"/>
                </a:lnTo>
                <a:lnTo>
                  <a:pt x="68" y="441"/>
                </a:lnTo>
                <a:lnTo>
                  <a:pt x="68" y="443"/>
                </a:lnTo>
                <a:lnTo>
                  <a:pt x="67" y="443"/>
                </a:lnTo>
                <a:lnTo>
                  <a:pt x="67" y="444"/>
                </a:lnTo>
                <a:lnTo>
                  <a:pt x="66" y="445"/>
                </a:lnTo>
                <a:lnTo>
                  <a:pt x="66" y="446"/>
                </a:lnTo>
                <a:lnTo>
                  <a:pt x="66" y="447"/>
                </a:lnTo>
                <a:lnTo>
                  <a:pt x="67" y="447"/>
                </a:lnTo>
                <a:lnTo>
                  <a:pt x="66" y="448"/>
                </a:lnTo>
                <a:lnTo>
                  <a:pt x="65" y="448"/>
                </a:lnTo>
                <a:lnTo>
                  <a:pt x="64" y="448"/>
                </a:lnTo>
                <a:lnTo>
                  <a:pt x="64" y="447"/>
                </a:lnTo>
                <a:lnTo>
                  <a:pt x="64" y="448"/>
                </a:lnTo>
                <a:lnTo>
                  <a:pt x="63" y="448"/>
                </a:lnTo>
                <a:lnTo>
                  <a:pt x="62" y="449"/>
                </a:lnTo>
                <a:lnTo>
                  <a:pt x="62" y="450"/>
                </a:lnTo>
                <a:lnTo>
                  <a:pt x="61" y="451"/>
                </a:lnTo>
                <a:lnTo>
                  <a:pt x="60" y="451"/>
                </a:lnTo>
                <a:lnTo>
                  <a:pt x="59" y="450"/>
                </a:lnTo>
                <a:lnTo>
                  <a:pt x="59" y="451"/>
                </a:lnTo>
                <a:lnTo>
                  <a:pt x="58" y="451"/>
                </a:lnTo>
                <a:lnTo>
                  <a:pt x="57" y="451"/>
                </a:lnTo>
                <a:lnTo>
                  <a:pt x="57" y="452"/>
                </a:lnTo>
                <a:lnTo>
                  <a:pt x="56" y="452"/>
                </a:lnTo>
                <a:lnTo>
                  <a:pt x="55" y="452"/>
                </a:lnTo>
                <a:lnTo>
                  <a:pt x="55" y="453"/>
                </a:lnTo>
                <a:lnTo>
                  <a:pt x="54" y="453"/>
                </a:lnTo>
                <a:lnTo>
                  <a:pt x="53" y="453"/>
                </a:lnTo>
                <a:lnTo>
                  <a:pt x="53" y="452"/>
                </a:lnTo>
                <a:lnTo>
                  <a:pt x="52" y="452"/>
                </a:lnTo>
                <a:lnTo>
                  <a:pt x="52" y="453"/>
                </a:lnTo>
                <a:lnTo>
                  <a:pt x="52" y="454"/>
                </a:lnTo>
                <a:lnTo>
                  <a:pt x="52" y="455"/>
                </a:lnTo>
                <a:lnTo>
                  <a:pt x="52" y="456"/>
                </a:lnTo>
                <a:lnTo>
                  <a:pt x="51" y="457"/>
                </a:lnTo>
                <a:lnTo>
                  <a:pt x="51" y="458"/>
                </a:lnTo>
                <a:lnTo>
                  <a:pt x="50" y="458"/>
                </a:lnTo>
                <a:lnTo>
                  <a:pt x="50" y="459"/>
                </a:lnTo>
                <a:lnTo>
                  <a:pt x="50" y="458"/>
                </a:lnTo>
                <a:lnTo>
                  <a:pt x="50" y="457"/>
                </a:lnTo>
                <a:lnTo>
                  <a:pt x="49" y="456"/>
                </a:lnTo>
                <a:lnTo>
                  <a:pt x="49" y="455"/>
                </a:lnTo>
                <a:lnTo>
                  <a:pt x="50" y="454"/>
                </a:lnTo>
                <a:lnTo>
                  <a:pt x="50" y="453"/>
                </a:lnTo>
                <a:lnTo>
                  <a:pt x="50" y="452"/>
                </a:lnTo>
                <a:lnTo>
                  <a:pt x="50" y="451"/>
                </a:lnTo>
                <a:lnTo>
                  <a:pt x="49" y="451"/>
                </a:lnTo>
                <a:lnTo>
                  <a:pt x="49" y="450"/>
                </a:lnTo>
                <a:lnTo>
                  <a:pt x="49" y="451"/>
                </a:lnTo>
                <a:lnTo>
                  <a:pt x="48" y="451"/>
                </a:lnTo>
                <a:lnTo>
                  <a:pt x="49" y="452"/>
                </a:lnTo>
                <a:lnTo>
                  <a:pt x="49" y="453"/>
                </a:lnTo>
                <a:lnTo>
                  <a:pt x="49" y="454"/>
                </a:lnTo>
                <a:lnTo>
                  <a:pt x="49" y="455"/>
                </a:lnTo>
                <a:lnTo>
                  <a:pt x="49" y="456"/>
                </a:lnTo>
                <a:lnTo>
                  <a:pt x="48" y="456"/>
                </a:lnTo>
                <a:lnTo>
                  <a:pt x="48" y="455"/>
                </a:lnTo>
                <a:lnTo>
                  <a:pt x="47" y="455"/>
                </a:lnTo>
                <a:lnTo>
                  <a:pt x="47" y="456"/>
                </a:lnTo>
                <a:lnTo>
                  <a:pt x="48" y="456"/>
                </a:lnTo>
                <a:lnTo>
                  <a:pt x="48" y="457"/>
                </a:lnTo>
                <a:lnTo>
                  <a:pt x="48" y="458"/>
                </a:lnTo>
                <a:lnTo>
                  <a:pt x="48" y="457"/>
                </a:lnTo>
                <a:lnTo>
                  <a:pt x="48" y="458"/>
                </a:lnTo>
                <a:lnTo>
                  <a:pt x="47" y="458"/>
                </a:lnTo>
                <a:lnTo>
                  <a:pt x="47" y="459"/>
                </a:lnTo>
                <a:lnTo>
                  <a:pt x="47" y="460"/>
                </a:lnTo>
                <a:lnTo>
                  <a:pt x="46" y="461"/>
                </a:lnTo>
                <a:lnTo>
                  <a:pt x="46" y="462"/>
                </a:lnTo>
                <a:lnTo>
                  <a:pt x="47" y="462"/>
                </a:lnTo>
                <a:lnTo>
                  <a:pt x="47" y="463"/>
                </a:lnTo>
                <a:lnTo>
                  <a:pt x="46" y="462"/>
                </a:lnTo>
                <a:lnTo>
                  <a:pt x="46" y="463"/>
                </a:lnTo>
                <a:lnTo>
                  <a:pt x="45" y="463"/>
                </a:lnTo>
                <a:lnTo>
                  <a:pt x="45" y="464"/>
                </a:lnTo>
                <a:lnTo>
                  <a:pt x="45" y="463"/>
                </a:lnTo>
                <a:lnTo>
                  <a:pt x="44" y="464"/>
                </a:lnTo>
                <a:lnTo>
                  <a:pt x="45" y="464"/>
                </a:lnTo>
                <a:lnTo>
                  <a:pt x="45" y="465"/>
                </a:lnTo>
                <a:lnTo>
                  <a:pt x="45" y="466"/>
                </a:lnTo>
                <a:lnTo>
                  <a:pt x="45" y="467"/>
                </a:lnTo>
                <a:lnTo>
                  <a:pt x="45" y="468"/>
                </a:lnTo>
                <a:lnTo>
                  <a:pt x="45" y="469"/>
                </a:lnTo>
                <a:lnTo>
                  <a:pt x="45" y="470"/>
                </a:lnTo>
                <a:lnTo>
                  <a:pt x="45" y="471"/>
                </a:lnTo>
                <a:lnTo>
                  <a:pt x="45" y="472"/>
                </a:lnTo>
                <a:lnTo>
                  <a:pt x="46" y="473"/>
                </a:lnTo>
                <a:lnTo>
                  <a:pt x="46" y="474"/>
                </a:lnTo>
                <a:lnTo>
                  <a:pt x="47" y="475"/>
                </a:lnTo>
                <a:lnTo>
                  <a:pt x="47" y="476"/>
                </a:lnTo>
                <a:lnTo>
                  <a:pt x="48" y="477"/>
                </a:lnTo>
                <a:lnTo>
                  <a:pt x="47" y="477"/>
                </a:lnTo>
                <a:lnTo>
                  <a:pt x="46" y="477"/>
                </a:lnTo>
                <a:lnTo>
                  <a:pt x="46" y="478"/>
                </a:lnTo>
                <a:lnTo>
                  <a:pt x="46" y="479"/>
                </a:lnTo>
                <a:lnTo>
                  <a:pt x="47" y="478"/>
                </a:lnTo>
                <a:lnTo>
                  <a:pt x="48" y="478"/>
                </a:lnTo>
                <a:lnTo>
                  <a:pt x="49" y="478"/>
                </a:lnTo>
                <a:lnTo>
                  <a:pt x="50" y="477"/>
                </a:lnTo>
                <a:lnTo>
                  <a:pt x="51" y="477"/>
                </a:lnTo>
                <a:lnTo>
                  <a:pt x="52" y="477"/>
                </a:lnTo>
                <a:lnTo>
                  <a:pt x="52" y="478"/>
                </a:lnTo>
                <a:lnTo>
                  <a:pt x="53" y="478"/>
                </a:lnTo>
                <a:lnTo>
                  <a:pt x="54" y="478"/>
                </a:lnTo>
                <a:lnTo>
                  <a:pt x="54" y="479"/>
                </a:lnTo>
                <a:lnTo>
                  <a:pt x="54" y="478"/>
                </a:lnTo>
                <a:lnTo>
                  <a:pt x="55" y="478"/>
                </a:lnTo>
                <a:lnTo>
                  <a:pt x="56" y="478"/>
                </a:lnTo>
                <a:lnTo>
                  <a:pt x="58" y="478"/>
                </a:lnTo>
                <a:lnTo>
                  <a:pt x="59" y="478"/>
                </a:lnTo>
                <a:lnTo>
                  <a:pt x="60" y="479"/>
                </a:lnTo>
                <a:lnTo>
                  <a:pt x="61" y="479"/>
                </a:lnTo>
                <a:lnTo>
                  <a:pt x="61" y="480"/>
                </a:lnTo>
                <a:lnTo>
                  <a:pt x="62" y="480"/>
                </a:lnTo>
                <a:lnTo>
                  <a:pt x="63" y="480"/>
                </a:lnTo>
                <a:lnTo>
                  <a:pt x="64" y="481"/>
                </a:lnTo>
                <a:lnTo>
                  <a:pt x="64" y="480"/>
                </a:lnTo>
                <a:lnTo>
                  <a:pt x="65" y="480"/>
                </a:lnTo>
                <a:lnTo>
                  <a:pt x="65" y="483"/>
                </a:lnTo>
                <a:lnTo>
                  <a:pt x="64" y="483"/>
                </a:lnTo>
                <a:lnTo>
                  <a:pt x="65" y="483"/>
                </a:lnTo>
                <a:lnTo>
                  <a:pt x="65" y="484"/>
                </a:lnTo>
                <a:lnTo>
                  <a:pt x="65" y="483"/>
                </a:lnTo>
                <a:lnTo>
                  <a:pt x="65" y="484"/>
                </a:lnTo>
                <a:lnTo>
                  <a:pt x="65" y="485"/>
                </a:lnTo>
                <a:lnTo>
                  <a:pt x="65" y="486"/>
                </a:lnTo>
                <a:lnTo>
                  <a:pt x="66" y="486"/>
                </a:lnTo>
                <a:lnTo>
                  <a:pt x="65" y="487"/>
                </a:lnTo>
                <a:lnTo>
                  <a:pt x="65" y="488"/>
                </a:lnTo>
                <a:lnTo>
                  <a:pt x="65" y="489"/>
                </a:lnTo>
                <a:lnTo>
                  <a:pt x="65" y="490"/>
                </a:lnTo>
                <a:lnTo>
                  <a:pt x="65" y="491"/>
                </a:lnTo>
                <a:lnTo>
                  <a:pt x="64" y="492"/>
                </a:lnTo>
                <a:lnTo>
                  <a:pt x="63" y="492"/>
                </a:lnTo>
                <a:lnTo>
                  <a:pt x="62" y="491"/>
                </a:lnTo>
                <a:lnTo>
                  <a:pt x="62" y="490"/>
                </a:lnTo>
                <a:lnTo>
                  <a:pt x="61" y="490"/>
                </a:lnTo>
                <a:lnTo>
                  <a:pt x="61" y="489"/>
                </a:lnTo>
                <a:lnTo>
                  <a:pt x="61" y="488"/>
                </a:lnTo>
                <a:lnTo>
                  <a:pt x="60" y="487"/>
                </a:lnTo>
                <a:lnTo>
                  <a:pt x="60" y="486"/>
                </a:lnTo>
                <a:lnTo>
                  <a:pt x="60" y="485"/>
                </a:lnTo>
                <a:lnTo>
                  <a:pt x="60" y="484"/>
                </a:lnTo>
                <a:lnTo>
                  <a:pt x="60" y="485"/>
                </a:lnTo>
                <a:lnTo>
                  <a:pt x="59" y="485"/>
                </a:lnTo>
                <a:lnTo>
                  <a:pt x="59" y="484"/>
                </a:lnTo>
                <a:lnTo>
                  <a:pt x="59" y="485"/>
                </a:lnTo>
                <a:lnTo>
                  <a:pt x="60" y="485"/>
                </a:lnTo>
                <a:lnTo>
                  <a:pt x="59" y="485"/>
                </a:lnTo>
                <a:lnTo>
                  <a:pt x="60" y="485"/>
                </a:lnTo>
                <a:lnTo>
                  <a:pt x="60" y="486"/>
                </a:lnTo>
                <a:lnTo>
                  <a:pt x="60" y="487"/>
                </a:lnTo>
                <a:lnTo>
                  <a:pt x="60" y="488"/>
                </a:lnTo>
                <a:lnTo>
                  <a:pt x="59" y="488"/>
                </a:lnTo>
                <a:lnTo>
                  <a:pt x="58" y="488"/>
                </a:lnTo>
                <a:lnTo>
                  <a:pt x="58" y="489"/>
                </a:lnTo>
                <a:lnTo>
                  <a:pt x="58" y="488"/>
                </a:lnTo>
                <a:lnTo>
                  <a:pt x="58" y="489"/>
                </a:lnTo>
                <a:lnTo>
                  <a:pt x="58" y="490"/>
                </a:lnTo>
                <a:lnTo>
                  <a:pt x="58" y="489"/>
                </a:lnTo>
                <a:lnTo>
                  <a:pt x="58" y="490"/>
                </a:lnTo>
                <a:lnTo>
                  <a:pt x="59" y="490"/>
                </a:lnTo>
                <a:lnTo>
                  <a:pt x="59" y="489"/>
                </a:lnTo>
                <a:lnTo>
                  <a:pt x="60" y="489"/>
                </a:lnTo>
                <a:lnTo>
                  <a:pt x="60" y="488"/>
                </a:lnTo>
                <a:lnTo>
                  <a:pt x="60" y="489"/>
                </a:lnTo>
                <a:lnTo>
                  <a:pt x="60" y="490"/>
                </a:lnTo>
                <a:lnTo>
                  <a:pt x="59" y="490"/>
                </a:lnTo>
                <a:lnTo>
                  <a:pt x="60" y="491"/>
                </a:lnTo>
                <a:lnTo>
                  <a:pt x="60" y="492"/>
                </a:lnTo>
                <a:lnTo>
                  <a:pt x="60" y="493"/>
                </a:lnTo>
                <a:lnTo>
                  <a:pt x="59" y="493"/>
                </a:lnTo>
                <a:lnTo>
                  <a:pt x="58" y="494"/>
                </a:lnTo>
                <a:lnTo>
                  <a:pt x="57" y="495"/>
                </a:lnTo>
                <a:lnTo>
                  <a:pt x="57" y="494"/>
                </a:lnTo>
                <a:lnTo>
                  <a:pt x="57" y="495"/>
                </a:lnTo>
                <a:lnTo>
                  <a:pt x="57" y="496"/>
                </a:lnTo>
                <a:lnTo>
                  <a:pt x="57" y="497"/>
                </a:lnTo>
                <a:lnTo>
                  <a:pt x="56" y="497"/>
                </a:lnTo>
                <a:lnTo>
                  <a:pt x="57" y="497"/>
                </a:lnTo>
                <a:lnTo>
                  <a:pt x="58" y="497"/>
                </a:lnTo>
                <a:lnTo>
                  <a:pt x="58" y="496"/>
                </a:lnTo>
                <a:lnTo>
                  <a:pt x="59" y="496"/>
                </a:lnTo>
                <a:lnTo>
                  <a:pt x="59" y="495"/>
                </a:lnTo>
                <a:lnTo>
                  <a:pt x="60" y="495"/>
                </a:lnTo>
                <a:lnTo>
                  <a:pt x="60" y="496"/>
                </a:lnTo>
                <a:lnTo>
                  <a:pt x="60" y="497"/>
                </a:lnTo>
                <a:lnTo>
                  <a:pt x="60" y="498"/>
                </a:lnTo>
                <a:lnTo>
                  <a:pt x="60" y="499"/>
                </a:lnTo>
                <a:lnTo>
                  <a:pt x="60" y="498"/>
                </a:lnTo>
                <a:lnTo>
                  <a:pt x="60" y="497"/>
                </a:lnTo>
                <a:lnTo>
                  <a:pt x="61" y="497"/>
                </a:lnTo>
                <a:lnTo>
                  <a:pt x="61" y="496"/>
                </a:lnTo>
                <a:lnTo>
                  <a:pt x="61" y="497"/>
                </a:lnTo>
                <a:lnTo>
                  <a:pt x="62" y="497"/>
                </a:lnTo>
                <a:lnTo>
                  <a:pt x="62" y="498"/>
                </a:lnTo>
                <a:lnTo>
                  <a:pt x="62" y="497"/>
                </a:lnTo>
                <a:lnTo>
                  <a:pt x="62" y="498"/>
                </a:lnTo>
                <a:lnTo>
                  <a:pt x="63" y="498"/>
                </a:lnTo>
                <a:lnTo>
                  <a:pt x="63" y="497"/>
                </a:lnTo>
                <a:lnTo>
                  <a:pt x="63" y="498"/>
                </a:lnTo>
                <a:lnTo>
                  <a:pt x="63" y="499"/>
                </a:lnTo>
                <a:lnTo>
                  <a:pt x="64" y="499"/>
                </a:lnTo>
                <a:lnTo>
                  <a:pt x="64" y="497"/>
                </a:lnTo>
                <a:lnTo>
                  <a:pt x="65" y="497"/>
                </a:lnTo>
                <a:lnTo>
                  <a:pt x="65" y="496"/>
                </a:lnTo>
                <a:lnTo>
                  <a:pt x="65" y="497"/>
                </a:lnTo>
                <a:lnTo>
                  <a:pt x="65" y="498"/>
                </a:lnTo>
                <a:lnTo>
                  <a:pt x="65" y="499"/>
                </a:lnTo>
                <a:lnTo>
                  <a:pt x="66" y="498"/>
                </a:lnTo>
                <a:lnTo>
                  <a:pt x="67" y="498"/>
                </a:lnTo>
                <a:lnTo>
                  <a:pt x="67" y="497"/>
                </a:lnTo>
                <a:lnTo>
                  <a:pt x="68" y="497"/>
                </a:lnTo>
                <a:lnTo>
                  <a:pt x="69" y="497"/>
                </a:lnTo>
                <a:lnTo>
                  <a:pt x="69" y="496"/>
                </a:lnTo>
                <a:lnTo>
                  <a:pt x="70" y="496"/>
                </a:lnTo>
                <a:lnTo>
                  <a:pt x="70" y="497"/>
                </a:lnTo>
                <a:lnTo>
                  <a:pt x="70" y="498"/>
                </a:lnTo>
                <a:lnTo>
                  <a:pt x="71" y="498"/>
                </a:lnTo>
                <a:lnTo>
                  <a:pt x="71" y="497"/>
                </a:lnTo>
                <a:lnTo>
                  <a:pt x="71" y="496"/>
                </a:lnTo>
                <a:lnTo>
                  <a:pt x="71" y="495"/>
                </a:lnTo>
                <a:lnTo>
                  <a:pt x="72" y="495"/>
                </a:lnTo>
                <a:lnTo>
                  <a:pt x="72" y="496"/>
                </a:lnTo>
                <a:lnTo>
                  <a:pt x="72" y="497"/>
                </a:lnTo>
                <a:lnTo>
                  <a:pt x="73" y="497"/>
                </a:lnTo>
                <a:lnTo>
                  <a:pt x="72" y="497"/>
                </a:lnTo>
                <a:lnTo>
                  <a:pt x="73" y="497"/>
                </a:lnTo>
                <a:lnTo>
                  <a:pt x="73" y="498"/>
                </a:lnTo>
                <a:lnTo>
                  <a:pt x="73" y="499"/>
                </a:lnTo>
                <a:lnTo>
                  <a:pt x="73" y="500"/>
                </a:lnTo>
                <a:lnTo>
                  <a:pt x="74" y="500"/>
                </a:lnTo>
                <a:lnTo>
                  <a:pt x="74" y="501"/>
                </a:lnTo>
                <a:lnTo>
                  <a:pt x="74" y="502"/>
                </a:lnTo>
                <a:lnTo>
                  <a:pt x="74" y="503"/>
                </a:lnTo>
                <a:lnTo>
                  <a:pt x="74" y="504"/>
                </a:lnTo>
                <a:lnTo>
                  <a:pt x="74" y="505"/>
                </a:lnTo>
                <a:lnTo>
                  <a:pt x="73" y="504"/>
                </a:lnTo>
                <a:lnTo>
                  <a:pt x="72" y="504"/>
                </a:lnTo>
                <a:lnTo>
                  <a:pt x="72" y="505"/>
                </a:lnTo>
                <a:lnTo>
                  <a:pt x="72" y="504"/>
                </a:lnTo>
                <a:lnTo>
                  <a:pt x="72" y="505"/>
                </a:lnTo>
                <a:lnTo>
                  <a:pt x="71" y="505"/>
                </a:lnTo>
                <a:lnTo>
                  <a:pt x="70" y="505"/>
                </a:lnTo>
                <a:lnTo>
                  <a:pt x="70" y="504"/>
                </a:lnTo>
                <a:lnTo>
                  <a:pt x="70" y="503"/>
                </a:lnTo>
                <a:lnTo>
                  <a:pt x="70" y="502"/>
                </a:lnTo>
                <a:lnTo>
                  <a:pt x="70" y="501"/>
                </a:lnTo>
                <a:lnTo>
                  <a:pt x="70" y="500"/>
                </a:lnTo>
                <a:lnTo>
                  <a:pt x="69" y="500"/>
                </a:lnTo>
                <a:lnTo>
                  <a:pt x="68" y="499"/>
                </a:lnTo>
                <a:lnTo>
                  <a:pt x="68" y="500"/>
                </a:lnTo>
                <a:lnTo>
                  <a:pt x="67" y="500"/>
                </a:lnTo>
                <a:lnTo>
                  <a:pt x="66" y="500"/>
                </a:lnTo>
                <a:lnTo>
                  <a:pt x="66" y="501"/>
                </a:lnTo>
                <a:lnTo>
                  <a:pt x="66" y="503"/>
                </a:lnTo>
                <a:lnTo>
                  <a:pt x="67" y="504"/>
                </a:lnTo>
                <a:lnTo>
                  <a:pt x="67" y="505"/>
                </a:lnTo>
                <a:lnTo>
                  <a:pt x="68" y="505"/>
                </a:lnTo>
                <a:lnTo>
                  <a:pt x="68" y="504"/>
                </a:lnTo>
                <a:lnTo>
                  <a:pt x="70" y="506"/>
                </a:lnTo>
                <a:lnTo>
                  <a:pt x="70" y="507"/>
                </a:lnTo>
                <a:lnTo>
                  <a:pt x="71" y="507"/>
                </a:lnTo>
                <a:lnTo>
                  <a:pt x="71" y="506"/>
                </a:lnTo>
                <a:lnTo>
                  <a:pt x="72" y="506"/>
                </a:lnTo>
                <a:lnTo>
                  <a:pt x="72" y="505"/>
                </a:lnTo>
                <a:lnTo>
                  <a:pt x="73" y="505"/>
                </a:lnTo>
                <a:lnTo>
                  <a:pt x="73" y="506"/>
                </a:lnTo>
                <a:lnTo>
                  <a:pt x="74" y="507"/>
                </a:lnTo>
                <a:lnTo>
                  <a:pt x="75" y="508"/>
                </a:lnTo>
                <a:lnTo>
                  <a:pt x="75" y="509"/>
                </a:lnTo>
                <a:lnTo>
                  <a:pt x="75" y="510"/>
                </a:lnTo>
                <a:lnTo>
                  <a:pt x="76" y="510"/>
                </a:lnTo>
                <a:lnTo>
                  <a:pt x="76" y="511"/>
                </a:lnTo>
                <a:lnTo>
                  <a:pt x="76" y="512"/>
                </a:lnTo>
                <a:lnTo>
                  <a:pt x="77" y="512"/>
                </a:lnTo>
                <a:lnTo>
                  <a:pt x="77" y="513"/>
                </a:lnTo>
                <a:lnTo>
                  <a:pt x="77" y="514"/>
                </a:lnTo>
                <a:lnTo>
                  <a:pt x="78" y="514"/>
                </a:lnTo>
                <a:lnTo>
                  <a:pt x="78" y="515"/>
                </a:lnTo>
                <a:lnTo>
                  <a:pt x="78" y="516"/>
                </a:lnTo>
                <a:lnTo>
                  <a:pt x="78" y="517"/>
                </a:lnTo>
                <a:lnTo>
                  <a:pt x="77" y="517"/>
                </a:lnTo>
                <a:lnTo>
                  <a:pt x="77" y="518"/>
                </a:lnTo>
                <a:lnTo>
                  <a:pt x="77" y="519"/>
                </a:lnTo>
                <a:lnTo>
                  <a:pt x="77" y="522"/>
                </a:lnTo>
                <a:lnTo>
                  <a:pt x="76" y="522"/>
                </a:lnTo>
                <a:lnTo>
                  <a:pt x="75" y="522"/>
                </a:lnTo>
                <a:lnTo>
                  <a:pt x="75" y="523"/>
                </a:lnTo>
                <a:lnTo>
                  <a:pt x="74" y="524"/>
                </a:lnTo>
                <a:lnTo>
                  <a:pt x="73" y="524"/>
                </a:lnTo>
                <a:lnTo>
                  <a:pt x="73" y="525"/>
                </a:lnTo>
                <a:lnTo>
                  <a:pt x="73" y="526"/>
                </a:lnTo>
                <a:lnTo>
                  <a:pt x="72" y="526"/>
                </a:lnTo>
                <a:lnTo>
                  <a:pt x="72" y="527"/>
                </a:lnTo>
                <a:lnTo>
                  <a:pt x="72" y="528"/>
                </a:lnTo>
                <a:lnTo>
                  <a:pt x="71" y="529"/>
                </a:lnTo>
                <a:lnTo>
                  <a:pt x="71" y="530"/>
                </a:lnTo>
                <a:lnTo>
                  <a:pt x="70" y="530"/>
                </a:lnTo>
                <a:lnTo>
                  <a:pt x="70" y="531"/>
                </a:lnTo>
                <a:lnTo>
                  <a:pt x="70" y="532"/>
                </a:lnTo>
                <a:lnTo>
                  <a:pt x="69" y="532"/>
                </a:lnTo>
                <a:lnTo>
                  <a:pt x="68" y="533"/>
                </a:lnTo>
                <a:lnTo>
                  <a:pt x="67" y="533"/>
                </a:lnTo>
                <a:lnTo>
                  <a:pt x="67" y="534"/>
                </a:lnTo>
                <a:lnTo>
                  <a:pt x="66" y="534"/>
                </a:lnTo>
                <a:lnTo>
                  <a:pt x="65" y="534"/>
                </a:lnTo>
                <a:lnTo>
                  <a:pt x="64" y="534"/>
                </a:lnTo>
                <a:lnTo>
                  <a:pt x="63" y="535"/>
                </a:lnTo>
                <a:lnTo>
                  <a:pt x="62" y="535"/>
                </a:lnTo>
                <a:lnTo>
                  <a:pt x="62" y="536"/>
                </a:lnTo>
                <a:lnTo>
                  <a:pt x="61" y="536"/>
                </a:lnTo>
                <a:lnTo>
                  <a:pt x="60" y="538"/>
                </a:lnTo>
                <a:lnTo>
                  <a:pt x="59" y="538"/>
                </a:lnTo>
                <a:lnTo>
                  <a:pt x="58" y="539"/>
                </a:lnTo>
                <a:lnTo>
                  <a:pt x="57" y="539"/>
                </a:lnTo>
                <a:lnTo>
                  <a:pt x="57" y="538"/>
                </a:lnTo>
                <a:lnTo>
                  <a:pt x="56" y="538"/>
                </a:lnTo>
                <a:lnTo>
                  <a:pt x="56" y="539"/>
                </a:lnTo>
                <a:lnTo>
                  <a:pt x="56" y="540"/>
                </a:lnTo>
                <a:lnTo>
                  <a:pt x="55" y="540"/>
                </a:lnTo>
                <a:lnTo>
                  <a:pt x="55" y="539"/>
                </a:lnTo>
                <a:lnTo>
                  <a:pt x="55" y="538"/>
                </a:lnTo>
                <a:lnTo>
                  <a:pt x="54" y="538"/>
                </a:lnTo>
                <a:lnTo>
                  <a:pt x="53" y="538"/>
                </a:lnTo>
                <a:lnTo>
                  <a:pt x="52" y="538"/>
                </a:lnTo>
                <a:lnTo>
                  <a:pt x="52" y="537"/>
                </a:lnTo>
                <a:lnTo>
                  <a:pt x="53" y="537"/>
                </a:lnTo>
                <a:lnTo>
                  <a:pt x="52" y="537"/>
                </a:lnTo>
                <a:lnTo>
                  <a:pt x="50" y="537"/>
                </a:lnTo>
                <a:lnTo>
                  <a:pt x="50" y="536"/>
                </a:lnTo>
                <a:lnTo>
                  <a:pt x="50" y="537"/>
                </a:lnTo>
                <a:lnTo>
                  <a:pt x="51" y="537"/>
                </a:lnTo>
                <a:lnTo>
                  <a:pt x="51" y="538"/>
                </a:lnTo>
                <a:lnTo>
                  <a:pt x="50" y="538"/>
                </a:lnTo>
                <a:lnTo>
                  <a:pt x="49" y="538"/>
                </a:lnTo>
                <a:lnTo>
                  <a:pt x="49" y="537"/>
                </a:lnTo>
                <a:lnTo>
                  <a:pt x="48" y="537"/>
                </a:lnTo>
                <a:lnTo>
                  <a:pt x="48" y="538"/>
                </a:lnTo>
                <a:lnTo>
                  <a:pt x="47" y="538"/>
                </a:lnTo>
                <a:lnTo>
                  <a:pt x="48" y="538"/>
                </a:lnTo>
                <a:lnTo>
                  <a:pt x="48" y="539"/>
                </a:lnTo>
                <a:lnTo>
                  <a:pt x="47" y="540"/>
                </a:lnTo>
                <a:lnTo>
                  <a:pt x="46" y="540"/>
                </a:lnTo>
                <a:lnTo>
                  <a:pt x="44" y="540"/>
                </a:lnTo>
                <a:lnTo>
                  <a:pt x="43" y="541"/>
                </a:lnTo>
                <a:lnTo>
                  <a:pt x="42" y="541"/>
                </a:lnTo>
                <a:lnTo>
                  <a:pt x="41" y="541"/>
                </a:lnTo>
                <a:lnTo>
                  <a:pt x="41" y="540"/>
                </a:lnTo>
                <a:lnTo>
                  <a:pt x="41" y="539"/>
                </a:lnTo>
                <a:lnTo>
                  <a:pt x="40" y="538"/>
                </a:lnTo>
                <a:lnTo>
                  <a:pt x="39" y="538"/>
                </a:lnTo>
                <a:lnTo>
                  <a:pt x="38" y="538"/>
                </a:lnTo>
                <a:lnTo>
                  <a:pt x="37" y="538"/>
                </a:lnTo>
                <a:lnTo>
                  <a:pt x="36" y="537"/>
                </a:lnTo>
                <a:lnTo>
                  <a:pt x="36" y="536"/>
                </a:lnTo>
                <a:lnTo>
                  <a:pt x="35" y="535"/>
                </a:lnTo>
                <a:lnTo>
                  <a:pt x="34" y="535"/>
                </a:lnTo>
                <a:lnTo>
                  <a:pt x="34" y="536"/>
                </a:lnTo>
                <a:lnTo>
                  <a:pt x="34" y="537"/>
                </a:lnTo>
                <a:lnTo>
                  <a:pt x="33" y="537"/>
                </a:lnTo>
                <a:lnTo>
                  <a:pt x="32" y="537"/>
                </a:lnTo>
                <a:lnTo>
                  <a:pt x="32" y="536"/>
                </a:lnTo>
                <a:lnTo>
                  <a:pt x="31" y="536"/>
                </a:lnTo>
                <a:lnTo>
                  <a:pt x="31" y="537"/>
                </a:lnTo>
                <a:lnTo>
                  <a:pt x="31" y="538"/>
                </a:lnTo>
                <a:lnTo>
                  <a:pt x="30" y="538"/>
                </a:lnTo>
                <a:lnTo>
                  <a:pt x="30" y="537"/>
                </a:lnTo>
                <a:lnTo>
                  <a:pt x="30" y="536"/>
                </a:lnTo>
                <a:lnTo>
                  <a:pt x="29" y="536"/>
                </a:lnTo>
                <a:lnTo>
                  <a:pt x="28" y="536"/>
                </a:lnTo>
                <a:lnTo>
                  <a:pt x="28" y="537"/>
                </a:lnTo>
                <a:lnTo>
                  <a:pt x="27" y="538"/>
                </a:lnTo>
                <a:lnTo>
                  <a:pt x="25" y="540"/>
                </a:lnTo>
                <a:lnTo>
                  <a:pt x="25" y="541"/>
                </a:lnTo>
                <a:lnTo>
                  <a:pt x="24" y="541"/>
                </a:lnTo>
                <a:lnTo>
                  <a:pt x="24" y="542"/>
                </a:lnTo>
                <a:lnTo>
                  <a:pt x="23" y="542"/>
                </a:lnTo>
                <a:lnTo>
                  <a:pt x="23" y="543"/>
                </a:lnTo>
                <a:lnTo>
                  <a:pt x="23" y="542"/>
                </a:lnTo>
                <a:lnTo>
                  <a:pt x="23" y="540"/>
                </a:lnTo>
                <a:lnTo>
                  <a:pt x="23" y="539"/>
                </a:lnTo>
                <a:lnTo>
                  <a:pt x="23" y="538"/>
                </a:lnTo>
                <a:lnTo>
                  <a:pt x="24" y="536"/>
                </a:lnTo>
                <a:lnTo>
                  <a:pt x="24" y="535"/>
                </a:lnTo>
                <a:lnTo>
                  <a:pt x="24" y="533"/>
                </a:lnTo>
                <a:lnTo>
                  <a:pt x="24" y="532"/>
                </a:lnTo>
                <a:lnTo>
                  <a:pt x="23" y="531"/>
                </a:lnTo>
                <a:lnTo>
                  <a:pt x="23" y="530"/>
                </a:lnTo>
                <a:lnTo>
                  <a:pt x="23" y="529"/>
                </a:lnTo>
                <a:lnTo>
                  <a:pt x="22" y="529"/>
                </a:lnTo>
                <a:lnTo>
                  <a:pt x="21" y="528"/>
                </a:lnTo>
                <a:lnTo>
                  <a:pt x="21" y="529"/>
                </a:lnTo>
                <a:lnTo>
                  <a:pt x="20" y="529"/>
                </a:lnTo>
                <a:lnTo>
                  <a:pt x="20" y="528"/>
                </a:lnTo>
                <a:lnTo>
                  <a:pt x="19" y="527"/>
                </a:lnTo>
                <a:lnTo>
                  <a:pt x="19" y="526"/>
                </a:lnTo>
                <a:lnTo>
                  <a:pt x="19" y="525"/>
                </a:lnTo>
                <a:lnTo>
                  <a:pt x="19" y="524"/>
                </a:lnTo>
                <a:lnTo>
                  <a:pt x="20" y="524"/>
                </a:lnTo>
                <a:lnTo>
                  <a:pt x="21" y="524"/>
                </a:lnTo>
                <a:lnTo>
                  <a:pt x="21" y="523"/>
                </a:lnTo>
                <a:lnTo>
                  <a:pt x="21" y="522"/>
                </a:lnTo>
                <a:lnTo>
                  <a:pt x="22" y="521"/>
                </a:lnTo>
                <a:lnTo>
                  <a:pt x="22" y="522"/>
                </a:lnTo>
                <a:lnTo>
                  <a:pt x="23" y="522"/>
                </a:lnTo>
                <a:lnTo>
                  <a:pt x="24" y="522"/>
                </a:lnTo>
                <a:lnTo>
                  <a:pt x="24" y="523"/>
                </a:lnTo>
                <a:lnTo>
                  <a:pt x="24" y="522"/>
                </a:lnTo>
                <a:lnTo>
                  <a:pt x="24" y="523"/>
                </a:lnTo>
                <a:lnTo>
                  <a:pt x="25" y="524"/>
                </a:lnTo>
                <a:lnTo>
                  <a:pt x="26" y="524"/>
                </a:lnTo>
                <a:lnTo>
                  <a:pt x="27" y="524"/>
                </a:lnTo>
                <a:lnTo>
                  <a:pt x="28" y="524"/>
                </a:lnTo>
                <a:lnTo>
                  <a:pt x="28" y="525"/>
                </a:lnTo>
                <a:lnTo>
                  <a:pt x="27" y="525"/>
                </a:lnTo>
                <a:lnTo>
                  <a:pt x="27" y="526"/>
                </a:lnTo>
                <a:lnTo>
                  <a:pt x="27" y="527"/>
                </a:lnTo>
                <a:lnTo>
                  <a:pt x="28" y="527"/>
                </a:lnTo>
                <a:lnTo>
                  <a:pt x="28" y="528"/>
                </a:lnTo>
                <a:lnTo>
                  <a:pt x="28" y="529"/>
                </a:lnTo>
                <a:lnTo>
                  <a:pt x="28" y="530"/>
                </a:lnTo>
                <a:lnTo>
                  <a:pt x="29" y="530"/>
                </a:lnTo>
                <a:lnTo>
                  <a:pt x="29" y="529"/>
                </a:lnTo>
                <a:lnTo>
                  <a:pt x="29" y="530"/>
                </a:lnTo>
                <a:lnTo>
                  <a:pt x="29" y="529"/>
                </a:lnTo>
                <a:lnTo>
                  <a:pt x="30" y="529"/>
                </a:lnTo>
                <a:lnTo>
                  <a:pt x="29" y="529"/>
                </a:lnTo>
                <a:lnTo>
                  <a:pt x="29" y="528"/>
                </a:lnTo>
                <a:lnTo>
                  <a:pt x="29" y="527"/>
                </a:lnTo>
                <a:lnTo>
                  <a:pt x="29" y="526"/>
                </a:lnTo>
                <a:lnTo>
                  <a:pt x="28" y="526"/>
                </a:lnTo>
                <a:lnTo>
                  <a:pt x="29" y="526"/>
                </a:lnTo>
                <a:lnTo>
                  <a:pt x="30" y="525"/>
                </a:lnTo>
                <a:lnTo>
                  <a:pt x="31" y="524"/>
                </a:lnTo>
                <a:lnTo>
                  <a:pt x="31" y="522"/>
                </a:lnTo>
                <a:lnTo>
                  <a:pt x="31" y="521"/>
                </a:lnTo>
                <a:lnTo>
                  <a:pt x="30" y="521"/>
                </a:lnTo>
                <a:lnTo>
                  <a:pt x="30" y="519"/>
                </a:lnTo>
                <a:lnTo>
                  <a:pt x="29" y="519"/>
                </a:lnTo>
                <a:lnTo>
                  <a:pt x="28" y="519"/>
                </a:lnTo>
                <a:lnTo>
                  <a:pt x="28" y="518"/>
                </a:lnTo>
                <a:lnTo>
                  <a:pt x="28" y="517"/>
                </a:lnTo>
                <a:lnTo>
                  <a:pt x="27" y="517"/>
                </a:lnTo>
                <a:lnTo>
                  <a:pt x="28" y="516"/>
                </a:lnTo>
                <a:lnTo>
                  <a:pt x="27" y="516"/>
                </a:lnTo>
                <a:lnTo>
                  <a:pt x="27" y="517"/>
                </a:lnTo>
                <a:lnTo>
                  <a:pt x="26" y="518"/>
                </a:lnTo>
                <a:lnTo>
                  <a:pt x="26" y="519"/>
                </a:lnTo>
                <a:lnTo>
                  <a:pt x="25" y="519"/>
                </a:lnTo>
                <a:lnTo>
                  <a:pt x="25" y="518"/>
                </a:lnTo>
                <a:lnTo>
                  <a:pt x="25" y="517"/>
                </a:lnTo>
                <a:lnTo>
                  <a:pt x="25" y="516"/>
                </a:lnTo>
                <a:lnTo>
                  <a:pt x="25" y="515"/>
                </a:lnTo>
                <a:lnTo>
                  <a:pt x="25" y="514"/>
                </a:lnTo>
                <a:lnTo>
                  <a:pt x="24" y="514"/>
                </a:lnTo>
                <a:lnTo>
                  <a:pt x="24" y="515"/>
                </a:lnTo>
                <a:lnTo>
                  <a:pt x="23" y="515"/>
                </a:lnTo>
                <a:lnTo>
                  <a:pt x="24" y="516"/>
                </a:lnTo>
                <a:lnTo>
                  <a:pt x="23" y="516"/>
                </a:lnTo>
                <a:lnTo>
                  <a:pt x="23" y="517"/>
                </a:lnTo>
                <a:lnTo>
                  <a:pt x="24" y="517"/>
                </a:lnTo>
                <a:lnTo>
                  <a:pt x="24" y="518"/>
                </a:lnTo>
                <a:lnTo>
                  <a:pt x="24" y="519"/>
                </a:lnTo>
                <a:lnTo>
                  <a:pt x="23" y="519"/>
                </a:lnTo>
                <a:lnTo>
                  <a:pt x="23" y="521"/>
                </a:lnTo>
                <a:lnTo>
                  <a:pt x="23" y="519"/>
                </a:lnTo>
                <a:lnTo>
                  <a:pt x="23" y="517"/>
                </a:lnTo>
                <a:lnTo>
                  <a:pt x="22" y="517"/>
                </a:lnTo>
                <a:lnTo>
                  <a:pt x="22" y="516"/>
                </a:lnTo>
                <a:lnTo>
                  <a:pt x="22" y="515"/>
                </a:lnTo>
                <a:lnTo>
                  <a:pt x="21" y="515"/>
                </a:lnTo>
                <a:lnTo>
                  <a:pt x="21" y="514"/>
                </a:lnTo>
                <a:lnTo>
                  <a:pt x="20" y="514"/>
                </a:lnTo>
                <a:lnTo>
                  <a:pt x="19" y="514"/>
                </a:lnTo>
                <a:lnTo>
                  <a:pt x="19" y="513"/>
                </a:lnTo>
                <a:lnTo>
                  <a:pt x="18" y="513"/>
                </a:lnTo>
                <a:lnTo>
                  <a:pt x="17" y="513"/>
                </a:lnTo>
                <a:lnTo>
                  <a:pt x="16" y="513"/>
                </a:lnTo>
                <a:lnTo>
                  <a:pt x="15" y="513"/>
                </a:lnTo>
                <a:lnTo>
                  <a:pt x="16" y="513"/>
                </a:lnTo>
                <a:lnTo>
                  <a:pt x="15" y="513"/>
                </a:lnTo>
                <a:lnTo>
                  <a:pt x="15" y="512"/>
                </a:lnTo>
                <a:lnTo>
                  <a:pt x="15" y="513"/>
                </a:lnTo>
                <a:lnTo>
                  <a:pt x="15" y="512"/>
                </a:lnTo>
                <a:lnTo>
                  <a:pt x="14" y="512"/>
                </a:lnTo>
                <a:lnTo>
                  <a:pt x="14" y="511"/>
                </a:lnTo>
                <a:lnTo>
                  <a:pt x="14" y="510"/>
                </a:lnTo>
                <a:lnTo>
                  <a:pt x="14" y="509"/>
                </a:lnTo>
                <a:lnTo>
                  <a:pt x="13" y="509"/>
                </a:lnTo>
                <a:lnTo>
                  <a:pt x="14" y="509"/>
                </a:lnTo>
                <a:lnTo>
                  <a:pt x="15" y="509"/>
                </a:lnTo>
                <a:lnTo>
                  <a:pt x="15" y="508"/>
                </a:lnTo>
                <a:lnTo>
                  <a:pt x="16" y="508"/>
                </a:lnTo>
                <a:lnTo>
                  <a:pt x="15" y="507"/>
                </a:lnTo>
                <a:lnTo>
                  <a:pt x="15" y="508"/>
                </a:lnTo>
                <a:lnTo>
                  <a:pt x="15" y="507"/>
                </a:lnTo>
                <a:lnTo>
                  <a:pt x="15" y="506"/>
                </a:lnTo>
                <a:lnTo>
                  <a:pt x="14" y="505"/>
                </a:lnTo>
                <a:lnTo>
                  <a:pt x="14" y="504"/>
                </a:lnTo>
                <a:lnTo>
                  <a:pt x="14" y="503"/>
                </a:lnTo>
                <a:lnTo>
                  <a:pt x="13" y="503"/>
                </a:lnTo>
                <a:lnTo>
                  <a:pt x="13" y="502"/>
                </a:lnTo>
                <a:lnTo>
                  <a:pt x="12" y="501"/>
                </a:lnTo>
                <a:lnTo>
                  <a:pt x="12" y="500"/>
                </a:lnTo>
                <a:lnTo>
                  <a:pt x="11" y="500"/>
                </a:lnTo>
                <a:lnTo>
                  <a:pt x="11" y="499"/>
                </a:lnTo>
                <a:lnTo>
                  <a:pt x="10" y="499"/>
                </a:lnTo>
                <a:lnTo>
                  <a:pt x="9" y="499"/>
                </a:lnTo>
                <a:lnTo>
                  <a:pt x="9" y="500"/>
                </a:lnTo>
                <a:lnTo>
                  <a:pt x="8" y="500"/>
                </a:lnTo>
                <a:lnTo>
                  <a:pt x="7" y="500"/>
                </a:lnTo>
                <a:lnTo>
                  <a:pt x="7" y="499"/>
                </a:lnTo>
                <a:lnTo>
                  <a:pt x="7" y="498"/>
                </a:lnTo>
                <a:lnTo>
                  <a:pt x="7" y="497"/>
                </a:lnTo>
                <a:lnTo>
                  <a:pt x="7" y="496"/>
                </a:lnTo>
                <a:lnTo>
                  <a:pt x="7" y="495"/>
                </a:lnTo>
                <a:lnTo>
                  <a:pt x="8" y="495"/>
                </a:lnTo>
                <a:lnTo>
                  <a:pt x="9" y="495"/>
                </a:lnTo>
                <a:lnTo>
                  <a:pt x="9" y="494"/>
                </a:lnTo>
                <a:lnTo>
                  <a:pt x="9" y="493"/>
                </a:lnTo>
                <a:lnTo>
                  <a:pt x="10" y="493"/>
                </a:lnTo>
                <a:lnTo>
                  <a:pt x="11" y="493"/>
                </a:lnTo>
                <a:lnTo>
                  <a:pt x="11" y="494"/>
                </a:lnTo>
                <a:lnTo>
                  <a:pt x="12" y="495"/>
                </a:lnTo>
                <a:lnTo>
                  <a:pt x="12" y="494"/>
                </a:lnTo>
                <a:lnTo>
                  <a:pt x="13" y="494"/>
                </a:lnTo>
                <a:lnTo>
                  <a:pt x="13" y="493"/>
                </a:lnTo>
                <a:lnTo>
                  <a:pt x="14" y="494"/>
                </a:lnTo>
                <a:lnTo>
                  <a:pt x="14" y="493"/>
                </a:lnTo>
                <a:lnTo>
                  <a:pt x="14" y="492"/>
                </a:lnTo>
                <a:lnTo>
                  <a:pt x="14" y="493"/>
                </a:lnTo>
                <a:lnTo>
                  <a:pt x="13" y="493"/>
                </a:lnTo>
                <a:lnTo>
                  <a:pt x="13" y="492"/>
                </a:lnTo>
                <a:lnTo>
                  <a:pt x="14" y="492"/>
                </a:lnTo>
                <a:lnTo>
                  <a:pt x="14" y="491"/>
                </a:lnTo>
                <a:lnTo>
                  <a:pt x="13" y="491"/>
                </a:lnTo>
                <a:lnTo>
                  <a:pt x="12" y="491"/>
                </a:lnTo>
                <a:lnTo>
                  <a:pt x="12" y="492"/>
                </a:lnTo>
                <a:lnTo>
                  <a:pt x="12" y="493"/>
                </a:lnTo>
                <a:lnTo>
                  <a:pt x="12" y="494"/>
                </a:lnTo>
                <a:lnTo>
                  <a:pt x="11" y="493"/>
                </a:lnTo>
                <a:lnTo>
                  <a:pt x="10" y="493"/>
                </a:lnTo>
                <a:lnTo>
                  <a:pt x="10" y="492"/>
                </a:lnTo>
                <a:lnTo>
                  <a:pt x="9" y="492"/>
                </a:lnTo>
                <a:lnTo>
                  <a:pt x="9" y="491"/>
                </a:lnTo>
                <a:lnTo>
                  <a:pt x="8" y="490"/>
                </a:lnTo>
                <a:lnTo>
                  <a:pt x="8" y="489"/>
                </a:lnTo>
                <a:lnTo>
                  <a:pt x="7" y="489"/>
                </a:lnTo>
                <a:lnTo>
                  <a:pt x="7" y="488"/>
                </a:lnTo>
                <a:lnTo>
                  <a:pt x="8" y="488"/>
                </a:lnTo>
                <a:lnTo>
                  <a:pt x="8" y="487"/>
                </a:lnTo>
                <a:lnTo>
                  <a:pt x="8" y="486"/>
                </a:lnTo>
                <a:lnTo>
                  <a:pt x="9" y="485"/>
                </a:lnTo>
                <a:lnTo>
                  <a:pt x="9" y="484"/>
                </a:lnTo>
                <a:lnTo>
                  <a:pt x="9" y="483"/>
                </a:lnTo>
                <a:lnTo>
                  <a:pt x="9" y="482"/>
                </a:lnTo>
                <a:lnTo>
                  <a:pt x="8" y="481"/>
                </a:lnTo>
                <a:lnTo>
                  <a:pt x="6" y="482"/>
                </a:lnTo>
                <a:lnTo>
                  <a:pt x="7" y="482"/>
                </a:lnTo>
                <a:lnTo>
                  <a:pt x="6" y="482"/>
                </a:lnTo>
                <a:lnTo>
                  <a:pt x="5" y="482"/>
                </a:lnTo>
                <a:lnTo>
                  <a:pt x="6" y="482"/>
                </a:lnTo>
                <a:lnTo>
                  <a:pt x="6" y="483"/>
                </a:lnTo>
                <a:lnTo>
                  <a:pt x="5" y="483"/>
                </a:lnTo>
                <a:lnTo>
                  <a:pt x="5" y="482"/>
                </a:lnTo>
                <a:lnTo>
                  <a:pt x="5" y="481"/>
                </a:lnTo>
                <a:lnTo>
                  <a:pt x="4" y="481"/>
                </a:lnTo>
                <a:lnTo>
                  <a:pt x="4" y="480"/>
                </a:lnTo>
                <a:lnTo>
                  <a:pt x="3" y="480"/>
                </a:lnTo>
                <a:lnTo>
                  <a:pt x="3" y="479"/>
                </a:lnTo>
                <a:lnTo>
                  <a:pt x="2" y="478"/>
                </a:lnTo>
                <a:lnTo>
                  <a:pt x="2" y="477"/>
                </a:lnTo>
                <a:lnTo>
                  <a:pt x="1" y="476"/>
                </a:lnTo>
                <a:lnTo>
                  <a:pt x="1" y="475"/>
                </a:lnTo>
                <a:lnTo>
                  <a:pt x="1" y="474"/>
                </a:lnTo>
                <a:lnTo>
                  <a:pt x="0" y="474"/>
                </a:lnTo>
                <a:lnTo>
                  <a:pt x="0" y="473"/>
                </a:lnTo>
                <a:lnTo>
                  <a:pt x="0" y="472"/>
                </a:lnTo>
                <a:lnTo>
                  <a:pt x="0" y="468"/>
                </a:lnTo>
                <a:lnTo>
                  <a:pt x="0" y="467"/>
                </a:lnTo>
                <a:lnTo>
                  <a:pt x="0" y="466"/>
                </a:lnTo>
                <a:lnTo>
                  <a:pt x="1" y="466"/>
                </a:lnTo>
                <a:lnTo>
                  <a:pt x="1" y="467"/>
                </a:lnTo>
                <a:lnTo>
                  <a:pt x="1" y="466"/>
                </a:lnTo>
                <a:lnTo>
                  <a:pt x="1" y="465"/>
                </a:lnTo>
                <a:lnTo>
                  <a:pt x="1" y="464"/>
                </a:lnTo>
                <a:lnTo>
                  <a:pt x="2" y="463"/>
                </a:lnTo>
                <a:lnTo>
                  <a:pt x="2" y="462"/>
                </a:lnTo>
                <a:lnTo>
                  <a:pt x="2" y="461"/>
                </a:lnTo>
                <a:lnTo>
                  <a:pt x="3" y="461"/>
                </a:lnTo>
                <a:lnTo>
                  <a:pt x="3" y="460"/>
                </a:lnTo>
                <a:lnTo>
                  <a:pt x="3" y="459"/>
                </a:lnTo>
                <a:lnTo>
                  <a:pt x="4" y="459"/>
                </a:lnTo>
                <a:lnTo>
                  <a:pt x="4" y="458"/>
                </a:lnTo>
                <a:lnTo>
                  <a:pt x="4" y="457"/>
                </a:lnTo>
                <a:lnTo>
                  <a:pt x="4" y="456"/>
                </a:lnTo>
                <a:lnTo>
                  <a:pt x="4" y="455"/>
                </a:lnTo>
                <a:lnTo>
                  <a:pt x="3" y="453"/>
                </a:lnTo>
                <a:lnTo>
                  <a:pt x="2" y="452"/>
                </a:lnTo>
                <a:lnTo>
                  <a:pt x="1" y="451"/>
                </a:lnTo>
                <a:lnTo>
                  <a:pt x="1" y="450"/>
                </a:lnTo>
                <a:lnTo>
                  <a:pt x="1" y="449"/>
                </a:lnTo>
                <a:lnTo>
                  <a:pt x="2" y="448"/>
                </a:lnTo>
                <a:lnTo>
                  <a:pt x="2" y="447"/>
                </a:lnTo>
                <a:lnTo>
                  <a:pt x="4" y="445"/>
                </a:lnTo>
                <a:lnTo>
                  <a:pt x="5" y="444"/>
                </a:lnTo>
                <a:lnTo>
                  <a:pt x="5" y="443"/>
                </a:lnTo>
                <a:lnTo>
                  <a:pt x="6" y="443"/>
                </a:lnTo>
                <a:lnTo>
                  <a:pt x="6" y="442"/>
                </a:lnTo>
                <a:lnTo>
                  <a:pt x="6" y="443"/>
                </a:lnTo>
                <a:lnTo>
                  <a:pt x="7" y="443"/>
                </a:lnTo>
                <a:lnTo>
                  <a:pt x="6" y="443"/>
                </a:lnTo>
                <a:lnTo>
                  <a:pt x="6" y="444"/>
                </a:lnTo>
                <a:lnTo>
                  <a:pt x="7" y="444"/>
                </a:lnTo>
                <a:lnTo>
                  <a:pt x="7" y="445"/>
                </a:lnTo>
                <a:lnTo>
                  <a:pt x="8" y="446"/>
                </a:lnTo>
                <a:lnTo>
                  <a:pt x="9" y="446"/>
                </a:lnTo>
                <a:lnTo>
                  <a:pt x="8" y="446"/>
                </a:lnTo>
                <a:lnTo>
                  <a:pt x="8" y="445"/>
                </a:lnTo>
                <a:lnTo>
                  <a:pt x="7" y="445"/>
                </a:lnTo>
                <a:lnTo>
                  <a:pt x="8" y="445"/>
                </a:lnTo>
                <a:lnTo>
                  <a:pt x="7" y="445"/>
                </a:lnTo>
                <a:lnTo>
                  <a:pt x="7" y="444"/>
                </a:lnTo>
                <a:lnTo>
                  <a:pt x="7" y="443"/>
                </a:lnTo>
                <a:lnTo>
                  <a:pt x="7" y="442"/>
                </a:lnTo>
                <a:lnTo>
                  <a:pt x="8" y="442"/>
                </a:lnTo>
                <a:lnTo>
                  <a:pt x="8" y="443"/>
                </a:lnTo>
                <a:lnTo>
                  <a:pt x="8" y="442"/>
                </a:lnTo>
                <a:lnTo>
                  <a:pt x="9" y="441"/>
                </a:lnTo>
                <a:lnTo>
                  <a:pt x="9" y="440"/>
                </a:lnTo>
                <a:lnTo>
                  <a:pt x="10" y="439"/>
                </a:lnTo>
                <a:lnTo>
                  <a:pt x="10" y="436"/>
                </a:lnTo>
                <a:lnTo>
                  <a:pt x="10" y="435"/>
                </a:lnTo>
                <a:lnTo>
                  <a:pt x="9" y="435"/>
                </a:lnTo>
                <a:lnTo>
                  <a:pt x="9" y="434"/>
                </a:lnTo>
                <a:lnTo>
                  <a:pt x="10" y="433"/>
                </a:lnTo>
                <a:lnTo>
                  <a:pt x="10" y="432"/>
                </a:lnTo>
                <a:lnTo>
                  <a:pt x="10" y="431"/>
                </a:lnTo>
                <a:lnTo>
                  <a:pt x="10" y="430"/>
                </a:lnTo>
                <a:lnTo>
                  <a:pt x="10" y="429"/>
                </a:lnTo>
                <a:lnTo>
                  <a:pt x="9" y="429"/>
                </a:lnTo>
                <a:lnTo>
                  <a:pt x="9" y="428"/>
                </a:lnTo>
                <a:lnTo>
                  <a:pt x="9" y="427"/>
                </a:lnTo>
                <a:lnTo>
                  <a:pt x="8" y="427"/>
                </a:lnTo>
                <a:lnTo>
                  <a:pt x="8" y="426"/>
                </a:lnTo>
                <a:lnTo>
                  <a:pt x="9" y="426"/>
                </a:lnTo>
                <a:lnTo>
                  <a:pt x="10" y="426"/>
                </a:lnTo>
                <a:lnTo>
                  <a:pt x="10" y="427"/>
                </a:lnTo>
                <a:lnTo>
                  <a:pt x="11" y="427"/>
                </a:lnTo>
                <a:lnTo>
                  <a:pt x="11" y="428"/>
                </a:lnTo>
                <a:lnTo>
                  <a:pt x="11" y="427"/>
                </a:lnTo>
                <a:lnTo>
                  <a:pt x="11" y="428"/>
                </a:lnTo>
                <a:lnTo>
                  <a:pt x="12" y="428"/>
                </a:lnTo>
                <a:lnTo>
                  <a:pt x="12" y="427"/>
                </a:lnTo>
                <a:lnTo>
                  <a:pt x="11" y="427"/>
                </a:lnTo>
                <a:lnTo>
                  <a:pt x="12" y="426"/>
                </a:lnTo>
                <a:lnTo>
                  <a:pt x="14" y="426"/>
                </a:lnTo>
                <a:lnTo>
                  <a:pt x="15" y="426"/>
                </a:lnTo>
                <a:lnTo>
                  <a:pt x="15" y="427"/>
                </a:lnTo>
                <a:lnTo>
                  <a:pt x="15" y="426"/>
                </a:lnTo>
                <a:lnTo>
                  <a:pt x="16" y="426"/>
                </a:lnTo>
                <a:lnTo>
                  <a:pt x="18" y="425"/>
                </a:lnTo>
                <a:lnTo>
                  <a:pt x="23" y="425"/>
                </a:lnTo>
                <a:lnTo>
                  <a:pt x="22" y="425"/>
                </a:lnTo>
                <a:lnTo>
                  <a:pt x="22" y="424"/>
                </a:lnTo>
                <a:lnTo>
                  <a:pt x="21" y="424"/>
                </a:lnTo>
                <a:lnTo>
                  <a:pt x="21" y="423"/>
                </a:lnTo>
                <a:lnTo>
                  <a:pt x="21" y="422"/>
                </a:lnTo>
                <a:lnTo>
                  <a:pt x="22" y="421"/>
                </a:lnTo>
                <a:lnTo>
                  <a:pt x="22" y="420"/>
                </a:lnTo>
                <a:lnTo>
                  <a:pt x="22" y="419"/>
                </a:lnTo>
                <a:lnTo>
                  <a:pt x="23" y="419"/>
                </a:lnTo>
                <a:lnTo>
                  <a:pt x="24" y="418"/>
                </a:lnTo>
                <a:lnTo>
                  <a:pt x="24" y="417"/>
                </a:lnTo>
                <a:lnTo>
                  <a:pt x="24" y="418"/>
                </a:lnTo>
                <a:lnTo>
                  <a:pt x="23" y="418"/>
                </a:lnTo>
                <a:lnTo>
                  <a:pt x="23" y="417"/>
                </a:lnTo>
                <a:lnTo>
                  <a:pt x="22" y="417"/>
                </a:lnTo>
                <a:lnTo>
                  <a:pt x="22" y="416"/>
                </a:lnTo>
                <a:lnTo>
                  <a:pt x="22" y="415"/>
                </a:lnTo>
                <a:lnTo>
                  <a:pt x="23" y="414"/>
                </a:lnTo>
                <a:lnTo>
                  <a:pt x="22" y="414"/>
                </a:lnTo>
                <a:lnTo>
                  <a:pt x="21" y="415"/>
                </a:lnTo>
                <a:lnTo>
                  <a:pt x="20" y="415"/>
                </a:lnTo>
                <a:lnTo>
                  <a:pt x="19" y="415"/>
                </a:lnTo>
                <a:lnTo>
                  <a:pt x="18" y="416"/>
                </a:lnTo>
                <a:lnTo>
                  <a:pt x="17" y="416"/>
                </a:lnTo>
                <a:lnTo>
                  <a:pt x="15" y="416"/>
                </a:lnTo>
                <a:lnTo>
                  <a:pt x="14" y="415"/>
                </a:lnTo>
                <a:lnTo>
                  <a:pt x="13" y="415"/>
                </a:lnTo>
                <a:lnTo>
                  <a:pt x="12" y="414"/>
                </a:lnTo>
                <a:lnTo>
                  <a:pt x="11" y="414"/>
                </a:lnTo>
                <a:lnTo>
                  <a:pt x="12" y="414"/>
                </a:lnTo>
                <a:lnTo>
                  <a:pt x="12" y="413"/>
                </a:lnTo>
                <a:lnTo>
                  <a:pt x="12" y="412"/>
                </a:lnTo>
                <a:lnTo>
                  <a:pt x="12" y="411"/>
                </a:lnTo>
                <a:lnTo>
                  <a:pt x="12" y="410"/>
                </a:lnTo>
                <a:lnTo>
                  <a:pt x="11" y="410"/>
                </a:lnTo>
                <a:lnTo>
                  <a:pt x="11" y="409"/>
                </a:lnTo>
                <a:lnTo>
                  <a:pt x="11" y="408"/>
                </a:lnTo>
                <a:lnTo>
                  <a:pt x="12" y="408"/>
                </a:lnTo>
                <a:lnTo>
                  <a:pt x="11" y="408"/>
                </a:lnTo>
                <a:lnTo>
                  <a:pt x="10" y="407"/>
                </a:lnTo>
                <a:lnTo>
                  <a:pt x="9" y="406"/>
                </a:lnTo>
                <a:lnTo>
                  <a:pt x="9" y="405"/>
                </a:lnTo>
                <a:lnTo>
                  <a:pt x="9" y="404"/>
                </a:lnTo>
                <a:lnTo>
                  <a:pt x="10" y="404"/>
                </a:lnTo>
                <a:lnTo>
                  <a:pt x="10" y="403"/>
                </a:lnTo>
                <a:lnTo>
                  <a:pt x="10" y="404"/>
                </a:lnTo>
                <a:lnTo>
                  <a:pt x="9" y="404"/>
                </a:lnTo>
                <a:lnTo>
                  <a:pt x="8" y="404"/>
                </a:lnTo>
                <a:lnTo>
                  <a:pt x="8" y="403"/>
                </a:lnTo>
                <a:lnTo>
                  <a:pt x="8" y="402"/>
                </a:lnTo>
                <a:lnTo>
                  <a:pt x="7" y="401"/>
                </a:lnTo>
                <a:lnTo>
                  <a:pt x="7" y="400"/>
                </a:lnTo>
                <a:lnTo>
                  <a:pt x="7" y="399"/>
                </a:lnTo>
                <a:lnTo>
                  <a:pt x="7" y="398"/>
                </a:lnTo>
                <a:lnTo>
                  <a:pt x="8" y="398"/>
                </a:lnTo>
                <a:lnTo>
                  <a:pt x="8" y="397"/>
                </a:lnTo>
                <a:lnTo>
                  <a:pt x="8" y="396"/>
                </a:lnTo>
                <a:lnTo>
                  <a:pt x="8" y="395"/>
                </a:lnTo>
                <a:lnTo>
                  <a:pt x="9" y="394"/>
                </a:lnTo>
                <a:lnTo>
                  <a:pt x="9" y="393"/>
                </a:lnTo>
                <a:lnTo>
                  <a:pt x="10" y="393"/>
                </a:lnTo>
                <a:lnTo>
                  <a:pt x="10" y="394"/>
                </a:lnTo>
                <a:lnTo>
                  <a:pt x="10" y="396"/>
                </a:lnTo>
                <a:lnTo>
                  <a:pt x="11" y="397"/>
                </a:lnTo>
                <a:lnTo>
                  <a:pt x="12" y="398"/>
                </a:lnTo>
                <a:lnTo>
                  <a:pt x="12" y="397"/>
                </a:lnTo>
                <a:lnTo>
                  <a:pt x="12" y="396"/>
                </a:lnTo>
                <a:lnTo>
                  <a:pt x="13" y="396"/>
                </a:lnTo>
                <a:lnTo>
                  <a:pt x="14" y="396"/>
                </a:lnTo>
                <a:lnTo>
                  <a:pt x="15" y="397"/>
                </a:lnTo>
                <a:lnTo>
                  <a:pt x="16" y="396"/>
                </a:lnTo>
                <a:lnTo>
                  <a:pt x="17" y="395"/>
                </a:lnTo>
                <a:lnTo>
                  <a:pt x="18" y="395"/>
                </a:lnTo>
                <a:lnTo>
                  <a:pt x="19" y="395"/>
                </a:lnTo>
                <a:lnTo>
                  <a:pt x="21" y="395"/>
                </a:lnTo>
                <a:lnTo>
                  <a:pt x="22" y="394"/>
                </a:lnTo>
                <a:lnTo>
                  <a:pt x="22" y="393"/>
                </a:lnTo>
                <a:lnTo>
                  <a:pt x="22" y="392"/>
                </a:lnTo>
                <a:lnTo>
                  <a:pt x="21" y="392"/>
                </a:lnTo>
                <a:lnTo>
                  <a:pt x="21" y="391"/>
                </a:lnTo>
                <a:lnTo>
                  <a:pt x="22" y="390"/>
                </a:lnTo>
                <a:lnTo>
                  <a:pt x="23" y="390"/>
                </a:lnTo>
                <a:lnTo>
                  <a:pt x="23" y="389"/>
                </a:lnTo>
                <a:lnTo>
                  <a:pt x="23" y="388"/>
                </a:lnTo>
                <a:lnTo>
                  <a:pt x="23" y="387"/>
                </a:lnTo>
                <a:lnTo>
                  <a:pt x="24" y="387"/>
                </a:lnTo>
                <a:lnTo>
                  <a:pt x="24" y="386"/>
                </a:lnTo>
                <a:lnTo>
                  <a:pt x="25" y="386"/>
                </a:lnTo>
                <a:lnTo>
                  <a:pt x="24" y="386"/>
                </a:lnTo>
                <a:lnTo>
                  <a:pt x="24" y="385"/>
                </a:lnTo>
                <a:lnTo>
                  <a:pt x="24" y="384"/>
                </a:lnTo>
                <a:lnTo>
                  <a:pt x="24" y="383"/>
                </a:lnTo>
                <a:lnTo>
                  <a:pt x="24" y="382"/>
                </a:lnTo>
                <a:lnTo>
                  <a:pt x="24" y="381"/>
                </a:lnTo>
                <a:lnTo>
                  <a:pt x="24" y="379"/>
                </a:lnTo>
                <a:lnTo>
                  <a:pt x="24" y="378"/>
                </a:lnTo>
                <a:lnTo>
                  <a:pt x="25" y="378"/>
                </a:lnTo>
                <a:lnTo>
                  <a:pt x="25" y="377"/>
                </a:lnTo>
                <a:lnTo>
                  <a:pt x="25" y="376"/>
                </a:lnTo>
                <a:lnTo>
                  <a:pt x="25" y="375"/>
                </a:lnTo>
                <a:lnTo>
                  <a:pt x="26" y="375"/>
                </a:lnTo>
                <a:lnTo>
                  <a:pt x="27" y="374"/>
                </a:lnTo>
                <a:lnTo>
                  <a:pt x="27" y="373"/>
                </a:lnTo>
                <a:lnTo>
                  <a:pt x="28" y="373"/>
                </a:lnTo>
                <a:lnTo>
                  <a:pt x="29" y="372"/>
                </a:lnTo>
                <a:lnTo>
                  <a:pt x="28" y="372"/>
                </a:lnTo>
                <a:lnTo>
                  <a:pt x="29" y="372"/>
                </a:lnTo>
                <a:lnTo>
                  <a:pt x="30" y="372"/>
                </a:lnTo>
                <a:lnTo>
                  <a:pt x="31" y="372"/>
                </a:lnTo>
                <a:lnTo>
                  <a:pt x="32" y="373"/>
                </a:lnTo>
                <a:lnTo>
                  <a:pt x="33" y="373"/>
                </a:lnTo>
                <a:lnTo>
                  <a:pt x="34" y="374"/>
                </a:lnTo>
                <a:lnTo>
                  <a:pt x="35" y="374"/>
                </a:lnTo>
                <a:lnTo>
                  <a:pt x="36" y="374"/>
                </a:lnTo>
                <a:lnTo>
                  <a:pt x="37" y="373"/>
                </a:lnTo>
                <a:lnTo>
                  <a:pt x="38" y="373"/>
                </a:lnTo>
                <a:lnTo>
                  <a:pt x="38" y="372"/>
                </a:lnTo>
                <a:lnTo>
                  <a:pt x="38" y="371"/>
                </a:lnTo>
                <a:lnTo>
                  <a:pt x="39" y="372"/>
                </a:lnTo>
                <a:lnTo>
                  <a:pt x="39" y="373"/>
                </a:lnTo>
                <a:lnTo>
                  <a:pt x="39" y="372"/>
                </a:lnTo>
                <a:lnTo>
                  <a:pt x="39" y="371"/>
                </a:lnTo>
                <a:lnTo>
                  <a:pt x="41" y="370"/>
                </a:lnTo>
                <a:lnTo>
                  <a:pt x="41" y="369"/>
                </a:lnTo>
                <a:lnTo>
                  <a:pt x="42" y="370"/>
                </a:lnTo>
                <a:lnTo>
                  <a:pt x="42" y="371"/>
                </a:lnTo>
                <a:lnTo>
                  <a:pt x="43" y="371"/>
                </a:lnTo>
                <a:lnTo>
                  <a:pt x="43" y="370"/>
                </a:lnTo>
                <a:lnTo>
                  <a:pt x="45" y="370"/>
                </a:lnTo>
                <a:lnTo>
                  <a:pt x="46" y="370"/>
                </a:lnTo>
                <a:lnTo>
                  <a:pt x="47" y="370"/>
                </a:lnTo>
                <a:lnTo>
                  <a:pt x="48" y="370"/>
                </a:lnTo>
                <a:lnTo>
                  <a:pt x="49" y="370"/>
                </a:lnTo>
                <a:lnTo>
                  <a:pt x="49" y="371"/>
                </a:lnTo>
                <a:lnTo>
                  <a:pt x="50" y="372"/>
                </a:lnTo>
                <a:lnTo>
                  <a:pt x="51" y="372"/>
                </a:lnTo>
                <a:lnTo>
                  <a:pt x="53" y="372"/>
                </a:lnTo>
                <a:lnTo>
                  <a:pt x="53" y="371"/>
                </a:lnTo>
                <a:lnTo>
                  <a:pt x="54" y="370"/>
                </a:lnTo>
                <a:lnTo>
                  <a:pt x="55" y="370"/>
                </a:lnTo>
                <a:lnTo>
                  <a:pt x="55" y="371"/>
                </a:lnTo>
                <a:lnTo>
                  <a:pt x="55" y="370"/>
                </a:lnTo>
                <a:lnTo>
                  <a:pt x="56" y="369"/>
                </a:lnTo>
                <a:lnTo>
                  <a:pt x="56" y="368"/>
                </a:lnTo>
                <a:lnTo>
                  <a:pt x="57" y="368"/>
                </a:lnTo>
                <a:lnTo>
                  <a:pt x="57" y="369"/>
                </a:lnTo>
                <a:lnTo>
                  <a:pt x="58" y="369"/>
                </a:lnTo>
                <a:lnTo>
                  <a:pt x="58" y="370"/>
                </a:lnTo>
                <a:lnTo>
                  <a:pt x="59" y="370"/>
                </a:lnTo>
                <a:lnTo>
                  <a:pt x="60" y="371"/>
                </a:lnTo>
                <a:lnTo>
                  <a:pt x="61" y="371"/>
                </a:lnTo>
                <a:lnTo>
                  <a:pt x="62" y="371"/>
                </a:lnTo>
                <a:lnTo>
                  <a:pt x="63" y="371"/>
                </a:lnTo>
                <a:lnTo>
                  <a:pt x="65" y="371"/>
                </a:lnTo>
                <a:lnTo>
                  <a:pt x="65" y="370"/>
                </a:lnTo>
                <a:lnTo>
                  <a:pt x="65" y="369"/>
                </a:lnTo>
                <a:lnTo>
                  <a:pt x="66" y="369"/>
                </a:lnTo>
                <a:lnTo>
                  <a:pt x="65" y="368"/>
                </a:lnTo>
                <a:lnTo>
                  <a:pt x="65" y="367"/>
                </a:lnTo>
                <a:lnTo>
                  <a:pt x="64" y="367"/>
                </a:lnTo>
                <a:lnTo>
                  <a:pt x="63" y="366"/>
                </a:lnTo>
                <a:lnTo>
                  <a:pt x="64" y="366"/>
                </a:lnTo>
                <a:lnTo>
                  <a:pt x="64" y="365"/>
                </a:lnTo>
                <a:lnTo>
                  <a:pt x="65" y="365"/>
                </a:lnTo>
                <a:lnTo>
                  <a:pt x="65" y="364"/>
                </a:lnTo>
                <a:lnTo>
                  <a:pt x="64" y="364"/>
                </a:lnTo>
                <a:lnTo>
                  <a:pt x="64" y="363"/>
                </a:lnTo>
                <a:lnTo>
                  <a:pt x="63" y="363"/>
                </a:lnTo>
                <a:lnTo>
                  <a:pt x="62" y="362"/>
                </a:lnTo>
                <a:lnTo>
                  <a:pt x="62" y="361"/>
                </a:lnTo>
                <a:lnTo>
                  <a:pt x="62" y="359"/>
                </a:lnTo>
                <a:lnTo>
                  <a:pt x="62" y="358"/>
                </a:lnTo>
                <a:lnTo>
                  <a:pt x="62" y="357"/>
                </a:lnTo>
                <a:lnTo>
                  <a:pt x="61" y="356"/>
                </a:lnTo>
                <a:lnTo>
                  <a:pt x="61" y="355"/>
                </a:lnTo>
                <a:lnTo>
                  <a:pt x="62" y="355"/>
                </a:lnTo>
                <a:lnTo>
                  <a:pt x="62" y="353"/>
                </a:lnTo>
                <a:lnTo>
                  <a:pt x="62" y="352"/>
                </a:lnTo>
                <a:lnTo>
                  <a:pt x="62" y="351"/>
                </a:lnTo>
                <a:lnTo>
                  <a:pt x="61" y="350"/>
                </a:lnTo>
                <a:lnTo>
                  <a:pt x="62" y="349"/>
                </a:lnTo>
                <a:lnTo>
                  <a:pt x="62" y="350"/>
                </a:lnTo>
                <a:lnTo>
                  <a:pt x="63" y="350"/>
                </a:lnTo>
                <a:lnTo>
                  <a:pt x="63" y="349"/>
                </a:lnTo>
                <a:lnTo>
                  <a:pt x="63" y="347"/>
                </a:lnTo>
                <a:lnTo>
                  <a:pt x="62" y="346"/>
                </a:lnTo>
                <a:lnTo>
                  <a:pt x="61" y="346"/>
                </a:lnTo>
                <a:lnTo>
                  <a:pt x="60" y="345"/>
                </a:lnTo>
                <a:lnTo>
                  <a:pt x="59" y="344"/>
                </a:lnTo>
                <a:lnTo>
                  <a:pt x="59" y="343"/>
                </a:lnTo>
                <a:lnTo>
                  <a:pt x="60" y="342"/>
                </a:lnTo>
                <a:lnTo>
                  <a:pt x="60" y="341"/>
                </a:lnTo>
                <a:lnTo>
                  <a:pt x="61" y="339"/>
                </a:lnTo>
                <a:lnTo>
                  <a:pt x="62" y="340"/>
                </a:lnTo>
                <a:lnTo>
                  <a:pt x="62" y="341"/>
                </a:lnTo>
                <a:lnTo>
                  <a:pt x="64" y="342"/>
                </a:lnTo>
                <a:lnTo>
                  <a:pt x="64" y="343"/>
                </a:lnTo>
                <a:lnTo>
                  <a:pt x="65" y="342"/>
                </a:lnTo>
                <a:lnTo>
                  <a:pt x="65" y="341"/>
                </a:lnTo>
                <a:lnTo>
                  <a:pt x="66" y="340"/>
                </a:lnTo>
                <a:lnTo>
                  <a:pt x="67" y="340"/>
                </a:lnTo>
                <a:lnTo>
                  <a:pt x="67" y="339"/>
                </a:lnTo>
                <a:lnTo>
                  <a:pt x="67" y="338"/>
                </a:lnTo>
                <a:lnTo>
                  <a:pt x="68" y="338"/>
                </a:lnTo>
                <a:lnTo>
                  <a:pt x="69" y="338"/>
                </a:lnTo>
                <a:lnTo>
                  <a:pt x="71" y="340"/>
                </a:lnTo>
                <a:lnTo>
                  <a:pt x="71" y="341"/>
                </a:lnTo>
                <a:lnTo>
                  <a:pt x="72" y="341"/>
                </a:lnTo>
                <a:lnTo>
                  <a:pt x="72" y="342"/>
                </a:lnTo>
                <a:lnTo>
                  <a:pt x="73" y="343"/>
                </a:lnTo>
                <a:lnTo>
                  <a:pt x="73" y="344"/>
                </a:lnTo>
                <a:lnTo>
                  <a:pt x="74" y="345"/>
                </a:lnTo>
                <a:lnTo>
                  <a:pt x="75" y="345"/>
                </a:lnTo>
                <a:lnTo>
                  <a:pt x="76" y="345"/>
                </a:lnTo>
                <a:lnTo>
                  <a:pt x="77" y="344"/>
                </a:lnTo>
                <a:lnTo>
                  <a:pt x="78" y="344"/>
                </a:lnTo>
                <a:lnTo>
                  <a:pt x="77" y="343"/>
                </a:lnTo>
                <a:lnTo>
                  <a:pt x="77" y="342"/>
                </a:lnTo>
                <a:lnTo>
                  <a:pt x="78" y="342"/>
                </a:lnTo>
                <a:lnTo>
                  <a:pt x="79" y="341"/>
                </a:lnTo>
                <a:lnTo>
                  <a:pt x="79" y="340"/>
                </a:lnTo>
                <a:lnTo>
                  <a:pt x="80" y="339"/>
                </a:lnTo>
                <a:lnTo>
                  <a:pt x="82" y="340"/>
                </a:lnTo>
                <a:lnTo>
                  <a:pt x="83" y="340"/>
                </a:lnTo>
                <a:lnTo>
                  <a:pt x="84" y="341"/>
                </a:lnTo>
                <a:lnTo>
                  <a:pt x="84" y="342"/>
                </a:lnTo>
                <a:lnTo>
                  <a:pt x="84" y="343"/>
                </a:lnTo>
                <a:lnTo>
                  <a:pt x="84" y="344"/>
                </a:lnTo>
                <a:lnTo>
                  <a:pt x="85" y="344"/>
                </a:lnTo>
                <a:lnTo>
                  <a:pt x="85" y="343"/>
                </a:lnTo>
                <a:lnTo>
                  <a:pt x="86" y="344"/>
                </a:lnTo>
                <a:lnTo>
                  <a:pt x="87" y="344"/>
                </a:lnTo>
                <a:lnTo>
                  <a:pt x="88" y="344"/>
                </a:lnTo>
                <a:lnTo>
                  <a:pt x="89" y="342"/>
                </a:lnTo>
                <a:lnTo>
                  <a:pt x="91" y="342"/>
                </a:lnTo>
                <a:lnTo>
                  <a:pt x="91" y="340"/>
                </a:lnTo>
                <a:lnTo>
                  <a:pt x="90" y="339"/>
                </a:lnTo>
                <a:lnTo>
                  <a:pt x="89" y="339"/>
                </a:lnTo>
                <a:lnTo>
                  <a:pt x="89" y="338"/>
                </a:lnTo>
                <a:lnTo>
                  <a:pt x="88" y="338"/>
                </a:lnTo>
                <a:lnTo>
                  <a:pt x="88" y="336"/>
                </a:lnTo>
                <a:lnTo>
                  <a:pt x="89" y="335"/>
                </a:lnTo>
                <a:lnTo>
                  <a:pt x="90" y="334"/>
                </a:lnTo>
                <a:lnTo>
                  <a:pt x="90" y="335"/>
                </a:lnTo>
                <a:lnTo>
                  <a:pt x="90" y="334"/>
                </a:lnTo>
                <a:lnTo>
                  <a:pt x="92" y="334"/>
                </a:lnTo>
                <a:lnTo>
                  <a:pt x="92" y="333"/>
                </a:lnTo>
                <a:lnTo>
                  <a:pt x="92" y="332"/>
                </a:lnTo>
                <a:lnTo>
                  <a:pt x="93" y="331"/>
                </a:lnTo>
                <a:lnTo>
                  <a:pt x="93" y="332"/>
                </a:lnTo>
                <a:lnTo>
                  <a:pt x="94" y="332"/>
                </a:lnTo>
                <a:lnTo>
                  <a:pt x="94" y="331"/>
                </a:lnTo>
                <a:lnTo>
                  <a:pt x="94" y="330"/>
                </a:lnTo>
                <a:lnTo>
                  <a:pt x="95" y="330"/>
                </a:lnTo>
                <a:lnTo>
                  <a:pt x="95" y="329"/>
                </a:lnTo>
                <a:lnTo>
                  <a:pt x="96" y="330"/>
                </a:lnTo>
                <a:lnTo>
                  <a:pt x="96" y="331"/>
                </a:lnTo>
                <a:lnTo>
                  <a:pt x="98" y="331"/>
                </a:lnTo>
                <a:lnTo>
                  <a:pt x="100" y="331"/>
                </a:lnTo>
                <a:lnTo>
                  <a:pt x="101" y="330"/>
                </a:lnTo>
                <a:lnTo>
                  <a:pt x="101" y="329"/>
                </a:lnTo>
                <a:lnTo>
                  <a:pt x="100" y="329"/>
                </a:lnTo>
                <a:lnTo>
                  <a:pt x="99" y="329"/>
                </a:lnTo>
                <a:lnTo>
                  <a:pt x="99" y="328"/>
                </a:lnTo>
                <a:lnTo>
                  <a:pt x="99" y="327"/>
                </a:lnTo>
                <a:lnTo>
                  <a:pt x="98" y="327"/>
                </a:lnTo>
                <a:lnTo>
                  <a:pt x="98" y="326"/>
                </a:lnTo>
                <a:lnTo>
                  <a:pt x="97" y="326"/>
                </a:lnTo>
                <a:lnTo>
                  <a:pt x="97" y="325"/>
                </a:lnTo>
                <a:lnTo>
                  <a:pt x="97" y="324"/>
                </a:lnTo>
                <a:lnTo>
                  <a:pt x="97" y="323"/>
                </a:lnTo>
                <a:lnTo>
                  <a:pt x="96" y="323"/>
                </a:lnTo>
                <a:lnTo>
                  <a:pt x="95" y="322"/>
                </a:lnTo>
                <a:lnTo>
                  <a:pt x="95" y="323"/>
                </a:lnTo>
                <a:lnTo>
                  <a:pt x="94" y="322"/>
                </a:lnTo>
                <a:lnTo>
                  <a:pt x="94" y="321"/>
                </a:lnTo>
                <a:lnTo>
                  <a:pt x="94" y="320"/>
                </a:lnTo>
                <a:lnTo>
                  <a:pt x="94" y="319"/>
                </a:lnTo>
                <a:lnTo>
                  <a:pt x="93" y="318"/>
                </a:lnTo>
                <a:lnTo>
                  <a:pt x="94" y="317"/>
                </a:lnTo>
                <a:lnTo>
                  <a:pt x="94" y="315"/>
                </a:lnTo>
                <a:lnTo>
                  <a:pt x="94" y="314"/>
                </a:lnTo>
                <a:lnTo>
                  <a:pt x="93" y="314"/>
                </a:lnTo>
                <a:lnTo>
                  <a:pt x="92" y="314"/>
                </a:lnTo>
                <a:lnTo>
                  <a:pt x="92" y="313"/>
                </a:lnTo>
                <a:lnTo>
                  <a:pt x="92" y="312"/>
                </a:lnTo>
                <a:lnTo>
                  <a:pt x="91" y="311"/>
                </a:lnTo>
                <a:lnTo>
                  <a:pt x="92" y="310"/>
                </a:lnTo>
                <a:lnTo>
                  <a:pt x="93" y="311"/>
                </a:lnTo>
                <a:lnTo>
                  <a:pt x="94" y="312"/>
                </a:lnTo>
                <a:lnTo>
                  <a:pt x="95" y="312"/>
                </a:lnTo>
                <a:lnTo>
                  <a:pt x="96" y="312"/>
                </a:lnTo>
                <a:lnTo>
                  <a:pt x="97" y="312"/>
                </a:lnTo>
                <a:lnTo>
                  <a:pt x="97" y="311"/>
                </a:lnTo>
                <a:lnTo>
                  <a:pt x="96" y="310"/>
                </a:lnTo>
                <a:lnTo>
                  <a:pt x="96" y="309"/>
                </a:lnTo>
                <a:lnTo>
                  <a:pt x="96" y="308"/>
                </a:lnTo>
                <a:lnTo>
                  <a:pt x="97" y="307"/>
                </a:lnTo>
                <a:lnTo>
                  <a:pt x="97" y="306"/>
                </a:lnTo>
                <a:lnTo>
                  <a:pt x="98" y="306"/>
                </a:lnTo>
                <a:lnTo>
                  <a:pt x="98" y="307"/>
                </a:lnTo>
                <a:lnTo>
                  <a:pt x="99" y="306"/>
                </a:lnTo>
                <a:lnTo>
                  <a:pt x="98" y="305"/>
                </a:lnTo>
                <a:lnTo>
                  <a:pt x="98" y="304"/>
                </a:lnTo>
                <a:lnTo>
                  <a:pt x="98" y="303"/>
                </a:lnTo>
                <a:lnTo>
                  <a:pt x="97" y="303"/>
                </a:lnTo>
                <a:lnTo>
                  <a:pt x="97" y="302"/>
                </a:lnTo>
                <a:lnTo>
                  <a:pt x="98" y="302"/>
                </a:lnTo>
                <a:lnTo>
                  <a:pt x="99" y="302"/>
                </a:lnTo>
                <a:lnTo>
                  <a:pt x="99" y="301"/>
                </a:lnTo>
                <a:lnTo>
                  <a:pt x="98" y="301"/>
                </a:lnTo>
                <a:lnTo>
                  <a:pt x="98" y="300"/>
                </a:lnTo>
                <a:lnTo>
                  <a:pt x="99" y="299"/>
                </a:lnTo>
                <a:lnTo>
                  <a:pt x="100" y="299"/>
                </a:lnTo>
                <a:lnTo>
                  <a:pt x="101" y="301"/>
                </a:lnTo>
                <a:lnTo>
                  <a:pt x="101" y="302"/>
                </a:lnTo>
                <a:lnTo>
                  <a:pt x="102" y="302"/>
                </a:lnTo>
                <a:lnTo>
                  <a:pt x="103" y="302"/>
                </a:lnTo>
                <a:lnTo>
                  <a:pt x="103" y="301"/>
                </a:lnTo>
                <a:lnTo>
                  <a:pt x="102" y="301"/>
                </a:lnTo>
                <a:lnTo>
                  <a:pt x="103" y="301"/>
                </a:lnTo>
                <a:lnTo>
                  <a:pt x="103" y="300"/>
                </a:lnTo>
                <a:lnTo>
                  <a:pt x="104" y="300"/>
                </a:lnTo>
                <a:lnTo>
                  <a:pt x="105" y="299"/>
                </a:lnTo>
                <a:lnTo>
                  <a:pt x="106" y="299"/>
                </a:lnTo>
                <a:lnTo>
                  <a:pt x="106" y="300"/>
                </a:lnTo>
                <a:lnTo>
                  <a:pt x="107" y="300"/>
                </a:lnTo>
                <a:lnTo>
                  <a:pt x="107" y="299"/>
                </a:lnTo>
                <a:lnTo>
                  <a:pt x="108" y="299"/>
                </a:lnTo>
                <a:lnTo>
                  <a:pt x="108" y="300"/>
                </a:lnTo>
                <a:lnTo>
                  <a:pt x="109" y="300"/>
                </a:lnTo>
                <a:lnTo>
                  <a:pt x="110" y="299"/>
                </a:lnTo>
                <a:lnTo>
                  <a:pt x="111" y="298"/>
                </a:lnTo>
                <a:lnTo>
                  <a:pt x="111" y="297"/>
                </a:lnTo>
                <a:lnTo>
                  <a:pt x="110" y="297"/>
                </a:lnTo>
                <a:lnTo>
                  <a:pt x="111" y="297"/>
                </a:lnTo>
                <a:lnTo>
                  <a:pt x="112" y="297"/>
                </a:lnTo>
                <a:lnTo>
                  <a:pt x="113" y="297"/>
                </a:lnTo>
                <a:lnTo>
                  <a:pt x="115" y="297"/>
                </a:lnTo>
                <a:lnTo>
                  <a:pt x="116" y="297"/>
                </a:lnTo>
                <a:lnTo>
                  <a:pt x="116" y="296"/>
                </a:lnTo>
                <a:lnTo>
                  <a:pt x="116" y="295"/>
                </a:lnTo>
                <a:lnTo>
                  <a:pt x="116" y="294"/>
                </a:lnTo>
                <a:lnTo>
                  <a:pt x="117" y="294"/>
                </a:lnTo>
                <a:lnTo>
                  <a:pt x="118" y="294"/>
                </a:lnTo>
                <a:lnTo>
                  <a:pt x="119" y="294"/>
                </a:lnTo>
                <a:lnTo>
                  <a:pt x="119" y="295"/>
                </a:lnTo>
                <a:lnTo>
                  <a:pt x="120" y="295"/>
                </a:lnTo>
                <a:lnTo>
                  <a:pt x="120" y="294"/>
                </a:lnTo>
                <a:lnTo>
                  <a:pt x="121" y="294"/>
                </a:lnTo>
                <a:lnTo>
                  <a:pt x="121" y="293"/>
                </a:lnTo>
                <a:lnTo>
                  <a:pt x="122" y="293"/>
                </a:lnTo>
                <a:lnTo>
                  <a:pt x="123" y="293"/>
                </a:lnTo>
                <a:lnTo>
                  <a:pt x="125" y="293"/>
                </a:lnTo>
                <a:lnTo>
                  <a:pt x="125" y="292"/>
                </a:lnTo>
                <a:lnTo>
                  <a:pt x="125" y="291"/>
                </a:lnTo>
                <a:lnTo>
                  <a:pt x="126" y="291"/>
                </a:lnTo>
                <a:lnTo>
                  <a:pt x="127" y="291"/>
                </a:lnTo>
                <a:lnTo>
                  <a:pt x="127" y="290"/>
                </a:lnTo>
                <a:lnTo>
                  <a:pt x="128" y="289"/>
                </a:lnTo>
                <a:lnTo>
                  <a:pt x="128" y="288"/>
                </a:lnTo>
                <a:lnTo>
                  <a:pt x="127" y="288"/>
                </a:lnTo>
                <a:lnTo>
                  <a:pt x="127" y="287"/>
                </a:lnTo>
                <a:lnTo>
                  <a:pt x="126" y="286"/>
                </a:lnTo>
                <a:lnTo>
                  <a:pt x="125" y="286"/>
                </a:lnTo>
                <a:lnTo>
                  <a:pt x="125" y="285"/>
                </a:lnTo>
                <a:lnTo>
                  <a:pt x="127" y="285"/>
                </a:lnTo>
                <a:lnTo>
                  <a:pt x="128" y="285"/>
                </a:lnTo>
                <a:lnTo>
                  <a:pt x="128" y="284"/>
                </a:lnTo>
                <a:lnTo>
                  <a:pt x="129" y="284"/>
                </a:lnTo>
                <a:lnTo>
                  <a:pt x="130" y="284"/>
                </a:lnTo>
                <a:lnTo>
                  <a:pt x="130" y="283"/>
                </a:lnTo>
                <a:lnTo>
                  <a:pt x="131" y="284"/>
                </a:lnTo>
                <a:lnTo>
                  <a:pt x="132" y="284"/>
                </a:lnTo>
                <a:lnTo>
                  <a:pt x="133" y="284"/>
                </a:lnTo>
                <a:lnTo>
                  <a:pt x="133" y="283"/>
                </a:lnTo>
                <a:lnTo>
                  <a:pt x="134" y="284"/>
                </a:lnTo>
                <a:lnTo>
                  <a:pt x="135" y="284"/>
                </a:lnTo>
                <a:lnTo>
                  <a:pt x="136" y="284"/>
                </a:lnTo>
                <a:lnTo>
                  <a:pt x="137" y="284"/>
                </a:lnTo>
                <a:lnTo>
                  <a:pt x="138" y="284"/>
                </a:lnTo>
                <a:lnTo>
                  <a:pt x="138" y="283"/>
                </a:lnTo>
                <a:lnTo>
                  <a:pt x="140" y="283"/>
                </a:lnTo>
                <a:lnTo>
                  <a:pt x="140" y="282"/>
                </a:lnTo>
                <a:lnTo>
                  <a:pt x="141" y="282"/>
                </a:lnTo>
                <a:lnTo>
                  <a:pt x="141" y="281"/>
                </a:lnTo>
                <a:lnTo>
                  <a:pt x="141" y="280"/>
                </a:lnTo>
                <a:lnTo>
                  <a:pt x="142" y="280"/>
                </a:lnTo>
                <a:lnTo>
                  <a:pt x="142" y="279"/>
                </a:lnTo>
                <a:lnTo>
                  <a:pt x="143" y="279"/>
                </a:lnTo>
                <a:lnTo>
                  <a:pt x="143" y="278"/>
                </a:lnTo>
                <a:lnTo>
                  <a:pt x="144" y="278"/>
                </a:lnTo>
                <a:lnTo>
                  <a:pt x="144" y="279"/>
                </a:lnTo>
                <a:lnTo>
                  <a:pt x="144" y="278"/>
                </a:lnTo>
                <a:lnTo>
                  <a:pt x="145" y="278"/>
                </a:lnTo>
                <a:lnTo>
                  <a:pt x="145" y="277"/>
                </a:lnTo>
                <a:lnTo>
                  <a:pt x="146" y="277"/>
                </a:lnTo>
                <a:lnTo>
                  <a:pt x="146" y="276"/>
                </a:lnTo>
                <a:lnTo>
                  <a:pt x="146" y="275"/>
                </a:lnTo>
                <a:lnTo>
                  <a:pt x="147" y="275"/>
                </a:lnTo>
                <a:lnTo>
                  <a:pt x="147" y="274"/>
                </a:lnTo>
                <a:lnTo>
                  <a:pt x="147" y="273"/>
                </a:lnTo>
                <a:lnTo>
                  <a:pt x="148" y="272"/>
                </a:lnTo>
                <a:lnTo>
                  <a:pt x="149" y="272"/>
                </a:lnTo>
                <a:lnTo>
                  <a:pt x="149" y="271"/>
                </a:lnTo>
                <a:lnTo>
                  <a:pt x="150" y="271"/>
                </a:lnTo>
                <a:lnTo>
                  <a:pt x="151" y="270"/>
                </a:lnTo>
                <a:lnTo>
                  <a:pt x="152" y="269"/>
                </a:lnTo>
                <a:lnTo>
                  <a:pt x="151" y="269"/>
                </a:lnTo>
                <a:lnTo>
                  <a:pt x="152" y="268"/>
                </a:lnTo>
                <a:lnTo>
                  <a:pt x="152" y="267"/>
                </a:lnTo>
                <a:lnTo>
                  <a:pt x="153" y="266"/>
                </a:lnTo>
                <a:lnTo>
                  <a:pt x="154" y="265"/>
                </a:lnTo>
                <a:lnTo>
                  <a:pt x="154" y="264"/>
                </a:lnTo>
                <a:lnTo>
                  <a:pt x="153" y="263"/>
                </a:lnTo>
                <a:lnTo>
                  <a:pt x="153" y="262"/>
                </a:lnTo>
                <a:lnTo>
                  <a:pt x="153" y="260"/>
                </a:lnTo>
                <a:lnTo>
                  <a:pt x="154" y="260"/>
                </a:lnTo>
                <a:lnTo>
                  <a:pt x="155" y="259"/>
                </a:lnTo>
                <a:lnTo>
                  <a:pt x="156" y="258"/>
                </a:lnTo>
                <a:lnTo>
                  <a:pt x="155" y="258"/>
                </a:lnTo>
                <a:lnTo>
                  <a:pt x="155" y="257"/>
                </a:lnTo>
                <a:lnTo>
                  <a:pt x="156" y="256"/>
                </a:lnTo>
                <a:lnTo>
                  <a:pt x="157" y="255"/>
                </a:lnTo>
                <a:lnTo>
                  <a:pt x="158" y="254"/>
                </a:lnTo>
                <a:lnTo>
                  <a:pt x="159" y="254"/>
                </a:lnTo>
                <a:lnTo>
                  <a:pt x="159" y="252"/>
                </a:lnTo>
                <a:lnTo>
                  <a:pt x="158" y="252"/>
                </a:lnTo>
                <a:lnTo>
                  <a:pt x="158" y="251"/>
                </a:lnTo>
                <a:lnTo>
                  <a:pt x="159" y="250"/>
                </a:lnTo>
                <a:lnTo>
                  <a:pt x="158" y="250"/>
                </a:lnTo>
                <a:lnTo>
                  <a:pt x="158" y="251"/>
                </a:lnTo>
                <a:lnTo>
                  <a:pt x="158" y="250"/>
                </a:lnTo>
                <a:lnTo>
                  <a:pt x="157" y="250"/>
                </a:lnTo>
                <a:lnTo>
                  <a:pt x="156" y="250"/>
                </a:lnTo>
                <a:lnTo>
                  <a:pt x="155" y="250"/>
                </a:lnTo>
                <a:lnTo>
                  <a:pt x="154" y="249"/>
                </a:lnTo>
                <a:lnTo>
                  <a:pt x="153" y="248"/>
                </a:lnTo>
                <a:lnTo>
                  <a:pt x="153" y="247"/>
                </a:lnTo>
                <a:lnTo>
                  <a:pt x="153" y="246"/>
                </a:lnTo>
                <a:lnTo>
                  <a:pt x="154" y="246"/>
                </a:lnTo>
                <a:lnTo>
                  <a:pt x="154" y="245"/>
                </a:lnTo>
                <a:lnTo>
                  <a:pt x="154" y="244"/>
                </a:lnTo>
                <a:lnTo>
                  <a:pt x="154" y="243"/>
                </a:lnTo>
                <a:lnTo>
                  <a:pt x="153" y="243"/>
                </a:lnTo>
                <a:lnTo>
                  <a:pt x="153" y="242"/>
                </a:lnTo>
                <a:lnTo>
                  <a:pt x="154" y="242"/>
                </a:lnTo>
                <a:lnTo>
                  <a:pt x="155" y="242"/>
                </a:lnTo>
                <a:lnTo>
                  <a:pt x="155" y="241"/>
                </a:lnTo>
                <a:lnTo>
                  <a:pt x="156" y="241"/>
                </a:lnTo>
                <a:lnTo>
                  <a:pt x="156" y="240"/>
                </a:lnTo>
                <a:lnTo>
                  <a:pt x="155" y="240"/>
                </a:lnTo>
                <a:lnTo>
                  <a:pt x="154" y="240"/>
                </a:lnTo>
                <a:lnTo>
                  <a:pt x="154" y="239"/>
                </a:lnTo>
                <a:lnTo>
                  <a:pt x="154" y="237"/>
                </a:lnTo>
                <a:lnTo>
                  <a:pt x="155" y="236"/>
                </a:lnTo>
                <a:lnTo>
                  <a:pt x="155" y="235"/>
                </a:lnTo>
                <a:lnTo>
                  <a:pt x="154" y="235"/>
                </a:lnTo>
                <a:lnTo>
                  <a:pt x="154" y="234"/>
                </a:lnTo>
                <a:lnTo>
                  <a:pt x="153" y="234"/>
                </a:lnTo>
                <a:lnTo>
                  <a:pt x="153" y="233"/>
                </a:lnTo>
                <a:lnTo>
                  <a:pt x="153" y="232"/>
                </a:lnTo>
                <a:lnTo>
                  <a:pt x="153" y="231"/>
                </a:lnTo>
                <a:lnTo>
                  <a:pt x="153" y="230"/>
                </a:lnTo>
                <a:lnTo>
                  <a:pt x="152" y="230"/>
                </a:lnTo>
                <a:lnTo>
                  <a:pt x="151" y="230"/>
                </a:lnTo>
                <a:lnTo>
                  <a:pt x="151" y="229"/>
                </a:lnTo>
                <a:lnTo>
                  <a:pt x="152" y="229"/>
                </a:lnTo>
                <a:lnTo>
                  <a:pt x="152" y="228"/>
                </a:lnTo>
                <a:lnTo>
                  <a:pt x="152" y="227"/>
                </a:lnTo>
                <a:lnTo>
                  <a:pt x="153" y="227"/>
                </a:lnTo>
                <a:lnTo>
                  <a:pt x="153" y="226"/>
                </a:lnTo>
                <a:lnTo>
                  <a:pt x="154" y="226"/>
                </a:lnTo>
                <a:lnTo>
                  <a:pt x="154" y="225"/>
                </a:lnTo>
                <a:lnTo>
                  <a:pt x="153" y="225"/>
                </a:lnTo>
                <a:lnTo>
                  <a:pt x="153" y="224"/>
                </a:lnTo>
                <a:lnTo>
                  <a:pt x="152" y="224"/>
                </a:lnTo>
                <a:lnTo>
                  <a:pt x="153" y="222"/>
                </a:lnTo>
                <a:lnTo>
                  <a:pt x="153" y="221"/>
                </a:lnTo>
                <a:lnTo>
                  <a:pt x="154" y="220"/>
                </a:lnTo>
                <a:lnTo>
                  <a:pt x="154" y="219"/>
                </a:lnTo>
                <a:lnTo>
                  <a:pt x="155" y="219"/>
                </a:lnTo>
                <a:lnTo>
                  <a:pt x="155" y="218"/>
                </a:lnTo>
                <a:lnTo>
                  <a:pt x="155" y="217"/>
                </a:lnTo>
                <a:lnTo>
                  <a:pt x="154" y="216"/>
                </a:lnTo>
                <a:lnTo>
                  <a:pt x="154" y="215"/>
                </a:lnTo>
                <a:lnTo>
                  <a:pt x="155" y="215"/>
                </a:lnTo>
                <a:lnTo>
                  <a:pt x="155" y="214"/>
                </a:lnTo>
                <a:lnTo>
                  <a:pt x="155" y="213"/>
                </a:lnTo>
                <a:lnTo>
                  <a:pt x="155" y="212"/>
                </a:lnTo>
                <a:lnTo>
                  <a:pt x="155" y="211"/>
                </a:lnTo>
                <a:lnTo>
                  <a:pt x="156" y="211"/>
                </a:lnTo>
                <a:lnTo>
                  <a:pt x="156" y="210"/>
                </a:lnTo>
                <a:lnTo>
                  <a:pt x="156" y="209"/>
                </a:lnTo>
                <a:lnTo>
                  <a:pt x="158" y="209"/>
                </a:lnTo>
                <a:lnTo>
                  <a:pt x="158" y="210"/>
                </a:lnTo>
                <a:lnTo>
                  <a:pt x="159" y="209"/>
                </a:lnTo>
                <a:lnTo>
                  <a:pt x="159" y="208"/>
                </a:lnTo>
                <a:lnTo>
                  <a:pt x="160" y="207"/>
                </a:lnTo>
                <a:lnTo>
                  <a:pt x="161" y="206"/>
                </a:lnTo>
                <a:lnTo>
                  <a:pt x="161" y="205"/>
                </a:lnTo>
                <a:lnTo>
                  <a:pt x="162" y="204"/>
                </a:lnTo>
                <a:lnTo>
                  <a:pt x="162" y="203"/>
                </a:lnTo>
                <a:lnTo>
                  <a:pt x="163" y="203"/>
                </a:lnTo>
                <a:lnTo>
                  <a:pt x="163" y="202"/>
                </a:lnTo>
                <a:lnTo>
                  <a:pt x="163" y="200"/>
                </a:lnTo>
                <a:lnTo>
                  <a:pt x="164" y="200"/>
                </a:lnTo>
                <a:lnTo>
                  <a:pt x="164" y="199"/>
                </a:lnTo>
                <a:lnTo>
                  <a:pt x="164" y="197"/>
                </a:lnTo>
                <a:lnTo>
                  <a:pt x="164" y="196"/>
                </a:lnTo>
                <a:lnTo>
                  <a:pt x="164" y="195"/>
                </a:lnTo>
                <a:lnTo>
                  <a:pt x="164" y="193"/>
                </a:lnTo>
                <a:lnTo>
                  <a:pt x="165" y="193"/>
                </a:lnTo>
                <a:lnTo>
                  <a:pt x="166" y="193"/>
                </a:lnTo>
                <a:lnTo>
                  <a:pt x="168" y="193"/>
                </a:lnTo>
                <a:lnTo>
                  <a:pt x="169" y="192"/>
                </a:lnTo>
                <a:lnTo>
                  <a:pt x="170" y="192"/>
                </a:lnTo>
                <a:lnTo>
                  <a:pt x="171" y="192"/>
                </a:lnTo>
                <a:lnTo>
                  <a:pt x="172" y="192"/>
                </a:lnTo>
                <a:lnTo>
                  <a:pt x="172" y="191"/>
                </a:lnTo>
                <a:lnTo>
                  <a:pt x="173" y="191"/>
                </a:lnTo>
                <a:lnTo>
                  <a:pt x="174" y="192"/>
                </a:lnTo>
                <a:lnTo>
                  <a:pt x="175" y="192"/>
                </a:lnTo>
                <a:lnTo>
                  <a:pt x="175" y="191"/>
                </a:lnTo>
                <a:lnTo>
                  <a:pt x="175" y="190"/>
                </a:lnTo>
                <a:lnTo>
                  <a:pt x="176" y="189"/>
                </a:lnTo>
                <a:lnTo>
                  <a:pt x="176" y="188"/>
                </a:lnTo>
                <a:lnTo>
                  <a:pt x="177" y="188"/>
                </a:lnTo>
                <a:lnTo>
                  <a:pt x="177" y="187"/>
                </a:lnTo>
                <a:lnTo>
                  <a:pt x="178" y="186"/>
                </a:lnTo>
                <a:lnTo>
                  <a:pt x="179" y="186"/>
                </a:lnTo>
                <a:lnTo>
                  <a:pt x="180" y="186"/>
                </a:lnTo>
                <a:lnTo>
                  <a:pt x="180" y="184"/>
                </a:lnTo>
                <a:lnTo>
                  <a:pt x="179" y="183"/>
                </a:lnTo>
                <a:lnTo>
                  <a:pt x="178" y="183"/>
                </a:lnTo>
                <a:lnTo>
                  <a:pt x="178" y="184"/>
                </a:lnTo>
                <a:lnTo>
                  <a:pt x="177" y="184"/>
                </a:lnTo>
                <a:lnTo>
                  <a:pt x="177" y="183"/>
                </a:lnTo>
                <a:lnTo>
                  <a:pt x="176" y="183"/>
                </a:lnTo>
                <a:lnTo>
                  <a:pt x="175" y="182"/>
                </a:lnTo>
                <a:lnTo>
                  <a:pt x="176" y="182"/>
                </a:lnTo>
                <a:lnTo>
                  <a:pt x="177" y="181"/>
                </a:lnTo>
                <a:lnTo>
                  <a:pt x="176" y="181"/>
                </a:lnTo>
                <a:lnTo>
                  <a:pt x="176" y="176"/>
                </a:lnTo>
                <a:lnTo>
                  <a:pt x="177" y="176"/>
                </a:lnTo>
                <a:lnTo>
                  <a:pt x="178" y="174"/>
                </a:lnTo>
                <a:lnTo>
                  <a:pt x="179" y="173"/>
                </a:lnTo>
                <a:lnTo>
                  <a:pt x="179" y="172"/>
                </a:lnTo>
                <a:lnTo>
                  <a:pt x="180" y="172"/>
                </a:lnTo>
                <a:lnTo>
                  <a:pt x="181" y="173"/>
                </a:lnTo>
                <a:lnTo>
                  <a:pt x="182" y="173"/>
                </a:lnTo>
                <a:lnTo>
                  <a:pt x="182" y="174"/>
                </a:lnTo>
                <a:lnTo>
                  <a:pt x="182" y="173"/>
                </a:lnTo>
                <a:lnTo>
                  <a:pt x="182" y="172"/>
                </a:lnTo>
                <a:lnTo>
                  <a:pt x="183" y="172"/>
                </a:lnTo>
                <a:lnTo>
                  <a:pt x="183" y="171"/>
                </a:lnTo>
                <a:lnTo>
                  <a:pt x="184" y="172"/>
                </a:lnTo>
                <a:lnTo>
                  <a:pt x="185" y="173"/>
                </a:lnTo>
                <a:lnTo>
                  <a:pt x="186" y="173"/>
                </a:lnTo>
                <a:lnTo>
                  <a:pt x="187" y="173"/>
                </a:lnTo>
                <a:lnTo>
                  <a:pt x="187" y="174"/>
                </a:lnTo>
                <a:lnTo>
                  <a:pt x="188" y="174"/>
                </a:lnTo>
                <a:lnTo>
                  <a:pt x="189" y="174"/>
                </a:lnTo>
                <a:lnTo>
                  <a:pt x="191" y="174"/>
                </a:lnTo>
                <a:lnTo>
                  <a:pt x="192" y="174"/>
                </a:lnTo>
                <a:lnTo>
                  <a:pt x="193" y="174"/>
                </a:lnTo>
                <a:lnTo>
                  <a:pt x="193" y="175"/>
                </a:lnTo>
                <a:lnTo>
                  <a:pt x="193" y="174"/>
                </a:lnTo>
                <a:lnTo>
                  <a:pt x="193" y="173"/>
                </a:lnTo>
                <a:lnTo>
                  <a:pt x="193" y="172"/>
                </a:lnTo>
                <a:lnTo>
                  <a:pt x="194" y="172"/>
                </a:lnTo>
                <a:lnTo>
                  <a:pt x="194" y="171"/>
                </a:lnTo>
                <a:lnTo>
                  <a:pt x="194" y="169"/>
                </a:lnTo>
                <a:lnTo>
                  <a:pt x="194" y="168"/>
                </a:lnTo>
                <a:lnTo>
                  <a:pt x="193" y="168"/>
                </a:lnTo>
                <a:lnTo>
                  <a:pt x="193" y="167"/>
                </a:lnTo>
                <a:lnTo>
                  <a:pt x="193" y="166"/>
                </a:lnTo>
                <a:lnTo>
                  <a:pt x="194" y="164"/>
                </a:lnTo>
                <a:lnTo>
                  <a:pt x="195" y="164"/>
                </a:lnTo>
                <a:lnTo>
                  <a:pt x="196" y="165"/>
                </a:lnTo>
                <a:lnTo>
                  <a:pt x="197" y="164"/>
                </a:lnTo>
                <a:lnTo>
                  <a:pt x="197" y="163"/>
                </a:lnTo>
                <a:lnTo>
                  <a:pt x="197" y="162"/>
                </a:lnTo>
                <a:lnTo>
                  <a:pt x="196" y="162"/>
                </a:lnTo>
                <a:lnTo>
                  <a:pt x="196" y="161"/>
                </a:lnTo>
                <a:lnTo>
                  <a:pt x="197" y="160"/>
                </a:lnTo>
                <a:lnTo>
                  <a:pt x="198" y="160"/>
                </a:lnTo>
                <a:lnTo>
                  <a:pt x="198" y="161"/>
                </a:lnTo>
                <a:lnTo>
                  <a:pt x="199" y="161"/>
                </a:lnTo>
                <a:lnTo>
                  <a:pt x="200" y="161"/>
                </a:lnTo>
                <a:lnTo>
                  <a:pt x="201" y="160"/>
                </a:lnTo>
                <a:lnTo>
                  <a:pt x="202" y="161"/>
                </a:lnTo>
                <a:lnTo>
                  <a:pt x="203" y="159"/>
                </a:lnTo>
                <a:lnTo>
                  <a:pt x="203" y="158"/>
                </a:lnTo>
                <a:lnTo>
                  <a:pt x="204" y="157"/>
                </a:lnTo>
                <a:lnTo>
                  <a:pt x="205" y="157"/>
                </a:lnTo>
                <a:lnTo>
                  <a:pt x="204" y="156"/>
                </a:lnTo>
                <a:lnTo>
                  <a:pt x="204" y="155"/>
                </a:lnTo>
                <a:lnTo>
                  <a:pt x="203" y="155"/>
                </a:lnTo>
                <a:lnTo>
                  <a:pt x="203" y="154"/>
                </a:lnTo>
                <a:lnTo>
                  <a:pt x="203" y="153"/>
                </a:lnTo>
                <a:lnTo>
                  <a:pt x="203" y="151"/>
                </a:lnTo>
                <a:lnTo>
                  <a:pt x="202" y="150"/>
                </a:lnTo>
                <a:lnTo>
                  <a:pt x="201" y="150"/>
                </a:lnTo>
                <a:lnTo>
                  <a:pt x="201" y="148"/>
                </a:lnTo>
                <a:lnTo>
                  <a:pt x="200" y="147"/>
                </a:lnTo>
                <a:lnTo>
                  <a:pt x="199" y="145"/>
                </a:lnTo>
                <a:lnTo>
                  <a:pt x="199" y="144"/>
                </a:lnTo>
                <a:lnTo>
                  <a:pt x="199" y="142"/>
                </a:lnTo>
                <a:lnTo>
                  <a:pt x="199" y="141"/>
                </a:lnTo>
                <a:lnTo>
                  <a:pt x="200" y="139"/>
                </a:lnTo>
                <a:lnTo>
                  <a:pt x="200" y="138"/>
                </a:lnTo>
                <a:lnTo>
                  <a:pt x="199" y="138"/>
                </a:lnTo>
                <a:lnTo>
                  <a:pt x="198" y="137"/>
                </a:lnTo>
                <a:lnTo>
                  <a:pt x="198" y="136"/>
                </a:lnTo>
                <a:lnTo>
                  <a:pt x="199" y="135"/>
                </a:lnTo>
                <a:lnTo>
                  <a:pt x="199" y="133"/>
                </a:lnTo>
                <a:lnTo>
                  <a:pt x="199" y="132"/>
                </a:lnTo>
                <a:lnTo>
                  <a:pt x="199" y="131"/>
                </a:lnTo>
                <a:lnTo>
                  <a:pt x="200" y="132"/>
                </a:lnTo>
                <a:lnTo>
                  <a:pt x="201" y="132"/>
                </a:lnTo>
                <a:lnTo>
                  <a:pt x="202" y="132"/>
                </a:lnTo>
                <a:lnTo>
                  <a:pt x="203" y="131"/>
                </a:lnTo>
                <a:lnTo>
                  <a:pt x="204" y="131"/>
                </a:lnTo>
                <a:lnTo>
                  <a:pt x="205" y="131"/>
                </a:lnTo>
                <a:lnTo>
                  <a:pt x="204" y="130"/>
                </a:lnTo>
                <a:lnTo>
                  <a:pt x="205" y="130"/>
                </a:lnTo>
                <a:lnTo>
                  <a:pt x="206" y="129"/>
                </a:lnTo>
                <a:lnTo>
                  <a:pt x="206" y="128"/>
                </a:lnTo>
                <a:lnTo>
                  <a:pt x="207" y="128"/>
                </a:lnTo>
                <a:lnTo>
                  <a:pt x="208" y="129"/>
                </a:lnTo>
                <a:lnTo>
                  <a:pt x="209" y="129"/>
                </a:lnTo>
                <a:lnTo>
                  <a:pt x="209" y="128"/>
                </a:lnTo>
                <a:lnTo>
                  <a:pt x="209" y="127"/>
                </a:lnTo>
                <a:lnTo>
                  <a:pt x="209" y="126"/>
                </a:lnTo>
                <a:lnTo>
                  <a:pt x="210" y="126"/>
                </a:lnTo>
                <a:lnTo>
                  <a:pt x="211" y="126"/>
                </a:lnTo>
                <a:lnTo>
                  <a:pt x="211" y="125"/>
                </a:lnTo>
                <a:lnTo>
                  <a:pt x="212" y="125"/>
                </a:lnTo>
                <a:lnTo>
                  <a:pt x="213" y="124"/>
                </a:lnTo>
                <a:lnTo>
                  <a:pt x="213" y="123"/>
                </a:lnTo>
                <a:lnTo>
                  <a:pt x="213" y="122"/>
                </a:lnTo>
                <a:lnTo>
                  <a:pt x="214" y="122"/>
                </a:lnTo>
                <a:lnTo>
                  <a:pt x="214" y="121"/>
                </a:lnTo>
                <a:lnTo>
                  <a:pt x="215" y="121"/>
                </a:lnTo>
                <a:lnTo>
                  <a:pt x="215" y="120"/>
                </a:lnTo>
                <a:lnTo>
                  <a:pt x="215" y="117"/>
                </a:lnTo>
                <a:lnTo>
                  <a:pt x="216" y="117"/>
                </a:lnTo>
                <a:lnTo>
                  <a:pt x="215" y="116"/>
                </a:lnTo>
                <a:lnTo>
                  <a:pt x="215" y="115"/>
                </a:lnTo>
                <a:lnTo>
                  <a:pt x="214" y="115"/>
                </a:lnTo>
                <a:lnTo>
                  <a:pt x="214" y="114"/>
                </a:lnTo>
                <a:lnTo>
                  <a:pt x="213" y="114"/>
                </a:lnTo>
                <a:lnTo>
                  <a:pt x="214" y="114"/>
                </a:lnTo>
                <a:lnTo>
                  <a:pt x="214" y="113"/>
                </a:lnTo>
                <a:lnTo>
                  <a:pt x="213" y="112"/>
                </a:lnTo>
                <a:lnTo>
                  <a:pt x="212" y="111"/>
                </a:lnTo>
                <a:lnTo>
                  <a:pt x="212" y="110"/>
                </a:lnTo>
                <a:lnTo>
                  <a:pt x="212" y="109"/>
                </a:lnTo>
                <a:lnTo>
                  <a:pt x="211" y="109"/>
                </a:lnTo>
                <a:lnTo>
                  <a:pt x="210" y="109"/>
                </a:lnTo>
                <a:lnTo>
                  <a:pt x="210" y="108"/>
                </a:lnTo>
                <a:lnTo>
                  <a:pt x="209" y="108"/>
                </a:lnTo>
                <a:lnTo>
                  <a:pt x="209" y="107"/>
                </a:lnTo>
                <a:lnTo>
                  <a:pt x="208" y="106"/>
                </a:lnTo>
                <a:lnTo>
                  <a:pt x="209" y="105"/>
                </a:lnTo>
                <a:lnTo>
                  <a:pt x="209" y="104"/>
                </a:lnTo>
                <a:lnTo>
                  <a:pt x="210" y="104"/>
                </a:lnTo>
                <a:lnTo>
                  <a:pt x="211" y="103"/>
                </a:lnTo>
                <a:lnTo>
                  <a:pt x="210" y="103"/>
                </a:lnTo>
                <a:lnTo>
                  <a:pt x="210" y="102"/>
                </a:lnTo>
                <a:lnTo>
                  <a:pt x="211" y="102"/>
                </a:lnTo>
                <a:lnTo>
                  <a:pt x="211" y="101"/>
                </a:lnTo>
                <a:lnTo>
                  <a:pt x="210" y="100"/>
                </a:lnTo>
                <a:lnTo>
                  <a:pt x="210" y="99"/>
                </a:lnTo>
                <a:lnTo>
                  <a:pt x="209" y="98"/>
                </a:lnTo>
                <a:lnTo>
                  <a:pt x="208" y="98"/>
                </a:lnTo>
                <a:lnTo>
                  <a:pt x="208" y="97"/>
                </a:lnTo>
                <a:lnTo>
                  <a:pt x="208" y="96"/>
                </a:lnTo>
                <a:lnTo>
                  <a:pt x="207" y="96"/>
                </a:lnTo>
                <a:lnTo>
                  <a:pt x="207" y="95"/>
                </a:lnTo>
                <a:lnTo>
                  <a:pt x="206" y="95"/>
                </a:lnTo>
                <a:lnTo>
                  <a:pt x="206" y="94"/>
                </a:lnTo>
                <a:lnTo>
                  <a:pt x="205" y="94"/>
                </a:lnTo>
                <a:lnTo>
                  <a:pt x="204" y="94"/>
                </a:lnTo>
                <a:lnTo>
                  <a:pt x="204" y="93"/>
                </a:lnTo>
                <a:lnTo>
                  <a:pt x="204" y="92"/>
                </a:lnTo>
                <a:lnTo>
                  <a:pt x="203" y="91"/>
                </a:lnTo>
                <a:lnTo>
                  <a:pt x="203" y="90"/>
                </a:lnTo>
                <a:lnTo>
                  <a:pt x="204" y="90"/>
                </a:lnTo>
                <a:lnTo>
                  <a:pt x="204" y="89"/>
                </a:lnTo>
                <a:lnTo>
                  <a:pt x="205" y="89"/>
                </a:lnTo>
                <a:lnTo>
                  <a:pt x="206" y="89"/>
                </a:lnTo>
                <a:lnTo>
                  <a:pt x="206" y="88"/>
                </a:lnTo>
                <a:lnTo>
                  <a:pt x="205" y="88"/>
                </a:lnTo>
                <a:lnTo>
                  <a:pt x="205" y="87"/>
                </a:lnTo>
                <a:lnTo>
                  <a:pt x="205" y="86"/>
                </a:lnTo>
                <a:lnTo>
                  <a:pt x="204" y="85"/>
                </a:lnTo>
                <a:lnTo>
                  <a:pt x="205" y="84"/>
                </a:lnTo>
                <a:lnTo>
                  <a:pt x="206" y="84"/>
                </a:lnTo>
                <a:lnTo>
                  <a:pt x="206" y="83"/>
                </a:lnTo>
                <a:lnTo>
                  <a:pt x="206" y="81"/>
                </a:lnTo>
                <a:lnTo>
                  <a:pt x="207" y="81"/>
                </a:lnTo>
                <a:lnTo>
                  <a:pt x="208" y="80"/>
                </a:lnTo>
                <a:lnTo>
                  <a:pt x="208" y="81"/>
                </a:lnTo>
                <a:lnTo>
                  <a:pt x="209" y="80"/>
                </a:lnTo>
                <a:lnTo>
                  <a:pt x="210" y="80"/>
                </a:lnTo>
                <a:lnTo>
                  <a:pt x="211" y="80"/>
                </a:lnTo>
                <a:lnTo>
                  <a:pt x="212" y="79"/>
                </a:lnTo>
                <a:lnTo>
                  <a:pt x="213" y="79"/>
                </a:lnTo>
                <a:lnTo>
                  <a:pt x="213" y="78"/>
                </a:lnTo>
                <a:lnTo>
                  <a:pt x="213" y="76"/>
                </a:lnTo>
                <a:lnTo>
                  <a:pt x="214" y="75"/>
                </a:lnTo>
                <a:lnTo>
                  <a:pt x="215" y="73"/>
                </a:lnTo>
                <a:lnTo>
                  <a:pt x="216" y="73"/>
                </a:lnTo>
                <a:lnTo>
                  <a:pt x="217" y="73"/>
                </a:lnTo>
                <a:lnTo>
                  <a:pt x="219" y="71"/>
                </a:lnTo>
                <a:lnTo>
                  <a:pt x="218" y="71"/>
                </a:lnTo>
                <a:lnTo>
                  <a:pt x="219" y="70"/>
                </a:lnTo>
                <a:lnTo>
                  <a:pt x="220" y="70"/>
                </a:lnTo>
                <a:lnTo>
                  <a:pt x="221" y="69"/>
                </a:lnTo>
                <a:lnTo>
                  <a:pt x="222" y="68"/>
                </a:lnTo>
                <a:lnTo>
                  <a:pt x="223" y="68"/>
                </a:lnTo>
                <a:lnTo>
                  <a:pt x="223" y="69"/>
                </a:lnTo>
                <a:lnTo>
                  <a:pt x="224" y="69"/>
                </a:lnTo>
                <a:lnTo>
                  <a:pt x="224" y="68"/>
                </a:lnTo>
                <a:lnTo>
                  <a:pt x="225" y="68"/>
                </a:lnTo>
                <a:lnTo>
                  <a:pt x="225" y="67"/>
                </a:lnTo>
                <a:lnTo>
                  <a:pt x="225" y="66"/>
                </a:lnTo>
                <a:lnTo>
                  <a:pt x="225" y="64"/>
                </a:lnTo>
                <a:lnTo>
                  <a:pt x="225" y="63"/>
                </a:lnTo>
                <a:lnTo>
                  <a:pt x="225" y="62"/>
                </a:lnTo>
                <a:lnTo>
                  <a:pt x="226" y="60"/>
                </a:lnTo>
                <a:lnTo>
                  <a:pt x="225" y="60"/>
                </a:lnTo>
                <a:lnTo>
                  <a:pt x="224" y="60"/>
                </a:lnTo>
                <a:lnTo>
                  <a:pt x="223" y="59"/>
                </a:lnTo>
                <a:lnTo>
                  <a:pt x="222" y="58"/>
                </a:lnTo>
                <a:lnTo>
                  <a:pt x="221" y="58"/>
                </a:lnTo>
                <a:lnTo>
                  <a:pt x="221" y="57"/>
                </a:lnTo>
                <a:lnTo>
                  <a:pt x="221" y="56"/>
                </a:lnTo>
                <a:lnTo>
                  <a:pt x="221" y="54"/>
                </a:lnTo>
                <a:lnTo>
                  <a:pt x="221" y="53"/>
                </a:lnTo>
                <a:lnTo>
                  <a:pt x="222" y="53"/>
                </a:lnTo>
                <a:lnTo>
                  <a:pt x="223" y="51"/>
                </a:lnTo>
                <a:lnTo>
                  <a:pt x="223" y="50"/>
                </a:lnTo>
                <a:lnTo>
                  <a:pt x="224" y="50"/>
                </a:lnTo>
                <a:lnTo>
                  <a:pt x="224" y="49"/>
                </a:lnTo>
                <a:lnTo>
                  <a:pt x="223" y="49"/>
                </a:lnTo>
                <a:lnTo>
                  <a:pt x="223" y="48"/>
                </a:lnTo>
                <a:lnTo>
                  <a:pt x="224" y="48"/>
                </a:lnTo>
                <a:lnTo>
                  <a:pt x="224" y="47"/>
                </a:lnTo>
                <a:lnTo>
                  <a:pt x="224" y="46"/>
                </a:lnTo>
                <a:lnTo>
                  <a:pt x="224" y="45"/>
                </a:lnTo>
                <a:lnTo>
                  <a:pt x="224" y="43"/>
                </a:lnTo>
                <a:lnTo>
                  <a:pt x="225" y="40"/>
                </a:lnTo>
                <a:lnTo>
                  <a:pt x="226" y="39"/>
                </a:lnTo>
                <a:lnTo>
                  <a:pt x="226" y="36"/>
                </a:lnTo>
                <a:lnTo>
                  <a:pt x="227" y="36"/>
                </a:lnTo>
                <a:lnTo>
                  <a:pt x="227" y="34"/>
                </a:lnTo>
                <a:lnTo>
                  <a:pt x="227" y="33"/>
                </a:lnTo>
                <a:lnTo>
                  <a:pt x="228" y="33"/>
                </a:lnTo>
                <a:lnTo>
                  <a:pt x="230" y="34"/>
                </a:lnTo>
                <a:lnTo>
                  <a:pt x="230" y="33"/>
                </a:lnTo>
                <a:lnTo>
                  <a:pt x="231" y="33"/>
                </a:lnTo>
                <a:lnTo>
                  <a:pt x="232" y="34"/>
                </a:lnTo>
                <a:lnTo>
                  <a:pt x="233" y="35"/>
                </a:lnTo>
                <a:lnTo>
                  <a:pt x="233" y="36"/>
                </a:lnTo>
                <a:lnTo>
                  <a:pt x="234" y="36"/>
                </a:lnTo>
                <a:lnTo>
                  <a:pt x="235" y="36"/>
                </a:lnTo>
                <a:lnTo>
                  <a:pt x="236" y="36"/>
                </a:lnTo>
                <a:lnTo>
                  <a:pt x="237" y="36"/>
                </a:lnTo>
                <a:lnTo>
                  <a:pt x="237" y="37"/>
                </a:lnTo>
                <a:lnTo>
                  <a:pt x="237" y="36"/>
                </a:lnTo>
                <a:lnTo>
                  <a:pt x="238" y="36"/>
                </a:lnTo>
                <a:lnTo>
                  <a:pt x="237" y="36"/>
                </a:lnTo>
                <a:lnTo>
                  <a:pt x="238" y="35"/>
                </a:lnTo>
                <a:lnTo>
                  <a:pt x="239" y="35"/>
                </a:lnTo>
                <a:lnTo>
                  <a:pt x="240" y="35"/>
                </a:lnTo>
                <a:lnTo>
                  <a:pt x="241" y="34"/>
                </a:lnTo>
                <a:lnTo>
                  <a:pt x="242" y="33"/>
                </a:lnTo>
                <a:lnTo>
                  <a:pt x="243" y="33"/>
                </a:lnTo>
                <a:lnTo>
                  <a:pt x="243" y="34"/>
                </a:lnTo>
                <a:lnTo>
                  <a:pt x="244" y="35"/>
                </a:lnTo>
                <a:lnTo>
                  <a:pt x="245" y="35"/>
                </a:lnTo>
                <a:lnTo>
                  <a:pt x="245" y="36"/>
                </a:lnTo>
                <a:lnTo>
                  <a:pt x="245" y="37"/>
                </a:lnTo>
                <a:lnTo>
                  <a:pt x="245" y="38"/>
                </a:lnTo>
                <a:lnTo>
                  <a:pt x="246" y="38"/>
                </a:lnTo>
                <a:lnTo>
                  <a:pt x="247" y="38"/>
                </a:lnTo>
                <a:lnTo>
                  <a:pt x="248" y="37"/>
                </a:lnTo>
                <a:lnTo>
                  <a:pt x="249" y="36"/>
                </a:lnTo>
                <a:lnTo>
                  <a:pt x="249" y="35"/>
                </a:lnTo>
                <a:lnTo>
                  <a:pt x="249" y="34"/>
                </a:lnTo>
                <a:lnTo>
                  <a:pt x="250" y="33"/>
                </a:lnTo>
                <a:lnTo>
                  <a:pt x="250" y="34"/>
                </a:lnTo>
                <a:lnTo>
                  <a:pt x="251" y="34"/>
                </a:lnTo>
                <a:lnTo>
                  <a:pt x="251" y="35"/>
                </a:lnTo>
                <a:lnTo>
                  <a:pt x="251" y="36"/>
                </a:lnTo>
                <a:lnTo>
                  <a:pt x="251" y="37"/>
                </a:lnTo>
                <a:lnTo>
                  <a:pt x="252" y="37"/>
                </a:lnTo>
                <a:lnTo>
                  <a:pt x="253" y="37"/>
                </a:lnTo>
                <a:lnTo>
                  <a:pt x="255" y="38"/>
                </a:lnTo>
                <a:lnTo>
                  <a:pt x="255" y="39"/>
                </a:lnTo>
                <a:lnTo>
                  <a:pt x="257" y="39"/>
                </a:lnTo>
                <a:lnTo>
                  <a:pt x="258" y="39"/>
                </a:lnTo>
                <a:lnTo>
                  <a:pt x="260" y="39"/>
                </a:lnTo>
                <a:lnTo>
                  <a:pt x="260" y="40"/>
                </a:lnTo>
                <a:lnTo>
                  <a:pt x="261" y="40"/>
                </a:lnTo>
                <a:lnTo>
                  <a:pt x="264" y="40"/>
                </a:lnTo>
                <a:lnTo>
                  <a:pt x="266" y="39"/>
                </a:lnTo>
                <a:lnTo>
                  <a:pt x="267" y="38"/>
                </a:lnTo>
                <a:lnTo>
                  <a:pt x="268" y="38"/>
                </a:lnTo>
                <a:lnTo>
                  <a:pt x="269" y="39"/>
                </a:lnTo>
                <a:lnTo>
                  <a:pt x="271" y="41"/>
                </a:lnTo>
                <a:lnTo>
                  <a:pt x="272" y="42"/>
                </a:lnTo>
                <a:lnTo>
                  <a:pt x="273" y="43"/>
                </a:lnTo>
                <a:lnTo>
                  <a:pt x="272" y="43"/>
                </a:lnTo>
                <a:lnTo>
                  <a:pt x="272" y="44"/>
                </a:lnTo>
                <a:lnTo>
                  <a:pt x="273" y="44"/>
                </a:lnTo>
                <a:lnTo>
                  <a:pt x="274" y="44"/>
                </a:lnTo>
                <a:lnTo>
                  <a:pt x="274" y="45"/>
                </a:lnTo>
                <a:lnTo>
                  <a:pt x="275" y="48"/>
                </a:lnTo>
                <a:lnTo>
                  <a:pt x="274" y="48"/>
                </a:lnTo>
                <a:lnTo>
                  <a:pt x="274" y="50"/>
                </a:lnTo>
                <a:lnTo>
                  <a:pt x="275" y="52"/>
                </a:lnTo>
                <a:lnTo>
                  <a:pt x="276" y="52"/>
                </a:lnTo>
                <a:lnTo>
                  <a:pt x="277" y="53"/>
                </a:lnTo>
                <a:lnTo>
                  <a:pt x="277" y="54"/>
                </a:lnTo>
                <a:lnTo>
                  <a:pt x="277" y="55"/>
                </a:lnTo>
                <a:lnTo>
                  <a:pt x="277" y="57"/>
                </a:lnTo>
                <a:lnTo>
                  <a:pt x="278" y="57"/>
                </a:lnTo>
                <a:lnTo>
                  <a:pt x="280" y="58"/>
                </a:lnTo>
                <a:lnTo>
                  <a:pt x="281" y="59"/>
                </a:lnTo>
                <a:lnTo>
                  <a:pt x="281" y="60"/>
                </a:lnTo>
                <a:lnTo>
                  <a:pt x="281" y="61"/>
                </a:lnTo>
                <a:lnTo>
                  <a:pt x="281" y="62"/>
                </a:lnTo>
                <a:lnTo>
                  <a:pt x="280" y="63"/>
                </a:lnTo>
                <a:lnTo>
                  <a:pt x="281" y="63"/>
                </a:lnTo>
                <a:lnTo>
                  <a:pt x="281" y="64"/>
                </a:lnTo>
                <a:lnTo>
                  <a:pt x="282" y="64"/>
                </a:lnTo>
                <a:lnTo>
                  <a:pt x="284" y="63"/>
                </a:lnTo>
                <a:lnTo>
                  <a:pt x="285" y="63"/>
                </a:lnTo>
                <a:lnTo>
                  <a:pt x="286" y="63"/>
                </a:lnTo>
                <a:lnTo>
                  <a:pt x="287" y="63"/>
                </a:lnTo>
                <a:lnTo>
                  <a:pt x="288" y="63"/>
                </a:lnTo>
                <a:lnTo>
                  <a:pt x="289" y="63"/>
                </a:lnTo>
                <a:lnTo>
                  <a:pt x="289" y="62"/>
                </a:lnTo>
                <a:lnTo>
                  <a:pt x="290" y="62"/>
                </a:lnTo>
                <a:lnTo>
                  <a:pt x="292" y="61"/>
                </a:lnTo>
                <a:lnTo>
                  <a:pt x="294" y="61"/>
                </a:lnTo>
                <a:lnTo>
                  <a:pt x="295" y="61"/>
                </a:lnTo>
                <a:lnTo>
                  <a:pt x="296" y="60"/>
                </a:lnTo>
                <a:lnTo>
                  <a:pt x="296" y="61"/>
                </a:lnTo>
                <a:lnTo>
                  <a:pt x="297" y="61"/>
                </a:lnTo>
                <a:lnTo>
                  <a:pt x="298" y="61"/>
                </a:lnTo>
                <a:lnTo>
                  <a:pt x="299" y="61"/>
                </a:lnTo>
                <a:lnTo>
                  <a:pt x="299" y="60"/>
                </a:lnTo>
                <a:lnTo>
                  <a:pt x="300" y="60"/>
                </a:lnTo>
                <a:lnTo>
                  <a:pt x="300" y="59"/>
                </a:lnTo>
                <a:lnTo>
                  <a:pt x="299" y="59"/>
                </a:lnTo>
                <a:lnTo>
                  <a:pt x="300" y="59"/>
                </a:lnTo>
                <a:lnTo>
                  <a:pt x="300" y="58"/>
                </a:lnTo>
                <a:lnTo>
                  <a:pt x="300" y="59"/>
                </a:lnTo>
                <a:lnTo>
                  <a:pt x="300" y="58"/>
                </a:lnTo>
                <a:lnTo>
                  <a:pt x="301" y="58"/>
                </a:lnTo>
                <a:lnTo>
                  <a:pt x="300" y="57"/>
                </a:lnTo>
                <a:lnTo>
                  <a:pt x="301" y="57"/>
                </a:lnTo>
                <a:lnTo>
                  <a:pt x="301" y="56"/>
                </a:lnTo>
                <a:lnTo>
                  <a:pt x="301" y="55"/>
                </a:lnTo>
                <a:lnTo>
                  <a:pt x="301" y="54"/>
                </a:lnTo>
                <a:lnTo>
                  <a:pt x="300" y="54"/>
                </a:lnTo>
                <a:lnTo>
                  <a:pt x="299" y="53"/>
                </a:lnTo>
                <a:lnTo>
                  <a:pt x="299" y="52"/>
                </a:lnTo>
                <a:lnTo>
                  <a:pt x="299" y="51"/>
                </a:lnTo>
                <a:lnTo>
                  <a:pt x="299" y="50"/>
                </a:lnTo>
                <a:lnTo>
                  <a:pt x="298" y="50"/>
                </a:lnTo>
                <a:lnTo>
                  <a:pt x="298" y="49"/>
                </a:lnTo>
                <a:lnTo>
                  <a:pt x="299" y="48"/>
                </a:lnTo>
                <a:lnTo>
                  <a:pt x="300" y="48"/>
                </a:lnTo>
                <a:lnTo>
                  <a:pt x="300" y="47"/>
                </a:lnTo>
                <a:lnTo>
                  <a:pt x="300" y="46"/>
                </a:lnTo>
                <a:lnTo>
                  <a:pt x="300" y="45"/>
                </a:lnTo>
                <a:lnTo>
                  <a:pt x="301" y="44"/>
                </a:lnTo>
                <a:lnTo>
                  <a:pt x="299" y="41"/>
                </a:lnTo>
                <a:lnTo>
                  <a:pt x="298" y="40"/>
                </a:lnTo>
                <a:lnTo>
                  <a:pt x="298" y="39"/>
                </a:lnTo>
                <a:lnTo>
                  <a:pt x="297" y="39"/>
                </a:lnTo>
                <a:lnTo>
                  <a:pt x="297" y="38"/>
                </a:lnTo>
                <a:lnTo>
                  <a:pt x="297" y="36"/>
                </a:lnTo>
                <a:lnTo>
                  <a:pt x="298" y="35"/>
                </a:lnTo>
                <a:lnTo>
                  <a:pt x="299" y="34"/>
                </a:lnTo>
                <a:lnTo>
                  <a:pt x="301" y="33"/>
                </a:lnTo>
                <a:lnTo>
                  <a:pt x="302" y="33"/>
                </a:lnTo>
                <a:lnTo>
                  <a:pt x="303" y="33"/>
                </a:lnTo>
                <a:lnTo>
                  <a:pt x="303" y="32"/>
                </a:lnTo>
                <a:lnTo>
                  <a:pt x="303" y="31"/>
                </a:lnTo>
                <a:lnTo>
                  <a:pt x="302" y="31"/>
                </a:lnTo>
                <a:lnTo>
                  <a:pt x="301" y="31"/>
                </a:lnTo>
                <a:lnTo>
                  <a:pt x="301" y="30"/>
                </a:lnTo>
                <a:lnTo>
                  <a:pt x="301" y="29"/>
                </a:lnTo>
                <a:lnTo>
                  <a:pt x="300" y="29"/>
                </a:lnTo>
                <a:lnTo>
                  <a:pt x="300" y="28"/>
                </a:lnTo>
                <a:lnTo>
                  <a:pt x="300" y="27"/>
                </a:lnTo>
                <a:lnTo>
                  <a:pt x="298" y="27"/>
                </a:lnTo>
                <a:lnTo>
                  <a:pt x="297" y="27"/>
                </a:lnTo>
                <a:lnTo>
                  <a:pt x="296" y="27"/>
                </a:lnTo>
                <a:lnTo>
                  <a:pt x="295" y="27"/>
                </a:lnTo>
                <a:lnTo>
                  <a:pt x="294" y="27"/>
                </a:lnTo>
                <a:lnTo>
                  <a:pt x="294" y="28"/>
                </a:lnTo>
                <a:lnTo>
                  <a:pt x="293" y="28"/>
                </a:lnTo>
                <a:lnTo>
                  <a:pt x="293" y="27"/>
                </a:lnTo>
                <a:lnTo>
                  <a:pt x="292" y="28"/>
                </a:lnTo>
                <a:lnTo>
                  <a:pt x="290" y="28"/>
                </a:lnTo>
                <a:lnTo>
                  <a:pt x="290" y="27"/>
                </a:lnTo>
                <a:lnTo>
                  <a:pt x="289" y="27"/>
                </a:lnTo>
                <a:lnTo>
                  <a:pt x="288" y="27"/>
                </a:lnTo>
                <a:lnTo>
                  <a:pt x="288" y="26"/>
                </a:lnTo>
                <a:lnTo>
                  <a:pt x="288" y="24"/>
                </a:lnTo>
                <a:lnTo>
                  <a:pt x="287" y="23"/>
                </a:lnTo>
                <a:lnTo>
                  <a:pt x="287" y="21"/>
                </a:lnTo>
                <a:lnTo>
                  <a:pt x="287" y="20"/>
                </a:lnTo>
                <a:lnTo>
                  <a:pt x="287" y="19"/>
                </a:lnTo>
                <a:lnTo>
                  <a:pt x="287" y="18"/>
                </a:lnTo>
                <a:lnTo>
                  <a:pt x="288" y="19"/>
                </a:lnTo>
                <a:lnTo>
                  <a:pt x="289" y="19"/>
                </a:lnTo>
                <a:lnTo>
                  <a:pt x="290" y="18"/>
                </a:lnTo>
                <a:lnTo>
                  <a:pt x="291" y="18"/>
                </a:lnTo>
                <a:lnTo>
                  <a:pt x="291" y="20"/>
                </a:lnTo>
                <a:lnTo>
                  <a:pt x="291" y="21"/>
                </a:lnTo>
                <a:lnTo>
                  <a:pt x="292" y="22"/>
                </a:lnTo>
                <a:lnTo>
                  <a:pt x="293" y="22"/>
                </a:lnTo>
                <a:lnTo>
                  <a:pt x="294" y="22"/>
                </a:lnTo>
                <a:lnTo>
                  <a:pt x="293" y="22"/>
                </a:lnTo>
                <a:lnTo>
                  <a:pt x="293" y="21"/>
                </a:lnTo>
                <a:lnTo>
                  <a:pt x="294" y="21"/>
                </a:lnTo>
                <a:lnTo>
                  <a:pt x="294" y="20"/>
                </a:lnTo>
                <a:lnTo>
                  <a:pt x="294" y="19"/>
                </a:lnTo>
                <a:lnTo>
                  <a:pt x="295" y="18"/>
                </a:lnTo>
                <a:lnTo>
                  <a:pt x="296" y="18"/>
                </a:lnTo>
                <a:lnTo>
                  <a:pt x="297" y="18"/>
                </a:lnTo>
                <a:lnTo>
                  <a:pt x="297" y="17"/>
                </a:lnTo>
                <a:lnTo>
                  <a:pt x="299" y="16"/>
                </a:lnTo>
                <a:lnTo>
                  <a:pt x="299" y="17"/>
                </a:lnTo>
                <a:lnTo>
                  <a:pt x="300" y="17"/>
                </a:lnTo>
                <a:lnTo>
                  <a:pt x="302" y="17"/>
                </a:lnTo>
                <a:lnTo>
                  <a:pt x="303" y="16"/>
                </a:lnTo>
                <a:lnTo>
                  <a:pt x="303" y="15"/>
                </a:lnTo>
                <a:lnTo>
                  <a:pt x="304" y="15"/>
                </a:lnTo>
                <a:lnTo>
                  <a:pt x="305" y="14"/>
                </a:lnTo>
                <a:lnTo>
                  <a:pt x="306" y="13"/>
                </a:lnTo>
                <a:lnTo>
                  <a:pt x="306" y="14"/>
                </a:lnTo>
                <a:lnTo>
                  <a:pt x="307" y="14"/>
                </a:lnTo>
                <a:lnTo>
                  <a:pt x="307" y="13"/>
                </a:lnTo>
                <a:lnTo>
                  <a:pt x="307" y="12"/>
                </a:lnTo>
                <a:lnTo>
                  <a:pt x="308" y="12"/>
                </a:lnTo>
                <a:lnTo>
                  <a:pt x="308" y="10"/>
                </a:lnTo>
                <a:lnTo>
                  <a:pt x="309" y="10"/>
                </a:lnTo>
                <a:lnTo>
                  <a:pt x="310" y="9"/>
                </a:lnTo>
                <a:lnTo>
                  <a:pt x="311" y="10"/>
                </a:lnTo>
                <a:lnTo>
                  <a:pt x="312" y="10"/>
                </a:lnTo>
                <a:lnTo>
                  <a:pt x="312" y="9"/>
                </a:lnTo>
                <a:lnTo>
                  <a:pt x="311" y="8"/>
                </a:lnTo>
                <a:lnTo>
                  <a:pt x="311" y="7"/>
                </a:lnTo>
                <a:lnTo>
                  <a:pt x="311" y="6"/>
                </a:lnTo>
                <a:lnTo>
                  <a:pt x="311" y="5"/>
                </a:lnTo>
                <a:lnTo>
                  <a:pt x="312" y="5"/>
                </a:lnTo>
                <a:lnTo>
                  <a:pt x="313" y="5"/>
                </a:lnTo>
                <a:lnTo>
                  <a:pt x="314" y="5"/>
                </a:lnTo>
                <a:lnTo>
                  <a:pt x="314" y="4"/>
                </a:lnTo>
                <a:lnTo>
                  <a:pt x="313" y="4"/>
                </a:lnTo>
                <a:lnTo>
                  <a:pt x="313" y="3"/>
                </a:lnTo>
                <a:lnTo>
                  <a:pt x="313" y="2"/>
                </a:lnTo>
                <a:lnTo>
                  <a:pt x="314" y="2"/>
                </a:lnTo>
                <a:lnTo>
                  <a:pt x="315" y="2"/>
                </a:lnTo>
                <a:lnTo>
                  <a:pt x="315" y="3"/>
                </a:lnTo>
                <a:lnTo>
                  <a:pt x="315" y="4"/>
                </a:lnTo>
                <a:lnTo>
                  <a:pt x="316" y="5"/>
                </a:lnTo>
                <a:lnTo>
                  <a:pt x="316" y="4"/>
                </a:lnTo>
                <a:lnTo>
                  <a:pt x="317" y="4"/>
                </a:lnTo>
                <a:lnTo>
                  <a:pt x="318" y="4"/>
                </a:lnTo>
                <a:lnTo>
                  <a:pt x="318" y="3"/>
                </a:lnTo>
                <a:lnTo>
                  <a:pt x="319" y="3"/>
                </a:lnTo>
                <a:lnTo>
                  <a:pt x="319" y="2"/>
                </a:lnTo>
                <a:lnTo>
                  <a:pt x="319" y="1"/>
                </a:lnTo>
                <a:lnTo>
                  <a:pt x="320" y="0"/>
                </a:lnTo>
                <a:lnTo>
                  <a:pt x="322" y="0"/>
                </a:lnTo>
                <a:lnTo>
                  <a:pt x="323" y="1"/>
                </a:lnTo>
                <a:lnTo>
                  <a:pt x="323" y="2"/>
                </a:lnTo>
                <a:lnTo>
                  <a:pt x="324" y="2"/>
                </a:lnTo>
                <a:lnTo>
                  <a:pt x="324" y="1"/>
                </a:lnTo>
                <a:lnTo>
                  <a:pt x="325" y="1"/>
                </a:lnTo>
                <a:lnTo>
                  <a:pt x="325" y="2"/>
                </a:lnTo>
                <a:lnTo>
                  <a:pt x="326" y="2"/>
                </a:lnTo>
                <a:lnTo>
                  <a:pt x="326" y="1"/>
                </a:lnTo>
                <a:lnTo>
                  <a:pt x="326" y="0"/>
                </a:lnTo>
                <a:lnTo>
                  <a:pt x="327" y="0"/>
                </a:lnTo>
                <a:lnTo>
                  <a:pt x="328" y="0"/>
                </a:lnTo>
                <a:lnTo>
                  <a:pt x="327" y="0"/>
                </a:lnTo>
                <a:lnTo>
                  <a:pt x="327" y="1"/>
                </a:lnTo>
                <a:lnTo>
                  <a:pt x="328" y="2"/>
                </a:lnTo>
                <a:lnTo>
                  <a:pt x="328" y="4"/>
                </a:lnTo>
                <a:lnTo>
                  <a:pt x="328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2088000" y="218664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0" y="5"/>
                </a:move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2" y="3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2088720" y="21855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4" y="0"/>
                </a:move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3" y="1"/>
                </a:lnTo>
                <a:lnTo>
                  <a:pt x="1" y="1"/>
                </a:lnTo>
                <a:lnTo>
                  <a:pt x="1" y="2"/>
                </a:lnTo>
                <a:lnTo>
                  <a:pt x="1" y="4"/>
                </a:lnTo>
                <a:lnTo>
                  <a:pt x="0" y="2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2078280" y="218376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4" y="1"/>
                </a:moveTo>
                <a:lnTo>
                  <a:pt x="6" y="1"/>
                </a:lnTo>
                <a:lnTo>
                  <a:pt x="6" y="3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2077200" y="21834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4"/>
                </a:moveTo>
                <a:lnTo>
                  <a:pt x="5" y="3"/>
                </a:lnTo>
                <a:lnTo>
                  <a:pt x="3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0" y="3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5" y="1"/>
                </a:lnTo>
                <a:lnTo>
                  <a:pt x="5" y="3"/>
                </a:lnTo>
                <a:lnTo>
                  <a:pt x="5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2091960" y="21834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2079360" y="21823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1"/>
                </a:move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2081880" y="21819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2081520" y="2181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2077920" y="21808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3" y="2"/>
                </a:moveTo>
                <a:lnTo>
                  <a:pt x="1" y="3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3" y="5"/>
                </a:lnTo>
                <a:lnTo>
                  <a:pt x="1" y="5"/>
                </a:lnTo>
                <a:lnTo>
                  <a:pt x="1" y="3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2088000" y="2180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2084760" y="2180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2088360" y="21805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2085120" y="21801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2077920" y="21805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2087640" y="21801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2086920" y="2179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2077920" y="2178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" name=""/>
          <p:cNvSpPr/>
          <p:nvPr/>
        </p:nvSpPr>
        <p:spPr>
          <a:xfrm>
            <a:off x="2088720" y="217800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3" y="3"/>
                </a:moveTo>
                <a:lnTo>
                  <a:pt x="3" y="5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2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2084040" y="21776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2081880" y="21765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4"/>
                </a:moveTo>
                <a:lnTo>
                  <a:pt x="0" y="4"/>
                </a:ln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2078280" y="2176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2081160" y="21758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2080800" y="21664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4" y="2"/>
                </a:moveTo>
                <a:lnTo>
                  <a:pt x="4" y="3"/>
                </a:lnTo>
                <a:lnTo>
                  <a:pt x="4" y="5"/>
                </a:lnTo>
                <a:lnTo>
                  <a:pt x="2" y="5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1" name=""/>
          <p:cNvSpPr/>
          <p:nvPr/>
        </p:nvSpPr>
        <p:spPr>
          <a:xfrm>
            <a:off x="2082600" y="21636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2082600" y="21632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2091600" y="218196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5" y="3"/>
                </a:moveTo>
                <a:lnTo>
                  <a:pt x="3" y="3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3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lnTo>
                  <a:pt x="5" y="1"/>
                </a:lnTo>
                <a:lnTo>
                  <a:pt x="5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" name=""/>
          <p:cNvSpPr/>
          <p:nvPr/>
        </p:nvSpPr>
        <p:spPr>
          <a:xfrm>
            <a:off x="2093400" y="218160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4" y="2"/>
                </a:move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  <a:lnTo>
                  <a:pt x="5" y="3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5" name=""/>
          <p:cNvSpPr/>
          <p:nvPr/>
        </p:nvSpPr>
        <p:spPr>
          <a:xfrm>
            <a:off x="2094840" y="2179800"/>
            <a:ext cx="3600" cy="2160"/>
          </a:xfrm>
          <a:custGeom>
            <a:avLst/>
            <a:gdLst/>
            <a:ahLst/>
            <a:rect l="0" t="0" r="r" b="b"/>
            <a:pathLst>
              <a:path w="10" h="6">
                <a:moveTo>
                  <a:pt x="10" y="0"/>
                </a:moveTo>
                <a:lnTo>
                  <a:pt x="10" y="1"/>
                </a:lnTo>
                <a:lnTo>
                  <a:pt x="8" y="1"/>
                </a:lnTo>
                <a:lnTo>
                  <a:pt x="8" y="2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1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3" y="4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5" y="1"/>
                </a:lnTo>
                <a:lnTo>
                  <a:pt x="8" y="1"/>
                </a:lnTo>
                <a:lnTo>
                  <a:pt x="8" y="0"/>
                </a:lnTo>
                <a:lnTo>
                  <a:pt x="1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2108520" y="21657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0"/>
                </a:move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2107800" y="21646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1"/>
                </a:move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2115000" y="21632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2108520" y="21603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1"/>
                </a:moveTo>
                <a:lnTo>
                  <a:pt x="2" y="1"/>
                </a:lnTo>
                <a:lnTo>
                  <a:pt x="2" y="3"/>
                </a:ln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2111040" y="2160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2138760" y="21582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2108880" y="21578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2107440" y="21574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2108880" y="215712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2106720" y="2155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" name=""/>
          <p:cNvSpPr/>
          <p:nvPr/>
        </p:nvSpPr>
        <p:spPr>
          <a:xfrm>
            <a:off x="2117880" y="215532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0"/>
                </a:moveTo>
                <a:lnTo>
                  <a:pt x="4" y="3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2126160" y="21549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2123640" y="21531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2130120" y="21488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2194200" y="2135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2194920" y="21351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" name=""/>
          <p:cNvSpPr/>
          <p:nvPr/>
        </p:nvSpPr>
        <p:spPr>
          <a:xfrm>
            <a:off x="2183400" y="2127600"/>
            <a:ext cx="6840" cy="3600"/>
          </a:xfrm>
          <a:custGeom>
            <a:avLst/>
            <a:gdLst/>
            <a:ahLst/>
            <a:rect l="0" t="0" r="r" b="b"/>
            <a:pathLst>
              <a:path w="19" h="10">
                <a:moveTo>
                  <a:pt x="17" y="1"/>
                </a:moveTo>
                <a:lnTo>
                  <a:pt x="17" y="2"/>
                </a:lnTo>
                <a:lnTo>
                  <a:pt x="17" y="3"/>
                </a:lnTo>
                <a:lnTo>
                  <a:pt x="18" y="3"/>
                </a:lnTo>
                <a:lnTo>
                  <a:pt x="18" y="2"/>
                </a:lnTo>
                <a:lnTo>
                  <a:pt x="19" y="3"/>
                </a:lnTo>
                <a:lnTo>
                  <a:pt x="18" y="3"/>
                </a:lnTo>
                <a:lnTo>
                  <a:pt x="19" y="3"/>
                </a:lnTo>
                <a:lnTo>
                  <a:pt x="19" y="4"/>
                </a:lnTo>
                <a:lnTo>
                  <a:pt x="18" y="4"/>
                </a:lnTo>
                <a:lnTo>
                  <a:pt x="18" y="5"/>
                </a:lnTo>
                <a:lnTo>
                  <a:pt x="18" y="6"/>
                </a:lnTo>
                <a:lnTo>
                  <a:pt x="18" y="7"/>
                </a:lnTo>
                <a:lnTo>
                  <a:pt x="18" y="9"/>
                </a:lnTo>
                <a:lnTo>
                  <a:pt x="18" y="10"/>
                </a:lnTo>
                <a:lnTo>
                  <a:pt x="18" y="9"/>
                </a:lnTo>
                <a:lnTo>
                  <a:pt x="17" y="9"/>
                </a:lnTo>
                <a:lnTo>
                  <a:pt x="17" y="10"/>
                </a:lnTo>
                <a:lnTo>
                  <a:pt x="16" y="10"/>
                </a:lnTo>
                <a:lnTo>
                  <a:pt x="17" y="10"/>
                </a:lnTo>
                <a:lnTo>
                  <a:pt x="17" y="9"/>
                </a:lnTo>
                <a:lnTo>
                  <a:pt x="16" y="9"/>
                </a:lnTo>
                <a:lnTo>
                  <a:pt x="15" y="9"/>
                </a:lnTo>
                <a:lnTo>
                  <a:pt x="15" y="10"/>
                </a:lnTo>
                <a:lnTo>
                  <a:pt x="15" y="9"/>
                </a:lnTo>
                <a:lnTo>
                  <a:pt x="14" y="9"/>
                </a:lnTo>
                <a:lnTo>
                  <a:pt x="14" y="7"/>
                </a:lnTo>
                <a:lnTo>
                  <a:pt x="13" y="7"/>
                </a:lnTo>
                <a:lnTo>
                  <a:pt x="12" y="7"/>
                </a:lnTo>
                <a:lnTo>
                  <a:pt x="12" y="9"/>
                </a:lnTo>
                <a:lnTo>
                  <a:pt x="11" y="9"/>
                </a:lnTo>
                <a:lnTo>
                  <a:pt x="9" y="9"/>
                </a:lnTo>
                <a:lnTo>
                  <a:pt x="8" y="9"/>
                </a:lnTo>
                <a:lnTo>
                  <a:pt x="7" y="7"/>
                </a:lnTo>
                <a:lnTo>
                  <a:pt x="5" y="7"/>
                </a:lnTo>
                <a:lnTo>
                  <a:pt x="3" y="7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4" y="2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7" y="5"/>
                </a:lnTo>
                <a:lnTo>
                  <a:pt x="7" y="4"/>
                </a:lnTo>
                <a:lnTo>
                  <a:pt x="8" y="4"/>
                </a:lnTo>
                <a:lnTo>
                  <a:pt x="8" y="3"/>
                </a:lnTo>
                <a:lnTo>
                  <a:pt x="9" y="3"/>
                </a:lnTo>
                <a:lnTo>
                  <a:pt x="9" y="2"/>
                </a:lnTo>
                <a:lnTo>
                  <a:pt x="9" y="1"/>
                </a:lnTo>
                <a:lnTo>
                  <a:pt x="11" y="1"/>
                </a:lnTo>
                <a:lnTo>
                  <a:pt x="12" y="1"/>
                </a:lnTo>
                <a:lnTo>
                  <a:pt x="13" y="1"/>
                </a:lnTo>
                <a:lnTo>
                  <a:pt x="13" y="2"/>
                </a:lnTo>
                <a:lnTo>
                  <a:pt x="14" y="2"/>
                </a:lnTo>
                <a:lnTo>
                  <a:pt x="15" y="2"/>
                </a:lnTo>
                <a:lnTo>
                  <a:pt x="15" y="1"/>
                </a:lnTo>
                <a:lnTo>
                  <a:pt x="16" y="0"/>
                </a:lnTo>
                <a:lnTo>
                  <a:pt x="17" y="0"/>
                </a:lnTo>
                <a:lnTo>
                  <a:pt x="17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2188080" y="2127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2187000" y="21243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2185920" y="21240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" name=""/>
          <p:cNvSpPr/>
          <p:nvPr/>
        </p:nvSpPr>
        <p:spPr>
          <a:xfrm>
            <a:off x="1903680" y="2193840"/>
            <a:ext cx="2520" cy="5040"/>
          </a:xfrm>
          <a:custGeom>
            <a:avLst/>
            <a:gdLst/>
            <a:ahLst/>
            <a:rect l="0" t="0" r="r" b="b"/>
            <a:pathLst>
              <a:path w="7" h="14">
                <a:moveTo>
                  <a:pt x="6" y="4"/>
                </a:moveTo>
                <a:lnTo>
                  <a:pt x="4" y="5"/>
                </a:lnTo>
                <a:lnTo>
                  <a:pt x="4" y="6"/>
                </a:lnTo>
                <a:lnTo>
                  <a:pt x="4" y="7"/>
                </a:lnTo>
                <a:lnTo>
                  <a:pt x="4" y="9"/>
                </a:lnTo>
                <a:lnTo>
                  <a:pt x="3" y="10"/>
                </a:lnTo>
                <a:lnTo>
                  <a:pt x="3" y="11"/>
                </a:lnTo>
                <a:lnTo>
                  <a:pt x="2" y="11"/>
                </a:lnTo>
                <a:lnTo>
                  <a:pt x="2" y="12"/>
                </a:lnTo>
                <a:lnTo>
                  <a:pt x="3" y="12"/>
                </a:lnTo>
                <a:lnTo>
                  <a:pt x="3" y="13"/>
                </a:lnTo>
                <a:lnTo>
                  <a:pt x="3" y="14"/>
                </a:lnTo>
                <a:lnTo>
                  <a:pt x="2" y="14"/>
                </a:lnTo>
                <a:lnTo>
                  <a:pt x="2" y="13"/>
                </a:lnTo>
                <a:lnTo>
                  <a:pt x="1" y="13"/>
                </a:lnTo>
                <a:lnTo>
                  <a:pt x="1" y="11"/>
                </a:lnTo>
                <a:lnTo>
                  <a:pt x="0" y="9"/>
                </a:lnTo>
                <a:lnTo>
                  <a:pt x="1" y="7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3" y="3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lnTo>
                  <a:pt x="6" y="4"/>
                </a:lnTo>
                <a:close/>
              </a:path>
            </a:pathLst>
          </a:custGeom>
          <a:solidFill>
            <a:srgbClr val="8DBBD9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1904400" y="21942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DBBD9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1904040" y="21927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8DBBD9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9" name=""/>
          <p:cNvSpPr/>
          <p:nvPr/>
        </p:nvSpPr>
        <p:spPr>
          <a:xfrm>
            <a:off x="1911960" y="21916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4" y="2"/>
                </a:moveTo>
                <a:lnTo>
                  <a:pt x="2" y="3"/>
                </a:lnTo>
                <a:lnTo>
                  <a:pt x="2" y="5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close/>
              </a:path>
            </a:pathLst>
          </a:custGeom>
          <a:solidFill>
            <a:srgbClr val="8DBBD9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" name=""/>
          <p:cNvSpPr/>
          <p:nvPr/>
        </p:nvSpPr>
        <p:spPr>
          <a:xfrm>
            <a:off x="1911600" y="2191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8DBBD9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1" name=""/>
          <p:cNvSpPr/>
          <p:nvPr/>
        </p:nvSpPr>
        <p:spPr>
          <a:xfrm>
            <a:off x="1911600" y="219060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2" y="3"/>
                </a:move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close/>
              </a:path>
            </a:pathLst>
          </a:custGeom>
          <a:solidFill>
            <a:srgbClr val="8DBBD9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" name=""/>
          <p:cNvSpPr/>
          <p:nvPr/>
        </p:nvSpPr>
        <p:spPr>
          <a:xfrm>
            <a:off x="1911600" y="2190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8DBBD9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3" name=""/>
          <p:cNvSpPr/>
          <p:nvPr/>
        </p:nvSpPr>
        <p:spPr>
          <a:xfrm>
            <a:off x="1778040" y="2020680"/>
            <a:ext cx="247320" cy="183960"/>
          </a:xfrm>
          <a:custGeom>
            <a:avLst/>
            <a:gdLst/>
            <a:ahLst/>
            <a:rect l="0" t="0" r="r" b="b"/>
            <a:pathLst>
              <a:path w="687" h="511">
                <a:moveTo>
                  <a:pt x="592" y="5"/>
                </a:moveTo>
                <a:lnTo>
                  <a:pt x="593" y="5"/>
                </a:lnTo>
                <a:lnTo>
                  <a:pt x="594" y="5"/>
                </a:lnTo>
                <a:lnTo>
                  <a:pt x="595" y="5"/>
                </a:lnTo>
                <a:lnTo>
                  <a:pt x="595" y="6"/>
                </a:lnTo>
                <a:lnTo>
                  <a:pt x="594" y="6"/>
                </a:lnTo>
                <a:lnTo>
                  <a:pt x="596" y="7"/>
                </a:lnTo>
                <a:lnTo>
                  <a:pt x="596" y="6"/>
                </a:lnTo>
                <a:lnTo>
                  <a:pt x="597" y="6"/>
                </a:lnTo>
                <a:lnTo>
                  <a:pt x="598" y="7"/>
                </a:lnTo>
                <a:lnTo>
                  <a:pt x="599" y="8"/>
                </a:lnTo>
                <a:lnTo>
                  <a:pt x="600" y="8"/>
                </a:lnTo>
                <a:lnTo>
                  <a:pt x="601" y="8"/>
                </a:lnTo>
                <a:lnTo>
                  <a:pt x="602" y="8"/>
                </a:lnTo>
                <a:lnTo>
                  <a:pt x="604" y="8"/>
                </a:lnTo>
                <a:lnTo>
                  <a:pt x="606" y="8"/>
                </a:lnTo>
                <a:lnTo>
                  <a:pt x="606" y="7"/>
                </a:lnTo>
                <a:lnTo>
                  <a:pt x="607" y="8"/>
                </a:lnTo>
                <a:lnTo>
                  <a:pt x="608" y="8"/>
                </a:lnTo>
                <a:lnTo>
                  <a:pt x="609" y="8"/>
                </a:lnTo>
                <a:lnTo>
                  <a:pt x="609" y="10"/>
                </a:lnTo>
                <a:lnTo>
                  <a:pt x="609" y="11"/>
                </a:lnTo>
                <a:lnTo>
                  <a:pt x="610" y="12"/>
                </a:lnTo>
                <a:lnTo>
                  <a:pt x="611" y="12"/>
                </a:lnTo>
                <a:lnTo>
                  <a:pt x="612" y="12"/>
                </a:lnTo>
                <a:lnTo>
                  <a:pt x="613" y="12"/>
                </a:lnTo>
                <a:lnTo>
                  <a:pt x="614" y="12"/>
                </a:lnTo>
                <a:lnTo>
                  <a:pt x="614" y="11"/>
                </a:lnTo>
                <a:lnTo>
                  <a:pt x="616" y="12"/>
                </a:lnTo>
                <a:lnTo>
                  <a:pt x="617" y="12"/>
                </a:lnTo>
                <a:lnTo>
                  <a:pt x="617" y="13"/>
                </a:lnTo>
                <a:lnTo>
                  <a:pt x="617" y="15"/>
                </a:lnTo>
                <a:lnTo>
                  <a:pt x="617" y="16"/>
                </a:lnTo>
                <a:lnTo>
                  <a:pt x="617" y="17"/>
                </a:lnTo>
                <a:lnTo>
                  <a:pt x="616" y="17"/>
                </a:lnTo>
                <a:lnTo>
                  <a:pt x="615" y="18"/>
                </a:lnTo>
                <a:lnTo>
                  <a:pt x="615" y="20"/>
                </a:lnTo>
                <a:lnTo>
                  <a:pt x="616" y="20"/>
                </a:lnTo>
                <a:lnTo>
                  <a:pt x="616" y="22"/>
                </a:lnTo>
                <a:lnTo>
                  <a:pt x="615" y="22"/>
                </a:lnTo>
                <a:lnTo>
                  <a:pt x="615" y="23"/>
                </a:lnTo>
                <a:lnTo>
                  <a:pt x="614" y="23"/>
                </a:lnTo>
                <a:lnTo>
                  <a:pt x="614" y="24"/>
                </a:lnTo>
                <a:lnTo>
                  <a:pt x="614" y="25"/>
                </a:lnTo>
                <a:lnTo>
                  <a:pt x="615" y="26"/>
                </a:lnTo>
                <a:lnTo>
                  <a:pt x="615" y="27"/>
                </a:lnTo>
                <a:lnTo>
                  <a:pt x="614" y="28"/>
                </a:lnTo>
                <a:lnTo>
                  <a:pt x="614" y="29"/>
                </a:lnTo>
                <a:lnTo>
                  <a:pt x="613" y="31"/>
                </a:lnTo>
                <a:lnTo>
                  <a:pt x="613" y="32"/>
                </a:lnTo>
                <a:lnTo>
                  <a:pt x="614" y="33"/>
                </a:lnTo>
                <a:lnTo>
                  <a:pt x="615" y="33"/>
                </a:lnTo>
                <a:lnTo>
                  <a:pt x="615" y="34"/>
                </a:lnTo>
                <a:lnTo>
                  <a:pt x="615" y="35"/>
                </a:lnTo>
                <a:lnTo>
                  <a:pt x="614" y="35"/>
                </a:lnTo>
                <a:lnTo>
                  <a:pt x="614" y="34"/>
                </a:lnTo>
                <a:lnTo>
                  <a:pt x="613" y="34"/>
                </a:lnTo>
                <a:lnTo>
                  <a:pt x="612" y="34"/>
                </a:lnTo>
                <a:lnTo>
                  <a:pt x="611" y="36"/>
                </a:lnTo>
                <a:lnTo>
                  <a:pt x="611" y="37"/>
                </a:lnTo>
                <a:lnTo>
                  <a:pt x="610" y="38"/>
                </a:lnTo>
                <a:lnTo>
                  <a:pt x="610" y="39"/>
                </a:lnTo>
                <a:lnTo>
                  <a:pt x="609" y="41"/>
                </a:lnTo>
                <a:lnTo>
                  <a:pt x="609" y="42"/>
                </a:lnTo>
                <a:lnTo>
                  <a:pt x="608" y="42"/>
                </a:lnTo>
                <a:lnTo>
                  <a:pt x="608" y="44"/>
                </a:lnTo>
                <a:lnTo>
                  <a:pt x="609" y="44"/>
                </a:lnTo>
                <a:lnTo>
                  <a:pt x="610" y="44"/>
                </a:lnTo>
                <a:lnTo>
                  <a:pt x="609" y="45"/>
                </a:lnTo>
                <a:lnTo>
                  <a:pt x="610" y="45"/>
                </a:lnTo>
                <a:lnTo>
                  <a:pt x="610" y="46"/>
                </a:lnTo>
                <a:lnTo>
                  <a:pt x="610" y="47"/>
                </a:lnTo>
                <a:lnTo>
                  <a:pt x="611" y="48"/>
                </a:lnTo>
                <a:lnTo>
                  <a:pt x="611" y="49"/>
                </a:lnTo>
                <a:lnTo>
                  <a:pt x="611" y="50"/>
                </a:lnTo>
                <a:lnTo>
                  <a:pt x="612" y="50"/>
                </a:lnTo>
                <a:lnTo>
                  <a:pt x="613" y="50"/>
                </a:lnTo>
                <a:lnTo>
                  <a:pt x="613" y="51"/>
                </a:lnTo>
                <a:lnTo>
                  <a:pt x="613" y="52"/>
                </a:lnTo>
                <a:lnTo>
                  <a:pt x="613" y="53"/>
                </a:lnTo>
                <a:lnTo>
                  <a:pt x="614" y="53"/>
                </a:lnTo>
                <a:lnTo>
                  <a:pt x="615" y="53"/>
                </a:lnTo>
                <a:lnTo>
                  <a:pt x="616" y="54"/>
                </a:lnTo>
                <a:lnTo>
                  <a:pt x="617" y="54"/>
                </a:lnTo>
                <a:lnTo>
                  <a:pt x="617" y="53"/>
                </a:lnTo>
                <a:lnTo>
                  <a:pt x="618" y="52"/>
                </a:lnTo>
                <a:lnTo>
                  <a:pt x="618" y="51"/>
                </a:lnTo>
                <a:lnTo>
                  <a:pt x="619" y="51"/>
                </a:lnTo>
                <a:lnTo>
                  <a:pt x="619" y="50"/>
                </a:lnTo>
                <a:lnTo>
                  <a:pt x="620" y="50"/>
                </a:lnTo>
                <a:lnTo>
                  <a:pt x="621" y="49"/>
                </a:lnTo>
                <a:lnTo>
                  <a:pt x="622" y="49"/>
                </a:lnTo>
                <a:lnTo>
                  <a:pt x="622" y="50"/>
                </a:lnTo>
                <a:lnTo>
                  <a:pt x="623" y="50"/>
                </a:lnTo>
                <a:lnTo>
                  <a:pt x="624" y="50"/>
                </a:lnTo>
                <a:lnTo>
                  <a:pt x="624" y="49"/>
                </a:lnTo>
                <a:lnTo>
                  <a:pt x="625" y="49"/>
                </a:lnTo>
                <a:lnTo>
                  <a:pt x="625" y="50"/>
                </a:lnTo>
                <a:lnTo>
                  <a:pt x="625" y="51"/>
                </a:lnTo>
                <a:lnTo>
                  <a:pt x="626" y="51"/>
                </a:lnTo>
                <a:lnTo>
                  <a:pt x="627" y="51"/>
                </a:lnTo>
                <a:lnTo>
                  <a:pt x="628" y="52"/>
                </a:lnTo>
                <a:lnTo>
                  <a:pt x="629" y="52"/>
                </a:lnTo>
                <a:lnTo>
                  <a:pt x="629" y="51"/>
                </a:lnTo>
                <a:lnTo>
                  <a:pt x="630" y="51"/>
                </a:lnTo>
                <a:lnTo>
                  <a:pt x="631" y="51"/>
                </a:lnTo>
                <a:lnTo>
                  <a:pt x="632" y="51"/>
                </a:lnTo>
                <a:lnTo>
                  <a:pt x="632" y="52"/>
                </a:lnTo>
                <a:lnTo>
                  <a:pt x="633" y="52"/>
                </a:lnTo>
                <a:lnTo>
                  <a:pt x="634" y="52"/>
                </a:lnTo>
                <a:lnTo>
                  <a:pt x="635" y="52"/>
                </a:lnTo>
                <a:lnTo>
                  <a:pt x="635" y="53"/>
                </a:lnTo>
                <a:lnTo>
                  <a:pt x="635" y="54"/>
                </a:lnTo>
                <a:lnTo>
                  <a:pt x="634" y="54"/>
                </a:lnTo>
                <a:lnTo>
                  <a:pt x="633" y="54"/>
                </a:lnTo>
                <a:lnTo>
                  <a:pt x="632" y="54"/>
                </a:lnTo>
                <a:lnTo>
                  <a:pt x="632" y="55"/>
                </a:lnTo>
                <a:lnTo>
                  <a:pt x="631" y="55"/>
                </a:lnTo>
                <a:lnTo>
                  <a:pt x="630" y="55"/>
                </a:lnTo>
                <a:lnTo>
                  <a:pt x="629" y="56"/>
                </a:lnTo>
                <a:lnTo>
                  <a:pt x="629" y="57"/>
                </a:lnTo>
                <a:lnTo>
                  <a:pt x="629" y="58"/>
                </a:lnTo>
                <a:lnTo>
                  <a:pt x="630" y="58"/>
                </a:lnTo>
                <a:lnTo>
                  <a:pt x="630" y="59"/>
                </a:lnTo>
                <a:lnTo>
                  <a:pt x="630" y="60"/>
                </a:lnTo>
                <a:lnTo>
                  <a:pt x="630" y="61"/>
                </a:lnTo>
                <a:lnTo>
                  <a:pt x="631" y="61"/>
                </a:lnTo>
                <a:lnTo>
                  <a:pt x="631" y="63"/>
                </a:lnTo>
                <a:lnTo>
                  <a:pt x="630" y="63"/>
                </a:lnTo>
                <a:lnTo>
                  <a:pt x="629" y="63"/>
                </a:lnTo>
                <a:lnTo>
                  <a:pt x="628" y="63"/>
                </a:lnTo>
                <a:lnTo>
                  <a:pt x="627" y="64"/>
                </a:lnTo>
                <a:lnTo>
                  <a:pt x="627" y="65"/>
                </a:lnTo>
                <a:lnTo>
                  <a:pt x="627" y="66"/>
                </a:lnTo>
                <a:lnTo>
                  <a:pt x="626" y="66"/>
                </a:lnTo>
                <a:lnTo>
                  <a:pt x="625" y="66"/>
                </a:lnTo>
                <a:lnTo>
                  <a:pt x="624" y="66"/>
                </a:lnTo>
                <a:lnTo>
                  <a:pt x="623" y="67"/>
                </a:lnTo>
                <a:lnTo>
                  <a:pt x="622" y="67"/>
                </a:lnTo>
                <a:lnTo>
                  <a:pt x="621" y="67"/>
                </a:lnTo>
                <a:lnTo>
                  <a:pt x="621" y="66"/>
                </a:lnTo>
                <a:lnTo>
                  <a:pt x="619" y="67"/>
                </a:lnTo>
                <a:lnTo>
                  <a:pt x="619" y="68"/>
                </a:lnTo>
                <a:lnTo>
                  <a:pt x="618" y="68"/>
                </a:lnTo>
                <a:lnTo>
                  <a:pt x="618" y="69"/>
                </a:lnTo>
                <a:lnTo>
                  <a:pt x="619" y="69"/>
                </a:lnTo>
                <a:lnTo>
                  <a:pt x="619" y="70"/>
                </a:lnTo>
                <a:lnTo>
                  <a:pt x="619" y="71"/>
                </a:lnTo>
                <a:lnTo>
                  <a:pt x="619" y="73"/>
                </a:lnTo>
                <a:lnTo>
                  <a:pt x="619" y="74"/>
                </a:lnTo>
                <a:lnTo>
                  <a:pt x="619" y="75"/>
                </a:lnTo>
                <a:lnTo>
                  <a:pt x="619" y="76"/>
                </a:lnTo>
                <a:lnTo>
                  <a:pt x="619" y="77"/>
                </a:lnTo>
                <a:lnTo>
                  <a:pt x="620" y="78"/>
                </a:lnTo>
                <a:lnTo>
                  <a:pt x="621" y="78"/>
                </a:lnTo>
                <a:lnTo>
                  <a:pt x="621" y="79"/>
                </a:lnTo>
                <a:lnTo>
                  <a:pt x="622" y="80"/>
                </a:lnTo>
                <a:lnTo>
                  <a:pt x="621" y="80"/>
                </a:lnTo>
                <a:lnTo>
                  <a:pt x="621" y="81"/>
                </a:lnTo>
                <a:lnTo>
                  <a:pt x="621" y="82"/>
                </a:lnTo>
                <a:lnTo>
                  <a:pt x="620" y="84"/>
                </a:lnTo>
                <a:lnTo>
                  <a:pt x="620" y="85"/>
                </a:lnTo>
                <a:lnTo>
                  <a:pt x="620" y="86"/>
                </a:lnTo>
                <a:lnTo>
                  <a:pt x="620" y="87"/>
                </a:lnTo>
                <a:lnTo>
                  <a:pt x="620" y="88"/>
                </a:lnTo>
                <a:lnTo>
                  <a:pt x="620" y="90"/>
                </a:lnTo>
                <a:lnTo>
                  <a:pt x="620" y="91"/>
                </a:lnTo>
                <a:lnTo>
                  <a:pt x="619" y="91"/>
                </a:lnTo>
                <a:lnTo>
                  <a:pt x="619" y="92"/>
                </a:lnTo>
                <a:lnTo>
                  <a:pt x="618" y="93"/>
                </a:lnTo>
                <a:lnTo>
                  <a:pt x="618" y="94"/>
                </a:lnTo>
                <a:lnTo>
                  <a:pt x="618" y="95"/>
                </a:lnTo>
                <a:lnTo>
                  <a:pt x="618" y="96"/>
                </a:lnTo>
                <a:lnTo>
                  <a:pt x="617" y="97"/>
                </a:lnTo>
                <a:lnTo>
                  <a:pt x="617" y="98"/>
                </a:lnTo>
                <a:lnTo>
                  <a:pt x="616" y="98"/>
                </a:lnTo>
                <a:lnTo>
                  <a:pt x="615" y="98"/>
                </a:lnTo>
                <a:lnTo>
                  <a:pt x="614" y="99"/>
                </a:lnTo>
                <a:lnTo>
                  <a:pt x="614" y="101"/>
                </a:lnTo>
                <a:lnTo>
                  <a:pt x="612" y="103"/>
                </a:lnTo>
                <a:lnTo>
                  <a:pt x="611" y="103"/>
                </a:lnTo>
                <a:lnTo>
                  <a:pt x="610" y="104"/>
                </a:lnTo>
                <a:lnTo>
                  <a:pt x="608" y="104"/>
                </a:lnTo>
                <a:lnTo>
                  <a:pt x="607" y="104"/>
                </a:lnTo>
                <a:lnTo>
                  <a:pt x="607" y="105"/>
                </a:lnTo>
                <a:lnTo>
                  <a:pt x="606" y="106"/>
                </a:lnTo>
                <a:lnTo>
                  <a:pt x="606" y="107"/>
                </a:lnTo>
                <a:lnTo>
                  <a:pt x="605" y="107"/>
                </a:lnTo>
                <a:lnTo>
                  <a:pt x="605" y="108"/>
                </a:lnTo>
                <a:lnTo>
                  <a:pt x="605" y="109"/>
                </a:lnTo>
                <a:lnTo>
                  <a:pt x="604" y="110"/>
                </a:lnTo>
                <a:lnTo>
                  <a:pt x="603" y="111"/>
                </a:lnTo>
                <a:lnTo>
                  <a:pt x="602" y="111"/>
                </a:lnTo>
                <a:lnTo>
                  <a:pt x="602" y="112"/>
                </a:lnTo>
                <a:lnTo>
                  <a:pt x="601" y="112"/>
                </a:lnTo>
                <a:lnTo>
                  <a:pt x="600" y="112"/>
                </a:lnTo>
                <a:lnTo>
                  <a:pt x="600" y="113"/>
                </a:lnTo>
                <a:lnTo>
                  <a:pt x="600" y="114"/>
                </a:lnTo>
                <a:lnTo>
                  <a:pt x="601" y="114"/>
                </a:lnTo>
                <a:lnTo>
                  <a:pt x="601" y="115"/>
                </a:lnTo>
                <a:lnTo>
                  <a:pt x="600" y="115"/>
                </a:lnTo>
                <a:lnTo>
                  <a:pt x="600" y="116"/>
                </a:lnTo>
                <a:lnTo>
                  <a:pt x="601" y="116"/>
                </a:lnTo>
                <a:lnTo>
                  <a:pt x="601" y="117"/>
                </a:lnTo>
                <a:lnTo>
                  <a:pt x="601" y="118"/>
                </a:lnTo>
                <a:lnTo>
                  <a:pt x="601" y="119"/>
                </a:lnTo>
                <a:lnTo>
                  <a:pt x="601" y="120"/>
                </a:lnTo>
                <a:lnTo>
                  <a:pt x="600" y="120"/>
                </a:lnTo>
                <a:lnTo>
                  <a:pt x="599" y="121"/>
                </a:lnTo>
                <a:lnTo>
                  <a:pt x="598" y="121"/>
                </a:lnTo>
                <a:lnTo>
                  <a:pt x="597" y="122"/>
                </a:lnTo>
                <a:lnTo>
                  <a:pt x="596" y="122"/>
                </a:lnTo>
                <a:lnTo>
                  <a:pt x="595" y="123"/>
                </a:lnTo>
                <a:lnTo>
                  <a:pt x="594" y="123"/>
                </a:lnTo>
                <a:lnTo>
                  <a:pt x="594" y="124"/>
                </a:lnTo>
                <a:lnTo>
                  <a:pt x="593" y="124"/>
                </a:lnTo>
                <a:lnTo>
                  <a:pt x="592" y="124"/>
                </a:lnTo>
                <a:lnTo>
                  <a:pt x="591" y="125"/>
                </a:lnTo>
                <a:lnTo>
                  <a:pt x="591" y="126"/>
                </a:lnTo>
                <a:lnTo>
                  <a:pt x="590" y="127"/>
                </a:lnTo>
                <a:lnTo>
                  <a:pt x="590" y="128"/>
                </a:lnTo>
                <a:lnTo>
                  <a:pt x="589" y="129"/>
                </a:lnTo>
                <a:lnTo>
                  <a:pt x="589" y="130"/>
                </a:lnTo>
                <a:lnTo>
                  <a:pt x="589" y="131"/>
                </a:lnTo>
                <a:lnTo>
                  <a:pt x="589" y="132"/>
                </a:lnTo>
                <a:lnTo>
                  <a:pt x="588" y="133"/>
                </a:lnTo>
                <a:lnTo>
                  <a:pt x="588" y="134"/>
                </a:lnTo>
                <a:lnTo>
                  <a:pt x="587" y="135"/>
                </a:lnTo>
                <a:lnTo>
                  <a:pt x="586" y="137"/>
                </a:lnTo>
                <a:lnTo>
                  <a:pt x="587" y="138"/>
                </a:lnTo>
                <a:lnTo>
                  <a:pt x="587" y="139"/>
                </a:lnTo>
                <a:lnTo>
                  <a:pt x="587" y="140"/>
                </a:lnTo>
                <a:lnTo>
                  <a:pt x="587" y="141"/>
                </a:lnTo>
                <a:lnTo>
                  <a:pt x="587" y="142"/>
                </a:lnTo>
                <a:lnTo>
                  <a:pt x="588" y="142"/>
                </a:lnTo>
                <a:lnTo>
                  <a:pt x="589" y="143"/>
                </a:lnTo>
                <a:lnTo>
                  <a:pt x="588" y="144"/>
                </a:lnTo>
                <a:lnTo>
                  <a:pt x="588" y="145"/>
                </a:lnTo>
                <a:lnTo>
                  <a:pt x="589" y="145"/>
                </a:lnTo>
                <a:lnTo>
                  <a:pt x="590" y="145"/>
                </a:lnTo>
                <a:lnTo>
                  <a:pt x="590" y="146"/>
                </a:lnTo>
                <a:lnTo>
                  <a:pt x="590" y="147"/>
                </a:lnTo>
                <a:lnTo>
                  <a:pt x="589" y="148"/>
                </a:lnTo>
                <a:lnTo>
                  <a:pt x="590" y="148"/>
                </a:lnTo>
                <a:lnTo>
                  <a:pt x="589" y="149"/>
                </a:lnTo>
                <a:lnTo>
                  <a:pt x="589" y="150"/>
                </a:lnTo>
                <a:lnTo>
                  <a:pt x="590" y="150"/>
                </a:lnTo>
                <a:lnTo>
                  <a:pt x="590" y="149"/>
                </a:lnTo>
                <a:lnTo>
                  <a:pt x="591" y="149"/>
                </a:lnTo>
                <a:lnTo>
                  <a:pt x="591" y="150"/>
                </a:lnTo>
                <a:lnTo>
                  <a:pt x="592" y="150"/>
                </a:lnTo>
                <a:lnTo>
                  <a:pt x="592" y="149"/>
                </a:lnTo>
                <a:lnTo>
                  <a:pt x="593" y="149"/>
                </a:lnTo>
                <a:lnTo>
                  <a:pt x="594" y="148"/>
                </a:lnTo>
                <a:lnTo>
                  <a:pt x="594" y="149"/>
                </a:lnTo>
                <a:lnTo>
                  <a:pt x="595" y="149"/>
                </a:lnTo>
                <a:lnTo>
                  <a:pt x="596" y="149"/>
                </a:lnTo>
                <a:lnTo>
                  <a:pt x="597" y="148"/>
                </a:lnTo>
                <a:lnTo>
                  <a:pt x="598" y="148"/>
                </a:lnTo>
                <a:lnTo>
                  <a:pt x="598" y="147"/>
                </a:lnTo>
                <a:lnTo>
                  <a:pt x="599" y="148"/>
                </a:lnTo>
                <a:lnTo>
                  <a:pt x="600" y="148"/>
                </a:lnTo>
                <a:lnTo>
                  <a:pt x="600" y="147"/>
                </a:lnTo>
                <a:lnTo>
                  <a:pt x="600" y="145"/>
                </a:lnTo>
                <a:lnTo>
                  <a:pt x="600" y="144"/>
                </a:lnTo>
                <a:lnTo>
                  <a:pt x="599" y="144"/>
                </a:lnTo>
                <a:lnTo>
                  <a:pt x="600" y="144"/>
                </a:lnTo>
                <a:lnTo>
                  <a:pt x="600" y="143"/>
                </a:lnTo>
                <a:lnTo>
                  <a:pt x="601" y="143"/>
                </a:lnTo>
                <a:lnTo>
                  <a:pt x="600" y="141"/>
                </a:lnTo>
                <a:lnTo>
                  <a:pt x="601" y="140"/>
                </a:lnTo>
                <a:lnTo>
                  <a:pt x="600" y="138"/>
                </a:lnTo>
                <a:lnTo>
                  <a:pt x="601" y="138"/>
                </a:lnTo>
                <a:lnTo>
                  <a:pt x="601" y="137"/>
                </a:lnTo>
                <a:lnTo>
                  <a:pt x="602" y="137"/>
                </a:lnTo>
                <a:lnTo>
                  <a:pt x="604" y="137"/>
                </a:lnTo>
                <a:lnTo>
                  <a:pt x="605" y="136"/>
                </a:lnTo>
                <a:lnTo>
                  <a:pt x="606" y="135"/>
                </a:lnTo>
                <a:lnTo>
                  <a:pt x="608" y="135"/>
                </a:lnTo>
                <a:lnTo>
                  <a:pt x="609" y="134"/>
                </a:lnTo>
                <a:lnTo>
                  <a:pt x="609" y="133"/>
                </a:lnTo>
                <a:lnTo>
                  <a:pt x="610" y="133"/>
                </a:lnTo>
                <a:lnTo>
                  <a:pt x="611" y="131"/>
                </a:lnTo>
                <a:lnTo>
                  <a:pt x="611" y="130"/>
                </a:lnTo>
                <a:lnTo>
                  <a:pt x="612" y="130"/>
                </a:lnTo>
                <a:lnTo>
                  <a:pt x="612" y="129"/>
                </a:lnTo>
                <a:lnTo>
                  <a:pt x="613" y="129"/>
                </a:lnTo>
                <a:lnTo>
                  <a:pt x="614" y="129"/>
                </a:lnTo>
                <a:lnTo>
                  <a:pt x="614" y="128"/>
                </a:lnTo>
                <a:lnTo>
                  <a:pt x="615" y="127"/>
                </a:lnTo>
                <a:lnTo>
                  <a:pt x="615" y="126"/>
                </a:lnTo>
                <a:lnTo>
                  <a:pt x="616" y="126"/>
                </a:lnTo>
                <a:lnTo>
                  <a:pt x="617" y="127"/>
                </a:lnTo>
                <a:lnTo>
                  <a:pt x="617" y="129"/>
                </a:lnTo>
                <a:lnTo>
                  <a:pt x="618" y="129"/>
                </a:lnTo>
                <a:lnTo>
                  <a:pt x="619" y="130"/>
                </a:lnTo>
                <a:lnTo>
                  <a:pt x="619" y="131"/>
                </a:lnTo>
                <a:lnTo>
                  <a:pt x="620" y="131"/>
                </a:lnTo>
                <a:lnTo>
                  <a:pt x="621" y="131"/>
                </a:lnTo>
                <a:lnTo>
                  <a:pt x="623" y="131"/>
                </a:lnTo>
                <a:lnTo>
                  <a:pt x="624" y="131"/>
                </a:lnTo>
                <a:lnTo>
                  <a:pt x="624" y="130"/>
                </a:lnTo>
                <a:lnTo>
                  <a:pt x="625" y="130"/>
                </a:lnTo>
                <a:lnTo>
                  <a:pt x="624" y="130"/>
                </a:lnTo>
                <a:lnTo>
                  <a:pt x="624" y="129"/>
                </a:lnTo>
                <a:lnTo>
                  <a:pt x="626" y="128"/>
                </a:lnTo>
                <a:lnTo>
                  <a:pt x="627" y="129"/>
                </a:lnTo>
                <a:lnTo>
                  <a:pt x="627" y="130"/>
                </a:lnTo>
                <a:lnTo>
                  <a:pt x="628" y="131"/>
                </a:lnTo>
                <a:lnTo>
                  <a:pt x="629" y="131"/>
                </a:lnTo>
                <a:lnTo>
                  <a:pt x="629" y="133"/>
                </a:lnTo>
                <a:lnTo>
                  <a:pt x="629" y="134"/>
                </a:lnTo>
                <a:lnTo>
                  <a:pt x="629" y="135"/>
                </a:lnTo>
                <a:lnTo>
                  <a:pt x="629" y="136"/>
                </a:lnTo>
                <a:lnTo>
                  <a:pt x="628" y="137"/>
                </a:lnTo>
                <a:lnTo>
                  <a:pt x="629" y="137"/>
                </a:lnTo>
                <a:lnTo>
                  <a:pt x="629" y="138"/>
                </a:lnTo>
                <a:lnTo>
                  <a:pt x="630" y="138"/>
                </a:lnTo>
                <a:lnTo>
                  <a:pt x="631" y="138"/>
                </a:lnTo>
                <a:lnTo>
                  <a:pt x="632" y="138"/>
                </a:lnTo>
                <a:lnTo>
                  <a:pt x="633" y="138"/>
                </a:lnTo>
                <a:lnTo>
                  <a:pt x="633" y="139"/>
                </a:lnTo>
                <a:lnTo>
                  <a:pt x="633" y="140"/>
                </a:lnTo>
                <a:lnTo>
                  <a:pt x="633" y="141"/>
                </a:lnTo>
                <a:lnTo>
                  <a:pt x="632" y="142"/>
                </a:lnTo>
                <a:lnTo>
                  <a:pt x="631" y="142"/>
                </a:lnTo>
                <a:lnTo>
                  <a:pt x="631" y="143"/>
                </a:lnTo>
                <a:lnTo>
                  <a:pt x="630" y="144"/>
                </a:lnTo>
                <a:lnTo>
                  <a:pt x="630" y="145"/>
                </a:lnTo>
                <a:lnTo>
                  <a:pt x="631" y="145"/>
                </a:lnTo>
                <a:lnTo>
                  <a:pt x="631" y="146"/>
                </a:lnTo>
                <a:lnTo>
                  <a:pt x="631" y="147"/>
                </a:lnTo>
                <a:lnTo>
                  <a:pt x="632" y="147"/>
                </a:lnTo>
                <a:lnTo>
                  <a:pt x="633" y="148"/>
                </a:lnTo>
                <a:lnTo>
                  <a:pt x="633" y="149"/>
                </a:lnTo>
                <a:lnTo>
                  <a:pt x="632" y="149"/>
                </a:lnTo>
                <a:lnTo>
                  <a:pt x="632" y="150"/>
                </a:lnTo>
                <a:lnTo>
                  <a:pt x="631" y="152"/>
                </a:lnTo>
                <a:lnTo>
                  <a:pt x="632" y="152"/>
                </a:lnTo>
                <a:lnTo>
                  <a:pt x="632" y="153"/>
                </a:lnTo>
                <a:lnTo>
                  <a:pt x="632" y="154"/>
                </a:lnTo>
                <a:lnTo>
                  <a:pt x="632" y="156"/>
                </a:lnTo>
                <a:lnTo>
                  <a:pt x="632" y="157"/>
                </a:lnTo>
                <a:lnTo>
                  <a:pt x="632" y="158"/>
                </a:lnTo>
                <a:lnTo>
                  <a:pt x="633" y="159"/>
                </a:lnTo>
                <a:lnTo>
                  <a:pt x="634" y="159"/>
                </a:lnTo>
                <a:lnTo>
                  <a:pt x="634" y="160"/>
                </a:lnTo>
                <a:lnTo>
                  <a:pt x="634" y="161"/>
                </a:lnTo>
                <a:lnTo>
                  <a:pt x="635" y="162"/>
                </a:lnTo>
                <a:lnTo>
                  <a:pt x="634" y="163"/>
                </a:lnTo>
                <a:lnTo>
                  <a:pt x="634" y="165"/>
                </a:lnTo>
                <a:lnTo>
                  <a:pt x="633" y="165"/>
                </a:lnTo>
                <a:lnTo>
                  <a:pt x="633" y="167"/>
                </a:lnTo>
                <a:lnTo>
                  <a:pt x="632" y="167"/>
                </a:lnTo>
                <a:lnTo>
                  <a:pt x="632" y="168"/>
                </a:lnTo>
                <a:lnTo>
                  <a:pt x="633" y="168"/>
                </a:lnTo>
                <a:lnTo>
                  <a:pt x="633" y="169"/>
                </a:lnTo>
                <a:lnTo>
                  <a:pt x="632" y="169"/>
                </a:lnTo>
                <a:lnTo>
                  <a:pt x="631" y="170"/>
                </a:lnTo>
                <a:lnTo>
                  <a:pt x="631" y="171"/>
                </a:lnTo>
                <a:lnTo>
                  <a:pt x="631" y="172"/>
                </a:lnTo>
                <a:lnTo>
                  <a:pt x="630" y="172"/>
                </a:lnTo>
                <a:lnTo>
                  <a:pt x="630" y="173"/>
                </a:lnTo>
                <a:lnTo>
                  <a:pt x="630" y="174"/>
                </a:lnTo>
                <a:lnTo>
                  <a:pt x="631" y="174"/>
                </a:lnTo>
                <a:lnTo>
                  <a:pt x="631" y="175"/>
                </a:lnTo>
                <a:lnTo>
                  <a:pt x="632" y="176"/>
                </a:lnTo>
                <a:lnTo>
                  <a:pt x="633" y="176"/>
                </a:lnTo>
                <a:lnTo>
                  <a:pt x="633" y="175"/>
                </a:lnTo>
                <a:lnTo>
                  <a:pt x="634" y="175"/>
                </a:lnTo>
                <a:lnTo>
                  <a:pt x="635" y="175"/>
                </a:lnTo>
                <a:lnTo>
                  <a:pt x="636" y="176"/>
                </a:lnTo>
                <a:lnTo>
                  <a:pt x="637" y="177"/>
                </a:lnTo>
                <a:lnTo>
                  <a:pt x="638" y="178"/>
                </a:lnTo>
                <a:lnTo>
                  <a:pt x="639" y="178"/>
                </a:lnTo>
                <a:lnTo>
                  <a:pt x="640" y="177"/>
                </a:lnTo>
                <a:lnTo>
                  <a:pt x="641" y="177"/>
                </a:lnTo>
                <a:lnTo>
                  <a:pt x="641" y="178"/>
                </a:lnTo>
                <a:lnTo>
                  <a:pt x="642" y="178"/>
                </a:lnTo>
                <a:lnTo>
                  <a:pt x="643" y="178"/>
                </a:lnTo>
                <a:lnTo>
                  <a:pt x="643" y="177"/>
                </a:lnTo>
                <a:lnTo>
                  <a:pt x="643" y="175"/>
                </a:lnTo>
                <a:lnTo>
                  <a:pt x="643" y="174"/>
                </a:lnTo>
                <a:lnTo>
                  <a:pt x="644" y="174"/>
                </a:lnTo>
                <a:lnTo>
                  <a:pt x="644" y="173"/>
                </a:lnTo>
                <a:lnTo>
                  <a:pt x="644" y="172"/>
                </a:lnTo>
                <a:lnTo>
                  <a:pt x="645" y="172"/>
                </a:lnTo>
                <a:lnTo>
                  <a:pt x="645" y="173"/>
                </a:lnTo>
                <a:lnTo>
                  <a:pt x="646" y="173"/>
                </a:lnTo>
                <a:lnTo>
                  <a:pt x="647" y="173"/>
                </a:lnTo>
                <a:lnTo>
                  <a:pt x="648" y="174"/>
                </a:lnTo>
                <a:lnTo>
                  <a:pt x="649" y="173"/>
                </a:lnTo>
                <a:lnTo>
                  <a:pt x="649" y="172"/>
                </a:lnTo>
                <a:lnTo>
                  <a:pt x="649" y="171"/>
                </a:lnTo>
                <a:lnTo>
                  <a:pt x="648" y="171"/>
                </a:lnTo>
                <a:lnTo>
                  <a:pt x="649" y="170"/>
                </a:lnTo>
                <a:lnTo>
                  <a:pt x="649" y="169"/>
                </a:lnTo>
                <a:lnTo>
                  <a:pt x="650" y="168"/>
                </a:lnTo>
                <a:lnTo>
                  <a:pt x="650" y="167"/>
                </a:lnTo>
                <a:lnTo>
                  <a:pt x="651" y="166"/>
                </a:lnTo>
                <a:lnTo>
                  <a:pt x="652" y="165"/>
                </a:lnTo>
                <a:lnTo>
                  <a:pt x="652" y="164"/>
                </a:lnTo>
                <a:lnTo>
                  <a:pt x="653" y="164"/>
                </a:lnTo>
                <a:lnTo>
                  <a:pt x="654" y="163"/>
                </a:lnTo>
                <a:lnTo>
                  <a:pt x="655" y="163"/>
                </a:lnTo>
                <a:lnTo>
                  <a:pt x="656" y="164"/>
                </a:lnTo>
                <a:lnTo>
                  <a:pt x="657" y="164"/>
                </a:lnTo>
                <a:lnTo>
                  <a:pt x="658" y="164"/>
                </a:lnTo>
                <a:lnTo>
                  <a:pt x="659" y="164"/>
                </a:lnTo>
                <a:lnTo>
                  <a:pt x="660" y="164"/>
                </a:lnTo>
                <a:lnTo>
                  <a:pt x="660" y="163"/>
                </a:lnTo>
                <a:lnTo>
                  <a:pt x="661" y="163"/>
                </a:lnTo>
                <a:lnTo>
                  <a:pt x="661" y="162"/>
                </a:lnTo>
                <a:lnTo>
                  <a:pt x="662" y="163"/>
                </a:lnTo>
                <a:lnTo>
                  <a:pt x="662" y="164"/>
                </a:lnTo>
                <a:lnTo>
                  <a:pt x="663" y="164"/>
                </a:lnTo>
                <a:lnTo>
                  <a:pt x="664" y="164"/>
                </a:lnTo>
                <a:lnTo>
                  <a:pt x="665" y="164"/>
                </a:lnTo>
                <a:lnTo>
                  <a:pt x="666" y="164"/>
                </a:lnTo>
                <a:lnTo>
                  <a:pt x="667" y="164"/>
                </a:lnTo>
                <a:lnTo>
                  <a:pt x="669" y="164"/>
                </a:lnTo>
                <a:lnTo>
                  <a:pt x="669" y="165"/>
                </a:lnTo>
                <a:lnTo>
                  <a:pt x="669" y="166"/>
                </a:lnTo>
                <a:lnTo>
                  <a:pt x="670" y="166"/>
                </a:lnTo>
                <a:lnTo>
                  <a:pt x="670" y="167"/>
                </a:lnTo>
                <a:lnTo>
                  <a:pt x="671" y="166"/>
                </a:lnTo>
                <a:lnTo>
                  <a:pt x="671" y="165"/>
                </a:lnTo>
                <a:lnTo>
                  <a:pt x="672" y="165"/>
                </a:lnTo>
                <a:lnTo>
                  <a:pt x="674" y="165"/>
                </a:lnTo>
                <a:lnTo>
                  <a:pt x="674" y="166"/>
                </a:lnTo>
                <a:lnTo>
                  <a:pt x="676" y="166"/>
                </a:lnTo>
                <a:lnTo>
                  <a:pt x="676" y="165"/>
                </a:lnTo>
                <a:lnTo>
                  <a:pt x="677" y="165"/>
                </a:lnTo>
                <a:lnTo>
                  <a:pt x="678" y="165"/>
                </a:lnTo>
                <a:lnTo>
                  <a:pt x="679" y="166"/>
                </a:lnTo>
                <a:lnTo>
                  <a:pt x="681" y="166"/>
                </a:lnTo>
                <a:lnTo>
                  <a:pt x="682" y="168"/>
                </a:lnTo>
                <a:lnTo>
                  <a:pt x="683" y="168"/>
                </a:lnTo>
                <a:lnTo>
                  <a:pt x="682" y="169"/>
                </a:lnTo>
                <a:lnTo>
                  <a:pt x="681" y="169"/>
                </a:lnTo>
                <a:lnTo>
                  <a:pt x="680" y="169"/>
                </a:lnTo>
                <a:lnTo>
                  <a:pt x="679" y="170"/>
                </a:lnTo>
                <a:lnTo>
                  <a:pt x="679" y="169"/>
                </a:lnTo>
                <a:lnTo>
                  <a:pt x="678" y="170"/>
                </a:lnTo>
                <a:lnTo>
                  <a:pt x="677" y="170"/>
                </a:lnTo>
                <a:lnTo>
                  <a:pt x="677" y="172"/>
                </a:lnTo>
                <a:lnTo>
                  <a:pt x="677" y="173"/>
                </a:lnTo>
                <a:lnTo>
                  <a:pt x="676" y="173"/>
                </a:lnTo>
                <a:lnTo>
                  <a:pt x="675" y="174"/>
                </a:lnTo>
                <a:lnTo>
                  <a:pt x="676" y="175"/>
                </a:lnTo>
                <a:lnTo>
                  <a:pt x="676" y="176"/>
                </a:lnTo>
                <a:lnTo>
                  <a:pt x="676" y="177"/>
                </a:lnTo>
                <a:lnTo>
                  <a:pt x="677" y="177"/>
                </a:lnTo>
                <a:lnTo>
                  <a:pt x="677" y="178"/>
                </a:lnTo>
                <a:lnTo>
                  <a:pt x="676" y="178"/>
                </a:lnTo>
                <a:lnTo>
                  <a:pt x="675" y="178"/>
                </a:lnTo>
                <a:lnTo>
                  <a:pt x="675" y="179"/>
                </a:lnTo>
                <a:lnTo>
                  <a:pt x="674" y="179"/>
                </a:lnTo>
                <a:lnTo>
                  <a:pt x="674" y="180"/>
                </a:lnTo>
                <a:lnTo>
                  <a:pt x="675" y="181"/>
                </a:lnTo>
                <a:lnTo>
                  <a:pt x="675" y="182"/>
                </a:lnTo>
                <a:lnTo>
                  <a:pt x="675" y="183"/>
                </a:lnTo>
                <a:lnTo>
                  <a:pt x="676" y="183"/>
                </a:lnTo>
                <a:lnTo>
                  <a:pt x="677" y="183"/>
                </a:lnTo>
                <a:lnTo>
                  <a:pt x="677" y="184"/>
                </a:lnTo>
                <a:lnTo>
                  <a:pt x="678" y="184"/>
                </a:lnTo>
                <a:lnTo>
                  <a:pt x="678" y="185"/>
                </a:lnTo>
                <a:lnTo>
                  <a:pt x="679" y="185"/>
                </a:lnTo>
                <a:lnTo>
                  <a:pt x="679" y="186"/>
                </a:lnTo>
                <a:lnTo>
                  <a:pt x="679" y="187"/>
                </a:lnTo>
                <a:lnTo>
                  <a:pt x="680" y="187"/>
                </a:lnTo>
                <a:lnTo>
                  <a:pt x="681" y="188"/>
                </a:lnTo>
                <a:lnTo>
                  <a:pt x="681" y="189"/>
                </a:lnTo>
                <a:lnTo>
                  <a:pt x="682" y="190"/>
                </a:lnTo>
                <a:lnTo>
                  <a:pt x="682" y="191"/>
                </a:lnTo>
                <a:lnTo>
                  <a:pt x="681" y="191"/>
                </a:lnTo>
                <a:lnTo>
                  <a:pt x="681" y="192"/>
                </a:lnTo>
                <a:lnTo>
                  <a:pt x="682" y="192"/>
                </a:lnTo>
                <a:lnTo>
                  <a:pt x="681" y="193"/>
                </a:lnTo>
                <a:lnTo>
                  <a:pt x="680" y="193"/>
                </a:lnTo>
                <a:lnTo>
                  <a:pt x="680" y="194"/>
                </a:lnTo>
                <a:lnTo>
                  <a:pt x="679" y="195"/>
                </a:lnTo>
                <a:lnTo>
                  <a:pt x="680" y="196"/>
                </a:lnTo>
                <a:lnTo>
                  <a:pt x="680" y="197"/>
                </a:lnTo>
                <a:lnTo>
                  <a:pt x="681" y="197"/>
                </a:lnTo>
                <a:lnTo>
                  <a:pt x="681" y="198"/>
                </a:lnTo>
                <a:lnTo>
                  <a:pt x="682" y="198"/>
                </a:lnTo>
                <a:lnTo>
                  <a:pt x="683" y="198"/>
                </a:lnTo>
                <a:lnTo>
                  <a:pt x="683" y="199"/>
                </a:lnTo>
                <a:lnTo>
                  <a:pt x="683" y="200"/>
                </a:lnTo>
                <a:lnTo>
                  <a:pt x="684" y="201"/>
                </a:lnTo>
                <a:lnTo>
                  <a:pt x="685" y="202"/>
                </a:lnTo>
                <a:lnTo>
                  <a:pt x="685" y="203"/>
                </a:lnTo>
                <a:lnTo>
                  <a:pt x="684" y="203"/>
                </a:lnTo>
                <a:lnTo>
                  <a:pt x="685" y="203"/>
                </a:lnTo>
                <a:lnTo>
                  <a:pt x="685" y="204"/>
                </a:lnTo>
                <a:lnTo>
                  <a:pt x="686" y="204"/>
                </a:lnTo>
                <a:lnTo>
                  <a:pt x="686" y="205"/>
                </a:lnTo>
                <a:lnTo>
                  <a:pt x="687" y="206"/>
                </a:lnTo>
                <a:lnTo>
                  <a:pt x="686" y="206"/>
                </a:lnTo>
                <a:lnTo>
                  <a:pt x="686" y="209"/>
                </a:lnTo>
                <a:lnTo>
                  <a:pt x="686" y="210"/>
                </a:lnTo>
                <a:lnTo>
                  <a:pt x="685" y="210"/>
                </a:lnTo>
                <a:lnTo>
                  <a:pt x="685" y="211"/>
                </a:lnTo>
                <a:lnTo>
                  <a:pt x="684" y="211"/>
                </a:lnTo>
                <a:lnTo>
                  <a:pt x="684" y="212"/>
                </a:lnTo>
                <a:lnTo>
                  <a:pt x="684" y="213"/>
                </a:lnTo>
                <a:lnTo>
                  <a:pt x="683" y="214"/>
                </a:lnTo>
                <a:lnTo>
                  <a:pt x="682" y="214"/>
                </a:lnTo>
                <a:lnTo>
                  <a:pt x="682" y="215"/>
                </a:lnTo>
                <a:lnTo>
                  <a:pt x="681" y="215"/>
                </a:lnTo>
                <a:lnTo>
                  <a:pt x="680" y="215"/>
                </a:lnTo>
                <a:lnTo>
                  <a:pt x="680" y="216"/>
                </a:lnTo>
                <a:lnTo>
                  <a:pt x="680" y="217"/>
                </a:lnTo>
                <a:lnTo>
                  <a:pt x="680" y="218"/>
                </a:lnTo>
                <a:lnTo>
                  <a:pt x="679" y="218"/>
                </a:lnTo>
                <a:lnTo>
                  <a:pt x="678" y="217"/>
                </a:lnTo>
                <a:lnTo>
                  <a:pt x="677" y="217"/>
                </a:lnTo>
                <a:lnTo>
                  <a:pt x="677" y="218"/>
                </a:lnTo>
                <a:lnTo>
                  <a:pt x="676" y="219"/>
                </a:lnTo>
                <a:lnTo>
                  <a:pt x="675" y="219"/>
                </a:lnTo>
                <a:lnTo>
                  <a:pt x="676" y="220"/>
                </a:lnTo>
                <a:lnTo>
                  <a:pt x="675" y="220"/>
                </a:lnTo>
                <a:lnTo>
                  <a:pt x="674" y="220"/>
                </a:lnTo>
                <a:lnTo>
                  <a:pt x="673" y="221"/>
                </a:lnTo>
                <a:lnTo>
                  <a:pt x="672" y="221"/>
                </a:lnTo>
                <a:lnTo>
                  <a:pt x="671" y="221"/>
                </a:lnTo>
                <a:lnTo>
                  <a:pt x="670" y="220"/>
                </a:lnTo>
                <a:lnTo>
                  <a:pt x="670" y="221"/>
                </a:lnTo>
                <a:lnTo>
                  <a:pt x="670" y="222"/>
                </a:lnTo>
                <a:lnTo>
                  <a:pt x="670" y="224"/>
                </a:lnTo>
                <a:lnTo>
                  <a:pt x="669" y="225"/>
                </a:lnTo>
                <a:lnTo>
                  <a:pt x="669" y="226"/>
                </a:lnTo>
                <a:lnTo>
                  <a:pt x="670" y="227"/>
                </a:lnTo>
                <a:lnTo>
                  <a:pt x="671" y="227"/>
                </a:lnTo>
                <a:lnTo>
                  <a:pt x="671" y="228"/>
                </a:lnTo>
                <a:lnTo>
                  <a:pt x="670" y="230"/>
                </a:lnTo>
                <a:lnTo>
                  <a:pt x="670" y="231"/>
                </a:lnTo>
                <a:lnTo>
                  <a:pt x="670" y="233"/>
                </a:lnTo>
                <a:lnTo>
                  <a:pt x="670" y="234"/>
                </a:lnTo>
                <a:lnTo>
                  <a:pt x="671" y="236"/>
                </a:lnTo>
                <a:lnTo>
                  <a:pt x="672" y="237"/>
                </a:lnTo>
                <a:lnTo>
                  <a:pt x="672" y="239"/>
                </a:lnTo>
                <a:lnTo>
                  <a:pt x="673" y="239"/>
                </a:lnTo>
                <a:lnTo>
                  <a:pt x="674" y="240"/>
                </a:lnTo>
                <a:lnTo>
                  <a:pt x="674" y="242"/>
                </a:lnTo>
                <a:lnTo>
                  <a:pt x="674" y="243"/>
                </a:lnTo>
                <a:lnTo>
                  <a:pt x="674" y="244"/>
                </a:lnTo>
                <a:lnTo>
                  <a:pt x="675" y="244"/>
                </a:lnTo>
                <a:lnTo>
                  <a:pt x="675" y="245"/>
                </a:lnTo>
                <a:lnTo>
                  <a:pt x="676" y="246"/>
                </a:lnTo>
                <a:lnTo>
                  <a:pt x="675" y="246"/>
                </a:lnTo>
                <a:lnTo>
                  <a:pt x="674" y="247"/>
                </a:lnTo>
                <a:lnTo>
                  <a:pt x="674" y="248"/>
                </a:lnTo>
                <a:lnTo>
                  <a:pt x="673" y="250"/>
                </a:lnTo>
                <a:lnTo>
                  <a:pt x="672" y="249"/>
                </a:lnTo>
                <a:lnTo>
                  <a:pt x="671" y="250"/>
                </a:lnTo>
                <a:lnTo>
                  <a:pt x="670" y="250"/>
                </a:lnTo>
                <a:lnTo>
                  <a:pt x="669" y="250"/>
                </a:lnTo>
                <a:lnTo>
                  <a:pt x="669" y="249"/>
                </a:lnTo>
                <a:lnTo>
                  <a:pt x="668" y="249"/>
                </a:lnTo>
                <a:lnTo>
                  <a:pt x="667" y="250"/>
                </a:lnTo>
                <a:lnTo>
                  <a:pt x="667" y="251"/>
                </a:lnTo>
                <a:lnTo>
                  <a:pt x="668" y="251"/>
                </a:lnTo>
                <a:lnTo>
                  <a:pt x="668" y="253"/>
                </a:lnTo>
                <a:lnTo>
                  <a:pt x="668" y="254"/>
                </a:lnTo>
                <a:lnTo>
                  <a:pt x="667" y="255"/>
                </a:lnTo>
                <a:lnTo>
                  <a:pt x="666" y="254"/>
                </a:lnTo>
                <a:lnTo>
                  <a:pt x="665" y="254"/>
                </a:lnTo>
                <a:lnTo>
                  <a:pt x="664" y="256"/>
                </a:lnTo>
                <a:lnTo>
                  <a:pt x="664" y="257"/>
                </a:lnTo>
                <a:lnTo>
                  <a:pt x="664" y="258"/>
                </a:lnTo>
                <a:lnTo>
                  <a:pt x="665" y="258"/>
                </a:lnTo>
                <a:lnTo>
                  <a:pt x="665" y="259"/>
                </a:lnTo>
                <a:lnTo>
                  <a:pt x="665" y="261"/>
                </a:lnTo>
                <a:lnTo>
                  <a:pt x="665" y="262"/>
                </a:lnTo>
                <a:lnTo>
                  <a:pt x="664" y="262"/>
                </a:lnTo>
                <a:lnTo>
                  <a:pt x="664" y="263"/>
                </a:lnTo>
                <a:lnTo>
                  <a:pt x="664" y="264"/>
                </a:lnTo>
                <a:lnTo>
                  <a:pt x="664" y="265"/>
                </a:lnTo>
                <a:lnTo>
                  <a:pt x="664" y="264"/>
                </a:lnTo>
                <a:lnTo>
                  <a:pt x="663" y="264"/>
                </a:lnTo>
                <a:lnTo>
                  <a:pt x="662" y="264"/>
                </a:lnTo>
                <a:lnTo>
                  <a:pt x="660" y="264"/>
                </a:lnTo>
                <a:lnTo>
                  <a:pt x="659" y="264"/>
                </a:lnTo>
                <a:lnTo>
                  <a:pt x="658" y="264"/>
                </a:lnTo>
                <a:lnTo>
                  <a:pt x="658" y="263"/>
                </a:lnTo>
                <a:lnTo>
                  <a:pt x="657" y="263"/>
                </a:lnTo>
                <a:lnTo>
                  <a:pt x="656" y="263"/>
                </a:lnTo>
                <a:lnTo>
                  <a:pt x="655" y="262"/>
                </a:lnTo>
                <a:lnTo>
                  <a:pt x="654" y="261"/>
                </a:lnTo>
                <a:lnTo>
                  <a:pt x="654" y="262"/>
                </a:lnTo>
                <a:lnTo>
                  <a:pt x="653" y="262"/>
                </a:lnTo>
                <a:lnTo>
                  <a:pt x="653" y="263"/>
                </a:lnTo>
                <a:lnTo>
                  <a:pt x="653" y="264"/>
                </a:lnTo>
                <a:lnTo>
                  <a:pt x="653" y="263"/>
                </a:lnTo>
                <a:lnTo>
                  <a:pt x="652" y="263"/>
                </a:lnTo>
                <a:lnTo>
                  <a:pt x="651" y="262"/>
                </a:lnTo>
                <a:lnTo>
                  <a:pt x="650" y="262"/>
                </a:lnTo>
                <a:lnTo>
                  <a:pt x="650" y="263"/>
                </a:lnTo>
                <a:lnTo>
                  <a:pt x="649" y="264"/>
                </a:lnTo>
                <a:lnTo>
                  <a:pt x="648" y="266"/>
                </a:lnTo>
                <a:lnTo>
                  <a:pt x="647" y="266"/>
                </a:lnTo>
                <a:lnTo>
                  <a:pt x="647" y="271"/>
                </a:lnTo>
                <a:lnTo>
                  <a:pt x="648" y="271"/>
                </a:lnTo>
                <a:lnTo>
                  <a:pt x="647" y="272"/>
                </a:lnTo>
                <a:lnTo>
                  <a:pt x="646" y="272"/>
                </a:lnTo>
                <a:lnTo>
                  <a:pt x="647" y="273"/>
                </a:lnTo>
                <a:lnTo>
                  <a:pt x="648" y="273"/>
                </a:lnTo>
                <a:lnTo>
                  <a:pt x="648" y="274"/>
                </a:lnTo>
                <a:lnTo>
                  <a:pt x="649" y="274"/>
                </a:lnTo>
                <a:lnTo>
                  <a:pt x="649" y="273"/>
                </a:lnTo>
                <a:lnTo>
                  <a:pt x="650" y="273"/>
                </a:lnTo>
                <a:lnTo>
                  <a:pt x="651" y="274"/>
                </a:lnTo>
                <a:lnTo>
                  <a:pt x="651" y="276"/>
                </a:lnTo>
                <a:lnTo>
                  <a:pt x="650" y="276"/>
                </a:lnTo>
                <a:lnTo>
                  <a:pt x="649" y="276"/>
                </a:lnTo>
                <a:lnTo>
                  <a:pt x="648" y="277"/>
                </a:lnTo>
                <a:lnTo>
                  <a:pt x="648" y="278"/>
                </a:lnTo>
                <a:lnTo>
                  <a:pt x="647" y="278"/>
                </a:lnTo>
                <a:lnTo>
                  <a:pt x="647" y="279"/>
                </a:lnTo>
                <a:lnTo>
                  <a:pt x="646" y="280"/>
                </a:lnTo>
                <a:lnTo>
                  <a:pt x="646" y="281"/>
                </a:lnTo>
                <a:lnTo>
                  <a:pt x="646" y="282"/>
                </a:lnTo>
                <a:lnTo>
                  <a:pt x="645" y="282"/>
                </a:lnTo>
                <a:lnTo>
                  <a:pt x="644" y="281"/>
                </a:lnTo>
                <a:lnTo>
                  <a:pt x="643" y="281"/>
                </a:lnTo>
                <a:lnTo>
                  <a:pt x="643" y="282"/>
                </a:lnTo>
                <a:lnTo>
                  <a:pt x="642" y="282"/>
                </a:lnTo>
                <a:lnTo>
                  <a:pt x="641" y="282"/>
                </a:lnTo>
                <a:lnTo>
                  <a:pt x="640" y="282"/>
                </a:lnTo>
                <a:lnTo>
                  <a:pt x="639" y="283"/>
                </a:lnTo>
                <a:lnTo>
                  <a:pt x="637" y="283"/>
                </a:lnTo>
                <a:lnTo>
                  <a:pt x="636" y="283"/>
                </a:lnTo>
                <a:lnTo>
                  <a:pt x="635" y="283"/>
                </a:lnTo>
                <a:lnTo>
                  <a:pt x="635" y="285"/>
                </a:lnTo>
                <a:lnTo>
                  <a:pt x="635" y="286"/>
                </a:lnTo>
                <a:lnTo>
                  <a:pt x="635" y="287"/>
                </a:lnTo>
                <a:lnTo>
                  <a:pt x="635" y="289"/>
                </a:lnTo>
                <a:lnTo>
                  <a:pt x="635" y="290"/>
                </a:lnTo>
                <a:lnTo>
                  <a:pt x="634" y="290"/>
                </a:lnTo>
                <a:lnTo>
                  <a:pt x="634" y="292"/>
                </a:lnTo>
                <a:lnTo>
                  <a:pt x="634" y="293"/>
                </a:lnTo>
                <a:lnTo>
                  <a:pt x="633" y="293"/>
                </a:lnTo>
                <a:lnTo>
                  <a:pt x="633" y="294"/>
                </a:lnTo>
                <a:lnTo>
                  <a:pt x="632" y="295"/>
                </a:lnTo>
                <a:lnTo>
                  <a:pt x="632" y="296"/>
                </a:lnTo>
                <a:lnTo>
                  <a:pt x="631" y="297"/>
                </a:lnTo>
                <a:lnTo>
                  <a:pt x="630" y="298"/>
                </a:lnTo>
                <a:lnTo>
                  <a:pt x="630" y="299"/>
                </a:lnTo>
                <a:lnTo>
                  <a:pt x="629" y="300"/>
                </a:lnTo>
                <a:lnTo>
                  <a:pt x="629" y="299"/>
                </a:lnTo>
                <a:lnTo>
                  <a:pt x="627" y="299"/>
                </a:lnTo>
                <a:lnTo>
                  <a:pt x="627" y="300"/>
                </a:lnTo>
                <a:lnTo>
                  <a:pt x="627" y="301"/>
                </a:lnTo>
                <a:lnTo>
                  <a:pt x="626" y="301"/>
                </a:lnTo>
                <a:lnTo>
                  <a:pt x="626" y="302"/>
                </a:lnTo>
                <a:lnTo>
                  <a:pt x="626" y="303"/>
                </a:lnTo>
                <a:lnTo>
                  <a:pt x="626" y="304"/>
                </a:lnTo>
                <a:lnTo>
                  <a:pt x="626" y="305"/>
                </a:lnTo>
                <a:lnTo>
                  <a:pt x="625" y="305"/>
                </a:lnTo>
                <a:lnTo>
                  <a:pt x="625" y="306"/>
                </a:lnTo>
                <a:lnTo>
                  <a:pt x="626" y="307"/>
                </a:lnTo>
                <a:lnTo>
                  <a:pt x="626" y="308"/>
                </a:lnTo>
                <a:lnTo>
                  <a:pt x="626" y="309"/>
                </a:lnTo>
                <a:lnTo>
                  <a:pt x="625" y="309"/>
                </a:lnTo>
                <a:lnTo>
                  <a:pt x="625" y="310"/>
                </a:lnTo>
                <a:lnTo>
                  <a:pt x="624" y="311"/>
                </a:lnTo>
                <a:lnTo>
                  <a:pt x="624" y="312"/>
                </a:lnTo>
                <a:lnTo>
                  <a:pt x="623" y="314"/>
                </a:lnTo>
                <a:lnTo>
                  <a:pt x="624" y="314"/>
                </a:lnTo>
                <a:lnTo>
                  <a:pt x="624" y="315"/>
                </a:lnTo>
                <a:lnTo>
                  <a:pt x="625" y="315"/>
                </a:lnTo>
                <a:lnTo>
                  <a:pt x="625" y="316"/>
                </a:lnTo>
                <a:lnTo>
                  <a:pt x="624" y="316"/>
                </a:lnTo>
                <a:lnTo>
                  <a:pt x="624" y="317"/>
                </a:lnTo>
                <a:lnTo>
                  <a:pt x="623" y="317"/>
                </a:lnTo>
                <a:lnTo>
                  <a:pt x="623" y="318"/>
                </a:lnTo>
                <a:lnTo>
                  <a:pt x="623" y="319"/>
                </a:lnTo>
                <a:lnTo>
                  <a:pt x="622" y="319"/>
                </a:lnTo>
                <a:lnTo>
                  <a:pt x="622" y="320"/>
                </a:lnTo>
                <a:lnTo>
                  <a:pt x="623" y="320"/>
                </a:lnTo>
                <a:lnTo>
                  <a:pt x="624" y="320"/>
                </a:lnTo>
                <a:lnTo>
                  <a:pt x="624" y="321"/>
                </a:lnTo>
                <a:lnTo>
                  <a:pt x="624" y="322"/>
                </a:lnTo>
                <a:lnTo>
                  <a:pt x="624" y="323"/>
                </a:lnTo>
                <a:lnTo>
                  <a:pt x="624" y="324"/>
                </a:lnTo>
                <a:lnTo>
                  <a:pt x="625" y="324"/>
                </a:lnTo>
                <a:lnTo>
                  <a:pt x="625" y="325"/>
                </a:lnTo>
                <a:lnTo>
                  <a:pt x="626" y="325"/>
                </a:lnTo>
                <a:lnTo>
                  <a:pt x="626" y="326"/>
                </a:lnTo>
                <a:lnTo>
                  <a:pt x="625" y="327"/>
                </a:lnTo>
                <a:lnTo>
                  <a:pt x="625" y="329"/>
                </a:lnTo>
                <a:lnTo>
                  <a:pt x="625" y="330"/>
                </a:lnTo>
                <a:lnTo>
                  <a:pt x="626" y="330"/>
                </a:lnTo>
                <a:lnTo>
                  <a:pt x="627" y="330"/>
                </a:lnTo>
                <a:lnTo>
                  <a:pt x="627" y="331"/>
                </a:lnTo>
                <a:lnTo>
                  <a:pt x="626" y="331"/>
                </a:lnTo>
                <a:lnTo>
                  <a:pt x="626" y="332"/>
                </a:lnTo>
                <a:lnTo>
                  <a:pt x="625" y="332"/>
                </a:lnTo>
                <a:lnTo>
                  <a:pt x="624" y="332"/>
                </a:lnTo>
                <a:lnTo>
                  <a:pt x="624" y="333"/>
                </a:lnTo>
                <a:lnTo>
                  <a:pt x="625" y="333"/>
                </a:lnTo>
                <a:lnTo>
                  <a:pt x="625" y="334"/>
                </a:lnTo>
                <a:lnTo>
                  <a:pt x="625" y="335"/>
                </a:lnTo>
                <a:lnTo>
                  <a:pt x="625" y="336"/>
                </a:lnTo>
                <a:lnTo>
                  <a:pt x="624" y="336"/>
                </a:lnTo>
                <a:lnTo>
                  <a:pt x="624" y="337"/>
                </a:lnTo>
                <a:lnTo>
                  <a:pt x="624" y="338"/>
                </a:lnTo>
                <a:lnTo>
                  <a:pt x="625" y="339"/>
                </a:lnTo>
                <a:lnTo>
                  <a:pt x="626" y="340"/>
                </a:lnTo>
                <a:lnTo>
                  <a:pt x="627" y="340"/>
                </a:lnTo>
                <a:lnTo>
                  <a:pt x="628" y="340"/>
                </a:lnTo>
                <a:lnTo>
                  <a:pt x="629" y="340"/>
                </a:lnTo>
                <a:lnTo>
                  <a:pt x="629" y="341"/>
                </a:lnTo>
                <a:lnTo>
                  <a:pt x="629" y="340"/>
                </a:lnTo>
                <a:lnTo>
                  <a:pt x="630" y="340"/>
                </a:lnTo>
                <a:lnTo>
                  <a:pt x="629" y="341"/>
                </a:lnTo>
                <a:lnTo>
                  <a:pt x="629" y="342"/>
                </a:lnTo>
                <a:lnTo>
                  <a:pt x="630" y="342"/>
                </a:lnTo>
                <a:lnTo>
                  <a:pt x="630" y="344"/>
                </a:lnTo>
                <a:lnTo>
                  <a:pt x="629" y="344"/>
                </a:lnTo>
                <a:lnTo>
                  <a:pt x="628" y="345"/>
                </a:lnTo>
                <a:lnTo>
                  <a:pt x="627" y="346"/>
                </a:lnTo>
                <a:lnTo>
                  <a:pt x="626" y="347"/>
                </a:lnTo>
                <a:lnTo>
                  <a:pt x="626" y="348"/>
                </a:lnTo>
                <a:lnTo>
                  <a:pt x="627" y="348"/>
                </a:lnTo>
                <a:lnTo>
                  <a:pt x="626" y="349"/>
                </a:lnTo>
                <a:lnTo>
                  <a:pt x="625" y="350"/>
                </a:lnTo>
                <a:lnTo>
                  <a:pt x="624" y="350"/>
                </a:lnTo>
                <a:lnTo>
                  <a:pt x="624" y="352"/>
                </a:lnTo>
                <a:lnTo>
                  <a:pt x="624" y="353"/>
                </a:lnTo>
                <a:lnTo>
                  <a:pt x="625" y="354"/>
                </a:lnTo>
                <a:lnTo>
                  <a:pt x="625" y="355"/>
                </a:lnTo>
                <a:lnTo>
                  <a:pt x="624" y="356"/>
                </a:lnTo>
                <a:lnTo>
                  <a:pt x="623" y="357"/>
                </a:lnTo>
                <a:lnTo>
                  <a:pt x="623" y="358"/>
                </a:lnTo>
                <a:lnTo>
                  <a:pt x="622" y="359"/>
                </a:lnTo>
                <a:lnTo>
                  <a:pt x="623" y="359"/>
                </a:lnTo>
                <a:lnTo>
                  <a:pt x="622" y="360"/>
                </a:lnTo>
                <a:lnTo>
                  <a:pt x="621" y="361"/>
                </a:lnTo>
                <a:lnTo>
                  <a:pt x="620" y="361"/>
                </a:lnTo>
                <a:lnTo>
                  <a:pt x="620" y="362"/>
                </a:lnTo>
                <a:lnTo>
                  <a:pt x="619" y="362"/>
                </a:lnTo>
                <a:lnTo>
                  <a:pt x="618" y="363"/>
                </a:lnTo>
                <a:lnTo>
                  <a:pt x="618" y="364"/>
                </a:lnTo>
                <a:lnTo>
                  <a:pt x="618" y="365"/>
                </a:lnTo>
                <a:lnTo>
                  <a:pt x="617" y="365"/>
                </a:lnTo>
                <a:lnTo>
                  <a:pt x="617" y="366"/>
                </a:lnTo>
                <a:lnTo>
                  <a:pt x="617" y="367"/>
                </a:lnTo>
                <a:lnTo>
                  <a:pt x="616" y="367"/>
                </a:lnTo>
                <a:lnTo>
                  <a:pt x="616" y="368"/>
                </a:lnTo>
                <a:lnTo>
                  <a:pt x="615" y="368"/>
                </a:lnTo>
                <a:lnTo>
                  <a:pt x="615" y="369"/>
                </a:lnTo>
                <a:lnTo>
                  <a:pt x="615" y="368"/>
                </a:lnTo>
                <a:lnTo>
                  <a:pt x="614" y="368"/>
                </a:lnTo>
                <a:lnTo>
                  <a:pt x="614" y="369"/>
                </a:lnTo>
                <a:lnTo>
                  <a:pt x="613" y="369"/>
                </a:lnTo>
                <a:lnTo>
                  <a:pt x="613" y="370"/>
                </a:lnTo>
                <a:lnTo>
                  <a:pt x="612" y="370"/>
                </a:lnTo>
                <a:lnTo>
                  <a:pt x="612" y="371"/>
                </a:lnTo>
                <a:lnTo>
                  <a:pt x="612" y="372"/>
                </a:lnTo>
                <a:lnTo>
                  <a:pt x="611" y="372"/>
                </a:lnTo>
                <a:lnTo>
                  <a:pt x="611" y="373"/>
                </a:lnTo>
                <a:lnTo>
                  <a:pt x="609" y="373"/>
                </a:lnTo>
                <a:lnTo>
                  <a:pt x="609" y="374"/>
                </a:lnTo>
                <a:lnTo>
                  <a:pt x="608" y="374"/>
                </a:lnTo>
                <a:lnTo>
                  <a:pt x="607" y="374"/>
                </a:lnTo>
                <a:lnTo>
                  <a:pt x="606" y="374"/>
                </a:lnTo>
                <a:lnTo>
                  <a:pt x="605" y="374"/>
                </a:lnTo>
                <a:lnTo>
                  <a:pt x="604" y="373"/>
                </a:lnTo>
                <a:lnTo>
                  <a:pt x="604" y="374"/>
                </a:lnTo>
                <a:lnTo>
                  <a:pt x="603" y="374"/>
                </a:lnTo>
                <a:lnTo>
                  <a:pt x="602" y="374"/>
                </a:lnTo>
                <a:lnTo>
                  <a:pt x="601" y="373"/>
                </a:lnTo>
                <a:lnTo>
                  <a:pt x="601" y="374"/>
                </a:lnTo>
                <a:lnTo>
                  <a:pt x="600" y="374"/>
                </a:lnTo>
                <a:lnTo>
                  <a:pt x="599" y="374"/>
                </a:lnTo>
                <a:lnTo>
                  <a:pt x="599" y="375"/>
                </a:lnTo>
                <a:lnTo>
                  <a:pt x="598" y="375"/>
                </a:lnTo>
                <a:lnTo>
                  <a:pt x="596" y="375"/>
                </a:lnTo>
                <a:lnTo>
                  <a:pt x="596" y="376"/>
                </a:lnTo>
                <a:lnTo>
                  <a:pt x="597" y="376"/>
                </a:lnTo>
                <a:lnTo>
                  <a:pt x="598" y="377"/>
                </a:lnTo>
                <a:lnTo>
                  <a:pt x="598" y="378"/>
                </a:lnTo>
                <a:lnTo>
                  <a:pt x="599" y="378"/>
                </a:lnTo>
                <a:lnTo>
                  <a:pt x="599" y="379"/>
                </a:lnTo>
                <a:lnTo>
                  <a:pt x="598" y="380"/>
                </a:lnTo>
                <a:lnTo>
                  <a:pt x="598" y="381"/>
                </a:lnTo>
                <a:lnTo>
                  <a:pt x="597" y="381"/>
                </a:lnTo>
                <a:lnTo>
                  <a:pt x="596" y="381"/>
                </a:lnTo>
                <a:lnTo>
                  <a:pt x="596" y="382"/>
                </a:lnTo>
                <a:lnTo>
                  <a:pt x="596" y="383"/>
                </a:lnTo>
                <a:lnTo>
                  <a:pt x="594" y="383"/>
                </a:lnTo>
                <a:lnTo>
                  <a:pt x="593" y="383"/>
                </a:lnTo>
                <a:lnTo>
                  <a:pt x="592" y="383"/>
                </a:lnTo>
                <a:lnTo>
                  <a:pt x="592" y="384"/>
                </a:lnTo>
                <a:lnTo>
                  <a:pt x="591" y="384"/>
                </a:lnTo>
                <a:lnTo>
                  <a:pt x="591" y="385"/>
                </a:lnTo>
                <a:lnTo>
                  <a:pt x="590" y="385"/>
                </a:lnTo>
                <a:lnTo>
                  <a:pt x="590" y="384"/>
                </a:lnTo>
                <a:lnTo>
                  <a:pt x="589" y="384"/>
                </a:lnTo>
                <a:lnTo>
                  <a:pt x="588" y="384"/>
                </a:lnTo>
                <a:lnTo>
                  <a:pt x="587" y="384"/>
                </a:lnTo>
                <a:lnTo>
                  <a:pt x="587" y="385"/>
                </a:lnTo>
                <a:lnTo>
                  <a:pt x="587" y="386"/>
                </a:lnTo>
                <a:lnTo>
                  <a:pt x="587" y="387"/>
                </a:lnTo>
                <a:lnTo>
                  <a:pt x="586" y="387"/>
                </a:lnTo>
                <a:lnTo>
                  <a:pt x="584" y="387"/>
                </a:lnTo>
                <a:lnTo>
                  <a:pt x="583" y="387"/>
                </a:lnTo>
                <a:lnTo>
                  <a:pt x="582" y="387"/>
                </a:lnTo>
                <a:lnTo>
                  <a:pt x="581" y="387"/>
                </a:lnTo>
                <a:lnTo>
                  <a:pt x="582" y="387"/>
                </a:lnTo>
                <a:lnTo>
                  <a:pt x="582" y="388"/>
                </a:lnTo>
                <a:lnTo>
                  <a:pt x="581" y="389"/>
                </a:lnTo>
                <a:lnTo>
                  <a:pt x="580" y="390"/>
                </a:lnTo>
                <a:lnTo>
                  <a:pt x="579" y="390"/>
                </a:lnTo>
                <a:lnTo>
                  <a:pt x="579" y="389"/>
                </a:lnTo>
                <a:lnTo>
                  <a:pt x="578" y="389"/>
                </a:lnTo>
                <a:lnTo>
                  <a:pt x="578" y="390"/>
                </a:lnTo>
                <a:lnTo>
                  <a:pt x="577" y="390"/>
                </a:lnTo>
                <a:lnTo>
                  <a:pt x="577" y="389"/>
                </a:lnTo>
                <a:lnTo>
                  <a:pt x="576" y="389"/>
                </a:lnTo>
                <a:lnTo>
                  <a:pt x="575" y="390"/>
                </a:lnTo>
                <a:lnTo>
                  <a:pt x="574" y="390"/>
                </a:lnTo>
                <a:lnTo>
                  <a:pt x="574" y="391"/>
                </a:lnTo>
                <a:lnTo>
                  <a:pt x="573" y="391"/>
                </a:lnTo>
                <a:lnTo>
                  <a:pt x="574" y="391"/>
                </a:lnTo>
                <a:lnTo>
                  <a:pt x="574" y="392"/>
                </a:lnTo>
                <a:lnTo>
                  <a:pt x="573" y="392"/>
                </a:lnTo>
                <a:lnTo>
                  <a:pt x="572" y="392"/>
                </a:lnTo>
                <a:lnTo>
                  <a:pt x="572" y="391"/>
                </a:lnTo>
                <a:lnTo>
                  <a:pt x="571" y="389"/>
                </a:lnTo>
                <a:lnTo>
                  <a:pt x="570" y="389"/>
                </a:lnTo>
                <a:lnTo>
                  <a:pt x="569" y="390"/>
                </a:lnTo>
                <a:lnTo>
                  <a:pt x="569" y="391"/>
                </a:lnTo>
                <a:lnTo>
                  <a:pt x="570" y="391"/>
                </a:lnTo>
                <a:lnTo>
                  <a:pt x="570" y="392"/>
                </a:lnTo>
                <a:lnTo>
                  <a:pt x="569" y="392"/>
                </a:lnTo>
                <a:lnTo>
                  <a:pt x="568" y="392"/>
                </a:lnTo>
                <a:lnTo>
                  <a:pt x="568" y="393"/>
                </a:lnTo>
                <a:lnTo>
                  <a:pt x="569" y="393"/>
                </a:lnTo>
                <a:lnTo>
                  <a:pt x="569" y="394"/>
                </a:lnTo>
                <a:lnTo>
                  <a:pt x="569" y="395"/>
                </a:lnTo>
                <a:lnTo>
                  <a:pt x="570" y="396"/>
                </a:lnTo>
                <a:lnTo>
                  <a:pt x="569" y="397"/>
                </a:lnTo>
                <a:lnTo>
                  <a:pt x="569" y="396"/>
                </a:lnTo>
                <a:lnTo>
                  <a:pt x="568" y="396"/>
                </a:lnTo>
                <a:lnTo>
                  <a:pt x="568" y="397"/>
                </a:lnTo>
                <a:lnTo>
                  <a:pt x="567" y="398"/>
                </a:lnTo>
                <a:lnTo>
                  <a:pt x="567" y="399"/>
                </a:lnTo>
                <a:lnTo>
                  <a:pt x="567" y="400"/>
                </a:lnTo>
                <a:lnTo>
                  <a:pt x="568" y="401"/>
                </a:lnTo>
                <a:lnTo>
                  <a:pt x="568" y="402"/>
                </a:lnTo>
                <a:lnTo>
                  <a:pt x="567" y="402"/>
                </a:lnTo>
                <a:lnTo>
                  <a:pt x="566" y="402"/>
                </a:lnTo>
                <a:lnTo>
                  <a:pt x="565" y="402"/>
                </a:lnTo>
                <a:lnTo>
                  <a:pt x="564" y="401"/>
                </a:lnTo>
                <a:lnTo>
                  <a:pt x="563" y="400"/>
                </a:lnTo>
                <a:lnTo>
                  <a:pt x="562" y="401"/>
                </a:lnTo>
                <a:lnTo>
                  <a:pt x="563" y="402"/>
                </a:lnTo>
                <a:lnTo>
                  <a:pt x="563" y="403"/>
                </a:lnTo>
                <a:lnTo>
                  <a:pt x="563" y="404"/>
                </a:lnTo>
                <a:lnTo>
                  <a:pt x="564" y="404"/>
                </a:lnTo>
                <a:lnTo>
                  <a:pt x="565" y="404"/>
                </a:lnTo>
                <a:lnTo>
                  <a:pt x="565" y="405"/>
                </a:lnTo>
                <a:lnTo>
                  <a:pt x="565" y="407"/>
                </a:lnTo>
                <a:lnTo>
                  <a:pt x="564" y="408"/>
                </a:lnTo>
                <a:lnTo>
                  <a:pt x="565" y="409"/>
                </a:lnTo>
                <a:lnTo>
                  <a:pt x="565" y="410"/>
                </a:lnTo>
                <a:lnTo>
                  <a:pt x="565" y="411"/>
                </a:lnTo>
                <a:lnTo>
                  <a:pt x="565" y="412"/>
                </a:lnTo>
                <a:lnTo>
                  <a:pt x="566" y="413"/>
                </a:lnTo>
                <a:lnTo>
                  <a:pt x="566" y="412"/>
                </a:lnTo>
                <a:lnTo>
                  <a:pt x="567" y="413"/>
                </a:lnTo>
                <a:lnTo>
                  <a:pt x="568" y="413"/>
                </a:lnTo>
                <a:lnTo>
                  <a:pt x="568" y="414"/>
                </a:lnTo>
                <a:lnTo>
                  <a:pt x="568" y="415"/>
                </a:lnTo>
                <a:lnTo>
                  <a:pt x="568" y="416"/>
                </a:lnTo>
                <a:lnTo>
                  <a:pt x="569" y="416"/>
                </a:lnTo>
                <a:lnTo>
                  <a:pt x="569" y="417"/>
                </a:lnTo>
                <a:lnTo>
                  <a:pt x="570" y="417"/>
                </a:lnTo>
                <a:lnTo>
                  <a:pt x="570" y="418"/>
                </a:lnTo>
                <a:lnTo>
                  <a:pt x="570" y="419"/>
                </a:lnTo>
                <a:lnTo>
                  <a:pt x="571" y="419"/>
                </a:lnTo>
                <a:lnTo>
                  <a:pt x="572" y="419"/>
                </a:lnTo>
                <a:lnTo>
                  <a:pt x="572" y="420"/>
                </a:lnTo>
                <a:lnTo>
                  <a:pt x="571" y="421"/>
                </a:lnTo>
                <a:lnTo>
                  <a:pt x="569" y="421"/>
                </a:lnTo>
                <a:lnTo>
                  <a:pt x="567" y="421"/>
                </a:lnTo>
                <a:lnTo>
                  <a:pt x="567" y="420"/>
                </a:lnTo>
                <a:lnTo>
                  <a:pt x="566" y="419"/>
                </a:lnTo>
                <a:lnTo>
                  <a:pt x="566" y="420"/>
                </a:lnTo>
                <a:lnTo>
                  <a:pt x="565" y="420"/>
                </a:lnTo>
                <a:lnTo>
                  <a:pt x="565" y="421"/>
                </a:lnTo>
                <a:lnTo>
                  <a:pt x="565" y="422"/>
                </a:lnTo>
                <a:lnTo>
                  <a:pt x="564" y="422"/>
                </a:lnTo>
                <a:lnTo>
                  <a:pt x="564" y="421"/>
                </a:lnTo>
                <a:lnTo>
                  <a:pt x="563" y="422"/>
                </a:lnTo>
                <a:lnTo>
                  <a:pt x="563" y="423"/>
                </a:lnTo>
                <a:lnTo>
                  <a:pt x="563" y="424"/>
                </a:lnTo>
                <a:lnTo>
                  <a:pt x="561" y="424"/>
                </a:lnTo>
                <a:lnTo>
                  <a:pt x="561" y="425"/>
                </a:lnTo>
                <a:lnTo>
                  <a:pt x="561" y="424"/>
                </a:lnTo>
                <a:lnTo>
                  <a:pt x="560" y="425"/>
                </a:lnTo>
                <a:lnTo>
                  <a:pt x="559" y="426"/>
                </a:lnTo>
                <a:lnTo>
                  <a:pt x="559" y="428"/>
                </a:lnTo>
                <a:lnTo>
                  <a:pt x="560" y="428"/>
                </a:lnTo>
                <a:lnTo>
                  <a:pt x="560" y="429"/>
                </a:lnTo>
                <a:lnTo>
                  <a:pt x="561" y="429"/>
                </a:lnTo>
                <a:lnTo>
                  <a:pt x="562" y="430"/>
                </a:lnTo>
                <a:lnTo>
                  <a:pt x="562" y="432"/>
                </a:lnTo>
                <a:lnTo>
                  <a:pt x="560" y="432"/>
                </a:lnTo>
                <a:lnTo>
                  <a:pt x="559" y="434"/>
                </a:lnTo>
                <a:lnTo>
                  <a:pt x="558" y="434"/>
                </a:lnTo>
                <a:lnTo>
                  <a:pt x="557" y="434"/>
                </a:lnTo>
                <a:lnTo>
                  <a:pt x="556" y="433"/>
                </a:lnTo>
                <a:lnTo>
                  <a:pt x="556" y="434"/>
                </a:lnTo>
                <a:lnTo>
                  <a:pt x="555" y="434"/>
                </a:lnTo>
                <a:lnTo>
                  <a:pt x="555" y="433"/>
                </a:lnTo>
                <a:lnTo>
                  <a:pt x="555" y="432"/>
                </a:lnTo>
                <a:lnTo>
                  <a:pt x="555" y="431"/>
                </a:lnTo>
                <a:lnTo>
                  <a:pt x="554" y="430"/>
                </a:lnTo>
                <a:lnTo>
                  <a:pt x="553" y="430"/>
                </a:lnTo>
                <a:lnTo>
                  <a:pt x="551" y="429"/>
                </a:lnTo>
                <a:lnTo>
                  <a:pt x="550" y="430"/>
                </a:lnTo>
                <a:lnTo>
                  <a:pt x="550" y="431"/>
                </a:lnTo>
                <a:lnTo>
                  <a:pt x="549" y="432"/>
                </a:lnTo>
                <a:lnTo>
                  <a:pt x="548" y="432"/>
                </a:lnTo>
                <a:lnTo>
                  <a:pt x="548" y="433"/>
                </a:lnTo>
                <a:lnTo>
                  <a:pt x="549" y="434"/>
                </a:lnTo>
                <a:lnTo>
                  <a:pt x="548" y="434"/>
                </a:lnTo>
                <a:lnTo>
                  <a:pt x="547" y="435"/>
                </a:lnTo>
                <a:lnTo>
                  <a:pt x="546" y="435"/>
                </a:lnTo>
                <a:lnTo>
                  <a:pt x="545" y="435"/>
                </a:lnTo>
                <a:lnTo>
                  <a:pt x="544" y="434"/>
                </a:lnTo>
                <a:lnTo>
                  <a:pt x="544" y="433"/>
                </a:lnTo>
                <a:lnTo>
                  <a:pt x="543" y="432"/>
                </a:lnTo>
                <a:lnTo>
                  <a:pt x="543" y="431"/>
                </a:lnTo>
                <a:lnTo>
                  <a:pt x="542" y="431"/>
                </a:lnTo>
                <a:lnTo>
                  <a:pt x="542" y="430"/>
                </a:lnTo>
                <a:lnTo>
                  <a:pt x="540" y="428"/>
                </a:lnTo>
                <a:lnTo>
                  <a:pt x="539" y="428"/>
                </a:lnTo>
                <a:lnTo>
                  <a:pt x="538" y="428"/>
                </a:lnTo>
                <a:lnTo>
                  <a:pt x="538" y="429"/>
                </a:lnTo>
                <a:lnTo>
                  <a:pt x="538" y="430"/>
                </a:lnTo>
                <a:lnTo>
                  <a:pt x="537" y="430"/>
                </a:lnTo>
                <a:lnTo>
                  <a:pt x="536" y="431"/>
                </a:lnTo>
                <a:lnTo>
                  <a:pt x="536" y="432"/>
                </a:lnTo>
                <a:lnTo>
                  <a:pt x="535" y="433"/>
                </a:lnTo>
                <a:lnTo>
                  <a:pt x="535" y="432"/>
                </a:lnTo>
                <a:lnTo>
                  <a:pt x="533" y="431"/>
                </a:lnTo>
                <a:lnTo>
                  <a:pt x="533" y="430"/>
                </a:lnTo>
                <a:lnTo>
                  <a:pt x="532" y="429"/>
                </a:lnTo>
                <a:lnTo>
                  <a:pt x="531" y="431"/>
                </a:lnTo>
                <a:lnTo>
                  <a:pt x="531" y="432"/>
                </a:lnTo>
                <a:lnTo>
                  <a:pt x="530" y="433"/>
                </a:lnTo>
                <a:lnTo>
                  <a:pt x="530" y="434"/>
                </a:lnTo>
                <a:lnTo>
                  <a:pt x="531" y="435"/>
                </a:lnTo>
                <a:lnTo>
                  <a:pt x="532" y="436"/>
                </a:lnTo>
                <a:lnTo>
                  <a:pt x="533" y="436"/>
                </a:lnTo>
                <a:lnTo>
                  <a:pt x="534" y="437"/>
                </a:lnTo>
                <a:lnTo>
                  <a:pt x="534" y="439"/>
                </a:lnTo>
                <a:lnTo>
                  <a:pt x="534" y="440"/>
                </a:lnTo>
                <a:lnTo>
                  <a:pt x="533" y="440"/>
                </a:lnTo>
                <a:lnTo>
                  <a:pt x="533" y="439"/>
                </a:lnTo>
                <a:lnTo>
                  <a:pt x="532" y="440"/>
                </a:lnTo>
                <a:lnTo>
                  <a:pt x="533" y="441"/>
                </a:lnTo>
                <a:lnTo>
                  <a:pt x="533" y="442"/>
                </a:lnTo>
                <a:lnTo>
                  <a:pt x="533" y="443"/>
                </a:lnTo>
                <a:lnTo>
                  <a:pt x="533" y="445"/>
                </a:lnTo>
                <a:lnTo>
                  <a:pt x="532" y="445"/>
                </a:lnTo>
                <a:lnTo>
                  <a:pt x="532" y="446"/>
                </a:lnTo>
                <a:lnTo>
                  <a:pt x="533" y="447"/>
                </a:lnTo>
                <a:lnTo>
                  <a:pt x="533" y="448"/>
                </a:lnTo>
                <a:lnTo>
                  <a:pt x="533" y="449"/>
                </a:lnTo>
                <a:lnTo>
                  <a:pt x="533" y="451"/>
                </a:lnTo>
                <a:lnTo>
                  <a:pt x="533" y="452"/>
                </a:lnTo>
                <a:lnTo>
                  <a:pt x="534" y="453"/>
                </a:lnTo>
                <a:lnTo>
                  <a:pt x="535" y="453"/>
                </a:lnTo>
                <a:lnTo>
                  <a:pt x="535" y="454"/>
                </a:lnTo>
                <a:lnTo>
                  <a:pt x="536" y="454"/>
                </a:lnTo>
                <a:lnTo>
                  <a:pt x="536" y="455"/>
                </a:lnTo>
                <a:lnTo>
                  <a:pt x="535" y="455"/>
                </a:lnTo>
                <a:lnTo>
                  <a:pt x="535" y="456"/>
                </a:lnTo>
                <a:lnTo>
                  <a:pt x="534" y="456"/>
                </a:lnTo>
                <a:lnTo>
                  <a:pt x="535" y="457"/>
                </a:lnTo>
                <a:lnTo>
                  <a:pt x="536" y="457"/>
                </a:lnTo>
                <a:lnTo>
                  <a:pt x="536" y="458"/>
                </a:lnTo>
                <a:lnTo>
                  <a:pt x="537" y="459"/>
                </a:lnTo>
                <a:lnTo>
                  <a:pt x="536" y="459"/>
                </a:lnTo>
                <a:lnTo>
                  <a:pt x="536" y="460"/>
                </a:lnTo>
                <a:lnTo>
                  <a:pt x="536" y="461"/>
                </a:lnTo>
                <a:lnTo>
                  <a:pt x="534" y="461"/>
                </a:lnTo>
                <a:lnTo>
                  <a:pt x="533" y="461"/>
                </a:lnTo>
                <a:lnTo>
                  <a:pt x="532" y="461"/>
                </a:lnTo>
                <a:lnTo>
                  <a:pt x="531" y="461"/>
                </a:lnTo>
                <a:lnTo>
                  <a:pt x="530" y="460"/>
                </a:lnTo>
                <a:lnTo>
                  <a:pt x="529" y="460"/>
                </a:lnTo>
                <a:lnTo>
                  <a:pt x="529" y="459"/>
                </a:lnTo>
                <a:lnTo>
                  <a:pt x="528" y="459"/>
                </a:lnTo>
                <a:lnTo>
                  <a:pt x="528" y="458"/>
                </a:lnTo>
                <a:lnTo>
                  <a:pt x="527" y="458"/>
                </a:lnTo>
                <a:lnTo>
                  <a:pt x="527" y="459"/>
                </a:lnTo>
                <a:lnTo>
                  <a:pt x="526" y="460"/>
                </a:lnTo>
                <a:lnTo>
                  <a:pt x="526" y="461"/>
                </a:lnTo>
                <a:lnTo>
                  <a:pt x="526" y="460"/>
                </a:lnTo>
                <a:lnTo>
                  <a:pt x="525" y="460"/>
                </a:lnTo>
                <a:lnTo>
                  <a:pt x="524" y="461"/>
                </a:lnTo>
                <a:lnTo>
                  <a:pt x="524" y="462"/>
                </a:lnTo>
                <a:lnTo>
                  <a:pt x="522" y="462"/>
                </a:lnTo>
                <a:lnTo>
                  <a:pt x="521" y="462"/>
                </a:lnTo>
                <a:lnTo>
                  <a:pt x="520" y="461"/>
                </a:lnTo>
                <a:lnTo>
                  <a:pt x="520" y="460"/>
                </a:lnTo>
                <a:lnTo>
                  <a:pt x="519" y="460"/>
                </a:lnTo>
                <a:lnTo>
                  <a:pt x="518" y="460"/>
                </a:lnTo>
                <a:lnTo>
                  <a:pt x="517" y="460"/>
                </a:lnTo>
                <a:lnTo>
                  <a:pt x="516" y="460"/>
                </a:lnTo>
                <a:lnTo>
                  <a:pt x="514" y="460"/>
                </a:lnTo>
                <a:lnTo>
                  <a:pt x="514" y="461"/>
                </a:lnTo>
                <a:lnTo>
                  <a:pt x="513" y="461"/>
                </a:lnTo>
                <a:lnTo>
                  <a:pt x="513" y="460"/>
                </a:lnTo>
                <a:lnTo>
                  <a:pt x="512" y="459"/>
                </a:lnTo>
                <a:lnTo>
                  <a:pt x="512" y="460"/>
                </a:lnTo>
                <a:lnTo>
                  <a:pt x="510" y="461"/>
                </a:lnTo>
                <a:lnTo>
                  <a:pt x="510" y="462"/>
                </a:lnTo>
                <a:lnTo>
                  <a:pt x="510" y="463"/>
                </a:lnTo>
                <a:lnTo>
                  <a:pt x="510" y="462"/>
                </a:lnTo>
                <a:lnTo>
                  <a:pt x="509" y="461"/>
                </a:lnTo>
                <a:lnTo>
                  <a:pt x="509" y="462"/>
                </a:lnTo>
                <a:lnTo>
                  <a:pt x="509" y="463"/>
                </a:lnTo>
                <a:lnTo>
                  <a:pt x="508" y="463"/>
                </a:lnTo>
                <a:lnTo>
                  <a:pt x="507" y="464"/>
                </a:lnTo>
                <a:lnTo>
                  <a:pt x="506" y="464"/>
                </a:lnTo>
                <a:lnTo>
                  <a:pt x="505" y="464"/>
                </a:lnTo>
                <a:lnTo>
                  <a:pt x="504" y="463"/>
                </a:lnTo>
                <a:lnTo>
                  <a:pt x="503" y="463"/>
                </a:lnTo>
                <a:lnTo>
                  <a:pt x="502" y="462"/>
                </a:lnTo>
                <a:lnTo>
                  <a:pt x="501" y="462"/>
                </a:lnTo>
                <a:lnTo>
                  <a:pt x="500" y="462"/>
                </a:lnTo>
                <a:lnTo>
                  <a:pt x="499" y="462"/>
                </a:lnTo>
                <a:lnTo>
                  <a:pt x="500" y="462"/>
                </a:lnTo>
                <a:lnTo>
                  <a:pt x="499" y="463"/>
                </a:lnTo>
                <a:lnTo>
                  <a:pt x="498" y="463"/>
                </a:lnTo>
                <a:lnTo>
                  <a:pt x="498" y="464"/>
                </a:lnTo>
                <a:lnTo>
                  <a:pt x="497" y="465"/>
                </a:lnTo>
                <a:lnTo>
                  <a:pt x="496" y="465"/>
                </a:lnTo>
                <a:lnTo>
                  <a:pt x="496" y="466"/>
                </a:lnTo>
                <a:lnTo>
                  <a:pt x="496" y="467"/>
                </a:lnTo>
                <a:lnTo>
                  <a:pt x="496" y="468"/>
                </a:lnTo>
                <a:lnTo>
                  <a:pt x="495" y="468"/>
                </a:lnTo>
                <a:lnTo>
                  <a:pt x="495" y="469"/>
                </a:lnTo>
                <a:lnTo>
                  <a:pt x="495" y="471"/>
                </a:lnTo>
                <a:lnTo>
                  <a:pt x="495" y="472"/>
                </a:lnTo>
                <a:lnTo>
                  <a:pt x="495" y="473"/>
                </a:lnTo>
                <a:lnTo>
                  <a:pt x="495" y="474"/>
                </a:lnTo>
                <a:lnTo>
                  <a:pt x="495" y="475"/>
                </a:lnTo>
                <a:lnTo>
                  <a:pt x="495" y="476"/>
                </a:lnTo>
                <a:lnTo>
                  <a:pt x="496" y="476"/>
                </a:lnTo>
                <a:lnTo>
                  <a:pt x="495" y="476"/>
                </a:lnTo>
                <a:lnTo>
                  <a:pt x="495" y="477"/>
                </a:lnTo>
                <a:lnTo>
                  <a:pt x="494" y="477"/>
                </a:lnTo>
                <a:lnTo>
                  <a:pt x="494" y="478"/>
                </a:lnTo>
                <a:lnTo>
                  <a:pt x="494" y="479"/>
                </a:lnTo>
                <a:lnTo>
                  <a:pt x="494" y="480"/>
                </a:lnTo>
                <a:lnTo>
                  <a:pt x="493" y="480"/>
                </a:lnTo>
                <a:lnTo>
                  <a:pt x="492" y="481"/>
                </a:lnTo>
                <a:lnTo>
                  <a:pt x="492" y="482"/>
                </a:lnTo>
                <a:lnTo>
                  <a:pt x="493" y="482"/>
                </a:lnTo>
                <a:lnTo>
                  <a:pt x="493" y="483"/>
                </a:lnTo>
                <a:lnTo>
                  <a:pt x="493" y="484"/>
                </a:lnTo>
                <a:lnTo>
                  <a:pt x="492" y="485"/>
                </a:lnTo>
                <a:lnTo>
                  <a:pt x="490" y="485"/>
                </a:lnTo>
                <a:lnTo>
                  <a:pt x="489" y="485"/>
                </a:lnTo>
                <a:lnTo>
                  <a:pt x="488" y="485"/>
                </a:lnTo>
                <a:lnTo>
                  <a:pt x="487" y="486"/>
                </a:lnTo>
                <a:lnTo>
                  <a:pt x="486" y="487"/>
                </a:lnTo>
                <a:lnTo>
                  <a:pt x="485" y="486"/>
                </a:lnTo>
                <a:lnTo>
                  <a:pt x="484" y="486"/>
                </a:lnTo>
                <a:lnTo>
                  <a:pt x="483" y="486"/>
                </a:lnTo>
                <a:lnTo>
                  <a:pt x="483" y="487"/>
                </a:lnTo>
                <a:lnTo>
                  <a:pt x="483" y="488"/>
                </a:lnTo>
                <a:lnTo>
                  <a:pt x="482" y="487"/>
                </a:lnTo>
                <a:lnTo>
                  <a:pt x="481" y="486"/>
                </a:lnTo>
                <a:lnTo>
                  <a:pt x="481" y="484"/>
                </a:lnTo>
                <a:lnTo>
                  <a:pt x="481" y="483"/>
                </a:lnTo>
                <a:lnTo>
                  <a:pt x="480" y="483"/>
                </a:lnTo>
                <a:lnTo>
                  <a:pt x="480" y="484"/>
                </a:lnTo>
                <a:lnTo>
                  <a:pt x="479" y="485"/>
                </a:lnTo>
                <a:lnTo>
                  <a:pt x="479" y="486"/>
                </a:lnTo>
                <a:lnTo>
                  <a:pt x="479" y="487"/>
                </a:lnTo>
                <a:lnTo>
                  <a:pt x="479" y="488"/>
                </a:lnTo>
                <a:lnTo>
                  <a:pt x="478" y="488"/>
                </a:lnTo>
                <a:lnTo>
                  <a:pt x="478" y="489"/>
                </a:lnTo>
                <a:lnTo>
                  <a:pt x="478" y="490"/>
                </a:lnTo>
                <a:lnTo>
                  <a:pt x="478" y="491"/>
                </a:lnTo>
                <a:lnTo>
                  <a:pt x="479" y="492"/>
                </a:lnTo>
                <a:lnTo>
                  <a:pt x="479" y="493"/>
                </a:lnTo>
                <a:lnTo>
                  <a:pt x="478" y="493"/>
                </a:lnTo>
                <a:lnTo>
                  <a:pt x="478" y="494"/>
                </a:lnTo>
                <a:lnTo>
                  <a:pt x="479" y="494"/>
                </a:lnTo>
                <a:lnTo>
                  <a:pt x="478" y="494"/>
                </a:lnTo>
                <a:lnTo>
                  <a:pt x="478" y="495"/>
                </a:lnTo>
                <a:lnTo>
                  <a:pt x="478" y="494"/>
                </a:lnTo>
                <a:lnTo>
                  <a:pt x="478" y="495"/>
                </a:lnTo>
                <a:lnTo>
                  <a:pt x="479" y="495"/>
                </a:lnTo>
                <a:lnTo>
                  <a:pt x="479" y="496"/>
                </a:lnTo>
                <a:lnTo>
                  <a:pt x="479" y="497"/>
                </a:lnTo>
                <a:lnTo>
                  <a:pt x="479" y="498"/>
                </a:lnTo>
                <a:lnTo>
                  <a:pt x="479" y="499"/>
                </a:lnTo>
                <a:lnTo>
                  <a:pt x="480" y="499"/>
                </a:lnTo>
                <a:lnTo>
                  <a:pt x="480" y="500"/>
                </a:lnTo>
                <a:lnTo>
                  <a:pt x="480" y="501"/>
                </a:lnTo>
                <a:lnTo>
                  <a:pt x="480" y="502"/>
                </a:lnTo>
                <a:lnTo>
                  <a:pt x="480" y="503"/>
                </a:lnTo>
                <a:lnTo>
                  <a:pt x="480" y="502"/>
                </a:lnTo>
                <a:lnTo>
                  <a:pt x="480" y="501"/>
                </a:lnTo>
                <a:lnTo>
                  <a:pt x="479" y="501"/>
                </a:lnTo>
                <a:lnTo>
                  <a:pt x="479" y="502"/>
                </a:lnTo>
                <a:lnTo>
                  <a:pt x="479" y="503"/>
                </a:lnTo>
                <a:lnTo>
                  <a:pt x="479" y="504"/>
                </a:lnTo>
                <a:lnTo>
                  <a:pt x="480" y="504"/>
                </a:lnTo>
                <a:lnTo>
                  <a:pt x="479" y="504"/>
                </a:lnTo>
                <a:lnTo>
                  <a:pt x="479" y="505"/>
                </a:lnTo>
                <a:lnTo>
                  <a:pt x="478" y="505"/>
                </a:lnTo>
                <a:lnTo>
                  <a:pt x="478" y="504"/>
                </a:lnTo>
                <a:lnTo>
                  <a:pt x="477" y="504"/>
                </a:lnTo>
                <a:lnTo>
                  <a:pt x="476" y="504"/>
                </a:lnTo>
                <a:lnTo>
                  <a:pt x="476" y="503"/>
                </a:lnTo>
                <a:lnTo>
                  <a:pt x="475" y="503"/>
                </a:lnTo>
                <a:lnTo>
                  <a:pt x="474" y="503"/>
                </a:lnTo>
                <a:lnTo>
                  <a:pt x="474" y="502"/>
                </a:lnTo>
                <a:lnTo>
                  <a:pt x="473" y="502"/>
                </a:lnTo>
                <a:lnTo>
                  <a:pt x="473" y="501"/>
                </a:lnTo>
                <a:lnTo>
                  <a:pt x="472" y="501"/>
                </a:lnTo>
                <a:lnTo>
                  <a:pt x="472" y="500"/>
                </a:lnTo>
                <a:lnTo>
                  <a:pt x="471" y="500"/>
                </a:lnTo>
                <a:lnTo>
                  <a:pt x="470" y="499"/>
                </a:lnTo>
                <a:lnTo>
                  <a:pt x="471" y="498"/>
                </a:lnTo>
                <a:lnTo>
                  <a:pt x="471" y="496"/>
                </a:lnTo>
                <a:lnTo>
                  <a:pt x="472" y="495"/>
                </a:lnTo>
                <a:lnTo>
                  <a:pt x="472" y="494"/>
                </a:lnTo>
                <a:lnTo>
                  <a:pt x="472" y="493"/>
                </a:lnTo>
                <a:lnTo>
                  <a:pt x="471" y="493"/>
                </a:lnTo>
                <a:lnTo>
                  <a:pt x="471" y="492"/>
                </a:lnTo>
                <a:lnTo>
                  <a:pt x="472" y="492"/>
                </a:lnTo>
                <a:lnTo>
                  <a:pt x="471" y="492"/>
                </a:lnTo>
                <a:lnTo>
                  <a:pt x="471" y="491"/>
                </a:lnTo>
                <a:lnTo>
                  <a:pt x="472" y="491"/>
                </a:lnTo>
                <a:lnTo>
                  <a:pt x="472" y="490"/>
                </a:lnTo>
                <a:lnTo>
                  <a:pt x="472" y="489"/>
                </a:lnTo>
                <a:lnTo>
                  <a:pt x="472" y="490"/>
                </a:lnTo>
                <a:lnTo>
                  <a:pt x="472" y="489"/>
                </a:lnTo>
                <a:lnTo>
                  <a:pt x="473" y="489"/>
                </a:lnTo>
                <a:lnTo>
                  <a:pt x="472" y="489"/>
                </a:lnTo>
                <a:lnTo>
                  <a:pt x="471" y="490"/>
                </a:lnTo>
                <a:lnTo>
                  <a:pt x="470" y="490"/>
                </a:lnTo>
                <a:lnTo>
                  <a:pt x="470" y="491"/>
                </a:lnTo>
                <a:lnTo>
                  <a:pt x="469" y="491"/>
                </a:lnTo>
                <a:lnTo>
                  <a:pt x="469" y="492"/>
                </a:lnTo>
                <a:lnTo>
                  <a:pt x="468" y="492"/>
                </a:lnTo>
                <a:lnTo>
                  <a:pt x="468" y="493"/>
                </a:lnTo>
                <a:lnTo>
                  <a:pt x="468" y="494"/>
                </a:lnTo>
                <a:lnTo>
                  <a:pt x="468" y="495"/>
                </a:lnTo>
                <a:lnTo>
                  <a:pt x="468" y="494"/>
                </a:lnTo>
                <a:lnTo>
                  <a:pt x="467" y="494"/>
                </a:lnTo>
                <a:lnTo>
                  <a:pt x="466" y="494"/>
                </a:lnTo>
                <a:lnTo>
                  <a:pt x="466" y="493"/>
                </a:lnTo>
                <a:lnTo>
                  <a:pt x="466" y="492"/>
                </a:lnTo>
                <a:lnTo>
                  <a:pt x="467" y="491"/>
                </a:lnTo>
                <a:lnTo>
                  <a:pt x="466" y="491"/>
                </a:lnTo>
                <a:lnTo>
                  <a:pt x="466" y="490"/>
                </a:lnTo>
                <a:lnTo>
                  <a:pt x="466" y="489"/>
                </a:lnTo>
                <a:lnTo>
                  <a:pt x="465" y="489"/>
                </a:lnTo>
                <a:lnTo>
                  <a:pt x="465" y="488"/>
                </a:lnTo>
                <a:lnTo>
                  <a:pt x="466" y="488"/>
                </a:lnTo>
                <a:lnTo>
                  <a:pt x="466" y="487"/>
                </a:lnTo>
                <a:lnTo>
                  <a:pt x="466" y="486"/>
                </a:lnTo>
                <a:lnTo>
                  <a:pt x="467" y="486"/>
                </a:lnTo>
                <a:lnTo>
                  <a:pt x="466" y="486"/>
                </a:lnTo>
                <a:lnTo>
                  <a:pt x="466" y="487"/>
                </a:lnTo>
                <a:lnTo>
                  <a:pt x="465" y="487"/>
                </a:lnTo>
                <a:lnTo>
                  <a:pt x="465" y="488"/>
                </a:lnTo>
                <a:lnTo>
                  <a:pt x="464" y="488"/>
                </a:lnTo>
                <a:lnTo>
                  <a:pt x="463" y="488"/>
                </a:lnTo>
                <a:lnTo>
                  <a:pt x="463" y="487"/>
                </a:lnTo>
                <a:lnTo>
                  <a:pt x="464" y="487"/>
                </a:lnTo>
                <a:lnTo>
                  <a:pt x="464" y="485"/>
                </a:lnTo>
                <a:lnTo>
                  <a:pt x="463" y="485"/>
                </a:lnTo>
                <a:lnTo>
                  <a:pt x="462" y="485"/>
                </a:lnTo>
                <a:lnTo>
                  <a:pt x="463" y="485"/>
                </a:lnTo>
                <a:lnTo>
                  <a:pt x="463" y="484"/>
                </a:lnTo>
                <a:lnTo>
                  <a:pt x="462" y="484"/>
                </a:lnTo>
                <a:lnTo>
                  <a:pt x="462" y="483"/>
                </a:lnTo>
                <a:lnTo>
                  <a:pt x="463" y="483"/>
                </a:lnTo>
                <a:lnTo>
                  <a:pt x="462" y="483"/>
                </a:lnTo>
                <a:lnTo>
                  <a:pt x="462" y="482"/>
                </a:lnTo>
                <a:lnTo>
                  <a:pt x="462" y="483"/>
                </a:lnTo>
                <a:lnTo>
                  <a:pt x="462" y="482"/>
                </a:lnTo>
                <a:lnTo>
                  <a:pt x="461" y="482"/>
                </a:lnTo>
                <a:lnTo>
                  <a:pt x="462" y="482"/>
                </a:lnTo>
                <a:lnTo>
                  <a:pt x="462" y="481"/>
                </a:lnTo>
                <a:lnTo>
                  <a:pt x="462" y="482"/>
                </a:lnTo>
                <a:lnTo>
                  <a:pt x="462" y="481"/>
                </a:lnTo>
                <a:lnTo>
                  <a:pt x="462" y="482"/>
                </a:lnTo>
                <a:lnTo>
                  <a:pt x="461" y="482"/>
                </a:lnTo>
                <a:lnTo>
                  <a:pt x="461" y="481"/>
                </a:lnTo>
                <a:lnTo>
                  <a:pt x="462" y="481"/>
                </a:lnTo>
                <a:lnTo>
                  <a:pt x="461" y="481"/>
                </a:lnTo>
                <a:lnTo>
                  <a:pt x="461" y="480"/>
                </a:lnTo>
                <a:lnTo>
                  <a:pt x="461" y="479"/>
                </a:lnTo>
                <a:lnTo>
                  <a:pt x="462" y="479"/>
                </a:lnTo>
                <a:lnTo>
                  <a:pt x="462" y="478"/>
                </a:lnTo>
                <a:lnTo>
                  <a:pt x="463" y="478"/>
                </a:lnTo>
                <a:lnTo>
                  <a:pt x="464" y="478"/>
                </a:lnTo>
                <a:lnTo>
                  <a:pt x="464" y="477"/>
                </a:lnTo>
                <a:lnTo>
                  <a:pt x="465" y="477"/>
                </a:lnTo>
                <a:lnTo>
                  <a:pt x="465" y="476"/>
                </a:lnTo>
                <a:lnTo>
                  <a:pt x="464" y="477"/>
                </a:lnTo>
                <a:lnTo>
                  <a:pt x="464" y="476"/>
                </a:lnTo>
                <a:lnTo>
                  <a:pt x="464" y="477"/>
                </a:lnTo>
                <a:lnTo>
                  <a:pt x="463" y="477"/>
                </a:lnTo>
                <a:lnTo>
                  <a:pt x="463" y="476"/>
                </a:lnTo>
                <a:lnTo>
                  <a:pt x="464" y="476"/>
                </a:lnTo>
                <a:lnTo>
                  <a:pt x="463" y="476"/>
                </a:lnTo>
                <a:lnTo>
                  <a:pt x="463" y="477"/>
                </a:lnTo>
                <a:lnTo>
                  <a:pt x="462" y="477"/>
                </a:lnTo>
                <a:lnTo>
                  <a:pt x="461" y="477"/>
                </a:lnTo>
                <a:lnTo>
                  <a:pt x="460" y="477"/>
                </a:lnTo>
                <a:lnTo>
                  <a:pt x="460" y="478"/>
                </a:lnTo>
                <a:lnTo>
                  <a:pt x="459" y="478"/>
                </a:lnTo>
                <a:lnTo>
                  <a:pt x="459" y="479"/>
                </a:lnTo>
                <a:lnTo>
                  <a:pt x="458" y="479"/>
                </a:lnTo>
                <a:lnTo>
                  <a:pt x="458" y="480"/>
                </a:lnTo>
                <a:lnTo>
                  <a:pt x="459" y="480"/>
                </a:lnTo>
                <a:lnTo>
                  <a:pt x="458" y="480"/>
                </a:lnTo>
                <a:lnTo>
                  <a:pt x="457" y="480"/>
                </a:lnTo>
                <a:lnTo>
                  <a:pt x="456" y="480"/>
                </a:lnTo>
                <a:lnTo>
                  <a:pt x="457" y="480"/>
                </a:lnTo>
                <a:lnTo>
                  <a:pt x="457" y="481"/>
                </a:lnTo>
                <a:lnTo>
                  <a:pt x="457" y="482"/>
                </a:lnTo>
                <a:lnTo>
                  <a:pt x="457" y="481"/>
                </a:lnTo>
                <a:lnTo>
                  <a:pt x="458" y="481"/>
                </a:lnTo>
                <a:lnTo>
                  <a:pt x="458" y="482"/>
                </a:lnTo>
                <a:lnTo>
                  <a:pt x="458" y="481"/>
                </a:lnTo>
                <a:lnTo>
                  <a:pt x="458" y="482"/>
                </a:lnTo>
                <a:lnTo>
                  <a:pt x="459" y="482"/>
                </a:lnTo>
                <a:lnTo>
                  <a:pt x="459" y="483"/>
                </a:lnTo>
                <a:lnTo>
                  <a:pt x="459" y="484"/>
                </a:lnTo>
                <a:lnTo>
                  <a:pt x="459" y="485"/>
                </a:lnTo>
                <a:lnTo>
                  <a:pt x="458" y="485"/>
                </a:lnTo>
                <a:lnTo>
                  <a:pt x="457" y="485"/>
                </a:lnTo>
                <a:lnTo>
                  <a:pt x="456" y="485"/>
                </a:lnTo>
                <a:lnTo>
                  <a:pt x="456" y="484"/>
                </a:lnTo>
                <a:lnTo>
                  <a:pt x="455" y="484"/>
                </a:lnTo>
                <a:lnTo>
                  <a:pt x="455" y="485"/>
                </a:lnTo>
                <a:lnTo>
                  <a:pt x="456" y="485"/>
                </a:lnTo>
                <a:lnTo>
                  <a:pt x="457" y="485"/>
                </a:lnTo>
                <a:lnTo>
                  <a:pt x="457" y="486"/>
                </a:lnTo>
                <a:lnTo>
                  <a:pt x="458" y="486"/>
                </a:lnTo>
                <a:lnTo>
                  <a:pt x="459" y="486"/>
                </a:lnTo>
                <a:lnTo>
                  <a:pt x="460" y="487"/>
                </a:lnTo>
                <a:lnTo>
                  <a:pt x="460" y="488"/>
                </a:lnTo>
                <a:lnTo>
                  <a:pt x="461" y="488"/>
                </a:lnTo>
                <a:lnTo>
                  <a:pt x="461" y="489"/>
                </a:lnTo>
                <a:lnTo>
                  <a:pt x="462" y="489"/>
                </a:lnTo>
                <a:lnTo>
                  <a:pt x="462" y="490"/>
                </a:lnTo>
                <a:lnTo>
                  <a:pt x="463" y="490"/>
                </a:lnTo>
                <a:lnTo>
                  <a:pt x="462" y="491"/>
                </a:lnTo>
                <a:lnTo>
                  <a:pt x="463" y="491"/>
                </a:lnTo>
                <a:lnTo>
                  <a:pt x="463" y="492"/>
                </a:lnTo>
                <a:lnTo>
                  <a:pt x="464" y="492"/>
                </a:lnTo>
                <a:lnTo>
                  <a:pt x="464" y="493"/>
                </a:lnTo>
                <a:lnTo>
                  <a:pt x="464" y="494"/>
                </a:lnTo>
                <a:lnTo>
                  <a:pt x="463" y="494"/>
                </a:lnTo>
                <a:lnTo>
                  <a:pt x="463" y="493"/>
                </a:lnTo>
                <a:lnTo>
                  <a:pt x="462" y="493"/>
                </a:lnTo>
                <a:lnTo>
                  <a:pt x="463" y="493"/>
                </a:lnTo>
                <a:lnTo>
                  <a:pt x="463" y="494"/>
                </a:lnTo>
                <a:lnTo>
                  <a:pt x="463" y="495"/>
                </a:lnTo>
                <a:lnTo>
                  <a:pt x="462" y="495"/>
                </a:lnTo>
                <a:lnTo>
                  <a:pt x="462" y="496"/>
                </a:lnTo>
                <a:lnTo>
                  <a:pt x="462" y="497"/>
                </a:lnTo>
                <a:lnTo>
                  <a:pt x="461" y="498"/>
                </a:lnTo>
                <a:lnTo>
                  <a:pt x="461" y="499"/>
                </a:lnTo>
                <a:lnTo>
                  <a:pt x="460" y="500"/>
                </a:lnTo>
                <a:lnTo>
                  <a:pt x="461" y="501"/>
                </a:lnTo>
                <a:lnTo>
                  <a:pt x="461" y="502"/>
                </a:lnTo>
                <a:lnTo>
                  <a:pt x="461" y="503"/>
                </a:lnTo>
                <a:lnTo>
                  <a:pt x="458" y="502"/>
                </a:lnTo>
                <a:lnTo>
                  <a:pt x="457" y="502"/>
                </a:lnTo>
                <a:lnTo>
                  <a:pt x="457" y="503"/>
                </a:lnTo>
                <a:lnTo>
                  <a:pt x="456" y="503"/>
                </a:lnTo>
                <a:lnTo>
                  <a:pt x="455" y="503"/>
                </a:lnTo>
                <a:lnTo>
                  <a:pt x="454" y="504"/>
                </a:lnTo>
                <a:lnTo>
                  <a:pt x="453" y="504"/>
                </a:lnTo>
                <a:lnTo>
                  <a:pt x="452" y="504"/>
                </a:lnTo>
                <a:lnTo>
                  <a:pt x="452" y="505"/>
                </a:lnTo>
                <a:lnTo>
                  <a:pt x="451" y="505"/>
                </a:lnTo>
                <a:lnTo>
                  <a:pt x="450" y="505"/>
                </a:lnTo>
                <a:lnTo>
                  <a:pt x="449" y="505"/>
                </a:lnTo>
                <a:lnTo>
                  <a:pt x="449" y="506"/>
                </a:lnTo>
                <a:lnTo>
                  <a:pt x="448" y="506"/>
                </a:lnTo>
                <a:lnTo>
                  <a:pt x="448" y="505"/>
                </a:lnTo>
                <a:lnTo>
                  <a:pt x="447" y="505"/>
                </a:lnTo>
                <a:lnTo>
                  <a:pt x="446" y="505"/>
                </a:lnTo>
                <a:lnTo>
                  <a:pt x="445" y="505"/>
                </a:lnTo>
                <a:lnTo>
                  <a:pt x="444" y="505"/>
                </a:lnTo>
                <a:lnTo>
                  <a:pt x="443" y="505"/>
                </a:lnTo>
                <a:lnTo>
                  <a:pt x="443" y="506"/>
                </a:lnTo>
                <a:lnTo>
                  <a:pt x="442" y="506"/>
                </a:lnTo>
                <a:lnTo>
                  <a:pt x="441" y="506"/>
                </a:lnTo>
                <a:lnTo>
                  <a:pt x="441" y="505"/>
                </a:lnTo>
                <a:lnTo>
                  <a:pt x="441" y="504"/>
                </a:lnTo>
                <a:lnTo>
                  <a:pt x="441" y="503"/>
                </a:lnTo>
                <a:lnTo>
                  <a:pt x="440" y="503"/>
                </a:lnTo>
                <a:lnTo>
                  <a:pt x="441" y="504"/>
                </a:lnTo>
                <a:lnTo>
                  <a:pt x="440" y="505"/>
                </a:lnTo>
                <a:lnTo>
                  <a:pt x="439" y="506"/>
                </a:lnTo>
                <a:lnTo>
                  <a:pt x="438" y="507"/>
                </a:lnTo>
                <a:lnTo>
                  <a:pt x="437" y="507"/>
                </a:lnTo>
                <a:lnTo>
                  <a:pt x="436" y="508"/>
                </a:lnTo>
                <a:lnTo>
                  <a:pt x="435" y="508"/>
                </a:lnTo>
                <a:lnTo>
                  <a:pt x="434" y="508"/>
                </a:lnTo>
                <a:lnTo>
                  <a:pt x="433" y="508"/>
                </a:lnTo>
                <a:lnTo>
                  <a:pt x="433" y="507"/>
                </a:lnTo>
                <a:lnTo>
                  <a:pt x="432" y="506"/>
                </a:lnTo>
                <a:lnTo>
                  <a:pt x="433" y="505"/>
                </a:lnTo>
                <a:lnTo>
                  <a:pt x="433" y="504"/>
                </a:lnTo>
                <a:lnTo>
                  <a:pt x="433" y="503"/>
                </a:lnTo>
                <a:lnTo>
                  <a:pt x="433" y="504"/>
                </a:lnTo>
                <a:lnTo>
                  <a:pt x="432" y="505"/>
                </a:lnTo>
                <a:lnTo>
                  <a:pt x="431" y="505"/>
                </a:lnTo>
                <a:lnTo>
                  <a:pt x="432" y="506"/>
                </a:lnTo>
                <a:lnTo>
                  <a:pt x="432" y="507"/>
                </a:lnTo>
                <a:lnTo>
                  <a:pt x="432" y="508"/>
                </a:lnTo>
                <a:lnTo>
                  <a:pt x="431" y="509"/>
                </a:lnTo>
                <a:lnTo>
                  <a:pt x="430" y="509"/>
                </a:lnTo>
                <a:lnTo>
                  <a:pt x="429" y="509"/>
                </a:lnTo>
                <a:lnTo>
                  <a:pt x="428" y="509"/>
                </a:lnTo>
                <a:lnTo>
                  <a:pt x="428" y="510"/>
                </a:lnTo>
                <a:lnTo>
                  <a:pt x="427" y="510"/>
                </a:lnTo>
                <a:lnTo>
                  <a:pt x="426" y="510"/>
                </a:lnTo>
                <a:lnTo>
                  <a:pt x="426" y="509"/>
                </a:lnTo>
                <a:lnTo>
                  <a:pt x="425" y="509"/>
                </a:lnTo>
                <a:lnTo>
                  <a:pt x="425" y="510"/>
                </a:lnTo>
                <a:lnTo>
                  <a:pt x="426" y="510"/>
                </a:lnTo>
                <a:lnTo>
                  <a:pt x="426" y="511"/>
                </a:lnTo>
                <a:lnTo>
                  <a:pt x="425" y="511"/>
                </a:lnTo>
                <a:lnTo>
                  <a:pt x="425" y="510"/>
                </a:lnTo>
                <a:lnTo>
                  <a:pt x="424" y="510"/>
                </a:lnTo>
                <a:lnTo>
                  <a:pt x="423" y="510"/>
                </a:lnTo>
                <a:lnTo>
                  <a:pt x="422" y="509"/>
                </a:lnTo>
                <a:lnTo>
                  <a:pt x="421" y="509"/>
                </a:lnTo>
                <a:lnTo>
                  <a:pt x="420" y="509"/>
                </a:lnTo>
                <a:lnTo>
                  <a:pt x="420" y="508"/>
                </a:lnTo>
                <a:lnTo>
                  <a:pt x="419" y="508"/>
                </a:lnTo>
                <a:lnTo>
                  <a:pt x="419" y="507"/>
                </a:lnTo>
                <a:lnTo>
                  <a:pt x="418" y="507"/>
                </a:lnTo>
                <a:lnTo>
                  <a:pt x="417" y="507"/>
                </a:lnTo>
                <a:lnTo>
                  <a:pt x="416" y="506"/>
                </a:lnTo>
                <a:lnTo>
                  <a:pt x="416" y="507"/>
                </a:lnTo>
                <a:lnTo>
                  <a:pt x="415" y="507"/>
                </a:lnTo>
                <a:lnTo>
                  <a:pt x="415" y="506"/>
                </a:lnTo>
                <a:lnTo>
                  <a:pt x="415" y="505"/>
                </a:lnTo>
                <a:lnTo>
                  <a:pt x="416" y="505"/>
                </a:lnTo>
                <a:lnTo>
                  <a:pt x="416" y="504"/>
                </a:lnTo>
                <a:lnTo>
                  <a:pt x="417" y="504"/>
                </a:lnTo>
                <a:lnTo>
                  <a:pt x="418" y="502"/>
                </a:lnTo>
                <a:lnTo>
                  <a:pt x="419" y="503"/>
                </a:lnTo>
                <a:lnTo>
                  <a:pt x="420" y="503"/>
                </a:lnTo>
                <a:lnTo>
                  <a:pt x="421" y="502"/>
                </a:lnTo>
                <a:lnTo>
                  <a:pt x="422" y="502"/>
                </a:lnTo>
                <a:lnTo>
                  <a:pt x="423" y="501"/>
                </a:lnTo>
                <a:lnTo>
                  <a:pt x="424" y="501"/>
                </a:lnTo>
                <a:lnTo>
                  <a:pt x="424" y="500"/>
                </a:lnTo>
                <a:lnTo>
                  <a:pt x="425" y="500"/>
                </a:lnTo>
                <a:lnTo>
                  <a:pt x="426" y="499"/>
                </a:lnTo>
                <a:lnTo>
                  <a:pt x="426" y="498"/>
                </a:lnTo>
                <a:lnTo>
                  <a:pt x="426" y="497"/>
                </a:lnTo>
                <a:lnTo>
                  <a:pt x="426" y="496"/>
                </a:lnTo>
                <a:lnTo>
                  <a:pt x="425" y="496"/>
                </a:lnTo>
                <a:lnTo>
                  <a:pt x="425" y="495"/>
                </a:lnTo>
                <a:lnTo>
                  <a:pt x="425" y="494"/>
                </a:lnTo>
                <a:lnTo>
                  <a:pt x="425" y="495"/>
                </a:lnTo>
                <a:lnTo>
                  <a:pt x="424" y="495"/>
                </a:lnTo>
                <a:lnTo>
                  <a:pt x="424" y="494"/>
                </a:lnTo>
                <a:lnTo>
                  <a:pt x="425" y="494"/>
                </a:lnTo>
                <a:lnTo>
                  <a:pt x="425" y="493"/>
                </a:lnTo>
                <a:lnTo>
                  <a:pt x="424" y="492"/>
                </a:lnTo>
                <a:lnTo>
                  <a:pt x="424" y="493"/>
                </a:lnTo>
                <a:lnTo>
                  <a:pt x="423" y="493"/>
                </a:lnTo>
                <a:lnTo>
                  <a:pt x="423" y="492"/>
                </a:lnTo>
                <a:lnTo>
                  <a:pt x="422" y="492"/>
                </a:lnTo>
                <a:lnTo>
                  <a:pt x="421" y="492"/>
                </a:lnTo>
                <a:lnTo>
                  <a:pt x="420" y="492"/>
                </a:lnTo>
                <a:lnTo>
                  <a:pt x="419" y="492"/>
                </a:lnTo>
                <a:lnTo>
                  <a:pt x="418" y="491"/>
                </a:lnTo>
                <a:lnTo>
                  <a:pt x="418" y="489"/>
                </a:lnTo>
                <a:lnTo>
                  <a:pt x="418" y="488"/>
                </a:lnTo>
                <a:lnTo>
                  <a:pt x="418" y="487"/>
                </a:lnTo>
                <a:lnTo>
                  <a:pt x="419" y="487"/>
                </a:lnTo>
                <a:lnTo>
                  <a:pt x="420" y="487"/>
                </a:lnTo>
                <a:lnTo>
                  <a:pt x="420" y="486"/>
                </a:lnTo>
                <a:lnTo>
                  <a:pt x="420" y="485"/>
                </a:lnTo>
                <a:lnTo>
                  <a:pt x="421" y="485"/>
                </a:lnTo>
                <a:lnTo>
                  <a:pt x="422" y="484"/>
                </a:lnTo>
                <a:lnTo>
                  <a:pt x="421" y="485"/>
                </a:lnTo>
                <a:lnTo>
                  <a:pt x="420" y="485"/>
                </a:lnTo>
                <a:lnTo>
                  <a:pt x="419" y="486"/>
                </a:lnTo>
                <a:lnTo>
                  <a:pt x="419" y="487"/>
                </a:lnTo>
                <a:lnTo>
                  <a:pt x="418" y="487"/>
                </a:lnTo>
                <a:lnTo>
                  <a:pt x="418" y="488"/>
                </a:lnTo>
                <a:lnTo>
                  <a:pt x="417" y="488"/>
                </a:lnTo>
                <a:lnTo>
                  <a:pt x="417" y="489"/>
                </a:lnTo>
                <a:lnTo>
                  <a:pt x="418" y="490"/>
                </a:lnTo>
                <a:lnTo>
                  <a:pt x="418" y="491"/>
                </a:lnTo>
                <a:lnTo>
                  <a:pt x="417" y="491"/>
                </a:lnTo>
                <a:lnTo>
                  <a:pt x="416" y="491"/>
                </a:lnTo>
                <a:lnTo>
                  <a:pt x="416" y="490"/>
                </a:lnTo>
                <a:lnTo>
                  <a:pt x="415" y="490"/>
                </a:lnTo>
                <a:lnTo>
                  <a:pt x="416" y="490"/>
                </a:lnTo>
                <a:lnTo>
                  <a:pt x="416" y="489"/>
                </a:lnTo>
                <a:lnTo>
                  <a:pt x="417" y="488"/>
                </a:lnTo>
                <a:lnTo>
                  <a:pt x="417" y="487"/>
                </a:lnTo>
                <a:lnTo>
                  <a:pt x="418" y="486"/>
                </a:lnTo>
                <a:lnTo>
                  <a:pt x="417" y="486"/>
                </a:lnTo>
                <a:lnTo>
                  <a:pt x="417" y="485"/>
                </a:lnTo>
                <a:lnTo>
                  <a:pt x="418" y="485"/>
                </a:lnTo>
                <a:lnTo>
                  <a:pt x="418" y="484"/>
                </a:lnTo>
                <a:lnTo>
                  <a:pt x="419" y="484"/>
                </a:lnTo>
                <a:lnTo>
                  <a:pt x="418" y="484"/>
                </a:lnTo>
                <a:lnTo>
                  <a:pt x="418" y="485"/>
                </a:lnTo>
                <a:lnTo>
                  <a:pt x="417" y="485"/>
                </a:lnTo>
                <a:lnTo>
                  <a:pt x="417" y="486"/>
                </a:lnTo>
                <a:lnTo>
                  <a:pt x="417" y="487"/>
                </a:lnTo>
                <a:lnTo>
                  <a:pt x="416" y="487"/>
                </a:lnTo>
                <a:lnTo>
                  <a:pt x="416" y="488"/>
                </a:lnTo>
                <a:lnTo>
                  <a:pt x="415" y="488"/>
                </a:lnTo>
                <a:lnTo>
                  <a:pt x="414" y="488"/>
                </a:lnTo>
                <a:lnTo>
                  <a:pt x="414" y="489"/>
                </a:lnTo>
                <a:lnTo>
                  <a:pt x="413" y="489"/>
                </a:lnTo>
                <a:lnTo>
                  <a:pt x="412" y="489"/>
                </a:lnTo>
                <a:lnTo>
                  <a:pt x="412" y="490"/>
                </a:lnTo>
                <a:lnTo>
                  <a:pt x="411" y="490"/>
                </a:lnTo>
                <a:lnTo>
                  <a:pt x="410" y="490"/>
                </a:lnTo>
                <a:lnTo>
                  <a:pt x="409" y="490"/>
                </a:lnTo>
                <a:lnTo>
                  <a:pt x="409" y="491"/>
                </a:lnTo>
                <a:lnTo>
                  <a:pt x="408" y="491"/>
                </a:lnTo>
                <a:lnTo>
                  <a:pt x="407" y="491"/>
                </a:lnTo>
                <a:lnTo>
                  <a:pt x="407" y="490"/>
                </a:lnTo>
                <a:lnTo>
                  <a:pt x="406" y="490"/>
                </a:lnTo>
                <a:lnTo>
                  <a:pt x="405" y="490"/>
                </a:lnTo>
                <a:lnTo>
                  <a:pt x="404" y="489"/>
                </a:lnTo>
                <a:lnTo>
                  <a:pt x="403" y="489"/>
                </a:lnTo>
                <a:lnTo>
                  <a:pt x="403" y="488"/>
                </a:lnTo>
                <a:lnTo>
                  <a:pt x="403" y="487"/>
                </a:lnTo>
                <a:lnTo>
                  <a:pt x="402" y="487"/>
                </a:lnTo>
                <a:lnTo>
                  <a:pt x="401" y="485"/>
                </a:lnTo>
                <a:lnTo>
                  <a:pt x="401" y="484"/>
                </a:lnTo>
                <a:lnTo>
                  <a:pt x="400" y="484"/>
                </a:lnTo>
                <a:lnTo>
                  <a:pt x="399" y="484"/>
                </a:lnTo>
                <a:lnTo>
                  <a:pt x="399" y="483"/>
                </a:lnTo>
                <a:lnTo>
                  <a:pt x="398" y="482"/>
                </a:lnTo>
                <a:lnTo>
                  <a:pt x="398" y="481"/>
                </a:lnTo>
                <a:lnTo>
                  <a:pt x="398" y="480"/>
                </a:lnTo>
                <a:lnTo>
                  <a:pt x="399" y="480"/>
                </a:lnTo>
                <a:lnTo>
                  <a:pt x="399" y="479"/>
                </a:lnTo>
                <a:lnTo>
                  <a:pt x="399" y="478"/>
                </a:lnTo>
                <a:lnTo>
                  <a:pt x="399" y="477"/>
                </a:lnTo>
                <a:lnTo>
                  <a:pt x="398" y="477"/>
                </a:lnTo>
                <a:lnTo>
                  <a:pt x="399" y="476"/>
                </a:lnTo>
                <a:lnTo>
                  <a:pt x="400" y="476"/>
                </a:lnTo>
                <a:lnTo>
                  <a:pt x="401" y="477"/>
                </a:lnTo>
                <a:lnTo>
                  <a:pt x="401" y="476"/>
                </a:lnTo>
                <a:lnTo>
                  <a:pt x="402" y="476"/>
                </a:lnTo>
                <a:lnTo>
                  <a:pt x="402" y="475"/>
                </a:lnTo>
                <a:lnTo>
                  <a:pt x="403" y="475"/>
                </a:lnTo>
                <a:lnTo>
                  <a:pt x="402" y="475"/>
                </a:lnTo>
                <a:lnTo>
                  <a:pt x="401" y="476"/>
                </a:lnTo>
                <a:lnTo>
                  <a:pt x="401" y="475"/>
                </a:lnTo>
                <a:lnTo>
                  <a:pt x="401" y="474"/>
                </a:lnTo>
                <a:lnTo>
                  <a:pt x="401" y="473"/>
                </a:lnTo>
                <a:lnTo>
                  <a:pt x="401" y="474"/>
                </a:lnTo>
                <a:lnTo>
                  <a:pt x="401" y="475"/>
                </a:lnTo>
                <a:lnTo>
                  <a:pt x="400" y="475"/>
                </a:lnTo>
                <a:lnTo>
                  <a:pt x="399" y="475"/>
                </a:lnTo>
                <a:lnTo>
                  <a:pt x="399" y="476"/>
                </a:lnTo>
                <a:lnTo>
                  <a:pt x="399" y="475"/>
                </a:lnTo>
                <a:lnTo>
                  <a:pt x="399" y="474"/>
                </a:lnTo>
                <a:lnTo>
                  <a:pt x="399" y="473"/>
                </a:lnTo>
                <a:lnTo>
                  <a:pt x="399" y="472"/>
                </a:lnTo>
                <a:lnTo>
                  <a:pt x="398" y="472"/>
                </a:lnTo>
                <a:lnTo>
                  <a:pt x="397" y="472"/>
                </a:lnTo>
                <a:lnTo>
                  <a:pt x="397" y="470"/>
                </a:lnTo>
                <a:lnTo>
                  <a:pt x="396" y="470"/>
                </a:lnTo>
                <a:lnTo>
                  <a:pt x="396" y="469"/>
                </a:lnTo>
                <a:lnTo>
                  <a:pt x="395" y="469"/>
                </a:lnTo>
                <a:lnTo>
                  <a:pt x="396" y="469"/>
                </a:lnTo>
                <a:lnTo>
                  <a:pt x="396" y="470"/>
                </a:lnTo>
                <a:lnTo>
                  <a:pt x="397" y="471"/>
                </a:lnTo>
                <a:lnTo>
                  <a:pt x="397" y="470"/>
                </a:lnTo>
                <a:lnTo>
                  <a:pt x="397" y="471"/>
                </a:lnTo>
                <a:lnTo>
                  <a:pt x="397" y="472"/>
                </a:lnTo>
                <a:lnTo>
                  <a:pt x="396" y="471"/>
                </a:lnTo>
                <a:lnTo>
                  <a:pt x="395" y="471"/>
                </a:lnTo>
                <a:lnTo>
                  <a:pt x="396" y="471"/>
                </a:lnTo>
                <a:lnTo>
                  <a:pt x="396" y="472"/>
                </a:lnTo>
                <a:lnTo>
                  <a:pt x="396" y="473"/>
                </a:lnTo>
                <a:lnTo>
                  <a:pt x="397" y="473"/>
                </a:lnTo>
                <a:lnTo>
                  <a:pt x="398" y="473"/>
                </a:lnTo>
                <a:lnTo>
                  <a:pt x="398" y="474"/>
                </a:lnTo>
                <a:lnTo>
                  <a:pt x="398" y="475"/>
                </a:lnTo>
                <a:lnTo>
                  <a:pt x="398" y="476"/>
                </a:lnTo>
                <a:lnTo>
                  <a:pt x="397" y="477"/>
                </a:lnTo>
                <a:lnTo>
                  <a:pt x="397" y="478"/>
                </a:lnTo>
                <a:lnTo>
                  <a:pt x="396" y="478"/>
                </a:lnTo>
                <a:lnTo>
                  <a:pt x="397" y="478"/>
                </a:lnTo>
                <a:lnTo>
                  <a:pt x="397" y="479"/>
                </a:lnTo>
                <a:lnTo>
                  <a:pt x="397" y="480"/>
                </a:lnTo>
                <a:lnTo>
                  <a:pt x="396" y="480"/>
                </a:lnTo>
                <a:lnTo>
                  <a:pt x="395" y="480"/>
                </a:lnTo>
                <a:lnTo>
                  <a:pt x="395" y="479"/>
                </a:lnTo>
                <a:lnTo>
                  <a:pt x="395" y="480"/>
                </a:lnTo>
                <a:lnTo>
                  <a:pt x="396" y="480"/>
                </a:lnTo>
                <a:lnTo>
                  <a:pt x="396" y="481"/>
                </a:lnTo>
                <a:lnTo>
                  <a:pt x="396" y="482"/>
                </a:lnTo>
                <a:lnTo>
                  <a:pt x="397" y="482"/>
                </a:lnTo>
                <a:lnTo>
                  <a:pt x="397" y="483"/>
                </a:lnTo>
                <a:lnTo>
                  <a:pt x="397" y="484"/>
                </a:lnTo>
                <a:lnTo>
                  <a:pt x="397" y="485"/>
                </a:lnTo>
                <a:lnTo>
                  <a:pt x="397" y="486"/>
                </a:lnTo>
                <a:lnTo>
                  <a:pt x="398" y="486"/>
                </a:lnTo>
                <a:lnTo>
                  <a:pt x="399" y="486"/>
                </a:lnTo>
                <a:lnTo>
                  <a:pt x="399" y="487"/>
                </a:lnTo>
                <a:lnTo>
                  <a:pt x="399" y="488"/>
                </a:lnTo>
                <a:lnTo>
                  <a:pt x="398" y="488"/>
                </a:lnTo>
                <a:lnTo>
                  <a:pt x="397" y="488"/>
                </a:lnTo>
                <a:lnTo>
                  <a:pt x="398" y="488"/>
                </a:lnTo>
                <a:lnTo>
                  <a:pt x="397" y="489"/>
                </a:lnTo>
                <a:lnTo>
                  <a:pt x="396" y="489"/>
                </a:lnTo>
                <a:lnTo>
                  <a:pt x="395" y="488"/>
                </a:lnTo>
                <a:lnTo>
                  <a:pt x="395" y="487"/>
                </a:lnTo>
                <a:lnTo>
                  <a:pt x="394" y="487"/>
                </a:lnTo>
                <a:lnTo>
                  <a:pt x="394" y="488"/>
                </a:lnTo>
                <a:lnTo>
                  <a:pt x="393" y="488"/>
                </a:lnTo>
                <a:lnTo>
                  <a:pt x="393" y="487"/>
                </a:lnTo>
                <a:lnTo>
                  <a:pt x="392" y="487"/>
                </a:lnTo>
                <a:lnTo>
                  <a:pt x="391" y="488"/>
                </a:lnTo>
                <a:lnTo>
                  <a:pt x="390" y="488"/>
                </a:lnTo>
                <a:lnTo>
                  <a:pt x="389" y="488"/>
                </a:lnTo>
                <a:lnTo>
                  <a:pt x="389" y="489"/>
                </a:lnTo>
                <a:lnTo>
                  <a:pt x="388" y="490"/>
                </a:lnTo>
                <a:lnTo>
                  <a:pt x="387" y="489"/>
                </a:lnTo>
                <a:lnTo>
                  <a:pt x="387" y="488"/>
                </a:lnTo>
                <a:lnTo>
                  <a:pt x="387" y="487"/>
                </a:lnTo>
                <a:lnTo>
                  <a:pt x="387" y="486"/>
                </a:lnTo>
                <a:lnTo>
                  <a:pt x="386" y="486"/>
                </a:lnTo>
                <a:lnTo>
                  <a:pt x="385" y="485"/>
                </a:lnTo>
                <a:lnTo>
                  <a:pt x="385" y="484"/>
                </a:lnTo>
                <a:lnTo>
                  <a:pt x="386" y="484"/>
                </a:lnTo>
                <a:lnTo>
                  <a:pt x="386" y="483"/>
                </a:lnTo>
                <a:lnTo>
                  <a:pt x="385" y="483"/>
                </a:lnTo>
                <a:lnTo>
                  <a:pt x="385" y="482"/>
                </a:lnTo>
                <a:lnTo>
                  <a:pt x="385" y="481"/>
                </a:lnTo>
                <a:lnTo>
                  <a:pt x="385" y="480"/>
                </a:lnTo>
                <a:lnTo>
                  <a:pt x="385" y="479"/>
                </a:lnTo>
                <a:lnTo>
                  <a:pt x="385" y="478"/>
                </a:lnTo>
                <a:lnTo>
                  <a:pt x="385" y="477"/>
                </a:lnTo>
                <a:lnTo>
                  <a:pt x="385" y="478"/>
                </a:lnTo>
                <a:lnTo>
                  <a:pt x="384" y="479"/>
                </a:lnTo>
                <a:lnTo>
                  <a:pt x="384" y="480"/>
                </a:lnTo>
                <a:lnTo>
                  <a:pt x="383" y="481"/>
                </a:lnTo>
                <a:lnTo>
                  <a:pt x="383" y="480"/>
                </a:lnTo>
                <a:lnTo>
                  <a:pt x="382" y="480"/>
                </a:lnTo>
                <a:lnTo>
                  <a:pt x="383" y="480"/>
                </a:lnTo>
                <a:lnTo>
                  <a:pt x="382" y="479"/>
                </a:lnTo>
                <a:lnTo>
                  <a:pt x="381" y="479"/>
                </a:lnTo>
                <a:lnTo>
                  <a:pt x="380" y="478"/>
                </a:lnTo>
                <a:lnTo>
                  <a:pt x="380" y="479"/>
                </a:lnTo>
                <a:lnTo>
                  <a:pt x="382" y="480"/>
                </a:lnTo>
                <a:lnTo>
                  <a:pt x="382" y="481"/>
                </a:lnTo>
                <a:lnTo>
                  <a:pt x="381" y="481"/>
                </a:lnTo>
                <a:lnTo>
                  <a:pt x="381" y="482"/>
                </a:lnTo>
                <a:lnTo>
                  <a:pt x="382" y="484"/>
                </a:lnTo>
                <a:lnTo>
                  <a:pt x="380" y="484"/>
                </a:lnTo>
                <a:lnTo>
                  <a:pt x="379" y="484"/>
                </a:lnTo>
                <a:lnTo>
                  <a:pt x="378" y="482"/>
                </a:lnTo>
                <a:lnTo>
                  <a:pt x="378" y="481"/>
                </a:lnTo>
                <a:lnTo>
                  <a:pt x="379" y="481"/>
                </a:lnTo>
                <a:lnTo>
                  <a:pt x="379" y="479"/>
                </a:lnTo>
                <a:lnTo>
                  <a:pt x="378" y="479"/>
                </a:lnTo>
                <a:lnTo>
                  <a:pt x="378" y="477"/>
                </a:lnTo>
                <a:lnTo>
                  <a:pt x="379" y="477"/>
                </a:lnTo>
                <a:lnTo>
                  <a:pt x="379" y="476"/>
                </a:lnTo>
                <a:lnTo>
                  <a:pt x="379" y="475"/>
                </a:lnTo>
                <a:lnTo>
                  <a:pt x="379" y="474"/>
                </a:lnTo>
                <a:lnTo>
                  <a:pt x="379" y="473"/>
                </a:lnTo>
                <a:lnTo>
                  <a:pt x="380" y="473"/>
                </a:lnTo>
                <a:lnTo>
                  <a:pt x="380" y="472"/>
                </a:lnTo>
                <a:lnTo>
                  <a:pt x="381" y="472"/>
                </a:lnTo>
                <a:lnTo>
                  <a:pt x="381" y="471"/>
                </a:lnTo>
                <a:lnTo>
                  <a:pt x="382" y="471"/>
                </a:lnTo>
                <a:lnTo>
                  <a:pt x="382" y="470"/>
                </a:lnTo>
                <a:lnTo>
                  <a:pt x="381" y="471"/>
                </a:lnTo>
                <a:lnTo>
                  <a:pt x="381" y="472"/>
                </a:lnTo>
                <a:lnTo>
                  <a:pt x="380" y="472"/>
                </a:lnTo>
                <a:lnTo>
                  <a:pt x="380" y="471"/>
                </a:lnTo>
                <a:lnTo>
                  <a:pt x="379" y="470"/>
                </a:lnTo>
                <a:lnTo>
                  <a:pt x="380" y="470"/>
                </a:lnTo>
                <a:lnTo>
                  <a:pt x="379" y="470"/>
                </a:lnTo>
                <a:lnTo>
                  <a:pt x="379" y="471"/>
                </a:lnTo>
                <a:lnTo>
                  <a:pt x="380" y="471"/>
                </a:lnTo>
                <a:lnTo>
                  <a:pt x="380" y="472"/>
                </a:lnTo>
                <a:lnTo>
                  <a:pt x="379" y="472"/>
                </a:lnTo>
                <a:lnTo>
                  <a:pt x="379" y="473"/>
                </a:lnTo>
                <a:lnTo>
                  <a:pt x="379" y="474"/>
                </a:lnTo>
                <a:lnTo>
                  <a:pt x="378" y="474"/>
                </a:lnTo>
                <a:lnTo>
                  <a:pt x="378" y="473"/>
                </a:lnTo>
                <a:lnTo>
                  <a:pt x="377" y="473"/>
                </a:lnTo>
                <a:lnTo>
                  <a:pt x="378" y="474"/>
                </a:lnTo>
                <a:lnTo>
                  <a:pt x="378" y="475"/>
                </a:lnTo>
                <a:lnTo>
                  <a:pt x="378" y="476"/>
                </a:lnTo>
                <a:lnTo>
                  <a:pt x="378" y="477"/>
                </a:lnTo>
                <a:lnTo>
                  <a:pt x="377" y="477"/>
                </a:lnTo>
                <a:lnTo>
                  <a:pt x="377" y="480"/>
                </a:lnTo>
                <a:lnTo>
                  <a:pt x="376" y="480"/>
                </a:lnTo>
                <a:lnTo>
                  <a:pt x="377" y="480"/>
                </a:lnTo>
                <a:lnTo>
                  <a:pt x="376" y="480"/>
                </a:lnTo>
                <a:lnTo>
                  <a:pt x="376" y="481"/>
                </a:lnTo>
                <a:lnTo>
                  <a:pt x="376" y="480"/>
                </a:lnTo>
                <a:lnTo>
                  <a:pt x="375" y="480"/>
                </a:lnTo>
                <a:lnTo>
                  <a:pt x="375" y="479"/>
                </a:lnTo>
                <a:lnTo>
                  <a:pt x="374" y="478"/>
                </a:lnTo>
                <a:lnTo>
                  <a:pt x="375" y="478"/>
                </a:lnTo>
                <a:lnTo>
                  <a:pt x="375" y="477"/>
                </a:lnTo>
                <a:lnTo>
                  <a:pt x="375" y="476"/>
                </a:lnTo>
                <a:lnTo>
                  <a:pt x="375" y="475"/>
                </a:lnTo>
                <a:lnTo>
                  <a:pt x="374" y="475"/>
                </a:lnTo>
                <a:lnTo>
                  <a:pt x="374" y="474"/>
                </a:lnTo>
                <a:lnTo>
                  <a:pt x="373" y="473"/>
                </a:lnTo>
                <a:lnTo>
                  <a:pt x="373" y="472"/>
                </a:lnTo>
                <a:lnTo>
                  <a:pt x="372" y="472"/>
                </a:lnTo>
                <a:lnTo>
                  <a:pt x="372" y="471"/>
                </a:lnTo>
                <a:lnTo>
                  <a:pt x="372" y="470"/>
                </a:lnTo>
                <a:lnTo>
                  <a:pt x="373" y="470"/>
                </a:lnTo>
                <a:lnTo>
                  <a:pt x="373" y="469"/>
                </a:lnTo>
                <a:lnTo>
                  <a:pt x="374" y="469"/>
                </a:lnTo>
                <a:lnTo>
                  <a:pt x="374" y="468"/>
                </a:lnTo>
                <a:lnTo>
                  <a:pt x="375" y="468"/>
                </a:lnTo>
                <a:lnTo>
                  <a:pt x="375" y="467"/>
                </a:lnTo>
                <a:lnTo>
                  <a:pt x="375" y="466"/>
                </a:lnTo>
                <a:lnTo>
                  <a:pt x="376" y="466"/>
                </a:lnTo>
                <a:lnTo>
                  <a:pt x="376" y="465"/>
                </a:lnTo>
                <a:lnTo>
                  <a:pt x="375" y="464"/>
                </a:lnTo>
                <a:lnTo>
                  <a:pt x="376" y="463"/>
                </a:lnTo>
                <a:lnTo>
                  <a:pt x="377" y="463"/>
                </a:lnTo>
                <a:lnTo>
                  <a:pt x="377" y="462"/>
                </a:lnTo>
                <a:lnTo>
                  <a:pt x="378" y="462"/>
                </a:lnTo>
                <a:lnTo>
                  <a:pt x="378" y="461"/>
                </a:lnTo>
                <a:lnTo>
                  <a:pt x="377" y="461"/>
                </a:lnTo>
                <a:lnTo>
                  <a:pt x="377" y="460"/>
                </a:lnTo>
                <a:lnTo>
                  <a:pt x="377" y="461"/>
                </a:lnTo>
                <a:lnTo>
                  <a:pt x="376" y="461"/>
                </a:lnTo>
                <a:lnTo>
                  <a:pt x="376" y="460"/>
                </a:lnTo>
                <a:lnTo>
                  <a:pt x="375" y="460"/>
                </a:lnTo>
                <a:lnTo>
                  <a:pt x="375" y="461"/>
                </a:lnTo>
                <a:lnTo>
                  <a:pt x="374" y="461"/>
                </a:lnTo>
                <a:lnTo>
                  <a:pt x="373" y="461"/>
                </a:lnTo>
                <a:lnTo>
                  <a:pt x="372" y="461"/>
                </a:lnTo>
                <a:lnTo>
                  <a:pt x="371" y="461"/>
                </a:lnTo>
                <a:lnTo>
                  <a:pt x="370" y="461"/>
                </a:lnTo>
                <a:lnTo>
                  <a:pt x="370" y="460"/>
                </a:lnTo>
                <a:lnTo>
                  <a:pt x="370" y="459"/>
                </a:lnTo>
                <a:lnTo>
                  <a:pt x="371" y="459"/>
                </a:lnTo>
                <a:lnTo>
                  <a:pt x="371" y="458"/>
                </a:lnTo>
                <a:lnTo>
                  <a:pt x="370" y="458"/>
                </a:lnTo>
                <a:lnTo>
                  <a:pt x="370" y="459"/>
                </a:lnTo>
                <a:lnTo>
                  <a:pt x="369" y="460"/>
                </a:lnTo>
                <a:lnTo>
                  <a:pt x="369" y="461"/>
                </a:lnTo>
                <a:lnTo>
                  <a:pt x="368" y="461"/>
                </a:lnTo>
                <a:lnTo>
                  <a:pt x="368" y="462"/>
                </a:lnTo>
                <a:lnTo>
                  <a:pt x="367" y="462"/>
                </a:lnTo>
                <a:lnTo>
                  <a:pt x="367" y="461"/>
                </a:lnTo>
                <a:lnTo>
                  <a:pt x="366" y="462"/>
                </a:lnTo>
                <a:lnTo>
                  <a:pt x="366" y="463"/>
                </a:lnTo>
                <a:lnTo>
                  <a:pt x="365" y="463"/>
                </a:lnTo>
                <a:lnTo>
                  <a:pt x="364" y="463"/>
                </a:lnTo>
                <a:lnTo>
                  <a:pt x="364" y="464"/>
                </a:lnTo>
                <a:lnTo>
                  <a:pt x="365" y="464"/>
                </a:lnTo>
                <a:lnTo>
                  <a:pt x="365" y="463"/>
                </a:lnTo>
                <a:lnTo>
                  <a:pt x="365" y="464"/>
                </a:lnTo>
                <a:lnTo>
                  <a:pt x="365" y="465"/>
                </a:lnTo>
                <a:lnTo>
                  <a:pt x="365" y="466"/>
                </a:lnTo>
                <a:lnTo>
                  <a:pt x="364" y="466"/>
                </a:lnTo>
                <a:lnTo>
                  <a:pt x="364" y="465"/>
                </a:lnTo>
                <a:lnTo>
                  <a:pt x="363" y="465"/>
                </a:lnTo>
                <a:lnTo>
                  <a:pt x="363" y="464"/>
                </a:lnTo>
                <a:lnTo>
                  <a:pt x="362" y="464"/>
                </a:lnTo>
                <a:lnTo>
                  <a:pt x="362" y="463"/>
                </a:lnTo>
                <a:lnTo>
                  <a:pt x="363" y="463"/>
                </a:lnTo>
                <a:lnTo>
                  <a:pt x="362" y="463"/>
                </a:lnTo>
                <a:lnTo>
                  <a:pt x="362" y="464"/>
                </a:lnTo>
                <a:lnTo>
                  <a:pt x="362" y="465"/>
                </a:lnTo>
                <a:lnTo>
                  <a:pt x="363" y="465"/>
                </a:lnTo>
                <a:lnTo>
                  <a:pt x="363" y="466"/>
                </a:lnTo>
                <a:lnTo>
                  <a:pt x="364" y="467"/>
                </a:lnTo>
                <a:lnTo>
                  <a:pt x="365" y="467"/>
                </a:lnTo>
                <a:lnTo>
                  <a:pt x="365" y="468"/>
                </a:lnTo>
                <a:lnTo>
                  <a:pt x="366" y="468"/>
                </a:lnTo>
                <a:lnTo>
                  <a:pt x="366" y="469"/>
                </a:lnTo>
                <a:lnTo>
                  <a:pt x="366" y="470"/>
                </a:lnTo>
                <a:lnTo>
                  <a:pt x="367" y="470"/>
                </a:lnTo>
                <a:lnTo>
                  <a:pt x="367" y="471"/>
                </a:lnTo>
                <a:lnTo>
                  <a:pt x="367" y="472"/>
                </a:lnTo>
                <a:lnTo>
                  <a:pt x="367" y="473"/>
                </a:lnTo>
                <a:lnTo>
                  <a:pt x="367" y="474"/>
                </a:lnTo>
                <a:lnTo>
                  <a:pt x="367" y="473"/>
                </a:lnTo>
                <a:lnTo>
                  <a:pt x="368" y="473"/>
                </a:lnTo>
                <a:lnTo>
                  <a:pt x="368" y="474"/>
                </a:lnTo>
                <a:lnTo>
                  <a:pt x="369" y="475"/>
                </a:lnTo>
                <a:lnTo>
                  <a:pt x="370" y="475"/>
                </a:lnTo>
                <a:lnTo>
                  <a:pt x="370" y="476"/>
                </a:lnTo>
                <a:lnTo>
                  <a:pt x="370" y="477"/>
                </a:lnTo>
                <a:lnTo>
                  <a:pt x="369" y="477"/>
                </a:lnTo>
                <a:lnTo>
                  <a:pt x="368" y="477"/>
                </a:lnTo>
                <a:lnTo>
                  <a:pt x="368" y="478"/>
                </a:lnTo>
                <a:lnTo>
                  <a:pt x="367" y="478"/>
                </a:lnTo>
                <a:lnTo>
                  <a:pt x="367" y="477"/>
                </a:lnTo>
                <a:lnTo>
                  <a:pt x="367" y="478"/>
                </a:lnTo>
                <a:lnTo>
                  <a:pt x="366" y="477"/>
                </a:lnTo>
                <a:lnTo>
                  <a:pt x="367" y="476"/>
                </a:lnTo>
                <a:lnTo>
                  <a:pt x="366" y="475"/>
                </a:lnTo>
                <a:lnTo>
                  <a:pt x="366" y="476"/>
                </a:lnTo>
                <a:lnTo>
                  <a:pt x="366" y="477"/>
                </a:lnTo>
                <a:lnTo>
                  <a:pt x="366" y="478"/>
                </a:lnTo>
                <a:lnTo>
                  <a:pt x="367" y="478"/>
                </a:lnTo>
                <a:lnTo>
                  <a:pt x="367" y="479"/>
                </a:lnTo>
                <a:lnTo>
                  <a:pt x="366" y="480"/>
                </a:lnTo>
                <a:lnTo>
                  <a:pt x="367" y="480"/>
                </a:lnTo>
                <a:lnTo>
                  <a:pt x="367" y="479"/>
                </a:lnTo>
                <a:lnTo>
                  <a:pt x="367" y="480"/>
                </a:lnTo>
                <a:lnTo>
                  <a:pt x="368" y="480"/>
                </a:lnTo>
                <a:lnTo>
                  <a:pt x="368" y="479"/>
                </a:lnTo>
                <a:lnTo>
                  <a:pt x="369" y="479"/>
                </a:lnTo>
                <a:lnTo>
                  <a:pt x="369" y="478"/>
                </a:lnTo>
                <a:lnTo>
                  <a:pt x="370" y="478"/>
                </a:lnTo>
                <a:lnTo>
                  <a:pt x="371" y="478"/>
                </a:lnTo>
                <a:lnTo>
                  <a:pt x="371" y="479"/>
                </a:lnTo>
                <a:lnTo>
                  <a:pt x="370" y="479"/>
                </a:lnTo>
                <a:lnTo>
                  <a:pt x="370" y="480"/>
                </a:lnTo>
                <a:lnTo>
                  <a:pt x="369" y="480"/>
                </a:lnTo>
                <a:lnTo>
                  <a:pt x="370" y="480"/>
                </a:lnTo>
                <a:lnTo>
                  <a:pt x="370" y="481"/>
                </a:lnTo>
                <a:lnTo>
                  <a:pt x="369" y="481"/>
                </a:lnTo>
                <a:lnTo>
                  <a:pt x="369" y="482"/>
                </a:lnTo>
                <a:lnTo>
                  <a:pt x="369" y="481"/>
                </a:lnTo>
                <a:lnTo>
                  <a:pt x="370" y="481"/>
                </a:lnTo>
                <a:lnTo>
                  <a:pt x="371" y="481"/>
                </a:lnTo>
                <a:lnTo>
                  <a:pt x="371" y="480"/>
                </a:lnTo>
                <a:lnTo>
                  <a:pt x="372" y="480"/>
                </a:lnTo>
                <a:lnTo>
                  <a:pt x="372" y="481"/>
                </a:lnTo>
                <a:lnTo>
                  <a:pt x="372" y="482"/>
                </a:lnTo>
                <a:lnTo>
                  <a:pt x="372" y="483"/>
                </a:lnTo>
                <a:lnTo>
                  <a:pt x="372" y="484"/>
                </a:lnTo>
                <a:lnTo>
                  <a:pt x="371" y="484"/>
                </a:lnTo>
                <a:lnTo>
                  <a:pt x="370" y="484"/>
                </a:lnTo>
                <a:lnTo>
                  <a:pt x="370" y="485"/>
                </a:lnTo>
                <a:lnTo>
                  <a:pt x="371" y="485"/>
                </a:lnTo>
                <a:lnTo>
                  <a:pt x="371" y="484"/>
                </a:lnTo>
                <a:lnTo>
                  <a:pt x="371" y="485"/>
                </a:lnTo>
                <a:lnTo>
                  <a:pt x="371" y="486"/>
                </a:lnTo>
                <a:lnTo>
                  <a:pt x="370" y="486"/>
                </a:lnTo>
                <a:lnTo>
                  <a:pt x="370" y="487"/>
                </a:lnTo>
                <a:lnTo>
                  <a:pt x="369" y="487"/>
                </a:lnTo>
                <a:lnTo>
                  <a:pt x="368" y="487"/>
                </a:lnTo>
                <a:lnTo>
                  <a:pt x="369" y="487"/>
                </a:lnTo>
                <a:lnTo>
                  <a:pt x="369" y="488"/>
                </a:lnTo>
                <a:lnTo>
                  <a:pt x="369" y="489"/>
                </a:lnTo>
                <a:lnTo>
                  <a:pt x="368" y="489"/>
                </a:lnTo>
                <a:lnTo>
                  <a:pt x="368" y="490"/>
                </a:lnTo>
                <a:lnTo>
                  <a:pt x="368" y="491"/>
                </a:lnTo>
                <a:lnTo>
                  <a:pt x="367" y="491"/>
                </a:lnTo>
                <a:lnTo>
                  <a:pt x="367" y="492"/>
                </a:lnTo>
                <a:lnTo>
                  <a:pt x="365" y="492"/>
                </a:lnTo>
                <a:lnTo>
                  <a:pt x="364" y="492"/>
                </a:lnTo>
                <a:lnTo>
                  <a:pt x="364" y="491"/>
                </a:lnTo>
                <a:lnTo>
                  <a:pt x="365" y="490"/>
                </a:lnTo>
                <a:lnTo>
                  <a:pt x="366" y="490"/>
                </a:lnTo>
                <a:lnTo>
                  <a:pt x="365" y="489"/>
                </a:lnTo>
                <a:lnTo>
                  <a:pt x="365" y="490"/>
                </a:lnTo>
                <a:lnTo>
                  <a:pt x="364" y="490"/>
                </a:lnTo>
                <a:lnTo>
                  <a:pt x="364" y="491"/>
                </a:lnTo>
                <a:lnTo>
                  <a:pt x="364" y="492"/>
                </a:lnTo>
                <a:lnTo>
                  <a:pt x="364" y="493"/>
                </a:lnTo>
                <a:lnTo>
                  <a:pt x="364" y="494"/>
                </a:lnTo>
                <a:lnTo>
                  <a:pt x="363" y="494"/>
                </a:lnTo>
                <a:lnTo>
                  <a:pt x="364" y="494"/>
                </a:lnTo>
                <a:lnTo>
                  <a:pt x="364" y="495"/>
                </a:lnTo>
                <a:lnTo>
                  <a:pt x="362" y="495"/>
                </a:lnTo>
                <a:lnTo>
                  <a:pt x="361" y="495"/>
                </a:lnTo>
                <a:lnTo>
                  <a:pt x="360" y="495"/>
                </a:lnTo>
                <a:lnTo>
                  <a:pt x="359" y="495"/>
                </a:lnTo>
                <a:lnTo>
                  <a:pt x="358" y="495"/>
                </a:lnTo>
                <a:lnTo>
                  <a:pt x="358" y="496"/>
                </a:lnTo>
                <a:lnTo>
                  <a:pt x="357" y="496"/>
                </a:lnTo>
                <a:lnTo>
                  <a:pt x="357" y="497"/>
                </a:lnTo>
                <a:lnTo>
                  <a:pt x="355" y="497"/>
                </a:lnTo>
                <a:lnTo>
                  <a:pt x="354" y="496"/>
                </a:lnTo>
                <a:lnTo>
                  <a:pt x="355" y="495"/>
                </a:lnTo>
                <a:lnTo>
                  <a:pt x="355" y="493"/>
                </a:lnTo>
                <a:lnTo>
                  <a:pt x="357" y="493"/>
                </a:lnTo>
                <a:lnTo>
                  <a:pt x="357" y="492"/>
                </a:lnTo>
                <a:lnTo>
                  <a:pt x="356" y="492"/>
                </a:lnTo>
                <a:lnTo>
                  <a:pt x="356" y="491"/>
                </a:lnTo>
                <a:lnTo>
                  <a:pt x="357" y="491"/>
                </a:lnTo>
                <a:lnTo>
                  <a:pt x="358" y="491"/>
                </a:lnTo>
                <a:lnTo>
                  <a:pt x="359" y="491"/>
                </a:lnTo>
                <a:lnTo>
                  <a:pt x="360" y="491"/>
                </a:lnTo>
                <a:lnTo>
                  <a:pt x="360" y="490"/>
                </a:lnTo>
                <a:lnTo>
                  <a:pt x="361" y="490"/>
                </a:lnTo>
                <a:lnTo>
                  <a:pt x="361" y="489"/>
                </a:lnTo>
                <a:lnTo>
                  <a:pt x="360" y="489"/>
                </a:lnTo>
                <a:lnTo>
                  <a:pt x="359" y="490"/>
                </a:lnTo>
                <a:lnTo>
                  <a:pt x="359" y="489"/>
                </a:lnTo>
                <a:lnTo>
                  <a:pt x="358" y="489"/>
                </a:lnTo>
                <a:lnTo>
                  <a:pt x="359" y="488"/>
                </a:lnTo>
                <a:lnTo>
                  <a:pt x="359" y="487"/>
                </a:lnTo>
                <a:lnTo>
                  <a:pt x="360" y="487"/>
                </a:lnTo>
                <a:lnTo>
                  <a:pt x="359" y="487"/>
                </a:lnTo>
                <a:lnTo>
                  <a:pt x="360" y="486"/>
                </a:lnTo>
                <a:lnTo>
                  <a:pt x="361" y="485"/>
                </a:lnTo>
                <a:lnTo>
                  <a:pt x="362" y="485"/>
                </a:lnTo>
                <a:lnTo>
                  <a:pt x="362" y="484"/>
                </a:lnTo>
                <a:lnTo>
                  <a:pt x="363" y="484"/>
                </a:lnTo>
                <a:lnTo>
                  <a:pt x="362" y="484"/>
                </a:lnTo>
                <a:lnTo>
                  <a:pt x="361" y="484"/>
                </a:lnTo>
                <a:lnTo>
                  <a:pt x="360" y="484"/>
                </a:lnTo>
                <a:lnTo>
                  <a:pt x="360" y="485"/>
                </a:lnTo>
                <a:lnTo>
                  <a:pt x="359" y="485"/>
                </a:lnTo>
                <a:lnTo>
                  <a:pt x="358" y="485"/>
                </a:lnTo>
                <a:lnTo>
                  <a:pt x="358" y="486"/>
                </a:lnTo>
                <a:lnTo>
                  <a:pt x="358" y="485"/>
                </a:lnTo>
                <a:lnTo>
                  <a:pt x="359" y="485"/>
                </a:lnTo>
                <a:lnTo>
                  <a:pt x="359" y="484"/>
                </a:lnTo>
                <a:lnTo>
                  <a:pt x="359" y="483"/>
                </a:lnTo>
                <a:lnTo>
                  <a:pt x="360" y="483"/>
                </a:lnTo>
                <a:lnTo>
                  <a:pt x="360" y="482"/>
                </a:lnTo>
                <a:lnTo>
                  <a:pt x="360" y="481"/>
                </a:lnTo>
                <a:lnTo>
                  <a:pt x="360" y="482"/>
                </a:lnTo>
                <a:lnTo>
                  <a:pt x="360" y="481"/>
                </a:lnTo>
                <a:lnTo>
                  <a:pt x="359" y="481"/>
                </a:lnTo>
                <a:lnTo>
                  <a:pt x="359" y="482"/>
                </a:lnTo>
                <a:lnTo>
                  <a:pt x="359" y="483"/>
                </a:lnTo>
                <a:lnTo>
                  <a:pt x="358" y="483"/>
                </a:lnTo>
                <a:lnTo>
                  <a:pt x="358" y="484"/>
                </a:lnTo>
                <a:lnTo>
                  <a:pt x="357" y="484"/>
                </a:lnTo>
                <a:lnTo>
                  <a:pt x="356" y="484"/>
                </a:lnTo>
                <a:lnTo>
                  <a:pt x="356" y="483"/>
                </a:lnTo>
                <a:lnTo>
                  <a:pt x="355" y="483"/>
                </a:lnTo>
                <a:lnTo>
                  <a:pt x="355" y="484"/>
                </a:lnTo>
                <a:lnTo>
                  <a:pt x="355" y="483"/>
                </a:lnTo>
                <a:lnTo>
                  <a:pt x="354" y="483"/>
                </a:lnTo>
                <a:lnTo>
                  <a:pt x="354" y="482"/>
                </a:lnTo>
                <a:lnTo>
                  <a:pt x="353" y="483"/>
                </a:lnTo>
                <a:lnTo>
                  <a:pt x="353" y="482"/>
                </a:lnTo>
                <a:lnTo>
                  <a:pt x="352" y="482"/>
                </a:lnTo>
                <a:lnTo>
                  <a:pt x="351" y="482"/>
                </a:lnTo>
                <a:lnTo>
                  <a:pt x="351" y="481"/>
                </a:lnTo>
                <a:lnTo>
                  <a:pt x="352" y="481"/>
                </a:lnTo>
                <a:lnTo>
                  <a:pt x="352" y="480"/>
                </a:lnTo>
                <a:lnTo>
                  <a:pt x="352" y="479"/>
                </a:lnTo>
                <a:lnTo>
                  <a:pt x="351" y="479"/>
                </a:lnTo>
                <a:lnTo>
                  <a:pt x="351" y="480"/>
                </a:lnTo>
                <a:lnTo>
                  <a:pt x="350" y="481"/>
                </a:lnTo>
                <a:lnTo>
                  <a:pt x="351" y="481"/>
                </a:lnTo>
                <a:lnTo>
                  <a:pt x="351" y="482"/>
                </a:lnTo>
                <a:lnTo>
                  <a:pt x="351" y="483"/>
                </a:lnTo>
                <a:lnTo>
                  <a:pt x="351" y="484"/>
                </a:lnTo>
                <a:lnTo>
                  <a:pt x="351" y="485"/>
                </a:lnTo>
                <a:lnTo>
                  <a:pt x="351" y="484"/>
                </a:lnTo>
                <a:lnTo>
                  <a:pt x="351" y="483"/>
                </a:lnTo>
                <a:lnTo>
                  <a:pt x="350" y="483"/>
                </a:lnTo>
                <a:lnTo>
                  <a:pt x="350" y="482"/>
                </a:lnTo>
                <a:lnTo>
                  <a:pt x="351" y="482"/>
                </a:lnTo>
                <a:lnTo>
                  <a:pt x="350" y="482"/>
                </a:lnTo>
                <a:lnTo>
                  <a:pt x="350" y="483"/>
                </a:lnTo>
                <a:lnTo>
                  <a:pt x="349" y="484"/>
                </a:lnTo>
                <a:lnTo>
                  <a:pt x="349" y="485"/>
                </a:lnTo>
                <a:lnTo>
                  <a:pt x="350" y="486"/>
                </a:lnTo>
                <a:lnTo>
                  <a:pt x="350" y="487"/>
                </a:lnTo>
                <a:lnTo>
                  <a:pt x="350" y="488"/>
                </a:lnTo>
                <a:lnTo>
                  <a:pt x="349" y="488"/>
                </a:lnTo>
                <a:lnTo>
                  <a:pt x="350" y="489"/>
                </a:lnTo>
                <a:lnTo>
                  <a:pt x="349" y="489"/>
                </a:lnTo>
                <a:lnTo>
                  <a:pt x="349" y="490"/>
                </a:lnTo>
                <a:lnTo>
                  <a:pt x="348" y="490"/>
                </a:lnTo>
                <a:lnTo>
                  <a:pt x="348" y="491"/>
                </a:lnTo>
                <a:lnTo>
                  <a:pt x="349" y="491"/>
                </a:lnTo>
                <a:lnTo>
                  <a:pt x="350" y="491"/>
                </a:lnTo>
                <a:lnTo>
                  <a:pt x="350" y="492"/>
                </a:lnTo>
                <a:lnTo>
                  <a:pt x="349" y="493"/>
                </a:lnTo>
                <a:lnTo>
                  <a:pt x="349" y="494"/>
                </a:lnTo>
                <a:lnTo>
                  <a:pt x="348" y="495"/>
                </a:lnTo>
                <a:lnTo>
                  <a:pt x="347" y="495"/>
                </a:lnTo>
                <a:lnTo>
                  <a:pt x="347" y="496"/>
                </a:lnTo>
                <a:lnTo>
                  <a:pt x="347" y="497"/>
                </a:lnTo>
                <a:lnTo>
                  <a:pt x="346" y="497"/>
                </a:lnTo>
                <a:lnTo>
                  <a:pt x="345" y="497"/>
                </a:lnTo>
                <a:lnTo>
                  <a:pt x="344" y="497"/>
                </a:lnTo>
                <a:lnTo>
                  <a:pt x="344" y="498"/>
                </a:lnTo>
                <a:lnTo>
                  <a:pt x="344" y="499"/>
                </a:lnTo>
                <a:lnTo>
                  <a:pt x="343" y="499"/>
                </a:lnTo>
                <a:lnTo>
                  <a:pt x="342" y="500"/>
                </a:lnTo>
                <a:lnTo>
                  <a:pt x="341" y="501"/>
                </a:lnTo>
                <a:lnTo>
                  <a:pt x="340" y="501"/>
                </a:lnTo>
                <a:lnTo>
                  <a:pt x="340" y="500"/>
                </a:lnTo>
                <a:lnTo>
                  <a:pt x="341" y="499"/>
                </a:lnTo>
                <a:lnTo>
                  <a:pt x="342" y="497"/>
                </a:lnTo>
                <a:lnTo>
                  <a:pt x="343" y="497"/>
                </a:lnTo>
                <a:lnTo>
                  <a:pt x="343" y="496"/>
                </a:lnTo>
                <a:lnTo>
                  <a:pt x="344" y="493"/>
                </a:lnTo>
                <a:lnTo>
                  <a:pt x="345" y="492"/>
                </a:lnTo>
                <a:lnTo>
                  <a:pt x="345" y="491"/>
                </a:lnTo>
                <a:lnTo>
                  <a:pt x="344" y="492"/>
                </a:lnTo>
                <a:lnTo>
                  <a:pt x="343" y="491"/>
                </a:lnTo>
                <a:lnTo>
                  <a:pt x="343" y="490"/>
                </a:lnTo>
                <a:lnTo>
                  <a:pt x="343" y="489"/>
                </a:lnTo>
                <a:lnTo>
                  <a:pt x="342" y="489"/>
                </a:lnTo>
                <a:lnTo>
                  <a:pt x="341" y="489"/>
                </a:lnTo>
                <a:lnTo>
                  <a:pt x="341" y="488"/>
                </a:lnTo>
                <a:lnTo>
                  <a:pt x="340" y="488"/>
                </a:lnTo>
                <a:lnTo>
                  <a:pt x="341" y="489"/>
                </a:lnTo>
                <a:lnTo>
                  <a:pt x="340" y="489"/>
                </a:lnTo>
                <a:lnTo>
                  <a:pt x="340" y="490"/>
                </a:lnTo>
                <a:lnTo>
                  <a:pt x="339" y="490"/>
                </a:lnTo>
                <a:lnTo>
                  <a:pt x="338" y="490"/>
                </a:lnTo>
                <a:lnTo>
                  <a:pt x="337" y="490"/>
                </a:lnTo>
                <a:lnTo>
                  <a:pt x="337" y="491"/>
                </a:lnTo>
                <a:lnTo>
                  <a:pt x="336" y="491"/>
                </a:lnTo>
                <a:lnTo>
                  <a:pt x="336" y="490"/>
                </a:lnTo>
                <a:lnTo>
                  <a:pt x="336" y="491"/>
                </a:lnTo>
                <a:lnTo>
                  <a:pt x="337" y="491"/>
                </a:lnTo>
                <a:lnTo>
                  <a:pt x="337" y="492"/>
                </a:lnTo>
                <a:lnTo>
                  <a:pt x="336" y="493"/>
                </a:lnTo>
                <a:lnTo>
                  <a:pt x="336" y="492"/>
                </a:lnTo>
                <a:lnTo>
                  <a:pt x="335" y="492"/>
                </a:lnTo>
                <a:lnTo>
                  <a:pt x="335" y="493"/>
                </a:lnTo>
                <a:lnTo>
                  <a:pt x="334" y="493"/>
                </a:lnTo>
                <a:lnTo>
                  <a:pt x="335" y="493"/>
                </a:lnTo>
                <a:lnTo>
                  <a:pt x="335" y="494"/>
                </a:lnTo>
                <a:lnTo>
                  <a:pt x="334" y="494"/>
                </a:lnTo>
                <a:lnTo>
                  <a:pt x="334" y="493"/>
                </a:lnTo>
                <a:lnTo>
                  <a:pt x="333" y="493"/>
                </a:lnTo>
                <a:lnTo>
                  <a:pt x="333" y="494"/>
                </a:lnTo>
                <a:lnTo>
                  <a:pt x="334" y="495"/>
                </a:lnTo>
                <a:lnTo>
                  <a:pt x="334" y="496"/>
                </a:lnTo>
                <a:lnTo>
                  <a:pt x="335" y="496"/>
                </a:lnTo>
                <a:lnTo>
                  <a:pt x="336" y="496"/>
                </a:lnTo>
                <a:lnTo>
                  <a:pt x="337" y="497"/>
                </a:lnTo>
                <a:lnTo>
                  <a:pt x="338" y="497"/>
                </a:lnTo>
                <a:lnTo>
                  <a:pt x="338" y="498"/>
                </a:lnTo>
                <a:lnTo>
                  <a:pt x="337" y="498"/>
                </a:lnTo>
                <a:lnTo>
                  <a:pt x="336" y="498"/>
                </a:lnTo>
                <a:lnTo>
                  <a:pt x="335" y="498"/>
                </a:lnTo>
                <a:lnTo>
                  <a:pt x="334" y="498"/>
                </a:lnTo>
                <a:lnTo>
                  <a:pt x="334" y="499"/>
                </a:lnTo>
                <a:lnTo>
                  <a:pt x="333" y="499"/>
                </a:lnTo>
                <a:lnTo>
                  <a:pt x="332" y="499"/>
                </a:lnTo>
                <a:lnTo>
                  <a:pt x="331" y="499"/>
                </a:lnTo>
                <a:lnTo>
                  <a:pt x="332" y="499"/>
                </a:lnTo>
                <a:lnTo>
                  <a:pt x="333" y="498"/>
                </a:lnTo>
                <a:lnTo>
                  <a:pt x="333" y="497"/>
                </a:lnTo>
                <a:lnTo>
                  <a:pt x="332" y="497"/>
                </a:lnTo>
                <a:lnTo>
                  <a:pt x="332" y="498"/>
                </a:lnTo>
                <a:lnTo>
                  <a:pt x="331" y="498"/>
                </a:lnTo>
                <a:lnTo>
                  <a:pt x="330" y="498"/>
                </a:lnTo>
                <a:lnTo>
                  <a:pt x="330" y="497"/>
                </a:lnTo>
                <a:lnTo>
                  <a:pt x="329" y="496"/>
                </a:lnTo>
                <a:lnTo>
                  <a:pt x="328" y="496"/>
                </a:lnTo>
                <a:lnTo>
                  <a:pt x="329" y="496"/>
                </a:lnTo>
                <a:lnTo>
                  <a:pt x="328" y="496"/>
                </a:lnTo>
                <a:lnTo>
                  <a:pt x="329" y="496"/>
                </a:lnTo>
                <a:lnTo>
                  <a:pt x="329" y="497"/>
                </a:lnTo>
                <a:lnTo>
                  <a:pt x="328" y="497"/>
                </a:lnTo>
                <a:lnTo>
                  <a:pt x="327" y="497"/>
                </a:lnTo>
                <a:lnTo>
                  <a:pt x="326" y="497"/>
                </a:lnTo>
                <a:lnTo>
                  <a:pt x="325" y="496"/>
                </a:lnTo>
                <a:lnTo>
                  <a:pt x="324" y="496"/>
                </a:lnTo>
                <a:lnTo>
                  <a:pt x="323" y="496"/>
                </a:lnTo>
                <a:lnTo>
                  <a:pt x="322" y="496"/>
                </a:lnTo>
                <a:lnTo>
                  <a:pt x="321" y="496"/>
                </a:lnTo>
                <a:lnTo>
                  <a:pt x="320" y="496"/>
                </a:lnTo>
                <a:lnTo>
                  <a:pt x="319" y="496"/>
                </a:lnTo>
                <a:lnTo>
                  <a:pt x="319" y="497"/>
                </a:lnTo>
                <a:lnTo>
                  <a:pt x="318" y="497"/>
                </a:lnTo>
                <a:lnTo>
                  <a:pt x="317" y="497"/>
                </a:lnTo>
                <a:lnTo>
                  <a:pt x="317" y="496"/>
                </a:lnTo>
                <a:lnTo>
                  <a:pt x="316" y="496"/>
                </a:lnTo>
                <a:lnTo>
                  <a:pt x="316" y="495"/>
                </a:lnTo>
                <a:lnTo>
                  <a:pt x="316" y="494"/>
                </a:lnTo>
                <a:lnTo>
                  <a:pt x="315" y="493"/>
                </a:lnTo>
                <a:lnTo>
                  <a:pt x="314" y="493"/>
                </a:lnTo>
                <a:lnTo>
                  <a:pt x="315" y="493"/>
                </a:lnTo>
                <a:lnTo>
                  <a:pt x="314" y="492"/>
                </a:lnTo>
                <a:lnTo>
                  <a:pt x="313" y="492"/>
                </a:lnTo>
                <a:lnTo>
                  <a:pt x="312" y="492"/>
                </a:lnTo>
                <a:lnTo>
                  <a:pt x="312" y="491"/>
                </a:lnTo>
                <a:lnTo>
                  <a:pt x="311" y="491"/>
                </a:lnTo>
                <a:lnTo>
                  <a:pt x="311" y="490"/>
                </a:lnTo>
                <a:lnTo>
                  <a:pt x="310" y="490"/>
                </a:lnTo>
                <a:lnTo>
                  <a:pt x="310" y="489"/>
                </a:lnTo>
                <a:lnTo>
                  <a:pt x="311" y="489"/>
                </a:lnTo>
                <a:lnTo>
                  <a:pt x="311" y="488"/>
                </a:lnTo>
                <a:lnTo>
                  <a:pt x="310" y="488"/>
                </a:lnTo>
                <a:lnTo>
                  <a:pt x="310" y="487"/>
                </a:lnTo>
                <a:lnTo>
                  <a:pt x="310" y="486"/>
                </a:lnTo>
                <a:lnTo>
                  <a:pt x="309" y="486"/>
                </a:lnTo>
                <a:lnTo>
                  <a:pt x="308" y="486"/>
                </a:lnTo>
                <a:lnTo>
                  <a:pt x="308" y="485"/>
                </a:lnTo>
                <a:lnTo>
                  <a:pt x="307" y="485"/>
                </a:lnTo>
                <a:lnTo>
                  <a:pt x="307" y="486"/>
                </a:lnTo>
                <a:lnTo>
                  <a:pt x="306" y="486"/>
                </a:lnTo>
                <a:lnTo>
                  <a:pt x="305" y="485"/>
                </a:lnTo>
                <a:lnTo>
                  <a:pt x="304" y="485"/>
                </a:lnTo>
                <a:lnTo>
                  <a:pt x="303" y="485"/>
                </a:lnTo>
                <a:lnTo>
                  <a:pt x="302" y="485"/>
                </a:lnTo>
                <a:lnTo>
                  <a:pt x="301" y="485"/>
                </a:lnTo>
                <a:lnTo>
                  <a:pt x="301" y="486"/>
                </a:lnTo>
                <a:lnTo>
                  <a:pt x="300" y="486"/>
                </a:lnTo>
                <a:lnTo>
                  <a:pt x="298" y="486"/>
                </a:lnTo>
                <a:lnTo>
                  <a:pt x="298" y="487"/>
                </a:lnTo>
                <a:lnTo>
                  <a:pt x="297" y="487"/>
                </a:lnTo>
                <a:lnTo>
                  <a:pt x="297" y="488"/>
                </a:lnTo>
                <a:lnTo>
                  <a:pt x="296" y="488"/>
                </a:lnTo>
                <a:lnTo>
                  <a:pt x="295" y="488"/>
                </a:lnTo>
                <a:lnTo>
                  <a:pt x="295" y="489"/>
                </a:lnTo>
                <a:lnTo>
                  <a:pt x="294" y="489"/>
                </a:lnTo>
                <a:lnTo>
                  <a:pt x="293" y="489"/>
                </a:lnTo>
                <a:lnTo>
                  <a:pt x="292" y="489"/>
                </a:lnTo>
                <a:lnTo>
                  <a:pt x="292" y="490"/>
                </a:lnTo>
                <a:lnTo>
                  <a:pt x="292" y="489"/>
                </a:lnTo>
                <a:lnTo>
                  <a:pt x="292" y="490"/>
                </a:lnTo>
                <a:lnTo>
                  <a:pt x="291" y="490"/>
                </a:lnTo>
                <a:lnTo>
                  <a:pt x="291" y="489"/>
                </a:lnTo>
                <a:lnTo>
                  <a:pt x="290" y="489"/>
                </a:lnTo>
                <a:lnTo>
                  <a:pt x="290" y="490"/>
                </a:lnTo>
                <a:lnTo>
                  <a:pt x="288" y="490"/>
                </a:lnTo>
                <a:lnTo>
                  <a:pt x="287" y="490"/>
                </a:lnTo>
                <a:lnTo>
                  <a:pt x="286" y="490"/>
                </a:lnTo>
                <a:lnTo>
                  <a:pt x="285" y="490"/>
                </a:lnTo>
                <a:lnTo>
                  <a:pt x="284" y="490"/>
                </a:lnTo>
                <a:lnTo>
                  <a:pt x="283" y="489"/>
                </a:lnTo>
                <a:lnTo>
                  <a:pt x="282" y="489"/>
                </a:lnTo>
                <a:lnTo>
                  <a:pt x="281" y="489"/>
                </a:lnTo>
                <a:lnTo>
                  <a:pt x="281" y="490"/>
                </a:lnTo>
                <a:lnTo>
                  <a:pt x="280" y="490"/>
                </a:lnTo>
                <a:lnTo>
                  <a:pt x="280" y="491"/>
                </a:lnTo>
                <a:lnTo>
                  <a:pt x="280" y="492"/>
                </a:lnTo>
                <a:lnTo>
                  <a:pt x="279" y="492"/>
                </a:lnTo>
                <a:lnTo>
                  <a:pt x="279" y="491"/>
                </a:lnTo>
                <a:lnTo>
                  <a:pt x="279" y="492"/>
                </a:lnTo>
                <a:lnTo>
                  <a:pt x="278" y="492"/>
                </a:lnTo>
                <a:lnTo>
                  <a:pt x="277" y="491"/>
                </a:lnTo>
                <a:lnTo>
                  <a:pt x="276" y="491"/>
                </a:lnTo>
                <a:lnTo>
                  <a:pt x="275" y="491"/>
                </a:lnTo>
                <a:lnTo>
                  <a:pt x="274" y="491"/>
                </a:lnTo>
                <a:lnTo>
                  <a:pt x="275" y="491"/>
                </a:lnTo>
                <a:lnTo>
                  <a:pt x="275" y="490"/>
                </a:lnTo>
                <a:lnTo>
                  <a:pt x="275" y="489"/>
                </a:lnTo>
                <a:lnTo>
                  <a:pt x="276" y="489"/>
                </a:lnTo>
                <a:lnTo>
                  <a:pt x="275" y="489"/>
                </a:lnTo>
                <a:lnTo>
                  <a:pt x="275" y="488"/>
                </a:lnTo>
                <a:lnTo>
                  <a:pt x="274" y="488"/>
                </a:lnTo>
                <a:lnTo>
                  <a:pt x="274" y="486"/>
                </a:lnTo>
                <a:lnTo>
                  <a:pt x="275" y="486"/>
                </a:lnTo>
                <a:lnTo>
                  <a:pt x="274" y="486"/>
                </a:lnTo>
                <a:lnTo>
                  <a:pt x="274" y="485"/>
                </a:lnTo>
                <a:lnTo>
                  <a:pt x="274" y="484"/>
                </a:lnTo>
                <a:lnTo>
                  <a:pt x="274" y="485"/>
                </a:lnTo>
                <a:lnTo>
                  <a:pt x="274" y="484"/>
                </a:lnTo>
                <a:lnTo>
                  <a:pt x="273" y="484"/>
                </a:lnTo>
                <a:lnTo>
                  <a:pt x="272" y="484"/>
                </a:lnTo>
                <a:lnTo>
                  <a:pt x="272" y="485"/>
                </a:lnTo>
                <a:lnTo>
                  <a:pt x="271" y="485"/>
                </a:lnTo>
                <a:lnTo>
                  <a:pt x="270" y="485"/>
                </a:lnTo>
                <a:lnTo>
                  <a:pt x="270" y="486"/>
                </a:lnTo>
                <a:lnTo>
                  <a:pt x="270" y="485"/>
                </a:lnTo>
                <a:lnTo>
                  <a:pt x="270" y="486"/>
                </a:lnTo>
                <a:lnTo>
                  <a:pt x="269" y="486"/>
                </a:lnTo>
                <a:lnTo>
                  <a:pt x="268" y="486"/>
                </a:lnTo>
                <a:lnTo>
                  <a:pt x="268" y="487"/>
                </a:lnTo>
                <a:lnTo>
                  <a:pt x="268" y="488"/>
                </a:lnTo>
                <a:lnTo>
                  <a:pt x="267" y="488"/>
                </a:lnTo>
                <a:lnTo>
                  <a:pt x="267" y="489"/>
                </a:lnTo>
                <a:lnTo>
                  <a:pt x="266" y="489"/>
                </a:lnTo>
                <a:lnTo>
                  <a:pt x="267" y="489"/>
                </a:lnTo>
                <a:lnTo>
                  <a:pt x="267" y="490"/>
                </a:lnTo>
                <a:lnTo>
                  <a:pt x="266" y="490"/>
                </a:lnTo>
                <a:lnTo>
                  <a:pt x="266" y="491"/>
                </a:lnTo>
                <a:lnTo>
                  <a:pt x="265" y="491"/>
                </a:lnTo>
                <a:lnTo>
                  <a:pt x="264" y="491"/>
                </a:lnTo>
                <a:lnTo>
                  <a:pt x="264" y="490"/>
                </a:lnTo>
                <a:lnTo>
                  <a:pt x="264" y="491"/>
                </a:lnTo>
                <a:lnTo>
                  <a:pt x="263" y="491"/>
                </a:lnTo>
                <a:lnTo>
                  <a:pt x="263" y="490"/>
                </a:lnTo>
                <a:lnTo>
                  <a:pt x="263" y="489"/>
                </a:lnTo>
                <a:lnTo>
                  <a:pt x="263" y="488"/>
                </a:lnTo>
                <a:lnTo>
                  <a:pt x="263" y="487"/>
                </a:lnTo>
                <a:lnTo>
                  <a:pt x="264" y="487"/>
                </a:lnTo>
                <a:lnTo>
                  <a:pt x="263" y="487"/>
                </a:lnTo>
                <a:lnTo>
                  <a:pt x="264" y="487"/>
                </a:lnTo>
                <a:lnTo>
                  <a:pt x="264" y="486"/>
                </a:lnTo>
                <a:lnTo>
                  <a:pt x="263" y="486"/>
                </a:lnTo>
                <a:lnTo>
                  <a:pt x="263" y="485"/>
                </a:lnTo>
                <a:lnTo>
                  <a:pt x="263" y="484"/>
                </a:lnTo>
                <a:lnTo>
                  <a:pt x="263" y="483"/>
                </a:lnTo>
                <a:lnTo>
                  <a:pt x="262" y="483"/>
                </a:lnTo>
                <a:lnTo>
                  <a:pt x="262" y="482"/>
                </a:lnTo>
                <a:lnTo>
                  <a:pt x="261" y="482"/>
                </a:lnTo>
                <a:lnTo>
                  <a:pt x="261" y="481"/>
                </a:lnTo>
                <a:lnTo>
                  <a:pt x="261" y="480"/>
                </a:lnTo>
                <a:lnTo>
                  <a:pt x="260" y="480"/>
                </a:lnTo>
                <a:lnTo>
                  <a:pt x="260" y="479"/>
                </a:lnTo>
                <a:lnTo>
                  <a:pt x="260" y="478"/>
                </a:lnTo>
                <a:lnTo>
                  <a:pt x="259" y="478"/>
                </a:lnTo>
                <a:lnTo>
                  <a:pt x="259" y="477"/>
                </a:lnTo>
                <a:lnTo>
                  <a:pt x="258" y="477"/>
                </a:lnTo>
                <a:lnTo>
                  <a:pt x="258" y="476"/>
                </a:lnTo>
                <a:lnTo>
                  <a:pt x="257" y="476"/>
                </a:lnTo>
                <a:lnTo>
                  <a:pt x="257" y="477"/>
                </a:lnTo>
                <a:lnTo>
                  <a:pt x="256" y="477"/>
                </a:lnTo>
                <a:lnTo>
                  <a:pt x="255" y="477"/>
                </a:lnTo>
                <a:lnTo>
                  <a:pt x="254" y="477"/>
                </a:lnTo>
                <a:lnTo>
                  <a:pt x="254" y="478"/>
                </a:lnTo>
                <a:lnTo>
                  <a:pt x="254" y="479"/>
                </a:lnTo>
                <a:lnTo>
                  <a:pt x="253" y="479"/>
                </a:lnTo>
                <a:lnTo>
                  <a:pt x="253" y="480"/>
                </a:lnTo>
                <a:lnTo>
                  <a:pt x="252" y="480"/>
                </a:lnTo>
                <a:lnTo>
                  <a:pt x="251" y="480"/>
                </a:lnTo>
                <a:lnTo>
                  <a:pt x="251" y="479"/>
                </a:lnTo>
                <a:lnTo>
                  <a:pt x="250" y="479"/>
                </a:lnTo>
                <a:lnTo>
                  <a:pt x="249" y="479"/>
                </a:lnTo>
                <a:lnTo>
                  <a:pt x="249" y="478"/>
                </a:lnTo>
                <a:lnTo>
                  <a:pt x="248" y="478"/>
                </a:lnTo>
                <a:lnTo>
                  <a:pt x="249" y="478"/>
                </a:lnTo>
                <a:lnTo>
                  <a:pt x="249" y="477"/>
                </a:lnTo>
                <a:lnTo>
                  <a:pt x="248" y="477"/>
                </a:lnTo>
                <a:lnTo>
                  <a:pt x="248" y="476"/>
                </a:lnTo>
                <a:lnTo>
                  <a:pt x="247" y="476"/>
                </a:lnTo>
                <a:lnTo>
                  <a:pt x="247" y="475"/>
                </a:lnTo>
                <a:lnTo>
                  <a:pt x="247" y="476"/>
                </a:lnTo>
                <a:lnTo>
                  <a:pt x="247" y="475"/>
                </a:lnTo>
                <a:lnTo>
                  <a:pt x="246" y="475"/>
                </a:lnTo>
                <a:lnTo>
                  <a:pt x="245" y="475"/>
                </a:lnTo>
                <a:lnTo>
                  <a:pt x="245" y="474"/>
                </a:lnTo>
                <a:lnTo>
                  <a:pt x="244" y="474"/>
                </a:lnTo>
                <a:lnTo>
                  <a:pt x="243" y="474"/>
                </a:lnTo>
                <a:lnTo>
                  <a:pt x="243" y="473"/>
                </a:lnTo>
                <a:lnTo>
                  <a:pt x="242" y="473"/>
                </a:lnTo>
                <a:lnTo>
                  <a:pt x="242" y="472"/>
                </a:lnTo>
                <a:lnTo>
                  <a:pt x="241" y="472"/>
                </a:lnTo>
                <a:lnTo>
                  <a:pt x="241" y="471"/>
                </a:lnTo>
                <a:lnTo>
                  <a:pt x="240" y="471"/>
                </a:lnTo>
                <a:lnTo>
                  <a:pt x="240" y="470"/>
                </a:lnTo>
                <a:lnTo>
                  <a:pt x="239" y="470"/>
                </a:lnTo>
                <a:lnTo>
                  <a:pt x="239" y="469"/>
                </a:lnTo>
                <a:lnTo>
                  <a:pt x="238" y="469"/>
                </a:lnTo>
                <a:lnTo>
                  <a:pt x="237" y="469"/>
                </a:lnTo>
                <a:lnTo>
                  <a:pt x="236" y="469"/>
                </a:lnTo>
                <a:lnTo>
                  <a:pt x="235" y="469"/>
                </a:lnTo>
                <a:lnTo>
                  <a:pt x="234" y="469"/>
                </a:lnTo>
                <a:lnTo>
                  <a:pt x="234" y="468"/>
                </a:lnTo>
                <a:lnTo>
                  <a:pt x="233" y="468"/>
                </a:lnTo>
                <a:lnTo>
                  <a:pt x="232" y="468"/>
                </a:lnTo>
                <a:lnTo>
                  <a:pt x="232" y="467"/>
                </a:lnTo>
                <a:lnTo>
                  <a:pt x="232" y="468"/>
                </a:lnTo>
                <a:lnTo>
                  <a:pt x="232" y="467"/>
                </a:lnTo>
                <a:lnTo>
                  <a:pt x="231" y="467"/>
                </a:lnTo>
                <a:lnTo>
                  <a:pt x="231" y="466"/>
                </a:lnTo>
                <a:lnTo>
                  <a:pt x="231" y="465"/>
                </a:lnTo>
                <a:lnTo>
                  <a:pt x="232" y="465"/>
                </a:lnTo>
                <a:lnTo>
                  <a:pt x="232" y="464"/>
                </a:lnTo>
                <a:lnTo>
                  <a:pt x="233" y="464"/>
                </a:lnTo>
                <a:lnTo>
                  <a:pt x="233" y="463"/>
                </a:lnTo>
                <a:lnTo>
                  <a:pt x="233" y="464"/>
                </a:lnTo>
                <a:lnTo>
                  <a:pt x="233" y="463"/>
                </a:lnTo>
                <a:lnTo>
                  <a:pt x="234" y="463"/>
                </a:lnTo>
                <a:lnTo>
                  <a:pt x="234" y="462"/>
                </a:lnTo>
                <a:lnTo>
                  <a:pt x="235" y="462"/>
                </a:lnTo>
                <a:lnTo>
                  <a:pt x="236" y="462"/>
                </a:lnTo>
                <a:lnTo>
                  <a:pt x="236" y="461"/>
                </a:lnTo>
                <a:lnTo>
                  <a:pt x="236" y="460"/>
                </a:lnTo>
                <a:lnTo>
                  <a:pt x="236" y="459"/>
                </a:lnTo>
                <a:lnTo>
                  <a:pt x="236" y="458"/>
                </a:lnTo>
                <a:lnTo>
                  <a:pt x="235" y="458"/>
                </a:lnTo>
                <a:lnTo>
                  <a:pt x="235" y="457"/>
                </a:lnTo>
                <a:lnTo>
                  <a:pt x="234" y="457"/>
                </a:lnTo>
                <a:lnTo>
                  <a:pt x="234" y="456"/>
                </a:lnTo>
                <a:lnTo>
                  <a:pt x="233" y="456"/>
                </a:lnTo>
                <a:lnTo>
                  <a:pt x="233" y="455"/>
                </a:lnTo>
                <a:lnTo>
                  <a:pt x="232" y="455"/>
                </a:lnTo>
                <a:lnTo>
                  <a:pt x="231" y="455"/>
                </a:lnTo>
                <a:lnTo>
                  <a:pt x="230" y="455"/>
                </a:lnTo>
                <a:lnTo>
                  <a:pt x="230" y="456"/>
                </a:lnTo>
                <a:lnTo>
                  <a:pt x="229" y="456"/>
                </a:lnTo>
                <a:lnTo>
                  <a:pt x="229" y="457"/>
                </a:lnTo>
                <a:lnTo>
                  <a:pt x="228" y="457"/>
                </a:lnTo>
                <a:lnTo>
                  <a:pt x="228" y="458"/>
                </a:lnTo>
                <a:lnTo>
                  <a:pt x="228" y="457"/>
                </a:lnTo>
                <a:lnTo>
                  <a:pt x="228" y="458"/>
                </a:lnTo>
                <a:lnTo>
                  <a:pt x="227" y="458"/>
                </a:lnTo>
                <a:lnTo>
                  <a:pt x="227" y="457"/>
                </a:lnTo>
                <a:lnTo>
                  <a:pt x="226" y="457"/>
                </a:lnTo>
                <a:lnTo>
                  <a:pt x="225" y="457"/>
                </a:lnTo>
                <a:lnTo>
                  <a:pt x="224" y="457"/>
                </a:lnTo>
                <a:lnTo>
                  <a:pt x="225" y="456"/>
                </a:lnTo>
                <a:lnTo>
                  <a:pt x="224" y="456"/>
                </a:lnTo>
                <a:lnTo>
                  <a:pt x="224" y="455"/>
                </a:lnTo>
                <a:lnTo>
                  <a:pt x="224" y="454"/>
                </a:lnTo>
                <a:lnTo>
                  <a:pt x="224" y="453"/>
                </a:lnTo>
                <a:lnTo>
                  <a:pt x="223" y="453"/>
                </a:lnTo>
                <a:lnTo>
                  <a:pt x="223" y="452"/>
                </a:lnTo>
                <a:lnTo>
                  <a:pt x="223" y="453"/>
                </a:lnTo>
                <a:lnTo>
                  <a:pt x="222" y="453"/>
                </a:lnTo>
                <a:lnTo>
                  <a:pt x="222" y="452"/>
                </a:lnTo>
                <a:lnTo>
                  <a:pt x="221" y="452"/>
                </a:lnTo>
                <a:lnTo>
                  <a:pt x="220" y="452"/>
                </a:lnTo>
                <a:lnTo>
                  <a:pt x="219" y="452"/>
                </a:lnTo>
                <a:lnTo>
                  <a:pt x="219" y="451"/>
                </a:lnTo>
                <a:lnTo>
                  <a:pt x="219" y="452"/>
                </a:lnTo>
                <a:lnTo>
                  <a:pt x="218" y="452"/>
                </a:lnTo>
                <a:lnTo>
                  <a:pt x="218" y="451"/>
                </a:lnTo>
                <a:lnTo>
                  <a:pt x="218" y="452"/>
                </a:lnTo>
                <a:lnTo>
                  <a:pt x="217" y="452"/>
                </a:lnTo>
                <a:lnTo>
                  <a:pt x="216" y="451"/>
                </a:lnTo>
                <a:lnTo>
                  <a:pt x="216" y="452"/>
                </a:lnTo>
                <a:lnTo>
                  <a:pt x="215" y="452"/>
                </a:lnTo>
                <a:lnTo>
                  <a:pt x="214" y="452"/>
                </a:lnTo>
                <a:lnTo>
                  <a:pt x="214" y="453"/>
                </a:lnTo>
                <a:lnTo>
                  <a:pt x="214" y="452"/>
                </a:lnTo>
                <a:lnTo>
                  <a:pt x="214" y="453"/>
                </a:lnTo>
                <a:lnTo>
                  <a:pt x="214" y="452"/>
                </a:lnTo>
                <a:lnTo>
                  <a:pt x="213" y="452"/>
                </a:lnTo>
                <a:lnTo>
                  <a:pt x="212" y="451"/>
                </a:lnTo>
                <a:lnTo>
                  <a:pt x="213" y="451"/>
                </a:lnTo>
                <a:lnTo>
                  <a:pt x="212" y="451"/>
                </a:lnTo>
                <a:lnTo>
                  <a:pt x="212" y="450"/>
                </a:lnTo>
                <a:lnTo>
                  <a:pt x="212" y="451"/>
                </a:lnTo>
                <a:lnTo>
                  <a:pt x="212" y="450"/>
                </a:lnTo>
                <a:lnTo>
                  <a:pt x="211" y="450"/>
                </a:lnTo>
                <a:lnTo>
                  <a:pt x="211" y="449"/>
                </a:lnTo>
                <a:lnTo>
                  <a:pt x="210" y="449"/>
                </a:lnTo>
                <a:lnTo>
                  <a:pt x="210" y="448"/>
                </a:lnTo>
                <a:lnTo>
                  <a:pt x="210" y="449"/>
                </a:lnTo>
                <a:lnTo>
                  <a:pt x="209" y="449"/>
                </a:lnTo>
                <a:lnTo>
                  <a:pt x="209" y="448"/>
                </a:lnTo>
                <a:lnTo>
                  <a:pt x="209" y="449"/>
                </a:lnTo>
                <a:lnTo>
                  <a:pt x="208" y="449"/>
                </a:lnTo>
                <a:lnTo>
                  <a:pt x="207" y="449"/>
                </a:lnTo>
                <a:lnTo>
                  <a:pt x="207" y="450"/>
                </a:lnTo>
                <a:lnTo>
                  <a:pt x="206" y="450"/>
                </a:lnTo>
                <a:lnTo>
                  <a:pt x="206" y="451"/>
                </a:lnTo>
                <a:lnTo>
                  <a:pt x="206" y="452"/>
                </a:lnTo>
                <a:lnTo>
                  <a:pt x="205" y="452"/>
                </a:lnTo>
                <a:lnTo>
                  <a:pt x="205" y="453"/>
                </a:lnTo>
                <a:lnTo>
                  <a:pt x="205" y="452"/>
                </a:lnTo>
                <a:lnTo>
                  <a:pt x="204" y="452"/>
                </a:lnTo>
                <a:lnTo>
                  <a:pt x="204" y="453"/>
                </a:lnTo>
                <a:lnTo>
                  <a:pt x="204" y="454"/>
                </a:lnTo>
                <a:lnTo>
                  <a:pt x="203" y="454"/>
                </a:lnTo>
                <a:lnTo>
                  <a:pt x="203" y="453"/>
                </a:lnTo>
                <a:lnTo>
                  <a:pt x="203" y="452"/>
                </a:lnTo>
                <a:lnTo>
                  <a:pt x="202" y="452"/>
                </a:lnTo>
                <a:lnTo>
                  <a:pt x="202" y="451"/>
                </a:lnTo>
                <a:lnTo>
                  <a:pt x="202" y="450"/>
                </a:lnTo>
                <a:lnTo>
                  <a:pt x="202" y="449"/>
                </a:lnTo>
                <a:lnTo>
                  <a:pt x="203" y="449"/>
                </a:lnTo>
                <a:lnTo>
                  <a:pt x="203" y="448"/>
                </a:lnTo>
                <a:lnTo>
                  <a:pt x="204" y="448"/>
                </a:lnTo>
                <a:lnTo>
                  <a:pt x="204" y="447"/>
                </a:lnTo>
                <a:lnTo>
                  <a:pt x="205" y="447"/>
                </a:lnTo>
                <a:lnTo>
                  <a:pt x="204" y="447"/>
                </a:lnTo>
                <a:lnTo>
                  <a:pt x="205" y="447"/>
                </a:lnTo>
                <a:lnTo>
                  <a:pt x="204" y="447"/>
                </a:lnTo>
                <a:lnTo>
                  <a:pt x="204" y="446"/>
                </a:lnTo>
                <a:lnTo>
                  <a:pt x="204" y="445"/>
                </a:lnTo>
                <a:lnTo>
                  <a:pt x="204" y="444"/>
                </a:lnTo>
                <a:lnTo>
                  <a:pt x="204" y="443"/>
                </a:lnTo>
                <a:lnTo>
                  <a:pt x="204" y="442"/>
                </a:lnTo>
                <a:lnTo>
                  <a:pt x="204" y="441"/>
                </a:lnTo>
                <a:lnTo>
                  <a:pt x="205" y="441"/>
                </a:lnTo>
                <a:lnTo>
                  <a:pt x="205" y="440"/>
                </a:lnTo>
                <a:lnTo>
                  <a:pt x="205" y="439"/>
                </a:lnTo>
                <a:lnTo>
                  <a:pt x="204" y="439"/>
                </a:lnTo>
                <a:lnTo>
                  <a:pt x="204" y="438"/>
                </a:lnTo>
                <a:lnTo>
                  <a:pt x="203" y="438"/>
                </a:lnTo>
                <a:lnTo>
                  <a:pt x="203" y="437"/>
                </a:lnTo>
                <a:lnTo>
                  <a:pt x="203" y="436"/>
                </a:lnTo>
                <a:lnTo>
                  <a:pt x="203" y="435"/>
                </a:lnTo>
                <a:lnTo>
                  <a:pt x="203" y="434"/>
                </a:lnTo>
                <a:lnTo>
                  <a:pt x="204" y="434"/>
                </a:lnTo>
                <a:lnTo>
                  <a:pt x="204" y="433"/>
                </a:lnTo>
                <a:lnTo>
                  <a:pt x="203" y="433"/>
                </a:lnTo>
                <a:lnTo>
                  <a:pt x="202" y="433"/>
                </a:lnTo>
                <a:lnTo>
                  <a:pt x="202" y="432"/>
                </a:lnTo>
                <a:lnTo>
                  <a:pt x="202" y="431"/>
                </a:lnTo>
                <a:lnTo>
                  <a:pt x="201" y="431"/>
                </a:lnTo>
                <a:lnTo>
                  <a:pt x="201" y="430"/>
                </a:lnTo>
                <a:lnTo>
                  <a:pt x="202" y="430"/>
                </a:lnTo>
                <a:lnTo>
                  <a:pt x="202" y="429"/>
                </a:lnTo>
                <a:lnTo>
                  <a:pt x="203" y="429"/>
                </a:lnTo>
                <a:lnTo>
                  <a:pt x="204" y="429"/>
                </a:lnTo>
                <a:lnTo>
                  <a:pt x="204" y="428"/>
                </a:lnTo>
                <a:lnTo>
                  <a:pt x="204" y="427"/>
                </a:lnTo>
                <a:lnTo>
                  <a:pt x="204" y="426"/>
                </a:lnTo>
                <a:lnTo>
                  <a:pt x="203" y="426"/>
                </a:lnTo>
                <a:lnTo>
                  <a:pt x="203" y="425"/>
                </a:lnTo>
                <a:lnTo>
                  <a:pt x="203" y="424"/>
                </a:lnTo>
                <a:lnTo>
                  <a:pt x="203" y="423"/>
                </a:lnTo>
                <a:lnTo>
                  <a:pt x="202" y="423"/>
                </a:lnTo>
                <a:lnTo>
                  <a:pt x="202" y="422"/>
                </a:lnTo>
                <a:lnTo>
                  <a:pt x="203" y="422"/>
                </a:lnTo>
                <a:lnTo>
                  <a:pt x="203" y="421"/>
                </a:lnTo>
                <a:lnTo>
                  <a:pt x="202" y="421"/>
                </a:lnTo>
                <a:lnTo>
                  <a:pt x="201" y="421"/>
                </a:lnTo>
                <a:lnTo>
                  <a:pt x="201" y="420"/>
                </a:lnTo>
                <a:lnTo>
                  <a:pt x="201" y="419"/>
                </a:lnTo>
                <a:lnTo>
                  <a:pt x="201" y="418"/>
                </a:lnTo>
                <a:lnTo>
                  <a:pt x="200" y="418"/>
                </a:lnTo>
                <a:lnTo>
                  <a:pt x="200" y="417"/>
                </a:lnTo>
                <a:lnTo>
                  <a:pt x="200" y="416"/>
                </a:lnTo>
                <a:lnTo>
                  <a:pt x="200" y="415"/>
                </a:lnTo>
                <a:lnTo>
                  <a:pt x="198" y="415"/>
                </a:lnTo>
                <a:lnTo>
                  <a:pt x="197" y="415"/>
                </a:lnTo>
                <a:lnTo>
                  <a:pt x="196" y="415"/>
                </a:lnTo>
                <a:lnTo>
                  <a:pt x="196" y="416"/>
                </a:lnTo>
                <a:lnTo>
                  <a:pt x="195" y="416"/>
                </a:lnTo>
                <a:lnTo>
                  <a:pt x="195" y="415"/>
                </a:lnTo>
                <a:lnTo>
                  <a:pt x="194" y="415"/>
                </a:lnTo>
                <a:lnTo>
                  <a:pt x="193" y="415"/>
                </a:lnTo>
                <a:lnTo>
                  <a:pt x="192" y="415"/>
                </a:lnTo>
                <a:lnTo>
                  <a:pt x="192" y="414"/>
                </a:lnTo>
                <a:lnTo>
                  <a:pt x="191" y="414"/>
                </a:lnTo>
                <a:lnTo>
                  <a:pt x="191" y="415"/>
                </a:lnTo>
                <a:lnTo>
                  <a:pt x="191" y="414"/>
                </a:lnTo>
                <a:lnTo>
                  <a:pt x="190" y="414"/>
                </a:lnTo>
                <a:lnTo>
                  <a:pt x="190" y="413"/>
                </a:lnTo>
                <a:lnTo>
                  <a:pt x="190" y="412"/>
                </a:lnTo>
                <a:lnTo>
                  <a:pt x="191" y="412"/>
                </a:lnTo>
                <a:lnTo>
                  <a:pt x="192" y="412"/>
                </a:lnTo>
                <a:lnTo>
                  <a:pt x="192" y="411"/>
                </a:lnTo>
                <a:lnTo>
                  <a:pt x="192" y="410"/>
                </a:lnTo>
                <a:lnTo>
                  <a:pt x="192" y="409"/>
                </a:lnTo>
                <a:lnTo>
                  <a:pt x="191" y="409"/>
                </a:lnTo>
                <a:lnTo>
                  <a:pt x="191" y="408"/>
                </a:lnTo>
                <a:lnTo>
                  <a:pt x="191" y="407"/>
                </a:lnTo>
                <a:lnTo>
                  <a:pt x="190" y="407"/>
                </a:lnTo>
                <a:lnTo>
                  <a:pt x="190" y="406"/>
                </a:lnTo>
                <a:lnTo>
                  <a:pt x="191" y="406"/>
                </a:lnTo>
                <a:lnTo>
                  <a:pt x="191" y="405"/>
                </a:lnTo>
                <a:lnTo>
                  <a:pt x="191" y="404"/>
                </a:lnTo>
                <a:lnTo>
                  <a:pt x="190" y="404"/>
                </a:lnTo>
                <a:lnTo>
                  <a:pt x="190" y="403"/>
                </a:lnTo>
                <a:lnTo>
                  <a:pt x="190" y="402"/>
                </a:lnTo>
                <a:lnTo>
                  <a:pt x="191" y="402"/>
                </a:lnTo>
                <a:lnTo>
                  <a:pt x="191" y="401"/>
                </a:lnTo>
                <a:lnTo>
                  <a:pt x="191" y="402"/>
                </a:lnTo>
                <a:lnTo>
                  <a:pt x="192" y="402"/>
                </a:lnTo>
                <a:lnTo>
                  <a:pt x="192" y="401"/>
                </a:lnTo>
                <a:lnTo>
                  <a:pt x="192" y="400"/>
                </a:lnTo>
                <a:lnTo>
                  <a:pt x="192" y="399"/>
                </a:lnTo>
                <a:lnTo>
                  <a:pt x="192" y="398"/>
                </a:lnTo>
                <a:lnTo>
                  <a:pt x="192" y="396"/>
                </a:lnTo>
                <a:lnTo>
                  <a:pt x="193" y="396"/>
                </a:lnTo>
                <a:lnTo>
                  <a:pt x="193" y="395"/>
                </a:lnTo>
                <a:lnTo>
                  <a:pt x="193" y="394"/>
                </a:lnTo>
                <a:lnTo>
                  <a:pt x="193" y="393"/>
                </a:lnTo>
                <a:lnTo>
                  <a:pt x="194" y="393"/>
                </a:lnTo>
                <a:lnTo>
                  <a:pt x="194" y="392"/>
                </a:lnTo>
                <a:lnTo>
                  <a:pt x="194" y="391"/>
                </a:lnTo>
                <a:lnTo>
                  <a:pt x="195" y="390"/>
                </a:lnTo>
                <a:lnTo>
                  <a:pt x="194" y="390"/>
                </a:lnTo>
                <a:lnTo>
                  <a:pt x="194" y="389"/>
                </a:lnTo>
                <a:lnTo>
                  <a:pt x="194" y="388"/>
                </a:lnTo>
                <a:lnTo>
                  <a:pt x="195" y="388"/>
                </a:lnTo>
                <a:lnTo>
                  <a:pt x="196" y="388"/>
                </a:lnTo>
                <a:lnTo>
                  <a:pt x="197" y="388"/>
                </a:lnTo>
                <a:lnTo>
                  <a:pt x="197" y="389"/>
                </a:lnTo>
                <a:lnTo>
                  <a:pt x="197" y="390"/>
                </a:lnTo>
                <a:lnTo>
                  <a:pt x="198" y="390"/>
                </a:lnTo>
                <a:lnTo>
                  <a:pt x="198" y="391"/>
                </a:lnTo>
                <a:lnTo>
                  <a:pt x="200" y="391"/>
                </a:lnTo>
                <a:lnTo>
                  <a:pt x="201" y="391"/>
                </a:lnTo>
                <a:lnTo>
                  <a:pt x="202" y="391"/>
                </a:lnTo>
                <a:lnTo>
                  <a:pt x="202" y="390"/>
                </a:lnTo>
                <a:lnTo>
                  <a:pt x="202" y="391"/>
                </a:lnTo>
                <a:lnTo>
                  <a:pt x="202" y="390"/>
                </a:lnTo>
                <a:lnTo>
                  <a:pt x="203" y="390"/>
                </a:lnTo>
                <a:lnTo>
                  <a:pt x="204" y="390"/>
                </a:lnTo>
                <a:lnTo>
                  <a:pt x="204" y="391"/>
                </a:lnTo>
                <a:lnTo>
                  <a:pt x="205" y="391"/>
                </a:lnTo>
                <a:lnTo>
                  <a:pt x="205" y="390"/>
                </a:lnTo>
                <a:lnTo>
                  <a:pt x="206" y="390"/>
                </a:lnTo>
                <a:lnTo>
                  <a:pt x="206" y="389"/>
                </a:lnTo>
                <a:lnTo>
                  <a:pt x="206" y="388"/>
                </a:lnTo>
                <a:lnTo>
                  <a:pt x="207" y="388"/>
                </a:lnTo>
                <a:lnTo>
                  <a:pt x="206" y="388"/>
                </a:lnTo>
                <a:lnTo>
                  <a:pt x="206" y="387"/>
                </a:lnTo>
                <a:lnTo>
                  <a:pt x="206" y="388"/>
                </a:lnTo>
                <a:lnTo>
                  <a:pt x="205" y="388"/>
                </a:lnTo>
                <a:lnTo>
                  <a:pt x="205" y="387"/>
                </a:lnTo>
                <a:lnTo>
                  <a:pt x="206" y="387"/>
                </a:lnTo>
                <a:lnTo>
                  <a:pt x="206" y="386"/>
                </a:lnTo>
                <a:lnTo>
                  <a:pt x="206" y="385"/>
                </a:lnTo>
                <a:lnTo>
                  <a:pt x="206" y="384"/>
                </a:lnTo>
                <a:lnTo>
                  <a:pt x="207" y="384"/>
                </a:lnTo>
                <a:lnTo>
                  <a:pt x="207" y="383"/>
                </a:lnTo>
                <a:lnTo>
                  <a:pt x="207" y="382"/>
                </a:lnTo>
                <a:lnTo>
                  <a:pt x="208" y="382"/>
                </a:lnTo>
                <a:lnTo>
                  <a:pt x="208" y="381"/>
                </a:lnTo>
                <a:lnTo>
                  <a:pt x="209" y="381"/>
                </a:lnTo>
                <a:lnTo>
                  <a:pt x="209" y="380"/>
                </a:lnTo>
                <a:lnTo>
                  <a:pt x="209" y="379"/>
                </a:lnTo>
                <a:lnTo>
                  <a:pt x="208" y="379"/>
                </a:lnTo>
                <a:lnTo>
                  <a:pt x="209" y="379"/>
                </a:lnTo>
                <a:lnTo>
                  <a:pt x="209" y="378"/>
                </a:lnTo>
                <a:lnTo>
                  <a:pt x="210" y="378"/>
                </a:lnTo>
                <a:lnTo>
                  <a:pt x="210" y="377"/>
                </a:lnTo>
                <a:lnTo>
                  <a:pt x="211" y="377"/>
                </a:lnTo>
                <a:lnTo>
                  <a:pt x="210" y="377"/>
                </a:lnTo>
                <a:lnTo>
                  <a:pt x="210" y="376"/>
                </a:lnTo>
                <a:lnTo>
                  <a:pt x="210" y="375"/>
                </a:lnTo>
                <a:lnTo>
                  <a:pt x="209" y="375"/>
                </a:lnTo>
                <a:lnTo>
                  <a:pt x="210" y="375"/>
                </a:lnTo>
                <a:lnTo>
                  <a:pt x="210" y="374"/>
                </a:lnTo>
                <a:lnTo>
                  <a:pt x="211" y="374"/>
                </a:lnTo>
                <a:lnTo>
                  <a:pt x="211" y="373"/>
                </a:lnTo>
                <a:lnTo>
                  <a:pt x="212" y="373"/>
                </a:lnTo>
                <a:lnTo>
                  <a:pt x="212" y="372"/>
                </a:lnTo>
                <a:lnTo>
                  <a:pt x="212" y="371"/>
                </a:lnTo>
                <a:lnTo>
                  <a:pt x="211" y="371"/>
                </a:lnTo>
                <a:lnTo>
                  <a:pt x="212" y="371"/>
                </a:lnTo>
                <a:lnTo>
                  <a:pt x="213" y="371"/>
                </a:lnTo>
                <a:lnTo>
                  <a:pt x="214" y="371"/>
                </a:lnTo>
                <a:lnTo>
                  <a:pt x="215" y="371"/>
                </a:lnTo>
                <a:lnTo>
                  <a:pt x="215" y="370"/>
                </a:lnTo>
                <a:lnTo>
                  <a:pt x="215" y="369"/>
                </a:lnTo>
                <a:lnTo>
                  <a:pt x="216" y="369"/>
                </a:lnTo>
                <a:lnTo>
                  <a:pt x="216" y="368"/>
                </a:lnTo>
                <a:lnTo>
                  <a:pt x="216" y="367"/>
                </a:lnTo>
                <a:lnTo>
                  <a:pt x="215" y="367"/>
                </a:lnTo>
                <a:lnTo>
                  <a:pt x="215" y="366"/>
                </a:lnTo>
                <a:lnTo>
                  <a:pt x="214" y="366"/>
                </a:lnTo>
                <a:lnTo>
                  <a:pt x="213" y="366"/>
                </a:lnTo>
                <a:lnTo>
                  <a:pt x="212" y="366"/>
                </a:lnTo>
                <a:lnTo>
                  <a:pt x="211" y="366"/>
                </a:lnTo>
                <a:lnTo>
                  <a:pt x="211" y="367"/>
                </a:lnTo>
                <a:lnTo>
                  <a:pt x="211" y="366"/>
                </a:lnTo>
                <a:lnTo>
                  <a:pt x="210" y="366"/>
                </a:lnTo>
                <a:lnTo>
                  <a:pt x="210" y="367"/>
                </a:lnTo>
                <a:lnTo>
                  <a:pt x="210" y="366"/>
                </a:lnTo>
                <a:lnTo>
                  <a:pt x="210" y="365"/>
                </a:lnTo>
                <a:lnTo>
                  <a:pt x="209" y="365"/>
                </a:lnTo>
                <a:lnTo>
                  <a:pt x="209" y="364"/>
                </a:lnTo>
                <a:lnTo>
                  <a:pt x="208" y="364"/>
                </a:lnTo>
                <a:lnTo>
                  <a:pt x="208" y="363"/>
                </a:lnTo>
                <a:lnTo>
                  <a:pt x="207" y="363"/>
                </a:lnTo>
                <a:lnTo>
                  <a:pt x="206" y="363"/>
                </a:lnTo>
                <a:lnTo>
                  <a:pt x="206" y="362"/>
                </a:lnTo>
                <a:lnTo>
                  <a:pt x="205" y="362"/>
                </a:lnTo>
                <a:lnTo>
                  <a:pt x="205" y="361"/>
                </a:lnTo>
                <a:lnTo>
                  <a:pt x="204" y="361"/>
                </a:lnTo>
                <a:lnTo>
                  <a:pt x="205" y="361"/>
                </a:lnTo>
                <a:lnTo>
                  <a:pt x="205" y="360"/>
                </a:lnTo>
                <a:lnTo>
                  <a:pt x="205" y="359"/>
                </a:lnTo>
                <a:lnTo>
                  <a:pt x="204" y="359"/>
                </a:lnTo>
                <a:lnTo>
                  <a:pt x="203" y="359"/>
                </a:lnTo>
                <a:lnTo>
                  <a:pt x="202" y="359"/>
                </a:lnTo>
                <a:lnTo>
                  <a:pt x="202" y="358"/>
                </a:lnTo>
                <a:lnTo>
                  <a:pt x="202" y="359"/>
                </a:lnTo>
                <a:lnTo>
                  <a:pt x="201" y="359"/>
                </a:lnTo>
                <a:lnTo>
                  <a:pt x="201" y="358"/>
                </a:lnTo>
                <a:lnTo>
                  <a:pt x="201" y="359"/>
                </a:lnTo>
                <a:lnTo>
                  <a:pt x="201" y="360"/>
                </a:lnTo>
                <a:lnTo>
                  <a:pt x="200" y="360"/>
                </a:lnTo>
                <a:lnTo>
                  <a:pt x="200" y="361"/>
                </a:lnTo>
                <a:lnTo>
                  <a:pt x="198" y="361"/>
                </a:lnTo>
                <a:lnTo>
                  <a:pt x="198" y="360"/>
                </a:lnTo>
                <a:lnTo>
                  <a:pt x="197" y="360"/>
                </a:lnTo>
                <a:lnTo>
                  <a:pt x="197" y="359"/>
                </a:lnTo>
                <a:lnTo>
                  <a:pt x="196" y="359"/>
                </a:lnTo>
                <a:lnTo>
                  <a:pt x="197" y="359"/>
                </a:lnTo>
                <a:lnTo>
                  <a:pt x="196" y="359"/>
                </a:lnTo>
                <a:lnTo>
                  <a:pt x="196" y="358"/>
                </a:lnTo>
                <a:lnTo>
                  <a:pt x="195" y="358"/>
                </a:lnTo>
                <a:lnTo>
                  <a:pt x="195" y="357"/>
                </a:lnTo>
                <a:lnTo>
                  <a:pt x="195" y="356"/>
                </a:lnTo>
                <a:lnTo>
                  <a:pt x="194" y="356"/>
                </a:lnTo>
                <a:lnTo>
                  <a:pt x="194" y="355"/>
                </a:lnTo>
                <a:lnTo>
                  <a:pt x="193" y="355"/>
                </a:lnTo>
                <a:lnTo>
                  <a:pt x="193" y="354"/>
                </a:lnTo>
                <a:lnTo>
                  <a:pt x="192" y="355"/>
                </a:lnTo>
                <a:lnTo>
                  <a:pt x="191" y="355"/>
                </a:lnTo>
                <a:lnTo>
                  <a:pt x="191" y="356"/>
                </a:lnTo>
                <a:lnTo>
                  <a:pt x="190" y="356"/>
                </a:lnTo>
                <a:lnTo>
                  <a:pt x="190" y="355"/>
                </a:lnTo>
                <a:lnTo>
                  <a:pt x="189" y="355"/>
                </a:lnTo>
                <a:lnTo>
                  <a:pt x="189" y="354"/>
                </a:lnTo>
                <a:lnTo>
                  <a:pt x="188" y="354"/>
                </a:lnTo>
                <a:lnTo>
                  <a:pt x="188" y="353"/>
                </a:lnTo>
                <a:lnTo>
                  <a:pt x="189" y="353"/>
                </a:lnTo>
                <a:lnTo>
                  <a:pt x="188" y="353"/>
                </a:lnTo>
                <a:lnTo>
                  <a:pt x="188" y="354"/>
                </a:lnTo>
                <a:lnTo>
                  <a:pt x="188" y="353"/>
                </a:lnTo>
                <a:lnTo>
                  <a:pt x="187" y="353"/>
                </a:lnTo>
                <a:lnTo>
                  <a:pt x="186" y="353"/>
                </a:lnTo>
                <a:lnTo>
                  <a:pt x="186" y="354"/>
                </a:lnTo>
                <a:lnTo>
                  <a:pt x="185" y="354"/>
                </a:lnTo>
                <a:lnTo>
                  <a:pt x="185" y="355"/>
                </a:lnTo>
                <a:lnTo>
                  <a:pt x="185" y="356"/>
                </a:lnTo>
                <a:lnTo>
                  <a:pt x="185" y="357"/>
                </a:lnTo>
                <a:lnTo>
                  <a:pt x="184" y="357"/>
                </a:lnTo>
                <a:lnTo>
                  <a:pt x="183" y="357"/>
                </a:lnTo>
                <a:lnTo>
                  <a:pt x="182" y="357"/>
                </a:lnTo>
                <a:lnTo>
                  <a:pt x="182" y="358"/>
                </a:lnTo>
                <a:lnTo>
                  <a:pt x="182" y="357"/>
                </a:lnTo>
                <a:lnTo>
                  <a:pt x="182" y="358"/>
                </a:lnTo>
                <a:lnTo>
                  <a:pt x="181" y="358"/>
                </a:lnTo>
                <a:lnTo>
                  <a:pt x="181" y="357"/>
                </a:lnTo>
                <a:lnTo>
                  <a:pt x="180" y="357"/>
                </a:lnTo>
                <a:lnTo>
                  <a:pt x="180" y="358"/>
                </a:lnTo>
                <a:lnTo>
                  <a:pt x="180" y="359"/>
                </a:lnTo>
                <a:lnTo>
                  <a:pt x="179" y="359"/>
                </a:lnTo>
                <a:lnTo>
                  <a:pt x="178" y="359"/>
                </a:lnTo>
                <a:lnTo>
                  <a:pt x="178" y="358"/>
                </a:lnTo>
                <a:lnTo>
                  <a:pt x="177" y="358"/>
                </a:lnTo>
                <a:lnTo>
                  <a:pt x="177" y="359"/>
                </a:lnTo>
                <a:lnTo>
                  <a:pt x="177" y="360"/>
                </a:lnTo>
                <a:lnTo>
                  <a:pt x="176" y="360"/>
                </a:lnTo>
                <a:lnTo>
                  <a:pt x="176" y="359"/>
                </a:lnTo>
                <a:lnTo>
                  <a:pt x="176" y="360"/>
                </a:lnTo>
                <a:lnTo>
                  <a:pt x="175" y="360"/>
                </a:lnTo>
                <a:lnTo>
                  <a:pt x="175" y="359"/>
                </a:lnTo>
                <a:lnTo>
                  <a:pt x="174" y="359"/>
                </a:lnTo>
                <a:lnTo>
                  <a:pt x="173" y="359"/>
                </a:lnTo>
                <a:lnTo>
                  <a:pt x="173" y="360"/>
                </a:lnTo>
                <a:lnTo>
                  <a:pt x="172" y="360"/>
                </a:lnTo>
                <a:lnTo>
                  <a:pt x="173" y="360"/>
                </a:lnTo>
                <a:lnTo>
                  <a:pt x="172" y="360"/>
                </a:lnTo>
                <a:lnTo>
                  <a:pt x="172" y="361"/>
                </a:lnTo>
                <a:lnTo>
                  <a:pt x="172" y="362"/>
                </a:lnTo>
                <a:lnTo>
                  <a:pt x="171" y="362"/>
                </a:lnTo>
                <a:lnTo>
                  <a:pt x="170" y="362"/>
                </a:lnTo>
                <a:lnTo>
                  <a:pt x="170" y="361"/>
                </a:lnTo>
                <a:lnTo>
                  <a:pt x="169" y="361"/>
                </a:lnTo>
                <a:lnTo>
                  <a:pt x="169" y="360"/>
                </a:lnTo>
                <a:lnTo>
                  <a:pt x="169" y="361"/>
                </a:lnTo>
                <a:lnTo>
                  <a:pt x="168" y="361"/>
                </a:lnTo>
                <a:lnTo>
                  <a:pt x="167" y="361"/>
                </a:lnTo>
                <a:lnTo>
                  <a:pt x="167" y="360"/>
                </a:lnTo>
                <a:lnTo>
                  <a:pt x="166" y="360"/>
                </a:lnTo>
                <a:lnTo>
                  <a:pt x="166" y="361"/>
                </a:lnTo>
                <a:lnTo>
                  <a:pt x="165" y="361"/>
                </a:lnTo>
                <a:lnTo>
                  <a:pt x="165" y="360"/>
                </a:lnTo>
                <a:lnTo>
                  <a:pt x="164" y="360"/>
                </a:lnTo>
                <a:lnTo>
                  <a:pt x="163" y="360"/>
                </a:lnTo>
                <a:lnTo>
                  <a:pt x="163" y="359"/>
                </a:lnTo>
                <a:lnTo>
                  <a:pt x="164" y="359"/>
                </a:lnTo>
                <a:lnTo>
                  <a:pt x="163" y="359"/>
                </a:lnTo>
                <a:lnTo>
                  <a:pt x="162" y="359"/>
                </a:lnTo>
                <a:lnTo>
                  <a:pt x="162" y="358"/>
                </a:lnTo>
                <a:lnTo>
                  <a:pt x="163" y="358"/>
                </a:lnTo>
                <a:lnTo>
                  <a:pt x="163" y="357"/>
                </a:lnTo>
                <a:lnTo>
                  <a:pt x="164" y="357"/>
                </a:lnTo>
                <a:lnTo>
                  <a:pt x="164" y="356"/>
                </a:lnTo>
                <a:lnTo>
                  <a:pt x="163" y="356"/>
                </a:lnTo>
                <a:lnTo>
                  <a:pt x="163" y="355"/>
                </a:lnTo>
                <a:lnTo>
                  <a:pt x="162" y="355"/>
                </a:lnTo>
                <a:lnTo>
                  <a:pt x="162" y="354"/>
                </a:lnTo>
                <a:lnTo>
                  <a:pt x="161" y="354"/>
                </a:lnTo>
                <a:lnTo>
                  <a:pt x="162" y="354"/>
                </a:lnTo>
                <a:lnTo>
                  <a:pt x="162" y="353"/>
                </a:lnTo>
                <a:lnTo>
                  <a:pt x="161" y="353"/>
                </a:lnTo>
                <a:lnTo>
                  <a:pt x="161" y="352"/>
                </a:lnTo>
                <a:lnTo>
                  <a:pt x="160" y="352"/>
                </a:lnTo>
                <a:lnTo>
                  <a:pt x="160" y="351"/>
                </a:lnTo>
                <a:lnTo>
                  <a:pt x="159" y="351"/>
                </a:lnTo>
                <a:lnTo>
                  <a:pt x="159" y="350"/>
                </a:lnTo>
                <a:lnTo>
                  <a:pt x="158" y="350"/>
                </a:lnTo>
                <a:lnTo>
                  <a:pt x="158" y="349"/>
                </a:lnTo>
                <a:lnTo>
                  <a:pt x="157" y="349"/>
                </a:lnTo>
                <a:lnTo>
                  <a:pt x="156" y="348"/>
                </a:lnTo>
                <a:lnTo>
                  <a:pt x="156" y="349"/>
                </a:lnTo>
                <a:lnTo>
                  <a:pt x="156" y="348"/>
                </a:lnTo>
                <a:lnTo>
                  <a:pt x="156" y="349"/>
                </a:lnTo>
                <a:lnTo>
                  <a:pt x="155" y="349"/>
                </a:lnTo>
                <a:lnTo>
                  <a:pt x="154" y="349"/>
                </a:lnTo>
                <a:lnTo>
                  <a:pt x="154" y="348"/>
                </a:lnTo>
                <a:lnTo>
                  <a:pt x="153" y="348"/>
                </a:lnTo>
                <a:lnTo>
                  <a:pt x="152" y="348"/>
                </a:lnTo>
                <a:lnTo>
                  <a:pt x="151" y="348"/>
                </a:lnTo>
                <a:lnTo>
                  <a:pt x="151" y="349"/>
                </a:lnTo>
                <a:lnTo>
                  <a:pt x="150" y="349"/>
                </a:lnTo>
                <a:lnTo>
                  <a:pt x="150" y="348"/>
                </a:lnTo>
                <a:lnTo>
                  <a:pt x="149" y="348"/>
                </a:lnTo>
                <a:lnTo>
                  <a:pt x="149" y="349"/>
                </a:lnTo>
                <a:lnTo>
                  <a:pt x="149" y="348"/>
                </a:lnTo>
                <a:lnTo>
                  <a:pt x="148" y="348"/>
                </a:lnTo>
                <a:lnTo>
                  <a:pt x="147" y="348"/>
                </a:lnTo>
                <a:lnTo>
                  <a:pt x="147" y="347"/>
                </a:lnTo>
                <a:lnTo>
                  <a:pt x="147" y="348"/>
                </a:lnTo>
                <a:lnTo>
                  <a:pt x="146" y="348"/>
                </a:lnTo>
                <a:lnTo>
                  <a:pt x="145" y="348"/>
                </a:lnTo>
                <a:lnTo>
                  <a:pt x="144" y="348"/>
                </a:lnTo>
                <a:lnTo>
                  <a:pt x="143" y="348"/>
                </a:lnTo>
                <a:lnTo>
                  <a:pt x="142" y="348"/>
                </a:lnTo>
                <a:lnTo>
                  <a:pt x="141" y="348"/>
                </a:lnTo>
                <a:lnTo>
                  <a:pt x="140" y="348"/>
                </a:lnTo>
                <a:lnTo>
                  <a:pt x="140" y="349"/>
                </a:lnTo>
                <a:lnTo>
                  <a:pt x="140" y="350"/>
                </a:lnTo>
                <a:lnTo>
                  <a:pt x="140" y="351"/>
                </a:lnTo>
                <a:lnTo>
                  <a:pt x="140" y="352"/>
                </a:lnTo>
                <a:lnTo>
                  <a:pt x="140" y="353"/>
                </a:lnTo>
                <a:lnTo>
                  <a:pt x="139" y="353"/>
                </a:lnTo>
                <a:lnTo>
                  <a:pt x="139" y="354"/>
                </a:lnTo>
                <a:lnTo>
                  <a:pt x="139" y="353"/>
                </a:lnTo>
                <a:lnTo>
                  <a:pt x="138" y="353"/>
                </a:lnTo>
                <a:lnTo>
                  <a:pt x="137" y="353"/>
                </a:lnTo>
                <a:lnTo>
                  <a:pt x="137" y="352"/>
                </a:lnTo>
                <a:lnTo>
                  <a:pt x="136" y="352"/>
                </a:lnTo>
                <a:lnTo>
                  <a:pt x="136" y="353"/>
                </a:lnTo>
                <a:lnTo>
                  <a:pt x="136" y="354"/>
                </a:lnTo>
                <a:lnTo>
                  <a:pt x="135" y="354"/>
                </a:lnTo>
                <a:lnTo>
                  <a:pt x="134" y="354"/>
                </a:lnTo>
                <a:lnTo>
                  <a:pt x="134" y="353"/>
                </a:lnTo>
                <a:lnTo>
                  <a:pt x="134" y="354"/>
                </a:lnTo>
                <a:lnTo>
                  <a:pt x="133" y="353"/>
                </a:lnTo>
                <a:lnTo>
                  <a:pt x="132" y="353"/>
                </a:lnTo>
                <a:lnTo>
                  <a:pt x="132" y="354"/>
                </a:lnTo>
                <a:lnTo>
                  <a:pt x="131" y="354"/>
                </a:lnTo>
                <a:lnTo>
                  <a:pt x="131" y="353"/>
                </a:lnTo>
                <a:lnTo>
                  <a:pt x="131" y="354"/>
                </a:lnTo>
                <a:lnTo>
                  <a:pt x="130" y="354"/>
                </a:lnTo>
                <a:lnTo>
                  <a:pt x="129" y="354"/>
                </a:lnTo>
                <a:lnTo>
                  <a:pt x="130" y="354"/>
                </a:lnTo>
                <a:lnTo>
                  <a:pt x="129" y="354"/>
                </a:lnTo>
                <a:lnTo>
                  <a:pt x="129" y="355"/>
                </a:lnTo>
                <a:lnTo>
                  <a:pt x="129" y="356"/>
                </a:lnTo>
                <a:lnTo>
                  <a:pt x="128" y="356"/>
                </a:lnTo>
                <a:lnTo>
                  <a:pt x="128" y="355"/>
                </a:lnTo>
                <a:lnTo>
                  <a:pt x="128" y="354"/>
                </a:lnTo>
                <a:lnTo>
                  <a:pt x="127" y="354"/>
                </a:lnTo>
                <a:lnTo>
                  <a:pt x="127" y="353"/>
                </a:lnTo>
                <a:lnTo>
                  <a:pt x="126" y="353"/>
                </a:lnTo>
                <a:lnTo>
                  <a:pt x="127" y="353"/>
                </a:lnTo>
                <a:lnTo>
                  <a:pt x="127" y="352"/>
                </a:lnTo>
                <a:lnTo>
                  <a:pt x="126" y="352"/>
                </a:lnTo>
                <a:lnTo>
                  <a:pt x="126" y="351"/>
                </a:lnTo>
                <a:lnTo>
                  <a:pt x="126" y="352"/>
                </a:lnTo>
                <a:lnTo>
                  <a:pt x="126" y="351"/>
                </a:lnTo>
                <a:lnTo>
                  <a:pt x="127" y="351"/>
                </a:lnTo>
                <a:lnTo>
                  <a:pt x="127" y="350"/>
                </a:lnTo>
                <a:lnTo>
                  <a:pt x="126" y="350"/>
                </a:lnTo>
                <a:lnTo>
                  <a:pt x="126" y="351"/>
                </a:lnTo>
                <a:lnTo>
                  <a:pt x="125" y="351"/>
                </a:lnTo>
                <a:lnTo>
                  <a:pt x="125" y="350"/>
                </a:lnTo>
                <a:lnTo>
                  <a:pt x="126" y="350"/>
                </a:lnTo>
                <a:lnTo>
                  <a:pt x="125" y="350"/>
                </a:lnTo>
                <a:lnTo>
                  <a:pt x="125" y="349"/>
                </a:lnTo>
                <a:lnTo>
                  <a:pt x="125" y="350"/>
                </a:lnTo>
                <a:lnTo>
                  <a:pt x="125" y="349"/>
                </a:lnTo>
                <a:lnTo>
                  <a:pt x="125" y="348"/>
                </a:lnTo>
                <a:lnTo>
                  <a:pt x="124" y="348"/>
                </a:lnTo>
                <a:lnTo>
                  <a:pt x="123" y="348"/>
                </a:lnTo>
                <a:lnTo>
                  <a:pt x="123" y="349"/>
                </a:lnTo>
                <a:lnTo>
                  <a:pt x="123" y="348"/>
                </a:lnTo>
                <a:lnTo>
                  <a:pt x="123" y="349"/>
                </a:lnTo>
                <a:lnTo>
                  <a:pt x="123" y="348"/>
                </a:lnTo>
                <a:lnTo>
                  <a:pt x="122" y="348"/>
                </a:lnTo>
                <a:lnTo>
                  <a:pt x="121" y="348"/>
                </a:lnTo>
                <a:lnTo>
                  <a:pt x="121" y="347"/>
                </a:lnTo>
                <a:lnTo>
                  <a:pt x="121" y="346"/>
                </a:lnTo>
                <a:lnTo>
                  <a:pt x="120" y="346"/>
                </a:lnTo>
                <a:lnTo>
                  <a:pt x="120" y="345"/>
                </a:lnTo>
                <a:lnTo>
                  <a:pt x="119" y="345"/>
                </a:lnTo>
                <a:lnTo>
                  <a:pt x="118" y="345"/>
                </a:lnTo>
                <a:lnTo>
                  <a:pt x="118" y="344"/>
                </a:lnTo>
                <a:lnTo>
                  <a:pt x="118" y="345"/>
                </a:lnTo>
                <a:lnTo>
                  <a:pt x="118" y="344"/>
                </a:lnTo>
                <a:lnTo>
                  <a:pt x="117" y="344"/>
                </a:lnTo>
                <a:lnTo>
                  <a:pt x="116" y="344"/>
                </a:lnTo>
                <a:lnTo>
                  <a:pt x="115" y="344"/>
                </a:lnTo>
                <a:lnTo>
                  <a:pt x="116" y="344"/>
                </a:lnTo>
                <a:lnTo>
                  <a:pt x="115" y="344"/>
                </a:lnTo>
                <a:lnTo>
                  <a:pt x="115" y="343"/>
                </a:lnTo>
                <a:lnTo>
                  <a:pt x="115" y="342"/>
                </a:lnTo>
                <a:lnTo>
                  <a:pt x="115" y="341"/>
                </a:lnTo>
                <a:lnTo>
                  <a:pt x="114" y="341"/>
                </a:lnTo>
                <a:lnTo>
                  <a:pt x="114" y="340"/>
                </a:lnTo>
                <a:lnTo>
                  <a:pt x="113" y="340"/>
                </a:lnTo>
                <a:lnTo>
                  <a:pt x="113" y="341"/>
                </a:lnTo>
                <a:lnTo>
                  <a:pt x="114" y="341"/>
                </a:lnTo>
                <a:lnTo>
                  <a:pt x="113" y="341"/>
                </a:lnTo>
                <a:lnTo>
                  <a:pt x="111" y="341"/>
                </a:lnTo>
                <a:lnTo>
                  <a:pt x="110" y="341"/>
                </a:lnTo>
                <a:lnTo>
                  <a:pt x="110" y="340"/>
                </a:lnTo>
                <a:lnTo>
                  <a:pt x="109" y="340"/>
                </a:lnTo>
                <a:lnTo>
                  <a:pt x="108" y="340"/>
                </a:lnTo>
                <a:lnTo>
                  <a:pt x="108" y="339"/>
                </a:lnTo>
                <a:lnTo>
                  <a:pt x="107" y="339"/>
                </a:lnTo>
                <a:lnTo>
                  <a:pt x="106" y="339"/>
                </a:lnTo>
                <a:lnTo>
                  <a:pt x="106" y="340"/>
                </a:lnTo>
                <a:lnTo>
                  <a:pt x="105" y="340"/>
                </a:lnTo>
                <a:lnTo>
                  <a:pt x="105" y="341"/>
                </a:lnTo>
                <a:lnTo>
                  <a:pt x="105" y="340"/>
                </a:lnTo>
                <a:lnTo>
                  <a:pt x="104" y="340"/>
                </a:lnTo>
                <a:lnTo>
                  <a:pt x="103" y="340"/>
                </a:lnTo>
                <a:lnTo>
                  <a:pt x="102" y="340"/>
                </a:lnTo>
                <a:lnTo>
                  <a:pt x="101" y="340"/>
                </a:lnTo>
                <a:lnTo>
                  <a:pt x="101" y="339"/>
                </a:lnTo>
                <a:lnTo>
                  <a:pt x="100" y="339"/>
                </a:lnTo>
                <a:lnTo>
                  <a:pt x="100" y="338"/>
                </a:lnTo>
                <a:lnTo>
                  <a:pt x="100" y="337"/>
                </a:lnTo>
                <a:lnTo>
                  <a:pt x="101" y="337"/>
                </a:lnTo>
                <a:lnTo>
                  <a:pt x="100" y="337"/>
                </a:lnTo>
                <a:lnTo>
                  <a:pt x="100" y="336"/>
                </a:lnTo>
                <a:lnTo>
                  <a:pt x="101" y="336"/>
                </a:lnTo>
                <a:lnTo>
                  <a:pt x="100" y="336"/>
                </a:lnTo>
                <a:lnTo>
                  <a:pt x="101" y="336"/>
                </a:lnTo>
                <a:lnTo>
                  <a:pt x="100" y="336"/>
                </a:lnTo>
                <a:lnTo>
                  <a:pt x="100" y="335"/>
                </a:lnTo>
                <a:lnTo>
                  <a:pt x="101" y="335"/>
                </a:lnTo>
                <a:lnTo>
                  <a:pt x="100" y="335"/>
                </a:lnTo>
                <a:lnTo>
                  <a:pt x="100" y="334"/>
                </a:lnTo>
                <a:lnTo>
                  <a:pt x="101" y="334"/>
                </a:lnTo>
                <a:lnTo>
                  <a:pt x="101" y="333"/>
                </a:lnTo>
                <a:lnTo>
                  <a:pt x="100" y="333"/>
                </a:lnTo>
                <a:lnTo>
                  <a:pt x="101" y="333"/>
                </a:lnTo>
                <a:lnTo>
                  <a:pt x="101" y="332"/>
                </a:lnTo>
                <a:lnTo>
                  <a:pt x="101" y="331"/>
                </a:lnTo>
                <a:lnTo>
                  <a:pt x="100" y="330"/>
                </a:lnTo>
                <a:lnTo>
                  <a:pt x="100" y="329"/>
                </a:lnTo>
                <a:lnTo>
                  <a:pt x="99" y="329"/>
                </a:lnTo>
                <a:lnTo>
                  <a:pt x="99" y="328"/>
                </a:lnTo>
                <a:lnTo>
                  <a:pt x="98" y="328"/>
                </a:lnTo>
                <a:lnTo>
                  <a:pt x="98" y="327"/>
                </a:lnTo>
                <a:lnTo>
                  <a:pt x="99" y="327"/>
                </a:lnTo>
                <a:lnTo>
                  <a:pt x="98" y="326"/>
                </a:lnTo>
                <a:lnTo>
                  <a:pt x="98" y="325"/>
                </a:lnTo>
                <a:lnTo>
                  <a:pt x="97" y="325"/>
                </a:lnTo>
                <a:lnTo>
                  <a:pt x="97" y="324"/>
                </a:lnTo>
                <a:lnTo>
                  <a:pt x="97" y="323"/>
                </a:lnTo>
                <a:lnTo>
                  <a:pt x="97" y="322"/>
                </a:lnTo>
                <a:lnTo>
                  <a:pt x="98" y="322"/>
                </a:lnTo>
                <a:lnTo>
                  <a:pt x="99" y="322"/>
                </a:lnTo>
                <a:lnTo>
                  <a:pt x="100" y="321"/>
                </a:lnTo>
                <a:lnTo>
                  <a:pt x="101" y="320"/>
                </a:lnTo>
                <a:lnTo>
                  <a:pt x="101" y="319"/>
                </a:lnTo>
                <a:lnTo>
                  <a:pt x="101" y="318"/>
                </a:lnTo>
                <a:lnTo>
                  <a:pt x="102" y="318"/>
                </a:lnTo>
                <a:lnTo>
                  <a:pt x="103" y="317"/>
                </a:lnTo>
                <a:lnTo>
                  <a:pt x="102" y="316"/>
                </a:lnTo>
                <a:lnTo>
                  <a:pt x="103" y="315"/>
                </a:lnTo>
                <a:lnTo>
                  <a:pt x="104" y="315"/>
                </a:lnTo>
                <a:lnTo>
                  <a:pt x="105" y="314"/>
                </a:lnTo>
                <a:lnTo>
                  <a:pt x="106" y="314"/>
                </a:lnTo>
                <a:lnTo>
                  <a:pt x="106" y="313"/>
                </a:lnTo>
                <a:lnTo>
                  <a:pt x="107" y="313"/>
                </a:lnTo>
                <a:lnTo>
                  <a:pt x="108" y="313"/>
                </a:lnTo>
                <a:lnTo>
                  <a:pt x="108" y="312"/>
                </a:lnTo>
                <a:lnTo>
                  <a:pt x="109" y="312"/>
                </a:lnTo>
                <a:lnTo>
                  <a:pt x="110" y="312"/>
                </a:lnTo>
                <a:lnTo>
                  <a:pt x="110" y="313"/>
                </a:lnTo>
                <a:lnTo>
                  <a:pt x="110" y="314"/>
                </a:lnTo>
                <a:lnTo>
                  <a:pt x="111" y="314"/>
                </a:lnTo>
                <a:lnTo>
                  <a:pt x="112" y="314"/>
                </a:lnTo>
                <a:lnTo>
                  <a:pt x="113" y="313"/>
                </a:lnTo>
                <a:lnTo>
                  <a:pt x="112" y="313"/>
                </a:lnTo>
                <a:lnTo>
                  <a:pt x="111" y="312"/>
                </a:lnTo>
                <a:lnTo>
                  <a:pt x="111" y="311"/>
                </a:lnTo>
                <a:lnTo>
                  <a:pt x="110" y="311"/>
                </a:lnTo>
                <a:lnTo>
                  <a:pt x="110" y="312"/>
                </a:lnTo>
                <a:lnTo>
                  <a:pt x="110" y="311"/>
                </a:lnTo>
                <a:lnTo>
                  <a:pt x="111" y="311"/>
                </a:lnTo>
                <a:lnTo>
                  <a:pt x="112" y="310"/>
                </a:lnTo>
                <a:lnTo>
                  <a:pt x="112" y="309"/>
                </a:lnTo>
                <a:lnTo>
                  <a:pt x="111" y="309"/>
                </a:lnTo>
                <a:lnTo>
                  <a:pt x="110" y="309"/>
                </a:lnTo>
                <a:lnTo>
                  <a:pt x="110" y="308"/>
                </a:lnTo>
                <a:lnTo>
                  <a:pt x="110" y="307"/>
                </a:lnTo>
                <a:lnTo>
                  <a:pt x="109" y="307"/>
                </a:lnTo>
                <a:lnTo>
                  <a:pt x="108" y="307"/>
                </a:lnTo>
                <a:lnTo>
                  <a:pt x="108" y="306"/>
                </a:lnTo>
                <a:lnTo>
                  <a:pt x="107" y="306"/>
                </a:lnTo>
                <a:lnTo>
                  <a:pt x="107" y="307"/>
                </a:lnTo>
                <a:lnTo>
                  <a:pt x="107" y="306"/>
                </a:lnTo>
                <a:lnTo>
                  <a:pt x="106" y="306"/>
                </a:lnTo>
                <a:lnTo>
                  <a:pt x="107" y="306"/>
                </a:lnTo>
                <a:lnTo>
                  <a:pt x="109" y="306"/>
                </a:lnTo>
                <a:lnTo>
                  <a:pt x="110" y="306"/>
                </a:lnTo>
                <a:lnTo>
                  <a:pt x="110" y="305"/>
                </a:lnTo>
                <a:lnTo>
                  <a:pt x="110" y="306"/>
                </a:lnTo>
                <a:lnTo>
                  <a:pt x="111" y="306"/>
                </a:lnTo>
                <a:lnTo>
                  <a:pt x="111" y="307"/>
                </a:lnTo>
                <a:lnTo>
                  <a:pt x="112" y="307"/>
                </a:lnTo>
                <a:lnTo>
                  <a:pt x="112" y="306"/>
                </a:lnTo>
                <a:lnTo>
                  <a:pt x="114" y="305"/>
                </a:lnTo>
                <a:lnTo>
                  <a:pt x="114" y="304"/>
                </a:lnTo>
                <a:lnTo>
                  <a:pt x="115" y="304"/>
                </a:lnTo>
                <a:lnTo>
                  <a:pt x="115" y="303"/>
                </a:lnTo>
                <a:lnTo>
                  <a:pt x="116" y="303"/>
                </a:lnTo>
                <a:lnTo>
                  <a:pt x="117" y="303"/>
                </a:lnTo>
                <a:lnTo>
                  <a:pt x="117" y="302"/>
                </a:lnTo>
                <a:lnTo>
                  <a:pt x="117" y="301"/>
                </a:lnTo>
                <a:lnTo>
                  <a:pt x="118" y="300"/>
                </a:lnTo>
                <a:lnTo>
                  <a:pt x="119" y="300"/>
                </a:lnTo>
                <a:lnTo>
                  <a:pt x="120" y="300"/>
                </a:lnTo>
                <a:lnTo>
                  <a:pt x="120" y="299"/>
                </a:lnTo>
                <a:lnTo>
                  <a:pt x="121" y="299"/>
                </a:lnTo>
                <a:lnTo>
                  <a:pt x="122" y="299"/>
                </a:lnTo>
                <a:lnTo>
                  <a:pt x="122" y="300"/>
                </a:lnTo>
                <a:lnTo>
                  <a:pt x="122" y="299"/>
                </a:lnTo>
                <a:lnTo>
                  <a:pt x="123" y="299"/>
                </a:lnTo>
                <a:lnTo>
                  <a:pt x="123" y="298"/>
                </a:lnTo>
                <a:lnTo>
                  <a:pt x="123" y="297"/>
                </a:lnTo>
                <a:lnTo>
                  <a:pt x="123" y="296"/>
                </a:lnTo>
                <a:lnTo>
                  <a:pt x="123" y="295"/>
                </a:lnTo>
                <a:lnTo>
                  <a:pt x="124" y="295"/>
                </a:lnTo>
                <a:lnTo>
                  <a:pt x="124" y="294"/>
                </a:lnTo>
                <a:lnTo>
                  <a:pt x="125" y="293"/>
                </a:lnTo>
                <a:lnTo>
                  <a:pt x="126" y="293"/>
                </a:lnTo>
                <a:lnTo>
                  <a:pt x="127" y="293"/>
                </a:lnTo>
                <a:lnTo>
                  <a:pt x="128" y="293"/>
                </a:lnTo>
                <a:lnTo>
                  <a:pt x="129" y="293"/>
                </a:lnTo>
                <a:lnTo>
                  <a:pt x="130" y="293"/>
                </a:lnTo>
                <a:lnTo>
                  <a:pt x="131" y="294"/>
                </a:lnTo>
                <a:lnTo>
                  <a:pt x="131" y="295"/>
                </a:lnTo>
                <a:lnTo>
                  <a:pt x="131" y="296"/>
                </a:lnTo>
                <a:lnTo>
                  <a:pt x="132" y="296"/>
                </a:lnTo>
                <a:lnTo>
                  <a:pt x="132" y="295"/>
                </a:lnTo>
                <a:lnTo>
                  <a:pt x="133" y="295"/>
                </a:lnTo>
                <a:lnTo>
                  <a:pt x="134" y="296"/>
                </a:lnTo>
                <a:lnTo>
                  <a:pt x="135" y="297"/>
                </a:lnTo>
                <a:lnTo>
                  <a:pt x="136" y="297"/>
                </a:lnTo>
                <a:lnTo>
                  <a:pt x="136" y="296"/>
                </a:lnTo>
                <a:lnTo>
                  <a:pt x="137" y="297"/>
                </a:lnTo>
                <a:lnTo>
                  <a:pt x="138" y="297"/>
                </a:lnTo>
                <a:lnTo>
                  <a:pt x="139" y="297"/>
                </a:lnTo>
                <a:lnTo>
                  <a:pt x="139" y="298"/>
                </a:lnTo>
                <a:lnTo>
                  <a:pt x="139" y="299"/>
                </a:lnTo>
                <a:lnTo>
                  <a:pt x="139" y="300"/>
                </a:lnTo>
                <a:lnTo>
                  <a:pt x="138" y="300"/>
                </a:lnTo>
                <a:lnTo>
                  <a:pt x="138" y="301"/>
                </a:lnTo>
                <a:lnTo>
                  <a:pt x="139" y="301"/>
                </a:lnTo>
                <a:lnTo>
                  <a:pt x="139" y="302"/>
                </a:lnTo>
                <a:lnTo>
                  <a:pt x="140" y="301"/>
                </a:lnTo>
                <a:lnTo>
                  <a:pt x="141" y="300"/>
                </a:lnTo>
                <a:lnTo>
                  <a:pt x="142" y="300"/>
                </a:lnTo>
                <a:lnTo>
                  <a:pt x="142" y="299"/>
                </a:lnTo>
                <a:lnTo>
                  <a:pt x="141" y="299"/>
                </a:lnTo>
                <a:lnTo>
                  <a:pt x="142" y="299"/>
                </a:lnTo>
                <a:lnTo>
                  <a:pt x="142" y="298"/>
                </a:lnTo>
                <a:lnTo>
                  <a:pt x="143" y="298"/>
                </a:lnTo>
                <a:lnTo>
                  <a:pt x="143" y="297"/>
                </a:lnTo>
                <a:lnTo>
                  <a:pt x="143" y="298"/>
                </a:lnTo>
                <a:lnTo>
                  <a:pt x="144" y="298"/>
                </a:lnTo>
                <a:lnTo>
                  <a:pt x="145" y="297"/>
                </a:lnTo>
                <a:lnTo>
                  <a:pt x="146" y="297"/>
                </a:lnTo>
                <a:lnTo>
                  <a:pt x="146" y="296"/>
                </a:lnTo>
                <a:lnTo>
                  <a:pt x="147" y="296"/>
                </a:lnTo>
                <a:lnTo>
                  <a:pt x="146" y="296"/>
                </a:lnTo>
                <a:lnTo>
                  <a:pt x="146" y="295"/>
                </a:lnTo>
                <a:lnTo>
                  <a:pt x="147" y="295"/>
                </a:lnTo>
                <a:lnTo>
                  <a:pt x="147" y="294"/>
                </a:lnTo>
                <a:lnTo>
                  <a:pt x="147" y="293"/>
                </a:lnTo>
                <a:lnTo>
                  <a:pt x="148" y="293"/>
                </a:lnTo>
                <a:lnTo>
                  <a:pt x="149" y="293"/>
                </a:lnTo>
                <a:lnTo>
                  <a:pt x="150" y="292"/>
                </a:lnTo>
                <a:lnTo>
                  <a:pt x="151" y="292"/>
                </a:lnTo>
                <a:lnTo>
                  <a:pt x="151" y="291"/>
                </a:lnTo>
                <a:lnTo>
                  <a:pt x="151" y="290"/>
                </a:lnTo>
                <a:lnTo>
                  <a:pt x="152" y="289"/>
                </a:lnTo>
                <a:lnTo>
                  <a:pt x="152" y="288"/>
                </a:lnTo>
                <a:lnTo>
                  <a:pt x="151" y="288"/>
                </a:lnTo>
                <a:lnTo>
                  <a:pt x="151" y="287"/>
                </a:lnTo>
                <a:lnTo>
                  <a:pt x="150" y="287"/>
                </a:lnTo>
                <a:lnTo>
                  <a:pt x="150" y="286"/>
                </a:lnTo>
                <a:lnTo>
                  <a:pt x="150" y="285"/>
                </a:lnTo>
                <a:lnTo>
                  <a:pt x="151" y="285"/>
                </a:lnTo>
                <a:lnTo>
                  <a:pt x="151" y="284"/>
                </a:lnTo>
                <a:lnTo>
                  <a:pt x="152" y="284"/>
                </a:lnTo>
                <a:lnTo>
                  <a:pt x="152" y="283"/>
                </a:lnTo>
                <a:lnTo>
                  <a:pt x="152" y="282"/>
                </a:lnTo>
                <a:lnTo>
                  <a:pt x="152" y="281"/>
                </a:lnTo>
                <a:lnTo>
                  <a:pt x="153" y="281"/>
                </a:lnTo>
                <a:lnTo>
                  <a:pt x="153" y="280"/>
                </a:lnTo>
                <a:lnTo>
                  <a:pt x="153" y="279"/>
                </a:lnTo>
                <a:lnTo>
                  <a:pt x="153" y="278"/>
                </a:lnTo>
                <a:lnTo>
                  <a:pt x="153" y="277"/>
                </a:lnTo>
                <a:lnTo>
                  <a:pt x="153" y="276"/>
                </a:lnTo>
                <a:lnTo>
                  <a:pt x="154" y="276"/>
                </a:lnTo>
                <a:lnTo>
                  <a:pt x="154" y="275"/>
                </a:lnTo>
                <a:lnTo>
                  <a:pt x="154" y="274"/>
                </a:lnTo>
                <a:lnTo>
                  <a:pt x="154" y="273"/>
                </a:lnTo>
                <a:lnTo>
                  <a:pt x="153" y="273"/>
                </a:lnTo>
                <a:lnTo>
                  <a:pt x="153" y="272"/>
                </a:lnTo>
                <a:lnTo>
                  <a:pt x="152" y="271"/>
                </a:lnTo>
                <a:lnTo>
                  <a:pt x="152" y="270"/>
                </a:lnTo>
                <a:lnTo>
                  <a:pt x="153" y="269"/>
                </a:lnTo>
                <a:lnTo>
                  <a:pt x="152" y="268"/>
                </a:lnTo>
                <a:lnTo>
                  <a:pt x="152" y="266"/>
                </a:lnTo>
                <a:lnTo>
                  <a:pt x="152" y="265"/>
                </a:lnTo>
                <a:lnTo>
                  <a:pt x="152" y="264"/>
                </a:lnTo>
                <a:lnTo>
                  <a:pt x="153" y="265"/>
                </a:lnTo>
                <a:lnTo>
                  <a:pt x="154" y="264"/>
                </a:lnTo>
                <a:lnTo>
                  <a:pt x="155" y="264"/>
                </a:lnTo>
                <a:lnTo>
                  <a:pt x="156" y="264"/>
                </a:lnTo>
                <a:lnTo>
                  <a:pt x="157" y="263"/>
                </a:lnTo>
                <a:lnTo>
                  <a:pt x="157" y="262"/>
                </a:lnTo>
                <a:lnTo>
                  <a:pt x="156" y="261"/>
                </a:lnTo>
                <a:lnTo>
                  <a:pt x="155" y="260"/>
                </a:lnTo>
                <a:lnTo>
                  <a:pt x="155" y="259"/>
                </a:lnTo>
                <a:lnTo>
                  <a:pt x="156" y="259"/>
                </a:lnTo>
                <a:lnTo>
                  <a:pt x="157" y="259"/>
                </a:lnTo>
                <a:lnTo>
                  <a:pt x="157" y="258"/>
                </a:lnTo>
                <a:lnTo>
                  <a:pt x="157" y="257"/>
                </a:lnTo>
                <a:lnTo>
                  <a:pt x="156" y="257"/>
                </a:lnTo>
                <a:lnTo>
                  <a:pt x="155" y="257"/>
                </a:lnTo>
                <a:lnTo>
                  <a:pt x="154" y="257"/>
                </a:lnTo>
                <a:lnTo>
                  <a:pt x="154" y="256"/>
                </a:lnTo>
                <a:lnTo>
                  <a:pt x="153" y="255"/>
                </a:lnTo>
                <a:lnTo>
                  <a:pt x="154" y="255"/>
                </a:lnTo>
                <a:lnTo>
                  <a:pt x="153" y="254"/>
                </a:lnTo>
                <a:lnTo>
                  <a:pt x="152" y="253"/>
                </a:lnTo>
                <a:lnTo>
                  <a:pt x="152" y="250"/>
                </a:lnTo>
                <a:lnTo>
                  <a:pt x="152" y="249"/>
                </a:lnTo>
                <a:lnTo>
                  <a:pt x="152" y="248"/>
                </a:lnTo>
                <a:lnTo>
                  <a:pt x="151" y="248"/>
                </a:lnTo>
                <a:lnTo>
                  <a:pt x="150" y="248"/>
                </a:lnTo>
                <a:lnTo>
                  <a:pt x="150" y="247"/>
                </a:lnTo>
                <a:lnTo>
                  <a:pt x="149" y="247"/>
                </a:lnTo>
                <a:lnTo>
                  <a:pt x="149" y="246"/>
                </a:lnTo>
                <a:lnTo>
                  <a:pt x="148" y="245"/>
                </a:lnTo>
                <a:lnTo>
                  <a:pt x="147" y="245"/>
                </a:lnTo>
                <a:lnTo>
                  <a:pt x="147" y="244"/>
                </a:lnTo>
                <a:lnTo>
                  <a:pt x="148" y="244"/>
                </a:lnTo>
                <a:lnTo>
                  <a:pt x="148" y="242"/>
                </a:lnTo>
                <a:lnTo>
                  <a:pt x="148" y="241"/>
                </a:lnTo>
                <a:lnTo>
                  <a:pt x="147" y="241"/>
                </a:lnTo>
                <a:lnTo>
                  <a:pt x="147" y="240"/>
                </a:lnTo>
                <a:lnTo>
                  <a:pt x="147" y="241"/>
                </a:lnTo>
                <a:lnTo>
                  <a:pt x="146" y="241"/>
                </a:lnTo>
                <a:lnTo>
                  <a:pt x="146" y="240"/>
                </a:lnTo>
                <a:lnTo>
                  <a:pt x="145" y="240"/>
                </a:lnTo>
                <a:lnTo>
                  <a:pt x="144" y="239"/>
                </a:lnTo>
                <a:lnTo>
                  <a:pt x="144" y="238"/>
                </a:lnTo>
                <a:lnTo>
                  <a:pt x="144" y="237"/>
                </a:lnTo>
                <a:lnTo>
                  <a:pt x="144" y="235"/>
                </a:lnTo>
                <a:lnTo>
                  <a:pt x="143" y="234"/>
                </a:lnTo>
                <a:lnTo>
                  <a:pt x="142" y="234"/>
                </a:lnTo>
                <a:lnTo>
                  <a:pt x="142" y="233"/>
                </a:lnTo>
                <a:lnTo>
                  <a:pt x="141" y="234"/>
                </a:lnTo>
                <a:lnTo>
                  <a:pt x="140" y="233"/>
                </a:lnTo>
                <a:lnTo>
                  <a:pt x="139" y="232"/>
                </a:lnTo>
                <a:lnTo>
                  <a:pt x="138" y="232"/>
                </a:lnTo>
                <a:lnTo>
                  <a:pt x="137" y="232"/>
                </a:lnTo>
                <a:lnTo>
                  <a:pt x="136" y="232"/>
                </a:lnTo>
                <a:lnTo>
                  <a:pt x="135" y="232"/>
                </a:lnTo>
                <a:lnTo>
                  <a:pt x="134" y="232"/>
                </a:lnTo>
                <a:lnTo>
                  <a:pt x="132" y="231"/>
                </a:lnTo>
                <a:lnTo>
                  <a:pt x="131" y="233"/>
                </a:lnTo>
                <a:lnTo>
                  <a:pt x="130" y="234"/>
                </a:lnTo>
                <a:lnTo>
                  <a:pt x="130" y="235"/>
                </a:lnTo>
                <a:lnTo>
                  <a:pt x="131" y="236"/>
                </a:lnTo>
                <a:lnTo>
                  <a:pt x="131" y="237"/>
                </a:lnTo>
                <a:lnTo>
                  <a:pt x="131" y="238"/>
                </a:lnTo>
                <a:lnTo>
                  <a:pt x="130" y="239"/>
                </a:lnTo>
                <a:lnTo>
                  <a:pt x="130" y="240"/>
                </a:lnTo>
                <a:lnTo>
                  <a:pt x="129" y="240"/>
                </a:lnTo>
                <a:lnTo>
                  <a:pt x="129" y="239"/>
                </a:lnTo>
                <a:lnTo>
                  <a:pt x="128" y="239"/>
                </a:lnTo>
                <a:lnTo>
                  <a:pt x="127" y="238"/>
                </a:lnTo>
                <a:lnTo>
                  <a:pt x="126" y="238"/>
                </a:lnTo>
                <a:lnTo>
                  <a:pt x="126" y="239"/>
                </a:lnTo>
                <a:lnTo>
                  <a:pt x="125" y="240"/>
                </a:lnTo>
                <a:lnTo>
                  <a:pt x="125" y="241"/>
                </a:lnTo>
                <a:lnTo>
                  <a:pt x="124" y="241"/>
                </a:lnTo>
                <a:lnTo>
                  <a:pt x="123" y="241"/>
                </a:lnTo>
                <a:lnTo>
                  <a:pt x="121" y="241"/>
                </a:lnTo>
                <a:lnTo>
                  <a:pt x="121" y="242"/>
                </a:lnTo>
                <a:lnTo>
                  <a:pt x="121" y="241"/>
                </a:lnTo>
                <a:lnTo>
                  <a:pt x="120" y="241"/>
                </a:lnTo>
                <a:lnTo>
                  <a:pt x="120" y="240"/>
                </a:lnTo>
                <a:lnTo>
                  <a:pt x="121" y="240"/>
                </a:lnTo>
                <a:lnTo>
                  <a:pt x="120" y="240"/>
                </a:lnTo>
                <a:lnTo>
                  <a:pt x="121" y="240"/>
                </a:lnTo>
                <a:lnTo>
                  <a:pt x="121" y="239"/>
                </a:lnTo>
                <a:lnTo>
                  <a:pt x="121" y="238"/>
                </a:lnTo>
                <a:lnTo>
                  <a:pt x="121" y="237"/>
                </a:lnTo>
                <a:lnTo>
                  <a:pt x="120" y="237"/>
                </a:lnTo>
                <a:lnTo>
                  <a:pt x="119" y="237"/>
                </a:lnTo>
                <a:lnTo>
                  <a:pt x="118" y="237"/>
                </a:lnTo>
                <a:lnTo>
                  <a:pt x="117" y="237"/>
                </a:lnTo>
                <a:lnTo>
                  <a:pt x="117" y="238"/>
                </a:lnTo>
                <a:lnTo>
                  <a:pt x="116" y="238"/>
                </a:lnTo>
                <a:lnTo>
                  <a:pt x="115" y="238"/>
                </a:lnTo>
                <a:lnTo>
                  <a:pt x="114" y="238"/>
                </a:lnTo>
                <a:lnTo>
                  <a:pt x="113" y="238"/>
                </a:lnTo>
                <a:lnTo>
                  <a:pt x="113" y="237"/>
                </a:lnTo>
                <a:lnTo>
                  <a:pt x="112" y="238"/>
                </a:lnTo>
                <a:lnTo>
                  <a:pt x="112" y="239"/>
                </a:lnTo>
                <a:lnTo>
                  <a:pt x="111" y="239"/>
                </a:lnTo>
                <a:lnTo>
                  <a:pt x="110" y="240"/>
                </a:lnTo>
                <a:lnTo>
                  <a:pt x="109" y="240"/>
                </a:lnTo>
                <a:lnTo>
                  <a:pt x="108" y="240"/>
                </a:lnTo>
                <a:lnTo>
                  <a:pt x="108" y="241"/>
                </a:lnTo>
                <a:lnTo>
                  <a:pt x="107" y="240"/>
                </a:lnTo>
                <a:lnTo>
                  <a:pt x="107" y="239"/>
                </a:lnTo>
                <a:lnTo>
                  <a:pt x="107" y="238"/>
                </a:lnTo>
                <a:lnTo>
                  <a:pt x="107" y="237"/>
                </a:lnTo>
                <a:lnTo>
                  <a:pt x="107" y="236"/>
                </a:lnTo>
                <a:lnTo>
                  <a:pt x="107" y="235"/>
                </a:lnTo>
                <a:lnTo>
                  <a:pt x="106" y="235"/>
                </a:lnTo>
                <a:lnTo>
                  <a:pt x="106" y="234"/>
                </a:lnTo>
                <a:lnTo>
                  <a:pt x="107" y="234"/>
                </a:lnTo>
                <a:lnTo>
                  <a:pt x="107" y="233"/>
                </a:lnTo>
                <a:lnTo>
                  <a:pt x="106" y="233"/>
                </a:lnTo>
                <a:lnTo>
                  <a:pt x="106" y="232"/>
                </a:lnTo>
                <a:lnTo>
                  <a:pt x="106" y="231"/>
                </a:lnTo>
                <a:lnTo>
                  <a:pt x="105" y="230"/>
                </a:lnTo>
                <a:lnTo>
                  <a:pt x="104" y="230"/>
                </a:lnTo>
                <a:lnTo>
                  <a:pt x="103" y="230"/>
                </a:lnTo>
                <a:lnTo>
                  <a:pt x="102" y="230"/>
                </a:lnTo>
                <a:lnTo>
                  <a:pt x="102" y="231"/>
                </a:lnTo>
                <a:lnTo>
                  <a:pt x="101" y="230"/>
                </a:lnTo>
                <a:lnTo>
                  <a:pt x="100" y="230"/>
                </a:lnTo>
                <a:lnTo>
                  <a:pt x="100" y="231"/>
                </a:lnTo>
                <a:lnTo>
                  <a:pt x="99" y="231"/>
                </a:lnTo>
                <a:lnTo>
                  <a:pt x="98" y="231"/>
                </a:lnTo>
                <a:lnTo>
                  <a:pt x="97" y="231"/>
                </a:lnTo>
                <a:lnTo>
                  <a:pt x="97" y="232"/>
                </a:lnTo>
                <a:lnTo>
                  <a:pt x="97" y="233"/>
                </a:lnTo>
                <a:lnTo>
                  <a:pt x="96" y="233"/>
                </a:lnTo>
                <a:lnTo>
                  <a:pt x="96" y="234"/>
                </a:lnTo>
                <a:lnTo>
                  <a:pt x="96" y="236"/>
                </a:lnTo>
                <a:lnTo>
                  <a:pt x="96" y="237"/>
                </a:lnTo>
                <a:lnTo>
                  <a:pt x="95" y="237"/>
                </a:lnTo>
                <a:lnTo>
                  <a:pt x="95" y="238"/>
                </a:lnTo>
                <a:lnTo>
                  <a:pt x="95" y="239"/>
                </a:lnTo>
                <a:lnTo>
                  <a:pt x="95" y="240"/>
                </a:lnTo>
                <a:lnTo>
                  <a:pt x="95" y="241"/>
                </a:lnTo>
                <a:lnTo>
                  <a:pt x="94" y="241"/>
                </a:lnTo>
                <a:lnTo>
                  <a:pt x="94" y="242"/>
                </a:lnTo>
                <a:lnTo>
                  <a:pt x="93" y="242"/>
                </a:lnTo>
                <a:lnTo>
                  <a:pt x="92" y="242"/>
                </a:lnTo>
                <a:lnTo>
                  <a:pt x="91" y="241"/>
                </a:lnTo>
                <a:lnTo>
                  <a:pt x="90" y="241"/>
                </a:lnTo>
                <a:lnTo>
                  <a:pt x="89" y="240"/>
                </a:lnTo>
                <a:lnTo>
                  <a:pt x="89" y="241"/>
                </a:lnTo>
                <a:lnTo>
                  <a:pt x="88" y="241"/>
                </a:lnTo>
                <a:lnTo>
                  <a:pt x="87" y="241"/>
                </a:lnTo>
                <a:lnTo>
                  <a:pt x="86" y="240"/>
                </a:lnTo>
                <a:lnTo>
                  <a:pt x="86" y="239"/>
                </a:lnTo>
                <a:lnTo>
                  <a:pt x="85" y="239"/>
                </a:lnTo>
                <a:lnTo>
                  <a:pt x="85" y="238"/>
                </a:lnTo>
                <a:lnTo>
                  <a:pt x="85" y="237"/>
                </a:lnTo>
                <a:lnTo>
                  <a:pt x="84" y="237"/>
                </a:lnTo>
                <a:lnTo>
                  <a:pt x="83" y="237"/>
                </a:lnTo>
                <a:lnTo>
                  <a:pt x="83" y="236"/>
                </a:lnTo>
                <a:lnTo>
                  <a:pt x="82" y="236"/>
                </a:lnTo>
                <a:lnTo>
                  <a:pt x="81" y="235"/>
                </a:lnTo>
                <a:lnTo>
                  <a:pt x="81" y="234"/>
                </a:lnTo>
                <a:lnTo>
                  <a:pt x="80" y="234"/>
                </a:lnTo>
                <a:lnTo>
                  <a:pt x="79" y="234"/>
                </a:lnTo>
                <a:lnTo>
                  <a:pt x="79" y="233"/>
                </a:lnTo>
                <a:lnTo>
                  <a:pt x="79" y="232"/>
                </a:lnTo>
                <a:lnTo>
                  <a:pt x="78" y="232"/>
                </a:lnTo>
                <a:lnTo>
                  <a:pt x="77" y="232"/>
                </a:lnTo>
                <a:lnTo>
                  <a:pt x="77" y="233"/>
                </a:lnTo>
                <a:lnTo>
                  <a:pt x="76" y="232"/>
                </a:lnTo>
                <a:lnTo>
                  <a:pt x="76" y="233"/>
                </a:lnTo>
                <a:lnTo>
                  <a:pt x="75" y="233"/>
                </a:lnTo>
                <a:lnTo>
                  <a:pt x="75" y="234"/>
                </a:lnTo>
                <a:lnTo>
                  <a:pt x="74" y="234"/>
                </a:lnTo>
                <a:lnTo>
                  <a:pt x="75" y="235"/>
                </a:lnTo>
                <a:lnTo>
                  <a:pt x="76" y="236"/>
                </a:lnTo>
                <a:lnTo>
                  <a:pt x="75" y="237"/>
                </a:lnTo>
                <a:lnTo>
                  <a:pt x="74" y="237"/>
                </a:lnTo>
                <a:lnTo>
                  <a:pt x="73" y="237"/>
                </a:lnTo>
                <a:lnTo>
                  <a:pt x="73" y="238"/>
                </a:lnTo>
                <a:lnTo>
                  <a:pt x="72" y="237"/>
                </a:lnTo>
                <a:lnTo>
                  <a:pt x="71" y="236"/>
                </a:lnTo>
                <a:lnTo>
                  <a:pt x="70" y="236"/>
                </a:lnTo>
                <a:lnTo>
                  <a:pt x="70" y="235"/>
                </a:lnTo>
                <a:lnTo>
                  <a:pt x="69" y="234"/>
                </a:lnTo>
                <a:lnTo>
                  <a:pt x="68" y="233"/>
                </a:lnTo>
                <a:lnTo>
                  <a:pt x="67" y="232"/>
                </a:lnTo>
                <a:lnTo>
                  <a:pt x="67" y="231"/>
                </a:lnTo>
                <a:lnTo>
                  <a:pt x="66" y="231"/>
                </a:lnTo>
                <a:lnTo>
                  <a:pt x="66" y="230"/>
                </a:lnTo>
                <a:lnTo>
                  <a:pt x="66" y="229"/>
                </a:lnTo>
                <a:lnTo>
                  <a:pt x="65" y="228"/>
                </a:lnTo>
                <a:lnTo>
                  <a:pt x="66" y="228"/>
                </a:lnTo>
                <a:lnTo>
                  <a:pt x="66" y="227"/>
                </a:lnTo>
                <a:lnTo>
                  <a:pt x="67" y="227"/>
                </a:lnTo>
                <a:lnTo>
                  <a:pt x="68" y="227"/>
                </a:lnTo>
                <a:lnTo>
                  <a:pt x="68" y="228"/>
                </a:lnTo>
                <a:lnTo>
                  <a:pt x="69" y="228"/>
                </a:lnTo>
                <a:lnTo>
                  <a:pt x="69" y="227"/>
                </a:lnTo>
                <a:lnTo>
                  <a:pt x="70" y="227"/>
                </a:lnTo>
                <a:lnTo>
                  <a:pt x="70" y="226"/>
                </a:lnTo>
                <a:lnTo>
                  <a:pt x="71" y="226"/>
                </a:lnTo>
                <a:lnTo>
                  <a:pt x="71" y="224"/>
                </a:lnTo>
                <a:lnTo>
                  <a:pt x="71" y="223"/>
                </a:lnTo>
                <a:lnTo>
                  <a:pt x="71" y="222"/>
                </a:lnTo>
                <a:lnTo>
                  <a:pt x="71" y="223"/>
                </a:lnTo>
                <a:lnTo>
                  <a:pt x="70" y="222"/>
                </a:lnTo>
                <a:lnTo>
                  <a:pt x="71" y="222"/>
                </a:lnTo>
                <a:lnTo>
                  <a:pt x="71" y="221"/>
                </a:lnTo>
                <a:lnTo>
                  <a:pt x="70" y="221"/>
                </a:lnTo>
                <a:lnTo>
                  <a:pt x="70" y="222"/>
                </a:lnTo>
                <a:lnTo>
                  <a:pt x="69" y="222"/>
                </a:lnTo>
                <a:lnTo>
                  <a:pt x="68" y="222"/>
                </a:lnTo>
                <a:lnTo>
                  <a:pt x="68" y="221"/>
                </a:lnTo>
                <a:lnTo>
                  <a:pt x="68" y="220"/>
                </a:lnTo>
                <a:lnTo>
                  <a:pt x="68" y="219"/>
                </a:lnTo>
                <a:lnTo>
                  <a:pt x="68" y="218"/>
                </a:lnTo>
                <a:lnTo>
                  <a:pt x="67" y="218"/>
                </a:lnTo>
                <a:lnTo>
                  <a:pt x="66" y="218"/>
                </a:lnTo>
                <a:lnTo>
                  <a:pt x="65" y="218"/>
                </a:lnTo>
                <a:lnTo>
                  <a:pt x="66" y="217"/>
                </a:lnTo>
                <a:lnTo>
                  <a:pt x="65" y="217"/>
                </a:lnTo>
                <a:lnTo>
                  <a:pt x="65" y="216"/>
                </a:lnTo>
                <a:lnTo>
                  <a:pt x="65" y="215"/>
                </a:lnTo>
                <a:lnTo>
                  <a:pt x="64" y="215"/>
                </a:lnTo>
                <a:lnTo>
                  <a:pt x="64" y="214"/>
                </a:lnTo>
                <a:lnTo>
                  <a:pt x="65" y="214"/>
                </a:lnTo>
                <a:lnTo>
                  <a:pt x="65" y="215"/>
                </a:lnTo>
                <a:lnTo>
                  <a:pt x="65" y="214"/>
                </a:lnTo>
                <a:lnTo>
                  <a:pt x="66" y="214"/>
                </a:lnTo>
                <a:lnTo>
                  <a:pt x="65" y="214"/>
                </a:lnTo>
                <a:lnTo>
                  <a:pt x="65" y="213"/>
                </a:lnTo>
                <a:lnTo>
                  <a:pt x="65" y="212"/>
                </a:lnTo>
                <a:lnTo>
                  <a:pt x="66" y="212"/>
                </a:lnTo>
                <a:lnTo>
                  <a:pt x="67" y="211"/>
                </a:lnTo>
                <a:lnTo>
                  <a:pt x="67" y="210"/>
                </a:lnTo>
                <a:lnTo>
                  <a:pt x="67" y="209"/>
                </a:lnTo>
                <a:lnTo>
                  <a:pt x="66" y="209"/>
                </a:lnTo>
                <a:lnTo>
                  <a:pt x="65" y="209"/>
                </a:lnTo>
                <a:lnTo>
                  <a:pt x="65" y="208"/>
                </a:lnTo>
                <a:lnTo>
                  <a:pt x="64" y="208"/>
                </a:lnTo>
                <a:lnTo>
                  <a:pt x="64" y="207"/>
                </a:lnTo>
                <a:lnTo>
                  <a:pt x="63" y="207"/>
                </a:lnTo>
                <a:lnTo>
                  <a:pt x="63" y="206"/>
                </a:lnTo>
                <a:lnTo>
                  <a:pt x="62" y="206"/>
                </a:lnTo>
                <a:lnTo>
                  <a:pt x="61" y="206"/>
                </a:lnTo>
                <a:lnTo>
                  <a:pt x="60" y="206"/>
                </a:lnTo>
                <a:lnTo>
                  <a:pt x="60" y="207"/>
                </a:lnTo>
                <a:lnTo>
                  <a:pt x="59" y="207"/>
                </a:lnTo>
                <a:lnTo>
                  <a:pt x="59" y="206"/>
                </a:lnTo>
                <a:lnTo>
                  <a:pt x="59" y="205"/>
                </a:lnTo>
                <a:lnTo>
                  <a:pt x="58" y="204"/>
                </a:lnTo>
                <a:lnTo>
                  <a:pt x="59" y="204"/>
                </a:lnTo>
                <a:lnTo>
                  <a:pt x="59" y="203"/>
                </a:lnTo>
                <a:lnTo>
                  <a:pt x="59" y="202"/>
                </a:lnTo>
                <a:lnTo>
                  <a:pt x="59" y="201"/>
                </a:lnTo>
                <a:lnTo>
                  <a:pt x="58" y="201"/>
                </a:lnTo>
                <a:lnTo>
                  <a:pt x="57" y="201"/>
                </a:lnTo>
                <a:lnTo>
                  <a:pt x="56" y="200"/>
                </a:lnTo>
                <a:lnTo>
                  <a:pt x="55" y="200"/>
                </a:lnTo>
                <a:lnTo>
                  <a:pt x="54" y="200"/>
                </a:lnTo>
                <a:lnTo>
                  <a:pt x="54" y="199"/>
                </a:lnTo>
                <a:lnTo>
                  <a:pt x="53" y="199"/>
                </a:lnTo>
                <a:lnTo>
                  <a:pt x="52" y="199"/>
                </a:lnTo>
                <a:lnTo>
                  <a:pt x="51" y="199"/>
                </a:lnTo>
                <a:lnTo>
                  <a:pt x="51" y="200"/>
                </a:lnTo>
                <a:lnTo>
                  <a:pt x="50" y="200"/>
                </a:lnTo>
                <a:lnTo>
                  <a:pt x="49" y="200"/>
                </a:lnTo>
                <a:lnTo>
                  <a:pt x="48" y="200"/>
                </a:lnTo>
                <a:lnTo>
                  <a:pt x="48" y="201"/>
                </a:lnTo>
                <a:lnTo>
                  <a:pt x="47" y="202"/>
                </a:lnTo>
                <a:lnTo>
                  <a:pt x="46" y="202"/>
                </a:lnTo>
                <a:lnTo>
                  <a:pt x="45" y="202"/>
                </a:lnTo>
                <a:lnTo>
                  <a:pt x="44" y="202"/>
                </a:lnTo>
                <a:lnTo>
                  <a:pt x="43" y="202"/>
                </a:lnTo>
                <a:lnTo>
                  <a:pt x="43" y="201"/>
                </a:lnTo>
                <a:lnTo>
                  <a:pt x="42" y="201"/>
                </a:lnTo>
                <a:lnTo>
                  <a:pt x="41" y="200"/>
                </a:lnTo>
                <a:lnTo>
                  <a:pt x="40" y="200"/>
                </a:lnTo>
                <a:lnTo>
                  <a:pt x="39" y="200"/>
                </a:lnTo>
                <a:lnTo>
                  <a:pt x="38" y="200"/>
                </a:lnTo>
                <a:lnTo>
                  <a:pt x="37" y="199"/>
                </a:lnTo>
                <a:lnTo>
                  <a:pt x="36" y="199"/>
                </a:lnTo>
                <a:lnTo>
                  <a:pt x="35" y="198"/>
                </a:lnTo>
                <a:lnTo>
                  <a:pt x="33" y="199"/>
                </a:lnTo>
                <a:lnTo>
                  <a:pt x="32" y="199"/>
                </a:lnTo>
                <a:lnTo>
                  <a:pt x="31" y="199"/>
                </a:lnTo>
                <a:lnTo>
                  <a:pt x="30" y="199"/>
                </a:lnTo>
                <a:lnTo>
                  <a:pt x="29" y="199"/>
                </a:lnTo>
                <a:lnTo>
                  <a:pt x="29" y="198"/>
                </a:lnTo>
                <a:lnTo>
                  <a:pt x="29" y="197"/>
                </a:lnTo>
                <a:lnTo>
                  <a:pt x="28" y="197"/>
                </a:lnTo>
                <a:lnTo>
                  <a:pt x="27" y="197"/>
                </a:lnTo>
                <a:lnTo>
                  <a:pt x="27" y="199"/>
                </a:lnTo>
                <a:lnTo>
                  <a:pt x="26" y="199"/>
                </a:lnTo>
                <a:lnTo>
                  <a:pt x="25" y="199"/>
                </a:lnTo>
                <a:lnTo>
                  <a:pt x="25" y="198"/>
                </a:lnTo>
                <a:lnTo>
                  <a:pt x="24" y="199"/>
                </a:lnTo>
                <a:lnTo>
                  <a:pt x="23" y="200"/>
                </a:lnTo>
                <a:lnTo>
                  <a:pt x="23" y="201"/>
                </a:lnTo>
                <a:lnTo>
                  <a:pt x="23" y="202"/>
                </a:lnTo>
                <a:lnTo>
                  <a:pt x="23" y="203"/>
                </a:lnTo>
                <a:lnTo>
                  <a:pt x="23" y="204"/>
                </a:lnTo>
                <a:lnTo>
                  <a:pt x="24" y="205"/>
                </a:lnTo>
                <a:lnTo>
                  <a:pt x="24" y="206"/>
                </a:lnTo>
                <a:lnTo>
                  <a:pt x="24" y="207"/>
                </a:lnTo>
                <a:lnTo>
                  <a:pt x="24" y="208"/>
                </a:lnTo>
                <a:lnTo>
                  <a:pt x="25" y="209"/>
                </a:lnTo>
                <a:lnTo>
                  <a:pt x="24" y="210"/>
                </a:lnTo>
                <a:lnTo>
                  <a:pt x="24" y="211"/>
                </a:lnTo>
                <a:lnTo>
                  <a:pt x="23" y="211"/>
                </a:lnTo>
                <a:lnTo>
                  <a:pt x="22" y="211"/>
                </a:lnTo>
                <a:lnTo>
                  <a:pt x="21" y="211"/>
                </a:lnTo>
                <a:lnTo>
                  <a:pt x="21" y="210"/>
                </a:lnTo>
                <a:lnTo>
                  <a:pt x="20" y="210"/>
                </a:lnTo>
                <a:lnTo>
                  <a:pt x="20" y="209"/>
                </a:lnTo>
                <a:lnTo>
                  <a:pt x="20" y="208"/>
                </a:lnTo>
                <a:lnTo>
                  <a:pt x="19" y="208"/>
                </a:lnTo>
                <a:lnTo>
                  <a:pt x="19" y="207"/>
                </a:lnTo>
                <a:lnTo>
                  <a:pt x="18" y="207"/>
                </a:lnTo>
                <a:lnTo>
                  <a:pt x="17" y="206"/>
                </a:lnTo>
                <a:lnTo>
                  <a:pt x="16" y="206"/>
                </a:lnTo>
                <a:lnTo>
                  <a:pt x="15" y="205"/>
                </a:lnTo>
                <a:lnTo>
                  <a:pt x="14" y="206"/>
                </a:lnTo>
                <a:lnTo>
                  <a:pt x="14" y="205"/>
                </a:lnTo>
                <a:lnTo>
                  <a:pt x="15" y="205"/>
                </a:lnTo>
                <a:lnTo>
                  <a:pt x="15" y="204"/>
                </a:lnTo>
                <a:lnTo>
                  <a:pt x="15" y="203"/>
                </a:lnTo>
                <a:lnTo>
                  <a:pt x="16" y="203"/>
                </a:lnTo>
                <a:lnTo>
                  <a:pt x="16" y="202"/>
                </a:lnTo>
                <a:lnTo>
                  <a:pt x="15" y="202"/>
                </a:lnTo>
                <a:lnTo>
                  <a:pt x="15" y="201"/>
                </a:lnTo>
                <a:lnTo>
                  <a:pt x="14" y="201"/>
                </a:lnTo>
                <a:lnTo>
                  <a:pt x="13" y="201"/>
                </a:lnTo>
                <a:lnTo>
                  <a:pt x="12" y="201"/>
                </a:lnTo>
                <a:lnTo>
                  <a:pt x="11" y="201"/>
                </a:lnTo>
                <a:lnTo>
                  <a:pt x="11" y="200"/>
                </a:lnTo>
                <a:lnTo>
                  <a:pt x="11" y="199"/>
                </a:lnTo>
                <a:lnTo>
                  <a:pt x="11" y="198"/>
                </a:lnTo>
                <a:lnTo>
                  <a:pt x="11" y="197"/>
                </a:lnTo>
                <a:lnTo>
                  <a:pt x="10" y="197"/>
                </a:lnTo>
                <a:lnTo>
                  <a:pt x="10" y="195"/>
                </a:lnTo>
                <a:lnTo>
                  <a:pt x="9" y="195"/>
                </a:lnTo>
                <a:lnTo>
                  <a:pt x="9" y="194"/>
                </a:lnTo>
                <a:lnTo>
                  <a:pt x="9" y="193"/>
                </a:lnTo>
                <a:lnTo>
                  <a:pt x="8" y="193"/>
                </a:lnTo>
                <a:lnTo>
                  <a:pt x="8" y="192"/>
                </a:lnTo>
                <a:lnTo>
                  <a:pt x="9" y="192"/>
                </a:lnTo>
                <a:lnTo>
                  <a:pt x="9" y="191"/>
                </a:lnTo>
                <a:lnTo>
                  <a:pt x="8" y="190"/>
                </a:lnTo>
                <a:lnTo>
                  <a:pt x="8" y="189"/>
                </a:lnTo>
                <a:lnTo>
                  <a:pt x="7" y="189"/>
                </a:lnTo>
                <a:lnTo>
                  <a:pt x="7" y="190"/>
                </a:lnTo>
                <a:lnTo>
                  <a:pt x="7" y="189"/>
                </a:lnTo>
                <a:lnTo>
                  <a:pt x="6" y="189"/>
                </a:lnTo>
                <a:lnTo>
                  <a:pt x="6" y="188"/>
                </a:lnTo>
                <a:lnTo>
                  <a:pt x="6" y="187"/>
                </a:lnTo>
                <a:lnTo>
                  <a:pt x="6" y="186"/>
                </a:lnTo>
                <a:lnTo>
                  <a:pt x="5" y="186"/>
                </a:lnTo>
                <a:lnTo>
                  <a:pt x="5" y="185"/>
                </a:lnTo>
                <a:lnTo>
                  <a:pt x="5" y="184"/>
                </a:lnTo>
                <a:lnTo>
                  <a:pt x="5" y="183"/>
                </a:lnTo>
                <a:lnTo>
                  <a:pt x="5" y="181"/>
                </a:lnTo>
                <a:lnTo>
                  <a:pt x="5" y="180"/>
                </a:lnTo>
                <a:lnTo>
                  <a:pt x="5" y="179"/>
                </a:lnTo>
                <a:lnTo>
                  <a:pt x="4" y="179"/>
                </a:lnTo>
                <a:lnTo>
                  <a:pt x="3" y="179"/>
                </a:lnTo>
                <a:lnTo>
                  <a:pt x="3" y="178"/>
                </a:lnTo>
                <a:lnTo>
                  <a:pt x="2" y="178"/>
                </a:lnTo>
                <a:lnTo>
                  <a:pt x="2" y="179"/>
                </a:lnTo>
                <a:lnTo>
                  <a:pt x="1" y="179"/>
                </a:lnTo>
                <a:lnTo>
                  <a:pt x="0" y="179"/>
                </a:lnTo>
                <a:lnTo>
                  <a:pt x="0" y="178"/>
                </a:lnTo>
                <a:lnTo>
                  <a:pt x="0" y="179"/>
                </a:lnTo>
                <a:lnTo>
                  <a:pt x="0" y="178"/>
                </a:lnTo>
                <a:lnTo>
                  <a:pt x="1" y="178"/>
                </a:lnTo>
                <a:lnTo>
                  <a:pt x="2" y="178"/>
                </a:lnTo>
                <a:lnTo>
                  <a:pt x="2" y="177"/>
                </a:lnTo>
                <a:lnTo>
                  <a:pt x="3" y="177"/>
                </a:lnTo>
                <a:lnTo>
                  <a:pt x="4" y="177"/>
                </a:lnTo>
                <a:lnTo>
                  <a:pt x="4" y="176"/>
                </a:lnTo>
                <a:lnTo>
                  <a:pt x="4" y="175"/>
                </a:lnTo>
                <a:lnTo>
                  <a:pt x="5" y="174"/>
                </a:lnTo>
                <a:lnTo>
                  <a:pt x="5" y="173"/>
                </a:lnTo>
                <a:lnTo>
                  <a:pt x="6" y="172"/>
                </a:lnTo>
                <a:lnTo>
                  <a:pt x="6" y="171"/>
                </a:lnTo>
                <a:lnTo>
                  <a:pt x="6" y="170"/>
                </a:lnTo>
                <a:lnTo>
                  <a:pt x="6" y="169"/>
                </a:lnTo>
                <a:lnTo>
                  <a:pt x="7" y="169"/>
                </a:lnTo>
                <a:lnTo>
                  <a:pt x="8" y="169"/>
                </a:lnTo>
                <a:lnTo>
                  <a:pt x="10" y="169"/>
                </a:lnTo>
                <a:lnTo>
                  <a:pt x="10" y="170"/>
                </a:lnTo>
                <a:lnTo>
                  <a:pt x="11" y="171"/>
                </a:lnTo>
                <a:lnTo>
                  <a:pt x="12" y="171"/>
                </a:lnTo>
                <a:lnTo>
                  <a:pt x="13" y="171"/>
                </a:lnTo>
                <a:lnTo>
                  <a:pt x="13" y="172"/>
                </a:lnTo>
                <a:lnTo>
                  <a:pt x="14" y="173"/>
                </a:lnTo>
                <a:lnTo>
                  <a:pt x="15" y="175"/>
                </a:lnTo>
                <a:lnTo>
                  <a:pt x="16" y="176"/>
                </a:lnTo>
                <a:lnTo>
                  <a:pt x="18" y="176"/>
                </a:lnTo>
                <a:lnTo>
                  <a:pt x="19" y="177"/>
                </a:lnTo>
                <a:lnTo>
                  <a:pt x="20" y="177"/>
                </a:lnTo>
                <a:lnTo>
                  <a:pt x="21" y="177"/>
                </a:lnTo>
                <a:lnTo>
                  <a:pt x="22" y="177"/>
                </a:lnTo>
                <a:lnTo>
                  <a:pt x="22" y="178"/>
                </a:lnTo>
                <a:lnTo>
                  <a:pt x="23" y="178"/>
                </a:lnTo>
                <a:lnTo>
                  <a:pt x="22" y="178"/>
                </a:lnTo>
                <a:lnTo>
                  <a:pt x="22" y="179"/>
                </a:lnTo>
                <a:lnTo>
                  <a:pt x="23" y="180"/>
                </a:lnTo>
                <a:lnTo>
                  <a:pt x="24" y="180"/>
                </a:lnTo>
                <a:lnTo>
                  <a:pt x="25" y="181"/>
                </a:lnTo>
                <a:lnTo>
                  <a:pt x="26" y="181"/>
                </a:lnTo>
                <a:lnTo>
                  <a:pt x="26" y="180"/>
                </a:lnTo>
                <a:lnTo>
                  <a:pt x="27" y="179"/>
                </a:lnTo>
                <a:lnTo>
                  <a:pt x="27" y="178"/>
                </a:lnTo>
                <a:lnTo>
                  <a:pt x="28" y="177"/>
                </a:lnTo>
                <a:lnTo>
                  <a:pt x="29" y="176"/>
                </a:lnTo>
                <a:lnTo>
                  <a:pt x="30" y="176"/>
                </a:lnTo>
                <a:lnTo>
                  <a:pt x="31" y="176"/>
                </a:lnTo>
                <a:lnTo>
                  <a:pt x="32" y="176"/>
                </a:lnTo>
                <a:lnTo>
                  <a:pt x="32" y="175"/>
                </a:lnTo>
                <a:lnTo>
                  <a:pt x="33" y="175"/>
                </a:lnTo>
                <a:lnTo>
                  <a:pt x="34" y="175"/>
                </a:lnTo>
                <a:lnTo>
                  <a:pt x="35" y="175"/>
                </a:lnTo>
                <a:lnTo>
                  <a:pt x="35" y="174"/>
                </a:lnTo>
                <a:lnTo>
                  <a:pt x="36" y="173"/>
                </a:lnTo>
                <a:lnTo>
                  <a:pt x="37" y="172"/>
                </a:lnTo>
                <a:lnTo>
                  <a:pt x="37" y="171"/>
                </a:lnTo>
                <a:lnTo>
                  <a:pt x="37" y="170"/>
                </a:lnTo>
                <a:lnTo>
                  <a:pt x="37" y="169"/>
                </a:lnTo>
                <a:lnTo>
                  <a:pt x="38" y="169"/>
                </a:lnTo>
                <a:lnTo>
                  <a:pt x="38" y="168"/>
                </a:lnTo>
                <a:lnTo>
                  <a:pt x="39" y="168"/>
                </a:lnTo>
                <a:lnTo>
                  <a:pt x="40" y="167"/>
                </a:lnTo>
                <a:lnTo>
                  <a:pt x="41" y="167"/>
                </a:lnTo>
                <a:lnTo>
                  <a:pt x="41" y="166"/>
                </a:lnTo>
                <a:lnTo>
                  <a:pt x="43" y="166"/>
                </a:lnTo>
                <a:lnTo>
                  <a:pt x="44" y="166"/>
                </a:lnTo>
                <a:lnTo>
                  <a:pt x="45" y="166"/>
                </a:lnTo>
                <a:lnTo>
                  <a:pt x="46" y="165"/>
                </a:lnTo>
                <a:lnTo>
                  <a:pt x="47" y="165"/>
                </a:lnTo>
                <a:lnTo>
                  <a:pt x="48" y="165"/>
                </a:lnTo>
                <a:lnTo>
                  <a:pt x="49" y="165"/>
                </a:lnTo>
                <a:lnTo>
                  <a:pt x="49" y="164"/>
                </a:lnTo>
                <a:lnTo>
                  <a:pt x="50" y="164"/>
                </a:lnTo>
                <a:lnTo>
                  <a:pt x="51" y="164"/>
                </a:lnTo>
                <a:lnTo>
                  <a:pt x="51" y="163"/>
                </a:lnTo>
                <a:lnTo>
                  <a:pt x="52" y="163"/>
                </a:lnTo>
                <a:lnTo>
                  <a:pt x="52" y="162"/>
                </a:lnTo>
                <a:lnTo>
                  <a:pt x="52" y="161"/>
                </a:lnTo>
                <a:lnTo>
                  <a:pt x="52" y="160"/>
                </a:lnTo>
                <a:lnTo>
                  <a:pt x="52" y="159"/>
                </a:lnTo>
                <a:lnTo>
                  <a:pt x="53" y="159"/>
                </a:lnTo>
                <a:lnTo>
                  <a:pt x="53" y="158"/>
                </a:lnTo>
                <a:lnTo>
                  <a:pt x="53" y="157"/>
                </a:lnTo>
                <a:lnTo>
                  <a:pt x="53" y="156"/>
                </a:lnTo>
                <a:lnTo>
                  <a:pt x="53" y="155"/>
                </a:lnTo>
                <a:lnTo>
                  <a:pt x="53" y="154"/>
                </a:lnTo>
                <a:lnTo>
                  <a:pt x="54" y="154"/>
                </a:lnTo>
                <a:lnTo>
                  <a:pt x="55" y="153"/>
                </a:lnTo>
                <a:lnTo>
                  <a:pt x="56" y="152"/>
                </a:lnTo>
                <a:lnTo>
                  <a:pt x="56" y="151"/>
                </a:lnTo>
                <a:lnTo>
                  <a:pt x="56" y="150"/>
                </a:lnTo>
                <a:lnTo>
                  <a:pt x="57" y="150"/>
                </a:lnTo>
                <a:lnTo>
                  <a:pt x="57" y="149"/>
                </a:lnTo>
                <a:lnTo>
                  <a:pt x="58" y="149"/>
                </a:lnTo>
                <a:lnTo>
                  <a:pt x="58" y="148"/>
                </a:lnTo>
                <a:lnTo>
                  <a:pt x="59" y="148"/>
                </a:lnTo>
                <a:lnTo>
                  <a:pt x="60" y="147"/>
                </a:lnTo>
                <a:lnTo>
                  <a:pt x="61" y="147"/>
                </a:lnTo>
                <a:lnTo>
                  <a:pt x="61" y="146"/>
                </a:lnTo>
                <a:lnTo>
                  <a:pt x="61" y="145"/>
                </a:lnTo>
                <a:lnTo>
                  <a:pt x="62" y="145"/>
                </a:lnTo>
                <a:lnTo>
                  <a:pt x="63" y="145"/>
                </a:lnTo>
                <a:lnTo>
                  <a:pt x="63" y="146"/>
                </a:lnTo>
                <a:lnTo>
                  <a:pt x="64" y="146"/>
                </a:lnTo>
                <a:lnTo>
                  <a:pt x="64" y="145"/>
                </a:lnTo>
                <a:lnTo>
                  <a:pt x="65" y="145"/>
                </a:lnTo>
                <a:lnTo>
                  <a:pt x="65" y="144"/>
                </a:lnTo>
                <a:lnTo>
                  <a:pt x="66" y="143"/>
                </a:lnTo>
                <a:lnTo>
                  <a:pt x="66" y="142"/>
                </a:lnTo>
                <a:lnTo>
                  <a:pt x="67" y="142"/>
                </a:lnTo>
                <a:lnTo>
                  <a:pt x="68" y="142"/>
                </a:lnTo>
                <a:lnTo>
                  <a:pt x="69" y="142"/>
                </a:lnTo>
                <a:lnTo>
                  <a:pt x="69" y="143"/>
                </a:lnTo>
                <a:lnTo>
                  <a:pt x="69" y="144"/>
                </a:lnTo>
                <a:lnTo>
                  <a:pt x="70" y="144"/>
                </a:lnTo>
                <a:lnTo>
                  <a:pt x="71" y="144"/>
                </a:lnTo>
                <a:lnTo>
                  <a:pt x="71" y="145"/>
                </a:lnTo>
                <a:lnTo>
                  <a:pt x="72" y="145"/>
                </a:lnTo>
                <a:lnTo>
                  <a:pt x="73" y="145"/>
                </a:lnTo>
                <a:lnTo>
                  <a:pt x="73" y="146"/>
                </a:lnTo>
                <a:lnTo>
                  <a:pt x="73" y="147"/>
                </a:lnTo>
                <a:lnTo>
                  <a:pt x="73" y="148"/>
                </a:lnTo>
                <a:lnTo>
                  <a:pt x="73" y="149"/>
                </a:lnTo>
                <a:lnTo>
                  <a:pt x="74" y="149"/>
                </a:lnTo>
                <a:lnTo>
                  <a:pt x="75" y="149"/>
                </a:lnTo>
                <a:lnTo>
                  <a:pt x="76" y="149"/>
                </a:lnTo>
                <a:lnTo>
                  <a:pt x="79" y="149"/>
                </a:lnTo>
                <a:lnTo>
                  <a:pt x="80" y="149"/>
                </a:lnTo>
                <a:lnTo>
                  <a:pt x="80" y="148"/>
                </a:lnTo>
                <a:lnTo>
                  <a:pt x="81" y="148"/>
                </a:lnTo>
                <a:lnTo>
                  <a:pt x="82" y="148"/>
                </a:lnTo>
                <a:lnTo>
                  <a:pt x="82" y="147"/>
                </a:lnTo>
                <a:lnTo>
                  <a:pt x="83" y="147"/>
                </a:lnTo>
                <a:lnTo>
                  <a:pt x="84" y="148"/>
                </a:lnTo>
                <a:lnTo>
                  <a:pt x="85" y="148"/>
                </a:lnTo>
                <a:lnTo>
                  <a:pt x="86" y="148"/>
                </a:lnTo>
                <a:lnTo>
                  <a:pt x="87" y="148"/>
                </a:lnTo>
                <a:lnTo>
                  <a:pt x="88" y="149"/>
                </a:lnTo>
                <a:lnTo>
                  <a:pt x="89" y="149"/>
                </a:lnTo>
                <a:lnTo>
                  <a:pt x="89" y="150"/>
                </a:lnTo>
                <a:lnTo>
                  <a:pt x="90" y="150"/>
                </a:lnTo>
                <a:lnTo>
                  <a:pt x="90" y="151"/>
                </a:lnTo>
                <a:lnTo>
                  <a:pt x="90" y="152"/>
                </a:lnTo>
                <a:lnTo>
                  <a:pt x="90" y="153"/>
                </a:lnTo>
                <a:lnTo>
                  <a:pt x="90" y="154"/>
                </a:lnTo>
                <a:lnTo>
                  <a:pt x="90" y="155"/>
                </a:lnTo>
                <a:lnTo>
                  <a:pt x="91" y="155"/>
                </a:lnTo>
                <a:lnTo>
                  <a:pt x="91" y="156"/>
                </a:lnTo>
                <a:lnTo>
                  <a:pt x="92" y="156"/>
                </a:lnTo>
                <a:lnTo>
                  <a:pt x="92" y="157"/>
                </a:lnTo>
                <a:lnTo>
                  <a:pt x="93" y="157"/>
                </a:lnTo>
                <a:lnTo>
                  <a:pt x="93" y="158"/>
                </a:lnTo>
                <a:lnTo>
                  <a:pt x="94" y="158"/>
                </a:lnTo>
                <a:lnTo>
                  <a:pt x="94" y="159"/>
                </a:lnTo>
                <a:lnTo>
                  <a:pt x="94" y="160"/>
                </a:lnTo>
                <a:lnTo>
                  <a:pt x="94" y="161"/>
                </a:lnTo>
                <a:lnTo>
                  <a:pt x="95" y="161"/>
                </a:lnTo>
                <a:lnTo>
                  <a:pt x="96" y="162"/>
                </a:lnTo>
                <a:lnTo>
                  <a:pt x="97" y="162"/>
                </a:lnTo>
                <a:lnTo>
                  <a:pt x="98" y="162"/>
                </a:lnTo>
                <a:lnTo>
                  <a:pt x="99" y="162"/>
                </a:lnTo>
                <a:lnTo>
                  <a:pt x="101" y="162"/>
                </a:lnTo>
                <a:lnTo>
                  <a:pt x="102" y="162"/>
                </a:lnTo>
                <a:lnTo>
                  <a:pt x="102" y="161"/>
                </a:lnTo>
                <a:lnTo>
                  <a:pt x="103" y="161"/>
                </a:lnTo>
                <a:lnTo>
                  <a:pt x="104" y="161"/>
                </a:lnTo>
                <a:lnTo>
                  <a:pt x="104" y="162"/>
                </a:lnTo>
                <a:lnTo>
                  <a:pt x="104" y="163"/>
                </a:lnTo>
                <a:lnTo>
                  <a:pt x="105" y="163"/>
                </a:lnTo>
                <a:lnTo>
                  <a:pt x="105" y="164"/>
                </a:lnTo>
                <a:lnTo>
                  <a:pt x="106" y="164"/>
                </a:lnTo>
                <a:lnTo>
                  <a:pt x="106" y="165"/>
                </a:lnTo>
                <a:lnTo>
                  <a:pt x="107" y="165"/>
                </a:lnTo>
                <a:lnTo>
                  <a:pt x="108" y="165"/>
                </a:lnTo>
                <a:lnTo>
                  <a:pt x="109" y="165"/>
                </a:lnTo>
                <a:lnTo>
                  <a:pt x="110" y="165"/>
                </a:lnTo>
                <a:lnTo>
                  <a:pt x="110" y="164"/>
                </a:lnTo>
                <a:lnTo>
                  <a:pt x="111" y="164"/>
                </a:lnTo>
                <a:lnTo>
                  <a:pt x="111" y="165"/>
                </a:lnTo>
                <a:lnTo>
                  <a:pt x="112" y="165"/>
                </a:lnTo>
                <a:lnTo>
                  <a:pt x="113" y="165"/>
                </a:lnTo>
                <a:lnTo>
                  <a:pt x="113" y="166"/>
                </a:lnTo>
                <a:lnTo>
                  <a:pt x="114" y="166"/>
                </a:lnTo>
                <a:lnTo>
                  <a:pt x="114" y="167"/>
                </a:lnTo>
                <a:lnTo>
                  <a:pt x="115" y="167"/>
                </a:lnTo>
                <a:lnTo>
                  <a:pt x="115" y="168"/>
                </a:lnTo>
                <a:lnTo>
                  <a:pt x="116" y="168"/>
                </a:lnTo>
                <a:lnTo>
                  <a:pt x="117" y="168"/>
                </a:lnTo>
                <a:lnTo>
                  <a:pt x="117" y="169"/>
                </a:lnTo>
                <a:lnTo>
                  <a:pt x="118" y="169"/>
                </a:lnTo>
                <a:lnTo>
                  <a:pt x="118" y="170"/>
                </a:lnTo>
                <a:lnTo>
                  <a:pt x="119" y="170"/>
                </a:lnTo>
                <a:lnTo>
                  <a:pt x="119" y="171"/>
                </a:lnTo>
                <a:lnTo>
                  <a:pt x="120" y="171"/>
                </a:lnTo>
                <a:lnTo>
                  <a:pt x="121" y="172"/>
                </a:lnTo>
                <a:lnTo>
                  <a:pt x="122" y="172"/>
                </a:lnTo>
                <a:lnTo>
                  <a:pt x="123" y="172"/>
                </a:lnTo>
                <a:lnTo>
                  <a:pt x="124" y="172"/>
                </a:lnTo>
                <a:lnTo>
                  <a:pt x="125" y="171"/>
                </a:lnTo>
                <a:lnTo>
                  <a:pt x="126" y="171"/>
                </a:lnTo>
                <a:lnTo>
                  <a:pt x="126" y="170"/>
                </a:lnTo>
                <a:lnTo>
                  <a:pt x="127" y="170"/>
                </a:lnTo>
                <a:lnTo>
                  <a:pt x="127" y="169"/>
                </a:lnTo>
                <a:lnTo>
                  <a:pt x="128" y="169"/>
                </a:lnTo>
                <a:lnTo>
                  <a:pt x="129" y="169"/>
                </a:lnTo>
                <a:lnTo>
                  <a:pt x="129" y="170"/>
                </a:lnTo>
                <a:lnTo>
                  <a:pt x="130" y="170"/>
                </a:lnTo>
                <a:lnTo>
                  <a:pt x="133" y="170"/>
                </a:lnTo>
                <a:lnTo>
                  <a:pt x="133" y="169"/>
                </a:lnTo>
                <a:lnTo>
                  <a:pt x="134" y="169"/>
                </a:lnTo>
                <a:lnTo>
                  <a:pt x="134" y="170"/>
                </a:lnTo>
                <a:lnTo>
                  <a:pt x="134" y="171"/>
                </a:lnTo>
                <a:lnTo>
                  <a:pt x="135" y="171"/>
                </a:lnTo>
                <a:lnTo>
                  <a:pt x="135" y="172"/>
                </a:lnTo>
                <a:lnTo>
                  <a:pt x="135" y="173"/>
                </a:lnTo>
                <a:lnTo>
                  <a:pt x="135" y="174"/>
                </a:lnTo>
                <a:lnTo>
                  <a:pt x="136" y="174"/>
                </a:lnTo>
                <a:lnTo>
                  <a:pt x="136" y="175"/>
                </a:lnTo>
                <a:lnTo>
                  <a:pt x="137" y="175"/>
                </a:lnTo>
                <a:lnTo>
                  <a:pt x="137" y="176"/>
                </a:lnTo>
                <a:lnTo>
                  <a:pt x="138" y="176"/>
                </a:lnTo>
                <a:lnTo>
                  <a:pt x="138" y="177"/>
                </a:lnTo>
                <a:lnTo>
                  <a:pt x="139" y="177"/>
                </a:lnTo>
                <a:lnTo>
                  <a:pt x="138" y="177"/>
                </a:lnTo>
                <a:lnTo>
                  <a:pt x="139" y="177"/>
                </a:lnTo>
                <a:lnTo>
                  <a:pt x="139" y="178"/>
                </a:lnTo>
                <a:lnTo>
                  <a:pt x="140" y="178"/>
                </a:lnTo>
                <a:lnTo>
                  <a:pt x="140" y="179"/>
                </a:lnTo>
                <a:lnTo>
                  <a:pt x="141" y="179"/>
                </a:lnTo>
                <a:lnTo>
                  <a:pt x="142" y="179"/>
                </a:lnTo>
                <a:lnTo>
                  <a:pt x="142" y="178"/>
                </a:lnTo>
                <a:lnTo>
                  <a:pt x="142" y="177"/>
                </a:lnTo>
                <a:lnTo>
                  <a:pt x="143" y="177"/>
                </a:lnTo>
                <a:lnTo>
                  <a:pt x="143" y="176"/>
                </a:lnTo>
                <a:lnTo>
                  <a:pt x="144" y="175"/>
                </a:lnTo>
                <a:lnTo>
                  <a:pt x="144" y="174"/>
                </a:lnTo>
                <a:lnTo>
                  <a:pt x="144" y="173"/>
                </a:lnTo>
                <a:lnTo>
                  <a:pt x="145" y="173"/>
                </a:lnTo>
                <a:lnTo>
                  <a:pt x="145" y="172"/>
                </a:lnTo>
                <a:lnTo>
                  <a:pt x="146" y="172"/>
                </a:lnTo>
                <a:lnTo>
                  <a:pt x="147" y="172"/>
                </a:lnTo>
                <a:lnTo>
                  <a:pt x="148" y="172"/>
                </a:lnTo>
                <a:lnTo>
                  <a:pt x="148" y="171"/>
                </a:lnTo>
                <a:lnTo>
                  <a:pt x="149" y="171"/>
                </a:lnTo>
                <a:lnTo>
                  <a:pt x="150" y="171"/>
                </a:lnTo>
                <a:lnTo>
                  <a:pt x="150" y="170"/>
                </a:lnTo>
                <a:lnTo>
                  <a:pt x="151" y="170"/>
                </a:lnTo>
                <a:lnTo>
                  <a:pt x="151" y="169"/>
                </a:lnTo>
                <a:lnTo>
                  <a:pt x="152" y="169"/>
                </a:lnTo>
                <a:lnTo>
                  <a:pt x="152" y="168"/>
                </a:lnTo>
                <a:lnTo>
                  <a:pt x="152" y="167"/>
                </a:lnTo>
                <a:lnTo>
                  <a:pt x="153" y="166"/>
                </a:lnTo>
                <a:lnTo>
                  <a:pt x="154" y="166"/>
                </a:lnTo>
                <a:lnTo>
                  <a:pt x="155" y="166"/>
                </a:lnTo>
                <a:lnTo>
                  <a:pt x="155" y="165"/>
                </a:lnTo>
                <a:lnTo>
                  <a:pt x="156" y="164"/>
                </a:lnTo>
                <a:lnTo>
                  <a:pt x="156" y="163"/>
                </a:lnTo>
                <a:lnTo>
                  <a:pt x="156" y="162"/>
                </a:lnTo>
                <a:lnTo>
                  <a:pt x="157" y="161"/>
                </a:lnTo>
                <a:lnTo>
                  <a:pt x="157" y="160"/>
                </a:lnTo>
                <a:lnTo>
                  <a:pt x="157" y="159"/>
                </a:lnTo>
                <a:lnTo>
                  <a:pt x="157" y="158"/>
                </a:lnTo>
                <a:lnTo>
                  <a:pt x="158" y="158"/>
                </a:lnTo>
                <a:lnTo>
                  <a:pt x="158" y="157"/>
                </a:lnTo>
                <a:lnTo>
                  <a:pt x="158" y="156"/>
                </a:lnTo>
                <a:lnTo>
                  <a:pt x="158" y="155"/>
                </a:lnTo>
                <a:lnTo>
                  <a:pt x="157" y="155"/>
                </a:lnTo>
                <a:lnTo>
                  <a:pt x="157" y="154"/>
                </a:lnTo>
                <a:lnTo>
                  <a:pt x="157" y="153"/>
                </a:lnTo>
                <a:lnTo>
                  <a:pt x="157" y="152"/>
                </a:lnTo>
                <a:lnTo>
                  <a:pt x="156" y="152"/>
                </a:lnTo>
                <a:lnTo>
                  <a:pt x="156" y="151"/>
                </a:lnTo>
                <a:lnTo>
                  <a:pt x="155" y="151"/>
                </a:lnTo>
                <a:lnTo>
                  <a:pt x="155" y="150"/>
                </a:lnTo>
                <a:lnTo>
                  <a:pt x="155" y="149"/>
                </a:lnTo>
                <a:lnTo>
                  <a:pt x="154" y="149"/>
                </a:lnTo>
                <a:lnTo>
                  <a:pt x="154" y="148"/>
                </a:lnTo>
                <a:lnTo>
                  <a:pt x="153" y="148"/>
                </a:lnTo>
                <a:lnTo>
                  <a:pt x="153" y="147"/>
                </a:lnTo>
                <a:lnTo>
                  <a:pt x="153" y="146"/>
                </a:lnTo>
                <a:lnTo>
                  <a:pt x="152" y="146"/>
                </a:lnTo>
                <a:lnTo>
                  <a:pt x="153" y="146"/>
                </a:lnTo>
                <a:lnTo>
                  <a:pt x="154" y="146"/>
                </a:lnTo>
                <a:lnTo>
                  <a:pt x="155" y="146"/>
                </a:lnTo>
                <a:lnTo>
                  <a:pt x="156" y="146"/>
                </a:lnTo>
                <a:lnTo>
                  <a:pt x="156" y="147"/>
                </a:lnTo>
                <a:lnTo>
                  <a:pt x="156" y="146"/>
                </a:lnTo>
                <a:lnTo>
                  <a:pt x="157" y="146"/>
                </a:lnTo>
                <a:lnTo>
                  <a:pt x="157" y="145"/>
                </a:lnTo>
                <a:lnTo>
                  <a:pt x="158" y="145"/>
                </a:lnTo>
                <a:lnTo>
                  <a:pt x="158" y="144"/>
                </a:lnTo>
                <a:lnTo>
                  <a:pt x="159" y="144"/>
                </a:lnTo>
                <a:lnTo>
                  <a:pt x="159" y="143"/>
                </a:lnTo>
                <a:lnTo>
                  <a:pt x="160" y="143"/>
                </a:lnTo>
                <a:lnTo>
                  <a:pt x="160" y="144"/>
                </a:lnTo>
                <a:lnTo>
                  <a:pt x="161" y="144"/>
                </a:lnTo>
                <a:lnTo>
                  <a:pt x="162" y="145"/>
                </a:lnTo>
                <a:lnTo>
                  <a:pt x="163" y="144"/>
                </a:lnTo>
                <a:lnTo>
                  <a:pt x="164" y="144"/>
                </a:lnTo>
                <a:lnTo>
                  <a:pt x="165" y="144"/>
                </a:lnTo>
                <a:lnTo>
                  <a:pt x="166" y="144"/>
                </a:lnTo>
                <a:lnTo>
                  <a:pt x="167" y="144"/>
                </a:lnTo>
                <a:lnTo>
                  <a:pt x="168" y="144"/>
                </a:lnTo>
                <a:lnTo>
                  <a:pt x="168" y="143"/>
                </a:lnTo>
                <a:lnTo>
                  <a:pt x="169" y="143"/>
                </a:lnTo>
                <a:lnTo>
                  <a:pt x="170" y="143"/>
                </a:lnTo>
                <a:lnTo>
                  <a:pt x="171" y="143"/>
                </a:lnTo>
                <a:lnTo>
                  <a:pt x="172" y="143"/>
                </a:lnTo>
                <a:lnTo>
                  <a:pt x="172" y="142"/>
                </a:lnTo>
                <a:lnTo>
                  <a:pt x="173" y="142"/>
                </a:lnTo>
                <a:lnTo>
                  <a:pt x="174" y="141"/>
                </a:lnTo>
                <a:lnTo>
                  <a:pt x="176" y="141"/>
                </a:lnTo>
                <a:lnTo>
                  <a:pt x="176" y="140"/>
                </a:lnTo>
                <a:lnTo>
                  <a:pt x="177" y="140"/>
                </a:lnTo>
                <a:lnTo>
                  <a:pt x="178" y="140"/>
                </a:lnTo>
                <a:lnTo>
                  <a:pt x="179" y="140"/>
                </a:lnTo>
                <a:lnTo>
                  <a:pt x="179" y="139"/>
                </a:lnTo>
                <a:lnTo>
                  <a:pt x="180" y="138"/>
                </a:lnTo>
                <a:lnTo>
                  <a:pt x="181" y="137"/>
                </a:lnTo>
                <a:lnTo>
                  <a:pt x="182" y="137"/>
                </a:lnTo>
                <a:lnTo>
                  <a:pt x="183" y="137"/>
                </a:lnTo>
                <a:lnTo>
                  <a:pt x="184" y="137"/>
                </a:lnTo>
                <a:lnTo>
                  <a:pt x="184" y="136"/>
                </a:lnTo>
                <a:lnTo>
                  <a:pt x="185" y="136"/>
                </a:lnTo>
                <a:lnTo>
                  <a:pt x="186" y="136"/>
                </a:lnTo>
                <a:lnTo>
                  <a:pt x="187" y="135"/>
                </a:lnTo>
                <a:lnTo>
                  <a:pt x="187" y="134"/>
                </a:lnTo>
                <a:lnTo>
                  <a:pt x="188" y="134"/>
                </a:lnTo>
                <a:lnTo>
                  <a:pt x="188" y="133"/>
                </a:lnTo>
                <a:lnTo>
                  <a:pt x="189" y="133"/>
                </a:lnTo>
                <a:lnTo>
                  <a:pt x="190" y="133"/>
                </a:lnTo>
                <a:lnTo>
                  <a:pt x="192" y="133"/>
                </a:lnTo>
                <a:lnTo>
                  <a:pt x="193" y="133"/>
                </a:lnTo>
                <a:lnTo>
                  <a:pt x="193" y="132"/>
                </a:lnTo>
                <a:lnTo>
                  <a:pt x="193" y="131"/>
                </a:lnTo>
                <a:lnTo>
                  <a:pt x="194" y="131"/>
                </a:lnTo>
                <a:lnTo>
                  <a:pt x="194" y="130"/>
                </a:lnTo>
                <a:lnTo>
                  <a:pt x="195" y="129"/>
                </a:lnTo>
                <a:lnTo>
                  <a:pt x="196" y="129"/>
                </a:lnTo>
                <a:lnTo>
                  <a:pt x="197" y="128"/>
                </a:lnTo>
                <a:lnTo>
                  <a:pt x="197" y="127"/>
                </a:lnTo>
                <a:lnTo>
                  <a:pt x="197" y="126"/>
                </a:lnTo>
                <a:lnTo>
                  <a:pt x="197" y="125"/>
                </a:lnTo>
                <a:lnTo>
                  <a:pt x="198" y="125"/>
                </a:lnTo>
                <a:lnTo>
                  <a:pt x="200" y="124"/>
                </a:lnTo>
                <a:lnTo>
                  <a:pt x="201" y="124"/>
                </a:lnTo>
                <a:lnTo>
                  <a:pt x="202" y="124"/>
                </a:lnTo>
                <a:lnTo>
                  <a:pt x="202" y="123"/>
                </a:lnTo>
                <a:lnTo>
                  <a:pt x="203" y="123"/>
                </a:lnTo>
                <a:lnTo>
                  <a:pt x="204" y="123"/>
                </a:lnTo>
                <a:lnTo>
                  <a:pt x="204" y="124"/>
                </a:lnTo>
                <a:lnTo>
                  <a:pt x="205" y="124"/>
                </a:lnTo>
                <a:lnTo>
                  <a:pt x="205" y="125"/>
                </a:lnTo>
                <a:lnTo>
                  <a:pt x="206" y="125"/>
                </a:lnTo>
                <a:lnTo>
                  <a:pt x="207" y="125"/>
                </a:lnTo>
                <a:lnTo>
                  <a:pt x="207" y="124"/>
                </a:lnTo>
                <a:lnTo>
                  <a:pt x="208" y="123"/>
                </a:lnTo>
                <a:lnTo>
                  <a:pt x="209" y="123"/>
                </a:lnTo>
                <a:lnTo>
                  <a:pt x="210" y="123"/>
                </a:lnTo>
                <a:lnTo>
                  <a:pt x="210" y="124"/>
                </a:lnTo>
                <a:lnTo>
                  <a:pt x="211" y="124"/>
                </a:lnTo>
                <a:lnTo>
                  <a:pt x="212" y="124"/>
                </a:lnTo>
                <a:lnTo>
                  <a:pt x="213" y="124"/>
                </a:lnTo>
                <a:lnTo>
                  <a:pt x="214" y="124"/>
                </a:lnTo>
                <a:lnTo>
                  <a:pt x="215" y="124"/>
                </a:lnTo>
                <a:lnTo>
                  <a:pt x="215" y="123"/>
                </a:lnTo>
                <a:lnTo>
                  <a:pt x="216" y="123"/>
                </a:lnTo>
                <a:lnTo>
                  <a:pt x="217" y="123"/>
                </a:lnTo>
                <a:lnTo>
                  <a:pt x="217" y="122"/>
                </a:lnTo>
                <a:lnTo>
                  <a:pt x="218" y="122"/>
                </a:lnTo>
                <a:lnTo>
                  <a:pt x="218" y="123"/>
                </a:lnTo>
                <a:lnTo>
                  <a:pt x="219" y="123"/>
                </a:lnTo>
                <a:lnTo>
                  <a:pt x="220" y="123"/>
                </a:lnTo>
                <a:lnTo>
                  <a:pt x="221" y="123"/>
                </a:lnTo>
                <a:lnTo>
                  <a:pt x="221" y="122"/>
                </a:lnTo>
                <a:lnTo>
                  <a:pt x="222" y="121"/>
                </a:lnTo>
                <a:lnTo>
                  <a:pt x="222" y="119"/>
                </a:lnTo>
                <a:lnTo>
                  <a:pt x="222" y="118"/>
                </a:lnTo>
                <a:lnTo>
                  <a:pt x="222" y="117"/>
                </a:lnTo>
                <a:lnTo>
                  <a:pt x="223" y="116"/>
                </a:lnTo>
                <a:lnTo>
                  <a:pt x="224" y="116"/>
                </a:lnTo>
                <a:lnTo>
                  <a:pt x="225" y="116"/>
                </a:lnTo>
                <a:lnTo>
                  <a:pt x="226" y="116"/>
                </a:lnTo>
                <a:lnTo>
                  <a:pt x="227" y="116"/>
                </a:lnTo>
                <a:lnTo>
                  <a:pt x="227" y="117"/>
                </a:lnTo>
                <a:lnTo>
                  <a:pt x="228" y="117"/>
                </a:lnTo>
                <a:lnTo>
                  <a:pt x="228" y="118"/>
                </a:lnTo>
                <a:lnTo>
                  <a:pt x="228" y="117"/>
                </a:lnTo>
                <a:lnTo>
                  <a:pt x="229" y="117"/>
                </a:lnTo>
                <a:lnTo>
                  <a:pt x="230" y="117"/>
                </a:lnTo>
                <a:lnTo>
                  <a:pt x="230" y="116"/>
                </a:lnTo>
                <a:lnTo>
                  <a:pt x="229" y="116"/>
                </a:lnTo>
                <a:lnTo>
                  <a:pt x="229" y="115"/>
                </a:lnTo>
                <a:lnTo>
                  <a:pt x="230" y="114"/>
                </a:lnTo>
                <a:lnTo>
                  <a:pt x="231" y="114"/>
                </a:lnTo>
                <a:lnTo>
                  <a:pt x="232" y="113"/>
                </a:lnTo>
                <a:lnTo>
                  <a:pt x="231" y="112"/>
                </a:lnTo>
                <a:lnTo>
                  <a:pt x="231" y="111"/>
                </a:lnTo>
                <a:lnTo>
                  <a:pt x="231" y="110"/>
                </a:lnTo>
                <a:lnTo>
                  <a:pt x="231" y="109"/>
                </a:lnTo>
                <a:lnTo>
                  <a:pt x="231" y="108"/>
                </a:lnTo>
                <a:lnTo>
                  <a:pt x="231" y="107"/>
                </a:lnTo>
                <a:lnTo>
                  <a:pt x="232" y="106"/>
                </a:lnTo>
                <a:lnTo>
                  <a:pt x="231" y="105"/>
                </a:lnTo>
                <a:lnTo>
                  <a:pt x="230" y="105"/>
                </a:lnTo>
                <a:lnTo>
                  <a:pt x="229" y="105"/>
                </a:lnTo>
                <a:lnTo>
                  <a:pt x="229" y="104"/>
                </a:lnTo>
                <a:lnTo>
                  <a:pt x="229" y="103"/>
                </a:lnTo>
                <a:lnTo>
                  <a:pt x="229" y="102"/>
                </a:lnTo>
                <a:lnTo>
                  <a:pt x="228" y="101"/>
                </a:lnTo>
                <a:lnTo>
                  <a:pt x="228" y="100"/>
                </a:lnTo>
                <a:lnTo>
                  <a:pt x="228" y="99"/>
                </a:lnTo>
                <a:lnTo>
                  <a:pt x="228" y="98"/>
                </a:lnTo>
                <a:lnTo>
                  <a:pt x="227" y="97"/>
                </a:lnTo>
                <a:lnTo>
                  <a:pt x="228" y="96"/>
                </a:lnTo>
                <a:lnTo>
                  <a:pt x="229" y="96"/>
                </a:lnTo>
                <a:lnTo>
                  <a:pt x="230" y="96"/>
                </a:lnTo>
                <a:lnTo>
                  <a:pt x="230" y="95"/>
                </a:lnTo>
                <a:lnTo>
                  <a:pt x="231" y="95"/>
                </a:lnTo>
                <a:lnTo>
                  <a:pt x="231" y="94"/>
                </a:lnTo>
                <a:lnTo>
                  <a:pt x="231" y="93"/>
                </a:lnTo>
                <a:lnTo>
                  <a:pt x="231" y="92"/>
                </a:lnTo>
                <a:lnTo>
                  <a:pt x="232" y="92"/>
                </a:lnTo>
                <a:lnTo>
                  <a:pt x="232" y="91"/>
                </a:lnTo>
                <a:lnTo>
                  <a:pt x="233" y="90"/>
                </a:lnTo>
                <a:lnTo>
                  <a:pt x="234" y="90"/>
                </a:lnTo>
                <a:lnTo>
                  <a:pt x="235" y="90"/>
                </a:lnTo>
                <a:lnTo>
                  <a:pt x="237" y="89"/>
                </a:lnTo>
                <a:lnTo>
                  <a:pt x="237" y="88"/>
                </a:lnTo>
                <a:lnTo>
                  <a:pt x="237" y="87"/>
                </a:lnTo>
                <a:lnTo>
                  <a:pt x="236" y="86"/>
                </a:lnTo>
                <a:lnTo>
                  <a:pt x="236" y="85"/>
                </a:lnTo>
                <a:lnTo>
                  <a:pt x="237" y="85"/>
                </a:lnTo>
                <a:lnTo>
                  <a:pt x="237" y="84"/>
                </a:lnTo>
                <a:lnTo>
                  <a:pt x="238" y="84"/>
                </a:lnTo>
                <a:lnTo>
                  <a:pt x="239" y="83"/>
                </a:lnTo>
                <a:lnTo>
                  <a:pt x="240" y="83"/>
                </a:lnTo>
                <a:lnTo>
                  <a:pt x="240" y="84"/>
                </a:lnTo>
                <a:lnTo>
                  <a:pt x="241" y="84"/>
                </a:lnTo>
                <a:lnTo>
                  <a:pt x="242" y="84"/>
                </a:lnTo>
                <a:lnTo>
                  <a:pt x="243" y="84"/>
                </a:lnTo>
                <a:lnTo>
                  <a:pt x="244" y="84"/>
                </a:lnTo>
                <a:lnTo>
                  <a:pt x="244" y="83"/>
                </a:lnTo>
                <a:lnTo>
                  <a:pt x="246" y="83"/>
                </a:lnTo>
                <a:lnTo>
                  <a:pt x="247" y="82"/>
                </a:lnTo>
                <a:lnTo>
                  <a:pt x="247" y="81"/>
                </a:lnTo>
                <a:lnTo>
                  <a:pt x="248" y="80"/>
                </a:lnTo>
                <a:lnTo>
                  <a:pt x="248" y="81"/>
                </a:lnTo>
                <a:lnTo>
                  <a:pt x="248" y="80"/>
                </a:lnTo>
                <a:lnTo>
                  <a:pt x="249" y="80"/>
                </a:lnTo>
                <a:lnTo>
                  <a:pt x="249" y="79"/>
                </a:lnTo>
                <a:lnTo>
                  <a:pt x="250" y="79"/>
                </a:lnTo>
                <a:lnTo>
                  <a:pt x="250" y="80"/>
                </a:lnTo>
                <a:lnTo>
                  <a:pt x="251" y="80"/>
                </a:lnTo>
                <a:lnTo>
                  <a:pt x="251" y="81"/>
                </a:lnTo>
                <a:lnTo>
                  <a:pt x="251" y="80"/>
                </a:lnTo>
                <a:lnTo>
                  <a:pt x="252" y="81"/>
                </a:lnTo>
                <a:lnTo>
                  <a:pt x="251" y="82"/>
                </a:lnTo>
                <a:lnTo>
                  <a:pt x="251" y="83"/>
                </a:lnTo>
                <a:lnTo>
                  <a:pt x="251" y="84"/>
                </a:lnTo>
                <a:lnTo>
                  <a:pt x="251" y="85"/>
                </a:lnTo>
                <a:lnTo>
                  <a:pt x="252" y="86"/>
                </a:lnTo>
                <a:lnTo>
                  <a:pt x="253" y="86"/>
                </a:lnTo>
                <a:lnTo>
                  <a:pt x="254" y="86"/>
                </a:lnTo>
                <a:lnTo>
                  <a:pt x="256" y="87"/>
                </a:lnTo>
                <a:lnTo>
                  <a:pt x="256" y="88"/>
                </a:lnTo>
                <a:lnTo>
                  <a:pt x="257" y="88"/>
                </a:lnTo>
                <a:lnTo>
                  <a:pt x="257" y="89"/>
                </a:lnTo>
                <a:lnTo>
                  <a:pt x="258" y="89"/>
                </a:lnTo>
                <a:lnTo>
                  <a:pt x="258" y="90"/>
                </a:lnTo>
                <a:lnTo>
                  <a:pt x="259" y="90"/>
                </a:lnTo>
                <a:lnTo>
                  <a:pt x="259" y="91"/>
                </a:lnTo>
                <a:lnTo>
                  <a:pt x="260" y="91"/>
                </a:lnTo>
                <a:lnTo>
                  <a:pt x="260" y="90"/>
                </a:lnTo>
                <a:lnTo>
                  <a:pt x="260" y="91"/>
                </a:lnTo>
                <a:lnTo>
                  <a:pt x="259" y="91"/>
                </a:lnTo>
                <a:lnTo>
                  <a:pt x="259" y="92"/>
                </a:lnTo>
                <a:lnTo>
                  <a:pt x="260" y="93"/>
                </a:lnTo>
                <a:lnTo>
                  <a:pt x="260" y="94"/>
                </a:lnTo>
                <a:lnTo>
                  <a:pt x="261" y="94"/>
                </a:lnTo>
                <a:lnTo>
                  <a:pt x="261" y="95"/>
                </a:lnTo>
                <a:lnTo>
                  <a:pt x="260" y="95"/>
                </a:lnTo>
                <a:lnTo>
                  <a:pt x="260" y="96"/>
                </a:lnTo>
                <a:lnTo>
                  <a:pt x="260" y="97"/>
                </a:lnTo>
                <a:lnTo>
                  <a:pt x="259" y="97"/>
                </a:lnTo>
                <a:lnTo>
                  <a:pt x="258" y="97"/>
                </a:lnTo>
                <a:lnTo>
                  <a:pt x="258" y="98"/>
                </a:lnTo>
                <a:lnTo>
                  <a:pt x="258" y="99"/>
                </a:lnTo>
                <a:lnTo>
                  <a:pt x="258" y="100"/>
                </a:lnTo>
                <a:lnTo>
                  <a:pt x="259" y="100"/>
                </a:lnTo>
                <a:lnTo>
                  <a:pt x="260" y="100"/>
                </a:lnTo>
                <a:lnTo>
                  <a:pt x="262" y="100"/>
                </a:lnTo>
                <a:lnTo>
                  <a:pt x="262" y="101"/>
                </a:lnTo>
                <a:lnTo>
                  <a:pt x="263" y="101"/>
                </a:lnTo>
                <a:lnTo>
                  <a:pt x="264" y="101"/>
                </a:lnTo>
                <a:lnTo>
                  <a:pt x="264" y="100"/>
                </a:lnTo>
                <a:lnTo>
                  <a:pt x="265" y="100"/>
                </a:lnTo>
                <a:lnTo>
                  <a:pt x="266" y="100"/>
                </a:lnTo>
                <a:lnTo>
                  <a:pt x="266" y="101"/>
                </a:lnTo>
                <a:lnTo>
                  <a:pt x="266" y="102"/>
                </a:lnTo>
                <a:lnTo>
                  <a:pt x="267" y="102"/>
                </a:lnTo>
                <a:lnTo>
                  <a:pt x="268" y="102"/>
                </a:lnTo>
                <a:lnTo>
                  <a:pt x="269" y="102"/>
                </a:lnTo>
                <a:lnTo>
                  <a:pt x="268" y="102"/>
                </a:lnTo>
                <a:lnTo>
                  <a:pt x="268" y="104"/>
                </a:lnTo>
                <a:lnTo>
                  <a:pt x="267" y="105"/>
                </a:lnTo>
                <a:lnTo>
                  <a:pt x="267" y="106"/>
                </a:lnTo>
                <a:lnTo>
                  <a:pt x="267" y="107"/>
                </a:lnTo>
                <a:lnTo>
                  <a:pt x="268" y="107"/>
                </a:lnTo>
                <a:lnTo>
                  <a:pt x="268" y="108"/>
                </a:lnTo>
                <a:lnTo>
                  <a:pt x="268" y="110"/>
                </a:lnTo>
                <a:lnTo>
                  <a:pt x="269" y="110"/>
                </a:lnTo>
                <a:lnTo>
                  <a:pt x="269" y="111"/>
                </a:lnTo>
                <a:lnTo>
                  <a:pt x="269" y="112"/>
                </a:lnTo>
                <a:lnTo>
                  <a:pt x="269" y="113"/>
                </a:lnTo>
                <a:lnTo>
                  <a:pt x="270" y="113"/>
                </a:lnTo>
                <a:lnTo>
                  <a:pt x="271" y="113"/>
                </a:lnTo>
                <a:lnTo>
                  <a:pt x="272" y="112"/>
                </a:lnTo>
                <a:lnTo>
                  <a:pt x="273" y="112"/>
                </a:lnTo>
                <a:lnTo>
                  <a:pt x="273" y="111"/>
                </a:lnTo>
                <a:lnTo>
                  <a:pt x="274" y="111"/>
                </a:lnTo>
                <a:lnTo>
                  <a:pt x="274" y="112"/>
                </a:lnTo>
                <a:lnTo>
                  <a:pt x="274" y="113"/>
                </a:lnTo>
                <a:lnTo>
                  <a:pt x="274" y="114"/>
                </a:lnTo>
                <a:lnTo>
                  <a:pt x="274" y="115"/>
                </a:lnTo>
                <a:lnTo>
                  <a:pt x="274" y="116"/>
                </a:lnTo>
                <a:lnTo>
                  <a:pt x="273" y="116"/>
                </a:lnTo>
                <a:lnTo>
                  <a:pt x="273" y="117"/>
                </a:lnTo>
                <a:lnTo>
                  <a:pt x="273" y="118"/>
                </a:lnTo>
                <a:lnTo>
                  <a:pt x="273" y="119"/>
                </a:lnTo>
                <a:lnTo>
                  <a:pt x="273" y="120"/>
                </a:lnTo>
                <a:lnTo>
                  <a:pt x="275" y="120"/>
                </a:lnTo>
                <a:lnTo>
                  <a:pt x="276" y="120"/>
                </a:lnTo>
                <a:lnTo>
                  <a:pt x="277" y="120"/>
                </a:lnTo>
                <a:lnTo>
                  <a:pt x="278" y="119"/>
                </a:lnTo>
                <a:lnTo>
                  <a:pt x="279" y="119"/>
                </a:lnTo>
                <a:lnTo>
                  <a:pt x="279" y="118"/>
                </a:lnTo>
                <a:lnTo>
                  <a:pt x="282" y="116"/>
                </a:lnTo>
                <a:lnTo>
                  <a:pt x="283" y="116"/>
                </a:lnTo>
                <a:lnTo>
                  <a:pt x="284" y="116"/>
                </a:lnTo>
                <a:lnTo>
                  <a:pt x="284" y="115"/>
                </a:lnTo>
                <a:lnTo>
                  <a:pt x="285" y="115"/>
                </a:lnTo>
                <a:lnTo>
                  <a:pt x="286" y="115"/>
                </a:lnTo>
                <a:lnTo>
                  <a:pt x="286" y="114"/>
                </a:lnTo>
                <a:lnTo>
                  <a:pt x="286" y="113"/>
                </a:lnTo>
                <a:lnTo>
                  <a:pt x="286" y="112"/>
                </a:lnTo>
                <a:lnTo>
                  <a:pt x="287" y="112"/>
                </a:lnTo>
                <a:lnTo>
                  <a:pt x="286" y="112"/>
                </a:lnTo>
                <a:lnTo>
                  <a:pt x="286" y="111"/>
                </a:lnTo>
                <a:lnTo>
                  <a:pt x="287" y="111"/>
                </a:lnTo>
                <a:lnTo>
                  <a:pt x="286" y="110"/>
                </a:lnTo>
                <a:lnTo>
                  <a:pt x="287" y="110"/>
                </a:lnTo>
                <a:lnTo>
                  <a:pt x="288" y="110"/>
                </a:lnTo>
                <a:lnTo>
                  <a:pt x="289" y="110"/>
                </a:lnTo>
                <a:lnTo>
                  <a:pt x="289" y="109"/>
                </a:lnTo>
                <a:lnTo>
                  <a:pt x="290" y="109"/>
                </a:lnTo>
                <a:lnTo>
                  <a:pt x="291" y="109"/>
                </a:lnTo>
                <a:lnTo>
                  <a:pt x="291" y="110"/>
                </a:lnTo>
                <a:lnTo>
                  <a:pt x="290" y="111"/>
                </a:lnTo>
                <a:lnTo>
                  <a:pt x="289" y="111"/>
                </a:lnTo>
                <a:lnTo>
                  <a:pt x="290" y="111"/>
                </a:lnTo>
                <a:lnTo>
                  <a:pt x="290" y="112"/>
                </a:lnTo>
                <a:lnTo>
                  <a:pt x="291" y="113"/>
                </a:lnTo>
                <a:lnTo>
                  <a:pt x="291" y="114"/>
                </a:lnTo>
                <a:lnTo>
                  <a:pt x="291" y="115"/>
                </a:lnTo>
                <a:lnTo>
                  <a:pt x="290" y="115"/>
                </a:lnTo>
                <a:lnTo>
                  <a:pt x="290" y="116"/>
                </a:lnTo>
                <a:lnTo>
                  <a:pt x="291" y="116"/>
                </a:lnTo>
                <a:lnTo>
                  <a:pt x="290" y="116"/>
                </a:lnTo>
                <a:lnTo>
                  <a:pt x="290" y="117"/>
                </a:lnTo>
                <a:lnTo>
                  <a:pt x="291" y="117"/>
                </a:lnTo>
                <a:lnTo>
                  <a:pt x="292" y="117"/>
                </a:lnTo>
                <a:lnTo>
                  <a:pt x="292" y="118"/>
                </a:lnTo>
                <a:lnTo>
                  <a:pt x="292" y="119"/>
                </a:lnTo>
                <a:lnTo>
                  <a:pt x="293" y="119"/>
                </a:lnTo>
                <a:lnTo>
                  <a:pt x="294" y="119"/>
                </a:lnTo>
                <a:lnTo>
                  <a:pt x="293" y="119"/>
                </a:lnTo>
                <a:lnTo>
                  <a:pt x="293" y="120"/>
                </a:lnTo>
                <a:lnTo>
                  <a:pt x="293" y="121"/>
                </a:lnTo>
                <a:lnTo>
                  <a:pt x="292" y="121"/>
                </a:lnTo>
                <a:lnTo>
                  <a:pt x="292" y="122"/>
                </a:lnTo>
                <a:lnTo>
                  <a:pt x="293" y="122"/>
                </a:lnTo>
                <a:lnTo>
                  <a:pt x="293" y="121"/>
                </a:lnTo>
                <a:lnTo>
                  <a:pt x="294" y="121"/>
                </a:lnTo>
                <a:lnTo>
                  <a:pt x="294" y="120"/>
                </a:lnTo>
                <a:lnTo>
                  <a:pt x="295" y="120"/>
                </a:lnTo>
                <a:lnTo>
                  <a:pt x="295" y="119"/>
                </a:lnTo>
                <a:lnTo>
                  <a:pt x="296" y="119"/>
                </a:lnTo>
                <a:lnTo>
                  <a:pt x="297" y="118"/>
                </a:lnTo>
                <a:lnTo>
                  <a:pt x="297" y="117"/>
                </a:lnTo>
                <a:lnTo>
                  <a:pt x="298" y="117"/>
                </a:lnTo>
                <a:lnTo>
                  <a:pt x="299" y="118"/>
                </a:lnTo>
                <a:lnTo>
                  <a:pt x="299" y="119"/>
                </a:lnTo>
                <a:lnTo>
                  <a:pt x="300" y="119"/>
                </a:lnTo>
                <a:lnTo>
                  <a:pt x="299" y="119"/>
                </a:lnTo>
                <a:lnTo>
                  <a:pt x="299" y="120"/>
                </a:lnTo>
                <a:lnTo>
                  <a:pt x="299" y="121"/>
                </a:lnTo>
                <a:lnTo>
                  <a:pt x="299" y="122"/>
                </a:lnTo>
                <a:lnTo>
                  <a:pt x="300" y="123"/>
                </a:lnTo>
                <a:lnTo>
                  <a:pt x="301" y="124"/>
                </a:lnTo>
                <a:lnTo>
                  <a:pt x="301" y="125"/>
                </a:lnTo>
                <a:lnTo>
                  <a:pt x="301" y="126"/>
                </a:lnTo>
                <a:lnTo>
                  <a:pt x="302" y="126"/>
                </a:lnTo>
                <a:lnTo>
                  <a:pt x="302" y="127"/>
                </a:lnTo>
                <a:lnTo>
                  <a:pt x="301" y="127"/>
                </a:lnTo>
                <a:lnTo>
                  <a:pt x="300" y="128"/>
                </a:lnTo>
                <a:lnTo>
                  <a:pt x="300" y="129"/>
                </a:lnTo>
                <a:lnTo>
                  <a:pt x="299" y="129"/>
                </a:lnTo>
                <a:lnTo>
                  <a:pt x="299" y="130"/>
                </a:lnTo>
                <a:lnTo>
                  <a:pt x="300" y="130"/>
                </a:lnTo>
                <a:lnTo>
                  <a:pt x="300" y="129"/>
                </a:lnTo>
                <a:lnTo>
                  <a:pt x="301" y="129"/>
                </a:lnTo>
                <a:lnTo>
                  <a:pt x="301" y="130"/>
                </a:lnTo>
                <a:lnTo>
                  <a:pt x="302" y="130"/>
                </a:lnTo>
                <a:lnTo>
                  <a:pt x="303" y="129"/>
                </a:lnTo>
                <a:lnTo>
                  <a:pt x="304" y="129"/>
                </a:lnTo>
                <a:lnTo>
                  <a:pt x="305" y="129"/>
                </a:lnTo>
                <a:lnTo>
                  <a:pt x="306" y="129"/>
                </a:lnTo>
                <a:lnTo>
                  <a:pt x="306" y="130"/>
                </a:lnTo>
                <a:lnTo>
                  <a:pt x="307" y="129"/>
                </a:lnTo>
                <a:lnTo>
                  <a:pt x="308" y="129"/>
                </a:lnTo>
                <a:lnTo>
                  <a:pt x="309" y="129"/>
                </a:lnTo>
                <a:lnTo>
                  <a:pt x="309" y="128"/>
                </a:lnTo>
                <a:lnTo>
                  <a:pt x="309" y="127"/>
                </a:lnTo>
                <a:lnTo>
                  <a:pt x="310" y="127"/>
                </a:lnTo>
                <a:lnTo>
                  <a:pt x="311" y="126"/>
                </a:lnTo>
                <a:lnTo>
                  <a:pt x="312" y="126"/>
                </a:lnTo>
                <a:lnTo>
                  <a:pt x="313" y="126"/>
                </a:lnTo>
                <a:lnTo>
                  <a:pt x="314" y="125"/>
                </a:lnTo>
                <a:lnTo>
                  <a:pt x="315" y="125"/>
                </a:lnTo>
                <a:lnTo>
                  <a:pt x="316" y="124"/>
                </a:lnTo>
                <a:lnTo>
                  <a:pt x="317" y="124"/>
                </a:lnTo>
                <a:lnTo>
                  <a:pt x="317" y="123"/>
                </a:lnTo>
                <a:lnTo>
                  <a:pt x="318" y="124"/>
                </a:lnTo>
                <a:lnTo>
                  <a:pt x="318" y="123"/>
                </a:lnTo>
                <a:lnTo>
                  <a:pt x="319" y="123"/>
                </a:lnTo>
                <a:lnTo>
                  <a:pt x="320" y="123"/>
                </a:lnTo>
                <a:lnTo>
                  <a:pt x="320" y="122"/>
                </a:lnTo>
                <a:lnTo>
                  <a:pt x="320" y="121"/>
                </a:lnTo>
                <a:lnTo>
                  <a:pt x="321" y="121"/>
                </a:lnTo>
                <a:lnTo>
                  <a:pt x="321" y="122"/>
                </a:lnTo>
                <a:lnTo>
                  <a:pt x="322" y="122"/>
                </a:lnTo>
                <a:lnTo>
                  <a:pt x="323" y="122"/>
                </a:lnTo>
                <a:lnTo>
                  <a:pt x="323" y="121"/>
                </a:lnTo>
                <a:lnTo>
                  <a:pt x="324" y="121"/>
                </a:lnTo>
                <a:lnTo>
                  <a:pt x="325" y="121"/>
                </a:lnTo>
                <a:lnTo>
                  <a:pt x="326" y="121"/>
                </a:lnTo>
                <a:lnTo>
                  <a:pt x="327" y="122"/>
                </a:lnTo>
                <a:lnTo>
                  <a:pt x="328" y="122"/>
                </a:lnTo>
                <a:lnTo>
                  <a:pt x="328" y="121"/>
                </a:lnTo>
                <a:lnTo>
                  <a:pt x="329" y="121"/>
                </a:lnTo>
                <a:lnTo>
                  <a:pt x="330" y="120"/>
                </a:lnTo>
                <a:lnTo>
                  <a:pt x="331" y="120"/>
                </a:lnTo>
                <a:lnTo>
                  <a:pt x="331" y="119"/>
                </a:lnTo>
                <a:lnTo>
                  <a:pt x="332" y="118"/>
                </a:lnTo>
                <a:lnTo>
                  <a:pt x="333" y="118"/>
                </a:lnTo>
                <a:lnTo>
                  <a:pt x="333" y="117"/>
                </a:lnTo>
                <a:lnTo>
                  <a:pt x="333" y="116"/>
                </a:lnTo>
                <a:lnTo>
                  <a:pt x="332" y="116"/>
                </a:lnTo>
                <a:lnTo>
                  <a:pt x="333" y="115"/>
                </a:lnTo>
                <a:lnTo>
                  <a:pt x="333" y="114"/>
                </a:lnTo>
                <a:lnTo>
                  <a:pt x="334" y="114"/>
                </a:lnTo>
                <a:lnTo>
                  <a:pt x="334" y="113"/>
                </a:lnTo>
                <a:lnTo>
                  <a:pt x="333" y="113"/>
                </a:lnTo>
                <a:lnTo>
                  <a:pt x="333" y="112"/>
                </a:lnTo>
                <a:lnTo>
                  <a:pt x="334" y="111"/>
                </a:lnTo>
                <a:lnTo>
                  <a:pt x="334" y="110"/>
                </a:lnTo>
                <a:lnTo>
                  <a:pt x="334" y="109"/>
                </a:lnTo>
                <a:lnTo>
                  <a:pt x="335" y="109"/>
                </a:lnTo>
                <a:lnTo>
                  <a:pt x="335" y="108"/>
                </a:lnTo>
                <a:lnTo>
                  <a:pt x="334" y="107"/>
                </a:lnTo>
                <a:lnTo>
                  <a:pt x="334" y="106"/>
                </a:lnTo>
                <a:lnTo>
                  <a:pt x="334" y="105"/>
                </a:lnTo>
                <a:lnTo>
                  <a:pt x="335" y="104"/>
                </a:lnTo>
                <a:lnTo>
                  <a:pt x="335" y="103"/>
                </a:lnTo>
                <a:lnTo>
                  <a:pt x="334" y="103"/>
                </a:lnTo>
                <a:lnTo>
                  <a:pt x="334" y="102"/>
                </a:lnTo>
                <a:lnTo>
                  <a:pt x="333" y="102"/>
                </a:lnTo>
                <a:lnTo>
                  <a:pt x="334" y="101"/>
                </a:lnTo>
                <a:lnTo>
                  <a:pt x="335" y="101"/>
                </a:lnTo>
                <a:lnTo>
                  <a:pt x="336" y="102"/>
                </a:lnTo>
                <a:lnTo>
                  <a:pt x="337" y="102"/>
                </a:lnTo>
                <a:lnTo>
                  <a:pt x="337" y="101"/>
                </a:lnTo>
                <a:lnTo>
                  <a:pt x="338" y="101"/>
                </a:lnTo>
                <a:lnTo>
                  <a:pt x="338" y="100"/>
                </a:lnTo>
                <a:lnTo>
                  <a:pt x="337" y="100"/>
                </a:lnTo>
                <a:lnTo>
                  <a:pt x="337" y="99"/>
                </a:lnTo>
                <a:lnTo>
                  <a:pt x="337" y="98"/>
                </a:lnTo>
                <a:lnTo>
                  <a:pt x="336" y="98"/>
                </a:lnTo>
                <a:lnTo>
                  <a:pt x="335" y="98"/>
                </a:lnTo>
                <a:lnTo>
                  <a:pt x="335" y="97"/>
                </a:lnTo>
                <a:lnTo>
                  <a:pt x="336" y="96"/>
                </a:lnTo>
                <a:lnTo>
                  <a:pt x="337" y="95"/>
                </a:lnTo>
                <a:lnTo>
                  <a:pt x="338" y="95"/>
                </a:lnTo>
                <a:lnTo>
                  <a:pt x="339" y="96"/>
                </a:lnTo>
                <a:lnTo>
                  <a:pt x="340" y="96"/>
                </a:lnTo>
                <a:lnTo>
                  <a:pt x="340" y="95"/>
                </a:lnTo>
                <a:lnTo>
                  <a:pt x="341" y="96"/>
                </a:lnTo>
                <a:lnTo>
                  <a:pt x="341" y="97"/>
                </a:lnTo>
                <a:lnTo>
                  <a:pt x="341" y="98"/>
                </a:lnTo>
                <a:lnTo>
                  <a:pt x="342" y="98"/>
                </a:lnTo>
                <a:lnTo>
                  <a:pt x="343" y="98"/>
                </a:lnTo>
                <a:lnTo>
                  <a:pt x="343" y="97"/>
                </a:lnTo>
                <a:lnTo>
                  <a:pt x="342" y="96"/>
                </a:lnTo>
                <a:lnTo>
                  <a:pt x="342" y="95"/>
                </a:lnTo>
                <a:lnTo>
                  <a:pt x="342" y="94"/>
                </a:lnTo>
                <a:lnTo>
                  <a:pt x="343" y="94"/>
                </a:lnTo>
                <a:lnTo>
                  <a:pt x="344" y="94"/>
                </a:lnTo>
                <a:lnTo>
                  <a:pt x="344" y="93"/>
                </a:lnTo>
                <a:lnTo>
                  <a:pt x="346" y="93"/>
                </a:lnTo>
                <a:lnTo>
                  <a:pt x="347" y="93"/>
                </a:lnTo>
                <a:lnTo>
                  <a:pt x="347" y="92"/>
                </a:lnTo>
                <a:lnTo>
                  <a:pt x="347" y="91"/>
                </a:lnTo>
                <a:lnTo>
                  <a:pt x="347" y="90"/>
                </a:lnTo>
                <a:lnTo>
                  <a:pt x="348" y="89"/>
                </a:lnTo>
                <a:lnTo>
                  <a:pt x="348" y="88"/>
                </a:lnTo>
                <a:lnTo>
                  <a:pt x="349" y="88"/>
                </a:lnTo>
                <a:lnTo>
                  <a:pt x="351" y="87"/>
                </a:lnTo>
                <a:lnTo>
                  <a:pt x="352" y="87"/>
                </a:lnTo>
                <a:lnTo>
                  <a:pt x="352" y="88"/>
                </a:lnTo>
                <a:lnTo>
                  <a:pt x="353" y="89"/>
                </a:lnTo>
                <a:lnTo>
                  <a:pt x="354" y="90"/>
                </a:lnTo>
                <a:lnTo>
                  <a:pt x="356" y="91"/>
                </a:lnTo>
                <a:lnTo>
                  <a:pt x="357" y="91"/>
                </a:lnTo>
                <a:lnTo>
                  <a:pt x="357" y="92"/>
                </a:lnTo>
                <a:lnTo>
                  <a:pt x="358" y="93"/>
                </a:lnTo>
                <a:lnTo>
                  <a:pt x="358" y="94"/>
                </a:lnTo>
                <a:lnTo>
                  <a:pt x="358" y="95"/>
                </a:lnTo>
                <a:lnTo>
                  <a:pt x="358" y="96"/>
                </a:lnTo>
                <a:lnTo>
                  <a:pt x="358" y="97"/>
                </a:lnTo>
                <a:lnTo>
                  <a:pt x="359" y="97"/>
                </a:lnTo>
                <a:lnTo>
                  <a:pt x="360" y="97"/>
                </a:lnTo>
                <a:lnTo>
                  <a:pt x="360" y="96"/>
                </a:lnTo>
                <a:lnTo>
                  <a:pt x="361" y="95"/>
                </a:lnTo>
                <a:lnTo>
                  <a:pt x="363" y="95"/>
                </a:lnTo>
                <a:lnTo>
                  <a:pt x="364" y="95"/>
                </a:lnTo>
                <a:lnTo>
                  <a:pt x="365" y="95"/>
                </a:lnTo>
                <a:lnTo>
                  <a:pt x="365" y="96"/>
                </a:lnTo>
                <a:lnTo>
                  <a:pt x="366" y="96"/>
                </a:lnTo>
                <a:lnTo>
                  <a:pt x="367" y="98"/>
                </a:lnTo>
                <a:lnTo>
                  <a:pt x="367" y="99"/>
                </a:lnTo>
                <a:lnTo>
                  <a:pt x="368" y="99"/>
                </a:lnTo>
                <a:lnTo>
                  <a:pt x="369" y="100"/>
                </a:lnTo>
                <a:lnTo>
                  <a:pt x="370" y="100"/>
                </a:lnTo>
                <a:lnTo>
                  <a:pt x="371" y="101"/>
                </a:lnTo>
                <a:lnTo>
                  <a:pt x="371" y="102"/>
                </a:lnTo>
                <a:lnTo>
                  <a:pt x="372" y="102"/>
                </a:lnTo>
                <a:lnTo>
                  <a:pt x="372" y="103"/>
                </a:lnTo>
                <a:lnTo>
                  <a:pt x="371" y="103"/>
                </a:lnTo>
                <a:lnTo>
                  <a:pt x="372" y="104"/>
                </a:lnTo>
                <a:lnTo>
                  <a:pt x="373" y="104"/>
                </a:lnTo>
                <a:lnTo>
                  <a:pt x="374" y="106"/>
                </a:lnTo>
                <a:lnTo>
                  <a:pt x="374" y="107"/>
                </a:lnTo>
                <a:lnTo>
                  <a:pt x="374" y="108"/>
                </a:lnTo>
                <a:lnTo>
                  <a:pt x="376" y="110"/>
                </a:lnTo>
                <a:lnTo>
                  <a:pt x="377" y="110"/>
                </a:lnTo>
                <a:lnTo>
                  <a:pt x="377" y="108"/>
                </a:lnTo>
                <a:lnTo>
                  <a:pt x="377" y="107"/>
                </a:lnTo>
                <a:lnTo>
                  <a:pt x="377" y="106"/>
                </a:lnTo>
                <a:lnTo>
                  <a:pt x="376" y="105"/>
                </a:lnTo>
                <a:lnTo>
                  <a:pt x="376" y="104"/>
                </a:lnTo>
                <a:lnTo>
                  <a:pt x="377" y="104"/>
                </a:lnTo>
                <a:lnTo>
                  <a:pt x="377" y="103"/>
                </a:lnTo>
                <a:lnTo>
                  <a:pt x="376" y="102"/>
                </a:lnTo>
                <a:lnTo>
                  <a:pt x="376" y="101"/>
                </a:lnTo>
                <a:lnTo>
                  <a:pt x="376" y="100"/>
                </a:lnTo>
                <a:lnTo>
                  <a:pt x="375" y="100"/>
                </a:lnTo>
                <a:lnTo>
                  <a:pt x="374" y="100"/>
                </a:lnTo>
                <a:lnTo>
                  <a:pt x="374" y="99"/>
                </a:lnTo>
                <a:lnTo>
                  <a:pt x="374" y="98"/>
                </a:lnTo>
                <a:lnTo>
                  <a:pt x="375" y="97"/>
                </a:lnTo>
                <a:lnTo>
                  <a:pt x="374" y="97"/>
                </a:lnTo>
                <a:lnTo>
                  <a:pt x="374" y="96"/>
                </a:lnTo>
                <a:lnTo>
                  <a:pt x="375" y="95"/>
                </a:lnTo>
                <a:lnTo>
                  <a:pt x="375" y="93"/>
                </a:lnTo>
                <a:lnTo>
                  <a:pt x="376" y="93"/>
                </a:lnTo>
                <a:lnTo>
                  <a:pt x="377" y="94"/>
                </a:lnTo>
                <a:lnTo>
                  <a:pt x="378" y="94"/>
                </a:lnTo>
                <a:lnTo>
                  <a:pt x="377" y="93"/>
                </a:lnTo>
                <a:lnTo>
                  <a:pt x="376" y="93"/>
                </a:lnTo>
                <a:lnTo>
                  <a:pt x="376" y="92"/>
                </a:lnTo>
                <a:lnTo>
                  <a:pt x="376" y="91"/>
                </a:lnTo>
                <a:lnTo>
                  <a:pt x="377" y="91"/>
                </a:lnTo>
                <a:lnTo>
                  <a:pt x="377" y="90"/>
                </a:lnTo>
                <a:lnTo>
                  <a:pt x="378" y="89"/>
                </a:lnTo>
                <a:lnTo>
                  <a:pt x="378" y="88"/>
                </a:lnTo>
                <a:lnTo>
                  <a:pt x="379" y="88"/>
                </a:lnTo>
                <a:lnTo>
                  <a:pt x="380" y="88"/>
                </a:lnTo>
                <a:lnTo>
                  <a:pt x="381" y="87"/>
                </a:lnTo>
                <a:lnTo>
                  <a:pt x="381" y="88"/>
                </a:lnTo>
                <a:lnTo>
                  <a:pt x="382" y="88"/>
                </a:lnTo>
                <a:lnTo>
                  <a:pt x="383" y="89"/>
                </a:lnTo>
                <a:lnTo>
                  <a:pt x="383" y="87"/>
                </a:lnTo>
                <a:lnTo>
                  <a:pt x="382" y="87"/>
                </a:lnTo>
                <a:lnTo>
                  <a:pt x="381" y="86"/>
                </a:lnTo>
                <a:lnTo>
                  <a:pt x="381" y="85"/>
                </a:lnTo>
                <a:lnTo>
                  <a:pt x="380" y="85"/>
                </a:lnTo>
                <a:lnTo>
                  <a:pt x="380" y="84"/>
                </a:lnTo>
                <a:lnTo>
                  <a:pt x="380" y="83"/>
                </a:lnTo>
                <a:lnTo>
                  <a:pt x="380" y="82"/>
                </a:lnTo>
                <a:lnTo>
                  <a:pt x="380" y="81"/>
                </a:lnTo>
                <a:lnTo>
                  <a:pt x="381" y="81"/>
                </a:lnTo>
                <a:lnTo>
                  <a:pt x="382" y="81"/>
                </a:lnTo>
                <a:lnTo>
                  <a:pt x="382" y="82"/>
                </a:lnTo>
                <a:lnTo>
                  <a:pt x="383" y="82"/>
                </a:lnTo>
                <a:lnTo>
                  <a:pt x="383" y="81"/>
                </a:lnTo>
                <a:lnTo>
                  <a:pt x="383" y="80"/>
                </a:lnTo>
                <a:lnTo>
                  <a:pt x="382" y="80"/>
                </a:lnTo>
                <a:lnTo>
                  <a:pt x="382" y="79"/>
                </a:lnTo>
                <a:lnTo>
                  <a:pt x="382" y="78"/>
                </a:lnTo>
                <a:lnTo>
                  <a:pt x="383" y="78"/>
                </a:lnTo>
                <a:lnTo>
                  <a:pt x="384" y="78"/>
                </a:lnTo>
                <a:lnTo>
                  <a:pt x="385" y="77"/>
                </a:lnTo>
                <a:lnTo>
                  <a:pt x="386" y="77"/>
                </a:lnTo>
                <a:lnTo>
                  <a:pt x="387" y="77"/>
                </a:lnTo>
                <a:lnTo>
                  <a:pt x="388" y="77"/>
                </a:lnTo>
                <a:lnTo>
                  <a:pt x="388" y="76"/>
                </a:lnTo>
                <a:lnTo>
                  <a:pt x="389" y="77"/>
                </a:lnTo>
                <a:lnTo>
                  <a:pt x="390" y="77"/>
                </a:lnTo>
                <a:lnTo>
                  <a:pt x="390" y="78"/>
                </a:lnTo>
                <a:lnTo>
                  <a:pt x="391" y="78"/>
                </a:lnTo>
                <a:lnTo>
                  <a:pt x="391" y="79"/>
                </a:lnTo>
                <a:lnTo>
                  <a:pt x="391" y="80"/>
                </a:lnTo>
                <a:lnTo>
                  <a:pt x="392" y="81"/>
                </a:lnTo>
                <a:lnTo>
                  <a:pt x="392" y="82"/>
                </a:lnTo>
                <a:lnTo>
                  <a:pt x="392" y="83"/>
                </a:lnTo>
                <a:lnTo>
                  <a:pt x="391" y="83"/>
                </a:lnTo>
                <a:lnTo>
                  <a:pt x="391" y="85"/>
                </a:lnTo>
                <a:lnTo>
                  <a:pt x="392" y="85"/>
                </a:lnTo>
                <a:lnTo>
                  <a:pt x="393" y="86"/>
                </a:lnTo>
                <a:lnTo>
                  <a:pt x="393" y="87"/>
                </a:lnTo>
                <a:lnTo>
                  <a:pt x="394" y="88"/>
                </a:lnTo>
                <a:lnTo>
                  <a:pt x="394" y="87"/>
                </a:lnTo>
                <a:lnTo>
                  <a:pt x="395" y="86"/>
                </a:lnTo>
                <a:lnTo>
                  <a:pt x="396" y="86"/>
                </a:lnTo>
                <a:lnTo>
                  <a:pt x="397" y="86"/>
                </a:lnTo>
                <a:lnTo>
                  <a:pt x="397" y="85"/>
                </a:lnTo>
                <a:lnTo>
                  <a:pt x="398" y="85"/>
                </a:lnTo>
                <a:lnTo>
                  <a:pt x="399" y="85"/>
                </a:lnTo>
                <a:lnTo>
                  <a:pt x="400" y="85"/>
                </a:lnTo>
                <a:lnTo>
                  <a:pt x="401" y="85"/>
                </a:lnTo>
                <a:lnTo>
                  <a:pt x="401" y="86"/>
                </a:lnTo>
                <a:lnTo>
                  <a:pt x="402" y="86"/>
                </a:lnTo>
                <a:lnTo>
                  <a:pt x="403" y="86"/>
                </a:lnTo>
                <a:lnTo>
                  <a:pt x="404" y="86"/>
                </a:lnTo>
                <a:lnTo>
                  <a:pt x="405" y="85"/>
                </a:lnTo>
                <a:lnTo>
                  <a:pt x="406" y="85"/>
                </a:lnTo>
                <a:lnTo>
                  <a:pt x="408" y="86"/>
                </a:lnTo>
                <a:lnTo>
                  <a:pt x="408" y="87"/>
                </a:lnTo>
                <a:lnTo>
                  <a:pt x="409" y="87"/>
                </a:lnTo>
                <a:lnTo>
                  <a:pt x="410" y="87"/>
                </a:lnTo>
                <a:lnTo>
                  <a:pt x="411" y="88"/>
                </a:lnTo>
                <a:lnTo>
                  <a:pt x="412" y="89"/>
                </a:lnTo>
                <a:lnTo>
                  <a:pt x="413" y="89"/>
                </a:lnTo>
                <a:lnTo>
                  <a:pt x="414" y="89"/>
                </a:lnTo>
                <a:lnTo>
                  <a:pt x="414" y="88"/>
                </a:lnTo>
                <a:lnTo>
                  <a:pt x="415" y="88"/>
                </a:lnTo>
                <a:lnTo>
                  <a:pt x="416" y="88"/>
                </a:lnTo>
                <a:lnTo>
                  <a:pt x="416" y="87"/>
                </a:lnTo>
                <a:lnTo>
                  <a:pt x="416" y="86"/>
                </a:lnTo>
                <a:lnTo>
                  <a:pt x="417" y="86"/>
                </a:lnTo>
                <a:lnTo>
                  <a:pt x="417" y="87"/>
                </a:lnTo>
                <a:lnTo>
                  <a:pt x="418" y="87"/>
                </a:lnTo>
                <a:lnTo>
                  <a:pt x="418" y="86"/>
                </a:lnTo>
                <a:lnTo>
                  <a:pt x="419" y="85"/>
                </a:lnTo>
                <a:lnTo>
                  <a:pt x="418" y="85"/>
                </a:lnTo>
                <a:lnTo>
                  <a:pt x="417" y="84"/>
                </a:lnTo>
                <a:lnTo>
                  <a:pt x="416" y="84"/>
                </a:lnTo>
                <a:lnTo>
                  <a:pt x="415" y="84"/>
                </a:lnTo>
                <a:lnTo>
                  <a:pt x="415" y="83"/>
                </a:lnTo>
                <a:lnTo>
                  <a:pt x="415" y="82"/>
                </a:lnTo>
                <a:lnTo>
                  <a:pt x="415" y="81"/>
                </a:lnTo>
                <a:lnTo>
                  <a:pt x="414" y="80"/>
                </a:lnTo>
                <a:lnTo>
                  <a:pt x="415" y="79"/>
                </a:lnTo>
                <a:lnTo>
                  <a:pt x="415" y="78"/>
                </a:lnTo>
                <a:lnTo>
                  <a:pt x="414" y="79"/>
                </a:lnTo>
                <a:lnTo>
                  <a:pt x="414" y="78"/>
                </a:lnTo>
                <a:lnTo>
                  <a:pt x="414" y="77"/>
                </a:lnTo>
                <a:lnTo>
                  <a:pt x="413" y="77"/>
                </a:lnTo>
                <a:lnTo>
                  <a:pt x="414" y="75"/>
                </a:lnTo>
                <a:lnTo>
                  <a:pt x="416" y="72"/>
                </a:lnTo>
                <a:lnTo>
                  <a:pt x="416" y="71"/>
                </a:lnTo>
                <a:lnTo>
                  <a:pt x="417" y="71"/>
                </a:lnTo>
                <a:lnTo>
                  <a:pt x="417" y="70"/>
                </a:lnTo>
                <a:lnTo>
                  <a:pt x="417" y="69"/>
                </a:lnTo>
                <a:lnTo>
                  <a:pt x="418" y="68"/>
                </a:lnTo>
                <a:lnTo>
                  <a:pt x="417" y="68"/>
                </a:lnTo>
                <a:lnTo>
                  <a:pt x="416" y="67"/>
                </a:lnTo>
                <a:lnTo>
                  <a:pt x="415" y="67"/>
                </a:lnTo>
                <a:lnTo>
                  <a:pt x="416" y="66"/>
                </a:lnTo>
                <a:lnTo>
                  <a:pt x="415" y="66"/>
                </a:lnTo>
                <a:lnTo>
                  <a:pt x="415" y="65"/>
                </a:lnTo>
                <a:lnTo>
                  <a:pt x="415" y="66"/>
                </a:lnTo>
                <a:lnTo>
                  <a:pt x="414" y="66"/>
                </a:lnTo>
                <a:lnTo>
                  <a:pt x="414" y="67"/>
                </a:lnTo>
                <a:lnTo>
                  <a:pt x="414" y="68"/>
                </a:lnTo>
                <a:lnTo>
                  <a:pt x="413" y="68"/>
                </a:lnTo>
                <a:lnTo>
                  <a:pt x="413" y="67"/>
                </a:lnTo>
                <a:lnTo>
                  <a:pt x="411" y="66"/>
                </a:lnTo>
                <a:lnTo>
                  <a:pt x="410" y="67"/>
                </a:lnTo>
                <a:lnTo>
                  <a:pt x="411" y="67"/>
                </a:lnTo>
                <a:lnTo>
                  <a:pt x="411" y="68"/>
                </a:lnTo>
                <a:lnTo>
                  <a:pt x="410" y="68"/>
                </a:lnTo>
                <a:lnTo>
                  <a:pt x="409" y="68"/>
                </a:lnTo>
                <a:lnTo>
                  <a:pt x="409" y="69"/>
                </a:lnTo>
                <a:lnTo>
                  <a:pt x="408" y="70"/>
                </a:lnTo>
                <a:lnTo>
                  <a:pt x="408" y="71"/>
                </a:lnTo>
                <a:lnTo>
                  <a:pt x="407" y="71"/>
                </a:lnTo>
                <a:lnTo>
                  <a:pt x="406" y="72"/>
                </a:lnTo>
                <a:lnTo>
                  <a:pt x="405" y="72"/>
                </a:lnTo>
                <a:lnTo>
                  <a:pt x="404" y="72"/>
                </a:lnTo>
                <a:lnTo>
                  <a:pt x="403" y="72"/>
                </a:lnTo>
                <a:lnTo>
                  <a:pt x="402" y="72"/>
                </a:lnTo>
                <a:lnTo>
                  <a:pt x="401" y="71"/>
                </a:lnTo>
                <a:lnTo>
                  <a:pt x="401" y="70"/>
                </a:lnTo>
                <a:lnTo>
                  <a:pt x="401" y="69"/>
                </a:lnTo>
                <a:lnTo>
                  <a:pt x="401" y="68"/>
                </a:lnTo>
                <a:lnTo>
                  <a:pt x="403" y="67"/>
                </a:lnTo>
                <a:lnTo>
                  <a:pt x="404" y="67"/>
                </a:lnTo>
                <a:lnTo>
                  <a:pt x="405" y="66"/>
                </a:lnTo>
                <a:lnTo>
                  <a:pt x="406" y="66"/>
                </a:lnTo>
                <a:lnTo>
                  <a:pt x="406" y="67"/>
                </a:lnTo>
                <a:lnTo>
                  <a:pt x="407" y="67"/>
                </a:lnTo>
                <a:lnTo>
                  <a:pt x="407" y="66"/>
                </a:lnTo>
                <a:lnTo>
                  <a:pt x="407" y="65"/>
                </a:lnTo>
                <a:lnTo>
                  <a:pt x="408" y="65"/>
                </a:lnTo>
                <a:lnTo>
                  <a:pt x="408" y="66"/>
                </a:lnTo>
                <a:lnTo>
                  <a:pt x="409" y="66"/>
                </a:lnTo>
                <a:lnTo>
                  <a:pt x="409" y="65"/>
                </a:lnTo>
                <a:lnTo>
                  <a:pt x="409" y="64"/>
                </a:lnTo>
                <a:lnTo>
                  <a:pt x="410" y="64"/>
                </a:lnTo>
                <a:lnTo>
                  <a:pt x="411" y="64"/>
                </a:lnTo>
                <a:lnTo>
                  <a:pt x="411" y="63"/>
                </a:lnTo>
                <a:lnTo>
                  <a:pt x="410" y="63"/>
                </a:lnTo>
                <a:lnTo>
                  <a:pt x="410" y="62"/>
                </a:lnTo>
                <a:lnTo>
                  <a:pt x="412" y="61"/>
                </a:lnTo>
                <a:lnTo>
                  <a:pt x="413" y="61"/>
                </a:lnTo>
                <a:lnTo>
                  <a:pt x="414" y="61"/>
                </a:lnTo>
                <a:lnTo>
                  <a:pt x="415" y="61"/>
                </a:lnTo>
                <a:lnTo>
                  <a:pt x="416" y="61"/>
                </a:lnTo>
                <a:lnTo>
                  <a:pt x="417" y="62"/>
                </a:lnTo>
                <a:lnTo>
                  <a:pt x="418" y="62"/>
                </a:lnTo>
                <a:lnTo>
                  <a:pt x="418" y="61"/>
                </a:lnTo>
                <a:lnTo>
                  <a:pt x="419" y="59"/>
                </a:lnTo>
                <a:lnTo>
                  <a:pt x="420" y="59"/>
                </a:lnTo>
                <a:lnTo>
                  <a:pt x="421" y="59"/>
                </a:lnTo>
                <a:lnTo>
                  <a:pt x="422" y="59"/>
                </a:lnTo>
                <a:lnTo>
                  <a:pt x="423" y="59"/>
                </a:lnTo>
                <a:lnTo>
                  <a:pt x="424" y="60"/>
                </a:lnTo>
                <a:lnTo>
                  <a:pt x="424" y="62"/>
                </a:lnTo>
                <a:lnTo>
                  <a:pt x="423" y="63"/>
                </a:lnTo>
                <a:lnTo>
                  <a:pt x="422" y="63"/>
                </a:lnTo>
                <a:lnTo>
                  <a:pt x="422" y="64"/>
                </a:lnTo>
                <a:lnTo>
                  <a:pt x="423" y="64"/>
                </a:lnTo>
                <a:lnTo>
                  <a:pt x="423" y="65"/>
                </a:lnTo>
                <a:lnTo>
                  <a:pt x="424" y="66"/>
                </a:lnTo>
                <a:lnTo>
                  <a:pt x="425" y="66"/>
                </a:lnTo>
                <a:lnTo>
                  <a:pt x="425" y="65"/>
                </a:lnTo>
                <a:lnTo>
                  <a:pt x="425" y="64"/>
                </a:lnTo>
                <a:lnTo>
                  <a:pt x="426" y="64"/>
                </a:lnTo>
                <a:lnTo>
                  <a:pt x="427" y="64"/>
                </a:lnTo>
                <a:lnTo>
                  <a:pt x="427" y="63"/>
                </a:lnTo>
                <a:lnTo>
                  <a:pt x="428" y="62"/>
                </a:lnTo>
                <a:lnTo>
                  <a:pt x="427" y="62"/>
                </a:lnTo>
                <a:lnTo>
                  <a:pt x="426" y="60"/>
                </a:lnTo>
                <a:lnTo>
                  <a:pt x="426" y="59"/>
                </a:lnTo>
                <a:lnTo>
                  <a:pt x="427" y="59"/>
                </a:lnTo>
                <a:lnTo>
                  <a:pt x="428" y="60"/>
                </a:lnTo>
                <a:lnTo>
                  <a:pt x="429" y="60"/>
                </a:lnTo>
                <a:lnTo>
                  <a:pt x="429" y="61"/>
                </a:lnTo>
                <a:lnTo>
                  <a:pt x="429" y="62"/>
                </a:lnTo>
                <a:lnTo>
                  <a:pt x="429" y="63"/>
                </a:lnTo>
                <a:lnTo>
                  <a:pt x="428" y="63"/>
                </a:lnTo>
                <a:lnTo>
                  <a:pt x="429" y="64"/>
                </a:lnTo>
                <a:lnTo>
                  <a:pt x="429" y="63"/>
                </a:lnTo>
                <a:lnTo>
                  <a:pt x="429" y="64"/>
                </a:lnTo>
                <a:lnTo>
                  <a:pt x="430" y="65"/>
                </a:lnTo>
                <a:lnTo>
                  <a:pt x="429" y="66"/>
                </a:lnTo>
                <a:lnTo>
                  <a:pt x="430" y="66"/>
                </a:lnTo>
                <a:lnTo>
                  <a:pt x="431" y="66"/>
                </a:lnTo>
                <a:lnTo>
                  <a:pt x="432" y="66"/>
                </a:lnTo>
                <a:lnTo>
                  <a:pt x="432" y="67"/>
                </a:lnTo>
                <a:lnTo>
                  <a:pt x="433" y="67"/>
                </a:lnTo>
                <a:lnTo>
                  <a:pt x="434" y="68"/>
                </a:lnTo>
                <a:lnTo>
                  <a:pt x="435" y="68"/>
                </a:lnTo>
                <a:lnTo>
                  <a:pt x="436" y="68"/>
                </a:lnTo>
                <a:lnTo>
                  <a:pt x="437" y="68"/>
                </a:lnTo>
                <a:lnTo>
                  <a:pt x="439" y="68"/>
                </a:lnTo>
                <a:lnTo>
                  <a:pt x="439" y="67"/>
                </a:lnTo>
                <a:lnTo>
                  <a:pt x="438" y="67"/>
                </a:lnTo>
                <a:lnTo>
                  <a:pt x="439" y="67"/>
                </a:lnTo>
                <a:lnTo>
                  <a:pt x="440" y="67"/>
                </a:lnTo>
                <a:lnTo>
                  <a:pt x="441" y="67"/>
                </a:lnTo>
                <a:lnTo>
                  <a:pt x="441" y="65"/>
                </a:lnTo>
                <a:lnTo>
                  <a:pt x="441" y="64"/>
                </a:lnTo>
                <a:lnTo>
                  <a:pt x="440" y="64"/>
                </a:lnTo>
                <a:lnTo>
                  <a:pt x="440" y="63"/>
                </a:lnTo>
                <a:lnTo>
                  <a:pt x="441" y="63"/>
                </a:lnTo>
                <a:lnTo>
                  <a:pt x="440" y="62"/>
                </a:lnTo>
                <a:lnTo>
                  <a:pt x="441" y="61"/>
                </a:lnTo>
                <a:lnTo>
                  <a:pt x="441" y="60"/>
                </a:lnTo>
                <a:lnTo>
                  <a:pt x="441" y="59"/>
                </a:lnTo>
                <a:lnTo>
                  <a:pt x="441" y="58"/>
                </a:lnTo>
                <a:lnTo>
                  <a:pt x="441" y="56"/>
                </a:lnTo>
                <a:lnTo>
                  <a:pt x="442" y="56"/>
                </a:lnTo>
                <a:lnTo>
                  <a:pt x="443" y="55"/>
                </a:lnTo>
                <a:lnTo>
                  <a:pt x="444" y="55"/>
                </a:lnTo>
                <a:lnTo>
                  <a:pt x="444" y="54"/>
                </a:lnTo>
                <a:lnTo>
                  <a:pt x="445" y="53"/>
                </a:lnTo>
                <a:lnTo>
                  <a:pt x="446" y="53"/>
                </a:lnTo>
                <a:lnTo>
                  <a:pt x="446" y="52"/>
                </a:lnTo>
                <a:lnTo>
                  <a:pt x="446" y="51"/>
                </a:lnTo>
                <a:lnTo>
                  <a:pt x="446" y="50"/>
                </a:lnTo>
                <a:lnTo>
                  <a:pt x="446" y="49"/>
                </a:lnTo>
                <a:lnTo>
                  <a:pt x="448" y="49"/>
                </a:lnTo>
                <a:lnTo>
                  <a:pt x="449" y="48"/>
                </a:lnTo>
                <a:lnTo>
                  <a:pt x="449" y="47"/>
                </a:lnTo>
                <a:lnTo>
                  <a:pt x="450" y="47"/>
                </a:lnTo>
                <a:lnTo>
                  <a:pt x="450" y="44"/>
                </a:lnTo>
                <a:lnTo>
                  <a:pt x="449" y="43"/>
                </a:lnTo>
                <a:lnTo>
                  <a:pt x="447" y="43"/>
                </a:lnTo>
                <a:lnTo>
                  <a:pt x="448" y="43"/>
                </a:lnTo>
                <a:lnTo>
                  <a:pt x="448" y="42"/>
                </a:lnTo>
                <a:lnTo>
                  <a:pt x="449" y="42"/>
                </a:lnTo>
                <a:lnTo>
                  <a:pt x="449" y="41"/>
                </a:lnTo>
                <a:lnTo>
                  <a:pt x="450" y="41"/>
                </a:lnTo>
                <a:lnTo>
                  <a:pt x="451" y="41"/>
                </a:lnTo>
                <a:lnTo>
                  <a:pt x="451" y="40"/>
                </a:lnTo>
                <a:lnTo>
                  <a:pt x="452" y="40"/>
                </a:lnTo>
                <a:lnTo>
                  <a:pt x="452" y="39"/>
                </a:lnTo>
                <a:lnTo>
                  <a:pt x="453" y="39"/>
                </a:lnTo>
                <a:lnTo>
                  <a:pt x="454" y="38"/>
                </a:lnTo>
                <a:lnTo>
                  <a:pt x="454" y="37"/>
                </a:lnTo>
                <a:lnTo>
                  <a:pt x="454" y="36"/>
                </a:lnTo>
                <a:lnTo>
                  <a:pt x="455" y="36"/>
                </a:lnTo>
                <a:lnTo>
                  <a:pt x="455" y="37"/>
                </a:lnTo>
                <a:lnTo>
                  <a:pt x="456" y="37"/>
                </a:lnTo>
                <a:lnTo>
                  <a:pt x="456" y="38"/>
                </a:lnTo>
                <a:lnTo>
                  <a:pt x="457" y="38"/>
                </a:lnTo>
                <a:lnTo>
                  <a:pt x="457" y="39"/>
                </a:lnTo>
                <a:lnTo>
                  <a:pt x="459" y="40"/>
                </a:lnTo>
                <a:lnTo>
                  <a:pt x="460" y="39"/>
                </a:lnTo>
                <a:lnTo>
                  <a:pt x="460" y="38"/>
                </a:lnTo>
                <a:lnTo>
                  <a:pt x="460" y="37"/>
                </a:lnTo>
                <a:lnTo>
                  <a:pt x="461" y="37"/>
                </a:lnTo>
                <a:lnTo>
                  <a:pt x="462" y="37"/>
                </a:lnTo>
                <a:lnTo>
                  <a:pt x="462" y="38"/>
                </a:lnTo>
                <a:lnTo>
                  <a:pt x="463" y="38"/>
                </a:lnTo>
                <a:lnTo>
                  <a:pt x="463" y="37"/>
                </a:lnTo>
                <a:lnTo>
                  <a:pt x="464" y="37"/>
                </a:lnTo>
                <a:lnTo>
                  <a:pt x="465" y="37"/>
                </a:lnTo>
                <a:lnTo>
                  <a:pt x="466" y="35"/>
                </a:lnTo>
                <a:lnTo>
                  <a:pt x="467" y="34"/>
                </a:lnTo>
                <a:lnTo>
                  <a:pt x="468" y="34"/>
                </a:lnTo>
                <a:lnTo>
                  <a:pt x="469" y="34"/>
                </a:lnTo>
                <a:lnTo>
                  <a:pt x="469" y="35"/>
                </a:lnTo>
                <a:lnTo>
                  <a:pt x="470" y="35"/>
                </a:lnTo>
                <a:lnTo>
                  <a:pt x="469" y="35"/>
                </a:lnTo>
                <a:lnTo>
                  <a:pt x="469" y="36"/>
                </a:lnTo>
                <a:lnTo>
                  <a:pt x="469" y="37"/>
                </a:lnTo>
                <a:lnTo>
                  <a:pt x="469" y="38"/>
                </a:lnTo>
                <a:lnTo>
                  <a:pt x="470" y="38"/>
                </a:lnTo>
                <a:lnTo>
                  <a:pt x="471" y="38"/>
                </a:lnTo>
                <a:lnTo>
                  <a:pt x="472" y="37"/>
                </a:lnTo>
                <a:lnTo>
                  <a:pt x="472" y="38"/>
                </a:lnTo>
                <a:lnTo>
                  <a:pt x="473" y="39"/>
                </a:lnTo>
                <a:lnTo>
                  <a:pt x="474" y="39"/>
                </a:lnTo>
                <a:lnTo>
                  <a:pt x="474" y="40"/>
                </a:lnTo>
                <a:lnTo>
                  <a:pt x="474" y="39"/>
                </a:lnTo>
                <a:lnTo>
                  <a:pt x="474" y="38"/>
                </a:lnTo>
                <a:lnTo>
                  <a:pt x="475" y="38"/>
                </a:lnTo>
                <a:lnTo>
                  <a:pt x="475" y="39"/>
                </a:lnTo>
                <a:lnTo>
                  <a:pt x="476" y="39"/>
                </a:lnTo>
                <a:lnTo>
                  <a:pt x="476" y="40"/>
                </a:lnTo>
                <a:lnTo>
                  <a:pt x="476" y="41"/>
                </a:lnTo>
                <a:lnTo>
                  <a:pt x="476" y="42"/>
                </a:lnTo>
                <a:lnTo>
                  <a:pt x="475" y="43"/>
                </a:lnTo>
                <a:lnTo>
                  <a:pt x="475" y="44"/>
                </a:lnTo>
                <a:lnTo>
                  <a:pt x="474" y="44"/>
                </a:lnTo>
                <a:lnTo>
                  <a:pt x="473" y="44"/>
                </a:lnTo>
                <a:lnTo>
                  <a:pt x="473" y="45"/>
                </a:lnTo>
                <a:lnTo>
                  <a:pt x="472" y="46"/>
                </a:lnTo>
                <a:lnTo>
                  <a:pt x="472" y="47"/>
                </a:lnTo>
                <a:lnTo>
                  <a:pt x="472" y="48"/>
                </a:lnTo>
                <a:lnTo>
                  <a:pt x="473" y="48"/>
                </a:lnTo>
                <a:lnTo>
                  <a:pt x="473" y="49"/>
                </a:lnTo>
                <a:lnTo>
                  <a:pt x="472" y="49"/>
                </a:lnTo>
                <a:lnTo>
                  <a:pt x="472" y="50"/>
                </a:lnTo>
                <a:lnTo>
                  <a:pt x="472" y="51"/>
                </a:lnTo>
                <a:lnTo>
                  <a:pt x="473" y="51"/>
                </a:lnTo>
                <a:lnTo>
                  <a:pt x="473" y="52"/>
                </a:lnTo>
                <a:lnTo>
                  <a:pt x="473" y="51"/>
                </a:lnTo>
                <a:lnTo>
                  <a:pt x="474" y="51"/>
                </a:lnTo>
                <a:lnTo>
                  <a:pt x="475" y="51"/>
                </a:lnTo>
                <a:lnTo>
                  <a:pt x="476" y="51"/>
                </a:lnTo>
                <a:lnTo>
                  <a:pt x="477" y="51"/>
                </a:lnTo>
                <a:lnTo>
                  <a:pt x="478" y="51"/>
                </a:lnTo>
                <a:lnTo>
                  <a:pt x="480" y="51"/>
                </a:lnTo>
                <a:lnTo>
                  <a:pt x="480" y="52"/>
                </a:lnTo>
                <a:lnTo>
                  <a:pt x="481" y="53"/>
                </a:lnTo>
                <a:lnTo>
                  <a:pt x="481" y="52"/>
                </a:lnTo>
                <a:lnTo>
                  <a:pt x="483" y="52"/>
                </a:lnTo>
                <a:lnTo>
                  <a:pt x="484" y="51"/>
                </a:lnTo>
                <a:lnTo>
                  <a:pt x="484" y="50"/>
                </a:lnTo>
                <a:lnTo>
                  <a:pt x="485" y="49"/>
                </a:lnTo>
                <a:lnTo>
                  <a:pt x="485" y="48"/>
                </a:lnTo>
                <a:lnTo>
                  <a:pt x="485" y="47"/>
                </a:lnTo>
                <a:lnTo>
                  <a:pt x="484" y="47"/>
                </a:lnTo>
                <a:lnTo>
                  <a:pt x="484" y="46"/>
                </a:lnTo>
                <a:lnTo>
                  <a:pt x="484" y="44"/>
                </a:lnTo>
                <a:lnTo>
                  <a:pt x="484" y="43"/>
                </a:lnTo>
                <a:lnTo>
                  <a:pt x="484" y="42"/>
                </a:lnTo>
                <a:lnTo>
                  <a:pt x="482" y="41"/>
                </a:lnTo>
                <a:lnTo>
                  <a:pt x="481" y="41"/>
                </a:lnTo>
                <a:lnTo>
                  <a:pt x="481" y="40"/>
                </a:lnTo>
                <a:lnTo>
                  <a:pt x="482" y="38"/>
                </a:lnTo>
                <a:lnTo>
                  <a:pt x="482" y="37"/>
                </a:lnTo>
                <a:lnTo>
                  <a:pt x="483" y="37"/>
                </a:lnTo>
                <a:lnTo>
                  <a:pt x="483" y="36"/>
                </a:lnTo>
                <a:lnTo>
                  <a:pt x="484" y="35"/>
                </a:lnTo>
                <a:lnTo>
                  <a:pt x="485" y="35"/>
                </a:lnTo>
                <a:lnTo>
                  <a:pt x="485" y="36"/>
                </a:lnTo>
                <a:lnTo>
                  <a:pt x="487" y="36"/>
                </a:lnTo>
                <a:lnTo>
                  <a:pt x="488" y="36"/>
                </a:lnTo>
                <a:lnTo>
                  <a:pt x="489" y="36"/>
                </a:lnTo>
                <a:lnTo>
                  <a:pt x="490" y="35"/>
                </a:lnTo>
                <a:lnTo>
                  <a:pt x="491" y="34"/>
                </a:lnTo>
                <a:lnTo>
                  <a:pt x="491" y="33"/>
                </a:lnTo>
                <a:lnTo>
                  <a:pt x="491" y="32"/>
                </a:lnTo>
                <a:lnTo>
                  <a:pt x="491" y="30"/>
                </a:lnTo>
                <a:lnTo>
                  <a:pt x="492" y="28"/>
                </a:lnTo>
                <a:lnTo>
                  <a:pt x="492" y="27"/>
                </a:lnTo>
                <a:lnTo>
                  <a:pt x="493" y="26"/>
                </a:lnTo>
                <a:lnTo>
                  <a:pt x="493" y="24"/>
                </a:lnTo>
                <a:lnTo>
                  <a:pt x="494" y="23"/>
                </a:lnTo>
                <a:lnTo>
                  <a:pt x="495" y="23"/>
                </a:lnTo>
                <a:lnTo>
                  <a:pt x="496" y="21"/>
                </a:lnTo>
                <a:lnTo>
                  <a:pt x="497" y="20"/>
                </a:lnTo>
                <a:lnTo>
                  <a:pt x="498" y="19"/>
                </a:lnTo>
                <a:lnTo>
                  <a:pt x="499" y="19"/>
                </a:lnTo>
                <a:lnTo>
                  <a:pt x="499" y="20"/>
                </a:lnTo>
                <a:lnTo>
                  <a:pt x="499" y="21"/>
                </a:lnTo>
                <a:lnTo>
                  <a:pt x="500" y="21"/>
                </a:lnTo>
                <a:lnTo>
                  <a:pt x="501" y="20"/>
                </a:lnTo>
                <a:lnTo>
                  <a:pt x="502" y="20"/>
                </a:lnTo>
                <a:lnTo>
                  <a:pt x="503" y="21"/>
                </a:lnTo>
                <a:lnTo>
                  <a:pt x="503" y="22"/>
                </a:lnTo>
                <a:lnTo>
                  <a:pt x="504" y="22"/>
                </a:lnTo>
                <a:lnTo>
                  <a:pt x="504" y="23"/>
                </a:lnTo>
                <a:lnTo>
                  <a:pt x="505" y="23"/>
                </a:lnTo>
                <a:lnTo>
                  <a:pt x="505" y="22"/>
                </a:lnTo>
                <a:lnTo>
                  <a:pt x="506" y="22"/>
                </a:lnTo>
                <a:lnTo>
                  <a:pt x="508" y="22"/>
                </a:lnTo>
                <a:lnTo>
                  <a:pt x="509" y="22"/>
                </a:lnTo>
                <a:lnTo>
                  <a:pt x="510" y="22"/>
                </a:lnTo>
                <a:lnTo>
                  <a:pt x="509" y="22"/>
                </a:lnTo>
                <a:lnTo>
                  <a:pt x="509" y="23"/>
                </a:lnTo>
                <a:lnTo>
                  <a:pt x="509" y="24"/>
                </a:lnTo>
                <a:lnTo>
                  <a:pt x="510" y="25"/>
                </a:lnTo>
                <a:lnTo>
                  <a:pt x="510" y="26"/>
                </a:lnTo>
                <a:lnTo>
                  <a:pt x="509" y="26"/>
                </a:lnTo>
                <a:lnTo>
                  <a:pt x="509" y="27"/>
                </a:lnTo>
                <a:lnTo>
                  <a:pt x="509" y="28"/>
                </a:lnTo>
                <a:lnTo>
                  <a:pt x="508" y="28"/>
                </a:lnTo>
                <a:lnTo>
                  <a:pt x="508" y="29"/>
                </a:lnTo>
                <a:lnTo>
                  <a:pt x="508" y="30"/>
                </a:lnTo>
                <a:lnTo>
                  <a:pt x="508" y="31"/>
                </a:lnTo>
                <a:lnTo>
                  <a:pt x="507" y="31"/>
                </a:lnTo>
                <a:lnTo>
                  <a:pt x="507" y="32"/>
                </a:lnTo>
                <a:lnTo>
                  <a:pt x="508" y="32"/>
                </a:lnTo>
                <a:lnTo>
                  <a:pt x="508" y="33"/>
                </a:lnTo>
                <a:lnTo>
                  <a:pt x="507" y="33"/>
                </a:lnTo>
                <a:lnTo>
                  <a:pt x="507" y="34"/>
                </a:lnTo>
                <a:lnTo>
                  <a:pt x="507" y="35"/>
                </a:lnTo>
                <a:lnTo>
                  <a:pt x="508" y="35"/>
                </a:lnTo>
                <a:lnTo>
                  <a:pt x="509" y="35"/>
                </a:lnTo>
                <a:lnTo>
                  <a:pt x="509" y="36"/>
                </a:lnTo>
                <a:lnTo>
                  <a:pt x="510" y="36"/>
                </a:lnTo>
                <a:lnTo>
                  <a:pt x="510" y="37"/>
                </a:lnTo>
                <a:lnTo>
                  <a:pt x="511" y="37"/>
                </a:lnTo>
                <a:lnTo>
                  <a:pt x="511" y="36"/>
                </a:lnTo>
                <a:lnTo>
                  <a:pt x="511" y="35"/>
                </a:lnTo>
                <a:lnTo>
                  <a:pt x="512" y="35"/>
                </a:lnTo>
                <a:lnTo>
                  <a:pt x="512" y="36"/>
                </a:lnTo>
                <a:lnTo>
                  <a:pt x="513" y="36"/>
                </a:lnTo>
                <a:lnTo>
                  <a:pt x="513" y="37"/>
                </a:lnTo>
                <a:lnTo>
                  <a:pt x="514" y="37"/>
                </a:lnTo>
                <a:lnTo>
                  <a:pt x="515" y="37"/>
                </a:lnTo>
                <a:lnTo>
                  <a:pt x="516" y="37"/>
                </a:lnTo>
                <a:lnTo>
                  <a:pt x="516" y="36"/>
                </a:lnTo>
                <a:lnTo>
                  <a:pt x="516" y="35"/>
                </a:lnTo>
                <a:lnTo>
                  <a:pt x="516" y="34"/>
                </a:lnTo>
                <a:lnTo>
                  <a:pt x="517" y="33"/>
                </a:lnTo>
                <a:lnTo>
                  <a:pt x="518" y="32"/>
                </a:lnTo>
                <a:lnTo>
                  <a:pt x="519" y="33"/>
                </a:lnTo>
                <a:lnTo>
                  <a:pt x="520" y="34"/>
                </a:lnTo>
                <a:lnTo>
                  <a:pt x="520" y="35"/>
                </a:lnTo>
                <a:lnTo>
                  <a:pt x="522" y="36"/>
                </a:lnTo>
                <a:lnTo>
                  <a:pt x="523" y="37"/>
                </a:lnTo>
                <a:lnTo>
                  <a:pt x="523" y="38"/>
                </a:lnTo>
                <a:lnTo>
                  <a:pt x="523" y="39"/>
                </a:lnTo>
                <a:lnTo>
                  <a:pt x="524" y="40"/>
                </a:lnTo>
                <a:lnTo>
                  <a:pt x="523" y="41"/>
                </a:lnTo>
                <a:lnTo>
                  <a:pt x="523" y="42"/>
                </a:lnTo>
                <a:lnTo>
                  <a:pt x="524" y="43"/>
                </a:lnTo>
                <a:lnTo>
                  <a:pt x="525" y="43"/>
                </a:lnTo>
                <a:lnTo>
                  <a:pt x="526" y="43"/>
                </a:lnTo>
                <a:lnTo>
                  <a:pt x="527" y="43"/>
                </a:lnTo>
                <a:lnTo>
                  <a:pt x="528" y="43"/>
                </a:lnTo>
                <a:lnTo>
                  <a:pt x="530" y="42"/>
                </a:lnTo>
                <a:lnTo>
                  <a:pt x="531" y="41"/>
                </a:lnTo>
                <a:lnTo>
                  <a:pt x="531" y="40"/>
                </a:lnTo>
                <a:lnTo>
                  <a:pt x="531" y="39"/>
                </a:lnTo>
                <a:lnTo>
                  <a:pt x="532" y="38"/>
                </a:lnTo>
                <a:lnTo>
                  <a:pt x="532" y="37"/>
                </a:lnTo>
                <a:lnTo>
                  <a:pt x="533" y="36"/>
                </a:lnTo>
                <a:lnTo>
                  <a:pt x="533" y="35"/>
                </a:lnTo>
                <a:lnTo>
                  <a:pt x="533" y="34"/>
                </a:lnTo>
                <a:lnTo>
                  <a:pt x="533" y="33"/>
                </a:lnTo>
                <a:lnTo>
                  <a:pt x="534" y="32"/>
                </a:lnTo>
                <a:lnTo>
                  <a:pt x="535" y="32"/>
                </a:lnTo>
                <a:lnTo>
                  <a:pt x="535" y="31"/>
                </a:lnTo>
                <a:lnTo>
                  <a:pt x="535" y="29"/>
                </a:lnTo>
                <a:lnTo>
                  <a:pt x="536" y="28"/>
                </a:lnTo>
                <a:lnTo>
                  <a:pt x="536" y="27"/>
                </a:lnTo>
                <a:lnTo>
                  <a:pt x="537" y="27"/>
                </a:lnTo>
                <a:lnTo>
                  <a:pt x="538" y="27"/>
                </a:lnTo>
                <a:lnTo>
                  <a:pt x="539" y="25"/>
                </a:lnTo>
                <a:lnTo>
                  <a:pt x="540" y="24"/>
                </a:lnTo>
                <a:lnTo>
                  <a:pt x="541" y="23"/>
                </a:lnTo>
                <a:lnTo>
                  <a:pt x="543" y="21"/>
                </a:lnTo>
                <a:lnTo>
                  <a:pt x="544" y="20"/>
                </a:lnTo>
                <a:lnTo>
                  <a:pt x="544" y="21"/>
                </a:lnTo>
                <a:lnTo>
                  <a:pt x="545" y="21"/>
                </a:lnTo>
                <a:lnTo>
                  <a:pt x="545" y="22"/>
                </a:lnTo>
                <a:lnTo>
                  <a:pt x="546" y="22"/>
                </a:lnTo>
                <a:lnTo>
                  <a:pt x="546" y="21"/>
                </a:lnTo>
                <a:lnTo>
                  <a:pt x="547" y="21"/>
                </a:lnTo>
                <a:lnTo>
                  <a:pt x="547" y="20"/>
                </a:lnTo>
                <a:lnTo>
                  <a:pt x="549" y="19"/>
                </a:lnTo>
                <a:lnTo>
                  <a:pt x="549" y="18"/>
                </a:lnTo>
                <a:lnTo>
                  <a:pt x="549" y="17"/>
                </a:lnTo>
                <a:lnTo>
                  <a:pt x="550" y="17"/>
                </a:lnTo>
                <a:lnTo>
                  <a:pt x="550" y="16"/>
                </a:lnTo>
                <a:lnTo>
                  <a:pt x="551" y="16"/>
                </a:lnTo>
                <a:lnTo>
                  <a:pt x="551" y="14"/>
                </a:lnTo>
                <a:lnTo>
                  <a:pt x="551" y="13"/>
                </a:lnTo>
                <a:lnTo>
                  <a:pt x="550" y="13"/>
                </a:lnTo>
                <a:lnTo>
                  <a:pt x="550" y="12"/>
                </a:lnTo>
                <a:lnTo>
                  <a:pt x="550" y="11"/>
                </a:lnTo>
                <a:lnTo>
                  <a:pt x="551" y="10"/>
                </a:lnTo>
                <a:lnTo>
                  <a:pt x="552" y="10"/>
                </a:lnTo>
                <a:lnTo>
                  <a:pt x="553" y="9"/>
                </a:lnTo>
                <a:lnTo>
                  <a:pt x="554" y="9"/>
                </a:lnTo>
                <a:lnTo>
                  <a:pt x="554" y="7"/>
                </a:lnTo>
                <a:lnTo>
                  <a:pt x="556" y="5"/>
                </a:lnTo>
                <a:lnTo>
                  <a:pt x="557" y="5"/>
                </a:lnTo>
                <a:lnTo>
                  <a:pt x="557" y="6"/>
                </a:lnTo>
                <a:lnTo>
                  <a:pt x="557" y="7"/>
                </a:lnTo>
                <a:lnTo>
                  <a:pt x="558" y="7"/>
                </a:lnTo>
                <a:lnTo>
                  <a:pt x="559" y="8"/>
                </a:lnTo>
                <a:lnTo>
                  <a:pt x="560" y="8"/>
                </a:lnTo>
                <a:lnTo>
                  <a:pt x="560" y="7"/>
                </a:lnTo>
                <a:lnTo>
                  <a:pt x="561" y="7"/>
                </a:lnTo>
                <a:lnTo>
                  <a:pt x="562" y="7"/>
                </a:lnTo>
                <a:lnTo>
                  <a:pt x="563" y="7"/>
                </a:lnTo>
                <a:lnTo>
                  <a:pt x="564" y="8"/>
                </a:lnTo>
                <a:lnTo>
                  <a:pt x="564" y="9"/>
                </a:lnTo>
                <a:lnTo>
                  <a:pt x="565" y="9"/>
                </a:lnTo>
                <a:lnTo>
                  <a:pt x="566" y="9"/>
                </a:lnTo>
                <a:lnTo>
                  <a:pt x="567" y="9"/>
                </a:lnTo>
                <a:lnTo>
                  <a:pt x="567" y="8"/>
                </a:lnTo>
                <a:lnTo>
                  <a:pt x="566" y="8"/>
                </a:lnTo>
                <a:lnTo>
                  <a:pt x="567" y="7"/>
                </a:lnTo>
                <a:lnTo>
                  <a:pt x="568" y="7"/>
                </a:lnTo>
                <a:lnTo>
                  <a:pt x="568" y="8"/>
                </a:lnTo>
                <a:lnTo>
                  <a:pt x="569" y="8"/>
                </a:lnTo>
                <a:lnTo>
                  <a:pt x="568" y="9"/>
                </a:lnTo>
                <a:lnTo>
                  <a:pt x="568" y="10"/>
                </a:lnTo>
                <a:lnTo>
                  <a:pt x="568" y="11"/>
                </a:lnTo>
                <a:lnTo>
                  <a:pt x="567" y="12"/>
                </a:lnTo>
                <a:lnTo>
                  <a:pt x="568" y="12"/>
                </a:lnTo>
                <a:lnTo>
                  <a:pt x="569" y="14"/>
                </a:lnTo>
                <a:lnTo>
                  <a:pt x="570" y="14"/>
                </a:lnTo>
                <a:lnTo>
                  <a:pt x="570" y="13"/>
                </a:lnTo>
                <a:lnTo>
                  <a:pt x="571" y="12"/>
                </a:lnTo>
                <a:lnTo>
                  <a:pt x="573" y="12"/>
                </a:lnTo>
                <a:lnTo>
                  <a:pt x="574" y="13"/>
                </a:lnTo>
                <a:lnTo>
                  <a:pt x="575" y="13"/>
                </a:lnTo>
                <a:lnTo>
                  <a:pt x="576" y="13"/>
                </a:lnTo>
                <a:lnTo>
                  <a:pt x="577" y="13"/>
                </a:lnTo>
                <a:lnTo>
                  <a:pt x="577" y="12"/>
                </a:lnTo>
                <a:lnTo>
                  <a:pt x="578" y="12"/>
                </a:lnTo>
                <a:lnTo>
                  <a:pt x="579" y="12"/>
                </a:lnTo>
                <a:lnTo>
                  <a:pt x="580" y="11"/>
                </a:lnTo>
                <a:lnTo>
                  <a:pt x="582" y="11"/>
                </a:lnTo>
                <a:lnTo>
                  <a:pt x="583" y="11"/>
                </a:lnTo>
                <a:lnTo>
                  <a:pt x="584" y="12"/>
                </a:lnTo>
                <a:lnTo>
                  <a:pt x="584" y="13"/>
                </a:lnTo>
                <a:lnTo>
                  <a:pt x="585" y="13"/>
                </a:lnTo>
                <a:lnTo>
                  <a:pt x="585" y="11"/>
                </a:lnTo>
                <a:lnTo>
                  <a:pt x="585" y="10"/>
                </a:lnTo>
                <a:lnTo>
                  <a:pt x="585" y="8"/>
                </a:lnTo>
                <a:lnTo>
                  <a:pt x="584" y="7"/>
                </a:lnTo>
                <a:lnTo>
                  <a:pt x="584" y="6"/>
                </a:lnTo>
                <a:lnTo>
                  <a:pt x="585" y="6"/>
                </a:lnTo>
                <a:lnTo>
                  <a:pt x="586" y="6"/>
                </a:lnTo>
                <a:lnTo>
                  <a:pt x="586" y="5"/>
                </a:lnTo>
                <a:lnTo>
                  <a:pt x="586" y="4"/>
                </a:lnTo>
                <a:lnTo>
                  <a:pt x="586" y="3"/>
                </a:lnTo>
                <a:lnTo>
                  <a:pt x="586" y="2"/>
                </a:lnTo>
                <a:lnTo>
                  <a:pt x="586" y="1"/>
                </a:lnTo>
                <a:lnTo>
                  <a:pt x="587" y="0"/>
                </a:lnTo>
                <a:lnTo>
                  <a:pt x="588" y="0"/>
                </a:lnTo>
                <a:lnTo>
                  <a:pt x="589" y="0"/>
                </a:lnTo>
                <a:lnTo>
                  <a:pt x="589" y="1"/>
                </a:lnTo>
                <a:lnTo>
                  <a:pt x="590" y="2"/>
                </a:lnTo>
                <a:lnTo>
                  <a:pt x="591" y="3"/>
                </a:lnTo>
                <a:lnTo>
                  <a:pt x="591" y="4"/>
                </a:lnTo>
                <a:lnTo>
                  <a:pt x="592" y="5"/>
                </a:lnTo>
                <a:close/>
              </a:path>
            </a:pathLst>
          </a:custGeom>
          <a:solidFill>
            <a:srgbClr val="8DBBD9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1932120" y="22219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8DBBD9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1928520" y="221652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4" y="6"/>
                </a:move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0" y="6"/>
                </a:lnTo>
                <a:lnTo>
                  <a:pt x="2" y="7"/>
                </a:lnTo>
                <a:lnTo>
                  <a:pt x="2" y="6"/>
                </a:lnTo>
                <a:lnTo>
                  <a:pt x="2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lnTo>
                  <a:pt x="4" y="6"/>
                </a:lnTo>
                <a:close/>
              </a:path>
            </a:pathLst>
          </a:custGeom>
          <a:solidFill>
            <a:srgbClr val="8DBBD9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1928520" y="22010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8DBBD9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7" name=""/>
          <p:cNvSpPr/>
          <p:nvPr/>
        </p:nvSpPr>
        <p:spPr>
          <a:xfrm>
            <a:off x="1915200" y="219636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2" y="3"/>
                </a:move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1"/>
                </a:lnTo>
                <a:lnTo>
                  <a:pt x="2" y="3"/>
                </a:lnTo>
                <a:close/>
              </a:path>
            </a:pathLst>
          </a:custGeom>
          <a:solidFill>
            <a:srgbClr val="8DBBD9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1926720" y="21956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4"/>
                </a:moveTo>
                <a:lnTo>
                  <a:pt x="0" y="3"/>
                </a:lnTo>
                <a:lnTo>
                  <a:pt x="3" y="1"/>
                </a:lnTo>
                <a:lnTo>
                  <a:pt x="4" y="0"/>
                </a:lnTo>
                <a:lnTo>
                  <a:pt x="4" y="1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close/>
              </a:path>
            </a:pathLst>
          </a:custGeom>
          <a:solidFill>
            <a:srgbClr val="8DBBD9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1927800" y="2194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DBBD9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1920960" y="21924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8DBBD9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1911960" y="218628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5" y="1"/>
                </a:moveTo>
                <a:lnTo>
                  <a:pt x="4" y="2"/>
                </a:lnTo>
                <a:lnTo>
                  <a:pt x="2" y="2"/>
                </a:ln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close/>
              </a:path>
            </a:pathLst>
          </a:custGeom>
          <a:solidFill>
            <a:srgbClr val="8DBBD9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" name=""/>
          <p:cNvSpPr/>
          <p:nvPr/>
        </p:nvSpPr>
        <p:spPr>
          <a:xfrm>
            <a:off x="1996560" y="24105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1" y="1"/>
                </a:moveTo>
                <a:lnTo>
                  <a:pt x="1" y="0"/>
                </a:lnTo>
                <a:lnTo>
                  <a:pt x="4" y="0"/>
                </a:lnTo>
                <a:lnTo>
                  <a:pt x="5" y="1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" name=""/>
          <p:cNvSpPr/>
          <p:nvPr/>
        </p:nvSpPr>
        <p:spPr>
          <a:xfrm>
            <a:off x="2006280" y="238608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2" y="3"/>
                </a:moveTo>
                <a:lnTo>
                  <a:pt x="1" y="3"/>
                </a:lnTo>
                <a:lnTo>
                  <a:pt x="1" y="5"/>
                </a:lnTo>
                <a:lnTo>
                  <a:pt x="0" y="3"/>
                </a:lnTo>
                <a:lnTo>
                  <a:pt x="1" y="2"/>
                </a:lnTo>
                <a:lnTo>
                  <a:pt x="2" y="2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7" y="2"/>
                </a:lnTo>
                <a:lnTo>
                  <a:pt x="7" y="3"/>
                </a:lnTo>
                <a:lnTo>
                  <a:pt x="6" y="3"/>
                </a:lnTo>
                <a:lnTo>
                  <a:pt x="6" y="5"/>
                </a:lnTo>
                <a:lnTo>
                  <a:pt x="4" y="5"/>
                </a:lnTo>
                <a:lnTo>
                  <a:pt x="3" y="5"/>
                </a:lnTo>
                <a:lnTo>
                  <a:pt x="2" y="3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2005200" y="2363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5" name=""/>
          <p:cNvSpPr/>
          <p:nvPr/>
        </p:nvSpPr>
        <p:spPr>
          <a:xfrm>
            <a:off x="2004840" y="2361960"/>
            <a:ext cx="4320" cy="2520"/>
          </a:xfrm>
          <a:custGeom>
            <a:avLst/>
            <a:gdLst/>
            <a:ahLst/>
            <a:rect l="0" t="0" r="r" b="b"/>
            <a:pathLst>
              <a:path w="12" h="7">
                <a:moveTo>
                  <a:pt x="9" y="4"/>
                </a:moveTo>
                <a:lnTo>
                  <a:pt x="8" y="4"/>
                </a:lnTo>
                <a:lnTo>
                  <a:pt x="8" y="5"/>
                </a:lnTo>
                <a:lnTo>
                  <a:pt x="7" y="5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3" y="4"/>
                </a:lnTo>
                <a:lnTo>
                  <a:pt x="4" y="4"/>
                </a:lnTo>
                <a:lnTo>
                  <a:pt x="5" y="4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2"/>
                </a:lnTo>
                <a:lnTo>
                  <a:pt x="5" y="2"/>
                </a:lnTo>
                <a:lnTo>
                  <a:pt x="4" y="2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2" y="2"/>
                </a:lnTo>
                <a:lnTo>
                  <a:pt x="3" y="2"/>
                </a:lnTo>
                <a:lnTo>
                  <a:pt x="4" y="1"/>
                </a:lnTo>
                <a:lnTo>
                  <a:pt x="5" y="1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lnTo>
                  <a:pt x="12" y="2"/>
                </a:lnTo>
                <a:lnTo>
                  <a:pt x="11" y="2"/>
                </a:lnTo>
                <a:lnTo>
                  <a:pt x="11" y="3"/>
                </a:lnTo>
                <a:lnTo>
                  <a:pt x="11" y="4"/>
                </a:lnTo>
                <a:lnTo>
                  <a:pt x="10" y="4"/>
                </a:lnTo>
                <a:lnTo>
                  <a:pt x="9" y="4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1947960" y="23227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1938960" y="2321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1946880" y="2321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9" name=""/>
          <p:cNvSpPr/>
          <p:nvPr/>
        </p:nvSpPr>
        <p:spPr>
          <a:xfrm>
            <a:off x="1937520" y="232056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2"/>
                </a:moveTo>
                <a:lnTo>
                  <a:pt x="0" y="0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1941480" y="2320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1950120" y="23180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" name=""/>
          <p:cNvSpPr/>
          <p:nvPr/>
        </p:nvSpPr>
        <p:spPr>
          <a:xfrm>
            <a:off x="1969560" y="2305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3" name=""/>
          <p:cNvSpPr/>
          <p:nvPr/>
        </p:nvSpPr>
        <p:spPr>
          <a:xfrm>
            <a:off x="1973520" y="23047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" name=""/>
          <p:cNvSpPr/>
          <p:nvPr/>
        </p:nvSpPr>
        <p:spPr>
          <a:xfrm>
            <a:off x="1973160" y="23040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2" y="4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" name=""/>
          <p:cNvSpPr/>
          <p:nvPr/>
        </p:nvSpPr>
        <p:spPr>
          <a:xfrm>
            <a:off x="1976400" y="228708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" name=""/>
          <p:cNvSpPr/>
          <p:nvPr/>
        </p:nvSpPr>
        <p:spPr>
          <a:xfrm>
            <a:off x="1913040" y="2250000"/>
            <a:ext cx="79200" cy="74160"/>
          </a:xfrm>
          <a:custGeom>
            <a:avLst/>
            <a:gdLst/>
            <a:ahLst/>
            <a:rect l="0" t="0" r="r" b="b"/>
            <a:pathLst>
              <a:path w="220" h="206">
                <a:moveTo>
                  <a:pt x="192" y="11"/>
                </a:moveTo>
                <a:lnTo>
                  <a:pt x="193" y="11"/>
                </a:lnTo>
                <a:lnTo>
                  <a:pt x="193" y="12"/>
                </a:lnTo>
                <a:lnTo>
                  <a:pt x="194" y="12"/>
                </a:lnTo>
                <a:lnTo>
                  <a:pt x="195" y="12"/>
                </a:lnTo>
                <a:lnTo>
                  <a:pt x="195" y="13"/>
                </a:lnTo>
                <a:lnTo>
                  <a:pt x="195" y="14"/>
                </a:lnTo>
                <a:lnTo>
                  <a:pt x="196" y="14"/>
                </a:lnTo>
                <a:lnTo>
                  <a:pt x="197" y="15"/>
                </a:lnTo>
                <a:lnTo>
                  <a:pt x="198" y="16"/>
                </a:lnTo>
                <a:lnTo>
                  <a:pt x="199" y="16"/>
                </a:lnTo>
                <a:lnTo>
                  <a:pt x="200" y="16"/>
                </a:lnTo>
                <a:lnTo>
                  <a:pt x="201" y="17"/>
                </a:lnTo>
                <a:lnTo>
                  <a:pt x="202" y="17"/>
                </a:lnTo>
                <a:lnTo>
                  <a:pt x="203" y="17"/>
                </a:lnTo>
                <a:lnTo>
                  <a:pt x="202" y="17"/>
                </a:lnTo>
                <a:lnTo>
                  <a:pt x="203" y="17"/>
                </a:lnTo>
                <a:lnTo>
                  <a:pt x="204" y="17"/>
                </a:lnTo>
                <a:lnTo>
                  <a:pt x="203" y="17"/>
                </a:lnTo>
                <a:lnTo>
                  <a:pt x="204" y="17"/>
                </a:lnTo>
                <a:lnTo>
                  <a:pt x="205" y="17"/>
                </a:lnTo>
                <a:lnTo>
                  <a:pt x="206" y="17"/>
                </a:lnTo>
                <a:lnTo>
                  <a:pt x="207" y="16"/>
                </a:lnTo>
                <a:lnTo>
                  <a:pt x="208" y="16"/>
                </a:lnTo>
                <a:lnTo>
                  <a:pt x="209" y="16"/>
                </a:lnTo>
                <a:lnTo>
                  <a:pt x="209" y="15"/>
                </a:lnTo>
                <a:lnTo>
                  <a:pt x="210" y="15"/>
                </a:lnTo>
                <a:lnTo>
                  <a:pt x="210" y="16"/>
                </a:lnTo>
                <a:lnTo>
                  <a:pt x="211" y="16"/>
                </a:lnTo>
                <a:lnTo>
                  <a:pt x="212" y="19"/>
                </a:lnTo>
                <a:lnTo>
                  <a:pt x="212" y="21"/>
                </a:lnTo>
                <a:lnTo>
                  <a:pt x="212" y="22"/>
                </a:lnTo>
                <a:lnTo>
                  <a:pt x="213" y="23"/>
                </a:lnTo>
                <a:lnTo>
                  <a:pt x="213" y="24"/>
                </a:lnTo>
                <a:lnTo>
                  <a:pt x="213" y="25"/>
                </a:lnTo>
                <a:lnTo>
                  <a:pt x="214" y="26"/>
                </a:lnTo>
                <a:lnTo>
                  <a:pt x="214" y="27"/>
                </a:lnTo>
                <a:lnTo>
                  <a:pt x="214" y="28"/>
                </a:lnTo>
                <a:lnTo>
                  <a:pt x="214" y="30"/>
                </a:lnTo>
                <a:lnTo>
                  <a:pt x="215" y="31"/>
                </a:lnTo>
                <a:lnTo>
                  <a:pt x="215" y="32"/>
                </a:lnTo>
                <a:lnTo>
                  <a:pt x="215" y="33"/>
                </a:lnTo>
                <a:lnTo>
                  <a:pt x="216" y="34"/>
                </a:lnTo>
                <a:lnTo>
                  <a:pt x="216" y="35"/>
                </a:lnTo>
                <a:lnTo>
                  <a:pt x="216" y="37"/>
                </a:lnTo>
                <a:lnTo>
                  <a:pt x="216" y="39"/>
                </a:lnTo>
                <a:lnTo>
                  <a:pt x="216" y="42"/>
                </a:lnTo>
                <a:lnTo>
                  <a:pt x="216" y="44"/>
                </a:lnTo>
                <a:lnTo>
                  <a:pt x="216" y="46"/>
                </a:lnTo>
                <a:lnTo>
                  <a:pt x="217" y="47"/>
                </a:lnTo>
                <a:lnTo>
                  <a:pt x="217" y="48"/>
                </a:lnTo>
                <a:lnTo>
                  <a:pt x="217" y="49"/>
                </a:lnTo>
                <a:lnTo>
                  <a:pt x="217" y="48"/>
                </a:lnTo>
                <a:lnTo>
                  <a:pt x="217" y="49"/>
                </a:lnTo>
                <a:lnTo>
                  <a:pt x="218" y="49"/>
                </a:lnTo>
                <a:lnTo>
                  <a:pt x="219" y="49"/>
                </a:lnTo>
                <a:lnTo>
                  <a:pt x="218" y="49"/>
                </a:lnTo>
                <a:lnTo>
                  <a:pt x="218" y="50"/>
                </a:lnTo>
                <a:lnTo>
                  <a:pt x="219" y="50"/>
                </a:lnTo>
                <a:lnTo>
                  <a:pt x="219" y="51"/>
                </a:lnTo>
                <a:lnTo>
                  <a:pt x="219" y="52"/>
                </a:lnTo>
                <a:lnTo>
                  <a:pt x="219" y="53"/>
                </a:lnTo>
                <a:lnTo>
                  <a:pt x="220" y="53"/>
                </a:lnTo>
                <a:lnTo>
                  <a:pt x="219" y="54"/>
                </a:lnTo>
                <a:lnTo>
                  <a:pt x="218" y="53"/>
                </a:lnTo>
                <a:lnTo>
                  <a:pt x="217" y="53"/>
                </a:lnTo>
                <a:lnTo>
                  <a:pt x="216" y="53"/>
                </a:lnTo>
                <a:lnTo>
                  <a:pt x="215" y="53"/>
                </a:lnTo>
                <a:lnTo>
                  <a:pt x="214" y="53"/>
                </a:lnTo>
                <a:lnTo>
                  <a:pt x="213" y="55"/>
                </a:lnTo>
                <a:lnTo>
                  <a:pt x="213" y="56"/>
                </a:lnTo>
                <a:lnTo>
                  <a:pt x="212" y="56"/>
                </a:lnTo>
                <a:lnTo>
                  <a:pt x="212" y="57"/>
                </a:lnTo>
                <a:lnTo>
                  <a:pt x="211" y="57"/>
                </a:lnTo>
                <a:lnTo>
                  <a:pt x="210" y="58"/>
                </a:lnTo>
                <a:lnTo>
                  <a:pt x="209" y="58"/>
                </a:lnTo>
                <a:lnTo>
                  <a:pt x="209" y="59"/>
                </a:lnTo>
                <a:lnTo>
                  <a:pt x="209" y="58"/>
                </a:lnTo>
                <a:lnTo>
                  <a:pt x="209" y="59"/>
                </a:lnTo>
                <a:lnTo>
                  <a:pt x="208" y="59"/>
                </a:lnTo>
                <a:lnTo>
                  <a:pt x="208" y="60"/>
                </a:lnTo>
                <a:lnTo>
                  <a:pt x="207" y="60"/>
                </a:lnTo>
                <a:lnTo>
                  <a:pt x="207" y="61"/>
                </a:lnTo>
                <a:lnTo>
                  <a:pt x="207" y="62"/>
                </a:lnTo>
                <a:lnTo>
                  <a:pt x="206" y="62"/>
                </a:lnTo>
                <a:lnTo>
                  <a:pt x="206" y="63"/>
                </a:lnTo>
                <a:lnTo>
                  <a:pt x="205" y="63"/>
                </a:lnTo>
                <a:lnTo>
                  <a:pt x="205" y="64"/>
                </a:lnTo>
                <a:lnTo>
                  <a:pt x="204" y="65"/>
                </a:lnTo>
                <a:lnTo>
                  <a:pt x="203" y="65"/>
                </a:lnTo>
                <a:lnTo>
                  <a:pt x="202" y="64"/>
                </a:lnTo>
                <a:lnTo>
                  <a:pt x="202" y="63"/>
                </a:lnTo>
                <a:lnTo>
                  <a:pt x="202" y="62"/>
                </a:lnTo>
                <a:lnTo>
                  <a:pt x="201" y="62"/>
                </a:lnTo>
                <a:lnTo>
                  <a:pt x="201" y="61"/>
                </a:lnTo>
                <a:lnTo>
                  <a:pt x="202" y="62"/>
                </a:lnTo>
                <a:lnTo>
                  <a:pt x="202" y="61"/>
                </a:lnTo>
                <a:lnTo>
                  <a:pt x="201" y="61"/>
                </a:lnTo>
                <a:lnTo>
                  <a:pt x="201" y="60"/>
                </a:lnTo>
                <a:lnTo>
                  <a:pt x="201" y="59"/>
                </a:lnTo>
                <a:lnTo>
                  <a:pt x="201" y="58"/>
                </a:lnTo>
                <a:lnTo>
                  <a:pt x="200" y="58"/>
                </a:lnTo>
                <a:lnTo>
                  <a:pt x="200" y="57"/>
                </a:lnTo>
                <a:lnTo>
                  <a:pt x="201" y="56"/>
                </a:lnTo>
                <a:lnTo>
                  <a:pt x="202" y="56"/>
                </a:lnTo>
                <a:lnTo>
                  <a:pt x="203" y="56"/>
                </a:lnTo>
                <a:lnTo>
                  <a:pt x="204" y="56"/>
                </a:lnTo>
                <a:lnTo>
                  <a:pt x="205" y="56"/>
                </a:lnTo>
                <a:lnTo>
                  <a:pt x="204" y="56"/>
                </a:lnTo>
                <a:lnTo>
                  <a:pt x="204" y="55"/>
                </a:lnTo>
                <a:lnTo>
                  <a:pt x="205" y="55"/>
                </a:lnTo>
                <a:lnTo>
                  <a:pt x="206" y="54"/>
                </a:lnTo>
                <a:lnTo>
                  <a:pt x="205" y="54"/>
                </a:lnTo>
                <a:lnTo>
                  <a:pt x="205" y="53"/>
                </a:lnTo>
                <a:lnTo>
                  <a:pt x="206" y="53"/>
                </a:lnTo>
                <a:lnTo>
                  <a:pt x="206" y="52"/>
                </a:lnTo>
                <a:lnTo>
                  <a:pt x="207" y="52"/>
                </a:lnTo>
                <a:lnTo>
                  <a:pt x="207" y="53"/>
                </a:lnTo>
                <a:lnTo>
                  <a:pt x="207" y="52"/>
                </a:lnTo>
                <a:lnTo>
                  <a:pt x="206" y="52"/>
                </a:lnTo>
                <a:lnTo>
                  <a:pt x="205" y="53"/>
                </a:lnTo>
                <a:lnTo>
                  <a:pt x="205" y="55"/>
                </a:lnTo>
                <a:lnTo>
                  <a:pt x="204" y="55"/>
                </a:lnTo>
                <a:lnTo>
                  <a:pt x="203" y="55"/>
                </a:lnTo>
                <a:lnTo>
                  <a:pt x="203" y="54"/>
                </a:lnTo>
                <a:lnTo>
                  <a:pt x="202" y="54"/>
                </a:lnTo>
                <a:lnTo>
                  <a:pt x="202" y="55"/>
                </a:lnTo>
                <a:lnTo>
                  <a:pt x="201" y="54"/>
                </a:lnTo>
                <a:lnTo>
                  <a:pt x="200" y="55"/>
                </a:lnTo>
                <a:lnTo>
                  <a:pt x="199" y="55"/>
                </a:lnTo>
                <a:lnTo>
                  <a:pt x="198" y="55"/>
                </a:lnTo>
                <a:lnTo>
                  <a:pt x="197" y="54"/>
                </a:lnTo>
                <a:lnTo>
                  <a:pt x="197" y="55"/>
                </a:lnTo>
                <a:lnTo>
                  <a:pt x="196" y="55"/>
                </a:lnTo>
                <a:lnTo>
                  <a:pt x="195" y="55"/>
                </a:lnTo>
                <a:lnTo>
                  <a:pt x="196" y="55"/>
                </a:lnTo>
                <a:lnTo>
                  <a:pt x="196" y="56"/>
                </a:lnTo>
                <a:lnTo>
                  <a:pt x="197" y="56"/>
                </a:lnTo>
                <a:lnTo>
                  <a:pt x="198" y="56"/>
                </a:lnTo>
                <a:lnTo>
                  <a:pt x="198" y="58"/>
                </a:lnTo>
                <a:lnTo>
                  <a:pt x="199" y="58"/>
                </a:lnTo>
                <a:lnTo>
                  <a:pt x="199" y="59"/>
                </a:lnTo>
                <a:lnTo>
                  <a:pt x="200" y="59"/>
                </a:lnTo>
                <a:lnTo>
                  <a:pt x="200" y="60"/>
                </a:lnTo>
                <a:lnTo>
                  <a:pt x="200" y="61"/>
                </a:lnTo>
                <a:lnTo>
                  <a:pt x="202" y="63"/>
                </a:lnTo>
                <a:lnTo>
                  <a:pt x="202" y="65"/>
                </a:lnTo>
                <a:lnTo>
                  <a:pt x="201" y="64"/>
                </a:lnTo>
                <a:lnTo>
                  <a:pt x="201" y="63"/>
                </a:lnTo>
                <a:lnTo>
                  <a:pt x="199" y="64"/>
                </a:lnTo>
                <a:lnTo>
                  <a:pt x="199" y="65"/>
                </a:lnTo>
                <a:lnTo>
                  <a:pt x="199" y="66"/>
                </a:lnTo>
                <a:lnTo>
                  <a:pt x="199" y="67"/>
                </a:lnTo>
                <a:lnTo>
                  <a:pt x="199" y="68"/>
                </a:lnTo>
                <a:lnTo>
                  <a:pt x="199" y="69"/>
                </a:lnTo>
                <a:lnTo>
                  <a:pt x="198" y="70"/>
                </a:lnTo>
                <a:lnTo>
                  <a:pt x="197" y="70"/>
                </a:lnTo>
                <a:lnTo>
                  <a:pt x="197" y="71"/>
                </a:lnTo>
                <a:lnTo>
                  <a:pt x="196" y="71"/>
                </a:lnTo>
                <a:lnTo>
                  <a:pt x="196" y="72"/>
                </a:lnTo>
                <a:lnTo>
                  <a:pt x="195" y="72"/>
                </a:lnTo>
                <a:lnTo>
                  <a:pt x="195" y="73"/>
                </a:lnTo>
                <a:lnTo>
                  <a:pt x="196" y="72"/>
                </a:lnTo>
                <a:lnTo>
                  <a:pt x="196" y="73"/>
                </a:lnTo>
                <a:lnTo>
                  <a:pt x="195" y="73"/>
                </a:lnTo>
                <a:lnTo>
                  <a:pt x="195" y="74"/>
                </a:lnTo>
                <a:lnTo>
                  <a:pt x="195" y="75"/>
                </a:lnTo>
                <a:lnTo>
                  <a:pt x="194" y="76"/>
                </a:lnTo>
                <a:lnTo>
                  <a:pt x="193" y="76"/>
                </a:lnTo>
                <a:lnTo>
                  <a:pt x="192" y="77"/>
                </a:lnTo>
                <a:lnTo>
                  <a:pt x="191" y="76"/>
                </a:lnTo>
                <a:lnTo>
                  <a:pt x="190" y="76"/>
                </a:lnTo>
                <a:lnTo>
                  <a:pt x="189" y="77"/>
                </a:lnTo>
                <a:lnTo>
                  <a:pt x="188" y="77"/>
                </a:lnTo>
                <a:lnTo>
                  <a:pt x="188" y="78"/>
                </a:lnTo>
                <a:lnTo>
                  <a:pt x="187" y="78"/>
                </a:lnTo>
                <a:lnTo>
                  <a:pt x="187" y="79"/>
                </a:lnTo>
                <a:lnTo>
                  <a:pt x="187" y="80"/>
                </a:lnTo>
                <a:lnTo>
                  <a:pt x="187" y="81"/>
                </a:lnTo>
                <a:lnTo>
                  <a:pt x="186" y="81"/>
                </a:lnTo>
                <a:lnTo>
                  <a:pt x="187" y="82"/>
                </a:lnTo>
                <a:lnTo>
                  <a:pt x="187" y="83"/>
                </a:lnTo>
                <a:lnTo>
                  <a:pt x="188" y="84"/>
                </a:lnTo>
                <a:lnTo>
                  <a:pt x="188" y="85"/>
                </a:lnTo>
                <a:lnTo>
                  <a:pt x="187" y="86"/>
                </a:lnTo>
                <a:lnTo>
                  <a:pt x="186" y="86"/>
                </a:lnTo>
                <a:lnTo>
                  <a:pt x="186" y="87"/>
                </a:lnTo>
                <a:lnTo>
                  <a:pt x="185" y="87"/>
                </a:lnTo>
                <a:lnTo>
                  <a:pt x="184" y="87"/>
                </a:lnTo>
                <a:lnTo>
                  <a:pt x="183" y="87"/>
                </a:lnTo>
                <a:lnTo>
                  <a:pt x="183" y="88"/>
                </a:lnTo>
                <a:lnTo>
                  <a:pt x="183" y="89"/>
                </a:lnTo>
                <a:lnTo>
                  <a:pt x="183" y="90"/>
                </a:lnTo>
                <a:lnTo>
                  <a:pt x="184" y="90"/>
                </a:lnTo>
                <a:lnTo>
                  <a:pt x="184" y="91"/>
                </a:lnTo>
                <a:lnTo>
                  <a:pt x="183" y="92"/>
                </a:lnTo>
                <a:lnTo>
                  <a:pt x="183" y="93"/>
                </a:lnTo>
                <a:lnTo>
                  <a:pt x="183" y="94"/>
                </a:lnTo>
                <a:lnTo>
                  <a:pt x="182" y="94"/>
                </a:lnTo>
                <a:lnTo>
                  <a:pt x="182" y="95"/>
                </a:lnTo>
                <a:lnTo>
                  <a:pt x="182" y="96"/>
                </a:lnTo>
                <a:lnTo>
                  <a:pt x="182" y="97"/>
                </a:lnTo>
                <a:lnTo>
                  <a:pt x="181" y="97"/>
                </a:lnTo>
                <a:lnTo>
                  <a:pt x="181" y="98"/>
                </a:lnTo>
                <a:lnTo>
                  <a:pt x="180" y="98"/>
                </a:lnTo>
                <a:lnTo>
                  <a:pt x="180" y="99"/>
                </a:lnTo>
                <a:lnTo>
                  <a:pt x="179" y="100"/>
                </a:lnTo>
                <a:lnTo>
                  <a:pt x="179" y="101"/>
                </a:lnTo>
                <a:lnTo>
                  <a:pt x="179" y="102"/>
                </a:lnTo>
                <a:lnTo>
                  <a:pt x="179" y="103"/>
                </a:lnTo>
                <a:lnTo>
                  <a:pt x="178" y="102"/>
                </a:lnTo>
                <a:lnTo>
                  <a:pt x="178" y="103"/>
                </a:lnTo>
                <a:lnTo>
                  <a:pt x="177" y="103"/>
                </a:lnTo>
                <a:lnTo>
                  <a:pt x="177" y="104"/>
                </a:lnTo>
                <a:lnTo>
                  <a:pt x="176" y="104"/>
                </a:lnTo>
                <a:lnTo>
                  <a:pt x="176" y="105"/>
                </a:lnTo>
                <a:lnTo>
                  <a:pt x="177" y="105"/>
                </a:lnTo>
                <a:lnTo>
                  <a:pt x="177" y="106"/>
                </a:lnTo>
                <a:lnTo>
                  <a:pt x="177" y="107"/>
                </a:lnTo>
                <a:lnTo>
                  <a:pt x="177" y="108"/>
                </a:lnTo>
                <a:lnTo>
                  <a:pt x="176" y="108"/>
                </a:lnTo>
                <a:lnTo>
                  <a:pt x="176" y="109"/>
                </a:lnTo>
                <a:lnTo>
                  <a:pt x="177" y="109"/>
                </a:lnTo>
                <a:lnTo>
                  <a:pt x="177" y="108"/>
                </a:lnTo>
                <a:lnTo>
                  <a:pt x="177" y="107"/>
                </a:lnTo>
                <a:lnTo>
                  <a:pt x="177" y="106"/>
                </a:lnTo>
                <a:lnTo>
                  <a:pt x="177" y="105"/>
                </a:lnTo>
                <a:lnTo>
                  <a:pt x="178" y="105"/>
                </a:lnTo>
                <a:lnTo>
                  <a:pt x="178" y="107"/>
                </a:lnTo>
                <a:lnTo>
                  <a:pt x="178" y="108"/>
                </a:lnTo>
                <a:lnTo>
                  <a:pt x="178" y="109"/>
                </a:lnTo>
                <a:lnTo>
                  <a:pt x="178" y="110"/>
                </a:lnTo>
                <a:lnTo>
                  <a:pt x="177" y="112"/>
                </a:lnTo>
                <a:lnTo>
                  <a:pt x="177" y="113"/>
                </a:lnTo>
                <a:lnTo>
                  <a:pt x="177" y="114"/>
                </a:lnTo>
                <a:lnTo>
                  <a:pt x="176" y="114"/>
                </a:lnTo>
                <a:lnTo>
                  <a:pt x="175" y="114"/>
                </a:lnTo>
                <a:lnTo>
                  <a:pt x="175" y="115"/>
                </a:lnTo>
                <a:lnTo>
                  <a:pt x="174" y="115"/>
                </a:lnTo>
                <a:lnTo>
                  <a:pt x="174" y="116"/>
                </a:lnTo>
                <a:lnTo>
                  <a:pt x="174" y="117"/>
                </a:lnTo>
                <a:lnTo>
                  <a:pt x="173" y="118"/>
                </a:lnTo>
                <a:lnTo>
                  <a:pt x="173" y="119"/>
                </a:lnTo>
                <a:lnTo>
                  <a:pt x="173" y="120"/>
                </a:lnTo>
                <a:lnTo>
                  <a:pt x="172" y="122"/>
                </a:lnTo>
                <a:lnTo>
                  <a:pt x="172" y="124"/>
                </a:lnTo>
                <a:lnTo>
                  <a:pt x="172" y="125"/>
                </a:lnTo>
                <a:lnTo>
                  <a:pt x="172" y="127"/>
                </a:lnTo>
                <a:lnTo>
                  <a:pt x="172" y="129"/>
                </a:lnTo>
                <a:lnTo>
                  <a:pt x="172" y="130"/>
                </a:lnTo>
                <a:lnTo>
                  <a:pt x="172" y="129"/>
                </a:lnTo>
                <a:lnTo>
                  <a:pt x="171" y="130"/>
                </a:lnTo>
                <a:lnTo>
                  <a:pt x="170" y="130"/>
                </a:lnTo>
                <a:lnTo>
                  <a:pt x="170" y="131"/>
                </a:lnTo>
                <a:lnTo>
                  <a:pt x="169" y="131"/>
                </a:lnTo>
                <a:lnTo>
                  <a:pt x="169" y="132"/>
                </a:lnTo>
                <a:lnTo>
                  <a:pt x="168" y="132"/>
                </a:lnTo>
                <a:lnTo>
                  <a:pt x="168" y="131"/>
                </a:lnTo>
                <a:lnTo>
                  <a:pt x="168" y="132"/>
                </a:lnTo>
                <a:lnTo>
                  <a:pt x="168" y="133"/>
                </a:lnTo>
                <a:lnTo>
                  <a:pt x="168" y="134"/>
                </a:lnTo>
                <a:lnTo>
                  <a:pt x="168" y="135"/>
                </a:lnTo>
                <a:lnTo>
                  <a:pt x="165" y="135"/>
                </a:lnTo>
                <a:lnTo>
                  <a:pt x="165" y="136"/>
                </a:lnTo>
                <a:lnTo>
                  <a:pt x="165" y="137"/>
                </a:lnTo>
                <a:lnTo>
                  <a:pt x="166" y="138"/>
                </a:lnTo>
                <a:lnTo>
                  <a:pt x="167" y="138"/>
                </a:lnTo>
                <a:lnTo>
                  <a:pt x="168" y="138"/>
                </a:lnTo>
                <a:lnTo>
                  <a:pt x="168" y="139"/>
                </a:lnTo>
                <a:lnTo>
                  <a:pt x="169" y="139"/>
                </a:lnTo>
                <a:lnTo>
                  <a:pt x="170" y="139"/>
                </a:lnTo>
                <a:lnTo>
                  <a:pt x="170" y="140"/>
                </a:lnTo>
                <a:lnTo>
                  <a:pt x="171" y="140"/>
                </a:lnTo>
                <a:lnTo>
                  <a:pt x="171" y="139"/>
                </a:lnTo>
                <a:lnTo>
                  <a:pt x="172" y="139"/>
                </a:lnTo>
                <a:lnTo>
                  <a:pt x="172" y="138"/>
                </a:lnTo>
                <a:lnTo>
                  <a:pt x="171" y="137"/>
                </a:lnTo>
                <a:lnTo>
                  <a:pt x="171" y="136"/>
                </a:lnTo>
                <a:lnTo>
                  <a:pt x="172" y="136"/>
                </a:lnTo>
                <a:lnTo>
                  <a:pt x="171" y="135"/>
                </a:lnTo>
                <a:lnTo>
                  <a:pt x="171" y="134"/>
                </a:lnTo>
                <a:lnTo>
                  <a:pt x="171" y="133"/>
                </a:lnTo>
                <a:lnTo>
                  <a:pt x="170" y="133"/>
                </a:lnTo>
                <a:lnTo>
                  <a:pt x="170" y="132"/>
                </a:lnTo>
                <a:lnTo>
                  <a:pt x="171" y="132"/>
                </a:lnTo>
                <a:lnTo>
                  <a:pt x="171" y="131"/>
                </a:lnTo>
                <a:lnTo>
                  <a:pt x="171" y="130"/>
                </a:lnTo>
                <a:lnTo>
                  <a:pt x="172" y="130"/>
                </a:lnTo>
                <a:lnTo>
                  <a:pt x="172" y="131"/>
                </a:lnTo>
                <a:lnTo>
                  <a:pt x="172" y="133"/>
                </a:lnTo>
                <a:lnTo>
                  <a:pt x="173" y="134"/>
                </a:lnTo>
                <a:lnTo>
                  <a:pt x="173" y="135"/>
                </a:lnTo>
                <a:lnTo>
                  <a:pt x="173" y="136"/>
                </a:lnTo>
                <a:lnTo>
                  <a:pt x="173" y="137"/>
                </a:lnTo>
                <a:lnTo>
                  <a:pt x="173" y="138"/>
                </a:lnTo>
                <a:lnTo>
                  <a:pt x="174" y="138"/>
                </a:lnTo>
                <a:lnTo>
                  <a:pt x="174" y="139"/>
                </a:lnTo>
                <a:lnTo>
                  <a:pt x="174" y="140"/>
                </a:lnTo>
                <a:lnTo>
                  <a:pt x="175" y="140"/>
                </a:lnTo>
                <a:lnTo>
                  <a:pt x="175" y="141"/>
                </a:lnTo>
                <a:lnTo>
                  <a:pt x="174" y="141"/>
                </a:lnTo>
                <a:lnTo>
                  <a:pt x="174" y="140"/>
                </a:lnTo>
                <a:lnTo>
                  <a:pt x="173" y="140"/>
                </a:lnTo>
                <a:lnTo>
                  <a:pt x="173" y="141"/>
                </a:lnTo>
                <a:lnTo>
                  <a:pt x="172" y="141"/>
                </a:lnTo>
                <a:lnTo>
                  <a:pt x="172" y="142"/>
                </a:lnTo>
                <a:lnTo>
                  <a:pt x="172" y="141"/>
                </a:lnTo>
                <a:lnTo>
                  <a:pt x="171" y="141"/>
                </a:lnTo>
                <a:lnTo>
                  <a:pt x="171" y="142"/>
                </a:lnTo>
                <a:lnTo>
                  <a:pt x="170" y="143"/>
                </a:lnTo>
                <a:lnTo>
                  <a:pt x="170" y="142"/>
                </a:lnTo>
                <a:lnTo>
                  <a:pt x="169" y="142"/>
                </a:lnTo>
                <a:lnTo>
                  <a:pt x="168" y="142"/>
                </a:lnTo>
                <a:lnTo>
                  <a:pt x="168" y="143"/>
                </a:lnTo>
                <a:lnTo>
                  <a:pt x="167" y="144"/>
                </a:lnTo>
                <a:lnTo>
                  <a:pt x="167" y="145"/>
                </a:lnTo>
                <a:lnTo>
                  <a:pt x="167" y="146"/>
                </a:lnTo>
                <a:lnTo>
                  <a:pt x="166" y="146"/>
                </a:lnTo>
                <a:lnTo>
                  <a:pt x="165" y="146"/>
                </a:lnTo>
                <a:lnTo>
                  <a:pt x="165" y="147"/>
                </a:lnTo>
                <a:lnTo>
                  <a:pt x="165" y="148"/>
                </a:lnTo>
                <a:lnTo>
                  <a:pt x="165" y="151"/>
                </a:lnTo>
                <a:lnTo>
                  <a:pt x="164" y="152"/>
                </a:lnTo>
                <a:lnTo>
                  <a:pt x="164" y="153"/>
                </a:lnTo>
                <a:lnTo>
                  <a:pt x="163" y="153"/>
                </a:lnTo>
                <a:lnTo>
                  <a:pt x="163" y="152"/>
                </a:lnTo>
                <a:lnTo>
                  <a:pt x="162" y="152"/>
                </a:lnTo>
                <a:lnTo>
                  <a:pt x="161" y="152"/>
                </a:lnTo>
                <a:lnTo>
                  <a:pt x="160" y="152"/>
                </a:lnTo>
                <a:lnTo>
                  <a:pt x="159" y="152"/>
                </a:lnTo>
                <a:lnTo>
                  <a:pt x="159" y="153"/>
                </a:lnTo>
                <a:lnTo>
                  <a:pt x="158" y="153"/>
                </a:lnTo>
                <a:lnTo>
                  <a:pt x="158" y="152"/>
                </a:lnTo>
                <a:lnTo>
                  <a:pt x="157" y="152"/>
                </a:lnTo>
                <a:lnTo>
                  <a:pt x="156" y="152"/>
                </a:lnTo>
                <a:lnTo>
                  <a:pt x="156" y="153"/>
                </a:lnTo>
                <a:lnTo>
                  <a:pt x="156" y="152"/>
                </a:lnTo>
                <a:lnTo>
                  <a:pt x="156" y="151"/>
                </a:lnTo>
                <a:lnTo>
                  <a:pt x="157" y="151"/>
                </a:lnTo>
                <a:lnTo>
                  <a:pt x="158" y="151"/>
                </a:lnTo>
                <a:lnTo>
                  <a:pt x="158" y="150"/>
                </a:lnTo>
                <a:lnTo>
                  <a:pt x="159" y="150"/>
                </a:lnTo>
                <a:lnTo>
                  <a:pt x="159" y="151"/>
                </a:lnTo>
                <a:lnTo>
                  <a:pt x="160" y="151"/>
                </a:lnTo>
                <a:lnTo>
                  <a:pt x="161" y="150"/>
                </a:lnTo>
                <a:lnTo>
                  <a:pt x="161" y="151"/>
                </a:lnTo>
                <a:lnTo>
                  <a:pt x="162" y="151"/>
                </a:lnTo>
                <a:lnTo>
                  <a:pt x="163" y="150"/>
                </a:lnTo>
                <a:lnTo>
                  <a:pt x="163" y="151"/>
                </a:lnTo>
                <a:lnTo>
                  <a:pt x="163" y="150"/>
                </a:lnTo>
                <a:lnTo>
                  <a:pt x="164" y="150"/>
                </a:lnTo>
                <a:lnTo>
                  <a:pt x="163" y="149"/>
                </a:lnTo>
                <a:lnTo>
                  <a:pt x="162" y="149"/>
                </a:lnTo>
                <a:lnTo>
                  <a:pt x="161" y="149"/>
                </a:lnTo>
                <a:lnTo>
                  <a:pt x="162" y="150"/>
                </a:lnTo>
                <a:lnTo>
                  <a:pt x="162" y="151"/>
                </a:lnTo>
                <a:lnTo>
                  <a:pt x="161" y="150"/>
                </a:lnTo>
                <a:lnTo>
                  <a:pt x="160" y="150"/>
                </a:lnTo>
                <a:lnTo>
                  <a:pt x="159" y="150"/>
                </a:lnTo>
                <a:lnTo>
                  <a:pt x="158" y="150"/>
                </a:lnTo>
                <a:lnTo>
                  <a:pt x="155" y="152"/>
                </a:lnTo>
                <a:lnTo>
                  <a:pt x="156" y="152"/>
                </a:lnTo>
                <a:lnTo>
                  <a:pt x="156" y="153"/>
                </a:lnTo>
                <a:lnTo>
                  <a:pt x="155" y="153"/>
                </a:lnTo>
                <a:lnTo>
                  <a:pt x="154" y="153"/>
                </a:lnTo>
                <a:lnTo>
                  <a:pt x="153" y="153"/>
                </a:lnTo>
                <a:lnTo>
                  <a:pt x="152" y="153"/>
                </a:lnTo>
                <a:lnTo>
                  <a:pt x="152" y="152"/>
                </a:lnTo>
                <a:lnTo>
                  <a:pt x="151" y="153"/>
                </a:lnTo>
                <a:lnTo>
                  <a:pt x="150" y="153"/>
                </a:lnTo>
                <a:lnTo>
                  <a:pt x="149" y="154"/>
                </a:lnTo>
                <a:lnTo>
                  <a:pt x="148" y="154"/>
                </a:lnTo>
                <a:lnTo>
                  <a:pt x="147" y="156"/>
                </a:lnTo>
                <a:lnTo>
                  <a:pt x="146" y="157"/>
                </a:lnTo>
                <a:lnTo>
                  <a:pt x="146" y="156"/>
                </a:lnTo>
                <a:lnTo>
                  <a:pt x="145" y="157"/>
                </a:lnTo>
                <a:lnTo>
                  <a:pt x="144" y="158"/>
                </a:lnTo>
                <a:lnTo>
                  <a:pt x="143" y="158"/>
                </a:lnTo>
                <a:lnTo>
                  <a:pt x="143" y="159"/>
                </a:lnTo>
                <a:lnTo>
                  <a:pt x="142" y="160"/>
                </a:lnTo>
                <a:lnTo>
                  <a:pt x="142" y="161"/>
                </a:lnTo>
                <a:lnTo>
                  <a:pt x="141" y="161"/>
                </a:lnTo>
                <a:lnTo>
                  <a:pt x="140" y="161"/>
                </a:lnTo>
                <a:lnTo>
                  <a:pt x="140" y="162"/>
                </a:lnTo>
                <a:lnTo>
                  <a:pt x="139" y="163"/>
                </a:lnTo>
                <a:lnTo>
                  <a:pt x="139" y="164"/>
                </a:lnTo>
                <a:lnTo>
                  <a:pt x="138" y="165"/>
                </a:lnTo>
                <a:lnTo>
                  <a:pt x="138" y="164"/>
                </a:lnTo>
                <a:lnTo>
                  <a:pt x="137" y="165"/>
                </a:lnTo>
                <a:lnTo>
                  <a:pt x="136" y="165"/>
                </a:lnTo>
                <a:lnTo>
                  <a:pt x="136" y="166"/>
                </a:lnTo>
                <a:lnTo>
                  <a:pt x="135" y="167"/>
                </a:lnTo>
                <a:lnTo>
                  <a:pt x="135" y="168"/>
                </a:lnTo>
                <a:lnTo>
                  <a:pt x="134" y="170"/>
                </a:lnTo>
                <a:lnTo>
                  <a:pt x="134" y="171"/>
                </a:lnTo>
                <a:lnTo>
                  <a:pt x="134" y="172"/>
                </a:lnTo>
                <a:lnTo>
                  <a:pt x="133" y="174"/>
                </a:lnTo>
                <a:lnTo>
                  <a:pt x="133" y="177"/>
                </a:lnTo>
                <a:lnTo>
                  <a:pt x="132" y="178"/>
                </a:lnTo>
                <a:lnTo>
                  <a:pt x="132" y="179"/>
                </a:lnTo>
                <a:lnTo>
                  <a:pt x="132" y="180"/>
                </a:lnTo>
                <a:lnTo>
                  <a:pt x="131" y="180"/>
                </a:lnTo>
                <a:lnTo>
                  <a:pt x="131" y="179"/>
                </a:lnTo>
                <a:lnTo>
                  <a:pt x="132" y="179"/>
                </a:lnTo>
                <a:lnTo>
                  <a:pt x="131" y="179"/>
                </a:lnTo>
                <a:lnTo>
                  <a:pt x="132" y="179"/>
                </a:lnTo>
                <a:lnTo>
                  <a:pt x="132" y="178"/>
                </a:lnTo>
                <a:lnTo>
                  <a:pt x="132" y="177"/>
                </a:lnTo>
                <a:lnTo>
                  <a:pt x="131" y="175"/>
                </a:lnTo>
                <a:lnTo>
                  <a:pt x="130" y="177"/>
                </a:lnTo>
                <a:lnTo>
                  <a:pt x="130" y="178"/>
                </a:lnTo>
                <a:lnTo>
                  <a:pt x="130" y="179"/>
                </a:lnTo>
                <a:lnTo>
                  <a:pt x="129" y="179"/>
                </a:lnTo>
                <a:lnTo>
                  <a:pt x="129" y="180"/>
                </a:lnTo>
                <a:lnTo>
                  <a:pt x="129" y="181"/>
                </a:lnTo>
                <a:lnTo>
                  <a:pt x="129" y="180"/>
                </a:lnTo>
                <a:lnTo>
                  <a:pt x="129" y="179"/>
                </a:lnTo>
                <a:lnTo>
                  <a:pt x="130" y="179"/>
                </a:lnTo>
                <a:lnTo>
                  <a:pt x="130" y="180"/>
                </a:lnTo>
                <a:lnTo>
                  <a:pt x="131" y="180"/>
                </a:lnTo>
                <a:lnTo>
                  <a:pt x="132" y="180"/>
                </a:lnTo>
                <a:lnTo>
                  <a:pt x="131" y="181"/>
                </a:lnTo>
                <a:lnTo>
                  <a:pt x="131" y="182"/>
                </a:lnTo>
                <a:lnTo>
                  <a:pt x="130" y="182"/>
                </a:lnTo>
                <a:lnTo>
                  <a:pt x="129" y="182"/>
                </a:lnTo>
                <a:lnTo>
                  <a:pt x="128" y="182"/>
                </a:lnTo>
                <a:lnTo>
                  <a:pt x="127" y="183"/>
                </a:lnTo>
                <a:lnTo>
                  <a:pt x="126" y="184"/>
                </a:lnTo>
                <a:lnTo>
                  <a:pt x="126" y="183"/>
                </a:lnTo>
                <a:lnTo>
                  <a:pt x="125" y="182"/>
                </a:lnTo>
                <a:lnTo>
                  <a:pt x="124" y="182"/>
                </a:lnTo>
                <a:lnTo>
                  <a:pt x="123" y="182"/>
                </a:lnTo>
                <a:lnTo>
                  <a:pt x="123" y="181"/>
                </a:lnTo>
                <a:lnTo>
                  <a:pt x="123" y="180"/>
                </a:lnTo>
                <a:lnTo>
                  <a:pt x="124" y="180"/>
                </a:lnTo>
                <a:lnTo>
                  <a:pt x="124" y="181"/>
                </a:lnTo>
                <a:lnTo>
                  <a:pt x="125" y="181"/>
                </a:lnTo>
                <a:lnTo>
                  <a:pt x="127" y="181"/>
                </a:lnTo>
                <a:lnTo>
                  <a:pt x="128" y="180"/>
                </a:lnTo>
                <a:lnTo>
                  <a:pt x="128" y="179"/>
                </a:lnTo>
                <a:lnTo>
                  <a:pt x="129" y="178"/>
                </a:lnTo>
                <a:lnTo>
                  <a:pt x="129" y="177"/>
                </a:lnTo>
                <a:lnTo>
                  <a:pt x="128" y="175"/>
                </a:lnTo>
                <a:lnTo>
                  <a:pt x="128" y="177"/>
                </a:lnTo>
                <a:lnTo>
                  <a:pt x="128" y="178"/>
                </a:lnTo>
                <a:lnTo>
                  <a:pt x="127" y="178"/>
                </a:lnTo>
                <a:lnTo>
                  <a:pt x="126" y="177"/>
                </a:lnTo>
                <a:lnTo>
                  <a:pt x="126" y="178"/>
                </a:lnTo>
                <a:lnTo>
                  <a:pt x="125" y="177"/>
                </a:lnTo>
                <a:lnTo>
                  <a:pt x="125" y="178"/>
                </a:lnTo>
                <a:lnTo>
                  <a:pt x="124" y="178"/>
                </a:lnTo>
                <a:lnTo>
                  <a:pt x="124" y="179"/>
                </a:lnTo>
                <a:lnTo>
                  <a:pt x="123" y="180"/>
                </a:lnTo>
                <a:lnTo>
                  <a:pt x="122" y="180"/>
                </a:lnTo>
                <a:lnTo>
                  <a:pt x="121" y="179"/>
                </a:lnTo>
                <a:lnTo>
                  <a:pt x="120" y="179"/>
                </a:lnTo>
                <a:lnTo>
                  <a:pt x="119" y="179"/>
                </a:lnTo>
                <a:lnTo>
                  <a:pt x="118" y="179"/>
                </a:lnTo>
                <a:lnTo>
                  <a:pt x="116" y="180"/>
                </a:lnTo>
                <a:lnTo>
                  <a:pt x="115" y="180"/>
                </a:lnTo>
                <a:lnTo>
                  <a:pt x="114" y="181"/>
                </a:lnTo>
                <a:lnTo>
                  <a:pt x="113" y="182"/>
                </a:lnTo>
                <a:lnTo>
                  <a:pt x="112" y="182"/>
                </a:lnTo>
                <a:lnTo>
                  <a:pt x="111" y="183"/>
                </a:lnTo>
                <a:lnTo>
                  <a:pt x="110" y="183"/>
                </a:lnTo>
                <a:lnTo>
                  <a:pt x="110" y="182"/>
                </a:lnTo>
                <a:lnTo>
                  <a:pt x="110" y="181"/>
                </a:lnTo>
                <a:lnTo>
                  <a:pt x="109" y="181"/>
                </a:lnTo>
                <a:lnTo>
                  <a:pt x="108" y="181"/>
                </a:lnTo>
                <a:lnTo>
                  <a:pt x="107" y="181"/>
                </a:lnTo>
                <a:lnTo>
                  <a:pt x="106" y="181"/>
                </a:lnTo>
                <a:lnTo>
                  <a:pt x="106" y="182"/>
                </a:lnTo>
                <a:lnTo>
                  <a:pt x="105" y="182"/>
                </a:lnTo>
                <a:lnTo>
                  <a:pt x="104" y="183"/>
                </a:lnTo>
                <a:lnTo>
                  <a:pt x="103" y="184"/>
                </a:lnTo>
                <a:lnTo>
                  <a:pt x="103" y="187"/>
                </a:lnTo>
                <a:lnTo>
                  <a:pt x="102" y="187"/>
                </a:lnTo>
                <a:lnTo>
                  <a:pt x="102" y="189"/>
                </a:lnTo>
                <a:lnTo>
                  <a:pt x="102" y="190"/>
                </a:lnTo>
                <a:lnTo>
                  <a:pt x="101" y="190"/>
                </a:lnTo>
                <a:lnTo>
                  <a:pt x="101" y="191"/>
                </a:lnTo>
                <a:lnTo>
                  <a:pt x="101" y="193"/>
                </a:lnTo>
                <a:lnTo>
                  <a:pt x="101" y="194"/>
                </a:lnTo>
                <a:lnTo>
                  <a:pt x="102" y="194"/>
                </a:lnTo>
                <a:lnTo>
                  <a:pt x="101" y="194"/>
                </a:lnTo>
                <a:lnTo>
                  <a:pt x="101" y="195"/>
                </a:lnTo>
                <a:lnTo>
                  <a:pt x="100" y="195"/>
                </a:lnTo>
                <a:lnTo>
                  <a:pt x="100" y="194"/>
                </a:lnTo>
                <a:lnTo>
                  <a:pt x="100" y="193"/>
                </a:lnTo>
                <a:lnTo>
                  <a:pt x="99" y="193"/>
                </a:lnTo>
                <a:lnTo>
                  <a:pt x="98" y="193"/>
                </a:lnTo>
                <a:lnTo>
                  <a:pt x="99" y="193"/>
                </a:lnTo>
                <a:lnTo>
                  <a:pt x="98" y="194"/>
                </a:lnTo>
                <a:lnTo>
                  <a:pt x="97" y="193"/>
                </a:lnTo>
                <a:lnTo>
                  <a:pt x="97" y="194"/>
                </a:lnTo>
                <a:lnTo>
                  <a:pt x="97" y="195"/>
                </a:lnTo>
                <a:lnTo>
                  <a:pt x="98" y="195"/>
                </a:lnTo>
                <a:lnTo>
                  <a:pt x="99" y="195"/>
                </a:lnTo>
                <a:lnTo>
                  <a:pt x="99" y="194"/>
                </a:lnTo>
                <a:lnTo>
                  <a:pt x="99" y="193"/>
                </a:lnTo>
                <a:lnTo>
                  <a:pt x="99" y="194"/>
                </a:lnTo>
                <a:lnTo>
                  <a:pt x="99" y="195"/>
                </a:lnTo>
                <a:lnTo>
                  <a:pt x="100" y="195"/>
                </a:lnTo>
                <a:lnTo>
                  <a:pt x="101" y="195"/>
                </a:lnTo>
                <a:lnTo>
                  <a:pt x="102" y="195"/>
                </a:lnTo>
                <a:lnTo>
                  <a:pt x="103" y="196"/>
                </a:lnTo>
                <a:lnTo>
                  <a:pt x="103" y="197"/>
                </a:lnTo>
                <a:lnTo>
                  <a:pt x="103" y="198"/>
                </a:lnTo>
                <a:lnTo>
                  <a:pt x="102" y="198"/>
                </a:lnTo>
                <a:lnTo>
                  <a:pt x="101" y="198"/>
                </a:lnTo>
                <a:lnTo>
                  <a:pt x="102" y="199"/>
                </a:lnTo>
                <a:lnTo>
                  <a:pt x="101" y="200"/>
                </a:lnTo>
                <a:lnTo>
                  <a:pt x="101" y="199"/>
                </a:lnTo>
                <a:lnTo>
                  <a:pt x="100" y="199"/>
                </a:lnTo>
                <a:lnTo>
                  <a:pt x="99" y="200"/>
                </a:lnTo>
                <a:lnTo>
                  <a:pt x="99" y="201"/>
                </a:lnTo>
                <a:lnTo>
                  <a:pt x="100" y="201"/>
                </a:lnTo>
                <a:lnTo>
                  <a:pt x="100" y="202"/>
                </a:lnTo>
                <a:lnTo>
                  <a:pt x="99" y="202"/>
                </a:lnTo>
                <a:lnTo>
                  <a:pt x="98" y="201"/>
                </a:lnTo>
                <a:lnTo>
                  <a:pt x="98" y="200"/>
                </a:lnTo>
                <a:lnTo>
                  <a:pt x="99" y="199"/>
                </a:lnTo>
                <a:lnTo>
                  <a:pt x="98" y="199"/>
                </a:lnTo>
                <a:lnTo>
                  <a:pt x="98" y="198"/>
                </a:lnTo>
                <a:lnTo>
                  <a:pt x="97" y="198"/>
                </a:lnTo>
                <a:lnTo>
                  <a:pt x="96" y="198"/>
                </a:lnTo>
                <a:lnTo>
                  <a:pt x="95" y="198"/>
                </a:lnTo>
                <a:lnTo>
                  <a:pt x="94" y="198"/>
                </a:lnTo>
                <a:lnTo>
                  <a:pt x="93" y="198"/>
                </a:lnTo>
                <a:lnTo>
                  <a:pt x="93" y="199"/>
                </a:lnTo>
                <a:lnTo>
                  <a:pt x="92" y="199"/>
                </a:lnTo>
                <a:lnTo>
                  <a:pt x="91" y="200"/>
                </a:lnTo>
                <a:lnTo>
                  <a:pt x="91" y="201"/>
                </a:lnTo>
                <a:lnTo>
                  <a:pt x="91" y="202"/>
                </a:lnTo>
                <a:lnTo>
                  <a:pt x="91" y="203"/>
                </a:lnTo>
                <a:lnTo>
                  <a:pt x="92" y="204"/>
                </a:lnTo>
                <a:lnTo>
                  <a:pt x="91" y="204"/>
                </a:lnTo>
                <a:lnTo>
                  <a:pt x="91" y="203"/>
                </a:lnTo>
                <a:lnTo>
                  <a:pt x="90" y="204"/>
                </a:lnTo>
                <a:lnTo>
                  <a:pt x="89" y="204"/>
                </a:lnTo>
                <a:lnTo>
                  <a:pt x="89" y="203"/>
                </a:lnTo>
                <a:lnTo>
                  <a:pt x="88" y="204"/>
                </a:lnTo>
                <a:lnTo>
                  <a:pt x="88" y="205"/>
                </a:lnTo>
                <a:lnTo>
                  <a:pt x="88" y="206"/>
                </a:lnTo>
                <a:lnTo>
                  <a:pt x="86" y="204"/>
                </a:lnTo>
                <a:lnTo>
                  <a:pt x="87" y="204"/>
                </a:lnTo>
                <a:lnTo>
                  <a:pt x="87" y="203"/>
                </a:lnTo>
                <a:lnTo>
                  <a:pt x="87" y="202"/>
                </a:lnTo>
                <a:lnTo>
                  <a:pt x="88" y="201"/>
                </a:lnTo>
                <a:lnTo>
                  <a:pt x="87" y="201"/>
                </a:lnTo>
                <a:lnTo>
                  <a:pt x="86" y="200"/>
                </a:lnTo>
                <a:lnTo>
                  <a:pt x="85" y="199"/>
                </a:lnTo>
                <a:lnTo>
                  <a:pt x="86" y="199"/>
                </a:lnTo>
                <a:lnTo>
                  <a:pt x="86" y="198"/>
                </a:lnTo>
                <a:lnTo>
                  <a:pt x="87" y="198"/>
                </a:lnTo>
                <a:lnTo>
                  <a:pt x="88" y="197"/>
                </a:lnTo>
                <a:lnTo>
                  <a:pt x="88" y="196"/>
                </a:lnTo>
                <a:lnTo>
                  <a:pt x="87" y="196"/>
                </a:lnTo>
                <a:lnTo>
                  <a:pt x="87" y="197"/>
                </a:lnTo>
                <a:lnTo>
                  <a:pt x="86" y="198"/>
                </a:lnTo>
                <a:lnTo>
                  <a:pt x="85" y="198"/>
                </a:lnTo>
                <a:lnTo>
                  <a:pt x="84" y="198"/>
                </a:lnTo>
                <a:lnTo>
                  <a:pt x="84" y="199"/>
                </a:lnTo>
                <a:lnTo>
                  <a:pt x="85" y="199"/>
                </a:lnTo>
                <a:lnTo>
                  <a:pt x="85" y="201"/>
                </a:lnTo>
                <a:lnTo>
                  <a:pt x="84" y="201"/>
                </a:lnTo>
                <a:lnTo>
                  <a:pt x="84" y="200"/>
                </a:lnTo>
                <a:lnTo>
                  <a:pt x="83" y="199"/>
                </a:lnTo>
                <a:lnTo>
                  <a:pt x="82" y="199"/>
                </a:lnTo>
                <a:lnTo>
                  <a:pt x="82" y="200"/>
                </a:lnTo>
                <a:lnTo>
                  <a:pt x="82" y="201"/>
                </a:lnTo>
                <a:lnTo>
                  <a:pt x="81" y="201"/>
                </a:lnTo>
                <a:lnTo>
                  <a:pt x="81" y="200"/>
                </a:lnTo>
                <a:lnTo>
                  <a:pt x="81" y="201"/>
                </a:lnTo>
                <a:lnTo>
                  <a:pt x="80" y="202"/>
                </a:lnTo>
                <a:lnTo>
                  <a:pt x="79" y="203"/>
                </a:lnTo>
                <a:lnTo>
                  <a:pt x="79" y="202"/>
                </a:lnTo>
                <a:lnTo>
                  <a:pt x="78" y="201"/>
                </a:lnTo>
                <a:lnTo>
                  <a:pt x="78" y="200"/>
                </a:lnTo>
                <a:lnTo>
                  <a:pt x="79" y="200"/>
                </a:lnTo>
                <a:lnTo>
                  <a:pt x="80" y="200"/>
                </a:lnTo>
                <a:lnTo>
                  <a:pt x="80" y="199"/>
                </a:lnTo>
                <a:lnTo>
                  <a:pt x="80" y="198"/>
                </a:lnTo>
                <a:lnTo>
                  <a:pt x="81" y="198"/>
                </a:lnTo>
                <a:lnTo>
                  <a:pt x="81" y="196"/>
                </a:lnTo>
                <a:lnTo>
                  <a:pt x="80" y="195"/>
                </a:lnTo>
                <a:lnTo>
                  <a:pt x="79" y="194"/>
                </a:lnTo>
                <a:lnTo>
                  <a:pt x="78" y="194"/>
                </a:lnTo>
                <a:lnTo>
                  <a:pt x="78" y="193"/>
                </a:lnTo>
                <a:lnTo>
                  <a:pt x="76" y="193"/>
                </a:lnTo>
                <a:lnTo>
                  <a:pt x="74" y="192"/>
                </a:lnTo>
                <a:lnTo>
                  <a:pt x="70" y="192"/>
                </a:lnTo>
                <a:lnTo>
                  <a:pt x="69" y="192"/>
                </a:lnTo>
                <a:lnTo>
                  <a:pt x="68" y="192"/>
                </a:lnTo>
                <a:lnTo>
                  <a:pt x="67" y="192"/>
                </a:lnTo>
                <a:lnTo>
                  <a:pt x="67" y="191"/>
                </a:lnTo>
                <a:lnTo>
                  <a:pt x="66" y="191"/>
                </a:lnTo>
                <a:lnTo>
                  <a:pt x="65" y="191"/>
                </a:lnTo>
                <a:lnTo>
                  <a:pt x="62" y="191"/>
                </a:lnTo>
                <a:lnTo>
                  <a:pt x="60" y="191"/>
                </a:lnTo>
                <a:lnTo>
                  <a:pt x="59" y="191"/>
                </a:lnTo>
                <a:lnTo>
                  <a:pt x="58" y="191"/>
                </a:lnTo>
                <a:lnTo>
                  <a:pt x="57" y="191"/>
                </a:lnTo>
                <a:lnTo>
                  <a:pt x="56" y="191"/>
                </a:lnTo>
                <a:lnTo>
                  <a:pt x="54" y="192"/>
                </a:lnTo>
                <a:lnTo>
                  <a:pt x="54" y="193"/>
                </a:lnTo>
                <a:lnTo>
                  <a:pt x="53" y="193"/>
                </a:lnTo>
                <a:lnTo>
                  <a:pt x="52" y="193"/>
                </a:lnTo>
                <a:lnTo>
                  <a:pt x="51" y="192"/>
                </a:lnTo>
                <a:lnTo>
                  <a:pt x="50" y="192"/>
                </a:lnTo>
                <a:lnTo>
                  <a:pt x="50" y="191"/>
                </a:lnTo>
                <a:lnTo>
                  <a:pt x="49" y="190"/>
                </a:lnTo>
                <a:lnTo>
                  <a:pt x="49" y="189"/>
                </a:lnTo>
                <a:lnTo>
                  <a:pt x="49" y="188"/>
                </a:lnTo>
                <a:lnTo>
                  <a:pt x="48" y="187"/>
                </a:lnTo>
                <a:lnTo>
                  <a:pt x="47" y="187"/>
                </a:lnTo>
                <a:lnTo>
                  <a:pt x="47" y="186"/>
                </a:lnTo>
                <a:lnTo>
                  <a:pt x="46" y="185"/>
                </a:lnTo>
                <a:lnTo>
                  <a:pt x="45" y="185"/>
                </a:lnTo>
                <a:lnTo>
                  <a:pt x="44" y="184"/>
                </a:lnTo>
                <a:lnTo>
                  <a:pt x="42" y="184"/>
                </a:lnTo>
                <a:lnTo>
                  <a:pt x="41" y="184"/>
                </a:lnTo>
                <a:lnTo>
                  <a:pt x="40" y="184"/>
                </a:lnTo>
                <a:lnTo>
                  <a:pt x="39" y="184"/>
                </a:lnTo>
                <a:lnTo>
                  <a:pt x="38" y="185"/>
                </a:lnTo>
                <a:lnTo>
                  <a:pt x="37" y="185"/>
                </a:lnTo>
                <a:lnTo>
                  <a:pt x="35" y="185"/>
                </a:lnTo>
                <a:lnTo>
                  <a:pt x="35" y="184"/>
                </a:lnTo>
                <a:lnTo>
                  <a:pt x="34" y="183"/>
                </a:lnTo>
                <a:lnTo>
                  <a:pt x="33" y="183"/>
                </a:lnTo>
                <a:lnTo>
                  <a:pt x="33" y="182"/>
                </a:lnTo>
                <a:lnTo>
                  <a:pt x="33" y="181"/>
                </a:lnTo>
                <a:lnTo>
                  <a:pt x="32" y="181"/>
                </a:lnTo>
                <a:lnTo>
                  <a:pt x="32" y="180"/>
                </a:lnTo>
                <a:lnTo>
                  <a:pt x="31" y="180"/>
                </a:lnTo>
                <a:lnTo>
                  <a:pt x="30" y="180"/>
                </a:lnTo>
                <a:lnTo>
                  <a:pt x="28" y="179"/>
                </a:lnTo>
                <a:lnTo>
                  <a:pt x="26" y="179"/>
                </a:lnTo>
                <a:lnTo>
                  <a:pt x="25" y="179"/>
                </a:lnTo>
                <a:lnTo>
                  <a:pt x="24" y="178"/>
                </a:lnTo>
                <a:lnTo>
                  <a:pt x="23" y="178"/>
                </a:lnTo>
                <a:lnTo>
                  <a:pt x="23" y="177"/>
                </a:lnTo>
                <a:lnTo>
                  <a:pt x="22" y="177"/>
                </a:lnTo>
                <a:lnTo>
                  <a:pt x="22" y="175"/>
                </a:lnTo>
                <a:lnTo>
                  <a:pt x="21" y="175"/>
                </a:lnTo>
                <a:lnTo>
                  <a:pt x="21" y="174"/>
                </a:lnTo>
                <a:lnTo>
                  <a:pt x="20" y="174"/>
                </a:lnTo>
                <a:lnTo>
                  <a:pt x="19" y="173"/>
                </a:lnTo>
                <a:lnTo>
                  <a:pt x="18" y="173"/>
                </a:lnTo>
                <a:lnTo>
                  <a:pt x="16" y="172"/>
                </a:lnTo>
                <a:lnTo>
                  <a:pt x="15" y="171"/>
                </a:lnTo>
                <a:lnTo>
                  <a:pt x="14" y="171"/>
                </a:lnTo>
                <a:lnTo>
                  <a:pt x="13" y="171"/>
                </a:lnTo>
                <a:lnTo>
                  <a:pt x="12" y="171"/>
                </a:lnTo>
                <a:lnTo>
                  <a:pt x="9" y="170"/>
                </a:lnTo>
                <a:lnTo>
                  <a:pt x="8" y="170"/>
                </a:lnTo>
                <a:lnTo>
                  <a:pt x="7" y="170"/>
                </a:lnTo>
                <a:lnTo>
                  <a:pt x="7" y="169"/>
                </a:lnTo>
                <a:lnTo>
                  <a:pt x="7" y="168"/>
                </a:lnTo>
                <a:lnTo>
                  <a:pt x="7" y="167"/>
                </a:lnTo>
                <a:lnTo>
                  <a:pt x="6" y="167"/>
                </a:lnTo>
                <a:lnTo>
                  <a:pt x="6" y="166"/>
                </a:lnTo>
                <a:lnTo>
                  <a:pt x="6" y="165"/>
                </a:lnTo>
                <a:lnTo>
                  <a:pt x="6" y="164"/>
                </a:lnTo>
                <a:lnTo>
                  <a:pt x="6" y="163"/>
                </a:lnTo>
                <a:lnTo>
                  <a:pt x="6" y="162"/>
                </a:lnTo>
                <a:lnTo>
                  <a:pt x="7" y="162"/>
                </a:lnTo>
                <a:lnTo>
                  <a:pt x="7" y="161"/>
                </a:lnTo>
                <a:lnTo>
                  <a:pt x="7" y="160"/>
                </a:lnTo>
                <a:lnTo>
                  <a:pt x="8" y="159"/>
                </a:lnTo>
                <a:lnTo>
                  <a:pt x="8" y="157"/>
                </a:lnTo>
                <a:lnTo>
                  <a:pt x="8" y="156"/>
                </a:lnTo>
                <a:lnTo>
                  <a:pt x="8" y="155"/>
                </a:lnTo>
                <a:lnTo>
                  <a:pt x="8" y="154"/>
                </a:lnTo>
                <a:lnTo>
                  <a:pt x="8" y="153"/>
                </a:lnTo>
                <a:lnTo>
                  <a:pt x="8" y="152"/>
                </a:lnTo>
                <a:lnTo>
                  <a:pt x="8" y="151"/>
                </a:lnTo>
                <a:lnTo>
                  <a:pt x="7" y="151"/>
                </a:lnTo>
                <a:lnTo>
                  <a:pt x="7" y="150"/>
                </a:lnTo>
                <a:lnTo>
                  <a:pt x="8" y="150"/>
                </a:lnTo>
                <a:lnTo>
                  <a:pt x="8" y="149"/>
                </a:lnTo>
                <a:lnTo>
                  <a:pt x="8" y="148"/>
                </a:lnTo>
                <a:lnTo>
                  <a:pt x="8" y="147"/>
                </a:lnTo>
                <a:lnTo>
                  <a:pt x="7" y="146"/>
                </a:lnTo>
                <a:lnTo>
                  <a:pt x="8" y="146"/>
                </a:lnTo>
                <a:lnTo>
                  <a:pt x="7" y="146"/>
                </a:lnTo>
                <a:lnTo>
                  <a:pt x="7" y="145"/>
                </a:lnTo>
                <a:lnTo>
                  <a:pt x="7" y="144"/>
                </a:lnTo>
                <a:lnTo>
                  <a:pt x="6" y="141"/>
                </a:lnTo>
                <a:lnTo>
                  <a:pt x="6" y="140"/>
                </a:lnTo>
                <a:lnTo>
                  <a:pt x="5" y="140"/>
                </a:lnTo>
                <a:lnTo>
                  <a:pt x="5" y="138"/>
                </a:lnTo>
                <a:lnTo>
                  <a:pt x="4" y="138"/>
                </a:lnTo>
                <a:lnTo>
                  <a:pt x="3" y="137"/>
                </a:lnTo>
                <a:lnTo>
                  <a:pt x="2" y="137"/>
                </a:lnTo>
                <a:lnTo>
                  <a:pt x="1" y="137"/>
                </a:lnTo>
                <a:lnTo>
                  <a:pt x="1" y="135"/>
                </a:lnTo>
                <a:lnTo>
                  <a:pt x="1" y="134"/>
                </a:lnTo>
                <a:lnTo>
                  <a:pt x="2" y="134"/>
                </a:lnTo>
                <a:lnTo>
                  <a:pt x="2" y="133"/>
                </a:lnTo>
                <a:lnTo>
                  <a:pt x="3" y="133"/>
                </a:lnTo>
                <a:lnTo>
                  <a:pt x="2" y="132"/>
                </a:lnTo>
                <a:lnTo>
                  <a:pt x="3" y="131"/>
                </a:lnTo>
                <a:lnTo>
                  <a:pt x="3" y="130"/>
                </a:lnTo>
                <a:lnTo>
                  <a:pt x="4" y="129"/>
                </a:lnTo>
                <a:lnTo>
                  <a:pt x="4" y="128"/>
                </a:lnTo>
                <a:lnTo>
                  <a:pt x="4" y="127"/>
                </a:lnTo>
                <a:lnTo>
                  <a:pt x="4" y="125"/>
                </a:lnTo>
                <a:lnTo>
                  <a:pt x="3" y="123"/>
                </a:lnTo>
                <a:lnTo>
                  <a:pt x="3" y="122"/>
                </a:lnTo>
                <a:lnTo>
                  <a:pt x="3" y="121"/>
                </a:lnTo>
                <a:lnTo>
                  <a:pt x="3" y="120"/>
                </a:lnTo>
                <a:lnTo>
                  <a:pt x="3" y="119"/>
                </a:lnTo>
                <a:lnTo>
                  <a:pt x="3" y="118"/>
                </a:lnTo>
                <a:lnTo>
                  <a:pt x="3" y="117"/>
                </a:lnTo>
                <a:lnTo>
                  <a:pt x="2" y="115"/>
                </a:lnTo>
                <a:lnTo>
                  <a:pt x="2" y="114"/>
                </a:lnTo>
                <a:lnTo>
                  <a:pt x="2" y="112"/>
                </a:lnTo>
                <a:lnTo>
                  <a:pt x="1" y="112"/>
                </a:lnTo>
                <a:lnTo>
                  <a:pt x="1" y="111"/>
                </a:lnTo>
                <a:lnTo>
                  <a:pt x="1" y="110"/>
                </a:lnTo>
                <a:lnTo>
                  <a:pt x="0" y="109"/>
                </a:lnTo>
                <a:lnTo>
                  <a:pt x="0" y="108"/>
                </a:lnTo>
                <a:lnTo>
                  <a:pt x="1" y="108"/>
                </a:lnTo>
                <a:lnTo>
                  <a:pt x="2" y="108"/>
                </a:lnTo>
                <a:lnTo>
                  <a:pt x="3" y="106"/>
                </a:lnTo>
                <a:lnTo>
                  <a:pt x="4" y="105"/>
                </a:lnTo>
                <a:lnTo>
                  <a:pt x="5" y="104"/>
                </a:lnTo>
                <a:lnTo>
                  <a:pt x="5" y="103"/>
                </a:lnTo>
                <a:lnTo>
                  <a:pt x="5" y="102"/>
                </a:lnTo>
                <a:lnTo>
                  <a:pt x="6" y="102"/>
                </a:lnTo>
                <a:lnTo>
                  <a:pt x="6" y="101"/>
                </a:lnTo>
                <a:lnTo>
                  <a:pt x="6" y="100"/>
                </a:lnTo>
                <a:lnTo>
                  <a:pt x="6" y="99"/>
                </a:lnTo>
                <a:lnTo>
                  <a:pt x="5" y="99"/>
                </a:lnTo>
                <a:lnTo>
                  <a:pt x="5" y="98"/>
                </a:lnTo>
                <a:lnTo>
                  <a:pt x="4" y="98"/>
                </a:lnTo>
                <a:lnTo>
                  <a:pt x="4" y="97"/>
                </a:lnTo>
                <a:lnTo>
                  <a:pt x="3" y="97"/>
                </a:lnTo>
                <a:lnTo>
                  <a:pt x="2" y="96"/>
                </a:lnTo>
                <a:lnTo>
                  <a:pt x="2" y="95"/>
                </a:lnTo>
                <a:lnTo>
                  <a:pt x="2" y="94"/>
                </a:lnTo>
                <a:lnTo>
                  <a:pt x="2" y="93"/>
                </a:lnTo>
                <a:lnTo>
                  <a:pt x="2" y="92"/>
                </a:lnTo>
                <a:lnTo>
                  <a:pt x="2" y="91"/>
                </a:lnTo>
                <a:lnTo>
                  <a:pt x="2" y="90"/>
                </a:lnTo>
                <a:lnTo>
                  <a:pt x="2" y="89"/>
                </a:lnTo>
                <a:lnTo>
                  <a:pt x="3" y="88"/>
                </a:lnTo>
                <a:lnTo>
                  <a:pt x="3" y="89"/>
                </a:lnTo>
                <a:lnTo>
                  <a:pt x="4" y="89"/>
                </a:lnTo>
                <a:lnTo>
                  <a:pt x="5" y="89"/>
                </a:lnTo>
                <a:lnTo>
                  <a:pt x="4" y="88"/>
                </a:lnTo>
                <a:lnTo>
                  <a:pt x="4" y="87"/>
                </a:lnTo>
                <a:lnTo>
                  <a:pt x="3" y="87"/>
                </a:lnTo>
                <a:lnTo>
                  <a:pt x="4" y="86"/>
                </a:lnTo>
                <a:lnTo>
                  <a:pt x="4" y="87"/>
                </a:lnTo>
                <a:lnTo>
                  <a:pt x="5" y="87"/>
                </a:lnTo>
                <a:lnTo>
                  <a:pt x="5" y="88"/>
                </a:lnTo>
                <a:lnTo>
                  <a:pt x="5" y="89"/>
                </a:lnTo>
                <a:lnTo>
                  <a:pt x="6" y="88"/>
                </a:lnTo>
                <a:lnTo>
                  <a:pt x="5" y="88"/>
                </a:lnTo>
                <a:lnTo>
                  <a:pt x="5" y="87"/>
                </a:lnTo>
                <a:lnTo>
                  <a:pt x="5" y="86"/>
                </a:lnTo>
                <a:lnTo>
                  <a:pt x="6" y="86"/>
                </a:lnTo>
                <a:lnTo>
                  <a:pt x="6" y="87"/>
                </a:lnTo>
                <a:lnTo>
                  <a:pt x="7" y="87"/>
                </a:lnTo>
                <a:lnTo>
                  <a:pt x="7" y="86"/>
                </a:lnTo>
                <a:lnTo>
                  <a:pt x="6" y="85"/>
                </a:lnTo>
                <a:lnTo>
                  <a:pt x="5" y="84"/>
                </a:lnTo>
                <a:lnTo>
                  <a:pt x="5" y="83"/>
                </a:lnTo>
                <a:lnTo>
                  <a:pt x="6" y="82"/>
                </a:lnTo>
                <a:lnTo>
                  <a:pt x="6" y="81"/>
                </a:lnTo>
                <a:lnTo>
                  <a:pt x="7" y="80"/>
                </a:lnTo>
                <a:lnTo>
                  <a:pt x="9" y="81"/>
                </a:lnTo>
                <a:lnTo>
                  <a:pt x="10" y="80"/>
                </a:lnTo>
                <a:lnTo>
                  <a:pt x="12" y="80"/>
                </a:lnTo>
                <a:lnTo>
                  <a:pt x="13" y="80"/>
                </a:lnTo>
                <a:lnTo>
                  <a:pt x="13" y="79"/>
                </a:lnTo>
                <a:lnTo>
                  <a:pt x="14" y="79"/>
                </a:lnTo>
                <a:lnTo>
                  <a:pt x="15" y="78"/>
                </a:lnTo>
                <a:lnTo>
                  <a:pt x="17" y="77"/>
                </a:lnTo>
                <a:lnTo>
                  <a:pt x="17" y="76"/>
                </a:lnTo>
                <a:lnTo>
                  <a:pt x="18" y="75"/>
                </a:lnTo>
                <a:lnTo>
                  <a:pt x="19" y="74"/>
                </a:lnTo>
                <a:lnTo>
                  <a:pt x="19" y="73"/>
                </a:lnTo>
                <a:lnTo>
                  <a:pt x="20" y="73"/>
                </a:lnTo>
                <a:lnTo>
                  <a:pt x="21" y="73"/>
                </a:lnTo>
                <a:lnTo>
                  <a:pt x="22" y="73"/>
                </a:lnTo>
                <a:lnTo>
                  <a:pt x="23" y="72"/>
                </a:lnTo>
                <a:lnTo>
                  <a:pt x="24" y="71"/>
                </a:lnTo>
                <a:lnTo>
                  <a:pt x="25" y="71"/>
                </a:lnTo>
                <a:lnTo>
                  <a:pt x="25" y="70"/>
                </a:lnTo>
                <a:lnTo>
                  <a:pt x="28" y="69"/>
                </a:lnTo>
                <a:lnTo>
                  <a:pt x="30" y="67"/>
                </a:lnTo>
                <a:lnTo>
                  <a:pt x="31" y="66"/>
                </a:lnTo>
                <a:lnTo>
                  <a:pt x="32" y="67"/>
                </a:lnTo>
                <a:lnTo>
                  <a:pt x="32" y="66"/>
                </a:lnTo>
                <a:lnTo>
                  <a:pt x="31" y="66"/>
                </a:lnTo>
                <a:lnTo>
                  <a:pt x="30" y="66"/>
                </a:lnTo>
                <a:lnTo>
                  <a:pt x="32" y="65"/>
                </a:lnTo>
                <a:lnTo>
                  <a:pt x="32" y="64"/>
                </a:lnTo>
                <a:lnTo>
                  <a:pt x="33" y="64"/>
                </a:lnTo>
                <a:lnTo>
                  <a:pt x="34" y="63"/>
                </a:lnTo>
                <a:lnTo>
                  <a:pt x="35" y="62"/>
                </a:lnTo>
                <a:lnTo>
                  <a:pt x="35" y="61"/>
                </a:lnTo>
                <a:lnTo>
                  <a:pt x="37" y="59"/>
                </a:lnTo>
                <a:lnTo>
                  <a:pt x="39" y="58"/>
                </a:lnTo>
                <a:lnTo>
                  <a:pt x="41" y="57"/>
                </a:lnTo>
                <a:lnTo>
                  <a:pt x="42" y="57"/>
                </a:lnTo>
                <a:lnTo>
                  <a:pt x="43" y="57"/>
                </a:lnTo>
                <a:lnTo>
                  <a:pt x="44" y="56"/>
                </a:lnTo>
                <a:lnTo>
                  <a:pt x="45" y="56"/>
                </a:lnTo>
                <a:lnTo>
                  <a:pt x="45" y="55"/>
                </a:lnTo>
                <a:lnTo>
                  <a:pt x="46" y="55"/>
                </a:lnTo>
                <a:lnTo>
                  <a:pt x="47" y="54"/>
                </a:lnTo>
                <a:lnTo>
                  <a:pt x="49" y="53"/>
                </a:lnTo>
                <a:lnTo>
                  <a:pt x="50" y="53"/>
                </a:lnTo>
                <a:lnTo>
                  <a:pt x="51" y="53"/>
                </a:lnTo>
                <a:lnTo>
                  <a:pt x="52" y="52"/>
                </a:lnTo>
                <a:lnTo>
                  <a:pt x="53" y="51"/>
                </a:lnTo>
                <a:lnTo>
                  <a:pt x="54" y="50"/>
                </a:lnTo>
                <a:lnTo>
                  <a:pt x="55" y="49"/>
                </a:lnTo>
                <a:lnTo>
                  <a:pt x="55" y="48"/>
                </a:lnTo>
                <a:lnTo>
                  <a:pt x="55" y="47"/>
                </a:lnTo>
                <a:lnTo>
                  <a:pt x="55" y="46"/>
                </a:lnTo>
                <a:lnTo>
                  <a:pt x="55" y="45"/>
                </a:lnTo>
                <a:lnTo>
                  <a:pt x="56" y="45"/>
                </a:lnTo>
                <a:lnTo>
                  <a:pt x="56" y="46"/>
                </a:lnTo>
                <a:lnTo>
                  <a:pt x="57" y="46"/>
                </a:lnTo>
                <a:lnTo>
                  <a:pt x="57" y="45"/>
                </a:lnTo>
                <a:lnTo>
                  <a:pt x="58" y="44"/>
                </a:lnTo>
                <a:lnTo>
                  <a:pt x="58" y="45"/>
                </a:lnTo>
                <a:lnTo>
                  <a:pt x="60" y="45"/>
                </a:lnTo>
                <a:lnTo>
                  <a:pt x="61" y="44"/>
                </a:lnTo>
                <a:lnTo>
                  <a:pt x="62" y="45"/>
                </a:lnTo>
                <a:lnTo>
                  <a:pt x="62" y="46"/>
                </a:lnTo>
                <a:lnTo>
                  <a:pt x="63" y="46"/>
                </a:lnTo>
                <a:lnTo>
                  <a:pt x="63" y="47"/>
                </a:lnTo>
                <a:lnTo>
                  <a:pt x="63" y="46"/>
                </a:lnTo>
                <a:lnTo>
                  <a:pt x="63" y="47"/>
                </a:lnTo>
                <a:lnTo>
                  <a:pt x="63" y="48"/>
                </a:lnTo>
                <a:lnTo>
                  <a:pt x="64" y="47"/>
                </a:lnTo>
                <a:lnTo>
                  <a:pt x="64" y="46"/>
                </a:lnTo>
                <a:lnTo>
                  <a:pt x="64" y="45"/>
                </a:lnTo>
                <a:lnTo>
                  <a:pt x="63" y="45"/>
                </a:lnTo>
                <a:lnTo>
                  <a:pt x="63" y="44"/>
                </a:lnTo>
                <a:lnTo>
                  <a:pt x="62" y="44"/>
                </a:lnTo>
                <a:lnTo>
                  <a:pt x="62" y="43"/>
                </a:lnTo>
                <a:lnTo>
                  <a:pt x="61" y="43"/>
                </a:lnTo>
                <a:lnTo>
                  <a:pt x="61" y="42"/>
                </a:lnTo>
                <a:lnTo>
                  <a:pt x="62" y="41"/>
                </a:lnTo>
                <a:lnTo>
                  <a:pt x="63" y="41"/>
                </a:lnTo>
                <a:lnTo>
                  <a:pt x="63" y="42"/>
                </a:lnTo>
                <a:lnTo>
                  <a:pt x="64" y="42"/>
                </a:lnTo>
                <a:lnTo>
                  <a:pt x="64" y="41"/>
                </a:lnTo>
                <a:lnTo>
                  <a:pt x="63" y="41"/>
                </a:lnTo>
                <a:lnTo>
                  <a:pt x="64" y="41"/>
                </a:lnTo>
                <a:lnTo>
                  <a:pt x="63" y="40"/>
                </a:lnTo>
                <a:lnTo>
                  <a:pt x="64" y="40"/>
                </a:lnTo>
                <a:lnTo>
                  <a:pt x="64" y="39"/>
                </a:lnTo>
                <a:lnTo>
                  <a:pt x="65" y="39"/>
                </a:lnTo>
                <a:lnTo>
                  <a:pt x="64" y="39"/>
                </a:lnTo>
                <a:lnTo>
                  <a:pt x="64" y="38"/>
                </a:lnTo>
                <a:lnTo>
                  <a:pt x="63" y="38"/>
                </a:lnTo>
                <a:lnTo>
                  <a:pt x="63" y="39"/>
                </a:lnTo>
                <a:lnTo>
                  <a:pt x="63" y="38"/>
                </a:lnTo>
                <a:lnTo>
                  <a:pt x="62" y="38"/>
                </a:lnTo>
                <a:lnTo>
                  <a:pt x="62" y="37"/>
                </a:lnTo>
                <a:lnTo>
                  <a:pt x="62" y="38"/>
                </a:lnTo>
                <a:lnTo>
                  <a:pt x="61" y="38"/>
                </a:lnTo>
                <a:lnTo>
                  <a:pt x="61" y="39"/>
                </a:lnTo>
                <a:lnTo>
                  <a:pt x="60" y="39"/>
                </a:lnTo>
                <a:lnTo>
                  <a:pt x="60" y="40"/>
                </a:lnTo>
                <a:lnTo>
                  <a:pt x="60" y="41"/>
                </a:lnTo>
                <a:lnTo>
                  <a:pt x="60" y="40"/>
                </a:lnTo>
                <a:lnTo>
                  <a:pt x="60" y="39"/>
                </a:lnTo>
                <a:lnTo>
                  <a:pt x="59" y="40"/>
                </a:lnTo>
                <a:lnTo>
                  <a:pt x="59" y="41"/>
                </a:lnTo>
                <a:lnTo>
                  <a:pt x="58" y="41"/>
                </a:lnTo>
                <a:lnTo>
                  <a:pt x="57" y="41"/>
                </a:lnTo>
                <a:lnTo>
                  <a:pt x="56" y="41"/>
                </a:lnTo>
                <a:lnTo>
                  <a:pt x="57" y="41"/>
                </a:lnTo>
                <a:lnTo>
                  <a:pt x="57" y="42"/>
                </a:lnTo>
                <a:lnTo>
                  <a:pt x="56" y="43"/>
                </a:lnTo>
                <a:lnTo>
                  <a:pt x="56" y="42"/>
                </a:lnTo>
                <a:lnTo>
                  <a:pt x="55" y="42"/>
                </a:lnTo>
                <a:lnTo>
                  <a:pt x="55" y="43"/>
                </a:lnTo>
                <a:lnTo>
                  <a:pt x="55" y="44"/>
                </a:lnTo>
                <a:lnTo>
                  <a:pt x="54" y="44"/>
                </a:lnTo>
                <a:lnTo>
                  <a:pt x="53" y="44"/>
                </a:lnTo>
                <a:lnTo>
                  <a:pt x="53" y="45"/>
                </a:lnTo>
                <a:lnTo>
                  <a:pt x="52" y="45"/>
                </a:lnTo>
                <a:lnTo>
                  <a:pt x="51" y="45"/>
                </a:lnTo>
                <a:lnTo>
                  <a:pt x="51" y="46"/>
                </a:lnTo>
                <a:lnTo>
                  <a:pt x="51" y="45"/>
                </a:lnTo>
                <a:lnTo>
                  <a:pt x="51" y="46"/>
                </a:lnTo>
                <a:lnTo>
                  <a:pt x="50" y="46"/>
                </a:lnTo>
                <a:lnTo>
                  <a:pt x="50" y="45"/>
                </a:lnTo>
                <a:lnTo>
                  <a:pt x="50" y="44"/>
                </a:lnTo>
                <a:lnTo>
                  <a:pt x="51" y="44"/>
                </a:lnTo>
                <a:lnTo>
                  <a:pt x="52" y="44"/>
                </a:lnTo>
                <a:lnTo>
                  <a:pt x="52" y="43"/>
                </a:lnTo>
                <a:lnTo>
                  <a:pt x="51" y="42"/>
                </a:lnTo>
                <a:lnTo>
                  <a:pt x="51" y="41"/>
                </a:lnTo>
                <a:lnTo>
                  <a:pt x="51" y="40"/>
                </a:lnTo>
                <a:lnTo>
                  <a:pt x="51" y="39"/>
                </a:lnTo>
                <a:lnTo>
                  <a:pt x="50" y="39"/>
                </a:lnTo>
                <a:lnTo>
                  <a:pt x="50" y="38"/>
                </a:lnTo>
                <a:lnTo>
                  <a:pt x="50" y="37"/>
                </a:lnTo>
                <a:lnTo>
                  <a:pt x="51" y="37"/>
                </a:lnTo>
                <a:lnTo>
                  <a:pt x="51" y="35"/>
                </a:lnTo>
                <a:lnTo>
                  <a:pt x="52" y="35"/>
                </a:lnTo>
                <a:lnTo>
                  <a:pt x="53" y="34"/>
                </a:lnTo>
                <a:lnTo>
                  <a:pt x="54" y="34"/>
                </a:lnTo>
                <a:lnTo>
                  <a:pt x="55" y="35"/>
                </a:lnTo>
                <a:lnTo>
                  <a:pt x="55" y="34"/>
                </a:lnTo>
                <a:lnTo>
                  <a:pt x="55" y="33"/>
                </a:lnTo>
                <a:lnTo>
                  <a:pt x="55" y="32"/>
                </a:lnTo>
                <a:lnTo>
                  <a:pt x="56" y="32"/>
                </a:lnTo>
                <a:lnTo>
                  <a:pt x="56" y="31"/>
                </a:lnTo>
                <a:lnTo>
                  <a:pt x="57" y="31"/>
                </a:lnTo>
                <a:lnTo>
                  <a:pt x="56" y="32"/>
                </a:lnTo>
                <a:lnTo>
                  <a:pt x="57" y="32"/>
                </a:lnTo>
                <a:lnTo>
                  <a:pt x="58" y="32"/>
                </a:lnTo>
                <a:lnTo>
                  <a:pt x="57" y="32"/>
                </a:lnTo>
                <a:lnTo>
                  <a:pt x="57" y="31"/>
                </a:lnTo>
                <a:lnTo>
                  <a:pt x="58" y="31"/>
                </a:lnTo>
                <a:lnTo>
                  <a:pt x="59" y="30"/>
                </a:lnTo>
                <a:lnTo>
                  <a:pt x="59" y="29"/>
                </a:lnTo>
                <a:lnTo>
                  <a:pt x="60" y="28"/>
                </a:lnTo>
                <a:lnTo>
                  <a:pt x="59" y="27"/>
                </a:lnTo>
                <a:lnTo>
                  <a:pt x="60" y="26"/>
                </a:lnTo>
                <a:lnTo>
                  <a:pt x="61" y="27"/>
                </a:lnTo>
                <a:lnTo>
                  <a:pt x="62" y="27"/>
                </a:lnTo>
                <a:lnTo>
                  <a:pt x="62" y="26"/>
                </a:lnTo>
                <a:lnTo>
                  <a:pt x="62" y="25"/>
                </a:lnTo>
                <a:lnTo>
                  <a:pt x="63" y="25"/>
                </a:lnTo>
                <a:lnTo>
                  <a:pt x="64" y="25"/>
                </a:lnTo>
                <a:lnTo>
                  <a:pt x="65" y="25"/>
                </a:lnTo>
                <a:lnTo>
                  <a:pt x="65" y="26"/>
                </a:lnTo>
                <a:lnTo>
                  <a:pt x="66" y="26"/>
                </a:lnTo>
                <a:lnTo>
                  <a:pt x="65" y="26"/>
                </a:lnTo>
                <a:lnTo>
                  <a:pt x="65" y="27"/>
                </a:lnTo>
                <a:lnTo>
                  <a:pt x="65" y="28"/>
                </a:lnTo>
                <a:lnTo>
                  <a:pt x="66" y="28"/>
                </a:lnTo>
                <a:lnTo>
                  <a:pt x="67" y="28"/>
                </a:lnTo>
                <a:lnTo>
                  <a:pt x="68" y="27"/>
                </a:lnTo>
                <a:lnTo>
                  <a:pt x="68" y="28"/>
                </a:lnTo>
                <a:lnTo>
                  <a:pt x="69" y="28"/>
                </a:lnTo>
                <a:lnTo>
                  <a:pt x="70" y="28"/>
                </a:lnTo>
                <a:lnTo>
                  <a:pt x="70" y="29"/>
                </a:lnTo>
                <a:lnTo>
                  <a:pt x="70" y="28"/>
                </a:lnTo>
                <a:lnTo>
                  <a:pt x="71" y="28"/>
                </a:lnTo>
                <a:lnTo>
                  <a:pt x="71" y="29"/>
                </a:lnTo>
                <a:lnTo>
                  <a:pt x="72" y="29"/>
                </a:lnTo>
                <a:lnTo>
                  <a:pt x="72" y="30"/>
                </a:lnTo>
                <a:lnTo>
                  <a:pt x="73" y="30"/>
                </a:lnTo>
                <a:lnTo>
                  <a:pt x="73" y="31"/>
                </a:lnTo>
                <a:lnTo>
                  <a:pt x="74" y="31"/>
                </a:lnTo>
                <a:lnTo>
                  <a:pt x="73" y="32"/>
                </a:lnTo>
                <a:lnTo>
                  <a:pt x="74" y="32"/>
                </a:lnTo>
                <a:lnTo>
                  <a:pt x="74" y="31"/>
                </a:lnTo>
                <a:lnTo>
                  <a:pt x="75" y="31"/>
                </a:lnTo>
                <a:lnTo>
                  <a:pt x="75" y="30"/>
                </a:lnTo>
                <a:lnTo>
                  <a:pt x="76" y="29"/>
                </a:lnTo>
                <a:lnTo>
                  <a:pt x="76" y="30"/>
                </a:lnTo>
                <a:lnTo>
                  <a:pt x="77" y="31"/>
                </a:lnTo>
                <a:lnTo>
                  <a:pt x="77" y="30"/>
                </a:lnTo>
                <a:lnTo>
                  <a:pt x="78" y="30"/>
                </a:lnTo>
                <a:lnTo>
                  <a:pt x="78" y="31"/>
                </a:lnTo>
                <a:lnTo>
                  <a:pt x="78" y="32"/>
                </a:lnTo>
                <a:lnTo>
                  <a:pt x="79" y="33"/>
                </a:lnTo>
                <a:lnTo>
                  <a:pt x="79" y="34"/>
                </a:lnTo>
                <a:lnTo>
                  <a:pt x="78" y="34"/>
                </a:lnTo>
                <a:lnTo>
                  <a:pt x="79" y="34"/>
                </a:lnTo>
                <a:lnTo>
                  <a:pt x="79" y="33"/>
                </a:lnTo>
                <a:lnTo>
                  <a:pt x="80" y="33"/>
                </a:lnTo>
                <a:lnTo>
                  <a:pt x="81" y="33"/>
                </a:lnTo>
                <a:lnTo>
                  <a:pt x="83" y="32"/>
                </a:lnTo>
                <a:lnTo>
                  <a:pt x="83" y="31"/>
                </a:lnTo>
                <a:lnTo>
                  <a:pt x="84" y="31"/>
                </a:lnTo>
                <a:lnTo>
                  <a:pt x="84" y="30"/>
                </a:lnTo>
                <a:lnTo>
                  <a:pt x="84" y="31"/>
                </a:lnTo>
                <a:lnTo>
                  <a:pt x="84" y="32"/>
                </a:lnTo>
                <a:lnTo>
                  <a:pt x="83" y="32"/>
                </a:lnTo>
                <a:lnTo>
                  <a:pt x="83" y="33"/>
                </a:lnTo>
                <a:lnTo>
                  <a:pt x="84" y="33"/>
                </a:lnTo>
                <a:lnTo>
                  <a:pt x="85" y="33"/>
                </a:lnTo>
                <a:lnTo>
                  <a:pt x="85" y="32"/>
                </a:lnTo>
                <a:lnTo>
                  <a:pt x="86" y="32"/>
                </a:lnTo>
                <a:lnTo>
                  <a:pt x="86" y="31"/>
                </a:lnTo>
                <a:lnTo>
                  <a:pt x="87" y="31"/>
                </a:lnTo>
                <a:lnTo>
                  <a:pt x="87" y="32"/>
                </a:lnTo>
                <a:lnTo>
                  <a:pt x="87" y="31"/>
                </a:lnTo>
                <a:lnTo>
                  <a:pt x="88" y="31"/>
                </a:lnTo>
                <a:lnTo>
                  <a:pt x="86" y="30"/>
                </a:lnTo>
                <a:lnTo>
                  <a:pt x="85" y="30"/>
                </a:lnTo>
                <a:lnTo>
                  <a:pt x="84" y="29"/>
                </a:lnTo>
                <a:lnTo>
                  <a:pt x="83" y="29"/>
                </a:lnTo>
                <a:lnTo>
                  <a:pt x="83" y="30"/>
                </a:lnTo>
                <a:lnTo>
                  <a:pt x="84" y="30"/>
                </a:lnTo>
                <a:lnTo>
                  <a:pt x="83" y="30"/>
                </a:lnTo>
                <a:lnTo>
                  <a:pt x="83" y="29"/>
                </a:lnTo>
                <a:lnTo>
                  <a:pt x="83" y="28"/>
                </a:lnTo>
                <a:lnTo>
                  <a:pt x="83" y="27"/>
                </a:lnTo>
                <a:lnTo>
                  <a:pt x="83" y="26"/>
                </a:lnTo>
                <a:lnTo>
                  <a:pt x="83" y="25"/>
                </a:lnTo>
                <a:lnTo>
                  <a:pt x="85" y="25"/>
                </a:lnTo>
                <a:lnTo>
                  <a:pt x="86" y="25"/>
                </a:lnTo>
                <a:lnTo>
                  <a:pt x="86" y="26"/>
                </a:lnTo>
                <a:lnTo>
                  <a:pt x="87" y="26"/>
                </a:lnTo>
                <a:lnTo>
                  <a:pt x="86" y="26"/>
                </a:lnTo>
                <a:lnTo>
                  <a:pt x="86" y="25"/>
                </a:lnTo>
                <a:lnTo>
                  <a:pt x="85" y="25"/>
                </a:lnTo>
                <a:lnTo>
                  <a:pt x="84" y="25"/>
                </a:lnTo>
                <a:lnTo>
                  <a:pt x="84" y="24"/>
                </a:lnTo>
                <a:lnTo>
                  <a:pt x="84" y="23"/>
                </a:lnTo>
                <a:lnTo>
                  <a:pt x="84" y="22"/>
                </a:lnTo>
                <a:lnTo>
                  <a:pt x="85" y="22"/>
                </a:lnTo>
                <a:lnTo>
                  <a:pt x="86" y="22"/>
                </a:lnTo>
                <a:lnTo>
                  <a:pt x="86" y="21"/>
                </a:lnTo>
                <a:lnTo>
                  <a:pt x="87" y="20"/>
                </a:lnTo>
                <a:lnTo>
                  <a:pt x="88" y="19"/>
                </a:lnTo>
                <a:lnTo>
                  <a:pt x="88" y="18"/>
                </a:lnTo>
                <a:lnTo>
                  <a:pt x="89" y="18"/>
                </a:lnTo>
                <a:lnTo>
                  <a:pt x="90" y="18"/>
                </a:lnTo>
                <a:lnTo>
                  <a:pt x="91" y="17"/>
                </a:lnTo>
                <a:lnTo>
                  <a:pt x="92" y="17"/>
                </a:lnTo>
                <a:lnTo>
                  <a:pt x="93" y="17"/>
                </a:lnTo>
                <a:lnTo>
                  <a:pt x="94" y="17"/>
                </a:lnTo>
                <a:lnTo>
                  <a:pt x="95" y="17"/>
                </a:lnTo>
                <a:lnTo>
                  <a:pt x="95" y="16"/>
                </a:lnTo>
                <a:lnTo>
                  <a:pt x="96" y="16"/>
                </a:lnTo>
                <a:lnTo>
                  <a:pt x="97" y="16"/>
                </a:lnTo>
                <a:lnTo>
                  <a:pt x="98" y="16"/>
                </a:lnTo>
                <a:lnTo>
                  <a:pt x="97" y="16"/>
                </a:lnTo>
                <a:lnTo>
                  <a:pt x="99" y="16"/>
                </a:lnTo>
                <a:lnTo>
                  <a:pt x="100" y="16"/>
                </a:lnTo>
                <a:lnTo>
                  <a:pt x="100" y="15"/>
                </a:lnTo>
                <a:lnTo>
                  <a:pt x="101" y="16"/>
                </a:lnTo>
                <a:lnTo>
                  <a:pt x="102" y="16"/>
                </a:lnTo>
                <a:lnTo>
                  <a:pt x="102" y="17"/>
                </a:lnTo>
                <a:lnTo>
                  <a:pt x="102" y="18"/>
                </a:lnTo>
                <a:lnTo>
                  <a:pt x="102" y="19"/>
                </a:lnTo>
                <a:lnTo>
                  <a:pt x="102" y="18"/>
                </a:lnTo>
                <a:lnTo>
                  <a:pt x="103" y="18"/>
                </a:lnTo>
                <a:lnTo>
                  <a:pt x="103" y="19"/>
                </a:lnTo>
                <a:lnTo>
                  <a:pt x="104" y="20"/>
                </a:lnTo>
                <a:lnTo>
                  <a:pt x="105" y="20"/>
                </a:lnTo>
                <a:lnTo>
                  <a:pt x="106" y="20"/>
                </a:lnTo>
                <a:lnTo>
                  <a:pt x="107" y="20"/>
                </a:lnTo>
                <a:lnTo>
                  <a:pt x="108" y="20"/>
                </a:lnTo>
                <a:lnTo>
                  <a:pt x="108" y="21"/>
                </a:lnTo>
                <a:lnTo>
                  <a:pt x="108" y="22"/>
                </a:lnTo>
                <a:lnTo>
                  <a:pt x="109" y="23"/>
                </a:lnTo>
                <a:lnTo>
                  <a:pt x="110" y="22"/>
                </a:lnTo>
                <a:lnTo>
                  <a:pt x="110" y="21"/>
                </a:lnTo>
                <a:lnTo>
                  <a:pt x="110" y="20"/>
                </a:lnTo>
                <a:lnTo>
                  <a:pt x="110" y="19"/>
                </a:lnTo>
                <a:lnTo>
                  <a:pt x="110" y="18"/>
                </a:lnTo>
                <a:lnTo>
                  <a:pt x="109" y="18"/>
                </a:lnTo>
                <a:lnTo>
                  <a:pt x="110" y="18"/>
                </a:lnTo>
                <a:lnTo>
                  <a:pt x="111" y="18"/>
                </a:lnTo>
                <a:lnTo>
                  <a:pt x="111" y="19"/>
                </a:lnTo>
                <a:lnTo>
                  <a:pt x="112" y="19"/>
                </a:lnTo>
                <a:lnTo>
                  <a:pt x="111" y="20"/>
                </a:lnTo>
                <a:lnTo>
                  <a:pt x="112" y="21"/>
                </a:lnTo>
                <a:lnTo>
                  <a:pt x="112" y="22"/>
                </a:lnTo>
                <a:lnTo>
                  <a:pt x="113" y="22"/>
                </a:lnTo>
                <a:lnTo>
                  <a:pt x="112" y="22"/>
                </a:lnTo>
                <a:lnTo>
                  <a:pt x="112" y="23"/>
                </a:lnTo>
                <a:lnTo>
                  <a:pt x="111" y="23"/>
                </a:lnTo>
                <a:lnTo>
                  <a:pt x="111" y="24"/>
                </a:lnTo>
                <a:lnTo>
                  <a:pt x="111" y="25"/>
                </a:lnTo>
                <a:lnTo>
                  <a:pt x="112" y="25"/>
                </a:lnTo>
                <a:lnTo>
                  <a:pt x="112" y="24"/>
                </a:lnTo>
                <a:lnTo>
                  <a:pt x="111" y="24"/>
                </a:lnTo>
                <a:lnTo>
                  <a:pt x="111" y="23"/>
                </a:lnTo>
                <a:lnTo>
                  <a:pt x="112" y="23"/>
                </a:lnTo>
                <a:lnTo>
                  <a:pt x="112" y="22"/>
                </a:lnTo>
                <a:lnTo>
                  <a:pt x="113" y="23"/>
                </a:lnTo>
                <a:lnTo>
                  <a:pt x="114" y="23"/>
                </a:lnTo>
                <a:lnTo>
                  <a:pt x="114" y="22"/>
                </a:lnTo>
                <a:lnTo>
                  <a:pt x="114" y="23"/>
                </a:lnTo>
                <a:lnTo>
                  <a:pt x="114" y="22"/>
                </a:lnTo>
                <a:lnTo>
                  <a:pt x="115" y="21"/>
                </a:lnTo>
                <a:lnTo>
                  <a:pt x="115" y="20"/>
                </a:lnTo>
                <a:lnTo>
                  <a:pt x="116" y="20"/>
                </a:lnTo>
                <a:lnTo>
                  <a:pt x="116" y="19"/>
                </a:lnTo>
                <a:lnTo>
                  <a:pt x="116" y="18"/>
                </a:lnTo>
                <a:lnTo>
                  <a:pt x="115" y="18"/>
                </a:lnTo>
                <a:lnTo>
                  <a:pt x="115" y="17"/>
                </a:lnTo>
                <a:lnTo>
                  <a:pt x="116" y="18"/>
                </a:lnTo>
                <a:lnTo>
                  <a:pt x="117" y="18"/>
                </a:lnTo>
                <a:lnTo>
                  <a:pt x="118" y="18"/>
                </a:lnTo>
                <a:lnTo>
                  <a:pt x="119" y="18"/>
                </a:lnTo>
                <a:lnTo>
                  <a:pt x="120" y="18"/>
                </a:lnTo>
                <a:lnTo>
                  <a:pt x="120" y="17"/>
                </a:lnTo>
                <a:lnTo>
                  <a:pt x="121" y="17"/>
                </a:lnTo>
                <a:lnTo>
                  <a:pt x="121" y="18"/>
                </a:lnTo>
                <a:lnTo>
                  <a:pt x="122" y="19"/>
                </a:lnTo>
                <a:lnTo>
                  <a:pt x="122" y="20"/>
                </a:lnTo>
                <a:lnTo>
                  <a:pt x="123" y="20"/>
                </a:lnTo>
                <a:lnTo>
                  <a:pt x="123" y="21"/>
                </a:lnTo>
                <a:lnTo>
                  <a:pt x="124" y="22"/>
                </a:lnTo>
                <a:lnTo>
                  <a:pt x="125" y="22"/>
                </a:lnTo>
                <a:lnTo>
                  <a:pt x="126" y="23"/>
                </a:lnTo>
                <a:lnTo>
                  <a:pt x="127" y="23"/>
                </a:lnTo>
                <a:lnTo>
                  <a:pt x="127" y="22"/>
                </a:lnTo>
                <a:lnTo>
                  <a:pt x="128" y="22"/>
                </a:lnTo>
                <a:lnTo>
                  <a:pt x="127" y="23"/>
                </a:lnTo>
                <a:lnTo>
                  <a:pt x="126" y="23"/>
                </a:lnTo>
                <a:lnTo>
                  <a:pt x="125" y="23"/>
                </a:lnTo>
                <a:lnTo>
                  <a:pt x="124" y="24"/>
                </a:lnTo>
                <a:lnTo>
                  <a:pt x="123" y="24"/>
                </a:lnTo>
                <a:lnTo>
                  <a:pt x="122" y="25"/>
                </a:lnTo>
                <a:lnTo>
                  <a:pt x="123" y="25"/>
                </a:lnTo>
                <a:lnTo>
                  <a:pt x="123" y="26"/>
                </a:lnTo>
                <a:lnTo>
                  <a:pt x="124" y="26"/>
                </a:lnTo>
                <a:lnTo>
                  <a:pt x="124" y="25"/>
                </a:lnTo>
                <a:lnTo>
                  <a:pt x="125" y="26"/>
                </a:lnTo>
                <a:lnTo>
                  <a:pt x="126" y="27"/>
                </a:lnTo>
                <a:lnTo>
                  <a:pt x="126" y="26"/>
                </a:lnTo>
                <a:lnTo>
                  <a:pt x="125" y="25"/>
                </a:lnTo>
                <a:lnTo>
                  <a:pt x="126" y="25"/>
                </a:lnTo>
                <a:lnTo>
                  <a:pt x="127" y="25"/>
                </a:lnTo>
                <a:lnTo>
                  <a:pt x="127" y="26"/>
                </a:lnTo>
                <a:lnTo>
                  <a:pt x="127" y="25"/>
                </a:lnTo>
                <a:lnTo>
                  <a:pt x="126" y="25"/>
                </a:lnTo>
                <a:lnTo>
                  <a:pt x="125" y="24"/>
                </a:lnTo>
                <a:lnTo>
                  <a:pt x="125" y="23"/>
                </a:lnTo>
                <a:lnTo>
                  <a:pt x="126" y="23"/>
                </a:lnTo>
                <a:lnTo>
                  <a:pt x="127" y="23"/>
                </a:lnTo>
                <a:lnTo>
                  <a:pt x="128" y="23"/>
                </a:lnTo>
                <a:lnTo>
                  <a:pt x="128" y="22"/>
                </a:lnTo>
                <a:lnTo>
                  <a:pt x="128" y="21"/>
                </a:lnTo>
                <a:lnTo>
                  <a:pt x="127" y="21"/>
                </a:lnTo>
                <a:lnTo>
                  <a:pt x="127" y="20"/>
                </a:lnTo>
                <a:lnTo>
                  <a:pt x="128" y="20"/>
                </a:lnTo>
                <a:lnTo>
                  <a:pt x="128" y="21"/>
                </a:lnTo>
                <a:lnTo>
                  <a:pt x="128" y="20"/>
                </a:lnTo>
                <a:lnTo>
                  <a:pt x="129" y="20"/>
                </a:lnTo>
                <a:lnTo>
                  <a:pt x="130" y="20"/>
                </a:lnTo>
                <a:lnTo>
                  <a:pt x="131" y="20"/>
                </a:lnTo>
                <a:lnTo>
                  <a:pt x="131" y="19"/>
                </a:lnTo>
                <a:lnTo>
                  <a:pt x="131" y="18"/>
                </a:lnTo>
                <a:lnTo>
                  <a:pt x="132" y="18"/>
                </a:lnTo>
                <a:lnTo>
                  <a:pt x="133" y="18"/>
                </a:lnTo>
                <a:lnTo>
                  <a:pt x="133" y="19"/>
                </a:lnTo>
                <a:lnTo>
                  <a:pt x="134" y="19"/>
                </a:lnTo>
                <a:lnTo>
                  <a:pt x="135" y="19"/>
                </a:lnTo>
                <a:lnTo>
                  <a:pt x="136" y="19"/>
                </a:lnTo>
                <a:lnTo>
                  <a:pt x="137" y="19"/>
                </a:lnTo>
                <a:lnTo>
                  <a:pt x="137" y="20"/>
                </a:lnTo>
                <a:lnTo>
                  <a:pt x="136" y="20"/>
                </a:lnTo>
                <a:lnTo>
                  <a:pt x="137" y="20"/>
                </a:lnTo>
                <a:lnTo>
                  <a:pt x="137" y="19"/>
                </a:lnTo>
                <a:lnTo>
                  <a:pt x="138" y="18"/>
                </a:lnTo>
                <a:lnTo>
                  <a:pt x="137" y="18"/>
                </a:lnTo>
                <a:lnTo>
                  <a:pt x="136" y="18"/>
                </a:lnTo>
                <a:lnTo>
                  <a:pt x="135" y="18"/>
                </a:lnTo>
                <a:lnTo>
                  <a:pt x="134" y="18"/>
                </a:lnTo>
                <a:lnTo>
                  <a:pt x="133" y="18"/>
                </a:lnTo>
                <a:lnTo>
                  <a:pt x="132" y="18"/>
                </a:lnTo>
                <a:lnTo>
                  <a:pt x="133" y="18"/>
                </a:lnTo>
                <a:lnTo>
                  <a:pt x="134" y="18"/>
                </a:lnTo>
                <a:lnTo>
                  <a:pt x="135" y="18"/>
                </a:lnTo>
                <a:lnTo>
                  <a:pt x="136" y="17"/>
                </a:lnTo>
                <a:lnTo>
                  <a:pt x="137" y="17"/>
                </a:lnTo>
                <a:lnTo>
                  <a:pt x="137" y="16"/>
                </a:lnTo>
                <a:lnTo>
                  <a:pt x="138" y="16"/>
                </a:lnTo>
                <a:lnTo>
                  <a:pt x="138" y="15"/>
                </a:lnTo>
                <a:lnTo>
                  <a:pt x="139" y="15"/>
                </a:lnTo>
                <a:lnTo>
                  <a:pt x="139" y="14"/>
                </a:lnTo>
                <a:lnTo>
                  <a:pt x="139" y="13"/>
                </a:lnTo>
                <a:lnTo>
                  <a:pt x="140" y="12"/>
                </a:lnTo>
                <a:lnTo>
                  <a:pt x="140" y="11"/>
                </a:lnTo>
                <a:lnTo>
                  <a:pt x="140" y="10"/>
                </a:lnTo>
                <a:lnTo>
                  <a:pt x="141" y="10"/>
                </a:lnTo>
                <a:lnTo>
                  <a:pt x="144" y="10"/>
                </a:lnTo>
                <a:lnTo>
                  <a:pt x="145" y="10"/>
                </a:lnTo>
                <a:lnTo>
                  <a:pt x="145" y="11"/>
                </a:lnTo>
                <a:lnTo>
                  <a:pt x="146" y="11"/>
                </a:lnTo>
                <a:lnTo>
                  <a:pt x="146" y="12"/>
                </a:lnTo>
                <a:lnTo>
                  <a:pt x="147" y="12"/>
                </a:lnTo>
                <a:lnTo>
                  <a:pt x="147" y="13"/>
                </a:lnTo>
                <a:lnTo>
                  <a:pt x="148" y="13"/>
                </a:lnTo>
                <a:lnTo>
                  <a:pt x="149" y="13"/>
                </a:lnTo>
                <a:lnTo>
                  <a:pt x="150" y="14"/>
                </a:lnTo>
                <a:lnTo>
                  <a:pt x="151" y="14"/>
                </a:lnTo>
                <a:lnTo>
                  <a:pt x="152" y="14"/>
                </a:lnTo>
                <a:lnTo>
                  <a:pt x="151" y="13"/>
                </a:lnTo>
                <a:lnTo>
                  <a:pt x="152" y="13"/>
                </a:lnTo>
                <a:lnTo>
                  <a:pt x="151" y="13"/>
                </a:lnTo>
                <a:lnTo>
                  <a:pt x="151" y="12"/>
                </a:lnTo>
                <a:lnTo>
                  <a:pt x="152" y="12"/>
                </a:lnTo>
                <a:lnTo>
                  <a:pt x="152" y="13"/>
                </a:lnTo>
                <a:lnTo>
                  <a:pt x="153" y="13"/>
                </a:lnTo>
                <a:lnTo>
                  <a:pt x="154" y="12"/>
                </a:lnTo>
                <a:lnTo>
                  <a:pt x="154" y="11"/>
                </a:lnTo>
                <a:lnTo>
                  <a:pt x="156" y="11"/>
                </a:lnTo>
                <a:lnTo>
                  <a:pt x="154" y="10"/>
                </a:lnTo>
                <a:lnTo>
                  <a:pt x="153" y="10"/>
                </a:lnTo>
                <a:lnTo>
                  <a:pt x="153" y="9"/>
                </a:lnTo>
                <a:lnTo>
                  <a:pt x="154" y="9"/>
                </a:lnTo>
                <a:lnTo>
                  <a:pt x="155" y="9"/>
                </a:lnTo>
                <a:lnTo>
                  <a:pt x="155" y="8"/>
                </a:lnTo>
                <a:lnTo>
                  <a:pt x="157" y="7"/>
                </a:lnTo>
                <a:lnTo>
                  <a:pt x="158" y="7"/>
                </a:lnTo>
                <a:lnTo>
                  <a:pt x="159" y="7"/>
                </a:lnTo>
                <a:lnTo>
                  <a:pt x="160" y="7"/>
                </a:lnTo>
                <a:lnTo>
                  <a:pt x="160" y="8"/>
                </a:lnTo>
                <a:lnTo>
                  <a:pt x="161" y="8"/>
                </a:lnTo>
                <a:lnTo>
                  <a:pt x="161" y="9"/>
                </a:lnTo>
                <a:lnTo>
                  <a:pt x="162" y="9"/>
                </a:lnTo>
                <a:lnTo>
                  <a:pt x="163" y="9"/>
                </a:lnTo>
                <a:lnTo>
                  <a:pt x="163" y="10"/>
                </a:lnTo>
                <a:lnTo>
                  <a:pt x="164" y="10"/>
                </a:lnTo>
                <a:lnTo>
                  <a:pt x="164" y="11"/>
                </a:lnTo>
                <a:lnTo>
                  <a:pt x="165" y="11"/>
                </a:lnTo>
                <a:lnTo>
                  <a:pt x="166" y="11"/>
                </a:lnTo>
                <a:lnTo>
                  <a:pt x="166" y="12"/>
                </a:lnTo>
                <a:lnTo>
                  <a:pt x="167" y="12"/>
                </a:lnTo>
                <a:lnTo>
                  <a:pt x="168" y="13"/>
                </a:lnTo>
                <a:lnTo>
                  <a:pt x="169" y="13"/>
                </a:lnTo>
                <a:lnTo>
                  <a:pt x="170" y="13"/>
                </a:lnTo>
                <a:lnTo>
                  <a:pt x="170" y="14"/>
                </a:lnTo>
                <a:lnTo>
                  <a:pt x="171" y="14"/>
                </a:lnTo>
                <a:lnTo>
                  <a:pt x="172" y="14"/>
                </a:lnTo>
                <a:lnTo>
                  <a:pt x="174" y="14"/>
                </a:lnTo>
                <a:lnTo>
                  <a:pt x="175" y="14"/>
                </a:lnTo>
                <a:lnTo>
                  <a:pt x="176" y="14"/>
                </a:lnTo>
                <a:lnTo>
                  <a:pt x="175" y="14"/>
                </a:lnTo>
                <a:lnTo>
                  <a:pt x="175" y="15"/>
                </a:lnTo>
                <a:lnTo>
                  <a:pt x="175" y="16"/>
                </a:lnTo>
                <a:lnTo>
                  <a:pt x="175" y="17"/>
                </a:lnTo>
                <a:lnTo>
                  <a:pt x="175" y="19"/>
                </a:lnTo>
                <a:lnTo>
                  <a:pt x="175" y="20"/>
                </a:lnTo>
                <a:lnTo>
                  <a:pt x="176" y="20"/>
                </a:lnTo>
                <a:lnTo>
                  <a:pt x="176" y="19"/>
                </a:lnTo>
                <a:lnTo>
                  <a:pt x="177" y="19"/>
                </a:lnTo>
                <a:lnTo>
                  <a:pt x="177" y="18"/>
                </a:lnTo>
                <a:lnTo>
                  <a:pt x="177" y="17"/>
                </a:lnTo>
                <a:lnTo>
                  <a:pt x="178" y="17"/>
                </a:lnTo>
                <a:lnTo>
                  <a:pt x="178" y="16"/>
                </a:lnTo>
                <a:lnTo>
                  <a:pt x="178" y="17"/>
                </a:lnTo>
                <a:lnTo>
                  <a:pt x="179" y="17"/>
                </a:lnTo>
                <a:lnTo>
                  <a:pt x="179" y="18"/>
                </a:lnTo>
                <a:lnTo>
                  <a:pt x="178" y="19"/>
                </a:lnTo>
                <a:lnTo>
                  <a:pt x="179" y="20"/>
                </a:lnTo>
                <a:lnTo>
                  <a:pt x="179" y="21"/>
                </a:lnTo>
                <a:lnTo>
                  <a:pt x="178" y="21"/>
                </a:lnTo>
                <a:lnTo>
                  <a:pt x="177" y="21"/>
                </a:lnTo>
                <a:lnTo>
                  <a:pt x="176" y="21"/>
                </a:lnTo>
                <a:lnTo>
                  <a:pt x="176" y="22"/>
                </a:lnTo>
                <a:lnTo>
                  <a:pt x="177" y="22"/>
                </a:lnTo>
                <a:lnTo>
                  <a:pt x="177" y="21"/>
                </a:lnTo>
                <a:lnTo>
                  <a:pt x="178" y="22"/>
                </a:lnTo>
                <a:lnTo>
                  <a:pt x="179" y="22"/>
                </a:lnTo>
                <a:lnTo>
                  <a:pt x="178" y="22"/>
                </a:lnTo>
                <a:lnTo>
                  <a:pt x="178" y="23"/>
                </a:lnTo>
                <a:lnTo>
                  <a:pt x="179" y="23"/>
                </a:lnTo>
                <a:lnTo>
                  <a:pt x="179" y="24"/>
                </a:lnTo>
                <a:lnTo>
                  <a:pt x="180" y="24"/>
                </a:lnTo>
                <a:lnTo>
                  <a:pt x="179" y="25"/>
                </a:lnTo>
                <a:lnTo>
                  <a:pt x="180" y="26"/>
                </a:lnTo>
                <a:lnTo>
                  <a:pt x="180" y="27"/>
                </a:lnTo>
                <a:lnTo>
                  <a:pt x="181" y="27"/>
                </a:lnTo>
                <a:lnTo>
                  <a:pt x="180" y="27"/>
                </a:lnTo>
                <a:lnTo>
                  <a:pt x="181" y="27"/>
                </a:lnTo>
                <a:lnTo>
                  <a:pt x="181" y="28"/>
                </a:lnTo>
                <a:lnTo>
                  <a:pt x="181" y="27"/>
                </a:lnTo>
                <a:lnTo>
                  <a:pt x="180" y="26"/>
                </a:lnTo>
                <a:lnTo>
                  <a:pt x="180" y="25"/>
                </a:lnTo>
                <a:lnTo>
                  <a:pt x="181" y="24"/>
                </a:lnTo>
                <a:lnTo>
                  <a:pt x="183" y="24"/>
                </a:lnTo>
                <a:lnTo>
                  <a:pt x="183" y="25"/>
                </a:lnTo>
                <a:lnTo>
                  <a:pt x="183" y="24"/>
                </a:lnTo>
                <a:lnTo>
                  <a:pt x="183" y="23"/>
                </a:lnTo>
                <a:lnTo>
                  <a:pt x="182" y="22"/>
                </a:lnTo>
                <a:lnTo>
                  <a:pt x="182" y="21"/>
                </a:lnTo>
                <a:lnTo>
                  <a:pt x="182" y="20"/>
                </a:lnTo>
                <a:lnTo>
                  <a:pt x="182" y="19"/>
                </a:lnTo>
                <a:lnTo>
                  <a:pt x="181" y="18"/>
                </a:lnTo>
                <a:lnTo>
                  <a:pt x="181" y="16"/>
                </a:lnTo>
                <a:lnTo>
                  <a:pt x="181" y="15"/>
                </a:lnTo>
                <a:lnTo>
                  <a:pt x="180" y="15"/>
                </a:lnTo>
                <a:lnTo>
                  <a:pt x="181" y="15"/>
                </a:lnTo>
                <a:lnTo>
                  <a:pt x="182" y="15"/>
                </a:lnTo>
                <a:lnTo>
                  <a:pt x="182" y="14"/>
                </a:lnTo>
                <a:lnTo>
                  <a:pt x="181" y="14"/>
                </a:lnTo>
                <a:lnTo>
                  <a:pt x="180" y="14"/>
                </a:lnTo>
                <a:lnTo>
                  <a:pt x="179" y="14"/>
                </a:lnTo>
                <a:lnTo>
                  <a:pt x="178" y="14"/>
                </a:lnTo>
                <a:lnTo>
                  <a:pt x="178" y="13"/>
                </a:lnTo>
                <a:lnTo>
                  <a:pt x="177" y="13"/>
                </a:lnTo>
                <a:lnTo>
                  <a:pt x="177" y="11"/>
                </a:lnTo>
                <a:lnTo>
                  <a:pt x="177" y="10"/>
                </a:lnTo>
                <a:lnTo>
                  <a:pt x="178" y="10"/>
                </a:lnTo>
                <a:lnTo>
                  <a:pt x="178" y="9"/>
                </a:lnTo>
                <a:lnTo>
                  <a:pt x="178" y="8"/>
                </a:lnTo>
                <a:lnTo>
                  <a:pt x="178" y="7"/>
                </a:lnTo>
                <a:lnTo>
                  <a:pt x="179" y="6"/>
                </a:lnTo>
                <a:lnTo>
                  <a:pt x="180" y="6"/>
                </a:lnTo>
                <a:lnTo>
                  <a:pt x="180" y="5"/>
                </a:lnTo>
                <a:lnTo>
                  <a:pt x="181" y="5"/>
                </a:lnTo>
                <a:lnTo>
                  <a:pt x="182" y="5"/>
                </a:lnTo>
                <a:lnTo>
                  <a:pt x="183" y="6"/>
                </a:lnTo>
                <a:lnTo>
                  <a:pt x="184" y="6"/>
                </a:lnTo>
                <a:lnTo>
                  <a:pt x="184" y="5"/>
                </a:lnTo>
                <a:lnTo>
                  <a:pt x="185" y="5"/>
                </a:lnTo>
                <a:lnTo>
                  <a:pt x="185" y="4"/>
                </a:lnTo>
                <a:lnTo>
                  <a:pt x="186" y="4"/>
                </a:lnTo>
                <a:lnTo>
                  <a:pt x="186" y="3"/>
                </a:lnTo>
                <a:lnTo>
                  <a:pt x="187" y="3"/>
                </a:lnTo>
                <a:lnTo>
                  <a:pt x="187" y="2"/>
                </a:lnTo>
                <a:lnTo>
                  <a:pt x="187" y="1"/>
                </a:lnTo>
                <a:lnTo>
                  <a:pt x="188" y="0"/>
                </a:lnTo>
                <a:lnTo>
                  <a:pt x="188" y="1"/>
                </a:lnTo>
                <a:lnTo>
                  <a:pt x="188" y="2"/>
                </a:lnTo>
                <a:lnTo>
                  <a:pt x="189" y="2"/>
                </a:lnTo>
                <a:lnTo>
                  <a:pt x="189" y="3"/>
                </a:lnTo>
                <a:lnTo>
                  <a:pt x="190" y="6"/>
                </a:lnTo>
                <a:lnTo>
                  <a:pt x="191" y="9"/>
                </a:lnTo>
                <a:lnTo>
                  <a:pt x="192" y="11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" name=""/>
          <p:cNvSpPr/>
          <p:nvPr/>
        </p:nvSpPr>
        <p:spPr>
          <a:xfrm>
            <a:off x="1978200" y="22845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" name=""/>
          <p:cNvSpPr/>
          <p:nvPr/>
        </p:nvSpPr>
        <p:spPr>
          <a:xfrm>
            <a:off x="1914480" y="2280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1931040" y="22676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2" y="1"/>
                </a:moveTo>
                <a:lnTo>
                  <a:pt x="3" y="1"/>
                </a:lnTo>
                <a:lnTo>
                  <a:pt x="2" y="1"/>
                </a:ln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" name=""/>
          <p:cNvSpPr/>
          <p:nvPr/>
        </p:nvSpPr>
        <p:spPr>
          <a:xfrm>
            <a:off x="1996920" y="2259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1" name=""/>
          <p:cNvSpPr/>
          <p:nvPr/>
        </p:nvSpPr>
        <p:spPr>
          <a:xfrm>
            <a:off x="1976040" y="22550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1965600" y="2252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3" name=""/>
          <p:cNvSpPr/>
          <p:nvPr/>
        </p:nvSpPr>
        <p:spPr>
          <a:xfrm>
            <a:off x="2029320" y="241272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3" y="2"/>
                </a:moveTo>
                <a:lnTo>
                  <a:pt x="5" y="0"/>
                </a:lnTo>
                <a:lnTo>
                  <a:pt x="6" y="0"/>
                </a:lnTo>
                <a:lnTo>
                  <a:pt x="6" y="3"/>
                </a:lnTo>
                <a:lnTo>
                  <a:pt x="6" y="4"/>
                </a:ln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2" y="3"/>
                </a:lnTo>
                <a:lnTo>
                  <a:pt x="3" y="2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" name=""/>
          <p:cNvSpPr/>
          <p:nvPr/>
        </p:nvSpPr>
        <p:spPr>
          <a:xfrm>
            <a:off x="2014920" y="2400480"/>
            <a:ext cx="2880" cy="1800"/>
          </a:xfrm>
          <a:custGeom>
            <a:avLst/>
            <a:gdLst/>
            <a:ahLst/>
            <a:rect l="0" t="0" r="r" b="b"/>
            <a:pathLst>
              <a:path w="8" h="5">
                <a:moveTo>
                  <a:pt x="0" y="3"/>
                </a:moveTo>
                <a:lnTo>
                  <a:pt x="0" y="1"/>
                </a:lnTo>
                <a:lnTo>
                  <a:pt x="2" y="1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3"/>
                </a:lnTo>
                <a:lnTo>
                  <a:pt x="7" y="3"/>
                </a:lnTo>
                <a:lnTo>
                  <a:pt x="7" y="4"/>
                </a:lnTo>
                <a:lnTo>
                  <a:pt x="6" y="5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" name=""/>
          <p:cNvSpPr/>
          <p:nvPr/>
        </p:nvSpPr>
        <p:spPr>
          <a:xfrm>
            <a:off x="2013120" y="23950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" name=""/>
          <p:cNvSpPr/>
          <p:nvPr/>
        </p:nvSpPr>
        <p:spPr>
          <a:xfrm>
            <a:off x="2008800" y="2393280"/>
            <a:ext cx="4680" cy="4680"/>
          </a:xfrm>
          <a:custGeom>
            <a:avLst/>
            <a:gdLst/>
            <a:ahLst/>
            <a:rect l="0" t="0" r="r" b="b"/>
            <a:pathLst>
              <a:path w="13" h="13">
                <a:moveTo>
                  <a:pt x="4" y="7"/>
                </a:moveTo>
                <a:lnTo>
                  <a:pt x="3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7" y="9"/>
                </a:lnTo>
                <a:lnTo>
                  <a:pt x="8" y="8"/>
                </a:lnTo>
                <a:lnTo>
                  <a:pt x="9" y="8"/>
                </a:lnTo>
                <a:lnTo>
                  <a:pt x="10" y="7"/>
                </a:lnTo>
                <a:lnTo>
                  <a:pt x="12" y="7"/>
                </a:lnTo>
                <a:lnTo>
                  <a:pt x="13" y="7"/>
                </a:lnTo>
                <a:lnTo>
                  <a:pt x="13" y="8"/>
                </a:lnTo>
                <a:lnTo>
                  <a:pt x="12" y="9"/>
                </a:lnTo>
                <a:lnTo>
                  <a:pt x="10" y="9"/>
                </a:lnTo>
                <a:lnTo>
                  <a:pt x="9" y="9"/>
                </a:lnTo>
                <a:lnTo>
                  <a:pt x="8" y="10"/>
                </a:lnTo>
                <a:lnTo>
                  <a:pt x="5" y="12"/>
                </a:lnTo>
                <a:lnTo>
                  <a:pt x="4" y="12"/>
                </a:lnTo>
                <a:lnTo>
                  <a:pt x="2" y="13"/>
                </a:lnTo>
                <a:lnTo>
                  <a:pt x="1" y="12"/>
                </a:lnTo>
                <a:lnTo>
                  <a:pt x="0" y="12"/>
                </a:lnTo>
                <a:lnTo>
                  <a:pt x="0" y="11"/>
                </a:lnTo>
                <a:lnTo>
                  <a:pt x="0" y="8"/>
                </a:lnTo>
                <a:lnTo>
                  <a:pt x="1" y="7"/>
                </a:lnTo>
                <a:lnTo>
                  <a:pt x="4" y="4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11" y="0"/>
                </a:lnTo>
                <a:lnTo>
                  <a:pt x="11" y="1"/>
                </a:lnTo>
                <a:lnTo>
                  <a:pt x="11" y="3"/>
                </a:lnTo>
                <a:lnTo>
                  <a:pt x="10" y="4"/>
                </a:lnTo>
                <a:lnTo>
                  <a:pt x="8" y="4"/>
                </a:lnTo>
                <a:lnTo>
                  <a:pt x="5" y="6"/>
                </a:lnTo>
                <a:lnTo>
                  <a:pt x="4" y="7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" name=""/>
          <p:cNvSpPr/>
          <p:nvPr/>
        </p:nvSpPr>
        <p:spPr>
          <a:xfrm>
            <a:off x="2012400" y="2392920"/>
            <a:ext cx="5040" cy="3600"/>
          </a:xfrm>
          <a:custGeom>
            <a:avLst/>
            <a:gdLst/>
            <a:ahLst/>
            <a:rect l="0" t="0" r="r" b="b"/>
            <a:pathLst>
              <a:path w="14" h="10">
                <a:moveTo>
                  <a:pt x="9" y="9"/>
                </a:moveTo>
                <a:lnTo>
                  <a:pt x="7" y="10"/>
                </a:lnTo>
                <a:lnTo>
                  <a:pt x="6" y="9"/>
                </a:lnTo>
                <a:lnTo>
                  <a:pt x="5" y="9"/>
                </a:lnTo>
                <a:lnTo>
                  <a:pt x="5" y="8"/>
                </a:lnTo>
                <a:lnTo>
                  <a:pt x="6" y="8"/>
                </a:lnTo>
                <a:lnTo>
                  <a:pt x="7" y="8"/>
                </a:lnTo>
                <a:lnTo>
                  <a:pt x="9" y="8"/>
                </a:lnTo>
                <a:lnTo>
                  <a:pt x="10" y="7"/>
                </a:lnTo>
                <a:lnTo>
                  <a:pt x="11" y="7"/>
                </a:lnTo>
                <a:lnTo>
                  <a:pt x="11" y="6"/>
                </a:lnTo>
                <a:lnTo>
                  <a:pt x="11" y="4"/>
                </a:lnTo>
                <a:lnTo>
                  <a:pt x="11" y="3"/>
                </a:lnTo>
                <a:lnTo>
                  <a:pt x="11" y="2"/>
                </a:lnTo>
                <a:lnTo>
                  <a:pt x="9" y="2"/>
                </a:lnTo>
                <a:lnTo>
                  <a:pt x="7" y="3"/>
                </a:lnTo>
                <a:lnTo>
                  <a:pt x="6" y="3"/>
                </a:lnTo>
                <a:lnTo>
                  <a:pt x="5" y="3"/>
                </a:lnTo>
                <a:lnTo>
                  <a:pt x="3" y="3"/>
                </a:lnTo>
                <a:lnTo>
                  <a:pt x="2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4" y="2"/>
                </a:lnTo>
                <a:lnTo>
                  <a:pt x="6" y="1"/>
                </a:lnTo>
                <a:lnTo>
                  <a:pt x="7" y="1"/>
                </a:lnTo>
                <a:lnTo>
                  <a:pt x="10" y="0"/>
                </a:lnTo>
                <a:lnTo>
                  <a:pt x="11" y="0"/>
                </a:lnTo>
                <a:lnTo>
                  <a:pt x="12" y="0"/>
                </a:lnTo>
                <a:lnTo>
                  <a:pt x="12" y="1"/>
                </a:lnTo>
                <a:lnTo>
                  <a:pt x="13" y="2"/>
                </a:lnTo>
                <a:lnTo>
                  <a:pt x="14" y="3"/>
                </a:lnTo>
                <a:lnTo>
                  <a:pt x="14" y="4"/>
                </a:lnTo>
                <a:lnTo>
                  <a:pt x="13" y="6"/>
                </a:lnTo>
                <a:lnTo>
                  <a:pt x="12" y="8"/>
                </a:lnTo>
                <a:lnTo>
                  <a:pt x="10" y="9"/>
                </a:lnTo>
                <a:lnTo>
                  <a:pt x="9" y="9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" name=""/>
          <p:cNvSpPr/>
          <p:nvPr/>
        </p:nvSpPr>
        <p:spPr>
          <a:xfrm>
            <a:off x="2035080" y="2391480"/>
            <a:ext cx="5760" cy="2160"/>
          </a:xfrm>
          <a:custGeom>
            <a:avLst/>
            <a:gdLst/>
            <a:ahLst/>
            <a:rect l="0" t="0" r="r" b="b"/>
            <a:pathLst>
              <a:path w="16" h="6">
                <a:moveTo>
                  <a:pt x="6" y="4"/>
                </a:moveTo>
                <a:lnTo>
                  <a:pt x="5" y="6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1" y="3"/>
                </a:lnTo>
                <a:lnTo>
                  <a:pt x="2" y="2"/>
                </a:lnTo>
                <a:lnTo>
                  <a:pt x="3" y="2"/>
                </a:lnTo>
                <a:lnTo>
                  <a:pt x="5" y="1"/>
                </a:lnTo>
                <a:lnTo>
                  <a:pt x="7" y="1"/>
                </a:lnTo>
                <a:lnTo>
                  <a:pt x="9" y="1"/>
                </a:lnTo>
                <a:lnTo>
                  <a:pt x="12" y="0"/>
                </a:lnTo>
                <a:lnTo>
                  <a:pt x="13" y="0"/>
                </a:lnTo>
                <a:lnTo>
                  <a:pt x="14" y="0"/>
                </a:lnTo>
                <a:lnTo>
                  <a:pt x="15" y="0"/>
                </a:lnTo>
                <a:lnTo>
                  <a:pt x="16" y="2"/>
                </a:lnTo>
                <a:lnTo>
                  <a:pt x="16" y="3"/>
                </a:lnTo>
                <a:lnTo>
                  <a:pt x="15" y="3"/>
                </a:lnTo>
                <a:lnTo>
                  <a:pt x="13" y="3"/>
                </a:lnTo>
                <a:lnTo>
                  <a:pt x="11" y="3"/>
                </a:lnTo>
                <a:lnTo>
                  <a:pt x="9" y="3"/>
                </a:lnTo>
                <a:lnTo>
                  <a:pt x="7" y="3"/>
                </a:lnTo>
                <a:lnTo>
                  <a:pt x="6" y="4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" name=""/>
          <p:cNvSpPr/>
          <p:nvPr/>
        </p:nvSpPr>
        <p:spPr>
          <a:xfrm>
            <a:off x="2022120" y="2389680"/>
            <a:ext cx="3600" cy="2520"/>
          </a:xfrm>
          <a:custGeom>
            <a:avLst/>
            <a:gdLst/>
            <a:ahLst/>
            <a:rect l="0" t="0" r="r" b="b"/>
            <a:pathLst>
              <a:path w="10" h="7">
                <a:moveTo>
                  <a:pt x="0" y="4"/>
                </a:moveTo>
                <a:lnTo>
                  <a:pt x="0" y="3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5" y="1"/>
                </a:lnTo>
                <a:lnTo>
                  <a:pt x="6" y="1"/>
                </a:lnTo>
                <a:lnTo>
                  <a:pt x="7" y="0"/>
                </a:lnTo>
                <a:lnTo>
                  <a:pt x="8" y="1"/>
                </a:lnTo>
                <a:lnTo>
                  <a:pt x="10" y="2"/>
                </a:lnTo>
                <a:lnTo>
                  <a:pt x="10" y="3"/>
                </a:lnTo>
                <a:lnTo>
                  <a:pt x="10" y="4"/>
                </a:lnTo>
                <a:lnTo>
                  <a:pt x="9" y="6"/>
                </a:lnTo>
                <a:lnTo>
                  <a:pt x="8" y="6"/>
                </a:lnTo>
                <a:lnTo>
                  <a:pt x="6" y="6"/>
                </a:lnTo>
                <a:lnTo>
                  <a:pt x="5" y="7"/>
                </a:lnTo>
                <a:lnTo>
                  <a:pt x="3" y="7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" name=""/>
          <p:cNvSpPr/>
          <p:nvPr/>
        </p:nvSpPr>
        <p:spPr>
          <a:xfrm>
            <a:off x="2013120" y="23864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2" y="0"/>
                </a:move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1" name=""/>
          <p:cNvSpPr/>
          <p:nvPr/>
        </p:nvSpPr>
        <p:spPr>
          <a:xfrm>
            <a:off x="2008800" y="238500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1" y="5"/>
                </a:moveTo>
                <a:lnTo>
                  <a:pt x="0" y="4"/>
                </a:lnTo>
                <a:lnTo>
                  <a:pt x="0" y="2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5" y="4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3" y="6"/>
                </a:lnTo>
                <a:lnTo>
                  <a:pt x="1" y="6"/>
                </a:lnTo>
                <a:lnTo>
                  <a:pt x="1" y="5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" name=""/>
          <p:cNvSpPr/>
          <p:nvPr/>
        </p:nvSpPr>
        <p:spPr>
          <a:xfrm>
            <a:off x="2014200" y="2382840"/>
            <a:ext cx="2160" cy="3960"/>
          </a:xfrm>
          <a:custGeom>
            <a:avLst/>
            <a:gdLst/>
            <a:ahLst/>
            <a:rect l="0" t="0" r="r" b="b"/>
            <a:pathLst>
              <a:path w="6" h="11">
                <a:moveTo>
                  <a:pt x="2" y="9"/>
                </a:moveTo>
                <a:lnTo>
                  <a:pt x="2" y="8"/>
                </a:lnTo>
                <a:lnTo>
                  <a:pt x="4" y="7"/>
                </a:lnTo>
                <a:lnTo>
                  <a:pt x="4" y="5"/>
                </a:lnTo>
                <a:lnTo>
                  <a:pt x="4" y="4"/>
                </a:lnTo>
                <a:lnTo>
                  <a:pt x="4" y="3"/>
                </a:lnTo>
                <a:lnTo>
                  <a:pt x="2" y="3"/>
                </a:lnTo>
                <a:lnTo>
                  <a:pt x="2" y="2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2"/>
                </a:lnTo>
                <a:lnTo>
                  <a:pt x="5" y="2"/>
                </a:lnTo>
                <a:lnTo>
                  <a:pt x="6" y="3"/>
                </a:lnTo>
                <a:lnTo>
                  <a:pt x="6" y="4"/>
                </a:lnTo>
                <a:lnTo>
                  <a:pt x="5" y="7"/>
                </a:lnTo>
                <a:lnTo>
                  <a:pt x="5" y="8"/>
                </a:lnTo>
                <a:lnTo>
                  <a:pt x="4" y="9"/>
                </a:lnTo>
                <a:lnTo>
                  <a:pt x="2" y="10"/>
                </a:lnTo>
                <a:lnTo>
                  <a:pt x="2" y="11"/>
                </a:lnTo>
                <a:lnTo>
                  <a:pt x="1" y="11"/>
                </a:lnTo>
                <a:lnTo>
                  <a:pt x="0" y="11"/>
                </a:lnTo>
                <a:lnTo>
                  <a:pt x="0" y="9"/>
                </a:lnTo>
                <a:lnTo>
                  <a:pt x="1" y="9"/>
                </a:lnTo>
                <a:lnTo>
                  <a:pt x="2" y="9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>
            <a:off x="2009520" y="23842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" name=""/>
          <p:cNvSpPr/>
          <p:nvPr/>
        </p:nvSpPr>
        <p:spPr>
          <a:xfrm>
            <a:off x="2009880" y="238284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1"/>
                </a:move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" name=""/>
          <p:cNvSpPr/>
          <p:nvPr/>
        </p:nvSpPr>
        <p:spPr>
          <a:xfrm>
            <a:off x="2013840" y="23832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" name=""/>
          <p:cNvSpPr/>
          <p:nvPr/>
        </p:nvSpPr>
        <p:spPr>
          <a:xfrm>
            <a:off x="2013480" y="23828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2012760" y="23821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" name=""/>
          <p:cNvSpPr/>
          <p:nvPr/>
        </p:nvSpPr>
        <p:spPr>
          <a:xfrm>
            <a:off x="2011680" y="238176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0" y="2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2" y="5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9" name=""/>
          <p:cNvSpPr/>
          <p:nvPr/>
        </p:nvSpPr>
        <p:spPr>
          <a:xfrm>
            <a:off x="2012760" y="238104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1" y="4"/>
                </a:move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4" y="2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2" y="4"/>
                </a:lnTo>
                <a:lnTo>
                  <a:pt x="1" y="4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" name=""/>
          <p:cNvSpPr/>
          <p:nvPr/>
        </p:nvSpPr>
        <p:spPr>
          <a:xfrm>
            <a:off x="2029320" y="2373840"/>
            <a:ext cx="2880" cy="2160"/>
          </a:xfrm>
          <a:custGeom>
            <a:avLst/>
            <a:gdLst/>
            <a:ahLst/>
            <a:rect l="0" t="0" r="r" b="b"/>
            <a:pathLst>
              <a:path w="8" h="6">
                <a:moveTo>
                  <a:pt x="0" y="1"/>
                </a:moveTo>
                <a:lnTo>
                  <a:pt x="2" y="0"/>
                </a:lnTo>
                <a:lnTo>
                  <a:pt x="3" y="0"/>
                </a:lnTo>
                <a:lnTo>
                  <a:pt x="5" y="1"/>
                </a:lnTo>
                <a:lnTo>
                  <a:pt x="8" y="2"/>
                </a:lnTo>
                <a:lnTo>
                  <a:pt x="6" y="5"/>
                </a:lnTo>
                <a:lnTo>
                  <a:pt x="5" y="6"/>
                </a:lnTo>
                <a:lnTo>
                  <a:pt x="4" y="5"/>
                </a:lnTo>
                <a:lnTo>
                  <a:pt x="3" y="5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>
            <a:off x="2033640" y="237204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3" y="0"/>
                </a:moveTo>
                <a:lnTo>
                  <a:pt x="3" y="1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" name=""/>
          <p:cNvSpPr/>
          <p:nvPr/>
        </p:nvSpPr>
        <p:spPr>
          <a:xfrm>
            <a:off x="2032560" y="236736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3" y="4"/>
                </a:moveTo>
                <a:lnTo>
                  <a:pt x="3" y="2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5" y="4"/>
                </a:lnTo>
                <a:lnTo>
                  <a:pt x="6" y="5"/>
                </a:lnTo>
                <a:lnTo>
                  <a:pt x="6" y="6"/>
                </a:lnTo>
                <a:lnTo>
                  <a:pt x="6" y="7"/>
                </a:lnTo>
                <a:lnTo>
                  <a:pt x="5" y="7"/>
                </a:lnTo>
                <a:lnTo>
                  <a:pt x="4" y="5"/>
                </a:lnTo>
                <a:lnTo>
                  <a:pt x="3" y="4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" name=""/>
          <p:cNvSpPr/>
          <p:nvPr/>
        </p:nvSpPr>
        <p:spPr>
          <a:xfrm>
            <a:off x="2029320" y="2366280"/>
            <a:ext cx="3600" cy="1800"/>
          </a:xfrm>
          <a:custGeom>
            <a:avLst/>
            <a:gdLst/>
            <a:ahLst/>
            <a:rect l="0" t="0" r="r" b="b"/>
            <a:pathLst>
              <a:path w="10" h="5">
                <a:moveTo>
                  <a:pt x="4" y="4"/>
                </a:moveTo>
                <a:lnTo>
                  <a:pt x="4" y="5"/>
                </a:ln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2" y="1"/>
                </a:lnTo>
                <a:lnTo>
                  <a:pt x="3" y="0"/>
                </a:lnTo>
                <a:lnTo>
                  <a:pt x="5" y="0"/>
                </a:lnTo>
                <a:lnTo>
                  <a:pt x="6" y="1"/>
                </a:lnTo>
                <a:lnTo>
                  <a:pt x="8" y="1"/>
                </a:lnTo>
                <a:lnTo>
                  <a:pt x="9" y="3"/>
                </a:lnTo>
                <a:lnTo>
                  <a:pt x="10" y="3"/>
                </a:lnTo>
                <a:lnTo>
                  <a:pt x="10" y="4"/>
                </a:lnTo>
                <a:lnTo>
                  <a:pt x="9" y="4"/>
                </a:lnTo>
                <a:lnTo>
                  <a:pt x="8" y="4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" name=""/>
          <p:cNvSpPr/>
          <p:nvPr/>
        </p:nvSpPr>
        <p:spPr>
          <a:xfrm>
            <a:off x="2062800" y="2759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2063520" y="27586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2067120" y="26863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7" name=""/>
          <p:cNvSpPr/>
          <p:nvPr/>
        </p:nvSpPr>
        <p:spPr>
          <a:xfrm>
            <a:off x="2078280" y="26618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" name=""/>
          <p:cNvSpPr/>
          <p:nvPr/>
        </p:nvSpPr>
        <p:spPr>
          <a:xfrm>
            <a:off x="2099520" y="2610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9" name=""/>
          <p:cNvSpPr/>
          <p:nvPr/>
        </p:nvSpPr>
        <p:spPr>
          <a:xfrm>
            <a:off x="2097000" y="25851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" name=""/>
          <p:cNvSpPr/>
          <p:nvPr/>
        </p:nvSpPr>
        <p:spPr>
          <a:xfrm>
            <a:off x="2211480" y="24357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" name=""/>
          <p:cNvSpPr/>
          <p:nvPr/>
        </p:nvSpPr>
        <p:spPr>
          <a:xfrm>
            <a:off x="2210040" y="24357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" name=""/>
          <p:cNvSpPr/>
          <p:nvPr/>
        </p:nvSpPr>
        <p:spPr>
          <a:xfrm>
            <a:off x="2208960" y="243576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2212200" y="24350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" name=""/>
          <p:cNvSpPr/>
          <p:nvPr/>
        </p:nvSpPr>
        <p:spPr>
          <a:xfrm>
            <a:off x="2208960" y="243216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5" name=""/>
          <p:cNvSpPr/>
          <p:nvPr/>
        </p:nvSpPr>
        <p:spPr>
          <a:xfrm>
            <a:off x="2037240" y="2400480"/>
            <a:ext cx="5760" cy="2880"/>
          </a:xfrm>
          <a:custGeom>
            <a:avLst/>
            <a:gdLst/>
            <a:ahLst/>
            <a:rect l="0" t="0" r="r" b="b"/>
            <a:pathLst>
              <a:path w="16" h="8">
                <a:moveTo>
                  <a:pt x="16" y="4"/>
                </a:moveTo>
                <a:lnTo>
                  <a:pt x="15" y="5"/>
                </a:lnTo>
                <a:lnTo>
                  <a:pt x="14" y="5"/>
                </a:lnTo>
                <a:lnTo>
                  <a:pt x="13" y="6"/>
                </a:lnTo>
                <a:lnTo>
                  <a:pt x="12" y="6"/>
                </a:lnTo>
                <a:lnTo>
                  <a:pt x="9" y="8"/>
                </a:lnTo>
                <a:lnTo>
                  <a:pt x="3" y="8"/>
                </a:lnTo>
                <a:lnTo>
                  <a:pt x="0" y="8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1" y="3"/>
                </a:lnTo>
                <a:lnTo>
                  <a:pt x="2" y="3"/>
                </a:lnTo>
                <a:lnTo>
                  <a:pt x="3" y="2"/>
                </a:lnTo>
                <a:lnTo>
                  <a:pt x="8" y="1"/>
                </a:lnTo>
                <a:lnTo>
                  <a:pt x="10" y="1"/>
                </a:lnTo>
                <a:lnTo>
                  <a:pt x="11" y="1"/>
                </a:lnTo>
                <a:lnTo>
                  <a:pt x="12" y="0"/>
                </a:lnTo>
                <a:lnTo>
                  <a:pt x="13" y="0"/>
                </a:lnTo>
                <a:lnTo>
                  <a:pt x="14" y="0"/>
                </a:lnTo>
                <a:lnTo>
                  <a:pt x="15" y="0"/>
                </a:lnTo>
                <a:lnTo>
                  <a:pt x="16" y="1"/>
                </a:lnTo>
                <a:lnTo>
                  <a:pt x="16" y="0"/>
                </a:lnTo>
                <a:lnTo>
                  <a:pt x="16" y="1"/>
                </a:lnTo>
                <a:lnTo>
                  <a:pt x="16" y="2"/>
                </a:lnTo>
                <a:lnTo>
                  <a:pt x="16" y="3"/>
                </a:lnTo>
                <a:lnTo>
                  <a:pt x="16" y="4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6" name=""/>
          <p:cNvSpPr/>
          <p:nvPr/>
        </p:nvSpPr>
        <p:spPr>
          <a:xfrm>
            <a:off x="2175120" y="2389320"/>
            <a:ext cx="2160" cy="3240"/>
          </a:xfrm>
          <a:custGeom>
            <a:avLst/>
            <a:gdLst/>
            <a:ahLst/>
            <a:rect l="0" t="0" r="r" b="b"/>
            <a:pathLst>
              <a:path w="6" h="9">
                <a:moveTo>
                  <a:pt x="4" y="0"/>
                </a:moveTo>
                <a:lnTo>
                  <a:pt x="5" y="1"/>
                </a:lnTo>
                <a:lnTo>
                  <a:pt x="6" y="2"/>
                </a:lnTo>
                <a:lnTo>
                  <a:pt x="6" y="4"/>
                </a:lnTo>
                <a:lnTo>
                  <a:pt x="6" y="6"/>
                </a:lnTo>
                <a:lnTo>
                  <a:pt x="5" y="9"/>
                </a:lnTo>
                <a:lnTo>
                  <a:pt x="3" y="9"/>
                </a:lnTo>
                <a:lnTo>
                  <a:pt x="0" y="6"/>
                </a:lnTo>
                <a:lnTo>
                  <a:pt x="0" y="4"/>
                </a:lnTo>
                <a:lnTo>
                  <a:pt x="0" y="2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7" name=""/>
          <p:cNvSpPr/>
          <p:nvPr/>
        </p:nvSpPr>
        <p:spPr>
          <a:xfrm>
            <a:off x="2044440" y="23896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3" y="0"/>
                </a:moveTo>
                <a:lnTo>
                  <a:pt x="4" y="1"/>
                </a:lnTo>
                <a:lnTo>
                  <a:pt x="4" y="2"/>
                </a:lnTo>
                <a:lnTo>
                  <a:pt x="4" y="4"/>
                </a:lnTo>
                <a:lnTo>
                  <a:pt x="3" y="5"/>
                </a:lnTo>
                <a:lnTo>
                  <a:pt x="1" y="5"/>
                </a:lnTo>
                <a:lnTo>
                  <a:pt x="1" y="4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" name=""/>
          <p:cNvSpPr/>
          <p:nvPr/>
        </p:nvSpPr>
        <p:spPr>
          <a:xfrm>
            <a:off x="2043720" y="238752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2" y="0"/>
                </a:move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4" y="5"/>
                </a:ln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9" name=""/>
          <p:cNvSpPr/>
          <p:nvPr/>
        </p:nvSpPr>
        <p:spPr>
          <a:xfrm>
            <a:off x="2039040" y="2383200"/>
            <a:ext cx="3240" cy="3240"/>
          </a:xfrm>
          <a:custGeom>
            <a:avLst/>
            <a:gdLst/>
            <a:ahLst/>
            <a:rect l="0" t="0" r="r" b="b"/>
            <a:pathLst>
              <a:path w="9" h="9">
                <a:moveTo>
                  <a:pt x="0" y="4"/>
                </a:moveTo>
                <a:lnTo>
                  <a:pt x="2" y="4"/>
                </a:lnTo>
                <a:lnTo>
                  <a:pt x="3" y="3"/>
                </a:lnTo>
                <a:lnTo>
                  <a:pt x="7" y="1"/>
                </a:lnTo>
                <a:lnTo>
                  <a:pt x="8" y="0"/>
                </a:lnTo>
                <a:lnTo>
                  <a:pt x="8" y="1"/>
                </a:lnTo>
                <a:lnTo>
                  <a:pt x="9" y="2"/>
                </a:lnTo>
                <a:lnTo>
                  <a:pt x="8" y="3"/>
                </a:lnTo>
                <a:lnTo>
                  <a:pt x="7" y="4"/>
                </a:lnTo>
                <a:lnTo>
                  <a:pt x="6" y="4"/>
                </a:lnTo>
                <a:lnTo>
                  <a:pt x="5" y="5"/>
                </a:lnTo>
                <a:lnTo>
                  <a:pt x="3" y="5"/>
                </a:lnTo>
                <a:lnTo>
                  <a:pt x="2" y="7"/>
                </a:lnTo>
                <a:lnTo>
                  <a:pt x="1" y="9"/>
                </a:lnTo>
                <a:lnTo>
                  <a:pt x="0" y="8"/>
                </a:lnTo>
                <a:lnTo>
                  <a:pt x="0" y="7"/>
                </a:lnTo>
                <a:lnTo>
                  <a:pt x="0" y="5"/>
                </a:lnTo>
                <a:lnTo>
                  <a:pt x="0" y="4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2043360" y="2382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1" name=""/>
          <p:cNvSpPr/>
          <p:nvPr/>
        </p:nvSpPr>
        <p:spPr>
          <a:xfrm>
            <a:off x="2046240" y="237816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5" y="3"/>
                </a:lnTo>
                <a:lnTo>
                  <a:pt x="3" y="3"/>
                </a:lnTo>
                <a:lnTo>
                  <a:pt x="3" y="5"/>
                </a:lnTo>
                <a:lnTo>
                  <a:pt x="2" y="3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" name=""/>
          <p:cNvSpPr/>
          <p:nvPr/>
        </p:nvSpPr>
        <p:spPr>
          <a:xfrm>
            <a:off x="2050920" y="23742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3" y="0"/>
                </a:move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4" y="3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3" y="0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3" name=""/>
          <p:cNvSpPr/>
          <p:nvPr/>
        </p:nvSpPr>
        <p:spPr>
          <a:xfrm>
            <a:off x="2081160" y="2283840"/>
            <a:ext cx="4680" cy="3600"/>
          </a:xfrm>
          <a:custGeom>
            <a:avLst/>
            <a:gdLst/>
            <a:ahLst/>
            <a:rect l="0" t="0" r="r" b="b"/>
            <a:pathLst>
              <a:path w="13" h="10">
                <a:moveTo>
                  <a:pt x="1" y="2"/>
                </a:moveTo>
                <a:lnTo>
                  <a:pt x="3" y="1"/>
                </a:lnTo>
                <a:lnTo>
                  <a:pt x="5" y="0"/>
                </a:lnTo>
                <a:lnTo>
                  <a:pt x="7" y="0"/>
                </a:lnTo>
                <a:lnTo>
                  <a:pt x="9" y="1"/>
                </a:lnTo>
                <a:lnTo>
                  <a:pt x="12" y="2"/>
                </a:lnTo>
                <a:lnTo>
                  <a:pt x="13" y="3"/>
                </a:lnTo>
                <a:lnTo>
                  <a:pt x="12" y="6"/>
                </a:lnTo>
                <a:lnTo>
                  <a:pt x="10" y="8"/>
                </a:lnTo>
                <a:lnTo>
                  <a:pt x="9" y="9"/>
                </a:lnTo>
                <a:lnTo>
                  <a:pt x="7" y="10"/>
                </a:lnTo>
                <a:lnTo>
                  <a:pt x="5" y="10"/>
                </a:lnTo>
                <a:lnTo>
                  <a:pt x="3" y="9"/>
                </a:lnTo>
                <a:lnTo>
                  <a:pt x="1" y="8"/>
                </a:lnTo>
                <a:lnTo>
                  <a:pt x="0" y="5"/>
                </a:lnTo>
                <a:lnTo>
                  <a:pt x="1" y="2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" name=""/>
          <p:cNvSpPr/>
          <p:nvPr/>
        </p:nvSpPr>
        <p:spPr>
          <a:xfrm>
            <a:off x="2054520" y="227304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1" y="3"/>
                </a:moveTo>
                <a:lnTo>
                  <a:pt x="1" y="2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2"/>
                </a:lnTo>
                <a:lnTo>
                  <a:pt x="7" y="4"/>
                </a:lnTo>
                <a:lnTo>
                  <a:pt x="7" y="5"/>
                </a:lnTo>
                <a:lnTo>
                  <a:pt x="6" y="6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1" y="7"/>
                </a:lnTo>
                <a:lnTo>
                  <a:pt x="1" y="6"/>
                </a:lnTo>
                <a:lnTo>
                  <a:pt x="0" y="5"/>
                </a:lnTo>
                <a:lnTo>
                  <a:pt x="1" y="3"/>
                </a:lnTo>
                <a:close/>
              </a:path>
            </a:pathLst>
          </a:custGeom>
          <a:solidFill>
            <a:srgbClr val="E1F3F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" name=""/>
          <p:cNvSpPr/>
          <p:nvPr/>
        </p:nvSpPr>
        <p:spPr>
          <a:xfrm>
            <a:off x="1805400" y="1806480"/>
            <a:ext cx="159480" cy="149040"/>
          </a:xfrm>
          <a:custGeom>
            <a:avLst/>
            <a:gdLst/>
            <a:ahLst/>
            <a:rect l="0" t="0" r="r" b="b"/>
            <a:pathLst>
              <a:path w="443" h="414">
                <a:moveTo>
                  <a:pt x="293" y="2"/>
                </a:moveTo>
                <a:lnTo>
                  <a:pt x="294" y="2"/>
                </a:lnTo>
                <a:lnTo>
                  <a:pt x="294" y="3"/>
                </a:lnTo>
                <a:lnTo>
                  <a:pt x="295" y="2"/>
                </a:lnTo>
                <a:lnTo>
                  <a:pt x="295" y="3"/>
                </a:lnTo>
                <a:lnTo>
                  <a:pt x="296" y="3"/>
                </a:lnTo>
                <a:lnTo>
                  <a:pt x="297" y="3"/>
                </a:lnTo>
                <a:lnTo>
                  <a:pt x="298" y="4"/>
                </a:lnTo>
                <a:lnTo>
                  <a:pt x="298" y="5"/>
                </a:lnTo>
                <a:lnTo>
                  <a:pt x="299" y="5"/>
                </a:lnTo>
                <a:lnTo>
                  <a:pt x="300" y="5"/>
                </a:lnTo>
                <a:lnTo>
                  <a:pt x="301" y="6"/>
                </a:lnTo>
                <a:lnTo>
                  <a:pt x="301" y="7"/>
                </a:lnTo>
                <a:lnTo>
                  <a:pt x="302" y="7"/>
                </a:lnTo>
                <a:lnTo>
                  <a:pt x="303" y="7"/>
                </a:lnTo>
                <a:lnTo>
                  <a:pt x="303" y="8"/>
                </a:lnTo>
                <a:lnTo>
                  <a:pt x="304" y="9"/>
                </a:lnTo>
                <a:lnTo>
                  <a:pt x="305" y="10"/>
                </a:lnTo>
                <a:lnTo>
                  <a:pt x="307" y="10"/>
                </a:lnTo>
                <a:lnTo>
                  <a:pt x="308" y="10"/>
                </a:lnTo>
                <a:lnTo>
                  <a:pt x="309" y="10"/>
                </a:lnTo>
                <a:lnTo>
                  <a:pt x="310" y="10"/>
                </a:lnTo>
                <a:lnTo>
                  <a:pt x="311" y="10"/>
                </a:lnTo>
                <a:lnTo>
                  <a:pt x="312" y="10"/>
                </a:lnTo>
                <a:lnTo>
                  <a:pt x="312" y="11"/>
                </a:lnTo>
                <a:lnTo>
                  <a:pt x="312" y="12"/>
                </a:lnTo>
                <a:lnTo>
                  <a:pt x="312" y="13"/>
                </a:lnTo>
                <a:lnTo>
                  <a:pt x="313" y="13"/>
                </a:lnTo>
                <a:lnTo>
                  <a:pt x="313" y="14"/>
                </a:lnTo>
                <a:lnTo>
                  <a:pt x="314" y="14"/>
                </a:lnTo>
                <a:lnTo>
                  <a:pt x="314" y="15"/>
                </a:lnTo>
                <a:lnTo>
                  <a:pt x="315" y="15"/>
                </a:lnTo>
                <a:lnTo>
                  <a:pt x="315" y="16"/>
                </a:lnTo>
                <a:lnTo>
                  <a:pt x="316" y="16"/>
                </a:lnTo>
                <a:lnTo>
                  <a:pt x="317" y="16"/>
                </a:lnTo>
                <a:lnTo>
                  <a:pt x="318" y="16"/>
                </a:lnTo>
                <a:lnTo>
                  <a:pt x="319" y="16"/>
                </a:lnTo>
                <a:lnTo>
                  <a:pt x="319" y="17"/>
                </a:lnTo>
                <a:lnTo>
                  <a:pt x="320" y="17"/>
                </a:lnTo>
                <a:lnTo>
                  <a:pt x="321" y="18"/>
                </a:lnTo>
                <a:lnTo>
                  <a:pt x="322" y="19"/>
                </a:lnTo>
                <a:lnTo>
                  <a:pt x="322" y="20"/>
                </a:lnTo>
                <a:lnTo>
                  <a:pt x="323" y="20"/>
                </a:lnTo>
                <a:lnTo>
                  <a:pt x="323" y="21"/>
                </a:lnTo>
                <a:lnTo>
                  <a:pt x="324" y="21"/>
                </a:lnTo>
                <a:lnTo>
                  <a:pt x="325" y="22"/>
                </a:lnTo>
                <a:lnTo>
                  <a:pt x="326" y="22"/>
                </a:lnTo>
                <a:lnTo>
                  <a:pt x="327" y="22"/>
                </a:lnTo>
                <a:lnTo>
                  <a:pt x="328" y="22"/>
                </a:lnTo>
                <a:lnTo>
                  <a:pt x="329" y="22"/>
                </a:lnTo>
                <a:lnTo>
                  <a:pt x="330" y="22"/>
                </a:lnTo>
                <a:lnTo>
                  <a:pt x="330" y="23"/>
                </a:lnTo>
                <a:lnTo>
                  <a:pt x="331" y="23"/>
                </a:lnTo>
                <a:lnTo>
                  <a:pt x="331" y="22"/>
                </a:lnTo>
                <a:lnTo>
                  <a:pt x="332" y="22"/>
                </a:lnTo>
                <a:lnTo>
                  <a:pt x="333" y="23"/>
                </a:lnTo>
                <a:lnTo>
                  <a:pt x="334" y="23"/>
                </a:lnTo>
                <a:lnTo>
                  <a:pt x="335" y="24"/>
                </a:lnTo>
                <a:lnTo>
                  <a:pt x="336" y="24"/>
                </a:lnTo>
                <a:lnTo>
                  <a:pt x="337" y="24"/>
                </a:lnTo>
                <a:lnTo>
                  <a:pt x="337" y="25"/>
                </a:lnTo>
                <a:lnTo>
                  <a:pt x="338" y="25"/>
                </a:lnTo>
                <a:lnTo>
                  <a:pt x="339" y="25"/>
                </a:lnTo>
                <a:lnTo>
                  <a:pt x="339" y="26"/>
                </a:lnTo>
                <a:lnTo>
                  <a:pt x="340" y="26"/>
                </a:lnTo>
                <a:lnTo>
                  <a:pt x="340" y="27"/>
                </a:lnTo>
                <a:lnTo>
                  <a:pt x="341" y="27"/>
                </a:lnTo>
                <a:lnTo>
                  <a:pt x="342" y="27"/>
                </a:lnTo>
                <a:lnTo>
                  <a:pt x="342" y="28"/>
                </a:lnTo>
                <a:lnTo>
                  <a:pt x="342" y="27"/>
                </a:lnTo>
                <a:lnTo>
                  <a:pt x="342" y="28"/>
                </a:lnTo>
                <a:lnTo>
                  <a:pt x="343" y="28"/>
                </a:lnTo>
                <a:lnTo>
                  <a:pt x="343" y="29"/>
                </a:lnTo>
                <a:lnTo>
                  <a:pt x="344" y="30"/>
                </a:lnTo>
                <a:lnTo>
                  <a:pt x="345" y="31"/>
                </a:lnTo>
                <a:lnTo>
                  <a:pt x="346" y="31"/>
                </a:lnTo>
                <a:lnTo>
                  <a:pt x="346" y="32"/>
                </a:lnTo>
                <a:lnTo>
                  <a:pt x="347" y="32"/>
                </a:lnTo>
                <a:lnTo>
                  <a:pt x="348" y="33"/>
                </a:lnTo>
                <a:lnTo>
                  <a:pt x="349" y="33"/>
                </a:lnTo>
                <a:lnTo>
                  <a:pt x="350" y="33"/>
                </a:lnTo>
                <a:lnTo>
                  <a:pt x="350" y="34"/>
                </a:lnTo>
                <a:lnTo>
                  <a:pt x="351" y="35"/>
                </a:lnTo>
                <a:lnTo>
                  <a:pt x="352" y="36"/>
                </a:lnTo>
                <a:lnTo>
                  <a:pt x="353" y="37"/>
                </a:lnTo>
                <a:lnTo>
                  <a:pt x="352" y="37"/>
                </a:lnTo>
                <a:lnTo>
                  <a:pt x="352" y="38"/>
                </a:lnTo>
                <a:lnTo>
                  <a:pt x="352" y="39"/>
                </a:lnTo>
                <a:lnTo>
                  <a:pt x="353" y="39"/>
                </a:lnTo>
                <a:lnTo>
                  <a:pt x="354" y="39"/>
                </a:lnTo>
                <a:lnTo>
                  <a:pt x="355" y="40"/>
                </a:lnTo>
                <a:lnTo>
                  <a:pt x="356" y="40"/>
                </a:lnTo>
                <a:lnTo>
                  <a:pt x="357" y="40"/>
                </a:lnTo>
                <a:lnTo>
                  <a:pt x="358" y="41"/>
                </a:lnTo>
                <a:lnTo>
                  <a:pt x="359" y="41"/>
                </a:lnTo>
                <a:lnTo>
                  <a:pt x="359" y="42"/>
                </a:lnTo>
                <a:lnTo>
                  <a:pt x="359" y="43"/>
                </a:lnTo>
                <a:lnTo>
                  <a:pt x="360" y="43"/>
                </a:lnTo>
                <a:lnTo>
                  <a:pt x="359" y="44"/>
                </a:lnTo>
                <a:lnTo>
                  <a:pt x="358" y="44"/>
                </a:lnTo>
                <a:lnTo>
                  <a:pt x="357" y="44"/>
                </a:lnTo>
                <a:lnTo>
                  <a:pt x="357" y="45"/>
                </a:lnTo>
                <a:lnTo>
                  <a:pt x="359" y="45"/>
                </a:lnTo>
                <a:lnTo>
                  <a:pt x="359" y="46"/>
                </a:lnTo>
                <a:lnTo>
                  <a:pt x="360" y="46"/>
                </a:lnTo>
                <a:lnTo>
                  <a:pt x="360" y="47"/>
                </a:lnTo>
                <a:lnTo>
                  <a:pt x="360" y="48"/>
                </a:lnTo>
                <a:lnTo>
                  <a:pt x="360" y="49"/>
                </a:lnTo>
                <a:lnTo>
                  <a:pt x="360" y="50"/>
                </a:lnTo>
                <a:lnTo>
                  <a:pt x="361" y="50"/>
                </a:lnTo>
                <a:lnTo>
                  <a:pt x="362" y="50"/>
                </a:lnTo>
                <a:lnTo>
                  <a:pt x="363" y="50"/>
                </a:lnTo>
                <a:lnTo>
                  <a:pt x="364" y="50"/>
                </a:lnTo>
                <a:lnTo>
                  <a:pt x="368" y="50"/>
                </a:lnTo>
                <a:lnTo>
                  <a:pt x="368" y="51"/>
                </a:lnTo>
                <a:lnTo>
                  <a:pt x="369" y="51"/>
                </a:lnTo>
                <a:lnTo>
                  <a:pt x="370" y="51"/>
                </a:lnTo>
                <a:lnTo>
                  <a:pt x="370" y="50"/>
                </a:lnTo>
                <a:lnTo>
                  <a:pt x="371" y="50"/>
                </a:lnTo>
                <a:lnTo>
                  <a:pt x="371" y="51"/>
                </a:lnTo>
                <a:lnTo>
                  <a:pt x="371" y="50"/>
                </a:lnTo>
                <a:lnTo>
                  <a:pt x="372" y="50"/>
                </a:lnTo>
                <a:lnTo>
                  <a:pt x="372" y="49"/>
                </a:lnTo>
                <a:lnTo>
                  <a:pt x="373" y="49"/>
                </a:lnTo>
                <a:lnTo>
                  <a:pt x="374" y="49"/>
                </a:lnTo>
                <a:lnTo>
                  <a:pt x="375" y="49"/>
                </a:lnTo>
                <a:lnTo>
                  <a:pt x="376" y="49"/>
                </a:lnTo>
                <a:lnTo>
                  <a:pt x="376" y="50"/>
                </a:lnTo>
                <a:lnTo>
                  <a:pt x="377" y="50"/>
                </a:lnTo>
                <a:lnTo>
                  <a:pt x="378" y="49"/>
                </a:lnTo>
                <a:lnTo>
                  <a:pt x="379" y="49"/>
                </a:lnTo>
                <a:lnTo>
                  <a:pt x="380" y="50"/>
                </a:lnTo>
                <a:lnTo>
                  <a:pt x="381" y="49"/>
                </a:lnTo>
                <a:lnTo>
                  <a:pt x="382" y="49"/>
                </a:lnTo>
                <a:lnTo>
                  <a:pt x="383" y="49"/>
                </a:lnTo>
                <a:lnTo>
                  <a:pt x="384" y="48"/>
                </a:lnTo>
                <a:lnTo>
                  <a:pt x="384" y="49"/>
                </a:lnTo>
                <a:lnTo>
                  <a:pt x="385" y="49"/>
                </a:lnTo>
                <a:lnTo>
                  <a:pt x="386" y="49"/>
                </a:lnTo>
                <a:lnTo>
                  <a:pt x="387" y="48"/>
                </a:lnTo>
                <a:lnTo>
                  <a:pt x="387" y="49"/>
                </a:lnTo>
                <a:lnTo>
                  <a:pt x="388" y="49"/>
                </a:lnTo>
                <a:lnTo>
                  <a:pt x="389" y="49"/>
                </a:lnTo>
                <a:lnTo>
                  <a:pt x="389" y="50"/>
                </a:lnTo>
                <a:lnTo>
                  <a:pt x="390" y="50"/>
                </a:lnTo>
                <a:lnTo>
                  <a:pt x="391" y="50"/>
                </a:lnTo>
                <a:lnTo>
                  <a:pt x="393" y="49"/>
                </a:lnTo>
                <a:lnTo>
                  <a:pt x="394" y="50"/>
                </a:lnTo>
                <a:lnTo>
                  <a:pt x="395" y="50"/>
                </a:lnTo>
                <a:lnTo>
                  <a:pt x="396" y="49"/>
                </a:lnTo>
                <a:lnTo>
                  <a:pt x="396" y="50"/>
                </a:lnTo>
                <a:lnTo>
                  <a:pt x="397" y="50"/>
                </a:lnTo>
                <a:lnTo>
                  <a:pt x="397" y="51"/>
                </a:lnTo>
                <a:lnTo>
                  <a:pt x="398" y="51"/>
                </a:lnTo>
                <a:lnTo>
                  <a:pt x="400" y="51"/>
                </a:lnTo>
                <a:lnTo>
                  <a:pt x="401" y="52"/>
                </a:lnTo>
                <a:lnTo>
                  <a:pt x="400" y="53"/>
                </a:lnTo>
                <a:lnTo>
                  <a:pt x="400" y="54"/>
                </a:lnTo>
                <a:lnTo>
                  <a:pt x="401" y="54"/>
                </a:lnTo>
                <a:lnTo>
                  <a:pt x="401" y="55"/>
                </a:lnTo>
                <a:lnTo>
                  <a:pt x="401" y="56"/>
                </a:lnTo>
                <a:lnTo>
                  <a:pt x="401" y="57"/>
                </a:lnTo>
                <a:lnTo>
                  <a:pt x="401" y="58"/>
                </a:lnTo>
                <a:lnTo>
                  <a:pt x="401" y="59"/>
                </a:lnTo>
                <a:lnTo>
                  <a:pt x="402" y="59"/>
                </a:lnTo>
                <a:lnTo>
                  <a:pt x="402" y="60"/>
                </a:lnTo>
                <a:lnTo>
                  <a:pt x="403" y="61"/>
                </a:lnTo>
                <a:lnTo>
                  <a:pt x="404" y="61"/>
                </a:lnTo>
                <a:lnTo>
                  <a:pt x="403" y="61"/>
                </a:lnTo>
                <a:lnTo>
                  <a:pt x="402" y="61"/>
                </a:lnTo>
                <a:lnTo>
                  <a:pt x="402" y="62"/>
                </a:lnTo>
                <a:lnTo>
                  <a:pt x="402" y="63"/>
                </a:lnTo>
                <a:lnTo>
                  <a:pt x="402" y="64"/>
                </a:lnTo>
                <a:lnTo>
                  <a:pt x="401" y="64"/>
                </a:lnTo>
                <a:lnTo>
                  <a:pt x="400" y="65"/>
                </a:lnTo>
                <a:lnTo>
                  <a:pt x="399" y="66"/>
                </a:lnTo>
                <a:lnTo>
                  <a:pt x="400" y="67"/>
                </a:lnTo>
                <a:lnTo>
                  <a:pt x="401" y="67"/>
                </a:lnTo>
                <a:lnTo>
                  <a:pt x="402" y="67"/>
                </a:lnTo>
                <a:lnTo>
                  <a:pt x="403" y="67"/>
                </a:lnTo>
                <a:lnTo>
                  <a:pt x="404" y="67"/>
                </a:lnTo>
                <a:lnTo>
                  <a:pt x="405" y="67"/>
                </a:lnTo>
                <a:lnTo>
                  <a:pt x="406" y="66"/>
                </a:lnTo>
                <a:lnTo>
                  <a:pt x="406" y="67"/>
                </a:lnTo>
                <a:lnTo>
                  <a:pt x="406" y="68"/>
                </a:lnTo>
                <a:lnTo>
                  <a:pt x="407" y="68"/>
                </a:lnTo>
                <a:lnTo>
                  <a:pt x="408" y="67"/>
                </a:lnTo>
                <a:lnTo>
                  <a:pt x="409" y="66"/>
                </a:lnTo>
                <a:lnTo>
                  <a:pt x="410" y="66"/>
                </a:lnTo>
                <a:lnTo>
                  <a:pt x="411" y="66"/>
                </a:lnTo>
                <a:lnTo>
                  <a:pt x="411" y="67"/>
                </a:lnTo>
                <a:lnTo>
                  <a:pt x="412" y="67"/>
                </a:lnTo>
                <a:lnTo>
                  <a:pt x="412" y="68"/>
                </a:lnTo>
                <a:lnTo>
                  <a:pt x="412" y="69"/>
                </a:lnTo>
                <a:lnTo>
                  <a:pt x="413" y="69"/>
                </a:lnTo>
                <a:lnTo>
                  <a:pt x="414" y="69"/>
                </a:lnTo>
                <a:lnTo>
                  <a:pt x="415" y="70"/>
                </a:lnTo>
                <a:lnTo>
                  <a:pt x="417" y="70"/>
                </a:lnTo>
                <a:lnTo>
                  <a:pt x="418" y="70"/>
                </a:lnTo>
                <a:lnTo>
                  <a:pt x="419" y="70"/>
                </a:lnTo>
                <a:lnTo>
                  <a:pt x="419" y="71"/>
                </a:lnTo>
                <a:lnTo>
                  <a:pt x="420" y="71"/>
                </a:lnTo>
                <a:lnTo>
                  <a:pt x="421" y="71"/>
                </a:lnTo>
                <a:lnTo>
                  <a:pt x="422" y="71"/>
                </a:lnTo>
                <a:lnTo>
                  <a:pt x="423" y="70"/>
                </a:lnTo>
                <a:lnTo>
                  <a:pt x="423" y="71"/>
                </a:lnTo>
                <a:lnTo>
                  <a:pt x="422" y="71"/>
                </a:lnTo>
                <a:lnTo>
                  <a:pt x="422" y="72"/>
                </a:lnTo>
                <a:lnTo>
                  <a:pt x="421" y="72"/>
                </a:lnTo>
                <a:lnTo>
                  <a:pt x="421" y="73"/>
                </a:lnTo>
                <a:lnTo>
                  <a:pt x="420" y="73"/>
                </a:lnTo>
                <a:lnTo>
                  <a:pt x="420" y="74"/>
                </a:lnTo>
                <a:lnTo>
                  <a:pt x="419" y="74"/>
                </a:lnTo>
                <a:lnTo>
                  <a:pt x="420" y="74"/>
                </a:lnTo>
                <a:lnTo>
                  <a:pt x="420" y="75"/>
                </a:lnTo>
                <a:lnTo>
                  <a:pt x="421" y="75"/>
                </a:lnTo>
                <a:lnTo>
                  <a:pt x="422" y="74"/>
                </a:lnTo>
                <a:lnTo>
                  <a:pt x="423" y="74"/>
                </a:lnTo>
                <a:lnTo>
                  <a:pt x="424" y="74"/>
                </a:lnTo>
                <a:lnTo>
                  <a:pt x="424" y="75"/>
                </a:lnTo>
                <a:lnTo>
                  <a:pt x="425" y="76"/>
                </a:lnTo>
                <a:lnTo>
                  <a:pt x="425" y="77"/>
                </a:lnTo>
                <a:lnTo>
                  <a:pt x="426" y="77"/>
                </a:lnTo>
                <a:lnTo>
                  <a:pt x="427" y="78"/>
                </a:lnTo>
                <a:lnTo>
                  <a:pt x="428" y="78"/>
                </a:lnTo>
                <a:lnTo>
                  <a:pt x="428" y="79"/>
                </a:lnTo>
                <a:lnTo>
                  <a:pt x="429" y="79"/>
                </a:lnTo>
                <a:lnTo>
                  <a:pt x="429" y="80"/>
                </a:lnTo>
                <a:lnTo>
                  <a:pt x="430" y="81"/>
                </a:lnTo>
                <a:lnTo>
                  <a:pt x="431" y="81"/>
                </a:lnTo>
                <a:lnTo>
                  <a:pt x="432" y="81"/>
                </a:lnTo>
                <a:lnTo>
                  <a:pt x="433" y="81"/>
                </a:lnTo>
                <a:lnTo>
                  <a:pt x="434" y="81"/>
                </a:lnTo>
                <a:lnTo>
                  <a:pt x="435" y="81"/>
                </a:lnTo>
                <a:lnTo>
                  <a:pt x="435" y="82"/>
                </a:lnTo>
                <a:lnTo>
                  <a:pt x="436" y="82"/>
                </a:lnTo>
                <a:lnTo>
                  <a:pt x="436" y="83"/>
                </a:lnTo>
                <a:lnTo>
                  <a:pt x="437" y="83"/>
                </a:lnTo>
                <a:lnTo>
                  <a:pt x="438" y="84"/>
                </a:lnTo>
                <a:lnTo>
                  <a:pt x="437" y="85"/>
                </a:lnTo>
                <a:lnTo>
                  <a:pt x="438" y="86"/>
                </a:lnTo>
                <a:lnTo>
                  <a:pt x="438" y="87"/>
                </a:lnTo>
                <a:lnTo>
                  <a:pt x="438" y="88"/>
                </a:lnTo>
                <a:lnTo>
                  <a:pt x="439" y="89"/>
                </a:lnTo>
                <a:lnTo>
                  <a:pt x="439" y="90"/>
                </a:lnTo>
                <a:lnTo>
                  <a:pt x="438" y="90"/>
                </a:lnTo>
                <a:lnTo>
                  <a:pt x="438" y="91"/>
                </a:lnTo>
                <a:lnTo>
                  <a:pt x="439" y="91"/>
                </a:lnTo>
                <a:lnTo>
                  <a:pt x="439" y="92"/>
                </a:lnTo>
                <a:lnTo>
                  <a:pt x="439" y="93"/>
                </a:lnTo>
                <a:lnTo>
                  <a:pt x="439" y="94"/>
                </a:lnTo>
                <a:lnTo>
                  <a:pt x="439" y="95"/>
                </a:lnTo>
                <a:lnTo>
                  <a:pt x="439" y="96"/>
                </a:lnTo>
                <a:lnTo>
                  <a:pt x="439" y="97"/>
                </a:lnTo>
                <a:lnTo>
                  <a:pt x="440" y="97"/>
                </a:lnTo>
                <a:lnTo>
                  <a:pt x="440" y="98"/>
                </a:lnTo>
                <a:lnTo>
                  <a:pt x="440" y="99"/>
                </a:lnTo>
                <a:lnTo>
                  <a:pt x="440" y="100"/>
                </a:lnTo>
                <a:lnTo>
                  <a:pt x="440" y="101"/>
                </a:lnTo>
                <a:lnTo>
                  <a:pt x="441" y="101"/>
                </a:lnTo>
                <a:lnTo>
                  <a:pt x="441" y="103"/>
                </a:lnTo>
                <a:lnTo>
                  <a:pt x="441" y="104"/>
                </a:lnTo>
                <a:lnTo>
                  <a:pt x="441" y="105"/>
                </a:lnTo>
                <a:lnTo>
                  <a:pt x="442" y="106"/>
                </a:lnTo>
                <a:lnTo>
                  <a:pt x="443" y="107"/>
                </a:lnTo>
                <a:lnTo>
                  <a:pt x="442" y="107"/>
                </a:lnTo>
                <a:lnTo>
                  <a:pt x="442" y="108"/>
                </a:lnTo>
                <a:lnTo>
                  <a:pt x="441" y="109"/>
                </a:lnTo>
                <a:lnTo>
                  <a:pt x="442" y="109"/>
                </a:lnTo>
                <a:lnTo>
                  <a:pt x="442" y="110"/>
                </a:lnTo>
                <a:lnTo>
                  <a:pt x="441" y="110"/>
                </a:lnTo>
                <a:lnTo>
                  <a:pt x="440" y="110"/>
                </a:lnTo>
                <a:lnTo>
                  <a:pt x="440" y="111"/>
                </a:lnTo>
                <a:lnTo>
                  <a:pt x="439" y="111"/>
                </a:lnTo>
                <a:lnTo>
                  <a:pt x="438" y="111"/>
                </a:lnTo>
                <a:lnTo>
                  <a:pt x="438" y="112"/>
                </a:lnTo>
                <a:lnTo>
                  <a:pt x="437" y="112"/>
                </a:lnTo>
                <a:lnTo>
                  <a:pt x="436" y="112"/>
                </a:lnTo>
                <a:lnTo>
                  <a:pt x="436" y="113"/>
                </a:lnTo>
                <a:lnTo>
                  <a:pt x="436" y="114"/>
                </a:lnTo>
                <a:lnTo>
                  <a:pt x="435" y="115"/>
                </a:lnTo>
                <a:lnTo>
                  <a:pt x="435" y="116"/>
                </a:lnTo>
                <a:lnTo>
                  <a:pt x="436" y="116"/>
                </a:lnTo>
                <a:lnTo>
                  <a:pt x="437" y="116"/>
                </a:lnTo>
                <a:lnTo>
                  <a:pt x="437" y="117"/>
                </a:lnTo>
                <a:lnTo>
                  <a:pt x="436" y="117"/>
                </a:lnTo>
                <a:lnTo>
                  <a:pt x="436" y="118"/>
                </a:lnTo>
                <a:lnTo>
                  <a:pt x="436" y="119"/>
                </a:lnTo>
                <a:lnTo>
                  <a:pt x="435" y="119"/>
                </a:lnTo>
                <a:lnTo>
                  <a:pt x="435" y="120"/>
                </a:lnTo>
                <a:lnTo>
                  <a:pt x="436" y="120"/>
                </a:lnTo>
                <a:lnTo>
                  <a:pt x="437" y="120"/>
                </a:lnTo>
                <a:lnTo>
                  <a:pt x="437" y="121"/>
                </a:lnTo>
                <a:lnTo>
                  <a:pt x="437" y="123"/>
                </a:lnTo>
                <a:lnTo>
                  <a:pt x="437" y="124"/>
                </a:lnTo>
                <a:lnTo>
                  <a:pt x="438" y="124"/>
                </a:lnTo>
                <a:lnTo>
                  <a:pt x="439" y="124"/>
                </a:lnTo>
                <a:lnTo>
                  <a:pt x="440" y="124"/>
                </a:lnTo>
                <a:lnTo>
                  <a:pt x="440" y="125"/>
                </a:lnTo>
                <a:lnTo>
                  <a:pt x="440" y="126"/>
                </a:lnTo>
                <a:lnTo>
                  <a:pt x="439" y="126"/>
                </a:lnTo>
                <a:lnTo>
                  <a:pt x="440" y="127"/>
                </a:lnTo>
                <a:lnTo>
                  <a:pt x="439" y="127"/>
                </a:lnTo>
                <a:lnTo>
                  <a:pt x="439" y="128"/>
                </a:lnTo>
                <a:lnTo>
                  <a:pt x="438" y="128"/>
                </a:lnTo>
                <a:lnTo>
                  <a:pt x="438" y="129"/>
                </a:lnTo>
                <a:lnTo>
                  <a:pt x="438" y="130"/>
                </a:lnTo>
                <a:lnTo>
                  <a:pt x="438" y="131"/>
                </a:lnTo>
                <a:lnTo>
                  <a:pt x="438" y="132"/>
                </a:lnTo>
                <a:lnTo>
                  <a:pt x="438" y="133"/>
                </a:lnTo>
                <a:lnTo>
                  <a:pt x="438" y="134"/>
                </a:lnTo>
                <a:lnTo>
                  <a:pt x="437" y="134"/>
                </a:lnTo>
                <a:lnTo>
                  <a:pt x="437" y="135"/>
                </a:lnTo>
                <a:lnTo>
                  <a:pt x="436" y="136"/>
                </a:lnTo>
                <a:lnTo>
                  <a:pt x="436" y="137"/>
                </a:lnTo>
                <a:lnTo>
                  <a:pt x="435" y="138"/>
                </a:lnTo>
                <a:lnTo>
                  <a:pt x="435" y="139"/>
                </a:lnTo>
                <a:lnTo>
                  <a:pt x="434" y="139"/>
                </a:lnTo>
                <a:lnTo>
                  <a:pt x="433" y="140"/>
                </a:lnTo>
                <a:lnTo>
                  <a:pt x="433" y="142"/>
                </a:lnTo>
                <a:lnTo>
                  <a:pt x="432" y="142"/>
                </a:lnTo>
                <a:lnTo>
                  <a:pt x="432" y="143"/>
                </a:lnTo>
                <a:lnTo>
                  <a:pt x="430" y="143"/>
                </a:lnTo>
                <a:lnTo>
                  <a:pt x="429" y="143"/>
                </a:lnTo>
                <a:lnTo>
                  <a:pt x="428" y="143"/>
                </a:lnTo>
                <a:lnTo>
                  <a:pt x="429" y="142"/>
                </a:lnTo>
                <a:lnTo>
                  <a:pt x="428" y="142"/>
                </a:lnTo>
                <a:lnTo>
                  <a:pt x="428" y="141"/>
                </a:lnTo>
                <a:lnTo>
                  <a:pt x="427" y="140"/>
                </a:lnTo>
                <a:lnTo>
                  <a:pt x="426" y="140"/>
                </a:lnTo>
                <a:lnTo>
                  <a:pt x="426" y="139"/>
                </a:lnTo>
                <a:lnTo>
                  <a:pt x="426" y="138"/>
                </a:lnTo>
                <a:lnTo>
                  <a:pt x="426" y="137"/>
                </a:lnTo>
                <a:lnTo>
                  <a:pt x="425" y="137"/>
                </a:lnTo>
                <a:lnTo>
                  <a:pt x="425" y="136"/>
                </a:lnTo>
                <a:lnTo>
                  <a:pt x="425" y="135"/>
                </a:lnTo>
                <a:lnTo>
                  <a:pt x="424" y="135"/>
                </a:lnTo>
                <a:lnTo>
                  <a:pt x="424" y="134"/>
                </a:lnTo>
                <a:lnTo>
                  <a:pt x="423" y="135"/>
                </a:lnTo>
                <a:lnTo>
                  <a:pt x="423" y="134"/>
                </a:lnTo>
                <a:lnTo>
                  <a:pt x="422" y="134"/>
                </a:lnTo>
                <a:lnTo>
                  <a:pt x="422" y="135"/>
                </a:lnTo>
                <a:lnTo>
                  <a:pt x="421" y="135"/>
                </a:lnTo>
                <a:lnTo>
                  <a:pt x="421" y="136"/>
                </a:lnTo>
                <a:lnTo>
                  <a:pt x="420" y="136"/>
                </a:lnTo>
                <a:lnTo>
                  <a:pt x="420" y="135"/>
                </a:lnTo>
                <a:lnTo>
                  <a:pt x="420" y="134"/>
                </a:lnTo>
                <a:lnTo>
                  <a:pt x="419" y="134"/>
                </a:lnTo>
                <a:lnTo>
                  <a:pt x="418" y="134"/>
                </a:lnTo>
                <a:lnTo>
                  <a:pt x="417" y="134"/>
                </a:lnTo>
                <a:lnTo>
                  <a:pt x="416" y="133"/>
                </a:lnTo>
                <a:lnTo>
                  <a:pt x="415" y="133"/>
                </a:lnTo>
                <a:lnTo>
                  <a:pt x="414" y="134"/>
                </a:lnTo>
                <a:lnTo>
                  <a:pt x="414" y="135"/>
                </a:lnTo>
                <a:lnTo>
                  <a:pt x="413" y="135"/>
                </a:lnTo>
                <a:lnTo>
                  <a:pt x="412" y="135"/>
                </a:lnTo>
                <a:lnTo>
                  <a:pt x="411" y="135"/>
                </a:lnTo>
                <a:lnTo>
                  <a:pt x="411" y="136"/>
                </a:lnTo>
                <a:lnTo>
                  <a:pt x="410" y="136"/>
                </a:lnTo>
                <a:lnTo>
                  <a:pt x="409" y="137"/>
                </a:lnTo>
                <a:lnTo>
                  <a:pt x="408" y="137"/>
                </a:lnTo>
                <a:lnTo>
                  <a:pt x="406" y="138"/>
                </a:lnTo>
                <a:lnTo>
                  <a:pt x="405" y="138"/>
                </a:lnTo>
                <a:lnTo>
                  <a:pt x="404" y="139"/>
                </a:lnTo>
                <a:lnTo>
                  <a:pt x="404" y="140"/>
                </a:lnTo>
                <a:lnTo>
                  <a:pt x="403" y="140"/>
                </a:lnTo>
                <a:lnTo>
                  <a:pt x="402" y="140"/>
                </a:lnTo>
                <a:lnTo>
                  <a:pt x="402" y="141"/>
                </a:lnTo>
                <a:lnTo>
                  <a:pt x="401" y="141"/>
                </a:lnTo>
                <a:lnTo>
                  <a:pt x="401" y="142"/>
                </a:lnTo>
                <a:lnTo>
                  <a:pt x="400" y="143"/>
                </a:lnTo>
                <a:lnTo>
                  <a:pt x="399" y="143"/>
                </a:lnTo>
                <a:lnTo>
                  <a:pt x="399" y="144"/>
                </a:lnTo>
                <a:lnTo>
                  <a:pt x="399" y="146"/>
                </a:lnTo>
                <a:lnTo>
                  <a:pt x="400" y="146"/>
                </a:lnTo>
                <a:lnTo>
                  <a:pt x="399" y="147"/>
                </a:lnTo>
                <a:lnTo>
                  <a:pt x="398" y="147"/>
                </a:lnTo>
                <a:lnTo>
                  <a:pt x="398" y="148"/>
                </a:lnTo>
                <a:lnTo>
                  <a:pt x="398" y="147"/>
                </a:lnTo>
                <a:lnTo>
                  <a:pt x="398" y="146"/>
                </a:lnTo>
                <a:lnTo>
                  <a:pt x="397" y="147"/>
                </a:lnTo>
                <a:lnTo>
                  <a:pt x="396" y="147"/>
                </a:lnTo>
                <a:lnTo>
                  <a:pt x="396" y="148"/>
                </a:lnTo>
                <a:lnTo>
                  <a:pt x="395" y="148"/>
                </a:lnTo>
                <a:lnTo>
                  <a:pt x="394" y="148"/>
                </a:lnTo>
                <a:lnTo>
                  <a:pt x="393" y="148"/>
                </a:lnTo>
                <a:lnTo>
                  <a:pt x="393" y="149"/>
                </a:lnTo>
                <a:lnTo>
                  <a:pt x="394" y="149"/>
                </a:lnTo>
                <a:lnTo>
                  <a:pt x="394" y="150"/>
                </a:lnTo>
                <a:lnTo>
                  <a:pt x="394" y="151"/>
                </a:lnTo>
                <a:lnTo>
                  <a:pt x="394" y="152"/>
                </a:lnTo>
                <a:lnTo>
                  <a:pt x="393" y="152"/>
                </a:lnTo>
                <a:lnTo>
                  <a:pt x="393" y="153"/>
                </a:lnTo>
                <a:lnTo>
                  <a:pt x="392" y="153"/>
                </a:lnTo>
                <a:lnTo>
                  <a:pt x="392" y="154"/>
                </a:lnTo>
                <a:lnTo>
                  <a:pt x="391" y="154"/>
                </a:lnTo>
                <a:lnTo>
                  <a:pt x="391" y="155"/>
                </a:lnTo>
                <a:lnTo>
                  <a:pt x="390" y="155"/>
                </a:lnTo>
                <a:lnTo>
                  <a:pt x="390" y="154"/>
                </a:lnTo>
                <a:lnTo>
                  <a:pt x="390" y="155"/>
                </a:lnTo>
                <a:lnTo>
                  <a:pt x="389" y="155"/>
                </a:lnTo>
                <a:lnTo>
                  <a:pt x="388" y="155"/>
                </a:lnTo>
                <a:lnTo>
                  <a:pt x="387" y="155"/>
                </a:lnTo>
                <a:lnTo>
                  <a:pt x="387" y="156"/>
                </a:lnTo>
                <a:lnTo>
                  <a:pt x="387" y="157"/>
                </a:lnTo>
                <a:lnTo>
                  <a:pt x="387" y="158"/>
                </a:lnTo>
                <a:lnTo>
                  <a:pt x="387" y="159"/>
                </a:lnTo>
                <a:lnTo>
                  <a:pt x="387" y="160"/>
                </a:lnTo>
                <a:lnTo>
                  <a:pt x="386" y="160"/>
                </a:lnTo>
                <a:lnTo>
                  <a:pt x="385" y="160"/>
                </a:lnTo>
                <a:lnTo>
                  <a:pt x="384" y="160"/>
                </a:lnTo>
                <a:lnTo>
                  <a:pt x="383" y="161"/>
                </a:lnTo>
                <a:lnTo>
                  <a:pt x="383" y="160"/>
                </a:lnTo>
                <a:lnTo>
                  <a:pt x="383" y="159"/>
                </a:lnTo>
                <a:lnTo>
                  <a:pt x="383" y="158"/>
                </a:lnTo>
                <a:lnTo>
                  <a:pt x="382" y="158"/>
                </a:lnTo>
                <a:lnTo>
                  <a:pt x="382" y="159"/>
                </a:lnTo>
                <a:lnTo>
                  <a:pt x="381" y="159"/>
                </a:lnTo>
                <a:lnTo>
                  <a:pt x="381" y="160"/>
                </a:lnTo>
                <a:lnTo>
                  <a:pt x="380" y="160"/>
                </a:lnTo>
                <a:lnTo>
                  <a:pt x="379" y="161"/>
                </a:lnTo>
                <a:lnTo>
                  <a:pt x="378" y="162"/>
                </a:lnTo>
                <a:lnTo>
                  <a:pt x="378" y="163"/>
                </a:lnTo>
                <a:lnTo>
                  <a:pt x="377" y="163"/>
                </a:lnTo>
                <a:lnTo>
                  <a:pt x="376" y="163"/>
                </a:lnTo>
                <a:lnTo>
                  <a:pt x="375" y="164"/>
                </a:lnTo>
                <a:lnTo>
                  <a:pt x="375" y="165"/>
                </a:lnTo>
                <a:lnTo>
                  <a:pt x="374" y="165"/>
                </a:lnTo>
                <a:lnTo>
                  <a:pt x="373" y="166"/>
                </a:lnTo>
                <a:lnTo>
                  <a:pt x="373" y="167"/>
                </a:lnTo>
                <a:lnTo>
                  <a:pt x="373" y="168"/>
                </a:lnTo>
                <a:lnTo>
                  <a:pt x="372" y="168"/>
                </a:lnTo>
                <a:lnTo>
                  <a:pt x="372" y="169"/>
                </a:lnTo>
                <a:lnTo>
                  <a:pt x="372" y="170"/>
                </a:lnTo>
                <a:lnTo>
                  <a:pt x="371" y="170"/>
                </a:lnTo>
                <a:lnTo>
                  <a:pt x="371" y="171"/>
                </a:lnTo>
                <a:lnTo>
                  <a:pt x="370" y="172"/>
                </a:lnTo>
                <a:lnTo>
                  <a:pt x="369" y="172"/>
                </a:lnTo>
                <a:lnTo>
                  <a:pt x="369" y="173"/>
                </a:lnTo>
                <a:lnTo>
                  <a:pt x="368" y="174"/>
                </a:lnTo>
                <a:lnTo>
                  <a:pt x="368" y="175"/>
                </a:lnTo>
                <a:lnTo>
                  <a:pt x="367" y="175"/>
                </a:lnTo>
                <a:lnTo>
                  <a:pt x="367" y="176"/>
                </a:lnTo>
                <a:lnTo>
                  <a:pt x="366" y="176"/>
                </a:lnTo>
                <a:lnTo>
                  <a:pt x="366" y="175"/>
                </a:lnTo>
                <a:lnTo>
                  <a:pt x="365" y="175"/>
                </a:lnTo>
                <a:lnTo>
                  <a:pt x="365" y="174"/>
                </a:lnTo>
                <a:lnTo>
                  <a:pt x="365" y="173"/>
                </a:lnTo>
                <a:lnTo>
                  <a:pt x="365" y="172"/>
                </a:lnTo>
                <a:lnTo>
                  <a:pt x="366" y="172"/>
                </a:lnTo>
                <a:lnTo>
                  <a:pt x="366" y="171"/>
                </a:lnTo>
                <a:lnTo>
                  <a:pt x="367" y="170"/>
                </a:lnTo>
                <a:lnTo>
                  <a:pt x="367" y="169"/>
                </a:lnTo>
                <a:lnTo>
                  <a:pt x="366" y="169"/>
                </a:lnTo>
                <a:lnTo>
                  <a:pt x="366" y="168"/>
                </a:lnTo>
                <a:lnTo>
                  <a:pt x="366" y="167"/>
                </a:lnTo>
                <a:lnTo>
                  <a:pt x="365" y="166"/>
                </a:lnTo>
                <a:lnTo>
                  <a:pt x="364" y="166"/>
                </a:lnTo>
                <a:lnTo>
                  <a:pt x="363" y="165"/>
                </a:lnTo>
                <a:lnTo>
                  <a:pt x="362" y="165"/>
                </a:lnTo>
                <a:lnTo>
                  <a:pt x="363" y="165"/>
                </a:lnTo>
                <a:lnTo>
                  <a:pt x="364" y="164"/>
                </a:lnTo>
                <a:lnTo>
                  <a:pt x="364" y="163"/>
                </a:lnTo>
                <a:lnTo>
                  <a:pt x="363" y="163"/>
                </a:lnTo>
                <a:lnTo>
                  <a:pt x="363" y="164"/>
                </a:lnTo>
                <a:lnTo>
                  <a:pt x="362" y="163"/>
                </a:lnTo>
                <a:lnTo>
                  <a:pt x="362" y="162"/>
                </a:lnTo>
                <a:lnTo>
                  <a:pt x="361" y="162"/>
                </a:lnTo>
                <a:lnTo>
                  <a:pt x="361" y="163"/>
                </a:lnTo>
                <a:lnTo>
                  <a:pt x="360" y="163"/>
                </a:lnTo>
                <a:lnTo>
                  <a:pt x="360" y="164"/>
                </a:lnTo>
                <a:lnTo>
                  <a:pt x="358" y="165"/>
                </a:lnTo>
                <a:lnTo>
                  <a:pt x="357" y="165"/>
                </a:lnTo>
                <a:lnTo>
                  <a:pt x="357" y="166"/>
                </a:lnTo>
                <a:lnTo>
                  <a:pt x="357" y="165"/>
                </a:lnTo>
                <a:lnTo>
                  <a:pt x="356" y="166"/>
                </a:lnTo>
                <a:lnTo>
                  <a:pt x="355" y="166"/>
                </a:lnTo>
                <a:lnTo>
                  <a:pt x="355" y="167"/>
                </a:lnTo>
                <a:lnTo>
                  <a:pt x="356" y="167"/>
                </a:lnTo>
                <a:lnTo>
                  <a:pt x="356" y="166"/>
                </a:lnTo>
                <a:lnTo>
                  <a:pt x="357" y="166"/>
                </a:lnTo>
                <a:lnTo>
                  <a:pt x="357" y="167"/>
                </a:lnTo>
                <a:lnTo>
                  <a:pt x="356" y="167"/>
                </a:lnTo>
                <a:lnTo>
                  <a:pt x="356" y="168"/>
                </a:lnTo>
                <a:lnTo>
                  <a:pt x="355" y="168"/>
                </a:lnTo>
                <a:lnTo>
                  <a:pt x="354" y="168"/>
                </a:lnTo>
                <a:lnTo>
                  <a:pt x="354" y="169"/>
                </a:lnTo>
                <a:lnTo>
                  <a:pt x="353" y="169"/>
                </a:lnTo>
                <a:lnTo>
                  <a:pt x="353" y="170"/>
                </a:lnTo>
                <a:lnTo>
                  <a:pt x="352" y="170"/>
                </a:lnTo>
                <a:lnTo>
                  <a:pt x="351" y="170"/>
                </a:lnTo>
                <a:lnTo>
                  <a:pt x="350" y="170"/>
                </a:lnTo>
                <a:lnTo>
                  <a:pt x="350" y="171"/>
                </a:lnTo>
                <a:lnTo>
                  <a:pt x="349" y="171"/>
                </a:lnTo>
                <a:lnTo>
                  <a:pt x="349" y="172"/>
                </a:lnTo>
                <a:lnTo>
                  <a:pt x="348" y="172"/>
                </a:lnTo>
                <a:lnTo>
                  <a:pt x="348" y="173"/>
                </a:lnTo>
                <a:lnTo>
                  <a:pt x="347" y="173"/>
                </a:lnTo>
                <a:lnTo>
                  <a:pt x="347" y="172"/>
                </a:lnTo>
                <a:lnTo>
                  <a:pt x="346" y="172"/>
                </a:lnTo>
                <a:lnTo>
                  <a:pt x="346" y="171"/>
                </a:lnTo>
                <a:lnTo>
                  <a:pt x="345" y="171"/>
                </a:lnTo>
                <a:lnTo>
                  <a:pt x="345" y="170"/>
                </a:lnTo>
                <a:lnTo>
                  <a:pt x="345" y="169"/>
                </a:lnTo>
                <a:lnTo>
                  <a:pt x="344" y="169"/>
                </a:lnTo>
                <a:lnTo>
                  <a:pt x="344" y="168"/>
                </a:lnTo>
                <a:lnTo>
                  <a:pt x="343" y="168"/>
                </a:lnTo>
                <a:lnTo>
                  <a:pt x="343" y="167"/>
                </a:lnTo>
                <a:lnTo>
                  <a:pt x="343" y="166"/>
                </a:lnTo>
                <a:lnTo>
                  <a:pt x="343" y="165"/>
                </a:lnTo>
                <a:lnTo>
                  <a:pt x="342" y="165"/>
                </a:lnTo>
                <a:lnTo>
                  <a:pt x="342" y="164"/>
                </a:lnTo>
                <a:lnTo>
                  <a:pt x="343" y="164"/>
                </a:lnTo>
                <a:lnTo>
                  <a:pt x="344" y="164"/>
                </a:lnTo>
                <a:lnTo>
                  <a:pt x="345" y="164"/>
                </a:lnTo>
                <a:lnTo>
                  <a:pt x="345" y="163"/>
                </a:lnTo>
                <a:lnTo>
                  <a:pt x="346" y="162"/>
                </a:lnTo>
                <a:lnTo>
                  <a:pt x="345" y="161"/>
                </a:lnTo>
                <a:lnTo>
                  <a:pt x="343" y="160"/>
                </a:lnTo>
                <a:lnTo>
                  <a:pt x="342" y="160"/>
                </a:lnTo>
                <a:lnTo>
                  <a:pt x="341" y="161"/>
                </a:lnTo>
                <a:lnTo>
                  <a:pt x="341" y="160"/>
                </a:lnTo>
                <a:lnTo>
                  <a:pt x="340" y="160"/>
                </a:lnTo>
                <a:lnTo>
                  <a:pt x="339" y="160"/>
                </a:lnTo>
                <a:lnTo>
                  <a:pt x="339" y="159"/>
                </a:lnTo>
                <a:lnTo>
                  <a:pt x="338" y="159"/>
                </a:lnTo>
                <a:lnTo>
                  <a:pt x="338" y="160"/>
                </a:lnTo>
                <a:lnTo>
                  <a:pt x="337" y="160"/>
                </a:lnTo>
                <a:lnTo>
                  <a:pt x="336" y="161"/>
                </a:lnTo>
                <a:lnTo>
                  <a:pt x="335" y="162"/>
                </a:lnTo>
                <a:lnTo>
                  <a:pt x="335" y="161"/>
                </a:lnTo>
                <a:lnTo>
                  <a:pt x="334" y="161"/>
                </a:lnTo>
                <a:lnTo>
                  <a:pt x="334" y="162"/>
                </a:lnTo>
                <a:lnTo>
                  <a:pt x="334" y="163"/>
                </a:lnTo>
                <a:lnTo>
                  <a:pt x="333" y="163"/>
                </a:lnTo>
                <a:lnTo>
                  <a:pt x="333" y="162"/>
                </a:lnTo>
                <a:lnTo>
                  <a:pt x="332" y="162"/>
                </a:lnTo>
                <a:lnTo>
                  <a:pt x="331" y="162"/>
                </a:lnTo>
                <a:lnTo>
                  <a:pt x="331" y="163"/>
                </a:lnTo>
                <a:lnTo>
                  <a:pt x="331" y="164"/>
                </a:lnTo>
                <a:lnTo>
                  <a:pt x="330" y="164"/>
                </a:lnTo>
                <a:lnTo>
                  <a:pt x="329" y="165"/>
                </a:lnTo>
                <a:lnTo>
                  <a:pt x="328" y="165"/>
                </a:lnTo>
                <a:lnTo>
                  <a:pt x="327" y="166"/>
                </a:lnTo>
                <a:lnTo>
                  <a:pt x="327" y="167"/>
                </a:lnTo>
                <a:lnTo>
                  <a:pt x="326" y="167"/>
                </a:lnTo>
                <a:lnTo>
                  <a:pt x="326" y="168"/>
                </a:lnTo>
                <a:lnTo>
                  <a:pt x="325" y="168"/>
                </a:lnTo>
                <a:lnTo>
                  <a:pt x="325" y="169"/>
                </a:lnTo>
                <a:lnTo>
                  <a:pt x="324" y="170"/>
                </a:lnTo>
                <a:lnTo>
                  <a:pt x="324" y="171"/>
                </a:lnTo>
                <a:lnTo>
                  <a:pt x="323" y="172"/>
                </a:lnTo>
                <a:lnTo>
                  <a:pt x="322" y="172"/>
                </a:lnTo>
                <a:lnTo>
                  <a:pt x="322" y="173"/>
                </a:lnTo>
                <a:lnTo>
                  <a:pt x="321" y="174"/>
                </a:lnTo>
                <a:lnTo>
                  <a:pt x="320" y="175"/>
                </a:lnTo>
                <a:lnTo>
                  <a:pt x="319" y="175"/>
                </a:lnTo>
                <a:lnTo>
                  <a:pt x="318" y="175"/>
                </a:lnTo>
                <a:lnTo>
                  <a:pt x="317" y="176"/>
                </a:lnTo>
                <a:lnTo>
                  <a:pt x="317" y="175"/>
                </a:lnTo>
                <a:lnTo>
                  <a:pt x="316" y="175"/>
                </a:lnTo>
                <a:lnTo>
                  <a:pt x="316" y="174"/>
                </a:lnTo>
                <a:lnTo>
                  <a:pt x="316" y="173"/>
                </a:lnTo>
                <a:lnTo>
                  <a:pt x="315" y="174"/>
                </a:lnTo>
                <a:lnTo>
                  <a:pt x="314" y="175"/>
                </a:lnTo>
                <a:lnTo>
                  <a:pt x="313" y="175"/>
                </a:lnTo>
                <a:lnTo>
                  <a:pt x="312" y="175"/>
                </a:lnTo>
                <a:lnTo>
                  <a:pt x="313" y="175"/>
                </a:lnTo>
                <a:lnTo>
                  <a:pt x="312" y="175"/>
                </a:lnTo>
                <a:lnTo>
                  <a:pt x="311" y="175"/>
                </a:lnTo>
                <a:lnTo>
                  <a:pt x="310" y="175"/>
                </a:lnTo>
                <a:lnTo>
                  <a:pt x="310" y="174"/>
                </a:lnTo>
                <a:lnTo>
                  <a:pt x="310" y="173"/>
                </a:lnTo>
                <a:lnTo>
                  <a:pt x="309" y="173"/>
                </a:lnTo>
                <a:lnTo>
                  <a:pt x="309" y="172"/>
                </a:lnTo>
                <a:lnTo>
                  <a:pt x="309" y="171"/>
                </a:lnTo>
                <a:lnTo>
                  <a:pt x="308" y="171"/>
                </a:lnTo>
                <a:lnTo>
                  <a:pt x="307" y="170"/>
                </a:lnTo>
                <a:lnTo>
                  <a:pt x="307" y="169"/>
                </a:lnTo>
                <a:lnTo>
                  <a:pt x="308" y="169"/>
                </a:lnTo>
                <a:lnTo>
                  <a:pt x="307" y="168"/>
                </a:lnTo>
                <a:lnTo>
                  <a:pt x="307" y="167"/>
                </a:lnTo>
                <a:lnTo>
                  <a:pt x="307" y="166"/>
                </a:lnTo>
                <a:lnTo>
                  <a:pt x="305" y="166"/>
                </a:lnTo>
                <a:lnTo>
                  <a:pt x="304" y="166"/>
                </a:lnTo>
                <a:lnTo>
                  <a:pt x="303" y="166"/>
                </a:lnTo>
                <a:lnTo>
                  <a:pt x="303" y="167"/>
                </a:lnTo>
                <a:lnTo>
                  <a:pt x="302" y="167"/>
                </a:lnTo>
                <a:lnTo>
                  <a:pt x="302" y="168"/>
                </a:lnTo>
                <a:lnTo>
                  <a:pt x="303" y="169"/>
                </a:lnTo>
                <a:lnTo>
                  <a:pt x="303" y="170"/>
                </a:lnTo>
                <a:lnTo>
                  <a:pt x="303" y="171"/>
                </a:lnTo>
                <a:lnTo>
                  <a:pt x="303" y="172"/>
                </a:lnTo>
                <a:lnTo>
                  <a:pt x="302" y="172"/>
                </a:lnTo>
                <a:lnTo>
                  <a:pt x="303" y="173"/>
                </a:lnTo>
                <a:lnTo>
                  <a:pt x="302" y="173"/>
                </a:lnTo>
                <a:lnTo>
                  <a:pt x="302" y="172"/>
                </a:lnTo>
                <a:lnTo>
                  <a:pt x="301" y="172"/>
                </a:lnTo>
                <a:lnTo>
                  <a:pt x="301" y="173"/>
                </a:lnTo>
                <a:lnTo>
                  <a:pt x="300" y="173"/>
                </a:lnTo>
                <a:lnTo>
                  <a:pt x="301" y="173"/>
                </a:lnTo>
                <a:lnTo>
                  <a:pt x="300" y="174"/>
                </a:lnTo>
                <a:lnTo>
                  <a:pt x="299" y="174"/>
                </a:lnTo>
                <a:lnTo>
                  <a:pt x="300" y="174"/>
                </a:lnTo>
                <a:lnTo>
                  <a:pt x="300" y="175"/>
                </a:lnTo>
                <a:lnTo>
                  <a:pt x="299" y="175"/>
                </a:lnTo>
                <a:lnTo>
                  <a:pt x="298" y="176"/>
                </a:lnTo>
                <a:lnTo>
                  <a:pt x="298" y="175"/>
                </a:lnTo>
                <a:lnTo>
                  <a:pt x="298" y="176"/>
                </a:lnTo>
                <a:lnTo>
                  <a:pt x="297" y="176"/>
                </a:lnTo>
                <a:lnTo>
                  <a:pt x="297" y="177"/>
                </a:lnTo>
                <a:lnTo>
                  <a:pt x="296" y="177"/>
                </a:lnTo>
                <a:lnTo>
                  <a:pt x="296" y="178"/>
                </a:lnTo>
                <a:lnTo>
                  <a:pt x="295" y="178"/>
                </a:lnTo>
                <a:lnTo>
                  <a:pt x="295" y="177"/>
                </a:lnTo>
                <a:lnTo>
                  <a:pt x="294" y="177"/>
                </a:lnTo>
                <a:lnTo>
                  <a:pt x="293" y="176"/>
                </a:lnTo>
                <a:lnTo>
                  <a:pt x="292" y="176"/>
                </a:lnTo>
                <a:lnTo>
                  <a:pt x="291" y="176"/>
                </a:lnTo>
                <a:lnTo>
                  <a:pt x="291" y="175"/>
                </a:lnTo>
                <a:lnTo>
                  <a:pt x="289" y="175"/>
                </a:lnTo>
                <a:lnTo>
                  <a:pt x="288" y="175"/>
                </a:lnTo>
                <a:lnTo>
                  <a:pt x="288" y="176"/>
                </a:lnTo>
                <a:lnTo>
                  <a:pt x="287" y="177"/>
                </a:lnTo>
                <a:lnTo>
                  <a:pt x="286" y="176"/>
                </a:lnTo>
                <a:lnTo>
                  <a:pt x="286" y="175"/>
                </a:lnTo>
                <a:lnTo>
                  <a:pt x="285" y="175"/>
                </a:lnTo>
                <a:lnTo>
                  <a:pt x="285" y="176"/>
                </a:lnTo>
                <a:lnTo>
                  <a:pt x="284" y="176"/>
                </a:lnTo>
                <a:lnTo>
                  <a:pt x="283" y="176"/>
                </a:lnTo>
                <a:lnTo>
                  <a:pt x="282" y="177"/>
                </a:lnTo>
                <a:lnTo>
                  <a:pt x="282" y="178"/>
                </a:lnTo>
                <a:lnTo>
                  <a:pt x="282" y="179"/>
                </a:lnTo>
                <a:lnTo>
                  <a:pt x="282" y="180"/>
                </a:lnTo>
                <a:lnTo>
                  <a:pt x="283" y="180"/>
                </a:lnTo>
                <a:lnTo>
                  <a:pt x="282" y="180"/>
                </a:lnTo>
                <a:lnTo>
                  <a:pt x="282" y="181"/>
                </a:lnTo>
                <a:lnTo>
                  <a:pt x="282" y="182"/>
                </a:lnTo>
                <a:lnTo>
                  <a:pt x="283" y="183"/>
                </a:lnTo>
                <a:lnTo>
                  <a:pt x="283" y="184"/>
                </a:lnTo>
                <a:lnTo>
                  <a:pt x="282" y="184"/>
                </a:lnTo>
                <a:lnTo>
                  <a:pt x="283" y="185"/>
                </a:lnTo>
                <a:lnTo>
                  <a:pt x="283" y="186"/>
                </a:lnTo>
                <a:lnTo>
                  <a:pt x="282" y="186"/>
                </a:lnTo>
                <a:lnTo>
                  <a:pt x="281" y="186"/>
                </a:lnTo>
                <a:lnTo>
                  <a:pt x="280" y="186"/>
                </a:lnTo>
                <a:lnTo>
                  <a:pt x="281" y="188"/>
                </a:lnTo>
                <a:lnTo>
                  <a:pt x="282" y="189"/>
                </a:lnTo>
                <a:lnTo>
                  <a:pt x="283" y="189"/>
                </a:lnTo>
                <a:lnTo>
                  <a:pt x="283" y="190"/>
                </a:lnTo>
                <a:lnTo>
                  <a:pt x="284" y="190"/>
                </a:lnTo>
                <a:lnTo>
                  <a:pt x="285" y="190"/>
                </a:lnTo>
                <a:lnTo>
                  <a:pt x="286" y="189"/>
                </a:lnTo>
                <a:lnTo>
                  <a:pt x="286" y="190"/>
                </a:lnTo>
                <a:lnTo>
                  <a:pt x="287" y="191"/>
                </a:lnTo>
                <a:lnTo>
                  <a:pt x="288" y="191"/>
                </a:lnTo>
                <a:lnTo>
                  <a:pt x="288" y="192"/>
                </a:lnTo>
                <a:lnTo>
                  <a:pt x="289" y="193"/>
                </a:lnTo>
                <a:lnTo>
                  <a:pt x="289" y="194"/>
                </a:lnTo>
                <a:lnTo>
                  <a:pt x="290" y="194"/>
                </a:lnTo>
                <a:lnTo>
                  <a:pt x="291" y="194"/>
                </a:lnTo>
                <a:lnTo>
                  <a:pt x="292" y="194"/>
                </a:lnTo>
                <a:lnTo>
                  <a:pt x="292" y="195"/>
                </a:lnTo>
                <a:lnTo>
                  <a:pt x="292" y="196"/>
                </a:lnTo>
                <a:lnTo>
                  <a:pt x="293" y="196"/>
                </a:lnTo>
                <a:lnTo>
                  <a:pt x="293" y="197"/>
                </a:lnTo>
                <a:lnTo>
                  <a:pt x="293" y="198"/>
                </a:lnTo>
                <a:lnTo>
                  <a:pt x="294" y="198"/>
                </a:lnTo>
                <a:lnTo>
                  <a:pt x="294" y="199"/>
                </a:lnTo>
                <a:lnTo>
                  <a:pt x="295" y="199"/>
                </a:lnTo>
                <a:lnTo>
                  <a:pt x="295" y="200"/>
                </a:lnTo>
                <a:lnTo>
                  <a:pt x="296" y="200"/>
                </a:lnTo>
                <a:lnTo>
                  <a:pt x="297" y="200"/>
                </a:lnTo>
                <a:lnTo>
                  <a:pt x="296" y="202"/>
                </a:lnTo>
                <a:lnTo>
                  <a:pt x="296" y="203"/>
                </a:lnTo>
                <a:lnTo>
                  <a:pt x="296" y="204"/>
                </a:lnTo>
                <a:lnTo>
                  <a:pt x="295" y="204"/>
                </a:lnTo>
                <a:lnTo>
                  <a:pt x="295" y="205"/>
                </a:lnTo>
                <a:lnTo>
                  <a:pt x="295" y="206"/>
                </a:lnTo>
                <a:lnTo>
                  <a:pt x="295" y="208"/>
                </a:lnTo>
                <a:lnTo>
                  <a:pt x="294" y="210"/>
                </a:lnTo>
                <a:lnTo>
                  <a:pt x="295" y="210"/>
                </a:lnTo>
                <a:lnTo>
                  <a:pt x="296" y="210"/>
                </a:lnTo>
                <a:lnTo>
                  <a:pt x="295" y="211"/>
                </a:lnTo>
                <a:lnTo>
                  <a:pt x="295" y="213"/>
                </a:lnTo>
                <a:lnTo>
                  <a:pt x="294" y="214"/>
                </a:lnTo>
                <a:lnTo>
                  <a:pt x="294" y="215"/>
                </a:lnTo>
                <a:lnTo>
                  <a:pt x="293" y="217"/>
                </a:lnTo>
                <a:lnTo>
                  <a:pt x="292" y="218"/>
                </a:lnTo>
                <a:lnTo>
                  <a:pt x="292" y="219"/>
                </a:lnTo>
                <a:lnTo>
                  <a:pt x="292" y="218"/>
                </a:lnTo>
                <a:lnTo>
                  <a:pt x="292" y="219"/>
                </a:lnTo>
                <a:lnTo>
                  <a:pt x="291" y="219"/>
                </a:lnTo>
                <a:lnTo>
                  <a:pt x="291" y="220"/>
                </a:lnTo>
                <a:lnTo>
                  <a:pt x="291" y="221"/>
                </a:lnTo>
                <a:lnTo>
                  <a:pt x="291" y="220"/>
                </a:lnTo>
                <a:lnTo>
                  <a:pt x="292" y="220"/>
                </a:lnTo>
                <a:lnTo>
                  <a:pt x="293" y="221"/>
                </a:lnTo>
                <a:lnTo>
                  <a:pt x="292" y="221"/>
                </a:lnTo>
                <a:lnTo>
                  <a:pt x="292" y="222"/>
                </a:lnTo>
                <a:lnTo>
                  <a:pt x="292" y="225"/>
                </a:lnTo>
                <a:lnTo>
                  <a:pt x="292" y="226"/>
                </a:lnTo>
                <a:lnTo>
                  <a:pt x="293" y="226"/>
                </a:lnTo>
                <a:lnTo>
                  <a:pt x="293" y="227"/>
                </a:lnTo>
                <a:lnTo>
                  <a:pt x="294" y="228"/>
                </a:lnTo>
                <a:lnTo>
                  <a:pt x="293" y="228"/>
                </a:lnTo>
                <a:lnTo>
                  <a:pt x="293" y="227"/>
                </a:lnTo>
                <a:lnTo>
                  <a:pt x="293" y="228"/>
                </a:lnTo>
                <a:lnTo>
                  <a:pt x="293" y="229"/>
                </a:lnTo>
                <a:lnTo>
                  <a:pt x="293" y="230"/>
                </a:lnTo>
                <a:lnTo>
                  <a:pt x="292" y="230"/>
                </a:lnTo>
                <a:lnTo>
                  <a:pt x="292" y="231"/>
                </a:lnTo>
                <a:lnTo>
                  <a:pt x="292" y="232"/>
                </a:lnTo>
                <a:lnTo>
                  <a:pt x="291" y="233"/>
                </a:lnTo>
                <a:lnTo>
                  <a:pt x="291" y="234"/>
                </a:lnTo>
                <a:lnTo>
                  <a:pt x="291" y="235"/>
                </a:lnTo>
                <a:lnTo>
                  <a:pt x="292" y="235"/>
                </a:lnTo>
                <a:lnTo>
                  <a:pt x="292" y="236"/>
                </a:lnTo>
                <a:lnTo>
                  <a:pt x="292" y="237"/>
                </a:lnTo>
                <a:lnTo>
                  <a:pt x="292" y="238"/>
                </a:lnTo>
                <a:lnTo>
                  <a:pt x="291" y="238"/>
                </a:lnTo>
                <a:lnTo>
                  <a:pt x="291" y="239"/>
                </a:lnTo>
                <a:lnTo>
                  <a:pt x="292" y="239"/>
                </a:lnTo>
                <a:lnTo>
                  <a:pt x="292" y="240"/>
                </a:lnTo>
                <a:lnTo>
                  <a:pt x="291" y="240"/>
                </a:lnTo>
                <a:lnTo>
                  <a:pt x="291" y="239"/>
                </a:lnTo>
                <a:lnTo>
                  <a:pt x="290" y="239"/>
                </a:lnTo>
                <a:lnTo>
                  <a:pt x="290" y="238"/>
                </a:lnTo>
                <a:lnTo>
                  <a:pt x="290" y="239"/>
                </a:lnTo>
                <a:lnTo>
                  <a:pt x="289" y="239"/>
                </a:lnTo>
                <a:lnTo>
                  <a:pt x="289" y="240"/>
                </a:lnTo>
                <a:lnTo>
                  <a:pt x="288" y="240"/>
                </a:lnTo>
                <a:lnTo>
                  <a:pt x="287" y="240"/>
                </a:lnTo>
                <a:lnTo>
                  <a:pt x="286" y="240"/>
                </a:lnTo>
                <a:lnTo>
                  <a:pt x="286" y="239"/>
                </a:lnTo>
                <a:lnTo>
                  <a:pt x="285" y="239"/>
                </a:lnTo>
                <a:lnTo>
                  <a:pt x="284" y="239"/>
                </a:lnTo>
                <a:lnTo>
                  <a:pt x="284" y="238"/>
                </a:lnTo>
                <a:lnTo>
                  <a:pt x="283" y="239"/>
                </a:lnTo>
                <a:lnTo>
                  <a:pt x="282" y="240"/>
                </a:lnTo>
                <a:lnTo>
                  <a:pt x="281" y="241"/>
                </a:lnTo>
                <a:lnTo>
                  <a:pt x="280" y="240"/>
                </a:lnTo>
                <a:lnTo>
                  <a:pt x="279" y="240"/>
                </a:lnTo>
                <a:lnTo>
                  <a:pt x="279" y="241"/>
                </a:lnTo>
                <a:lnTo>
                  <a:pt x="279" y="242"/>
                </a:lnTo>
                <a:lnTo>
                  <a:pt x="278" y="242"/>
                </a:lnTo>
                <a:lnTo>
                  <a:pt x="278" y="243"/>
                </a:lnTo>
                <a:lnTo>
                  <a:pt x="278" y="244"/>
                </a:lnTo>
                <a:lnTo>
                  <a:pt x="278" y="245"/>
                </a:lnTo>
                <a:lnTo>
                  <a:pt x="279" y="245"/>
                </a:lnTo>
                <a:lnTo>
                  <a:pt x="280" y="245"/>
                </a:lnTo>
                <a:lnTo>
                  <a:pt x="280" y="244"/>
                </a:lnTo>
                <a:lnTo>
                  <a:pt x="280" y="243"/>
                </a:lnTo>
                <a:lnTo>
                  <a:pt x="281" y="243"/>
                </a:lnTo>
                <a:lnTo>
                  <a:pt x="281" y="244"/>
                </a:lnTo>
                <a:lnTo>
                  <a:pt x="282" y="245"/>
                </a:lnTo>
                <a:lnTo>
                  <a:pt x="283" y="245"/>
                </a:lnTo>
                <a:lnTo>
                  <a:pt x="283" y="246"/>
                </a:lnTo>
                <a:lnTo>
                  <a:pt x="283" y="247"/>
                </a:lnTo>
                <a:lnTo>
                  <a:pt x="282" y="247"/>
                </a:lnTo>
                <a:lnTo>
                  <a:pt x="282" y="248"/>
                </a:lnTo>
                <a:lnTo>
                  <a:pt x="282" y="249"/>
                </a:lnTo>
                <a:lnTo>
                  <a:pt x="283" y="249"/>
                </a:lnTo>
                <a:lnTo>
                  <a:pt x="283" y="250"/>
                </a:lnTo>
                <a:lnTo>
                  <a:pt x="283" y="249"/>
                </a:lnTo>
                <a:lnTo>
                  <a:pt x="284" y="249"/>
                </a:lnTo>
                <a:lnTo>
                  <a:pt x="285" y="249"/>
                </a:lnTo>
                <a:lnTo>
                  <a:pt x="285" y="250"/>
                </a:lnTo>
                <a:lnTo>
                  <a:pt x="284" y="251"/>
                </a:lnTo>
                <a:lnTo>
                  <a:pt x="284" y="252"/>
                </a:lnTo>
                <a:lnTo>
                  <a:pt x="284" y="253"/>
                </a:lnTo>
                <a:lnTo>
                  <a:pt x="285" y="253"/>
                </a:lnTo>
                <a:lnTo>
                  <a:pt x="286" y="253"/>
                </a:lnTo>
                <a:lnTo>
                  <a:pt x="286" y="254"/>
                </a:lnTo>
                <a:lnTo>
                  <a:pt x="287" y="254"/>
                </a:lnTo>
                <a:lnTo>
                  <a:pt x="288" y="254"/>
                </a:lnTo>
                <a:lnTo>
                  <a:pt x="288" y="255"/>
                </a:lnTo>
                <a:lnTo>
                  <a:pt x="289" y="255"/>
                </a:lnTo>
                <a:lnTo>
                  <a:pt x="290" y="256"/>
                </a:lnTo>
                <a:lnTo>
                  <a:pt x="290" y="255"/>
                </a:lnTo>
                <a:lnTo>
                  <a:pt x="291" y="255"/>
                </a:lnTo>
                <a:lnTo>
                  <a:pt x="291" y="254"/>
                </a:lnTo>
                <a:lnTo>
                  <a:pt x="290" y="254"/>
                </a:lnTo>
                <a:lnTo>
                  <a:pt x="289" y="254"/>
                </a:lnTo>
                <a:lnTo>
                  <a:pt x="290" y="254"/>
                </a:lnTo>
                <a:lnTo>
                  <a:pt x="290" y="253"/>
                </a:lnTo>
                <a:lnTo>
                  <a:pt x="290" y="254"/>
                </a:lnTo>
                <a:lnTo>
                  <a:pt x="291" y="253"/>
                </a:lnTo>
                <a:lnTo>
                  <a:pt x="292" y="254"/>
                </a:lnTo>
                <a:lnTo>
                  <a:pt x="292" y="253"/>
                </a:lnTo>
                <a:lnTo>
                  <a:pt x="293" y="253"/>
                </a:lnTo>
                <a:lnTo>
                  <a:pt x="294" y="253"/>
                </a:lnTo>
                <a:lnTo>
                  <a:pt x="294" y="252"/>
                </a:lnTo>
                <a:lnTo>
                  <a:pt x="293" y="251"/>
                </a:lnTo>
                <a:lnTo>
                  <a:pt x="292" y="251"/>
                </a:lnTo>
                <a:lnTo>
                  <a:pt x="292" y="250"/>
                </a:lnTo>
                <a:lnTo>
                  <a:pt x="291" y="250"/>
                </a:lnTo>
                <a:lnTo>
                  <a:pt x="292" y="250"/>
                </a:lnTo>
                <a:lnTo>
                  <a:pt x="292" y="249"/>
                </a:lnTo>
                <a:lnTo>
                  <a:pt x="293" y="248"/>
                </a:lnTo>
                <a:lnTo>
                  <a:pt x="293" y="246"/>
                </a:lnTo>
                <a:lnTo>
                  <a:pt x="294" y="246"/>
                </a:lnTo>
                <a:lnTo>
                  <a:pt x="294" y="245"/>
                </a:lnTo>
                <a:lnTo>
                  <a:pt x="295" y="245"/>
                </a:lnTo>
                <a:lnTo>
                  <a:pt x="296" y="244"/>
                </a:lnTo>
                <a:lnTo>
                  <a:pt x="297" y="244"/>
                </a:lnTo>
                <a:lnTo>
                  <a:pt x="297" y="243"/>
                </a:lnTo>
                <a:lnTo>
                  <a:pt x="297" y="242"/>
                </a:lnTo>
                <a:lnTo>
                  <a:pt x="298" y="241"/>
                </a:lnTo>
                <a:lnTo>
                  <a:pt x="298" y="240"/>
                </a:lnTo>
                <a:lnTo>
                  <a:pt x="299" y="240"/>
                </a:lnTo>
                <a:lnTo>
                  <a:pt x="300" y="240"/>
                </a:lnTo>
                <a:lnTo>
                  <a:pt x="301" y="240"/>
                </a:lnTo>
                <a:lnTo>
                  <a:pt x="302" y="240"/>
                </a:lnTo>
                <a:lnTo>
                  <a:pt x="302" y="241"/>
                </a:lnTo>
                <a:lnTo>
                  <a:pt x="303" y="241"/>
                </a:lnTo>
                <a:lnTo>
                  <a:pt x="304" y="241"/>
                </a:lnTo>
                <a:lnTo>
                  <a:pt x="304" y="242"/>
                </a:lnTo>
                <a:lnTo>
                  <a:pt x="305" y="243"/>
                </a:lnTo>
                <a:lnTo>
                  <a:pt x="304" y="243"/>
                </a:lnTo>
                <a:lnTo>
                  <a:pt x="304" y="244"/>
                </a:lnTo>
                <a:lnTo>
                  <a:pt x="305" y="244"/>
                </a:lnTo>
                <a:lnTo>
                  <a:pt x="305" y="245"/>
                </a:lnTo>
                <a:lnTo>
                  <a:pt x="304" y="245"/>
                </a:lnTo>
                <a:lnTo>
                  <a:pt x="304" y="246"/>
                </a:lnTo>
                <a:lnTo>
                  <a:pt x="305" y="246"/>
                </a:lnTo>
                <a:lnTo>
                  <a:pt x="305" y="245"/>
                </a:lnTo>
                <a:lnTo>
                  <a:pt x="305" y="246"/>
                </a:lnTo>
                <a:lnTo>
                  <a:pt x="306" y="246"/>
                </a:lnTo>
                <a:lnTo>
                  <a:pt x="306" y="247"/>
                </a:lnTo>
                <a:lnTo>
                  <a:pt x="306" y="248"/>
                </a:lnTo>
                <a:lnTo>
                  <a:pt x="306" y="249"/>
                </a:lnTo>
                <a:lnTo>
                  <a:pt x="306" y="250"/>
                </a:lnTo>
                <a:lnTo>
                  <a:pt x="306" y="251"/>
                </a:lnTo>
                <a:lnTo>
                  <a:pt x="305" y="251"/>
                </a:lnTo>
                <a:lnTo>
                  <a:pt x="305" y="252"/>
                </a:lnTo>
                <a:lnTo>
                  <a:pt x="306" y="252"/>
                </a:lnTo>
                <a:lnTo>
                  <a:pt x="306" y="253"/>
                </a:lnTo>
                <a:lnTo>
                  <a:pt x="306" y="254"/>
                </a:lnTo>
                <a:lnTo>
                  <a:pt x="306" y="255"/>
                </a:lnTo>
                <a:lnTo>
                  <a:pt x="307" y="256"/>
                </a:lnTo>
                <a:lnTo>
                  <a:pt x="307" y="257"/>
                </a:lnTo>
                <a:lnTo>
                  <a:pt x="306" y="257"/>
                </a:lnTo>
                <a:lnTo>
                  <a:pt x="306" y="258"/>
                </a:lnTo>
                <a:lnTo>
                  <a:pt x="307" y="258"/>
                </a:lnTo>
                <a:lnTo>
                  <a:pt x="308" y="257"/>
                </a:lnTo>
                <a:lnTo>
                  <a:pt x="309" y="257"/>
                </a:lnTo>
                <a:lnTo>
                  <a:pt x="309" y="258"/>
                </a:lnTo>
                <a:lnTo>
                  <a:pt x="308" y="259"/>
                </a:lnTo>
                <a:lnTo>
                  <a:pt x="309" y="259"/>
                </a:lnTo>
                <a:lnTo>
                  <a:pt x="310" y="259"/>
                </a:lnTo>
                <a:lnTo>
                  <a:pt x="310" y="260"/>
                </a:lnTo>
                <a:lnTo>
                  <a:pt x="311" y="260"/>
                </a:lnTo>
                <a:lnTo>
                  <a:pt x="312" y="261"/>
                </a:lnTo>
                <a:lnTo>
                  <a:pt x="312" y="262"/>
                </a:lnTo>
                <a:lnTo>
                  <a:pt x="313" y="262"/>
                </a:lnTo>
                <a:lnTo>
                  <a:pt x="313" y="263"/>
                </a:lnTo>
                <a:lnTo>
                  <a:pt x="314" y="263"/>
                </a:lnTo>
                <a:lnTo>
                  <a:pt x="313" y="262"/>
                </a:lnTo>
                <a:lnTo>
                  <a:pt x="313" y="261"/>
                </a:lnTo>
                <a:lnTo>
                  <a:pt x="314" y="261"/>
                </a:lnTo>
                <a:lnTo>
                  <a:pt x="314" y="262"/>
                </a:lnTo>
                <a:lnTo>
                  <a:pt x="315" y="262"/>
                </a:lnTo>
                <a:lnTo>
                  <a:pt x="315" y="261"/>
                </a:lnTo>
                <a:lnTo>
                  <a:pt x="314" y="261"/>
                </a:lnTo>
                <a:lnTo>
                  <a:pt x="314" y="260"/>
                </a:lnTo>
                <a:lnTo>
                  <a:pt x="315" y="260"/>
                </a:lnTo>
                <a:lnTo>
                  <a:pt x="315" y="259"/>
                </a:lnTo>
                <a:lnTo>
                  <a:pt x="314" y="259"/>
                </a:lnTo>
                <a:lnTo>
                  <a:pt x="313" y="259"/>
                </a:lnTo>
                <a:lnTo>
                  <a:pt x="312" y="259"/>
                </a:lnTo>
                <a:lnTo>
                  <a:pt x="312" y="258"/>
                </a:lnTo>
                <a:lnTo>
                  <a:pt x="313" y="258"/>
                </a:lnTo>
                <a:lnTo>
                  <a:pt x="314" y="257"/>
                </a:lnTo>
                <a:lnTo>
                  <a:pt x="315" y="257"/>
                </a:lnTo>
                <a:lnTo>
                  <a:pt x="315" y="258"/>
                </a:lnTo>
                <a:lnTo>
                  <a:pt x="316" y="258"/>
                </a:lnTo>
                <a:lnTo>
                  <a:pt x="315" y="259"/>
                </a:lnTo>
                <a:lnTo>
                  <a:pt x="315" y="260"/>
                </a:lnTo>
                <a:lnTo>
                  <a:pt x="316" y="260"/>
                </a:lnTo>
                <a:lnTo>
                  <a:pt x="316" y="261"/>
                </a:lnTo>
                <a:lnTo>
                  <a:pt x="316" y="262"/>
                </a:lnTo>
                <a:lnTo>
                  <a:pt x="315" y="262"/>
                </a:lnTo>
                <a:lnTo>
                  <a:pt x="315" y="263"/>
                </a:lnTo>
                <a:lnTo>
                  <a:pt x="315" y="264"/>
                </a:lnTo>
                <a:lnTo>
                  <a:pt x="316" y="263"/>
                </a:lnTo>
                <a:lnTo>
                  <a:pt x="317" y="263"/>
                </a:lnTo>
                <a:lnTo>
                  <a:pt x="317" y="264"/>
                </a:lnTo>
                <a:lnTo>
                  <a:pt x="318" y="264"/>
                </a:lnTo>
                <a:lnTo>
                  <a:pt x="319" y="264"/>
                </a:lnTo>
                <a:lnTo>
                  <a:pt x="318" y="263"/>
                </a:lnTo>
                <a:lnTo>
                  <a:pt x="318" y="262"/>
                </a:lnTo>
                <a:lnTo>
                  <a:pt x="319" y="262"/>
                </a:lnTo>
                <a:lnTo>
                  <a:pt x="319" y="261"/>
                </a:lnTo>
                <a:lnTo>
                  <a:pt x="319" y="260"/>
                </a:lnTo>
                <a:lnTo>
                  <a:pt x="320" y="260"/>
                </a:lnTo>
                <a:lnTo>
                  <a:pt x="320" y="261"/>
                </a:lnTo>
                <a:lnTo>
                  <a:pt x="319" y="261"/>
                </a:lnTo>
                <a:lnTo>
                  <a:pt x="319" y="262"/>
                </a:lnTo>
                <a:lnTo>
                  <a:pt x="320" y="262"/>
                </a:lnTo>
                <a:lnTo>
                  <a:pt x="320" y="261"/>
                </a:lnTo>
                <a:lnTo>
                  <a:pt x="321" y="261"/>
                </a:lnTo>
                <a:lnTo>
                  <a:pt x="321" y="262"/>
                </a:lnTo>
                <a:lnTo>
                  <a:pt x="322" y="263"/>
                </a:lnTo>
                <a:lnTo>
                  <a:pt x="323" y="263"/>
                </a:lnTo>
                <a:lnTo>
                  <a:pt x="324" y="263"/>
                </a:lnTo>
                <a:lnTo>
                  <a:pt x="325" y="264"/>
                </a:lnTo>
                <a:lnTo>
                  <a:pt x="324" y="266"/>
                </a:lnTo>
                <a:lnTo>
                  <a:pt x="323" y="266"/>
                </a:lnTo>
                <a:lnTo>
                  <a:pt x="323" y="267"/>
                </a:lnTo>
                <a:lnTo>
                  <a:pt x="324" y="267"/>
                </a:lnTo>
                <a:lnTo>
                  <a:pt x="323" y="267"/>
                </a:lnTo>
                <a:lnTo>
                  <a:pt x="322" y="267"/>
                </a:lnTo>
                <a:lnTo>
                  <a:pt x="323" y="267"/>
                </a:lnTo>
                <a:lnTo>
                  <a:pt x="324" y="268"/>
                </a:lnTo>
                <a:lnTo>
                  <a:pt x="325" y="268"/>
                </a:lnTo>
                <a:lnTo>
                  <a:pt x="325" y="267"/>
                </a:lnTo>
                <a:lnTo>
                  <a:pt x="326" y="267"/>
                </a:lnTo>
                <a:lnTo>
                  <a:pt x="325" y="267"/>
                </a:lnTo>
                <a:lnTo>
                  <a:pt x="326" y="267"/>
                </a:lnTo>
                <a:lnTo>
                  <a:pt x="326" y="268"/>
                </a:lnTo>
                <a:lnTo>
                  <a:pt x="326" y="269"/>
                </a:lnTo>
                <a:lnTo>
                  <a:pt x="327" y="270"/>
                </a:lnTo>
                <a:lnTo>
                  <a:pt x="325" y="271"/>
                </a:lnTo>
                <a:lnTo>
                  <a:pt x="325" y="272"/>
                </a:lnTo>
                <a:lnTo>
                  <a:pt x="324" y="272"/>
                </a:lnTo>
                <a:lnTo>
                  <a:pt x="324" y="273"/>
                </a:lnTo>
                <a:lnTo>
                  <a:pt x="324" y="274"/>
                </a:lnTo>
                <a:lnTo>
                  <a:pt x="325" y="274"/>
                </a:lnTo>
                <a:lnTo>
                  <a:pt x="325" y="275"/>
                </a:lnTo>
                <a:lnTo>
                  <a:pt x="324" y="275"/>
                </a:lnTo>
                <a:lnTo>
                  <a:pt x="324" y="276"/>
                </a:lnTo>
                <a:lnTo>
                  <a:pt x="325" y="276"/>
                </a:lnTo>
                <a:lnTo>
                  <a:pt x="324" y="277"/>
                </a:lnTo>
                <a:lnTo>
                  <a:pt x="324" y="278"/>
                </a:lnTo>
                <a:lnTo>
                  <a:pt x="323" y="278"/>
                </a:lnTo>
                <a:lnTo>
                  <a:pt x="323" y="279"/>
                </a:lnTo>
                <a:lnTo>
                  <a:pt x="322" y="280"/>
                </a:lnTo>
                <a:lnTo>
                  <a:pt x="323" y="281"/>
                </a:lnTo>
                <a:lnTo>
                  <a:pt x="323" y="282"/>
                </a:lnTo>
                <a:lnTo>
                  <a:pt x="324" y="283"/>
                </a:lnTo>
                <a:lnTo>
                  <a:pt x="325" y="284"/>
                </a:lnTo>
                <a:lnTo>
                  <a:pt x="325" y="283"/>
                </a:lnTo>
                <a:lnTo>
                  <a:pt x="326" y="283"/>
                </a:lnTo>
                <a:lnTo>
                  <a:pt x="326" y="284"/>
                </a:lnTo>
                <a:lnTo>
                  <a:pt x="327" y="284"/>
                </a:lnTo>
                <a:lnTo>
                  <a:pt x="328" y="284"/>
                </a:lnTo>
                <a:lnTo>
                  <a:pt x="329" y="284"/>
                </a:lnTo>
                <a:lnTo>
                  <a:pt x="329" y="285"/>
                </a:lnTo>
                <a:lnTo>
                  <a:pt x="329" y="286"/>
                </a:lnTo>
                <a:lnTo>
                  <a:pt x="330" y="286"/>
                </a:lnTo>
                <a:lnTo>
                  <a:pt x="330" y="287"/>
                </a:lnTo>
                <a:lnTo>
                  <a:pt x="329" y="287"/>
                </a:lnTo>
                <a:lnTo>
                  <a:pt x="329" y="288"/>
                </a:lnTo>
                <a:lnTo>
                  <a:pt x="329" y="289"/>
                </a:lnTo>
                <a:lnTo>
                  <a:pt x="328" y="289"/>
                </a:lnTo>
                <a:lnTo>
                  <a:pt x="328" y="290"/>
                </a:lnTo>
                <a:lnTo>
                  <a:pt x="328" y="291"/>
                </a:lnTo>
                <a:lnTo>
                  <a:pt x="328" y="292"/>
                </a:lnTo>
                <a:lnTo>
                  <a:pt x="328" y="293"/>
                </a:lnTo>
                <a:lnTo>
                  <a:pt x="327" y="293"/>
                </a:lnTo>
                <a:lnTo>
                  <a:pt x="328" y="293"/>
                </a:lnTo>
                <a:lnTo>
                  <a:pt x="327" y="294"/>
                </a:lnTo>
                <a:lnTo>
                  <a:pt x="327" y="295"/>
                </a:lnTo>
                <a:lnTo>
                  <a:pt x="329" y="295"/>
                </a:lnTo>
                <a:lnTo>
                  <a:pt x="330" y="295"/>
                </a:lnTo>
                <a:lnTo>
                  <a:pt x="331" y="295"/>
                </a:lnTo>
                <a:lnTo>
                  <a:pt x="332" y="295"/>
                </a:lnTo>
                <a:lnTo>
                  <a:pt x="333" y="294"/>
                </a:lnTo>
                <a:lnTo>
                  <a:pt x="334" y="294"/>
                </a:lnTo>
                <a:lnTo>
                  <a:pt x="334" y="293"/>
                </a:lnTo>
                <a:lnTo>
                  <a:pt x="333" y="293"/>
                </a:lnTo>
                <a:lnTo>
                  <a:pt x="333" y="292"/>
                </a:lnTo>
                <a:lnTo>
                  <a:pt x="334" y="292"/>
                </a:lnTo>
                <a:lnTo>
                  <a:pt x="335" y="291"/>
                </a:lnTo>
                <a:lnTo>
                  <a:pt x="335" y="292"/>
                </a:lnTo>
                <a:lnTo>
                  <a:pt x="336" y="292"/>
                </a:lnTo>
                <a:lnTo>
                  <a:pt x="338" y="292"/>
                </a:lnTo>
                <a:lnTo>
                  <a:pt x="338" y="291"/>
                </a:lnTo>
                <a:lnTo>
                  <a:pt x="337" y="290"/>
                </a:lnTo>
                <a:lnTo>
                  <a:pt x="337" y="289"/>
                </a:lnTo>
                <a:lnTo>
                  <a:pt x="338" y="289"/>
                </a:lnTo>
                <a:lnTo>
                  <a:pt x="338" y="290"/>
                </a:lnTo>
                <a:lnTo>
                  <a:pt x="338" y="289"/>
                </a:lnTo>
                <a:lnTo>
                  <a:pt x="339" y="288"/>
                </a:lnTo>
                <a:lnTo>
                  <a:pt x="339" y="287"/>
                </a:lnTo>
                <a:lnTo>
                  <a:pt x="340" y="287"/>
                </a:lnTo>
                <a:lnTo>
                  <a:pt x="341" y="288"/>
                </a:lnTo>
                <a:lnTo>
                  <a:pt x="342" y="288"/>
                </a:lnTo>
                <a:lnTo>
                  <a:pt x="342" y="289"/>
                </a:lnTo>
                <a:lnTo>
                  <a:pt x="343" y="289"/>
                </a:lnTo>
                <a:lnTo>
                  <a:pt x="343" y="290"/>
                </a:lnTo>
                <a:lnTo>
                  <a:pt x="344" y="290"/>
                </a:lnTo>
                <a:lnTo>
                  <a:pt x="344" y="291"/>
                </a:lnTo>
                <a:lnTo>
                  <a:pt x="345" y="292"/>
                </a:lnTo>
                <a:lnTo>
                  <a:pt x="345" y="293"/>
                </a:lnTo>
                <a:lnTo>
                  <a:pt x="344" y="293"/>
                </a:lnTo>
                <a:lnTo>
                  <a:pt x="345" y="293"/>
                </a:lnTo>
                <a:lnTo>
                  <a:pt x="345" y="294"/>
                </a:lnTo>
                <a:lnTo>
                  <a:pt x="345" y="295"/>
                </a:lnTo>
                <a:lnTo>
                  <a:pt x="344" y="296"/>
                </a:lnTo>
                <a:lnTo>
                  <a:pt x="345" y="296"/>
                </a:lnTo>
                <a:lnTo>
                  <a:pt x="345" y="297"/>
                </a:lnTo>
                <a:lnTo>
                  <a:pt x="344" y="298"/>
                </a:lnTo>
                <a:lnTo>
                  <a:pt x="344" y="299"/>
                </a:lnTo>
                <a:lnTo>
                  <a:pt x="345" y="299"/>
                </a:lnTo>
                <a:lnTo>
                  <a:pt x="346" y="299"/>
                </a:lnTo>
                <a:lnTo>
                  <a:pt x="346" y="300"/>
                </a:lnTo>
                <a:lnTo>
                  <a:pt x="347" y="300"/>
                </a:lnTo>
                <a:lnTo>
                  <a:pt x="347" y="301"/>
                </a:lnTo>
                <a:lnTo>
                  <a:pt x="347" y="302"/>
                </a:lnTo>
                <a:lnTo>
                  <a:pt x="346" y="302"/>
                </a:lnTo>
                <a:lnTo>
                  <a:pt x="346" y="303"/>
                </a:lnTo>
                <a:lnTo>
                  <a:pt x="345" y="304"/>
                </a:lnTo>
                <a:lnTo>
                  <a:pt x="345" y="305"/>
                </a:lnTo>
                <a:lnTo>
                  <a:pt x="345" y="306"/>
                </a:lnTo>
                <a:lnTo>
                  <a:pt x="345" y="307"/>
                </a:lnTo>
                <a:lnTo>
                  <a:pt x="345" y="308"/>
                </a:lnTo>
                <a:lnTo>
                  <a:pt x="346" y="308"/>
                </a:lnTo>
                <a:lnTo>
                  <a:pt x="346" y="309"/>
                </a:lnTo>
                <a:lnTo>
                  <a:pt x="346" y="310"/>
                </a:lnTo>
                <a:lnTo>
                  <a:pt x="347" y="310"/>
                </a:lnTo>
                <a:lnTo>
                  <a:pt x="347" y="311"/>
                </a:lnTo>
                <a:lnTo>
                  <a:pt x="348" y="311"/>
                </a:lnTo>
                <a:lnTo>
                  <a:pt x="349" y="311"/>
                </a:lnTo>
                <a:lnTo>
                  <a:pt x="349" y="310"/>
                </a:lnTo>
                <a:lnTo>
                  <a:pt x="350" y="310"/>
                </a:lnTo>
                <a:lnTo>
                  <a:pt x="350" y="311"/>
                </a:lnTo>
                <a:lnTo>
                  <a:pt x="351" y="311"/>
                </a:lnTo>
                <a:lnTo>
                  <a:pt x="351" y="312"/>
                </a:lnTo>
                <a:lnTo>
                  <a:pt x="352" y="312"/>
                </a:lnTo>
                <a:lnTo>
                  <a:pt x="353" y="312"/>
                </a:lnTo>
                <a:lnTo>
                  <a:pt x="353" y="313"/>
                </a:lnTo>
                <a:lnTo>
                  <a:pt x="354" y="313"/>
                </a:lnTo>
                <a:lnTo>
                  <a:pt x="355" y="313"/>
                </a:lnTo>
                <a:lnTo>
                  <a:pt x="355" y="314"/>
                </a:lnTo>
                <a:lnTo>
                  <a:pt x="354" y="314"/>
                </a:lnTo>
                <a:lnTo>
                  <a:pt x="355" y="315"/>
                </a:lnTo>
                <a:lnTo>
                  <a:pt x="355" y="316"/>
                </a:lnTo>
                <a:lnTo>
                  <a:pt x="355" y="317"/>
                </a:lnTo>
                <a:lnTo>
                  <a:pt x="355" y="318"/>
                </a:lnTo>
                <a:lnTo>
                  <a:pt x="356" y="319"/>
                </a:lnTo>
                <a:lnTo>
                  <a:pt x="356" y="320"/>
                </a:lnTo>
                <a:lnTo>
                  <a:pt x="357" y="320"/>
                </a:lnTo>
                <a:lnTo>
                  <a:pt x="357" y="319"/>
                </a:lnTo>
                <a:lnTo>
                  <a:pt x="358" y="319"/>
                </a:lnTo>
                <a:lnTo>
                  <a:pt x="358" y="320"/>
                </a:lnTo>
                <a:lnTo>
                  <a:pt x="359" y="320"/>
                </a:lnTo>
                <a:lnTo>
                  <a:pt x="360" y="321"/>
                </a:lnTo>
                <a:lnTo>
                  <a:pt x="361" y="321"/>
                </a:lnTo>
                <a:lnTo>
                  <a:pt x="362" y="321"/>
                </a:lnTo>
                <a:lnTo>
                  <a:pt x="362" y="322"/>
                </a:lnTo>
                <a:lnTo>
                  <a:pt x="363" y="322"/>
                </a:lnTo>
                <a:lnTo>
                  <a:pt x="363" y="323"/>
                </a:lnTo>
                <a:lnTo>
                  <a:pt x="363" y="324"/>
                </a:lnTo>
                <a:lnTo>
                  <a:pt x="364" y="324"/>
                </a:lnTo>
                <a:lnTo>
                  <a:pt x="363" y="324"/>
                </a:lnTo>
                <a:lnTo>
                  <a:pt x="363" y="325"/>
                </a:lnTo>
                <a:lnTo>
                  <a:pt x="362" y="325"/>
                </a:lnTo>
                <a:lnTo>
                  <a:pt x="362" y="326"/>
                </a:lnTo>
                <a:lnTo>
                  <a:pt x="361" y="326"/>
                </a:lnTo>
                <a:lnTo>
                  <a:pt x="361" y="327"/>
                </a:lnTo>
                <a:lnTo>
                  <a:pt x="361" y="329"/>
                </a:lnTo>
                <a:lnTo>
                  <a:pt x="361" y="330"/>
                </a:lnTo>
                <a:lnTo>
                  <a:pt x="361" y="331"/>
                </a:lnTo>
                <a:lnTo>
                  <a:pt x="360" y="331"/>
                </a:lnTo>
                <a:lnTo>
                  <a:pt x="359" y="331"/>
                </a:lnTo>
                <a:lnTo>
                  <a:pt x="359" y="332"/>
                </a:lnTo>
                <a:lnTo>
                  <a:pt x="358" y="332"/>
                </a:lnTo>
                <a:lnTo>
                  <a:pt x="358" y="333"/>
                </a:lnTo>
                <a:lnTo>
                  <a:pt x="358" y="335"/>
                </a:lnTo>
                <a:lnTo>
                  <a:pt x="358" y="336"/>
                </a:lnTo>
                <a:lnTo>
                  <a:pt x="358" y="338"/>
                </a:lnTo>
                <a:lnTo>
                  <a:pt x="357" y="338"/>
                </a:lnTo>
                <a:lnTo>
                  <a:pt x="357" y="339"/>
                </a:lnTo>
                <a:lnTo>
                  <a:pt x="356" y="340"/>
                </a:lnTo>
                <a:lnTo>
                  <a:pt x="356" y="341"/>
                </a:lnTo>
                <a:lnTo>
                  <a:pt x="356" y="342"/>
                </a:lnTo>
                <a:lnTo>
                  <a:pt x="356" y="343"/>
                </a:lnTo>
                <a:lnTo>
                  <a:pt x="357" y="343"/>
                </a:lnTo>
                <a:lnTo>
                  <a:pt x="356" y="343"/>
                </a:lnTo>
                <a:lnTo>
                  <a:pt x="356" y="345"/>
                </a:lnTo>
                <a:lnTo>
                  <a:pt x="356" y="346"/>
                </a:lnTo>
                <a:lnTo>
                  <a:pt x="356" y="347"/>
                </a:lnTo>
                <a:lnTo>
                  <a:pt x="357" y="347"/>
                </a:lnTo>
                <a:lnTo>
                  <a:pt x="357" y="348"/>
                </a:lnTo>
                <a:lnTo>
                  <a:pt x="357" y="349"/>
                </a:lnTo>
                <a:lnTo>
                  <a:pt x="356" y="349"/>
                </a:lnTo>
                <a:lnTo>
                  <a:pt x="356" y="350"/>
                </a:lnTo>
                <a:lnTo>
                  <a:pt x="356" y="351"/>
                </a:lnTo>
                <a:lnTo>
                  <a:pt x="357" y="351"/>
                </a:lnTo>
                <a:lnTo>
                  <a:pt x="358" y="351"/>
                </a:lnTo>
                <a:lnTo>
                  <a:pt x="358" y="352"/>
                </a:lnTo>
                <a:lnTo>
                  <a:pt x="358" y="353"/>
                </a:lnTo>
                <a:lnTo>
                  <a:pt x="359" y="353"/>
                </a:lnTo>
                <a:lnTo>
                  <a:pt x="360" y="354"/>
                </a:lnTo>
                <a:lnTo>
                  <a:pt x="361" y="354"/>
                </a:lnTo>
                <a:lnTo>
                  <a:pt x="362" y="354"/>
                </a:lnTo>
                <a:lnTo>
                  <a:pt x="362" y="355"/>
                </a:lnTo>
                <a:lnTo>
                  <a:pt x="361" y="356"/>
                </a:lnTo>
                <a:lnTo>
                  <a:pt x="361" y="357"/>
                </a:lnTo>
                <a:lnTo>
                  <a:pt x="360" y="358"/>
                </a:lnTo>
                <a:lnTo>
                  <a:pt x="360" y="359"/>
                </a:lnTo>
                <a:lnTo>
                  <a:pt x="359" y="359"/>
                </a:lnTo>
                <a:lnTo>
                  <a:pt x="358" y="359"/>
                </a:lnTo>
                <a:lnTo>
                  <a:pt x="357" y="360"/>
                </a:lnTo>
                <a:lnTo>
                  <a:pt x="357" y="361"/>
                </a:lnTo>
                <a:lnTo>
                  <a:pt x="358" y="361"/>
                </a:lnTo>
                <a:lnTo>
                  <a:pt x="359" y="361"/>
                </a:lnTo>
                <a:lnTo>
                  <a:pt x="359" y="362"/>
                </a:lnTo>
                <a:lnTo>
                  <a:pt x="358" y="363"/>
                </a:lnTo>
                <a:lnTo>
                  <a:pt x="357" y="363"/>
                </a:lnTo>
                <a:lnTo>
                  <a:pt x="356" y="364"/>
                </a:lnTo>
                <a:lnTo>
                  <a:pt x="355" y="364"/>
                </a:lnTo>
                <a:lnTo>
                  <a:pt x="354" y="364"/>
                </a:lnTo>
                <a:lnTo>
                  <a:pt x="354" y="365"/>
                </a:lnTo>
                <a:lnTo>
                  <a:pt x="353" y="365"/>
                </a:lnTo>
                <a:lnTo>
                  <a:pt x="352" y="365"/>
                </a:lnTo>
                <a:lnTo>
                  <a:pt x="352" y="366"/>
                </a:lnTo>
                <a:lnTo>
                  <a:pt x="351" y="367"/>
                </a:lnTo>
                <a:lnTo>
                  <a:pt x="351" y="368"/>
                </a:lnTo>
                <a:lnTo>
                  <a:pt x="352" y="368"/>
                </a:lnTo>
                <a:lnTo>
                  <a:pt x="352" y="369"/>
                </a:lnTo>
                <a:lnTo>
                  <a:pt x="353" y="369"/>
                </a:lnTo>
                <a:lnTo>
                  <a:pt x="354" y="368"/>
                </a:lnTo>
                <a:lnTo>
                  <a:pt x="355" y="368"/>
                </a:lnTo>
                <a:lnTo>
                  <a:pt x="355" y="367"/>
                </a:lnTo>
                <a:lnTo>
                  <a:pt x="356" y="367"/>
                </a:lnTo>
                <a:lnTo>
                  <a:pt x="356" y="368"/>
                </a:lnTo>
                <a:lnTo>
                  <a:pt x="357" y="369"/>
                </a:lnTo>
                <a:lnTo>
                  <a:pt x="358" y="369"/>
                </a:lnTo>
                <a:lnTo>
                  <a:pt x="359" y="368"/>
                </a:lnTo>
                <a:lnTo>
                  <a:pt x="360" y="368"/>
                </a:lnTo>
                <a:lnTo>
                  <a:pt x="360" y="367"/>
                </a:lnTo>
                <a:lnTo>
                  <a:pt x="360" y="366"/>
                </a:lnTo>
                <a:lnTo>
                  <a:pt x="361" y="366"/>
                </a:lnTo>
                <a:lnTo>
                  <a:pt x="362" y="367"/>
                </a:lnTo>
                <a:lnTo>
                  <a:pt x="362" y="368"/>
                </a:lnTo>
                <a:lnTo>
                  <a:pt x="362" y="369"/>
                </a:lnTo>
                <a:lnTo>
                  <a:pt x="363" y="370"/>
                </a:lnTo>
                <a:lnTo>
                  <a:pt x="364" y="371"/>
                </a:lnTo>
                <a:lnTo>
                  <a:pt x="363" y="371"/>
                </a:lnTo>
                <a:lnTo>
                  <a:pt x="362" y="371"/>
                </a:lnTo>
                <a:lnTo>
                  <a:pt x="362" y="372"/>
                </a:lnTo>
                <a:lnTo>
                  <a:pt x="361" y="372"/>
                </a:lnTo>
                <a:lnTo>
                  <a:pt x="361" y="373"/>
                </a:lnTo>
                <a:lnTo>
                  <a:pt x="361" y="374"/>
                </a:lnTo>
                <a:lnTo>
                  <a:pt x="361" y="375"/>
                </a:lnTo>
                <a:lnTo>
                  <a:pt x="360" y="375"/>
                </a:lnTo>
                <a:lnTo>
                  <a:pt x="359" y="375"/>
                </a:lnTo>
                <a:lnTo>
                  <a:pt x="359" y="376"/>
                </a:lnTo>
                <a:lnTo>
                  <a:pt x="359" y="377"/>
                </a:lnTo>
                <a:lnTo>
                  <a:pt x="360" y="377"/>
                </a:lnTo>
                <a:lnTo>
                  <a:pt x="360" y="378"/>
                </a:lnTo>
                <a:lnTo>
                  <a:pt x="359" y="378"/>
                </a:lnTo>
                <a:lnTo>
                  <a:pt x="359" y="379"/>
                </a:lnTo>
                <a:lnTo>
                  <a:pt x="359" y="380"/>
                </a:lnTo>
                <a:lnTo>
                  <a:pt x="358" y="380"/>
                </a:lnTo>
                <a:lnTo>
                  <a:pt x="358" y="381"/>
                </a:lnTo>
                <a:lnTo>
                  <a:pt x="357" y="381"/>
                </a:lnTo>
                <a:lnTo>
                  <a:pt x="356" y="382"/>
                </a:lnTo>
                <a:lnTo>
                  <a:pt x="355" y="382"/>
                </a:lnTo>
                <a:lnTo>
                  <a:pt x="354" y="382"/>
                </a:lnTo>
                <a:lnTo>
                  <a:pt x="353" y="382"/>
                </a:lnTo>
                <a:lnTo>
                  <a:pt x="352" y="383"/>
                </a:lnTo>
                <a:lnTo>
                  <a:pt x="352" y="384"/>
                </a:lnTo>
                <a:lnTo>
                  <a:pt x="351" y="384"/>
                </a:lnTo>
                <a:lnTo>
                  <a:pt x="351" y="385"/>
                </a:lnTo>
                <a:lnTo>
                  <a:pt x="350" y="385"/>
                </a:lnTo>
                <a:lnTo>
                  <a:pt x="351" y="385"/>
                </a:lnTo>
                <a:lnTo>
                  <a:pt x="351" y="386"/>
                </a:lnTo>
                <a:lnTo>
                  <a:pt x="350" y="387"/>
                </a:lnTo>
                <a:lnTo>
                  <a:pt x="350" y="386"/>
                </a:lnTo>
                <a:lnTo>
                  <a:pt x="350" y="387"/>
                </a:lnTo>
                <a:lnTo>
                  <a:pt x="350" y="388"/>
                </a:lnTo>
                <a:lnTo>
                  <a:pt x="349" y="388"/>
                </a:lnTo>
                <a:lnTo>
                  <a:pt x="348" y="388"/>
                </a:lnTo>
                <a:lnTo>
                  <a:pt x="348" y="389"/>
                </a:lnTo>
                <a:lnTo>
                  <a:pt x="349" y="389"/>
                </a:lnTo>
                <a:lnTo>
                  <a:pt x="349" y="390"/>
                </a:lnTo>
                <a:lnTo>
                  <a:pt x="348" y="390"/>
                </a:lnTo>
                <a:lnTo>
                  <a:pt x="349" y="391"/>
                </a:lnTo>
                <a:lnTo>
                  <a:pt x="348" y="392"/>
                </a:lnTo>
                <a:lnTo>
                  <a:pt x="348" y="393"/>
                </a:lnTo>
                <a:lnTo>
                  <a:pt x="347" y="394"/>
                </a:lnTo>
                <a:lnTo>
                  <a:pt x="348" y="394"/>
                </a:lnTo>
                <a:lnTo>
                  <a:pt x="348" y="395"/>
                </a:lnTo>
                <a:lnTo>
                  <a:pt x="348" y="396"/>
                </a:lnTo>
                <a:lnTo>
                  <a:pt x="347" y="396"/>
                </a:lnTo>
                <a:lnTo>
                  <a:pt x="347" y="397"/>
                </a:lnTo>
                <a:lnTo>
                  <a:pt x="347" y="398"/>
                </a:lnTo>
                <a:lnTo>
                  <a:pt x="346" y="399"/>
                </a:lnTo>
                <a:lnTo>
                  <a:pt x="346" y="400"/>
                </a:lnTo>
                <a:lnTo>
                  <a:pt x="345" y="401"/>
                </a:lnTo>
                <a:lnTo>
                  <a:pt x="345" y="402"/>
                </a:lnTo>
                <a:lnTo>
                  <a:pt x="345" y="403"/>
                </a:lnTo>
                <a:lnTo>
                  <a:pt x="344" y="403"/>
                </a:lnTo>
                <a:lnTo>
                  <a:pt x="343" y="404"/>
                </a:lnTo>
                <a:lnTo>
                  <a:pt x="342" y="404"/>
                </a:lnTo>
                <a:lnTo>
                  <a:pt x="342" y="405"/>
                </a:lnTo>
                <a:lnTo>
                  <a:pt x="342" y="406"/>
                </a:lnTo>
                <a:lnTo>
                  <a:pt x="342" y="407"/>
                </a:lnTo>
                <a:lnTo>
                  <a:pt x="343" y="407"/>
                </a:lnTo>
                <a:lnTo>
                  <a:pt x="343" y="408"/>
                </a:lnTo>
                <a:lnTo>
                  <a:pt x="344" y="409"/>
                </a:lnTo>
                <a:lnTo>
                  <a:pt x="344" y="410"/>
                </a:lnTo>
                <a:lnTo>
                  <a:pt x="343" y="410"/>
                </a:lnTo>
                <a:lnTo>
                  <a:pt x="343" y="411"/>
                </a:lnTo>
                <a:lnTo>
                  <a:pt x="342" y="412"/>
                </a:lnTo>
                <a:lnTo>
                  <a:pt x="341" y="411"/>
                </a:lnTo>
                <a:lnTo>
                  <a:pt x="340" y="410"/>
                </a:lnTo>
                <a:lnTo>
                  <a:pt x="339" y="410"/>
                </a:lnTo>
                <a:lnTo>
                  <a:pt x="338" y="410"/>
                </a:lnTo>
                <a:lnTo>
                  <a:pt x="338" y="409"/>
                </a:lnTo>
                <a:lnTo>
                  <a:pt x="338" y="408"/>
                </a:lnTo>
                <a:lnTo>
                  <a:pt x="337" y="408"/>
                </a:lnTo>
                <a:lnTo>
                  <a:pt x="337" y="409"/>
                </a:lnTo>
                <a:lnTo>
                  <a:pt x="336" y="410"/>
                </a:lnTo>
                <a:lnTo>
                  <a:pt x="336" y="411"/>
                </a:lnTo>
                <a:lnTo>
                  <a:pt x="336" y="412"/>
                </a:lnTo>
                <a:lnTo>
                  <a:pt x="336" y="413"/>
                </a:lnTo>
                <a:lnTo>
                  <a:pt x="335" y="414"/>
                </a:lnTo>
                <a:lnTo>
                  <a:pt x="334" y="414"/>
                </a:lnTo>
                <a:lnTo>
                  <a:pt x="333" y="414"/>
                </a:lnTo>
                <a:lnTo>
                  <a:pt x="333" y="413"/>
                </a:lnTo>
                <a:lnTo>
                  <a:pt x="332" y="413"/>
                </a:lnTo>
                <a:lnTo>
                  <a:pt x="331" y="413"/>
                </a:lnTo>
                <a:lnTo>
                  <a:pt x="331" y="412"/>
                </a:lnTo>
                <a:lnTo>
                  <a:pt x="329" y="411"/>
                </a:lnTo>
                <a:lnTo>
                  <a:pt x="328" y="411"/>
                </a:lnTo>
                <a:lnTo>
                  <a:pt x="328" y="410"/>
                </a:lnTo>
                <a:lnTo>
                  <a:pt x="329" y="410"/>
                </a:lnTo>
                <a:lnTo>
                  <a:pt x="329" y="409"/>
                </a:lnTo>
                <a:lnTo>
                  <a:pt x="328" y="409"/>
                </a:lnTo>
                <a:lnTo>
                  <a:pt x="328" y="408"/>
                </a:lnTo>
                <a:lnTo>
                  <a:pt x="327" y="408"/>
                </a:lnTo>
                <a:lnTo>
                  <a:pt x="327" y="409"/>
                </a:lnTo>
                <a:lnTo>
                  <a:pt x="326" y="409"/>
                </a:lnTo>
                <a:lnTo>
                  <a:pt x="325" y="408"/>
                </a:lnTo>
                <a:lnTo>
                  <a:pt x="324" y="409"/>
                </a:lnTo>
                <a:lnTo>
                  <a:pt x="323" y="409"/>
                </a:lnTo>
                <a:lnTo>
                  <a:pt x="322" y="409"/>
                </a:lnTo>
                <a:lnTo>
                  <a:pt x="322" y="410"/>
                </a:lnTo>
                <a:lnTo>
                  <a:pt x="321" y="410"/>
                </a:lnTo>
                <a:lnTo>
                  <a:pt x="320" y="410"/>
                </a:lnTo>
                <a:lnTo>
                  <a:pt x="320" y="409"/>
                </a:lnTo>
                <a:lnTo>
                  <a:pt x="320" y="408"/>
                </a:lnTo>
                <a:lnTo>
                  <a:pt x="319" y="408"/>
                </a:lnTo>
                <a:lnTo>
                  <a:pt x="319" y="407"/>
                </a:lnTo>
                <a:lnTo>
                  <a:pt x="319" y="406"/>
                </a:lnTo>
                <a:lnTo>
                  <a:pt x="318" y="406"/>
                </a:lnTo>
                <a:lnTo>
                  <a:pt x="317" y="406"/>
                </a:lnTo>
                <a:lnTo>
                  <a:pt x="317" y="407"/>
                </a:lnTo>
                <a:lnTo>
                  <a:pt x="316" y="408"/>
                </a:lnTo>
                <a:lnTo>
                  <a:pt x="315" y="408"/>
                </a:lnTo>
                <a:lnTo>
                  <a:pt x="314" y="408"/>
                </a:lnTo>
                <a:lnTo>
                  <a:pt x="314" y="409"/>
                </a:lnTo>
                <a:lnTo>
                  <a:pt x="314" y="410"/>
                </a:lnTo>
                <a:lnTo>
                  <a:pt x="313" y="411"/>
                </a:lnTo>
                <a:lnTo>
                  <a:pt x="313" y="410"/>
                </a:lnTo>
                <a:lnTo>
                  <a:pt x="313" y="409"/>
                </a:lnTo>
                <a:lnTo>
                  <a:pt x="313" y="408"/>
                </a:lnTo>
                <a:lnTo>
                  <a:pt x="312" y="408"/>
                </a:lnTo>
                <a:lnTo>
                  <a:pt x="312" y="407"/>
                </a:lnTo>
                <a:lnTo>
                  <a:pt x="312" y="408"/>
                </a:lnTo>
                <a:lnTo>
                  <a:pt x="311" y="408"/>
                </a:lnTo>
                <a:lnTo>
                  <a:pt x="311" y="407"/>
                </a:lnTo>
                <a:lnTo>
                  <a:pt x="311" y="406"/>
                </a:lnTo>
                <a:lnTo>
                  <a:pt x="311" y="405"/>
                </a:lnTo>
                <a:lnTo>
                  <a:pt x="310" y="405"/>
                </a:lnTo>
                <a:lnTo>
                  <a:pt x="310" y="404"/>
                </a:lnTo>
                <a:lnTo>
                  <a:pt x="310" y="403"/>
                </a:lnTo>
                <a:lnTo>
                  <a:pt x="310" y="402"/>
                </a:lnTo>
                <a:lnTo>
                  <a:pt x="311" y="401"/>
                </a:lnTo>
                <a:lnTo>
                  <a:pt x="312" y="400"/>
                </a:lnTo>
                <a:lnTo>
                  <a:pt x="313" y="400"/>
                </a:lnTo>
                <a:lnTo>
                  <a:pt x="314" y="399"/>
                </a:lnTo>
                <a:lnTo>
                  <a:pt x="314" y="398"/>
                </a:lnTo>
                <a:lnTo>
                  <a:pt x="313" y="398"/>
                </a:lnTo>
                <a:lnTo>
                  <a:pt x="313" y="397"/>
                </a:lnTo>
                <a:lnTo>
                  <a:pt x="314" y="396"/>
                </a:lnTo>
                <a:lnTo>
                  <a:pt x="315" y="396"/>
                </a:lnTo>
                <a:lnTo>
                  <a:pt x="315" y="395"/>
                </a:lnTo>
                <a:lnTo>
                  <a:pt x="315" y="394"/>
                </a:lnTo>
                <a:lnTo>
                  <a:pt x="315" y="393"/>
                </a:lnTo>
                <a:lnTo>
                  <a:pt x="315" y="392"/>
                </a:lnTo>
                <a:lnTo>
                  <a:pt x="314" y="392"/>
                </a:lnTo>
                <a:lnTo>
                  <a:pt x="313" y="391"/>
                </a:lnTo>
                <a:lnTo>
                  <a:pt x="313" y="390"/>
                </a:lnTo>
                <a:lnTo>
                  <a:pt x="314" y="389"/>
                </a:lnTo>
                <a:lnTo>
                  <a:pt x="314" y="388"/>
                </a:lnTo>
                <a:lnTo>
                  <a:pt x="315" y="387"/>
                </a:lnTo>
                <a:lnTo>
                  <a:pt x="315" y="386"/>
                </a:lnTo>
                <a:lnTo>
                  <a:pt x="314" y="386"/>
                </a:lnTo>
                <a:lnTo>
                  <a:pt x="313" y="386"/>
                </a:lnTo>
                <a:lnTo>
                  <a:pt x="313" y="385"/>
                </a:lnTo>
                <a:lnTo>
                  <a:pt x="312" y="385"/>
                </a:lnTo>
                <a:lnTo>
                  <a:pt x="312" y="384"/>
                </a:lnTo>
                <a:lnTo>
                  <a:pt x="311" y="383"/>
                </a:lnTo>
                <a:lnTo>
                  <a:pt x="310" y="382"/>
                </a:lnTo>
                <a:lnTo>
                  <a:pt x="310" y="381"/>
                </a:lnTo>
                <a:lnTo>
                  <a:pt x="310" y="380"/>
                </a:lnTo>
                <a:lnTo>
                  <a:pt x="309" y="380"/>
                </a:lnTo>
                <a:lnTo>
                  <a:pt x="309" y="379"/>
                </a:lnTo>
                <a:lnTo>
                  <a:pt x="308" y="379"/>
                </a:lnTo>
                <a:lnTo>
                  <a:pt x="308" y="380"/>
                </a:lnTo>
                <a:lnTo>
                  <a:pt x="308" y="381"/>
                </a:lnTo>
                <a:lnTo>
                  <a:pt x="306" y="381"/>
                </a:lnTo>
                <a:lnTo>
                  <a:pt x="306" y="382"/>
                </a:lnTo>
                <a:lnTo>
                  <a:pt x="305" y="382"/>
                </a:lnTo>
                <a:lnTo>
                  <a:pt x="304" y="382"/>
                </a:lnTo>
                <a:lnTo>
                  <a:pt x="303" y="382"/>
                </a:lnTo>
                <a:lnTo>
                  <a:pt x="303" y="383"/>
                </a:lnTo>
                <a:lnTo>
                  <a:pt x="302" y="384"/>
                </a:lnTo>
                <a:lnTo>
                  <a:pt x="303" y="384"/>
                </a:lnTo>
                <a:lnTo>
                  <a:pt x="304" y="385"/>
                </a:lnTo>
                <a:lnTo>
                  <a:pt x="305" y="385"/>
                </a:lnTo>
                <a:lnTo>
                  <a:pt x="305" y="386"/>
                </a:lnTo>
                <a:lnTo>
                  <a:pt x="305" y="387"/>
                </a:lnTo>
                <a:lnTo>
                  <a:pt x="306" y="387"/>
                </a:lnTo>
                <a:lnTo>
                  <a:pt x="307" y="387"/>
                </a:lnTo>
                <a:lnTo>
                  <a:pt x="307" y="388"/>
                </a:lnTo>
                <a:lnTo>
                  <a:pt x="307" y="389"/>
                </a:lnTo>
                <a:lnTo>
                  <a:pt x="307" y="390"/>
                </a:lnTo>
                <a:lnTo>
                  <a:pt x="306" y="390"/>
                </a:lnTo>
                <a:lnTo>
                  <a:pt x="305" y="391"/>
                </a:lnTo>
                <a:lnTo>
                  <a:pt x="304" y="391"/>
                </a:lnTo>
                <a:lnTo>
                  <a:pt x="304" y="392"/>
                </a:lnTo>
                <a:lnTo>
                  <a:pt x="304" y="393"/>
                </a:lnTo>
                <a:lnTo>
                  <a:pt x="304" y="394"/>
                </a:lnTo>
                <a:lnTo>
                  <a:pt x="304" y="395"/>
                </a:lnTo>
                <a:lnTo>
                  <a:pt x="305" y="395"/>
                </a:lnTo>
                <a:lnTo>
                  <a:pt x="305" y="394"/>
                </a:lnTo>
                <a:lnTo>
                  <a:pt x="306" y="395"/>
                </a:lnTo>
                <a:lnTo>
                  <a:pt x="305" y="396"/>
                </a:lnTo>
                <a:lnTo>
                  <a:pt x="303" y="396"/>
                </a:lnTo>
                <a:lnTo>
                  <a:pt x="303" y="397"/>
                </a:lnTo>
                <a:lnTo>
                  <a:pt x="302" y="397"/>
                </a:lnTo>
                <a:lnTo>
                  <a:pt x="300" y="397"/>
                </a:lnTo>
                <a:lnTo>
                  <a:pt x="299" y="397"/>
                </a:lnTo>
                <a:lnTo>
                  <a:pt x="299" y="396"/>
                </a:lnTo>
                <a:lnTo>
                  <a:pt x="298" y="396"/>
                </a:lnTo>
                <a:lnTo>
                  <a:pt x="297" y="396"/>
                </a:lnTo>
                <a:lnTo>
                  <a:pt x="297" y="395"/>
                </a:lnTo>
                <a:lnTo>
                  <a:pt x="297" y="394"/>
                </a:lnTo>
                <a:lnTo>
                  <a:pt x="297" y="392"/>
                </a:lnTo>
                <a:lnTo>
                  <a:pt x="296" y="391"/>
                </a:lnTo>
                <a:lnTo>
                  <a:pt x="297" y="391"/>
                </a:lnTo>
                <a:lnTo>
                  <a:pt x="297" y="390"/>
                </a:lnTo>
                <a:lnTo>
                  <a:pt x="298" y="389"/>
                </a:lnTo>
                <a:lnTo>
                  <a:pt x="299" y="389"/>
                </a:lnTo>
                <a:lnTo>
                  <a:pt x="299" y="388"/>
                </a:lnTo>
                <a:lnTo>
                  <a:pt x="299" y="387"/>
                </a:lnTo>
                <a:lnTo>
                  <a:pt x="299" y="386"/>
                </a:lnTo>
                <a:lnTo>
                  <a:pt x="300" y="386"/>
                </a:lnTo>
                <a:lnTo>
                  <a:pt x="299" y="386"/>
                </a:lnTo>
                <a:lnTo>
                  <a:pt x="299" y="385"/>
                </a:lnTo>
                <a:lnTo>
                  <a:pt x="298" y="385"/>
                </a:lnTo>
                <a:lnTo>
                  <a:pt x="299" y="385"/>
                </a:lnTo>
                <a:lnTo>
                  <a:pt x="299" y="384"/>
                </a:lnTo>
                <a:lnTo>
                  <a:pt x="298" y="384"/>
                </a:lnTo>
                <a:lnTo>
                  <a:pt x="298" y="383"/>
                </a:lnTo>
                <a:lnTo>
                  <a:pt x="298" y="382"/>
                </a:lnTo>
                <a:lnTo>
                  <a:pt x="297" y="381"/>
                </a:lnTo>
                <a:lnTo>
                  <a:pt x="297" y="380"/>
                </a:lnTo>
                <a:lnTo>
                  <a:pt x="297" y="379"/>
                </a:lnTo>
                <a:lnTo>
                  <a:pt x="297" y="378"/>
                </a:lnTo>
                <a:lnTo>
                  <a:pt x="296" y="377"/>
                </a:lnTo>
                <a:lnTo>
                  <a:pt x="297" y="376"/>
                </a:lnTo>
                <a:lnTo>
                  <a:pt x="299" y="376"/>
                </a:lnTo>
                <a:lnTo>
                  <a:pt x="299" y="375"/>
                </a:lnTo>
                <a:lnTo>
                  <a:pt x="300" y="375"/>
                </a:lnTo>
                <a:lnTo>
                  <a:pt x="300" y="374"/>
                </a:lnTo>
                <a:lnTo>
                  <a:pt x="299" y="374"/>
                </a:lnTo>
                <a:lnTo>
                  <a:pt x="299" y="373"/>
                </a:lnTo>
                <a:lnTo>
                  <a:pt x="299" y="371"/>
                </a:lnTo>
                <a:lnTo>
                  <a:pt x="299" y="370"/>
                </a:lnTo>
                <a:lnTo>
                  <a:pt x="300" y="369"/>
                </a:lnTo>
                <a:lnTo>
                  <a:pt x="300" y="368"/>
                </a:lnTo>
                <a:lnTo>
                  <a:pt x="301" y="368"/>
                </a:lnTo>
                <a:lnTo>
                  <a:pt x="302" y="367"/>
                </a:lnTo>
                <a:lnTo>
                  <a:pt x="302" y="366"/>
                </a:lnTo>
                <a:lnTo>
                  <a:pt x="301" y="365"/>
                </a:lnTo>
                <a:lnTo>
                  <a:pt x="300" y="365"/>
                </a:lnTo>
                <a:lnTo>
                  <a:pt x="300" y="366"/>
                </a:lnTo>
                <a:lnTo>
                  <a:pt x="299" y="366"/>
                </a:lnTo>
                <a:lnTo>
                  <a:pt x="299" y="365"/>
                </a:lnTo>
                <a:lnTo>
                  <a:pt x="298" y="365"/>
                </a:lnTo>
                <a:lnTo>
                  <a:pt x="297" y="365"/>
                </a:lnTo>
                <a:lnTo>
                  <a:pt x="297" y="364"/>
                </a:lnTo>
                <a:lnTo>
                  <a:pt x="297" y="363"/>
                </a:lnTo>
                <a:lnTo>
                  <a:pt x="296" y="363"/>
                </a:lnTo>
                <a:lnTo>
                  <a:pt x="295" y="363"/>
                </a:lnTo>
                <a:lnTo>
                  <a:pt x="295" y="364"/>
                </a:lnTo>
                <a:lnTo>
                  <a:pt x="294" y="364"/>
                </a:lnTo>
                <a:lnTo>
                  <a:pt x="293" y="364"/>
                </a:lnTo>
                <a:lnTo>
                  <a:pt x="292" y="364"/>
                </a:lnTo>
                <a:lnTo>
                  <a:pt x="291" y="365"/>
                </a:lnTo>
                <a:lnTo>
                  <a:pt x="290" y="365"/>
                </a:lnTo>
                <a:lnTo>
                  <a:pt x="290" y="366"/>
                </a:lnTo>
                <a:lnTo>
                  <a:pt x="290" y="367"/>
                </a:lnTo>
                <a:lnTo>
                  <a:pt x="289" y="366"/>
                </a:lnTo>
                <a:lnTo>
                  <a:pt x="288" y="366"/>
                </a:lnTo>
                <a:lnTo>
                  <a:pt x="287" y="366"/>
                </a:lnTo>
                <a:lnTo>
                  <a:pt x="286" y="366"/>
                </a:lnTo>
                <a:lnTo>
                  <a:pt x="285" y="366"/>
                </a:lnTo>
                <a:lnTo>
                  <a:pt x="284" y="366"/>
                </a:lnTo>
                <a:lnTo>
                  <a:pt x="283" y="365"/>
                </a:lnTo>
                <a:lnTo>
                  <a:pt x="282" y="365"/>
                </a:lnTo>
                <a:lnTo>
                  <a:pt x="281" y="364"/>
                </a:lnTo>
                <a:lnTo>
                  <a:pt x="280" y="364"/>
                </a:lnTo>
                <a:lnTo>
                  <a:pt x="279" y="364"/>
                </a:lnTo>
                <a:lnTo>
                  <a:pt x="278" y="363"/>
                </a:lnTo>
                <a:lnTo>
                  <a:pt x="277" y="362"/>
                </a:lnTo>
                <a:lnTo>
                  <a:pt x="276" y="362"/>
                </a:lnTo>
                <a:lnTo>
                  <a:pt x="275" y="362"/>
                </a:lnTo>
                <a:lnTo>
                  <a:pt x="275" y="361"/>
                </a:lnTo>
                <a:lnTo>
                  <a:pt x="275" y="360"/>
                </a:lnTo>
                <a:lnTo>
                  <a:pt x="276" y="359"/>
                </a:lnTo>
                <a:lnTo>
                  <a:pt x="276" y="358"/>
                </a:lnTo>
                <a:lnTo>
                  <a:pt x="276" y="356"/>
                </a:lnTo>
                <a:lnTo>
                  <a:pt x="276" y="355"/>
                </a:lnTo>
                <a:lnTo>
                  <a:pt x="277" y="355"/>
                </a:lnTo>
                <a:lnTo>
                  <a:pt x="277" y="354"/>
                </a:lnTo>
                <a:lnTo>
                  <a:pt x="278" y="353"/>
                </a:lnTo>
                <a:lnTo>
                  <a:pt x="278" y="352"/>
                </a:lnTo>
                <a:lnTo>
                  <a:pt x="279" y="352"/>
                </a:lnTo>
                <a:lnTo>
                  <a:pt x="279" y="351"/>
                </a:lnTo>
                <a:lnTo>
                  <a:pt x="279" y="349"/>
                </a:lnTo>
                <a:lnTo>
                  <a:pt x="279" y="348"/>
                </a:lnTo>
                <a:lnTo>
                  <a:pt x="277" y="348"/>
                </a:lnTo>
                <a:lnTo>
                  <a:pt x="276" y="347"/>
                </a:lnTo>
                <a:lnTo>
                  <a:pt x="276" y="345"/>
                </a:lnTo>
                <a:lnTo>
                  <a:pt x="276" y="344"/>
                </a:lnTo>
                <a:lnTo>
                  <a:pt x="276" y="343"/>
                </a:lnTo>
                <a:lnTo>
                  <a:pt x="276" y="342"/>
                </a:lnTo>
                <a:lnTo>
                  <a:pt x="277" y="341"/>
                </a:lnTo>
                <a:lnTo>
                  <a:pt x="276" y="341"/>
                </a:lnTo>
                <a:lnTo>
                  <a:pt x="277" y="340"/>
                </a:lnTo>
                <a:lnTo>
                  <a:pt x="277" y="339"/>
                </a:lnTo>
                <a:lnTo>
                  <a:pt x="276" y="338"/>
                </a:lnTo>
                <a:lnTo>
                  <a:pt x="276" y="335"/>
                </a:lnTo>
                <a:lnTo>
                  <a:pt x="276" y="334"/>
                </a:lnTo>
                <a:lnTo>
                  <a:pt x="275" y="334"/>
                </a:lnTo>
                <a:lnTo>
                  <a:pt x="275" y="333"/>
                </a:lnTo>
                <a:lnTo>
                  <a:pt x="274" y="333"/>
                </a:lnTo>
                <a:lnTo>
                  <a:pt x="273" y="333"/>
                </a:lnTo>
                <a:lnTo>
                  <a:pt x="273" y="332"/>
                </a:lnTo>
                <a:lnTo>
                  <a:pt x="273" y="331"/>
                </a:lnTo>
                <a:lnTo>
                  <a:pt x="273" y="329"/>
                </a:lnTo>
                <a:lnTo>
                  <a:pt x="272" y="328"/>
                </a:lnTo>
                <a:lnTo>
                  <a:pt x="272" y="327"/>
                </a:lnTo>
                <a:lnTo>
                  <a:pt x="272" y="326"/>
                </a:lnTo>
                <a:lnTo>
                  <a:pt x="272" y="325"/>
                </a:lnTo>
                <a:lnTo>
                  <a:pt x="272" y="324"/>
                </a:lnTo>
                <a:lnTo>
                  <a:pt x="271" y="323"/>
                </a:lnTo>
                <a:lnTo>
                  <a:pt x="272" y="321"/>
                </a:lnTo>
                <a:lnTo>
                  <a:pt x="272" y="320"/>
                </a:lnTo>
                <a:lnTo>
                  <a:pt x="271" y="320"/>
                </a:lnTo>
                <a:lnTo>
                  <a:pt x="270" y="319"/>
                </a:lnTo>
                <a:lnTo>
                  <a:pt x="269" y="319"/>
                </a:lnTo>
                <a:lnTo>
                  <a:pt x="269" y="320"/>
                </a:lnTo>
                <a:lnTo>
                  <a:pt x="268" y="321"/>
                </a:lnTo>
                <a:lnTo>
                  <a:pt x="268" y="322"/>
                </a:lnTo>
                <a:lnTo>
                  <a:pt x="268" y="323"/>
                </a:lnTo>
                <a:lnTo>
                  <a:pt x="268" y="324"/>
                </a:lnTo>
                <a:lnTo>
                  <a:pt x="267" y="324"/>
                </a:lnTo>
                <a:lnTo>
                  <a:pt x="267" y="325"/>
                </a:lnTo>
                <a:lnTo>
                  <a:pt x="266" y="325"/>
                </a:lnTo>
                <a:lnTo>
                  <a:pt x="266" y="326"/>
                </a:lnTo>
                <a:lnTo>
                  <a:pt x="265" y="326"/>
                </a:lnTo>
                <a:lnTo>
                  <a:pt x="265" y="325"/>
                </a:lnTo>
                <a:lnTo>
                  <a:pt x="265" y="324"/>
                </a:lnTo>
                <a:lnTo>
                  <a:pt x="265" y="323"/>
                </a:lnTo>
                <a:lnTo>
                  <a:pt x="264" y="323"/>
                </a:lnTo>
                <a:lnTo>
                  <a:pt x="263" y="323"/>
                </a:lnTo>
                <a:lnTo>
                  <a:pt x="263" y="322"/>
                </a:lnTo>
                <a:lnTo>
                  <a:pt x="262" y="322"/>
                </a:lnTo>
                <a:lnTo>
                  <a:pt x="262" y="321"/>
                </a:lnTo>
                <a:lnTo>
                  <a:pt x="261" y="321"/>
                </a:lnTo>
                <a:lnTo>
                  <a:pt x="260" y="322"/>
                </a:lnTo>
                <a:lnTo>
                  <a:pt x="259" y="322"/>
                </a:lnTo>
                <a:lnTo>
                  <a:pt x="259" y="323"/>
                </a:lnTo>
                <a:lnTo>
                  <a:pt x="258" y="323"/>
                </a:lnTo>
                <a:lnTo>
                  <a:pt x="257" y="323"/>
                </a:lnTo>
                <a:lnTo>
                  <a:pt x="256" y="323"/>
                </a:lnTo>
                <a:lnTo>
                  <a:pt x="256" y="322"/>
                </a:lnTo>
                <a:lnTo>
                  <a:pt x="256" y="321"/>
                </a:lnTo>
                <a:lnTo>
                  <a:pt x="254" y="320"/>
                </a:lnTo>
                <a:lnTo>
                  <a:pt x="253" y="320"/>
                </a:lnTo>
                <a:lnTo>
                  <a:pt x="252" y="320"/>
                </a:lnTo>
                <a:lnTo>
                  <a:pt x="251" y="320"/>
                </a:lnTo>
                <a:lnTo>
                  <a:pt x="250" y="320"/>
                </a:lnTo>
                <a:lnTo>
                  <a:pt x="250" y="321"/>
                </a:lnTo>
                <a:lnTo>
                  <a:pt x="249" y="321"/>
                </a:lnTo>
                <a:lnTo>
                  <a:pt x="249" y="322"/>
                </a:lnTo>
                <a:lnTo>
                  <a:pt x="248" y="323"/>
                </a:lnTo>
                <a:lnTo>
                  <a:pt x="248" y="324"/>
                </a:lnTo>
                <a:lnTo>
                  <a:pt x="247" y="324"/>
                </a:lnTo>
                <a:lnTo>
                  <a:pt x="247" y="325"/>
                </a:lnTo>
                <a:lnTo>
                  <a:pt x="245" y="325"/>
                </a:lnTo>
                <a:lnTo>
                  <a:pt x="244" y="325"/>
                </a:lnTo>
                <a:lnTo>
                  <a:pt x="243" y="325"/>
                </a:lnTo>
                <a:lnTo>
                  <a:pt x="242" y="325"/>
                </a:lnTo>
                <a:lnTo>
                  <a:pt x="241" y="325"/>
                </a:lnTo>
                <a:lnTo>
                  <a:pt x="240" y="325"/>
                </a:lnTo>
                <a:lnTo>
                  <a:pt x="239" y="325"/>
                </a:lnTo>
                <a:lnTo>
                  <a:pt x="238" y="325"/>
                </a:lnTo>
                <a:lnTo>
                  <a:pt x="238" y="326"/>
                </a:lnTo>
                <a:lnTo>
                  <a:pt x="236" y="328"/>
                </a:lnTo>
                <a:lnTo>
                  <a:pt x="235" y="328"/>
                </a:lnTo>
                <a:lnTo>
                  <a:pt x="234" y="328"/>
                </a:lnTo>
                <a:lnTo>
                  <a:pt x="234" y="329"/>
                </a:lnTo>
                <a:lnTo>
                  <a:pt x="234" y="330"/>
                </a:lnTo>
                <a:lnTo>
                  <a:pt x="233" y="330"/>
                </a:lnTo>
                <a:lnTo>
                  <a:pt x="233" y="331"/>
                </a:lnTo>
                <a:lnTo>
                  <a:pt x="233" y="332"/>
                </a:lnTo>
                <a:lnTo>
                  <a:pt x="233" y="333"/>
                </a:lnTo>
                <a:lnTo>
                  <a:pt x="233" y="332"/>
                </a:lnTo>
                <a:lnTo>
                  <a:pt x="232" y="332"/>
                </a:lnTo>
                <a:lnTo>
                  <a:pt x="231" y="332"/>
                </a:lnTo>
                <a:lnTo>
                  <a:pt x="230" y="332"/>
                </a:lnTo>
                <a:lnTo>
                  <a:pt x="230" y="331"/>
                </a:lnTo>
                <a:lnTo>
                  <a:pt x="229" y="331"/>
                </a:lnTo>
                <a:lnTo>
                  <a:pt x="228" y="331"/>
                </a:lnTo>
                <a:lnTo>
                  <a:pt x="228" y="330"/>
                </a:lnTo>
                <a:lnTo>
                  <a:pt x="227" y="330"/>
                </a:lnTo>
                <a:lnTo>
                  <a:pt x="228" y="330"/>
                </a:lnTo>
                <a:lnTo>
                  <a:pt x="228" y="329"/>
                </a:lnTo>
                <a:lnTo>
                  <a:pt x="228" y="328"/>
                </a:lnTo>
                <a:lnTo>
                  <a:pt x="229" y="327"/>
                </a:lnTo>
                <a:lnTo>
                  <a:pt x="229" y="325"/>
                </a:lnTo>
                <a:lnTo>
                  <a:pt x="228" y="325"/>
                </a:lnTo>
                <a:lnTo>
                  <a:pt x="228" y="324"/>
                </a:lnTo>
                <a:lnTo>
                  <a:pt x="227" y="324"/>
                </a:lnTo>
                <a:lnTo>
                  <a:pt x="226" y="324"/>
                </a:lnTo>
                <a:lnTo>
                  <a:pt x="225" y="324"/>
                </a:lnTo>
                <a:lnTo>
                  <a:pt x="225" y="323"/>
                </a:lnTo>
                <a:lnTo>
                  <a:pt x="225" y="322"/>
                </a:lnTo>
                <a:lnTo>
                  <a:pt x="226" y="320"/>
                </a:lnTo>
                <a:lnTo>
                  <a:pt x="226" y="319"/>
                </a:lnTo>
                <a:lnTo>
                  <a:pt x="226" y="318"/>
                </a:lnTo>
                <a:lnTo>
                  <a:pt x="227" y="317"/>
                </a:lnTo>
                <a:lnTo>
                  <a:pt x="226" y="317"/>
                </a:lnTo>
                <a:lnTo>
                  <a:pt x="227" y="316"/>
                </a:lnTo>
                <a:lnTo>
                  <a:pt x="227" y="315"/>
                </a:lnTo>
                <a:lnTo>
                  <a:pt x="227" y="314"/>
                </a:lnTo>
                <a:lnTo>
                  <a:pt x="228" y="314"/>
                </a:lnTo>
                <a:lnTo>
                  <a:pt x="227" y="314"/>
                </a:lnTo>
                <a:lnTo>
                  <a:pt x="226" y="313"/>
                </a:lnTo>
                <a:lnTo>
                  <a:pt x="225" y="313"/>
                </a:lnTo>
                <a:lnTo>
                  <a:pt x="225" y="312"/>
                </a:lnTo>
                <a:lnTo>
                  <a:pt x="224" y="312"/>
                </a:lnTo>
                <a:lnTo>
                  <a:pt x="224" y="311"/>
                </a:lnTo>
                <a:lnTo>
                  <a:pt x="223" y="310"/>
                </a:lnTo>
                <a:lnTo>
                  <a:pt x="223" y="309"/>
                </a:lnTo>
                <a:lnTo>
                  <a:pt x="222" y="308"/>
                </a:lnTo>
                <a:lnTo>
                  <a:pt x="221" y="309"/>
                </a:lnTo>
                <a:lnTo>
                  <a:pt x="220" y="309"/>
                </a:lnTo>
                <a:lnTo>
                  <a:pt x="220" y="310"/>
                </a:lnTo>
                <a:lnTo>
                  <a:pt x="219" y="310"/>
                </a:lnTo>
                <a:lnTo>
                  <a:pt x="220" y="310"/>
                </a:lnTo>
                <a:lnTo>
                  <a:pt x="220" y="311"/>
                </a:lnTo>
                <a:lnTo>
                  <a:pt x="219" y="313"/>
                </a:lnTo>
                <a:lnTo>
                  <a:pt x="218" y="313"/>
                </a:lnTo>
                <a:lnTo>
                  <a:pt x="218" y="312"/>
                </a:lnTo>
                <a:lnTo>
                  <a:pt x="219" y="312"/>
                </a:lnTo>
                <a:lnTo>
                  <a:pt x="218" y="312"/>
                </a:lnTo>
                <a:lnTo>
                  <a:pt x="218" y="313"/>
                </a:lnTo>
                <a:lnTo>
                  <a:pt x="217" y="314"/>
                </a:lnTo>
                <a:lnTo>
                  <a:pt x="216" y="314"/>
                </a:lnTo>
                <a:lnTo>
                  <a:pt x="215" y="314"/>
                </a:lnTo>
                <a:lnTo>
                  <a:pt x="214" y="313"/>
                </a:lnTo>
                <a:lnTo>
                  <a:pt x="214" y="312"/>
                </a:lnTo>
                <a:lnTo>
                  <a:pt x="213" y="312"/>
                </a:lnTo>
                <a:lnTo>
                  <a:pt x="212" y="312"/>
                </a:lnTo>
                <a:lnTo>
                  <a:pt x="211" y="312"/>
                </a:lnTo>
                <a:lnTo>
                  <a:pt x="211" y="311"/>
                </a:lnTo>
                <a:lnTo>
                  <a:pt x="209" y="312"/>
                </a:lnTo>
                <a:lnTo>
                  <a:pt x="209" y="313"/>
                </a:lnTo>
                <a:lnTo>
                  <a:pt x="208" y="314"/>
                </a:lnTo>
                <a:lnTo>
                  <a:pt x="208" y="313"/>
                </a:lnTo>
                <a:lnTo>
                  <a:pt x="207" y="313"/>
                </a:lnTo>
                <a:lnTo>
                  <a:pt x="207" y="312"/>
                </a:lnTo>
                <a:lnTo>
                  <a:pt x="207" y="311"/>
                </a:lnTo>
                <a:lnTo>
                  <a:pt x="207" y="310"/>
                </a:lnTo>
                <a:lnTo>
                  <a:pt x="206" y="309"/>
                </a:lnTo>
                <a:lnTo>
                  <a:pt x="206" y="308"/>
                </a:lnTo>
                <a:lnTo>
                  <a:pt x="206" y="307"/>
                </a:lnTo>
                <a:lnTo>
                  <a:pt x="206" y="306"/>
                </a:lnTo>
                <a:lnTo>
                  <a:pt x="205" y="306"/>
                </a:lnTo>
                <a:lnTo>
                  <a:pt x="204" y="306"/>
                </a:lnTo>
                <a:lnTo>
                  <a:pt x="204" y="307"/>
                </a:lnTo>
                <a:lnTo>
                  <a:pt x="203" y="308"/>
                </a:lnTo>
                <a:lnTo>
                  <a:pt x="202" y="308"/>
                </a:lnTo>
                <a:lnTo>
                  <a:pt x="201" y="308"/>
                </a:lnTo>
                <a:lnTo>
                  <a:pt x="201" y="309"/>
                </a:lnTo>
                <a:lnTo>
                  <a:pt x="200" y="309"/>
                </a:lnTo>
                <a:lnTo>
                  <a:pt x="199" y="310"/>
                </a:lnTo>
                <a:lnTo>
                  <a:pt x="198" y="311"/>
                </a:lnTo>
                <a:lnTo>
                  <a:pt x="197" y="311"/>
                </a:lnTo>
                <a:lnTo>
                  <a:pt x="196" y="310"/>
                </a:lnTo>
                <a:lnTo>
                  <a:pt x="196" y="309"/>
                </a:lnTo>
                <a:lnTo>
                  <a:pt x="196" y="308"/>
                </a:lnTo>
                <a:lnTo>
                  <a:pt x="195" y="308"/>
                </a:lnTo>
                <a:lnTo>
                  <a:pt x="194" y="308"/>
                </a:lnTo>
                <a:lnTo>
                  <a:pt x="193" y="309"/>
                </a:lnTo>
                <a:lnTo>
                  <a:pt x="192" y="309"/>
                </a:lnTo>
                <a:lnTo>
                  <a:pt x="191" y="309"/>
                </a:lnTo>
                <a:lnTo>
                  <a:pt x="191" y="310"/>
                </a:lnTo>
                <a:lnTo>
                  <a:pt x="190" y="310"/>
                </a:lnTo>
                <a:lnTo>
                  <a:pt x="191" y="310"/>
                </a:lnTo>
                <a:lnTo>
                  <a:pt x="191" y="311"/>
                </a:lnTo>
                <a:lnTo>
                  <a:pt x="191" y="312"/>
                </a:lnTo>
                <a:lnTo>
                  <a:pt x="191" y="313"/>
                </a:lnTo>
                <a:lnTo>
                  <a:pt x="191" y="314"/>
                </a:lnTo>
                <a:lnTo>
                  <a:pt x="192" y="315"/>
                </a:lnTo>
                <a:lnTo>
                  <a:pt x="193" y="315"/>
                </a:lnTo>
                <a:lnTo>
                  <a:pt x="193" y="316"/>
                </a:lnTo>
                <a:lnTo>
                  <a:pt x="192" y="316"/>
                </a:lnTo>
                <a:lnTo>
                  <a:pt x="192" y="317"/>
                </a:lnTo>
                <a:lnTo>
                  <a:pt x="192" y="318"/>
                </a:lnTo>
                <a:lnTo>
                  <a:pt x="192" y="319"/>
                </a:lnTo>
                <a:lnTo>
                  <a:pt x="191" y="319"/>
                </a:lnTo>
                <a:lnTo>
                  <a:pt x="190" y="319"/>
                </a:lnTo>
                <a:lnTo>
                  <a:pt x="189" y="319"/>
                </a:lnTo>
                <a:lnTo>
                  <a:pt x="188" y="318"/>
                </a:lnTo>
                <a:lnTo>
                  <a:pt x="188" y="319"/>
                </a:lnTo>
                <a:lnTo>
                  <a:pt x="188" y="320"/>
                </a:lnTo>
                <a:lnTo>
                  <a:pt x="188" y="321"/>
                </a:lnTo>
                <a:lnTo>
                  <a:pt x="188" y="322"/>
                </a:lnTo>
                <a:lnTo>
                  <a:pt x="189" y="322"/>
                </a:lnTo>
                <a:lnTo>
                  <a:pt x="190" y="322"/>
                </a:lnTo>
                <a:lnTo>
                  <a:pt x="190" y="323"/>
                </a:lnTo>
                <a:lnTo>
                  <a:pt x="190" y="324"/>
                </a:lnTo>
                <a:lnTo>
                  <a:pt x="190" y="325"/>
                </a:lnTo>
                <a:lnTo>
                  <a:pt x="189" y="325"/>
                </a:lnTo>
                <a:lnTo>
                  <a:pt x="188" y="326"/>
                </a:lnTo>
                <a:lnTo>
                  <a:pt x="187" y="327"/>
                </a:lnTo>
                <a:lnTo>
                  <a:pt x="187" y="328"/>
                </a:lnTo>
                <a:lnTo>
                  <a:pt x="188" y="329"/>
                </a:lnTo>
                <a:lnTo>
                  <a:pt x="189" y="329"/>
                </a:lnTo>
                <a:lnTo>
                  <a:pt x="190" y="329"/>
                </a:lnTo>
                <a:lnTo>
                  <a:pt x="190" y="330"/>
                </a:lnTo>
                <a:lnTo>
                  <a:pt x="191" y="330"/>
                </a:lnTo>
                <a:lnTo>
                  <a:pt x="191" y="331"/>
                </a:lnTo>
                <a:lnTo>
                  <a:pt x="191" y="332"/>
                </a:lnTo>
                <a:lnTo>
                  <a:pt x="192" y="332"/>
                </a:lnTo>
                <a:lnTo>
                  <a:pt x="193" y="333"/>
                </a:lnTo>
                <a:lnTo>
                  <a:pt x="194" y="333"/>
                </a:lnTo>
                <a:lnTo>
                  <a:pt x="194" y="334"/>
                </a:lnTo>
                <a:lnTo>
                  <a:pt x="193" y="335"/>
                </a:lnTo>
                <a:lnTo>
                  <a:pt x="192" y="336"/>
                </a:lnTo>
                <a:lnTo>
                  <a:pt x="192" y="337"/>
                </a:lnTo>
                <a:lnTo>
                  <a:pt x="192" y="338"/>
                </a:lnTo>
                <a:lnTo>
                  <a:pt x="192" y="339"/>
                </a:lnTo>
                <a:lnTo>
                  <a:pt x="192" y="340"/>
                </a:lnTo>
                <a:lnTo>
                  <a:pt x="191" y="340"/>
                </a:lnTo>
                <a:lnTo>
                  <a:pt x="190" y="340"/>
                </a:lnTo>
                <a:lnTo>
                  <a:pt x="190" y="341"/>
                </a:lnTo>
                <a:lnTo>
                  <a:pt x="190" y="342"/>
                </a:lnTo>
                <a:lnTo>
                  <a:pt x="190" y="343"/>
                </a:lnTo>
                <a:lnTo>
                  <a:pt x="189" y="343"/>
                </a:lnTo>
                <a:lnTo>
                  <a:pt x="189" y="344"/>
                </a:lnTo>
                <a:lnTo>
                  <a:pt x="188" y="344"/>
                </a:lnTo>
                <a:lnTo>
                  <a:pt x="187" y="344"/>
                </a:lnTo>
                <a:lnTo>
                  <a:pt x="185" y="344"/>
                </a:lnTo>
                <a:lnTo>
                  <a:pt x="184" y="344"/>
                </a:lnTo>
                <a:lnTo>
                  <a:pt x="184" y="345"/>
                </a:lnTo>
                <a:lnTo>
                  <a:pt x="185" y="345"/>
                </a:lnTo>
                <a:lnTo>
                  <a:pt x="185" y="346"/>
                </a:lnTo>
                <a:lnTo>
                  <a:pt x="186" y="346"/>
                </a:lnTo>
                <a:lnTo>
                  <a:pt x="185" y="347"/>
                </a:lnTo>
                <a:lnTo>
                  <a:pt x="184" y="347"/>
                </a:lnTo>
                <a:lnTo>
                  <a:pt x="185" y="348"/>
                </a:lnTo>
                <a:lnTo>
                  <a:pt x="184" y="348"/>
                </a:lnTo>
                <a:lnTo>
                  <a:pt x="182" y="348"/>
                </a:lnTo>
                <a:lnTo>
                  <a:pt x="181" y="348"/>
                </a:lnTo>
                <a:lnTo>
                  <a:pt x="181" y="349"/>
                </a:lnTo>
                <a:lnTo>
                  <a:pt x="180" y="349"/>
                </a:lnTo>
                <a:lnTo>
                  <a:pt x="179" y="349"/>
                </a:lnTo>
                <a:lnTo>
                  <a:pt x="178" y="350"/>
                </a:lnTo>
                <a:lnTo>
                  <a:pt x="177" y="350"/>
                </a:lnTo>
                <a:lnTo>
                  <a:pt x="177" y="351"/>
                </a:lnTo>
                <a:lnTo>
                  <a:pt x="177" y="352"/>
                </a:lnTo>
                <a:lnTo>
                  <a:pt x="177" y="353"/>
                </a:lnTo>
                <a:lnTo>
                  <a:pt x="176" y="353"/>
                </a:lnTo>
                <a:lnTo>
                  <a:pt x="175" y="352"/>
                </a:lnTo>
                <a:lnTo>
                  <a:pt x="174" y="352"/>
                </a:lnTo>
                <a:lnTo>
                  <a:pt x="174" y="351"/>
                </a:lnTo>
                <a:lnTo>
                  <a:pt x="174" y="350"/>
                </a:lnTo>
                <a:lnTo>
                  <a:pt x="174" y="349"/>
                </a:lnTo>
                <a:lnTo>
                  <a:pt x="173" y="348"/>
                </a:lnTo>
                <a:lnTo>
                  <a:pt x="173" y="347"/>
                </a:lnTo>
                <a:lnTo>
                  <a:pt x="174" y="347"/>
                </a:lnTo>
                <a:lnTo>
                  <a:pt x="174" y="346"/>
                </a:lnTo>
                <a:lnTo>
                  <a:pt x="175" y="346"/>
                </a:lnTo>
                <a:lnTo>
                  <a:pt x="175" y="345"/>
                </a:lnTo>
                <a:lnTo>
                  <a:pt x="174" y="345"/>
                </a:lnTo>
                <a:lnTo>
                  <a:pt x="173" y="345"/>
                </a:lnTo>
                <a:lnTo>
                  <a:pt x="172" y="345"/>
                </a:lnTo>
                <a:lnTo>
                  <a:pt x="172" y="344"/>
                </a:lnTo>
                <a:lnTo>
                  <a:pt x="172" y="343"/>
                </a:lnTo>
                <a:lnTo>
                  <a:pt x="173" y="343"/>
                </a:lnTo>
                <a:lnTo>
                  <a:pt x="173" y="342"/>
                </a:lnTo>
                <a:lnTo>
                  <a:pt x="172" y="341"/>
                </a:lnTo>
                <a:lnTo>
                  <a:pt x="172" y="340"/>
                </a:lnTo>
                <a:lnTo>
                  <a:pt x="171" y="340"/>
                </a:lnTo>
                <a:lnTo>
                  <a:pt x="170" y="340"/>
                </a:lnTo>
                <a:lnTo>
                  <a:pt x="170" y="341"/>
                </a:lnTo>
                <a:lnTo>
                  <a:pt x="169" y="341"/>
                </a:lnTo>
                <a:lnTo>
                  <a:pt x="169" y="340"/>
                </a:lnTo>
                <a:lnTo>
                  <a:pt x="168" y="340"/>
                </a:lnTo>
                <a:lnTo>
                  <a:pt x="168" y="341"/>
                </a:lnTo>
                <a:lnTo>
                  <a:pt x="167" y="341"/>
                </a:lnTo>
                <a:lnTo>
                  <a:pt x="167" y="340"/>
                </a:lnTo>
                <a:lnTo>
                  <a:pt x="166" y="340"/>
                </a:lnTo>
                <a:lnTo>
                  <a:pt x="165" y="340"/>
                </a:lnTo>
                <a:lnTo>
                  <a:pt x="163" y="340"/>
                </a:lnTo>
                <a:lnTo>
                  <a:pt x="162" y="341"/>
                </a:lnTo>
                <a:lnTo>
                  <a:pt x="162" y="342"/>
                </a:lnTo>
                <a:lnTo>
                  <a:pt x="161" y="342"/>
                </a:lnTo>
                <a:lnTo>
                  <a:pt x="160" y="342"/>
                </a:lnTo>
                <a:lnTo>
                  <a:pt x="160" y="341"/>
                </a:lnTo>
                <a:lnTo>
                  <a:pt x="161" y="341"/>
                </a:lnTo>
                <a:lnTo>
                  <a:pt x="161" y="340"/>
                </a:lnTo>
                <a:lnTo>
                  <a:pt x="161" y="339"/>
                </a:lnTo>
                <a:lnTo>
                  <a:pt x="160" y="339"/>
                </a:lnTo>
                <a:lnTo>
                  <a:pt x="159" y="340"/>
                </a:lnTo>
                <a:lnTo>
                  <a:pt x="159" y="341"/>
                </a:lnTo>
                <a:lnTo>
                  <a:pt x="159" y="342"/>
                </a:lnTo>
                <a:lnTo>
                  <a:pt x="158" y="342"/>
                </a:lnTo>
                <a:lnTo>
                  <a:pt x="158" y="341"/>
                </a:lnTo>
                <a:lnTo>
                  <a:pt x="158" y="340"/>
                </a:lnTo>
                <a:lnTo>
                  <a:pt x="156" y="340"/>
                </a:lnTo>
                <a:lnTo>
                  <a:pt x="156" y="341"/>
                </a:lnTo>
                <a:lnTo>
                  <a:pt x="156" y="342"/>
                </a:lnTo>
                <a:lnTo>
                  <a:pt x="156" y="343"/>
                </a:lnTo>
                <a:lnTo>
                  <a:pt x="155" y="343"/>
                </a:lnTo>
                <a:lnTo>
                  <a:pt x="153" y="343"/>
                </a:lnTo>
                <a:lnTo>
                  <a:pt x="153" y="344"/>
                </a:lnTo>
                <a:lnTo>
                  <a:pt x="153" y="345"/>
                </a:lnTo>
                <a:lnTo>
                  <a:pt x="153" y="346"/>
                </a:lnTo>
                <a:lnTo>
                  <a:pt x="154" y="346"/>
                </a:lnTo>
                <a:lnTo>
                  <a:pt x="153" y="347"/>
                </a:lnTo>
                <a:lnTo>
                  <a:pt x="153" y="348"/>
                </a:lnTo>
                <a:lnTo>
                  <a:pt x="153" y="349"/>
                </a:lnTo>
                <a:lnTo>
                  <a:pt x="153" y="350"/>
                </a:lnTo>
                <a:lnTo>
                  <a:pt x="154" y="350"/>
                </a:lnTo>
                <a:lnTo>
                  <a:pt x="154" y="351"/>
                </a:lnTo>
                <a:lnTo>
                  <a:pt x="154" y="352"/>
                </a:lnTo>
                <a:lnTo>
                  <a:pt x="153" y="352"/>
                </a:lnTo>
                <a:lnTo>
                  <a:pt x="152" y="352"/>
                </a:lnTo>
                <a:lnTo>
                  <a:pt x="152" y="351"/>
                </a:lnTo>
                <a:lnTo>
                  <a:pt x="151" y="352"/>
                </a:lnTo>
                <a:lnTo>
                  <a:pt x="150" y="352"/>
                </a:lnTo>
                <a:lnTo>
                  <a:pt x="150" y="351"/>
                </a:lnTo>
                <a:lnTo>
                  <a:pt x="149" y="351"/>
                </a:lnTo>
                <a:lnTo>
                  <a:pt x="149" y="350"/>
                </a:lnTo>
                <a:lnTo>
                  <a:pt x="149" y="349"/>
                </a:lnTo>
                <a:lnTo>
                  <a:pt x="148" y="348"/>
                </a:lnTo>
                <a:lnTo>
                  <a:pt x="147" y="348"/>
                </a:lnTo>
                <a:lnTo>
                  <a:pt x="147" y="349"/>
                </a:lnTo>
                <a:lnTo>
                  <a:pt x="146" y="349"/>
                </a:lnTo>
                <a:lnTo>
                  <a:pt x="145" y="349"/>
                </a:lnTo>
                <a:lnTo>
                  <a:pt x="144" y="349"/>
                </a:lnTo>
                <a:lnTo>
                  <a:pt x="144" y="350"/>
                </a:lnTo>
                <a:lnTo>
                  <a:pt x="143" y="350"/>
                </a:lnTo>
                <a:lnTo>
                  <a:pt x="143" y="351"/>
                </a:lnTo>
                <a:lnTo>
                  <a:pt x="142" y="351"/>
                </a:lnTo>
                <a:lnTo>
                  <a:pt x="140" y="351"/>
                </a:lnTo>
                <a:lnTo>
                  <a:pt x="139" y="352"/>
                </a:lnTo>
                <a:lnTo>
                  <a:pt x="139" y="353"/>
                </a:lnTo>
                <a:lnTo>
                  <a:pt x="139" y="354"/>
                </a:lnTo>
                <a:lnTo>
                  <a:pt x="139" y="355"/>
                </a:lnTo>
                <a:lnTo>
                  <a:pt x="139" y="356"/>
                </a:lnTo>
                <a:lnTo>
                  <a:pt x="140" y="356"/>
                </a:lnTo>
                <a:lnTo>
                  <a:pt x="141" y="356"/>
                </a:lnTo>
                <a:lnTo>
                  <a:pt x="141" y="357"/>
                </a:lnTo>
                <a:lnTo>
                  <a:pt x="142" y="357"/>
                </a:lnTo>
                <a:lnTo>
                  <a:pt x="142" y="358"/>
                </a:lnTo>
                <a:lnTo>
                  <a:pt x="141" y="359"/>
                </a:lnTo>
                <a:lnTo>
                  <a:pt x="142" y="360"/>
                </a:lnTo>
                <a:lnTo>
                  <a:pt x="143" y="360"/>
                </a:lnTo>
                <a:lnTo>
                  <a:pt x="144" y="360"/>
                </a:lnTo>
                <a:lnTo>
                  <a:pt x="143" y="362"/>
                </a:lnTo>
                <a:lnTo>
                  <a:pt x="143" y="363"/>
                </a:lnTo>
                <a:lnTo>
                  <a:pt x="142" y="364"/>
                </a:lnTo>
                <a:lnTo>
                  <a:pt x="143" y="364"/>
                </a:lnTo>
                <a:lnTo>
                  <a:pt x="143" y="365"/>
                </a:lnTo>
                <a:lnTo>
                  <a:pt x="143" y="366"/>
                </a:lnTo>
                <a:lnTo>
                  <a:pt x="143" y="367"/>
                </a:lnTo>
                <a:lnTo>
                  <a:pt x="142" y="367"/>
                </a:lnTo>
                <a:lnTo>
                  <a:pt x="139" y="367"/>
                </a:lnTo>
                <a:lnTo>
                  <a:pt x="139" y="368"/>
                </a:lnTo>
                <a:lnTo>
                  <a:pt x="139" y="369"/>
                </a:lnTo>
                <a:lnTo>
                  <a:pt x="138" y="369"/>
                </a:lnTo>
                <a:lnTo>
                  <a:pt x="138" y="370"/>
                </a:lnTo>
                <a:lnTo>
                  <a:pt x="137" y="370"/>
                </a:lnTo>
                <a:lnTo>
                  <a:pt x="136" y="370"/>
                </a:lnTo>
                <a:lnTo>
                  <a:pt x="136" y="369"/>
                </a:lnTo>
                <a:lnTo>
                  <a:pt x="136" y="368"/>
                </a:lnTo>
                <a:lnTo>
                  <a:pt x="136" y="367"/>
                </a:lnTo>
                <a:lnTo>
                  <a:pt x="135" y="367"/>
                </a:lnTo>
                <a:lnTo>
                  <a:pt x="134" y="368"/>
                </a:lnTo>
                <a:lnTo>
                  <a:pt x="133" y="368"/>
                </a:lnTo>
                <a:lnTo>
                  <a:pt x="132" y="369"/>
                </a:lnTo>
                <a:lnTo>
                  <a:pt x="133" y="370"/>
                </a:lnTo>
                <a:lnTo>
                  <a:pt x="133" y="371"/>
                </a:lnTo>
                <a:lnTo>
                  <a:pt x="134" y="371"/>
                </a:lnTo>
                <a:lnTo>
                  <a:pt x="134" y="372"/>
                </a:lnTo>
                <a:lnTo>
                  <a:pt x="135" y="372"/>
                </a:lnTo>
                <a:lnTo>
                  <a:pt x="135" y="373"/>
                </a:lnTo>
                <a:lnTo>
                  <a:pt x="133" y="373"/>
                </a:lnTo>
                <a:lnTo>
                  <a:pt x="132" y="374"/>
                </a:lnTo>
                <a:lnTo>
                  <a:pt x="131" y="374"/>
                </a:lnTo>
                <a:lnTo>
                  <a:pt x="130" y="375"/>
                </a:lnTo>
                <a:lnTo>
                  <a:pt x="130" y="376"/>
                </a:lnTo>
                <a:lnTo>
                  <a:pt x="130" y="378"/>
                </a:lnTo>
                <a:lnTo>
                  <a:pt x="131" y="379"/>
                </a:lnTo>
                <a:lnTo>
                  <a:pt x="131" y="380"/>
                </a:lnTo>
                <a:lnTo>
                  <a:pt x="132" y="381"/>
                </a:lnTo>
                <a:lnTo>
                  <a:pt x="132" y="383"/>
                </a:lnTo>
                <a:lnTo>
                  <a:pt x="131" y="383"/>
                </a:lnTo>
                <a:lnTo>
                  <a:pt x="130" y="383"/>
                </a:lnTo>
                <a:lnTo>
                  <a:pt x="129" y="384"/>
                </a:lnTo>
                <a:lnTo>
                  <a:pt x="128" y="384"/>
                </a:lnTo>
                <a:lnTo>
                  <a:pt x="128" y="385"/>
                </a:lnTo>
                <a:lnTo>
                  <a:pt x="128" y="384"/>
                </a:lnTo>
                <a:lnTo>
                  <a:pt x="127" y="384"/>
                </a:lnTo>
                <a:lnTo>
                  <a:pt x="127" y="383"/>
                </a:lnTo>
                <a:lnTo>
                  <a:pt x="127" y="382"/>
                </a:lnTo>
                <a:lnTo>
                  <a:pt x="126" y="381"/>
                </a:lnTo>
                <a:lnTo>
                  <a:pt x="125" y="381"/>
                </a:lnTo>
                <a:lnTo>
                  <a:pt x="124" y="381"/>
                </a:lnTo>
                <a:lnTo>
                  <a:pt x="124" y="380"/>
                </a:lnTo>
                <a:lnTo>
                  <a:pt x="124" y="381"/>
                </a:lnTo>
                <a:lnTo>
                  <a:pt x="123" y="381"/>
                </a:lnTo>
                <a:lnTo>
                  <a:pt x="123" y="382"/>
                </a:lnTo>
                <a:lnTo>
                  <a:pt x="122" y="381"/>
                </a:lnTo>
                <a:lnTo>
                  <a:pt x="121" y="381"/>
                </a:lnTo>
                <a:lnTo>
                  <a:pt x="121" y="380"/>
                </a:lnTo>
                <a:lnTo>
                  <a:pt x="121" y="379"/>
                </a:lnTo>
                <a:lnTo>
                  <a:pt x="120" y="379"/>
                </a:lnTo>
                <a:lnTo>
                  <a:pt x="119" y="379"/>
                </a:lnTo>
                <a:lnTo>
                  <a:pt x="118" y="378"/>
                </a:lnTo>
                <a:lnTo>
                  <a:pt x="117" y="378"/>
                </a:lnTo>
                <a:lnTo>
                  <a:pt x="117" y="379"/>
                </a:lnTo>
                <a:lnTo>
                  <a:pt x="118" y="379"/>
                </a:lnTo>
                <a:lnTo>
                  <a:pt x="118" y="380"/>
                </a:lnTo>
                <a:lnTo>
                  <a:pt x="118" y="381"/>
                </a:lnTo>
                <a:lnTo>
                  <a:pt x="117" y="381"/>
                </a:lnTo>
                <a:lnTo>
                  <a:pt x="116" y="381"/>
                </a:lnTo>
                <a:lnTo>
                  <a:pt x="115" y="381"/>
                </a:lnTo>
                <a:lnTo>
                  <a:pt x="115" y="380"/>
                </a:lnTo>
                <a:lnTo>
                  <a:pt x="115" y="378"/>
                </a:lnTo>
                <a:lnTo>
                  <a:pt x="115" y="377"/>
                </a:lnTo>
                <a:lnTo>
                  <a:pt x="117" y="377"/>
                </a:lnTo>
                <a:lnTo>
                  <a:pt x="118" y="376"/>
                </a:lnTo>
                <a:lnTo>
                  <a:pt x="119" y="375"/>
                </a:lnTo>
                <a:lnTo>
                  <a:pt x="120" y="374"/>
                </a:lnTo>
                <a:lnTo>
                  <a:pt x="120" y="373"/>
                </a:lnTo>
                <a:lnTo>
                  <a:pt x="120" y="371"/>
                </a:lnTo>
                <a:lnTo>
                  <a:pt x="119" y="371"/>
                </a:lnTo>
                <a:lnTo>
                  <a:pt x="119" y="370"/>
                </a:lnTo>
                <a:lnTo>
                  <a:pt x="119" y="369"/>
                </a:lnTo>
                <a:lnTo>
                  <a:pt x="120" y="368"/>
                </a:lnTo>
                <a:lnTo>
                  <a:pt x="120" y="369"/>
                </a:lnTo>
                <a:lnTo>
                  <a:pt x="121" y="369"/>
                </a:lnTo>
                <a:lnTo>
                  <a:pt x="121" y="368"/>
                </a:lnTo>
                <a:lnTo>
                  <a:pt x="122" y="368"/>
                </a:lnTo>
                <a:lnTo>
                  <a:pt x="122" y="367"/>
                </a:lnTo>
                <a:lnTo>
                  <a:pt x="121" y="366"/>
                </a:lnTo>
                <a:lnTo>
                  <a:pt x="120" y="366"/>
                </a:lnTo>
                <a:lnTo>
                  <a:pt x="120" y="365"/>
                </a:lnTo>
                <a:lnTo>
                  <a:pt x="121" y="365"/>
                </a:lnTo>
                <a:lnTo>
                  <a:pt x="122" y="365"/>
                </a:lnTo>
                <a:lnTo>
                  <a:pt x="123" y="365"/>
                </a:lnTo>
                <a:lnTo>
                  <a:pt x="123" y="364"/>
                </a:lnTo>
                <a:lnTo>
                  <a:pt x="123" y="363"/>
                </a:lnTo>
                <a:lnTo>
                  <a:pt x="122" y="363"/>
                </a:lnTo>
                <a:lnTo>
                  <a:pt x="121" y="363"/>
                </a:lnTo>
                <a:lnTo>
                  <a:pt x="120" y="363"/>
                </a:lnTo>
                <a:lnTo>
                  <a:pt x="120" y="361"/>
                </a:lnTo>
                <a:lnTo>
                  <a:pt x="119" y="360"/>
                </a:lnTo>
                <a:lnTo>
                  <a:pt x="118" y="360"/>
                </a:lnTo>
                <a:lnTo>
                  <a:pt x="117" y="359"/>
                </a:lnTo>
                <a:lnTo>
                  <a:pt x="116" y="359"/>
                </a:lnTo>
                <a:lnTo>
                  <a:pt x="115" y="357"/>
                </a:lnTo>
                <a:lnTo>
                  <a:pt x="115" y="355"/>
                </a:lnTo>
                <a:lnTo>
                  <a:pt x="115" y="354"/>
                </a:lnTo>
                <a:lnTo>
                  <a:pt x="115" y="353"/>
                </a:lnTo>
                <a:lnTo>
                  <a:pt x="114" y="352"/>
                </a:lnTo>
                <a:lnTo>
                  <a:pt x="113" y="352"/>
                </a:lnTo>
                <a:lnTo>
                  <a:pt x="112" y="352"/>
                </a:lnTo>
                <a:lnTo>
                  <a:pt x="112" y="351"/>
                </a:lnTo>
                <a:lnTo>
                  <a:pt x="111" y="350"/>
                </a:lnTo>
                <a:lnTo>
                  <a:pt x="111" y="349"/>
                </a:lnTo>
                <a:lnTo>
                  <a:pt x="110" y="349"/>
                </a:lnTo>
                <a:lnTo>
                  <a:pt x="109" y="348"/>
                </a:lnTo>
                <a:lnTo>
                  <a:pt x="108" y="347"/>
                </a:lnTo>
                <a:lnTo>
                  <a:pt x="107" y="346"/>
                </a:lnTo>
                <a:lnTo>
                  <a:pt x="107" y="345"/>
                </a:lnTo>
                <a:lnTo>
                  <a:pt x="106" y="346"/>
                </a:lnTo>
                <a:lnTo>
                  <a:pt x="107" y="346"/>
                </a:lnTo>
                <a:lnTo>
                  <a:pt x="106" y="346"/>
                </a:lnTo>
                <a:lnTo>
                  <a:pt x="106" y="347"/>
                </a:lnTo>
                <a:lnTo>
                  <a:pt x="105" y="347"/>
                </a:lnTo>
                <a:lnTo>
                  <a:pt x="105" y="348"/>
                </a:lnTo>
                <a:lnTo>
                  <a:pt x="106" y="348"/>
                </a:lnTo>
                <a:lnTo>
                  <a:pt x="106" y="349"/>
                </a:lnTo>
                <a:lnTo>
                  <a:pt x="106" y="350"/>
                </a:lnTo>
                <a:lnTo>
                  <a:pt x="105" y="349"/>
                </a:lnTo>
                <a:lnTo>
                  <a:pt x="105" y="350"/>
                </a:lnTo>
                <a:lnTo>
                  <a:pt x="105" y="351"/>
                </a:lnTo>
                <a:lnTo>
                  <a:pt x="106" y="352"/>
                </a:lnTo>
                <a:lnTo>
                  <a:pt x="106" y="353"/>
                </a:lnTo>
                <a:lnTo>
                  <a:pt x="107" y="353"/>
                </a:lnTo>
                <a:lnTo>
                  <a:pt x="108" y="354"/>
                </a:lnTo>
                <a:lnTo>
                  <a:pt x="109" y="355"/>
                </a:lnTo>
                <a:lnTo>
                  <a:pt x="109" y="356"/>
                </a:lnTo>
                <a:lnTo>
                  <a:pt x="109" y="357"/>
                </a:lnTo>
                <a:lnTo>
                  <a:pt x="110" y="358"/>
                </a:lnTo>
                <a:lnTo>
                  <a:pt x="111" y="358"/>
                </a:lnTo>
                <a:lnTo>
                  <a:pt x="111" y="359"/>
                </a:lnTo>
                <a:lnTo>
                  <a:pt x="111" y="360"/>
                </a:lnTo>
                <a:lnTo>
                  <a:pt x="111" y="361"/>
                </a:lnTo>
                <a:lnTo>
                  <a:pt x="112" y="362"/>
                </a:lnTo>
                <a:lnTo>
                  <a:pt x="111" y="363"/>
                </a:lnTo>
                <a:lnTo>
                  <a:pt x="110" y="363"/>
                </a:lnTo>
                <a:lnTo>
                  <a:pt x="110" y="364"/>
                </a:lnTo>
                <a:lnTo>
                  <a:pt x="110" y="366"/>
                </a:lnTo>
                <a:lnTo>
                  <a:pt x="110" y="367"/>
                </a:lnTo>
                <a:lnTo>
                  <a:pt x="109" y="367"/>
                </a:lnTo>
                <a:lnTo>
                  <a:pt x="109" y="368"/>
                </a:lnTo>
                <a:lnTo>
                  <a:pt x="109" y="369"/>
                </a:lnTo>
                <a:lnTo>
                  <a:pt x="109" y="370"/>
                </a:lnTo>
                <a:lnTo>
                  <a:pt x="110" y="370"/>
                </a:lnTo>
                <a:lnTo>
                  <a:pt x="110" y="371"/>
                </a:lnTo>
                <a:lnTo>
                  <a:pt x="110" y="372"/>
                </a:lnTo>
                <a:lnTo>
                  <a:pt x="111" y="372"/>
                </a:lnTo>
                <a:lnTo>
                  <a:pt x="112" y="372"/>
                </a:lnTo>
                <a:lnTo>
                  <a:pt x="111" y="373"/>
                </a:lnTo>
                <a:lnTo>
                  <a:pt x="110" y="373"/>
                </a:lnTo>
                <a:lnTo>
                  <a:pt x="110" y="372"/>
                </a:lnTo>
                <a:lnTo>
                  <a:pt x="110" y="371"/>
                </a:lnTo>
                <a:lnTo>
                  <a:pt x="109" y="371"/>
                </a:lnTo>
                <a:lnTo>
                  <a:pt x="109" y="370"/>
                </a:lnTo>
                <a:lnTo>
                  <a:pt x="108" y="370"/>
                </a:lnTo>
                <a:lnTo>
                  <a:pt x="107" y="370"/>
                </a:lnTo>
                <a:lnTo>
                  <a:pt x="107" y="369"/>
                </a:lnTo>
                <a:lnTo>
                  <a:pt x="106" y="370"/>
                </a:lnTo>
                <a:lnTo>
                  <a:pt x="106" y="371"/>
                </a:lnTo>
                <a:lnTo>
                  <a:pt x="107" y="371"/>
                </a:lnTo>
                <a:lnTo>
                  <a:pt x="107" y="372"/>
                </a:lnTo>
                <a:lnTo>
                  <a:pt x="108" y="372"/>
                </a:lnTo>
                <a:lnTo>
                  <a:pt x="108" y="373"/>
                </a:lnTo>
                <a:lnTo>
                  <a:pt x="109" y="374"/>
                </a:lnTo>
                <a:lnTo>
                  <a:pt x="110" y="375"/>
                </a:lnTo>
                <a:lnTo>
                  <a:pt x="110" y="376"/>
                </a:lnTo>
                <a:lnTo>
                  <a:pt x="109" y="376"/>
                </a:lnTo>
                <a:lnTo>
                  <a:pt x="108" y="376"/>
                </a:lnTo>
                <a:lnTo>
                  <a:pt x="107" y="376"/>
                </a:lnTo>
                <a:lnTo>
                  <a:pt x="106" y="376"/>
                </a:lnTo>
                <a:lnTo>
                  <a:pt x="107" y="376"/>
                </a:lnTo>
                <a:lnTo>
                  <a:pt x="107" y="375"/>
                </a:lnTo>
                <a:lnTo>
                  <a:pt x="106" y="375"/>
                </a:lnTo>
                <a:lnTo>
                  <a:pt x="104" y="374"/>
                </a:lnTo>
                <a:lnTo>
                  <a:pt x="103" y="374"/>
                </a:lnTo>
                <a:lnTo>
                  <a:pt x="102" y="373"/>
                </a:lnTo>
                <a:lnTo>
                  <a:pt x="101" y="373"/>
                </a:lnTo>
                <a:lnTo>
                  <a:pt x="100" y="372"/>
                </a:lnTo>
                <a:lnTo>
                  <a:pt x="100" y="373"/>
                </a:lnTo>
                <a:lnTo>
                  <a:pt x="99" y="373"/>
                </a:lnTo>
                <a:lnTo>
                  <a:pt x="99" y="374"/>
                </a:lnTo>
                <a:lnTo>
                  <a:pt x="99" y="375"/>
                </a:lnTo>
                <a:lnTo>
                  <a:pt x="98" y="376"/>
                </a:lnTo>
                <a:lnTo>
                  <a:pt x="98" y="377"/>
                </a:lnTo>
                <a:lnTo>
                  <a:pt x="97" y="377"/>
                </a:lnTo>
                <a:lnTo>
                  <a:pt x="97" y="376"/>
                </a:lnTo>
                <a:lnTo>
                  <a:pt x="96" y="375"/>
                </a:lnTo>
                <a:lnTo>
                  <a:pt x="96" y="376"/>
                </a:lnTo>
                <a:lnTo>
                  <a:pt x="95" y="376"/>
                </a:lnTo>
                <a:lnTo>
                  <a:pt x="95" y="375"/>
                </a:lnTo>
                <a:lnTo>
                  <a:pt x="95" y="374"/>
                </a:lnTo>
                <a:lnTo>
                  <a:pt x="94" y="374"/>
                </a:lnTo>
                <a:lnTo>
                  <a:pt x="95" y="374"/>
                </a:lnTo>
                <a:lnTo>
                  <a:pt x="95" y="373"/>
                </a:lnTo>
                <a:lnTo>
                  <a:pt x="96" y="371"/>
                </a:lnTo>
                <a:lnTo>
                  <a:pt x="95" y="370"/>
                </a:lnTo>
                <a:lnTo>
                  <a:pt x="94" y="369"/>
                </a:lnTo>
                <a:lnTo>
                  <a:pt x="94" y="368"/>
                </a:lnTo>
                <a:lnTo>
                  <a:pt x="93" y="368"/>
                </a:lnTo>
                <a:lnTo>
                  <a:pt x="93" y="367"/>
                </a:lnTo>
                <a:lnTo>
                  <a:pt x="94" y="367"/>
                </a:lnTo>
                <a:lnTo>
                  <a:pt x="94" y="366"/>
                </a:lnTo>
                <a:lnTo>
                  <a:pt x="94" y="365"/>
                </a:lnTo>
                <a:lnTo>
                  <a:pt x="93" y="365"/>
                </a:lnTo>
                <a:lnTo>
                  <a:pt x="93" y="366"/>
                </a:lnTo>
                <a:lnTo>
                  <a:pt x="93" y="365"/>
                </a:lnTo>
                <a:lnTo>
                  <a:pt x="92" y="365"/>
                </a:lnTo>
                <a:lnTo>
                  <a:pt x="92" y="364"/>
                </a:lnTo>
                <a:lnTo>
                  <a:pt x="92" y="363"/>
                </a:lnTo>
                <a:lnTo>
                  <a:pt x="93" y="363"/>
                </a:lnTo>
                <a:lnTo>
                  <a:pt x="93" y="362"/>
                </a:lnTo>
                <a:lnTo>
                  <a:pt x="92" y="362"/>
                </a:lnTo>
                <a:lnTo>
                  <a:pt x="92" y="360"/>
                </a:lnTo>
                <a:lnTo>
                  <a:pt x="92" y="358"/>
                </a:lnTo>
                <a:lnTo>
                  <a:pt x="91" y="358"/>
                </a:lnTo>
                <a:lnTo>
                  <a:pt x="90" y="357"/>
                </a:lnTo>
                <a:lnTo>
                  <a:pt x="91" y="357"/>
                </a:lnTo>
                <a:lnTo>
                  <a:pt x="90" y="356"/>
                </a:lnTo>
                <a:lnTo>
                  <a:pt x="90" y="355"/>
                </a:lnTo>
                <a:lnTo>
                  <a:pt x="89" y="355"/>
                </a:lnTo>
                <a:lnTo>
                  <a:pt x="89" y="354"/>
                </a:lnTo>
                <a:lnTo>
                  <a:pt x="89" y="353"/>
                </a:lnTo>
                <a:lnTo>
                  <a:pt x="89" y="352"/>
                </a:lnTo>
                <a:lnTo>
                  <a:pt x="90" y="352"/>
                </a:lnTo>
                <a:lnTo>
                  <a:pt x="88" y="351"/>
                </a:lnTo>
                <a:lnTo>
                  <a:pt x="88" y="350"/>
                </a:lnTo>
                <a:lnTo>
                  <a:pt x="87" y="350"/>
                </a:lnTo>
                <a:lnTo>
                  <a:pt x="87" y="351"/>
                </a:lnTo>
                <a:lnTo>
                  <a:pt x="87" y="350"/>
                </a:lnTo>
                <a:lnTo>
                  <a:pt x="87" y="348"/>
                </a:lnTo>
                <a:lnTo>
                  <a:pt x="87" y="347"/>
                </a:lnTo>
                <a:lnTo>
                  <a:pt x="87" y="346"/>
                </a:lnTo>
                <a:lnTo>
                  <a:pt x="87" y="345"/>
                </a:lnTo>
                <a:lnTo>
                  <a:pt x="88" y="345"/>
                </a:lnTo>
                <a:lnTo>
                  <a:pt x="88" y="344"/>
                </a:lnTo>
                <a:lnTo>
                  <a:pt x="88" y="343"/>
                </a:lnTo>
                <a:lnTo>
                  <a:pt x="87" y="343"/>
                </a:lnTo>
                <a:lnTo>
                  <a:pt x="87" y="342"/>
                </a:lnTo>
                <a:lnTo>
                  <a:pt x="86" y="342"/>
                </a:lnTo>
                <a:lnTo>
                  <a:pt x="85" y="341"/>
                </a:lnTo>
                <a:lnTo>
                  <a:pt x="85" y="340"/>
                </a:lnTo>
                <a:lnTo>
                  <a:pt x="84" y="340"/>
                </a:lnTo>
                <a:lnTo>
                  <a:pt x="84" y="339"/>
                </a:lnTo>
                <a:lnTo>
                  <a:pt x="83" y="339"/>
                </a:lnTo>
                <a:lnTo>
                  <a:pt x="83" y="338"/>
                </a:lnTo>
                <a:lnTo>
                  <a:pt x="82" y="338"/>
                </a:lnTo>
                <a:lnTo>
                  <a:pt x="81" y="337"/>
                </a:lnTo>
                <a:lnTo>
                  <a:pt x="80" y="336"/>
                </a:lnTo>
                <a:lnTo>
                  <a:pt x="80" y="337"/>
                </a:lnTo>
                <a:lnTo>
                  <a:pt x="79" y="338"/>
                </a:lnTo>
                <a:lnTo>
                  <a:pt x="78" y="338"/>
                </a:lnTo>
                <a:lnTo>
                  <a:pt x="77" y="338"/>
                </a:lnTo>
                <a:lnTo>
                  <a:pt x="76" y="338"/>
                </a:lnTo>
                <a:lnTo>
                  <a:pt x="75" y="338"/>
                </a:lnTo>
                <a:lnTo>
                  <a:pt x="75" y="339"/>
                </a:lnTo>
                <a:lnTo>
                  <a:pt x="74" y="339"/>
                </a:lnTo>
                <a:lnTo>
                  <a:pt x="73" y="339"/>
                </a:lnTo>
                <a:lnTo>
                  <a:pt x="72" y="338"/>
                </a:lnTo>
                <a:lnTo>
                  <a:pt x="71" y="337"/>
                </a:lnTo>
                <a:lnTo>
                  <a:pt x="70" y="337"/>
                </a:lnTo>
                <a:lnTo>
                  <a:pt x="70" y="338"/>
                </a:lnTo>
                <a:lnTo>
                  <a:pt x="69" y="338"/>
                </a:lnTo>
                <a:lnTo>
                  <a:pt x="67" y="338"/>
                </a:lnTo>
                <a:lnTo>
                  <a:pt x="67" y="337"/>
                </a:lnTo>
                <a:lnTo>
                  <a:pt x="67" y="336"/>
                </a:lnTo>
                <a:lnTo>
                  <a:pt x="67" y="335"/>
                </a:lnTo>
                <a:lnTo>
                  <a:pt x="67" y="334"/>
                </a:lnTo>
                <a:lnTo>
                  <a:pt x="69" y="334"/>
                </a:lnTo>
                <a:lnTo>
                  <a:pt x="69" y="333"/>
                </a:lnTo>
                <a:lnTo>
                  <a:pt x="67" y="333"/>
                </a:lnTo>
                <a:lnTo>
                  <a:pt x="66" y="333"/>
                </a:lnTo>
                <a:lnTo>
                  <a:pt x="66" y="334"/>
                </a:lnTo>
                <a:lnTo>
                  <a:pt x="65" y="333"/>
                </a:lnTo>
                <a:lnTo>
                  <a:pt x="64" y="332"/>
                </a:lnTo>
                <a:lnTo>
                  <a:pt x="64" y="331"/>
                </a:lnTo>
                <a:lnTo>
                  <a:pt x="63" y="331"/>
                </a:lnTo>
                <a:lnTo>
                  <a:pt x="62" y="330"/>
                </a:lnTo>
                <a:lnTo>
                  <a:pt x="62" y="331"/>
                </a:lnTo>
                <a:lnTo>
                  <a:pt x="61" y="331"/>
                </a:lnTo>
                <a:lnTo>
                  <a:pt x="62" y="331"/>
                </a:lnTo>
                <a:lnTo>
                  <a:pt x="62" y="332"/>
                </a:lnTo>
                <a:lnTo>
                  <a:pt x="61" y="332"/>
                </a:lnTo>
                <a:lnTo>
                  <a:pt x="60" y="332"/>
                </a:lnTo>
                <a:lnTo>
                  <a:pt x="60" y="333"/>
                </a:lnTo>
                <a:lnTo>
                  <a:pt x="59" y="334"/>
                </a:lnTo>
                <a:lnTo>
                  <a:pt x="58" y="335"/>
                </a:lnTo>
                <a:lnTo>
                  <a:pt x="57" y="335"/>
                </a:lnTo>
                <a:lnTo>
                  <a:pt x="56" y="335"/>
                </a:lnTo>
                <a:lnTo>
                  <a:pt x="55" y="337"/>
                </a:lnTo>
                <a:lnTo>
                  <a:pt x="56" y="338"/>
                </a:lnTo>
                <a:lnTo>
                  <a:pt x="56" y="339"/>
                </a:lnTo>
                <a:lnTo>
                  <a:pt x="55" y="339"/>
                </a:lnTo>
                <a:lnTo>
                  <a:pt x="55" y="338"/>
                </a:lnTo>
                <a:lnTo>
                  <a:pt x="54" y="338"/>
                </a:lnTo>
                <a:lnTo>
                  <a:pt x="53" y="337"/>
                </a:lnTo>
                <a:lnTo>
                  <a:pt x="53" y="336"/>
                </a:lnTo>
                <a:lnTo>
                  <a:pt x="53" y="335"/>
                </a:lnTo>
                <a:lnTo>
                  <a:pt x="52" y="335"/>
                </a:lnTo>
                <a:lnTo>
                  <a:pt x="51" y="335"/>
                </a:lnTo>
                <a:lnTo>
                  <a:pt x="50" y="336"/>
                </a:lnTo>
                <a:lnTo>
                  <a:pt x="49" y="335"/>
                </a:lnTo>
                <a:lnTo>
                  <a:pt x="48" y="334"/>
                </a:lnTo>
                <a:lnTo>
                  <a:pt x="46" y="334"/>
                </a:lnTo>
                <a:lnTo>
                  <a:pt x="46" y="335"/>
                </a:lnTo>
                <a:lnTo>
                  <a:pt x="45" y="335"/>
                </a:lnTo>
                <a:lnTo>
                  <a:pt x="45" y="334"/>
                </a:lnTo>
                <a:lnTo>
                  <a:pt x="45" y="333"/>
                </a:lnTo>
                <a:lnTo>
                  <a:pt x="45" y="334"/>
                </a:lnTo>
                <a:lnTo>
                  <a:pt x="46" y="334"/>
                </a:lnTo>
                <a:lnTo>
                  <a:pt x="46" y="333"/>
                </a:lnTo>
                <a:lnTo>
                  <a:pt x="45" y="333"/>
                </a:lnTo>
                <a:lnTo>
                  <a:pt x="45" y="332"/>
                </a:lnTo>
                <a:lnTo>
                  <a:pt x="44" y="331"/>
                </a:lnTo>
                <a:lnTo>
                  <a:pt x="44" y="330"/>
                </a:lnTo>
                <a:lnTo>
                  <a:pt x="43" y="330"/>
                </a:lnTo>
                <a:lnTo>
                  <a:pt x="42" y="330"/>
                </a:lnTo>
                <a:lnTo>
                  <a:pt x="42" y="329"/>
                </a:lnTo>
                <a:lnTo>
                  <a:pt x="42" y="328"/>
                </a:lnTo>
                <a:lnTo>
                  <a:pt x="42" y="327"/>
                </a:lnTo>
                <a:lnTo>
                  <a:pt x="42" y="326"/>
                </a:lnTo>
                <a:lnTo>
                  <a:pt x="41" y="326"/>
                </a:lnTo>
                <a:lnTo>
                  <a:pt x="41" y="325"/>
                </a:lnTo>
                <a:lnTo>
                  <a:pt x="40" y="325"/>
                </a:lnTo>
                <a:lnTo>
                  <a:pt x="40" y="324"/>
                </a:lnTo>
                <a:lnTo>
                  <a:pt x="41" y="323"/>
                </a:lnTo>
                <a:lnTo>
                  <a:pt x="41" y="322"/>
                </a:lnTo>
                <a:lnTo>
                  <a:pt x="41" y="321"/>
                </a:lnTo>
                <a:lnTo>
                  <a:pt x="40" y="321"/>
                </a:lnTo>
                <a:lnTo>
                  <a:pt x="40" y="320"/>
                </a:lnTo>
                <a:lnTo>
                  <a:pt x="40" y="319"/>
                </a:lnTo>
                <a:lnTo>
                  <a:pt x="39" y="319"/>
                </a:lnTo>
                <a:lnTo>
                  <a:pt x="39" y="318"/>
                </a:lnTo>
                <a:lnTo>
                  <a:pt x="39" y="317"/>
                </a:lnTo>
                <a:lnTo>
                  <a:pt x="39" y="316"/>
                </a:lnTo>
                <a:lnTo>
                  <a:pt x="40" y="315"/>
                </a:lnTo>
                <a:lnTo>
                  <a:pt x="41" y="315"/>
                </a:lnTo>
                <a:lnTo>
                  <a:pt x="41" y="314"/>
                </a:lnTo>
                <a:lnTo>
                  <a:pt x="40" y="315"/>
                </a:lnTo>
                <a:lnTo>
                  <a:pt x="39" y="315"/>
                </a:lnTo>
                <a:lnTo>
                  <a:pt x="39" y="314"/>
                </a:lnTo>
                <a:lnTo>
                  <a:pt x="39" y="313"/>
                </a:lnTo>
                <a:lnTo>
                  <a:pt x="39" y="312"/>
                </a:lnTo>
                <a:lnTo>
                  <a:pt x="38" y="311"/>
                </a:lnTo>
                <a:lnTo>
                  <a:pt x="37" y="310"/>
                </a:lnTo>
                <a:lnTo>
                  <a:pt x="38" y="310"/>
                </a:lnTo>
                <a:lnTo>
                  <a:pt x="38" y="309"/>
                </a:lnTo>
                <a:lnTo>
                  <a:pt x="38" y="308"/>
                </a:lnTo>
                <a:lnTo>
                  <a:pt x="37" y="307"/>
                </a:lnTo>
                <a:lnTo>
                  <a:pt x="37" y="306"/>
                </a:lnTo>
                <a:lnTo>
                  <a:pt x="37" y="305"/>
                </a:lnTo>
                <a:lnTo>
                  <a:pt x="37" y="304"/>
                </a:lnTo>
                <a:lnTo>
                  <a:pt x="37" y="303"/>
                </a:lnTo>
                <a:lnTo>
                  <a:pt x="36" y="303"/>
                </a:lnTo>
                <a:lnTo>
                  <a:pt x="36" y="302"/>
                </a:lnTo>
                <a:lnTo>
                  <a:pt x="36" y="301"/>
                </a:lnTo>
                <a:lnTo>
                  <a:pt x="36" y="300"/>
                </a:lnTo>
                <a:lnTo>
                  <a:pt x="36" y="299"/>
                </a:lnTo>
                <a:lnTo>
                  <a:pt x="37" y="299"/>
                </a:lnTo>
                <a:lnTo>
                  <a:pt x="38" y="299"/>
                </a:lnTo>
                <a:lnTo>
                  <a:pt x="38" y="298"/>
                </a:lnTo>
                <a:lnTo>
                  <a:pt x="37" y="298"/>
                </a:lnTo>
                <a:lnTo>
                  <a:pt x="36" y="298"/>
                </a:lnTo>
                <a:lnTo>
                  <a:pt x="35" y="299"/>
                </a:lnTo>
                <a:lnTo>
                  <a:pt x="35" y="300"/>
                </a:lnTo>
                <a:lnTo>
                  <a:pt x="34" y="300"/>
                </a:lnTo>
                <a:lnTo>
                  <a:pt x="33" y="300"/>
                </a:lnTo>
                <a:lnTo>
                  <a:pt x="33" y="301"/>
                </a:lnTo>
                <a:lnTo>
                  <a:pt x="34" y="301"/>
                </a:lnTo>
                <a:lnTo>
                  <a:pt x="34" y="302"/>
                </a:lnTo>
                <a:lnTo>
                  <a:pt x="33" y="302"/>
                </a:lnTo>
                <a:lnTo>
                  <a:pt x="33" y="303"/>
                </a:lnTo>
                <a:lnTo>
                  <a:pt x="32" y="303"/>
                </a:lnTo>
                <a:lnTo>
                  <a:pt x="32" y="302"/>
                </a:lnTo>
                <a:lnTo>
                  <a:pt x="31" y="302"/>
                </a:lnTo>
                <a:lnTo>
                  <a:pt x="31" y="301"/>
                </a:lnTo>
                <a:lnTo>
                  <a:pt x="31" y="300"/>
                </a:lnTo>
                <a:lnTo>
                  <a:pt x="30" y="300"/>
                </a:lnTo>
                <a:lnTo>
                  <a:pt x="29" y="301"/>
                </a:lnTo>
                <a:lnTo>
                  <a:pt x="29" y="302"/>
                </a:lnTo>
                <a:lnTo>
                  <a:pt x="28" y="302"/>
                </a:lnTo>
                <a:lnTo>
                  <a:pt x="28" y="301"/>
                </a:lnTo>
                <a:lnTo>
                  <a:pt x="28" y="300"/>
                </a:lnTo>
                <a:lnTo>
                  <a:pt x="27" y="301"/>
                </a:lnTo>
                <a:lnTo>
                  <a:pt x="26" y="301"/>
                </a:lnTo>
                <a:lnTo>
                  <a:pt x="25" y="301"/>
                </a:lnTo>
                <a:lnTo>
                  <a:pt x="25" y="300"/>
                </a:lnTo>
                <a:lnTo>
                  <a:pt x="24" y="300"/>
                </a:lnTo>
                <a:lnTo>
                  <a:pt x="22" y="300"/>
                </a:lnTo>
                <a:lnTo>
                  <a:pt x="21" y="301"/>
                </a:lnTo>
                <a:lnTo>
                  <a:pt x="20" y="301"/>
                </a:lnTo>
                <a:lnTo>
                  <a:pt x="19" y="301"/>
                </a:lnTo>
                <a:lnTo>
                  <a:pt x="19" y="300"/>
                </a:lnTo>
                <a:lnTo>
                  <a:pt x="20" y="300"/>
                </a:lnTo>
                <a:lnTo>
                  <a:pt x="19" y="299"/>
                </a:lnTo>
                <a:lnTo>
                  <a:pt x="18" y="300"/>
                </a:lnTo>
                <a:lnTo>
                  <a:pt x="17" y="300"/>
                </a:lnTo>
                <a:lnTo>
                  <a:pt x="16" y="300"/>
                </a:lnTo>
                <a:lnTo>
                  <a:pt x="16" y="299"/>
                </a:lnTo>
                <a:lnTo>
                  <a:pt x="15" y="299"/>
                </a:lnTo>
                <a:lnTo>
                  <a:pt x="15" y="296"/>
                </a:lnTo>
                <a:lnTo>
                  <a:pt x="15" y="295"/>
                </a:lnTo>
                <a:lnTo>
                  <a:pt x="14" y="295"/>
                </a:lnTo>
                <a:lnTo>
                  <a:pt x="14" y="296"/>
                </a:lnTo>
                <a:lnTo>
                  <a:pt x="13" y="296"/>
                </a:lnTo>
                <a:lnTo>
                  <a:pt x="12" y="296"/>
                </a:lnTo>
                <a:lnTo>
                  <a:pt x="11" y="297"/>
                </a:lnTo>
                <a:lnTo>
                  <a:pt x="11" y="296"/>
                </a:lnTo>
                <a:lnTo>
                  <a:pt x="11" y="295"/>
                </a:lnTo>
                <a:lnTo>
                  <a:pt x="11" y="294"/>
                </a:lnTo>
                <a:lnTo>
                  <a:pt x="11" y="293"/>
                </a:lnTo>
                <a:lnTo>
                  <a:pt x="11" y="292"/>
                </a:lnTo>
                <a:lnTo>
                  <a:pt x="12" y="292"/>
                </a:lnTo>
                <a:lnTo>
                  <a:pt x="13" y="291"/>
                </a:lnTo>
                <a:lnTo>
                  <a:pt x="13" y="290"/>
                </a:lnTo>
                <a:lnTo>
                  <a:pt x="12" y="290"/>
                </a:lnTo>
                <a:lnTo>
                  <a:pt x="13" y="289"/>
                </a:lnTo>
                <a:lnTo>
                  <a:pt x="13" y="288"/>
                </a:lnTo>
                <a:lnTo>
                  <a:pt x="12" y="287"/>
                </a:lnTo>
                <a:lnTo>
                  <a:pt x="12" y="286"/>
                </a:lnTo>
                <a:lnTo>
                  <a:pt x="11" y="286"/>
                </a:lnTo>
                <a:lnTo>
                  <a:pt x="11" y="285"/>
                </a:lnTo>
                <a:lnTo>
                  <a:pt x="10" y="285"/>
                </a:lnTo>
                <a:lnTo>
                  <a:pt x="9" y="285"/>
                </a:lnTo>
                <a:lnTo>
                  <a:pt x="8" y="285"/>
                </a:lnTo>
                <a:lnTo>
                  <a:pt x="7" y="285"/>
                </a:lnTo>
                <a:lnTo>
                  <a:pt x="7" y="286"/>
                </a:lnTo>
                <a:lnTo>
                  <a:pt x="7" y="285"/>
                </a:lnTo>
                <a:lnTo>
                  <a:pt x="8" y="285"/>
                </a:lnTo>
                <a:lnTo>
                  <a:pt x="9" y="284"/>
                </a:lnTo>
                <a:lnTo>
                  <a:pt x="9" y="283"/>
                </a:lnTo>
                <a:lnTo>
                  <a:pt x="8" y="282"/>
                </a:lnTo>
                <a:lnTo>
                  <a:pt x="7" y="282"/>
                </a:lnTo>
                <a:lnTo>
                  <a:pt x="6" y="281"/>
                </a:lnTo>
                <a:lnTo>
                  <a:pt x="6" y="282"/>
                </a:lnTo>
                <a:lnTo>
                  <a:pt x="5" y="283"/>
                </a:lnTo>
                <a:lnTo>
                  <a:pt x="5" y="282"/>
                </a:lnTo>
                <a:lnTo>
                  <a:pt x="4" y="283"/>
                </a:lnTo>
                <a:lnTo>
                  <a:pt x="4" y="284"/>
                </a:lnTo>
                <a:lnTo>
                  <a:pt x="4" y="283"/>
                </a:lnTo>
                <a:lnTo>
                  <a:pt x="3" y="283"/>
                </a:lnTo>
                <a:lnTo>
                  <a:pt x="2" y="283"/>
                </a:lnTo>
                <a:lnTo>
                  <a:pt x="2" y="282"/>
                </a:lnTo>
                <a:lnTo>
                  <a:pt x="3" y="282"/>
                </a:lnTo>
                <a:lnTo>
                  <a:pt x="4" y="282"/>
                </a:lnTo>
                <a:lnTo>
                  <a:pt x="4" y="281"/>
                </a:lnTo>
                <a:lnTo>
                  <a:pt x="3" y="280"/>
                </a:lnTo>
                <a:lnTo>
                  <a:pt x="2" y="280"/>
                </a:lnTo>
                <a:lnTo>
                  <a:pt x="2" y="279"/>
                </a:lnTo>
                <a:lnTo>
                  <a:pt x="2" y="278"/>
                </a:lnTo>
                <a:lnTo>
                  <a:pt x="2" y="277"/>
                </a:lnTo>
                <a:lnTo>
                  <a:pt x="2" y="276"/>
                </a:lnTo>
                <a:lnTo>
                  <a:pt x="2" y="275"/>
                </a:lnTo>
                <a:lnTo>
                  <a:pt x="1" y="275"/>
                </a:lnTo>
                <a:lnTo>
                  <a:pt x="1" y="274"/>
                </a:lnTo>
                <a:lnTo>
                  <a:pt x="0" y="274"/>
                </a:lnTo>
                <a:lnTo>
                  <a:pt x="0" y="273"/>
                </a:lnTo>
                <a:lnTo>
                  <a:pt x="0" y="272"/>
                </a:lnTo>
                <a:lnTo>
                  <a:pt x="0" y="271"/>
                </a:lnTo>
                <a:lnTo>
                  <a:pt x="0" y="270"/>
                </a:lnTo>
                <a:lnTo>
                  <a:pt x="1" y="269"/>
                </a:lnTo>
                <a:lnTo>
                  <a:pt x="2" y="270"/>
                </a:lnTo>
                <a:lnTo>
                  <a:pt x="2" y="269"/>
                </a:lnTo>
                <a:lnTo>
                  <a:pt x="2" y="268"/>
                </a:lnTo>
                <a:lnTo>
                  <a:pt x="1" y="268"/>
                </a:lnTo>
                <a:lnTo>
                  <a:pt x="1" y="267"/>
                </a:lnTo>
                <a:lnTo>
                  <a:pt x="2" y="266"/>
                </a:lnTo>
                <a:lnTo>
                  <a:pt x="3" y="266"/>
                </a:lnTo>
                <a:lnTo>
                  <a:pt x="3" y="267"/>
                </a:lnTo>
                <a:lnTo>
                  <a:pt x="2" y="267"/>
                </a:lnTo>
                <a:lnTo>
                  <a:pt x="3" y="268"/>
                </a:lnTo>
                <a:lnTo>
                  <a:pt x="3" y="267"/>
                </a:lnTo>
                <a:lnTo>
                  <a:pt x="4" y="267"/>
                </a:lnTo>
                <a:lnTo>
                  <a:pt x="4" y="266"/>
                </a:lnTo>
                <a:lnTo>
                  <a:pt x="4" y="265"/>
                </a:lnTo>
                <a:lnTo>
                  <a:pt x="5" y="265"/>
                </a:lnTo>
                <a:lnTo>
                  <a:pt x="5" y="264"/>
                </a:lnTo>
                <a:lnTo>
                  <a:pt x="6" y="264"/>
                </a:lnTo>
                <a:lnTo>
                  <a:pt x="6" y="265"/>
                </a:lnTo>
                <a:lnTo>
                  <a:pt x="7" y="265"/>
                </a:lnTo>
                <a:lnTo>
                  <a:pt x="8" y="264"/>
                </a:lnTo>
                <a:lnTo>
                  <a:pt x="7" y="264"/>
                </a:lnTo>
                <a:lnTo>
                  <a:pt x="7" y="263"/>
                </a:lnTo>
                <a:lnTo>
                  <a:pt x="8" y="262"/>
                </a:lnTo>
                <a:lnTo>
                  <a:pt x="9" y="262"/>
                </a:lnTo>
                <a:lnTo>
                  <a:pt x="9" y="261"/>
                </a:lnTo>
                <a:lnTo>
                  <a:pt x="8" y="261"/>
                </a:lnTo>
                <a:lnTo>
                  <a:pt x="8" y="260"/>
                </a:lnTo>
                <a:lnTo>
                  <a:pt x="8" y="259"/>
                </a:lnTo>
                <a:lnTo>
                  <a:pt x="9" y="259"/>
                </a:lnTo>
                <a:lnTo>
                  <a:pt x="9" y="260"/>
                </a:lnTo>
                <a:lnTo>
                  <a:pt x="10" y="259"/>
                </a:lnTo>
                <a:lnTo>
                  <a:pt x="10" y="258"/>
                </a:lnTo>
                <a:lnTo>
                  <a:pt x="11" y="258"/>
                </a:lnTo>
                <a:lnTo>
                  <a:pt x="12" y="258"/>
                </a:lnTo>
                <a:lnTo>
                  <a:pt x="12" y="259"/>
                </a:lnTo>
                <a:lnTo>
                  <a:pt x="13" y="259"/>
                </a:lnTo>
                <a:lnTo>
                  <a:pt x="14" y="259"/>
                </a:lnTo>
                <a:lnTo>
                  <a:pt x="15" y="259"/>
                </a:lnTo>
                <a:lnTo>
                  <a:pt x="15" y="260"/>
                </a:lnTo>
                <a:lnTo>
                  <a:pt x="16" y="259"/>
                </a:lnTo>
                <a:lnTo>
                  <a:pt x="17" y="259"/>
                </a:lnTo>
                <a:lnTo>
                  <a:pt x="16" y="257"/>
                </a:lnTo>
                <a:lnTo>
                  <a:pt x="16" y="256"/>
                </a:lnTo>
                <a:lnTo>
                  <a:pt x="16" y="255"/>
                </a:lnTo>
                <a:lnTo>
                  <a:pt x="17" y="255"/>
                </a:lnTo>
                <a:lnTo>
                  <a:pt x="18" y="255"/>
                </a:lnTo>
                <a:lnTo>
                  <a:pt x="18" y="256"/>
                </a:lnTo>
                <a:lnTo>
                  <a:pt x="19" y="256"/>
                </a:lnTo>
                <a:lnTo>
                  <a:pt x="20" y="256"/>
                </a:lnTo>
                <a:lnTo>
                  <a:pt x="20" y="257"/>
                </a:lnTo>
                <a:lnTo>
                  <a:pt x="21" y="257"/>
                </a:lnTo>
                <a:lnTo>
                  <a:pt x="22" y="257"/>
                </a:lnTo>
                <a:lnTo>
                  <a:pt x="21" y="257"/>
                </a:lnTo>
                <a:lnTo>
                  <a:pt x="21" y="256"/>
                </a:lnTo>
                <a:lnTo>
                  <a:pt x="22" y="255"/>
                </a:lnTo>
                <a:lnTo>
                  <a:pt x="22" y="254"/>
                </a:lnTo>
                <a:lnTo>
                  <a:pt x="22" y="253"/>
                </a:lnTo>
                <a:lnTo>
                  <a:pt x="23" y="253"/>
                </a:lnTo>
                <a:lnTo>
                  <a:pt x="23" y="254"/>
                </a:lnTo>
                <a:lnTo>
                  <a:pt x="24" y="254"/>
                </a:lnTo>
                <a:lnTo>
                  <a:pt x="24" y="253"/>
                </a:lnTo>
                <a:lnTo>
                  <a:pt x="25" y="252"/>
                </a:lnTo>
                <a:lnTo>
                  <a:pt x="25" y="251"/>
                </a:lnTo>
                <a:lnTo>
                  <a:pt x="25" y="250"/>
                </a:lnTo>
                <a:lnTo>
                  <a:pt x="25" y="249"/>
                </a:lnTo>
                <a:lnTo>
                  <a:pt x="26" y="249"/>
                </a:lnTo>
                <a:lnTo>
                  <a:pt x="26" y="248"/>
                </a:lnTo>
                <a:lnTo>
                  <a:pt x="26" y="247"/>
                </a:lnTo>
                <a:lnTo>
                  <a:pt x="26" y="246"/>
                </a:lnTo>
                <a:lnTo>
                  <a:pt x="26" y="245"/>
                </a:lnTo>
                <a:lnTo>
                  <a:pt x="26" y="244"/>
                </a:lnTo>
                <a:lnTo>
                  <a:pt x="27" y="244"/>
                </a:lnTo>
                <a:lnTo>
                  <a:pt x="27" y="245"/>
                </a:lnTo>
                <a:lnTo>
                  <a:pt x="28" y="245"/>
                </a:lnTo>
                <a:lnTo>
                  <a:pt x="28" y="244"/>
                </a:lnTo>
                <a:lnTo>
                  <a:pt x="28" y="243"/>
                </a:lnTo>
                <a:lnTo>
                  <a:pt x="29" y="242"/>
                </a:lnTo>
                <a:lnTo>
                  <a:pt x="30" y="243"/>
                </a:lnTo>
                <a:lnTo>
                  <a:pt x="31" y="243"/>
                </a:lnTo>
                <a:lnTo>
                  <a:pt x="32" y="242"/>
                </a:lnTo>
                <a:lnTo>
                  <a:pt x="33" y="242"/>
                </a:lnTo>
                <a:lnTo>
                  <a:pt x="34" y="242"/>
                </a:lnTo>
                <a:lnTo>
                  <a:pt x="34" y="241"/>
                </a:lnTo>
                <a:lnTo>
                  <a:pt x="35" y="241"/>
                </a:lnTo>
                <a:lnTo>
                  <a:pt x="36" y="241"/>
                </a:lnTo>
                <a:lnTo>
                  <a:pt x="36" y="242"/>
                </a:lnTo>
                <a:lnTo>
                  <a:pt x="37" y="242"/>
                </a:lnTo>
                <a:lnTo>
                  <a:pt x="38" y="242"/>
                </a:lnTo>
                <a:lnTo>
                  <a:pt x="38" y="241"/>
                </a:lnTo>
                <a:lnTo>
                  <a:pt x="39" y="241"/>
                </a:lnTo>
                <a:lnTo>
                  <a:pt x="39" y="240"/>
                </a:lnTo>
                <a:lnTo>
                  <a:pt x="40" y="240"/>
                </a:lnTo>
                <a:lnTo>
                  <a:pt x="39" y="240"/>
                </a:lnTo>
                <a:lnTo>
                  <a:pt x="39" y="239"/>
                </a:lnTo>
                <a:lnTo>
                  <a:pt x="39" y="238"/>
                </a:lnTo>
                <a:lnTo>
                  <a:pt x="39" y="237"/>
                </a:lnTo>
                <a:lnTo>
                  <a:pt x="38" y="237"/>
                </a:lnTo>
                <a:lnTo>
                  <a:pt x="37" y="236"/>
                </a:lnTo>
                <a:lnTo>
                  <a:pt x="38" y="236"/>
                </a:lnTo>
                <a:lnTo>
                  <a:pt x="38" y="235"/>
                </a:lnTo>
                <a:lnTo>
                  <a:pt x="37" y="234"/>
                </a:lnTo>
                <a:lnTo>
                  <a:pt x="36" y="234"/>
                </a:lnTo>
                <a:lnTo>
                  <a:pt x="37" y="233"/>
                </a:lnTo>
                <a:lnTo>
                  <a:pt x="37" y="234"/>
                </a:lnTo>
                <a:lnTo>
                  <a:pt x="38" y="233"/>
                </a:lnTo>
                <a:lnTo>
                  <a:pt x="38" y="232"/>
                </a:lnTo>
                <a:lnTo>
                  <a:pt x="38" y="231"/>
                </a:lnTo>
                <a:lnTo>
                  <a:pt x="39" y="231"/>
                </a:lnTo>
                <a:lnTo>
                  <a:pt x="39" y="230"/>
                </a:lnTo>
                <a:lnTo>
                  <a:pt x="39" y="229"/>
                </a:lnTo>
                <a:lnTo>
                  <a:pt x="38" y="229"/>
                </a:lnTo>
                <a:lnTo>
                  <a:pt x="38" y="228"/>
                </a:lnTo>
                <a:lnTo>
                  <a:pt x="39" y="226"/>
                </a:lnTo>
                <a:lnTo>
                  <a:pt x="40" y="226"/>
                </a:lnTo>
                <a:lnTo>
                  <a:pt x="41" y="226"/>
                </a:lnTo>
                <a:lnTo>
                  <a:pt x="41" y="225"/>
                </a:lnTo>
                <a:lnTo>
                  <a:pt x="41" y="224"/>
                </a:lnTo>
                <a:lnTo>
                  <a:pt x="41" y="223"/>
                </a:lnTo>
                <a:lnTo>
                  <a:pt x="40" y="223"/>
                </a:lnTo>
                <a:lnTo>
                  <a:pt x="39" y="224"/>
                </a:lnTo>
                <a:lnTo>
                  <a:pt x="39" y="223"/>
                </a:lnTo>
                <a:lnTo>
                  <a:pt x="39" y="222"/>
                </a:lnTo>
                <a:lnTo>
                  <a:pt x="38" y="222"/>
                </a:lnTo>
                <a:lnTo>
                  <a:pt x="37" y="222"/>
                </a:lnTo>
                <a:lnTo>
                  <a:pt x="35" y="222"/>
                </a:lnTo>
                <a:lnTo>
                  <a:pt x="35" y="221"/>
                </a:lnTo>
                <a:lnTo>
                  <a:pt x="34" y="220"/>
                </a:lnTo>
                <a:lnTo>
                  <a:pt x="34" y="219"/>
                </a:lnTo>
                <a:lnTo>
                  <a:pt x="33" y="219"/>
                </a:lnTo>
                <a:lnTo>
                  <a:pt x="31" y="219"/>
                </a:lnTo>
                <a:lnTo>
                  <a:pt x="31" y="218"/>
                </a:lnTo>
                <a:lnTo>
                  <a:pt x="31" y="217"/>
                </a:lnTo>
                <a:lnTo>
                  <a:pt x="31" y="216"/>
                </a:lnTo>
                <a:lnTo>
                  <a:pt x="30" y="216"/>
                </a:lnTo>
                <a:lnTo>
                  <a:pt x="30" y="215"/>
                </a:lnTo>
                <a:lnTo>
                  <a:pt x="28" y="215"/>
                </a:lnTo>
                <a:lnTo>
                  <a:pt x="27" y="215"/>
                </a:lnTo>
                <a:lnTo>
                  <a:pt x="26" y="214"/>
                </a:lnTo>
                <a:lnTo>
                  <a:pt x="26" y="213"/>
                </a:lnTo>
                <a:lnTo>
                  <a:pt x="25" y="213"/>
                </a:lnTo>
                <a:lnTo>
                  <a:pt x="25" y="212"/>
                </a:lnTo>
                <a:lnTo>
                  <a:pt x="26" y="211"/>
                </a:lnTo>
                <a:lnTo>
                  <a:pt x="27" y="211"/>
                </a:lnTo>
                <a:lnTo>
                  <a:pt x="27" y="210"/>
                </a:lnTo>
                <a:lnTo>
                  <a:pt x="26" y="210"/>
                </a:lnTo>
                <a:lnTo>
                  <a:pt x="26" y="209"/>
                </a:lnTo>
                <a:lnTo>
                  <a:pt x="25" y="210"/>
                </a:lnTo>
                <a:lnTo>
                  <a:pt x="24" y="210"/>
                </a:lnTo>
                <a:lnTo>
                  <a:pt x="23" y="211"/>
                </a:lnTo>
                <a:lnTo>
                  <a:pt x="22" y="211"/>
                </a:lnTo>
                <a:lnTo>
                  <a:pt x="22" y="210"/>
                </a:lnTo>
                <a:lnTo>
                  <a:pt x="21" y="210"/>
                </a:lnTo>
                <a:lnTo>
                  <a:pt x="21" y="209"/>
                </a:lnTo>
                <a:lnTo>
                  <a:pt x="22" y="209"/>
                </a:lnTo>
                <a:lnTo>
                  <a:pt x="23" y="208"/>
                </a:lnTo>
                <a:lnTo>
                  <a:pt x="24" y="207"/>
                </a:lnTo>
                <a:lnTo>
                  <a:pt x="25" y="207"/>
                </a:lnTo>
                <a:lnTo>
                  <a:pt x="25" y="208"/>
                </a:lnTo>
                <a:lnTo>
                  <a:pt x="26" y="208"/>
                </a:lnTo>
                <a:lnTo>
                  <a:pt x="26" y="207"/>
                </a:lnTo>
                <a:lnTo>
                  <a:pt x="27" y="207"/>
                </a:lnTo>
                <a:lnTo>
                  <a:pt x="27" y="208"/>
                </a:lnTo>
                <a:lnTo>
                  <a:pt x="28" y="208"/>
                </a:lnTo>
                <a:lnTo>
                  <a:pt x="29" y="207"/>
                </a:lnTo>
                <a:lnTo>
                  <a:pt x="30" y="207"/>
                </a:lnTo>
                <a:lnTo>
                  <a:pt x="31" y="207"/>
                </a:lnTo>
                <a:lnTo>
                  <a:pt x="31" y="206"/>
                </a:lnTo>
                <a:lnTo>
                  <a:pt x="31" y="205"/>
                </a:lnTo>
                <a:lnTo>
                  <a:pt x="32" y="205"/>
                </a:lnTo>
                <a:lnTo>
                  <a:pt x="33" y="205"/>
                </a:lnTo>
                <a:lnTo>
                  <a:pt x="33" y="204"/>
                </a:lnTo>
                <a:lnTo>
                  <a:pt x="32" y="203"/>
                </a:lnTo>
                <a:lnTo>
                  <a:pt x="32" y="204"/>
                </a:lnTo>
                <a:lnTo>
                  <a:pt x="31" y="204"/>
                </a:lnTo>
                <a:lnTo>
                  <a:pt x="29" y="202"/>
                </a:lnTo>
                <a:lnTo>
                  <a:pt x="29" y="201"/>
                </a:lnTo>
                <a:lnTo>
                  <a:pt x="29" y="200"/>
                </a:lnTo>
                <a:lnTo>
                  <a:pt x="30" y="198"/>
                </a:lnTo>
                <a:lnTo>
                  <a:pt x="31" y="198"/>
                </a:lnTo>
                <a:lnTo>
                  <a:pt x="32" y="198"/>
                </a:lnTo>
                <a:lnTo>
                  <a:pt x="32" y="199"/>
                </a:lnTo>
                <a:lnTo>
                  <a:pt x="33" y="199"/>
                </a:lnTo>
                <a:lnTo>
                  <a:pt x="33" y="200"/>
                </a:lnTo>
                <a:lnTo>
                  <a:pt x="34" y="200"/>
                </a:lnTo>
                <a:lnTo>
                  <a:pt x="35" y="200"/>
                </a:lnTo>
                <a:lnTo>
                  <a:pt x="36" y="200"/>
                </a:lnTo>
                <a:lnTo>
                  <a:pt x="37" y="200"/>
                </a:lnTo>
                <a:lnTo>
                  <a:pt x="38" y="200"/>
                </a:lnTo>
                <a:lnTo>
                  <a:pt x="39" y="200"/>
                </a:lnTo>
                <a:lnTo>
                  <a:pt x="38" y="200"/>
                </a:lnTo>
                <a:lnTo>
                  <a:pt x="38" y="199"/>
                </a:lnTo>
                <a:lnTo>
                  <a:pt x="39" y="199"/>
                </a:lnTo>
                <a:lnTo>
                  <a:pt x="40" y="198"/>
                </a:lnTo>
                <a:lnTo>
                  <a:pt x="39" y="198"/>
                </a:lnTo>
                <a:lnTo>
                  <a:pt x="38" y="198"/>
                </a:lnTo>
                <a:lnTo>
                  <a:pt x="38" y="197"/>
                </a:lnTo>
                <a:lnTo>
                  <a:pt x="37" y="197"/>
                </a:lnTo>
                <a:lnTo>
                  <a:pt x="37" y="195"/>
                </a:lnTo>
                <a:lnTo>
                  <a:pt x="37" y="194"/>
                </a:lnTo>
                <a:lnTo>
                  <a:pt x="38" y="193"/>
                </a:lnTo>
                <a:lnTo>
                  <a:pt x="39" y="193"/>
                </a:lnTo>
                <a:lnTo>
                  <a:pt x="39" y="194"/>
                </a:lnTo>
                <a:lnTo>
                  <a:pt x="39" y="193"/>
                </a:lnTo>
                <a:lnTo>
                  <a:pt x="40" y="193"/>
                </a:lnTo>
                <a:lnTo>
                  <a:pt x="40" y="194"/>
                </a:lnTo>
                <a:lnTo>
                  <a:pt x="40" y="193"/>
                </a:lnTo>
                <a:lnTo>
                  <a:pt x="39" y="192"/>
                </a:lnTo>
                <a:lnTo>
                  <a:pt x="40" y="192"/>
                </a:lnTo>
                <a:lnTo>
                  <a:pt x="40" y="191"/>
                </a:lnTo>
                <a:lnTo>
                  <a:pt x="41" y="191"/>
                </a:lnTo>
                <a:lnTo>
                  <a:pt x="41" y="190"/>
                </a:lnTo>
                <a:lnTo>
                  <a:pt x="41" y="189"/>
                </a:lnTo>
                <a:lnTo>
                  <a:pt x="42" y="189"/>
                </a:lnTo>
                <a:lnTo>
                  <a:pt x="42" y="188"/>
                </a:lnTo>
                <a:lnTo>
                  <a:pt x="43" y="188"/>
                </a:lnTo>
                <a:lnTo>
                  <a:pt x="43" y="187"/>
                </a:lnTo>
                <a:lnTo>
                  <a:pt x="42" y="187"/>
                </a:lnTo>
                <a:lnTo>
                  <a:pt x="42" y="186"/>
                </a:lnTo>
                <a:lnTo>
                  <a:pt x="42" y="185"/>
                </a:lnTo>
                <a:lnTo>
                  <a:pt x="43" y="185"/>
                </a:lnTo>
                <a:lnTo>
                  <a:pt x="43" y="184"/>
                </a:lnTo>
                <a:lnTo>
                  <a:pt x="44" y="184"/>
                </a:lnTo>
                <a:lnTo>
                  <a:pt x="45" y="184"/>
                </a:lnTo>
                <a:lnTo>
                  <a:pt x="45" y="183"/>
                </a:lnTo>
                <a:lnTo>
                  <a:pt x="45" y="182"/>
                </a:lnTo>
                <a:lnTo>
                  <a:pt x="46" y="182"/>
                </a:lnTo>
                <a:lnTo>
                  <a:pt x="47" y="181"/>
                </a:lnTo>
                <a:lnTo>
                  <a:pt x="48" y="182"/>
                </a:lnTo>
                <a:lnTo>
                  <a:pt x="48" y="183"/>
                </a:lnTo>
                <a:lnTo>
                  <a:pt x="49" y="183"/>
                </a:lnTo>
                <a:lnTo>
                  <a:pt x="49" y="184"/>
                </a:lnTo>
                <a:lnTo>
                  <a:pt x="49" y="185"/>
                </a:lnTo>
                <a:lnTo>
                  <a:pt x="49" y="186"/>
                </a:lnTo>
                <a:lnTo>
                  <a:pt x="50" y="186"/>
                </a:lnTo>
                <a:lnTo>
                  <a:pt x="50" y="185"/>
                </a:lnTo>
                <a:lnTo>
                  <a:pt x="51" y="184"/>
                </a:lnTo>
                <a:lnTo>
                  <a:pt x="52" y="185"/>
                </a:lnTo>
                <a:lnTo>
                  <a:pt x="52" y="186"/>
                </a:lnTo>
                <a:lnTo>
                  <a:pt x="52" y="187"/>
                </a:lnTo>
                <a:lnTo>
                  <a:pt x="53" y="187"/>
                </a:lnTo>
                <a:lnTo>
                  <a:pt x="53" y="186"/>
                </a:lnTo>
                <a:lnTo>
                  <a:pt x="53" y="185"/>
                </a:lnTo>
                <a:lnTo>
                  <a:pt x="53" y="184"/>
                </a:lnTo>
                <a:lnTo>
                  <a:pt x="54" y="184"/>
                </a:lnTo>
                <a:lnTo>
                  <a:pt x="54" y="185"/>
                </a:lnTo>
                <a:lnTo>
                  <a:pt x="55" y="185"/>
                </a:lnTo>
                <a:lnTo>
                  <a:pt x="55" y="184"/>
                </a:lnTo>
                <a:lnTo>
                  <a:pt x="55" y="185"/>
                </a:lnTo>
                <a:lnTo>
                  <a:pt x="55" y="186"/>
                </a:lnTo>
                <a:lnTo>
                  <a:pt x="54" y="186"/>
                </a:lnTo>
                <a:lnTo>
                  <a:pt x="54" y="185"/>
                </a:lnTo>
                <a:lnTo>
                  <a:pt x="54" y="186"/>
                </a:lnTo>
                <a:lnTo>
                  <a:pt x="54" y="187"/>
                </a:lnTo>
                <a:lnTo>
                  <a:pt x="55" y="187"/>
                </a:lnTo>
                <a:lnTo>
                  <a:pt x="55" y="186"/>
                </a:lnTo>
                <a:lnTo>
                  <a:pt x="56" y="186"/>
                </a:lnTo>
                <a:lnTo>
                  <a:pt x="58" y="187"/>
                </a:lnTo>
                <a:lnTo>
                  <a:pt x="58" y="188"/>
                </a:lnTo>
                <a:lnTo>
                  <a:pt x="59" y="188"/>
                </a:lnTo>
                <a:lnTo>
                  <a:pt x="61" y="188"/>
                </a:lnTo>
                <a:lnTo>
                  <a:pt x="62" y="188"/>
                </a:lnTo>
                <a:lnTo>
                  <a:pt x="63" y="187"/>
                </a:lnTo>
                <a:lnTo>
                  <a:pt x="62" y="188"/>
                </a:lnTo>
                <a:lnTo>
                  <a:pt x="63" y="189"/>
                </a:lnTo>
                <a:lnTo>
                  <a:pt x="63" y="188"/>
                </a:lnTo>
                <a:lnTo>
                  <a:pt x="63" y="189"/>
                </a:lnTo>
                <a:lnTo>
                  <a:pt x="63" y="188"/>
                </a:lnTo>
                <a:lnTo>
                  <a:pt x="64" y="188"/>
                </a:lnTo>
                <a:lnTo>
                  <a:pt x="65" y="188"/>
                </a:lnTo>
                <a:lnTo>
                  <a:pt x="66" y="188"/>
                </a:lnTo>
                <a:lnTo>
                  <a:pt x="67" y="189"/>
                </a:lnTo>
                <a:lnTo>
                  <a:pt x="67" y="190"/>
                </a:lnTo>
                <a:lnTo>
                  <a:pt x="69" y="190"/>
                </a:lnTo>
                <a:lnTo>
                  <a:pt x="69" y="191"/>
                </a:lnTo>
                <a:lnTo>
                  <a:pt x="70" y="191"/>
                </a:lnTo>
                <a:lnTo>
                  <a:pt x="71" y="191"/>
                </a:lnTo>
                <a:lnTo>
                  <a:pt x="71" y="192"/>
                </a:lnTo>
                <a:lnTo>
                  <a:pt x="71" y="191"/>
                </a:lnTo>
                <a:lnTo>
                  <a:pt x="72" y="191"/>
                </a:lnTo>
                <a:lnTo>
                  <a:pt x="73" y="192"/>
                </a:lnTo>
                <a:lnTo>
                  <a:pt x="73" y="193"/>
                </a:lnTo>
                <a:lnTo>
                  <a:pt x="72" y="193"/>
                </a:lnTo>
                <a:lnTo>
                  <a:pt x="73" y="193"/>
                </a:lnTo>
                <a:lnTo>
                  <a:pt x="74" y="193"/>
                </a:lnTo>
                <a:lnTo>
                  <a:pt x="74" y="194"/>
                </a:lnTo>
                <a:lnTo>
                  <a:pt x="75" y="194"/>
                </a:lnTo>
                <a:lnTo>
                  <a:pt x="76" y="194"/>
                </a:lnTo>
                <a:lnTo>
                  <a:pt x="75" y="195"/>
                </a:lnTo>
                <a:lnTo>
                  <a:pt x="76" y="195"/>
                </a:lnTo>
                <a:lnTo>
                  <a:pt x="76" y="194"/>
                </a:lnTo>
                <a:lnTo>
                  <a:pt x="76" y="193"/>
                </a:lnTo>
                <a:lnTo>
                  <a:pt x="75" y="193"/>
                </a:lnTo>
                <a:lnTo>
                  <a:pt x="76" y="193"/>
                </a:lnTo>
                <a:lnTo>
                  <a:pt x="76" y="194"/>
                </a:lnTo>
                <a:lnTo>
                  <a:pt x="77" y="194"/>
                </a:lnTo>
                <a:lnTo>
                  <a:pt x="78" y="194"/>
                </a:lnTo>
                <a:lnTo>
                  <a:pt x="79" y="194"/>
                </a:lnTo>
                <a:lnTo>
                  <a:pt x="79" y="195"/>
                </a:lnTo>
                <a:lnTo>
                  <a:pt x="80" y="195"/>
                </a:lnTo>
                <a:lnTo>
                  <a:pt x="80" y="196"/>
                </a:lnTo>
                <a:lnTo>
                  <a:pt x="80" y="197"/>
                </a:lnTo>
                <a:lnTo>
                  <a:pt x="80" y="198"/>
                </a:lnTo>
                <a:lnTo>
                  <a:pt x="81" y="198"/>
                </a:lnTo>
                <a:lnTo>
                  <a:pt x="81" y="199"/>
                </a:lnTo>
                <a:lnTo>
                  <a:pt x="80" y="199"/>
                </a:lnTo>
                <a:lnTo>
                  <a:pt x="80" y="200"/>
                </a:lnTo>
                <a:lnTo>
                  <a:pt x="80" y="201"/>
                </a:lnTo>
                <a:lnTo>
                  <a:pt x="80" y="202"/>
                </a:lnTo>
                <a:lnTo>
                  <a:pt x="81" y="202"/>
                </a:lnTo>
                <a:lnTo>
                  <a:pt x="81" y="203"/>
                </a:lnTo>
                <a:lnTo>
                  <a:pt x="81" y="202"/>
                </a:lnTo>
                <a:lnTo>
                  <a:pt x="82" y="202"/>
                </a:lnTo>
                <a:lnTo>
                  <a:pt x="83" y="202"/>
                </a:lnTo>
                <a:lnTo>
                  <a:pt x="83" y="203"/>
                </a:lnTo>
                <a:lnTo>
                  <a:pt x="82" y="203"/>
                </a:lnTo>
                <a:lnTo>
                  <a:pt x="82" y="204"/>
                </a:lnTo>
                <a:lnTo>
                  <a:pt x="83" y="205"/>
                </a:lnTo>
                <a:lnTo>
                  <a:pt x="84" y="205"/>
                </a:lnTo>
                <a:lnTo>
                  <a:pt x="84" y="206"/>
                </a:lnTo>
                <a:lnTo>
                  <a:pt x="84" y="205"/>
                </a:lnTo>
                <a:lnTo>
                  <a:pt x="85" y="205"/>
                </a:lnTo>
                <a:lnTo>
                  <a:pt x="85" y="204"/>
                </a:lnTo>
                <a:lnTo>
                  <a:pt x="85" y="205"/>
                </a:lnTo>
                <a:lnTo>
                  <a:pt x="86" y="205"/>
                </a:lnTo>
                <a:lnTo>
                  <a:pt x="86" y="206"/>
                </a:lnTo>
                <a:lnTo>
                  <a:pt x="85" y="207"/>
                </a:lnTo>
                <a:lnTo>
                  <a:pt x="86" y="207"/>
                </a:lnTo>
                <a:lnTo>
                  <a:pt x="86" y="208"/>
                </a:lnTo>
                <a:lnTo>
                  <a:pt x="87" y="208"/>
                </a:lnTo>
                <a:lnTo>
                  <a:pt x="87" y="207"/>
                </a:lnTo>
                <a:lnTo>
                  <a:pt x="86" y="206"/>
                </a:lnTo>
                <a:lnTo>
                  <a:pt x="87" y="206"/>
                </a:lnTo>
                <a:lnTo>
                  <a:pt x="88" y="206"/>
                </a:lnTo>
                <a:lnTo>
                  <a:pt x="88" y="207"/>
                </a:lnTo>
                <a:lnTo>
                  <a:pt x="89" y="207"/>
                </a:lnTo>
                <a:lnTo>
                  <a:pt x="89" y="206"/>
                </a:lnTo>
                <a:lnTo>
                  <a:pt x="89" y="205"/>
                </a:lnTo>
                <a:lnTo>
                  <a:pt x="88" y="205"/>
                </a:lnTo>
                <a:lnTo>
                  <a:pt x="88" y="204"/>
                </a:lnTo>
                <a:lnTo>
                  <a:pt x="89" y="205"/>
                </a:lnTo>
                <a:lnTo>
                  <a:pt x="89" y="206"/>
                </a:lnTo>
                <a:lnTo>
                  <a:pt x="90" y="206"/>
                </a:lnTo>
                <a:lnTo>
                  <a:pt x="90" y="205"/>
                </a:lnTo>
                <a:lnTo>
                  <a:pt x="91" y="205"/>
                </a:lnTo>
                <a:lnTo>
                  <a:pt x="91" y="204"/>
                </a:lnTo>
                <a:lnTo>
                  <a:pt x="91" y="203"/>
                </a:lnTo>
                <a:lnTo>
                  <a:pt x="92" y="203"/>
                </a:lnTo>
                <a:lnTo>
                  <a:pt x="92" y="202"/>
                </a:lnTo>
                <a:lnTo>
                  <a:pt x="91" y="202"/>
                </a:lnTo>
                <a:lnTo>
                  <a:pt x="92" y="202"/>
                </a:lnTo>
                <a:lnTo>
                  <a:pt x="93" y="202"/>
                </a:lnTo>
                <a:lnTo>
                  <a:pt x="93" y="203"/>
                </a:lnTo>
                <a:lnTo>
                  <a:pt x="94" y="203"/>
                </a:lnTo>
                <a:lnTo>
                  <a:pt x="95" y="203"/>
                </a:lnTo>
                <a:lnTo>
                  <a:pt x="95" y="202"/>
                </a:lnTo>
                <a:lnTo>
                  <a:pt x="96" y="201"/>
                </a:lnTo>
                <a:lnTo>
                  <a:pt x="97" y="201"/>
                </a:lnTo>
                <a:lnTo>
                  <a:pt x="98" y="201"/>
                </a:lnTo>
                <a:lnTo>
                  <a:pt x="99" y="201"/>
                </a:lnTo>
                <a:lnTo>
                  <a:pt x="100" y="201"/>
                </a:lnTo>
                <a:lnTo>
                  <a:pt x="99" y="201"/>
                </a:lnTo>
                <a:lnTo>
                  <a:pt x="99" y="200"/>
                </a:lnTo>
                <a:lnTo>
                  <a:pt x="100" y="200"/>
                </a:lnTo>
                <a:lnTo>
                  <a:pt x="100" y="201"/>
                </a:lnTo>
                <a:lnTo>
                  <a:pt x="101" y="201"/>
                </a:lnTo>
                <a:lnTo>
                  <a:pt x="102" y="201"/>
                </a:lnTo>
                <a:lnTo>
                  <a:pt x="102" y="200"/>
                </a:lnTo>
                <a:lnTo>
                  <a:pt x="103" y="200"/>
                </a:lnTo>
                <a:lnTo>
                  <a:pt x="103" y="199"/>
                </a:lnTo>
                <a:lnTo>
                  <a:pt x="102" y="199"/>
                </a:lnTo>
                <a:lnTo>
                  <a:pt x="101" y="198"/>
                </a:lnTo>
                <a:lnTo>
                  <a:pt x="102" y="198"/>
                </a:lnTo>
                <a:lnTo>
                  <a:pt x="104" y="198"/>
                </a:lnTo>
                <a:lnTo>
                  <a:pt x="104" y="197"/>
                </a:lnTo>
                <a:lnTo>
                  <a:pt x="103" y="197"/>
                </a:lnTo>
                <a:lnTo>
                  <a:pt x="103" y="196"/>
                </a:lnTo>
                <a:lnTo>
                  <a:pt x="104" y="196"/>
                </a:lnTo>
                <a:lnTo>
                  <a:pt x="104" y="197"/>
                </a:lnTo>
                <a:lnTo>
                  <a:pt x="104" y="196"/>
                </a:lnTo>
                <a:lnTo>
                  <a:pt x="104" y="195"/>
                </a:lnTo>
                <a:lnTo>
                  <a:pt x="105" y="195"/>
                </a:lnTo>
                <a:lnTo>
                  <a:pt x="105" y="196"/>
                </a:lnTo>
                <a:lnTo>
                  <a:pt x="105" y="195"/>
                </a:lnTo>
                <a:lnTo>
                  <a:pt x="106" y="195"/>
                </a:lnTo>
                <a:lnTo>
                  <a:pt x="106" y="196"/>
                </a:lnTo>
                <a:lnTo>
                  <a:pt x="107" y="196"/>
                </a:lnTo>
                <a:lnTo>
                  <a:pt x="107" y="195"/>
                </a:lnTo>
                <a:lnTo>
                  <a:pt x="108" y="195"/>
                </a:lnTo>
                <a:lnTo>
                  <a:pt x="109" y="196"/>
                </a:lnTo>
                <a:lnTo>
                  <a:pt x="110" y="196"/>
                </a:lnTo>
                <a:lnTo>
                  <a:pt x="110" y="197"/>
                </a:lnTo>
                <a:lnTo>
                  <a:pt x="110" y="196"/>
                </a:lnTo>
                <a:lnTo>
                  <a:pt x="111" y="196"/>
                </a:lnTo>
                <a:lnTo>
                  <a:pt x="111" y="195"/>
                </a:lnTo>
                <a:lnTo>
                  <a:pt x="112" y="195"/>
                </a:lnTo>
                <a:lnTo>
                  <a:pt x="113" y="196"/>
                </a:lnTo>
                <a:lnTo>
                  <a:pt x="113" y="195"/>
                </a:lnTo>
                <a:lnTo>
                  <a:pt x="114" y="195"/>
                </a:lnTo>
                <a:lnTo>
                  <a:pt x="114" y="194"/>
                </a:lnTo>
                <a:lnTo>
                  <a:pt x="115" y="194"/>
                </a:lnTo>
                <a:lnTo>
                  <a:pt x="116" y="195"/>
                </a:lnTo>
                <a:lnTo>
                  <a:pt x="117" y="195"/>
                </a:lnTo>
                <a:lnTo>
                  <a:pt x="117" y="196"/>
                </a:lnTo>
                <a:lnTo>
                  <a:pt x="118" y="196"/>
                </a:lnTo>
                <a:lnTo>
                  <a:pt x="119" y="196"/>
                </a:lnTo>
                <a:lnTo>
                  <a:pt x="120" y="196"/>
                </a:lnTo>
                <a:lnTo>
                  <a:pt x="120" y="197"/>
                </a:lnTo>
                <a:lnTo>
                  <a:pt x="121" y="198"/>
                </a:lnTo>
                <a:lnTo>
                  <a:pt x="120" y="198"/>
                </a:lnTo>
                <a:lnTo>
                  <a:pt x="121" y="199"/>
                </a:lnTo>
                <a:lnTo>
                  <a:pt x="122" y="199"/>
                </a:lnTo>
                <a:lnTo>
                  <a:pt x="122" y="200"/>
                </a:lnTo>
                <a:lnTo>
                  <a:pt x="122" y="201"/>
                </a:lnTo>
                <a:lnTo>
                  <a:pt x="121" y="201"/>
                </a:lnTo>
                <a:lnTo>
                  <a:pt x="120" y="201"/>
                </a:lnTo>
                <a:lnTo>
                  <a:pt x="120" y="202"/>
                </a:lnTo>
                <a:lnTo>
                  <a:pt x="119" y="202"/>
                </a:lnTo>
                <a:lnTo>
                  <a:pt x="119" y="203"/>
                </a:lnTo>
                <a:lnTo>
                  <a:pt x="120" y="203"/>
                </a:lnTo>
                <a:lnTo>
                  <a:pt x="121" y="203"/>
                </a:lnTo>
                <a:lnTo>
                  <a:pt x="121" y="204"/>
                </a:lnTo>
                <a:lnTo>
                  <a:pt x="120" y="205"/>
                </a:lnTo>
                <a:lnTo>
                  <a:pt x="121" y="205"/>
                </a:lnTo>
                <a:lnTo>
                  <a:pt x="121" y="206"/>
                </a:lnTo>
                <a:lnTo>
                  <a:pt x="122" y="206"/>
                </a:lnTo>
                <a:lnTo>
                  <a:pt x="123" y="207"/>
                </a:lnTo>
                <a:lnTo>
                  <a:pt x="122" y="207"/>
                </a:lnTo>
                <a:lnTo>
                  <a:pt x="122" y="208"/>
                </a:lnTo>
                <a:lnTo>
                  <a:pt x="123" y="208"/>
                </a:lnTo>
                <a:lnTo>
                  <a:pt x="124" y="209"/>
                </a:lnTo>
                <a:lnTo>
                  <a:pt x="124" y="210"/>
                </a:lnTo>
                <a:lnTo>
                  <a:pt x="125" y="210"/>
                </a:lnTo>
                <a:lnTo>
                  <a:pt x="125" y="211"/>
                </a:lnTo>
                <a:lnTo>
                  <a:pt x="125" y="213"/>
                </a:lnTo>
                <a:lnTo>
                  <a:pt x="125" y="214"/>
                </a:lnTo>
                <a:lnTo>
                  <a:pt x="126" y="214"/>
                </a:lnTo>
                <a:lnTo>
                  <a:pt x="126" y="213"/>
                </a:lnTo>
                <a:lnTo>
                  <a:pt x="127" y="213"/>
                </a:lnTo>
                <a:lnTo>
                  <a:pt x="127" y="214"/>
                </a:lnTo>
                <a:lnTo>
                  <a:pt x="128" y="214"/>
                </a:lnTo>
                <a:lnTo>
                  <a:pt x="127" y="215"/>
                </a:lnTo>
                <a:lnTo>
                  <a:pt x="127" y="216"/>
                </a:lnTo>
                <a:lnTo>
                  <a:pt x="128" y="217"/>
                </a:lnTo>
                <a:lnTo>
                  <a:pt x="127" y="218"/>
                </a:lnTo>
                <a:lnTo>
                  <a:pt x="127" y="219"/>
                </a:lnTo>
                <a:lnTo>
                  <a:pt x="128" y="219"/>
                </a:lnTo>
                <a:lnTo>
                  <a:pt x="129" y="219"/>
                </a:lnTo>
                <a:lnTo>
                  <a:pt x="130" y="220"/>
                </a:lnTo>
                <a:lnTo>
                  <a:pt x="130" y="221"/>
                </a:lnTo>
                <a:lnTo>
                  <a:pt x="130" y="222"/>
                </a:lnTo>
                <a:lnTo>
                  <a:pt x="129" y="222"/>
                </a:lnTo>
                <a:lnTo>
                  <a:pt x="130" y="222"/>
                </a:lnTo>
                <a:lnTo>
                  <a:pt x="130" y="223"/>
                </a:lnTo>
                <a:lnTo>
                  <a:pt x="131" y="223"/>
                </a:lnTo>
                <a:lnTo>
                  <a:pt x="131" y="224"/>
                </a:lnTo>
                <a:lnTo>
                  <a:pt x="132" y="224"/>
                </a:lnTo>
                <a:lnTo>
                  <a:pt x="134" y="225"/>
                </a:lnTo>
                <a:lnTo>
                  <a:pt x="135" y="224"/>
                </a:lnTo>
                <a:lnTo>
                  <a:pt x="136" y="224"/>
                </a:lnTo>
                <a:lnTo>
                  <a:pt x="137" y="223"/>
                </a:lnTo>
                <a:lnTo>
                  <a:pt x="138" y="223"/>
                </a:lnTo>
                <a:lnTo>
                  <a:pt x="139" y="223"/>
                </a:lnTo>
                <a:lnTo>
                  <a:pt x="140" y="222"/>
                </a:lnTo>
                <a:lnTo>
                  <a:pt x="140" y="221"/>
                </a:lnTo>
                <a:lnTo>
                  <a:pt x="141" y="222"/>
                </a:lnTo>
                <a:lnTo>
                  <a:pt x="142" y="223"/>
                </a:lnTo>
                <a:lnTo>
                  <a:pt x="143" y="223"/>
                </a:lnTo>
                <a:lnTo>
                  <a:pt x="144" y="223"/>
                </a:lnTo>
                <a:lnTo>
                  <a:pt x="145" y="223"/>
                </a:lnTo>
                <a:lnTo>
                  <a:pt x="146" y="223"/>
                </a:lnTo>
                <a:lnTo>
                  <a:pt x="146" y="224"/>
                </a:lnTo>
                <a:lnTo>
                  <a:pt x="147" y="224"/>
                </a:lnTo>
                <a:lnTo>
                  <a:pt x="148" y="223"/>
                </a:lnTo>
                <a:lnTo>
                  <a:pt x="148" y="222"/>
                </a:lnTo>
                <a:lnTo>
                  <a:pt x="149" y="222"/>
                </a:lnTo>
                <a:lnTo>
                  <a:pt x="150" y="222"/>
                </a:lnTo>
                <a:lnTo>
                  <a:pt x="151" y="221"/>
                </a:lnTo>
                <a:lnTo>
                  <a:pt x="151" y="220"/>
                </a:lnTo>
                <a:lnTo>
                  <a:pt x="150" y="220"/>
                </a:lnTo>
                <a:lnTo>
                  <a:pt x="151" y="219"/>
                </a:lnTo>
                <a:lnTo>
                  <a:pt x="151" y="218"/>
                </a:lnTo>
                <a:lnTo>
                  <a:pt x="152" y="218"/>
                </a:lnTo>
                <a:lnTo>
                  <a:pt x="153" y="217"/>
                </a:lnTo>
                <a:lnTo>
                  <a:pt x="153" y="218"/>
                </a:lnTo>
                <a:lnTo>
                  <a:pt x="154" y="219"/>
                </a:lnTo>
                <a:lnTo>
                  <a:pt x="154" y="220"/>
                </a:lnTo>
                <a:lnTo>
                  <a:pt x="155" y="221"/>
                </a:lnTo>
                <a:lnTo>
                  <a:pt x="156" y="221"/>
                </a:lnTo>
                <a:lnTo>
                  <a:pt x="156" y="222"/>
                </a:lnTo>
                <a:lnTo>
                  <a:pt x="157" y="223"/>
                </a:lnTo>
                <a:lnTo>
                  <a:pt x="158" y="223"/>
                </a:lnTo>
                <a:lnTo>
                  <a:pt x="158" y="222"/>
                </a:lnTo>
                <a:lnTo>
                  <a:pt x="158" y="221"/>
                </a:lnTo>
                <a:lnTo>
                  <a:pt x="158" y="220"/>
                </a:lnTo>
                <a:lnTo>
                  <a:pt x="159" y="221"/>
                </a:lnTo>
                <a:lnTo>
                  <a:pt x="159" y="222"/>
                </a:lnTo>
                <a:lnTo>
                  <a:pt x="160" y="222"/>
                </a:lnTo>
                <a:lnTo>
                  <a:pt x="161" y="221"/>
                </a:lnTo>
                <a:lnTo>
                  <a:pt x="162" y="220"/>
                </a:lnTo>
                <a:lnTo>
                  <a:pt x="162" y="219"/>
                </a:lnTo>
                <a:lnTo>
                  <a:pt x="161" y="219"/>
                </a:lnTo>
                <a:lnTo>
                  <a:pt x="161" y="218"/>
                </a:lnTo>
                <a:lnTo>
                  <a:pt x="162" y="216"/>
                </a:lnTo>
                <a:lnTo>
                  <a:pt x="163" y="217"/>
                </a:lnTo>
                <a:lnTo>
                  <a:pt x="164" y="216"/>
                </a:lnTo>
                <a:lnTo>
                  <a:pt x="164" y="215"/>
                </a:lnTo>
                <a:lnTo>
                  <a:pt x="164" y="214"/>
                </a:lnTo>
                <a:lnTo>
                  <a:pt x="165" y="214"/>
                </a:lnTo>
                <a:lnTo>
                  <a:pt x="166" y="214"/>
                </a:lnTo>
                <a:lnTo>
                  <a:pt x="167" y="213"/>
                </a:lnTo>
                <a:lnTo>
                  <a:pt x="168" y="211"/>
                </a:lnTo>
                <a:lnTo>
                  <a:pt x="169" y="210"/>
                </a:lnTo>
                <a:lnTo>
                  <a:pt x="171" y="208"/>
                </a:lnTo>
                <a:lnTo>
                  <a:pt x="172" y="207"/>
                </a:lnTo>
                <a:lnTo>
                  <a:pt x="173" y="206"/>
                </a:lnTo>
                <a:lnTo>
                  <a:pt x="174" y="204"/>
                </a:lnTo>
                <a:lnTo>
                  <a:pt x="175" y="204"/>
                </a:lnTo>
                <a:lnTo>
                  <a:pt x="175" y="203"/>
                </a:lnTo>
                <a:lnTo>
                  <a:pt x="176" y="202"/>
                </a:lnTo>
                <a:lnTo>
                  <a:pt x="177" y="200"/>
                </a:lnTo>
                <a:lnTo>
                  <a:pt x="178" y="199"/>
                </a:lnTo>
                <a:lnTo>
                  <a:pt x="178" y="198"/>
                </a:lnTo>
                <a:lnTo>
                  <a:pt x="178" y="197"/>
                </a:lnTo>
                <a:lnTo>
                  <a:pt x="178" y="196"/>
                </a:lnTo>
                <a:lnTo>
                  <a:pt x="179" y="195"/>
                </a:lnTo>
                <a:lnTo>
                  <a:pt x="179" y="194"/>
                </a:lnTo>
                <a:lnTo>
                  <a:pt x="180" y="194"/>
                </a:lnTo>
                <a:lnTo>
                  <a:pt x="180" y="193"/>
                </a:lnTo>
                <a:lnTo>
                  <a:pt x="180" y="192"/>
                </a:lnTo>
                <a:lnTo>
                  <a:pt x="181" y="191"/>
                </a:lnTo>
                <a:lnTo>
                  <a:pt x="182" y="190"/>
                </a:lnTo>
                <a:lnTo>
                  <a:pt x="183" y="190"/>
                </a:lnTo>
                <a:lnTo>
                  <a:pt x="183" y="189"/>
                </a:lnTo>
                <a:lnTo>
                  <a:pt x="184" y="188"/>
                </a:lnTo>
                <a:lnTo>
                  <a:pt x="185" y="188"/>
                </a:lnTo>
                <a:lnTo>
                  <a:pt x="185" y="187"/>
                </a:lnTo>
                <a:lnTo>
                  <a:pt x="185" y="186"/>
                </a:lnTo>
                <a:lnTo>
                  <a:pt x="185" y="185"/>
                </a:lnTo>
                <a:lnTo>
                  <a:pt x="186" y="184"/>
                </a:lnTo>
                <a:lnTo>
                  <a:pt x="186" y="183"/>
                </a:lnTo>
                <a:lnTo>
                  <a:pt x="185" y="183"/>
                </a:lnTo>
                <a:lnTo>
                  <a:pt x="187" y="179"/>
                </a:lnTo>
                <a:lnTo>
                  <a:pt x="188" y="177"/>
                </a:lnTo>
                <a:lnTo>
                  <a:pt x="189" y="177"/>
                </a:lnTo>
                <a:lnTo>
                  <a:pt x="189" y="176"/>
                </a:lnTo>
                <a:lnTo>
                  <a:pt x="190" y="175"/>
                </a:lnTo>
                <a:lnTo>
                  <a:pt x="190" y="174"/>
                </a:lnTo>
                <a:lnTo>
                  <a:pt x="191" y="174"/>
                </a:lnTo>
                <a:lnTo>
                  <a:pt x="191" y="173"/>
                </a:lnTo>
                <a:lnTo>
                  <a:pt x="192" y="173"/>
                </a:lnTo>
                <a:lnTo>
                  <a:pt x="193" y="173"/>
                </a:lnTo>
                <a:lnTo>
                  <a:pt x="194" y="172"/>
                </a:lnTo>
                <a:lnTo>
                  <a:pt x="194" y="171"/>
                </a:lnTo>
                <a:lnTo>
                  <a:pt x="193" y="171"/>
                </a:lnTo>
                <a:lnTo>
                  <a:pt x="193" y="170"/>
                </a:lnTo>
                <a:lnTo>
                  <a:pt x="194" y="169"/>
                </a:lnTo>
                <a:lnTo>
                  <a:pt x="196" y="168"/>
                </a:lnTo>
                <a:lnTo>
                  <a:pt x="196" y="167"/>
                </a:lnTo>
                <a:lnTo>
                  <a:pt x="196" y="166"/>
                </a:lnTo>
                <a:lnTo>
                  <a:pt x="197" y="166"/>
                </a:lnTo>
                <a:lnTo>
                  <a:pt x="197" y="165"/>
                </a:lnTo>
                <a:lnTo>
                  <a:pt x="198" y="165"/>
                </a:lnTo>
                <a:lnTo>
                  <a:pt x="198" y="164"/>
                </a:lnTo>
                <a:lnTo>
                  <a:pt x="199" y="163"/>
                </a:lnTo>
                <a:lnTo>
                  <a:pt x="200" y="162"/>
                </a:lnTo>
                <a:lnTo>
                  <a:pt x="201" y="161"/>
                </a:lnTo>
                <a:lnTo>
                  <a:pt x="201" y="160"/>
                </a:lnTo>
                <a:lnTo>
                  <a:pt x="200" y="160"/>
                </a:lnTo>
                <a:lnTo>
                  <a:pt x="199" y="158"/>
                </a:lnTo>
                <a:lnTo>
                  <a:pt x="198" y="158"/>
                </a:lnTo>
                <a:lnTo>
                  <a:pt x="197" y="158"/>
                </a:lnTo>
                <a:lnTo>
                  <a:pt x="196" y="157"/>
                </a:lnTo>
                <a:lnTo>
                  <a:pt x="196" y="156"/>
                </a:lnTo>
                <a:lnTo>
                  <a:pt x="196" y="155"/>
                </a:lnTo>
                <a:lnTo>
                  <a:pt x="195" y="154"/>
                </a:lnTo>
                <a:lnTo>
                  <a:pt x="195" y="153"/>
                </a:lnTo>
                <a:lnTo>
                  <a:pt x="194" y="153"/>
                </a:lnTo>
                <a:lnTo>
                  <a:pt x="193" y="152"/>
                </a:lnTo>
                <a:lnTo>
                  <a:pt x="193" y="151"/>
                </a:lnTo>
                <a:lnTo>
                  <a:pt x="193" y="150"/>
                </a:lnTo>
                <a:lnTo>
                  <a:pt x="194" y="150"/>
                </a:lnTo>
                <a:lnTo>
                  <a:pt x="195" y="149"/>
                </a:lnTo>
                <a:lnTo>
                  <a:pt x="194" y="149"/>
                </a:lnTo>
                <a:lnTo>
                  <a:pt x="194" y="148"/>
                </a:lnTo>
                <a:lnTo>
                  <a:pt x="194" y="147"/>
                </a:lnTo>
                <a:lnTo>
                  <a:pt x="195" y="147"/>
                </a:lnTo>
                <a:lnTo>
                  <a:pt x="196" y="147"/>
                </a:lnTo>
                <a:lnTo>
                  <a:pt x="196" y="146"/>
                </a:lnTo>
                <a:lnTo>
                  <a:pt x="197" y="146"/>
                </a:lnTo>
                <a:lnTo>
                  <a:pt x="197" y="144"/>
                </a:lnTo>
                <a:lnTo>
                  <a:pt x="197" y="143"/>
                </a:lnTo>
                <a:lnTo>
                  <a:pt x="198" y="143"/>
                </a:lnTo>
                <a:lnTo>
                  <a:pt x="199" y="143"/>
                </a:lnTo>
                <a:lnTo>
                  <a:pt x="199" y="142"/>
                </a:lnTo>
                <a:lnTo>
                  <a:pt x="199" y="141"/>
                </a:lnTo>
                <a:lnTo>
                  <a:pt x="198" y="141"/>
                </a:lnTo>
                <a:lnTo>
                  <a:pt x="199" y="141"/>
                </a:lnTo>
                <a:lnTo>
                  <a:pt x="199" y="140"/>
                </a:lnTo>
                <a:lnTo>
                  <a:pt x="198" y="140"/>
                </a:lnTo>
                <a:lnTo>
                  <a:pt x="198" y="139"/>
                </a:lnTo>
                <a:lnTo>
                  <a:pt x="200" y="139"/>
                </a:lnTo>
                <a:lnTo>
                  <a:pt x="200" y="138"/>
                </a:lnTo>
                <a:lnTo>
                  <a:pt x="201" y="138"/>
                </a:lnTo>
                <a:lnTo>
                  <a:pt x="201" y="139"/>
                </a:lnTo>
                <a:lnTo>
                  <a:pt x="202" y="139"/>
                </a:lnTo>
                <a:lnTo>
                  <a:pt x="203" y="138"/>
                </a:lnTo>
                <a:lnTo>
                  <a:pt x="204" y="138"/>
                </a:lnTo>
                <a:lnTo>
                  <a:pt x="204" y="139"/>
                </a:lnTo>
                <a:lnTo>
                  <a:pt x="205" y="139"/>
                </a:lnTo>
                <a:lnTo>
                  <a:pt x="205" y="138"/>
                </a:lnTo>
                <a:lnTo>
                  <a:pt x="206" y="138"/>
                </a:lnTo>
                <a:lnTo>
                  <a:pt x="207" y="139"/>
                </a:lnTo>
                <a:lnTo>
                  <a:pt x="208" y="139"/>
                </a:lnTo>
                <a:lnTo>
                  <a:pt x="208" y="140"/>
                </a:lnTo>
                <a:lnTo>
                  <a:pt x="209" y="139"/>
                </a:lnTo>
                <a:lnTo>
                  <a:pt x="210" y="139"/>
                </a:lnTo>
                <a:lnTo>
                  <a:pt x="210" y="140"/>
                </a:lnTo>
                <a:lnTo>
                  <a:pt x="210" y="141"/>
                </a:lnTo>
                <a:lnTo>
                  <a:pt x="211" y="142"/>
                </a:lnTo>
                <a:lnTo>
                  <a:pt x="212" y="142"/>
                </a:lnTo>
                <a:lnTo>
                  <a:pt x="213" y="141"/>
                </a:lnTo>
                <a:lnTo>
                  <a:pt x="214" y="140"/>
                </a:lnTo>
                <a:lnTo>
                  <a:pt x="215" y="139"/>
                </a:lnTo>
                <a:lnTo>
                  <a:pt x="215" y="138"/>
                </a:lnTo>
                <a:lnTo>
                  <a:pt x="216" y="137"/>
                </a:lnTo>
                <a:lnTo>
                  <a:pt x="216" y="136"/>
                </a:lnTo>
                <a:lnTo>
                  <a:pt x="217" y="136"/>
                </a:lnTo>
                <a:lnTo>
                  <a:pt x="218" y="136"/>
                </a:lnTo>
                <a:lnTo>
                  <a:pt x="219" y="135"/>
                </a:lnTo>
                <a:lnTo>
                  <a:pt x="219" y="134"/>
                </a:lnTo>
                <a:lnTo>
                  <a:pt x="221" y="135"/>
                </a:lnTo>
                <a:lnTo>
                  <a:pt x="222" y="136"/>
                </a:lnTo>
                <a:lnTo>
                  <a:pt x="222" y="137"/>
                </a:lnTo>
                <a:lnTo>
                  <a:pt x="223" y="137"/>
                </a:lnTo>
                <a:lnTo>
                  <a:pt x="222" y="138"/>
                </a:lnTo>
                <a:lnTo>
                  <a:pt x="222" y="139"/>
                </a:lnTo>
                <a:lnTo>
                  <a:pt x="223" y="139"/>
                </a:lnTo>
                <a:lnTo>
                  <a:pt x="223" y="140"/>
                </a:lnTo>
                <a:lnTo>
                  <a:pt x="222" y="140"/>
                </a:lnTo>
                <a:lnTo>
                  <a:pt x="223" y="141"/>
                </a:lnTo>
                <a:lnTo>
                  <a:pt x="223" y="142"/>
                </a:lnTo>
                <a:lnTo>
                  <a:pt x="224" y="142"/>
                </a:lnTo>
                <a:lnTo>
                  <a:pt x="225" y="142"/>
                </a:lnTo>
                <a:lnTo>
                  <a:pt x="225" y="141"/>
                </a:lnTo>
                <a:lnTo>
                  <a:pt x="226" y="142"/>
                </a:lnTo>
                <a:lnTo>
                  <a:pt x="227" y="142"/>
                </a:lnTo>
                <a:lnTo>
                  <a:pt x="227" y="143"/>
                </a:lnTo>
                <a:lnTo>
                  <a:pt x="228" y="143"/>
                </a:lnTo>
                <a:lnTo>
                  <a:pt x="229" y="143"/>
                </a:lnTo>
                <a:lnTo>
                  <a:pt x="229" y="144"/>
                </a:lnTo>
                <a:lnTo>
                  <a:pt x="230" y="144"/>
                </a:lnTo>
                <a:lnTo>
                  <a:pt x="231" y="144"/>
                </a:lnTo>
                <a:lnTo>
                  <a:pt x="232" y="144"/>
                </a:lnTo>
                <a:lnTo>
                  <a:pt x="232" y="143"/>
                </a:lnTo>
                <a:lnTo>
                  <a:pt x="233" y="143"/>
                </a:lnTo>
                <a:lnTo>
                  <a:pt x="233" y="142"/>
                </a:lnTo>
                <a:lnTo>
                  <a:pt x="234" y="141"/>
                </a:lnTo>
                <a:lnTo>
                  <a:pt x="235" y="141"/>
                </a:lnTo>
                <a:lnTo>
                  <a:pt x="235" y="140"/>
                </a:lnTo>
                <a:lnTo>
                  <a:pt x="236" y="139"/>
                </a:lnTo>
                <a:lnTo>
                  <a:pt x="237" y="139"/>
                </a:lnTo>
                <a:lnTo>
                  <a:pt x="237" y="138"/>
                </a:lnTo>
                <a:lnTo>
                  <a:pt x="238" y="138"/>
                </a:lnTo>
                <a:lnTo>
                  <a:pt x="238" y="137"/>
                </a:lnTo>
                <a:lnTo>
                  <a:pt x="239" y="137"/>
                </a:lnTo>
                <a:lnTo>
                  <a:pt x="240" y="136"/>
                </a:lnTo>
                <a:lnTo>
                  <a:pt x="241" y="136"/>
                </a:lnTo>
                <a:lnTo>
                  <a:pt x="241" y="135"/>
                </a:lnTo>
                <a:lnTo>
                  <a:pt x="242" y="134"/>
                </a:lnTo>
                <a:lnTo>
                  <a:pt x="243" y="133"/>
                </a:lnTo>
                <a:lnTo>
                  <a:pt x="244" y="133"/>
                </a:lnTo>
                <a:lnTo>
                  <a:pt x="244" y="132"/>
                </a:lnTo>
                <a:lnTo>
                  <a:pt x="243" y="132"/>
                </a:lnTo>
                <a:lnTo>
                  <a:pt x="241" y="131"/>
                </a:lnTo>
                <a:lnTo>
                  <a:pt x="240" y="131"/>
                </a:lnTo>
                <a:lnTo>
                  <a:pt x="239" y="130"/>
                </a:lnTo>
                <a:lnTo>
                  <a:pt x="239" y="129"/>
                </a:lnTo>
                <a:lnTo>
                  <a:pt x="239" y="128"/>
                </a:lnTo>
                <a:lnTo>
                  <a:pt x="239" y="127"/>
                </a:lnTo>
                <a:lnTo>
                  <a:pt x="239" y="126"/>
                </a:lnTo>
                <a:lnTo>
                  <a:pt x="239" y="124"/>
                </a:lnTo>
                <a:lnTo>
                  <a:pt x="240" y="124"/>
                </a:lnTo>
                <a:lnTo>
                  <a:pt x="242" y="125"/>
                </a:lnTo>
                <a:lnTo>
                  <a:pt x="243" y="125"/>
                </a:lnTo>
                <a:lnTo>
                  <a:pt x="243" y="124"/>
                </a:lnTo>
                <a:lnTo>
                  <a:pt x="244" y="122"/>
                </a:lnTo>
                <a:lnTo>
                  <a:pt x="245" y="121"/>
                </a:lnTo>
                <a:lnTo>
                  <a:pt x="245" y="120"/>
                </a:lnTo>
                <a:lnTo>
                  <a:pt x="246" y="120"/>
                </a:lnTo>
                <a:lnTo>
                  <a:pt x="247" y="120"/>
                </a:lnTo>
                <a:lnTo>
                  <a:pt x="248" y="119"/>
                </a:lnTo>
                <a:lnTo>
                  <a:pt x="249" y="119"/>
                </a:lnTo>
                <a:lnTo>
                  <a:pt x="250" y="118"/>
                </a:lnTo>
                <a:lnTo>
                  <a:pt x="250" y="117"/>
                </a:lnTo>
                <a:lnTo>
                  <a:pt x="249" y="117"/>
                </a:lnTo>
                <a:lnTo>
                  <a:pt x="248" y="117"/>
                </a:lnTo>
                <a:lnTo>
                  <a:pt x="247" y="116"/>
                </a:lnTo>
                <a:lnTo>
                  <a:pt x="247" y="115"/>
                </a:lnTo>
                <a:lnTo>
                  <a:pt x="247" y="114"/>
                </a:lnTo>
                <a:lnTo>
                  <a:pt x="247" y="113"/>
                </a:lnTo>
                <a:lnTo>
                  <a:pt x="246" y="113"/>
                </a:lnTo>
                <a:lnTo>
                  <a:pt x="245" y="112"/>
                </a:lnTo>
                <a:lnTo>
                  <a:pt x="245" y="111"/>
                </a:lnTo>
                <a:lnTo>
                  <a:pt x="246" y="111"/>
                </a:lnTo>
                <a:lnTo>
                  <a:pt x="247" y="111"/>
                </a:lnTo>
                <a:lnTo>
                  <a:pt x="247" y="110"/>
                </a:lnTo>
                <a:lnTo>
                  <a:pt x="248" y="109"/>
                </a:lnTo>
                <a:lnTo>
                  <a:pt x="248" y="108"/>
                </a:lnTo>
                <a:lnTo>
                  <a:pt x="249" y="108"/>
                </a:lnTo>
                <a:lnTo>
                  <a:pt x="250" y="108"/>
                </a:lnTo>
                <a:lnTo>
                  <a:pt x="250" y="107"/>
                </a:lnTo>
                <a:lnTo>
                  <a:pt x="249" y="107"/>
                </a:lnTo>
                <a:lnTo>
                  <a:pt x="251" y="105"/>
                </a:lnTo>
                <a:lnTo>
                  <a:pt x="252" y="104"/>
                </a:lnTo>
                <a:lnTo>
                  <a:pt x="253" y="103"/>
                </a:lnTo>
                <a:lnTo>
                  <a:pt x="253" y="102"/>
                </a:lnTo>
                <a:lnTo>
                  <a:pt x="252" y="101"/>
                </a:lnTo>
                <a:lnTo>
                  <a:pt x="251" y="101"/>
                </a:lnTo>
                <a:lnTo>
                  <a:pt x="251" y="100"/>
                </a:lnTo>
                <a:lnTo>
                  <a:pt x="252" y="100"/>
                </a:lnTo>
                <a:lnTo>
                  <a:pt x="251" y="99"/>
                </a:lnTo>
                <a:lnTo>
                  <a:pt x="251" y="100"/>
                </a:lnTo>
                <a:lnTo>
                  <a:pt x="250" y="100"/>
                </a:lnTo>
                <a:lnTo>
                  <a:pt x="249" y="100"/>
                </a:lnTo>
                <a:lnTo>
                  <a:pt x="248" y="101"/>
                </a:lnTo>
                <a:lnTo>
                  <a:pt x="247" y="101"/>
                </a:lnTo>
                <a:lnTo>
                  <a:pt x="247" y="100"/>
                </a:lnTo>
                <a:lnTo>
                  <a:pt x="247" y="99"/>
                </a:lnTo>
                <a:lnTo>
                  <a:pt x="247" y="98"/>
                </a:lnTo>
                <a:lnTo>
                  <a:pt x="246" y="98"/>
                </a:lnTo>
                <a:lnTo>
                  <a:pt x="247" y="97"/>
                </a:lnTo>
                <a:lnTo>
                  <a:pt x="249" y="97"/>
                </a:lnTo>
                <a:lnTo>
                  <a:pt x="250" y="97"/>
                </a:lnTo>
                <a:lnTo>
                  <a:pt x="250" y="96"/>
                </a:lnTo>
                <a:lnTo>
                  <a:pt x="251" y="96"/>
                </a:lnTo>
                <a:lnTo>
                  <a:pt x="252" y="96"/>
                </a:lnTo>
                <a:lnTo>
                  <a:pt x="253" y="96"/>
                </a:lnTo>
                <a:lnTo>
                  <a:pt x="253" y="95"/>
                </a:lnTo>
                <a:lnTo>
                  <a:pt x="254" y="94"/>
                </a:lnTo>
                <a:lnTo>
                  <a:pt x="255" y="93"/>
                </a:lnTo>
                <a:lnTo>
                  <a:pt x="256" y="93"/>
                </a:lnTo>
                <a:lnTo>
                  <a:pt x="257" y="92"/>
                </a:lnTo>
                <a:lnTo>
                  <a:pt x="258" y="92"/>
                </a:lnTo>
                <a:lnTo>
                  <a:pt x="259" y="91"/>
                </a:lnTo>
                <a:lnTo>
                  <a:pt x="259" y="90"/>
                </a:lnTo>
                <a:lnTo>
                  <a:pt x="260" y="90"/>
                </a:lnTo>
                <a:lnTo>
                  <a:pt x="261" y="90"/>
                </a:lnTo>
                <a:lnTo>
                  <a:pt x="261" y="89"/>
                </a:lnTo>
                <a:lnTo>
                  <a:pt x="261" y="88"/>
                </a:lnTo>
                <a:lnTo>
                  <a:pt x="261" y="87"/>
                </a:lnTo>
                <a:lnTo>
                  <a:pt x="260" y="87"/>
                </a:lnTo>
                <a:lnTo>
                  <a:pt x="260" y="86"/>
                </a:lnTo>
                <a:lnTo>
                  <a:pt x="259" y="86"/>
                </a:lnTo>
                <a:lnTo>
                  <a:pt x="259" y="85"/>
                </a:lnTo>
                <a:lnTo>
                  <a:pt x="258" y="85"/>
                </a:lnTo>
                <a:lnTo>
                  <a:pt x="259" y="84"/>
                </a:lnTo>
                <a:lnTo>
                  <a:pt x="260" y="84"/>
                </a:lnTo>
                <a:lnTo>
                  <a:pt x="260" y="83"/>
                </a:lnTo>
                <a:lnTo>
                  <a:pt x="261" y="83"/>
                </a:lnTo>
                <a:lnTo>
                  <a:pt x="262" y="82"/>
                </a:lnTo>
                <a:lnTo>
                  <a:pt x="262" y="83"/>
                </a:lnTo>
                <a:lnTo>
                  <a:pt x="263" y="83"/>
                </a:lnTo>
                <a:lnTo>
                  <a:pt x="263" y="82"/>
                </a:lnTo>
                <a:lnTo>
                  <a:pt x="264" y="82"/>
                </a:lnTo>
                <a:lnTo>
                  <a:pt x="264" y="81"/>
                </a:lnTo>
                <a:lnTo>
                  <a:pt x="264" y="79"/>
                </a:lnTo>
                <a:lnTo>
                  <a:pt x="264" y="78"/>
                </a:lnTo>
                <a:lnTo>
                  <a:pt x="264" y="77"/>
                </a:lnTo>
                <a:lnTo>
                  <a:pt x="265" y="77"/>
                </a:lnTo>
                <a:lnTo>
                  <a:pt x="265" y="76"/>
                </a:lnTo>
                <a:lnTo>
                  <a:pt x="265" y="75"/>
                </a:lnTo>
                <a:lnTo>
                  <a:pt x="264" y="75"/>
                </a:lnTo>
                <a:lnTo>
                  <a:pt x="263" y="75"/>
                </a:lnTo>
                <a:lnTo>
                  <a:pt x="262" y="75"/>
                </a:lnTo>
                <a:lnTo>
                  <a:pt x="262" y="74"/>
                </a:lnTo>
                <a:lnTo>
                  <a:pt x="262" y="73"/>
                </a:lnTo>
                <a:lnTo>
                  <a:pt x="263" y="72"/>
                </a:lnTo>
                <a:lnTo>
                  <a:pt x="264" y="72"/>
                </a:lnTo>
                <a:lnTo>
                  <a:pt x="265" y="72"/>
                </a:lnTo>
                <a:lnTo>
                  <a:pt x="265" y="71"/>
                </a:lnTo>
                <a:lnTo>
                  <a:pt x="266" y="71"/>
                </a:lnTo>
                <a:lnTo>
                  <a:pt x="267" y="72"/>
                </a:lnTo>
                <a:lnTo>
                  <a:pt x="268" y="72"/>
                </a:lnTo>
                <a:lnTo>
                  <a:pt x="268" y="71"/>
                </a:lnTo>
                <a:lnTo>
                  <a:pt x="269" y="72"/>
                </a:lnTo>
                <a:lnTo>
                  <a:pt x="270" y="71"/>
                </a:lnTo>
                <a:lnTo>
                  <a:pt x="271" y="71"/>
                </a:lnTo>
                <a:lnTo>
                  <a:pt x="272" y="71"/>
                </a:lnTo>
                <a:lnTo>
                  <a:pt x="273" y="72"/>
                </a:lnTo>
                <a:lnTo>
                  <a:pt x="274" y="72"/>
                </a:lnTo>
                <a:lnTo>
                  <a:pt x="274" y="71"/>
                </a:lnTo>
                <a:lnTo>
                  <a:pt x="275" y="71"/>
                </a:lnTo>
                <a:lnTo>
                  <a:pt x="276" y="71"/>
                </a:lnTo>
                <a:lnTo>
                  <a:pt x="276" y="70"/>
                </a:lnTo>
                <a:lnTo>
                  <a:pt x="276" y="69"/>
                </a:lnTo>
                <a:lnTo>
                  <a:pt x="275" y="69"/>
                </a:lnTo>
                <a:lnTo>
                  <a:pt x="275" y="68"/>
                </a:lnTo>
                <a:lnTo>
                  <a:pt x="276" y="67"/>
                </a:lnTo>
                <a:lnTo>
                  <a:pt x="277" y="67"/>
                </a:lnTo>
                <a:lnTo>
                  <a:pt x="278" y="67"/>
                </a:lnTo>
                <a:lnTo>
                  <a:pt x="279" y="67"/>
                </a:lnTo>
                <a:lnTo>
                  <a:pt x="280" y="67"/>
                </a:lnTo>
                <a:lnTo>
                  <a:pt x="280" y="66"/>
                </a:lnTo>
                <a:lnTo>
                  <a:pt x="280" y="65"/>
                </a:lnTo>
                <a:lnTo>
                  <a:pt x="279" y="65"/>
                </a:lnTo>
                <a:lnTo>
                  <a:pt x="279" y="64"/>
                </a:lnTo>
                <a:lnTo>
                  <a:pt x="280" y="64"/>
                </a:lnTo>
                <a:lnTo>
                  <a:pt x="280" y="63"/>
                </a:lnTo>
                <a:lnTo>
                  <a:pt x="279" y="63"/>
                </a:lnTo>
                <a:lnTo>
                  <a:pt x="280" y="62"/>
                </a:lnTo>
                <a:lnTo>
                  <a:pt x="281" y="61"/>
                </a:lnTo>
                <a:lnTo>
                  <a:pt x="282" y="61"/>
                </a:lnTo>
                <a:lnTo>
                  <a:pt x="282" y="60"/>
                </a:lnTo>
                <a:lnTo>
                  <a:pt x="283" y="59"/>
                </a:lnTo>
                <a:lnTo>
                  <a:pt x="284" y="59"/>
                </a:lnTo>
                <a:lnTo>
                  <a:pt x="284" y="58"/>
                </a:lnTo>
                <a:lnTo>
                  <a:pt x="285" y="58"/>
                </a:lnTo>
                <a:lnTo>
                  <a:pt x="286" y="59"/>
                </a:lnTo>
                <a:lnTo>
                  <a:pt x="286" y="60"/>
                </a:lnTo>
                <a:lnTo>
                  <a:pt x="287" y="60"/>
                </a:lnTo>
                <a:lnTo>
                  <a:pt x="287" y="59"/>
                </a:lnTo>
                <a:lnTo>
                  <a:pt x="287" y="58"/>
                </a:lnTo>
                <a:lnTo>
                  <a:pt x="287" y="57"/>
                </a:lnTo>
                <a:lnTo>
                  <a:pt x="288" y="57"/>
                </a:lnTo>
                <a:lnTo>
                  <a:pt x="288" y="58"/>
                </a:lnTo>
                <a:lnTo>
                  <a:pt x="289" y="58"/>
                </a:lnTo>
                <a:lnTo>
                  <a:pt x="289" y="57"/>
                </a:lnTo>
                <a:lnTo>
                  <a:pt x="289" y="56"/>
                </a:lnTo>
                <a:lnTo>
                  <a:pt x="290" y="56"/>
                </a:lnTo>
                <a:lnTo>
                  <a:pt x="291" y="56"/>
                </a:lnTo>
                <a:lnTo>
                  <a:pt x="291" y="55"/>
                </a:lnTo>
                <a:lnTo>
                  <a:pt x="292" y="55"/>
                </a:lnTo>
                <a:lnTo>
                  <a:pt x="292" y="54"/>
                </a:lnTo>
                <a:lnTo>
                  <a:pt x="293" y="54"/>
                </a:lnTo>
                <a:lnTo>
                  <a:pt x="293" y="55"/>
                </a:lnTo>
                <a:lnTo>
                  <a:pt x="294" y="55"/>
                </a:lnTo>
                <a:lnTo>
                  <a:pt x="294" y="54"/>
                </a:lnTo>
                <a:lnTo>
                  <a:pt x="293" y="54"/>
                </a:lnTo>
                <a:lnTo>
                  <a:pt x="292" y="53"/>
                </a:lnTo>
                <a:lnTo>
                  <a:pt x="291" y="52"/>
                </a:lnTo>
                <a:lnTo>
                  <a:pt x="291" y="51"/>
                </a:lnTo>
                <a:lnTo>
                  <a:pt x="292" y="51"/>
                </a:lnTo>
                <a:lnTo>
                  <a:pt x="292" y="50"/>
                </a:lnTo>
                <a:lnTo>
                  <a:pt x="291" y="49"/>
                </a:lnTo>
                <a:lnTo>
                  <a:pt x="291" y="48"/>
                </a:lnTo>
                <a:lnTo>
                  <a:pt x="290" y="48"/>
                </a:lnTo>
                <a:lnTo>
                  <a:pt x="291" y="47"/>
                </a:lnTo>
                <a:lnTo>
                  <a:pt x="292" y="46"/>
                </a:lnTo>
                <a:lnTo>
                  <a:pt x="293" y="45"/>
                </a:lnTo>
                <a:lnTo>
                  <a:pt x="292" y="45"/>
                </a:lnTo>
                <a:lnTo>
                  <a:pt x="291" y="45"/>
                </a:lnTo>
                <a:lnTo>
                  <a:pt x="289" y="44"/>
                </a:lnTo>
                <a:lnTo>
                  <a:pt x="288" y="44"/>
                </a:lnTo>
                <a:lnTo>
                  <a:pt x="288" y="43"/>
                </a:lnTo>
                <a:lnTo>
                  <a:pt x="287" y="43"/>
                </a:lnTo>
                <a:lnTo>
                  <a:pt x="286" y="43"/>
                </a:lnTo>
                <a:lnTo>
                  <a:pt x="286" y="42"/>
                </a:lnTo>
                <a:lnTo>
                  <a:pt x="285" y="42"/>
                </a:lnTo>
                <a:lnTo>
                  <a:pt x="286" y="42"/>
                </a:lnTo>
                <a:lnTo>
                  <a:pt x="286" y="41"/>
                </a:lnTo>
                <a:lnTo>
                  <a:pt x="287" y="41"/>
                </a:lnTo>
                <a:lnTo>
                  <a:pt x="287" y="40"/>
                </a:lnTo>
                <a:lnTo>
                  <a:pt x="286" y="40"/>
                </a:lnTo>
                <a:lnTo>
                  <a:pt x="285" y="40"/>
                </a:lnTo>
                <a:lnTo>
                  <a:pt x="284" y="40"/>
                </a:lnTo>
                <a:lnTo>
                  <a:pt x="283" y="40"/>
                </a:lnTo>
                <a:lnTo>
                  <a:pt x="282" y="40"/>
                </a:lnTo>
                <a:lnTo>
                  <a:pt x="282" y="39"/>
                </a:lnTo>
                <a:lnTo>
                  <a:pt x="281" y="39"/>
                </a:lnTo>
                <a:lnTo>
                  <a:pt x="280" y="38"/>
                </a:lnTo>
                <a:lnTo>
                  <a:pt x="279" y="38"/>
                </a:lnTo>
                <a:lnTo>
                  <a:pt x="280" y="38"/>
                </a:lnTo>
                <a:lnTo>
                  <a:pt x="280" y="37"/>
                </a:lnTo>
                <a:lnTo>
                  <a:pt x="279" y="37"/>
                </a:lnTo>
                <a:lnTo>
                  <a:pt x="279" y="36"/>
                </a:lnTo>
                <a:lnTo>
                  <a:pt x="279" y="35"/>
                </a:lnTo>
                <a:lnTo>
                  <a:pt x="278" y="36"/>
                </a:lnTo>
                <a:lnTo>
                  <a:pt x="277" y="36"/>
                </a:lnTo>
                <a:lnTo>
                  <a:pt x="277" y="35"/>
                </a:lnTo>
                <a:lnTo>
                  <a:pt x="276" y="35"/>
                </a:lnTo>
                <a:lnTo>
                  <a:pt x="275" y="34"/>
                </a:lnTo>
                <a:lnTo>
                  <a:pt x="275" y="33"/>
                </a:lnTo>
                <a:lnTo>
                  <a:pt x="274" y="33"/>
                </a:lnTo>
                <a:lnTo>
                  <a:pt x="274" y="32"/>
                </a:lnTo>
                <a:lnTo>
                  <a:pt x="273" y="32"/>
                </a:lnTo>
                <a:lnTo>
                  <a:pt x="273" y="31"/>
                </a:lnTo>
                <a:lnTo>
                  <a:pt x="272" y="31"/>
                </a:lnTo>
                <a:lnTo>
                  <a:pt x="272" y="30"/>
                </a:lnTo>
                <a:lnTo>
                  <a:pt x="271" y="30"/>
                </a:lnTo>
                <a:lnTo>
                  <a:pt x="270" y="30"/>
                </a:lnTo>
                <a:lnTo>
                  <a:pt x="270" y="29"/>
                </a:lnTo>
                <a:lnTo>
                  <a:pt x="270" y="28"/>
                </a:lnTo>
                <a:lnTo>
                  <a:pt x="270" y="27"/>
                </a:lnTo>
                <a:lnTo>
                  <a:pt x="270" y="25"/>
                </a:lnTo>
                <a:lnTo>
                  <a:pt x="269" y="25"/>
                </a:lnTo>
                <a:lnTo>
                  <a:pt x="268" y="24"/>
                </a:lnTo>
                <a:lnTo>
                  <a:pt x="269" y="23"/>
                </a:lnTo>
                <a:lnTo>
                  <a:pt x="270" y="23"/>
                </a:lnTo>
                <a:lnTo>
                  <a:pt x="270" y="22"/>
                </a:lnTo>
                <a:lnTo>
                  <a:pt x="271" y="22"/>
                </a:lnTo>
                <a:lnTo>
                  <a:pt x="272" y="21"/>
                </a:lnTo>
                <a:lnTo>
                  <a:pt x="273" y="21"/>
                </a:lnTo>
                <a:lnTo>
                  <a:pt x="273" y="22"/>
                </a:lnTo>
                <a:lnTo>
                  <a:pt x="274" y="22"/>
                </a:lnTo>
                <a:lnTo>
                  <a:pt x="275" y="22"/>
                </a:lnTo>
                <a:lnTo>
                  <a:pt x="275" y="23"/>
                </a:lnTo>
                <a:lnTo>
                  <a:pt x="276" y="23"/>
                </a:lnTo>
                <a:lnTo>
                  <a:pt x="277" y="23"/>
                </a:lnTo>
                <a:lnTo>
                  <a:pt x="277" y="22"/>
                </a:lnTo>
                <a:lnTo>
                  <a:pt x="278" y="22"/>
                </a:lnTo>
                <a:lnTo>
                  <a:pt x="278" y="21"/>
                </a:lnTo>
                <a:lnTo>
                  <a:pt x="277" y="21"/>
                </a:lnTo>
                <a:lnTo>
                  <a:pt x="276" y="21"/>
                </a:lnTo>
                <a:lnTo>
                  <a:pt x="276" y="20"/>
                </a:lnTo>
                <a:lnTo>
                  <a:pt x="275" y="20"/>
                </a:lnTo>
                <a:lnTo>
                  <a:pt x="275" y="19"/>
                </a:lnTo>
                <a:lnTo>
                  <a:pt x="274" y="19"/>
                </a:lnTo>
                <a:lnTo>
                  <a:pt x="275" y="18"/>
                </a:lnTo>
                <a:lnTo>
                  <a:pt x="277" y="18"/>
                </a:lnTo>
                <a:lnTo>
                  <a:pt x="277" y="17"/>
                </a:lnTo>
                <a:lnTo>
                  <a:pt x="277" y="16"/>
                </a:lnTo>
                <a:lnTo>
                  <a:pt x="277" y="15"/>
                </a:lnTo>
                <a:lnTo>
                  <a:pt x="276" y="15"/>
                </a:lnTo>
                <a:lnTo>
                  <a:pt x="276" y="14"/>
                </a:lnTo>
                <a:lnTo>
                  <a:pt x="276" y="13"/>
                </a:lnTo>
                <a:lnTo>
                  <a:pt x="277" y="13"/>
                </a:lnTo>
                <a:lnTo>
                  <a:pt x="278" y="13"/>
                </a:lnTo>
                <a:lnTo>
                  <a:pt x="279" y="13"/>
                </a:lnTo>
                <a:lnTo>
                  <a:pt x="280" y="14"/>
                </a:lnTo>
                <a:lnTo>
                  <a:pt x="281" y="14"/>
                </a:lnTo>
                <a:lnTo>
                  <a:pt x="282" y="13"/>
                </a:lnTo>
                <a:lnTo>
                  <a:pt x="282" y="14"/>
                </a:lnTo>
                <a:lnTo>
                  <a:pt x="283" y="14"/>
                </a:lnTo>
                <a:lnTo>
                  <a:pt x="284" y="14"/>
                </a:lnTo>
                <a:lnTo>
                  <a:pt x="285" y="13"/>
                </a:lnTo>
                <a:lnTo>
                  <a:pt x="285" y="11"/>
                </a:lnTo>
                <a:lnTo>
                  <a:pt x="284" y="11"/>
                </a:lnTo>
                <a:lnTo>
                  <a:pt x="283" y="10"/>
                </a:lnTo>
                <a:lnTo>
                  <a:pt x="283" y="9"/>
                </a:lnTo>
                <a:lnTo>
                  <a:pt x="282" y="7"/>
                </a:lnTo>
                <a:lnTo>
                  <a:pt x="281" y="7"/>
                </a:lnTo>
                <a:lnTo>
                  <a:pt x="281" y="6"/>
                </a:lnTo>
                <a:lnTo>
                  <a:pt x="280" y="5"/>
                </a:lnTo>
                <a:lnTo>
                  <a:pt x="279" y="5"/>
                </a:lnTo>
                <a:lnTo>
                  <a:pt x="279" y="4"/>
                </a:lnTo>
                <a:lnTo>
                  <a:pt x="278" y="3"/>
                </a:lnTo>
                <a:lnTo>
                  <a:pt x="279" y="2"/>
                </a:lnTo>
                <a:lnTo>
                  <a:pt x="280" y="1"/>
                </a:lnTo>
                <a:lnTo>
                  <a:pt x="281" y="1"/>
                </a:lnTo>
                <a:lnTo>
                  <a:pt x="283" y="1"/>
                </a:lnTo>
                <a:lnTo>
                  <a:pt x="284" y="1"/>
                </a:lnTo>
                <a:lnTo>
                  <a:pt x="285" y="1"/>
                </a:lnTo>
                <a:lnTo>
                  <a:pt x="285" y="2"/>
                </a:lnTo>
                <a:lnTo>
                  <a:pt x="286" y="2"/>
                </a:lnTo>
                <a:lnTo>
                  <a:pt x="287" y="2"/>
                </a:lnTo>
                <a:lnTo>
                  <a:pt x="288" y="2"/>
                </a:lnTo>
                <a:lnTo>
                  <a:pt x="288" y="1"/>
                </a:lnTo>
                <a:lnTo>
                  <a:pt x="289" y="1"/>
                </a:lnTo>
                <a:lnTo>
                  <a:pt x="290" y="1"/>
                </a:lnTo>
                <a:lnTo>
                  <a:pt x="290" y="0"/>
                </a:lnTo>
                <a:lnTo>
                  <a:pt x="291" y="0"/>
                </a:lnTo>
                <a:lnTo>
                  <a:pt x="291" y="1"/>
                </a:lnTo>
                <a:lnTo>
                  <a:pt x="293" y="2"/>
                </a:lnTo>
                <a:close/>
              </a:path>
            </a:pathLst>
          </a:custGeom>
          <a:solidFill>
            <a:srgbClr val="D6ECF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" name=""/>
          <p:cNvSpPr/>
          <p:nvPr/>
        </p:nvSpPr>
        <p:spPr>
          <a:xfrm>
            <a:off x="1547640" y="1728720"/>
            <a:ext cx="363600" cy="304920"/>
          </a:xfrm>
          <a:custGeom>
            <a:avLst/>
            <a:gdLst/>
            <a:ahLst/>
            <a:rect l="0" t="0" r="r" b="b"/>
            <a:pathLst>
              <a:path w="1010" h="847">
                <a:moveTo>
                  <a:pt x="507" y="4"/>
                </a:moveTo>
                <a:lnTo>
                  <a:pt x="507" y="5"/>
                </a:lnTo>
                <a:lnTo>
                  <a:pt x="508" y="6"/>
                </a:lnTo>
                <a:lnTo>
                  <a:pt x="508" y="8"/>
                </a:lnTo>
                <a:lnTo>
                  <a:pt x="508" y="10"/>
                </a:lnTo>
                <a:lnTo>
                  <a:pt x="508" y="11"/>
                </a:lnTo>
                <a:lnTo>
                  <a:pt x="508" y="12"/>
                </a:lnTo>
                <a:lnTo>
                  <a:pt x="509" y="12"/>
                </a:lnTo>
                <a:lnTo>
                  <a:pt x="509" y="13"/>
                </a:lnTo>
                <a:lnTo>
                  <a:pt x="510" y="13"/>
                </a:lnTo>
                <a:lnTo>
                  <a:pt x="511" y="13"/>
                </a:lnTo>
                <a:lnTo>
                  <a:pt x="512" y="13"/>
                </a:lnTo>
                <a:lnTo>
                  <a:pt x="513" y="13"/>
                </a:lnTo>
                <a:lnTo>
                  <a:pt x="514" y="13"/>
                </a:lnTo>
                <a:lnTo>
                  <a:pt x="515" y="12"/>
                </a:lnTo>
                <a:lnTo>
                  <a:pt x="516" y="12"/>
                </a:lnTo>
                <a:lnTo>
                  <a:pt x="516" y="13"/>
                </a:lnTo>
                <a:lnTo>
                  <a:pt x="518" y="13"/>
                </a:lnTo>
                <a:lnTo>
                  <a:pt x="518" y="14"/>
                </a:lnTo>
                <a:lnTo>
                  <a:pt x="519" y="14"/>
                </a:lnTo>
                <a:lnTo>
                  <a:pt x="521" y="14"/>
                </a:lnTo>
                <a:lnTo>
                  <a:pt x="521" y="15"/>
                </a:lnTo>
                <a:lnTo>
                  <a:pt x="521" y="16"/>
                </a:lnTo>
                <a:lnTo>
                  <a:pt x="521" y="17"/>
                </a:lnTo>
                <a:lnTo>
                  <a:pt x="521" y="18"/>
                </a:lnTo>
                <a:lnTo>
                  <a:pt x="522" y="19"/>
                </a:lnTo>
                <a:lnTo>
                  <a:pt x="521" y="19"/>
                </a:lnTo>
                <a:lnTo>
                  <a:pt x="521" y="20"/>
                </a:lnTo>
                <a:lnTo>
                  <a:pt x="521" y="21"/>
                </a:lnTo>
                <a:lnTo>
                  <a:pt x="522" y="21"/>
                </a:lnTo>
                <a:lnTo>
                  <a:pt x="522" y="22"/>
                </a:lnTo>
                <a:lnTo>
                  <a:pt x="523" y="22"/>
                </a:lnTo>
                <a:lnTo>
                  <a:pt x="524" y="22"/>
                </a:lnTo>
                <a:lnTo>
                  <a:pt x="525" y="23"/>
                </a:lnTo>
                <a:lnTo>
                  <a:pt x="526" y="23"/>
                </a:lnTo>
                <a:lnTo>
                  <a:pt x="526" y="24"/>
                </a:lnTo>
                <a:lnTo>
                  <a:pt x="525" y="24"/>
                </a:lnTo>
                <a:lnTo>
                  <a:pt x="525" y="25"/>
                </a:lnTo>
                <a:lnTo>
                  <a:pt x="526" y="25"/>
                </a:lnTo>
                <a:lnTo>
                  <a:pt x="525" y="25"/>
                </a:lnTo>
                <a:lnTo>
                  <a:pt x="524" y="25"/>
                </a:lnTo>
                <a:lnTo>
                  <a:pt x="524" y="26"/>
                </a:lnTo>
                <a:lnTo>
                  <a:pt x="523" y="26"/>
                </a:lnTo>
                <a:lnTo>
                  <a:pt x="522" y="25"/>
                </a:lnTo>
                <a:lnTo>
                  <a:pt x="522" y="26"/>
                </a:lnTo>
                <a:lnTo>
                  <a:pt x="522" y="27"/>
                </a:lnTo>
                <a:lnTo>
                  <a:pt x="521" y="28"/>
                </a:lnTo>
                <a:lnTo>
                  <a:pt x="521" y="29"/>
                </a:lnTo>
                <a:lnTo>
                  <a:pt x="522" y="28"/>
                </a:lnTo>
                <a:lnTo>
                  <a:pt x="523" y="28"/>
                </a:lnTo>
                <a:lnTo>
                  <a:pt x="524" y="28"/>
                </a:lnTo>
                <a:lnTo>
                  <a:pt x="524" y="29"/>
                </a:lnTo>
                <a:lnTo>
                  <a:pt x="524" y="30"/>
                </a:lnTo>
                <a:lnTo>
                  <a:pt x="524" y="31"/>
                </a:lnTo>
                <a:lnTo>
                  <a:pt x="525" y="31"/>
                </a:lnTo>
                <a:lnTo>
                  <a:pt x="525" y="32"/>
                </a:lnTo>
                <a:lnTo>
                  <a:pt x="524" y="33"/>
                </a:lnTo>
                <a:lnTo>
                  <a:pt x="523" y="33"/>
                </a:lnTo>
                <a:lnTo>
                  <a:pt x="523" y="34"/>
                </a:lnTo>
                <a:lnTo>
                  <a:pt x="523" y="35"/>
                </a:lnTo>
                <a:lnTo>
                  <a:pt x="522" y="35"/>
                </a:lnTo>
                <a:lnTo>
                  <a:pt x="521" y="35"/>
                </a:lnTo>
                <a:lnTo>
                  <a:pt x="521" y="36"/>
                </a:lnTo>
                <a:lnTo>
                  <a:pt x="521" y="37"/>
                </a:lnTo>
                <a:lnTo>
                  <a:pt x="521" y="38"/>
                </a:lnTo>
                <a:lnTo>
                  <a:pt x="521" y="39"/>
                </a:lnTo>
                <a:lnTo>
                  <a:pt x="522" y="39"/>
                </a:lnTo>
                <a:lnTo>
                  <a:pt x="523" y="39"/>
                </a:lnTo>
                <a:lnTo>
                  <a:pt x="523" y="40"/>
                </a:lnTo>
                <a:lnTo>
                  <a:pt x="524" y="40"/>
                </a:lnTo>
                <a:lnTo>
                  <a:pt x="524" y="39"/>
                </a:lnTo>
                <a:lnTo>
                  <a:pt x="525" y="39"/>
                </a:lnTo>
                <a:lnTo>
                  <a:pt x="526" y="40"/>
                </a:lnTo>
                <a:lnTo>
                  <a:pt x="526" y="41"/>
                </a:lnTo>
                <a:lnTo>
                  <a:pt x="527" y="41"/>
                </a:lnTo>
                <a:lnTo>
                  <a:pt x="527" y="42"/>
                </a:lnTo>
                <a:lnTo>
                  <a:pt x="527" y="43"/>
                </a:lnTo>
                <a:lnTo>
                  <a:pt x="526" y="43"/>
                </a:lnTo>
                <a:lnTo>
                  <a:pt x="526" y="44"/>
                </a:lnTo>
                <a:lnTo>
                  <a:pt x="525" y="45"/>
                </a:lnTo>
                <a:lnTo>
                  <a:pt x="525" y="46"/>
                </a:lnTo>
                <a:lnTo>
                  <a:pt x="525" y="47"/>
                </a:lnTo>
                <a:lnTo>
                  <a:pt x="525" y="48"/>
                </a:lnTo>
                <a:lnTo>
                  <a:pt x="524" y="50"/>
                </a:lnTo>
                <a:lnTo>
                  <a:pt x="524" y="51"/>
                </a:lnTo>
                <a:lnTo>
                  <a:pt x="525" y="52"/>
                </a:lnTo>
                <a:lnTo>
                  <a:pt x="526" y="52"/>
                </a:lnTo>
                <a:lnTo>
                  <a:pt x="527" y="52"/>
                </a:lnTo>
                <a:lnTo>
                  <a:pt x="528" y="52"/>
                </a:lnTo>
                <a:lnTo>
                  <a:pt x="528" y="53"/>
                </a:lnTo>
                <a:lnTo>
                  <a:pt x="529" y="53"/>
                </a:lnTo>
                <a:lnTo>
                  <a:pt x="530" y="53"/>
                </a:lnTo>
                <a:lnTo>
                  <a:pt x="531" y="53"/>
                </a:lnTo>
                <a:lnTo>
                  <a:pt x="532" y="52"/>
                </a:lnTo>
                <a:lnTo>
                  <a:pt x="532" y="51"/>
                </a:lnTo>
                <a:lnTo>
                  <a:pt x="533" y="51"/>
                </a:lnTo>
                <a:lnTo>
                  <a:pt x="534" y="51"/>
                </a:lnTo>
                <a:lnTo>
                  <a:pt x="535" y="52"/>
                </a:lnTo>
                <a:lnTo>
                  <a:pt x="536" y="52"/>
                </a:lnTo>
                <a:lnTo>
                  <a:pt x="536" y="53"/>
                </a:lnTo>
                <a:lnTo>
                  <a:pt x="536" y="54"/>
                </a:lnTo>
                <a:lnTo>
                  <a:pt x="535" y="55"/>
                </a:lnTo>
                <a:lnTo>
                  <a:pt x="536" y="55"/>
                </a:lnTo>
                <a:lnTo>
                  <a:pt x="536" y="56"/>
                </a:lnTo>
                <a:lnTo>
                  <a:pt x="537" y="56"/>
                </a:lnTo>
                <a:lnTo>
                  <a:pt x="537" y="57"/>
                </a:lnTo>
                <a:lnTo>
                  <a:pt x="538" y="58"/>
                </a:lnTo>
                <a:lnTo>
                  <a:pt x="540" y="58"/>
                </a:lnTo>
                <a:lnTo>
                  <a:pt x="540" y="59"/>
                </a:lnTo>
                <a:lnTo>
                  <a:pt x="541" y="59"/>
                </a:lnTo>
                <a:lnTo>
                  <a:pt x="542" y="58"/>
                </a:lnTo>
                <a:lnTo>
                  <a:pt x="543" y="58"/>
                </a:lnTo>
                <a:lnTo>
                  <a:pt x="544" y="58"/>
                </a:lnTo>
                <a:lnTo>
                  <a:pt x="545" y="57"/>
                </a:lnTo>
                <a:lnTo>
                  <a:pt x="546" y="58"/>
                </a:lnTo>
                <a:lnTo>
                  <a:pt x="547" y="58"/>
                </a:lnTo>
                <a:lnTo>
                  <a:pt x="548" y="58"/>
                </a:lnTo>
                <a:lnTo>
                  <a:pt x="549" y="58"/>
                </a:lnTo>
                <a:lnTo>
                  <a:pt x="550" y="58"/>
                </a:lnTo>
                <a:lnTo>
                  <a:pt x="550" y="57"/>
                </a:lnTo>
                <a:lnTo>
                  <a:pt x="550" y="56"/>
                </a:lnTo>
                <a:lnTo>
                  <a:pt x="550" y="55"/>
                </a:lnTo>
                <a:lnTo>
                  <a:pt x="551" y="54"/>
                </a:lnTo>
                <a:lnTo>
                  <a:pt x="552" y="54"/>
                </a:lnTo>
                <a:lnTo>
                  <a:pt x="552" y="53"/>
                </a:lnTo>
                <a:lnTo>
                  <a:pt x="552" y="52"/>
                </a:lnTo>
                <a:lnTo>
                  <a:pt x="553" y="52"/>
                </a:lnTo>
                <a:lnTo>
                  <a:pt x="554" y="52"/>
                </a:lnTo>
                <a:lnTo>
                  <a:pt x="555" y="52"/>
                </a:lnTo>
                <a:lnTo>
                  <a:pt x="556" y="51"/>
                </a:lnTo>
                <a:lnTo>
                  <a:pt x="557" y="52"/>
                </a:lnTo>
                <a:lnTo>
                  <a:pt x="558" y="52"/>
                </a:lnTo>
                <a:lnTo>
                  <a:pt x="558" y="54"/>
                </a:lnTo>
                <a:lnTo>
                  <a:pt x="558" y="55"/>
                </a:lnTo>
                <a:lnTo>
                  <a:pt x="559" y="55"/>
                </a:lnTo>
                <a:lnTo>
                  <a:pt x="559" y="56"/>
                </a:lnTo>
                <a:lnTo>
                  <a:pt x="558" y="56"/>
                </a:lnTo>
                <a:lnTo>
                  <a:pt x="558" y="57"/>
                </a:lnTo>
                <a:lnTo>
                  <a:pt x="559" y="57"/>
                </a:lnTo>
                <a:lnTo>
                  <a:pt x="558" y="57"/>
                </a:lnTo>
                <a:lnTo>
                  <a:pt x="558" y="58"/>
                </a:lnTo>
                <a:lnTo>
                  <a:pt x="559" y="58"/>
                </a:lnTo>
                <a:lnTo>
                  <a:pt x="560" y="59"/>
                </a:lnTo>
                <a:lnTo>
                  <a:pt x="559" y="59"/>
                </a:lnTo>
                <a:lnTo>
                  <a:pt x="559" y="60"/>
                </a:lnTo>
                <a:lnTo>
                  <a:pt x="559" y="61"/>
                </a:lnTo>
                <a:lnTo>
                  <a:pt x="558" y="62"/>
                </a:lnTo>
                <a:lnTo>
                  <a:pt x="558" y="63"/>
                </a:lnTo>
                <a:lnTo>
                  <a:pt x="558" y="64"/>
                </a:lnTo>
                <a:lnTo>
                  <a:pt x="557" y="64"/>
                </a:lnTo>
                <a:lnTo>
                  <a:pt x="557" y="65"/>
                </a:lnTo>
                <a:lnTo>
                  <a:pt x="558" y="65"/>
                </a:lnTo>
                <a:lnTo>
                  <a:pt x="559" y="65"/>
                </a:lnTo>
                <a:lnTo>
                  <a:pt x="559" y="66"/>
                </a:lnTo>
                <a:lnTo>
                  <a:pt x="560" y="66"/>
                </a:lnTo>
                <a:lnTo>
                  <a:pt x="560" y="65"/>
                </a:lnTo>
                <a:lnTo>
                  <a:pt x="560" y="64"/>
                </a:lnTo>
                <a:lnTo>
                  <a:pt x="561" y="64"/>
                </a:lnTo>
                <a:lnTo>
                  <a:pt x="561" y="63"/>
                </a:lnTo>
                <a:lnTo>
                  <a:pt x="562" y="63"/>
                </a:lnTo>
                <a:lnTo>
                  <a:pt x="563" y="62"/>
                </a:lnTo>
                <a:lnTo>
                  <a:pt x="563" y="61"/>
                </a:lnTo>
                <a:lnTo>
                  <a:pt x="564" y="61"/>
                </a:lnTo>
                <a:lnTo>
                  <a:pt x="563" y="61"/>
                </a:lnTo>
                <a:lnTo>
                  <a:pt x="563" y="60"/>
                </a:lnTo>
                <a:lnTo>
                  <a:pt x="564" y="60"/>
                </a:lnTo>
                <a:lnTo>
                  <a:pt x="564" y="61"/>
                </a:lnTo>
                <a:lnTo>
                  <a:pt x="565" y="61"/>
                </a:lnTo>
                <a:lnTo>
                  <a:pt x="566" y="61"/>
                </a:lnTo>
                <a:lnTo>
                  <a:pt x="566" y="60"/>
                </a:lnTo>
                <a:lnTo>
                  <a:pt x="567" y="60"/>
                </a:lnTo>
                <a:lnTo>
                  <a:pt x="567" y="61"/>
                </a:lnTo>
                <a:lnTo>
                  <a:pt x="567" y="62"/>
                </a:lnTo>
                <a:lnTo>
                  <a:pt x="568" y="62"/>
                </a:lnTo>
                <a:lnTo>
                  <a:pt x="569" y="62"/>
                </a:lnTo>
                <a:lnTo>
                  <a:pt x="569" y="61"/>
                </a:lnTo>
                <a:lnTo>
                  <a:pt x="570" y="61"/>
                </a:lnTo>
                <a:lnTo>
                  <a:pt x="571" y="62"/>
                </a:lnTo>
                <a:lnTo>
                  <a:pt x="570" y="62"/>
                </a:lnTo>
                <a:lnTo>
                  <a:pt x="569" y="63"/>
                </a:lnTo>
                <a:lnTo>
                  <a:pt x="570" y="63"/>
                </a:lnTo>
                <a:lnTo>
                  <a:pt x="570" y="64"/>
                </a:lnTo>
                <a:lnTo>
                  <a:pt x="571" y="64"/>
                </a:lnTo>
                <a:lnTo>
                  <a:pt x="572" y="64"/>
                </a:lnTo>
                <a:lnTo>
                  <a:pt x="573" y="64"/>
                </a:lnTo>
                <a:lnTo>
                  <a:pt x="574" y="64"/>
                </a:lnTo>
                <a:lnTo>
                  <a:pt x="574" y="65"/>
                </a:lnTo>
                <a:lnTo>
                  <a:pt x="575" y="65"/>
                </a:lnTo>
                <a:lnTo>
                  <a:pt x="576" y="65"/>
                </a:lnTo>
                <a:lnTo>
                  <a:pt x="577" y="66"/>
                </a:lnTo>
                <a:lnTo>
                  <a:pt x="578" y="66"/>
                </a:lnTo>
                <a:lnTo>
                  <a:pt x="578" y="67"/>
                </a:lnTo>
                <a:lnTo>
                  <a:pt x="579" y="67"/>
                </a:lnTo>
                <a:lnTo>
                  <a:pt x="580" y="67"/>
                </a:lnTo>
                <a:lnTo>
                  <a:pt x="581" y="67"/>
                </a:lnTo>
                <a:lnTo>
                  <a:pt x="581" y="66"/>
                </a:lnTo>
                <a:lnTo>
                  <a:pt x="582" y="67"/>
                </a:lnTo>
                <a:lnTo>
                  <a:pt x="582" y="66"/>
                </a:lnTo>
                <a:lnTo>
                  <a:pt x="583" y="66"/>
                </a:lnTo>
                <a:lnTo>
                  <a:pt x="583" y="65"/>
                </a:lnTo>
                <a:lnTo>
                  <a:pt x="584" y="65"/>
                </a:lnTo>
                <a:lnTo>
                  <a:pt x="586" y="65"/>
                </a:lnTo>
                <a:lnTo>
                  <a:pt x="587" y="65"/>
                </a:lnTo>
                <a:lnTo>
                  <a:pt x="587" y="64"/>
                </a:lnTo>
                <a:lnTo>
                  <a:pt x="588" y="64"/>
                </a:lnTo>
                <a:lnTo>
                  <a:pt x="589" y="64"/>
                </a:lnTo>
                <a:lnTo>
                  <a:pt x="590" y="65"/>
                </a:lnTo>
                <a:lnTo>
                  <a:pt x="593" y="65"/>
                </a:lnTo>
                <a:lnTo>
                  <a:pt x="594" y="65"/>
                </a:lnTo>
                <a:lnTo>
                  <a:pt x="595" y="65"/>
                </a:lnTo>
                <a:lnTo>
                  <a:pt x="596" y="65"/>
                </a:lnTo>
                <a:lnTo>
                  <a:pt x="598" y="65"/>
                </a:lnTo>
                <a:lnTo>
                  <a:pt x="599" y="65"/>
                </a:lnTo>
                <a:lnTo>
                  <a:pt x="600" y="65"/>
                </a:lnTo>
                <a:lnTo>
                  <a:pt x="602" y="65"/>
                </a:lnTo>
                <a:lnTo>
                  <a:pt x="603" y="64"/>
                </a:lnTo>
                <a:lnTo>
                  <a:pt x="604" y="64"/>
                </a:lnTo>
                <a:lnTo>
                  <a:pt x="605" y="64"/>
                </a:lnTo>
                <a:lnTo>
                  <a:pt x="606" y="65"/>
                </a:lnTo>
                <a:lnTo>
                  <a:pt x="607" y="65"/>
                </a:lnTo>
                <a:lnTo>
                  <a:pt x="608" y="66"/>
                </a:lnTo>
                <a:lnTo>
                  <a:pt x="609" y="66"/>
                </a:lnTo>
                <a:lnTo>
                  <a:pt x="610" y="66"/>
                </a:lnTo>
                <a:lnTo>
                  <a:pt x="610" y="67"/>
                </a:lnTo>
                <a:lnTo>
                  <a:pt x="611" y="68"/>
                </a:lnTo>
                <a:lnTo>
                  <a:pt x="612" y="69"/>
                </a:lnTo>
                <a:lnTo>
                  <a:pt x="613" y="70"/>
                </a:lnTo>
                <a:lnTo>
                  <a:pt x="614" y="71"/>
                </a:lnTo>
                <a:lnTo>
                  <a:pt x="615" y="71"/>
                </a:lnTo>
                <a:lnTo>
                  <a:pt x="615" y="72"/>
                </a:lnTo>
                <a:lnTo>
                  <a:pt x="616" y="72"/>
                </a:lnTo>
                <a:lnTo>
                  <a:pt x="616" y="73"/>
                </a:lnTo>
                <a:lnTo>
                  <a:pt x="616" y="74"/>
                </a:lnTo>
                <a:lnTo>
                  <a:pt x="616" y="75"/>
                </a:lnTo>
                <a:lnTo>
                  <a:pt x="617" y="75"/>
                </a:lnTo>
                <a:lnTo>
                  <a:pt x="616" y="76"/>
                </a:lnTo>
                <a:lnTo>
                  <a:pt x="615" y="76"/>
                </a:lnTo>
                <a:lnTo>
                  <a:pt x="615" y="77"/>
                </a:lnTo>
                <a:lnTo>
                  <a:pt x="615" y="78"/>
                </a:lnTo>
                <a:lnTo>
                  <a:pt x="614" y="78"/>
                </a:lnTo>
                <a:lnTo>
                  <a:pt x="614" y="79"/>
                </a:lnTo>
                <a:lnTo>
                  <a:pt x="615" y="79"/>
                </a:lnTo>
                <a:lnTo>
                  <a:pt x="615" y="80"/>
                </a:lnTo>
                <a:lnTo>
                  <a:pt x="615" y="81"/>
                </a:lnTo>
                <a:lnTo>
                  <a:pt x="615" y="82"/>
                </a:lnTo>
                <a:lnTo>
                  <a:pt x="616" y="82"/>
                </a:lnTo>
                <a:lnTo>
                  <a:pt x="616" y="83"/>
                </a:lnTo>
                <a:lnTo>
                  <a:pt x="616" y="84"/>
                </a:lnTo>
                <a:lnTo>
                  <a:pt x="617" y="84"/>
                </a:lnTo>
                <a:lnTo>
                  <a:pt x="617" y="85"/>
                </a:lnTo>
                <a:lnTo>
                  <a:pt x="617" y="86"/>
                </a:lnTo>
                <a:lnTo>
                  <a:pt x="617" y="87"/>
                </a:lnTo>
                <a:lnTo>
                  <a:pt x="618" y="87"/>
                </a:lnTo>
                <a:lnTo>
                  <a:pt x="618" y="88"/>
                </a:lnTo>
                <a:lnTo>
                  <a:pt x="619" y="88"/>
                </a:lnTo>
                <a:lnTo>
                  <a:pt x="620" y="88"/>
                </a:lnTo>
                <a:lnTo>
                  <a:pt x="620" y="89"/>
                </a:lnTo>
                <a:lnTo>
                  <a:pt x="620" y="90"/>
                </a:lnTo>
                <a:lnTo>
                  <a:pt x="620" y="91"/>
                </a:lnTo>
                <a:lnTo>
                  <a:pt x="620" y="93"/>
                </a:lnTo>
                <a:lnTo>
                  <a:pt x="621" y="93"/>
                </a:lnTo>
                <a:lnTo>
                  <a:pt x="622" y="93"/>
                </a:lnTo>
                <a:lnTo>
                  <a:pt x="623" y="93"/>
                </a:lnTo>
                <a:lnTo>
                  <a:pt x="624" y="93"/>
                </a:lnTo>
                <a:lnTo>
                  <a:pt x="624" y="94"/>
                </a:lnTo>
                <a:lnTo>
                  <a:pt x="625" y="95"/>
                </a:lnTo>
                <a:lnTo>
                  <a:pt x="625" y="96"/>
                </a:lnTo>
                <a:lnTo>
                  <a:pt x="626" y="97"/>
                </a:lnTo>
                <a:lnTo>
                  <a:pt x="626" y="98"/>
                </a:lnTo>
                <a:lnTo>
                  <a:pt x="626" y="99"/>
                </a:lnTo>
                <a:lnTo>
                  <a:pt x="627" y="99"/>
                </a:lnTo>
                <a:lnTo>
                  <a:pt x="627" y="100"/>
                </a:lnTo>
                <a:lnTo>
                  <a:pt x="627" y="101"/>
                </a:lnTo>
                <a:lnTo>
                  <a:pt x="628" y="100"/>
                </a:lnTo>
                <a:lnTo>
                  <a:pt x="629" y="100"/>
                </a:lnTo>
                <a:lnTo>
                  <a:pt x="630" y="101"/>
                </a:lnTo>
                <a:lnTo>
                  <a:pt x="631" y="100"/>
                </a:lnTo>
                <a:lnTo>
                  <a:pt x="633" y="99"/>
                </a:lnTo>
                <a:lnTo>
                  <a:pt x="634" y="99"/>
                </a:lnTo>
                <a:lnTo>
                  <a:pt x="636" y="99"/>
                </a:lnTo>
                <a:lnTo>
                  <a:pt x="636" y="100"/>
                </a:lnTo>
                <a:lnTo>
                  <a:pt x="637" y="100"/>
                </a:lnTo>
                <a:lnTo>
                  <a:pt x="637" y="101"/>
                </a:lnTo>
                <a:lnTo>
                  <a:pt x="638" y="101"/>
                </a:lnTo>
                <a:lnTo>
                  <a:pt x="639" y="101"/>
                </a:lnTo>
                <a:lnTo>
                  <a:pt x="640" y="101"/>
                </a:lnTo>
                <a:lnTo>
                  <a:pt x="640" y="102"/>
                </a:lnTo>
                <a:lnTo>
                  <a:pt x="639" y="101"/>
                </a:lnTo>
                <a:lnTo>
                  <a:pt x="638" y="102"/>
                </a:lnTo>
                <a:lnTo>
                  <a:pt x="637" y="102"/>
                </a:lnTo>
                <a:lnTo>
                  <a:pt x="636" y="102"/>
                </a:lnTo>
                <a:lnTo>
                  <a:pt x="636" y="103"/>
                </a:lnTo>
                <a:lnTo>
                  <a:pt x="636" y="104"/>
                </a:lnTo>
                <a:lnTo>
                  <a:pt x="635" y="104"/>
                </a:lnTo>
                <a:lnTo>
                  <a:pt x="634" y="104"/>
                </a:lnTo>
                <a:lnTo>
                  <a:pt x="632" y="104"/>
                </a:lnTo>
                <a:lnTo>
                  <a:pt x="631" y="103"/>
                </a:lnTo>
                <a:lnTo>
                  <a:pt x="631" y="102"/>
                </a:lnTo>
                <a:lnTo>
                  <a:pt x="630" y="102"/>
                </a:lnTo>
                <a:lnTo>
                  <a:pt x="629" y="102"/>
                </a:lnTo>
                <a:lnTo>
                  <a:pt x="629" y="103"/>
                </a:lnTo>
                <a:lnTo>
                  <a:pt x="628" y="103"/>
                </a:lnTo>
                <a:lnTo>
                  <a:pt x="628" y="105"/>
                </a:lnTo>
                <a:lnTo>
                  <a:pt x="629" y="106"/>
                </a:lnTo>
                <a:lnTo>
                  <a:pt x="629" y="107"/>
                </a:lnTo>
                <a:lnTo>
                  <a:pt x="629" y="108"/>
                </a:lnTo>
                <a:lnTo>
                  <a:pt x="630" y="108"/>
                </a:lnTo>
                <a:lnTo>
                  <a:pt x="630" y="109"/>
                </a:lnTo>
                <a:lnTo>
                  <a:pt x="630" y="110"/>
                </a:lnTo>
                <a:lnTo>
                  <a:pt x="630" y="111"/>
                </a:lnTo>
                <a:lnTo>
                  <a:pt x="629" y="111"/>
                </a:lnTo>
                <a:lnTo>
                  <a:pt x="630" y="112"/>
                </a:lnTo>
                <a:lnTo>
                  <a:pt x="630" y="113"/>
                </a:lnTo>
                <a:lnTo>
                  <a:pt x="631" y="113"/>
                </a:lnTo>
                <a:lnTo>
                  <a:pt x="631" y="114"/>
                </a:lnTo>
                <a:lnTo>
                  <a:pt x="631" y="115"/>
                </a:lnTo>
                <a:lnTo>
                  <a:pt x="632" y="115"/>
                </a:lnTo>
                <a:lnTo>
                  <a:pt x="632" y="117"/>
                </a:lnTo>
                <a:lnTo>
                  <a:pt x="632" y="118"/>
                </a:lnTo>
                <a:lnTo>
                  <a:pt x="633" y="118"/>
                </a:lnTo>
                <a:lnTo>
                  <a:pt x="633" y="119"/>
                </a:lnTo>
                <a:lnTo>
                  <a:pt x="633" y="120"/>
                </a:lnTo>
                <a:lnTo>
                  <a:pt x="633" y="121"/>
                </a:lnTo>
                <a:lnTo>
                  <a:pt x="634" y="121"/>
                </a:lnTo>
                <a:lnTo>
                  <a:pt x="634" y="122"/>
                </a:lnTo>
                <a:lnTo>
                  <a:pt x="634" y="123"/>
                </a:lnTo>
                <a:lnTo>
                  <a:pt x="635" y="123"/>
                </a:lnTo>
                <a:lnTo>
                  <a:pt x="634" y="124"/>
                </a:lnTo>
                <a:lnTo>
                  <a:pt x="633" y="124"/>
                </a:lnTo>
                <a:lnTo>
                  <a:pt x="633" y="125"/>
                </a:lnTo>
                <a:lnTo>
                  <a:pt x="632" y="125"/>
                </a:lnTo>
                <a:lnTo>
                  <a:pt x="632" y="126"/>
                </a:lnTo>
                <a:lnTo>
                  <a:pt x="633" y="125"/>
                </a:lnTo>
                <a:lnTo>
                  <a:pt x="634" y="126"/>
                </a:lnTo>
                <a:lnTo>
                  <a:pt x="633" y="126"/>
                </a:lnTo>
                <a:lnTo>
                  <a:pt x="633" y="127"/>
                </a:lnTo>
                <a:lnTo>
                  <a:pt x="632" y="128"/>
                </a:lnTo>
                <a:lnTo>
                  <a:pt x="632" y="129"/>
                </a:lnTo>
                <a:lnTo>
                  <a:pt x="631" y="129"/>
                </a:lnTo>
                <a:lnTo>
                  <a:pt x="630" y="130"/>
                </a:lnTo>
                <a:lnTo>
                  <a:pt x="631" y="130"/>
                </a:lnTo>
                <a:lnTo>
                  <a:pt x="632" y="130"/>
                </a:lnTo>
                <a:lnTo>
                  <a:pt x="632" y="131"/>
                </a:lnTo>
                <a:lnTo>
                  <a:pt x="634" y="131"/>
                </a:lnTo>
                <a:lnTo>
                  <a:pt x="635" y="131"/>
                </a:lnTo>
                <a:lnTo>
                  <a:pt x="636" y="130"/>
                </a:lnTo>
                <a:lnTo>
                  <a:pt x="636" y="131"/>
                </a:lnTo>
                <a:lnTo>
                  <a:pt x="637" y="131"/>
                </a:lnTo>
                <a:lnTo>
                  <a:pt x="638" y="131"/>
                </a:lnTo>
                <a:lnTo>
                  <a:pt x="639" y="132"/>
                </a:lnTo>
                <a:lnTo>
                  <a:pt x="639" y="133"/>
                </a:lnTo>
                <a:lnTo>
                  <a:pt x="638" y="133"/>
                </a:lnTo>
                <a:lnTo>
                  <a:pt x="637" y="134"/>
                </a:lnTo>
                <a:lnTo>
                  <a:pt x="636" y="134"/>
                </a:lnTo>
                <a:lnTo>
                  <a:pt x="635" y="135"/>
                </a:lnTo>
                <a:lnTo>
                  <a:pt x="634" y="136"/>
                </a:lnTo>
                <a:lnTo>
                  <a:pt x="634" y="137"/>
                </a:lnTo>
                <a:lnTo>
                  <a:pt x="634" y="138"/>
                </a:lnTo>
                <a:lnTo>
                  <a:pt x="634" y="139"/>
                </a:lnTo>
                <a:lnTo>
                  <a:pt x="634" y="140"/>
                </a:lnTo>
                <a:lnTo>
                  <a:pt x="633" y="140"/>
                </a:lnTo>
                <a:lnTo>
                  <a:pt x="632" y="140"/>
                </a:lnTo>
                <a:lnTo>
                  <a:pt x="631" y="140"/>
                </a:lnTo>
                <a:lnTo>
                  <a:pt x="630" y="140"/>
                </a:lnTo>
                <a:lnTo>
                  <a:pt x="629" y="140"/>
                </a:lnTo>
                <a:lnTo>
                  <a:pt x="628" y="140"/>
                </a:lnTo>
                <a:lnTo>
                  <a:pt x="628" y="139"/>
                </a:lnTo>
                <a:lnTo>
                  <a:pt x="627" y="140"/>
                </a:lnTo>
                <a:lnTo>
                  <a:pt x="626" y="140"/>
                </a:lnTo>
                <a:lnTo>
                  <a:pt x="626" y="141"/>
                </a:lnTo>
                <a:lnTo>
                  <a:pt x="626" y="142"/>
                </a:lnTo>
                <a:lnTo>
                  <a:pt x="626" y="143"/>
                </a:lnTo>
                <a:lnTo>
                  <a:pt x="626" y="144"/>
                </a:lnTo>
                <a:lnTo>
                  <a:pt x="625" y="144"/>
                </a:lnTo>
                <a:lnTo>
                  <a:pt x="625" y="145"/>
                </a:lnTo>
                <a:lnTo>
                  <a:pt x="625" y="146"/>
                </a:lnTo>
                <a:lnTo>
                  <a:pt x="626" y="146"/>
                </a:lnTo>
                <a:lnTo>
                  <a:pt x="626" y="147"/>
                </a:lnTo>
                <a:lnTo>
                  <a:pt x="626" y="148"/>
                </a:lnTo>
                <a:lnTo>
                  <a:pt x="627" y="148"/>
                </a:lnTo>
                <a:lnTo>
                  <a:pt x="626" y="149"/>
                </a:lnTo>
                <a:lnTo>
                  <a:pt x="627" y="149"/>
                </a:lnTo>
                <a:lnTo>
                  <a:pt x="627" y="151"/>
                </a:lnTo>
                <a:lnTo>
                  <a:pt x="627" y="152"/>
                </a:lnTo>
                <a:lnTo>
                  <a:pt x="629" y="152"/>
                </a:lnTo>
                <a:lnTo>
                  <a:pt x="630" y="152"/>
                </a:lnTo>
                <a:lnTo>
                  <a:pt x="633" y="152"/>
                </a:lnTo>
                <a:lnTo>
                  <a:pt x="633" y="153"/>
                </a:lnTo>
                <a:lnTo>
                  <a:pt x="634" y="153"/>
                </a:lnTo>
                <a:lnTo>
                  <a:pt x="634" y="154"/>
                </a:lnTo>
                <a:lnTo>
                  <a:pt x="635" y="155"/>
                </a:lnTo>
                <a:lnTo>
                  <a:pt x="636" y="155"/>
                </a:lnTo>
                <a:lnTo>
                  <a:pt x="636" y="156"/>
                </a:lnTo>
                <a:lnTo>
                  <a:pt x="637" y="156"/>
                </a:lnTo>
                <a:lnTo>
                  <a:pt x="638" y="157"/>
                </a:lnTo>
                <a:lnTo>
                  <a:pt x="639" y="157"/>
                </a:lnTo>
                <a:lnTo>
                  <a:pt x="638" y="158"/>
                </a:lnTo>
                <a:lnTo>
                  <a:pt x="639" y="158"/>
                </a:lnTo>
                <a:lnTo>
                  <a:pt x="640" y="159"/>
                </a:lnTo>
                <a:lnTo>
                  <a:pt x="641" y="159"/>
                </a:lnTo>
                <a:lnTo>
                  <a:pt x="641" y="160"/>
                </a:lnTo>
                <a:lnTo>
                  <a:pt x="643" y="160"/>
                </a:lnTo>
                <a:lnTo>
                  <a:pt x="644" y="160"/>
                </a:lnTo>
                <a:lnTo>
                  <a:pt x="644" y="159"/>
                </a:lnTo>
                <a:lnTo>
                  <a:pt x="645" y="159"/>
                </a:lnTo>
                <a:lnTo>
                  <a:pt x="646" y="159"/>
                </a:lnTo>
                <a:lnTo>
                  <a:pt x="646" y="160"/>
                </a:lnTo>
                <a:lnTo>
                  <a:pt x="647" y="160"/>
                </a:lnTo>
                <a:lnTo>
                  <a:pt x="647" y="161"/>
                </a:lnTo>
                <a:lnTo>
                  <a:pt x="648" y="162"/>
                </a:lnTo>
                <a:lnTo>
                  <a:pt x="649" y="162"/>
                </a:lnTo>
                <a:lnTo>
                  <a:pt x="650" y="162"/>
                </a:lnTo>
                <a:lnTo>
                  <a:pt x="650" y="161"/>
                </a:lnTo>
                <a:lnTo>
                  <a:pt x="651" y="162"/>
                </a:lnTo>
                <a:lnTo>
                  <a:pt x="652" y="162"/>
                </a:lnTo>
                <a:lnTo>
                  <a:pt x="653" y="163"/>
                </a:lnTo>
                <a:lnTo>
                  <a:pt x="653" y="164"/>
                </a:lnTo>
                <a:lnTo>
                  <a:pt x="653" y="165"/>
                </a:lnTo>
                <a:lnTo>
                  <a:pt x="654" y="165"/>
                </a:lnTo>
                <a:lnTo>
                  <a:pt x="654" y="166"/>
                </a:lnTo>
                <a:lnTo>
                  <a:pt x="655" y="166"/>
                </a:lnTo>
                <a:lnTo>
                  <a:pt x="656" y="167"/>
                </a:lnTo>
                <a:lnTo>
                  <a:pt x="657" y="168"/>
                </a:lnTo>
                <a:lnTo>
                  <a:pt x="658" y="168"/>
                </a:lnTo>
                <a:lnTo>
                  <a:pt x="658" y="169"/>
                </a:lnTo>
                <a:lnTo>
                  <a:pt x="659" y="169"/>
                </a:lnTo>
                <a:lnTo>
                  <a:pt x="660" y="169"/>
                </a:lnTo>
                <a:lnTo>
                  <a:pt x="661" y="169"/>
                </a:lnTo>
                <a:lnTo>
                  <a:pt x="661" y="168"/>
                </a:lnTo>
                <a:lnTo>
                  <a:pt x="663" y="168"/>
                </a:lnTo>
                <a:lnTo>
                  <a:pt x="664" y="168"/>
                </a:lnTo>
                <a:lnTo>
                  <a:pt x="664" y="169"/>
                </a:lnTo>
                <a:lnTo>
                  <a:pt x="665" y="170"/>
                </a:lnTo>
                <a:lnTo>
                  <a:pt x="665" y="171"/>
                </a:lnTo>
                <a:lnTo>
                  <a:pt x="666" y="171"/>
                </a:lnTo>
                <a:lnTo>
                  <a:pt x="667" y="171"/>
                </a:lnTo>
                <a:lnTo>
                  <a:pt x="667" y="172"/>
                </a:lnTo>
                <a:lnTo>
                  <a:pt x="668" y="172"/>
                </a:lnTo>
                <a:lnTo>
                  <a:pt x="668" y="171"/>
                </a:lnTo>
                <a:lnTo>
                  <a:pt x="669" y="171"/>
                </a:lnTo>
                <a:lnTo>
                  <a:pt x="670" y="171"/>
                </a:lnTo>
                <a:lnTo>
                  <a:pt x="671" y="171"/>
                </a:lnTo>
                <a:lnTo>
                  <a:pt x="672" y="171"/>
                </a:lnTo>
                <a:lnTo>
                  <a:pt x="672" y="170"/>
                </a:lnTo>
                <a:lnTo>
                  <a:pt x="673" y="170"/>
                </a:lnTo>
                <a:lnTo>
                  <a:pt x="674" y="170"/>
                </a:lnTo>
                <a:lnTo>
                  <a:pt x="674" y="169"/>
                </a:lnTo>
                <a:lnTo>
                  <a:pt x="675" y="169"/>
                </a:lnTo>
                <a:lnTo>
                  <a:pt x="676" y="170"/>
                </a:lnTo>
                <a:lnTo>
                  <a:pt x="677" y="171"/>
                </a:lnTo>
                <a:lnTo>
                  <a:pt x="678" y="172"/>
                </a:lnTo>
                <a:lnTo>
                  <a:pt x="679" y="172"/>
                </a:lnTo>
                <a:lnTo>
                  <a:pt x="679" y="173"/>
                </a:lnTo>
                <a:lnTo>
                  <a:pt x="679" y="174"/>
                </a:lnTo>
                <a:lnTo>
                  <a:pt x="679" y="175"/>
                </a:lnTo>
                <a:lnTo>
                  <a:pt x="680" y="175"/>
                </a:lnTo>
                <a:lnTo>
                  <a:pt x="682" y="175"/>
                </a:lnTo>
                <a:lnTo>
                  <a:pt x="683" y="174"/>
                </a:lnTo>
                <a:lnTo>
                  <a:pt x="683" y="175"/>
                </a:lnTo>
                <a:lnTo>
                  <a:pt x="684" y="175"/>
                </a:lnTo>
                <a:lnTo>
                  <a:pt x="684" y="174"/>
                </a:lnTo>
                <a:lnTo>
                  <a:pt x="684" y="173"/>
                </a:lnTo>
                <a:lnTo>
                  <a:pt x="685" y="173"/>
                </a:lnTo>
                <a:lnTo>
                  <a:pt x="686" y="173"/>
                </a:lnTo>
                <a:lnTo>
                  <a:pt x="687" y="173"/>
                </a:lnTo>
                <a:lnTo>
                  <a:pt x="687" y="172"/>
                </a:lnTo>
                <a:lnTo>
                  <a:pt x="688" y="172"/>
                </a:lnTo>
                <a:lnTo>
                  <a:pt x="689" y="172"/>
                </a:lnTo>
                <a:lnTo>
                  <a:pt x="689" y="171"/>
                </a:lnTo>
                <a:lnTo>
                  <a:pt x="690" y="171"/>
                </a:lnTo>
                <a:lnTo>
                  <a:pt x="691" y="171"/>
                </a:lnTo>
                <a:lnTo>
                  <a:pt x="692" y="171"/>
                </a:lnTo>
                <a:lnTo>
                  <a:pt x="693" y="170"/>
                </a:lnTo>
                <a:lnTo>
                  <a:pt x="694" y="170"/>
                </a:lnTo>
                <a:lnTo>
                  <a:pt x="694" y="171"/>
                </a:lnTo>
                <a:lnTo>
                  <a:pt x="696" y="171"/>
                </a:lnTo>
                <a:lnTo>
                  <a:pt x="697" y="171"/>
                </a:lnTo>
                <a:lnTo>
                  <a:pt x="698" y="171"/>
                </a:lnTo>
                <a:lnTo>
                  <a:pt x="698" y="172"/>
                </a:lnTo>
                <a:lnTo>
                  <a:pt x="698" y="173"/>
                </a:lnTo>
                <a:lnTo>
                  <a:pt x="699" y="173"/>
                </a:lnTo>
                <a:lnTo>
                  <a:pt x="699" y="174"/>
                </a:lnTo>
                <a:lnTo>
                  <a:pt x="699" y="175"/>
                </a:lnTo>
                <a:lnTo>
                  <a:pt x="700" y="176"/>
                </a:lnTo>
                <a:lnTo>
                  <a:pt x="701" y="176"/>
                </a:lnTo>
                <a:lnTo>
                  <a:pt x="703" y="175"/>
                </a:lnTo>
                <a:lnTo>
                  <a:pt x="704" y="175"/>
                </a:lnTo>
                <a:lnTo>
                  <a:pt x="705" y="174"/>
                </a:lnTo>
                <a:lnTo>
                  <a:pt x="706" y="174"/>
                </a:lnTo>
                <a:lnTo>
                  <a:pt x="707" y="174"/>
                </a:lnTo>
                <a:lnTo>
                  <a:pt x="707" y="173"/>
                </a:lnTo>
                <a:lnTo>
                  <a:pt x="708" y="172"/>
                </a:lnTo>
                <a:lnTo>
                  <a:pt x="709" y="172"/>
                </a:lnTo>
                <a:lnTo>
                  <a:pt x="710" y="171"/>
                </a:lnTo>
                <a:lnTo>
                  <a:pt x="710" y="170"/>
                </a:lnTo>
                <a:lnTo>
                  <a:pt x="710" y="169"/>
                </a:lnTo>
                <a:lnTo>
                  <a:pt x="710" y="168"/>
                </a:lnTo>
                <a:lnTo>
                  <a:pt x="711" y="168"/>
                </a:lnTo>
                <a:lnTo>
                  <a:pt x="711" y="169"/>
                </a:lnTo>
                <a:lnTo>
                  <a:pt x="712" y="168"/>
                </a:lnTo>
                <a:lnTo>
                  <a:pt x="713" y="169"/>
                </a:lnTo>
                <a:lnTo>
                  <a:pt x="714" y="170"/>
                </a:lnTo>
                <a:lnTo>
                  <a:pt x="715" y="170"/>
                </a:lnTo>
                <a:lnTo>
                  <a:pt x="715" y="169"/>
                </a:lnTo>
                <a:lnTo>
                  <a:pt x="716" y="170"/>
                </a:lnTo>
                <a:lnTo>
                  <a:pt x="717" y="170"/>
                </a:lnTo>
                <a:lnTo>
                  <a:pt x="717" y="169"/>
                </a:lnTo>
                <a:lnTo>
                  <a:pt x="718" y="169"/>
                </a:lnTo>
                <a:lnTo>
                  <a:pt x="718" y="168"/>
                </a:lnTo>
                <a:lnTo>
                  <a:pt x="719" y="168"/>
                </a:lnTo>
                <a:lnTo>
                  <a:pt x="720" y="167"/>
                </a:lnTo>
                <a:lnTo>
                  <a:pt x="721" y="167"/>
                </a:lnTo>
                <a:lnTo>
                  <a:pt x="722" y="167"/>
                </a:lnTo>
                <a:lnTo>
                  <a:pt x="722" y="166"/>
                </a:lnTo>
                <a:lnTo>
                  <a:pt x="722" y="165"/>
                </a:lnTo>
                <a:lnTo>
                  <a:pt x="723" y="164"/>
                </a:lnTo>
                <a:lnTo>
                  <a:pt x="724" y="164"/>
                </a:lnTo>
                <a:lnTo>
                  <a:pt x="726" y="164"/>
                </a:lnTo>
                <a:lnTo>
                  <a:pt x="726" y="163"/>
                </a:lnTo>
                <a:lnTo>
                  <a:pt x="727" y="163"/>
                </a:lnTo>
                <a:lnTo>
                  <a:pt x="728" y="162"/>
                </a:lnTo>
                <a:lnTo>
                  <a:pt x="729" y="162"/>
                </a:lnTo>
                <a:lnTo>
                  <a:pt x="730" y="162"/>
                </a:lnTo>
                <a:lnTo>
                  <a:pt x="731" y="162"/>
                </a:lnTo>
                <a:lnTo>
                  <a:pt x="731" y="161"/>
                </a:lnTo>
                <a:lnTo>
                  <a:pt x="731" y="160"/>
                </a:lnTo>
                <a:lnTo>
                  <a:pt x="732" y="160"/>
                </a:lnTo>
                <a:lnTo>
                  <a:pt x="731" y="159"/>
                </a:lnTo>
                <a:lnTo>
                  <a:pt x="731" y="158"/>
                </a:lnTo>
                <a:lnTo>
                  <a:pt x="731" y="159"/>
                </a:lnTo>
                <a:lnTo>
                  <a:pt x="730" y="159"/>
                </a:lnTo>
                <a:lnTo>
                  <a:pt x="730" y="158"/>
                </a:lnTo>
                <a:lnTo>
                  <a:pt x="730" y="157"/>
                </a:lnTo>
                <a:lnTo>
                  <a:pt x="730" y="158"/>
                </a:lnTo>
                <a:lnTo>
                  <a:pt x="729" y="158"/>
                </a:lnTo>
                <a:lnTo>
                  <a:pt x="729" y="157"/>
                </a:lnTo>
                <a:lnTo>
                  <a:pt x="729" y="156"/>
                </a:lnTo>
                <a:lnTo>
                  <a:pt x="728" y="156"/>
                </a:lnTo>
                <a:lnTo>
                  <a:pt x="728" y="155"/>
                </a:lnTo>
                <a:lnTo>
                  <a:pt x="728" y="154"/>
                </a:lnTo>
                <a:lnTo>
                  <a:pt x="727" y="154"/>
                </a:lnTo>
                <a:lnTo>
                  <a:pt x="727" y="153"/>
                </a:lnTo>
                <a:lnTo>
                  <a:pt x="727" y="152"/>
                </a:lnTo>
                <a:lnTo>
                  <a:pt x="726" y="152"/>
                </a:lnTo>
                <a:lnTo>
                  <a:pt x="726" y="151"/>
                </a:lnTo>
                <a:lnTo>
                  <a:pt x="726" y="150"/>
                </a:lnTo>
                <a:lnTo>
                  <a:pt x="726" y="149"/>
                </a:lnTo>
                <a:lnTo>
                  <a:pt x="726" y="148"/>
                </a:lnTo>
                <a:lnTo>
                  <a:pt x="725" y="147"/>
                </a:lnTo>
                <a:lnTo>
                  <a:pt x="726" y="146"/>
                </a:lnTo>
                <a:lnTo>
                  <a:pt x="727" y="146"/>
                </a:lnTo>
                <a:lnTo>
                  <a:pt x="728" y="144"/>
                </a:lnTo>
                <a:lnTo>
                  <a:pt x="727" y="144"/>
                </a:lnTo>
                <a:lnTo>
                  <a:pt x="727" y="143"/>
                </a:lnTo>
                <a:lnTo>
                  <a:pt x="728" y="142"/>
                </a:lnTo>
                <a:lnTo>
                  <a:pt x="729" y="141"/>
                </a:lnTo>
                <a:lnTo>
                  <a:pt x="730" y="141"/>
                </a:lnTo>
                <a:lnTo>
                  <a:pt x="731" y="141"/>
                </a:lnTo>
                <a:lnTo>
                  <a:pt x="732" y="142"/>
                </a:lnTo>
                <a:lnTo>
                  <a:pt x="734" y="142"/>
                </a:lnTo>
                <a:lnTo>
                  <a:pt x="735" y="143"/>
                </a:lnTo>
                <a:lnTo>
                  <a:pt x="735" y="144"/>
                </a:lnTo>
                <a:lnTo>
                  <a:pt x="735" y="145"/>
                </a:lnTo>
                <a:lnTo>
                  <a:pt x="735" y="146"/>
                </a:lnTo>
                <a:lnTo>
                  <a:pt x="735" y="147"/>
                </a:lnTo>
                <a:lnTo>
                  <a:pt x="735" y="148"/>
                </a:lnTo>
                <a:lnTo>
                  <a:pt x="736" y="148"/>
                </a:lnTo>
                <a:lnTo>
                  <a:pt x="737" y="149"/>
                </a:lnTo>
                <a:lnTo>
                  <a:pt x="737" y="150"/>
                </a:lnTo>
                <a:lnTo>
                  <a:pt x="738" y="150"/>
                </a:lnTo>
                <a:lnTo>
                  <a:pt x="738" y="151"/>
                </a:lnTo>
                <a:lnTo>
                  <a:pt x="738" y="152"/>
                </a:lnTo>
                <a:lnTo>
                  <a:pt x="738" y="153"/>
                </a:lnTo>
                <a:lnTo>
                  <a:pt x="738" y="154"/>
                </a:lnTo>
                <a:lnTo>
                  <a:pt x="738" y="155"/>
                </a:lnTo>
                <a:lnTo>
                  <a:pt x="738" y="156"/>
                </a:lnTo>
                <a:lnTo>
                  <a:pt x="739" y="156"/>
                </a:lnTo>
                <a:lnTo>
                  <a:pt x="739" y="155"/>
                </a:lnTo>
                <a:lnTo>
                  <a:pt x="740" y="155"/>
                </a:lnTo>
                <a:lnTo>
                  <a:pt x="740" y="156"/>
                </a:lnTo>
                <a:lnTo>
                  <a:pt x="740" y="157"/>
                </a:lnTo>
                <a:lnTo>
                  <a:pt x="740" y="158"/>
                </a:lnTo>
                <a:lnTo>
                  <a:pt x="741" y="158"/>
                </a:lnTo>
                <a:lnTo>
                  <a:pt x="742" y="159"/>
                </a:lnTo>
                <a:lnTo>
                  <a:pt x="741" y="159"/>
                </a:lnTo>
                <a:lnTo>
                  <a:pt x="741" y="160"/>
                </a:lnTo>
                <a:lnTo>
                  <a:pt x="740" y="160"/>
                </a:lnTo>
                <a:lnTo>
                  <a:pt x="740" y="161"/>
                </a:lnTo>
                <a:lnTo>
                  <a:pt x="741" y="162"/>
                </a:lnTo>
                <a:lnTo>
                  <a:pt x="742" y="162"/>
                </a:lnTo>
                <a:lnTo>
                  <a:pt x="743" y="162"/>
                </a:lnTo>
                <a:lnTo>
                  <a:pt x="743" y="163"/>
                </a:lnTo>
                <a:lnTo>
                  <a:pt x="744" y="164"/>
                </a:lnTo>
                <a:lnTo>
                  <a:pt x="744" y="165"/>
                </a:lnTo>
                <a:lnTo>
                  <a:pt x="745" y="165"/>
                </a:lnTo>
                <a:lnTo>
                  <a:pt x="746" y="165"/>
                </a:lnTo>
                <a:lnTo>
                  <a:pt x="747" y="165"/>
                </a:lnTo>
                <a:lnTo>
                  <a:pt x="747" y="164"/>
                </a:lnTo>
                <a:lnTo>
                  <a:pt x="748" y="164"/>
                </a:lnTo>
                <a:lnTo>
                  <a:pt x="749" y="164"/>
                </a:lnTo>
                <a:lnTo>
                  <a:pt x="749" y="163"/>
                </a:lnTo>
                <a:lnTo>
                  <a:pt x="750" y="163"/>
                </a:lnTo>
                <a:lnTo>
                  <a:pt x="750" y="162"/>
                </a:lnTo>
                <a:lnTo>
                  <a:pt x="751" y="162"/>
                </a:lnTo>
                <a:lnTo>
                  <a:pt x="752" y="162"/>
                </a:lnTo>
                <a:lnTo>
                  <a:pt x="752" y="161"/>
                </a:lnTo>
                <a:lnTo>
                  <a:pt x="753" y="161"/>
                </a:lnTo>
                <a:lnTo>
                  <a:pt x="754" y="161"/>
                </a:lnTo>
                <a:lnTo>
                  <a:pt x="754" y="160"/>
                </a:lnTo>
                <a:lnTo>
                  <a:pt x="755" y="159"/>
                </a:lnTo>
                <a:lnTo>
                  <a:pt x="756" y="159"/>
                </a:lnTo>
                <a:lnTo>
                  <a:pt x="757" y="160"/>
                </a:lnTo>
                <a:lnTo>
                  <a:pt x="757" y="159"/>
                </a:lnTo>
                <a:lnTo>
                  <a:pt x="758" y="158"/>
                </a:lnTo>
                <a:lnTo>
                  <a:pt x="758" y="159"/>
                </a:lnTo>
                <a:lnTo>
                  <a:pt x="759" y="159"/>
                </a:lnTo>
                <a:lnTo>
                  <a:pt x="759" y="158"/>
                </a:lnTo>
                <a:lnTo>
                  <a:pt x="760" y="158"/>
                </a:lnTo>
                <a:lnTo>
                  <a:pt x="760" y="159"/>
                </a:lnTo>
                <a:lnTo>
                  <a:pt x="761" y="160"/>
                </a:lnTo>
                <a:lnTo>
                  <a:pt x="762" y="159"/>
                </a:lnTo>
                <a:lnTo>
                  <a:pt x="762" y="160"/>
                </a:lnTo>
                <a:lnTo>
                  <a:pt x="763" y="159"/>
                </a:lnTo>
                <a:lnTo>
                  <a:pt x="763" y="158"/>
                </a:lnTo>
                <a:lnTo>
                  <a:pt x="764" y="158"/>
                </a:lnTo>
                <a:lnTo>
                  <a:pt x="764" y="157"/>
                </a:lnTo>
                <a:lnTo>
                  <a:pt x="764" y="156"/>
                </a:lnTo>
                <a:lnTo>
                  <a:pt x="764" y="155"/>
                </a:lnTo>
                <a:lnTo>
                  <a:pt x="765" y="155"/>
                </a:lnTo>
                <a:lnTo>
                  <a:pt x="765" y="154"/>
                </a:lnTo>
                <a:lnTo>
                  <a:pt x="764" y="154"/>
                </a:lnTo>
                <a:lnTo>
                  <a:pt x="764" y="153"/>
                </a:lnTo>
                <a:lnTo>
                  <a:pt x="765" y="152"/>
                </a:lnTo>
                <a:lnTo>
                  <a:pt x="766" y="152"/>
                </a:lnTo>
                <a:lnTo>
                  <a:pt x="766" y="153"/>
                </a:lnTo>
                <a:lnTo>
                  <a:pt x="767" y="153"/>
                </a:lnTo>
                <a:lnTo>
                  <a:pt x="767" y="152"/>
                </a:lnTo>
                <a:lnTo>
                  <a:pt x="768" y="152"/>
                </a:lnTo>
                <a:lnTo>
                  <a:pt x="769" y="152"/>
                </a:lnTo>
                <a:lnTo>
                  <a:pt x="770" y="151"/>
                </a:lnTo>
                <a:lnTo>
                  <a:pt x="771" y="151"/>
                </a:lnTo>
                <a:lnTo>
                  <a:pt x="772" y="151"/>
                </a:lnTo>
                <a:lnTo>
                  <a:pt x="773" y="152"/>
                </a:lnTo>
                <a:lnTo>
                  <a:pt x="774" y="152"/>
                </a:lnTo>
                <a:lnTo>
                  <a:pt x="775" y="152"/>
                </a:lnTo>
                <a:lnTo>
                  <a:pt x="776" y="151"/>
                </a:lnTo>
                <a:lnTo>
                  <a:pt x="777" y="151"/>
                </a:lnTo>
                <a:lnTo>
                  <a:pt x="777" y="150"/>
                </a:lnTo>
                <a:lnTo>
                  <a:pt x="778" y="150"/>
                </a:lnTo>
                <a:lnTo>
                  <a:pt x="778" y="151"/>
                </a:lnTo>
                <a:lnTo>
                  <a:pt x="779" y="151"/>
                </a:lnTo>
                <a:lnTo>
                  <a:pt x="780" y="152"/>
                </a:lnTo>
                <a:lnTo>
                  <a:pt x="781" y="152"/>
                </a:lnTo>
                <a:lnTo>
                  <a:pt x="781" y="151"/>
                </a:lnTo>
                <a:lnTo>
                  <a:pt x="782" y="151"/>
                </a:lnTo>
                <a:lnTo>
                  <a:pt x="782" y="150"/>
                </a:lnTo>
                <a:lnTo>
                  <a:pt x="782" y="149"/>
                </a:lnTo>
                <a:lnTo>
                  <a:pt x="783" y="149"/>
                </a:lnTo>
                <a:lnTo>
                  <a:pt x="784" y="149"/>
                </a:lnTo>
                <a:lnTo>
                  <a:pt x="784" y="148"/>
                </a:lnTo>
                <a:lnTo>
                  <a:pt x="785" y="149"/>
                </a:lnTo>
                <a:lnTo>
                  <a:pt x="785" y="150"/>
                </a:lnTo>
                <a:lnTo>
                  <a:pt x="786" y="151"/>
                </a:lnTo>
                <a:lnTo>
                  <a:pt x="786" y="152"/>
                </a:lnTo>
                <a:lnTo>
                  <a:pt x="787" y="152"/>
                </a:lnTo>
                <a:lnTo>
                  <a:pt x="788" y="152"/>
                </a:lnTo>
                <a:lnTo>
                  <a:pt x="789" y="152"/>
                </a:lnTo>
                <a:lnTo>
                  <a:pt x="789" y="153"/>
                </a:lnTo>
                <a:lnTo>
                  <a:pt x="789" y="154"/>
                </a:lnTo>
                <a:lnTo>
                  <a:pt x="789" y="155"/>
                </a:lnTo>
                <a:lnTo>
                  <a:pt x="789" y="156"/>
                </a:lnTo>
                <a:lnTo>
                  <a:pt x="788" y="156"/>
                </a:lnTo>
                <a:lnTo>
                  <a:pt x="786" y="157"/>
                </a:lnTo>
                <a:lnTo>
                  <a:pt x="786" y="158"/>
                </a:lnTo>
                <a:lnTo>
                  <a:pt x="787" y="158"/>
                </a:lnTo>
                <a:lnTo>
                  <a:pt x="787" y="159"/>
                </a:lnTo>
                <a:lnTo>
                  <a:pt x="787" y="160"/>
                </a:lnTo>
                <a:lnTo>
                  <a:pt x="788" y="160"/>
                </a:lnTo>
                <a:lnTo>
                  <a:pt x="789" y="161"/>
                </a:lnTo>
                <a:lnTo>
                  <a:pt x="790" y="161"/>
                </a:lnTo>
                <a:lnTo>
                  <a:pt x="790" y="162"/>
                </a:lnTo>
                <a:lnTo>
                  <a:pt x="790" y="163"/>
                </a:lnTo>
                <a:lnTo>
                  <a:pt x="791" y="163"/>
                </a:lnTo>
                <a:lnTo>
                  <a:pt x="792" y="163"/>
                </a:lnTo>
                <a:lnTo>
                  <a:pt x="793" y="163"/>
                </a:lnTo>
                <a:lnTo>
                  <a:pt x="794" y="164"/>
                </a:lnTo>
                <a:lnTo>
                  <a:pt x="794" y="165"/>
                </a:lnTo>
                <a:lnTo>
                  <a:pt x="795" y="164"/>
                </a:lnTo>
                <a:lnTo>
                  <a:pt x="796" y="164"/>
                </a:lnTo>
                <a:lnTo>
                  <a:pt x="796" y="165"/>
                </a:lnTo>
                <a:lnTo>
                  <a:pt x="797" y="166"/>
                </a:lnTo>
                <a:lnTo>
                  <a:pt x="799" y="166"/>
                </a:lnTo>
                <a:lnTo>
                  <a:pt x="799" y="165"/>
                </a:lnTo>
                <a:lnTo>
                  <a:pt x="800" y="165"/>
                </a:lnTo>
                <a:lnTo>
                  <a:pt x="800" y="166"/>
                </a:lnTo>
                <a:lnTo>
                  <a:pt x="801" y="166"/>
                </a:lnTo>
                <a:lnTo>
                  <a:pt x="802" y="166"/>
                </a:lnTo>
                <a:lnTo>
                  <a:pt x="803" y="165"/>
                </a:lnTo>
                <a:lnTo>
                  <a:pt x="803" y="166"/>
                </a:lnTo>
                <a:lnTo>
                  <a:pt x="804" y="166"/>
                </a:lnTo>
                <a:lnTo>
                  <a:pt x="804" y="167"/>
                </a:lnTo>
                <a:lnTo>
                  <a:pt x="805" y="167"/>
                </a:lnTo>
                <a:lnTo>
                  <a:pt x="805" y="168"/>
                </a:lnTo>
                <a:lnTo>
                  <a:pt x="806" y="168"/>
                </a:lnTo>
                <a:lnTo>
                  <a:pt x="807" y="168"/>
                </a:lnTo>
                <a:lnTo>
                  <a:pt x="807" y="167"/>
                </a:lnTo>
                <a:lnTo>
                  <a:pt x="808" y="167"/>
                </a:lnTo>
                <a:lnTo>
                  <a:pt x="808" y="168"/>
                </a:lnTo>
                <a:lnTo>
                  <a:pt x="809" y="168"/>
                </a:lnTo>
                <a:lnTo>
                  <a:pt x="810" y="168"/>
                </a:lnTo>
                <a:lnTo>
                  <a:pt x="811" y="168"/>
                </a:lnTo>
                <a:lnTo>
                  <a:pt x="812" y="168"/>
                </a:lnTo>
                <a:lnTo>
                  <a:pt x="813" y="169"/>
                </a:lnTo>
                <a:lnTo>
                  <a:pt x="814" y="169"/>
                </a:lnTo>
                <a:lnTo>
                  <a:pt x="815" y="170"/>
                </a:lnTo>
                <a:lnTo>
                  <a:pt x="815" y="171"/>
                </a:lnTo>
                <a:lnTo>
                  <a:pt x="815" y="172"/>
                </a:lnTo>
                <a:lnTo>
                  <a:pt x="816" y="173"/>
                </a:lnTo>
                <a:lnTo>
                  <a:pt x="817" y="174"/>
                </a:lnTo>
                <a:lnTo>
                  <a:pt x="817" y="173"/>
                </a:lnTo>
                <a:lnTo>
                  <a:pt x="818" y="173"/>
                </a:lnTo>
                <a:lnTo>
                  <a:pt x="819" y="173"/>
                </a:lnTo>
                <a:lnTo>
                  <a:pt x="820" y="172"/>
                </a:lnTo>
                <a:lnTo>
                  <a:pt x="821" y="172"/>
                </a:lnTo>
                <a:lnTo>
                  <a:pt x="821" y="171"/>
                </a:lnTo>
                <a:lnTo>
                  <a:pt x="821" y="170"/>
                </a:lnTo>
                <a:lnTo>
                  <a:pt x="822" y="170"/>
                </a:lnTo>
                <a:lnTo>
                  <a:pt x="823" y="170"/>
                </a:lnTo>
                <a:lnTo>
                  <a:pt x="825" y="170"/>
                </a:lnTo>
                <a:lnTo>
                  <a:pt x="825" y="169"/>
                </a:lnTo>
                <a:lnTo>
                  <a:pt x="826" y="169"/>
                </a:lnTo>
                <a:lnTo>
                  <a:pt x="827" y="168"/>
                </a:lnTo>
                <a:lnTo>
                  <a:pt x="828" y="168"/>
                </a:lnTo>
                <a:lnTo>
                  <a:pt x="829" y="168"/>
                </a:lnTo>
                <a:lnTo>
                  <a:pt x="830" y="167"/>
                </a:lnTo>
                <a:lnTo>
                  <a:pt x="830" y="168"/>
                </a:lnTo>
                <a:lnTo>
                  <a:pt x="831" y="168"/>
                </a:lnTo>
                <a:lnTo>
                  <a:pt x="832" y="167"/>
                </a:lnTo>
                <a:lnTo>
                  <a:pt x="833" y="167"/>
                </a:lnTo>
                <a:lnTo>
                  <a:pt x="833" y="166"/>
                </a:lnTo>
                <a:lnTo>
                  <a:pt x="834" y="166"/>
                </a:lnTo>
                <a:lnTo>
                  <a:pt x="835" y="167"/>
                </a:lnTo>
                <a:lnTo>
                  <a:pt x="836" y="167"/>
                </a:lnTo>
                <a:lnTo>
                  <a:pt x="837" y="167"/>
                </a:lnTo>
                <a:lnTo>
                  <a:pt x="838" y="167"/>
                </a:lnTo>
                <a:lnTo>
                  <a:pt x="838" y="166"/>
                </a:lnTo>
                <a:lnTo>
                  <a:pt x="839" y="166"/>
                </a:lnTo>
                <a:lnTo>
                  <a:pt x="840" y="166"/>
                </a:lnTo>
                <a:lnTo>
                  <a:pt x="841" y="165"/>
                </a:lnTo>
                <a:lnTo>
                  <a:pt x="842" y="164"/>
                </a:lnTo>
                <a:lnTo>
                  <a:pt x="843" y="164"/>
                </a:lnTo>
                <a:lnTo>
                  <a:pt x="844" y="163"/>
                </a:lnTo>
                <a:lnTo>
                  <a:pt x="845" y="162"/>
                </a:lnTo>
                <a:lnTo>
                  <a:pt x="846" y="162"/>
                </a:lnTo>
                <a:lnTo>
                  <a:pt x="846" y="161"/>
                </a:lnTo>
                <a:lnTo>
                  <a:pt x="847" y="161"/>
                </a:lnTo>
                <a:lnTo>
                  <a:pt x="848" y="161"/>
                </a:lnTo>
                <a:lnTo>
                  <a:pt x="849" y="161"/>
                </a:lnTo>
                <a:lnTo>
                  <a:pt x="850" y="161"/>
                </a:lnTo>
                <a:lnTo>
                  <a:pt x="851" y="161"/>
                </a:lnTo>
                <a:lnTo>
                  <a:pt x="851" y="162"/>
                </a:lnTo>
                <a:lnTo>
                  <a:pt x="851" y="163"/>
                </a:lnTo>
                <a:lnTo>
                  <a:pt x="851" y="164"/>
                </a:lnTo>
                <a:lnTo>
                  <a:pt x="851" y="165"/>
                </a:lnTo>
                <a:lnTo>
                  <a:pt x="852" y="164"/>
                </a:lnTo>
                <a:lnTo>
                  <a:pt x="853" y="164"/>
                </a:lnTo>
                <a:lnTo>
                  <a:pt x="854" y="164"/>
                </a:lnTo>
                <a:lnTo>
                  <a:pt x="854" y="165"/>
                </a:lnTo>
                <a:lnTo>
                  <a:pt x="855" y="165"/>
                </a:lnTo>
                <a:lnTo>
                  <a:pt x="856" y="164"/>
                </a:lnTo>
                <a:lnTo>
                  <a:pt x="856" y="163"/>
                </a:lnTo>
                <a:lnTo>
                  <a:pt x="857" y="163"/>
                </a:lnTo>
                <a:lnTo>
                  <a:pt x="858" y="163"/>
                </a:lnTo>
                <a:lnTo>
                  <a:pt x="858" y="162"/>
                </a:lnTo>
                <a:lnTo>
                  <a:pt x="859" y="162"/>
                </a:lnTo>
                <a:lnTo>
                  <a:pt x="860" y="163"/>
                </a:lnTo>
                <a:lnTo>
                  <a:pt x="861" y="163"/>
                </a:lnTo>
                <a:lnTo>
                  <a:pt x="862" y="163"/>
                </a:lnTo>
                <a:lnTo>
                  <a:pt x="862" y="164"/>
                </a:lnTo>
                <a:lnTo>
                  <a:pt x="863" y="165"/>
                </a:lnTo>
                <a:lnTo>
                  <a:pt x="865" y="164"/>
                </a:lnTo>
                <a:lnTo>
                  <a:pt x="866" y="164"/>
                </a:lnTo>
                <a:lnTo>
                  <a:pt x="866" y="163"/>
                </a:lnTo>
                <a:lnTo>
                  <a:pt x="867" y="163"/>
                </a:lnTo>
                <a:lnTo>
                  <a:pt x="868" y="164"/>
                </a:lnTo>
                <a:lnTo>
                  <a:pt x="869" y="164"/>
                </a:lnTo>
                <a:lnTo>
                  <a:pt x="870" y="164"/>
                </a:lnTo>
                <a:lnTo>
                  <a:pt x="871" y="163"/>
                </a:lnTo>
                <a:lnTo>
                  <a:pt x="871" y="162"/>
                </a:lnTo>
                <a:lnTo>
                  <a:pt x="872" y="163"/>
                </a:lnTo>
                <a:lnTo>
                  <a:pt x="873" y="163"/>
                </a:lnTo>
                <a:lnTo>
                  <a:pt x="873" y="164"/>
                </a:lnTo>
                <a:lnTo>
                  <a:pt x="874" y="164"/>
                </a:lnTo>
                <a:lnTo>
                  <a:pt x="875" y="164"/>
                </a:lnTo>
                <a:lnTo>
                  <a:pt x="875" y="163"/>
                </a:lnTo>
                <a:lnTo>
                  <a:pt x="875" y="164"/>
                </a:lnTo>
                <a:lnTo>
                  <a:pt x="876" y="164"/>
                </a:lnTo>
                <a:lnTo>
                  <a:pt x="876" y="165"/>
                </a:lnTo>
                <a:lnTo>
                  <a:pt x="877" y="165"/>
                </a:lnTo>
                <a:lnTo>
                  <a:pt x="876" y="165"/>
                </a:lnTo>
                <a:lnTo>
                  <a:pt x="876" y="166"/>
                </a:lnTo>
                <a:lnTo>
                  <a:pt x="876" y="167"/>
                </a:lnTo>
                <a:lnTo>
                  <a:pt x="876" y="168"/>
                </a:lnTo>
                <a:lnTo>
                  <a:pt x="877" y="168"/>
                </a:lnTo>
                <a:lnTo>
                  <a:pt x="878" y="168"/>
                </a:lnTo>
                <a:lnTo>
                  <a:pt x="879" y="168"/>
                </a:lnTo>
                <a:lnTo>
                  <a:pt x="879" y="169"/>
                </a:lnTo>
                <a:lnTo>
                  <a:pt x="879" y="170"/>
                </a:lnTo>
                <a:lnTo>
                  <a:pt x="879" y="171"/>
                </a:lnTo>
                <a:lnTo>
                  <a:pt x="879" y="173"/>
                </a:lnTo>
                <a:lnTo>
                  <a:pt x="879" y="174"/>
                </a:lnTo>
                <a:lnTo>
                  <a:pt x="879" y="175"/>
                </a:lnTo>
                <a:lnTo>
                  <a:pt x="880" y="176"/>
                </a:lnTo>
                <a:lnTo>
                  <a:pt x="879" y="176"/>
                </a:lnTo>
                <a:lnTo>
                  <a:pt x="879" y="177"/>
                </a:lnTo>
                <a:lnTo>
                  <a:pt x="879" y="178"/>
                </a:lnTo>
                <a:lnTo>
                  <a:pt x="879" y="179"/>
                </a:lnTo>
                <a:lnTo>
                  <a:pt x="878" y="179"/>
                </a:lnTo>
                <a:lnTo>
                  <a:pt x="878" y="180"/>
                </a:lnTo>
                <a:lnTo>
                  <a:pt x="879" y="180"/>
                </a:lnTo>
                <a:lnTo>
                  <a:pt x="878" y="180"/>
                </a:lnTo>
                <a:lnTo>
                  <a:pt x="878" y="181"/>
                </a:lnTo>
                <a:lnTo>
                  <a:pt x="877" y="181"/>
                </a:lnTo>
                <a:lnTo>
                  <a:pt x="877" y="182"/>
                </a:lnTo>
                <a:lnTo>
                  <a:pt x="877" y="183"/>
                </a:lnTo>
                <a:lnTo>
                  <a:pt x="877" y="182"/>
                </a:lnTo>
                <a:lnTo>
                  <a:pt x="878" y="182"/>
                </a:lnTo>
                <a:lnTo>
                  <a:pt x="878" y="183"/>
                </a:lnTo>
                <a:lnTo>
                  <a:pt x="879" y="183"/>
                </a:lnTo>
                <a:lnTo>
                  <a:pt x="879" y="184"/>
                </a:lnTo>
                <a:lnTo>
                  <a:pt x="880" y="184"/>
                </a:lnTo>
                <a:lnTo>
                  <a:pt x="881" y="184"/>
                </a:lnTo>
                <a:lnTo>
                  <a:pt x="881" y="185"/>
                </a:lnTo>
                <a:lnTo>
                  <a:pt x="880" y="185"/>
                </a:lnTo>
                <a:lnTo>
                  <a:pt x="881" y="186"/>
                </a:lnTo>
                <a:lnTo>
                  <a:pt x="882" y="186"/>
                </a:lnTo>
                <a:lnTo>
                  <a:pt x="881" y="187"/>
                </a:lnTo>
                <a:lnTo>
                  <a:pt x="882" y="187"/>
                </a:lnTo>
                <a:lnTo>
                  <a:pt x="882" y="188"/>
                </a:lnTo>
                <a:lnTo>
                  <a:pt x="883" y="188"/>
                </a:lnTo>
                <a:lnTo>
                  <a:pt x="884" y="188"/>
                </a:lnTo>
                <a:lnTo>
                  <a:pt x="885" y="188"/>
                </a:lnTo>
                <a:lnTo>
                  <a:pt x="886" y="188"/>
                </a:lnTo>
                <a:lnTo>
                  <a:pt x="887" y="188"/>
                </a:lnTo>
                <a:lnTo>
                  <a:pt x="887" y="189"/>
                </a:lnTo>
                <a:lnTo>
                  <a:pt x="888" y="189"/>
                </a:lnTo>
                <a:lnTo>
                  <a:pt x="889" y="190"/>
                </a:lnTo>
                <a:lnTo>
                  <a:pt x="888" y="190"/>
                </a:lnTo>
                <a:lnTo>
                  <a:pt x="888" y="191"/>
                </a:lnTo>
                <a:lnTo>
                  <a:pt x="889" y="191"/>
                </a:lnTo>
                <a:lnTo>
                  <a:pt x="889" y="192"/>
                </a:lnTo>
                <a:lnTo>
                  <a:pt x="890" y="192"/>
                </a:lnTo>
                <a:lnTo>
                  <a:pt x="891" y="193"/>
                </a:lnTo>
                <a:lnTo>
                  <a:pt x="892" y="193"/>
                </a:lnTo>
                <a:lnTo>
                  <a:pt x="892" y="194"/>
                </a:lnTo>
                <a:lnTo>
                  <a:pt x="892" y="195"/>
                </a:lnTo>
                <a:lnTo>
                  <a:pt x="893" y="194"/>
                </a:lnTo>
                <a:lnTo>
                  <a:pt x="894" y="195"/>
                </a:lnTo>
                <a:lnTo>
                  <a:pt x="895" y="195"/>
                </a:lnTo>
                <a:lnTo>
                  <a:pt x="895" y="194"/>
                </a:lnTo>
                <a:lnTo>
                  <a:pt x="894" y="194"/>
                </a:lnTo>
                <a:lnTo>
                  <a:pt x="894" y="193"/>
                </a:lnTo>
                <a:lnTo>
                  <a:pt x="896" y="193"/>
                </a:lnTo>
                <a:lnTo>
                  <a:pt x="896" y="192"/>
                </a:lnTo>
                <a:lnTo>
                  <a:pt x="896" y="191"/>
                </a:lnTo>
                <a:lnTo>
                  <a:pt x="896" y="190"/>
                </a:lnTo>
                <a:lnTo>
                  <a:pt x="896" y="189"/>
                </a:lnTo>
                <a:lnTo>
                  <a:pt x="897" y="189"/>
                </a:lnTo>
                <a:lnTo>
                  <a:pt x="897" y="188"/>
                </a:lnTo>
                <a:lnTo>
                  <a:pt x="897" y="187"/>
                </a:lnTo>
                <a:lnTo>
                  <a:pt x="898" y="186"/>
                </a:lnTo>
                <a:lnTo>
                  <a:pt x="899" y="186"/>
                </a:lnTo>
                <a:lnTo>
                  <a:pt x="899" y="185"/>
                </a:lnTo>
                <a:lnTo>
                  <a:pt x="900" y="185"/>
                </a:lnTo>
                <a:lnTo>
                  <a:pt x="901" y="185"/>
                </a:lnTo>
                <a:lnTo>
                  <a:pt x="903" y="184"/>
                </a:lnTo>
                <a:lnTo>
                  <a:pt x="903" y="183"/>
                </a:lnTo>
                <a:lnTo>
                  <a:pt x="904" y="182"/>
                </a:lnTo>
                <a:lnTo>
                  <a:pt x="904" y="181"/>
                </a:lnTo>
                <a:lnTo>
                  <a:pt x="905" y="181"/>
                </a:lnTo>
                <a:lnTo>
                  <a:pt x="906" y="181"/>
                </a:lnTo>
                <a:lnTo>
                  <a:pt x="907" y="181"/>
                </a:lnTo>
                <a:lnTo>
                  <a:pt x="908" y="182"/>
                </a:lnTo>
                <a:lnTo>
                  <a:pt x="909" y="182"/>
                </a:lnTo>
                <a:lnTo>
                  <a:pt x="910" y="182"/>
                </a:lnTo>
                <a:lnTo>
                  <a:pt x="910" y="183"/>
                </a:lnTo>
                <a:lnTo>
                  <a:pt x="910" y="184"/>
                </a:lnTo>
                <a:lnTo>
                  <a:pt x="909" y="185"/>
                </a:lnTo>
                <a:lnTo>
                  <a:pt x="909" y="186"/>
                </a:lnTo>
                <a:lnTo>
                  <a:pt x="910" y="186"/>
                </a:lnTo>
                <a:lnTo>
                  <a:pt x="909" y="187"/>
                </a:lnTo>
                <a:lnTo>
                  <a:pt x="909" y="188"/>
                </a:lnTo>
                <a:lnTo>
                  <a:pt x="910" y="189"/>
                </a:lnTo>
                <a:lnTo>
                  <a:pt x="911" y="189"/>
                </a:lnTo>
                <a:lnTo>
                  <a:pt x="912" y="190"/>
                </a:lnTo>
                <a:lnTo>
                  <a:pt x="912" y="191"/>
                </a:lnTo>
                <a:lnTo>
                  <a:pt x="912" y="192"/>
                </a:lnTo>
                <a:lnTo>
                  <a:pt x="911" y="192"/>
                </a:lnTo>
                <a:lnTo>
                  <a:pt x="911" y="193"/>
                </a:lnTo>
                <a:lnTo>
                  <a:pt x="911" y="194"/>
                </a:lnTo>
                <a:lnTo>
                  <a:pt x="912" y="194"/>
                </a:lnTo>
                <a:lnTo>
                  <a:pt x="913" y="194"/>
                </a:lnTo>
                <a:lnTo>
                  <a:pt x="914" y="193"/>
                </a:lnTo>
                <a:lnTo>
                  <a:pt x="914" y="194"/>
                </a:lnTo>
                <a:lnTo>
                  <a:pt x="915" y="194"/>
                </a:lnTo>
                <a:lnTo>
                  <a:pt x="915" y="195"/>
                </a:lnTo>
                <a:lnTo>
                  <a:pt x="915" y="196"/>
                </a:lnTo>
                <a:lnTo>
                  <a:pt x="916" y="196"/>
                </a:lnTo>
                <a:lnTo>
                  <a:pt x="917" y="197"/>
                </a:lnTo>
                <a:lnTo>
                  <a:pt x="918" y="197"/>
                </a:lnTo>
                <a:lnTo>
                  <a:pt x="919" y="197"/>
                </a:lnTo>
                <a:lnTo>
                  <a:pt x="919" y="196"/>
                </a:lnTo>
                <a:lnTo>
                  <a:pt x="920" y="196"/>
                </a:lnTo>
                <a:lnTo>
                  <a:pt x="921" y="196"/>
                </a:lnTo>
                <a:lnTo>
                  <a:pt x="922" y="196"/>
                </a:lnTo>
                <a:lnTo>
                  <a:pt x="923" y="195"/>
                </a:lnTo>
                <a:lnTo>
                  <a:pt x="924" y="195"/>
                </a:lnTo>
                <a:lnTo>
                  <a:pt x="925" y="194"/>
                </a:lnTo>
                <a:lnTo>
                  <a:pt x="925" y="195"/>
                </a:lnTo>
                <a:lnTo>
                  <a:pt x="926" y="195"/>
                </a:lnTo>
                <a:lnTo>
                  <a:pt x="927" y="195"/>
                </a:lnTo>
                <a:lnTo>
                  <a:pt x="928" y="195"/>
                </a:lnTo>
                <a:lnTo>
                  <a:pt x="929" y="194"/>
                </a:lnTo>
                <a:lnTo>
                  <a:pt x="929" y="195"/>
                </a:lnTo>
                <a:lnTo>
                  <a:pt x="930" y="195"/>
                </a:lnTo>
                <a:lnTo>
                  <a:pt x="931" y="196"/>
                </a:lnTo>
                <a:lnTo>
                  <a:pt x="932" y="196"/>
                </a:lnTo>
                <a:lnTo>
                  <a:pt x="933" y="198"/>
                </a:lnTo>
                <a:lnTo>
                  <a:pt x="933" y="199"/>
                </a:lnTo>
                <a:lnTo>
                  <a:pt x="933" y="200"/>
                </a:lnTo>
                <a:lnTo>
                  <a:pt x="933" y="201"/>
                </a:lnTo>
                <a:lnTo>
                  <a:pt x="934" y="203"/>
                </a:lnTo>
                <a:lnTo>
                  <a:pt x="935" y="203"/>
                </a:lnTo>
                <a:lnTo>
                  <a:pt x="936" y="203"/>
                </a:lnTo>
                <a:lnTo>
                  <a:pt x="937" y="203"/>
                </a:lnTo>
                <a:lnTo>
                  <a:pt x="937" y="202"/>
                </a:lnTo>
                <a:lnTo>
                  <a:pt x="938" y="202"/>
                </a:lnTo>
                <a:lnTo>
                  <a:pt x="939" y="203"/>
                </a:lnTo>
                <a:lnTo>
                  <a:pt x="939" y="204"/>
                </a:lnTo>
                <a:lnTo>
                  <a:pt x="940" y="205"/>
                </a:lnTo>
                <a:lnTo>
                  <a:pt x="941" y="206"/>
                </a:lnTo>
                <a:lnTo>
                  <a:pt x="941" y="207"/>
                </a:lnTo>
                <a:lnTo>
                  <a:pt x="941" y="208"/>
                </a:lnTo>
                <a:lnTo>
                  <a:pt x="942" y="208"/>
                </a:lnTo>
                <a:lnTo>
                  <a:pt x="942" y="209"/>
                </a:lnTo>
                <a:lnTo>
                  <a:pt x="943" y="209"/>
                </a:lnTo>
                <a:lnTo>
                  <a:pt x="943" y="210"/>
                </a:lnTo>
                <a:lnTo>
                  <a:pt x="943" y="211"/>
                </a:lnTo>
                <a:lnTo>
                  <a:pt x="944" y="212"/>
                </a:lnTo>
                <a:lnTo>
                  <a:pt x="945" y="212"/>
                </a:lnTo>
                <a:lnTo>
                  <a:pt x="945" y="213"/>
                </a:lnTo>
                <a:lnTo>
                  <a:pt x="946" y="214"/>
                </a:lnTo>
                <a:lnTo>
                  <a:pt x="947" y="214"/>
                </a:lnTo>
                <a:lnTo>
                  <a:pt x="947" y="215"/>
                </a:lnTo>
                <a:lnTo>
                  <a:pt x="948" y="215"/>
                </a:lnTo>
                <a:lnTo>
                  <a:pt x="948" y="216"/>
                </a:lnTo>
                <a:lnTo>
                  <a:pt x="949" y="216"/>
                </a:lnTo>
                <a:lnTo>
                  <a:pt x="950" y="216"/>
                </a:lnTo>
                <a:lnTo>
                  <a:pt x="950" y="215"/>
                </a:lnTo>
                <a:lnTo>
                  <a:pt x="951" y="215"/>
                </a:lnTo>
                <a:lnTo>
                  <a:pt x="952" y="215"/>
                </a:lnTo>
                <a:lnTo>
                  <a:pt x="952" y="216"/>
                </a:lnTo>
                <a:lnTo>
                  <a:pt x="953" y="216"/>
                </a:lnTo>
                <a:lnTo>
                  <a:pt x="954" y="217"/>
                </a:lnTo>
                <a:lnTo>
                  <a:pt x="955" y="218"/>
                </a:lnTo>
                <a:lnTo>
                  <a:pt x="957" y="220"/>
                </a:lnTo>
                <a:lnTo>
                  <a:pt x="958" y="221"/>
                </a:lnTo>
                <a:lnTo>
                  <a:pt x="958" y="222"/>
                </a:lnTo>
                <a:lnTo>
                  <a:pt x="959" y="222"/>
                </a:lnTo>
                <a:lnTo>
                  <a:pt x="960" y="222"/>
                </a:lnTo>
                <a:lnTo>
                  <a:pt x="961" y="221"/>
                </a:lnTo>
                <a:lnTo>
                  <a:pt x="961" y="220"/>
                </a:lnTo>
                <a:lnTo>
                  <a:pt x="962" y="219"/>
                </a:lnTo>
                <a:lnTo>
                  <a:pt x="963" y="219"/>
                </a:lnTo>
                <a:lnTo>
                  <a:pt x="963" y="218"/>
                </a:lnTo>
                <a:lnTo>
                  <a:pt x="962" y="218"/>
                </a:lnTo>
                <a:lnTo>
                  <a:pt x="962" y="217"/>
                </a:lnTo>
                <a:lnTo>
                  <a:pt x="963" y="216"/>
                </a:lnTo>
                <a:lnTo>
                  <a:pt x="963" y="215"/>
                </a:lnTo>
                <a:lnTo>
                  <a:pt x="963" y="214"/>
                </a:lnTo>
                <a:lnTo>
                  <a:pt x="964" y="214"/>
                </a:lnTo>
                <a:lnTo>
                  <a:pt x="964" y="215"/>
                </a:lnTo>
                <a:lnTo>
                  <a:pt x="965" y="215"/>
                </a:lnTo>
                <a:lnTo>
                  <a:pt x="966" y="214"/>
                </a:lnTo>
                <a:lnTo>
                  <a:pt x="966" y="213"/>
                </a:lnTo>
                <a:lnTo>
                  <a:pt x="967" y="213"/>
                </a:lnTo>
                <a:lnTo>
                  <a:pt x="968" y="213"/>
                </a:lnTo>
                <a:lnTo>
                  <a:pt x="969" y="213"/>
                </a:lnTo>
                <a:lnTo>
                  <a:pt x="970" y="213"/>
                </a:lnTo>
                <a:lnTo>
                  <a:pt x="970" y="214"/>
                </a:lnTo>
                <a:lnTo>
                  <a:pt x="971" y="214"/>
                </a:lnTo>
                <a:lnTo>
                  <a:pt x="972" y="214"/>
                </a:lnTo>
                <a:lnTo>
                  <a:pt x="973" y="214"/>
                </a:lnTo>
                <a:lnTo>
                  <a:pt x="974" y="214"/>
                </a:lnTo>
                <a:lnTo>
                  <a:pt x="974" y="213"/>
                </a:lnTo>
                <a:lnTo>
                  <a:pt x="974" y="212"/>
                </a:lnTo>
                <a:lnTo>
                  <a:pt x="975" y="212"/>
                </a:lnTo>
                <a:lnTo>
                  <a:pt x="975" y="213"/>
                </a:lnTo>
                <a:lnTo>
                  <a:pt x="976" y="213"/>
                </a:lnTo>
                <a:lnTo>
                  <a:pt x="977" y="214"/>
                </a:lnTo>
                <a:lnTo>
                  <a:pt x="978" y="214"/>
                </a:lnTo>
                <a:lnTo>
                  <a:pt x="978" y="213"/>
                </a:lnTo>
                <a:lnTo>
                  <a:pt x="978" y="212"/>
                </a:lnTo>
                <a:lnTo>
                  <a:pt x="979" y="212"/>
                </a:lnTo>
                <a:lnTo>
                  <a:pt x="980" y="211"/>
                </a:lnTo>
                <a:lnTo>
                  <a:pt x="980" y="210"/>
                </a:lnTo>
                <a:lnTo>
                  <a:pt x="981" y="210"/>
                </a:lnTo>
                <a:lnTo>
                  <a:pt x="981" y="209"/>
                </a:lnTo>
                <a:lnTo>
                  <a:pt x="982" y="209"/>
                </a:lnTo>
                <a:lnTo>
                  <a:pt x="983" y="209"/>
                </a:lnTo>
                <a:lnTo>
                  <a:pt x="984" y="210"/>
                </a:lnTo>
                <a:lnTo>
                  <a:pt x="985" y="211"/>
                </a:lnTo>
                <a:lnTo>
                  <a:pt x="986" y="211"/>
                </a:lnTo>
                <a:lnTo>
                  <a:pt x="987" y="211"/>
                </a:lnTo>
                <a:lnTo>
                  <a:pt x="987" y="212"/>
                </a:lnTo>
                <a:lnTo>
                  <a:pt x="988" y="212"/>
                </a:lnTo>
                <a:lnTo>
                  <a:pt x="988" y="213"/>
                </a:lnTo>
                <a:lnTo>
                  <a:pt x="990" y="213"/>
                </a:lnTo>
                <a:lnTo>
                  <a:pt x="991" y="213"/>
                </a:lnTo>
                <a:lnTo>
                  <a:pt x="991" y="212"/>
                </a:lnTo>
                <a:lnTo>
                  <a:pt x="992" y="211"/>
                </a:lnTo>
                <a:lnTo>
                  <a:pt x="993" y="211"/>
                </a:lnTo>
                <a:lnTo>
                  <a:pt x="994" y="211"/>
                </a:lnTo>
                <a:lnTo>
                  <a:pt x="995" y="210"/>
                </a:lnTo>
                <a:lnTo>
                  <a:pt x="996" y="210"/>
                </a:lnTo>
                <a:lnTo>
                  <a:pt x="997" y="210"/>
                </a:lnTo>
                <a:lnTo>
                  <a:pt x="998" y="211"/>
                </a:lnTo>
                <a:lnTo>
                  <a:pt x="998" y="210"/>
                </a:lnTo>
                <a:lnTo>
                  <a:pt x="999" y="210"/>
                </a:lnTo>
                <a:lnTo>
                  <a:pt x="1000" y="210"/>
                </a:lnTo>
                <a:lnTo>
                  <a:pt x="1001" y="210"/>
                </a:lnTo>
                <a:lnTo>
                  <a:pt x="1002" y="210"/>
                </a:lnTo>
                <a:lnTo>
                  <a:pt x="1003" y="209"/>
                </a:lnTo>
                <a:lnTo>
                  <a:pt x="1004" y="209"/>
                </a:lnTo>
                <a:lnTo>
                  <a:pt x="1004" y="210"/>
                </a:lnTo>
                <a:lnTo>
                  <a:pt x="1004" y="211"/>
                </a:lnTo>
                <a:lnTo>
                  <a:pt x="1005" y="211"/>
                </a:lnTo>
                <a:lnTo>
                  <a:pt x="1005" y="212"/>
                </a:lnTo>
                <a:lnTo>
                  <a:pt x="1005" y="211"/>
                </a:lnTo>
                <a:lnTo>
                  <a:pt x="1006" y="211"/>
                </a:lnTo>
                <a:lnTo>
                  <a:pt x="1006" y="212"/>
                </a:lnTo>
                <a:lnTo>
                  <a:pt x="1007" y="213"/>
                </a:lnTo>
                <a:lnTo>
                  <a:pt x="1007" y="214"/>
                </a:lnTo>
                <a:lnTo>
                  <a:pt x="1007" y="215"/>
                </a:lnTo>
                <a:lnTo>
                  <a:pt x="1006" y="215"/>
                </a:lnTo>
                <a:lnTo>
                  <a:pt x="1006" y="216"/>
                </a:lnTo>
                <a:lnTo>
                  <a:pt x="1006" y="217"/>
                </a:lnTo>
                <a:lnTo>
                  <a:pt x="1005" y="217"/>
                </a:lnTo>
                <a:lnTo>
                  <a:pt x="1004" y="217"/>
                </a:lnTo>
                <a:lnTo>
                  <a:pt x="1004" y="218"/>
                </a:lnTo>
                <a:lnTo>
                  <a:pt x="1003" y="218"/>
                </a:lnTo>
                <a:lnTo>
                  <a:pt x="1002" y="218"/>
                </a:lnTo>
                <a:lnTo>
                  <a:pt x="1001" y="218"/>
                </a:lnTo>
                <a:lnTo>
                  <a:pt x="1001" y="217"/>
                </a:lnTo>
                <a:lnTo>
                  <a:pt x="1000" y="217"/>
                </a:lnTo>
                <a:lnTo>
                  <a:pt x="999" y="217"/>
                </a:lnTo>
                <a:lnTo>
                  <a:pt x="997" y="217"/>
                </a:lnTo>
                <a:lnTo>
                  <a:pt x="996" y="217"/>
                </a:lnTo>
                <a:lnTo>
                  <a:pt x="995" y="218"/>
                </a:lnTo>
                <a:lnTo>
                  <a:pt x="994" y="219"/>
                </a:lnTo>
                <a:lnTo>
                  <a:pt x="995" y="220"/>
                </a:lnTo>
                <a:lnTo>
                  <a:pt x="995" y="221"/>
                </a:lnTo>
                <a:lnTo>
                  <a:pt x="996" y="221"/>
                </a:lnTo>
                <a:lnTo>
                  <a:pt x="997" y="222"/>
                </a:lnTo>
                <a:lnTo>
                  <a:pt x="997" y="223"/>
                </a:lnTo>
                <a:lnTo>
                  <a:pt x="998" y="223"/>
                </a:lnTo>
                <a:lnTo>
                  <a:pt x="999" y="225"/>
                </a:lnTo>
                <a:lnTo>
                  <a:pt x="999" y="226"/>
                </a:lnTo>
                <a:lnTo>
                  <a:pt x="1000" y="227"/>
                </a:lnTo>
                <a:lnTo>
                  <a:pt x="1001" y="227"/>
                </a:lnTo>
                <a:lnTo>
                  <a:pt x="1001" y="229"/>
                </a:lnTo>
                <a:lnTo>
                  <a:pt x="1000" y="230"/>
                </a:lnTo>
                <a:lnTo>
                  <a:pt x="999" y="230"/>
                </a:lnTo>
                <a:lnTo>
                  <a:pt x="998" y="230"/>
                </a:lnTo>
                <a:lnTo>
                  <a:pt x="998" y="229"/>
                </a:lnTo>
                <a:lnTo>
                  <a:pt x="997" y="230"/>
                </a:lnTo>
                <a:lnTo>
                  <a:pt x="996" y="230"/>
                </a:lnTo>
                <a:lnTo>
                  <a:pt x="995" y="229"/>
                </a:lnTo>
                <a:lnTo>
                  <a:pt x="994" y="229"/>
                </a:lnTo>
                <a:lnTo>
                  <a:pt x="993" y="229"/>
                </a:lnTo>
                <a:lnTo>
                  <a:pt x="992" y="229"/>
                </a:lnTo>
                <a:lnTo>
                  <a:pt x="992" y="230"/>
                </a:lnTo>
                <a:lnTo>
                  <a:pt x="992" y="231"/>
                </a:lnTo>
                <a:lnTo>
                  <a:pt x="993" y="231"/>
                </a:lnTo>
                <a:lnTo>
                  <a:pt x="993" y="232"/>
                </a:lnTo>
                <a:lnTo>
                  <a:pt x="993" y="233"/>
                </a:lnTo>
                <a:lnTo>
                  <a:pt x="993" y="234"/>
                </a:lnTo>
                <a:lnTo>
                  <a:pt x="991" y="234"/>
                </a:lnTo>
                <a:lnTo>
                  <a:pt x="990" y="235"/>
                </a:lnTo>
                <a:lnTo>
                  <a:pt x="991" y="235"/>
                </a:lnTo>
                <a:lnTo>
                  <a:pt x="991" y="236"/>
                </a:lnTo>
                <a:lnTo>
                  <a:pt x="992" y="236"/>
                </a:lnTo>
                <a:lnTo>
                  <a:pt x="992" y="237"/>
                </a:lnTo>
                <a:lnTo>
                  <a:pt x="993" y="237"/>
                </a:lnTo>
                <a:lnTo>
                  <a:pt x="994" y="237"/>
                </a:lnTo>
                <a:lnTo>
                  <a:pt x="994" y="238"/>
                </a:lnTo>
                <a:lnTo>
                  <a:pt x="993" y="238"/>
                </a:lnTo>
                <a:lnTo>
                  <a:pt x="993" y="239"/>
                </a:lnTo>
                <a:lnTo>
                  <a:pt x="992" y="239"/>
                </a:lnTo>
                <a:lnTo>
                  <a:pt x="991" y="239"/>
                </a:lnTo>
                <a:lnTo>
                  <a:pt x="991" y="238"/>
                </a:lnTo>
                <a:lnTo>
                  <a:pt x="990" y="238"/>
                </a:lnTo>
                <a:lnTo>
                  <a:pt x="989" y="238"/>
                </a:lnTo>
                <a:lnTo>
                  <a:pt x="989" y="237"/>
                </a:lnTo>
                <a:lnTo>
                  <a:pt x="988" y="237"/>
                </a:lnTo>
                <a:lnTo>
                  <a:pt x="987" y="238"/>
                </a:lnTo>
                <a:lnTo>
                  <a:pt x="986" y="238"/>
                </a:lnTo>
                <a:lnTo>
                  <a:pt x="986" y="239"/>
                </a:lnTo>
                <a:lnTo>
                  <a:pt x="985" y="239"/>
                </a:lnTo>
                <a:lnTo>
                  <a:pt x="984" y="240"/>
                </a:lnTo>
                <a:lnTo>
                  <a:pt x="985" y="241"/>
                </a:lnTo>
                <a:lnTo>
                  <a:pt x="986" y="241"/>
                </a:lnTo>
                <a:lnTo>
                  <a:pt x="986" y="243"/>
                </a:lnTo>
                <a:lnTo>
                  <a:pt x="986" y="244"/>
                </a:lnTo>
                <a:lnTo>
                  <a:pt x="986" y="245"/>
                </a:lnTo>
                <a:lnTo>
                  <a:pt x="986" y="246"/>
                </a:lnTo>
                <a:lnTo>
                  <a:pt x="987" y="246"/>
                </a:lnTo>
                <a:lnTo>
                  <a:pt x="988" y="246"/>
                </a:lnTo>
                <a:lnTo>
                  <a:pt x="988" y="247"/>
                </a:lnTo>
                <a:lnTo>
                  <a:pt x="989" y="247"/>
                </a:lnTo>
                <a:lnTo>
                  <a:pt x="989" y="248"/>
                </a:lnTo>
                <a:lnTo>
                  <a:pt x="990" y="248"/>
                </a:lnTo>
                <a:lnTo>
                  <a:pt x="990" y="249"/>
                </a:lnTo>
                <a:lnTo>
                  <a:pt x="991" y="249"/>
                </a:lnTo>
                <a:lnTo>
                  <a:pt x="991" y="250"/>
                </a:lnTo>
                <a:lnTo>
                  <a:pt x="992" y="251"/>
                </a:lnTo>
                <a:lnTo>
                  <a:pt x="993" y="251"/>
                </a:lnTo>
                <a:lnTo>
                  <a:pt x="993" y="252"/>
                </a:lnTo>
                <a:lnTo>
                  <a:pt x="994" y="252"/>
                </a:lnTo>
                <a:lnTo>
                  <a:pt x="995" y="251"/>
                </a:lnTo>
                <a:lnTo>
                  <a:pt x="995" y="252"/>
                </a:lnTo>
                <a:lnTo>
                  <a:pt x="995" y="253"/>
                </a:lnTo>
                <a:lnTo>
                  <a:pt x="996" y="253"/>
                </a:lnTo>
                <a:lnTo>
                  <a:pt x="996" y="254"/>
                </a:lnTo>
                <a:lnTo>
                  <a:pt x="995" y="254"/>
                </a:lnTo>
                <a:lnTo>
                  <a:pt x="996" y="254"/>
                </a:lnTo>
                <a:lnTo>
                  <a:pt x="997" y="255"/>
                </a:lnTo>
                <a:lnTo>
                  <a:pt x="998" y="255"/>
                </a:lnTo>
                <a:lnTo>
                  <a:pt x="998" y="256"/>
                </a:lnTo>
                <a:lnTo>
                  <a:pt x="999" y="256"/>
                </a:lnTo>
                <a:lnTo>
                  <a:pt x="1000" y="256"/>
                </a:lnTo>
                <a:lnTo>
                  <a:pt x="1001" y="256"/>
                </a:lnTo>
                <a:lnTo>
                  <a:pt x="1002" y="256"/>
                </a:lnTo>
                <a:lnTo>
                  <a:pt x="1003" y="256"/>
                </a:lnTo>
                <a:lnTo>
                  <a:pt x="1003" y="257"/>
                </a:lnTo>
                <a:lnTo>
                  <a:pt x="1002" y="257"/>
                </a:lnTo>
                <a:lnTo>
                  <a:pt x="1002" y="258"/>
                </a:lnTo>
                <a:lnTo>
                  <a:pt x="1001" y="258"/>
                </a:lnTo>
                <a:lnTo>
                  <a:pt x="1002" y="258"/>
                </a:lnTo>
                <a:lnTo>
                  <a:pt x="1002" y="259"/>
                </a:lnTo>
                <a:lnTo>
                  <a:pt x="1003" y="259"/>
                </a:lnTo>
                <a:lnTo>
                  <a:pt x="1004" y="259"/>
                </a:lnTo>
                <a:lnTo>
                  <a:pt x="1004" y="260"/>
                </a:lnTo>
                <a:lnTo>
                  <a:pt x="1005" y="260"/>
                </a:lnTo>
                <a:lnTo>
                  <a:pt x="1007" y="261"/>
                </a:lnTo>
                <a:lnTo>
                  <a:pt x="1008" y="261"/>
                </a:lnTo>
                <a:lnTo>
                  <a:pt x="1009" y="261"/>
                </a:lnTo>
                <a:lnTo>
                  <a:pt x="1008" y="262"/>
                </a:lnTo>
                <a:lnTo>
                  <a:pt x="1007" y="263"/>
                </a:lnTo>
                <a:lnTo>
                  <a:pt x="1006" y="264"/>
                </a:lnTo>
                <a:lnTo>
                  <a:pt x="1007" y="264"/>
                </a:lnTo>
                <a:lnTo>
                  <a:pt x="1007" y="265"/>
                </a:lnTo>
                <a:lnTo>
                  <a:pt x="1008" y="266"/>
                </a:lnTo>
                <a:lnTo>
                  <a:pt x="1008" y="267"/>
                </a:lnTo>
                <a:lnTo>
                  <a:pt x="1007" y="267"/>
                </a:lnTo>
                <a:lnTo>
                  <a:pt x="1007" y="268"/>
                </a:lnTo>
                <a:lnTo>
                  <a:pt x="1008" y="269"/>
                </a:lnTo>
                <a:lnTo>
                  <a:pt x="1009" y="270"/>
                </a:lnTo>
                <a:lnTo>
                  <a:pt x="1010" y="270"/>
                </a:lnTo>
                <a:lnTo>
                  <a:pt x="1010" y="271"/>
                </a:lnTo>
                <a:lnTo>
                  <a:pt x="1009" y="271"/>
                </a:lnTo>
                <a:lnTo>
                  <a:pt x="1009" y="270"/>
                </a:lnTo>
                <a:lnTo>
                  <a:pt x="1008" y="270"/>
                </a:lnTo>
                <a:lnTo>
                  <a:pt x="1008" y="271"/>
                </a:lnTo>
                <a:lnTo>
                  <a:pt x="1007" y="271"/>
                </a:lnTo>
                <a:lnTo>
                  <a:pt x="1007" y="272"/>
                </a:lnTo>
                <a:lnTo>
                  <a:pt x="1006" y="272"/>
                </a:lnTo>
                <a:lnTo>
                  <a:pt x="1005" y="272"/>
                </a:lnTo>
                <a:lnTo>
                  <a:pt x="1005" y="273"/>
                </a:lnTo>
                <a:lnTo>
                  <a:pt x="1005" y="274"/>
                </a:lnTo>
                <a:lnTo>
                  <a:pt x="1004" y="274"/>
                </a:lnTo>
                <a:lnTo>
                  <a:pt x="1004" y="273"/>
                </a:lnTo>
                <a:lnTo>
                  <a:pt x="1003" y="273"/>
                </a:lnTo>
                <a:lnTo>
                  <a:pt x="1003" y="274"/>
                </a:lnTo>
                <a:lnTo>
                  <a:pt x="1003" y="275"/>
                </a:lnTo>
                <a:lnTo>
                  <a:pt x="1003" y="276"/>
                </a:lnTo>
                <a:lnTo>
                  <a:pt x="1002" y="276"/>
                </a:lnTo>
                <a:lnTo>
                  <a:pt x="1002" y="275"/>
                </a:lnTo>
                <a:lnTo>
                  <a:pt x="1001" y="274"/>
                </a:lnTo>
                <a:lnTo>
                  <a:pt x="1000" y="274"/>
                </a:lnTo>
                <a:lnTo>
                  <a:pt x="1000" y="275"/>
                </a:lnTo>
                <a:lnTo>
                  <a:pt x="999" y="275"/>
                </a:lnTo>
                <a:lnTo>
                  <a:pt x="998" y="276"/>
                </a:lnTo>
                <a:lnTo>
                  <a:pt x="998" y="277"/>
                </a:lnTo>
                <a:lnTo>
                  <a:pt x="997" y="277"/>
                </a:lnTo>
                <a:lnTo>
                  <a:pt x="996" y="278"/>
                </a:lnTo>
                <a:lnTo>
                  <a:pt x="995" y="279"/>
                </a:lnTo>
                <a:lnTo>
                  <a:pt x="996" y="279"/>
                </a:lnTo>
                <a:lnTo>
                  <a:pt x="996" y="280"/>
                </a:lnTo>
                <a:lnTo>
                  <a:pt x="995" y="280"/>
                </a:lnTo>
                <a:lnTo>
                  <a:pt x="995" y="281"/>
                </a:lnTo>
                <a:lnTo>
                  <a:pt x="996" y="281"/>
                </a:lnTo>
                <a:lnTo>
                  <a:pt x="996" y="282"/>
                </a:lnTo>
                <a:lnTo>
                  <a:pt x="996" y="283"/>
                </a:lnTo>
                <a:lnTo>
                  <a:pt x="995" y="283"/>
                </a:lnTo>
                <a:lnTo>
                  <a:pt x="994" y="283"/>
                </a:lnTo>
                <a:lnTo>
                  <a:pt x="993" y="283"/>
                </a:lnTo>
                <a:lnTo>
                  <a:pt x="992" y="283"/>
                </a:lnTo>
                <a:lnTo>
                  <a:pt x="991" y="284"/>
                </a:lnTo>
                <a:lnTo>
                  <a:pt x="991" y="285"/>
                </a:lnTo>
                <a:lnTo>
                  <a:pt x="992" y="285"/>
                </a:lnTo>
                <a:lnTo>
                  <a:pt x="992" y="286"/>
                </a:lnTo>
                <a:lnTo>
                  <a:pt x="992" y="287"/>
                </a:lnTo>
                <a:lnTo>
                  <a:pt x="991" y="287"/>
                </a:lnTo>
                <a:lnTo>
                  <a:pt x="990" y="287"/>
                </a:lnTo>
                <a:lnTo>
                  <a:pt x="990" y="288"/>
                </a:lnTo>
                <a:lnTo>
                  <a:pt x="989" y="288"/>
                </a:lnTo>
                <a:lnTo>
                  <a:pt x="988" y="287"/>
                </a:lnTo>
                <a:lnTo>
                  <a:pt x="987" y="287"/>
                </a:lnTo>
                <a:lnTo>
                  <a:pt x="986" y="287"/>
                </a:lnTo>
                <a:lnTo>
                  <a:pt x="985" y="288"/>
                </a:lnTo>
                <a:lnTo>
                  <a:pt x="984" y="287"/>
                </a:lnTo>
                <a:lnTo>
                  <a:pt x="984" y="288"/>
                </a:lnTo>
                <a:lnTo>
                  <a:pt x="983" y="288"/>
                </a:lnTo>
                <a:lnTo>
                  <a:pt x="982" y="287"/>
                </a:lnTo>
                <a:lnTo>
                  <a:pt x="981" y="287"/>
                </a:lnTo>
                <a:lnTo>
                  <a:pt x="981" y="288"/>
                </a:lnTo>
                <a:lnTo>
                  <a:pt x="980" y="288"/>
                </a:lnTo>
                <a:lnTo>
                  <a:pt x="979" y="288"/>
                </a:lnTo>
                <a:lnTo>
                  <a:pt x="978" y="289"/>
                </a:lnTo>
                <a:lnTo>
                  <a:pt x="978" y="290"/>
                </a:lnTo>
                <a:lnTo>
                  <a:pt x="978" y="291"/>
                </a:lnTo>
                <a:lnTo>
                  <a:pt x="979" y="291"/>
                </a:lnTo>
                <a:lnTo>
                  <a:pt x="980" y="291"/>
                </a:lnTo>
                <a:lnTo>
                  <a:pt x="981" y="291"/>
                </a:lnTo>
                <a:lnTo>
                  <a:pt x="981" y="292"/>
                </a:lnTo>
                <a:lnTo>
                  <a:pt x="981" y="293"/>
                </a:lnTo>
                <a:lnTo>
                  <a:pt x="980" y="293"/>
                </a:lnTo>
                <a:lnTo>
                  <a:pt x="980" y="294"/>
                </a:lnTo>
                <a:lnTo>
                  <a:pt x="980" y="295"/>
                </a:lnTo>
                <a:lnTo>
                  <a:pt x="980" y="297"/>
                </a:lnTo>
                <a:lnTo>
                  <a:pt x="980" y="298"/>
                </a:lnTo>
                <a:lnTo>
                  <a:pt x="979" y="298"/>
                </a:lnTo>
                <a:lnTo>
                  <a:pt x="979" y="299"/>
                </a:lnTo>
                <a:lnTo>
                  <a:pt x="978" y="299"/>
                </a:lnTo>
                <a:lnTo>
                  <a:pt x="978" y="298"/>
                </a:lnTo>
                <a:lnTo>
                  <a:pt x="977" y="299"/>
                </a:lnTo>
                <a:lnTo>
                  <a:pt x="976" y="299"/>
                </a:lnTo>
                <a:lnTo>
                  <a:pt x="976" y="300"/>
                </a:lnTo>
                <a:lnTo>
                  <a:pt x="975" y="300"/>
                </a:lnTo>
                <a:lnTo>
                  <a:pt x="974" y="301"/>
                </a:lnTo>
                <a:lnTo>
                  <a:pt x="975" y="301"/>
                </a:lnTo>
                <a:lnTo>
                  <a:pt x="975" y="302"/>
                </a:lnTo>
                <a:lnTo>
                  <a:pt x="976" y="302"/>
                </a:lnTo>
                <a:lnTo>
                  <a:pt x="976" y="303"/>
                </a:lnTo>
                <a:lnTo>
                  <a:pt x="977" y="303"/>
                </a:lnTo>
                <a:lnTo>
                  <a:pt x="977" y="304"/>
                </a:lnTo>
                <a:lnTo>
                  <a:pt x="977" y="305"/>
                </a:lnTo>
                <a:lnTo>
                  <a:pt x="977" y="306"/>
                </a:lnTo>
                <a:lnTo>
                  <a:pt x="976" y="306"/>
                </a:lnTo>
                <a:lnTo>
                  <a:pt x="975" y="306"/>
                </a:lnTo>
                <a:lnTo>
                  <a:pt x="975" y="307"/>
                </a:lnTo>
                <a:lnTo>
                  <a:pt x="974" y="308"/>
                </a:lnTo>
                <a:lnTo>
                  <a:pt x="973" y="308"/>
                </a:lnTo>
                <a:lnTo>
                  <a:pt x="972" y="309"/>
                </a:lnTo>
                <a:lnTo>
                  <a:pt x="971" y="309"/>
                </a:lnTo>
                <a:lnTo>
                  <a:pt x="970" y="310"/>
                </a:lnTo>
                <a:lnTo>
                  <a:pt x="969" y="311"/>
                </a:lnTo>
                <a:lnTo>
                  <a:pt x="969" y="312"/>
                </a:lnTo>
                <a:lnTo>
                  <a:pt x="968" y="312"/>
                </a:lnTo>
                <a:lnTo>
                  <a:pt x="967" y="312"/>
                </a:lnTo>
                <a:lnTo>
                  <a:pt x="966" y="312"/>
                </a:lnTo>
                <a:lnTo>
                  <a:pt x="966" y="313"/>
                </a:lnTo>
                <a:lnTo>
                  <a:pt x="965" y="313"/>
                </a:lnTo>
                <a:lnTo>
                  <a:pt x="963" y="313"/>
                </a:lnTo>
                <a:lnTo>
                  <a:pt x="962" y="314"/>
                </a:lnTo>
                <a:lnTo>
                  <a:pt x="963" y="314"/>
                </a:lnTo>
                <a:lnTo>
                  <a:pt x="963" y="315"/>
                </a:lnTo>
                <a:lnTo>
                  <a:pt x="963" y="316"/>
                </a:lnTo>
                <a:lnTo>
                  <a:pt x="963" y="317"/>
                </a:lnTo>
                <a:lnTo>
                  <a:pt x="964" y="317"/>
                </a:lnTo>
                <a:lnTo>
                  <a:pt x="965" y="316"/>
                </a:lnTo>
                <a:lnTo>
                  <a:pt x="966" y="316"/>
                </a:lnTo>
                <a:lnTo>
                  <a:pt x="967" y="316"/>
                </a:lnTo>
                <a:lnTo>
                  <a:pt x="967" y="315"/>
                </a:lnTo>
                <a:lnTo>
                  <a:pt x="968" y="316"/>
                </a:lnTo>
                <a:lnTo>
                  <a:pt x="967" y="316"/>
                </a:lnTo>
                <a:lnTo>
                  <a:pt x="967" y="317"/>
                </a:lnTo>
                <a:lnTo>
                  <a:pt x="968" y="317"/>
                </a:lnTo>
                <a:lnTo>
                  <a:pt x="969" y="318"/>
                </a:lnTo>
                <a:lnTo>
                  <a:pt x="969" y="319"/>
                </a:lnTo>
                <a:lnTo>
                  <a:pt x="968" y="320"/>
                </a:lnTo>
                <a:lnTo>
                  <a:pt x="967" y="321"/>
                </a:lnTo>
                <a:lnTo>
                  <a:pt x="965" y="323"/>
                </a:lnTo>
                <a:lnTo>
                  <a:pt x="966" y="323"/>
                </a:lnTo>
                <a:lnTo>
                  <a:pt x="966" y="324"/>
                </a:lnTo>
                <a:lnTo>
                  <a:pt x="965" y="324"/>
                </a:lnTo>
                <a:lnTo>
                  <a:pt x="964" y="324"/>
                </a:lnTo>
                <a:lnTo>
                  <a:pt x="964" y="325"/>
                </a:lnTo>
                <a:lnTo>
                  <a:pt x="963" y="326"/>
                </a:lnTo>
                <a:lnTo>
                  <a:pt x="963" y="327"/>
                </a:lnTo>
                <a:lnTo>
                  <a:pt x="962" y="327"/>
                </a:lnTo>
                <a:lnTo>
                  <a:pt x="961" y="327"/>
                </a:lnTo>
                <a:lnTo>
                  <a:pt x="961" y="328"/>
                </a:lnTo>
                <a:lnTo>
                  <a:pt x="962" y="329"/>
                </a:lnTo>
                <a:lnTo>
                  <a:pt x="963" y="329"/>
                </a:lnTo>
                <a:lnTo>
                  <a:pt x="963" y="330"/>
                </a:lnTo>
                <a:lnTo>
                  <a:pt x="963" y="331"/>
                </a:lnTo>
                <a:lnTo>
                  <a:pt x="963" y="332"/>
                </a:lnTo>
                <a:lnTo>
                  <a:pt x="964" y="333"/>
                </a:lnTo>
                <a:lnTo>
                  <a:pt x="965" y="333"/>
                </a:lnTo>
                <a:lnTo>
                  <a:pt x="966" y="333"/>
                </a:lnTo>
                <a:lnTo>
                  <a:pt x="966" y="334"/>
                </a:lnTo>
                <a:lnTo>
                  <a:pt x="965" y="335"/>
                </a:lnTo>
                <a:lnTo>
                  <a:pt x="964" y="335"/>
                </a:lnTo>
                <a:lnTo>
                  <a:pt x="963" y="336"/>
                </a:lnTo>
                <a:lnTo>
                  <a:pt x="962" y="336"/>
                </a:lnTo>
                <a:lnTo>
                  <a:pt x="961" y="336"/>
                </a:lnTo>
                <a:lnTo>
                  <a:pt x="961" y="337"/>
                </a:lnTo>
                <a:lnTo>
                  <a:pt x="960" y="338"/>
                </a:lnTo>
                <a:lnTo>
                  <a:pt x="959" y="340"/>
                </a:lnTo>
                <a:lnTo>
                  <a:pt x="959" y="341"/>
                </a:lnTo>
                <a:lnTo>
                  <a:pt x="958" y="341"/>
                </a:lnTo>
                <a:lnTo>
                  <a:pt x="956" y="340"/>
                </a:lnTo>
                <a:lnTo>
                  <a:pt x="955" y="340"/>
                </a:lnTo>
                <a:lnTo>
                  <a:pt x="955" y="342"/>
                </a:lnTo>
                <a:lnTo>
                  <a:pt x="955" y="343"/>
                </a:lnTo>
                <a:lnTo>
                  <a:pt x="955" y="344"/>
                </a:lnTo>
                <a:lnTo>
                  <a:pt x="955" y="345"/>
                </a:lnTo>
                <a:lnTo>
                  <a:pt x="955" y="346"/>
                </a:lnTo>
                <a:lnTo>
                  <a:pt x="956" y="347"/>
                </a:lnTo>
                <a:lnTo>
                  <a:pt x="957" y="347"/>
                </a:lnTo>
                <a:lnTo>
                  <a:pt x="959" y="348"/>
                </a:lnTo>
                <a:lnTo>
                  <a:pt x="960" y="348"/>
                </a:lnTo>
                <a:lnTo>
                  <a:pt x="960" y="349"/>
                </a:lnTo>
                <a:lnTo>
                  <a:pt x="959" y="349"/>
                </a:lnTo>
                <a:lnTo>
                  <a:pt x="958" y="350"/>
                </a:lnTo>
                <a:lnTo>
                  <a:pt x="957" y="351"/>
                </a:lnTo>
                <a:lnTo>
                  <a:pt x="957" y="352"/>
                </a:lnTo>
                <a:lnTo>
                  <a:pt x="956" y="352"/>
                </a:lnTo>
                <a:lnTo>
                  <a:pt x="955" y="353"/>
                </a:lnTo>
                <a:lnTo>
                  <a:pt x="954" y="353"/>
                </a:lnTo>
                <a:lnTo>
                  <a:pt x="954" y="354"/>
                </a:lnTo>
                <a:lnTo>
                  <a:pt x="953" y="354"/>
                </a:lnTo>
                <a:lnTo>
                  <a:pt x="953" y="355"/>
                </a:lnTo>
                <a:lnTo>
                  <a:pt x="952" y="355"/>
                </a:lnTo>
                <a:lnTo>
                  <a:pt x="951" y="356"/>
                </a:lnTo>
                <a:lnTo>
                  <a:pt x="951" y="357"/>
                </a:lnTo>
                <a:lnTo>
                  <a:pt x="950" y="357"/>
                </a:lnTo>
                <a:lnTo>
                  <a:pt x="949" y="358"/>
                </a:lnTo>
                <a:lnTo>
                  <a:pt x="949" y="359"/>
                </a:lnTo>
                <a:lnTo>
                  <a:pt x="948" y="359"/>
                </a:lnTo>
                <a:lnTo>
                  <a:pt x="948" y="360"/>
                </a:lnTo>
                <a:lnTo>
                  <a:pt x="947" y="360"/>
                </a:lnTo>
                <a:lnTo>
                  <a:pt x="946" y="360"/>
                </a:lnTo>
                <a:lnTo>
                  <a:pt x="945" y="360"/>
                </a:lnTo>
                <a:lnTo>
                  <a:pt x="945" y="359"/>
                </a:lnTo>
                <a:lnTo>
                  <a:pt x="944" y="359"/>
                </a:lnTo>
                <a:lnTo>
                  <a:pt x="943" y="359"/>
                </a:lnTo>
                <a:lnTo>
                  <a:pt x="943" y="358"/>
                </a:lnTo>
                <a:lnTo>
                  <a:pt x="942" y="358"/>
                </a:lnTo>
                <a:lnTo>
                  <a:pt x="941" y="357"/>
                </a:lnTo>
                <a:lnTo>
                  <a:pt x="941" y="358"/>
                </a:lnTo>
                <a:lnTo>
                  <a:pt x="940" y="358"/>
                </a:lnTo>
                <a:lnTo>
                  <a:pt x="939" y="358"/>
                </a:lnTo>
                <a:lnTo>
                  <a:pt x="939" y="357"/>
                </a:lnTo>
                <a:lnTo>
                  <a:pt x="938" y="356"/>
                </a:lnTo>
                <a:lnTo>
                  <a:pt x="939" y="356"/>
                </a:lnTo>
                <a:lnTo>
                  <a:pt x="939" y="355"/>
                </a:lnTo>
                <a:lnTo>
                  <a:pt x="938" y="355"/>
                </a:lnTo>
                <a:lnTo>
                  <a:pt x="938" y="354"/>
                </a:lnTo>
                <a:lnTo>
                  <a:pt x="939" y="353"/>
                </a:lnTo>
                <a:lnTo>
                  <a:pt x="938" y="353"/>
                </a:lnTo>
                <a:lnTo>
                  <a:pt x="938" y="352"/>
                </a:lnTo>
                <a:lnTo>
                  <a:pt x="937" y="351"/>
                </a:lnTo>
                <a:lnTo>
                  <a:pt x="935" y="350"/>
                </a:lnTo>
                <a:lnTo>
                  <a:pt x="935" y="351"/>
                </a:lnTo>
                <a:lnTo>
                  <a:pt x="934" y="352"/>
                </a:lnTo>
                <a:lnTo>
                  <a:pt x="933" y="352"/>
                </a:lnTo>
                <a:lnTo>
                  <a:pt x="932" y="352"/>
                </a:lnTo>
                <a:lnTo>
                  <a:pt x="932" y="353"/>
                </a:lnTo>
                <a:lnTo>
                  <a:pt x="931" y="354"/>
                </a:lnTo>
                <a:lnTo>
                  <a:pt x="931" y="355"/>
                </a:lnTo>
                <a:lnTo>
                  <a:pt x="930" y="356"/>
                </a:lnTo>
                <a:lnTo>
                  <a:pt x="929" y="357"/>
                </a:lnTo>
                <a:lnTo>
                  <a:pt x="928" y="358"/>
                </a:lnTo>
                <a:lnTo>
                  <a:pt x="927" y="358"/>
                </a:lnTo>
                <a:lnTo>
                  <a:pt x="926" y="357"/>
                </a:lnTo>
                <a:lnTo>
                  <a:pt x="926" y="356"/>
                </a:lnTo>
                <a:lnTo>
                  <a:pt x="926" y="355"/>
                </a:lnTo>
                <a:lnTo>
                  <a:pt x="925" y="355"/>
                </a:lnTo>
                <a:lnTo>
                  <a:pt x="924" y="356"/>
                </a:lnTo>
                <a:lnTo>
                  <a:pt x="924" y="355"/>
                </a:lnTo>
                <a:lnTo>
                  <a:pt x="923" y="355"/>
                </a:lnTo>
                <a:lnTo>
                  <a:pt x="922" y="354"/>
                </a:lnTo>
                <a:lnTo>
                  <a:pt x="921" y="354"/>
                </a:lnTo>
                <a:lnTo>
                  <a:pt x="921" y="355"/>
                </a:lnTo>
                <a:lnTo>
                  <a:pt x="920" y="355"/>
                </a:lnTo>
                <a:lnTo>
                  <a:pt x="920" y="354"/>
                </a:lnTo>
                <a:lnTo>
                  <a:pt x="919" y="354"/>
                </a:lnTo>
                <a:lnTo>
                  <a:pt x="918" y="355"/>
                </a:lnTo>
                <a:lnTo>
                  <a:pt x="917" y="355"/>
                </a:lnTo>
                <a:lnTo>
                  <a:pt x="917" y="354"/>
                </a:lnTo>
                <a:lnTo>
                  <a:pt x="916" y="354"/>
                </a:lnTo>
                <a:lnTo>
                  <a:pt x="916" y="355"/>
                </a:lnTo>
                <a:lnTo>
                  <a:pt x="914" y="355"/>
                </a:lnTo>
                <a:lnTo>
                  <a:pt x="914" y="356"/>
                </a:lnTo>
                <a:lnTo>
                  <a:pt x="915" y="356"/>
                </a:lnTo>
                <a:lnTo>
                  <a:pt x="915" y="357"/>
                </a:lnTo>
                <a:lnTo>
                  <a:pt x="914" y="357"/>
                </a:lnTo>
                <a:lnTo>
                  <a:pt x="915" y="357"/>
                </a:lnTo>
                <a:lnTo>
                  <a:pt x="915" y="358"/>
                </a:lnTo>
                <a:lnTo>
                  <a:pt x="915" y="359"/>
                </a:lnTo>
                <a:lnTo>
                  <a:pt x="914" y="359"/>
                </a:lnTo>
                <a:lnTo>
                  <a:pt x="913" y="359"/>
                </a:lnTo>
                <a:lnTo>
                  <a:pt x="913" y="360"/>
                </a:lnTo>
                <a:lnTo>
                  <a:pt x="913" y="361"/>
                </a:lnTo>
                <a:lnTo>
                  <a:pt x="912" y="361"/>
                </a:lnTo>
                <a:lnTo>
                  <a:pt x="912" y="362"/>
                </a:lnTo>
                <a:lnTo>
                  <a:pt x="911" y="362"/>
                </a:lnTo>
                <a:lnTo>
                  <a:pt x="910" y="362"/>
                </a:lnTo>
                <a:lnTo>
                  <a:pt x="910" y="363"/>
                </a:lnTo>
                <a:lnTo>
                  <a:pt x="910" y="364"/>
                </a:lnTo>
                <a:lnTo>
                  <a:pt x="911" y="364"/>
                </a:lnTo>
                <a:lnTo>
                  <a:pt x="910" y="365"/>
                </a:lnTo>
                <a:lnTo>
                  <a:pt x="909" y="365"/>
                </a:lnTo>
                <a:lnTo>
                  <a:pt x="909" y="366"/>
                </a:lnTo>
                <a:lnTo>
                  <a:pt x="909" y="367"/>
                </a:lnTo>
                <a:lnTo>
                  <a:pt x="910" y="368"/>
                </a:lnTo>
                <a:lnTo>
                  <a:pt x="911" y="368"/>
                </a:lnTo>
                <a:lnTo>
                  <a:pt x="911" y="369"/>
                </a:lnTo>
                <a:lnTo>
                  <a:pt x="912" y="370"/>
                </a:lnTo>
                <a:lnTo>
                  <a:pt x="912" y="371"/>
                </a:lnTo>
                <a:lnTo>
                  <a:pt x="912" y="372"/>
                </a:lnTo>
                <a:lnTo>
                  <a:pt x="913" y="373"/>
                </a:lnTo>
                <a:lnTo>
                  <a:pt x="914" y="373"/>
                </a:lnTo>
                <a:lnTo>
                  <a:pt x="915" y="373"/>
                </a:lnTo>
                <a:lnTo>
                  <a:pt x="916" y="375"/>
                </a:lnTo>
                <a:lnTo>
                  <a:pt x="917" y="375"/>
                </a:lnTo>
                <a:lnTo>
                  <a:pt x="917" y="376"/>
                </a:lnTo>
                <a:lnTo>
                  <a:pt x="916" y="377"/>
                </a:lnTo>
                <a:lnTo>
                  <a:pt x="915" y="378"/>
                </a:lnTo>
                <a:lnTo>
                  <a:pt x="914" y="379"/>
                </a:lnTo>
                <a:lnTo>
                  <a:pt x="914" y="380"/>
                </a:lnTo>
                <a:lnTo>
                  <a:pt x="913" y="380"/>
                </a:lnTo>
                <a:lnTo>
                  <a:pt x="913" y="381"/>
                </a:lnTo>
                <a:lnTo>
                  <a:pt x="912" y="381"/>
                </a:lnTo>
                <a:lnTo>
                  <a:pt x="912" y="382"/>
                </a:lnTo>
                <a:lnTo>
                  <a:pt x="912" y="383"/>
                </a:lnTo>
                <a:lnTo>
                  <a:pt x="910" y="384"/>
                </a:lnTo>
                <a:lnTo>
                  <a:pt x="909" y="385"/>
                </a:lnTo>
                <a:lnTo>
                  <a:pt x="909" y="386"/>
                </a:lnTo>
                <a:lnTo>
                  <a:pt x="910" y="386"/>
                </a:lnTo>
                <a:lnTo>
                  <a:pt x="910" y="387"/>
                </a:lnTo>
                <a:lnTo>
                  <a:pt x="909" y="388"/>
                </a:lnTo>
                <a:lnTo>
                  <a:pt x="908" y="388"/>
                </a:lnTo>
                <a:lnTo>
                  <a:pt x="907" y="388"/>
                </a:lnTo>
                <a:lnTo>
                  <a:pt x="907" y="389"/>
                </a:lnTo>
                <a:lnTo>
                  <a:pt x="906" y="389"/>
                </a:lnTo>
                <a:lnTo>
                  <a:pt x="906" y="390"/>
                </a:lnTo>
                <a:lnTo>
                  <a:pt x="905" y="391"/>
                </a:lnTo>
                <a:lnTo>
                  <a:pt x="905" y="392"/>
                </a:lnTo>
                <a:lnTo>
                  <a:pt x="904" y="392"/>
                </a:lnTo>
                <a:lnTo>
                  <a:pt x="903" y="394"/>
                </a:lnTo>
                <a:lnTo>
                  <a:pt x="901" y="398"/>
                </a:lnTo>
                <a:lnTo>
                  <a:pt x="902" y="398"/>
                </a:lnTo>
                <a:lnTo>
                  <a:pt x="902" y="399"/>
                </a:lnTo>
                <a:lnTo>
                  <a:pt x="901" y="400"/>
                </a:lnTo>
                <a:lnTo>
                  <a:pt x="901" y="401"/>
                </a:lnTo>
                <a:lnTo>
                  <a:pt x="901" y="402"/>
                </a:lnTo>
                <a:lnTo>
                  <a:pt x="901" y="403"/>
                </a:lnTo>
                <a:lnTo>
                  <a:pt x="900" y="403"/>
                </a:lnTo>
                <a:lnTo>
                  <a:pt x="899" y="404"/>
                </a:lnTo>
                <a:lnTo>
                  <a:pt x="899" y="405"/>
                </a:lnTo>
                <a:lnTo>
                  <a:pt x="898" y="405"/>
                </a:lnTo>
                <a:lnTo>
                  <a:pt x="897" y="406"/>
                </a:lnTo>
                <a:lnTo>
                  <a:pt x="896" y="407"/>
                </a:lnTo>
                <a:lnTo>
                  <a:pt x="896" y="408"/>
                </a:lnTo>
                <a:lnTo>
                  <a:pt x="896" y="409"/>
                </a:lnTo>
                <a:lnTo>
                  <a:pt x="895" y="409"/>
                </a:lnTo>
                <a:lnTo>
                  <a:pt x="895" y="410"/>
                </a:lnTo>
                <a:lnTo>
                  <a:pt x="894" y="411"/>
                </a:lnTo>
                <a:lnTo>
                  <a:pt x="894" y="412"/>
                </a:lnTo>
                <a:lnTo>
                  <a:pt x="894" y="413"/>
                </a:lnTo>
                <a:lnTo>
                  <a:pt x="894" y="414"/>
                </a:lnTo>
                <a:lnTo>
                  <a:pt x="893" y="415"/>
                </a:lnTo>
                <a:lnTo>
                  <a:pt x="892" y="417"/>
                </a:lnTo>
                <a:lnTo>
                  <a:pt x="891" y="418"/>
                </a:lnTo>
                <a:lnTo>
                  <a:pt x="891" y="419"/>
                </a:lnTo>
                <a:lnTo>
                  <a:pt x="890" y="419"/>
                </a:lnTo>
                <a:lnTo>
                  <a:pt x="889" y="421"/>
                </a:lnTo>
                <a:lnTo>
                  <a:pt x="888" y="422"/>
                </a:lnTo>
                <a:lnTo>
                  <a:pt x="887" y="423"/>
                </a:lnTo>
                <a:lnTo>
                  <a:pt x="885" y="425"/>
                </a:lnTo>
                <a:lnTo>
                  <a:pt x="884" y="426"/>
                </a:lnTo>
                <a:lnTo>
                  <a:pt x="883" y="428"/>
                </a:lnTo>
                <a:lnTo>
                  <a:pt x="882" y="429"/>
                </a:lnTo>
                <a:lnTo>
                  <a:pt x="881" y="429"/>
                </a:lnTo>
                <a:lnTo>
                  <a:pt x="880" y="429"/>
                </a:lnTo>
                <a:lnTo>
                  <a:pt x="880" y="430"/>
                </a:lnTo>
                <a:lnTo>
                  <a:pt x="880" y="431"/>
                </a:lnTo>
                <a:lnTo>
                  <a:pt x="879" y="432"/>
                </a:lnTo>
                <a:lnTo>
                  <a:pt x="878" y="431"/>
                </a:lnTo>
                <a:lnTo>
                  <a:pt x="877" y="433"/>
                </a:lnTo>
                <a:lnTo>
                  <a:pt x="877" y="434"/>
                </a:lnTo>
                <a:lnTo>
                  <a:pt x="878" y="434"/>
                </a:lnTo>
                <a:lnTo>
                  <a:pt x="878" y="435"/>
                </a:lnTo>
                <a:lnTo>
                  <a:pt x="877" y="436"/>
                </a:lnTo>
                <a:lnTo>
                  <a:pt x="876" y="437"/>
                </a:lnTo>
                <a:lnTo>
                  <a:pt x="875" y="437"/>
                </a:lnTo>
                <a:lnTo>
                  <a:pt x="875" y="436"/>
                </a:lnTo>
                <a:lnTo>
                  <a:pt x="874" y="435"/>
                </a:lnTo>
                <a:lnTo>
                  <a:pt x="874" y="436"/>
                </a:lnTo>
                <a:lnTo>
                  <a:pt x="874" y="437"/>
                </a:lnTo>
                <a:lnTo>
                  <a:pt x="874" y="438"/>
                </a:lnTo>
                <a:lnTo>
                  <a:pt x="873" y="438"/>
                </a:lnTo>
                <a:lnTo>
                  <a:pt x="872" y="437"/>
                </a:lnTo>
                <a:lnTo>
                  <a:pt x="872" y="436"/>
                </a:lnTo>
                <a:lnTo>
                  <a:pt x="871" y="436"/>
                </a:lnTo>
                <a:lnTo>
                  <a:pt x="870" y="435"/>
                </a:lnTo>
                <a:lnTo>
                  <a:pt x="870" y="434"/>
                </a:lnTo>
                <a:lnTo>
                  <a:pt x="869" y="433"/>
                </a:lnTo>
                <a:lnTo>
                  <a:pt x="869" y="432"/>
                </a:lnTo>
                <a:lnTo>
                  <a:pt x="868" y="433"/>
                </a:lnTo>
                <a:lnTo>
                  <a:pt x="867" y="433"/>
                </a:lnTo>
                <a:lnTo>
                  <a:pt x="867" y="434"/>
                </a:lnTo>
                <a:lnTo>
                  <a:pt x="866" y="435"/>
                </a:lnTo>
                <a:lnTo>
                  <a:pt x="867" y="435"/>
                </a:lnTo>
                <a:lnTo>
                  <a:pt x="867" y="436"/>
                </a:lnTo>
                <a:lnTo>
                  <a:pt x="866" y="437"/>
                </a:lnTo>
                <a:lnTo>
                  <a:pt x="865" y="437"/>
                </a:lnTo>
                <a:lnTo>
                  <a:pt x="864" y="437"/>
                </a:lnTo>
                <a:lnTo>
                  <a:pt x="864" y="438"/>
                </a:lnTo>
                <a:lnTo>
                  <a:pt x="863" y="439"/>
                </a:lnTo>
                <a:lnTo>
                  <a:pt x="862" y="439"/>
                </a:lnTo>
                <a:lnTo>
                  <a:pt x="862" y="438"/>
                </a:lnTo>
                <a:lnTo>
                  <a:pt x="861" y="438"/>
                </a:lnTo>
                <a:lnTo>
                  <a:pt x="860" y="438"/>
                </a:lnTo>
                <a:lnTo>
                  <a:pt x="859" y="438"/>
                </a:lnTo>
                <a:lnTo>
                  <a:pt x="858" y="438"/>
                </a:lnTo>
                <a:lnTo>
                  <a:pt x="857" y="437"/>
                </a:lnTo>
                <a:lnTo>
                  <a:pt x="856" y="436"/>
                </a:lnTo>
                <a:lnTo>
                  <a:pt x="856" y="437"/>
                </a:lnTo>
                <a:lnTo>
                  <a:pt x="855" y="438"/>
                </a:lnTo>
                <a:lnTo>
                  <a:pt x="854" y="438"/>
                </a:lnTo>
                <a:lnTo>
                  <a:pt x="853" y="438"/>
                </a:lnTo>
                <a:lnTo>
                  <a:pt x="852" y="439"/>
                </a:lnTo>
                <a:lnTo>
                  <a:pt x="851" y="439"/>
                </a:lnTo>
                <a:lnTo>
                  <a:pt x="850" y="440"/>
                </a:lnTo>
                <a:lnTo>
                  <a:pt x="848" y="439"/>
                </a:lnTo>
                <a:lnTo>
                  <a:pt x="847" y="439"/>
                </a:lnTo>
                <a:lnTo>
                  <a:pt x="847" y="438"/>
                </a:lnTo>
                <a:lnTo>
                  <a:pt x="846" y="438"/>
                </a:lnTo>
                <a:lnTo>
                  <a:pt x="846" y="437"/>
                </a:lnTo>
                <a:lnTo>
                  <a:pt x="845" y="437"/>
                </a:lnTo>
                <a:lnTo>
                  <a:pt x="846" y="437"/>
                </a:lnTo>
                <a:lnTo>
                  <a:pt x="846" y="436"/>
                </a:lnTo>
                <a:lnTo>
                  <a:pt x="846" y="435"/>
                </a:lnTo>
                <a:lnTo>
                  <a:pt x="845" y="434"/>
                </a:lnTo>
                <a:lnTo>
                  <a:pt x="844" y="434"/>
                </a:lnTo>
                <a:lnTo>
                  <a:pt x="843" y="434"/>
                </a:lnTo>
                <a:lnTo>
                  <a:pt x="843" y="433"/>
                </a:lnTo>
                <a:lnTo>
                  <a:pt x="844" y="432"/>
                </a:lnTo>
                <a:lnTo>
                  <a:pt x="843" y="431"/>
                </a:lnTo>
                <a:lnTo>
                  <a:pt x="843" y="430"/>
                </a:lnTo>
                <a:lnTo>
                  <a:pt x="844" y="429"/>
                </a:lnTo>
                <a:lnTo>
                  <a:pt x="843" y="429"/>
                </a:lnTo>
                <a:lnTo>
                  <a:pt x="843" y="428"/>
                </a:lnTo>
                <a:lnTo>
                  <a:pt x="842" y="428"/>
                </a:lnTo>
                <a:lnTo>
                  <a:pt x="842" y="429"/>
                </a:lnTo>
                <a:lnTo>
                  <a:pt x="841" y="429"/>
                </a:lnTo>
                <a:lnTo>
                  <a:pt x="841" y="428"/>
                </a:lnTo>
                <a:lnTo>
                  <a:pt x="841" y="426"/>
                </a:lnTo>
                <a:lnTo>
                  <a:pt x="841" y="425"/>
                </a:lnTo>
                <a:lnTo>
                  <a:pt x="840" y="425"/>
                </a:lnTo>
                <a:lnTo>
                  <a:pt x="840" y="424"/>
                </a:lnTo>
                <a:lnTo>
                  <a:pt x="839" y="423"/>
                </a:lnTo>
                <a:lnTo>
                  <a:pt x="838" y="423"/>
                </a:lnTo>
                <a:lnTo>
                  <a:pt x="838" y="422"/>
                </a:lnTo>
                <a:lnTo>
                  <a:pt x="839" y="422"/>
                </a:lnTo>
                <a:lnTo>
                  <a:pt x="838" y="421"/>
                </a:lnTo>
                <a:lnTo>
                  <a:pt x="837" y="421"/>
                </a:lnTo>
                <a:lnTo>
                  <a:pt x="837" y="420"/>
                </a:lnTo>
                <a:lnTo>
                  <a:pt x="836" y="420"/>
                </a:lnTo>
                <a:lnTo>
                  <a:pt x="837" y="419"/>
                </a:lnTo>
                <a:lnTo>
                  <a:pt x="837" y="418"/>
                </a:lnTo>
                <a:lnTo>
                  <a:pt x="836" y="418"/>
                </a:lnTo>
                <a:lnTo>
                  <a:pt x="835" y="418"/>
                </a:lnTo>
                <a:lnTo>
                  <a:pt x="835" y="417"/>
                </a:lnTo>
                <a:lnTo>
                  <a:pt x="836" y="417"/>
                </a:lnTo>
                <a:lnTo>
                  <a:pt x="836" y="416"/>
                </a:lnTo>
                <a:lnTo>
                  <a:pt x="837" y="416"/>
                </a:lnTo>
                <a:lnTo>
                  <a:pt x="838" y="416"/>
                </a:lnTo>
                <a:lnTo>
                  <a:pt x="838" y="415"/>
                </a:lnTo>
                <a:lnTo>
                  <a:pt x="838" y="414"/>
                </a:lnTo>
                <a:lnTo>
                  <a:pt x="837" y="414"/>
                </a:lnTo>
                <a:lnTo>
                  <a:pt x="836" y="413"/>
                </a:lnTo>
                <a:lnTo>
                  <a:pt x="837" y="413"/>
                </a:lnTo>
                <a:lnTo>
                  <a:pt x="836" y="412"/>
                </a:lnTo>
                <a:lnTo>
                  <a:pt x="836" y="411"/>
                </a:lnTo>
                <a:lnTo>
                  <a:pt x="835" y="411"/>
                </a:lnTo>
                <a:lnTo>
                  <a:pt x="834" y="411"/>
                </a:lnTo>
                <a:lnTo>
                  <a:pt x="833" y="411"/>
                </a:lnTo>
                <a:lnTo>
                  <a:pt x="833" y="410"/>
                </a:lnTo>
                <a:lnTo>
                  <a:pt x="832" y="410"/>
                </a:lnTo>
                <a:lnTo>
                  <a:pt x="831" y="409"/>
                </a:lnTo>
                <a:lnTo>
                  <a:pt x="830" y="409"/>
                </a:lnTo>
                <a:lnTo>
                  <a:pt x="830" y="410"/>
                </a:lnTo>
                <a:lnTo>
                  <a:pt x="829" y="410"/>
                </a:lnTo>
                <a:lnTo>
                  <a:pt x="829" y="411"/>
                </a:lnTo>
                <a:lnTo>
                  <a:pt x="828" y="410"/>
                </a:lnTo>
                <a:lnTo>
                  <a:pt x="827" y="410"/>
                </a:lnTo>
                <a:lnTo>
                  <a:pt x="827" y="411"/>
                </a:lnTo>
                <a:lnTo>
                  <a:pt x="826" y="411"/>
                </a:lnTo>
                <a:lnTo>
                  <a:pt x="826" y="412"/>
                </a:lnTo>
                <a:lnTo>
                  <a:pt x="826" y="411"/>
                </a:lnTo>
                <a:lnTo>
                  <a:pt x="825" y="411"/>
                </a:lnTo>
                <a:lnTo>
                  <a:pt x="824" y="410"/>
                </a:lnTo>
                <a:lnTo>
                  <a:pt x="823" y="410"/>
                </a:lnTo>
                <a:lnTo>
                  <a:pt x="823" y="411"/>
                </a:lnTo>
                <a:lnTo>
                  <a:pt x="822" y="411"/>
                </a:lnTo>
                <a:lnTo>
                  <a:pt x="822" y="410"/>
                </a:lnTo>
                <a:lnTo>
                  <a:pt x="821" y="410"/>
                </a:lnTo>
                <a:lnTo>
                  <a:pt x="821" y="411"/>
                </a:lnTo>
                <a:lnTo>
                  <a:pt x="821" y="410"/>
                </a:lnTo>
                <a:lnTo>
                  <a:pt x="820" y="410"/>
                </a:lnTo>
                <a:lnTo>
                  <a:pt x="820" y="411"/>
                </a:lnTo>
                <a:lnTo>
                  <a:pt x="820" y="412"/>
                </a:lnTo>
                <a:lnTo>
                  <a:pt x="820" y="411"/>
                </a:lnTo>
                <a:lnTo>
                  <a:pt x="819" y="411"/>
                </a:lnTo>
                <a:lnTo>
                  <a:pt x="819" y="412"/>
                </a:lnTo>
                <a:lnTo>
                  <a:pt x="820" y="412"/>
                </a:lnTo>
                <a:lnTo>
                  <a:pt x="820" y="413"/>
                </a:lnTo>
                <a:lnTo>
                  <a:pt x="818" y="413"/>
                </a:lnTo>
                <a:lnTo>
                  <a:pt x="817" y="413"/>
                </a:lnTo>
                <a:lnTo>
                  <a:pt x="818" y="414"/>
                </a:lnTo>
                <a:lnTo>
                  <a:pt x="819" y="414"/>
                </a:lnTo>
                <a:lnTo>
                  <a:pt x="819" y="415"/>
                </a:lnTo>
                <a:lnTo>
                  <a:pt x="818" y="415"/>
                </a:lnTo>
                <a:lnTo>
                  <a:pt x="818" y="416"/>
                </a:lnTo>
                <a:lnTo>
                  <a:pt x="817" y="416"/>
                </a:lnTo>
                <a:lnTo>
                  <a:pt x="816" y="416"/>
                </a:lnTo>
                <a:lnTo>
                  <a:pt x="816" y="415"/>
                </a:lnTo>
                <a:lnTo>
                  <a:pt x="815" y="415"/>
                </a:lnTo>
                <a:lnTo>
                  <a:pt x="815" y="416"/>
                </a:lnTo>
                <a:lnTo>
                  <a:pt x="816" y="416"/>
                </a:lnTo>
                <a:lnTo>
                  <a:pt x="815" y="416"/>
                </a:lnTo>
                <a:lnTo>
                  <a:pt x="814" y="416"/>
                </a:lnTo>
                <a:lnTo>
                  <a:pt x="813" y="416"/>
                </a:lnTo>
                <a:lnTo>
                  <a:pt x="812" y="416"/>
                </a:lnTo>
                <a:lnTo>
                  <a:pt x="811" y="417"/>
                </a:lnTo>
                <a:lnTo>
                  <a:pt x="811" y="418"/>
                </a:lnTo>
                <a:lnTo>
                  <a:pt x="810" y="418"/>
                </a:lnTo>
                <a:lnTo>
                  <a:pt x="809" y="418"/>
                </a:lnTo>
                <a:lnTo>
                  <a:pt x="809" y="417"/>
                </a:lnTo>
                <a:lnTo>
                  <a:pt x="808" y="417"/>
                </a:lnTo>
                <a:lnTo>
                  <a:pt x="807" y="417"/>
                </a:lnTo>
                <a:lnTo>
                  <a:pt x="808" y="417"/>
                </a:lnTo>
                <a:lnTo>
                  <a:pt x="808" y="418"/>
                </a:lnTo>
                <a:lnTo>
                  <a:pt x="807" y="418"/>
                </a:lnTo>
                <a:lnTo>
                  <a:pt x="807" y="419"/>
                </a:lnTo>
                <a:lnTo>
                  <a:pt x="807" y="420"/>
                </a:lnTo>
                <a:lnTo>
                  <a:pt x="806" y="420"/>
                </a:lnTo>
                <a:lnTo>
                  <a:pt x="806" y="421"/>
                </a:lnTo>
                <a:lnTo>
                  <a:pt x="805" y="421"/>
                </a:lnTo>
                <a:lnTo>
                  <a:pt x="805" y="420"/>
                </a:lnTo>
                <a:lnTo>
                  <a:pt x="804" y="419"/>
                </a:lnTo>
                <a:lnTo>
                  <a:pt x="804" y="420"/>
                </a:lnTo>
                <a:lnTo>
                  <a:pt x="805" y="420"/>
                </a:lnTo>
                <a:lnTo>
                  <a:pt x="805" y="421"/>
                </a:lnTo>
                <a:lnTo>
                  <a:pt x="805" y="422"/>
                </a:lnTo>
                <a:lnTo>
                  <a:pt x="804" y="422"/>
                </a:lnTo>
                <a:lnTo>
                  <a:pt x="804" y="421"/>
                </a:lnTo>
                <a:lnTo>
                  <a:pt x="803" y="421"/>
                </a:lnTo>
                <a:lnTo>
                  <a:pt x="802" y="421"/>
                </a:lnTo>
                <a:lnTo>
                  <a:pt x="803" y="422"/>
                </a:lnTo>
                <a:lnTo>
                  <a:pt x="803" y="423"/>
                </a:lnTo>
                <a:lnTo>
                  <a:pt x="802" y="423"/>
                </a:lnTo>
                <a:lnTo>
                  <a:pt x="802" y="422"/>
                </a:lnTo>
                <a:lnTo>
                  <a:pt x="801" y="422"/>
                </a:lnTo>
                <a:lnTo>
                  <a:pt x="802" y="421"/>
                </a:lnTo>
                <a:lnTo>
                  <a:pt x="802" y="420"/>
                </a:lnTo>
                <a:lnTo>
                  <a:pt x="801" y="420"/>
                </a:lnTo>
                <a:lnTo>
                  <a:pt x="801" y="419"/>
                </a:lnTo>
                <a:lnTo>
                  <a:pt x="801" y="420"/>
                </a:lnTo>
                <a:lnTo>
                  <a:pt x="800" y="420"/>
                </a:lnTo>
                <a:lnTo>
                  <a:pt x="800" y="421"/>
                </a:lnTo>
                <a:lnTo>
                  <a:pt x="800" y="420"/>
                </a:lnTo>
                <a:lnTo>
                  <a:pt x="799" y="420"/>
                </a:lnTo>
                <a:lnTo>
                  <a:pt x="798" y="419"/>
                </a:lnTo>
                <a:lnTo>
                  <a:pt x="798" y="418"/>
                </a:lnTo>
                <a:lnTo>
                  <a:pt x="799" y="418"/>
                </a:lnTo>
                <a:lnTo>
                  <a:pt x="799" y="417"/>
                </a:lnTo>
                <a:lnTo>
                  <a:pt x="798" y="417"/>
                </a:lnTo>
                <a:lnTo>
                  <a:pt x="797" y="417"/>
                </a:lnTo>
                <a:lnTo>
                  <a:pt x="797" y="418"/>
                </a:lnTo>
                <a:lnTo>
                  <a:pt x="797" y="417"/>
                </a:lnTo>
                <a:lnTo>
                  <a:pt x="796" y="417"/>
                </a:lnTo>
                <a:lnTo>
                  <a:pt x="796" y="416"/>
                </a:lnTo>
                <a:lnTo>
                  <a:pt x="796" y="415"/>
                </a:lnTo>
                <a:lnTo>
                  <a:pt x="796" y="414"/>
                </a:lnTo>
                <a:lnTo>
                  <a:pt x="797" y="414"/>
                </a:lnTo>
                <a:lnTo>
                  <a:pt x="797" y="413"/>
                </a:lnTo>
                <a:lnTo>
                  <a:pt x="796" y="413"/>
                </a:lnTo>
                <a:lnTo>
                  <a:pt x="796" y="412"/>
                </a:lnTo>
                <a:lnTo>
                  <a:pt x="796" y="411"/>
                </a:lnTo>
                <a:lnTo>
                  <a:pt x="796" y="410"/>
                </a:lnTo>
                <a:lnTo>
                  <a:pt x="795" y="410"/>
                </a:lnTo>
                <a:lnTo>
                  <a:pt x="795" y="409"/>
                </a:lnTo>
                <a:lnTo>
                  <a:pt x="794" y="409"/>
                </a:lnTo>
                <a:lnTo>
                  <a:pt x="793" y="409"/>
                </a:lnTo>
                <a:lnTo>
                  <a:pt x="792" y="409"/>
                </a:lnTo>
                <a:lnTo>
                  <a:pt x="792" y="408"/>
                </a:lnTo>
                <a:lnTo>
                  <a:pt x="791" y="408"/>
                </a:lnTo>
                <a:lnTo>
                  <a:pt x="792" y="408"/>
                </a:lnTo>
                <a:lnTo>
                  <a:pt x="792" y="409"/>
                </a:lnTo>
                <a:lnTo>
                  <a:pt x="792" y="410"/>
                </a:lnTo>
                <a:lnTo>
                  <a:pt x="791" y="410"/>
                </a:lnTo>
                <a:lnTo>
                  <a:pt x="792" y="409"/>
                </a:lnTo>
                <a:lnTo>
                  <a:pt x="791" y="409"/>
                </a:lnTo>
                <a:lnTo>
                  <a:pt x="790" y="409"/>
                </a:lnTo>
                <a:lnTo>
                  <a:pt x="790" y="408"/>
                </a:lnTo>
                <a:lnTo>
                  <a:pt x="789" y="408"/>
                </a:lnTo>
                <a:lnTo>
                  <a:pt x="788" y="408"/>
                </a:lnTo>
                <a:lnTo>
                  <a:pt x="789" y="408"/>
                </a:lnTo>
                <a:lnTo>
                  <a:pt x="789" y="407"/>
                </a:lnTo>
                <a:lnTo>
                  <a:pt x="788" y="406"/>
                </a:lnTo>
                <a:lnTo>
                  <a:pt x="787" y="406"/>
                </a:lnTo>
                <a:lnTo>
                  <a:pt x="787" y="407"/>
                </a:lnTo>
                <a:lnTo>
                  <a:pt x="787" y="406"/>
                </a:lnTo>
                <a:lnTo>
                  <a:pt x="786" y="406"/>
                </a:lnTo>
                <a:lnTo>
                  <a:pt x="785" y="406"/>
                </a:lnTo>
                <a:lnTo>
                  <a:pt x="785" y="405"/>
                </a:lnTo>
                <a:lnTo>
                  <a:pt x="784" y="405"/>
                </a:lnTo>
                <a:lnTo>
                  <a:pt x="784" y="404"/>
                </a:lnTo>
                <a:lnTo>
                  <a:pt x="783" y="403"/>
                </a:lnTo>
                <a:lnTo>
                  <a:pt x="782" y="403"/>
                </a:lnTo>
                <a:lnTo>
                  <a:pt x="781" y="403"/>
                </a:lnTo>
                <a:lnTo>
                  <a:pt x="780" y="403"/>
                </a:lnTo>
                <a:lnTo>
                  <a:pt x="780" y="404"/>
                </a:lnTo>
                <a:lnTo>
                  <a:pt x="780" y="403"/>
                </a:lnTo>
                <a:lnTo>
                  <a:pt x="780" y="404"/>
                </a:lnTo>
                <a:lnTo>
                  <a:pt x="779" y="403"/>
                </a:lnTo>
                <a:lnTo>
                  <a:pt x="780" y="402"/>
                </a:lnTo>
                <a:lnTo>
                  <a:pt x="779" y="403"/>
                </a:lnTo>
                <a:lnTo>
                  <a:pt x="778" y="403"/>
                </a:lnTo>
                <a:lnTo>
                  <a:pt x="776" y="403"/>
                </a:lnTo>
                <a:lnTo>
                  <a:pt x="775" y="403"/>
                </a:lnTo>
                <a:lnTo>
                  <a:pt x="775" y="402"/>
                </a:lnTo>
                <a:lnTo>
                  <a:pt x="773" y="401"/>
                </a:lnTo>
                <a:lnTo>
                  <a:pt x="772" y="401"/>
                </a:lnTo>
                <a:lnTo>
                  <a:pt x="772" y="402"/>
                </a:lnTo>
                <a:lnTo>
                  <a:pt x="771" y="402"/>
                </a:lnTo>
                <a:lnTo>
                  <a:pt x="771" y="401"/>
                </a:lnTo>
                <a:lnTo>
                  <a:pt x="771" y="400"/>
                </a:lnTo>
                <a:lnTo>
                  <a:pt x="771" y="401"/>
                </a:lnTo>
                <a:lnTo>
                  <a:pt x="772" y="401"/>
                </a:lnTo>
                <a:lnTo>
                  <a:pt x="772" y="400"/>
                </a:lnTo>
                <a:lnTo>
                  <a:pt x="772" y="399"/>
                </a:lnTo>
                <a:lnTo>
                  <a:pt x="772" y="400"/>
                </a:lnTo>
                <a:lnTo>
                  <a:pt x="771" y="400"/>
                </a:lnTo>
                <a:lnTo>
                  <a:pt x="771" y="399"/>
                </a:lnTo>
                <a:lnTo>
                  <a:pt x="770" y="399"/>
                </a:lnTo>
                <a:lnTo>
                  <a:pt x="770" y="400"/>
                </a:lnTo>
                <a:lnTo>
                  <a:pt x="770" y="401"/>
                </a:lnTo>
                <a:lnTo>
                  <a:pt x="770" y="402"/>
                </a:lnTo>
                <a:lnTo>
                  <a:pt x="769" y="402"/>
                </a:lnTo>
                <a:lnTo>
                  <a:pt x="769" y="401"/>
                </a:lnTo>
                <a:lnTo>
                  <a:pt x="769" y="400"/>
                </a:lnTo>
                <a:lnTo>
                  <a:pt x="768" y="399"/>
                </a:lnTo>
                <a:lnTo>
                  <a:pt x="767" y="400"/>
                </a:lnTo>
                <a:lnTo>
                  <a:pt x="767" y="401"/>
                </a:lnTo>
                <a:lnTo>
                  <a:pt x="766" y="401"/>
                </a:lnTo>
                <a:lnTo>
                  <a:pt x="766" y="400"/>
                </a:lnTo>
                <a:lnTo>
                  <a:pt x="766" y="399"/>
                </a:lnTo>
                <a:lnTo>
                  <a:pt x="766" y="398"/>
                </a:lnTo>
                <a:lnTo>
                  <a:pt x="765" y="398"/>
                </a:lnTo>
                <a:lnTo>
                  <a:pt x="765" y="397"/>
                </a:lnTo>
                <a:lnTo>
                  <a:pt x="764" y="396"/>
                </a:lnTo>
                <a:lnTo>
                  <a:pt x="763" y="397"/>
                </a:lnTo>
                <a:lnTo>
                  <a:pt x="762" y="397"/>
                </a:lnTo>
                <a:lnTo>
                  <a:pt x="762" y="398"/>
                </a:lnTo>
                <a:lnTo>
                  <a:pt x="762" y="399"/>
                </a:lnTo>
                <a:lnTo>
                  <a:pt x="761" y="399"/>
                </a:lnTo>
                <a:lnTo>
                  <a:pt x="760" y="399"/>
                </a:lnTo>
                <a:lnTo>
                  <a:pt x="760" y="400"/>
                </a:lnTo>
                <a:lnTo>
                  <a:pt x="759" y="400"/>
                </a:lnTo>
                <a:lnTo>
                  <a:pt x="759" y="401"/>
                </a:lnTo>
                <a:lnTo>
                  <a:pt x="759" y="402"/>
                </a:lnTo>
                <a:lnTo>
                  <a:pt x="760" y="402"/>
                </a:lnTo>
                <a:lnTo>
                  <a:pt x="760" y="403"/>
                </a:lnTo>
                <a:lnTo>
                  <a:pt x="759" y="403"/>
                </a:lnTo>
                <a:lnTo>
                  <a:pt x="759" y="404"/>
                </a:lnTo>
                <a:lnTo>
                  <a:pt x="758" y="404"/>
                </a:lnTo>
                <a:lnTo>
                  <a:pt x="758" y="405"/>
                </a:lnTo>
                <a:lnTo>
                  <a:pt x="758" y="406"/>
                </a:lnTo>
                <a:lnTo>
                  <a:pt x="757" y="406"/>
                </a:lnTo>
                <a:lnTo>
                  <a:pt x="757" y="407"/>
                </a:lnTo>
                <a:lnTo>
                  <a:pt x="756" y="407"/>
                </a:lnTo>
                <a:lnTo>
                  <a:pt x="757" y="408"/>
                </a:lnTo>
                <a:lnTo>
                  <a:pt x="757" y="409"/>
                </a:lnTo>
                <a:lnTo>
                  <a:pt x="757" y="408"/>
                </a:lnTo>
                <a:lnTo>
                  <a:pt x="756" y="408"/>
                </a:lnTo>
                <a:lnTo>
                  <a:pt x="756" y="409"/>
                </a:lnTo>
                <a:lnTo>
                  <a:pt x="756" y="408"/>
                </a:lnTo>
                <a:lnTo>
                  <a:pt x="755" y="408"/>
                </a:lnTo>
                <a:lnTo>
                  <a:pt x="754" y="409"/>
                </a:lnTo>
                <a:lnTo>
                  <a:pt x="754" y="410"/>
                </a:lnTo>
                <a:lnTo>
                  <a:pt x="754" y="412"/>
                </a:lnTo>
                <a:lnTo>
                  <a:pt x="755" y="412"/>
                </a:lnTo>
                <a:lnTo>
                  <a:pt x="755" y="413"/>
                </a:lnTo>
                <a:lnTo>
                  <a:pt x="756" y="413"/>
                </a:lnTo>
                <a:lnTo>
                  <a:pt x="757" y="413"/>
                </a:lnTo>
                <a:lnTo>
                  <a:pt x="756" y="414"/>
                </a:lnTo>
                <a:lnTo>
                  <a:pt x="755" y="414"/>
                </a:lnTo>
                <a:lnTo>
                  <a:pt x="755" y="415"/>
                </a:lnTo>
                <a:lnTo>
                  <a:pt x="756" y="415"/>
                </a:lnTo>
                <a:lnTo>
                  <a:pt x="755" y="415"/>
                </a:lnTo>
                <a:lnTo>
                  <a:pt x="754" y="415"/>
                </a:lnTo>
                <a:lnTo>
                  <a:pt x="753" y="415"/>
                </a:lnTo>
                <a:lnTo>
                  <a:pt x="752" y="415"/>
                </a:lnTo>
                <a:lnTo>
                  <a:pt x="751" y="415"/>
                </a:lnTo>
                <a:lnTo>
                  <a:pt x="750" y="415"/>
                </a:lnTo>
                <a:lnTo>
                  <a:pt x="750" y="414"/>
                </a:lnTo>
                <a:lnTo>
                  <a:pt x="749" y="414"/>
                </a:lnTo>
                <a:lnTo>
                  <a:pt x="749" y="413"/>
                </a:lnTo>
                <a:lnTo>
                  <a:pt x="748" y="413"/>
                </a:lnTo>
                <a:lnTo>
                  <a:pt x="747" y="413"/>
                </a:lnTo>
                <a:lnTo>
                  <a:pt x="746" y="415"/>
                </a:lnTo>
                <a:lnTo>
                  <a:pt x="746" y="416"/>
                </a:lnTo>
                <a:lnTo>
                  <a:pt x="746" y="417"/>
                </a:lnTo>
                <a:lnTo>
                  <a:pt x="748" y="419"/>
                </a:lnTo>
                <a:lnTo>
                  <a:pt x="749" y="419"/>
                </a:lnTo>
                <a:lnTo>
                  <a:pt x="749" y="418"/>
                </a:lnTo>
                <a:lnTo>
                  <a:pt x="750" y="419"/>
                </a:lnTo>
                <a:lnTo>
                  <a:pt x="750" y="420"/>
                </a:lnTo>
                <a:lnTo>
                  <a:pt x="749" y="420"/>
                </a:lnTo>
                <a:lnTo>
                  <a:pt x="748" y="420"/>
                </a:lnTo>
                <a:lnTo>
                  <a:pt x="748" y="421"/>
                </a:lnTo>
                <a:lnTo>
                  <a:pt x="748" y="422"/>
                </a:lnTo>
                <a:lnTo>
                  <a:pt x="747" y="422"/>
                </a:lnTo>
                <a:lnTo>
                  <a:pt x="746" y="422"/>
                </a:lnTo>
                <a:lnTo>
                  <a:pt x="745" y="423"/>
                </a:lnTo>
                <a:lnTo>
                  <a:pt x="744" y="423"/>
                </a:lnTo>
                <a:lnTo>
                  <a:pt x="744" y="422"/>
                </a:lnTo>
                <a:lnTo>
                  <a:pt x="743" y="422"/>
                </a:lnTo>
                <a:lnTo>
                  <a:pt x="743" y="423"/>
                </a:lnTo>
                <a:lnTo>
                  <a:pt x="742" y="423"/>
                </a:lnTo>
                <a:lnTo>
                  <a:pt x="742" y="422"/>
                </a:lnTo>
                <a:lnTo>
                  <a:pt x="741" y="422"/>
                </a:lnTo>
                <a:lnTo>
                  <a:pt x="740" y="423"/>
                </a:lnTo>
                <a:lnTo>
                  <a:pt x="739" y="424"/>
                </a:lnTo>
                <a:lnTo>
                  <a:pt x="738" y="424"/>
                </a:lnTo>
                <a:lnTo>
                  <a:pt x="738" y="425"/>
                </a:lnTo>
                <a:lnTo>
                  <a:pt x="739" y="425"/>
                </a:lnTo>
                <a:lnTo>
                  <a:pt x="739" y="426"/>
                </a:lnTo>
                <a:lnTo>
                  <a:pt x="740" y="426"/>
                </a:lnTo>
                <a:lnTo>
                  <a:pt x="741" y="425"/>
                </a:lnTo>
                <a:lnTo>
                  <a:pt x="742" y="425"/>
                </a:lnTo>
                <a:lnTo>
                  <a:pt x="743" y="424"/>
                </a:lnTo>
                <a:lnTo>
                  <a:pt x="743" y="425"/>
                </a:lnTo>
                <a:lnTo>
                  <a:pt x="744" y="425"/>
                </a:lnTo>
                <a:lnTo>
                  <a:pt x="744" y="426"/>
                </a:lnTo>
                <a:lnTo>
                  <a:pt x="743" y="426"/>
                </a:lnTo>
                <a:lnTo>
                  <a:pt x="742" y="427"/>
                </a:lnTo>
                <a:lnTo>
                  <a:pt x="742" y="428"/>
                </a:lnTo>
                <a:lnTo>
                  <a:pt x="743" y="428"/>
                </a:lnTo>
                <a:lnTo>
                  <a:pt x="743" y="429"/>
                </a:lnTo>
                <a:lnTo>
                  <a:pt x="744" y="430"/>
                </a:lnTo>
                <a:lnTo>
                  <a:pt x="745" y="430"/>
                </a:lnTo>
                <a:lnTo>
                  <a:pt x="747" y="430"/>
                </a:lnTo>
                <a:lnTo>
                  <a:pt x="747" y="431"/>
                </a:lnTo>
                <a:lnTo>
                  <a:pt x="748" y="431"/>
                </a:lnTo>
                <a:lnTo>
                  <a:pt x="748" y="432"/>
                </a:lnTo>
                <a:lnTo>
                  <a:pt x="748" y="433"/>
                </a:lnTo>
                <a:lnTo>
                  <a:pt x="748" y="434"/>
                </a:lnTo>
                <a:lnTo>
                  <a:pt x="750" y="434"/>
                </a:lnTo>
                <a:lnTo>
                  <a:pt x="751" y="434"/>
                </a:lnTo>
                <a:lnTo>
                  <a:pt x="751" y="435"/>
                </a:lnTo>
                <a:lnTo>
                  <a:pt x="752" y="436"/>
                </a:lnTo>
                <a:lnTo>
                  <a:pt x="752" y="437"/>
                </a:lnTo>
                <a:lnTo>
                  <a:pt x="754" y="437"/>
                </a:lnTo>
                <a:lnTo>
                  <a:pt x="755" y="437"/>
                </a:lnTo>
                <a:lnTo>
                  <a:pt x="756" y="437"/>
                </a:lnTo>
                <a:lnTo>
                  <a:pt x="756" y="438"/>
                </a:lnTo>
                <a:lnTo>
                  <a:pt x="756" y="439"/>
                </a:lnTo>
                <a:lnTo>
                  <a:pt x="757" y="438"/>
                </a:lnTo>
                <a:lnTo>
                  <a:pt x="758" y="438"/>
                </a:lnTo>
                <a:lnTo>
                  <a:pt x="758" y="439"/>
                </a:lnTo>
                <a:lnTo>
                  <a:pt x="758" y="440"/>
                </a:lnTo>
                <a:lnTo>
                  <a:pt x="758" y="441"/>
                </a:lnTo>
                <a:lnTo>
                  <a:pt x="757" y="441"/>
                </a:lnTo>
                <a:lnTo>
                  <a:pt x="756" y="441"/>
                </a:lnTo>
                <a:lnTo>
                  <a:pt x="755" y="443"/>
                </a:lnTo>
                <a:lnTo>
                  <a:pt x="755" y="444"/>
                </a:lnTo>
                <a:lnTo>
                  <a:pt x="756" y="444"/>
                </a:lnTo>
                <a:lnTo>
                  <a:pt x="756" y="445"/>
                </a:lnTo>
                <a:lnTo>
                  <a:pt x="756" y="446"/>
                </a:lnTo>
                <a:lnTo>
                  <a:pt x="755" y="446"/>
                </a:lnTo>
                <a:lnTo>
                  <a:pt x="755" y="447"/>
                </a:lnTo>
                <a:lnTo>
                  <a:pt x="755" y="448"/>
                </a:lnTo>
                <a:lnTo>
                  <a:pt x="754" y="449"/>
                </a:lnTo>
                <a:lnTo>
                  <a:pt x="754" y="448"/>
                </a:lnTo>
                <a:lnTo>
                  <a:pt x="753" y="449"/>
                </a:lnTo>
                <a:lnTo>
                  <a:pt x="754" y="449"/>
                </a:lnTo>
                <a:lnTo>
                  <a:pt x="755" y="450"/>
                </a:lnTo>
                <a:lnTo>
                  <a:pt x="755" y="451"/>
                </a:lnTo>
                <a:lnTo>
                  <a:pt x="754" y="451"/>
                </a:lnTo>
                <a:lnTo>
                  <a:pt x="755" y="452"/>
                </a:lnTo>
                <a:lnTo>
                  <a:pt x="756" y="452"/>
                </a:lnTo>
                <a:lnTo>
                  <a:pt x="756" y="453"/>
                </a:lnTo>
                <a:lnTo>
                  <a:pt x="756" y="454"/>
                </a:lnTo>
                <a:lnTo>
                  <a:pt x="756" y="455"/>
                </a:lnTo>
                <a:lnTo>
                  <a:pt x="757" y="455"/>
                </a:lnTo>
                <a:lnTo>
                  <a:pt x="756" y="455"/>
                </a:lnTo>
                <a:lnTo>
                  <a:pt x="756" y="456"/>
                </a:lnTo>
                <a:lnTo>
                  <a:pt x="755" y="456"/>
                </a:lnTo>
                <a:lnTo>
                  <a:pt x="755" y="457"/>
                </a:lnTo>
                <a:lnTo>
                  <a:pt x="754" y="457"/>
                </a:lnTo>
                <a:lnTo>
                  <a:pt x="753" y="457"/>
                </a:lnTo>
                <a:lnTo>
                  <a:pt x="753" y="456"/>
                </a:lnTo>
                <a:lnTo>
                  <a:pt x="752" y="456"/>
                </a:lnTo>
                <a:lnTo>
                  <a:pt x="751" y="456"/>
                </a:lnTo>
                <a:lnTo>
                  <a:pt x="751" y="457"/>
                </a:lnTo>
                <a:lnTo>
                  <a:pt x="750" y="457"/>
                </a:lnTo>
                <a:lnTo>
                  <a:pt x="749" y="457"/>
                </a:lnTo>
                <a:lnTo>
                  <a:pt x="748" y="458"/>
                </a:lnTo>
                <a:lnTo>
                  <a:pt x="747" y="458"/>
                </a:lnTo>
                <a:lnTo>
                  <a:pt x="746" y="457"/>
                </a:lnTo>
                <a:lnTo>
                  <a:pt x="745" y="458"/>
                </a:lnTo>
                <a:lnTo>
                  <a:pt x="745" y="459"/>
                </a:lnTo>
                <a:lnTo>
                  <a:pt x="745" y="460"/>
                </a:lnTo>
                <a:lnTo>
                  <a:pt x="744" y="460"/>
                </a:lnTo>
                <a:lnTo>
                  <a:pt x="744" y="459"/>
                </a:lnTo>
                <a:lnTo>
                  <a:pt x="743" y="459"/>
                </a:lnTo>
                <a:lnTo>
                  <a:pt x="743" y="460"/>
                </a:lnTo>
                <a:lnTo>
                  <a:pt x="743" y="461"/>
                </a:lnTo>
                <a:lnTo>
                  <a:pt x="743" y="462"/>
                </a:lnTo>
                <a:lnTo>
                  <a:pt x="743" y="463"/>
                </a:lnTo>
                <a:lnTo>
                  <a:pt x="743" y="464"/>
                </a:lnTo>
                <a:lnTo>
                  <a:pt x="742" y="464"/>
                </a:lnTo>
                <a:lnTo>
                  <a:pt x="742" y="465"/>
                </a:lnTo>
                <a:lnTo>
                  <a:pt x="742" y="466"/>
                </a:lnTo>
                <a:lnTo>
                  <a:pt x="742" y="467"/>
                </a:lnTo>
                <a:lnTo>
                  <a:pt x="741" y="468"/>
                </a:lnTo>
                <a:lnTo>
                  <a:pt x="741" y="469"/>
                </a:lnTo>
                <a:lnTo>
                  <a:pt x="740" y="469"/>
                </a:lnTo>
                <a:lnTo>
                  <a:pt x="740" y="468"/>
                </a:lnTo>
                <a:lnTo>
                  <a:pt x="739" y="468"/>
                </a:lnTo>
                <a:lnTo>
                  <a:pt x="739" y="469"/>
                </a:lnTo>
                <a:lnTo>
                  <a:pt x="739" y="470"/>
                </a:lnTo>
                <a:lnTo>
                  <a:pt x="738" y="471"/>
                </a:lnTo>
                <a:lnTo>
                  <a:pt x="738" y="472"/>
                </a:lnTo>
                <a:lnTo>
                  <a:pt x="739" y="472"/>
                </a:lnTo>
                <a:lnTo>
                  <a:pt x="738" y="472"/>
                </a:lnTo>
                <a:lnTo>
                  <a:pt x="737" y="472"/>
                </a:lnTo>
                <a:lnTo>
                  <a:pt x="737" y="471"/>
                </a:lnTo>
                <a:lnTo>
                  <a:pt x="736" y="471"/>
                </a:lnTo>
                <a:lnTo>
                  <a:pt x="735" y="471"/>
                </a:lnTo>
                <a:lnTo>
                  <a:pt x="735" y="470"/>
                </a:lnTo>
                <a:lnTo>
                  <a:pt x="734" y="470"/>
                </a:lnTo>
                <a:lnTo>
                  <a:pt x="733" y="470"/>
                </a:lnTo>
                <a:lnTo>
                  <a:pt x="733" y="471"/>
                </a:lnTo>
                <a:lnTo>
                  <a:pt x="733" y="472"/>
                </a:lnTo>
                <a:lnTo>
                  <a:pt x="734" y="474"/>
                </a:lnTo>
                <a:lnTo>
                  <a:pt x="733" y="474"/>
                </a:lnTo>
                <a:lnTo>
                  <a:pt x="732" y="475"/>
                </a:lnTo>
                <a:lnTo>
                  <a:pt x="732" y="474"/>
                </a:lnTo>
                <a:lnTo>
                  <a:pt x="731" y="474"/>
                </a:lnTo>
                <a:lnTo>
                  <a:pt x="730" y="474"/>
                </a:lnTo>
                <a:lnTo>
                  <a:pt x="729" y="474"/>
                </a:lnTo>
                <a:lnTo>
                  <a:pt x="729" y="473"/>
                </a:lnTo>
                <a:lnTo>
                  <a:pt x="728" y="473"/>
                </a:lnTo>
                <a:lnTo>
                  <a:pt x="727" y="473"/>
                </a:lnTo>
                <a:lnTo>
                  <a:pt x="727" y="474"/>
                </a:lnTo>
                <a:lnTo>
                  <a:pt x="726" y="475"/>
                </a:lnTo>
                <a:lnTo>
                  <a:pt x="726" y="474"/>
                </a:lnTo>
                <a:lnTo>
                  <a:pt x="725" y="474"/>
                </a:lnTo>
                <a:lnTo>
                  <a:pt x="725" y="475"/>
                </a:lnTo>
                <a:lnTo>
                  <a:pt x="725" y="476"/>
                </a:lnTo>
                <a:lnTo>
                  <a:pt x="726" y="476"/>
                </a:lnTo>
                <a:lnTo>
                  <a:pt x="726" y="477"/>
                </a:lnTo>
                <a:lnTo>
                  <a:pt x="725" y="477"/>
                </a:lnTo>
                <a:lnTo>
                  <a:pt x="724" y="478"/>
                </a:lnTo>
                <a:lnTo>
                  <a:pt x="724" y="479"/>
                </a:lnTo>
                <a:lnTo>
                  <a:pt x="725" y="479"/>
                </a:lnTo>
                <a:lnTo>
                  <a:pt x="724" y="480"/>
                </a:lnTo>
                <a:lnTo>
                  <a:pt x="723" y="480"/>
                </a:lnTo>
                <a:lnTo>
                  <a:pt x="723" y="479"/>
                </a:lnTo>
                <a:lnTo>
                  <a:pt x="722" y="479"/>
                </a:lnTo>
                <a:lnTo>
                  <a:pt x="722" y="480"/>
                </a:lnTo>
                <a:lnTo>
                  <a:pt x="721" y="480"/>
                </a:lnTo>
                <a:lnTo>
                  <a:pt x="721" y="481"/>
                </a:lnTo>
                <a:lnTo>
                  <a:pt x="721" y="482"/>
                </a:lnTo>
                <a:lnTo>
                  <a:pt x="720" y="482"/>
                </a:lnTo>
                <a:lnTo>
                  <a:pt x="720" y="483"/>
                </a:lnTo>
                <a:lnTo>
                  <a:pt x="719" y="482"/>
                </a:lnTo>
                <a:lnTo>
                  <a:pt x="720" y="482"/>
                </a:lnTo>
                <a:lnTo>
                  <a:pt x="720" y="481"/>
                </a:lnTo>
                <a:lnTo>
                  <a:pt x="719" y="481"/>
                </a:lnTo>
                <a:lnTo>
                  <a:pt x="718" y="482"/>
                </a:lnTo>
                <a:lnTo>
                  <a:pt x="718" y="483"/>
                </a:lnTo>
                <a:lnTo>
                  <a:pt x="719" y="483"/>
                </a:lnTo>
                <a:lnTo>
                  <a:pt x="719" y="484"/>
                </a:lnTo>
                <a:lnTo>
                  <a:pt x="719" y="485"/>
                </a:lnTo>
                <a:lnTo>
                  <a:pt x="718" y="484"/>
                </a:lnTo>
                <a:lnTo>
                  <a:pt x="717" y="485"/>
                </a:lnTo>
                <a:lnTo>
                  <a:pt x="717" y="486"/>
                </a:lnTo>
                <a:lnTo>
                  <a:pt x="717" y="487"/>
                </a:lnTo>
                <a:lnTo>
                  <a:pt x="717" y="488"/>
                </a:lnTo>
                <a:lnTo>
                  <a:pt x="717" y="489"/>
                </a:lnTo>
                <a:lnTo>
                  <a:pt x="718" y="489"/>
                </a:lnTo>
                <a:lnTo>
                  <a:pt x="718" y="490"/>
                </a:lnTo>
                <a:lnTo>
                  <a:pt x="719" y="490"/>
                </a:lnTo>
                <a:lnTo>
                  <a:pt x="719" y="491"/>
                </a:lnTo>
                <a:lnTo>
                  <a:pt x="719" y="492"/>
                </a:lnTo>
                <a:lnTo>
                  <a:pt x="719" y="493"/>
                </a:lnTo>
                <a:lnTo>
                  <a:pt x="719" y="494"/>
                </a:lnTo>
                <a:lnTo>
                  <a:pt x="719" y="495"/>
                </a:lnTo>
                <a:lnTo>
                  <a:pt x="720" y="495"/>
                </a:lnTo>
                <a:lnTo>
                  <a:pt x="721" y="496"/>
                </a:lnTo>
                <a:lnTo>
                  <a:pt x="721" y="497"/>
                </a:lnTo>
                <a:lnTo>
                  <a:pt x="720" y="497"/>
                </a:lnTo>
                <a:lnTo>
                  <a:pt x="719" y="497"/>
                </a:lnTo>
                <a:lnTo>
                  <a:pt x="719" y="498"/>
                </a:lnTo>
                <a:lnTo>
                  <a:pt x="720" y="498"/>
                </a:lnTo>
                <a:lnTo>
                  <a:pt x="721" y="498"/>
                </a:lnTo>
                <a:lnTo>
                  <a:pt x="721" y="499"/>
                </a:lnTo>
                <a:lnTo>
                  <a:pt x="721" y="498"/>
                </a:lnTo>
                <a:lnTo>
                  <a:pt x="722" y="497"/>
                </a:lnTo>
                <a:lnTo>
                  <a:pt x="722" y="498"/>
                </a:lnTo>
                <a:lnTo>
                  <a:pt x="723" y="497"/>
                </a:lnTo>
                <a:lnTo>
                  <a:pt x="723" y="496"/>
                </a:lnTo>
                <a:lnTo>
                  <a:pt x="724" y="497"/>
                </a:lnTo>
                <a:lnTo>
                  <a:pt x="725" y="497"/>
                </a:lnTo>
                <a:lnTo>
                  <a:pt x="726" y="498"/>
                </a:lnTo>
                <a:lnTo>
                  <a:pt x="726" y="499"/>
                </a:lnTo>
                <a:lnTo>
                  <a:pt x="725" y="500"/>
                </a:lnTo>
                <a:lnTo>
                  <a:pt x="724" y="500"/>
                </a:lnTo>
                <a:lnTo>
                  <a:pt x="724" y="501"/>
                </a:lnTo>
                <a:lnTo>
                  <a:pt x="724" y="500"/>
                </a:lnTo>
                <a:lnTo>
                  <a:pt x="725" y="500"/>
                </a:lnTo>
                <a:lnTo>
                  <a:pt x="726" y="500"/>
                </a:lnTo>
                <a:lnTo>
                  <a:pt x="727" y="500"/>
                </a:lnTo>
                <a:lnTo>
                  <a:pt x="728" y="500"/>
                </a:lnTo>
                <a:lnTo>
                  <a:pt x="728" y="501"/>
                </a:lnTo>
                <a:lnTo>
                  <a:pt x="729" y="501"/>
                </a:lnTo>
                <a:lnTo>
                  <a:pt x="729" y="502"/>
                </a:lnTo>
                <a:lnTo>
                  <a:pt x="730" y="503"/>
                </a:lnTo>
                <a:lnTo>
                  <a:pt x="730" y="504"/>
                </a:lnTo>
                <a:lnTo>
                  <a:pt x="729" y="505"/>
                </a:lnTo>
                <a:lnTo>
                  <a:pt x="730" y="505"/>
                </a:lnTo>
                <a:lnTo>
                  <a:pt x="730" y="506"/>
                </a:lnTo>
                <a:lnTo>
                  <a:pt x="729" y="507"/>
                </a:lnTo>
                <a:lnTo>
                  <a:pt x="728" y="507"/>
                </a:lnTo>
                <a:lnTo>
                  <a:pt x="728" y="508"/>
                </a:lnTo>
                <a:lnTo>
                  <a:pt x="728" y="509"/>
                </a:lnTo>
                <a:lnTo>
                  <a:pt x="728" y="510"/>
                </a:lnTo>
                <a:lnTo>
                  <a:pt x="728" y="511"/>
                </a:lnTo>
                <a:lnTo>
                  <a:pt x="728" y="512"/>
                </a:lnTo>
                <a:lnTo>
                  <a:pt x="729" y="511"/>
                </a:lnTo>
                <a:lnTo>
                  <a:pt x="730" y="511"/>
                </a:lnTo>
                <a:lnTo>
                  <a:pt x="731" y="511"/>
                </a:lnTo>
                <a:lnTo>
                  <a:pt x="731" y="510"/>
                </a:lnTo>
                <a:lnTo>
                  <a:pt x="732" y="510"/>
                </a:lnTo>
                <a:lnTo>
                  <a:pt x="732" y="511"/>
                </a:lnTo>
                <a:lnTo>
                  <a:pt x="732" y="514"/>
                </a:lnTo>
                <a:lnTo>
                  <a:pt x="733" y="514"/>
                </a:lnTo>
                <a:lnTo>
                  <a:pt x="733" y="515"/>
                </a:lnTo>
                <a:lnTo>
                  <a:pt x="734" y="515"/>
                </a:lnTo>
                <a:lnTo>
                  <a:pt x="735" y="515"/>
                </a:lnTo>
                <a:lnTo>
                  <a:pt x="736" y="514"/>
                </a:lnTo>
                <a:lnTo>
                  <a:pt x="737" y="515"/>
                </a:lnTo>
                <a:lnTo>
                  <a:pt x="736" y="515"/>
                </a:lnTo>
                <a:lnTo>
                  <a:pt x="736" y="516"/>
                </a:lnTo>
                <a:lnTo>
                  <a:pt x="737" y="516"/>
                </a:lnTo>
                <a:lnTo>
                  <a:pt x="738" y="516"/>
                </a:lnTo>
                <a:lnTo>
                  <a:pt x="739" y="515"/>
                </a:lnTo>
                <a:lnTo>
                  <a:pt x="741" y="515"/>
                </a:lnTo>
                <a:lnTo>
                  <a:pt x="742" y="515"/>
                </a:lnTo>
                <a:lnTo>
                  <a:pt x="742" y="516"/>
                </a:lnTo>
                <a:lnTo>
                  <a:pt x="743" y="516"/>
                </a:lnTo>
                <a:lnTo>
                  <a:pt x="744" y="516"/>
                </a:lnTo>
                <a:lnTo>
                  <a:pt x="745" y="515"/>
                </a:lnTo>
                <a:lnTo>
                  <a:pt x="745" y="516"/>
                </a:lnTo>
                <a:lnTo>
                  <a:pt x="745" y="517"/>
                </a:lnTo>
                <a:lnTo>
                  <a:pt x="746" y="517"/>
                </a:lnTo>
                <a:lnTo>
                  <a:pt x="746" y="516"/>
                </a:lnTo>
                <a:lnTo>
                  <a:pt x="747" y="515"/>
                </a:lnTo>
                <a:lnTo>
                  <a:pt x="748" y="515"/>
                </a:lnTo>
                <a:lnTo>
                  <a:pt x="748" y="516"/>
                </a:lnTo>
                <a:lnTo>
                  <a:pt x="748" y="517"/>
                </a:lnTo>
                <a:lnTo>
                  <a:pt x="749" y="517"/>
                </a:lnTo>
                <a:lnTo>
                  <a:pt x="749" y="518"/>
                </a:lnTo>
                <a:lnTo>
                  <a:pt x="750" y="518"/>
                </a:lnTo>
                <a:lnTo>
                  <a:pt x="750" y="517"/>
                </a:lnTo>
                <a:lnTo>
                  <a:pt x="751" y="517"/>
                </a:lnTo>
                <a:lnTo>
                  <a:pt x="751" y="516"/>
                </a:lnTo>
                <a:lnTo>
                  <a:pt x="750" y="516"/>
                </a:lnTo>
                <a:lnTo>
                  <a:pt x="750" y="515"/>
                </a:lnTo>
                <a:lnTo>
                  <a:pt x="751" y="515"/>
                </a:lnTo>
                <a:lnTo>
                  <a:pt x="752" y="515"/>
                </a:lnTo>
                <a:lnTo>
                  <a:pt x="752" y="514"/>
                </a:lnTo>
                <a:lnTo>
                  <a:pt x="753" y="513"/>
                </a:lnTo>
                <a:lnTo>
                  <a:pt x="754" y="513"/>
                </a:lnTo>
                <a:lnTo>
                  <a:pt x="755" y="513"/>
                </a:lnTo>
                <a:lnTo>
                  <a:pt x="755" y="514"/>
                </a:lnTo>
                <a:lnTo>
                  <a:pt x="754" y="514"/>
                </a:lnTo>
                <a:lnTo>
                  <a:pt x="753" y="514"/>
                </a:lnTo>
                <a:lnTo>
                  <a:pt x="753" y="515"/>
                </a:lnTo>
                <a:lnTo>
                  <a:pt x="753" y="516"/>
                </a:lnTo>
                <a:lnTo>
                  <a:pt x="753" y="517"/>
                </a:lnTo>
                <a:lnTo>
                  <a:pt x="753" y="518"/>
                </a:lnTo>
                <a:lnTo>
                  <a:pt x="754" y="518"/>
                </a:lnTo>
                <a:lnTo>
                  <a:pt x="754" y="519"/>
                </a:lnTo>
                <a:lnTo>
                  <a:pt x="754" y="520"/>
                </a:lnTo>
                <a:lnTo>
                  <a:pt x="754" y="521"/>
                </a:lnTo>
                <a:lnTo>
                  <a:pt x="754" y="522"/>
                </a:lnTo>
                <a:lnTo>
                  <a:pt x="755" y="523"/>
                </a:lnTo>
                <a:lnTo>
                  <a:pt x="755" y="524"/>
                </a:lnTo>
                <a:lnTo>
                  <a:pt x="755" y="525"/>
                </a:lnTo>
                <a:lnTo>
                  <a:pt x="754" y="525"/>
                </a:lnTo>
                <a:lnTo>
                  <a:pt x="755" y="526"/>
                </a:lnTo>
                <a:lnTo>
                  <a:pt x="756" y="527"/>
                </a:lnTo>
                <a:lnTo>
                  <a:pt x="756" y="528"/>
                </a:lnTo>
                <a:lnTo>
                  <a:pt x="756" y="529"/>
                </a:lnTo>
                <a:lnTo>
                  <a:pt x="756" y="530"/>
                </a:lnTo>
                <a:lnTo>
                  <a:pt x="757" y="530"/>
                </a:lnTo>
                <a:lnTo>
                  <a:pt x="758" y="529"/>
                </a:lnTo>
                <a:lnTo>
                  <a:pt x="758" y="530"/>
                </a:lnTo>
                <a:lnTo>
                  <a:pt x="757" y="530"/>
                </a:lnTo>
                <a:lnTo>
                  <a:pt x="756" y="531"/>
                </a:lnTo>
                <a:lnTo>
                  <a:pt x="756" y="532"/>
                </a:lnTo>
                <a:lnTo>
                  <a:pt x="756" y="533"/>
                </a:lnTo>
                <a:lnTo>
                  <a:pt x="756" y="534"/>
                </a:lnTo>
                <a:lnTo>
                  <a:pt x="757" y="534"/>
                </a:lnTo>
                <a:lnTo>
                  <a:pt x="757" y="535"/>
                </a:lnTo>
                <a:lnTo>
                  <a:pt x="757" y="536"/>
                </a:lnTo>
                <a:lnTo>
                  <a:pt x="758" y="536"/>
                </a:lnTo>
                <a:lnTo>
                  <a:pt x="758" y="537"/>
                </a:lnTo>
                <a:lnTo>
                  <a:pt x="758" y="538"/>
                </a:lnTo>
                <a:lnTo>
                  <a:pt x="757" y="539"/>
                </a:lnTo>
                <a:lnTo>
                  <a:pt x="757" y="540"/>
                </a:lnTo>
                <a:lnTo>
                  <a:pt x="758" y="540"/>
                </a:lnTo>
                <a:lnTo>
                  <a:pt x="758" y="541"/>
                </a:lnTo>
                <a:lnTo>
                  <a:pt x="759" y="541"/>
                </a:lnTo>
                <a:lnTo>
                  <a:pt x="759" y="542"/>
                </a:lnTo>
                <a:lnTo>
                  <a:pt x="759" y="543"/>
                </a:lnTo>
                <a:lnTo>
                  <a:pt x="759" y="544"/>
                </a:lnTo>
                <a:lnTo>
                  <a:pt x="759" y="545"/>
                </a:lnTo>
                <a:lnTo>
                  <a:pt x="760" y="545"/>
                </a:lnTo>
                <a:lnTo>
                  <a:pt x="761" y="545"/>
                </a:lnTo>
                <a:lnTo>
                  <a:pt x="761" y="546"/>
                </a:lnTo>
                <a:lnTo>
                  <a:pt x="762" y="547"/>
                </a:lnTo>
                <a:lnTo>
                  <a:pt x="762" y="548"/>
                </a:lnTo>
                <a:lnTo>
                  <a:pt x="763" y="548"/>
                </a:lnTo>
                <a:lnTo>
                  <a:pt x="763" y="549"/>
                </a:lnTo>
                <a:lnTo>
                  <a:pt x="762" y="549"/>
                </a:lnTo>
                <a:lnTo>
                  <a:pt x="762" y="548"/>
                </a:lnTo>
                <a:lnTo>
                  <a:pt x="762" y="549"/>
                </a:lnTo>
                <a:lnTo>
                  <a:pt x="762" y="550"/>
                </a:lnTo>
                <a:lnTo>
                  <a:pt x="763" y="550"/>
                </a:lnTo>
                <a:lnTo>
                  <a:pt x="763" y="549"/>
                </a:lnTo>
                <a:lnTo>
                  <a:pt x="765" y="549"/>
                </a:lnTo>
                <a:lnTo>
                  <a:pt x="766" y="550"/>
                </a:lnTo>
                <a:lnTo>
                  <a:pt x="767" y="551"/>
                </a:lnTo>
                <a:lnTo>
                  <a:pt x="768" y="550"/>
                </a:lnTo>
                <a:lnTo>
                  <a:pt x="769" y="550"/>
                </a:lnTo>
                <a:lnTo>
                  <a:pt x="770" y="550"/>
                </a:lnTo>
                <a:lnTo>
                  <a:pt x="770" y="551"/>
                </a:lnTo>
                <a:lnTo>
                  <a:pt x="770" y="552"/>
                </a:lnTo>
                <a:lnTo>
                  <a:pt x="771" y="553"/>
                </a:lnTo>
                <a:lnTo>
                  <a:pt x="772" y="553"/>
                </a:lnTo>
                <a:lnTo>
                  <a:pt x="772" y="554"/>
                </a:lnTo>
                <a:lnTo>
                  <a:pt x="773" y="554"/>
                </a:lnTo>
                <a:lnTo>
                  <a:pt x="773" y="553"/>
                </a:lnTo>
                <a:lnTo>
                  <a:pt x="772" y="552"/>
                </a:lnTo>
                <a:lnTo>
                  <a:pt x="773" y="550"/>
                </a:lnTo>
                <a:lnTo>
                  <a:pt x="774" y="550"/>
                </a:lnTo>
                <a:lnTo>
                  <a:pt x="775" y="550"/>
                </a:lnTo>
                <a:lnTo>
                  <a:pt x="776" y="549"/>
                </a:lnTo>
                <a:lnTo>
                  <a:pt x="777" y="548"/>
                </a:lnTo>
                <a:lnTo>
                  <a:pt x="777" y="547"/>
                </a:lnTo>
                <a:lnTo>
                  <a:pt x="778" y="547"/>
                </a:lnTo>
                <a:lnTo>
                  <a:pt x="779" y="547"/>
                </a:lnTo>
                <a:lnTo>
                  <a:pt x="779" y="546"/>
                </a:lnTo>
                <a:lnTo>
                  <a:pt x="778" y="546"/>
                </a:lnTo>
                <a:lnTo>
                  <a:pt x="779" y="546"/>
                </a:lnTo>
                <a:lnTo>
                  <a:pt x="779" y="545"/>
                </a:lnTo>
                <a:lnTo>
                  <a:pt x="780" y="546"/>
                </a:lnTo>
                <a:lnTo>
                  <a:pt x="781" y="546"/>
                </a:lnTo>
                <a:lnTo>
                  <a:pt x="781" y="547"/>
                </a:lnTo>
                <a:lnTo>
                  <a:pt x="782" y="548"/>
                </a:lnTo>
                <a:lnTo>
                  <a:pt x="783" y="549"/>
                </a:lnTo>
                <a:lnTo>
                  <a:pt x="783" y="548"/>
                </a:lnTo>
                <a:lnTo>
                  <a:pt x="784" y="548"/>
                </a:lnTo>
                <a:lnTo>
                  <a:pt x="785" y="548"/>
                </a:lnTo>
                <a:lnTo>
                  <a:pt x="785" y="549"/>
                </a:lnTo>
                <a:lnTo>
                  <a:pt x="784" y="549"/>
                </a:lnTo>
                <a:lnTo>
                  <a:pt x="784" y="550"/>
                </a:lnTo>
                <a:lnTo>
                  <a:pt x="784" y="551"/>
                </a:lnTo>
                <a:lnTo>
                  <a:pt x="784" y="552"/>
                </a:lnTo>
                <a:lnTo>
                  <a:pt x="784" y="553"/>
                </a:lnTo>
                <a:lnTo>
                  <a:pt x="785" y="553"/>
                </a:lnTo>
                <a:lnTo>
                  <a:pt x="786" y="553"/>
                </a:lnTo>
                <a:lnTo>
                  <a:pt x="786" y="552"/>
                </a:lnTo>
                <a:lnTo>
                  <a:pt x="787" y="552"/>
                </a:lnTo>
                <a:lnTo>
                  <a:pt x="788" y="553"/>
                </a:lnTo>
                <a:lnTo>
                  <a:pt x="789" y="554"/>
                </a:lnTo>
                <a:lnTo>
                  <a:pt x="790" y="554"/>
                </a:lnTo>
                <a:lnTo>
                  <a:pt x="791" y="554"/>
                </a:lnTo>
                <a:lnTo>
                  <a:pt x="791" y="553"/>
                </a:lnTo>
                <a:lnTo>
                  <a:pt x="792" y="553"/>
                </a:lnTo>
                <a:lnTo>
                  <a:pt x="793" y="553"/>
                </a:lnTo>
                <a:lnTo>
                  <a:pt x="794" y="553"/>
                </a:lnTo>
                <a:lnTo>
                  <a:pt x="795" y="553"/>
                </a:lnTo>
                <a:lnTo>
                  <a:pt x="796" y="552"/>
                </a:lnTo>
                <a:lnTo>
                  <a:pt x="796" y="551"/>
                </a:lnTo>
                <a:lnTo>
                  <a:pt x="797" y="552"/>
                </a:lnTo>
                <a:lnTo>
                  <a:pt x="798" y="553"/>
                </a:lnTo>
                <a:lnTo>
                  <a:pt x="799" y="553"/>
                </a:lnTo>
                <a:lnTo>
                  <a:pt x="799" y="554"/>
                </a:lnTo>
                <a:lnTo>
                  <a:pt x="800" y="554"/>
                </a:lnTo>
                <a:lnTo>
                  <a:pt x="800" y="555"/>
                </a:lnTo>
                <a:lnTo>
                  <a:pt x="801" y="555"/>
                </a:lnTo>
                <a:lnTo>
                  <a:pt x="801" y="556"/>
                </a:lnTo>
                <a:lnTo>
                  <a:pt x="802" y="557"/>
                </a:lnTo>
                <a:lnTo>
                  <a:pt x="803" y="557"/>
                </a:lnTo>
                <a:lnTo>
                  <a:pt x="803" y="558"/>
                </a:lnTo>
                <a:lnTo>
                  <a:pt x="804" y="558"/>
                </a:lnTo>
                <a:lnTo>
                  <a:pt x="804" y="559"/>
                </a:lnTo>
                <a:lnTo>
                  <a:pt x="804" y="560"/>
                </a:lnTo>
                <a:lnTo>
                  <a:pt x="803" y="560"/>
                </a:lnTo>
                <a:lnTo>
                  <a:pt x="803" y="561"/>
                </a:lnTo>
                <a:lnTo>
                  <a:pt x="803" y="562"/>
                </a:lnTo>
                <a:lnTo>
                  <a:pt x="803" y="563"/>
                </a:lnTo>
                <a:lnTo>
                  <a:pt x="803" y="565"/>
                </a:lnTo>
                <a:lnTo>
                  <a:pt x="803" y="566"/>
                </a:lnTo>
                <a:lnTo>
                  <a:pt x="803" y="565"/>
                </a:lnTo>
                <a:lnTo>
                  <a:pt x="804" y="565"/>
                </a:lnTo>
                <a:lnTo>
                  <a:pt x="804" y="566"/>
                </a:lnTo>
                <a:lnTo>
                  <a:pt x="806" y="567"/>
                </a:lnTo>
                <a:lnTo>
                  <a:pt x="805" y="567"/>
                </a:lnTo>
                <a:lnTo>
                  <a:pt x="805" y="568"/>
                </a:lnTo>
                <a:lnTo>
                  <a:pt x="805" y="569"/>
                </a:lnTo>
                <a:lnTo>
                  <a:pt x="805" y="570"/>
                </a:lnTo>
                <a:lnTo>
                  <a:pt x="806" y="570"/>
                </a:lnTo>
                <a:lnTo>
                  <a:pt x="806" y="571"/>
                </a:lnTo>
                <a:lnTo>
                  <a:pt x="807" y="572"/>
                </a:lnTo>
                <a:lnTo>
                  <a:pt x="806" y="572"/>
                </a:lnTo>
                <a:lnTo>
                  <a:pt x="807" y="573"/>
                </a:lnTo>
                <a:lnTo>
                  <a:pt x="808" y="573"/>
                </a:lnTo>
                <a:lnTo>
                  <a:pt x="808" y="575"/>
                </a:lnTo>
                <a:lnTo>
                  <a:pt x="808" y="577"/>
                </a:lnTo>
                <a:lnTo>
                  <a:pt x="809" y="577"/>
                </a:lnTo>
                <a:lnTo>
                  <a:pt x="809" y="578"/>
                </a:lnTo>
                <a:lnTo>
                  <a:pt x="808" y="578"/>
                </a:lnTo>
                <a:lnTo>
                  <a:pt x="808" y="579"/>
                </a:lnTo>
                <a:lnTo>
                  <a:pt x="808" y="580"/>
                </a:lnTo>
                <a:lnTo>
                  <a:pt x="809" y="580"/>
                </a:lnTo>
                <a:lnTo>
                  <a:pt x="809" y="581"/>
                </a:lnTo>
                <a:lnTo>
                  <a:pt x="809" y="580"/>
                </a:lnTo>
                <a:lnTo>
                  <a:pt x="810" y="580"/>
                </a:lnTo>
                <a:lnTo>
                  <a:pt x="810" y="581"/>
                </a:lnTo>
                <a:lnTo>
                  <a:pt x="810" y="582"/>
                </a:lnTo>
                <a:lnTo>
                  <a:pt x="809" y="582"/>
                </a:lnTo>
                <a:lnTo>
                  <a:pt x="809" y="583"/>
                </a:lnTo>
                <a:lnTo>
                  <a:pt x="810" y="583"/>
                </a:lnTo>
                <a:lnTo>
                  <a:pt x="810" y="584"/>
                </a:lnTo>
                <a:lnTo>
                  <a:pt x="811" y="585"/>
                </a:lnTo>
                <a:lnTo>
                  <a:pt x="812" y="586"/>
                </a:lnTo>
                <a:lnTo>
                  <a:pt x="811" y="588"/>
                </a:lnTo>
                <a:lnTo>
                  <a:pt x="811" y="589"/>
                </a:lnTo>
                <a:lnTo>
                  <a:pt x="810" y="589"/>
                </a:lnTo>
                <a:lnTo>
                  <a:pt x="811" y="589"/>
                </a:lnTo>
                <a:lnTo>
                  <a:pt x="811" y="590"/>
                </a:lnTo>
                <a:lnTo>
                  <a:pt x="811" y="591"/>
                </a:lnTo>
                <a:lnTo>
                  <a:pt x="812" y="591"/>
                </a:lnTo>
                <a:lnTo>
                  <a:pt x="812" y="590"/>
                </a:lnTo>
                <a:lnTo>
                  <a:pt x="813" y="591"/>
                </a:lnTo>
                <a:lnTo>
                  <a:pt x="813" y="592"/>
                </a:lnTo>
                <a:lnTo>
                  <a:pt x="814" y="592"/>
                </a:lnTo>
                <a:lnTo>
                  <a:pt x="814" y="593"/>
                </a:lnTo>
                <a:lnTo>
                  <a:pt x="814" y="594"/>
                </a:lnTo>
                <a:lnTo>
                  <a:pt x="814" y="595"/>
                </a:lnTo>
                <a:lnTo>
                  <a:pt x="814" y="596"/>
                </a:lnTo>
                <a:lnTo>
                  <a:pt x="814" y="597"/>
                </a:lnTo>
                <a:lnTo>
                  <a:pt x="815" y="597"/>
                </a:lnTo>
                <a:lnTo>
                  <a:pt x="814" y="597"/>
                </a:lnTo>
                <a:lnTo>
                  <a:pt x="813" y="597"/>
                </a:lnTo>
                <a:lnTo>
                  <a:pt x="812" y="597"/>
                </a:lnTo>
                <a:lnTo>
                  <a:pt x="811" y="597"/>
                </a:lnTo>
                <a:lnTo>
                  <a:pt x="810" y="597"/>
                </a:lnTo>
                <a:lnTo>
                  <a:pt x="810" y="596"/>
                </a:lnTo>
                <a:lnTo>
                  <a:pt x="809" y="595"/>
                </a:lnTo>
                <a:lnTo>
                  <a:pt x="808" y="594"/>
                </a:lnTo>
                <a:lnTo>
                  <a:pt x="808" y="593"/>
                </a:lnTo>
                <a:lnTo>
                  <a:pt x="807" y="593"/>
                </a:lnTo>
                <a:lnTo>
                  <a:pt x="807" y="592"/>
                </a:lnTo>
                <a:lnTo>
                  <a:pt x="807" y="591"/>
                </a:lnTo>
                <a:lnTo>
                  <a:pt x="805" y="591"/>
                </a:lnTo>
                <a:lnTo>
                  <a:pt x="804" y="590"/>
                </a:lnTo>
                <a:lnTo>
                  <a:pt x="803" y="590"/>
                </a:lnTo>
                <a:lnTo>
                  <a:pt x="802" y="589"/>
                </a:lnTo>
                <a:lnTo>
                  <a:pt x="801" y="588"/>
                </a:lnTo>
                <a:lnTo>
                  <a:pt x="800" y="588"/>
                </a:lnTo>
                <a:lnTo>
                  <a:pt x="800" y="587"/>
                </a:lnTo>
                <a:lnTo>
                  <a:pt x="799" y="587"/>
                </a:lnTo>
                <a:lnTo>
                  <a:pt x="798" y="587"/>
                </a:lnTo>
                <a:lnTo>
                  <a:pt x="797" y="586"/>
                </a:lnTo>
                <a:lnTo>
                  <a:pt x="797" y="585"/>
                </a:lnTo>
                <a:lnTo>
                  <a:pt x="797" y="584"/>
                </a:lnTo>
                <a:lnTo>
                  <a:pt x="796" y="583"/>
                </a:lnTo>
                <a:lnTo>
                  <a:pt x="796" y="582"/>
                </a:lnTo>
                <a:lnTo>
                  <a:pt x="796" y="581"/>
                </a:lnTo>
                <a:lnTo>
                  <a:pt x="795" y="581"/>
                </a:lnTo>
                <a:lnTo>
                  <a:pt x="795" y="580"/>
                </a:lnTo>
                <a:lnTo>
                  <a:pt x="794" y="580"/>
                </a:lnTo>
                <a:lnTo>
                  <a:pt x="793" y="580"/>
                </a:lnTo>
                <a:lnTo>
                  <a:pt x="792" y="580"/>
                </a:lnTo>
                <a:lnTo>
                  <a:pt x="791" y="580"/>
                </a:lnTo>
                <a:lnTo>
                  <a:pt x="792" y="580"/>
                </a:lnTo>
                <a:lnTo>
                  <a:pt x="792" y="581"/>
                </a:lnTo>
                <a:lnTo>
                  <a:pt x="791" y="581"/>
                </a:lnTo>
                <a:lnTo>
                  <a:pt x="790" y="581"/>
                </a:lnTo>
                <a:lnTo>
                  <a:pt x="789" y="580"/>
                </a:lnTo>
                <a:lnTo>
                  <a:pt x="789" y="579"/>
                </a:lnTo>
                <a:lnTo>
                  <a:pt x="788" y="579"/>
                </a:lnTo>
                <a:lnTo>
                  <a:pt x="788" y="578"/>
                </a:lnTo>
                <a:lnTo>
                  <a:pt x="788" y="577"/>
                </a:lnTo>
                <a:lnTo>
                  <a:pt x="788" y="576"/>
                </a:lnTo>
                <a:lnTo>
                  <a:pt x="787" y="575"/>
                </a:lnTo>
                <a:lnTo>
                  <a:pt x="786" y="576"/>
                </a:lnTo>
                <a:lnTo>
                  <a:pt x="785" y="575"/>
                </a:lnTo>
                <a:lnTo>
                  <a:pt x="784" y="575"/>
                </a:lnTo>
                <a:lnTo>
                  <a:pt x="783" y="575"/>
                </a:lnTo>
                <a:lnTo>
                  <a:pt x="783" y="574"/>
                </a:lnTo>
                <a:lnTo>
                  <a:pt x="784" y="574"/>
                </a:lnTo>
                <a:lnTo>
                  <a:pt x="784" y="573"/>
                </a:lnTo>
                <a:lnTo>
                  <a:pt x="782" y="573"/>
                </a:lnTo>
                <a:lnTo>
                  <a:pt x="783" y="573"/>
                </a:lnTo>
                <a:lnTo>
                  <a:pt x="783" y="572"/>
                </a:lnTo>
                <a:lnTo>
                  <a:pt x="782" y="571"/>
                </a:lnTo>
                <a:lnTo>
                  <a:pt x="781" y="569"/>
                </a:lnTo>
                <a:lnTo>
                  <a:pt x="780" y="569"/>
                </a:lnTo>
                <a:lnTo>
                  <a:pt x="780" y="570"/>
                </a:lnTo>
                <a:lnTo>
                  <a:pt x="778" y="569"/>
                </a:lnTo>
                <a:lnTo>
                  <a:pt x="778" y="568"/>
                </a:lnTo>
                <a:lnTo>
                  <a:pt x="777" y="568"/>
                </a:lnTo>
                <a:lnTo>
                  <a:pt x="777" y="570"/>
                </a:lnTo>
                <a:lnTo>
                  <a:pt x="776" y="571"/>
                </a:lnTo>
                <a:lnTo>
                  <a:pt x="776" y="572"/>
                </a:lnTo>
                <a:lnTo>
                  <a:pt x="776" y="573"/>
                </a:lnTo>
                <a:lnTo>
                  <a:pt x="775" y="573"/>
                </a:lnTo>
                <a:lnTo>
                  <a:pt x="775" y="574"/>
                </a:lnTo>
                <a:lnTo>
                  <a:pt x="774" y="574"/>
                </a:lnTo>
                <a:lnTo>
                  <a:pt x="775" y="575"/>
                </a:lnTo>
                <a:lnTo>
                  <a:pt x="775" y="576"/>
                </a:lnTo>
                <a:lnTo>
                  <a:pt x="774" y="576"/>
                </a:lnTo>
                <a:lnTo>
                  <a:pt x="772" y="577"/>
                </a:lnTo>
                <a:lnTo>
                  <a:pt x="771" y="577"/>
                </a:lnTo>
                <a:lnTo>
                  <a:pt x="770" y="578"/>
                </a:lnTo>
                <a:lnTo>
                  <a:pt x="770" y="579"/>
                </a:lnTo>
                <a:lnTo>
                  <a:pt x="771" y="580"/>
                </a:lnTo>
                <a:lnTo>
                  <a:pt x="771" y="582"/>
                </a:lnTo>
                <a:lnTo>
                  <a:pt x="772" y="583"/>
                </a:lnTo>
                <a:lnTo>
                  <a:pt x="772" y="584"/>
                </a:lnTo>
                <a:lnTo>
                  <a:pt x="771" y="584"/>
                </a:lnTo>
                <a:lnTo>
                  <a:pt x="770" y="584"/>
                </a:lnTo>
                <a:lnTo>
                  <a:pt x="770" y="585"/>
                </a:lnTo>
                <a:lnTo>
                  <a:pt x="769" y="585"/>
                </a:lnTo>
                <a:lnTo>
                  <a:pt x="769" y="584"/>
                </a:lnTo>
                <a:lnTo>
                  <a:pt x="768" y="584"/>
                </a:lnTo>
                <a:lnTo>
                  <a:pt x="767" y="584"/>
                </a:lnTo>
                <a:lnTo>
                  <a:pt x="766" y="584"/>
                </a:lnTo>
                <a:lnTo>
                  <a:pt x="765" y="584"/>
                </a:lnTo>
                <a:lnTo>
                  <a:pt x="764" y="584"/>
                </a:lnTo>
                <a:lnTo>
                  <a:pt x="763" y="584"/>
                </a:lnTo>
                <a:lnTo>
                  <a:pt x="762" y="584"/>
                </a:lnTo>
                <a:lnTo>
                  <a:pt x="761" y="583"/>
                </a:lnTo>
                <a:lnTo>
                  <a:pt x="761" y="584"/>
                </a:lnTo>
                <a:lnTo>
                  <a:pt x="760" y="585"/>
                </a:lnTo>
                <a:lnTo>
                  <a:pt x="759" y="585"/>
                </a:lnTo>
                <a:lnTo>
                  <a:pt x="758" y="585"/>
                </a:lnTo>
                <a:lnTo>
                  <a:pt x="758" y="584"/>
                </a:lnTo>
                <a:lnTo>
                  <a:pt x="758" y="583"/>
                </a:lnTo>
                <a:lnTo>
                  <a:pt x="757" y="583"/>
                </a:lnTo>
                <a:lnTo>
                  <a:pt x="756" y="584"/>
                </a:lnTo>
                <a:lnTo>
                  <a:pt x="755" y="585"/>
                </a:lnTo>
                <a:lnTo>
                  <a:pt x="755" y="586"/>
                </a:lnTo>
                <a:lnTo>
                  <a:pt x="754" y="586"/>
                </a:lnTo>
                <a:lnTo>
                  <a:pt x="754" y="585"/>
                </a:lnTo>
                <a:lnTo>
                  <a:pt x="753" y="585"/>
                </a:lnTo>
                <a:lnTo>
                  <a:pt x="753" y="586"/>
                </a:lnTo>
                <a:lnTo>
                  <a:pt x="753" y="587"/>
                </a:lnTo>
                <a:lnTo>
                  <a:pt x="753" y="588"/>
                </a:lnTo>
                <a:lnTo>
                  <a:pt x="752" y="588"/>
                </a:lnTo>
                <a:lnTo>
                  <a:pt x="752" y="589"/>
                </a:lnTo>
                <a:lnTo>
                  <a:pt x="752" y="590"/>
                </a:lnTo>
                <a:lnTo>
                  <a:pt x="752" y="591"/>
                </a:lnTo>
                <a:lnTo>
                  <a:pt x="751" y="591"/>
                </a:lnTo>
                <a:lnTo>
                  <a:pt x="750" y="591"/>
                </a:lnTo>
                <a:lnTo>
                  <a:pt x="751" y="592"/>
                </a:lnTo>
                <a:lnTo>
                  <a:pt x="750" y="592"/>
                </a:lnTo>
                <a:lnTo>
                  <a:pt x="749" y="592"/>
                </a:lnTo>
                <a:lnTo>
                  <a:pt x="749" y="593"/>
                </a:lnTo>
                <a:lnTo>
                  <a:pt x="748" y="593"/>
                </a:lnTo>
                <a:lnTo>
                  <a:pt x="747" y="593"/>
                </a:lnTo>
                <a:lnTo>
                  <a:pt x="747" y="592"/>
                </a:lnTo>
                <a:lnTo>
                  <a:pt x="747" y="593"/>
                </a:lnTo>
                <a:lnTo>
                  <a:pt x="747" y="594"/>
                </a:lnTo>
                <a:lnTo>
                  <a:pt x="747" y="595"/>
                </a:lnTo>
                <a:lnTo>
                  <a:pt x="746" y="596"/>
                </a:lnTo>
                <a:lnTo>
                  <a:pt x="745" y="597"/>
                </a:lnTo>
                <a:lnTo>
                  <a:pt x="746" y="597"/>
                </a:lnTo>
                <a:lnTo>
                  <a:pt x="746" y="598"/>
                </a:lnTo>
                <a:lnTo>
                  <a:pt x="746" y="599"/>
                </a:lnTo>
                <a:lnTo>
                  <a:pt x="745" y="599"/>
                </a:lnTo>
                <a:lnTo>
                  <a:pt x="745" y="600"/>
                </a:lnTo>
                <a:lnTo>
                  <a:pt x="745" y="601"/>
                </a:lnTo>
                <a:lnTo>
                  <a:pt x="746" y="601"/>
                </a:lnTo>
                <a:lnTo>
                  <a:pt x="747" y="601"/>
                </a:lnTo>
                <a:lnTo>
                  <a:pt x="748" y="601"/>
                </a:lnTo>
                <a:lnTo>
                  <a:pt x="748" y="602"/>
                </a:lnTo>
                <a:lnTo>
                  <a:pt x="749" y="602"/>
                </a:lnTo>
                <a:lnTo>
                  <a:pt x="749" y="603"/>
                </a:lnTo>
                <a:lnTo>
                  <a:pt x="749" y="604"/>
                </a:lnTo>
                <a:lnTo>
                  <a:pt x="748" y="604"/>
                </a:lnTo>
                <a:lnTo>
                  <a:pt x="748" y="605"/>
                </a:lnTo>
                <a:lnTo>
                  <a:pt x="749" y="606"/>
                </a:lnTo>
                <a:lnTo>
                  <a:pt x="749" y="607"/>
                </a:lnTo>
                <a:lnTo>
                  <a:pt x="749" y="608"/>
                </a:lnTo>
                <a:lnTo>
                  <a:pt x="749" y="609"/>
                </a:lnTo>
                <a:lnTo>
                  <a:pt x="749" y="610"/>
                </a:lnTo>
                <a:lnTo>
                  <a:pt x="749" y="611"/>
                </a:lnTo>
                <a:lnTo>
                  <a:pt x="748" y="612"/>
                </a:lnTo>
                <a:lnTo>
                  <a:pt x="748" y="613"/>
                </a:lnTo>
                <a:lnTo>
                  <a:pt x="748" y="614"/>
                </a:lnTo>
                <a:lnTo>
                  <a:pt x="749" y="614"/>
                </a:lnTo>
                <a:lnTo>
                  <a:pt x="748" y="614"/>
                </a:lnTo>
                <a:lnTo>
                  <a:pt x="749" y="614"/>
                </a:lnTo>
                <a:lnTo>
                  <a:pt x="749" y="613"/>
                </a:lnTo>
                <a:lnTo>
                  <a:pt x="750" y="613"/>
                </a:lnTo>
                <a:lnTo>
                  <a:pt x="750" y="614"/>
                </a:lnTo>
                <a:lnTo>
                  <a:pt x="751" y="614"/>
                </a:lnTo>
                <a:lnTo>
                  <a:pt x="751" y="615"/>
                </a:lnTo>
                <a:lnTo>
                  <a:pt x="752" y="615"/>
                </a:lnTo>
                <a:lnTo>
                  <a:pt x="752" y="616"/>
                </a:lnTo>
                <a:lnTo>
                  <a:pt x="752" y="617"/>
                </a:lnTo>
                <a:lnTo>
                  <a:pt x="753" y="617"/>
                </a:lnTo>
                <a:lnTo>
                  <a:pt x="754" y="617"/>
                </a:lnTo>
                <a:lnTo>
                  <a:pt x="755" y="618"/>
                </a:lnTo>
                <a:lnTo>
                  <a:pt x="756" y="618"/>
                </a:lnTo>
                <a:lnTo>
                  <a:pt x="757" y="618"/>
                </a:lnTo>
                <a:lnTo>
                  <a:pt x="757" y="617"/>
                </a:lnTo>
                <a:lnTo>
                  <a:pt x="757" y="616"/>
                </a:lnTo>
                <a:lnTo>
                  <a:pt x="757" y="615"/>
                </a:lnTo>
                <a:lnTo>
                  <a:pt x="757" y="614"/>
                </a:lnTo>
                <a:lnTo>
                  <a:pt x="758" y="614"/>
                </a:lnTo>
                <a:lnTo>
                  <a:pt x="759" y="614"/>
                </a:lnTo>
                <a:lnTo>
                  <a:pt x="761" y="614"/>
                </a:lnTo>
                <a:lnTo>
                  <a:pt x="760" y="613"/>
                </a:lnTo>
                <a:lnTo>
                  <a:pt x="760" y="612"/>
                </a:lnTo>
                <a:lnTo>
                  <a:pt x="760" y="611"/>
                </a:lnTo>
                <a:lnTo>
                  <a:pt x="761" y="611"/>
                </a:lnTo>
                <a:lnTo>
                  <a:pt x="762" y="612"/>
                </a:lnTo>
                <a:lnTo>
                  <a:pt x="762" y="613"/>
                </a:lnTo>
                <a:lnTo>
                  <a:pt x="762" y="614"/>
                </a:lnTo>
                <a:lnTo>
                  <a:pt x="763" y="614"/>
                </a:lnTo>
                <a:lnTo>
                  <a:pt x="764" y="614"/>
                </a:lnTo>
                <a:lnTo>
                  <a:pt x="765" y="614"/>
                </a:lnTo>
                <a:lnTo>
                  <a:pt x="765" y="615"/>
                </a:lnTo>
                <a:lnTo>
                  <a:pt x="765" y="616"/>
                </a:lnTo>
                <a:lnTo>
                  <a:pt x="765" y="617"/>
                </a:lnTo>
                <a:lnTo>
                  <a:pt x="766" y="617"/>
                </a:lnTo>
                <a:lnTo>
                  <a:pt x="766" y="618"/>
                </a:lnTo>
                <a:lnTo>
                  <a:pt x="766" y="619"/>
                </a:lnTo>
                <a:lnTo>
                  <a:pt x="767" y="620"/>
                </a:lnTo>
                <a:lnTo>
                  <a:pt x="768" y="620"/>
                </a:lnTo>
                <a:lnTo>
                  <a:pt x="769" y="620"/>
                </a:lnTo>
                <a:lnTo>
                  <a:pt x="769" y="621"/>
                </a:lnTo>
                <a:lnTo>
                  <a:pt x="770" y="621"/>
                </a:lnTo>
                <a:lnTo>
                  <a:pt x="771" y="621"/>
                </a:lnTo>
                <a:lnTo>
                  <a:pt x="770" y="622"/>
                </a:lnTo>
                <a:lnTo>
                  <a:pt x="770" y="623"/>
                </a:lnTo>
                <a:lnTo>
                  <a:pt x="770" y="624"/>
                </a:lnTo>
                <a:lnTo>
                  <a:pt x="769" y="624"/>
                </a:lnTo>
                <a:lnTo>
                  <a:pt x="769" y="625"/>
                </a:lnTo>
                <a:lnTo>
                  <a:pt x="769" y="626"/>
                </a:lnTo>
                <a:lnTo>
                  <a:pt x="768" y="627"/>
                </a:lnTo>
                <a:lnTo>
                  <a:pt x="768" y="628"/>
                </a:lnTo>
                <a:lnTo>
                  <a:pt x="768" y="629"/>
                </a:lnTo>
                <a:lnTo>
                  <a:pt x="768" y="630"/>
                </a:lnTo>
                <a:lnTo>
                  <a:pt x="769" y="631"/>
                </a:lnTo>
                <a:lnTo>
                  <a:pt x="770" y="632"/>
                </a:lnTo>
                <a:lnTo>
                  <a:pt x="769" y="632"/>
                </a:lnTo>
                <a:lnTo>
                  <a:pt x="769" y="633"/>
                </a:lnTo>
                <a:lnTo>
                  <a:pt x="770" y="633"/>
                </a:lnTo>
                <a:lnTo>
                  <a:pt x="771" y="633"/>
                </a:lnTo>
                <a:lnTo>
                  <a:pt x="772" y="633"/>
                </a:lnTo>
                <a:lnTo>
                  <a:pt x="772" y="632"/>
                </a:lnTo>
                <a:lnTo>
                  <a:pt x="773" y="632"/>
                </a:lnTo>
                <a:lnTo>
                  <a:pt x="774" y="632"/>
                </a:lnTo>
                <a:lnTo>
                  <a:pt x="775" y="632"/>
                </a:lnTo>
                <a:lnTo>
                  <a:pt x="775" y="631"/>
                </a:lnTo>
                <a:lnTo>
                  <a:pt x="776" y="631"/>
                </a:lnTo>
                <a:lnTo>
                  <a:pt x="777" y="632"/>
                </a:lnTo>
                <a:lnTo>
                  <a:pt x="778" y="632"/>
                </a:lnTo>
                <a:lnTo>
                  <a:pt x="778" y="633"/>
                </a:lnTo>
                <a:lnTo>
                  <a:pt x="778" y="634"/>
                </a:lnTo>
                <a:lnTo>
                  <a:pt x="779" y="635"/>
                </a:lnTo>
                <a:lnTo>
                  <a:pt x="779" y="634"/>
                </a:lnTo>
                <a:lnTo>
                  <a:pt x="780" y="634"/>
                </a:lnTo>
                <a:lnTo>
                  <a:pt x="781" y="634"/>
                </a:lnTo>
                <a:lnTo>
                  <a:pt x="781" y="633"/>
                </a:lnTo>
                <a:lnTo>
                  <a:pt x="782" y="633"/>
                </a:lnTo>
                <a:lnTo>
                  <a:pt x="782" y="634"/>
                </a:lnTo>
                <a:lnTo>
                  <a:pt x="782" y="635"/>
                </a:lnTo>
                <a:lnTo>
                  <a:pt x="784" y="635"/>
                </a:lnTo>
                <a:lnTo>
                  <a:pt x="784" y="634"/>
                </a:lnTo>
                <a:lnTo>
                  <a:pt x="783" y="634"/>
                </a:lnTo>
                <a:lnTo>
                  <a:pt x="783" y="633"/>
                </a:lnTo>
                <a:lnTo>
                  <a:pt x="783" y="632"/>
                </a:lnTo>
                <a:lnTo>
                  <a:pt x="784" y="632"/>
                </a:lnTo>
                <a:lnTo>
                  <a:pt x="786" y="631"/>
                </a:lnTo>
                <a:lnTo>
                  <a:pt x="787" y="630"/>
                </a:lnTo>
                <a:lnTo>
                  <a:pt x="788" y="629"/>
                </a:lnTo>
                <a:lnTo>
                  <a:pt x="789" y="629"/>
                </a:lnTo>
                <a:lnTo>
                  <a:pt x="790" y="629"/>
                </a:lnTo>
                <a:lnTo>
                  <a:pt x="791" y="629"/>
                </a:lnTo>
                <a:lnTo>
                  <a:pt x="792" y="629"/>
                </a:lnTo>
                <a:lnTo>
                  <a:pt x="793" y="629"/>
                </a:lnTo>
                <a:lnTo>
                  <a:pt x="794" y="629"/>
                </a:lnTo>
                <a:lnTo>
                  <a:pt x="795" y="630"/>
                </a:lnTo>
                <a:lnTo>
                  <a:pt x="796" y="630"/>
                </a:lnTo>
                <a:lnTo>
                  <a:pt x="797" y="631"/>
                </a:lnTo>
                <a:lnTo>
                  <a:pt x="797" y="632"/>
                </a:lnTo>
                <a:lnTo>
                  <a:pt x="798" y="632"/>
                </a:lnTo>
                <a:lnTo>
                  <a:pt x="799" y="632"/>
                </a:lnTo>
                <a:lnTo>
                  <a:pt x="799" y="633"/>
                </a:lnTo>
                <a:lnTo>
                  <a:pt x="800" y="634"/>
                </a:lnTo>
                <a:lnTo>
                  <a:pt x="801" y="634"/>
                </a:lnTo>
                <a:lnTo>
                  <a:pt x="801" y="635"/>
                </a:lnTo>
                <a:lnTo>
                  <a:pt x="801" y="636"/>
                </a:lnTo>
                <a:lnTo>
                  <a:pt x="802" y="636"/>
                </a:lnTo>
                <a:lnTo>
                  <a:pt x="803" y="636"/>
                </a:lnTo>
                <a:lnTo>
                  <a:pt x="803" y="637"/>
                </a:lnTo>
                <a:lnTo>
                  <a:pt x="804" y="638"/>
                </a:lnTo>
                <a:lnTo>
                  <a:pt x="804" y="639"/>
                </a:lnTo>
                <a:lnTo>
                  <a:pt x="805" y="639"/>
                </a:lnTo>
                <a:lnTo>
                  <a:pt x="804" y="639"/>
                </a:lnTo>
                <a:lnTo>
                  <a:pt x="804" y="640"/>
                </a:lnTo>
                <a:lnTo>
                  <a:pt x="804" y="641"/>
                </a:lnTo>
                <a:lnTo>
                  <a:pt x="803" y="641"/>
                </a:lnTo>
                <a:lnTo>
                  <a:pt x="803" y="642"/>
                </a:lnTo>
                <a:lnTo>
                  <a:pt x="802" y="642"/>
                </a:lnTo>
                <a:lnTo>
                  <a:pt x="802" y="643"/>
                </a:lnTo>
                <a:lnTo>
                  <a:pt x="802" y="644"/>
                </a:lnTo>
                <a:lnTo>
                  <a:pt x="803" y="645"/>
                </a:lnTo>
                <a:lnTo>
                  <a:pt x="804" y="645"/>
                </a:lnTo>
                <a:lnTo>
                  <a:pt x="805" y="645"/>
                </a:lnTo>
                <a:lnTo>
                  <a:pt x="806" y="645"/>
                </a:lnTo>
                <a:lnTo>
                  <a:pt x="807" y="645"/>
                </a:lnTo>
                <a:lnTo>
                  <a:pt x="807" y="646"/>
                </a:lnTo>
                <a:lnTo>
                  <a:pt x="807" y="647"/>
                </a:lnTo>
                <a:lnTo>
                  <a:pt x="808" y="647"/>
                </a:lnTo>
                <a:lnTo>
                  <a:pt x="808" y="648"/>
                </a:lnTo>
                <a:lnTo>
                  <a:pt x="809" y="648"/>
                </a:lnTo>
                <a:lnTo>
                  <a:pt x="809" y="649"/>
                </a:lnTo>
                <a:lnTo>
                  <a:pt x="809" y="650"/>
                </a:lnTo>
                <a:lnTo>
                  <a:pt x="810" y="650"/>
                </a:lnTo>
                <a:lnTo>
                  <a:pt x="809" y="651"/>
                </a:lnTo>
                <a:lnTo>
                  <a:pt x="809" y="652"/>
                </a:lnTo>
                <a:lnTo>
                  <a:pt x="808" y="652"/>
                </a:lnTo>
                <a:lnTo>
                  <a:pt x="808" y="653"/>
                </a:lnTo>
                <a:lnTo>
                  <a:pt x="808" y="654"/>
                </a:lnTo>
                <a:lnTo>
                  <a:pt x="808" y="655"/>
                </a:lnTo>
                <a:lnTo>
                  <a:pt x="808" y="656"/>
                </a:lnTo>
                <a:lnTo>
                  <a:pt x="809" y="656"/>
                </a:lnTo>
                <a:lnTo>
                  <a:pt x="810" y="656"/>
                </a:lnTo>
                <a:lnTo>
                  <a:pt x="810" y="657"/>
                </a:lnTo>
                <a:lnTo>
                  <a:pt x="810" y="658"/>
                </a:lnTo>
                <a:lnTo>
                  <a:pt x="811" y="658"/>
                </a:lnTo>
                <a:lnTo>
                  <a:pt x="811" y="659"/>
                </a:lnTo>
                <a:lnTo>
                  <a:pt x="811" y="660"/>
                </a:lnTo>
                <a:lnTo>
                  <a:pt x="810" y="661"/>
                </a:lnTo>
                <a:lnTo>
                  <a:pt x="810" y="662"/>
                </a:lnTo>
                <a:lnTo>
                  <a:pt x="809" y="662"/>
                </a:lnTo>
                <a:lnTo>
                  <a:pt x="809" y="663"/>
                </a:lnTo>
                <a:lnTo>
                  <a:pt x="810" y="664"/>
                </a:lnTo>
                <a:lnTo>
                  <a:pt x="811" y="663"/>
                </a:lnTo>
                <a:lnTo>
                  <a:pt x="811" y="664"/>
                </a:lnTo>
                <a:lnTo>
                  <a:pt x="810" y="665"/>
                </a:lnTo>
                <a:lnTo>
                  <a:pt x="809" y="665"/>
                </a:lnTo>
                <a:lnTo>
                  <a:pt x="808" y="665"/>
                </a:lnTo>
                <a:lnTo>
                  <a:pt x="807" y="666"/>
                </a:lnTo>
                <a:lnTo>
                  <a:pt x="806" y="667"/>
                </a:lnTo>
                <a:lnTo>
                  <a:pt x="805" y="667"/>
                </a:lnTo>
                <a:lnTo>
                  <a:pt x="804" y="668"/>
                </a:lnTo>
                <a:lnTo>
                  <a:pt x="803" y="669"/>
                </a:lnTo>
                <a:lnTo>
                  <a:pt x="802" y="669"/>
                </a:lnTo>
                <a:lnTo>
                  <a:pt x="801" y="669"/>
                </a:lnTo>
                <a:lnTo>
                  <a:pt x="801" y="670"/>
                </a:lnTo>
                <a:lnTo>
                  <a:pt x="800" y="670"/>
                </a:lnTo>
                <a:lnTo>
                  <a:pt x="799" y="670"/>
                </a:lnTo>
                <a:lnTo>
                  <a:pt x="798" y="671"/>
                </a:lnTo>
                <a:lnTo>
                  <a:pt x="797" y="670"/>
                </a:lnTo>
                <a:lnTo>
                  <a:pt x="795" y="670"/>
                </a:lnTo>
                <a:lnTo>
                  <a:pt x="795" y="669"/>
                </a:lnTo>
                <a:lnTo>
                  <a:pt x="794" y="669"/>
                </a:lnTo>
                <a:lnTo>
                  <a:pt x="792" y="668"/>
                </a:lnTo>
                <a:lnTo>
                  <a:pt x="791" y="668"/>
                </a:lnTo>
                <a:lnTo>
                  <a:pt x="790" y="668"/>
                </a:lnTo>
                <a:lnTo>
                  <a:pt x="789" y="668"/>
                </a:lnTo>
                <a:lnTo>
                  <a:pt x="788" y="668"/>
                </a:lnTo>
                <a:lnTo>
                  <a:pt x="788" y="669"/>
                </a:lnTo>
                <a:lnTo>
                  <a:pt x="787" y="669"/>
                </a:lnTo>
                <a:lnTo>
                  <a:pt x="787" y="668"/>
                </a:lnTo>
                <a:lnTo>
                  <a:pt x="786" y="668"/>
                </a:lnTo>
                <a:lnTo>
                  <a:pt x="786" y="669"/>
                </a:lnTo>
                <a:lnTo>
                  <a:pt x="786" y="670"/>
                </a:lnTo>
                <a:lnTo>
                  <a:pt x="785" y="670"/>
                </a:lnTo>
                <a:lnTo>
                  <a:pt x="784" y="671"/>
                </a:lnTo>
                <a:lnTo>
                  <a:pt x="783" y="671"/>
                </a:lnTo>
                <a:lnTo>
                  <a:pt x="782" y="671"/>
                </a:lnTo>
                <a:lnTo>
                  <a:pt x="782" y="672"/>
                </a:lnTo>
                <a:lnTo>
                  <a:pt x="781" y="672"/>
                </a:lnTo>
                <a:lnTo>
                  <a:pt x="780" y="671"/>
                </a:lnTo>
                <a:lnTo>
                  <a:pt x="779" y="671"/>
                </a:lnTo>
                <a:lnTo>
                  <a:pt x="778" y="672"/>
                </a:lnTo>
                <a:lnTo>
                  <a:pt x="776" y="673"/>
                </a:lnTo>
                <a:lnTo>
                  <a:pt x="775" y="673"/>
                </a:lnTo>
                <a:lnTo>
                  <a:pt x="774" y="673"/>
                </a:lnTo>
                <a:lnTo>
                  <a:pt x="774" y="674"/>
                </a:lnTo>
                <a:lnTo>
                  <a:pt x="774" y="673"/>
                </a:lnTo>
                <a:lnTo>
                  <a:pt x="774" y="672"/>
                </a:lnTo>
                <a:lnTo>
                  <a:pt x="773" y="671"/>
                </a:lnTo>
                <a:lnTo>
                  <a:pt x="773" y="672"/>
                </a:lnTo>
                <a:lnTo>
                  <a:pt x="772" y="672"/>
                </a:lnTo>
                <a:lnTo>
                  <a:pt x="771" y="673"/>
                </a:lnTo>
                <a:lnTo>
                  <a:pt x="770" y="673"/>
                </a:lnTo>
                <a:lnTo>
                  <a:pt x="770" y="672"/>
                </a:lnTo>
                <a:lnTo>
                  <a:pt x="769" y="673"/>
                </a:lnTo>
                <a:lnTo>
                  <a:pt x="769" y="674"/>
                </a:lnTo>
                <a:lnTo>
                  <a:pt x="768" y="675"/>
                </a:lnTo>
                <a:lnTo>
                  <a:pt x="767" y="675"/>
                </a:lnTo>
                <a:lnTo>
                  <a:pt x="767" y="676"/>
                </a:lnTo>
                <a:lnTo>
                  <a:pt x="766" y="676"/>
                </a:lnTo>
                <a:lnTo>
                  <a:pt x="765" y="675"/>
                </a:lnTo>
                <a:lnTo>
                  <a:pt x="764" y="675"/>
                </a:lnTo>
                <a:lnTo>
                  <a:pt x="763" y="675"/>
                </a:lnTo>
                <a:lnTo>
                  <a:pt x="762" y="675"/>
                </a:lnTo>
                <a:lnTo>
                  <a:pt x="761" y="674"/>
                </a:lnTo>
                <a:lnTo>
                  <a:pt x="760" y="675"/>
                </a:lnTo>
                <a:lnTo>
                  <a:pt x="759" y="675"/>
                </a:lnTo>
                <a:lnTo>
                  <a:pt x="758" y="675"/>
                </a:lnTo>
                <a:lnTo>
                  <a:pt x="757" y="675"/>
                </a:lnTo>
                <a:lnTo>
                  <a:pt x="756" y="675"/>
                </a:lnTo>
                <a:lnTo>
                  <a:pt x="755" y="676"/>
                </a:lnTo>
                <a:lnTo>
                  <a:pt x="755" y="677"/>
                </a:lnTo>
                <a:lnTo>
                  <a:pt x="755" y="678"/>
                </a:lnTo>
                <a:lnTo>
                  <a:pt x="753" y="679"/>
                </a:lnTo>
                <a:lnTo>
                  <a:pt x="752" y="679"/>
                </a:lnTo>
                <a:lnTo>
                  <a:pt x="752" y="678"/>
                </a:lnTo>
                <a:lnTo>
                  <a:pt x="751" y="678"/>
                </a:lnTo>
                <a:lnTo>
                  <a:pt x="750" y="678"/>
                </a:lnTo>
                <a:lnTo>
                  <a:pt x="749" y="679"/>
                </a:lnTo>
                <a:lnTo>
                  <a:pt x="749" y="680"/>
                </a:lnTo>
                <a:lnTo>
                  <a:pt x="748" y="680"/>
                </a:lnTo>
                <a:lnTo>
                  <a:pt x="748" y="681"/>
                </a:lnTo>
                <a:lnTo>
                  <a:pt x="747" y="680"/>
                </a:lnTo>
                <a:lnTo>
                  <a:pt x="746" y="679"/>
                </a:lnTo>
                <a:lnTo>
                  <a:pt x="746" y="678"/>
                </a:lnTo>
                <a:lnTo>
                  <a:pt x="746" y="677"/>
                </a:lnTo>
                <a:lnTo>
                  <a:pt x="745" y="677"/>
                </a:lnTo>
                <a:lnTo>
                  <a:pt x="745" y="676"/>
                </a:lnTo>
                <a:lnTo>
                  <a:pt x="745" y="675"/>
                </a:lnTo>
                <a:lnTo>
                  <a:pt x="744" y="675"/>
                </a:lnTo>
                <a:lnTo>
                  <a:pt x="743" y="674"/>
                </a:lnTo>
                <a:lnTo>
                  <a:pt x="742" y="674"/>
                </a:lnTo>
                <a:lnTo>
                  <a:pt x="741" y="674"/>
                </a:lnTo>
                <a:lnTo>
                  <a:pt x="740" y="674"/>
                </a:lnTo>
                <a:lnTo>
                  <a:pt x="740" y="673"/>
                </a:lnTo>
                <a:lnTo>
                  <a:pt x="739" y="673"/>
                </a:lnTo>
                <a:lnTo>
                  <a:pt x="739" y="672"/>
                </a:lnTo>
                <a:lnTo>
                  <a:pt x="739" y="671"/>
                </a:lnTo>
                <a:lnTo>
                  <a:pt x="737" y="670"/>
                </a:lnTo>
                <a:lnTo>
                  <a:pt x="736" y="669"/>
                </a:lnTo>
                <a:lnTo>
                  <a:pt x="735" y="669"/>
                </a:lnTo>
                <a:lnTo>
                  <a:pt x="734" y="669"/>
                </a:lnTo>
                <a:lnTo>
                  <a:pt x="733" y="669"/>
                </a:lnTo>
                <a:lnTo>
                  <a:pt x="732" y="669"/>
                </a:lnTo>
                <a:lnTo>
                  <a:pt x="731" y="669"/>
                </a:lnTo>
                <a:lnTo>
                  <a:pt x="730" y="669"/>
                </a:lnTo>
                <a:lnTo>
                  <a:pt x="729" y="670"/>
                </a:lnTo>
                <a:lnTo>
                  <a:pt x="728" y="670"/>
                </a:lnTo>
                <a:lnTo>
                  <a:pt x="727" y="670"/>
                </a:lnTo>
                <a:lnTo>
                  <a:pt x="726" y="670"/>
                </a:lnTo>
                <a:lnTo>
                  <a:pt x="726" y="671"/>
                </a:lnTo>
                <a:lnTo>
                  <a:pt x="725" y="671"/>
                </a:lnTo>
                <a:lnTo>
                  <a:pt x="724" y="671"/>
                </a:lnTo>
                <a:lnTo>
                  <a:pt x="723" y="671"/>
                </a:lnTo>
                <a:lnTo>
                  <a:pt x="722" y="671"/>
                </a:lnTo>
                <a:lnTo>
                  <a:pt x="722" y="672"/>
                </a:lnTo>
                <a:lnTo>
                  <a:pt x="721" y="673"/>
                </a:lnTo>
                <a:lnTo>
                  <a:pt x="720" y="674"/>
                </a:lnTo>
                <a:lnTo>
                  <a:pt x="719" y="674"/>
                </a:lnTo>
                <a:lnTo>
                  <a:pt x="719" y="675"/>
                </a:lnTo>
                <a:lnTo>
                  <a:pt x="718" y="676"/>
                </a:lnTo>
                <a:lnTo>
                  <a:pt x="718" y="675"/>
                </a:lnTo>
                <a:lnTo>
                  <a:pt x="717" y="675"/>
                </a:lnTo>
                <a:lnTo>
                  <a:pt x="716" y="675"/>
                </a:lnTo>
                <a:lnTo>
                  <a:pt x="716" y="674"/>
                </a:lnTo>
                <a:lnTo>
                  <a:pt x="717" y="674"/>
                </a:lnTo>
                <a:lnTo>
                  <a:pt x="717" y="673"/>
                </a:lnTo>
                <a:lnTo>
                  <a:pt x="716" y="673"/>
                </a:lnTo>
                <a:lnTo>
                  <a:pt x="716" y="672"/>
                </a:lnTo>
                <a:lnTo>
                  <a:pt x="717" y="671"/>
                </a:lnTo>
                <a:lnTo>
                  <a:pt x="716" y="671"/>
                </a:lnTo>
                <a:lnTo>
                  <a:pt x="716" y="670"/>
                </a:lnTo>
                <a:lnTo>
                  <a:pt x="717" y="670"/>
                </a:lnTo>
                <a:lnTo>
                  <a:pt x="717" y="669"/>
                </a:lnTo>
                <a:lnTo>
                  <a:pt x="716" y="669"/>
                </a:lnTo>
                <a:lnTo>
                  <a:pt x="715" y="668"/>
                </a:lnTo>
                <a:lnTo>
                  <a:pt x="715" y="667"/>
                </a:lnTo>
                <a:lnTo>
                  <a:pt x="715" y="666"/>
                </a:lnTo>
                <a:lnTo>
                  <a:pt x="716" y="667"/>
                </a:lnTo>
                <a:lnTo>
                  <a:pt x="716" y="666"/>
                </a:lnTo>
                <a:lnTo>
                  <a:pt x="716" y="665"/>
                </a:lnTo>
                <a:lnTo>
                  <a:pt x="717" y="665"/>
                </a:lnTo>
                <a:lnTo>
                  <a:pt x="718" y="665"/>
                </a:lnTo>
                <a:lnTo>
                  <a:pt x="719" y="665"/>
                </a:lnTo>
                <a:lnTo>
                  <a:pt x="719" y="664"/>
                </a:lnTo>
                <a:lnTo>
                  <a:pt x="718" y="664"/>
                </a:lnTo>
                <a:lnTo>
                  <a:pt x="717" y="664"/>
                </a:lnTo>
                <a:lnTo>
                  <a:pt x="716" y="664"/>
                </a:lnTo>
                <a:lnTo>
                  <a:pt x="715" y="664"/>
                </a:lnTo>
                <a:lnTo>
                  <a:pt x="714" y="664"/>
                </a:lnTo>
                <a:lnTo>
                  <a:pt x="714" y="663"/>
                </a:lnTo>
                <a:lnTo>
                  <a:pt x="713" y="663"/>
                </a:lnTo>
                <a:lnTo>
                  <a:pt x="712" y="664"/>
                </a:lnTo>
                <a:lnTo>
                  <a:pt x="712" y="663"/>
                </a:lnTo>
                <a:lnTo>
                  <a:pt x="713" y="663"/>
                </a:lnTo>
                <a:lnTo>
                  <a:pt x="713" y="662"/>
                </a:lnTo>
                <a:lnTo>
                  <a:pt x="713" y="661"/>
                </a:lnTo>
                <a:lnTo>
                  <a:pt x="712" y="661"/>
                </a:lnTo>
                <a:lnTo>
                  <a:pt x="713" y="660"/>
                </a:lnTo>
                <a:lnTo>
                  <a:pt x="712" y="660"/>
                </a:lnTo>
                <a:lnTo>
                  <a:pt x="712" y="659"/>
                </a:lnTo>
                <a:lnTo>
                  <a:pt x="712" y="658"/>
                </a:lnTo>
                <a:lnTo>
                  <a:pt x="712" y="657"/>
                </a:lnTo>
                <a:lnTo>
                  <a:pt x="711" y="657"/>
                </a:lnTo>
                <a:lnTo>
                  <a:pt x="712" y="656"/>
                </a:lnTo>
                <a:lnTo>
                  <a:pt x="712" y="655"/>
                </a:lnTo>
                <a:lnTo>
                  <a:pt x="713" y="655"/>
                </a:lnTo>
                <a:lnTo>
                  <a:pt x="714" y="655"/>
                </a:lnTo>
                <a:lnTo>
                  <a:pt x="715" y="655"/>
                </a:lnTo>
                <a:lnTo>
                  <a:pt x="715" y="654"/>
                </a:lnTo>
                <a:lnTo>
                  <a:pt x="715" y="653"/>
                </a:lnTo>
                <a:lnTo>
                  <a:pt x="716" y="653"/>
                </a:lnTo>
                <a:lnTo>
                  <a:pt x="716" y="652"/>
                </a:lnTo>
                <a:lnTo>
                  <a:pt x="716" y="651"/>
                </a:lnTo>
                <a:lnTo>
                  <a:pt x="716" y="650"/>
                </a:lnTo>
                <a:lnTo>
                  <a:pt x="716" y="649"/>
                </a:lnTo>
                <a:lnTo>
                  <a:pt x="715" y="649"/>
                </a:lnTo>
                <a:lnTo>
                  <a:pt x="715" y="648"/>
                </a:lnTo>
                <a:lnTo>
                  <a:pt x="715" y="647"/>
                </a:lnTo>
                <a:lnTo>
                  <a:pt x="715" y="646"/>
                </a:lnTo>
                <a:lnTo>
                  <a:pt x="714" y="646"/>
                </a:lnTo>
                <a:lnTo>
                  <a:pt x="713" y="646"/>
                </a:lnTo>
                <a:lnTo>
                  <a:pt x="713" y="645"/>
                </a:lnTo>
                <a:lnTo>
                  <a:pt x="713" y="646"/>
                </a:lnTo>
                <a:lnTo>
                  <a:pt x="713" y="645"/>
                </a:lnTo>
                <a:lnTo>
                  <a:pt x="713" y="646"/>
                </a:lnTo>
                <a:lnTo>
                  <a:pt x="713" y="645"/>
                </a:lnTo>
                <a:lnTo>
                  <a:pt x="712" y="645"/>
                </a:lnTo>
                <a:lnTo>
                  <a:pt x="711" y="645"/>
                </a:lnTo>
                <a:lnTo>
                  <a:pt x="711" y="646"/>
                </a:lnTo>
                <a:lnTo>
                  <a:pt x="710" y="647"/>
                </a:lnTo>
                <a:lnTo>
                  <a:pt x="709" y="647"/>
                </a:lnTo>
                <a:lnTo>
                  <a:pt x="709" y="646"/>
                </a:lnTo>
                <a:lnTo>
                  <a:pt x="708" y="646"/>
                </a:lnTo>
                <a:lnTo>
                  <a:pt x="707" y="646"/>
                </a:lnTo>
                <a:lnTo>
                  <a:pt x="706" y="646"/>
                </a:lnTo>
                <a:lnTo>
                  <a:pt x="706" y="645"/>
                </a:lnTo>
                <a:lnTo>
                  <a:pt x="706" y="644"/>
                </a:lnTo>
                <a:lnTo>
                  <a:pt x="705" y="644"/>
                </a:lnTo>
                <a:lnTo>
                  <a:pt x="705" y="643"/>
                </a:lnTo>
                <a:lnTo>
                  <a:pt x="706" y="643"/>
                </a:lnTo>
                <a:lnTo>
                  <a:pt x="706" y="642"/>
                </a:lnTo>
                <a:lnTo>
                  <a:pt x="707" y="641"/>
                </a:lnTo>
                <a:lnTo>
                  <a:pt x="707" y="640"/>
                </a:lnTo>
                <a:lnTo>
                  <a:pt x="707" y="639"/>
                </a:lnTo>
                <a:lnTo>
                  <a:pt x="706" y="639"/>
                </a:lnTo>
                <a:lnTo>
                  <a:pt x="705" y="639"/>
                </a:lnTo>
                <a:lnTo>
                  <a:pt x="705" y="638"/>
                </a:lnTo>
                <a:lnTo>
                  <a:pt x="705" y="639"/>
                </a:lnTo>
                <a:lnTo>
                  <a:pt x="704" y="639"/>
                </a:lnTo>
                <a:lnTo>
                  <a:pt x="702" y="639"/>
                </a:lnTo>
                <a:lnTo>
                  <a:pt x="701" y="639"/>
                </a:lnTo>
                <a:lnTo>
                  <a:pt x="701" y="638"/>
                </a:lnTo>
                <a:lnTo>
                  <a:pt x="700" y="638"/>
                </a:lnTo>
                <a:lnTo>
                  <a:pt x="700" y="637"/>
                </a:lnTo>
                <a:lnTo>
                  <a:pt x="699" y="637"/>
                </a:lnTo>
                <a:lnTo>
                  <a:pt x="698" y="637"/>
                </a:lnTo>
                <a:lnTo>
                  <a:pt x="697" y="637"/>
                </a:lnTo>
                <a:lnTo>
                  <a:pt x="697" y="636"/>
                </a:lnTo>
                <a:lnTo>
                  <a:pt x="697" y="637"/>
                </a:lnTo>
                <a:lnTo>
                  <a:pt x="697" y="636"/>
                </a:lnTo>
                <a:lnTo>
                  <a:pt x="696" y="636"/>
                </a:lnTo>
                <a:lnTo>
                  <a:pt x="695" y="636"/>
                </a:lnTo>
                <a:lnTo>
                  <a:pt x="695" y="635"/>
                </a:lnTo>
                <a:lnTo>
                  <a:pt x="694" y="636"/>
                </a:lnTo>
                <a:lnTo>
                  <a:pt x="694" y="637"/>
                </a:lnTo>
                <a:lnTo>
                  <a:pt x="693" y="637"/>
                </a:lnTo>
                <a:lnTo>
                  <a:pt x="693" y="638"/>
                </a:lnTo>
                <a:lnTo>
                  <a:pt x="692" y="638"/>
                </a:lnTo>
                <a:lnTo>
                  <a:pt x="692" y="639"/>
                </a:lnTo>
                <a:lnTo>
                  <a:pt x="691" y="639"/>
                </a:lnTo>
                <a:lnTo>
                  <a:pt x="690" y="639"/>
                </a:lnTo>
                <a:lnTo>
                  <a:pt x="689" y="639"/>
                </a:lnTo>
                <a:lnTo>
                  <a:pt x="688" y="639"/>
                </a:lnTo>
                <a:lnTo>
                  <a:pt x="688" y="640"/>
                </a:lnTo>
                <a:lnTo>
                  <a:pt x="688" y="641"/>
                </a:lnTo>
                <a:lnTo>
                  <a:pt x="688" y="642"/>
                </a:lnTo>
                <a:lnTo>
                  <a:pt x="688" y="643"/>
                </a:lnTo>
                <a:lnTo>
                  <a:pt x="688" y="644"/>
                </a:lnTo>
                <a:lnTo>
                  <a:pt x="687" y="644"/>
                </a:lnTo>
                <a:lnTo>
                  <a:pt x="687" y="645"/>
                </a:lnTo>
                <a:lnTo>
                  <a:pt x="686" y="646"/>
                </a:lnTo>
                <a:lnTo>
                  <a:pt x="685" y="647"/>
                </a:lnTo>
                <a:lnTo>
                  <a:pt x="686" y="647"/>
                </a:lnTo>
                <a:lnTo>
                  <a:pt x="686" y="648"/>
                </a:lnTo>
                <a:lnTo>
                  <a:pt x="685" y="648"/>
                </a:lnTo>
                <a:lnTo>
                  <a:pt x="685" y="647"/>
                </a:lnTo>
                <a:lnTo>
                  <a:pt x="685" y="648"/>
                </a:lnTo>
                <a:lnTo>
                  <a:pt x="684" y="647"/>
                </a:lnTo>
                <a:lnTo>
                  <a:pt x="684" y="648"/>
                </a:lnTo>
                <a:lnTo>
                  <a:pt x="683" y="648"/>
                </a:lnTo>
                <a:lnTo>
                  <a:pt x="683" y="649"/>
                </a:lnTo>
                <a:lnTo>
                  <a:pt x="682" y="649"/>
                </a:lnTo>
                <a:lnTo>
                  <a:pt x="682" y="651"/>
                </a:lnTo>
                <a:lnTo>
                  <a:pt x="683" y="651"/>
                </a:lnTo>
                <a:lnTo>
                  <a:pt x="683" y="652"/>
                </a:lnTo>
                <a:lnTo>
                  <a:pt x="682" y="652"/>
                </a:lnTo>
                <a:lnTo>
                  <a:pt x="681" y="652"/>
                </a:lnTo>
                <a:lnTo>
                  <a:pt x="680" y="653"/>
                </a:lnTo>
                <a:lnTo>
                  <a:pt x="680" y="655"/>
                </a:lnTo>
                <a:lnTo>
                  <a:pt x="679" y="655"/>
                </a:lnTo>
                <a:lnTo>
                  <a:pt x="678" y="655"/>
                </a:lnTo>
                <a:lnTo>
                  <a:pt x="678" y="656"/>
                </a:lnTo>
                <a:lnTo>
                  <a:pt x="677" y="656"/>
                </a:lnTo>
                <a:lnTo>
                  <a:pt x="676" y="656"/>
                </a:lnTo>
                <a:lnTo>
                  <a:pt x="676" y="655"/>
                </a:lnTo>
                <a:lnTo>
                  <a:pt x="675" y="655"/>
                </a:lnTo>
                <a:lnTo>
                  <a:pt x="675" y="656"/>
                </a:lnTo>
                <a:lnTo>
                  <a:pt x="674" y="656"/>
                </a:lnTo>
                <a:lnTo>
                  <a:pt x="673" y="656"/>
                </a:lnTo>
                <a:lnTo>
                  <a:pt x="672" y="656"/>
                </a:lnTo>
                <a:lnTo>
                  <a:pt x="671" y="656"/>
                </a:lnTo>
                <a:lnTo>
                  <a:pt x="671" y="657"/>
                </a:lnTo>
                <a:lnTo>
                  <a:pt x="670" y="657"/>
                </a:lnTo>
                <a:lnTo>
                  <a:pt x="669" y="658"/>
                </a:lnTo>
                <a:lnTo>
                  <a:pt x="668" y="657"/>
                </a:lnTo>
                <a:lnTo>
                  <a:pt x="668" y="656"/>
                </a:lnTo>
                <a:lnTo>
                  <a:pt x="667" y="656"/>
                </a:lnTo>
                <a:lnTo>
                  <a:pt x="666" y="656"/>
                </a:lnTo>
                <a:lnTo>
                  <a:pt x="665" y="656"/>
                </a:lnTo>
                <a:lnTo>
                  <a:pt x="664" y="657"/>
                </a:lnTo>
                <a:lnTo>
                  <a:pt x="663" y="657"/>
                </a:lnTo>
                <a:lnTo>
                  <a:pt x="663" y="658"/>
                </a:lnTo>
                <a:lnTo>
                  <a:pt x="662" y="658"/>
                </a:lnTo>
                <a:lnTo>
                  <a:pt x="662" y="657"/>
                </a:lnTo>
                <a:lnTo>
                  <a:pt x="661" y="658"/>
                </a:lnTo>
                <a:lnTo>
                  <a:pt x="660" y="659"/>
                </a:lnTo>
                <a:lnTo>
                  <a:pt x="659" y="660"/>
                </a:lnTo>
                <a:lnTo>
                  <a:pt x="658" y="660"/>
                </a:lnTo>
                <a:lnTo>
                  <a:pt x="658" y="661"/>
                </a:lnTo>
                <a:lnTo>
                  <a:pt x="657" y="661"/>
                </a:lnTo>
                <a:lnTo>
                  <a:pt x="657" y="660"/>
                </a:lnTo>
                <a:lnTo>
                  <a:pt x="656" y="660"/>
                </a:lnTo>
                <a:lnTo>
                  <a:pt x="655" y="660"/>
                </a:lnTo>
                <a:lnTo>
                  <a:pt x="654" y="661"/>
                </a:lnTo>
                <a:lnTo>
                  <a:pt x="653" y="661"/>
                </a:lnTo>
                <a:lnTo>
                  <a:pt x="653" y="662"/>
                </a:lnTo>
                <a:lnTo>
                  <a:pt x="652" y="662"/>
                </a:lnTo>
                <a:lnTo>
                  <a:pt x="651" y="662"/>
                </a:lnTo>
                <a:lnTo>
                  <a:pt x="651" y="661"/>
                </a:lnTo>
                <a:lnTo>
                  <a:pt x="652" y="661"/>
                </a:lnTo>
                <a:lnTo>
                  <a:pt x="651" y="661"/>
                </a:lnTo>
                <a:lnTo>
                  <a:pt x="650" y="661"/>
                </a:lnTo>
                <a:lnTo>
                  <a:pt x="651" y="660"/>
                </a:lnTo>
                <a:lnTo>
                  <a:pt x="650" y="660"/>
                </a:lnTo>
                <a:lnTo>
                  <a:pt x="651" y="659"/>
                </a:lnTo>
                <a:lnTo>
                  <a:pt x="650" y="659"/>
                </a:lnTo>
                <a:lnTo>
                  <a:pt x="650" y="658"/>
                </a:lnTo>
                <a:lnTo>
                  <a:pt x="650" y="659"/>
                </a:lnTo>
                <a:lnTo>
                  <a:pt x="650" y="658"/>
                </a:lnTo>
                <a:lnTo>
                  <a:pt x="649" y="658"/>
                </a:lnTo>
                <a:lnTo>
                  <a:pt x="649" y="657"/>
                </a:lnTo>
                <a:lnTo>
                  <a:pt x="648" y="657"/>
                </a:lnTo>
                <a:lnTo>
                  <a:pt x="647" y="658"/>
                </a:lnTo>
                <a:lnTo>
                  <a:pt x="646" y="658"/>
                </a:lnTo>
                <a:lnTo>
                  <a:pt x="646" y="657"/>
                </a:lnTo>
                <a:lnTo>
                  <a:pt x="645" y="656"/>
                </a:lnTo>
                <a:lnTo>
                  <a:pt x="644" y="656"/>
                </a:lnTo>
                <a:lnTo>
                  <a:pt x="643" y="656"/>
                </a:lnTo>
                <a:lnTo>
                  <a:pt x="643" y="655"/>
                </a:lnTo>
                <a:lnTo>
                  <a:pt x="642" y="655"/>
                </a:lnTo>
                <a:lnTo>
                  <a:pt x="642" y="654"/>
                </a:lnTo>
                <a:lnTo>
                  <a:pt x="641" y="654"/>
                </a:lnTo>
                <a:lnTo>
                  <a:pt x="641" y="653"/>
                </a:lnTo>
                <a:lnTo>
                  <a:pt x="640" y="653"/>
                </a:lnTo>
                <a:lnTo>
                  <a:pt x="640" y="652"/>
                </a:lnTo>
                <a:lnTo>
                  <a:pt x="639" y="652"/>
                </a:lnTo>
                <a:lnTo>
                  <a:pt x="638" y="652"/>
                </a:lnTo>
                <a:lnTo>
                  <a:pt x="638" y="651"/>
                </a:lnTo>
                <a:lnTo>
                  <a:pt x="637" y="651"/>
                </a:lnTo>
                <a:lnTo>
                  <a:pt x="636" y="651"/>
                </a:lnTo>
                <a:lnTo>
                  <a:pt x="636" y="650"/>
                </a:lnTo>
                <a:lnTo>
                  <a:pt x="636" y="649"/>
                </a:lnTo>
                <a:lnTo>
                  <a:pt x="635" y="649"/>
                </a:lnTo>
                <a:lnTo>
                  <a:pt x="635" y="648"/>
                </a:lnTo>
                <a:lnTo>
                  <a:pt x="634" y="647"/>
                </a:lnTo>
                <a:lnTo>
                  <a:pt x="634" y="646"/>
                </a:lnTo>
                <a:lnTo>
                  <a:pt x="634" y="645"/>
                </a:lnTo>
                <a:lnTo>
                  <a:pt x="633" y="645"/>
                </a:lnTo>
                <a:lnTo>
                  <a:pt x="633" y="644"/>
                </a:lnTo>
                <a:lnTo>
                  <a:pt x="632" y="644"/>
                </a:lnTo>
                <a:lnTo>
                  <a:pt x="631" y="643"/>
                </a:lnTo>
                <a:lnTo>
                  <a:pt x="630" y="643"/>
                </a:lnTo>
                <a:lnTo>
                  <a:pt x="629" y="643"/>
                </a:lnTo>
                <a:lnTo>
                  <a:pt x="629" y="642"/>
                </a:lnTo>
                <a:lnTo>
                  <a:pt x="628" y="642"/>
                </a:lnTo>
                <a:lnTo>
                  <a:pt x="628" y="641"/>
                </a:lnTo>
                <a:lnTo>
                  <a:pt x="627" y="641"/>
                </a:lnTo>
                <a:lnTo>
                  <a:pt x="628" y="640"/>
                </a:lnTo>
                <a:lnTo>
                  <a:pt x="629" y="640"/>
                </a:lnTo>
                <a:lnTo>
                  <a:pt x="630" y="640"/>
                </a:lnTo>
                <a:lnTo>
                  <a:pt x="631" y="640"/>
                </a:lnTo>
                <a:lnTo>
                  <a:pt x="633" y="640"/>
                </a:lnTo>
                <a:lnTo>
                  <a:pt x="634" y="640"/>
                </a:lnTo>
                <a:lnTo>
                  <a:pt x="635" y="640"/>
                </a:lnTo>
                <a:lnTo>
                  <a:pt x="635" y="639"/>
                </a:lnTo>
                <a:lnTo>
                  <a:pt x="636" y="639"/>
                </a:lnTo>
                <a:lnTo>
                  <a:pt x="636" y="638"/>
                </a:lnTo>
                <a:lnTo>
                  <a:pt x="636" y="637"/>
                </a:lnTo>
                <a:lnTo>
                  <a:pt x="636" y="636"/>
                </a:lnTo>
                <a:lnTo>
                  <a:pt x="637" y="636"/>
                </a:lnTo>
                <a:lnTo>
                  <a:pt x="638" y="636"/>
                </a:lnTo>
                <a:lnTo>
                  <a:pt x="639" y="635"/>
                </a:lnTo>
                <a:lnTo>
                  <a:pt x="639" y="634"/>
                </a:lnTo>
                <a:lnTo>
                  <a:pt x="640" y="634"/>
                </a:lnTo>
                <a:lnTo>
                  <a:pt x="641" y="634"/>
                </a:lnTo>
                <a:lnTo>
                  <a:pt x="641" y="632"/>
                </a:lnTo>
                <a:lnTo>
                  <a:pt x="640" y="631"/>
                </a:lnTo>
                <a:lnTo>
                  <a:pt x="640" y="630"/>
                </a:lnTo>
                <a:lnTo>
                  <a:pt x="641" y="629"/>
                </a:lnTo>
                <a:lnTo>
                  <a:pt x="642" y="628"/>
                </a:lnTo>
                <a:lnTo>
                  <a:pt x="641" y="628"/>
                </a:lnTo>
                <a:lnTo>
                  <a:pt x="640" y="628"/>
                </a:lnTo>
                <a:lnTo>
                  <a:pt x="639" y="628"/>
                </a:lnTo>
                <a:lnTo>
                  <a:pt x="638" y="628"/>
                </a:lnTo>
                <a:lnTo>
                  <a:pt x="637" y="628"/>
                </a:lnTo>
                <a:lnTo>
                  <a:pt x="637" y="627"/>
                </a:lnTo>
                <a:lnTo>
                  <a:pt x="637" y="626"/>
                </a:lnTo>
                <a:lnTo>
                  <a:pt x="636" y="626"/>
                </a:lnTo>
                <a:lnTo>
                  <a:pt x="636" y="625"/>
                </a:lnTo>
                <a:lnTo>
                  <a:pt x="637" y="625"/>
                </a:lnTo>
                <a:lnTo>
                  <a:pt x="638" y="625"/>
                </a:lnTo>
                <a:lnTo>
                  <a:pt x="638" y="624"/>
                </a:lnTo>
                <a:lnTo>
                  <a:pt x="639" y="624"/>
                </a:lnTo>
                <a:lnTo>
                  <a:pt x="640" y="624"/>
                </a:lnTo>
                <a:lnTo>
                  <a:pt x="641" y="624"/>
                </a:lnTo>
                <a:lnTo>
                  <a:pt x="641" y="623"/>
                </a:lnTo>
                <a:lnTo>
                  <a:pt x="641" y="622"/>
                </a:lnTo>
                <a:lnTo>
                  <a:pt x="642" y="621"/>
                </a:lnTo>
                <a:lnTo>
                  <a:pt x="641" y="620"/>
                </a:lnTo>
                <a:lnTo>
                  <a:pt x="640" y="620"/>
                </a:lnTo>
                <a:lnTo>
                  <a:pt x="640" y="619"/>
                </a:lnTo>
                <a:lnTo>
                  <a:pt x="641" y="618"/>
                </a:lnTo>
                <a:lnTo>
                  <a:pt x="639" y="618"/>
                </a:lnTo>
                <a:lnTo>
                  <a:pt x="638" y="618"/>
                </a:lnTo>
                <a:lnTo>
                  <a:pt x="637" y="618"/>
                </a:lnTo>
                <a:lnTo>
                  <a:pt x="637" y="617"/>
                </a:lnTo>
                <a:lnTo>
                  <a:pt x="636" y="616"/>
                </a:lnTo>
                <a:lnTo>
                  <a:pt x="636" y="615"/>
                </a:lnTo>
                <a:lnTo>
                  <a:pt x="635" y="615"/>
                </a:lnTo>
                <a:lnTo>
                  <a:pt x="635" y="613"/>
                </a:lnTo>
                <a:lnTo>
                  <a:pt x="635" y="612"/>
                </a:lnTo>
                <a:lnTo>
                  <a:pt x="634" y="611"/>
                </a:lnTo>
                <a:lnTo>
                  <a:pt x="633" y="611"/>
                </a:lnTo>
                <a:lnTo>
                  <a:pt x="632" y="611"/>
                </a:lnTo>
                <a:lnTo>
                  <a:pt x="631" y="612"/>
                </a:lnTo>
                <a:lnTo>
                  <a:pt x="630" y="612"/>
                </a:lnTo>
                <a:lnTo>
                  <a:pt x="630" y="613"/>
                </a:lnTo>
                <a:lnTo>
                  <a:pt x="629" y="613"/>
                </a:lnTo>
                <a:lnTo>
                  <a:pt x="629" y="614"/>
                </a:lnTo>
                <a:lnTo>
                  <a:pt x="628" y="614"/>
                </a:lnTo>
                <a:lnTo>
                  <a:pt x="627" y="614"/>
                </a:lnTo>
                <a:lnTo>
                  <a:pt x="626" y="614"/>
                </a:lnTo>
                <a:lnTo>
                  <a:pt x="626" y="613"/>
                </a:lnTo>
                <a:lnTo>
                  <a:pt x="627" y="613"/>
                </a:lnTo>
                <a:lnTo>
                  <a:pt x="627" y="612"/>
                </a:lnTo>
                <a:lnTo>
                  <a:pt x="626" y="611"/>
                </a:lnTo>
                <a:lnTo>
                  <a:pt x="625" y="609"/>
                </a:lnTo>
                <a:lnTo>
                  <a:pt x="625" y="608"/>
                </a:lnTo>
                <a:lnTo>
                  <a:pt x="625" y="607"/>
                </a:lnTo>
                <a:lnTo>
                  <a:pt x="624" y="607"/>
                </a:lnTo>
                <a:lnTo>
                  <a:pt x="625" y="607"/>
                </a:lnTo>
                <a:lnTo>
                  <a:pt x="625" y="606"/>
                </a:lnTo>
                <a:lnTo>
                  <a:pt x="624" y="606"/>
                </a:lnTo>
                <a:lnTo>
                  <a:pt x="624" y="605"/>
                </a:lnTo>
                <a:lnTo>
                  <a:pt x="623" y="605"/>
                </a:lnTo>
                <a:lnTo>
                  <a:pt x="623" y="604"/>
                </a:lnTo>
                <a:lnTo>
                  <a:pt x="624" y="603"/>
                </a:lnTo>
                <a:lnTo>
                  <a:pt x="624" y="602"/>
                </a:lnTo>
                <a:lnTo>
                  <a:pt x="624" y="601"/>
                </a:lnTo>
                <a:lnTo>
                  <a:pt x="624" y="600"/>
                </a:lnTo>
                <a:lnTo>
                  <a:pt x="624" y="599"/>
                </a:lnTo>
                <a:lnTo>
                  <a:pt x="624" y="598"/>
                </a:lnTo>
                <a:lnTo>
                  <a:pt x="625" y="598"/>
                </a:lnTo>
                <a:lnTo>
                  <a:pt x="625" y="597"/>
                </a:lnTo>
                <a:lnTo>
                  <a:pt x="624" y="597"/>
                </a:lnTo>
                <a:lnTo>
                  <a:pt x="624" y="596"/>
                </a:lnTo>
                <a:lnTo>
                  <a:pt x="624" y="595"/>
                </a:lnTo>
                <a:lnTo>
                  <a:pt x="624" y="594"/>
                </a:lnTo>
                <a:lnTo>
                  <a:pt x="623" y="594"/>
                </a:lnTo>
                <a:lnTo>
                  <a:pt x="623" y="593"/>
                </a:lnTo>
                <a:lnTo>
                  <a:pt x="622" y="593"/>
                </a:lnTo>
                <a:lnTo>
                  <a:pt x="622" y="592"/>
                </a:lnTo>
                <a:lnTo>
                  <a:pt x="623" y="592"/>
                </a:lnTo>
                <a:lnTo>
                  <a:pt x="623" y="591"/>
                </a:lnTo>
                <a:lnTo>
                  <a:pt x="624" y="591"/>
                </a:lnTo>
                <a:lnTo>
                  <a:pt x="625" y="591"/>
                </a:lnTo>
                <a:lnTo>
                  <a:pt x="626" y="591"/>
                </a:lnTo>
                <a:lnTo>
                  <a:pt x="627" y="590"/>
                </a:lnTo>
                <a:lnTo>
                  <a:pt x="628" y="590"/>
                </a:lnTo>
                <a:lnTo>
                  <a:pt x="629" y="591"/>
                </a:lnTo>
                <a:lnTo>
                  <a:pt x="629" y="590"/>
                </a:lnTo>
                <a:lnTo>
                  <a:pt x="630" y="590"/>
                </a:lnTo>
                <a:lnTo>
                  <a:pt x="630" y="589"/>
                </a:lnTo>
                <a:lnTo>
                  <a:pt x="630" y="588"/>
                </a:lnTo>
                <a:lnTo>
                  <a:pt x="631" y="588"/>
                </a:lnTo>
                <a:lnTo>
                  <a:pt x="631" y="589"/>
                </a:lnTo>
                <a:lnTo>
                  <a:pt x="633" y="589"/>
                </a:lnTo>
                <a:lnTo>
                  <a:pt x="633" y="588"/>
                </a:lnTo>
                <a:lnTo>
                  <a:pt x="633" y="587"/>
                </a:lnTo>
                <a:lnTo>
                  <a:pt x="633" y="586"/>
                </a:lnTo>
                <a:lnTo>
                  <a:pt x="634" y="586"/>
                </a:lnTo>
                <a:lnTo>
                  <a:pt x="634" y="585"/>
                </a:lnTo>
                <a:lnTo>
                  <a:pt x="635" y="585"/>
                </a:lnTo>
                <a:lnTo>
                  <a:pt x="635" y="584"/>
                </a:lnTo>
                <a:lnTo>
                  <a:pt x="636" y="584"/>
                </a:lnTo>
                <a:lnTo>
                  <a:pt x="636" y="585"/>
                </a:lnTo>
                <a:lnTo>
                  <a:pt x="637" y="585"/>
                </a:lnTo>
                <a:lnTo>
                  <a:pt x="638" y="585"/>
                </a:lnTo>
                <a:lnTo>
                  <a:pt x="638" y="584"/>
                </a:lnTo>
                <a:lnTo>
                  <a:pt x="638" y="583"/>
                </a:lnTo>
                <a:lnTo>
                  <a:pt x="638" y="582"/>
                </a:lnTo>
                <a:lnTo>
                  <a:pt x="639" y="582"/>
                </a:lnTo>
                <a:lnTo>
                  <a:pt x="638" y="581"/>
                </a:lnTo>
                <a:lnTo>
                  <a:pt x="637" y="581"/>
                </a:lnTo>
                <a:lnTo>
                  <a:pt x="637" y="580"/>
                </a:lnTo>
                <a:lnTo>
                  <a:pt x="636" y="580"/>
                </a:lnTo>
                <a:lnTo>
                  <a:pt x="635" y="580"/>
                </a:lnTo>
                <a:lnTo>
                  <a:pt x="634" y="579"/>
                </a:lnTo>
                <a:lnTo>
                  <a:pt x="633" y="579"/>
                </a:lnTo>
                <a:lnTo>
                  <a:pt x="633" y="580"/>
                </a:lnTo>
                <a:lnTo>
                  <a:pt x="632" y="580"/>
                </a:lnTo>
                <a:lnTo>
                  <a:pt x="631" y="580"/>
                </a:lnTo>
                <a:lnTo>
                  <a:pt x="630" y="581"/>
                </a:lnTo>
                <a:lnTo>
                  <a:pt x="630" y="582"/>
                </a:lnTo>
                <a:lnTo>
                  <a:pt x="629" y="582"/>
                </a:lnTo>
                <a:lnTo>
                  <a:pt x="629" y="583"/>
                </a:lnTo>
                <a:lnTo>
                  <a:pt x="628" y="583"/>
                </a:lnTo>
                <a:lnTo>
                  <a:pt x="628" y="582"/>
                </a:lnTo>
                <a:lnTo>
                  <a:pt x="627" y="582"/>
                </a:lnTo>
                <a:lnTo>
                  <a:pt x="628" y="582"/>
                </a:lnTo>
                <a:lnTo>
                  <a:pt x="628" y="581"/>
                </a:lnTo>
                <a:lnTo>
                  <a:pt x="627" y="581"/>
                </a:lnTo>
                <a:lnTo>
                  <a:pt x="626" y="581"/>
                </a:lnTo>
                <a:lnTo>
                  <a:pt x="625" y="581"/>
                </a:lnTo>
                <a:lnTo>
                  <a:pt x="624" y="580"/>
                </a:lnTo>
                <a:lnTo>
                  <a:pt x="624" y="579"/>
                </a:lnTo>
                <a:lnTo>
                  <a:pt x="623" y="579"/>
                </a:lnTo>
                <a:lnTo>
                  <a:pt x="623" y="578"/>
                </a:lnTo>
                <a:lnTo>
                  <a:pt x="622" y="578"/>
                </a:lnTo>
                <a:lnTo>
                  <a:pt x="622" y="579"/>
                </a:lnTo>
                <a:lnTo>
                  <a:pt x="622" y="580"/>
                </a:lnTo>
                <a:lnTo>
                  <a:pt x="621" y="581"/>
                </a:lnTo>
                <a:lnTo>
                  <a:pt x="620" y="581"/>
                </a:lnTo>
                <a:lnTo>
                  <a:pt x="620" y="580"/>
                </a:lnTo>
                <a:lnTo>
                  <a:pt x="619" y="580"/>
                </a:lnTo>
                <a:lnTo>
                  <a:pt x="619" y="581"/>
                </a:lnTo>
                <a:lnTo>
                  <a:pt x="618" y="581"/>
                </a:lnTo>
                <a:lnTo>
                  <a:pt x="617" y="581"/>
                </a:lnTo>
                <a:lnTo>
                  <a:pt x="617" y="580"/>
                </a:lnTo>
                <a:lnTo>
                  <a:pt x="616" y="580"/>
                </a:lnTo>
                <a:lnTo>
                  <a:pt x="615" y="580"/>
                </a:lnTo>
                <a:lnTo>
                  <a:pt x="614" y="580"/>
                </a:lnTo>
                <a:lnTo>
                  <a:pt x="613" y="580"/>
                </a:lnTo>
                <a:lnTo>
                  <a:pt x="613" y="581"/>
                </a:lnTo>
                <a:lnTo>
                  <a:pt x="612" y="580"/>
                </a:lnTo>
                <a:lnTo>
                  <a:pt x="612" y="581"/>
                </a:lnTo>
                <a:lnTo>
                  <a:pt x="611" y="581"/>
                </a:lnTo>
                <a:lnTo>
                  <a:pt x="610" y="581"/>
                </a:lnTo>
                <a:lnTo>
                  <a:pt x="610" y="582"/>
                </a:lnTo>
                <a:lnTo>
                  <a:pt x="610" y="583"/>
                </a:lnTo>
                <a:lnTo>
                  <a:pt x="609" y="584"/>
                </a:lnTo>
                <a:lnTo>
                  <a:pt x="608" y="584"/>
                </a:lnTo>
                <a:lnTo>
                  <a:pt x="608" y="583"/>
                </a:lnTo>
                <a:lnTo>
                  <a:pt x="607" y="583"/>
                </a:lnTo>
                <a:lnTo>
                  <a:pt x="607" y="582"/>
                </a:lnTo>
                <a:lnTo>
                  <a:pt x="606" y="582"/>
                </a:lnTo>
                <a:lnTo>
                  <a:pt x="606" y="581"/>
                </a:lnTo>
                <a:lnTo>
                  <a:pt x="605" y="581"/>
                </a:lnTo>
                <a:lnTo>
                  <a:pt x="605" y="582"/>
                </a:lnTo>
                <a:lnTo>
                  <a:pt x="605" y="581"/>
                </a:lnTo>
                <a:lnTo>
                  <a:pt x="604" y="582"/>
                </a:lnTo>
                <a:lnTo>
                  <a:pt x="603" y="582"/>
                </a:lnTo>
                <a:lnTo>
                  <a:pt x="602" y="582"/>
                </a:lnTo>
                <a:lnTo>
                  <a:pt x="601" y="582"/>
                </a:lnTo>
                <a:lnTo>
                  <a:pt x="601" y="583"/>
                </a:lnTo>
                <a:lnTo>
                  <a:pt x="600" y="583"/>
                </a:lnTo>
                <a:lnTo>
                  <a:pt x="599" y="583"/>
                </a:lnTo>
                <a:lnTo>
                  <a:pt x="597" y="584"/>
                </a:lnTo>
                <a:lnTo>
                  <a:pt x="595" y="584"/>
                </a:lnTo>
                <a:lnTo>
                  <a:pt x="595" y="583"/>
                </a:lnTo>
                <a:lnTo>
                  <a:pt x="595" y="582"/>
                </a:lnTo>
                <a:lnTo>
                  <a:pt x="594" y="582"/>
                </a:lnTo>
                <a:lnTo>
                  <a:pt x="593" y="581"/>
                </a:lnTo>
                <a:lnTo>
                  <a:pt x="592" y="581"/>
                </a:lnTo>
                <a:lnTo>
                  <a:pt x="592" y="582"/>
                </a:lnTo>
                <a:lnTo>
                  <a:pt x="591" y="582"/>
                </a:lnTo>
                <a:lnTo>
                  <a:pt x="590" y="582"/>
                </a:lnTo>
                <a:lnTo>
                  <a:pt x="589" y="582"/>
                </a:lnTo>
                <a:lnTo>
                  <a:pt x="589" y="581"/>
                </a:lnTo>
                <a:lnTo>
                  <a:pt x="589" y="580"/>
                </a:lnTo>
                <a:lnTo>
                  <a:pt x="589" y="579"/>
                </a:lnTo>
                <a:lnTo>
                  <a:pt x="588" y="578"/>
                </a:lnTo>
                <a:lnTo>
                  <a:pt x="588" y="577"/>
                </a:lnTo>
                <a:lnTo>
                  <a:pt x="587" y="577"/>
                </a:lnTo>
                <a:lnTo>
                  <a:pt x="587" y="578"/>
                </a:lnTo>
                <a:lnTo>
                  <a:pt x="586" y="578"/>
                </a:lnTo>
                <a:lnTo>
                  <a:pt x="586" y="579"/>
                </a:lnTo>
                <a:lnTo>
                  <a:pt x="586" y="580"/>
                </a:lnTo>
                <a:lnTo>
                  <a:pt x="586" y="581"/>
                </a:lnTo>
                <a:lnTo>
                  <a:pt x="586" y="582"/>
                </a:lnTo>
                <a:lnTo>
                  <a:pt x="585" y="582"/>
                </a:lnTo>
                <a:lnTo>
                  <a:pt x="585" y="583"/>
                </a:lnTo>
                <a:lnTo>
                  <a:pt x="585" y="584"/>
                </a:lnTo>
                <a:lnTo>
                  <a:pt x="586" y="585"/>
                </a:lnTo>
                <a:lnTo>
                  <a:pt x="586" y="586"/>
                </a:lnTo>
                <a:lnTo>
                  <a:pt x="585" y="586"/>
                </a:lnTo>
                <a:lnTo>
                  <a:pt x="585" y="587"/>
                </a:lnTo>
                <a:lnTo>
                  <a:pt x="584" y="587"/>
                </a:lnTo>
                <a:lnTo>
                  <a:pt x="584" y="588"/>
                </a:lnTo>
                <a:lnTo>
                  <a:pt x="583" y="588"/>
                </a:lnTo>
                <a:lnTo>
                  <a:pt x="582" y="588"/>
                </a:lnTo>
                <a:lnTo>
                  <a:pt x="582" y="589"/>
                </a:lnTo>
                <a:lnTo>
                  <a:pt x="583" y="589"/>
                </a:lnTo>
                <a:lnTo>
                  <a:pt x="583" y="591"/>
                </a:lnTo>
                <a:lnTo>
                  <a:pt x="582" y="591"/>
                </a:lnTo>
                <a:lnTo>
                  <a:pt x="581" y="592"/>
                </a:lnTo>
                <a:lnTo>
                  <a:pt x="582" y="593"/>
                </a:lnTo>
                <a:lnTo>
                  <a:pt x="582" y="594"/>
                </a:lnTo>
                <a:lnTo>
                  <a:pt x="583" y="595"/>
                </a:lnTo>
                <a:lnTo>
                  <a:pt x="584" y="596"/>
                </a:lnTo>
                <a:lnTo>
                  <a:pt x="584" y="597"/>
                </a:lnTo>
                <a:lnTo>
                  <a:pt x="585" y="598"/>
                </a:lnTo>
                <a:lnTo>
                  <a:pt x="585" y="599"/>
                </a:lnTo>
                <a:lnTo>
                  <a:pt x="585" y="601"/>
                </a:lnTo>
                <a:lnTo>
                  <a:pt x="586" y="603"/>
                </a:lnTo>
                <a:lnTo>
                  <a:pt x="586" y="604"/>
                </a:lnTo>
                <a:lnTo>
                  <a:pt x="587" y="604"/>
                </a:lnTo>
                <a:lnTo>
                  <a:pt x="587" y="605"/>
                </a:lnTo>
                <a:lnTo>
                  <a:pt x="587" y="606"/>
                </a:lnTo>
                <a:lnTo>
                  <a:pt x="588" y="606"/>
                </a:lnTo>
                <a:lnTo>
                  <a:pt x="588" y="607"/>
                </a:lnTo>
                <a:lnTo>
                  <a:pt x="588" y="608"/>
                </a:lnTo>
                <a:lnTo>
                  <a:pt x="587" y="608"/>
                </a:lnTo>
                <a:lnTo>
                  <a:pt x="587" y="609"/>
                </a:lnTo>
                <a:lnTo>
                  <a:pt x="587" y="610"/>
                </a:lnTo>
                <a:lnTo>
                  <a:pt x="588" y="610"/>
                </a:lnTo>
                <a:lnTo>
                  <a:pt x="588" y="611"/>
                </a:lnTo>
                <a:lnTo>
                  <a:pt x="589" y="612"/>
                </a:lnTo>
                <a:lnTo>
                  <a:pt x="589" y="613"/>
                </a:lnTo>
                <a:lnTo>
                  <a:pt x="589" y="614"/>
                </a:lnTo>
                <a:lnTo>
                  <a:pt x="589" y="615"/>
                </a:lnTo>
                <a:lnTo>
                  <a:pt x="588" y="615"/>
                </a:lnTo>
                <a:lnTo>
                  <a:pt x="587" y="616"/>
                </a:lnTo>
                <a:lnTo>
                  <a:pt x="586" y="616"/>
                </a:lnTo>
                <a:lnTo>
                  <a:pt x="585" y="616"/>
                </a:lnTo>
                <a:lnTo>
                  <a:pt x="585" y="617"/>
                </a:lnTo>
                <a:lnTo>
                  <a:pt x="584" y="618"/>
                </a:lnTo>
                <a:lnTo>
                  <a:pt x="583" y="619"/>
                </a:lnTo>
                <a:lnTo>
                  <a:pt x="582" y="619"/>
                </a:lnTo>
                <a:lnTo>
                  <a:pt x="581" y="619"/>
                </a:lnTo>
                <a:lnTo>
                  <a:pt x="581" y="620"/>
                </a:lnTo>
                <a:lnTo>
                  <a:pt x="581" y="621"/>
                </a:lnTo>
                <a:lnTo>
                  <a:pt x="580" y="621"/>
                </a:lnTo>
                <a:lnTo>
                  <a:pt x="580" y="622"/>
                </a:lnTo>
                <a:lnTo>
                  <a:pt x="579" y="622"/>
                </a:lnTo>
                <a:lnTo>
                  <a:pt x="578" y="622"/>
                </a:lnTo>
                <a:lnTo>
                  <a:pt x="578" y="621"/>
                </a:lnTo>
                <a:lnTo>
                  <a:pt x="577" y="621"/>
                </a:lnTo>
                <a:lnTo>
                  <a:pt x="577" y="622"/>
                </a:lnTo>
                <a:lnTo>
                  <a:pt x="576" y="622"/>
                </a:lnTo>
                <a:lnTo>
                  <a:pt x="576" y="623"/>
                </a:lnTo>
                <a:lnTo>
                  <a:pt x="576" y="624"/>
                </a:lnTo>
                <a:lnTo>
                  <a:pt x="575" y="625"/>
                </a:lnTo>
                <a:lnTo>
                  <a:pt x="574" y="625"/>
                </a:lnTo>
                <a:lnTo>
                  <a:pt x="573" y="625"/>
                </a:lnTo>
                <a:lnTo>
                  <a:pt x="573" y="624"/>
                </a:lnTo>
                <a:lnTo>
                  <a:pt x="573" y="623"/>
                </a:lnTo>
                <a:lnTo>
                  <a:pt x="573" y="622"/>
                </a:lnTo>
                <a:lnTo>
                  <a:pt x="572" y="622"/>
                </a:lnTo>
                <a:lnTo>
                  <a:pt x="572" y="621"/>
                </a:lnTo>
                <a:lnTo>
                  <a:pt x="571" y="621"/>
                </a:lnTo>
                <a:lnTo>
                  <a:pt x="570" y="621"/>
                </a:lnTo>
                <a:lnTo>
                  <a:pt x="570" y="620"/>
                </a:lnTo>
                <a:lnTo>
                  <a:pt x="569" y="620"/>
                </a:lnTo>
                <a:lnTo>
                  <a:pt x="569" y="619"/>
                </a:lnTo>
                <a:lnTo>
                  <a:pt x="568" y="619"/>
                </a:lnTo>
                <a:lnTo>
                  <a:pt x="567" y="619"/>
                </a:lnTo>
                <a:lnTo>
                  <a:pt x="566" y="620"/>
                </a:lnTo>
                <a:lnTo>
                  <a:pt x="566" y="621"/>
                </a:lnTo>
                <a:lnTo>
                  <a:pt x="565" y="621"/>
                </a:lnTo>
                <a:lnTo>
                  <a:pt x="564" y="621"/>
                </a:lnTo>
                <a:lnTo>
                  <a:pt x="563" y="622"/>
                </a:lnTo>
                <a:lnTo>
                  <a:pt x="562" y="622"/>
                </a:lnTo>
                <a:lnTo>
                  <a:pt x="561" y="623"/>
                </a:lnTo>
                <a:lnTo>
                  <a:pt x="561" y="624"/>
                </a:lnTo>
                <a:lnTo>
                  <a:pt x="560" y="626"/>
                </a:lnTo>
                <a:lnTo>
                  <a:pt x="559" y="626"/>
                </a:lnTo>
                <a:lnTo>
                  <a:pt x="559" y="627"/>
                </a:lnTo>
                <a:lnTo>
                  <a:pt x="559" y="628"/>
                </a:lnTo>
                <a:lnTo>
                  <a:pt x="558" y="629"/>
                </a:lnTo>
                <a:lnTo>
                  <a:pt x="557" y="629"/>
                </a:lnTo>
                <a:lnTo>
                  <a:pt x="556" y="630"/>
                </a:lnTo>
                <a:lnTo>
                  <a:pt x="556" y="631"/>
                </a:lnTo>
                <a:lnTo>
                  <a:pt x="555" y="631"/>
                </a:lnTo>
                <a:lnTo>
                  <a:pt x="554" y="632"/>
                </a:lnTo>
                <a:lnTo>
                  <a:pt x="553" y="632"/>
                </a:lnTo>
                <a:lnTo>
                  <a:pt x="553" y="633"/>
                </a:lnTo>
                <a:lnTo>
                  <a:pt x="552" y="633"/>
                </a:lnTo>
                <a:lnTo>
                  <a:pt x="551" y="633"/>
                </a:lnTo>
                <a:lnTo>
                  <a:pt x="551" y="634"/>
                </a:lnTo>
                <a:lnTo>
                  <a:pt x="551" y="635"/>
                </a:lnTo>
                <a:lnTo>
                  <a:pt x="551" y="636"/>
                </a:lnTo>
                <a:lnTo>
                  <a:pt x="551" y="637"/>
                </a:lnTo>
                <a:lnTo>
                  <a:pt x="550" y="637"/>
                </a:lnTo>
                <a:lnTo>
                  <a:pt x="550" y="638"/>
                </a:lnTo>
                <a:lnTo>
                  <a:pt x="549" y="638"/>
                </a:lnTo>
                <a:lnTo>
                  <a:pt x="549" y="639"/>
                </a:lnTo>
                <a:lnTo>
                  <a:pt x="549" y="641"/>
                </a:lnTo>
                <a:lnTo>
                  <a:pt x="549" y="642"/>
                </a:lnTo>
                <a:lnTo>
                  <a:pt x="550" y="642"/>
                </a:lnTo>
                <a:lnTo>
                  <a:pt x="550" y="643"/>
                </a:lnTo>
                <a:lnTo>
                  <a:pt x="551" y="643"/>
                </a:lnTo>
                <a:lnTo>
                  <a:pt x="551" y="644"/>
                </a:lnTo>
                <a:lnTo>
                  <a:pt x="552" y="644"/>
                </a:lnTo>
                <a:lnTo>
                  <a:pt x="552" y="643"/>
                </a:lnTo>
                <a:lnTo>
                  <a:pt x="553" y="643"/>
                </a:lnTo>
                <a:lnTo>
                  <a:pt x="553" y="642"/>
                </a:lnTo>
                <a:lnTo>
                  <a:pt x="554" y="642"/>
                </a:lnTo>
                <a:lnTo>
                  <a:pt x="555" y="643"/>
                </a:lnTo>
                <a:lnTo>
                  <a:pt x="555" y="644"/>
                </a:lnTo>
                <a:lnTo>
                  <a:pt x="555" y="645"/>
                </a:lnTo>
                <a:lnTo>
                  <a:pt x="555" y="646"/>
                </a:lnTo>
                <a:lnTo>
                  <a:pt x="555" y="647"/>
                </a:lnTo>
                <a:lnTo>
                  <a:pt x="556" y="648"/>
                </a:lnTo>
                <a:lnTo>
                  <a:pt x="557" y="649"/>
                </a:lnTo>
                <a:lnTo>
                  <a:pt x="558" y="649"/>
                </a:lnTo>
                <a:lnTo>
                  <a:pt x="559" y="649"/>
                </a:lnTo>
                <a:lnTo>
                  <a:pt x="560" y="648"/>
                </a:lnTo>
                <a:lnTo>
                  <a:pt x="561" y="648"/>
                </a:lnTo>
                <a:lnTo>
                  <a:pt x="561" y="649"/>
                </a:lnTo>
                <a:lnTo>
                  <a:pt x="561" y="650"/>
                </a:lnTo>
                <a:lnTo>
                  <a:pt x="560" y="650"/>
                </a:lnTo>
                <a:lnTo>
                  <a:pt x="559" y="650"/>
                </a:lnTo>
                <a:lnTo>
                  <a:pt x="558" y="652"/>
                </a:lnTo>
                <a:lnTo>
                  <a:pt x="557" y="652"/>
                </a:lnTo>
                <a:lnTo>
                  <a:pt x="557" y="653"/>
                </a:lnTo>
                <a:lnTo>
                  <a:pt x="556" y="653"/>
                </a:lnTo>
                <a:lnTo>
                  <a:pt x="556" y="654"/>
                </a:lnTo>
                <a:lnTo>
                  <a:pt x="556" y="655"/>
                </a:lnTo>
                <a:lnTo>
                  <a:pt x="556" y="657"/>
                </a:lnTo>
                <a:lnTo>
                  <a:pt x="555" y="658"/>
                </a:lnTo>
                <a:lnTo>
                  <a:pt x="555" y="659"/>
                </a:lnTo>
                <a:lnTo>
                  <a:pt x="556" y="660"/>
                </a:lnTo>
                <a:lnTo>
                  <a:pt x="556" y="661"/>
                </a:lnTo>
                <a:lnTo>
                  <a:pt x="556" y="662"/>
                </a:lnTo>
                <a:lnTo>
                  <a:pt x="556" y="663"/>
                </a:lnTo>
                <a:lnTo>
                  <a:pt x="555" y="664"/>
                </a:lnTo>
                <a:lnTo>
                  <a:pt x="555" y="665"/>
                </a:lnTo>
                <a:lnTo>
                  <a:pt x="554" y="666"/>
                </a:lnTo>
                <a:lnTo>
                  <a:pt x="554" y="667"/>
                </a:lnTo>
                <a:lnTo>
                  <a:pt x="553" y="667"/>
                </a:lnTo>
                <a:lnTo>
                  <a:pt x="552" y="668"/>
                </a:lnTo>
                <a:lnTo>
                  <a:pt x="551" y="669"/>
                </a:lnTo>
                <a:lnTo>
                  <a:pt x="551" y="670"/>
                </a:lnTo>
                <a:lnTo>
                  <a:pt x="551" y="671"/>
                </a:lnTo>
                <a:lnTo>
                  <a:pt x="550" y="671"/>
                </a:lnTo>
                <a:lnTo>
                  <a:pt x="549" y="672"/>
                </a:lnTo>
                <a:lnTo>
                  <a:pt x="548" y="672"/>
                </a:lnTo>
                <a:lnTo>
                  <a:pt x="547" y="674"/>
                </a:lnTo>
                <a:lnTo>
                  <a:pt x="546" y="674"/>
                </a:lnTo>
                <a:lnTo>
                  <a:pt x="546" y="675"/>
                </a:lnTo>
                <a:lnTo>
                  <a:pt x="545" y="675"/>
                </a:lnTo>
                <a:lnTo>
                  <a:pt x="544" y="675"/>
                </a:lnTo>
                <a:lnTo>
                  <a:pt x="543" y="676"/>
                </a:lnTo>
                <a:lnTo>
                  <a:pt x="542" y="677"/>
                </a:lnTo>
                <a:lnTo>
                  <a:pt x="542" y="678"/>
                </a:lnTo>
                <a:lnTo>
                  <a:pt x="542" y="679"/>
                </a:lnTo>
                <a:lnTo>
                  <a:pt x="541" y="679"/>
                </a:lnTo>
                <a:lnTo>
                  <a:pt x="540" y="679"/>
                </a:lnTo>
                <a:lnTo>
                  <a:pt x="540" y="680"/>
                </a:lnTo>
                <a:lnTo>
                  <a:pt x="539" y="681"/>
                </a:lnTo>
                <a:lnTo>
                  <a:pt x="537" y="682"/>
                </a:lnTo>
                <a:lnTo>
                  <a:pt x="537" y="683"/>
                </a:lnTo>
                <a:lnTo>
                  <a:pt x="536" y="683"/>
                </a:lnTo>
                <a:lnTo>
                  <a:pt x="535" y="683"/>
                </a:lnTo>
                <a:lnTo>
                  <a:pt x="535" y="684"/>
                </a:lnTo>
                <a:lnTo>
                  <a:pt x="535" y="685"/>
                </a:lnTo>
                <a:lnTo>
                  <a:pt x="536" y="685"/>
                </a:lnTo>
                <a:lnTo>
                  <a:pt x="536" y="686"/>
                </a:lnTo>
                <a:lnTo>
                  <a:pt x="537" y="686"/>
                </a:lnTo>
                <a:lnTo>
                  <a:pt x="537" y="687"/>
                </a:lnTo>
                <a:lnTo>
                  <a:pt x="537" y="688"/>
                </a:lnTo>
                <a:lnTo>
                  <a:pt x="537" y="689"/>
                </a:lnTo>
                <a:lnTo>
                  <a:pt x="537" y="690"/>
                </a:lnTo>
                <a:lnTo>
                  <a:pt x="536" y="690"/>
                </a:lnTo>
                <a:lnTo>
                  <a:pt x="535" y="690"/>
                </a:lnTo>
                <a:lnTo>
                  <a:pt x="534" y="690"/>
                </a:lnTo>
                <a:lnTo>
                  <a:pt x="533" y="690"/>
                </a:lnTo>
                <a:lnTo>
                  <a:pt x="532" y="690"/>
                </a:lnTo>
                <a:lnTo>
                  <a:pt x="531" y="690"/>
                </a:lnTo>
                <a:lnTo>
                  <a:pt x="530" y="690"/>
                </a:lnTo>
                <a:lnTo>
                  <a:pt x="530" y="692"/>
                </a:lnTo>
                <a:lnTo>
                  <a:pt x="530" y="693"/>
                </a:lnTo>
                <a:lnTo>
                  <a:pt x="529" y="694"/>
                </a:lnTo>
                <a:lnTo>
                  <a:pt x="529" y="695"/>
                </a:lnTo>
                <a:lnTo>
                  <a:pt x="528" y="695"/>
                </a:lnTo>
                <a:lnTo>
                  <a:pt x="527" y="695"/>
                </a:lnTo>
                <a:lnTo>
                  <a:pt x="527" y="696"/>
                </a:lnTo>
                <a:lnTo>
                  <a:pt x="527" y="697"/>
                </a:lnTo>
                <a:lnTo>
                  <a:pt x="526" y="697"/>
                </a:lnTo>
                <a:lnTo>
                  <a:pt x="526" y="698"/>
                </a:lnTo>
                <a:lnTo>
                  <a:pt x="525" y="699"/>
                </a:lnTo>
                <a:lnTo>
                  <a:pt x="525" y="700"/>
                </a:lnTo>
                <a:lnTo>
                  <a:pt x="524" y="702"/>
                </a:lnTo>
                <a:lnTo>
                  <a:pt x="523" y="703"/>
                </a:lnTo>
                <a:lnTo>
                  <a:pt x="523" y="705"/>
                </a:lnTo>
                <a:lnTo>
                  <a:pt x="523" y="706"/>
                </a:lnTo>
                <a:lnTo>
                  <a:pt x="522" y="706"/>
                </a:lnTo>
                <a:lnTo>
                  <a:pt x="522" y="707"/>
                </a:lnTo>
                <a:lnTo>
                  <a:pt x="521" y="707"/>
                </a:lnTo>
                <a:lnTo>
                  <a:pt x="520" y="708"/>
                </a:lnTo>
                <a:lnTo>
                  <a:pt x="519" y="708"/>
                </a:lnTo>
                <a:lnTo>
                  <a:pt x="518" y="708"/>
                </a:lnTo>
                <a:lnTo>
                  <a:pt x="517" y="708"/>
                </a:lnTo>
                <a:lnTo>
                  <a:pt x="517" y="707"/>
                </a:lnTo>
                <a:lnTo>
                  <a:pt x="516" y="707"/>
                </a:lnTo>
                <a:lnTo>
                  <a:pt x="515" y="707"/>
                </a:lnTo>
                <a:lnTo>
                  <a:pt x="515" y="708"/>
                </a:lnTo>
                <a:lnTo>
                  <a:pt x="513" y="709"/>
                </a:lnTo>
                <a:lnTo>
                  <a:pt x="513" y="710"/>
                </a:lnTo>
                <a:lnTo>
                  <a:pt x="512" y="710"/>
                </a:lnTo>
                <a:lnTo>
                  <a:pt x="511" y="710"/>
                </a:lnTo>
                <a:lnTo>
                  <a:pt x="511" y="711"/>
                </a:lnTo>
                <a:lnTo>
                  <a:pt x="510" y="711"/>
                </a:lnTo>
                <a:lnTo>
                  <a:pt x="509" y="711"/>
                </a:lnTo>
                <a:lnTo>
                  <a:pt x="508" y="711"/>
                </a:lnTo>
                <a:lnTo>
                  <a:pt x="508" y="710"/>
                </a:lnTo>
                <a:lnTo>
                  <a:pt x="507" y="709"/>
                </a:lnTo>
                <a:lnTo>
                  <a:pt x="507" y="708"/>
                </a:lnTo>
                <a:lnTo>
                  <a:pt x="506" y="707"/>
                </a:lnTo>
                <a:lnTo>
                  <a:pt x="505" y="707"/>
                </a:lnTo>
                <a:lnTo>
                  <a:pt x="505" y="708"/>
                </a:lnTo>
                <a:lnTo>
                  <a:pt x="505" y="709"/>
                </a:lnTo>
                <a:lnTo>
                  <a:pt x="504" y="709"/>
                </a:lnTo>
                <a:lnTo>
                  <a:pt x="504" y="710"/>
                </a:lnTo>
                <a:lnTo>
                  <a:pt x="503" y="711"/>
                </a:lnTo>
                <a:lnTo>
                  <a:pt x="503" y="712"/>
                </a:lnTo>
                <a:lnTo>
                  <a:pt x="502" y="713"/>
                </a:lnTo>
                <a:lnTo>
                  <a:pt x="502" y="714"/>
                </a:lnTo>
                <a:lnTo>
                  <a:pt x="502" y="715"/>
                </a:lnTo>
                <a:lnTo>
                  <a:pt x="501" y="715"/>
                </a:lnTo>
                <a:lnTo>
                  <a:pt x="501" y="716"/>
                </a:lnTo>
                <a:lnTo>
                  <a:pt x="501" y="717"/>
                </a:lnTo>
                <a:lnTo>
                  <a:pt x="501" y="718"/>
                </a:lnTo>
                <a:lnTo>
                  <a:pt x="500" y="718"/>
                </a:lnTo>
                <a:lnTo>
                  <a:pt x="500" y="719"/>
                </a:lnTo>
                <a:lnTo>
                  <a:pt x="500" y="720"/>
                </a:lnTo>
                <a:lnTo>
                  <a:pt x="500" y="721"/>
                </a:lnTo>
                <a:lnTo>
                  <a:pt x="500" y="723"/>
                </a:lnTo>
                <a:lnTo>
                  <a:pt x="500" y="724"/>
                </a:lnTo>
                <a:lnTo>
                  <a:pt x="501" y="724"/>
                </a:lnTo>
                <a:lnTo>
                  <a:pt x="501" y="725"/>
                </a:lnTo>
                <a:lnTo>
                  <a:pt x="502" y="726"/>
                </a:lnTo>
                <a:lnTo>
                  <a:pt x="502" y="728"/>
                </a:lnTo>
                <a:lnTo>
                  <a:pt x="501" y="729"/>
                </a:lnTo>
                <a:lnTo>
                  <a:pt x="502" y="730"/>
                </a:lnTo>
                <a:lnTo>
                  <a:pt x="502" y="731"/>
                </a:lnTo>
                <a:lnTo>
                  <a:pt x="502" y="732"/>
                </a:lnTo>
                <a:lnTo>
                  <a:pt x="502" y="733"/>
                </a:lnTo>
                <a:lnTo>
                  <a:pt x="502" y="735"/>
                </a:lnTo>
                <a:lnTo>
                  <a:pt x="502" y="736"/>
                </a:lnTo>
                <a:lnTo>
                  <a:pt x="502" y="737"/>
                </a:lnTo>
                <a:lnTo>
                  <a:pt x="502" y="738"/>
                </a:lnTo>
                <a:lnTo>
                  <a:pt x="502" y="739"/>
                </a:lnTo>
                <a:lnTo>
                  <a:pt x="501" y="739"/>
                </a:lnTo>
                <a:lnTo>
                  <a:pt x="501" y="741"/>
                </a:lnTo>
                <a:lnTo>
                  <a:pt x="501" y="742"/>
                </a:lnTo>
                <a:lnTo>
                  <a:pt x="500" y="742"/>
                </a:lnTo>
                <a:lnTo>
                  <a:pt x="500" y="743"/>
                </a:lnTo>
                <a:lnTo>
                  <a:pt x="500" y="744"/>
                </a:lnTo>
                <a:lnTo>
                  <a:pt x="499" y="745"/>
                </a:lnTo>
                <a:lnTo>
                  <a:pt x="499" y="746"/>
                </a:lnTo>
                <a:lnTo>
                  <a:pt x="500" y="747"/>
                </a:lnTo>
                <a:lnTo>
                  <a:pt x="500" y="748"/>
                </a:lnTo>
                <a:lnTo>
                  <a:pt x="501" y="748"/>
                </a:lnTo>
                <a:lnTo>
                  <a:pt x="501" y="749"/>
                </a:lnTo>
                <a:lnTo>
                  <a:pt x="501" y="750"/>
                </a:lnTo>
                <a:lnTo>
                  <a:pt x="501" y="751"/>
                </a:lnTo>
                <a:lnTo>
                  <a:pt x="501" y="752"/>
                </a:lnTo>
                <a:lnTo>
                  <a:pt x="501" y="753"/>
                </a:lnTo>
                <a:lnTo>
                  <a:pt x="500" y="753"/>
                </a:lnTo>
                <a:lnTo>
                  <a:pt x="500" y="754"/>
                </a:lnTo>
                <a:lnTo>
                  <a:pt x="500" y="755"/>
                </a:lnTo>
                <a:lnTo>
                  <a:pt x="501" y="755"/>
                </a:lnTo>
                <a:lnTo>
                  <a:pt x="501" y="756"/>
                </a:lnTo>
                <a:lnTo>
                  <a:pt x="501" y="757"/>
                </a:lnTo>
                <a:lnTo>
                  <a:pt x="501" y="758"/>
                </a:lnTo>
                <a:lnTo>
                  <a:pt x="502" y="759"/>
                </a:lnTo>
                <a:lnTo>
                  <a:pt x="502" y="760"/>
                </a:lnTo>
                <a:lnTo>
                  <a:pt x="503" y="760"/>
                </a:lnTo>
                <a:lnTo>
                  <a:pt x="503" y="761"/>
                </a:lnTo>
                <a:lnTo>
                  <a:pt x="503" y="762"/>
                </a:lnTo>
                <a:lnTo>
                  <a:pt x="504" y="762"/>
                </a:lnTo>
                <a:lnTo>
                  <a:pt x="505" y="763"/>
                </a:lnTo>
                <a:lnTo>
                  <a:pt x="505" y="764"/>
                </a:lnTo>
                <a:lnTo>
                  <a:pt x="506" y="765"/>
                </a:lnTo>
                <a:lnTo>
                  <a:pt x="507" y="765"/>
                </a:lnTo>
                <a:lnTo>
                  <a:pt x="507" y="766"/>
                </a:lnTo>
                <a:lnTo>
                  <a:pt x="508" y="766"/>
                </a:lnTo>
                <a:lnTo>
                  <a:pt x="508" y="767"/>
                </a:lnTo>
                <a:lnTo>
                  <a:pt x="507" y="767"/>
                </a:lnTo>
                <a:lnTo>
                  <a:pt x="508" y="768"/>
                </a:lnTo>
                <a:lnTo>
                  <a:pt x="509" y="769"/>
                </a:lnTo>
                <a:lnTo>
                  <a:pt x="508" y="770"/>
                </a:lnTo>
                <a:lnTo>
                  <a:pt x="508" y="771"/>
                </a:lnTo>
                <a:lnTo>
                  <a:pt x="509" y="771"/>
                </a:lnTo>
                <a:lnTo>
                  <a:pt x="509" y="772"/>
                </a:lnTo>
                <a:lnTo>
                  <a:pt x="509" y="773"/>
                </a:lnTo>
                <a:lnTo>
                  <a:pt x="509" y="774"/>
                </a:lnTo>
                <a:lnTo>
                  <a:pt x="510" y="775"/>
                </a:lnTo>
                <a:lnTo>
                  <a:pt x="510" y="776"/>
                </a:lnTo>
                <a:lnTo>
                  <a:pt x="510" y="777"/>
                </a:lnTo>
                <a:lnTo>
                  <a:pt x="510" y="778"/>
                </a:lnTo>
                <a:lnTo>
                  <a:pt x="511" y="778"/>
                </a:lnTo>
                <a:lnTo>
                  <a:pt x="511" y="779"/>
                </a:lnTo>
                <a:lnTo>
                  <a:pt x="511" y="780"/>
                </a:lnTo>
                <a:lnTo>
                  <a:pt x="511" y="782"/>
                </a:lnTo>
                <a:lnTo>
                  <a:pt x="512" y="783"/>
                </a:lnTo>
                <a:lnTo>
                  <a:pt x="513" y="783"/>
                </a:lnTo>
                <a:lnTo>
                  <a:pt x="513" y="785"/>
                </a:lnTo>
                <a:lnTo>
                  <a:pt x="512" y="786"/>
                </a:lnTo>
                <a:lnTo>
                  <a:pt x="513" y="786"/>
                </a:lnTo>
                <a:lnTo>
                  <a:pt x="513" y="787"/>
                </a:lnTo>
                <a:lnTo>
                  <a:pt x="513" y="788"/>
                </a:lnTo>
                <a:lnTo>
                  <a:pt x="513" y="789"/>
                </a:lnTo>
                <a:lnTo>
                  <a:pt x="513" y="790"/>
                </a:lnTo>
                <a:lnTo>
                  <a:pt x="512" y="790"/>
                </a:lnTo>
                <a:lnTo>
                  <a:pt x="512" y="791"/>
                </a:lnTo>
                <a:lnTo>
                  <a:pt x="512" y="792"/>
                </a:lnTo>
                <a:lnTo>
                  <a:pt x="513" y="792"/>
                </a:lnTo>
                <a:lnTo>
                  <a:pt x="513" y="793"/>
                </a:lnTo>
                <a:lnTo>
                  <a:pt x="513" y="794"/>
                </a:lnTo>
                <a:lnTo>
                  <a:pt x="514" y="794"/>
                </a:lnTo>
                <a:lnTo>
                  <a:pt x="515" y="794"/>
                </a:lnTo>
                <a:lnTo>
                  <a:pt x="515" y="795"/>
                </a:lnTo>
                <a:lnTo>
                  <a:pt x="515" y="796"/>
                </a:lnTo>
                <a:lnTo>
                  <a:pt x="515" y="797"/>
                </a:lnTo>
                <a:lnTo>
                  <a:pt x="515" y="798"/>
                </a:lnTo>
                <a:lnTo>
                  <a:pt x="515" y="799"/>
                </a:lnTo>
                <a:lnTo>
                  <a:pt x="514" y="799"/>
                </a:lnTo>
                <a:lnTo>
                  <a:pt x="514" y="800"/>
                </a:lnTo>
                <a:lnTo>
                  <a:pt x="513" y="801"/>
                </a:lnTo>
                <a:lnTo>
                  <a:pt x="512" y="802"/>
                </a:lnTo>
                <a:lnTo>
                  <a:pt x="511" y="802"/>
                </a:lnTo>
                <a:lnTo>
                  <a:pt x="510" y="802"/>
                </a:lnTo>
                <a:lnTo>
                  <a:pt x="509" y="802"/>
                </a:lnTo>
                <a:lnTo>
                  <a:pt x="509" y="803"/>
                </a:lnTo>
                <a:lnTo>
                  <a:pt x="510" y="803"/>
                </a:lnTo>
                <a:lnTo>
                  <a:pt x="510" y="804"/>
                </a:lnTo>
                <a:lnTo>
                  <a:pt x="510" y="806"/>
                </a:lnTo>
                <a:lnTo>
                  <a:pt x="509" y="807"/>
                </a:lnTo>
                <a:lnTo>
                  <a:pt x="509" y="809"/>
                </a:lnTo>
                <a:lnTo>
                  <a:pt x="509" y="810"/>
                </a:lnTo>
                <a:lnTo>
                  <a:pt x="510" y="811"/>
                </a:lnTo>
                <a:lnTo>
                  <a:pt x="510" y="812"/>
                </a:lnTo>
                <a:lnTo>
                  <a:pt x="510" y="813"/>
                </a:lnTo>
                <a:lnTo>
                  <a:pt x="509" y="814"/>
                </a:lnTo>
                <a:lnTo>
                  <a:pt x="509" y="815"/>
                </a:lnTo>
                <a:lnTo>
                  <a:pt x="509" y="816"/>
                </a:lnTo>
                <a:lnTo>
                  <a:pt x="508" y="816"/>
                </a:lnTo>
                <a:lnTo>
                  <a:pt x="505" y="816"/>
                </a:lnTo>
                <a:lnTo>
                  <a:pt x="505" y="817"/>
                </a:lnTo>
                <a:lnTo>
                  <a:pt x="504" y="817"/>
                </a:lnTo>
                <a:lnTo>
                  <a:pt x="503" y="816"/>
                </a:lnTo>
                <a:lnTo>
                  <a:pt x="502" y="816"/>
                </a:lnTo>
                <a:lnTo>
                  <a:pt x="501" y="816"/>
                </a:lnTo>
                <a:lnTo>
                  <a:pt x="501" y="817"/>
                </a:lnTo>
                <a:lnTo>
                  <a:pt x="501" y="816"/>
                </a:lnTo>
                <a:lnTo>
                  <a:pt x="500" y="816"/>
                </a:lnTo>
                <a:lnTo>
                  <a:pt x="500" y="815"/>
                </a:lnTo>
                <a:lnTo>
                  <a:pt x="500" y="814"/>
                </a:lnTo>
                <a:lnTo>
                  <a:pt x="499" y="814"/>
                </a:lnTo>
                <a:lnTo>
                  <a:pt x="499" y="815"/>
                </a:lnTo>
                <a:lnTo>
                  <a:pt x="498" y="816"/>
                </a:lnTo>
                <a:lnTo>
                  <a:pt x="498" y="817"/>
                </a:lnTo>
                <a:lnTo>
                  <a:pt x="497" y="818"/>
                </a:lnTo>
                <a:lnTo>
                  <a:pt x="496" y="819"/>
                </a:lnTo>
                <a:lnTo>
                  <a:pt x="495" y="820"/>
                </a:lnTo>
                <a:lnTo>
                  <a:pt x="493" y="820"/>
                </a:lnTo>
                <a:lnTo>
                  <a:pt x="492" y="820"/>
                </a:lnTo>
                <a:lnTo>
                  <a:pt x="491" y="821"/>
                </a:lnTo>
                <a:lnTo>
                  <a:pt x="490" y="821"/>
                </a:lnTo>
                <a:lnTo>
                  <a:pt x="490" y="822"/>
                </a:lnTo>
                <a:lnTo>
                  <a:pt x="489" y="822"/>
                </a:lnTo>
                <a:lnTo>
                  <a:pt x="489" y="823"/>
                </a:lnTo>
                <a:lnTo>
                  <a:pt x="488" y="823"/>
                </a:lnTo>
                <a:lnTo>
                  <a:pt x="487" y="824"/>
                </a:lnTo>
                <a:lnTo>
                  <a:pt x="486" y="825"/>
                </a:lnTo>
                <a:lnTo>
                  <a:pt x="485" y="826"/>
                </a:lnTo>
                <a:lnTo>
                  <a:pt x="485" y="827"/>
                </a:lnTo>
                <a:lnTo>
                  <a:pt x="485" y="828"/>
                </a:lnTo>
                <a:lnTo>
                  <a:pt x="485" y="829"/>
                </a:lnTo>
                <a:lnTo>
                  <a:pt x="484" y="829"/>
                </a:lnTo>
                <a:lnTo>
                  <a:pt x="484" y="830"/>
                </a:lnTo>
                <a:lnTo>
                  <a:pt x="483" y="830"/>
                </a:lnTo>
                <a:lnTo>
                  <a:pt x="483" y="829"/>
                </a:lnTo>
                <a:lnTo>
                  <a:pt x="482" y="830"/>
                </a:lnTo>
                <a:lnTo>
                  <a:pt x="481" y="830"/>
                </a:lnTo>
                <a:lnTo>
                  <a:pt x="480" y="830"/>
                </a:lnTo>
                <a:lnTo>
                  <a:pt x="480" y="829"/>
                </a:lnTo>
                <a:lnTo>
                  <a:pt x="479" y="828"/>
                </a:lnTo>
                <a:lnTo>
                  <a:pt x="478" y="828"/>
                </a:lnTo>
                <a:lnTo>
                  <a:pt x="478" y="827"/>
                </a:lnTo>
                <a:lnTo>
                  <a:pt x="477" y="827"/>
                </a:lnTo>
                <a:lnTo>
                  <a:pt x="476" y="827"/>
                </a:lnTo>
                <a:lnTo>
                  <a:pt x="476" y="826"/>
                </a:lnTo>
                <a:lnTo>
                  <a:pt x="475" y="826"/>
                </a:lnTo>
                <a:lnTo>
                  <a:pt x="474" y="826"/>
                </a:lnTo>
                <a:lnTo>
                  <a:pt x="474" y="825"/>
                </a:lnTo>
                <a:lnTo>
                  <a:pt x="475" y="825"/>
                </a:lnTo>
                <a:lnTo>
                  <a:pt x="475" y="824"/>
                </a:lnTo>
                <a:lnTo>
                  <a:pt x="475" y="823"/>
                </a:lnTo>
                <a:lnTo>
                  <a:pt x="475" y="822"/>
                </a:lnTo>
                <a:lnTo>
                  <a:pt x="477" y="821"/>
                </a:lnTo>
                <a:lnTo>
                  <a:pt x="477" y="820"/>
                </a:lnTo>
                <a:lnTo>
                  <a:pt x="478" y="820"/>
                </a:lnTo>
                <a:lnTo>
                  <a:pt x="478" y="819"/>
                </a:lnTo>
                <a:lnTo>
                  <a:pt x="477" y="817"/>
                </a:lnTo>
                <a:lnTo>
                  <a:pt x="477" y="816"/>
                </a:lnTo>
                <a:lnTo>
                  <a:pt x="476" y="816"/>
                </a:lnTo>
                <a:lnTo>
                  <a:pt x="475" y="816"/>
                </a:lnTo>
                <a:lnTo>
                  <a:pt x="474" y="816"/>
                </a:lnTo>
                <a:lnTo>
                  <a:pt x="474" y="815"/>
                </a:lnTo>
                <a:lnTo>
                  <a:pt x="473" y="815"/>
                </a:lnTo>
                <a:lnTo>
                  <a:pt x="472" y="814"/>
                </a:lnTo>
                <a:lnTo>
                  <a:pt x="470" y="814"/>
                </a:lnTo>
                <a:lnTo>
                  <a:pt x="469" y="815"/>
                </a:lnTo>
                <a:lnTo>
                  <a:pt x="469" y="816"/>
                </a:lnTo>
                <a:lnTo>
                  <a:pt x="469" y="817"/>
                </a:lnTo>
                <a:lnTo>
                  <a:pt x="468" y="817"/>
                </a:lnTo>
                <a:lnTo>
                  <a:pt x="466" y="818"/>
                </a:lnTo>
                <a:lnTo>
                  <a:pt x="465" y="818"/>
                </a:lnTo>
                <a:lnTo>
                  <a:pt x="463" y="819"/>
                </a:lnTo>
                <a:lnTo>
                  <a:pt x="461" y="820"/>
                </a:lnTo>
                <a:lnTo>
                  <a:pt x="460" y="820"/>
                </a:lnTo>
                <a:lnTo>
                  <a:pt x="459" y="821"/>
                </a:lnTo>
                <a:lnTo>
                  <a:pt x="458" y="820"/>
                </a:lnTo>
                <a:lnTo>
                  <a:pt x="456" y="821"/>
                </a:lnTo>
                <a:lnTo>
                  <a:pt x="455" y="821"/>
                </a:lnTo>
                <a:lnTo>
                  <a:pt x="454" y="822"/>
                </a:lnTo>
                <a:lnTo>
                  <a:pt x="454" y="823"/>
                </a:lnTo>
                <a:lnTo>
                  <a:pt x="453" y="824"/>
                </a:lnTo>
                <a:lnTo>
                  <a:pt x="453" y="825"/>
                </a:lnTo>
                <a:lnTo>
                  <a:pt x="452" y="826"/>
                </a:lnTo>
                <a:lnTo>
                  <a:pt x="451" y="826"/>
                </a:lnTo>
                <a:lnTo>
                  <a:pt x="451" y="827"/>
                </a:lnTo>
                <a:lnTo>
                  <a:pt x="450" y="827"/>
                </a:lnTo>
                <a:lnTo>
                  <a:pt x="449" y="827"/>
                </a:lnTo>
                <a:lnTo>
                  <a:pt x="448" y="828"/>
                </a:lnTo>
                <a:lnTo>
                  <a:pt x="447" y="828"/>
                </a:lnTo>
                <a:lnTo>
                  <a:pt x="446" y="829"/>
                </a:lnTo>
                <a:lnTo>
                  <a:pt x="444" y="829"/>
                </a:lnTo>
                <a:lnTo>
                  <a:pt x="443" y="829"/>
                </a:lnTo>
                <a:lnTo>
                  <a:pt x="442" y="829"/>
                </a:lnTo>
                <a:lnTo>
                  <a:pt x="442" y="831"/>
                </a:lnTo>
                <a:lnTo>
                  <a:pt x="442" y="832"/>
                </a:lnTo>
                <a:lnTo>
                  <a:pt x="441" y="832"/>
                </a:lnTo>
                <a:lnTo>
                  <a:pt x="441" y="833"/>
                </a:lnTo>
                <a:lnTo>
                  <a:pt x="440" y="833"/>
                </a:lnTo>
                <a:lnTo>
                  <a:pt x="440" y="834"/>
                </a:lnTo>
                <a:lnTo>
                  <a:pt x="438" y="835"/>
                </a:lnTo>
                <a:lnTo>
                  <a:pt x="437" y="835"/>
                </a:lnTo>
                <a:lnTo>
                  <a:pt x="436" y="836"/>
                </a:lnTo>
                <a:lnTo>
                  <a:pt x="435" y="837"/>
                </a:lnTo>
                <a:lnTo>
                  <a:pt x="435" y="838"/>
                </a:lnTo>
                <a:lnTo>
                  <a:pt x="434" y="839"/>
                </a:lnTo>
                <a:lnTo>
                  <a:pt x="434" y="840"/>
                </a:lnTo>
                <a:lnTo>
                  <a:pt x="433" y="840"/>
                </a:lnTo>
                <a:lnTo>
                  <a:pt x="432" y="840"/>
                </a:lnTo>
                <a:lnTo>
                  <a:pt x="432" y="841"/>
                </a:lnTo>
                <a:lnTo>
                  <a:pt x="432" y="842"/>
                </a:lnTo>
                <a:lnTo>
                  <a:pt x="432" y="843"/>
                </a:lnTo>
                <a:lnTo>
                  <a:pt x="431" y="842"/>
                </a:lnTo>
                <a:lnTo>
                  <a:pt x="431" y="843"/>
                </a:lnTo>
                <a:lnTo>
                  <a:pt x="430" y="843"/>
                </a:lnTo>
                <a:lnTo>
                  <a:pt x="430" y="844"/>
                </a:lnTo>
                <a:lnTo>
                  <a:pt x="429" y="844"/>
                </a:lnTo>
                <a:lnTo>
                  <a:pt x="429" y="845"/>
                </a:lnTo>
                <a:lnTo>
                  <a:pt x="428" y="845"/>
                </a:lnTo>
                <a:lnTo>
                  <a:pt x="428" y="844"/>
                </a:lnTo>
                <a:lnTo>
                  <a:pt x="427" y="845"/>
                </a:lnTo>
                <a:lnTo>
                  <a:pt x="426" y="844"/>
                </a:lnTo>
                <a:lnTo>
                  <a:pt x="424" y="843"/>
                </a:lnTo>
                <a:lnTo>
                  <a:pt x="423" y="843"/>
                </a:lnTo>
                <a:lnTo>
                  <a:pt x="423" y="842"/>
                </a:lnTo>
                <a:lnTo>
                  <a:pt x="423" y="841"/>
                </a:lnTo>
                <a:lnTo>
                  <a:pt x="422" y="841"/>
                </a:lnTo>
                <a:lnTo>
                  <a:pt x="422" y="842"/>
                </a:lnTo>
                <a:lnTo>
                  <a:pt x="420" y="842"/>
                </a:lnTo>
                <a:lnTo>
                  <a:pt x="419" y="842"/>
                </a:lnTo>
                <a:lnTo>
                  <a:pt x="417" y="843"/>
                </a:lnTo>
                <a:lnTo>
                  <a:pt x="416" y="843"/>
                </a:lnTo>
                <a:lnTo>
                  <a:pt x="416" y="842"/>
                </a:lnTo>
                <a:lnTo>
                  <a:pt x="415" y="841"/>
                </a:lnTo>
                <a:lnTo>
                  <a:pt x="414" y="841"/>
                </a:lnTo>
                <a:lnTo>
                  <a:pt x="413" y="840"/>
                </a:lnTo>
                <a:lnTo>
                  <a:pt x="412" y="840"/>
                </a:lnTo>
                <a:lnTo>
                  <a:pt x="411" y="841"/>
                </a:lnTo>
                <a:lnTo>
                  <a:pt x="410" y="842"/>
                </a:lnTo>
                <a:lnTo>
                  <a:pt x="409" y="844"/>
                </a:lnTo>
                <a:lnTo>
                  <a:pt x="408" y="846"/>
                </a:lnTo>
                <a:lnTo>
                  <a:pt x="407" y="846"/>
                </a:lnTo>
                <a:lnTo>
                  <a:pt x="406" y="846"/>
                </a:lnTo>
                <a:lnTo>
                  <a:pt x="405" y="847"/>
                </a:lnTo>
                <a:lnTo>
                  <a:pt x="405" y="846"/>
                </a:lnTo>
                <a:lnTo>
                  <a:pt x="405" y="845"/>
                </a:lnTo>
                <a:lnTo>
                  <a:pt x="406" y="845"/>
                </a:lnTo>
                <a:lnTo>
                  <a:pt x="406" y="843"/>
                </a:lnTo>
                <a:lnTo>
                  <a:pt x="405" y="843"/>
                </a:lnTo>
                <a:lnTo>
                  <a:pt x="404" y="843"/>
                </a:lnTo>
                <a:lnTo>
                  <a:pt x="404" y="842"/>
                </a:lnTo>
                <a:lnTo>
                  <a:pt x="403" y="841"/>
                </a:lnTo>
                <a:lnTo>
                  <a:pt x="402" y="840"/>
                </a:lnTo>
                <a:lnTo>
                  <a:pt x="402" y="836"/>
                </a:lnTo>
                <a:lnTo>
                  <a:pt x="403" y="836"/>
                </a:lnTo>
                <a:lnTo>
                  <a:pt x="403" y="834"/>
                </a:lnTo>
                <a:lnTo>
                  <a:pt x="403" y="835"/>
                </a:lnTo>
                <a:lnTo>
                  <a:pt x="402" y="834"/>
                </a:lnTo>
                <a:lnTo>
                  <a:pt x="400" y="833"/>
                </a:lnTo>
                <a:lnTo>
                  <a:pt x="399" y="832"/>
                </a:lnTo>
                <a:lnTo>
                  <a:pt x="398" y="831"/>
                </a:lnTo>
                <a:lnTo>
                  <a:pt x="398" y="830"/>
                </a:lnTo>
                <a:lnTo>
                  <a:pt x="397" y="829"/>
                </a:lnTo>
                <a:lnTo>
                  <a:pt x="396" y="829"/>
                </a:lnTo>
                <a:lnTo>
                  <a:pt x="395" y="828"/>
                </a:lnTo>
                <a:lnTo>
                  <a:pt x="393" y="828"/>
                </a:lnTo>
                <a:lnTo>
                  <a:pt x="393" y="827"/>
                </a:lnTo>
                <a:lnTo>
                  <a:pt x="392" y="826"/>
                </a:lnTo>
                <a:lnTo>
                  <a:pt x="392" y="827"/>
                </a:lnTo>
                <a:lnTo>
                  <a:pt x="391" y="827"/>
                </a:lnTo>
                <a:lnTo>
                  <a:pt x="390" y="828"/>
                </a:lnTo>
                <a:lnTo>
                  <a:pt x="389" y="827"/>
                </a:lnTo>
                <a:lnTo>
                  <a:pt x="388" y="827"/>
                </a:lnTo>
                <a:lnTo>
                  <a:pt x="388" y="828"/>
                </a:lnTo>
                <a:lnTo>
                  <a:pt x="387" y="828"/>
                </a:lnTo>
                <a:lnTo>
                  <a:pt x="386" y="828"/>
                </a:lnTo>
                <a:lnTo>
                  <a:pt x="386" y="827"/>
                </a:lnTo>
                <a:lnTo>
                  <a:pt x="385" y="826"/>
                </a:lnTo>
                <a:lnTo>
                  <a:pt x="386" y="826"/>
                </a:lnTo>
                <a:lnTo>
                  <a:pt x="385" y="825"/>
                </a:lnTo>
                <a:lnTo>
                  <a:pt x="384" y="824"/>
                </a:lnTo>
                <a:lnTo>
                  <a:pt x="384" y="823"/>
                </a:lnTo>
                <a:lnTo>
                  <a:pt x="383" y="823"/>
                </a:lnTo>
                <a:lnTo>
                  <a:pt x="383" y="822"/>
                </a:lnTo>
                <a:lnTo>
                  <a:pt x="384" y="822"/>
                </a:lnTo>
                <a:lnTo>
                  <a:pt x="384" y="820"/>
                </a:lnTo>
                <a:lnTo>
                  <a:pt x="385" y="820"/>
                </a:lnTo>
                <a:lnTo>
                  <a:pt x="386" y="819"/>
                </a:lnTo>
                <a:lnTo>
                  <a:pt x="387" y="819"/>
                </a:lnTo>
                <a:lnTo>
                  <a:pt x="387" y="820"/>
                </a:lnTo>
                <a:lnTo>
                  <a:pt x="388" y="820"/>
                </a:lnTo>
                <a:lnTo>
                  <a:pt x="389" y="820"/>
                </a:lnTo>
                <a:lnTo>
                  <a:pt x="390" y="820"/>
                </a:lnTo>
                <a:lnTo>
                  <a:pt x="390" y="819"/>
                </a:lnTo>
                <a:lnTo>
                  <a:pt x="389" y="819"/>
                </a:lnTo>
                <a:lnTo>
                  <a:pt x="388" y="819"/>
                </a:lnTo>
                <a:lnTo>
                  <a:pt x="388" y="818"/>
                </a:lnTo>
                <a:lnTo>
                  <a:pt x="389" y="817"/>
                </a:lnTo>
                <a:lnTo>
                  <a:pt x="389" y="816"/>
                </a:lnTo>
                <a:lnTo>
                  <a:pt x="390" y="816"/>
                </a:lnTo>
                <a:lnTo>
                  <a:pt x="390" y="815"/>
                </a:lnTo>
                <a:lnTo>
                  <a:pt x="389" y="815"/>
                </a:lnTo>
                <a:lnTo>
                  <a:pt x="388" y="815"/>
                </a:lnTo>
                <a:lnTo>
                  <a:pt x="387" y="815"/>
                </a:lnTo>
                <a:lnTo>
                  <a:pt x="387" y="814"/>
                </a:lnTo>
                <a:lnTo>
                  <a:pt x="387" y="813"/>
                </a:lnTo>
                <a:lnTo>
                  <a:pt x="387" y="812"/>
                </a:lnTo>
                <a:lnTo>
                  <a:pt x="388" y="811"/>
                </a:lnTo>
                <a:lnTo>
                  <a:pt x="387" y="811"/>
                </a:lnTo>
                <a:lnTo>
                  <a:pt x="385" y="809"/>
                </a:lnTo>
                <a:lnTo>
                  <a:pt x="384" y="808"/>
                </a:lnTo>
                <a:lnTo>
                  <a:pt x="383" y="807"/>
                </a:lnTo>
                <a:lnTo>
                  <a:pt x="382" y="806"/>
                </a:lnTo>
                <a:lnTo>
                  <a:pt x="381" y="805"/>
                </a:lnTo>
                <a:lnTo>
                  <a:pt x="380" y="805"/>
                </a:lnTo>
                <a:lnTo>
                  <a:pt x="380" y="804"/>
                </a:lnTo>
                <a:lnTo>
                  <a:pt x="379" y="804"/>
                </a:lnTo>
                <a:lnTo>
                  <a:pt x="378" y="803"/>
                </a:lnTo>
                <a:lnTo>
                  <a:pt x="377" y="803"/>
                </a:lnTo>
                <a:lnTo>
                  <a:pt x="377" y="802"/>
                </a:lnTo>
                <a:lnTo>
                  <a:pt x="376" y="800"/>
                </a:lnTo>
                <a:lnTo>
                  <a:pt x="375" y="800"/>
                </a:lnTo>
                <a:lnTo>
                  <a:pt x="374" y="800"/>
                </a:lnTo>
                <a:lnTo>
                  <a:pt x="373" y="800"/>
                </a:lnTo>
                <a:lnTo>
                  <a:pt x="371" y="801"/>
                </a:lnTo>
                <a:lnTo>
                  <a:pt x="371" y="800"/>
                </a:lnTo>
                <a:lnTo>
                  <a:pt x="370" y="799"/>
                </a:lnTo>
                <a:lnTo>
                  <a:pt x="370" y="798"/>
                </a:lnTo>
                <a:lnTo>
                  <a:pt x="370" y="797"/>
                </a:lnTo>
                <a:lnTo>
                  <a:pt x="370" y="796"/>
                </a:lnTo>
                <a:lnTo>
                  <a:pt x="369" y="796"/>
                </a:lnTo>
                <a:lnTo>
                  <a:pt x="369" y="797"/>
                </a:lnTo>
                <a:lnTo>
                  <a:pt x="368" y="797"/>
                </a:lnTo>
                <a:lnTo>
                  <a:pt x="368" y="796"/>
                </a:lnTo>
                <a:lnTo>
                  <a:pt x="368" y="795"/>
                </a:lnTo>
                <a:lnTo>
                  <a:pt x="367" y="795"/>
                </a:lnTo>
                <a:lnTo>
                  <a:pt x="366" y="796"/>
                </a:lnTo>
                <a:lnTo>
                  <a:pt x="366" y="795"/>
                </a:lnTo>
                <a:lnTo>
                  <a:pt x="366" y="794"/>
                </a:lnTo>
                <a:lnTo>
                  <a:pt x="366" y="792"/>
                </a:lnTo>
                <a:lnTo>
                  <a:pt x="366" y="791"/>
                </a:lnTo>
                <a:lnTo>
                  <a:pt x="366" y="790"/>
                </a:lnTo>
                <a:lnTo>
                  <a:pt x="366" y="789"/>
                </a:lnTo>
                <a:lnTo>
                  <a:pt x="367" y="789"/>
                </a:lnTo>
                <a:lnTo>
                  <a:pt x="368" y="790"/>
                </a:lnTo>
                <a:lnTo>
                  <a:pt x="369" y="790"/>
                </a:lnTo>
                <a:lnTo>
                  <a:pt x="369" y="789"/>
                </a:lnTo>
                <a:lnTo>
                  <a:pt x="370" y="790"/>
                </a:lnTo>
                <a:lnTo>
                  <a:pt x="371" y="790"/>
                </a:lnTo>
                <a:lnTo>
                  <a:pt x="371" y="789"/>
                </a:lnTo>
                <a:lnTo>
                  <a:pt x="372" y="789"/>
                </a:lnTo>
                <a:lnTo>
                  <a:pt x="372" y="788"/>
                </a:lnTo>
                <a:lnTo>
                  <a:pt x="372" y="787"/>
                </a:lnTo>
                <a:lnTo>
                  <a:pt x="372" y="786"/>
                </a:lnTo>
                <a:lnTo>
                  <a:pt x="373" y="784"/>
                </a:lnTo>
                <a:lnTo>
                  <a:pt x="373" y="782"/>
                </a:lnTo>
                <a:lnTo>
                  <a:pt x="372" y="781"/>
                </a:lnTo>
                <a:lnTo>
                  <a:pt x="371" y="781"/>
                </a:lnTo>
                <a:lnTo>
                  <a:pt x="371" y="780"/>
                </a:lnTo>
                <a:lnTo>
                  <a:pt x="371" y="779"/>
                </a:lnTo>
                <a:lnTo>
                  <a:pt x="372" y="779"/>
                </a:lnTo>
                <a:lnTo>
                  <a:pt x="372" y="778"/>
                </a:lnTo>
                <a:lnTo>
                  <a:pt x="373" y="778"/>
                </a:lnTo>
                <a:lnTo>
                  <a:pt x="373" y="777"/>
                </a:lnTo>
                <a:lnTo>
                  <a:pt x="374" y="777"/>
                </a:lnTo>
                <a:lnTo>
                  <a:pt x="375" y="777"/>
                </a:lnTo>
                <a:lnTo>
                  <a:pt x="375" y="776"/>
                </a:lnTo>
                <a:lnTo>
                  <a:pt x="374" y="775"/>
                </a:lnTo>
                <a:lnTo>
                  <a:pt x="375" y="774"/>
                </a:lnTo>
                <a:lnTo>
                  <a:pt x="376" y="774"/>
                </a:lnTo>
                <a:lnTo>
                  <a:pt x="376" y="773"/>
                </a:lnTo>
                <a:lnTo>
                  <a:pt x="376" y="772"/>
                </a:lnTo>
                <a:lnTo>
                  <a:pt x="375" y="772"/>
                </a:lnTo>
                <a:lnTo>
                  <a:pt x="375" y="773"/>
                </a:lnTo>
                <a:lnTo>
                  <a:pt x="374" y="772"/>
                </a:lnTo>
                <a:lnTo>
                  <a:pt x="373" y="771"/>
                </a:lnTo>
                <a:lnTo>
                  <a:pt x="372" y="771"/>
                </a:lnTo>
                <a:lnTo>
                  <a:pt x="371" y="771"/>
                </a:lnTo>
                <a:lnTo>
                  <a:pt x="370" y="771"/>
                </a:lnTo>
                <a:lnTo>
                  <a:pt x="370" y="772"/>
                </a:lnTo>
                <a:lnTo>
                  <a:pt x="370" y="773"/>
                </a:lnTo>
                <a:lnTo>
                  <a:pt x="371" y="773"/>
                </a:lnTo>
                <a:lnTo>
                  <a:pt x="371" y="774"/>
                </a:lnTo>
                <a:lnTo>
                  <a:pt x="371" y="775"/>
                </a:lnTo>
                <a:lnTo>
                  <a:pt x="371" y="776"/>
                </a:lnTo>
                <a:lnTo>
                  <a:pt x="371" y="777"/>
                </a:lnTo>
                <a:lnTo>
                  <a:pt x="371" y="776"/>
                </a:lnTo>
                <a:lnTo>
                  <a:pt x="370" y="776"/>
                </a:lnTo>
                <a:lnTo>
                  <a:pt x="369" y="776"/>
                </a:lnTo>
                <a:lnTo>
                  <a:pt x="369" y="775"/>
                </a:lnTo>
                <a:lnTo>
                  <a:pt x="369" y="776"/>
                </a:lnTo>
                <a:lnTo>
                  <a:pt x="368" y="776"/>
                </a:lnTo>
                <a:lnTo>
                  <a:pt x="368" y="777"/>
                </a:lnTo>
                <a:lnTo>
                  <a:pt x="368" y="778"/>
                </a:lnTo>
                <a:lnTo>
                  <a:pt x="366" y="778"/>
                </a:lnTo>
                <a:lnTo>
                  <a:pt x="365" y="777"/>
                </a:lnTo>
                <a:lnTo>
                  <a:pt x="365" y="776"/>
                </a:lnTo>
                <a:lnTo>
                  <a:pt x="365" y="775"/>
                </a:lnTo>
                <a:lnTo>
                  <a:pt x="365" y="774"/>
                </a:lnTo>
                <a:lnTo>
                  <a:pt x="364" y="774"/>
                </a:lnTo>
                <a:lnTo>
                  <a:pt x="364" y="775"/>
                </a:lnTo>
                <a:lnTo>
                  <a:pt x="364" y="774"/>
                </a:lnTo>
                <a:lnTo>
                  <a:pt x="364" y="773"/>
                </a:lnTo>
                <a:lnTo>
                  <a:pt x="363" y="773"/>
                </a:lnTo>
                <a:lnTo>
                  <a:pt x="362" y="773"/>
                </a:lnTo>
                <a:lnTo>
                  <a:pt x="362" y="772"/>
                </a:lnTo>
                <a:lnTo>
                  <a:pt x="363" y="772"/>
                </a:lnTo>
                <a:lnTo>
                  <a:pt x="364" y="771"/>
                </a:lnTo>
                <a:lnTo>
                  <a:pt x="364" y="770"/>
                </a:lnTo>
                <a:lnTo>
                  <a:pt x="364" y="769"/>
                </a:lnTo>
                <a:lnTo>
                  <a:pt x="363" y="769"/>
                </a:lnTo>
                <a:lnTo>
                  <a:pt x="364" y="769"/>
                </a:lnTo>
                <a:lnTo>
                  <a:pt x="365" y="769"/>
                </a:lnTo>
                <a:lnTo>
                  <a:pt x="365" y="768"/>
                </a:lnTo>
                <a:lnTo>
                  <a:pt x="365" y="767"/>
                </a:lnTo>
                <a:lnTo>
                  <a:pt x="366" y="766"/>
                </a:lnTo>
                <a:lnTo>
                  <a:pt x="366" y="765"/>
                </a:lnTo>
                <a:lnTo>
                  <a:pt x="365" y="765"/>
                </a:lnTo>
                <a:lnTo>
                  <a:pt x="365" y="764"/>
                </a:lnTo>
                <a:lnTo>
                  <a:pt x="364" y="763"/>
                </a:lnTo>
                <a:lnTo>
                  <a:pt x="363" y="762"/>
                </a:lnTo>
                <a:lnTo>
                  <a:pt x="363" y="761"/>
                </a:lnTo>
                <a:lnTo>
                  <a:pt x="362" y="761"/>
                </a:lnTo>
                <a:lnTo>
                  <a:pt x="361" y="761"/>
                </a:lnTo>
                <a:lnTo>
                  <a:pt x="359" y="761"/>
                </a:lnTo>
                <a:lnTo>
                  <a:pt x="359" y="760"/>
                </a:lnTo>
                <a:lnTo>
                  <a:pt x="358" y="759"/>
                </a:lnTo>
                <a:lnTo>
                  <a:pt x="357" y="759"/>
                </a:lnTo>
                <a:lnTo>
                  <a:pt x="357" y="760"/>
                </a:lnTo>
                <a:lnTo>
                  <a:pt x="356" y="760"/>
                </a:lnTo>
                <a:lnTo>
                  <a:pt x="356" y="759"/>
                </a:lnTo>
                <a:lnTo>
                  <a:pt x="355" y="759"/>
                </a:lnTo>
                <a:lnTo>
                  <a:pt x="354" y="759"/>
                </a:lnTo>
                <a:lnTo>
                  <a:pt x="354" y="758"/>
                </a:lnTo>
                <a:lnTo>
                  <a:pt x="353" y="758"/>
                </a:lnTo>
                <a:lnTo>
                  <a:pt x="353" y="757"/>
                </a:lnTo>
                <a:lnTo>
                  <a:pt x="353" y="756"/>
                </a:lnTo>
                <a:lnTo>
                  <a:pt x="353" y="755"/>
                </a:lnTo>
                <a:lnTo>
                  <a:pt x="354" y="754"/>
                </a:lnTo>
                <a:lnTo>
                  <a:pt x="353" y="754"/>
                </a:lnTo>
                <a:lnTo>
                  <a:pt x="351" y="754"/>
                </a:lnTo>
                <a:lnTo>
                  <a:pt x="350" y="753"/>
                </a:lnTo>
                <a:lnTo>
                  <a:pt x="350" y="752"/>
                </a:lnTo>
                <a:lnTo>
                  <a:pt x="350" y="751"/>
                </a:lnTo>
                <a:lnTo>
                  <a:pt x="351" y="751"/>
                </a:lnTo>
                <a:lnTo>
                  <a:pt x="350" y="750"/>
                </a:lnTo>
                <a:lnTo>
                  <a:pt x="349" y="750"/>
                </a:lnTo>
                <a:lnTo>
                  <a:pt x="348" y="750"/>
                </a:lnTo>
                <a:lnTo>
                  <a:pt x="347" y="749"/>
                </a:lnTo>
                <a:lnTo>
                  <a:pt x="347" y="748"/>
                </a:lnTo>
                <a:lnTo>
                  <a:pt x="346" y="748"/>
                </a:lnTo>
                <a:lnTo>
                  <a:pt x="345" y="748"/>
                </a:lnTo>
                <a:lnTo>
                  <a:pt x="344" y="748"/>
                </a:lnTo>
                <a:lnTo>
                  <a:pt x="342" y="747"/>
                </a:lnTo>
                <a:lnTo>
                  <a:pt x="342" y="746"/>
                </a:lnTo>
                <a:lnTo>
                  <a:pt x="342" y="745"/>
                </a:lnTo>
                <a:lnTo>
                  <a:pt x="343" y="745"/>
                </a:lnTo>
                <a:lnTo>
                  <a:pt x="343" y="744"/>
                </a:lnTo>
                <a:lnTo>
                  <a:pt x="343" y="743"/>
                </a:lnTo>
                <a:lnTo>
                  <a:pt x="343" y="742"/>
                </a:lnTo>
                <a:lnTo>
                  <a:pt x="343" y="741"/>
                </a:lnTo>
                <a:lnTo>
                  <a:pt x="344" y="741"/>
                </a:lnTo>
                <a:lnTo>
                  <a:pt x="344" y="740"/>
                </a:lnTo>
                <a:lnTo>
                  <a:pt x="344" y="739"/>
                </a:lnTo>
                <a:lnTo>
                  <a:pt x="343" y="738"/>
                </a:lnTo>
                <a:lnTo>
                  <a:pt x="344" y="736"/>
                </a:lnTo>
                <a:lnTo>
                  <a:pt x="344" y="735"/>
                </a:lnTo>
                <a:lnTo>
                  <a:pt x="345" y="733"/>
                </a:lnTo>
                <a:lnTo>
                  <a:pt x="345" y="732"/>
                </a:lnTo>
                <a:lnTo>
                  <a:pt x="345" y="731"/>
                </a:lnTo>
                <a:lnTo>
                  <a:pt x="345" y="729"/>
                </a:lnTo>
                <a:lnTo>
                  <a:pt x="343" y="729"/>
                </a:lnTo>
                <a:lnTo>
                  <a:pt x="343" y="728"/>
                </a:lnTo>
                <a:lnTo>
                  <a:pt x="341" y="728"/>
                </a:lnTo>
                <a:lnTo>
                  <a:pt x="340" y="728"/>
                </a:lnTo>
                <a:lnTo>
                  <a:pt x="339" y="728"/>
                </a:lnTo>
                <a:lnTo>
                  <a:pt x="338" y="728"/>
                </a:lnTo>
                <a:lnTo>
                  <a:pt x="338" y="729"/>
                </a:lnTo>
                <a:lnTo>
                  <a:pt x="337" y="729"/>
                </a:lnTo>
                <a:lnTo>
                  <a:pt x="335" y="729"/>
                </a:lnTo>
                <a:lnTo>
                  <a:pt x="335" y="728"/>
                </a:lnTo>
                <a:lnTo>
                  <a:pt x="335" y="727"/>
                </a:lnTo>
                <a:lnTo>
                  <a:pt x="334" y="727"/>
                </a:lnTo>
                <a:lnTo>
                  <a:pt x="334" y="726"/>
                </a:lnTo>
                <a:lnTo>
                  <a:pt x="334" y="725"/>
                </a:lnTo>
                <a:lnTo>
                  <a:pt x="334" y="724"/>
                </a:lnTo>
                <a:lnTo>
                  <a:pt x="334" y="723"/>
                </a:lnTo>
                <a:lnTo>
                  <a:pt x="333" y="723"/>
                </a:lnTo>
                <a:lnTo>
                  <a:pt x="332" y="721"/>
                </a:lnTo>
                <a:lnTo>
                  <a:pt x="333" y="721"/>
                </a:lnTo>
                <a:lnTo>
                  <a:pt x="333" y="720"/>
                </a:lnTo>
                <a:lnTo>
                  <a:pt x="333" y="719"/>
                </a:lnTo>
                <a:lnTo>
                  <a:pt x="331" y="717"/>
                </a:lnTo>
                <a:lnTo>
                  <a:pt x="331" y="716"/>
                </a:lnTo>
                <a:lnTo>
                  <a:pt x="332" y="716"/>
                </a:lnTo>
                <a:lnTo>
                  <a:pt x="332" y="715"/>
                </a:lnTo>
                <a:lnTo>
                  <a:pt x="332" y="714"/>
                </a:lnTo>
                <a:lnTo>
                  <a:pt x="331" y="714"/>
                </a:lnTo>
                <a:lnTo>
                  <a:pt x="331" y="713"/>
                </a:lnTo>
                <a:lnTo>
                  <a:pt x="330" y="713"/>
                </a:lnTo>
                <a:lnTo>
                  <a:pt x="330" y="712"/>
                </a:lnTo>
                <a:lnTo>
                  <a:pt x="330" y="711"/>
                </a:lnTo>
                <a:lnTo>
                  <a:pt x="329" y="711"/>
                </a:lnTo>
                <a:lnTo>
                  <a:pt x="329" y="710"/>
                </a:lnTo>
                <a:lnTo>
                  <a:pt x="328" y="710"/>
                </a:lnTo>
                <a:lnTo>
                  <a:pt x="327" y="708"/>
                </a:lnTo>
                <a:lnTo>
                  <a:pt x="326" y="705"/>
                </a:lnTo>
                <a:lnTo>
                  <a:pt x="326" y="704"/>
                </a:lnTo>
                <a:lnTo>
                  <a:pt x="326" y="703"/>
                </a:lnTo>
                <a:lnTo>
                  <a:pt x="325" y="702"/>
                </a:lnTo>
                <a:lnTo>
                  <a:pt x="324" y="701"/>
                </a:lnTo>
                <a:lnTo>
                  <a:pt x="323" y="701"/>
                </a:lnTo>
                <a:lnTo>
                  <a:pt x="322" y="701"/>
                </a:lnTo>
                <a:lnTo>
                  <a:pt x="322" y="702"/>
                </a:lnTo>
                <a:lnTo>
                  <a:pt x="321" y="703"/>
                </a:lnTo>
                <a:lnTo>
                  <a:pt x="321" y="702"/>
                </a:lnTo>
                <a:lnTo>
                  <a:pt x="321" y="700"/>
                </a:lnTo>
                <a:lnTo>
                  <a:pt x="322" y="699"/>
                </a:lnTo>
                <a:lnTo>
                  <a:pt x="322" y="696"/>
                </a:lnTo>
                <a:lnTo>
                  <a:pt x="322" y="695"/>
                </a:lnTo>
                <a:lnTo>
                  <a:pt x="321" y="695"/>
                </a:lnTo>
                <a:lnTo>
                  <a:pt x="321" y="694"/>
                </a:lnTo>
                <a:lnTo>
                  <a:pt x="320" y="692"/>
                </a:lnTo>
                <a:lnTo>
                  <a:pt x="320" y="690"/>
                </a:lnTo>
                <a:lnTo>
                  <a:pt x="319" y="689"/>
                </a:lnTo>
                <a:lnTo>
                  <a:pt x="318" y="687"/>
                </a:lnTo>
                <a:lnTo>
                  <a:pt x="317" y="687"/>
                </a:lnTo>
                <a:lnTo>
                  <a:pt x="317" y="686"/>
                </a:lnTo>
                <a:lnTo>
                  <a:pt x="317" y="685"/>
                </a:lnTo>
                <a:lnTo>
                  <a:pt x="317" y="684"/>
                </a:lnTo>
                <a:lnTo>
                  <a:pt x="316" y="684"/>
                </a:lnTo>
                <a:lnTo>
                  <a:pt x="316" y="685"/>
                </a:lnTo>
                <a:lnTo>
                  <a:pt x="315" y="685"/>
                </a:lnTo>
                <a:lnTo>
                  <a:pt x="314" y="685"/>
                </a:lnTo>
                <a:lnTo>
                  <a:pt x="315" y="684"/>
                </a:lnTo>
                <a:lnTo>
                  <a:pt x="316" y="683"/>
                </a:lnTo>
                <a:lnTo>
                  <a:pt x="317" y="682"/>
                </a:lnTo>
                <a:lnTo>
                  <a:pt x="315" y="682"/>
                </a:lnTo>
                <a:lnTo>
                  <a:pt x="315" y="681"/>
                </a:lnTo>
                <a:lnTo>
                  <a:pt x="315" y="680"/>
                </a:lnTo>
                <a:lnTo>
                  <a:pt x="316" y="680"/>
                </a:lnTo>
                <a:lnTo>
                  <a:pt x="316" y="679"/>
                </a:lnTo>
                <a:lnTo>
                  <a:pt x="316" y="678"/>
                </a:lnTo>
                <a:lnTo>
                  <a:pt x="315" y="678"/>
                </a:lnTo>
                <a:lnTo>
                  <a:pt x="314" y="678"/>
                </a:lnTo>
                <a:lnTo>
                  <a:pt x="313" y="678"/>
                </a:lnTo>
                <a:lnTo>
                  <a:pt x="311" y="678"/>
                </a:lnTo>
                <a:lnTo>
                  <a:pt x="310" y="677"/>
                </a:lnTo>
                <a:lnTo>
                  <a:pt x="310" y="675"/>
                </a:lnTo>
                <a:lnTo>
                  <a:pt x="310" y="673"/>
                </a:lnTo>
                <a:lnTo>
                  <a:pt x="310" y="672"/>
                </a:lnTo>
                <a:lnTo>
                  <a:pt x="310" y="671"/>
                </a:lnTo>
                <a:lnTo>
                  <a:pt x="308" y="670"/>
                </a:lnTo>
                <a:lnTo>
                  <a:pt x="308" y="669"/>
                </a:lnTo>
                <a:lnTo>
                  <a:pt x="307" y="669"/>
                </a:lnTo>
                <a:lnTo>
                  <a:pt x="306" y="668"/>
                </a:lnTo>
                <a:lnTo>
                  <a:pt x="306" y="667"/>
                </a:lnTo>
                <a:lnTo>
                  <a:pt x="305" y="667"/>
                </a:lnTo>
                <a:lnTo>
                  <a:pt x="304" y="666"/>
                </a:lnTo>
                <a:lnTo>
                  <a:pt x="303" y="665"/>
                </a:lnTo>
                <a:lnTo>
                  <a:pt x="303" y="664"/>
                </a:lnTo>
                <a:lnTo>
                  <a:pt x="304" y="663"/>
                </a:lnTo>
                <a:lnTo>
                  <a:pt x="304" y="662"/>
                </a:lnTo>
                <a:lnTo>
                  <a:pt x="305" y="661"/>
                </a:lnTo>
                <a:lnTo>
                  <a:pt x="305" y="660"/>
                </a:lnTo>
                <a:lnTo>
                  <a:pt x="304" y="660"/>
                </a:lnTo>
                <a:lnTo>
                  <a:pt x="303" y="659"/>
                </a:lnTo>
                <a:lnTo>
                  <a:pt x="303" y="658"/>
                </a:lnTo>
                <a:lnTo>
                  <a:pt x="303" y="657"/>
                </a:lnTo>
                <a:lnTo>
                  <a:pt x="302" y="656"/>
                </a:lnTo>
                <a:lnTo>
                  <a:pt x="302" y="655"/>
                </a:lnTo>
                <a:lnTo>
                  <a:pt x="301" y="654"/>
                </a:lnTo>
                <a:lnTo>
                  <a:pt x="300" y="654"/>
                </a:lnTo>
                <a:lnTo>
                  <a:pt x="299" y="654"/>
                </a:lnTo>
                <a:lnTo>
                  <a:pt x="299" y="655"/>
                </a:lnTo>
                <a:lnTo>
                  <a:pt x="298" y="655"/>
                </a:lnTo>
                <a:lnTo>
                  <a:pt x="298" y="654"/>
                </a:lnTo>
                <a:lnTo>
                  <a:pt x="297" y="654"/>
                </a:lnTo>
                <a:lnTo>
                  <a:pt x="297" y="655"/>
                </a:lnTo>
                <a:lnTo>
                  <a:pt x="297" y="656"/>
                </a:lnTo>
                <a:lnTo>
                  <a:pt x="296" y="656"/>
                </a:lnTo>
                <a:lnTo>
                  <a:pt x="295" y="658"/>
                </a:lnTo>
                <a:lnTo>
                  <a:pt x="295" y="659"/>
                </a:lnTo>
                <a:lnTo>
                  <a:pt x="295" y="660"/>
                </a:lnTo>
                <a:lnTo>
                  <a:pt x="294" y="661"/>
                </a:lnTo>
                <a:lnTo>
                  <a:pt x="293" y="661"/>
                </a:lnTo>
                <a:lnTo>
                  <a:pt x="292" y="662"/>
                </a:lnTo>
                <a:lnTo>
                  <a:pt x="292" y="663"/>
                </a:lnTo>
                <a:lnTo>
                  <a:pt x="290" y="664"/>
                </a:lnTo>
                <a:lnTo>
                  <a:pt x="290" y="665"/>
                </a:lnTo>
                <a:lnTo>
                  <a:pt x="289" y="665"/>
                </a:lnTo>
                <a:lnTo>
                  <a:pt x="289" y="664"/>
                </a:lnTo>
                <a:lnTo>
                  <a:pt x="288" y="664"/>
                </a:lnTo>
                <a:lnTo>
                  <a:pt x="287" y="664"/>
                </a:lnTo>
                <a:lnTo>
                  <a:pt x="286" y="663"/>
                </a:lnTo>
                <a:lnTo>
                  <a:pt x="286" y="662"/>
                </a:lnTo>
                <a:lnTo>
                  <a:pt x="286" y="661"/>
                </a:lnTo>
                <a:lnTo>
                  <a:pt x="285" y="661"/>
                </a:lnTo>
                <a:lnTo>
                  <a:pt x="285" y="662"/>
                </a:lnTo>
                <a:lnTo>
                  <a:pt x="285" y="661"/>
                </a:lnTo>
                <a:lnTo>
                  <a:pt x="284" y="661"/>
                </a:lnTo>
                <a:lnTo>
                  <a:pt x="283" y="661"/>
                </a:lnTo>
                <a:lnTo>
                  <a:pt x="283" y="660"/>
                </a:lnTo>
                <a:lnTo>
                  <a:pt x="282" y="660"/>
                </a:lnTo>
                <a:lnTo>
                  <a:pt x="281" y="659"/>
                </a:lnTo>
                <a:lnTo>
                  <a:pt x="280" y="659"/>
                </a:lnTo>
                <a:lnTo>
                  <a:pt x="279" y="659"/>
                </a:lnTo>
                <a:lnTo>
                  <a:pt x="279" y="660"/>
                </a:lnTo>
                <a:lnTo>
                  <a:pt x="279" y="661"/>
                </a:lnTo>
                <a:lnTo>
                  <a:pt x="278" y="662"/>
                </a:lnTo>
                <a:lnTo>
                  <a:pt x="277" y="662"/>
                </a:lnTo>
                <a:lnTo>
                  <a:pt x="277" y="663"/>
                </a:lnTo>
                <a:lnTo>
                  <a:pt x="277" y="664"/>
                </a:lnTo>
                <a:lnTo>
                  <a:pt x="277" y="665"/>
                </a:lnTo>
                <a:lnTo>
                  <a:pt x="277" y="666"/>
                </a:lnTo>
                <a:lnTo>
                  <a:pt x="275" y="667"/>
                </a:lnTo>
                <a:lnTo>
                  <a:pt x="275" y="668"/>
                </a:lnTo>
                <a:lnTo>
                  <a:pt x="274" y="668"/>
                </a:lnTo>
                <a:lnTo>
                  <a:pt x="274" y="669"/>
                </a:lnTo>
                <a:lnTo>
                  <a:pt x="274" y="670"/>
                </a:lnTo>
                <a:lnTo>
                  <a:pt x="274" y="671"/>
                </a:lnTo>
                <a:lnTo>
                  <a:pt x="273" y="671"/>
                </a:lnTo>
                <a:lnTo>
                  <a:pt x="273" y="670"/>
                </a:lnTo>
                <a:lnTo>
                  <a:pt x="272" y="670"/>
                </a:lnTo>
                <a:lnTo>
                  <a:pt x="272" y="671"/>
                </a:lnTo>
                <a:lnTo>
                  <a:pt x="271" y="671"/>
                </a:lnTo>
                <a:lnTo>
                  <a:pt x="271" y="672"/>
                </a:lnTo>
                <a:lnTo>
                  <a:pt x="271" y="673"/>
                </a:lnTo>
                <a:lnTo>
                  <a:pt x="271" y="674"/>
                </a:lnTo>
                <a:lnTo>
                  <a:pt x="270" y="674"/>
                </a:lnTo>
                <a:lnTo>
                  <a:pt x="269" y="674"/>
                </a:lnTo>
                <a:lnTo>
                  <a:pt x="268" y="674"/>
                </a:lnTo>
                <a:lnTo>
                  <a:pt x="267" y="673"/>
                </a:lnTo>
                <a:lnTo>
                  <a:pt x="267" y="672"/>
                </a:lnTo>
                <a:lnTo>
                  <a:pt x="268" y="671"/>
                </a:lnTo>
                <a:lnTo>
                  <a:pt x="268" y="670"/>
                </a:lnTo>
                <a:lnTo>
                  <a:pt x="267" y="669"/>
                </a:lnTo>
                <a:lnTo>
                  <a:pt x="268" y="668"/>
                </a:lnTo>
                <a:lnTo>
                  <a:pt x="268" y="667"/>
                </a:lnTo>
                <a:lnTo>
                  <a:pt x="267" y="667"/>
                </a:lnTo>
                <a:lnTo>
                  <a:pt x="266" y="667"/>
                </a:lnTo>
                <a:lnTo>
                  <a:pt x="266" y="666"/>
                </a:lnTo>
                <a:lnTo>
                  <a:pt x="266" y="665"/>
                </a:lnTo>
                <a:lnTo>
                  <a:pt x="266" y="664"/>
                </a:lnTo>
                <a:lnTo>
                  <a:pt x="267" y="664"/>
                </a:lnTo>
                <a:lnTo>
                  <a:pt x="268" y="663"/>
                </a:lnTo>
                <a:lnTo>
                  <a:pt x="268" y="662"/>
                </a:lnTo>
                <a:lnTo>
                  <a:pt x="267" y="661"/>
                </a:lnTo>
                <a:lnTo>
                  <a:pt x="268" y="660"/>
                </a:lnTo>
                <a:lnTo>
                  <a:pt x="267" y="659"/>
                </a:lnTo>
                <a:lnTo>
                  <a:pt x="266" y="659"/>
                </a:lnTo>
                <a:lnTo>
                  <a:pt x="265" y="659"/>
                </a:lnTo>
                <a:lnTo>
                  <a:pt x="264" y="659"/>
                </a:lnTo>
                <a:lnTo>
                  <a:pt x="262" y="659"/>
                </a:lnTo>
                <a:lnTo>
                  <a:pt x="261" y="659"/>
                </a:lnTo>
                <a:lnTo>
                  <a:pt x="261" y="658"/>
                </a:lnTo>
                <a:lnTo>
                  <a:pt x="260" y="658"/>
                </a:lnTo>
                <a:lnTo>
                  <a:pt x="259" y="658"/>
                </a:lnTo>
                <a:lnTo>
                  <a:pt x="258" y="658"/>
                </a:lnTo>
                <a:lnTo>
                  <a:pt x="258" y="657"/>
                </a:lnTo>
                <a:lnTo>
                  <a:pt x="256" y="656"/>
                </a:lnTo>
                <a:lnTo>
                  <a:pt x="255" y="656"/>
                </a:lnTo>
                <a:lnTo>
                  <a:pt x="256" y="655"/>
                </a:lnTo>
                <a:lnTo>
                  <a:pt x="257" y="652"/>
                </a:lnTo>
                <a:lnTo>
                  <a:pt x="258" y="652"/>
                </a:lnTo>
                <a:lnTo>
                  <a:pt x="257" y="651"/>
                </a:lnTo>
                <a:lnTo>
                  <a:pt x="257" y="650"/>
                </a:lnTo>
                <a:lnTo>
                  <a:pt x="256" y="650"/>
                </a:lnTo>
                <a:lnTo>
                  <a:pt x="255" y="649"/>
                </a:lnTo>
                <a:lnTo>
                  <a:pt x="254" y="647"/>
                </a:lnTo>
                <a:lnTo>
                  <a:pt x="253" y="647"/>
                </a:lnTo>
                <a:lnTo>
                  <a:pt x="253" y="646"/>
                </a:lnTo>
                <a:lnTo>
                  <a:pt x="252" y="646"/>
                </a:lnTo>
                <a:lnTo>
                  <a:pt x="252" y="644"/>
                </a:lnTo>
                <a:lnTo>
                  <a:pt x="251" y="644"/>
                </a:lnTo>
                <a:lnTo>
                  <a:pt x="250" y="644"/>
                </a:lnTo>
                <a:lnTo>
                  <a:pt x="248" y="643"/>
                </a:lnTo>
                <a:lnTo>
                  <a:pt x="247" y="641"/>
                </a:lnTo>
                <a:lnTo>
                  <a:pt x="247" y="640"/>
                </a:lnTo>
                <a:lnTo>
                  <a:pt x="246" y="640"/>
                </a:lnTo>
                <a:lnTo>
                  <a:pt x="246" y="638"/>
                </a:lnTo>
                <a:lnTo>
                  <a:pt x="246" y="637"/>
                </a:lnTo>
                <a:lnTo>
                  <a:pt x="245" y="637"/>
                </a:lnTo>
                <a:lnTo>
                  <a:pt x="245" y="635"/>
                </a:lnTo>
                <a:lnTo>
                  <a:pt x="244" y="635"/>
                </a:lnTo>
                <a:lnTo>
                  <a:pt x="244" y="634"/>
                </a:lnTo>
                <a:lnTo>
                  <a:pt x="244" y="633"/>
                </a:lnTo>
                <a:lnTo>
                  <a:pt x="244" y="632"/>
                </a:lnTo>
                <a:lnTo>
                  <a:pt x="243" y="632"/>
                </a:lnTo>
                <a:lnTo>
                  <a:pt x="242" y="631"/>
                </a:lnTo>
                <a:lnTo>
                  <a:pt x="242" y="629"/>
                </a:lnTo>
                <a:lnTo>
                  <a:pt x="243" y="627"/>
                </a:lnTo>
                <a:lnTo>
                  <a:pt x="244" y="627"/>
                </a:lnTo>
                <a:lnTo>
                  <a:pt x="245" y="627"/>
                </a:lnTo>
                <a:lnTo>
                  <a:pt x="245" y="626"/>
                </a:lnTo>
                <a:lnTo>
                  <a:pt x="246" y="626"/>
                </a:lnTo>
                <a:lnTo>
                  <a:pt x="247" y="627"/>
                </a:lnTo>
                <a:lnTo>
                  <a:pt x="248" y="627"/>
                </a:lnTo>
                <a:lnTo>
                  <a:pt x="249" y="626"/>
                </a:lnTo>
                <a:lnTo>
                  <a:pt x="249" y="625"/>
                </a:lnTo>
                <a:lnTo>
                  <a:pt x="250" y="625"/>
                </a:lnTo>
                <a:lnTo>
                  <a:pt x="251" y="625"/>
                </a:lnTo>
                <a:lnTo>
                  <a:pt x="252" y="625"/>
                </a:lnTo>
                <a:lnTo>
                  <a:pt x="253" y="625"/>
                </a:lnTo>
                <a:lnTo>
                  <a:pt x="254" y="624"/>
                </a:lnTo>
                <a:lnTo>
                  <a:pt x="255" y="624"/>
                </a:lnTo>
                <a:lnTo>
                  <a:pt x="255" y="623"/>
                </a:lnTo>
                <a:lnTo>
                  <a:pt x="255" y="622"/>
                </a:lnTo>
                <a:lnTo>
                  <a:pt x="256" y="621"/>
                </a:lnTo>
                <a:lnTo>
                  <a:pt x="257" y="620"/>
                </a:lnTo>
                <a:lnTo>
                  <a:pt x="256" y="619"/>
                </a:lnTo>
                <a:lnTo>
                  <a:pt x="255" y="618"/>
                </a:lnTo>
                <a:lnTo>
                  <a:pt x="254" y="618"/>
                </a:lnTo>
                <a:lnTo>
                  <a:pt x="254" y="617"/>
                </a:lnTo>
                <a:lnTo>
                  <a:pt x="253" y="617"/>
                </a:lnTo>
                <a:lnTo>
                  <a:pt x="253" y="616"/>
                </a:lnTo>
                <a:lnTo>
                  <a:pt x="254" y="616"/>
                </a:lnTo>
                <a:lnTo>
                  <a:pt x="255" y="616"/>
                </a:lnTo>
                <a:lnTo>
                  <a:pt x="255" y="615"/>
                </a:lnTo>
                <a:lnTo>
                  <a:pt x="255" y="614"/>
                </a:lnTo>
                <a:lnTo>
                  <a:pt x="256" y="613"/>
                </a:lnTo>
                <a:lnTo>
                  <a:pt x="255" y="612"/>
                </a:lnTo>
                <a:lnTo>
                  <a:pt x="254" y="612"/>
                </a:lnTo>
                <a:lnTo>
                  <a:pt x="253" y="611"/>
                </a:lnTo>
                <a:lnTo>
                  <a:pt x="252" y="610"/>
                </a:lnTo>
                <a:lnTo>
                  <a:pt x="251" y="609"/>
                </a:lnTo>
                <a:lnTo>
                  <a:pt x="249" y="609"/>
                </a:lnTo>
                <a:lnTo>
                  <a:pt x="248" y="608"/>
                </a:lnTo>
                <a:lnTo>
                  <a:pt x="246" y="608"/>
                </a:lnTo>
                <a:lnTo>
                  <a:pt x="245" y="608"/>
                </a:lnTo>
                <a:lnTo>
                  <a:pt x="245" y="607"/>
                </a:lnTo>
                <a:lnTo>
                  <a:pt x="245" y="606"/>
                </a:lnTo>
                <a:lnTo>
                  <a:pt x="246" y="605"/>
                </a:lnTo>
                <a:lnTo>
                  <a:pt x="246" y="604"/>
                </a:lnTo>
                <a:lnTo>
                  <a:pt x="246" y="603"/>
                </a:lnTo>
                <a:lnTo>
                  <a:pt x="247" y="602"/>
                </a:lnTo>
                <a:lnTo>
                  <a:pt x="246" y="601"/>
                </a:lnTo>
                <a:lnTo>
                  <a:pt x="245" y="600"/>
                </a:lnTo>
                <a:lnTo>
                  <a:pt x="244" y="600"/>
                </a:lnTo>
                <a:lnTo>
                  <a:pt x="243" y="600"/>
                </a:lnTo>
                <a:lnTo>
                  <a:pt x="241" y="599"/>
                </a:lnTo>
                <a:lnTo>
                  <a:pt x="241" y="598"/>
                </a:lnTo>
                <a:lnTo>
                  <a:pt x="240" y="598"/>
                </a:lnTo>
                <a:lnTo>
                  <a:pt x="239" y="597"/>
                </a:lnTo>
                <a:lnTo>
                  <a:pt x="239" y="594"/>
                </a:lnTo>
                <a:lnTo>
                  <a:pt x="239" y="593"/>
                </a:lnTo>
                <a:lnTo>
                  <a:pt x="239" y="592"/>
                </a:lnTo>
                <a:lnTo>
                  <a:pt x="238" y="591"/>
                </a:lnTo>
                <a:lnTo>
                  <a:pt x="236" y="591"/>
                </a:lnTo>
                <a:lnTo>
                  <a:pt x="236" y="590"/>
                </a:lnTo>
                <a:lnTo>
                  <a:pt x="236" y="589"/>
                </a:lnTo>
                <a:lnTo>
                  <a:pt x="235" y="588"/>
                </a:lnTo>
                <a:lnTo>
                  <a:pt x="235" y="587"/>
                </a:lnTo>
                <a:lnTo>
                  <a:pt x="234" y="586"/>
                </a:lnTo>
                <a:lnTo>
                  <a:pt x="233" y="586"/>
                </a:lnTo>
                <a:lnTo>
                  <a:pt x="232" y="585"/>
                </a:lnTo>
                <a:lnTo>
                  <a:pt x="231" y="584"/>
                </a:lnTo>
                <a:lnTo>
                  <a:pt x="228" y="584"/>
                </a:lnTo>
                <a:lnTo>
                  <a:pt x="228" y="583"/>
                </a:lnTo>
                <a:lnTo>
                  <a:pt x="227" y="582"/>
                </a:lnTo>
                <a:lnTo>
                  <a:pt x="228" y="581"/>
                </a:lnTo>
                <a:lnTo>
                  <a:pt x="227" y="581"/>
                </a:lnTo>
                <a:lnTo>
                  <a:pt x="226" y="581"/>
                </a:lnTo>
                <a:lnTo>
                  <a:pt x="225" y="581"/>
                </a:lnTo>
                <a:lnTo>
                  <a:pt x="224" y="581"/>
                </a:lnTo>
                <a:lnTo>
                  <a:pt x="224" y="580"/>
                </a:lnTo>
                <a:lnTo>
                  <a:pt x="224" y="579"/>
                </a:lnTo>
                <a:lnTo>
                  <a:pt x="225" y="579"/>
                </a:lnTo>
                <a:lnTo>
                  <a:pt x="225" y="578"/>
                </a:lnTo>
                <a:lnTo>
                  <a:pt x="224" y="578"/>
                </a:lnTo>
                <a:lnTo>
                  <a:pt x="224" y="577"/>
                </a:lnTo>
                <a:lnTo>
                  <a:pt x="223" y="577"/>
                </a:lnTo>
                <a:lnTo>
                  <a:pt x="222" y="575"/>
                </a:lnTo>
                <a:lnTo>
                  <a:pt x="220" y="574"/>
                </a:lnTo>
                <a:lnTo>
                  <a:pt x="219" y="574"/>
                </a:lnTo>
                <a:lnTo>
                  <a:pt x="218" y="574"/>
                </a:lnTo>
                <a:lnTo>
                  <a:pt x="217" y="574"/>
                </a:lnTo>
                <a:lnTo>
                  <a:pt x="217" y="573"/>
                </a:lnTo>
                <a:lnTo>
                  <a:pt x="215" y="572"/>
                </a:lnTo>
                <a:lnTo>
                  <a:pt x="215" y="571"/>
                </a:lnTo>
                <a:lnTo>
                  <a:pt x="215" y="570"/>
                </a:lnTo>
                <a:lnTo>
                  <a:pt x="214" y="569"/>
                </a:lnTo>
                <a:lnTo>
                  <a:pt x="214" y="568"/>
                </a:lnTo>
                <a:lnTo>
                  <a:pt x="214" y="567"/>
                </a:lnTo>
                <a:lnTo>
                  <a:pt x="214" y="565"/>
                </a:lnTo>
                <a:lnTo>
                  <a:pt x="214" y="562"/>
                </a:lnTo>
                <a:lnTo>
                  <a:pt x="214" y="561"/>
                </a:lnTo>
                <a:lnTo>
                  <a:pt x="214" y="560"/>
                </a:lnTo>
                <a:lnTo>
                  <a:pt x="214" y="559"/>
                </a:lnTo>
                <a:lnTo>
                  <a:pt x="213" y="559"/>
                </a:lnTo>
                <a:lnTo>
                  <a:pt x="213" y="560"/>
                </a:lnTo>
                <a:lnTo>
                  <a:pt x="212" y="560"/>
                </a:lnTo>
                <a:lnTo>
                  <a:pt x="212" y="561"/>
                </a:lnTo>
                <a:lnTo>
                  <a:pt x="212" y="562"/>
                </a:lnTo>
                <a:lnTo>
                  <a:pt x="211" y="562"/>
                </a:lnTo>
                <a:lnTo>
                  <a:pt x="211" y="563"/>
                </a:lnTo>
                <a:lnTo>
                  <a:pt x="210" y="563"/>
                </a:lnTo>
                <a:lnTo>
                  <a:pt x="208" y="563"/>
                </a:lnTo>
                <a:lnTo>
                  <a:pt x="208" y="562"/>
                </a:lnTo>
                <a:lnTo>
                  <a:pt x="205" y="562"/>
                </a:lnTo>
                <a:lnTo>
                  <a:pt x="205" y="563"/>
                </a:lnTo>
                <a:lnTo>
                  <a:pt x="205" y="564"/>
                </a:lnTo>
                <a:lnTo>
                  <a:pt x="204" y="565"/>
                </a:lnTo>
                <a:lnTo>
                  <a:pt x="204" y="566"/>
                </a:lnTo>
                <a:lnTo>
                  <a:pt x="204" y="567"/>
                </a:lnTo>
                <a:lnTo>
                  <a:pt x="204" y="569"/>
                </a:lnTo>
                <a:lnTo>
                  <a:pt x="204" y="570"/>
                </a:lnTo>
                <a:lnTo>
                  <a:pt x="203" y="570"/>
                </a:lnTo>
                <a:lnTo>
                  <a:pt x="203" y="571"/>
                </a:lnTo>
                <a:lnTo>
                  <a:pt x="201" y="572"/>
                </a:lnTo>
                <a:lnTo>
                  <a:pt x="200" y="573"/>
                </a:lnTo>
                <a:lnTo>
                  <a:pt x="200" y="572"/>
                </a:lnTo>
                <a:lnTo>
                  <a:pt x="199" y="572"/>
                </a:lnTo>
                <a:lnTo>
                  <a:pt x="199" y="573"/>
                </a:lnTo>
                <a:lnTo>
                  <a:pt x="199" y="574"/>
                </a:lnTo>
                <a:lnTo>
                  <a:pt x="198" y="575"/>
                </a:lnTo>
                <a:lnTo>
                  <a:pt x="197" y="576"/>
                </a:lnTo>
                <a:lnTo>
                  <a:pt x="198" y="577"/>
                </a:lnTo>
                <a:lnTo>
                  <a:pt x="198" y="578"/>
                </a:lnTo>
                <a:lnTo>
                  <a:pt x="198" y="579"/>
                </a:lnTo>
                <a:lnTo>
                  <a:pt x="198" y="582"/>
                </a:lnTo>
                <a:lnTo>
                  <a:pt x="197" y="583"/>
                </a:lnTo>
                <a:lnTo>
                  <a:pt x="196" y="583"/>
                </a:lnTo>
                <a:lnTo>
                  <a:pt x="195" y="583"/>
                </a:lnTo>
                <a:lnTo>
                  <a:pt x="195" y="582"/>
                </a:lnTo>
                <a:lnTo>
                  <a:pt x="194" y="582"/>
                </a:lnTo>
                <a:lnTo>
                  <a:pt x="194" y="583"/>
                </a:lnTo>
                <a:lnTo>
                  <a:pt x="194" y="584"/>
                </a:lnTo>
                <a:lnTo>
                  <a:pt x="193" y="585"/>
                </a:lnTo>
                <a:lnTo>
                  <a:pt x="192" y="585"/>
                </a:lnTo>
                <a:lnTo>
                  <a:pt x="192" y="586"/>
                </a:lnTo>
                <a:lnTo>
                  <a:pt x="191" y="586"/>
                </a:lnTo>
                <a:lnTo>
                  <a:pt x="191" y="587"/>
                </a:lnTo>
                <a:lnTo>
                  <a:pt x="191" y="588"/>
                </a:lnTo>
                <a:lnTo>
                  <a:pt x="191" y="589"/>
                </a:lnTo>
                <a:lnTo>
                  <a:pt x="189" y="589"/>
                </a:lnTo>
                <a:lnTo>
                  <a:pt x="187" y="589"/>
                </a:lnTo>
                <a:lnTo>
                  <a:pt x="186" y="589"/>
                </a:lnTo>
                <a:lnTo>
                  <a:pt x="185" y="590"/>
                </a:lnTo>
                <a:lnTo>
                  <a:pt x="185" y="591"/>
                </a:lnTo>
                <a:lnTo>
                  <a:pt x="185" y="592"/>
                </a:lnTo>
                <a:lnTo>
                  <a:pt x="185" y="594"/>
                </a:lnTo>
                <a:lnTo>
                  <a:pt x="184" y="595"/>
                </a:lnTo>
                <a:lnTo>
                  <a:pt x="185" y="596"/>
                </a:lnTo>
                <a:lnTo>
                  <a:pt x="186" y="596"/>
                </a:lnTo>
                <a:lnTo>
                  <a:pt x="186" y="597"/>
                </a:lnTo>
                <a:lnTo>
                  <a:pt x="187" y="599"/>
                </a:lnTo>
                <a:lnTo>
                  <a:pt x="186" y="600"/>
                </a:lnTo>
                <a:lnTo>
                  <a:pt x="185" y="600"/>
                </a:lnTo>
                <a:lnTo>
                  <a:pt x="185" y="601"/>
                </a:lnTo>
                <a:lnTo>
                  <a:pt x="185" y="602"/>
                </a:lnTo>
                <a:lnTo>
                  <a:pt x="186" y="603"/>
                </a:lnTo>
                <a:lnTo>
                  <a:pt x="187" y="603"/>
                </a:lnTo>
                <a:lnTo>
                  <a:pt x="188" y="603"/>
                </a:lnTo>
                <a:lnTo>
                  <a:pt x="188" y="604"/>
                </a:lnTo>
                <a:lnTo>
                  <a:pt x="188" y="605"/>
                </a:lnTo>
                <a:lnTo>
                  <a:pt x="188" y="606"/>
                </a:lnTo>
                <a:lnTo>
                  <a:pt x="187" y="606"/>
                </a:lnTo>
                <a:lnTo>
                  <a:pt x="187" y="607"/>
                </a:lnTo>
                <a:lnTo>
                  <a:pt x="187" y="608"/>
                </a:lnTo>
                <a:lnTo>
                  <a:pt x="187" y="609"/>
                </a:lnTo>
                <a:lnTo>
                  <a:pt x="186" y="609"/>
                </a:lnTo>
                <a:lnTo>
                  <a:pt x="186" y="610"/>
                </a:lnTo>
                <a:lnTo>
                  <a:pt x="186" y="611"/>
                </a:lnTo>
                <a:lnTo>
                  <a:pt x="186" y="612"/>
                </a:lnTo>
                <a:lnTo>
                  <a:pt x="185" y="613"/>
                </a:lnTo>
                <a:lnTo>
                  <a:pt x="184" y="613"/>
                </a:lnTo>
                <a:lnTo>
                  <a:pt x="185" y="615"/>
                </a:lnTo>
                <a:lnTo>
                  <a:pt x="186" y="616"/>
                </a:lnTo>
                <a:lnTo>
                  <a:pt x="187" y="617"/>
                </a:lnTo>
                <a:lnTo>
                  <a:pt x="187" y="618"/>
                </a:lnTo>
                <a:lnTo>
                  <a:pt x="186" y="618"/>
                </a:lnTo>
                <a:lnTo>
                  <a:pt x="186" y="619"/>
                </a:lnTo>
                <a:lnTo>
                  <a:pt x="185" y="619"/>
                </a:lnTo>
                <a:lnTo>
                  <a:pt x="185" y="620"/>
                </a:lnTo>
                <a:lnTo>
                  <a:pt x="184" y="622"/>
                </a:lnTo>
                <a:lnTo>
                  <a:pt x="184" y="624"/>
                </a:lnTo>
                <a:lnTo>
                  <a:pt x="184" y="625"/>
                </a:lnTo>
                <a:lnTo>
                  <a:pt x="184" y="627"/>
                </a:lnTo>
                <a:lnTo>
                  <a:pt x="185" y="628"/>
                </a:lnTo>
                <a:lnTo>
                  <a:pt x="185" y="629"/>
                </a:lnTo>
                <a:lnTo>
                  <a:pt x="185" y="630"/>
                </a:lnTo>
                <a:lnTo>
                  <a:pt x="184" y="630"/>
                </a:lnTo>
                <a:lnTo>
                  <a:pt x="184" y="629"/>
                </a:lnTo>
                <a:lnTo>
                  <a:pt x="183" y="627"/>
                </a:lnTo>
                <a:lnTo>
                  <a:pt x="182" y="627"/>
                </a:lnTo>
                <a:lnTo>
                  <a:pt x="181" y="626"/>
                </a:lnTo>
                <a:lnTo>
                  <a:pt x="180" y="625"/>
                </a:lnTo>
                <a:lnTo>
                  <a:pt x="180" y="624"/>
                </a:lnTo>
                <a:lnTo>
                  <a:pt x="179" y="624"/>
                </a:lnTo>
                <a:lnTo>
                  <a:pt x="178" y="624"/>
                </a:lnTo>
                <a:lnTo>
                  <a:pt x="177" y="622"/>
                </a:lnTo>
                <a:lnTo>
                  <a:pt x="177" y="621"/>
                </a:lnTo>
                <a:lnTo>
                  <a:pt x="176" y="619"/>
                </a:lnTo>
                <a:lnTo>
                  <a:pt x="175" y="619"/>
                </a:lnTo>
                <a:lnTo>
                  <a:pt x="174" y="619"/>
                </a:lnTo>
                <a:lnTo>
                  <a:pt x="174" y="618"/>
                </a:lnTo>
                <a:lnTo>
                  <a:pt x="175" y="618"/>
                </a:lnTo>
                <a:lnTo>
                  <a:pt x="175" y="616"/>
                </a:lnTo>
                <a:lnTo>
                  <a:pt x="174" y="615"/>
                </a:lnTo>
                <a:lnTo>
                  <a:pt x="173" y="615"/>
                </a:lnTo>
                <a:lnTo>
                  <a:pt x="172" y="615"/>
                </a:lnTo>
                <a:lnTo>
                  <a:pt x="172" y="614"/>
                </a:lnTo>
                <a:lnTo>
                  <a:pt x="171" y="613"/>
                </a:lnTo>
                <a:lnTo>
                  <a:pt x="170" y="613"/>
                </a:lnTo>
                <a:lnTo>
                  <a:pt x="170" y="611"/>
                </a:lnTo>
                <a:lnTo>
                  <a:pt x="170" y="610"/>
                </a:lnTo>
                <a:lnTo>
                  <a:pt x="169" y="610"/>
                </a:lnTo>
                <a:lnTo>
                  <a:pt x="168" y="609"/>
                </a:lnTo>
                <a:lnTo>
                  <a:pt x="167" y="607"/>
                </a:lnTo>
                <a:lnTo>
                  <a:pt x="166" y="605"/>
                </a:lnTo>
                <a:lnTo>
                  <a:pt x="165" y="605"/>
                </a:lnTo>
                <a:lnTo>
                  <a:pt x="165" y="604"/>
                </a:lnTo>
                <a:lnTo>
                  <a:pt x="165" y="603"/>
                </a:lnTo>
                <a:lnTo>
                  <a:pt x="164" y="603"/>
                </a:lnTo>
                <a:lnTo>
                  <a:pt x="164" y="602"/>
                </a:lnTo>
                <a:lnTo>
                  <a:pt x="165" y="601"/>
                </a:lnTo>
                <a:lnTo>
                  <a:pt x="166" y="601"/>
                </a:lnTo>
                <a:lnTo>
                  <a:pt x="166" y="600"/>
                </a:lnTo>
                <a:lnTo>
                  <a:pt x="165" y="600"/>
                </a:lnTo>
                <a:lnTo>
                  <a:pt x="165" y="598"/>
                </a:lnTo>
                <a:lnTo>
                  <a:pt x="166" y="597"/>
                </a:lnTo>
                <a:lnTo>
                  <a:pt x="166" y="596"/>
                </a:lnTo>
                <a:lnTo>
                  <a:pt x="166" y="595"/>
                </a:lnTo>
                <a:lnTo>
                  <a:pt x="166" y="594"/>
                </a:lnTo>
                <a:lnTo>
                  <a:pt x="165" y="592"/>
                </a:lnTo>
                <a:lnTo>
                  <a:pt x="165" y="590"/>
                </a:lnTo>
                <a:lnTo>
                  <a:pt x="165" y="589"/>
                </a:lnTo>
                <a:lnTo>
                  <a:pt x="164" y="589"/>
                </a:lnTo>
                <a:lnTo>
                  <a:pt x="164" y="588"/>
                </a:lnTo>
                <a:lnTo>
                  <a:pt x="164" y="587"/>
                </a:lnTo>
                <a:lnTo>
                  <a:pt x="165" y="587"/>
                </a:lnTo>
                <a:lnTo>
                  <a:pt x="165" y="586"/>
                </a:lnTo>
                <a:lnTo>
                  <a:pt x="165" y="585"/>
                </a:lnTo>
                <a:lnTo>
                  <a:pt x="164" y="585"/>
                </a:lnTo>
                <a:lnTo>
                  <a:pt x="164" y="584"/>
                </a:lnTo>
                <a:lnTo>
                  <a:pt x="165" y="583"/>
                </a:lnTo>
                <a:lnTo>
                  <a:pt x="164" y="582"/>
                </a:lnTo>
                <a:lnTo>
                  <a:pt x="163" y="582"/>
                </a:lnTo>
                <a:lnTo>
                  <a:pt x="163" y="581"/>
                </a:lnTo>
                <a:lnTo>
                  <a:pt x="164" y="581"/>
                </a:lnTo>
                <a:lnTo>
                  <a:pt x="163" y="580"/>
                </a:lnTo>
                <a:lnTo>
                  <a:pt x="162" y="580"/>
                </a:lnTo>
                <a:lnTo>
                  <a:pt x="162" y="579"/>
                </a:lnTo>
                <a:lnTo>
                  <a:pt x="162" y="578"/>
                </a:lnTo>
                <a:lnTo>
                  <a:pt x="161" y="578"/>
                </a:lnTo>
                <a:lnTo>
                  <a:pt x="161" y="577"/>
                </a:lnTo>
                <a:lnTo>
                  <a:pt x="162" y="577"/>
                </a:lnTo>
                <a:lnTo>
                  <a:pt x="162" y="576"/>
                </a:lnTo>
                <a:lnTo>
                  <a:pt x="161" y="576"/>
                </a:lnTo>
                <a:lnTo>
                  <a:pt x="161" y="575"/>
                </a:lnTo>
                <a:lnTo>
                  <a:pt x="160" y="574"/>
                </a:lnTo>
                <a:lnTo>
                  <a:pt x="161" y="573"/>
                </a:lnTo>
                <a:lnTo>
                  <a:pt x="161" y="572"/>
                </a:lnTo>
                <a:lnTo>
                  <a:pt x="161" y="571"/>
                </a:lnTo>
                <a:lnTo>
                  <a:pt x="160" y="569"/>
                </a:lnTo>
                <a:lnTo>
                  <a:pt x="159" y="568"/>
                </a:lnTo>
                <a:lnTo>
                  <a:pt x="159" y="567"/>
                </a:lnTo>
                <a:lnTo>
                  <a:pt x="160" y="566"/>
                </a:lnTo>
                <a:lnTo>
                  <a:pt x="159" y="564"/>
                </a:lnTo>
                <a:lnTo>
                  <a:pt x="158" y="562"/>
                </a:lnTo>
                <a:lnTo>
                  <a:pt x="158" y="561"/>
                </a:lnTo>
                <a:lnTo>
                  <a:pt x="159" y="560"/>
                </a:lnTo>
                <a:lnTo>
                  <a:pt x="158" y="560"/>
                </a:lnTo>
                <a:lnTo>
                  <a:pt x="158" y="559"/>
                </a:lnTo>
                <a:lnTo>
                  <a:pt x="159" y="558"/>
                </a:lnTo>
                <a:lnTo>
                  <a:pt x="159" y="557"/>
                </a:lnTo>
                <a:lnTo>
                  <a:pt x="159" y="556"/>
                </a:lnTo>
                <a:lnTo>
                  <a:pt x="159" y="555"/>
                </a:lnTo>
                <a:lnTo>
                  <a:pt x="160" y="555"/>
                </a:lnTo>
                <a:lnTo>
                  <a:pt x="160" y="554"/>
                </a:lnTo>
                <a:lnTo>
                  <a:pt x="161" y="552"/>
                </a:lnTo>
                <a:lnTo>
                  <a:pt x="160" y="551"/>
                </a:lnTo>
                <a:lnTo>
                  <a:pt x="160" y="550"/>
                </a:lnTo>
                <a:lnTo>
                  <a:pt x="161" y="549"/>
                </a:lnTo>
                <a:lnTo>
                  <a:pt x="161" y="548"/>
                </a:lnTo>
                <a:lnTo>
                  <a:pt x="160" y="548"/>
                </a:lnTo>
                <a:lnTo>
                  <a:pt x="160" y="547"/>
                </a:lnTo>
                <a:lnTo>
                  <a:pt x="160" y="546"/>
                </a:lnTo>
                <a:lnTo>
                  <a:pt x="161" y="546"/>
                </a:lnTo>
                <a:lnTo>
                  <a:pt x="160" y="546"/>
                </a:lnTo>
                <a:lnTo>
                  <a:pt x="160" y="545"/>
                </a:lnTo>
                <a:lnTo>
                  <a:pt x="160" y="544"/>
                </a:lnTo>
                <a:lnTo>
                  <a:pt x="160" y="542"/>
                </a:lnTo>
                <a:lnTo>
                  <a:pt x="160" y="541"/>
                </a:lnTo>
                <a:lnTo>
                  <a:pt x="160" y="540"/>
                </a:lnTo>
                <a:lnTo>
                  <a:pt x="160" y="538"/>
                </a:lnTo>
                <a:lnTo>
                  <a:pt x="159" y="537"/>
                </a:lnTo>
                <a:lnTo>
                  <a:pt x="159" y="536"/>
                </a:lnTo>
                <a:lnTo>
                  <a:pt x="159" y="534"/>
                </a:lnTo>
                <a:lnTo>
                  <a:pt x="160" y="533"/>
                </a:lnTo>
                <a:lnTo>
                  <a:pt x="159" y="532"/>
                </a:lnTo>
                <a:lnTo>
                  <a:pt x="159" y="531"/>
                </a:lnTo>
                <a:lnTo>
                  <a:pt x="159" y="530"/>
                </a:lnTo>
                <a:lnTo>
                  <a:pt x="159" y="529"/>
                </a:lnTo>
                <a:lnTo>
                  <a:pt x="159" y="528"/>
                </a:lnTo>
                <a:lnTo>
                  <a:pt x="159" y="525"/>
                </a:lnTo>
                <a:lnTo>
                  <a:pt x="159" y="524"/>
                </a:lnTo>
                <a:lnTo>
                  <a:pt x="160" y="523"/>
                </a:lnTo>
                <a:lnTo>
                  <a:pt x="159" y="522"/>
                </a:lnTo>
                <a:lnTo>
                  <a:pt x="159" y="521"/>
                </a:lnTo>
                <a:lnTo>
                  <a:pt x="159" y="520"/>
                </a:lnTo>
                <a:lnTo>
                  <a:pt x="159" y="519"/>
                </a:lnTo>
                <a:lnTo>
                  <a:pt x="159" y="518"/>
                </a:lnTo>
                <a:lnTo>
                  <a:pt x="158" y="518"/>
                </a:lnTo>
                <a:lnTo>
                  <a:pt x="157" y="516"/>
                </a:lnTo>
                <a:lnTo>
                  <a:pt x="157" y="515"/>
                </a:lnTo>
                <a:lnTo>
                  <a:pt x="157" y="514"/>
                </a:lnTo>
                <a:lnTo>
                  <a:pt x="156" y="514"/>
                </a:lnTo>
                <a:lnTo>
                  <a:pt x="156" y="513"/>
                </a:lnTo>
                <a:lnTo>
                  <a:pt x="155" y="513"/>
                </a:lnTo>
                <a:lnTo>
                  <a:pt x="156" y="511"/>
                </a:lnTo>
                <a:lnTo>
                  <a:pt x="155" y="510"/>
                </a:lnTo>
                <a:lnTo>
                  <a:pt x="155" y="509"/>
                </a:lnTo>
                <a:lnTo>
                  <a:pt x="155" y="505"/>
                </a:lnTo>
                <a:lnTo>
                  <a:pt x="155" y="504"/>
                </a:lnTo>
                <a:lnTo>
                  <a:pt x="155" y="503"/>
                </a:lnTo>
                <a:lnTo>
                  <a:pt x="154" y="501"/>
                </a:lnTo>
                <a:lnTo>
                  <a:pt x="155" y="500"/>
                </a:lnTo>
                <a:lnTo>
                  <a:pt x="154" y="499"/>
                </a:lnTo>
                <a:lnTo>
                  <a:pt x="154" y="498"/>
                </a:lnTo>
                <a:lnTo>
                  <a:pt x="155" y="498"/>
                </a:lnTo>
                <a:lnTo>
                  <a:pt x="154" y="497"/>
                </a:lnTo>
                <a:lnTo>
                  <a:pt x="154" y="496"/>
                </a:lnTo>
                <a:lnTo>
                  <a:pt x="154" y="495"/>
                </a:lnTo>
                <a:lnTo>
                  <a:pt x="154" y="494"/>
                </a:lnTo>
                <a:lnTo>
                  <a:pt x="154" y="492"/>
                </a:lnTo>
                <a:lnTo>
                  <a:pt x="153" y="490"/>
                </a:lnTo>
                <a:lnTo>
                  <a:pt x="153" y="489"/>
                </a:lnTo>
                <a:lnTo>
                  <a:pt x="154" y="488"/>
                </a:lnTo>
                <a:lnTo>
                  <a:pt x="154" y="487"/>
                </a:lnTo>
                <a:lnTo>
                  <a:pt x="154" y="486"/>
                </a:lnTo>
                <a:lnTo>
                  <a:pt x="153" y="485"/>
                </a:lnTo>
                <a:lnTo>
                  <a:pt x="152" y="484"/>
                </a:lnTo>
                <a:lnTo>
                  <a:pt x="152" y="483"/>
                </a:lnTo>
                <a:lnTo>
                  <a:pt x="151" y="482"/>
                </a:lnTo>
                <a:lnTo>
                  <a:pt x="150" y="481"/>
                </a:lnTo>
                <a:lnTo>
                  <a:pt x="150" y="480"/>
                </a:lnTo>
                <a:lnTo>
                  <a:pt x="150" y="479"/>
                </a:lnTo>
                <a:lnTo>
                  <a:pt x="149" y="478"/>
                </a:lnTo>
                <a:lnTo>
                  <a:pt x="149" y="477"/>
                </a:lnTo>
                <a:lnTo>
                  <a:pt x="149" y="476"/>
                </a:lnTo>
                <a:lnTo>
                  <a:pt x="148" y="476"/>
                </a:lnTo>
                <a:lnTo>
                  <a:pt x="148" y="474"/>
                </a:lnTo>
                <a:lnTo>
                  <a:pt x="149" y="474"/>
                </a:lnTo>
                <a:lnTo>
                  <a:pt x="149" y="473"/>
                </a:lnTo>
                <a:lnTo>
                  <a:pt x="149" y="472"/>
                </a:lnTo>
                <a:lnTo>
                  <a:pt x="149" y="469"/>
                </a:lnTo>
                <a:lnTo>
                  <a:pt x="149" y="468"/>
                </a:lnTo>
                <a:lnTo>
                  <a:pt x="149" y="467"/>
                </a:lnTo>
                <a:lnTo>
                  <a:pt x="150" y="467"/>
                </a:lnTo>
                <a:lnTo>
                  <a:pt x="150" y="466"/>
                </a:lnTo>
                <a:lnTo>
                  <a:pt x="150" y="464"/>
                </a:lnTo>
                <a:lnTo>
                  <a:pt x="150" y="463"/>
                </a:lnTo>
                <a:lnTo>
                  <a:pt x="151" y="463"/>
                </a:lnTo>
                <a:lnTo>
                  <a:pt x="150" y="462"/>
                </a:lnTo>
                <a:lnTo>
                  <a:pt x="150" y="460"/>
                </a:lnTo>
                <a:lnTo>
                  <a:pt x="151" y="459"/>
                </a:lnTo>
                <a:lnTo>
                  <a:pt x="151" y="458"/>
                </a:lnTo>
                <a:lnTo>
                  <a:pt x="151" y="457"/>
                </a:lnTo>
                <a:lnTo>
                  <a:pt x="152" y="456"/>
                </a:lnTo>
                <a:lnTo>
                  <a:pt x="152" y="455"/>
                </a:lnTo>
                <a:lnTo>
                  <a:pt x="152" y="454"/>
                </a:lnTo>
                <a:lnTo>
                  <a:pt x="153" y="453"/>
                </a:lnTo>
                <a:lnTo>
                  <a:pt x="154" y="452"/>
                </a:lnTo>
                <a:lnTo>
                  <a:pt x="154" y="451"/>
                </a:lnTo>
                <a:lnTo>
                  <a:pt x="154" y="450"/>
                </a:lnTo>
                <a:lnTo>
                  <a:pt x="154" y="449"/>
                </a:lnTo>
                <a:lnTo>
                  <a:pt x="155" y="449"/>
                </a:lnTo>
                <a:lnTo>
                  <a:pt x="155" y="448"/>
                </a:lnTo>
                <a:lnTo>
                  <a:pt x="154" y="448"/>
                </a:lnTo>
                <a:lnTo>
                  <a:pt x="154" y="447"/>
                </a:lnTo>
                <a:lnTo>
                  <a:pt x="154" y="446"/>
                </a:lnTo>
                <a:lnTo>
                  <a:pt x="154" y="445"/>
                </a:lnTo>
                <a:lnTo>
                  <a:pt x="153" y="441"/>
                </a:lnTo>
                <a:lnTo>
                  <a:pt x="153" y="437"/>
                </a:lnTo>
                <a:lnTo>
                  <a:pt x="152" y="436"/>
                </a:lnTo>
                <a:lnTo>
                  <a:pt x="152" y="435"/>
                </a:lnTo>
                <a:lnTo>
                  <a:pt x="153" y="434"/>
                </a:lnTo>
                <a:lnTo>
                  <a:pt x="153" y="433"/>
                </a:lnTo>
                <a:lnTo>
                  <a:pt x="152" y="432"/>
                </a:lnTo>
                <a:lnTo>
                  <a:pt x="152" y="431"/>
                </a:lnTo>
                <a:lnTo>
                  <a:pt x="151" y="430"/>
                </a:lnTo>
                <a:lnTo>
                  <a:pt x="150" y="429"/>
                </a:lnTo>
                <a:lnTo>
                  <a:pt x="150" y="428"/>
                </a:lnTo>
                <a:lnTo>
                  <a:pt x="150" y="427"/>
                </a:lnTo>
                <a:lnTo>
                  <a:pt x="149" y="426"/>
                </a:lnTo>
                <a:lnTo>
                  <a:pt x="148" y="426"/>
                </a:lnTo>
                <a:lnTo>
                  <a:pt x="148" y="425"/>
                </a:lnTo>
                <a:lnTo>
                  <a:pt x="148" y="424"/>
                </a:lnTo>
                <a:lnTo>
                  <a:pt x="148" y="423"/>
                </a:lnTo>
                <a:lnTo>
                  <a:pt x="147" y="423"/>
                </a:lnTo>
                <a:lnTo>
                  <a:pt x="147" y="422"/>
                </a:lnTo>
                <a:lnTo>
                  <a:pt x="148" y="422"/>
                </a:lnTo>
                <a:lnTo>
                  <a:pt x="148" y="421"/>
                </a:lnTo>
                <a:lnTo>
                  <a:pt x="148" y="420"/>
                </a:lnTo>
                <a:lnTo>
                  <a:pt x="148" y="419"/>
                </a:lnTo>
                <a:lnTo>
                  <a:pt x="147" y="418"/>
                </a:lnTo>
                <a:lnTo>
                  <a:pt x="146" y="417"/>
                </a:lnTo>
                <a:lnTo>
                  <a:pt x="146" y="415"/>
                </a:lnTo>
                <a:lnTo>
                  <a:pt x="146" y="414"/>
                </a:lnTo>
                <a:lnTo>
                  <a:pt x="147" y="414"/>
                </a:lnTo>
                <a:lnTo>
                  <a:pt x="148" y="413"/>
                </a:lnTo>
                <a:lnTo>
                  <a:pt x="148" y="412"/>
                </a:lnTo>
                <a:lnTo>
                  <a:pt x="147" y="412"/>
                </a:lnTo>
                <a:lnTo>
                  <a:pt x="147" y="411"/>
                </a:lnTo>
                <a:lnTo>
                  <a:pt x="147" y="410"/>
                </a:lnTo>
                <a:lnTo>
                  <a:pt x="147" y="408"/>
                </a:lnTo>
                <a:lnTo>
                  <a:pt x="146" y="407"/>
                </a:lnTo>
                <a:lnTo>
                  <a:pt x="146" y="406"/>
                </a:lnTo>
                <a:lnTo>
                  <a:pt x="146" y="405"/>
                </a:lnTo>
                <a:lnTo>
                  <a:pt x="147" y="405"/>
                </a:lnTo>
                <a:lnTo>
                  <a:pt x="146" y="405"/>
                </a:lnTo>
                <a:lnTo>
                  <a:pt x="146" y="404"/>
                </a:lnTo>
                <a:lnTo>
                  <a:pt x="146" y="403"/>
                </a:lnTo>
                <a:lnTo>
                  <a:pt x="146" y="402"/>
                </a:lnTo>
                <a:lnTo>
                  <a:pt x="147" y="402"/>
                </a:lnTo>
                <a:lnTo>
                  <a:pt x="147" y="401"/>
                </a:lnTo>
                <a:lnTo>
                  <a:pt x="147" y="400"/>
                </a:lnTo>
                <a:lnTo>
                  <a:pt x="146" y="399"/>
                </a:lnTo>
                <a:lnTo>
                  <a:pt x="146" y="398"/>
                </a:lnTo>
                <a:lnTo>
                  <a:pt x="146" y="397"/>
                </a:lnTo>
                <a:lnTo>
                  <a:pt x="146" y="395"/>
                </a:lnTo>
                <a:lnTo>
                  <a:pt x="144" y="392"/>
                </a:lnTo>
                <a:lnTo>
                  <a:pt x="144" y="391"/>
                </a:lnTo>
                <a:lnTo>
                  <a:pt x="144" y="390"/>
                </a:lnTo>
                <a:lnTo>
                  <a:pt x="144" y="389"/>
                </a:lnTo>
                <a:lnTo>
                  <a:pt x="143" y="389"/>
                </a:lnTo>
                <a:lnTo>
                  <a:pt x="143" y="388"/>
                </a:lnTo>
                <a:lnTo>
                  <a:pt x="143" y="387"/>
                </a:lnTo>
                <a:lnTo>
                  <a:pt x="143" y="386"/>
                </a:lnTo>
                <a:lnTo>
                  <a:pt x="143" y="385"/>
                </a:lnTo>
                <a:lnTo>
                  <a:pt x="143" y="384"/>
                </a:lnTo>
                <a:lnTo>
                  <a:pt x="142" y="384"/>
                </a:lnTo>
                <a:lnTo>
                  <a:pt x="142" y="383"/>
                </a:lnTo>
                <a:lnTo>
                  <a:pt x="143" y="382"/>
                </a:lnTo>
                <a:lnTo>
                  <a:pt x="144" y="381"/>
                </a:lnTo>
                <a:lnTo>
                  <a:pt x="144" y="380"/>
                </a:lnTo>
                <a:lnTo>
                  <a:pt x="143" y="380"/>
                </a:lnTo>
                <a:lnTo>
                  <a:pt x="142" y="379"/>
                </a:lnTo>
                <a:lnTo>
                  <a:pt x="142" y="378"/>
                </a:lnTo>
                <a:lnTo>
                  <a:pt x="142" y="377"/>
                </a:lnTo>
                <a:lnTo>
                  <a:pt x="142" y="376"/>
                </a:lnTo>
                <a:lnTo>
                  <a:pt x="141" y="375"/>
                </a:lnTo>
                <a:lnTo>
                  <a:pt x="141" y="374"/>
                </a:lnTo>
                <a:lnTo>
                  <a:pt x="141" y="373"/>
                </a:lnTo>
                <a:lnTo>
                  <a:pt x="140" y="371"/>
                </a:lnTo>
                <a:lnTo>
                  <a:pt x="140" y="370"/>
                </a:lnTo>
                <a:lnTo>
                  <a:pt x="141" y="370"/>
                </a:lnTo>
                <a:lnTo>
                  <a:pt x="142" y="369"/>
                </a:lnTo>
                <a:lnTo>
                  <a:pt x="143" y="369"/>
                </a:lnTo>
                <a:lnTo>
                  <a:pt x="143" y="368"/>
                </a:lnTo>
                <a:lnTo>
                  <a:pt x="144" y="367"/>
                </a:lnTo>
                <a:lnTo>
                  <a:pt x="145" y="367"/>
                </a:lnTo>
                <a:lnTo>
                  <a:pt x="146" y="367"/>
                </a:lnTo>
                <a:lnTo>
                  <a:pt x="146" y="366"/>
                </a:lnTo>
                <a:lnTo>
                  <a:pt x="145" y="365"/>
                </a:lnTo>
                <a:lnTo>
                  <a:pt x="145" y="364"/>
                </a:lnTo>
                <a:lnTo>
                  <a:pt x="145" y="363"/>
                </a:lnTo>
                <a:lnTo>
                  <a:pt x="142" y="362"/>
                </a:lnTo>
                <a:lnTo>
                  <a:pt x="141" y="361"/>
                </a:lnTo>
                <a:lnTo>
                  <a:pt x="140" y="361"/>
                </a:lnTo>
                <a:lnTo>
                  <a:pt x="140" y="360"/>
                </a:lnTo>
                <a:lnTo>
                  <a:pt x="139" y="359"/>
                </a:lnTo>
                <a:lnTo>
                  <a:pt x="138" y="359"/>
                </a:lnTo>
                <a:lnTo>
                  <a:pt x="138" y="358"/>
                </a:lnTo>
                <a:lnTo>
                  <a:pt x="138" y="357"/>
                </a:lnTo>
                <a:lnTo>
                  <a:pt x="137" y="356"/>
                </a:lnTo>
                <a:lnTo>
                  <a:pt x="136" y="356"/>
                </a:lnTo>
                <a:lnTo>
                  <a:pt x="136" y="355"/>
                </a:lnTo>
                <a:lnTo>
                  <a:pt x="135" y="354"/>
                </a:lnTo>
                <a:lnTo>
                  <a:pt x="134" y="353"/>
                </a:lnTo>
                <a:lnTo>
                  <a:pt x="132" y="352"/>
                </a:lnTo>
                <a:lnTo>
                  <a:pt x="131" y="351"/>
                </a:lnTo>
                <a:lnTo>
                  <a:pt x="129" y="350"/>
                </a:lnTo>
                <a:lnTo>
                  <a:pt x="129" y="349"/>
                </a:lnTo>
                <a:lnTo>
                  <a:pt x="129" y="348"/>
                </a:lnTo>
                <a:lnTo>
                  <a:pt x="129" y="347"/>
                </a:lnTo>
                <a:lnTo>
                  <a:pt x="129" y="346"/>
                </a:lnTo>
                <a:lnTo>
                  <a:pt x="130" y="346"/>
                </a:lnTo>
                <a:lnTo>
                  <a:pt x="130" y="345"/>
                </a:lnTo>
                <a:lnTo>
                  <a:pt x="131" y="344"/>
                </a:lnTo>
                <a:lnTo>
                  <a:pt x="131" y="343"/>
                </a:lnTo>
                <a:lnTo>
                  <a:pt x="131" y="342"/>
                </a:lnTo>
                <a:lnTo>
                  <a:pt x="131" y="341"/>
                </a:lnTo>
                <a:lnTo>
                  <a:pt x="132" y="340"/>
                </a:lnTo>
                <a:lnTo>
                  <a:pt x="131" y="338"/>
                </a:lnTo>
                <a:lnTo>
                  <a:pt x="130" y="338"/>
                </a:lnTo>
                <a:lnTo>
                  <a:pt x="129" y="337"/>
                </a:lnTo>
                <a:lnTo>
                  <a:pt x="129" y="336"/>
                </a:lnTo>
                <a:lnTo>
                  <a:pt x="128" y="336"/>
                </a:lnTo>
                <a:lnTo>
                  <a:pt x="128" y="335"/>
                </a:lnTo>
                <a:lnTo>
                  <a:pt x="127" y="336"/>
                </a:lnTo>
                <a:lnTo>
                  <a:pt x="125" y="334"/>
                </a:lnTo>
                <a:lnTo>
                  <a:pt x="125" y="333"/>
                </a:lnTo>
                <a:lnTo>
                  <a:pt x="125" y="332"/>
                </a:lnTo>
                <a:lnTo>
                  <a:pt x="124" y="332"/>
                </a:lnTo>
                <a:lnTo>
                  <a:pt x="123" y="331"/>
                </a:lnTo>
                <a:lnTo>
                  <a:pt x="123" y="330"/>
                </a:lnTo>
                <a:lnTo>
                  <a:pt x="123" y="327"/>
                </a:lnTo>
                <a:lnTo>
                  <a:pt x="122" y="326"/>
                </a:lnTo>
                <a:lnTo>
                  <a:pt x="121" y="325"/>
                </a:lnTo>
                <a:lnTo>
                  <a:pt x="120" y="324"/>
                </a:lnTo>
                <a:lnTo>
                  <a:pt x="119" y="323"/>
                </a:lnTo>
                <a:lnTo>
                  <a:pt x="118" y="322"/>
                </a:lnTo>
                <a:lnTo>
                  <a:pt x="117" y="322"/>
                </a:lnTo>
                <a:lnTo>
                  <a:pt x="117" y="321"/>
                </a:lnTo>
                <a:lnTo>
                  <a:pt x="116" y="321"/>
                </a:lnTo>
                <a:lnTo>
                  <a:pt x="115" y="321"/>
                </a:lnTo>
                <a:lnTo>
                  <a:pt x="114" y="321"/>
                </a:lnTo>
                <a:lnTo>
                  <a:pt x="113" y="320"/>
                </a:lnTo>
                <a:lnTo>
                  <a:pt x="113" y="319"/>
                </a:lnTo>
                <a:lnTo>
                  <a:pt x="114" y="319"/>
                </a:lnTo>
                <a:lnTo>
                  <a:pt x="115" y="318"/>
                </a:lnTo>
                <a:lnTo>
                  <a:pt x="115" y="317"/>
                </a:lnTo>
                <a:lnTo>
                  <a:pt x="115" y="316"/>
                </a:lnTo>
                <a:lnTo>
                  <a:pt x="114" y="316"/>
                </a:lnTo>
                <a:lnTo>
                  <a:pt x="114" y="315"/>
                </a:lnTo>
                <a:lnTo>
                  <a:pt x="113" y="315"/>
                </a:lnTo>
                <a:lnTo>
                  <a:pt x="113" y="313"/>
                </a:lnTo>
                <a:lnTo>
                  <a:pt x="113" y="312"/>
                </a:lnTo>
                <a:lnTo>
                  <a:pt x="114" y="311"/>
                </a:lnTo>
                <a:lnTo>
                  <a:pt x="114" y="309"/>
                </a:lnTo>
                <a:lnTo>
                  <a:pt x="115" y="308"/>
                </a:lnTo>
                <a:lnTo>
                  <a:pt x="115" y="307"/>
                </a:lnTo>
                <a:lnTo>
                  <a:pt x="115" y="306"/>
                </a:lnTo>
                <a:lnTo>
                  <a:pt x="116" y="305"/>
                </a:lnTo>
                <a:lnTo>
                  <a:pt x="117" y="304"/>
                </a:lnTo>
                <a:lnTo>
                  <a:pt x="118" y="304"/>
                </a:lnTo>
                <a:lnTo>
                  <a:pt x="119" y="304"/>
                </a:lnTo>
                <a:lnTo>
                  <a:pt x="120" y="305"/>
                </a:lnTo>
                <a:lnTo>
                  <a:pt x="121" y="305"/>
                </a:lnTo>
                <a:lnTo>
                  <a:pt x="122" y="306"/>
                </a:lnTo>
                <a:lnTo>
                  <a:pt x="123" y="307"/>
                </a:lnTo>
                <a:lnTo>
                  <a:pt x="123" y="308"/>
                </a:lnTo>
                <a:lnTo>
                  <a:pt x="124" y="309"/>
                </a:lnTo>
                <a:lnTo>
                  <a:pt x="125" y="309"/>
                </a:lnTo>
                <a:lnTo>
                  <a:pt x="125" y="310"/>
                </a:lnTo>
                <a:lnTo>
                  <a:pt x="125" y="311"/>
                </a:lnTo>
                <a:lnTo>
                  <a:pt x="126" y="312"/>
                </a:lnTo>
                <a:lnTo>
                  <a:pt x="127" y="312"/>
                </a:lnTo>
                <a:lnTo>
                  <a:pt x="128" y="313"/>
                </a:lnTo>
                <a:lnTo>
                  <a:pt x="129" y="313"/>
                </a:lnTo>
                <a:lnTo>
                  <a:pt x="129" y="312"/>
                </a:lnTo>
                <a:lnTo>
                  <a:pt x="130" y="312"/>
                </a:lnTo>
                <a:lnTo>
                  <a:pt x="131" y="310"/>
                </a:lnTo>
                <a:lnTo>
                  <a:pt x="132" y="310"/>
                </a:lnTo>
                <a:lnTo>
                  <a:pt x="132" y="309"/>
                </a:lnTo>
                <a:lnTo>
                  <a:pt x="132" y="308"/>
                </a:lnTo>
                <a:lnTo>
                  <a:pt x="132" y="307"/>
                </a:lnTo>
                <a:lnTo>
                  <a:pt x="133" y="306"/>
                </a:lnTo>
                <a:lnTo>
                  <a:pt x="134" y="306"/>
                </a:lnTo>
                <a:lnTo>
                  <a:pt x="134" y="305"/>
                </a:lnTo>
                <a:lnTo>
                  <a:pt x="135" y="304"/>
                </a:lnTo>
                <a:lnTo>
                  <a:pt x="136" y="304"/>
                </a:lnTo>
                <a:lnTo>
                  <a:pt x="137" y="303"/>
                </a:lnTo>
                <a:lnTo>
                  <a:pt x="137" y="302"/>
                </a:lnTo>
                <a:lnTo>
                  <a:pt x="138" y="301"/>
                </a:lnTo>
                <a:lnTo>
                  <a:pt x="139" y="301"/>
                </a:lnTo>
                <a:lnTo>
                  <a:pt x="139" y="300"/>
                </a:lnTo>
                <a:lnTo>
                  <a:pt x="138" y="300"/>
                </a:lnTo>
                <a:lnTo>
                  <a:pt x="138" y="299"/>
                </a:lnTo>
                <a:lnTo>
                  <a:pt x="137" y="298"/>
                </a:lnTo>
                <a:lnTo>
                  <a:pt x="136" y="297"/>
                </a:lnTo>
                <a:lnTo>
                  <a:pt x="135" y="297"/>
                </a:lnTo>
                <a:lnTo>
                  <a:pt x="135" y="296"/>
                </a:lnTo>
                <a:lnTo>
                  <a:pt x="135" y="295"/>
                </a:lnTo>
                <a:lnTo>
                  <a:pt x="134" y="294"/>
                </a:lnTo>
                <a:lnTo>
                  <a:pt x="133" y="294"/>
                </a:lnTo>
                <a:lnTo>
                  <a:pt x="132" y="293"/>
                </a:lnTo>
                <a:lnTo>
                  <a:pt x="131" y="292"/>
                </a:lnTo>
                <a:lnTo>
                  <a:pt x="130" y="292"/>
                </a:lnTo>
                <a:lnTo>
                  <a:pt x="130" y="291"/>
                </a:lnTo>
                <a:lnTo>
                  <a:pt x="130" y="290"/>
                </a:lnTo>
                <a:lnTo>
                  <a:pt x="127" y="289"/>
                </a:lnTo>
                <a:lnTo>
                  <a:pt x="126" y="289"/>
                </a:lnTo>
                <a:lnTo>
                  <a:pt x="123" y="286"/>
                </a:lnTo>
                <a:lnTo>
                  <a:pt x="122" y="285"/>
                </a:lnTo>
                <a:lnTo>
                  <a:pt x="122" y="284"/>
                </a:lnTo>
                <a:lnTo>
                  <a:pt x="120" y="283"/>
                </a:lnTo>
                <a:lnTo>
                  <a:pt x="118" y="281"/>
                </a:lnTo>
                <a:lnTo>
                  <a:pt x="117" y="280"/>
                </a:lnTo>
                <a:lnTo>
                  <a:pt x="117" y="279"/>
                </a:lnTo>
                <a:lnTo>
                  <a:pt x="116" y="279"/>
                </a:lnTo>
                <a:lnTo>
                  <a:pt x="116" y="278"/>
                </a:lnTo>
                <a:lnTo>
                  <a:pt x="115" y="278"/>
                </a:lnTo>
                <a:lnTo>
                  <a:pt x="115" y="279"/>
                </a:lnTo>
                <a:lnTo>
                  <a:pt x="114" y="278"/>
                </a:lnTo>
                <a:lnTo>
                  <a:pt x="113" y="276"/>
                </a:lnTo>
                <a:lnTo>
                  <a:pt x="112" y="275"/>
                </a:lnTo>
                <a:lnTo>
                  <a:pt x="112" y="274"/>
                </a:lnTo>
                <a:lnTo>
                  <a:pt x="111" y="274"/>
                </a:lnTo>
                <a:lnTo>
                  <a:pt x="110" y="273"/>
                </a:lnTo>
                <a:lnTo>
                  <a:pt x="109" y="272"/>
                </a:lnTo>
                <a:lnTo>
                  <a:pt x="109" y="271"/>
                </a:lnTo>
                <a:lnTo>
                  <a:pt x="109" y="270"/>
                </a:lnTo>
                <a:lnTo>
                  <a:pt x="108" y="269"/>
                </a:lnTo>
                <a:lnTo>
                  <a:pt x="109" y="269"/>
                </a:lnTo>
                <a:lnTo>
                  <a:pt x="109" y="268"/>
                </a:lnTo>
                <a:lnTo>
                  <a:pt x="108" y="268"/>
                </a:lnTo>
                <a:lnTo>
                  <a:pt x="108" y="267"/>
                </a:lnTo>
                <a:lnTo>
                  <a:pt x="108" y="266"/>
                </a:lnTo>
                <a:lnTo>
                  <a:pt x="108" y="265"/>
                </a:lnTo>
                <a:lnTo>
                  <a:pt x="107" y="266"/>
                </a:lnTo>
                <a:lnTo>
                  <a:pt x="106" y="266"/>
                </a:lnTo>
                <a:lnTo>
                  <a:pt x="106" y="265"/>
                </a:lnTo>
                <a:lnTo>
                  <a:pt x="105" y="263"/>
                </a:lnTo>
                <a:lnTo>
                  <a:pt x="104" y="261"/>
                </a:lnTo>
                <a:lnTo>
                  <a:pt x="103" y="260"/>
                </a:lnTo>
                <a:lnTo>
                  <a:pt x="102" y="259"/>
                </a:lnTo>
                <a:lnTo>
                  <a:pt x="101" y="259"/>
                </a:lnTo>
                <a:lnTo>
                  <a:pt x="100" y="259"/>
                </a:lnTo>
                <a:lnTo>
                  <a:pt x="100" y="258"/>
                </a:lnTo>
                <a:lnTo>
                  <a:pt x="101" y="258"/>
                </a:lnTo>
                <a:lnTo>
                  <a:pt x="101" y="257"/>
                </a:lnTo>
                <a:lnTo>
                  <a:pt x="100" y="257"/>
                </a:lnTo>
                <a:lnTo>
                  <a:pt x="99" y="257"/>
                </a:lnTo>
                <a:lnTo>
                  <a:pt x="99" y="256"/>
                </a:lnTo>
                <a:lnTo>
                  <a:pt x="98" y="255"/>
                </a:lnTo>
                <a:lnTo>
                  <a:pt x="99" y="255"/>
                </a:lnTo>
                <a:lnTo>
                  <a:pt x="99" y="254"/>
                </a:lnTo>
                <a:lnTo>
                  <a:pt x="97" y="254"/>
                </a:lnTo>
                <a:lnTo>
                  <a:pt x="96" y="254"/>
                </a:lnTo>
                <a:lnTo>
                  <a:pt x="96" y="253"/>
                </a:lnTo>
                <a:lnTo>
                  <a:pt x="97" y="252"/>
                </a:lnTo>
                <a:lnTo>
                  <a:pt x="97" y="251"/>
                </a:lnTo>
                <a:lnTo>
                  <a:pt x="96" y="251"/>
                </a:lnTo>
                <a:lnTo>
                  <a:pt x="96" y="250"/>
                </a:lnTo>
                <a:lnTo>
                  <a:pt x="96" y="249"/>
                </a:lnTo>
                <a:lnTo>
                  <a:pt x="96" y="248"/>
                </a:lnTo>
                <a:lnTo>
                  <a:pt x="95" y="248"/>
                </a:lnTo>
                <a:lnTo>
                  <a:pt x="95" y="247"/>
                </a:lnTo>
                <a:lnTo>
                  <a:pt x="95" y="246"/>
                </a:lnTo>
                <a:lnTo>
                  <a:pt x="96" y="246"/>
                </a:lnTo>
                <a:lnTo>
                  <a:pt x="97" y="245"/>
                </a:lnTo>
                <a:lnTo>
                  <a:pt x="98" y="245"/>
                </a:lnTo>
                <a:lnTo>
                  <a:pt x="98" y="244"/>
                </a:lnTo>
                <a:lnTo>
                  <a:pt x="98" y="243"/>
                </a:lnTo>
                <a:lnTo>
                  <a:pt x="97" y="243"/>
                </a:lnTo>
                <a:lnTo>
                  <a:pt x="97" y="242"/>
                </a:lnTo>
                <a:lnTo>
                  <a:pt x="98" y="241"/>
                </a:lnTo>
                <a:lnTo>
                  <a:pt x="98" y="239"/>
                </a:lnTo>
                <a:lnTo>
                  <a:pt x="97" y="239"/>
                </a:lnTo>
                <a:lnTo>
                  <a:pt x="98" y="238"/>
                </a:lnTo>
                <a:lnTo>
                  <a:pt x="98" y="237"/>
                </a:lnTo>
                <a:lnTo>
                  <a:pt x="97" y="237"/>
                </a:lnTo>
                <a:lnTo>
                  <a:pt x="98" y="237"/>
                </a:lnTo>
                <a:lnTo>
                  <a:pt x="98" y="236"/>
                </a:lnTo>
                <a:lnTo>
                  <a:pt x="98" y="235"/>
                </a:lnTo>
                <a:lnTo>
                  <a:pt x="97" y="235"/>
                </a:lnTo>
                <a:lnTo>
                  <a:pt x="96" y="235"/>
                </a:lnTo>
                <a:lnTo>
                  <a:pt x="96" y="234"/>
                </a:lnTo>
                <a:lnTo>
                  <a:pt x="95" y="234"/>
                </a:lnTo>
                <a:lnTo>
                  <a:pt x="95" y="233"/>
                </a:lnTo>
                <a:lnTo>
                  <a:pt x="95" y="232"/>
                </a:lnTo>
                <a:lnTo>
                  <a:pt x="95" y="231"/>
                </a:lnTo>
                <a:lnTo>
                  <a:pt x="94" y="231"/>
                </a:lnTo>
                <a:lnTo>
                  <a:pt x="93" y="230"/>
                </a:lnTo>
                <a:lnTo>
                  <a:pt x="92" y="229"/>
                </a:lnTo>
                <a:lnTo>
                  <a:pt x="91" y="228"/>
                </a:lnTo>
                <a:lnTo>
                  <a:pt x="90" y="228"/>
                </a:lnTo>
                <a:lnTo>
                  <a:pt x="90" y="227"/>
                </a:lnTo>
                <a:lnTo>
                  <a:pt x="88" y="226"/>
                </a:lnTo>
                <a:lnTo>
                  <a:pt x="88" y="225"/>
                </a:lnTo>
                <a:lnTo>
                  <a:pt x="87" y="225"/>
                </a:lnTo>
                <a:lnTo>
                  <a:pt x="87" y="224"/>
                </a:lnTo>
                <a:lnTo>
                  <a:pt x="86" y="224"/>
                </a:lnTo>
                <a:lnTo>
                  <a:pt x="86" y="223"/>
                </a:lnTo>
                <a:lnTo>
                  <a:pt x="86" y="222"/>
                </a:lnTo>
                <a:lnTo>
                  <a:pt x="85" y="222"/>
                </a:lnTo>
                <a:lnTo>
                  <a:pt x="85" y="221"/>
                </a:lnTo>
                <a:lnTo>
                  <a:pt x="85" y="220"/>
                </a:lnTo>
                <a:lnTo>
                  <a:pt x="84" y="220"/>
                </a:lnTo>
                <a:lnTo>
                  <a:pt x="84" y="219"/>
                </a:lnTo>
                <a:lnTo>
                  <a:pt x="84" y="218"/>
                </a:lnTo>
                <a:lnTo>
                  <a:pt x="83" y="218"/>
                </a:lnTo>
                <a:lnTo>
                  <a:pt x="83" y="217"/>
                </a:lnTo>
                <a:lnTo>
                  <a:pt x="82" y="215"/>
                </a:lnTo>
                <a:lnTo>
                  <a:pt x="81" y="215"/>
                </a:lnTo>
                <a:lnTo>
                  <a:pt x="81" y="214"/>
                </a:lnTo>
                <a:lnTo>
                  <a:pt x="81" y="213"/>
                </a:lnTo>
                <a:lnTo>
                  <a:pt x="80" y="213"/>
                </a:lnTo>
                <a:lnTo>
                  <a:pt x="79" y="213"/>
                </a:lnTo>
                <a:lnTo>
                  <a:pt x="79" y="212"/>
                </a:lnTo>
                <a:lnTo>
                  <a:pt x="79" y="211"/>
                </a:lnTo>
                <a:lnTo>
                  <a:pt x="79" y="210"/>
                </a:lnTo>
                <a:lnTo>
                  <a:pt x="80" y="210"/>
                </a:lnTo>
                <a:lnTo>
                  <a:pt x="79" y="209"/>
                </a:lnTo>
                <a:lnTo>
                  <a:pt x="79" y="208"/>
                </a:lnTo>
                <a:lnTo>
                  <a:pt x="78" y="204"/>
                </a:lnTo>
                <a:lnTo>
                  <a:pt x="78" y="203"/>
                </a:lnTo>
                <a:lnTo>
                  <a:pt x="78" y="202"/>
                </a:lnTo>
                <a:lnTo>
                  <a:pt x="79" y="202"/>
                </a:lnTo>
                <a:lnTo>
                  <a:pt x="78" y="201"/>
                </a:lnTo>
                <a:lnTo>
                  <a:pt x="77" y="201"/>
                </a:lnTo>
                <a:lnTo>
                  <a:pt x="77" y="200"/>
                </a:lnTo>
                <a:lnTo>
                  <a:pt x="76" y="200"/>
                </a:lnTo>
                <a:lnTo>
                  <a:pt x="75" y="199"/>
                </a:lnTo>
                <a:lnTo>
                  <a:pt x="74" y="198"/>
                </a:lnTo>
                <a:lnTo>
                  <a:pt x="73" y="198"/>
                </a:lnTo>
                <a:lnTo>
                  <a:pt x="72" y="198"/>
                </a:lnTo>
                <a:lnTo>
                  <a:pt x="71" y="198"/>
                </a:lnTo>
                <a:lnTo>
                  <a:pt x="71" y="197"/>
                </a:lnTo>
                <a:lnTo>
                  <a:pt x="70" y="197"/>
                </a:lnTo>
                <a:lnTo>
                  <a:pt x="70" y="196"/>
                </a:lnTo>
                <a:lnTo>
                  <a:pt x="69" y="197"/>
                </a:lnTo>
                <a:lnTo>
                  <a:pt x="68" y="197"/>
                </a:lnTo>
                <a:lnTo>
                  <a:pt x="68" y="196"/>
                </a:lnTo>
                <a:lnTo>
                  <a:pt x="68" y="195"/>
                </a:lnTo>
                <a:lnTo>
                  <a:pt x="68" y="196"/>
                </a:lnTo>
                <a:lnTo>
                  <a:pt x="67" y="196"/>
                </a:lnTo>
                <a:lnTo>
                  <a:pt x="66" y="196"/>
                </a:lnTo>
                <a:lnTo>
                  <a:pt x="66" y="195"/>
                </a:lnTo>
                <a:lnTo>
                  <a:pt x="65" y="195"/>
                </a:lnTo>
                <a:lnTo>
                  <a:pt x="66" y="194"/>
                </a:lnTo>
                <a:lnTo>
                  <a:pt x="65" y="194"/>
                </a:lnTo>
                <a:lnTo>
                  <a:pt x="64" y="194"/>
                </a:lnTo>
                <a:lnTo>
                  <a:pt x="64" y="193"/>
                </a:lnTo>
                <a:lnTo>
                  <a:pt x="63" y="193"/>
                </a:lnTo>
                <a:lnTo>
                  <a:pt x="62" y="193"/>
                </a:lnTo>
                <a:lnTo>
                  <a:pt x="62" y="192"/>
                </a:lnTo>
                <a:lnTo>
                  <a:pt x="61" y="191"/>
                </a:lnTo>
                <a:lnTo>
                  <a:pt x="61" y="190"/>
                </a:lnTo>
                <a:lnTo>
                  <a:pt x="60" y="191"/>
                </a:lnTo>
                <a:lnTo>
                  <a:pt x="59" y="190"/>
                </a:lnTo>
                <a:lnTo>
                  <a:pt x="58" y="189"/>
                </a:lnTo>
                <a:lnTo>
                  <a:pt x="57" y="189"/>
                </a:lnTo>
                <a:lnTo>
                  <a:pt x="56" y="188"/>
                </a:lnTo>
                <a:lnTo>
                  <a:pt x="55" y="189"/>
                </a:lnTo>
                <a:lnTo>
                  <a:pt x="55" y="188"/>
                </a:lnTo>
                <a:lnTo>
                  <a:pt x="54" y="188"/>
                </a:lnTo>
                <a:lnTo>
                  <a:pt x="53" y="187"/>
                </a:lnTo>
                <a:lnTo>
                  <a:pt x="52" y="187"/>
                </a:lnTo>
                <a:lnTo>
                  <a:pt x="51" y="187"/>
                </a:lnTo>
                <a:lnTo>
                  <a:pt x="50" y="187"/>
                </a:lnTo>
                <a:lnTo>
                  <a:pt x="50" y="186"/>
                </a:lnTo>
                <a:lnTo>
                  <a:pt x="50" y="187"/>
                </a:lnTo>
                <a:lnTo>
                  <a:pt x="48" y="187"/>
                </a:lnTo>
                <a:lnTo>
                  <a:pt x="47" y="186"/>
                </a:lnTo>
                <a:lnTo>
                  <a:pt x="46" y="186"/>
                </a:lnTo>
                <a:lnTo>
                  <a:pt x="45" y="186"/>
                </a:lnTo>
                <a:lnTo>
                  <a:pt x="44" y="185"/>
                </a:lnTo>
                <a:lnTo>
                  <a:pt x="43" y="185"/>
                </a:lnTo>
                <a:lnTo>
                  <a:pt x="42" y="185"/>
                </a:lnTo>
                <a:lnTo>
                  <a:pt x="42" y="186"/>
                </a:lnTo>
                <a:lnTo>
                  <a:pt x="41" y="185"/>
                </a:lnTo>
                <a:lnTo>
                  <a:pt x="41" y="184"/>
                </a:lnTo>
                <a:lnTo>
                  <a:pt x="41" y="183"/>
                </a:lnTo>
                <a:lnTo>
                  <a:pt x="40" y="183"/>
                </a:lnTo>
                <a:lnTo>
                  <a:pt x="40" y="184"/>
                </a:lnTo>
                <a:lnTo>
                  <a:pt x="39" y="183"/>
                </a:lnTo>
                <a:lnTo>
                  <a:pt x="39" y="184"/>
                </a:lnTo>
                <a:lnTo>
                  <a:pt x="38" y="184"/>
                </a:lnTo>
                <a:lnTo>
                  <a:pt x="38" y="183"/>
                </a:lnTo>
                <a:lnTo>
                  <a:pt x="37" y="182"/>
                </a:lnTo>
                <a:lnTo>
                  <a:pt x="36" y="182"/>
                </a:lnTo>
                <a:lnTo>
                  <a:pt x="35" y="183"/>
                </a:lnTo>
                <a:lnTo>
                  <a:pt x="34" y="183"/>
                </a:lnTo>
                <a:lnTo>
                  <a:pt x="34" y="182"/>
                </a:lnTo>
                <a:lnTo>
                  <a:pt x="33" y="182"/>
                </a:lnTo>
                <a:lnTo>
                  <a:pt x="32" y="182"/>
                </a:lnTo>
                <a:lnTo>
                  <a:pt x="32" y="181"/>
                </a:lnTo>
                <a:lnTo>
                  <a:pt x="31" y="181"/>
                </a:lnTo>
                <a:lnTo>
                  <a:pt x="30" y="181"/>
                </a:lnTo>
                <a:lnTo>
                  <a:pt x="29" y="180"/>
                </a:lnTo>
                <a:lnTo>
                  <a:pt x="29" y="179"/>
                </a:lnTo>
                <a:lnTo>
                  <a:pt x="28" y="179"/>
                </a:lnTo>
                <a:lnTo>
                  <a:pt x="27" y="179"/>
                </a:lnTo>
                <a:lnTo>
                  <a:pt x="27" y="178"/>
                </a:lnTo>
                <a:lnTo>
                  <a:pt x="26" y="178"/>
                </a:lnTo>
                <a:lnTo>
                  <a:pt x="25" y="178"/>
                </a:lnTo>
                <a:lnTo>
                  <a:pt x="25" y="177"/>
                </a:lnTo>
                <a:lnTo>
                  <a:pt x="24" y="177"/>
                </a:lnTo>
                <a:lnTo>
                  <a:pt x="24" y="176"/>
                </a:lnTo>
                <a:lnTo>
                  <a:pt x="24" y="175"/>
                </a:lnTo>
                <a:lnTo>
                  <a:pt x="24" y="174"/>
                </a:lnTo>
                <a:lnTo>
                  <a:pt x="23" y="174"/>
                </a:lnTo>
                <a:lnTo>
                  <a:pt x="22" y="174"/>
                </a:lnTo>
                <a:lnTo>
                  <a:pt x="21" y="174"/>
                </a:lnTo>
                <a:lnTo>
                  <a:pt x="21" y="173"/>
                </a:lnTo>
                <a:lnTo>
                  <a:pt x="20" y="173"/>
                </a:lnTo>
                <a:lnTo>
                  <a:pt x="19" y="173"/>
                </a:lnTo>
                <a:lnTo>
                  <a:pt x="18" y="173"/>
                </a:lnTo>
                <a:lnTo>
                  <a:pt x="17" y="173"/>
                </a:lnTo>
                <a:lnTo>
                  <a:pt x="17" y="172"/>
                </a:lnTo>
                <a:lnTo>
                  <a:pt x="17" y="171"/>
                </a:lnTo>
                <a:lnTo>
                  <a:pt x="16" y="171"/>
                </a:lnTo>
                <a:lnTo>
                  <a:pt x="16" y="172"/>
                </a:lnTo>
                <a:lnTo>
                  <a:pt x="15" y="171"/>
                </a:lnTo>
                <a:lnTo>
                  <a:pt x="15" y="170"/>
                </a:lnTo>
                <a:lnTo>
                  <a:pt x="14" y="170"/>
                </a:lnTo>
                <a:lnTo>
                  <a:pt x="13" y="170"/>
                </a:lnTo>
                <a:lnTo>
                  <a:pt x="12" y="170"/>
                </a:lnTo>
                <a:lnTo>
                  <a:pt x="12" y="169"/>
                </a:lnTo>
                <a:lnTo>
                  <a:pt x="11" y="169"/>
                </a:lnTo>
                <a:lnTo>
                  <a:pt x="11" y="168"/>
                </a:lnTo>
                <a:lnTo>
                  <a:pt x="10" y="168"/>
                </a:lnTo>
                <a:lnTo>
                  <a:pt x="10" y="167"/>
                </a:lnTo>
                <a:lnTo>
                  <a:pt x="9" y="166"/>
                </a:lnTo>
                <a:lnTo>
                  <a:pt x="8" y="165"/>
                </a:lnTo>
                <a:lnTo>
                  <a:pt x="7" y="165"/>
                </a:lnTo>
                <a:lnTo>
                  <a:pt x="7" y="164"/>
                </a:lnTo>
                <a:lnTo>
                  <a:pt x="7" y="163"/>
                </a:lnTo>
                <a:lnTo>
                  <a:pt x="7" y="162"/>
                </a:lnTo>
                <a:lnTo>
                  <a:pt x="6" y="162"/>
                </a:lnTo>
                <a:lnTo>
                  <a:pt x="6" y="161"/>
                </a:lnTo>
                <a:lnTo>
                  <a:pt x="5" y="159"/>
                </a:lnTo>
                <a:lnTo>
                  <a:pt x="5" y="158"/>
                </a:lnTo>
                <a:lnTo>
                  <a:pt x="4" y="158"/>
                </a:lnTo>
                <a:lnTo>
                  <a:pt x="4" y="157"/>
                </a:lnTo>
                <a:lnTo>
                  <a:pt x="3" y="157"/>
                </a:lnTo>
                <a:lnTo>
                  <a:pt x="3" y="156"/>
                </a:lnTo>
                <a:lnTo>
                  <a:pt x="3" y="155"/>
                </a:lnTo>
                <a:lnTo>
                  <a:pt x="3" y="154"/>
                </a:lnTo>
                <a:lnTo>
                  <a:pt x="3" y="153"/>
                </a:lnTo>
                <a:lnTo>
                  <a:pt x="3" y="152"/>
                </a:lnTo>
                <a:lnTo>
                  <a:pt x="4" y="152"/>
                </a:lnTo>
                <a:lnTo>
                  <a:pt x="4" y="151"/>
                </a:lnTo>
                <a:lnTo>
                  <a:pt x="4" y="150"/>
                </a:lnTo>
                <a:lnTo>
                  <a:pt x="3" y="149"/>
                </a:lnTo>
                <a:lnTo>
                  <a:pt x="4" y="149"/>
                </a:lnTo>
                <a:lnTo>
                  <a:pt x="4" y="148"/>
                </a:lnTo>
                <a:lnTo>
                  <a:pt x="3" y="148"/>
                </a:lnTo>
                <a:lnTo>
                  <a:pt x="2" y="147"/>
                </a:lnTo>
                <a:lnTo>
                  <a:pt x="3" y="147"/>
                </a:lnTo>
                <a:lnTo>
                  <a:pt x="3" y="146"/>
                </a:lnTo>
                <a:lnTo>
                  <a:pt x="1" y="146"/>
                </a:lnTo>
                <a:lnTo>
                  <a:pt x="0" y="145"/>
                </a:lnTo>
                <a:lnTo>
                  <a:pt x="0" y="144"/>
                </a:lnTo>
                <a:lnTo>
                  <a:pt x="1" y="144"/>
                </a:lnTo>
                <a:lnTo>
                  <a:pt x="1" y="143"/>
                </a:lnTo>
                <a:lnTo>
                  <a:pt x="1" y="142"/>
                </a:lnTo>
                <a:lnTo>
                  <a:pt x="2" y="142"/>
                </a:lnTo>
                <a:lnTo>
                  <a:pt x="1" y="141"/>
                </a:lnTo>
                <a:lnTo>
                  <a:pt x="1" y="140"/>
                </a:lnTo>
                <a:lnTo>
                  <a:pt x="2" y="139"/>
                </a:lnTo>
                <a:lnTo>
                  <a:pt x="3" y="139"/>
                </a:lnTo>
                <a:lnTo>
                  <a:pt x="4" y="139"/>
                </a:lnTo>
                <a:lnTo>
                  <a:pt x="4" y="138"/>
                </a:lnTo>
                <a:lnTo>
                  <a:pt x="5" y="138"/>
                </a:lnTo>
                <a:lnTo>
                  <a:pt x="5" y="139"/>
                </a:lnTo>
                <a:lnTo>
                  <a:pt x="5" y="138"/>
                </a:lnTo>
                <a:lnTo>
                  <a:pt x="6" y="138"/>
                </a:lnTo>
                <a:lnTo>
                  <a:pt x="6" y="137"/>
                </a:lnTo>
                <a:lnTo>
                  <a:pt x="7" y="137"/>
                </a:lnTo>
                <a:lnTo>
                  <a:pt x="8" y="137"/>
                </a:lnTo>
                <a:lnTo>
                  <a:pt x="9" y="137"/>
                </a:lnTo>
                <a:lnTo>
                  <a:pt x="10" y="137"/>
                </a:lnTo>
                <a:lnTo>
                  <a:pt x="11" y="137"/>
                </a:lnTo>
                <a:lnTo>
                  <a:pt x="12" y="136"/>
                </a:lnTo>
                <a:lnTo>
                  <a:pt x="13" y="137"/>
                </a:lnTo>
                <a:lnTo>
                  <a:pt x="14" y="137"/>
                </a:lnTo>
                <a:lnTo>
                  <a:pt x="14" y="136"/>
                </a:lnTo>
                <a:lnTo>
                  <a:pt x="15" y="136"/>
                </a:lnTo>
                <a:lnTo>
                  <a:pt x="16" y="136"/>
                </a:lnTo>
                <a:lnTo>
                  <a:pt x="16" y="135"/>
                </a:lnTo>
                <a:lnTo>
                  <a:pt x="15" y="135"/>
                </a:lnTo>
                <a:lnTo>
                  <a:pt x="14" y="133"/>
                </a:lnTo>
                <a:lnTo>
                  <a:pt x="14" y="132"/>
                </a:lnTo>
                <a:lnTo>
                  <a:pt x="15" y="132"/>
                </a:lnTo>
                <a:lnTo>
                  <a:pt x="16" y="132"/>
                </a:lnTo>
                <a:lnTo>
                  <a:pt x="16" y="131"/>
                </a:lnTo>
                <a:lnTo>
                  <a:pt x="17" y="131"/>
                </a:lnTo>
                <a:lnTo>
                  <a:pt x="18" y="131"/>
                </a:lnTo>
                <a:lnTo>
                  <a:pt x="18" y="130"/>
                </a:lnTo>
                <a:lnTo>
                  <a:pt x="17" y="130"/>
                </a:lnTo>
                <a:lnTo>
                  <a:pt x="17" y="129"/>
                </a:lnTo>
                <a:lnTo>
                  <a:pt x="17" y="128"/>
                </a:lnTo>
                <a:lnTo>
                  <a:pt x="16" y="127"/>
                </a:lnTo>
                <a:lnTo>
                  <a:pt x="15" y="125"/>
                </a:lnTo>
                <a:lnTo>
                  <a:pt x="14" y="125"/>
                </a:lnTo>
                <a:lnTo>
                  <a:pt x="14" y="124"/>
                </a:lnTo>
                <a:lnTo>
                  <a:pt x="13" y="124"/>
                </a:lnTo>
                <a:lnTo>
                  <a:pt x="12" y="123"/>
                </a:lnTo>
                <a:lnTo>
                  <a:pt x="13" y="123"/>
                </a:lnTo>
                <a:lnTo>
                  <a:pt x="13" y="122"/>
                </a:lnTo>
                <a:lnTo>
                  <a:pt x="13" y="121"/>
                </a:lnTo>
                <a:lnTo>
                  <a:pt x="14" y="120"/>
                </a:lnTo>
                <a:lnTo>
                  <a:pt x="13" y="120"/>
                </a:lnTo>
                <a:lnTo>
                  <a:pt x="13" y="119"/>
                </a:lnTo>
                <a:lnTo>
                  <a:pt x="13" y="118"/>
                </a:lnTo>
                <a:lnTo>
                  <a:pt x="13" y="117"/>
                </a:lnTo>
                <a:lnTo>
                  <a:pt x="14" y="117"/>
                </a:lnTo>
                <a:lnTo>
                  <a:pt x="15" y="117"/>
                </a:lnTo>
                <a:lnTo>
                  <a:pt x="15" y="116"/>
                </a:lnTo>
                <a:lnTo>
                  <a:pt x="15" y="115"/>
                </a:lnTo>
                <a:lnTo>
                  <a:pt x="16" y="115"/>
                </a:lnTo>
                <a:lnTo>
                  <a:pt x="16" y="114"/>
                </a:lnTo>
                <a:lnTo>
                  <a:pt x="17" y="113"/>
                </a:lnTo>
                <a:lnTo>
                  <a:pt x="18" y="113"/>
                </a:lnTo>
                <a:lnTo>
                  <a:pt x="18" y="114"/>
                </a:lnTo>
                <a:lnTo>
                  <a:pt x="18" y="113"/>
                </a:lnTo>
                <a:lnTo>
                  <a:pt x="19" y="113"/>
                </a:lnTo>
                <a:lnTo>
                  <a:pt x="20" y="112"/>
                </a:lnTo>
                <a:lnTo>
                  <a:pt x="21" y="112"/>
                </a:lnTo>
                <a:lnTo>
                  <a:pt x="21" y="111"/>
                </a:lnTo>
                <a:lnTo>
                  <a:pt x="22" y="110"/>
                </a:lnTo>
                <a:lnTo>
                  <a:pt x="22" y="109"/>
                </a:lnTo>
                <a:lnTo>
                  <a:pt x="23" y="108"/>
                </a:lnTo>
                <a:lnTo>
                  <a:pt x="24" y="107"/>
                </a:lnTo>
                <a:lnTo>
                  <a:pt x="24" y="106"/>
                </a:lnTo>
                <a:lnTo>
                  <a:pt x="23" y="106"/>
                </a:lnTo>
                <a:lnTo>
                  <a:pt x="23" y="105"/>
                </a:lnTo>
                <a:lnTo>
                  <a:pt x="24" y="105"/>
                </a:lnTo>
                <a:lnTo>
                  <a:pt x="24" y="104"/>
                </a:lnTo>
                <a:lnTo>
                  <a:pt x="24" y="103"/>
                </a:lnTo>
                <a:lnTo>
                  <a:pt x="24" y="102"/>
                </a:lnTo>
                <a:lnTo>
                  <a:pt x="25" y="101"/>
                </a:lnTo>
                <a:lnTo>
                  <a:pt x="24" y="100"/>
                </a:lnTo>
                <a:lnTo>
                  <a:pt x="25" y="100"/>
                </a:lnTo>
                <a:lnTo>
                  <a:pt x="26" y="99"/>
                </a:lnTo>
                <a:lnTo>
                  <a:pt x="27" y="99"/>
                </a:lnTo>
                <a:lnTo>
                  <a:pt x="29" y="100"/>
                </a:lnTo>
                <a:lnTo>
                  <a:pt x="29" y="99"/>
                </a:lnTo>
                <a:lnTo>
                  <a:pt x="30" y="99"/>
                </a:lnTo>
                <a:lnTo>
                  <a:pt x="29" y="98"/>
                </a:lnTo>
                <a:lnTo>
                  <a:pt x="30" y="98"/>
                </a:lnTo>
                <a:lnTo>
                  <a:pt x="30" y="97"/>
                </a:lnTo>
                <a:lnTo>
                  <a:pt x="31" y="97"/>
                </a:lnTo>
                <a:lnTo>
                  <a:pt x="31" y="98"/>
                </a:lnTo>
                <a:lnTo>
                  <a:pt x="32" y="98"/>
                </a:lnTo>
                <a:lnTo>
                  <a:pt x="32" y="97"/>
                </a:lnTo>
                <a:lnTo>
                  <a:pt x="33" y="96"/>
                </a:lnTo>
                <a:lnTo>
                  <a:pt x="34" y="95"/>
                </a:lnTo>
                <a:lnTo>
                  <a:pt x="35" y="95"/>
                </a:lnTo>
                <a:lnTo>
                  <a:pt x="35" y="94"/>
                </a:lnTo>
                <a:lnTo>
                  <a:pt x="36" y="94"/>
                </a:lnTo>
                <a:lnTo>
                  <a:pt x="36" y="93"/>
                </a:lnTo>
                <a:lnTo>
                  <a:pt x="37" y="93"/>
                </a:lnTo>
                <a:lnTo>
                  <a:pt x="37" y="92"/>
                </a:lnTo>
                <a:lnTo>
                  <a:pt x="36" y="92"/>
                </a:lnTo>
                <a:lnTo>
                  <a:pt x="35" y="92"/>
                </a:lnTo>
                <a:lnTo>
                  <a:pt x="34" y="92"/>
                </a:lnTo>
                <a:lnTo>
                  <a:pt x="34" y="91"/>
                </a:lnTo>
                <a:lnTo>
                  <a:pt x="33" y="91"/>
                </a:lnTo>
                <a:lnTo>
                  <a:pt x="32" y="90"/>
                </a:lnTo>
                <a:lnTo>
                  <a:pt x="31" y="90"/>
                </a:lnTo>
                <a:lnTo>
                  <a:pt x="30" y="90"/>
                </a:lnTo>
                <a:lnTo>
                  <a:pt x="29" y="90"/>
                </a:lnTo>
                <a:lnTo>
                  <a:pt x="29" y="89"/>
                </a:lnTo>
                <a:lnTo>
                  <a:pt x="27" y="89"/>
                </a:lnTo>
                <a:lnTo>
                  <a:pt x="27" y="88"/>
                </a:lnTo>
                <a:lnTo>
                  <a:pt x="26" y="88"/>
                </a:lnTo>
                <a:lnTo>
                  <a:pt x="25" y="87"/>
                </a:lnTo>
                <a:lnTo>
                  <a:pt x="24" y="87"/>
                </a:lnTo>
                <a:lnTo>
                  <a:pt x="24" y="88"/>
                </a:lnTo>
                <a:lnTo>
                  <a:pt x="23" y="88"/>
                </a:lnTo>
                <a:lnTo>
                  <a:pt x="22" y="87"/>
                </a:lnTo>
                <a:lnTo>
                  <a:pt x="21" y="87"/>
                </a:lnTo>
                <a:lnTo>
                  <a:pt x="21" y="86"/>
                </a:lnTo>
                <a:lnTo>
                  <a:pt x="20" y="87"/>
                </a:lnTo>
                <a:lnTo>
                  <a:pt x="19" y="87"/>
                </a:lnTo>
                <a:lnTo>
                  <a:pt x="18" y="87"/>
                </a:lnTo>
                <a:lnTo>
                  <a:pt x="18" y="86"/>
                </a:lnTo>
                <a:lnTo>
                  <a:pt x="18" y="85"/>
                </a:lnTo>
                <a:lnTo>
                  <a:pt x="18" y="84"/>
                </a:lnTo>
                <a:lnTo>
                  <a:pt x="17" y="84"/>
                </a:lnTo>
                <a:lnTo>
                  <a:pt x="17" y="83"/>
                </a:lnTo>
                <a:lnTo>
                  <a:pt x="16" y="83"/>
                </a:lnTo>
                <a:lnTo>
                  <a:pt x="16" y="82"/>
                </a:lnTo>
                <a:lnTo>
                  <a:pt x="15" y="82"/>
                </a:lnTo>
                <a:lnTo>
                  <a:pt x="15" y="81"/>
                </a:lnTo>
                <a:lnTo>
                  <a:pt x="15" y="80"/>
                </a:lnTo>
                <a:lnTo>
                  <a:pt x="15" y="79"/>
                </a:lnTo>
                <a:lnTo>
                  <a:pt x="16" y="78"/>
                </a:lnTo>
                <a:lnTo>
                  <a:pt x="16" y="77"/>
                </a:lnTo>
                <a:lnTo>
                  <a:pt x="16" y="76"/>
                </a:lnTo>
                <a:lnTo>
                  <a:pt x="16" y="75"/>
                </a:lnTo>
                <a:lnTo>
                  <a:pt x="15" y="75"/>
                </a:lnTo>
                <a:lnTo>
                  <a:pt x="14" y="75"/>
                </a:lnTo>
                <a:lnTo>
                  <a:pt x="13" y="75"/>
                </a:lnTo>
                <a:lnTo>
                  <a:pt x="13" y="74"/>
                </a:lnTo>
                <a:lnTo>
                  <a:pt x="12" y="74"/>
                </a:lnTo>
                <a:lnTo>
                  <a:pt x="11" y="74"/>
                </a:lnTo>
                <a:lnTo>
                  <a:pt x="11" y="75"/>
                </a:lnTo>
                <a:lnTo>
                  <a:pt x="10" y="75"/>
                </a:lnTo>
                <a:lnTo>
                  <a:pt x="9" y="74"/>
                </a:lnTo>
                <a:lnTo>
                  <a:pt x="8" y="73"/>
                </a:lnTo>
                <a:lnTo>
                  <a:pt x="7" y="73"/>
                </a:lnTo>
                <a:lnTo>
                  <a:pt x="6" y="72"/>
                </a:lnTo>
                <a:lnTo>
                  <a:pt x="5" y="71"/>
                </a:lnTo>
                <a:lnTo>
                  <a:pt x="5" y="70"/>
                </a:lnTo>
                <a:lnTo>
                  <a:pt x="6" y="70"/>
                </a:lnTo>
                <a:lnTo>
                  <a:pt x="6" y="69"/>
                </a:lnTo>
                <a:lnTo>
                  <a:pt x="7" y="68"/>
                </a:lnTo>
                <a:lnTo>
                  <a:pt x="7" y="67"/>
                </a:lnTo>
                <a:lnTo>
                  <a:pt x="7" y="66"/>
                </a:lnTo>
                <a:lnTo>
                  <a:pt x="7" y="65"/>
                </a:lnTo>
                <a:lnTo>
                  <a:pt x="8" y="65"/>
                </a:lnTo>
                <a:lnTo>
                  <a:pt x="7" y="63"/>
                </a:lnTo>
                <a:lnTo>
                  <a:pt x="7" y="62"/>
                </a:lnTo>
                <a:lnTo>
                  <a:pt x="7" y="61"/>
                </a:lnTo>
                <a:lnTo>
                  <a:pt x="7" y="60"/>
                </a:lnTo>
                <a:lnTo>
                  <a:pt x="6" y="60"/>
                </a:lnTo>
                <a:lnTo>
                  <a:pt x="6" y="59"/>
                </a:lnTo>
                <a:lnTo>
                  <a:pt x="6" y="58"/>
                </a:lnTo>
                <a:lnTo>
                  <a:pt x="7" y="58"/>
                </a:lnTo>
                <a:lnTo>
                  <a:pt x="7" y="57"/>
                </a:lnTo>
                <a:lnTo>
                  <a:pt x="6" y="56"/>
                </a:lnTo>
                <a:lnTo>
                  <a:pt x="6" y="55"/>
                </a:lnTo>
                <a:lnTo>
                  <a:pt x="5" y="55"/>
                </a:lnTo>
                <a:lnTo>
                  <a:pt x="5" y="53"/>
                </a:lnTo>
                <a:lnTo>
                  <a:pt x="5" y="52"/>
                </a:lnTo>
                <a:lnTo>
                  <a:pt x="3" y="52"/>
                </a:lnTo>
                <a:lnTo>
                  <a:pt x="3" y="51"/>
                </a:lnTo>
                <a:lnTo>
                  <a:pt x="2" y="51"/>
                </a:lnTo>
                <a:lnTo>
                  <a:pt x="2" y="50"/>
                </a:lnTo>
                <a:lnTo>
                  <a:pt x="2" y="49"/>
                </a:lnTo>
                <a:lnTo>
                  <a:pt x="2" y="48"/>
                </a:lnTo>
                <a:lnTo>
                  <a:pt x="3" y="48"/>
                </a:lnTo>
                <a:lnTo>
                  <a:pt x="4" y="48"/>
                </a:lnTo>
                <a:lnTo>
                  <a:pt x="5" y="48"/>
                </a:lnTo>
                <a:lnTo>
                  <a:pt x="5" y="47"/>
                </a:lnTo>
                <a:lnTo>
                  <a:pt x="4" y="47"/>
                </a:lnTo>
                <a:lnTo>
                  <a:pt x="4" y="46"/>
                </a:lnTo>
                <a:lnTo>
                  <a:pt x="4" y="45"/>
                </a:lnTo>
                <a:lnTo>
                  <a:pt x="4" y="44"/>
                </a:lnTo>
                <a:lnTo>
                  <a:pt x="4" y="43"/>
                </a:lnTo>
                <a:lnTo>
                  <a:pt x="4" y="44"/>
                </a:lnTo>
                <a:lnTo>
                  <a:pt x="5" y="44"/>
                </a:lnTo>
                <a:lnTo>
                  <a:pt x="6" y="44"/>
                </a:lnTo>
                <a:lnTo>
                  <a:pt x="7" y="44"/>
                </a:lnTo>
                <a:lnTo>
                  <a:pt x="8" y="44"/>
                </a:lnTo>
                <a:lnTo>
                  <a:pt x="9" y="44"/>
                </a:lnTo>
                <a:lnTo>
                  <a:pt x="10" y="44"/>
                </a:lnTo>
                <a:lnTo>
                  <a:pt x="10" y="43"/>
                </a:lnTo>
                <a:lnTo>
                  <a:pt x="10" y="42"/>
                </a:lnTo>
                <a:lnTo>
                  <a:pt x="11" y="42"/>
                </a:lnTo>
                <a:lnTo>
                  <a:pt x="12" y="42"/>
                </a:lnTo>
                <a:lnTo>
                  <a:pt x="12" y="43"/>
                </a:lnTo>
                <a:lnTo>
                  <a:pt x="12" y="42"/>
                </a:lnTo>
                <a:lnTo>
                  <a:pt x="13" y="42"/>
                </a:lnTo>
                <a:lnTo>
                  <a:pt x="14" y="42"/>
                </a:lnTo>
                <a:lnTo>
                  <a:pt x="14" y="41"/>
                </a:lnTo>
                <a:lnTo>
                  <a:pt x="15" y="41"/>
                </a:lnTo>
                <a:lnTo>
                  <a:pt x="15" y="42"/>
                </a:lnTo>
                <a:lnTo>
                  <a:pt x="16" y="42"/>
                </a:lnTo>
                <a:lnTo>
                  <a:pt x="17" y="42"/>
                </a:lnTo>
                <a:lnTo>
                  <a:pt x="17" y="41"/>
                </a:lnTo>
                <a:lnTo>
                  <a:pt x="18" y="41"/>
                </a:lnTo>
                <a:lnTo>
                  <a:pt x="19" y="41"/>
                </a:lnTo>
                <a:lnTo>
                  <a:pt x="20" y="40"/>
                </a:lnTo>
                <a:lnTo>
                  <a:pt x="21" y="40"/>
                </a:lnTo>
                <a:lnTo>
                  <a:pt x="22" y="40"/>
                </a:lnTo>
                <a:lnTo>
                  <a:pt x="22" y="39"/>
                </a:lnTo>
                <a:lnTo>
                  <a:pt x="23" y="39"/>
                </a:lnTo>
                <a:lnTo>
                  <a:pt x="24" y="39"/>
                </a:lnTo>
                <a:lnTo>
                  <a:pt x="24" y="40"/>
                </a:lnTo>
                <a:lnTo>
                  <a:pt x="25" y="40"/>
                </a:lnTo>
                <a:lnTo>
                  <a:pt x="26" y="40"/>
                </a:lnTo>
                <a:lnTo>
                  <a:pt x="27" y="40"/>
                </a:lnTo>
                <a:lnTo>
                  <a:pt x="27" y="39"/>
                </a:lnTo>
                <a:lnTo>
                  <a:pt x="27" y="38"/>
                </a:lnTo>
                <a:lnTo>
                  <a:pt x="27" y="37"/>
                </a:lnTo>
                <a:lnTo>
                  <a:pt x="27" y="38"/>
                </a:lnTo>
                <a:lnTo>
                  <a:pt x="28" y="38"/>
                </a:lnTo>
                <a:lnTo>
                  <a:pt x="28" y="37"/>
                </a:lnTo>
                <a:lnTo>
                  <a:pt x="28" y="36"/>
                </a:lnTo>
                <a:lnTo>
                  <a:pt x="28" y="35"/>
                </a:lnTo>
                <a:lnTo>
                  <a:pt x="28" y="34"/>
                </a:lnTo>
                <a:lnTo>
                  <a:pt x="28" y="33"/>
                </a:lnTo>
                <a:lnTo>
                  <a:pt x="28" y="32"/>
                </a:lnTo>
                <a:lnTo>
                  <a:pt x="28" y="31"/>
                </a:lnTo>
                <a:lnTo>
                  <a:pt x="29" y="31"/>
                </a:lnTo>
                <a:lnTo>
                  <a:pt x="31" y="30"/>
                </a:lnTo>
                <a:lnTo>
                  <a:pt x="31" y="29"/>
                </a:lnTo>
                <a:lnTo>
                  <a:pt x="32" y="29"/>
                </a:lnTo>
                <a:lnTo>
                  <a:pt x="32" y="28"/>
                </a:lnTo>
                <a:lnTo>
                  <a:pt x="32" y="26"/>
                </a:lnTo>
                <a:lnTo>
                  <a:pt x="31" y="25"/>
                </a:lnTo>
                <a:lnTo>
                  <a:pt x="31" y="24"/>
                </a:lnTo>
                <a:lnTo>
                  <a:pt x="30" y="24"/>
                </a:lnTo>
                <a:lnTo>
                  <a:pt x="30" y="23"/>
                </a:lnTo>
                <a:lnTo>
                  <a:pt x="30" y="22"/>
                </a:lnTo>
                <a:lnTo>
                  <a:pt x="29" y="21"/>
                </a:lnTo>
                <a:lnTo>
                  <a:pt x="28" y="21"/>
                </a:lnTo>
                <a:lnTo>
                  <a:pt x="28" y="20"/>
                </a:lnTo>
                <a:lnTo>
                  <a:pt x="29" y="19"/>
                </a:lnTo>
                <a:lnTo>
                  <a:pt x="30" y="19"/>
                </a:lnTo>
                <a:lnTo>
                  <a:pt x="31" y="19"/>
                </a:lnTo>
                <a:lnTo>
                  <a:pt x="32" y="18"/>
                </a:lnTo>
                <a:lnTo>
                  <a:pt x="33" y="18"/>
                </a:lnTo>
                <a:lnTo>
                  <a:pt x="35" y="17"/>
                </a:lnTo>
                <a:lnTo>
                  <a:pt x="36" y="16"/>
                </a:lnTo>
                <a:lnTo>
                  <a:pt x="38" y="16"/>
                </a:lnTo>
                <a:lnTo>
                  <a:pt x="39" y="15"/>
                </a:lnTo>
                <a:lnTo>
                  <a:pt x="40" y="15"/>
                </a:lnTo>
                <a:lnTo>
                  <a:pt x="40" y="14"/>
                </a:lnTo>
                <a:lnTo>
                  <a:pt x="40" y="12"/>
                </a:lnTo>
                <a:lnTo>
                  <a:pt x="41" y="12"/>
                </a:lnTo>
                <a:lnTo>
                  <a:pt x="42" y="11"/>
                </a:lnTo>
                <a:lnTo>
                  <a:pt x="43" y="11"/>
                </a:lnTo>
                <a:lnTo>
                  <a:pt x="45" y="11"/>
                </a:lnTo>
                <a:lnTo>
                  <a:pt x="47" y="11"/>
                </a:lnTo>
                <a:lnTo>
                  <a:pt x="48" y="11"/>
                </a:lnTo>
                <a:lnTo>
                  <a:pt x="49" y="11"/>
                </a:lnTo>
                <a:lnTo>
                  <a:pt x="50" y="11"/>
                </a:lnTo>
                <a:lnTo>
                  <a:pt x="53" y="12"/>
                </a:lnTo>
                <a:lnTo>
                  <a:pt x="54" y="12"/>
                </a:lnTo>
                <a:lnTo>
                  <a:pt x="55" y="13"/>
                </a:lnTo>
                <a:lnTo>
                  <a:pt x="56" y="14"/>
                </a:lnTo>
                <a:lnTo>
                  <a:pt x="57" y="15"/>
                </a:lnTo>
                <a:lnTo>
                  <a:pt x="58" y="16"/>
                </a:lnTo>
                <a:lnTo>
                  <a:pt x="59" y="16"/>
                </a:lnTo>
                <a:lnTo>
                  <a:pt x="59" y="17"/>
                </a:lnTo>
                <a:lnTo>
                  <a:pt x="60" y="17"/>
                </a:lnTo>
                <a:lnTo>
                  <a:pt x="61" y="19"/>
                </a:lnTo>
                <a:lnTo>
                  <a:pt x="62" y="20"/>
                </a:lnTo>
                <a:lnTo>
                  <a:pt x="63" y="20"/>
                </a:lnTo>
                <a:lnTo>
                  <a:pt x="64" y="20"/>
                </a:lnTo>
                <a:lnTo>
                  <a:pt x="65" y="20"/>
                </a:lnTo>
                <a:lnTo>
                  <a:pt x="66" y="20"/>
                </a:lnTo>
                <a:lnTo>
                  <a:pt x="66" y="19"/>
                </a:lnTo>
                <a:lnTo>
                  <a:pt x="67" y="19"/>
                </a:lnTo>
                <a:lnTo>
                  <a:pt x="68" y="20"/>
                </a:lnTo>
                <a:lnTo>
                  <a:pt x="69" y="20"/>
                </a:lnTo>
                <a:lnTo>
                  <a:pt x="70" y="21"/>
                </a:lnTo>
                <a:lnTo>
                  <a:pt x="71" y="21"/>
                </a:lnTo>
                <a:lnTo>
                  <a:pt x="72" y="21"/>
                </a:lnTo>
                <a:lnTo>
                  <a:pt x="73" y="21"/>
                </a:lnTo>
                <a:lnTo>
                  <a:pt x="74" y="22"/>
                </a:lnTo>
                <a:lnTo>
                  <a:pt x="76" y="23"/>
                </a:lnTo>
                <a:lnTo>
                  <a:pt x="77" y="23"/>
                </a:lnTo>
                <a:lnTo>
                  <a:pt x="77" y="24"/>
                </a:lnTo>
                <a:lnTo>
                  <a:pt x="78" y="24"/>
                </a:lnTo>
                <a:lnTo>
                  <a:pt x="79" y="24"/>
                </a:lnTo>
                <a:lnTo>
                  <a:pt x="79" y="23"/>
                </a:lnTo>
                <a:lnTo>
                  <a:pt x="80" y="24"/>
                </a:lnTo>
                <a:lnTo>
                  <a:pt x="82" y="24"/>
                </a:lnTo>
                <a:lnTo>
                  <a:pt x="83" y="23"/>
                </a:lnTo>
                <a:lnTo>
                  <a:pt x="84" y="23"/>
                </a:lnTo>
                <a:lnTo>
                  <a:pt x="87" y="23"/>
                </a:lnTo>
                <a:lnTo>
                  <a:pt x="88" y="23"/>
                </a:lnTo>
                <a:lnTo>
                  <a:pt x="88" y="22"/>
                </a:lnTo>
                <a:lnTo>
                  <a:pt x="90" y="22"/>
                </a:lnTo>
                <a:lnTo>
                  <a:pt x="91" y="23"/>
                </a:lnTo>
                <a:lnTo>
                  <a:pt x="92" y="23"/>
                </a:lnTo>
                <a:lnTo>
                  <a:pt x="95" y="23"/>
                </a:lnTo>
                <a:lnTo>
                  <a:pt x="95" y="24"/>
                </a:lnTo>
                <a:lnTo>
                  <a:pt x="95" y="25"/>
                </a:lnTo>
                <a:lnTo>
                  <a:pt x="94" y="26"/>
                </a:lnTo>
                <a:lnTo>
                  <a:pt x="94" y="27"/>
                </a:lnTo>
                <a:lnTo>
                  <a:pt x="95" y="27"/>
                </a:lnTo>
                <a:lnTo>
                  <a:pt x="96" y="28"/>
                </a:lnTo>
                <a:lnTo>
                  <a:pt x="97" y="28"/>
                </a:lnTo>
                <a:lnTo>
                  <a:pt x="97" y="29"/>
                </a:lnTo>
                <a:lnTo>
                  <a:pt x="98" y="30"/>
                </a:lnTo>
                <a:lnTo>
                  <a:pt x="98" y="31"/>
                </a:lnTo>
                <a:lnTo>
                  <a:pt x="99" y="31"/>
                </a:lnTo>
                <a:lnTo>
                  <a:pt x="98" y="31"/>
                </a:lnTo>
                <a:lnTo>
                  <a:pt x="98" y="32"/>
                </a:lnTo>
                <a:lnTo>
                  <a:pt x="98" y="33"/>
                </a:lnTo>
                <a:lnTo>
                  <a:pt x="99" y="34"/>
                </a:lnTo>
                <a:lnTo>
                  <a:pt x="98" y="35"/>
                </a:lnTo>
                <a:lnTo>
                  <a:pt x="98" y="36"/>
                </a:lnTo>
                <a:lnTo>
                  <a:pt x="97" y="36"/>
                </a:lnTo>
                <a:lnTo>
                  <a:pt x="96" y="37"/>
                </a:lnTo>
                <a:lnTo>
                  <a:pt x="96" y="38"/>
                </a:lnTo>
                <a:lnTo>
                  <a:pt x="95" y="38"/>
                </a:lnTo>
                <a:lnTo>
                  <a:pt x="95" y="40"/>
                </a:lnTo>
                <a:lnTo>
                  <a:pt x="96" y="40"/>
                </a:lnTo>
                <a:lnTo>
                  <a:pt x="97" y="40"/>
                </a:lnTo>
                <a:lnTo>
                  <a:pt x="97" y="41"/>
                </a:lnTo>
                <a:lnTo>
                  <a:pt x="97" y="42"/>
                </a:lnTo>
                <a:lnTo>
                  <a:pt x="98" y="42"/>
                </a:lnTo>
                <a:lnTo>
                  <a:pt x="98" y="43"/>
                </a:lnTo>
                <a:lnTo>
                  <a:pt x="97" y="43"/>
                </a:lnTo>
                <a:lnTo>
                  <a:pt x="96" y="44"/>
                </a:lnTo>
                <a:lnTo>
                  <a:pt x="96" y="45"/>
                </a:lnTo>
                <a:lnTo>
                  <a:pt x="96" y="46"/>
                </a:lnTo>
                <a:lnTo>
                  <a:pt x="97" y="47"/>
                </a:lnTo>
                <a:lnTo>
                  <a:pt x="98" y="48"/>
                </a:lnTo>
                <a:lnTo>
                  <a:pt x="99" y="48"/>
                </a:lnTo>
                <a:lnTo>
                  <a:pt x="100" y="48"/>
                </a:lnTo>
                <a:lnTo>
                  <a:pt x="100" y="47"/>
                </a:lnTo>
                <a:lnTo>
                  <a:pt x="101" y="48"/>
                </a:lnTo>
                <a:lnTo>
                  <a:pt x="102" y="49"/>
                </a:lnTo>
                <a:lnTo>
                  <a:pt x="102" y="50"/>
                </a:lnTo>
                <a:lnTo>
                  <a:pt x="102" y="51"/>
                </a:lnTo>
                <a:lnTo>
                  <a:pt x="102" y="52"/>
                </a:lnTo>
                <a:lnTo>
                  <a:pt x="103" y="52"/>
                </a:lnTo>
                <a:lnTo>
                  <a:pt x="103" y="53"/>
                </a:lnTo>
                <a:lnTo>
                  <a:pt x="103" y="54"/>
                </a:lnTo>
                <a:lnTo>
                  <a:pt x="103" y="55"/>
                </a:lnTo>
                <a:lnTo>
                  <a:pt x="103" y="56"/>
                </a:lnTo>
                <a:lnTo>
                  <a:pt x="104" y="56"/>
                </a:lnTo>
                <a:lnTo>
                  <a:pt x="105" y="55"/>
                </a:lnTo>
                <a:lnTo>
                  <a:pt x="106" y="55"/>
                </a:lnTo>
                <a:lnTo>
                  <a:pt x="106" y="56"/>
                </a:lnTo>
                <a:lnTo>
                  <a:pt x="107" y="56"/>
                </a:lnTo>
                <a:lnTo>
                  <a:pt x="107" y="57"/>
                </a:lnTo>
                <a:lnTo>
                  <a:pt x="107" y="58"/>
                </a:lnTo>
                <a:lnTo>
                  <a:pt x="108" y="58"/>
                </a:lnTo>
                <a:lnTo>
                  <a:pt x="109" y="58"/>
                </a:lnTo>
                <a:lnTo>
                  <a:pt x="109" y="59"/>
                </a:lnTo>
                <a:lnTo>
                  <a:pt x="110" y="59"/>
                </a:lnTo>
                <a:lnTo>
                  <a:pt x="111" y="59"/>
                </a:lnTo>
                <a:lnTo>
                  <a:pt x="112" y="60"/>
                </a:lnTo>
                <a:lnTo>
                  <a:pt x="113" y="61"/>
                </a:lnTo>
                <a:lnTo>
                  <a:pt x="113" y="62"/>
                </a:lnTo>
                <a:lnTo>
                  <a:pt x="112" y="62"/>
                </a:lnTo>
                <a:lnTo>
                  <a:pt x="112" y="63"/>
                </a:lnTo>
                <a:lnTo>
                  <a:pt x="113" y="63"/>
                </a:lnTo>
                <a:lnTo>
                  <a:pt x="113" y="64"/>
                </a:lnTo>
                <a:lnTo>
                  <a:pt x="114" y="64"/>
                </a:lnTo>
                <a:lnTo>
                  <a:pt x="114" y="65"/>
                </a:lnTo>
                <a:lnTo>
                  <a:pt x="115" y="65"/>
                </a:lnTo>
                <a:lnTo>
                  <a:pt x="115" y="66"/>
                </a:lnTo>
                <a:lnTo>
                  <a:pt x="116" y="66"/>
                </a:lnTo>
                <a:lnTo>
                  <a:pt x="117" y="66"/>
                </a:lnTo>
                <a:lnTo>
                  <a:pt x="117" y="67"/>
                </a:lnTo>
                <a:lnTo>
                  <a:pt x="117" y="68"/>
                </a:lnTo>
                <a:lnTo>
                  <a:pt x="117" y="69"/>
                </a:lnTo>
                <a:lnTo>
                  <a:pt x="116" y="69"/>
                </a:lnTo>
                <a:lnTo>
                  <a:pt x="115" y="69"/>
                </a:lnTo>
                <a:lnTo>
                  <a:pt x="114" y="69"/>
                </a:lnTo>
                <a:lnTo>
                  <a:pt x="114" y="70"/>
                </a:lnTo>
                <a:lnTo>
                  <a:pt x="115" y="71"/>
                </a:lnTo>
                <a:lnTo>
                  <a:pt x="115" y="72"/>
                </a:lnTo>
                <a:lnTo>
                  <a:pt x="116" y="72"/>
                </a:lnTo>
                <a:lnTo>
                  <a:pt x="117" y="73"/>
                </a:lnTo>
                <a:lnTo>
                  <a:pt x="118" y="74"/>
                </a:lnTo>
                <a:lnTo>
                  <a:pt x="119" y="74"/>
                </a:lnTo>
                <a:lnTo>
                  <a:pt x="119" y="75"/>
                </a:lnTo>
                <a:lnTo>
                  <a:pt x="118" y="75"/>
                </a:lnTo>
                <a:lnTo>
                  <a:pt x="118" y="76"/>
                </a:lnTo>
                <a:lnTo>
                  <a:pt x="117" y="77"/>
                </a:lnTo>
                <a:lnTo>
                  <a:pt x="117" y="78"/>
                </a:lnTo>
                <a:lnTo>
                  <a:pt x="118" y="79"/>
                </a:lnTo>
                <a:lnTo>
                  <a:pt x="118" y="78"/>
                </a:lnTo>
                <a:lnTo>
                  <a:pt x="119" y="78"/>
                </a:lnTo>
                <a:lnTo>
                  <a:pt x="119" y="79"/>
                </a:lnTo>
                <a:lnTo>
                  <a:pt x="120" y="80"/>
                </a:lnTo>
                <a:lnTo>
                  <a:pt x="120" y="81"/>
                </a:lnTo>
                <a:lnTo>
                  <a:pt x="121" y="81"/>
                </a:lnTo>
                <a:lnTo>
                  <a:pt x="122" y="82"/>
                </a:lnTo>
                <a:lnTo>
                  <a:pt x="123" y="83"/>
                </a:lnTo>
                <a:lnTo>
                  <a:pt x="124" y="82"/>
                </a:lnTo>
                <a:lnTo>
                  <a:pt x="124" y="83"/>
                </a:lnTo>
                <a:lnTo>
                  <a:pt x="124" y="84"/>
                </a:lnTo>
                <a:lnTo>
                  <a:pt x="124" y="85"/>
                </a:lnTo>
                <a:lnTo>
                  <a:pt x="125" y="85"/>
                </a:lnTo>
                <a:lnTo>
                  <a:pt x="125" y="86"/>
                </a:lnTo>
                <a:lnTo>
                  <a:pt x="126" y="85"/>
                </a:lnTo>
                <a:lnTo>
                  <a:pt x="126" y="87"/>
                </a:lnTo>
                <a:lnTo>
                  <a:pt x="126" y="88"/>
                </a:lnTo>
                <a:lnTo>
                  <a:pt x="126" y="89"/>
                </a:lnTo>
                <a:lnTo>
                  <a:pt x="125" y="90"/>
                </a:lnTo>
                <a:lnTo>
                  <a:pt x="125" y="91"/>
                </a:lnTo>
                <a:lnTo>
                  <a:pt x="125" y="92"/>
                </a:lnTo>
                <a:lnTo>
                  <a:pt x="125" y="93"/>
                </a:lnTo>
                <a:lnTo>
                  <a:pt x="126" y="93"/>
                </a:lnTo>
                <a:lnTo>
                  <a:pt x="127" y="94"/>
                </a:lnTo>
                <a:lnTo>
                  <a:pt x="127" y="95"/>
                </a:lnTo>
                <a:lnTo>
                  <a:pt x="127" y="96"/>
                </a:lnTo>
                <a:lnTo>
                  <a:pt x="128" y="96"/>
                </a:lnTo>
                <a:lnTo>
                  <a:pt x="129" y="96"/>
                </a:lnTo>
                <a:lnTo>
                  <a:pt x="129" y="99"/>
                </a:lnTo>
                <a:lnTo>
                  <a:pt x="128" y="100"/>
                </a:lnTo>
                <a:lnTo>
                  <a:pt x="129" y="100"/>
                </a:lnTo>
                <a:lnTo>
                  <a:pt x="129" y="101"/>
                </a:lnTo>
                <a:lnTo>
                  <a:pt x="128" y="101"/>
                </a:lnTo>
                <a:lnTo>
                  <a:pt x="128" y="102"/>
                </a:lnTo>
                <a:lnTo>
                  <a:pt x="128" y="103"/>
                </a:lnTo>
                <a:lnTo>
                  <a:pt x="129" y="103"/>
                </a:lnTo>
                <a:lnTo>
                  <a:pt x="128" y="104"/>
                </a:lnTo>
                <a:lnTo>
                  <a:pt x="128" y="105"/>
                </a:lnTo>
                <a:lnTo>
                  <a:pt x="127" y="105"/>
                </a:lnTo>
                <a:lnTo>
                  <a:pt x="127" y="106"/>
                </a:lnTo>
                <a:lnTo>
                  <a:pt x="128" y="106"/>
                </a:lnTo>
                <a:lnTo>
                  <a:pt x="129" y="106"/>
                </a:lnTo>
                <a:lnTo>
                  <a:pt x="130" y="106"/>
                </a:lnTo>
                <a:lnTo>
                  <a:pt x="131" y="107"/>
                </a:lnTo>
                <a:lnTo>
                  <a:pt x="132" y="107"/>
                </a:lnTo>
                <a:lnTo>
                  <a:pt x="132" y="108"/>
                </a:lnTo>
                <a:lnTo>
                  <a:pt x="132" y="109"/>
                </a:lnTo>
                <a:lnTo>
                  <a:pt x="132" y="110"/>
                </a:lnTo>
                <a:lnTo>
                  <a:pt x="132" y="111"/>
                </a:lnTo>
                <a:lnTo>
                  <a:pt x="131" y="112"/>
                </a:lnTo>
                <a:lnTo>
                  <a:pt x="132" y="113"/>
                </a:lnTo>
                <a:lnTo>
                  <a:pt x="133" y="114"/>
                </a:lnTo>
                <a:lnTo>
                  <a:pt x="134" y="114"/>
                </a:lnTo>
                <a:lnTo>
                  <a:pt x="134" y="116"/>
                </a:lnTo>
                <a:lnTo>
                  <a:pt x="134" y="117"/>
                </a:lnTo>
                <a:lnTo>
                  <a:pt x="135" y="117"/>
                </a:lnTo>
                <a:lnTo>
                  <a:pt x="135" y="118"/>
                </a:lnTo>
                <a:lnTo>
                  <a:pt x="136" y="118"/>
                </a:lnTo>
                <a:lnTo>
                  <a:pt x="136" y="119"/>
                </a:lnTo>
                <a:lnTo>
                  <a:pt x="137" y="119"/>
                </a:lnTo>
                <a:lnTo>
                  <a:pt x="138" y="119"/>
                </a:lnTo>
                <a:lnTo>
                  <a:pt x="138" y="120"/>
                </a:lnTo>
                <a:lnTo>
                  <a:pt x="139" y="120"/>
                </a:lnTo>
                <a:lnTo>
                  <a:pt x="139" y="121"/>
                </a:lnTo>
                <a:lnTo>
                  <a:pt x="140" y="121"/>
                </a:lnTo>
                <a:lnTo>
                  <a:pt x="141" y="122"/>
                </a:lnTo>
                <a:lnTo>
                  <a:pt x="142" y="122"/>
                </a:lnTo>
                <a:lnTo>
                  <a:pt x="143" y="123"/>
                </a:lnTo>
                <a:lnTo>
                  <a:pt x="144" y="123"/>
                </a:lnTo>
                <a:lnTo>
                  <a:pt x="144" y="122"/>
                </a:lnTo>
                <a:lnTo>
                  <a:pt x="145" y="122"/>
                </a:lnTo>
                <a:lnTo>
                  <a:pt x="146" y="122"/>
                </a:lnTo>
                <a:lnTo>
                  <a:pt x="146" y="123"/>
                </a:lnTo>
                <a:lnTo>
                  <a:pt x="146" y="124"/>
                </a:lnTo>
                <a:lnTo>
                  <a:pt x="147" y="124"/>
                </a:lnTo>
                <a:lnTo>
                  <a:pt x="147" y="125"/>
                </a:lnTo>
                <a:lnTo>
                  <a:pt x="148" y="125"/>
                </a:lnTo>
                <a:lnTo>
                  <a:pt x="149" y="125"/>
                </a:lnTo>
                <a:lnTo>
                  <a:pt x="149" y="126"/>
                </a:lnTo>
                <a:lnTo>
                  <a:pt x="150" y="126"/>
                </a:lnTo>
                <a:lnTo>
                  <a:pt x="151" y="126"/>
                </a:lnTo>
                <a:lnTo>
                  <a:pt x="151" y="125"/>
                </a:lnTo>
                <a:lnTo>
                  <a:pt x="150" y="125"/>
                </a:lnTo>
                <a:lnTo>
                  <a:pt x="151" y="125"/>
                </a:lnTo>
                <a:lnTo>
                  <a:pt x="152" y="125"/>
                </a:lnTo>
                <a:lnTo>
                  <a:pt x="152" y="126"/>
                </a:lnTo>
                <a:lnTo>
                  <a:pt x="153" y="126"/>
                </a:lnTo>
                <a:lnTo>
                  <a:pt x="154" y="126"/>
                </a:lnTo>
                <a:lnTo>
                  <a:pt x="154" y="125"/>
                </a:lnTo>
                <a:lnTo>
                  <a:pt x="154" y="126"/>
                </a:lnTo>
                <a:lnTo>
                  <a:pt x="155" y="126"/>
                </a:lnTo>
                <a:lnTo>
                  <a:pt x="155" y="127"/>
                </a:lnTo>
                <a:lnTo>
                  <a:pt x="156" y="127"/>
                </a:lnTo>
                <a:lnTo>
                  <a:pt x="156" y="126"/>
                </a:lnTo>
                <a:lnTo>
                  <a:pt x="157" y="126"/>
                </a:lnTo>
                <a:lnTo>
                  <a:pt x="157" y="127"/>
                </a:lnTo>
                <a:lnTo>
                  <a:pt x="158" y="128"/>
                </a:lnTo>
                <a:lnTo>
                  <a:pt x="159" y="128"/>
                </a:lnTo>
                <a:lnTo>
                  <a:pt x="159" y="129"/>
                </a:lnTo>
                <a:lnTo>
                  <a:pt x="160" y="129"/>
                </a:lnTo>
                <a:lnTo>
                  <a:pt x="160" y="130"/>
                </a:lnTo>
                <a:lnTo>
                  <a:pt x="161" y="130"/>
                </a:lnTo>
                <a:lnTo>
                  <a:pt x="161" y="129"/>
                </a:lnTo>
                <a:lnTo>
                  <a:pt x="162" y="129"/>
                </a:lnTo>
                <a:lnTo>
                  <a:pt x="163" y="129"/>
                </a:lnTo>
                <a:lnTo>
                  <a:pt x="164" y="130"/>
                </a:lnTo>
                <a:lnTo>
                  <a:pt x="165" y="130"/>
                </a:lnTo>
                <a:lnTo>
                  <a:pt x="166" y="131"/>
                </a:lnTo>
                <a:lnTo>
                  <a:pt x="167" y="131"/>
                </a:lnTo>
                <a:lnTo>
                  <a:pt x="167" y="132"/>
                </a:lnTo>
                <a:lnTo>
                  <a:pt x="168" y="132"/>
                </a:lnTo>
                <a:lnTo>
                  <a:pt x="168" y="133"/>
                </a:lnTo>
                <a:lnTo>
                  <a:pt x="167" y="133"/>
                </a:lnTo>
                <a:lnTo>
                  <a:pt x="168" y="133"/>
                </a:lnTo>
                <a:lnTo>
                  <a:pt x="168" y="134"/>
                </a:lnTo>
                <a:lnTo>
                  <a:pt x="168" y="135"/>
                </a:lnTo>
                <a:lnTo>
                  <a:pt x="169" y="135"/>
                </a:lnTo>
                <a:lnTo>
                  <a:pt x="170" y="136"/>
                </a:lnTo>
                <a:lnTo>
                  <a:pt x="170" y="137"/>
                </a:lnTo>
                <a:lnTo>
                  <a:pt x="170" y="138"/>
                </a:lnTo>
                <a:lnTo>
                  <a:pt x="170" y="139"/>
                </a:lnTo>
                <a:lnTo>
                  <a:pt x="171" y="139"/>
                </a:lnTo>
                <a:lnTo>
                  <a:pt x="172" y="139"/>
                </a:lnTo>
                <a:lnTo>
                  <a:pt x="172" y="140"/>
                </a:lnTo>
                <a:lnTo>
                  <a:pt x="171" y="140"/>
                </a:lnTo>
                <a:lnTo>
                  <a:pt x="171" y="141"/>
                </a:lnTo>
                <a:lnTo>
                  <a:pt x="171" y="142"/>
                </a:lnTo>
                <a:lnTo>
                  <a:pt x="172" y="143"/>
                </a:lnTo>
                <a:lnTo>
                  <a:pt x="172" y="144"/>
                </a:lnTo>
                <a:lnTo>
                  <a:pt x="172" y="145"/>
                </a:lnTo>
                <a:lnTo>
                  <a:pt x="173" y="145"/>
                </a:lnTo>
                <a:lnTo>
                  <a:pt x="173" y="146"/>
                </a:lnTo>
                <a:lnTo>
                  <a:pt x="173" y="147"/>
                </a:lnTo>
                <a:lnTo>
                  <a:pt x="173" y="146"/>
                </a:lnTo>
                <a:lnTo>
                  <a:pt x="174" y="146"/>
                </a:lnTo>
                <a:lnTo>
                  <a:pt x="175" y="146"/>
                </a:lnTo>
                <a:lnTo>
                  <a:pt x="176" y="146"/>
                </a:lnTo>
                <a:lnTo>
                  <a:pt x="176" y="147"/>
                </a:lnTo>
                <a:lnTo>
                  <a:pt x="177" y="147"/>
                </a:lnTo>
                <a:lnTo>
                  <a:pt x="178" y="146"/>
                </a:lnTo>
                <a:lnTo>
                  <a:pt x="179" y="146"/>
                </a:lnTo>
                <a:lnTo>
                  <a:pt x="179" y="145"/>
                </a:lnTo>
                <a:lnTo>
                  <a:pt x="180" y="145"/>
                </a:lnTo>
                <a:lnTo>
                  <a:pt x="180" y="146"/>
                </a:lnTo>
                <a:lnTo>
                  <a:pt x="181" y="146"/>
                </a:lnTo>
                <a:lnTo>
                  <a:pt x="182" y="145"/>
                </a:lnTo>
                <a:lnTo>
                  <a:pt x="183" y="145"/>
                </a:lnTo>
                <a:lnTo>
                  <a:pt x="184" y="145"/>
                </a:lnTo>
                <a:lnTo>
                  <a:pt x="185" y="146"/>
                </a:lnTo>
                <a:lnTo>
                  <a:pt x="186" y="146"/>
                </a:lnTo>
                <a:lnTo>
                  <a:pt x="187" y="147"/>
                </a:lnTo>
                <a:lnTo>
                  <a:pt x="188" y="147"/>
                </a:lnTo>
                <a:lnTo>
                  <a:pt x="188" y="148"/>
                </a:lnTo>
                <a:lnTo>
                  <a:pt x="189" y="148"/>
                </a:lnTo>
                <a:lnTo>
                  <a:pt x="190" y="149"/>
                </a:lnTo>
                <a:lnTo>
                  <a:pt x="191" y="149"/>
                </a:lnTo>
                <a:lnTo>
                  <a:pt x="192" y="149"/>
                </a:lnTo>
                <a:lnTo>
                  <a:pt x="193" y="149"/>
                </a:lnTo>
                <a:lnTo>
                  <a:pt x="193" y="150"/>
                </a:lnTo>
                <a:lnTo>
                  <a:pt x="193" y="149"/>
                </a:lnTo>
                <a:lnTo>
                  <a:pt x="194" y="149"/>
                </a:lnTo>
                <a:lnTo>
                  <a:pt x="194" y="150"/>
                </a:lnTo>
                <a:lnTo>
                  <a:pt x="195" y="150"/>
                </a:lnTo>
                <a:lnTo>
                  <a:pt x="196" y="150"/>
                </a:lnTo>
                <a:lnTo>
                  <a:pt x="197" y="150"/>
                </a:lnTo>
                <a:lnTo>
                  <a:pt x="198" y="150"/>
                </a:lnTo>
                <a:lnTo>
                  <a:pt x="199" y="150"/>
                </a:lnTo>
                <a:lnTo>
                  <a:pt x="199" y="151"/>
                </a:lnTo>
                <a:lnTo>
                  <a:pt x="200" y="151"/>
                </a:lnTo>
                <a:lnTo>
                  <a:pt x="200" y="152"/>
                </a:lnTo>
                <a:lnTo>
                  <a:pt x="200" y="153"/>
                </a:lnTo>
                <a:lnTo>
                  <a:pt x="201" y="153"/>
                </a:lnTo>
                <a:lnTo>
                  <a:pt x="201" y="154"/>
                </a:lnTo>
                <a:lnTo>
                  <a:pt x="202" y="154"/>
                </a:lnTo>
                <a:lnTo>
                  <a:pt x="202" y="155"/>
                </a:lnTo>
                <a:lnTo>
                  <a:pt x="202" y="156"/>
                </a:lnTo>
                <a:lnTo>
                  <a:pt x="203" y="156"/>
                </a:lnTo>
                <a:lnTo>
                  <a:pt x="203" y="157"/>
                </a:lnTo>
                <a:lnTo>
                  <a:pt x="204" y="157"/>
                </a:lnTo>
                <a:lnTo>
                  <a:pt x="204" y="156"/>
                </a:lnTo>
                <a:lnTo>
                  <a:pt x="205" y="156"/>
                </a:lnTo>
                <a:lnTo>
                  <a:pt x="206" y="156"/>
                </a:lnTo>
                <a:lnTo>
                  <a:pt x="207" y="156"/>
                </a:lnTo>
                <a:lnTo>
                  <a:pt x="207" y="157"/>
                </a:lnTo>
                <a:lnTo>
                  <a:pt x="208" y="158"/>
                </a:lnTo>
                <a:lnTo>
                  <a:pt x="208" y="157"/>
                </a:lnTo>
                <a:lnTo>
                  <a:pt x="209" y="157"/>
                </a:lnTo>
                <a:lnTo>
                  <a:pt x="209" y="158"/>
                </a:lnTo>
                <a:lnTo>
                  <a:pt x="210" y="158"/>
                </a:lnTo>
                <a:lnTo>
                  <a:pt x="212" y="158"/>
                </a:lnTo>
                <a:lnTo>
                  <a:pt x="213" y="159"/>
                </a:lnTo>
                <a:lnTo>
                  <a:pt x="213" y="160"/>
                </a:lnTo>
                <a:lnTo>
                  <a:pt x="213" y="161"/>
                </a:lnTo>
                <a:lnTo>
                  <a:pt x="214" y="162"/>
                </a:lnTo>
                <a:lnTo>
                  <a:pt x="215" y="162"/>
                </a:lnTo>
                <a:lnTo>
                  <a:pt x="216" y="162"/>
                </a:lnTo>
                <a:lnTo>
                  <a:pt x="216" y="161"/>
                </a:lnTo>
                <a:lnTo>
                  <a:pt x="215" y="161"/>
                </a:lnTo>
                <a:lnTo>
                  <a:pt x="215" y="160"/>
                </a:lnTo>
                <a:lnTo>
                  <a:pt x="216" y="160"/>
                </a:lnTo>
                <a:lnTo>
                  <a:pt x="216" y="159"/>
                </a:lnTo>
                <a:lnTo>
                  <a:pt x="217" y="159"/>
                </a:lnTo>
                <a:lnTo>
                  <a:pt x="217" y="158"/>
                </a:lnTo>
                <a:lnTo>
                  <a:pt x="218" y="157"/>
                </a:lnTo>
                <a:lnTo>
                  <a:pt x="218" y="156"/>
                </a:lnTo>
                <a:lnTo>
                  <a:pt x="218" y="155"/>
                </a:lnTo>
                <a:lnTo>
                  <a:pt x="218" y="154"/>
                </a:lnTo>
                <a:lnTo>
                  <a:pt x="218" y="153"/>
                </a:lnTo>
                <a:lnTo>
                  <a:pt x="218" y="152"/>
                </a:lnTo>
                <a:lnTo>
                  <a:pt x="219" y="151"/>
                </a:lnTo>
                <a:lnTo>
                  <a:pt x="219" y="150"/>
                </a:lnTo>
                <a:lnTo>
                  <a:pt x="219" y="149"/>
                </a:lnTo>
                <a:lnTo>
                  <a:pt x="220" y="149"/>
                </a:lnTo>
                <a:lnTo>
                  <a:pt x="220" y="148"/>
                </a:lnTo>
                <a:lnTo>
                  <a:pt x="220" y="147"/>
                </a:lnTo>
                <a:lnTo>
                  <a:pt x="220" y="146"/>
                </a:lnTo>
                <a:lnTo>
                  <a:pt x="220" y="145"/>
                </a:lnTo>
                <a:lnTo>
                  <a:pt x="220" y="144"/>
                </a:lnTo>
                <a:lnTo>
                  <a:pt x="219" y="144"/>
                </a:lnTo>
                <a:lnTo>
                  <a:pt x="219" y="142"/>
                </a:lnTo>
                <a:lnTo>
                  <a:pt x="218" y="142"/>
                </a:lnTo>
                <a:lnTo>
                  <a:pt x="217" y="142"/>
                </a:lnTo>
                <a:lnTo>
                  <a:pt x="218" y="142"/>
                </a:lnTo>
                <a:lnTo>
                  <a:pt x="218" y="141"/>
                </a:lnTo>
                <a:lnTo>
                  <a:pt x="218" y="140"/>
                </a:lnTo>
                <a:lnTo>
                  <a:pt x="219" y="139"/>
                </a:lnTo>
                <a:lnTo>
                  <a:pt x="220" y="139"/>
                </a:lnTo>
                <a:lnTo>
                  <a:pt x="221" y="140"/>
                </a:lnTo>
                <a:lnTo>
                  <a:pt x="222" y="141"/>
                </a:lnTo>
                <a:lnTo>
                  <a:pt x="222" y="140"/>
                </a:lnTo>
                <a:lnTo>
                  <a:pt x="223" y="140"/>
                </a:lnTo>
                <a:lnTo>
                  <a:pt x="223" y="139"/>
                </a:lnTo>
                <a:lnTo>
                  <a:pt x="224" y="139"/>
                </a:lnTo>
                <a:lnTo>
                  <a:pt x="225" y="140"/>
                </a:lnTo>
                <a:lnTo>
                  <a:pt x="226" y="140"/>
                </a:lnTo>
                <a:lnTo>
                  <a:pt x="226" y="139"/>
                </a:lnTo>
                <a:lnTo>
                  <a:pt x="226" y="138"/>
                </a:lnTo>
                <a:lnTo>
                  <a:pt x="227" y="137"/>
                </a:lnTo>
                <a:lnTo>
                  <a:pt x="227" y="136"/>
                </a:lnTo>
                <a:lnTo>
                  <a:pt x="228" y="135"/>
                </a:lnTo>
                <a:lnTo>
                  <a:pt x="228" y="134"/>
                </a:lnTo>
                <a:lnTo>
                  <a:pt x="228" y="133"/>
                </a:lnTo>
                <a:lnTo>
                  <a:pt x="228" y="132"/>
                </a:lnTo>
                <a:lnTo>
                  <a:pt x="228" y="131"/>
                </a:lnTo>
                <a:lnTo>
                  <a:pt x="228" y="130"/>
                </a:lnTo>
                <a:lnTo>
                  <a:pt x="229" y="130"/>
                </a:lnTo>
                <a:lnTo>
                  <a:pt x="230" y="130"/>
                </a:lnTo>
                <a:lnTo>
                  <a:pt x="231" y="130"/>
                </a:lnTo>
                <a:lnTo>
                  <a:pt x="231" y="131"/>
                </a:lnTo>
                <a:lnTo>
                  <a:pt x="231" y="132"/>
                </a:lnTo>
                <a:lnTo>
                  <a:pt x="231" y="133"/>
                </a:lnTo>
                <a:lnTo>
                  <a:pt x="232" y="133"/>
                </a:lnTo>
                <a:lnTo>
                  <a:pt x="232" y="134"/>
                </a:lnTo>
                <a:lnTo>
                  <a:pt x="233" y="134"/>
                </a:lnTo>
                <a:lnTo>
                  <a:pt x="233" y="135"/>
                </a:lnTo>
                <a:lnTo>
                  <a:pt x="234" y="135"/>
                </a:lnTo>
                <a:lnTo>
                  <a:pt x="234" y="136"/>
                </a:lnTo>
                <a:lnTo>
                  <a:pt x="234" y="137"/>
                </a:lnTo>
                <a:lnTo>
                  <a:pt x="235" y="138"/>
                </a:lnTo>
                <a:lnTo>
                  <a:pt x="235" y="139"/>
                </a:lnTo>
                <a:lnTo>
                  <a:pt x="235" y="140"/>
                </a:lnTo>
                <a:lnTo>
                  <a:pt x="236" y="140"/>
                </a:lnTo>
                <a:lnTo>
                  <a:pt x="238" y="141"/>
                </a:lnTo>
                <a:lnTo>
                  <a:pt x="239" y="140"/>
                </a:lnTo>
                <a:lnTo>
                  <a:pt x="240" y="141"/>
                </a:lnTo>
                <a:lnTo>
                  <a:pt x="240" y="140"/>
                </a:lnTo>
                <a:lnTo>
                  <a:pt x="241" y="141"/>
                </a:lnTo>
                <a:lnTo>
                  <a:pt x="242" y="141"/>
                </a:lnTo>
                <a:lnTo>
                  <a:pt x="242" y="142"/>
                </a:lnTo>
                <a:lnTo>
                  <a:pt x="242" y="141"/>
                </a:lnTo>
                <a:lnTo>
                  <a:pt x="243" y="141"/>
                </a:lnTo>
                <a:lnTo>
                  <a:pt x="244" y="142"/>
                </a:lnTo>
                <a:lnTo>
                  <a:pt x="243" y="142"/>
                </a:lnTo>
                <a:lnTo>
                  <a:pt x="243" y="143"/>
                </a:lnTo>
                <a:lnTo>
                  <a:pt x="243" y="144"/>
                </a:lnTo>
                <a:lnTo>
                  <a:pt x="242" y="145"/>
                </a:lnTo>
                <a:lnTo>
                  <a:pt x="243" y="145"/>
                </a:lnTo>
                <a:lnTo>
                  <a:pt x="244" y="145"/>
                </a:lnTo>
                <a:lnTo>
                  <a:pt x="245" y="145"/>
                </a:lnTo>
                <a:lnTo>
                  <a:pt x="246" y="145"/>
                </a:lnTo>
                <a:lnTo>
                  <a:pt x="247" y="146"/>
                </a:lnTo>
                <a:lnTo>
                  <a:pt x="247" y="147"/>
                </a:lnTo>
                <a:lnTo>
                  <a:pt x="248" y="148"/>
                </a:lnTo>
                <a:lnTo>
                  <a:pt x="249" y="148"/>
                </a:lnTo>
                <a:lnTo>
                  <a:pt x="250" y="149"/>
                </a:lnTo>
                <a:lnTo>
                  <a:pt x="250" y="150"/>
                </a:lnTo>
                <a:lnTo>
                  <a:pt x="250" y="151"/>
                </a:lnTo>
                <a:lnTo>
                  <a:pt x="251" y="151"/>
                </a:lnTo>
                <a:lnTo>
                  <a:pt x="251" y="152"/>
                </a:lnTo>
                <a:lnTo>
                  <a:pt x="251" y="153"/>
                </a:lnTo>
                <a:lnTo>
                  <a:pt x="251" y="154"/>
                </a:lnTo>
                <a:lnTo>
                  <a:pt x="250" y="154"/>
                </a:lnTo>
                <a:lnTo>
                  <a:pt x="250" y="155"/>
                </a:lnTo>
                <a:lnTo>
                  <a:pt x="251" y="155"/>
                </a:lnTo>
                <a:lnTo>
                  <a:pt x="251" y="156"/>
                </a:lnTo>
                <a:lnTo>
                  <a:pt x="251" y="157"/>
                </a:lnTo>
                <a:lnTo>
                  <a:pt x="251" y="159"/>
                </a:lnTo>
                <a:lnTo>
                  <a:pt x="252" y="159"/>
                </a:lnTo>
                <a:lnTo>
                  <a:pt x="252" y="160"/>
                </a:lnTo>
                <a:lnTo>
                  <a:pt x="252" y="161"/>
                </a:lnTo>
                <a:lnTo>
                  <a:pt x="252" y="162"/>
                </a:lnTo>
                <a:lnTo>
                  <a:pt x="252" y="163"/>
                </a:lnTo>
                <a:lnTo>
                  <a:pt x="252" y="164"/>
                </a:lnTo>
                <a:lnTo>
                  <a:pt x="251" y="164"/>
                </a:lnTo>
                <a:lnTo>
                  <a:pt x="250" y="165"/>
                </a:lnTo>
                <a:lnTo>
                  <a:pt x="249" y="166"/>
                </a:lnTo>
                <a:lnTo>
                  <a:pt x="249" y="167"/>
                </a:lnTo>
                <a:lnTo>
                  <a:pt x="248" y="167"/>
                </a:lnTo>
                <a:lnTo>
                  <a:pt x="248" y="168"/>
                </a:lnTo>
                <a:lnTo>
                  <a:pt x="248" y="169"/>
                </a:lnTo>
                <a:lnTo>
                  <a:pt x="249" y="169"/>
                </a:lnTo>
                <a:lnTo>
                  <a:pt x="250" y="170"/>
                </a:lnTo>
                <a:lnTo>
                  <a:pt x="250" y="171"/>
                </a:lnTo>
                <a:lnTo>
                  <a:pt x="251" y="171"/>
                </a:lnTo>
                <a:lnTo>
                  <a:pt x="252" y="171"/>
                </a:lnTo>
                <a:lnTo>
                  <a:pt x="252" y="172"/>
                </a:lnTo>
                <a:lnTo>
                  <a:pt x="253" y="172"/>
                </a:lnTo>
                <a:lnTo>
                  <a:pt x="254" y="172"/>
                </a:lnTo>
                <a:lnTo>
                  <a:pt x="255" y="172"/>
                </a:lnTo>
                <a:lnTo>
                  <a:pt x="256" y="172"/>
                </a:lnTo>
                <a:lnTo>
                  <a:pt x="257" y="172"/>
                </a:lnTo>
                <a:lnTo>
                  <a:pt x="257" y="173"/>
                </a:lnTo>
                <a:lnTo>
                  <a:pt x="258" y="174"/>
                </a:lnTo>
                <a:lnTo>
                  <a:pt x="259" y="175"/>
                </a:lnTo>
                <a:lnTo>
                  <a:pt x="259" y="174"/>
                </a:lnTo>
                <a:lnTo>
                  <a:pt x="259" y="173"/>
                </a:lnTo>
                <a:lnTo>
                  <a:pt x="260" y="173"/>
                </a:lnTo>
                <a:lnTo>
                  <a:pt x="260" y="172"/>
                </a:lnTo>
                <a:lnTo>
                  <a:pt x="260" y="171"/>
                </a:lnTo>
                <a:lnTo>
                  <a:pt x="261" y="170"/>
                </a:lnTo>
                <a:lnTo>
                  <a:pt x="261" y="168"/>
                </a:lnTo>
                <a:lnTo>
                  <a:pt x="260" y="167"/>
                </a:lnTo>
                <a:lnTo>
                  <a:pt x="261" y="167"/>
                </a:lnTo>
                <a:lnTo>
                  <a:pt x="261" y="166"/>
                </a:lnTo>
                <a:lnTo>
                  <a:pt x="261" y="165"/>
                </a:lnTo>
                <a:lnTo>
                  <a:pt x="261" y="164"/>
                </a:lnTo>
                <a:lnTo>
                  <a:pt x="262" y="163"/>
                </a:lnTo>
                <a:lnTo>
                  <a:pt x="263" y="163"/>
                </a:lnTo>
                <a:lnTo>
                  <a:pt x="263" y="162"/>
                </a:lnTo>
                <a:lnTo>
                  <a:pt x="264" y="162"/>
                </a:lnTo>
                <a:lnTo>
                  <a:pt x="263" y="162"/>
                </a:lnTo>
                <a:lnTo>
                  <a:pt x="263" y="161"/>
                </a:lnTo>
                <a:lnTo>
                  <a:pt x="264" y="161"/>
                </a:lnTo>
                <a:lnTo>
                  <a:pt x="265" y="161"/>
                </a:lnTo>
                <a:lnTo>
                  <a:pt x="266" y="162"/>
                </a:lnTo>
                <a:lnTo>
                  <a:pt x="267" y="162"/>
                </a:lnTo>
                <a:lnTo>
                  <a:pt x="268" y="162"/>
                </a:lnTo>
                <a:lnTo>
                  <a:pt x="268" y="163"/>
                </a:lnTo>
                <a:lnTo>
                  <a:pt x="269" y="162"/>
                </a:lnTo>
                <a:lnTo>
                  <a:pt x="270" y="163"/>
                </a:lnTo>
                <a:lnTo>
                  <a:pt x="271" y="163"/>
                </a:lnTo>
                <a:lnTo>
                  <a:pt x="271" y="162"/>
                </a:lnTo>
                <a:lnTo>
                  <a:pt x="272" y="162"/>
                </a:lnTo>
                <a:lnTo>
                  <a:pt x="273" y="161"/>
                </a:lnTo>
                <a:lnTo>
                  <a:pt x="274" y="161"/>
                </a:lnTo>
                <a:lnTo>
                  <a:pt x="274" y="160"/>
                </a:lnTo>
                <a:lnTo>
                  <a:pt x="275" y="160"/>
                </a:lnTo>
                <a:lnTo>
                  <a:pt x="276" y="160"/>
                </a:lnTo>
                <a:lnTo>
                  <a:pt x="276" y="159"/>
                </a:lnTo>
                <a:lnTo>
                  <a:pt x="276" y="160"/>
                </a:lnTo>
                <a:lnTo>
                  <a:pt x="276" y="161"/>
                </a:lnTo>
                <a:lnTo>
                  <a:pt x="275" y="162"/>
                </a:lnTo>
                <a:lnTo>
                  <a:pt x="275" y="163"/>
                </a:lnTo>
                <a:lnTo>
                  <a:pt x="275" y="164"/>
                </a:lnTo>
                <a:lnTo>
                  <a:pt x="274" y="165"/>
                </a:lnTo>
                <a:lnTo>
                  <a:pt x="275" y="165"/>
                </a:lnTo>
                <a:lnTo>
                  <a:pt x="275" y="166"/>
                </a:lnTo>
                <a:lnTo>
                  <a:pt x="275" y="165"/>
                </a:lnTo>
                <a:lnTo>
                  <a:pt x="276" y="165"/>
                </a:lnTo>
                <a:lnTo>
                  <a:pt x="276" y="164"/>
                </a:lnTo>
                <a:lnTo>
                  <a:pt x="277" y="163"/>
                </a:lnTo>
                <a:lnTo>
                  <a:pt x="277" y="162"/>
                </a:lnTo>
                <a:lnTo>
                  <a:pt x="278" y="162"/>
                </a:lnTo>
                <a:lnTo>
                  <a:pt x="279" y="162"/>
                </a:lnTo>
                <a:lnTo>
                  <a:pt x="279" y="163"/>
                </a:lnTo>
                <a:lnTo>
                  <a:pt x="279" y="164"/>
                </a:lnTo>
                <a:lnTo>
                  <a:pt x="280" y="165"/>
                </a:lnTo>
                <a:lnTo>
                  <a:pt x="280" y="166"/>
                </a:lnTo>
                <a:lnTo>
                  <a:pt x="281" y="166"/>
                </a:lnTo>
                <a:lnTo>
                  <a:pt x="281" y="165"/>
                </a:lnTo>
                <a:lnTo>
                  <a:pt x="282" y="165"/>
                </a:lnTo>
                <a:lnTo>
                  <a:pt x="282" y="166"/>
                </a:lnTo>
                <a:lnTo>
                  <a:pt x="283" y="166"/>
                </a:lnTo>
                <a:lnTo>
                  <a:pt x="283" y="167"/>
                </a:lnTo>
                <a:lnTo>
                  <a:pt x="283" y="168"/>
                </a:lnTo>
                <a:lnTo>
                  <a:pt x="284" y="168"/>
                </a:lnTo>
                <a:lnTo>
                  <a:pt x="284" y="169"/>
                </a:lnTo>
                <a:lnTo>
                  <a:pt x="285" y="169"/>
                </a:lnTo>
                <a:lnTo>
                  <a:pt x="285" y="170"/>
                </a:lnTo>
                <a:lnTo>
                  <a:pt x="285" y="171"/>
                </a:lnTo>
                <a:lnTo>
                  <a:pt x="286" y="171"/>
                </a:lnTo>
                <a:lnTo>
                  <a:pt x="286" y="172"/>
                </a:lnTo>
                <a:lnTo>
                  <a:pt x="287" y="172"/>
                </a:lnTo>
                <a:lnTo>
                  <a:pt x="286" y="172"/>
                </a:lnTo>
                <a:lnTo>
                  <a:pt x="285" y="172"/>
                </a:lnTo>
                <a:lnTo>
                  <a:pt x="286" y="173"/>
                </a:lnTo>
                <a:lnTo>
                  <a:pt x="287" y="173"/>
                </a:lnTo>
                <a:lnTo>
                  <a:pt x="287" y="174"/>
                </a:lnTo>
                <a:lnTo>
                  <a:pt x="286" y="174"/>
                </a:lnTo>
                <a:lnTo>
                  <a:pt x="287" y="174"/>
                </a:lnTo>
                <a:lnTo>
                  <a:pt x="288" y="175"/>
                </a:lnTo>
                <a:lnTo>
                  <a:pt x="287" y="176"/>
                </a:lnTo>
                <a:lnTo>
                  <a:pt x="288" y="176"/>
                </a:lnTo>
                <a:lnTo>
                  <a:pt x="289" y="176"/>
                </a:lnTo>
                <a:lnTo>
                  <a:pt x="288" y="176"/>
                </a:lnTo>
                <a:lnTo>
                  <a:pt x="288" y="177"/>
                </a:lnTo>
                <a:lnTo>
                  <a:pt x="289" y="177"/>
                </a:lnTo>
                <a:lnTo>
                  <a:pt x="289" y="178"/>
                </a:lnTo>
                <a:lnTo>
                  <a:pt x="290" y="178"/>
                </a:lnTo>
                <a:lnTo>
                  <a:pt x="290" y="179"/>
                </a:lnTo>
                <a:lnTo>
                  <a:pt x="291" y="179"/>
                </a:lnTo>
                <a:lnTo>
                  <a:pt x="291" y="178"/>
                </a:lnTo>
                <a:lnTo>
                  <a:pt x="291" y="179"/>
                </a:lnTo>
                <a:lnTo>
                  <a:pt x="292" y="179"/>
                </a:lnTo>
                <a:lnTo>
                  <a:pt x="292" y="180"/>
                </a:lnTo>
                <a:lnTo>
                  <a:pt x="291" y="180"/>
                </a:lnTo>
                <a:lnTo>
                  <a:pt x="292" y="180"/>
                </a:lnTo>
                <a:lnTo>
                  <a:pt x="293" y="180"/>
                </a:lnTo>
                <a:lnTo>
                  <a:pt x="293" y="179"/>
                </a:lnTo>
                <a:lnTo>
                  <a:pt x="293" y="180"/>
                </a:lnTo>
                <a:lnTo>
                  <a:pt x="294" y="180"/>
                </a:lnTo>
                <a:lnTo>
                  <a:pt x="294" y="181"/>
                </a:lnTo>
                <a:lnTo>
                  <a:pt x="295" y="181"/>
                </a:lnTo>
                <a:lnTo>
                  <a:pt x="296" y="182"/>
                </a:lnTo>
                <a:lnTo>
                  <a:pt x="296" y="181"/>
                </a:lnTo>
                <a:lnTo>
                  <a:pt x="297" y="182"/>
                </a:lnTo>
                <a:lnTo>
                  <a:pt x="298" y="182"/>
                </a:lnTo>
                <a:lnTo>
                  <a:pt x="298" y="183"/>
                </a:lnTo>
                <a:lnTo>
                  <a:pt x="300" y="183"/>
                </a:lnTo>
                <a:lnTo>
                  <a:pt x="300" y="182"/>
                </a:lnTo>
                <a:lnTo>
                  <a:pt x="299" y="181"/>
                </a:lnTo>
                <a:lnTo>
                  <a:pt x="299" y="180"/>
                </a:lnTo>
                <a:lnTo>
                  <a:pt x="299" y="179"/>
                </a:lnTo>
                <a:lnTo>
                  <a:pt x="299" y="178"/>
                </a:lnTo>
                <a:lnTo>
                  <a:pt x="300" y="177"/>
                </a:lnTo>
                <a:lnTo>
                  <a:pt x="299" y="176"/>
                </a:lnTo>
                <a:lnTo>
                  <a:pt x="299" y="175"/>
                </a:lnTo>
                <a:lnTo>
                  <a:pt x="299" y="174"/>
                </a:lnTo>
                <a:lnTo>
                  <a:pt x="300" y="174"/>
                </a:lnTo>
                <a:lnTo>
                  <a:pt x="300" y="173"/>
                </a:lnTo>
                <a:lnTo>
                  <a:pt x="300" y="172"/>
                </a:lnTo>
                <a:lnTo>
                  <a:pt x="301" y="172"/>
                </a:lnTo>
                <a:lnTo>
                  <a:pt x="302" y="173"/>
                </a:lnTo>
                <a:lnTo>
                  <a:pt x="303" y="173"/>
                </a:lnTo>
                <a:lnTo>
                  <a:pt x="303" y="174"/>
                </a:lnTo>
                <a:lnTo>
                  <a:pt x="304" y="174"/>
                </a:lnTo>
                <a:lnTo>
                  <a:pt x="305" y="174"/>
                </a:lnTo>
                <a:lnTo>
                  <a:pt x="305" y="173"/>
                </a:lnTo>
                <a:lnTo>
                  <a:pt x="304" y="172"/>
                </a:lnTo>
                <a:lnTo>
                  <a:pt x="304" y="171"/>
                </a:lnTo>
                <a:lnTo>
                  <a:pt x="304" y="170"/>
                </a:lnTo>
                <a:lnTo>
                  <a:pt x="303" y="169"/>
                </a:lnTo>
                <a:lnTo>
                  <a:pt x="302" y="168"/>
                </a:lnTo>
                <a:lnTo>
                  <a:pt x="302" y="167"/>
                </a:lnTo>
                <a:lnTo>
                  <a:pt x="302" y="168"/>
                </a:lnTo>
                <a:lnTo>
                  <a:pt x="303" y="168"/>
                </a:lnTo>
                <a:lnTo>
                  <a:pt x="303" y="167"/>
                </a:lnTo>
                <a:lnTo>
                  <a:pt x="304" y="168"/>
                </a:lnTo>
                <a:lnTo>
                  <a:pt x="305" y="169"/>
                </a:lnTo>
                <a:lnTo>
                  <a:pt x="306" y="169"/>
                </a:lnTo>
                <a:lnTo>
                  <a:pt x="307" y="169"/>
                </a:lnTo>
                <a:lnTo>
                  <a:pt x="307" y="170"/>
                </a:lnTo>
                <a:lnTo>
                  <a:pt x="308" y="170"/>
                </a:lnTo>
                <a:lnTo>
                  <a:pt x="308" y="169"/>
                </a:lnTo>
                <a:lnTo>
                  <a:pt x="309" y="169"/>
                </a:lnTo>
                <a:lnTo>
                  <a:pt x="309" y="170"/>
                </a:lnTo>
                <a:lnTo>
                  <a:pt x="310" y="171"/>
                </a:lnTo>
                <a:lnTo>
                  <a:pt x="311" y="171"/>
                </a:lnTo>
                <a:lnTo>
                  <a:pt x="311" y="170"/>
                </a:lnTo>
                <a:lnTo>
                  <a:pt x="312" y="170"/>
                </a:lnTo>
                <a:lnTo>
                  <a:pt x="312" y="169"/>
                </a:lnTo>
                <a:lnTo>
                  <a:pt x="312" y="170"/>
                </a:lnTo>
                <a:lnTo>
                  <a:pt x="313" y="170"/>
                </a:lnTo>
                <a:lnTo>
                  <a:pt x="314" y="171"/>
                </a:lnTo>
                <a:lnTo>
                  <a:pt x="314" y="170"/>
                </a:lnTo>
                <a:lnTo>
                  <a:pt x="315" y="170"/>
                </a:lnTo>
                <a:lnTo>
                  <a:pt x="316" y="170"/>
                </a:lnTo>
                <a:lnTo>
                  <a:pt x="316" y="171"/>
                </a:lnTo>
                <a:lnTo>
                  <a:pt x="317" y="171"/>
                </a:lnTo>
                <a:lnTo>
                  <a:pt x="318" y="172"/>
                </a:lnTo>
                <a:lnTo>
                  <a:pt x="318" y="171"/>
                </a:lnTo>
                <a:lnTo>
                  <a:pt x="319" y="172"/>
                </a:lnTo>
                <a:lnTo>
                  <a:pt x="320" y="172"/>
                </a:lnTo>
                <a:lnTo>
                  <a:pt x="320" y="173"/>
                </a:lnTo>
                <a:lnTo>
                  <a:pt x="321" y="173"/>
                </a:lnTo>
                <a:lnTo>
                  <a:pt x="321" y="174"/>
                </a:lnTo>
                <a:lnTo>
                  <a:pt x="322" y="174"/>
                </a:lnTo>
                <a:lnTo>
                  <a:pt x="322" y="173"/>
                </a:lnTo>
                <a:lnTo>
                  <a:pt x="322" y="174"/>
                </a:lnTo>
                <a:lnTo>
                  <a:pt x="323" y="174"/>
                </a:lnTo>
                <a:lnTo>
                  <a:pt x="323" y="175"/>
                </a:lnTo>
                <a:lnTo>
                  <a:pt x="324" y="175"/>
                </a:lnTo>
                <a:lnTo>
                  <a:pt x="325" y="174"/>
                </a:lnTo>
                <a:lnTo>
                  <a:pt x="326" y="174"/>
                </a:lnTo>
                <a:lnTo>
                  <a:pt x="326" y="173"/>
                </a:lnTo>
                <a:lnTo>
                  <a:pt x="327" y="173"/>
                </a:lnTo>
                <a:lnTo>
                  <a:pt x="328" y="173"/>
                </a:lnTo>
                <a:lnTo>
                  <a:pt x="328" y="172"/>
                </a:lnTo>
                <a:lnTo>
                  <a:pt x="329" y="172"/>
                </a:lnTo>
                <a:lnTo>
                  <a:pt x="329" y="173"/>
                </a:lnTo>
                <a:lnTo>
                  <a:pt x="329" y="172"/>
                </a:lnTo>
                <a:lnTo>
                  <a:pt x="330" y="172"/>
                </a:lnTo>
                <a:lnTo>
                  <a:pt x="331" y="171"/>
                </a:lnTo>
                <a:lnTo>
                  <a:pt x="332" y="171"/>
                </a:lnTo>
                <a:lnTo>
                  <a:pt x="332" y="170"/>
                </a:lnTo>
                <a:lnTo>
                  <a:pt x="333" y="169"/>
                </a:lnTo>
                <a:lnTo>
                  <a:pt x="334" y="168"/>
                </a:lnTo>
                <a:lnTo>
                  <a:pt x="335" y="168"/>
                </a:lnTo>
                <a:lnTo>
                  <a:pt x="336" y="167"/>
                </a:lnTo>
                <a:lnTo>
                  <a:pt x="337" y="167"/>
                </a:lnTo>
                <a:lnTo>
                  <a:pt x="337" y="168"/>
                </a:lnTo>
                <a:lnTo>
                  <a:pt x="338" y="168"/>
                </a:lnTo>
                <a:lnTo>
                  <a:pt x="339" y="168"/>
                </a:lnTo>
                <a:lnTo>
                  <a:pt x="340" y="168"/>
                </a:lnTo>
                <a:lnTo>
                  <a:pt x="340" y="169"/>
                </a:lnTo>
                <a:lnTo>
                  <a:pt x="340" y="170"/>
                </a:lnTo>
                <a:lnTo>
                  <a:pt x="340" y="171"/>
                </a:lnTo>
                <a:lnTo>
                  <a:pt x="340" y="172"/>
                </a:lnTo>
                <a:lnTo>
                  <a:pt x="341" y="172"/>
                </a:lnTo>
                <a:lnTo>
                  <a:pt x="341" y="171"/>
                </a:lnTo>
                <a:lnTo>
                  <a:pt x="341" y="170"/>
                </a:lnTo>
                <a:lnTo>
                  <a:pt x="341" y="169"/>
                </a:lnTo>
                <a:lnTo>
                  <a:pt x="342" y="169"/>
                </a:lnTo>
                <a:lnTo>
                  <a:pt x="343" y="169"/>
                </a:lnTo>
                <a:lnTo>
                  <a:pt x="344" y="169"/>
                </a:lnTo>
                <a:lnTo>
                  <a:pt x="345" y="168"/>
                </a:lnTo>
                <a:lnTo>
                  <a:pt x="346" y="167"/>
                </a:lnTo>
                <a:lnTo>
                  <a:pt x="347" y="167"/>
                </a:lnTo>
                <a:lnTo>
                  <a:pt x="348" y="166"/>
                </a:lnTo>
                <a:lnTo>
                  <a:pt x="348" y="165"/>
                </a:lnTo>
                <a:lnTo>
                  <a:pt x="349" y="164"/>
                </a:lnTo>
                <a:lnTo>
                  <a:pt x="350" y="163"/>
                </a:lnTo>
                <a:lnTo>
                  <a:pt x="350" y="162"/>
                </a:lnTo>
                <a:lnTo>
                  <a:pt x="350" y="161"/>
                </a:lnTo>
                <a:lnTo>
                  <a:pt x="350" y="160"/>
                </a:lnTo>
                <a:lnTo>
                  <a:pt x="351" y="159"/>
                </a:lnTo>
                <a:lnTo>
                  <a:pt x="351" y="158"/>
                </a:lnTo>
                <a:lnTo>
                  <a:pt x="350" y="158"/>
                </a:lnTo>
                <a:lnTo>
                  <a:pt x="351" y="157"/>
                </a:lnTo>
                <a:lnTo>
                  <a:pt x="351" y="156"/>
                </a:lnTo>
                <a:lnTo>
                  <a:pt x="351" y="155"/>
                </a:lnTo>
                <a:lnTo>
                  <a:pt x="351" y="154"/>
                </a:lnTo>
                <a:lnTo>
                  <a:pt x="351" y="153"/>
                </a:lnTo>
                <a:lnTo>
                  <a:pt x="352" y="152"/>
                </a:lnTo>
                <a:lnTo>
                  <a:pt x="351" y="152"/>
                </a:lnTo>
                <a:lnTo>
                  <a:pt x="350" y="151"/>
                </a:lnTo>
                <a:lnTo>
                  <a:pt x="350" y="150"/>
                </a:lnTo>
                <a:lnTo>
                  <a:pt x="350" y="149"/>
                </a:lnTo>
                <a:lnTo>
                  <a:pt x="350" y="148"/>
                </a:lnTo>
                <a:lnTo>
                  <a:pt x="349" y="148"/>
                </a:lnTo>
                <a:lnTo>
                  <a:pt x="348" y="148"/>
                </a:lnTo>
                <a:lnTo>
                  <a:pt x="348" y="147"/>
                </a:lnTo>
                <a:lnTo>
                  <a:pt x="347" y="147"/>
                </a:lnTo>
                <a:lnTo>
                  <a:pt x="347" y="146"/>
                </a:lnTo>
                <a:lnTo>
                  <a:pt x="346" y="145"/>
                </a:lnTo>
                <a:lnTo>
                  <a:pt x="345" y="145"/>
                </a:lnTo>
                <a:lnTo>
                  <a:pt x="345" y="144"/>
                </a:lnTo>
                <a:lnTo>
                  <a:pt x="344" y="144"/>
                </a:lnTo>
                <a:lnTo>
                  <a:pt x="343" y="144"/>
                </a:lnTo>
                <a:lnTo>
                  <a:pt x="342" y="144"/>
                </a:lnTo>
                <a:lnTo>
                  <a:pt x="341" y="143"/>
                </a:lnTo>
                <a:lnTo>
                  <a:pt x="342" y="142"/>
                </a:lnTo>
                <a:lnTo>
                  <a:pt x="342" y="141"/>
                </a:lnTo>
                <a:lnTo>
                  <a:pt x="341" y="141"/>
                </a:lnTo>
                <a:lnTo>
                  <a:pt x="342" y="140"/>
                </a:lnTo>
                <a:lnTo>
                  <a:pt x="342" y="139"/>
                </a:lnTo>
                <a:lnTo>
                  <a:pt x="342" y="138"/>
                </a:lnTo>
                <a:lnTo>
                  <a:pt x="342" y="137"/>
                </a:lnTo>
                <a:lnTo>
                  <a:pt x="342" y="136"/>
                </a:lnTo>
                <a:lnTo>
                  <a:pt x="341" y="136"/>
                </a:lnTo>
                <a:lnTo>
                  <a:pt x="342" y="135"/>
                </a:lnTo>
                <a:lnTo>
                  <a:pt x="343" y="136"/>
                </a:lnTo>
                <a:lnTo>
                  <a:pt x="344" y="136"/>
                </a:lnTo>
                <a:lnTo>
                  <a:pt x="345" y="136"/>
                </a:lnTo>
                <a:lnTo>
                  <a:pt x="346" y="136"/>
                </a:lnTo>
                <a:lnTo>
                  <a:pt x="347" y="136"/>
                </a:lnTo>
                <a:lnTo>
                  <a:pt x="346" y="135"/>
                </a:lnTo>
                <a:lnTo>
                  <a:pt x="346" y="134"/>
                </a:lnTo>
                <a:lnTo>
                  <a:pt x="346" y="133"/>
                </a:lnTo>
                <a:lnTo>
                  <a:pt x="346" y="132"/>
                </a:lnTo>
                <a:lnTo>
                  <a:pt x="346" y="131"/>
                </a:lnTo>
                <a:lnTo>
                  <a:pt x="346" y="130"/>
                </a:lnTo>
                <a:lnTo>
                  <a:pt x="347" y="130"/>
                </a:lnTo>
                <a:lnTo>
                  <a:pt x="346" y="130"/>
                </a:lnTo>
                <a:lnTo>
                  <a:pt x="345" y="129"/>
                </a:lnTo>
                <a:lnTo>
                  <a:pt x="343" y="129"/>
                </a:lnTo>
                <a:lnTo>
                  <a:pt x="343" y="128"/>
                </a:lnTo>
                <a:lnTo>
                  <a:pt x="343" y="127"/>
                </a:lnTo>
                <a:lnTo>
                  <a:pt x="343" y="126"/>
                </a:lnTo>
                <a:lnTo>
                  <a:pt x="343" y="125"/>
                </a:lnTo>
                <a:lnTo>
                  <a:pt x="344" y="125"/>
                </a:lnTo>
                <a:lnTo>
                  <a:pt x="345" y="125"/>
                </a:lnTo>
                <a:lnTo>
                  <a:pt x="345" y="124"/>
                </a:lnTo>
                <a:lnTo>
                  <a:pt x="345" y="123"/>
                </a:lnTo>
                <a:lnTo>
                  <a:pt x="345" y="122"/>
                </a:lnTo>
                <a:lnTo>
                  <a:pt x="344" y="122"/>
                </a:lnTo>
                <a:lnTo>
                  <a:pt x="344" y="121"/>
                </a:lnTo>
                <a:lnTo>
                  <a:pt x="344" y="120"/>
                </a:lnTo>
                <a:lnTo>
                  <a:pt x="344" y="119"/>
                </a:lnTo>
                <a:lnTo>
                  <a:pt x="343" y="119"/>
                </a:lnTo>
                <a:lnTo>
                  <a:pt x="343" y="118"/>
                </a:lnTo>
                <a:lnTo>
                  <a:pt x="342" y="118"/>
                </a:lnTo>
                <a:lnTo>
                  <a:pt x="342" y="117"/>
                </a:lnTo>
                <a:lnTo>
                  <a:pt x="342" y="116"/>
                </a:lnTo>
                <a:lnTo>
                  <a:pt x="342" y="115"/>
                </a:lnTo>
                <a:lnTo>
                  <a:pt x="341" y="115"/>
                </a:lnTo>
                <a:lnTo>
                  <a:pt x="341" y="114"/>
                </a:lnTo>
                <a:lnTo>
                  <a:pt x="341" y="112"/>
                </a:lnTo>
                <a:lnTo>
                  <a:pt x="341" y="111"/>
                </a:lnTo>
                <a:lnTo>
                  <a:pt x="342" y="111"/>
                </a:lnTo>
                <a:lnTo>
                  <a:pt x="343" y="111"/>
                </a:lnTo>
                <a:lnTo>
                  <a:pt x="343" y="110"/>
                </a:lnTo>
                <a:lnTo>
                  <a:pt x="344" y="110"/>
                </a:lnTo>
                <a:lnTo>
                  <a:pt x="344" y="109"/>
                </a:lnTo>
                <a:lnTo>
                  <a:pt x="345" y="109"/>
                </a:lnTo>
                <a:lnTo>
                  <a:pt x="346" y="109"/>
                </a:lnTo>
                <a:lnTo>
                  <a:pt x="346" y="108"/>
                </a:lnTo>
                <a:lnTo>
                  <a:pt x="345" y="108"/>
                </a:lnTo>
                <a:lnTo>
                  <a:pt x="346" y="108"/>
                </a:lnTo>
                <a:lnTo>
                  <a:pt x="346" y="107"/>
                </a:lnTo>
                <a:lnTo>
                  <a:pt x="347" y="107"/>
                </a:lnTo>
                <a:lnTo>
                  <a:pt x="348" y="107"/>
                </a:lnTo>
                <a:lnTo>
                  <a:pt x="349" y="107"/>
                </a:lnTo>
                <a:lnTo>
                  <a:pt x="348" y="107"/>
                </a:lnTo>
                <a:lnTo>
                  <a:pt x="348" y="108"/>
                </a:lnTo>
                <a:lnTo>
                  <a:pt x="349" y="108"/>
                </a:lnTo>
                <a:lnTo>
                  <a:pt x="350" y="108"/>
                </a:lnTo>
                <a:lnTo>
                  <a:pt x="350" y="107"/>
                </a:lnTo>
                <a:lnTo>
                  <a:pt x="351" y="106"/>
                </a:lnTo>
                <a:lnTo>
                  <a:pt x="351" y="107"/>
                </a:lnTo>
                <a:lnTo>
                  <a:pt x="352" y="107"/>
                </a:lnTo>
                <a:lnTo>
                  <a:pt x="353" y="107"/>
                </a:lnTo>
                <a:lnTo>
                  <a:pt x="354" y="107"/>
                </a:lnTo>
                <a:lnTo>
                  <a:pt x="355" y="107"/>
                </a:lnTo>
                <a:lnTo>
                  <a:pt x="356" y="107"/>
                </a:lnTo>
                <a:lnTo>
                  <a:pt x="357" y="108"/>
                </a:lnTo>
                <a:lnTo>
                  <a:pt x="358" y="109"/>
                </a:lnTo>
                <a:lnTo>
                  <a:pt x="359" y="110"/>
                </a:lnTo>
                <a:lnTo>
                  <a:pt x="360" y="110"/>
                </a:lnTo>
                <a:lnTo>
                  <a:pt x="360" y="111"/>
                </a:lnTo>
                <a:lnTo>
                  <a:pt x="360" y="112"/>
                </a:lnTo>
                <a:lnTo>
                  <a:pt x="361" y="113"/>
                </a:lnTo>
                <a:lnTo>
                  <a:pt x="361" y="114"/>
                </a:lnTo>
                <a:lnTo>
                  <a:pt x="362" y="114"/>
                </a:lnTo>
                <a:lnTo>
                  <a:pt x="362" y="115"/>
                </a:lnTo>
                <a:lnTo>
                  <a:pt x="362" y="116"/>
                </a:lnTo>
                <a:lnTo>
                  <a:pt x="363" y="116"/>
                </a:lnTo>
                <a:lnTo>
                  <a:pt x="363" y="117"/>
                </a:lnTo>
                <a:lnTo>
                  <a:pt x="364" y="117"/>
                </a:lnTo>
                <a:lnTo>
                  <a:pt x="364" y="118"/>
                </a:lnTo>
                <a:lnTo>
                  <a:pt x="365" y="119"/>
                </a:lnTo>
                <a:lnTo>
                  <a:pt x="365" y="118"/>
                </a:lnTo>
                <a:lnTo>
                  <a:pt x="366" y="117"/>
                </a:lnTo>
                <a:lnTo>
                  <a:pt x="365" y="117"/>
                </a:lnTo>
                <a:lnTo>
                  <a:pt x="365" y="116"/>
                </a:lnTo>
                <a:lnTo>
                  <a:pt x="366" y="115"/>
                </a:lnTo>
                <a:lnTo>
                  <a:pt x="365" y="115"/>
                </a:lnTo>
                <a:lnTo>
                  <a:pt x="365" y="114"/>
                </a:lnTo>
                <a:lnTo>
                  <a:pt x="365" y="113"/>
                </a:lnTo>
                <a:lnTo>
                  <a:pt x="366" y="112"/>
                </a:lnTo>
                <a:lnTo>
                  <a:pt x="366" y="111"/>
                </a:lnTo>
                <a:lnTo>
                  <a:pt x="367" y="111"/>
                </a:lnTo>
                <a:lnTo>
                  <a:pt x="368" y="111"/>
                </a:lnTo>
                <a:lnTo>
                  <a:pt x="369" y="111"/>
                </a:lnTo>
                <a:lnTo>
                  <a:pt x="370" y="111"/>
                </a:lnTo>
                <a:lnTo>
                  <a:pt x="371" y="111"/>
                </a:lnTo>
                <a:lnTo>
                  <a:pt x="372" y="111"/>
                </a:lnTo>
                <a:lnTo>
                  <a:pt x="373" y="111"/>
                </a:lnTo>
                <a:lnTo>
                  <a:pt x="374" y="111"/>
                </a:lnTo>
                <a:lnTo>
                  <a:pt x="375" y="112"/>
                </a:lnTo>
                <a:lnTo>
                  <a:pt x="375" y="113"/>
                </a:lnTo>
                <a:lnTo>
                  <a:pt x="376" y="113"/>
                </a:lnTo>
                <a:lnTo>
                  <a:pt x="376" y="114"/>
                </a:lnTo>
                <a:lnTo>
                  <a:pt x="377" y="115"/>
                </a:lnTo>
                <a:lnTo>
                  <a:pt x="378" y="115"/>
                </a:lnTo>
                <a:lnTo>
                  <a:pt x="378" y="116"/>
                </a:lnTo>
                <a:lnTo>
                  <a:pt x="379" y="116"/>
                </a:lnTo>
                <a:lnTo>
                  <a:pt x="379" y="117"/>
                </a:lnTo>
                <a:lnTo>
                  <a:pt x="380" y="117"/>
                </a:lnTo>
                <a:lnTo>
                  <a:pt x="381" y="118"/>
                </a:lnTo>
                <a:lnTo>
                  <a:pt x="382" y="119"/>
                </a:lnTo>
                <a:lnTo>
                  <a:pt x="383" y="120"/>
                </a:lnTo>
                <a:lnTo>
                  <a:pt x="384" y="121"/>
                </a:lnTo>
                <a:lnTo>
                  <a:pt x="384" y="122"/>
                </a:lnTo>
                <a:lnTo>
                  <a:pt x="385" y="122"/>
                </a:lnTo>
                <a:lnTo>
                  <a:pt x="385" y="123"/>
                </a:lnTo>
                <a:lnTo>
                  <a:pt x="386" y="123"/>
                </a:lnTo>
                <a:lnTo>
                  <a:pt x="386" y="124"/>
                </a:lnTo>
                <a:lnTo>
                  <a:pt x="387" y="124"/>
                </a:lnTo>
                <a:lnTo>
                  <a:pt x="387" y="123"/>
                </a:lnTo>
                <a:lnTo>
                  <a:pt x="388" y="122"/>
                </a:lnTo>
                <a:lnTo>
                  <a:pt x="388" y="121"/>
                </a:lnTo>
                <a:lnTo>
                  <a:pt x="389" y="121"/>
                </a:lnTo>
                <a:lnTo>
                  <a:pt x="389" y="120"/>
                </a:lnTo>
                <a:lnTo>
                  <a:pt x="390" y="120"/>
                </a:lnTo>
                <a:lnTo>
                  <a:pt x="390" y="119"/>
                </a:lnTo>
                <a:lnTo>
                  <a:pt x="389" y="119"/>
                </a:lnTo>
                <a:lnTo>
                  <a:pt x="389" y="118"/>
                </a:lnTo>
                <a:lnTo>
                  <a:pt x="390" y="117"/>
                </a:lnTo>
                <a:lnTo>
                  <a:pt x="391" y="117"/>
                </a:lnTo>
                <a:lnTo>
                  <a:pt x="392" y="116"/>
                </a:lnTo>
                <a:lnTo>
                  <a:pt x="392" y="115"/>
                </a:lnTo>
                <a:lnTo>
                  <a:pt x="391" y="114"/>
                </a:lnTo>
                <a:lnTo>
                  <a:pt x="392" y="114"/>
                </a:lnTo>
                <a:lnTo>
                  <a:pt x="393" y="113"/>
                </a:lnTo>
                <a:lnTo>
                  <a:pt x="394" y="113"/>
                </a:lnTo>
                <a:lnTo>
                  <a:pt x="395" y="112"/>
                </a:lnTo>
                <a:lnTo>
                  <a:pt x="395" y="111"/>
                </a:lnTo>
                <a:lnTo>
                  <a:pt x="395" y="110"/>
                </a:lnTo>
                <a:lnTo>
                  <a:pt x="396" y="110"/>
                </a:lnTo>
                <a:lnTo>
                  <a:pt x="396" y="109"/>
                </a:lnTo>
                <a:lnTo>
                  <a:pt x="395" y="109"/>
                </a:lnTo>
                <a:lnTo>
                  <a:pt x="395" y="108"/>
                </a:lnTo>
                <a:lnTo>
                  <a:pt x="396" y="108"/>
                </a:lnTo>
                <a:lnTo>
                  <a:pt x="397" y="107"/>
                </a:lnTo>
                <a:lnTo>
                  <a:pt x="396" y="106"/>
                </a:lnTo>
                <a:lnTo>
                  <a:pt x="396" y="105"/>
                </a:lnTo>
                <a:lnTo>
                  <a:pt x="395" y="105"/>
                </a:lnTo>
                <a:lnTo>
                  <a:pt x="394" y="105"/>
                </a:lnTo>
                <a:lnTo>
                  <a:pt x="394" y="104"/>
                </a:lnTo>
                <a:lnTo>
                  <a:pt x="393" y="104"/>
                </a:lnTo>
                <a:lnTo>
                  <a:pt x="392" y="104"/>
                </a:lnTo>
                <a:lnTo>
                  <a:pt x="391" y="104"/>
                </a:lnTo>
                <a:lnTo>
                  <a:pt x="391" y="103"/>
                </a:lnTo>
                <a:lnTo>
                  <a:pt x="390" y="103"/>
                </a:lnTo>
                <a:lnTo>
                  <a:pt x="389" y="103"/>
                </a:lnTo>
                <a:lnTo>
                  <a:pt x="389" y="102"/>
                </a:lnTo>
                <a:lnTo>
                  <a:pt x="388" y="101"/>
                </a:lnTo>
                <a:lnTo>
                  <a:pt x="389" y="100"/>
                </a:lnTo>
                <a:lnTo>
                  <a:pt x="389" y="99"/>
                </a:lnTo>
                <a:lnTo>
                  <a:pt x="389" y="98"/>
                </a:lnTo>
                <a:lnTo>
                  <a:pt x="390" y="96"/>
                </a:lnTo>
                <a:lnTo>
                  <a:pt x="390" y="95"/>
                </a:lnTo>
                <a:lnTo>
                  <a:pt x="391" y="94"/>
                </a:lnTo>
                <a:lnTo>
                  <a:pt x="391" y="93"/>
                </a:lnTo>
                <a:lnTo>
                  <a:pt x="392" y="93"/>
                </a:lnTo>
                <a:lnTo>
                  <a:pt x="392" y="92"/>
                </a:lnTo>
                <a:lnTo>
                  <a:pt x="392" y="91"/>
                </a:lnTo>
                <a:lnTo>
                  <a:pt x="393" y="91"/>
                </a:lnTo>
                <a:lnTo>
                  <a:pt x="393" y="90"/>
                </a:lnTo>
                <a:lnTo>
                  <a:pt x="394" y="89"/>
                </a:lnTo>
                <a:lnTo>
                  <a:pt x="395" y="89"/>
                </a:lnTo>
                <a:lnTo>
                  <a:pt x="396" y="89"/>
                </a:lnTo>
                <a:lnTo>
                  <a:pt x="397" y="89"/>
                </a:lnTo>
                <a:lnTo>
                  <a:pt x="399" y="89"/>
                </a:lnTo>
                <a:lnTo>
                  <a:pt x="400" y="89"/>
                </a:lnTo>
                <a:lnTo>
                  <a:pt x="400" y="88"/>
                </a:lnTo>
                <a:lnTo>
                  <a:pt x="399" y="88"/>
                </a:lnTo>
                <a:lnTo>
                  <a:pt x="399" y="87"/>
                </a:lnTo>
                <a:lnTo>
                  <a:pt x="399" y="86"/>
                </a:lnTo>
                <a:lnTo>
                  <a:pt x="400" y="85"/>
                </a:lnTo>
                <a:lnTo>
                  <a:pt x="400" y="84"/>
                </a:lnTo>
                <a:lnTo>
                  <a:pt x="400" y="83"/>
                </a:lnTo>
                <a:lnTo>
                  <a:pt x="400" y="82"/>
                </a:lnTo>
                <a:lnTo>
                  <a:pt x="400" y="81"/>
                </a:lnTo>
                <a:lnTo>
                  <a:pt x="400" y="80"/>
                </a:lnTo>
                <a:lnTo>
                  <a:pt x="400" y="79"/>
                </a:lnTo>
                <a:lnTo>
                  <a:pt x="399" y="79"/>
                </a:lnTo>
                <a:lnTo>
                  <a:pt x="399" y="78"/>
                </a:lnTo>
                <a:lnTo>
                  <a:pt x="400" y="78"/>
                </a:lnTo>
                <a:lnTo>
                  <a:pt x="401" y="77"/>
                </a:lnTo>
                <a:lnTo>
                  <a:pt x="401" y="78"/>
                </a:lnTo>
                <a:lnTo>
                  <a:pt x="401" y="77"/>
                </a:lnTo>
                <a:lnTo>
                  <a:pt x="402" y="77"/>
                </a:lnTo>
                <a:lnTo>
                  <a:pt x="402" y="78"/>
                </a:lnTo>
                <a:lnTo>
                  <a:pt x="403" y="78"/>
                </a:lnTo>
                <a:lnTo>
                  <a:pt x="404" y="78"/>
                </a:lnTo>
                <a:lnTo>
                  <a:pt x="405" y="78"/>
                </a:lnTo>
                <a:lnTo>
                  <a:pt x="405" y="77"/>
                </a:lnTo>
                <a:lnTo>
                  <a:pt x="405" y="76"/>
                </a:lnTo>
                <a:lnTo>
                  <a:pt x="405" y="75"/>
                </a:lnTo>
                <a:lnTo>
                  <a:pt x="405" y="74"/>
                </a:lnTo>
                <a:lnTo>
                  <a:pt x="406" y="74"/>
                </a:lnTo>
                <a:lnTo>
                  <a:pt x="406" y="73"/>
                </a:lnTo>
                <a:lnTo>
                  <a:pt x="407" y="73"/>
                </a:lnTo>
                <a:lnTo>
                  <a:pt x="407" y="74"/>
                </a:lnTo>
                <a:lnTo>
                  <a:pt x="408" y="74"/>
                </a:lnTo>
                <a:lnTo>
                  <a:pt x="409" y="75"/>
                </a:lnTo>
                <a:lnTo>
                  <a:pt x="410" y="75"/>
                </a:lnTo>
                <a:lnTo>
                  <a:pt x="410" y="76"/>
                </a:lnTo>
                <a:lnTo>
                  <a:pt x="410" y="77"/>
                </a:lnTo>
                <a:lnTo>
                  <a:pt x="411" y="77"/>
                </a:lnTo>
                <a:lnTo>
                  <a:pt x="412" y="78"/>
                </a:lnTo>
                <a:lnTo>
                  <a:pt x="412" y="79"/>
                </a:lnTo>
                <a:lnTo>
                  <a:pt x="412" y="80"/>
                </a:lnTo>
                <a:lnTo>
                  <a:pt x="411" y="81"/>
                </a:lnTo>
                <a:lnTo>
                  <a:pt x="411" y="82"/>
                </a:lnTo>
                <a:lnTo>
                  <a:pt x="412" y="82"/>
                </a:lnTo>
                <a:lnTo>
                  <a:pt x="411" y="83"/>
                </a:lnTo>
                <a:lnTo>
                  <a:pt x="411" y="84"/>
                </a:lnTo>
                <a:lnTo>
                  <a:pt x="412" y="85"/>
                </a:lnTo>
                <a:lnTo>
                  <a:pt x="412" y="86"/>
                </a:lnTo>
                <a:lnTo>
                  <a:pt x="413" y="86"/>
                </a:lnTo>
                <a:lnTo>
                  <a:pt x="414" y="86"/>
                </a:lnTo>
                <a:lnTo>
                  <a:pt x="414" y="87"/>
                </a:lnTo>
                <a:lnTo>
                  <a:pt x="413" y="88"/>
                </a:lnTo>
                <a:lnTo>
                  <a:pt x="414" y="89"/>
                </a:lnTo>
                <a:lnTo>
                  <a:pt x="415" y="89"/>
                </a:lnTo>
                <a:lnTo>
                  <a:pt x="414" y="90"/>
                </a:lnTo>
                <a:lnTo>
                  <a:pt x="413" y="90"/>
                </a:lnTo>
                <a:lnTo>
                  <a:pt x="412" y="91"/>
                </a:lnTo>
                <a:lnTo>
                  <a:pt x="413" y="91"/>
                </a:lnTo>
                <a:lnTo>
                  <a:pt x="413" y="93"/>
                </a:lnTo>
                <a:lnTo>
                  <a:pt x="412" y="93"/>
                </a:lnTo>
                <a:lnTo>
                  <a:pt x="412" y="94"/>
                </a:lnTo>
                <a:lnTo>
                  <a:pt x="411" y="94"/>
                </a:lnTo>
                <a:lnTo>
                  <a:pt x="410" y="95"/>
                </a:lnTo>
                <a:lnTo>
                  <a:pt x="410" y="96"/>
                </a:lnTo>
                <a:lnTo>
                  <a:pt x="409" y="96"/>
                </a:lnTo>
                <a:lnTo>
                  <a:pt x="409" y="97"/>
                </a:lnTo>
                <a:lnTo>
                  <a:pt x="410" y="97"/>
                </a:lnTo>
                <a:lnTo>
                  <a:pt x="410" y="98"/>
                </a:lnTo>
                <a:lnTo>
                  <a:pt x="409" y="98"/>
                </a:lnTo>
                <a:lnTo>
                  <a:pt x="409" y="99"/>
                </a:lnTo>
                <a:lnTo>
                  <a:pt x="409" y="100"/>
                </a:lnTo>
                <a:lnTo>
                  <a:pt x="409" y="101"/>
                </a:lnTo>
                <a:lnTo>
                  <a:pt x="409" y="102"/>
                </a:lnTo>
                <a:lnTo>
                  <a:pt x="408" y="102"/>
                </a:lnTo>
                <a:lnTo>
                  <a:pt x="407" y="102"/>
                </a:lnTo>
                <a:lnTo>
                  <a:pt x="407" y="103"/>
                </a:lnTo>
                <a:lnTo>
                  <a:pt x="407" y="104"/>
                </a:lnTo>
                <a:lnTo>
                  <a:pt x="406" y="104"/>
                </a:lnTo>
                <a:lnTo>
                  <a:pt x="405" y="104"/>
                </a:lnTo>
                <a:lnTo>
                  <a:pt x="405" y="105"/>
                </a:lnTo>
                <a:lnTo>
                  <a:pt x="405" y="104"/>
                </a:lnTo>
                <a:lnTo>
                  <a:pt x="405" y="105"/>
                </a:lnTo>
                <a:lnTo>
                  <a:pt x="405" y="106"/>
                </a:lnTo>
                <a:lnTo>
                  <a:pt x="404" y="106"/>
                </a:lnTo>
                <a:lnTo>
                  <a:pt x="404" y="107"/>
                </a:lnTo>
                <a:lnTo>
                  <a:pt x="404" y="106"/>
                </a:lnTo>
                <a:lnTo>
                  <a:pt x="403" y="106"/>
                </a:lnTo>
                <a:lnTo>
                  <a:pt x="403" y="105"/>
                </a:lnTo>
                <a:lnTo>
                  <a:pt x="403" y="106"/>
                </a:lnTo>
                <a:lnTo>
                  <a:pt x="402" y="106"/>
                </a:lnTo>
                <a:lnTo>
                  <a:pt x="401" y="106"/>
                </a:lnTo>
                <a:lnTo>
                  <a:pt x="400" y="107"/>
                </a:lnTo>
                <a:lnTo>
                  <a:pt x="399" y="107"/>
                </a:lnTo>
                <a:lnTo>
                  <a:pt x="400" y="108"/>
                </a:lnTo>
                <a:lnTo>
                  <a:pt x="400" y="109"/>
                </a:lnTo>
                <a:lnTo>
                  <a:pt x="400" y="110"/>
                </a:lnTo>
                <a:lnTo>
                  <a:pt x="401" y="110"/>
                </a:lnTo>
                <a:lnTo>
                  <a:pt x="401" y="111"/>
                </a:lnTo>
                <a:lnTo>
                  <a:pt x="402" y="111"/>
                </a:lnTo>
                <a:lnTo>
                  <a:pt x="402" y="110"/>
                </a:lnTo>
                <a:lnTo>
                  <a:pt x="403" y="111"/>
                </a:lnTo>
                <a:lnTo>
                  <a:pt x="403" y="112"/>
                </a:lnTo>
                <a:lnTo>
                  <a:pt x="404" y="112"/>
                </a:lnTo>
                <a:lnTo>
                  <a:pt x="405" y="112"/>
                </a:lnTo>
                <a:lnTo>
                  <a:pt x="405" y="113"/>
                </a:lnTo>
                <a:lnTo>
                  <a:pt x="405" y="114"/>
                </a:lnTo>
                <a:lnTo>
                  <a:pt x="406" y="115"/>
                </a:lnTo>
                <a:lnTo>
                  <a:pt x="406" y="116"/>
                </a:lnTo>
                <a:lnTo>
                  <a:pt x="406" y="118"/>
                </a:lnTo>
                <a:lnTo>
                  <a:pt x="406" y="119"/>
                </a:lnTo>
                <a:lnTo>
                  <a:pt x="405" y="120"/>
                </a:lnTo>
                <a:lnTo>
                  <a:pt x="404" y="121"/>
                </a:lnTo>
                <a:lnTo>
                  <a:pt x="404" y="122"/>
                </a:lnTo>
                <a:lnTo>
                  <a:pt x="405" y="122"/>
                </a:lnTo>
                <a:lnTo>
                  <a:pt x="406" y="123"/>
                </a:lnTo>
                <a:lnTo>
                  <a:pt x="407" y="123"/>
                </a:lnTo>
                <a:lnTo>
                  <a:pt x="408" y="123"/>
                </a:lnTo>
                <a:lnTo>
                  <a:pt x="408" y="124"/>
                </a:lnTo>
                <a:lnTo>
                  <a:pt x="409" y="123"/>
                </a:lnTo>
                <a:lnTo>
                  <a:pt x="409" y="122"/>
                </a:lnTo>
                <a:lnTo>
                  <a:pt x="410" y="121"/>
                </a:lnTo>
                <a:lnTo>
                  <a:pt x="410" y="120"/>
                </a:lnTo>
                <a:lnTo>
                  <a:pt x="411" y="120"/>
                </a:lnTo>
                <a:lnTo>
                  <a:pt x="412" y="119"/>
                </a:lnTo>
                <a:lnTo>
                  <a:pt x="413" y="119"/>
                </a:lnTo>
                <a:lnTo>
                  <a:pt x="413" y="118"/>
                </a:lnTo>
                <a:lnTo>
                  <a:pt x="414" y="118"/>
                </a:lnTo>
                <a:lnTo>
                  <a:pt x="414" y="117"/>
                </a:lnTo>
                <a:lnTo>
                  <a:pt x="414" y="116"/>
                </a:lnTo>
                <a:lnTo>
                  <a:pt x="414" y="115"/>
                </a:lnTo>
                <a:lnTo>
                  <a:pt x="415" y="115"/>
                </a:lnTo>
                <a:lnTo>
                  <a:pt x="416" y="115"/>
                </a:lnTo>
                <a:lnTo>
                  <a:pt x="417" y="115"/>
                </a:lnTo>
                <a:lnTo>
                  <a:pt x="418" y="115"/>
                </a:lnTo>
                <a:lnTo>
                  <a:pt x="418" y="114"/>
                </a:lnTo>
                <a:lnTo>
                  <a:pt x="419" y="114"/>
                </a:lnTo>
                <a:lnTo>
                  <a:pt x="420" y="114"/>
                </a:lnTo>
                <a:lnTo>
                  <a:pt x="421" y="114"/>
                </a:lnTo>
                <a:lnTo>
                  <a:pt x="422" y="114"/>
                </a:lnTo>
                <a:lnTo>
                  <a:pt x="423" y="114"/>
                </a:lnTo>
                <a:lnTo>
                  <a:pt x="424" y="114"/>
                </a:lnTo>
                <a:lnTo>
                  <a:pt x="425" y="114"/>
                </a:lnTo>
                <a:lnTo>
                  <a:pt x="426" y="114"/>
                </a:lnTo>
                <a:lnTo>
                  <a:pt x="427" y="114"/>
                </a:lnTo>
                <a:lnTo>
                  <a:pt x="427" y="115"/>
                </a:lnTo>
                <a:lnTo>
                  <a:pt x="427" y="114"/>
                </a:lnTo>
                <a:lnTo>
                  <a:pt x="428" y="114"/>
                </a:lnTo>
                <a:lnTo>
                  <a:pt x="427" y="114"/>
                </a:lnTo>
                <a:lnTo>
                  <a:pt x="428" y="113"/>
                </a:lnTo>
                <a:lnTo>
                  <a:pt x="428" y="114"/>
                </a:lnTo>
                <a:lnTo>
                  <a:pt x="428" y="113"/>
                </a:lnTo>
                <a:lnTo>
                  <a:pt x="429" y="112"/>
                </a:lnTo>
                <a:lnTo>
                  <a:pt x="428" y="112"/>
                </a:lnTo>
                <a:lnTo>
                  <a:pt x="428" y="111"/>
                </a:lnTo>
                <a:lnTo>
                  <a:pt x="429" y="111"/>
                </a:lnTo>
                <a:lnTo>
                  <a:pt x="429" y="110"/>
                </a:lnTo>
                <a:lnTo>
                  <a:pt x="429" y="109"/>
                </a:lnTo>
                <a:lnTo>
                  <a:pt x="429" y="108"/>
                </a:lnTo>
                <a:lnTo>
                  <a:pt x="430" y="108"/>
                </a:lnTo>
                <a:lnTo>
                  <a:pt x="430" y="107"/>
                </a:lnTo>
                <a:lnTo>
                  <a:pt x="429" y="107"/>
                </a:lnTo>
                <a:lnTo>
                  <a:pt x="430" y="106"/>
                </a:lnTo>
                <a:lnTo>
                  <a:pt x="430" y="105"/>
                </a:lnTo>
                <a:lnTo>
                  <a:pt x="430" y="104"/>
                </a:lnTo>
                <a:lnTo>
                  <a:pt x="431" y="104"/>
                </a:lnTo>
                <a:lnTo>
                  <a:pt x="431" y="105"/>
                </a:lnTo>
                <a:lnTo>
                  <a:pt x="431" y="106"/>
                </a:lnTo>
                <a:lnTo>
                  <a:pt x="432" y="106"/>
                </a:lnTo>
                <a:lnTo>
                  <a:pt x="433" y="106"/>
                </a:lnTo>
                <a:lnTo>
                  <a:pt x="433" y="107"/>
                </a:lnTo>
                <a:lnTo>
                  <a:pt x="434" y="107"/>
                </a:lnTo>
                <a:lnTo>
                  <a:pt x="434" y="108"/>
                </a:lnTo>
                <a:lnTo>
                  <a:pt x="434" y="109"/>
                </a:lnTo>
                <a:lnTo>
                  <a:pt x="435" y="110"/>
                </a:lnTo>
                <a:lnTo>
                  <a:pt x="436" y="110"/>
                </a:lnTo>
                <a:lnTo>
                  <a:pt x="437" y="111"/>
                </a:lnTo>
                <a:lnTo>
                  <a:pt x="438" y="111"/>
                </a:lnTo>
                <a:lnTo>
                  <a:pt x="438" y="112"/>
                </a:lnTo>
                <a:lnTo>
                  <a:pt x="439" y="111"/>
                </a:lnTo>
                <a:lnTo>
                  <a:pt x="440" y="110"/>
                </a:lnTo>
                <a:lnTo>
                  <a:pt x="439" y="110"/>
                </a:lnTo>
                <a:lnTo>
                  <a:pt x="439" y="109"/>
                </a:lnTo>
                <a:lnTo>
                  <a:pt x="440" y="109"/>
                </a:lnTo>
                <a:lnTo>
                  <a:pt x="439" y="107"/>
                </a:lnTo>
                <a:lnTo>
                  <a:pt x="439" y="106"/>
                </a:lnTo>
                <a:lnTo>
                  <a:pt x="439" y="105"/>
                </a:lnTo>
                <a:lnTo>
                  <a:pt x="439" y="104"/>
                </a:lnTo>
                <a:lnTo>
                  <a:pt x="438" y="104"/>
                </a:lnTo>
                <a:lnTo>
                  <a:pt x="438" y="102"/>
                </a:lnTo>
                <a:lnTo>
                  <a:pt x="439" y="102"/>
                </a:lnTo>
                <a:lnTo>
                  <a:pt x="438" y="101"/>
                </a:lnTo>
                <a:lnTo>
                  <a:pt x="437" y="101"/>
                </a:lnTo>
                <a:lnTo>
                  <a:pt x="437" y="100"/>
                </a:lnTo>
                <a:lnTo>
                  <a:pt x="438" y="100"/>
                </a:lnTo>
                <a:lnTo>
                  <a:pt x="438" y="99"/>
                </a:lnTo>
                <a:lnTo>
                  <a:pt x="439" y="99"/>
                </a:lnTo>
                <a:lnTo>
                  <a:pt x="440" y="99"/>
                </a:lnTo>
                <a:lnTo>
                  <a:pt x="440" y="98"/>
                </a:lnTo>
                <a:lnTo>
                  <a:pt x="440" y="97"/>
                </a:lnTo>
                <a:lnTo>
                  <a:pt x="441" y="97"/>
                </a:lnTo>
                <a:lnTo>
                  <a:pt x="441" y="96"/>
                </a:lnTo>
                <a:lnTo>
                  <a:pt x="441" y="95"/>
                </a:lnTo>
                <a:lnTo>
                  <a:pt x="442" y="95"/>
                </a:lnTo>
                <a:lnTo>
                  <a:pt x="442" y="94"/>
                </a:lnTo>
                <a:lnTo>
                  <a:pt x="443" y="94"/>
                </a:lnTo>
                <a:lnTo>
                  <a:pt x="444" y="94"/>
                </a:lnTo>
                <a:lnTo>
                  <a:pt x="444" y="93"/>
                </a:lnTo>
                <a:lnTo>
                  <a:pt x="443" y="93"/>
                </a:lnTo>
                <a:lnTo>
                  <a:pt x="443" y="92"/>
                </a:lnTo>
                <a:lnTo>
                  <a:pt x="444" y="92"/>
                </a:lnTo>
                <a:lnTo>
                  <a:pt x="444" y="91"/>
                </a:lnTo>
                <a:lnTo>
                  <a:pt x="445" y="91"/>
                </a:lnTo>
                <a:lnTo>
                  <a:pt x="444" y="92"/>
                </a:lnTo>
                <a:lnTo>
                  <a:pt x="445" y="92"/>
                </a:lnTo>
                <a:lnTo>
                  <a:pt x="445" y="93"/>
                </a:lnTo>
                <a:lnTo>
                  <a:pt x="446" y="93"/>
                </a:lnTo>
                <a:lnTo>
                  <a:pt x="446" y="92"/>
                </a:lnTo>
                <a:lnTo>
                  <a:pt x="447" y="92"/>
                </a:lnTo>
                <a:lnTo>
                  <a:pt x="448" y="93"/>
                </a:lnTo>
                <a:lnTo>
                  <a:pt x="448" y="94"/>
                </a:lnTo>
                <a:lnTo>
                  <a:pt x="449" y="94"/>
                </a:lnTo>
                <a:lnTo>
                  <a:pt x="450" y="94"/>
                </a:lnTo>
                <a:lnTo>
                  <a:pt x="450" y="93"/>
                </a:lnTo>
                <a:lnTo>
                  <a:pt x="451" y="93"/>
                </a:lnTo>
                <a:lnTo>
                  <a:pt x="451" y="92"/>
                </a:lnTo>
                <a:lnTo>
                  <a:pt x="452" y="93"/>
                </a:lnTo>
                <a:lnTo>
                  <a:pt x="452" y="94"/>
                </a:lnTo>
                <a:lnTo>
                  <a:pt x="453" y="94"/>
                </a:lnTo>
                <a:lnTo>
                  <a:pt x="454" y="94"/>
                </a:lnTo>
                <a:lnTo>
                  <a:pt x="453" y="93"/>
                </a:lnTo>
                <a:lnTo>
                  <a:pt x="453" y="92"/>
                </a:lnTo>
                <a:lnTo>
                  <a:pt x="454" y="92"/>
                </a:lnTo>
                <a:lnTo>
                  <a:pt x="455" y="93"/>
                </a:lnTo>
                <a:lnTo>
                  <a:pt x="456" y="93"/>
                </a:lnTo>
                <a:lnTo>
                  <a:pt x="456" y="92"/>
                </a:lnTo>
                <a:lnTo>
                  <a:pt x="457" y="92"/>
                </a:lnTo>
                <a:lnTo>
                  <a:pt x="457" y="91"/>
                </a:lnTo>
                <a:lnTo>
                  <a:pt x="457" y="90"/>
                </a:lnTo>
                <a:lnTo>
                  <a:pt x="458" y="90"/>
                </a:lnTo>
                <a:lnTo>
                  <a:pt x="459" y="90"/>
                </a:lnTo>
                <a:lnTo>
                  <a:pt x="459" y="89"/>
                </a:lnTo>
                <a:lnTo>
                  <a:pt x="460" y="88"/>
                </a:lnTo>
                <a:lnTo>
                  <a:pt x="461" y="88"/>
                </a:lnTo>
                <a:lnTo>
                  <a:pt x="462" y="88"/>
                </a:lnTo>
                <a:lnTo>
                  <a:pt x="462" y="87"/>
                </a:lnTo>
                <a:lnTo>
                  <a:pt x="461" y="87"/>
                </a:lnTo>
                <a:lnTo>
                  <a:pt x="461" y="86"/>
                </a:lnTo>
                <a:lnTo>
                  <a:pt x="462" y="86"/>
                </a:lnTo>
                <a:lnTo>
                  <a:pt x="462" y="87"/>
                </a:lnTo>
                <a:lnTo>
                  <a:pt x="463" y="87"/>
                </a:lnTo>
                <a:lnTo>
                  <a:pt x="463" y="88"/>
                </a:lnTo>
                <a:lnTo>
                  <a:pt x="464" y="87"/>
                </a:lnTo>
                <a:lnTo>
                  <a:pt x="463" y="87"/>
                </a:lnTo>
                <a:lnTo>
                  <a:pt x="462" y="86"/>
                </a:lnTo>
                <a:lnTo>
                  <a:pt x="462" y="85"/>
                </a:lnTo>
                <a:lnTo>
                  <a:pt x="461" y="85"/>
                </a:lnTo>
                <a:lnTo>
                  <a:pt x="461" y="84"/>
                </a:lnTo>
                <a:lnTo>
                  <a:pt x="461" y="83"/>
                </a:lnTo>
                <a:lnTo>
                  <a:pt x="462" y="83"/>
                </a:lnTo>
                <a:lnTo>
                  <a:pt x="462" y="82"/>
                </a:lnTo>
                <a:lnTo>
                  <a:pt x="461" y="82"/>
                </a:lnTo>
                <a:lnTo>
                  <a:pt x="461" y="81"/>
                </a:lnTo>
                <a:lnTo>
                  <a:pt x="460" y="80"/>
                </a:lnTo>
                <a:lnTo>
                  <a:pt x="461" y="80"/>
                </a:lnTo>
                <a:lnTo>
                  <a:pt x="462" y="80"/>
                </a:lnTo>
                <a:lnTo>
                  <a:pt x="463" y="80"/>
                </a:lnTo>
                <a:lnTo>
                  <a:pt x="463" y="79"/>
                </a:lnTo>
                <a:lnTo>
                  <a:pt x="463" y="78"/>
                </a:lnTo>
                <a:lnTo>
                  <a:pt x="462" y="78"/>
                </a:lnTo>
                <a:lnTo>
                  <a:pt x="461" y="78"/>
                </a:lnTo>
                <a:lnTo>
                  <a:pt x="461" y="77"/>
                </a:lnTo>
                <a:lnTo>
                  <a:pt x="461" y="76"/>
                </a:lnTo>
                <a:lnTo>
                  <a:pt x="460" y="76"/>
                </a:lnTo>
                <a:lnTo>
                  <a:pt x="459" y="75"/>
                </a:lnTo>
                <a:lnTo>
                  <a:pt x="458" y="75"/>
                </a:lnTo>
                <a:lnTo>
                  <a:pt x="457" y="75"/>
                </a:lnTo>
                <a:lnTo>
                  <a:pt x="456" y="75"/>
                </a:lnTo>
                <a:lnTo>
                  <a:pt x="456" y="74"/>
                </a:lnTo>
                <a:lnTo>
                  <a:pt x="455" y="74"/>
                </a:lnTo>
                <a:lnTo>
                  <a:pt x="454" y="73"/>
                </a:lnTo>
                <a:lnTo>
                  <a:pt x="453" y="73"/>
                </a:lnTo>
                <a:lnTo>
                  <a:pt x="452" y="73"/>
                </a:lnTo>
                <a:lnTo>
                  <a:pt x="451" y="72"/>
                </a:lnTo>
                <a:lnTo>
                  <a:pt x="450" y="71"/>
                </a:lnTo>
                <a:lnTo>
                  <a:pt x="451" y="71"/>
                </a:lnTo>
                <a:lnTo>
                  <a:pt x="451" y="70"/>
                </a:lnTo>
                <a:lnTo>
                  <a:pt x="450" y="70"/>
                </a:lnTo>
                <a:lnTo>
                  <a:pt x="450" y="69"/>
                </a:lnTo>
                <a:lnTo>
                  <a:pt x="450" y="68"/>
                </a:lnTo>
                <a:lnTo>
                  <a:pt x="449" y="67"/>
                </a:lnTo>
                <a:lnTo>
                  <a:pt x="449" y="66"/>
                </a:lnTo>
                <a:lnTo>
                  <a:pt x="449" y="65"/>
                </a:lnTo>
                <a:lnTo>
                  <a:pt x="449" y="64"/>
                </a:lnTo>
                <a:lnTo>
                  <a:pt x="450" y="63"/>
                </a:lnTo>
                <a:lnTo>
                  <a:pt x="450" y="61"/>
                </a:lnTo>
                <a:lnTo>
                  <a:pt x="451" y="61"/>
                </a:lnTo>
                <a:lnTo>
                  <a:pt x="451" y="60"/>
                </a:lnTo>
                <a:lnTo>
                  <a:pt x="450" y="59"/>
                </a:lnTo>
                <a:lnTo>
                  <a:pt x="449" y="60"/>
                </a:lnTo>
                <a:lnTo>
                  <a:pt x="448" y="61"/>
                </a:lnTo>
                <a:lnTo>
                  <a:pt x="448" y="62"/>
                </a:lnTo>
                <a:lnTo>
                  <a:pt x="447" y="62"/>
                </a:lnTo>
                <a:lnTo>
                  <a:pt x="447" y="61"/>
                </a:lnTo>
                <a:lnTo>
                  <a:pt x="446" y="61"/>
                </a:lnTo>
                <a:lnTo>
                  <a:pt x="446" y="60"/>
                </a:lnTo>
                <a:lnTo>
                  <a:pt x="446" y="59"/>
                </a:lnTo>
                <a:lnTo>
                  <a:pt x="447" y="59"/>
                </a:lnTo>
                <a:lnTo>
                  <a:pt x="448" y="59"/>
                </a:lnTo>
                <a:lnTo>
                  <a:pt x="448" y="58"/>
                </a:lnTo>
                <a:lnTo>
                  <a:pt x="449" y="57"/>
                </a:lnTo>
                <a:lnTo>
                  <a:pt x="449" y="56"/>
                </a:lnTo>
                <a:lnTo>
                  <a:pt x="448" y="55"/>
                </a:lnTo>
                <a:lnTo>
                  <a:pt x="447" y="55"/>
                </a:lnTo>
                <a:lnTo>
                  <a:pt x="446" y="55"/>
                </a:lnTo>
                <a:lnTo>
                  <a:pt x="446" y="54"/>
                </a:lnTo>
                <a:lnTo>
                  <a:pt x="445" y="54"/>
                </a:lnTo>
                <a:lnTo>
                  <a:pt x="442" y="54"/>
                </a:lnTo>
                <a:lnTo>
                  <a:pt x="441" y="53"/>
                </a:lnTo>
                <a:lnTo>
                  <a:pt x="442" y="53"/>
                </a:lnTo>
                <a:lnTo>
                  <a:pt x="442" y="52"/>
                </a:lnTo>
                <a:lnTo>
                  <a:pt x="443" y="52"/>
                </a:lnTo>
                <a:lnTo>
                  <a:pt x="443" y="51"/>
                </a:lnTo>
                <a:lnTo>
                  <a:pt x="444" y="50"/>
                </a:lnTo>
                <a:lnTo>
                  <a:pt x="444" y="49"/>
                </a:lnTo>
                <a:lnTo>
                  <a:pt x="444" y="48"/>
                </a:lnTo>
                <a:lnTo>
                  <a:pt x="443" y="47"/>
                </a:lnTo>
                <a:lnTo>
                  <a:pt x="443" y="46"/>
                </a:lnTo>
                <a:lnTo>
                  <a:pt x="442" y="46"/>
                </a:lnTo>
                <a:lnTo>
                  <a:pt x="441" y="45"/>
                </a:lnTo>
                <a:lnTo>
                  <a:pt x="440" y="44"/>
                </a:lnTo>
                <a:lnTo>
                  <a:pt x="439" y="43"/>
                </a:lnTo>
                <a:lnTo>
                  <a:pt x="439" y="42"/>
                </a:lnTo>
                <a:lnTo>
                  <a:pt x="438" y="42"/>
                </a:lnTo>
                <a:lnTo>
                  <a:pt x="438" y="41"/>
                </a:lnTo>
                <a:lnTo>
                  <a:pt x="438" y="40"/>
                </a:lnTo>
                <a:lnTo>
                  <a:pt x="437" y="40"/>
                </a:lnTo>
                <a:lnTo>
                  <a:pt x="437" y="39"/>
                </a:lnTo>
                <a:lnTo>
                  <a:pt x="436" y="39"/>
                </a:lnTo>
                <a:lnTo>
                  <a:pt x="436" y="38"/>
                </a:lnTo>
                <a:lnTo>
                  <a:pt x="435" y="38"/>
                </a:lnTo>
                <a:lnTo>
                  <a:pt x="434" y="37"/>
                </a:lnTo>
                <a:lnTo>
                  <a:pt x="434" y="36"/>
                </a:lnTo>
                <a:lnTo>
                  <a:pt x="433" y="36"/>
                </a:lnTo>
                <a:lnTo>
                  <a:pt x="432" y="36"/>
                </a:lnTo>
                <a:lnTo>
                  <a:pt x="433" y="36"/>
                </a:lnTo>
                <a:lnTo>
                  <a:pt x="433" y="35"/>
                </a:lnTo>
                <a:lnTo>
                  <a:pt x="433" y="34"/>
                </a:lnTo>
                <a:lnTo>
                  <a:pt x="435" y="34"/>
                </a:lnTo>
                <a:lnTo>
                  <a:pt x="436" y="34"/>
                </a:lnTo>
                <a:lnTo>
                  <a:pt x="436" y="35"/>
                </a:lnTo>
                <a:lnTo>
                  <a:pt x="437" y="35"/>
                </a:lnTo>
                <a:lnTo>
                  <a:pt x="437" y="34"/>
                </a:lnTo>
                <a:lnTo>
                  <a:pt x="438" y="34"/>
                </a:lnTo>
                <a:lnTo>
                  <a:pt x="438" y="35"/>
                </a:lnTo>
                <a:lnTo>
                  <a:pt x="438" y="36"/>
                </a:lnTo>
                <a:lnTo>
                  <a:pt x="439" y="36"/>
                </a:lnTo>
                <a:lnTo>
                  <a:pt x="439" y="35"/>
                </a:lnTo>
                <a:lnTo>
                  <a:pt x="439" y="36"/>
                </a:lnTo>
                <a:lnTo>
                  <a:pt x="440" y="36"/>
                </a:lnTo>
                <a:lnTo>
                  <a:pt x="442" y="36"/>
                </a:lnTo>
                <a:lnTo>
                  <a:pt x="441" y="36"/>
                </a:lnTo>
                <a:lnTo>
                  <a:pt x="441" y="35"/>
                </a:lnTo>
                <a:lnTo>
                  <a:pt x="442" y="35"/>
                </a:lnTo>
                <a:lnTo>
                  <a:pt x="442" y="34"/>
                </a:lnTo>
                <a:lnTo>
                  <a:pt x="443" y="33"/>
                </a:lnTo>
                <a:lnTo>
                  <a:pt x="443" y="34"/>
                </a:lnTo>
                <a:lnTo>
                  <a:pt x="443" y="35"/>
                </a:lnTo>
                <a:lnTo>
                  <a:pt x="443" y="36"/>
                </a:lnTo>
                <a:lnTo>
                  <a:pt x="444" y="36"/>
                </a:lnTo>
                <a:lnTo>
                  <a:pt x="444" y="35"/>
                </a:lnTo>
                <a:lnTo>
                  <a:pt x="443" y="35"/>
                </a:lnTo>
                <a:lnTo>
                  <a:pt x="443" y="34"/>
                </a:lnTo>
                <a:lnTo>
                  <a:pt x="444" y="34"/>
                </a:lnTo>
                <a:lnTo>
                  <a:pt x="444" y="33"/>
                </a:lnTo>
                <a:lnTo>
                  <a:pt x="445" y="33"/>
                </a:lnTo>
                <a:lnTo>
                  <a:pt x="445" y="34"/>
                </a:lnTo>
                <a:lnTo>
                  <a:pt x="446" y="34"/>
                </a:lnTo>
                <a:lnTo>
                  <a:pt x="447" y="34"/>
                </a:lnTo>
                <a:lnTo>
                  <a:pt x="448" y="33"/>
                </a:lnTo>
                <a:lnTo>
                  <a:pt x="449" y="33"/>
                </a:lnTo>
                <a:lnTo>
                  <a:pt x="449" y="34"/>
                </a:lnTo>
                <a:lnTo>
                  <a:pt x="448" y="34"/>
                </a:lnTo>
                <a:lnTo>
                  <a:pt x="448" y="35"/>
                </a:lnTo>
                <a:lnTo>
                  <a:pt x="448" y="36"/>
                </a:lnTo>
                <a:lnTo>
                  <a:pt x="449" y="35"/>
                </a:lnTo>
                <a:lnTo>
                  <a:pt x="449" y="34"/>
                </a:lnTo>
                <a:lnTo>
                  <a:pt x="450" y="34"/>
                </a:lnTo>
                <a:lnTo>
                  <a:pt x="450" y="35"/>
                </a:lnTo>
                <a:lnTo>
                  <a:pt x="451" y="35"/>
                </a:lnTo>
                <a:lnTo>
                  <a:pt x="452" y="35"/>
                </a:lnTo>
                <a:lnTo>
                  <a:pt x="452" y="34"/>
                </a:lnTo>
                <a:lnTo>
                  <a:pt x="453" y="35"/>
                </a:lnTo>
                <a:lnTo>
                  <a:pt x="454" y="35"/>
                </a:lnTo>
                <a:lnTo>
                  <a:pt x="455" y="35"/>
                </a:lnTo>
                <a:lnTo>
                  <a:pt x="456" y="32"/>
                </a:lnTo>
                <a:lnTo>
                  <a:pt x="456" y="31"/>
                </a:lnTo>
                <a:lnTo>
                  <a:pt x="456" y="30"/>
                </a:lnTo>
                <a:lnTo>
                  <a:pt x="457" y="29"/>
                </a:lnTo>
                <a:lnTo>
                  <a:pt x="457" y="28"/>
                </a:lnTo>
                <a:lnTo>
                  <a:pt x="458" y="28"/>
                </a:lnTo>
                <a:lnTo>
                  <a:pt x="458" y="27"/>
                </a:lnTo>
                <a:lnTo>
                  <a:pt x="458" y="26"/>
                </a:lnTo>
                <a:lnTo>
                  <a:pt x="458" y="25"/>
                </a:lnTo>
                <a:lnTo>
                  <a:pt x="459" y="25"/>
                </a:lnTo>
                <a:lnTo>
                  <a:pt x="459" y="24"/>
                </a:lnTo>
                <a:lnTo>
                  <a:pt x="459" y="23"/>
                </a:lnTo>
                <a:lnTo>
                  <a:pt x="460" y="23"/>
                </a:lnTo>
                <a:lnTo>
                  <a:pt x="461" y="24"/>
                </a:lnTo>
                <a:lnTo>
                  <a:pt x="462" y="24"/>
                </a:lnTo>
                <a:lnTo>
                  <a:pt x="462" y="25"/>
                </a:lnTo>
                <a:lnTo>
                  <a:pt x="463" y="24"/>
                </a:lnTo>
                <a:lnTo>
                  <a:pt x="464" y="24"/>
                </a:lnTo>
                <a:lnTo>
                  <a:pt x="465" y="24"/>
                </a:lnTo>
                <a:lnTo>
                  <a:pt x="466" y="24"/>
                </a:lnTo>
                <a:lnTo>
                  <a:pt x="467" y="24"/>
                </a:lnTo>
                <a:lnTo>
                  <a:pt x="468" y="23"/>
                </a:lnTo>
                <a:lnTo>
                  <a:pt x="469" y="23"/>
                </a:lnTo>
                <a:lnTo>
                  <a:pt x="470" y="23"/>
                </a:lnTo>
                <a:lnTo>
                  <a:pt x="471" y="23"/>
                </a:lnTo>
                <a:lnTo>
                  <a:pt x="471" y="22"/>
                </a:lnTo>
                <a:lnTo>
                  <a:pt x="472" y="22"/>
                </a:lnTo>
                <a:lnTo>
                  <a:pt x="473" y="22"/>
                </a:lnTo>
                <a:lnTo>
                  <a:pt x="474" y="22"/>
                </a:lnTo>
                <a:lnTo>
                  <a:pt x="475" y="22"/>
                </a:lnTo>
                <a:lnTo>
                  <a:pt x="476" y="22"/>
                </a:lnTo>
                <a:lnTo>
                  <a:pt x="476" y="23"/>
                </a:lnTo>
                <a:lnTo>
                  <a:pt x="477" y="23"/>
                </a:lnTo>
                <a:lnTo>
                  <a:pt x="478" y="23"/>
                </a:lnTo>
                <a:lnTo>
                  <a:pt x="478" y="24"/>
                </a:lnTo>
                <a:lnTo>
                  <a:pt x="479" y="24"/>
                </a:lnTo>
                <a:lnTo>
                  <a:pt x="480" y="24"/>
                </a:lnTo>
                <a:lnTo>
                  <a:pt x="479" y="24"/>
                </a:lnTo>
                <a:lnTo>
                  <a:pt x="479" y="23"/>
                </a:lnTo>
                <a:lnTo>
                  <a:pt x="480" y="23"/>
                </a:lnTo>
                <a:lnTo>
                  <a:pt x="480" y="22"/>
                </a:lnTo>
                <a:lnTo>
                  <a:pt x="480" y="21"/>
                </a:lnTo>
                <a:lnTo>
                  <a:pt x="479" y="20"/>
                </a:lnTo>
                <a:lnTo>
                  <a:pt x="478" y="20"/>
                </a:lnTo>
                <a:lnTo>
                  <a:pt x="478" y="21"/>
                </a:lnTo>
                <a:lnTo>
                  <a:pt x="478" y="20"/>
                </a:lnTo>
                <a:lnTo>
                  <a:pt x="477" y="19"/>
                </a:lnTo>
                <a:lnTo>
                  <a:pt x="476" y="18"/>
                </a:lnTo>
                <a:lnTo>
                  <a:pt x="475" y="18"/>
                </a:lnTo>
                <a:lnTo>
                  <a:pt x="474" y="17"/>
                </a:lnTo>
                <a:lnTo>
                  <a:pt x="475" y="16"/>
                </a:lnTo>
                <a:lnTo>
                  <a:pt x="475" y="17"/>
                </a:lnTo>
                <a:lnTo>
                  <a:pt x="475" y="16"/>
                </a:lnTo>
                <a:lnTo>
                  <a:pt x="476" y="16"/>
                </a:lnTo>
                <a:lnTo>
                  <a:pt x="476" y="15"/>
                </a:lnTo>
                <a:lnTo>
                  <a:pt x="476" y="16"/>
                </a:lnTo>
                <a:lnTo>
                  <a:pt x="477" y="16"/>
                </a:lnTo>
                <a:lnTo>
                  <a:pt x="477" y="15"/>
                </a:lnTo>
                <a:lnTo>
                  <a:pt x="478" y="15"/>
                </a:lnTo>
                <a:lnTo>
                  <a:pt x="479" y="15"/>
                </a:lnTo>
                <a:lnTo>
                  <a:pt x="478" y="15"/>
                </a:lnTo>
                <a:lnTo>
                  <a:pt x="478" y="14"/>
                </a:lnTo>
                <a:lnTo>
                  <a:pt x="479" y="13"/>
                </a:lnTo>
                <a:lnTo>
                  <a:pt x="479" y="14"/>
                </a:lnTo>
                <a:lnTo>
                  <a:pt x="479" y="13"/>
                </a:lnTo>
                <a:lnTo>
                  <a:pt x="480" y="13"/>
                </a:lnTo>
                <a:lnTo>
                  <a:pt x="480" y="12"/>
                </a:lnTo>
                <a:lnTo>
                  <a:pt x="481" y="13"/>
                </a:lnTo>
                <a:lnTo>
                  <a:pt x="481" y="12"/>
                </a:lnTo>
                <a:lnTo>
                  <a:pt x="482" y="12"/>
                </a:lnTo>
                <a:lnTo>
                  <a:pt x="483" y="12"/>
                </a:lnTo>
                <a:lnTo>
                  <a:pt x="483" y="11"/>
                </a:lnTo>
                <a:lnTo>
                  <a:pt x="483" y="10"/>
                </a:lnTo>
                <a:lnTo>
                  <a:pt x="484" y="10"/>
                </a:lnTo>
                <a:lnTo>
                  <a:pt x="485" y="10"/>
                </a:lnTo>
                <a:lnTo>
                  <a:pt x="485" y="9"/>
                </a:lnTo>
                <a:lnTo>
                  <a:pt x="486" y="8"/>
                </a:lnTo>
                <a:lnTo>
                  <a:pt x="487" y="8"/>
                </a:lnTo>
                <a:lnTo>
                  <a:pt x="490" y="8"/>
                </a:lnTo>
                <a:lnTo>
                  <a:pt x="491" y="7"/>
                </a:lnTo>
                <a:lnTo>
                  <a:pt x="491" y="6"/>
                </a:lnTo>
                <a:lnTo>
                  <a:pt x="491" y="5"/>
                </a:lnTo>
                <a:lnTo>
                  <a:pt x="492" y="5"/>
                </a:lnTo>
                <a:lnTo>
                  <a:pt x="492" y="4"/>
                </a:lnTo>
                <a:lnTo>
                  <a:pt x="493" y="4"/>
                </a:lnTo>
                <a:lnTo>
                  <a:pt x="494" y="4"/>
                </a:lnTo>
                <a:lnTo>
                  <a:pt x="495" y="4"/>
                </a:lnTo>
                <a:lnTo>
                  <a:pt x="496" y="4"/>
                </a:lnTo>
                <a:lnTo>
                  <a:pt x="496" y="5"/>
                </a:lnTo>
                <a:lnTo>
                  <a:pt x="497" y="4"/>
                </a:lnTo>
                <a:lnTo>
                  <a:pt x="497" y="3"/>
                </a:lnTo>
                <a:lnTo>
                  <a:pt x="498" y="3"/>
                </a:lnTo>
                <a:lnTo>
                  <a:pt x="498" y="2"/>
                </a:lnTo>
                <a:lnTo>
                  <a:pt x="497" y="1"/>
                </a:lnTo>
                <a:lnTo>
                  <a:pt x="498" y="1"/>
                </a:lnTo>
                <a:lnTo>
                  <a:pt x="499" y="0"/>
                </a:lnTo>
                <a:lnTo>
                  <a:pt x="502" y="0"/>
                </a:lnTo>
                <a:lnTo>
                  <a:pt x="503" y="0"/>
                </a:lnTo>
                <a:lnTo>
                  <a:pt x="504" y="1"/>
                </a:lnTo>
                <a:lnTo>
                  <a:pt x="505" y="1"/>
                </a:lnTo>
                <a:lnTo>
                  <a:pt x="506" y="2"/>
                </a:lnTo>
                <a:lnTo>
                  <a:pt x="506" y="3"/>
                </a:lnTo>
                <a:lnTo>
                  <a:pt x="507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7" name=""/>
          <p:cNvSpPr/>
          <p:nvPr/>
        </p:nvSpPr>
        <p:spPr>
          <a:xfrm>
            <a:off x="1750320" y="1916280"/>
            <a:ext cx="193680" cy="169920"/>
          </a:xfrm>
          <a:custGeom>
            <a:avLst/>
            <a:gdLst/>
            <a:ahLst/>
            <a:rect l="0" t="0" r="r" b="b"/>
            <a:pathLst>
              <a:path w="538" h="472">
                <a:moveTo>
                  <a:pt x="359" y="2"/>
                </a:moveTo>
                <a:lnTo>
                  <a:pt x="359" y="3"/>
                </a:lnTo>
                <a:lnTo>
                  <a:pt x="360" y="4"/>
                </a:lnTo>
                <a:lnTo>
                  <a:pt x="360" y="5"/>
                </a:lnTo>
                <a:lnTo>
                  <a:pt x="360" y="6"/>
                </a:lnTo>
                <a:lnTo>
                  <a:pt x="360" y="7"/>
                </a:lnTo>
                <a:lnTo>
                  <a:pt x="361" y="7"/>
                </a:lnTo>
                <a:lnTo>
                  <a:pt x="361" y="8"/>
                </a:lnTo>
                <a:lnTo>
                  <a:pt x="362" y="7"/>
                </a:lnTo>
                <a:lnTo>
                  <a:pt x="362" y="6"/>
                </a:lnTo>
                <a:lnTo>
                  <a:pt x="364" y="5"/>
                </a:lnTo>
                <a:lnTo>
                  <a:pt x="364" y="6"/>
                </a:lnTo>
                <a:lnTo>
                  <a:pt x="365" y="6"/>
                </a:lnTo>
                <a:lnTo>
                  <a:pt x="366" y="6"/>
                </a:lnTo>
                <a:lnTo>
                  <a:pt x="367" y="6"/>
                </a:lnTo>
                <a:lnTo>
                  <a:pt x="367" y="7"/>
                </a:lnTo>
                <a:lnTo>
                  <a:pt x="368" y="8"/>
                </a:lnTo>
                <a:lnTo>
                  <a:pt x="369" y="8"/>
                </a:lnTo>
                <a:lnTo>
                  <a:pt x="370" y="8"/>
                </a:lnTo>
                <a:lnTo>
                  <a:pt x="371" y="7"/>
                </a:lnTo>
                <a:lnTo>
                  <a:pt x="371" y="6"/>
                </a:lnTo>
                <a:lnTo>
                  <a:pt x="372" y="6"/>
                </a:lnTo>
                <a:lnTo>
                  <a:pt x="371" y="6"/>
                </a:lnTo>
                <a:lnTo>
                  <a:pt x="371" y="7"/>
                </a:lnTo>
                <a:lnTo>
                  <a:pt x="372" y="7"/>
                </a:lnTo>
                <a:lnTo>
                  <a:pt x="373" y="5"/>
                </a:lnTo>
                <a:lnTo>
                  <a:pt x="373" y="4"/>
                </a:lnTo>
                <a:lnTo>
                  <a:pt x="372" y="4"/>
                </a:lnTo>
                <a:lnTo>
                  <a:pt x="373" y="4"/>
                </a:lnTo>
                <a:lnTo>
                  <a:pt x="373" y="3"/>
                </a:lnTo>
                <a:lnTo>
                  <a:pt x="374" y="3"/>
                </a:lnTo>
                <a:lnTo>
                  <a:pt x="375" y="2"/>
                </a:lnTo>
                <a:lnTo>
                  <a:pt x="376" y="3"/>
                </a:lnTo>
                <a:lnTo>
                  <a:pt x="376" y="4"/>
                </a:lnTo>
                <a:lnTo>
                  <a:pt x="377" y="5"/>
                </a:lnTo>
                <a:lnTo>
                  <a:pt x="377" y="6"/>
                </a:lnTo>
                <a:lnTo>
                  <a:pt x="378" y="6"/>
                </a:lnTo>
                <a:lnTo>
                  <a:pt x="378" y="7"/>
                </a:lnTo>
                <a:lnTo>
                  <a:pt x="379" y="7"/>
                </a:lnTo>
                <a:lnTo>
                  <a:pt x="380" y="8"/>
                </a:lnTo>
                <a:lnTo>
                  <a:pt x="381" y="8"/>
                </a:lnTo>
                <a:lnTo>
                  <a:pt x="380" y="8"/>
                </a:lnTo>
                <a:lnTo>
                  <a:pt x="380" y="9"/>
                </a:lnTo>
                <a:lnTo>
                  <a:pt x="380" y="10"/>
                </a:lnTo>
                <a:lnTo>
                  <a:pt x="379" y="11"/>
                </a:lnTo>
                <a:lnTo>
                  <a:pt x="380" y="11"/>
                </a:lnTo>
                <a:lnTo>
                  <a:pt x="379" y="12"/>
                </a:lnTo>
                <a:lnTo>
                  <a:pt x="379" y="13"/>
                </a:lnTo>
                <a:lnTo>
                  <a:pt x="379" y="14"/>
                </a:lnTo>
                <a:lnTo>
                  <a:pt x="378" y="16"/>
                </a:lnTo>
                <a:lnTo>
                  <a:pt x="378" y="17"/>
                </a:lnTo>
                <a:lnTo>
                  <a:pt x="378" y="18"/>
                </a:lnTo>
                <a:lnTo>
                  <a:pt x="379" y="18"/>
                </a:lnTo>
                <a:lnTo>
                  <a:pt x="380" y="18"/>
                </a:lnTo>
                <a:lnTo>
                  <a:pt x="381" y="18"/>
                </a:lnTo>
                <a:lnTo>
                  <a:pt x="381" y="19"/>
                </a:lnTo>
                <a:lnTo>
                  <a:pt x="382" y="19"/>
                </a:lnTo>
                <a:lnTo>
                  <a:pt x="382" y="21"/>
                </a:lnTo>
                <a:lnTo>
                  <a:pt x="381" y="22"/>
                </a:lnTo>
                <a:lnTo>
                  <a:pt x="381" y="23"/>
                </a:lnTo>
                <a:lnTo>
                  <a:pt x="381" y="24"/>
                </a:lnTo>
                <a:lnTo>
                  <a:pt x="380" y="24"/>
                </a:lnTo>
                <a:lnTo>
                  <a:pt x="381" y="24"/>
                </a:lnTo>
                <a:lnTo>
                  <a:pt x="381" y="25"/>
                </a:lnTo>
                <a:lnTo>
                  <a:pt x="382" y="25"/>
                </a:lnTo>
                <a:lnTo>
                  <a:pt x="383" y="25"/>
                </a:lnTo>
                <a:lnTo>
                  <a:pt x="383" y="26"/>
                </a:lnTo>
                <a:lnTo>
                  <a:pt x="384" y="26"/>
                </a:lnTo>
                <a:lnTo>
                  <a:pt x="385" y="26"/>
                </a:lnTo>
                <a:lnTo>
                  <a:pt x="386" y="26"/>
                </a:lnTo>
                <a:lnTo>
                  <a:pt x="386" y="27"/>
                </a:lnTo>
                <a:lnTo>
                  <a:pt x="386" y="26"/>
                </a:lnTo>
                <a:lnTo>
                  <a:pt x="386" y="25"/>
                </a:lnTo>
                <a:lnTo>
                  <a:pt x="386" y="24"/>
                </a:lnTo>
                <a:lnTo>
                  <a:pt x="387" y="24"/>
                </a:lnTo>
                <a:lnTo>
                  <a:pt x="387" y="23"/>
                </a:lnTo>
                <a:lnTo>
                  <a:pt x="387" y="22"/>
                </a:lnTo>
                <a:lnTo>
                  <a:pt x="388" y="22"/>
                </a:lnTo>
                <a:lnTo>
                  <a:pt x="389" y="22"/>
                </a:lnTo>
                <a:lnTo>
                  <a:pt x="391" y="20"/>
                </a:lnTo>
                <a:lnTo>
                  <a:pt x="391" y="19"/>
                </a:lnTo>
                <a:lnTo>
                  <a:pt x="392" y="19"/>
                </a:lnTo>
                <a:lnTo>
                  <a:pt x="393" y="19"/>
                </a:lnTo>
                <a:lnTo>
                  <a:pt x="394" y="19"/>
                </a:lnTo>
                <a:lnTo>
                  <a:pt x="395" y="19"/>
                </a:lnTo>
                <a:lnTo>
                  <a:pt x="396" y="19"/>
                </a:lnTo>
                <a:lnTo>
                  <a:pt x="397" y="19"/>
                </a:lnTo>
                <a:lnTo>
                  <a:pt x="398" y="19"/>
                </a:lnTo>
                <a:lnTo>
                  <a:pt x="400" y="19"/>
                </a:lnTo>
                <a:lnTo>
                  <a:pt x="400" y="18"/>
                </a:lnTo>
                <a:lnTo>
                  <a:pt x="401" y="18"/>
                </a:lnTo>
                <a:lnTo>
                  <a:pt x="401" y="17"/>
                </a:lnTo>
                <a:lnTo>
                  <a:pt x="402" y="16"/>
                </a:lnTo>
                <a:lnTo>
                  <a:pt x="402" y="15"/>
                </a:lnTo>
                <a:lnTo>
                  <a:pt x="403" y="15"/>
                </a:lnTo>
                <a:lnTo>
                  <a:pt x="403" y="14"/>
                </a:lnTo>
                <a:lnTo>
                  <a:pt x="404" y="14"/>
                </a:lnTo>
                <a:lnTo>
                  <a:pt x="405" y="14"/>
                </a:lnTo>
                <a:lnTo>
                  <a:pt x="406" y="14"/>
                </a:lnTo>
                <a:lnTo>
                  <a:pt x="407" y="14"/>
                </a:lnTo>
                <a:lnTo>
                  <a:pt x="409" y="15"/>
                </a:lnTo>
                <a:lnTo>
                  <a:pt x="409" y="16"/>
                </a:lnTo>
                <a:lnTo>
                  <a:pt x="409" y="17"/>
                </a:lnTo>
                <a:lnTo>
                  <a:pt x="410" y="17"/>
                </a:lnTo>
                <a:lnTo>
                  <a:pt x="411" y="17"/>
                </a:lnTo>
                <a:lnTo>
                  <a:pt x="412" y="17"/>
                </a:lnTo>
                <a:lnTo>
                  <a:pt x="412" y="16"/>
                </a:lnTo>
                <a:lnTo>
                  <a:pt x="413" y="16"/>
                </a:lnTo>
                <a:lnTo>
                  <a:pt x="414" y="15"/>
                </a:lnTo>
                <a:lnTo>
                  <a:pt x="415" y="15"/>
                </a:lnTo>
                <a:lnTo>
                  <a:pt x="415" y="16"/>
                </a:lnTo>
                <a:lnTo>
                  <a:pt x="416" y="16"/>
                </a:lnTo>
                <a:lnTo>
                  <a:pt x="416" y="17"/>
                </a:lnTo>
                <a:lnTo>
                  <a:pt x="417" y="17"/>
                </a:lnTo>
                <a:lnTo>
                  <a:pt x="418" y="17"/>
                </a:lnTo>
                <a:lnTo>
                  <a:pt x="418" y="18"/>
                </a:lnTo>
                <a:lnTo>
                  <a:pt x="418" y="19"/>
                </a:lnTo>
                <a:lnTo>
                  <a:pt x="418" y="20"/>
                </a:lnTo>
                <a:lnTo>
                  <a:pt x="419" y="20"/>
                </a:lnTo>
                <a:lnTo>
                  <a:pt x="419" y="19"/>
                </a:lnTo>
                <a:lnTo>
                  <a:pt x="420" y="19"/>
                </a:lnTo>
                <a:lnTo>
                  <a:pt x="420" y="18"/>
                </a:lnTo>
                <a:lnTo>
                  <a:pt x="421" y="18"/>
                </a:lnTo>
                <a:lnTo>
                  <a:pt x="421" y="17"/>
                </a:lnTo>
                <a:lnTo>
                  <a:pt x="421" y="16"/>
                </a:lnTo>
                <a:lnTo>
                  <a:pt x="421" y="15"/>
                </a:lnTo>
                <a:lnTo>
                  <a:pt x="422" y="14"/>
                </a:lnTo>
                <a:lnTo>
                  <a:pt x="422" y="13"/>
                </a:lnTo>
                <a:lnTo>
                  <a:pt x="423" y="13"/>
                </a:lnTo>
                <a:lnTo>
                  <a:pt x="424" y="14"/>
                </a:lnTo>
                <a:lnTo>
                  <a:pt x="425" y="14"/>
                </a:lnTo>
                <a:lnTo>
                  <a:pt x="425" y="15"/>
                </a:lnTo>
                <a:lnTo>
                  <a:pt x="424" y="17"/>
                </a:lnTo>
                <a:lnTo>
                  <a:pt x="425" y="18"/>
                </a:lnTo>
                <a:lnTo>
                  <a:pt x="425" y="19"/>
                </a:lnTo>
                <a:lnTo>
                  <a:pt x="425" y="20"/>
                </a:lnTo>
                <a:lnTo>
                  <a:pt x="425" y="21"/>
                </a:lnTo>
                <a:lnTo>
                  <a:pt x="425" y="22"/>
                </a:lnTo>
                <a:lnTo>
                  <a:pt x="426" y="23"/>
                </a:lnTo>
                <a:lnTo>
                  <a:pt x="426" y="25"/>
                </a:lnTo>
                <a:lnTo>
                  <a:pt x="426" y="26"/>
                </a:lnTo>
                <a:lnTo>
                  <a:pt x="426" y="27"/>
                </a:lnTo>
                <a:lnTo>
                  <a:pt x="427" y="27"/>
                </a:lnTo>
                <a:lnTo>
                  <a:pt x="428" y="27"/>
                </a:lnTo>
                <a:lnTo>
                  <a:pt x="428" y="28"/>
                </a:lnTo>
                <a:lnTo>
                  <a:pt x="429" y="28"/>
                </a:lnTo>
                <a:lnTo>
                  <a:pt x="429" y="29"/>
                </a:lnTo>
                <a:lnTo>
                  <a:pt x="429" y="32"/>
                </a:lnTo>
                <a:lnTo>
                  <a:pt x="430" y="33"/>
                </a:lnTo>
                <a:lnTo>
                  <a:pt x="430" y="34"/>
                </a:lnTo>
                <a:lnTo>
                  <a:pt x="429" y="35"/>
                </a:lnTo>
                <a:lnTo>
                  <a:pt x="430" y="35"/>
                </a:lnTo>
                <a:lnTo>
                  <a:pt x="429" y="36"/>
                </a:lnTo>
                <a:lnTo>
                  <a:pt x="429" y="37"/>
                </a:lnTo>
                <a:lnTo>
                  <a:pt x="429" y="38"/>
                </a:lnTo>
                <a:lnTo>
                  <a:pt x="429" y="39"/>
                </a:lnTo>
                <a:lnTo>
                  <a:pt x="429" y="41"/>
                </a:lnTo>
                <a:lnTo>
                  <a:pt x="430" y="42"/>
                </a:lnTo>
                <a:lnTo>
                  <a:pt x="432" y="42"/>
                </a:lnTo>
                <a:lnTo>
                  <a:pt x="432" y="43"/>
                </a:lnTo>
                <a:lnTo>
                  <a:pt x="432" y="45"/>
                </a:lnTo>
                <a:lnTo>
                  <a:pt x="432" y="46"/>
                </a:lnTo>
                <a:lnTo>
                  <a:pt x="431" y="46"/>
                </a:lnTo>
                <a:lnTo>
                  <a:pt x="431" y="47"/>
                </a:lnTo>
                <a:lnTo>
                  <a:pt x="430" y="48"/>
                </a:lnTo>
                <a:lnTo>
                  <a:pt x="430" y="49"/>
                </a:lnTo>
                <a:lnTo>
                  <a:pt x="429" y="49"/>
                </a:lnTo>
                <a:lnTo>
                  <a:pt x="429" y="50"/>
                </a:lnTo>
                <a:lnTo>
                  <a:pt x="429" y="52"/>
                </a:lnTo>
                <a:lnTo>
                  <a:pt x="429" y="53"/>
                </a:lnTo>
                <a:lnTo>
                  <a:pt x="428" y="54"/>
                </a:lnTo>
                <a:lnTo>
                  <a:pt x="428" y="55"/>
                </a:lnTo>
                <a:lnTo>
                  <a:pt x="428" y="56"/>
                </a:lnTo>
                <a:lnTo>
                  <a:pt x="429" y="56"/>
                </a:lnTo>
                <a:lnTo>
                  <a:pt x="430" y="56"/>
                </a:lnTo>
                <a:lnTo>
                  <a:pt x="431" y="57"/>
                </a:lnTo>
                <a:lnTo>
                  <a:pt x="432" y="58"/>
                </a:lnTo>
                <a:lnTo>
                  <a:pt x="433" y="58"/>
                </a:lnTo>
                <a:lnTo>
                  <a:pt x="434" y="58"/>
                </a:lnTo>
                <a:lnTo>
                  <a:pt x="435" y="59"/>
                </a:lnTo>
                <a:lnTo>
                  <a:pt x="436" y="59"/>
                </a:lnTo>
                <a:lnTo>
                  <a:pt x="437" y="60"/>
                </a:lnTo>
                <a:lnTo>
                  <a:pt x="438" y="60"/>
                </a:lnTo>
                <a:lnTo>
                  <a:pt x="439" y="60"/>
                </a:lnTo>
                <a:lnTo>
                  <a:pt x="440" y="60"/>
                </a:lnTo>
                <a:lnTo>
                  <a:pt x="441" y="60"/>
                </a:lnTo>
                <a:lnTo>
                  <a:pt x="442" y="60"/>
                </a:lnTo>
                <a:lnTo>
                  <a:pt x="443" y="61"/>
                </a:lnTo>
                <a:lnTo>
                  <a:pt x="443" y="60"/>
                </a:lnTo>
                <a:lnTo>
                  <a:pt x="443" y="59"/>
                </a:lnTo>
                <a:lnTo>
                  <a:pt x="444" y="59"/>
                </a:lnTo>
                <a:lnTo>
                  <a:pt x="445" y="58"/>
                </a:lnTo>
                <a:lnTo>
                  <a:pt x="446" y="58"/>
                </a:lnTo>
                <a:lnTo>
                  <a:pt x="447" y="58"/>
                </a:lnTo>
                <a:lnTo>
                  <a:pt x="448" y="58"/>
                </a:lnTo>
                <a:lnTo>
                  <a:pt x="448" y="57"/>
                </a:lnTo>
                <a:lnTo>
                  <a:pt x="449" y="57"/>
                </a:lnTo>
                <a:lnTo>
                  <a:pt x="450" y="57"/>
                </a:lnTo>
                <a:lnTo>
                  <a:pt x="450" y="58"/>
                </a:lnTo>
                <a:lnTo>
                  <a:pt x="450" y="59"/>
                </a:lnTo>
                <a:lnTo>
                  <a:pt x="451" y="59"/>
                </a:lnTo>
                <a:lnTo>
                  <a:pt x="452" y="59"/>
                </a:lnTo>
                <a:lnTo>
                  <a:pt x="452" y="60"/>
                </a:lnTo>
                <a:lnTo>
                  <a:pt x="453" y="60"/>
                </a:lnTo>
                <a:lnTo>
                  <a:pt x="453" y="59"/>
                </a:lnTo>
                <a:lnTo>
                  <a:pt x="454" y="59"/>
                </a:lnTo>
                <a:lnTo>
                  <a:pt x="455" y="60"/>
                </a:lnTo>
                <a:lnTo>
                  <a:pt x="455" y="61"/>
                </a:lnTo>
                <a:lnTo>
                  <a:pt x="454" y="62"/>
                </a:lnTo>
                <a:lnTo>
                  <a:pt x="453" y="62"/>
                </a:lnTo>
                <a:lnTo>
                  <a:pt x="453" y="63"/>
                </a:lnTo>
                <a:lnTo>
                  <a:pt x="452" y="64"/>
                </a:lnTo>
                <a:lnTo>
                  <a:pt x="452" y="65"/>
                </a:lnTo>
                <a:lnTo>
                  <a:pt x="452" y="67"/>
                </a:lnTo>
                <a:lnTo>
                  <a:pt x="452" y="68"/>
                </a:lnTo>
                <a:lnTo>
                  <a:pt x="453" y="68"/>
                </a:lnTo>
                <a:lnTo>
                  <a:pt x="453" y="69"/>
                </a:lnTo>
                <a:lnTo>
                  <a:pt x="452" y="69"/>
                </a:lnTo>
                <a:lnTo>
                  <a:pt x="452" y="70"/>
                </a:lnTo>
                <a:lnTo>
                  <a:pt x="450" y="70"/>
                </a:lnTo>
                <a:lnTo>
                  <a:pt x="449" y="71"/>
                </a:lnTo>
                <a:lnTo>
                  <a:pt x="450" y="72"/>
                </a:lnTo>
                <a:lnTo>
                  <a:pt x="450" y="73"/>
                </a:lnTo>
                <a:lnTo>
                  <a:pt x="450" y="74"/>
                </a:lnTo>
                <a:lnTo>
                  <a:pt x="450" y="75"/>
                </a:lnTo>
                <a:lnTo>
                  <a:pt x="451" y="76"/>
                </a:lnTo>
                <a:lnTo>
                  <a:pt x="451" y="77"/>
                </a:lnTo>
                <a:lnTo>
                  <a:pt x="451" y="78"/>
                </a:lnTo>
                <a:lnTo>
                  <a:pt x="452" y="78"/>
                </a:lnTo>
                <a:lnTo>
                  <a:pt x="452" y="79"/>
                </a:lnTo>
                <a:lnTo>
                  <a:pt x="451" y="79"/>
                </a:lnTo>
                <a:lnTo>
                  <a:pt x="452" y="79"/>
                </a:lnTo>
                <a:lnTo>
                  <a:pt x="452" y="80"/>
                </a:lnTo>
                <a:lnTo>
                  <a:pt x="453" y="80"/>
                </a:lnTo>
                <a:lnTo>
                  <a:pt x="452" y="80"/>
                </a:lnTo>
                <a:lnTo>
                  <a:pt x="452" y="81"/>
                </a:lnTo>
                <a:lnTo>
                  <a:pt x="452" y="83"/>
                </a:lnTo>
                <a:lnTo>
                  <a:pt x="452" y="84"/>
                </a:lnTo>
                <a:lnTo>
                  <a:pt x="451" y="84"/>
                </a:lnTo>
                <a:lnTo>
                  <a:pt x="450" y="85"/>
                </a:lnTo>
                <a:lnTo>
                  <a:pt x="450" y="86"/>
                </a:lnTo>
                <a:lnTo>
                  <a:pt x="449" y="86"/>
                </a:lnTo>
                <a:lnTo>
                  <a:pt x="450" y="87"/>
                </a:lnTo>
                <a:lnTo>
                  <a:pt x="450" y="89"/>
                </a:lnTo>
                <a:lnTo>
                  <a:pt x="450" y="90"/>
                </a:lnTo>
                <a:lnTo>
                  <a:pt x="450" y="91"/>
                </a:lnTo>
                <a:lnTo>
                  <a:pt x="451" y="91"/>
                </a:lnTo>
                <a:lnTo>
                  <a:pt x="452" y="91"/>
                </a:lnTo>
                <a:lnTo>
                  <a:pt x="452" y="92"/>
                </a:lnTo>
                <a:lnTo>
                  <a:pt x="453" y="92"/>
                </a:lnTo>
                <a:lnTo>
                  <a:pt x="455" y="92"/>
                </a:lnTo>
                <a:lnTo>
                  <a:pt x="456" y="92"/>
                </a:lnTo>
                <a:lnTo>
                  <a:pt x="456" y="91"/>
                </a:lnTo>
                <a:lnTo>
                  <a:pt x="458" y="91"/>
                </a:lnTo>
                <a:lnTo>
                  <a:pt x="459" y="90"/>
                </a:lnTo>
                <a:lnTo>
                  <a:pt x="458" y="89"/>
                </a:lnTo>
                <a:lnTo>
                  <a:pt x="458" y="90"/>
                </a:lnTo>
                <a:lnTo>
                  <a:pt x="457" y="90"/>
                </a:lnTo>
                <a:lnTo>
                  <a:pt x="457" y="89"/>
                </a:lnTo>
                <a:lnTo>
                  <a:pt x="457" y="88"/>
                </a:lnTo>
                <a:lnTo>
                  <a:pt x="457" y="87"/>
                </a:lnTo>
                <a:lnTo>
                  <a:pt x="457" y="86"/>
                </a:lnTo>
                <a:lnTo>
                  <a:pt x="458" y="86"/>
                </a:lnTo>
                <a:lnTo>
                  <a:pt x="459" y="85"/>
                </a:lnTo>
                <a:lnTo>
                  <a:pt x="460" y="85"/>
                </a:lnTo>
                <a:lnTo>
                  <a:pt x="460" y="84"/>
                </a:lnTo>
                <a:lnTo>
                  <a:pt x="460" y="83"/>
                </a:lnTo>
                <a:lnTo>
                  <a:pt x="460" y="81"/>
                </a:lnTo>
                <a:lnTo>
                  <a:pt x="459" y="81"/>
                </a:lnTo>
                <a:lnTo>
                  <a:pt x="458" y="81"/>
                </a:lnTo>
                <a:lnTo>
                  <a:pt x="458" y="80"/>
                </a:lnTo>
                <a:lnTo>
                  <a:pt x="458" y="79"/>
                </a:lnTo>
                <a:lnTo>
                  <a:pt x="457" y="79"/>
                </a:lnTo>
                <a:lnTo>
                  <a:pt x="456" y="78"/>
                </a:lnTo>
                <a:lnTo>
                  <a:pt x="455" y="78"/>
                </a:lnTo>
                <a:lnTo>
                  <a:pt x="456" y="77"/>
                </a:lnTo>
                <a:lnTo>
                  <a:pt x="456" y="76"/>
                </a:lnTo>
                <a:lnTo>
                  <a:pt x="457" y="76"/>
                </a:lnTo>
                <a:lnTo>
                  <a:pt x="458" y="76"/>
                </a:lnTo>
                <a:lnTo>
                  <a:pt x="459" y="76"/>
                </a:lnTo>
                <a:lnTo>
                  <a:pt x="459" y="75"/>
                </a:lnTo>
                <a:lnTo>
                  <a:pt x="461" y="75"/>
                </a:lnTo>
                <a:lnTo>
                  <a:pt x="461" y="74"/>
                </a:lnTo>
                <a:lnTo>
                  <a:pt x="461" y="73"/>
                </a:lnTo>
                <a:lnTo>
                  <a:pt x="462" y="73"/>
                </a:lnTo>
                <a:lnTo>
                  <a:pt x="462" y="74"/>
                </a:lnTo>
                <a:lnTo>
                  <a:pt x="463" y="74"/>
                </a:lnTo>
                <a:lnTo>
                  <a:pt x="463" y="75"/>
                </a:lnTo>
                <a:lnTo>
                  <a:pt x="463" y="76"/>
                </a:lnTo>
                <a:lnTo>
                  <a:pt x="464" y="77"/>
                </a:lnTo>
                <a:lnTo>
                  <a:pt x="465" y="78"/>
                </a:lnTo>
                <a:lnTo>
                  <a:pt x="465" y="79"/>
                </a:lnTo>
                <a:lnTo>
                  <a:pt x="466" y="79"/>
                </a:lnTo>
                <a:lnTo>
                  <a:pt x="466" y="80"/>
                </a:lnTo>
                <a:lnTo>
                  <a:pt x="467" y="80"/>
                </a:lnTo>
                <a:lnTo>
                  <a:pt x="468" y="80"/>
                </a:lnTo>
                <a:lnTo>
                  <a:pt x="468" y="81"/>
                </a:lnTo>
                <a:lnTo>
                  <a:pt x="467" y="83"/>
                </a:lnTo>
                <a:lnTo>
                  <a:pt x="467" y="84"/>
                </a:lnTo>
                <a:lnTo>
                  <a:pt x="466" y="85"/>
                </a:lnTo>
                <a:lnTo>
                  <a:pt x="466" y="86"/>
                </a:lnTo>
                <a:lnTo>
                  <a:pt x="467" y="87"/>
                </a:lnTo>
                <a:lnTo>
                  <a:pt x="468" y="87"/>
                </a:lnTo>
                <a:lnTo>
                  <a:pt x="468" y="88"/>
                </a:lnTo>
                <a:lnTo>
                  <a:pt x="468" y="89"/>
                </a:lnTo>
                <a:lnTo>
                  <a:pt x="468" y="90"/>
                </a:lnTo>
                <a:lnTo>
                  <a:pt x="468" y="91"/>
                </a:lnTo>
                <a:lnTo>
                  <a:pt x="467" y="91"/>
                </a:lnTo>
                <a:lnTo>
                  <a:pt x="466" y="92"/>
                </a:lnTo>
                <a:lnTo>
                  <a:pt x="466" y="93"/>
                </a:lnTo>
                <a:lnTo>
                  <a:pt x="467" y="93"/>
                </a:lnTo>
                <a:lnTo>
                  <a:pt x="467" y="94"/>
                </a:lnTo>
                <a:lnTo>
                  <a:pt x="466" y="95"/>
                </a:lnTo>
                <a:lnTo>
                  <a:pt x="465" y="95"/>
                </a:lnTo>
                <a:lnTo>
                  <a:pt x="464" y="96"/>
                </a:lnTo>
                <a:lnTo>
                  <a:pt x="463" y="97"/>
                </a:lnTo>
                <a:lnTo>
                  <a:pt x="463" y="98"/>
                </a:lnTo>
                <a:lnTo>
                  <a:pt x="463" y="99"/>
                </a:lnTo>
                <a:lnTo>
                  <a:pt x="463" y="100"/>
                </a:lnTo>
                <a:lnTo>
                  <a:pt x="464" y="100"/>
                </a:lnTo>
                <a:lnTo>
                  <a:pt x="464" y="101"/>
                </a:lnTo>
                <a:lnTo>
                  <a:pt x="464" y="102"/>
                </a:lnTo>
                <a:lnTo>
                  <a:pt x="464" y="103"/>
                </a:lnTo>
                <a:lnTo>
                  <a:pt x="465" y="103"/>
                </a:lnTo>
                <a:lnTo>
                  <a:pt x="465" y="102"/>
                </a:lnTo>
                <a:lnTo>
                  <a:pt x="465" y="103"/>
                </a:lnTo>
                <a:lnTo>
                  <a:pt x="466" y="103"/>
                </a:lnTo>
                <a:lnTo>
                  <a:pt x="466" y="104"/>
                </a:lnTo>
                <a:lnTo>
                  <a:pt x="466" y="105"/>
                </a:lnTo>
                <a:lnTo>
                  <a:pt x="466" y="106"/>
                </a:lnTo>
                <a:lnTo>
                  <a:pt x="467" y="105"/>
                </a:lnTo>
                <a:lnTo>
                  <a:pt x="467" y="104"/>
                </a:lnTo>
                <a:lnTo>
                  <a:pt x="467" y="103"/>
                </a:lnTo>
                <a:lnTo>
                  <a:pt x="468" y="103"/>
                </a:lnTo>
                <a:lnTo>
                  <a:pt x="469" y="103"/>
                </a:lnTo>
                <a:lnTo>
                  <a:pt x="470" y="102"/>
                </a:lnTo>
                <a:lnTo>
                  <a:pt x="470" y="101"/>
                </a:lnTo>
                <a:lnTo>
                  <a:pt x="471" y="101"/>
                </a:lnTo>
                <a:lnTo>
                  <a:pt x="472" y="101"/>
                </a:lnTo>
                <a:lnTo>
                  <a:pt x="472" y="102"/>
                </a:lnTo>
                <a:lnTo>
                  <a:pt x="472" y="103"/>
                </a:lnTo>
                <a:lnTo>
                  <a:pt x="473" y="103"/>
                </a:lnTo>
                <a:lnTo>
                  <a:pt x="473" y="104"/>
                </a:lnTo>
                <a:lnTo>
                  <a:pt x="473" y="105"/>
                </a:lnTo>
                <a:lnTo>
                  <a:pt x="474" y="105"/>
                </a:lnTo>
                <a:lnTo>
                  <a:pt x="475" y="105"/>
                </a:lnTo>
                <a:lnTo>
                  <a:pt x="475" y="104"/>
                </a:lnTo>
                <a:lnTo>
                  <a:pt x="476" y="104"/>
                </a:lnTo>
                <a:lnTo>
                  <a:pt x="477" y="104"/>
                </a:lnTo>
                <a:lnTo>
                  <a:pt x="478" y="103"/>
                </a:lnTo>
                <a:lnTo>
                  <a:pt x="479" y="104"/>
                </a:lnTo>
                <a:lnTo>
                  <a:pt x="480" y="104"/>
                </a:lnTo>
                <a:lnTo>
                  <a:pt x="480" y="103"/>
                </a:lnTo>
                <a:lnTo>
                  <a:pt x="481" y="103"/>
                </a:lnTo>
                <a:lnTo>
                  <a:pt x="481" y="104"/>
                </a:lnTo>
                <a:lnTo>
                  <a:pt x="482" y="104"/>
                </a:lnTo>
                <a:lnTo>
                  <a:pt x="482" y="105"/>
                </a:lnTo>
                <a:lnTo>
                  <a:pt x="481" y="105"/>
                </a:lnTo>
                <a:lnTo>
                  <a:pt x="481" y="106"/>
                </a:lnTo>
                <a:lnTo>
                  <a:pt x="482" y="106"/>
                </a:lnTo>
                <a:lnTo>
                  <a:pt x="484" y="107"/>
                </a:lnTo>
                <a:lnTo>
                  <a:pt x="484" y="108"/>
                </a:lnTo>
                <a:lnTo>
                  <a:pt x="485" y="108"/>
                </a:lnTo>
                <a:lnTo>
                  <a:pt x="486" y="108"/>
                </a:lnTo>
                <a:lnTo>
                  <a:pt x="486" y="109"/>
                </a:lnTo>
                <a:lnTo>
                  <a:pt x="487" y="109"/>
                </a:lnTo>
                <a:lnTo>
                  <a:pt x="488" y="109"/>
                </a:lnTo>
                <a:lnTo>
                  <a:pt x="489" y="108"/>
                </a:lnTo>
                <a:lnTo>
                  <a:pt x="489" y="107"/>
                </a:lnTo>
                <a:lnTo>
                  <a:pt x="489" y="106"/>
                </a:lnTo>
                <a:lnTo>
                  <a:pt x="489" y="105"/>
                </a:lnTo>
                <a:lnTo>
                  <a:pt x="490" y="104"/>
                </a:lnTo>
                <a:lnTo>
                  <a:pt x="490" y="103"/>
                </a:lnTo>
                <a:lnTo>
                  <a:pt x="491" y="103"/>
                </a:lnTo>
                <a:lnTo>
                  <a:pt x="491" y="104"/>
                </a:lnTo>
                <a:lnTo>
                  <a:pt x="491" y="105"/>
                </a:lnTo>
                <a:lnTo>
                  <a:pt x="492" y="105"/>
                </a:lnTo>
                <a:lnTo>
                  <a:pt x="493" y="105"/>
                </a:lnTo>
                <a:lnTo>
                  <a:pt x="494" y="106"/>
                </a:lnTo>
                <a:lnTo>
                  <a:pt x="495" y="107"/>
                </a:lnTo>
                <a:lnTo>
                  <a:pt x="496" y="106"/>
                </a:lnTo>
                <a:lnTo>
                  <a:pt x="496" y="105"/>
                </a:lnTo>
                <a:lnTo>
                  <a:pt x="497" y="105"/>
                </a:lnTo>
                <a:lnTo>
                  <a:pt x="497" y="104"/>
                </a:lnTo>
                <a:lnTo>
                  <a:pt x="496" y="103"/>
                </a:lnTo>
                <a:lnTo>
                  <a:pt x="496" y="102"/>
                </a:lnTo>
                <a:lnTo>
                  <a:pt x="495" y="102"/>
                </a:lnTo>
                <a:lnTo>
                  <a:pt x="495" y="101"/>
                </a:lnTo>
                <a:lnTo>
                  <a:pt x="495" y="100"/>
                </a:lnTo>
                <a:lnTo>
                  <a:pt x="495" y="99"/>
                </a:lnTo>
                <a:lnTo>
                  <a:pt x="496" y="99"/>
                </a:lnTo>
                <a:lnTo>
                  <a:pt x="497" y="98"/>
                </a:lnTo>
                <a:lnTo>
                  <a:pt x="498" y="98"/>
                </a:lnTo>
                <a:lnTo>
                  <a:pt x="498" y="97"/>
                </a:lnTo>
                <a:lnTo>
                  <a:pt x="498" y="96"/>
                </a:lnTo>
                <a:lnTo>
                  <a:pt x="499" y="95"/>
                </a:lnTo>
                <a:lnTo>
                  <a:pt x="499" y="94"/>
                </a:lnTo>
                <a:lnTo>
                  <a:pt x="500" y="93"/>
                </a:lnTo>
                <a:lnTo>
                  <a:pt x="500" y="92"/>
                </a:lnTo>
                <a:lnTo>
                  <a:pt x="500" y="91"/>
                </a:lnTo>
                <a:lnTo>
                  <a:pt x="501" y="91"/>
                </a:lnTo>
                <a:lnTo>
                  <a:pt x="501" y="90"/>
                </a:lnTo>
                <a:lnTo>
                  <a:pt x="501" y="89"/>
                </a:lnTo>
                <a:lnTo>
                  <a:pt x="500" y="89"/>
                </a:lnTo>
                <a:lnTo>
                  <a:pt x="501" y="88"/>
                </a:lnTo>
                <a:lnTo>
                  <a:pt x="501" y="87"/>
                </a:lnTo>
                <a:lnTo>
                  <a:pt x="502" y="86"/>
                </a:lnTo>
                <a:lnTo>
                  <a:pt x="501" y="85"/>
                </a:lnTo>
                <a:lnTo>
                  <a:pt x="502" y="85"/>
                </a:lnTo>
                <a:lnTo>
                  <a:pt x="502" y="84"/>
                </a:lnTo>
                <a:lnTo>
                  <a:pt x="501" y="84"/>
                </a:lnTo>
                <a:lnTo>
                  <a:pt x="501" y="83"/>
                </a:lnTo>
                <a:lnTo>
                  <a:pt x="502" y="83"/>
                </a:lnTo>
                <a:lnTo>
                  <a:pt x="503" y="83"/>
                </a:lnTo>
                <a:lnTo>
                  <a:pt x="503" y="81"/>
                </a:lnTo>
                <a:lnTo>
                  <a:pt x="503" y="80"/>
                </a:lnTo>
                <a:lnTo>
                  <a:pt x="503" y="81"/>
                </a:lnTo>
                <a:lnTo>
                  <a:pt x="504" y="80"/>
                </a:lnTo>
                <a:lnTo>
                  <a:pt x="504" y="79"/>
                </a:lnTo>
                <a:lnTo>
                  <a:pt x="503" y="79"/>
                </a:lnTo>
                <a:lnTo>
                  <a:pt x="504" y="79"/>
                </a:lnTo>
                <a:lnTo>
                  <a:pt x="504" y="78"/>
                </a:lnTo>
                <a:lnTo>
                  <a:pt x="505" y="78"/>
                </a:lnTo>
                <a:lnTo>
                  <a:pt x="505" y="77"/>
                </a:lnTo>
                <a:lnTo>
                  <a:pt x="506" y="76"/>
                </a:lnTo>
                <a:lnTo>
                  <a:pt x="507" y="76"/>
                </a:lnTo>
                <a:lnTo>
                  <a:pt x="508" y="76"/>
                </a:lnTo>
                <a:lnTo>
                  <a:pt x="509" y="76"/>
                </a:lnTo>
                <a:lnTo>
                  <a:pt x="510" y="75"/>
                </a:lnTo>
                <a:lnTo>
                  <a:pt x="511" y="75"/>
                </a:lnTo>
                <a:lnTo>
                  <a:pt x="511" y="74"/>
                </a:lnTo>
                <a:lnTo>
                  <a:pt x="512" y="74"/>
                </a:lnTo>
                <a:lnTo>
                  <a:pt x="512" y="75"/>
                </a:lnTo>
                <a:lnTo>
                  <a:pt x="511" y="77"/>
                </a:lnTo>
                <a:lnTo>
                  <a:pt x="511" y="78"/>
                </a:lnTo>
                <a:lnTo>
                  <a:pt x="511" y="79"/>
                </a:lnTo>
                <a:lnTo>
                  <a:pt x="511" y="81"/>
                </a:lnTo>
                <a:lnTo>
                  <a:pt x="511" y="84"/>
                </a:lnTo>
                <a:lnTo>
                  <a:pt x="511" y="85"/>
                </a:lnTo>
                <a:lnTo>
                  <a:pt x="512" y="86"/>
                </a:lnTo>
                <a:lnTo>
                  <a:pt x="513" y="87"/>
                </a:lnTo>
                <a:lnTo>
                  <a:pt x="512" y="87"/>
                </a:lnTo>
                <a:lnTo>
                  <a:pt x="513" y="87"/>
                </a:lnTo>
                <a:lnTo>
                  <a:pt x="514" y="87"/>
                </a:lnTo>
                <a:lnTo>
                  <a:pt x="514" y="88"/>
                </a:lnTo>
                <a:lnTo>
                  <a:pt x="513" y="89"/>
                </a:lnTo>
                <a:lnTo>
                  <a:pt x="513" y="90"/>
                </a:lnTo>
                <a:lnTo>
                  <a:pt x="512" y="90"/>
                </a:lnTo>
                <a:lnTo>
                  <a:pt x="512" y="91"/>
                </a:lnTo>
                <a:lnTo>
                  <a:pt x="512" y="92"/>
                </a:lnTo>
                <a:lnTo>
                  <a:pt x="512" y="93"/>
                </a:lnTo>
                <a:lnTo>
                  <a:pt x="512" y="94"/>
                </a:lnTo>
                <a:lnTo>
                  <a:pt x="513" y="94"/>
                </a:lnTo>
                <a:lnTo>
                  <a:pt x="514" y="95"/>
                </a:lnTo>
                <a:lnTo>
                  <a:pt x="513" y="95"/>
                </a:lnTo>
                <a:lnTo>
                  <a:pt x="514" y="95"/>
                </a:lnTo>
                <a:lnTo>
                  <a:pt x="515" y="96"/>
                </a:lnTo>
                <a:lnTo>
                  <a:pt x="515" y="97"/>
                </a:lnTo>
                <a:lnTo>
                  <a:pt x="514" y="97"/>
                </a:lnTo>
                <a:lnTo>
                  <a:pt x="515" y="98"/>
                </a:lnTo>
                <a:lnTo>
                  <a:pt x="516" y="97"/>
                </a:lnTo>
                <a:lnTo>
                  <a:pt x="517" y="97"/>
                </a:lnTo>
                <a:lnTo>
                  <a:pt x="517" y="96"/>
                </a:lnTo>
                <a:lnTo>
                  <a:pt x="518" y="96"/>
                </a:lnTo>
                <a:lnTo>
                  <a:pt x="519" y="96"/>
                </a:lnTo>
                <a:lnTo>
                  <a:pt x="520" y="96"/>
                </a:lnTo>
                <a:lnTo>
                  <a:pt x="520" y="97"/>
                </a:lnTo>
                <a:lnTo>
                  <a:pt x="520" y="98"/>
                </a:lnTo>
                <a:lnTo>
                  <a:pt x="519" y="98"/>
                </a:lnTo>
                <a:lnTo>
                  <a:pt x="519" y="99"/>
                </a:lnTo>
                <a:lnTo>
                  <a:pt x="520" y="99"/>
                </a:lnTo>
                <a:lnTo>
                  <a:pt x="520" y="98"/>
                </a:lnTo>
                <a:lnTo>
                  <a:pt x="521" y="98"/>
                </a:lnTo>
                <a:lnTo>
                  <a:pt x="521" y="97"/>
                </a:lnTo>
                <a:lnTo>
                  <a:pt x="522" y="97"/>
                </a:lnTo>
                <a:lnTo>
                  <a:pt x="522" y="98"/>
                </a:lnTo>
                <a:lnTo>
                  <a:pt x="523" y="98"/>
                </a:lnTo>
                <a:lnTo>
                  <a:pt x="524" y="98"/>
                </a:lnTo>
                <a:lnTo>
                  <a:pt x="523" y="98"/>
                </a:lnTo>
                <a:lnTo>
                  <a:pt x="522" y="99"/>
                </a:lnTo>
                <a:lnTo>
                  <a:pt x="521" y="100"/>
                </a:lnTo>
                <a:lnTo>
                  <a:pt x="521" y="101"/>
                </a:lnTo>
                <a:lnTo>
                  <a:pt x="520" y="102"/>
                </a:lnTo>
                <a:lnTo>
                  <a:pt x="520" y="103"/>
                </a:lnTo>
                <a:lnTo>
                  <a:pt x="519" y="104"/>
                </a:lnTo>
                <a:lnTo>
                  <a:pt x="518" y="106"/>
                </a:lnTo>
                <a:lnTo>
                  <a:pt x="518" y="107"/>
                </a:lnTo>
                <a:lnTo>
                  <a:pt x="519" y="108"/>
                </a:lnTo>
                <a:lnTo>
                  <a:pt x="519" y="109"/>
                </a:lnTo>
                <a:lnTo>
                  <a:pt x="518" y="109"/>
                </a:lnTo>
                <a:lnTo>
                  <a:pt x="518" y="110"/>
                </a:lnTo>
                <a:lnTo>
                  <a:pt x="518" y="111"/>
                </a:lnTo>
                <a:lnTo>
                  <a:pt x="518" y="112"/>
                </a:lnTo>
                <a:lnTo>
                  <a:pt x="517" y="112"/>
                </a:lnTo>
                <a:lnTo>
                  <a:pt x="517" y="113"/>
                </a:lnTo>
                <a:lnTo>
                  <a:pt x="517" y="114"/>
                </a:lnTo>
                <a:lnTo>
                  <a:pt x="516" y="115"/>
                </a:lnTo>
                <a:lnTo>
                  <a:pt x="516" y="116"/>
                </a:lnTo>
                <a:lnTo>
                  <a:pt x="516" y="117"/>
                </a:lnTo>
                <a:lnTo>
                  <a:pt x="515" y="117"/>
                </a:lnTo>
                <a:lnTo>
                  <a:pt x="515" y="118"/>
                </a:lnTo>
                <a:lnTo>
                  <a:pt x="515" y="119"/>
                </a:lnTo>
                <a:lnTo>
                  <a:pt x="515" y="120"/>
                </a:lnTo>
                <a:lnTo>
                  <a:pt x="515" y="121"/>
                </a:lnTo>
                <a:lnTo>
                  <a:pt x="514" y="122"/>
                </a:lnTo>
                <a:lnTo>
                  <a:pt x="514" y="123"/>
                </a:lnTo>
                <a:lnTo>
                  <a:pt x="515" y="123"/>
                </a:lnTo>
                <a:lnTo>
                  <a:pt x="515" y="122"/>
                </a:lnTo>
                <a:lnTo>
                  <a:pt x="516" y="122"/>
                </a:lnTo>
                <a:lnTo>
                  <a:pt x="517" y="122"/>
                </a:lnTo>
                <a:lnTo>
                  <a:pt x="517" y="121"/>
                </a:lnTo>
                <a:lnTo>
                  <a:pt x="517" y="120"/>
                </a:lnTo>
                <a:lnTo>
                  <a:pt x="518" y="120"/>
                </a:lnTo>
                <a:lnTo>
                  <a:pt x="518" y="119"/>
                </a:lnTo>
                <a:lnTo>
                  <a:pt x="519" y="119"/>
                </a:lnTo>
                <a:lnTo>
                  <a:pt x="519" y="120"/>
                </a:lnTo>
                <a:lnTo>
                  <a:pt x="520" y="120"/>
                </a:lnTo>
                <a:lnTo>
                  <a:pt x="520" y="121"/>
                </a:lnTo>
                <a:lnTo>
                  <a:pt x="521" y="121"/>
                </a:lnTo>
                <a:lnTo>
                  <a:pt x="521" y="122"/>
                </a:lnTo>
                <a:lnTo>
                  <a:pt x="522" y="122"/>
                </a:lnTo>
                <a:lnTo>
                  <a:pt x="522" y="123"/>
                </a:lnTo>
                <a:lnTo>
                  <a:pt x="521" y="124"/>
                </a:lnTo>
                <a:lnTo>
                  <a:pt x="520" y="124"/>
                </a:lnTo>
                <a:lnTo>
                  <a:pt x="520" y="125"/>
                </a:lnTo>
                <a:lnTo>
                  <a:pt x="519" y="125"/>
                </a:lnTo>
                <a:lnTo>
                  <a:pt x="518" y="125"/>
                </a:lnTo>
                <a:lnTo>
                  <a:pt x="518" y="126"/>
                </a:lnTo>
                <a:lnTo>
                  <a:pt x="517" y="126"/>
                </a:lnTo>
                <a:lnTo>
                  <a:pt x="516" y="126"/>
                </a:lnTo>
                <a:lnTo>
                  <a:pt x="516" y="127"/>
                </a:lnTo>
                <a:lnTo>
                  <a:pt x="517" y="127"/>
                </a:lnTo>
                <a:lnTo>
                  <a:pt x="517" y="129"/>
                </a:lnTo>
                <a:lnTo>
                  <a:pt x="516" y="129"/>
                </a:lnTo>
                <a:lnTo>
                  <a:pt x="515" y="129"/>
                </a:lnTo>
                <a:lnTo>
                  <a:pt x="515" y="130"/>
                </a:lnTo>
                <a:lnTo>
                  <a:pt x="516" y="132"/>
                </a:lnTo>
                <a:lnTo>
                  <a:pt x="516" y="134"/>
                </a:lnTo>
                <a:lnTo>
                  <a:pt x="516" y="135"/>
                </a:lnTo>
                <a:lnTo>
                  <a:pt x="516" y="136"/>
                </a:lnTo>
                <a:lnTo>
                  <a:pt x="516" y="137"/>
                </a:lnTo>
                <a:lnTo>
                  <a:pt x="516" y="138"/>
                </a:lnTo>
                <a:lnTo>
                  <a:pt x="517" y="139"/>
                </a:lnTo>
                <a:lnTo>
                  <a:pt x="518" y="139"/>
                </a:lnTo>
                <a:lnTo>
                  <a:pt x="518" y="140"/>
                </a:lnTo>
                <a:lnTo>
                  <a:pt x="517" y="140"/>
                </a:lnTo>
                <a:lnTo>
                  <a:pt x="518" y="141"/>
                </a:lnTo>
                <a:lnTo>
                  <a:pt x="519" y="141"/>
                </a:lnTo>
                <a:lnTo>
                  <a:pt x="519" y="142"/>
                </a:lnTo>
                <a:lnTo>
                  <a:pt x="518" y="143"/>
                </a:lnTo>
                <a:lnTo>
                  <a:pt x="518" y="144"/>
                </a:lnTo>
                <a:lnTo>
                  <a:pt x="519" y="145"/>
                </a:lnTo>
                <a:lnTo>
                  <a:pt x="518" y="146"/>
                </a:lnTo>
                <a:lnTo>
                  <a:pt x="518" y="147"/>
                </a:lnTo>
                <a:lnTo>
                  <a:pt x="517" y="148"/>
                </a:lnTo>
                <a:lnTo>
                  <a:pt x="518" y="149"/>
                </a:lnTo>
                <a:lnTo>
                  <a:pt x="519" y="149"/>
                </a:lnTo>
                <a:lnTo>
                  <a:pt x="520" y="151"/>
                </a:lnTo>
                <a:lnTo>
                  <a:pt x="521" y="152"/>
                </a:lnTo>
                <a:lnTo>
                  <a:pt x="522" y="153"/>
                </a:lnTo>
                <a:lnTo>
                  <a:pt x="521" y="153"/>
                </a:lnTo>
                <a:lnTo>
                  <a:pt x="520" y="153"/>
                </a:lnTo>
                <a:lnTo>
                  <a:pt x="521" y="154"/>
                </a:lnTo>
                <a:lnTo>
                  <a:pt x="522" y="154"/>
                </a:lnTo>
                <a:lnTo>
                  <a:pt x="523" y="154"/>
                </a:lnTo>
                <a:lnTo>
                  <a:pt x="524" y="154"/>
                </a:lnTo>
                <a:lnTo>
                  <a:pt x="525" y="154"/>
                </a:lnTo>
                <a:lnTo>
                  <a:pt x="525" y="155"/>
                </a:lnTo>
                <a:lnTo>
                  <a:pt x="526" y="156"/>
                </a:lnTo>
                <a:lnTo>
                  <a:pt x="527" y="156"/>
                </a:lnTo>
                <a:lnTo>
                  <a:pt x="527" y="157"/>
                </a:lnTo>
                <a:lnTo>
                  <a:pt x="528" y="157"/>
                </a:lnTo>
                <a:lnTo>
                  <a:pt x="529" y="157"/>
                </a:lnTo>
                <a:lnTo>
                  <a:pt x="530" y="158"/>
                </a:lnTo>
                <a:lnTo>
                  <a:pt x="530" y="159"/>
                </a:lnTo>
                <a:lnTo>
                  <a:pt x="529" y="159"/>
                </a:lnTo>
                <a:lnTo>
                  <a:pt x="529" y="160"/>
                </a:lnTo>
                <a:lnTo>
                  <a:pt x="529" y="161"/>
                </a:lnTo>
                <a:lnTo>
                  <a:pt x="530" y="162"/>
                </a:lnTo>
                <a:lnTo>
                  <a:pt x="530" y="163"/>
                </a:lnTo>
                <a:lnTo>
                  <a:pt x="530" y="165"/>
                </a:lnTo>
                <a:lnTo>
                  <a:pt x="530" y="166"/>
                </a:lnTo>
                <a:lnTo>
                  <a:pt x="529" y="166"/>
                </a:lnTo>
                <a:lnTo>
                  <a:pt x="529" y="167"/>
                </a:lnTo>
                <a:lnTo>
                  <a:pt x="528" y="168"/>
                </a:lnTo>
                <a:lnTo>
                  <a:pt x="529" y="169"/>
                </a:lnTo>
                <a:lnTo>
                  <a:pt x="529" y="170"/>
                </a:lnTo>
                <a:lnTo>
                  <a:pt x="529" y="171"/>
                </a:lnTo>
                <a:lnTo>
                  <a:pt x="528" y="171"/>
                </a:lnTo>
                <a:lnTo>
                  <a:pt x="528" y="170"/>
                </a:lnTo>
                <a:lnTo>
                  <a:pt x="527" y="170"/>
                </a:lnTo>
                <a:lnTo>
                  <a:pt x="527" y="171"/>
                </a:lnTo>
                <a:lnTo>
                  <a:pt x="527" y="172"/>
                </a:lnTo>
                <a:lnTo>
                  <a:pt x="526" y="172"/>
                </a:lnTo>
                <a:lnTo>
                  <a:pt x="526" y="171"/>
                </a:lnTo>
                <a:lnTo>
                  <a:pt x="525" y="171"/>
                </a:lnTo>
                <a:lnTo>
                  <a:pt x="524" y="172"/>
                </a:lnTo>
                <a:lnTo>
                  <a:pt x="523" y="173"/>
                </a:lnTo>
                <a:lnTo>
                  <a:pt x="522" y="173"/>
                </a:lnTo>
                <a:lnTo>
                  <a:pt x="521" y="173"/>
                </a:lnTo>
                <a:lnTo>
                  <a:pt x="521" y="174"/>
                </a:lnTo>
                <a:lnTo>
                  <a:pt x="520" y="175"/>
                </a:lnTo>
                <a:lnTo>
                  <a:pt x="519" y="176"/>
                </a:lnTo>
                <a:lnTo>
                  <a:pt x="518" y="177"/>
                </a:lnTo>
                <a:lnTo>
                  <a:pt x="517" y="178"/>
                </a:lnTo>
                <a:lnTo>
                  <a:pt x="516" y="178"/>
                </a:lnTo>
                <a:lnTo>
                  <a:pt x="516" y="179"/>
                </a:lnTo>
                <a:lnTo>
                  <a:pt x="515" y="179"/>
                </a:lnTo>
                <a:lnTo>
                  <a:pt x="514" y="179"/>
                </a:lnTo>
                <a:lnTo>
                  <a:pt x="515" y="180"/>
                </a:lnTo>
                <a:lnTo>
                  <a:pt x="515" y="181"/>
                </a:lnTo>
                <a:lnTo>
                  <a:pt x="515" y="182"/>
                </a:lnTo>
                <a:lnTo>
                  <a:pt x="515" y="183"/>
                </a:lnTo>
                <a:lnTo>
                  <a:pt x="514" y="184"/>
                </a:lnTo>
                <a:lnTo>
                  <a:pt x="514" y="185"/>
                </a:lnTo>
                <a:lnTo>
                  <a:pt x="513" y="185"/>
                </a:lnTo>
                <a:lnTo>
                  <a:pt x="512" y="184"/>
                </a:lnTo>
                <a:lnTo>
                  <a:pt x="511" y="184"/>
                </a:lnTo>
                <a:lnTo>
                  <a:pt x="511" y="185"/>
                </a:lnTo>
                <a:lnTo>
                  <a:pt x="510" y="185"/>
                </a:lnTo>
                <a:lnTo>
                  <a:pt x="510" y="184"/>
                </a:lnTo>
                <a:lnTo>
                  <a:pt x="508" y="183"/>
                </a:lnTo>
                <a:lnTo>
                  <a:pt x="507" y="182"/>
                </a:lnTo>
                <a:lnTo>
                  <a:pt x="507" y="181"/>
                </a:lnTo>
                <a:lnTo>
                  <a:pt x="506" y="181"/>
                </a:lnTo>
                <a:lnTo>
                  <a:pt x="506" y="182"/>
                </a:lnTo>
                <a:lnTo>
                  <a:pt x="506" y="183"/>
                </a:lnTo>
                <a:lnTo>
                  <a:pt x="505" y="184"/>
                </a:lnTo>
                <a:lnTo>
                  <a:pt x="504" y="184"/>
                </a:lnTo>
                <a:lnTo>
                  <a:pt x="503" y="185"/>
                </a:lnTo>
                <a:lnTo>
                  <a:pt x="502" y="186"/>
                </a:lnTo>
                <a:lnTo>
                  <a:pt x="501" y="186"/>
                </a:lnTo>
                <a:lnTo>
                  <a:pt x="501" y="185"/>
                </a:lnTo>
                <a:lnTo>
                  <a:pt x="502" y="185"/>
                </a:lnTo>
                <a:lnTo>
                  <a:pt x="502" y="184"/>
                </a:lnTo>
                <a:lnTo>
                  <a:pt x="502" y="183"/>
                </a:lnTo>
                <a:lnTo>
                  <a:pt x="501" y="182"/>
                </a:lnTo>
                <a:lnTo>
                  <a:pt x="500" y="182"/>
                </a:lnTo>
                <a:lnTo>
                  <a:pt x="500" y="183"/>
                </a:lnTo>
                <a:lnTo>
                  <a:pt x="499" y="184"/>
                </a:lnTo>
                <a:lnTo>
                  <a:pt x="498" y="185"/>
                </a:lnTo>
                <a:lnTo>
                  <a:pt x="498" y="184"/>
                </a:lnTo>
                <a:lnTo>
                  <a:pt x="498" y="185"/>
                </a:lnTo>
                <a:lnTo>
                  <a:pt x="497" y="185"/>
                </a:lnTo>
                <a:lnTo>
                  <a:pt x="497" y="186"/>
                </a:lnTo>
                <a:lnTo>
                  <a:pt x="498" y="186"/>
                </a:lnTo>
                <a:lnTo>
                  <a:pt x="499" y="186"/>
                </a:lnTo>
                <a:lnTo>
                  <a:pt x="499" y="185"/>
                </a:lnTo>
                <a:lnTo>
                  <a:pt x="500" y="184"/>
                </a:lnTo>
                <a:lnTo>
                  <a:pt x="500" y="185"/>
                </a:lnTo>
                <a:lnTo>
                  <a:pt x="501" y="185"/>
                </a:lnTo>
                <a:lnTo>
                  <a:pt x="500" y="186"/>
                </a:lnTo>
                <a:lnTo>
                  <a:pt x="499" y="187"/>
                </a:lnTo>
                <a:lnTo>
                  <a:pt x="498" y="187"/>
                </a:lnTo>
                <a:lnTo>
                  <a:pt x="498" y="188"/>
                </a:lnTo>
                <a:lnTo>
                  <a:pt x="499" y="188"/>
                </a:lnTo>
                <a:lnTo>
                  <a:pt x="498" y="189"/>
                </a:lnTo>
                <a:lnTo>
                  <a:pt x="498" y="190"/>
                </a:lnTo>
                <a:lnTo>
                  <a:pt x="498" y="191"/>
                </a:lnTo>
                <a:lnTo>
                  <a:pt x="498" y="192"/>
                </a:lnTo>
                <a:lnTo>
                  <a:pt x="497" y="192"/>
                </a:lnTo>
                <a:lnTo>
                  <a:pt x="497" y="193"/>
                </a:lnTo>
                <a:lnTo>
                  <a:pt x="496" y="194"/>
                </a:lnTo>
                <a:lnTo>
                  <a:pt x="495" y="194"/>
                </a:lnTo>
                <a:lnTo>
                  <a:pt x="494" y="194"/>
                </a:lnTo>
                <a:lnTo>
                  <a:pt x="494" y="195"/>
                </a:lnTo>
                <a:lnTo>
                  <a:pt x="493" y="194"/>
                </a:lnTo>
                <a:lnTo>
                  <a:pt x="492" y="193"/>
                </a:lnTo>
                <a:lnTo>
                  <a:pt x="492" y="194"/>
                </a:lnTo>
                <a:lnTo>
                  <a:pt x="492" y="195"/>
                </a:lnTo>
                <a:lnTo>
                  <a:pt x="492" y="196"/>
                </a:lnTo>
                <a:lnTo>
                  <a:pt x="493" y="197"/>
                </a:lnTo>
                <a:lnTo>
                  <a:pt x="492" y="198"/>
                </a:lnTo>
                <a:lnTo>
                  <a:pt x="492" y="200"/>
                </a:lnTo>
                <a:lnTo>
                  <a:pt x="491" y="200"/>
                </a:lnTo>
                <a:lnTo>
                  <a:pt x="491" y="199"/>
                </a:lnTo>
                <a:lnTo>
                  <a:pt x="490" y="199"/>
                </a:lnTo>
                <a:lnTo>
                  <a:pt x="488" y="200"/>
                </a:lnTo>
                <a:lnTo>
                  <a:pt x="487" y="201"/>
                </a:lnTo>
                <a:lnTo>
                  <a:pt x="487" y="200"/>
                </a:lnTo>
                <a:lnTo>
                  <a:pt x="486" y="200"/>
                </a:lnTo>
                <a:lnTo>
                  <a:pt x="486" y="201"/>
                </a:lnTo>
                <a:lnTo>
                  <a:pt x="486" y="202"/>
                </a:lnTo>
                <a:lnTo>
                  <a:pt x="485" y="202"/>
                </a:lnTo>
                <a:lnTo>
                  <a:pt x="485" y="203"/>
                </a:lnTo>
                <a:lnTo>
                  <a:pt x="485" y="204"/>
                </a:lnTo>
                <a:lnTo>
                  <a:pt x="483" y="204"/>
                </a:lnTo>
                <a:lnTo>
                  <a:pt x="483" y="205"/>
                </a:lnTo>
                <a:lnTo>
                  <a:pt x="482" y="205"/>
                </a:lnTo>
                <a:lnTo>
                  <a:pt x="481" y="205"/>
                </a:lnTo>
                <a:lnTo>
                  <a:pt x="479" y="206"/>
                </a:lnTo>
                <a:lnTo>
                  <a:pt x="479" y="207"/>
                </a:lnTo>
                <a:lnTo>
                  <a:pt x="480" y="207"/>
                </a:lnTo>
                <a:lnTo>
                  <a:pt x="481" y="207"/>
                </a:lnTo>
                <a:lnTo>
                  <a:pt x="481" y="209"/>
                </a:lnTo>
                <a:lnTo>
                  <a:pt x="481" y="211"/>
                </a:lnTo>
                <a:lnTo>
                  <a:pt x="481" y="212"/>
                </a:lnTo>
                <a:lnTo>
                  <a:pt x="480" y="212"/>
                </a:lnTo>
                <a:lnTo>
                  <a:pt x="479" y="214"/>
                </a:lnTo>
                <a:lnTo>
                  <a:pt x="478" y="215"/>
                </a:lnTo>
                <a:lnTo>
                  <a:pt x="478" y="216"/>
                </a:lnTo>
                <a:lnTo>
                  <a:pt x="477" y="217"/>
                </a:lnTo>
                <a:lnTo>
                  <a:pt x="476" y="216"/>
                </a:lnTo>
                <a:lnTo>
                  <a:pt x="475" y="216"/>
                </a:lnTo>
                <a:lnTo>
                  <a:pt x="475" y="217"/>
                </a:lnTo>
                <a:lnTo>
                  <a:pt x="474" y="218"/>
                </a:lnTo>
                <a:lnTo>
                  <a:pt x="473" y="218"/>
                </a:lnTo>
                <a:lnTo>
                  <a:pt x="472" y="219"/>
                </a:lnTo>
                <a:lnTo>
                  <a:pt x="471" y="219"/>
                </a:lnTo>
                <a:lnTo>
                  <a:pt x="471" y="218"/>
                </a:lnTo>
                <a:lnTo>
                  <a:pt x="469" y="219"/>
                </a:lnTo>
                <a:lnTo>
                  <a:pt x="470" y="220"/>
                </a:lnTo>
                <a:lnTo>
                  <a:pt x="471" y="221"/>
                </a:lnTo>
                <a:lnTo>
                  <a:pt x="472" y="222"/>
                </a:lnTo>
                <a:lnTo>
                  <a:pt x="473" y="222"/>
                </a:lnTo>
                <a:lnTo>
                  <a:pt x="474" y="222"/>
                </a:lnTo>
                <a:lnTo>
                  <a:pt x="474" y="223"/>
                </a:lnTo>
                <a:lnTo>
                  <a:pt x="474" y="224"/>
                </a:lnTo>
                <a:lnTo>
                  <a:pt x="475" y="225"/>
                </a:lnTo>
                <a:lnTo>
                  <a:pt x="476" y="225"/>
                </a:lnTo>
                <a:lnTo>
                  <a:pt x="476" y="226"/>
                </a:lnTo>
                <a:lnTo>
                  <a:pt x="477" y="226"/>
                </a:lnTo>
                <a:lnTo>
                  <a:pt x="477" y="227"/>
                </a:lnTo>
                <a:lnTo>
                  <a:pt x="476" y="227"/>
                </a:lnTo>
                <a:lnTo>
                  <a:pt x="476" y="228"/>
                </a:lnTo>
                <a:lnTo>
                  <a:pt x="477" y="228"/>
                </a:lnTo>
                <a:lnTo>
                  <a:pt x="478" y="227"/>
                </a:lnTo>
                <a:lnTo>
                  <a:pt x="479" y="226"/>
                </a:lnTo>
                <a:lnTo>
                  <a:pt x="480" y="226"/>
                </a:lnTo>
                <a:lnTo>
                  <a:pt x="480" y="225"/>
                </a:lnTo>
                <a:lnTo>
                  <a:pt x="481" y="225"/>
                </a:lnTo>
                <a:lnTo>
                  <a:pt x="481" y="226"/>
                </a:lnTo>
                <a:lnTo>
                  <a:pt x="480" y="227"/>
                </a:lnTo>
                <a:lnTo>
                  <a:pt x="481" y="227"/>
                </a:lnTo>
                <a:lnTo>
                  <a:pt x="483" y="226"/>
                </a:lnTo>
                <a:lnTo>
                  <a:pt x="484" y="226"/>
                </a:lnTo>
                <a:lnTo>
                  <a:pt x="483" y="224"/>
                </a:lnTo>
                <a:lnTo>
                  <a:pt x="482" y="224"/>
                </a:lnTo>
                <a:lnTo>
                  <a:pt x="482" y="223"/>
                </a:lnTo>
                <a:lnTo>
                  <a:pt x="483" y="223"/>
                </a:lnTo>
                <a:lnTo>
                  <a:pt x="484" y="223"/>
                </a:lnTo>
                <a:lnTo>
                  <a:pt x="485" y="223"/>
                </a:lnTo>
                <a:lnTo>
                  <a:pt x="485" y="222"/>
                </a:lnTo>
                <a:lnTo>
                  <a:pt x="486" y="221"/>
                </a:lnTo>
                <a:lnTo>
                  <a:pt x="487" y="220"/>
                </a:lnTo>
                <a:lnTo>
                  <a:pt x="488" y="220"/>
                </a:lnTo>
                <a:lnTo>
                  <a:pt x="489" y="220"/>
                </a:lnTo>
                <a:lnTo>
                  <a:pt x="489" y="219"/>
                </a:lnTo>
                <a:lnTo>
                  <a:pt x="490" y="217"/>
                </a:lnTo>
                <a:lnTo>
                  <a:pt x="491" y="217"/>
                </a:lnTo>
                <a:lnTo>
                  <a:pt x="491" y="218"/>
                </a:lnTo>
                <a:lnTo>
                  <a:pt x="492" y="218"/>
                </a:lnTo>
                <a:lnTo>
                  <a:pt x="493" y="217"/>
                </a:lnTo>
                <a:lnTo>
                  <a:pt x="495" y="216"/>
                </a:lnTo>
                <a:lnTo>
                  <a:pt x="496" y="216"/>
                </a:lnTo>
                <a:lnTo>
                  <a:pt x="498" y="215"/>
                </a:lnTo>
                <a:lnTo>
                  <a:pt x="499" y="215"/>
                </a:lnTo>
                <a:lnTo>
                  <a:pt x="500" y="216"/>
                </a:lnTo>
                <a:lnTo>
                  <a:pt x="499" y="216"/>
                </a:lnTo>
                <a:lnTo>
                  <a:pt x="499" y="217"/>
                </a:lnTo>
                <a:lnTo>
                  <a:pt x="498" y="217"/>
                </a:lnTo>
                <a:lnTo>
                  <a:pt x="498" y="218"/>
                </a:lnTo>
                <a:lnTo>
                  <a:pt x="497" y="218"/>
                </a:lnTo>
                <a:lnTo>
                  <a:pt x="497" y="219"/>
                </a:lnTo>
                <a:lnTo>
                  <a:pt x="497" y="220"/>
                </a:lnTo>
                <a:lnTo>
                  <a:pt x="497" y="221"/>
                </a:lnTo>
                <a:lnTo>
                  <a:pt x="499" y="221"/>
                </a:lnTo>
                <a:lnTo>
                  <a:pt x="500" y="221"/>
                </a:lnTo>
                <a:lnTo>
                  <a:pt x="499" y="221"/>
                </a:lnTo>
                <a:lnTo>
                  <a:pt x="502" y="221"/>
                </a:lnTo>
                <a:lnTo>
                  <a:pt x="503" y="221"/>
                </a:lnTo>
                <a:lnTo>
                  <a:pt x="503" y="220"/>
                </a:lnTo>
                <a:lnTo>
                  <a:pt x="504" y="219"/>
                </a:lnTo>
                <a:lnTo>
                  <a:pt x="504" y="220"/>
                </a:lnTo>
                <a:lnTo>
                  <a:pt x="505" y="220"/>
                </a:lnTo>
                <a:lnTo>
                  <a:pt x="505" y="219"/>
                </a:lnTo>
                <a:lnTo>
                  <a:pt x="506" y="218"/>
                </a:lnTo>
                <a:lnTo>
                  <a:pt x="507" y="217"/>
                </a:lnTo>
                <a:lnTo>
                  <a:pt x="507" y="216"/>
                </a:lnTo>
                <a:lnTo>
                  <a:pt x="508" y="216"/>
                </a:lnTo>
                <a:lnTo>
                  <a:pt x="508" y="215"/>
                </a:lnTo>
                <a:lnTo>
                  <a:pt x="508" y="214"/>
                </a:lnTo>
                <a:lnTo>
                  <a:pt x="509" y="214"/>
                </a:lnTo>
                <a:lnTo>
                  <a:pt x="509" y="213"/>
                </a:lnTo>
                <a:lnTo>
                  <a:pt x="510" y="212"/>
                </a:lnTo>
                <a:lnTo>
                  <a:pt x="511" y="213"/>
                </a:lnTo>
                <a:lnTo>
                  <a:pt x="510" y="214"/>
                </a:lnTo>
                <a:lnTo>
                  <a:pt x="511" y="214"/>
                </a:lnTo>
                <a:lnTo>
                  <a:pt x="511" y="215"/>
                </a:lnTo>
                <a:lnTo>
                  <a:pt x="512" y="215"/>
                </a:lnTo>
                <a:lnTo>
                  <a:pt x="513" y="215"/>
                </a:lnTo>
                <a:lnTo>
                  <a:pt x="513" y="214"/>
                </a:lnTo>
                <a:lnTo>
                  <a:pt x="514" y="214"/>
                </a:lnTo>
                <a:lnTo>
                  <a:pt x="515" y="214"/>
                </a:lnTo>
                <a:lnTo>
                  <a:pt x="516" y="214"/>
                </a:lnTo>
                <a:lnTo>
                  <a:pt x="517" y="214"/>
                </a:lnTo>
                <a:lnTo>
                  <a:pt x="518" y="214"/>
                </a:lnTo>
                <a:lnTo>
                  <a:pt x="518" y="213"/>
                </a:lnTo>
                <a:lnTo>
                  <a:pt x="520" y="212"/>
                </a:lnTo>
                <a:lnTo>
                  <a:pt x="521" y="213"/>
                </a:lnTo>
                <a:lnTo>
                  <a:pt x="522" y="213"/>
                </a:lnTo>
                <a:lnTo>
                  <a:pt x="522" y="212"/>
                </a:lnTo>
                <a:lnTo>
                  <a:pt x="522" y="213"/>
                </a:lnTo>
                <a:lnTo>
                  <a:pt x="523" y="213"/>
                </a:lnTo>
                <a:lnTo>
                  <a:pt x="523" y="212"/>
                </a:lnTo>
                <a:lnTo>
                  <a:pt x="524" y="212"/>
                </a:lnTo>
                <a:lnTo>
                  <a:pt x="525" y="212"/>
                </a:lnTo>
                <a:lnTo>
                  <a:pt x="525" y="213"/>
                </a:lnTo>
                <a:lnTo>
                  <a:pt x="526" y="215"/>
                </a:lnTo>
                <a:lnTo>
                  <a:pt x="527" y="215"/>
                </a:lnTo>
                <a:lnTo>
                  <a:pt x="528" y="215"/>
                </a:lnTo>
                <a:lnTo>
                  <a:pt x="529" y="215"/>
                </a:lnTo>
                <a:lnTo>
                  <a:pt x="529" y="214"/>
                </a:lnTo>
                <a:lnTo>
                  <a:pt x="530" y="214"/>
                </a:lnTo>
                <a:lnTo>
                  <a:pt x="530" y="215"/>
                </a:lnTo>
                <a:lnTo>
                  <a:pt x="530" y="216"/>
                </a:lnTo>
                <a:lnTo>
                  <a:pt x="530" y="217"/>
                </a:lnTo>
                <a:lnTo>
                  <a:pt x="529" y="217"/>
                </a:lnTo>
                <a:lnTo>
                  <a:pt x="529" y="218"/>
                </a:lnTo>
                <a:lnTo>
                  <a:pt x="529" y="219"/>
                </a:lnTo>
                <a:lnTo>
                  <a:pt x="529" y="220"/>
                </a:lnTo>
                <a:lnTo>
                  <a:pt x="530" y="220"/>
                </a:lnTo>
                <a:lnTo>
                  <a:pt x="531" y="220"/>
                </a:lnTo>
                <a:lnTo>
                  <a:pt x="531" y="221"/>
                </a:lnTo>
                <a:lnTo>
                  <a:pt x="530" y="221"/>
                </a:lnTo>
                <a:lnTo>
                  <a:pt x="529" y="221"/>
                </a:lnTo>
                <a:lnTo>
                  <a:pt x="530" y="221"/>
                </a:lnTo>
                <a:lnTo>
                  <a:pt x="530" y="222"/>
                </a:lnTo>
                <a:lnTo>
                  <a:pt x="531" y="222"/>
                </a:lnTo>
                <a:lnTo>
                  <a:pt x="532" y="222"/>
                </a:lnTo>
                <a:lnTo>
                  <a:pt x="532" y="221"/>
                </a:lnTo>
                <a:lnTo>
                  <a:pt x="531" y="221"/>
                </a:lnTo>
                <a:lnTo>
                  <a:pt x="532" y="221"/>
                </a:lnTo>
                <a:lnTo>
                  <a:pt x="532" y="220"/>
                </a:lnTo>
                <a:lnTo>
                  <a:pt x="533" y="220"/>
                </a:lnTo>
                <a:lnTo>
                  <a:pt x="535" y="221"/>
                </a:lnTo>
                <a:lnTo>
                  <a:pt x="534" y="222"/>
                </a:lnTo>
                <a:lnTo>
                  <a:pt x="534" y="223"/>
                </a:lnTo>
                <a:lnTo>
                  <a:pt x="535" y="225"/>
                </a:lnTo>
                <a:lnTo>
                  <a:pt x="535" y="226"/>
                </a:lnTo>
                <a:lnTo>
                  <a:pt x="536" y="226"/>
                </a:lnTo>
                <a:lnTo>
                  <a:pt x="536" y="227"/>
                </a:lnTo>
                <a:lnTo>
                  <a:pt x="537" y="228"/>
                </a:lnTo>
                <a:lnTo>
                  <a:pt x="536" y="228"/>
                </a:lnTo>
                <a:lnTo>
                  <a:pt x="536" y="229"/>
                </a:lnTo>
                <a:lnTo>
                  <a:pt x="535" y="229"/>
                </a:lnTo>
                <a:lnTo>
                  <a:pt x="535" y="230"/>
                </a:lnTo>
                <a:lnTo>
                  <a:pt x="536" y="230"/>
                </a:lnTo>
                <a:lnTo>
                  <a:pt x="537" y="230"/>
                </a:lnTo>
                <a:lnTo>
                  <a:pt x="537" y="231"/>
                </a:lnTo>
                <a:lnTo>
                  <a:pt x="537" y="232"/>
                </a:lnTo>
                <a:lnTo>
                  <a:pt x="538" y="232"/>
                </a:lnTo>
                <a:lnTo>
                  <a:pt x="538" y="233"/>
                </a:lnTo>
                <a:lnTo>
                  <a:pt x="538" y="234"/>
                </a:lnTo>
                <a:lnTo>
                  <a:pt x="536" y="234"/>
                </a:lnTo>
                <a:lnTo>
                  <a:pt x="536" y="235"/>
                </a:lnTo>
                <a:lnTo>
                  <a:pt x="536" y="236"/>
                </a:lnTo>
                <a:lnTo>
                  <a:pt x="535" y="236"/>
                </a:lnTo>
                <a:lnTo>
                  <a:pt x="534" y="236"/>
                </a:lnTo>
                <a:lnTo>
                  <a:pt x="534" y="235"/>
                </a:lnTo>
                <a:lnTo>
                  <a:pt x="533" y="235"/>
                </a:lnTo>
                <a:lnTo>
                  <a:pt x="532" y="236"/>
                </a:lnTo>
                <a:lnTo>
                  <a:pt x="532" y="237"/>
                </a:lnTo>
                <a:lnTo>
                  <a:pt x="530" y="237"/>
                </a:lnTo>
                <a:lnTo>
                  <a:pt x="529" y="238"/>
                </a:lnTo>
                <a:lnTo>
                  <a:pt x="528" y="239"/>
                </a:lnTo>
                <a:lnTo>
                  <a:pt x="527" y="239"/>
                </a:lnTo>
                <a:lnTo>
                  <a:pt x="527" y="240"/>
                </a:lnTo>
                <a:lnTo>
                  <a:pt x="527" y="242"/>
                </a:lnTo>
                <a:lnTo>
                  <a:pt x="528" y="242"/>
                </a:lnTo>
                <a:lnTo>
                  <a:pt x="529" y="242"/>
                </a:lnTo>
                <a:lnTo>
                  <a:pt x="529" y="241"/>
                </a:lnTo>
                <a:lnTo>
                  <a:pt x="529" y="240"/>
                </a:lnTo>
                <a:lnTo>
                  <a:pt x="530" y="240"/>
                </a:lnTo>
                <a:lnTo>
                  <a:pt x="530" y="239"/>
                </a:lnTo>
                <a:lnTo>
                  <a:pt x="531" y="238"/>
                </a:lnTo>
                <a:lnTo>
                  <a:pt x="532" y="239"/>
                </a:lnTo>
                <a:lnTo>
                  <a:pt x="532" y="240"/>
                </a:lnTo>
                <a:lnTo>
                  <a:pt x="533" y="240"/>
                </a:lnTo>
                <a:lnTo>
                  <a:pt x="534" y="240"/>
                </a:lnTo>
                <a:lnTo>
                  <a:pt x="534" y="241"/>
                </a:lnTo>
                <a:lnTo>
                  <a:pt x="534" y="242"/>
                </a:lnTo>
                <a:lnTo>
                  <a:pt x="534" y="243"/>
                </a:lnTo>
                <a:lnTo>
                  <a:pt x="534" y="244"/>
                </a:lnTo>
                <a:lnTo>
                  <a:pt x="533" y="245"/>
                </a:lnTo>
                <a:lnTo>
                  <a:pt x="533" y="246"/>
                </a:lnTo>
                <a:lnTo>
                  <a:pt x="533" y="247"/>
                </a:lnTo>
                <a:lnTo>
                  <a:pt x="533" y="248"/>
                </a:lnTo>
                <a:lnTo>
                  <a:pt x="534" y="249"/>
                </a:lnTo>
                <a:lnTo>
                  <a:pt x="535" y="250"/>
                </a:lnTo>
                <a:lnTo>
                  <a:pt x="535" y="251"/>
                </a:lnTo>
                <a:lnTo>
                  <a:pt x="534" y="251"/>
                </a:lnTo>
                <a:lnTo>
                  <a:pt x="534" y="252"/>
                </a:lnTo>
                <a:lnTo>
                  <a:pt x="535" y="253"/>
                </a:lnTo>
                <a:lnTo>
                  <a:pt x="535" y="254"/>
                </a:lnTo>
                <a:lnTo>
                  <a:pt x="534" y="254"/>
                </a:lnTo>
                <a:lnTo>
                  <a:pt x="533" y="254"/>
                </a:lnTo>
                <a:lnTo>
                  <a:pt x="533" y="253"/>
                </a:lnTo>
                <a:lnTo>
                  <a:pt x="533" y="252"/>
                </a:lnTo>
                <a:lnTo>
                  <a:pt x="534" y="252"/>
                </a:lnTo>
                <a:lnTo>
                  <a:pt x="532" y="252"/>
                </a:lnTo>
                <a:lnTo>
                  <a:pt x="531" y="252"/>
                </a:lnTo>
                <a:lnTo>
                  <a:pt x="530" y="252"/>
                </a:lnTo>
                <a:lnTo>
                  <a:pt x="529" y="252"/>
                </a:lnTo>
                <a:lnTo>
                  <a:pt x="527" y="252"/>
                </a:lnTo>
                <a:lnTo>
                  <a:pt x="527" y="254"/>
                </a:lnTo>
                <a:lnTo>
                  <a:pt x="526" y="254"/>
                </a:lnTo>
                <a:lnTo>
                  <a:pt x="525" y="254"/>
                </a:lnTo>
                <a:lnTo>
                  <a:pt x="525" y="255"/>
                </a:lnTo>
                <a:lnTo>
                  <a:pt x="526" y="256"/>
                </a:lnTo>
                <a:lnTo>
                  <a:pt x="525" y="256"/>
                </a:lnTo>
                <a:lnTo>
                  <a:pt x="525" y="257"/>
                </a:lnTo>
                <a:lnTo>
                  <a:pt x="524" y="257"/>
                </a:lnTo>
                <a:lnTo>
                  <a:pt x="524" y="256"/>
                </a:lnTo>
                <a:lnTo>
                  <a:pt x="522" y="256"/>
                </a:lnTo>
                <a:lnTo>
                  <a:pt x="523" y="257"/>
                </a:lnTo>
                <a:lnTo>
                  <a:pt x="521" y="258"/>
                </a:lnTo>
                <a:lnTo>
                  <a:pt x="520" y="258"/>
                </a:lnTo>
                <a:lnTo>
                  <a:pt x="519" y="259"/>
                </a:lnTo>
                <a:lnTo>
                  <a:pt x="518" y="259"/>
                </a:lnTo>
                <a:lnTo>
                  <a:pt x="517" y="258"/>
                </a:lnTo>
                <a:lnTo>
                  <a:pt x="516" y="258"/>
                </a:lnTo>
                <a:lnTo>
                  <a:pt x="516" y="257"/>
                </a:lnTo>
                <a:lnTo>
                  <a:pt x="515" y="257"/>
                </a:lnTo>
                <a:lnTo>
                  <a:pt x="515" y="258"/>
                </a:lnTo>
                <a:lnTo>
                  <a:pt x="514" y="258"/>
                </a:lnTo>
                <a:lnTo>
                  <a:pt x="514" y="259"/>
                </a:lnTo>
                <a:lnTo>
                  <a:pt x="514" y="260"/>
                </a:lnTo>
                <a:lnTo>
                  <a:pt x="515" y="261"/>
                </a:lnTo>
                <a:lnTo>
                  <a:pt x="515" y="263"/>
                </a:lnTo>
                <a:lnTo>
                  <a:pt x="517" y="263"/>
                </a:lnTo>
                <a:lnTo>
                  <a:pt x="518" y="264"/>
                </a:lnTo>
                <a:lnTo>
                  <a:pt x="519" y="263"/>
                </a:lnTo>
                <a:lnTo>
                  <a:pt x="520" y="264"/>
                </a:lnTo>
                <a:lnTo>
                  <a:pt x="520" y="265"/>
                </a:lnTo>
                <a:lnTo>
                  <a:pt x="521" y="265"/>
                </a:lnTo>
                <a:lnTo>
                  <a:pt x="522" y="266"/>
                </a:lnTo>
                <a:lnTo>
                  <a:pt x="522" y="267"/>
                </a:lnTo>
                <a:lnTo>
                  <a:pt x="522" y="268"/>
                </a:lnTo>
                <a:lnTo>
                  <a:pt x="523" y="269"/>
                </a:lnTo>
                <a:lnTo>
                  <a:pt x="523" y="270"/>
                </a:lnTo>
                <a:lnTo>
                  <a:pt x="522" y="270"/>
                </a:lnTo>
                <a:lnTo>
                  <a:pt x="522" y="272"/>
                </a:lnTo>
                <a:lnTo>
                  <a:pt x="523" y="272"/>
                </a:lnTo>
                <a:lnTo>
                  <a:pt x="524" y="272"/>
                </a:lnTo>
                <a:lnTo>
                  <a:pt x="524" y="273"/>
                </a:lnTo>
                <a:lnTo>
                  <a:pt x="523" y="273"/>
                </a:lnTo>
                <a:lnTo>
                  <a:pt x="524" y="273"/>
                </a:lnTo>
                <a:lnTo>
                  <a:pt x="524" y="274"/>
                </a:lnTo>
                <a:lnTo>
                  <a:pt x="525" y="275"/>
                </a:lnTo>
                <a:lnTo>
                  <a:pt x="525" y="276"/>
                </a:lnTo>
                <a:lnTo>
                  <a:pt x="524" y="276"/>
                </a:lnTo>
                <a:lnTo>
                  <a:pt x="523" y="276"/>
                </a:lnTo>
                <a:lnTo>
                  <a:pt x="522" y="277"/>
                </a:lnTo>
                <a:lnTo>
                  <a:pt x="522" y="278"/>
                </a:lnTo>
                <a:lnTo>
                  <a:pt x="523" y="279"/>
                </a:lnTo>
                <a:lnTo>
                  <a:pt x="522" y="280"/>
                </a:lnTo>
                <a:lnTo>
                  <a:pt x="521" y="280"/>
                </a:lnTo>
                <a:lnTo>
                  <a:pt x="520" y="281"/>
                </a:lnTo>
                <a:lnTo>
                  <a:pt x="520" y="282"/>
                </a:lnTo>
                <a:lnTo>
                  <a:pt x="521" y="282"/>
                </a:lnTo>
                <a:lnTo>
                  <a:pt x="521" y="283"/>
                </a:lnTo>
                <a:lnTo>
                  <a:pt x="521" y="282"/>
                </a:lnTo>
                <a:lnTo>
                  <a:pt x="522" y="282"/>
                </a:lnTo>
                <a:lnTo>
                  <a:pt x="522" y="283"/>
                </a:lnTo>
                <a:lnTo>
                  <a:pt x="520" y="284"/>
                </a:lnTo>
                <a:lnTo>
                  <a:pt x="519" y="285"/>
                </a:lnTo>
                <a:lnTo>
                  <a:pt x="519" y="286"/>
                </a:lnTo>
                <a:lnTo>
                  <a:pt x="518" y="286"/>
                </a:lnTo>
                <a:lnTo>
                  <a:pt x="517" y="286"/>
                </a:lnTo>
                <a:lnTo>
                  <a:pt x="517" y="287"/>
                </a:lnTo>
                <a:lnTo>
                  <a:pt x="517" y="288"/>
                </a:lnTo>
                <a:lnTo>
                  <a:pt x="516" y="288"/>
                </a:lnTo>
                <a:lnTo>
                  <a:pt x="516" y="289"/>
                </a:lnTo>
                <a:lnTo>
                  <a:pt x="516" y="290"/>
                </a:lnTo>
                <a:lnTo>
                  <a:pt x="516" y="291"/>
                </a:lnTo>
                <a:lnTo>
                  <a:pt x="515" y="291"/>
                </a:lnTo>
                <a:lnTo>
                  <a:pt x="514" y="292"/>
                </a:lnTo>
                <a:lnTo>
                  <a:pt x="515" y="293"/>
                </a:lnTo>
                <a:lnTo>
                  <a:pt x="515" y="294"/>
                </a:lnTo>
                <a:lnTo>
                  <a:pt x="514" y="295"/>
                </a:lnTo>
                <a:lnTo>
                  <a:pt x="513" y="295"/>
                </a:lnTo>
                <a:lnTo>
                  <a:pt x="512" y="296"/>
                </a:lnTo>
                <a:lnTo>
                  <a:pt x="512" y="297"/>
                </a:lnTo>
                <a:lnTo>
                  <a:pt x="513" y="297"/>
                </a:lnTo>
                <a:lnTo>
                  <a:pt x="513" y="298"/>
                </a:lnTo>
                <a:lnTo>
                  <a:pt x="513" y="299"/>
                </a:lnTo>
                <a:lnTo>
                  <a:pt x="513" y="300"/>
                </a:lnTo>
                <a:lnTo>
                  <a:pt x="514" y="300"/>
                </a:lnTo>
                <a:lnTo>
                  <a:pt x="515" y="300"/>
                </a:lnTo>
                <a:lnTo>
                  <a:pt x="517" y="300"/>
                </a:lnTo>
                <a:lnTo>
                  <a:pt x="517" y="301"/>
                </a:lnTo>
                <a:lnTo>
                  <a:pt x="518" y="302"/>
                </a:lnTo>
                <a:lnTo>
                  <a:pt x="518" y="303"/>
                </a:lnTo>
                <a:lnTo>
                  <a:pt x="519" y="303"/>
                </a:lnTo>
                <a:lnTo>
                  <a:pt x="520" y="303"/>
                </a:lnTo>
                <a:lnTo>
                  <a:pt x="521" y="302"/>
                </a:lnTo>
                <a:lnTo>
                  <a:pt x="522" y="301"/>
                </a:lnTo>
                <a:lnTo>
                  <a:pt x="525" y="301"/>
                </a:lnTo>
                <a:lnTo>
                  <a:pt x="526" y="301"/>
                </a:lnTo>
                <a:lnTo>
                  <a:pt x="527" y="301"/>
                </a:lnTo>
                <a:lnTo>
                  <a:pt x="528" y="300"/>
                </a:lnTo>
                <a:lnTo>
                  <a:pt x="528" y="299"/>
                </a:lnTo>
                <a:lnTo>
                  <a:pt x="529" y="298"/>
                </a:lnTo>
                <a:lnTo>
                  <a:pt x="530" y="298"/>
                </a:lnTo>
                <a:lnTo>
                  <a:pt x="530" y="299"/>
                </a:lnTo>
                <a:lnTo>
                  <a:pt x="530" y="300"/>
                </a:lnTo>
                <a:lnTo>
                  <a:pt x="529" y="301"/>
                </a:lnTo>
                <a:lnTo>
                  <a:pt x="529" y="302"/>
                </a:lnTo>
                <a:lnTo>
                  <a:pt x="529" y="303"/>
                </a:lnTo>
                <a:lnTo>
                  <a:pt x="528" y="303"/>
                </a:lnTo>
                <a:lnTo>
                  <a:pt x="528" y="304"/>
                </a:lnTo>
                <a:lnTo>
                  <a:pt x="527" y="305"/>
                </a:lnTo>
                <a:lnTo>
                  <a:pt x="527" y="306"/>
                </a:lnTo>
                <a:lnTo>
                  <a:pt x="528" y="306"/>
                </a:lnTo>
                <a:lnTo>
                  <a:pt x="528" y="307"/>
                </a:lnTo>
                <a:lnTo>
                  <a:pt x="529" y="307"/>
                </a:lnTo>
                <a:lnTo>
                  <a:pt x="528" y="307"/>
                </a:lnTo>
                <a:lnTo>
                  <a:pt x="528" y="309"/>
                </a:lnTo>
                <a:lnTo>
                  <a:pt x="529" y="309"/>
                </a:lnTo>
                <a:lnTo>
                  <a:pt x="530" y="309"/>
                </a:lnTo>
                <a:lnTo>
                  <a:pt x="530" y="310"/>
                </a:lnTo>
                <a:lnTo>
                  <a:pt x="529" y="310"/>
                </a:lnTo>
                <a:lnTo>
                  <a:pt x="529" y="311"/>
                </a:lnTo>
                <a:lnTo>
                  <a:pt x="530" y="312"/>
                </a:lnTo>
                <a:lnTo>
                  <a:pt x="530" y="313"/>
                </a:lnTo>
                <a:lnTo>
                  <a:pt x="530" y="314"/>
                </a:lnTo>
                <a:lnTo>
                  <a:pt x="530" y="315"/>
                </a:lnTo>
                <a:lnTo>
                  <a:pt x="531" y="315"/>
                </a:lnTo>
                <a:lnTo>
                  <a:pt x="532" y="315"/>
                </a:lnTo>
                <a:lnTo>
                  <a:pt x="533" y="317"/>
                </a:lnTo>
                <a:lnTo>
                  <a:pt x="534" y="317"/>
                </a:lnTo>
                <a:lnTo>
                  <a:pt x="534" y="318"/>
                </a:lnTo>
                <a:lnTo>
                  <a:pt x="534" y="319"/>
                </a:lnTo>
                <a:lnTo>
                  <a:pt x="533" y="320"/>
                </a:lnTo>
                <a:lnTo>
                  <a:pt x="532" y="320"/>
                </a:lnTo>
                <a:lnTo>
                  <a:pt x="530" y="320"/>
                </a:lnTo>
                <a:lnTo>
                  <a:pt x="530" y="321"/>
                </a:lnTo>
                <a:lnTo>
                  <a:pt x="529" y="321"/>
                </a:lnTo>
                <a:lnTo>
                  <a:pt x="529" y="320"/>
                </a:lnTo>
                <a:lnTo>
                  <a:pt x="528" y="320"/>
                </a:lnTo>
                <a:lnTo>
                  <a:pt x="528" y="321"/>
                </a:lnTo>
                <a:lnTo>
                  <a:pt x="528" y="323"/>
                </a:lnTo>
                <a:lnTo>
                  <a:pt x="528" y="324"/>
                </a:lnTo>
                <a:lnTo>
                  <a:pt x="528" y="325"/>
                </a:lnTo>
                <a:lnTo>
                  <a:pt x="529" y="325"/>
                </a:lnTo>
                <a:lnTo>
                  <a:pt x="530" y="325"/>
                </a:lnTo>
                <a:lnTo>
                  <a:pt x="531" y="325"/>
                </a:lnTo>
                <a:lnTo>
                  <a:pt x="531" y="326"/>
                </a:lnTo>
                <a:lnTo>
                  <a:pt x="531" y="327"/>
                </a:lnTo>
                <a:lnTo>
                  <a:pt x="531" y="328"/>
                </a:lnTo>
                <a:lnTo>
                  <a:pt x="531" y="329"/>
                </a:lnTo>
                <a:lnTo>
                  <a:pt x="530" y="330"/>
                </a:lnTo>
                <a:lnTo>
                  <a:pt x="529" y="330"/>
                </a:lnTo>
                <a:lnTo>
                  <a:pt x="529" y="331"/>
                </a:lnTo>
                <a:lnTo>
                  <a:pt x="528" y="331"/>
                </a:lnTo>
                <a:lnTo>
                  <a:pt x="528" y="332"/>
                </a:lnTo>
                <a:lnTo>
                  <a:pt x="527" y="332"/>
                </a:lnTo>
                <a:lnTo>
                  <a:pt x="526" y="332"/>
                </a:lnTo>
                <a:lnTo>
                  <a:pt x="526" y="333"/>
                </a:lnTo>
                <a:lnTo>
                  <a:pt x="525" y="333"/>
                </a:lnTo>
                <a:lnTo>
                  <a:pt x="525" y="334"/>
                </a:lnTo>
                <a:lnTo>
                  <a:pt x="524" y="334"/>
                </a:lnTo>
                <a:lnTo>
                  <a:pt x="526" y="334"/>
                </a:lnTo>
                <a:lnTo>
                  <a:pt x="527" y="335"/>
                </a:lnTo>
                <a:lnTo>
                  <a:pt x="527" y="338"/>
                </a:lnTo>
                <a:lnTo>
                  <a:pt x="526" y="338"/>
                </a:lnTo>
                <a:lnTo>
                  <a:pt x="526" y="339"/>
                </a:lnTo>
                <a:lnTo>
                  <a:pt x="525" y="340"/>
                </a:lnTo>
                <a:lnTo>
                  <a:pt x="523" y="340"/>
                </a:lnTo>
                <a:lnTo>
                  <a:pt x="523" y="341"/>
                </a:lnTo>
                <a:lnTo>
                  <a:pt x="523" y="342"/>
                </a:lnTo>
                <a:lnTo>
                  <a:pt x="523" y="343"/>
                </a:lnTo>
                <a:lnTo>
                  <a:pt x="523" y="344"/>
                </a:lnTo>
                <a:lnTo>
                  <a:pt x="522" y="344"/>
                </a:lnTo>
                <a:lnTo>
                  <a:pt x="521" y="345"/>
                </a:lnTo>
                <a:lnTo>
                  <a:pt x="521" y="346"/>
                </a:lnTo>
                <a:lnTo>
                  <a:pt x="520" y="346"/>
                </a:lnTo>
                <a:lnTo>
                  <a:pt x="519" y="347"/>
                </a:lnTo>
                <a:lnTo>
                  <a:pt x="518" y="347"/>
                </a:lnTo>
                <a:lnTo>
                  <a:pt x="518" y="349"/>
                </a:lnTo>
                <a:lnTo>
                  <a:pt x="518" y="350"/>
                </a:lnTo>
                <a:lnTo>
                  <a:pt x="518" y="351"/>
                </a:lnTo>
                <a:lnTo>
                  <a:pt x="518" y="352"/>
                </a:lnTo>
                <a:lnTo>
                  <a:pt x="517" y="353"/>
                </a:lnTo>
                <a:lnTo>
                  <a:pt x="518" y="354"/>
                </a:lnTo>
                <a:lnTo>
                  <a:pt x="517" y="354"/>
                </a:lnTo>
                <a:lnTo>
                  <a:pt x="517" y="355"/>
                </a:lnTo>
                <a:lnTo>
                  <a:pt x="518" y="355"/>
                </a:lnTo>
                <a:lnTo>
                  <a:pt x="518" y="356"/>
                </a:lnTo>
                <a:lnTo>
                  <a:pt x="518" y="358"/>
                </a:lnTo>
                <a:lnTo>
                  <a:pt x="517" y="358"/>
                </a:lnTo>
                <a:lnTo>
                  <a:pt x="516" y="358"/>
                </a:lnTo>
                <a:lnTo>
                  <a:pt x="515" y="358"/>
                </a:lnTo>
                <a:lnTo>
                  <a:pt x="516" y="358"/>
                </a:lnTo>
                <a:lnTo>
                  <a:pt x="516" y="359"/>
                </a:lnTo>
                <a:lnTo>
                  <a:pt x="514" y="359"/>
                </a:lnTo>
                <a:lnTo>
                  <a:pt x="513" y="359"/>
                </a:lnTo>
                <a:lnTo>
                  <a:pt x="512" y="359"/>
                </a:lnTo>
                <a:lnTo>
                  <a:pt x="511" y="359"/>
                </a:lnTo>
                <a:lnTo>
                  <a:pt x="510" y="358"/>
                </a:lnTo>
                <a:lnTo>
                  <a:pt x="509" y="358"/>
                </a:lnTo>
                <a:lnTo>
                  <a:pt x="509" y="357"/>
                </a:lnTo>
                <a:lnTo>
                  <a:pt x="508" y="357"/>
                </a:lnTo>
                <a:lnTo>
                  <a:pt x="507" y="357"/>
                </a:lnTo>
                <a:lnTo>
                  <a:pt x="506" y="357"/>
                </a:lnTo>
                <a:lnTo>
                  <a:pt x="507" y="356"/>
                </a:lnTo>
                <a:lnTo>
                  <a:pt x="506" y="355"/>
                </a:lnTo>
                <a:lnTo>
                  <a:pt x="506" y="354"/>
                </a:lnTo>
                <a:lnTo>
                  <a:pt x="506" y="355"/>
                </a:lnTo>
                <a:lnTo>
                  <a:pt x="505" y="354"/>
                </a:lnTo>
                <a:lnTo>
                  <a:pt x="506" y="354"/>
                </a:lnTo>
                <a:lnTo>
                  <a:pt x="506" y="353"/>
                </a:lnTo>
                <a:lnTo>
                  <a:pt x="506" y="352"/>
                </a:lnTo>
                <a:lnTo>
                  <a:pt x="506" y="351"/>
                </a:lnTo>
                <a:lnTo>
                  <a:pt x="505" y="351"/>
                </a:lnTo>
                <a:lnTo>
                  <a:pt x="504" y="350"/>
                </a:lnTo>
                <a:lnTo>
                  <a:pt x="503" y="350"/>
                </a:lnTo>
                <a:lnTo>
                  <a:pt x="503" y="351"/>
                </a:lnTo>
                <a:lnTo>
                  <a:pt x="504" y="353"/>
                </a:lnTo>
                <a:lnTo>
                  <a:pt x="505" y="353"/>
                </a:lnTo>
                <a:lnTo>
                  <a:pt x="504" y="354"/>
                </a:lnTo>
                <a:lnTo>
                  <a:pt x="504" y="355"/>
                </a:lnTo>
                <a:lnTo>
                  <a:pt x="503" y="355"/>
                </a:lnTo>
                <a:lnTo>
                  <a:pt x="502" y="355"/>
                </a:lnTo>
                <a:lnTo>
                  <a:pt x="502" y="356"/>
                </a:lnTo>
                <a:lnTo>
                  <a:pt x="502" y="357"/>
                </a:lnTo>
                <a:lnTo>
                  <a:pt x="501" y="357"/>
                </a:lnTo>
                <a:lnTo>
                  <a:pt x="500" y="356"/>
                </a:lnTo>
                <a:lnTo>
                  <a:pt x="500" y="355"/>
                </a:lnTo>
                <a:lnTo>
                  <a:pt x="499" y="355"/>
                </a:lnTo>
                <a:lnTo>
                  <a:pt x="499" y="354"/>
                </a:lnTo>
                <a:lnTo>
                  <a:pt x="500" y="354"/>
                </a:lnTo>
                <a:lnTo>
                  <a:pt x="501" y="353"/>
                </a:lnTo>
                <a:lnTo>
                  <a:pt x="501" y="351"/>
                </a:lnTo>
                <a:lnTo>
                  <a:pt x="500" y="350"/>
                </a:lnTo>
                <a:lnTo>
                  <a:pt x="499" y="350"/>
                </a:lnTo>
                <a:lnTo>
                  <a:pt x="498" y="350"/>
                </a:lnTo>
                <a:lnTo>
                  <a:pt x="497" y="350"/>
                </a:lnTo>
                <a:lnTo>
                  <a:pt x="496" y="350"/>
                </a:lnTo>
                <a:lnTo>
                  <a:pt x="495" y="352"/>
                </a:lnTo>
                <a:lnTo>
                  <a:pt x="495" y="353"/>
                </a:lnTo>
                <a:lnTo>
                  <a:pt x="494" y="353"/>
                </a:lnTo>
                <a:lnTo>
                  <a:pt x="493" y="352"/>
                </a:lnTo>
                <a:lnTo>
                  <a:pt x="492" y="352"/>
                </a:lnTo>
                <a:lnTo>
                  <a:pt x="491" y="352"/>
                </a:lnTo>
                <a:lnTo>
                  <a:pt x="490" y="352"/>
                </a:lnTo>
                <a:lnTo>
                  <a:pt x="489" y="352"/>
                </a:lnTo>
                <a:lnTo>
                  <a:pt x="487" y="353"/>
                </a:lnTo>
                <a:lnTo>
                  <a:pt x="487" y="354"/>
                </a:lnTo>
                <a:lnTo>
                  <a:pt x="488" y="354"/>
                </a:lnTo>
                <a:lnTo>
                  <a:pt x="488" y="355"/>
                </a:lnTo>
                <a:lnTo>
                  <a:pt x="487" y="355"/>
                </a:lnTo>
                <a:lnTo>
                  <a:pt x="486" y="355"/>
                </a:lnTo>
                <a:lnTo>
                  <a:pt x="486" y="356"/>
                </a:lnTo>
                <a:lnTo>
                  <a:pt x="486" y="357"/>
                </a:lnTo>
                <a:lnTo>
                  <a:pt x="485" y="357"/>
                </a:lnTo>
                <a:lnTo>
                  <a:pt x="485" y="356"/>
                </a:lnTo>
                <a:lnTo>
                  <a:pt x="484" y="356"/>
                </a:lnTo>
                <a:lnTo>
                  <a:pt x="484" y="357"/>
                </a:lnTo>
                <a:lnTo>
                  <a:pt x="484" y="358"/>
                </a:lnTo>
                <a:lnTo>
                  <a:pt x="483" y="358"/>
                </a:lnTo>
                <a:lnTo>
                  <a:pt x="483" y="357"/>
                </a:lnTo>
                <a:lnTo>
                  <a:pt x="482" y="357"/>
                </a:lnTo>
                <a:lnTo>
                  <a:pt x="481" y="358"/>
                </a:lnTo>
                <a:lnTo>
                  <a:pt x="480" y="358"/>
                </a:lnTo>
                <a:lnTo>
                  <a:pt x="478" y="359"/>
                </a:lnTo>
                <a:lnTo>
                  <a:pt x="478" y="360"/>
                </a:lnTo>
                <a:lnTo>
                  <a:pt x="478" y="361"/>
                </a:lnTo>
                <a:lnTo>
                  <a:pt x="478" y="362"/>
                </a:lnTo>
                <a:lnTo>
                  <a:pt x="479" y="363"/>
                </a:lnTo>
                <a:lnTo>
                  <a:pt x="480" y="363"/>
                </a:lnTo>
                <a:lnTo>
                  <a:pt x="481" y="363"/>
                </a:lnTo>
                <a:lnTo>
                  <a:pt x="482" y="363"/>
                </a:lnTo>
                <a:lnTo>
                  <a:pt x="483" y="363"/>
                </a:lnTo>
                <a:lnTo>
                  <a:pt x="484" y="362"/>
                </a:lnTo>
                <a:lnTo>
                  <a:pt x="485" y="362"/>
                </a:lnTo>
                <a:lnTo>
                  <a:pt x="485" y="361"/>
                </a:lnTo>
                <a:lnTo>
                  <a:pt x="486" y="360"/>
                </a:lnTo>
                <a:lnTo>
                  <a:pt x="486" y="359"/>
                </a:lnTo>
                <a:lnTo>
                  <a:pt x="487" y="359"/>
                </a:lnTo>
                <a:lnTo>
                  <a:pt x="488" y="359"/>
                </a:lnTo>
                <a:lnTo>
                  <a:pt x="488" y="358"/>
                </a:lnTo>
                <a:lnTo>
                  <a:pt x="487" y="358"/>
                </a:lnTo>
                <a:lnTo>
                  <a:pt x="488" y="357"/>
                </a:lnTo>
                <a:lnTo>
                  <a:pt x="490" y="358"/>
                </a:lnTo>
                <a:lnTo>
                  <a:pt x="490" y="359"/>
                </a:lnTo>
                <a:lnTo>
                  <a:pt x="491" y="359"/>
                </a:lnTo>
                <a:lnTo>
                  <a:pt x="491" y="358"/>
                </a:lnTo>
                <a:lnTo>
                  <a:pt x="491" y="357"/>
                </a:lnTo>
                <a:lnTo>
                  <a:pt x="492" y="357"/>
                </a:lnTo>
                <a:lnTo>
                  <a:pt x="492" y="356"/>
                </a:lnTo>
                <a:lnTo>
                  <a:pt x="492" y="357"/>
                </a:lnTo>
                <a:lnTo>
                  <a:pt x="493" y="357"/>
                </a:lnTo>
                <a:lnTo>
                  <a:pt x="492" y="358"/>
                </a:lnTo>
                <a:lnTo>
                  <a:pt x="493" y="358"/>
                </a:lnTo>
                <a:lnTo>
                  <a:pt x="494" y="359"/>
                </a:lnTo>
                <a:lnTo>
                  <a:pt x="495" y="359"/>
                </a:lnTo>
                <a:lnTo>
                  <a:pt x="494" y="360"/>
                </a:lnTo>
                <a:lnTo>
                  <a:pt x="494" y="361"/>
                </a:lnTo>
                <a:lnTo>
                  <a:pt x="494" y="362"/>
                </a:lnTo>
                <a:lnTo>
                  <a:pt x="493" y="362"/>
                </a:lnTo>
                <a:lnTo>
                  <a:pt x="493" y="363"/>
                </a:lnTo>
                <a:lnTo>
                  <a:pt x="491" y="366"/>
                </a:lnTo>
                <a:lnTo>
                  <a:pt x="490" y="368"/>
                </a:lnTo>
                <a:lnTo>
                  <a:pt x="491" y="368"/>
                </a:lnTo>
                <a:lnTo>
                  <a:pt x="491" y="369"/>
                </a:lnTo>
                <a:lnTo>
                  <a:pt x="491" y="370"/>
                </a:lnTo>
                <a:lnTo>
                  <a:pt x="492" y="369"/>
                </a:lnTo>
                <a:lnTo>
                  <a:pt x="492" y="370"/>
                </a:lnTo>
                <a:lnTo>
                  <a:pt x="491" y="371"/>
                </a:lnTo>
                <a:lnTo>
                  <a:pt x="492" y="372"/>
                </a:lnTo>
                <a:lnTo>
                  <a:pt x="492" y="373"/>
                </a:lnTo>
                <a:lnTo>
                  <a:pt x="492" y="374"/>
                </a:lnTo>
                <a:lnTo>
                  <a:pt x="492" y="375"/>
                </a:lnTo>
                <a:lnTo>
                  <a:pt x="493" y="375"/>
                </a:lnTo>
                <a:lnTo>
                  <a:pt x="494" y="375"/>
                </a:lnTo>
                <a:lnTo>
                  <a:pt x="495" y="376"/>
                </a:lnTo>
                <a:lnTo>
                  <a:pt x="496" y="376"/>
                </a:lnTo>
                <a:lnTo>
                  <a:pt x="495" y="377"/>
                </a:lnTo>
                <a:lnTo>
                  <a:pt x="495" y="378"/>
                </a:lnTo>
                <a:lnTo>
                  <a:pt x="494" y="378"/>
                </a:lnTo>
                <a:lnTo>
                  <a:pt x="494" y="377"/>
                </a:lnTo>
                <a:lnTo>
                  <a:pt x="493" y="377"/>
                </a:lnTo>
                <a:lnTo>
                  <a:pt x="493" y="378"/>
                </a:lnTo>
                <a:lnTo>
                  <a:pt x="493" y="379"/>
                </a:lnTo>
                <a:lnTo>
                  <a:pt x="492" y="379"/>
                </a:lnTo>
                <a:lnTo>
                  <a:pt x="491" y="379"/>
                </a:lnTo>
                <a:lnTo>
                  <a:pt x="491" y="380"/>
                </a:lnTo>
                <a:lnTo>
                  <a:pt x="490" y="380"/>
                </a:lnTo>
                <a:lnTo>
                  <a:pt x="489" y="380"/>
                </a:lnTo>
                <a:lnTo>
                  <a:pt x="488" y="379"/>
                </a:lnTo>
                <a:lnTo>
                  <a:pt x="487" y="378"/>
                </a:lnTo>
                <a:lnTo>
                  <a:pt x="486" y="378"/>
                </a:lnTo>
                <a:lnTo>
                  <a:pt x="485" y="378"/>
                </a:lnTo>
                <a:lnTo>
                  <a:pt x="485" y="377"/>
                </a:lnTo>
                <a:lnTo>
                  <a:pt x="483" y="376"/>
                </a:lnTo>
                <a:lnTo>
                  <a:pt x="482" y="376"/>
                </a:lnTo>
                <a:lnTo>
                  <a:pt x="481" y="377"/>
                </a:lnTo>
                <a:lnTo>
                  <a:pt x="480" y="377"/>
                </a:lnTo>
                <a:lnTo>
                  <a:pt x="479" y="377"/>
                </a:lnTo>
                <a:lnTo>
                  <a:pt x="478" y="377"/>
                </a:lnTo>
                <a:lnTo>
                  <a:pt x="478" y="376"/>
                </a:lnTo>
                <a:lnTo>
                  <a:pt x="477" y="376"/>
                </a:lnTo>
                <a:lnTo>
                  <a:pt x="476" y="376"/>
                </a:lnTo>
                <a:lnTo>
                  <a:pt x="475" y="376"/>
                </a:lnTo>
                <a:lnTo>
                  <a:pt x="474" y="376"/>
                </a:lnTo>
                <a:lnTo>
                  <a:pt x="474" y="377"/>
                </a:lnTo>
                <a:lnTo>
                  <a:pt x="473" y="377"/>
                </a:lnTo>
                <a:lnTo>
                  <a:pt x="472" y="377"/>
                </a:lnTo>
                <a:lnTo>
                  <a:pt x="471" y="378"/>
                </a:lnTo>
                <a:lnTo>
                  <a:pt x="471" y="379"/>
                </a:lnTo>
                <a:lnTo>
                  <a:pt x="470" y="378"/>
                </a:lnTo>
                <a:lnTo>
                  <a:pt x="470" y="377"/>
                </a:lnTo>
                <a:lnTo>
                  <a:pt x="469" y="376"/>
                </a:lnTo>
                <a:lnTo>
                  <a:pt x="468" y="376"/>
                </a:lnTo>
                <a:lnTo>
                  <a:pt x="468" y="374"/>
                </a:lnTo>
                <a:lnTo>
                  <a:pt x="469" y="374"/>
                </a:lnTo>
                <a:lnTo>
                  <a:pt x="469" y="373"/>
                </a:lnTo>
                <a:lnTo>
                  <a:pt x="469" y="372"/>
                </a:lnTo>
                <a:lnTo>
                  <a:pt x="468" y="371"/>
                </a:lnTo>
                <a:lnTo>
                  <a:pt x="468" y="370"/>
                </a:lnTo>
                <a:lnTo>
                  <a:pt x="468" y="369"/>
                </a:lnTo>
                <a:lnTo>
                  <a:pt x="467" y="369"/>
                </a:lnTo>
                <a:lnTo>
                  <a:pt x="467" y="368"/>
                </a:lnTo>
                <a:lnTo>
                  <a:pt x="466" y="368"/>
                </a:lnTo>
                <a:lnTo>
                  <a:pt x="465" y="367"/>
                </a:lnTo>
                <a:lnTo>
                  <a:pt x="465" y="368"/>
                </a:lnTo>
                <a:lnTo>
                  <a:pt x="464" y="368"/>
                </a:lnTo>
                <a:lnTo>
                  <a:pt x="463" y="368"/>
                </a:lnTo>
                <a:lnTo>
                  <a:pt x="462" y="368"/>
                </a:lnTo>
                <a:lnTo>
                  <a:pt x="461" y="369"/>
                </a:lnTo>
                <a:lnTo>
                  <a:pt x="460" y="369"/>
                </a:lnTo>
                <a:lnTo>
                  <a:pt x="459" y="369"/>
                </a:lnTo>
                <a:lnTo>
                  <a:pt x="459" y="370"/>
                </a:lnTo>
                <a:lnTo>
                  <a:pt x="459" y="371"/>
                </a:lnTo>
                <a:lnTo>
                  <a:pt x="460" y="371"/>
                </a:lnTo>
                <a:lnTo>
                  <a:pt x="460" y="372"/>
                </a:lnTo>
                <a:lnTo>
                  <a:pt x="460" y="373"/>
                </a:lnTo>
                <a:lnTo>
                  <a:pt x="459" y="373"/>
                </a:lnTo>
                <a:lnTo>
                  <a:pt x="459" y="372"/>
                </a:lnTo>
                <a:lnTo>
                  <a:pt x="458" y="372"/>
                </a:lnTo>
                <a:lnTo>
                  <a:pt x="457" y="372"/>
                </a:lnTo>
                <a:lnTo>
                  <a:pt x="457" y="373"/>
                </a:lnTo>
                <a:lnTo>
                  <a:pt x="457" y="374"/>
                </a:lnTo>
                <a:lnTo>
                  <a:pt x="457" y="375"/>
                </a:lnTo>
                <a:lnTo>
                  <a:pt x="457" y="376"/>
                </a:lnTo>
                <a:lnTo>
                  <a:pt x="458" y="376"/>
                </a:lnTo>
                <a:lnTo>
                  <a:pt x="458" y="377"/>
                </a:lnTo>
                <a:lnTo>
                  <a:pt x="459" y="378"/>
                </a:lnTo>
                <a:lnTo>
                  <a:pt x="460" y="378"/>
                </a:lnTo>
                <a:lnTo>
                  <a:pt x="460" y="380"/>
                </a:lnTo>
                <a:lnTo>
                  <a:pt x="459" y="379"/>
                </a:lnTo>
                <a:lnTo>
                  <a:pt x="458" y="379"/>
                </a:lnTo>
                <a:lnTo>
                  <a:pt x="458" y="378"/>
                </a:lnTo>
                <a:lnTo>
                  <a:pt x="457" y="379"/>
                </a:lnTo>
                <a:lnTo>
                  <a:pt x="456" y="379"/>
                </a:lnTo>
                <a:lnTo>
                  <a:pt x="455" y="379"/>
                </a:lnTo>
                <a:lnTo>
                  <a:pt x="455" y="380"/>
                </a:lnTo>
                <a:lnTo>
                  <a:pt x="454" y="381"/>
                </a:lnTo>
                <a:lnTo>
                  <a:pt x="454" y="382"/>
                </a:lnTo>
                <a:lnTo>
                  <a:pt x="453" y="382"/>
                </a:lnTo>
                <a:lnTo>
                  <a:pt x="453" y="383"/>
                </a:lnTo>
                <a:lnTo>
                  <a:pt x="453" y="384"/>
                </a:lnTo>
                <a:lnTo>
                  <a:pt x="454" y="384"/>
                </a:lnTo>
                <a:lnTo>
                  <a:pt x="455" y="385"/>
                </a:lnTo>
                <a:lnTo>
                  <a:pt x="454" y="385"/>
                </a:lnTo>
                <a:lnTo>
                  <a:pt x="453" y="384"/>
                </a:lnTo>
                <a:lnTo>
                  <a:pt x="452" y="384"/>
                </a:lnTo>
                <a:lnTo>
                  <a:pt x="452" y="386"/>
                </a:lnTo>
                <a:lnTo>
                  <a:pt x="451" y="387"/>
                </a:lnTo>
                <a:lnTo>
                  <a:pt x="451" y="388"/>
                </a:lnTo>
                <a:lnTo>
                  <a:pt x="452" y="388"/>
                </a:lnTo>
                <a:lnTo>
                  <a:pt x="451" y="389"/>
                </a:lnTo>
                <a:lnTo>
                  <a:pt x="451" y="390"/>
                </a:lnTo>
                <a:lnTo>
                  <a:pt x="451" y="391"/>
                </a:lnTo>
                <a:lnTo>
                  <a:pt x="452" y="391"/>
                </a:lnTo>
                <a:lnTo>
                  <a:pt x="453" y="391"/>
                </a:lnTo>
                <a:lnTo>
                  <a:pt x="453" y="392"/>
                </a:lnTo>
                <a:lnTo>
                  <a:pt x="453" y="393"/>
                </a:lnTo>
                <a:lnTo>
                  <a:pt x="454" y="394"/>
                </a:lnTo>
                <a:lnTo>
                  <a:pt x="454" y="395"/>
                </a:lnTo>
                <a:lnTo>
                  <a:pt x="453" y="395"/>
                </a:lnTo>
                <a:lnTo>
                  <a:pt x="453" y="396"/>
                </a:lnTo>
                <a:lnTo>
                  <a:pt x="454" y="397"/>
                </a:lnTo>
                <a:lnTo>
                  <a:pt x="454" y="398"/>
                </a:lnTo>
                <a:lnTo>
                  <a:pt x="454" y="399"/>
                </a:lnTo>
                <a:lnTo>
                  <a:pt x="454" y="401"/>
                </a:lnTo>
                <a:lnTo>
                  <a:pt x="453" y="401"/>
                </a:lnTo>
                <a:lnTo>
                  <a:pt x="451" y="399"/>
                </a:lnTo>
                <a:lnTo>
                  <a:pt x="451" y="398"/>
                </a:lnTo>
                <a:lnTo>
                  <a:pt x="451" y="397"/>
                </a:lnTo>
                <a:lnTo>
                  <a:pt x="450" y="395"/>
                </a:lnTo>
                <a:lnTo>
                  <a:pt x="449" y="395"/>
                </a:lnTo>
                <a:lnTo>
                  <a:pt x="448" y="394"/>
                </a:lnTo>
                <a:lnTo>
                  <a:pt x="449" y="394"/>
                </a:lnTo>
                <a:lnTo>
                  <a:pt x="449" y="393"/>
                </a:lnTo>
                <a:lnTo>
                  <a:pt x="448" y="393"/>
                </a:lnTo>
                <a:lnTo>
                  <a:pt x="448" y="392"/>
                </a:lnTo>
                <a:lnTo>
                  <a:pt x="447" y="391"/>
                </a:lnTo>
                <a:lnTo>
                  <a:pt x="446" y="391"/>
                </a:lnTo>
                <a:lnTo>
                  <a:pt x="445" y="390"/>
                </a:lnTo>
                <a:lnTo>
                  <a:pt x="444" y="390"/>
                </a:lnTo>
                <a:lnTo>
                  <a:pt x="444" y="389"/>
                </a:lnTo>
                <a:lnTo>
                  <a:pt x="443" y="387"/>
                </a:lnTo>
                <a:lnTo>
                  <a:pt x="442" y="387"/>
                </a:lnTo>
                <a:lnTo>
                  <a:pt x="442" y="386"/>
                </a:lnTo>
                <a:lnTo>
                  <a:pt x="441" y="386"/>
                </a:lnTo>
                <a:lnTo>
                  <a:pt x="440" y="386"/>
                </a:lnTo>
                <a:lnTo>
                  <a:pt x="438" y="386"/>
                </a:lnTo>
                <a:lnTo>
                  <a:pt x="437" y="387"/>
                </a:lnTo>
                <a:lnTo>
                  <a:pt x="437" y="388"/>
                </a:lnTo>
                <a:lnTo>
                  <a:pt x="436" y="388"/>
                </a:lnTo>
                <a:lnTo>
                  <a:pt x="435" y="388"/>
                </a:lnTo>
                <a:lnTo>
                  <a:pt x="435" y="387"/>
                </a:lnTo>
                <a:lnTo>
                  <a:pt x="435" y="386"/>
                </a:lnTo>
                <a:lnTo>
                  <a:pt x="435" y="385"/>
                </a:lnTo>
                <a:lnTo>
                  <a:pt x="435" y="384"/>
                </a:lnTo>
                <a:lnTo>
                  <a:pt x="434" y="383"/>
                </a:lnTo>
                <a:lnTo>
                  <a:pt x="434" y="382"/>
                </a:lnTo>
                <a:lnTo>
                  <a:pt x="433" y="382"/>
                </a:lnTo>
                <a:lnTo>
                  <a:pt x="431" y="381"/>
                </a:lnTo>
                <a:lnTo>
                  <a:pt x="430" y="380"/>
                </a:lnTo>
                <a:lnTo>
                  <a:pt x="429" y="379"/>
                </a:lnTo>
                <a:lnTo>
                  <a:pt x="429" y="378"/>
                </a:lnTo>
                <a:lnTo>
                  <a:pt x="428" y="378"/>
                </a:lnTo>
                <a:lnTo>
                  <a:pt x="426" y="379"/>
                </a:lnTo>
                <a:lnTo>
                  <a:pt x="425" y="379"/>
                </a:lnTo>
                <a:lnTo>
                  <a:pt x="425" y="380"/>
                </a:lnTo>
                <a:lnTo>
                  <a:pt x="424" y="381"/>
                </a:lnTo>
                <a:lnTo>
                  <a:pt x="424" y="382"/>
                </a:lnTo>
                <a:lnTo>
                  <a:pt x="424" y="383"/>
                </a:lnTo>
                <a:lnTo>
                  <a:pt x="424" y="384"/>
                </a:lnTo>
                <a:lnTo>
                  <a:pt x="423" y="384"/>
                </a:lnTo>
                <a:lnTo>
                  <a:pt x="421" y="384"/>
                </a:lnTo>
                <a:lnTo>
                  <a:pt x="421" y="385"/>
                </a:lnTo>
                <a:lnTo>
                  <a:pt x="420" y="385"/>
                </a:lnTo>
                <a:lnTo>
                  <a:pt x="419" y="385"/>
                </a:lnTo>
                <a:lnTo>
                  <a:pt x="419" y="386"/>
                </a:lnTo>
                <a:lnTo>
                  <a:pt x="419" y="387"/>
                </a:lnTo>
                <a:lnTo>
                  <a:pt x="420" y="388"/>
                </a:lnTo>
                <a:lnTo>
                  <a:pt x="420" y="389"/>
                </a:lnTo>
                <a:lnTo>
                  <a:pt x="419" y="389"/>
                </a:lnTo>
                <a:lnTo>
                  <a:pt x="418" y="389"/>
                </a:lnTo>
                <a:lnTo>
                  <a:pt x="418" y="388"/>
                </a:lnTo>
                <a:lnTo>
                  <a:pt x="418" y="387"/>
                </a:lnTo>
                <a:lnTo>
                  <a:pt x="417" y="386"/>
                </a:lnTo>
                <a:lnTo>
                  <a:pt x="417" y="387"/>
                </a:lnTo>
                <a:lnTo>
                  <a:pt x="416" y="387"/>
                </a:lnTo>
                <a:lnTo>
                  <a:pt x="415" y="386"/>
                </a:lnTo>
                <a:lnTo>
                  <a:pt x="414" y="386"/>
                </a:lnTo>
                <a:lnTo>
                  <a:pt x="413" y="387"/>
                </a:lnTo>
                <a:lnTo>
                  <a:pt x="412" y="388"/>
                </a:lnTo>
                <a:lnTo>
                  <a:pt x="412" y="389"/>
                </a:lnTo>
                <a:lnTo>
                  <a:pt x="413" y="389"/>
                </a:lnTo>
                <a:lnTo>
                  <a:pt x="414" y="389"/>
                </a:lnTo>
                <a:lnTo>
                  <a:pt x="414" y="390"/>
                </a:lnTo>
                <a:lnTo>
                  <a:pt x="414" y="391"/>
                </a:lnTo>
                <a:lnTo>
                  <a:pt x="415" y="391"/>
                </a:lnTo>
                <a:lnTo>
                  <a:pt x="415" y="392"/>
                </a:lnTo>
                <a:lnTo>
                  <a:pt x="414" y="392"/>
                </a:lnTo>
                <a:lnTo>
                  <a:pt x="414" y="393"/>
                </a:lnTo>
                <a:lnTo>
                  <a:pt x="413" y="393"/>
                </a:lnTo>
                <a:lnTo>
                  <a:pt x="412" y="392"/>
                </a:lnTo>
                <a:lnTo>
                  <a:pt x="411" y="392"/>
                </a:lnTo>
                <a:lnTo>
                  <a:pt x="410" y="393"/>
                </a:lnTo>
                <a:lnTo>
                  <a:pt x="411" y="393"/>
                </a:lnTo>
                <a:lnTo>
                  <a:pt x="411" y="394"/>
                </a:lnTo>
                <a:lnTo>
                  <a:pt x="412" y="394"/>
                </a:lnTo>
                <a:lnTo>
                  <a:pt x="412" y="395"/>
                </a:lnTo>
                <a:lnTo>
                  <a:pt x="411" y="396"/>
                </a:lnTo>
                <a:lnTo>
                  <a:pt x="411" y="397"/>
                </a:lnTo>
                <a:lnTo>
                  <a:pt x="411" y="398"/>
                </a:lnTo>
                <a:lnTo>
                  <a:pt x="412" y="399"/>
                </a:lnTo>
                <a:lnTo>
                  <a:pt x="412" y="400"/>
                </a:lnTo>
                <a:lnTo>
                  <a:pt x="411" y="400"/>
                </a:lnTo>
                <a:lnTo>
                  <a:pt x="411" y="401"/>
                </a:lnTo>
                <a:lnTo>
                  <a:pt x="411" y="402"/>
                </a:lnTo>
                <a:lnTo>
                  <a:pt x="410" y="403"/>
                </a:lnTo>
                <a:lnTo>
                  <a:pt x="410" y="404"/>
                </a:lnTo>
                <a:lnTo>
                  <a:pt x="411" y="404"/>
                </a:lnTo>
                <a:lnTo>
                  <a:pt x="411" y="405"/>
                </a:lnTo>
                <a:lnTo>
                  <a:pt x="410" y="405"/>
                </a:lnTo>
                <a:lnTo>
                  <a:pt x="410" y="406"/>
                </a:lnTo>
                <a:lnTo>
                  <a:pt x="409" y="407"/>
                </a:lnTo>
                <a:lnTo>
                  <a:pt x="410" y="407"/>
                </a:lnTo>
                <a:lnTo>
                  <a:pt x="410" y="408"/>
                </a:lnTo>
                <a:lnTo>
                  <a:pt x="410" y="409"/>
                </a:lnTo>
                <a:lnTo>
                  <a:pt x="409" y="409"/>
                </a:lnTo>
                <a:lnTo>
                  <a:pt x="408" y="410"/>
                </a:lnTo>
                <a:lnTo>
                  <a:pt x="408" y="411"/>
                </a:lnTo>
                <a:lnTo>
                  <a:pt x="407" y="411"/>
                </a:lnTo>
                <a:lnTo>
                  <a:pt x="406" y="412"/>
                </a:lnTo>
                <a:lnTo>
                  <a:pt x="405" y="412"/>
                </a:lnTo>
                <a:lnTo>
                  <a:pt x="405" y="413"/>
                </a:lnTo>
                <a:lnTo>
                  <a:pt x="404" y="413"/>
                </a:lnTo>
                <a:lnTo>
                  <a:pt x="403" y="412"/>
                </a:lnTo>
                <a:lnTo>
                  <a:pt x="402" y="412"/>
                </a:lnTo>
                <a:lnTo>
                  <a:pt x="401" y="412"/>
                </a:lnTo>
                <a:lnTo>
                  <a:pt x="400" y="412"/>
                </a:lnTo>
                <a:lnTo>
                  <a:pt x="400" y="413"/>
                </a:lnTo>
                <a:lnTo>
                  <a:pt x="399" y="413"/>
                </a:lnTo>
                <a:lnTo>
                  <a:pt x="398" y="413"/>
                </a:lnTo>
                <a:lnTo>
                  <a:pt x="398" y="412"/>
                </a:lnTo>
                <a:lnTo>
                  <a:pt x="397" y="412"/>
                </a:lnTo>
                <a:lnTo>
                  <a:pt x="397" y="413"/>
                </a:lnTo>
                <a:lnTo>
                  <a:pt x="397" y="414"/>
                </a:lnTo>
                <a:lnTo>
                  <a:pt x="396" y="414"/>
                </a:lnTo>
                <a:lnTo>
                  <a:pt x="395" y="414"/>
                </a:lnTo>
                <a:lnTo>
                  <a:pt x="395" y="415"/>
                </a:lnTo>
                <a:lnTo>
                  <a:pt x="394" y="414"/>
                </a:lnTo>
                <a:lnTo>
                  <a:pt x="394" y="415"/>
                </a:lnTo>
                <a:lnTo>
                  <a:pt x="393" y="415"/>
                </a:lnTo>
                <a:lnTo>
                  <a:pt x="392" y="416"/>
                </a:lnTo>
                <a:lnTo>
                  <a:pt x="391" y="416"/>
                </a:lnTo>
                <a:lnTo>
                  <a:pt x="390" y="417"/>
                </a:lnTo>
                <a:lnTo>
                  <a:pt x="389" y="417"/>
                </a:lnTo>
                <a:lnTo>
                  <a:pt x="388" y="417"/>
                </a:lnTo>
                <a:lnTo>
                  <a:pt x="387" y="418"/>
                </a:lnTo>
                <a:lnTo>
                  <a:pt x="386" y="418"/>
                </a:lnTo>
                <a:lnTo>
                  <a:pt x="386" y="419"/>
                </a:lnTo>
                <a:lnTo>
                  <a:pt x="386" y="420"/>
                </a:lnTo>
                <a:lnTo>
                  <a:pt x="385" y="420"/>
                </a:lnTo>
                <a:lnTo>
                  <a:pt x="384" y="420"/>
                </a:lnTo>
                <a:lnTo>
                  <a:pt x="383" y="421"/>
                </a:lnTo>
                <a:lnTo>
                  <a:pt x="383" y="420"/>
                </a:lnTo>
                <a:lnTo>
                  <a:pt x="382" y="420"/>
                </a:lnTo>
                <a:lnTo>
                  <a:pt x="381" y="420"/>
                </a:lnTo>
                <a:lnTo>
                  <a:pt x="380" y="420"/>
                </a:lnTo>
                <a:lnTo>
                  <a:pt x="379" y="421"/>
                </a:lnTo>
                <a:lnTo>
                  <a:pt x="378" y="421"/>
                </a:lnTo>
                <a:lnTo>
                  <a:pt x="378" y="420"/>
                </a:lnTo>
                <a:lnTo>
                  <a:pt x="377" y="420"/>
                </a:lnTo>
                <a:lnTo>
                  <a:pt x="377" y="421"/>
                </a:lnTo>
                <a:lnTo>
                  <a:pt x="376" y="421"/>
                </a:lnTo>
                <a:lnTo>
                  <a:pt x="376" y="420"/>
                </a:lnTo>
                <a:lnTo>
                  <a:pt x="377" y="420"/>
                </a:lnTo>
                <a:lnTo>
                  <a:pt x="377" y="419"/>
                </a:lnTo>
                <a:lnTo>
                  <a:pt x="378" y="418"/>
                </a:lnTo>
                <a:lnTo>
                  <a:pt x="379" y="418"/>
                </a:lnTo>
                <a:lnTo>
                  <a:pt x="379" y="417"/>
                </a:lnTo>
                <a:lnTo>
                  <a:pt x="378" y="417"/>
                </a:lnTo>
                <a:lnTo>
                  <a:pt x="378" y="416"/>
                </a:lnTo>
                <a:lnTo>
                  <a:pt x="378" y="415"/>
                </a:lnTo>
                <a:lnTo>
                  <a:pt x="377" y="414"/>
                </a:lnTo>
                <a:lnTo>
                  <a:pt x="376" y="413"/>
                </a:lnTo>
                <a:lnTo>
                  <a:pt x="376" y="412"/>
                </a:lnTo>
                <a:lnTo>
                  <a:pt x="376" y="411"/>
                </a:lnTo>
                <a:lnTo>
                  <a:pt x="376" y="410"/>
                </a:lnTo>
                <a:lnTo>
                  <a:pt x="377" y="410"/>
                </a:lnTo>
                <a:lnTo>
                  <a:pt x="376" y="410"/>
                </a:lnTo>
                <a:lnTo>
                  <a:pt x="376" y="409"/>
                </a:lnTo>
                <a:lnTo>
                  <a:pt x="375" y="408"/>
                </a:lnTo>
                <a:lnTo>
                  <a:pt x="374" y="408"/>
                </a:lnTo>
                <a:lnTo>
                  <a:pt x="374" y="409"/>
                </a:lnTo>
                <a:lnTo>
                  <a:pt x="373" y="410"/>
                </a:lnTo>
                <a:lnTo>
                  <a:pt x="372" y="410"/>
                </a:lnTo>
                <a:lnTo>
                  <a:pt x="372" y="411"/>
                </a:lnTo>
                <a:lnTo>
                  <a:pt x="371" y="411"/>
                </a:lnTo>
                <a:lnTo>
                  <a:pt x="371" y="412"/>
                </a:lnTo>
                <a:lnTo>
                  <a:pt x="370" y="412"/>
                </a:lnTo>
                <a:lnTo>
                  <a:pt x="370" y="413"/>
                </a:lnTo>
                <a:lnTo>
                  <a:pt x="369" y="413"/>
                </a:lnTo>
                <a:lnTo>
                  <a:pt x="369" y="412"/>
                </a:lnTo>
                <a:lnTo>
                  <a:pt x="370" y="412"/>
                </a:lnTo>
                <a:lnTo>
                  <a:pt x="370" y="411"/>
                </a:lnTo>
                <a:lnTo>
                  <a:pt x="370" y="410"/>
                </a:lnTo>
                <a:lnTo>
                  <a:pt x="371" y="410"/>
                </a:lnTo>
                <a:lnTo>
                  <a:pt x="370" y="410"/>
                </a:lnTo>
                <a:lnTo>
                  <a:pt x="369" y="410"/>
                </a:lnTo>
                <a:lnTo>
                  <a:pt x="369" y="409"/>
                </a:lnTo>
                <a:lnTo>
                  <a:pt x="369" y="408"/>
                </a:lnTo>
                <a:lnTo>
                  <a:pt x="368" y="408"/>
                </a:lnTo>
                <a:lnTo>
                  <a:pt x="367" y="408"/>
                </a:lnTo>
                <a:lnTo>
                  <a:pt x="367" y="407"/>
                </a:lnTo>
                <a:lnTo>
                  <a:pt x="368" y="407"/>
                </a:lnTo>
                <a:lnTo>
                  <a:pt x="367" y="407"/>
                </a:lnTo>
                <a:lnTo>
                  <a:pt x="367" y="406"/>
                </a:lnTo>
                <a:lnTo>
                  <a:pt x="368" y="406"/>
                </a:lnTo>
                <a:lnTo>
                  <a:pt x="368" y="405"/>
                </a:lnTo>
                <a:lnTo>
                  <a:pt x="368" y="404"/>
                </a:lnTo>
                <a:lnTo>
                  <a:pt x="367" y="403"/>
                </a:lnTo>
                <a:lnTo>
                  <a:pt x="367" y="402"/>
                </a:lnTo>
                <a:lnTo>
                  <a:pt x="366" y="402"/>
                </a:lnTo>
                <a:lnTo>
                  <a:pt x="367" y="402"/>
                </a:lnTo>
                <a:lnTo>
                  <a:pt x="368" y="401"/>
                </a:lnTo>
                <a:lnTo>
                  <a:pt x="368" y="400"/>
                </a:lnTo>
                <a:lnTo>
                  <a:pt x="367" y="400"/>
                </a:lnTo>
                <a:lnTo>
                  <a:pt x="366" y="400"/>
                </a:lnTo>
                <a:lnTo>
                  <a:pt x="366" y="401"/>
                </a:lnTo>
                <a:lnTo>
                  <a:pt x="365" y="401"/>
                </a:lnTo>
                <a:lnTo>
                  <a:pt x="364" y="401"/>
                </a:lnTo>
                <a:lnTo>
                  <a:pt x="363" y="401"/>
                </a:lnTo>
                <a:lnTo>
                  <a:pt x="364" y="402"/>
                </a:lnTo>
                <a:lnTo>
                  <a:pt x="363" y="402"/>
                </a:lnTo>
                <a:lnTo>
                  <a:pt x="363" y="403"/>
                </a:lnTo>
                <a:lnTo>
                  <a:pt x="364" y="403"/>
                </a:lnTo>
                <a:lnTo>
                  <a:pt x="363" y="403"/>
                </a:lnTo>
                <a:lnTo>
                  <a:pt x="363" y="404"/>
                </a:lnTo>
                <a:lnTo>
                  <a:pt x="363" y="405"/>
                </a:lnTo>
                <a:lnTo>
                  <a:pt x="363" y="406"/>
                </a:lnTo>
                <a:lnTo>
                  <a:pt x="362" y="406"/>
                </a:lnTo>
                <a:lnTo>
                  <a:pt x="361" y="406"/>
                </a:lnTo>
                <a:lnTo>
                  <a:pt x="361" y="407"/>
                </a:lnTo>
                <a:lnTo>
                  <a:pt x="360" y="407"/>
                </a:lnTo>
                <a:lnTo>
                  <a:pt x="359" y="407"/>
                </a:lnTo>
                <a:lnTo>
                  <a:pt x="356" y="409"/>
                </a:lnTo>
                <a:lnTo>
                  <a:pt x="356" y="410"/>
                </a:lnTo>
                <a:lnTo>
                  <a:pt x="355" y="410"/>
                </a:lnTo>
                <a:lnTo>
                  <a:pt x="354" y="411"/>
                </a:lnTo>
                <a:lnTo>
                  <a:pt x="353" y="411"/>
                </a:lnTo>
                <a:lnTo>
                  <a:pt x="352" y="411"/>
                </a:lnTo>
                <a:lnTo>
                  <a:pt x="350" y="411"/>
                </a:lnTo>
                <a:lnTo>
                  <a:pt x="350" y="410"/>
                </a:lnTo>
                <a:lnTo>
                  <a:pt x="350" y="409"/>
                </a:lnTo>
                <a:lnTo>
                  <a:pt x="350" y="408"/>
                </a:lnTo>
                <a:lnTo>
                  <a:pt x="350" y="407"/>
                </a:lnTo>
                <a:lnTo>
                  <a:pt x="351" y="407"/>
                </a:lnTo>
                <a:lnTo>
                  <a:pt x="351" y="406"/>
                </a:lnTo>
                <a:lnTo>
                  <a:pt x="351" y="405"/>
                </a:lnTo>
                <a:lnTo>
                  <a:pt x="351" y="404"/>
                </a:lnTo>
                <a:lnTo>
                  <a:pt x="351" y="403"/>
                </a:lnTo>
                <a:lnTo>
                  <a:pt x="351" y="402"/>
                </a:lnTo>
                <a:lnTo>
                  <a:pt x="350" y="402"/>
                </a:lnTo>
                <a:lnTo>
                  <a:pt x="350" y="403"/>
                </a:lnTo>
                <a:lnTo>
                  <a:pt x="349" y="403"/>
                </a:lnTo>
                <a:lnTo>
                  <a:pt x="348" y="404"/>
                </a:lnTo>
                <a:lnTo>
                  <a:pt x="347" y="404"/>
                </a:lnTo>
                <a:lnTo>
                  <a:pt x="346" y="404"/>
                </a:lnTo>
                <a:lnTo>
                  <a:pt x="346" y="403"/>
                </a:lnTo>
                <a:lnTo>
                  <a:pt x="346" y="402"/>
                </a:lnTo>
                <a:lnTo>
                  <a:pt x="346" y="401"/>
                </a:lnTo>
                <a:lnTo>
                  <a:pt x="345" y="401"/>
                </a:lnTo>
                <a:lnTo>
                  <a:pt x="345" y="399"/>
                </a:lnTo>
                <a:lnTo>
                  <a:pt x="345" y="398"/>
                </a:lnTo>
                <a:lnTo>
                  <a:pt x="344" y="398"/>
                </a:lnTo>
                <a:lnTo>
                  <a:pt x="344" y="397"/>
                </a:lnTo>
                <a:lnTo>
                  <a:pt x="344" y="396"/>
                </a:lnTo>
                <a:lnTo>
                  <a:pt x="345" y="395"/>
                </a:lnTo>
                <a:lnTo>
                  <a:pt x="345" y="393"/>
                </a:lnTo>
                <a:lnTo>
                  <a:pt x="346" y="393"/>
                </a:lnTo>
                <a:lnTo>
                  <a:pt x="345" y="393"/>
                </a:lnTo>
                <a:lnTo>
                  <a:pt x="344" y="393"/>
                </a:lnTo>
                <a:lnTo>
                  <a:pt x="343" y="393"/>
                </a:lnTo>
                <a:lnTo>
                  <a:pt x="343" y="392"/>
                </a:lnTo>
                <a:lnTo>
                  <a:pt x="343" y="391"/>
                </a:lnTo>
                <a:lnTo>
                  <a:pt x="342" y="391"/>
                </a:lnTo>
                <a:lnTo>
                  <a:pt x="341" y="391"/>
                </a:lnTo>
                <a:lnTo>
                  <a:pt x="341" y="392"/>
                </a:lnTo>
                <a:lnTo>
                  <a:pt x="340" y="392"/>
                </a:lnTo>
                <a:lnTo>
                  <a:pt x="339" y="392"/>
                </a:lnTo>
                <a:lnTo>
                  <a:pt x="339" y="391"/>
                </a:lnTo>
                <a:lnTo>
                  <a:pt x="337" y="391"/>
                </a:lnTo>
                <a:lnTo>
                  <a:pt x="336" y="391"/>
                </a:lnTo>
                <a:lnTo>
                  <a:pt x="335" y="391"/>
                </a:lnTo>
                <a:lnTo>
                  <a:pt x="335" y="390"/>
                </a:lnTo>
                <a:lnTo>
                  <a:pt x="335" y="389"/>
                </a:lnTo>
                <a:lnTo>
                  <a:pt x="335" y="388"/>
                </a:lnTo>
                <a:lnTo>
                  <a:pt x="336" y="388"/>
                </a:lnTo>
                <a:lnTo>
                  <a:pt x="337" y="388"/>
                </a:lnTo>
                <a:lnTo>
                  <a:pt x="337" y="387"/>
                </a:lnTo>
                <a:lnTo>
                  <a:pt x="337" y="386"/>
                </a:lnTo>
                <a:lnTo>
                  <a:pt x="338" y="386"/>
                </a:lnTo>
                <a:lnTo>
                  <a:pt x="338" y="385"/>
                </a:lnTo>
                <a:lnTo>
                  <a:pt x="337" y="385"/>
                </a:lnTo>
                <a:lnTo>
                  <a:pt x="337" y="384"/>
                </a:lnTo>
                <a:lnTo>
                  <a:pt x="336" y="383"/>
                </a:lnTo>
                <a:lnTo>
                  <a:pt x="336" y="382"/>
                </a:lnTo>
                <a:lnTo>
                  <a:pt x="337" y="382"/>
                </a:lnTo>
                <a:lnTo>
                  <a:pt x="337" y="381"/>
                </a:lnTo>
                <a:lnTo>
                  <a:pt x="337" y="382"/>
                </a:lnTo>
                <a:lnTo>
                  <a:pt x="336" y="382"/>
                </a:lnTo>
                <a:lnTo>
                  <a:pt x="336" y="381"/>
                </a:lnTo>
                <a:lnTo>
                  <a:pt x="335" y="381"/>
                </a:lnTo>
                <a:lnTo>
                  <a:pt x="335" y="380"/>
                </a:lnTo>
                <a:lnTo>
                  <a:pt x="334" y="380"/>
                </a:lnTo>
                <a:lnTo>
                  <a:pt x="334" y="379"/>
                </a:lnTo>
                <a:lnTo>
                  <a:pt x="333" y="379"/>
                </a:lnTo>
                <a:lnTo>
                  <a:pt x="333" y="378"/>
                </a:lnTo>
                <a:lnTo>
                  <a:pt x="331" y="377"/>
                </a:lnTo>
                <a:lnTo>
                  <a:pt x="330" y="377"/>
                </a:lnTo>
                <a:lnTo>
                  <a:pt x="329" y="377"/>
                </a:lnTo>
                <a:lnTo>
                  <a:pt x="328" y="376"/>
                </a:lnTo>
                <a:lnTo>
                  <a:pt x="328" y="375"/>
                </a:lnTo>
                <a:lnTo>
                  <a:pt x="328" y="374"/>
                </a:lnTo>
                <a:lnTo>
                  <a:pt x="328" y="373"/>
                </a:lnTo>
                <a:lnTo>
                  <a:pt x="329" y="372"/>
                </a:lnTo>
                <a:lnTo>
                  <a:pt x="328" y="371"/>
                </a:lnTo>
                <a:lnTo>
                  <a:pt x="328" y="372"/>
                </a:lnTo>
                <a:lnTo>
                  <a:pt x="328" y="371"/>
                </a:lnTo>
                <a:lnTo>
                  <a:pt x="327" y="371"/>
                </a:lnTo>
                <a:lnTo>
                  <a:pt x="327" y="370"/>
                </a:lnTo>
                <a:lnTo>
                  <a:pt x="326" y="370"/>
                </a:lnTo>
                <a:lnTo>
                  <a:pt x="326" y="371"/>
                </a:lnTo>
                <a:lnTo>
                  <a:pt x="325" y="371"/>
                </a:lnTo>
                <a:lnTo>
                  <a:pt x="325" y="372"/>
                </a:lnTo>
                <a:lnTo>
                  <a:pt x="325" y="371"/>
                </a:lnTo>
                <a:lnTo>
                  <a:pt x="324" y="372"/>
                </a:lnTo>
                <a:lnTo>
                  <a:pt x="324" y="373"/>
                </a:lnTo>
                <a:lnTo>
                  <a:pt x="323" y="374"/>
                </a:lnTo>
                <a:lnTo>
                  <a:pt x="321" y="374"/>
                </a:lnTo>
                <a:lnTo>
                  <a:pt x="321" y="375"/>
                </a:lnTo>
                <a:lnTo>
                  <a:pt x="320" y="375"/>
                </a:lnTo>
                <a:lnTo>
                  <a:pt x="319" y="375"/>
                </a:lnTo>
                <a:lnTo>
                  <a:pt x="318" y="375"/>
                </a:lnTo>
                <a:lnTo>
                  <a:pt x="317" y="375"/>
                </a:lnTo>
                <a:lnTo>
                  <a:pt x="317" y="374"/>
                </a:lnTo>
                <a:lnTo>
                  <a:pt x="316" y="374"/>
                </a:lnTo>
                <a:lnTo>
                  <a:pt x="315" y="375"/>
                </a:lnTo>
                <a:lnTo>
                  <a:pt x="314" y="375"/>
                </a:lnTo>
                <a:lnTo>
                  <a:pt x="314" y="376"/>
                </a:lnTo>
                <a:lnTo>
                  <a:pt x="313" y="376"/>
                </a:lnTo>
                <a:lnTo>
                  <a:pt x="313" y="377"/>
                </a:lnTo>
                <a:lnTo>
                  <a:pt x="314" y="378"/>
                </a:lnTo>
                <a:lnTo>
                  <a:pt x="314" y="379"/>
                </a:lnTo>
                <a:lnTo>
                  <a:pt x="314" y="380"/>
                </a:lnTo>
                <a:lnTo>
                  <a:pt x="312" y="381"/>
                </a:lnTo>
                <a:lnTo>
                  <a:pt x="311" y="381"/>
                </a:lnTo>
                <a:lnTo>
                  <a:pt x="310" y="381"/>
                </a:lnTo>
                <a:lnTo>
                  <a:pt x="309" y="382"/>
                </a:lnTo>
                <a:lnTo>
                  <a:pt x="309" y="383"/>
                </a:lnTo>
                <a:lnTo>
                  <a:pt x="308" y="383"/>
                </a:lnTo>
                <a:lnTo>
                  <a:pt x="308" y="384"/>
                </a:lnTo>
                <a:lnTo>
                  <a:pt x="308" y="385"/>
                </a:lnTo>
                <a:lnTo>
                  <a:pt x="308" y="386"/>
                </a:lnTo>
                <a:lnTo>
                  <a:pt x="307" y="386"/>
                </a:lnTo>
                <a:lnTo>
                  <a:pt x="307" y="387"/>
                </a:lnTo>
                <a:lnTo>
                  <a:pt x="306" y="387"/>
                </a:lnTo>
                <a:lnTo>
                  <a:pt x="305" y="387"/>
                </a:lnTo>
                <a:lnTo>
                  <a:pt x="304" y="388"/>
                </a:lnTo>
                <a:lnTo>
                  <a:pt x="305" y="389"/>
                </a:lnTo>
                <a:lnTo>
                  <a:pt x="305" y="390"/>
                </a:lnTo>
                <a:lnTo>
                  <a:pt x="305" y="391"/>
                </a:lnTo>
                <a:lnTo>
                  <a:pt x="305" y="392"/>
                </a:lnTo>
                <a:lnTo>
                  <a:pt x="306" y="393"/>
                </a:lnTo>
                <a:lnTo>
                  <a:pt x="306" y="394"/>
                </a:lnTo>
                <a:lnTo>
                  <a:pt x="306" y="395"/>
                </a:lnTo>
                <a:lnTo>
                  <a:pt x="306" y="396"/>
                </a:lnTo>
                <a:lnTo>
                  <a:pt x="307" y="396"/>
                </a:lnTo>
                <a:lnTo>
                  <a:pt x="308" y="396"/>
                </a:lnTo>
                <a:lnTo>
                  <a:pt x="309" y="397"/>
                </a:lnTo>
                <a:lnTo>
                  <a:pt x="308" y="398"/>
                </a:lnTo>
                <a:lnTo>
                  <a:pt x="308" y="399"/>
                </a:lnTo>
                <a:lnTo>
                  <a:pt x="308" y="400"/>
                </a:lnTo>
                <a:lnTo>
                  <a:pt x="308" y="401"/>
                </a:lnTo>
                <a:lnTo>
                  <a:pt x="308" y="402"/>
                </a:lnTo>
                <a:lnTo>
                  <a:pt x="308" y="403"/>
                </a:lnTo>
                <a:lnTo>
                  <a:pt x="309" y="404"/>
                </a:lnTo>
                <a:lnTo>
                  <a:pt x="308" y="405"/>
                </a:lnTo>
                <a:lnTo>
                  <a:pt x="307" y="405"/>
                </a:lnTo>
                <a:lnTo>
                  <a:pt x="306" y="406"/>
                </a:lnTo>
                <a:lnTo>
                  <a:pt x="306" y="407"/>
                </a:lnTo>
                <a:lnTo>
                  <a:pt x="307" y="407"/>
                </a:lnTo>
                <a:lnTo>
                  <a:pt x="307" y="408"/>
                </a:lnTo>
                <a:lnTo>
                  <a:pt x="306" y="408"/>
                </a:lnTo>
                <a:lnTo>
                  <a:pt x="305" y="408"/>
                </a:lnTo>
                <a:lnTo>
                  <a:pt x="305" y="409"/>
                </a:lnTo>
                <a:lnTo>
                  <a:pt x="305" y="408"/>
                </a:lnTo>
                <a:lnTo>
                  <a:pt x="304" y="408"/>
                </a:lnTo>
                <a:lnTo>
                  <a:pt x="304" y="407"/>
                </a:lnTo>
                <a:lnTo>
                  <a:pt x="303" y="407"/>
                </a:lnTo>
                <a:lnTo>
                  <a:pt x="302" y="407"/>
                </a:lnTo>
                <a:lnTo>
                  <a:pt x="301" y="407"/>
                </a:lnTo>
                <a:lnTo>
                  <a:pt x="300" y="407"/>
                </a:lnTo>
                <a:lnTo>
                  <a:pt x="299" y="408"/>
                </a:lnTo>
                <a:lnTo>
                  <a:pt x="299" y="409"/>
                </a:lnTo>
                <a:lnTo>
                  <a:pt x="299" y="410"/>
                </a:lnTo>
                <a:lnTo>
                  <a:pt x="299" y="412"/>
                </a:lnTo>
                <a:lnTo>
                  <a:pt x="298" y="413"/>
                </a:lnTo>
                <a:lnTo>
                  <a:pt x="298" y="414"/>
                </a:lnTo>
                <a:lnTo>
                  <a:pt x="297" y="414"/>
                </a:lnTo>
                <a:lnTo>
                  <a:pt x="296" y="414"/>
                </a:lnTo>
                <a:lnTo>
                  <a:pt x="295" y="414"/>
                </a:lnTo>
                <a:lnTo>
                  <a:pt x="295" y="413"/>
                </a:lnTo>
                <a:lnTo>
                  <a:pt x="294" y="413"/>
                </a:lnTo>
                <a:lnTo>
                  <a:pt x="294" y="414"/>
                </a:lnTo>
                <a:lnTo>
                  <a:pt x="293" y="414"/>
                </a:lnTo>
                <a:lnTo>
                  <a:pt x="292" y="414"/>
                </a:lnTo>
                <a:lnTo>
                  <a:pt x="292" y="415"/>
                </a:lnTo>
                <a:lnTo>
                  <a:pt x="291" y="415"/>
                </a:lnTo>
                <a:lnTo>
                  <a:pt x="290" y="415"/>
                </a:lnTo>
                <a:lnTo>
                  <a:pt x="289" y="415"/>
                </a:lnTo>
                <a:lnTo>
                  <a:pt x="288" y="415"/>
                </a:lnTo>
                <a:lnTo>
                  <a:pt x="287" y="415"/>
                </a:lnTo>
                <a:lnTo>
                  <a:pt x="287" y="414"/>
                </a:lnTo>
                <a:lnTo>
                  <a:pt x="286" y="414"/>
                </a:lnTo>
                <a:lnTo>
                  <a:pt x="285" y="414"/>
                </a:lnTo>
                <a:lnTo>
                  <a:pt x="284" y="415"/>
                </a:lnTo>
                <a:lnTo>
                  <a:pt x="284" y="416"/>
                </a:lnTo>
                <a:lnTo>
                  <a:pt x="283" y="416"/>
                </a:lnTo>
                <a:lnTo>
                  <a:pt x="282" y="416"/>
                </a:lnTo>
                <a:lnTo>
                  <a:pt x="282" y="415"/>
                </a:lnTo>
                <a:lnTo>
                  <a:pt x="281" y="415"/>
                </a:lnTo>
                <a:lnTo>
                  <a:pt x="281" y="414"/>
                </a:lnTo>
                <a:lnTo>
                  <a:pt x="280" y="414"/>
                </a:lnTo>
                <a:lnTo>
                  <a:pt x="279" y="414"/>
                </a:lnTo>
                <a:lnTo>
                  <a:pt x="279" y="415"/>
                </a:lnTo>
                <a:lnTo>
                  <a:pt x="278" y="415"/>
                </a:lnTo>
                <a:lnTo>
                  <a:pt x="277" y="415"/>
                </a:lnTo>
                <a:lnTo>
                  <a:pt x="276" y="416"/>
                </a:lnTo>
                <a:lnTo>
                  <a:pt x="275" y="416"/>
                </a:lnTo>
                <a:lnTo>
                  <a:pt x="275" y="417"/>
                </a:lnTo>
                <a:lnTo>
                  <a:pt x="275" y="418"/>
                </a:lnTo>
                <a:lnTo>
                  <a:pt x="275" y="419"/>
                </a:lnTo>
                <a:lnTo>
                  <a:pt x="274" y="420"/>
                </a:lnTo>
                <a:lnTo>
                  <a:pt x="273" y="420"/>
                </a:lnTo>
                <a:lnTo>
                  <a:pt x="272" y="421"/>
                </a:lnTo>
                <a:lnTo>
                  <a:pt x="272" y="422"/>
                </a:lnTo>
                <a:lnTo>
                  <a:pt x="271" y="422"/>
                </a:lnTo>
                <a:lnTo>
                  <a:pt x="271" y="423"/>
                </a:lnTo>
                <a:lnTo>
                  <a:pt x="271" y="424"/>
                </a:lnTo>
                <a:lnTo>
                  <a:pt x="270" y="424"/>
                </a:lnTo>
                <a:lnTo>
                  <a:pt x="268" y="424"/>
                </a:lnTo>
                <a:lnTo>
                  <a:pt x="267" y="424"/>
                </a:lnTo>
                <a:lnTo>
                  <a:pt x="266" y="424"/>
                </a:lnTo>
                <a:lnTo>
                  <a:pt x="266" y="425"/>
                </a:lnTo>
                <a:lnTo>
                  <a:pt x="265" y="425"/>
                </a:lnTo>
                <a:lnTo>
                  <a:pt x="265" y="426"/>
                </a:lnTo>
                <a:lnTo>
                  <a:pt x="264" y="427"/>
                </a:lnTo>
                <a:lnTo>
                  <a:pt x="263" y="427"/>
                </a:lnTo>
                <a:lnTo>
                  <a:pt x="262" y="427"/>
                </a:lnTo>
                <a:lnTo>
                  <a:pt x="262" y="428"/>
                </a:lnTo>
                <a:lnTo>
                  <a:pt x="261" y="428"/>
                </a:lnTo>
                <a:lnTo>
                  <a:pt x="260" y="428"/>
                </a:lnTo>
                <a:lnTo>
                  <a:pt x="259" y="428"/>
                </a:lnTo>
                <a:lnTo>
                  <a:pt x="258" y="429"/>
                </a:lnTo>
                <a:lnTo>
                  <a:pt x="257" y="430"/>
                </a:lnTo>
                <a:lnTo>
                  <a:pt x="257" y="431"/>
                </a:lnTo>
                <a:lnTo>
                  <a:pt x="256" y="431"/>
                </a:lnTo>
                <a:lnTo>
                  <a:pt x="255" y="431"/>
                </a:lnTo>
                <a:lnTo>
                  <a:pt x="254" y="431"/>
                </a:lnTo>
                <a:lnTo>
                  <a:pt x="254" y="432"/>
                </a:lnTo>
                <a:lnTo>
                  <a:pt x="252" y="432"/>
                </a:lnTo>
                <a:lnTo>
                  <a:pt x="251" y="433"/>
                </a:lnTo>
                <a:lnTo>
                  <a:pt x="250" y="433"/>
                </a:lnTo>
                <a:lnTo>
                  <a:pt x="250" y="434"/>
                </a:lnTo>
                <a:lnTo>
                  <a:pt x="249" y="434"/>
                </a:lnTo>
                <a:lnTo>
                  <a:pt x="248" y="434"/>
                </a:lnTo>
                <a:lnTo>
                  <a:pt x="247" y="434"/>
                </a:lnTo>
                <a:lnTo>
                  <a:pt x="246" y="434"/>
                </a:lnTo>
                <a:lnTo>
                  <a:pt x="246" y="435"/>
                </a:lnTo>
                <a:lnTo>
                  <a:pt x="245" y="435"/>
                </a:lnTo>
                <a:lnTo>
                  <a:pt x="244" y="435"/>
                </a:lnTo>
                <a:lnTo>
                  <a:pt x="243" y="435"/>
                </a:lnTo>
                <a:lnTo>
                  <a:pt x="242" y="435"/>
                </a:lnTo>
                <a:lnTo>
                  <a:pt x="241" y="435"/>
                </a:lnTo>
                <a:lnTo>
                  <a:pt x="240" y="436"/>
                </a:lnTo>
                <a:lnTo>
                  <a:pt x="239" y="435"/>
                </a:lnTo>
                <a:lnTo>
                  <a:pt x="238" y="435"/>
                </a:lnTo>
                <a:lnTo>
                  <a:pt x="238" y="434"/>
                </a:lnTo>
                <a:lnTo>
                  <a:pt x="237" y="434"/>
                </a:lnTo>
                <a:lnTo>
                  <a:pt x="237" y="435"/>
                </a:lnTo>
                <a:lnTo>
                  <a:pt x="236" y="435"/>
                </a:lnTo>
                <a:lnTo>
                  <a:pt x="236" y="436"/>
                </a:lnTo>
                <a:lnTo>
                  <a:pt x="235" y="436"/>
                </a:lnTo>
                <a:lnTo>
                  <a:pt x="235" y="437"/>
                </a:lnTo>
                <a:lnTo>
                  <a:pt x="234" y="437"/>
                </a:lnTo>
                <a:lnTo>
                  <a:pt x="234" y="438"/>
                </a:lnTo>
                <a:lnTo>
                  <a:pt x="234" y="437"/>
                </a:lnTo>
                <a:lnTo>
                  <a:pt x="233" y="437"/>
                </a:lnTo>
                <a:lnTo>
                  <a:pt x="232" y="437"/>
                </a:lnTo>
                <a:lnTo>
                  <a:pt x="231" y="437"/>
                </a:lnTo>
                <a:lnTo>
                  <a:pt x="229" y="437"/>
                </a:lnTo>
                <a:lnTo>
                  <a:pt x="231" y="437"/>
                </a:lnTo>
                <a:lnTo>
                  <a:pt x="231" y="438"/>
                </a:lnTo>
                <a:lnTo>
                  <a:pt x="231" y="439"/>
                </a:lnTo>
                <a:lnTo>
                  <a:pt x="232" y="439"/>
                </a:lnTo>
                <a:lnTo>
                  <a:pt x="232" y="440"/>
                </a:lnTo>
                <a:lnTo>
                  <a:pt x="233" y="440"/>
                </a:lnTo>
                <a:lnTo>
                  <a:pt x="233" y="441"/>
                </a:lnTo>
                <a:lnTo>
                  <a:pt x="233" y="442"/>
                </a:lnTo>
                <a:lnTo>
                  <a:pt x="234" y="442"/>
                </a:lnTo>
                <a:lnTo>
                  <a:pt x="234" y="443"/>
                </a:lnTo>
                <a:lnTo>
                  <a:pt x="235" y="443"/>
                </a:lnTo>
                <a:lnTo>
                  <a:pt x="235" y="444"/>
                </a:lnTo>
                <a:lnTo>
                  <a:pt x="235" y="445"/>
                </a:lnTo>
                <a:lnTo>
                  <a:pt x="235" y="446"/>
                </a:lnTo>
                <a:lnTo>
                  <a:pt x="236" y="446"/>
                </a:lnTo>
                <a:lnTo>
                  <a:pt x="236" y="447"/>
                </a:lnTo>
                <a:lnTo>
                  <a:pt x="236" y="448"/>
                </a:lnTo>
                <a:lnTo>
                  <a:pt x="236" y="449"/>
                </a:lnTo>
                <a:lnTo>
                  <a:pt x="235" y="449"/>
                </a:lnTo>
                <a:lnTo>
                  <a:pt x="235" y="450"/>
                </a:lnTo>
                <a:lnTo>
                  <a:pt x="235" y="451"/>
                </a:lnTo>
                <a:lnTo>
                  <a:pt x="235" y="452"/>
                </a:lnTo>
                <a:lnTo>
                  <a:pt x="234" y="453"/>
                </a:lnTo>
                <a:lnTo>
                  <a:pt x="234" y="454"/>
                </a:lnTo>
                <a:lnTo>
                  <a:pt x="234" y="455"/>
                </a:lnTo>
                <a:lnTo>
                  <a:pt x="233" y="456"/>
                </a:lnTo>
                <a:lnTo>
                  <a:pt x="233" y="457"/>
                </a:lnTo>
                <a:lnTo>
                  <a:pt x="232" y="457"/>
                </a:lnTo>
                <a:lnTo>
                  <a:pt x="231" y="457"/>
                </a:lnTo>
                <a:lnTo>
                  <a:pt x="229" y="458"/>
                </a:lnTo>
                <a:lnTo>
                  <a:pt x="229" y="459"/>
                </a:lnTo>
                <a:lnTo>
                  <a:pt x="229" y="460"/>
                </a:lnTo>
                <a:lnTo>
                  <a:pt x="228" y="460"/>
                </a:lnTo>
                <a:lnTo>
                  <a:pt x="228" y="461"/>
                </a:lnTo>
                <a:lnTo>
                  <a:pt x="227" y="461"/>
                </a:lnTo>
                <a:lnTo>
                  <a:pt x="227" y="462"/>
                </a:lnTo>
                <a:lnTo>
                  <a:pt x="226" y="462"/>
                </a:lnTo>
                <a:lnTo>
                  <a:pt x="225" y="462"/>
                </a:lnTo>
                <a:lnTo>
                  <a:pt x="225" y="463"/>
                </a:lnTo>
                <a:lnTo>
                  <a:pt x="224" y="463"/>
                </a:lnTo>
                <a:lnTo>
                  <a:pt x="223" y="463"/>
                </a:lnTo>
                <a:lnTo>
                  <a:pt x="222" y="463"/>
                </a:lnTo>
                <a:lnTo>
                  <a:pt x="222" y="464"/>
                </a:lnTo>
                <a:lnTo>
                  <a:pt x="221" y="464"/>
                </a:lnTo>
                <a:lnTo>
                  <a:pt x="221" y="465"/>
                </a:lnTo>
                <a:lnTo>
                  <a:pt x="221" y="466"/>
                </a:lnTo>
                <a:lnTo>
                  <a:pt x="220" y="467"/>
                </a:lnTo>
                <a:lnTo>
                  <a:pt x="220" y="468"/>
                </a:lnTo>
                <a:lnTo>
                  <a:pt x="219" y="468"/>
                </a:lnTo>
                <a:lnTo>
                  <a:pt x="219" y="469"/>
                </a:lnTo>
                <a:lnTo>
                  <a:pt x="219" y="470"/>
                </a:lnTo>
                <a:lnTo>
                  <a:pt x="218" y="470"/>
                </a:lnTo>
                <a:lnTo>
                  <a:pt x="217" y="470"/>
                </a:lnTo>
                <a:lnTo>
                  <a:pt x="217" y="469"/>
                </a:lnTo>
                <a:lnTo>
                  <a:pt x="216" y="469"/>
                </a:lnTo>
                <a:lnTo>
                  <a:pt x="216" y="468"/>
                </a:lnTo>
                <a:lnTo>
                  <a:pt x="215" y="468"/>
                </a:lnTo>
                <a:lnTo>
                  <a:pt x="216" y="468"/>
                </a:lnTo>
                <a:lnTo>
                  <a:pt x="215" y="468"/>
                </a:lnTo>
                <a:lnTo>
                  <a:pt x="215" y="467"/>
                </a:lnTo>
                <a:lnTo>
                  <a:pt x="214" y="467"/>
                </a:lnTo>
                <a:lnTo>
                  <a:pt x="214" y="466"/>
                </a:lnTo>
                <a:lnTo>
                  <a:pt x="213" y="466"/>
                </a:lnTo>
                <a:lnTo>
                  <a:pt x="213" y="465"/>
                </a:lnTo>
                <a:lnTo>
                  <a:pt x="212" y="465"/>
                </a:lnTo>
                <a:lnTo>
                  <a:pt x="212" y="464"/>
                </a:lnTo>
                <a:lnTo>
                  <a:pt x="212" y="463"/>
                </a:lnTo>
                <a:lnTo>
                  <a:pt x="212" y="462"/>
                </a:lnTo>
                <a:lnTo>
                  <a:pt x="211" y="462"/>
                </a:lnTo>
                <a:lnTo>
                  <a:pt x="211" y="461"/>
                </a:lnTo>
                <a:lnTo>
                  <a:pt x="211" y="460"/>
                </a:lnTo>
                <a:lnTo>
                  <a:pt x="210" y="460"/>
                </a:lnTo>
                <a:lnTo>
                  <a:pt x="210" y="461"/>
                </a:lnTo>
                <a:lnTo>
                  <a:pt x="207" y="461"/>
                </a:lnTo>
                <a:lnTo>
                  <a:pt x="206" y="461"/>
                </a:lnTo>
                <a:lnTo>
                  <a:pt x="206" y="460"/>
                </a:lnTo>
                <a:lnTo>
                  <a:pt x="205" y="460"/>
                </a:lnTo>
                <a:lnTo>
                  <a:pt x="204" y="460"/>
                </a:lnTo>
                <a:lnTo>
                  <a:pt x="204" y="461"/>
                </a:lnTo>
                <a:lnTo>
                  <a:pt x="203" y="461"/>
                </a:lnTo>
                <a:lnTo>
                  <a:pt x="203" y="462"/>
                </a:lnTo>
                <a:lnTo>
                  <a:pt x="202" y="462"/>
                </a:lnTo>
                <a:lnTo>
                  <a:pt x="201" y="463"/>
                </a:lnTo>
                <a:lnTo>
                  <a:pt x="200" y="463"/>
                </a:lnTo>
                <a:lnTo>
                  <a:pt x="199" y="463"/>
                </a:lnTo>
                <a:lnTo>
                  <a:pt x="198" y="463"/>
                </a:lnTo>
                <a:lnTo>
                  <a:pt x="197" y="462"/>
                </a:lnTo>
                <a:lnTo>
                  <a:pt x="196" y="462"/>
                </a:lnTo>
                <a:lnTo>
                  <a:pt x="196" y="461"/>
                </a:lnTo>
                <a:lnTo>
                  <a:pt x="195" y="461"/>
                </a:lnTo>
                <a:lnTo>
                  <a:pt x="195" y="460"/>
                </a:lnTo>
                <a:lnTo>
                  <a:pt x="194" y="460"/>
                </a:lnTo>
                <a:lnTo>
                  <a:pt x="194" y="459"/>
                </a:lnTo>
                <a:lnTo>
                  <a:pt x="193" y="459"/>
                </a:lnTo>
                <a:lnTo>
                  <a:pt x="192" y="459"/>
                </a:lnTo>
                <a:lnTo>
                  <a:pt x="192" y="458"/>
                </a:lnTo>
                <a:lnTo>
                  <a:pt x="191" y="458"/>
                </a:lnTo>
                <a:lnTo>
                  <a:pt x="191" y="457"/>
                </a:lnTo>
                <a:lnTo>
                  <a:pt x="190" y="457"/>
                </a:lnTo>
                <a:lnTo>
                  <a:pt x="190" y="456"/>
                </a:lnTo>
                <a:lnTo>
                  <a:pt x="189" y="456"/>
                </a:lnTo>
                <a:lnTo>
                  <a:pt x="188" y="456"/>
                </a:lnTo>
                <a:lnTo>
                  <a:pt x="188" y="455"/>
                </a:lnTo>
                <a:lnTo>
                  <a:pt x="187" y="455"/>
                </a:lnTo>
                <a:lnTo>
                  <a:pt x="187" y="456"/>
                </a:lnTo>
                <a:lnTo>
                  <a:pt x="186" y="456"/>
                </a:lnTo>
                <a:lnTo>
                  <a:pt x="185" y="456"/>
                </a:lnTo>
                <a:lnTo>
                  <a:pt x="184" y="456"/>
                </a:lnTo>
                <a:lnTo>
                  <a:pt x="183" y="456"/>
                </a:lnTo>
                <a:lnTo>
                  <a:pt x="183" y="455"/>
                </a:lnTo>
                <a:lnTo>
                  <a:pt x="182" y="455"/>
                </a:lnTo>
                <a:lnTo>
                  <a:pt x="182" y="454"/>
                </a:lnTo>
                <a:lnTo>
                  <a:pt x="181" y="454"/>
                </a:lnTo>
                <a:lnTo>
                  <a:pt x="181" y="453"/>
                </a:lnTo>
                <a:lnTo>
                  <a:pt x="181" y="452"/>
                </a:lnTo>
                <a:lnTo>
                  <a:pt x="180" y="452"/>
                </a:lnTo>
                <a:lnTo>
                  <a:pt x="179" y="452"/>
                </a:lnTo>
                <a:lnTo>
                  <a:pt x="179" y="453"/>
                </a:lnTo>
                <a:lnTo>
                  <a:pt x="178" y="453"/>
                </a:lnTo>
                <a:lnTo>
                  <a:pt x="176" y="453"/>
                </a:lnTo>
                <a:lnTo>
                  <a:pt x="175" y="453"/>
                </a:lnTo>
                <a:lnTo>
                  <a:pt x="174" y="453"/>
                </a:lnTo>
                <a:lnTo>
                  <a:pt x="173" y="453"/>
                </a:lnTo>
                <a:lnTo>
                  <a:pt x="172" y="452"/>
                </a:lnTo>
                <a:lnTo>
                  <a:pt x="171" y="452"/>
                </a:lnTo>
                <a:lnTo>
                  <a:pt x="171" y="451"/>
                </a:lnTo>
                <a:lnTo>
                  <a:pt x="171" y="450"/>
                </a:lnTo>
                <a:lnTo>
                  <a:pt x="171" y="449"/>
                </a:lnTo>
                <a:lnTo>
                  <a:pt x="170" y="449"/>
                </a:lnTo>
                <a:lnTo>
                  <a:pt x="170" y="448"/>
                </a:lnTo>
                <a:lnTo>
                  <a:pt x="169" y="448"/>
                </a:lnTo>
                <a:lnTo>
                  <a:pt x="169" y="447"/>
                </a:lnTo>
                <a:lnTo>
                  <a:pt x="168" y="447"/>
                </a:lnTo>
                <a:lnTo>
                  <a:pt x="168" y="446"/>
                </a:lnTo>
                <a:lnTo>
                  <a:pt x="167" y="446"/>
                </a:lnTo>
                <a:lnTo>
                  <a:pt x="167" y="445"/>
                </a:lnTo>
                <a:lnTo>
                  <a:pt x="167" y="444"/>
                </a:lnTo>
                <a:lnTo>
                  <a:pt x="167" y="443"/>
                </a:lnTo>
                <a:lnTo>
                  <a:pt x="167" y="442"/>
                </a:lnTo>
                <a:lnTo>
                  <a:pt x="167" y="441"/>
                </a:lnTo>
                <a:lnTo>
                  <a:pt x="166" y="441"/>
                </a:lnTo>
                <a:lnTo>
                  <a:pt x="166" y="440"/>
                </a:lnTo>
                <a:lnTo>
                  <a:pt x="165" y="440"/>
                </a:lnTo>
                <a:lnTo>
                  <a:pt x="164" y="439"/>
                </a:lnTo>
                <a:lnTo>
                  <a:pt x="163" y="439"/>
                </a:lnTo>
                <a:lnTo>
                  <a:pt x="162" y="439"/>
                </a:lnTo>
                <a:lnTo>
                  <a:pt x="161" y="439"/>
                </a:lnTo>
                <a:lnTo>
                  <a:pt x="160" y="438"/>
                </a:lnTo>
                <a:lnTo>
                  <a:pt x="159" y="438"/>
                </a:lnTo>
                <a:lnTo>
                  <a:pt x="159" y="439"/>
                </a:lnTo>
                <a:lnTo>
                  <a:pt x="158" y="439"/>
                </a:lnTo>
                <a:lnTo>
                  <a:pt x="157" y="439"/>
                </a:lnTo>
                <a:lnTo>
                  <a:pt x="157" y="440"/>
                </a:lnTo>
                <a:lnTo>
                  <a:pt x="156" y="440"/>
                </a:lnTo>
                <a:lnTo>
                  <a:pt x="153" y="440"/>
                </a:lnTo>
                <a:lnTo>
                  <a:pt x="152" y="440"/>
                </a:lnTo>
                <a:lnTo>
                  <a:pt x="151" y="440"/>
                </a:lnTo>
                <a:lnTo>
                  <a:pt x="150" y="440"/>
                </a:lnTo>
                <a:lnTo>
                  <a:pt x="150" y="439"/>
                </a:lnTo>
                <a:lnTo>
                  <a:pt x="150" y="438"/>
                </a:lnTo>
                <a:lnTo>
                  <a:pt x="150" y="437"/>
                </a:lnTo>
                <a:lnTo>
                  <a:pt x="150" y="436"/>
                </a:lnTo>
                <a:lnTo>
                  <a:pt x="149" y="436"/>
                </a:lnTo>
                <a:lnTo>
                  <a:pt x="148" y="436"/>
                </a:lnTo>
                <a:lnTo>
                  <a:pt x="148" y="435"/>
                </a:lnTo>
                <a:lnTo>
                  <a:pt x="147" y="435"/>
                </a:lnTo>
                <a:lnTo>
                  <a:pt x="146" y="435"/>
                </a:lnTo>
                <a:lnTo>
                  <a:pt x="146" y="434"/>
                </a:lnTo>
                <a:lnTo>
                  <a:pt x="146" y="433"/>
                </a:lnTo>
                <a:lnTo>
                  <a:pt x="145" y="433"/>
                </a:lnTo>
                <a:lnTo>
                  <a:pt x="144" y="433"/>
                </a:lnTo>
                <a:lnTo>
                  <a:pt x="143" y="433"/>
                </a:lnTo>
                <a:lnTo>
                  <a:pt x="143" y="434"/>
                </a:lnTo>
                <a:lnTo>
                  <a:pt x="142" y="435"/>
                </a:lnTo>
                <a:lnTo>
                  <a:pt x="142" y="436"/>
                </a:lnTo>
                <a:lnTo>
                  <a:pt x="141" y="436"/>
                </a:lnTo>
                <a:lnTo>
                  <a:pt x="141" y="437"/>
                </a:lnTo>
                <a:lnTo>
                  <a:pt x="140" y="437"/>
                </a:lnTo>
                <a:lnTo>
                  <a:pt x="140" y="436"/>
                </a:lnTo>
                <a:lnTo>
                  <a:pt x="139" y="436"/>
                </a:lnTo>
                <a:lnTo>
                  <a:pt x="138" y="436"/>
                </a:lnTo>
                <a:lnTo>
                  <a:pt x="138" y="437"/>
                </a:lnTo>
                <a:lnTo>
                  <a:pt x="138" y="438"/>
                </a:lnTo>
                <a:lnTo>
                  <a:pt x="137" y="438"/>
                </a:lnTo>
                <a:lnTo>
                  <a:pt x="136" y="439"/>
                </a:lnTo>
                <a:lnTo>
                  <a:pt x="135" y="439"/>
                </a:lnTo>
                <a:lnTo>
                  <a:pt x="135" y="440"/>
                </a:lnTo>
                <a:lnTo>
                  <a:pt x="134" y="440"/>
                </a:lnTo>
                <a:lnTo>
                  <a:pt x="134" y="441"/>
                </a:lnTo>
                <a:lnTo>
                  <a:pt x="133" y="441"/>
                </a:lnTo>
                <a:lnTo>
                  <a:pt x="133" y="442"/>
                </a:lnTo>
                <a:lnTo>
                  <a:pt x="133" y="443"/>
                </a:lnTo>
                <a:lnTo>
                  <a:pt x="132" y="444"/>
                </a:lnTo>
                <a:lnTo>
                  <a:pt x="131" y="445"/>
                </a:lnTo>
                <a:lnTo>
                  <a:pt x="130" y="445"/>
                </a:lnTo>
                <a:lnTo>
                  <a:pt x="130" y="446"/>
                </a:lnTo>
                <a:lnTo>
                  <a:pt x="130" y="447"/>
                </a:lnTo>
                <a:lnTo>
                  <a:pt x="130" y="448"/>
                </a:lnTo>
                <a:lnTo>
                  <a:pt x="130" y="449"/>
                </a:lnTo>
                <a:lnTo>
                  <a:pt x="130" y="450"/>
                </a:lnTo>
                <a:lnTo>
                  <a:pt x="129" y="450"/>
                </a:lnTo>
                <a:lnTo>
                  <a:pt x="129" y="451"/>
                </a:lnTo>
                <a:lnTo>
                  <a:pt x="129" y="452"/>
                </a:lnTo>
                <a:lnTo>
                  <a:pt x="129" y="453"/>
                </a:lnTo>
                <a:lnTo>
                  <a:pt x="129" y="454"/>
                </a:lnTo>
                <a:lnTo>
                  <a:pt x="128" y="454"/>
                </a:lnTo>
                <a:lnTo>
                  <a:pt x="128" y="455"/>
                </a:lnTo>
                <a:lnTo>
                  <a:pt x="127" y="455"/>
                </a:lnTo>
                <a:lnTo>
                  <a:pt x="126" y="455"/>
                </a:lnTo>
                <a:lnTo>
                  <a:pt x="126" y="456"/>
                </a:lnTo>
                <a:lnTo>
                  <a:pt x="125" y="456"/>
                </a:lnTo>
                <a:lnTo>
                  <a:pt x="124" y="456"/>
                </a:lnTo>
                <a:lnTo>
                  <a:pt x="123" y="456"/>
                </a:lnTo>
                <a:lnTo>
                  <a:pt x="122" y="457"/>
                </a:lnTo>
                <a:lnTo>
                  <a:pt x="121" y="457"/>
                </a:lnTo>
                <a:lnTo>
                  <a:pt x="120" y="457"/>
                </a:lnTo>
                <a:lnTo>
                  <a:pt x="118" y="457"/>
                </a:lnTo>
                <a:lnTo>
                  <a:pt x="118" y="458"/>
                </a:lnTo>
                <a:lnTo>
                  <a:pt x="117" y="458"/>
                </a:lnTo>
                <a:lnTo>
                  <a:pt x="116" y="459"/>
                </a:lnTo>
                <a:lnTo>
                  <a:pt x="115" y="459"/>
                </a:lnTo>
                <a:lnTo>
                  <a:pt x="115" y="460"/>
                </a:lnTo>
                <a:lnTo>
                  <a:pt x="114" y="460"/>
                </a:lnTo>
                <a:lnTo>
                  <a:pt x="114" y="461"/>
                </a:lnTo>
                <a:lnTo>
                  <a:pt x="114" y="462"/>
                </a:lnTo>
                <a:lnTo>
                  <a:pt x="114" y="463"/>
                </a:lnTo>
                <a:lnTo>
                  <a:pt x="113" y="464"/>
                </a:lnTo>
                <a:lnTo>
                  <a:pt x="112" y="465"/>
                </a:lnTo>
                <a:lnTo>
                  <a:pt x="112" y="466"/>
                </a:lnTo>
                <a:lnTo>
                  <a:pt x="111" y="466"/>
                </a:lnTo>
                <a:lnTo>
                  <a:pt x="110" y="466"/>
                </a:lnTo>
                <a:lnTo>
                  <a:pt x="109" y="466"/>
                </a:lnTo>
                <a:lnTo>
                  <a:pt x="109" y="467"/>
                </a:lnTo>
                <a:lnTo>
                  <a:pt x="108" y="467"/>
                </a:lnTo>
                <a:lnTo>
                  <a:pt x="107" y="467"/>
                </a:lnTo>
                <a:lnTo>
                  <a:pt x="106" y="467"/>
                </a:lnTo>
                <a:lnTo>
                  <a:pt x="105" y="468"/>
                </a:lnTo>
                <a:lnTo>
                  <a:pt x="104" y="469"/>
                </a:lnTo>
                <a:lnTo>
                  <a:pt x="104" y="470"/>
                </a:lnTo>
                <a:lnTo>
                  <a:pt x="103" y="471"/>
                </a:lnTo>
                <a:lnTo>
                  <a:pt x="103" y="472"/>
                </a:lnTo>
                <a:lnTo>
                  <a:pt x="102" y="472"/>
                </a:lnTo>
                <a:lnTo>
                  <a:pt x="101" y="471"/>
                </a:lnTo>
                <a:lnTo>
                  <a:pt x="100" y="471"/>
                </a:lnTo>
                <a:lnTo>
                  <a:pt x="99" y="470"/>
                </a:lnTo>
                <a:lnTo>
                  <a:pt x="99" y="469"/>
                </a:lnTo>
                <a:lnTo>
                  <a:pt x="100" y="469"/>
                </a:lnTo>
                <a:lnTo>
                  <a:pt x="99" y="469"/>
                </a:lnTo>
                <a:lnTo>
                  <a:pt x="99" y="468"/>
                </a:lnTo>
                <a:lnTo>
                  <a:pt x="98" y="468"/>
                </a:lnTo>
                <a:lnTo>
                  <a:pt x="97" y="468"/>
                </a:lnTo>
                <a:lnTo>
                  <a:pt x="96" y="468"/>
                </a:lnTo>
                <a:lnTo>
                  <a:pt x="95" y="467"/>
                </a:lnTo>
                <a:lnTo>
                  <a:pt x="93" y="467"/>
                </a:lnTo>
                <a:lnTo>
                  <a:pt x="92" y="466"/>
                </a:lnTo>
                <a:lnTo>
                  <a:pt x="91" y="464"/>
                </a:lnTo>
                <a:lnTo>
                  <a:pt x="90" y="463"/>
                </a:lnTo>
                <a:lnTo>
                  <a:pt x="90" y="462"/>
                </a:lnTo>
                <a:lnTo>
                  <a:pt x="89" y="462"/>
                </a:lnTo>
                <a:lnTo>
                  <a:pt x="88" y="462"/>
                </a:lnTo>
                <a:lnTo>
                  <a:pt x="87" y="461"/>
                </a:lnTo>
                <a:lnTo>
                  <a:pt x="87" y="460"/>
                </a:lnTo>
                <a:lnTo>
                  <a:pt x="85" y="460"/>
                </a:lnTo>
                <a:lnTo>
                  <a:pt x="84" y="460"/>
                </a:lnTo>
                <a:lnTo>
                  <a:pt x="84" y="459"/>
                </a:lnTo>
                <a:lnTo>
                  <a:pt x="84" y="458"/>
                </a:lnTo>
                <a:lnTo>
                  <a:pt x="85" y="458"/>
                </a:lnTo>
                <a:lnTo>
                  <a:pt x="85" y="457"/>
                </a:lnTo>
                <a:lnTo>
                  <a:pt x="85" y="456"/>
                </a:lnTo>
                <a:lnTo>
                  <a:pt x="85" y="455"/>
                </a:lnTo>
                <a:lnTo>
                  <a:pt x="85" y="454"/>
                </a:lnTo>
                <a:lnTo>
                  <a:pt x="85" y="453"/>
                </a:lnTo>
                <a:lnTo>
                  <a:pt x="85" y="452"/>
                </a:lnTo>
                <a:lnTo>
                  <a:pt x="86" y="451"/>
                </a:lnTo>
                <a:lnTo>
                  <a:pt x="86" y="450"/>
                </a:lnTo>
                <a:lnTo>
                  <a:pt x="87" y="449"/>
                </a:lnTo>
                <a:lnTo>
                  <a:pt x="88" y="448"/>
                </a:lnTo>
                <a:lnTo>
                  <a:pt x="89" y="447"/>
                </a:lnTo>
                <a:lnTo>
                  <a:pt x="89" y="446"/>
                </a:lnTo>
                <a:lnTo>
                  <a:pt x="90" y="444"/>
                </a:lnTo>
                <a:lnTo>
                  <a:pt x="91" y="444"/>
                </a:lnTo>
                <a:lnTo>
                  <a:pt x="91" y="443"/>
                </a:lnTo>
                <a:lnTo>
                  <a:pt x="92" y="443"/>
                </a:lnTo>
                <a:lnTo>
                  <a:pt x="93" y="443"/>
                </a:lnTo>
                <a:lnTo>
                  <a:pt x="93" y="442"/>
                </a:lnTo>
                <a:lnTo>
                  <a:pt x="94" y="442"/>
                </a:lnTo>
                <a:lnTo>
                  <a:pt x="94" y="441"/>
                </a:lnTo>
                <a:lnTo>
                  <a:pt x="95" y="440"/>
                </a:lnTo>
                <a:lnTo>
                  <a:pt x="95" y="439"/>
                </a:lnTo>
                <a:lnTo>
                  <a:pt x="95" y="438"/>
                </a:lnTo>
                <a:lnTo>
                  <a:pt x="96" y="438"/>
                </a:lnTo>
                <a:lnTo>
                  <a:pt x="96" y="437"/>
                </a:lnTo>
                <a:lnTo>
                  <a:pt x="96" y="436"/>
                </a:lnTo>
                <a:lnTo>
                  <a:pt x="97" y="436"/>
                </a:lnTo>
                <a:lnTo>
                  <a:pt x="98" y="435"/>
                </a:lnTo>
                <a:lnTo>
                  <a:pt x="98" y="434"/>
                </a:lnTo>
                <a:lnTo>
                  <a:pt x="99" y="433"/>
                </a:lnTo>
                <a:lnTo>
                  <a:pt x="100" y="433"/>
                </a:lnTo>
                <a:lnTo>
                  <a:pt x="101" y="433"/>
                </a:lnTo>
                <a:lnTo>
                  <a:pt x="101" y="432"/>
                </a:lnTo>
                <a:lnTo>
                  <a:pt x="100" y="432"/>
                </a:lnTo>
                <a:lnTo>
                  <a:pt x="100" y="431"/>
                </a:lnTo>
                <a:lnTo>
                  <a:pt x="100" y="430"/>
                </a:lnTo>
                <a:lnTo>
                  <a:pt x="99" y="429"/>
                </a:lnTo>
                <a:lnTo>
                  <a:pt x="99" y="428"/>
                </a:lnTo>
                <a:lnTo>
                  <a:pt x="98" y="428"/>
                </a:lnTo>
                <a:lnTo>
                  <a:pt x="98" y="427"/>
                </a:lnTo>
                <a:lnTo>
                  <a:pt x="97" y="427"/>
                </a:lnTo>
                <a:lnTo>
                  <a:pt x="95" y="427"/>
                </a:lnTo>
                <a:lnTo>
                  <a:pt x="94" y="427"/>
                </a:lnTo>
                <a:lnTo>
                  <a:pt x="93" y="427"/>
                </a:lnTo>
                <a:lnTo>
                  <a:pt x="92" y="427"/>
                </a:lnTo>
                <a:lnTo>
                  <a:pt x="92" y="426"/>
                </a:lnTo>
                <a:lnTo>
                  <a:pt x="93" y="426"/>
                </a:lnTo>
                <a:lnTo>
                  <a:pt x="94" y="426"/>
                </a:lnTo>
                <a:lnTo>
                  <a:pt x="96" y="426"/>
                </a:lnTo>
                <a:lnTo>
                  <a:pt x="97" y="426"/>
                </a:lnTo>
                <a:lnTo>
                  <a:pt x="97" y="425"/>
                </a:lnTo>
                <a:lnTo>
                  <a:pt x="98" y="425"/>
                </a:lnTo>
                <a:lnTo>
                  <a:pt x="98" y="424"/>
                </a:lnTo>
                <a:lnTo>
                  <a:pt x="98" y="423"/>
                </a:lnTo>
                <a:lnTo>
                  <a:pt x="99" y="422"/>
                </a:lnTo>
                <a:lnTo>
                  <a:pt x="99" y="421"/>
                </a:lnTo>
                <a:lnTo>
                  <a:pt x="99" y="420"/>
                </a:lnTo>
                <a:lnTo>
                  <a:pt x="100" y="419"/>
                </a:lnTo>
                <a:lnTo>
                  <a:pt x="101" y="419"/>
                </a:lnTo>
                <a:lnTo>
                  <a:pt x="101" y="418"/>
                </a:lnTo>
                <a:lnTo>
                  <a:pt x="101" y="417"/>
                </a:lnTo>
                <a:lnTo>
                  <a:pt x="102" y="416"/>
                </a:lnTo>
                <a:lnTo>
                  <a:pt x="102" y="415"/>
                </a:lnTo>
                <a:lnTo>
                  <a:pt x="102" y="414"/>
                </a:lnTo>
                <a:lnTo>
                  <a:pt x="102" y="413"/>
                </a:lnTo>
                <a:lnTo>
                  <a:pt x="101" y="413"/>
                </a:lnTo>
                <a:lnTo>
                  <a:pt x="102" y="413"/>
                </a:lnTo>
                <a:lnTo>
                  <a:pt x="102" y="412"/>
                </a:lnTo>
                <a:lnTo>
                  <a:pt x="103" y="411"/>
                </a:lnTo>
                <a:lnTo>
                  <a:pt x="104" y="411"/>
                </a:lnTo>
                <a:lnTo>
                  <a:pt x="105" y="411"/>
                </a:lnTo>
                <a:lnTo>
                  <a:pt x="106" y="412"/>
                </a:lnTo>
                <a:lnTo>
                  <a:pt x="106" y="413"/>
                </a:lnTo>
                <a:lnTo>
                  <a:pt x="107" y="414"/>
                </a:lnTo>
                <a:lnTo>
                  <a:pt x="108" y="416"/>
                </a:lnTo>
                <a:lnTo>
                  <a:pt x="109" y="416"/>
                </a:lnTo>
                <a:lnTo>
                  <a:pt x="110" y="416"/>
                </a:lnTo>
                <a:lnTo>
                  <a:pt x="110" y="415"/>
                </a:lnTo>
                <a:lnTo>
                  <a:pt x="110" y="414"/>
                </a:lnTo>
                <a:lnTo>
                  <a:pt x="109" y="414"/>
                </a:lnTo>
                <a:lnTo>
                  <a:pt x="109" y="413"/>
                </a:lnTo>
                <a:lnTo>
                  <a:pt x="110" y="412"/>
                </a:lnTo>
                <a:lnTo>
                  <a:pt x="109" y="411"/>
                </a:lnTo>
                <a:lnTo>
                  <a:pt x="109" y="410"/>
                </a:lnTo>
                <a:lnTo>
                  <a:pt x="109" y="409"/>
                </a:lnTo>
                <a:lnTo>
                  <a:pt x="110" y="409"/>
                </a:lnTo>
                <a:lnTo>
                  <a:pt x="111" y="408"/>
                </a:lnTo>
                <a:lnTo>
                  <a:pt x="110" y="407"/>
                </a:lnTo>
                <a:lnTo>
                  <a:pt x="110" y="406"/>
                </a:lnTo>
                <a:lnTo>
                  <a:pt x="110" y="405"/>
                </a:lnTo>
                <a:lnTo>
                  <a:pt x="109" y="406"/>
                </a:lnTo>
                <a:lnTo>
                  <a:pt x="108" y="407"/>
                </a:lnTo>
                <a:lnTo>
                  <a:pt x="108" y="406"/>
                </a:lnTo>
                <a:lnTo>
                  <a:pt x="107" y="406"/>
                </a:lnTo>
                <a:lnTo>
                  <a:pt x="107" y="405"/>
                </a:lnTo>
                <a:lnTo>
                  <a:pt x="106" y="405"/>
                </a:lnTo>
                <a:lnTo>
                  <a:pt x="105" y="404"/>
                </a:lnTo>
                <a:lnTo>
                  <a:pt x="104" y="405"/>
                </a:lnTo>
                <a:lnTo>
                  <a:pt x="104" y="406"/>
                </a:lnTo>
                <a:lnTo>
                  <a:pt x="103" y="405"/>
                </a:lnTo>
                <a:lnTo>
                  <a:pt x="102" y="405"/>
                </a:lnTo>
                <a:lnTo>
                  <a:pt x="102" y="404"/>
                </a:lnTo>
                <a:lnTo>
                  <a:pt x="101" y="404"/>
                </a:lnTo>
                <a:lnTo>
                  <a:pt x="100" y="404"/>
                </a:lnTo>
                <a:lnTo>
                  <a:pt x="100" y="403"/>
                </a:lnTo>
                <a:lnTo>
                  <a:pt x="100" y="402"/>
                </a:lnTo>
                <a:lnTo>
                  <a:pt x="99" y="403"/>
                </a:lnTo>
                <a:lnTo>
                  <a:pt x="99" y="402"/>
                </a:lnTo>
                <a:lnTo>
                  <a:pt x="98" y="402"/>
                </a:lnTo>
                <a:lnTo>
                  <a:pt x="98" y="403"/>
                </a:lnTo>
                <a:lnTo>
                  <a:pt x="97" y="403"/>
                </a:lnTo>
                <a:lnTo>
                  <a:pt x="96" y="404"/>
                </a:lnTo>
                <a:lnTo>
                  <a:pt x="96" y="403"/>
                </a:lnTo>
                <a:lnTo>
                  <a:pt x="95" y="403"/>
                </a:lnTo>
                <a:lnTo>
                  <a:pt x="94" y="403"/>
                </a:lnTo>
                <a:lnTo>
                  <a:pt x="94" y="402"/>
                </a:lnTo>
                <a:lnTo>
                  <a:pt x="95" y="402"/>
                </a:lnTo>
                <a:lnTo>
                  <a:pt x="95" y="401"/>
                </a:lnTo>
                <a:lnTo>
                  <a:pt x="94" y="400"/>
                </a:lnTo>
                <a:lnTo>
                  <a:pt x="95" y="400"/>
                </a:lnTo>
                <a:lnTo>
                  <a:pt x="95" y="399"/>
                </a:lnTo>
                <a:lnTo>
                  <a:pt x="95" y="398"/>
                </a:lnTo>
                <a:lnTo>
                  <a:pt x="94" y="397"/>
                </a:lnTo>
                <a:lnTo>
                  <a:pt x="94" y="396"/>
                </a:lnTo>
                <a:lnTo>
                  <a:pt x="94" y="395"/>
                </a:lnTo>
                <a:lnTo>
                  <a:pt x="92" y="395"/>
                </a:lnTo>
                <a:lnTo>
                  <a:pt x="91" y="395"/>
                </a:lnTo>
                <a:lnTo>
                  <a:pt x="91" y="394"/>
                </a:lnTo>
                <a:lnTo>
                  <a:pt x="90" y="394"/>
                </a:lnTo>
                <a:lnTo>
                  <a:pt x="90" y="393"/>
                </a:lnTo>
                <a:lnTo>
                  <a:pt x="89" y="392"/>
                </a:lnTo>
                <a:lnTo>
                  <a:pt x="88" y="392"/>
                </a:lnTo>
                <a:lnTo>
                  <a:pt x="88" y="391"/>
                </a:lnTo>
                <a:lnTo>
                  <a:pt x="87" y="392"/>
                </a:lnTo>
                <a:lnTo>
                  <a:pt x="86" y="392"/>
                </a:lnTo>
                <a:lnTo>
                  <a:pt x="85" y="392"/>
                </a:lnTo>
                <a:lnTo>
                  <a:pt x="85" y="391"/>
                </a:lnTo>
                <a:lnTo>
                  <a:pt x="85" y="390"/>
                </a:lnTo>
                <a:lnTo>
                  <a:pt x="85" y="389"/>
                </a:lnTo>
                <a:lnTo>
                  <a:pt x="85" y="388"/>
                </a:lnTo>
                <a:lnTo>
                  <a:pt x="85" y="387"/>
                </a:lnTo>
                <a:lnTo>
                  <a:pt x="85" y="386"/>
                </a:lnTo>
                <a:lnTo>
                  <a:pt x="85" y="385"/>
                </a:lnTo>
                <a:lnTo>
                  <a:pt x="86" y="384"/>
                </a:lnTo>
                <a:lnTo>
                  <a:pt x="86" y="383"/>
                </a:lnTo>
                <a:lnTo>
                  <a:pt x="86" y="381"/>
                </a:lnTo>
                <a:lnTo>
                  <a:pt x="86" y="380"/>
                </a:lnTo>
                <a:lnTo>
                  <a:pt x="86" y="379"/>
                </a:lnTo>
                <a:lnTo>
                  <a:pt x="86" y="378"/>
                </a:lnTo>
                <a:lnTo>
                  <a:pt x="85" y="378"/>
                </a:lnTo>
                <a:lnTo>
                  <a:pt x="85" y="379"/>
                </a:lnTo>
                <a:lnTo>
                  <a:pt x="86" y="379"/>
                </a:lnTo>
                <a:lnTo>
                  <a:pt x="86" y="380"/>
                </a:lnTo>
                <a:lnTo>
                  <a:pt x="85" y="380"/>
                </a:lnTo>
                <a:lnTo>
                  <a:pt x="85" y="379"/>
                </a:lnTo>
                <a:lnTo>
                  <a:pt x="84" y="379"/>
                </a:lnTo>
                <a:lnTo>
                  <a:pt x="83" y="379"/>
                </a:lnTo>
                <a:lnTo>
                  <a:pt x="82" y="380"/>
                </a:lnTo>
                <a:lnTo>
                  <a:pt x="82" y="381"/>
                </a:lnTo>
                <a:lnTo>
                  <a:pt x="81" y="381"/>
                </a:lnTo>
                <a:lnTo>
                  <a:pt x="80" y="382"/>
                </a:lnTo>
                <a:lnTo>
                  <a:pt x="79" y="382"/>
                </a:lnTo>
                <a:lnTo>
                  <a:pt x="78" y="382"/>
                </a:lnTo>
                <a:lnTo>
                  <a:pt x="77" y="382"/>
                </a:lnTo>
                <a:lnTo>
                  <a:pt x="77" y="383"/>
                </a:lnTo>
                <a:lnTo>
                  <a:pt x="77" y="384"/>
                </a:lnTo>
                <a:lnTo>
                  <a:pt x="76" y="384"/>
                </a:lnTo>
                <a:lnTo>
                  <a:pt x="75" y="383"/>
                </a:lnTo>
                <a:lnTo>
                  <a:pt x="74" y="382"/>
                </a:lnTo>
                <a:lnTo>
                  <a:pt x="74" y="381"/>
                </a:lnTo>
                <a:lnTo>
                  <a:pt x="75" y="381"/>
                </a:lnTo>
                <a:lnTo>
                  <a:pt x="76" y="380"/>
                </a:lnTo>
                <a:lnTo>
                  <a:pt x="76" y="379"/>
                </a:lnTo>
                <a:lnTo>
                  <a:pt x="75" y="378"/>
                </a:lnTo>
                <a:lnTo>
                  <a:pt x="76" y="378"/>
                </a:lnTo>
                <a:lnTo>
                  <a:pt x="75" y="377"/>
                </a:lnTo>
                <a:lnTo>
                  <a:pt x="76" y="376"/>
                </a:lnTo>
                <a:lnTo>
                  <a:pt x="75" y="375"/>
                </a:lnTo>
                <a:lnTo>
                  <a:pt x="75" y="374"/>
                </a:lnTo>
                <a:lnTo>
                  <a:pt x="75" y="373"/>
                </a:lnTo>
                <a:lnTo>
                  <a:pt x="74" y="373"/>
                </a:lnTo>
                <a:lnTo>
                  <a:pt x="73" y="373"/>
                </a:lnTo>
                <a:lnTo>
                  <a:pt x="73" y="372"/>
                </a:lnTo>
                <a:lnTo>
                  <a:pt x="72" y="372"/>
                </a:lnTo>
                <a:lnTo>
                  <a:pt x="71" y="372"/>
                </a:lnTo>
                <a:lnTo>
                  <a:pt x="71" y="373"/>
                </a:lnTo>
                <a:lnTo>
                  <a:pt x="70" y="373"/>
                </a:lnTo>
                <a:lnTo>
                  <a:pt x="69" y="374"/>
                </a:lnTo>
                <a:lnTo>
                  <a:pt x="69" y="373"/>
                </a:lnTo>
                <a:lnTo>
                  <a:pt x="70" y="373"/>
                </a:lnTo>
                <a:lnTo>
                  <a:pt x="69" y="372"/>
                </a:lnTo>
                <a:lnTo>
                  <a:pt x="69" y="371"/>
                </a:lnTo>
                <a:lnTo>
                  <a:pt x="68" y="371"/>
                </a:lnTo>
                <a:lnTo>
                  <a:pt x="67" y="371"/>
                </a:lnTo>
                <a:lnTo>
                  <a:pt x="66" y="369"/>
                </a:lnTo>
                <a:lnTo>
                  <a:pt x="65" y="369"/>
                </a:lnTo>
                <a:lnTo>
                  <a:pt x="65" y="368"/>
                </a:lnTo>
                <a:lnTo>
                  <a:pt x="65" y="367"/>
                </a:lnTo>
                <a:lnTo>
                  <a:pt x="64" y="366"/>
                </a:lnTo>
                <a:lnTo>
                  <a:pt x="64" y="365"/>
                </a:lnTo>
                <a:lnTo>
                  <a:pt x="65" y="364"/>
                </a:lnTo>
                <a:lnTo>
                  <a:pt x="65" y="362"/>
                </a:lnTo>
                <a:lnTo>
                  <a:pt x="65" y="361"/>
                </a:lnTo>
                <a:lnTo>
                  <a:pt x="65" y="360"/>
                </a:lnTo>
                <a:lnTo>
                  <a:pt x="65" y="359"/>
                </a:lnTo>
                <a:lnTo>
                  <a:pt x="65" y="358"/>
                </a:lnTo>
                <a:lnTo>
                  <a:pt x="66" y="357"/>
                </a:lnTo>
                <a:lnTo>
                  <a:pt x="65" y="356"/>
                </a:lnTo>
                <a:lnTo>
                  <a:pt x="66" y="355"/>
                </a:lnTo>
                <a:lnTo>
                  <a:pt x="66" y="354"/>
                </a:lnTo>
                <a:lnTo>
                  <a:pt x="66" y="355"/>
                </a:lnTo>
                <a:lnTo>
                  <a:pt x="67" y="356"/>
                </a:lnTo>
                <a:lnTo>
                  <a:pt x="68" y="356"/>
                </a:lnTo>
                <a:lnTo>
                  <a:pt x="68" y="357"/>
                </a:lnTo>
                <a:lnTo>
                  <a:pt x="69" y="358"/>
                </a:lnTo>
                <a:lnTo>
                  <a:pt x="70" y="358"/>
                </a:lnTo>
                <a:lnTo>
                  <a:pt x="70" y="357"/>
                </a:lnTo>
                <a:lnTo>
                  <a:pt x="71" y="357"/>
                </a:lnTo>
                <a:lnTo>
                  <a:pt x="71" y="356"/>
                </a:lnTo>
                <a:lnTo>
                  <a:pt x="71" y="355"/>
                </a:lnTo>
                <a:lnTo>
                  <a:pt x="72" y="355"/>
                </a:lnTo>
                <a:lnTo>
                  <a:pt x="72" y="354"/>
                </a:lnTo>
                <a:lnTo>
                  <a:pt x="72" y="355"/>
                </a:lnTo>
                <a:lnTo>
                  <a:pt x="72" y="354"/>
                </a:lnTo>
                <a:lnTo>
                  <a:pt x="72" y="353"/>
                </a:lnTo>
                <a:lnTo>
                  <a:pt x="73" y="352"/>
                </a:lnTo>
                <a:lnTo>
                  <a:pt x="73" y="351"/>
                </a:lnTo>
                <a:lnTo>
                  <a:pt x="73" y="350"/>
                </a:lnTo>
                <a:lnTo>
                  <a:pt x="74" y="350"/>
                </a:lnTo>
                <a:lnTo>
                  <a:pt x="74" y="349"/>
                </a:lnTo>
                <a:lnTo>
                  <a:pt x="75" y="349"/>
                </a:lnTo>
                <a:lnTo>
                  <a:pt x="75" y="348"/>
                </a:lnTo>
                <a:lnTo>
                  <a:pt x="75" y="347"/>
                </a:lnTo>
                <a:lnTo>
                  <a:pt x="74" y="347"/>
                </a:lnTo>
                <a:lnTo>
                  <a:pt x="74" y="346"/>
                </a:lnTo>
                <a:lnTo>
                  <a:pt x="75" y="346"/>
                </a:lnTo>
                <a:lnTo>
                  <a:pt x="75" y="345"/>
                </a:lnTo>
                <a:lnTo>
                  <a:pt x="75" y="344"/>
                </a:lnTo>
                <a:lnTo>
                  <a:pt x="76" y="344"/>
                </a:lnTo>
                <a:lnTo>
                  <a:pt x="76" y="343"/>
                </a:lnTo>
                <a:lnTo>
                  <a:pt x="76" y="342"/>
                </a:lnTo>
                <a:lnTo>
                  <a:pt x="75" y="342"/>
                </a:lnTo>
                <a:lnTo>
                  <a:pt x="76" y="342"/>
                </a:lnTo>
                <a:lnTo>
                  <a:pt x="75" y="341"/>
                </a:lnTo>
                <a:lnTo>
                  <a:pt x="74" y="341"/>
                </a:lnTo>
                <a:lnTo>
                  <a:pt x="74" y="340"/>
                </a:lnTo>
                <a:lnTo>
                  <a:pt x="74" y="339"/>
                </a:lnTo>
                <a:lnTo>
                  <a:pt x="74" y="338"/>
                </a:lnTo>
                <a:lnTo>
                  <a:pt x="75" y="338"/>
                </a:lnTo>
                <a:lnTo>
                  <a:pt x="76" y="338"/>
                </a:lnTo>
                <a:lnTo>
                  <a:pt x="76" y="337"/>
                </a:lnTo>
                <a:lnTo>
                  <a:pt x="77" y="336"/>
                </a:lnTo>
                <a:lnTo>
                  <a:pt x="76" y="336"/>
                </a:lnTo>
                <a:lnTo>
                  <a:pt x="76" y="335"/>
                </a:lnTo>
                <a:lnTo>
                  <a:pt x="76" y="334"/>
                </a:lnTo>
                <a:lnTo>
                  <a:pt x="77" y="334"/>
                </a:lnTo>
                <a:lnTo>
                  <a:pt x="77" y="333"/>
                </a:lnTo>
                <a:lnTo>
                  <a:pt x="77" y="334"/>
                </a:lnTo>
                <a:lnTo>
                  <a:pt x="77" y="333"/>
                </a:lnTo>
                <a:lnTo>
                  <a:pt x="78" y="333"/>
                </a:lnTo>
                <a:lnTo>
                  <a:pt x="78" y="332"/>
                </a:lnTo>
                <a:lnTo>
                  <a:pt x="78" y="331"/>
                </a:lnTo>
                <a:lnTo>
                  <a:pt x="78" y="330"/>
                </a:lnTo>
                <a:lnTo>
                  <a:pt x="78" y="329"/>
                </a:lnTo>
                <a:lnTo>
                  <a:pt x="79" y="329"/>
                </a:lnTo>
                <a:lnTo>
                  <a:pt x="78" y="329"/>
                </a:lnTo>
                <a:lnTo>
                  <a:pt x="78" y="328"/>
                </a:lnTo>
                <a:lnTo>
                  <a:pt x="78" y="327"/>
                </a:lnTo>
                <a:lnTo>
                  <a:pt x="79" y="327"/>
                </a:lnTo>
                <a:lnTo>
                  <a:pt x="79" y="325"/>
                </a:lnTo>
                <a:lnTo>
                  <a:pt x="78" y="324"/>
                </a:lnTo>
                <a:lnTo>
                  <a:pt x="77" y="323"/>
                </a:lnTo>
                <a:lnTo>
                  <a:pt x="77" y="322"/>
                </a:lnTo>
                <a:lnTo>
                  <a:pt x="78" y="321"/>
                </a:lnTo>
                <a:lnTo>
                  <a:pt x="79" y="321"/>
                </a:lnTo>
                <a:lnTo>
                  <a:pt x="79" y="322"/>
                </a:lnTo>
                <a:lnTo>
                  <a:pt x="80" y="323"/>
                </a:lnTo>
                <a:lnTo>
                  <a:pt x="81" y="323"/>
                </a:lnTo>
                <a:lnTo>
                  <a:pt x="82" y="323"/>
                </a:lnTo>
                <a:lnTo>
                  <a:pt x="82" y="322"/>
                </a:lnTo>
                <a:lnTo>
                  <a:pt x="83" y="322"/>
                </a:lnTo>
                <a:lnTo>
                  <a:pt x="83" y="321"/>
                </a:lnTo>
                <a:lnTo>
                  <a:pt x="84" y="320"/>
                </a:lnTo>
                <a:lnTo>
                  <a:pt x="84" y="319"/>
                </a:lnTo>
                <a:lnTo>
                  <a:pt x="84" y="318"/>
                </a:lnTo>
                <a:lnTo>
                  <a:pt x="83" y="317"/>
                </a:lnTo>
                <a:lnTo>
                  <a:pt x="83" y="314"/>
                </a:lnTo>
                <a:lnTo>
                  <a:pt x="83" y="313"/>
                </a:lnTo>
                <a:lnTo>
                  <a:pt x="84" y="313"/>
                </a:lnTo>
                <a:lnTo>
                  <a:pt x="84" y="312"/>
                </a:lnTo>
                <a:lnTo>
                  <a:pt x="84" y="311"/>
                </a:lnTo>
                <a:lnTo>
                  <a:pt x="85" y="311"/>
                </a:lnTo>
                <a:lnTo>
                  <a:pt x="85" y="310"/>
                </a:lnTo>
                <a:lnTo>
                  <a:pt x="85" y="309"/>
                </a:lnTo>
                <a:lnTo>
                  <a:pt x="85" y="308"/>
                </a:lnTo>
                <a:lnTo>
                  <a:pt x="86" y="308"/>
                </a:lnTo>
                <a:lnTo>
                  <a:pt x="86" y="307"/>
                </a:lnTo>
                <a:lnTo>
                  <a:pt x="85" y="306"/>
                </a:lnTo>
                <a:lnTo>
                  <a:pt x="85" y="305"/>
                </a:lnTo>
                <a:lnTo>
                  <a:pt x="85" y="304"/>
                </a:lnTo>
                <a:lnTo>
                  <a:pt x="86" y="304"/>
                </a:lnTo>
                <a:lnTo>
                  <a:pt x="86" y="302"/>
                </a:lnTo>
                <a:lnTo>
                  <a:pt x="87" y="302"/>
                </a:lnTo>
                <a:lnTo>
                  <a:pt x="88" y="301"/>
                </a:lnTo>
                <a:lnTo>
                  <a:pt x="88" y="300"/>
                </a:lnTo>
                <a:lnTo>
                  <a:pt x="89" y="300"/>
                </a:lnTo>
                <a:lnTo>
                  <a:pt x="89" y="299"/>
                </a:lnTo>
                <a:lnTo>
                  <a:pt x="90" y="298"/>
                </a:lnTo>
                <a:lnTo>
                  <a:pt x="90" y="297"/>
                </a:lnTo>
                <a:lnTo>
                  <a:pt x="91" y="297"/>
                </a:lnTo>
                <a:lnTo>
                  <a:pt x="92" y="297"/>
                </a:lnTo>
                <a:lnTo>
                  <a:pt x="93" y="297"/>
                </a:lnTo>
                <a:lnTo>
                  <a:pt x="95" y="296"/>
                </a:lnTo>
                <a:lnTo>
                  <a:pt x="96" y="296"/>
                </a:lnTo>
                <a:lnTo>
                  <a:pt x="96" y="295"/>
                </a:lnTo>
                <a:lnTo>
                  <a:pt x="96" y="294"/>
                </a:lnTo>
                <a:lnTo>
                  <a:pt x="96" y="293"/>
                </a:lnTo>
                <a:lnTo>
                  <a:pt x="97" y="293"/>
                </a:lnTo>
                <a:lnTo>
                  <a:pt x="98" y="293"/>
                </a:lnTo>
                <a:lnTo>
                  <a:pt x="98" y="292"/>
                </a:lnTo>
                <a:lnTo>
                  <a:pt x="98" y="291"/>
                </a:lnTo>
                <a:lnTo>
                  <a:pt x="97" y="291"/>
                </a:lnTo>
                <a:lnTo>
                  <a:pt x="96" y="290"/>
                </a:lnTo>
                <a:lnTo>
                  <a:pt x="96" y="289"/>
                </a:lnTo>
                <a:lnTo>
                  <a:pt x="96" y="288"/>
                </a:lnTo>
                <a:lnTo>
                  <a:pt x="96" y="287"/>
                </a:lnTo>
                <a:lnTo>
                  <a:pt x="96" y="286"/>
                </a:lnTo>
                <a:lnTo>
                  <a:pt x="95" y="285"/>
                </a:lnTo>
                <a:lnTo>
                  <a:pt x="94" y="285"/>
                </a:lnTo>
                <a:lnTo>
                  <a:pt x="93" y="284"/>
                </a:lnTo>
                <a:lnTo>
                  <a:pt x="93" y="283"/>
                </a:lnTo>
                <a:lnTo>
                  <a:pt x="94" y="282"/>
                </a:lnTo>
                <a:lnTo>
                  <a:pt x="94" y="281"/>
                </a:lnTo>
                <a:lnTo>
                  <a:pt x="93" y="280"/>
                </a:lnTo>
                <a:lnTo>
                  <a:pt x="92" y="279"/>
                </a:lnTo>
                <a:lnTo>
                  <a:pt x="92" y="278"/>
                </a:lnTo>
                <a:lnTo>
                  <a:pt x="91" y="278"/>
                </a:lnTo>
                <a:lnTo>
                  <a:pt x="91" y="277"/>
                </a:lnTo>
                <a:lnTo>
                  <a:pt x="90" y="277"/>
                </a:lnTo>
                <a:lnTo>
                  <a:pt x="89" y="276"/>
                </a:lnTo>
                <a:lnTo>
                  <a:pt x="88" y="276"/>
                </a:lnTo>
                <a:lnTo>
                  <a:pt x="88" y="275"/>
                </a:lnTo>
                <a:lnTo>
                  <a:pt x="88" y="274"/>
                </a:lnTo>
                <a:lnTo>
                  <a:pt x="89" y="273"/>
                </a:lnTo>
                <a:lnTo>
                  <a:pt x="89" y="272"/>
                </a:lnTo>
                <a:lnTo>
                  <a:pt x="88" y="272"/>
                </a:lnTo>
                <a:lnTo>
                  <a:pt x="88" y="271"/>
                </a:lnTo>
                <a:lnTo>
                  <a:pt x="87" y="270"/>
                </a:lnTo>
                <a:lnTo>
                  <a:pt x="86" y="270"/>
                </a:lnTo>
                <a:lnTo>
                  <a:pt x="85" y="270"/>
                </a:lnTo>
                <a:lnTo>
                  <a:pt x="84" y="270"/>
                </a:lnTo>
                <a:lnTo>
                  <a:pt x="82" y="270"/>
                </a:lnTo>
                <a:lnTo>
                  <a:pt x="81" y="270"/>
                </a:lnTo>
                <a:lnTo>
                  <a:pt x="80" y="271"/>
                </a:lnTo>
                <a:lnTo>
                  <a:pt x="79" y="270"/>
                </a:lnTo>
                <a:lnTo>
                  <a:pt x="78" y="269"/>
                </a:lnTo>
                <a:lnTo>
                  <a:pt x="78" y="268"/>
                </a:lnTo>
                <a:lnTo>
                  <a:pt x="78" y="266"/>
                </a:lnTo>
                <a:lnTo>
                  <a:pt x="78" y="265"/>
                </a:lnTo>
                <a:lnTo>
                  <a:pt x="78" y="264"/>
                </a:lnTo>
                <a:lnTo>
                  <a:pt x="78" y="263"/>
                </a:lnTo>
                <a:lnTo>
                  <a:pt x="77" y="262"/>
                </a:lnTo>
                <a:lnTo>
                  <a:pt x="76" y="262"/>
                </a:lnTo>
                <a:lnTo>
                  <a:pt x="76" y="261"/>
                </a:lnTo>
                <a:lnTo>
                  <a:pt x="76" y="260"/>
                </a:lnTo>
                <a:lnTo>
                  <a:pt x="75" y="259"/>
                </a:lnTo>
                <a:lnTo>
                  <a:pt x="74" y="258"/>
                </a:lnTo>
                <a:lnTo>
                  <a:pt x="74" y="257"/>
                </a:lnTo>
                <a:lnTo>
                  <a:pt x="74" y="258"/>
                </a:lnTo>
                <a:lnTo>
                  <a:pt x="73" y="257"/>
                </a:lnTo>
                <a:lnTo>
                  <a:pt x="73" y="258"/>
                </a:lnTo>
                <a:lnTo>
                  <a:pt x="72" y="258"/>
                </a:lnTo>
                <a:lnTo>
                  <a:pt x="72" y="260"/>
                </a:lnTo>
                <a:lnTo>
                  <a:pt x="72" y="261"/>
                </a:lnTo>
                <a:lnTo>
                  <a:pt x="71" y="262"/>
                </a:lnTo>
                <a:lnTo>
                  <a:pt x="71" y="263"/>
                </a:lnTo>
                <a:lnTo>
                  <a:pt x="71" y="264"/>
                </a:lnTo>
                <a:lnTo>
                  <a:pt x="70" y="264"/>
                </a:lnTo>
                <a:lnTo>
                  <a:pt x="69" y="264"/>
                </a:lnTo>
                <a:lnTo>
                  <a:pt x="69" y="265"/>
                </a:lnTo>
                <a:lnTo>
                  <a:pt x="69" y="266"/>
                </a:lnTo>
                <a:lnTo>
                  <a:pt x="68" y="267"/>
                </a:lnTo>
                <a:lnTo>
                  <a:pt x="67" y="267"/>
                </a:lnTo>
                <a:lnTo>
                  <a:pt x="66" y="267"/>
                </a:lnTo>
                <a:lnTo>
                  <a:pt x="65" y="267"/>
                </a:lnTo>
                <a:lnTo>
                  <a:pt x="65" y="268"/>
                </a:lnTo>
                <a:lnTo>
                  <a:pt x="64" y="268"/>
                </a:lnTo>
                <a:lnTo>
                  <a:pt x="64" y="267"/>
                </a:lnTo>
                <a:lnTo>
                  <a:pt x="64" y="266"/>
                </a:lnTo>
                <a:lnTo>
                  <a:pt x="63" y="266"/>
                </a:lnTo>
                <a:lnTo>
                  <a:pt x="62" y="265"/>
                </a:lnTo>
                <a:lnTo>
                  <a:pt x="61" y="265"/>
                </a:lnTo>
                <a:lnTo>
                  <a:pt x="61" y="266"/>
                </a:lnTo>
                <a:lnTo>
                  <a:pt x="61" y="267"/>
                </a:lnTo>
                <a:lnTo>
                  <a:pt x="60" y="267"/>
                </a:lnTo>
                <a:lnTo>
                  <a:pt x="59" y="267"/>
                </a:lnTo>
                <a:lnTo>
                  <a:pt x="59" y="266"/>
                </a:lnTo>
                <a:lnTo>
                  <a:pt x="58" y="266"/>
                </a:lnTo>
                <a:lnTo>
                  <a:pt x="57" y="266"/>
                </a:lnTo>
                <a:lnTo>
                  <a:pt x="57" y="267"/>
                </a:lnTo>
                <a:lnTo>
                  <a:pt x="56" y="266"/>
                </a:lnTo>
                <a:lnTo>
                  <a:pt x="55" y="266"/>
                </a:lnTo>
                <a:lnTo>
                  <a:pt x="54" y="266"/>
                </a:lnTo>
                <a:lnTo>
                  <a:pt x="54" y="265"/>
                </a:lnTo>
                <a:lnTo>
                  <a:pt x="53" y="265"/>
                </a:lnTo>
                <a:lnTo>
                  <a:pt x="52" y="265"/>
                </a:lnTo>
                <a:lnTo>
                  <a:pt x="51" y="264"/>
                </a:lnTo>
                <a:lnTo>
                  <a:pt x="50" y="264"/>
                </a:lnTo>
                <a:lnTo>
                  <a:pt x="49" y="265"/>
                </a:lnTo>
                <a:lnTo>
                  <a:pt x="48" y="264"/>
                </a:lnTo>
                <a:lnTo>
                  <a:pt x="47" y="265"/>
                </a:lnTo>
                <a:lnTo>
                  <a:pt x="46" y="266"/>
                </a:lnTo>
                <a:lnTo>
                  <a:pt x="46" y="267"/>
                </a:lnTo>
                <a:lnTo>
                  <a:pt x="46" y="268"/>
                </a:lnTo>
                <a:lnTo>
                  <a:pt x="45" y="268"/>
                </a:lnTo>
                <a:lnTo>
                  <a:pt x="45" y="269"/>
                </a:lnTo>
                <a:lnTo>
                  <a:pt x="44" y="270"/>
                </a:lnTo>
                <a:lnTo>
                  <a:pt x="44" y="271"/>
                </a:lnTo>
                <a:lnTo>
                  <a:pt x="43" y="271"/>
                </a:lnTo>
                <a:lnTo>
                  <a:pt x="42" y="271"/>
                </a:lnTo>
                <a:lnTo>
                  <a:pt x="42" y="273"/>
                </a:lnTo>
                <a:lnTo>
                  <a:pt x="42" y="274"/>
                </a:lnTo>
                <a:lnTo>
                  <a:pt x="43" y="275"/>
                </a:lnTo>
                <a:lnTo>
                  <a:pt x="43" y="276"/>
                </a:lnTo>
                <a:lnTo>
                  <a:pt x="43" y="277"/>
                </a:lnTo>
                <a:lnTo>
                  <a:pt x="42" y="277"/>
                </a:lnTo>
                <a:lnTo>
                  <a:pt x="42" y="278"/>
                </a:lnTo>
                <a:lnTo>
                  <a:pt x="41" y="278"/>
                </a:lnTo>
                <a:lnTo>
                  <a:pt x="41" y="279"/>
                </a:lnTo>
                <a:lnTo>
                  <a:pt x="41" y="278"/>
                </a:lnTo>
                <a:lnTo>
                  <a:pt x="40" y="278"/>
                </a:lnTo>
                <a:lnTo>
                  <a:pt x="39" y="278"/>
                </a:lnTo>
                <a:lnTo>
                  <a:pt x="39" y="277"/>
                </a:lnTo>
                <a:lnTo>
                  <a:pt x="39" y="278"/>
                </a:lnTo>
                <a:lnTo>
                  <a:pt x="38" y="278"/>
                </a:lnTo>
                <a:lnTo>
                  <a:pt x="37" y="278"/>
                </a:lnTo>
                <a:lnTo>
                  <a:pt x="37" y="277"/>
                </a:lnTo>
                <a:lnTo>
                  <a:pt x="36" y="277"/>
                </a:lnTo>
                <a:lnTo>
                  <a:pt x="35" y="277"/>
                </a:lnTo>
                <a:lnTo>
                  <a:pt x="34" y="277"/>
                </a:lnTo>
                <a:lnTo>
                  <a:pt x="33" y="277"/>
                </a:lnTo>
                <a:lnTo>
                  <a:pt x="32" y="277"/>
                </a:lnTo>
                <a:lnTo>
                  <a:pt x="31" y="277"/>
                </a:lnTo>
                <a:lnTo>
                  <a:pt x="30" y="277"/>
                </a:lnTo>
                <a:lnTo>
                  <a:pt x="29" y="278"/>
                </a:lnTo>
                <a:lnTo>
                  <a:pt x="28" y="278"/>
                </a:lnTo>
                <a:lnTo>
                  <a:pt x="27" y="277"/>
                </a:lnTo>
                <a:lnTo>
                  <a:pt x="25" y="277"/>
                </a:lnTo>
                <a:lnTo>
                  <a:pt x="25" y="278"/>
                </a:lnTo>
                <a:lnTo>
                  <a:pt x="24" y="278"/>
                </a:lnTo>
                <a:lnTo>
                  <a:pt x="24" y="277"/>
                </a:lnTo>
                <a:lnTo>
                  <a:pt x="23" y="277"/>
                </a:lnTo>
                <a:lnTo>
                  <a:pt x="23" y="276"/>
                </a:lnTo>
                <a:lnTo>
                  <a:pt x="22" y="276"/>
                </a:lnTo>
                <a:lnTo>
                  <a:pt x="21" y="276"/>
                </a:lnTo>
                <a:lnTo>
                  <a:pt x="20" y="276"/>
                </a:lnTo>
                <a:lnTo>
                  <a:pt x="20" y="275"/>
                </a:lnTo>
                <a:lnTo>
                  <a:pt x="19" y="275"/>
                </a:lnTo>
                <a:lnTo>
                  <a:pt x="19" y="274"/>
                </a:lnTo>
                <a:lnTo>
                  <a:pt x="20" y="274"/>
                </a:lnTo>
                <a:lnTo>
                  <a:pt x="19" y="273"/>
                </a:lnTo>
                <a:lnTo>
                  <a:pt x="18" y="272"/>
                </a:lnTo>
                <a:lnTo>
                  <a:pt x="17" y="272"/>
                </a:lnTo>
                <a:lnTo>
                  <a:pt x="16" y="271"/>
                </a:lnTo>
                <a:lnTo>
                  <a:pt x="15" y="271"/>
                </a:lnTo>
                <a:lnTo>
                  <a:pt x="15" y="270"/>
                </a:lnTo>
                <a:lnTo>
                  <a:pt x="16" y="269"/>
                </a:lnTo>
                <a:lnTo>
                  <a:pt x="15" y="268"/>
                </a:lnTo>
                <a:lnTo>
                  <a:pt x="15" y="267"/>
                </a:lnTo>
                <a:lnTo>
                  <a:pt x="14" y="267"/>
                </a:lnTo>
                <a:lnTo>
                  <a:pt x="14" y="266"/>
                </a:lnTo>
                <a:lnTo>
                  <a:pt x="14" y="265"/>
                </a:lnTo>
                <a:lnTo>
                  <a:pt x="15" y="264"/>
                </a:lnTo>
                <a:lnTo>
                  <a:pt x="15" y="263"/>
                </a:lnTo>
                <a:lnTo>
                  <a:pt x="15" y="262"/>
                </a:lnTo>
                <a:lnTo>
                  <a:pt x="15" y="260"/>
                </a:lnTo>
                <a:lnTo>
                  <a:pt x="15" y="259"/>
                </a:lnTo>
                <a:lnTo>
                  <a:pt x="15" y="258"/>
                </a:lnTo>
                <a:lnTo>
                  <a:pt x="16" y="257"/>
                </a:lnTo>
                <a:lnTo>
                  <a:pt x="16" y="256"/>
                </a:lnTo>
                <a:lnTo>
                  <a:pt x="15" y="255"/>
                </a:lnTo>
                <a:lnTo>
                  <a:pt x="14" y="255"/>
                </a:lnTo>
                <a:lnTo>
                  <a:pt x="14" y="256"/>
                </a:lnTo>
                <a:lnTo>
                  <a:pt x="13" y="256"/>
                </a:lnTo>
                <a:lnTo>
                  <a:pt x="13" y="255"/>
                </a:lnTo>
                <a:lnTo>
                  <a:pt x="12" y="255"/>
                </a:lnTo>
                <a:lnTo>
                  <a:pt x="12" y="254"/>
                </a:lnTo>
                <a:lnTo>
                  <a:pt x="11" y="254"/>
                </a:lnTo>
                <a:lnTo>
                  <a:pt x="11" y="253"/>
                </a:lnTo>
                <a:lnTo>
                  <a:pt x="11" y="252"/>
                </a:lnTo>
                <a:lnTo>
                  <a:pt x="11" y="251"/>
                </a:lnTo>
                <a:lnTo>
                  <a:pt x="11" y="250"/>
                </a:lnTo>
                <a:lnTo>
                  <a:pt x="10" y="250"/>
                </a:lnTo>
                <a:lnTo>
                  <a:pt x="10" y="249"/>
                </a:lnTo>
                <a:lnTo>
                  <a:pt x="10" y="248"/>
                </a:lnTo>
                <a:lnTo>
                  <a:pt x="10" y="247"/>
                </a:lnTo>
                <a:lnTo>
                  <a:pt x="10" y="245"/>
                </a:lnTo>
                <a:lnTo>
                  <a:pt x="11" y="245"/>
                </a:lnTo>
                <a:lnTo>
                  <a:pt x="11" y="244"/>
                </a:lnTo>
                <a:lnTo>
                  <a:pt x="11" y="243"/>
                </a:lnTo>
                <a:lnTo>
                  <a:pt x="12" y="243"/>
                </a:lnTo>
                <a:lnTo>
                  <a:pt x="13" y="243"/>
                </a:lnTo>
                <a:lnTo>
                  <a:pt x="14" y="242"/>
                </a:lnTo>
                <a:lnTo>
                  <a:pt x="15" y="242"/>
                </a:lnTo>
                <a:lnTo>
                  <a:pt x="16" y="242"/>
                </a:lnTo>
                <a:lnTo>
                  <a:pt x="16" y="241"/>
                </a:lnTo>
                <a:lnTo>
                  <a:pt x="16" y="240"/>
                </a:lnTo>
                <a:lnTo>
                  <a:pt x="15" y="239"/>
                </a:lnTo>
                <a:lnTo>
                  <a:pt x="15" y="238"/>
                </a:lnTo>
                <a:lnTo>
                  <a:pt x="15" y="237"/>
                </a:lnTo>
                <a:lnTo>
                  <a:pt x="15" y="236"/>
                </a:lnTo>
                <a:lnTo>
                  <a:pt x="16" y="236"/>
                </a:lnTo>
                <a:lnTo>
                  <a:pt x="16" y="235"/>
                </a:lnTo>
                <a:lnTo>
                  <a:pt x="16" y="234"/>
                </a:lnTo>
                <a:lnTo>
                  <a:pt x="16" y="233"/>
                </a:lnTo>
                <a:lnTo>
                  <a:pt x="15" y="232"/>
                </a:lnTo>
                <a:lnTo>
                  <a:pt x="14" y="232"/>
                </a:lnTo>
                <a:lnTo>
                  <a:pt x="14" y="231"/>
                </a:lnTo>
                <a:lnTo>
                  <a:pt x="14" y="230"/>
                </a:lnTo>
                <a:lnTo>
                  <a:pt x="13" y="229"/>
                </a:lnTo>
                <a:lnTo>
                  <a:pt x="13" y="228"/>
                </a:lnTo>
                <a:lnTo>
                  <a:pt x="12" y="227"/>
                </a:lnTo>
                <a:lnTo>
                  <a:pt x="12" y="226"/>
                </a:lnTo>
                <a:lnTo>
                  <a:pt x="12" y="225"/>
                </a:lnTo>
                <a:lnTo>
                  <a:pt x="11" y="225"/>
                </a:lnTo>
                <a:lnTo>
                  <a:pt x="11" y="224"/>
                </a:lnTo>
                <a:lnTo>
                  <a:pt x="10" y="224"/>
                </a:lnTo>
                <a:lnTo>
                  <a:pt x="10" y="223"/>
                </a:lnTo>
                <a:lnTo>
                  <a:pt x="9" y="223"/>
                </a:lnTo>
                <a:lnTo>
                  <a:pt x="8" y="223"/>
                </a:lnTo>
                <a:lnTo>
                  <a:pt x="7" y="223"/>
                </a:lnTo>
                <a:lnTo>
                  <a:pt x="6" y="224"/>
                </a:lnTo>
                <a:lnTo>
                  <a:pt x="5" y="225"/>
                </a:lnTo>
                <a:lnTo>
                  <a:pt x="5" y="226"/>
                </a:lnTo>
                <a:lnTo>
                  <a:pt x="4" y="226"/>
                </a:lnTo>
                <a:lnTo>
                  <a:pt x="3" y="227"/>
                </a:lnTo>
                <a:lnTo>
                  <a:pt x="2" y="227"/>
                </a:lnTo>
                <a:lnTo>
                  <a:pt x="1" y="227"/>
                </a:lnTo>
                <a:lnTo>
                  <a:pt x="2" y="227"/>
                </a:lnTo>
                <a:lnTo>
                  <a:pt x="2" y="226"/>
                </a:lnTo>
                <a:lnTo>
                  <a:pt x="3" y="226"/>
                </a:lnTo>
                <a:lnTo>
                  <a:pt x="3" y="225"/>
                </a:lnTo>
                <a:lnTo>
                  <a:pt x="2" y="224"/>
                </a:lnTo>
                <a:lnTo>
                  <a:pt x="1" y="223"/>
                </a:lnTo>
                <a:lnTo>
                  <a:pt x="1" y="222"/>
                </a:lnTo>
                <a:lnTo>
                  <a:pt x="0" y="222"/>
                </a:lnTo>
                <a:lnTo>
                  <a:pt x="0" y="221"/>
                </a:lnTo>
                <a:lnTo>
                  <a:pt x="1" y="221"/>
                </a:lnTo>
                <a:lnTo>
                  <a:pt x="1" y="220"/>
                </a:lnTo>
                <a:lnTo>
                  <a:pt x="2" y="220"/>
                </a:lnTo>
                <a:lnTo>
                  <a:pt x="3" y="221"/>
                </a:lnTo>
                <a:lnTo>
                  <a:pt x="4" y="221"/>
                </a:lnTo>
                <a:lnTo>
                  <a:pt x="5" y="221"/>
                </a:lnTo>
                <a:lnTo>
                  <a:pt x="4" y="221"/>
                </a:lnTo>
                <a:lnTo>
                  <a:pt x="5" y="221"/>
                </a:lnTo>
                <a:lnTo>
                  <a:pt x="6" y="221"/>
                </a:lnTo>
                <a:lnTo>
                  <a:pt x="6" y="220"/>
                </a:lnTo>
                <a:lnTo>
                  <a:pt x="5" y="219"/>
                </a:lnTo>
                <a:lnTo>
                  <a:pt x="5" y="218"/>
                </a:lnTo>
                <a:lnTo>
                  <a:pt x="5" y="219"/>
                </a:lnTo>
                <a:lnTo>
                  <a:pt x="4" y="219"/>
                </a:lnTo>
                <a:lnTo>
                  <a:pt x="3" y="219"/>
                </a:lnTo>
                <a:lnTo>
                  <a:pt x="3" y="218"/>
                </a:lnTo>
                <a:lnTo>
                  <a:pt x="2" y="218"/>
                </a:lnTo>
                <a:lnTo>
                  <a:pt x="2" y="217"/>
                </a:lnTo>
                <a:lnTo>
                  <a:pt x="3" y="216"/>
                </a:lnTo>
                <a:lnTo>
                  <a:pt x="4" y="216"/>
                </a:lnTo>
                <a:lnTo>
                  <a:pt x="4" y="215"/>
                </a:lnTo>
                <a:lnTo>
                  <a:pt x="4" y="216"/>
                </a:lnTo>
                <a:lnTo>
                  <a:pt x="4" y="215"/>
                </a:lnTo>
                <a:lnTo>
                  <a:pt x="5" y="215"/>
                </a:lnTo>
                <a:lnTo>
                  <a:pt x="6" y="215"/>
                </a:lnTo>
                <a:lnTo>
                  <a:pt x="7" y="215"/>
                </a:lnTo>
                <a:lnTo>
                  <a:pt x="7" y="214"/>
                </a:lnTo>
                <a:lnTo>
                  <a:pt x="7" y="215"/>
                </a:lnTo>
                <a:lnTo>
                  <a:pt x="7" y="214"/>
                </a:lnTo>
                <a:lnTo>
                  <a:pt x="8" y="215"/>
                </a:lnTo>
                <a:lnTo>
                  <a:pt x="9" y="215"/>
                </a:lnTo>
                <a:lnTo>
                  <a:pt x="9" y="214"/>
                </a:lnTo>
                <a:lnTo>
                  <a:pt x="10" y="214"/>
                </a:lnTo>
                <a:lnTo>
                  <a:pt x="10" y="213"/>
                </a:lnTo>
                <a:lnTo>
                  <a:pt x="10" y="212"/>
                </a:lnTo>
                <a:lnTo>
                  <a:pt x="10" y="211"/>
                </a:lnTo>
                <a:lnTo>
                  <a:pt x="10" y="212"/>
                </a:lnTo>
                <a:lnTo>
                  <a:pt x="11" y="212"/>
                </a:lnTo>
                <a:lnTo>
                  <a:pt x="11" y="211"/>
                </a:lnTo>
                <a:lnTo>
                  <a:pt x="11" y="210"/>
                </a:lnTo>
                <a:lnTo>
                  <a:pt x="12" y="210"/>
                </a:lnTo>
                <a:lnTo>
                  <a:pt x="12" y="209"/>
                </a:lnTo>
                <a:lnTo>
                  <a:pt x="13" y="209"/>
                </a:lnTo>
                <a:lnTo>
                  <a:pt x="13" y="208"/>
                </a:lnTo>
                <a:lnTo>
                  <a:pt x="14" y="208"/>
                </a:lnTo>
                <a:lnTo>
                  <a:pt x="14" y="206"/>
                </a:lnTo>
                <a:lnTo>
                  <a:pt x="15" y="206"/>
                </a:lnTo>
                <a:lnTo>
                  <a:pt x="15" y="205"/>
                </a:lnTo>
                <a:lnTo>
                  <a:pt x="16" y="205"/>
                </a:lnTo>
                <a:lnTo>
                  <a:pt x="16" y="204"/>
                </a:lnTo>
                <a:lnTo>
                  <a:pt x="17" y="204"/>
                </a:lnTo>
                <a:lnTo>
                  <a:pt x="17" y="203"/>
                </a:lnTo>
                <a:lnTo>
                  <a:pt x="18" y="203"/>
                </a:lnTo>
                <a:lnTo>
                  <a:pt x="17" y="203"/>
                </a:lnTo>
                <a:lnTo>
                  <a:pt x="17" y="202"/>
                </a:lnTo>
                <a:lnTo>
                  <a:pt x="18" y="202"/>
                </a:lnTo>
                <a:lnTo>
                  <a:pt x="18" y="203"/>
                </a:lnTo>
                <a:lnTo>
                  <a:pt x="18" y="202"/>
                </a:lnTo>
                <a:lnTo>
                  <a:pt x="18" y="201"/>
                </a:lnTo>
                <a:lnTo>
                  <a:pt x="19" y="201"/>
                </a:lnTo>
                <a:lnTo>
                  <a:pt x="20" y="201"/>
                </a:lnTo>
                <a:lnTo>
                  <a:pt x="21" y="201"/>
                </a:lnTo>
                <a:lnTo>
                  <a:pt x="22" y="200"/>
                </a:lnTo>
                <a:lnTo>
                  <a:pt x="22" y="199"/>
                </a:lnTo>
                <a:lnTo>
                  <a:pt x="23" y="199"/>
                </a:lnTo>
                <a:lnTo>
                  <a:pt x="24" y="199"/>
                </a:lnTo>
                <a:lnTo>
                  <a:pt x="24" y="198"/>
                </a:lnTo>
                <a:lnTo>
                  <a:pt x="24" y="197"/>
                </a:lnTo>
                <a:lnTo>
                  <a:pt x="25" y="196"/>
                </a:lnTo>
                <a:lnTo>
                  <a:pt x="25" y="195"/>
                </a:lnTo>
                <a:lnTo>
                  <a:pt x="25" y="194"/>
                </a:lnTo>
                <a:lnTo>
                  <a:pt x="26" y="194"/>
                </a:lnTo>
                <a:lnTo>
                  <a:pt x="26" y="193"/>
                </a:lnTo>
                <a:lnTo>
                  <a:pt x="27" y="193"/>
                </a:lnTo>
                <a:lnTo>
                  <a:pt x="28" y="193"/>
                </a:lnTo>
                <a:lnTo>
                  <a:pt x="28" y="192"/>
                </a:lnTo>
                <a:lnTo>
                  <a:pt x="28" y="191"/>
                </a:lnTo>
                <a:lnTo>
                  <a:pt x="28" y="190"/>
                </a:lnTo>
                <a:lnTo>
                  <a:pt x="28" y="189"/>
                </a:lnTo>
                <a:lnTo>
                  <a:pt x="28" y="188"/>
                </a:lnTo>
                <a:lnTo>
                  <a:pt x="29" y="188"/>
                </a:lnTo>
                <a:lnTo>
                  <a:pt x="29" y="187"/>
                </a:lnTo>
                <a:lnTo>
                  <a:pt x="29" y="186"/>
                </a:lnTo>
                <a:lnTo>
                  <a:pt x="30" y="186"/>
                </a:lnTo>
                <a:lnTo>
                  <a:pt x="30" y="184"/>
                </a:lnTo>
                <a:lnTo>
                  <a:pt x="30" y="183"/>
                </a:lnTo>
                <a:lnTo>
                  <a:pt x="30" y="182"/>
                </a:lnTo>
                <a:lnTo>
                  <a:pt x="30" y="183"/>
                </a:lnTo>
                <a:lnTo>
                  <a:pt x="31" y="183"/>
                </a:lnTo>
                <a:lnTo>
                  <a:pt x="32" y="184"/>
                </a:lnTo>
                <a:lnTo>
                  <a:pt x="33" y="184"/>
                </a:lnTo>
                <a:lnTo>
                  <a:pt x="33" y="185"/>
                </a:lnTo>
                <a:lnTo>
                  <a:pt x="34" y="185"/>
                </a:lnTo>
                <a:lnTo>
                  <a:pt x="35" y="185"/>
                </a:lnTo>
                <a:lnTo>
                  <a:pt x="36" y="184"/>
                </a:lnTo>
                <a:lnTo>
                  <a:pt x="37" y="184"/>
                </a:lnTo>
                <a:lnTo>
                  <a:pt x="38" y="184"/>
                </a:lnTo>
                <a:lnTo>
                  <a:pt x="38" y="185"/>
                </a:lnTo>
                <a:lnTo>
                  <a:pt x="38" y="186"/>
                </a:lnTo>
                <a:lnTo>
                  <a:pt x="38" y="188"/>
                </a:lnTo>
                <a:lnTo>
                  <a:pt x="38" y="189"/>
                </a:lnTo>
                <a:lnTo>
                  <a:pt x="39" y="190"/>
                </a:lnTo>
                <a:lnTo>
                  <a:pt x="40" y="191"/>
                </a:lnTo>
                <a:lnTo>
                  <a:pt x="42" y="192"/>
                </a:lnTo>
                <a:lnTo>
                  <a:pt x="43" y="193"/>
                </a:lnTo>
                <a:lnTo>
                  <a:pt x="44" y="193"/>
                </a:lnTo>
                <a:lnTo>
                  <a:pt x="44" y="194"/>
                </a:lnTo>
                <a:lnTo>
                  <a:pt x="45" y="194"/>
                </a:lnTo>
                <a:lnTo>
                  <a:pt x="46" y="193"/>
                </a:lnTo>
                <a:lnTo>
                  <a:pt x="47" y="193"/>
                </a:lnTo>
                <a:lnTo>
                  <a:pt x="47" y="194"/>
                </a:lnTo>
                <a:lnTo>
                  <a:pt x="48" y="194"/>
                </a:lnTo>
                <a:lnTo>
                  <a:pt x="48" y="195"/>
                </a:lnTo>
                <a:lnTo>
                  <a:pt x="48" y="196"/>
                </a:lnTo>
                <a:lnTo>
                  <a:pt x="48" y="197"/>
                </a:lnTo>
                <a:lnTo>
                  <a:pt x="49" y="197"/>
                </a:lnTo>
                <a:lnTo>
                  <a:pt x="49" y="198"/>
                </a:lnTo>
                <a:lnTo>
                  <a:pt x="50" y="199"/>
                </a:lnTo>
                <a:lnTo>
                  <a:pt x="51" y="200"/>
                </a:lnTo>
                <a:lnTo>
                  <a:pt x="52" y="201"/>
                </a:lnTo>
                <a:lnTo>
                  <a:pt x="53" y="200"/>
                </a:lnTo>
                <a:lnTo>
                  <a:pt x="53" y="199"/>
                </a:lnTo>
                <a:lnTo>
                  <a:pt x="54" y="198"/>
                </a:lnTo>
                <a:lnTo>
                  <a:pt x="55" y="199"/>
                </a:lnTo>
                <a:lnTo>
                  <a:pt x="56" y="199"/>
                </a:lnTo>
                <a:lnTo>
                  <a:pt x="56" y="198"/>
                </a:lnTo>
                <a:lnTo>
                  <a:pt x="56" y="197"/>
                </a:lnTo>
                <a:lnTo>
                  <a:pt x="57" y="198"/>
                </a:lnTo>
                <a:lnTo>
                  <a:pt x="58" y="198"/>
                </a:lnTo>
                <a:lnTo>
                  <a:pt x="59" y="197"/>
                </a:lnTo>
                <a:lnTo>
                  <a:pt x="60" y="196"/>
                </a:lnTo>
                <a:lnTo>
                  <a:pt x="59" y="195"/>
                </a:lnTo>
                <a:lnTo>
                  <a:pt x="58" y="194"/>
                </a:lnTo>
                <a:lnTo>
                  <a:pt x="59" y="193"/>
                </a:lnTo>
                <a:lnTo>
                  <a:pt x="60" y="192"/>
                </a:lnTo>
                <a:lnTo>
                  <a:pt x="60" y="191"/>
                </a:lnTo>
                <a:lnTo>
                  <a:pt x="61" y="191"/>
                </a:lnTo>
                <a:lnTo>
                  <a:pt x="62" y="190"/>
                </a:lnTo>
                <a:lnTo>
                  <a:pt x="63" y="188"/>
                </a:lnTo>
                <a:lnTo>
                  <a:pt x="64" y="187"/>
                </a:lnTo>
                <a:lnTo>
                  <a:pt x="64" y="186"/>
                </a:lnTo>
                <a:lnTo>
                  <a:pt x="65" y="186"/>
                </a:lnTo>
                <a:lnTo>
                  <a:pt x="67" y="184"/>
                </a:lnTo>
                <a:lnTo>
                  <a:pt x="67" y="183"/>
                </a:lnTo>
                <a:lnTo>
                  <a:pt x="67" y="182"/>
                </a:lnTo>
                <a:lnTo>
                  <a:pt x="67" y="181"/>
                </a:lnTo>
                <a:lnTo>
                  <a:pt x="68" y="180"/>
                </a:lnTo>
                <a:lnTo>
                  <a:pt x="69" y="180"/>
                </a:lnTo>
                <a:lnTo>
                  <a:pt x="70" y="181"/>
                </a:lnTo>
                <a:lnTo>
                  <a:pt x="70" y="180"/>
                </a:lnTo>
                <a:lnTo>
                  <a:pt x="71" y="181"/>
                </a:lnTo>
                <a:lnTo>
                  <a:pt x="72" y="181"/>
                </a:lnTo>
                <a:lnTo>
                  <a:pt x="73" y="181"/>
                </a:lnTo>
                <a:lnTo>
                  <a:pt x="73" y="182"/>
                </a:lnTo>
                <a:lnTo>
                  <a:pt x="73" y="183"/>
                </a:lnTo>
                <a:lnTo>
                  <a:pt x="74" y="183"/>
                </a:lnTo>
                <a:lnTo>
                  <a:pt x="75" y="183"/>
                </a:lnTo>
                <a:lnTo>
                  <a:pt x="75" y="184"/>
                </a:lnTo>
                <a:lnTo>
                  <a:pt x="78" y="185"/>
                </a:lnTo>
                <a:lnTo>
                  <a:pt x="80" y="186"/>
                </a:lnTo>
                <a:lnTo>
                  <a:pt x="81" y="186"/>
                </a:lnTo>
                <a:lnTo>
                  <a:pt x="81" y="187"/>
                </a:lnTo>
                <a:lnTo>
                  <a:pt x="82" y="187"/>
                </a:lnTo>
                <a:lnTo>
                  <a:pt x="82" y="188"/>
                </a:lnTo>
                <a:lnTo>
                  <a:pt x="82" y="189"/>
                </a:lnTo>
                <a:lnTo>
                  <a:pt x="84" y="192"/>
                </a:lnTo>
                <a:lnTo>
                  <a:pt x="84" y="193"/>
                </a:lnTo>
                <a:lnTo>
                  <a:pt x="85" y="193"/>
                </a:lnTo>
                <a:lnTo>
                  <a:pt x="85" y="194"/>
                </a:lnTo>
                <a:lnTo>
                  <a:pt x="85" y="195"/>
                </a:lnTo>
                <a:lnTo>
                  <a:pt x="85" y="194"/>
                </a:lnTo>
                <a:lnTo>
                  <a:pt x="86" y="194"/>
                </a:lnTo>
                <a:lnTo>
                  <a:pt x="87" y="194"/>
                </a:lnTo>
                <a:lnTo>
                  <a:pt x="88" y="194"/>
                </a:lnTo>
                <a:lnTo>
                  <a:pt x="89" y="195"/>
                </a:lnTo>
                <a:lnTo>
                  <a:pt x="91" y="196"/>
                </a:lnTo>
                <a:lnTo>
                  <a:pt x="91" y="197"/>
                </a:lnTo>
                <a:lnTo>
                  <a:pt x="92" y="197"/>
                </a:lnTo>
                <a:lnTo>
                  <a:pt x="93" y="195"/>
                </a:lnTo>
                <a:lnTo>
                  <a:pt x="95" y="195"/>
                </a:lnTo>
                <a:lnTo>
                  <a:pt x="96" y="195"/>
                </a:lnTo>
                <a:lnTo>
                  <a:pt x="97" y="195"/>
                </a:lnTo>
                <a:lnTo>
                  <a:pt x="98" y="194"/>
                </a:lnTo>
                <a:lnTo>
                  <a:pt x="100" y="193"/>
                </a:lnTo>
                <a:lnTo>
                  <a:pt x="101" y="193"/>
                </a:lnTo>
                <a:lnTo>
                  <a:pt x="102" y="193"/>
                </a:lnTo>
                <a:lnTo>
                  <a:pt x="103" y="193"/>
                </a:lnTo>
                <a:lnTo>
                  <a:pt x="104" y="193"/>
                </a:lnTo>
                <a:lnTo>
                  <a:pt x="105" y="194"/>
                </a:lnTo>
                <a:lnTo>
                  <a:pt x="106" y="195"/>
                </a:lnTo>
                <a:lnTo>
                  <a:pt x="107" y="195"/>
                </a:lnTo>
                <a:lnTo>
                  <a:pt x="109" y="193"/>
                </a:lnTo>
                <a:lnTo>
                  <a:pt x="109" y="192"/>
                </a:lnTo>
                <a:lnTo>
                  <a:pt x="111" y="192"/>
                </a:lnTo>
                <a:lnTo>
                  <a:pt x="111" y="193"/>
                </a:lnTo>
                <a:lnTo>
                  <a:pt x="112" y="193"/>
                </a:lnTo>
                <a:lnTo>
                  <a:pt x="113" y="193"/>
                </a:lnTo>
                <a:lnTo>
                  <a:pt x="113" y="194"/>
                </a:lnTo>
                <a:lnTo>
                  <a:pt x="113" y="197"/>
                </a:lnTo>
                <a:lnTo>
                  <a:pt x="114" y="198"/>
                </a:lnTo>
                <a:lnTo>
                  <a:pt x="115" y="198"/>
                </a:lnTo>
                <a:lnTo>
                  <a:pt x="116" y="197"/>
                </a:lnTo>
                <a:lnTo>
                  <a:pt x="116" y="198"/>
                </a:lnTo>
                <a:lnTo>
                  <a:pt x="116" y="197"/>
                </a:lnTo>
                <a:lnTo>
                  <a:pt x="117" y="197"/>
                </a:lnTo>
                <a:lnTo>
                  <a:pt x="118" y="197"/>
                </a:lnTo>
                <a:lnTo>
                  <a:pt x="118" y="196"/>
                </a:lnTo>
                <a:lnTo>
                  <a:pt x="118" y="195"/>
                </a:lnTo>
                <a:lnTo>
                  <a:pt x="119" y="194"/>
                </a:lnTo>
                <a:lnTo>
                  <a:pt x="120" y="194"/>
                </a:lnTo>
                <a:lnTo>
                  <a:pt x="121" y="193"/>
                </a:lnTo>
                <a:lnTo>
                  <a:pt x="122" y="192"/>
                </a:lnTo>
                <a:lnTo>
                  <a:pt x="123" y="192"/>
                </a:lnTo>
                <a:lnTo>
                  <a:pt x="123" y="191"/>
                </a:lnTo>
                <a:lnTo>
                  <a:pt x="124" y="191"/>
                </a:lnTo>
                <a:lnTo>
                  <a:pt x="125" y="190"/>
                </a:lnTo>
                <a:lnTo>
                  <a:pt x="126" y="190"/>
                </a:lnTo>
                <a:lnTo>
                  <a:pt x="127" y="189"/>
                </a:lnTo>
                <a:lnTo>
                  <a:pt x="129" y="187"/>
                </a:lnTo>
                <a:lnTo>
                  <a:pt x="130" y="187"/>
                </a:lnTo>
                <a:lnTo>
                  <a:pt x="130" y="188"/>
                </a:lnTo>
                <a:lnTo>
                  <a:pt x="130" y="187"/>
                </a:lnTo>
                <a:lnTo>
                  <a:pt x="131" y="187"/>
                </a:lnTo>
                <a:lnTo>
                  <a:pt x="130" y="187"/>
                </a:lnTo>
                <a:lnTo>
                  <a:pt x="131" y="186"/>
                </a:lnTo>
                <a:lnTo>
                  <a:pt x="132" y="186"/>
                </a:lnTo>
                <a:lnTo>
                  <a:pt x="133" y="185"/>
                </a:lnTo>
                <a:lnTo>
                  <a:pt x="134" y="185"/>
                </a:lnTo>
                <a:lnTo>
                  <a:pt x="135" y="186"/>
                </a:lnTo>
                <a:lnTo>
                  <a:pt x="136" y="186"/>
                </a:lnTo>
                <a:lnTo>
                  <a:pt x="136" y="185"/>
                </a:lnTo>
                <a:lnTo>
                  <a:pt x="137" y="185"/>
                </a:lnTo>
                <a:lnTo>
                  <a:pt x="139" y="185"/>
                </a:lnTo>
                <a:lnTo>
                  <a:pt x="140" y="186"/>
                </a:lnTo>
                <a:lnTo>
                  <a:pt x="140" y="187"/>
                </a:lnTo>
                <a:lnTo>
                  <a:pt x="141" y="186"/>
                </a:lnTo>
                <a:lnTo>
                  <a:pt x="142" y="187"/>
                </a:lnTo>
                <a:lnTo>
                  <a:pt x="143" y="187"/>
                </a:lnTo>
                <a:lnTo>
                  <a:pt x="143" y="188"/>
                </a:lnTo>
                <a:lnTo>
                  <a:pt x="143" y="189"/>
                </a:lnTo>
                <a:lnTo>
                  <a:pt x="143" y="190"/>
                </a:lnTo>
                <a:lnTo>
                  <a:pt x="144" y="190"/>
                </a:lnTo>
                <a:lnTo>
                  <a:pt x="144" y="189"/>
                </a:lnTo>
                <a:lnTo>
                  <a:pt x="144" y="188"/>
                </a:lnTo>
                <a:lnTo>
                  <a:pt x="145" y="188"/>
                </a:lnTo>
                <a:lnTo>
                  <a:pt x="146" y="187"/>
                </a:lnTo>
                <a:lnTo>
                  <a:pt x="146" y="186"/>
                </a:lnTo>
                <a:lnTo>
                  <a:pt x="147" y="185"/>
                </a:lnTo>
                <a:lnTo>
                  <a:pt x="147" y="184"/>
                </a:lnTo>
                <a:lnTo>
                  <a:pt x="147" y="183"/>
                </a:lnTo>
                <a:lnTo>
                  <a:pt x="147" y="182"/>
                </a:lnTo>
                <a:lnTo>
                  <a:pt x="148" y="181"/>
                </a:lnTo>
                <a:lnTo>
                  <a:pt x="148" y="180"/>
                </a:lnTo>
                <a:lnTo>
                  <a:pt x="148" y="179"/>
                </a:lnTo>
                <a:lnTo>
                  <a:pt x="147" y="179"/>
                </a:lnTo>
                <a:lnTo>
                  <a:pt x="148" y="179"/>
                </a:lnTo>
                <a:lnTo>
                  <a:pt x="148" y="178"/>
                </a:lnTo>
                <a:lnTo>
                  <a:pt x="149" y="178"/>
                </a:lnTo>
                <a:lnTo>
                  <a:pt x="149" y="176"/>
                </a:lnTo>
                <a:lnTo>
                  <a:pt x="150" y="176"/>
                </a:lnTo>
                <a:lnTo>
                  <a:pt x="150" y="175"/>
                </a:lnTo>
                <a:lnTo>
                  <a:pt x="150" y="174"/>
                </a:lnTo>
                <a:lnTo>
                  <a:pt x="149" y="174"/>
                </a:lnTo>
                <a:lnTo>
                  <a:pt x="149" y="173"/>
                </a:lnTo>
                <a:lnTo>
                  <a:pt x="149" y="172"/>
                </a:lnTo>
                <a:lnTo>
                  <a:pt x="148" y="172"/>
                </a:lnTo>
                <a:lnTo>
                  <a:pt x="148" y="173"/>
                </a:lnTo>
                <a:lnTo>
                  <a:pt x="147" y="172"/>
                </a:lnTo>
                <a:lnTo>
                  <a:pt x="148" y="172"/>
                </a:lnTo>
                <a:lnTo>
                  <a:pt x="148" y="171"/>
                </a:lnTo>
                <a:lnTo>
                  <a:pt x="149" y="170"/>
                </a:lnTo>
                <a:lnTo>
                  <a:pt x="148" y="169"/>
                </a:lnTo>
                <a:lnTo>
                  <a:pt x="149" y="169"/>
                </a:lnTo>
                <a:lnTo>
                  <a:pt x="150" y="168"/>
                </a:lnTo>
                <a:lnTo>
                  <a:pt x="151" y="168"/>
                </a:lnTo>
                <a:lnTo>
                  <a:pt x="152" y="167"/>
                </a:lnTo>
                <a:lnTo>
                  <a:pt x="153" y="166"/>
                </a:lnTo>
                <a:lnTo>
                  <a:pt x="154" y="166"/>
                </a:lnTo>
                <a:lnTo>
                  <a:pt x="154" y="165"/>
                </a:lnTo>
                <a:lnTo>
                  <a:pt x="154" y="164"/>
                </a:lnTo>
                <a:lnTo>
                  <a:pt x="153" y="163"/>
                </a:lnTo>
                <a:lnTo>
                  <a:pt x="154" y="162"/>
                </a:lnTo>
                <a:lnTo>
                  <a:pt x="154" y="161"/>
                </a:lnTo>
                <a:lnTo>
                  <a:pt x="154" y="160"/>
                </a:lnTo>
                <a:lnTo>
                  <a:pt x="153" y="158"/>
                </a:lnTo>
                <a:lnTo>
                  <a:pt x="153" y="157"/>
                </a:lnTo>
                <a:lnTo>
                  <a:pt x="154" y="156"/>
                </a:lnTo>
                <a:lnTo>
                  <a:pt x="155" y="155"/>
                </a:lnTo>
                <a:lnTo>
                  <a:pt x="155" y="154"/>
                </a:lnTo>
                <a:lnTo>
                  <a:pt x="156" y="154"/>
                </a:lnTo>
                <a:lnTo>
                  <a:pt x="157" y="153"/>
                </a:lnTo>
                <a:lnTo>
                  <a:pt x="158" y="152"/>
                </a:lnTo>
                <a:lnTo>
                  <a:pt x="158" y="151"/>
                </a:lnTo>
                <a:lnTo>
                  <a:pt x="159" y="151"/>
                </a:lnTo>
                <a:lnTo>
                  <a:pt x="160" y="151"/>
                </a:lnTo>
                <a:lnTo>
                  <a:pt x="161" y="151"/>
                </a:lnTo>
                <a:lnTo>
                  <a:pt x="162" y="151"/>
                </a:lnTo>
                <a:lnTo>
                  <a:pt x="162" y="150"/>
                </a:lnTo>
                <a:lnTo>
                  <a:pt x="163" y="150"/>
                </a:lnTo>
                <a:lnTo>
                  <a:pt x="164" y="150"/>
                </a:lnTo>
                <a:lnTo>
                  <a:pt x="165" y="150"/>
                </a:lnTo>
                <a:lnTo>
                  <a:pt x="166" y="149"/>
                </a:lnTo>
                <a:lnTo>
                  <a:pt x="167" y="149"/>
                </a:lnTo>
                <a:lnTo>
                  <a:pt x="168" y="149"/>
                </a:lnTo>
                <a:lnTo>
                  <a:pt x="169" y="149"/>
                </a:lnTo>
                <a:lnTo>
                  <a:pt x="170" y="149"/>
                </a:lnTo>
                <a:lnTo>
                  <a:pt x="171" y="149"/>
                </a:lnTo>
                <a:lnTo>
                  <a:pt x="172" y="149"/>
                </a:lnTo>
                <a:lnTo>
                  <a:pt x="173" y="150"/>
                </a:lnTo>
                <a:lnTo>
                  <a:pt x="175" y="151"/>
                </a:lnTo>
                <a:lnTo>
                  <a:pt x="175" y="152"/>
                </a:lnTo>
                <a:lnTo>
                  <a:pt x="175" y="153"/>
                </a:lnTo>
                <a:lnTo>
                  <a:pt x="176" y="153"/>
                </a:lnTo>
                <a:lnTo>
                  <a:pt x="176" y="154"/>
                </a:lnTo>
                <a:lnTo>
                  <a:pt x="177" y="154"/>
                </a:lnTo>
                <a:lnTo>
                  <a:pt x="178" y="154"/>
                </a:lnTo>
                <a:lnTo>
                  <a:pt x="179" y="154"/>
                </a:lnTo>
                <a:lnTo>
                  <a:pt x="180" y="155"/>
                </a:lnTo>
                <a:lnTo>
                  <a:pt x="181" y="155"/>
                </a:lnTo>
                <a:lnTo>
                  <a:pt x="181" y="156"/>
                </a:lnTo>
                <a:lnTo>
                  <a:pt x="181" y="157"/>
                </a:lnTo>
                <a:lnTo>
                  <a:pt x="182" y="157"/>
                </a:lnTo>
                <a:lnTo>
                  <a:pt x="182" y="158"/>
                </a:lnTo>
                <a:lnTo>
                  <a:pt x="182" y="159"/>
                </a:lnTo>
                <a:lnTo>
                  <a:pt x="183" y="160"/>
                </a:lnTo>
                <a:lnTo>
                  <a:pt x="184" y="161"/>
                </a:lnTo>
                <a:lnTo>
                  <a:pt x="184" y="160"/>
                </a:lnTo>
                <a:lnTo>
                  <a:pt x="185" y="160"/>
                </a:lnTo>
                <a:lnTo>
                  <a:pt x="185" y="159"/>
                </a:lnTo>
                <a:lnTo>
                  <a:pt x="186" y="158"/>
                </a:lnTo>
                <a:lnTo>
                  <a:pt x="187" y="158"/>
                </a:lnTo>
                <a:lnTo>
                  <a:pt x="188" y="158"/>
                </a:lnTo>
                <a:lnTo>
                  <a:pt x="188" y="159"/>
                </a:lnTo>
                <a:lnTo>
                  <a:pt x="189" y="159"/>
                </a:lnTo>
                <a:lnTo>
                  <a:pt x="191" y="158"/>
                </a:lnTo>
                <a:lnTo>
                  <a:pt x="191" y="157"/>
                </a:lnTo>
                <a:lnTo>
                  <a:pt x="191" y="156"/>
                </a:lnTo>
                <a:lnTo>
                  <a:pt x="192" y="155"/>
                </a:lnTo>
                <a:lnTo>
                  <a:pt x="193" y="155"/>
                </a:lnTo>
                <a:lnTo>
                  <a:pt x="194" y="155"/>
                </a:lnTo>
                <a:lnTo>
                  <a:pt x="195" y="155"/>
                </a:lnTo>
                <a:lnTo>
                  <a:pt x="196" y="155"/>
                </a:lnTo>
                <a:lnTo>
                  <a:pt x="197" y="154"/>
                </a:lnTo>
                <a:lnTo>
                  <a:pt x="198" y="155"/>
                </a:lnTo>
                <a:lnTo>
                  <a:pt x="199" y="155"/>
                </a:lnTo>
                <a:lnTo>
                  <a:pt x="200" y="155"/>
                </a:lnTo>
                <a:lnTo>
                  <a:pt x="201" y="155"/>
                </a:lnTo>
                <a:lnTo>
                  <a:pt x="202" y="156"/>
                </a:lnTo>
                <a:lnTo>
                  <a:pt x="203" y="156"/>
                </a:lnTo>
                <a:lnTo>
                  <a:pt x="203" y="155"/>
                </a:lnTo>
                <a:lnTo>
                  <a:pt x="204" y="155"/>
                </a:lnTo>
                <a:lnTo>
                  <a:pt x="205" y="154"/>
                </a:lnTo>
                <a:lnTo>
                  <a:pt x="205" y="153"/>
                </a:lnTo>
                <a:lnTo>
                  <a:pt x="206" y="152"/>
                </a:lnTo>
                <a:lnTo>
                  <a:pt x="206" y="153"/>
                </a:lnTo>
                <a:lnTo>
                  <a:pt x="207" y="153"/>
                </a:lnTo>
                <a:lnTo>
                  <a:pt x="208" y="152"/>
                </a:lnTo>
                <a:lnTo>
                  <a:pt x="209" y="152"/>
                </a:lnTo>
                <a:lnTo>
                  <a:pt x="209" y="151"/>
                </a:lnTo>
                <a:lnTo>
                  <a:pt x="210" y="152"/>
                </a:lnTo>
                <a:lnTo>
                  <a:pt x="210" y="153"/>
                </a:lnTo>
                <a:lnTo>
                  <a:pt x="210" y="154"/>
                </a:lnTo>
                <a:lnTo>
                  <a:pt x="210" y="153"/>
                </a:lnTo>
                <a:lnTo>
                  <a:pt x="211" y="153"/>
                </a:lnTo>
                <a:lnTo>
                  <a:pt x="212" y="153"/>
                </a:lnTo>
                <a:lnTo>
                  <a:pt x="214" y="152"/>
                </a:lnTo>
                <a:lnTo>
                  <a:pt x="215" y="151"/>
                </a:lnTo>
                <a:lnTo>
                  <a:pt x="216" y="151"/>
                </a:lnTo>
                <a:lnTo>
                  <a:pt x="217" y="152"/>
                </a:lnTo>
                <a:lnTo>
                  <a:pt x="218" y="152"/>
                </a:lnTo>
                <a:lnTo>
                  <a:pt x="218" y="151"/>
                </a:lnTo>
                <a:lnTo>
                  <a:pt x="219" y="151"/>
                </a:lnTo>
                <a:lnTo>
                  <a:pt x="220" y="151"/>
                </a:lnTo>
                <a:lnTo>
                  <a:pt x="221" y="150"/>
                </a:lnTo>
                <a:lnTo>
                  <a:pt x="222" y="150"/>
                </a:lnTo>
                <a:lnTo>
                  <a:pt x="222" y="149"/>
                </a:lnTo>
                <a:lnTo>
                  <a:pt x="222" y="148"/>
                </a:lnTo>
                <a:lnTo>
                  <a:pt x="223" y="148"/>
                </a:lnTo>
                <a:lnTo>
                  <a:pt x="223" y="149"/>
                </a:lnTo>
                <a:lnTo>
                  <a:pt x="224" y="149"/>
                </a:lnTo>
                <a:lnTo>
                  <a:pt x="224" y="148"/>
                </a:lnTo>
                <a:lnTo>
                  <a:pt x="225" y="148"/>
                </a:lnTo>
                <a:lnTo>
                  <a:pt x="226" y="148"/>
                </a:lnTo>
                <a:lnTo>
                  <a:pt x="227" y="148"/>
                </a:lnTo>
                <a:lnTo>
                  <a:pt x="228" y="148"/>
                </a:lnTo>
                <a:lnTo>
                  <a:pt x="231" y="149"/>
                </a:lnTo>
                <a:lnTo>
                  <a:pt x="232" y="149"/>
                </a:lnTo>
                <a:lnTo>
                  <a:pt x="232" y="150"/>
                </a:lnTo>
                <a:lnTo>
                  <a:pt x="234" y="150"/>
                </a:lnTo>
                <a:lnTo>
                  <a:pt x="235" y="151"/>
                </a:lnTo>
                <a:lnTo>
                  <a:pt x="236" y="150"/>
                </a:lnTo>
                <a:lnTo>
                  <a:pt x="237" y="150"/>
                </a:lnTo>
                <a:lnTo>
                  <a:pt x="238" y="150"/>
                </a:lnTo>
                <a:lnTo>
                  <a:pt x="238" y="149"/>
                </a:lnTo>
                <a:lnTo>
                  <a:pt x="239" y="149"/>
                </a:lnTo>
                <a:lnTo>
                  <a:pt x="240" y="149"/>
                </a:lnTo>
                <a:lnTo>
                  <a:pt x="241" y="148"/>
                </a:lnTo>
                <a:lnTo>
                  <a:pt x="242" y="147"/>
                </a:lnTo>
                <a:lnTo>
                  <a:pt x="243" y="147"/>
                </a:lnTo>
                <a:lnTo>
                  <a:pt x="244" y="146"/>
                </a:lnTo>
                <a:lnTo>
                  <a:pt x="245" y="145"/>
                </a:lnTo>
                <a:lnTo>
                  <a:pt x="246" y="145"/>
                </a:lnTo>
                <a:lnTo>
                  <a:pt x="247" y="145"/>
                </a:lnTo>
                <a:lnTo>
                  <a:pt x="248" y="144"/>
                </a:lnTo>
                <a:lnTo>
                  <a:pt x="248" y="143"/>
                </a:lnTo>
                <a:lnTo>
                  <a:pt x="247" y="144"/>
                </a:lnTo>
                <a:lnTo>
                  <a:pt x="246" y="143"/>
                </a:lnTo>
                <a:lnTo>
                  <a:pt x="246" y="142"/>
                </a:lnTo>
                <a:lnTo>
                  <a:pt x="247" y="142"/>
                </a:lnTo>
                <a:lnTo>
                  <a:pt x="247" y="141"/>
                </a:lnTo>
                <a:lnTo>
                  <a:pt x="248" y="140"/>
                </a:lnTo>
                <a:lnTo>
                  <a:pt x="248" y="139"/>
                </a:lnTo>
                <a:lnTo>
                  <a:pt x="248" y="138"/>
                </a:lnTo>
                <a:lnTo>
                  <a:pt x="247" y="138"/>
                </a:lnTo>
                <a:lnTo>
                  <a:pt x="247" y="137"/>
                </a:lnTo>
                <a:lnTo>
                  <a:pt x="247" y="136"/>
                </a:lnTo>
                <a:lnTo>
                  <a:pt x="246" y="136"/>
                </a:lnTo>
                <a:lnTo>
                  <a:pt x="245" y="136"/>
                </a:lnTo>
                <a:lnTo>
                  <a:pt x="245" y="135"/>
                </a:lnTo>
                <a:lnTo>
                  <a:pt x="245" y="134"/>
                </a:lnTo>
                <a:lnTo>
                  <a:pt x="245" y="133"/>
                </a:lnTo>
                <a:lnTo>
                  <a:pt x="245" y="132"/>
                </a:lnTo>
                <a:lnTo>
                  <a:pt x="246" y="132"/>
                </a:lnTo>
                <a:lnTo>
                  <a:pt x="246" y="131"/>
                </a:lnTo>
                <a:lnTo>
                  <a:pt x="247" y="130"/>
                </a:lnTo>
                <a:lnTo>
                  <a:pt x="246" y="130"/>
                </a:lnTo>
                <a:lnTo>
                  <a:pt x="246" y="129"/>
                </a:lnTo>
                <a:lnTo>
                  <a:pt x="246" y="128"/>
                </a:lnTo>
                <a:lnTo>
                  <a:pt x="245" y="128"/>
                </a:lnTo>
                <a:lnTo>
                  <a:pt x="245" y="127"/>
                </a:lnTo>
                <a:lnTo>
                  <a:pt x="244" y="127"/>
                </a:lnTo>
                <a:lnTo>
                  <a:pt x="244" y="126"/>
                </a:lnTo>
                <a:lnTo>
                  <a:pt x="244" y="125"/>
                </a:lnTo>
                <a:lnTo>
                  <a:pt x="243" y="125"/>
                </a:lnTo>
                <a:lnTo>
                  <a:pt x="242" y="125"/>
                </a:lnTo>
                <a:lnTo>
                  <a:pt x="241" y="125"/>
                </a:lnTo>
                <a:lnTo>
                  <a:pt x="240" y="125"/>
                </a:lnTo>
                <a:lnTo>
                  <a:pt x="239" y="124"/>
                </a:lnTo>
                <a:lnTo>
                  <a:pt x="239" y="123"/>
                </a:lnTo>
                <a:lnTo>
                  <a:pt x="239" y="122"/>
                </a:lnTo>
                <a:lnTo>
                  <a:pt x="240" y="122"/>
                </a:lnTo>
                <a:lnTo>
                  <a:pt x="240" y="121"/>
                </a:lnTo>
                <a:lnTo>
                  <a:pt x="241" y="121"/>
                </a:lnTo>
                <a:lnTo>
                  <a:pt x="241" y="120"/>
                </a:lnTo>
                <a:lnTo>
                  <a:pt x="241" y="119"/>
                </a:lnTo>
                <a:lnTo>
                  <a:pt x="242" y="119"/>
                </a:lnTo>
                <a:lnTo>
                  <a:pt x="241" y="119"/>
                </a:lnTo>
                <a:lnTo>
                  <a:pt x="241" y="118"/>
                </a:lnTo>
                <a:lnTo>
                  <a:pt x="240" y="117"/>
                </a:lnTo>
                <a:lnTo>
                  <a:pt x="240" y="116"/>
                </a:lnTo>
                <a:lnTo>
                  <a:pt x="239" y="116"/>
                </a:lnTo>
                <a:lnTo>
                  <a:pt x="238" y="116"/>
                </a:lnTo>
                <a:lnTo>
                  <a:pt x="238" y="115"/>
                </a:lnTo>
                <a:lnTo>
                  <a:pt x="238" y="114"/>
                </a:lnTo>
                <a:lnTo>
                  <a:pt x="237" y="114"/>
                </a:lnTo>
                <a:lnTo>
                  <a:pt x="236" y="113"/>
                </a:lnTo>
                <a:lnTo>
                  <a:pt x="236" y="112"/>
                </a:lnTo>
                <a:lnTo>
                  <a:pt x="235" y="112"/>
                </a:lnTo>
                <a:lnTo>
                  <a:pt x="234" y="112"/>
                </a:lnTo>
                <a:lnTo>
                  <a:pt x="234" y="111"/>
                </a:lnTo>
                <a:lnTo>
                  <a:pt x="233" y="110"/>
                </a:lnTo>
                <a:lnTo>
                  <a:pt x="232" y="110"/>
                </a:lnTo>
                <a:lnTo>
                  <a:pt x="231" y="109"/>
                </a:lnTo>
                <a:lnTo>
                  <a:pt x="229" y="109"/>
                </a:lnTo>
                <a:lnTo>
                  <a:pt x="228" y="109"/>
                </a:lnTo>
                <a:lnTo>
                  <a:pt x="227" y="109"/>
                </a:lnTo>
                <a:lnTo>
                  <a:pt x="226" y="109"/>
                </a:lnTo>
                <a:lnTo>
                  <a:pt x="225" y="109"/>
                </a:lnTo>
                <a:lnTo>
                  <a:pt x="224" y="109"/>
                </a:lnTo>
                <a:lnTo>
                  <a:pt x="223" y="110"/>
                </a:lnTo>
                <a:lnTo>
                  <a:pt x="222" y="111"/>
                </a:lnTo>
                <a:lnTo>
                  <a:pt x="220" y="112"/>
                </a:lnTo>
                <a:lnTo>
                  <a:pt x="219" y="112"/>
                </a:lnTo>
                <a:lnTo>
                  <a:pt x="219" y="113"/>
                </a:lnTo>
                <a:lnTo>
                  <a:pt x="219" y="114"/>
                </a:lnTo>
                <a:lnTo>
                  <a:pt x="220" y="114"/>
                </a:lnTo>
                <a:lnTo>
                  <a:pt x="220" y="115"/>
                </a:lnTo>
                <a:lnTo>
                  <a:pt x="218" y="115"/>
                </a:lnTo>
                <a:lnTo>
                  <a:pt x="218" y="114"/>
                </a:lnTo>
                <a:lnTo>
                  <a:pt x="218" y="113"/>
                </a:lnTo>
                <a:lnTo>
                  <a:pt x="217" y="113"/>
                </a:lnTo>
                <a:lnTo>
                  <a:pt x="217" y="114"/>
                </a:lnTo>
                <a:lnTo>
                  <a:pt x="216" y="114"/>
                </a:lnTo>
                <a:lnTo>
                  <a:pt x="215" y="114"/>
                </a:lnTo>
                <a:lnTo>
                  <a:pt x="215" y="115"/>
                </a:lnTo>
                <a:lnTo>
                  <a:pt x="214" y="114"/>
                </a:lnTo>
                <a:lnTo>
                  <a:pt x="214" y="113"/>
                </a:lnTo>
                <a:lnTo>
                  <a:pt x="214" y="112"/>
                </a:lnTo>
                <a:lnTo>
                  <a:pt x="213" y="112"/>
                </a:lnTo>
                <a:lnTo>
                  <a:pt x="212" y="111"/>
                </a:lnTo>
                <a:lnTo>
                  <a:pt x="211" y="111"/>
                </a:lnTo>
                <a:lnTo>
                  <a:pt x="211" y="112"/>
                </a:lnTo>
                <a:lnTo>
                  <a:pt x="210" y="112"/>
                </a:lnTo>
                <a:lnTo>
                  <a:pt x="209" y="112"/>
                </a:lnTo>
                <a:lnTo>
                  <a:pt x="208" y="112"/>
                </a:lnTo>
                <a:lnTo>
                  <a:pt x="208" y="113"/>
                </a:lnTo>
                <a:lnTo>
                  <a:pt x="207" y="113"/>
                </a:lnTo>
                <a:lnTo>
                  <a:pt x="206" y="113"/>
                </a:lnTo>
                <a:lnTo>
                  <a:pt x="205" y="113"/>
                </a:lnTo>
                <a:lnTo>
                  <a:pt x="205" y="112"/>
                </a:lnTo>
                <a:lnTo>
                  <a:pt x="206" y="112"/>
                </a:lnTo>
                <a:lnTo>
                  <a:pt x="205" y="111"/>
                </a:lnTo>
                <a:lnTo>
                  <a:pt x="204" y="110"/>
                </a:lnTo>
                <a:lnTo>
                  <a:pt x="204" y="109"/>
                </a:lnTo>
                <a:lnTo>
                  <a:pt x="204" y="108"/>
                </a:lnTo>
                <a:lnTo>
                  <a:pt x="204" y="107"/>
                </a:lnTo>
                <a:lnTo>
                  <a:pt x="205" y="106"/>
                </a:lnTo>
                <a:lnTo>
                  <a:pt x="205" y="105"/>
                </a:lnTo>
                <a:lnTo>
                  <a:pt x="205" y="104"/>
                </a:lnTo>
                <a:lnTo>
                  <a:pt x="206" y="104"/>
                </a:lnTo>
                <a:lnTo>
                  <a:pt x="206" y="103"/>
                </a:lnTo>
                <a:lnTo>
                  <a:pt x="206" y="102"/>
                </a:lnTo>
                <a:lnTo>
                  <a:pt x="207" y="101"/>
                </a:lnTo>
                <a:lnTo>
                  <a:pt x="206" y="101"/>
                </a:lnTo>
                <a:lnTo>
                  <a:pt x="205" y="101"/>
                </a:lnTo>
                <a:lnTo>
                  <a:pt x="205" y="100"/>
                </a:lnTo>
                <a:lnTo>
                  <a:pt x="204" y="100"/>
                </a:lnTo>
                <a:lnTo>
                  <a:pt x="203" y="100"/>
                </a:lnTo>
                <a:lnTo>
                  <a:pt x="202" y="99"/>
                </a:lnTo>
                <a:lnTo>
                  <a:pt x="202" y="98"/>
                </a:lnTo>
                <a:lnTo>
                  <a:pt x="202" y="97"/>
                </a:lnTo>
                <a:lnTo>
                  <a:pt x="201" y="97"/>
                </a:lnTo>
                <a:lnTo>
                  <a:pt x="201" y="96"/>
                </a:lnTo>
                <a:lnTo>
                  <a:pt x="201" y="95"/>
                </a:lnTo>
                <a:lnTo>
                  <a:pt x="201" y="94"/>
                </a:lnTo>
                <a:lnTo>
                  <a:pt x="200" y="94"/>
                </a:lnTo>
                <a:lnTo>
                  <a:pt x="199" y="94"/>
                </a:lnTo>
                <a:lnTo>
                  <a:pt x="198" y="94"/>
                </a:lnTo>
                <a:lnTo>
                  <a:pt x="198" y="93"/>
                </a:lnTo>
                <a:lnTo>
                  <a:pt x="198" y="92"/>
                </a:lnTo>
                <a:lnTo>
                  <a:pt x="197" y="91"/>
                </a:lnTo>
                <a:lnTo>
                  <a:pt x="196" y="91"/>
                </a:lnTo>
                <a:lnTo>
                  <a:pt x="196" y="92"/>
                </a:lnTo>
                <a:lnTo>
                  <a:pt x="196" y="93"/>
                </a:lnTo>
                <a:lnTo>
                  <a:pt x="197" y="94"/>
                </a:lnTo>
                <a:lnTo>
                  <a:pt x="195" y="94"/>
                </a:lnTo>
                <a:lnTo>
                  <a:pt x="194" y="94"/>
                </a:lnTo>
                <a:lnTo>
                  <a:pt x="193" y="94"/>
                </a:lnTo>
                <a:lnTo>
                  <a:pt x="193" y="95"/>
                </a:lnTo>
                <a:lnTo>
                  <a:pt x="193" y="96"/>
                </a:lnTo>
                <a:lnTo>
                  <a:pt x="193" y="97"/>
                </a:lnTo>
                <a:lnTo>
                  <a:pt x="193" y="98"/>
                </a:lnTo>
                <a:lnTo>
                  <a:pt x="192" y="98"/>
                </a:lnTo>
                <a:lnTo>
                  <a:pt x="191" y="98"/>
                </a:lnTo>
                <a:lnTo>
                  <a:pt x="190" y="97"/>
                </a:lnTo>
                <a:lnTo>
                  <a:pt x="189" y="97"/>
                </a:lnTo>
                <a:lnTo>
                  <a:pt x="188" y="97"/>
                </a:lnTo>
                <a:lnTo>
                  <a:pt x="188" y="96"/>
                </a:lnTo>
                <a:lnTo>
                  <a:pt x="188" y="95"/>
                </a:lnTo>
                <a:lnTo>
                  <a:pt x="187" y="95"/>
                </a:lnTo>
                <a:lnTo>
                  <a:pt x="187" y="94"/>
                </a:lnTo>
                <a:lnTo>
                  <a:pt x="186" y="94"/>
                </a:lnTo>
                <a:lnTo>
                  <a:pt x="186" y="93"/>
                </a:lnTo>
                <a:lnTo>
                  <a:pt x="185" y="93"/>
                </a:lnTo>
                <a:lnTo>
                  <a:pt x="185" y="94"/>
                </a:lnTo>
                <a:lnTo>
                  <a:pt x="184" y="94"/>
                </a:lnTo>
                <a:lnTo>
                  <a:pt x="185" y="94"/>
                </a:lnTo>
                <a:lnTo>
                  <a:pt x="184" y="94"/>
                </a:lnTo>
                <a:lnTo>
                  <a:pt x="184" y="93"/>
                </a:lnTo>
                <a:lnTo>
                  <a:pt x="184" y="92"/>
                </a:lnTo>
                <a:lnTo>
                  <a:pt x="185" y="91"/>
                </a:lnTo>
                <a:lnTo>
                  <a:pt x="185" y="90"/>
                </a:lnTo>
                <a:lnTo>
                  <a:pt x="185" y="89"/>
                </a:lnTo>
                <a:lnTo>
                  <a:pt x="185" y="88"/>
                </a:lnTo>
                <a:lnTo>
                  <a:pt x="185" y="87"/>
                </a:lnTo>
                <a:lnTo>
                  <a:pt x="185" y="86"/>
                </a:lnTo>
                <a:lnTo>
                  <a:pt x="184" y="85"/>
                </a:lnTo>
                <a:lnTo>
                  <a:pt x="184" y="84"/>
                </a:lnTo>
                <a:lnTo>
                  <a:pt x="185" y="84"/>
                </a:lnTo>
                <a:lnTo>
                  <a:pt x="185" y="83"/>
                </a:lnTo>
                <a:lnTo>
                  <a:pt x="185" y="81"/>
                </a:lnTo>
                <a:lnTo>
                  <a:pt x="184" y="81"/>
                </a:lnTo>
                <a:lnTo>
                  <a:pt x="184" y="80"/>
                </a:lnTo>
                <a:lnTo>
                  <a:pt x="183" y="80"/>
                </a:lnTo>
                <a:lnTo>
                  <a:pt x="182" y="80"/>
                </a:lnTo>
                <a:lnTo>
                  <a:pt x="181" y="80"/>
                </a:lnTo>
                <a:lnTo>
                  <a:pt x="181" y="79"/>
                </a:lnTo>
                <a:lnTo>
                  <a:pt x="181" y="78"/>
                </a:lnTo>
                <a:lnTo>
                  <a:pt x="182" y="78"/>
                </a:lnTo>
                <a:lnTo>
                  <a:pt x="182" y="77"/>
                </a:lnTo>
                <a:lnTo>
                  <a:pt x="182" y="76"/>
                </a:lnTo>
                <a:lnTo>
                  <a:pt x="181" y="76"/>
                </a:lnTo>
                <a:lnTo>
                  <a:pt x="182" y="75"/>
                </a:lnTo>
                <a:lnTo>
                  <a:pt x="183" y="74"/>
                </a:lnTo>
                <a:lnTo>
                  <a:pt x="183" y="73"/>
                </a:lnTo>
                <a:lnTo>
                  <a:pt x="183" y="72"/>
                </a:lnTo>
                <a:lnTo>
                  <a:pt x="183" y="71"/>
                </a:lnTo>
                <a:lnTo>
                  <a:pt x="183" y="72"/>
                </a:lnTo>
                <a:lnTo>
                  <a:pt x="184" y="72"/>
                </a:lnTo>
                <a:lnTo>
                  <a:pt x="185" y="72"/>
                </a:lnTo>
                <a:lnTo>
                  <a:pt x="185" y="71"/>
                </a:lnTo>
                <a:lnTo>
                  <a:pt x="186" y="71"/>
                </a:lnTo>
                <a:lnTo>
                  <a:pt x="187" y="71"/>
                </a:lnTo>
                <a:lnTo>
                  <a:pt x="186" y="70"/>
                </a:lnTo>
                <a:lnTo>
                  <a:pt x="187" y="70"/>
                </a:lnTo>
                <a:lnTo>
                  <a:pt x="188" y="70"/>
                </a:lnTo>
                <a:lnTo>
                  <a:pt x="188" y="69"/>
                </a:lnTo>
                <a:lnTo>
                  <a:pt x="188" y="68"/>
                </a:lnTo>
                <a:lnTo>
                  <a:pt x="188" y="67"/>
                </a:lnTo>
                <a:lnTo>
                  <a:pt x="189" y="67"/>
                </a:lnTo>
                <a:lnTo>
                  <a:pt x="189" y="66"/>
                </a:lnTo>
                <a:lnTo>
                  <a:pt x="189" y="65"/>
                </a:lnTo>
                <a:lnTo>
                  <a:pt x="189" y="64"/>
                </a:lnTo>
                <a:lnTo>
                  <a:pt x="190" y="64"/>
                </a:lnTo>
                <a:lnTo>
                  <a:pt x="190" y="65"/>
                </a:lnTo>
                <a:lnTo>
                  <a:pt x="191" y="65"/>
                </a:lnTo>
                <a:lnTo>
                  <a:pt x="191" y="64"/>
                </a:lnTo>
                <a:lnTo>
                  <a:pt x="192" y="63"/>
                </a:lnTo>
                <a:lnTo>
                  <a:pt x="193" y="62"/>
                </a:lnTo>
                <a:lnTo>
                  <a:pt x="194" y="62"/>
                </a:lnTo>
                <a:lnTo>
                  <a:pt x="194" y="63"/>
                </a:lnTo>
                <a:lnTo>
                  <a:pt x="194" y="64"/>
                </a:lnTo>
                <a:lnTo>
                  <a:pt x="195" y="64"/>
                </a:lnTo>
                <a:lnTo>
                  <a:pt x="196" y="64"/>
                </a:lnTo>
                <a:lnTo>
                  <a:pt x="197" y="63"/>
                </a:lnTo>
                <a:lnTo>
                  <a:pt x="197" y="62"/>
                </a:lnTo>
                <a:lnTo>
                  <a:pt x="198" y="63"/>
                </a:lnTo>
                <a:lnTo>
                  <a:pt x="199" y="63"/>
                </a:lnTo>
                <a:lnTo>
                  <a:pt x="200" y="63"/>
                </a:lnTo>
                <a:lnTo>
                  <a:pt x="201" y="63"/>
                </a:lnTo>
                <a:lnTo>
                  <a:pt x="202" y="63"/>
                </a:lnTo>
                <a:lnTo>
                  <a:pt x="203" y="63"/>
                </a:lnTo>
                <a:lnTo>
                  <a:pt x="204" y="63"/>
                </a:lnTo>
                <a:lnTo>
                  <a:pt x="205" y="63"/>
                </a:lnTo>
                <a:lnTo>
                  <a:pt x="205" y="64"/>
                </a:lnTo>
                <a:lnTo>
                  <a:pt x="206" y="64"/>
                </a:lnTo>
                <a:lnTo>
                  <a:pt x="206" y="63"/>
                </a:lnTo>
                <a:lnTo>
                  <a:pt x="207" y="63"/>
                </a:lnTo>
                <a:lnTo>
                  <a:pt x="208" y="63"/>
                </a:lnTo>
                <a:lnTo>
                  <a:pt x="208" y="62"/>
                </a:lnTo>
                <a:lnTo>
                  <a:pt x="207" y="61"/>
                </a:lnTo>
                <a:lnTo>
                  <a:pt x="207" y="59"/>
                </a:lnTo>
                <a:lnTo>
                  <a:pt x="206" y="58"/>
                </a:lnTo>
                <a:lnTo>
                  <a:pt x="206" y="57"/>
                </a:lnTo>
                <a:lnTo>
                  <a:pt x="207" y="56"/>
                </a:lnTo>
                <a:lnTo>
                  <a:pt x="208" y="56"/>
                </a:lnTo>
                <a:lnTo>
                  <a:pt x="210" y="55"/>
                </a:lnTo>
                <a:lnTo>
                  <a:pt x="211" y="55"/>
                </a:lnTo>
                <a:lnTo>
                  <a:pt x="211" y="54"/>
                </a:lnTo>
                <a:lnTo>
                  <a:pt x="210" y="53"/>
                </a:lnTo>
                <a:lnTo>
                  <a:pt x="211" y="53"/>
                </a:lnTo>
                <a:lnTo>
                  <a:pt x="211" y="52"/>
                </a:lnTo>
                <a:lnTo>
                  <a:pt x="212" y="52"/>
                </a:lnTo>
                <a:lnTo>
                  <a:pt x="212" y="51"/>
                </a:lnTo>
                <a:lnTo>
                  <a:pt x="212" y="50"/>
                </a:lnTo>
                <a:lnTo>
                  <a:pt x="213" y="49"/>
                </a:lnTo>
                <a:lnTo>
                  <a:pt x="213" y="47"/>
                </a:lnTo>
                <a:lnTo>
                  <a:pt x="214" y="47"/>
                </a:lnTo>
                <a:lnTo>
                  <a:pt x="214" y="48"/>
                </a:lnTo>
                <a:lnTo>
                  <a:pt x="216" y="49"/>
                </a:lnTo>
                <a:lnTo>
                  <a:pt x="216" y="48"/>
                </a:lnTo>
                <a:lnTo>
                  <a:pt x="217" y="48"/>
                </a:lnTo>
                <a:lnTo>
                  <a:pt x="218" y="50"/>
                </a:lnTo>
                <a:lnTo>
                  <a:pt x="219" y="51"/>
                </a:lnTo>
                <a:lnTo>
                  <a:pt x="219" y="52"/>
                </a:lnTo>
                <a:lnTo>
                  <a:pt x="218" y="52"/>
                </a:lnTo>
                <a:lnTo>
                  <a:pt x="220" y="52"/>
                </a:lnTo>
                <a:lnTo>
                  <a:pt x="220" y="53"/>
                </a:lnTo>
                <a:lnTo>
                  <a:pt x="219" y="53"/>
                </a:lnTo>
                <a:lnTo>
                  <a:pt x="219" y="54"/>
                </a:lnTo>
                <a:lnTo>
                  <a:pt x="220" y="54"/>
                </a:lnTo>
                <a:lnTo>
                  <a:pt x="221" y="54"/>
                </a:lnTo>
                <a:lnTo>
                  <a:pt x="222" y="55"/>
                </a:lnTo>
                <a:lnTo>
                  <a:pt x="223" y="54"/>
                </a:lnTo>
                <a:lnTo>
                  <a:pt x="224" y="55"/>
                </a:lnTo>
                <a:lnTo>
                  <a:pt x="224" y="56"/>
                </a:lnTo>
                <a:lnTo>
                  <a:pt x="224" y="57"/>
                </a:lnTo>
                <a:lnTo>
                  <a:pt x="224" y="58"/>
                </a:lnTo>
                <a:lnTo>
                  <a:pt x="225" y="58"/>
                </a:lnTo>
                <a:lnTo>
                  <a:pt x="225" y="59"/>
                </a:lnTo>
                <a:lnTo>
                  <a:pt x="226" y="60"/>
                </a:lnTo>
                <a:lnTo>
                  <a:pt x="227" y="60"/>
                </a:lnTo>
                <a:lnTo>
                  <a:pt x="228" y="60"/>
                </a:lnTo>
                <a:lnTo>
                  <a:pt x="228" y="59"/>
                </a:lnTo>
                <a:lnTo>
                  <a:pt x="227" y="59"/>
                </a:lnTo>
                <a:lnTo>
                  <a:pt x="228" y="59"/>
                </a:lnTo>
                <a:lnTo>
                  <a:pt x="229" y="59"/>
                </a:lnTo>
                <a:lnTo>
                  <a:pt x="231" y="59"/>
                </a:lnTo>
                <a:lnTo>
                  <a:pt x="232" y="59"/>
                </a:lnTo>
                <a:lnTo>
                  <a:pt x="232" y="60"/>
                </a:lnTo>
                <a:lnTo>
                  <a:pt x="233" y="60"/>
                </a:lnTo>
                <a:lnTo>
                  <a:pt x="233" y="61"/>
                </a:lnTo>
                <a:lnTo>
                  <a:pt x="233" y="62"/>
                </a:lnTo>
                <a:lnTo>
                  <a:pt x="234" y="63"/>
                </a:lnTo>
                <a:lnTo>
                  <a:pt x="234" y="64"/>
                </a:lnTo>
                <a:lnTo>
                  <a:pt x="234" y="65"/>
                </a:lnTo>
                <a:lnTo>
                  <a:pt x="235" y="66"/>
                </a:lnTo>
                <a:lnTo>
                  <a:pt x="236" y="66"/>
                </a:lnTo>
                <a:lnTo>
                  <a:pt x="237" y="66"/>
                </a:lnTo>
                <a:lnTo>
                  <a:pt x="237" y="67"/>
                </a:lnTo>
                <a:lnTo>
                  <a:pt x="238" y="67"/>
                </a:lnTo>
                <a:lnTo>
                  <a:pt x="239" y="68"/>
                </a:lnTo>
                <a:lnTo>
                  <a:pt x="240" y="69"/>
                </a:lnTo>
                <a:lnTo>
                  <a:pt x="241" y="69"/>
                </a:lnTo>
                <a:lnTo>
                  <a:pt x="242" y="70"/>
                </a:lnTo>
                <a:lnTo>
                  <a:pt x="244" y="70"/>
                </a:lnTo>
                <a:lnTo>
                  <a:pt x="244" y="71"/>
                </a:lnTo>
                <a:lnTo>
                  <a:pt x="244" y="72"/>
                </a:lnTo>
                <a:lnTo>
                  <a:pt x="245" y="72"/>
                </a:lnTo>
                <a:lnTo>
                  <a:pt x="245" y="73"/>
                </a:lnTo>
                <a:lnTo>
                  <a:pt x="246" y="74"/>
                </a:lnTo>
                <a:lnTo>
                  <a:pt x="247" y="75"/>
                </a:lnTo>
                <a:lnTo>
                  <a:pt x="247" y="76"/>
                </a:lnTo>
                <a:lnTo>
                  <a:pt x="248" y="76"/>
                </a:lnTo>
                <a:lnTo>
                  <a:pt x="249" y="76"/>
                </a:lnTo>
                <a:lnTo>
                  <a:pt x="250" y="76"/>
                </a:lnTo>
                <a:lnTo>
                  <a:pt x="251" y="76"/>
                </a:lnTo>
                <a:lnTo>
                  <a:pt x="252" y="76"/>
                </a:lnTo>
                <a:lnTo>
                  <a:pt x="251" y="76"/>
                </a:lnTo>
                <a:lnTo>
                  <a:pt x="251" y="75"/>
                </a:lnTo>
                <a:lnTo>
                  <a:pt x="251" y="74"/>
                </a:lnTo>
                <a:lnTo>
                  <a:pt x="251" y="73"/>
                </a:lnTo>
                <a:lnTo>
                  <a:pt x="251" y="72"/>
                </a:lnTo>
                <a:lnTo>
                  <a:pt x="251" y="71"/>
                </a:lnTo>
                <a:lnTo>
                  <a:pt x="251" y="70"/>
                </a:lnTo>
                <a:lnTo>
                  <a:pt x="252" y="69"/>
                </a:lnTo>
                <a:lnTo>
                  <a:pt x="252" y="68"/>
                </a:lnTo>
                <a:lnTo>
                  <a:pt x="252" y="67"/>
                </a:lnTo>
                <a:lnTo>
                  <a:pt x="253" y="67"/>
                </a:lnTo>
                <a:lnTo>
                  <a:pt x="253" y="66"/>
                </a:lnTo>
                <a:lnTo>
                  <a:pt x="254" y="67"/>
                </a:lnTo>
                <a:lnTo>
                  <a:pt x="255" y="67"/>
                </a:lnTo>
                <a:lnTo>
                  <a:pt x="256" y="68"/>
                </a:lnTo>
                <a:lnTo>
                  <a:pt x="257" y="68"/>
                </a:lnTo>
                <a:lnTo>
                  <a:pt x="259" y="69"/>
                </a:lnTo>
                <a:lnTo>
                  <a:pt x="260" y="69"/>
                </a:lnTo>
                <a:lnTo>
                  <a:pt x="260" y="70"/>
                </a:lnTo>
                <a:lnTo>
                  <a:pt x="259" y="70"/>
                </a:lnTo>
                <a:lnTo>
                  <a:pt x="260" y="70"/>
                </a:lnTo>
                <a:lnTo>
                  <a:pt x="261" y="70"/>
                </a:lnTo>
                <a:lnTo>
                  <a:pt x="262" y="70"/>
                </a:lnTo>
                <a:lnTo>
                  <a:pt x="263" y="70"/>
                </a:lnTo>
                <a:lnTo>
                  <a:pt x="263" y="69"/>
                </a:lnTo>
                <a:lnTo>
                  <a:pt x="262" y="68"/>
                </a:lnTo>
                <a:lnTo>
                  <a:pt x="261" y="67"/>
                </a:lnTo>
                <a:lnTo>
                  <a:pt x="261" y="66"/>
                </a:lnTo>
                <a:lnTo>
                  <a:pt x="260" y="66"/>
                </a:lnTo>
                <a:lnTo>
                  <a:pt x="260" y="65"/>
                </a:lnTo>
                <a:lnTo>
                  <a:pt x="259" y="65"/>
                </a:lnTo>
                <a:lnTo>
                  <a:pt x="259" y="64"/>
                </a:lnTo>
                <a:lnTo>
                  <a:pt x="260" y="63"/>
                </a:lnTo>
                <a:lnTo>
                  <a:pt x="260" y="64"/>
                </a:lnTo>
                <a:lnTo>
                  <a:pt x="261" y="64"/>
                </a:lnTo>
                <a:lnTo>
                  <a:pt x="262" y="64"/>
                </a:lnTo>
                <a:lnTo>
                  <a:pt x="262" y="65"/>
                </a:lnTo>
                <a:lnTo>
                  <a:pt x="263" y="65"/>
                </a:lnTo>
                <a:lnTo>
                  <a:pt x="263" y="66"/>
                </a:lnTo>
                <a:lnTo>
                  <a:pt x="263" y="67"/>
                </a:lnTo>
                <a:lnTo>
                  <a:pt x="264" y="67"/>
                </a:lnTo>
                <a:lnTo>
                  <a:pt x="265" y="66"/>
                </a:lnTo>
                <a:lnTo>
                  <a:pt x="264" y="66"/>
                </a:lnTo>
                <a:lnTo>
                  <a:pt x="263" y="66"/>
                </a:lnTo>
                <a:lnTo>
                  <a:pt x="263" y="65"/>
                </a:lnTo>
                <a:lnTo>
                  <a:pt x="263" y="64"/>
                </a:lnTo>
                <a:lnTo>
                  <a:pt x="262" y="64"/>
                </a:lnTo>
                <a:lnTo>
                  <a:pt x="262" y="63"/>
                </a:lnTo>
                <a:lnTo>
                  <a:pt x="262" y="62"/>
                </a:lnTo>
                <a:lnTo>
                  <a:pt x="262" y="61"/>
                </a:lnTo>
                <a:lnTo>
                  <a:pt x="263" y="61"/>
                </a:lnTo>
                <a:lnTo>
                  <a:pt x="263" y="60"/>
                </a:lnTo>
                <a:lnTo>
                  <a:pt x="263" y="58"/>
                </a:lnTo>
                <a:lnTo>
                  <a:pt x="263" y="57"/>
                </a:lnTo>
                <a:lnTo>
                  <a:pt x="264" y="57"/>
                </a:lnTo>
                <a:lnTo>
                  <a:pt x="265" y="56"/>
                </a:lnTo>
                <a:lnTo>
                  <a:pt x="264" y="55"/>
                </a:lnTo>
                <a:lnTo>
                  <a:pt x="264" y="54"/>
                </a:lnTo>
                <a:lnTo>
                  <a:pt x="264" y="53"/>
                </a:lnTo>
                <a:lnTo>
                  <a:pt x="264" y="52"/>
                </a:lnTo>
                <a:lnTo>
                  <a:pt x="263" y="52"/>
                </a:lnTo>
                <a:lnTo>
                  <a:pt x="262" y="51"/>
                </a:lnTo>
                <a:lnTo>
                  <a:pt x="262" y="50"/>
                </a:lnTo>
                <a:lnTo>
                  <a:pt x="262" y="49"/>
                </a:lnTo>
                <a:lnTo>
                  <a:pt x="261" y="48"/>
                </a:lnTo>
                <a:lnTo>
                  <a:pt x="260" y="47"/>
                </a:lnTo>
                <a:lnTo>
                  <a:pt x="259" y="47"/>
                </a:lnTo>
                <a:lnTo>
                  <a:pt x="259" y="46"/>
                </a:lnTo>
                <a:lnTo>
                  <a:pt x="258" y="45"/>
                </a:lnTo>
                <a:lnTo>
                  <a:pt x="258" y="44"/>
                </a:lnTo>
                <a:lnTo>
                  <a:pt x="258" y="43"/>
                </a:lnTo>
                <a:lnTo>
                  <a:pt x="259" y="44"/>
                </a:lnTo>
                <a:lnTo>
                  <a:pt x="259" y="43"/>
                </a:lnTo>
                <a:lnTo>
                  <a:pt x="259" y="42"/>
                </a:lnTo>
                <a:lnTo>
                  <a:pt x="258" y="42"/>
                </a:lnTo>
                <a:lnTo>
                  <a:pt x="258" y="41"/>
                </a:lnTo>
                <a:lnTo>
                  <a:pt x="259" y="41"/>
                </a:lnTo>
                <a:lnTo>
                  <a:pt x="259" y="40"/>
                </a:lnTo>
                <a:lnTo>
                  <a:pt x="260" y="40"/>
                </a:lnTo>
                <a:lnTo>
                  <a:pt x="259" y="40"/>
                </a:lnTo>
                <a:lnTo>
                  <a:pt x="260" y="39"/>
                </a:lnTo>
                <a:lnTo>
                  <a:pt x="260" y="40"/>
                </a:lnTo>
                <a:lnTo>
                  <a:pt x="261" y="41"/>
                </a:lnTo>
                <a:lnTo>
                  <a:pt x="262" y="42"/>
                </a:lnTo>
                <a:lnTo>
                  <a:pt x="263" y="43"/>
                </a:lnTo>
                <a:lnTo>
                  <a:pt x="264" y="43"/>
                </a:lnTo>
                <a:lnTo>
                  <a:pt x="264" y="44"/>
                </a:lnTo>
                <a:lnTo>
                  <a:pt x="265" y="45"/>
                </a:lnTo>
                <a:lnTo>
                  <a:pt x="265" y="46"/>
                </a:lnTo>
                <a:lnTo>
                  <a:pt x="266" y="46"/>
                </a:lnTo>
                <a:lnTo>
                  <a:pt x="267" y="46"/>
                </a:lnTo>
                <a:lnTo>
                  <a:pt x="268" y="47"/>
                </a:lnTo>
                <a:lnTo>
                  <a:pt x="268" y="48"/>
                </a:lnTo>
                <a:lnTo>
                  <a:pt x="268" y="49"/>
                </a:lnTo>
                <a:lnTo>
                  <a:pt x="268" y="51"/>
                </a:lnTo>
                <a:lnTo>
                  <a:pt x="269" y="53"/>
                </a:lnTo>
                <a:lnTo>
                  <a:pt x="270" y="53"/>
                </a:lnTo>
                <a:lnTo>
                  <a:pt x="271" y="54"/>
                </a:lnTo>
                <a:lnTo>
                  <a:pt x="272" y="54"/>
                </a:lnTo>
                <a:lnTo>
                  <a:pt x="273" y="55"/>
                </a:lnTo>
                <a:lnTo>
                  <a:pt x="273" y="57"/>
                </a:lnTo>
                <a:lnTo>
                  <a:pt x="274" y="57"/>
                </a:lnTo>
                <a:lnTo>
                  <a:pt x="275" y="57"/>
                </a:lnTo>
                <a:lnTo>
                  <a:pt x="276" y="57"/>
                </a:lnTo>
                <a:lnTo>
                  <a:pt x="276" y="58"/>
                </a:lnTo>
                <a:lnTo>
                  <a:pt x="276" y="59"/>
                </a:lnTo>
                <a:lnTo>
                  <a:pt x="275" y="59"/>
                </a:lnTo>
                <a:lnTo>
                  <a:pt x="274" y="59"/>
                </a:lnTo>
                <a:lnTo>
                  <a:pt x="273" y="59"/>
                </a:lnTo>
                <a:lnTo>
                  <a:pt x="273" y="60"/>
                </a:lnTo>
                <a:lnTo>
                  <a:pt x="274" y="60"/>
                </a:lnTo>
                <a:lnTo>
                  <a:pt x="275" y="61"/>
                </a:lnTo>
                <a:lnTo>
                  <a:pt x="275" y="62"/>
                </a:lnTo>
                <a:lnTo>
                  <a:pt x="274" y="62"/>
                </a:lnTo>
                <a:lnTo>
                  <a:pt x="274" y="63"/>
                </a:lnTo>
                <a:lnTo>
                  <a:pt x="273" y="63"/>
                </a:lnTo>
                <a:lnTo>
                  <a:pt x="273" y="62"/>
                </a:lnTo>
                <a:lnTo>
                  <a:pt x="272" y="63"/>
                </a:lnTo>
                <a:lnTo>
                  <a:pt x="272" y="64"/>
                </a:lnTo>
                <a:lnTo>
                  <a:pt x="272" y="65"/>
                </a:lnTo>
                <a:lnTo>
                  <a:pt x="273" y="65"/>
                </a:lnTo>
                <a:lnTo>
                  <a:pt x="273" y="67"/>
                </a:lnTo>
                <a:lnTo>
                  <a:pt x="273" y="68"/>
                </a:lnTo>
                <a:lnTo>
                  <a:pt x="272" y="69"/>
                </a:lnTo>
                <a:lnTo>
                  <a:pt x="271" y="70"/>
                </a:lnTo>
                <a:lnTo>
                  <a:pt x="270" y="71"/>
                </a:lnTo>
                <a:lnTo>
                  <a:pt x="268" y="71"/>
                </a:lnTo>
                <a:lnTo>
                  <a:pt x="268" y="72"/>
                </a:lnTo>
                <a:lnTo>
                  <a:pt x="268" y="74"/>
                </a:lnTo>
                <a:lnTo>
                  <a:pt x="268" y="75"/>
                </a:lnTo>
                <a:lnTo>
                  <a:pt x="269" y="75"/>
                </a:lnTo>
                <a:lnTo>
                  <a:pt x="270" y="75"/>
                </a:lnTo>
                <a:lnTo>
                  <a:pt x="271" y="75"/>
                </a:lnTo>
                <a:lnTo>
                  <a:pt x="271" y="74"/>
                </a:lnTo>
                <a:lnTo>
                  <a:pt x="271" y="73"/>
                </a:lnTo>
                <a:lnTo>
                  <a:pt x="270" y="73"/>
                </a:lnTo>
                <a:lnTo>
                  <a:pt x="270" y="72"/>
                </a:lnTo>
                <a:lnTo>
                  <a:pt x="271" y="72"/>
                </a:lnTo>
                <a:lnTo>
                  <a:pt x="272" y="73"/>
                </a:lnTo>
                <a:lnTo>
                  <a:pt x="273" y="73"/>
                </a:lnTo>
                <a:lnTo>
                  <a:pt x="274" y="73"/>
                </a:lnTo>
                <a:lnTo>
                  <a:pt x="274" y="74"/>
                </a:lnTo>
                <a:lnTo>
                  <a:pt x="274" y="75"/>
                </a:lnTo>
                <a:lnTo>
                  <a:pt x="275" y="75"/>
                </a:lnTo>
                <a:lnTo>
                  <a:pt x="276" y="76"/>
                </a:lnTo>
                <a:lnTo>
                  <a:pt x="276" y="75"/>
                </a:lnTo>
                <a:lnTo>
                  <a:pt x="277" y="75"/>
                </a:lnTo>
                <a:lnTo>
                  <a:pt x="277" y="74"/>
                </a:lnTo>
                <a:lnTo>
                  <a:pt x="277" y="75"/>
                </a:lnTo>
                <a:lnTo>
                  <a:pt x="278" y="75"/>
                </a:lnTo>
                <a:lnTo>
                  <a:pt x="279" y="75"/>
                </a:lnTo>
                <a:lnTo>
                  <a:pt x="280" y="76"/>
                </a:lnTo>
                <a:lnTo>
                  <a:pt x="280" y="77"/>
                </a:lnTo>
                <a:lnTo>
                  <a:pt x="280" y="78"/>
                </a:lnTo>
                <a:lnTo>
                  <a:pt x="281" y="78"/>
                </a:lnTo>
                <a:lnTo>
                  <a:pt x="281" y="79"/>
                </a:lnTo>
                <a:lnTo>
                  <a:pt x="281" y="78"/>
                </a:lnTo>
                <a:lnTo>
                  <a:pt x="282" y="78"/>
                </a:lnTo>
                <a:lnTo>
                  <a:pt x="283" y="77"/>
                </a:lnTo>
                <a:lnTo>
                  <a:pt x="284" y="77"/>
                </a:lnTo>
                <a:lnTo>
                  <a:pt x="285" y="77"/>
                </a:lnTo>
                <a:lnTo>
                  <a:pt x="285" y="75"/>
                </a:lnTo>
                <a:lnTo>
                  <a:pt x="284" y="74"/>
                </a:lnTo>
                <a:lnTo>
                  <a:pt x="284" y="73"/>
                </a:lnTo>
                <a:lnTo>
                  <a:pt x="283" y="72"/>
                </a:lnTo>
                <a:lnTo>
                  <a:pt x="283" y="70"/>
                </a:lnTo>
                <a:lnTo>
                  <a:pt x="283" y="69"/>
                </a:lnTo>
                <a:lnTo>
                  <a:pt x="284" y="68"/>
                </a:lnTo>
                <a:lnTo>
                  <a:pt x="285" y="68"/>
                </a:lnTo>
                <a:lnTo>
                  <a:pt x="286" y="67"/>
                </a:lnTo>
                <a:lnTo>
                  <a:pt x="288" y="67"/>
                </a:lnTo>
                <a:lnTo>
                  <a:pt x="288" y="66"/>
                </a:lnTo>
                <a:lnTo>
                  <a:pt x="287" y="66"/>
                </a:lnTo>
                <a:lnTo>
                  <a:pt x="287" y="65"/>
                </a:lnTo>
                <a:lnTo>
                  <a:pt x="286" y="65"/>
                </a:lnTo>
                <a:lnTo>
                  <a:pt x="286" y="64"/>
                </a:lnTo>
                <a:lnTo>
                  <a:pt x="285" y="63"/>
                </a:lnTo>
                <a:lnTo>
                  <a:pt x="286" y="62"/>
                </a:lnTo>
                <a:lnTo>
                  <a:pt x="287" y="62"/>
                </a:lnTo>
                <a:lnTo>
                  <a:pt x="288" y="61"/>
                </a:lnTo>
                <a:lnTo>
                  <a:pt x="289" y="61"/>
                </a:lnTo>
                <a:lnTo>
                  <a:pt x="289" y="62"/>
                </a:lnTo>
                <a:lnTo>
                  <a:pt x="289" y="63"/>
                </a:lnTo>
                <a:lnTo>
                  <a:pt x="289" y="64"/>
                </a:lnTo>
                <a:lnTo>
                  <a:pt x="290" y="64"/>
                </a:lnTo>
                <a:lnTo>
                  <a:pt x="291" y="64"/>
                </a:lnTo>
                <a:lnTo>
                  <a:pt x="291" y="63"/>
                </a:lnTo>
                <a:lnTo>
                  <a:pt x="292" y="63"/>
                </a:lnTo>
                <a:lnTo>
                  <a:pt x="292" y="62"/>
                </a:lnTo>
                <a:lnTo>
                  <a:pt x="292" y="61"/>
                </a:lnTo>
                <a:lnTo>
                  <a:pt x="295" y="61"/>
                </a:lnTo>
                <a:lnTo>
                  <a:pt x="296" y="61"/>
                </a:lnTo>
                <a:lnTo>
                  <a:pt x="296" y="60"/>
                </a:lnTo>
                <a:lnTo>
                  <a:pt x="296" y="59"/>
                </a:lnTo>
                <a:lnTo>
                  <a:pt x="296" y="58"/>
                </a:lnTo>
                <a:lnTo>
                  <a:pt x="295" y="58"/>
                </a:lnTo>
                <a:lnTo>
                  <a:pt x="296" y="57"/>
                </a:lnTo>
                <a:lnTo>
                  <a:pt x="296" y="56"/>
                </a:lnTo>
                <a:lnTo>
                  <a:pt x="297" y="54"/>
                </a:lnTo>
                <a:lnTo>
                  <a:pt x="296" y="54"/>
                </a:lnTo>
                <a:lnTo>
                  <a:pt x="295" y="54"/>
                </a:lnTo>
                <a:lnTo>
                  <a:pt x="294" y="53"/>
                </a:lnTo>
                <a:lnTo>
                  <a:pt x="295" y="52"/>
                </a:lnTo>
                <a:lnTo>
                  <a:pt x="295" y="51"/>
                </a:lnTo>
                <a:lnTo>
                  <a:pt x="294" y="51"/>
                </a:lnTo>
                <a:lnTo>
                  <a:pt x="294" y="50"/>
                </a:lnTo>
                <a:lnTo>
                  <a:pt x="293" y="50"/>
                </a:lnTo>
                <a:lnTo>
                  <a:pt x="292" y="50"/>
                </a:lnTo>
                <a:lnTo>
                  <a:pt x="292" y="49"/>
                </a:lnTo>
                <a:lnTo>
                  <a:pt x="292" y="48"/>
                </a:lnTo>
                <a:lnTo>
                  <a:pt x="292" y="47"/>
                </a:lnTo>
                <a:lnTo>
                  <a:pt x="292" y="46"/>
                </a:lnTo>
                <a:lnTo>
                  <a:pt x="293" y="45"/>
                </a:lnTo>
                <a:lnTo>
                  <a:pt x="295" y="45"/>
                </a:lnTo>
                <a:lnTo>
                  <a:pt x="296" y="45"/>
                </a:lnTo>
                <a:lnTo>
                  <a:pt x="296" y="44"/>
                </a:lnTo>
                <a:lnTo>
                  <a:pt x="297" y="44"/>
                </a:lnTo>
                <a:lnTo>
                  <a:pt x="297" y="43"/>
                </a:lnTo>
                <a:lnTo>
                  <a:pt x="298" y="43"/>
                </a:lnTo>
                <a:lnTo>
                  <a:pt x="299" y="43"/>
                </a:lnTo>
                <a:lnTo>
                  <a:pt x="300" y="43"/>
                </a:lnTo>
                <a:lnTo>
                  <a:pt x="300" y="42"/>
                </a:lnTo>
                <a:lnTo>
                  <a:pt x="301" y="42"/>
                </a:lnTo>
                <a:lnTo>
                  <a:pt x="302" y="43"/>
                </a:lnTo>
                <a:lnTo>
                  <a:pt x="302" y="44"/>
                </a:lnTo>
                <a:lnTo>
                  <a:pt x="302" y="45"/>
                </a:lnTo>
                <a:lnTo>
                  <a:pt x="303" y="45"/>
                </a:lnTo>
                <a:lnTo>
                  <a:pt x="303" y="46"/>
                </a:lnTo>
                <a:lnTo>
                  <a:pt x="304" y="46"/>
                </a:lnTo>
                <a:lnTo>
                  <a:pt x="305" y="45"/>
                </a:lnTo>
                <a:lnTo>
                  <a:pt x="305" y="46"/>
                </a:lnTo>
                <a:lnTo>
                  <a:pt x="306" y="46"/>
                </a:lnTo>
                <a:lnTo>
                  <a:pt x="307" y="46"/>
                </a:lnTo>
                <a:lnTo>
                  <a:pt x="307" y="45"/>
                </a:lnTo>
                <a:lnTo>
                  <a:pt x="307" y="44"/>
                </a:lnTo>
                <a:lnTo>
                  <a:pt x="306" y="44"/>
                </a:lnTo>
                <a:lnTo>
                  <a:pt x="306" y="43"/>
                </a:lnTo>
                <a:lnTo>
                  <a:pt x="306" y="42"/>
                </a:lnTo>
                <a:lnTo>
                  <a:pt x="306" y="41"/>
                </a:lnTo>
                <a:lnTo>
                  <a:pt x="307" y="40"/>
                </a:lnTo>
                <a:lnTo>
                  <a:pt x="306" y="40"/>
                </a:lnTo>
                <a:lnTo>
                  <a:pt x="306" y="39"/>
                </a:lnTo>
                <a:lnTo>
                  <a:pt x="306" y="38"/>
                </a:lnTo>
                <a:lnTo>
                  <a:pt x="306" y="37"/>
                </a:lnTo>
                <a:lnTo>
                  <a:pt x="308" y="37"/>
                </a:lnTo>
                <a:lnTo>
                  <a:pt x="309" y="37"/>
                </a:lnTo>
                <a:lnTo>
                  <a:pt x="309" y="36"/>
                </a:lnTo>
                <a:lnTo>
                  <a:pt x="309" y="35"/>
                </a:lnTo>
                <a:lnTo>
                  <a:pt x="309" y="34"/>
                </a:lnTo>
                <a:lnTo>
                  <a:pt x="311" y="34"/>
                </a:lnTo>
                <a:lnTo>
                  <a:pt x="311" y="35"/>
                </a:lnTo>
                <a:lnTo>
                  <a:pt x="311" y="36"/>
                </a:lnTo>
                <a:lnTo>
                  <a:pt x="312" y="36"/>
                </a:lnTo>
                <a:lnTo>
                  <a:pt x="312" y="35"/>
                </a:lnTo>
                <a:lnTo>
                  <a:pt x="312" y="34"/>
                </a:lnTo>
                <a:lnTo>
                  <a:pt x="313" y="33"/>
                </a:lnTo>
                <a:lnTo>
                  <a:pt x="314" y="33"/>
                </a:lnTo>
                <a:lnTo>
                  <a:pt x="314" y="34"/>
                </a:lnTo>
                <a:lnTo>
                  <a:pt x="314" y="35"/>
                </a:lnTo>
                <a:lnTo>
                  <a:pt x="313" y="35"/>
                </a:lnTo>
                <a:lnTo>
                  <a:pt x="313" y="36"/>
                </a:lnTo>
                <a:lnTo>
                  <a:pt x="314" y="36"/>
                </a:lnTo>
                <a:lnTo>
                  <a:pt x="315" y="36"/>
                </a:lnTo>
                <a:lnTo>
                  <a:pt x="315" y="35"/>
                </a:lnTo>
                <a:lnTo>
                  <a:pt x="316" y="34"/>
                </a:lnTo>
                <a:lnTo>
                  <a:pt x="318" y="34"/>
                </a:lnTo>
                <a:lnTo>
                  <a:pt x="319" y="34"/>
                </a:lnTo>
                <a:lnTo>
                  <a:pt x="320" y="34"/>
                </a:lnTo>
                <a:lnTo>
                  <a:pt x="320" y="35"/>
                </a:lnTo>
                <a:lnTo>
                  <a:pt x="321" y="35"/>
                </a:lnTo>
                <a:lnTo>
                  <a:pt x="321" y="34"/>
                </a:lnTo>
                <a:lnTo>
                  <a:pt x="322" y="34"/>
                </a:lnTo>
                <a:lnTo>
                  <a:pt x="322" y="35"/>
                </a:lnTo>
                <a:lnTo>
                  <a:pt x="323" y="35"/>
                </a:lnTo>
                <a:lnTo>
                  <a:pt x="323" y="34"/>
                </a:lnTo>
                <a:lnTo>
                  <a:pt x="324" y="34"/>
                </a:lnTo>
                <a:lnTo>
                  <a:pt x="325" y="34"/>
                </a:lnTo>
                <a:lnTo>
                  <a:pt x="325" y="35"/>
                </a:lnTo>
                <a:lnTo>
                  <a:pt x="326" y="36"/>
                </a:lnTo>
                <a:lnTo>
                  <a:pt x="326" y="37"/>
                </a:lnTo>
                <a:lnTo>
                  <a:pt x="325" y="37"/>
                </a:lnTo>
                <a:lnTo>
                  <a:pt x="325" y="38"/>
                </a:lnTo>
                <a:lnTo>
                  <a:pt x="325" y="39"/>
                </a:lnTo>
                <a:lnTo>
                  <a:pt x="326" y="39"/>
                </a:lnTo>
                <a:lnTo>
                  <a:pt x="327" y="39"/>
                </a:lnTo>
                <a:lnTo>
                  <a:pt x="328" y="39"/>
                </a:lnTo>
                <a:lnTo>
                  <a:pt x="328" y="40"/>
                </a:lnTo>
                <a:lnTo>
                  <a:pt x="327" y="40"/>
                </a:lnTo>
                <a:lnTo>
                  <a:pt x="327" y="41"/>
                </a:lnTo>
                <a:lnTo>
                  <a:pt x="326" y="41"/>
                </a:lnTo>
                <a:lnTo>
                  <a:pt x="326" y="42"/>
                </a:lnTo>
                <a:lnTo>
                  <a:pt x="327" y="43"/>
                </a:lnTo>
                <a:lnTo>
                  <a:pt x="327" y="44"/>
                </a:lnTo>
                <a:lnTo>
                  <a:pt x="327" y="45"/>
                </a:lnTo>
                <a:lnTo>
                  <a:pt x="327" y="46"/>
                </a:lnTo>
                <a:lnTo>
                  <a:pt x="328" y="46"/>
                </a:lnTo>
                <a:lnTo>
                  <a:pt x="329" y="47"/>
                </a:lnTo>
                <a:lnTo>
                  <a:pt x="330" y="47"/>
                </a:lnTo>
                <a:lnTo>
                  <a:pt x="330" y="46"/>
                </a:lnTo>
                <a:lnTo>
                  <a:pt x="330" y="45"/>
                </a:lnTo>
                <a:lnTo>
                  <a:pt x="330" y="44"/>
                </a:lnTo>
                <a:lnTo>
                  <a:pt x="331" y="44"/>
                </a:lnTo>
                <a:lnTo>
                  <a:pt x="332" y="43"/>
                </a:lnTo>
                <a:lnTo>
                  <a:pt x="333" y="43"/>
                </a:lnTo>
                <a:lnTo>
                  <a:pt x="334" y="43"/>
                </a:lnTo>
                <a:lnTo>
                  <a:pt x="334" y="42"/>
                </a:lnTo>
                <a:lnTo>
                  <a:pt x="335" y="42"/>
                </a:lnTo>
                <a:lnTo>
                  <a:pt x="337" y="42"/>
                </a:lnTo>
                <a:lnTo>
                  <a:pt x="338" y="42"/>
                </a:lnTo>
                <a:lnTo>
                  <a:pt x="337" y="41"/>
                </a:lnTo>
                <a:lnTo>
                  <a:pt x="338" y="41"/>
                </a:lnTo>
                <a:lnTo>
                  <a:pt x="339" y="40"/>
                </a:lnTo>
                <a:lnTo>
                  <a:pt x="338" y="40"/>
                </a:lnTo>
                <a:lnTo>
                  <a:pt x="338" y="39"/>
                </a:lnTo>
                <a:lnTo>
                  <a:pt x="337" y="39"/>
                </a:lnTo>
                <a:lnTo>
                  <a:pt x="337" y="38"/>
                </a:lnTo>
                <a:lnTo>
                  <a:pt x="338" y="38"/>
                </a:lnTo>
                <a:lnTo>
                  <a:pt x="340" y="38"/>
                </a:lnTo>
                <a:lnTo>
                  <a:pt x="341" y="38"/>
                </a:lnTo>
                <a:lnTo>
                  <a:pt x="342" y="38"/>
                </a:lnTo>
                <a:lnTo>
                  <a:pt x="342" y="37"/>
                </a:lnTo>
                <a:lnTo>
                  <a:pt x="343" y="37"/>
                </a:lnTo>
                <a:lnTo>
                  <a:pt x="343" y="36"/>
                </a:lnTo>
                <a:lnTo>
                  <a:pt x="343" y="35"/>
                </a:lnTo>
                <a:lnTo>
                  <a:pt x="343" y="34"/>
                </a:lnTo>
                <a:lnTo>
                  <a:pt x="344" y="34"/>
                </a:lnTo>
                <a:lnTo>
                  <a:pt x="345" y="34"/>
                </a:lnTo>
                <a:lnTo>
                  <a:pt x="345" y="33"/>
                </a:lnTo>
                <a:lnTo>
                  <a:pt x="345" y="32"/>
                </a:lnTo>
                <a:lnTo>
                  <a:pt x="345" y="31"/>
                </a:lnTo>
                <a:lnTo>
                  <a:pt x="345" y="30"/>
                </a:lnTo>
                <a:lnTo>
                  <a:pt x="346" y="29"/>
                </a:lnTo>
                <a:lnTo>
                  <a:pt x="347" y="28"/>
                </a:lnTo>
                <a:lnTo>
                  <a:pt x="347" y="27"/>
                </a:lnTo>
                <a:lnTo>
                  <a:pt x="346" y="27"/>
                </a:lnTo>
                <a:lnTo>
                  <a:pt x="345" y="26"/>
                </a:lnTo>
                <a:lnTo>
                  <a:pt x="344" y="26"/>
                </a:lnTo>
                <a:lnTo>
                  <a:pt x="344" y="25"/>
                </a:lnTo>
                <a:lnTo>
                  <a:pt x="344" y="24"/>
                </a:lnTo>
                <a:lnTo>
                  <a:pt x="343" y="24"/>
                </a:lnTo>
                <a:lnTo>
                  <a:pt x="343" y="23"/>
                </a:lnTo>
                <a:lnTo>
                  <a:pt x="342" y="23"/>
                </a:lnTo>
                <a:lnTo>
                  <a:pt x="341" y="23"/>
                </a:lnTo>
                <a:lnTo>
                  <a:pt x="340" y="22"/>
                </a:lnTo>
                <a:lnTo>
                  <a:pt x="340" y="21"/>
                </a:lnTo>
                <a:lnTo>
                  <a:pt x="341" y="20"/>
                </a:lnTo>
                <a:lnTo>
                  <a:pt x="342" y="19"/>
                </a:lnTo>
                <a:lnTo>
                  <a:pt x="343" y="19"/>
                </a:lnTo>
                <a:lnTo>
                  <a:pt x="343" y="18"/>
                </a:lnTo>
                <a:lnTo>
                  <a:pt x="343" y="17"/>
                </a:lnTo>
                <a:lnTo>
                  <a:pt x="343" y="16"/>
                </a:lnTo>
                <a:lnTo>
                  <a:pt x="342" y="16"/>
                </a:lnTo>
                <a:lnTo>
                  <a:pt x="341" y="16"/>
                </a:lnTo>
                <a:lnTo>
                  <a:pt x="341" y="15"/>
                </a:lnTo>
                <a:lnTo>
                  <a:pt x="341" y="14"/>
                </a:lnTo>
                <a:lnTo>
                  <a:pt x="341" y="13"/>
                </a:lnTo>
                <a:lnTo>
                  <a:pt x="341" y="12"/>
                </a:lnTo>
                <a:lnTo>
                  <a:pt x="342" y="13"/>
                </a:lnTo>
                <a:lnTo>
                  <a:pt x="343" y="13"/>
                </a:lnTo>
                <a:lnTo>
                  <a:pt x="344" y="13"/>
                </a:lnTo>
                <a:lnTo>
                  <a:pt x="345" y="13"/>
                </a:lnTo>
                <a:lnTo>
                  <a:pt x="345" y="12"/>
                </a:lnTo>
                <a:lnTo>
                  <a:pt x="345" y="11"/>
                </a:lnTo>
                <a:lnTo>
                  <a:pt x="345" y="10"/>
                </a:lnTo>
                <a:lnTo>
                  <a:pt x="346" y="10"/>
                </a:lnTo>
                <a:lnTo>
                  <a:pt x="346" y="9"/>
                </a:lnTo>
                <a:lnTo>
                  <a:pt x="345" y="9"/>
                </a:lnTo>
                <a:lnTo>
                  <a:pt x="344" y="8"/>
                </a:lnTo>
                <a:lnTo>
                  <a:pt x="344" y="7"/>
                </a:lnTo>
                <a:lnTo>
                  <a:pt x="344" y="6"/>
                </a:lnTo>
                <a:lnTo>
                  <a:pt x="344" y="5"/>
                </a:lnTo>
                <a:lnTo>
                  <a:pt x="344" y="4"/>
                </a:lnTo>
                <a:lnTo>
                  <a:pt x="343" y="4"/>
                </a:lnTo>
                <a:lnTo>
                  <a:pt x="344" y="4"/>
                </a:lnTo>
                <a:lnTo>
                  <a:pt x="344" y="3"/>
                </a:lnTo>
                <a:lnTo>
                  <a:pt x="345" y="3"/>
                </a:lnTo>
                <a:lnTo>
                  <a:pt x="346" y="3"/>
                </a:lnTo>
                <a:lnTo>
                  <a:pt x="347" y="2"/>
                </a:lnTo>
                <a:lnTo>
                  <a:pt x="348" y="2"/>
                </a:lnTo>
                <a:lnTo>
                  <a:pt x="349" y="2"/>
                </a:lnTo>
                <a:lnTo>
                  <a:pt x="349" y="3"/>
                </a:lnTo>
                <a:lnTo>
                  <a:pt x="349" y="4"/>
                </a:lnTo>
                <a:lnTo>
                  <a:pt x="350" y="5"/>
                </a:lnTo>
                <a:lnTo>
                  <a:pt x="351" y="5"/>
                </a:lnTo>
                <a:lnTo>
                  <a:pt x="352" y="4"/>
                </a:lnTo>
                <a:lnTo>
                  <a:pt x="353" y="3"/>
                </a:lnTo>
                <a:lnTo>
                  <a:pt x="354" y="3"/>
                </a:lnTo>
                <a:lnTo>
                  <a:pt x="354" y="2"/>
                </a:lnTo>
                <a:lnTo>
                  <a:pt x="355" y="2"/>
                </a:lnTo>
                <a:lnTo>
                  <a:pt x="356" y="2"/>
                </a:lnTo>
                <a:lnTo>
                  <a:pt x="357" y="1"/>
                </a:lnTo>
                <a:lnTo>
                  <a:pt x="357" y="0"/>
                </a:lnTo>
                <a:lnTo>
                  <a:pt x="358" y="0"/>
                </a:lnTo>
                <a:lnTo>
                  <a:pt x="359" y="0"/>
                </a:lnTo>
                <a:lnTo>
                  <a:pt x="359" y="1"/>
                </a:lnTo>
                <a:lnTo>
                  <a:pt x="359" y="2"/>
                </a:lnTo>
                <a:close/>
              </a:path>
            </a:pathLst>
          </a:custGeom>
          <a:solidFill>
            <a:srgbClr val="FFF7B3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" name=""/>
          <p:cNvSpPr/>
          <p:nvPr/>
        </p:nvSpPr>
        <p:spPr>
          <a:xfrm>
            <a:off x="1553400" y="1916280"/>
            <a:ext cx="281520" cy="297720"/>
          </a:xfrm>
          <a:custGeom>
            <a:avLst/>
            <a:gdLst/>
            <a:ahLst/>
            <a:rect l="0" t="0" r="r" b="b"/>
            <a:pathLst>
              <a:path w="782" h="827">
                <a:moveTo>
                  <a:pt x="143" y="0"/>
                </a:moveTo>
                <a:lnTo>
                  <a:pt x="143" y="1"/>
                </a:lnTo>
                <a:lnTo>
                  <a:pt x="144" y="2"/>
                </a:lnTo>
                <a:lnTo>
                  <a:pt x="143" y="3"/>
                </a:lnTo>
                <a:lnTo>
                  <a:pt x="143" y="4"/>
                </a:lnTo>
                <a:lnTo>
                  <a:pt x="143" y="7"/>
                </a:lnTo>
                <a:lnTo>
                  <a:pt x="143" y="8"/>
                </a:lnTo>
                <a:lnTo>
                  <a:pt x="143" y="9"/>
                </a:lnTo>
                <a:lnTo>
                  <a:pt x="143" y="10"/>
                </a:lnTo>
                <a:lnTo>
                  <a:pt x="143" y="11"/>
                </a:lnTo>
                <a:lnTo>
                  <a:pt x="144" y="12"/>
                </a:lnTo>
                <a:lnTo>
                  <a:pt x="143" y="13"/>
                </a:lnTo>
                <a:lnTo>
                  <a:pt x="143" y="15"/>
                </a:lnTo>
                <a:lnTo>
                  <a:pt x="143" y="16"/>
                </a:lnTo>
                <a:lnTo>
                  <a:pt x="144" y="17"/>
                </a:lnTo>
                <a:lnTo>
                  <a:pt x="144" y="19"/>
                </a:lnTo>
                <a:lnTo>
                  <a:pt x="144" y="20"/>
                </a:lnTo>
                <a:lnTo>
                  <a:pt x="144" y="21"/>
                </a:lnTo>
                <a:lnTo>
                  <a:pt x="144" y="23"/>
                </a:lnTo>
                <a:lnTo>
                  <a:pt x="144" y="24"/>
                </a:lnTo>
                <a:lnTo>
                  <a:pt x="144" y="25"/>
                </a:lnTo>
                <a:lnTo>
                  <a:pt x="145" y="25"/>
                </a:lnTo>
                <a:lnTo>
                  <a:pt x="144" y="25"/>
                </a:lnTo>
                <a:lnTo>
                  <a:pt x="144" y="26"/>
                </a:lnTo>
                <a:lnTo>
                  <a:pt x="144" y="27"/>
                </a:lnTo>
                <a:lnTo>
                  <a:pt x="145" y="27"/>
                </a:lnTo>
                <a:lnTo>
                  <a:pt x="145" y="28"/>
                </a:lnTo>
                <a:lnTo>
                  <a:pt x="144" y="29"/>
                </a:lnTo>
                <a:lnTo>
                  <a:pt x="144" y="30"/>
                </a:lnTo>
                <a:lnTo>
                  <a:pt x="145" y="31"/>
                </a:lnTo>
                <a:lnTo>
                  <a:pt x="144" y="33"/>
                </a:lnTo>
                <a:lnTo>
                  <a:pt x="144" y="34"/>
                </a:lnTo>
                <a:lnTo>
                  <a:pt x="143" y="34"/>
                </a:lnTo>
                <a:lnTo>
                  <a:pt x="143" y="35"/>
                </a:lnTo>
                <a:lnTo>
                  <a:pt x="143" y="36"/>
                </a:lnTo>
                <a:lnTo>
                  <a:pt x="143" y="37"/>
                </a:lnTo>
                <a:lnTo>
                  <a:pt x="142" y="38"/>
                </a:lnTo>
                <a:lnTo>
                  <a:pt x="142" y="39"/>
                </a:lnTo>
                <a:lnTo>
                  <a:pt x="143" y="39"/>
                </a:lnTo>
                <a:lnTo>
                  <a:pt x="142" y="40"/>
                </a:lnTo>
                <a:lnTo>
                  <a:pt x="142" y="41"/>
                </a:lnTo>
                <a:lnTo>
                  <a:pt x="143" y="43"/>
                </a:lnTo>
                <a:lnTo>
                  <a:pt x="144" y="45"/>
                </a:lnTo>
                <a:lnTo>
                  <a:pt x="143" y="46"/>
                </a:lnTo>
                <a:lnTo>
                  <a:pt x="143" y="48"/>
                </a:lnTo>
                <a:lnTo>
                  <a:pt x="144" y="49"/>
                </a:lnTo>
                <a:lnTo>
                  <a:pt x="145" y="51"/>
                </a:lnTo>
                <a:lnTo>
                  <a:pt x="145" y="52"/>
                </a:lnTo>
                <a:lnTo>
                  <a:pt x="145" y="53"/>
                </a:lnTo>
                <a:lnTo>
                  <a:pt x="144" y="54"/>
                </a:lnTo>
                <a:lnTo>
                  <a:pt x="145" y="55"/>
                </a:lnTo>
                <a:lnTo>
                  <a:pt x="145" y="56"/>
                </a:lnTo>
                <a:lnTo>
                  <a:pt x="146" y="56"/>
                </a:lnTo>
                <a:lnTo>
                  <a:pt x="146" y="57"/>
                </a:lnTo>
                <a:lnTo>
                  <a:pt x="145" y="57"/>
                </a:lnTo>
                <a:lnTo>
                  <a:pt x="145" y="58"/>
                </a:lnTo>
                <a:lnTo>
                  <a:pt x="146" y="58"/>
                </a:lnTo>
                <a:lnTo>
                  <a:pt x="146" y="59"/>
                </a:lnTo>
                <a:lnTo>
                  <a:pt x="146" y="60"/>
                </a:lnTo>
                <a:lnTo>
                  <a:pt x="147" y="60"/>
                </a:lnTo>
                <a:lnTo>
                  <a:pt x="148" y="61"/>
                </a:lnTo>
                <a:lnTo>
                  <a:pt x="147" y="61"/>
                </a:lnTo>
                <a:lnTo>
                  <a:pt x="147" y="62"/>
                </a:lnTo>
                <a:lnTo>
                  <a:pt x="148" y="62"/>
                </a:lnTo>
                <a:lnTo>
                  <a:pt x="149" y="63"/>
                </a:lnTo>
                <a:lnTo>
                  <a:pt x="148" y="64"/>
                </a:lnTo>
                <a:lnTo>
                  <a:pt x="148" y="65"/>
                </a:lnTo>
                <a:lnTo>
                  <a:pt x="149" y="65"/>
                </a:lnTo>
                <a:lnTo>
                  <a:pt x="149" y="66"/>
                </a:lnTo>
                <a:lnTo>
                  <a:pt x="149" y="67"/>
                </a:lnTo>
                <a:lnTo>
                  <a:pt x="148" y="67"/>
                </a:lnTo>
                <a:lnTo>
                  <a:pt x="148" y="68"/>
                </a:lnTo>
                <a:lnTo>
                  <a:pt x="148" y="69"/>
                </a:lnTo>
                <a:lnTo>
                  <a:pt x="149" y="69"/>
                </a:lnTo>
                <a:lnTo>
                  <a:pt x="149" y="70"/>
                </a:lnTo>
                <a:lnTo>
                  <a:pt x="149" y="72"/>
                </a:lnTo>
                <a:lnTo>
                  <a:pt x="150" y="74"/>
                </a:lnTo>
                <a:lnTo>
                  <a:pt x="150" y="75"/>
                </a:lnTo>
                <a:lnTo>
                  <a:pt x="150" y="76"/>
                </a:lnTo>
                <a:lnTo>
                  <a:pt x="150" y="77"/>
                </a:lnTo>
                <a:lnTo>
                  <a:pt x="149" y="78"/>
                </a:lnTo>
                <a:lnTo>
                  <a:pt x="149" y="80"/>
                </a:lnTo>
                <a:lnTo>
                  <a:pt x="150" y="80"/>
                </a:lnTo>
                <a:lnTo>
                  <a:pt x="150" y="81"/>
                </a:lnTo>
                <a:lnTo>
                  <a:pt x="149" y="81"/>
                </a:lnTo>
                <a:lnTo>
                  <a:pt x="148" y="82"/>
                </a:lnTo>
                <a:lnTo>
                  <a:pt x="148" y="83"/>
                </a:lnTo>
                <a:lnTo>
                  <a:pt x="149" y="83"/>
                </a:lnTo>
                <a:lnTo>
                  <a:pt x="149" y="84"/>
                </a:lnTo>
                <a:lnTo>
                  <a:pt x="149" y="85"/>
                </a:lnTo>
                <a:lnTo>
                  <a:pt x="150" y="85"/>
                </a:lnTo>
                <a:lnTo>
                  <a:pt x="151" y="87"/>
                </a:lnTo>
                <a:lnTo>
                  <a:pt x="152" y="89"/>
                </a:lnTo>
                <a:lnTo>
                  <a:pt x="153" y="90"/>
                </a:lnTo>
                <a:lnTo>
                  <a:pt x="154" y="90"/>
                </a:lnTo>
                <a:lnTo>
                  <a:pt x="154" y="91"/>
                </a:lnTo>
                <a:lnTo>
                  <a:pt x="154" y="93"/>
                </a:lnTo>
                <a:lnTo>
                  <a:pt x="155" y="93"/>
                </a:lnTo>
                <a:lnTo>
                  <a:pt x="156" y="94"/>
                </a:lnTo>
                <a:lnTo>
                  <a:pt x="156" y="95"/>
                </a:lnTo>
                <a:lnTo>
                  <a:pt x="157" y="95"/>
                </a:lnTo>
                <a:lnTo>
                  <a:pt x="158" y="95"/>
                </a:lnTo>
                <a:lnTo>
                  <a:pt x="159" y="96"/>
                </a:lnTo>
                <a:lnTo>
                  <a:pt x="159" y="98"/>
                </a:lnTo>
                <a:lnTo>
                  <a:pt x="158" y="98"/>
                </a:lnTo>
                <a:lnTo>
                  <a:pt x="158" y="99"/>
                </a:lnTo>
                <a:lnTo>
                  <a:pt x="159" y="99"/>
                </a:lnTo>
                <a:lnTo>
                  <a:pt x="160" y="99"/>
                </a:lnTo>
                <a:lnTo>
                  <a:pt x="161" y="101"/>
                </a:lnTo>
                <a:lnTo>
                  <a:pt x="161" y="102"/>
                </a:lnTo>
                <a:lnTo>
                  <a:pt x="162" y="104"/>
                </a:lnTo>
                <a:lnTo>
                  <a:pt x="163" y="104"/>
                </a:lnTo>
                <a:lnTo>
                  <a:pt x="164" y="104"/>
                </a:lnTo>
                <a:lnTo>
                  <a:pt x="164" y="105"/>
                </a:lnTo>
                <a:lnTo>
                  <a:pt x="165" y="106"/>
                </a:lnTo>
                <a:lnTo>
                  <a:pt x="166" y="107"/>
                </a:lnTo>
                <a:lnTo>
                  <a:pt x="167" y="107"/>
                </a:lnTo>
                <a:lnTo>
                  <a:pt x="168" y="109"/>
                </a:lnTo>
                <a:lnTo>
                  <a:pt x="168" y="110"/>
                </a:lnTo>
                <a:lnTo>
                  <a:pt x="169" y="110"/>
                </a:lnTo>
                <a:lnTo>
                  <a:pt x="169" y="109"/>
                </a:lnTo>
                <a:lnTo>
                  <a:pt x="169" y="108"/>
                </a:lnTo>
                <a:lnTo>
                  <a:pt x="168" y="107"/>
                </a:lnTo>
                <a:lnTo>
                  <a:pt x="168" y="105"/>
                </a:lnTo>
                <a:lnTo>
                  <a:pt x="168" y="104"/>
                </a:lnTo>
                <a:lnTo>
                  <a:pt x="168" y="102"/>
                </a:lnTo>
                <a:lnTo>
                  <a:pt x="169" y="100"/>
                </a:lnTo>
                <a:lnTo>
                  <a:pt x="169" y="99"/>
                </a:lnTo>
                <a:lnTo>
                  <a:pt x="170" y="99"/>
                </a:lnTo>
                <a:lnTo>
                  <a:pt x="170" y="98"/>
                </a:lnTo>
                <a:lnTo>
                  <a:pt x="171" y="98"/>
                </a:lnTo>
                <a:lnTo>
                  <a:pt x="171" y="97"/>
                </a:lnTo>
                <a:lnTo>
                  <a:pt x="170" y="96"/>
                </a:lnTo>
                <a:lnTo>
                  <a:pt x="169" y="95"/>
                </a:lnTo>
                <a:lnTo>
                  <a:pt x="168" y="93"/>
                </a:lnTo>
                <a:lnTo>
                  <a:pt x="169" y="93"/>
                </a:lnTo>
                <a:lnTo>
                  <a:pt x="170" y="92"/>
                </a:lnTo>
                <a:lnTo>
                  <a:pt x="170" y="91"/>
                </a:lnTo>
                <a:lnTo>
                  <a:pt x="170" y="90"/>
                </a:lnTo>
                <a:lnTo>
                  <a:pt x="170" y="89"/>
                </a:lnTo>
                <a:lnTo>
                  <a:pt x="171" y="89"/>
                </a:lnTo>
                <a:lnTo>
                  <a:pt x="171" y="88"/>
                </a:lnTo>
                <a:lnTo>
                  <a:pt x="171" y="87"/>
                </a:lnTo>
                <a:lnTo>
                  <a:pt x="171" y="86"/>
                </a:lnTo>
                <a:lnTo>
                  <a:pt x="172" y="86"/>
                </a:lnTo>
                <a:lnTo>
                  <a:pt x="172" y="85"/>
                </a:lnTo>
                <a:lnTo>
                  <a:pt x="172" y="84"/>
                </a:lnTo>
                <a:lnTo>
                  <a:pt x="172" y="83"/>
                </a:lnTo>
                <a:lnTo>
                  <a:pt x="171" y="83"/>
                </a:lnTo>
                <a:lnTo>
                  <a:pt x="170" y="83"/>
                </a:lnTo>
                <a:lnTo>
                  <a:pt x="169" y="82"/>
                </a:lnTo>
                <a:lnTo>
                  <a:pt x="169" y="81"/>
                </a:lnTo>
                <a:lnTo>
                  <a:pt x="169" y="80"/>
                </a:lnTo>
                <a:lnTo>
                  <a:pt x="170" y="80"/>
                </a:lnTo>
                <a:lnTo>
                  <a:pt x="171" y="79"/>
                </a:lnTo>
                <a:lnTo>
                  <a:pt x="170" y="77"/>
                </a:lnTo>
                <a:lnTo>
                  <a:pt x="170" y="76"/>
                </a:lnTo>
                <a:lnTo>
                  <a:pt x="169" y="76"/>
                </a:lnTo>
                <a:lnTo>
                  <a:pt x="168" y="75"/>
                </a:lnTo>
                <a:lnTo>
                  <a:pt x="169" y="74"/>
                </a:lnTo>
                <a:lnTo>
                  <a:pt x="169" y="72"/>
                </a:lnTo>
                <a:lnTo>
                  <a:pt x="169" y="71"/>
                </a:lnTo>
                <a:lnTo>
                  <a:pt x="169" y="70"/>
                </a:lnTo>
                <a:lnTo>
                  <a:pt x="170" y="69"/>
                </a:lnTo>
                <a:lnTo>
                  <a:pt x="171" y="69"/>
                </a:lnTo>
                <a:lnTo>
                  <a:pt x="173" y="69"/>
                </a:lnTo>
                <a:lnTo>
                  <a:pt x="175" y="69"/>
                </a:lnTo>
                <a:lnTo>
                  <a:pt x="175" y="68"/>
                </a:lnTo>
                <a:lnTo>
                  <a:pt x="175" y="67"/>
                </a:lnTo>
                <a:lnTo>
                  <a:pt x="175" y="66"/>
                </a:lnTo>
                <a:lnTo>
                  <a:pt x="176" y="66"/>
                </a:lnTo>
                <a:lnTo>
                  <a:pt x="176" y="65"/>
                </a:lnTo>
                <a:lnTo>
                  <a:pt x="177" y="65"/>
                </a:lnTo>
                <a:lnTo>
                  <a:pt x="178" y="64"/>
                </a:lnTo>
                <a:lnTo>
                  <a:pt x="178" y="63"/>
                </a:lnTo>
                <a:lnTo>
                  <a:pt x="178" y="62"/>
                </a:lnTo>
                <a:lnTo>
                  <a:pt x="179" y="62"/>
                </a:lnTo>
                <a:lnTo>
                  <a:pt x="179" y="63"/>
                </a:lnTo>
                <a:lnTo>
                  <a:pt x="180" y="63"/>
                </a:lnTo>
                <a:lnTo>
                  <a:pt x="181" y="63"/>
                </a:lnTo>
                <a:lnTo>
                  <a:pt x="182" y="62"/>
                </a:lnTo>
                <a:lnTo>
                  <a:pt x="182" y="59"/>
                </a:lnTo>
                <a:lnTo>
                  <a:pt x="182" y="58"/>
                </a:lnTo>
                <a:lnTo>
                  <a:pt x="182" y="57"/>
                </a:lnTo>
                <a:lnTo>
                  <a:pt x="181" y="56"/>
                </a:lnTo>
                <a:lnTo>
                  <a:pt x="182" y="55"/>
                </a:lnTo>
                <a:lnTo>
                  <a:pt x="183" y="54"/>
                </a:lnTo>
                <a:lnTo>
                  <a:pt x="183" y="53"/>
                </a:lnTo>
                <a:lnTo>
                  <a:pt x="183" y="52"/>
                </a:lnTo>
                <a:lnTo>
                  <a:pt x="184" y="52"/>
                </a:lnTo>
                <a:lnTo>
                  <a:pt x="184" y="53"/>
                </a:lnTo>
                <a:lnTo>
                  <a:pt x="185" y="52"/>
                </a:lnTo>
                <a:lnTo>
                  <a:pt x="187" y="51"/>
                </a:lnTo>
                <a:lnTo>
                  <a:pt x="187" y="50"/>
                </a:lnTo>
                <a:lnTo>
                  <a:pt x="188" y="50"/>
                </a:lnTo>
                <a:lnTo>
                  <a:pt x="188" y="49"/>
                </a:lnTo>
                <a:lnTo>
                  <a:pt x="188" y="46"/>
                </a:lnTo>
                <a:lnTo>
                  <a:pt x="188" y="45"/>
                </a:lnTo>
                <a:lnTo>
                  <a:pt x="188" y="44"/>
                </a:lnTo>
                <a:lnTo>
                  <a:pt x="189" y="43"/>
                </a:lnTo>
                <a:lnTo>
                  <a:pt x="189" y="42"/>
                </a:lnTo>
                <a:lnTo>
                  <a:pt x="189" y="41"/>
                </a:lnTo>
                <a:lnTo>
                  <a:pt x="192" y="41"/>
                </a:lnTo>
                <a:lnTo>
                  <a:pt x="192" y="42"/>
                </a:lnTo>
                <a:lnTo>
                  <a:pt x="194" y="42"/>
                </a:lnTo>
                <a:lnTo>
                  <a:pt x="195" y="42"/>
                </a:lnTo>
                <a:lnTo>
                  <a:pt x="195" y="41"/>
                </a:lnTo>
                <a:lnTo>
                  <a:pt x="196" y="41"/>
                </a:lnTo>
                <a:lnTo>
                  <a:pt x="196" y="40"/>
                </a:lnTo>
                <a:lnTo>
                  <a:pt x="196" y="39"/>
                </a:lnTo>
                <a:lnTo>
                  <a:pt x="197" y="39"/>
                </a:lnTo>
                <a:lnTo>
                  <a:pt x="197" y="38"/>
                </a:lnTo>
                <a:lnTo>
                  <a:pt x="198" y="38"/>
                </a:lnTo>
                <a:lnTo>
                  <a:pt x="198" y="39"/>
                </a:lnTo>
                <a:lnTo>
                  <a:pt x="198" y="40"/>
                </a:lnTo>
                <a:lnTo>
                  <a:pt x="198" y="41"/>
                </a:lnTo>
                <a:lnTo>
                  <a:pt x="198" y="44"/>
                </a:lnTo>
                <a:lnTo>
                  <a:pt x="198" y="46"/>
                </a:lnTo>
                <a:lnTo>
                  <a:pt x="198" y="48"/>
                </a:lnTo>
                <a:lnTo>
                  <a:pt x="198" y="49"/>
                </a:lnTo>
                <a:lnTo>
                  <a:pt x="199" y="50"/>
                </a:lnTo>
                <a:lnTo>
                  <a:pt x="199" y="51"/>
                </a:lnTo>
                <a:lnTo>
                  <a:pt x="199" y="52"/>
                </a:lnTo>
                <a:lnTo>
                  <a:pt x="201" y="53"/>
                </a:lnTo>
                <a:lnTo>
                  <a:pt x="201" y="54"/>
                </a:lnTo>
                <a:lnTo>
                  <a:pt x="202" y="54"/>
                </a:lnTo>
                <a:lnTo>
                  <a:pt x="203" y="54"/>
                </a:lnTo>
                <a:lnTo>
                  <a:pt x="204" y="54"/>
                </a:lnTo>
                <a:lnTo>
                  <a:pt x="206" y="55"/>
                </a:lnTo>
                <a:lnTo>
                  <a:pt x="207" y="57"/>
                </a:lnTo>
                <a:lnTo>
                  <a:pt x="208" y="57"/>
                </a:lnTo>
                <a:lnTo>
                  <a:pt x="208" y="58"/>
                </a:lnTo>
                <a:lnTo>
                  <a:pt x="209" y="58"/>
                </a:lnTo>
                <a:lnTo>
                  <a:pt x="209" y="59"/>
                </a:lnTo>
                <a:lnTo>
                  <a:pt x="208" y="59"/>
                </a:lnTo>
                <a:lnTo>
                  <a:pt x="208" y="60"/>
                </a:lnTo>
                <a:lnTo>
                  <a:pt x="208" y="61"/>
                </a:lnTo>
                <a:lnTo>
                  <a:pt x="209" y="61"/>
                </a:lnTo>
                <a:lnTo>
                  <a:pt x="210" y="61"/>
                </a:lnTo>
                <a:lnTo>
                  <a:pt x="211" y="61"/>
                </a:lnTo>
                <a:lnTo>
                  <a:pt x="212" y="61"/>
                </a:lnTo>
                <a:lnTo>
                  <a:pt x="211" y="62"/>
                </a:lnTo>
                <a:lnTo>
                  <a:pt x="212" y="63"/>
                </a:lnTo>
                <a:lnTo>
                  <a:pt x="212" y="64"/>
                </a:lnTo>
                <a:lnTo>
                  <a:pt x="215" y="64"/>
                </a:lnTo>
                <a:lnTo>
                  <a:pt x="216" y="65"/>
                </a:lnTo>
                <a:lnTo>
                  <a:pt x="217" y="66"/>
                </a:lnTo>
                <a:lnTo>
                  <a:pt x="218" y="66"/>
                </a:lnTo>
                <a:lnTo>
                  <a:pt x="219" y="67"/>
                </a:lnTo>
                <a:lnTo>
                  <a:pt x="219" y="68"/>
                </a:lnTo>
                <a:lnTo>
                  <a:pt x="220" y="69"/>
                </a:lnTo>
                <a:lnTo>
                  <a:pt x="220" y="70"/>
                </a:lnTo>
                <a:lnTo>
                  <a:pt x="220" y="71"/>
                </a:lnTo>
                <a:lnTo>
                  <a:pt x="221" y="71"/>
                </a:lnTo>
                <a:lnTo>
                  <a:pt x="222" y="72"/>
                </a:lnTo>
                <a:lnTo>
                  <a:pt x="222" y="73"/>
                </a:lnTo>
                <a:lnTo>
                  <a:pt x="222" y="74"/>
                </a:lnTo>
                <a:lnTo>
                  <a:pt x="222" y="77"/>
                </a:lnTo>
                <a:lnTo>
                  <a:pt x="223" y="78"/>
                </a:lnTo>
                <a:lnTo>
                  <a:pt x="224" y="78"/>
                </a:lnTo>
                <a:lnTo>
                  <a:pt x="224" y="79"/>
                </a:lnTo>
                <a:lnTo>
                  <a:pt x="226" y="80"/>
                </a:lnTo>
                <a:lnTo>
                  <a:pt x="227" y="80"/>
                </a:lnTo>
                <a:lnTo>
                  <a:pt x="228" y="80"/>
                </a:lnTo>
                <a:lnTo>
                  <a:pt x="229" y="81"/>
                </a:lnTo>
                <a:lnTo>
                  <a:pt x="230" y="82"/>
                </a:lnTo>
                <a:lnTo>
                  <a:pt x="229" y="83"/>
                </a:lnTo>
                <a:lnTo>
                  <a:pt x="229" y="84"/>
                </a:lnTo>
                <a:lnTo>
                  <a:pt x="229" y="85"/>
                </a:lnTo>
                <a:lnTo>
                  <a:pt x="228" y="86"/>
                </a:lnTo>
                <a:lnTo>
                  <a:pt x="228" y="87"/>
                </a:lnTo>
                <a:lnTo>
                  <a:pt x="228" y="88"/>
                </a:lnTo>
                <a:lnTo>
                  <a:pt x="229" y="88"/>
                </a:lnTo>
                <a:lnTo>
                  <a:pt x="231" y="88"/>
                </a:lnTo>
                <a:lnTo>
                  <a:pt x="232" y="89"/>
                </a:lnTo>
                <a:lnTo>
                  <a:pt x="234" y="89"/>
                </a:lnTo>
                <a:lnTo>
                  <a:pt x="235" y="90"/>
                </a:lnTo>
                <a:lnTo>
                  <a:pt x="236" y="91"/>
                </a:lnTo>
                <a:lnTo>
                  <a:pt x="237" y="92"/>
                </a:lnTo>
                <a:lnTo>
                  <a:pt x="238" y="92"/>
                </a:lnTo>
                <a:lnTo>
                  <a:pt x="239" y="93"/>
                </a:lnTo>
                <a:lnTo>
                  <a:pt x="238" y="94"/>
                </a:lnTo>
                <a:lnTo>
                  <a:pt x="238" y="95"/>
                </a:lnTo>
                <a:lnTo>
                  <a:pt x="238" y="96"/>
                </a:lnTo>
                <a:lnTo>
                  <a:pt x="237" y="96"/>
                </a:lnTo>
                <a:lnTo>
                  <a:pt x="236" y="96"/>
                </a:lnTo>
                <a:lnTo>
                  <a:pt x="236" y="97"/>
                </a:lnTo>
                <a:lnTo>
                  <a:pt x="237" y="97"/>
                </a:lnTo>
                <a:lnTo>
                  <a:pt x="237" y="98"/>
                </a:lnTo>
                <a:lnTo>
                  <a:pt x="238" y="98"/>
                </a:lnTo>
                <a:lnTo>
                  <a:pt x="239" y="99"/>
                </a:lnTo>
                <a:lnTo>
                  <a:pt x="240" y="100"/>
                </a:lnTo>
                <a:lnTo>
                  <a:pt x="239" y="101"/>
                </a:lnTo>
                <a:lnTo>
                  <a:pt x="238" y="102"/>
                </a:lnTo>
                <a:lnTo>
                  <a:pt x="238" y="103"/>
                </a:lnTo>
                <a:lnTo>
                  <a:pt x="238" y="104"/>
                </a:lnTo>
                <a:lnTo>
                  <a:pt x="237" y="104"/>
                </a:lnTo>
                <a:lnTo>
                  <a:pt x="236" y="105"/>
                </a:lnTo>
                <a:lnTo>
                  <a:pt x="235" y="105"/>
                </a:lnTo>
                <a:lnTo>
                  <a:pt x="234" y="105"/>
                </a:lnTo>
                <a:lnTo>
                  <a:pt x="233" y="105"/>
                </a:lnTo>
                <a:lnTo>
                  <a:pt x="232" y="105"/>
                </a:lnTo>
                <a:lnTo>
                  <a:pt x="232" y="106"/>
                </a:lnTo>
                <a:lnTo>
                  <a:pt x="231" y="107"/>
                </a:lnTo>
                <a:lnTo>
                  <a:pt x="230" y="107"/>
                </a:lnTo>
                <a:lnTo>
                  <a:pt x="229" y="106"/>
                </a:lnTo>
                <a:lnTo>
                  <a:pt x="228" y="106"/>
                </a:lnTo>
                <a:lnTo>
                  <a:pt x="228" y="107"/>
                </a:lnTo>
                <a:lnTo>
                  <a:pt x="227" y="107"/>
                </a:lnTo>
                <a:lnTo>
                  <a:pt x="226" y="107"/>
                </a:lnTo>
                <a:lnTo>
                  <a:pt x="225" y="109"/>
                </a:lnTo>
                <a:lnTo>
                  <a:pt x="225" y="111"/>
                </a:lnTo>
                <a:lnTo>
                  <a:pt x="226" y="112"/>
                </a:lnTo>
                <a:lnTo>
                  <a:pt x="227" y="112"/>
                </a:lnTo>
                <a:lnTo>
                  <a:pt x="227" y="113"/>
                </a:lnTo>
                <a:lnTo>
                  <a:pt x="227" y="114"/>
                </a:lnTo>
                <a:lnTo>
                  <a:pt x="227" y="115"/>
                </a:lnTo>
                <a:lnTo>
                  <a:pt x="228" y="115"/>
                </a:lnTo>
                <a:lnTo>
                  <a:pt x="228" y="117"/>
                </a:lnTo>
                <a:lnTo>
                  <a:pt x="229" y="117"/>
                </a:lnTo>
                <a:lnTo>
                  <a:pt x="229" y="118"/>
                </a:lnTo>
                <a:lnTo>
                  <a:pt x="229" y="120"/>
                </a:lnTo>
                <a:lnTo>
                  <a:pt x="230" y="120"/>
                </a:lnTo>
                <a:lnTo>
                  <a:pt x="230" y="121"/>
                </a:lnTo>
                <a:lnTo>
                  <a:pt x="231" y="123"/>
                </a:lnTo>
                <a:lnTo>
                  <a:pt x="233" y="124"/>
                </a:lnTo>
                <a:lnTo>
                  <a:pt x="234" y="124"/>
                </a:lnTo>
                <a:lnTo>
                  <a:pt x="235" y="124"/>
                </a:lnTo>
                <a:lnTo>
                  <a:pt x="235" y="126"/>
                </a:lnTo>
                <a:lnTo>
                  <a:pt x="236" y="126"/>
                </a:lnTo>
                <a:lnTo>
                  <a:pt x="236" y="127"/>
                </a:lnTo>
                <a:lnTo>
                  <a:pt x="237" y="127"/>
                </a:lnTo>
                <a:lnTo>
                  <a:pt x="238" y="129"/>
                </a:lnTo>
                <a:lnTo>
                  <a:pt x="239" y="130"/>
                </a:lnTo>
                <a:lnTo>
                  <a:pt x="240" y="130"/>
                </a:lnTo>
                <a:lnTo>
                  <a:pt x="240" y="131"/>
                </a:lnTo>
                <a:lnTo>
                  <a:pt x="241" y="132"/>
                </a:lnTo>
                <a:lnTo>
                  <a:pt x="240" y="132"/>
                </a:lnTo>
                <a:lnTo>
                  <a:pt x="239" y="135"/>
                </a:lnTo>
                <a:lnTo>
                  <a:pt x="238" y="136"/>
                </a:lnTo>
                <a:lnTo>
                  <a:pt x="239" y="136"/>
                </a:lnTo>
                <a:lnTo>
                  <a:pt x="241" y="137"/>
                </a:lnTo>
                <a:lnTo>
                  <a:pt x="241" y="138"/>
                </a:lnTo>
                <a:lnTo>
                  <a:pt x="242" y="138"/>
                </a:lnTo>
                <a:lnTo>
                  <a:pt x="243" y="138"/>
                </a:lnTo>
                <a:lnTo>
                  <a:pt x="244" y="138"/>
                </a:lnTo>
                <a:lnTo>
                  <a:pt x="244" y="139"/>
                </a:lnTo>
                <a:lnTo>
                  <a:pt x="245" y="139"/>
                </a:lnTo>
                <a:lnTo>
                  <a:pt x="247" y="139"/>
                </a:lnTo>
                <a:lnTo>
                  <a:pt x="248" y="139"/>
                </a:lnTo>
                <a:lnTo>
                  <a:pt x="249" y="139"/>
                </a:lnTo>
                <a:lnTo>
                  <a:pt x="250" y="139"/>
                </a:lnTo>
                <a:lnTo>
                  <a:pt x="251" y="140"/>
                </a:lnTo>
                <a:lnTo>
                  <a:pt x="250" y="141"/>
                </a:lnTo>
                <a:lnTo>
                  <a:pt x="251" y="142"/>
                </a:lnTo>
                <a:lnTo>
                  <a:pt x="251" y="143"/>
                </a:lnTo>
                <a:lnTo>
                  <a:pt x="250" y="144"/>
                </a:lnTo>
                <a:lnTo>
                  <a:pt x="249" y="144"/>
                </a:lnTo>
                <a:lnTo>
                  <a:pt x="249" y="145"/>
                </a:lnTo>
                <a:lnTo>
                  <a:pt x="249" y="146"/>
                </a:lnTo>
                <a:lnTo>
                  <a:pt x="249" y="147"/>
                </a:lnTo>
                <a:lnTo>
                  <a:pt x="250" y="147"/>
                </a:lnTo>
                <a:lnTo>
                  <a:pt x="251" y="147"/>
                </a:lnTo>
                <a:lnTo>
                  <a:pt x="251" y="148"/>
                </a:lnTo>
                <a:lnTo>
                  <a:pt x="250" y="149"/>
                </a:lnTo>
                <a:lnTo>
                  <a:pt x="251" y="150"/>
                </a:lnTo>
                <a:lnTo>
                  <a:pt x="251" y="151"/>
                </a:lnTo>
                <a:lnTo>
                  <a:pt x="250" y="152"/>
                </a:lnTo>
                <a:lnTo>
                  <a:pt x="250" y="153"/>
                </a:lnTo>
                <a:lnTo>
                  <a:pt x="251" y="154"/>
                </a:lnTo>
                <a:lnTo>
                  <a:pt x="252" y="154"/>
                </a:lnTo>
                <a:lnTo>
                  <a:pt x="253" y="154"/>
                </a:lnTo>
                <a:lnTo>
                  <a:pt x="254" y="154"/>
                </a:lnTo>
                <a:lnTo>
                  <a:pt x="254" y="153"/>
                </a:lnTo>
                <a:lnTo>
                  <a:pt x="254" y="152"/>
                </a:lnTo>
                <a:lnTo>
                  <a:pt x="254" y="151"/>
                </a:lnTo>
                <a:lnTo>
                  <a:pt x="255" y="151"/>
                </a:lnTo>
                <a:lnTo>
                  <a:pt x="255" y="150"/>
                </a:lnTo>
                <a:lnTo>
                  <a:pt x="256" y="150"/>
                </a:lnTo>
                <a:lnTo>
                  <a:pt x="256" y="151"/>
                </a:lnTo>
                <a:lnTo>
                  <a:pt x="257" y="151"/>
                </a:lnTo>
                <a:lnTo>
                  <a:pt x="257" y="150"/>
                </a:lnTo>
                <a:lnTo>
                  <a:pt x="257" y="149"/>
                </a:lnTo>
                <a:lnTo>
                  <a:pt x="257" y="148"/>
                </a:lnTo>
                <a:lnTo>
                  <a:pt x="258" y="148"/>
                </a:lnTo>
                <a:lnTo>
                  <a:pt x="258" y="147"/>
                </a:lnTo>
                <a:lnTo>
                  <a:pt x="260" y="146"/>
                </a:lnTo>
                <a:lnTo>
                  <a:pt x="260" y="145"/>
                </a:lnTo>
                <a:lnTo>
                  <a:pt x="260" y="144"/>
                </a:lnTo>
                <a:lnTo>
                  <a:pt x="260" y="143"/>
                </a:lnTo>
                <a:lnTo>
                  <a:pt x="260" y="142"/>
                </a:lnTo>
                <a:lnTo>
                  <a:pt x="261" y="142"/>
                </a:lnTo>
                <a:lnTo>
                  <a:pt x="262" y="141"/>
                </a:lnTo>
                <a:lnTo>
                  <a:pt x="262" y="140"/>
                </a:lnTo>
                <a:lnTo>
                  <a:pt x="262" y="139"/>
                </a:lnTo>
                <a:lnTo>
                  <a:pt x="263" y="139"/>
                </a:lnTo>
                <a:lnTo>
                  <a:pt x="264" y="139"/>
                </a:lnTo>
                <a:lnTo>
                  <a:pt x="265" y="140"/>
                </a:lnTo>
                <a:lnTo>
                  <a:pt x="266" y="140"/>
                </a:lnTo>
                <a:lnTo>
                  <a:pt x="266" y="141"/>
                </a:lnTo>
                <a:lnTo>
                  <a:pt x="267" y="141"/>
                </a:lnTo>
                <a:lnTo>
                  <a:pt x="268" y="141"/>
                </a:lnTo>
                <a:lnTo>
                  <a:pt x="268" y="142"/>
                </a:lnTo>
                <a:lnTo>
                  <a:pt x="268" y="141"/>
                </a:lnTo>
                <a:lnTo>
                  <a:pt x="269" y="141"/>
                </a:lnTo>
                <a:lnTo>
                  <a:pt x="269" y="142"/>
                </a:lnTo>
                <a:lnTo>
                  <a:pt x="269" y="143"/>
                </a:lnTo>
                <a:lnTo>
                  <a:pt x="270" y="144"/>
                </a:lnTo>
                <a:lnTo>
                  <a:pt x="271" y="144"/>
                </a:lnTo>
                <a:lnTo>
                  <a:pt x="272" y="144"/>
                </a:lnTo>
                <a:lnTo>
                  <a:pt x="272" y="145"/>
                </a:lnTo>
                <a:lnTo>
                  <a:pt x="273" y="145"/>
                </a:lnTo>
                <a:lnTo>
                  <a:pt x="273" y="144"/>
                </a:lnTo>
                <a:lnTo>
                  <a:pt x="275" y="143"/>
                </a:lnTo>
                <a:lnTo>
                  <a:pt x="275" y="142"/>
                </a:lnTo>
                <a:lnTo>
                  <a:pt x="276" y="141"/>
                </a:lnTo>
                <a:lnTo>
                  <a:pt x="277" y="141"/>
                </a:lnTo>
                <a:lnTo>
                  <a:pt x="278" y="140"/>
                </a:lnTo>
                <a:lnTo>
                  <a:pt x="278" y="139"/>
                </a:lnTo>
                <a:lnTo>
                  <a:pt x="278" y="138"/>
                </a:lnTo>
                <a:lnTo>
                  <a:pt x="279" y="136"/>
                </a:lnTo>
                <a:lnTo>
                  <a:pt x="280" y="136"/>
                </a:lnTo>
                <a:lnTo>
                  <a:pt x="280" y="135"/>
                </a:lnTo>
                <a:lnTo>
                  <a:pt x="280" y="134"/>
                </a:lnTo>
                <a:lnTo>
                  <a:pt x="281" y="134"/>
                </a:lnTo>
                <a:lnTo>
                  <a:pt x="281" y="135"/>
                </a:lnTo>
                <a:lnTo>
                  <a:pt x="282" y="135"/>
                </a:lnTo>
                <a:lnTo>
                  <a:pt x="282" y="134"/>
                </a:lnTo>
                <a:lnTo>
                  <a:pt x="283" y="134"/>
                </a:lnTo>
                <a:lnTo>
                  <a:pt x="284" y="134"/>
                </a:lnTo>
                <a:lnTo>
                  <a:pt x="285" y="135"/>
                </a:lnTo>
                <a:lnTo>
                  <a:pt x="285" y="136"/>
                </a:lnTo>
                <a:lnTo>
                  <a:pt x="286" y="137"/>
                </a:lnTo>
                <a:lnTo>
                  <a:pt x="286" y="138"/>
                </a:lnTo>
                <a:lnTo>
                  <a:pt x="286" y="139"/>
                </a:lnTo>
                <a:lnTo>
                  <a:pt x="287" y="140"/>
                </a:lnTo>
                <a:lnTo>
                  <a:pt x="288" y="140"/>
                </a:lnTo>
                <a:lnTo>
                  <a:pt x="288" y="141"/>
                </a:lnTo>
                <a:lnTo>
                  <a:pt x="287" y="142"/>
                </a:lnTo>
                <a:lnTo>
                  <a:pt x="287" y="143"/>
                </a:lnTo>
                <a:lnTo>
                  <a:pt x="286" y="144"/>
                </a:lnTo>
                <a:lnTo>
                  <a:pt x="286" y="145"/>
                </a:lnTo>
                <a:lnTo>
                  <a:pt x="287" y="146"/>
                </a:lnTo>
                <a:lnTo>
                  <a:pt x="288" y="147"/>
                </a:lnTo>
                <a:lnTo>
                  <a:pt x="289" y="147"/>
                </a:lnTo>
                <a:lnTo>
                  <a:pt x="289" y="148"/>
                </a:lnTo>
                <a:lnTo>
                  <a:pt x="290" y="149"/>
                </a:lnTo>
                <a:lnTo>
                  <a:pt x="291" y="149"/>
                </a:lnTo>
                <a:lnTo>
                  <a:pt x="291" y="150"/>
                </a:lnTo>
                <a:lnTo>
                  <a:pt x="293" y="151"/>
                </a:lnTo>
                <a:lnTo>
                  <a:pt x="293" y="152"/>
                </a:lnTo>
                <a:lnTo>
                  <a:pt x="293" y="153"/>
                </a:lnTo>
                <a:lnTo>
                  <a:pt x="293" y="155"/>
                </a:lnTo>
                <a:lnTo>
                  <a:pt x="293" y="157"/>
                </a:lnTo>
                <a:lnTo>
                  <a:pt x="294" y="158"/>
                </a:lnTo>
                <a:lnTo>
                  <a:pt x="296" y="158"/>
                </a:lnTo>
                <a:lnTo>
                  <a:pt x="297" y="158"/>
                </a:lnTo>
                <a:lnTo>
                  <a:pt x="298" y="158"/>
                </a:lnTo>
                <a:lnTo>
                  <a:pt x="299" y="158"/>
                </a:lnTo>
                <a:lnTo>
                  <a:pt x="299" y="159"/>
                </a:lnTo>
                <a:lnTo>
                  <a:pt x="299" y="160"/>
                </a:lnTo>
                <a:lnTo>
                  <a:pt x="298" y="160"/>
                </a:lnTo>
                <a:lnTo>
                  <a:pt x="298" y="161"/>
                </a:lnTo>
                <a:lnTo>
                  <a:pt x="298" y="162"/>
                </a:lnTo>
                <a:lnTo>
                  <a:pt x="300" y="162"/>
                </a:lnTo>
                <a:lnTo>
                  <a:pt x="299" y="163"/>
                </a:lnTo>
                <a:lnTo>
                  <a:pt x="298" y="164"/>
                </a:lnTo>
                <a:lnTo>
                  <a:pt x="297" y="165"/>
                </a:lnTo>
                <a:lnTo>
                  <a:pt x="298" y="165"/>
                </a:lnTo>
                <a:lnTo>
                  <a:pt x="299" y="165"/>
                </a:lnTo>
                <a:lnTo>
                  <a:pt x="299" y="164"/>
                </a:lnTo>
                <a:lnTo>
                  <a:pt x="300" y="164"/>
                </a:lnTo>
                <a:lnTo>
                  <a:pt x="300" y="165"/>
                </a:lnTo>
                <a:lnTo>
                  <a:pt x="300" y="166"/>
                </a:lnTo>
                <a:lnTo>
                  <a:pt x="300" y="167"/>
                </a:lnTo>
                <a:lnTo>
                  <a:pt x="301" y="167"/>
                </a:lnTo>
                <a:lnTo>
                  <a:pt x="302" y="169"/>
                </a:lnTo>
                <a:lnTo>
                  <a:pt x="303" y="170"/>
                </a:lnTo>
                <a:lnTo>
                  <a:pt x="303" y="171"/>
                </a:lnTo>
                <a:lnTo>
                  <a:pt x="304" y="173"/>
                </a:lnTo>
                <a:lnTo>
                  <a:pt x="304" y="174"/>
                </a:lnTo>
                <a:lnTo>
                  <a:pt x="305" y="174"/>
                </a:lnTo>
                <a:lnTo>
                  <a:pt x="305" y="175"/>
                </a:lnTo>
                <a:lnTo>
                  <a:pt x="305" y="178"/>
                </a:lnTo>
                <a:lnTo>
                  <a:pt x="304" y="179"/>
                </a:lnTo>
                <a:lnTo>
                  <a:pt x="304" y="181"/>
                </a:lnTo>
                <a:lnTo>
                  <a:pt x="304" y="182"/>
                </a:lnTo>
                <a:lnTo>
                  <a:pt x="305" y="181"/>
                </a:lnTo>
                <a:lnTo>
                  <a:pt x="305" y="180"/>
                </a:lnTo>
                <a:lnTo>
                  <a:pt x="306" y="180"/>
                </a:lnTo>
                <a:lnTo>
                  <a:pt x="307" y="180"/>
                </a:lnTo>
                <a:lnTo>
                  <a:pt x="308" y="181"/>
                </a:lnTo>
                <a:lnTo>
                  <a:pt x="309" y="182"/>
                </a:lnTo>
                <a:lnTo>
                  <a:pt x="309" y="183"/>
                </a:lnTo>
                <a:lnTo>
                  <a:pt x="309" y="184"/>
                </a:lnTo>
                <a:lnTo>
                  <a:pt x="310" y="187"/>
                </a:lnTo>
                <a:lnTo>
                  <a:pt x="311" y="189"/>
                </a:lnTo>
                <a:lnTo>
                  <a:pt x="312" y="189"/>
                </a:lnTo>
                <a:lnTo>
                  <a:pt x="312" y="190"/>
                </a:lnTo>
                <a:lnTo>
                  <a:pt x="313" y="190"/>
                </a:lnTo>
                <a:lnTo>
                  <a:pt x="313" y="191"/>
                </a:lnTo>
                <a:lnTo>
                  <a:pt x="313" y="192"/>
                </a:lnTo>
                <a:lnTo>
                  <a:pt x="314" y="192"/>
                </a:lnTo>
                <a:lnTo>
                  <a:pt x="314" y="193"/>
                </a:lnTo>
                <a:lnTo>
                  <a:pt x="315" y="193"/>
                </a:lnTo>
                <a:lnTo>
                  <a:pt x="315" y="194"/>
                </a:lnTo>
                <a:lnTo>
                  <a:pt x="315" y="195"/>
                </a:lnTo>
                <a:lnTo>
                  <a:pt x="314" y="195"/>
                </a:lnTo>
                <a:lnTo>
                  <a:pt x="314" y="196"/>
                </a:lnTo>
                <a:lnTo>
                  <a:pt x="316" y="198"/>
                </a:lnTo>
                <a:lnTo>
                  <a:pt x="316" y="199"/>
                </a:lnTo>
                <a:lnTo>
                  <a:pt x="316" y="200"/>
                </a:lnTo>
                <a:lnTo>
                  <a:pt x="315" y="200"/>
                </a:lnTo>
                <a:lnTo>
                  <a:pt x="316" y="202"/>
                </a:lnTo>
                <a:lnTo>
                  <a:pt x="317" y="202"/>
                </a:lnTo>
                <a:lnTo>
                  <a:pt x="317" y="203"/>
                </a:lnTo>
                <a:lnTo>
                  <a:pt x="317" y="204"/>
                </a:lnTo>
                <a:lnTo>
                  <a:pt x="317" y="205"/>
                </a:lnTo>
                <a:lnTo>
                  <a:pt x="317" y="206"/>
                </a:lnTo>
                <a:lnTo>
                  <a:pt x="318" y="206"/>
                </a:lnTo>
                <a:lnTo>
                  <a:pt x="318" y="207"/>
                </a:lnTo>
                <a:lnTo>
                  <a:pt x="318" y="208"/>
                </a:lnTo>
                <a:lnTo>
                  <a:pt x="320" y="208"/>
                </a:lnTo>
                <a:lnTo>
                  <a:pt x="321" y="208"/>
                </a:lnTo>
                <a:lnTo>
                  <a:pt x="321" y="207"/>
                </a:lnTo>
                <a:lnTo>
                  <a:pt x="322" y="207"/>
                </a:lnTo>
                <a:lnTo>
                  <a:pt x="323" y="207"/>
                </a:lnTo>
                <a:lnTo>
                  <a:pt x="324" y="207"/>
                </a:lnTo>
                <a:lnTo>
                  <a:pt x="326" y="207"/>
                </a:lnTo>
                <a:lnTo>
                  <a:pt x="326" y="208"/>
                </a:lnTo>
                <a:lnTo>
                  <a:pt x="328" y="208"/>
                </a:lnTo>
                <a:lnTo>
                  <a:pt x="328" y="210"/>
                </a:lnTo>
                <a:lnTo>
                  <a:pt x="328" y="211"/>
                </a:lnTo>
                <a:lnTo>
                  <a:pt x="328" y="212"/>
                </a:lnTo>
                <a:lnTo>
                  <a:pt x="327" y="214"/>
                </a:lnTo>
                <a:lnTo>
                  <a:pt x="327" y="215"/>
                </a:lnTo>
                <a:lnTo>
                  <a:pt x="326" y="217"/>
                </a:lnTo>
                <a:lnTo>
                  <a:pt x="327" y="218"/>
                </a:lnTo>
                <a:lnTo>
                  <a:pt x="327" y="219"/>
                </a:lnTo>
                <a:lnTo>
                  <a:pt x="327" y="220"/>
                </a:lnTo>
                <a:lnTo>
                  <a:pt x="326" y="220"/>
                </a:lnTo>
                <a:lnTo>
                  <a:pt x="326" y="221"/>
                </a:lnTo>
                <a:lnTo>
                  <a:pt x="326" y="222"/>
                </a:lnTo>
                <a:lnTo>
                  <a:pt x="326" y="223"/>
                </a:lnTo>
                <a:lnTo>
                  <a:pt x="326" y="224"/>
                </a:lnTo>
                <a:lnTo>
                  <a:pt x="325" y="224"/>
                </a:lnTo>
                <a:lnTo>
                  <a:pt x="325" y="225"/>
                </a:lnTo>
                <a:lnTo>
                  <a:pt x="325" y="226"/>
                </a:lnTo>
                <a:lnTo>
                  <a:pt x="327" y="227"/>
                </a:lnTo>
                <a:lnTo>
                  <a:pt x="328" y="227"/>
                </a:lnTo>
                <a:lnTo>
                  <a:pt x="329" y="227"/>
                </a:lnTo>
                <a:lnTo>
                  <a:pt x="330" y="227"/>
                </a:lnTo>
                <a:lnTo>
                  <a:pt x="330" y="228"/>
                </a:lnTo>
                <a:lnTo>
                  <a:pt x="331" y="229"/>
                </a:lnTo>
                <a:lnTo>
                  <a:pt x="332" y="229"/>
                </a:lnTo>
                <a:lnTo>
                  <a:pt x="333" y="229"/>
                </a:lnTo>
                <a:lnTo>
                  <a:pt x="334" y="230"/>
                </a:lnTo>
                <a:lnTo>
                  <a:pt x="333" y="230"/>
                </a:lnTo>
                <a:lnTo>
                  <a:pt x="333" y="231"/>
                </a:lnTo>
                <a:lnTo>
                  <a:pt x="333" y="232"/>
                </a:lnTo>
                <a:lnTo>
                  <a:pt x="334" y="233"/>
                </a:lnTo>
                <a:lnTo>
                  <a:pt x="336" y="233"/>
                </a:lnTo>
                <a:lnTo>
                  <a:pt x="337" y="233"/>
                </a:lnTo>
                <a:lnTo>
                  <a:pt x="336" y="234"/>
                </a:lnTo>
                <a:lnTo>
                  <a:pt x="336" y="235"/>
                </a:lnTo>
                <a:lnTo>
                  <a:pt x="336" y="236"/>
                </a:lnTo>
                <a:lnTo>
                  <a:pt x="336" y="237"/>
                </a:lnTo>
                <a:lnTo>
                  <a:pt x="337" y="237"/>
                </a:lnTo>
                <a:lnTo>
                  <a:pt x="337" y="238"/>
                </a:lnTo>
                <a:lnTo>
                  <a:pt x="338" y="238"/>
                </a:lnTo>
                <a:lnTo>
                  <a:pt x="339" y="238"/>
                </a:lnTo>
                <a:lnTo>
                  <a:pt x="339" y="239"/>
                </a:lnTo>
                <a:lnTo>
                  <a:pt x="340" y="239"/>
                </a:lnTo>
                <a:lnTo>
                  <a:pt x="340" y="238"/>
                </a:lnTo>
                <a:lnTo>
                  <a:pt x="341" y="238"/>
                </a:lnTo>
                <a:lnTo>
                  <a:pt x="342" y="239"/>
                </a:lnTo>
                <a:lnTo>
                  <a:pt x="342" y="240"/>
                </a:lnTo>
                <a:lnTo>
                  <a:pt x="344" y="240"/>
                </a:lnTo>
                <a:lnTo>
                  <a:pt x="345" y="240"/>
                </a:lnTo>
                <a:lnTo>
                  <a:pt x="346" y="240"/>
                </a:lnTo>
                <a:lnTo>
                  <a:pt x="346" y="241"/>
                </a:lnTo>
                <a:lnTo>
                  <a:pt x="347" y="242"/>
                </a:lnTo>
                <a:lnTo>
                  <a:pt x="348" y="243"/>
                </a:lnTo>
                <a:lnTo>
                  <a:pt x="348" y="244"/>
                </a:lnTo>
                <a:lnTo>
                  <a:pt x="349" y="244"/>
                </a:lnTo>
                <a:lnTo>
                  <a:pt x="349" y="245"/>
                </a:lnTo>
                <a:lnTo>
                  <a:pt x="348" y="246"/>
                </a:lnTo>
                <a:lnTo>
                  <a:pt x="348" y="247"/>
                </a:lnTo>
                <a:lnTo>
                  <a:pt x="348" y="248"/>
                </a:lnTo>
                <a:lnTo>
                  <a:pt x="347" y="248"/>
                </a:lnTo>
                <a:lnTo>
                  <a:pt x="346" y="248"/>
                </a:lnTo>
                <a:lnTo>
                  <a:pt x="347" y="248"/>
                </a:lnTo>
                <a:lnTo>
                  <a:pt x="347" y="249"/>
                </a:lnTo>
                <a:lnTo>
                  <a:pt x="347" y="250"/>
                </a:lnTo>
                <a:lnTo>
                  <a:pt x="346" y="251"/>
                </a:lnTo>
                <a:lnTo>
                  <a:pt x="345" y="251"/>
                </a:lnTo>
                <a:lnTo>
                  <a:pt x="345" y="252"/>
                </a:lnTo>
                <a:lnTo>
                  <a:pt x="346" y="252"/>
                </a:lnTo>
                <a:lnTo>
                  <a:pt x="347" y="252"/>
                </a:lnTo>
                <a:lnTo>
                  <a:pt x="347" y="253"/>
                </a:lnTo>
                <a:lnTo>
                  <a:pt x="347" y="254"/>
                </a:lnTo>
                <a:lnTo>
                  <a:pt x="347" y="253"/>
                </a:lnTo>
                <a:lnTo>
                  <a:pt x="348" y="253"/>
                </a:lnTo>
                <a:lnTo>
                  <a:pt x="348" y="254"/>
                </a:lnTo>
                <a:lnTo>
                  <a:pt x="348" y="255"/>
                </a:lnTo>
                <a:lnTo>
                  <a:pt x="348" y="256"/>
                </a:lnTo>
                <a:lnTo>
                  <a:pt x="349" y="257"/>
                </a:lnTo>
                <a:lnTo>
                  <a:pt x="351" y="257"/>
                </a:lnTo>
                <a:lnTo>
                  <a:pt x="351" y="256"/>
                </a:lnTo>
                <a:lnTo>
                  <a:pt x="351" y="255"/>
                </a:lnTo>
                <a:lnTo>
                  <a:pt x="352" y="255"/>
                </a:lnTo>
                <a:lnTo>
                  <a:pt x="352" y="254"/>
                </a:lnTo>
                <a:lnTo>
                  <a:pt x="352" y="255"/>
                </a:lnTo>
                <a:lnTo>
                  <a:pt x="353" y="255"/>
                </a:lnTo>
                <a:lnTo>
                  <a:pt x="354" y="255"/>
                </a:lnTo>
                <a:lnTo>
                  <a:pt x="354" y="256"/>
                </a:lnTo>
                <a:lnTo>
                  <a:pt x="354" y="255"/>
                </a:lnTo>
                <a:lnTo>
                  <a:pt x="354" y="254"/>
                </a:lnTo>
                <a:lnTo>
                  <a:pt x="354" y="253"/>
                </a:lnTo>
                <a:lnTo>
                  <a:pt x="354" y="252"/>
                </a:lnTo>
                <a:lnTo>
                  <a:pt x="353" y="252"/>
                </a:lnTo>
                <a:lnTo>
                  <a:pt x="353" y="251"/>
                </a:lnTo>
                <a:lnTo>
                  <a:pt x="353" y="250"/>
                </a:lnTo>
                <a:lnTo>
                  <a:pt x="354" y="250"/>
                </a:lnTo>
                <a:lnTo>
                  <a:pt x="355" y="250"/>
                </a:lnTo>
                <a:lnTo>
                  <a:pt x="356" y="250"/>
                </a:lnTo>
                <a:lnTo>
                  <a:pt x="357" y="251"/>
                </a:lnTo>
                <a:lnTo>
                  <a:pt x="358" y="252"/>
                </a:lnTo>
                <a:lnTo>
                  <a:pt x="358" y="251"/>
                </a:lnTo>
                <a:lnTo>
                  <a:pt x="359" y="251"/>
                </a:lnTo>
                <a:lnTo>
                  <a:pt x="359" y="252"/>
                </a:lnTo>
                <a:lnTo>
                  <a:pt x="359" y="253"/>
                </a:lnTo>
                <a:lnTo>
                  <a:pt x="358" y="253"/>
                </a:lnTo>
                <a:lnTo>
                  <a:pt x="357" y="254"/>
                </a:lnTo>
                <a:lnTo>
                  <a:pt x="358" y="255"/>
                </a:lnTo>
                <a:lnTo>
                  <a:pt x="358" y="256"/>
                </a:lnTo>
                <a:lnTo>
                  <a:pt x="357" y="256"/>
                </a:lnTo>
                <a:lnTo>
                  <a:pt x="356" y="256"/>
                </a:lnTo>
                <a:lnTo>
                  <a:pt x="356" y="257"/>
                </a:lnTo>
                <a:lnTo>
                  <a:pt x="355" y="257"/>
                </a:lnTo>
                <a:lnTo>
                  <a:pt x="355" y="258"/>
                </a:lnTo>
                <a:lnTo>
                  <a:pt x="354" y="258"/>
                </a:lnTo>
                <a:lnTo>
                  <a:pt x="354" y="259"/>
                </a:lnTo>
                <a:lnTo>
                  <a:pt x="354" y="260"/>
                </a:lnTo>
                <a:lnTo>
                  <a:pt x="355" y="260"/>
                </a:lnTo>
                <a:lnTo>
                  <a:pt x="356" y="261"/>
                </a:lnTo>
                <a:lnTo>
                  <a:pt x="356" y="263"/>
                </a:lnTo>
                <a:lnTo>
                  <a:pt x="355" y="265"/>
                </a:lnTo>
                <a:lnTo>
                  <a:pt x="355" y="266"/>
                </a:lnTo>
                <a:lnTo>
                  <a:pt x="355" y="267"/>
                </a:lnTo>
                <a:lnTo>
                  <a:pt x="355" y="268"/>
                </a:lnTo>
                <a:lnTo>
                  <a:pt x="354" y="268"/>
                </a:lnTo>
                <a:lnTo>
                  <a:pt x="354" y="269"/>
                </a:lnTo>
                <a:lnTo>
                  <a:pt x="353" y="269"/>
                </a:lnTo>
                <a:lnTo>
                  <a:pt x="352" y="268"/>
                </a:lnTo>
                <a:lnTo>
                  <a:pt x="352" y="269"/>
                </a:lnTo>
                <a:lnTo>
                  <a:pt x="351" y="269"/>
                </a:lnTo>
                <a:lnTo>
                  <a:pt x="350" y="268"/>
                </a:lnTo>
                <a:lnTo>
                  <a:pt x="349" y="268"/>
                </a:lnTo>
                <a:lnTo>
                  <a:pt x="349" y="269"/>
                </a:lnTo>
                <a:lnTo>
                  <a:pt x="349" y="270"/>
                </a:lnTo>
                <a:lnTo>
                  <a:pt x="349" y="271"/>
                </a:lnTo>
                <a:lnTo>
                  <a:pt x="349" y="273"/>
                </a:lnTo>
                <a:lnTo>
                  <a:pt x="349" y="274"/>
                </a:lnTo>
                <a:lnTo>
                  <a:pt x="349" y="275"/>
                </a:lnTo>
                <a:lnTo>
                  <a:pt x="350" y="274"/>
                </a:lnTo>
                <a:lnTo>
                  <a:pt x="351" y="274"/>
                </a:lnTo>
                <a:lnTo>
                  <a:pt x="351" y="275"/>
                </a:lnTo>
                <a:lnTo>
                  <a:pt x="351" y="276"/>
                </a:lnTo>
                <a:lnTo>
                  <a:pt x="352" y="276"/>
                </a:lnTo>
                <a:lnTo>
                  <a:pt x="352" y="275"/>
                </a:lnTo>
                <a:lnTo>
                  <a:pt x="353" y="275"/>
                </a:lnTo>
                <a:lnTo>
                  <a:pt x="353" y="276"/>
                </a:lnTo>
                <a:lnTo>
                  <a:pt x="353" y="277"/>
                </a:lnTo>
                <a:lnTo>
                  <a:pt x="353" y="278"/>
                </a:lnTo>
                <a:lnTo>
                  <a:pt x="354" y="279"/>
                </a:lnTo>
                <a:lnTo>
                  <a:pt x="354" y="280"/>
                </a:lnTo>
                <a:lnTo>
                  <a:pt x="356" y="279"/>
                </a:lnTo>
                <a:lnTo>
                  <a:pt x="357" y="279"/>
                </a:lnTo>
                <a:lnTo>
                  <a:pt x="358" y="279"/>
                </a:lnTo>
                <a:lnTo>
                  <a:pt x="359" y="279"/>
                </a:lnTo>
                <a:lnTo>
                  <a:pt x="360" y="281"/>
                </a:lnTo>
                <a:lnTo>
                  <a:pt x="360" y="282"/>
                </a:lnTo>
                <a:lnTo>
                  <a:pt x="361" y="282"/>
                </a:lnTo>
                <a:lnTo>
                  <a:pt x="362" y="283"/>
                </a:lnTo>
                <a:lnTo>
                  <a:pt x="363" y="283"/>
                </a:lnTo>
                <a:lnTo>
                  <a:pt x="363" y="284"/>
                </a:lnTo>
                <a:lnTo>
                  <a:pt x="364" y="284"/>
                </a:lnTo>
                <a:lnTo>
                  <a:pt x="365" y="285"/>
                </a:lnTo>
                <a:lnTo>
                  <a:pt x="366" y="286"/>
                </a:lnTo>
                <a:lnTo>
                  <a:pt x="367" y="287"/>
                </a:lnTo>
                <a:lnTo>
                  <a:pt x="368" y="288"/>
                </a:lnTo>
                <a:lnTo>
                  <a:pt x="370" y="290"/>
                </a:lnTo>
                <a:lnTo>
                  <a:pt x="371" y="290"/>
                </a:lnTo>
                <a:lnTo>
                  <a:pt x="370" y="291"/>
                </a:lnTo>
                <a:lnTo>
                  <a:pt x="370" y="292"/>
                </a:lnTo>
                <a:lnTo>
                  <a:pt x="370" y="293"/>
                </a:lnTo>
                <a:lnTo>
                  <a:pt x="370" y="294"/>
                </a:lnTo>
                <a:lnTo>
                  <a:pt x="371" y="294"/>
                </a:lnTo>
                <a:lnTo>
                  <a:pt x="372" y="294"/>
                </a:lnTo>
                <a:lnTo>
                  <a:pt x="373" y="294"/>
                </a:lnTo>
                <a:lnTo>
                  <a:pt x="373" y="295"/>
                </a:lnTo>
                <a:lnTo>
                  <a:pt x="372" y="295"/>
                </a:lnTo>
                <a:lnTo>
                  <a:pt x="372" y="296"/>
                </a:lnTo>
                <a:lnTo>
                  <a:pt x="371" y="297"/>
                </a:lnTo>
                <a:lnTo>
                  <a:pt x="371" y="298"/>
                </a:lnTo>
                <a:lnTo>
                  <a:pt x="372" y="298"/>
                </a:lnTo>
                <a:lnTo>
                  <a:pt x="373" y="298"/>
                </a:lnTo>
                <a:lnTo>
                  <a:pt x="373" y="299"/>
                </a:lnTo>
                <a:lnTo>
                  <a:pt x="372" y="299"/>
                </a:lnTo>
                <a:lnTo>
                  <a:pt x="371" y="299"/>
                </a:lnTo>
                <a:lnTo>
                  <a:pt x="370" y="299"/>
                </a:lnTo>
                <a:lnTo>
                  <a:pt x="370" y="298"/>
                </a:lnTo>
                <a:lnTo>
                  <a:pt x="369" y="298"/>
                </a:lnTo>
                <a:lnTo>
                  <a:pt x="368" y="299"/>
                </a:lnTo>
                <a:lnTo>
                  <a:pt x="367" y="299"/>
                </a:lnTo>
                <a:lnTo>
                  <a:pt x="367" y="301"/>
                </a:lnTo>
                <a:lnTo>
                  <a:pt x="366" y="301"/>
                </a:lnTo>
                <a:lnTo>
                  <a:pt x="366" y="302"/>
                </a:lnTo>
                <a:lnTo>
                  <a:pt x="367" y="302"/>
                </a:lnTo>
                <a:lnTo>
                  <a:pt x="367" y="303"/>
                </a:lnTo>
                <a:lnTo>
                  <a:pt x="368" y="304"/>
                </a:lnTo>
                <a:lnTo>
                  <a:pt x="369" y="305"/>
                </a:lnTo>
                <a:lnTo>
                  <a:pt x="368" y="305"/>
                </a:lnTo>
                <a:lnTo>
                  <a:pt x="369" y="306"/>
                </a:lnTo>
                <a:lnTo>
                  <a:pt x="369" y="307"/>
                </a:lnTo>
                <a:lnTo>
                  <a:pt x="370" y="307"/>
                </a:lnTo>
                <a:lnTo>
                  <a:pt x="371" y="307"/>
                </a:lnTo>
                <a:lnTo>
                  <a:pt x="371" y="306"/>
                </a:lnTo>
                <a:lnTo>
                  <a:pt x="372" y="306"/>
                </a:lnTo>
                <a:lnTo>
                  <a:pt x="373" y="307"/>
                </a:lnTo>
                <a:lnTo>
                  <a:pt x="374" y="306"/>
                </a:lnTo>
                <a:lnTo>
                  <a:pt x="375" y="306"/>
                </a:lnTo>
                <a:lnTo>
                  <a:pt x="375" y="305"/>
                </a:lnTo>
                <a:lnTo>
                  <a:pt x="376" y="306"/>
                </a:lnTo>
                <a:lnTo>
                  <a:pt x="376" y="307"/>
                </a:lnTo>
                <a:lnTo>
                  <a:pt x="378" y="307"/>
                </a:lnTo>
                <a:lnTo>
                  <a:pt x="379" y="308"/>
                </a:lnTo>
                <a:lnTo>
                  <a:pt x="380" y="308"/>
                </a:lnTo>
                <a:lnTo>
                  <a:pt x="381" y="309"/>
                </a:lnTo>
                <a:lnTo>
                  <a:pt x="381" y="310"/>
                </a:lnTo>
                <a:lnTo>
                  <a:pt x="382" y="311"/>
                </a:lnTo>
                <a:lnTo>
                  <a:pt x="383" y="312"/>
                </a:lnTo>
                <a:lnTo>
                  <a:pt x="385" y="313"/>
                </a:lnTo>
                <a:lnTo>
                  <a:pt x="386" y="314"/>
                </a:lnTo>
                <a:lnTo>
                  <a:pt x="386" y="313"/>
                </a:lnTo>
                <a:lnTo>
                  <a:pt x="386" y="315"/>
                </a:lnTo>
                <a:lnTo>
                  <a:pt x="385" y="315"/>
                </a:lnTo>
                <a:lnTo>
                  <a:pt x="385" y="319"/>
                </a:lnTo>
                <a:lnTo>
                  <a:pt x="386" y="320"/>
                </a:lnTo>
                <a:lnTo>
                  <a:pt x="387" y="321"/>
                </a:lnTo>
                <a:lnTo>
                  <a:pt x="387" y="322"/>
                </a:lnTo>
                <a:lnTo>
                  <a:pt x="388" y="322"/>
                </a:lnTo>
                <a:lnTo>
                  <a:pt x="389" y="322"/>
                </a:lnTo>
                <a:lnTo>
                  <a:pt x="389" y="324"/>
                </a:lnTo>
                <a:lnTo>
                  <a:pt x="388" y="324"/>
                </a:lnTo>
                <a:lnTo>
                  <a:pt x="388" y="325"/>
                </a:lnTo>
                <a:lnTo>
                  <a:pt x="388" y="326"/>
                </a:lnTo>
                <a:lnTo>
                  <a:pt x="389" y="325"/>
                </a:lnTo>
                <a:lnTo>
                  <a:pt x="390" y="325"/>
                </a:lnTo>
                <a:lnTo>
                  <a:pt x="391" y="325"/>
                </a:lnTo>
                <a:lnTo>
                  <a:pt x="392" y="323"/>
                </a:lnTo>
                <a:lnTo>
                  <a:pt x="393" y="321"/>
                </a:lnTo>
                <a:lnTo>
                  <a:pt x="394" y="320"/>
                </a:lnTo>
                <a:lnTo>
                  <a:pt x="395" y="319"/>
                </a:lnTo>
                <a:lnTo>
                  <a:pt x="396" y="319"/>
                </a:lnTo>
                <a:lnTo>
                  <a:pt x="397" y="320"/>
                </a:lnTo>
                <a:lnTo>
                  <a:pt x="398" y="320"/>
                </a:lnTo>
                <a:lnTo>
                  <a:pt x="399" y="321"/>
                </a:lnTo>
                <a:lnTo>
                  <a:pt x="399" y="322"/>
                </a:lnTo>
                <a:lnTo>
                  <a:pt x="400" y="322"/>
                </a:lnTo>
                <a:lnTo>
                  <a:pt x="402" y="321"/>
                </a:lnTo>
                <a:lnTo>
                  <a:pt x="403" y="321"/>
                </a:lnTo>
                <a:lnTo>
                  <a:pt x="405" y="321"/>
                </a:lnTo>
                <a:lnTo>
                  <a:pt x="405" y="320"/>
                </a:lnTo>
                <a:lnTo>
                  <a:pt x="406" y="320"/>
                </a:lnTo>
                <a:lnTo>
                  <a:pt x="406" y="321"/>
                </a:lnTo>
                <a:lnTo>
                  <a:pt x="406" y="322"/>
                </a:lnTo>
                <a:lnTo>
                  <a:pt x="407" y="322"/>
                </a:lnTo>
                <a:lnTo>
                  <a:pt x="409" y="323"/>
                </a:lnTo>
                <a:lnTo>
                  <a:pt x="410" y="324"/>
                </a:lnTo>
                <a:lnTo>
                  <a:pt x="411" y="323"/>
                </a:lnTo>
                <a:lnTo>
                  <a:pt x="411" y="324"/>
                </a:lnTo>
                <a:lnTo>
                  <a:pt x="412" y="324"/>
                </a:lnTo>
                <a:lnTo>
                  <a:pt x="412" y="323"/>
                </a:lnTo>
                <a:lnTo>
                  <a:pt x="413" y="323"/>
                </a:lnTo>
                <a:lnTo>
                  <a:pt x="413" y="322"/>
                </a:lnTo>
                <a:lnTo>
                  <a:pt x="414" y="322"/>
                </a:lnTo>
                <a:lnTo>
                  <a:pt x="414" y="321"/>
                </a:lnTo>
                <a:lnTo>
                  <a:pt x="415" y="322"/>
                </a:lnTo>
                <a:lnTo>
                  <a:pt x="415" y="321"/>
                </a:lnTo>
                <a:lnTo>
                  <a:pt x="415" y="320"/>
                </a:lnTo>
                <a:lnTo>
                  <a:pt x="415" y="319"/>
                </a:lnTo>
                <a:lnTo>
                  <a:pt x="416" y="319"/>
                </a:lnTo>
                <a:lnTo>
                  <a:pt x="417" y="319"/>
                </a:lnTo>
                <a:lnTo>
                  <a:pt x="417" y="318"/>
                </a:lnTo>
                <a:lnTo>
                  <a:pt x="418" y="317"/>
                </a:lnTo>
                <a:lnTo>
                  <a:pt x="418" y="316"/>
                </a:lnTo>
                <a:lnTo>
                  <a:pt x="419" y="315"/>
                </a:lnTo>
                <a:lnTo>
                  <a:pt x="420" y="314"/>
                </a:lnTo>
                <a:lnTo>
                  <a:pt x="421" y="314"/>
                </a:lnTo>
                <a:lnTo>
                  <a:pt x="423" y="313"/>
                </a:lnTo>
                <a:lnTo>
                  <a:pt x="423" y="312"/>
                </a:lnTo>
                <a:lnTo>
                  <a:pt x="424" y="312"/>
                </a:lnTo>
                <a:lnTo>
                  <a:pt x="424" y="311"/>
                </a:lnTo>
                <a:lnTo>
                  <a:pt x="425" y="311"/>
                </a:lnTo>
                <a:lnTo>
                  <a:pt x="425" y="310"/>
                </a:lnTo>
                <a:lnTo>
                  <a:pt x="425" y="308"/>
                </a:lnTo>
                <a:lnTo>
                  <a:pt x="426" y="308"/>
                </a:lnTo>
                <a:lnTo>
                  <a:pt x="427" y="308"/>
                </a:lnTo>
                <a:lnTo>
                  <a:pt x="429" y="308"/>
                </a:lnTo>
                <a:lnTo>
                  <a:pt x="430" y="307"/>
                </a:lnTo>
                <a:lnTo>
                  <a:pt x="431" y="307"/>
                </a:lnTo>
                <a:lnTo>
                  <a:pt x="432" y="306"/>
                </a:lnTo>
                <a:lnTo>
                  <a:pt x="433" y="306"/>
                </a:lnTo>
                <a:lnTo>
                  <a:pt x="434" y="306"/>
                </a:lnTo>
                <a:lnTo>
                  <a:pt x="434" y="305"/>
                </a:lnTo>
                <a:lnTo>
                  <a:pt x="435" y="305"/>
                </a:lnTo>
                <a:lnTo>
                  <a:pt x="436" y="304"/>
                </a:lnTo>
                <a:lnTo>
                  <a:pt x="436" y="303"/>
                </a:lnTo>
                <a:lnTo>
                  <a:pt x="437" y="302"/>
                </a:lnTo>
                <a:lnTo>
                  <a:pt x="437" y="301"/>
                </a:lnTo>
                <a:lnTo>
                  <a:pt x="438" y="300"/>
                </a:lnTo>
                <a:lnTo>
                  <a:pt x="439" y="300"/>
                </a:lnTo>
                <a:lnTo>
                  <a:pt x="441" y="299"/>
                </a:lnTo>
                <a:lnTo>
                  <a:pt x="442" y="300"/>
                </a:lnTo>
                <a:lnTo>
                  <a:pt x="443" y="299"/>
                </a:lnTo>
                <a:lnTo>
                  <a:pt x="444" y="299"/>
                </a:lnTo>
                <a:lnTo>
                  <a:pt x="446" y="298"/>
                </a:lnTo>
                <a:lnTo>
                  <a:pt x="448" y="297"/>
                </a:lnTo>
                <a:lnTo>
                  <a:pt x="449" y="297"/>
                </a:lnTo>
                <a:lnTo>
                  <a:pt x="451" y="296"/>
                </a:lnTo>
                <a:lnTo>
                  <a:pt x="452" y="296"/>
                </a:lnTo>
                <a:lnTo>
                  <a:pt x="452" y="295"/>
                </a:lnTo>
                <a:lnTo>
                  <a:pt x="452" y="294"/>
                </a:lnTo>
                <a:lnTo>
                  <a:pt x="453" y="293"/>
                </a:lnTo>
                <a:lnTo>
                  <a:pt x="455" y="293"/>
                </a:lnTo>
                <a:lnTo>
                  <a:pt x="456" y="294"/>
                </a:lnTo>
                <a:lnTo>
                  <a:pt x="457" y="294"/>
                </a:lnTo>
                <a:lnTo>
                  <a:pt x="457" y="295"/>
                </a:lnTo>
                <a:lnTo>
                  <a:pt x="458" y="295"/>
                </a:lnTo>
                <a:lnTo>
                  <a:pt x="459" y="295"/>
                </a:lnTo>
                <a:lnTo>
                  <a:pt x="460" y="295"/>
                </a:lnTo>
                <a:lnTo>
                  <a:pt x="460" y="296"/>
                </a:lnTo>
                <a:lnTo>
                  <a:pt x="461" y="298"/>
                </a:lnTo>
                <a:lnTo>
                  <a:pt x="461" y="299"/>
                </a:lnTo>
                <a:lnTo>
                  <a:pt x="460" y="299"/>
                </a:lnTo>
                <a:lnTo>
                  <a:pt x="460" y="300"/>
                </a:lnTo>
                <a:lnTo>
                  <a:pt x="458" y="301"/>
                </a:lnTo>
                <a:lnTo>
                  <a:pt x="458" y="302"/>
                </a:lnTo>
                <a:lnTo>
                  <a:pt x="458" y="303"/>
                </a:lnTo>
                <a:lnTo>
                  <a:pt x="458" y="304"/>
                </a:lnTo>
                <a:lnTo>
                  <a:pt x="457" y="304"/>
                </a:lnTo>
                <a:lnTo>
                  <a:pt x="457" y="305"/>
                </a:lnTo>
                <a:lnTo>
                  <a:pt x="458" y="305"/>
                </a:lnTo>
                <a:lnTo>
                  <a:pt x="459" y="305"/>
                </a:lnTo>
                <a:lnTo>
                  <a:pt x="459" y="306"/>
                </a:lnTo>
                <a:lnTo>
                  <a:pt x="460" y="306"/>
                </a:lnTo>
                <a:lnTo>
                  <a:pt x="461" y="306"/>
                </a:lnTo>
                <a:lnTo>
                  <a:pt x="461" y="307"/>
                </a:lnTo>
                <a:lnTo>
                  <a:pt x="462" y="307"/>
                </a:lnTo>
                <a:lnTo>
                  <a:pt x="463" y="308"/>
                </a:lnTo>
                <a:lnTo>
                  <a:pt x="463" y="309"/>
                </a:lnTo>
                <a:lnTo>
                  <a:pt x="464" y="309"/>
                </a:lnTo>
                <a:lnTo>
                  <a:pt x="465" y="309"/>
                </a:lnTo>
                <a:lnTo>
                  <a:pt x="466" y="308"/>
                </a:lnTo>
                <a:lnTo>
                  <a:pt x="466" y="309"/>
                </a:lnTo>
                <a:lnTo>
                  <a:pt x="467" y="309"/>
                </a:lnTo>
                <a:lnTo>
                  <a:pt x="467" y="308"/>
                </a:lnTo>
                <a:lnTo>
                  <a:pt x="468" y="308"/>
                </a:lnTo>
                <a:lnTo>
                  <a:pt x="468" y="307"/>
                </a:lnTo>
                <a:lnTo>
                  <a:pt x="468" y="306"/>
                </a:lnTo>
                <a:lnTo>
                  <a:pt x="468" y="305"/>
                </a:lnTo>
                <a:lnTo>
                  <a:pt x="469" y="304"/>
                </a:lnTo>
                <a:lnTo>
                  <a:pt x="470" y="303"/>
                </a:lnTo>
                <a:lnTo>
                  <a:pt x="471" y="302"/>
                </a:lnTo>
                <a:lnTo>
                  <a:pt x="472" y="302"/>
                </a:lnTo>
                <a:lnTo>
                  <a:pt x="472" y="301"/>
                </a:lnTo>
                <a:lnTo>
                  <a:pt x="473" y="301"/>
                </a:lnTo>
                <a:lnTo>
                  <a:pt x="473" y="300"/>
                </a:lnTo>
                <a:lnTo>
                  <a:pt x="474" y="300"/>
                </a:lnTo>
                <a:lnTo>
                  <a:pt x="475" y="299"/>
                </a:lnTo>
                <a:lnTo>
                  <a:pt x="476" y="299"/>
                </a:lnTo>
                <a:lnTo>
                  <a:pt x="478" y="299"/>
                </a:lnTo>
                <a:lnTo>
                  <a:pt x="479" y="298"/>
                </a:lnTo>
                <a:lnTo>
                  <a:pt x="480" y="297"/>
                </a:lnTo>
                <a:lnTo>
                  <a:pt x="481" y="296"/>
                </a:lnTo>
                <a:lnTo>
                  <a:pt x="481" y="295"/>
                </a:lnTo>
                <a:lnTo>
                  <a:pt x="482" y="294"/>
                </a:lnTo>
                <a:lnTo>
                  <a:pt x="482" y="293"/>
                </a:lnTo>
                <a:lnTo>
                  <a:pt x="483" y="293"/>
                </a:lnTo>
                <a:lnTo>
                  <a:pt x="483" y="294"/>
                </a:lnTo>
                <a:lnTo>
                  <a:pt x="483" y="295"/>
                </a:lnTo>
                <a:lnTo>
                  <a:pt x="484" y="295"/>
                </a:lnTo>
                <a:lnTo>
                  <a:pt x="484" y="296"/>
                </a:lnTo>
                <a:lnTo>
                  <a:pt x="484" y="295"/>
                </a:lnTo>
                <a:lnTo>
                  <a:pt x="485" y="295"/>
                </a:lnTo>
                <a:lnTo>
                  <a:pt x="486" y="295"/>
                </a:lnTo>
                <a:lnTo>
                  <a:pt x="487" y="296"/>
                </a:lnTo>
                <a:lnTo>
                  <a:pt x="488" y="296"/>
                </a:lnTo>
                <a:lnTo>
                  <a:pt x="488" y="295"/>
                </a:lnTo>
                <a:lnTo>
                  <a:pt x="491" y="295"/>
                </a:lnTo>
                <a:lnTo>
                  <a:pt x="492" y="295"/>
                </a:lnTo>
                <a:lnTo>
                  <a:pt x="492" y="294"/>
                </a:lnTo>
                <a:lnTo>
                  <a:pt x="492" y="293"/>
                </a:lnTo>
                <a:lnTo>
                  <a:pt x="493" y="292"/>
                </a:lnTo>
                <a:lnTo>
                  <a:pt x="493" y="291"/>
                </a:lnTo>
                <a:lnTo>
                  <a:pt x="493" y="290"/>
                </a:lnTo>
                <a:lnTo>
                  <a:pt x="492" y="289"/>
                </a:lnTo>
                <a:lnTo>
                  <a:pt x="492" y="288"/>
                </a:lnTo>
                <a:lnTo>
                  <a:pt x="492" y="286"/>
                </a:lnTo>
                <a:lnTo>
                  <a:pt x="493" y="285"/>
                </a:lnTo>
                <a:lnTo>
                  <a:pt x="493" y="283"/>
                </a:lnTo>
                <a:lnTo>
                  <a:pt x="493" y="282"/>
                </a:lnTo>
                <a:lnTo>
                  <a:pt x="492" y="282"/>
                </a:lnTo>
                <a:lnTo>
                  <a:pt x="492" y="281"/>
                </a:lnTo>
                <a:lnTo>
                  <a:pt x="493" y="281"/>
                </a:lnTo>
                <a:lnTo>
                  <a:pt x="494" y="281"/>
                </a:lnTo>
                <a:lnTo>
                  <a:pt x="495" y="281"/>
                </a:lnTo>
                <a:lnTo>
                  <a:pt x="496" y="280"/>
                </a:lnTo>
                <a:lnTo>
                  <a:pt x="497" y="279"/>
                </a:lnTo>
                <a:lnTo>
                  <a:pt x="497" y="278"/>
                </a:lnTo>
                <a:lnTo>
                  <a:pt x="498" y="278"/>
                </a:lnTo>
                <a:lnTo>
                  <a:pt x="498" y="277"/>
                </a:lnTo>
                <a:lnTo>
                  <a:pt x="498" y="276"/>
                </a:lnTo>
                <a:lnTo>
                  <a:pt x="498" y="275"/>
                </a:lnTo>
                <a:lnTo>
                  <a:pt x="498" y="274"/>
                </a:lnTo>
                <a:lnTo>
                  <a:pt x="498" y="273"/>
                </a:lnTo>
                <a:lnTo>
                  <a:pt x="497" y="273"/>
                </a:lnTo>
                <a:lnTo>
                  <a:pt x="496" y="273"/>
                </a:lnTo>
                <a:lnTo>
                  <a:pt x="496" y="272"/>
                </a:lnTo>
                <a:lnTo>
                  <a:pt x="496" y="271"/>
                </a:lnTo>
                <a:lnTo>
                  <a:pt x="495" y="271"/>
                </a:lnTo>
                <a:lnTo>
                  <a:pt x="495" y="270"/>
                </a:lnTo>
                <a:lnTo>
                  <a:pt x="495" y="269"/>
                </a:lnTo>
                <a:lnTo>
                  <a:pt x="496" y="269"/>
                </a:lnTo>
                <a:lnTo>
                  <a:pt x="496" y="268"/>
                </a:lnTo>
                <a:lnTo>
                  <a:pt x="496" y="267"/>
                </a:lnTo>
                <a:lnTo>
                  <a:pt x="496" y="266"/>
                </a:lnTo>
                <a:lnTo>
                  <a:pt x="496" y="265"/>
                </a:lnTo>
                <a:lnTo>
                  <a:pt x="495" y="265"/>
                </a:lnTo>
                <a:lnTo>
                  <a:pt x="496" y="264"/>
                </a:lnTo>
                <a:lnTo>
                  <a:pt x="496" y="262"/>
                </a:lnTo>
                <a:lnTo>
                  <a:pt x="495" y="262"/>
                </a:lnTo>
                <a:lnTo>
                  <a:pt x="494" y="261"/>
                </a:lnTo>
                <a:lnTo>
                  <a:pt x="494" y="259"/>
                </a:lnTo>
                <a:lnTo>
                  <a:pt x="494" y="258"/>
                </a:lnTo>
                <a:lnTo>
                  <a:pt x="494" y="257"/>
                </a:lnTo>
                <a:lnTo>
                  <a:pt x="493" y="257"/>
                </a:lnTo>
                <a:lnTo>
                  <a:pt x="493" y="256"/>
                </a:lnTo>
                <a:lnTo>
                  <a:pt x="493" y="255"/>
                </a:lnTo>
                <a:lnTo>
                  <a:pt x="493" y="254"/>
                </a:lnTo>
                <a:lnTo>
                  <a:pt x="492" y="253"/>
                </a:lnTo>
                <a:lnTo>
                  <a:pt x="492" y="252"/>
                </a:lnTo>
                <a:lnTo>
                  <a:pt x="492" y="251"/>
                </a:lnTo>
                <a:lnTo>
                  <a:pt x="492" y="250"/>
                </a:lnTo>
                <a:lnTo>
                  <a:pt x="491" y="250"/>
                </a:lnTo>
                <a:lnTo>
                  <a:pt x="491" y="249"/>
                </a:lnTo>
                <a:lnTo>
                  <a:pt x="492" y="248"/>
                </a:lnTo>
                <a:lnTo>
                  <a:pt x="491" y="247"/>
                </a:lnTo>
                <a:lnTo>
                  <a:pt x="490" y="246"/>
                </a:lnTo>
                <a:lnTo>
                  <a:pt x="491" y="246"/>
                </a:lnTo>
                <a:lnTo>
                  <a:pt x="491" y="245"/>
                </a:lnTo>
                <a:lnTo>
                  <a:pt x="490" y="245"/>
                </a:lnTo>
                <a:lnTo>
                  <a:pt x="490" y="244"/>
                </a:lnTo>
                <a:lnTo>
                  <a:pt x="489" y="244"/>
                </a:lnTo>
                <a:lnTo>
                  <a:pt x="488" y="243"/>
                </a:lnTo>
                <a:lnTo>
                  <a:pt x="488" y="242"/>
                </a:lnTo>
                <a:lnTo>
                  <a:pt x="487" y="241"/>
                </a:lnTo>
                <a:lnTo>
                  <a:pt x="486" y="241"/>
                </a:lnTo>
                <a:lnTo>
                  <a:pt x="486" y="240"/>
                </a:lnTo>
                <a:lnTo>
                  <a:pt x="486" y="239"/>
                </a:lnTo>
                <a:lnTo>
                  <a:pt x="485" y="239"/>
                </a:lnTo>
                <a:lnTo>
                  <a:pt x="485" y="238"/>
                </a:lnTo>
                <a:lnTo>
                  <a:pt x="484" y="237"/>
                </a:lnTo>
                <a:lnTo>
                  <a:pt x="484" y="236"/>
                </a:lnTo>
                <a:lnTo>
                  <a:pt x="484" y="235"/>
                </a:lnTo>
                <a:lnTo>
                  <a:pt x="484" y="234"/>
                </a:lnTo>
                <a:lnTo>
                  <a:pt x="483" y="234"/>
                </a:lnTo>
                <a:lnTo>
                  <a:pt x="483" y="233"/>
                </a:lnTo>
                <a:lnTo>
                  <a:pt x="483" y="232"/>
                </a:lnTo>
                <a:lnTo>
                  <a:pt x="484" y="232"/>
                </a:lnTo>
                <a:lnTo>
                  <a:pt x="484" y="231"/>
                </a:lnTo>
                <a:lnTo>
                  <a:pt x="484" y="230"/>
                </a:lnTo>
                <a:lnTo>
                  <a:pt x="484" y="229"/>
                </a:lnTo>
                <a:lnTo>
                  <a:pt x="484" y="228"/>
                </a:lnTo>
                <a:lnTo>
                  <a:pt x="484" y="227"/>
                </a:lnTo>
                <a:lnTo>
                  <a:pt x="483" y="227"/>
                </a:lnTo>
                <a:lnTo>
                  <a:pt x="483" y="226"/>
                </a:lnTo>
                <a:lnTo>
                  <a:pt x="482" y="225"/>
                </a:lnTo>
                <a:lnTo>
                  <a:pt x="482" y="224"/>
                </a:lnTo>
                <a:lnTo>
                  <a:pt x="483" y="223"/>
                </a:lnTo>
                <a:lnTo>
                  <a:pt x="483" y="222"/>
                </a:lnTo>
                <a:lnTo>
                  <a:pt x="483" y="221"/>
                </a:lnTo>
                <a:lnTo>
                  <a:pt x="484" y="221"/>
                </a:lnTo>
                <a:lnTo>
                  <a:pt x="484" y="220"/>
                </a:lnTo>
                <a:lnTo>
                  <a:pt x="484" y="218"/>
                </a:lnTo>
                <a:lnTo>
                  <a:pt x="485" y="218"/>
                </a:lnTo>
                <a:lnTo>
                  <a:pt x="485" y="217"/>
                </a:lnTo>
                <a:lnTo>
                  <a:pt x="485" y="216"/>
                </a:lnTo>
                <a:lnTo>
                  <a:pt x="485" y="215"/>
                </a:lnTo>
                <a:lnTo>
                  <a:pt x="485" y="214"/>
                </a:lnTo>
                <a:lnTo>
                  <a:pt x="485" y="212"/>
                </a:lnTo>
                <a:lnTo>
                  <a:pt x="485" y="211"/>
                </a:lnTo>
                <a:lnTo>
                  <a:pt x="485" y="210"/>
                </a:lnTo>
                <a:lnTo>
                  <a:pt x="485" y="209"/>
                </a:lnTo>
                <a:lnTo>
                  <a:pt x="484" y="208"/>
                </a:lnTo>
                <a:lnTo>
                  <a:pt x="485" y="207"/>
                </a:lnTo>
                <a:lnTo>
                  <a:pt x="485" y="205"/>
                </a:lnTo>
                <a:lnTo>
                  <a:pt x="484" y="204"/>
                </a:lnTo>
                <a:lnTo>
                  <a:pt x="484" y="203"/>
                </a:lnTo>
                <a:lnTo>
                  <a:pt x="483" y="203"/>
                </a:lnTo>
                <a:lnTo>
                  <a:pt x="483" y="202"/>
                </a:lnTo>
                <a:lnTo>
                  <a:pt x="483" y="200"/>
                </a:lnTo>
                <a:lnTo>
                  <a:pt x="483" y="199"/>
                </a:lnTo>
                <a:lnTo>
                  <a:pt x="483" y="198"/>
                </a:lnTo>
                <a:lnTo>
                  <a:pt x="483" y="197"/>
                </a:lnTo>
                <a:lnTo>
                  <a:pt x="484" y="197"/>
                </a:lnTo>
                <a:lnTo>
                  <a:pt x="484" y="196"/>
                </a:lnTo>
                <a:lnTo>
                  <a:pt x="484" y="195"/>
                </a:lnTo>
                <a:lnTo>
                  <a:pt x="484" y="194"/>
                </a:lnTo>
                <a:lnTo>
                  <a:pt x="485" y="194"/>
                </a:lnTo>
                <a:lnTo>
                  <a:pt x="485" y="193"/>
                </a:lnTo>
                <a:lnTo>
                  <a:pt x="485" y="192"/>
                </a:lnTo>
                <a:lnTo>
                  <a:pt x="486" y="191"/>
                </a:lnTo>
                <a:lnTo>
                  <a:pt x="486" y="190"/>
                </a:lnTo>
                <a:lnTo>
                  <a:pt x="487" y="189"/>
                </a:lnTo>
                <a:lnTo>
                  <a:pt x="487" y="188"/>
                </a:lnTo>
                <a:lnTo>
                  <a:pt x="488" y="188"/>
                </a:lnTo>
                <a:lnTo>
                  <a:pt x="488" y="187"/>
                </a:lnTo>
                <a:lnTo>
                  <a:pt x="488" y="186"/>
                </a:lnTo>
                <a:lnTo>
                  <a:pt x="489" y="186"/>
                </a:lnTo>
                <a:lnTo>
                  <a:pt x="490" y="187"/>
                </a:lnTo>
                <a:lnTo>
                  <a:pt x="490" y="188"/>
                </a:lnTo>
                <a:lnTo>
                  <a:pt x="491" y="189"/>
                </a:lnTo>
                <a:lnTo>
                  <a:pt x="491" y="190"/>
                </a:lnTo>
                <a:lnTo>
                  <a:pt x="492" y="190"/>
                </a:lnTo>
                <a:lnTo>
                  <a:pt x="493" y="190"/>
                </a:lnTo>
                <a:lnTo>
                  <a:pt x="494" y="190"/>
                </a:lnTo>
                <a:lnTo>
                  <a:pt x="494" y="189"/>
                </a:lnTo>
                <a:lnTo>
                  <a:pt x="495" y="189"/>
                </a:lnTo>
                <a:lnTo>
                  <a:pt x="496" y="189"/>
                </a:lnTo>
                <a:lnTo>
                  <a:pt x="496" y="188"/>
                </a:lnTo>
                <a:lnTo>
                  <a:pt x="498" y="187"/>
                </a:lnTo>
                <a:lnTo>
                  <a:pt x="498" y="186"/>
                </a:lnTo>
                <a:lnTo>
                  <a:pt x="499" y="186"/>
                </a:lnTo>
                <a:lnTo>
                  <a:pt x="500" y="186"/>
                </a:lnTo>
                <a:lnTo>
                  <a:pt x="500" y="187"/>
                </a:lnTo>
                <a:lnTo>
                  <a:pt x="501" y="187"/>
                </a:lnTo>
                <a:lnTo>
                  <a:pt x="502" y="187"/>
                </a:lnTo>
                <a:lnTo>
                  <a:pt x="503" y="187"/>
                </a:lnTo>
                <a:lnTo>
                  <a:pt x="504" y="186"/>
                </a:lnTo>
                <a:lnTo>
                  <a:pt x="505" y="186"/>
                </a:lnTo>
                <a:lnTo>
                  <a:pt x="505" y="185"/>
                </a:lnTo>
                <a:lnTo>
                  <a:pt x="506" y="185"/>
                </a:lnTo>
                <a:lnTo>
                  <a:pt x="506" y="184"/>
                </a:lnTo>
                <a:lnTo>
                  <a:pt x="506" y="182"/>
                </a:lnTo>
                <a:lnTo>
                  <a:pt x="507" y="181"/>
                </a:lnTo>
                <a:lnTo>
                  <a:pt x="508" y="179"/>
                </a:lnTo>
                <a:lnTo>
                  <a:pt x="508" y="178"/>
                </a:lnTo>
                <a:lnTo>
                  <a:pt x="509" y="177"/>
                </a:lnTo>
                <a:lnTo>
                  <a:pt x="509" y="176"/>
                </a:lnTo>
                <a:lnTo>
                  <a:pt x="510" y="176"/>
                </a:lnTo>
                <a:lnTo>
                  <a:pt x="510" y="175"/>
                </a:lnTo>
                <a:lnTo>
                  <a:pt x="510" y="174"/>
                </a:lnTo>
                <a:lnTo>
                  <a:pt x="511" y="174"/>
                </a:lnTo>
                <a:lnTo>
                  <a:pt x="512" y="174"/>
                </a:lnTo>
                <a:lnTo>
                  <a:pt x="512" y="173"/>
                </a:lnTo>
                <a:lnTo>
                  <a:pt x="513" y="172"/>
                </a:lnTo>
                <a:lnTo>
                  <a:pt x="513" y="171"/>
                </a:lnTo>
                <a:lnTo>
                  <a:pt x="513" y="170"/>
                </a:lnTo>
                <a:lnTo>
                  <a:pt x="514" y="170"/>
                </a:lnTo>
                <a:lnTo>
                  <a:pt x="515" y="170"/>
                </a:lnTo>
                <a:lnTo>
                  <a:pt x="516" y="170"/>
                </a:lnTo>
                <a:lnTo>
                  <a:pt x="517" y="170"/>
                </a:lnTo>
                <a:lnTo>
                  <a:pt x="518" y="170"/>
                </a:lnTo>
                <a:lnTo>
                  <a:pt x="519" y="170"/>
                </a:lnTo>
                <a:lnTo>
                  <a:pt x="520" y="170"/>
                </a:lnTo>
                <a:lnTo>
                  <a:pt x="520" y="169"/>
                </a:lnTo>
                <a:lnTo>
                  <a:pt x="520" y="168"/>
                </a:lnTo>
                <a:lnTo>
                  <a:pt x="520" y="167"/>
                </a:lnTo>
                <a:lnTo>
                  <a:pt x="520" y="166"/>
                </a:lnTo>
                <a:lnTo>
                  <a:pt x="519" y="166"/>
                </a:lnTo>
                <a:lnTo>
                  <a:pt x="519" y="165"/>
                </a:lnTo>
                <a:lnTo>
                  <a:pt x="518" y="165"/>
                </a:lnTo>
                <a:lnTo>
                  <a:pt x="518" y="164"/>
                </a:lnTo>
                <a:lnTo>
                  <a:pt x="518" y="163"/>
                </a:lnTo>
                <a:lnTo>
                  <a:pt x="519" y="163"/>
                </a:lnTo>
                <a:lnTo>
                  <a:pt x="520" y="163"/>
                </a:lnTo>
                <a:lnTo>
                  <a:pt x="520" y="162"/>
                </a:lnTo>
                <a:lnTo>
                  <a:pt x="522" y="161"/>
                </a:lnTo>
                <a:lnTo>
                  <a:pt x="523" y="160"/>
                </a:lnTo>
                <a:lnTo>
                  <a:pt x="523" y="159"/>
                </a:lnTo>
                <a:lnTo>
                  <a:pt x="524" y="159"/>
                </a:lnTo>
                <a:lnTo>
                  <a:pt x="525" y="159"/>
                </a:lnTo>
                <a:lnTo>
                  <a:pt x="525" y="158"/>
                </a:lnTo>
                <a:lnTo>
                  <a:pt x="525" y="157"/>
                </a:lnTo>
                <a:lnTo>
                  <a:pt x="526" y="156"/>
                </a:lnTo>
                <a:lnTo>
                  <a:pt x="527" y="155"/>
                </a:lnTo>
                <a:lnTo>
                  <a:pt x="528" y="155"/>
                </a:lnTo>
                <a:lnTo>
                  <a:pt x="529" y="155"/>
                </a:lnTo>
                <a:lnTo>
                  <a:pt x="529" y="154"/>
                </a:lnTo>
                <a:lnTo>
                  <a:pt x="530" y="154"/>
                </a:lnTo>
                <a:lnTo>
                  <a:pt x="531" y="152"/>
                </a:lnTo>
                <a:lnTo>
                  <a:pt x="532" y="152"/>
                </a:lnTo>
                <a:lnTo>
                  <a:pt x="533" y="151"/>
                </a:lnTo>
                <a:lnTo>
                  <a:pt x="534" y="151"/>
                </a:lnTo>
                <a:lnTo>
                  <a:pt x="534" y="150"/>
                </a:lnTo>
                <a:lnTo>
                  <a:pt x="534" y="149"/>
                </a:lnTo>
                <a:lnTo>
                  <a:pt x="535" y="148"/>
                </a:lnTo>
                <a:lnTo>
                  <a:pt x="536" y="147"/>
                </a:lnTo>
                <a:lnTo>
                  <a:pt x="537" y="147"/>
                </a:lnTo>
                <a:lnTo>
                  <a:pt x="537" y="146"/>
                </a:lnTo>
                <a:lnTo>
                  <a:pt x="538" y="145"/>
                </a:lnTo>
                <a:lnTo>
                  <a:pt x="538" y="144"/>
                </a:lnTo>
                <a:lnTo>
                  <a:pt x="539" y="143"/>
                </a:lnTo>
                <a:lnTo>
                  <a:pt x="539" y="142"/>
                </a:lnTo>
                <a:lnTo>
                  <a:pt x="539" y="141"/>
                </a:lnTo>
                <a:lnTo>
                  <a:pt x="539" y="140"/>
                </a:lnTo>
                <a:lnTo>
                  <a:pt x="538" y="139"/>
                </a:lnTo>
                <a:lnTo>
                  <a:pt x="538" y="138"/>
                </a:lnTo>
                <a:lnTo>
                  <a:pt x="539" y="137"/>
                </a:lnTo>
                <a:lnTo>
                  <a:pt x="539" y="135"/>
                </a:lnTo>
                <a:lnTo>
                  <a:pt x="539" y="134"/>
                </a:lnTo>
                <a:lnTo>
                  <a:pt x="539" y="133"/>
                </a:lnTo>
                <a:lnTo>
                  <a:pt x="540" y="133"/>
                </a:lnTo>
                <a:lnTo>
                  <a:pt x="540" y="132"/>
                </a:lnTo>
                <a:lnTo>
                  <a:pt x="541" y="132"/>
                </a:lnTo>
                <a:lnTo>
                  <a:pt x="542" y="130"/>
                </a:lnTo>
                <a:lnTo>
                  <a:pt x="543" y="130"/>
                </a:lnTo>
                <a:lnTo>
                  <a:pt x="544" y="130"/>
                </a:lnTo>
                <a:lnTo>
                  <a:pt x="544" y="129"/>
                </a:lnTo>
                <a:lnTo>
                  <a:pt x="544" y="128"/>
                </a:lnTo>
                <a:lnTo>
                  <a:pt x="543" y="128"/>
                </a:lnTo>
                <a:lnTo>
                  <a:pt x="542" y="129"/>
                </a:lnTo>
                <a:lnTo>
                  <a:pt x="541" y="129"/>
                </a:lnTo>
                <a:lnTo>
                  <a:pt x="540" y="129"/>
                </a:lnTo>
                <a:lnTo>
                  <a:pt x="539" y="128"/>
                </a:lnTo>
                <a:lnTo>
                  <a:pt x="538" y="127"/>
                </a:lnTo>
                <a:lnTo>
                  <a:pt x="538" y="126"/>
                </a:lnTo>
                <a:lnTo>
                  <a:pt x="538" y="125"/>
                </a:lnTo>
                <a:lnTo>
                  <a:pt x="538" y="124"/>
                </a:lnTo>
                <a:lnTo>
                  <a:pt x="538" y="123"/>
                </a:lnTo>
                <a:lnTo>
                  <a:pt x="537" y="122"/>
                </a:lnTo>
                <a:lnTo>
                  <a:pt x="536" y="122"/>
                </a:lnTo>
                <a:lnTo>
                  <a:pt x="536" y="123"/>
                </a:lnTo>
                <a:lnTo>
                  <a:pt x="535" y="123"/>
                </a:lnTo>
                <a:lnTo>
                  <a:pt x="535" y="124"/>
                </a:lnTo>
                <a:lnTo>
                  <a:pt x="534" y="124"/>
                </a:lnTo>
                <a:lnTo>
                  <a:pt x="534" y="123"/>
                </a:lnTo>
                <a:lnTo>
                  <a:pt x="533" y="123"/>
                </a:lnTo>
                <a:lnTo>
                  <a:pt x="533" y="122"/>
                </a:lnTo>
                <a:lnTo>
                  <a:pt x="532" y="122"/>
                </a:lnTo>
                <a:lnTo>
                  <a:pt x="532" y="121"/>
                </a:lnTo>
                <a:lnTo>
                  <a:pt x="532" y="119"/>
                </a:lnTo>
                <a:lnTo>
                  <a:pt x="532" y="118"/>
                </a:lnTo>
                <a:lnTo>
                  <a:pt x="533" y="118"/>
                </a:lnTo>
                <a:lnTo>
                  <a:pt x="533" y="117"/>
                </a:lnTo>
                <a:lnTo>
                  <a:pt x="534" y="117"/>
                </a:lnTo>
                <a:lnTo>
                  <a:pt x="534" y="116"/>
                </a:lnTo>
                <a:lnTo>
                  <a:pt x="534" y="115"/>
                </a:lnTo>
                <a:lnTo>
                  <a:pt x="534" y="114"/>
                </a:lnTo>
                <a:lnTo>
                  <a:pt x="534" y="113"/>
                </a:lnTo>
                <a:lnTo>
                  <a:pt x="535" y="113"/>
                </a:lnTo>
                <a:lnTo>
                  <a:pt x="536" y="113"/>
                </a:lnTo>
                <a:lnTo>
                  <a:pt x="536" y="112"/>
                </a:lnTo>
                <a:lnTo>
                  <a:pt x="537" y="112"/>
                </a:lnTo>
                <a:lnTo>
                  <a:pt x="538" y="111"/>
                </a:lnTo>
                <a:lnTo>
                  <a:pt x="539" y="111"/>
                </a:lnTo>
                <a:lnTo>
                  <a:pt x="539" y="110"/>
                </a:lnTo>
                <a:lnTo>
                  <a:pt x="540" y="109"/>
                </a:lnTo>
                <a:lnTo>
                  <a:pt x="541" y="109"/>
                </a:lnTo>
                <a:lnTo>
                  <a:pt x="542" y="108"/>
                </a:lnTo>
                <a:lnTo>
                  <a:pt x="542" y="107"/>
                </a:lnTo>
                <a:lnTo>
                  <a:pt x="542" y="106"/>
                </a:lnTo>
                <a:lnTo>
                  <a:pt x="543" y="106"/>
                </a:lnTo>
                <a:lnTo>
                  <a:pt x="544" y="104"/>
                </a:lnTo>
                <a:lnTo>
                  <a:pt x="544" y="103"/>
                </a:lnTo>
                <a:lnTo>
                  <a:pt x="545" y="102"/>
                </a:lnTo>
                <a:lnTo>
                  <a:pt x="546" y="102"/>
                </a:lnTo>
                <a:lnTo>
                  <a:pt x="547" y="101"/>
                </a:lnTo>
                <a:lnTo>
                  <a:pt x="548" y="101"/>
                </a:lnTo>
                <a:lnTo>
                  <a:pt x="549" y="101"/>
                </a:lnTo>
                <a:lnTo>
                  <a:pt x="549" y="100"/>
                </a:lnTo>
                <a:lnTo>
                  <a:pt x="550" y="99"/>
                </a:lnTo>
                <a:lnTo>
                  <a:pt x="551" y="99"/>
                </a:lnTo>
                <a:lnTo>
                  <a:pt x="552" y="99"/>
                </a:lnTo>
                <a:lnTo>
                  <a:pt x="552" y="100"/>
                </a:lnTo>
                <a:lnTo>
                  <a:pt x="553" y="100"/>
                </a:lnTo>
                <a:lnTo>
                  <a:pt x="553" y="101"/>
                </a:lnTo>
                <a:lnTo>
                  <a:pt x="554" y="101"/>
                </a:lnTo>
                <a:lnTo>
                  <a:pt x="555" y="101"/>
                </a:lnTo>
                <a:lnTo>
                  <a:pt x="555" y="102"/>
                </a:lnTo>
                <a:lnTo>
                  <a:pt x="556" y="102"/>
                </a:lnTo>
                <a:lnTo>
                  <a:pt x="556" y="103"/>
                </a:lnTo>
                <a:lnTo>
                  <a:pt x="556" y="104"/>
                </a:lnTo>
                <a:lnTo>
                  <a:pt x="556" y="105"/>
                </a:lnTo>
                <a:lnTo>
                  <a:pt x="557" y="105"/>
                </a:lnTo>
                <a:lnTo>
                  <a:pt x="558" y="105"/>
                </a:lnTo>
                <a:lnTo>
                  <a:pt x="559" y="104"/>
                </a:lnTo>
                <a:lnTo>
                  <a:pt x="559" y="103"/>
                </a:lnTo>
                <a:lnTo>
                  <a:pt x="559" y="102"/>
                </a:lnTo>
                <a:lnTo>
                  <a:pt x="560" y="102"/>
                </a:lnTo>
                <a:lnTo>
                  <a:pt x="560" y="101"/>
                </a:lnTo>
                <a:lnTo>
                  <a:pt x="561" y="101"/>
                </a:lnTo>
                <a:lnTo>
                  <a:pt x="561" y="102"/>
                </a:lnTo>
                <a:lnTo>
                  <a:pt x="562" y="102"/>
                </a:lnTo>
                <a:lnTo>
                  <a:pt x="563" y="102"/>
                </a:lnTo>
                <a:lnTo>
                  <a:pt x="563" y="101"/>
                </a:lnTo>
                <a:lnTo>
                  <a:pt x="564" y="101"/>
                </a:lnTo>
                <a:lnTo>
                  <a:pt x="564" y="100"/>
                </a:lnTo>
                <a:lnTo>
                  <a:pt x="564" y="99"/>
                </a:lnTo>
                <a:lnTo>
                  <a:pt x="565" y="99"/>
                </a:lnTo>
                <a:lnTo>
                  <a:pt x="566" y="99"/>
                </a:lnTo>
                <a:lnTo>
                  <a:pt x="567" y="98"/>
                </a:lnTo>
                <a:lnTo>
                  <a:pt x="568" y="97"/>
                </a:lnTo>
                <a:lnTo>
                  <a:pt x="568" y="96"/>
                </a:lnTo>
                <a:lnTo>
                  <a:pt x="569" y="96"/>
                </a:lnTo>
                <a:lnTo>
                  <a:pt x="570" y="96"/>
                </a:lnTo>
                <a:lnTo>
                  <a:pt x="571" y="95"/>
                </a:lnTo>
                <a:lnTo>
                  <a:pt x="572" y="95"/>
                </a:lnTo>
                <a:lnTo>
                  <a:pt x="572" y="94"/>
                </a:lnTo>
                <a:lnTo>
                  <a:pt x="572" y="93"/>
                </a:lnTo>
                <a:lnTo>
                  <a:pt x="572" y="92"/>
                </a:lnTo>
                <a:lnTo>
                  <a:pt x="571" y="91"/>
                </a:lnTo>
                <a:lnTo>
                  <a:pt x="571" y="90"/>
                </a:lnTo>
                <a:lnTo>
                  <a:pt x="570" y="90"/>
                </a:lnTo>
                <a:lnTo>
                  <a:pt x="570" y="89"/>
                </a:lnTo>
                <a:lnTo>
                  <a:pt x="570" y="88"/>
                </a:lnTo>
                <a:lnTo>
                  <a:pt x="571" y="88"/>
                </a:lnTo>
                <a:lnTo>
                  <a:pt x="571" y="87"/>
                </a:lnTo>
                <a:lnTo>
                  <a:pt x="571" y="86"/>
                </a:lnTo>
                <a:lnTo>
                  <a:pt x="570" y="86"/>
                </a:lnTo>
                <a:lnTo>
                  <a:pt x="570" y="85"/>
                </a:lnTo>
                <a:lnTo>
                  <a:pt x="570" y="84"/>
                </a:lnTo>
                <a:lnTo>
                  <a:pt x="569" y="84"/>
                </a:lnTo>
                <a:lnTo>
                  <a:pt x="569" y="83"/>
                </a:lnTo>
                <a:lnTo>
                  <a:pt x="568" y="81"/>
                </a:lnTo>
                <a:lnTo>
                  <a:pt x="568" y="79"/>
                </a:lnTo>
                <a:lnTo>
                  <a:pt x="568" y="78"/>
                </a:lnTo>
                <a:lnTo>
                  <a:pt x="567" y="77"/>
                </a:lnTo>
                <a:lnTo>
                  <a:pt x="567" y="76"/>
                </a:lnTo>
                <a:lnTo>
                  <a:pt x="566" y="75"/>
                </a:lnTo>
                <a:lnTo>
                  <a:pt x="565" y="74"/>
                </a:lnTo>
                <a:lnTo>
                  <a:pt x="565" y="73"/>
                </a:lnTo>
                <a:lnTo>
                  <a:pt x="564" y="72"/>
                </a:lnTo>
                <a:lnTo>
                  <a:pt x="565" y="71"/>
                </a:lnTo>
                <a:lnTo>
                  <a:pt x="566" y="71"/>
                </a:lnTo>
                <a:lnTo>
                  <a:pt x="566" y="69"/>
                </a:lnTo>
                <a:lnTo>
                  <a:pt x="565" y="69"/>
                </a:lnTo>
                <a:lnTo>
                  <a:pt x="565" y="68"/>
                </a:lnTo>
                <a:lnTo>
                  <a:pt x="566" y="68"/>
                </a:lnTo>
                <a:lnTo>
                  <a:pt x="567" y="68"/>
                </a:lnTo>
                <a:lnTo>
                  <a:pt x="567" y="67"/>
                </a:lnTo>
                <a:lnTo>
                  <a:pt x="568" y="67"/>
                </a:lnTo>
                <a:lnTo>
                  <a:pt x="568" y="66"/>
                </a:lnTo>
                <a:lnTo>
                  <a:pt x="569" y="66"/>
                </a:lnTo>
                <a:lnTo>
                  <a:pt x="569" y="65"/>
                </a:lnTo>
                <a:lnTo>
                  <a:pt x="568" y="64"/>
                </a:lnTo>
                <a:lnTo>
                  <a:pt x="568" y="63"/>
                </a:lnTo>
                <a:lnTo>
                  <a:pt x="568" y="62"/>
                </a:lnTo>
                <a:lnTo>
                  <a:pt x="569" y="62"/>
                </a:lnTo>
                <a:lnTo>
                  <a:pt x="569" y="61"/>
                </a:lnTo>
                <a:lnTo>
                  <a:pt x="569" y="60"/>
                </a:lnTo>
                <a:lnTo>
                  <a:pt x="569" y="59"/>
                </a:lnTo>
                <a:lnTo>
                  <a:pt x="569" y="58"/>
                </a:lnTo>
                <a:lnTo>
                  <a:pt x="570" y="58"/>
                </a:lnTo>
                <a:lnTo>
                  <a:pt x="570" y="57"/>
                </a:lnTo>
                <a:lnTo>
                  <a:pt x="571" y="57"/>
                </a:lnTo>
                <a:lnTo>
                  <a:pt x="571" y="58"/>
                </a:lnTo>
                <a:lnTo>
                  <a:pt x="572" y="59"/>
                </a:lnTo>
                <a:lnTo>
                  <a:pt x="572" y="60"/>
                </a:lnTo>
                <a:lnTo>
                  <a:pt x="572" y="61"/>
                </a:lnTo>
                <a:lnTo>
                  <a:pt x="572" y="62"/>
                </a:lnTo>
                <a:lnTo>
                  <a:pt x="573" y="62"/>
                </a:lnTo>
                <a:lnTo>
                  <a:pt x="574" y="62"/>
                </a:lnTo>
                <a:lnTo>
                  <a:pt x="575" y="62"/>
                </a:lnTo>
                <a:lnTo>
                  <a:pt x="575" y="61"/>
                </a:lnTo>
                <a:lnTo>
                  <a:pt x="576" y="61"/>
                </a:lnTo>
                <a:lnTo>
                  <a:pt x="577" y="62"/>
                </a:lnTo>
                <a:lnTo>
                  <a:pt x="578" y="62"/>
                </a:lnTo>
                <a:lnTo>
                  <a:pt x="578" y="63"/>
                </a:lnTo>
                <a:lnTo>
                  <a:pt x="578" y="64"/>
                </a:lnTo>
                <a:lnTo>
                  <a:pt x="580" y="64"/>
                </a:lnTo>
                <a:lnTo>
                  <a:pt x="582" y="63"/>
                </a:lnTo>
                <a:lnTo>
                  <a:pt x="583" y="63"/>
                </a:lnTo>
                <a:lnTo>
                  <a:pt x="584" y="63"/>
                </a:lnTo>
                <a:lnTo>
                  <a:pt x="584" y="62"/>
                </a:lnTo>
                <a:lnTo>
                  <a:pt x="585" y="62"/>
                </a:lnTo>
                <a:lnTo>
                  <a:pt x="586" y="62"/>
                </a:lnTo>
                <a:lnTo>
                  <a:pt x="587" y="62"/>
                </a:lnTo>
                <a:lnTo>
                  <a:pt x="588" y="61"/>
                </a:lnTo>
                <a:lnTo>
                  <a:pt x="588" y="62"/>
                </a:lnTo>
                <a:lnTo>
                  <a:pt x="588" y="61"/>
                </a:lnTo>
                <a:lnTo>
                  <a:pt x="589" y="61"/>
                </a:lnTo>
                <a:lnTo>
                  <a:pt x="589" y="62"/>
                </a:lnTo>
                <a:lnTo>
                  <a:pt x="590" y="62"/>
                </a:lnTo>
                <a:lnTo>
                  <a:pt x="590" y="63"/>
                </a:lnTo>
                <a:lnTo>
                  <a:pt x="591" y="63"/>
                </a:lnTo>
                <a:lnTo>
                  <a:pt x="591" y="64"/>
                </a:lnTo>
                <a:lnTo>
                  <a:pt x="592" y="64"/>
                </a:lnTo>
                <a:lnTo>
                  <a:pt x="593" y="63"/>
                </a:lnTo>
                <a:lnTo>
                  <a:pt x="593" y="62"/>
                </a:lnTo>
                <a:lnTo>
                  <a:pt x="593" y="61"/>
                </a:lnTo>
                <a:lnTo>
                  <a:pt x="594" y="61"/>
                </a:lnTo>
                <a:lnTo>
                  <a:pt x="595" y="61"/>
                </a:lnTo>
                <a:lnTo>
                  <a:pt x="595" y="60"/>
                </a:lnTo>
                <a:lnTo>
                  <a:pt x="596" y="61"/>
                </a:lnTo>
                <a:lnTo>
                  <a:pt x="596" y="60"/>
                </a:lnTo>
                <a:lnTo>
                  <a:pt x="597" y="60"/>
                </a:lnTo>
                <a:lnTo>
                  <a:pt x="598" y="60"/>
                </a:lnTo>
                <a:lnTo>
                  <a:pt x="599" y="60"/>
                </a:lnTo>
                <a:lnTo>
                  <a:pt x="600" y="60"/>
                </a:lnTo>
                <a:lnTo>
                  <a:pt x="600" y="61"/>
                </a:lnTo>
                <a:lnTo>
                  <a:pt x="601" y="61"/>
                </a:lnTo>
                <a:lnTo>
                  <a:pt x="602" y="61"/>
                </a:lnTo>
                <a:lnTo>
                  <a:pt x="602" y="60"/>
                </a:lnTo>
                <a:lnTo>
                  <a:pt x="603" y="60"/>
                </a:lnTo>
                <a:lnTo>
                  <a:pt x="603" y="61"/>
                </a:lnTo>
                <a:lnTo>
                  <a:pt x="604" y="61"/>
                </a:lnTo>
                <a:lnTo>
                  <a:pt x="605" y="60"/>
                </a:lnTo>
                <a:lnTo>
                  <a:pt x="605" y="59"/>
                </a:lnTo>
                <a:lnTo>
                  <a:pt x="605" y="58"/>
                </a:lnTo>
                <a:lnTo>
                  <a:pt x="606" y="58"/>
                </a:lnTo>
                <a:lnTo>
                  <a:pt x="606" y="59"/>
                </a:lnTo>
                <a:lnTo>
                  <a:pt x="607" y="59"/>
                </a:lnTo>
                <a:lnTo>
                  <a:pt x="607" y="60"/>
                </a:lnTo>
                <a:lnTo>
                  <a:pt x="608" y="61"/>
                </a:lnTo>
                <a:lnTo>
                  <a:pt x="609" y="61"/>
                </a:lnTo>
                <a:lnTo>
                  <a:pt x="610" y="61"/>
                </a:lnTo>
                <a:lnTo>
                  <a:pt x="611" y="61"/>
                </a:lnTo>
                <a:lnTo>
                  <a:pt x="611" y="62"/>
                </a:lnTo>
                <a:lnTo>
                  <a:pt x="610" y="62"/>
                </a:lnTo>
                <a:lnTo>
                  <a:pt x="611" y="62"/>
                </a:lnTo>
                <a:lnTo>
                  <a:pt x="611" y="63"/>
                </a:lnTo>
                <a:lnTo>
                  <a:pt x="612" y="63"/>
                </a:lnTo>
                <a:lnTo>
                  <a:pt x="612" y="62"/>
                </a:lnTo>
                <a:lnTo>
                  <a:pt x="613" y="62"/>
                </a:lnTo>
                <a:lnTo>
                  <a:pt x="613" y="61"/>
                </a:lnTo>
                <a:lnTo>
                  <a:pt x="614" y="60"/>
                </a:lnTo>
                <a:lnTo>
                  <a:pt x="615" y="60"/>
                </a:lnTo>
                <a:lnTo>
                  <a:pt x="616" y="60"/>
                </a:lnTo>
                <a:lnTo>
                  <a:pt x="616" y="59"/>
                </a:lnTo>
                <a:lnTo>
                  <a:pt x="617" y="59"/>
                </a:lnTo>
                <a:lnTo>
                  <a:pt x="618" y="60"/>
                </a:lnTo>
                <a:lnTo>
                  <a:pt x="619" y="60"/>
                </a:lnTo>
                <a:lnTo>
                  <a:pt x="620" y="60"/>
                </a:lnTo>
                <a:lnTo>
                  <a:pt x="620" y="61"/>
                </a:lnTo>
                <a:lnTo>
                  <a:pt x="621" y="61"/>
                </a:lnTo>
                <a:lnTo>
                  <a:pt x="622" y="62"/>
                </a:lnTo>
                <a:lnTo>
                  <a:pt x="621" y="62"/>
                </a:lnTo>
                <a:lnTo>
                  <a:pt x="621" y="63"/>
                </a:lnTo>
                <a:lnTo>
                  <a:pt x="621" y="64"/>
                </a:lnTo>
                <a:lnTo>
                  <a:pt x="621" y="65"/>
                </a:lnTo>
                <a:lnTo>
                  <a:pt x="620" y="65"/>
                </a:lnTo>
                <a:lnTo>
                  <a:pt x="619" y="65"/>
                </a:lnTo>
                <a:lnTo>
                  <a:pt x="619" y="64"/>
                </a:lnTo>
                <a:lnTo>
                  <a:pt x="618" y="64"/>
                </a:lnTo>
                <a:lnTo>
                  <a:pt x="618" y="65"/>
                </a:lnTo>
                <a:lnTo>
                  <a:pt x="617" y="65"/>
                </a:lnTo>
                <a:lnTo>
                  <a:pt x="617" y="66"/>
                </a:lnTo>
                <a:lnTo>
                  <a:pt x="616" y="66"/>
                </a:lnTo>
                <a:lnTo>
                  <a:pt x="616" y="67"/>
                </a:lnTo>
                <a:lnTo>
                  <a:pt x="616" y="68"/>
                </a:lnTo>
                <a:lnTo>
                  <a:pt x="616" y="69"/>
                </a:lnTo>
                <a:lnTo>
                  <a:pt x="614" y="69"/>
                </a:lnTo>
                <a:lnTo>
                  <a:pt x="614" y="68"/>
                </a:lnTo>
                <a:lnTo>
                  <a:pt x="613" y="68"/>
                </a:lnTo>
                <a:lnTo>
                  <a:pt x="613" y="69"/>
                </a:lnTo>
                <a:lnTo>
                  <a:pt x="613" y="70"/>
                </a:lnTo>
                <a:lnTo>
                  <a:pt x="612" y="70"/>
                </a:lnTo>
                <a:lnTo>
                  <a:pt x="612" y="71"/>
                </a:lnTo>
                <a:lnTo>
                  <a:pt x="611" y="70"/>
                </a:lnTo>
                <a:lnTo>
                  <a:pt x="610" y="70"/>
                </a:lnTo>
                <a:lnTo>
                  <a:pt x="609" y="71"/>
                </a:lnTo>
                <a:lnTo>
                  <a:pt x="608" y="71"/>
                </a:lnTo>
                <a:lnTo>
                  <a:pt x="607" y="71"/>
                </a:lnTo>
                <a:lnTo>
                  <a:pt x="606" y="71"/>
                </a:lnTo>
                <a:lnTo>
                  <a:pt x="606" y="72"/>
                </a:lnTo>
                <a:lnTo>
                  <a:pt x="605" y="72"/>
                </a:lnTo>
                <a:lnTo>
                  <a:pt x="605" y="73"/>
                </a:lnTo>
                <a:lnTo>
                  <a:pt x="606" y="73"/>
                </a:lnTo>
                <a:lnTo>
                  <a:pt x="606" y="74"/>
                </a:lnTo>
                <a:lnTo>
                  <a:pt x="607" y="74"/>
                </a:lnTo>
                <a:lnTo>
                  <a:pt x="607" y="75"/>
                </a:lnTo>
                <a:lnTo>
                  <a:pt x="607" y="76"/>
                </a:lnTo>
                <a:lnTo>
                  <a:pt x="607" y="77"/>
                </a:lnTo>
                <a:lnTo>
                  <a:pt x="608" y="77"/>
                </a:lnTo>
                <a:lnTo>
                  <a:pt x="608" y="78"/>
                </a:lnTo>
                <a:lnTo>
                  <a:pt x="607" y="78"/>
                </a:lnTo>
                <a:lnTo>
                  <a:pt x="607" y="79"/>
                </a:lnTo>
                <a:lnTo>
                  <a:pt x="607" y="80"/>
                </a:lnTo>
                <a:lnTo>
                  <a:pt x="607" y="81"/>
                </a:lnTo>
                <a:lnTo>
                  <a:pt x="607" y="82"/>
                </a:lnTo>
                <a:lnTo>
                  <a:pt x="607" y="83"/>
                </a:lnTo>
                <a:lnTo>
                  <a:pt x="606" y="84"/>
                </a:lnTo>
                <a:lnTo>
                  <a:pt x="606" y="85"/>
                </a:lnTo>
                <a:lnTo>
                  <a:pt x="607" y="85"/>
                </a:lnTo>
                <a:lnTo>
                  <a:pt x="607" y="86"/>
                </a:lnTo>
                <a:lnTo>
                  <a:pt x="608" y="86"/>
                </a:lnTo>
                <a:lnTo>
                  <a:pt x="608" y="87"/>
                </a:lnTo>
                <a:lnTo>
                  <a:pt x="607" y="87"/>
                </a:lnTo>
                <a:lnTo>
                  <a:pt x="608" y="87"/>
                </a:lnTo>
                <a:lnTo>
                  <a:pt x="608" y="88"/>
                </a:lnTo>
                <a:lnTo>
                  <a:pt x="608" y="89"/>
                </a:lnTo>
                <a:lnTo>
                  <a:pt x="609" y="91"/>
                </a:lnTo>
                <a:lnTo>
                  <a:pt x="610" y="92"/>
                </a:lnTo>
                <a:lnTo>
                  <a:pt x="610" y="93"/>
                </a:lnTo>
                <a:lnTo>
                  <a:pt x="609" y="93"/>
                </a:lnTo>
                <a:lnTo>
                  <a:pt x="609" y="94"/>
                </a:lnTo>
                <a:lnTo>
                  <a:pt x="610" y="94"/>
                </a:lnTo>
                <a:lnTo>
                  <a:pt x="611" y="94"/>
                </a:lnTo>
                <a:lnTo>
                  <a:pt x="612" y="94"/>
                </a:lnTo>
                <a:lnTo>
                  <a:pt x="612" y="93"/>
                </a:lnTo>
                <a:lnTo>
                  <a:pt x="613" y="93"/>
                </a:lnTo>
                <a:lnTo>
                  <a:pt x="613" y="92"/>
                </a:lnTo>
                <a:lnTo>
                  <a:pt x="614" y="92"/>
                </a:lnTo>
                <a:lnTo>
                  <a:pt x="615" y="91"/>
                </a:lnTo>
                <a:lnTo>
                  <a:pt x="616" y="91"/>
                </a:lnTo>
                <a:lnTo>
                  <a:pt x="617" y="91"/>
                </a:lnTo>
                <a:lnTo>
                  <a:pt x="618" y="92"/>
                </a:lnTo>
                <a:lnTo>
                  <a:pt x="618" y="93"/>
                </a:lnTo>
                <a:lnTo>
                  <a:pt x="618" y="95"/>
                </a:lnTo>
                <a:lnTo>
                  <a:pt x="619" y="95"/>
                </a:lnTo>
                <a:lnTo>
                  <a:pt x="619" y="96"/>
                </a:lnTo>
                <a:lnTo>
                  <a:pt x="620" y="97"/>
                </a:lnTo>
                <a:lnTo>
                  <a:pt x="620" y="98"/>
                </a:lnTo>
                <a:lnTo>
                  <a:pt x="621" y="98"/>
                </a:lnTo>
                <a:lnTo>
                  <a:pt x="622" y="98"/>
                </a:lnTo>
                <a:lnTo>
                  <a:pt x="624" y="98"/>
                </a:lnTo>
                <a:lnTo>
                  <a:pt x="623" y="99"/>
                </a:lnTo>
                <a:lnTo>
                  <a:pt x="623" y="100"/>
                </a:lnTo>
                <a:lnTo>
                  <a:pt x="624" y="100"/>
                </a:lnTo>
                <a:lnTo>
                  <a:pt x="625" y="101"/>
                </a:lnTo>
                <a:lnTo>
                  <a:pt x="624" y="102"/>
                </a:lnTo>
                <a:lnTo>
                  <a:pt x="624" y="103"/>
                </a:lnTo>
                <a:lnTo>
                  <a:pt x="624" y="104"/>
                </a:lnTo>
                <a:lnTo>
                  <a:pt x="623" y="104"/>
                </a:lnTo>
                <a:lnTo>
                  <a:pt x="622" y="104"/>
                </a:lnTo>
                <a:lnTo>
                  <a:pt x="621" y="104"/>
                </a:lnTo>
                <a:lnTo>
                  <a:pt x="621" y="105"/>
                </a:lnTo>
                <a:lnTo>
                  <a:pt x="620" y="105"/>
                </a:lnTo>
                <a:lnTo>
                  <a:pt x="619" y="105"/>
                </a:lnTo>
                <a:lnTo>
                  <a:pt x="619" y="106"/>
                </a:lnTo>
                <a:lnTo>
                  <a:pt x="620" y="106"/>
                </a:lnTo>
                <a:lnTo>
                  <a:pt x="620" y="107"/>
                </a:lnTo>
                <a:lnTo>
                  <a:pt x="620" y="108"/>
                </a:lnTo>
                <a:lnTo>
                  <a:pt x="621" y="108"/>
                </a:lnTo>
                <a:lnTo>
                  <a:pt x="622" y="108"/>
                </a:lnTo>
                <a:lnTo>
                  <a:pt x="623" y="108"/>
                </a:lnTo>
                <a:lnTo>
                  <a:pt x="624" y="108"/>
                </a:lnTo>
                <a:lnTo>
                  <a:pt x="625" y="108"/>
                </a:lnTo>
                <a:lnTo>
                  <a:pt x="624" y="109"/>
                </a:lnTo>
                <a:lnTo>
                  <a:pt x="623" y="110"/>
                </a:lnTo>
                <a:lnTo>
                  <a:pt x="623" y="111"/>
                </a:lnTo>
                <a:lnTo>
                  <a:pt x="624" y="112"/>
                </a:lnTo>
                <a:lnTo>
                  <a:pt x="624" y="114"/>
                </a:lnTo>
                <a:lnTo>
                  <a:pt x="623" y="114"/>
                </a:lnTo>
                <a:lnTo>
                  <a:pt x="622" y="114"/>
                </a:lnTo>
                <a:lnTo>
                  <a:pt x="622" y="115"/>
                </a:lnTo>
                <a:lnTo>
                  <a:pt x="621" y="116"/>
                </a:lnTo>
                <a:lnTo>
                  <a:pt x="620" y="116"/>
                </a:lnTo>
                <a:lnTo>
                  <a:pt x="619" y="116"/>
                </a:lnTo>
                <a:lnTo>
                  <a:pt x="619" y="117"/>
                </a:lnTo>
                <a:lnTo>
                  <a:pt x="619" y="118"/>
                </a:lnTo>
                <a:lnTo>
                  <a:pt x="619" y="119"/>
                </a:lnTo>
                <a:lnTo>
                  <a:pt x="618" y="119"/>
                </a:lnTo>
                <a:lnTo>
                  <a:pt x="618" y="120"/>
                </a:lnTo>
                <a:lnTo>
                  <a:pt x="617" y="120"/>
                </a:lnTo>
                <a:lnTo>
                  <a:pt x="616" y="120"/>
                </a:lnTo>
                <a:lnTo>
                  <a:pt x="614" y="120"/>
                </a:lnTo>
                <a:lnTo>
                  <a:pt x="613" y="120"/>
                </a:lnTo>
                <a:lnTo>
                  <a:pt x="612" y="120"/>
                </a:lnTo>
                <a:lnTo>
                  <a:pt x="611" y="120"/>
                </a:lnTo>
                <a:lnTo>
                  <a:pt x="610" y="121"/>
                </a:lnTo>
                <a:lnTo>
                  <a:pt x="611" y="121"/>
                </a:lnTo>
                <a:lnTo>
                  <a:pt x="611" y="122"/>
                </a:lnTo>
                <a:lnTo>
                  <a:pt x="612" y="122"/>
                </a:lnTo>
                <a:lnTo>
                  <a:pt x="612" y="123"/>
                </a:lnTo>
                <a:lnTo>
                  <a:pt x="613" y="123"/>
                </a:lnTo>
                <a:lnTo>
                  <a:pt x="614" y="123"/>
                </a:lnTo>
                <a:lnTo>
                  <a:pt x="615" y="124"/>
                </a:lnTo>
                <a:lnTo>
                  <a:pt x="616" y="124"/>
                </a:lnTo>
                <a:lnTo>
                  <a:pt x="616" y="125"/>
                </a:lnTo>
                <a:lnTo>
                  <a:pt x="617" y="125"/>
                </a:lnTo>
                <a:lnTo>
                  <a:pt x="617" y="126"/>
                </a:lnTo>
                <a:lnTo>
                  <a:pt x="617" y="127"/>
                </a:lnTo>
                <a:lnTo>
                  <a:pt x="618" y="128"/>
                </a:lnTo>
                <a:lnTo>
                  <a:pt x="618" y="129"/>
                </a:lnTo>
                <a:lnTo>
                  <a:pt x="619" y="129"/>
                </a:lnTo>
                <a:lnTo>
                  <a:pt x="619" y="130"/>
                </a:lnTo>
                <a:lnTo>
                  <a:pt x="619" y="131"/>
                </a:lnTo>
                <a:lnTo>
                  <a:pt x="620" y="131"/>
                </a:lnTo>
                <a:lnTo>
                  <a:pt x="621" y="131"/>
                </a:lnTo>
                <a:lnTo>
                  <a:pt x="621" y="132"/>
                </a:lnTo>
                <a:lnTo>
                  <a:pt x="622" y="132"/>
                </a:lnTo>
                <a:lnTo>
                  <a:pt x="623" y="132"/>
                </a:lnTo>
                <a:lnTo>
                  <a:pt x="623" y="133"/>
                </a:lnTo>
                <a:lnTo>
                  <a:pt x="624" y="133"/>
                </a:lnTo>
                <a:lnTo>
                  <a:pt x="624" y="134"/>
                </a:lnTo>
                <a:lnTo>
                  <a:pt x="625" y="134"/>
                </a:lnTo>
                <a:lnTo>
                  <a:pt x="625" y="135"/>
                </a:lnTo>
                <a:lnTo>
                  <a:pt x="626" y="135"/>
                </a:lnTo>
                <a:lnTo>
                  <a:pt x="626" y="136"/>
                </a:lnTo>
                <a:lnTo>
                  <a:pt x="627" y="136"/>
                </a:lnTo>
                <a:lnTo>
                  <a:pt x="628" y="136"/>
                </a:lnTo>
                <a:lnTo>
                  <a:pt x="629" y="137"/>
                </a:lnTo>
                <a:lnTo>
                  <a:pt x="629" y="138"/>
                </a:lnTo>
                <a:lnTo>
                  <a:pt x="630" y="138"/>
                </a:lnTo>
                <a:lnTo>
                  <a:pt x="631" y="137"/>
                </a:lnTo>
                <a:lnTo>
                  <a:pt x="632" y="137"/>
                </a:lnTo>
                <a:lnTo>
                  <a:pt x="632" y="138"/>
                </a:lnTo>
                <a:lnTo>
                  <a:pt x="633" y="138"/>
                </a:lnTo>
                <a:lnTo>
                  <a:pt x="633" y="139"/>
                </a:lnTo>
                <a:lnTo>
                  <a:pt x="633" y="138"/>
                </a:lnTo>
                <a:lnTo>
                  <a:pt x="633" y="139"/>
                </a:lnTo>
                <a:lnTo>
                  <a:pt x="634" y="139"/>
                </a:lnTo>
                <a:lnTo>
                  <a:pt x="633" y="140"/>
                </a:lnTo>
                <a:lnTo>
                  <a:pt x="634" y="140"/>
                </a:lnTo>
                <a:lnTo>
                  <a:pt x="633" y="141"/>
                </a:lnTo>
                <a:lnTo>
                  <a:pt x="634" y="141"/>
                </a:lnTo>
                <a:lnTo>
                  <a:pt x="635" y="141"/>
                </a:lnTo>
                <a:lnTo>
                  <a:pt x="634" y="141"/>
                </a:lnTo>
                <a:lnTo>
                  <a:pt x="634" y="142"/>
                </a:lnTo>
                <a:lnTo>
                  <a:pt x="635" y="142"/>
                </a:lnTo>
                <a:lnTo>
                  <a:pt x="636" y="142"/>
                </a:lnTo>
                <a:lnTo>
                  <a:pt x="636" y="141"/>
                </a:lnTo>
                <a:lnTo>
                  <a:pt x="637" y="141"/>
                </a:lnTo>
                <a:lnTo>
                  <a:pt x="638" y="140"/>
                </a:lnTo>
                <a:lnTo>
                  <a:pt x="639" y="140"/>
                </a:lnTo>
                <a:lnTo>
                  <a:pt x="640" y="140"/>
                </a:lnTo>
                <a:lnTo>
                  <a:pt x="640" y="141"/>
                </a:lnTo>
                <a:lnTo>
                  <a:pt x="641" y="141"/>
                </a:lnTo>
                <a:lnTo>
                  <a:pt x="641" y="140"/>
                </a:lnTo>
                <a:lnTo>
                  <a:pt x="642" y="140"/>
                </a:lnTo>
                <a:lnTo>
                  <a:pt x="643" y="139"/>
                </a:lnTo>
                <a:lnTo>
                  <a:pt x="644" y="138"/>
                </a:lnTo>
                <a:lnTo>
                  <a:pt x="645" y="137"/>
                </a:lnTo>
                <a:lnTo>
                  <a:pt x="645" y="138"/>
                </a:lnTo>
                <a:lnTo>
                  <a:pt x="646" y="138"/>
                </a:lnTo>
                <a:lnTo>
                  <a:pt x="646" y="137"/>
                </a:lnTo>
                <a:lnTo>
                  <a:pt x="647" y="137"/>
                </a:lnTo>
                <a:lnTo>
                  <a:pt x="648" y="136"/>
                </a:lnTo>
                <a:lnTo>
                  <a:pt x="649" y="136"/>
                </a:lnTo>
                <a:lnTo>
                  <a:pt x="650" y="136"/>
                </a:lnTo>
                <a:lnTo>
                  <a:pt x="651" y="136"/>
                </a:lnTo>
                <a:lnTo>
                  <a:pt x="651" y="137"/>
                </a:lnTo>
                <a:lnTo>
                  <a:pt x="652" y="138"/>
                </a:lnTo>
                <a:lnTo>
                  <a:pt x="653" y="137"/>
                </a:lnTo>
                <a:lnTo>
                  <a:pt x="654" y="137"/>
                </a:lnTo>
                <a:lnTo>
                  <a:pt x="654" y="136"/>
                </a:lnTo>
                <a:lnTo>
                  <a:pt x="655" y="136"/>
                </a:lnTo>
                <a:lnTo>
                  <a:pt x="656" y="136"/>
                </a:lnTo>
                <a:lnTo>
                  <a:pt x="657" y="136"/>
                </a:lnTo>
                <a:lnTo>
                  <a:pt x="658" y="136"/>
                </a:lnTo>
                <a:lnTo>
                  <a:pt x="658" y="135"/>
                </a:lnTo>
                <a:lnTo>
                  <a:pt x="659" y="135"/>
                </a:lnTo>
                <a:lnTo>
                  <a:pt x="659" y="136"/>
                </a:lnTo>
                <a:lnTo>
                  <a:pt x="660" y="136"/>
                </a:lnTo>
                <a:lnTo>
                  <a:pt x="661" y="136"/>
                </a:lnTo>
                <a:lnTo>
                  <a:pt x="661" y="135"/>
                </a:lnTo>
                <a:lnTo>
                  <a:pt x="662" y="135"/>
                </a:lnTo>
                <a:lnTo>
                  <a:pt x="663" y="135"/>
                </a:lnTo>
                <a:lnTo>
                  <a:pt x="663" y="133"/>
                </a:lnTo>
                <a:lnTo>
                  <a:pt x="664" y="132"/>
                </a:lnTo>
                <a:lnTo>
                  <a:pt x="665" y="132"/>
                </a:lnTo>
                <a:lnTo>
                  <a:pt x="666" y="132"/>
                </a:lnTo>
                <a:lnTo>
                  <a:pt x="666" y="131"/>
                </a:lnTo>
                <a:lnTo>
                  <a:pt x="665" y="131"/>
                </a:lnTo>
                <a:lnTo>
                  <a:pt x="665" y="129"/>
                </a:lnTo>
                <a:lnTo>
                  <a:pt x="666" y="129"/>
                </a:lnTo>
                <a:lnTo>
                  <a:pt x="666" y="128"/>
                </a:lnTo>
                <a:lnTo>
                  <a:pt x="667" y="128"/>
                </a:lnTo>
                <a:lnTo>
                  <a:pt x="667" y="127"/>
                </a:lnTo>
                <a:lnTo>
                  <a:pt x="668" y="128"/>
                </a:lnTo>
                <a:lnTo>
                  <a:pt x="668" y="127"/>
                </a:lnTo>
                <a:lnTo>
                  <a:pt x="668" y="128"/>
                </a:lnTo>
                <a:lnTo>
                  <a:pt x="669" y="128"/>
                </a:lnTo>
                <a:lnTo>
                  <a:pt x="669" y="127"/>
                </a:lnTo>
                <a:lnTo>
                  <a:pt x="668" y="127"/>
                </a:lnTo>
                <a:lnTo>
                  <a:pt x="669" y="126"/>
                </a:lnTo>
                <a:lnTo>
                  <a:pt x="670" y="125"/>
                </a:lnTo>
                <a:lnTo>
                  <a:pt x="670" y="124"/>
                </a:lnTo>
                <a:lnTo>
                  <a:pt x="671" y="124"/>
                </a:lnTo>
                <a:lnTo>
                  <a:pt x="671" y="123"/>
                </a:lnTo>
                <a:lnTo>
                  <a:pt x="671" y="122"/>
                </a:lnTo>
                <a:lnTo>
                  <a:pt x="671" y="121"/>
                </a:lnTo>
                <a:lnTo>
                  <a:pt x="671" y="120"/>
                </a:lnTo>
                <a:lnTo>
                  <a:pt x="671" y="119"/>
                </a:lnTo>
                <a:lnTo>
                  <a:pt x="672" y="119"/>
                </a:lnTo>
                <a:lnTo>
                  <a:pt x="673" y="119"/>
                </a:lnTo>
                <a:lnTo>
                  <a:pt x="674" y="119"/>
                </a:lnTo>
                <a:lnTo>
                  <a:pt x="675" y="119"/>
                </a:lnTo>
                <a:lnTo>
                  <a:pt x="675" y="118"/>
                </a:lnTo>
                <a:lnTo>
                  <a:pt x="676" y="118"/>
                </a:lnTo>
                <a:lnTo>
                  <a:pt x="676" y="117"/>
                </a:lnTo>
                <a:lnTo>
                  <a:pt x="677" y="117"/>
                </a:lnTo>
                <a:lnTo>
                  <a:pt x="677" y="116"/>
                </a:lnTo>
                <a:lnTo>
                  <a:pt x="678" y="115"/>
                </a:lnTo>
                <a:lnTo>
                  <a:pt x="678" y="116"/>
                </a:lnTo>
                <a:lnTo>
                  <a:pt x="679" y="116"/>
                </a:lnTo>
                <a:lnTo>
                  <a:pt x="680" y="116"/>
                </a:lnTo>
                <a:lnTo>
                  <a:pt x="680" y="117"/>
                </a:lnTo>
                <a:lnTo>
                  <a:pt x="680" y="116"/>
                </a:lnTo>
                <a:lnTo>
                  <a:pt x="680" y="117"/>
                </a:lnTo>
                <a:lnTo>
                  <a:pt x="681" y="117"/>
                </a:lnTo>
                <a:lnTo>
                  <a:pt x="682" y="117"/>
                </a:lnTo>
                <a:lnTo>
                  <a:pt x="683" y="117"/>
                </a:lnTo>
                <a:lnTo>
                  <a:pt x="683" y="118"/>
                </a:lnTo>
                <a:lnTo>
                  <a:pt x="684" y="118"/>
                </a:lnTo>
                <a:lnTo>
                  <a:pt x="684" y="119"/>
                </a:lnTo>
                <a:lnTo>
                  <a:pt x="685" y="119"/>
                </a:lnTo>
                <a:lnTo>
                  <a:pt x="687" y="119"/>
                </a:lnTo>
                <a:lnTo>
                  <a:pt x="688" y="119"/>
                </a:lnTo>
                <a:lnTo>
                  <a:pt x="688" y="118"/>
                </a:lnTo>
                <a:lnTo>
                  <a:pt x="688" y="119"/>
                </a:lnTo>
                <a:lnTo>
                  <a:pt x="689" y="119"/>
                </a:lnTo>
                <a:lnTo>
                  <a:pt x="690" y="119"/>
                </a:lnTo>
                <a:lnTo>
                  <a:pt x="690" y="120"/>
                </a:lnTo>
                <a:lnTo>
                  <a:pt x="690" y="121"/>
                </a:lnTo>
                <a:lnTo>
                  <a:pt x="689" y="122"/>
                </a:lnTo>
                <a:lnTo>
                  <a:pt x="689" y="123"/>
                </a:lnTo>
                <a:lnTo>
                  <a:pt x="688" y="123"/>
                </a:lnTo>
                <a:lnTo>
                  <a:pt x="688" y="124"/>
                </a:lnTo>
                <a:lnTo>
                  <a:pt x="689" y="124"/>
                </a:lnTo>
                <a:lnTo>
                  <a:pt x="689" y="125"/>
                </a:lnTo>
                <a:lnTo>
                  <a:pt x="689" y="126"/>
                </a:lnTo>
                <a:lnTo>
                  <a:pt x="690" y="126"/>
                </a:lnTo>
                <a:lnTo>
                  <a:pt x="691" y="126"/>
                </a:lnTo>
                <a:lnTo>
                  <a:pt x="692" y="126"/>
                </a:lnTo>
                <a:lnTo>
                  <a:pt x="692" y="127"/>
                </a:lnTo>
                <a:lnTo>
                  <a:pt x="693" y="127"/>
                </a:lnTo>
                <a:lnTo>
                  <a:pt x="694" y="126"/>
                </a:lnTo>
                <a:lnTo>
                  <a:pt x="694" y="125"/>
                </a:lnTo>
                <a:lnTo>
                  <a:pt x="695" y="125"/>
                </a:lnTo>
                <a:lnTo>
                  <a:pt x="696" y="125"/>
                </a:lnTo>
                <a:lnTo>
                  <a:pt x="696" y="126"/>
                </a:lnTo>
                <a:lnTo>
                  <a:pt x="696" y="125"/>
                </a:lnTo>
                <a:lnTo>
                  <a:pt x="696" y="126"/>
                </a:lnTo>
                <a:lnTo>
                  <a:pt x="696" y="125"/>
                </a:lnTo>
                <a:lnTo>
                  <a:pt x="696" y="126"/>
                </a:lnTo>
                <a:lnTo>
                  <a:pt x="697" y="126"/>
                </a:lnTo>
                <a:lnTo>
                  <a:pt x="698" y="126"/>
                </a:lnTo>
                <a:lnTo>
                  <a:pt x="698" y="127"/>
                </a:lnTo>
                <a:lnTo>
                  <a:pt x="698" y="128"/>
                </a:lnTo>
                <a:lnTo>
                  <a:pt x="698" y="129"/>
                </a:lnTo>
                <a:lnTo>
                  <a:pt x="699" y="129"/>
                </a:lnTo>
                <a:lnTo>
                  <a:pt x="699" y="130"/>
                </a:lnTo>
                <a:lnTo>
                  <a:pt x="699" y="131"/>
                </a:lnTo>
                <a:lnTo>
                  <a:pt x="699" y="132"/>
                </a:lnTo>
                <a:lnTo>
                  <a:pt x="699" y="133"/>
                </a:lnTo>
                <a:lnTo>
                  <a:pt x="698" y="133"/>
                </a:lnTo>
                <a:lnTo>
                  <a:pt x="698" y="134"/>
                </a:lnTo>
                <a:lnTo>
                  <a:pt x="698" y="135"/>
                </a:lnTo>
                <a:lnTo>
                  <a:pt x="697" y="135"/>
                </a:lnTo>
                <a:lnTo>
                  <a:pt x="696" y="135"/>
                </a:lnTo>
                <a:lnTo>
                  <a:pt x="695" y="135"/>
                </a:lnTo>
                <a:lnTo>
                  <a:pt x="695" y="136"/>
                </a:lnTo>
                <a:lnTo>
                  <a:pt x="694" y="137"/>
                </a:lnTo>
                <a:lnTo>
                  <a:pt x="695" y="137"/>
                </a:lnTo>
                <a:lnTo>
                  <a:pt x="695" y="138"/>
                </a:lnTo>
                <a:lnTo>
                  <a:pt x="695" y="139"/>
                </a:lnTo>
                <a:lnTo>
                  <a:pt x="695" y="140"/>
                </a:lnTo>
                <a:lnTo>
                  <a:pt x="696" y="140"/>
                </a:lnTo>
                <a:lnTo>
                  <a:pt x="695" y="141"/>
                </a:lnTo>
                <a:lnTo>
                  <a:pt x="696" y="141"/>
                </a:lnTo>
                <a:lnTo>
                  <a:pt x="696" y="142"/>
                </a:lnTo>
                <a:lnTo>
                  <a:pt x="696" y="143"/>
                </a:lnTo>
                <a:lnTo>
                  <a:pt x="695" y="143"/>
                </a:lnTo>
                <a:lnTo>
                  <a:pt x="695" y="144"/>
                </a:lnTo>
                <a:lnTo>
                  <a:pt x="696" y="143"/>
                </a:lnTo>
                <a:lnTo>
                  <a:pt x="697" y="143"/>
                </a:lnTo>
                <a:lnTo>
                  <a:pt x="697" y="144"/>
                </a:lnTo>
                <a:lnTo>
                  <a:pt x="698" y="144"/>
                </a:lnTo>
                <a:lnTo>
                  <a:pt x="699" y="144"/>
                </a:lnTo>
                <a:lnTo>
                  <a:pt x="700" y="144"/>
                </a:lnTo>
                <a:lnTo>
                  <a:pt x="701" y="144"/>
                </a:lnTo>
                <a:lnTo>
                  <a:pt x="702" y="144"/>
                </a:lnTo>
                <a:lnTo>
                  <a:pt x="702" y="145"/>
                </a:lnTo>
                <a:lnTo>
                  <a:pt x="701" y="145"/>
                </a:lnTo>
                <a:lnTo>
                  <a:pt x="700" y="145"/>
                </a:lnTo>
                <a:lnTo>
                  <a:pt x="699" y="145"/>
                </a:lnTo>
                <a:lnTo>
                  <a:pt x="699" y="146"/>
                </a:lnTo>
                <a:lnTo>
                  <a:pt x="699" y="147"/>
                </a:lnTo>
                <a:lnTo>
                  <a:pt x="698" y="146"/>
                </a:lnTo>
                <a:lnTo>
                  <a:pt x="698" y="147"/>
                </a:lnTo>
                <a:lnTo>
                  <a:pt x="698" y="148"/>
                </a:lnTo>
                <a:lnTo>
                  <a:pt x="699" y="149"/>
                </a:lnTo>
                <a:lnTo>
                  <a:pt x="700" y="149"/>
                </a:lnTo>
                <a:lnTo>
                  <a:pt x="700" y="150"/>
                </a:lnTo>
                <a:lnTo>
                  <a:pt x="699" y="150"/>
                </a:lnTo>
                <a:lnTo>
                  <a:pt x="699" y="151"/>
                </a:lnTo>
                <a:lnTo>
                  <a:pt x="700" y="151"/>
                </a:lnTo>
                <a:lnTo>
                  <a:pt x="699" y="152"/>
                </a:lnTo>
                <a:lnTo>
                  <a:pt x="699" y="153"/>
                </a:lnTo>
                <a:lnTo>
                  <a:pt x="700" y="153"/>
                </a:lnTo>
                <a:lnTo>
                  <a:pt x="700" y="154"/>
                </a:lnTo>
                <a:lnTo>
                  <a:pt x="699" y="154"/>
                </a:lnTo>
                <a:lnTo>
                  <a:pt x="699" y="155"/>
                </a:lnTo>
                <a:lnTo>
                  <a:pt x="700" y="155"/>
                </a:lnTo>
                <a:lnTo>
                  <a:pt x="701" y="155"/>
                </a:lnTo>
                <a:lnTo>
                  <a:pt x="701" y="156"/>
                </a:lnTo>
                <a:lnTo>
                  <a:pt x="700" y="157"/>
                </a:lnTo>
                <a:lnTo>
                  <a:pt x="700" y="158"/>
                </a:lnTo>
                <a:lnTo>
                  <a:pt x="701" y="160"/>
                </a:lnTo>
                <a:lnTo>
                  <a:pt x="701" y="161"/>
                </a:lnTo>
                <a:lnTo>
                  <a:pt x="701" y="162"/>
                </a:lnTo>
                <a:lnTo>
                  <a:pt x="700" y="163"/>
                </a:lnTo>
                <a:lnTo>
                  <a:pt x="701" y="164"/>
                </a:lnTo>
                <a:lnTo>
                  <a:pt x="701" y="165"/>
                </a:lnTo>
                <a:lnTo>
                  <a:pt x="701" y="166"/>
                </a:lnTo>
                <a:lnTo>
                  <a:pt x="700" y="166"/>
                </a:lnTo>
                <a:lnTo>
                  <a:pt x="699" y="167"/>
                </a:lnTo>
                <a:lnTo>
                  <a:pt x="698" y="168"/>
                </a:lnTo>
                <a:lnTo>
                  <a:pt x="697" y="168"/>
                </a:lnTo>
                <a:lnTo>
                  <a:pt x="696" y="169"/>
                </a:lnTo>
                <a:lnTo>
                  <a:pt x="695" y="169"/>
                </a:lnTo>
                <a:lnTo>
                  <a:pt x="696" y="170"/>
                </a:lnTo>
                <a:lnTo>
                  <a:pt x="695" y="171"/>
                </a:lnTo>
                <a:lnTo>
                  <a:pt x="695" y="172"/>
                </a:lnTo>
                <a:lnTo>
                  <a:pt x="694" y="172"/>
                </a:lnTo>
                <a:lnTo>
                  <a:pt x="695" y="173"/>
                </a:lnTo>
                <a:lnTo>
                  <a:pt x="695" y="172"/>
                </a:lnTo>
                <a:lnTo>
                  <a:pt x="696" y="172"/>
                </a:lnTo>
                <a:lnTo>
                  <a:pt x="696" y="173"/>
                </a:lnTo>
                <a:lnTo>
                  <a:pt x="696" y="174"/>
                </a:lnTo>
                <a:lnTo>
                  <a:pt x="697" y="174"/>
                </a:lnTo>
                <a:lnTo>
                  <a:pt x="697" y="175"/>
                </a:lnTo>
                <a:lnTo>
                  <a:pt x="697" y="176"/>
                </a:lnTo>
                <a:lnTo>
                  <a:pt x="696" y="176"/>
                </a:lnTo>
                <a:lnTo>
                  <a:pt x="696" y="178"/>
                </a:lnTo>
                <a:lnTo>
                  <a:pt x="695" y="178"/>
                </a:lnTo>
                <a:lnTo>
                  <a:pt x="695" y="179"/>
                </a:lnTo>
                <a:lnTo>
                  <a:pt x="694" y="179"/>
                </a:lnTo>
                <a:lnTo>
                  <a:pt x="695" y="179"/>
                </a:lnTo>
                <a:lnTo>
                  <a:pt x="695" y="180"/>
                </a:lnTo>
                <a:lnTo>
                  <a:pt x="695" y="181"/>
                </a:lnTo>
                <a:lnTo>
                  <a:pt x="694" y="182"/>
                </a:lnTo>
                <a:lnTo>
                  <a:pt x="694" y="183"/>
                </a:lnTo>
                <a:lnTo>
                  <a:pt x="694" y="184"/>
                </a:lnTo>
                <a:lnTo>
                  <a:pt x="694" y="185"/>
                </a:lnTo>
                <a:lnTo>
                  <a:pt x="693" y="186"/>
                </a:lnTo>
                <a:lnTo>
                  <a:pt x="693" y="187"/>
                </a:lnTo>
                <a:lnTo>
                  <a:pt x="692" y="188"/>
                </a:lnTo>
                <a:lnTo>
                  <a:pt x="691" y="188"/>
                </a:lnTo>
                <a:lnTo>
                  <a:pt x="691" y="189"/>
                </a:lnTo>
                <a:lnTo>
                  <a:pt x="691" y="190"/>
                </a:lnTo>
                <a:lnTo>
                  <a:pt x="690" y="190"/>
                </a:lnTo>
                <a:lnTo>
                  <a:pt x="690" y="189"/>
                </a:lnTo>
                <a:lnTo>
                  <a:pt x="690" y="188"/>
                </a:lnTo>
                <a:lnTo>
                  <a:pt x="690" y="187"/>
                </a:lnTo>
                <a:lnTo>
                  <a:pt x="689" y="187"/>
                </a:lnTo>
                <a:lnTo>
                  <a:pt x="688" y="186"/>
                </a:lnTo>
                <a:lnTo>
                  <a:pt x="687" y="187"/>
                </a:lnTo>
                <a:lnTo>
                  <a:pt x="687" y="186"/>
                </a:lnTo>
                <a:lnTo>
                  <a:pt x="686" y="185"/>
                </a:lnTo>
                <a:lnTo>
                  <a:pt x="684" y="185"/>
                </a:lnTo>
                <a:lnTo>
                  <a:pt x="683" y="185"/>
                </a:lnTo>
                <a:lnTo>
                  <a:pt x="683" y="186"/>
                </a:lnTo>
                <a:lnTo>
                  <a:pt x="682" y="186"/>
                </a:lnTo>
                <a:lnTo>
                  <a:pt x="681" y="185"/>
                </a:lnTo>
                <a:lnTo>
                  <a:pt x="680" y="185"/>
                </a:lnTo>
                <a:lnTo>
                  <a:pt x="679" y="186"/>
                </a:lnTo>
                <a:lnTo>
                  <a:pt x="678" y="186"/>
                </a:lnTo>
                <a:lnTo>
                  <a:pt x="677" y="187"/>
                </a:lnTo>
                <a:lnTo>
                  <a:pt x="678" y="187"/>
                </a:lnTo>
                <a:lnTo>
                  <a:pt x="677" y="187"/>
                </a:lnTo>
                <a:lnTo>
                  <a:pt x="677" y="188"/>
                </a:lnTo>
                <a:lnTo>
                  <a:pt x="677" y="187"/>
                </a:lnTo>
                <a:lnTo>
                  <a:pt x="676" y="187"/>
                </a:lnTo>
                <a:lnTo>
                  <a:pt x="674" y="189"/>
                </a:lnTo>
                <a:lnTo>
                  <a:pt x="673" y="190"/>
                </a:lnTo>
                <a:lnTo>
                  <a:pt x="672" y="190"/>
                </a:lnTo>
                <a:lnTo>
                  <a:pt x="671" y="191"/>
                </a:lnTo>
                <a:lnTo>
                  <a:pt x="670" y="191"/>
                </a:lnTo>
                <a:lnTo>
                  <a:pt x="670" y="192"/>
                </a:lnTo>
                <a:lnTo>
                  <a:pt x="669" y="192"/>
                </a:lnTo>
                <a:lnTo>
                  <a:pt x="668" y="193"/>
                </a:lnTo>
                <a:lnTo>
                  <a:pt x="667" y="194"/>
                </a:lnTo>
                <a:lnTo>
                  <a:pt x="666" y="194"/>
                </a:lnTo>
                <a:lnTo>
                  <a:pt x="665" y="195"/>
                </a:lnTo>
                <a:lnTo>
                  <a:pt x="665" y="196"/>
                </a:lnTo>
                <a:lnTo>
                  <a:pt x="665" y="197"/>
                </a:lnTo>
                <a:lnTo>
                  <a:pt x="664" y="197"/>
                </a:lnTo>
                <a:lnTo>
                  <a:pt x="663" y="197"/>
                </a:lnTo>
                <a:lnTo>
                  <a:pt x="663" y="198"/>
                </a:lnTo>
                <a:lnTo>
                  <a:pt x="663" y="197"/>
                </a:lnTo>
                <a:lnTo>
                  <a:pt x="662" y="198"/>
                </a:lnTo>
                <a:lnTo>
                  <a:pt x="661" y="198"/>
                </a:lnTo>
                <a:lnTo>
                  <a:pt x="660" y="197"/>
                </a:lnTo>
                <a:lnTo>
                  <a:pt x="660" y="194"/>
                </a:lnTo>
                <a:lnTo>
                  <a:pt x="660" y="193"/>
                </a:lnTo>
                <a:lnTo>
                  <a:pt x="659" y="193"/>
                </a:lnTo>
                <a:lnTo>
                  <a:pt x="658" y="193"/>
                </a:lnTo>
                <a:lnTo>
                  <a:pt x="658" y="192"/>
                </a:lnTo>
                <a:lnTo>
                  <a:pt x="656" y="192"/>
                </a:lnTo>
                <a:lnTo>
                  <a:pt x="656" y="193"/>
                </a:lnTo>
                <a:lnTo>
                  <a:pt x="654" y="195"/>
                </a:lnTo>
                <a:lnTo>
                  <a:pt x="653" y="195"/>
                </a:lnTo>
                <a:lnTo>
                  <a:pt x="652" y="194"/>
                </a:lnTo>
                <a:lnTo>
                  <a:pt x="651" y="193"/>
                </a:lnTo>
                <a:lnTo>
                  <a:pt x="650" y="193"/>
                </a:lnTo>
                <a:lnTo>
                  <a:pt x="649" y="193"/>
                </a:lnTo>
                <a:lnTo>
                  <a:pt x="648" y="193"/>
                </a:lnTo>
                <a:lnTo>
                  <a:pt x="647" y="193"/>
                </a:lnTo>
                <a:lnTo>
                  <a:pt x="645" y="194"/>
                </a:lnTo>
                <a:lnTo>
                  <a:pt x="644" y="195"/>
                </a:lnTo>
                <a:lnTo>
                  <a:pt x="643" y="195"/>
                </a:lnTo>
                <a:lnTo>
                  <a:pt x="642" y="195"/>
                </a:lnTo>
                <a:lnTo>
                  <a:pt x="640" y="195"/>
                </a:lnTo>
                <a:lnTo>
                  <a:pt x="639" y="197"/>
                </a:lnTo>
                <a:lnTo>
                  <a:pt x="638" y="197"/>
                </a:lnTo>
                <a:lnTo>
                  <a:pt x="638" y="196"/>
                </a:lnTo>
                <a:lnTo>
                  <a:pt x="636" y="195"/>
                </a:lnTo>
                <a:lnTo>
                  <a:pt x="635" y="194"/>
                </a:lnTo>
                <a:lnTo>
                  <a:pt x="634" y="194"/>
                </a:lnTo>
                <a:lnTo>
                  <a:pt x="633" y="194"/>
                </a:lnTo>
                <a:lnTo>
                  <a:pt x="632" y="194"/>
                </a:lnTo>
                <a:lnTo>
                  <a:pt x="632" y="195"/>
                </a:lnTo>
                <a:lnTo>
                  <a:pt x="632" y="194"/>
                </a:lnTo>
                <a:lnTo>
                  <a:pt x="632" y="193"/>
                </a:lnTo>
                <a:lnTo>
                  <a:pt x="631" y="193"/>
                </a:lnTo>
                <a:lnTo>
                  <a:pt x="631" y="192"/>
                </a:lnTo>
                <a:lnTo>
                  <a:pt x="629" y="189"/>
                </a:lnTo>
                <a:lnTo>
                  <a:pt x="629" y="188"/>
                </a:lnTo>
                <a:lnTo>
                  <a:pt x="629" y="187"/>
                </a:lnTo>
                <a:lnTo>
                  <a:pt x="628" y="187"/>
                </a:lnTo>
                <a:lnTo>
                  <a:pt x="628" y="186"/>
                </a:lnTo>
                <a:lnTo>
                  <a:pt x="627" y="186"/>
                </a:lnTo>
                <a:lnTo>
                  <a:pt x="625" y="185"/>
                </a:lnTo>
                <a:lnTo>
                  <a:pt x="622" y="184"/>
                </a:lnTo>
                <a:lnTo>
                  <a:pt x="622" y="183"/>
                </a:lnTo>
                <a:lnTo>
                  <a:pt x="621" y="183"/>
                </a:lnTo>
                <a:lnTo>
                  <a:pt x="620" y="183"/>
                </a:lnTo>
                <a:lnTo>
                  <a:pt x="620" y="182"/>
                </a:lnTo>
                <a:lnTo>
                  <a:pt x="620" y="181"/>
                </a:lnTo>
                <a:lnTo>
                  <a:pt x="619" y="181"/>
                </a:lnTo>
                <a:lnTo>
                  <a:pt x="618" y="181"/>
                </a:lnTo>
                <a:lnTo>
                  <a:pt x="617" y="180"/>
                </a:lnTo>
                <a:lnTo>
                  <a:pt x="617" y="181"/>
                </a:lnTo>
                <a:lnTo>
                  <a:pt x="616" y="180"/>
                </a:lnTo>
                <a:lnTo>
                  <a:pt x="615" y="180"/>
                </a:lnTo>
                <a:lnTo>
                  <a:pt x="614" y="181"/>
                </a:lnTo>
                <a:lnTo>
                  <a:pt x="614" y="182"/>
                </a:lnTo>
                <a:lnTo>
                  <a:pt x="614" y="183"/>
                </a:lnTo>
                <a:lnTo>
                  <a:pt x="614" y="184"/>
                </a:lnTo>
                <a:lnTo>
                  <a:pt x="612" y="186"/>
                </a:lnTo>
                <a:lnTo>
                  <a:pt x="611" y="186"/>
                </a:lnTo>
                <a:lnTo>
                  <a:pt x="611" y="187"/>
                </a:lnTo>
                <a:lnTo>
                  <a:pt x="610" y="188"/>
                </a:lnTo>
                <a:lnTo>
                  <a:pt x="609" y="190"/>
                </a:lnTo>
                <a:lnTo>
                  <a:pt x="608" y="191"/>
                </a:lnTo>
                <a:lnTo>
                  <a:pt x="607" y="191"/>
                </a:lnTo>
                <a:lnTo>
                  <a:pt x="607" y="192"/>
                </a:lnTo>
                <a:lnTo>
                  <a:pt x="606" y="193"/>
                </a:lnTo>
                <a:lnTo>
                  <a:pt x="605" y="194"/>
                </a:lnTo>
                <a:lnTo>
                  <a:pt x="606" y="195"/>
                </a:lnTo>
                <a:lnTo>
                  <a:pt x="607" y="196"/>
                </a:lnTo>
                <a:lnTo>
                  <a:pt x="606" y="197"/>
                </a:lnTo>
                <a:lnTo>
                  <a:pt x="605" y="198"/>
                </a:lnTo>
                <a:lnTo>
                  <a:pt x="604" y="198"/>
                </a:lnTo>
                <a:lnTo>
                  <a:pt x="603" y="197"/>
                </a:lnTo>
                <a:lnTo>
                  <a:pt x="603" y="198"/>
                </a:lnTo>
                <a:lnTo>
                  <a:pt x="603" y="199"/>
                </a:lnTo>
                <a:lnTo>
                  <a:pt x="602" y="199"/>
                </a:lnTo>
                <a:lnTo>
                  <a:pt x="601" y="198"/>
                </a:lnTo>
                <a:lnTo>
                  <a:pt x="600" y="199"/>
                </a:lnTo>
                <a:lnTo>
                  <a:pt x="600" y="200"/>
                </a:lnTo>
                <a:lnTo>
                  <a:pt x="599" y="201"/>
                </a:lnTo>
                <a:lnTo>
                  <a:pt x="598" y="200"/>
                </a:lnTo>
                <a:lnTo>
                  <a:pt x="597" y="199"/>
                </a:lnTo>
                <a:lnTo>
                  <a:pt x="596" y="198"/>
                </a:lnTo>
                <a:lnTo>
                  <a:pt x="596" y="197"/>
                </a:lnTo>
                <a:lnTo>
                  <a:pt x="595" y="197"/>
                </a:lnTo>
                <a:lnTo>
                  <a:pt x="595" y="196"/>
                </a:lnTo>
                <a:lnTo>
                  <a:pt x="595" y="195"/>
                </a:lnTo>
                <a:lnTo>
                  <a:pt x="595" y="194"/>
                </a:lnTo>
                <a:lnTo>
                  <a:pt x="594" y="194"/>
                </a:lnTo>
                <a:lnTo>
                  <a:pt x="594" y="193"/>
                </a:lnTo>
                <a:lnTo>
                  <a:pt x="593" y="193"/>
                </a:lnTo>
                <a:lnTo>
                  <a:pt x="592" y="194"/>
                </a:lnTo>
                <a:lnTo>
                  <a:pt x="591" y="194"/>
                </a:lnTo>
                <a:lnTo>
                  <a:pt x="591" y="193"/>
                </a:lnTo>
                <a:lnTo>
                  <a:pt x="590" y="193"/>
                </a:lnTo>
                <a:lnTo>
                  <a:pt x="589" y="192"/>
                </a:lnTo>
                <a:lnTo>
                  <a:pt x="587" y="191"/>
                </a:lnTo>
                <a:lnTo>
                  <a:pt x="586" y="190"/>
                </a:lnTo>
                <a:lnTo>
                  <a:pt x="585" y="189"/>
                </a:lnTo>
                <a:lnTo>
                  <a:pt x="585" y="188"/>
                </a:lnTo>
                <a:lnTo>
                  <a:pt x="585" y="186"/>
                </a:lnTo>
                <a:lnTo>
                  <a:pt x="585" y="185"/>
                </a:lnTo>
                <a:lnTo>
                  <a:pt x="585" y="184"/>
                </a:lnTo>
                <a:lnTo>
                  <a:pt x="584" y="184"/>
                </a:lnTo>
                <a:lnTo>
                  <a:pt x="583" y="184"/>
                </a:lnTo>
                <a:lnTo>
                  <a:pt x="582" y="185"/>
                </a:lnTo>
                <a:lnTo>
                  <a:pt x="581" y="185"/>
                </a:lnTo>
                <a:lnTo>
                  <a:pt x="580" y="185"/>
                </a:lnTo>
                <a:lnTo>
                  <a:pt x="580" y="184"/>
                </a:lnTo>
                <a:lnTo>
                  <a:pt x="579" y="184"/>
                </a:lnTo>
                <a:lnTo>
                  <a:pt x="578" y="183"/>
                </a:lnTo>
                <a:lnTo>
                  <a:pt x="577" y="183"/>
                </a:lnTo>
                <a:lnTo>
                  <a:pt x="577" y="182"/>
                </a:lnTo>
                <a:lnTo>
                  <a:pt x="577" y="183"/>
                </a:lnTo>
                <a:lnTo>
                  <a:pt x="577" y="184"/>
                </a:lnTo>
                <a:lnTo>
                  <a:pt x="577" y="186"/>
                </a:lnTo>
                <a:lnTo>
                  <a:pt x="576" y="186"/>
                </a:lnTo>
                <a:lnTo>
                  <a:pt x="576" y="187"/>
                </a:lnTo>
                <a:lnTo>
                  <a:pt x="576" y="188"/>
                </a:lnTo>
                <a:lnTo>
                  <a:pt x="575" y="188"/>
                </a:lnTo>
                <a:lnTo>
                  <a:pt x="575" y="189"/>
                </a:lnTo>
                <a:lnTo>
                  <a:pt x="575" y="190"/>
                </a:lnTo>
                <a:lnTo>
                  <a:pt x="575" y="191"/>
                </a:lnTo>
                <a:lnTo>
                  <a:pt x="575" y="192"/>
                </a:lnTo>
                <a:lnTo>
                  <a:pt x="575" y="193"/>
                </a:lnTo>
                <a:lnTo>
                  <a:pt x="574" y="193"/>
                </a:lnTo>
                <a:lnTo>
                  <a:pt x="573" y="193"/>
                </a:lnTo>
                <a:lnTo>
                  <a:pt x="573" y="194"/>
                </a:lnTo>
                <a:lnTo>
                  <a:pt x="572" y="194"/>
                </a:lnTo>
                <a:lnTo>
                  <a:pt x="572" y="195"/>
                </a:lnTo>
                <a:lnTo>
                  <a:pt x="572" y="196"/>
                </a:lnTo>
                <a:lnTo>
                  <a:pt x="571" y="197"/>
                </a:lnTo>
                <a:lnTo>
                  <a:pt x="571" y="198"/>
                </a:lnTo>
                <a:lnTo>
                  <a:pt x="571" y="199"/>
                </a:lnTo>
                <a:lnTo>
                  <a:pt x="570" y="199"/>
                </a:lnTo>
                <a:lnTo>
                  <a:pt x="569" y="199"/>
                </a:lnTo>
                <a:lnTo>
                  <a:pt x="569" y="200"/>
                </a:lnTo>
                <a:lnTo>
                  <a:pt x="568" y="201"/>
                </a:lnTo>
                <a:lnTo>
                  <a:pt x="567" y="201"/>
                </a:lnTo>
                <a:lnTo>
                  <a:pt x="566" y="201"/>
                </a:lnTo>
                <a:lnTo>
                  <a:pt x="565" y="201"/>
                </a:lnTo>
                <a:lnTo>
                  <a:pt x="565" y="202"/>
                </a:lnTo>
                <a:lnTo>
                  <a:pt x="565" y="203"/>
                </a:lnTo>
                <a:lnTo>
                  <a:pt x="565" y="202"/>
                </a:lnTo>
                <a:lnTo>
                  <a:pt x="564" y="202"/>
                </a:lnTo>
                <a:lnTo>
                  <a:pt x="564" y="203"/>
                </a:lnTo>
                <a:lnTo>
                  <a:pt x="565" y="203"/>
                </a:lnTo>
                <a:lnTo>
                  <a:pt x="564" y="203"/>
                </a:lnTo>
                <a:lnTo>
                  <a:pt x="564" y="204"/>
                </a:lnTo>
                <a:lnTo>
                  <a:pt x="563" y="204"/>
                </a:lnTo>
                <a:lnTo>
                  <a:pt x="563" y="205"/>
                </a:lnTo>
                <a:lnTo>
                  <a:pt x="562" y="205"/>
                </a:lnTo>
                <a:lnTo>
                  <a:pt x="562" y="206"/>
                </a:lnTo>
                <a:lnTo>
                  <a:pt x="561" y="206"/>
                </a:lnTo>
                <a:lnTo>
                  <a:pt x="561" y="208"/>
                </a:lnTo>
                <a:lnTo>
                  <a:pt x="560" y="208"/>
                </a:lnTo>
                <a:lnTo>
                  <a:pt x="560" y="209"/>
                </a:lnTo>
                <a:lnTo>
                  <a:pt x="559" y="209"/>
                </a:lnTo>
                <a:lnTo>
                  <a:pt x="559" y="210"/>
                </a:lnTo>
                <a:lnTo>
                  <a:pt x="558" y="210"/>
                </a:lnTo>
                <a:lnTo>
                  <a:pt x="558" y="211"/>
                </a:lnTo>
                <a:lnTo>
                  <a:pt x="558" y="212"/>
                </a:lnTo>
                <a:lnTo>
                  <a:pt x="557" y="212"/>
                </a:lnTo>
                <a:lnTo>
                  <a:pt x="557" y="211"/>
                </a:lnTo>
                <a:lnTo>
                  <a:pt x="557" y="212"/>
                </a:lnTo>
                <a:lnTo>
                  <a:pt x="557" y="213"/>
                </a:lnTo>
                <a:lnTo>
                  <a:pt x="557" y="214"/>
                </a:lnTo>
                <a:lnTo>
                  <a:pt x="556" y="214"/>
                </a:lnTo>
                <a:lnTo>
                  <a:pt x="556" y="215"/>
                </a:lnTo>
                <a:lnTo>
                  <a:pt x="555" y="215"/>
                </a:lnTo>
                <a:lnTo>
                  <a:pt x="554" y="214"/>
                </a:lnTo>
                <a:lnTo>
                  <a:pt x="554" y="215"/>
                </a:lnTo>
                <a:lnTo>
                  <a:pt x="554" y="214"/>
                </a:lnTo>
                <a:lnTo>
                  <a:pt x="554" y="215"/>
                </a:lnTo>
                <a:lnTo>
                  <a:pt x="553" y="215"/>
                </a:lnTo>
                <a:lnTo>
                  <a:pt x="552" y="215"/>
                </a:lnTo>
                <a:lnTo>
                  <a:pt x="551" y="215"/>
                </a:lnTo>
                <a:lnTo>
                  <a:pt x="551" y="216"/>
                </a:lnTo>
                <a:lnTo>
                  <a:pt x="551" y="215"/>
                </a:lnTo>
                <a:lnTo>
                  <a:pt x="551" y="216"/>
                </a:lnTo>
                <a:lnTo>
                  <a:pt x="550" y="216"/>
                </a:lnTo>
                <a:lnTo>
                  <a:pt x="549" y="217"/>
                </a:lnTo>
                <a:lnTo>
                  <a:pt x="549" y="218"/>
                </a:lnTo>
                <a:lnTo>
                  <a:pt x="550" y="218"/>
                </a:lnTo>
                <a:lnTo>
                  <a:pt x="550" y="219"/>
                </a:lnTo>
                <a:lnTo>
                  <a:pt x="551" y="219"/>
                </a:lnTo>
                <a:lnTo>
                  <a:pt x="552" y="219"/>
                </a:lnTo>
                <a:lnTo>
                  <a:pt x="552" y="218"/>
                </a:lnTo>
                <a:lnTo>
                  <a:pt x="552" y="219"/>
                </a:lnTo>
                <a:lnTo>
                  <a:pt x="553" y="220"/>
                </a:lnTo>
                <a:lnTo>
                  <a:pt x="553" y="221"/>
                </a:lnTo>
                <a:lnTo>
                  <a:pt x="552" y="221"/>
                </a:lnTo>
                <a:lnTo>
                  <a:pt x="551" y="221"/>
                </a:lnTo>
                <a:lnTo>
                  <a:pt x="552" y="221"/>
                </a:lnTo>
                <a:lnTo>
                  <a:pt x="551" y="221"/>
                </a:lnTo>
                <a:lnTo>
                  <a:pt x="550" y="221"/>
                </a:lnTo>
                <a:lnTo>
                  <a:pt x="549" y="220"/>
                </a:lnTo>
                <a:lnTo>
                  <a:pt x="548" y="220"/>
                </a:lnTo>
                <a:lnTo>
                  <a:pt x="548" y="221"/>
                </a:lnTo>
                <a:lnTo>
                  <a:pt x="547" y="221"/>
                </a:lnTo>
                <a:lnTo>
                  <a:pt x="547" y="222"/>
                </a:lnTo>
                <a:lnTo>
                  <a:pt x="548" y="222"/>
                </a:lnTo>
                <a:lnTo>
                  <a:pt x="548" y="223"/>
                </a:lnTo>
                <a:lnTo>
                  <a:pt x="549" y="224"/>
                </a:lnTo>
                <a:lnTo>
                  <a:pt x="550" y="225"/>
                </a:lnTo>
                <a:lnTo>
                  <a:pt x="550" y="226"/>
                </a:lnTo>
                <a:lnTo>
                  <a:pt x="549" y="226"/>
                </a:lnTo>
                <a:lnTo>
                  <a:pt x="549" y="227"/>
                </a:lnTo>
                <a:lnTo>
                  <a:pt x="548" y="227"/>
                </a:lnTo>
                <a:lnTo>
                  <a:pt x="549" y="227"/>
                </a:lnTo>
                <a:lnTo>
                  <a:pt x="550" y="227"/>
                </a:lnTo>
                <a:lnTo>
                  <a:pt x="551" y="226"/>
                </a:lnTo>
                <a:lnTo>
                  <a:pt x="552" y="226"/>
                </a:lnTo>
                <a:lnTo>
                  <a:pt x="552" y="225"/>
                </a:lnTo>
                <a:lnTo>
                  <a:pt x="553" y="224"/>
                </a:lnTo>
                <a:lnTo>
                  <a:pt x="554" y="223"/>
                </a:lnTo>
                <a:lnTo>
                  <a:pt x="555" y="223"/>
                </a:lnTo>
                <a:lnTo>
                  <a:pt x="556" y="223"/>
                </a:lnTo>
                <a:lnTo>
                  <a:pt x="557" y="223"/>
                </a:lnTo>
                <a:lnTo>
                  <a:pt x="557" y="224"/>
                </a:lnTo>
                <a:lnTo>
                  <a:pt x="558" y="224"/>
                </a:lnTo>
                <a:lnTo>
                  <a:pt x="558" y="225"/>
                </a:lnTo>
                <a:lnTo>
                  <a:pt x="559" y="225"/>
                </a:lnTo>
                <a:lnTo>
                  <a:pt x="559" y="226"/>
                </a:lnTo>
                <a:lnTo>
                  <a:pt x="559" y="227"/>
                </a:lnTo>
                <a:lnTo>
                  <a:pt x="560" y="228"/>
                </a:lnTo>
                <a:lnTo>
                  <a:pt x="560" y="229"/>
                </a:lnTo>
                <a:lnTo>
                  <a:pt x="561" y="230"/>
                </a:lnTo>
                <a:lnTo>
                  <a:pt x="561" y="231"/>
                </a:lnTo>
                <a:lnTo>
                  <a:pt x="561" y="232"/>
                </a:lnTo>
                <a:lnTo>
                  <a:pt x="562" y="232"/>
                </a:lnTo>
                <a:lnTo>
                  <a:pt x="563" y="233"/>
                </a:lnTo>
                <a:lnTo>
                  <a:pt x="563" y="234"/>
                </a:lnTo>
                <a:lnTo>
                  <a:pt x="563" y="235"/>
                </a:lnTo>
                <a:lnTo>
                  <a:pt x="563" y="236"/>
                </a:lnTo>
                <a:lnTo>
                  <a:pt x="562" y="236"/>
                </a:lnTo>
                <a:lnTo>
                  <a:pt x="562" y="237"/>
                </a:lnTo>
                <a:lnTo>
                  <a:pt x="562" y="238"/>
                </a:lnTo>
                <a:lnTo>
                  <a:pt x="562" y="239"/>
                </a:lnTo>
                <a:lnTo>
                  <a:pt x="563" y="240"/>
                </a:lnTo>
                <a:lnTo>
                  <a:pt x="563" y="241"/>
                </a:lnTo>
                <a:lnTo>
                  <a:pt x="563" y="242"/>
                </a:lnTo>
                <a:lnTo>
                  <a:pt x="562" y="242"/>
                </a:lnTo>
                <a:lnTo>
                  <a:pt x="561" y="242"/>
                </a:lnTo>
                <a:lnTo>
                  <a:pt x="560" y="243"/>
                </a:lnTo>
                <a:lnTo>
                  <a:pt x="559" y="243"/>
                </a:lnTo>
                <a:lnTo>
                  <a:pt x="558" y="243"/>
                </a:lnTo>
                <a:lnTo>
                  <a:pt x="558" y="244"/>
                </a:lnTo>
                <a:lnTo>
                  <a:pt x="558" y="245"/>
                </a:lnTo>
                <a:lnTo>
                  <a:pt x="557" y="245"/>
                </a:lnTo>
                <a:lnTo>
                  <a:pt x="557" y="247"/>
                </a:lnTo>
                <a:lnTo>
                  <a:pt x="557" y="248"/>
                </a:lnTo>
                <a:lnTo>
                  <a:pt x="557" y="249"/>
                </a:lnTo>
                <a:lnTo>
                  <a:pt x="557" y="250"/>
                </a:lnTo>
                <a:lnTo>
                  <a:pt x="558" y="250"/>
                </a:lnTo>
                <a:lnTo>
                  <a:pt x="558" y="251"/>
                </a:lnTo>
                <a:lnTo>
                  <a:pt x="558" y="252"/>
                </a:lnTo>
                <a:lnTo>
                  <a:pt x="558" y="253"/>
                </a:lnTo>
                <a:lnTo>
                  <a:pt x="558" y="254"/>
                </a:lnTo>
                <a:lnTo>
                  <a:pt x="559" y="254"/>
                </a:lnTo>
                <a:lnTo>
                  <a:pt x="559" y="255"/>
                </a:lnTo>
                <a:lnTo>
                  <a:pt x="560" y="255"/>
                </a:lnTo>
                <a:lnTo>
                  <a:pt x="560" y="256"/>
                </a:lnTo>
                <a:lnTo>
                  <a:pt x="561" y="256"/>
                </a:lnTo>
                <a:lnTo>
                  <a:pt x="561" y="255"/>
                </a:lnTo>
                <a:lnTo>
                  <a:pt x="562" y="255"/>
                </a:lnTo>
                <a:lnTo>
                  <a:pt x="563" y="256"/>
                </a:lnTo>
                <a:lnTo>
                  <a:pt x="563" y="257"/>
                </a:lnTo>
                <a:lnTo>
                  <a:pt x="562" y="258"/>
                </a:lnTo>
                <a:lnTo>
                  <a:pt x="562" y="259"/>
                </a:lnTo>
                <a:lnTo>
                  <a:pt x="562" y="260"/>
                </a:lnTo>
                <a:lnTo>
                  <a:pt x="562" y="262"/>
                </a:lnTo>
                <a:lnTo>
                  <a:pt x="562" y="263"/>
                </a:lnTo>
                <a:lnTo>
                  <a:pt x="562" y="264"/>
                </a:lnTo>
                <a:lnTo>
                  <a:pt x="561" y="265"/>
                </a:lnTo>
                <a:lnTo>
                  <a:pt x="561" y="266"/>
                </a:lnTo>
                <a:lnTo>
                  <a:pt x="561" y="267"/>
                </a:lnTo>
                <a:lnTo>
                  <a:pt x="562" y="267"/>
                </a:lnTo>
                <a:lnTo>
                  <a:pt x="562" y="268"/>
                </a:lnTo>
                <a:lnTo>
                  <a:pt x="563" y="269"/>
                </a:lnTo>
                <a:lnTo>
                  <a:pt x="562" y="270"/>
                </a:lnTo>
                <a:lnTo>
                  <a:pt x="562" y="271"/>
                </a:lnTo>
                <a:lnTo>
                  <a:pt x="563" y="271"/>
                </a:lnTo>
                <a:lnTo>
                  <a:pt x="564" y="272"/>
                </a:lnTo>
                <a:lnTo>
                  <a:pt x="565" y="272"/>
                </a:lnTo>
                <a:lnTo>
                  <a:pt x="566" y="273"/>
                </a:lnTo>
                <a:lnTo>
                  <a:pt x="567" y="274"/>
                </a:lnTo>
                <a:lnTo>
                  <a:pt x="566" y="274"/>
                </a:lnTo>
                <a:lnTo>
                  <a:pt x="566" y="275"/>
                </a:lnTo>
                <a:lnTo>
                  <a:pt x="567" y="275"/>
                </a:lnTo>
                <a:lnTo>
                  <a:pt x="567" y="276"/>
                </a:lnTo>
                <a:lnTo>
                  <a:pt x="568" y="276"/>
                </a:lnTo>
                <a:lnTo>
                  <a:pt x="569" y="276"/>
                </a:lnTo>
                <a:lnTo>
                  <a:pt x="570" y="276"/>
                </a:lnTo>
                <a:lnTo>
                  <a:pt x="570" y="277"/>
                </a:lnTo>
                <a:lnTo>
                  <a:pt x="571" y="277"/>
                </a:lnTo>
                <a:lnTo>
                  <a:pt x="571" y="278"/>
                </a:lnTo>
                <a:lnTo>
                  <a:pt x="572" y="278"/>
                </a:lnTo>
                <a:lnTo>
                  <a:pt x="572" y="277"/>
                </a:lnTo>
                <a:lnTo>
                  <a:pt x="574" y="277"/>
                </a:lnTo>
                <a:lnTo>
                  <a:pt x="575" y="278"/>
                </a:lnTo>
                <a:lnTo>
                  <a:pt x="576" y="278"/>
                </a:lnTo>
                <a:lnTo>
                  <a:pt x="577" y="277"/>
                </a:lnTo>
                <a:lnTo>
                  <a:pt x="578" y="277"/>
                </a:lnTo>
                <a:lnTo>
                  <a:pt x="579" y="277"/>
                </a:lnTo>
                <a:lnTo>
                  <a:pt x="580" y="277"/>
                </a:lnTo>
                <a:lnTo>
                  <a:pt x="581" y="277"/>
                </a:lnTo>
                <a:lnTo>
                  <a:pt x="582" y="277"/>
                </a:lnTo>
                <a:lnTo>
                  <a:pt x="583" y="277"/>
                </a:lnTo>
                <a:lnTo>
                  <a:pt x="584" y="277"/>
                </a:lnTo>
                <a:lnTo>
                  <a:pt x="584" y="278"/>
                </a:lnTo>
                <a:lnTo>
                  <a:pt x="585" y="278"/>
                </a:lnTo>
                <a:lnTo>
                  <a:pt x="586" y="278"/>
                </a:lnTo>
                <a:lnTo>
                  <a:pt x="586" y="277"/>
                </a:lnTo>
                <a:lnTo>
                  <a:pt x="586" y="278"/>
                </a:lnTo>
                <a:lnTo>
                  <a:pt x="587" y="278"/>
                </a:lnTo>
                <a:lnTo>
                  <a:pt x="588" y="278"/>
                </a:lnTo>
                <a:lnTo>
                  <a:pt x="588" y="279"/>
                </a:lnTo>
                <a:lnTo>
                  <a:pt x="588" y="278"/>
                </a:lnTo>
                <a:lnTo>
                  <a:pt x="589" y="278"/>
                </a:lnTo>
                <a:lnTo>
                  <a:pt x="589" y="277"/>
                </a:lnTo>
                <a:lnTo>
                  <a:pt x="590" y="277"/>
                </a:lnTo>
                <a:lnTo>
                  <a:pt x="590" y="276"/>
                </a:lnTo>
                <a:lnTo>
                  <a:pt x="590" y="275"/>
                </a:lnTo>
                <a:lnTo>
                  <a:pt x="589" y="274"/>
                </a:lnTo>
                <a:lnTo>
                  <a:pt x="589" y="273"/>
                </a:lnTo>
                <a:lnTo>
                  <a:pt x="589" y="271"/>
                </a:lnTo>
                <a:lnTo>
                  <a:pt x="590" y="271"/>
                </a:lnTo>
                <a:lnTo>
                  <a:pt x="591" y="271"/>
                </a:lnTo>
                <a:lnTo>
                  <a:pt x="591" y="270"/>
                </a:lnTo>
                <a:lnTo>
                  <a:pt x="592" y="269"/>
                </a:lnTo>
                <a:lnTo>
                  <a:pt x="592" y="268"/>
                </a:lnTo>
                <a:lnTo>
                  <a:pt x="593" y="268"/>
                </a:lnTo>
                <a:lnTo>
                  <a:pt x="593" y="267"/>
                </a:lnTo>
                <a:lnTo>
                  <a:pt x="593" y="266"/>
                </a:lnTo>
                <a:lnTo>
                  <a:pt x="594" y="265"/>
                </a:lnTo>
                <a:lnTo>
                  <a:pt x="595" y="264"/>
                </a:lnTo>
                <a:lnTo>
                  <a:pt x="596" y="265"/>
                </a:lnTo>
                <a:lnTo>
                  <a:pt x="597" y="264"/>
                </a:lnTo>
                <a:lnTo>
                  <a:pt x="598" y="264"/>
                </a:lnTo>
                <a:lnTo>
                  <a:pt x="599" y="265"/>
                </a:lnTo>
                <a:lnTo>
                  <a:pt x="600" y="265"/>
                </a:lnTo>
                <a:lnTo>
                  <a:pt x="601" y="265"/>
                </a:lnTo>
                <a:lnTo>
                  <a:pt x="601" y="266"/>
                </a:lnTo>
                <a:lnTo>
                  <a:pt x="602" y="266"/>
                </a:lnTo>
                <a:lnTo>
                  <a:pt x="603" y="266"/>
                </a:lnTo>
                <a:lnTo>
                  <a:pt x="604" y="267"/>
                </a:lnTo>
                <a:lnTo>
                  <a:pt x="604" y="266"/>
                </a:lnTo>
                <a:lnTo>
                  <a:pt x="605" y="266"/>
                </a:lnTo>
                <a:lnTo>
                  <a:pt x="606" y="266"/>
                </a:lnTo>
                <a:lnTo>
                  <a:pt x="606" y="267"/>
                </a:lnTo>
                <a:lnTo>
                  <a:pt x="607" y="267"/>
                </a:lnTo>
                <a:lnTo>
                  <a:pt x="608" y="267"/>
                </a:lnTo>
                <a:lnTo>
                  <a:pt x="608" y="266"/>
                </a:lnTo>
                <a:lnTo>
                  <a:pt x="608" y="265"/>
                </a:lnTo>
                <a:lnTo>
                  <a:pt x="609" y="265"/>
                </a:lnTo>
                <a:lnTo>
                  <a:pt x="610" y="266"/>
                </a:lnTo>
                <a:lnTo>
                  <a:pt x="611" y="266"/>
                </a:lnTo>
                <a:lnTo>
                  <a:pt x="611" y="267"/>
                </a:lnTo>
                <a:lnTo>
                  <a:pt x="611" y="268"/>
                </a:lnTo>
                <a:lnTo>
                  <a:pt x="612" y="268"/>
                </a:lnTo>
                <a:lnTo>
                  <a:pt x="612" y="267"/>
                </a:lnTo>
                <a:lnTo>
                  <a:pt x="613" y="267"/>
                </a:lnTo>
                <a:lnTo>
                  <a:pt x="614" y="267"/>
                </a:lnTo>
                <a:lnTo>
                  <a:pt x="615" y="267"/>
                </a:lnTo>
                <a:lnTo>
                  <a:pt x="616" y="266"/>
                </a:lnTo>
                <a:lnTo>
                  <a:pt x="616" y="265"/>
                </a:lnTo>
                <a:lnTo>
                  <a:pt x="616" y="264"/>
                </a:lnTo>
                <a:lnTo>
                  <a:pt x="617" y="264"/>
                </a:lnTo>
                <a:lnTo>
                  <a:pt x="618" y="264"/>
                </a:lnTo>
                <a:lnTo>
                  <a:pt x="618" y="263"/>
                </a:lnTo>
                <a:lnTo>
                  <a:pt x="618" y="262"/>
                </a:lnTo>
                <a:lnTo>
                  <a:pt x="619" y="261"/>
                </a:lnTo>
                <a:lnTo>
                  <a:pt x="619" y="260"/>
                </a:lnTo>
                <a:lnTo>
                  <a:pt x="619" y="258"/>
                </a:lnTo>
                <a:lnTo>
                  <a:pt x="620" y="258"/>
                </a:lnTo>
                <a:lnTo>
                  <a:pt x="620" y="257"/>
                </a:lnTo>
                <a:lnTo>
                  <a:pt x="621" y="258"/>
                </a:lnTo>
                <a:lnTo>
                  <a:pt x="621" y="257"/>
                </a:lnTo>
                <a:lnTo>
                  <a:pt x="621" y="258"/>
                </a:lnTo>
                <a:lnTo>
                  <a:pt x="622" y="259"/>
                </a:lnTo>
                <a:lnTo>
                  <a:pt x="623" y="260"/>
                </a:lnTo>
                <a:lnTo>
                  <a:pt x="623" y="261"/>
                </a:lnTo>
                <a:lnTo>
                  <a:pt x="623" y="262"/>
                </a:lnTo>
                <a:lnTo>
                  <a:pt x="624" y="262"/>
                </a:lnTo>
                <a:lnTo>
                  <a:pt x="625" y="263"/>
                </a:lnTo>
                <a:lnTo>
                  <a:pt x="625" y="264"/>
                </a:lnTo>
                <a:lnTo>
                  <a:pt x="625" y="265"/>
                </a:lnTo>
                <a:lnTo>
                  <a:pt x="625" y="266"/>
                </a:lnTo>
                <a:lnTo>
                  <a:pt x="625" y="268"/>
                </a:lnTo>
                <a:lnTo>
                  <a:pt x="625" y="269"/>
                </a:lnTo>
                <a:lnTo>
                  <a:pt x="626" y="270"/>
                </a:lnTo>
                <a:lnTo>
                  <a:pt x="627" y="271"/>
                </a:lnTo>
                <a:lnTo>
                  <a:pt x="628" y="270"/>
                </a:lnTo>
                <a:lnTo>
                  <a:pt x="629" y="270"/>
                </a:lnTo>
                <a:lnTo>
                  <a:pt x="631" y="270"/>
                </a:lnTo>
                <a:lnTo>
                  <a:pt x="632" y="270"/>
                </a:lnTo>
                <a:lnTo>
                  <a:pt x="633" y="270"/>
                </a:lnTo>
                <a:lnTo>
                  <a:pt x="634" y="270"/>
                </a:lnTo>
                <a:lnTo>
                  <a:pt x="635" y="271"/>
                </a:lnTo>
                <a:lnTo>
                  <a:pt x="635" y="272"/>
                </a:lnTo>
                <a:lnTo>
                  <a:pt x="636" y="272"/>
                </a:lnTo>
                <a:lnTo>
                  <a:pt x="636" y="273"/>
                </a:lnTo>
                <a:lnTo>
                  <a:pt x="635" y="274"/>
                </a:lnTo>
                <a:lnTo>
                  <a:pt x="635" y="275"/>
                </a:lnTo>
                <a:lnTo>
                  <a:pt x="635" y="276"/>
                </a:lnTo>
                <a:lnTo>
                  <a:pt x="636" y="276"/>
                </a:lnTo>
                <a:lnTo>
                  <a:pt x="637" y="277"/>
                </a:lnTo>
                <a:lnTo>
                  <a:pt x="638" y="277"/>
                </a:lnTo>
                <a:lnTo>
                  <a:pt x="638" y="278"/>
                </a:lnTo>
                <a:lnTo>
                  <a:pt x="639" y="278"/>
                </a:lnTo>
                <a:lnTo>
                  <a:pt x="639" y="279"/>
                </a:lnTo>
                <a:lnTo>
                  <a:pt x="640" y="280"/>
                </a:lnTo>
                <a:lnTo>
                  <a:pt x="641" y="281"/>
                </a:lnTo>
                <a:lnTo>
                  <a:pt x="641" y="282"/>
                </a:lnTo>
                <a:lnTo>
                  <a:pt x="640" y="283"/>
                </a:lnTo>
                <a:lnTo>
                  <a:pt x="640" y="284"/>
                </a:lnTo>
                <a:lnTo>
                  <a:pt x="641" y="285"/>
                </a:lnTo>
                <a:lnTo>
                  <a:pt x="642" y="285"/>
                </a:lnTo>
                <a:lnTo>
                  <a:pt x="643" y="286"/>
                </a:lnTo>
                <a:lnTo>
                  <a:pt x="643" y="287"/>
                </a:lnTo>
                <a:lnTo>
                  <a:pt x="643" y="288"/>
                </a:lnTo>
                <a:lnTo>
                  <a:pt x="643" y="289"/>
                </a:lnTo>
                <a:lnTo>
                  <a:pt x="643" y="290"/>
                </a:lnTo>
                <a:lnTo>
                  <a:pt x="644" y="291"/>
                </a:lnTo>
                <a:lnTo>
                  <a:pt x="645" y="291"/>
                </a:lnTo>
                <a:lnTo>
                  <a:pt x="645" y="292"/>
                </a:lnTo>
                <a:lnTo>
                  <a:pt x="645" y="293"/>
                </a:lnTo>
                <a:lnTo>
                  <a:pt x="644" y="293"/>
                </a:lnTo>
                <a:lnTo>
                  <a:pt x="643" y="293"/>
                </a:lnTo>
                <a:lnTo>
                  <a:pt x="643" y="294"/>
                </a:lnTo>
                <a:lnTo>
                  <a:pt x="643" y="295"/>
                </a:lnTo>
                <a:lnTo>
                  <a:pt x="643" y="296"/>
                </a:lnTo>
                <a:lnTo>
                  <a:pt x="642" y="296"/>
                </a:lnTo>
                <a:lnTo>
                  <a:pt x="640" y="297"/>
                </a:lnTo>
                <a:lnTo>
                  <a:pt x="639" y="297"/>
                </a:lnTo>
                <a:lnTo>
                  <a:pt x="638" y="297"/>
                </a:lnTo>
                <a:lnTo>
                  <a:pt x="637" y="297"/>
                </a:lnTo>
                <a:lnTo>
                  <a:pt x="637" y="298"/>
                </a:lnTo>
                <a:lnTo>
                  <a:pt x="636" y="299"/>
                </a:lnTo>
                <a:lnTo>
                  <a:pt x="636" y="300"/>
                </a:lnTo>
                <a:lnTo>
                  <a:pt x="635" y="300"/>
                </a:lnTo>
                <a:lnTo>
                  <a:pt x="635" y="301"/>
                </a:lnTo>
                <a:lnTo>
                  <a:pt x="634" y="302"/>
                </a:lnTo>
                <a:lnTo>
                  <a:pt x="633" y="302"/>
                </a:lnTo>
                <a:lnTo>
                  <a:pt x="633" y="304"/>
                </a:lnTo>
                <a:lnTo>
                  <a:pt x="632" y="304"/>
                </a:lnTo>
                <a:lnTo>
                  <a:pt x="632" y="305"/>
                </a:lnTo>
                <a:lnTo>
                  <a:pt x="632" y="306"/>
                </a:lnTo>
                <a:lnTo>
                  <a:pt x="633" y="307"/>
                </a:lnTo>
                <a:lnTo>
                  <a:pt x="633" y="308"/>
                </a:lnTo>
                <a:lnTo>
                  <a:pt x="632" y="308"/>
                </a:lnTo>
                <a:lnTo>
                  <a:pt x="632" y="309"/>
                </a:lnTo>
                <a:lnTo>
                  <a:pt x="632" y="310"/>
                </a:lnTo>
                <a:lnTo>
                  <a:pt x="632" y="311"/>
                </a:lnTo>
                <a:lnTo>
                  <a:pt x="631" y="311"/>
                </a:lnTo>
                <a:lnTo>
                  <a:pt x="631" y="312"/>
                </a:lnTo>
                <a:lnTo>
                  <a:pt x="631" y="313"/>
                </a:lnTo>
                <a:lnTo>
                  <a:pt x="630" y="313"/>
                </a:lnTo>
                <a:lnTo>
                  <a:pt x="630" y="314"/>
                </a:lnTo>
                <a:lnTo>
                  <a:pt x="630" y="317"/>
                </a:lnTo>
                <a:lnTo>
                  <a:pt x="631" y="318"/>
                </a:lnTo>
                <a:lnTo>
                  <a:pt x="631" y="319"/>
                </a:lnTo>
                <a:lnTo>
                  <a:pt x="631" y="320"/>
                </a:lnTo>
                <a:lnTo>
                  <a:pt x="630" y="321"/>
                </a:lnTo>
                <a:lnTo>
                  <a:pt x="630" y="322"/>
                </a:lnTo>
                <a:lnTo>
                  <a:pt x="629" y="322"/>
                </a:lnTo>
                <a:lnTo>
                  <a:pt x="629" y="323"/>
                </a:lnTo>
                <a:lnTo>
                  <a:pt x="628" y="323"/>
                </a:lnTo>
                <a:lnTo>
                  <a:pt x="627" y="323"/>
                </a:lnTo>
                <a:lnTo>
                  <a:pt x="626" y="322"/>
                </a:lnTo>
                <a:lnTo>
                  <a:pt x="626" y="321"/>
                </a:lnTo>
                <a:lnTo>
                  <a:pt x="625" y="321"/>
                </a:lnTo>
                <a:lnTo>
                  <a:pt x="624" y="322"/>
                </a:lnTo>
                <a:lnTo>
                  <a:pt x="624" y="323"/>
                </a:lnTo>
                <a:lnTo>
                  <a:pt x="625" y="324"/>
                </a:lnTo>
                <a:lnTo>
                  <a:pt x="626" y="325"/>
                </a:lnTo>
                <a:lnTo>
                  <a:pt x="626" y="327"/>
                </a:lnTo>
                <a:lnTo>
                  <a:pt x="625" y="327"/>
                </a:lnTo>
                <a:lnTo>
                  <a:pt x="625" y="328"/>
                </a:lnTo>
                <a:lnTo>
                  <a:pt x="625" y="329"/>
                </a:lnTo>
                <a:lnTo>
                  <a:pt x="626" y="329"/>
                </a:lnTo>
                <a:lnTo>
                  <a:pt x="625" y="329"/>
                </a:lnTo>
                <a:lnTo>
                  <a:pt x="625" y="330"/>
                </a:lnTo>
                <a:lnTo>
                  <a:pt x="625" y="331"/>
                </a:lnTo>
                <a:lnTo>
                  <a:pt x="625" y="332"/>
                </a:lnTo>
                <a:lnTo>
                  <a:pt x="625" y="333"/>
                </a:lnTo>
                <a:lnTo>
                  <a:pt x="624" y="333"/>
                </a:lnTo>
                <a:lnTo>
                  <a:pt x="624" y="334"/>
                </a:lnTo>
                <a:lnTo>
                  <a:pt x="624" y="333"/>
                </a:lnTo>
                <a:lnTo>
                  <a:pt x="624" y="334"/>
                </a:lnTo>
                <a:lnTo>
                  <a:pt x="623" y="334"/>
                </a:lnTo>
                <a:lnTo>
                  <a:pt x="623" y="335"/>
                </a:lnTo>
                <a:lnTo>
                  <a:pt x="623" y="336"/>
                </a:lnTo>
                <a:lnTo>
                  <a:pt x="624" y="336"/>
                </a:lnTo>
                <a:lnTo>
                  <a:pt x="623" y="337"/>
                </a:lnTo>
                <a:lnTo>
                  <a:pt x="623" y="338"/>
                </a:lnTo>
                <a:lnTo>
                  <a:pt x="622" y="338"/>
                </a:lnTo>
                <a:lnTo>
                  <a:pt x="621" y="338"/>
                </a:lnTo>
                <a:lnTo>
                  <a:pt x="621" y="339"/>
                </a:lnTo>
                <a:lnTo>
                  <a:pt x="621" y="340"/>
                </a:lnTo>
                <a:lnTo>
                  <a:pt x="621" y="341"/>
                </a:lnTo>
                <a:lnTo>
                  <a:pt x="622" y="341"/>
                </a:lnTo>
                <a:lnTo>
                  <a:pt x="623" y="342"/>
                </a:lnTo>
                <a:lnTo>
                  <a:pt x="622" y="342"/>
                </a:lnTo>
                <a:lnTo>
                  <a:pt x="623" y="342"/>
                </a:lnTo>
                <a:lnTo>
                  <a:pt x="623" y="343"/>
                </a:lnTo>
                <a:lnTo>
                  <a:pt x="623" y="344"/>
                </a:lnTo>
                <a:lnTo>
                  <a:pt x="622" y="344"/>
                </a:lnTo>
                <a:lnTo>
                  <a:pt x="622" y="345"/>
                </a:lnTo>
                <a:lnTo>
                  <a:pt x="622" y="346"/>
                </a:lnTo>
                <a:lnTo>
                  <a:pt x="621" y="346"/>
                </a:lnTo>
                <a:lnTo>
                  <a:pt x="621" y="347"/>
                </a:lnTo>
                <a:lnTo>
                  <a:pt x="622" y="347"/>
                </a:lnTo>
                <a:lnTo>
                  <a:pt x="622" y="348"/>
                </a:lnTo>
                <a:lnTo>
                  <a:pt x="622" y="349"/>
                </a:lnTo>
                <a:lnTo>
                  <a:pt x="621" y="349"/>
                </a:lnTo>
                <a:lnTo>
                  <a:pt x="621" y="350"/>
                </a:lnTo>
                <a:lnTo>
                  <a:pt x="620" y="350"/>
                </a:lnTo>
                <a:lnTo>
                  <a:pt x="620" y="351"/>
                </a:lnTo>
                <a:lnTo>
                  <a:pt x="620" y="352"/>
                </a:lnTo>
                <a:lnTo>
                  <a:pt x="619" y="353"/>
                </a:lnTo>
                <a:lnTo>
                  <a:pt x="619" y="354"/>
                </a:lnTo>
                <a:lnTo>
                  <a:pt x="619" y="355"/>
                </a:lnTo>
                <a:lnTo>
                  <a:pt x="619" y="354"/>
                </a:lnTo>
                <a:lnTo>
                  <a:pt x="619" y="355"/>
                </a:lnTo>
                <a:lnTo>
                  <a:pt x="618" y="355"/>
                </a:lnTo>
                <a:lnTo>
                  <a:pt x="618" y="356"/>
                </a:lnTo>
                <a:lnTo>
                  <a:pt x="618" y="357"/>
                </a:lnTo>
                <a:lnTo>
                  <a:pt x="617" y="357"/>
                </a:lnTo>
                <a:lnTo>
                  <a:pt x="617" y="358"/>
                </a:lnTo>
                <a:lnTo>
                  <a:pt x="616" y="358"/>
                </a:lnTo>
                <a:lnTo>
                  <a:pt x="615" y="357"/>
                </a:lnTo>
                <a:lnTo>
                  <a:pt x="615" y="356"/>
                </a:lnTo>
                <a:lnTo>
                  <a:pt x="614" y="356"/>
                </a:lnTo>
                <a:lnTo>
                  <a:pt x="613" y="355"/>
                </a:lnTo>
                <a:lnTo>
                  <a:pt x="613" y="354"/>
                </a:lnTo>
                <a:lnTo>
                  <a:pt x="613" y="355"/>
                </a:lnTo>
                <a:lnTo>
                  <a:pt x="612" y="356"/>
                </a:lnTo>
                <a:lnTo>
                  <a:pt x="613" y="357"/>
                </a:lnTo>
                <a:lnTo>
                  <a:pt x="612" y="358"/>
                </a:lnTo>
                <a:lnTo>
                  <a:pt x="612" y="359"/>
                </a:lnTo>
                <a:lnTo>
                  <a:pt x="612" y="360"/>
                </a:lnTo>
                <a:lnTo>
                  <a:pt x="612" y="361"/>
                </a:lnTo>
                <a:lnTo>
                  <a:pt x="612" y="362"/>
                </a:lnTo>
                <a:lnTo>
                  <a:pt x="612" y="364"/>
                </a:lnTo>
                <a:lnTo>
                  <a:pt x="611" y="365"/>
                </a:lnTo>
                <a:lnTo>
                  <a:pt x="611" y="366"/>
                </a:lnTo>
                <a:lnTo>
                  <a:pt x="612" y="367"/>
                </a:lnTo>
                <a:lnTo>
                  <a:pt x="612" y="368"/>
                </a:lnTo>
                <a:lnTo>
                  <a:pt x="612" y="369"/>
                </a:lnTo>
                <a:lnTo>
                  <a:pt x="613" y="369"/>
                </a:lnTo>
                <a:lnTo>
                  <a:pt x="614" y="371"/>
                </a:lnTo>
                <a:lnTo>
                  <a:pt x="615" y="371"/>
                </a:lnTo>
                <a:lnTo>
                  <a:pt x="616" y="371"/>
                </a:lnTo>
                <a:lnTo>
                  <a:pt x="616" y="372"/>
                </a:lnTo>
                <a:lnTo>
                  <a:pt x="617" y="373"/>
                </a:lnTo>
                <a:lnTo>
                  <a:pt x="616" y="373"/>
                </a:lnTo>
                <a:lnTo>
                  <a:pt x="616" y="374"/>
                </a:lnTo>
                <a:lnTo>
                  <a:pt x="617" y="373"/>
                </a:lnTo>
                <a:lnTo>
                  <a:pt x="618" y="373"/>
                </a:lnTo>
                <a:lnTo>
                  <a:pt x="618" y="372"/>
                </a:lnTo>
                <a:lnTo>
                  <a:pt x="619" y="372"/>
                </a:lnTo>
                <a:lnTo>
                  <a:pt x="620" y="372"/>
                </a:lnTo>
                <a:lnTo>
                  <a:pt x="620" y="373"/>
                </a:lnTo>
                <a:lnTo>
                  <a:pt x="621" y="373"/>
                </a:lnTo>
                <a:lnTo>
                  <a:pt x="622" y="373"/>
                </a:lnTo>
                <a:lnTo>
                  <a:pt x="622" y="374"/>
                </a:lnTo>
                <a:lnTo>
                  <a:pt x="622" y="375"/>
                </a:lnTo>
                <a:lnTo>
                  <a:pt x="623" y="376"/>
                </a:lnTo>
                <a:lnTo>
                  <a:pt x="622" y="377"/>
                </a:lnTo>
                <a:lnTo>
                  <a:pt x="623" y="378"/>
                </a:lnTo>
                <a:lnTo>
                  <a:pt x="622" y="378"/>
                </a:lnTo>
                <a:lnTo>
                  <a:pt x="623" y="379"/>
                </a:lnTo>
                <a:lnTo>
                  <a:pt x="623" y="380"/>
                </a:lnTo>
                <a:lnTo>
                  <a:pt x="622" y="381"/>
                </a:lnTo>
                <a:lnTo>
                  <a:pt x="621" y="381"/>
                </a:lnTo>
                <a:lnTo>
                  <a:pt x="621" y="382"/>
                </a:lnTo>
                <a:lnTo>
                  <a:pt x="622" y="383"/>
                </a:lnTo>
                <a:lnTo>
                  <a:pt x="623" y="384"/>
                </a:lnTo>
                <a:lnTo>
                  <a:pt x="624" y="384"/>
                </a:lnTo>
                <a:lnTo>
                  <a:pt x="624" y="383"/>
                </a:lnTo>
                <a:lnTo>
                  <a:pt x="624" y="382"/>
                </a:lnTo>
                <a:lnTo>
                  <a:pt x="625" y="382"/>
                </a:lnTo>
                <a:lnTo>
                  <a:pt x="626" y="382"/>
                </a:lnTo>
                <a:lnTo>
                  <a:pt x="627" y="382"/>
                </a:lnTo>
                <a:lnTo>
                  <a:pt x="628" y="381"/>
                </a:lnTo>
                <a:lnTo>
                  <a:pt x="629" y="381"/>
                </a:lnTo>
                <a:lnTo>
                  <a:pt x="629" y="380"/>
                </a:lnTo>
                <a:lnTo>
                  <a:pt x="630" y="379"/>
                </a:lnTo>
                <a:lnTo>
                  <a:pt x="631" y="379"/>
                </a:lnTo>
                <a:lnTo>
                  <a:pt x="632" y="379"/>
                </a:lnTo>
                <a:lnTo>
                  <a:pt x="632" y="380"/>
                </a:lnTo>
                <a:lnTo>
                  <a:pt x="633" y="380"/>
                </a:lnTo>
                <a:lnTo>
                  <a:pt x="633" y="379"/>
                </a:lnTo>
                <a:lnTo>
                  <a:pt x="632" y="379"/>
                </a:lnTo>
                <a:lnTo>
                  <a:pt x="632" y="378"/>
                </a:lnTo>
                <a:lnTo>
                  <a:pt x="633" y="378"/>
                </a:lnTo>
                <a:lnTo>
                  <a:pt x="633" y="379"/>
                </a:lnTo>
                <a:lnTo>
                  <a:pt x="633" y="380"/>
                </a:lnTo>
                <a:lnTo>
                  <a:pt x="633" y="381"/>
                </a:lnTo>
                <a:lnTo>
                  <a:pt x="633" y="383"/>
                </a:lnTo>
                <a:lnTo>
                  <a:pt x="633" y="384"/>
                </a:lnTo>
                <a:lnTo>
                  <a:pt x="632" y="385"/>
                </a:lnTo>
                <a:lnTo>
                  <a:pt x="632" y="386"/>
                </a:lnTo>
                <a:lnTo>
                  <a:pt x="632" y="387"/>
                </a:lnTo>
                <a:lnTo>
                  <a:pt x="632" y="388"/>
                </a:lnTo>
                <a:lnTo>
                  <a:pt x="632" y="389"/>
                </a:lnTo>
                <a:lnTo>
                  <a:pt x="632" y="390"/>
                </a:lnTo>
                <a:lnTo>
                  <a:pt x="632" y="391"/>
                </a:lnTo>
                <a:lnTo>
                  <a:pt x="632" y="392"/>
                </a:lnTo>
                <a:lnTo>
                  <a:pt x="633" y="392"/>
                </a:lnTo>
                <a:lnTo>
                  <a:pt x="634" y="392"/>
                </a:lnTo>
                <a:lnTo>
                  <a:pt x="635" y="391"/>
                </a:lnTo>
                <a:lnTo>
                  <a:pt x="635" y="392"/>
                </a:lnTo>
                <a:lnTo>
                  <a:pt x="636" y="392"/>
                </a:lnTo>
                <a:lnTo>
                  <a:pt x="637" y="393"/>
                </a:lnTo>
                <a:lnTo>
                  <a:pt x="637" y="394"/>
                </a:lnTo>
                <a:lnTo>
                  <a:pt x="638" y="394"/>
                </a:lnTo>
                <a:lnTo>
                  <a:pt x="638" y="395"/>
                </a:lnTo>
                <a:lnTo>
                  <a:pt x="639" y="395"/>
                </a:lnTo>
                <a:lnTo>
                  <a:pt x="641" y="395"/>
                </a:lnTo>
                <a:lnTo>
                  <a:pt x="641" y="396"/>
                </a:lnTo>
                <a:lnTo>
                  <a:pt x="641" y="397"/>
                </a:lnTo>
                <a:lnTo>
                  <a:pt x="642" y="398"/>
                </a:lnTo>
                <a:lnTo>
                  <a:pt x="642" y="399"/>
                </a:lnTo>
                <a:lnTo>
                  <a:pt x="642" y="400"/>
                </a:lnTo>
                <a:lnTo>
                  <a:pt x="641" y="400"/>
                </a:lnTo>
                <a:lnTo>
                  <a:pt x="642" y="401"/>
                </a:lnTo>
                <a:lnTo>
                  <a:pt x="642" y="402"/>
                </a:lnTo>
                <a:lnTo>
                  <a:pt x="641" y="402"/>
                </a:lnTo>
                <a:lnTo>
                  <a:pt x="641" y="403"/>
                </a:lnTo>
                <a:lnTo>
                  <a:pt x="642" y="403"/>
                </a:lnTo>
                <a:lnTo>
                  <a:pt x="643" y="403"/>
                </a:lnTo>
                <a:lnTo>
                  <a:pt x="643" y="404"/>
                </a:lnTo>
                <a:lnTo>
                  <a:pt x="644" y="403"/>
                </a:lnTo>
                <a:lnTo>
                  <a:pt x="645" y="403"/>
                </a:lnTo>
                <a:lnTo>
                  <a:pt x="645" y="402"/>
                </a:lnTo>
                <a:lnTo>
                  <a:pt x="646" y="402"/>
                </a:lnTo>
                <a:lnTo>
                  <a:pt x="646" y="403"/>
                </a:lnTo>
                <a:lnTo>
                  <a:pt x="647" y="402"/>
                </a:lnTo>
                <a:lnTo>
                  <a:pt x="647" y="403"/>
                </a:lnTo>
                <a:lnTo>
                  <a:pt x="647" y="404"/>
                </a:lnTo>
                <a:lnTo>
                  <a:pt x="648" y="404"/>
                </a:lnTo>
                <a:lnTo>
                  <a:pt x="649" y="404"/>
                </a:lnTo>
                <a:lnTo>
                  <a:pt x="649" y="405"/>
                </a:lnTo>
                <a:lnTo>
                  <a:pt x="650" y="405"/>
                </a:lnTo>
                <a:lnTo>
                  <a:pt x="651" y="406"/>
                </a:lnTo>
                <a:lnTo>
                  <a:pt x="651" y="405"/>
                </a:lnTo>
                <a:lnTo>
                  <a:pt x="652" y="404"/>
                </a:lnTo>
                <a:lnTo>
                  <a:pt x="653" y="405"/>
                </a:lnTo>
                <a:lnTo>
                  <a:pt x="654" y="405"/>
                </a:lnTo>
                <a:lnTo>
                  <a:pt x="654" y="406"/>
                </a:lnTo>
                <a:lnTo>
                  <a:pt x="655" y="406"/>
                </a:lnTo>
                <a:lnTo>
                  <a:pt x="655" y="407"/>
                </a:lnTo>
                <a:lnTo>
                  <a:pt x="656" y="406"/>
                </a:lnTo>
                <a:lnTo>
                  <a:pt x="657" y="405"/>
                </a:lnTo>
                <a:lnTo>
                  <a:pt x="657" y="406"/>
                </a:lnTo>
                <a:lnTo>
                  <a:pt x="657" y="407"/>
                </a:lnTo>
                <a:lnTo>
                  <a:pt x="658" y="408"/>
                </a:lnTo>
                <a:lnTo>
                  <a:pt x="657" y="409"/>
                </a:lnTo>
                <a:lnTo>
                  <a:pt x="656" y="409"/>
                </a:lnTo>
                <a:lnTo>
                  <a:pt x="656" y="410"/>
                </a:lnTo>
                <a:lnTo>
                  <a:pt x="656" y="411"/>
                </a:lnTo>
                <a:lnTo>
                  <a:pt x="657" y="412"/>
                </a:lnTo>
                <a:lnTo>
                  <a:pt x="656" y="413"/>
                </a:lnTo>
                <a:lnTo>
                  <a:pt x="656" y="414"/>
                </a:lnTo>
                <a:lnTo>
                  <a:pt x="657" y="414"/>
                </a:lnTo>
                <a:lnTo>
                  <a:pt x="657" y="415"/>
                </a:lnTo>
                <a:lnTo>
                  <a:pt x="657" y="416"/>
                </a:lnTo>
                <a:lnTo>
                  <a:pt x="656" y="416"/>
                </a:lnTo>
                <a:lnTo>
                  <a:pt x="655" y="416"/>
                </a:lnTo>
                <a:lnTo>
                  <a:pt x="654" y="414"/>
                </a:lnTo>
                <a:lnTo>
                  <a:pt x="653" y="413"/>
                </a:lnTo>
                <a:lnTo>
                  <a:pt x="653" y="412"/>
                </a:lnTo>
                <a:lnTo>
                  <a:pt x="652" y="411"/>
                </a:lnTo>
                <a:lnTo>
                  <a:pt x="651" y="411"/>
                </a:lnTo>
                <a:lnTo>
                  <a:pt x="650" y="411"/>
                </a:lnTo>
                <a:lnTo>
                  <a:pt x="649" y="412"/>
                </a:lnTo>
                <a:lnTo>
                  <a:pt x="649" y="413"/>
                </a:lnTo>
                <a:lnTo>
                  <a:pt x="648" y="413"/>
                </a:lnTo>
                <a:lnTo>
                  <a:pt x="649" y="413"/>
                </a:lnTo>
                <a:lnTo>
                  <a:pt x="649" y="414"/>
                </a:lnTo>
                <a:lnTo>
                  <a:pt x="649" y="415"/>
                </a:lnTo>
                <a:lnTo>
                  <a:pt x="649" y="416"/>
                </a:lnTo>
                <a:lnTo>
                  <a:pt x="648" y="417"/>
                </a:lnTo>
                <a:lnTo>
                  <a:pt x="648" y="418"/>
                </a:lnTo>
                <a:lnTo>
                  <a:pt x="648" y="419"/>
                </a:lnTo>
                <a:lnTo>
                  <a:pt x="647" y="419"/>
                </a:lnTo>
                <a:lnTo>
                  <a:pt x="646" y="420"/>
                </a:lnTo>
                <a:lnTo>
                  <a:pt x="646" y="421"/>
                </a:lnTo>
                <a:lnTo>
                  <a:pt x="646" y="422"/>
                </a:lnTo>
                <a:lnTo>
                  <a:pt x="645" y="423"/>
                </a:lnTo>
                <a:lnTo>
                  <a:pt x="645" y="424"/>
                </a:lnTo>
                <a:lnTo>
                  <a:pt x="645" y="425"/>
                </a:lnTo>
                <a:lnTo>
                  <a:pt x="644" y="425"/>
                </a:lnTo>
                <a:lnTo>
                  <a:pt x="644" y="426"/>
                </a:lnTo>
                <a:lnTo>
                  <a:pt x="643" y="426"/>
                </a:lnTo>
                <a:lnTo>
                  <a:pt x="641" y="426"/>
                </a:lnTo>
                <a:lnTo>
                  <a:pt x="640" y="426"/>
                </a:lnTo>
                <a:lnTo>
                  <a:pt x="639" y="426"/>
                </a:lnTo>
                <a:lnTo>
                  <a:pt x="639" y="427"/>
                </a:lnTo>
                <a:lnTo>
                  <a:pt x="640" y="427"/>
                </a:lnTo>
                <a:lnTo>
                  <a:pt x="641" y="427"/>
                </a:lnTo>
                <a:lnTo>
                  <a:pt x="642" y="427"/>
                </a:lnTo>
                <a:lnTo>
                  <a:pt x="644" y="427"/>
                </a:lnTo>
                <a:lnTo>
                  <a:pt x="645" y="427"/>
                </a:lnTo>
                <a:lnTo>
                  <a:pt x="645" y="428"/>
                </a:lnTo>
                <a:lnTo>
                  <a:pt x="646" y="428"/>
                </a:lnTo>
                <a:lnTo>
                  <a:pt x="646" y="429"/>
                </a:lnTo>
                <a:lnTo>
                  <a:pt x="647" y="430"/>
                </a:lnTo>
                <a:lnTo>
                  <a:pt x="647" y="431"/>
                </a:lnTo>
                <a:lnTo>
                  <a:pt x="647" y="432"/>
                </a:lnTo>
                <a:lnTo>
                  <a:pt x="648" y="432"/>
                </a:lnTo>
                <a:lnTo>
                  <a:pt x="648" y="433"/>
                </a:lnTo>
                <a:lnTo>
                  <a:pt x="647" y="433"/>
                </a:lnTo>
                <a:lnTo>
                  <a:pt x="646" y="433"/>
                </a:lnTo>
                <a:lnTo>
                  <a:pt x="645" y="434"/>
                </a:lnTo>
                <a:lnTo>
                  <a:pt x="645" y="435"/>
                </a:lnTo>
                <a:lnTo>
                  <a:pt x="644" y="436"/>
                </a:lnTo>
                <a:lnTo>
                  <a:pt x="643" y="436"/>
                </a:lnTo>
                <a:lnTo>
                  <a:pt x="643" y="437"/>
                </a:lnTo>
                <a:lnTo>
                  <a:pt x="643" y="438"/>
                </a:lnTo>
                <a:lnTo>
                  <a:pt x="642" y="438"/>
                </a:lnTo>
                <a:lnTo>
                  <a:pt x="642" y="439"/>
                </a:lnTo>
                <a:lnTo>
                  <a:pt x="642" y="440"/>
                </a:lnTo>
                <a:lnTo>
                  <a:pt x="641" y="441"/>
                </a:lnTo>
                <a:lnTo>
                  <a:pt x="641" y="442"/>
                </a:lnTo>
                <a:lnTo>
                  <a:pt x="640" y="442"/>
                </a:lnTo>
                <a:lnTo>
                  <a:pt x="640" y="443"/>
                </a:lnTo>
                <a:lnTo>
                  <a:pt x="639" y="443"/>
                </a:lnTo>
                <a:lnTo>
                  <a:pt x="638" y="443"/>
                </a:lnTo>
                <a:lnTo>
                  <a:pt x="638" y="444"/>
                </a:lnTo>
                <a:lnTo>
                  <a:pt x="637" y="444"/>
                </a:lnTo>
                <a:lnTo>
                  <a:pt x="636" y="446"/>
                </a:lnTo>
                <a:lnTo>
                  <a:pt x="636" y="447"/>
                </a:lnTo>
                <a:lnTo>
                  <a:pt x="635" y="448"/>
                </a:lnTo>
                <a:lnTo>
                  <a:pt x="634" y="449"/>
                </a:lnTo>
                <a:lnTo>
                  <a:pt x="633" y="450"/>
                </a:lnTo>
                <a:lnTo>
                  <a:pt x="633" y="451"/>
                </a:lnTo>
                <a:lnTo>
                  <a:pt x="632" y="452"/>
                </a:lnTo>
                <a:lnTo>
                  <a:pt x="632" y="453"/>
                </a:lnTo>
                <a:lnTo>
                  <a:pt x="632" y="454"/>
                </a:lnTo>
                <a:lnTo>
                  <a:pt x="632" y="455"/>
                </a:lnTo>
                <a:lnTo>
                  <a:pt x="632" y="456"/>
                </a:lnTo>
                <a:lnTo>
                  <a:pt x="632" y="457"/>
                </a:lnTo>
                <a:lnTo>
                  <a:pt x="632" y="458"/>
                </a:lnTo>
                <a:lnTo>
                  <a:pt x="631" y="458"/>
                </a:lnTo>
                <a:lnTo>
                  <a:pt x="631" y="459"/>
                </a:lnTo>
                <a:lnTo>
                  <a:pt x="631" y="460"/>
                </a:lnTo>
                <a:lnTo>
                  <a:pt x="630" y="460"/>
                </a:lnTo>
                <a:lnTo>
                  <a:pt x="630" y="461"/>
                </a:lnTo>
                <a:lnTo>
                  <a:pt x="630" y="462"/>
                </a:lnTo>
                <a:lnTo>
                  <a:pt x="630" y="463"/>
                </a:lnTo>
                <a:lnTo>
                  <a:pt x="629" y="464"/>
                </a:lnTo>
                <a:lnTo>
                  <a:pt x="629" y="465"/>
                </a:lnTo>
                <a:lnTo>
                  <a:pt x="628" y="466"/>
                </a:lnTo>
                <a:lnTo>
                  <a:pt x="628" y="467"/>
                </a:lnTo>
                <a:lnTo>
                  <a:pt x="628" y="468"/>
                </a:lnTo>
                <a:lnTo>
                  <a:pt x="627" y="468"/>
                </a:lnTo>
                <a:lnTo>
                  <a:pt x="626" y="468"/>
                </a:lnTo>
                <a:lnTo>
                  <a:pt x="626" y="469"/>
                </a:lnTo>
                <a:lnTo>
                  <a:pt x="625" y="469"/>
                </a:lnTo>
                <a:lnTo>
                  <a:pt x="624" y="469"/>
                </a:lnTo>
                <a:lnTo>
                  <a:pt x="624" y="470"/>
                </a:lnTo>
                <a:lnTo>
                  <a:pt x="624" y="469"/>
                </a:lnTo>
                <a:lnTo>
                  <a:pt x="624" y="470"/>
                </a:lnTo>
                <a:lnTo>
                  <a:pt x="625" y="470"/>
                </a:lnTo>
                <a:lnTo>
                  <a:pt x="626" y="470"/>
                </a:lnTo>
                <a:lnTo>
                  <a:pt x="626" y="469"/>
                </a:lnTo>
                <a:lnTo>
                  <a:pt x="627" y="469"/>
                </a:lnTo>
                <a:lnTo>
                  <a:pt x="627" y="470"/>
                </a:lnTo>
                <a:lnTo>
                  <a:pt x="628" y="470"/>
                </a:lnTo>
                <a:lnTo>
                  <a:pt x="629" y="470"/>
                </a:lnTo>
                <a:lnTo>
                  <a:pt x="629" y="471"/>
                </a:lnTo>
                <a:lnTo>
                  <a:pt x="629" y="472"/>
                </a:lnTo>
                <a:lnTo>
                  <a:pt x="629" y="474"/>
                </a:lnTo>
                <a:lnTo>
                  <a:pt x="629" y="475"/>
                </a:lnTo>
                <a:lnTo>
                  <a:pt x="629" y="476"/>
                </a:lnTo>
                <a:lnTo>
                  <a:pt x="629" y="477"/>
                </a:lnTo>
                <a:lnTo>
                  <a:pt x="630" y="477"/>
                </a:lnTo>
                <a:lnTo>
                  <a:pt x="630" y="478"/>
                </a:lnTo>
                <a:lnTo>
                  <a:pt x="630" y="479"/>
                </a:lnTo>
                <a:lnTo>
                  <a:pt x="630" y="480"/>
                </a:lnTo>
                <a:lnTo>
                  <a:pt x="631" y="480"/>
                </a:lnTo>
                <a:lnTo>
                  <a:pt x="631" y="481"/>
                </a:lnTo>
                <a:lnTo>
                  <a:pt x="631" y="480"/>
                </a:lnTo>
                <a:lnTo>
                  <a:pt x="632" y="480"/>
                </a:lnTo>
                <a:lnTo>
                  <a:pt x="632" y="481"/>
                </a:lnTo>
                <a:lnTo>
                  <a:pt x="633" y="482"/>
                </a:lnTo>
                <a:lnTo>
                  <a:pt x="633" y="483"/>
                </a:lnTo>
                <a:lnTo>
                  <a:pt x="632" y="483"/>
                </a:lnTo>
                <a:lnTo>
                  <a:pt x="632" y="484"/>
                </a:lnTo>
                <a:lnTo>
                  <a:pt x="633" y="484"/>
                </a:lnTo>
                <a:lnTo>
                  <a:pt x="633" y="485"/>
                </a:lnTo>
                <a:lnTo>
                  <a:pt x="633" y="486"/>
                </a:lnTo>
                <a:lnTo>
                  <a:pt x="634" y="486"/>
                </a:lnTo>
                <a:lnTo>
                  <a:pt x="634" y="488"/>
                </a:lnTo>
                <a:lnTo>
                  <a:pt x="635" y="488"/>
                </a:lnTo>
                <a:lnTo>
                  <a:pt x="635" y="489"/>
                </a:lnTo>
                <a:lnTo>
                  <a:pt x="635" y="490"/>
                </a:lnTo>
                <a:lnTo>
                  <a:pt x="635" y="491"/>
                </a:lnTo>
                <a:lnTo>
                  <a:pt x="635" y="492"/>
                </a:lnTo>
                <a:lnTo>
                  <a:pt x="636" y="492"/>
                </a:lnTo>
                <a:lnTo>
                  <a:pt x="637" y="492"/>
                </a:lnTo>
                <a:lnTo>
                  <a:pt x="638" y="492"/>
                </a:lnTo>
                <a:lnTo>
                  <a:pt x="639" y="492"/>
                </a:lnTo>
                <a:lnTo>
                  <a:pt x="639" y="493"/>
                </a:lnTo>
                <a:lnTo>
                  <a:pt x="640" y="493"/>
                </a:lnTo>
                <a:lnTo>
                  <a:pt x="640" y="494"/>
                </a:lnTo>
                <a:lnTo>
                  <a:pt x="639" y="494"/>
                </a:lnTo>
                <a:lnTo>
                  <a:pt x="639" y="495"/>
                </a:lnTo>
                <a:lnTo>
                  <a:pt x="639" y="496"/>
                </a:lnTo>
                <a:lnTo>
                  <a:pt x="638" y="496"/>
                </a:lnTo>
                <a:lnTo>
                  <a:pt x="638" y="497"/>
                </a:lnTo>
                <a:lnTo>
                  <a:pt x="639" y="496"/>
                </a:lnTo>
                <a:lnTo>
                  <a:pt x="640" y="497"/>
                </a:lnTo>
                <a:lnTo>
                  <a:pt x="641" y="497"/>
                </a:lnTo>
                <a:lnTo>
                  <a:pt x="642" y="498"/>
                </a:lnTo>
                <a:lnTo>
                  <a:pt x="643" y="498"/>
                </a:lnTo>
                <a:lnTo>
                  <a:pt x="643" y="499"/>
                </a:lnTo>
                <a:lnTo>
                  <a:pt x="644" y="499"/>
                </a:lnTo>
                <a:lnTo>
                  <a:pt x="644" y="500"/>
                </a:lnTo>
                <a:lnTo>
                  <a:pt x="644" y="501"/>
                </a:lnTo>
                <a:lnTo>
                  <a:pt x="645" y="501"/>
                </a:lnTo>
                <a:lnTo>
                  <a:pt x="645" y="502"/>
                </a:lnTo>
                <a:lnTo>
                  <a:pt x="646" y="502"/>
                </a:lnTo>
                <a:lnTo>
                  <a:pt x="647" y="502"/>
                </a:lnTo>
                <a:lnTo>
                  <a:pt x="648" y="502"/>
                </a:lnTo>
                <a:lnTo>
                  <a:pt x="648" y="501"/>
                </a:lnTo>
                <a:lnTo>
                  <a:pt x="649" y="500"/>
                </a:lnTo>
                <a:lnTo>
                  <a:pt x="648" y="499"/>
                </a:lnTo>
                <a:lnTo>
                  <a:pt x="648" y="498"/>
                </a:lnTo>
                <a:lnTo>
                  <a:pt x="648" y="497"/>
                </a:lnTo>
                <a:lnTo>
                  <a:pt x="648" y="496"/>
                </a:lnTo>
                <a:lnTo>
                  <a:pt x="647" y="495"/>
                </a:lnTo>
                <a:lnTo>
                  <a:pt x="647" y="494"/>
                </a:lnTo>
                <a:lnTo>
                  <a:pt x="647" y="493"/>
                </a:lnTo>
                <a:lnTo>
                  <a:pt x="647" y="492"/>
                </a:lnTo>
                <a:lnTo>
                  <a:pt x="647" y="491"/>
                </a:lnTo>
                <a:lnTo>
                  <a:pt x="648" y="490"/>
                </a:lnTo>
                <a:lnTo>
                  <a:pt x="649" y="489"/>
                </a:lnTo>
                <a:lnTo>
                  <a:pt x="649" y="490"/>
                </a:lnTo>
                <a:lnTo>
                  <a:pt x="650" y="490"/>
                </a:lnTo>
                <a:lnTo>
                  <a:pt x="651" y="490"/>
                </a:lnTo>
                <a:lnTo>
                  <a:pt x="651" y="488"/>
                </a:lnTo>
                <a:lnTo>
                  <a:pt x="652" y="488"/>
                </a:lnTo>
                <a:lnTo>
                  <a:pt x="653" y="488"/>
                </a:lnTo>
                <a:lnTo>
                  <a:pt x="653" y="489"/>
                </a:lnTo>
                <a:lnTo>
                  <a:pt x="653" y="490"/>
                </a:lnTo>
                <a:lnTo>
                  <a:pt x="654" y="490"/>
                </a:lnTo>
                <a:lnTo>
                  <a:pt x="655" y="490"/>
                </a:lnTo>
                <a:lnTo>
                  <a:pt x="656" y="490"/>
                </a:lnTo>
                <a:lnTo>
                  <a:pt x="657" y="490"/>
                </a:lnTo>
                <a:lnTo>
                  <a:pt x="659" y="489"/>
                </a:lnTo>
                <a:lnTo>
                  <a:pt x="660" y="490"/>
                </a:lnTo>
                <a:lnTo>
                  <a:pt x="661" y="490"/>
                </a:lnTo>
                <a:lnTo>
                  <a:pt x="662" y="491"/>
                </a:lnTo>
                <a:lnTo>
                  <a:pt x="663" y="491"/>
                </a:lnTo>
                <a:lnTo>
                  <a:pt x="664" y="491"/>
                </a:lnTo>
                <a:lnTo>
                  <a:pt x="665" y="491"/>
                </a:lnTo>
                <a:lnTo>
                  <a:pt x="666" y="492"/>
                </a:lnTo>
                <a:lnTo>
                  <a:pt x="667" y="492"/>
                </a:lnTo>
                <a:lnTo>
                  <a:pt x="667" y="493"/>
                </a:lnTo>
                <a:lnTo>
                  <a:pt x="668" y="493"/>
                </a:lnTo>
                <a:lnTo>
                  <a:pt x="669" y="493"/>
                </a:lnTo>
                <a:lnTo>
                  <a:pt x="670" y="493"/>
                </a:lnTo>
                <a:lnTo>
                  <a:pt x="671" y="493"/>
                </a:lnTo>
                <a:lnTo>
                  <a:pt x="672" y="492"/>
                </a:lnTo>
                <a:lnTo>
                  <a:pt x="672" y="491"/>
                </a:lnTo>
                <a:lnTo>
                  <a:pt x="673" y="491"/>
                </a:lnTo>
                <a:lnTo>
                  <a:pt x="674" y="491"/>
                </a:lnTo>
                <a:lnTo>
                  <a:pt x="675" y="491"/>
                </a:lnTo>
                <a:lnTo>
                  <a:pt x="675" y="490"/>
                </a:lnTo>
                <a:lnTo>
                  <a:pt x="676" y="490"/>
                </a:lnTo>
                <a:lnTo>
                  <a:pt x="677" y="490"/>
                </a:lnTo>
                <a:lnTo>
                  <a:pt x="678" y="490"/>
                </a:lnTo>
                <a:lnTo>
                  <a:pt x="678" y="491"/>
                </a:lnTo>
                <a:lnTo>
                  <a:pt x="679" y="491"/>
                </a:lnTo>
                <a:lnTo>
                  <a:pt x="680" y="491"/>
                </a:lnTo>
                <a:lnTo>
                  <a:pt x="681" y="492"/>
                </a:lnTo>
                <a:lnTo>
                  <a:pt x="682" y="492"/>
                </a:lnTo>
                <a:lnTo>
                  <a:pt x="683" y="492"/>
                </a:lnTo>
                <a:lnTo>
                  <a:pt x="683" y="493"/>
                </a:lnTo>
                <a:lnTo>
                  <a:pt x="683" y="494"/>
                </a:lnTo>
                <a:lnTo>
                  <a:pt x="683" y="495"/>
                </a:lnTo>
                <a:lnTo>
                  <a:pt x="682" y="495"/>
                </a:lnTo>
                <a:lnTo>
                  <a:pt x="683" y="496"/>
                </a:lnTo>
                <a:lnTo>
                  <a:pt x="683" y="497"/>
                </a:lnTo>
                <a:lnTo>
                  <a:pt x="683" y="498"/>
                </a:lnTo>
                <a:lnTo>
                  <a:pt x="684" y="498"/>
                </a:lnTo>
                <a:lnTo>
                  <a:pt x="684" y="497"/>
                </a:lnTo>
                <a:lnTo>
                  <a:pt x="685" y="497"/>
                </a:lnTo>
                <a:lnTo>
                  <a:pt x="686" y="497"/>
                </a:lnTo>
                <a:lnTo>
                  <a:pt x="687" y="497"/>
                </a:lnTo>
                <a:lnTo>
                  <a:pt x="687" y="498"/>
                </a:lnTo>
                <a:lnTo>
                  <a:pt x="688" y="498"/>
                </a:lnTo>
                <a:lnTo>
                  <a:pt x="688" y="499"/>
                </a:lnTo>
                <a:lnTo>
                  <a:pt x="689" y="499"/>
                </a:lnTo>
                <a:lnTo>
                  <a:pt x="689" y="500"/>
                </a:lnTo>
                <a:lnTo>
                  <a:pt x="690" y="500"/>
                </a:lnTo>
                <a:lnTo>
                  <a:pt x="691" y="500"/>
                </a:lnTo>
                <a:lnTo>
                  <a:pt x="691" y="501"/>
                </a:lnTo>
                <a:lnTo>
                  <a:pt x="691" y="502"/>
                </a:lnTo>
                <a:lnTo>
                  <a:pt x="690" y="503"/>
                </a:lnTo>
                <a:lnTo>
                  <a:pt x="689" y="503"/>
                </a:lnTo>
                <a:lnTo>
                  <a:pt x="689" y="504"/>
                </a:lnTo>
                <a:lnTo>
                  <a:pt x="689" y="505"/>
                </a:lnTo>
                <a:lnTo>
                  <a:pt x="690" y="505"/>
                </a:lnTo>
                <a:lnTo>
                  <a:pt x="689" y="505"/>
                </a:lnTo>
                <a:lnTo>
                  <a:pt x="689" y="506"/>
                </a:lnTo>
                <a:lnTo>
                  <a:pt x="689" y="505"/>
                </a:lnTo>
                <a:lnTo>
                  <a:pt x="688" y="505"/>
                </a:lnTo>
                <a:lnTo>
                  <a:pt x="688" y="506"/>
                </a:lnTo>
                <a:lnTo>
                  <a:pt x="689" y="506"/>
                </a:lnTo>
                <a:lnTo>
                  <a:pt x="689" y="507"/>
                </a:lnTo>
                <a:lnTo>
                  <a:pt x="689" y="508"/>
                </a:lnTo>
                <a:lnTo>
                  <a:pt x="690" y="508"/>
                </a:lnTo>
                <a:lnTo>
                  <a:pt x="689" y="509"/>
                </a:lnTo>
                <a:lnTo>
                  <a:pt x="690" y="509"/>
                </a:lnTo>
                <a:lnTo>
                  <a:pt x="691" y="509"/>
                </a:lnTo>
                <a:lnTo>
                  <a:pt x="692" y="509"/>
                </a:lnTo>
                <a:lnTo>
                  <a:pt x="692" y="510"/>
                </a:lnTo>
                <a:lnTo>
                  <a:pt x="692" y="511"/>
                </a:lnTo>
                <a:lnTo>
                  <a:pt x="692" y="512"/>
                </a:lnTo>
                <a:lnTo>
                  <a:pt x="692" y="513"/>
                </a:lnTo>
                <a:lnTo>
                  <a:pt x="693" y="513"/>
                </a:lnTo>
                <a:lnTo>
                  <a:pt x="694" y="513"/>
                </a:lnTo>
                <a:lnTo>
                  <a:pt x="694" y="512"/>
                </a:lnTo>
                <a:lnTo>
                  <a:pt x="695" y="512"/>
                </a:lnTo>
                <a:lnTo>
                  <a:pt x="695" y="513"/>
                </a:lnTo>
                <a:lnTo>
                  <a:pt x="694" y="513"/>
                </a:lnTo>
                <a:lnTo>
                  <a:pt x="695" y="514"/>
                </a:lnTo>
                <a:lnTo>
                  <a:pt x="695" y="513"/>
                </a:lnTo>
                <a:lnTo>
                  <a:pt x="695" y="514"/>
                </a:lnTo>
                <a:lnTo>
                  <a:pt x="695" y="515"/>
                </a:lnTo>
                <a:lnTo>
                  <a:pt x="695" y="517"/>
                </a:lnTo>
                <a:lnTo>
                  <a:pt x="694" y="517"/>
                </a:lnTo>
                <a:lnTo>
                  <a:pt x="694" y="518"/>
                </a:lnTo>
                <a:lnTo>
                  <a:pt x="693" y="518"/>
                </a:lnTo>
                <a:lnTo>
                  <a:pt x="693" y="519"/>
                </a:lnTo>
                <a:lnTo>
                  <a:pt x="692" y="519"/>
                </a:lnTo>
                <a:lnTo>
                  <a:pt x="692" y="518"/>
                </a:lnTo>
                <a:lnTo>
                  <a:pt x="691" y="518"/>
                </a:lnTo>
                <a:lnTo>
                  <a:pt x="690" y="518"/>
                </a:lnTo>
                <a:lnTo>
                  <a:pt x="690" y="519"/>
                </a:lnTo>
                <a:lnTo>
                  <a:pt x="689" y="519"/>
                </a:lnTo>
                <a:lnTo>
                  <a:pt x="690" y="520"/>
                </a:lnTo>
                <a:lnTo>
                  <a:pt x="690" y="521"/>
                </a:lnTo>
                <a:lnTo>
                  <a:pt x="690" y="522"/>
                </a:lnTo>
                <a:lnTo>
                  <a:pt x="691" y="522"/>
                </a:lnTo>
                <a:lnTo>
                  <a:pt x="691" y="523"/>
                </a:lnTo>
                <a:lnTo>
                  <a:pt x="692" y="524"/>
                </a:lnTo>
                <a:lnTo>
                  <a:pt x="693" y="525"/>
                </a:lnTo>
                <a:lnTo>
                  <a:pt x="694" y="526"/>
                </a:lnTo>
                <a:lnTo>
                  <a:pt x="694" y="527"/>
                </a:lnTo>
                <a:lnTo>
                  <a:pt x="695" y="527"/>
                </a:lnTo>
                <a:lnTo>
                  <a:pt x="696" y="528"/>
                </a:lnTo>
                <a:lnTo>
                  <a:pt x="697" y="529"/>
                </a:lnTo>
                <a:lnTo>
                  <a:pt x="697" y="528"/>
                </a:lnTo>
                <a:lnTo>
                  <a:pt x="698" y="528"/>
                </a:lnTo>
                <a:lnTo>
                  <a:pt x="699" y="528"/>
                </a:lnTo>
                <a:lnTo>
                  <a:pt x="700" y="527"/>
                </a:lnTo>
                <a:lnTo>
                  <a:pt x="699" y="526"/>
                </a:lnTo>
                <a:lnTo>
                  <a:pt x="698" y="525"/>
                </a:lnTo>
                <a:lnTo>
                  <a:pt x="699" y="525"/>
                </a:lnTo>
                <a:lnTo>
                  <a:pt x="699" y="524"/>
                </a:lnTo>
                <a:lnTo>
                  <a:pt x="700" y="524"/>
                </a:lnTo>
                <a:lnTo>
                  <a:pt x="700" y="523"/>
                </a:lnTo>
                <a:lnTo>
                  <a:pt x="701" y="524"/>
                </a:lnTo>
                <a:lnTo>
                  <a:pt x="701" y="523"/>
                </a:lnTo>
                <a:lnTo>
                  <a:pt x="702" y="523"/>
                </a:lnTo>
                <a:lnTo>
                  <a:pt x="703" y="523"/>
                </a:lnTo>
                <a:lnTo>
                  <a:pt x="703" y="524"/>
                </a:lnTo>
                <a:lnTo>
                  <a:pt x="703" y="525"/>
                </a:lnTo>
                <a:lnTo>
                  <a:pt x="704" y="525"/>
                </a:lnTo>
                <a:lnTo>
                  <a:pt x="705" y="525"/>
                </a:lnTo>
                <a:lnTo>
                  <a:pt x="705" y="526"/>
                </a:lnTo>
                <a:lnTo>
                  <a:pt x="706" y="527"/>
                </a:lnTo>
                <a:lnTo>
                  <a:pt x="707" y="527"/>
                </a:lnTo>
                <a:lnTo>
                  <a:pt x="707" y="528"/>
                </a:lnTo>
                <a:lnTo>
                  <a:pt x="708" y="528"/>
                </a:lnTo>
                <a:lnTo>
                  <a:pt x="709" y="528"/>
                </a:lnTo>
                <a:lnTo>
                  <a:pt x="709" y="529"/>
                </a:lnTo>
                <a:lnTo>
                  <a:pt x="709" y="530"/>
                </a:lnTo>
                <a:lnTo>
                  <a:pt x="710" y="530"/>
                </a:lnTo>
                <a:lnTo>
                  <a:pt x="710" y="531"/>
                </a:lnTo>
                <a:lnTo>
                  <a:pt x="711" y="532"/>
                </a:lnTo>
                <a:lnTo>
                  <a:pt x="712" y="532"/>
                </a:lnTo>
                <a:lnTo>
                  <a:pt x="713" y="532"/>
                </a:lnTo>
                <a:lnTo>
                  <a:pt x="713" y="531"/>
                </a:lnTo>
                <a:lnTo>
                  <a:pt x="714" y="532"/>
                </a:lnTo>
                <a:lnTo>
                  <a:pt x="715" y="532"/>
                </a:lnTo>
                <a:lnTo>
                  <a:pt x="716" y="533"/>
                </a:lnTo>
                <a:lnTo>
                  <a:pt x="717" y="533"/>
                </a:lnTo>
                <a:lnTo>
                  <a:pt x="718" y="533"/>
                </a:lnTo>
                <a:lnTo>
                  <a:pt x="718" y="532"/>
                </a:lnTo>
                <a:lnTo>
                  <a:pt x="719" y="532"/>
                </a:lnTo>
                <a:lnTo>
                  <a:pt x="719" y="531"/>
                </a:lnTo>
                <a:lnTo>
                  <a:pt x="719" y="530"/>
                </a:lnTo>
                <a:lnTo>
                  <a:pt x="719" y="529"/>
                </a:lnTo>
                <a:lnTo>
                  <a:pt x="719" y="528"/>
                </a:lnTo>
                <a:lnTo>
                  <a:pt x="720" y="528"/>
                </a:lnTo>
                <a:lnTo>
                  <a:pt x="720" y="527"/>
                </a:lnTo>
                <a:lnTo>
                  <a:pt x="720" y="525"/>
                </a:lnTo>
                <a:lnTo>
                  <a:pt x="720" y="524"/>
                </a:lnTo>
                <a:lnTo>
                  <a:pt x="721" y="524"/>
                </a:lnTo>
                <a:lnTo>
                  <a:pt x="721" y="523"/>
                </a:lnTo>
                <a:lnTo>
                  <a:pt x="721" y="522"/>
                </a:lnTo>
                <a:lnTo>
                  <a:pt x="722" y="522"/>
                </a:lnTo>
                <a:lnTo>
                  <a:pt x="723" y="522"/>
                </a:lnTo>
                <a:lnTo>
                  <a:pt x="724" y="522"/>
                </a:lnTo>
                <a:lnTo>
                  <a:pt x="724" y="521"/>
                </a:lnTo>
                <a:lnTo>
                  <a:pt x="725" y="521"/>
                </a:lnTo>
                <a:lnTo>
                  <a:pt x="726" y="522"/>
                </a:lnTo>
                <a:lnTo>
                  <a:pt x="726" y="521"/>
                </a:lnTo>
                <a:lnTo>
                  <a:pt x="727" y="521"/>
                </a:lnTo>
                <a:lnTo>
                  <a:pt x="728" y="521"/>
                </a:lnTo>
                <a:lnTo>
                  <a:pt x="729" y="521"/>
                </a:lnTo>
                <a:lnTo>
                  <a:pt x="730" y="522"/>
                </a:lnTo>
                <a:lnTo>
                  <a:pt x="730" y="523"/>
                </a:lnTo>
                <a:lnTo>
                  <a:pt x="730" y="524"/>
                </a:lnTo>
                <a:lnTo>
                  <a:pt x="731" y="524"/>
                </a:lnTo>
                <a:lnTo>
                  <a:pt x="731" y="525"/>
                </a:lnTo>
                <a:lnTo>
                  <a:pt x="730" y="525"/>
                </a:lnTo>
                <a:lnTo>
                  <a:pt x="730" y="526"/>
                </a:lnTo>
                <a:lnTo>
                  <a:pt x="731" y="526"/>
                </a:lnTo>
                <a:lnTo>
                  <a:pt x="731" y="527"/>
                </a:lnTo>
                <a:lnTo>
                  <a:pt x="731" y="528"/>
                </a:lnTo>
                <a:lnTo>
                  <a:pt x="731" y="529"/>
                </a:lnTo>
                <a:lnTo>
                  <a:pt x="731" y="530"/>
                </a:lnTo>
                <a:lnTo>
                  <a:pt x="731" y="531"/>
                </a:lnTo>
                <a:lnTo>
                  <a:pt x="732" y="532"/>
                </a:lnTo>
                <a:lnTo>
                  <a:pt x="732" y="531"/>
                </a:lnTo>
                <a:lnTo>
                  <a:pt x="733" y="531"/>
                </a:lnTo>
                <a:lnTo>
                  <a:pt x="734" y="531"/>
                </a:lnTo>
                <a:lnTo>
                  <a:pt x="735" y="530"/>
                </a:lnTo>
                <a:lnTo>
                  <a:pt x="736" y="530"/>
                </a:lnTo>
                <a:lnTo>
                  <a:pt x="736" y="529"/>
                </a:lnTo>
                <a:lnTo>
                  <a:pt x="737" y="528"/>
                </a:lnTo>
                <a:lnTo>
                  <a:pt x="737" y="529"/>
                </a:lnTo>
                <a:lnTo>
                  <a:pt x="738" y="529"/>
                </a:lnTo>
                <a:lnTo>
                  <a:pt x="739" y="529"/>
                </a:lnTo>
                <a:lnTo>
                  <a:pt x="740" y="529"/>
                </a:lnTo>
                <a:lnTo>
                  <a:pt x="741" y="529"/>
                </a:lnTo>
                <a:lnTo>
                  <a:pt x="741" y="528"/>
                </a:lnTo>
                <a:lnTo>
                  <a:pt x="742" y="528"/>
                </a:lnTo>
                <a:lnTo>
                  <a:pt x="743" y="528"/>
                </a:lnTo>
                <a:lnTo>
                  <a:pt x="744" y="528"/>
                </a:lnTo>
                <a:lnTo>
                  <a:pt x="745" y="528"/>
                </a:lnTo>
                <a:lnTo>
                  <a:pt x="745" y="529"/>
                </a:lnTo>
                <a:lnTo>
                  <a:pt x="745" y="530"/>
                </a:lnTo>
                <a:lnTo>
                  <a:pt x="745" y="531"/>
                </a:lnTo>
                <a:lnTo>
                  <a:pt x="744" y="531"/>
                </a:lnTo>
                <a:lnTo>
                  <a:pt x="745" y="531"/>
                </a:lnTo>
                <a:lnTo>
                  <a:pt x="744" y="531"/>
                </a:lnTo>
                <a:lnTo>
                  <a:pt x="744" y="532"/>
                </a:lnTo>
                <a:lnTo>
                  <a:pt x="745" y="532"/>
                </a:lnTo>
                <a:lnTo>
                  <a:pt x="745" y="533"/>
                </a:lnTo>
                <a:lnTo>
                  <a:pt x="745" y="532"/>
                </a:lnTo>
                <a:lnTo>
                  <a:pt x="747" y="532"/>
                </a:lnTo>
                <a:lnTo>
                  <a:pt x="748" y="532"/>
                </a:lnTo>
                <a:lnTo>
                  <a:pt x="749" y="532"/>
                </a:lnTo>
                <a:lnTo>
                  <a:pt x="749" y="531"/>
                </a:lnTo>
                <a:lnTo>
                  <a:pt x="750" y="530"/>
                </a:lnTo>
                <a:lnTo>
                  <a:pt x="750" y="529"/>
                </a:lnTo>
                <a:lnTo>
                  <a:pt x="751" y="529"/>
                </a:lnTo>
                <a:lnTo>
                  <a:pt x="752" y="530"/>
                </a:lnTo>
                <a:lnTo>
                  <a:pt x="753" y="530"/>
                </a:lnTo>
                <a:lnTo>
                  <a:pt x="753" y="531"/>
                </a:lnTo>
                <a:lnTo>
                  <a:pt x="754" y="531"/>
                </a:lnTo>
                <a:lnTo>
                  <a:pt x="754" y="530"/>
                </a:lnTo>
                <a:lnTo>
                  <a:pt x="755" y="529"/>
                </a:lnTo>
                <a:lnTo>
                  <a:pt x="755" y="528"/>
                </a:lnTo>
                <a:lnTo>
                  <a:pt x="755" y="527"/>
                </a:lnTo>
                <a:lnTo>
                  <a:pt x="754" y="526"/>
                </a:lnTo>
                <a:lnTo>
                  <a:pt x="754" y="525"/>
                </a:lnTo>
                <a:lnTo>
                  <a:pt x="755" y="524"/>
                </a:lnTo>
                <a:lnTo>
                  <a:pt x="756" y="522"/>
                </a:lnTo>
                <a:lnTo>
                  <a:pt x="758" y="523"/>
                </a:lnTo>
                <a:lnTo>
                  <a:pt x="759" y="523"/>
                </a:lnTo>
                <a:lnTo>
                  <a:pt x="760" y="523"/>
                </a:lnTo>
                <a:lnTo>
                  <a:pt x="761" y="523"/>
                </a:lnTo>
                <a:lnTo>
                  <a:pt x="763" y="523"/>
                </a:lnTo>
                <a:lnTo>
                  <a:pt x="764" y="523"/>
                </a:lnTo>
                <a:lnTo>
                  <a:pt x="765" y="524"/>
                </a:lnTo>
                <a:lnTo>
                  <a:pt x="766" y="525"/>
                </a:lnTo>
                <a:lnTo>
                  <a:pt x="767" y="524"/>
                </a:lnTo>
                <a:lnTo>
                  <a:pt x="767" y="525"/>
                </a:lnTo>
                <a:lnTo>
                  <a:pt x="768" y="525"/>
                </a:lnTo>
                <a:lnTo>
                  <a:pt x="769" y="526"/>
                </a:lnTo>
                <a:lnTo>
                  <a:pt x="769" y="528"/>
                </a:lnTo>
                <a:lnTo>
                  <a:pt x="769" y="529"/>
                </a:lnTo>
                <a:lnTo>
                  <a:pt x="769" y="530"/>
                </a:lnTo>
                <a:lnTo>
                  <a:pt x="770" y="531"/>
                </a:lnTo>
                <a:lnTo>
                  <a:pt x="771" y="531"/>
                </a:lnTo>
                <a:lnTo>
                  <a:pt x="771" y="532"/>
                </a:lnTo>
                <a:lnTo>
                  <a:pt x="772" y="532"/>
                </a:lnTo>
                <a:lnTo>
                  <a:pt x="772" y="531"/>
                </a:lnTo>
                <a:lnTo>
                  <a:pt x="772" y="532"/>
                </a:lnTo>
                <a:lnTo>
                  <a:pt x="773" y="532"/>
                </a:lnTo>
                <a:lnTo>
                  <a:pt x="773" y="533"/>
                </a:lnTo>
                <a:lnTo>
                  <a:pt x="773" y="535"/>
                </a:lnTo>
                <a:lnTo>
                  <a:pt x="772" y="535"/>
                </a:lnTo>
                <a:lnTo>
                  <a:pt x="772" y="536"/>
                </a:lnTo>
                <a:lnTo>
                  <a:pt x="773" y="536"/>
                </a:lnTo>
                <a:lnTo>
                  <a:pt x="774" y="537"/>
                </a:lnTo>
                <a:lnTo>
                  <a:pt x="774" y="538"/>
                </a:lnTo>
                <a:lnTo>
                  <a:pt x="775" y="538"/>
                </a:lnTo>
                <a:lnTo>
                  <a:pt x="775" y="539"/>
                </a:lnTo>
                <a:lnTo>
                  <a:pt x="776" y="539"/>
                </a:lnTo>
                <a:lnTo>
                  <a:pt x="777" y="539"/>
                </a:lnTo>
                <a:lnTo>
                  <a:pt x="777" y="540"/>
                </a:lnTo>
                <a:lnTo>
                  <a:pt x="777" y="541"/>
                </a:lnTo>
                <a:lnTo>
                  <a:pt x="777" y="543"/>
                </a:lnTo>
                <a:lnTo>
                  <a:pt x="778" y="544"/>
                </a:lnTo>
                <a:lnTo>
                  <a:pt x="779" y="545"/>
                </a:lnTo>
                <a:lnTo>
                  <a:pt x="778" y="545"/>
                </a:lnTo>
                <a:lnTo>
                  <a:pt x="779" y="546"/>
                </a:lnTo>
                <a:lnTo>
                  <a:pt x="779" y="547"/>
                </a:lnTo>
                <a:lnTo>
                  <a:pt x="780" y="547"/>
                </a:lnTo>
                <a:lnTo>
                  <a:pt x="781" y="547"/>
                </a:lnTo>
                <a:lnTo>
                  <a:pt x="782" y="547"/>
                </a:lnTo>
                <a:lnTo>
                  <a:pt x="782" y="548"/>
                </a:lnTo>
                <a:lnTo>
                  <a:pt x="782" y="549"/>
                </a:lnTo>
                <a:lnTo>
                  <a:pt x="781" y="549"/>
                </a:lnTo>
                <a:lnTo>
                  <a:pt x="780" y="549"/>
                </a:lnTo>
                <a:lnTo>
                  <a:pt x="780" y="550"/>
                </a:lnTo>
                <a:lnTo>
                  <a:pt x="781" y="551"/>
                </a:lnTo>
                <a:lnTo>
                  <a:pt x="782" y="552"/>
                </a:lnTo>
                <a:lnTo>
                  <a:pt x="782" y="553"/>
                </a:lnTo>
                <a:lnTo>
                  <a:pt x="781" y="554"/>
                </a:lnTo>
                <a:lnTo>
                  <a:pt x="780" y="554"/>
                </a:lnTo>
                <a:lnTo>
                  <a:pt x="779" y="554"/>
                </a:lnTo>
                <a:lnTo>
                  <a:pt x="778" y="555"/>
                </a:lnTo>
                <a:lnTo>
                  <a:pt x="777" y="554"/>
                </a:lnTo>
                <a:lnTo>
                  <a:pt x="777" y="555"/>
                </a:lnTo>
                <a:lnTo>
                  <a:pt x="777" y="556"/>
                </a:lnTo>
                <a:lnTo>
                  <a:pt x="777" y="558"/>
                </a:lnTo>
                <a:lnTo>
                  <a:pt x="778" y="559"/>
                </a:lnTo>
                <a:lnTo>
                  <a:pt x="777" y="560"/>
                </a:lnTo>
                <a:lnTo>
                  <a:pt x="777" y="561"/>
                </a:lnTo>
                <a:lnTo>
                  <a:pt x="778" y="562"/>
                </a:lnTo>
                <a:lnTo>
                  <a:pt x="778" y="563"/>
                </a:lnTo>
                <a:lnTo>
                  <a:pt x="779" y="563"/>
                </a:lnTo>
                <a:lnTo>
                  <a:pt x="779" y="564"/>
                </a:lnTo>
                <a:lnTo>
                  <a:pt x="779" y="565"/>
                </a:lnTo>
                <a:lnTo>
                  <a:pt x="779" y="566"/>
                </a:lnTo>
                <a:lnTo>
                  <a:pt x="778" y="566"/>
                </a:lnTo>
                <a:lnTo>
                  <a:pt x="778" y="567"/>
                </a:lnTo>
                <a:lnTo>
                  <a:pt x="778" y="568"/>
                </a:lnTo>
                <a:lnTo>
                  <a:pt x="778" y="569"/>
                </a:lnTo>
                <a:lnTo>
                  <a:pt x="778" y="570"/>
                </a:lnTo>
                <a:lnTo>
                  <a:pt x="778" y="571"/>
                </a:lnTo>
                <a:lnTo>
                  <a:pt x="777" y="571"/>
                </a:lnTo>
                <a:lnTo>
                  <a:pt x="777" y="572"/>
                </a:lnTo>
                <a:lnTo>
                  <a:pt x="777" y="573"/>
                </a:lnTo>
                <a:lnTo>
                  <a:pt x="777" y="574"/>
                </a:lnTo>
                <a:lnTo>
                  <a:pt x="776" y="574"/>
                </a:lnTo>
                <a:lnTo>
                  <a:pt x="776" y="575"/>
                </a:lnTo>
                <a:lnTo>
                  <a:pt x="775" y="575"/>
                </a:lnTo>
                <a:lnTo>
                  <a:pt x="775" y="576"/>
                </a:lnTo>
                <a:lnTo>
                  <a:pt x="775" y="577"/>
                </a:lnTo>
                <a:lnTo>
                  <a:pt x="776" y="577"/>
                </a:lnTo>
                <a:lnTo>
                  <a:pt x="776" y="578"/>
                </a:lnTo>
                <a:lnTo>
                  <a:pt x="777" y="578"/>
                </a:lnTo>
                <a:lnTo>
                  <a:pt x="777" y="579"/>
                </a:lnTo>
                <a:lnTo>
                  <a:pt x="776" y="580"/>
                </a:lnTo>
                <a:lnTo>
                  <a:pt x="776" y="581"/>
                </a:lnTo>
                <a:lnTo>
                  <a:pt x="776" y="582"/>
                </a:lnTo>
                <a:lnTo>
                  <a:pt x="775" y="582"/>
                </a:lnTo>
                <a:lnTo>
                  <a:pt x="774" y="583"/>
                </a:lnTo>
                <a:lnTo>
                  <a:pt x="773" y="583"/>
                </a:lnTo>
                <a:lnTo>
                  <a:pt x="772" y="583"/>
                </a:lnTo>
                <a:lnTo>
                  <a:pt x="772" y="584"/>
                </a:lnTo>
                <a:lnTo>
                  <a:pt x="772" y="585"/>
                </a:lnTo>
                <a:lnTo>
                  <a:pt x="771" y="585"/>
                </a:lnTo>
                <a:lnTo>
                  <a:pt x="771" y="586"/>
                </a:lnTo>
                <a:lnTo>
                  <a:pt x="772" y="586"/>
                </a:lnTo>
                <a:lnTo>
                  <a:pt x="771" y="586"/>
                </a:lnTo>
                <a:lnTo>
                  <a:pt x="771" y="587"/>
                </a:lnTo>
                <a:lnTo>
                  <a:pt x="770" y="587"/>
                </a:lnTo>
                <a:lnTo>
                  <a:pt x="769" y="588"/>
                </a:lnTo>
                <a:lnTo>
                  <a:pt x="768" y="588"/>
                </a:lnTo>
                <a:lnTo>
                  <a:pt x="768" y="587"/>
                </a:lnTo>
                <a:lnTo>
                  <a:pt x="768" y="588"/>
                </a:lnTo>
                <a:lnTo>
                  <a:pt x="767" y="588"/>
                </a:lnTo>
                <a:lnTo>
                  <a:pt x="767" y="589"/>
                </a:lnTo>
                <a:lnTo>
                  <a:pt x="766" y="589"/>
                </a:lnTo>
                <a:lnTo>
                  <a:pt x="767" y="589"/>
                </a:lnTo>
                <a:lnTo>
                  <a:pt x="767" y="590"/>
                </a:lnTo>
                <a:lnTo>
                  <a:pt x="766" y="590"/>
                </a:lnTo>
                <a:lnTo>
                  <a:pt x="765" y="591"/>
                </a:lnTo>
                <a:lnTo>
                  <a:pt x="764" y="592"/>
                </a:lnTo>
                <a:lnTo>
                  <a:pt x="764" y="591"/>
                </a:lnTo>
                <a:lnTo>
                  <a:pt x="763" y="591"/>
                </a:lnTo>
                <a:lnTo>
                  <a:pt x="763" y="590"/>
                </a:lnTo>
                <a:lnTo>
                  <a:pt x="764" y="590"/>
                </a:lnTo>
                <a:lnTo>
                  <a:pt x="764" y="589"/>
                </a:lnTo>
                <a:lnTo>
                  <a:pt x="764" y="588"/>
                </a:lnTo>
                <a:lnTo>
                  <a:pt x="764" y="587"/>
                </a:lnTo>
                <a:lnTo>
                  <a:pt x="763" y="587"/>
                </a:lnTo>
                <a:lnTo>
                  <a:pt x="761" y="587"/>
                </a:lnTo>
                <a:lnTo>
                  <a:pt x="760" y="586"/>
                </a:lnTo>
                <a:lnTo>
                  <a:pt x="760" y="587"/>
                </a:lnTo>
                <a:lnTo>
                  <a:pt x="759" y="587"/>
                </a:lnTo>
                <a:lnTo>
                  <a:pt x="758" y="586"/>
                </a:lnTo>
                <a:lnTo>
                  <a:pt x="757" y="585"/>
                </a:lnTo>
                <a:lnTo>
                  <a:pt x="756" y="585"/>
                </a:lnTo>
                <a:lnTo>
                  <a:pt x="756" y="586"/>
                </a:lnTo>
                <a:lnTo>
                  <a:pt x="755" y="586"/>
                </a:lnTo>
                <a:lnTo>
                  <a:pt x="755" y="585"/>
                </a:lnTo>
                <a:lnTo>
                  <a:pt x="755" y="584"/>
                </a:lnTo>
                <a:lnTo>
                  <a:pt x="754" y="583"/>
                </a:lnTo>
                <a:lnTo>
                  <a:pt x="753" y="583"/>
                </a:lnTo>
                <a:lnTo>
                  <a:pt x="752" y="583"/>
                </a:lnTo>
                <a:lnTo>
                  <a:pt x="751" y="583"/>
                </a:lnTo>
                <a:lnTo>
                  <a:pt x="750" y="583"/>
                </a:lnTo>
                <a:lnTo>
                  <a:pt x="749" y="583"/>
                </a:lnTo>
                <a:lnTo>
                  <a:pt x="748" y="584"/>
                </a:lnTo>
                <a:lnTo>
                  <a:pt x="748" y="585"/>
                </a:lnTo>
                <a:lnTo>
                  <a:pt x="747" y="585"/>
                </a:lnTo>
                <a:lnTo>
                  <a:pt x="747" y="586"/>
                </a:lnTo>
                <a:lnTo>
                  <a:pt x="747" y="587"/>
                </a:lnTo>
                <a:lnTo>
                  <a:pt x="747" y="588"/>
                </a:lnTo>
                <a:lnTo>
                  <a:pt x="747" y="589"/>
                </a:lnTo>
                <a:lnTo>
                  <a:pt x="746" y="589"/>
                </a:lnTo>
                <a:lnTo>
                  <a:pt x="746" y="590"/>
                </a:lnTo>
                <a:lnTo>
                  <a:pt x="746" y="589"/>
                </a:lnTo>
                <a:lnTo>
                  <a:pt x="745" y="589"/>
                </a:lnTo>
                <a:lnTo>
                  <a:pt x="744" y="589"/>
                </a:lnTo>
                <a:lnTo>
                  <a:pt x="744" y="590"/>
                </a:lnTo>
                <a:lnTo>
                  <a:pt x="743" y="590"/>
                </a:lnTo>
                <a:lnTo>
                  <a:pt x="742" y="590"/>
                </a:lnTo>
                <a:lnTo>
                  <a:pt x="741" y="591"/>
                </a:lnTo>
                <a:lnTo>
                  <a:pt x="741" y="592"/>
                </a:lnTo>
                <a:lnTo>
                  <a:pt x="741" y="593"/>
                </a:lnTo>
                <a:lnTo>
                  <a:pt x="740" y="593"/>
                </a:lnTo>
                <a:lnTo>
                  <a:pt x="739" y="593"/>
                </a:lnTo>
                <a:lnTo>
                  <a:pt x="739" y="594"/>
                </a:lnTo>
                <a:lnTo>
                  <a:pt x="738" y="594"/>
                </a:lnTo>
                <a:lnTo>
                  <a:pt x="738" y="595"/>
                </a:lnTo>
                <a:lnTo>
                  <a:pt x="736" y="596"/>
                </a:lnTo>
                <a:lnTo>
                  <a:pt x="736" y="597"/>
                </a:lnTo>
                <a:lnTo>
                  <a:pt x="735" y="597"/>
                </a:lnTo>
                <a:lnTo>
                  <a:pt x="735" y="596"/>
                </a:lnTo>
                <a:lnTo>
                  <a:pt x="734" y="596"/>
                </a:lnTo>
                <a:lnTo>
                  <a:pt x="734" y="595"/>
                </a:lnTo>
                <a:lnTo>
                  <a:pt x="734" y="596"/>
                </a:lnTo>
                <a:lnTo>
                  <a:pt x="733" y="596"/>
                </a:lnTo>
                <a:lnTo>
                  <a:pt x="731" y="596"/>
                </a:lnTo>
                <a:lnTo>
                  <a:pt x="730" y="596"/>
                </a:lnTo>
                <a:lnTo>
                  <a:pt x="731" y="596"/>
                </a:lnTo>
                <a:lnTo>
                  <a:pt x="731" y="597"/>
                </a:lnTo>
                <a:lnTo>
                  <a:pt x="731" y="596"/>
                </a:lnTo>
                <a:lnTo>
                  <a:pt x="732" y="596"/>
                </a:lnTo>
                <a:lnTo>
                  <a:pt x="732" y="597"/>
                </a:lnTo>
                <a:lnTo>
                  <a:pt x="733" y="597"/>
                </a:lnTo>
                <a:lnTo>
                  <a:pt x="734" y="597"/>
                </a:lnTo>
                <a:lnTo>
                  <a:pt x="734" y="598"/>
                </a:lnTo>
                <a:lnTo>
                  <a:pt x="734" y="599"/>
                </a:lnTo>
                <a:lnTo>
                  <a:pt x="735" y="599"/>
                </a:lnTo>
                <a:lnTo>
                  <a:pt x="736" y="599"/>
                </a:lnTo>
                <a:lnTo>
                  <a:pt x="736" y="600"/>
                </a:lnTo>
                <a:lnTo>
                  <a:pt x="735" y="601"/>
                </a:lnTo>
                <a:lnTo>
                  <a:pt x="734" y="601"/>
                </a:lnTo>
                <a:lnTo>
                  <a:pt x="734" y="602"/>
                </a:lnTo>
                <a:lnTo>
                  <a:pt x="734" y="601"/>
                </a:lnTo>
                <a:lnTo>
                  <a:pt x="735" y="601"/>
                </a:lnTo>
                <a:lnTo>
                  <a:pt x="735" y="602"/>
                </a:lnTo>
                <a:lnTo>
                  <a:pt x="736" y="603"/>
                </a:lnTo>
                <a:lnTo>
                  <a:pt x="737" y="603"/>
                </a:lnTo>
                <a:lnTo>
                  <a:pt x="736" y="604"/>
                </a:lnTo>
                <a:lnTo>
                  <a:pt x="735" y="604"/>
                </a:lnTo>
                <a:lnTo>
                  <a:pt x="734" y="604"/>
                </a:lnTo>
                <a:lnTo>
                  <a:pt x="734" y="603"/>
                </a:lnTo>
                <a:lnTo>
                  <a:pt x="734" y="602"/>
                </a:lnTo>
                <a:lnTo>
                  <a:pt x="733" y="602"/>
                </a:lnTo>
                <a:lnTo>
                  <a:pt x="732" y="602"/>
                </a:lnTo>
                <a:lnTo>
                  <a:pt x="732" y="603"/>
                </a:lnTo>
                <a:lnTo>
                  <a:pt x="731" y="603"/>
                </a:lnTo>
                <a:lnTo>
                  <a:pt x="730" y="603"/>
                </a:lnTo>
                <a:lnTo>
                  <a:pt x="730" y="604"/>
                </a:lnTo>
                <a:lnTo>
                  <a:pt x="729" y="604"/>
                </a:lnTo>
                <a:lnTo>
                  <a:pt x="728" y="605"/>
                </a:lnTo>
                <a:lnTo>
                  <a:pt x="727" y="605"/>
                </a:lnTo>
                <a:lnTo>
                  <a:pt x="726" y="606"/>
                </a:lnTo>
                <a:lnTo>
                  <a:pt x="727" y="607"/>
                </a:lnTo>
                <a:lnTo>
                  <a:pt x="726" y="608"/>
                </a:lnTo>
                <a:lnTo>
                  <a:pt x="725" y="608"/>
                </a:lnTo>
                <a:lnTo>
                  <a:pt x="725" y="609"/>
                </a:lnTo>
                <a:lnTo>
                  <a:pt x="725" y="610"/>
                </a:lnTo>
                <a:lnTo>
                  <a:pt x="724" y="611"/>
                </a:lnTo>
                <a:lnTo>
                  <a:pt x="723" y="612"/>
                </a:lnTo>
                <a:lnTo>
                  <a:pt x="722" y="612"/>
                </a:lnTo>
                <a:lnTo>
                  <a:pt x="721" y="612"/>
                </a:lnTo>
                <a:lnTo>
                  <a:pt x="721" y="613"/>
                </a:lnTo>
                <a:lnTo>
                  <a:pt x="721" y="614"/>
                </a:lnTo>
                <a:lnTo>
                  <a:pt x="721" y="615"/>
                </a:lnTo>
                <a:lnTo>
                  <a:pt x="722" y="615"/>
                </a:lnTo>
                <a:lnTo>
                  <a:pt x="722" y="616"/>
                </a:lnTo>
                <a:lnTo>
                  <a:pt x="723" y="617"/>
                </a:lnTo>
                <a:lnTo>
                  <a:pt x="722" y="617"/>
                </a:lnTo>
                <a:lnTo>
                  <a:pt x="722" y="618"/>
                </a:lnTo>
                <a:lnTo>
                  <a:pt x="721" y="618"/>
                </a:lnTo>
                <a:lnTo>
                  <a:pt x="720" y="618"/>
                </a:lnTo>
                <a:lnTo>
                  <a:pt x="720" y="617"/>
                </a:lnTo>
                <a:lnTo>
                  <a:pt x="719" y="617"/>
                </a:lnTo>
                <a:lnTo>
                  <a:pt x="718" y="617"/>
                </a:lnTo>
                <a:lnTo>
                  <a:pt x="718" y="616"/>
                </a:lnTo>
                <a:lnTo>
                  <a:pt x="718" y="615"/>
                </a:lnTo>
                <a:lnTo>
                  <a:pt x="718" y="614"/>
                </a:lnTo>
                <a:lnTo>
                  <a:pt x="718" y="613"/>
                </a:lnTo>
                <a:lnTo>
                  <a:pt x="717" y="613"/>
                </a:lnTo>
                <a:lnTo>
                  <a:pt x="717" y="612"/>
                </a:lnTo>
                <a:lnTo>
                  <a:pt x="716" y="612"/>
                </a:lnTo>
                <a:lnTo>
                  <a:pt x="716" y="611"/>
                </a:lnTo>
                <a:lnTo>
                  <a:pt x="715" y="610"/>
                </a:lnTo>
                <a:lnTo>
                  <a:pt x="715" y="609"/>
                </a:lnTo>
                <a:lnTo>
                  <a:pt x="714" y="609"/>
                </a:lnTo>
                <a:lnTo>
                  <a:pt x="714" y="608"/>
                </a:lnTo>
                <a:lnTo>
                  <a:pt x="714" y="607"/>
                </a:lnTo>
                <a:lnTo>
                  <a:pt x="713" y="607"/>
                </a:lnTo>
                <a:lnTo>
                  <a:pt x="713" y="606"/>
                </a:lnTo>
                <a:lnTo>
                  <a:pt x="712" y="606"/>
                </a:lnTo>
                <a:lnTo>
                  <a:pt x="712" y="607"/>
                </a:lnTo>
                <a:lnTo>
                  <a:pt x="712" y="608"/>
                </a:lnTo>
                <a:lnTo>
                  <a:pt x="711" y="608"/>
                </a:lnTo>
                <a:lnTo>
                  <a:pt x="710" y="608"/>
                </a:lnTo>
                <a:lnTo>
                  <a:pt x="710" y="607"/>
                </a:lnTo>
                <a:lnTo>
                  <a:pt x="709" y="606"/>
                </a:lnTo>
                <a:lnTo>
                  <a:pt x="708" y="605"/>
                </a:lnTo>
                <a:lnTo>
                  <a:pt x="708" y="606"/>
                </a:lnTo>
                <a:lnTo>
                  <a:pt x="708" y="605"/>
                </a:lnTo>
                <a:lnTo>
                  <a:pt x="707" y="605"/>
                </a:lnTo>
                <a:lnTo>
                  <a:pt x="707" y="604"/>
                </a:lnTo>
                <a:lnTo>
                  <a:pt x="706" y="604"/>
                </a:lnTo>
                <a:lnTo>
                  <a:pt x="706" y="603"/>
                </a:lnTo>
                <a:lnTo>
                  <a:pt x="705" y="602"/>
                </a:lnTo>
                <a:lnTo>
                  <a:pt x="705" y="601"/>
                </a:lnTo>
                <a:lnTo>
                  <a:pt x="705" y="600"/>
                </a:lnTo>
                <a:lnTo>
                  <a:pt x="705" y="599"/>
                </a:lnTo>
                <a:lnTo>
                  <a:pt x="704" y="599"/>
                </a:lnTo>
                <a:lnTo>
                  <a:pt x="704" y="598"/>
                </a:lnTo>
                <a:lnTo>
                  <a:pt x="703" y="598"/>
                </a:lnTo>
                <a:lnTo>
                  <a:pt x="703" y="597"/>
                </a:lnTo>
                <a:lnTo>
                  <a:pt x="702" y="597"/>
                </a:lnTo>
                <a:lnTo>
                  <a:pt x="702" y="598"/>
                </a:lnTo>
                <a:lnTo>
                  <a:pt x="701" y="598"/>
                </a:lnTo>
                <a:lnTo>
                  <a:pt x="701" y="599"/>
                </a:lnTo>
                <a:lnTo>
                  <a:pt x="701" y="600"/>
                </a:lnTo>
                <a:lnTo>
                  <a:pt x="700" y="600"/>
                </a:lnTo>
                <a:lnTo>
                  <a:pt x="700" y="601"/>
                </a:lnTo>
                <a:lnTo>
                  <a:pt x="699" y="601"/>
                </a:lnTo>
                <a:lnTo>
                  <a:pt x="700" y="601"/>
                </a:lnTo>
                <a:lnTo>
                  <a:pt x="699" y="601"/>
                </a:lnTo>
                <a:lnTo>
                  <a:pt x="699" y="602"/>
                </a:lnTo>
                <a:lnTo>
                  <a:pt x="699" y="603"/>
                </a:lnTo>
                <a:lnTo>
                  <a:pt x="698" y="603"/>
                </a:lnTo>
                <a:lnTo>
                  <a:pt x="698" y="602"/>
                </a:lnTo>
                <a:lnTo>
                  <a:pt x="697" y="602"/>
                </a:lnTo>
                <a:lnTo>
                  <a:pt x="697" y="603"/>
                </a:lnTo>
                <a:lnTo>
                  <a:pt x="696" y="603"/>
                </a:lnTo>
                <a:lnTo>
                  <a:pt x="696" y="604"/>
                </a:lnTo>
                <a:lnTo>
                  <a:pt x="697" y="604"/>
                </a:lnTo>
                <a:lnTo>
                  <a:pt x="697" y="605"/>
                </a:lnTo>
                <a:lnTo>
                  <a:pt x="697" y="606"/>
                </a:lnTo>
                <a:lnTo>
                  <a:pt x="696" y="606"/>
                </a:lnTo>
                <a:lnTo>
                  <a:pt x="696" y="607"/>
                </a:lnTo>
                <a:lnTo>
                  <a:pt x="696" y="608"/>
                </a:lnTo>
                <a:lnTo>
                  <a:pt x="695" y="608"/>
                </a:lnTo>
                <a:lnTo>
                  <a:pt x="695" y="609"/>
                </a:lnTo>
                <a:lnTo>
                  <a:pt x="695" y="608"/>
                </a:lnTo>
                <a:lnTo>
                  <a:pt x="695" y="609"/>
                </a:lnTo>
                <a:lnTo>
                  <a:pt x="695" y="610"/>
                </a:lnTo>
                <a:lnTo>
                  <a:pt x="695" y="611"/>
                </a:lnTo>
                <a:lnTo>
                  <a:pt x="694" y="611"/>
                </a:lnTo>
                <a:lnTo>
                  <a:pt x="694" y="610"/>
                </a:lnTo>
                <a:lnTo>
                  <a:pt x="693" y="610"/>
                </a:lnTo>
                <a:lnTo>
                  <a:pt x="692" y="610"/>
                </a:lnTo>
                <a:lnTo>
                  <a:pt x="692" y="609"/>
                </a:lnTo>
                <a:lnTo>
                  <a:pt x="691" y="609"/>
                </a:lnTo>
                <a:lnTo>
                  <a:pt x="692" y="609"/>
                </a:lnTo>
                <a:lnTo>
                  <a:pt x="691" y="609"/>
                </a:lnTo>
                <a:lnTo>
                  <a:pt x="690" y="609"/>
                </a:lnTo>
                <a:lnTo>
                  <a:pt x="690" y="608"/>
                </a:lnTo>
                <a:lnTo>
                  <a:pt x="689" y="608"/>
                </a:lnTo>
                <a:lnTo>
                  <a:pt x="689" y="609"/>
                </a:lnTo>
                <a:lnTo>
                  <a:pt x="688" y="609"/>
                </a:lnTo>
                <a:lnTo>
                  <a:pt x="688" y="610"/>
                </a:lnTo>
                <a:lnTo>
                  <a:pt x="687" y="610"/>
                </a:lnTo>
                <a:lnTo>
                  <a:pt x="687" y="611"/>
                </a:lnTo>
                <a:lnTo>
                  <a:pt x="686" y="611"/>
                </a:lnTo>
                <a:lnTo>
                  <a:pt x="685" y="611"/>
                </a:lnTo>
                <a:lnTo>
                  <a:pt x="685" y="612"/>
                </a:lnTo>
                <a:lnTo>
                  <a:pt x="684" y="612"/>
                </a:lnTo>
                <a:lnTo>
                  <a:pt x="683" y="612"/>
                </a:lnTo>
                <a:lnTo>
                  <a:pt x="682" y="612"/>
                </a:lnTo>
                <a:lnTo>
                  <a:pt x="683" y="612"/>
                </a:lnTo>
                <a:lnTo>
                  <a:pt x="683" y="611"/>
                </a:lnTo>
                <a:lnTo>
                  <a:pt x="682" y="611"/>
                </a:lnTo>
                <a:lnTo>
                  <a:pt x="681" y="611"/>
                </a:lnTo>
                <a:lnTo>
                  <a:pt x="681" y="610"/>
                </a:lnTo>
                <a:lnTo>
                  <a:pt x="680" y="610"/>
                </a:lnTo>
                <a:lnTo>
                  <a:pt x="680" y="611"/>
                </a:lnTo>
                <a:lnTo>
                  <a:pt x="679" y="611"/>
                </a:lnTo>
                <a:lnTo>
                  <a:pt x="679" y="612"/>
                </a:lnTo>
                <a:lnTo>
                  <a:pt x="678" y="612"/>
                </a:lnTo>
                <a:lnTo>
                  <a:pt x="678" y="613"/>
                </a:lnTo>
                <a:lnTo>
                  <a:pt x="678" y="612"/>
                </a:lnTo>
                <a:lnTo>
                  <a:pt x="678" y="613"/>
                </a:lnTo>
                <a:lnTo>
                  <a:pt x="677" y="613"/>
                </a:lnTo>
                <a:lnTo>
                  <a:pt x="677" y="614"/>
                </a:lnTo>
                <a:lnTo>
                  <a:pt x="676" y="614"/>
                </a:lnTo>
                <a:lnTo>
                  <a:pt x="676" y="615"/>
                </a:lnTo>
                <a:lnTo>
                  <a:pt x="675" y="615"/>
                </a:lnTo>
                <a:lnTo>
                  <a:pt x="674" y="615"/>
                </a:lnTo>
                <a:lnTo>
                  <a:pt x="674" y="616"/>
                </a:lnTo>
                <a:lnTo>
                  <a:pt x="673" y="616"/>
                </a:lnTo>
                <a:lnTo>
                  <a:pt x="674" y="616"/>
                </a:lnTo>
                <a:lnTo>
                  <a:pt x="673" y="616"/>
                </a:lnTo>
                <a:lnTo>
                  <a:pt x="673" y="617"/>
                </a:lnTo>
                <a:lnTo>
                  <a:pt x="672" y="617"/>
                </a:lnTo>
                <a:lnTo>
                  <a:pt x="672" y="616"/>
                </a:lnTo>
                <a:lnTo>
                  <a:pt x="672" y="617"/>
                </a:lnTo>
                <a:lnTo>
                  <a:pt x="671" y="617"/>
                </a:lnTo>
                <a:lnTo>
                  <a:pt x="670" y="617"/>
                </a:lnTo>
                <a:lnTo>
                  <a:pt x="670" y="618"/>
                </a:lnTo>
                <a:lnTo>
                  <a:pt x="670" y="619"/>
                </a:lnTo>
                <a:lnTo>
                  <a:pt x="669" y="619"/>
                </a:lnTo>
                <a:lnTo>
                  <a:pt x="669" y="620"/>
                </a:lnTo>
                <a:lnTo>
                  <a:pt x="669" y="621"/>
                </a:lnTo>
                <a:lnTo>
                  <a:pt x="669" y="622"/>
                </a:lnTo>
                <a:lnTo>
                  <a:pt x="668" y="622"/>
                </a:lnTo>
                <a:lnTo>
                  <a:pt x="667" y="621"/>
                </a:lnTo>
                <a:lnTo>
                  <a:pt x="667" y="620"/>
                </a:lnTo>
                <a:lnTo>
                  <a:pt x="666" y="620"/>
                </a:lnTo>
                <a:lnTo>
                  <a:pt x="666" y="619"/>
                </a:lnTo>
                <a:lnTo>
                  <a:pt x="665" y="619"/>
                </a:lnTo>
                <a:lnTo>
                  <a:pt x="664" y="619"/>
                </a:lnTo>
                <a:lnTo>
                  <a:pt x="664" y="620"/>
                </a:lnTo>
                <a:lnTo>
                  <a:pt x="663" y="620"/>
                </a:lnTo>
                <a:lnTo>
                  <a:pt x="663" y="621"/>
                </a:lnTo>
                <a:lnTo>
                  <a:pt x="663" y="622"/>
                </a:lnTo>
                <a:lnTo>
                  <a:pt x="663" y="623"/>
                </a:lnTo>
                <a:lnTo>
                  <a:pt x="663" y="624"/>
                </a:lnTo>
                <a:lnTo>
                  <a:pt x="663" y="625"/>
                </a:lnTo>
                <a:lnTo>
                  <a:pt x="662" y="625"/>
                </a:lnTo>
                <a:lnTo>
                  <a:pt x="661" y="625"/>
                </a:lnTo>
                <a:lnTo>
                  <a:pt x="661" y="624"/>
                </a:lnTo>
                <a:lnTo>
                  <a:pt x="661" y="625"/>
                </a:lnTo>
                <a:lnTo>
                  <a:pt x="660" y="625"/>
                </a:lnTo>
                <a:lnTo>
                  <a:pt x="659" y="625"/>
                </a:lnTo>
                <a:lnTo>
                  <a:pt x="659" y="626"/>
                </a:lnTo>
                <a:lnTo>
                  <a:pt x="658" y="626"/>
                </a:lnTo>
                <a:lnTo>
                  <a:pt x="658" y="625"/>
                </a:lnTo>
                <a:lnTo>
                  <a:pt x="657" y="625"/>
                </a:lnTo>
                <a:lnTo>
                  <a:pt x="657" y="626"/>
                </a:lnTo>
                <a:lnTo>
                  <a:pt x="656" y="626"/>
                </a:lnTo>
                <a:lnTo>
                  <a:pt x="656" y="625"/>
                </a:lnTo>
                <a:lnTo>
                  <a:pt x="656" y="626"/>
                </a:lnTo>
                <a:lnTo>
                  <a:pt x="656" y="627"/>
                </a:lnTo>
                <a:lnTo>
                  <a:pt x="656" y="628"/>
                </a:lnTo>
                <a:lnTo>
                  <a:pt x="656" y="629"/>
                </a:lnTo>
                <a:lnTo>
                  <a:pt x="657" y="629"/>
                </a:lnTo>
                <a:lnTo>
                  <a:pt x="657" y="630"/>
                </a:lnTo>
                <a:lnTo>
                  <a:pt x="657" y="631"/>
                </a:lnTo>
                <a:lnTo>
                  <a:pt x="657" y="632"/>
                </a:lnTo>
                <a:lnTo>
                  <a:pt x="658" y="632"/>
                </a:lnTo>
                <a:lnTo>
                  <a:pt x="657" y="632"/>
                </a:lnTo>
                <a:lnTo>
                  <a:pt x="657" y="634"/>
                </a:lnTo>
                <a:lnTo>
                  <a:pt x="658" y="634"/>
                </a:lnTo>
                <a:lnTo>
                  <a:pt x="658" y="635"/>
                </a:lnTo>
                <a:lnTo>
                  <a:pt x="658" y="636"/>
                </a:lnTo>
                <a:lnTo>
                  <a:pt x="658" y="637"/>
                </a:lnTo>
                <a:lnTo>
                  <a:pt x="658" y="638"/>
                </a:lnTo>
                <a:lnTo>
                  <a:pt x="659" y="638"/>
                </a:lnTo>
                <a:lnTo>
                  <a:pt x="659" y="639"/>
                </a:lnTo>
                <a:lnTo>
                  <a:pt x="660" y="639"/>
                </a:lnTo>
                <a:lnTo>
                  <a:pt x="660" y="640"/>
                </a:lnTo>
                <a:lnTo>
                  <a:pt x="661" y="640"/>
                </a:lnTo>
                <a:lnTo>
                  <a:pt x="661" y="641"/>
                </a:lnTo>
                <a:lnTo>
                  <a:pt x="662" y="641"/>
                </a:lnTo>
                <a:lnTo>
                  <a:pt x="662" y="642"/>
                </a:lnTo>
                <a:lnTo>
                  <a:pt x="661" y="642"/>
                </a:lnTo>
                <a:lnTo>
                  <a:pt x="661" y="643"/>
                </a:lnTo>
                <a:lnTo>
                  <a:pt x="661" y="644"/>
                </a:lnTo>
                <a:lnTo>
                  <a:pt x="660" y="644"/>
                </a:lnTo>
                <a:lnTo>
                  <a:pt x="660" y="645"/>
                </a:lnTo>
                <a:lnTo>
                  <a:pt x="659" y="645"/>
                </a:lnTo>
                <a:lnTo>
                  <a:pt x="659" y="646"/>
                </a:lnTo>
                <a:lnTo>
                  <a:pt x="659" y="645"/>
                </a:lnTo>
                <a:lnTo>
                  <a:pt x="658" y="645"/>
                </a:lnTo>
                <a:lnTo>
                  <a:pt x="657" y="645"/>
                </a:lnTo>
                <a:lnTo>
                  <a:pt x="657" y="646"/>
                </a:lnTo>
                <a:lnTo>
                  <a:pt x="656" y="646"/>
                </a:lnTo>
                <a:lnTo>
                  <a:pt x="656" y="647"/>
                </a:lnTo>
                <a:lnTo>
                  <a:pt x="656" y="646"/>
                </a:lnTo>
                <a:lnTo>
                  <a:pt x="655" y="646"/>
                </a:lnTo>
                <a:lnTo>
                  <a:pt x="655" y="647"/>
                </a:lnTo>
                <a:lnTo>
                  <a:pt x="654" y="647"/>
                </a:lnTo>
                <a:lnTo>
                  <a:pt x="653" y="647"/>
                </a:lnTo>
                <a:lnTo>
                  <a:pt x="653" y="648"/>
                </a:lnTo>
                <a:lnTo>
                  <a:pt x="653" y="649"/>
                </a:lnTo>
                <a:lnTo>
                  <a:pt x="652" y="649"/>
                </a:lnTo>
                <a:lnTo>
                  <a:pt x="652" y="650"/>
                </a:lnTo>
                <a:lnTo>
                  <a:pt x="652" y="651"/>
                </a:lnTo>
                <a:lnTo>
                  <a:pt x="652" y="652"/>
                </a:lnTo>
                <a:lnTo>
                  <a:pt x="651" y="652"/>
                </a:lnTo>
                <a:lnTo>
                  <a:pt x="650" y="652"/>
                </a:lnTo>
                <a:lnTo>
                  <a:pt x="649" y="652"/>
                </a:lnTo>
                <a:lnTo>
                  <a:pt x="649" y="653"/>
                </a:lnTo>
                <a:lnTo>
                  <a:pt x="649" y="654"/>
                </a:lnTo>
                <a:lnTo>
                  <a:pt x="650" y="654"/>
                </a:lnTo>
                <a:lnTo>
                  <a:pt x="649" y="654"/>
                </a:lnTo>
                <a:lnTo>
                  <a:pt x="650" y="654"/>
                </a:lnTo>
                <a:lnTo>
                  <a:pt x="650" y="655"/>
                </a:lnTo>
                <a:lnTo>
                  <a:pt x="649" y="656"/>
                </a:lnTo>
                <a:lnTo>
                  <a:pt x="648" y="656"/>
                </a:lnTo>
                <a:lnTo>
                  <a:pt x="648" y="655"/>
                </a:lnTo>
                <a:lnTo>
                  <a:pt x="647" y="655"/>
                </a:lnTo>
                <a:lnTo>
                  <a:pt x="646" y="655"/>
                </a:lnTo>
                <a:lnTo>
                  <a:pt x="646" y="656"/>
                </a:lnTo>
                <a:lnTo>
                  <a:pt x="645" y="656"/>
                </a:lnTo>
                <a:lnTo>
                  <a:pt x="644" y="656"/>
                </a:lnTo>
                <a:lnTo>
                  <a:pt x="644" y="655"/>
                </a:lnTo>
                <a:lnTo>
                  <a:pt x="643" y="655"/>
                </a:lnTo>
                <a:lnTo>
                  <a:pt x="643" y="654"/>
                </a:lnTo>
                <a:lnTo>
                  <a:pt x="642" y="654"/>
                </a:lnTo>
                <a:lnTo>
                  <a:pt x="641" y="654"/>
                </a:lnTo>
                <a:lnTo>
                  <a:pt x="640" y="654"/>
                </a:lnTo>
                <a:lnTo>
                  <a:pt x="640" y="653"/>
                </a:lnTo>
                <a:lnTo>
                  <a:pt x="639" y="653"/>
                </a:lnTo>
                <a:lnTo>
                  <a:pt x="640" y="653"/>
                </a:lnTo>
                <a:lnTo>
                  <a:pt x="639" y="653"/>
                </a:lnTo>
                <a:lnTo>
                  <a:pt x="639" y="654"/>
                </a:lnTo>
                <a:lnTo>
                  <a:pt x="640" y="654"/>
                </a:lnTo>
                <a:lnTo>
                  <a:pt x="640" y="655"/>
                </a:lnTo>
                <a:lnTo>
                  <a:pt x="639" y="655"/>
                </a:lnTo>
                <a:lnTo>
                  <a:pt x="639" y="656"/>
                </a:lnTo>
                <a:lnTo>
                  <a:pt x="640" y="656"/>
                </a:lnTo>
                <a:lnTo>
                  <a:pt x="639" y="656"/>
                </a:lnTo>
                <a:lnTo>
                  <a:pt x="639" y="655"/>
                </a:lnTo>
                <a:lnTo>
                  <a:pt x="639" y="656"/>
                </a:lnTo>
                <a:lnTo>
                  <a:pt x="638" y="656"/>
                </a:lnTo>
                <a:lnTo>
                  <a:pt x="637" y="656"/>
                </a:lnTo>
                <a:lnTo>
                  <a:pt x="637" y="655"/>
                </a:lnTo>
                <a:lnTo>
                  <a:pt x="638" y="655"/>
                </a:lnTo>
                <a:lnTo>
                  <a:pt x="638" y="654"/>
                </a:lnTo>
                <a:lnTo>
                  <a:pt x="638" y="655"/>
                </a:lnTo>
                <a:lnTo>
                  <a:pt x="638" y="654"/>
                </a:lnTo>
                <a:lnTo>
                  <a:pt x="637" y="654"/>
                </a:lnTo>
                <a:lnTo>
                  <a:pt x="637" y="653"/>
                </a:lnTo>
                <a:lnTo>
                  <a:pt x="638" y="653"/>
                </a:lnTo>
                <a:lnTo>
                  <a:pt x="637" y="653"/>
                </a:lnTo>
                <a:lnTo>
                  <a:pt x="636" y="653"/>
                </a:lnTo>
                <a:lnTo>
                  <a:pt x="636" y="652"/>
                </a:lnTo>
                <a:lnTo>
                  <a:pt x="636" y="653"/>
                </a:lnTo>
                <a:lnTo>
                  <a:pt x="635" y="653"/>
                </a:lnTo>
                <a:lnTo>
                  <a:pt x="634" y="653"/>
                </a:lnTo>
                <a:lnTo>
                  <a:pt x="635" y="653"/>
                </a:lnTo>
                <a:lnTo>
                  <a:pt x="634" y="653"/>
                </a:lnTo>
                <a:lnTo>
                  <a:pt x="634" y="654"/>
                </a:lnTo>
                <a:lnTo>
                  <a:pt x="634" y="653"/>
                </a:lnTo>
                <a:lnTo>
                  <a:pt x="634" y="654"/>
                </a:lnTo>
                <a:lnTo>
                  <a:pt x="633" y="654"/>
                </a:lnTo>
                <a:lnTo>
                  <a:pt x="633" y="655"/>
                </a:lnTo>
                <a:lnTo>
                  <a:pt x="632" y="655"/>
                </a:lnTo>
                <a:lnTo>
                  <a:pt x="632" y="656"/>
                </a:lnTo>
                <a:lnTo>
                  <a:pt x="631" y="656"/>
                </a:lnTo>
                <a:lnTo>
                  <a:pt x="631" y="657"/>
                </a:lnTo>
                <a:lnTo>
                  <a:pt x="630" y="657"/>
                </a:lnTo>
                <a:lnTo>
                  <a:pt x="630" y="658"/>
                </a:lnTo>
                <a:lnTo>
                  <a:pt x="630" y="659"/>
                </a:lnTo>
                <a:lnTo>
                  <a:pt x="629" y="659"/>
                </a:lnTo>
                <a:lnTo>
                  <a:pt x="628" y="659"/>
                </a:lnTo>
                <a:lnTo>
                  <a:pt x="629" y="659"/>
                </a:lnTo>
                <a:lnTo>
                  <a:pt x="629" y="660"/>
                </a:lnTo>
                <a:lnTo>
                  <a:pt x="628" y="660"/>
                </a:lnTo>
                <a:lnTo>
                  <a:pt x="628" y="661"/>
                </a:lnTo>
                <a:lnTo>
                  <a:pt x="627" y="661"/>
                </a:lnTo>
                <a:lnTo>
                  <a:pt x="627" y="662"/>
                </a:lnTo>
                <a:lnTo>
                  <a:pt x="626" y="662"/>
                </a:lnTo>
                <a:lnTo>
                  <a:pt x="625" y="662"/>
                </a:lnTo>
                <a:lnTo>
                  <a:pt x="625" y="663"/>
                </a:lnTo>
                <a:lnTo>
                  <a:pt x="624" y="663"/>
                </a:lnTo>
                <a:lnTo>
                  <a:pt x="623" y="663"/>
                </a:lnTo>
                <a:lnTo>
                  <a:pt x="623" y="664"/>
                </a:lnTo>
                <a:lnTo>
                  <a:pt x="622" y="664"/>
                </a:lnTo>
                <a:lnTo>
                  <a:pt x="621" y="664"/>
                </a:lnTo>
                <a:lnTo>
                  <a:pt x="621" y="665"/>
                </a:lnTo>
                <a:lnTo>
                  <a:pt x="620" y="665"/>
                </a:lnTo>
                <a:lnTo>
                  <a:pt x="620" y="666"/>
                </a:lnTo>
                <a:lnTo>
                  <a:pt x="620" y="667"/>
                </a:lnTo>
                <a:lnTo>
                  <a:pt x="620" y="668"/>
                </a:lnTo>
                <a:lnTo>
                  <a:pt x="619" y="668"/>
                </a:lnTo>
                <a:lnTo>
                  <a:pt x="618" y="668"/>
                </a:lnTo>
                <a:lnTo>
                  <a:pt x="618" y="669"/>
                </a:lnTo>
                <a:lnTo>
                  <a:pt x="617" y="669"/>
                </a:lnTo>
                <a:lnTo>
                  <a:pt x="615" y="669"/>
                </a:lnTo>
                <a:lnTo>
                  <a:pt x="615" y="668"/>
                </a:lnTo>
                <a:lnTo>
                  <a:pt x="615" y="667"/>
                </a:lnTo>
                <a:lnTo>
                  <a:pt x="614" y="667"/>
                </a:lnTo>
                <a:lnTo>
                  <a:pt x="614" y="666"/>
                </a:lnTo>
                <a:lnTo>
                  <a:pt x="613" y="666"/>
                </a:lnTo>
                <a:lnTo>
                  <a:pt x="613" y="665"/>
                </a:lnTo>
                <a:lnTo>
                  <a:pt x="612" y="665"/>
                </a:lnTo>
                <a:lnTo>
                  <a:pt x="611" y="665"/>
                </a:lnTo>
                <a:lnTo>
                  <a:pt x="610" y="665"/>
                </a:lnTo>
                <a:lnTo>
                  <a:pt x="610" y="664"/>
                </a:lnTo>
                <a:lnTo>
                  <a:pt x="609" y="664"/>
                </a:lnTo>
                <a:lnTo>
                  <a:pt x="608" y="664"/>
                </a:lnTo>
                <a:lnTo>
                  <a:pt x="608" y="663"/>
                </a:lnTo>
                <a:lnTo>
                  <a:pt x="608" y="662"/>
                </a:lnTo>
                <a:lnTo>
                  <a:pt x="607" y="662"/>
                </a:lnTo>
                <a:lnTo>
                  <a:pt x="607" y="661"/>
                </a:lnTo>
                <a:lnTo>
                  <a:pt x="607" y="660"/>
                </a:lnTo>
                <a:lnTo>
                  <a:pt x="606" y="660"/>
                </a:lnTo>
                <a:lnTo>
                  <a:pt x="607" y="660"/>
                </a:lnTo>
                <a:lnTo>
                  <a:pt x="607" y="659"/>
                </a:lnTo>
                <a:lnTo>
                  <a:pt x="607" y="658"/>
                </a:lnTo>
                <a:lnTo>
                  <a:pt x="607" y="657"/>
                </a:lnTo>
                <a:lnTo>
                  <a:pt x="608" y="657"/>
                </a:lnTo>
                <a:lnTo>
                  <a:pt x="608" y="656"/>
                </a:lnTo>
                <a:lnTo>
                  <a:pt x="608" y="655"/>
                </a:lnTo>
                <a:lnTo>
                  <a:pt x="608" y="654"/>
                </a:lnTo>
                <a:lnTo>
                  <a:pt x="607" y="654"/>
                </a:lnTo>
                <a:lnTo>
                  <a:pt x="607" y="653"/>
                </a:lnTo>
                <a:lnTo>
                  <a:pt x="606" y="653"/>
                </a:lnTo>
                <a:lnTo>
                  <a:pt x="606" y="654"/>
                </a:lnTo>
                <a:lnTo>
                  <a:pt x="606" y="653"/>
                </a:lnTo>
                <a:lnTo>
                  <a:pt x="605" y="653"/>
                </a:lnTo>
                <a:lnTo>
                  <a:pt x="605" y="654"/>
                </a:lnTo>
                <a:lnTo>
                  <a:pt x="604" y="654"/>
                </a:lnTo>
                <a:lnTo>
                  <a:pt x="604" y="655"/>
                </a:lnTo>
                <a:lnTo>
                  <a:pt x="603" y="655"/>
                </a:lnTo>
                <a:lnTo>
                  <a:pt x="602" y="655"/>
                </a:lnTo>
                <a:lnTo>
                  <a:pt x="601" y="655"/>
                </a:lnTo>
                <a:lnTo>
                  <a:pt x="601" y="656"/>
                </a:lnTo>
                <a:lnTo>
                  <a:pt x="601" y="655"/>
                </a:lnTo>
                <a:lnTo>
                  <a:pt x="601" y="656"/>
                </a:lnTo>
                <a:lnTo>
                  <a:pt x="600" y="656"/>
                </a:lnTo>
                <a:lnTo>
                  <a:pt x="600" y="655"/>
                </a:lnTo>
                <a:lnTo>
                  <a:pt x="600" y="656"/>
                </a:lnTo>
                <a:lnTo>
                  <a:pt x="599" y="656"/>
                </a:lnTo>
                <a:lnTo>
                  <a:pt x="598" y="656"/>
                </a:lnTo>
                <a:lnTo>
                  <a:pt x="597" y="656"/>
                </a:lnTo>
                <a:lnTo>
                  <a:pt x="597" y="657"/>
                </a:lnTo>
                <a:lnTo>
                  <a:pt x="596" y="657"/>
                </a:lnTo>
                <a:lnTo>
                  <a:pt x="595" y="657"/>
                </a:lnTo>
                <a:lnTo>
                  <a:pt x="596" y="657"/>
                </a:lnTo>
                <a:lnTo>
                  <a:pt x="595" y="657"/>
                </a:lnTo>
                <a:lnTo>
                  <a:pt x="594" y="657"/>
                </a:lnTo>
                <a:lnTo>
                  <a:pt x="593" y="657"/>
                </a:lnTo>
                <a:lnTo>
                  <a:pt x="593" y="658"/>
                </a:lnTo>
                <a:lnTo>
                  <a:pt x="593" y="659"/>
                </a:lnTo>
                <a:lnTo>
                  <a:pt x="592" y="659"/>
                </a:lnTo>
                <a:lnTo>
                  <a:pt x="592" y="660"/>
                </a:lnTo>
                <a:lnTo>
                  <a:pt x="592" y="661"/>
                </a:lnTo>
                <a:lnTo>
                  <a:pt x="591" y="661"/>
                </a:lnTo>
                <a:lnTo>
                  <a:pt x="591" y="662"/>
                </a:lnTo>
                <a:lnTo>
                  <a:pt x="590" y="662"/>
                </a:lnTo>
                <a:lnTo>
                  <a:pt x="589" y="662"/>
                </a:lnTo>
                <a:lnTo>
                  <a:pt x="589" y="663"/>
                </a:lnTo>
                <a:lnTo>
                  <a:pt x="589" y="664"/>
                </a:lnTo>
                <a:lnTo>
                  <a:pt x="588" y="664"/>
                </a:lnTo>
                <a:lnTo>
                  <a:pt x="588" y="665"/>
                </a:lnTo>
                <a:lnTo>
                  <a:pt x="587" y="665"/>
                </a:lnTo>
                <a:lnTo>
                  <a:pt x="587" y="666"/>
                </a:lnTo>
                <a:lnTo>
                  <a:pt x="587" y="667"/>
                </a:lnTo>
                <a:lnTo>
                  <a:pt x="587" y="668"/>
                </a:lnTo>
                <a:lnTo>
                  <a:pt x="586" y="668"/>
                </a:lnTo>
                <a:lnTo>
                  <a:pt x="586" y="669"/>
                </a:lnTo>
                <a:lnTo>
                  <a:pt x="586" y="670"/>
                </a:lnTo>
                <a:lnTo>
                  <a:pt x="587" y="670"/>
                </a:lnTo>
                <a:lnTo>
                  <a:pt x="587" y="671"/>
                </a:lnTo>
                <a:lnTo>
                  <a:pt x="587" y="672"/>
                </a:lnTo>
                <a:lnTo>
                  <a:pt x="586" y="672"/>
                </a:lnTo>
                <a:lnTo>
                  <a:pt x="586" y="673"/>
                </a:lnTo>
                <a:lnTo>
                  <a:pt x="586" y="674"/>
                </a:lnTo>
                <a:lnTo>
                  <a:pt x="586" y="675"/>
                </a:lnTo>
                <a:lnTo>
                  <a:pt x="586" y="676"/>
                </a:lnTo>
                <a:lnTo>
                  <a:pt x="586" y="677"/>
                </a:lnTo>
                <a:lnTo>
                  <a:pt x="586" y="678"/>
                </a:lnTo>
                <a:lnTo>
                  <a:pt x="585" y="678"/>
                </a:lnTo>
                <a:lnTo>
                  <a:pt x="585" y="679"/>
                </a:lnTo>
                <a:lnTo>
                  <a:pt x="585" y="680"/>
                </a:lnTo>
                <a:lnTo>
                  <a:pt x="585" y="681"/>
                </a:lnTo>
                <a:lnTo>
                  <a:pt x="584" y="681"/>
                </a:lnTo>
                <a:lnTo>
                  <a:pt x="585" y="681"/>
                </a:lnTo>
                <a:lnTo>
                  <a:pt x="585" y="682"/>
                </a:lnTo>
                <a:lnTo>
                  <a:pt x="584" y="682"/>
                </a:lnTo>
                <a:lnTo>
                  <a:pt x="585" y="682"/>
                </a:lnTo>
                <a:lnTo>
                  <a:pt x="585" y="683"/>
                </a:lnTo>
                <a:lnTo>
                  <a:pt x="584" y="683"/>
                </a:lnTo>
                <a:lnTo>
                  <a:pt x="585" y="683"/>
                </a:lnTo>
                <a:lnTo>
                  <a:pt x="585" y="684"/>
                </a:lnTo>
                <a:lnTo>
                  <a:pt x="584" y="684"/>
                </a:lnTo>
                <a:lnTo>
                  <a:pt x="584" y="685"/>
                </a:lnTo>
                <a:lnTo>
                  <a:pt x="584" y="686"/>
                </a:lnTo>
                <a:lnTo>
                  <a:pt x="585" y="686"/>
                </a:lnTo>
                <a:lnTo>
                  <a:pt x="584" y="686"/>
                </a:lnTo>
                <a:lnTo>
                  <a:pt x="584" y="687"/>
                </a:lnTo>
                <a:lnTo>
                  <a:pt x="583" y="687"/>
                </a:lnTo>
                <a:lnTo>
                  <a:pt x="582" y="687"/>
                </a:lnTo>
                <a:lnTo>
                  <a:pt x="582" y="688"/>
                </a:lnTo>
                <a:lnTo>
                  <a:pt x="581" y="688"/>
                </a:lnTo>
                <a:lnTo>
                  <a:pt x="581" y="687"/>
                </a:lnTo>
                <a:lnTo>
                  <a:pt x="581" y="688"/>
                </a:lnTo>
                <a:lnTo>
                  <a:pt x="580" y="688"/>
                </a:lnTo>
                <a:lnTo>
                  <a:pt x="579" y="688"/>
                </a:lnTo>
                <a:lnTo>
                  <a:pt x="579" y="687"/>
                </a:lnTo>
                <a:lnTo>
                  <a:pt x="579" y="686"/>
                </a:lnTo>
                <a:lnTo>
                  <a:pt x="577" y="686"/>
                </a:lnTo>
                <a:lnTo>
                  <a:pt x="577" y="685"/>
                </a:lnTo>
                <a:lnTo>
                  <a:pt x="577" y="684"/>
                </a:lnTo>
                <a:lnTo>
                  <a:pt x="577" y="685"/>
                </a:lnTo>
                <a:lnTo>
                  <a:pt x="576" y="685"/>
                </a:lnTo>
                <a:lnTo>
                  <a:pt x="576" y="684"/>
                </a:lnTo>
                <a:lnTo>
                  <a:pt x="575" y="684"/>
                </a:lnTo>
                <a:lnTo>
                  <a:pt x="575" y="683"/>
                </a:lnTo>
                <a:lnTo>
                  <a:pt x="574" y="682"/>
                </a:lnTo>
                <a:lnTo>
                  <a:pt x="574" y="681"/>
                </a:lnTo>
                <a:lnTo>
                  <a:pt x="573" y="681"/>
                </a:lnTo>
                <a:lnTo>
                  <a:pt x="573" y="682"/>
                </a:lnTo>
                <a:lnTo>
                  <a:pt x="572" y="682"/>
                </a:lnTo>
                <a:lnTo>
                  <a:pt x="572" y="681"/>
                </a:lnTo>
                <a:lnTo>
                  <a:pt x="571" y="680"/>
                </a:lnTo>
                <a:lnTo>
                  <a:pt x="571" y="679"/>
                </a:lnTo>
                <a:lnTo>
                  <a:pt x="570" y="679"/>
                </a:lnTo>
                <a:lnTo>
                  <a:pt x="569" y="678"/>
                </a:lnTo>
                <a:lnTo>
                  <a:pt x="569" y="677"/>
                </a:lnTo>
                <a:lnTo>
                  <a:pt x="568" y="677"/>
                </a:lnTo>
                <a:lnTo>
                  <a:pt x="567" y="676"/>
                </a:lnTo>
                <a:lnTo>
                  <a:pt x="567" y="675"/>
                </a:lnTo>
                <a:lnTo>
                  <a:pt x="567" y="674"/>
                </a:lnTo>
                <a:lnTo>
                  <a:pt x="566" y="674"/>
                </a:lnTo>
                <a:lnTo>
                  <a:pt x="566" y="673"/>
                </a:lnTo>
                <a:lnTo>
                  <a:pt x="565" y="673"/>
                </a:lnTo>
                <a:lnTo>
                  <a:pt x="565" y="672"/>
                </a:lnTo>
                <a:lnTo>
                  <a:pt x="564" y="672"/>
                </a:lnTo>
                <a:lnTo>
                  <a:pt x="564" y="671"/>
                </a:lnTo>
                <a:lnTo>
                  <a:pt x="564" y="670"/>
                </a:lnTo>
                <a:lnTo>
                  <a:pt x="563" y="670"/>
                </a:lnTo>
                <a:lnTo>
                  <a:pt x="563" y="669"/>
                </a:lnTo>
                <a:lnTo>
                  <a:pt x="562" y="669"/>
                </a:lnTo>
                <a:lnTo>
                  <a:pt x="561" y="669"/>
                </a:lnTo>
                <a:lnTo>
                  <a:pt x="561" y="668"/>
                </a:lnTo>
                <a:lnTo>
                  <a:pt x="560" y="668"/>
                </a:lnTo>
                <a:lnTo>
                  <a:pt x="560" y="667"/>
                </a:lnTo>
                <a:lnTo>
                  <a:pt x="560" y="666"/>
                </a:lnTo>
                <a:lnTo>
                  <a:pt x="559" y="666"/>
                </a:lnTo>
                <a:lnTo>
                  <a:pt x="559" y="665"/>
                </a:lnTo>
                <a:lnTo>
                  <a:pt x="558" y="665"/>
                </a:lnTo>
                <a:lnTo>
                  <a:pt x="558" y="664"/>
                </a:lnTo>
                <a:lnTo>
                  <a:pt x="557" y="664"/>
                </a:lnTo>
                <a:lnTo>
                  <a:pt x="557" y="663"/>
                </a:lnTo>
                <a:lnTo>
                  <a:pt x="556" y="663"/>
                </a:lnTo>
                <a:lnTo>
                  <a:pt x="555" y="663"/>
                </a:lnTo>
                <a:lnTo>
                  <a:pt x="555" y="662"/>
                </a:lnTo>
                <a:lnTo>
                  <a:pt x="555" y="661"/>
                </a:lnTo>
                <a:lnTo>
                  <a:pt x="554" y="661"/>
                </a:lnTo>
                <a:lnTo>
                  <a:pt x="553" y="661"/>
                </a:lnTo>
                <a:lnTo>
                  <a:pt x="553" y="660"/>
                </a:lnTo>
                <a:lnTo>
                  <a:pt x="553" y="659"/>
                </a:lnTo>
                <a:lnTo>
                  <a:pt x="552" y="659"/>
                </a:lnTo>
                <a:lnTo>
                  <a:pt x="552" y="658"/>
                </a:lnTo>
                <a:lnTo>
                  <a:pt x="551" y="658"/>
                </a:lnTo>
                <a:lnTo>
                  <a:pt x="551" y="659"/>
                </a:lnTo>
                <a:lnTo>
                  <a:pt x="551" y="658"/>
                </a:lnTo>
                <a:lnTo>
                  <a:pt x="551" y="659"/>
                </a:lnTo>
                <a:lnTo>
                  <a:pt x="550" y="659"/>
                </a:lnTo>
                <a:lnTo>
                  <a:pt x="549" y="659"/>
                </a:lnTo>
                <a:lnTo>
                  <a:pt x="549" y="660"/>
                </a:lnTo>
                <a:lnTo>
                  <a:pt x="549" y="661"/>
                </a:lnTo>
                <a:lnTo>
                  <a:pt x="548" y="661"/>
                </a:lnTo>
                <a:lnTo>
                  <a:pt x="548" y="662"/>
                </a:lnTo>
                <a:lnTo>
                  <a:pt x="548" y="663"/>
                </a:lnTo>
                <a:lnTo>
                  <a:pt x="547" y="663"/>
                </a:lnTo>
                <a:lnTo>
                  <a:pt x="547" y="664"/>
                </a:lnTo>
                <a:lnTo>
                  <a:pt x="547" y="665"/>
                </a:lnTo>
                <a:lnTo>
                  <a:pt x="546" y="665"/>
                </a:lnTo>
                <a:lnTo>
                  <a:pt x="546" y="666"/>
                </a:lnTo>
                <a:lnTo>
                  <a:pt x="545" y="666"/>
                </a:lnTo>
                <a:lnTo>
                  <a:pt x="545" y="667"/>
                </a:lnTo>
                <a:lnTo>
                  <a:pt x="544" y="667"/>
                </a:lnTo>
                <a:lnTo>
                  <a:pt x="544" y="668"/>
                </a:lnTo>
                <a:lnTo>
                  <a:pt x="544" y="669"/>
                </a:lnTo>
                <a:lnTo>
                  <a:pt x="544" y="670"/>
                </a:lnTo>
                <a:lnTo>
                  <a:pt x="545" y="670"/>
                </a:lnTo>
                <a:lnTo>
                  <a:pt x="545" y="671"/>
                </a:lnTo>
                <a:lnTo>
                  <a:pt x="546" y="671"/>
                </a:lnTo>
                <a:lnTo>
                  <a:pt x="546" y="672"/>
                </a:lnTo>
                <a:lnTo>
                  <a:pt x="545" y="672"/>
                </a:lnTo>
                <a:lnTo>
                  <a:pt x="545" y="673"/>
                </a:lnTo>
                <a:lnTo>
                  <a:pt x="545" y="674"/>
                </a:lnTo>
                <a:lnTo>
                  <a:pt x="544" y="674"/>
                </a:lnTo>
                <a:lnTo>
                  <a:pt x="543" y="674"/>
                </a:lnTo>
                <a:lnTo>
                  <a:pt x="543" y="675"/>
                </a:lnTo>
                <a:lnTo>
                  <a:pt x="543" y="676"/>
                </a:lnTo>
                <a:lnTo>
                  <a:pt x="542" y="676"/>
                </a:lnTo>
                <a:lnTo>
                  <a:pt x="542" y="677"/>
                </a:lnTo>
                <a:lnTo>
                  <a:pt x="543" y="677"/>
                </a:lnTo>
                <a:lnTo>
                  <a:pt x="542" y="677"/>
                </a:lnTo>
                <a:lnTo>
                  <a:pt x="542" y="678"/>
                </a:lnTo>
                <a:lnTo>
                  <a:pt x="541" y="678"/>
                </a:lnTo>
                <a:lnTo>
                  <a:pt x="541" y="679"/>
                </a:lnTo>
                <a:lnTo>
                  <a:pt x="540" y="679"/>
                </a:lnTo>
                <a:lnTo>
                  <a:pt x="540" y="678"/>
                </a:lnTo>
                <a:lnTo>
                  <a:pt x="540" y="679"/>
                </a:lnTo>
                <a:lnTo>
                  <a:pt x="540" y="678"/>
                </a:lnTo>
                <a:lnTo>
                  <a:pt x="539" y="678"/>
                </a:lnTo>
                <a:lnTo>
                  <a:pt x="539" y="677"/>
                </a:lnTo>
                <a:lnTo>
                  <a:pt x="538" y="677"/>
                </a:lnTo>
                <a:lnTo>
                  <a:pt x="538" y="676"/>
                </a:lnTo>
                <a:lnTo>
                  <a:pt x="537" y="676"/>
                </a:lnTo>
                <a:lnTo>
                  <a:pt x="537" y="675"/>
                </a:lnTo>
                <a:lnTo>
                  <a:pt x="536" y="675"/>
                </a:lnTo>
                <a:lnTo>
                  <a:pt x="536" y="674"/>
                </a:lnTo>
                <a:lnTo>
                  <a:pt x="535" y="674"/>
                </a:lnTo>
                <a:lnTo>
                  <a:pt x="535" y="673"/>
                </a:lnTo>
                <a:lnTo>
                  <a:pt x="534" y="672"/>
                </a:lnTo>
                <a:lnTo>
                  <a:pt x="535" y="672"/>
                </a:lnTo>
                <a:lnTo>
                  <a:pt x="534" y="672"/>
                </a:lnTo>
                <a:lnTo>
                  <a:pt x="534" y="671"/>
                </a:lnTo>
                <a:lnTo>
                  <a:pt x="535" y="671"/>
                </a:lnTo>
                <a:lnTo>
                  <a:pt x="535" y="670"/>
                </a:lnTo>
                <a:lnTo>
                  <a:pt x="534" y="670"/>
                </a:lnTo>
                <a:lnTo>
                  <a:pt x="534" y="669"/>
                </a:lnTo>
                <a:lnTo>
                  <a:pt x="533" y="669"/>
                </a:lnTo>
                <a:lnTo>
                  <a:pt x="533" y="668"/>
                </a:lnTo>
                <a:lnTo>
                  <a:pt x="532" y="668"/>
                </a:lnTo>
                <a:lnTo>
                  <a:pt x="532" y="667"/>
                </a:lnTo>
                <a:lnTo>
                  <a:pt x="532" y="666"/>
                </a:lnTo>
                <a:lnTo>
                  <a:pt x="532" y="665"/>
                </a:lnTo>
                <a:lnTo>
                  <a:pt x="532" y="664"/>
                </a:lnTo>
                <a:lnTo>
                  <a:pt x="533" y="664"/>
                </a:lnTo>
                <a:lnTo>
                  <a:pt x="533" y="663"/>
                </a:lnTo>
                <a:lnTo>
                  <a:pt x="533" y="662"/>
                </a:lnTo>
                <a:lnTo>
                  <a:pt x="532" y="662"/>
                </a:lnTo>
                <a:lnTo>
                  <a:pt x="531" y="662"/>
                </a:lnTo>
                <a:lnTo>
                  <a:pt x="531" y="661"/>
                </a:lnTo>
                <a:lnTo>
                  <a:pt x="531" y="660"/>
                </a:lnTo>
                <a:lnTo>
                  <a:pt x="530" y="660"/>
                </a:lnTo>
                <a:lnTo>
                  <a:pt x="529" y="660"/>
                </a:lnTo>
                <a:lnTo>
                  <a:pt x="528" y="660"/>
                </a:lnTo>
                <a:lnTo>
                  <a:pt x="528" y="659"/>
                </a:lnTo>
                <a:lnTo>
                  <a:pt x="527" y="659"/>
                </a:lnTo>
                <a:lnTo>
                  <a:pt x="527" y="658"/>
                </a:lnTo>
                <a:lnTo>
                  <a:pt x="526" y="658"/>
                </a:lnTo>
                <a:lnTo>
                  <a:pt x="525" y="658"/>
                </a:lnTo>
                <a:lnTo>
                  <a:pt x="525" y="657"/>
                </a:lnTo>
                <a:lnTo>
                  <a:pt x="524" y="657"/>
                </a:lnTo>
                <a:lnTo>
                  <a:pt x="523" y="657"/>
                </a:lnTo>
                <a:lnTo>
                  <a:pt x="522" y="657"/>
                </a:lnTo>
                <a:lnTo>
                  <a:pt x="522" y="658"/>
                </a:lnTo>
                <a:lnTo>
                  <a:pt x="522" y="659"/>
                </a:lnTo>
                <a:lnTo>
                  <a:pt x="522" y="660"/>
                </a:lnTo>
                <a:lnTo>
                  <a:pt x="522" y="661"/>
                </a:lnTo>
                <a:lnTo>
                  <a:pt x="521" y="661"/>
                </a:lnTo>
                <a:lnTo>
                  <a:pt x="522" y="661"/>
                </a:lnTo>
                <a:lnTo>
                  <a:pt x="521" y="661"/>
                </a:lnTo>
                <a:lnTo>
                  <a:pt x="521" y="662"/>
                </a:lnTo>
                <a:lnTo>
                  <a:pt x="520" y="662"/>
                </a:lnTo>
                <a:lnTo>
                  <a:pt x="520" y="663"/>
                </a:lnTo>
                <a:lnTo>
                  <a:pt x="520" y="664"/>
                </a:lnTo>
                <a:lnTo>
                  <a:pt x="519" y="664"/>
                </a:lnTo>
                <a:lnTo>
                  <a:pt x="519" y="665"/>
                </a:lnTo>
                <a:lnTo>
                  <a:pt x="519" y="666"/>
                </a:lnTo>
                <a:lnTo>
                  <a:pt x="519" y="667"/>
                </a:lnTo>
                <a:lnTo>
                  <a:pt x="519" y="668"/>
                </a:lnTo>
                <a:lnTo>
                  <a:pt x="519" y="669"/>
                </a:lnTo>
                <a:lnTo>
                  <a:pt x="519" y="670"/>
                </a:lnTo>
                <a:lnTo>
                  <a:pt x="518" y="670"/>
                </a:lnTo>
                <a:lnTo>
                  <a:pt x="518" y="671"/>
                </a:lnTo>
                <a:lnTo>
                  <a:pt x="517" y="671"/>
                </a:lnTo>
                <a:lnTo>
                  <a:pt x="516" y="671"/>
                </a:lnTo>
                <a:lnTo>
                  <a:pt x="515" y="672"/>
                </a:lnTo>
                <a:lnTo>
                  <a:pt x="514" y="672"/>
                </a:lnTo>
                <a:lnTo>
                  <a:pt x="514" y="673"/>
                </a:lnTo>
                <a:lnTo>
                  <a:pt x="514" y="674"/>
                </a:lnTo>
                <a:lnTo>
                  <a:pt x="514" y="673"/>
                </a:lnTo>
                <a:lnTo>
                  <a:pt x="513" y="674"/>
                </a:lnTo>
                <a:lnTo>
                  <a:pt x="513" y="673"/>
                </a:lnTo>
                <a:lnTo>
                  <a:pt x="513" y="674"/>
                </a:lnTo>
                <a:lnTo>
                  <a:pt x="512" y="674"/>
                </a:lnTo>
                <a:lnTo>
                  <a:pt x="512" y="673"/>
                </a:lnTo>
                <a:lnTo>
                  <a:pt x="512" y="674"/>
                </a:lnTo>
                <a:lnTo>
                  <a:pt x="512" y="673"/>
                </a:lnTo>
                <a:lnTo>
                  <a:pt x="511" y="673"/>
                </a:lnTo>
                <a:lnTo>
                  <a:pt x="511" y="674"/>
                </a:lnTo>
                <a:lnTo>
                  <a:pt x="510" y="674"/>
                </a:lnTo>
                <a:lnTo>
                  <a:pt x="510" y="675"/>
                </a:lnTo>
                <a:lnTo>
                  <a:pt x="509" y="675"/>
                </a:lnTo>
                <a:lnTo>
                  <a:pt x="509" y="676"/>
                </a:lnTo>
                <a:lnTo>
                  <a:pt x="509" y="677"/>
                </a:lnTo>
                <a:lnTo>
                  <a:pt x="508" y="677"/>
                </a:lnTo>
                <a:lnTo>
                  <a:pt x="508" y="678"/>
                </a:lnTo>
                <a:lnTo>
                  <a:pt x="508" y="679"/>
                </a:lnTo>
                <a:lnTo>
                  <a:pt x="508" y="680"/>
                </a:lnTo>
                <a:lnTo>
                  <a:pt x="508" y="681"/>
                </a:lnTo>
                <a:lnTo>
                  <a:pt x="509" y="681"/>
                </a:lnTo>
                <a:lnTo>
                  <a:pt x="509" y="682"/>
                </a:lnTo>
                <a:lnTo>
                  <a:pt x="510" y="682"/>
                </a:lnTo>
                <a:lnTo>
                  <a:pt x="510" y="683"/>
                </a:lnTo>
                <a:lnTo>
                  <a:pt x="509" y="683"/>
                </a:lnTo>
                <a:lnTo>
                  <a:pt x="509" y="684"/>
                </a:lnTo>
                <a:lnTo>
                  <a:pt x="508" y="684"/>
                </a:lnTo>
                <a:lnTo>
                  <a:pt x="507" y="684"/>
                </a:lnTo>
                <a:lnTo>
                  <a:pt x="506" y="684"/>
                </a:lnTo>
                <a:lnTo>
                  <a:pt x="506" y="685"/>
                </a:lnTo>
                <a:lnTo>
                  <a:pt x="505" y="685"/>
                </a:lnTo>
                <a:lnTo>
                  <a:pt x="505" y="686"/>
                </a:lnTo>
                <a:lnTo>
                  <a:pt x="504" y="686"/>
                </a:lnTo>
                <a:lnTo>
                  <a:pt x="504" y="687"/>
                </a:lnTo>
                <a:lnTo>
                  <a:pt x="503" y="687"/>
                </a:lnTo>
                <a:lnTo>
                  <a:pt x="502" y="687"/>
                </a:lnTo>
                <a:lnTo>
                  <a:pt x="501" y="687"/>
                </a:lnTo>
                <a:lnTo>
                  <a:pt x="501" y="688"/>
                </a:lnTo>
                <a:lnTo>
                  <a:pt x="500" y="688"/>
                </a:lnTo>
                <a:lnTo>
                  <a:pt x="501" y="688"/>
                </a:lnTo>
                <a:lnTo>
                  <a:pt x="500" y="688"/>
                </a:lnTo>
                <a:lnTo>
                  <a:pt x="501" y="688"/>
                </a:lnTo>
                <a:lnTo>
                  <a:pt x="500" y="688"/>
                </a:lnTo>
                <a:lnTo>
                  <a:pt x="500" y="689"/>
                </a:lnTo>
                <a:lnTo>
                  <a:pt x="500" y="690"/>
                </a:lnTo>
                <a:lnTo>
                  <a:pt x="500" y="691"/>
                </a:lnTo>
                <a:lnTo>
                  <a:pt x="500" y="692"/>
                </a:lnTo>
                <a:lnTo>
                  <a:pt x="501" y="692"/>
                </a:lnTo>
                <a:lnTo>
                  <a:pt x="500" y="692"/>
                </a:lnTo>
                <a:lnTo>
                  <a:pt x="501" y="692"/>
                </a:lnTo>
                <a:lnTo>
                  <a:pt x="501" y="693"/>
                </a:lnTo>
                <a:lnTo>
                  <a:pt x="500" y="693"/>
                </a:lnTo>
                <a:lnTo>
                  <a:pt x="501" y="693"/>
                </a:lnTo>
                <a:lnTo>
                  <a:pt x="500" y="693"/>
                </a:lnTo>
                <a:lnTo>
                  <a:pt x="501" y="693"/>
                </a:lnTo>
                <a:lnTo>
                  <a:pt x="501" y="694"/>
                </a:lnTo>
                <a:lnTo>
                  <a:pt x="500" y="694"/>
                </a:lnTo>
                <a:lnTo>
                  <a:pt x="499" y="694"/>
                </a:lnTo>
                <a:lnTo>
                  <a:pt x="499" y="693"/>
                </a:lnTo>
                <a:lnTo>
                  <a:pt x="498" y="693"/>
                </a:lnTo>
                <a:lnTo>
                  <a:pt x="498" y="694"/>
                </a:lnTo>
                <a:lnTo>
                  <a:pt x="497" y="694"/>
                </a:lnTo>
                <a:lnTo>
                  <a:pt x="496" y="694"/>
                </a:lnTo>
                <a:lnTo>
                  <a:pt x="495" y="694"/>
                </a:lnTo>
                <a:lnTo>
                  <a:pt x="495" y="693"/>
                </a:lnTo>
                <a:lnTo>
                  <a:pt x="494" y="693"/>
                </a:lnTo>
                <a:lnTo>
                  <a:pt x="493" y="693"/>
                </a:lnTo>
                <a:lnTo>
                  <a:pt x="493" y="692"/>
                </a:lnTo>
                <a:lnTo>
                  <a:pt x="493" y="693"/>
                </a:lnTo>
                <a:lnTo>
                  <a:pt x="493" y="692"/>
                </a:lnTo>
                <a:lnTo>
                  <a:pt x="492" y="692"/>
                </a:lnTo>
                <a:lnTo>
                  <a:pt x="493" y="692"/>
                </a:lnTo>
                <a:lnTo>
                  <a:pt x="493" y="691"/>
                </a:lnTo>
                <a:lnTo>
                  <a:pt x="492" y="691"/>
                </a:lnTo>
                <a:lnTo>
                  <a:pt x="492" y="690"/>
                </a:lnTo>
                <a:lnTo>
                  <a:pt x="492" y="691"/>
                </a:lnTo>
                <a:lnTo>
                  <a:pt x="491" y="691"/>
                </a:lnTo>
                <a:lnTo>
                  <a:pt x="490" y="691"/>
                </a:lnTo>
                <a:lnTo>
                  <a:pt x="490" y="690"/>
                </a:lnTo>
                <a:lnTo>
                  <a:pt x="489" y="690"/>
                </a:lnTo>
                <a:lnTo>
                  <a:pt x="488" y="690"/>
                </a:lnTo>
                <a:lnTo>
                  <a:pt x="487" y="690"/>
                </a:lnTo>
                <a:lnTo>
                  <a:pt x="487" y="689"/>
                </a:lnTo>
                <a:lnTo>
                  <a:pt x="486" y="689"/>
                </a:lnTo>
                <a:lnTo>
                  <a:pt x="486" y="688"/>
                </a:lnTo>
                <a:lnTo>
                  <a:pt x="485" y="688"/>
                </a:lnTo>
                <a:lnTo>
                  <a:pt x="485" y="687"/>
                </a:lnTo>
                <a:lnTo>
                  <a:pt x="485" y="686"/>
                </a:lnTo>
                <a:lnTo>
                  <a:pt x="484" y="686"/>
                </a:lnTo>
                <a:lnTo>
                  <a:pt x="484" y="685"/>
                </a:lnTo>
                <a:lnTo>
                  <a:pt x="483" y="685"/>
                </a:lnTo>
                <a:lnTo>
                  <a:pt x="484" y="685"/>
                </a:lnTo>
                <a:lnTo>
                  <a:pt x="484" y="684"/>
                </a:lnTo>
                <a:lnTo>
                  <a:pt x="484" y="683"/>
                </a:lnTo>
                <a:lnTo>
                  <a:pt x="484" y="684"/>
                </a:lnTo>
                <a:lnTo>
                  <a:pt x="484" y="683"/>
                </a:lnTo>
                <a:lnTo>
                  <a:pt x="483" y="683"/>
                </a:lnTo>
                <a:lnTo>
                  <a:pt x="482" y="683"/>
                </a:lnTo>
                <a:lnTo>
                  <a:pt x="482" y="682"/>
                </a:lnTo>
                <a:lnTo>
                  <a:pt x="483" y="682"/>
                </a:lnTo>
                <a:lnTo>
                  <a:pt x="483" y="681"/>
                </a:lnTo>
                <a:lnTo>
                  <a:pt x="482" y="681"/>
                </a:lnTo>
                <a:lnTo>
                  <a:pt x="482" y="680"/>
                </a:lnTo>
                <a:lnTo>
                  <a:pt x="482" y="679"/>
                </a:lnTo>
                <a:lnTo>
                  <a:pt x="481" y="679"/>
                </a:lnTo>
                <a:lnTo>
                  <a:pt x="481" y="678"/>
                </a:lnTo>
                <a:lnTo>
                  <a:pt x="481" y="677"/>
                </a:lnTo>
                <a:lnTo>
                  <a:pt x="481" y="678"/>
                </a:lnTo>
                <a:lnTo>
                  <a:pt x="481" y="677"/>
                </a:lnTo>
                <a:lnTo>
                  <a:pt x="480" y="677"/>
                </a:lnTo>
                <a:lnTo>
                  <a:pt x="479" y="677"/>
                </a:lnTo>
                <a:lnTo>
                  <a:pt x="479" y="676"/>
                </a:lnTo>
                <a:lnTo>
                  <a:pt x="478" y="676"/>
                </a:lnTo>
                <a:lnTo>
                  <a:pt x="477" y="676"/>
                </a:lnTo>
                <a:lnTo>
                  <a:pt x="476" y="676"/>
                </a:lnTo>
                <a:lnTo>
                  <a:pt x="475" y="676"/>
                </a:lnTo>
                <a:lnTo>
                  <a:pt x="474" y="676"/>
                </a:lnTo>
                <a:lnTo>
                  <a:pt x="474" y="675"/>
                </a:lnTo>
                <a:lnTo>
                  <a:pt x="474" y="674"/>
                </a:lnTo>
                <a:lnTo>
                  <a:pt x="473" y="674"/>
                </a:lnTo>
                <a:lnTo>
                  <a:pt x="473" y="673"/>
                </a:lnTo>
                <a:lnTo>
                  <a:pt x="472" y="673"/>
                </a:lnTo>
                <a:lnTo>
                  <a:pt x="471" y="673"/>
                </a:lnTo>
                <a:lnTo>
                  <a:pt x="471" y="672"/>
                </a:lnTo>
                <a:lnTo>
                  <a:pt x="471" y="671"/>
                </a:lnTo>
                <a:lnTo>
                  <a:pt x="470" y="671"/>
                </a:lnTo>
                <a:lnTo>
                  <a:pt x="470" y="672"/>
                </a:lnTo>
                <a:lnTo>
                  <a:pt x="469" y="672"/>
                </a:lnTo>
                <a:lnTo>
                  <a:pt x="469" y="671"/>
                </a:lnTo>
                <a:lnTo>
                  <a:pt x="469" y="670"/>
                </a:lnTo>
                <a:lnTo>
                  <a:pt x="468" y="670"/>
                </a:lnTo>
                <a:lnTo>
                  <a:pt x="467" y="670"/>
                </a:lnTo>
                <a:lnTo>
                  <a:pt x="467" y="669"/>
                </a:lnTo>
                <a:lnTo>
                  <a:pt x="467" y="668"/>
                </a:lnTo>
                <a:lnTo>
                  <a:pt x="466" y="668"/>
                </a:lnTo>
                <a:lnTo>
                  <a:pt x="465" y="668"/>
                </a:lnTo>
                <a:lnTo>
                  <a:pt x="464" y="668"/>
                </a:lnTo>
                <a:lnTo>
                  <a:pt x="464" y="669"/>
                </a:lnTo>
                <a:lnTo>
                  <a:pt x="463" y="669"/>
                </a:lnTo>
                <a:lnTo>
                  <a:pt x="462" y="669"/>
                </a:lnTo>
                <a:lnTo>
                  <a:pt x="462" y="668"/>
                </a:lnTo>
                <a:lnTo>
                  <a:pt x="461" y="668"/>
                </a:lnTo>
                <a:lnTo>
                  <a:pt x="461" y="667"/>
                </a:lnTo>
                <a:lnTo>
                  <a:pt x="460" y="667"/>
                </a:lnTo>
                <a:lnTo>
                  <a:pt x="460" y="666"/>
                </a:lnTo>
                <a:lnTo>
                  <a:pt x="459" y="666"/>
                </a:lnTo>
                <a:lnTo>
                  <a:pt x="459" y="665"/>
                </a:lnTo>
                <a:lnTo>
                  <a:pt x="458" y="665"/>
                </a:lnTo>
                <a:lnTo>
                  <a:pt x="457" y="665"/>
                </a:lnTo>
                <a:lnTo>
                  <a:pt x="456" y="665"/>
                </a:lnTo>
                <a:lnTo>
                  <a:pt x="456" y="666"/>
                </a:lnTo>
                <a:lnTo>
                  <a:pt x="456" y="667"/>
                </a:lnTo>
                <a:lnTo>
                  <a:pt x="456" y="668"/>
                </a:lnTo>
                <a:lnTo>
                  <a:pt x="455" y="668"/>
                </a:lnTo>
                <a:lnTo>
                  <a:pt x="454" y="668"/>
                </a:lnTo>
                <a:lnTo>
                  <a:pt x="454" y="667"/>
                </a:lnTo>
                <a:lnTo>
                  <a:pt x="455" y="667"/>
                </a:lnTo>
                <a:lnTo>
                  <a:pt x="454" y="667"/>
                </a:lnTo>
                <a:lnTo>
                  <a:pt x="454" y="666"/>
                </a:lnTo>
                <a:lnTo>
                  <a:pt x="454" y="665"/>
                </a:lnTo>
                <a:lnTo>
                  <a:pt x="453" y="665"/>
                </a:lnTo>
                <a:lnTo>
                  <a:pt x="453" y="664"/>
                </a:lnTo>
                <a:lnTo>
                  <a:pt x="453" y="663"/>
                </a:lnTo>
                <a:lnTo>
                  <a:pt x="452" y="663"/>
                </a:lnTo>
                <a:lnTo>
                  <a:pt x="452" y="662"/>
                </a:lnTo>
                <a:lnTo>
                  <a:pt x="451" y="662"/>
                </a:lnTo>
                <a:lnTo>
                  <a:pt x="450" y="661"/>
                </a:lnTo>
                <a:lnTo>
                  <a:pt x="449" y="661"/>
                </a:lnTo>
                <a:lnTo>
                  <a:pt x="450" y="661"/>
                </a:lnTo>
                <a:lnTo>
                  <a:pt x="449" y="661"/>
                </a:lnTo>
                <a:lnTo>
                  <a:pt x="449" y="660"/>
                </a:lnTo>
                <a:lnTo>
                  <a:pt x="448" y="660"/>
                </a:lnTo>
                <a:lnTo>
                  <a:pt x="447" y="660"/>
                </a:lnTo>
                <a:lnTo>
                  <a:pt x="447" y="661"/>
                </a:lnTo>
                <a:lnTo>
                  <a:pt x="446" y="661"/>
                </a:lnTo>
                <a:lnTo>
                  <a:pt x="445" y="661"/>
                </a:lnTo>
                <a:lnTo>
                  <a:pt x="445" y="662"/>
                </a:lnTo>
                <a:lnTo>
                  <a:pt x="444" y="662"/>
                </a:lnTo>
                <a:lnTo>
                  <a:pt x="444" y="663"/>
                </a:lnTo>
                <a:lnTo>
                  <a:pt x="444" y="664"/>
                </a:lnTo>
                <a:lnTo>
                  <a:pt x="444" y="665"/>
                </a:lnTo>
                <a:lnTo>
                  <a:pt x="443" y="665"/>
                </a:lnTo>
                <a:lnTo>
                  <a:pt x="443" y="666"/>
                </a:lnTo>
                <a:lnTo>
                  <a:pt x="443" y="667"/>
                </a:lnTo>
                <a:lnTo>
                  <a:pt x="443" y="668"/>
                </a:lnTo>
                <a:lnTo>
                  <a:pt x="442" y="668"/>
                </a:lnTo>
                <a:lnTo>
                  <a:pt x="442" y="669"/>
                </a:lnTo>
                <a:lnTo>
                  <a:pt x="441" y="669"/>
                </a:lnTo>
                <a:lnTo>
                  <a:pt x="441" y="670"/>
                </a:lnTo>
                <a:lnTo>
                  <a:pt x="440" y="670"/>
                </a:lnTo>
                <a:lnTo>
                  <a:pt x="439" y="670"/>
                </a:lnTo>
                <a:lnTo>
                  <a:pt x="439" y="669"/>
                </a:lnTo>
                <a:lnTo>
                  <a:pt x="438" y="669"/>
                </a:lnTo>
                <a:lnTo>
                  <a:pt x="438" y="670"/>
                </a:lnTo>
                <a:lnTo>
                  <a:pt x="438" y="671"/>
                </a:lnTo>
                <a:lnTo>
                  <a:pt x="438" y="672"/>
                </a:lnTo>
                <a:lnTo>
                  <a:pt x="439" y="672"/>
                </a:lnTo>
                <a:lnTo>
                  <a:pt x="439" y="673"/>
                </a:lnTo>
                <a:lnTo>
                  <a:pt x="439" y="674"/>
                </a:lnTo>
                <a:lnTo>
                  <a:pt x="440" y="674"/>
                </a:lnTo>
                <a:lnTo>
                  <a:pt x="441" y="674"/>
                </a:lnTo>
                <a:lnTo>
                  <a:pt x="441" y="675"/>
                </a:lnTo>
                <a:lnTo>
                  <a:pt x="440" y="675"/>
                </a:lnTo>
                <a:lnTo>
                  <a:pt x="439" y="675"/>
                </a:lnTo>
                <a:lnTo>
                  <a:pt x="439" y="676"/>
                </a:lnTo>
                <a:lnTo>
                  <a:pt x="438" y="676"/>
                </a:lnTo>
                <a:lnTo>
                  <a:pt x="438" y="677"/>
                </a:lnTo>
                <a:lnTo>
                  <a:pt x="438" y="678"/>
                </a:lnTo>
                <a:lnTo>
                  <a:pt x="437" y="678"/>
                </a:lnTo>
                <a:lnTo>
                  <a:pt x="437" y="679"/>
                </a:lnTo>
                <a:lnTo>
                  <a:pt x="436" y="679"/>
                </a:lnTo>
                <a:lnTo>
                  <a:pt x="435" y="679"/>
                </a:lnTo>
                <a:lnTo>
                  <a:pt x="434" y="680"/>
                </a:lnTo>
                <a:lnTo>
                  <a:pt x="435" y="680"/>
                </a:lnTo>
                <a:lnTo>
                  <a:pt x="435" y="681"/>
                </a:lnTo>
                <a:lnTo>
                  <a:pt x="435" y="682"/>
                </a:lnTo>
                <a:lnTo>
                  <a:pt x="434" y="682"/>
                </a:lnTo>
                <a:lnTo>
                  <a:pt x="434" y="683"/>
                </a:lnTo>
                <a:lnTo>
                  <a:pt x="433" y="683"/>
                </a:lnTo>
                <a:lnTo>
                  <a:pt x="432" y="683"/>
                </a:lnTo>
                <a:lnTo>
                  <a:pt x="432" y="684"/>
                </a:lnTo>
                <a:lnTo>
                  <a:pt x="431" y="684"/>
                </a:lnTo>
                <a:lnTo>
                  <a:pt x="431" y="685"/>
                </a:lnTo>
                <a:lnTo>
                  <a:pt x="430" y="685"/>
                </a:lnTo>
                <a:lnTo>
                  <a:pt x="430" y="686"/>
                </a:lnTo>
                <a:lnTo>
                  <a:pt x="430" y="687"/>
                </a:lnTo>
                <a:lnTo>
                  <a:pt x="430" y="688"/>
                </a:lnTo>
                <a:lnTo>
                  <a:pt x="429" y="688"/>
                </a:lnTo>
                <a:lnTo>
                  <a:pt x="429" y="689"/>
                </a:lnTo>
                <a:lnTo>
                  <a:pt x="428" y="689"/>
                </a:lnTo>
                <a:lnTo>
                  <a:pt x="428" y="690"/>
                </a:lnTo>
                <a:lnTo>
                  <a:pt x="428" y="691"/>
                </a:lnTo>
                <a:lnTo>
                  <a:pt x="427" y="691"/>
                </a:lnTo>
                <a:lnTo>
                  <a:pt x="427" y="692"/>
                </a:lnTo>
                <a:lnTo>
                  <a:pt x="426" y="692"/>
                </a:lnTo>
                <a:lnTo>
                  <a:pt x="426" y="693"/>
                </a:lnTo>
                <a:lnTo>
                  <a:pt x="426" y="692"/>
                </a:lnTo>
                <a:lnTo>
                  <a:pt x="426" y="693"/>
                </a:lnTo>
                <a:lnTo>
                  <a:pt x="426" y="694"/>
                </a:lnTo>
                <a:lnTo>
                  <a:pt x="427" y="694"/>
                </a:lnTo>
                <a:lnTo>
                  <a:pt x="427" y="695"/>
                </a:lnTo>
                <a:lnTo>
                  <a:pt x="427" y="696"/>
                </a:lnTo>
                <a:lnTo>
                  <a:pt x="428" y="696"/>
                </a:lnTo>
                <a:lnTo>
                  <a:pt x="427" y="696"/>
                </a:lnTo>
                <a:lnTo>
                  <a:pt x="427" y="697"/>
                </a:lnTo>
                <a:lnTo>
                  <a:pt x="426" y="697"/>
                </a:lnTo>
                <a:lnTo>
                  <a:pt x="425" y="697"/>
                </a:lnTo>
                <a:lnTo>
                  <a:pt x="425" y="696"/>
                </a:lnTo>
                <a:lnTo>
                  <a:pt x="424" y="696"/>
                </a:lnTo>
                <a:lnTo>
                  <a:pt x="423" y="696"/>
                </a:lnTo>
                <a:lnTo>
                  <a:pt x="422" y="696"/>
                </a:lnTo>
                <a:lnTo>
                  <a:pt x="421" y="696"/>
                </a:lnTo>
                <a:lnTo>
                  <a:pt x="421" y="695"/>
                </a:lnTo>
                <a:lnTo>
                  <a:pt x="420" y="695"/>
                </a:lnTo>
                <a:lnTo>
                  <a:pt x="420" y="696"/>
                </a:lnTo>
                <a:lnTo>
                  <a:pt x="419" y="696"/>
                </a:lnTo>
                <a:lnTo>
                  <a:pt x="418" y="696"/>
                </a:lnTo>
                <a:lnTo>
                  <a:pt x="417" y="696"/>
                </a:lnTo>
                <a:lnTo>
                  <a:pt x="417" y="697"/>
                </a:lnTo>
                <a:lnTo>
                  <a:pt x="417" y="698"/>
                </a:lnTo>
                <a:lnTo>
                  <a:pt x="416" y="698"/>
                </a:lnTo>
                <a:lnTo>
                  <a:pt x="417" y="699"/>
                </a:lnTo>
                <a:lnTo>
                  <a:pt x="416" y="699"/>
                </a:lnTo>
                <a:lnTo>
                  <a:pt x="416" y="698"/>
                </a:lnTo>
                <a:lnTo>
                  <a:pt x="415" y="698"/>
                </a:lnTo>
                <a:lnTo>
                  <a:pt x="415" y="697"/>
                </a:lnTo>
                <a:lnTo>
                  <a:pt x="415" y="696"/>
                </a:lnTo>
                <a:lnTo>
                  <a:pt x="415" y="695"/>
                </a:lnTo>
                <a:lnTo>
                  <a:pt x="414" y="695"/>
                </a:lnTo>
                <a:lnTo>
                  <a:pt x="413" y="695"/>
                </a:lnTo>
                <a:lnTo>
                  <a:pt x="412" y="694"/>
                </a:lnTo>
                <a:lnTo>
                  <a:pt x="411" y="694"/>
                </a:lnTo>
                <a:lnTo>
                  <a:pt x="411" y="695"/>
                </a:lnTo>
                <a:lnTo>
                  <a:pt x="411" y="694"/>
                </a:lnTo>
                <a:lnTo>
                  <a:pt x="410" y="694"/>
                </a:lnTo>
                <a:lnTo>
                  <a:pt x="409" y="694"/>
                </a:lnTo>
                <a:lnTo>
                  <a:pt x="408" y="694"/>
                </a:lnTo>
                <a:lnTo>
                  <a:pt x="408" y="693"/>
                </a:lnTo>
                <a:lnTo>
                  <a:pt x="407" y="693"/>
                </a:lnTo>
                <a:lnTo>
                  <a:pt x="405" y="693"/>
                </a:lnTo>
                <a:lnTo>
                  <a:pt x="405" y="694"/>
                </a:lnTo>
                <a:lnTo>
                  <a:pt x="404" y="694"/>
                </a:lnTo>
                <a:lnTo>
                  <a:pt x="404" y="695"/>
                </a:lnTo>
                <a:lnTo>
                  <a:pt x="404" y="694"/>
                </a:lnTo>
                <a:lnTo>
                  <a:pt x="403" y="694"/>
                </a:lnTo>
                <a:lnTo>
                  <a:pt x="403" y="695"/>
                </a:lnTo>
                <a:lnTo>
                  <a:pt x="403" y="696"/>
                </a:lnTo>
                <a:lnTo>
                  <a:pt x="402" y="696"/>
                </a:lnTo>
                <a:lnTo>
                  <a:pt x="401" y="696"/>
                </a:lnTo>
                <a:lnTo>
                  <a:pt x="400" y="696"/>
                </a:lnTo>
                <a:lnTo>
                  <a:pt x="400" y="695"/>
                </a:lnTo>
                <a:lnTo>
                  <a:pt x="399" y="695"/>
                </a:lnTo>
                <a:lnTo>
                  <a:pt x="399" y="694"/>
                </a:lnTo>
                <a:lnTo>
                  <a:pt x="399" y="695"/>
                </a:lnTo>
                <a:lnTo>
                  <a:pt x="398" y="695"/>
                </a:lnTo>
                <a:lnTo>
                  <a:pt x="397" y="695"/>
                </a:lnTo>
                <a:lnTo>
                  <a:pt x="396" y="695"/>
                </a:lnTo>
                <a:lnTo>
                  <a:pt x="395" y="695"/>
                </a:lnTo>
                <a:lnTo>
                  <a:pt x="395" y="696"/>
                </a:lnTo>
                <a:lnTo>
                  <a:pt x="396" y="696"/>
                </a:lnTo>
                <a:lnTo>
                  <a:pt x="395" y="697"/>
                </a:lnTo>
                <a:lnTo>
                  <a:pt x="395" y="698"/>
                </a:lnTo>
                <a:lnTo>
                  <a:pt x="395" y="699"/>
                </a:lnTo>
                <a:lnTo>
                  <a:pt x="395" y="700"/>
                </a:lnTo>
                <a:lnTo>
                  <a:pt x="394" y="700"/>
                </a:lnTo>
                <a:lnTo>
                  <a:pt x="395" y="700"/>
                </a:lnTo>
                <a:lnTo>
                  <a:pt x="394" y="700"/>
                </a:lnTo>
                <a:lnTo>
                  <a:pt x="394" y="701"/>
                </a:lnTo>
                <a:lnTo>
                  <a:pt x="394" y="700"/>
                </a:lnTo>
                <a:lnTo>
                  <a:pt x="393" y="700"/>
                </a:lnTo>
                <a:lnTo>
                  <a:pt x="392" y="700"/>
                </a:lnTo>
                <a:lnTo>
                  <a:pt x="391" y="700"/>
                </a:lnTo>
                <a:lnTo>
                  <a:pt x="391" y="699"/>
                </a:lnTo>
                <a:lnTo>
                  <a:pt x="390" y="699"/>
                </a:lnTo>
                <a:lnTo>
                  <a:pt x="390" y="698"/>
                </a:lnTo>
                <a:lnTo>
                  <a:pt x="389" y="698"/>
                </a:lnTo>
                <a:lnTo>
                  <a:pt x="389" y="697"/>
                </a:lnTo>
                <a:lnTo>
                  <a:pt x="388" y="697"/>
                </a:lnTo>
                <a:lnTo>
                  <a:pt x="388" y="696"/>
                </a:lnTo>
                <a:lnTo>
                  <a:pt x="388" y="695"/>
                </a:lnTo>
                <a:lnTo>
                  <a:pt x="387" y="695"/>
                </a:lnTo>
                <a:lnTo>
                  <a:pt x="387" y="694"/>
                </a:lnTo>
                <a:lnTo>
                  <a:pt x="388" y="694"/>
                </a:lnTo>
                <a:lnTo>
                  <a:pt x="387" y="694"/>
                </a:lnTo>
                <a:lnTo>
                  <a:pt x="388" y="694"/>
                </a:lnTo>
                <a:lnTo>
                  <a:pt x="388" y="693"/>
                </a:lnTo>
                <a:lnTo>
                  <a:pt x="387" y="693"/>
                </a:lnTo>
                <a:lnTo>
                  <a:pt x="387" y="692"/>
                </a:lnTo>
                <a:lnTo>
                  <a:pt x="386" y="692"/>
                </a:lnTo>
                <a:lnTo>
                  <a:pt x="386" y="691"/>
                </a:lnTo>
                <a:lnTo>
                  <a:pt x="386" y="690"/>
                </a:lnTo>
                <a:lnTo>
                  <a:pt x="385" y="690"/>
                </a:lnTo>
                <a:lnTo>
                  <a:pt x="384" y="690"/>
                </a:lnTo>
                <a:lnTo>
                  <a:pt x="384" y="689"/>
                </a:lnTo>
                <a:lnTo>
                  <a:pt x="383" y="689"/>
                </a:lnTo>
                <a:lnTo>
                  <a:pt x="383" y="688"/>
                </a:lnTo>
                <a:lnTo>
                  <a:pt x="382" y="688"/>
                </a:lnTo>
                <a:lnTo>
                  <a:pt x="381" y="688"/>
                </a:lnTo>
                <a:lnTo>
                  <a:pt x="381" y="689"/>
                </a:lnTo>
                <a:lnTo>
                  <a:pt x="380" y="689"/>
                </a:lnTo>
                <a:lnTo>
                  <a:pt x="379" y="689"/>
                </a:lnTo>
                <a:lnTo>
                  <a:pt x="379" y="690"/>
                </a:lnTo>
                <a:lnTo>
                  <a:pt x="378" y="690"/>
                </a:lnTo>
                <a:lnTo>
                  <a:pt x="378" y="691"/>
                </a:lnTo>
                <a:lnTo>
                  <a:pt x="378" y="690"/>
                </a:lnTo>
                <a:lnTo>
                  <a:pt x="377" y="690"/>
                </a:lnTo>
                <a:lnTo>
                  <a:pt x="377" y="691"/>
                </a:lnTo>
                <a:lnTo>
                  <a:pt x="376" y="691"/>
                </a:lnTo>
                <a:lnTo>
                  <a:pt x="376" y="692"/>
                </a:lnTo>
                <a:lnTo>
                  <a:pt x="376" y="691"/>
                </a:lnTo>
                <a:lnTo>
                  <a:pt x="375" y="691"/>
                </a:lnTo>
                <a:lnTo>
                  <a:pt x="374" y="691"/>
                </a:lnTo>
                <a:lnTo>
                  <a:pt x="374" y="692"/>
                </a:lnTo>
                <a:lnTo>
                  <a:pt x="374" y="693"/>
                </a:lnTo>
                <a:lnTo>
                  <a:pt x="373" y="693"/>
                </a:lnTo>
                <a:lnTo>
                  <a:pt x="373" y="694"/>
                </a:lnTo>
                <a:lnTo>
                  <a:pt x="374" y="694"/>
                </a:lnTo>
                <a:lnTo>
                  <a:pt x="373" y="694"/>
                </a:lnTo>
                <a:lnTo>
                  <a:pt x="373" y="695"/>
                </a:lnTo>
                <a:lnTo>
                  <a:pt x="373" y="696"/>
                </a:lnTo>
                <a:lnTo>
                  <a:pt x="373" y="697"/>
                </a:lnTo>
                <a:lnTo>
                  <a:pt x="372" y="697"/>
                </a:lnTo>
                <a:lnTo>
                  <a:pt x="371" y="697"/>
                </a:lnTo>
                <a:lnTo>
                  <a:pt x="372" y="698"/>
                </a:lnTo>
                <a:lnTo>
                  <a:pt x="372" y="699"/>
                </a:lnTo>
                <a:lnTo>
                  <a:pt x="372" y="700"/>
                </a:lnTo>
                <a:lnTo>
                  <a:pt x="373" y="700"/>
                </a:lnTo>
                <a:lnTo>
                  <a:pt x="373" y="701"/>
                </a:lnTo>
                <a:lnTo>
                  <a:pt x="374" y="701"/>
                </a:lnTo>
                <a:lnTo>
                  <a:pt x="374" y="702"/>
                </a:lnTo>
                <a:lnTo>
                  <a:pt x="373" y="702"/>
                </a:lnTo>
                <a:lnTo>
                  <a:pt x="372" y="702"/>
                </a:lnTo>
                <a:lnTo>
                  <a:pt x="372" y="703"/>
                </a:lnTo>
                <a:lnTo>
                  <a:pt x="371" y="703"/>
                </a:lnTo>
                <a:lnTo>
                  <a:pt x="371" y="704"/>
                </a:lnTo>
                <a:lnTo>
                  <a:pt x="372" y="704"/>
                </a:lnTo>
                <a:lnTo>
                  <a:pt x="372" y="705"/>
                </a:lnTo>
                <a:lnTo>
                  <a:pt x="372" y="706"/>
                </a:lnTo>
                <a:lnTo>
                  <a:pt x="371" y="706"/>
                </a:lnTo>
                <a:lnTo>
                  <a:pt x="371" y="707"/>
                </a:lnTo>
                <a:lnTo>
                  <a:pt x="370" y="707"/>
                </a:lnTo>
                <a:lnTo>
                  <a:pt x="370" y="708"/>
                </a:lnTo>
                <a:lnTo>
                  <a:pt x="370" y="709"/>
                </a:lnTo>
                <a:lnTo>
                  <a:pt x="370" y="710"/>
                </a:lnTo>
                <a:lnTo>
                  <a:pt x="370" y="711"/>
                </a:lnTo>
                <a:lnTo>
                  <a:pt x="370" y="712"/>
                </a:lnTo>
                <a:lnTo>
                  <a:pt x="369" y="712"/>
                </a:lnTo>
                <a:lnTo>
                  <a:pt x="369" y="711"/>
                </a:lnTo>
                <a:lnTo>
                  <a:pt x="368" y="711"/>
                </a:lnTo>
                <a:lnTo>
                  <a:pt x="368" y="712"/>
                </a:lnTo>
                <a:lnTo>
                  <a:pt x="367" y="712"/>
                </a:lnTo>
                <a:lnTo>
                  <a:pt x="366" y="712"/>
                </a:lnTo>
                <a:lnTo>
                  <a:pt x="365" y="712"/>
                </a:lnTo>
                <a:lnTo>
                  <a:pt x="364" y="712"/>
                </a:lnTo>
                <a:lnTo>
                  <a:pt x="364" y="713"/>
                </a:lnTo>
                <a:lnTo>
                  <a:pt x="363" y="713"/>
                </a:lnTo>
                <a:lnTo>
                  <a:pt x="363" y="714"/>
                </a:lnTo>
                <a:lnTo>
                  <a:pt x="363" y="713"/>
                </a:lnTo>
                <a:lnTo>
                  <a:pt x="363" y="714"/>
                </a:lnTo>
                <a:lnTo>
                  <a:pt x="363" y="715"/>
                </a:lnTo>
                <a:lnTo>
                  <a:pt x="363" y="716"/>
                </a:lnTo>
                <a:lnTo>
                  <a:pt x="363" y="717"/>
                </a:lnTo>
                <a:lnTo>
                  <a:pt x="364" y="717"/>
                </a:lnTo>
                <a:lnTo>
                  <a:pt x="364" y="718"/>
                </a:lnTo>
                <a:lnTo>
                  <a:pt x="365" y="718"/>
                </a:lnTo>
                <a:lnTo>
                  <a:pt x="365" y="719"/>
                </a:lnTo>
                <a:lnTo>
                  <a:pt x="364" y="719"/>
                </a:lnTo>
                <a:lnTo>
                  <a:pt x="365" y="719"/>
                </a:lnTo>
                <a:lnTo>
                  <a:pt x="365" y="720"/>
                </a:lnTo>
                <a:lnTo>
                  <a:pt x="365" y="721"/>
                </a:lnTo>
                <a:lnTo>
                  <a:pt x="366" y="721"/>
                </a:lnTo>
                <a:lnTo>
                  <a:pt x="366" y="722"/>
                </a:lnTo>
                <a:lnTo>
                  <a:pt x="366" y="723"/>
                </a:lnTo>
                <a:lnTo>
                  <a:pt x="367" y="723"/>
                </a:lnTo>
                <a:lnTo>
                  <a:pt x="367" y="724"/>
                </a:lnTo>
                <a:lnTo>
                  <a:pt x="368" y="724"/>
                </a:lnTo>
                <a:lnTo>
                  <a:pt x="367" y="724"/>
                </a:lnTo>
                <a:lnTo>
                  <a:pt x="367" y="725"/>
                </a:lnTo>
                <a:lnTo>
                  <a:pt x="367" y="726"/>
                </a:lnTo>
                <a:lnTo>
                  <a:pt x="368" y="726"/>
                </a:lnTo>
                <a:lnTo>
                  <a:pt x="367" y="726"/>
                </a:lnTo>
                <a:lnTo>
                  <a:pt x="367" y="727"/>
                </a:lnTo>
                <a:lnTo>
                  <a:pt x="367" y="726"/>
                </a:lnTo>
                <a:lnTo>
                  <a:pt x="367" y="727"/>
                </a:lnTo>
                <a:lnTo>
                  <a:pt x="367" y="726"/>
                </a:lnTo>
                <a:lnTo>
                  <a:pt x="366" y="726"/>
                </a:lnTo>
                <a:lnTo>
                  <a:pt x="366" y="727"/>
                </a:lnTo>
                <a:lnTo>
                  <a:pt x="365" y="727"/>
                </a:lnTo>
                <a:lnTo>
                  <a:pt x="365" y="728"/>
                </a:lnTo>
                <a:lnTo>
                  <a:pt x="365" y="729"/>
                </a:lnTo>
                <a:lnTo>
                  <a:pt x="366" y="729"/>
                </a:lnTo>
                <a:lnTo>
                  <a:pt x="366" y="730"/>
                </a:lnTo>
                <a:lnTo>
                  <a:pt x="366" y="731"/>
                </a:lnTo>
                <a:lnTo>
                  <a:pt x="367" y="731"/>
                </a:lnTo>
                <a:lnTo>
                  <a:pt x="367" y="732"/>
                </a:lnTo>
                <a:lnTo>
                  <a:pt x="367" y="733"/>
                </a:lnTo>
                <a:lnTo>
                  <a:pt x="368" y="733"/>
                </a:lnTo>
                <a:lnTo>
                  <a:pt x="368" y="734"/>
                </a:lnTo>
                <a:lnTo>
                  <a:pt x="368" y="735"/>
                </a:lnTo>
                <a:lnTo>
                  <a:pt x="369" y="735"/>
                </a:lnTo>
                <a:lnTo>
                  <a:pt x="369" y="736"/>
                </a:lnTo>
                <a:lnTo>
                  <a:pt x="368" y="736"/>
                </a:lnTo>
                <a:lnTo>
                  <a:pt x="369" y="736"/>
                </a:lnTo>
                <a:lnTo>
                  <a:pt x="369" y="737"/>
                </a:lnTo>
                <a:lnTo>
                  <a:pt x="369" y="738"/>
                </a:lnTo>
                <a:lnTo>
                  <a:pt x="370" y="738"/>
                </a:lnTo>
                <a:lnTo>
                  <a:pt x="370" y="739"/>
                </a:lnTo>
                <a:lnTo>
                  <a:pt x="369" y="739"/>
                </a:lnTo>
                <a:lnTo>
                  <a:pt x="369" y="740"/>
                </a:lnTo>
                <a:lnTo>
                  <a:pt x="369" y="741"/>
                </a:lnTo>
                <a:lnTo>
                  <a:pt x="369" y="742"/>
                </a:lnTo>
                <a:lnTo>
                  <a:pt x="368" y="742"/>
                </a:lnTo>
                <a:lnTo>
                  <a:pt x="368" y="743"/>
                </a:lnTo>
                <a:lnTo>
                  <a:pt x="367" y="743"/>
                </a:lnTo>
                <a:lnTo>
                  <a:pt x="368" y="743"/>
                </a:lnTo>
                <a:lnTo>
                  <a:pt x="369" y="743"/>
                </a:lnTo>
                <a:lnTo>
                  <a:pt x="370" y="743"/>
                </a:lnTo>
                <a:lnTo>
                  <a:pt x="370" y="744"/>
                </a:lnTo>
                <a:lnTo>
                  <a:pt x="371" y="744"/>
                </a:lnTo>
                <a:lnTo>
                  <a:pt x="372" y="744"/>
                </a:lnTo>
                <a:lnTo>
                  <a:pt x="372" y="745"/>
                </a:lnTo>
                <a:lnTo>
                  <a:pt x="372" y="746"/>
                </a:lnTo>
                <a:lnTo>
                  <a:pt x="373" y="746"/>
                </a:lnTo>
                <a:lnTo>
                  <a:pt x="373" y="747"/>
                </a:lnTo>
                <a:lnTo>
                  <a:pt x="374" y="747"/>
                </a:lnTo>
                <a:lnTo>
                  <a:pt x="374" y="746"/>
                </a:lnTo>
                <a:lnTo>
                  <a:pt x="375" y="746"/>
                </a:lnTo>
                <a:lnTo>
                  <a:pt x="375" y="745"/>
                </a:lnTo>
                <a:lnTo>
                  <a:pt x="376" y="745"/>
                </a:lnTo>
                <a:lnTo>
                  <a:pt x="376" y="746"/>
                </a:lnTo>
                <a:lnTo>
                  <a:pt x="376" y="747"/>
                </a:lnTo>
                <a:lnTo>
                  <a:pt x="377" y="747"/>
                </a:lnTo>
                <a:lnTo>
                  <a:pt x="376" y="747"/>
                </a:lnTo>
                <a:lnTo>
                  <a:pt x="377" y="747"/>
                </a:lnTo>
                <a:lnTo>
                  <a:pt x="377" y="748"/>
                </a:lnTo>
                <a:lnTo>
                  <a:pt x="376" y="748"/>
                </a:lnTo>
                <a:lnTo>
                  <a:pt x="376" y="749"/>
                </a:lnTo>
                <a:lnTo>
                  <a:pt x="376" y="750"/>
                </a:lnTo>
                <a:lnTo>
                  <a:pt x="377" y="750"/>
                </a:lnTo>
                <a:lnTo>
                  <a:pt x="377" y="751"/>
                </a:lnTo>
                <a:lnTo>
                  <a:pt x="377" y="752"/>
                </a:lnTo>
                <a:lnTo>
                  <a:pt x="378" y="752"/>
                </a:lnTo>
                <a:lnTo>
                  <a:pt x="378" y="751"/>
                </a:lnTo>
                <a:lnTo>
                  <a:pt x="379" y="751"/>
                </a:lnTo>
                <a:lnTo>
                  <a:pt x="379" y="752"/>
                </a:lnTo>
                <a:lnTo>
                  <a:pt x="379" y="753"/>
                </a:lnTo>
                <a:lnTo>
                  <a:pt x="380" y="753"/>
                </a:lnTo>
                <a:lnTo>
                  <a:pt x="380" y="754"/>
                </a:lnTo>
                <a:lnTo>
                  <a:pt x="379" y="754"/>
                </a:lnTo>
                <a:lnTo>
                  <a:pt x="380" y="754"/>
                </a:lnTo>
                <a:lnTo>
                  <a:pt x="380" y="755"/>
                </a:lnTo>
                <a:lnTo>
                  <a:pt x="379" y="755"/>
                </a:lnTo>
                <a:lnTo>
                  <a:pt x="380" y="755"/>
                </a:lnTo>
                <a:lnTo>
                  <a:pt x="380" y="756"/>
                </a:lnTo>
                <a:lnTo>
                  <a:pt x="381" y="756"/>
                </a:lnTo>
                <a:lnTo>
                  <a:pt x="382" y="756"/>
                </a:lnTo>
                <a:lnTo>
                  <a:pt x="382" y="757"/>
                </a:lnTo>
                <a:lnTo>
                  <a:pt x="382" y="756"/>
                </a:lnTo>
                <a:lnTo>
                  <a:pt x="383" y="756"/>
                </a:lnTo>
                <a:lnTo>
                  <a:pt x="383" y="757"/>
                </a:lnTo>
                <a:lnTo>
                  <a:pt x="384" y="757"/>
                </a:lnTo>
                <a:lnTo>
                  <a:pt x="384" y="758"/>
                </a:lnTo>
                <a:lnTo>
                  <a:pt x="383" y="758"/>
                </a:lnTo>
                <a:lnTo>
                  <a:pt x="383" y="759"/>
                </a:lnTo>
                <a:lnTo>
                  <a:pt x="383" y="760"/>
                </a:lnTo>
                <a:lnTo>
                  <a:pt x="383" y="761"/>
                </a:lnTo>
                <a:lnTo>
                  <a:pt x="382" y="761"/>
                </a:lnTo>
                <a:lnTo>
                  <a:pt x="382" y="762"/>
                </a:lnTo>
                <a:lnTo>
                  <a:pt x="381" y="762"/>
                </a:lnTo>
                <a:lnTo>
                  <a:pt x="382" y="762"/>
                </a:lnTo>
                <a:lnTo>
                  <a:pt x="382" y="763"/>
                </a:lnTo>
                <a:lnTo>
                  <a:pt x="381" y="763"/>
                </a:lnTo>
                <a:lnTo>
                  <a:pt x="382" y="763"/>
                </a:lnTo>
                <a:lnTo>
                  <a:pt x="382" y="764"/>
                </a:lnTo>
                <a:lnTo>
                  <a:pt x="381" y="764"/>
                </a:lnTo>
                <a:lnTo>
                  <a:pt x="382" y="764"/>
                </a:lnTo>
                <a:lnTo>
                  <a:pt x="381" y="764"/>
                </a:lnTo>
                <a:lnTo>
                  <a:pt x="381" y="765"/>
                </a:lnTo>
                <a:lnTo>
                  <a:pt x="380" y="765"/>
                </a:lnTo>
                <a:lnTo>
                  <a:pt x="380" y="766"/>
                </a:lnTo>
                <a:lnTo>
                  <a:pt x="380" y="767"/>
                </a:lnTo>
                <a:lnTo>
                  <a:pt x="380" y="768"/>
                </a:lnTo>
                <a:lnTo>
                  <a:pt x="381" y="768"/>
                </a:lnTo>
                <a:lnTo>
                  <a:pt x="382" y="768"/>
                </a:lnTo>
                <a:lnTo>
                  <a:pt x="382" y="769"/>
                </a:lnTo>
                <a:lnTo>
                  <a:pt x="382" y="768"/>
                </a:lnTo>
                <a:lnTo>
                  <a:pt x="382" y="769"/>
                </a:lnTo>
                <a:lnTo>
                  <a:pt x="383" y="769"/>
                </a:lnTo>
                <a:lnTo>
                  <a:pt x="383" y="770"/>
                </a:lnTo>
                <a:lnTo>
                  <a:pt x="383" y="771"/>
                </a:lnTo>
                <a:lnTo>
                  <a:pt x="383" y="773"/>
                </a:lnTo>
                <a:lnTo>
                  <a:pt x="383" y="774"/>
                </a:lnTo>
                <a:lnTo>
                  <a:pt x="382" y="774"/>
                </a:lnTo>
                <a:lnTo>
                  <a:pt x="382" y="775"/>
                </a:lnTo>
                <a:lnTo>
                  <a:pt x="383" y="775"/>
                </a:lnTo>
                <a:lnTo>
                  <a:pt x="384" y="775"/>
                </a:lnTo>
                <a:lnTo>
                  <a:pt x="383" y="775"/>
                </a:lnTo>
                <a:lnTo>
                  <a:pt x="383" y="776"/>
                </a:lnTo>
                <a:lnTo>
                  <a:pt x="384" y="776"/>
                </a:lnTo>
                <a:lnTo>
                  <a:pt x="384" y="777"/>
                </a:lnTo>
                <a:lnTo>
                  <a:pt x="384" y="776"/>
                </a:lnTo>
                <a:lnTo>
                  <a:pt x="385" y="776"/>
                </a:lnTo>
                <a:lnTo>
                  <a:pt x="386" y="776"/>
                </a:lnTo>
                <a:lnTo>
                  <a:pt x="386" y="777"/>
                </a:lnTo>
                <a:lnTo>
                  <a:pt x="386" y="778"/>
                </a:lnTo>
                <a:lnTo>
                  <a:pt x="387" y="778"/>
                </a:lnTo>
                <a:lnTo>
                  <a:pt x="388" y="777"/>
                </a:lnTo>
                <a:lnTo>
                  <a:pt x="388" y="778"/>
                </a:lnTo>
                <a:lnTo>
                  <a:pt x="388" y="779"/>
                </a:lnTo>
                <a:lnTo>
                  <a:pt x="388" y="780"/>
                </a:lnTo>
                <a:lnTo>
                  <a:pt x="388" y="781"/>
                </a:lnTo>
                <a:lnTo>
                  <a:pt x="387" y="781"/>
                </a:lnTo>
                <a:lnTo>
                  <a:pt x="388" y="781"/>
                </a:lnTo>
                <a:lnTo>
                  <a:pt x="387" y="781"/>
                </a:lnTo>
                <a:lnTo>
                  <a:pt x="387" y="782"/>
                </a:lnTo>
                <a:lnTo>
                  <a:pt x="386" y="782"/>
                </a:lnTo>
                <a:lnTo>
                  <a:pt x="386" y="783"/>
                </a:lnTo>
                <a:lnTo>
                  <a:pt x="385" y="783"/>
                </a:lnTo>
                <a:lnTo>
                  <a:pt x="384" y="783"/>
                </a:lnTo>
                <a:lnTo>
                  <a:pt x="383" y="783"/>
                </a:lnTo>
                <a:lnTo>
                  <a:pt x="383" y="782"/>
                </a:lnTo>
                <a:lnTo>
                  <a:pt x="382" y="782"/>
                </a:lnTo>
                <a:lnTo>
                  <a:pt x="381" y="782"/>
                </a:lnTo>
                <a:lnTo>
                  <a:pt x="381" y="783"/>
                </a:lnTo>
                <a:lnTo>
                  <a:pt x="381" y="784"/>
                </a:lnTo>
                <a:lnTo>
                  <a:pt x="381" y="785"/>
                </a:lnTo>
                <a:lnTo>
                  <a:pt x="382" y="785"/>
                </a:lnTo>
                <a:lnTo>
                  <a:pt x="382" y="784"/>
                </a:lnTo>
                <a:lnTo>
                  <a:pt x="382" y="785"/>
                </a:lnTo>
                <a:lnTo>
                  <a:pt x="381" y="785"/>
                </a:lnTo>
                <a:lnTo>
                  <a:pt x="381" y="786"/>
                </a:lnTo>
                <a:lnTo>
                  <a:pt x="381" y="787"/>
                </a:lnTo>
                <a:lnTo>
                  <a:pt x="382" y="787"/>
                </a:lnTo>
                <a:lnTo>
                  <a:pt x="382" y="788"/>
                </a:lnTo>
                <a:lnTo>
                  <a:pt x="383" y="788"/>
                </a:lnTo>
                <a:lnTo>
                  <a:pt x="383" y="789"/>
                </a:lnTo>
                <a:lnTo>
                  <a:pt x="383" y="790"/>
                </a:lnTo>
                <a:lnTo>
                  <a:pt x="382" y="790"/>
                </a:lnTo>
                <a:lnTo>
                  <a:pt x="382" y="791"/>
                </a:lnTo>
                <a:lnTo>
                  <a:pt x="381" y="791"/>
                </a:lnTo>
                <a:lnTo>
                  <a:pt x="381" y="792"/>
                </a:lnTo>
                <a:lnTo>
                  <a:pt x="380" y="792"/>
                </a:lnTo>
                <a:lnTo>
                  <a:pt x="379" y="792"/>
                </a:lnTo>
                <a:lnTo>
                  <a:pt x="379" y="793"/>
                </a:lnTo>
                <a:lnTo>
                  <a:pt x="380" y="793"/>
                </a:lnTo>
                <a:lnTo>
                  <a:pt x="380" y="794"/>
                </a:lnTo>
                <a:lnTo>
                  <a:pt x="380" y="795"/>
                </a:lnTo>
                <a:lnTo>
                  <a:pt x="381" y="795"/>
                </a:lnTo>
                <a:lnTo>
                  <a:pt x="381" y="796"/>
                </a:lnTo>
                <a:lnTo>
                  <a:pt x="381" y="797"/>
                </a:lnTo>
                <a:lnTo>
                  <a:pt x="380" y="797"/>
                </a:lnTo>
                <a:lnTo>
                  <a:pt x="380" y="798"/>
                </a:lnTo>
                <a:lnTo>
                  <a:pt x="381" y="798"/>
                </a:lnTo>
                <a:lnTo>
                  <a:pt x="381" y="799"/>
                </a:lnTo>
                <a:lnTo>
                  <a:pt x="381" y="800"/>
                </a:lnTo>
                <a:lnTo>
                  <a:pt x="381" y="801"/>
                </a:lnTo>
                <a:lnTo>
                  <a:pt x="381" y="800"/>
                </a:lnTo>
                <a:lnTo>
                  <a:pt x="380" y="800"/>
                </a:lnTo>
                <a:lnTo>
                  <a:pt x="380" y="801"/>
                </a:lnTo>
                <a:lnTo>
                  <a:pt x="380" y="802"/>
                </a:lnTo>
                <a:lnTo>
                  <a:pt x="379" y="802"/>
                </a:lnTo>
                <a:lnTo>
                  <a:pt x="380" y="802"/>
                </a:lnTo>
                <a:lnTo>
                  <a:pt x="380" y="803"/>
                </a:lnTo>
                <a:lnTo>
                  <a:pt x="380" y="804"/>
                </a:lnTo>
                <a:lnTo>
                  <a:pt x="380" y="805"/>
                </a:lnTo>
                <a:lnTo>
                  <a:pt x="379" y="805"/>
                </a:lnTo>
                <a:lnTo>
                  <a:pt x="379" y="806"/>
                </a:lnTo>
                <a:lnTo>
                  <a:pt x="379" y="807"/>
                </a:lnTo>
                <a:lnTo>
                  <a:pt x="379" y="808"/>
                </a:lnTo>
                <a:lnTo>
                  <a:pt x="379" y="809"/>
                </a:lnTo>
                <a:lnTo>
                  <a:pt x="380" y="809"/>
                </a:lnTo>
                <a:lnTo>
                  <a:pt x="380" y="810"/>
                </a:lnTo>
                <a:lnTo>
                  <a:pt x="380" y="811"/>
                </a:lnTo>
                <a:lnTo>
                  <a:pt x="381" y="811"/>
                </a:lnTo>
                <a:lnTo>
                  <a:pt x="381" y="812"/>
                </a:lnTo>
                <a:lnTo>
                  <a:pt x="382" y="812"/>
                </a:lnTo>
                <a:lnTo>
                  <a:pt x="382" y="813"/>
                </a:lnTo>
                <a:lnTo>
                  <a:pt x="382" y="812"/>
                </a:lnTo>
                <a:lnTo>
                  <a:pt x="383" y="812"/>
                </a:lnTo>
                <a:lnTo>
                  <a:pt x="384" y="812"/>
                </a:lnTo>
                <a:lnTo>
                  <a:pt x="384" y="813"/>
                </a:lnTo>
                <a:lnTo>
                  <a:pt x="384" y="812"/>
                </a:lnTo>
                <a:lnTo>
                  <a:pt x="384" y="813"/>
                </a:lnTo>
                <a:lnTo>
                  <a:pt x="384" y="812"/>
                </a:lnTo>
                <a:lnTo>
                  <a:pt x="385" y="812"/>
                </a:lnTo>
                <a:lnTo>
                  <a:pt x="385" y="813"/>
                </a:lnTo>
                <a:lnTo>
                  <a:pt x="385" y="814"/>
                </a:lnTo>
                <a:lnTo>
                  <a:pt x="386" y="814"/>
                </a:lnTo>
                <a:lnTo>
                  <a:pt x="386" y="815"/>
                </a:lnTo>
                <a:lnTo>
                  <a:pt x="386" y="816"/>
                </a:lnTo>
                <a:lnTo>
                  <a:pt x="387" y="816"/>
                </a:lnTo>
                <a:lnTo>
                  <a:pt x="387" y="815"/>
                </a:lnTo>
                <a:lnTo>
                  <a:pt x="388" y="815"/>
                </a:lnTo>
                <a:lnTo>
                  <a:pt x="388" y="816"/>
                </a:lnTo>
                <a:lnTo>
                  <a:pt x="389" y="816"/>
                </a:lnTo>
                <a:lnTo>
                  <a:pt x="389" y="817"/>
                </a:lnTo>
                <a:lnTo>
                  <a:pt x="389" y="818"/>
                </a:lnTo>
                <a:lnTo>
                  <a:pt x="388" y="818"/>
                </a:lnTo>
                <a:lnTo>
                  <a:pt x="388" y="819"/>
                </a:lnTo>
                <a:lnTo>
                  <a:pt x="389" y="820"/>
                </a:lnTo>
                <a:lnTo>
                  <a:pt x="389" y="821"/>
                </a:lnTo>
                <a:lnTo>
                  <a:pt x="388" y="821"/>
                </a:lnTo>
                <a:lnTo>
                  <a:pt x="388" y="820"/>
                </a:lnTo>
                <a:lnTo>
                  <a:pt x="386" y="820"/>
                </a:lnTo>
                <a:lnTo>
                  <a:pt x="386" y="821"/>
                </a:lnTo>
                <a:lnTo>
                  <a:pt x="385" y="821"/>
                </a:lnTo>
                <a:lnTo>
                  <a:pt x="384" y="821"/>
                </a:lnTo>
                <a:lnTo>
                  <a:pt x="384" y="822"/>
                </a:lnTo>
                <a:lnTo>
                  <a:pt x="384" y="823"/>
                </a:lnTo>
                <a:lnTo>
                  <a:pt x="384" y="824"/>
                </a:lnTo>
                <a:lnTo>
                  <a:pt x="384" y="825"/>
                </a:lnTo>
                <a:lnTo>
                  <a:pt x="383" y="825"/>
                </a:lnTo>
                <a:lnTo>
                  <a:pt x="383" y="826"/>
                </a:lnTo>
                <a:lnTo>
                  <a:pt x="382" y="826"/>
                </a:lnTo>
                <a:lnTo>
                  <a:pt x="382" y="827"/>
                </a:lnTo>
                <a:lnTo>
                  <a:pt x="381" y="827"/>
                </a:lnTo>
                <a:lnTo>
                  <a:pt x="380" y="827"/>
                </a:lnTo>
                <a:lnTo>
                  <a:pt x="379" y="827"/>
                </a:lnTo>
                <a:lnTo>
                  <a:pt x="378" y="827"/>
                </a:lnTo>
                <a:lnTo>
                  <a:pt x="377" y="827"/>
                </a:lnTo>
                <a:lnTo>
                  <a:pt x="376" y="827"/>
                </a:lnTo>
                <a:lnTo>
                  <a:pt x="376" y="826"/>
                </a:lnTo>
                <a:lnTo>
                  <a:pt x="376" y="825"/>
                </a:lnTo>
                <a:lnTo>
                  <a:pt x="376" y="824"/>
                </a:lnTo>
                <a:lnTo>
                  <a:pt x="375" y="824"/>
                </a:lnTo>
                <a:lnTo>
                  <a:pt x="375" y="823"/>
                </a:lnTo>
                <a:lnTo>
                  <a:pt x="374" y="823"/>
                </a:lnTo>
                <a:lnTo>
                  <a:pt x="375" y="823"/>
                </a:lnTo>
                <a:lnTo>
                  <a:pt x="374" y="823"/>
                </a:lnTo>
                <a:lnTo>
                  <a:pt x="374" y="822"/>
                </a:lnTo>
                <a:lnTo>
                  <a:pt x="374" y="821"/>
                </a:lnTo>
                <a:lnTo>
                  <a:pt x="373" y="821"/>
                </a:lnTo>
                <a:lnTo>
                  <a:pt x="372" y="821"/>
                </a:lnTo>
                <a:lnTo>
                  <a:pt x="372" y="822"/>
                </a:lnTo>
                <a:lnTo>
                  <a:pt x="371" y="822"/>
                </a:lnTo>
                <a:lnTo>
                  <a:pt x="370" y="822"/>
                </a:lnTo>
                <a:lnTo>
                  <a:pt x="369" y="822"/>
                </a:lnTo>
                <a:lnTo>
                  <a:pt x="369" y="823"/>
                </a:lnTo>
                <a:lnTo>
                  <a:pt x="369" y="824"/>
                </a:lnTo>
                <a:lnTo>
                  <a:pt x="368" y="824"/>
                </a:lnTo>
                <a:lnTo>
                  <a:pt x="367" y="824"/>
                </a:lnTo>
                <a:lnTo>
                  <a:pt x="366" y="823"/>
                </a:lnTo>
                <a:lnTo>
                  <a:pt x="366" y="822"/>
                </a:lnTo>
                <a:lnTo>
                  <a:pt x="367" y="822"/>
                </a:lnTo>
                <a:lnTo>
                  <a:pt x="367" y="821"/>
                </a:lnTo>
                <a:lnTo>
                  <a:pt x="367" y="820"/>
                </a:lnTo>
                <a:lnTo>
                  <a:pt x="367" y="819"/>
                </a:lnTo>
                <a:lnTo>
                  <a:pt x="368" y="819"/>
                </a:lnTo>
                <a:lnTo>
                  <a:pt x="368" y="818"/>
                </a:lnTo>
                <a:lnTo>
                  <a:pt x="367" y="818"/>
                </a:lnTo>
                <a:lnTo>
                  <a:pt x="367" y="817"/>
                </a:lnTo>
                <a:lnTo>
                  <a:pt x="367" y="818"/>
                </a:lnTo>
                <a:lnTo>
                  <a:pt x="366" y="818"/>
                </a:lnTo>
                <a:lnTo>
                  <a:pt x="366" y="817"/>
                </a:lnTo>
                <a:lnTo>
                  <a:pt x="365" y="817"/>
                </a:lnTo>
                <a:lnTo>
                  <a:pt x="364" y="817"/>
                </a:lnTo>
                <a:lnTo>
                  <a:pt x="363" y="817"/>
                </a:lnTo>
                <a:lnTo>
                  <a:pt x="363" y="816"/>
                </a:lnTo>
                <a:lnTo>
                  <a:pt x="363" y="817"/>
                </a:lnTo>
                <a:lnTo>
                  <a:pt x="363" y="816"/>
                </a:lnTo>
                <a:lnTo>
                  <a:pt x="362" y="816"/>
                </a:lnTo>
                <a:lnTo>
                  <a:pt x="361" y="816"/>
                </a:lnTo>
                <a:lnTo>
                  <a:pt x="360" y="817"/>
                </a:lnTo>
                <a:lnTo>
                  <a:pt x="360" y="816"/>
                </a:lnTo>
                <a:lnTo>
                  <a:pt x="359" y="816"/>
                </a:lnTo>
                <a:lnTo>
                  <a:pt x="359" y="817"/>
                </a:lnTo>
                <a:lnTo>
                  <a:pt x="358" y="817"/>
                </a:lnTo>
                <a:lnTo>
                  <a:pt x="357" y="817"/>
                </a:lnTo>
                <a:lnTo>
                  <a:pt x="356" y="817"/>
                </a:lnTo>
                <a:lnTo>
                  <a:pt x="356" y="818"/>
                </a:lnTo>
                <a:lnTo>
                  <a:pt x="355" y="818"/>
                </a:lnTo>
                <a:lnTo>
                  <a:pt x="354" y="818"/>
                </a:lnTo>
                <a:lnTo>
                  <a:pt x="354" y="819"/>
                </a:lnTo>
                <a:lnTo>
                  <a:pt x="354" y="818"/>
                </a:lnTo>
                <a:lnTo>
                  <a:pt x="352" y="818"/>
                </a:lnTo>
                <a:lnTo>
                  <a:pt x="351" y="818"/>
                </a:lnTo>
                <a:lnTo>
                  <a:pt x="351" y="819"/>
                </a:lnTo>
                <a:lnTo>
                  <a:pt x="350" y="819"/>
                </a:lnTo>
                <a:lnTo>
                  <a:pt x="349" y="819"/>
                </a:lnTo>
                <a:lnTo>
                  <a:pt x="349" y="818"/>
                </a:lnTo>
                <a:lnTo>
                  <a:pt x="349" y="819"/>
                </a:lnTo>
                <a:lnTo>
                  <a:pt x="348" y="819"/>
                </a:lnTo>
                <a:lnTo>
                  <a:pt x="347" y="819"/>
                </a:lnTo>
                <a:lnTo>
                  <a:pt x="347" y="820"/>
                </a:lnTo>
                <a:lnTo>
                  <a:pt x="346" y="820"/>
                </a:lnTo>
                <a:lnTo>
                  <a:pt x="346" y="821"/>
                </a:lnTo>
                <a:lnTo>
                  <a:pt x="345" y="821"/>
                </a:lnTo>
                <a:lnTo>
                  <a:pt x="344" y="821"/>
                </a:lnTo>
                <a:lnTo>
                  <a:pt x="344" y="822"/>
                </a:lnTo>
                <a:lnTo>
                  <a:pt x="344" y="821"/>
                </a:lnTo>
                <a:lnTo>
                  <a:pt x="344" y="822"/>
                </a:lnTo>
                <a:lnTo>
                  <a:pt x="343" y="822"/>
                </a:lnTo>
                <a:lnTo>
                  <a:pt x="343" y="823"/>
                </a:lnTo>
                <a:lnTo>
                  <a:pt x="343" y="822"/>
                </a:lnTo>
                <a:lnTo>
                  <a:pt x="342" y="822"/>
                </a:lnTo>
                <a:lnTo>
                  <a:pt x="341" y="822"/>
                </a:lnTo>
                <a:lnTo>
                  <a:pt x="341" y="823"/>
                </a:lnTo>
                <a:lnTo>
                  <a:pt x="340" y="823"/>
                </a:lnTo>
                <a:lnTo>
                  <a:pt x="340" y="824"/>
                </a:lnTo>
                <a:lnTo>
                  <a:pt x="339" y="824"/>
                </a:lnTo>
                <a:lnTo>
                  <a:pt x="338" y="824"/>
                </a:lnTo>
                <a:lnTo>
                  <a:pt x="338" y="823"/>
                </a:lnTo>
                <a:lnTo>
                  <a:pt x="338" y="822"/>
                </a:lnTo>
                <a:lnTo>
                  <a:pt x="337" y="822"/>
                </a:lnTo>
                <a:lnTo>
                  <a:pt x="336" y="822"/>
                </a:lnTo>
                <a:lnTo>
                  <a:pt x="336" y="821"/>
                </a:lnTo>
                <a:lnTo>
                  <a:pt x="335" y="821"/>
                </a:lnTo>
                <a:lnTo>
                  <a:pt x="336" y="821"/>
                </a:lnTo>
                <a:lnTo>
                  <a:pt x="336" y="820"/>
                </a:lnTo>
                <a:lnTo>
                  <a:pt x="336" y="819"/>
                </a:lnTo>
                <a:lnTo>
                  <a:pt x="335" y="819"/>
                </a:lnTo>
                <a:lnTo>
                  <a:pt x="334" y="819"/>
                </a:lnTo>
                <a:lnTo>
                  <a:pt x="334" y="818"/>
                </a:lnTo>
                <a:lnTo>
                  <a:pt x="333" y="818"/>
                </a:lnTo>
                <a:lnTo>
                  <a:pt x="332" y="818"/>
                </a:lnTo>
                <a:lnTo>
                  <a:pt x="333" y="818"/>
                </a:lnTo>
                <a:lnTo>
                  <a:pt x="333" y="817"/>
                </a:lnTo>
                <a:lnTo>
                  <a:pt x="334" y="817"/>
                </a:lnTo>
                <a:lnTo>
                  <a:pt x="334" y="816"/>
                </a:lnTo>
                <a:lnTo>
                  <a:pt x="333" y="816"/>
                </a:lnTo>
                <a:lnTo>
                  <a:pt x="334" y="816"/>
                </a:lnTo>
                <a:lnTo>
                  <a:pt x="334" y="815"/>
                </a:lnTo>
                <a:lnTo>
                  <a:pt x="335" y="815"/>
                </a:lnTo>
                <a:lnTo>
                  <a:pt x="335" y="814"/>
                </a:lnTo>
                <a:lnTo>
                  <a:pt x="335" y="813"/>
                </a:lnTo>
                <a:lnTo>
                  <a:pt x="336" y="813"/>
                </a:lnTo>
                <a:lnTo>
                  <a:pt x="336" y="812"/>
                </a:lnTo>
                <a:lnTo>
                  <a:pt x="336" y="811"/>
                </a:lnTo>
                <a:lnTo>
                  <a:pt x="335" y="811"/>
                </a:lnTo>
                <a:lnTo>
                  <a:pt x="335" y="810"/>
                </a:lnTo>
                <a:lnTo>
                  <a:pt x="334" y="810"/>
                </a:lnTo>
                <a:lnTo>
                  <a:pt x="333" y="810"/>
                </a:lnTo>
                <a:lnTo>
                  <a:pt x="332" y="810"/>
                </a:lnTo>
                <a:lnTo>
                  <a:pt x="332" y="809"/>
                </a:lnTo>
                <a:lnTo>
                  <a:pt x="331" y="809"/>
                </a:lnTo>
                <a:lnTo>
                  <a:pt x="330" y="809"/>
                </a:lnTo>
                <a:lnTo>
                  <a:pt x="330" y="808"/>
                </a:lnTo>
                <a:lnTo>
                  <a:pt x="329" y="808"/>
                </a:lnTo>
                <a:lnTo>
                  <a:pt x="329" y="807"/>
                </a:lnTo>
                <a:lnTo>
                  <a:pt x="330" y="807"/>
                </a:lnTo>
                <a:lnTo>
                  <a:pt x="330" y="806"/>
                </a:lnTo>
                <a:lnTo>
                  <a:pt x="329" y="806"/>
                </a:lnTo>
                <a:lnTo>
                  <a:pt x="329" y="805"/>
                </a:lnTo>
                <a:lnTo>
                  <a:pt x="328" y="805"/>
                </a:lnTo>
                <a:lnTo>
                  <a:pt x="328" y="804"/>
                </a:lnTo>
                <a:lnTo>
                  <a:pt x="328" y="803"/>
                </a:lnTo>
                <a:lnTo>
                  <a:pt x="327" y="803"/>
                </a:lnTo>
                <a:lnTo>
                  <a:pt x="328" y="803"/>
                </a:lnTo>
                <a:lnTo>
                  <a:pt x="327" y="803"/>
                </a:lnTo>
                <a:lnTo>
                  <a:pt x="327" y="802"/>
                </a:lnTo>
                <a:lnTo>
                  <a:pt x="327" y="801"/>
                </a:lnTo>
                <a:lnTo>
                  <a:pt x="326" y="801"/>
                </a:lnTo>
                <a:lnTo>
                  <a:pt x="326" y="800"/>
                </a:lnTo>
                <a:lnTo>
                  <a:pt x="327" y="800"/>
                </a:lnTo>
                <a:lnTo>
                  <a:pt x="327" y="799"/>
                </a:lnTo>
                <a:lnTo>
                  <a:pt x="328" y="799"/>
                </a:lnTo>
                <a:lnTo>
                  <a:pt x="329" y="799"/>
                </a:lnTo>
                <a:lnTo>
                  <a:pt x="329" y="800"/>
                </a:lnTo>
                <a:lnTo>
                  <a:pt x="329" y="799"/>
                </a:lnTo>
                <a:lnTo>
                  <a:pt x="330" y="799"/>
                </a:lnTo>
                <a:lnTo>
                  <a:pt x="330" y="798"/>
                </a:lnTo>
                <a:lnTo>
                  <a:pt x="331" y="798"/>
                </a:lnTo>
                <a:lnTo>
                  <a:pt x="330" y="798"/>
                </a:lnTo>
                <a:lnTo>
                  <a:pt x="331" y="798"/>
                </a:lnTo>
                <a:lnTo>
                  <a:pt x="331" y="797"/>
                </a:lnTo>
                <a:lnTo>
                  <a:pt x="331" y="796"/>
                </a:lnTo>
                <a:lnTo>
                  <a:pt x="330" y="795"/>
                </a:lnTo>
                <a:lnTo>
                  <a:pt x="331" y="795"/>
                </a:lnTo>
                <a:lnTo>
                  <a:pt x="330" y="795"/>
                </a:lnTo>
                <a:lnTo>
                  <a:pt x="331" y="795"/>
                </a:lnTo>
                <a:lnTo>
                  <a:pt x="331" y="794"/>
                </a:lnTo>
                <a:lnTo>
                  <a:pt x="330" y="794"/>
                </a:lnTo>
                <a:lnTo>
                  <a:pt x="330" y="793"/>
                </a:lnTo>
                <a:lnTo>
                  <a:pt x="331" y="793"/>
                </a:lnTo>
                <a:lnTo>
                  <a:pt x="332" y="793"/>
                </a:lnTo>
                <a:lnTo>
                  <a:pt x="332" y="792"/>
                </a:lnTo>
                <a:lnTo>
                  <a:pt x="333" y="792"/>
                </a:lnTo>
                <a:lnTo>
                  <a:pt x="333" y="791"/>
                </a:lnTo>
                <a:lnTo>
                  <a:pt x="332" y="791"/>
                </a:lnTo>
                <a:lnTo>
                  <a:pt x="332" y="790"/>
                </a:lnTo>
                <a:lnTo>
                  <a:pt x="332" y="789"/>
                </a:lnTo>
                <a:lnTo>
                  <a:pt x="331" y="789"/>
                </a:lnTo>
                <a:lnTo>
                  <a:pt x="332" y="789"/>
                </a:lnTo>
                <a:lnTo>
                  <a:pt x="332" y="788"/>
                </a:lnTo>
                <a:lnTo>
                  <a:pt x="332" y="787"/>
                </a:lnTo>
                <a:lnTo>
                  <a:pt x="332" y="786"/>
                </a:lnTo>
                <a:lnTo>
                  <a:pt x="332" y="785"/>
                </a:lnTo>
                <a:lnTo>
                  <a:pt x="331" y="785"/>
                </a:lnTo>
                <a:lnTo>
                  <a:pt x="330" y="785"/>
                </a:lnTo>
                <a:lnTo>
                  <a:pt x="329" y="785"/>
                </a:lnTo>
                <a:lnTo>
                  <a:pt x="329" y="784"/>
                </a:lnTo>
                <a:lnTo>
                  <a:pt x="329" y="785"/>
                </a:lnTo>
                <a:lnTo>
                  <a:pt x="328" y="785"/>
                </a:lnTo>
                <a:lnTo>
                  <a:pt x="328" y="784"/>
                </a:lnTo>
                <a:lnTo>
                  <a:pt x="327" y="784"/>
                </a:lnTo>
                <a:lnTo>
                  <a:pt x="326" y="784"/>
                </a:lnTo>
                <a:lnTo>
                  <a:pt x="326" y="783"/>
                </a:lnTo>
                <a:lnTo>
                  <a:pt x="326" y="782"/>
                </a:lnTo>
                <a:lnTo>
                  <a:pt x="327" y="782"/>
                </a:lnTo>
                <a:lnTo>
                  <a:pt x="328" y="781"/>
                </a:lnTo>
                <a:lnTo>
                  <a:pt x="328" y="782"/>
                </a:lnTo>
                <a:lnTo>
                  <a:pt x="328" y="781"/>
                </a:lnTo>
                <a:lnTo>
                  <a:pt x="329" y="781"/>
                </a:lnTo>
                <a:lnTo>
                  <a:pt x="329" y="780"/>
                </a:lnTo>
                <a:lnTo>
                  <a:pt x="328" y="780"/>
                </a:lnTo>
                <a:lnTo>
                  <a:pt x="328" y="779"/>
                </a:lnTo>
                <a:lnTo>
                  <a:pt x="328" y="778"/>
                </a:lnTo>
                <a:lnTo>
                  <a:pt x="328" y="777"/>
                </a:lnTo>
                <a:lnTo>
                  <a:pt x="328" y="776"/>
                </a:lnTo>
                <a:lnTo>
                  <a:pt x="327" y="776"/>
                </a:lnTo>
                <a:lnTo>
                  <a:pt x="327" y="775"/>
                </a:lnTo>
                <a:lnTo>
                  <a:pt x="327" y="774"/>
                </a:lnTo>
                <a:lnTo>
                  <a:pt x="327" y="773"/>
                </a:lnTo>
                <a:lnTo>
                  <a:pt x="326" y="773"/>
                </a:lnTo>
                <a:lnTo>
                  <a:pt x="325" y="773"/>
                </a:lnTo>
                <a:lnTo>
                  <a:pt x="325" y="772"/>
                </a:lnTo>
                <a:lnTo>
                  <a:pt x="324" y="772"/>
                </a:lnTo>
                <a:lnTo>
                  <a:pt x="325" y="772"/>
                </a:lnTo>
                <a:lnTo>
                  <a:pt x="324" y="772"/>
                </a:lnTo>
                <a:lnTo>
                  <a:pt x="324" y="771"/>
                </a:lnTo>
                <a:lnTo>
                  <a:pt x="324" y="772"/>
                </a:lnTo>
                <a:lnTo>
                  <a:pt x="324" y="771"/>
                </a:lnTo>
                <a:lnTo>
                  <a:pt x="324" y="770"/>
                </a:lnTo>
                <a:lnTo>
                  <a:pt x="324" y="769"/>
                </a:lnTo>
                <a:lnTo>
                  <a:pt x="324" y="768"/>
                </a:lnTo>
                <a:lnTo>
                  <a:pt x="324" y="767"/>
                </a:lnTo>
                <a:lnTo>
                  <a:pt x="323" y="767"/>
                </a:lnTo>
                <a:lnTo>
                  <a:pt x="323" y="766"/>
                </a:lnTo>
                <a:lnTo>
                  <a:pt x="323" y="764"/>
                </a:lnTo>
                <a:lnTo>
                  <a:pt x="324" y="764"/>
                </a:lnTo>
                <a:lnTo>
                  <a:pt x="324" y="763"/>
                </a:lnTo>
                <a:lnTo>
                  <a:pt x="324" y="762"/>
                </a:lnTo>
                <a:lnTo>
                  <a:pt x="324" y="763"/>
                </a:lnTo>
                <a:lnTo>
                  <a:pt x="323" y="763"/>
                </a:lnTo>
                <a:lnTo>
                  <a:pt x="322" y="763"/>
                </a:lnTo>
                <a:lnTo>
                  <a:pt x="322" y="762"/>
                </a:lnTo>
                <a:lnTo>
                  <a:pt x="322" y="763"/>
                </a:lnTo>
                <a:lnTo>
                  <a:pt x="321" y="763"/>
                </a:lnTo>
                <a:lnTo>
                  <a:pt x="320" y="763"/>
                </a:lnTo>
                <a:lnTo>
                  <a:pt x="321" y="763"/>
                </a:lnTo>
                <a:lnTo>
                  <a:pt x="321" y="764"/>
                </a:lnTo>
                <a:lnTo>
                  <a:pt x="320" y="764"/>
                </a:lnTo>
                <a:lnTo>
                  <a:pt x="319" y="764"/>
                </a:lnTo>
                <a:lnTo>
                  <a:pt x="319" y="765"/>
                </a:lnTo>
                <a:lnTo>
                  <a:pt x="318" y="765"/>
                </a:lnTo>
                <a:lnTo>
                  <a:pt x="318" y="766"/>
                </a:lnTo>
                <a:lnTo>
                  <a:pt x="317" y="766"/>
                </a:lnTo>
                <a:lnTo>
                  <a:pt x="317" y="767"/>
                </a:lnTo>
                <a:lnTo>
                  <a:pt x="316" y="767"/>
                </a:lnTo>
                <a:lnTo>
                  <a:pt x="316" y="768"/>
                </a:lnTo>
                <a:lnTo>
                  <a:pt x="315" y="768"/>
                </a:lnTo>
                <a:lnTo>
                  <a:pt x="315" y="769"/>
                </a:lnTo>
                <a:lnTo>
                  <a:pt x="314" y="769"/>
                </a:lnTo>
                <a:lnTo>
                  <a:pt x="314" y="770"/>
                </a:lnTo>
                <a:lnTo>
                  <a:pt x="313" y="770"/>
                </a:lnTo>
                <a:lnTo>
                  <a:pt x="312" y="770"/>
                </a:lnTo>
                <a:lnTo>
                  <a:pt x="311" y="770"/>
                </a:lnTo>
                <a:lnTo>
                  <a:pt x="311" y="771"/>
                </a:lnTo>
                <a:lnTo>
                  <a:pt x="311" y="770"/>
                </a:lnTo>
                <a:lnTo>
                  <a:pt x="310" y="771"/>
                </a:lnTo>
                <a:lnTo>
                  <a:pt x="310" y="770"/>
                </a:lnTo>
                <a:lnTo>
                  <a:pt x="310" y="771"/>
                </a:lnTo>
                <a:lnTo>
                  <a:pt x="309" y="771"/>
                </a:lnTo>
                <a:lnTo>
                  <a:pt x="309" y="770"/>
                </a:lnTo>
                <a:lnTo>
                  <a:pt x="309" y="771"/>
                </a:lnTo>
                <a:lnTo>
                  <a:pt x="308" y="770"/>
                </a:lnTo>
                <a:lnTo>
                  <a:pt x="308" y="771"/>
                </a:lnTo>
                <a:lnTo>
                  <a:pt x="307" y="771"/>
                </a:lnTo>
                <a:lnTo>
                  <a:pt x="306" y="771"/>
                </a:lnTo>
                <a:lnTo>
                  <a:pt x="306" y="772"/>
                </a:lnTo>
                <a:lnTo>
                  <a:pt x="306" y="771"/>
                </a:lnTo>
                <a:lnTo>
                  <a:pt x="306" y="772"/>
                </a:lnTo>
                <a:lnTo>
                  <a:pt x="306" y="771"/>
                </a:lnTo>
                <a:lnTo>
                  <a:pt x="305" y="771"/>
                </a:lnTo>
                <a:lnTo>
                  <a:pt x="305" y="772"/>
                </a:lnTo>
                <a:lnTo>
                  <a:pt x="304" y="772"/>
                </a:lnTo>
                <a:lnTo>
                  <a:pt x="303" y="772"/>
                </a:lnTo>
                <a:lnTo>
                  <a:pt x="302" y="772"/>
                </a:lnTo>
                <a:lnTo>
                  <a:pt x="302" y="773"/>
                </a:lnTo>
                <a:lnTo>
                  <a:pt x="301" y="773"/>
                </a:lnTo>
                <a:lnTo>
                  <a:pt x="301" y="774"/>
                </a:lnTo>
                <a:lnTo>
                  <a:pt x="301" y="775"/>
                </a:lnTo>
                <a:lnTo>
                  <a:pt x="300" y="775"/>
                </a:lnTo>
                <a:lnTo>
                  <a:pt x="300" y="776"/>
                </a:lnTo>
                <a:lnTo>
                  <a:pt x="299" y="776"/>
                </a:lnTo>
                <a:lnTo>
                  <a:pt x="299" y="777"/>
                </a:lnTo>
                <a:lnTo>
                  <a:pt x="299" y="776"/>
                </a:lnTo>
                <a:lnTo>
                  <a:pt x="299" y="777"/>
                </a:lnTo>
                <a:lnTo>
                  <a:pt x="298" y="777"/>
                </a:lnTo>
                <a:lnTo>
                  <a:pt x="297" y="778"/>
                </a:lnTo>
                <a:lnTo>
                  <a:pt x="297" y="779"/>
                </a:lnTo>
                <a:lnTo>
                  <a:pt x="296" y="779"/>
                </a:lnTo>
                <a:lnTo>
                  <a:pt x="296" y="780"/>
                </a:lnTo>
                <a:lnTo>
                  <a:pt x="295" y="780"/>
                </a:lnTo>
                <a:lnTo>
                  <a:pt x="295" y="781"/>
                </a:lnTo>
                <a:lnTo>
                  <a:pt x="295" y="782"/>
                </a:lnTo>
                <a:lnTo>
                  <a:pt x="295" y="783"/>
                </a:lnTo>
                <a:lnTo>
                  <a:pt x="295" y="784"/>
                </a:lnTo>
                <a:lnTo>
                  <a:pt x="294" y="784"/>
                </a:lnTo>
                <a:lnTo>
                  <a:pt x="293" y="784"/>
                </a:lnTo>
                <a:lnTo>
                  <a:pt x="292" y="784"/>
                </a:lnTo>
                <a:lnTo>
                  <a:pt x="292" y="785"/>
                </a:lnTo>
                <a:lnTo>
                  <a:pt x="291" y="785"/>
                </a:lnTo>
                <a:lnTo>
                  <a:pt x="291" y="786"/>
                </a:lnTo>
                <a:lnTo>
                  <a:pt x="290" y="786"/>
                </a:lnTo>
                <a:lnTo>
                  <a:pt x="290" y="787"/>
                </a:lnTo>
                <a:lnTo>
                  <a:pt x="290" y="788"/>
                </a:lnTo>
                <a:lnTo>
                  <a:pt x="289" y="788"/>
                </a:lnTo>
                <a:lnTo>
                  <a:pt x="289" y="789"/>
                </a:lnTo>
                <a:lnTo>
                  <a:pt x="288" y="789"/>
                </a:lnTo>
                <a:lnTo>
                  <a:pt x="288" y="790"/>
                </a:lnTo>
                <a:lnTo>
                  <a:pt x="287" y="790"/>
                </a:lnTo>
                <a:lnTo>
                  <a:pt x="287" y="789"/>
                </a:lnTo>
                <a:lnTo>
                  <a:pt x="286" y="789"/>
                </a:lnTo>
                <a:lnTo>
                  <a:pt x="286" y="790"/>
                </a:lnTo>
                <a:lnTo>
                  <a:pt x="285" y="790"/>
                </a:lnTo>
                <a:lnTo>
                  <a:pt x="285" y="791"/>
                </a:lnTo>
                <a:lnTo>
                  <a:pt x="285" y="792"/>
                </a:lnTo>
                <a:lnTo>
                  <a:pt x="284" y="792"/>
                </a:lnTo>
                <a:lnTo>
                  <a:pt x="284" y="793"/>
                </a:lnTo>
                <a:lnTo>
                  <a:pt x="283" y="793"/>
                </a:lnTo>
                <a:lnTo>
                  <a:pt x="282" y="793"/>
                </a:lnTo>
                <a:lnTo>
                  <a:pt x="281" y="793"/>
                </a:lnTo>
                <a:lnTo>
                  <a:pt x="280" y="793"/>
                </a:lnTo>
                <a:lnTo>
                  <a:pt x="280" y="794"/>
                </a:lnTo>
                <a:lnTo>
                  <a:pt x="279" y="794"/>
                </a:lnTo>
                <a:lnTo>
                  <a:pt x="278" y="794"/>
                </a:lnTo>
                <a:lnTo>
                  <a:pt x="278" y="795"/>
                </a:lnTo>
                <a:lnTo>
                  <a:pt x="278" y="794"/>
                </a:lnTo>
                <a:lnTo>
                  <a:pt x="278" y="795"/>
                </a:lnTo>
                <a:lnTo>
                  <a:pt x="277" y="794"/>
                </a:lnTo>
                <a:lnTo>
                  <a:pt x="277" y="795"/>
                </a:lnTo>
                <a:lnTo>
                  <a:pt x="276" y="795"/>
                </a:lnTo>
                <a:lnTo>
                  <a:pt x="276" y="796"/>
                </a:lnTo>
                <a:lnTo>
                  <a:pt x="275" y="796"/>
                </a:lnTo>
                <a:lnTo>
                  <a:pt x="274" y="796"/>
                </a:lnTo>
                <a:lnTo>
                  <a:pt x="274" y="795"/>
                </a:lnTo>
                <a:lnTo>
                  <a:pt x="273" y="795"/>
                </a:lnTo>
                <a:lnTo>
                  <a:pt x="272" y="795"/>
                </a:lnTo>
                <a:lnTo>
                  <a:pt x="272" y="794"/>
                </a:lnTo>
                <a:lnTo>
                  <a:pt x="271" y="794"/>
                </a:lnTo>
                <a:lnTo>
                  <a:pt x="270" y="794"/>
                </a:lnTo>
                <a:lnTo>
                  <a:pt x="269" y="794"/>
                </a:lnTo>
                <a:lnTo>
                  <a:pt x="268" y="794"/>
                </a:lnTo>
                <a:lnTo>
                  <a:pt x="268" y="795"/>
                </a:lnTo>
                <a:lnTo>
                  <a:pt x="267" y="795"/>
                </a:lnTo>
                <a:lnTo>
                  <a:pt x="266" y="795"/>
                </a:lnTo>
                <a:lnTo>
                  <a:pt x="266" y="794"/>
                </a:lnTo>
                <a:lnTo>
                  <a:pt x="265" y="794"/>
                </a:lnTo>
                <a:lnTo>
                  <a:pt x="265" y="793"/>
                </a:lnTo>
                <a:lnTo>
                  <a:pt x="265" y="792"/>
                </a:lnTo>
                <a:lnTo>
                  <a:pt x="264" y="792"/>
                </a:lnTo>
                <a:lnTo>
                  <a:pt x="265" y="792"/>
                </a:lnTo>
                <a:lnTo>
                  <a:pt x="265" y="791"/>
                </a:lnTo>
                <a:lnTo>
                  <a:pt x="265" y="790"/>
                </a:lnTo>
                <a:lnTo>
                  <a:pt x="264" y="790"/>
                </a:lnTo>
                <a:lnTo>
                  <a:pt x="263" y="790"/>
                </a:lnTo>
                <a:lnTo>
                  <a:pt x="263" y="789"/>
                </a:lnTo>
                <a:lnTo>
                  <a:pt x="263" y="790"/>
                </a:lnTo>
                <a:lnTo>
                  <a:pt x="263" y="789"/>
                </a:lnTo>
                <a:lnTo>
                  <a:pt x="263" y="788"/>
                </a:lnTo>
                <a:lnTo>
                  <a:pt x="262" y="788"/>
                </a:lnTo>
                <a:lnTo>
                  <a:pt x="262" y="787"/>
                </a:lnTo>
                <a:lnTo>
                  <a:pt x="261" y="787"/>
                </a:lnTo>
                <a:lnTo>
                  <a:pt x="260" y="787"/>
                </a:lnTo>
                <a:lnTo>
                  <a:pt x="260" y="788"/>
                </a:lnTo>
                <a:lnTo>
                  <a:pt x="259" y="788"/>
                </a:lnTo>
                <a:lnTo>
                  <a:pt x="258" y="788"/>
                </a:lnTo>
                <a:lnTo>
                  <a:pt x="257" y="788"/>
                </a:lnTo>
                <a:lnTo>
                  <a:pt x="256" y="788"/>
                </a:lnTo>
                <a:lnTo>
                  <a:pt x="255" y="788"/>
                </a:lnTo>
                <a:lnTo>
                  <a:pt x="254" y="788"/>
                </a:lnTo>
                <a:lnTo>
                  <a:pt x="254" y="789"/>
                </a:lnTo>
                <a:lnTo>
                  <a:pt x="253" y="789"/>
                </a:lnTo>
                <a:lnTo>
                  <a:pt x="253" y="790"/>
                </a:lnTo>
                <a:lnTo>
                  <a:pt x="252" y="790"/>
                </a:lnTo>
                <a:lnTo>
                  <a:pt x="252" y="791"/>
                </a:lnTo>
                <a:lnTo>
                  <a:pt x="251" y="791"/>
                </a:lnTo>
                <a:lnTo>
                  <a:pt x="251" y="792"/>
                </a:lnTo>
                <a:lnTo>
                  <a:pt x="250" y="792"/>
                </a:lnTo>
                <a:lnTo>
                  <a:pt x="250" y="793"/>
                </a:lnTo>
                <a:lnTo>
                  <a:pt x="249" y="793"/>
                </a:lnTo>
                <a:lnTo>
                  <a:pt x="249" y="792"/>
                </a:lnTo>
                <a:lnTo>
                  <a:pt x="248" y="792"/>
                </a:lnTo>
                <a:lnTo>
                  <a:pt x="248" y="793"/>
                </a:lnTo>
                <a:lnTo>
                  <a:pt x="247" y="793"/>
                </a:lnTo>
                <a:lnTo>
                  <a:pt x="247" y="794"/>
                </a:lnTo>
                <a:lnTo>
                  <a:pt x="246" y="794"/>
                </a:lnTo>
                <a:lnTo>
                  <a:pt x="245" y="794"/>
                </a:lnTo>
                <a:lnTo>
                  <a:pt x="244" y="794"/>
                </a:lnTo>
                <a:lnTo>
                  <a:pt x="244" y="793"/>
                </a:lnTo>
                <a:lnTo>
                  <a:pt x="243" y="793"/>
                </a:lnTo>
                <a:lnTo>
                  <a:pt x="243" y="792"/>
                </a:lnTo>
                <a:lnTo>
                  <a:pt x="242" y="792"/>
                </a:lnTo>
                <a:lnTo>
                  <a:pt x="242" y="791"/>
                </a:lnTo>
                <a:lnTo>
                  <a:pt x="242" y="790"/>
                </a:lnTo>
                <a:lnTo>
                  <a:pt x="241" y="790"/>
                </a:lnTo>
                <a:lnTo>
                  <a:pt x="241" y="789"/>
                </a:lnTo>
                <a:lnTo>
                  <a:pt x="240" y="789"/>
                </a:lnTo>
                <a:lnTo>
                  <a:pt x="239" y="789"/>
                </a:lnTo>
                <a:lnTo>
                  <a:pt x="239" y="790"/>
                </a:lnTo>
                <a:lnTo>
                  <a:pt x="239" y="791"/>
                </a:lnTo>
                <a:lnTo>
                  <a:pt x="239" y="792"/>
                </a:lnTo>
                <a:lnTo>
                  <a:pt x="238" y="792"/>
                </a:lnTo>
                <a:lnTo>
                  <a:pt x="237" y="792"/>
                </a:lnTo>
                <a:lnTo>
                  <a:pt x="237" y="791"/>
                </a:lnTo>
                <a:lnTo>
                  <a:pt x="236" y="791"/>
                </a:lnTo>
                <a:lnTo>
                  <a:pt x="236" y="790"/>
                </a:lnTo>
                <a:lnTo>
                  <a:pt x="235" y="790"/>
                </a:lnTo>
                <a:lnTo>
                  <a:pt x="234" y="790"/>
                </a:lnTo>
                <a:lnTo>
                  <a:pt x="234" y="789"/>
                </a:lnTo>
                <a:lnTo>
                  <a:pt x="234" y="788"/>
                </a:lnTo>
                <a:lnTo>
                  <a:pt x="234" y="787"/>
                </a:lnTo>
                <a:lnTo>
                  <a:pt x="234" y="786"/>
                </a:lnTo>
                <a:lnTo>
                  <a:pt x="234" y="785"/>
                </a:lnTo>
                <a:lnTo>
                  <a:pt x="234" y="784"/>
                </a:lnTo>
                <a:lnTo>
                  <a:pt x="234" y="783"/>
                </a:lnTo>
                <a:lnTo>
                  <a:pt x="233" y="783"/>
                </a:lnTo>
                <a:lnTo>
                  <a:pt x="233" y="782"/>
                </a:lnTo>
                <a:lnTo>
                  <a:pt x="233" y="781"/>
                </a:lnTo>
                <a:lnTo>
                  <a:pt x="233" y="780"/>
                </a:lnTo>
                <a:lnTo>
                  <a:pt x="234" y="780"/>
                </a:lnTo>
                <a:lnTo>
                  <a:pt x="234" y="779"/>
                </a:lnTo>
                <a:lnTo>
                  <a:pt x="235" y="779"/>
                </a:lnTo>
                <a:lnTo>
                  <a:pt x="235" y="778"/>
                </a:lnTo>
                <a:lnTo>
                  <a:pt x="235" y="777"/>
                </a:lnTo>
                <a:lnTo>
                  <a:pt x="236" y="777"/>
                </a:lnTo>
                <a:lnTo>
                  <a:pt x="236" y="776"/>
                </a:lnTo>
                <a:lnTo>
                  <a:pt x="237" y="776"/>
                </a:lnTo>
                <a:lnTo>
                  <a:pt x="237" y="775"/>
                </a:lnTo>
                <a:lnTo>
                  <a:pt x="238" y="775"/>
                </a:lnTo>
                <a:lnTo>
                  <a:pt x="238" y="776"/>
                </a:lnTo>
                <a:lnTo>
                  <a:pt x="239" y="776"/>
                </a:lnTo>
                <a:lnTo>
                  <a:pt x="239" y="775"/>
                </a:lnTo>
                <a:lnTo>
                  <a:pt x="239" y="774"/>
                </a:lnTo>
                <a:lnTo>
                  <a:pt x="238" y="774"/>
                </a:lnTo>
                <a:lnTo>
                  <a:pt x="238" y="773"/>
                </a:lnTo>
                <a:lnTo>
                  <a:pt x="237" y="773"/>
                </a:lnTo>
                <a:lnTo>
                  <a:pt x="237" y="772"/>
                </a:lnTo>
                <a:lnTo>
                  <a:pt x="236" y="772"/>
                </a:lnTo>
                <a:lnTo>
                  <a:pt x="236" y="771"/>
                </a:lnTo>
                <a:lnTo>
                  <a:pt x="235" y="771"/>
                </a:lnTo>
                <a:lnTo>
                  <a:pt x="236" y="771"/>
                </a:lnTo>
                <a:lnTo>
                  <a:pt x="235" y="771"/>
                </a:lnTo>
                <a:lnTo>
                  <a:pt x="235" y="770"/>
                </a:lnTo>
                <a:lnTo>
                  <a:pt x="234" y="770"/>
                </a:lnTo>
                <a:lnTo>
                  <a:pt x="233" y="770"/>
                </a:lnTo>
                <a:lnTo>
                  <a:pt x="233" y="771"/>
                </a:lnTo>
                <a:lnTo>
                  <a:pt x="233" y="770"/>
                </a:lnTo>
                <a:lnTo>
                  <a:pt x="232" y="770"/>
                </a:lnTo>
                <a:lnTo>
                  <a:pt x="231" y="770"/>
                </a:lnTo>
                <a:lnTo>
                  <a:pt x="231" y="771"/>
                </a:lnTo>
                <a:lnTo>
                  <a:pt x="230" y="771"/>
                </a:lnTo>
                <a:lnTo>
                  <a:pt x="229" y="771"/>
                </a:lnTo>
                <a:lnTo>
                  <a:pt x="229" y="772"/>
                </a:lnTo>
                <a:lnTo>
                  <a:pt x="228" y="772"/>
                </a:lnTo>
                <a:lnTo>
                  <a:pt x="228" y="773"/>
                </a:lnTo>
                <a:lnTo>
                  <a:pt x="227" y="773"/>
                </a:lnTo>
                <a:lnTo>
                  <a:pt x="227" y="774"/>
                </a:lnTo>
                <a:lnTo>
                  <a:pt x="228" y="774"/>
                </a:lnTo>
                <a:lnTo>
                  <a:pt x="227" y="774"/>
                </a:lnTo>
                <a:lnTo>
                  <a:pt x="227" y="773"/>
                </a:lnTo>
                <a:lnTo>
                  <a:pt x="226" y="773"/>
                </a:lnTo>
                <a:lnTo>
                  <a:pt x="226" y="772"/>
                </a:lnTo>
                <a:lnTo>
                  <a:pt x="226" y="771"/>
                </a:lnTo>
                <a:lnTo>
                  <a:pt x="225" y="771"/>
                </a:lnTo>
                <a:lnTo>
                  <a:pt x="224" y="771"/>
                </a:lnTo>
                <a:lnTo>
                  <a:pt x="223" y="771"/>
                </a:lnTo>
                <a:lnTo>
                  <a:pt x="223" y="770"/>
                </a:lnTo>
                <a:lnTo>
                  <a:pt x="223" y="771"/>
                </a:lnTo>
                <a:lnTo>
                  <a:pt x="223" y="770"/>
                </a:lnTo>
                <a:lnTo>
                  <a:pt x="222" y="770"/>
                </a:lnTo>
                <a:lnTo>
                  <a:pt x="222" y="769"/>
                </a:lnTo>
                <a:lnTo>
                  <a:pt x="222" y="768"/>
                </a:lnTo>
                <a:lnTo>
                  <a:pt x="221" y="768"/>
                </a:lnTo>
                <a:lnTo>
                  <a:pt x="221" y="767"/>
                </a:lnTo>
                <a:lnTo>
                  <a:pt x="221" y="766"/>
                </a:lnTo>
                <a:lnTo>
                  <a:pt x="221" y="765"/>
                </a:lnTo>
                <a:lnTo>
                  <a:pt x="220" y="765"/>
                </a:lnTo>
                <a:lnTo>
                  <a:pt x="220" y="764"/>
                </a:lnTo>
                <a:lnTo>
                  <a:pt x="220" y="763"/>
                </a:lnTo>
                <a:lnTo>
                  <a:pt x="220" y="762"/>
                </a:lnTo>
                <a:lnTo>
                  <a:pt x="219" y="762"/>
                </a:lnTo>
                <a:lnTo>
                  <a:pt x="219" y="761"/>
                </a:lnTo>
                <a:lnTo>
                  <a:pt x="219" y="760"/>
                </a:lnTo>
                <a:lnTo>
                  <a:pt x="219" y="759"/>
                </a:lnTo>
                <a:lnTo>
                  <a:pt x="218" y="759"/>
                </a:lnTo>
                <a:lnTo>
                  <a:pt x="218" y="758"/>
                </a:lnTo>
                <a:lnTo>
                  <a:pt x="218" y="757"/>
                </a:lnTo>
                <a:lnTo>
                  <a:pt x="218" y="756"/>
                </a:lnTo>
                <a:lnTo>
                  <a:pt x="218" y="755"/>
                </a:lnTo>
                <a:lnTo>
                  <a:pt x="218" y="754"/>
                </a:lnTo>
                <a:lnTo>
                  <a:pt x="218" y="753"/>
                </a:lnTo>
                <a:lnTo>
                  <a:pt x="219" y="753"/>
                </a:lnTo>
                <a:lnTo>
                  <a:pt x="219" y="752"/>
                </a:lnTo>
                <a:lnTo>
                  <a:pt x="220" y="752"/>
                </a:lnTo>
                <a:lnTo>
                  <a:pt x="220" y="751"/>
                </a:lnTo>
                <a:lnTo>
                  <a:pt x="219" y="751"/>
                </a:lnTo>
                <a:lnTo>
                  <a:pt x="219" y="749"/>
                </a:lnTo>
                <a:lnTo>
                  <a:pt x="220" y="749"/>
                </a:lnTo>
                <a:lnTo>
                  <a:pt x="221" y="749"/>
                </a:lnTo>
                <a:lnTo>
                  <a:pt x="221" y="748"/>
                </a:lnTo>
                <a:lnTo>
                  <a:pt x="221" y="747"/>
                </a:lnTo>
                <a:lnTo>
                  <a:pt x="222" y="747"/>
                </a:lnTo>
                <a:lnTo>
                  <a:pt x="221" y="747"/>
                </a:lnTo>
                <a:lnTo>
                  <a:pt x="221" y="746"/>
                </a:lnTo>
                <a:lnTo>
                  <a:pt x="222" y="746"/>
                </a:lnTo>
                <a:lnTo>
                  <a:pt x="222" y="745"/>
                </a:lnTo>
                <a:lnTo>
                  <a:pt x="222" y="744"/>
                </a:lnTo>
                <a:lnTo>
                  <a:pt x="222" y="743"/>
                </a:lnTo>
                <a:lnTo>
                  <a:pt x="223" y="743"/>
                </a:lnTo>
                <a:lnTo>
                  <a:pt x="223" y="742"/>
                </a:lnTo>
                <a:lnTo>
                  <a:pt x="223" y="741"/>
                </a:lnTo>
                <a:lnTo>
                  <a:pt x="222" y="741"/>
                </a:lnTo>
                <a:lnTo>
                  <a:pt x="222" y="740"/>
                </a:lnTo>
                <a:lnTo>
                  <a:pt x="221" y="740"/>
                </a:lnTo>
                <a:lnTo>
                  <a:pt x="221" y="739"/>
                </a:lnTo>
                <a:lnTo>
                  <a:pt x="220" y="739"/>
                </a:lnTo>
                <a:lnTo>
                  <a:pt x="220" y="738"/>
                </a:lnTo>
                <a:lnTo>
                  <a:pt x="220" y="737"/>
                </a:lnTo>
                <a:lnTo>
                  <a:pt x="219" y="737"/>
                </a:lnTo>
                <a:lnTo>
                  <a:pt x="219" y="736"/>
                </a:lnTo>
                <a:lnTo>
                  <a:pt x="219" y="735"/>
                </a:lnTo>
                <a:lnTo>
                  <a:pt x="220" y="735"/>
                </a:lnTo>
                <a:lnTo>
                  <a:pt x="220" y="734"/>
                </a:lnTo>
                <a:lnTo>
                  <a:pt x="219" y="734"/>
                </a:lnTo>
                <a:lnTo>
                  <a:pt x="218" y="734"/>
                </a:lnTo>
                <a:lnTo>
                  <a:pt x="218" y="733"/>
                </a:lnTo>
                <a:lnTo>
                  <a:pt x="217" y="733"/>
                </a:lnTo>
                <a:lnTo>
                  <a:pt x="217" y="734"/>
                </a:lnTo>
                <a:lnTo>
                  <a:pt x="217" y="733"/>
                </a:lnTo>
                <a:lnTo>
                  <a:pt x="216" y="733"/>
                </a:lnTo>
                <a:lnTo>
                  <a:pt x="216" y="734"/>
                </a:lnTo>
                <a:lnTo>
                  <a:pt x="215" y="734"/>
                </a:lnTo>
                <a:lnTo>
                  <a:pt x="215" y="733"/>
                </a:lnTo>
                <a:lnTo>
                  <a:pt x="214" y="733"/>
                </a:lnTo>
                <a:lnTo>
                  <a:pt x="213" y="733"/>
                </a:lnTo>
                <a:lnTo>
                  <a:pt x="213" y="732"/>
                </a:lnTo>
                <a:lnTo>
                  <a:pt x="213" y="733"/>
                </a:lnTo>
                <a:lnTo>
                  <a:pt x="212" y="733"/>
                </a:lnTo>
                <a:lnTo>
                  <a:pt x="212" y="732"/>
                </a:lnTo>
                <a:lnTo>
                  <a:pt x="212" y="733"/>
                </a:lnTo>
                <a:lnTo>
                  <a:pt x="211" y="733"/>
                </a:lnTo>
                <a:lnTo>
                  <a:pt x="211" y="734"/>
                </a:lnTo>
                <a:lnTo>
                  <a:pt x="211" y="735"/>
                </a:lnTo>
                <a:lnTo>
                  <a:pt x="212" y="735"/>
                </a:lnTo>
                <a:lnTo>
                  <a:pt x="212" y="736"/>
                </a:lnTo>
                <a:lnTo>
                  <a:pt x="211" y="736"/>
                </a:lnTo>
                <a:lnTo>
                  <a:pt x="211" y="737"/>
                </a:lnTo>
                <a:lnTo>
                  <a:pt x="210" y="737"/>
                </a:lnTo>
                <a:lnTo>
                  <a:pt x="209" y="737"/>
                </a:lnTo>
                <a:lnTo>
                  <a:pt x="208" y="737"/>
                </a:lnTo>
                <a:lnTo>
                  <a:pt x="208" y="736"/>
                </a:lnTo>
                <a:lnTo>
                  <a:pt x="208" y="735"/>
                </a:lnTo>
                <a:lnTo>
                  <a:pt x="207" y="735"/>
                </a:lnTo>
                <a:lnTo>
                  <a:pt x="206" y="735"/>
                </a:lnTo>
                <a:lnTo>
                  <a:pt x="206" y="734"/>
                </a:lnTo>
                <a:lnTo>
                  <a:pt x="205" y="734"/>
                </a:lnTo>
                <a:lnTo>
                  <a:pt x="204" y="734"/>
                </a:lnTo>
                <a:lnTo>
                  <a:pt x="203" y="734"/>
                </a:lnTo>
                <a:lnTo>
                  <a:pt x="203" y="733"/>
                </a:lnTo>
                <a:lnTo>
                  <a:pt x="202" y="733"/>
                </a:lnTo>
                <a:lnTo>
                  <a:pt x="202" y="732"/>
                </a:lnTo>
                <a:lnTo>
                  <a:pt x="202" y="733"/>
                </a:lnTo>
                <a:lnTo>
                  <a:pt x="201" y="733"/>
                </a:lnTo>
                <a:lnTo>
                  <a:pt x="201" y="732"/>
                </a:lnTo>
                <a:lnTo>
                  <a:pt x="200" y="732"/>
                </a:lnTo>
                <a:lnTo>
                  <a:pt x="199" y="732"/>
                </a:lnTo>
                <a:lnTo>
                  <a:pt x="199" y="733"/>
                </a:lnTo>
                <a:lnTo>
                  <a:pt x="198" y="733"/>
                </a:lnTo>
                <a:lnTo>
                  <a:pt x="198" y="734"/>
                </a:lnTo>
                <a:lnTo>
                  <a:pt x="198" y="735"/>
                </a:lnTo>
                <a:lnTo>
                  <a:pt x="197" y="735"/>
                </a:lnTo>
                <a:lnTo>
                  <a:pt x="197" y="736"/>
                </a:lnTo>
                <a:lnTo>
                  <a:pt x="197" y="735"/>
                </a:lnTo>
                <a:lnTo>
                  <a:pt x="196" y="735"/>
                </a:lnTo>
                <a:lnTo>
                  <a:pt x="196" y="736"/>
                </a:lnTo>
                <a:lnTo>
                  <a:pt x="196" y="735"/>
                </a:lnTo>
                <a:lnTo>
                  <a:pt x="196" y="736"/>
                </a:lnTo>
                <a:lnTo>
                  <a:pt x="196" y="735"/>
                </a:lnTo>
                <a:lnTo>
                  <a:pt x="195" y="735"/>
                </a:lnTo>
                <a:lnTo>
                  <a:pt x="195" y="734"/>
                </a:lnTo>
                <a:lnTo>
                  <a:pt x="196" y="734"/>
                </a:lnTo>
                <a:lnTo>
                  <a:pt x="195" y="734"/>
                </a:lnTo>
                <a:lnTo>
                  <a:pt x="196" y="734"/>
                </a:lnTo>
                <a:lnTo>
                  <a:pt x="195" y="733"/>
                </a:lnTo>
                <a:lnTo>
                  <a:pt x="196" y="733"/>
                </a:lnTo>
                <a:lnTo>
                  <a:pt x="196" y="732"/>
                </a:lnTo>
                <a:lnTo>
                  <a:pt x="195" y="732"/>
                </a:lnTo>
                <a:lnTo>
                  <a:pt x="194" y="732"/>
                </a:lnTo>
                <a:lnTo>
                  <a:pt x="193" y="732"/>
                </a:lnTo>
                <a:lnTo>
                  <a:pt x="193" y="731"/>
                </a:lnTo>
                <a:lnTo>
                  <a:pt x="192" y="731"/>
                </a:lnTo>
                <a:lnTo>
                  <a:pt x="192" y="730"/>
                </a:lnTo>
                <a:lnTo>
                  <a:pt x="191" y="730"/>
                </a:lnTo>
                <a:lnTo>
                  <a:pt x="191" y="729"/>
                </a:lnTo>
                <a:lnTo>
                  <a:pt x="192" y="729"/>
                </a:lnTo>
                <a:lnTo>
                  <a:pt x="191" y="729"/>
                </a:lnTo>
                <a:lnTo>
                  <a:pt x="190" y="729"/>
                </a:lnTo>
                <a:lnTo>
                  <a:pt x="189" y="729"/>
                </a:lnTo>
                <a:lnTo>
                  <a:pt x="189" y="730"/>
                </a:lnTo>
                <a:lnTo>
                  <a:pt x="188" y="730"/>
                </a:lnTo>
                <a:lnTo>
                  <a:pt x="188" y="729"/>
                </a:lnTo>
                <a:lnTo>
                  <a:pt x="187" y="729"/>
                </a:lnTo>
                <a:lnTo>
                  <a:pt x="187" y="728"/>
                </a:lnTo>
                <a:lnTo>
                  <a:pt x="186" y="728"/>
                </a:lnTo>
                <a:lnTo>
                  <a:pt x="186" y="729"/>
                </a:lnTo>
                <a:lnTo>
                  <a:pt x="185" y="729"/>
                </a:lnTo>
                <a:lnTo>
                  <a:pt x="184" y="729"/>
                </a:lnTo>
                <a:lnTo>
                  <a:pt x="184" y="728"/>
                </a:lnTo>
                <a:lnTo>
                  <a:pt x="183" y="728"/>
                </a:lnTo>
                <a:lnTo>
                  <a:pt x="183" y="729"/>
                </a:lnTo>
                <a:lnTo>
                  <a:pt x="183" y="728"/>
                </a:lnTo>
                <a:lnTo>
                  <a:pt x="182" y="728"/>
                </a:lnTo>
                <a:lnTo>
                  <a:pt x="181" y="728"/>
                </a:lnTo>
                <a:lnTo>
                  <a:pt x="181" y="729"/>
                </a:lnTo>
                <a:lnTo>
                  <a:pt x="180" y="729"/>
                </a:lnTo>
                <a:lnTo>
                  <a:pt x="180" y="730"/>
                </a:lnTo>
                <a:lnTo>
                  <a:pt x="180" y="729"/>
                </a:lnTo>
                <a:lnTo>
                  <a:pt x="179" y="729"/>
                </a:lnTo>
                <a:lnTo>
                  <a:pt x="179" y="728"/>
                </a:lnTo>
                <a:lnTo>
                  <a:pt x="178" y="728"/>
                </a:lnTo>
                <a:lnTo>
                  <a:pt x="178" y="727"/>
                </a:lnTo>
                <a:lnTo>
                  <a:pt x="177" y="727"/>
                </a:lnTo>
                <a:lnTo>
                  <a:pt x="176" y="726"/>
                </a:lnTo>
                <a:lnTo>
                  <a:pt x="177" y="726"/>
                </a:lnTo>
                <a:lnTo>
                  <a:pt x="176" y="726"/>
                </a:lnTo>
                <a:lnTo>
                  <a:pt x="175" y="726"/>
                </a:lnTo>
                <a:lnTo>
                  <a:pt x="175" y="727"/>
                </a:lnTo>
                <a:lnTo>
                  <a:pt x="174" y="727"/>
                </a:lnTo>
                <a:lnTo>
                  <a:pt x="174" y="728"/>
                </a:lnTo>
                <a:lnTo>
                  <a:pt x="173" y="728"/>
                </a:lnTo>
                <a:lnTo>
                  <a:pt x="172" y="728"/>
                </a:lnTo>
                <a:lnTo>
                  <a:pt x="172" y="729"/>
                </a:lnTo>
                <a:lnTo>
                  <a:pt x="171" y="729"/>
                </a:lnTo>
                <a:lnTo>
                  <a:pt x="171" y="728"/>
                </a:lnTo>
                <a:lnTo>
                  <a:pt x="171" y="729"/>
                </a:lnTo>
                <a:lnTo>
                  <a:pt x="170" y="729"/>
                </a:lnTo>
                <a:lnTo>
                  <a:pt x="170" y="730"/>
                </a:lnTo>
                <a:lnTo>
                  <a:pt x="170" y="729"/>
                </a:lnTo>
                <a:lnTo>
                  <a:pt x="169" y="729"/>
                </a:lnTo>
                <a:lnTo>
                  <a:pt x="169" y="730"/>
                </a:lnTo>
                <a:lnTo>
                  <a:pt x="168" y="730"/>
                </a:lnTo>
                <a:lnTo>
                  <a:pt x="168" y="729"/>
                </a:lnTo>
                <a:lnTo>
                  <a:pt x="167" y="729"/>
                </a:lnTo>
                <a:lnTo>
                  <a:pt x="166" y="729"/>
                </a:lnTo>
                <a:lnTo>
                  <a:pt x="166" y="730"/>
                </a:lnTo>
                <a:lnTo>
                  <a:pt x="165" y="730"/>
                </a:lnTo>
                <a:lnTo>
                  <a:pt x="164" y="730"/>
                </a:lnTo>
                <a:lnTo>
                  <a:pt x="164" y="729"/>
                </a:lnTo>
                <a:lnTo>
                  <a:pt x="164" y="730"/>
                </a:lnTo>
                <a:lnTo>
                  <a:pt x="163" y="730"/>
                </a:lnTo>
                <a:lnTo>
                  <a:pt x="162" y="730"/>
                </a:lnTo>
                <a:lnTo>
                  <a:pt x="162" y="729"/>
                </a:lnTo>
                <a:lnTo>
                  <a:pt x="161" y="729"/>
                </a:lnTo>
                <a:lnTo>
                  <a:pt x="160" y="729"/>
                </a:lnTo>
                <a:lnTo>
                  <a:pt x="160" y="728"/>
                </a:lnTo>
                <a:lnTo>
                  <a:pt x="159" y="728"/>
                </a:lnTo>
                <a:lnTo>
                  <a:pt x="158" y="728"/>
                </a:lnTo>
                <a:lnTo>
                  <a:pt x="158" y="729"/>
                </a:lnTo>
                <a:lnTo>
                  <a:pt x="157" y="729"/>
                </a:lnTo>
                <a:lnTo>
                  <a:pt x="157" y="728"/>
                </a:lnTo>
                <a:lnTo>
                  <a:pt x="156" y="728"/>
                </a:lnTo>
                <a:lnTo>
                  <a:pt x="155" y="728"/>
                </a:lnTo>
                <a:lnTo>
                  <a:pt x="154" y="728"/>
                </a:lnTo>
                <a:lnTo>
                  <a:pt x="153" y="728"/>
                </a:lnTo>
                <a:lnTo>
                  <a:pt x="153" y="727"/>
                </a:lnTo>
                <a:lnTo>
                  <a:pt x="153" y="728"/>
                </a:lnTo>
                <a:lnTo>
                  <a:pt x="153" y="727"/>
                </a:lnTo>
                <a:lnTo>
                  <a:pt x="152" y="727"/>
                </a:lnTo>
                <a:lnTo>
                  <a:pt x="152" y="726"/>
                </a:lnTo>
                <a:lnTo>
                  <a:pt x="152" y="727"/>
                </a:lnTo>
                <a:lnTo>
                  <a:pt x="151" y="727"/>
                </a:lnTo>
                <a:lnTo>
                  <a:pt x="151" y="726"/>
                </a:lnTo>
                <a:lnTo>
                  <a:pt x="150" y="726"/>
                </a:lnTo>
                <a:lnTo>
                  <a:pt x="150" y="725"/>
                </a:lnTo>
                <a:lnTo>
                  <a:pt x="149" y="725"/>
                </a:lnTo>
                <a:lnTo>
                  <a:pt x="149" y="724"/>
                </a:lnTo>
                <a:lnTo>
                  <a:pt x="148" y="724"/>
                </a:lnTo>
                <a:lnTo>
                  <a:pt x="147" y="724"/>
                </a:lnTo>
                <a:lnTo>
                  <a:pt x="147" y="723"/>
                </a:lnTo>
                <a:lnTo>
                  <a:pt x="147" y="722"/>
                </a:lnTo>
                <a:lnTo>
                  <a:pt x="148" y="722"/>
                </a:lnTo>
                <a:lnTo>
                  <a:pt x="148" y="723"/>
                </a:lnTo>
                <a:lnTo>
                  <a:pt x="148" y="722"/>
                </a:lnTo>
                <a:lnTo>
                  <a:pt x="149" y="722"/>
                </a:lnTo>
                <a:lnTo>
                  <a:pt x="149" y="723"/>
                </a:lnTo>
                <a:lnTo>
                  <a:pt x="150" y="723"/>
                </a:lnTo>
                <a:lnTo>
                  <a:pt x="151" y="722"/>
                </a:lnTo>
                <a:lnTo>
                  <a:pt x="150" y="722"/>
                </a:lnTo>
                <a:lnTo>
                  <a:pt x="149" y="722"/>
                </a:lnTo>
                <a:lnTo>
                  <a:pt x="149" y="721"/>
                </a:lnTo>
                <a:lnTo>
                  <a:pt x="149" y="720"/>
                </a:lnTo>
                <a:lnTo>
                  <a:pt x="149" y="719"/>
                </a:lnTo>
                <a:lnTo>
                  <a:pt x="150" y="719"/>
                </a:lnTo>
                <a:lnTo>
                  <a:pt x="150" y="718"/>
                </a:lnTo>
                <a:lnTo>
                  <a:pt x="150" y="719"/>
                </a:lnTo>
                <a:lnTo>
                  <a:pt x="151" y="718"/>
                </a:lnTo>
                <a:lnTo>
                  <a:pt x="150" y="718"/>
                </a:lnTo>
                <a:lnTo>
                  <a:pt x="151" y="718"/>
                </a:lnTo>
                <a:lnTo>
                  <a:pt x="151" y="717"/>
                </a:lnTo>
                <a:lnTo>
                  <a:pt x="151" y="716"/>
                </a:lnTo>
                <a:lnTo>
                  <a:pt x="152" y="716"/>
                </a:lnTo>
                <a:lnTo>
                  <a:pt x="153" y="716"/>
                </a:lnTo>
                <a:lnTo>
                  <a:pt x="153" y="715"/>
                </a:lnTo>
                <a:lnTo>
                  <a:pt x="154" y="715"/>
                </a:lnTo>
                <a:lnTo>
                  <a:pt x="154" y="714"/>
                </a:lnTo>
                <a:lnTo>
                  <a:pt x="154" y="713"/>
                </a:lnTo>
                <a:lnTo>
                  <a:pt x="154" y="712"/>
                </a:lnTo>
                <a:lnTo>
                  <a:pt x="154" y="711"/>
                </a:lnTo>
                <a:lnTo>
                  <a:pt x="154" y="710"/>
                </a:lnTo>
                <a:lnTo>
                  <a:pt x="154" y="709"/>
                </a:lnTo>
                <a:lnTo>
                  <a:pt x="154" y="708"/>
                </a:lnTo>
                <a:lnTo>
                  <a:pt x="155" y="708"/>
                </a:lnTo>
                <a:lnTo>
                  <a:pt x="155" y="707"/>
                </a:lnTo>
                <a:lnTo>
                  <a:pt x="156" y="707"/>
                </a:lnTo>
                <a:lnTo>
                  <a:pt x="156" y="706"/>
                </a:lnTo>
                <a:lnTo>
                  <a:pt x="156" y="705"/>
                </a:lnTo>
                <a:lnTo>
                  <a:pt x="157" y="705"/>
                </a:lnTo>
                <a:lnTo>
                  <a:pt x="157" y="704"/>
                </a:lnTo>
                <a:lnTo>
                  <a:pt x="158" y="704"/>
                </a:lnTo>
                <a:lnTo>
                  <a:pt x="158" y="703"/>
                </a:lnTo>
                <a:lnTo>
                  <a:pt x="158" y="702"/>
                </a:lnTo>
                <a:lnTo>
                  <a:pt x="157" y="702"/>
                </a:lnTo>
                <a:lnTo>
                  <a:pt x="157" y="701"/>
                </a:lnTo>
                <a:lnTo>
                  <a:pt x="156" y="701"/>
                </a:lnTo>
                <a:lnTo>
                  <a:pt x="156" y="700"/>
                </a:lnTo>
                <a:lnTo>
                  <a:pt x="155" y="700"/>
                </a:lnTo>
                <a:lnTo>
                  <a:pt x="155" y="699"/>
                </a:lnTo>
                <a:lnTo>
                  <a:pt x="156" y="699"/>
                </a:lnTo>
                <a:lnTo>
                  <a:pt x="157" y="699"/>
                </a:lnTo>
                <a:lnTo>
                  <a:pt x="158" y="699"/>
                </a:lnTo>
                <a:lnTo>
                  <a:pt x="158" y="698"/>
                </a:lnTo>
                <a:lnTo>
                  <a:pt x="159" y="698"/>
                </a:lnTo>
                <a:lnTo>
                  <a:pt x="159" y="697"/>
                </a:lnTo>
                <a:lnTo>
                  <a:pt x="160" y="697"/>
                </a:lnTo>
                <a:lnTo>
                  <a:pt x="160" y="696"/>
                </a:lnTo>
                <a:lnTo>
                  <a:pt x="161" y="696"/>
                </a:lnTo>
                <a:lnTo>
                  <a:pt x="161" y="695"/>
                </a:lnTo>
                <a:lnTo>
                  <a:pt x="161" y="694"/>
                </a:lnTo>
                <a:lnTo>
                  <a:pt x="162" y="694"/>
                </a:lnTo>
                <a:lnTo>
                  <a:pt x="163" y="694"/>
                </a:lnTo>
                <a:lnTo>
                  <a:pt x="163" y="693"/>
                </a:lnTo>
                <a:lnTo>
                  <a:pt x="164" y="693"/>
                </a:lnTo>
                <a:lnTo>
                  <a:pt x="164" y="692"/>
                </a:lnTo>
                <a:lnTo>
                  <a:pt x="165" y="692"/>
                </a:lnTo>
                <a:lnTo>
                  <a:pt x="165" y="691"/>
                </a:lnTo>
                <a:lnTo>
                  <a:pt x="166" y="691"/>
                </a:lnTo>
                <a:lnTo>
                  <a:pt x="166" y="690"/>
                </a:lnTo>
                <a:lnTo>
                  <a:pt x="167" y="689"/>
                </a:lnTo>
                <a:lnTo>
                  <a:pt x="167" y="688"/>
                </a:lnTo>
                <a:lnTo>
                  <a:pt x="167" y="687"/>
                </a:lnTo>
                <a:lnTo>
                  <a:pt x="166" y="687"/>
                </a:lnTo>
                <a:lnTo>
                  <a:pt x="165" y="687"/>
                </a:lnTo>
                <a:lnTo>
                  <a:pt x="165" y="686"/>
                </a:lnTo>
                <a:lnTo>
                  <a:pt x="165" y="685"/>
                </a:lnTo>
                <a:lnTo>
                  <a:pt x="165" y="684"/>
                </a:lnTo>
                <a:lnTo>
                  <a:pt x="166" y="684"/>
                </a:lnTo>
                <a:lnTo>
                  <a:pt x="166" y="683"/>
                </a:lnTo>
                <a:lnTo>
                  <a:pt x="167" y="683"/>
                </a:lnTo>
                <a:lnTo>
                  <a:pt x="167" y="682"/>
                </a:lnTo>
                <a:lnTo>
                  <a:pt x="167" y="681"/>
                </a:lnTo>
                <a:lnTo>
                  <a:pt x="168" y="681"/>
                </a:lnTo>
                <a:lnTo>
                  <a:pt x="168" y="680"/>
                </a:lnTo>
                <a:lnTo>
                  <a:pt x="167" y="680"/>
                </a:lnTo>
                <a:lnTo>
                  <a:pt x="168" y="680"/>
                </a:lnTo>
                <a:lnTo>
                  <a:pt x="167" y="680"/>
                </a:lnTo>
                <a:lnTo>
                  <a:pt x="167" y="679"/>
                </a:lnTo>
                <a:lnTo>
                  <a:pt x="167" y="678"/>
                </a:lnTo>
                <a:lnTo>
                  <a:pt x="166" y="678"/>
                </a:lnTo>
                <a:lnTo>
                  <a:pt x="167" y="677"/>
                </a:lnTo>
                <a:lnTo>
                  <a:pt x="166" y="677"/>
                </a:lnTo>
                <a:lnTo>
                  <a:pt x="166" y="676"/>
                </a:lnTo>
                <a:lnTo>
                  <a:pt x="166" y="675"/>
                </a:lnTo>
                <a:lnTo>
                  <a:pt x="166" y="674"/>
                </a:lnTo>
                <a:lnTo>
                  <a:pt x="165" y="674"/>
                </a:lnTo>
                <a:lnTo>
                  <a:pt x="165" y="673"/>
                </a:lnTo>
                <a:lnTo>
                  <a:pt x="165" y="672"/>
                </a:lnTo>
                <a:lnTo>
                  <a:pt x="165" y="671"/>
                </a:lnTo>
                <a:lnTo>
                  <a:pt x="164" y="671"/>
                </a:lnTo>
                <a:lnTo>
                  <a:pt x="164" y="670"/>
                </a:lnTo>
                <a:lnTo>
                  <a:pt x="164" y="669"/>
                </a:lnTo>
                <a:lnTo>
                  <a:pt x="164" y="668"/>
                </a:lnTo>
                <a:lnTo>
                  <a:pt x="164" y="667"/>
                </a:lnTo>
                <a:lnTo>
                  <a:pt x="163" y="667"/>
                </a:lnTo>
                <a:lnTo>
                  <a:pt x="163" y="666"/>
                </a:lnTo>
                <a:lnTo>
                  <a:pt x="162" y="666"/>
                </a:lnTo>
                <a:lnTo>
                  <a:pt x="162" y="665"/>
                </a:lnTo>
                <a:lnTo>
                  <a:pt x="161" y="665"/>
                </a:lnTo>
                <a:lnTo>
                  <a:pt x="161" y="664"/>
                </a:lnTo>
                <a:lnTo>
                  <a:pt x="162" y="664"/>
                </a:lnTo>
                <a:lnTo>
                  <a:pt x="162" y="663"/>
                </a:lnTo>
                <a:lnTo>
                  <a:pt x="163" y="663"/>
                </a:lnTo>
                <a:lnTo>
                  <a:pt x="163" y="662"/>
                </a:lnTo>
                <a:lnTo>
                  <a:pt x="164" y="662"/>
                </a:lnTo>
                <a:lnTo>
                  <a:pt x="164" y="663"/>
                </a:lnTo>
                <a:lnTo>
                  <a:pt x="164" y="662"/>
                </a:lnTo>
                <a:lnTo>
                  <a:pt x="165" y="662"/>
                </a:lnTo>
                <a:lnTo>
                  <a:pt x="166" y="662"/>
                </a:lnTo>
                <a:lnTo>
                  <a:pt x="166" y="661"/>
                </a:lnTo>
                <a:lnTo>
                  <a:pt x="167" y="661"/>
                </a:lnTo>
                <a:lnTo>
                  <a:pt x="168" y="661"/>
                </a:lnTo>
                <a:lnTo>
                  <a:pt x="168" y="660"/>
                </a:lnTo>
                <a:lnTo>
                  <a:pt x="168" y="659"/>
                </a:lnTo>
                <a:lnTo>
                  <a:pt x="168" y="658"/>
                </a:lnTo>
                <a:lnTo>
                  <a:pt x="168" y="657"/>
                </a:lnTo>
                <a:lnTo>
                  <a:pt x="168" y="656"/>
                </a:lnTo>
                <a:lnTo>
                  <a:pt x="169" y="656"/>
                </a:lnTo>
                <a:lnTo>
                  <a:pt x="169" y="655"/>
                </a:lnTo>
                <a:lnTo>
                  <a:pt x="170" y="655"/>
                </a:lnTo>
                <a:lnTo>
                  <a:pt x="171" y="655"/>
                </a:lnTo>
                <a:lnTo>
                  <a:pt x="171" y="654"/>
                </a:lnTo>
                <a:lnTo>
                  <a:pt x="172" y="654"/>
                </a:lnTo>
                <a:lnTo>
                  <a:pt x="172" y="653"/>
                </a:lnTo>
                <a:lnTo>
                  <a:pt x="173" y="653"/>
                </a:lnTo>
                <a:lnTo>
                  <a:pt x="174" y="653"/>
                </a:lnTo>
                <a:lnTo>
                  <a:pt x="175" y="653"/>
                </a:lnTo>
                <a:lnTo>
                  <a:pt x="174" y="653"/>
                </a:lnTo>
                <a:lnTo>
                  <a:pt x="174" y="652"/>
                </a:lnTo>
                <a:lnTo>
                  <a:pt x="174" y="651"/>
                </a:lnTo>
                <a:lnTo>
                  <a:pt x="173" y="651"/>
                </a:lnTo>
                <a:lnTo>
                  <a:pt x="173" y="650"/>
                </a:lnTo>
                <a:lnTo>
                  <a:pt x="173" y="649"/>
                </a:lnTo>
                <a:lnTo>
                  <a:pt x="173" y="648"/>
                </a:lnTo>
                <a:lnTo>
                  <a:pt x="173" y="647"/>
                </a:lnTo>
                <a:lnTo>
                  <a:pt x="172" y="647"/>
                </a:lnTo>
                <a:lnTo>
                  <a:pt x="172" y="646"/>
                </a:lnTo>
                <a:lnTo>
                  <a:pt x="173" y="646"/>
                </a:lnTo>
                <a:lnTo>
                  <a:pt x="173" y="645"/>
                </a:lnTo>
                <a:lnTo>
                  <a:pt x="172" y="645"/>
                </a:lnTo>
                <a:lnTo>
                  <a:pt x="173" y="644"/>
                </a:lnTo>
                <a:lnTo>
                  <a:pt x="173" y="643"/>
                </a:lnTo>
                <a:lnTo>
                  <a:pt x="173" y="644"/>
                </a:lnTo>
                <a:lnTo>
                  <a:pt x="174" y="644"/>
                </a:lnTo>
                <a:lnTo>
                  <a:pt x="175" y="644"/>
                </a:lnTo>
                <a:lnTo>
                  <a:pt x="175" y="645"/>
                </a:lnTo>
                <a:lnTo>
                  <a:pt x="176" y="645"/>
                </a:lnTo>
                <a:lnTo>
                  <a:pt x="177" y="646"/>
                </a:lnTo>
                <a:lnTo>
                  <a:pt x="178" y="646"/>
                </a:lnTo>
                <a:lnTo>
                  <a:pt x="178" y="647"/>
                </a:lnTo>
                <a:lnTo>
                  <a:pt x="179" y="647"/>
                </a:lnTo>
                <a:lnTo>
                  <a:pt x="180" y="647"/>
                </a:lnTo>
                <a:lnTo>
                  <a:pt x="181" y="647"/>
                </a:lnTo>
                <a:lnTo>
                  <a:pt x="181" y="648"/>
                </a:lnTo>
                <a:lnTo>
                  <a:pt x="181" y="647"/>
                </a:lnTo>
                <a:lnTo>
                  <a:pt x="182" y="647"/>
                </a:lnTo>
                <a:lnTo>
                  <a:pt x="183" y="647"/>
                </a:lnTo>
                <a:lnTo>
                  <a:pt x="183" y="646"/>
                </a:lnTo>
                <a:lnTo>
                  <a:pt x="184" y="646"/>
                </a:lnTo>
                <a:lnTo>
                  <a:pt x="184" y="645"/>
                </a:lnTo>
                <a:lnTo>
                  <a:pt x="184" y="644"/>
                </a:lnTo>
                <a:lnTo>
                  <a:pt x="184" y="643"/>
                </a:lnTo>
                <a:lnTo>
                  <a:pt x="183" y="643"/>
                </a:lnTo>
                <a:lnTo>
                  <a:pt x="183" y="642"/>
                </a:lnTo>
                <a:lnTo>
                  <a:pt x="183" y="641"/>
                </a:lnTo>
                <a:lnTo>
                  <a:pt x="182" y="641"/>
                </a:lnTo>
                <a:lnTo>
                  <a:pt x="181" y="641"/>
                </a:lnTo>
                <a:lnTo>
                  <a:pt x="181" y="640"/>
                </a:lnTo>
                <a:lnTo>
                  <a:pt x="181" y="639"/>
                </a:lnTo>
                <a:lnTo>
                  <a:pt x="180" y="639"/>
                </a:lnTo>
                <a:lnTo>
                  <a:pt x="180" y="638"/>
                </a:lnTo>
                <a:lnTo>
                  <a:pt x="180" y="637"/>
                </a:lnTo>
                <a:lnTo>
                  <a:pt x="180" y="636"/>
                </a:lnTo>
                <a:lnTo>
                  <a:pt x="180" y="635"/>
                </a:lnTo>
                <a:lnTo>
                  <a:pt x="179" y="635"/>
                </a:lnTo>
                <a:lnTo>
                  <a:pt x="180" y="635"/>
                </a:lnTo>
                <a:lnTo>
                  <a:pt x="180" y="634"/>
                </a:lnTo>
                <a:lnTo>
                  <a:pt x="180" y="633"/>
                </a:lnTo>
                <a:lnTo>
                  <a:pt x="180" y="632"/>
                </a:lnTo>
                <a:lnTo>
                  <a:pt x="181" y="632"/>
                </a:lnTo>
                <a:lnTo>
                  <a:pt x="181" y="631"/>
                </a:lnTo>
                <a:lnTo>
                  <a:pt x="180" y="631"/>
                </a:lnTo>
                <a:lnTo>
                  <a:pt x="180" y="630"/>
                </a:lnTo>
                <a:lnTo>
                  <a:pt x="180" y="629"/>
                </a:lnTo>
                <a:lnTo>
                  <a:pt x="179" y="629"/>
                </a:lnTo>
                <a:lnTo>
                  <a:pt x="178" y="629"/>
                </a:lnTo>
                <a:lnTo>
                  <a:pt x="177" y="629"/>
                </a:lnTo>
                <a:lnTo>
                  <a:pt x="176" y="629"/>
                </a:lnTo>
                <a:lnTo>
                  <a:pt x="175" y="629"/>
                </a:lnTo>
                <a:lnTo>
                  <a:pt x="174" y="629"/>
                </a:lnTo>
                <a:lnTo>
                  <a:pt x="173" y="629"/>
                </a:lnTo>
                <a:lnTo>
                  <a:pt x="172" y="629"/>
                </a:lnTo>
                <a:lnTo>
                  <a:pt x="172" y="628"/>
                </a:lnTo>
                <a:lnTo>
                  <a:pt x="171" y="628"/>
                </a:lnTo>
                <a:lnTo>
                  <a:pt x="170" y="628"/>
                </a:lnTo>
                <a:lnTo>
                  <a:pt x="170" y="627"/>
                </a:lnTo>
                <a:lnTo>
                  <a:pt x="170" y="628"/>
                </a:lnTo>
                <a:lnTo>
                  <a:pt x="169" y="628"/>
                </a:lnTo>
                <a:lnTo>
                  <a:pt x="169" y="627"/>
                </a:lnTo>
                <a:lnTo>
                  <a:pt x="168" y="627"/>
                </a:lnTo>
                <a:lnTo>
                  <a:pt x="167" y="627"/>
                </a:lnTo>
                <a:lnTo>
                  <a:pt x="167" y="626"/>
                </a:lnTo>
                <a:lnTo>
                  <a:pt x="166" y="626"/>
                </a:lnTo>
                <a:lnTo>
                  <a:pt x="166" y="625"/>
                </a:lnTo>
                <a:lnTo>
                  <a:pt x="166" y="624"/>
                </a:lnTo>
                <a:lnTo>
                  <a:pt x="165" y="624"/>
                </a:lnTo>
                <a:lnTo>
                  <a:pt x="164" y="624"/>
                </a:lnTo>
                <a:lnTo>
                  <a:pt x="164" y="623"/>
                </a:lnTo>
                <a:lnTo>
                  <a:pt x="164" y="624"/>
                </a:lnTo>
                <a:lnTo>
                  <a:pt x="163" y="624"/>
                </a:lnTo>
                <a:lnTo>
                  <a:pt x="163" y="623"/>
                </a:lnTo>
                <a:lnTo>
                  <a:pt x="162" y="623"/>
                </a:lnTo>
                <a:lnTo>
                  <a:pt x="162" y="624"/>
                </a:lnTo>
                <a:lnTo>
                  <a:pt x="162" y="625"/>
                </a:lnTo>
                <a:lnTo>
                  <a:pt x="162" y="626"/>
                </a:lnTo>
                <a:lnTo>
                  <a:pt x="161" y="626"/>
                </a:lnTo>
                <a:lnTo>
                  <a:pt x="161" y="627"/>
                </a:lnTo>
                <a:lnTo>
                  <a:pt x="160" y="627"/>
                </a:lnTo>
                <a:lnTo>
                  <a:pt x="160" y="626"/>
                </a:lnTo>
                <a:lnTo>
                  <a:pt x="159" y="626"/>
                </a:lnTo>
                <a:lnTo>
                  <a:pt x="158" y="626"/>
                </a:lnTo>
                <a:lnTo>
                  <a:pt x="158" y="627"/>
                </a:lnTo>
                <a:lnTo>
                  <a:pt x="157" y="627"/>
                </a:lnTo>
                <a:lnTo>
                  <a:pt x="157" y="628"/>
                </a:lnTo>
                <a:lnTo>
                  <a:pt x="156" y="628"/>
                </a:lnTo>
                <a:lnTo>
                  <a:pt x="157" y="628"/>
                </a:lnTo>
                <a:lnTo>
                  <a:pt x="157" y="629"/>
                </a:lnTo>
                <a:lnTo>
                  <a:pt x="156" y="629"/>
                </a:lnTo>
                <a:lnTo>
                  <a:pt x="155" y="629"/>
                </a:lnTo>
                <a:lnTo>
                  <a:pt x="154" y="629"/>
                </a:lnTo>
                <a:lnTo>
                  <a:pt x="154" y="628"/>
                </a:lnTo>
                <a:lnTo>
                  <a:pt x="153" y="628"/>
                </a:lnTo>
                <a:lnTo>
                  <a:pt x="152" y="628"/>
                </a:lnTo>
                <a:lnTo>
                  <a:pt x="152" y="627"/>
                </a:lnTo>
                <a:lnTo>
                  <a:pt x="152" y="626"/>
                </a:lnTo>
                <a:lnTo>
                  <a:pt x="151" y="626"/>
                </a:lnTo>
                <a:lnTo>
                  <a:pt x="150" y="626"/>
                </a:lnTo>
                <a:lnTo>
                  <a:pt x="150" y="627"/>
                </a:lnTo>
                <a:lnTo>
                  <a:pt x="150" y="626"/>
                </a:lnTo>
                <a:lnTo>
                  <a:pt x="148" y="626"/>
                </a:lnTo>
                <a:lnTo>
                  <a:pt x="147" y="626"/>
                </a:lnTo>
                <a:lnTo>
                  <a:pt x="147" y="627"/>
                </a:lnTo>
                <a:lnTo>
                  <a:pt x="147" y="626"/>
                </a:lnTo>
                <a:lnTo>
                  <a:pt x="146" y="626"/>
                </a:lnTo>
                <a:lnTo>
                  <a:pt x="146" y="627"/>
                </a:lnTo>
                <a:lnTo>
                  <a:pt x="145" y="627"/>
                </a:lnTo>
                <a:lnTo>
                  <a:pt x="145" y="626"/>
                </a:lnTo>
                <a:lnTo>
                  <a:pt x="145" y="627"/>
                </a:lnTo>
                <a:lnTo>
                  <a:pt x="144" y="627"/>
                </a:lnTo>
                <a:lnTo>
                  <a:pt x="143" y="627"/>
                </a:lnTo>
                <a:lnTo>
                  <a:pt x="143" y="628"/>
                </a:lnTo>
                <a:lnTo>
                  <a:pt x="142" y="628"/>
                </a:lnTo>
                <a:lnTo>
                  <a:pt x="142" y="627"/>
                </a:lnTo>
                <a:lnTo>
                  <a:pt x="141" y="627"/>
                </a:lnTo>
                <a:lnTo>
                  <a:pt x="141" y="626"/>
                </a:lnTo>
                <a:lnTo>
                  <a:pt x="140" y="626"/>
                </a:lnTo>
                <a:lnTo>
                  <a:pt x="139" y="626"/>
                </a:lnTo>
                <a:lnTo>
                  <a:pt x="138" y="626"/>
                </a:lnTo>
                <a:lnTo>
                  <a:pt x="138" y="625"/>
                </a:lnTo>
                <a:lnTo>
                  <a:pt x="137" y="625"/>
                </a:lnTo>
                <a:lnTo>
                  <a:pt x="137" y="624"/>
                </a:lnTo>
                <a:lnTo>
                  <a:pt x="138" y="624"/>
                </a:lnTo>
                <a:lnTo>
                  <a:pt x="137" y="624"/>
                </a:lnTo>
                <a:lnTo>
                  <a:pt x="137" y="623"/>
                </a:lnTo>
                <a:lnTo>
                  <a:pt x="138" y="623"/>
                </a:lnTo>
                <a:lnTo>
                  <a:pt x="137" y="623"/>
                </a:lnTo>
                <a:lnTo>
                  <a:pt x="138" y="623"/>
                </a:lnTo>
                <a:lnTo>
                  <a:pt x="138" y="622"/>
                </a:lnTo>
                <a:lnTo>
                  <a:pt x="138" y="621"/>
                </a:lnTo>
                <a:lnTo>
                  <a:pt x="138" y="620"/>
                </a:lnTo>
                <a:lnTo>
                  <a:pt x="139" y="620"/>
                </a:lnTo>
                <a:lnTo>
                  <a:pt x="138" y="620"/>
                </a:lnTo>
                <a:lnTo>
                  <a:pt x="138" y="621"/>
                </a:lnTo>
                <a:lnTo>
                  <a:pt x="137" y="621"/>
                </a:lnTo>
                <a:lnTo>
                  <a:pt x="137" y="620"/>
                </a:lnTo>
                <a:lnTo>
                  <a:pt x="137" y="621"/>
                </a:lnTo>
                <a:lnTo>
                  <a:pt x="136" y="621"/>
                </a:lnTo>
                <a:lnTo>
                  <a:pt x="135" y="621"/>
                </a:lnTo>
                <a:lnTo>
                  <a:pt x="134" y="621"/>
                </a:lnTo>
                <a:lnTo>
                  <a:pt x="133" y="621"/>
                </a:lnTo>
                <a:lnTo>
                  <a:pt x="133" y="620"/>
                </a:lnTo>
                <a:lnTo>
                  <a:pt x="132" y="620"/>
                </a:lnTo>
                <a:lnTo>
                  <a:pt x="131" y="620"/>
                </a:lnTo>
                <a:lnTo>
                  <a:pt x="130" y="620"/>
                </a:lnTo>
                <a:lnTo>
                  <a:pt x="129" y="620"/>
                </a:lnTo>
                <a:lnTo>
                  <a:pt x="129" y="619"/>
                </a:lnTo>
                <a:lnTo>
                  <a:pt x="128" y="619"/>
                </a:lnTo>
                <a:lnTo>
                  <a:pt x="127" y="619"/>
                </a:lnTo>
                <a:lnTo>
                  <a:pt x="127" y="618"/>
                </a:lnTo>
                <a:lnTo>
                  <a:pt x="126" y="618"/>
                </a:lnTo>
                <a:lnTo>
                  <a:pt x="125" y="618"/>
                </a:lnTo>
                <a:lnTo>
                  <a:pt x="124" y="618"/>
                </a:lnTo>
                <a:lnTo>
                  <a:pt x="124" y="619"/>
                </a:lnTo>
                <a:lnTo>
                  <a:pt x="123" y="619"/>
                </a:lnTo>
                <a:lnTo>
                  <a:pt x="123" y="618"/>
                </a:lnTo>
                <a:lnTo>
                  <a:pt x="122" y="618"/>
                </a:lnTo>
                <a:lnTo>
                  <a:pt x="123" y="618"/>
                </a:lnTo>
                <a:lnTo>
                  <a:pt x="122" y="618"/>
                </a:lnTo>
                <a:lnTo>
                  <a:pt x="123" y="618"/>
                </a:lnTo>
                <a:lnTo>
                  <a:pt x="123" y="617"/>
                </a:lnTo>
                <a:lnTo>
                  <a:pt x="123" y="616"/>
                </a:lnTo>
                <a:lnTo>
                  <a:pt x="123" y="615"/>
                </a:lnTo>
                <a:lnTo>
                  <a:pt x="124" y="615"/>
                </a:lnTo>
                <a:lnTo>
                  <a:pt x="124" y="614"/>
                </a:lnTo>
                <a:lnTo>
                  <a:pt x="125" y="614"/>
                </a:lnTo>
                <a:lnTo>
                  <a:pt x="125" y="613"/>
                </a:lnTo>
                <a:lnTo>
                  <a:pt x="125" y="612"/>
                </a:lnTo>
                <a:lnTo>
                  <a:pt x="125" y="611"/>
                </a:lnTo>
                <a:lnTo>
                  <a:pt x="126" y="611"/>
                </a:lnTo>
                <a:lnTo>
                  <a:pt x="126" y="610"/>
                </a:lnTo>
                <a:lnTo>
                  <a:pt x="127" y="610"/>
                </a:lnTo>
                <a:lnTo>
                  <a:pt x="127" y="609"/>
                </a:lnTo>
                <a:lnTo>
                  <a:pt x="126" y="609"/>
                </a:lnTo>
                <a:lnTo>
                  <a:pt x="126" y="608"/>
                </a:lnTo>
                <a:lnTo>
                  <a:pt x="126" y="607"/>
                </a:lnTo>
                <a:lnTo>
                  <a:pt x="127" y="607"/>
                </a:lnTo>
                <a:lnTo>
                  <a:pt x="127" y="606"/>
                </a:lnTo>
                <a:lnTo>
                  <a:pt x="128" y="606"/>
                </a:lnTo>
                <a:lnTo>
                  <a:pt x="128" y="605"/>
                </a:lnTo>
                <a:lnTo>
                  <a:pt x="127" y="605"/>
                </a:lnTo>
                <a:lnTo>
                  <a:pt x="126" y="605"/>
                </a:lnTo>
                <a:lnTo>
                  <a:pt x="126" y="604"/>
                </a:lnTo>
                <a:lnTo>
                  <a:pt x="125" y="604"/>
                </a:lnTo>
                <a:lnTo>
                  <a:pt x="125" y="603"/>
                </a:lnTo>
                <a:lnTo>
                  <a:pt x="124" y="603"/>
                </a:lnTo>
                <a:lnTo>
                  <a:pt x="123" y="603"/>
                </a:lnTo>
                <a:lnTo>
                  <a:pt x="123" y="604"/>
                </a:lnTo>
                <a:lnTo>
                  <a:pt x="122" y="604"/>
                </a:lnTo>
                <a:lnTo>
                  <a:pt x="122" y="603"/>
                </a:lnTo>
                <a:lnTo>
                  <a:pt x="123" y="603"/>
                </a:lnTo>
                <a:lnTo>
                  <a:pt x="123" y="602"/>
                </a:lnTo>
                <a:lnTo>
                  <a:pt x="124" y="602"/>
                </a:lnTo>
                <a:lnTo>
                  <a:pt x="124" y="601"/>
                </a:lnTo>
                <a:lnTo>
                  <a:pt x="125" y="601"/>
                </a:lnTo>
                <a:lnTo>
                  <a:pt x="126" y="601"/>
                </a:lnTo>
                <a:lnTo>
                  <a:pt x="126" y="600"/>
                </a:lnTo>
                <a:lnTo>
                  <a:pt x="126" y="599"/>
                </a:lnTo>
                <a:lnTo>
                  <a:pt x="126" y="598"/>
                </a:lnTo>
                <a:lnTo>
                  <a:pt x="125" y="598"/>
                </a:lnTo>
                <a:lnTo>
                  <a:pt x="125" y="597"/>
                </a:lnTo>
                <a:lnTo>
                  <a:pt x="125" y="596"/>
                </a:lnTo>
                <a:lnTo>
                  <a:pt x="125" y="595"/>
                </a:lnTo>
                <a:lnTo>
                  <a:pt x="126" y="595"/>
                </a:lnTo>
                <a:lnTo>
                  <a:pt x="126" y="594"/>
                </a:lnTo>
                <a:lnTo>
                  <a:pt x="125" y="594"/>
                </a:lnTo>
                <a:lnTo>
                  <a:pt x="125" y="593"/>
                </a:lnTo>
                <a:lnTo>
                  <a:pt x="124" y="593"/>
                </a:lnTo>
                <a:lnTo>
                  <a:pt x="124" y="592"/>
                </a:lnTo>
                <a:lnTo>
                  <a:pt x="124" y="590"/>
                </a:lnTo>
                <a:lnTo>
                  <a:pt x="123" y="590"/>
                </a:lnTo>
                <a:lnTo>
                  <a:pt x="123" y="589"/>
                </a:lnTo>
                <a:lnTo>
                  <a:pt x="122" y="589"/>
                </a:lnTo>
                <a:lnTo>
                  <a:pt x="122" y="588"/>
                </a:lnTo>
                <a:lnTo>
                  <a:pt x="121" y="588"/>
                </a:lnTo>
                <a:lnTo>
                  <a:pt x="121" y="587"/>
                </a:lnTo>
                <a:lnTo>
                  <a:pt x="121" y="588"/>
                </a:lnTo>
                <a:lnTo>
                  <a:pt x="120" y="588"/>
                </a:lnTo>
                <a:lnTo>
                  <a:pt x="119" y="588"/>
                </a:lnTo>
                <a:lnTo>
                  <a:pt x="118" y="588"/>
                </a:lnTo>
                <a:lnTo>
                  <a:pt x="117" y="588"/>
                </a:lnTo>
                <a:lnTo>
                  <a:pt x="117" y="587"/>
                </a:lnTo>
                <a:lnTo>
                  <a:pt x="116" y="587"/>
                </a:lnTo>
                <a:lnTo>
                  <a:pt x="117" y="587"/>
                </a:lnTo>
                <a:lnTo>
                  <a:pt x="117" y="586"/>
                </a:lnTo>
                <a:lnTo>
                  <a:pt x="116" y="586"/>
                </a:lnTo>
                <a:lnTo>
                  <a:pt x="116" y="585"/>
                </a:lnTo>
                <a:lnTo>
                  <a:pt x="116" y="584"/>
                </a:lnTo>
                <a:lnTo>
                  <a:pt x="115" y="584"/>
                </a:lnTo>
                <a:lnTo>
                  <a:pt x="116" y="584"/>
                </a:lnTo>
                <a:lnTo>
                  <a:pt x="116" y="583"/>
                </a:lnTo>
                <a:lnTo>
                  <a:pt x="115" y="583"/>
                </a:lnTo>
                <a:lnTo>
                  <a:pt x="115" y="582"/>
                </a:lnTo>
                <a:lnTo>
                  <a:pt x="116" y="582"/>
                </a:lnTo>
                <a:lnTo>
                  <a:pt x="116" y="581"/>
                </a:lnTo>
                <a:lnTo>
                  <a:pt x="117" y="580"/>
                </a:lnTo>
                <a:lnTo>
                  <a:pt x="118" y="580"/>
                </a:lnTo>
                <a:lnTo>
                  <a:pt x="118" y="579"/>
                </a:lnTo>
                <a:lnTo>
                  <a:pt x="119" y="579"/>
                </a:lnTo>
                <a:lnTo>
                  <a:pt x="119" y="578"/>
                </a:lnTo>
                <a:lnTo>
                  <a:pt x="120" y="578"/>
                </a:lnTo>
                <a:lnTo>
                  <a:pt x="121" y="578"/>
                </a:lnTo>
                <a:lnTo>
                  <a:pt x="121" y="577"/>
                </a:lnTo>
                <a:lnTo>
                  <a:pt x="122" y="577"/>
                </a:lnTo>
                <a:lnTo>
                  <a:pt x="122" y="576"/>
                </a:lnTo>
                <a:lnTo>
                  <a:pt x="123" y="576"/>
                </a:lnTo>
                <a:lnTo>
                  <a:pt x="123" y="575"/>
                </a:lnTo>
                <a:lnTo>
                  <a:pt x="123" y="574"/>
                </a:lnTo>
                <a:lnTo>
                  <a:pt x="122" y="574"/>
                </a:lnTo>
                <a:lnTo>
                  <a:pt x="122" y="573"/>
                </a:lnTo>
                <a:lnTo>
                  <a:pt x="121" y="573"/>
                </a:lnTo>
                <a:lnTo>
                  <a:pt x="120" y="573"/>
                </a:lnTo>
                <a:lnTo>
                  <a:pt x="120" y="572"/>
                </a:lnTo>
                <a:lnTo>
                  <a:pt x="119" y="572"/>
                </a:lnTo>
                <a:lnTo>
                  <a:pt x="119" y="571"/>
                </a:lnTo>
                <a:lnTo>
                  <a:pt x="119" y="570"/>
                </a:lnTo>
                <a:lnTo>
                  <a:pt x="119" y="569"/>
                </a:lnTo>
                <a:lnTo>
                  <a:pt x="118" y="569"/>
                </a:lnTo>
                <a:lnTo>
                  <a:pt x="118" y="567"/>
                </a:lnTo>
                <a:lnTo>
                  <a:pt x="118" y="566"/>
                </a:lnTo>
                <a:lnTo>
                  <a:pt x="117" y="567"/>
                </a:lnTo>
                <a:lnTo>
                  <a:pt x="117" y="566"/>
                </a:lnTo>
                <a:lnTo>
                  <a:pt x="117" y="565"/>
                </a:lnTo>
                <a:lnTo>
                  <a:pt x="117" y="564"/>
                </a:lnTo>
                <a:lnTo>
                  <a:pt x="117" y="563"/>
                </a:lnTo>
                <a:lnTo>
                  <a:pt x="118" y="563"/>
                </a:lnTo>
                <a:lnTo>
                  <a:pt x="117" y="563"/>
                </a:lnTo>
                <a:lnTo>
                  <a:pt x="117" y="562"/>
                </a:lnTo>
                <a:lnTo>
                  <a:pt x="117" y="561"/>
                </a:lnTo>
                <a:lnTo>
                  <a:pt x="116" y="561"/>
                </a:lnTo>
                <a:lnTo>
                  <a:pt x="116" y="560"/>
                </a:lnTo>
                <a:lnTo>
                  <a:pt x="115" y="560"/>
                </a:lnTo>
                <a:lnTo>
                  <a:pt x="115" y="559"/>
                </a:lnTo>
                <a:lnTo>
                  <a:pt x="116" y="559"/>
                </a:lnTo>
                <a:lnTo>
                  <a:pt x="115" y="559"/>
                </a:lnTo>
                <a:lnTo>
                  <a:pt x="115" y="558"/>
                </a:lnTo>
                <a:lnTo>
                  <a:pt x="115" y="559"/>
                </a:lnTo>
                <a:lnTo>
                  <a:pt x="115" y="558"/>
                </a:lnTo>
                <a:lnTo>
                  <a:pt x="114" y="558"/>
                </a:lnTo>
                <a:lnTo>
                  <a:pt x="114" y="557"/>
                </a:lnTo>
                <a:lnTo>
                  <a:pt x="113" y="557"/>
                </a:lnTo>
                <a:lnTo>
                  <a:pt x="113" y="558"/>
                </a:lnTo>
                <a:lnTo>
                  <a:pt x="112" y="558"/>
                </a:lnTo>
                <a:lnTo>
                  <a:pt x="111" y="558"/>
                </a:lnTo>
                <a:lnTo>
                  <a:pt x="110" y="558"/>
                </a:lnTo>
                <a:lnTo>
                  <a:pt x="110" y="557"/>
                </a:lnTo>
                <a:lnTo>
                  <a:pt x="109" y="557"/>
                </a:lnTo>
                <a:lnTo>
                  <a:pt x="110" y="557"/>
                </a:lnTo>
                <a:lnTo>
                  <a:pt x="109" y="557"/>
                </a:lnTo>
                <a:lnTo>
                  <a:pt x="108" y="557"/>
                </a:lnTo>
                <a:lnTo>
                  <a:pt x="108" y="556"/>
                </a:lnTo>
                <a:lnTo>
                  <a:pt x="107" y="556"/>
                </a:lnTo>
                <a:lnTo>
                  <a:pt x="107" y="557"/>
                </a:lnTo>
                <a:lnTo>
                  <a:pt x="106" y="557"/>
                </a:lnTo>
                <a:lnTo>
                  <a:pt x="105" y="557"/>
                </a:lnTo>
                <a:lnTo>
                  <a:pt x="105" y="556"/>
                </a:lnTo>
                <a:lnTo>
                  <a:pt x="105" y="555"/>
                </a:lnTo>
                <a:lnTo>
                  <a:pt x="104" y="555"/>
                </a:lnTo>
                <a:lnTo>
                  <a:pt x="103" y="555"/>
                </a:lnTo>
                <a:lnTo>
                  <a:pt x="104" y="554"/>
                </a:lnTo>
                <a:lnTo>
                  <a:pt x="105" y="554"/>
                </a:lnTo>
                <a:lnTo>
                  <a:pt x="106" y="554"/>
                </a:lnTo>
                <a:lnTo>
                  <a:pt x="106" y="553"/>
                </a:lnTo>
                <a:lnTo>
                  <a:pt x="106" y="552"/>
                </a:lnTo>
                <a:lnTo>
                  <a:pt x="106" y="551"/>
                </a:lnTo>
                <a:lnTo>
                  <a:pt x="105" y="551"/>
                </a:lnTo>
                <a:lnTo>
                  <a:pt x="105" y="550"/>
                </a:lnTo>
                <a:lnTo>
                  <a:pt x="106" y="550"/>
                </a:lnTo>
                <a:lnTo>
                  <a:pt x="106" y="549"/>
                </a:lnTo>
                <a:lnTo>
                  <a:pt x="106" y="548"/>
                </a:lnTo>
                <a:lnTo>
                  <a:pt x="105" y="548"/>
                </a:lnTo>
                <a:lnTo>
                  <a:pt x="105" y="547"/>
                </a:lnTo>
                <a:lnTo>
                  <a:pt x="106" y="547"/>
                </a:lnTo>
                <a:lnTo>
                  <a:pt x="105" y="547"/>
                </a:lnTo>
                <a:lnTo>
                  <a:pt x="105" y="546"/>
                </a:lnTo>
                <a:lnTo>
                  <a:pt x="105" y="545"/>
                </a:lnTo>
                <a:lnTo>
                  <a:pt x="104" y="545"/>
                </a:lnTo>
                <a:lnTo>
                  <a:pt x="104" y="544"/>
                </a:lnTo>
                <a:lnTo>
                  <a:pt x="104" y="543"/>
                </a:lnTo>
                <a:lnTo>
                  <a:pt x="105" y="543"/>
                </a:lnTo>
                <a:lnTo>
                  <a:pt x="105" y="542"/>
                </a:lnTo>
                <a:lnTo>
                  <a:pt x="106" y="542"/>
                </a:lnTo>
                <a:lnTo>
                  <a:pt x="106" y="541"/>
                </a:lnTo>
                <a:lnTo>
                  <a:pt x="106" y="542"/>
                </a:lnTo>
                <a:lnTo>
                  <a:pt x="106" y="541"/>
                </a:lnTo>
                <a:lnTo>
                  <a:pt x="106" y="542"/>
                </a:lnTo>
                <a:lnTo>
                  <a:pt x="106" y="541"/>
                </a:lnTo>
                <a:lnTo>
                  <a:pt x="106" y="540"/>
                </a:lnTo>
                <a:lnTo>
                  <a:pt x="105" y="540"/>
                </a:lnTo>
                <a:lnTo>
                  <a:pt x="104" y="540"/>
                </a:lnTo>
                <a:lnTo>
                  <a:pt x="104" y="539"/>
                </a:lnTo>
                <a:lnTo>
                  <a:pt x="104" y="538"/>
                </a:lnTo>
                <a:lnTo>
                  <a:pt x="105" y="538"/>
                </a:lnTo>
                <a:lnTo>
                  <a:pt x="105" y="537"/>
                </a:lnTo>
                <a:lnTo>
                  <a:pt x="106" y="537"/>
                </a:lnTo>
                <a:lnTo>
                  <a:pt x="107" y="537"/>
                </a:lnTo>
                <a:lnTo>
                  <a:pt x="107" y="538"/>
                </a:lnTo>
                <a:lnTo>
                  <a:pt x="108" y="538"/>
                </a:lnTo>
                <a:lnTo>
                  <a:pt x="109" y="538"/>
                </a:lnTo>
                <a:lnTo>
                  <a:pt x="110" y="538"/>
                </a:lnTo>
                <a:lnTo>
                  <a:pt x="110" y="537"/>
                </a:lnTo>
                <a:lnTo>
                  <a:pt x="111" y="537"/>
                </a:lnTo>
                <a:lnTo>
                  <a:pt x="111" y="536"/>
                </a:lnTo>
                <a:lnTo>
                  <a:pt x="111" y="535"/>
                </a:lnTo>
                <a:lnTo>
                  <a:pt x="111" y="536"/>
                </a:lnTo>
                <a:lnTo>
                  <a:pt x="111" y="535"/>
                </a:lnTo>
                <a:lnTo>
                  <a:pt x="112" y="535"/>
                </a:lnTo>
                <a:lnTo>
                  <a:pt x="112" y="534"/>
                </a:lnTo>
                <a:lnTo>
                  <a:pt x="112" y="533"/>
                </a:lnTo>
                <a:lnTo>
                  <a:pt x="113" y="533"/>
                </a:lnTo>
                <a:lnTo>
                  <a:pt x="112" y="533"/>
                </a:lnTo>
                <a:lnTo>
                  <a:pt x="112" y="532"/>
                </a:lnTo>
                <a:lnTo>
                  <a:pt x="113" y="532"/>
                </a:lnTo>
                <a:lnTo>
                  <a:pt x="114" y="533"/>
                </a:lnTo>
                <a:lnTo>
                  <a:pt x="114" y="532"/>
                </a:lnTo>
                <a:lnTo>
                  <a:pt x="114" y="533"/>
                </a:lnTo>
                <a:lnTo>
                  <a:pt x="115" y="533"/>
                </a:lnTo>
                <a:lnTo>
                  <a:pt x="115" y="532"/>
                </a:lnTo>
                <a:lnTo>
                  <a:pt x="116" y="532"/>
                </a:lnTo>
                <a:lnTo>
                  <a:pt x="115" y="532"/>
                </a:lnTo>
                <a:lnTo>
                  <a:pt x="116" y="532"/>
                </a:lnTo>
                <a:lnTo>
                  <a:pt x="116" y="531"/>
                </a:lnTo>
                <a:lnTo>
                  <a:pt x="117" y="531"/>
                </a:lnTo>
                <a:lnTo>
                  <a:pt x="117" y="530"/>
                </a:lnTo>
                <a:lnTo>
                  <a:pt x="118" y="530"/>
                </a:lnTo>
                <a:lnTo>
                  <a:pt x="119" y="530"/>
                </a:lnTo>
                <a:lnTo>
                  <a:pt x="119" y="529"/>
                </a:lnTo>
                <a:lnTo>
                  <a:pt x="120" y="529"/>
                </a:lnTo>
                <a:lnTo>
                  <a:pt x="120" y="528"/>
                </a:lnTo>
                <a:lnTo>
                  <a:pt x="121" y="528"/>
                </a:lnTo>
                <a:lnTo>
                  <a:pt x="121" y="527"/>
                </a:lnTo>
                <a:lnTo>
                  <a:pt x="121" y="526"/>
                </a:lnTo>
                <a:lnTo>
                  <a:pt x="122" y="526"/>
                </a:lnTo>
                <a:lnTo>
                  <a:pt x="123" y="526"/>
                </a:lnTo>
                <a:lnTo>
                  <a:pt x="123" y="525"/>
                </a:lnTo>
                <a:lnTo>
                  <a:pt x="124" y="525"/>
                </a:lnTo>
                <a:lnTo>
                  <a:pt x="124" y="524"/>
                </a:lnTo>
                <a:lnTo>
                  <a:pt x="124" y="523"/>
                </a:lnTo>
                <a:lnTo>
                  <a:pt x="123" y="523"/>
                </a:lnTo>
                <a:lnTo>
                  <a:pt x="123" y="522"/>
                </a:lnTo>
                <a:lnTo>
                  <a:pt x="123" y="521"/>
                </a:lnTo>
                <a:lnTo>
                  <a:pt x="123" y="520"/>
                </a:lnTo>
                <a:lnTo>
                  <a:pt x="122" y="520"/>
                </a:lnTo>
                <a:lnTo>
                  <a:pt x="122" y="519"/>
                </a:lnTo>
                <a:lnTo>
                  <a:pt x="122" y="520"/>
                </a:lnTo>
                <a:lnTo>
                  <a:pt x="121" y="520"/>
                </a:lnTo>
                <a:lnTo>
                  <a:pt x="121" y="521"/>
                </a:lnTo>
                <a:lnTo>
                  <a:pt x="120" y="521"/>
                </a:lnTo>
                <a:lnTo>
                  <a:pt x="120" y="522"/>
                </a:lnTo>
                <a:lnTo>
                  <a:pt x="119" y="522"/>
                </a:lnTo>
                <a:lnTo>
                  <a:pt x="118" y="522"/>
                </a:lnTo>
                <a:lnTo>
                  <a:pt x="117" y="521"/>
                </a:lnTo>
                <a:lnTo>
                  <a:pt x="116" y="521"/>
                </a:lnTo>
                <a:lnTo>
                  <a:pt x="115" y="521"/>
                </a:lnTo>
                <a:lnTo>
                  <a:pt x="114" y="521"/>
                </a:lnTo>
                <a:lnTo>
                  <a:pt x="114" y="522"/>
                </a:lnTo>
                <a:lnTo>
                  <a:pt x="114" y="521"/>
                </a:lnTo>
                <a:lnTo>
                  <a:pt x="113" y="521"/>
                </a:lnTo>
                <a:lnTo>
                  <a:pt x="113" y="522"/>
                </a:lnTo>
                <a:lnTo>
                  <a:pt x="112" y="522"/>
                </a:lnTo>
                <a:lnTo>
                  <a:pt x="111" y="522"/>
                </a:lnTo>
                <a:lnTo>
                  <a:pt x="110" y="522"/>
                </a:lnTo>
                <a:lnTo>
                  <a:pt x="108" y="522"/>
                </a:lnTo>
                <a:lnTo>
                  <a:pt x="107" y="522"/>
                </a:lnTo>
                <a:lnTo>
                  <a:pt x="107" y="523"/>
                </a:lnTo>
                <a:lnTo>
                  <a:pt x="106" y="523"/>
                </a:lnTo>
                <a:lnTo>
                  <a:pt x="106" y="524"/>
                </a:lnTo>
                <a:lnTo>
                  <a:pt x="105" y="524"/>
                </a:lnTo>
                <a:lnTo>
                  <a:pt x="105" y="525"/>
                </a:lnTo>
                <a:lnTo>
                  <a:pt x="104" y="525"/>
                </a:lnTo>
                <a:lnTo>
                  <a:pt x="103" y="525"/>
                </a:lnTo>
                <a:lnTo>
                  <a:pt x="103" y="524"/>
                </a:lnTo>
                <a:lnTo>
                  <a:pt x="102" y="524"/>
                </a:lnTo>
                <a:lnTo>
                  <a:pt x="101" y="524"/>
                </a:lnTo>
                <a:lnTo>
                  <a:pt x="100" y="524"/>
                </a:lnTo>
                <a:lnTo>
                  <a:pt x="100" y="525"/>
                </a:lnTo>
                <a:lnTo>
                  <a:pt x="99" y="525"/>
                </a:lnTo>
                <a:lnTo>
                  <a:pt x="99" y="526"/>
                </a:lnTo>
                <a:lnTo>
                  <a:pt x="98" y="526"/>
                </a:lnTo>
                <a:lnTo>
                  <a:pt x="97" y="526"/>
                </a:lnTo>
                <a:lnTo>
                  <a:pt x="96" y="527"/>
                </a:lnTo>
                <a:lnTo>
                  <a:pt x="96" y="526"/>
                </a:lnTo>
                <a:lnTo>
                  <a:pt x="96" y="525"/>
                </a:lnTo>
                <a:lnTo>
                  <a:pt x="95" y="525"/>
                </a:lnTo>
                <a:lnTo>
                  <a:pt x="94" y="525"/>
                </a:lnTo>
                <a:lnTo>
                  <a:pt x="94" y="524"/>
                </a:lnTo>
                <a:lnTo>
                  <a:pt x="93" y="524"/>
                </a:lnTo>
                <a:lnTo>
                  <a:pt x="93" y="523"/>
                </a:lnTo>
                <a:lnTo>
                  <a:pt x="92" y="523"/>
                </a:lnTo>
                <a:lnTo>
                  <a:pt x="92" y="522"/>
                </a:lnTo>
                <a:lnTo>
                  <a:pt x="91" y="522"/>
                </a:lnTo>
                <a:lnTo>
                  <a:pt x="90" y="522"/>
                </a:lnTo>
                <a:lnTo>
                  <a:pt x="88" y="522"/>
                </a:lnTo>
                <a:lnTo>
                  <a:pt x="87" y="522"/>
                </a:lnTo>
                <a:lnTo>
                  <a:pt x="87" y="523"/>
                </a:lnTo>
                <a:lnTo>
                  <a:pt x="86" y="523"/>
                </a:lnTo>
                <a:lnTo>
                  <a:pt x="86" y="522"/>
                </a:lnTo>
                <a:lnTo>
                  <a:pt x="85" y="522"/>
                </a:lnTo>
                <a:lnTo>
                  <a:pt x="84" y="522"/>
                </a:lnTo>
                <a:lnTo>
                  <a:pt x="83" y="522"/>
                </a:lnTo>
                <a:lnTo>
                  <a:pt x="82" y="522"/>
                </a:lnTo>
                <a:lnTo>
                  <a:pt x="82" y="523"/>
                </a:lnTo>
                <a:lnTo>
                  <a:pt x="82" y="522"/>
                </a:lnTo>
                <a:lnTo>
                  <a:pt x="82" y="523"/>
                </a:lnTo>
                <a:lnTo>
                  <a:pt x="81" y="523"/>
                </a:lnTo>
                <a:lnTo>
                  <a:pt x="80" y="523"/>
                </a:lnTo>
                <a:lnTo>
                  <a:pt x="79" y="523"/>
                </a:lnTo>
                <a:lnTo>
                  <a:pt x="78" y="523"/>
                </a:lnTo>
                <a:lnTo>
                  <a:pt x="76" y="523"/>
                </a:lnTo>
                <a:lnTo>
                  <a:pt x="76" y="524"/>
                </a:lnTo>
                <a:lnTo>
                  <a:pt x="75" y="524"/>
                </a:lnTo>
                <a:lnTo>
                  <a:pt x="75" y="525"/>
                </a:lnTo>
                <a:lnTo>
                  <a:pt x="75" y="524"/>
                </a:lnTo>
                <a:lnTo>
                  <a:pt x="74" y="524"/>
                </a:lnTo>
                <a:lnTo>
                  <a:pt x="74" y="525"/>
                </a:lnTo>
                <a:lnTo>
                  <a:pt x="73" y="525"/>
                </a:lnTo>
                <a:lnTo>
                  <a:pt x="72" y="525"/>
                </a:lnTo>
                <a:lnTo>
                  <a:pt x="72" y="524"/>
                </a:lnTo>
                <a:lnTo>
                  <a:pt x="72" y="525"/>
                </a:lnTo>
                <a:lnTo>
                  <a:pt x="71" y="525"/>
                </a:lnTo>
                <a:lnTo>
                  <a:pt x="71" y="524"/>
                </a:lnTo>
                <a:lnTo>
                  <a:pt x="71" y="525"/>
                </a:lnTo>
                <a:lnTo>
                  <a:pt x="71" y="524"/>
                </a:lnTo>
                <a:lnTo>
                  <a:pt x="71" y="525"/>
                </a:lnTo>
                <a:lnTo>
                  <a:pt x="70" y="525"/>
                </a:lnTo>
                <a:lnTo>
                  <a:pt x="69" y="525"/>
                </a:lnTo>
                <a:lnTo>
                  <a:pt x="69" y="524"/>
                </a:lnTo>
                <a:lnTo>
                  <a:pt x="68" y="524"/>
                </a:lnTo>
                <a:lnTo>
                  <a:pt x="66" y="524"/>
                </a:lnTo>
                <a:lnTo>
                  <a:pt x="65" y="524"/>
                </a:lnTo>
                <a:lnTo>
                  <a:pt x="64" y="524"/>
                </a:lnTo>
                <a:lnTo>
                  <a:pt x="64" y="523"/>
                </a:lnTo>
                <a:lnTo>
                  <a:pt x="63" y="523"/>
                </a:lnTo>
                <a:lnTo>
                  <a:pt x="62" y="523"/>
                </a:lnTo>
                <a:lnTo>
                  <a:pt x="62" y="524"/>
                </a:lnTo>
                <a:lnTo>
                  <a:pt x="61" y="524"/>
                </a:lnTo>
                <a:lnTo>
                  <a:pt x="61" y="525"/>
                </a:lnTo>
                <a:lnTo>
                  <a:pt x="60" y="525"/>
                </a:lnTo>
                <a:lnTo>
                  <a:pt x="59" y="525"/>
                </a:lnTo>
                <a:lnTo>
                  <a:pt x="59" y="524"/>
                </a:lnTo>
                <a:lnTo>
                  <a:pt x="58" y="524"/>
                </a:lnTo>
                <a:lnTo>
                  <a:pt x="58" y="525"/>
                </a:lnTo>
                <a:lnTo>
                  <a:pt x="57" y="525"/>
                </a:lnTo>
                <a:lnTo>
                  <a:pt x="56" y="525"/>
                </a:lnTo>
                <a:lnTo>
                  <a:pt x="54" y="525"/>
                </a:lnTo>
                <a:lnTo>
                  <a:pt x="53" y="525"/>
                </a:lnTo>
                <a:lnTo>
                  <a:pt x="53" y="526"/>
                </a:lnTo>
                <a:lnTo>
                  <a:pt x="52" y="526"/>
                </a:lnTo>
                <a:lnTo>
                  <a:pt x="51" y="526"/>
                </a:lnTo>
                <a:lnTo>
                  <a:pt x="51" y="527"/>
                </a:lnTo>
                <a:lnTo>
                  <a:pt x="50" y="527"/>
                </a:lnTo>
                <a:lnTo>
                  <a:pt x="49" y="527"/>
                </a:lnTo>
                <a:lnTo>
                  <a:pt x="48" y="527"/>
                </a:lnTo>
                <a:lnTo>
                  <a:pt x="48" y="528"/>
                </a:lnTo>
                <a:lnTo>
                  <a:pt x="47" y="528"/>
                </a:lnTo>
                <a:lnTo>
                  <a:pt x="47" y="527"/>
                </a:lnTo>
                <a:lnTo>
                  <a:pt x="47" y="528"/>
                </a:lnTo>
                <a:lnTo>
                  <a:pt x="46" y="528"/>
                </a:lnTo>
                <a:lnTo>
                  <a:pt x="45" y="528"/>
                </a:lnTo>
                <a:lnTo>
                  <a:pt x="45" y="529"/>
                </a:lnTo>
                <a:lnTo>
                  <a:pt x="44" y="529"/>
                </a:lnTo>
                <a:lnTo>
                  <a:pt x="44" y="530"/>
                </a:lnTo>
                <a:lnTo>
                  <a:pt x="43" y="530"/>
                </a:lnTo>
                <a:lnTo>
                  <a:pt x="42" y="530"/>
                </a:lnTo>
                <a:lnTo>
                  <a:pt x="42" y="531"/>
                </a:lnTo>
                <a:lnTo>
                  <a:pt x="41" y="531"/>
                </a:lnTo>
                <a:lnTo>
                  <a:pt x="42" y="531"/>
                </a:lnTo>
                <a:lnTo>
                  <a:pt x="42" y="532"/>
                </a:lnTo>
                <a:lnTo>
                  <a:pt x="41" y="532"/>
                </a:lnTo>
                <a:lnTo>
                  <a:pt x="40" y="532"/>
                </a:lnTo>
                <a:lnTo>
                  <a:pt x="39" y="532"/>
                </a:lnTo>
                <a:lnTo>
                  <a:pt x="39" y="533"/>
                </a:lnTo>
                <a:lnTo>
                  <a:pt x="38" y="533"/>
                </a:lnTo>
                <a:lnTo>
                  <a:pt x="37" y="533"/>
                </a:lnTo>
                <a:lnTo>
                  <a:pt x="36" y="533"/>
                </a:lnTo>
                <a:lnTo>
                  <a:pt x="35" y="533"/>
                </a:lnTo>
                <a:lnTo>
                  <a:pt x="34" y="533"/>
                </a:lnTo>
                <a:lnTo>
                  <a:pt x="34" y="534"/>
                </a:lnTo>
                <a:lnTo>
                  <a:pt x="33" y="534"/>
                </a:lnTo>
                <a:lnTo>
                  <a:pt x="33" y="535"/>
                </a:lnTo>
                <a:lnTo>
                  <a:pt x="32" y="535"/>
                </a:lnTo>
                <a:lnTo>
                  <a:pt x="32" y="536"/>
                </a:lnTo>
                <a:lnTo>
                  <a:pt x="33" y="536"/>
                </a:lnTo>
                <a:lnTo>
                  <a:pt x="33" y="537"/>
                </a:lnTo>
                <a:lnTo>
                  <a:pt x="34" y="537"/>
                </a:lnTo>
                <a:lnTo>
                  <a:pt x="33" y="537"/>
                </a:lnTo>
                <a:lnTo>
                  <a:pt x="33" y="538"/>
                </a:lnTo>
                <a:lnTo>
                  <a:pt x="32" y="538"/>
                </a:lnTo>
                <a:lnTo>
                  <a:pt x="32" y="537"/>
                </a:lnTo>
                <a:lnTo>
                  <a:pt x="31" y="537"/>
                </a:lnTo>
                <a:lnTo>
                  <a:pt x="30" y="537"/>
                </a:lnTo>
                <a:lnTo>
                  <a:pt x="30" y="538"/>
                </a:lnTo>
                <a:lnTo>
                  <a:pt x="29" y="538"/>
                </a:lnTo>
                <a:lnTo>
                  <a:pt x="28" y="538"/>
                </a:lnTo>
                <a:lnTo>
                  <a:pt x="29" y="538"/>
                </a:lnTo>
                <a:lnTo>
                  <a:pt x="28" y="539"/>
                </a:lnTo>
                <a:lnTo>
                  <a:pt x="27" y="539"/>
                </a:lnTo>
                <a:lnTo>
                  <a:pt x="27" y="538"/>
                </a:lnTo>
                <a:lnTo>
                  <a:pt x="27" y="539"/>
                </a:lnTo>
                <a:lnTo>
                  <a:pt x="27" y="540"/>
                </a:lnTo>
                <a:lnTo>
                  <a:pt x="26" y="540"/>
                </a:lnTo>
                <a:lnTo>
                  <a:pt x="26" y="541"/>
                </a:lnTo>
                <a:lnTo>
                  <a:pt x="26" y="540"/>
                </a:lnTo>
                <a:lnTo>
                  <a:pt x="26" y="539"/>
                </a:lnTo>
                <a:lnTo>
                  <a:pt x="25" y="539"/>
                </a:lnTo>
                <a:lnTo>
                  <a:pt x="25" y="540"/>
                </a:lnTo>
                <a:lnTo>
                  <a:pt x="24" y="540"/>
                </a:lnTo>
                <a:lnTo>
                  <a:pt x="24" y="541"/>
                </a:lnTo>
                <a:lnTo>
                  <a:pt x="23" y="541"/>
                </a:lnTo>
                <a:lnTo>
                  <a:pt x="22" y="541"/>
                </a:lnTo>
                <a:lnTo>
                  <a:pt x="22" y="542"/>
                </a:lnTo>
                <a:lnTo>
                  <a:pt x="22" y="543"/>
                </a:lnTo>
                <a:lnTo>
                  <a:pt x="21" y="543"/>
                </a:lnTo>
                <a:lnTo>
                  <a:pt x="21" y="544"/>
                </a:lnTo>
                <a:lnTo>
                  <a:pt x="22" y="544"/>
                </a:lnTo>
                <a:lnTo>
                  <a:pt x="21" y="544"/>
                </a:lnTo>
                <a:lnTo>
                  <a:pt x="20" y="544"/>
                </a:lnTo>
                <a:lnTo>
                  <a:pt x="20" y="545"/>
                </a:lnTo>
                <a:lnTo>
                  <a:pt x="19" y="545"/>
                </a:lnTo>
                <a:lnTo>
                  <a:pt x="18" y="545"/>
                </a:lnTo>
                <a:lnTo>
                  <a:pt x="18" y="546"/>
                </a:lnTo>
                <a:lnTo>
                  <a:pt x="18" y="547"/>
                </a:lnTo>
                <a:lnTo>
                  <a:pt x="17" y="547"/>
                </a:lnTo>
                <a:lnTo>
                  <a:pt x="18" y="547"/>
                </a:lnTo>
                <a:lnTo>
                  <a:pt x="17" y="547"/>
                </a:lnTo>
                <a:lnTo>
                  <a:pt x="16" y="547"/>
                </a:lnTo>
                <a:lnTo>
                  <a:pt x="16" y="548"/>
                </a:lnTo>
                <a:lnTo>
                  <a:pt x="17" y="548"/>
                </a:lnTo>
                <a:lnTo>
                  <a:pt x="17" y="549"/>
                </a:lnTo>
                <a:lnTo>
                  <a:pt x="16" y="549"/>
                </a:lnTo>
                <a:lnTo>
                  <a:pt x="16" y="548"/>
                </a:lnTo>
                <a:lnTo>
                  <a:pt x="15" y="548"/>
                </a:lnTo>
                <a:lnTo>
                  <a:pt x="15" y="547"/>
                </a:lnTo>
                <a:lnTo>
                  <a:pt x="14" y="547"/>
                </a:lnTo>
                <a:lnTo>
                  <a:pt x="14" y="548"/>
                </a:lnTo>
                <a:lnTo>
                  <a:pt x="14" y="549"/>
                </a:lnTo>
                <a:lnTo>
                  <a:pt x="13" y="549"/>
                </a:lnTo>
                <a:lnTo>
                  <a:pt x="13" y="550"/>
                </a:lnTo>
                <a:lnTo>
                  <a:pt x="12" y="550"/>
                </a:lnTo>
                <a:lnTo>
                  <a:pt x="12" y="548"/>
                </a:lnTo>
                <a:lnTo>
                  <a:pt x="12" y="549"/>
                </a:lnTo>
                <a:lnTo>
                  <a:pt x="12" y="550"/>
                </a:lnTo>
                <a:lnTo>
                  <a:pt x="11" y="550"/>
                </a:lnTo>
                <a:lnTo>
                  <a:pt x="11" y="551"/>
                </a:lnTo>
                <a:lnTo>
                  <a:pt x="11" y="550"/>
                </a:lnTo>
                <a:lnTo>
                  <a:pt x="10" y="550"/>
                </a:lnTo>
                <a:lnTo>
                  <a:pt x="11" y="550"/>
                </a:lnTo>
                <a:lnTo>
                  <a:pt x="11" y="549"/>
                </a:lnTo>
                <a:lnTo>
                  <a:pt x="10" y="549"/>
                </a:lnTo>
                <a:lnTo>
                  <a:pt x="10" y="548"/>
                </a:lnTo>
                <a:lnTo>
                  <a:pt x="10" y="547"/>
                </a:lnTo>
                <a:lnTo>
                  <a:pt x="9" y="547"/>
                </a:lnTo>
                <a:lnTo>
                  <a:pt x="8" y="547"/>
                </a:lnTo>
                <a:lnTo>
                  <a:pt x="8" y="546"/>
                </a:lnTo>
                <a:lnTo>
                  <a:pt x="7" y="546"/>
                </a:lnTo>
                <a:lnTo>
                  <a:pt x="6" y="545"/>
                </a:lnTo>
                <a:lnTo>
                  <a:pt x="5" y="545"/>
                </a:lnTo>
                <a:lnTo>
                  <a:pt x="5" y="544"/>
                </a:lnTo>
                <a:lnTo>
                  <a:pt x="4" y="544"/>
                </a:lnTo>
                <a:lnTo>
                  <a:pt x="3" y="544"/>
                </a:lnTo>
                <a:lnTo>
                  <a:pt x="3" y="543"/>
                </a:lnTo>
                <a:lnTo>
                  <a:pt x="2" y="543"/>
                </a:lnTo>
                <a:lnTo>
                  <a:pt x="1" y="543"/>
                </a:lnTo>
                <a:lnTo>
                  <a:pt x="1" y="542"/>
                </a:lnTo>
                <a:lnTo>
                  <a:pt x="0" y="542"/>
                </a:lnTo>
                <a:lnTo>
                  <a:pt x="0" y="541"/>
                </a:lnTo>
                <a:lnTo>
                  <a:pt x="1" y="541"/>
                </a:lnTo>
                <a:lnTo>
                  <a:pt x="1" y="540"/>
                </a:lnTo>
                <a:lnTo>
                  <a:pt x="2" y="540"/>
                </a:lnTo>
                <a:lnTo>
                  <a:pt x="2" y="539"/>
                </a:lnTo>
                <a:lnTo>
                  <a:pt x="3" y="539"/>
                </a:lnTo>
                <a:lnTo>
                  <a:pt x="4" y="539"/>
                </a:lnTo>
                <a:lnTo>
                  <a:pt x="4" y="538"/>
                </a:lnTo>
                <a:lnTo>
                  <a:pt x="4" y="537"/>
                </a:lnTo>
                <a:lnTo>
                  <a:pt x="5" y="536"/>
                </a:lnTo>
                <a:lnTo>
                  <a:pt x="6" y="536"/>
                </a:lnTo>
                <a:lnTo>
                  <a:pt x="7" y="536"/>
                </a:lnTo>
                <a:lnTo>
                  <a:pt x="7" y="535"/>
                </a:lnTo>
                <a:lnTo>
                  <a:pt x="8" y="535"/>
                </a:lnTo>
                <a:lnTo>
                  <a:pt x="9" y="535"/>
                </a:lnTo>
                <a:lnTo>
                  <a:pt x="9" y="534"/>
                </a:lnTo>
                <a:lnTo>
                  <a:pt x="9" y="533"/>
                </a:lnTo>
                <a:lnTo>
                  <a:pt x="10" y="533"/>
                </a:lnTo>
                <a:lnTo>
                  <a:pt x="10" y="532"/>
                </a:lnTo>
                <a:lnTo>
                  <a:pt x="10" y="531"/>
                </a:lnTo>
                <a:lnTo>
                  <a:pt x="10" y="530"/>
                </a:lnTo>
                <a:lnTo>
                  <a:pt x="11" y="530"/>
                </a:lnTo>
                <a:lnTo>
                  <a:pt x="11" y="529"/>
                </a:lnTo>
                <a:lnTo>
                  <a:pt x="12" y="529"/>
                </a:lnTo>
                <a:lnTo>
                  <a:pt x="11" y="529"/>
                </a:lnTo>
                <a:lnTo>
                  <a:pt x="12" y="529"/>
                </a:lnTo>
                <a:lnTo>
                  <a:pt x="12" y="528"/>
                </a:lnTo>
                <a:lnTo>
                  <a:pt x="13" y="528"/>
                </a:lnTo>
                <a:lnTo>
                  <a:pt x="14" y="528"/>
                </a:lnTo>
                <a:lnTo>
                  <a:pt x="14" y="527"/>
                </a:lnTo>
                <a:lnTo>
                  <a:pt x="14" y="526"/>
                </a:lnTo>
                <a:lnTo>
                  <a:pt x="15" y="526"/>
                </a:lnTo>
                <a:lnTo>
                  <a:pt x="15" y="525"/>
                </a:lnTo>
                <a:lnTo>
                  <a:pt x="16" y="525"/>
                </a:lnTo>
                <a:lnTo>
                  <a:pt x="17" y="525"/>
                </a:lnTo>
                <a:lnTo>
                  <a:pt x="17" y="524"/>
                </a:lnTo>
                <a:lnTo>
                  <a:pt x="18" y="524"/>
                </a:lnTo>
                <a:lnTo>
                  <a:pt x="18" y="523"/>
                </a:lnTo>
                <a:lnTo>
                  <a:pt x="19" y="523"/>
                </a:lnTo>
                <a:lnTo>
                  <a:pt x="18" y="523"/>
                </a:lnTo>
                <a:lnTo>
                  <a:pt x="18" y="522"/>
                </a:lnTo>
                <a:lnTo>
                  <a:pt x="19" y="522"/>
                </a:lnTo>
                <a:lnTo>
                  <a:pt x="19" y="521"/>
                </a:lnTo>
                <a:lnTo>
                  <a:pt x="19" y="520"/>
                </a:lnTo>
                <a:lnTo>
                  <a:pt x="20" y="520"/>
                </a:lnTo>
                <a:lnTo>
                  <a:pt x="20" y="519"/>
                </a:lnTo>
                <a:lnTo>
                  <a:pt x="19" y="519"/>
                </a:lnTo>
                <a:lnTo>
                  <a:pt x="20" y="519"/>
                </a:lnTo>
                <a:lnTo>
                  <a:pt x="20" y="518"/>
                </a:lnTo>
                <a:lnTo>
                  <a:pt x="20" y="517"/>
                </a:lnTo>
                <a:lnTo>
                  <a:pt x="20" y="516"/>
                </a:lnTo>
                <a:lnTo>
                  <a:pt x="19" y="516"/>
                </a:lnTo>
                <a:lnTo>
                  <a:pt x="18" y="516"/>
                </a:lnTo>
                <a:lnTo>
                  <a:pt x="18" y="515"/>
                </a:lnTo>
                <a:lnTo>
                  <a:pt x="18" y="514"/>
                </a:lnTo>
                <a:lnTo>
                  <a:pt x="18" y="513"/>
                </a:lnTo>
                <a:lnTo>
                  <a:pt x="18" y="512"/>
                </a:lnTo>
                <a:lnTo>
                  <a:pt x="19" y="511"/>
                </a:lnTo>
                <a:lnTo>
                  <a:pt x="19" y="510"/>
                </a:lnTo>
                <a:lnTo>
                  <a:pt x="20" y="510"/>
                </a:lnTo>
                <a:lnTo>
                  <a:pt x="20" y="509"/>
                </a:lnTo>
                <a:lnTo>
                  <a:pt x="21" y="509"/>
                </a:lnTo>
                <a:lnTo>
                  <a:pt x="22" y="508"/>
                </a:lnTo>
                <a:lnTo>
                  <a:pt x="21" y="508"/>
                </a:lnTo>
                <a:lnTo>
                  <a:pt x="21" y="507"/>
                </a:lnTo>
                <a:lnTo>
                  <a:pt x="20" y="507"/>
                </a:lnTo>
                <a:lnTo>
                  <a:pt x="20" y="506"/>
                </a:lnTo>
                <a:lnTo>
                  <a:pt x="19" y="506"/>
                </a:lnTo>
                <a:lnTo>
                  <a:pt x="19" y="505"/>
                </a:lnTo>
                <a:lnTo>
                  <a:pt x="18" y="505"/>
                </a:lnTo>
                <a:lnTo>
                  <a:pt x="18" y="504"/>
                </a:lnTo>
                <a:lnTo>
                  <a:pt x="17" y="504"/>
                </a:lnTo>
                <a:lnTo>
                  <a:pt x="17" y="505"/>
                </a:lnTo>
                <a:lnTo>
                  <a:pt x="17" y="504"/>
                </a:lnTo>
                <a:lnTo>
                  <a:pt x="17" y="505"/>
                </a:lnTo>
                <a:lnTo>
                  <a:pt x="16" y="505"/>
                </a:lnTo>
                <a:lnTo>
                  <a:pt x="15" y="505"/>
                </a:lnTo>
                <a:lnTo>
                  <a:pt x="14" y="505"/>
                </a:lnTo>
                <a:lnTo>
                  <a:pt x="13" y="505"/>
                </a:lnTo>
                <a:lnTo>
                  <a:pt x="13" y="504"/>
                </a:lnTo>
                <a:lnTo>
                  <a:pt x="13" y="503"/>
                </a:lnTo>
                <a:lnTo>
                  <a:pt x="12" y="503"/>
                </a:lnTo>
                <a:lnTo>
                  <a:pt x="12" y="502"/>
                </a:lnTo>
                <a:lnTo>
                  <a:pt x="12" y="501"/>
                </a:lnTo>
                <a:lnTo>
                  <a:pt x="12" y="500"/>
                </a:lnTo>
                <a:lnTo>
                  <a:pt x="13" y="500"/>
                </a:lnTo>
                <a:lnTo>
                  <a:pt x="13" y="499"/>
                </a:lnTo>
                <a:lnTo>
                  <a:pt x="14" y="500"/>
                </a:lnTo>
                <a:lnTo>
                  <a:pt x="15" y="500"/>
                </a:lnTo>
                <a:lnTo>
                  <a:pt x="16" y="500"/>
                </a:lnTo>
                <a:lnTo>
                  <a:pt x="17" y="499"/>
                </a:lnTo>
                <a:lnTo>
                  <a:pt x="17" y="498"/>
                </a:lnTo>
                <a:lnTo>
                  <a:pt x="17" y="497"/>
                </a:lnTo>
                <a:lnTo>
                  <a:pt x="17" y="496"/>
                </a:lnTo>
                <a:lnTo>
                  <a:pt x="16" y="496"/>
                </a:lnTo>
                <a:lnTo>
                  <a:pt x="15" y="496"/>
                </a:lnTo>
                <a:lnTo>
                  <a:pt x="15" y="495"/>
                </a:lnTo>
                <a:lnTo>
                  <a:pt x="15" y="494"/>
                </a:lnTo>
                <a:lnTo>
                  <a:pt x="14" y="494"/>
                </a:lnTo>
                <a:lnTo>
                  <a:pt x="14" y="493"/>
                </a:lnTo>
                <a:lnTo>
                  <a:pt x="14" y="492"/>
                </a:lnTo>
                <a:lnTo>
                  <a:pt x="14" y="491"/>
                </a:lnTo>
                <a:lnTo>
                  <a:pt x="14" y="490"/>
                </a:lnTo>
                <a:lnTo>
                  <a:pt x="14" y="489"/>
                </a:lnTo>
                <a:lnTo>
                  <a:pt x="13" y="489"/>
                </a:lnTo>
                <a:lnTo>
                  <a:pt x="13" y="488"/>
                </a:lnTo>
                <a:lnTo>
                  <a:pt x="13" y="489"/>
                </a:lnTo>
                <a:lnTo>
                  <a:pt x="12" y="489"/>
                </a:lnTo>
                <a:lnTo>
                  <a:pt x="11" y="489"/>
                </a:lnTo>
                <a:lnTo>
                  <a:pt x="10" y="489"/>
                </a:lnTo>
                <a:lnTo>
                  <a:pt x="10" y="490"/>
                </a:lnTo>
                <a:lnTo>
                  <a:pt x="9" y="490"/>
                </a:lnTo>
                <a:lnTo>
                  <a:pt x="8" y="490"/>
                </a:lnTo>
                <a:lnTo>
                  <a:pt x="7" y="490"/>
                </a:lnTo>
                <a:lnTo>
                  <a:pt x="6" y="490"/>
                </a:lnTo>
                <a:lnTo>
                  <a:pt x="5" y="490"/>
                </a:lnTo>
                <a:lnTo>
                  <a:pt x="4" y="490"/>
                </a:lnTo>
                <a:lnTo>
                  <a:pt x="3" y="490"/>
                </a:lnTo>
                <a:lnTo>
                  <a:pt x="2" y="490"/>
                </a:lnTo>
                <a:lnTo>
                  <a:pt x="1" y="490"/>
                </a:lnTo>
                <a:lnTo>
                  <a:pt x="1" y="491"/>
                </a:lnTo>
                <a:lnTo>
                  <a:pt x="1" y="490"/>
                </a:lnTo>
                <a:lnTo>
                  <a:pt x="0" y="490"/>
                </a:lnTo>
                <a:lnTo>
                  <a:pt x="1" y="490"/>
                </a:lnTo>
                <a:lnTo>
                  <a:pt x="0" y="490"/>
                </a:lnTo>
                <a:lnTo>
                  <a:pt x="1" y="490"/>
                </a:lnTo>
                <a:lnTo>
                  <a:pt x="1" y="489"/>
                </a:lnTo>
                <a:lnTo>
                  <a:pt x="1" y="488"/>
                </a:lnTo>
                <a:lnTo>
                  <a:pt x="1" y="487"/>
                </a:lnTo>
                <a:lnTo>
                  <a:pt x="2" y="487"/>
                </a:lnTo>
                <a:lnTo>
                  <a:pt x="2" y="486"/>
                </a:lnTo>
                <a:lnTo>
                  <a:pt x="2" y="485"/>
                </a:lnTo>
                <a:lnTo>
                  <a:pt x="3" y="485"/>
                </a:lnTo>
                <a:lnTo>
                  <a:pt x="2" y="485"/>
                </a:lnTo>
                <a:lnTo>
                  <a:pt x="3" y="485"/>
                </a:lnTo>
                <a:lnTo>
                  <a:pt x="3" y="484"/>
                </a:lnTo>
                <a:lnTo>
                  <a:pt x="3" y="483"/>
                </a:lnTo>
                <a:lnTo>
                  <a:pt x="3" y="482"/>
                </a:lnTo>
                <a:lnTo>
                  <a:pt x="3" y="481"/>
                </a:lnTo>
                <a:lnTo>
                  <a:pt x="3" y="480"/>
                </a:lnTo>
                <a:lnTo>
                  <a:pt x="3" y="479"/>
                </a:lnTo>
                <a:lnTo>
                  <a:pt x="3" y="478"/>
                </a:lnTo>
                <a:lnTo>
                  <a:pt x="4" y="478"/>
                </a:lnTo>
                <a:lnTo>
                  <a:pt x="4" y="477"/>
                </a:lnTo>
                <a:lnTo>
                  <a:pt x="3" y="477"/>
                </a:lnTo>
                <a:lnTo>
                  <a:pt x="3" y="476"/>
                </a:lnTo>
                <a:lnTo>
                  <a:pt x="4" y="476"/>
                </a:lnTo>
                <a:lnTo>
                  <a:pt x="4" y="475"/>
                </a:lnTo>
                <a:lnTo>
                  <a:pt x="4" y="474"/>
                </a:lnTo>
                <a:lnTo>
                  <a:pt x="4" y="473"/>
                </a:lnTo>
                <a:lnTo>
                  <a:pt x="4" y="472"/>
                </a:lnTo>
                <a:lnTo>
                  <a:pt x="4" y="470"/>
                </a:lnTo>
                <a:lnTo>
                  <a:pt x="4" y="469"/>
                </a:lnTo>
                <a:lnTo>
                  <a:pt x="4" y="468"/>
                </a:lnTo>
                <a:lnTo>
                  <a:pt x="5" y="468"/>
                </a:lnTo>
                <a:lnTo>
                  <a:pt x="5" y="467"/>
                </a:lnTo>
                <a:lnTo>
                  <a:pt x="4" y="467"/>
                </a:lnTo>
                <a:lnTo>
                  <a:pt x="4" y="466"/>
                </a:lnTo>
                <a:lnTo>
                  <a:pt x="4" y="465"/>
                </a:lnTo>
                <a:lnTo>
                  <a:pt x="4" y="464"/>
                </a:lnTo>
                <a:lnTo>
                  <a:pt x="4" y="463"/>
                </a:lnTo>
                <a:lnTo>
                  <a:pt x="4" y="462"/>
                </a:lnTo>
                <a:lnTo>
                  <a:pt x="4" y="461"/>
                </a:lnTo>
                <a:lnTo>
                  <a:pt x="3" y="461"/>
                </a:lnTo>
                <a:lnTo>
                  <a:pt x="3" y="460"/>
                </a:lnTo>
                <a:lnTo>
                  <a:pt x="2" y="460"/>
                </a:lnTo>
                <a:lnTo>
                  <a:pt x="2" y="459"/>
                </a:lnTo>
                <a:lnTo>
                  <a:pt x="3" y="459"/>
                </a:lnTo>
                <a:lnTo>
                  <a:pt x="3" y="458"/>
                </a:lnTo>
                <a:lnTo>
                  <a:pt x="4" y="458"/>
                </a:lnTo>
                <a:lnTo>
                  <a:pt x="4" y="457"/>
                </a:lnTo>
                <a:lnTo>
                  <a:pt x="4" y="456"/>
                </a:lnTo>
                <a:lnTo>
                  <a:pt x="5" y="456"/>
                </a:lnTo>
                <a:lnTo>
                  <a:pt x="6" y="456"/>
                </a:lnTo>
                <a:lnTo>
                  <a:pt x="7" y="456"/>
                </a:lnTo>
                <a:lnTo>
                  <a:pt x="8" y="456"/>
                </a:lnTo>
                <a:lnTo>
                  <a:pt x="8" y="455"/>
                </a:lnTo>
                <a:lnTo>
                  <a:pt x="9" y="455"/>
                </a:lnTo>
                <a:lnTo>
                  <a:pt x="10" y="455"/>
                </a:lnTo>
                <a:lnTo>
                  <a:pt x="10" y="454"/>
                </a:lnTo>
                <a:lnTo>
                  <a:pt x="11" y="454"/>
                </a:lnTo>
                <a:lnTo>
                  <a:pt x="12" y="454"/>
                </a:lnTo>
                <a:lnTo>
                  <a:pt x="12" y="453"/>
                </a:lnTo>
                <a:lnTo>
                  <a:pt x="12" y="452"/>
                </a:lnTo>
                <a:lnTo>
                  <a:pt x="13" y="452"/>
                </a:lnTo>
                <a:lnTo>
                  <a:pt x="13" y="451"/>
                </a:lnTo>
                <a:lnTo>
                  <a:pt x="14" y="451"/>
                </a:lnTo>
                <a:lnTo>
                  <a:pt x="14" y="450"/>
                </a:lnTo>
                <a:lnTo>
                  <a:pt x="15" y="450"/>
                </a:lnTo>
                <a:lnTo>
                  <a:pt x="16" y="450"/>
                </a:lnTo>
                <a:lnTo>
                  <a:pt x="16" y="449"/>
                </a:lnTo>
                <a:lnTo>
                  <a:pt x="17" y="449"/>
                </a:lnTo>
                <a:lnTo>
                  <a:pt x="17" y="450"/>
                </a:lnTo>
                <a:lnTo>
                  <a:pt x="18" y="450"/>
                </a:lnTo>
                <a:lnTo>
                  <a:pt x="19" y="450"/>
                </a:lnTo>
                <a:lnTo>
                  <a:pt x="19" y="451"/>
                </a:lnTo>
                <a:lnTo>
                  <a:pt x="19" y="450"/>
                </a:lnTo>
                <a:lnTo>
                  <a:pt x="20" y="450"/>
                </a:lnTo>
                <a:lnTo>
                  <a:pt x="20" y="451"/>
                </a:lnTo>
                <a:lnTo>
                  <a:pt x="20" y="450"/>
                </a:lnTo>
                <a:lnTo>
                  <a:pt x="21" y="450"/>
                </a:lnTo>
                <a:lnTo>
                  <a:pt x="21" y="451"/>
                </a:lnTo>
                <a:lnTo>
                  <a:pt x="21" y="450"/>
                </a:lnTo>
                <a:lnTo>
                  <a:pt x="21" y="451"/>
                </a:lnTo>
                <a:lnTo>
                  <a:pt x="22" y="451"/>
                </a:lnTo>
                <a:lnTo>
                  <a:pt x="22" y="450"/>
                </a:lnTo>
                <a:lnTo>
                  <a:pt x="23" y="450"/>
                </a:lnTo>
                <a:lnTo>
                  <a:pt x="23" y="449"/>
                </a:lnTo>
                <a:lnTo>
                  <a:pt x="24" y="449"/>
                </a:lnTo>
                <a:lnTo>
                  <a:pt x="24" y="448"/>
                </a:lnTo>
                <a:lnTo>
                  <a:pt x="25" y="448"/>
                </a:lnTo>
                <a:lnTo>
                  <a:pt x="25" y="447"/>
                </a:lnTo>
                <a:lnTo>
                  <a:pt x="24" y="447"/>
                </a:lnTo>
                <a:lnTo>
                  <a:pt x="24" y="446"/>
                </a:lnTo>
                <a:lnTo>
                  <a:pt x="24" y="445"/>
                </a:lnTo>
                <a:lnTo>
                  <a:pt x="23" y="445"/>
                </a:lnTo>
                <a:lnTo>
                  <a:pt x="23" y="444"/>
                </a:lnTo>
                <a:lnTo>
                  <a:pt x="22" y="444"/>
                </a:lnTo>
                <a:lnTo>
                  <a:pt x="22" y="445"/>
                </a:lnTo>
                <a:lnTo>
                  <a:pt x="21" y="445"/>
                </a:lnTo>
                <a:lnTo>
                  <a:pt x="21" y="444"/>
                </a:lnTo>
                <a:lnTo>
                  <a:pt x="20" y="444"/>
                </a:lnTo>
                <a:lnTo>
                  <a:pt x="20" y="443"/>
                </a:lnTo>
                <a:lnTo>
                  <a:pt x="19" y="443"/>
                </a:lnTo>
                <a:lnTo>
                  <a:pt x="19" y="442"/>
                </a:lnTo>
                <a:lnTo>
                  <a:pt x="18" y="442"/>
                </a:lnTo>
                <a:lnTo>
                  <a:pt x="19" y="442"/>
                </a:lnTo>
                <a:lnTo>
                  <a:pt x="18" y="441"/>
                </a:lnTo>
                <a:lnTo>
                  <a:pt x="19" y="441"/>
                </a:lnTo>
                <a:lnTo>
                  <a:pt x="18" y="441"/>
                </a:lnTo>
                <a:lnTo>
                  <a:pt x="18" y="439"/>
                </a:lnTo>
                <a:lnTo>
                  <a:pt x="19" y="439"/>
                </a:lnTo>
                <a:lnTo>
                  <a:pt x="18" y="439"/>
                </a:lnTo>
                <a:lnTo>
                  <a:pt x="19" y="439"/>
                </a:lnTo>
                <a:lnTo>
                  <a:pt x="19" y="438"/>
                </a:lnTo>
                <a:lnTo>
                  <a:pt x="18" y="437"/>
                </a:lnTo>
                <a:lnTo>
                  <a:pt x="18" y="436"/>
                </a:lnTo>
                <a:lnTo>
                  <a:pt x="17" y="436"/>
                </a:lnTo>
                <a:lnTo>
                  <a:pt x="18" y="436"/>
                </a:lnTo>
                <a:lnTo>
                  <a:pt x="18" y="435"/>
                </a:lnTo>
                <a:lnTo>
                  <a:pt x="17" y="435"/>
                </a:lnTo>
                <a:lnTo>
                  <a:pt x="17" y="434"/>
                </a:lnTo>
                <a:lnTo>
                  <a:pt x="17" y="433"/>
                </a:lnTo>
                <a:lnTo>
                  <a:pt x="18" y="433"/>
                </a:lnTo>
                <a:lnTo>
                  <a:pt x="18" y="432"/>
                </a:lnTo>
                <a:lnTo>
                  <a:pt x="17" y="432"/>
                </a:lnTo>
                <a:lnTo>
                  <a:pt x="18" y="432"/>
                </a:lnTo>
                <a:lnTo>
                  <a:pt x="17" y="432"/>
                </a:lnTo>
                <a:lnTo>
                  <a:pt x="18" y="432"/>
                </a:lnTo>
                <a:lnTo>
                  <a:pt x="18" y="431"/>
                </a:lnTo>
                <a:lnTo>
                  <a:pt x="17" y="431"/>
                </a:lnTo>
                <a:lnTo>
                  <a:pt x="18" y="431"/>
                </a:lnTo>
                <a:lnTo>
                  <a:pt x="18" y="430"/>
                </a:lnTo>
                <a:lnTo>
                  <a:pt x="18" y="429"/>
                </a:lnTo>
                <a:lnTo>
                  <a:pt x="18" y="428"/>
                </a:lnTo>
                <a:lnTo>
                  <a:pt x="18" y="427"/>
                </a:lnTo>
                <a:lnTo>
                  <a:pt x="18" y="426"/>
                </a:lnTo>
                <a:lnTo>
                  <a:pt x="18" y="425"/>
                </a:lnTo>
                <a:lnTo>
                  <a:pt x="18" y="424"/>
                </a:lnTo>
                <a:lnTo>
                  <a:pt x="19" y="424"/>
                </a:lnTo>
                <a:lnTo>
                  <a:pt x="19" y="425"/>
                </a:lnTo>
                <a:lnTo>
                  <a:pt x="20" y="425"/>
                </a:lnTo>
                <a:lnTo>
                  <a:pt x="20" y="424"/>
                </a:lnTo>
                <a:lnTo>
                  <a:pt x="20" y="423"/>
                </a:lnTo>
                <a:lnTo>
                  <a:pt x="21" y="423"/>
                </a:lnTo>
                <a:lnTo>
                  <a:pt x="21" y="422"/>
                </a:lnTo>
                <a:lnTo>
                  <a:pt x="22" y="422"/>
                </a:lnTo>
                <a:lnTo>
                  <a:pt x="22" y="421"/>
                </a:lnTo>
                <a:lnTo>
                  <a:pt x="23" y="421"/>
                </a:lnTo>
                <a:lnTo>
                  <a:pt x="23" y="420"/>
                </a:lnTo>
                <a:lnTo>
                  <a:pt x="23" y="419"/>
                </a:lnTo>
                <a:lnTo>
                  <a:pt x="23" y="418"/>
                </a:lnTo>
                <a:lnTo>
                  <a:pt x="24" y="418"/>
                </a:lnTo>
                <a:lnTo>
                  <a:pt x="24" y="417"/>
                </a:lnTo>
                <a:lnTo>
                  <a:pt x="24" y="416"/>
                </a:lnTo>
                <a:lnTo>
                  <a:pt x="25" y="416"/>
                </a:lnTo>
                <a:lnTo>
                  <a:pt x="24" y="416"/>
                </a:lnTo>
                <a:lnTo>
                  <a:pt x="24" y="415"/>
                </a:lnTo>
                <a:lnTo>
                  <a:pt x="25" y="415"/>
                </a:lnTo>
                <a:lnTo>
                  <a:pt x="25" y="414"/>
                </a:lnTo>
                <a:lnTo>
                  <a:pt x="25" y="413"/>
                </a:lnTo>
                <a:lnTo>
                  <a:pt x="25" y="412"/>
                </a:lnTo>
                <a:lnTo>
                  <a:pt x="26" y="412"/>
                </a:lnTo>
                <a:lnTo>
                  <a:pt x="25" y="412"/>
                </a:lnTo>
                <a:lnTo>
                  <a:pt x="26" y="412"/>
                </a:lnTo>
                <a:lnTo>
                  <a:pt x="26" y="411"/>
                </a:lnTo>
                <a:lnTo>
                  <a:pt x="26" y="410"/>
                </a:lnTo>
                <a:lnTo>
                  <a:pt x="26" y="409"/>
                </a:lnTo>
                <a:lnTo>
                  <a:pt x="27" y="409"/>
                </a:lnTo>
                <a:lnTo>
                  <a:pt x="27" y="408"/>
                </a:lnTo>
                <a:lnTo>
                  <a:pt x="27" y="407"/>
                </a:lnTo>
                <a:lnTo>
                  <a:pt x="28" y="407"/>
                </a:lnTo>
                <a:lnTo>
                  <a:pt x="28" y="406"/>
                </a:lnTo>
                <a:lnTo>
                  <a:pt x="28" y="405"/>
                </a:lnTo>
                <a:lnTo>
                  <a:pt x="29" y="405"/>
                </a:lnTo>
                <a:lnTo>
                  <a:pt x="30" y="405"/>
                </a:lnTo>
                <a:lnTo>
                  <a:pt x="30" y="406"/>
                </a:lnTo>
                <a:lnTo>
                  <a:pt x="31" y="406"/>
                </a:lnTo>
                <a:lnTo>
                  <a:pt x="31" y="405"/>
                </a:lnTo>
                <a:lnTo>
                  <a:pt x="31" y="406"/>
                </a:lnTo>
                <a:lnTo>
                  <a:pt x="32" y="406"/>
                </a:lnTo>
                <a:lnTo>
                  <a:pt x="32" y="407"/>
                </a:lnTo>
                <a:lnTo>
                  <a:pt x="32" y="408"/>
                </a:lnTo>
                <a:lnTo>
                  <a:pt x="33" y="408"/>
                </a:lnTo>
                <a:lnTo>
                  <a:pt x="33" y="409"/>
                </a:lnTo>
                <a:lnTo>
                  <a:pt x="34" y="409"/>
                </a:lnTo>
                <a:lnTo>
                  <a:pt x="34" y="410"/>
                </a:lnTo>
                <a:lnTo>
                  <a:pt x="34" y="411"/>
                </a:lnTo>
                <a:lnTo>
                  <a:pt x="35" y="411"/>
                </a:lnTo>
                <a:lnTo>
                  <a:pt x="36" y="411"/>
                </a:lnTo>
                <a:lnTo>
                  <a:pt x="37" y="411"/>
                </a:lnTo>
                <a:lnTo>
                  <a:pt x="38" y="411"/>
                </a:lnTo>
                <a:lnTo>
                  <a:pt x="38" y="410"/>
                </a:lnTo>
                <a:lnTo>
                  <a:pt x="39" y="410"/>
                </a:lnTo>
                <a:lnTo>
                  <a:pt x="39" y="409"/>
                </a:lnTo>
                <a:lnTo>
                  <a:pt x="39" y="408"/>
                </a:lnTo>
                <a:lnTo>
                  <a:pt x="40" y="408"/>
                </a:lnTo>
                <a:lnTo>
                  <a:pt x="40" y="407"/>
                </a:lnTo>
                <a:lnTo>
                  <a:pt x="41" y="407"/>
                </a:lnTo>
                <a:lnTo>
                  <a:pt x="42" y="407"/>
                </a:lnTo>
                <a:lnTo>
                  <a:pt x="42" y="406"/>
                </a:lnTo>
                <a:lnTo>
                  <a:pt x="42" y="405"/>
                </a:lnTo>
                <a:lnTo>
                  <a:pt x="43" y="405"/>
                </a:lnTo>
                <a:lnTo>
                  <a:pt x="43" y="404"/>
                </a:lnTo>
                <a:lnTo>
                  <a:pt x="43" y="403"/>
                </a:lnTo>
                <a:lnTo>
                  <a:pt x="43" y="402"/>
                </a:lnTo>
                <a:lnTo>
                  <a:pt x="44" y="402"/>
                </a:lnTo>
                <a:lnTo>
                  <a:pt x="44" y="401"/>
                </a:lnTo>
                <a:lnTo>
                  <a:pt x="45" y="401"/>
                </a:lnTo>
                <a:lnTo>
                  <a:pt x="45" y="402"/>
                </a:lnTo>
                <a:lnTo>
                  <a:pt x="46" y="402"/>
                </a:lnTo>
                <a:lnTo>
                  <a:pt x="46" y="401"/>
                </a:lnTo>
                <a:lnTo>
                  <a:pt x="46" y="402"/>
                </a:lnTo>
                <a:lnTo>
                  <a:pt x="47" y="402"/>
                </a:lnTo>
                <a:lnTo>
                  <a:pt x="47" y="401"/>
                </a:lnTo>
                <a:lnTo>
                  <a:pt x="47" y="402"/>
                </a:lnTo>
                <a:lnTo>
                  <a:pt x="48" y="401"/>
                </a:lnTo>
                <a:lnTo>
                  <a:pt x="49" y="401"/>
                </a:lnTo>
                <a:lnTo>
                  <a:pt x="49" y="400"/>
                </a:lnTo>
                <a:lnTo>
                  <a:pt x="49" y="399"/>
                </a:lnTo>
                <a:lnTo>
                  <a:pt x="50" y="399"/>
                </a:lnTo>
                <a:lnTo>
                  <a:pt x="50" y="398"/>
                </a:lnTo>
                <a:lnTo>
                  <a:pt x="50" y="399"/>
                </a:lnTo>
                <a:lnTo>
                  <a:pt x="50" y="398"/>
                </a:lnTo>
                <a:lnTo>
                  <a:pt x="51" y="398"/>
                </a:lnTo>
                <a:lnTo>
                  <a:pt x="51" y="397"/>
                </a:lnTo>
                <a:lnTo>
                  <a:pt x="52" y="397"/>
                </a:lnTo>
                <a:lnTo>
                  <a:pt x="52" y="396"/>
                </a:lnTo>
                <a:lnTo>
                  <a:pt x="52" y="395"/>
                </a:lnTo>
                <a:lnTo>
                  <a:pt x="52" y="394"/>
                </a:lnTo>
                <a:lnTo>
                  <a:pt x="52" y="393"/>
                </a:lnTo>
                <a:lnTo>
                  <a:pt x="52" y="392"/>
                </a:lnTo>
                <a:lnTo>
                  <a:pt x="53" y="392"/>
                </a:lnTo>
                <a:lnTo>
                  <a:pt x="53" y="393"/>
                </a:lnTo>
                <a:lnTo>
                  <a:pt x="54" y="393"/>
                </a:lnTo>
                <a:lnTo>
                  <a:pt x="55" y="393"/>
                </a:lnTo>
                <a:lnTo>
                  <a:pt x="55" y="392"/>
                </a:lnTo>
                <a:lnTo>
                  <a:pt x="56" y="392"/>
                </a:lnTo>
                <a:lnTo>
                  <a:pt x="56" y="391"/>
                </a:lnTo>
                <a:lnTo>
                  <a:pt x="56" y="390"/>
                </a:lnTo>
                <a:lnTo>
                  <a:pt x="57" y="390"/>
                </a:lnTo>
                <a:lnTo>
                  <a:pt x="57" y="389"/>
                </a:lnTo>
                <a:lnTo>
                  <a:pt x="56" y="389"/>
                </a:lnTo>
                <a:lnTo>
                  <a:pt x="56" y="388"/>
                </a:lnTo>
                <a:lnTo>
                  <a:pt x="57" y="388"/>
                </a:lnTo>
                <a:lnTo>
                  <a:pt x="57" y="387"/>
                </a:lnTo>
                <a:lnTo>
                  <a:pt x="57" y="386"/>
                </a:lnTo>
                <a:lnTo>
                  <a:pt x="57" y="385"/>
                </a:lnTo>
                <a:lnTo>
                  <a:pt x="56" y="384"/>
                </a:lnTo>
                <a:lnTo>
                  <a:pt x="56" y="383"/>
                </a:lnTo>
                <a:lnTo>
                  <a:pt x="55" y="383"/>
                </a:lnTo>
                <a:lnTo>
                  <a:pt x="55" y="382"/>
                </a:lnTo>
                <a:lnTo>
                  <a:pt x="55" y="381"/>
                </a:lnTo>
                <a:lnTo>
                  <a:pt x="54" y="381"/>
                </a:lnTo>
                <a:lnTo>
                  <a:pt x="54" y="380"/>
                </a:lnTo>
                <a:lnTo>
                  <a:pt x="55" y="380"/>
                </a:lnTo>
                <a:lnTo>
                  <a:pt x="55" y="379"/>
                </a:lnTo>
                <a:lnTo>
                  <a:pt x="55" y="380"/>
                </a:lnTo>
                <a:lnTo>
                  <a:pt x="56" y="380"/>
                </a:lnTo>
                <a:lnTo>
                  <a:pt x="56" y="379"/>
                </a:lnTo>
                <a:lnTo>
                  <a:pt x="56" y="380"/>
                </a:lnTo>
                <a:lnTo>
                  <a:pt x="56" y="379"/>
                </a:lnTo>
                <a:lnTo>
                  <a:pt x="57" y="379"/>
                </a:lnTo>
                <a:lnTo>
                  <a:pt x="57" y="378"/>
                </a:lnTo>
                <a:lnTo>
                  <a:pt x="57" y="377"/>
                </a:lnTo>
                <a:lnTo>
                  <a:pt x="58" y="377"/>
                </a:lnTo>
                <a:lnTo>
                  <a:pt x="59" y="377"/>
                </a:lnTo>
                <a:lnTo>
                  <a:pt x="59" y="376"/>
                </a:lnTo>
                <a:lnTo>
                  <a:pt x="59" y="375"/>
                </a:lnTo>
                <a:lnTo>
                  <a:pt x="60" y="375"/>
                </a:lnTo>
                <a:lnTo>
                  <a:pt x="60" y="374"/>
                </a:lnTo>
                <a:lnTo>
                  <a:pt x="60" y="373"/>
                </a:lnTo>
                <a:lnTo>
                  <a:pt x="59" y="373"/>
                </a:lnTo>
                <a:lnTo>
                  <a:pt x="59" y="372"/>
                </a:lnTo>
                <a:lnTo>
                  <a:pt x="59" y="371"/>
                </a:lnTo>
                <a:lnTo>
                  <a:pt x="59" y="370"/>
                </a:lnTo>
                <a:lnTo>
                  <a:pt x="58" y="370"/>
                </a:lnTo>
                <a:lnTo>
                  <a:pt x="58" y="369"/>
                </a:lnTo>
                <a:lnTo>
                  <a:pt x="59" y="369"/>
                </a:lnTo>
                <a:lnTo>
                  <a:pt x="60" y="369"/>
                </a:lnTo>
                <a:lnTo>
                  <a:pt x="60" y="370"/>
                </a:lnTo>
                <a:lnTo>
                  <a:pt x="61" y="370"/>
                </a:lnTo>
                <a:lnTo>
                  <a:pt x="61" y="369"/>
                </a:lnTo>
                <a:lnTo>
                  <a:pt x="62" y="370"/>
                </a:lnTo>
                <a:lnTo>
                  <a:pt x="63" y="370"/>
                </a:lnTo>
                <a:lnTo>
                  <a:pt x="64" y="370"/>
                </a:lnTo>
                <a:lnTo>
                  <a:pt x="64" y="371"/>
                </a:lnTo>
                <a:lnTo>
                  <a:pt x="64" y="370"/>
                </a:lnTo>
                <a:lnTo>
                  <a:pt x="65" y="370"/>
                </a:lnTo>
                <a:lnTo>
                  <a:pt x="65" y="371"/>
                </a:lnTo>
                <a:lnTo>
                  <a:pt x="66" y="371"/>
                </a:lnTo>
                <a:lnTo>
                  <a:pt x="67" y="371"/>
                </a:lnTo>
                <a:lnTo>
                  <a:pt x="67" y="372"/>
                </a:lnTo>
                <a:lnTo>
                  <a:pt x="68" y="372"/>
                </a:lnTo>
                <a:lnTo>
                  <a:pt x="68" y="373"/>
                </a:lnTo>
                <a:lnTo>
                  <a:pt x="69" y="373"/>
                </a:lnTo>
                <a:lnTo>
                  <a:pt x="69" y="374"/>
                </a:lnTo>
                <a:lnTo>
                  <a:pt x="70" y="374"/>
                </a:lnTo>
                <a:lnTo>
                  <a:pt x="70" y="375"/>
                </a:lnTo>
                <a:lnTo>
                  <a:pt x="69" y="375"/>
                </a:lnTo>
                <a:lnTo>
                  <a:pt x="70" y="375"/>
                </a:lnTo>
                <a:lnTo>
                  <a:pt x="70" y="376"/>
                </a:lnTo>
                <a:lnTo>
                  <a:pt x="70" y="377"/>
                </a:lnTo>
                <a:lnTo>
                  <a:pt x="71" y="377"/>
                </a:lnTo>
                <a:lnTo>
                  <a:pt x="71" y="376"/>
                </a:lnTo>
                <a:lnTo>
                  <a:pt x="72" y="376"/>
                </a:lnTo>
                <a:lnTo>
                  <a:pt x="72" y="375"/>
                </a:lnTo>
                <a:lnTo>
                  <a:pt x="73" y="375"/>
                </a:lnTo>
                <a:lnTo>
                  <a:pt x="73" y="374"/>
                </a:lnTo>
                <a:lnTo>
                  <a:pt x="74" y="374"/>
                </a:lnTo>
                <a:lnTo>
                  <a:pt x="75" y="374"/>
                </a:lnTo>
                <a:lnTo>
                  <a:pt x="75" y="373"/>
                </a:lnTo>
                <a:lnTo>
                  <a:pt x="76" y="373"/>
                </a:lnTo>
                <a:lnTo>
                  <a:pt x="77" y="373"/>
                </a:lnTo>
                <a:lnTo>
                  <a:pt x="77" y="372"/>
                </a:lnTo>
                <a:lnTo>
                  <a:pt x="79" y="372"/>
                </a:lnTo>
                <a:lnTo>
                  <a:pt x="79" y="371"/>
                </a:lnTo>
                <a:lnTo>
                  <a:pt x="79" y="370"/>
                </a:lnTo>
                <a:lnTo>
                  <a:pt x="80" y="370"/>
                </a:lnTo>
                <a:lnTo>
                  <a:pt x="79" y="370"/>
                </a:lnTo>
                <a:lnTo>
                  <a:pt x="79" y="369"/>
                </a:lnTo>
                <a:lnTo>
                  <a:pt x="80" y="369"/>
                </a:lnTo>
                <a:lnTo>
                  <a:pt x="79" y="369"/>
                </a:lnTo>
                <a:lnTo>
                  <a:pt x="79" y="368"/>
                </a:lnTo>
                <a:lnTo>
                  <a:pt x="80" y="368"/>
                </a:lnTo>
                <a:lnTo>
                  <a:pt x="79" y="368"/>
                </a:lnTo>
                <a:lnTo>
                  <a:pt x="79" y="367"/>
                </a:lnTo>
                <a:lnTo>
                  <a:pt x="80" y="367"/>
                </a:lnTo>
                <a:lnTo>
                  <a:pt x="79" y="367"/>
                </a:lnTo>
                <a:lnTo>
                  <a:pt x="80" y="367"/>
                </a:lnTo>
                <a:lnTo>
                  <a:pt x="80" y="366"/>
                </a:lnTo>
                <a:lnTo>
                  <a:pt x="79" y="366"/>
                </a:lnTo>
                <a:lnTo>
                  <a:pt x="80" y="366"/>
                </a:lnTo>
                <a:lnTo>
                  <a:pt x="80" y="365"/>
                </a:lnTo>
                <a:lnTo>
                  <a:pt x="80" y="364"/>
                </a:lnTo>
                <a:lnTo>
                  <a:pt x="81" y="364"/>
                </a:lnTo>
                <a:lnTo>
                  <a:pt x="82" y="364"/>
                </a:lnTo>
                <a:lnTo>
                  <a:pt x="82" y="363"/>
                </a:lnTo>
                <a:lnTo>
                  <a:pt x="83" y="363"/>
                </a:lnTo>
                <a:lnTo>
                  <a:pt x="84" y="363"/>
                </a:lnTo>
                <a:lnTo>
                  <a:pt x="84" y="362"/>
                </a:lnTo>
                <a:lnTo>
                  <a:pt x="84" y="361"/>
                </a:lnTo>
                <a:lnTo>
                  <a:pt x="85" y="361"/>
                </a:lnTo>
                <a:lnTo>
                  <a:pt x="84" y="361"/>
                </a:lnTo>
                <a:lnTo>
                  <a:pt x="85" y="361"/>
                </a:lnTo>
                <a:lnTo>
                  <a:pt x="84" y="361"/>
                </a:lnTo>
                <a:lnTo>
                  <a:pt x="85" y="361"/>
                </a:lnTo>
                <a:lnTo>
                  <a:pt x="85" y="360"/>
                </a:lnTo>
                <a:lnTo>
                  <a:pt x="85" y="359"/>
                </a:lnTo>
                <a:lnTo>
                  <a:pt x="84" y="359"/>
                </a:lnTo>
                <a:lnTo>
                  <a:pt x="84" y="358"/>
                </a:lnTo>
                <a:lnTo>
                  <a:pt x="84" y="357"/>
                </a:lnTo>
                <a:lnTo>
                  <a:pt x="85" y="357"/>
                </a:lnTo>
                <a:lnTo>
                  <a:pt x="85" y="356"/>
                </a:lnTo>
                <a:lnTo>
                  <a:pt x="86" y="356"/>
                </a:lnTo>
                <a:lnTo>
                  <a:pt x="86" y="355"/>
                </a:lnTo>
                <a:lnTo>
                  <a:pt x="86" y="354"/>
                </a:lnTo>
                <a:lnTo>
                  <a:pt x="86" y="353"/>
                </a:lnTo>
                <a:lnTo>
                  <a:pt x="86" y="352"/>
                </a:lnTo>
                <a:lnTo>
                  <a:pt x="87" y="352"/>
                </a:lnTo>
                <a:lnTo>
                  <a:pt x="87" y="351"/>
                </a:lnTo>
                <a:lnTo>
                  <a:pt x="87" y="350"/>
                </a:lnTo>
                <a:lnTo>
                  <a:pt x="88" y="350"/>
                </a:lnTo>
                <a:lnTo>
                  <a:pt x="88" y="349"/>
                </a:lnTo>
                <a:lnTo>
                  <a:pt x="89" y="349"/>
                </a:lnTo>
                <a:lnTo>
                  <a:pt x="90" y="349"/>
                </a:lnTo>
                <a:lnTo>
                  <a:pt x="90" y="348"/>
                </a:lnTo>
                <a:lnTo>
                  <a:pt x="89" y="348"/>
                </a:lnTo>
                <a:lnTo>
                  <a:pt x="90" y="348"/>
                </a:lnTo>
                <a:lnTo>
                  <a:pt x="90" y="347"/>
                </a:lnTo>
                <a:lnTo>
                  <a:pt x="91" y="347"/>
                </a:lnTo>
                <a:lnTo>
                  <a:pt x="91" y="346"/>
                </a:lnTo>
                <a:lnTo>
                  <a:pt x="92" y="346"/>
                </a:lnTo>
                <a:lnTo>
                  <a:pt x="92" y="347"/>
                </a:lnTo>
                <a:lnTo>
                  <a:pt x="93" y="347"/>
                </a:lnTo>
                <a:lnTo>
                  <a:pt x="93" y="346"/>
                </a:lnTo>
                <a:lnTo>
                  <a:pt x="94" y="346"/>
                </a:lnTo>
                <a:lnTo>
                  <a:pt x="94" y="347"/>
                </a:lnTo>
                <a:lnTo>
                  <a:pt x="95" y="347"/>
                </a:lnTo>
                <a:lnTo>
                  <a:pt x="95" y="348"/>
                </a:lnTo>
                <a:lnTo>
                  <a:pt x="96" y="348"/>
                </a:lnTo>
                <a:lnTo>
                  <a:pt x="96" y="349"/>
                </a:lnTo>
                <a:lnTo>
                  <a:pt x="97" y="349"/>
                </a:lnTo>
                <a:lnTo>
                  <a:pt x="97" y="350"/>
                </a:lnTo>
                <a:lnTo>
                  <a:pt x="98" y="350"/>
                </a:lnTo>
                <a:lnTo>
                  <a:pt x="98" y="349"/>
                </a:lnTo>
                <a:lnTo>
                  <a:pt x="98" y="350"/>
                </a:lnTo>
                <a:lnTo>
                  <a:pt x="99" y="350"/>
                </a:lnTo>
                <a:lnTo>
                  <a:pt x="100" y="350"/>
                </a:lnTo>
                <a:lnTo>
                  <a:pt x="100" y="351"/>
                </a:lnTo>
                <a:lnTo>
                  <a:pt x="101" y="351"/>
                </a:lnTo>
                <a:lnTo>
                  <a:pt x="101" y="350"/>
                </a:lnTo>
                <a:lnTo>
                  <a:pt x="102" y="350"/>
                </a:lnTo>
                <a:lnTo>
                  <a:pt x="102" y="349"/>
                </a:lnTo>
                <a:lnTo>
                  <a:pt x="103" y="349"/>
                </a:lnTo>
                <a:lnTo>
                  <a:pt x="104" y="349"/>
                </a:lnTo>
                <a:lnTo>
                  <a:pt x="104" y="348"/>
                </a:lnTo>
                <a:lnTo>
                  <a:pt x="104" y="347"/>
                </a:lnTo>
                <a:lnTo>
                  <a:pt x="105" y="347"/>
                </a:lnTo>
                <a:lnTo>
                  <a:pt x="105" y="346"/>
                </a:lnTo>
                <a:lnTo>
                  <a:pt x="106" y="346"/>
                </a:lnTo>
                <a:lnTo>
                  <a:pt x="106" y="345"/>
                </a:lnTo>
                <a:lnTo>
                  <a:pt x="107" y="345"/>
                </a:lnTo>
                <a:lnTo>
                  <a:pt x="106" y="345"/>
                </a:lnTo>
                <a:lnTo>
                  <a:pt x="106" y="344"/>
                </a:lnTo>
                <a:lnTo>
                  <a:pt x="107" y="344"/>
                </a:lnTo>
                <a:lnTo>
                  <a:pt x="107" y="343"/>
                </a:lnTo>
                <a:lnTo>
                  <a:pt x="106" y="343"/>
                </a:lnTo>
                <a:lnTo>
                  <a:pt x="106" y="342"/>
                </a:lnTo>
                <a:lnTo>
                  <a:pt x="106" y="341"/>
                </a:lnTo>
                <a:lnTo>
                  <a:pt x="106" y="340"/>
                </a:lnTo>
                <a:lnTo>
                  <a:pt x="105" y="340"/>
                </a:lnTo>
                <a:lnTo>
                  <a:pt x="105" y="339"/>
                </a:lnTo>
                <a:lnTo>
                  <a:pt x="105" y="338"/>
                </a:lnTo>
                <a:lnTo>
                  <a:pt x="105" y="337"/>
                </a:lnTo>
                <a:lnTo>
                  <a:pt x="104" y="337"/>
                </a:lnTo>
                <a:lnTo>
                  <a:pt x="104" y="336"/>
                </a:lnTo>
                <a:lnTo>
                  <a:pt x="103" y="336"/>
                </a:lnTo>
                <a:lnTo>
                  <a:pt x="103" y="335"/>
                </a:lnTo>
                <a:lnTo>
                  <a:pt x="102" y="335"/>
                </a:lnTo>
                <a:lnTo>
                  <a:pt x="102" y="334"/>
                </a:lnTo>
                <a:lnTo>
                  <a:pt x="102" y="335"/>
                </a:lnTo>
                <a:lnTo>
                  <a:pt x="102" y="334"/>
                </a:lnTo>
                <a:lnTo>
                  <a:pt x="101" y="334"/>
                </a:lnTo>
                <a:lnTo>
                  <a:pt x="101" y="333"/>
                </a:lnTo>
                <a:lnTo>
                  <a:pt x="100" y="333"/>
                </a:lnTo>
                <a:lnTo>
                  <a:pt x="99" y="333"/>
                </a:lnTo>
                <a:lnTo>
                  <a:pt x="98" y="333"/>
                </a:lnTo>
                <a:lnTo>
                  <a:pt x="98" y="332"/>
                </a:lnTo>
                <a:lnTo>
                  <a:pt x="98" y="331"/>
                </a:lnTo>
                <a:lnTo>
                  <a:pt x="98" y="330"/>
                </a:lnTo>
                <a:lnTo>
                  <a:pt x="98" y="329"/>
                </a:lnTo>
                <a:lnTo>
                  <a:pt x="98" y="328"/>
                </a:lnTo>
                <a:lnTo>
                  <a:pt x="97" y="328"/>
                </a:lnTo>
                <a:lnTo>
                  <a:pt x="97" y="327"/>
                </a:lnTo>
                <a:lnTo>
                  <a:pt x="97" y="326"/>
                </a:lnTo>
                <a:lnTo>
                  <a:pt x="97" y="325"/>
                </a:lnTo>
                <a:lnTo>
                  <a:pt x="97" y="324"/>
                </a:lnTo>
                <a:lnTo>
                  <a:pt x="97" y="323"/>
                </a:lnTo>
                <a:lnTo>
                  <a:pt x="96" y="323"/>
                </a:lnTo>
                <a:lnTo>
                  <a:pt x="95" y="323"/>
                </a:lnTo>
                <a:lnTo>
                  <a:pt x="95" y="322"/>
                </a:lnTo>
                <a:lnTo>
                  <a:pt x="96" y="322"/>
                </a:lnTo>
                <a:lnTo>
                  <a:pt x="96" y="321"/>
                </a:lnTo>
                <a:lnTo>
                  <a:pt x="95" y="321"/>
                </a:lnTo>
                <a:lnTo>
                  <a:pt x="96" y="321"/>
                </a:lnTo>
                <a:lnTo>
                  <a:pt x="96" y="320"/>
                </a:lnTo>
                <a:lnTo>
                  <a:pt x="95" y="320"/>
                </a:lnTo>
                <a:lnTo>
                  <a:pt x="95" y="319"/>
                </a:lnTo>
                <a:lnTo>
                  <a:pt x="95" y="318"/>
                </a:lnTo>
                <a:lnTo>
                  <a:pt x="95" y="317"/>
                </a:lnTo>
                <a:lnTo>
                  <a:pt x="95" y="316"/>
                </a:lnTo>
                <a:lnTo>
                  <a:pt x="96" y="316"/>
                </a:lnTo>
                <a:lnTo>
                  <a:pt x="95" y="316"/>
                </a:lnTo>
                <a:lnTo>
                  <a:pt x="96" y="316"/>
                </a:lnTo>
                <a:lnTo>
                  <a:pt x="97" y="316"/>
                </a:lnTo>
                <a:lnTo>
                  <a:pt x="97" y="317"/>
                </a:lnTo>
                <a:lnTo>
                  <a:pt x="98" y="317"/>
                </a:lnTo>
                <a:lnTo>
                  <a:pt x="98" y="316"/>
                </a:lnTo>
                <a:lnTo>
                  <a:pt x="99" y="316"/>
                </a:lnTo>
                <a:lnTo>
                  <a:pt x="99" y="315"/>
                </a:lnTo>
                <a:lnTo>
                  <a:pt x="100" y="315"/>
                </a:lnTo>
                <a:lnTo>
                  <a:pt x="101" y="315"/>
                </a:lnTo>
                <a:lnTo>
                  <a:pt x="101" y="316"/>
                </a:lnTo>
                <a:lnTo>
                  <a:pt x="102" y="316"/>
                </a:lnTo>
                <a:lnTo>
                  <a:pt x="102" y="317"/>
                </a:lnTo>
                <a:lnTo>
                  <a:pt x="103" y="317"/>
                </a:lnTo>
                <a:lnTo>
                  <a:pt x="103" y="318"/>
                </a:lnTo>
                <a:lnTo>
                  <a:pt x="103" y="319"/>
                </a:lnTo>
                <a:lnTo>
                  <a:pt x="102" y="319"/>
                </a:lnTo>
                <a:lnTo>
                  <a:pt x="102" y="320"/>
                </a:lnTo>
                <a:lnTo>
                  <a:pt x="102" y="321"/>
                </a:lnTo>
                <a:lnTo>
                  <a:pt x="103" y="321"/>
                </a:lnTo>
                <a:lnTo>
                  <a:pt x="103" y="320"/>
                </a:lnTo>
                <a:lnTo>
                  <a:pt x="104" y="320"/>
                </a:lnTo>
                <a:lnTo>
                  <a:pt x="105" y="320"/>
                </a:lnTo>
                <a:lnTo>
                  <a:pt x="105" y="319"/>
                </a:lnTo>
                <a:lnTo>
                  <a:pt x="106" y="319"/>
                </a:lnTo>
                <a:lnTo>
                  <a:pt x="106" y="318"/>
                </a:lnTo>
                <a:lnTo>
                  <a:pt x="107" y="318"/>
                </a:lnTo>
                <a:lnTo>
                  <a:pt x="107" y="317"/>
                </a:lnTo>
                <a:lnTo>
                  <a:pt x="108" y="317"/>
                </a:lnTo>
                <a:lnTo>
                  <a:pt x="108" y="316"/>
                </a:lnTo>
                <a:lnTo>
                  <a:pt x="107" y="316"/>
                </a:lnTo>
                <a:lnTo>
                  <a:pt x="107" y="315"/>
                </a:lnTo>
                <a:lnTo>
                  <a:pt x="107" y="314"/>
                </a:lnTo>
                <a:lnTo>
                  <a:pt x="108" y="314"/>
                </a:lnTo>
                <a:lnTo>
                  <a:pt x="109" y="314"/>
                </a:lnTo>
                <a:lnTo>
                  <a:pt x="109" y="313"/>
                </a:lnTo>
                <a:lnTo>
                  <a:pt x="109" y="312"/>
                </a:lnTo>
                <a:lnTo>
                  <a:pt x="109" y="311"/>
                </a:lnTo>
                <a:lnTo>
                  <a:pt x="109" y="310"/>
                </a:lnTo>
                <a:lnTo>
                  <a:pt x="108" y="310"/>
                </a:lnTo>
                <a:lnTo>
                  <a:pt x="108" y="309"/>
                </a:lnTo>
                <a:lnTo>
                  <a:pt x="108" y="308"/>
                </a:lnTo>
                <a:lnTo>
                  <a:pt x="107" y="308"/>
                </a:lnTo>
                <a:lnTo>
                  <a:pt x="107" y="307"/>
                </a:lnTo>
                <a:lnTo>
                  <a:pt x="107" y="306"/>
                </a:lnTo>
                <a:lnTo>
                  <a:pt x="106" y="306"/>
                </a:lnTo>
                <a:lnTo>
                  <a:pt x="105" y="306"/>
                </a:lnTo>
                <a:lnTo>
                  <a:pt x="104" y="306"/>
                </a:lnTo>
                <a:lnTo>
                  <a:pt x="103" y="306"/>
                </a:lnTo>
                <a:lnTo>
                  <a:pt x="103" y="305"/>
                </a:lnTo>
                <a:lnTo>
                  <a:pt x="104" y="305"/>
                </a:lnTo>
                <a:lnTo>
                  <a:pt x="104" y="304"/>
                </a:lnTo>
                <a:lnTo>
                  <a:pt x="104" y="303"/>
                </a:lnTo>
                <a:lnTo>
                  <a:pt x="104" y="302"/>
                </a:lnTo>
                <a:lnTo>
                  <a:pt x="104" y="301"/>
                </a:lnTo>
                <a:lnTo>
                  <a:pt x="105" y="301"/>
                </a:lnTo>
                <a:lnTo>
                  <a:pt x="105" y="300"/>
                </a:lnTo>
                <a:lnTo>
                  <a:pt x="104" y="300"/>
                </a:lnTo>
                <a:lnTo>
                  <a:pt x="104" y="299"/>
                </a:lnTo>
                <a:lnTo>
                  <a:pt x="105" y="299"/>
                </a:lnTo>
                <a:lnTo>
                  <a:pt x="105" y="298"/>
                </a:lnTo>
                <a:lnTo>
                  <a:pt x="106" y="298"/>
                </a:lnTo>
                <a:lnTo>
                  <a:pt x="106" y="297"/>
                </a:lnTo>
                <a:lnTo>
                  <a:pt x="107" y="297"/>
                </a:lnTo>
                <a:lnTo>
                  <a:pt x="107" y="296"/>
                </a:lnTo>
                <a:lnTo>
                  <a:pt x="108" y="296"/>
                </a:lnTo>
                <a:lnTo>
                  <a:pt x="108" y="295"/>
                </a:lnTo>
                <a:lnTo>
                  <a:pt x="109" y="295"/>
                </a:lnTo>
                <a:lnTo>
                  <a:pt x="109" y="294"/>
                </a:lnTo>
                <a:lnTo>
                  <a:pt x="109" y="293"/>
                </a:lnTo>
                <a:lnTo>
                  <a:pt x="108" y="293"/>
                </a:lnTo>
                <a:lnTo>
                  <a:pt x="108" y="292"/>
                </a:lnTo>
                <a:lnTo>
                  <a:pt x="109" y="292"/>
                </a:lnTo>
                <a:lnTo>
                  <a:pt x="109" y="291"/>
                </a:lnTo>
                <a:lnTo>
                  <a:pt x="110" y="291"/>
                </a:lnTo>
                <a:lnTo>
                  <a:pt x="110" y="290"/>
                </a:lnTo>
                <a:lnTo>
                  <a:pt x="110" y="289"/>
                </a:lnTo>
                <a:lnTo>
                  <a:pt x="110" y="288"/>
                </a:lnTo>
                <a:lnTo>
                  <a:pt x="110" y="287"/>
                </a:lnTo>
                <a:lnTo>
                  <a:pt x="110" y="286"/>
                </a:lnTo>
                <a:lnTo>
                  <a:pt x="110" y="285"/>
                </a:lnTo>
                <a:lnTo>
                  <a:pt x="110" y="284"/>
                </a:lnTo>
                <a:lnTo>
                  <a:pt x="110" y="283"/>
                </a:lnTo>
                <a:lnTo>
                  <a:pt x="110" y="282"/>
                </a:lnTo>
                <a:lnTo>
                  <a:pt x="110" y="281"/>
                </a:lnTo>
                <a:lnTo>
                  <a:pt x="111" y="281"/>
                </a:lnTo>
                <a:lnTo>
                  <a:pt x="111" y="280"/>
                </a:lnTo>
                <a:lnTo>
                  <a:pt x="111" y="279"/>
                </a:lnTo>
                <a:lnTo>
                  <a:pt x="110" y="279"/>
                </a:lnTo>
                <a:lnTo>
                  <a:pt x="110" y="278"/>
                </a:lnTo>
                <a:lnTo>
                  <a:pt x="111" y="278"/>
                </a:lnTo>
                <a:lnTo>
                  <a:pt x="111" y="277"/>
                </a:lnTo>
                <a:lnTo>
                  <a:pt x="111" y="276"/>
                </a:lnTo>
                <a:lnTo>
                  <a:pt x="111" y="275"/>
                </a:lnTo>
                <a:lnTo>
                  <a:pt x="111" y="274"/>
                </a:lnTo>
                <a:lnTo>
                  <a:pt x="111" y="273"/>
                </a:lnTo>
                <a:lnTo>
                  <a:pt x="111" y="272"/>
                </a:lnTo>
                <a:lnTo>
                  <a:pt x="112" y="272"/>
                </a:lnTo>
                <a:lnTo>
                  <a:pt x="112" y="271"/>
                </a:lnTo>
                <a:lnTo>
                  <a:pt x="113" y="271"/>
                </a:lnTo>
                <a:lnTo>
                  <a:pt x="113" y="270"/>
                </a:lnTo>
                <a:lnTo>
                  <a:pt x="113" y="269"/>
                </a:lnTo>
                <a:lnTo>
                  <a:pt x="113" y="268"/>
                </a:lnTo>
                <a:lnTo>
                  <a:pt x="113" y="267"/>
                </a:lnTo>
                <a:lnTo>
                  <a:pt x="113" y="266"/>
                </a:lnTo>
                <a:lnTo>
                  <a:pt x="112" y="266"/>
                </a:lnTo>
                <a:lnTo>
                  <a:pt x="112" y="265"/>
                </a:lnTo>
                <a:lnTo>
                  <a:pt x="112" y="264"/>
                </a:lnTo>
                <a:lnTo>
                  <a:pt x="112" y="263"/>
                </a:lnTo>
                <a:lnTo>
                  <a:pt x="111" y="263"/>
                </a:lnTo>
                <a:lnTo>
                  <a:pt x="111" y="262"/>
                </a:lnTo>
                <a:lnTo>
                  <a:pt x="112" y="262"/>
                </a:lnTo>
                <a:lnTo>
                  <a:pt x="112" y="261"/>
                </a:lnTo>
                <a:lnTo>
                  <a:pt x="112" y="260"/>
                </a:lnTo>
                <a:lnTo>
                  <a:pt x="111" y="260"/>
                </a:lnTo>
                <a:lnTo>
                  <a:pt x="111" y="259"/>
                </a:lnTo>
                <a:lnTo>
                  <a:pt x="110" y="259"/>
                </a:lnTo>
                <a:lnTo>
                  <a:pt x="110" y="258"/>
                </a:lnTo>
                <a:lnTo>
                  <a:pt x="110" y="257"/>
                </a:lnTo>
                <a:lnTo>
                  <a:pt x="110" y="256"/>
                </a:lnTo>
                <a:lnTo>
                  <a:pt x="111" y="256"/>
                </a:lnTo>
                <a:lnTo>
                  <a:pt x="111" y="255"/>
                </a:lnTo>
                <a:lnTo>
                  <a:pt x="111" y="254"/>
                </a:lnTo>
                <a:lnTo>
                  <a:pt x="111" y="253"/>
                </a:lnTo>
                <a:lnTo>
                  <a:pt x="111" y="252"/>
                </a:lnTo>
                <a:lnTo>
                  <a:pt x="111" y="251"/>
                </a:lnTo>
                <a:lnTo>
                  <a:pt x="111" y="250"/>
                </a:lnTo>
                <a:lnTo>
                  <a:pt x="111" y="249"/>
                </a:lnTo>
                <a:lnTo>
                  <a:pt x="112" y="249"/>
                </a:lnTo>
                <a:lnTo>
                  <a:pt x="112" y="248"/>
                </a:lnTo>
                <a:lnTo>
                  <a:pt x="111" y="248"/>
                </a:lnTo>
                <a:lnTo>
                  <a:pt x="111" y="247"/>
                </a:lnTo>
                <a:lnTo>
                  <a:pt x="111" y="246"/>
                </a:lnTo>
                <a:lnTo>
                  <a:pt x="110" y="246"/>
                </a:lnTo>
                <a:lnTo>
                  <a:pt x="110" y="245"/>
                </a:lnTo>
                <a:lnTo>
                  <a:pt x="109" y="245"/>
                </a:lnTo>
                <a:lnTo>
                  <a:pt x="109" y="244"/>
                </a:lnTo>
                <a:lnTo>
                  <a:pt x="109" y="243"/>
                </a:lnTo>
                <a:lnTo>
                  <a:pt x="109" y="242"/>
                </a:lnTo>
                <a:lnTo>
                  <a:pt x="110" y="242"/>
                </a:lnTo>
                <a:lnTo>
                  <a:pt x="110" y="241"/>
                </a:lnTo>
                <a:lnTo>
                  <a:pt x="111" y="241"/>
                </a:lnTo>
                <a:lnTo>
                  <a:pt x="111" y="240"/>
                </a:lnTo>
                <a:lnTo>
                  <a:pt x="111" y="238"/>
                </a:lnTo>
                <a:lnTo>
                  <a:pt x="111" y="237"/>
                </a:lnTo>
                <a:lnTo>
                  <a:pt x="110" y="237"/>
                </a:lnTo>
                <a:lnTo>
                  <a:pt x="110" y="236"/>
                </a:lnTo>
                <a:lnTo>
                  <a:pt x="111" y="236"/>
                </a:lnTo>
                <a:lnTo>
                  <a:pt x="110" y="236"/>
                </a:lnTo>
                <a:lnTo>
                  <a:pt x="110" y="235"/>
                </a:lnTo>
                <a:lnTo>
                  <a:pt x="110" y="234"/>
                </a:lnTo>
                <a:lnTo>
                  <a:pt x="110" y="233"/>
                </a:lnTo>
                <a:lnTo>
                  <a:pt x="109" y="233"/>
                </a:lnTo>
                <a:lnTo>
                  <a:pt x="109" y="232"/>
                </a:lnTo>
                <a:lnTo>
                  <a:pt x="109" y="231"/>
                </a:lnTo>
                <a:lnTo>
                  <a:pt x="110" y="231"/>
                </a:lnTo>
                <a:lnTo>
                  <a:pt x="110" y="230"/>
                </a:lnTo>
                <a:lnTo>
                  <a:pt x="110" y="229"/>
                </a:lnTo>
                <a:lnTo>
                  <a:pt x="110" y="228"/>
                </a:lnTo>
                <a:lnTo>
                  <a:pt x="109" y="228"/>
                </a:lnTo>
                <a:lnTo>
                  <a:pt x="109" y="227"/>
                </a:lnTo>
                <a:lnTo>
                  <a:pt x="110" y="227"/>
                </a:lnTo>
                <a:lnTo>
                  <a:pt x="110" y="226"/>
                </a:lnTo>
                <a:lnTo>
                  <a:pt x="111" y="226"/>
                </a:lnTo>
                <a:lnTo>
                  <a:pt x="112" y="226"/>
                </a:lnTo>
                <a:lnTo>
                  <a:pt x="112" y="225"/>
                </a:lnTo>
                <a:lnTo>
                  <a:pt x="112" y="224"/>
                </a:lnTo>
                <a:lnTo>
                  <a:pt x="112" y="223"/>
                </a:lnTo>
                <a:lnTo>
                  <a:pt x="111" y="223"/>
                </a:lnTo>
                <a:lnTo>
                  <a:pt x="111" y="222"/>
                </a:lnTo>
                <a:lnTo>
                  <a:pt x="110" y="222"/>
                </a:lnTo>
                <a:lnTo>
                  <a:pt x="110" y="221"/>
                </a:lnTo>
                <a:lnTo>
                  <a:pt x="109" y="221"/>
                </a:lnTo>
                <a:lnTo>
                  <a:pt x="108" y="221"/>
                </a:lnTo>
                <a:lnTo>
                  <a:pt x="107" y="221"/>
                </a:lnTo>
                <a:lnTo>
                  <a:pt x="107" y="220"/>
                </a:lnTo>
                <a:lnTo>
                  <a:pt x="107" y="219"/>
                </a:lnTo>
                <a:lnTo>
                  <a:pt x="107" y="218"/>
                </a:lnTo>
                <a:lnTo>
                  <a:pt x="107" y="217"/>
                </a:lnTo>
                <a:lnTo>
                  <a:pt x="107" y="216"/>
                </a:lnTo>
                <a:lnTo>
                  <a:pt x="107" y="215"/>
                </a:lnTo>
                <a:lnTo>
                  <a:pt x="107" y="214"/>
                </a:lnTo>
                <a:lnTo>
                  <a:pt x="107" y="213"/>
                </a:lnTo>
                <a:lnTo>
                  <a:pt x="107" y="212"/>
                </a:lnTo>
                <a:lnTo>
                  <a:pt x="107" y="211"/>
                </a:lnTo>
                <a:lnTo>
                  <a:pt x="106" y="211"/>
                </a:lnTo>
                <a:lnTo>
                  <a:pt x="106" y="210"/>
                </a:lnTo>
                <a:lnTo>
                  <a:pt x="107" y="210"/>
                </a:lnTo>
                <a:lnTo>
                  <a:pt x="106" y="210"/>
                </a:lnTo>
                <a:lnTo>
                  <a:pt x="106" y="209"/>
                </a:lnTo>
                <a:lnTo>
                  <a:pt x="106" y="208"/>
                </a:lnTo>
                <a:lnTo>
                  <a:pt x="105" y="208"/>
                </a:lnTo>
                <a:lnTo>
                  <a:pt x="105" y="207"/>
                </a:lnTo>
                <a:lnTo>
                  <a:pt x="106" y="207"/>
                </a:lnTo>
                <a:lnTo>
                  <a:pt x="106" y="206"/>
                </a:lnTo>
                <a:lnTo>
                  <a:pt x="107" y="206"/>
                </a:lnTo>
                <a:lnTo>
                  <a:pt x="107" y="205"/>
                </a:lnTo>
                <a:lnTo>
                  <a:pt x="108" y="205"/>
                </a:lnTo>
                <a:lnTo>
                  <a:pt x="108" y="204"/>
                </a:lnTo>
                <a:lnTo>
                  <a:pt x="107" y="204"/>
                </a:lnTo>
                <a:lnTo>
                  <a:pt x="108" y="204"/>
                </a:lnTo>
                <a:lnTo>
                  <a:pt x="108" y="203"/>
                </a:lnTo>
                <a:lnTo>
                  <a:pt x="109" y="203"/>
                </a:lnTo>
                <a:lnTo>
                  <a:pt x="108" y="203"/>
                </a:lnTo>
                <a:lnTo>
                  <a:pt x="108" y="202"/>
                </a:lnTo>
                <a:lnTo>
                  <a:pt x="107" y="202"/>
                </a:lnTo>
                <a:lnTo>
                  <a:pt x="107" y="201"/>
                </a:lnTo>
                <a:lnTo>
                  <a:pt x="108" y="201"/>
                </a:lnTo>
                <a:lnTo>
                  <a:pt x="107" y="201"/>
                </a:lnTo>
                <a:lnTo>
                  <a:pt x="107" y="200"/>
                </a:lnTo>
                <a:lnTo>
                  <a:pt x="108" y="200"/>
                </a:lnTo>
                <a:lnTo>
                  <a:pt x="108" y="199"/>
                </a:lnTo>
                <a:lnTo>
                  <a:pt x="109" y="199"/>
                </a:lnTo>
                <a:lnTo>
                  <a:pt x="109" y="198"/>
                </a:lnTo>
                <a:lnTo>
                  <a:pt x="109" y="197"/>
                </a:lnTo>
                <a:lnTo>
                  <a:pt x="109" y="196"/>
                </a:lnTo>
                <a:lnTo>
                  <a:pt x="110" y="196"/>
                </a:lnTo>
                <a:lnTo>
                  <a:pt x="110" y="195"/>
                </a:lnTo>
                <a:lnTo>
                  <a:pt x="109" y="195"/>
                </a:lnTo>
                <a:lnTo>
                  <a:pt x="110" y="195"/>
                </a:lnTo>
                <a:lnTo>
                  <a:pt x="110" y="194"/>
                </a:lnTo>
                <a:lnTo>
                  <a:pt x="109" y="194"/>
                </a:lnTo>
                <a:lnTo>
                  <a:pt x="109" y="193"/>
                </a:lnTo>
                <a:lnTo>
                  <a:pt x="109" y="192"/>
                </a:lnTo>
                <a:lnTo>
                  <a:pt x="108" y="192"/>
                </a:lnTo>
                <a:lnTo>
                  <a:pt x="107" y="192"/>
                </a:lnTo>
                <a:lnTo>
                  <a:pt x="107" y="191"/>
                </a:lnTo>
                <a:lnTo>
                  <a:pt x="106" y="191"/>
                </a:lnTo>
                <a:lnTo>
                  <a:pt x="106" y="190"/>
                </a:lnTo>
                <a:lnTo>
                  <a:pt x="106" y="189"/>
                </a:lnTo>
                <a:lnTo>
                  <a:pt x="106" y="187"/>
                </a:lnTo>
                <a:lnTo>
                  <a:pt x="106" y="186"/>
                </a:lnTo>
                <a:lnTo>
                  <a:pt x="106" y="185"/>
                </a:lnTo>
                <a:lnTo>
                  <a:pt x="105" y="185"/>
                </a:lnTo>
                <a:lnTo>
                  <a:pt x="105" y="184"/>
                </a:lnTo>
                <a:lnTo>
                  <a:pt x="105" y="183"/>
                </a:lnTo>
                <a:lnTo>
                  <a:pt x="105" y="182"/>
                </a:lnTo>
                <a:lnTo>
                  <a:pt x="106" y="182"/>
                </a:lnTo>
                <a:lnTo>
                  <a:pt x="106" y="181"/>
                </a:lnTo>
                <a:lnTo>
                  <a:pt x="106" y="180"/>
                </a:lnTo>
                <a:lnTo>
                  <a:pt x="106" y="179"/>
                </a:lnTo>
                <a:lnTo>
                  <a:pt x="105" y="179"/>
                </a:lnTo>
                <a:lnTo>
                  <a:pt x="105" y="178"/>
                </a:lnTo>
                <a:lnTo>
                  <a:pt x="105" y="177"/>
                </a:lnTo>
                <a:lnTo>
                  <a:pt x="105" y="176"/>
                </a:lnTo>
                <a:lnTo>
                  <a:pt x="105" y="175"/>
                </a:lnTo>
                <a:lnTo>
                  <a:pt x="106" y="175"/>
                </a:lnTo>
                <a:lnTo>
                  <a:pt x="106" y="174"/>
                </a:lnTo>
                <a:lnTo>
                  <a:pt x="106" y="173"/>
                </a:lnTo>
                <a:lnTo>
                  <a:pt x="106" y="172"/>
                </a:lnTo>
                <a:lnTo>
                  <a:pt x="106" y="171"/>
                </a:lnTo>
                <a:lnTo>
                  <a:pt x="107" y="171"/>
                </a:lnTo>
                <a:lnTo>
                  <a:pt x="106" y="171"/>
                </a:lnTo>
                <a:lnTo>
                  <a:pt x="106" y="170"/>
                </a:lnTo>
                <a:lnTo>
                  <a:pt x="106" y="171"/>
                </a:lnTo>
                <a:lnTo>
                  <a:pt x="105" y="171"/>
                </a:lnTo>
                <a:lnTo>
                  <a:pt x="105" y="170"/>
                </a:lnTo>
                <a:lnTo>
                  <a:pt x="104" y="170"/>
                </a:lnTo>
                <a:lnTo>
                  <a:pt x="104" y="169"/>
                </a:lnTo>
                <a:lnTo>
                  <a:pt x="104" y="168"/>
                </a:lnTo>
                <a:lnTo>
                  <a:pt x="103" y="168"/>
                </a:lnTo>
                <a:lnTo>
                  <a:pt x="102" y="168"/>
                </a:lnTo>
                <a:lnTo>
                  <a:pt x="102" y="169"/>
                </a:lnTo>
                <a:lnTo>
                  <a:pt x="102" y="170"/>
                </a:lnTo>
                <a:lnTo>
                  <a:pt x="101" y="170"/>
                </a:lnTo>
                <a:lnTo>
                  <a:pt x="100" y="170"/>
                </a:lnTo>
                <a:lnTo>
                  <a:pt x="100" y="169"/>
                </a:lnTo>
                <a:lnTo>
                  <a:pt x="99" y="169"/>
                </a:lnTo>
                <a:lnTo>
                  <a:pt x="98" y="169"/>
                </a:lnTo>
                <a:lnTo>
                  <a:pt x="97" y="169"/>
                </a:lnTo>
                <a:lnTo>
                  <a:pt x="97" y="170"/>
                </a:lnTo>
                <a:lnTo>
                  <a:pt x="96" y="170"/>
                </a:lnTo>
                <a:lnTo>
                  <a:pt x="95" y="170"/>
                </a:lnTo>
                <a:lnTo>
                  <a:pt x="95" y="169"/>
                </a:lnTo>
                <a:lnTo>
                  <a:pt x="96" y="169"/>
                </a:lnTo>
                <a:lnTo>
                  <a:pt x="95" y="169"/>
                </a:lnTo>
                <a:lnTo>
                  <a:pt x="96" y="169"/>
                </a:lnTo>
                <a:lnTo>
                  <a:pt x="95" y="169"/>
                </a:lnTo>
                <a:lnTo>
                  <a:pt x="96" y="169"/>
                </a:lnTo>
                <a:lnTo>
                  <a:pt x="96" y="168"/>
                </a:lnTo>
                <a:lnTo>
                  <a:pt x="96" y="167"/>
                </a:lnTo>
                <a:lnTo>
                  <a:pt x="95" y="167"/>
                </a:lnTo>
                <a:lnTo>
                  <a:pt x="95" y="166"/>
                </a:lnTo>
                <a:lnTo>
                  <a:pt x="95" y="165"/>
                </a:lnTo>
                <a:lnTo>
                  <a:pt x="94" y="165"/>
                </a:lnTo>
                <a:lnTo>
                  <a:pt x="94" y="164"/>
                </a:lnTo>
                <a:lnTo>
                  <a:pt x="94" y="163"/>
                </a:lnTo>
                <a:lnTo>
                  <a:pt x="94" y="162"/>
                </a:lnTo>
                <a:lnTo>
                  <a:pt x="93" y="162"/>
                </a:lnTo>
                <a:lnTo>
                  <a:pt x="92" y="162"/>
                </a:lnTo>
                <a:lnTo>
                  <a:pt x="92" y="163"/>
                </a:lnTo>
                <a:lnTo>
                  <a:pt x="91" y="163"/>
                </a:lnTo>
                <a:lnTo>
                  <a:pt x="91" y="164"/>
                </a:lnTo>
                <a:lnTo>
                  <a:pt x="91" y="165"/>
                </a:lnTo>
                <a:lnTo>
                  <a:pt x="90" y="165"/>
                </a:lnTo>
                <a:lnTo>
                  <a:pt x="90" y="164"/>
                </a:lnTo>
                <a:lnTo>
                  <a:pt x="89" y="164"/>
                </a:lnTo>
                <a:lnTo>
                  <a:pt x="89" y="163"/>
                </a:lnTo>
                <a:lnTo>
                  <a:pt x="88" y="163"/>
                </a:lnTo>
                <a:lnTo>
                  <a:pt x="87" y="163"/>
                </a:lnTo>
                <a:lnTo>
                  <a:pt x="86" y="163"/>
                </a:lnTo>
                <a:lnTo>
                  <a:pt x="85" y="163"/>
                </a:lnTo>
                <a:lnTo>
                  <a:pt x="85" y="162"/>
                </a:lnTo>
                <a:lnTo>
                  <a:pt x="84" y="162"/>
                </a:lnTo>
                <a:lnTo>
                  <a:pt x="84" y="161"/>
                </a:lnTo>
                <a:lnTo>
                  <a:pt x="83" y="161"/>
                </a:lnTo>
                <a:lnTo>
                  <a:pt x="83" y="160"/>
                </a:lnTo>
                <a:lnTo>
                  <a:pt x="82" y="160"/>
                </a:lnTo>
                <a:lnTo>
                  <a:pt x="82" y="161"/>
                </a:lnTo>
                <a:lnTo>
                  <a:pt x="82" y="162"/>
                </a:lnTo>
                <a:lnTo>
                  <a:pt x="82" y="163"/>
                </a:lnTo>
                <a:lnTo>
                  <a:pt x="82" y="164"/>
                </a:lnTo>
                <a:lnTo>
                  <a:pt x="82" y="165"/>
                </a:lnTo>
                <a:lnTo>
                  <a:pt x="82" y="166"/>
                </a:lnTo>
                <a:lnTo>
                  <a:pt x="82" y="167"/>
                </a:lnTo>
                <a:lnTo>
                  <a:pt x="82" y="168"/>
                </a:lnTo>
                <a:lnTo>
                  <a:pt x="82" y="169"/>
                </a:lnTo>
                <a:lnTo>
                  <a:pt x="82" y="170"/>
                </a:lnTo>
                <a:lnTo>
                  <a:pt x="82" y="171"/>
                </a:lnTo>
                <a:lnTo>
                  <a:pt x="82" y="172"/>
                </a:lnTo>
                <a:lnTo>
                  <a:pt x="81" y="172"/>
                </a:lnTo>
                <a:lnTo>
                  <a:pt x="80" y="172"/>
                </a:lnTo>
                <a:lnTo>
                  <a:pt x="79" y="172"/>
                </a:lnTo>
                <a:lnTo>
                  <a:pt x="79" y="173"/>
                </a:lnTo>
                <a:lnTo>
                  <a:pt x="79" y="174"/>
                </a:lnTo>
                <a:lnTo>
                  <a:pt x="78" y="174"/>
                </a:lnTo>
                <a:lnTo>
                  <a:pt x="79" y="174"/>
                </a:lnTo>
                <a:lnTo>
                  <a:pt x="78" y="174"/>
                </a:lnTo>
                <a:lnTo>
                  <a:pt x="78" y="175"/>
                </a:lnTo>
                <a:lnTo>
                  <a:pt x="77" y="175"/>
                </a:lnTo>
                <a:lnTo>
                  <a:pt x="77" y="176"/>
                </a:lnTo>
                <a:lnTo>
                  <a:pt x="76" y="176"/>
                </a:lnTo>
                <a:lnTo>
                  <a:pt x="75" y="176"/>
                </a:lnTo>
                <a:lnTo>
                  <a:pt x="75" y="175"/>
                </a:lnTo>
                <a:lnTo>
                  <a:pt x="74" y="175"/>
                </a:lnTo>
                <a:lnTo>
                  <a:pt x="74" y="176"/>
                </a:lnTo>
                <a:lnTo>
                  <a:pt x="73" y="176"/>
                </a:lnTo>
                <a:lnTo>
                  <a:pt x="73" y="175"/>
                </a:lnTo>
                <a:lnTo>
                  <a:pt x="72" y="175"/>
                </a:lnTo>
                <a:lnTo>
                  <a:pt x="71" y="175"/>
                </a:lnTo>
                <a:lnTo>
                  <a:pt x="71" y="174"/>
                </a:lnTo>
                <a:lnTo>
                  <a:pt x="72" y="174"/>
                </a:lnTo>
                <a:lnTo>
                  <a:pt x="71" y="174"/>
                </a:lnTo>
                <a:lnTo>
                  <a:pt x="71" y="173"/>
                </a:lnTo>
                <a:lnTo>
                  <a:pt x="71" y="172"/>
                </a:lnTo>
                <a:lnTo>
                  <a:pt x="71" y="171"/>
                </a:lnTo>
                <a:lnTo>
                  <a:pt x="70" y="171"/>
                </a:lnTo>
                <a:lnTo>
                  <a:pt x="71" y="170"/>
                </a:lnTo>
                <a:lnTo>
                  <a:pt x="71" y="169"/>
                </a:lnTo>
                <a:lnTo>
                  <a:pt x="71" y="168"/>
                </a:lnTo>
                <a:lnTo>
                  <a:pt x="70" y="168"/>
                </a:lnTo>
                <a:lnTo>
                  <a:pt x="70" y="167"/>
                </a:lnTo>
                <a:lnTo>
                  <a:pt x="70" y="166"/>
                </a:lnTo>
                <a:lnTo>
                  <a:pt x="70" y="165"/>
                </a:lnTo>
                <a:lnTo>
                  <a:pt x="70" y="164"/>
                </a:lnTo>
                <a:lnTo>
                  <a:pt x="70" y="163"/>
                </a:lnTo>
                <a:lnTo>
                  <a:pt x="69" y="163"/>
                </a:lnTo>
                <a:lnTo>
                  <a:pt x="68" y="162"/>
                </a:lnTo>
                <a:lnTo>
                  <a:pt x="69" y="162"/>
                </a:lnTo>
                <a:lnTo>
                  <a:pt x="68" y="162"/>
                </a:lnTo>
                <a:lnTo>
                  <a:pt x="69" y="162"/>
                </a:lnTo>
                <a:lnTo>
                  <a:pt x="69" y="161"/>
                </a:lnTo>
                <a:lnTo>
                  <a:pt x="68" y="161"/>
                </a:lnTo>
                <a:lnTo>
                  <a:pt x="68" y="160"/>
                </a:lnTo>
                <a:lnTo>
                  <a:pt x="67" y="160"/>
                </a:lnTo>
                <a:lnTo>
                  <a:pt x="67" y="161"/>
                </a:lnTo>
                <a:lnTo>
                  <a:pt x="67" y="160"/>
                </a:lnTo>
                <a:lnTo>
                  <a:pt x="67" y="159"/>
                </a:lnTo>
                <a:lnTo>
                  <a:pt x="66" y="159"/>
                </a:lnTo>
                <a:lnTo>
                  <a:pt x="65" y="158"/>
                </a:lnTo>
                <a:lnTo>
                  <a:pt x="64" y="158"/>
                </a:lnTo>
                <a:lnTo>
                  <a:pt x="64" y="157"/>
                </a:lnTo>
                <a:lnTo>
                  <a:pt x="64" y="156"/>
                </a:lnTo>
                <a:lnTo>
                  <a:pt x="63" y="156"/>
                </a:lnTo>
                <a:lnTo>
                  <a:pt x="63" y="155"/>
                </a:lnTo>
                <a:lnTo>
                  <a:pt x="63" y="154"/>
                </a:lnTo>
                <a:lnTo>
                  <a:pt x="64" y="154"/>
                </a:lnTo>
                <a:lnTo>
                  <a:pt x="64" y="153"/>
                </a:lnTo>
                <a:lnTo>
                  <a:pt x="65" y="153"/>
                </a:lnTo>
                <a:lnTo>
                  <a:pt x="65" y="152"/>
                </a:lnTo>
                <a:lnTo>
                  <a:pt x="64" y="152"/>
                </a:lnTo>
                <a:lnTo>
                  <a:pt x="64" y="151"/>
                </a:lnTo>
                <a:lnTo>
                  <a:pt x="63" y="151"/>
                </a:lnTo>
                <a:lnTo>
                  <a:pt x="63" y="150"/>
                </a:lnTo>
                <a:lnTo>
                  <a:pt x="62" y="150"/>
                </a:lnTo>
                <a:lnTo>
                  <a:pt x="63" y="150"/>
                </a:lnTo>
                <a:lnTo>
                  <a:pt x="63" y="149"/>
                </a:lnTo>
                <a:lnTo>
                  <a:pt x="63" y="148"/>
                </a:lnTo>
                <a:lnTo>
                  <a:pt x="63" y="147"/>
                </a:lnTo>
                <a:lnTo>
                  <a:pt x="63" y="146"/>
                </a:lnTo>
                <a:lnTo>
                  <a:pt x="63" y="145"/>
                </a:lnTo>
                <a:lnTo>
                  <a:pt x="62" y="145"/>
                </a:lnTo>
                <a:lnTo>
                  <a:pt x="61" y="145"/>
                </a:lnTo>
                <a:lnTo>
                  <a:pt x="61" y="144"/>
                </a:lnTo>
                <a:lnTo>
                  <a:pt x="60" y="144"/>
                </a:lnTo>
                <a:lnTo>
                  <a:pt x="60" y="143"/>
                </a:lnTo>
                <a:lnTo>
                  <a:pt x="59" y="143"/>
                </a:lnTo>
                <a:lnTo>
                  <a:pt x="59" y="142"/>
                </a:lnTo>
                <a:lnTo>
                  <a:pt x="58" y="142"/>
                </a:lnTo>
                <a:lnTo>
                  <a:pt x="59" y="142"/>
                </a:lnTo>
                <a:lnTo>
                  <a:pt x="58" y="142"/>
                </a:lnTo>
                <a:lnTo>
                  <a:pt x="58" y="141"/>
                </a:lnTo>
                <a:lnTo>
                  <a:pt x="59" y="141"/>
                </a:lnTo>
                <a:lnTo>
                  <a:pt x="59" y="140"/>
                </a:lnTo>
                <a:lnTo>
                  <a:pt x="59" y="139"/>
                </a:lnTo>
                <a:lnTo>
                  <a:pt x="61" y="139"/>
                </a:lnTo>
                <a:lnTo>
                  <a:pt x="61" y="138"/>
                </a:lnTo>
                <a:lnTo>
                  <a:pt x="61" y="137"/>
                </a:lnTo>
                <a:lnTo>
                  <a:pt x="61" y="136"/>
                </a:lnTo>
                <a:lnTo>
                  <a:pt x="61" y="135"/>
                </a:lnTo>
                <a:lnTo>
                  <a:pt x="60" y="135"/>
                </a:lnTo>
                <a:lnTo>
                  <a:pt x="60" y="134"/>
                </a:lnTo>
                <a:lnTo>
                  <a:pt x="60" y="133"/>
                </a:lnTo>
                <a:lnTo>
                  <a:pt x="60" y="132"/>
                </a:lnTo>
                <a:lnTo>
                  <a:pt x="59" y="132"/>
                </a:lnTo>
                <a:lnTo>
                  <a:pt x="58" y="132"/>
                </a:lnTo>
                <a:lnTo>
                  <a:pt x="57" y="132"/>
                </a:lnTo>
                <a:lnTo>
                  <a:pt x="56" y="132"/>
                </a:lnTo>
                <a:lnTo>
                  <a:pt x="56" y="131"/>
                </a:lnTo>
                <a:lnTo>
                  <a:pt x="55" y="131"/>
                </a:lnTo>
                <a:lnTo>
                  <a:pt x="55" y="130"/>
                </a:lnTo>
                <a:lnTo>
                  <a:pt x="55" y="129"/>
                </a:lnTo>
                <a:lnTo>
                  <a:pt x="55" y="128"/>
                </a:lnTo>
                <a:lnTo>
                  <a:pt x="55" y="127"/>
                </a:lnTo>
                <a:lnTo>
                  <a:pt x="55" y="126"/>
                </a:lnTo>
                <a:lnTo>
                  <a:pt x="56" y="126"/>
                </a:lnTo>
                <a:lnTo>
                  <a:pt x="55" y="126"/>
                </a:lnTo>
                <a:lnTo>
                  <a:pt x="56" y="125"/>
                </a:lnTo>
                <a:lnTo>
                  <a:pt x="56" y="124"/>
                </a:lnTo>
                <a:lnTo>
                  <a:pt x="56" y="123"/>
                </a:lnTo>
                <a:lnTo>
                  <a:pt x="55" y="122"/>
                </a:lnTo>
                <a:lnTo>
                  <a:pt x="56" y="121"/>
                </a:lnTo>
                <a:lnTo>
                  <a:pt x="56" y="120"/>
                </a:lnTo>
                <a:lnTo>
                  <a:pt x="57" y="119"/>
                </a:lnTo>
                <a:lnTo>
                  <a:pt x="57" y="118"/>
                </a:lnTo>
                <a:lnTo>
                  <a:pt x="57" y="117"/>
                </a:lnTo>
                <a:lnTo>
                  <a:pt x="57" y="116"/>
                </a:lnTo>
                <a:lnTo>
                  <a:pt x="57" y="115"/>
                </a:lnTo>
                <a:lnTo>
                  <a:pt x="56" y="114"/>
                </a:lnTo>
                <a:lnTo>
                  <a:pt x="56" y="113"/>
                </a:lnTo>
                <a:lnTo>
                  <a:pt x="56" y="112"/>
                </a:lnTo>
                <a:lnTo>
                  <a:pt x="55" y="112"/>
                </a:lnTo>
                <a:lnTo>
                  <a:pt x="55" y="111"/>
                </a:lnTo>
                <a:lnTo>
                  <a:pt x="56" y="111"/>
                </a:lnTo>
                <a:lnTo>
                  <a:pt x="57" y="109"/>
                </a:lnTo>
                <a:lnTo>
                  <a:pt x="58" y="109"/>
                </a:lnTo>
                <a:lnTo>
                  <a:pt x="58" y="108"/>
                </a:lnTo>
                <a:lnTo>
                  <a:pt x="58" y="107"/>
                </a:lnTo>
                <a:lnTo>
                  <a:pt x="58" y="104"/>
                </a:lnTo>
                <a:lnTo>
                  <a:pt x="59" y="104"/>
                </a:lnTo>
                <a:lnTo>
                  <a:pt x="59" y="103"/>
                </a:lnTo>
                <a:lnTo>
                  <a:pt x="61" y="103"/>
                </a:lnTo>
                <a:lnTo>
                  <a:pt x="62" y="104"/>
                </a:lnTo>
                <a:lnTo>
                  <a:pt x="63" y="103"/>
                </a:lnTo>
                <a:lnTo>
                  <a:pt x="64" y="102"/>
                </a:lnTo>
                <a:lnTo>
                  <a:pt x="66" y="101"/>
                </a:lnTo>
                <a:lnTo>
                  <a:pt x="67" y="101"/>
                </a:lnTo>
                <a:lnTo>
                  <a:pt x="67" y="100"/>
                </a:lnTo>
                <a:lnTo>
                  <a:pt x="66" y="98"/>
                </a:lnTo>
                <a:lnTo>
                  <a:pt x="65" y="97"/>
                </a:lnTo>
                <a:lnTo>
                  <a:pt x="64" y="96"/>
                </a:lnTo>
                <a:lnTo>
                  <a:pt x="64" y="95"/>
                </a:lnTo>
                <a:lnTo>
                  <a:pt x="63" y="93"/>
                </a:lnTo>
                <a:lnTo>
                  <a:pt x="62" y="92"/>
                </a:lnTo>
                <a:lnTo>
                  <a:pt x="61" y="91"/>
                </a:lnTo>
                <a:lnTo>
                  <a:pt x="61" y="90"/>
                </a:lnTo>
                <a:lnTo>
                  <a:pt x="61" y="89"/>
                </a:lnTo>
                <a:lnTo>
                  <a:pt x="62" y="89"/>
                </a:lnTo>
                <a:lnTo>
                  <a:pt x="63" y="89"/>
                </a:lnTo>
                <a:lnTo>
                  <a:pt x="63" y="90"/>
                </a:lnTo>
                <a:lnTo>
                  <a:pt x="64" y="88"/>
                </a:lnTo>
                <a:lnTo>
                  <a:pt x="65" y="87"/>
                </a:lnTo>
                <a:lnTo>
                  <a:pt x="66" y="87"/>
                </a:lnTo>
                <a:lnTo>
                  <a:pt x="67" y="87"/>
                </a:lnTo>
                <a:lnTo>
                  <a:pt x="68" y="87"/>
                </a:lnTo>
                <a:lnTo>
                  <a:pt x="68" y="86"/>
                </a:lnTo>
                <a:lnTo>
                  <a:pt x="68" y="85"/>
                </a:lnTo>
                <a:lnTo>
                  <a:pt x="69" y="85"/>
                </a:lnTo>
                <a:lnTo>
                  <a:pt x="69" y="86"/>
                </a:lnTo>
                <a:lnTo>
                  <a:pt x="70" y="86"/>
                </a:lnTo>
                <a:lnTo>
                  <a:pt x="70" y="87"/>
                </a:lnTo>
                <a:lnTo>
                  <a:pt x="70" y="88"/>
                </a:lnTo>
                <a:lnTo>
                  <a:pt x="70" y="89"/>
                </a:lnTo>
                <a:lnTo>
                  <a:pt x="71" y="89"/>
                </a:lnTo>
                <a:lnTo>
                  <a:pt x="72" y="90"/>
                </a:lnTo>
                <a:lnTo>
                  <a:pt x="72" y="91"/>
                </a:lnTo>
                <a:lnTo>
                  <a:pt x="72" y="92"/>
                </a:lnTo>
                <a:lnTo>
                  <a:pt x="72" y="93"/>
                </a:lnTo>
                <a:lnTo>
                  <a:pt x="75" y="96"/>
                </a:lnTo>
                <a:lnTo>
                  <a:pt x="76" y="99"/>
                </a:lnTo>
                <a:lnTo>
                  <a:pt x="77" y="101"/>
                </a:lnTo>
                <a:lnTo>
                  <a:pt x="77" y="102"/>
                </a:lnTo>
                <a:lnTo>
                  <a:pt x="77" y="104"/>
                </a:lnTo>
                <a:lnTo>
                  <a:pt x="77" y="105"/>
                </a:lnTo>
                <a:lnTo>
                  <a:pt x="76" y="106"/>
                </a:lnTo>
                <a:lnTo>
                  <a:pt x="76" y="107"/>
                </a:lnTo>
                <a:lnTo>
                  <a:pt x="77" y="107"/>
                </a:lnTo>
                <a:lnTo>
                  <a:pt x="78" y="109"/>
                </a:lnTo>
                <a:lnTo>
                  <a:pt x="78" y="110"/>
                </a:lnTo>
                <a:lnTo>
                  <a:pt x="78" y="113"/>
                </a:lnTo>
                <a:lnTo>
                  <a:pt x="78" y="114"/>
                </a:lnTo>
                <a:lnTo>
                  <a:pt x="79" y="115"/>
                </a:lnTo>
                <a:lnTo>
                  <a:pt x="81" y="115"/>
                </a:lnTo>
                <a:lnTo>
                  <a:pt x="82" y="114"/>
                </a:lnTo>
                <a:lnTo>
                  <a:pt x="83" y="113"/>
                </a:lnTo>
                <a:lnTo>
                  <a:pt x="84" y="112"/>
                </a:lnTo>
                <a:lnTo>
                  <a:pt x="84" y="111"/>
                </a:lnTo>
                <a:lnTo>
                  <a:pt x="85" y="110"/>
                </a:lnTo>
                <a:lnTo>
                  <a:pt x="86" y="110"/>
                </a:lnTo>
                <a:lnTo>
                  <a:pt x="86" y="111"/>
                </a:lnTo>
                <a:lnTo>
                  <a:pt x="87" y="111"/>
                </a:lnTo>
                <a:lnTo>
                  <a:pt x="88" y="111"/>
                </a:lnTo>
                <a:lnTo>
                  <a:pt x="89" y="111"/>
                </a:lnTo>
                <a:lnTo>
                  <a:pt x="90" y="109"/>
                </a:lnTo>
                <a:lnTo>
                  <a:pt x="90" y="108"/>
                </a:lnTo>
                <a:lnTo>
                  <a:pt x="91" y="108"/>
                </a:lnTo>
                <a:lnTo>
                  <a:pt x="93" y="107"/>
                </a:lnTo>
                <a:lnTo>
                  <a:pt x="95" y="107"/>
                </a:lnTo>
                <a:lnTo>
                  <a:pt x="97" y="108"/>
                </a:lnTo>
                <a:lnTo>
                  <a:pt x="98" y="108"/>
                </a:lnTo>
                <a:lnTo>
                  <a:pt x="99" y="109"/>
                </a:lnTo>
                <a:lnTo>
                  <a:pt x="100" y="108"/>
                </a:lnTo>
                <a:lnTo>
                  <a:pt x="100" y="107"/>
                </a:lnTo>
                <a:lnTo>
                  <a:pt x="101" y="106"/>
                </a:lnTo>
                <a:lnTo>
                  <a:pt x="101" y="105"/>
                </a:lnTo>
                <a:lnTo>
                  <a:pt x="103" y="104"/>
                </a:lnTo>
                <a:lnTo>
                  <a:pt x="104" y="104"/>
                </a:lnTo>
                <a:lnTo>
                  <a:pt x="105" y="104"/>
                </a:lnTo>
                <a:lnTo>
                  <a:pt x="106" y="104"/>
                </a:lnTo>
                <a:lnTo>
                  <a:pt x="107" y="102"/>
                </a:lnTo>
                <a:lnTo>
                  <a:pt x="107" y="101"/>
                </a:lnTo>
                <a:lnTo>
                  <a:pt x="107" y="99"/>
                </a:lnTo>
                <a:lnTo>
                  <a:pt x="107" y="97"/>
                </a:lnTo>
                <a:lnTo>
                  <a:pt x="107" y="96"/>
                </a:lnTo>
                <a:lnTo>
                  <a:pt x="107" y="94"/>
                </a:lnTo>
                <a:lnTo>
                  <a:pt x="108" y="94"/>
                </a:lnTo>
                <a:lnTo>
                  <a:pt x="109" y="93"/>
                </a:lnTo>
                <a:lnTo>
                  <a:pt x="110" y="93"/>
                </a:lnTo>
                <a:lnTo>
                  <a:pt x="110" y="92"/>
                </a:lnTo>
                <a:lnTo>
                  <a:pt x="111" y="91"/>
                </a:lnTo>
                <a:lnTo>
                  <a:pt x="110" y="90"/>
                </a:lnTo>
                <a:lnTo>
                  <a:pt x="109" y="89"/>
                </a:lnTo>
                <a:lnTo>
                  <a:pt x="109" y="88"/>
                </a:lnTo>
                <a:lnTo>
                  <a:pt x="108" y="87"/>
                </a:lnTo>
                <a:lnTo>
                  <a:pt x="108" y="86"/>
                </a:lnTo>
                <a:lnTo>
                  <a:pt x="107" y="85"/>
                </a:lnTo>
                <a:lnTo>
                  <a:pt x="107" y="84"/>
                </a:lnTo>
                <a:lnTo>
                  <a:pt x="106" y="83"/>
                </a:lnTo>
                <a:lnTo>
                  <a:pt x="106" y="82"/>
                </a:lnTo>
                <a:lnTo>
                  <a:pt x="105" y="81"/>
                </a:lnTo>
                <a:lnTo>
                  <a:pt x="105" y="80"/>
                </a:lnTo>
                <a:lnTo>
                  <a:pt x="104" y="79"/>
                </a:lnTo>
                <a:lnTo>
                  <a:pt x="104" y="78"/>
                </a:lnTo>
                <a:lnTo>
                  <a:pt x="104" y="77"/>
                </a:lnTo>
                <a:lnTo>
                  <a:pt x="101" y="76"/>
                </a:lnTo>
                <a:lnTo>
                  <a:pt x="100" y="76"/>
                </a:lnTo>
                <a:lnTo>
                  <a:pt x="99" y="75"/>
                </a:lnTo>
                <a:lnTo>
                  <a:pt x="99" y="73"/>
                </a:lnTo>
                <a:lnTo>
                  <a:pt x="100" y="71"/>
                </a:lnTo>
                <a:lnTo>
                  <a:pt x="100" y="69"/>
                </a:lnTo>
                <a:lnTo>
                  <a:pt x="99" y="67"/>
                </a:lnTo>
                <a:lnTo>
                  <a:pt x="99" y="66"/>
                </a:lnTo>
                <a:lnTo>
                  <a:pt x="98" y="63"/>
                </a:lnTo>
                <a:lnTo>
                  <a:pt x="99" y="62"/>
                </a:lnTo>
                <a:lnTo>
                  <a:pt x="98" y="61"/>
                </a:lnTo>
                <a:lnTo>
                  <a:pt x="97" y="58"/>
                </a:lnTo>
                <a:lnTo>
                  <a:pt x="97" y="57"/>
                </a:lnTo>
                <a:lnTo>
                  <a:pt x="96" y="56"/>
                </a:lnTo>
                <a:lnTo>
                  <a:pt x="97" y="56"/>
                </a:lnTo>
                <a:lnTo>
                  <a:pt x="98" y="56"/>
                </a:lnTo>
                <a:lnTo>
                  <a:pt x="100" y="56"/>
                </a:lnTo>
                <a:lnTo>
                  <a:pt x="100" y="55"/>
                </a:lnTo>
                <a:lnTo>
                  <a:pt x="100" y="54"/>
                </a:lnTo>
                <a:lnTo>
                  <a:pt x="101" y="54"/>
                </a:lnTo>
                <a:lnTo>
                  <a:pt x="102" y="54"/>
                </a:lnTo>
                <a:lnTo>
                  <a:pt x="103" y="53"/>
                </a:lnTo>
                <a:lnTo>
                  <a:pt x="104" y="52"/>
                </a:lnTo>
                <a:lnTo>
                  <a:pt x="104" y="51"/>
                </a:lnTo>
                <a:lnTo>
                  <a:pt x="104" y="50"/>
                </a:lnTo>
                <a:lnTo>
                  <a:pt x="104" y="49"/>
                </a:lnTo>
                <a:lnTo>
                  <a:pt x="104" y="48"/>
                </a:lnTo>
                <a:lnTo>
                  <a:pt x="104" y="46"/>
                </a:lnTo>
                <a:lnTo>
                  <a:pt x="104" y="45"/>
                </a:lnTo>
                <a:lnTo>
                  <a:pt x="103" y="45"/>
                </a:lnTo>
                <a:lnTo>
                  <a:pt x="103" y="44"/>
                </a:lnTo>
                <a:lnTo>
                  <a:pt x="102" y="43"/>
                </a:lnTo>
                <a:lnTo>
                  <a:pt x="102" y="42"/>
                </a:lnTo>
                <a:lnTo>
                  <a:pt x="102" y="41"/>
                </a:lnTo>
                <a:lnTo>
                  <a:pt x="102" y="40"/>
                </a:lnTo>
                <a:lnTo>
                  <a:pt x="102" y="39"/>
                </a:lnTo>
                <a:lnTo>
                  <a:pt x="103" y="39"/>
                </a:lnTo>
                <a:lnTo>
                  <a:pt x="102" y="37"/>
                </a:lnTo>
                <a:lnTo>
                  <a:pt x="101" y="34"/>
                </a:lnTo>
                <a:lnTo>
                  <a:pt x="101" y="33"/>
                </a:lnTo>
                <a:lnTo>
                  <a:pt x="101" y="31"/>
                </a:lnTo>
                <a:lnTo>
                  <a:pt x="102" y="30"/>
                </a:lnTo>
                <a:lnTo>
                  <a:pt x="102" y="29"/>
                </a:lnTo>
                <a:lnTo>
                  <a:pt x="101" y="29"/>
                </a:lnTo>
                <a:lnTo>
                  <a:pt x="100" y="27"/>
                </a:lnTo>
                <a:lnTo>
                  <a:pt x="100" y="25"/>
                </a:lnTo>
                <a:lnTo>
                  <a:pt x="101" y="25"/>
                </a:lnTo>
                <a:lnTo>
                  <a:pt x="102" y="25"/>
                </a:lnTo>
                <a:lnTo>
                  <a:pt x="105" y="25"/>
                </a:lnTo>
                <a:lnTo>
                  <a:pt x="105" y="26"/>
                </a:lnTo>
                <a:lnTo>
                  <a:pt x="106" y="26"/>
                </a:lnTo>
                <a:lnTo>
                  <a:pt x="107" y="26"/>
                </a:lnTo>
                <a:lnTo>
                  <a:pt x="107" y="25"/>
                </a:lnTo>
                <a:lnTo>
                  <a:pt x="108" y="24"/>
                </a:lnTo>
                <a:lnTo>
                  <a:pt x="109" y="24"/>
                </a:lnTo>
                <a:lnTo>
                  <a:pt x="110" y="23"/>
                </a:lnTo>
                <a:lnTo>
                  <a:pt x="111" y="22"/>
                </a:lnTo>
                <a:lnTo>
                  <a:pt x="112" y="22"/>
                </a:lnTo>
                <a:lnTo>
                  <a:pt x="113" y="22"/>
                </a:lnTo>
                <a:lnTo>
                  <a:pt x="114" y="23"/>
                </a:lnTo>
                <a:lnTo>
                  <a:pt x="115" y="25"/>
                </a:lnTo>
                <a:lnTo>
                  <a:pt x="116" y="28"/>
                </a:lnTo>
                <a:lnTo>
                  <a:pt x="116" y="29"/>
                </a:lnTo>
                <a:lnTo>
                  <a:pt x="116" y="30"/>
                </a:lnTo>
                <a:lnTo>
                  <a:pt x="116" y="32"/>
                </a:lnTo>
                <a:lnTo>
                  <a:pt x="117" y="34"/>
                </a:lnTo>
                <a:lnTo>
                  <a:pt x="117" y="35"/>
                </a:lnTo>
                <a:lnTo>
                  <a:pt x="117" y="36"/>
                </a:lnTo>
                <a:lnTo>
                  <a:pt x="118" y="38"/>
                </a:lnTo>
                <a:lnTo>
                  <a:pt x="118" y="39"/>
                </a:lnTo>
                <a:lnTo>
                  <a:pt x="117" y="41"/>
                </a:lnTo>
                <a:lnTo>
                  <a:pt x="118" y="43"/>
                </a:lnTo>
                <a:lnTo>
                  <a:pt x="120" y="43"/>
                </a:lnTo>
                <a:lnTo>
                  <a:pt x="121" y="42"/>
                </a:lnTo>
                <a:lnTo>
                  <a:pt x="122" y="42"/>
                </a:lnTo>
                <a:lnTo>
                  <a:pt x="123" y="42"/>
                </a:lnTo>
                <a:lnTo>
                  <a:pt x="124" y="43"/>
                </a:lnTo>
                <a:lnTo>
                  <a:pt x="125" y="43"/>
                </a:lnTo>
                <a:lnTo>
                  <a:pt x="126" y="42"/>
                </a:lnTo>
                <a:lnTo>
                  <a:pt x="126" y="41"/>
                </a:lnTo>
                <a:lnTo>
                  <a:pt x="127" y="41"/>
                </a:lnTo>
                <a:lnTo>
                  <a:pt x="127" y="40"/>
                </a:lnTo>
                <a:lnTo>
                  <a:pt x="128" y="40"/>
                </a:lnTo>
                <a:lnTo>
                  <a:pt x="130" y="40"/>
                </a:lnTo>
                <a:lnTo>
                  <a:pt x="130" y="39"/>
                </a:lnTo>
                <a:lnTo>
                  <a:pt x="130" y="38"/>
                </a:lnTo>
                <a:lnTo>
                  <a:pt x="130" y="37"/>
                </a:lnTo>
                <a:lnTo>
                  <a:pt x="131" y="37"/>
                </a:lnTo>
                <a:lnTo>
                  <a:pt x="130" y="36"/>
                </a:lnTo>
                <a:lnTo>
                  <a:pt x="130" y="35"/>
                </a:lnTo>
                <a:lnTo>
                  <a:pt x="129" y="36"/>
                </a:lnTo>
                <a:lnTo>
                  <a:pt x="126" y="34"/>
                </a:lnTo>
                <a:lnTo>
                  <a:pt x="125" y="32"/>
                </a:lnTo>
                <a:lnTo>
                  <a:pt x="126" y="31"/>
                </a:lnTo>
                <a:lnTo>
                  <a:pt x="126" y="29"/>
                </a:lnTo>
                <a:lnTo>
                  <a:pt x="126" y="28"/>
                </a:lnTo>
                <a:lnTo>
                  <a:pt x="126" y="25"/>
                </a:lnTo>
                <a:lnTo>
                  <a:pt x="126" y="24"/>
                </a:lnTo>
                <a:lnTo>
                  <a:pt x="127" y="24"/>
                </a:lnTo>
                <a:lnTo>
                  <a:pt x="128" y="24"/>
                </a:lnTo>
                <a:lnTo>
                  <a:pt x="129" y="23"/>
                </a:lnTo>
                <a:lnTo>
                  <a:pt x="130" y="22"/>
                </a:lnTo>
                <a:lnTo>
                  <a:pt x="132" y="20"/>
                </a:lnTo>
                <a:lnTo>
                  <a:pt x="133" y="20"/>
                </a:lnTo>
                <a:lnTo>
                  <a:pt x="133" y="19"/>
                </a:lnTo>
                <a:lnTo>
                  <a:pt x="134" y="19"/>
                </a:lnTo>
                <a:lnTo>
                  <a:pt x="134" y="18"/>
                </a:lnTo>
                <a:lnTo>
                  <a:pt x="134" y="17"/>
                </a:lnTo>
                <a:lnTo>
                  <a:pt x="134" y="16"/>
                </a:lnTo>
                <a:lnTo>
                  <a:pt x="133" y="14"/>
                </a:lnTo>
                <a:lnTo>
                  <a:pt x="133" y="12"/>
                </a:lnTo>
                <a:lnTo>
                  <a:pt x="132" y="12"/>
                </a:lnTo>
                <a:lnTo>
                  <a:pt x="131" y="10"/>
                </a:lnTo>
                <a:lnTo>
                  <a:pt x="130" y="9"/>
                </a:lnTo>
                <a:lnTo>
                  <a:pt x="130" y="7"/>
                </a:lnTo>
                <a:lnTo>
                  <a:pt x="129" y="5"/>
                </a:lnTo>
                <a:lnTo>
                  <a:pt x="130" y="5"/>
                </a:lnTo>
                <a:lnTo>
                  <a:pt x="130" y="4"/>
                </a:lnTo>
                <a:lnTo>
                  <a:pt x="131" y="4"/>
                </a:lnTo>
                <a:lnTo>
                  <a:pt x="131" y="2"/>
                </a:lnTo>
                <a:lnTo>
                  <a:pt x="132" y="2"/>
                </a:lnTo>
                <a:lnTo>
                  <a:pt x="134" y="2"/>
                </a:lnTo>
                <a:lnTo>
                  <a:pt x="135" y="2"/>
                </a:lnTo>
                <a:lnTo>
                  <a:pt x="136" y="1"/>
                </a:lnTo>
                <a:lnTo>
                  <a:pt x="137" y="1"/>
                </a:lnTo>
                <a:lnTo>
                  <a:pt x="140" y="1"/>
                </a:lnTo>
                <a:lnTo>
                  <a:pt x="141" y="0"/>
                </a:lnTo>
                <a:lnTo>
                  <a:pt x="143" y="0"/>
                </a:lnTo>
                <a:close/>
              </a:path>
            </a:pathLst>
          </a:custGeom>
          <a:solidFill>
            <a:srgbClr val="E6F5EF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9" name=""/>
          <p:cNvSpPr/>
          <p:nvPr/>
        </p:nvSpPr>
        <p:spPr>
          <a:xfrm>
            <a:off x="932760" y="1648800"/>
            <a:ext cx="672480" cy="354960"/>
          </a:xfrm>
          <a:custGeom>
            <a:avLst/>
            <a:gdLst/>
            <a:ahLst/>
            <a:rect l="0" t="0" r="r" b="b"/>
            <a:pathLst>
              <a:path w="1868" h="986">
                <a:moveTo>
                  <a:pt x="902" y="1"/>
                </a:moveTo>
                <a:lnTo>
                  <a:pt x="903" y="1"/>
                </a:lnTo>
                <a:lnTo>
                  <a:pt x="904" y="1"/>
                </a:lnTo>
                <a:lnTo>
                  <a:pt x="905" y="1"/>
                </a:lnTo>
                <a:lnTo>
                  <a:pt x="906" y="1"/>
                </a:lnTo>
                <a:lnTo>
                  <a:pt x="907" y="1"/>
                </a:lnTo>
                <a:lnTo>
                  <a:pt x="908" y="1"/>
                </a:lnTo>
                <a:lnTo>
                  <a:pt x="909" y="1"/>
                </a:lnTo>
                <a:lnTo>
                  <a:pt x="909" y="0"/>
                </a:lnTo>
                <a:lnTo>
                  <a:pt x="910" y="0"/>
                </a:lnTo>
                <a:lnTo>
                  <a:pt x="910" y="1"/>
                </a:lnTo>
                <a:lnTo>
                  <a:pt x="910" y="2"/>
                </a:lnTo>
                <a:lnTo>
                  <a:pt x="910" y="3"/>
                </a:lnTo>
                <a:lnTo>
                  <a:pt x="911" y="3"/>
                </a:lnTo>
                <a:lnTo>
                  <a:pt x="912" y="3"/>
                </a:lnTo>
                <a:lnTo>
                  <a:pt x="912" y="4"/>
                </a:lnTo>
                <a:lnTo>
                  <a:pt x="912" y="3"/>
                </a:lnTo>
                <a:lnTo>
                  <a:pt x="913" y="3"/>
                </a:lnTo>
                <a:lnTo>
                  <a:pt x="914" y="3"/>
                </a:lnTo>
                <a:lnTo>
                  <a:pt x="915" y="4"/>
                </a:lnTo>
                <a:lnTo>
                  <a:pt x="916" y="4"/>
                </a:lnTo>
                <a:lnTo>
                  <a:pt x="916" y="3"/>
                </a:lnTo>
                <a:lnTo>
                  <a:pt x="917" y="3"/>
                </a:lnTo>
                <a:lnTo>
                  <a:pt x="917" y="2"/>
                </a:lnTo>
                <a:lnTo>
                  <a:pt x="918" y="2"/>
                </a:lnTo>
                <a:lnTo>
                  <a:pt x="919" y="2"/>
                </a:lnTo>
                <a:lnTo>
                  <a:pt x="919" y="3"/>
                </a:lnTo>
                <a:lnTo>
                  <a:pt x="920" y="3"/>
                </a:lnTo>
                <a:lnTo>
                  <a:pt x="920" y="4"/>
                </a:lnTo>
                <a:lnTo>
                  <a:pt x="920" y="5"/>
                </a:lnTo>
                <a:lnTo>
                  <a:pt x="921" y="5"/>
                </a:lnTo>
                <a:lnTo>
                  <a:pt x="922" y="5"/>
                </a:lnTo>
                <a:lnTo>
                  <a:pt x="922" y="6"/>
                </a:lnTo>
                <a:lnTo>
                  <a:pt x="922" y="7"/>
                </a:lnTo>
                <a:lnTo>
                  <a:pt x="922" y="8"/>
                </a:lnTo>
                <a:lnTo>
                  <a:pt x="922" y="10"/>
                </a:lnTo>
                <a:lnTo>
                  <a:pt x="923" y="10"/>
                </a:lnTo>
                <a:lnTo>
                  <a:pt x="924" y="10"/>
                </a:lnTo>
                <a:lnTo>
                  <a:pt x="925" y="10"/>
                </a:lnTo>
                <a:lnTo>
                  <a:pt x="925" y="11"/>
                </a:lnTo>
                <a:lnTo>
                  <a:pt x="925" y="10"/>
                </a:lnTo>
                <a:lnTo>
                  <a:pt x="926" y="11"/>
                </a:lnTo>
                <a:lnTo>
                  <a:pt x="926" y="12"/>
                </a:lnTo>
                <a:lnTo>
                  <a:pt x="927" y="12"/>
                </a:lnTo>
                <a:lnTo>
                  <a:pt x="928" y="12"/>
                </a:lnTo>
                <a:lnTo>
                  <a:pt x="930" y="13"/>
                </a:lnTo>
                <a:lnTo>
                  <a:pt x="931" y="13"/>
                </a:lnTo>
                <a:lnTo>
                  <a:pt x="931" y="14"/>
                </a:lnTo>
                <a:lnTo>
                  <a:pt x="931" y="15"/>
                </a:lnTo>
                <a:lnTo>
                  <a:pt x="932" y="16"/>
                </a:lnTo>
                <a:lnTo>
                  <a:pt x="932" y="17"/>
                </a:lnTo>
                <a:lnTo>
                  <a:pt x="933" y="18"/>
                </a:lnTo>
                <a:lnTo>
                  <a:pt x="934" y="18"/>
                </a:lnTo>
                <a:lnTo>
                  <a:pt x="935" y="19"/>
                </a:lnTo>
                <a:lnTo>
                  <a:pt x="935" y="20"/>
                </a:lnTo>
                <a:lnTo>
                  <a:pt x="936" y="20"/>
                </a:lnTo>
                <a:lnTo>
                  <a:pt x="937" y="20"/>
                </a:lnTo>
                <a:lnTo>
                  <a:pt x="938" y="20"/>
                </a:lnTo>
                <a:lnTo>
                  <a:pt x="938" y="19"/>
                </a:lnTo>
                <a:lnTo>
                  <a:pt x="938" y="18"/>
                </a:lnTo>
                <a:lnTo>
                  <a:pt x="938" y="17"/>
                </a:lnTo>
                <a:lnTo>
                  <a:pt x="938" y="16"/>
                </a:lnTo>
                <a:lnTo>
                  <a:pt x="939" y="16"/>
                </a:lnTo>
                <a:lnTo>
                  <a:pt x="939" y="15"/>
                </a:lnTo>
                <a:lnTo>
                  <a:pt x="940" y="15"/>
                </a:lnTo>
                <a:lnTo>
                  <a:pt x="941" y="14"/>
                </a:lnTo>
                <a:lnTo>
                  <a:pt x="942" y="14"/>
                </a:lnTo>
                <a:lnTo>
                  <a:pt x="942" y="13"/>
                </a:lnTo>
                <a:lnTo>
                  <a:pt x="943" y="13"/>
                </a:lnTo>
                <a:lnTo>
                  <a:pt x="944" y="13"/>
                </a:lnTo>
                <a:lnTo>
                  <a:pt x="944" y="14"/>
                </a:lnTo>
                <a:lnTo>
                  <a:pt x="945" y="14"/>
                </a:lnTo>
                <a:lnTo>
                  <a:pt x="946" y="14"/>
                </a:lnTo>
                <a:lnTo>
                  <a:pt x="947" y="13"/>
                </a:lnTo>
                <a:lnTo>
                  <a:pt x="948" y="13"/>
                </a:lnTo>
                <a:lnTo>
                  <a:pt x="949" y="13"/>
                </a:lnTo>
                <a:lnTo>
                  <a:pt x="950" y="12"/>
                </a:lnTo>
                <a:lnTo>
                  <a:pt x="950" y="13"/>
                </a:lnTo>
                <a:lnTo>
                  <a:pt x="951" y="13"/>
                </a:lnTo>
                <a:lnTo>
                  <a:pt x="951" y="14"/>
                </a:lnTo>
                <a:lnTo>
                  <a:pt x="951" y="15"/>
                </a:lnTo>
                <a:lnTo>
                  <a:pt x="952" y="16"/>
                </a:lnTo>
                <a:lnTo>
                  <a:pt x="953" y="16"/>
                </a:lnTo>
                <a:lnTo>
                  <a:pt x="953" y="17"/>
                </a:lnTo>
                <a:lnTo>
                  <a:pt x="954" y="17"/>
                </a:lnTo>
                <a:lnTo>
                  <a:pt x="954" y="18"/>
                </a:lnTo>
                <a:lnTo>
                  <a:pt x="954" y="17"/>
                </a:lnTo>
                <a:lnTo>
                  <a:pt x="955" y="17"/>
                </a:lnTo>
                <a:lnTo>
                  <a:pt x="955" y="18"/>
                </a:lnTo>
                <a:lnTo>
                  <a:pt x="956" y="18"/>
                </a:lnTo>
                <a:lnTo>
                  <a:pt x="956" y="17"/>
                </a:lnTo>
                <a:lnTo>
                  <a:pt x="958" y="17"/>
                </a:lnTo>
                <a:lnTo>
                  <a:pt x="958" y="18"/>
                </a:lnTo>
                <a:lnTo>
                  <a:pt x="959" y="18"/>
                </a:lnTo>
                <a:lnTo>
                  <a:pt x="960" y="18"/>
                </a:lnTo>
                <a:lnTo>
                  <a:pt x="961" y="18"/>
                </a:lnTo>
                <a:lnTo>
                  <a:pt x="961" y="19"/>
                </a:lnTo>
                <a:lnTo>
                  <a:pt x="961" y="20"/>
                </a:lnTo>
                <a:lnTo>
                  <a:pt x="962" y="20"/>
                </a:lnTo>
                <a:lnTo>
                  <a:pt x="963" y="20"/>
                </a:lnTo>
                <a:lnTo>
                  <a:pt x="964" y="20"/>
                </a:lnTo>
                <a:lnTo>
                  <a:pt x="964" y="21"/>
                </a:lnTo>
                <a:lnTo>
                  <a:pt x="965" y="21"/>
                </a:lnTo>
                <a:lnTo>
                  <a:pt x="966" y="21"/>
                </a:lnTo>
                <a:lnTo>
                  <a:pt x="966" y="22"/>
                </a:lnTo>
                <a:lnTo>
                  <a:pt x="966" y="23"/>
                </a:lnTo>
                <a:lnTo>
                  <a:pt x="967" y="23"/>
                </a:lnTo>
                <a:lnTo>
                  <a:pt x="968" y="24"/>
                </a:lnTo>
                <a:lnTo>
                  <a:pt x="969" y="24"/>
                </a:lnTo>
                <a:lnTo>
                  <a:pt x="970" y="24"/>
                </a:lnTo>
                <a:lnTo>
                  <a:pt x="970" y="23"/>
                </a:lnTo>
                <a:lnTo>
                  <a:pt x="971" y="23"/>
                </a:lnTo>
                <a:lnTo>
                  <a:pt x="972" y="23"/>
                </a:lnTo>
                <a:lnTo>
                  <a:pt x="973" y="23"/>
                </a:lnTo>
                <a:lnTo>
                  <a:pt x="975" y="23"/>
                </a:lnTo>
                <a:lnTo>
                  <a:pt x="975" y="22"/>
                </a:lnTo>
                <a:lnTo>
                  <a:pt x="976" y="22"/>
                </a:lnTo>
                <a:lnTo>
                  <a:pt x="976" y="21"/>
                </a:lnTo>
                <a:lnTo>
                  <a:pt x="977" y="21"/>
                </a:lnTo>
                <a:lnTo>
                  <a:pt x="977" y="20"/>
                </a:lnTo>
                <a:lnTo>
                  <a:pt x="978" y="20"/>
                </a:lnTo>
                <a:lnTo>
                  <a:pt x="979" y="20"/>
                </a:lnTo>
                <a:lnTo>
                  <a:pt x="979" y="21"/>
                </a:lnTo>
                <a:lnTo>
                  <a:pt x="980" y="21"/>
                </a:lnTo>
                <a:lnTo>
                  <a:pt x="980" y="22"/>
                </a:lnTo>
                <a:lnTo>
                  <a:pt x="980" y="23"/>
                </a:lnTo>
                <a:lnTo>
                  <a:pt x="981" y="23"/>
                </a:lnTo>
                <a:lnTo>
                  <a:pt x="982" y="23"/>
                </a:lnTo>
                <a:lnTo>
                  <a:pt x="981" y="23"/>
                </a:lnTo>
                <a:lnTo>
                  <a:pt x="981" y="24"/>
                </a:lnTo>
                <a:lnTo>
                  <a:pt x="982" y="24"/>
                </a:lnTo>
                <a:lnTo>
                  <a:pt x="982" y="25"/>
                </a:lnTo>
                <a:lnTo>
                  <a:pt x="983" y="26"/>
                </a:lnTo>
                <a:lnTo>
                  <a:pt x="984" y="26"/>
                </a:lnTo>
                <a:lnTo>
                  <a:pt x="985" y="26"/>
                </a:lnTo>
                <a:lnTo>
                  <a:pt x="986" y="26"/>
                </a:lnTo>
                <a:lnTo>
                  <a:pt x="986" y="25"/>
                </a:lnTo>
                <a:lnTo>
                  <a:pt x="987" y="25"/>
                </a:lnTo>
                <a:lnTo>
                  <a:pt x="987" y="26"/>
                </a:lnTo>
                <a:lnTo>
                  <a:pt x="988" y="26"/>
                </a:lnTo>
                <a:lnTo>
                  <a:pt x="989" y="26"/>
                </a:lnTo>
                <a:lnTo>
                  <a:pt x="990" y="26"/>
                </a:lnTo>
                <a:lnTo>
                  <a:pt x="990" y="27"/>
                </a:lnTo>
                <a:lnTo>
                  <a:pt x="991" y="27"/>
                </a:lnTo>
                <a:lnTo>
                  <a:pt x="991" y="28"/>
                </a:lnTo>
                <a:lnTo>
                  <a:pt x="992" y="28"/>
                </a:lnTo>
                <a:lnTo>
                  <a:pt x="993" y="28"/>
                </a:lnTo>
                <a:lnTo>
                  <a:pt x="994" y="28"/>
                </a:lnTo>
                <a:lnTo>
                  <a:pt x="995" y="29"/>
                </a:lnTo>
                <a:lnTo>
                  <a:pt x="995" y="30"/>
                </a:lnTo>
                <a:lnTo>
                  <a:pt x="996" y="30"/>
                </a:lnTo>
                <a:lnTo>
                  <a:pt x="996" y="31"/>
                </a:lnTo>
                <a:lnTo>
                  <a:pt x="997" y="31"/>
                </a:lnTo>
                <a:lnTo>
                  <a:pt x="997" y="32"/>
                </a:lnTo>
                <a:lnTo>
                  <a:pt x="997" y="31"/>
                </a:lnTo>
                <a:lnTo>
                  <a:pt x="997" y="32"/>
                </a:lnTo>
                <a:lnTo>
                  <a:pt x="998" y="32"/>
                </a:lnTo>
                <a:lnTo>
                  <a:pt x="999" y="32"/>
                </a:lnTo>
                <a:lnTo>
                  <a:pt x="999" y="33"/>
                </a:lnTo>
                <a:lnTo>
                  <a:pt x="1000" y="33"/>
                </a:lnTo>
                <a:lnTo>
                  <a:pt x="1000" y="34"/>
                </a:lnTo>
                <a:lnTo>
                  <a:pt x="1001" y="34"/>
                </a:lnTo>
                <a:lnTo>
                  <a:pt x="1002" y="34"/>
                </a:lnTo>
                <a:lnTo>
                  <a:pt x="1002" y="35"/>
                </a:lnTo>
                <a:lnTo>
                  <a:pt x="1003" y="35"/>
                </a:lnTo>
                <a:lnTo>
                  <a:pt x="1004" y="35"/>
                </a:lnTo>
                <a:lnTo>
                  <a:pt x="1004" y="36"/>
                </a:lnTo>
                <a:lnTo>
                  <a:pt x="1006" y="36"/>
                </a:lnTo>
                <a:lnTo>
                  <a:pt x="1007" y="36"/>
                </a:lnTo>
                <a:lnTo>
                  <a:pt x="1007" y="35"/>
                </a:lnTo>
                <a:lnTo>
                  <a:pt x="1008" y="35"/>
                </a:lnTo>
                <a:lnTo>
                  <a:pt x="1008" y="36"/>
                </a:lnTo>
                <a:lnTo>
                  <a:pt x="1009" y="36"/>
                </a:lnTo>
                <a:lnTo>
                  <a:pt x="1010" y="36"/>
                </a:lnTo>
                <a:lnTo>
                  <a:pt x="1010" y="37"/>
                </a:lnTo>
                <a:lnTo>
                  <a:pt x="1011" y="37"/>
                </a:lnTo>
                <a:lnTo>
                  <a:pt x="1011" y="38"/>
                </a:lnTo>
                <a:lnTo>
                  <a:pt x="1012" y="38"/>
                </a:lnTo>
                <a:lnTo>
                  <a:pt x="1012" y="39"/>
                </a:lnTo>
                <a:lnTo>
                  <a:pt x="1013" y="39"/>
                </a:lnTo>
                <a:lnTo>
                  <a:pt x="1014" y="39"/>
                </a:lnTo>
                <a:lnTo>
                  <a:pt x="1015" y="39"/>
                </a:lnTo>
                <a:lnTo>
                  <a:pt x="1015" y="40"/>
                </a:lnTo>
                <a:lnTo>
                  <a:pt x="1016" y="40"/>
                </a:lnTo>
                <a:lnTo>
                  <a:pt x="1016" y="39"/>
                </a:lnTo>
                <a:lnTo>
                  <a:pt x="1017" y="39"/>
                </a:lnTo>
                <a:lnTo>
                  <a:pt x="1017" y="40"/>
                </a:lnTo>
                <a:lnTo>
                  <a:pt x="1018" y="40"/>
                </a:lnTo>
                <a:lnTo>
                  <a:pt x="1019" y="40"/>
                </a:lnTo>
                <a:lnTo>
                  <a:pt x="1020" y="40"/>
                </a:lnTo>
                <a:lnTo>
                  <a:pt x="1021" y="40"/>
                </a:lnTo>
                <a:lnTo>
                  <a:pt x="1020" y="40"/>
                </a:lnTo>
                <a:lnTo>
                  <a:pt x="1019" y="40"/>
                </a:lnTo>
                <a:lnTo>
                  <a:pt x="1019" y="41"/>
                </a:lnTo>
                <a:lnTo>
                  <a:pt x="1018" y="41"/>
                </a:lnTo>
                <a:lnTo>
                  <a:pt x="1017" y="42"/>
                </a:lnTo>
                <a:lnTo>
                  <a:pt x="1016" y="42"/>
                </a:lnTo>
                <a:lnTo>
                  <a:pt x="1016" y="43"/>
                </a:lnTo>
                <a:lnTo>
                  <a:pt x="1015" y="43"/>
                </a:lnTo>
                <a:lnTo>
                  <a:pt x="1015" y="44"/>
                </a:lnTo>
                <a:lnTo>
                  <a:pt x="1014" y="44"/>
                </a:lnTo>
                <a:lnTo>
                  <a:pt x="1014" y="45"/>
                </a:lnTo>
                <a:lnTo>
                  <a:pt x="1013" y="45"/>
                </a:lnTo>
                <a:lnTo>
                  <a:pt x="1012" y="45"/>
                </a:lnTo>
                <a:lnTo>
                  <a:pt x="1011" y="46"/>
                </a:lnTo>
                <a:lnTo>
                  <a:pt x="1009" y="46"/>
                </a:lnTo>
                <a:lnTo>
                  <a:pt x="1008" y="46"/>
                </a:lnTo>
                <a:lnTo>
                  <a:pt x="1007" y="46"/>
                </a:lnTo>
                <a:lnTo>
                  <a:pt x="1007" y="47"/>
                </a:lnTo>
                <a:lnTo>
                  <a:pt x="1006" y="47"/>
                </a:lnTo>
                <a:lnTo>
                  <a:pt x="1005" y="47"/>
                </a:lnTo>
                <a:lnTo>
                  <a:pt x="1004" y="47"/>
                </a:lnTo>
                <a:lnTo>
                  <a:pt x="1003" y="47"/>
                </a:lnTo>
                <a:lnTo>
                  <a:pt x="1002" y="47"/>
                </a:lnTo>
                <a:lnTo>
                  <a:pt x="1001" y="47"/>
                </a:lnTo>
                <a:lnTo>
                  <a:pt x="1000" y="47"/>
                </a:lnTo>
                <a:lnTo>
                  <a:pt x="999" y="47"/>
                </a:lnTo>
                <a:lnTo>
                  <a:pt x="998" y="47"/>
                </a:lnTo>
                <a:lnTo>
                  <a:pt x="997" y="47"/>
                </a:lnTo>
                <a:lnTo>
                  <a:pt x="997" y="46"/>
                </a:lnTo>
                <a:lnTo>
                  <a:pt x="996" y="46"/>
                </a:lnTo>
                <a:lnTo>
                  <a:pt x="996" y="45"/>
                </a:lnTo>
                <a:lnTo>
                  <a:pt x="995" y="45"/>
                </a:lnTo>
                <a:lnTo>
                  <a:pt x="994" y="45"/>
                </a:lnTo>
                <a:lnTo>
                  <a:pt x="994" y="46"/>
                </a:lnTo>
                <a:lnTo>
                  <a:pt x="994" y="47"/>
                </a:lnTo>
                <a:lnTo>
                  <a:pt x="993" y="47"/>
                </a:lnTo>
                <a:lnTo>
                  <a:pt x="993" y="48"/>
                </a:lnTo>
                <a:lnTo>
                  <a:pt x="994" y="48"/>
                </a:lnTo>
                <a:lnTo>
                  <a:pt x="994" y="49"/>
                </a:lnTo>
                <a:lnTo>
                  <a:pt x="995" y="49"/>
                </a:lnTo>
                <a:lnTo>
                  <a:pt x="995" y="50"/>
                </a:lnTo>
                <a:lnTo>
                  <a:pt x="996" y="50"/>
                </a:lnTo>
                <a:lnTo>
                  <a:pt x="996" y="51"/>
                </a:lnTo>
                <a:lnTo>
                  <a:pt x="995" y="51"/>
                </a:lnTo>
                <a:lnTo>
                  <a:pt x="995" y="52"/>
                </a:lnTo>
                <a:lnTo>
                  <a:pt x="995" y="53"/>
                </a:lnTo>
                <a:lnTo>
                  <a:pt x="995" y="54"/>
                </a:lnTo>
                <a:lnTo>
                  <a:pt x="996" y="54"/>
                </a:lnTo>
                <a:lnTo>
                  <a:pt x="996" y="55"/>
                </a:lnTo>
                <a:lnTo>
                  <a:pt x="995" y="56"/>
                </a:lnTo>
                <a:lnTo>
                  <a:pt x="995" y="58"/>
                </a:lnTo>
                <a:lnTo>
                  <a:pt x="996" y="58"/>
                </a:lnTo>
                <a:lnTo>
                  <a:pt x="996" y="59"/>
                </a:lnTo>
                <a:lnTo>
                  <a:pt x="997" y="59"/>
                </a:lnTo>
                <a:lnTo>
                  <a:pt x="998" y="59"/>
                </a:lnTo>
                <a:lnTo>
                  <a:pt x="998" y="60"/>
                </a:lnTo>
                <a:lnTo>
                  <a:pt x="999" y="60"/>
                </a:lnTo>
                <a:lnTo>
                  <a:pt x="1000" y="60"/>
                </a:lnTo>
                <a:lnTo>
                  <a:pt x="1000" y="59"/>
                </a:lnTo>
                <a:lnTo>
                  <a:pt x="1001" y="60"/>
                </a:lnTo>
                <a:lnTo>
                  <a:pt x="1002" y="60"/>
                </a:lnTo>
                <a:lnTo>
                  <a:pt x="1003" y="61"/>
                </a:lnTo>
                <a:lnTo>
                  <a:pt x="1004" y="61"/>
                </a:lnTo>
                <a:lnTo>
                  <a:pt x="1005" y="62"/>
                </a:lnTo>
                <a:lnTo>
                  <a:pt x="1006" y="62"/>
                </a:lnTo>
                <a:lnTo>
                  <a:pt x="1007" y="62"/>
                </a:lnTo>
                <a:lnTo>
                  <a:pt x="1007" y="63"/>
                </a:lnTo>
                <a:lnTo>
                  <a:pt x="1006" y="63"/>
                </a:lnTo>
                <a:lnTo>
                  <a:pt x="1005" y="63"/>
                </a:lnTo>
                <a:lnTo>
                  <a:pt x="1005" y="62"/>
                </a:lnTo>
                <a:lnTo>
                  <a:pt x="1005" y="63"/>
                </a:lnTo>
                <a:lnTo>
                  <a:pt x="1004" y="63"/>
                </a:lnTo>
                <a:lnTo>
                  <a:pt x="1005" y="63"/>
                </a:lnTo>
                <a:lnTo>
                  <a:pt x="1006" y="63"/>
                </a:lnTo>
                <a:lnTo>
                  <a:pt x="1006" y="64"/>
                </a:lnTo>
                <a:lnTo>
                  <a:pt x="1007" y="64"/>
                </a:lnTo>
                <a:lnTo>
                  <a:pt x="1008" y="64"/>
                </a:lnTo>
                <a:lnTo>
                  <a:pt x="1009" y="64"/>
                </a:lnTo>
                <a:lnTo>
                  <a:pt x="1010" y="64"/>
                </a:lnTo>
                <a:lnTo>
                  <a:pt x="1011" y="64"/>
                </a:lnTo>
                <a:lnTo>
                  <a:pt x="1012" y="64"/>
                </a:lnTo>
                <a:lnTo>
                  <a:pt x="1013" y="64"/>
                </a:lnTo>
                <a:lnTo>
                  <a:pt x="1015" y="64"/>
                </a:lnTo>
                <a:lnTo>
                  <a:pt x="1015" y="65"/>
                </a:lnTo>
                <a:lnTo>
                  <a:pt x="1016" y="65"/>
                </a:lnTo>
                <a:lnTo>
                  <a:pt x="1017" y="65"/>
                </a:lnTo>
                <a:lnTo>
                  <a:pt x="1018" y="65"/>
                </a:lnTo>
                <a:lnTo>
                  <a:pt x="1019" y="65"/>
                </a:lnTo>
                <a:lnTo>
                  <a:pt x="1020" y="65"/>
                </a:lnTo>
                <a:lnTo>
                  <a:pt x="1021" y="65"/>
                </a:lnTo>
                <a:lnTo>
                  <a:pt x="1022" y="65"/>
                </a:lnTo>
                <a:lnTo>
                  <a:pt x="1022" y="64"/>
                </a:lnTo>
                <a:lnTo>
                  <a:pt x="1023" y="64"/>
                </a:lnTo>
                <a:lnTo>
                  <a:pt x="1024" y="64"/>
                </a:lnTo>
                <a:lnTo>
                  <a:pt x="1024" y="65"/>
                </a:lnTo>
                <a:lnTo>
                  <a:pt x="1024" y="64"/>
                </a:lnTo>
                <a:lnTo>
                  <a:pt x="1025" y="64"/>
                </a:lnTo>
                <a:lnTo>
                  <a:pt x="1026" y="64"/>
                </a:lnTo>
                <a:lnTo>
                  <a:pt x="1027" y="64"/>
                </a:lnTo>
                <a:lnTo>
                  <a:pt x="1028" y="64"/>
                </a:lnTo>
                <a:lnTo>
                  <a:pt x="1029" y="65"/>
                </a:lnTo>
                <a:lnTo>
                  <a:pt x="1029" y="66"/>
                </a:lnTo>
                <a:lnTo>
                  <a:pt x="1028" y="66"/>
                </a:lnTo>
                <a:lnTo>
                  <a:pt x="1027" y="67"/>
                </a:lnTo>
                <a:lnTo>
                  <a:pt x="1027" y="68"/>
                </a:lnTo>
                <a:lnTo>
                  <a:pt x="1027" y="69"/>
                </a:lnTo>
                <a:lnTo>
                  <a:pt x="1027" y="70"/>
                </a:lnTo>
                <a:lnTo>
                  <a:pt x="1026" y="70"/>
                </a:lnTo>
                <a:lnTo>
                  <a:pt x="1026" y="71"/>
                </a:lnTo>
                <a:lnTo>
                  <a:pt x="1027" y="72"/>
                </a:lnTo>
                <a:lnTo>
                  <a:pt x="1027" y="73"/>
                </a:lnTo>
                <a:lnTo>
                  <a:pt x="1027" y="74"/>
                </a:lnTo>
                <a:lnTo>
                  <a:pt x="1026" y="74"/>
                </a:lnTo>
                <a:lnTo>
                  <a:pt x="1025" y="74"/>
                </a:lnTo>
                <a:lnTo>
                  <a:pt x="1024" y="75"/>
                </a:lnTo>
                <a:lnTo>
                  <a:pt x="1024" y="76"/>
                </a:lnTo>
                <a:lnTo>
                  <a:pt x="1025" y="76"/>
                </a:lnTo>
                <a:lnTo>
                  <a:pt x="1025" y="78"/>
                </a:lnTo>
                <a:lnTo>
                  <a:pt x="1024" y="78"/>
                </a:lnTo>
                <a:lnTo>
                  <a:pt x="1024" y="79"/>
                </a:lnTo>
                <a:lnTo>
                  <a:pt x="1025" y="80"/>
                </a:lnTo>
                <a:lnTo>
                  <a:pt x="1024" y="80"/>
                </a:lnTo>
                <a:lnTo>
                  <a:pt x="1024" y="81"/>
                </a:lnTo>
                <a:lnTo>
                  <a:pt x="1024" y="82"/>
                </a:lnTo>
                <a:lnTo>
                  <a:pt x="1024" y="83"/>
                </a:lnTo>
                <a:lnTo>
                  <a:pt x="1024" y="84"/>
                </a:lnTo>
                <a:lnTo>
                  <a:pt x="1024" y="85"/>
                </a:lnTo>
                <a:lnTo>
                  <a:pt x="1023" y="85"/>
                </a:lnTo>
                <a:lnTo>
                  <a:pt x="1022" y="85"/>
                </a:lnTo>
                <a:lnTo>
                  <a:pt x="1022" y="86"/>
                </a:lnTo>
                <a:lnTo>
                  <a:pt x="1023" y="86"/>
                </a:lnTo>
                <a:lnTo>
                  <a:pt x="1023" y="87"/>
                </a:lnTo>
                <a:lnTo>
                  <a:pt x="1024" y="88"/>
                </a:lnTo>
                <a:lnTo>
                  <a:pt x="1024" y="89"/>
                </a:lnTo>
                <a:lnTo>
                  <a:pt x="1025" y="89"/>
                </a:lnTo>
                <a:lnTo>
                  <a:pt x="1025" y="90"/>
                </a:lnTo>
                <a:lnTo>
                  <a:pt x="1026" y="90"/>
                </a:lnTo>
                <a:lnTo>
                  <a:pt x="1026" y="92"/>
                </a:lnTo>
                <a:lnTo>
                  <a:pt x="1025" y="92"/>
                </a:lnTo>
                <a:lnTo>
                  <a:pt x="1024" y="93"/>
                </a:lnTo>
                <a:lnTo>
                  <a:pt x="1023" y="93"/>
                </a:lnTo>
                <a:lnTo>
                  <a:pt x="1023" y="92"/>
                </a:lnTo>
                <a:lnTo>
                  <a:pt x="1022" y="92"/>
                </a:lnTo>
                <a:lnTo>
                  <a:pt x="1021" y="92"/>
                </a:lnTo>
                <a:lnTo>
                  <a:pt x="1021" y="93"/>
                </a:lnTo>
                <a:lnTo>
                  <a:pt x="1020" y="93"/>
                </a:lnTo>
                <a:lnTo>
                  <a:pt x="1020" y="94"/>
                </a:lnTo>
                <a:lnTo>
                  <a:pt x="1020" y="95"/>
                </a:lnTo>
                <a:lnTo>
                  <a:pt x="1020" y="96"/>
                </a:lnTo>
                <a:lnTo>
                  <a:pt x="1020" y="97"/>
                </a:lnTo>
                <a:lnTo>
                  <a:pt x="1020" y="98"/>
                </a:lnTo>
                <a:lnTo>
                  <a:pt x="1020" y="99"/>
                </a:lnTo>
                <a:lnTo>
                  <a:pt x="1021" y="99"/>
                </a:lnTo>
                <a:lnTo>
                  <a:pt x="1020" y="99"/>
                </a:lnTo>
                <a:lnTo>
                  <a:pt x="1020" y="100"/>
                </a:lnTo>
                <a:lnTo>
                  <a:pt x="1021" y="100"/>
                </a:lnTo>
                <a:lnTo>
                  <a:pt x="1022" y="100"/>
                </a:lnTo>
                <a:lnTo>
                  <a:pt x="1023" y="100"/>
                </a:lnTo>
                <a:lnTo>
                  <a:pt x="1024" y="100"/>
                </a:lnTo>
                <a:lnTo>
                  <a:pt x="1024" y="101"/>
                </a:lnTo>
                <a:lnTo>
                  <a:pt x="1025" y="101"/>
                </a:lnTo>
                <a:lnTo>
                  <a:pt x="1025" y="102"/>
                </a:lnTo>
                <a:lnTo>
                  <a:pt x="1026" y="102"/>
                </a:lnTo>
                <a:lnTo>
                  <a:pt x="1026" y="103"/>
                </a:lnTo>
                <a:lnTo>
                  <a:pt x="1025" y="103"/>
                </a:lnTo>
                <a:lnTo>
                  <a:pt x="1024" y="103"/>
                </a:lnTo>
                <a:lnTo>
                  <a:pt x="1024" y="104"/>
                </a:lnTo>
                <a:lnTo>
                  <a:pt x="1023" y="104"/>
                </a:lnTo>
                <a:lnTo>
                  <a:pt x="1022" y="104"/>
                </a:lnTo>
                <a:lnTo>
                  <a:pt x="1023" y="104"/>
                </a:lnTo>
                <a:lnTo>
                  <a:pt x="1023" y="105"/>
                </a:lnTo>
                <a:lnTo>
                  <a:pt x="1022" y="106"/>
                </a:lnTo>
                <a:lnTo>
                  <a:pt x="1021" y="106"/>
                </a:lnTo>
                <a:lnTo>
                  <a:pt x="1021" y="107"/>
                </a:lnTo>
                <a:lnTo>
                  <a:pt x="1020" y="107"/>
                </a:lnTo>
                <a:lnTo>
                  <a:pt x="1020" y="108"/>
                </a:lnTo>
                <a:lnTo>
                  <a:pt x="1019" y="108"/>
                </a:lnTo>
                <a:lnTo>
                  <a:pt x="1019" y="109"/>
                </a:lnTo>
                <a:lnTo>
                  <a:pt x="1018" y="109"/>
                </a:lnTo>
                <a:lnTo>
                  <a:pt x="1017" y="109"/>
                </a:lnTo>
                <a:lnTo>
                  <a:pt x="1016" y="108"/>
                </a:lnTo>
                <a:lnTo>
                  <a:pt x="1015" y="109"/>
                </a:lnTo>
                <a:lnTo>
                  <a:pt x="1014" y="109"/>
                </a:lnTo>
                <a:lnTo>
                  <a:pt x="1013" y="109"/>
                </a:lnTo>
                <a:lnTo>
                  <a:pt x="1013" y="110"/>
                </a:lnTo>
                <a:lnTo>
                  <a:pt x="1012" y="110"/>
                </a:lnTo>
                <a:lnTo>
                  <a:pt x="1011" y="111"/>
                </a:lnTo>
                <a:lnTo>
                  <a:pt x="1011" y="112"/>
                </a:lnTo>
                <a:lnTo>
                  <a:pt x="1010" y="113"/>
                </a:lnTo>
                <a:lnTo>
                  <a:pt x="1009" y="113"/>
                </a:lnTo>
                <a:lnTo>
                  <a:pt x="1008" y="113"/>
                </a:lnTo>
                <a:lnTo>
                  <a:pt x="1007" y="113"/>
                </a:lnTo>
                <a:lnTo>
                  <a:pt x="1006" y="113"/>
                </a:lnTo>
                <a:lnTo>
                  <a:pt x="1006" y="114"/>
                </a:lnTo>
                <a:lnTo>
                  <a:pt x="1005" y="114"/>
                </a:lnTo>
                <a:lnTo>
                  <a:pt x="1004" y="114"/>
                </a:lnTo>
                <a:lnTo>
                  <a:pt x="1003" y="114"/>
                </a:lnTo>
                <a:lnTo>
                  <a:pt x="1002" y="114"/>
                </a:lnTo>
                <a:lnTo>
                  <a:pt x="1002" y="115"/>
                </a:lnTo>
                <a:lnTo>
                  <a:pt x="1001" y="115"/>
                </a:lnTo>
                <a:lnTo>
                  <a:pt x="1002" y="115"/>
                </a:lnTo>
                <a:lnTo>
                  <a:pt x="1002" y="116"/>
                </a:lnTo>
                <a:lnTo>
                  <a:pt x="1003" y="116"/>
                </a:lnTo>
                <a:lnTo>
                  <a:pt x="1003" y="117"/>
                </a:lnTo>
                <a:lnTo>
                  <a:pt x="1003" y="118"/>
                </a:lnTo>
                <a:lnTo>
                  <a:pt x="1003" y="119"/>
                </a:lnTo>
                <a:lnTo>
                  <a:pt x="1002" y="119"/>
                </a:lnTo>
                <a:lnTo>
                  <a:pt x="1002" y="120"/>
                </a:lnTo>
                <a:lnTo>
                  <a:pt x="1002" y="121"/>
                </a:lnTo>
                <a:lnTo>
                  <a:pt x="1001" y="121"/>
                </a:lnTo>
                <a:lnTo>
                  <a:pt x="1001" y="122"/>
                </a:lnTo>
                <a:lnTo>
                  <a:pt x="1002" y="123"/>
                </a:lnTo>
                <a:lnTo>
                  <a:pt x="1003" y="123"/>
                </a:lnTo>
                <a:lnTo>
                  <a:pt x="1004" y="123"/>
                </a:lnTo>
                <a:lnTo>
                  <a:pt x="1005" y="123"/>
                </a:lnTo>
                <a:lnTo>
                  <a:pt x="1005" y="124"/>
                </a:lnTo>
                <a:lnTo>
                  <a:pt x="1004" y="124"/>
                </a:lnTo>
                <a:lnTo>
                  <a:pt x="1003" y="124"/>
                </a:lnTo>
                <a:lnTo>
                  <a:pt x="1003" y="125"/>
                </a:lnTo>
                <a:lnTo>
                  <a:pt x="1002" y="125"/>
                </a:lnTo>
                <a:lnTo>
                  <a:pt x="1001" y="125"/>
                </a:lnTo>
                <a:lnTo>
                  <a:pt x="1001" y="126"/>
                </a:lnTo>
                <a:lnTo>
                  <a:pt x="1000" y="126"/>
                </a:lnTo>
                <a:lnTo>
                  <a:pt x="1000" y="127"/>
                </a:lnTo>
                <a:lnTo>
                  <a:pt x="999" y="127"/>
                </a:lnTo>
                <a:lnTo>
                  <a:pt x="998" y="127"/>
                </a:lnTo>
                <a:lnTo>
                  <a:pt x="998" y="128"/>
                </a:lnTo>
                <a:lnTo>
                  <a:pt x="997" y="129"/>
                </a:lnTo>
                <a:lnTo>
                  <a:pt x="998" y="129"/>
                </a:lnTo>
                <a:lnTo>
                  <a:pt x="998" y="130"/>
                </a:lnTo>
                <a:lnTo>
                  <a:pt x="999" y="130"/>
                </a:lnTo>
                <a:lnTo>
                  <a:pt x="1000" y="131"/>
                </a:lnTo>
                <a:lnTo>
                  <a:pt x="1000" y="132"/>
                </a:lnTo>
                <a:lnTo>
                  <a:pt x="1000" y="133"/>
                </a:lnTo>
                <a:lnTo>
                  <a:pt x="1001" y="134"/>
                </a:lnTo>
                <a:lnTo>
                  <a:pt x="1002" y="134"/>
                </a:lnTo>
                <a:lnTo>
                  <a:pt x="1002" y="135"/>
                </a:lnTo>
                <a:lnTo>
                  <a:pt x="1002" y="136"/>
                </a:lnTo>
                <a:lnTo>
                  <a:pt x="1003" y="137"/>
                </a:lnTo>
                <a:lnTo>
                  <a:pt x="1003" y="138"/>
                </a:lnTo>
                <a:lnTo>
                  <a:pt x="1004" y="138"/>
                </a:lnTo>
                <a:lnTo>
                  <a:pt x="1004" y="139"/>
                </a:lnTo>
                <a:lnTo>
                  <a:pt x="1005" y="139"/>
                </a:lnTo>
                <a:lnTo>
                  <a:pt x="1007" y="140"/>
                </a:lnTo>
                <a:lnTo>
                  <a:pt x="1008" y="139"/>
                </a:lnTo>
                <a:lnTo>
                  <a:pt x="1009" y="140"/>
                </a:lnTo>
                <a:lnTo>
                  <a:pt x="1009" y="141"/>
                </a:lnTo>
                <a:lnTo>
                  <a:pt x="1010" y="141"/>
                </a:lnTo>
                <a:lnTo>
                  <a:pt x="1010" y="142"/>
                </a:lnTo>
                <a:lnTo>
                  <a:pt x="1009" y="142"/>
                </a:lnTo>
                <a:lnTo>
                  <a:pt x="1010" y="142"/>
                </a:lnTo>
                <a:lnTo>
                  <a:pt x="1010" y="143"/>
                </a:lnTo>
                <a:lnTo>
                  <a:pt x="1010" y="144"/>
                </a:lnTo>
                <a:lnTo>
                  <a:pt x="1010" y="145"/>
                </a:lnTo>
                <a:lnTo>
                  <a:pt x="1010" y="146"/>
                </a:lnTo>
                <a:lnTo>
                  <a:pt x="1009" y="146"/>
                </a:lnTo>
                <a:lnTo>
                  <a:pt x="1009" y="147"/>
                </a:lnTo>
                <a:lnTo>
                  <a:pt x="1010" y="147"/>
                </a:lnTo>
                <a:lnTo>
                  <a:pt x="1010" y="148"/>
                </a:lnTo>
                <a:lnTo>
                  <a:pt x="1010" y="149"/>
                </a:lnTo>
                <a:lnTo>
                  <a:pt x="1009" y="149"/>
                </a:lnTo>
                <a:lnTo>
                  <a:pt x="1009" y="150"/>
                </a:lnTo>
                <a:lnTo>
                  <a:pt x="1008" y="150"/>
                </a:lnTo>
                <a:lnTo>
                  <a:pt x="1008" y="151"/>
                </a:lnTo>
                <a:lnTo>
                  <a:pt x="1008" y="152"/>
                </a:lnTo>
                <a:lnTo>
                  <a:pt x="1009" y="152"/>
                </a:lnTo>
                <a:lnTo>
                  <a:pt x="1009" y="153"/>
                </a:lnTo>
                <a:lnTo>
                  <a:pt x="1008" y="154"/>
                </a:lnTo>
                <a:lnTo>
                  <a:pt x="1008" y="155"/>
                </a:lnTo>
                <a:lnTo>
                  <a:pt x="1008" y="156"/>
                </a:lnTo>
                <a:lnTo>
                  <a:pt x="1008" y="157"/>
                </a:lnTo>
                <a:lnTo>
                  <a:pt x="1007" y="158"/>
                </a:lnTo>
                <a:lnTo>
                  <a:pt x="1007" y="159"/>
                </a:lnTo>
                <a:lnTo>
                  <a:pt x="1008" y="160"/>
                </a:lnTo>
                <a:lnTo>
                  <a:pt x="1008" y="161"/>
                </a:lnTo>
                <a:lnTo>
                  <a:pt x="1009" y="161"/>
                </a:lnTo>
                <a:lnTo>
                  <a:pt x="1009" y="162"/>
                </a:lnTo>
                <a:lnTo>
                  <a:pt x="1009" y="163"/>
                </a:lnTo>
                <a:lnTo>
                  <a:pt x="1010" y="163"/>
                </a:lnTo>
                <a:lnTo>
                  <a:pt x="1012" y="163"/>
                </a:lnTo>
                <a:lnTo>
                  <a:pt x="1013" y="163"/>
                </a:lnTo>
                <a:lnTo>
                  <a:pt x="1013" y="164"/>
                </a:lnTo>
                <a:lnTo>
                  <a:pt x="1014" y="164"/>
                </a:lnTo>
                <a:lnTo>
                  <a:pt x="1015" y="164"/>
                </a:lnTo>
                <a:lnTo>
                  <a:pt x="1016" y="164"/>
                </a:lnTo>
                <a:lnTo>
                  <a:pt x="1016" y="163"/>
                </a:lnTo>
                <a:lnTo>
                  <a:pt x="1017" y="163"/>
                </a:lnTo>
                <a:lnTo>
                  <a:pt x="1017" y="162"/>
                </a:lnTo>
                <a:lnTo>
                  <a:pt x="1018" y="162"/>
                </a:lnTo>
                <a:lnTo>
                  <a:pt x="1019" y="162"/>
                </a:lnTo>
                <a:lnTo>
                  <a:pt x="1020" y="162"/>
                </a:lnTo>
                <a:lnTo>
                  <a:pt x="1020" y="161"/>
                </a:lnTo>
                <a:lnTo>
                  <a:pt x="1020" y="160"/>
                </a:lnTo>
                <a:lnTo>
                  <a:pt x="1021" y="160"/>
                </a:lnTo>
                <a:lnTo>
                  <a:pt x="1021" y="161"/>
                </a:lnTo>
                <a:lnTo>
                  <a:pt x="1022" y="161"/>
                </a:lnTo>
                <a:lnTo>
                  <a:pt x="1023" y="161"/>
                </a:lnTo>
                <a:lnTo>
                  <a:pt x="1024" y="161"/>
                </a:lnTo>
                <a:lnTo>
                  <a:pt x="1024" y="162"/>
                </a:lnTo>
                <a:lnTo>
                  <a:pt x="1025" y="161"/>
                </a:lnTo>
                <a:lnTo>
                  <a:pt x="1026" y="161"/>
                </a:lnTo>
                <a:lnTo>
                  <a:pt x="1026" y="160"/>
                </a:lnTo>
                <a:lnTo>
                  <a:pt x="1026" y="161"/>
                </a:lnTo>
                <a:lnTo>
                  <a:pt x="1027" y="160"/>
                </a:lnTo>
                <a:lnTo>
                  <a:pt x="1028" y="160"/>
                </a:lnTo>
                <a:lnTo>
                  <a:pt x="1029" y="161"/>
                </a:lnTo>
                <a:lnTo>
                  <a:pt x="1030" y="161"/>
                </a:lnTo>
                <a:lnTo>
                  <a:pt x="1030" y="162"/>
                </a:lnTo>
                <a:lnTo>
                  <a:pt x="1031" y="162"/>
                </a:lnTo>
                <a:lnTo>
                  <a:pt x="1030" y="162"/>
                </a:lnTo>
                <a:lnTo>
                  <a:pt x="1030" y="163"/>
                </a:lnTo>
                <a:lnTo>
                  <a:pt x="1031" y="164"/>
                </a:lnTo>
                <a:lnTo>
                  <a:pt x="1030" y="164"/>
                </a:lnTo>
                <a:lnTo>
                  <a:pt x="1030" y="165"/>
                </a:lnTo>
                <a:lnTo>
                  <a:pt x="1031" y="165"/>
                </a:lnTo>
                <a:lnTo>
                  <a:pt x="1032" y="166"/>
                </a:lnTo>
                <a:lnTo>
                  <a:pt x="1033" y="166"/>
                </a:lnTo>
                <a:lnTo>
                  <a:pt x="1033" y="167"/>
                </a:lnTo>
                <a:lnTo>
                  <a:pt x="1033" y="168"/>
                </a:lnTo>
                <a:lnTo>
                  <a:pt x="1033" y="169"/>
                </a:lnTo>
                <a:lnTo>
                  <a:pt x="1033" y="170"/>
                </a:lnTo>
                <a:lnTo>
                  <a:pt x="1034" y="170"/>
                </a:lnTo>
                <a:lnTo>
                  <a:pt x="1035" y="171"/>
                </a:lnTo>
                <a:lnTo>
                  <a:pt x="1034" y="171"/>
                </a:lnTo>
                <a:lnTo>
                  <a:pt x="1034" y="172"/>
                </a:lnTo>
                <a:lnTo>
                  <a:pt x="1033" y="172"/>
                </a:lnTo>
                <a:lnTo>
                  <a:pt x="1032" y="172"/>
                </a:lnTo>
                <a:lnTo>
                  <a:pt x="1031" y="172"/>
                </a:lnTo>
                <a:lnTo>
                  <a:pt x="1031" y="173"/>
                </a:lnTo>
                <a:lnTo>
                  <a:pt x="1032" y="174"/>
                </a:lnTo>
                <a:lnTo>
                  <a:pt x="1031" y="174"/>
                </a:lnTo>
                <a:lnTo>
                  <a:pt x="1031" y="175"/>
                </a:lnTo>
                <a:lnTo>
                  <a:pt x="1030" y="175"/>
                </a:lnTo>
                <a:lnTo>
                  <a:pt x="1029" y="176"/>
                </a:lnTo>
                <a:lnTo>
                  <a:pt x="1029" y="177"/>
                </a:lnTo>
                <a:lnTo>
                  <a:pt x="1029" y="178"/>
                </a:lnTo>
                <a:lnTo>
                  <a:pt x="1028" y="178"/>
                </a:lnTo>
                <a:lnTo>
                  <a:pt x="1027" y="178"/>
                </a:lnTo>
                <a:lnTo>
                  <a:pt x="1026" y="177"/>
                </a:lnTo>
                <a:lnTo>
                  <a:pt x="1026" y="178"/>
                </a:lnTo>
                <a:lnTo>
                  <a:pt x="1025" y="179"/>
                </a:lnTo>
                <a:lnTo>
                  <a:pt x="1024" y="179"/>
                </a:lnTo>
                <a:lnTo>
                  <a:pt x="1023" y="179"/>
                </a:lnTo>
                <a:lnTo>
                  <a:pt x="1023" y="180"/>
                </a:lnTo>
                <a:lnTo>
                  <a:pt x="1022" y="180"/>
                </a:lnTo>
                <a:lnTo>
                  <a:pt x="1023" y="181"/>
                </a:lnTo>
                <a:lnTo>
                  <a:pt x="1022" y="181"/>
                </a:lnTo>
                <a:lnTo>
                  <a:pt x="1022" y="182"/>
                </a:lnTo>
                <a:lnTo>
                  <a:pt x="1022" y="183"/>
                </a:lnTo>
                <a:lnTo>
                  <a:pt x="1023" y="183"/>
                </a:lnTo>
                <a:lnTo>
                  <a:pt x="1023" y="184"/>
                </a:lnTo>
                <a:lnTo>
                  <a:pt x="1023" y="185"/>
                </a:lnTo>
                <a:lnTo>
                  <a:pt x="1023" y="186"/>
                </a:lnTo>
                <a:lnTo>
                  <a:pt x="1022" y="186"/>
                </a:lnTo>
                <a:lnTo>
                  <a:pt x="1022" y="187"/>
                </a:lnTo>
                <a:lnTo>
                  <a:pt x="1023" y="187"/>
                </a:lnTo>
                <a:lnTo>
                  <a:pt x="1023" y="188"/>
                </a:lnTo>
                <a:lnTo>
                  <a:pt x="1024" y="188"/>
                </a:lnTo>
                <a:lnTo>
                  <a:pt x="1025" y="188"/>
                </a:lnTo>
                <a:lnTo>
                  <a:pt x="1025" y="189"/>
                </a:lnTo>
                <a:lnTo>
                  <a:pt x="1027" y="189"/>
                </a:lnTo>
                <a:lnTo>
                  <a:pt x="1027" y="188"/>
                </a:lnTo>
                <a:lnTo>
                  <a:pt x="1028" y="189"/>
                </a:lnTo>
                <a:lnTo>
                  <a:pt x="1028" y="190"/>
                </a:lnTo>
                <a:lnTo>
                  <a:pt x="1029" y="190"/>
                </a:lnTo>
                <a:lnTo>
                  <a:pt x="1029" y="191"/>
                </a:lnTo>
                <a:lnTo>
                  <a:pt x="1028" y="191"/>
                </a:lnTo>
                <a:lnTo>
                  <a:pt x="1028" y="192"/>
                </a:lnTo>
                <a:lnTo>
                  <a:pt x="1028" y="193"/>
                </a:lnTo>
                <a:lnTo>
                  <a:pt x="1027" y="193"/>
                </a:lnTo>
                <a:lnTo>
                  <a:pt x="1027" y="194"/>
                </a:lnTo>
                <a:lnTo>
                  <a:pt x="1027" y="195"/>
                </a:lnTo>
                <a:lnTo>
                  <a:pt x="1027" y="196"/>
                </a:lnTo>
                <a:lnTo>
                  <a:pt x="1028" y="196"/>
                </a:lnTo>
                <a:lnTo>
                  <a:pt x="1029" y="197"/>
                </a:lnTo>
                <a:lnTo>
                  <a:pt x="1030" y="197"/>
                </a:lnTo>
                <a:lnTo>
                  <a:pt x="1030" y="198"/>
                </a:lnTo>
                <a:lnTo>
                  <a:pt x="1030" y="199"/>
                </a:lnTo>
                <a:lnTo>
                  <a:pt x="1030" y="200"/>
                </a:lnTo>
                <a:lnTo>
                  <a:pt x="1030" y="201"/>
                </a:lnTo>
                <a:lnTo>
                  <a:pt x="1031" y="201"/>
                </a:lnTo>
                <a:lnTo>
                  <a:pt x="1030" y="202"/>
                </a:lnTo>
                <a:lnTo>
                  <a:pt x="1030" y="203"/>
                </a:lnTo>
                <a:lnTo>
                  <a:pt x="1030" y="204"/>
                </a:lnTo>
                <a:lnTo>
                  <a:pt x="1030" y="205"/>
                </a:lnTo>
                <a:lnTo>
                  <a:pt x="1030" y="206"/>
                </a:lnTo>
                <a:lnTo>
                  <a:pt x="1030" y="207"/>
                </a:lnTo>
                <a:lnTo>
                  <a:pt x="1031" y="207"/>
                </a:lnTo>
                <a:lnTo>
                  <a:pt x="1031" y="208"/>
                </a:lnTo>
                <a:lnTo>
                  <a:pt x="1031" y="209"/>
                </a:lnTo>
                <a:lnTo>
                  <a:pt x="1031" y="210"/>
                </a:lnTo>
                <a:lnTo>
                  <a:pt x="1031" y="211"/>
                </a:lnTo>
                <a:lnTo>
                  <a:pt x="1030" y="211"/>
                </a:lnTo>
                <a:lnTo>
                  <a:pt x="1030" y="212"/>
                </a:lnTo>
                <a:lnTo>
                  <a:pt x="1029" y="213"/>
                </a:lnTo>
                <a:lnTo>
                  <a:pt x="1029" y="214"/>
                </a:lnTo>
                <a:lnTo>
                  <a:pt x="1030" y="215"/>
                </a:lnTo>
                <a:lnTo>
                  <a:pt x="1031" y="215"/>
                </a:lnTo>
                <a:lnTo>
                  <a:pt x="1031" y="216"/>
                </a:lnTo>
                <a:lnTo>
                  <a:pt x="1031" y="217"/>
                </a:lnTo>
                <a:lnTo>
                  <a:pt x="1032" y="217"/>
                </a:lnTo>
                <a:lnTo>
                  <a:pt x="1032" y="218"/>
                </a:lnTo>
                <a:lnTo>
                  <a:pt x="1033" y="218"/>
                </a:lnTo>
                <a:lnTo>
                  <a:pt x="1033" y="217"/>
                </a:lnTo>
                <a:lnTo>
                  <a:pt x="1034" y="217"/>
                </a:lnTo>
                <a:lnTo>
                  <a:pt x="1034" y="218"/>
                </a:lnTo>
                <a:lnTo>
                  <a:pt x="1035" y="218"/>
                </a:lnTo>
                <a:lnTo>
                  <a:pt x="1034" y="218"/>
                </a:lnTo>
                <a:lnTo>
                  <a:pt x="1034" y="219"/>
                </a:lnTo>
                <a:lnTo>
                  <a:pt x="1035" y="219"/>
                </a:lnTo>
                <a:lnTo>
                  <a:pt x="1035" y="220"/>
                </a:lnTo>
                <a:lnTo>
                  <a:pt x="1035" y="221"/>
                </a:lnTo>
                <a:lnTo>
                  <a:pt x="1034" y="221"/>
                </a:lnTo>
                <a:lnTo>
                  <a:pt x="1034" y="222"/>
                </a:lnTo>
                <a:lnTo>
                  <a:pt x="1033" y="222"/>
                </a:lnTo>
                <a:lnTo>
                  <a:pt x="1033" y="223"/>
                </a:lnTo>
                <a:lnTo>
                  <a:pt x="1032" y="223"/>
                </a:lnTo>
                <a:lnTo>
                  <a:pt x="1031" y="224"/>
                </a:lnTo>
                <a:lnTo>
                  <a:pt x="1031" y="225"/>
                </a:lnTo>
                <a:lnTo>
                  <a:pt x="1031" y="226"/>
                </a:lnTo>
                <a:lnTo>
                  <a:pt x="1032" y="226"/>
                </a:lnTo>
                <a:lnTo>
                  <a:pt x="1032" y="227"/>
                </a:lnTo>
                <a:lnTo>
                  <a:pt x="1032" y="228"/>
                </a:lnTo>
                <a:lnTo>
                  <a:pt x="1032" y="229"/>
                </a:lnTo>
                <a:lnTo>
                  <a:pt x="1032" y="230"/>
                </a:lnTo>
                <a:lnTo>
                  <a:pt x="1031" y="231"/>
                </a:lnTo>
                <a:lnTo>
                  <a:pt x="1031" y="232"/>
                </a:lnTo>
                <a:lnTo>
                  <a:pt x="1031" y="233"/>
                </a:lnTo>
                <a:lnTo>
                  <a:pt x="1030" y="234"/>
                </a:lnTo>
                <a:lnTo>
                  <a:pt x="1029" y="235"/>
                </a:lnTo>
                <a:lnTo>
                  <a:pt x="1030" y="235"/>
                </a:lnTo>
                <a:lnTo>
                  <a:pt x="1030" y="236"/>
                </a:lnTo>
                <a:lnTo>
                  <a:pt x="1030" y="237"/>
                </a:lnTo>
                <a:lnTo>
                  <a:pt x="1029" y="238"/>
                </a:lnTo>
                <a:lnTo>
                  <a:pt x="1028" y="238"/>
                </a:lnTo>
                <a:lnTo>
                  <a:pt x="1028" y="239"/>
                </a:lnTo>
                <a:lnTo>
                  <a:pt x="1027" y="239"/>
                </a:lnTo>
                <a:lnTo>
                  <a:pt x="1026" y="239"/>
                </a:lnTo>
                <a:lnTo>
                  <a:pt x="1025" y="239"/>
                </a:lnTo>
                <a:lnTo>
                  <a:pt x="1025" y="240"/>
                </a:lnTo>
                <a:lnTo>
                  <a:pt x="1025" y="241"/>
                </a:lnTo>
                <a:lnTo>
                  <a:pt x="1025" y="242"/>
                </a:lnTo>
                <a:lnTo>
                  <a:pt x="1024" y="241"/>
                </a:lnTo>
                <a:lnTo>
                  <a:pt x="1022" y="241"/>
                </a:lnTo>
                <a:lnTo>
                  <a:pt x="1021" y="241"/>
                </a:lnTo>
                <a:lnTo>
                  <a:pt x="1020" y="241"/>
                </a:lnTo>
                <a:lnTo>
                  <a:pt x="1019" y="241"/>
                </a:lnTo>
                <a:lnTo>
                  <a:pt x="1019" y="242"/>
                </a:lnTo>
                <a:lnTo>
                  <a:pt x="1018" y="243"/>
                </a:lnTo>
                <a:lnTo>
                  <a:pt x="1018" y="244"/>
                </a:lnTo>
                <a:lnTo>
                  <a:pt x="1017" y="244"/>
                </a:lnTo>
                <a:lnTo>
                  <a:pt x="1016" y="244"/>
                </a:lnTo>
                <a:lnTo>
                  <a:pt x="1016" y="245"/>
                </a:lnTo>
                <a:lnTo>
                  <a:pt x="1015" y="246"/>
                </a:lnTo>
                <a:lnTo>
                  <a:pt x="1016" y="246"/>
                </a:lnTo>
                <a:lnTo>
                  <a:pt x="1016" y="248"/>
                </a:lnTo>
                <a:lnTo>
                  <a:pt x="1015" y="249"/>
                </a:lnTo>
                <a:lnTo>
                  <a:pt x="1014" y="249"/>
                </a:lnTo>
                <a:lnTo>
                  <a:pt x="1014" y="250"/>
                </a:lnTo>
                <a:lnTo>
                  <a:pt x="1015" y="250"/>
                </a:lnTo>
                <a:lnTo>
                  <a:pt x="1016" y="250"/>
                </a:lnTo>
                <a:lnTo>
                  <a:pt x="1016" y="251"/>
                </a:lnTo>
                <a:lnTo>
                  <a:pt x="1015" y="251"/>
                </a:lnTo>
                <a:lnTo>
                  <a:pt x="1016" y="251"/>
                </a:lnTo>
                <a:lnTo>
                  <a:pt x="1016" y="252"/>
                </a:lnTo>
                <a:lnTo>
                  <a:pt x="1017" y="252"/>
                </a:lnTo>
                <a:lnTo>
                  <a:pt x="1017" y="253"/>
                </a:lnTo>
                <a:lnTo>
                  <a:pt x="1017" y="254"/>
                </a:lnTo>
                <a:lnTo>
                  <a:pt x="1018" y="254"/>
                </a:lnTo>
                <a:lnTo>
                  <a:pt x="1018" y="255"/>
                </a:lnTo>
                <a:lnTo>
                  <a:pt x="1018" y="256"/>
                </a:lnTo>
                <a:lnTo>
                  <a:pt x="1019" y="257"/>
                </a:lnTo>
                <a:lnTo>
                  <a:pt x="1019" y="258"/>
                </a:lnTo>
                <a:lnTo>
                  <a:pt x="1020" y="258"/>
                </a:lnTo>
                <a:lnTo>
                  <a:pt x="1020" y="259"/>
                </a:lnTo>
                <a:lnTo>
                  <a:pt x="1021" y="259"/>
                </a:lnTo>
                <a:lnTo>
                  <a:pt x="1022" y="260"/>
                </a:lnTo>
                <a:lnTo>
                  <a:pt x="1022" y="261"/>
                </a:lnTo>
                <a:lnTo>
                  <a:pt x="1022" y="262"/>
                </a:lnTo>
                <a:lnTo>
                  <a:pt x="1023" y="262"/>
                </a:lnTo>
                <a:lnTo>
                  <a:pt x="1024" y="263"/>
                </a:lnTo>
                <a:lnTo>
                  <a:pt x="1025" y="263"/>
                </a:lnTo>
                <a:lnTo>
                  <a:pt x="1026" y="263"/>
                </a:lnTo>
                <a:lnTo>
                  <a:pt x="1026" y="264"/>
                </a:lnTo>
                <a:lnTo>
                  <a:pt x="1025" y="264"/>
                </a:lnTo>
                <a:lnTo>
                  <a:pt x="1025" y="265"/>
                </a:lnTo>
                <a:lnTo>
                  <a:pt x="1026" y="265"/>
                </a:lnTo>
                <a:lnTo>
                  <a:pt x="1027" y="266"/>
                </a:lnTo>
                <a:lnTo>
                  <a:pt x="1027" y="267"/>
                </a:lnTo>
                <a:lnTo>
                  <a:pt x="1028" y="267"/>
                </a:lnTo>
                <a:lnTo>
                  <a:pt x="1028" y="268"/>
                </a:lnTo>
                <a:lnTo>
                  <a:pt x="1029" y="268"/>
                </a:lnTo>
                <a:lnTo>
                  <a:pt x="1030" y="268"/>
                </a:lnTo>
                <a:lnTo>
                  <a:pt x="1031" y="268"/>
                </a:lnTo>
                <a:lnTo>
                  <a:pt x="1032" y="268"/>
                </a:lnTo>
                <a:lnTo>
                  <a:pt x="1032" y="267"/>
                </a:lnTo>
                <a:lnTo>
                  <a:pt x="1032" y="268"/>
                </a:lnTo>
                <a:lnTo>
                  <a:pt x="1033" y="268"/>
                </a:lnTo>
                <a:lnTo>
                  <a:pt x="1034" y="269"/>
                </a:lnTo>
                <a:lnTo>
                  <a:pt x="1034" y="270"/>
                </a:lnTo>
                <a:lnTo>
                  <a:pt x="1035" y="270"/>
                </a:lnTo>
                <a:lnTo>
                  <a:pt x="1035" y="271"/>
                </a:lnTo>
                <a:lnTo>
                  <a:pt x="1036" y="272"/>
                </a:lnTo>
                <a:lnTo>
                  <a:pt x="1037" y="272"/>
                </a:lnTo>
                <a:lnTo>
                  <a:pt x="1038" y="273"/>
                </a:lnTo>
                <a:lnTo>
                  <a:pt x="1038" y="274"/>
                </a:lnTo>
                <a:lnTo>
                  <a:pt x="1039" y="274"/>
                </a:lnTo>
                <a:lnTo>
                  <a:pt x="1040" y="274"/>
                </a:lnTo>
                <a:lnTo>
                  <a:pt x="1041" y="274"/>
                </a:lnTo>
                <a:lnTo>
                  <a:pt x="1042" y="274"/>
                </a:lnTo>
                <a:lnTo>
                  <a:pt x="1041" y="274"/>
                </a:lnTo>
                <a:lnTo>
                  <a:pt x="1041" y="275"/>
                </a:lnTo>
                <a:lnTo>
                  <a:pt x="1040" y="276"/>
                </a:lnTo>
                <a:lnTo>
                  <a:pt x="1040" y="277"/>
                </a:lnTo>
                <a:lnTo>
                  <a:pt x="1039" y="278"/>
                </a:lnTo>
                <a:lnTo>
                  <a:pt x="1038" y="279"/>
                </a:lnTo>
                <a:lnTo>
                  <a:pt x="1038" y="280"/>
                </a:lnTo>
                <a:lnTo>
                  <a:pt x="1038" y="281"/>
                </a:lnTo>
                <a:lnTo>
                  <a:pt x="1039" y="281"/>
                </a:lnTo>
                <a:lnTo>
                  <a:pt x="1040" y="281"/>
                </a:lnTo>
                <a:lnTo>
                  <a:pt x="1041" y="281"/>
                </a:lnTo>
                <a:lnTo>
                  <a:pt x="1042" y="281"/>
                </a:lnTo>
                <a:lnTo>
                  <a:pt x="1043" y="281"/>
                </a:lnTo>
                <a:lnTo>
                  <a:pt x="1044" y="282"/>
                </a:lnTo>
                <a:lnTo>
                  <a:pt x="1045" y="282"/>
                </a:lnTo>
                <a:lnTo>
                  <a:pt x="1045" y="283"/>
                </a:lnTo>
                <a:lnTo>
                  <a:pt x="1045" y="284"/>
                </a:lnTo>
                <a:lnTo>
                  <a:pt x="1046" y="284"/>
                </a:lnTo>
                <a:lnTo>
                  <a:pt x="1046" y="285"/>
                </a:lnTo>
                <a:lnTo>
                  <a:pt x="1047" y="285"/>
                </a:lnTo>
                <a:lnTo>
                  <a:pt x="1048" y="286"/>
                </a:lnTo>
                <a:lnTo>
                  <a:pt x="1047" y="286"/>
                </a:lnTo>
                <a:lnTo>
                  <a:pt x="1047" y="287"/>
                </a:lnTo>
                <a:lnTo>
                  <a:pt x="1046" y="288"/>
                </a:lnTo>
                <a:lnTo>
                  <a:pt x="1047" y="289"/>
                </a:lnTo>
                <a:lnTo>
                  <a:pt x="1047" y="290"/>
                </a:lnTo>
                <a:lnTo>
                  <a:pt x="1046" y="291"/>
                </a:lnTo>
                <a:lnTo>
                  <a:pt x="1046" y="292"/>
                </a:lnTo>
                <a:lnTo>
                  <a:pt x="1046" y="293"/>
                </a:lnTo>
                <a:lnTo>
                  <a:pt x="1045" y="293"/>
                </a:lnTo>
                <a:lnTo>
                  <a:pt x="1045" y="294"/>
                </a:lnTo>
                <a:lnTo>
                  <a:pt x="1046" y="294"/>
                </a:lnTo>
                <a:lnTo>
                  <a:pt x="1046" y="295"/>
                </a:lnTo>
                <a:lnTo>
                  <a:pt x="1046" y="296"/>
                </a:lnTo>
                <a:lnTo>
                  <a:pt x="1046" y="297"/>
                </a:lnTo>
                <a:lnTo>
                  <a:pt x="1047" y="297"/>
                </a:lnTo>
                <a:lnTo>
                  <a:pt x="1047" y="298"/>
                </a:lnTo>
                <a:lnTo>
                  <a:pt x="1047" y="299"/>
                </a:lnTo>
                <a:lnTo>
                  <a:pt x="1048" y="299"/>
                </a:lnTo>
                <a:lnTo>
                  <a:pt x="1048" y="300"/>
                </a:lnTo>
                <a:lnTo>
                  <a:pt x="1049" y="300"/>
                </a:lnTo>
                <a:lnTo>
                  <a:pt x="1050" y="300"/>
                </a:lnTo>
                <a:lnTo>
                  <a:pt x="1050" y="301"/>
                </a:lnTo>
                <a:lnTo>
                  <a:pt x="1051" y="301"/>
                </a:lnTo>
                <a:lnTo>
                  <a:pt x="1052" y="301"/>
                </a:lnTo>
                <a:lnTo>
                  <a:pt x="1052" y="302"/>
                </a:lnTo>
                <a:lnTo>
                  <a:pt x="1053" y="302"/>
                </a:lnTo>
                <a:lnTo>
                  <a:pt x="1054" y="302"/>
                </a:lnTo>
                <a:lnTo>
                  <a:pt x="1054" y="303"/>
                </a:lnTo>
                <a:lnTo>
                  <a:pt x="1055" y="304"/>
                </a:lnTo>
                <a:lnTo>
                  <a:pt x="1055" y="305"/>
                </a:lnTo>
                <a:lnTo>
                  <a:pt x="1055" y="306"/>
                </a:lnTo>
                <a:lnTo>
                  <a:pt x="1055" y="307"/>
                </a:lnTo>
                <a:lnTo>
                  <a:pt x="1055" y="308"/>
                </a:lnTo>
                <a:lnTo>
                  <a:pt x="1055" y="309"/>
                </a:lnTo>
                <a:lnTo>
                  <a:pt x="1056" y="309"/>
                </a:lnTo>
                <a:lnTo>
                  <a:pt x="1057" y="309"/>
                </a:lnTo>
                <a:lnTo>
                  <a:pt x="1058" y="309"/>
                </a:lnTo>
                <a:lnTo>
                  <a:pt x="1058" y="310"/>
                </a:lnTo>
                <a:lnTo>
                  <a:pt x="1059" y="310"/>
                </a:lnTo>
                <a:lnTo>
                  <a:pt x="1060" y="310"/>
                </a:lnTo>
                <a:lnTo>
                  <a:pt x="1061" y="310"/>
                </a:lnTo>
                <a:lnTo>
                  <a:pt x="1062" y="311"/>
                </a:lnTo>
                <a:lnTo>
                  <a:pt x="1063" y="311"/>
                </a:lnTo>
                <a:lnTo>
                  <a:pt x="1064" y="311"/>
                </a:lnTo>
                <a:lnTo>
                  <a:pt x="1064" y="312"/>
                </a:lnTo>
                <a:lnTo>
                  <a:pt x="1066" y="312"/>
                </a:lnTo>
                <a:lnTo>
                  <a:pt x="1066" y="311"/>
                </a:lnTo>
                <a:lnTo>
                  <a:pt x="1067" y="311"/>
                </a:lnTo>
                <a:lnTo>
                  <a:pt x="1067" y="312"/>
                </a:lnTo>
                <a:lnTo>
                  <a:pt x="1068" y="312"/>
                </a:lnTo>
                <a:lnTo>
                  <a:pt x="1068" y="313"/>
                </a:lnTo>
                <a:lnTo>
                  <a:pt x="1069" y="313"/>
                </a:lnTo>
                <a:lnTo>
                  <a:pt x="1070" y="314"/>
                </a:lnTo>
                <a:lnTo>
                  <a:pt x="1070" y="315"/>
                </a:lnTo>
                <a:lnTo>
                  <a:pt x="1071" y="315"/>
                </a:lnTo>
                <a:lnTo>
                  <a:pt x="1071" y="316"/>
                </a:lnTo>
                <a:lnTo>
                  <a:pt x="1072" y="317"/>
                </a:lnTo>
                <a:lnTo>
                  <a:pt x="1072" y="318"/>
                </a:lnTo>
                <a:lnTo>
                  <a:pt x="1073" y="318"/>
                </a:lnTo>
                <a:lnTo>
                  <a:pt x="1073" y="319"/>
                </a:lnTo>
                <a:lnTo>
                  <a:pt x="1074" y="320"/>
                </a:lnTo>
                <a:lnTo>
                  <a:pt x="1074" y="321"/>
                </a:lnTo>
                <a:lnTo>
                  <a:pt x="1075" y="321"/>
                </a:lnTo>
                <a:lnTo>
                  <a:pt x="1075" y="322"/>
                </a:lnTo>
                <a:lnTo>
                  <a:pt x="1075" y="323"/>
                </a:lnTo>
                <a:lnTo>
                  <a:pt x="1076" y="323"/>
                </a:lnTo>
                <a:lnTo>
                  <a:pt x="1076" y="324"/>
                </a:lnTo>
                <a:lnTo>
                  <a:pt x="1076" y="325"/>
                </a:lnTo>
                <a:lnTo>
                  <a:pt x="1077" y="326"/>
                </a:lnTo>
                <a:lnTo>
                  <a:pt x="1078" y="326"/>
                </a:lnTo>
                <a:lnTo>
                  <a:pt x="1078" y="327"/>
                </a:lnTo>
                <a:lnTo>
                  <a:pt x="1079" y="327"/>
                </a:lnTo>
                <a:lnTo>
                  <a:pt x="1079" y="328"/>
                </a:lnTo>
                <a:lnTo>
                  <a:pt x="1080" y="328"/>
                </a:lnTo>
                <a:lnTo>
                  <a:pt x="1081" y="328"/>
                </a:lnTo>
                <a:lnTo>
                  <a:pt x="1081" y="329"/>
                </a:lnTo>
                <a:lnTo>
                  <a:pt x="1082" y="329"/>
                </a:lnTo>
                <a:lnTo>
                  <a:pt x="1082" y="330"/>
                </a:lnTo>
                <a:lnTo>
                  <a:pt x="1084" y="330"/>
                </a:lnTo>
                <a:lnTo>
                  <a:pt x="1085" y="330"/>
                </a:lnTo>
                <a:lnTo>
                  <a:pt x="1087" y="329"/>
                </a:lnTo>
                <a:lnTo>
                  <a:pt x="1088" y="329"/>
                </a:lnTo>
                <a:lnTo>
                  <a:pt x="1089" y="329"/>
                </a:lnTo>
                <a:lnTo>
                  <a:pt x="1090" y="329"/>
                </a:lnTo>
                <a:lnTo>
                  <a:pt x="1091" y="329"/>
                </a:lnTo>
                <a:lnTo>
                  <a:pt x="1091" y="330"/>
                </a:lnTo>
                <a:lnTo>
                  <a:pt x="1092" y="330"/>
                </a:lnTo>
                <a:lnTo>
                  <a:pt x="1092" y="331"/>
                </a:lnTo>
                <a:lnTo>
                  <a:pt x="1093" y="331"/>
                </a:lnTo>
                <a:lnTo>
                  <a:pt x="1094" y="331"/>
                </a:lnTo>
                <a:lnTo>
                  <a:pt x="1094" y="332"/>
                </a:lnTo>
                <a:lnTo>
                  <a:pt x="1095" y="332"/>
                </a:lnTo>
                <a:lnTo>
                  <a:pt x="1096" y="332"/>
                </a:lnTo>
                <a:lnTo>
                  <a:pt x="1097" y="332"/>
                </a:lnTo>
                <a:lnTo>
                  <a:pt x="1097" y="333"/>
                </a:lnTo>
                <a:lnTo>
                  <a:pt x="1098" y="333"/>
                </a:lnTo>
                <a:lnTo>
                  <a:pt x="1098" y="334"/>
                </a:lnTo>
                <a:lnTo>
                  <a:pt x="1099" y="334"/>
                </a:lnTo>
                <a:lnTo>
                  <a:pt x="1099" y="335"/>
                </a:lnTo>
                <a:lnTo>
                  <a:pt x="1100" y="335"/>
                </a:lnTo>
                <a:lnTo>
                  <a:pt x="1101" y="336"/>
                </a:lnTo>
                <a:lnTo>
                  <a:pt x="1102" y="336"/>
                </a:lnTo>
                <a:lnTo>
                  <a:pt x="1102" y="337"/>
                </a:lnTo>
                <a:lnTo>
                  <a:pt x="1103" y="337"/>
                </a:lnTo>
                <a:lnTo>
                  <a:pt x="1103" y="338"/>
                </a:lnTo>
                <a:lnTo>
                  <a:pt x="1104" y="338"/>
                </a:lnTo>
                <a:lnTo>
                  <a:pt x="1105" y="339"/>
                </a:lnTo>
                <a:lnTo>
                  <a:pt x="1106" y="339"/>
                </a:lnTo>
                <a:lnTo>
                  <a:pt x="1106" y="340"/>
                </a:lnTo>
                <a:lnTo>
                  <a:pt x="1109" y="341"/>
                </a:lnTo>
                <a:lnTo>
                  <a:pt x="1110" y="342"/>
                </a:lnTo>
                <a:lnTo>
                  <a:pt x="1111" y="342"/>
                </a:lnTo>
                <a:lnTo>
                  <a:pt x="1112" y="342"/>
                </a:lnTo>
                <a:lnTo>
                  <a:pt x="1113" y="342"/>
                </a:lnTo>
                <a:lnTo>
                  <a:pt x="1114" y="342"/>
                </a:lnTo>
                <a:lnTo>
                  <a:pt x="1115" y="342"/>
                </a:lnTo>
                <a:lnTo>
                  <a:pt x="1116" y="342"/>
                </a:lnTo>
                <a:lnTo>
                  <a:pt x="1116" y="343"/>
                </a:lnTo>
                <a:lnTo>
                  <a:pt x="1117" y="344"/>
                </a:lnTo>
                <a:lnTo>
                  <a:pt x="1118" y="344"/>
                </a:lnTo>
                <a:lnTo>
                  <a:pt x="1119" y="344"/>
                </a:lnTo>
                <a:lnTo>
                  <a:pt x="1119" y="345"/>
                </a:lnTo>
                <a:lnTo>
                  <a:pt x="1120" y="345"/>
                </a:lnTo>
                <a:lnTo>
                  <a:pt x="1120" y="344"/>
                </a:lnTo>
                <a:lnTo>
                  <a:pt x="1121" y="344"/>
                </a:lnTo>
                <a:lnTo>
                  <a:pt x="1122" y="344"/>
                </a:lnTo>
                <a:lnTo>
                  <a:pt x="1122" y="345"/>
                </a:lnTo>
                <a:lnTo>
                  <a:pt x="1123" y="345"/>
                </a:lnTo>
                <a:lnTo>
                  <a:pt x="1124" y="345"/>
                </a:lnTo>
                <a:lnTo>
                  <a:pt x="1124" y="344"/>
                </a:lnTo>
                <a:lnTo>
                  <a:pt x="1125" y="344"/>
                </a:lnTo>
                <a:lnTo>
                  <a:pt x="1126" y="344"/>
                </a:lnTo>
                <a:lnTo>
                  <a:pt x="1127" y="345"/>
                </a:lnTo>
                <a:lnTo>
                  <a:pt x="1127" y="346"/>
                </a:lnTo>
                <a:lnTo>
                  <a:pt x="1127" y="347"/>
                </a:lnTo>
                <a:lnTo>
                  <a:pt x="1128" y="347"/>
                </a:lnTo>
                <a:lnTo>
                  <a:pt x="1129" y="347"/>
                </a:lnTo>
                <a:lnTo>
                  <a:pt x="1129" y="346"/>
                </a:lnTo>
                <a:lnTo>
                  <a:pt x="1129" y="345"/>
                </a:lnTo>
                <a:lnTo>
                  <a:pt x="1130" y="345"/>
                </a:lnTo>
                <a:lnTo>
                  <a:pt x="1130" y="344"/>
                </a:lnTo>
                <a:lnTo>
                  <a:pt x="1131" y="344"/>
                </a:lnTo>
                <a:lnTo>
                  <a:pt x="1132" y="344"/>
                </a:lnTo>
                <a:lnTo>
                  <a:pt x="1132" y="345"/>
                </a:lnTo>
                <a:lnTo>
                  <a:pt x="1132" y="344"/>
                </a:lnTo>
                <a:lnTo>
                  <a:pt x="1133" y="344"/>
                </a:lnTo>
                <a:lnTo>
                  <a:pt x="1134" y="344"/>
                </a:lnTo>
                <a:lnTo>
                  <a:pt x="1135" y="344"/>
                </a:lnTo>
                <a:lnTo>
                  <a:pt x="1136" y="344"/>
                </a:lnTo>
                <a:lnTo>
                  <a:pt x="1137" y="344"/>
                </a:lnTo>
                <a:lnTo>
                  <a:pt x="1138" y="344"/>
                </a:lnTo>
                <a:lnTo>
                  <a:pt x="1139" y="345"/>
                </a:lnTo>
                <a:lnTo>
                  <a:pt x="1140" y="345"/>
                </a:lnTo>
                <a:lnTo>
                  <a:pt x="1140" y="346"/>
                </a:lnTo>
                <a:lnTo>
                  <a:pt x="1141" y="346"/>
                </a:lnTo>
                <a:lnTo>
                  <a:pt x="1142" y="346"/>
                </a:lnTo>
                <a:lnTo>
                  <a:pt x="1142" y="345"/>
                </a:lnTo>
                <a:lnTo>
                  <a:pt x="1143" y="345"/>
                </a:lnTo>
                <a:lnTo>
                  <a:pt x="1144" y="345"/>
                </a:lnTo>
                <a:lnTo>
                  <a:pt x="1144" y="346"/>
                </a:lnTo>
                <a:lnTo>
                  <a:pt x="1145" y="346"/>
                </a:lnTo>
                <a:lnTo>
                  <a:pt x="1145" y="347"/>
                </a:lnTo>
                <a:lnTo>
                  <a:pt x="1146" y="347"/>
                </a:lnTo>
                <a:lnTo>
                  <a:pt x="1147" y="347"/>
                </a:lnTo>
                <a:lnTo>
                  <a:pt x="1148" y="348"/>
                </a:lnTo>
                <a:lnTo>
                  <a:pt x="1149" y="348"/>
                </a:lnTo>
                <a:lnTo>
                  <a:pt x="1149" y="349"/>
                </a:lnTo>
                <a:lnTo>
                  <a:pt x="1150" y="349"/>
                </a:lnTo>
                <a:lnTo>
                  <a:pt x="1150" y="348"/>
                </a:lnTo>
                <a:lnTo>
                  <a:pt x="1150" y="347"/>
                </a:lnTo>
                <a:lnTo>
                  <a:pt x="1151" y="347"/>
                </a:lnTo>
                <a:lnTo>
                  <a:pt x="1151" y="346"/>
                </a:lnTo>
                <a:lnTo>
                  <a:pt x="1151" y="345"/>
                </a:lnTo>
                <a:lnTo>
                  <a:pt x="1152" y="345"/>
                </a:lnTo>
                <a:lnTo>
                  <a:pt x="1153" y="345"/>
                </a:lnTo>
                <a:lnTo>
                  <a:pt x="1154" y="345"/>
                </a:lnTo>
                <a:lnTo>
                  <a:pt x="1155" y="345"/>
                </a:lnTo>
                <a:lnTo>
                  <a:pt x="1155" y="344"/>
                </a:lnTo>
                <a:lnTo>
                  <a:pt x="1155" y="343"/>
                </a:lnTo>
                <a:lnTo>
                  <a:pt x="1156" y="343"/>
                </a:lnTo>
                <a:lnTo>
                  <a:pt x="1157" y="343"/>
                </a:lnTo>
                <a:lnTo>
                  <a:pt x="1157" y="342"/>
                </a:lnTo>
                <a:lnTo>
                  <a:pt x="1158" y="342"/>
                </a:lnTo>
                <a:lnTo>
                  <a:pt x="1159" y="342"/>
                </a:lnTo>
                <a:lnTo>
                  <a:pt x="1160" y="342"/>
                </a:lnTo>
                <a:lnTo>
                  <a:pt x="1161" y="342"/>
                </a:lnTo>
                <a:lnTo>
                  <a:pt x="1161" y="343"/>
                </a:lnTo>
                <a:lnTo>
                  <a:pt x="1162" y="343"/>
                </a:lnTo>
                <a:lnTo>
                  <a:pt x="1163" y="343"/>
                </a:lnTo>
                <a:lnTo>
                  <a:pt x="1163" y="344"/>
                </a:lnTo>
                <a:lnTo>
                  <a:pt x="1164" y="344"/>
                </a:lnTo>
                <a:lnTo>
                  <a:pt x="1164" y="345"/>
                </a:lnTo>
                <a:lnTo>
                  <a:pt x="1165" y="345"/>
                </a:lnTo>
                <a:lnTo>
                  <a:pt x="1166" y="345"/>
                </a:lnTo>
                <a:lnTo>
                  <a:pt x="1167" y="345"/>
                </a:lnTo>
                <a:lnTo>
                  <a:pt x="1167" y="346"/>
                </a:lnTo>
                <a:lnTo>
                  <a:pt x="1168" y="345"/>
                </a:lnTo>
                <a:lnTo>
                  <a:pt x="1168" y="346"/>
                </a:lnTo>
                <a:lnTo>
                  <a:pt x="1169" y="346"/>
                </a:lnTo>
                <a:lnTo>
                  <a:pt x="1170" y="346"/>
                </a:lnTo>
                <a:lnTo>
                  <a:pt x="1171" y="346"/>
                </a:lnTo>
                <a:lnTo>
                  <a:pt x="1172" y="347"/>
                </a:lnTo>
                <a:lnTo>
                  <a:pt x="1173" y="347"/>
                </a:lnTo>
                <a:lnTo>
                  <a:pt x="1173" y="348"/>
                </a:lnTo>
                <a:lnTo>
                  <a:pt x="1175" y="348"/>
                </a:lnTo>
                <a:lnTo>
                  <a:pt x="1176" y="348"/>
                </a:lnTo>
                <a:lnTo>
                  <a:pt x="1176" y="349"/>
                </a:lnTo>
                <a:lnTo>
                  <a:pt x="1176" y="350"/>
                </a:lnTo>
                <a:lnTo>
                  <a:pt x="1176" y="349"/>
                </a:lnTo>
                <a:lnTo>
                  <a:pt x="1177" y="349"/>
                </a:lnTo>
                <a:lnTo>
                  <a:pt x="1178" y="349"/>
                </a:lnTo>
                <a:lnTo>
                  <a:pt x="1178" y="348"/>
                </a:lnTo>
                <a:lnTo>
                  <a:pt x="1179" y="348"/>
                </a:lnTo>
                <a:lnTo>
                  <a:pt x="1179" y="347"/>
                </a:lnTo>
                <a:lnTo>
                  <a:pt x="1180" y="347"/>
                </a:lnTo>
                <a:lnTo>
                  <a:pt x="1180" y="346"/>
                </a:lnTo>
                <a:lnTo>
                  <a:pt x="1181" y="346"/>
                </a:lnTo>
                <a:lnTo>
                  <a:pt x="1181" y="345"/>
                </a:lnTo>
                <a:lnTo>
                  <a:pt x="1182" y="345"/>
                </a:lnTo>
                <a:lnTo>
                  <a:pt x="1182" y="346"/>
                </a:lnTo>
                <a:lnTo>
                  <a:pt x="1183" y="346"/>
                </a:lnTo>
                <a:lnTo>
                  <a:pt x="1184" y="346"/>
                </a:lnTo>
                <a:lnTo>
                  <a:pt x="1185" y="346"/>
                </a:lnTo>
                <a:lnTo>
                  <a:pt x="1186" y="347"/>
                </a:lnTo>
                <a:lnTo>
                  <a:pt x="1187" y="348"/>
                </a:lnTo>
                <a:lnTo>
                  <a:pt x="1187" y="349"/>
                </a:lnTo>
                <a:lnTo>
                  <a:pt x="1187" y="350"/>
                </a:lnTo>
                <a:lnTo>
                  <a:pt x="1188" y="350"/>
                </a:lnTo>
                <a:lnTo>
                  <a:pt x="1188" y="351"/>
                </a:lnTo>
                <a:lnTo>
                  <a:pt x="1189" y="352"/>
                </a:lnTo>
                <a:lnTo>
                  <a:pt x="1190" y="352"/>
                </a:lnTo>
                <a:lnTo>
                  <a:pt x="1191" y="353"/>
                </a:lnTo>
                <a:lnTo>
                  <a:pt x="1192" y="353"/>
                </a:lnTo>
                <a:lnTo>
                  <a:pt x="1193" y="353"/>
                </a:lnTo>
                <a:lnTo>
                  <a:pt x="1193" y="354"/>
                </a:lnTo>
                <a:lnTo>
                  <a:pt x="1194" y="354"/>
                </a:lnTo>
                <a:lnTo>
                  <a:pt x="1195" y="354"/>
                </a:lnTo>
                <a:lnTo>
                  <a:pt x="1195" y="355"/>
                </a:lnTo>
                <a:lnTo>
                  <a:pt x="1196" y="355"/>
                </a:lnTo>
                <a:lnTo>
                  <a:pt x="1197" y="355"/>
                </a:lnTo>
                <a:lnTo>
                  <a:pt x="1197" y="356"/>
                </a:lnTo>
                <a:lnTo>
                  <a:pt x="1198" y="357"/>
                </a:lnTo>
                <a:lnTo>
                  <a:pt x="1199" y="357"/>
                </a:lnTo>
                <a:lnTo>
                  <a:pt x="1200" y="358"/>
                </a:lnTo>
                <a:lnTo>
                  <a:pt x="1201" y="358"/>
                </a:lnTo>
                <a:lnTo>
                  <a:pt x="1202" y="358"/>
                </a:lnTo>
                <a:lnTo>
                  <a:pt x="1203" y="359"/>
                </a:lnTo>
                <a:lnTo>
                  <a:pt x="1204" y="360"/>
                </a:lnTo>
                <a:lnTo>
                  <a:pt x="1204" y="359"/>
                </a:lnTo>
                <a:lnTo>
                  <a:pt x="1205" y="359"/>
                </a:lnTo>
                <a:lnTo>
                  <a:pt x="1205" y="360"/>
                </a:lnTo>
                <a:lnTo>
                  <a:pt x="1206" y="360"/>
                </a:lnTo>
                <a:lnTo>
                  <a:pt x="1206" y="361"/>
                </a:lnTo>
                <a:lnTo>
                  <a:pt x="1208" y="362"/>
                </a:lnTo>
                <a:lnTo>
                  <a:pt x="1209" y="362"/>
                </a:lnTo>
                <a:lnTo>
                  <a:pt x="1210" y="361"/>
                </a:lnTo>
                <a:lnTo>
                  <a:pt x="1211" y="361"/>
                </a:lnTo>
                <a:lnTo>
                  <a:pt x="1211" y="362"/>
                </a:lnTo>
                <a:lnTo>
                  <a:pt x="1212" y="362"/>
                </a:lnTo>
                <a:lnTo>
                  <a:pt x="1213" y="362"/>
                </a:lnTo>
                <a:lnTo>
                  <a:pt x="1213" y="363"/>
                </a:lnTo>
                <a:lnTo>
                  <a:pt x="1213" y="364"/>
                </a:lnTo>
                <a:lnTo>
                  <a:pt x="1214" y="364"/>
                </a:lnTo>
                <a:lnTo>
                  <a:pt x="1214" y="365"/>
                </a:lnTo>
                <a:lnTo>
                  <a:pt x="1215" y="366"/>
                </a:lnTo>
                <a:lnTo>
                  <a:pt x="1214" y="366"/>
                </a:lnTo>
                <a:lnTo>
                  <a:pt x="1215" y="366"/>
                </a:lnTo>
                <a:lnTo>
                  <a:pt x="1216" y="366"/>
                </a:lnTo>
                <a:lnTo>
                  <a:pt x="1218" y="366"/>
                </a:lnTo>
                <a:lnTo>
                  <a:pt x="1218" y="367"/>
                </a:lnTo>
                <a:lnTo>
                  <a:pt x="1218" y="368"/>
                </a:lnTo>
                <a:lnTo>
                  <a:pt x="1218" y="369"/>
                </a:lnTo>
                <a:lnTo>
                  <a:pt x="1219" y="369"/>
                </a:lnTo>
                <a:lnTo>
                  <a:pt x="1220" y="369"/>
                </a:lnTo>
                <a:lnTo>
                  <a:pt x="1220" y="370"/>
                </a:lnTo>
                <a:lnTo>
                  <a:pt x="1220" y="371"/>
                </a:lnTo>
                <a:lnTo>
                  <a:pt x="1221" y="371"/>
                </a:lnTo>
                <a:lnTo>
                  <a:pt x="1221" y="372"/>
                </a:lnTo>
                <a:lnTo>
                  <a:pt x="1222" y="373"/>
                </a:lnTo>
                <a:lnTo>
                  <a:pt x="1223" y="373"/>
                </a:lnTo>
                <a:lnTo>
                  <a:pt x="1223" y="374"/>
                </a:lnTo>
                <a:lnTo>
                  <a:pt x="1223" y="375"/>
                </a:lnTo>
                <a:lnTo>
                  <a:pt x="1224" y="375"/>
                </a:lnTo>
                <a:lnTo>
                  <a:pt x="1225" y="375"/>
                </a:lnTo>
                <a:lnTo>
                  <a:pt x="1225" y="374"/>
                </a:lnTo>
                <a:lnTo>
                  <a:pt x="1226" y="374"/>
                </a:lnTo>
                <a:lnTo>
                  <a:pt x="1227" y="374"/>
                </a:lnTo>
                <a:lnTo>
                  <a:pt x="1227" y="373"/>
                </a:lnTo>
                <a:lnTo>
                  <a:pt x="1228" y="373"/>
                </a:lnTo>
                <a:lnTo>
                  <a:pt x="1228" y="374"/>
                </a:lnTo>
                <a:lnTo>
                  <a:pt x="1229" y="374"/>
                </a:lnTo>
                <a:lnTo>
                  <a:pt x="1230" y="374"/>
                </a:lnTo>
                <a:lnTo>
                  <a:pt x="1230" y="373"/>
                </a:lnTo>
                <a:lnTo>
                  <a:pt x="1230" y="372"/>
                </a:lnTo>
                <a:lnTo>
                  <a:pt x="1229" y="372"/>
                </a:lnTo>
                <a:lnTo>
                  <a:pt x="1230" y="372"/>
                </a:lnTo>
                <a:lnTo>
                  <a:pt x="1230" y="371"/>
                </a:lnTo>
                <a:lnTo>
                  <a:pt x="1231" y="371"/>
                </a:lnTo>
                <a:lnTo>
                  <a:pt x="1232" y="371"/>
                </a:lnTo>
                <a:lnTo>
                  <a:pt x="1233" y="371"/>
                </a:lnTo>
                <a:lnTo>
                  <a:pt x="1234" y="371"/>
                </a:lnTo>
                <a:lnTo>
                  <a:pt x="1235" y="371"/>
                </a:lnTo>
                <a:lnTo>
                  <a:pt x="1236" y="371"/>
                </a:lnTo>
                <a:lnTo>
                  <a:pt x="1237" y="370"/>
                </a:lnTo>
                <a:lnTo>
                  <a:pt x="1238" y="370"/>
                </a:lnTo>
                <a:lnTo>
                  <a:pt x="1238" y="369"/>
                </a:lnTo>
                <a:lnTo>
                  <a:pt x="1239" y="369"/>
                </a:lnTo>
                <a:lnTo>
                  <a:pt x="1239" y="368"/>
                </a:lnTo>
                <a:lnTo>
                  <a:pt x="1240" y="368"/>
                </a:lnTo>
                <a:lnTo>
                  <a:pt x="1241" y="368"/>
                </a:lnTo>
                <a:lnTo>
                  <a:pt x="1241" y="369"/>
                </a:lnTo>
                <a:lnTo>
                  <a:pt x="1241" y="370"/>
                </a:lnTo>
                <a:lnTo>
                  <a:pt x="1241" y="369"/>
                </a:lnTo>
                <a:lnTo>
                  <a:pt x="1242" y="369"/>
                </a:lnTo>
                <a:lnTo>
                  <a:pt x="1242" y="370"/>
                </a:lnTo>
                <a:lnTo>
                  <a:pt x="1243" y="370"/>
                </a:lnTo>
                <a:lnTo>
                  <a:pt x="1244" y="370"/>
                </a:lnTo>
                <a:lnTo>
                  <a:pt x="1245" y="370"/>
                </a:lnTo>
                <a:lnTo>
                  <a:pt x="1246" y="370"/>
                </a:lnTo>
                <a:lnTo>
                  <a:pt x="1246" y="371"/>
                </a:lnTo>
                <a:lnTo>
                  <a:pt x="1247" y="372"/>
                </a:lnTo>
                <a:lnTo>
                  <a:pt x="1248" y="373"/>
                </a:lnTo>
                <a:lnTo>
                  <a:pt x="1248" y="374"/>
                </a:lnTo>
                <a:lnTo>
                  <a:pt x="1248" y="375"/>
                </a:lnTo>
                <a:lnTo>
                  <a:pt x="1247" y="375"/>
                </a:lnTo>
                <a:lnTo>
                  <a:pt x="1246" y="375"/>
                </a:lnTo>
                <a:lnTo>
                  <a:pt x="1245" y="376"/>
                </a:lnTo>
                <a:lnTo>
                  <a:pt x="1245" y="377"/>
                </a:lnTo>
                <a:lnTo>
                  <a:pt x="1246" y="377"/>
                </a:lnTo>
                <a:lnTo>
                  <a:pt x="1246" y="378"/>
                </a:lnTo>
                <a:lnTo>
                  <a:pt x="1246" y="379"/>
                </a:lnTo>
                <a:lnTo>
                  <a:pt x="1246" y="380"/>
                </a:lnTo>
                <a:lnTo>
                  <a:pt x="1246" y="381"/>
                </a:lnTo>
                <a:lnTo>
                  <a:pt x="1245" y="381"/>
                </a:lnTo>
                <a:lnTo>
                  <a:pt x="1245" y="382"/>
                </a:lnTo>
                <a:lnTo>
                  <a:pt x="1246" y="382"/>
                </a:lnTo>
                <a:lnTo>
                  <a:pt x="1246" y="383"/>
                </a:lnTo>
                <a:lnTo>
                  <a:pt x="1247" y="383"/>
                </a:lnTo>
                <a:lnTo>
                  <a:pt x="1247" y="384"/>
                </a:lnTo>
                <a:lnTo>
                  <a:pt x="1248" y="383"/>
                </a:lnTo>
                <a:lnTo>
                  <a:pt x="1249" y="384"/>
                </a:lnTo>
                <a:lnTo>
                  <a:pt x="1250" y="384"/>
                </a:lnTo>
                <a:lnTo>
                  <a:pt x="1250" y="385"/>
                </a:lnTo>
                <a:lnTo>
                  <a:pt x="1251" y="385"/>
                </a:lnTo>
                <a:lnTo>
                  <a:pt x="1252" y="385"/>
                </a:lnTo>
                <a:lnTo>
                  <a:pt x="1252" y="384"/>
                </a:lnTo>
                <a:lnTo>
                  <a:pt x="1253" y="384"/>
                </a:lnTo>
                <a:lnTo>
                  <a:pt x="1253" y="383"/>
                </a:lnTo>
                <a:lnTo>
                  <a:pt x="1254" y="383"/>
                </a:lnTo>
                <a:lnTo>
                  <a:pt x="1254" y="382"/>
                </a:lnTo>
                <a:lnTo>
                  <a:pt x="1255" y="382"/>
                </a:lnTo>
                <a:lnTo>
                  <a:pt x="1256" y="382"/>
                </a:lnTo>
                <a:lnTo>
                  <a:pt x="1257" y="382"/>
                </a:lnTo>
                <a:lnTo>
                  <a:pt x="1257" y="383"/>
                </a:lnTo>
                <a:lnTo>
                  <a:pt x="1258" y="383"/>
                </a:lnTo>
                <a:lnTo>
                  <a:pt x="1259" y="383"/>
                </a:lnTo>
                <a:lnTo>
                  <a:pt x="1259" y="382"/>
                </a:lnTo>
                <a:lnTo>
                  <a:pt x="1259" y="381"/>
                </a:lnTo>
                <a:lnTo>
                  <a:pt x="1261" y="381"/>
                </a:lnTo>
                <a:lnTo>
                  <a:pt x="1262" y="382"/>
                </a:lnTo>
                <a:lnTo>
                  <a:pt x="1263" y="382"/>
                </a:lnTo>
                <a:lnTo>
                  <a:pt x="1264" y="382"/>
                </a:lnTo>
                <a:lnTo>
                  <a:pt x="1265" y="382"/>
                </a:lnTo>
                <a:lnTo>
                  <a:pt x="1264" y="382"/>
                </a:lnTo>
                <a:lnTo>
                  <a:pt x="1265" y="382"/>
                </a:lnTo>
                <a:lnTo>
                  <a:pt x="1265" y="381"/>
                </a:lnTo>
                <a:lnTo>
                  <a:pt x="1266" y="381"/>
                </a:lnTo>
                <a:lnTo>
                  <a:pt x="1267" y="381"/>
                </a:lnTo>
                <a:lnTo>
                  <a:pt x="1268" y="381"/>
                </a:lnTo>
                <a:lnTo>
                  <a:pt x="1268" y="380"/>
                </a:lnTo>
                <a:lnTo>
                  <a:pt x="1269" y="381"/>
                </a:lnTo>
                <a:lnTo>
                  <a:pt x="1269" y="382"/>
                </a:lnTo>
                <a:lnTo>
                  <a:pt x="1270" y="382"/>
                </a:lnTo>
                <a:lnTo>
                  <a:pt x="1271" y="382"/>
                </a:lnTo>
                <a:lnTo>
                  <a:pt x="1271" y="383"/>
                </a:lnTo>
                <a:lnTo>
                  <a:pt x="1272" y="383"/>
                </a:lnTo>
                <a:lnTo>
                  <a:pt x="1273" y="383"/>
                </a:lnTo>
                <a:lnTo>
                  <a:pt x="1273" y="382"/>
                </a:lnTo>
                <a:lnTo>
                  <a:pt x="1274" y="383"/>
                </a:lnTo>
                <a:lnTo>
                  <a:pt x="1274" y="384"/>
                </a:lnTo>
                <a:lnTo>
                  <a:pt x="1275" y="384"/>
                </a:lnTo>
                <a:lnTo>
                  <a:pt x="1275" y="383"/>
                </a:lnTo>
                <a:lnTo>
                  <a:pt x="1276" y="383"/>
                </a:lnTo>
                <a:lnTo>
                  <a:pt x="1277" y="383"/>
                </a:lnTo>
                <a:lnTo>
                  <a:pt x="1277" y="384"/>
                </a:lnTo>
                <a:lnTo>
                  <a:pt x="1278" y="384"/>
                </a:lnTo>
                <a:lnTo>
                  <a:pt x="1279" y="384"/>
                </a:lnTo>
                <a:lnTo>
                  <a:pt x="1279" y="383"/>
                </a:lnTo>
                <a:lnTo>
                  <a:pt x="1280" y="383"/>
                </a:lnTo>
                <a:lnTo>
                  <a:pt x="1281" y="383"/>
                </a:lnTo>
                <a:lnTo>
                  <a:pt x="1282" y="384"/>
                </a:lnTo>
                <a:lnTo>
                  <a:pt x="1283" y="384"/>
                </a:lnTo>
                <a:lnTo>
                  <a:pt x="1284" y="384"/>
                </a:lnTo>
                <a:lnTo>
                  <a:pt x="1284" y="385"/>
                </a:lnTo>
                <a:lnTo>
                  <a:pt x="1285" y="385"/>
                </a:lnTo>
                <a:lnTo>
                  <a:pt x="1286" y="385"/>
                </a:lnTo>
                <a:lnTo>
                  <a:pt x="1287" y="384"/>
                </a:lnTo>
                <a:lnTo>
                  <a:pt x="1288" y="383"/>
                </a:lnTo>
                <a:lnTo>
                  <a:pt x="1288" y="382"/>
                </a:lnTo>
                <a:lnTo>
                  <a:pt x="1288" y="381"/>
                </a:lnTo>
                <a:lnTo>
                  <a:pt x="1289" y="380"/>
                </a:lnTo>
                <a:lnTo>
                  <a:pt x="1290" y="381"/>
                </a:lnTo>
                <a:lnTo>
                  <a:pt x="1291" y="381"/>
                </a:lnTo>
                <a:lnTo>
                  <a:pt x="1291" y="382"/>
                </a:lnTo>
                <a:lnTo>
                  <a:pt x="1292" y="382"/>
                </a:lnTo>
                <a:lnTo>
                  <a:pt x="1293" y="382"/>
                </a:lnTo>
                <a:lnTo>
                  <a:pt x="1294" y="382"/>
                </a:lnTo>
                <a:lnTo>
                  <a:pt x="1294" y="383"/>
                </a:lnTo>
                <a:lnTo>
                  <a:pt x="1295" y="383"/>
                </a:lnTo>
                <a:lnTo>
                  <a:pt x="1296" y="384"/>
                </a:lnTo>
                <a:lnTo>
                  <a:pt x="1297" y="384"/>
                </a:lnTo>
                <a:lnTo>
                  <a:pt x="1297" y="385"/>
                </a:lnTo>
                <a:lnTo>
                  <a:pt x="1298" y="385"/>
                </a:lnTo>
                <a:lnTo>
                  <a:pt x="1299" y="385"/>
                </a:lnTo>
                <a:lnTo>
                  <a:pt x="1299" y="384"/>
                </a:lnTo>
                <a:lnTo>
                  <a:pt x="1300" y="384"/>
                </a:lnTo>
                <a:lnTo>
                  <a:pt x="1301" y="384"/>
                </a:lnTo>
                <a:lnTo>
                  <a:pt x="1302" y="384"/>
                </a:lnTo>
                <a:lnTo>
                  <a:pt x="1302" y="385"/>
                </a:lnTo>
                <a:lnTo>
                  <a:pt x="1303" y="385"/>
                </a:lnTo>
                <a:lnTo>
                  <a:pt x="1303" y="386"/>
                </a:lnTo>
                <a:lnTo>
                  <a:pt x="1304" y="386"/>
                </a:lnTo>
                <a:lnTo>
                  <a:pt x="1305" y="387"/>
                </a:lnTo>
                <a:lnTo>
                  <a:pt x="1306" y="387"/>
                </a:lnTo>
                <a:lnTo>
                  <a:pt x="1306" y="386"/>
                </a:lnTo>
                <a:lnTo>
                  <a:pt x="1307" y="386"/>
                </a:lnTo>
                <a:lnTo>
                  <a:pt x="1308" y="386"/>
                </a:lnTo>
                <a:lnTo>
                  <a:pt x="1309" y="386"/>
                </a:lnTo>
                <a:lnTo>
                  <a:pt x="1309" y="387"/>
                </a:lnTo>
                <a:lnTo>
                  <a:pt x="1310" y="386"/>
                </a:lnTo>
                <a:lnTo>
                  <a:pt x="1311" y="386"/>
                </a:lnTo>
                <a:lnTo>
                  <a:pt x="1311" y="385"/>
                </a:lnTo>
                <a:lnTo>
                  <a:pt x="1312" y="385"/>
                </a:lnTo>
                <a:lnTo>
                  <a:pt x="1312" y="386"/>
                </a:lnTo>
                <a:lnTo>
                  <a:pt x="1313" y="386"/>
                </a:lnTo>
                <a:lnTo>
                  <a:pt x="1313" y="385"/>
                </a:lnTo>
                <a:lnTo>
                  <a:pt x="1314" y="385"/>
                </a:lnTo>
                <a:lnTo>
                  <a:pt x="1314" y="386"/>
                </a:lnTo>
                <a:lnTo>
                  <a:pt x="1314" y="385"/>
                </a:lnTo>
                <a:lnTo>
                  <a:pt x="1315" y="385"/>
                </a:lnTo>
                <a:lnTo>
                  <a:pt x="1316" y="385"/>
                </a:lnTo>
                <a:lnTo>
                  <a:pt x="1316" y="384"/>
                </a:lnTo>
                <a:lnTo>
                  <a:pt x="1317" y="384"/>
                </a:lnTo>
                <a:lnTo>
                  <a:pt x="1317" y="383"/>
                </a:lnTo>
                <a:lnTo>
                  <a:pt x="1318" y="383"/>
                </a:lnTo>
                <a:lnTo>
                  <a:pt x="1319" y="383"/>
                </a:lnTo>
                <a:lnTo>
                  <a:pt x="1319" y="384"/>
                </a:lnTo>
                <a:lnTo>
                  <a:pt x="1319" y="385"/>
                </a:lnTo>
                <a:lnTo>
                  <a:pt x="1320" y="386"/>
                </a:lnTo>
                <a:lnTo>
                  <a:pt x="1319" y="386"/>
                </a:lnTo>
                <a:lnTo>
                  <a:pt x="1319" y="387"/>
                </a:lnTo>
                <a:lnTo>
                  <a:pt x="1320" y="387"/>
                </a:lnTo>
                <a:lnTo>
                  <a:pt x="1321" y="387"/>
                </a:lnTo>
                <a:lnTo>
                  <a:pt x="1321" y="388"/>
                </a:lnTo>
                <a:lnTo>
                  <a:pt x="1321" y="389"/>
                </a:lnTo>
                <a:lnTo>
                  <a:pt x="1321" y="390"/>
                </a:lnTo>
                <a:lnTo>
                  <a:pt x="1321" y="391"/>
                </a:lnTo>
                <a:lnTo>
                  <a:pt x="1322" y="392"/>
                </a:lnTo>
                <a:lnTo>
                  <a:pt x="1322" y="393"/>
                </a:lnTo>
                <a:lnTo>
                  <a:pt x="1322" y="394"/>
                </a:lnTo>
                <a:lnTo>
                  <a:pt x="1323" y="394"/>
                </a:lnTo>
                <a:lnTo>
                  <a:pt x="1323" y="395"/>
                </a:lnTo>
                <a:lnTo>
                  <a:pt x="1324" y="395"/>
                </a:lnTo>
                <a:lnTo>
                  <a:pt x="1324" y="394"/>
                </a:lnTo>
                <a:lnTo>
                  <a:pt x="1325" y="394"/>
                </a:lnTo>
                <a:lnTo>
                  <a:pt x="1326" y="394"/>
                </a:lnTo>
                <a:lnTo>
                  <a:pt x="1327" y="393"/>
                </a:lnTo>
                <a:lnTo>
                  <a:pt x="1328" y="393"/>
                </a:lnTo>
                <a:lnTo>
                  <a:pt x="1328" y="392"/>
                </a:lnTo>
                <a:lnTo>
                  <a:pt x="1328" y="393"/>
                </a:lnTo>
                <a:lnTo>
                  <a:pt x="1329" y="393"/>
                </a:lnTo>
                <a:lnTo>
                  <a:pt x="1330" y="393"/>
                </a:lnTo>
                <a:lnTo>
                  <a:pt x="1331" y="393"/>
                </a:lnTo>
                <a:lnTo>
                  <a:pt x="1332" y="393"/>
                </a:lnTo>
                <a:lnTo>
                  <a:pt x="1332" y="392"/>
                </a:lnTo>
                <a:lnTo>
                  <a:pt x="1332" y="391"/>
                </a:lnTo>
                <a:lnTo>
                  <a:pt x="1332" y="390"/>
                </a:lnTo>
                <a:lnTo>
                  <a:pt x="1333" y="390"/>
                </a:lnTo>
                <a:lnTo>
                  <a:pt x="1334" y="390"/>
                </a:lnTo>
                <a:lnTo>
                  <a:pt x="1335" y="390"/>
                </a:lnTo>
                <a:lnTo>
                  <a:pt x="1335" y="391"/>
                </a:lnTo>
                <a:lnTo>
                  <a:pt x="1336" y="391"/>
                </a:lnTo>
                <a:lnTo>
                  <a:pt x="1337" y="391"/>
                </a:lnTo>
                <a:lnTo>
                  <a:pt x="1337" y="392"/>
                </a:lnTo>
                <a:lnTo>
                  <a:pt x="1338" y="392"/>
                </a:lnTo>
                <a:lnTo>
                  <a:pt x="1338" y="391"/>
                </a:lnTo>
                <a:lnTo>
                  <a:pt x="1339" y="391"/>
                </a:lnTo>
                <a:lnTo>
                  <a:pt x="1340" y="391"/>
                </a:lnTo>
                <a:lnTo>
                  <a:pt x="1340" y="392"/>
                </a:lnTo>
                <a:lnTo>
                  <a:pt x="1340" y="393"/>
                </a:lnTo>
                <a:lnTo>
                  <a:pt x="1340" y="394"/>
                </a:lnTo>
                <a:lnTo>
                  <a:pt x="1341" y="394"/>
                </a:lnTo>
                <a:lnTo>
                  <a:pt x="1341" y="395"/>
                </a:lnTo>
                <a:lnTo>
                  <a:pt x="1342" y="395"/>
                </a:lnTo>
                <a:lnTo>
                  <a:pt x="1343" y="395"/>
                </a:lnTo>
                <a:lnTo>
                  <a:pt x="1344" y="395"/>
                </a:lnTo>
                <a:lnTo>
                  <a:pt x="1345" y="396"/>
                </a:lnTo>
                <a:lnTo>
                  <a:pt x="1344" y="396"/>
                </a:lnTo>
                <a:lnTo>
                  <a:pt x="1344" y="397"/>
                </a:lnTo>
                <a:lnTo>
                  <a:pt x="1345" y="397"/>
                </a:lnTo>
                <a:lnTo>
                  <a:pt x="1346" y="397"/>
                </a:lnTo>
                <a:lnTo>
                  <a:pt x="1345" y="398"/>
                </a:lnTo>
                <a:lnTo>
                  <a:pt x="1345" y="399"/>
                </a:lnTo>
                <a:lnTo>
                  <a:pt x="1345" y="400"/>
                </a:lnTo>
                <a:lnTo>
                  <a:pt x="1346" y="400"/>
                </a:lnTo>
                <a:lnTo>
                  <a:pt x="1347" y="400"/>
                </a:lnTo>
                <a:lnTo>
                  <a:pt x="1348" y="400"/>
                </a:lnTo>
                <a:lnTo>
                  <a:pt x="1348" y="401"/>
                </a:lnTo>
                <a:lnTo>
                  <a:pt x="1349" y="402"/>
                </a:lnTo>
                <a:lnTo>
                  <a:pt x="1350" y="402"/>
                </a:lnTo>
                <a:lnTo>
                  <a:pt x="1350" y="403"/>
                </a:lnTo>
                <a:lnTo>
                  <a:pt x="1351" y="403"/>
                </a:lnTo>
                <a:lnTo>
                  <a:pt x="1351" y="404"/>
                </a:lnTo>
                <a:lnTo>
                  <a:pt x="1351" y="405"/>
                </a:lnTo>
                <a:lnTo>
                  <a:pt x="1352" y="405"/>
                </a:lnTo>
                <a:lnTo>
                  <a:pt x="1352" y="404"/>
                </a:lnTo>
                <a:lnTo>
                  <a:pt x="1353" y="403"/>
                </a:lnTo>
                <a:lnTo>
                  <a:pt x="1354" y="403"/>
                </a:lnTo>
                <a:lnTo>
                  <a:pt x="1354" y="402"/>
                </a:lnTo>
                <a:lnTo>
                  <a:pt x="1355" y="402"/>
                </a:lnTo>
                <a:lnTo>
                  <a:pt x="1356" y="402"/>
                </a:lnTo>
                <a:lnTo>
                  <a:pt x="1357" y="402"/>
                </a:lnTo>
                <a:lnTo>
                  <a:pt x="1357" y="401"/>
                </a:lnTo>
                <a:lnTo>
                  <a:pt x="1358" y="401"/>
                </a:lnTo>
                <a:lnTo>
                  <a:pt x="1358" y="402"/>
                </a:lnTo>
                <a:lnTo>
                  <a:pt x="1359" y="402"/>
                </a:lnTo>
                <a:lnTo>
                  <a:pt x="1359" y="403"/>
                </a:lnTo>
                <a:lnTo>
                  <a:pt x="1359" y="404"/>
                </a:lnTo>
                <a:lnTo>
                  <a:pt x="1360" y="404"/>
                </a:lnTo>
                <a:lnTo>
                  <a:pt x="1360" y="405"/>
                </a:lnTo>
                <a:lnTo>
                  <a:pt x="1360" y="406"/>
                </a:lnTo>
                <a:lnTo>
                  <a:pt x="1360" y="407"/>
                </a:lnTo>
                <a:lnTo>
                  <a:pt x="1361" y="408"/>
                </a:lnTo>
                <a:lnTo>
                  <a:pt x="1361" y="407"/>
                </a:lnTo>
                <a:lnTo>
                  <a:pt x="1362" y="407"/>
                </a:lnTo>
                <a:lnTo>
                  <a:pt x="1363" y="407"/>
                </a:lnTo>
                <a:lnTo>
                  <a:pt x="1363" y="408"/>
                </a:lnTo>
                <a:lnTo>
                  <a:pt x="1364" y="409"/>
                </a:lnTo>
                <a:lnTo>
                  <a:pt x="1364" y="410"/>
                </a:lnTo>
                <a:lnTo>
                  <a:pt x="1365" y="410"/>
                </a:lnTo>
                <a:lnTo>
                  <a:pt x="1365" y="409"/>
                </a:lnTo>
                <a:lnTo>
                  <a:pt x="1366" y="409"/>
                </a:lnTo>
                <a:lnTo>
                  <a:pt x="1367" y="409"/>
                </a:lnTo>
                <a:lnTo>
                  <a:pt x="1368" y="408"/>
                </a:lnTo>
                <a:lnTo>
                  <a:pt x="1368" y="407"/>
                </a:lnTo>
                <a:lnTo>
                  <a:pt x="1369" y="407"/>
                </a:lnTo>
                <a:lnTo>
                  <a:pt x="1370" y="407"/>
                </a:lnTo>
                <a:lnTo>
                  <a:pt x="1370" y="406"/>
                </a:lnTo>
                <a:lnTo>
                  <a:pt x="1371" y="406"/>
                </a:lnTo>
                <a:lnTo>
                  <a:pt x="1372" y="406"/>
                </a:lnTo>
                <a:lnTo>
                  <a:pt x="1372" y="405"/>
                </a:lnTo>
                <a:lnTo>
                  <a:pt x="1373" y="405"/>
                </a:lnTo>
                <a:lnTo>
                  <a:pt x="1373" y="404"/>
                </a:lnTo>
                <a:lnTo>
                  <a:pt x="1374" y="404"/>
                </a:lnTo>
                <a:lnTo>
                  <a:pt x="1374" y="403"/>
                </a:lnTo>
                <a:lnTo>
                  <a:pt x="1374" y="402"/>
                </a:lnTo>
                <a:lnTo>
                  <a:pt x="1373" y="402"/>
                </a:lnTo>
                <a:lnTo>
                  <a:pt x="1374" y="402"/>
                </a:lnTo>
                <a:lnTo>
                  <a:pt x="1375" y="402"/>
                </a:lnTo>
                <a:lnTo>
                  <a:pt x="1375" y="400"/>
                </a:lnTo>
                <a:lnTo>
                  <a:pt x="1376" y="400"/>
                </a:lnTo>
                <a:lnTo>
                  <a:pt x="1377" y="400"/>
                </a:lnTo>
                <a:lnTo>
                  <a:pt x="1378" y="400"/>
                </a:lnTo>
                <a:lnTo>
                  <a:pt x="1378" y="401"/>
                </a:lnTo>
                <a:lnTo>
                  <a:pt x="1379" y="400"/>
                </a:lnTo>
                <a:lnTo>
                  <a:pt x="1380" y="400"/>
                </a:lnTo>
                <a:lnTo>
                  <a:pt x="1381" y="400"/>
                </a:lnTo>
                <a:lnTo>
                  <a:pt x="1382" y="399"/>
                </a:lnTo>
                <a:lnTo>
                  <a:pt x="1382" y="400"/>
                </a:lnTo>
                <a:lnTo>
                  <a:pt x="1383" y="400"/>
                </a:lnTo>
                <a:lnTo>
                  <a:pt x="1384" y="400"/>
                </a:lnTo>
                <a:lnTo>
                  <a:pt x="1384" y="401"/>
                </a:lnTo>
                <a:lnTo>
                  <a:pt x="1385" y="401"/>
                </a:lnTo>
                <a:lnTo>
                  <a:pt x="1386" y="401"/>
                </a:lnTo>
                <a:lnTo>
                  <a:pt x="1387" y="401"/>
                </a:lnTo>
                <a:lnTo>
                  <a:pt x="1388" y="402"/>
                </a:lnTo>
                <a:lnTo>
                  <a:pt x="1389" y="402"/>
                </a:lnTo>
                <a:lnTo>
                  <a:pt x="1390" y="402"/>
                </a:lnTo>
                <a:lnTo>
                  <a:pt x="1391" y="402"/>
                </a:lnTo>
                <a:lnTo>
                  <a:pt x="1391" y="403"/>
                </a:lnTo>
                <a:lnTo>
                  <a:pt x="1392" y="404"/>
                </a:lnTo>
                <a:lnTo>
                  <a:pt x="1392" y="405"/>
                </a:lnTo>
                <a:lnTo>
                  <a:pt x="1392" y="406"/>
                </a:lnTo>
                <a:lnTo>
                  <a:pt x="1393" y="406"/>
                </a:lnTo>
                <a:lnTo>
                  <a:pt x="1394" y="406"/>
                </a:lnTo>
                <a:lnTo>
                  <a:pt x="1394" y="407"/>
                </a:lnTo>
                <a:lnTo>
                  <a:pt x="1394" y="408"/>
                </a:lnTo>
                <a:lnTo>
                  <a:pt x="1395" y="408"/>
                </a:lnTo>
                <a:lnTo>
                  <a:pt x="1395" y="409"/>
                </a:lnTo>
                <a:lnTo>
                  <a:pt x="1395" y="410"/>
                </a:lnTo>
                <a:lnTo>
                  <a:pt x="1394" y="410"/>
                </a:lnTo>
                <a:lnTo>
                  <a:pt x="1394" y="411"/>
                </a:lnTo>
                <a:lnTo>
                  <a:pt x="1395" y="411"/>
                </a:lnTo>
                <a:lnTo>
                  <a:pt x="1395" y="410"/>
                </a:lnTo>
                <a:lnTo>
                  <a:pt x="1396" y="410"/>
                </a:lnTo>
                <a:lnTo>
                  <a:pt x="1397" y="410"/>
                </a:lnTo>
                <a:lnTo>
                  <a:pt x="1398" y="410"/>
                </a:lnTo>
                <a:lnTo>
                  <a:pt x="1398" y="411"/>
                </a:lnTo>
                <a:lnTo>
                  <a:pt x="1399" y="411"/>
                </a:lnTo>
                <a:lnTo>
                  <a:pt x="1400" y="411"/>
                </a:lnTo>
                <a:lnTo>
                  <a:pt x="1399" y="411"/>
                </a:lnTo>
                <a:lnTo>
                  <a:pt x="1400" y="411"/>
                </a:lnTo>
                <a:lnTo>
                  <a:pt x="1400" y="410"/>
                </a:lnTo>
                <a:lnTo>
                  <a:pt x="1401" y="410"/>
                </a:lnTo>
                <a:lnTo>
                  <a:pt x="1402" y="410"/>
                </a:lnTo>
                <a:lnTo>
                  <a:pt x="1403" y="410"/>
                </a:lnTo>
                <a:lnTo>
                  <a:pt x="1403" y="409"/>
                </a:lnTo>
                <a:lnTo>
                  <a:pt x="1404" y="409"/>
                </a:lnTo>
                <a:lnTo>
                  <a:pt x="1404" y="410"/>
                </a:lnTo>
                <a:lnTo>
                  <a:pt x="1405" y="410"/>
                </a:lnTo>
                <a:lnTo>
                  <a:pt x="1405" y="411"/>
                </a:lnTo>
                <a:lnTo>
                  <a:pt x="1405" y="412"/>
                </a:lnTo>
                <a:lnTo>
                  <a:pt x="1406" y="412"/>
                </a:lnTo>
                <a:lnTo>
                  <a:pt x="1406" y="411"/>
                </a:lnTo>
                <a:lnTo>
                  <a:pt x="1407" y="411"/>
                </a:lnTo>
                <a:lnTo>
                  <a:pt x="1407" y="412"/>
                </a:lnTo>
                <a:lnTo>
                  <a:pt x="1408" y="413"/>
                </a:lnTo>
                <a:lnTo>
                  <a:pt x="1409" y="413"/>
                </a:lnTo>
                <a:lnTo>
                  <a:pt x="1410" y="413"/>
                </a:lnTo>
                <a:lnTo>
                  <a:pt x="1410" y="412"/>
                </a:lnTo>
                <a:lnTo>
                  <a:pt x="1411" y="412"/>
                </a:lnTo>
                <a:lnTo>
                  <a:pt x="1411" y="411"/>
                </a:lnTo>
                <a:lnTo>
                  <a:pt x="1412" y="411"/>
                </a:lnTo>
                <a:lnTo>
                  <a:pt x="1412" y="410"/>
                </a:lnTo>
                <a:lnTo>
                  <a:pt x="1412" y="411"/>
                </a:lnTo>
                <a:lnTo>
                  <a:pt x="1414" y="411"/>
                </a:lnTo>
                <a:lnTo>
                  <a:pt x="1415" y="411"/>
                </a:lnTo>
                <a:lnTo>
                  <a:pt x="1416" y="411"/>
                </a:lnTo>
                <a:lnTo>
                  <a:pt x="1416" y="412"/>
                </a:lnTo>
                <a:lnTo>
                  <a:pt x="1416" y="413"/>
                </a:lnTo>
                <a:lnTo>
                  <a:pt x="1417" y="413"/>
                </a:lnTo>
                <a:lnTo>
                  <a:pt x="1418" y="413"/>
                </a:lnTo>
                <a:lnTo>
                  <a:pt x="1419" y="414"/>
                </a:lnTo>
                <a:lnTo>
                  <a:pt x="1420" y="414"/>
                </a:lnTo>
                <a:lnTo>
                  <a:pt x="1421" y="414"/>
                </a:lnTo>
                <a:lnTo>
                  <a:pt x="1421" y="413"/>
                </a:lnTo>
                <a:lnTo>
                  <a:pt x="1421" y="412"/>
                </a:lnTo>
                <a:lnTo>
                  <a:pt x="1422" y="412"/>
                </a:lnTo>
                <a:lnTo>
                  <a:pt x="1423" y="412"/>
                </a:lnTo>
                <a:lnTo>
                  <a:pt x="1424" y="412"/>
                </a:lnTo>
                <a:lnTo>
                  <a:pt x="1424" y="411"/>
                </a:lnTo>
                <a:lnTo>
                  <a:pt x="1424" y="410"/>
                </a:lnTo>
                <a:lnTo>
                  <a:pt x="1423" y="410"/>
                </a:lnTo>
                <a:lnTo>
                  <a:pt x="1423" y="409"/>
                </a:lnTo>
                <a:lnTo>
                  <a:pt x="1423" y="408"/>
                </a:lnTo>
                <a:lnTo>
                  <a:pt x="1424" y="407"/>
                </a:lnTo>
                <a:lnTo>
                  <a:pt x="1425" y="407"/>
                </a:lnTo>
                <a:lnTo>
                  <a:pt x="1425" y="406"/>
                </a:lnTo>
                <a:lnTo>
                  <a:pt x="1426" y="406"/>
                </a:lnTo>
                <a:lnTo>
                  <a:pt x="1427" y="406"/>
                </a:lnTo>
                <a:lnTo>
                  <a:pt x="1429" y="406"/>
                </a:lnTo>
                <a:lnTo>
                  <a:pt x="1430" y="406"/>
                </a:lnTo>
                <a:lnTo>
                  <a:pt x="1431" y="406"/>
                </a:lnTo>
                <a:lnTo>
                  <a:pt x="1432" y="407"/>
                </a:lnTo>
                <a:lnTo>
                  <a:pt x="1433" y="407"/>
                </a:lnTo>
                <a:lnTo>
                  <a:pt x="1434" y="407"/>
                </a:lnTo>
                <a:lnTo>
                  <a:pt x="1434" y="406"/>
                </a:lnTo>
                <a:lnTo>
                  <a:pt x="1435" y="405"/>
                </a:lnTo>
                <a:lnTo>
                  <a:pt x="1436" y="405"/>
                </a:lnTo>
                <a:lnTo>
                  <a:pt x="1436" y="404"/>
                </a:lnTo>
                <a:lnTo>
                  <a:pt x="1437" y="404"/>
                </a:lnTo>
                <a:lnTo>
                  <a:pt x="1438" y="405"/>
                </a:lnTo>
                <a:lnTo>
                  <a:pt x="1438" y="404"/>
                </a:lnTo>
                <a:lnTo>
                  <a:pt x="1439" y="404"/>
                </a:lnTo>
                <a:lnTo>
                  <a:pt x="1439" y="405"/>
                </a:lnTo>
                <a:lnTo>
                  <a:pt x="1440" y="406"/>
                </a:lnTo>
                <a:lnTo>
                  <a:pt x="1441" y="405"/>
                </a:lnTo>
                <a:lnTo>
                  <a:pt x="1441" y="404"/>
                </a:lnTo>
                <a:lnTo>
                  <a:pt x="1442" y="404"/>
                </a:lnTo>
                <a:lnTo>
                  <a:pt x="1442" y="403"/>
                </a:lnTo>
                <a:lnTo>
                  <a:pt x="1442" y="402"/>
                </a:lnTo>
                <a:lnTo>
                  <a:pt x="1441" y="402"/>
                </a:lnTo>
                <a:lnTo>
                  <a:pt x="1441" y="401"/>
                </a:lnTo>
                <a:lnTo>
                  <a:pt x="1442" y="400"/>
                </a:lnTo>
                <a:lnTo>
                  <a:pt x="1442" y="399"/>
                </a:lnTo>
                <a:lnTo>
                  <a:pt x="1443" y="398"/>
                </a:lnTo>
                <a:lnTo>
                  <a:pt x="1443" y="397"/>
                </a:lnTo>
                <a:lnTo>
                  <a:pt x="1444" y="397"/>
                </a:lnTo>
                <a:lnTo>
                  <a:pt x="1444" y="398"/>
                </a:lnTo>
                <a:lnTo>
                  <a:pt x="1444" y="399"/>
                </a:lnTo>
                <a:lnTo>
                  <a:pt x="1445" y="399"/>
                </a:lnTo>
                <a:lnTo>
                  <a:pt x="1445" y="400"/>
                </a:lnTo>
                <a:lnTo>
                  <a:pt x="1446" y="400"/>
                </a:lnTo>
                <a:lnTo>
                  <a:pt x="1446" y="401"/>
                </a:lnTo>
                <a:lnTo>
                  <a:pt x="1447" y="401"/>
                </a:lnTo>
                <a:lnTo>
                  <a:pt x="1448" y="400"/>
                </a:lnTo>
                <a:lnTo>
                  <a:pt x="1449" y="400"/>
                </a:lnTo>
                <a:lnTo>
                  <a:pt x="1449" y="398"/>
                </a:lnTo>
                <a:lnTo>
                  <a:pt x="1449" y="397"/>
                </a:lnTo>
                <a:lnTo>
                  <a:pt x="1450" y="396"/>
                </a:lnTo>
                <a:lnTo>
                  <a:pt x="1451" y="396"/>
                </a:lnTo>
                <a:lnTo>
                  <a:pt x="1451" y="397"/>
                </a:lnTo>
                <a:lnTo>
                  <a:pt x="1452" y="398"/>
                </a:lnTo>
                <a:lnTo>
                  <a:pt x="1452" y="397"/>
                </a:lnTo>
                <a:lnTo>
                  <a:pt x="1453" y="397"/>
                </a:lnTo>
                <a:lnTo>
                  <a:pt x="1454" y="397"/>
                </a:lnTo>
                <a:lnTo>
                  <a:pt x="1455" y="397"/>
                </a:lnTo>
                <a:lnTo>
                  <a:pt x="1455" y="398"/>
                </a:lnTo>
                <a:lnTo>
                  <a:pt x="1456" y="397"/>
                </a:lnTo>
                <a:lnTo>
                  <a:pt x="1457" y="397"/>
                </a:lnTo>
                <a:lnTo>
                  <a:pt x="1457" y="396"/>
                </a:lnTo>
                <a:lnTo>
                  <a:pt x="1458" y="395"/>
                </a:lnTo>
                <a:lnTo>
                  <a:pt x="1458" y="394"/>
                </a:lnTo>
                <a:lnTo>
                  <a:pt x="1459" y="394"/>
                </a:lnTo>
                <a:lnTo>
                  <a:pt x="1460" y="394"/>
                </a:lnTo>
                <a:lnTo>
                  <a:pt x="1461" y="394"/>
                </a:lnTo>
                <a:lnTo>
                  <a:pt x="1461" y="393"/>
                </a:lnTo>
                <a:lnTo>
                  <a:pt x="1461" y="392"/>
                </a:lnTo>
                <a:lnTo>
                  <a:pt x="1462" y="392"/>
                </a:lnTo>
                <a:lnTo>
                  <a:pt x="1461" y="392"/>
                </a:lnTo>
                <a:lnTo>
                  <a:pt x="1461" y="391"/>
                </a:lnTo>
                <a:lnTo>
                  <a:pt x="1462" y="390"/>
                </a:lnTo>
                <a:lnTo>
                  <a:pt x="1463" y="390"/>
                </a:lnTo>
                <a:lnTo>
                  <a:pt x="1464" y="391"/>
                </a:lnTo>
                <a:lnTo>
                  <a:pt x="1465" y="392"/>
                </a:lnTo>
                <a:lnTo>
                  <a:pt x="1465" y="393"/>
                </a:lnTo>
                <a:lnTo>
                  <a:pt x="1466" y="393"/>
                </a:lnTo>
                <a:lnTo>
                  <a:pt x="1466" y="394"/>
                </a:lnTo>
                <a:lnTo>
                  <a:pt x="1467" y="394"/>
                </a:lnTo>
                <a:lnTo>
                  <a:pt x="1468" y="395"/>
                </a:lnTo>
                <a:lnTo>
                  <a:pt x="1469" y="396"/>
                </a:lnTo>
                <a:lnTo>
                  <a:pt x="1470" y="396"/>
                </a:lnTo>
                <a:lnTo>
                  <a:pt x="1469" y="396"/>
                </a:lnTo>
                <a:lnTo>
                  <a:pt x="1469" y="397"/>
                </a:lnTo>
                <a:lnTo>
                  <a:pt x="1470" y="397"/>
                </a:lnTo>
                <a:lnTo>
                  <a:pt x="1471" y="397"/>
                </a:lnTo>
                <a:lnTo>
                  <a:pt x="1471" y="398"/>
                </a:lnTo>
                <a:lnTo>
                  <a:pt x="1471" y="397"/>
                </a:lnTo>
                <a:lnTo>
                  <a:pt x="1472" y="397"/>
                </a:lnTo>
                <a:lnTo>
                  <a:pt x="1473" y="397"/>
                </a:lnTo>
                <a:lnTo>
                  <a:pt x="1473" y="398"/>
                </a:lnTo>
                <a:lnTo>
                  <a:pt x="1474" y="398"/>
                </a:lnTo>
                <a:lnTo>
                  <a:pt x="1474" y="399"/>
                </a:lnTo>
                <a:lnTo>
                  <a:pt x="1473" y="399"/>
                </a:lnTo>
                <a:lnTo>
                  <a:pt x="1474" y="400"/>
                </a:lnTo>
                <a:lnTo>
                  <a:pt x="1475" y="400"/>
                </a:lnTo>
                <a:lnTo>
                  <a:pt x="1474" y="401"/>
                </a:lnTo>
                <a:lnTo>
                  <a:pt x="1475" y="402"/>
                </a:lnTo>
                <a:lnTo>
                  <a:pt x="1476" y="402"/>
                </a:lnTo>
                <a:lnTo>
                  <a:pt x="1477" y="402"/>
                </a:lnTo>
                <a:lnTo>
                  <a:pt x="1478" y="402"/>
                </a:lnTo>
                <a:lnTo>
                  <a:pt x="1478" y="403"/>
                </a:lnTo>
                <a:lnTo>
                  <a:pt x="1478" y="404"/>
                </a:lnTo>
                <a:lnTo>
                  <a:pt x="1476" y="404"/>
                </a:lnTo>
                <a:lnTo>
                  <a:pt x="1476" y="405"/>
                </a:lnTo>
                <a:lnTo>
                  <a:pt x="1477" y="405"/>
                </a:lnTo>
                <a:lnTo>
                  <a:pt x="1478" y="405"/>
                </a:lnTo>
                <a:lnTo>
                  <a:pt x="1478" y="406"/>
                </a:lnTo>
                <a:lnTo>
                  <a:pt x="1479" y="406"/>
                </a:lnTo>
                <a:lnTo>
                  <a:pt x="1479" y="407"/>
                </a:lnTo>
                <a:lnTo>
                  <a:pt x="1479" y="408"/>
                </a:lnTo>
                <a:lnTo>
                  <a:pt x="1480" y="409"/>
                </a:lnTo>
                <a:lnTo>
                  <a:pt x="1481" y="409"/>
                </a:lnTo>
                <a:lnTo>
                  <a:pt x="1482" y="409"/>
                </a:lnTo>
                <a:lnTo>
                  <a:pt x="1482" y="410"/>
                </a:lnTo>
                <a:lnTo>
                  <a:pt x="1483" y="410"/>
                </a:lnTo>
                <a:lnTo>
                  <a:pt x="1484" y="411"/>
                </a:lnTo>
                <a:lnTo>
                  <a:pt x="1485" y="411"/>
                </a:lnTo>
                <a:lnTo>
                  <a:pt x="1486" y="411"/>
                </a:lnTo>
                <a:lnTo>
                  <a:pt x="1487" y="411"/>
                </a:lnTo>
                <a:lnTo>
                  <a:pt x="1488" y="410"/>
                </a:lnTo>
                <a:lnTo>
                  <a:pt x="1488" y="411"/>
                </a:lnTo>
                <a:lnTo>
                  <a:pt x="1488" y="412"/>
                </a:lnTo>
                <a:lnTo>
                  <a:pt x="1489" y="412"/>
                </a:lnTo>
                <a:lnTo>
                  <a:pt x="1489" y="413"/>
                </a:lnTo>
                <a:lnTo>
                  <a:pt x="1489" y="414"/>
                </a:lnTo>
                <a:lnTo>
                  <a:pt x="1489" y="415"/>
                </a:lnTo>
                <a:lnTo>
                  <a:pt x="1490" y="416"/>
                </a:lnTo>
                <a:lnTo>
                  <a:pt x="1490" y="417"/>
                </a:lnTo>
                <a:lnTo>
                  <a:pt x="1491" y="417"/>
                </a:lnTo>
                <a:lnTo>
                  <a:pt x="1492" y="417"/>
                </a:lnTo>
                <a:lnTo>
                  <a:pt x="1493" y="417"/>
                </a:lnTo>
                <a:lnTo>
                  <a:pt x="1493" y="416"/>
                </a:lnTo>
                <a:lnTo>
                  <a:pt x="1494" y="417"/>
                </a:lnTo>
                <a:lnTo>
                  <a:pt x="1495" y="417"/>
                </a:lnTo>
                <a:lnTo>
                  <a:pt x="1496" y="417"/>
                </a:lnTo>
                <a:lnTo>
                  <a:pt x="1496" y="416"/>
                </a:lnTo>
                <a:lnTo>
                  <a:pt x="1496" y="415"/>
                </a:lnTo>
                <a:lnTo>
                  <a:pt x="1497" y="416"/>
                </a:lnTo>
                <a:lnTo>
                  <a:pt x="1498" y="416"/>
                </a:lnTo>
                <a:lnTo>
                  <a:pt x="1498" y="417"/>
                </a:lnTo>
                <a:lnTo>
                  <a:pt x="1499" y="417"/>
                </a:lnTo>
                <a:lnTo>
                  <a:pt x="1500" y="417"/>
                </a:lnTo>
                <a:lnTo>
                  <a:pt x="1501" y="418"/>
                </a:lnTo>
                <a:lnTo>
                  <a:pt x="1502" y="418"/>
                </a:lnTo>
                <a:lnTo>
                  <a:pt x="1503" y="418"/>
                </a:lnTo>
                <a:lnTo>
                  <a:pt x="1503" y="419"/>
                </a:lnTo>
                <a:lnTo>
                  <a:pt x="1504" y="420"/>
                </a:lnTo>
                <a:lnTo>
                  <a:pt x="1505" y="420"/>
                </a:lnTo>
                <a:lnTo>
                  <a:pt x="1505" y="419"/>
                </a:lnTo>
                <a:lnTo>
                  <a:pt x="1506" y="419"/>
                </a:lnTo>
                <a:lnTo>
                  <a:pt x="1507" y="419"/>
                </a:lnTo>
                <a:lnTo>
                  <a:pt x="1508" y="419"/>
                </a:lnTo>
                <a:lnTo>
                  <a:pt x="1509" y="419"/>
                </a:lnTo>
                <a:lnTo>
                  <a:pt x="1509" y="418"/>
                </a:lnTo>
                <a:lnTo>
                  <a:pt x="1510" y="418"/>
                </a:lnTo>
                <a:lnTo>
                  <a:pt x="1511" y="418"/>
                </a:lnTo>
                <a:lnTo>
                  <a:pt x="1511" y="419"/>
                </a:lnTo>
                <a:lnTo>
                  <a:pt x="1512" y="419"/>
                </a:lnTo>
                <a:lnTo>
                  <a:pt x="1513" y="419"/>
                </a:lnTo>
                <a:lnTo>
                  <a:pt x="1513" y="418"/>
                </a:lnTo>
                <a:lnTo>
                  <a:pt x="1514" y="418"/>
                </a:lnTo>
                <a:lnTo>
                  <a:pt x="1514" y="419"/>
                </a:lnTo>
                <a:lnTo>
                  <a:pt x="1515" y="419"/>
                </a:lnTo>
                <a:lnTo>
                  <a:pt x="1516" y="419"/>
                </a:lnTo>
                <a:lnTo>
                  <a:pt x="1517" y="419"/>
                </a:lnTo>
                <a:lnTo>
                  <a:pt x="1517" y="418"/>
                </a:lnTo>
                <a:lnTo>
                  <a:pt x="1518" y="419"/>
                </a:lnTo>
                <a:lnTo>
                  <a:pt x="1517" y="420"/>
                </a:lnTo>
                <a:lnTo>
                  <a:pt x="1518" y="420"/>
                </a:lnTo>
                <a:lnTo>
                  <a:pt x="1518" y="421"/>
                </a:lnTo>
                <a:lnTo>
                  <a:pt x="1519" y="421"/>
                </a:lnTo>
                <a:lnTo>
                  <a:pt x="1520" y="422"/>
                </a:lnTo>
                <a:lnTo>
                  <a:pt x="1521" y="423"/>
                </a:lnTo>
                <a:lnTo>
                  <a:pt x="1520" y="423"/>
                </a:lnTo>
                <a:lnTo>
                  <a:pt x="1519" y="423"/>
                </a:lnTo>
                <a:lnTo>
                  <a:pt x="1518" y="424"/>
                </a:lnTo>
                <a:lnTo>
                  <a:pt x="1517" y="424"/>
                </a:lnTo>
                <a:lnTo>
                  <a:pt x="1516" y="424"/>
                </a:lnTo>
                <a:lnTo>
                  <a:pt x="1516" y="425"/>
                </a:lnTo>
                <a:lnTo>
                  <a:pt x="1515" y="425"/>
                </a:lnTo>
                <a:lnTo>
                  <a:pt x="1514" y="425"/>
                </a:lnTo>
                <a:lnTo>
                  <a:pt x="1513" y="425"/>
                </a:lnTo>
                <a:lnTo>
                  <a:pt x="1512" y="425"/>
                </a:lnTo>
                <a:lnTo>
                  <a:pt x="1511" y="425"/>
                </a:lnTo>
                <a:lnTo>
                  <a:pt x="1509" y="425"/>
                </a:lnTo>
                <a:lnTo>
                  <a:pt x="1508" y="425"/>
                </a:lnTo>
                <a:lnTo>
                  <a:pt x="1507" y="426"/>
                </a:lnTo>
                <a:lnTo>
                  <a:pt x="1506" y="426"/>
                </a:lnTo>
                <a:lnTo>
                  <a:pt x="1506" y="427"/>
                </a:lnTo>
                <a:lnTo>
                  <a:pt x="1505" y="427"/>
                </a:lnTo>
                <a:lnTo>
                  <a:pt x="1505" y="428"/>
                </a:lnTo>
                <a:lnTo>
                  <a:pt x="1505" y="429"/>
                </a:lnTo>
                <a:lnTo>
                  <a:pt x="1505" y="430"/>
                </a:lnTo>
                <a:lnTo>
                  <a:pt x="1505" y="431"/>
                </a:lnTo>
                <a:lnTo>
                  <a:pt x="1506" y="431"/>
                </a:lnTo>
                <a:lnTo>
                  <a:pt x="1507" y="432"/>
                </a:lnTo>
                <a:lnTo>
                  <a:pt x="1508" y="432"/>
                </a:lnTo>
                <a:lnTo>
                  <a:pt x="1508" y="431"/>
                </a:lnTo>
                <a:lnTo>
                  <a:pt x="1509" y="431"/>
                </a:lnTo>
                <a:lnTo>
                  <a:pt x="1510" y="431"/>
                </a:lnTo>
                <a:lnTo>
                  <a:pt x="1511" y="430"/>
                </a:lnTo>
                <a:lnTo>
                  <a:pt x="1512" y="430"/>
                </a:lnTo>
                <a:lnTo>
                  <a:pt x="1513" y="430"/>
                </a:lnTo>
                <a:lnTo>
                  <a:pt x="1514" y="430"/>
                </a:lnTo>
                <a:lnTo>
                  <a:pt x="1515" y="429"/>
                </a:lnTo>
                <a:lnTo>
                  <a:pt x="1516" y="429"/>
                </a:lnTo>
                <a:lnTo>
                  <a:pt x="1516" y="428"/>
                </a:lnTo>
                <a:lnTo>
                  <a:pt x="1516" y="427"/>
                </a:lnTo>
                <a:lnTo>
                  <a:pt x="1517" y="427"/>
                </a:lnTo>
                <a:lnTo>
                  <a:pt x="1517" y="426"/>
                </a:lnTo>
                <a:lnTo>
                  <a:pt x="1517" y="425"/>
                </a:lnTo>
                <a:lnTo>
                  <a:pt x="1517" y="426"/>
                </a:lnTo>
                <a:lnTo>
                  <a:pt x="1518" y="426"/>
                </a:lnTo>
                <a:lnTo>
                  <a:pt x="1519" y="426"/>
                </a:lnTo>
                <a:lnTo>
                  <a:pt x="1519" y="428"/>
                </a:lnTo>
                <a:lnTo>
                  <a:pt x="1520" y="428"/>
                </a:lnTo>
                <a:lnTo>
                  <a:pt x="1520" y="429"/>
                </a:lnTo>
                <a:lnTo>
                  <a:pt x="1519" y="429"/>
                </a:lnTo>
                <a:lnTo>
                  <a:pt x="1519" y="430"/>
                </a:lnTo>
                <a:lnTo>
                  <a:pt x="1520" y="430"/>
                </a:lnTo>
                <a:lnTo>
                  <a:pt x="1520" y="431"/>
                </a:lnTo>
                <a:lnTo>
                  <a:pt x="1520" y="432"/>
                </a:lnTo>
                <a:lnTo>
                  <a:pt x="1521" y="433"/>
                </a:lnTo>
                <a:lnTo>
                  <a:pt x="1520" y="433"/>
                </a:lnTo>
                <a:lnTo>
                  <a:pt x="1521" y="434"/>
                </a:lnTo>
                <a:lnTo>
                  <a:pt x="1520" y="435"/>
                </a:lnTo>
                <a:lnTo>
                  <a:pt x="1521" y="435"/>
                </a:lnTo>
                <a:lnTo>
                  <a:pt x="1521" y="436"/>
                </a:lnTo>
                <a:lnTo>
                  <a:pt x="1521" y="437"/>
                </a:lnTo>
                <a:lnTo>
                  <a:pt x="1522" y="437"/>
                </a:lnTo>
                <a:lnTo>
                  <a:pt x="1523" y="437"/>
                </a:lnTo>
                <a:lnTo>
                  <a:pt x="1523" y="438"/>
                </a:lnTo>
                <a:lnTo>
                  <a:pt x="1522" y="438"/>
                </a:lnTo>
                <a:lnTo>
                  <a:pt x="1522" y="439"/>
                </a:lnTo>
                <a:lnTo>
                  <a:pt x="1523" y="440"/>
                </a:lnTo>
                <a:lnTo>
                  <a:pt x="1523" y="441"/>
                </a:lnTo>
                <a:lnTo>
                  <a:pt x="1524" y="441"/>
                </a:lnTo>
                <a:lnTo>
                  <a:pt x="1524" y="442"/>
                </a:lnTo>
                <a:lnTo>
                  <a:pt x="1525" y="442"/>
                </a:lnTo>
                <a:lnTo>
                  <a:pt x="1525" y="443"/>
                </a:lnTo>
                <a:lnTo>
                  <a:pt x="1526" y="443"/>
                </a:lnTo>
                <a:lnTo>
                  <a:pt x="1527" y="443"/>
                </a:lnTo>
                <a:lnTo>
                  <a:pt x="1528" y="443"/>
                </a:lnTo>
                <a:lnTo>
                  <a:pt x="1529" y="443"/>
                </a:lnTo>
                <a:lnTo>
                  <a:pt x="1529" y="444"/>
                </a:lnTo>
                <a:lnTo>
                  <a:pt x="1530" y="444"/>
                </a:lnTo>
                <a:lnTo>
                  <a:pt x="1531" y="443"/>
                </a:lnTo>
                <a:lnTo>
                  <a:pt x="1530" y="443"/>
                </a:lnTo>
                <a:lnTo>
                  <a:pt x="1530" y="442"/>
                </a:lnTo>
                <a:lnTo>
                  <a:pt x="1530" y="441"/>
                </a:lnTo>
                <a:lnTo>
                  <a:pt x="1531" y="440"/>
                </a:lnTo>
                <a:lnTo>
                  <a:pt x="1532" y="440"/>
                </a:lnTo>
                <a:lnTo>
                  <a:pt x="1533" y="440"/>
                </a:lnTo>
                <a:lnTo>
                  <a:pt x="1534" y="440"/>
                </a:lnTo>
                <a:lnTo>
                  <a:pt x="1535" y="441"/>
                </a:lnTo>
                <a:lnTo>
                  <a:pt x="1535" y="442"/>
                </a:lnTo>
                <a:lnTo>
                  <a:pt x="1536" y="442"/>
                </a:lnTo>
                <a:lnTo>
                  <a:pt x="1537" y="442"/>
                </a:lnTo>
                <a:lnTo>
                  <a:pt x="1537" y="443"/>
                </a:lnTo>
                <a:lnTo>
                  <a:pt x="1537" y="444"/>
                </a:lnTo>
                <a:lnTo>
                  <a:pt x="1537" y="445"/>
                </a:lnTo>
                <a:lnTo>
                  <a:pt x="1537" y="446"/>
                </a:lnTo>
                <a:lnTo>
                  <a:pt x="1536" y="446"/>
                </a:lnTo>
                <a:lnTo>
                  <a:pt x="1537" y="446"/>
                </a:lnTo>
                <a:lnTo>
                  <a:pt x="1538" y="447"/>
                </a:lnTo>
                <a:lnTo>
                  <a:pt x="1538" y="448"/>
                </a:lnTo>
                <a:lnTo>
                  <a:pt x="1538" y="450"/>
                </a:lnTo>
                <a:lnTo>
                  <a:pt x="1538" y="451"/>
                </a:lnTo>
                <a:lnTo>
                  <a:pt x="1538" y="452"/>
                </a:lnTo>
                <a:lnTo>
                  <a:pt x="1537" y="453"/>
                </a:lnTo>
                <a:lnTo>
                  <a:pt x="1536" y="453"/>
                </a:lnTo>
                <a:lnTo>
                  <a:pt x="1535" y="454"/>
                </a:lnTo>
                <a:lnTo>
                  <a:pt x="1535" y="455"/>
                </a:lnTo>
                <a:lnTo>
                  <a:pt x="1536" y="456"/>
                </a:lnTo>
                <a:lnTo>
                  <a:pt x="1537" y="457"/>
                </a:lnTo>
                <a:lnTo>
                  <a:pt x="1538" y="457"/>
                </a:lnTo>
                <a:lnTo>
                  <a:pt x="1538" y="458"/>
                </a:lnTo>
                <a:lnTo>
                  <a:pt x="1537" y="458"/>
                </a:lnTo>
                <a:lnTo>
                  <a:pt x="1537" y="459"/>
                </a:lnTo>
                <a:lnTo>
                  <a:pt x="1536" y="459"/>
                </a:lnTo>
                <a:lnTo>
                  <a:pt x="1536" y="458"/>
                </a:lnTo>
                <a:lnTo>
                  <a:pt x="1535" y="458"/>
                </a:lnTo>
                <a:lnTo>
                  <a:pt x="1535" y="459"/>
                </a:lnTo>
                <a:lnTo>
                  <a:pt x="1535" y="458"/>
                </a:lnTo>
                <a:lnTo>
                  <a:pt x="1534" y="458"/>
                </a:lnTo>
                <a:lnTo>
                  <a:pt x="1533" y="458"/>
                </a:lnTo>
                <a:lnTo>
                  <a:pt x="1533" y="459"/>
                </a:lnTo>
                <a:lnTo>
                  <a:pt x="1531" y="461"/>
                </a:lnTo>
                <a:lnTo>
                  <a:pt x="1531" y="462"/>
                </a:lnTo>
                <a:lnTo>
                  <a:pt x="1531" y="464"/>
                </a:lnTo>
                <a:lnTo>
                  <a:pt x="1531" y="465"/>
                </a:lnTo>
                <a:lnTo>
                  <a:pt x="1530" y="465"/>
                </a:lnTo>
                <a:lnTo>
                  <a:pt x="1531" y="466"/>
                </a:lnTo>
                <a:lnTo>
                  <a:pt x="1532" y="466"/>
                </a:lnTo>
                <a:lnTo>
                  <a:pt x="1533" y="467"/>
                </a:lnTo>
                <a:lnTo>
                  <a:pt x="1534" y="467"/>
                </a:lnTo>
                <a:lnTo>
                  <a:pt x="1534" y="468"/>
                </a:lnTo>
                <a:lnTo>
                  <a:pt x="1534" y="469"/>
                </a:lnTo>
                <a:lnTo>
                  <a:pt x="1535" y="470"/>
                </a:lnTo>
                <a:lnTo>
                  <a:pt x="1536" y="471"/>
                </a:lnTo>
                <a:lnTo>
                  <a:pt x="1535" y="471"/>
                </a:lnTo>
                <a:lnTo>
                  <a:pt x="1535" y="472"/>
                </a:lnTo>
                <a:lnTo>
                  <a:pt x="1536" y="473"/>
                </a:lnTo>
                <a:lnTo>
                  <a:pt x="1537" y="475"/>
                </a:lnTo>
                <a:lnTo>
                  <a:pt x="1537" y="476"/>
                </a:lnTo>
                <a:lnTo>
                  <a:pt x="1538" y="476"/>
                </a:lnTo>
                <a:lnTo>
                  <a:pt x="1539" y="477"/>
                </a:lnTo>
                <a:lnTo>
                  <a:pt x="1539" y="478"/>
                </a:lnTo>
                <a:lnTo>
                  <a:pt x="1538" y="478"/>
                </a:lnTo>
                <a:lnTo>
                  <a:pt x="1538" y="479"/>
                </a:lnTo>
                <a:lnTo>
                  <a:pt x="1539" y="479"/>
                </a:lnTo>
                <a:lnTo>
                  <a:pt x="1539" y="480"/>
                </a:lnTo>
                <a:lnTo>
                  <a:pt x="1540" y="480"/>
                </a:lnTo>
                <a:lnTo>
                  <a:pt x="1541" y="480"/>
                </a:lnTo>
                <a:lnTo>
                  <a:pt x="1541" y="481"/>
                </a:lnTo>
                <a:lnTo>
                  <a:pt x="1542" y="481"/>
                </a:lnTo>
                <a:lnTo>
                  <a:pt x="1543" y="483"/>
                </a:lnTo>
                <a:lnTo>
                  <a:pt x="1543" y="484"/>
                </a:lnTo>
                <a:lnTo>
                  <a:pt x="1544" y="484"/>
                </a:lnTo>
                <a:lnTo>
                  <a:pt x="1546" y="485"/>
                </a:lnTo>
                <a:lnTo>
                  <a:pt x="1547" y="485"/>
                </a:lnTo>
                <a:lnTo>
                  <a:pt x="1549" y="485"/>
                </a:lnTo>
                <a:lnTo>
                  <a:pt x="1550" y="484"/>
                </a:lnTo>
                <a:lnTo>
                  <a:pt x="1550" y="482"/>
                </a:lnTo>
                <a:lnTo>
                  <a:pt x="1551" y="482"/>
                </a:lnTo>
                <a:lnTo>
                  <a:pt x="1552" y="482"/>
                </a:lnTo>
                <a:lnTo>
                  <a:pt x="1553" y="482"/>
                </a:lnTo>
                <a:lnTo>
                  <a:pt x="1553" y="481"/>
                </a:lnTo>
                <a:lnTo>
                  <a:pt x="1563" y="483"/>
                </a:lnTo>
                <a:lnTo>
                  <a:pt x="1564" y="483"/>
                </a:lnTo>
                <a:lnTo>
                  <a:pt x="1567" y="484"/>
                </a:lnTo>
                <a:lnTo>
                  <a:pt x="1568" y="484"/>
                </a:lnTo>
                <a:lnTo>
                  <a:pt x="1569" y="486"/>
                </a:lnTo>
                <a:lnTo>
                  <a:pt x="1569" y="487"/>
                </a:lnTo>
                <a:lnTo>
                  <a:pt x="1570" y="489"/>
                </a:lnTo>
                <a:lnTo>
                  <a:pt x="1570" y="490"/>
                </a:lnTo>
                <a:lnTo>
                  <a:pt x="1571" y="491"/>
                </a:lnTo>
                <a:lnTo>
                  <a:pt x="1572" y="491"/>
                </a:lnTo>
                <a:lnTo>
                  <a:pt x="1573" y="491"/>
                </a:lnTo>
                <a:lnTo>
                  <a:pt x="1574" y="489"/>
                </a:lnTo>
                <a:lnTo>
                  <a:pt x="1574" y="488"/>
                </a:lnTo>
                <a:lnTo>
                  <a:pt x="1574" y="487"/>
                </a:lnTo>
                <a:lnTo>
                  <a:pt x="1574" y="486"/>
                </a:lnTo>
                <a:lnTo>
                  <a:pt x="1574" y="485"/>
                </a:lnTo>
                <a:lnTo>
                  <a:pt x="1575" y="483"/>
                </a:lnTo>
                <a:lnTo>
                  <a:pt x="1576" y="482"/>
                </a:lnTo>
                <a:lnTo>
                  <a:pt x="1577" y="481"/>
                </a:lnTo>
                <a:lnTo>
                  <a:pt x="1578" y="477"/>
                </a:lnTo>
                <a:lnTo>
                  <a:pt x="1579" y="477"/>
                </a:lnTo>
                <a:lnTo>
                  <a:pt x="1580" y="477"/>
                </a:lnTo>
                <a:lnTo>
                  <a:pt x="1581" y="477"/>
                </a:lnTo>
                <a:lnTo>
                  <a:pt x="1583" y="477"/>
                </a:lnTo>
                <a:lnTo>
                  <a:pt x="1585" y="477"/>
                </a:lnTo>
                <a:lnTo>
                  <a:pt x="1586" y="477"/>
                </a:lnTo>
                <a:lnTo>
                  <a:pt x="1587" y="478"/>
                </a:lnTo>
                <a:lnTo>
                  <a:pt x="1587" y="479"/>
                </a:lnTo>
                <a:lnTo>
                  <a:pt x="1587" y="480"/>
                </a:lnTo>
                <a:lnTo>
                  <a:pt x="1587" y="481"/>
                </a:lnTo>
                <a:lnTo>
                  <a:pt x="1587" y="482"/>
                </a:lnTo>
                <a:lnTo>
                  <a:pt x="1588" y="482"/>
                </a:lnTo>
                <a:lnTo>
                  <a:pt x="1590" y="485"/>
                </a:lnTo>
                <a:lnTo>
                  <a:pt x="1591" y="486"/>
                </a:lnTo>
                <a:lnTo>
                  <a:pt x="1592" y="486"/>
                </a:lnTo>
                <a:lnTo>
                  <a:pt x="1593" y="486"/>
                </a:lnTo>
                <a:lnTo>
                  <a:pt x="1594" y="487"/>
                </a:lnTo>
                <a:lnTo>
                  <a:pt x="1596" y="488"/>
                </a:lnTo>
                <a:lnTo>
                  <a:pt x="1597" y="489"/>
                </a:lnTo>
                <a:lnTo>
                  <a:pt x="1598" y="490"/>
                </a:lnTo>
                <a:lnTo>
                  <a:pt x="1599" y="490"/>
                </a:lnTo>
                <a:lnTo>
                  <a:pt x="1600" y="490"/>
                </a:lnTo>
                <a:lnTo>
                  <a:pt x="1601" y="491"/>
                </a:lnTo>
                <a:lnTo>
                  <a:pt x="1601" y="492"/>
                </a:lnTo>
                <a:lnTo>
                  <a:pt x="1601" y="494"/>
                </a:lnTo>
                <a:lnTo>
                  <a:pt x="1601" y="496"/>
                </a:lnTo>
                <a:lnTo>
                  <a:pt x="1601" y="498"/>
                </a:lnTo>
                <a:lnTo>
                  <a:pt x="1601" y="499"/>
                </a:lnTo>
                <a:lnTo>
                  <a:pt x="1602" y="499"/>
                </a:lnTo>
                <a:lnTo>
                  <a:pt x="1603" y="499"/>
                </a:lnTo>
                <a:lnTo>
                  <a:pt x="1604" y="499"/>
                </a:lnTo>
                <a:lnTo>
                  <a:pt x="1605" y="499"/>
                </a:lnTo>
                <a:lnTo>
                  <a:pt x="1606" y="500"/>
                </a:lnTo>
                <a:lnTo>
                  <a:pt x="1607" y="499"/>
                </a:lnTo>
                <a:lnTo>
                  <a:pt x="1607" y="498"/>
                </a:lnTo>
                <a:lnTo>
                  <a:pt x="1607" y="497"/>
                </a:lnTo>
                <a:lnTo>
                  <a:pt x="1608" y="497"/>
                </a:lnTo>
                <a:lnTo>
                  <a:pt x="1608" y="496"/>
                </a:lnTo>
                <a:lnTo>
                  <a:pt x="1608" y="495"/>
                </a:lnTo>
                <a:lnTo>
                  <a:pt x="1608" y="494"/>
                </a:lnTo>
                <a:lnTo>
                  <a:pt x="1609" y="494"/>
                </a:lnTo>
                <a:lnTo>
                  <a:pt x="1610" y="494"/>
                </a:lnTo>
                <a:lnTo>
                  <a:pt x="1610" y="493"/>
                </a:lnTo>
                <a:lnTo>
                  <a:pt x="1610" y="491"/>
                </a:lnTo>
                <a:lnTo>
                  <a:pt x="1610" y="490"/>
                </a:lnTo>
                <a:lnTo>
                  <a:pt x="1609" y="488"/>
                </a:lnTo>
                <a:lnTo>
                  <a:pt x="1609" y="487"/>
                </a:lnTo>
                <a:lnTo>
                  <a:pt x="1608" y="486"/>
                </a:lnTo>
                <a:lnTo>
                  <a:pt x="1608" y="485"/>
                </a:lnTo>
                <a:lnTo>
                  <a:pt x="1609" y="484"/>
                </a:lnTo>
                <a:lnTo>
                  <a:pt x="1607" y="483"/>
                </a:lnTo>
                <a:lnTo>
                  <a:pt x="1606" y="483"/>
                </a:lnTo>
                <a:lnTo>
                  <a:pt x="1605" y="482"/>
                </a:lnTo>
                <a:lnTo>
                  <a:pt x="1604" y="482"/>
                </a:lnTo>
                <a:lnTo>
                  <a:pt x="1604" y="481"/>
                </a:lnTo>
                <a:lnTo>
                  <a:pt x="1604" y="480"/>
                </a:lnTo>
                <a:lnTo>
                  <a:pt x="1604" y="478"/>
                </a:lnTo>
                <a:lnTo>
                  <a:pt x="1603" y="477"/>
                </a:lnTo>
                <a:lnTo>
                  <a:pt x="1604" y="475"/>
                </a:lnTo>
                <a:lnTo>
                  <a:pt x="1605" y="475"/>
                </a:lnTo>
                <a:lnTo>
                  <a:pt x="1606" y="475"/>
                </a:lnTo>
                <a:lnTo>
                  <a:pt x="1606" y="474"/>
                </a:lnTo>
                <a:lnTo>
                  <a:pt x="1606" y="473"/>
                </a:lnTo>
                <a:lnTo>
                  <a:pt x="1607" y="472"/>
                </a:lnTo>
                <a:lnTo>
                  <a:pt x="1607" y="471"/>
                </a:lnTo>
                <a:lnTo>
                  <a:pt x="1606" y="471"/>
                </a:lnTo>
                <a:lnTo>
                  <a:pt x="1605" y="470"/>
                </a:lnTo>
                <a:lnTo>
                  <a:pt x="1605" y="468"/>
                </a:lnTo>
                <a:lnTo>
                  <a:pt x="1606" y="468"/>
                </a:lnTo>
                <a:lnTo>
                  <a:pt x="1607" y="468"/>
                </a:lnTo>
                <a:lnTo>
                  <a:pt x="1609" y="467"/>
                </a:lnTo>
                <a:lnTo>
                  <a:pt x="1609" y="466"/>
                </a:lnTo>
                <a:lnTo>
                  <a:pt x="1610" y="466"/>
                </a:lnTo>
                <a:lnTo>
                  <a:pt x="1611" y="466"/>
                </a:lnTo>
                <a:lnTo>
                  <a:pt x="1612" y="467"/>
                </a:lnTo>
                <a:lnTo>
                  <a:pt x="1613" y="467"/>
                </a:lnTo>
                <a:lnTo>
                  <a:pt x="1614" y="467"/>
                </a:lnTo>
                <a:lnTo>
                  <a:pt x="1620" y="467"/>
                </a:lnTo>
                <a:lnTo>
                  <a:pt x="1621" y="466"/>
                </a:lnTo>
                <a:lnTo>
                  <a:pt x="1622" y="466"/>
                </a:lnTo>
                <a:lnTo>
                  <a:pt x="1623" y="467"/>
                </a:lnTo>
                <a:lnTo>
                  <a:pt x="1624" y="470"/>
                </a:lnTo>
                <a:lnTo>
                  <a:pt x="1624" y="471"/>
                </a:lnTo>
                <a:lnTo>
                  <a:pt x="1624" y="472"/>
                </a:lnTo>
                <a:lnTo>
                  <a:pt x="1624" y="474"/>
                </a:lnTo>
                <a:lnTo>
                  <a:pt x="1625" y="476"/>
                </a:lnTo>
                <a:lnTo>
                  <a:pt x="1626" y="476"/>
                </a:lnTo>
                <a:lnTo>
                  <a:pt x="1626" y="477"/>
                </a:lnTo>
                <a:lnTo>
                  <a:pt x="1627" y="477"/>
                </a:lnTo>
                <a:lnTo>
                  <a:pt x="1627" y="479"/>
                </a:lnTo>
                <a:lnTo>
                  <a:pt x="1627" y="480"/>
                </a:lnTo>
                <a:lnTo>
                  <a:pt x="1629" y="481"/>
                </a:lnTo>
                <a:lnTo>
                  <a:pt x="1630" y="482"/>
                </a:lnTo>
                <a:lnTo>
                  <a:pt x="1632" y="483"/>
                </a:lnTo>
                <a:lnTo>
                  <a:pt x="1633" y="484"/>
                </a:lnTo>
                <a:lnTo>
                  <a:pt x="1634" y="484"/>
                </a:lnTo>
                <a:lnTo>
                  <a:pt x="1635" y="485"/>
                </a:lnTo>
                <a:lnTo>
                  <a:pt x="1635" y="486"/>
                </a:lnTo>
                <a:lnTo>
                  <a:pt x="1636" y="486"/>
                </a:lnTo>
                <a:lnTo>
                  <a:pt x="1637" y="486"/>
                </a:lnTo>
                <a:lnTo>
                  <a:pt x="1637" y="487"/>
                </a:lnTo>
                <a:lnTo>
                  <a:pt x="1638" y="487"/>
                </a:lnTo>
                <a:lnTo>
                  <a:pt x="1639" y="488"/>
                </a:lnTo>
                <a:lnTo>
                  <a:pt x="1642" y="487"/>
                </a:lnTo>
                <a:lnTo>
                  <a:pt x="1642" y="486"/>
                </a:lnTo>
                <a:lnTo>
                  <a:pt x="1643" y="486"/>
                </a:lnTo>
                <a:lnTo>
                  <a:pt x="1643" y="485"/>
                </a:lnTo>
                <a:lnTo>
                  <a:pt x="1644" y="486"/>
                </a:lnTo>
                <a:lnTo>
                  <a:pt x="1644" y="487"/>
                </a:lnTo>
                <a:lnTo>
                  <a:pt x="1645" y="488"/>
                </a:lnTo>
                <a:lnTo>
                  <a:pt x="1646" y="488"/>
                </a:lnTo>
                <a:lnTo>
                  <a:pt x="1647" y="489"/>
                </a:lnTo>
                <a:lnTo>
                  <a:pt x="1648" y="488"/>
                </a:lnTo>
                <a:lnTo>
                  <a:pt x="1648" y="487"/>
                </a:lnTo>
                <a:lnTo>
                  <a:pt x="1648" y="486"/>
                </a:lnTo>
                <a:lnTo>
                  <a:pt x="1649" y="487"/>
                </a:lnTo>
                <a:lnTo>
                  <a:pt x="1650" y="487"/>
                </a:lnTo>
                <a:lnTo>
                  <a:pt x="1651" y="488"/>
                </a:lnTo>
                <a:lnTo>
                  <a:pt x="1651" y="489"/>
                </a:lnTo>
                <a:lnTo>
                  <a:pt x="1652" y="489"/>
                </a:lnTo>
                <a:lnTo>
                  <a:pt x="1652" y="491"/>
                </a:lnTo>
                <a:lnTo>
                  <a:pt x="1653" y="491"/>
                </a:lnTo>
                <a:lnTo>
                  <a:pt x="1654" y="492"/>
                </a:lnTo>
                <a:lnTo>
                  <a:pt x="1655" y="492"/>
                </a:lnTo>
                <a:lnTo>
                  <a:pt x="1656" y="492"/>
                </a:lnTo>
                <a:lnTo>
                  <a:pt x="1657" y="492"/>
                </a:lnTo>
                <a:lnTo>
                  <a:pt x="1658" y="491"/>
                </a:lnTo>
                <a:lnTo>
                  <a:pt x="1658" y="490"/>
                </a:lnTo>
                <a:lnTo>
                  <a:pt x="1659" y="489"/>
                </a:lnTo>
                <a:lnTo>
                  <a:pt x="1660" y="489"/>
                </a:lnTo>
                <a:lnTo>
                  <a:pt x="1661" y="489"/>
                </a:lnTo>
                <a:lnTo>
                  <a:pt x="1662" y="489"/>
                </a:lnTo>
                <a:lnTo>
                  <a:pt x="1663" y="488"/>
                </a:lnTo>
                <a:lnTo>
                  <a:pt x="1663" y="487"/>
                </a:lnTo>
                <a:lnTo>
                  <a:pt x="1664" y="487"/>
                </a:lnTo>
                <a:lnTo>
                  <a:pt x="1663" y="487"/>
                </a:lnTo>
                <a:lnTo>
                  <a:pt x="1663" y="485"/>
                </a:lnTo>
                <a:lnTo>
                  <a:pt x="1662" y="485"/>
                </a:lnTo>
                <a:lnTo>
                  <a:pt x="1661" y="485"/>
                </a:lnTo>
                <a:lnTo>
                  <a:pt x="1661" y="483"/>
                </a:lnTo>
                <a:lnTo>
                  <a:pt x="1660" y="482"/>
                </a:lnTo>
                <a:lnTo>
                  <a:pt x="1660" y="481"/>
                </a:lnTo>
                <a:lnTo>
                  <a:pt x="1660" y="480"/>
                </a:lnTo>
                <a:lnTo>
                  <a:pt x="1659" y="479"/>
                </a:lnTo>
                <a:lnTo>
                  <a:pt x="1657" y="478"/>
                </a:lnTo>
                <a:lnTo>
                  <a:pt x="1656" y="477"/>
                </a:lnTo>
                <a:lnTo>
                  <a:pt x="1656" y="475"/>
                </a:lnTo>
                <a:lnTo>
                  <a:pt x="1656" y="473"/>
                </a:lnTo>
                <a:lnTo>
                  <a:pt x="1656" y="472"/>
                </a:lnTo>
                <a:lnTo>
                  <a:pt x="1657" y="472"/>
                </a:lnTo>
                <a:lnTo>
                  <a:pt x="1659" y="472"/>
                </a:lnTo>
                <a:lnTo>
                  <a:pt x="1659" y="471"/>
                </a:lnTo>
                <a:lnTo>
                  <a:pt x="1660" y="471"/>
                </a:lnTo>
                <a:lnTo>
                  <a:pt x="1660" y="470"/>
                </a:lnTo>
                <a:lnTo>
                  <a:pt x="1661" y="470"/>
                </a:lnTo>
                <a:lnTo>
                  <a:pt x="1661" y="469"/>
                </a:lnTo>
                <a:lnTo>
                  <a:pt x="1660" y="469"/>
                </a:lnTo>
                <a:lnTo>
                  <a:pt x="1660" y="468"/>
                </a:lnTo>
                <a:lnTo>
                  <a:pt x="1659" y="468"/>
                </a:lnTo>
                <a:lnTo>
                  <a:pt x="1658" y="468"/>
                </a:lnTo>
                <a:lnTo>
                  <a:pt x="1658" y="466"/>
                </a:lnTo>
                <a:lnTo>
                  <a:pt x="1658" y="465"/>
                </a:lnTo>
                <a:lnTo>
                  <a:pt x="1657" y="465"/>
                </a:lnTo>
                <a:lnTo>
                  <a:pt x="1656" y="464"/>
                </a:lnTo>
                <a:lnTo>
                  <a:pt x="1655" y="463"/>
                </a:lnTo>
                <a:lnTo>
                  <a:pt x="1655" y="462"/>
                </a:lnTo>
                <a:lnTo>
                  <a:pt x="1654" y="461"/>
                </a:lnTo>
                <a:lnTo>
                  <a:pt x="1654" y="460"/>
                </a:lnTo>
                <a:lnTo>
                  <a:pt x="1654" y="459"/>
                </a:lnTo>
                <a:lnTo>
                  <a:pt x="1655" y="459"/>
                </a:lnTo>
                <a:lnTo>
                  <a:pt x="1655" y="458"/>
                </a:lnTo>
                <a:lnTo>
                  <a:pt x="1654" y="458"/>
                </a:lnTo>
                <a:lnTo>
                  <a:pt x="1653" y="457"/>
                </a:lnTo>
                <a:lnTo>
                  <a:pt x="1652" y="457"/>
                </a:lnTo>
                <a:lnTo>
                  <a:pt x="1653" y="456"/>
                </a:lnTo>
                <a:lnTo>
                  <a:pt x="1654" y="456"/>
                </a:lnTo>
                <a:lnTo>
                  <a:pt x="1654" y="457"/>
                </a:lnTo>
                <a:lnTo>
                  <a:pt x="1655" y="457"/>
                </a:lnTo>
                <a:lnTo>
                  <a:pt x="1656" y="457"/>
                </a:lnTo>
                <a:lnTo>
                  <a:pt x="1657" y="457"/>
                </a:lnTo>
                <a:lnTo>
                  <a:pt x="1658" y="457"/>
                </a:lnTo>
                <a:lnTo>
                  <a:pt x="1659" y="457"/>
                </a:lnTo>
                <a:lnTo>
                  <a:pt x="1659" y="456"/>
                </a:lnTo>
                <a:lnTo>
                  <a:pt x="1660" y="457"/>
                </a:lnTo>
                <a:lnTo>
                  <a:pt x="1661" y="457"/>
                </a:lnTo>
                <a:lnTo>
                  <a:pt x="1662" y="458"/>
                </a:lnTo>
                <a:lnTo>
                  <a:pt x="1662" y="459"/>
                </a:lnTo>
                <a:lnTo>
                  <a:pt x="1663" y="459"/>
                </a:lnTo>
                <a:lnTo>
                  <a:pt x="1664" y="459"/>
                </a:lnTo>
                <a:lnTo>
                  <a:pt x="1664" y="460"/>
                </a:lnTo>
                <a:lnTo>
                  <a:pt x="1664" y="461"/>
                </a:lnTo>
                <a:lnTo>
                  <a:pt x="1665" y="461"/>
                </a:lnTo>
                <a:lnTo>
                  <a:pt x="1665" y="462"/>
                </a:lnTo>
                <a:lnTo>
                  <a:pt x="1666" y="462"/>
                </a:lnTo>
                <a:lnTo>
                  <a:pt x="1666" y="461"/>
                </a:lnTo>
                <a:lnTo>
                  <a:pt x="1665" y="460"/>
                </a:lnTo>
                <a:lnTo>
                  <a:pt x="1665" y="459"/>
                </a:lnTo>
                <a:lnTo>
                  <a:pt x="1666" y="459"/>
                </a:lnTo>
                <a:lnTo>
                  <a:pt x="1667" y="459"/>
                </a:lnTo>
                <a:lnTo>
                  <a:pt x="1667" y="458"/>
                </a:lnTo>
                <a:lnTo>
                  <a:pt x="1668" y="458"/>
                </a:lnTo>
                <a:lnTo>
                  <a:pt x="1668" y="457"/>
                </a:lnTo>
                <a:lnTo>
                  <a:pt x="1669" y="457"/>
                </a:lnTo>
                <a:lnTo>
                  <a:pt x="1669" y="458"/>
                </a:lnTo>
                <a:lnTo>
                  <a:pt x="1670" y="458"/>
                </a:lnTo>
                <a:lnTo>
                  <a:pt x="1670" y="459"/>
                </a:lnTo>
                <a:lnTo>
                  <a:pt x="1671" y="459"/>
                </a:lnTo>
                <a:lnTo>
                  <a:pt x="1673" y="460"/>
                </a:lnTo>
                <a:lnTo>
                  <a:pt x="1674" y="459"/>
                </a:lnTo>
                <a:lnTo>
                  <a:pt x="1674" y="458"/>
                </a:lnTo>
                <a:lnTo>
                  <a:pt x="1675" y="458"/>
                </a:lnTo>
                <a:lnTo>
                  <a:pt x="1675" y="457"/>
                </a:lnTo>
                <a:lnTo>
                  <a:pt x="1674" y="456"/>
                </a:lnTo>
                <a:lnTo>
                  <a:pt x="1673" y="456"/>
                </a:lnTo>
                <a:lnTo>
                  <a:pt x="1672" y="455"/>
                </a:lnTo>
                <a:lnTo>
                  <a:pt x="1672" y="454"/>
                </a:lnTo>
                <a:lnTo>
                  <a:pt x="1672" y="453"/>
                </a:lnTo>
                <a:lnTo>
                  <a:pt x="1673" y="453"/>
                </a:lnTo>
                <a:lnTo>
                  <a:pt x="1673" y="452"/>
                </a:lnTo>
                <a:lnTo>
                  <a:pt x="1674" y="452"/>
                </a:lnTo>
                <a:lnTo>
                  <a:pt x="1675" y="452"/>
                </a:lnTo>
                <a:lnTo>
                  <a:pt x="1676" y="452"/>
                </a:lnTo>
                <a:lnTo>
                  <a:pt x="1677" y="452"/>
                </a:lnTo>
                <a:lnTo>
                  <a:pt x="1678" y="452"/>
                </a:lnTo>
                <a:lnTo>
                  <a:pt x="1679" y="452"/>
                </a:lnTo>
                <a:lnTo>
                  <a:pt x="1679" y="453"/>
                </a:lnTo>
                <a:lnTo>
                  <a:pt x="1680" y="453"/>
                </a:lnTo>
                <a:lnTo>
                  <a:pt x="1680" y="454"/>
                </a:lnTo>
                <a:lnTo>
                  <a:pt x="1682" y="454"/>
                </a:lnTo>
                <a:lnTo>
                  <a:pt x="1683" y="454"/>
                </a:lnTo>
                <a:lnTo>
                  <a:pt x="1684" y="454"/>
                </a:lnTo>
                <a:lnTo>
                  <a:pt x="1685" y="454"/>
                </a:lnTo>
                <a:lnTo>
                  <a:pt x="1687" y="455"/>
                </a:lnTo>
                <a:lnTo>
                  <a:pt x="1688" y="454"/>
                </a:lnTo>
                <a:lnTo>
                  <a:pt x="1689" y="454"/>
                </a:lnTo>
                <a:lnTo>
                  <a:pt x="1690" y="454"/>
                </a:lnTo>
                <a:lnTo>
                  <a:pt x="1690" y="455"/>
                </a:lnTo>
                <a:lnTo>
                  <a:pt x="1691" y="455"/>
                </a:lnTo>
                <a:lnTo>
                  <a:pt x="1691" y="454"/>
                </a:lnTo>
                <a:lnTo>
                  <a:pt x="1691" y="455"/>
                </a:lnTo>
                <a:lnTo>
                  <a:pt x="1692" y="455"/>
                </a:lnTo>
                <a:lnTo>
                  <a:pt x="1692" y="456"/>
                </a:lnTo>
                <a:lnTo>
                  <a:pt x="1693" y="456"/>
                </a:lnTo>
                <a:lnTo>
                  <a:pt x="1693" y="455"/>
                </a:lnTo>
                <a:lnTo>
                  <a:pt x="1694" y="454"/>
                </a:lnTo>
                <a:lnTo>
                  <a:pt x="1694" y="453"/>
                </a:lnTo>
                <a:lnTo>
                  <a:pt x="1695" y="453"/>
                </a:lnTo>
                <a:lnTo>
                  <a:pt x="1696" y="453"/>
                </a:lnTo>
                <a:lnTo>
                  <a:pt x="1697" y="454"/>
                </a:lnTo>
                <a:lnTo>
                  <a:pt x="1698" y="454"/>
                </a:lnTo>
                <a:lnTo>
                  <a:pt x="1699" y="454"/>
                </a:lnTo>
                <a:lnTo>
                  <a:pt x="1699" y="453"/>
                </a:lnTo>
                <a:lnTo>
                  <a:pt x="1699" y="452"/>
                </a:lnTo>
                <a:lnTo>
                  <a:pt x="1698" y="451"/>
                </a:lnTo>
                <a:lnTo>
                  <a:pt x="1697" y="450"/>
                </a:lnTo>
                <a:lnTo>
                  <a:pt x="1696" y="450"/>
                </a:lnTo>
                <a:lnTo>
                  <a:pt x="1696" y="449"/>
                </a:lnTo>
                <a:lnTo>
                  <a:pt x="1697" y="449"/>
                </a:lnTo>
                <a:lnTo>
                  <a:pt x="1697" y="448"/>
                </a:lnTo>
                <a:lnTo>
                  <a:pt x="1698" y="448"/>
                </a:lnTo>
                <a:lnTo>
                  <a:pt x="1699" y="448"/>
                </a:lnTo>
                <a:lnTo>
                  <a:pt x="1699" y="449"/>
                </a:lnTo>
                <a:lnTo>
                  <a:pt x="1699" y="450"/>
                </a:lnTo>
                <a:lnTo>
                  <a:pt x="1700" y="450"/>
                </a:lnTo>
                <a:lnTo>
                  <a:pt x="1700" y="451"/>
                </a:lnTo>
                <a:lnTo>
                  <a:pt x="1701" y="451"/>
                </a:lnTo>
                <a:lnTo>
                  <a:pt x="1702" y="451"/>
                </a:lnTo>
                <a:lnTo>
                  <a:pt x="1703" y="451"/>
                </a:lnTo>
                <a:lnTo>
                  <a:pt x="1704" y="451"/>
                </a:lnTo>
                <a:lnTo>
                  <a:pt x="1705" y="451"/>
                </a:lnTo>
                <a:lnTo>
                  <a:pt x="1706" y="451"/>
                </a:lnTo>
                <a:lnTo>
                  <a:pt x="1705" y="451"/>
                </a:lnTo>
                <a:lnTo>
                  <a:pt x="1705" y="450"/>
                </a:lnTo>
                <a:lnTo>
                  <a:pt x="1705" y="449"/>
                </a:lnTo>
                <a:lnTo>
                  <a:pt x="1704" y="449"/>
                </a:lnTo>
                <a:lnTo>
                  <a:pt x="1704" y="448"/>
                </a:lnTo>
                <a:lnTo>
                  <a:pt x="1705" y="447"/>
                </a:lnTo>
                <a:lnTo>
                  <a:pt x="1705" y="446"/>
                </a:lnTo>
                <a:lnTo>
                  <a:pt x="1706" y="446"/>
                </a:lnTo>
                <a:lnTo>
                  <a:pt x="1706" y="445"/>
                </a:lnTo>
                <a:lnTo>
                  <a:pt x="1705" y="445"/>
                </a:lnTo>
                <a:lnTo>
                  <a:pt x="1704" y="445"/>
                </a:lnTo>
                <a:lnTo>
                  <a:pt x="1703" y="445"/>
                </a:lnTo>
                <a:lnTo>
                  <a:pt x="1702" y="445"/>
                </a:lnTo>
                <a:lnTo>
                  <a:pt x="1702" y="444"/>
                </a:lnTo>
                <a:lnTo>
                  <a:pt x="1702" y="443"/>
                </a:lnTo>
                <a:lnTo>
                  <a:pt x="1703" y="443"/>
                </a:lnTo>
                <a:lnTo>
                  <a:pt x="1702" y="443"/>
                </a:lnTo>
                <a:lnTo>
                  <a:pt x="1702" y="442"/>
                </a:lnTo>
                <a:lnTo>
                  <a:pt x="1702" y="441"/>
                </a:lnTo>
                <a:lnTo>
                  <a:pt x="1702" y="440"/>
                </a:lnTo>
                <a:lnTo>
                  <a:pt x="1702" y="439"/>
                </a:lnTo>
                <a:lnTo>
                  <a:pt x="1702" y="438"/>
                </a:lnTo>
                <a:lnTo>
                  <a:pt x="1702" y="437"/>
                </a:lnTo>
                <a:lnTo>
                  <a:pt x="1703" y="437"/>
                </a:lnTo>
                <a:lnTo>
                  <a:pt x="1703" y="436"/>
                </a:lnTo>
                <a:lnTo>
                  <a:pt x="1703" y="435"/>
                </a:lnTo>
                <a:lnTo>
                  <a:pt x="1703" y="433"/>
                </a:lnTo>
                <a:lnTo>
                  <a:pt x="1704" y="432"/>
                </a:lnTo>
                <a:lnTo>
                  <a:pt x="1704" y="431"/>
                </a:lnTo>
                <a:lnTo>
                  <a:pt x="1704" y="430"/>
                </a:lnTo>
                <a:lnTo>
                  <a:pt x="1704" y="429"/>
                </a:lnTo>
                <a:lnTo>
                  <a:pt x="1705" y="429"/>
                </a:lnTo>
                <a:lnTo>
                  <a:pt x="1705" y="428"/>
                </a:lnTo>
                <a:lnTo>
                  <a:pt x="1706" y="428"/>
                </a:lnTo>
                <a:lnTo>
                  <a:pt x="1707" y="428"/>
                </a:lnTo>
                <a:lnTo>
                  <a:pt x="1708" y="428"/>
                </a:lnTo>
                <a:lnTo>
                  <a:pt x="1709" y="428"/>
                </a:lnTo>
                <a:lnTo>
                  <a:pt x="1709" y="429"/>
                </a:lnTo>
                <a:lnTo>
                  <a:pt x="1708" y="430"/>
                </a:lnTo>
                <a:lnTo>
                  <a:pt x="1709" y="430"/>
                </a:lnTo>
                <a:lnTo>
                  <a:pt x="1710" y="430"/>
                </a:lnTo>
                <a:lnTo>
                  <a:pt x="1711" y="431"/>
                </a:lnTo>
                <a:lnTo>
                  <a:pt x="1712" y="430"/>
                </a:lnTo>
                <a:lnTo>
                  <a:pt x="1713" y="430"/>
                </a:lnTo>
                <a:lnTo>
                  <a:pt x="1713" y="429"/>
                </a:lnTo>
                <a:lnTo>
                  <a:pt x="1714" y="428"/>
                </a:lnTo>
                <a:lnTo>
                  <a:pt x="1714" y="429"/>
                </a:lnTo>
                <a:lnTo>
                  <a:pt x="1715" y="429"/>
                </a:lnTo>
                <a:lnTo>
                  <a:pt x="1715" y="428"/>
                </a:lnTo>
                <a:lnTo>
                  <a:pt x="1715" y="427"/>
                </a:lnTo>
                <a:lnTo>
                  <a:pt x="1715" y="426"/>
                </a:lnTo>
                <a:lnTo>
                  <a:pt x="1716" y="426"/>
                </a:lnTo>
                <a:lnTo>
                  <a:pt x="1716" y="425"/>
                </a:lnTo>
                <a:lnTo>
                  <a:pt x="1715" y="425"/>
                </a:lnTo>
                <a:lnTo>
                  <a:pt x="1714" y="425"/>
                </a:lnTo>
                <a:lnTo>
                  <a:pt x="1715" y="424"/>
                </a:lnTo>
                <a:lnTo>
                  <a:pt x="1715" y="423"/>
                </a:lnTo>
                <a:lnTo>
                  <a:pt x="1715" y="422"/>
                </a:lnTo>
                <a:lnTo>
                  <a:pt x="1715" y="421"/>
                </a:lnTo>
                <a:lnTo>
                  <a:pt x="1715" y="420"/>
                </a:lnTo>
                <a:lnTo>
                  <a:pt x="1714" y="419"/>
                </a:lnTo>
                <a:lnTo>
                  <a:pt x="1714" y="418"/>
                </a:lnTo>
                <a:lnTo>
                  <a:pt x="1714" y="417"/>
                </a:lnTo>
                <a:lnTo>
                  <a:pt x="1713" y="417"/>
                </a:lnTo>
                <a:lnTo>
                  <a:pt x="1713" y="416"/>
                </a:lnTo>
                <a:lnTo>
                  <a:pt x="1713" y="415"/>
                </a:lnTo>
                <a:lnTo>
                  <a:pt x="1712" y="415"/>
                </a:lnTo>
                <a:lnTo>
                  <a:pt x="1711" y="415"/>
                </a:lnTo>
                <a:lnTo>
                  <a:pt x="1711" y="414"/>
                </a:lnTo>
                <a:lnTo>
                  <a:pt x="1710" y="414"/>
                </a:lnTo>
                <a:lnTo>
                  <a:pt x="1709" y="414"/>
                </a:lnTo>
                <a:lnTo>
                  <a:pt x="1708" y="414"/>
                </a:lnTo>
                <a:lnTo>
                  <a:pt x="1708" y="413"/>
                </a:lnTo>
                <a:lnTo>
                  <a:pt x="1709" y="413"/>
                </a:lnTo>
                <a:lnTo>
                  <a:pt x="1709" y="412"/>
                </a:lnTo>
                <a:lnTo>
                  <a:pt x="1709" y="411"/>
                </a:lnTo>
                <a:lnTo>
                  <a:pt x="1710" y="411"/>
                </a:lnTo>
                <a:lnTo>
                  <a:pt x="1710" y="410"/>
                </a:lnTo>
                <a:lnTo>
                  <a:pt x="1711" y="410"/>
                </a:lnTo>
                <a:lnTo>
                  <a:pt x="1712" y="409"/>
                </a:lnTo>
                <a:lnTo>
                  <a:pt x="1712" y="408"/>
                </a:lnTo>
                <a:lnTo>
                  <a:pt x="1713" y="408"/>
                </a:lnTo>
                <a:lnTo>
                  <a:pt x="1713" y="407"/>
                </a:lnTo>
                <a:lnTo>
                  <a:pt x="1712" y="407"/>
                </a:lnTo>
                <a:lnTo>
                  <a:pt x="1711" y="407"/>
                </a:lnTo>
                <a:lnTo>
                  <a:pt x="1711" y="406"/>
                </a:lnTo>
                <a:lnTo>
                  <a:pt x="1710" y="406"/>
                </a:lnTo>
                <a:lnTo>
                  <a:pt x="1709" y="406"/>
                </a:lnTo>
                <a:lnTo>
                  <a:pt x="1708" y="406"/>
                </a:lnTo>
                <a:lnTo>
                  <a:pt x="1707" y="406"/>
                </a:lnTo>
                <a:lnTo>
                  <a:pt x="1707" y="405"/>
                </a:lnTo>
                <a:lnTo>
                  <a:pt x="1708" y="405"/>
                </a:lnTo>
                <a:lnTo>
                  <a:pt x="1708" y="404"/>
                </a:lnTo>
                <a:lnTo>
                  <a:pt x="1708" y="403"/>
                </a:lnTo>
                <a:lnTo>
                  <a:pt x="1708" y="402"/>
                </a:lnTo>
                <a:lnTo>
                  <a:pt x="1709" y="402"/>
                </a:lnTo>
                <a:lnTo>
                  <a:pt x="1709" y="401"/>
                </a:lnTo>
                <a:lnTo>
                  <a:pt x="1710" y="401"/>
                </a:lnTo>
                <a:lnTo>
                  <a:pt x="1710" y="402"/>
                </a:lnTo>
                <a:lnTo>
                  <a:pt x="1711" y="402"/>
                </a:lnTo>
                <a:lnTo>
                  <a:pt x="1711" y="403"/>
                </a:lnTo>
                <a:lnTo>
                  <a:pt x="1712" y="403"/>
                </a:lnTo>
                <a:lnTo>
                  <a:pt x="1713" y="402"/>
                </a:lnTo>
                <a:lnTo>
                  <a:pt x="1714" y="401"/>
                </a:lnTo>
                <a:lnTo>
                  <a:pt x="1715" y="400"/>
                </a:lnTo>
                <a:lnTo>
                  <a:pt x="1716" y="399"/>
                </a:lnTo>
                <a:lnTo>
                  <a:pt x="1717" y="399"/>
                </a:lnTo>
                <a:lnTo>
                  <a:pt x="1718" y="399"/>
                </a:lnTo>
                <a:lnTo>
                  <a:pt x="1719" y="400"/>
                </a:lnTo>
                <a:lnTo>
                  <a:pt x="1719" y="401"/>
                </a:lnTo>
                <a:lnTo>
                  <a:pt x="1720" y="401"/>
                </a:lnTo>
                <a:lnTo>
                  <a:pt x="1720" y="402"/>
                </a:lnTo>
                <a:lnTo>
                  <a:pt x="1719" y="402"/>
                </a:lnTo>
                <a:lnTo>
                  <a:pt x="1720" y="402"/>
                </a:lnTo>
                <a:lnTo>
                  <a:pt x="1720" y="403"/>
                </a:lnTo>
                <a:lnTo>
                  <a:pt x="1721" y="403"/>
                </a:lnTo>
                <a:lnTo>
                  <a:pt x="1722" y="403"/>
                </a:lnTo>
                <a:lnTo>
                  <a:pt x="1722" y="404"/>
                </a:lnTo>
                <a:lnTo>
                  <a:pt x="1723" y="404"/>
                </a:lnTo>
                <a:lnTo>
                  <a:pt x="1724" y="404"/>
                </a:lnTo>
                <a:lnTo>
                  <a:pt x="1724" y="405"/>
                </a:lnTo>
                <a:lnTo>
                  <a:pt x="1726" y="405"/>
                </a:lnTo>
                <a:lnTo>
                  <a:pt x="1726" y="404"/>
                </a:lnTo>
                <a:lnTo>
                  <a:pt x="1727" y="404"/>
                </a:lnTo>
                <a:lnTo>
                  <a:pt x="1728" y="404"/>
                </a:lnTo>
                <a:lnTo>
                  <a:pt x="1729" y="405"/>
                </a:lnTo>
                <a:lnTo>
                  <a:pt x="1730" y="405"/>
                </a:lnTo>
                <a:lnTo>
                  <a:pt x="1731" y="405"/>
                </a:lnTo>
                <a:lnTo>
                  <a:pt x="1731" y="404"/>
                </a:lnTo>
                <a:lnTo>
                  <a:pt x="1731" y="405"/>
                </a:lnTo>
                <a:lnTo>
                  <a:pt x="1732" y="405"/>
                </a:lnTo>
                <a:lnTo>
                  <a:pt x="1733" y="405"/>
                </a:lnTo>
                <a:lnTo>
                  <a:pt x="1734" y="406"/>
                </a:lnTo>
                <a:lnTo>
                  <a:pt x="1734" y="405"/>
                </a:lnTo>
                <a:lnTo>
                  <a:pt x="1736" y="405"/>
                </a:lnTo>
                <a:lnTo>
                  <a:pt x="1737" y="405"/>
                </a:lnTo>
                <a:lnTo>
                  <a:pt x="1738" y="406"/>
                </a:lnTo>
                <a:lnTo>
                  <a:pt x="1739" y="404"/>
                </a:lnTo>
                <a:lnTo>
                  <a:pt x="1740" y="404"/>
                </a:lnTo>
                <a:lnTo>
                  <a:pt x="1740" y="405"/>
                </a:lnTo>
                <a:lnTo>
                  <a:pt x="1741" y="405"/>
                </a:lnTo>
                <a:lnTo>
                  <a:pt x="1742" y="405"/>
                </a:lnTo>
                <a:lnTo>
                  <a:pt x="1743" y="405"/>
                </a:lnTo>
                <a:lnTo>
                  <a:pt x="1744" y="405"/>
                </a:lnTo>
                <a:lnTo>
                  <a:pt x="1745" y="404"/>
                </a:lnTo>
                <a:lnTo>
                  <a:pt x="1746" y="404"/>
                </a:lnTo>
                <a:lnTo>
                  <a:pt x="1747" y="405"/>
                </a:lnTo>
                <a:lnTo>
                  <a:pt x="1747" y="406"/>
                </a:lnTo>
                <a:lnTo>
                  <a:pt x="1748" y="406"/>
                </a:lnTo>
                <a:lnTo>
                  <a:pt x="1748" y="405"/>
                </a:lnTo>
                <a:lnTo>
                  <a:pt x="1749" y="406"/>
                </a:lnTo>
                <a:lnTo>
                  <a:pt x="1749" y="405"/>
                </a:lnTo>
                <a:lnTo>
                  <a:pt x="1750" y="405"/>
                </a:lnTo>
                <a:lnTo>
                  <a:pt x="1750" y="406"/>
                </a:lnTo>
                <a:lnTo>
                  <a:pt x="1750" y="407"/>
                </a:lnTo>
                <a:lnTo>
                  <a:pt x="1751" y="408"/>
                </a:lnTo>
                <a:lnTo>
                  <a:pt x="1751" y="407"/>
                </a:lnTo>
                <a:lnTo>
                  <a:pt x="1752" y="407"/>
                </a:lnTo>
                <a:lnTo>
                  <a:pt x="1753" y="407"/>
                </a:lnTo>
                <a:lnTo>
                  <a:pt x="1754" y="408"/>
                </a:lnTo>
                <a:lnTo>
                  <a:pt x="1755" y="408"/>
                </a:lnTo>
                <a:lnTo>
                  <a:pt x="1756" y="408"/>
                </a:lnTo>
                <a:lnTo>
                  <a:pt x="1757" y="409"/>
                </a:lnTo>
                <a:lnTo>
                  <a:pt x="1759" y="409"/>
                </a:lnTo>
                <a:lnTo>
                  <a:pt x="1759" y="408"/>
                </a:lnTo>
                <a:lnTo>
                  <a:pt x="1759" y="409"/>
                </a:lnTo>
                <a:lnTo>
                  <a:pt x="1760" y="409"/>
                </a:lnTo>
                <a:lnTo>
                  <a:pt x="1761" y="409"/>
                </a:lnTo>
                <a:lnTo>
                  <a:pt x="1762" y="409"/>
                </a:lnTo>
                <a:lnTo>
                  <a:pt x="1763" y="410"/>
                </a:lnTo>
                <a:lnTo>
                  <a:pt x="1764" y="410"/>
                </a:lnTo>
                <a:lnTo>
                  <a:pt x="1764" y="411"/>
                </a:lnTo>
                <a:lnTo>
                  <a:pt x="1765" y="410"/>
                </a:lnTo>
                <a:lnTo>
                  <a:pt x="1766" y="411"/>
                </a:lnTo>
                <a:lnTo>
                  <a:pt x="1767" y="411"/>
                </a:lnTo>
                <a:lnTo>
                  <a:pt x="1768" y="412"/>
                </a:lnTo>
                <a:lnTo>
                  <a:pt x="1769" y="413"/>
                </a:lnTo>
                <a:lnTo>
                  <a:pt x="1770" y="412"/>
                </a:lnTo>
                <a:lnTo>
                  <a:pt x="1770" y="413"/>
                </a:lnTo>
                <a:lnTo>
                  <a:pt x="1771" y="414"/>
                </a:lnTo>
                <a:lnTo>
                  <a:pt x="1771" y="415"/>
                </a:lnTo>
                <a:lnTo>
                  <a:pt x="1772" y="415"/>
                </a:lnTo>
                <a:lnTo>
                  <a:pt x="1773" y="415"/>
                </a:lnTo>
                <a:lnTo>
                  <a:pt x="1773" y="416"/>
                </a:lnTo>
                <a:lnTo>
                  <a:pt x="1774" y="416"/>
                </a:lnTo>
                <a:lnTo>
                  <a:pt x="1775" y="416"/>
                </a:lnTo>
                <a:lnTo>
                  <a:pt x="1774" y="417"/>
                </a:lnTo>
                <a:lnTo>
                  <a:pt x="1775" y="417"/>
                </a:lnTo>
                <a:lnTo>
                  <a:pt x="1775" y="418"/>
                </a:lnTo>
                <a:lnTo>
                  <a:pt x="1776" y="418"/>
                </a:lnTo>
                <a:lnTo>
                  <a:pt x="1777" y="418"/>
                </a:lnTo>
                <a:lnTo>
                  <a:pt x="1777" y="417"/>
                </a:lnTo>
                <a:lnTo>
                  <a:pt x="1777" y="418"/>
                </a:lnTo>
                <a:lnTo>
                  <a:pt x="1777" y="419"/>
                </a:lnTo>
                <a:lnTo>
                  <a:pt x="1778" y="419"/>
                </a:lnTo>
                <a:lnTo>
                  <a:pt x="1779" y="418"/>
                </a:lnTo>
                <a:lnTo>
                  <a:pt x="1779" y="419"/>
                </a:lnTo>
                <a:lnTo>
                  <a:pt x="1780" y="419"/>
                </a:lnTo>
                <a:lnTo>
                  <a:pt x="1780" y="420"/>
                </a:lnTo>
                <a:lnTo>
                  <a:pt x="1781" y="420"/>
                </a:lnTo>
                <a:lnTo>
                  <a:pt x="1782" y="420"/>
                </a:lnTo>
                <a:lnTo>
                  <a:pt x="1783" y="420"/>
                </a:lnTo>
                <a:lnTo>
                  <a:pt x="1784" y="421"/>
                </a:lnTo>
                <a:lnTo>
                  <a:pt x="1785" y="422"/>
                </a:lnTo>
                <a:lnTo>
                  <a:pt x="1786" y="422"/>
                </a:lnTo>
                <a:lnTo>
                  <a:pt x="1786" y="423"/>
                </a:lnTo>
                <a:lnTo>
                  <a:pt x="1787" y="423"/>
                </a:lnTo>
                <a:lnTo>
                  <a:pt x="1788" y="424"/>
                </a:lnTo>
                <a:lnTo>
                  <a:pt x="1787" y="424"/>
                </a:lnTo>
                <a:lnTo>
                  <a:pt x="1787" y="425"/>
                </a:lnTo>
                <a:lnTo>
                  <a:pt x="1787" y="426"/>
                </a:lnTo>
                <a:lnTo>
                  <a:pt x="1788" y="430"/>
                </a:lnTo>
                <a:lnTo>
                  <a:pt x="1788" y="431"/>
                </a:lnTo>
                <a:lnTo>
                  <a:pt x="1789" y="432"/>
                </a:lnTo>
                <a:lnTo>
                  <a:pt x="1788" y="432"/>
                </a:lnTo>
                <a:lnTo>
                  <a:pt x="1788" y="433"/>
                </a:lnTo>
                <a:lnTo>
                  <a:pt x="1788" y="434"/>
                </a:lnTo>
                <a:lnTo>
                  <a:pt x="1788" y="435"/>
                </a:lnTo>
                <a:lnTo>
                  <a:pt x="1789" y="435"/>
                </a:lnTo>
                <a:lnTo>
                  <a:pt x="1790" y="435"/>
                </a:lnTo>
                <a:lnTo>
                  <a:pt x="1790" y="436"/>
                </a:lnTo>
                <a:lnTo>
                  <a:pt x="1790" y="437"/>
                </a:lnTo>
                <a:lnTo>
                  <a:pt x="1791" y="437"/>
                </a:lnTo>
                <a:lnTo>
                  <a:pt x="1792" y="439"/>
                </a:lnTo>
                <a:lnTo>
                  <a:pt x="1792" y="440"/>
                </a:lnTo>
                <a:lnTo>
                  <a:pt x="1793" y="440"/>
                </a:lnTo>
                <a:lnTo>
                  <a:pt x="1793" y="441"/>
                </a:lnTo>
                <a:lnTo>
                  <a:pt x="1793" y="442"/>
                </a:lnTo>
                <a:lnTo>
                  <a:pt x="1794" y="442"/>
                </a:lnTo>
                <a:lnTo>
                  <a:pt x="1794" y="443"/>
                </a:lnTo>
                <a:lnTo>
                  <a:pt x="1794" y="444"/>
                </a:lnTo>
                <a:lnTo>
                  <a:pt x="1795" y="444"/>
                </a:lnTo>
                <a:lnTo>
                  <a:pt x="1795" y="445"/>
                </a:lnTo>
                <a:lnTo>
                  <a:pt x="1795" y="446"/>
                </a:lnTo>
                <a:lnTo>
                  <a:pt x="1796" y="446"/>
                </a:lnTo>
                <a:lnTo>
                  <a:pt x="1796" y="447"/>
                </a:lnTo>
                <a:lnTo>
                  <a:pt x="1797" y="447"/>
                </a:lnTo>
                <a:lnTo>
                  <a:pt x="1797" y="448"/>
                </a:lnTo>
                <a:lnTo>
                  <a:pt x="1799" y="449"/>
                </a:lnTo>
                <a:lnTo>
                  <a:pt x="1799" y="450"/>
                </a:lnTo>
                <a:lnTo>
                  <a:pt x="1800" y="450"/>
                </a:lnTo>
                <a:lnTo>
                  <a:pt x="1801" y="451"/>
                </a:lnTo>
                <a:lnTo>
                  <a:pt x="1802" y="452"/>
                </a:lnTo>
                <a:lnTo>
                  <a:pt x="1803" y="453"/>
                </a:lnTo>
                <a:lnTo>
                  <a:pt x="1804" y="453"/>
                </a:lnTo>
                <a:lnTo>
                  <a:pt x="1804" y="454"/>
                </a:lnTo>
                <a:lnTo>
                  <a:pt x="1804" y="455"/>
                </a:lnTo>
                <a:lnTo>
                  <a:pt x="1804" y="456"/>
                </a:lnTo>
                <a:lnTo>
                  <a:pt x="1805" y="456"/>
                </a:lnTo>
                <a:lnTo>
                  <a:pt x="1805" y="457"/>
                </a:lnTo>
                <a:lnTo>
                  <a:pt x="1806" y="457"/>
                </a:lnTo>
                <a:lnTo>
                  <a:pt x="1807" y="457"/>
                </a:lnTo>
                <a:lnTo>
                  <a:pt x="1807" y="458"/>
                </a:lnTo>
                <a:lnTo>
                  <a:pt x="1807" y="459"/>
                </a:lnTo>
                <a:lnTo>
                  <a:pt x="1806" y="459"/>
                </a:lnTo>
                <a:lnTo>
                  <a:pt x="1807" y="459"/>
                </a:lnTo>
                <a:lnTo>
                  <a:pt x="1807" y="460"/>
                </a:lnTo>
                <a:lnTo>
                  <a:pt x="1806" y="461"/>
                </a:lnTo>
                <a:lnTo>
                  <a:pt x="1807" y="461"/>
                </a:lnTo>
                <a:lnTo>
                  <a:pt x="1807" y="463"/>
                </a:lnTo>
                <a:lnTo>
                  <a:pt x="1806" y="464"/>
                </a:lnTo>
                <a:lnTo>
                  <a:pt x="1806" y="465"/>
                </a:lnTo>
                <a:lnTo>
                  <a:pt x="1807" y="465"/>
                </a:lnTo>
                <a:lnTo>
                  <a:pt x="1807" y="466"/>
                </a:lnTo>
                <a:lnTo>
                  <a:pt x="1807" y="467"/>
                </a:lnTo>
                <a:lnTo>
                  <a:pt x="1806" y="467"/>
                </a:lnTo>
                <a:lnTo>
                  <a:pt x="1805" y="468"/>
                </a:lnTo>
                <a:lnTo>
                  <a:pt x="1804" y="468"/>
                </a:lnTo>
                <a:lnTo>
                  <a:pt x="1804" y="469"/>
                </a:lnTo>
                <a:lnTo>
                  <a:pt x="1804" y="470"/>
                </a:lnTo>
                <a:lnTo>
                  <a:pt x="1805" y="470"/>
                </a:lnTo>
                <a:lnTo>
                  <a:pt x="1805" y="471"/>
                </a:lnTo>
                <a:lnTo>
                  <a:pt x="1805" y="472"/>
                </a:lnTo>
                <a:lnTo>
                  <a:pt x="1805" y="473"/>
                </a:lnTo>
                <a:lnTo>
                  <a:pt x="1806" y="473"/>
                </a:lnTo>
                <a:lnTo>
                  <a:pt x="1806" y="474"/>
                </a:lnTo>
                <a:lnTo>
                  <a:pt x="1805" y="475"/>
                </a:lnTo>
                <a:lnTo>
                  <a:pt x="1805" y="476"/>
                </a:lnTo>
                <a:lnTo>
                  <a:pt x="1806" y="476"/>
                </a:lnTo>
                <a:lnTo>
                  <a:pt x="1808" y="476"/>
                </a:lnTo>
                <a:lnTo>
                  <a:pt x="1808" y="477"/>
                </a:lnTo>
                <a:lnTo>
                  <a:pt x="1807" y="477"/>
                </a:lnTo>
                <a:lnTo>
                  <a:pt x="1808" y="478"/>
                </a:lnTo>
                <a:lnTo>
                  <a:pt x="1808" y="479"/>
                </a:lnTo>
                <a:lnTo>
                  <a:pt x="1809" y="479"/>
                </a:lnTo>
                <a:lnTo>
                  <a:pt x="1810" y="479"/>
                </a:lnTo>
                <a:lnTo>
                  <a:pt x="1810" y="480"/>
                </a:lnTo>
                <a:lnTo>
                  <a:pt x="1809" y="480"/>
                </a:lnTo>
                <a:lnTo>
                  <a:pt x="1809" y="481"/>
                </a:lnTo>
                <a:lnTo>
                  <a:pt x="1810" y="481"/>
                </a:lnTo>
                <a:lnTo>
                  <a:pt x="1811" y="481"/>
                </a:lnTo>
                <a:lnTo>
                  <a:pt x="1812" y="482"/>
                </a:lnTo>
                <a:lnTo>
                  <a:pt x="1813" y="483"/>
                </a:lnTo>
                <a:lnTo>
                  <a:pt x="1814" y="485"/>
                </a:lnTo>
                <a:lnTo>
                  <a:pt x="1815" y="487"/>
                </a:lnTo>
                <a:lnTo>
                  <a:pt x="1815" y="488"/>
                </a:lnTo>
                <a:lnTo>
                  <a:pt x="1816" y="488"/>
                </a:lnTo>
                <a:lnTo>
                  <a:pt x="1817" y="487"/>
                </a:lnTo>
                <a:lnTo>
                  <a:pt x="1817" y="488"/>
                </a:lnTo>
                <a:lnTo>
                  <a:pt x="1817" y="489"/>
                </a:lnTo>
                <a:lnTo>
                  <a:pt x="1817" y="490"/>
                </a:lnTo>
                <a:lnTo>
                  <a:pt x="1818" y="490"/>
                </a:lnTo>
                <a:lnTo>
                  <a:pt x="1818" y="491"/>
                </a:lnTo>
                <a:lnTo>
                  <a:pt x="1817" y="491"/>
                </a:lnTo>
                <a:lnTo>
                  <a:pt x="1818" y="492"/>
                </a:lnTo>
                <a:lnTo>
                  <a:pt x="1818" y="493"/>
                </a:lnTo>
                <a:lnTo>
                  <a:pt x="1818" y="494"/>
                </a:lnTo>
                <a:lnTo>
                  <a:pt x="1819" y="495"/>
                </a:lnTo>
                <a:lnTo>
                  <a:pt x="1820" y="496"/>
                </a:lnTo>
                <a:lnTo>
                  <a:pt x="1821" y="496"/>
                </a:lnTo>
                <a:lnTo>
                  <a:pt x="1821" y="497"/>
                </a:lnTo>
                <a:lnTo>
                  <a:pt x="1822" y="498"/>
                </a:lnTo>
                <a:lnTo>
                  <a:pt x="1823" y="500"/>
                </a:lnTo>
                <a:lnTo>
                  <a:pt x="1824" y="501"/>
                </a:lnTo>
                <a:lnTo>
                  <a:pt x="1824" y="500"/>
                </a:lnTo>
                <a:lnTo>
                  <a:pt x="1825" y="500"/>
                </a:lnTo>
                <a:lnTo>
                  <a:pt x="1825" y="501"/>
                </a:lnTo>
                <a:lnTo>
                  <a:pt x="1826" y="501"/>
                </a:lnTo>
                <a:lnTo>
                  <a:pt x="1826" y="502"/>
                </a:lnTo>
                <a:lnTo>
                  <a:pt x="1827" y="503"/>
                </a:lnTo>
                <a:lnTo>
                  <a:pt x="1829" y="505"/>
                </a:lnTo>
                <a:lnTo>
                  <a:pt x="1831" y="506"/>
                </a:lnTo>
                <a:lnTo>
                  <a:pt x="1831" y="507"/>
                </a:lnTo>
                <a:lnTo>
                  <a:pt x="1832" y="508"/>
                </a:lnTo>
                <a:lnTo>
                  <a:pt x="1835" y="511"/>
                </a:lnTo>
                <a:lnTo>
                  <a:pt x="1836" y="511"/>
                </a:lnTo>
                <a:lnTo>
                  <a:pt x="1839" y="512"/>
                </a:lnTo>
                <a:lnTo>
                  <a:pt x="1839" y="513"/>
                </a:lnTo>
                <a:lnTo>
                  <a:pt x="1839" y="514"/>
                </a:lnTo>
                <a:lnTo>
                  <a:pt x="1840" y="514"/>
                </a:lnTo>
                <a:lnTo>
                  <a:pt x="1841" y="515"/>
                </a:lnTo>
                <a:lnTo>
                  <a:pt x="1842" y="516"/>
                </a:lnTo>
                <a:lnTo>
                  <a:pt x="1843" y="516"/>
                </a:lnTo>
                <a:lnTo>
                  <a:pt x="1844" y="517"/>
                </a:lnTo>
                <a:lnTo>
                  <a:pt x="1844" y="518"/>
                </a:lnTo>
                <a:lnTo>
                  <a:pt x="1844" y="519"/>
                </a:lnTo>
                <a:lnTo>
                  <a:pt x="1845" y="519"/>
                </a:lnTo>
                <a:lnTo>
                  <a:pt x="1846" y="520"/>
                </a:lnTo>
                <a:lnTo>
                  <a:pt x="1847" y="521"/>
                </a:lnTo>
                <a:lnTo>
                  <a:pt x="1847" y="522"/>
                </a:lnTo>
                <a:lnTo>
                  <a:pt x="1848" y="522"/>
                </a:lnTo>
                <a:lnTo>
                  <a:pt x="1848" y="523"/>
                </a:lnTo>
                <a:lnTo>
                  <a:pt x="1847" y="523"/>
                </a:lnTo>
                <a:lnTo>
                  <a:pt x="1846" y="524"/>
                </a:lnTo>
                <a:lnTo>
                  <a:pt x="1846" y="525"/>
                </a:lnTo>
                <a:lnTo>
                  <a:pt x="1845" y="526"/>
                </a:lnTo>
                <a:lnTo>
                  <a:pt x="1844" y="526"/>
                </a:lnTo>
                <a:lnTo>
                  <a:pt x="1843" y="527"/>
                </a:lnTo>
                <a:lnTo>
                  <a:pt x="1843" y="528"/>
                </a:lnTo>
                <a:lnTo>
                  <a:pt x="1842" y="528"/>
                </a:lnTo>
                <a:lnTo>
                  <a:pt x="1841" y="529"/>
                </a:lnTo>
                <a:lnTo>
                  <a:pt x="1841" y="530"/>
                </a:lnTo>
                <a:lnTo>
                  <a:pt x="1841" y="531"/>
                </a:lnTo>
                <a:lnTo>
                  <a:pt x="1841" y="532"/>
                </a:lnTo>
                <a:lnTo>
                  <a:pt x="1840" y="532"/>
                </a:lnTo>
                <a:lnTo>
                  <a:pt x="1839" y="534"/>
                </a:lnTo>
                <a:lnTo>
                  <a:pt x="1838" y="534"/>
                </a:lnTo>
                <a:lnTo>
                  <a:pt x="1838" y="535"/>
                </a:lnTo>
                <a:lnTo>
                  <a:pt x="1837" y="535"/>
                </a:lnTo>
                <a:lnTo>
                  <a:pt x="1836" y="534"/>
                </a:lnTo>
                <a:lnTo>
                  <a:pt x="1835" y="534"/>
                </a:lnTo>
                <a:lnTo>
                  <a:pt x="1834" y="533"/>
                </a:lnTo>
                <a:lnTo>
                  <a:pt x="1834" y="532"/>
                </a:lnTo>
                <a:lnTo>
                  <a:pt x="1834" y="531"/>
                </a:lnTo>
                <a:lnTo>
                  <a:pt x="1833" y="531"/>
                </a:lnTo>
                <a:lnTo>
                  <a:pt x="1832" y="530"/>
                </a:lnTo>
                <a:lnTo>
                  <a:pt x="1832" y="529"/>
                </a:lnTo>
                <a:lnTo>
                  <a:pt x="1831" y="528"/>
                </a:lnTo>
                <a:lnTo>
                  <a:pt x="1830" y="527"/>
                </a:lnTo>
                <a:lnTo>
                  <a:pt x="1829" y="527"/>
                </a:lnTo>
                <a:lnTo>
                  <a:pt x="1828" y="526"/>
                </a:lnTo>
                <a:lnTo>
                  <a:pt x="1827" y="526"/>
                </a:lnTo>
                <a:lnTo>
                  <a:pt x="1826" y="526"/>
                </a:lnTo>
                <a:lnTo>
                  <a:pt x="1825" y="527"/>
                </a:lnTo>
                <a:lnTo>
                  <a:pt x="1824" y="528"/>
                </a:lnTo>
                <a:lnTo>
                  <a:pt x="1824" y="529"/>
                </a:lnTo>
                <a:lnTo>
                  <a:pt x="1824" y="530"/>
                </a:lnTo>
                <a:lnTo>
                  <a:pt x="1823" y="531"/>
                </a:lnTo>
                <a:lnTo>
                  <a:pt x="1823" y="533"/>
                </a:lnTo>
                <a:lnTo>
                  <a:pt x="1822" y="534"/>
                </a:lnTo>
                <a:lnTo>
                  <a:pt x="1822" y="535"/>
                </a:lnTo>
                <a:lnTo>
                  <a:pt x="1822" y="537"/>
                </a:lnTo>
                <a:lnTo>
                  <a:pt x="1823" y="537"/>
                </a:lnTo>
                <a:lnTo>
                  <a:pt x="1823" y="538"/>
                </a:lnTo>
                <a:lnTo>
                  <a:pt x="1824" y="538"/>
                </a:lnTo>
                <a:lnTo>
                  <a:pt x="1824" y="539"/>
                </a:lnTo>
                <a:lnTo>
                  <a:pt x="1824" y="540"/>
                </a:lnTo>
                <a:lnTo>
                  <a:pt x="1823" y="541"/>
                </a:lnTo>
                <a:lnTo>
                  <a:pt x="1822" y="541"/>
                </a:lnTo>
                <a:lnTo>
                  <a:pt x="1822" y="542"/>
                </a:lnTo>
                <a:lnTo>
                  <a:pt x="1823" y="543"/>
                </a:lnTo>
                <a:lnTo>
                  <a:pt x="1824" y="543"/>
                </a:lnTo>
                <a:lnTo>
                  <a:pt x="1825" y="543"/>
                </a:lnTo>
                <a:lnTo>
                  <a:pt x="1826" y="543"/>
                </a:lnTo>
                <a:lnTo>
                  <a:pt x="1826" y="544"/>
                </a:lnTo>
                <a:lnTo>
                  <a:pt x="1827" y="544"/>
                </a:lnTo>
                <a:lnTo>
                  <a:pt x="1828" y="545"/>
                </a:lnTo>
                <a:lnTo>
                  <a:pt x="1829" y="546"/>
                </a:lnTo>
                <a:lnTo>
                  <a:pt x="1830" y="547"/>
                </a:lnTo>
                <a:lnTo>
                  <a:pt x="1831" y="548"/>
                </a:lnTo>
                <a:lnTo>
                  <a:pt x="1832" y="549"/>
                </a:lnTo>
                <a:lnTo>
                  <a:pt x="1832" y="552"/>
                </a:lnTo>
                <a:lnTo>
                  <a:pt x="1832" y="553"/>
                </a:lnTo>
                <a:lnTo>
                  <a:pt x="1833" y="554"/>
                </a:lnTo>
                <a:lnTo>
                  <a:pt x="1834" y="554"/>
                </a:lnTo>
                <a:lnTo>
                  <a:pt x="1834" y="555"/>
                </a:lnTo>
                <a:lnTo>
                  <a:pt x="1834" y="556"/>
                </a:lnTo>
                <a:lnTo>
                  <a:pt x="1836" y="558"/>
                </a:lnTo>
                <a:lnTo>
                  <a:pt x="1837" y="557"/>
                </a:lnTo>
                <a:lnTo>
                  <a:pt x="1837" y="558"/>
                </a:lnTo>
                <a:lnTo>
                  <a:pt x="1838" y="558"/>
                </a:lnTo>
                <a:lnTo>
                  <a:pt x="1838" y="559"/>
                </a:lnTo>
                <a:lnTo>
                  <a:pt x="1839" y="560"/>
                </a:lnTo>
                <a:lnTo>
                  <a:pt x="1840" y="560"/>
                </a:lnTo>
                <a:lnTo>
                  <a:pt x="1841" y="562"/>
                </a:lnTo>
                <a:lnTo>
                  <a:pt x="1840" y="563"/>
                </a:lnTo>
                <a:lnTo>
                  <a:pt x="1840" y="564"/>
                </a:lnTo>
                <a:lnTo>
                  <a:pt x="1840" y="565"/>
                </a:lnTo>
                <a:lnTo>
                  <a:pt x="1840" y="566"/>
                </a:lnTo>
                <a:lnTo>
                  <a:pt x="1839" y="567"/>
                </a:lnTo>
                <a:lnTo>
                  <a:pt x="1839" y="568"/>
                </a:lnTo>
                <a:lnTo>
                  <a:pt x="1838" y="568"/>
                </a:lnTo>
                <a:lnTo>
                  <a:pt x="1838" y="569"/>
                </a:lnTo>
                <a:lnTo>
                  <a:pt x="1838" y="570"/>
                </a:lnTo>
                <a:lnTo>
                  <a:pt x="1838" y="571"/>
                </a:lnTo>
                <a:lnTo>
                  <a:pt x="1838" y="572"/>
                </a:lnTo>
                <a:lnTo>
                  <a:pt x="1840" y="573"/>
                </a:lnTo>
                <a:lnTo>
                  <a:pt x="1841" y="574"/>
                </a:lnTo>
                <a:lnTo>
                  <a:pt x="1843" y="575"/>
                </a:lnTo>
                <a:lnTo>
                  <a:pt x="1844" y="576"/>
                </a:lnTo>
                <a:lnTo>
                  <a:pt x="1845" y="577"/>
                </a:lnTo>
                <a:lnTo>
                  <a:pt x="1845" y="578"/>
                </a:lnTo>
                <a:lnTo>
                  <a:pt x="1846" y="578"/>
                </a:lnTo>
                <a:lnTo>
                  <a:pt x="1847" y="579"/>
                </a:lnTo>
                <a:lnTo>
                  <a:pt x="1847" y="580"/>
                </a:lnTo>
                <a:lnTo>
                  <a:pt x="1847" y="581"/>
                </a:lnTo>
                <a:lnTo>
                  <a:pt x="1848" y="581"/>
                </a:lnTo>
                <a:lnTo>
                  <a:pt x="1849" y="582"/>
                </a:lnTo>
                <a:lnTo>
                  <a:pt x="1849" y="583"/>
                </a:lnTo>
                <a:lnTo>
                  <a:pt x="1850" y="583"/>
                </a:lnTo>
                <a:lnTo>
                  <a:pt x="1851" y="584"/>
                </a:lnTo>
                <a:lnTo>
                  <a:pt x="1854" y="585"/>
                </a:lnTo>
                <a:lnTo>
                  <a:pt x="1854" y="586"/>
                </a:lnTo>
                <a:lnTo>
                  <a:pt x="1854" y="587"/>
                </a:lnTo>
                <a:lnTo>
                  <a:pt x="1855" y="588"/>
                </a:lnTo>
                <a:lnTo>
                  <a:pt x="1855" y="589"/>
                </a:lnTo>
                <a:lnTo>
                  <a:pt x="1854" y="589"/>
                </a:lnTo>
                <a:lnTo>
                  <a:pt x="1853" y="589"/>
                </a:lnTo>
                <a:lnTo>
                  <a:pt x="1852" y="590"/>
                </a:lnTo>
                <a:lnTo>
                  <a:pt x="1852" y="591"/>
                </a:lnTo>
                <a:lnTo>
                  <a:pt x="1851" y="591"/>
                </a:lnTo>
                <a:lnTo>
                  <a:pt x="1850" y="592"/>
                </a:lnTo>
                <a:lnTo>
                  <a:pt x="1849" y="592"/>
                </a:lnTo>
                <a:lnTo>
                  <a:pt x="1849" y="593"/>
                </a:lnTo>
                <a:lnTo>
                  <a:pt x="1850" y="595"/>
                </a:lnTo>
                <a:lnTo>
                  <a:pt x="1850" y="596"/>
                </a:lnTo>
                <a:lnTo>
                  <a:pt x="1850" y="597"/>
                </a:lnTo>
                <a:lnTo>
                  <a:pt x="1851" y="598"/>
                </a:lnTo>
                <a:lnTo>
                  <a:pt x="1851" y="599"/>
                </a:lnTo>
                <a:lnTo>
                  <a:pt x="1851" y="600"/>
                </a:lnTo>
                <a:lnTo>
                  <a:pt x="1851" y="601"/>
                </a:lnTo>
                <a:lnTo>
                  <a:pt x="1852" y="602"/>
                </a:lnTo>
                <a:lnTo>
                  <a:pt x="1853" y="602"/>
                </a:lnTo>
                <a:lnTo>
                  <a:pt x="1853" y="603"/>
                </a:lnTo>
                <a:lnTo>
                  <a:pt x="1852" y="604"/>
                </a:lnTo>
                <a:lnTo>
                  <a:pt x="1851" y="605"/>
                </a:lnTo>
                <a:lnTo>
                  <a:pt x="1851" y="606"/>
                </a:lnTo>
                <a:lnTo>
                  <a:pt x="1852" y="606"/>
                </a:lnTo>
                <a:lnTo>
                  <a:pt x="1852" y="607"/>
                </a:lnTo>
                <a:lnTo>
                  <a:pt x="1852" y="608"/>
                </a:lnTo>
                <a:lnTo>
                  <a:pt x="1852" y="609"/>
                </a:lnTo>
                <a:lnTo>
                  <a:pt x="1852" y="610"/>
                </a:lnTo>
                <a:lnTo>
                  <a:pt x="1852" y="611"/>
                </a:lnTo>
                <a:lnTo>
                  <a:pt x="1853" y="611"/>
                </a:lnTo>
                <a:lnTo>
                  <a:pt x="1853" y="612"/>
                </a:lnTo>
                <a:lnTo>
                  <a:pt x="1853" y="613"/>
                </a:lnTo>
                <a:lnTo>
                  <a:pt x="1853" y="614"/>
                </a:lnTo>
                <a:lnTo>
                  <a:pt x="1855" y="617"/>
                </a:lnTo>
                <a:lnTo>
                  <a:pt x="1855" y="619"/>
                </a:lnTo>
                <a:lnTo>
                  <a:pt x="1855" y="620"/>
                </a:lnTo>
                <a:lnTo>
                  <a:pt x="1855" y="621"/>
                </a:lnTo>
                <a:lnTo>
                  <a:pt x="1856" y="622"/>
                </a:lnTo>
                <a:lnTo>
                  <a:pt x="1856" y="623"/>
                </a:lnTo>
                <a:lnTo>
                  <a:pt x="1856" y="624"/>
                </a:lnTo>
                <a:lnTo>
                  <a:pt x="1855" y="624"/>
                </a:lnTo>
                <a:lnTo>
                  <a:pt x="1855" y="625"/>
                </a:lnTo>
                <a:lnTo>
                  <a:pt x="1855" y="626"/>
                </a:lnTo>
                <a:lnTo>
                  <a:pt x="1855" y="627"/>
                </a:lnTo>
                <a:lnTo>
                  <a:pt x="1856" y="627"/>
                </a:lnTo>
                <a:lnTo>
                  <a:pt x="1855" y="627"/>
                </a:lnTo>
                <a:lnTo>
                  <a:pt x="1855" y="628"/>
                </a:lnTo>
                <a:lnTo>
                  <a:pt x="1855" y="629"/>
                </a:lnTo>
                <a:lnTo>
                  <a:pt x="1856" y="630"/>
                </a:lnTo>
                <a:lnTo>
                  <a:pt x="1856" y="632"/>
                </a:lnTo>
                <a:lnTo>
                  <a:pt x="1856" y="633"/>
                </a:lnTo>
                <a:lnTo>
                  <a:pt x="1856" y="634"/>
                </a:lnTo>
                <a:lnTo>
                  <a:pt x="1857" y="634"/>
                </a:lnTo>
                <a:lnTo>
                  <a:pt x="1857" y="635"/>
                </a:lnTo>
                <a:lnTo>
                  <a:pt x="1856" y="636"/>
                </a:lnTo>
                <a:lnTo>
                  <a:pt x="1855" y="636"/>
                </a:lnTo>
                <a:lnTo>
                  <a:pt x="1855" y="637"/>
                </a:lnTo>
                <a:lnTo>
                  <a:pt x="1855" y="639"/>
                </a:lnTo>
                <a:lnTo>
                  <a:pt x="1856" y="640"/>
                </a:lnTo>
                <a:lnTo>
                  <a:pt x="1857" y="641"/>
                </a:lnTo>
                <a:lnTo>
                  <a:pt x="1857" y="642"/>
                </a:lnTo>
                <a:lnTo>
                  <a:pt x="1857" y="643"/>
                </a:lnTo>
                <a:lnTo>
                  <a:pt x="1857" y="644"/>
                </a:lnTo>
                <a:lnTo>
                  <a:pt x="1856" y="644"/>
                </a:lnTo>
                <a:lnTo>
                  <a:pt x="1856" y="645"/>
                </a:lnTo>
                <a:lnTo>
                  <a:pt x="1857" y="645"/>
                </a:lnTo>
                <a:lnTo>
                  <a:pt x="1857" y="646"/>
                </a:lnTo>
                <a:lnTo>
                  <a:pt x="1857" y="647"/>
                </a:lnTo>
                <a:lnTo>
                  <a:pt x="1857" y="648"/>
                </a:lnTo>
                <a:lnTo>
                  <a:pt x="1858" y="648"/>
                </a:lnTo>
                <a:lnTo>
                  <a:pt x="1859" y="649"/>
                </a:lnTo>
                <a:lnTo>
                  <a:pt x="1859" y="650"/>
                </a:lnTo>
                <a:lnTo>
                  <a:pt x="1859" y="651"/>
                </a:lnTo>
                <a:lnTo>
                  <a:pt x="1860" y="652"/>
                </a:lnTo>
                <a:lnTo>
                  <a:pt x="1861" y="653"/>
                </a:lnTo>
                <a:lnTo>
                  <a:pt x="1861" y="654"/>
                </a:lnTo>
                <a:lnTo>
                  <a:pt x="1862" y="655"/>
                </a:lnTo>
                <a:lnTo>
                  <a:pt x="1862" y="656"/>
                </a:lnTo>
                <a:lnTo>
                  <a:pt x="1861" y="657"/>
                </a:lnTo>
                <a:lnTo>
                  <a:pt x="1861" y="658"/>
                </a:lnTo>
                <a:lnTo>
                  <a:pt x="1862" y="659"/>
                </a:lnTo>
                <a:lnTo>
                  <a:pt x="1862" y="663"/>
                </a:lnTo>
                <a:lnTo>
                  <a:pt x="1863" y="667"/>
                </a:lnTo>
                <a:lnTo>
                  <a:pt x="1863" y="668"/>
                </a:lnTo>
                <a:lnTo>
                  <a:pt x="1863" y="669"/>
                </a:lnTo>
                <a:lnTo>
                  <a:pt x="1863" y="670"/>
                </a:lnTo>
                <a:lnTo>
                  <a:pt x="1864" y="670"/>
                </a:lnTo>
                <a:lnTo>
                  <a:pt x="1864" y="671"/>
                </a:lnTo>
                <a:lnTo>
                  <a:pt x="1863" y="671"/>
                </a:lnTo>
                <a:lnTo>
                  <a:pt x="1863" y="672"/>
                </a:lnTo>
                <a:lnTo>
                  <a:pt x="1863" y="673"/>
                </a:lnTo>
                <a:lnTo>
                  <a:pt x="1863" y="674"/>
                </a:lnTo>
                <a:lnTo>
                  <a:pt x="1862" y="675"/>
                </a:lnTo>
                <a:lnTo>
                  <a:pt x="1861" y="676"/>
                </a:lnTo>
                <a:lnTo>
                  <a:pt x="1861" y="677"/>
                </a:lnTo>
                <a:lnTo>
                  <a:pt x="1861" y="678"/>
                </a:lnTo>
                <a:lnTo>
                  <a:pt x="1860" y="679"/>
                </a:lnTo>
                <a:lnTo>
                  <a:pt x="1860" y="680"/>
                </a:lnTo>
                <a:lnTo>
                  <a:pt x="1860" y="681"/>
                </a:lnTo>
                <a:lnTo>
                  <a:pt x="1859" y="682"/>
                </a:lnTo>
                <a:lnTo>
                  <a:pt x="1859" y="684"/>
                </a:lnTo>
                <a:lnTo>
                  <a:pt x="1860" y="685"/>
                </a:lnTo>
                <a:lnTo>
                  <a:pt x="1859" y="685"/>
                </a:lnTo>
                <a:lnTo>
                  <a:pt x="1859" y="686"/>
                </a:lnTo>
                <a:lnTo>
                  <a:pt x="1859" y="688"/>
                </a:lnTo>
                <a:lnTo>
                  <a:pt x="1859" y="689"/>
                </a:lnTo>
                <a:lnTo>
                  <a:pt x="1858" y="689"/>
                </a:lnTo>
                <a:lnTo>
                  <a:pt x="1858" y="690"/>
                </a:lnTo>
                <a:lnTo>
                  <a:pt x="1858" y="691"/>
                </a:lnTo>
                <a:lnTo>
                  <a:pt x="1858" y="694"/>
                </a:lnTo>
                <a:lnTo>
                  <a:pt x="1858" y="695"/>
                </a:lnTo>
                <a:lnTo>
                  <a:pt x="1858" y="696"/>
                </a:lnTo>
                <a:lnTo>
                  <a:pt x="1857" y="696"/>
                </a:lnTo>
                <a:lnTo>
                  <a:pt x="1857" y="698"/>
                </a:lnTo>
                <a:lnTo>
                  <a:pt x="1858" y="698"/>
                </a:lnTo>
                <a:lnTo>
                  <a:pt x="1858" y="699"/>
                </a:lnTo>
                <a:lnTo>
                  <a:pt x="1858" y="700"/>
                </a:lnTo>
                <a:lnTo>
                  <a:pt x="1859" y="701"/>
                </a:lnTo>
                <a:lnTo>
                  <a:pt x="1859" y="702"/>
                </a:lnTo>
                <a:lnTo>
                  <a:pt x="1859" y="703"/>
                </a:lnTo>
                <a:lnTo>
                  <a:pt x="1860" y="704"/>
                </a:lnTo>
                <a:lnTo>
                  <a:pt x="1861" y="705"/>
                </a:lnTo>
                <a:lnTo>
                  <a:pt x="1861" y="706"/>
                </a:lnTo>
                <a:lnTo>
                  <a:pt x="1862" y="707"/>
                </a:lnTo>
                <a:lnTo>
                  <a:pt x="1863" y="708"/>
                </a:lnTo>
                <a:lnTo>
                  <a:pt x="1863" y="709"/>
                </a:lnTo>
                <a:lnTo>
                  <a:pt x="1863" y="710"/>
                </a:lnTo>
                <a:lnTo>
                  <a:pt x="1862" y="711"/>
                </a:lnTo>
                <a:lnTo>
                  <a:pt x="1862" y="712"/>
                </a:lnTo>
                <a:lnTo>
                  <a:pt x="1863" y="714"/>
                </a:lnTo>
                <a:lnTo>
                  <a:pt x="1863" y="716"/>
                </a:lnTo>
                <a:lnTo>
                  <a:pt x="1863" y="717"/>
                </a:lnTo>
                <a:lnTo>
                  <a:pt x="1863" y="718"/>
                </a:lnTo>
                <a:lnTo>
                  <a:pt x="1863" y="719"/>
                </a:lnTo>
                <a:lnTo>
                  <a:pt x="1864" y="720"/>
                </a:lnTo>
                <a:lnTo>
                  <a:pt x="1863" y="720"/>
                </a:lnTo>
                <a:lnTo>
                  <a:pt x="1863" y="721"/>
                </a:lnTo>
                <a:lnTo>
                  <a:pt x="1864" y="722"/>
                </a:lnTo>
                <a:lnTo>
                  <a:pt x="1863" y="723"/>
                </a:lnTo>
                <a:lnTo>
                  <a:pt x="1864" y="725"/>
                </a:lnTo>
                <a:lnTo>
                  <a:pt x="1864" y="726"/>
                </a:lnTo>
                <a:lnTo>
                  <a:pt x="1864" y="727"/>
                </a:lnTo>
                <a:lnTo>
                  <a:pt x="1864" y="731"/>
                </a:lnTo>
                <a:lnTo>
                  <a:pt x="1864" y="732"/>
                </a:lnTo>
                <a:lnTo>
                  <a:pt x="1865" y="733"/>
                </a:lnTo>
                <a:lnTo>
                  <a:pt x="1864" y="735"/>
                </a:lnTo>
                <a:lnTo>
                  <a:pt x="1865" y="735"/>
                </a:lnTo>
                <a:lnTo>
                  <a:pt x="1865" y="736"/>
                </a:lnTo>
                <a:lnTo>
                  <a:pt x="1866" y="736"/>
                </a:lnTo>
                <a:lnTo>
                  <a:pt x="1866" y="737"/>
                </a:lnTo>
                <a:lnTo>
                  <a:pt x="1866" y="738"/>
                </a:lnTo>
                <a:lnTo>
                  <a:pt x="1867" y="740"/>
                </a:lnTo>
                <a:lnTo>
                  <a:pt x="1868" y="740"/>
                </a:lnTo>
                <a:lnTo>
                  <a:pt x="1868" y="741"/>
                </a:lnTo>
                <a:lnTo>
                  <a:pt x="1868" y="742"/>
                </a:lnTo>
                <a:lnTo>
                  <a:pt x="1868" y="743"/>
                </a:lnTo>
                <a:lnTo>
                  <a:pt x="1866" y="743"/>
                </a:lnTo>
                <a:lnTo>
                  <a:pt x="1865" y="744"/>
                </a:lnTo>
                <a:lnTo>
                  <a:pt x="1862" y="744"/>
                </a:lnTo>
                <a:lnTo>
                  <a:pt x="1861" y="744"/>
                </a:lnTo>
                <a:lnTo>
                  <a:pt x="1860" y="745"/>
                </a:lnTo>
                <a:lnTo>
                  <a:pt x="1859" y="745"/>
                </a:lnTo>
                <a:lnTo>
                  <a:pt x="1857" y="745"/>
                </a:lnTo>
                <a:lnTo>
                  <a:pt x="1856" y="745"/>
                </a:lnTo>
                <a:lnTo>
                  <a:pt x="1856" y="747"/>
                </a:lnTo>
                <a:lnTo>
                  <a:pt x="1855" y="747"/>
                </a:lnTo>
                <a:lnTo>
                  <a:pt x="1855" y="748"/>
                </a:lnTo>
                <a:lnTo>
                  <a:pt x="1854" y="748"/>
                </a:lnTo>
                <a:lnTo>
                  <a:pt x="1855" y="750"/>
                </a:lnTo>
                <a:lnTo>
                  <a:pt x="1855" y="752"/>
                </a:lnTo>
                <a:lnTo>
                  <a:pt x="1856" y="753"/>
                </a:lnTo>
                <a:lnTo>
                  <a:pt x="1857" y="755"/>
                </a:lnTo>
                <a:lnTo>
                  <a:pt x="1858" y="755"/>
                </a:lnTo>
                <a:lnTo>
                  <a:pt x="1858" y="757"/>
                </a:lnTo>
                <a:lnTo>
                  <a:pt x="1859" y="759"/>
                </a:lnTo>
                <a:lnTo>
                  <a:pt x="1859" y="760"/>
                </a:lnTo>
                <a:lnTo>
                  <a:pt x="1859" y="761"/>
                </a:lnTo>
                <a:lnTo>
                  <a:pt x="1859" y="762"/>
                </a:lnTo>
                <a:lnTo>
                  <a:pt x="1858" y="762"/>
                </a:lnTo>
                <a:lnTo>
                  <a:pt x="1858" y="763"/>
                </a:lnTo>
                <a:lnTo>
                  <a:pt x="1857" y="763"/>
                </a:lnTo>
                <a:lnTo>
                  <a:pt x="1855" y="765"/>
                </a:lnTo>
                <a:lnTo>
                  <a:pt x="1854" y="766"/>
                </a:lnTo>
                <a:lnTo>
                  <a:pt x="1853" y="767"/>
                </a:lnTo>
                <a:lnTo>
                  <a:pt x="1852" y="767"/>
                </a:lnTo>
                <a:lnTo>
                  <a:pt x="1851" y="767"/>
                </a:lnTo>
                <a:lnTo>
                  <a:pt x="1851" y="768"/>
                </a:lnTo>
                <a:lnTo>
                  <a:pt x="1851" y="771"/>
                </a:lnTo>
                <a:lnTo>
                  <a:pt x="1851" y="772"/>
                </a:lnTo>
                <a:lnTo>
                  <a:pt x="1851" y="774"/>
                </a:lnTo>
                <a:lnTo>
                  <a:pt x="1850" y="775"/>
                </a:lnTo>
                <a:lnTo>
                  <a:pt x="1851" y="777"/>
                </a:lnTo>
                <a:lnTo>
                  <a:pt x="1854" y="779"/>
                </a:lnTo>
                <a:lnTo>
                  <a:pt x="1855" y="778"/>
                </a:lnTo>
                <a:lnTo>
                  <a:pt x="1855" y="779"/>
                </a:lnTo>
                <a:lnTo>
                  <a:pt x="1856" y="780"/>
                </a:lnTo>
                <a:lnTo>
                  <a:pt x="1855" y="780"/>
                </a:lnTo>
                <a:lnTo>
                  <a:pt x="1855" y="781"/>
                </a:lnTo>
                <a:lnTo>
                  <a:pt x="1855" y="782"/>
                </a:lnTo>
                <a:lnTo>
                  <a:pt x="1855" y="783"/>
                </a:lnTo>
                <a:lnTo>
                  <a:pt x="1853" y="783"/>
                </a:lnTo>
                <a:lnTo>
                  <a:pt x="1852" y="783"/>
                </a:lnTo>
                <a:lnTo>
                  <a:pt x="1852" y="784"/>
                </a:lnTo>
                <a:lnTo>
                  <a:pt x="1851" y="784"/>
                </a:lnTo>
                <a:lnTo>
                  <a:pt x="1851" y="785"/>
                </a:lnTo>
                <a:lnTo>
                  <a:pt x="1850" y="786"/>
                </a:lnTo>
                <a:lnTo>
                  <a:pt x="1849" y="786"/>
                </a:lnTo>
                <a:lnTo>
                  <a:pt x="1848" y="785"/>
                </a:lnTo>
                <a:lnTo>
                  <a:pt x="1847" y="785"/>
                </a:lnTo>
                <a:lnTo>
                  <a:pt x="1846" y="785"/>
                </a:lnTo>
                <a:lnTo>
                  <a:pt x="1845" y="786"/>
                </a:lnTo>
                <a:lnTo>
                  <a:pt x="1843" y="786"/>
                </a:lnTo>
                <a:lnTo>
                  <a:pt x="1842" y="784"/>
                </a:lnTo>
                <a:lnTo>
                  <a:pt x="1843" y="782"/>
                </a:lnTo>
                <a:lnTo>
                  <a:pt x="1843" y="781"/>
                </a:lnTo>
                <a:lnTo>
                  <a:pt x="1842" y="779"/>
                </a:lnTo>
                <a:lnTo>
                  <a:pt x="1842" y="778"/>
                </a:lnTo>
                <a:lnTo>
                  <a:pt x="1842" y="777"/>
                </a:lnTo>
                <a:lnTo>
                  <a:pt x="1841" y="775"/>
                </a:lnTo>
                <a:lnTo>
                  <a:pt x="1841" y="773"/>
                </a:lnTo>
                <a:lnTo>
                  <a:pt x="1841" y="772"/>
                </a:lnTo>
                <a:lnTo>
                  <a:pt x="1841" y="771"/>
                </a:lnTo>
                <a:lnTo>
                  <a:pt x="1840" y="768"/>
                </a:lnTo>
                <a:lnTo>
                  <a:pt x="1839" y="766"/>
                </a:lnTo>
                <a:lnTo>
                  <a:pt x="1838" y="765"/>
                </a:lnTo>
                <a:lnTo>
                  <a:pt x="1837" y="765"/>
                </a:lnTo>
                <a:lnTo>
                  <a:pt x="1836" y="765"/>
                </a:lnTo>
                <a:lnTo>
                  <a:pt x="1835" y="766"/>
                </a:lnTo>
                <a:lnTo>
                  <a:pt x="1834" y="767"/>
                </a:lnTo>
                <a:lnTo>
                  <a:pt x="1833" y="767"/>
                </a:lnTo>
                <a:lnTo>
                  <a:pt x="1832" y="768"/>
                </a:lnTo>
                <a:lnTo>
                  <a:pt x="1832" y="769"/>
                </a:lnTo>
                <a:lnTo>
                  <a:pt x="1831" y="769"/>
                </a:lnTo>
                <a:lnTo>
                  <a:pt x="1830" y="769"/>
                </a:lnTo>
                <a:lnTo>
                  <a:pt x="1830" y="768"/>
                </a:lnTo>
                <a:lnTo>
                  <a:pt x="1827" y="768"/>
                </a:lnTo>
                <a:lnTo>
                  <a:pt x="1826" y="768"/>
                </a:lnTo>
                <a:lnTo>
                  <a:pt x="1825" y="768"/>
                </a:lnTo>
                <a:lnTo>
                  <a:pt x="1825" y="770"/>
                </a:lnTo>
                <a:lnTo>
                  <a:pt x="1826" y="772"/>
                </a:lnTo>
                <a:lnTo>
                  <a:pt x="1827" y="772"/>
                </a:lnTo>
                <a:lnTo>
                  <a:pt x="1827" y="773"/>
                </a:lnTo>
                <a:lnTo>
                  <a:pt x="1826" y="774"/>
                </a:lnTo>
                <a:lnTo>
                  <a:pt x="1826" y="776"/>
                </a:lnTo>
                <a:lnTo>
                  <a:pt x="1826" y="777"/>
                </a:lnTo>
                <a:lnTo>
                  <a:pt x="1827" y="780"/>
                </a:lnTo>
                <a:lnTo>
                  <a:pt x="1828" y="782"/>
                </a:lnTo>
                <a:lnTo>
                  <a:pt x="1827" y="782"/>
                </a:lnTo>
                <a:lnTo>
                  <a:pt x="1827" y="783"/>
                </a:lnTo>
                <a:lnTo>
                  <a:pt x="1827" y="784"/>
                </a:lnTo>
                <a:lnTo>
                  <a:pt x="1827" y="785"/>
                </a:lnTo>
                <a:lnTo>
                  <a:pt x="1827" y="786"/>
                </a:lnTo>
                <a:lnTo>
                  <a:pt x="1828" y="787"/>
                </a:lnTo>
                <a:lnTo>
                  <a:pt x="1828" y="788"/>
                </a:lnTo>
                <a:lnTo>
                  <a:pt x="1829" y="788"/>
                </a:lnTo>
                <a:lnTo>
                  <a:pt x="1829" y="789"/>
                </a:lnTo>
                <a:lnTo>
                  <a:pt x="1829" y="790"/>
                </a:lnTo>
                <a:lnTo>
                  <a:pt x="1829" y="791"/>
                </a:lnTo>
                <a:lnTo>
                  <a:pt x="1829" y="792"/>
                </a:lnTo>
                <a:lnTo>
                  <a:pt x="1829" y="793"/>
                </a:lnTo>
                <a:lnTo>
                  <a:pt x="1829" y="794"/>
                </a:lnTo>
                <a:lnTo>
                  <a:pt x="1828" y="795"/>
                </a:lnTo>
                <a:lnTo>
                  <a:pt x="1827" y="796"/>
                </a:lnTo>
                <a:lnTo>
                  <a:pt x="1826" y="796"/>
                </a:lnTo>
                <a:lnTo>
                  <a:pt x="1825" y="796"/>
                </a:lnTo>
                <a:lnTo>
                  <a:pt x="1825" y="797"/>
                </a:lnTo>
                <a:lnTo>
                  <a:pt x="1825" y="798"/>
                </a:lnTo>
                <a:lnTo>
                  <a:pt x="1823" y="798"/>
                </a:lnTo>
                <a:lnTo>
                  <a:pt x="1822" y="798"/>
                </a:lnTo>
                <a:lnTo>
                  <a:pt x="1821" y="798"/>
                </a:lnTo>
                <a:lnTo>
                  <a:pt x="1822" y="799"/>
                </a:lnTo>
                <a:lnTo>
                  <a:pt x="1822" y="800"/>
                </a:lnTo>
                <a:lnTo>
                  <a:pt x="1823" y="803"/>
                </a:lnTo>
                <a:lnTo>
                  <a:pt x="1824" y="804"/>
                </a:lnTo>
                <a:lnTo>
                  <a:pt x="1823" y="805"/>
                </a:lnTo>
                <a:lnTo>
                  <a:pt x="1824" y="808"/>
                </a:lnTo>
                <a:lnTo>
                  <a:pt x="1824" y="809"/>
                </a:lnTo>
                <a:lnTo>
                  <a:pt x="1825" y="811"/>
                </a:lnTo>
                <a:lnTo>
                  <a:pt x="1825" y="813"/>
                </a:lnTo>
                <a:lnTo>
                  <a:pt x="1824" y="815"/>
                </a:lnTo>
                <a:lnTo>
                  <a:pt x="1824" y="817"/>
                </a:lnTo>
                <a:lnTo>
                  <a:pt x="1825" y="818"/>
                </a:lnTo>
                <a:lnTo>
                  <a:pt x="1826" y="818"/>
                </a:lnTo>
                <a:lnTo>
                  <a:pt x="1829" y="819"/>
                </a:lnTo>
                <a:lnTo>
                  <a:pt x="1829" y="820"/>
                </a:lnTo>
                <a:lnTo>
                  <a:pt x="1829" y="821"/>
                </a:lnTo>
                <a:lnTo>
                  <a:pt x="1830" y="822"/>
                </a:lnTo>
                <a:lnTo>
                  <a:pt x="1830" y="823"/>
                </a:lnTo>
                <a:lnTo>
                  <a:pt x="1831" y="824"/>
                </a:lnTo>
                <a:lnTo>
                  <a:pt x="1831" y="825"/>
                </a:lnTo>
                <a:lnTo>
                  <a:pt x="1832" y="826"/>
                </a:lnTo>
                <a:lnTo>
                  <a:pt x="1832" y="827"/>
                </a:lnTo>
                <a:lnTo>
                  <a:pt x="1833" y="828"/>
                </a:lnTo>
                <a:lnTo>
                  <a:pt x="1833" y="829"/>
                </a:lnTo>
                <a:lnTo>
                  <a:pt x="1834" y="830"/>
                </a:lnTo>
                <a:lnTo>
                  <a:pt x="1834" y="831"/>
                </a:lnTo>
                <a:lnTo>
                  <a:pt x="1835" y="832"/>
                </a:lnTo>
                <a:lnTo>
                  <a:pt x="1836" y="833"/>
                </a:lnTo>
                <a:lnTo>
                  <a:pt x="1835" y="834"/>
                </a:lnTo>
                <a:lnTo>
                  <a:pt x="1835" y="835"/>
                </a:lnTo>
                <a:lnTo>
                  <a:pt x="1834" y="835"/>
                </a:lnTo>
                <a:lnTo>
                  <a:pt x="1833" y="836"/>
                </a:lnTo>
                <a:lnTo>
                  <a:pt x="1832" y="836"/>
                </a:lnTo>
                <a:lnTo>
                  <a:pt x="1832" y="839"/>
                </a:lnTo>
                <a:lnTo>
                  <a:pt x="1832" y="840"/>
                </a:lnTo>
                <a:lnTo>
                  <a:pt x="1832" y="842"/>
                </a:lnTo>
                <a:lnTo>
                  <a:pt x="1832" y="844"/>
                </a:lnTo>
                <a:lnTo>
                  <a:pt x="1832" y="845"/>
                </a:lnTo>
                <a:lnTo>
                  <a:pt x="1831" y="847"/>
                </a:lnTo>
                <a:lnTo>
                  <a:pt x="1830" y="847"/>
                </a:lnTo>
                <a:lnTo>
                  <a:pt x="1829" y="847"/>
                </a:lnTo>
                <a:lnTo>
                  <a:pt x="1828" y="847"/>
                </a:lnTo>
                <a:lnTo>
                  <a:pt x="1826" y="848"/>
                </a:lnTo>
                <a:lnTo>
                  <a:pt x="1826" y="849"/>
                </a:lnTo>
                <a:lnTo>
                  <a:pt x="1825" y="850"/>
                </a:lnTo>
                <a:lnTo>
                  <a:pt x="1825" y="851"/>
                </a:lnTo>
                <a:lnTo>
                  <a:pt x="1824" y="852"/>
                </a:lnTo>
                <a:lnTo>
                  <a:pt x="1823" y="851"/>
                </a:lnTo>
                <a:lnTo>
                  <a:pt x="1822" y="851"/>
                </a:lnTo>
                <a:lnTo>
                  <a:pt x="1820" y="850"/>
                </a:lnTo>
                <a:lnTo>
                  <a:pt x="1818" y="850"/>
                </a:lnTo>
                <a:lnTo>
                  <a:pt x="1816" y="851"/>
                </a:lnTo>
                <a:lnTo>
                  <a:pt x="1815" y="851"/>
                </a:lnTo>
                <a:lnTo>
                  <a:pt x="1815" y="852"/>
                </a:lnTo>
                <a:lnTo>
                  <a:pt x="1814" y="854"/>
                </a:lnTo>
                <a:lnTo>
                  <a:pt x="1813" y="854"/>
                </a:lnTo>
                <a:lnTo>
                  <a:pt x="1812" y="854"/>
                </a:lnTo>
                <a:lnTo>
                  <a:pt x="1811" y="854"/>
                </a:lnTo>
                <a:lnTo>
                  <a:pt x="1811" y="853"/>
                </a:lnTo>
                <a:lnTo>
                  <a:pt x="1810" y="853"/>
                </a:lnTo>
                <a:lnTo>
                  <a:pt x="1809" y="854"/>
                </a:lnTo>
                <a:lnTo>
                  <a:pt x="1809" y="855"/>
                </a:lnTo>
                <a:lnTo>
                  <a:pt x="1808" y="856"/>
                </a:lnTo>
                <a:lnTo>
                  <a:pt x="1807" y="857"/>
                </a:lnTo>
                <a:lnTo>
                  <a:pt x="1806" y="858"/>
                </a:lnTo>
                <a:lnTo>
                  <a:pt x="1804" y="858"/>
                </a:lnTo>
                <a:lnTo>
                  <a:pt x="1803" y="857"/>
                </a:lnTo>
                <a:lnTo>
                  <a:pt x="1803" y="856"/>
                </a:lnTo>
                <a:lnTo>
                  <a:pt x="1803" y="853"/>
                </a:lnTo>
                <a:lnTo>
                  <a:pt x="1803" y="852"/>
                </a:lnTo>
                <a:lnTo>
                  <a:pt x="1802" y="850"/>
                </a:lnTo>
                <a:lnTo>
                  <a:pt x="1801" y="850"/>
                </a:lnTo>
                <a:lnTo>
                  <a:pt x="1801" y="849"/>
                </a:lnTo>
                <a:lnTo>
                  <a:pt x="1802" y="848"/>
                </a:lnTo>
                <a:lnTo>
                  <a:pt x="1802" y="847"/>
                </a:lnTo>
                <a:lnTo>
                  <a:pt x="1802" y="845"/>
                </a:lnTo>
                <a:lnTo>
                  <a:pt x="1802" y="844"/>
                </a:lnTo>
                <a:lnTo>
                  <a:pt x="1801" y="842"/>
                </a:lnTo>
                <a:lnTo>
                  <a:pt x="1800" y="839"/>
                </a:lnTo>
                <a:lnTo>
                  <a:pt x="1797" y="835"/>
                </a:lnTo>
                <a:lnTo>
                  <a:pt x="1797" y="834"/>
                </a:lnTo>
                <a:lnTo>
                  <a:pt x="1797" y="833"/>
                </a:lnTo>
                <a:lnTo>
                  <a:pt x="1797" y="832"/>
                </a:lnTo>
                <a:lnTo>
                  <a:pt x="1796" y="831"/>
                </a:lnTo>
                <a:lnTo>
                  <a:pt x="1795" y="831"/>
                </a:lnTo>
                <a:lnTo>
                  <a:pt x="1795" y="830"/>
                </a:lnTo>
                <a:lnTo>
                  <a:pt x="1795" y="829"/>
                </a:lnTo>
                <a:lnTo>
                  <a:pt x="1795" y="828"/>
                </a:lnTo>
                <a:lnTo>
                  <a:pt x="1794" y="828"/>
                </a:lnTo>
                <a:lnTo>
                  <a:pt x="1794" y="827"/>
                </a:lnTo>
                <a:lnTo>
                  <a:pt x="1793" y="827"/>
                </a:lnTo>
                <a:lnTo>
                  <a:pt x="1793" y="828"/>
                </a:lnTo>
                <a:lnTo>
                  <a:pt x="1793" y="829"/>
                </a:lnTo>
                <a:lnTo>
                  <a:pt x="1792" y="829"/>
                </a:lnTo>
                <a:lnTo>
                  <a:pt x="1791" y="829"/>
                </a:lnTo>
                <a:lnTo>
                  <a:pt x="1790" y="829"/>
                </a:lnTo>
                <a:lnTo>
                  <a:pt x="1789" y="830"/>
                </a:lnTo>
                <a:lnTo>
                  <a:pt x="1788" y="832"/>
                </a:lnTo>
                <a:lnTo>
                  <a:pt x="1788" y="831"/>
                </a:lnTo>
                <a:lnTo>
                  <a:pt x="1787" y="831"/>
                </a:lnTo>
                <a:lnTo>
                  <a:pt x="1786" y="831"/>
                </a:lnTo>
                <a:lnTo>
                  <a:pt x="1786" y="832"/>
                </a:lnTo>
                <a:lnTo>
                  <a:pt x="1786" y="833"/>
                </a:lnTo>
                <a:lnTo>
                  <a:pt x="1787" y="834"/>
                </a:lnTo>
                <a:lnTo>
                  <a:pt x="1788" y="835"/>
                </a:lnTo>
                <a:lnTo>
                  <a:pt x="1789" y="837"/>
                </a:lnTo>
                <a:lnTo>
                  <a:pt x="1789" y="839"/>
                </a:lnTo>
                <a:lnTo>
                  <a:pt x="1790" y="840"/>
                </a:lnTo>
                <a:lnTo>
                  <a:pt x="1791" y="841"/>
                </a:lnTo>
                <a:lnTo>
                  <a:pt x="1792" y="843"/>
                </a:lnTo>
                <a:lnTo>
                  <a:pt x="1792" y="844"/>
                </a:lnTo>
                <a:lnTo>
                  <a:pt x="1791" y="844"/>
                </a:lnTo>
                <a:lnTo>
                  <a:pt x="1789" y="845"/>
                </a:lnTo>
                <a:lnTo>
                  <a:pt x="1788" y="846"/>
                </a:lnTo>
                <a:lnTo>
                  <a:pt x="1787" y="847"/>
                </a:lnTo>
                <a:lnTo>
                  <a:pt x="1786" y="846"/>
                </a:lnTo>
                <a:lnTo>
                  <a:pt x="1784" y="846"/>
                </a:lnTo>
                <a:lnTo>
                  <a:pt x="1784" y="847"/>
                </a:lnTo>
                <a:lnTo>
                  <a:pt x="1783" y="847"/>
                </a:lnTo>
                <a:lnTo>
                  <a:pt x="1783" y="850"/>
                </a:lnTo>
                <a:lnTo>
                  <a:pt x="1783" y="851"/>
                </a:lnTo>
                <a:lnTo>
                  <a:pt x="1783" y="852"/>
                </a:lnTo>
                <a:lnTo>
                  <a:pt x="1782" y="852"/>
                </a:lnTo>
                <a:lnTo>
                  <a:pt x="1781" y="854"/>
                </a:lnTo>
                <a:lnTo>
                  <a:pt x="1780" y="854"/>
                </a:lnTo>
                <a:lnTo>
                  <a:pt x="1780" y="853"/>
                </a:lnTo>
                <a:lnTo>
                  <a:pt x="1779" y="853"/>
                </a:lnTo>
                <a:lnTo>
                  <a:pt x="1778" y="852"/>
                </a:lnTo>
                <a:lnTo>
                  <a:pt x="1777" y="852"/>
                </a:lnTo>
                <a:lnTo>
                  <a:pt x="1776" y="851"/>
                </a:lnTo>
                <a:lnTo>
                  <a:pt x="1776" y="850"/>
                </a:lnTo>
                <a:lnTo>
                  <a:pt x="1776" y="849"/>
                </a:lnTo>
                <a:lnTo>
                  <a:pt x="1775" y="848"/>
                </a:lnTo>
                <a:lnTo>
                  <a:pt x="1774" y="848"/>
                </a:lnTo>
                <a:lnTo>
                  <a:pt x="1773" y="848"/>
                </a:lnTo>
                <a:lnTo>
                  <a:pt x="1773" y="849"/>
                </a:lnTo>
                <a:lnTo>
                  <a:pt x="1772" y="850"/>
                </a:lnTo>
                <a:lnTo>
                  <a:pt x="1771" y="850"/>
                </a:lnTo>
                <a:lnTo>
                  <a:pt x="1770" y="849"/>
                </a:lnTo>
                <a:lnTo>
                  <a:pt x="1769" y="848"/>
                </a:lnTo>
                <a:lnTo>
                  <a:pt x="1769" y="847"/>
                </a:lnTo>
                <a:lnTo>
                  <a:pt x="1769" y="846"/>
                </a:lnTo>
                <a:lnTo>
                  <a:pt x="1769" y="845"/>
                </a:lnTo>
                <a:lnTo>
                  <a:pt x="1770" y="844"/>
                </a:lnTo>
                <a:lnTo>
                  <a:pt x="1770" y="843"/>
                </a:lnTo>
                <a:lnTo>
                  <a:pt x="1769" y="842"/>
                </a:lnTo>
                <a:lnTo>
                  <a:pt x="1768" y="841"/>
                </a:lnTo>
                <a:lnTo>
                  <a:pt x="1768" y="840"/>
                </a:lnTo>
                <a:lnTo>
                  <a:pt x="1767" y="839"/>
                </a:lnTo>
                <a:lnTo>
                  <a:pt x="1766" y="839"/>
                </a:lnTo>
                <a:lnTo>
                  <a:pt x="1765" y="839"/>
                </a:lnTo>
                <a:lnTo>
                  <a:pt x="1764" y="837"/>
                </a:lnTo>
                <a:lnTo>
                  <a:pt x="1764" y="836"/>
                </a:lnTo>
                <a:lnTo>
                  <a:pt x="1765" y="836"/>
                </a:lnTo>
                <a:lnTo>
                  <a:pt x="1765" y="835"/>
                </a:lnTo>
                <a:lnTo>
                  <a:pt x="1764" y="835"/>
                </a:lnTo>
                <a:lnTo>
                  <a:pt x="1763" y="835"/>
                </a:lnTo>
                <a:lnTo>
                  <a:pt x="1763" y="834"/>
                </a:lnTo>
                <a:lnTo>
                  <a:pt x="1762" y="833"/>
                </a:lnTo>
                <a:lnTo>
                  <a:pt x="1761" y="833"/>
                </a:lnTo>
                <a:lnTo>
                  <a:pt x="1761" y="832"/>
                </a:lnTo>
                <a:lnTo>
                  <a:pt x="1760" y="831"/>
                </a:lnTo>
                <a:lnTo>
                  <a:pt x="1759" y="831"/>
                </a:lnTo>
                <a:lnTo>
                  <a:pt x="1758" y="831"/>
                </a:lnTo>
                <a:lnTo>
                  <a:pt x="1756" y="831"/>
                </a:lnTo>
                <a:lnTo>
                  <a:pt x="1755" y="832"/>
                </a:lnTo>
                <a:lnTo>
                  <a:pt x="1754" y="832"/>
                </a:lnTo>
                <a:lnTo>
                  <a:pt x="1754" y="833"/>
                </a:lnTo>
                <a:lnTo>
                  <a:pt x="1754" y="834"/>
                </a:lnTo>
                <a:lnTo>
                  <a:pt x="1753" y="834"/>
                </a:lnTo>
                <a:lnTo>
                  <a:pt x="1752" y="834"/>
                </a:lnTo>
                <a:lnTo>
                  <a:pt x="1751" y="834"/>
                </a:lnTo>
                <a:lnTo>
                  <a:pt x="1750" y="834"/>
                </a:lnTo>
                <a:lnTo>
                  <a:pt x="1749" y="834"/>
                </a:lnTo>
                <a:lnTo>
                  <a:pt x="1749" y="832"/>
                </a:lnTo>
                <a:lnTo>
                  <a:pt x="1749" y="831"/>
                </a:lnTo>
                <a:lnTo>
                  <a:pt x="1748" y="831"/>
                </a:lnTo>
                <a:lnTo>
                  <a:pt x="1747" y="830"/>
                </a:lnTo>
                <a:lnTo>
                  <a:pt x="1747" y="829"/>
                </a:lnTo>
                <a:lnTo>
                  <a:pt x="1746" y="829"/>
                </a:lnTo>
                <a:lnTo>
                  <a:pt x="1745" y="829"/>
                </a:lnTo>
                <a:lnTo>
                  <a:pt x="1745" y="828"/>
                </a:lnTo>
                <a:lnTo>
                  <a:pt x="1744" y="827"/>
                </a:lnTo>
                <a:lnTo>
                  <a:pt x="1745" y="827"/>
                </a:lnTo>
                <a:lnTo>
                  <a:pt x="1745" y="826"/>
                </a:lnTo>
                <a:lnTo>
                  <a:pt x="1745" y="825"/>
                </a:lnTo>
                <a:lnTo>
                  <a:pt x="1744" y="825"/>
                </a:lnTo>
                <a:lnTo>
                  <a:pt x="1744" y="824"/>
                </a:lnTo>
                <a:lnTo>
                  <a:pt x="1744" y="823"/>
                </a:lnTo>
                <a:lnTo>
                  <a:pt x="1744" y="822"/>
                </a:lnTo>
                <a:lnTo>
                  <a:pt x="1744" y="820"/>
                </a:lnTo>
                <a:lnTo>
                  <a:pt x="1743" y="819"/>
                </a:lnTo>
                <a:lnTo>
                  <a:pt x="1743" y="818"/>
                </a:lnTo>
                <a:lnTo>
                  <a:pt x="1743" y="817"/>
                </a:lnTo>
                <a:lnTo>
                  <a:pt x="1742" y="817"/>
                </a:lnTo>
                <a:lnTo>
                  <a:pt x="1741" y="817"/>
                </a:lnTo>
                <a:lnTo>
                  <a:pt x="1740" y="816"/>
                </a:lnTo>
                <a:lnTo>
                  <a:pt x="1740" y="815"/>
                </a:lnTo>
                <a:lnTo>
                  <a:pt x="1739" y="815"/>
                </a:lnTo>
                <a:lnTo>
                  <a:pt x="1738" y="815"/>
                </a:lnTo>
                <a:lnTo>
                  <a:pt x="1738" y="814"/>
                </a:lnTo>
                <a:lnTo>
                  <a:pt x="1738" y="813"/>
                </a:lnTo>
                <a:lnTo>
                  <a:pt x="1737" y="813"/>
                </a:lnTo>
                <a:lnTo>
                  <a:pt x="1736" y="813"/>
                </a:lnTo>
                <a:lnTo>
                  <a:pt x="1735" y="813"/>
                </a:lnTo>
                <a:lnTo>
                  <a:pt x="1735" y="814"/>
                </a:lnTo>
                <a:lnTo>
                  <a:pt x="1734" y="815"/>
                </a:lnTo>
                <a:lnTo>
                  <a:pt x="1733" y="815"/>
                </a:lnTo>
                <a:lnTo>
                  <a:pt x="1732" y="815"/>
                </a:lnTo>
                <a:lnTo>
                  <a:pt x="1732" y="814"/>
                </a:lnTo>
                <a:lnTo>
                  <a:pt x="1731" y="813"/>
                </a:lnTo>
                <a:lnTo>
                  <a:pt x="1731" y="812"/>
                </a:lnTo>
                <a:lnTo>
                  <a:pt x="1730" y="812"/>
                </a:lnTo>
                <a:lnTo>
                  <a:pt x="1729" y="812"/>
                </a:lnTo>
                <a:lnTo>
                  <a:pt x="1729" y="813"/>
                </a:lnTo>
                <a:lnTo>
                  <a:pt x="1728" y="814"/>
                </a:lnTo>
                <a:lnTo>
                  <a:pt x="1727" y="814"/>
                </a:lnTo>
                <a:lnTo>
                  <a:pt x="1727" y="815"/>
                </a:lnTo>
                <a:lnTo>
                  <a:pt x="1726" y="815"/>
                </a:lnTo>
                <a:lnTo>
                  <a:pt x="1726" y="816"/>
                </a:lnTo>
                <a:lnTo>
                  <a:pt x="1725" y="816"/>
                </a:lnTo>
                <a:lnTo>
                  <a:pt x="1724" y="817"/>
                </a:lnTo>
                <a:lnTo>
                  <a:pt x="1723" y="818"/>
                </a:lnTo>
                <a:lnTo>
                  <a:pt x="1723" y="819"/>
                </a:lnTo>
                <a:lnTo>
                  <a:pt x="1724" y="820"/>
                </a:lnTo>
                <a:lnTo>
                  <a:pt x="1724" y="821"/>
                </a:lnTo>
                <a:lnTo>
                  <a:pt x="1724" y="822"/>
                </a:lnTo>
                <a:lnTo>
                  <a:pt x="1725" y="822"/>
                </a:lnTo>
                <a:lnTo>
                  <a:pt x="1725" y="823"/>
                </a:lnTo>
                <a:lnTo>
                  <a:pt x="1724" y="823"/>
                </a:lnTo>
                <a:lnTo>
                  <a:pt x="1723" y="824"/>
                </a:lnTo>
                <a:lnTo>
                  <a:pt x="1723" y="825"/>
                </a:lnTo>
                <a:lnTo>
                  <a:pt x="1723" y="826"/>
                </a:lnTo>
                <a:lnTo>
                  <a:pt x="1723" y="827"/>
                </a:lnTo>
                <a:lnTo>
                  <a:pt x="1722" y="828"/>
                </a:lnTo>
                <a:lnTo>
                  <a:pt x="1721" y="828"/>
                </a:lnTo>
                <a:lnTo>
                  <a:pt x="1721" y="829"/>
                </a:lnTo>
                <a:lnTo>
                  <a:pt x="1721" y="830"/>
                </a:lnTo>
                <a:lnTo>
                  <a:pt x="1722" y="830"/>
                </a:lnTo>
                <a:lnTo>
                  <a:pt x="1722" y="831"/>
                </a:lnTo>
                <a:lnTo>
                  <a:pt x="1722" y="832"/>
                </a:lnTo>
                <a:lnTo>
                  <a:pt x="1722" y="833"/>
                </a:lnTo>
                <a:lnTo>
                  <a:pt x="1723" y="833"/>
                </a:lnTo>
                <a:lnTo>
                  <a:pt x="1724" y="833"/>
                </a:lnTo>
                <a:lnTo>
                  <a:pt x="1724" y="834"/>
                </a:lnTo>
                <a:lnTo>
                  <a:pt x="1725" y="834"/>
                </a:lnTo>
                <a:lnTo>
                  <a:pt x="1724" y="835"/>
                </a:lnTo>
                <a:lnTo>
                  <a:pt x="1723" y="836"/>
                </a:lnTo>
                <a:lnTo>
                  <a:pt x="1722" y="836"/>
                </a:lnTo>
                <a:lnTo>
                  <a:pt x="1721" y="836"/>
                </a:lnTo>
                <a:lnTo>
                  <a:pt x="1720" y="836"/>
                </a:lnTo>
                <a:lnTo>
                  <a:pt x="1720" y="837"/>
                </a:lnTo>
                <a:lnTo>
                  <a:pt x="1720" y="839"/>
                </a:lnTo>
                <a:lnTo>
                  <a:pt x="1721" y="840"/>
                </a:lnTo>
                <a:lnTo>
                  <a:pt x="1720" y="841"/>
                </a:lnTo>
                <a:lnTo>
                  <a:pt x="1719" y="841"/>
                </a:lnTo>
                <a:lnTo>
                  <a:pt x="1718" y="841"/>
                </a:lnTo>
                <a:lnTo>
                  <a:pt x="1717" y="840"/>
                </a:lnTo>
                <a:lnTo>
                  <a:pt x="1717" y="839"/>
                </a:lnTo>
                <a:lnTo>
                  <a:pt x="1716" y="839"/>
                </a:lnTo>
                <a:lnTo>
                  <a:pt x="1715" y="839"/>
                </a:lnTo>
                <a:lnTo>
                  <a:pt x="1714" y="840"/>
                </a:lnTo>
                <a:lnTo>
                  <a:pt x="1714" y="841"/>
                </a:lnTo>
                <a:lnTo>
                  <a:pt x="1715" y="842"/>
                </a:lnTo>
                <a:lnTo>
                  <a:pt x="1715" y="843"/>
                </a:lnTo>
                <a:lnTo>
                  <a:pt x="1715" y="844"/>
                </a:lnTo>
                <a:lnTo>
                  <a:pt x="1714" y="844"/>
                </a:lnTo>
                <a:lnTo>
                  <a:pt x="1713" y="844"/>
                </a:lnTo>
                <a:lnTo>
                  <a:pt x="1712" y="845"/>
                </a:lnTo>
                <a:lnTo>
                  <a:pt x="1711" y="845"/>
                </a:lnTo>
                <a:lnTo>
                  <a:pt x="1711" y="844"/>
                </a:lnTo>
                <a:lnTo>
                  <a:pt x="1710" y="844"/>
                </a:lnTo>
                <a:lnTo>
                  <a:pt x="1709" y="845"/>
                </a:lnTo>
                <a:lnTo>
                  <a:pt x="1709" y="846"/>
                </a:lnTo>
                <a:lnTo>
                  <a:pt x="1709" y="847"/>
                </a:lnTo>
                <a:lnTo>
                  <a:pt x="1710" y="848"/>
                </a:lnTo>
                <a:lnTo>
                  <a:pt x="1710" y="849"/>
                </a:lnTo>
                <a:lnTo>
                  <a:pt x="1710" y="850"/>
                </a:lnTo>
                <a:lnTo>
                  <a:pt x="1710" y="851"/>
                </a:lnTo>
                <a:lnTo>
                  <a:pt x="1710" y="852"/>
                </a:lnTo>
                <a:lnTo>
                  <a:pt x="1709" y="854"/>
                </a:lnTo>
                <a:lnTo>
                  <a:pt x="1708" y="854"/>
                </a:lnTo>
                <a:lnTo>
                  <a:pt x="1707" y="854"/>
                </a:lnTo>
                <a:lnTo>
                  <a:pt x="1707" y="855"/>
                </a:lnTo>
                <a:lnTo>
                  <a:pt x="1708" y="855"/>
                </a:lnTo>
                <a:lnTo>
                  <a:pt x="1709" y="856"/>
                </a:lnTo>
                <a:lnTo>
                  <a:pt x="1709" y="857"/>
                </a:lnTo>
                <a:lnTo>
                  <a:pt x="1708" y="858"/>
                </a:lnTo>
                <a:lnTo>
                  <a:pt x="1707" y="858"/>
                </a:lnTo>
                <a:lnTo>
                  <a:pt x="1706" y="859"/>
                </a:lnTo>
                <a:lnTo>
                  <a:pt x="1705" y="861"/>
                </a:lnTo>
                <a:lnTo>
                  <a:pt x="1705" y="862"/>
                </a:lnTo>
                <a:lnTo>
                  <a:pt x="1706" y="863"/>
                </a:lnTo>
                <a:lnTo>
                  <a:pt x="1707" y="863"/>
                </a:lnTo>
                <a:lnTo>
                  <a:pt x="1708" y="863"/>
                </a:lnTo>
                <a:lnTo>
                  <a:pt x="1709" y="863"/>
                </a:lnTo>
                <a:lnTo>
                  <a:pt x="1710" y="862"/>
                </a:lnTo>
                <a:lnTo>
                  <a:pt x="1711" y="862"/>
                </a:lnTo>
                <a:lnTo>
                  <a:pt x="1712" y="862"/>
                </a:lnTo>
                <a:lnTo>
                  <a:pt x="1712" y="863"/>
                </a:lnTo>
                <a:lnTo>
                  <a:pt x="1711" y="863"/>
                </a:lnTo>
                <a:lnTo>
                  <a:pt x="1711" y="864"/>
                </a:lnTo>
                <a:lnTo>
                  <a:pt x="1712" y="865"/>
                </a:lnTo>
                <a:lnTo>
                  <a:pt x="1712" y="866"/>
                </a:lnTo>
                <a:lnTo>
                  <a:pt x="1713" y="866"/>
                </a:lnTo>
                <a:lnTo>
                  <a:pt x="1714" y="866"/>
                </a:lnTo>
                <a:lnTo>
                  <a:pt x="1715" y="867"/>
                </a:lnTo>
                <a:lnTo>
                  <a:pt x="1714" y="868"/>
                </a:lnTo>
                <a:lnTo>
                  <a:pt x="1714" y="869"/>
                </a:lnTo>
                <a:lnTo>
                  <a:pt x="1713" y="869"/>
                </a:lnTo>
                <a:lnTo>
                  <a:pt x="1713" y="870"/>
                </a:lnTo>
                <a:lnTo>
                  <a:pt x="1713" y="871"/>
                </a:lnTo>
                <a:lnTo>
                  <a:pt x="1712" y="871"/>
                </a:lnTo>
                <a:lnTo>
                  <a:pt x="1712" y="872"/>
                </a:lnTo>
                <a:lnTo>
                  <a:pt x="1712" y="873"/>
                </a:lnTo>
                <a:lnTo>
                  <a:pt x="1712" y="874"/>
                </a:lnTo>
                <a:lnTo>
                  <a:pt x="1711" y="875"/>
                </a:lnTo>
                <a:lnTo>
                  <a:pt x="1711" y="876"/>
                </a:lnTo>
                <a:lnTo>
                  <a:pt x="1712" y="876"/>
                </a:lnTo>
                <a:lnTo>
                  <a:pt x="1712" y="877"/>
                </a:lnTo>
                <a:lnTo>
                  <a:pt x="1713" y="877"/>
                </a:lnTo>
                <a:lnTo>
                  <a:pt x="1712" y="878"/>
                </a:lnTo>
                <a:lnTo>
                  <a:pt x="1711" y="878"/>
                </a:lnTo>
                <a:lnTo>
                  <a:pt x="1712" y="879"/>
                </a:lnTo>
                <a:lnTo>
                  <a:pt x="1712" y="880"/>
                </a:lnTo>
                <a:lnTo>
                  <a:pt x="1713" y="881"/>
                </a:lnTo>
                <a:lnTo>
                  <a:pt x="1712" y="881"/>
                </a:lnTo>
                <a:lnTo>
                  <a:pt x="1711" y="882"/>
                </a:lnTo>
                <a:lnTo>
                  <a:pt x="1710" y="882"/>
                </a:lnTo>
                <a:lnTo>
                  <a:pt x="1710" y="881"/>
                </a:lnTo>
                <a:lnTo>
                  <a:pt x="1709" y="881"/>
                </a:lnTo>
                <a:lnTo>
                  <a:pt x="1708" y="881"/>
                </a:lnTo>
                <a:lnTo>
                  <a:pt x="1707" y="881"/>
                </a:lnTo>
                <a:lnTo>
                  <a:pt x="1707" y="880"/>
                </a:lnTo>
                <a:lnTo>
                  <a:pt x="1707" y="879"/>
                </a:lnTo>
                <a:lnTo>
                  <a:pt x="1706" y="879"/>
                </a:lnTo>
                <a:lnTo>
                  <a:pt x="1706" y="878"/>
                </a:lnTo>
                <a:lnTo>
                  <a:pt x="1705" y="878"/>
                </a:lnTo>
                <a:lnTo>
                  <a:pt x="1704" y="878"/>
                </a:lnTo>
                <a:lnTo>
                  <a:pt x="1703" y="879"/>
                </a:lnTo>
                <a:lnTo>
                  <a:pt x="1702" y="879"/>
                </a:lnTo>
                <a:lnTo>
                  <a:pt x="1701" y="879"/>
                </a:lnTo>
                <a:lnTo>
                  <a:pt x="1701" y="880"/>
                </a:lnTo>
                <a:lnTo>
                  <a:pt x="1700" y="880"/>
                </a:lnTo>
                <a:lnTo>
                  <a:pt x="1700" y="881"/>
                </a:lnTo>
                <a:lnTo>
                  <a:pt x="1699" y="881"/>
                </a:lnTo>
                <a:lnTo>
                  <a:pt x="1699" y="882"/>
                </a:lnTo>
                <a:lnTo>
                  <a:pt x="1698" y="883"/>
                </a:lnTo>
                <a:lnTo>
                  <a:pt x="1697" y="883"/>
                </a:lnTo>
                <a:lnTo>
                  <a:pt x="1696" y="884"/>
                </a:lnTo>
                <a:lnTo>
                  <a:pt x="1696" y="885"/>
                </a:lnTo>
                <a:lnTo>
                  <a:pt x="1695" y="885"/>
                </a:lnTo>
                <a:lnTo>
                  <a:pt x="1695" y="886"/>
                </a:lnTo>
                <a:lnTo>
                  <a:pt x="1694" y="886"/>
                </a:lnTo>
                <a:lnTo>
                  <a:pt x="1693" y="887"/>
                </a:lnTo>
                <a:lnTo>
                  <a:pt x="1693" y="888"/>
                </a:lnTo>
                <a:lnTo>
                  <a:pt x="1692" y="888"/>
                </a:lnTo>
                <a:lnTo>
                  <a:pt x="1692" y="889"/>
                </a:lnTo>
                <a:lnTo>
                  <a:pt x="1691" y="889"/>
                </a:lnTo>
                <a:lnTo>
                  <a:pt x="1690" y="889"/>
                </a:lnTo>
                <a:lnTo>
                  <a:pt x="1690" y="890"/>
                </a:lnTo>
                <a:lnTo>
                  <a:pt x="1689" y="890"/>
                </a:lnTo>
                <a:lnTo>
                  <a:pt x="1689" y="891"/>
                </a:lnTo>
                <a:lnTo>
                  <a:pt x="1688" y="891"/>
                </a:lnTo>
                <a:lnTo>
                  <a:pt x="1687" y="891"/>
                </a:lnTo>
                <a:lnTo>
                  <a:pt x="1687" y="892"/>
                </a:lnTo>
                <a:lnTo>
                  <a:pt x="1687" y="893"/>
                </a:lnTo>
                <a:lnTo>
                  <a:pt x="1687" y="894"/>
                </a:lnTo>
                <a:lnTo>
                  <a:pt x="1687" y="895"/>
                </a:lnTo>
                <a:lnTo>
                  <a:pt x="1686" y="895"/>
                </a:lnTo>
                <a:lnTo>
                  <a:pt x="1686" y="896"/>
                </a:lnTo>
                <a:lnTo>
                  <a:pt x="1686" y="895"/>
                </a:lnTo>
                <a:lnTo>
                  <a:pt x="1686" y="894"/>
                </a:lnTo>
                <a:lnTo>
                  <a:pt x="1686" y="893"/>
                </a:lnTo>
                <a:lnTo>
                  <a:pt x="1685" y="893"/>
                </a:lnTo>
                <a:lnTo>
                  <a:pt x="1685" y="892"/>
                </a:lnTo>
                <a:lnTo>
                  <a:pt x="1685" y="891"/>
                </a:lnTo>
                <a:lnTo>
                  <a:pt x="1684" y="890"/>
                </a:lnTo>
                <a:lnTo>
                  <a:pt x="1683" y="890"/>
                </a:lnTo>
                <a:lnTo>
                  <a:pt x="1683" y="889"/>
                </a:lnTo>
                <a:lnTo>
                  <a:pt x="1682" y="889"/>
                </a:lnTo>
                <a:lnTo>
                  <a:pt x="1682" y="888"/>
                </a:lnTo>
                <a:lnTo>
                  <a:pt x="1682" y="887"/>
                </a:lnTo>
                <a:lnTo>
                  <a:pt x="1681" y="887"/>
                </a:lnTo>
                <a:lnTo>
                  <a:pt x="1681" y="888"/>
                </a:lnTo>
                <a:lnTo>
                  <a:pt x="1680" y="888"/>
                </a:lnTo>
                <a:lnTo>
                  <a:pt x="1679" y="888"/>
                </a:lnTo>
                <a:lnTo>
                  <a:pt x="1678" y="888"/>
                </a:lnTo>
                <a:lnTo>
                  <a:pt x="1678" y="889"/>
                </a:lnTo>
                <a:lnTo>
                  <a:pt x="1677" y="888"/>
                </a:lnTo>
                <a:lnTo>
                  <a:pt x="1677" y="887"/>
                </a:lnTo>
                <a:lnTo>
                  <a:pt x="1676" y="886"/>
                </a:lnTo>
                <a:lnTo>
                  <a:pt x="1676" y="885"/>
                </a:lnTo>
                <a:lnTo>
                  <a:pt x="1675" y="884"/>
                </a:lnTo>
                <a:lnTo>
                  <a:pt x="1675" y="883"/>
                </a:lnTo>
                <a:lnTo>
                  <a:pt x="1674" y="883"/>
                </a:lnTo>
                <a:lnTo>
                  <a:pt x="1673" y="883"/>
                </a:lnTo>
                <a:lnTo>
                  <a:pt x="1673" y="882"/>
                </a:lnTo>
                <a:lnTo>
                  <a:pt x="1672" y="882"/>
                </a:lnTo>
                <a:lnTo>
                  <a:pt x="1671" y="882"/>
                </a:lnTo>
                <a:lnTo>
                  <a:pt x="1671" y="881"/>
                </a:lnTo>
                <a:lnTo>
                  <a:pt x="1670" y="881"/>
                </a:lnTo>
                <a:lnTo>
                  <a:pt x="1669" y="881"/>
                </a:lnTo>
                <a:lnTo>
                  <a:pt x="1668" y="881"/>
                </a:lnTo>
                <a:lnTo>
                  <a:pt x="1667" y="882"/>
                </a:lnTo>
                <a:lnTo>
                  <a:pt x="1665" y="882"/>
                </a:lnTo>
                <a:lnTo>
                  <a:pt x="1664" y="881"/>
                </a:lnTo>
                <a:lnTo>
                  <a:pt x="1663" y="880"/>
                </a:lnTo>
                <a:lnTo>
                  <a:pt x="1662" y="880"/>
                </a:lnTo>
                <a:lnTo>
                  <a:pt x="1661" y="880"/>
                </a:lnTo>
                <a:lnTo>
                  <a:pt x="1661" y="879"/>
                </a:lnTo>
                <a:lnTo>
                  <a:pt x="1660" y="878"/>
                </a:lnTo>
                <a:lnTo>
                  <a:pt x="1660" y="877"/>
                </a:lnTo>
                <a:lnTo>
                  <a:pt x="1659" y="876"/>
                </a:lnTo>
                <a:lnTo>
                  <a:pt x="1658" y="876"/>
                </a:lnTo>
                <a:lnTo>
                  <a:pt x="1657" y="876"/>
                </a:lnTo>
                <a:lnTo>
                  <a:pt x="1656" y="876"/>
                </a:lnTo>
                <a:lnTo>
                  <a:pt x="1656" y="875"/>
                </a:lnTo>
                <a:lnTo>
                  <a:pt x="1655" y="875"/>
                </a:lnTo>
                <a:lnTo>
                  <a:pt x="1654" y="874"/>
                </a:lnTo>
                <a:lnTo>
                  <a:pt x="1653" y="874"/>
                </a:lnTo>
                <a:lnTo>
                  <a:pt x="1652" y="873"/>
                </a:lnTo>
                <a:lnTo>
                  <a:pt x="1651" y="873"/>
                </a:lnTo>
                <a:lnTo>
                  <a:pt x="1651" y="874"/>
                </a:lnTo>
                <a:lnTo>
                  <a:pt x="1650" y="874"/>
                </a:lnTo>
                <a:lnTo>
                  <a:pt x="1649" y="874"/>
                </a:lnTo>
                <a:lnTo>
                  <a:pt x="1649" y="873"/>
                </a:lnTo>
                <a:lnTo>
                  <a:pt x="1648" y="873"/>
                </a:lnTo>
                <a:lnTo>
                  <a:pt x="1647" y="872"/>
                </a:lnTo>
                <a:lnTo>
                  <a:pt x="1647" y="871"/>
                </a:lnTo>
                <a:lnTo>
                  <a:pt x="1646" y="871"/>
                </a:lnTo>
                <a:lnTo>
                  <a:pt x="1646" y="870"/>
                </a:lnTo>
                <a:lnTo>
                  <a:pt x="1645" y="870"/>
                </a:lnTo>
                <a:lnTo>
                  <a:pt x="1645" y="869"/>
                </a:lnTo>
                <a:lnTo>
                  <a:pt x="1645" y="868"/>
                </a:lnTo>
                <a:lnTo>
                  <a:pt x="1644" y="867"/>
                </a:lnTo>
                <a:lnTo>
                  <a:pt x="1644" y="866"/>
                </a:lnTo>
                <a:lnTo>
                  <a:pt x="1642" y="864"/>
                </a:lnTo>
                <a:lnTo>
                  <a:pt x="1641" y="864"/>
                </a:lnTo>
                <a:lnTo>
                  <a:pt x="1640" y="864"/>
                </a:lnTo>
                <a:lnTo>
                  <a:pt x="1640" y="863"/>
                </a:lnTo>
                <a:lnTo>
                  <a:pt x="1639" y="862"/>
                </a:lnTo>
                <a:lnTo>
                  <a:pt x="1637" y="862"/>
                </a:lnTo>
                <a:lnTo>
                  <a:pt x="1637" y="861"/>
                </a:lnTo>
                <a:lnTo>
                  <a:pt x="1636" y="861"/>
                </a:lnTo>
                <a:lnTo>
                  <a:pt x="1635" y="861"/>
                </a:lnTo>
                <a:lnTo>
                  <a:pt x="1634" y="861"/>
                </a:lnTo>
                <a:lnTo>
                  <a:pt x="1633" y="861"/>
                </a:lnTo>
                <a:lnTo>
                  <a:pt x="1633" y="862"/>
                </a:lnTo>
                <a:lnTo>
                  <a:pt x="1632" y="861"/>
                </a:lnTo>
                <a:lnTo>
                  <a:pt x="1632" y="859"/>
                </a:lnTo>
                <a:lnTo>
                  <a:pt x="1631" y="858"/>
                </a:lnTo>
                <a:lnTo>
                  <a:pt x="1631" y="857"/>
                </a:lnTo>
                <a:lnTo>
                  <a:pt x="1631" y="856"/>
                </a:lnTo>
                <a:lnTo>
                  <a:pt x="1630" y="855"/>
                </a:lnTo>
                <a:lnTo>
                  <a:pt x="1629" y="853"/>
                </a:lnTo>
                <a:lnTo>
                  <a:pt x="1628" y="853"/>
                </a:lnTo>
                <a:lnTo>
                  <a:pt x="1627" y="852"/>
                </a:lnTo>
                <a:lnTo>
                  <a:pt x="1626" y="852"/>
                </a:lnTo>
                <a:lnTo>
                  <a:pt x="1625" y="852"/>
                </a:lnTo>
                <a:lnTo>
                  <a:pt x="1625" y="853"/>
                </a:lnTo>
                <a:lnTo>
                  <a:pt x="1624" y="853"/>
                </a:lnTo>
                <a:lnTo>
                  <a:pt x="1623" y="853"/>
                </a:lnTo>
                <a:lnTo>
                  <a:pt x="1623" y="854"/>
                </a:lnTo>
                <a:lnTo>
                  <a:pt x="1624" y="855"/>
                </a:lnTo>
                <a:lnTo>
                  <a:pt x="1624" y="856"/>
                </a:lnTo>
                <a:lnTo>
                  <a:pt x="1623" y="856"/>
                </a:lnTo>
                <a:lnTo>
                  <a:pt x="1621" y="856"/>
                </a:lnTo>
                <a:lnTo>
                  <a:pt x="1620" y="856"/>
                </a:lnTo>
                <a:lnTo>
                  <a:pt x="1619" y="856"/>
                </a:lnTo>
                <a:lnTo>
                  <a:pt x="1618" y="855"/>
                </a:lnTo>
                <a:lnTo>
                  <a:pt x="1618" y="856"/>
                </a:lnTo>
                <a:lnTo>
                  <a:pt x="1617" y="855"/>
                </a:lnTo>
                <a:lnTo>
                  <a:pt x="1616" y="855"/>
                </a:lnTo>
                <a:lnTo>
                  <a:pt x="1615" y="855"/>
                </a:lnTo>
                <a:lnTo>
                  <a:pt x="1614" y="854"/>
                </a:lnTo>
                <a:lnTo>
                  <a:pt x="1614" y="853"/>
                </a:lnTo>
                <a:lnTo>
                  <a:pt x="1614" y="852"/>
                </a:lnTo>
                <a:lnTo>
                  <a:pt x="1613" y="851"/>
                </a:lnTo>
                <a:lnTo>
                  <a:pt x="1613" y="850"/>
                </a:lnTo>
                <a:lnTo>
                  <a:pt x="1613" y="847"/>
                </a:lnTo>
                <a:lnTo>
                  <a:pt x="1613" y="846"/>
                </a:lnTo>
                <a:lnTo>
                  <a:pt x="1612" y="845"/>
                </a:lnTo>
                <a:lnTo>
                  <a:pt x="1610" y="845"/>
                </a:lnTo>
                <a:lnTo>
                  <a:pt x="1608" y="845"/>
                </a:lnTo>
                <a:lnTo>
                  <a:pt x="1607" y="846"/>
                </a:lnTo>
                <a:lnTo>
                  <a:pt x="1606" y="846"/>
                </a:lnTo>
                <a:lnTo>
                  <a:pt x="1605" y="847"/>
                </a:lnTo>
                <a:lnTo>
                  <a:pt x="1603" y="847"/>
                </a:lnTo>
                <a:lnTo>
                  <a:pt x="1602" y="847"/>
                </a:lnTo>
                <a:lnTo>
                  <a:pt x="1600" y="847"/>
                </a:lnTo>
                <a:lnTo>
                  <a:pt x="1598" y="847"/>
                </a:lnTo>
                <a:lnTo>
                  <a:pt x="1596" y="847"/>
                </a:lnTo>
                <a:lnTo>
                  <a:pt x="1595" y="847"/>
                </a:lnTo>
                <a:lnTo>
                  <a:pt x="1595" y="848"/>
                </a:lnTo>
                <a:lnTo>
                  <a:pt x="1594" y="849"/>
                </a:lnTo>
                <a:lnTo>
                  <a:pt x="1593" y="849"/>
                </a:lnTo>
                <a:lnTo>
                  <a:pt x="1591" y="849"/>
                </a:lnTo>
                <a:lnTo>
                  <a:pt x="1589" y="849"/>
                </a:lnTo>
                <a:lnTo>
                  <a:pt x="1588" y="849"/>
                </a:lnTo>
                <a:lnTo>
                  <a:pt x="1587" y="849"/>
                </a:lnTo>
                <a:lnTo>
                  <a:pt x="1586" y="849"/>
                </a:lnTo>
                <a:lnTo>
                  <a:pt x="1586" y="848"/>
                </a:lnTo>
                <a:lnTo>
                  <a:pt x="1585" y="848"/>
                </a:lnTo>
                <a:lnTo>
                  <a:pt x="1585" y="847"/>
                </a:lnTo>
                <a:lnTo>
                  <a:pt x="1584" y="847"/>
                </a:lnTo>
                <a:lnTo>
                  <a:pt x="1584" y="846"/>
                </a:lnTo>
                <a:lnTo>
                  <a:pt x="1583" y="845"/>
                </a:lnTo>
                <a:lnTo>
                  <a:pt x="1582" y="845"/>
                </a:lnTo>
                <a:lnTo>
                  <a:pt x="1582" y="844"/>
                </a:lnTo>
                <a:lnTo>
                  <a:pt x="1581" y="844"/>
                </a:lnTo>
                <a:lnTo>
                  <a:pt x="1580" y="844"/>
                </a:lnTo>
                <a:lnTo>
                  <a:pt x="1579" y="844"/>
                </a:lnTo>
                <a:lnTo>
                  <a:pt x="1579" y="843"/>
                </a:lnTo>
                <a:lnTo>
                  <a:pt x="1579" y="842"/>
                </a:lnTo>
                <a:lnTo>
                  <a:pt x="1579" y="840"/>
                </a:lnTo>
                <a:lnTo>
                  <a:pt x="1578" y="840"/>
                </a:lnTo>
                <a:lnTo>
                  <a:pt x="1577" y="840"/>
                </a:lnTo>
                <a:lnTo>
                  <a:pt x="1577" y="839"/>
                </a:lnTo>
                <a:lnTo>
                  <a:pt x="1576" y="837"/>
                </a:lnTo>
                <a:lnTo>
                  <a:pt x="1575" y="839"/>
                </a:lnTo>
                <a:lnTo>
                  <a:pt x="1574" y="839"/>
                </a:lnTo>
                <a:lnTo>
                  <a:pt x="1573" y="839"/>
                </a:lnTo>
                <a:lnTo>
                  <a:pt x="1572" y="839"/>
                </a:lnTo>
                <a:lnTo>
                  <a:pt x="1571" y="839"/>
                </a:lnTo>
                <a:lnTo>
                  <a:pt x="1570" y="840"/>
                </a:lnTo>
                <a:lnTo>
                  <a:pt x="1569" y="841"/>
                </a:lnTo>
                <a:lnTo>
                  <a:pt x="1568" y="841"/>
                </a:lnTo>
                <a:lnTo>
                  <a:pt x="1567" y="841"/>
                </a:lnTo>
                <a:lnTo>
                  <a:pt x="1566" y="840"/>
                </a:lnTo>
                <a:lnTo>
                  <a:pt x="1565" y="841"/>
                </a:lnTo>
                <a:lnTo>
                  <a:pt x="1564" y="841"/>
                </a:lnTo>
                <a:lnTo>
                  <a:pt x="1563" y="841"/>
                </a:lnTo>
                <a:lnTo>
                  <a:pt x="1562" y="841"/>
                </a:lnTo>
                <a:lnTo>
                  <a:pt x="1562" y="842"/>
                </a:lnTo>
                <a:lnTo>
                  <a:pt x="1561" y="842"/>
                </a:lnTo>
                <a:lnTo>
                  <a:pt x="1560" y="842"/>
                </a:lnTo>
                <a:lnTo>
                  <a:pt x="1559" y="842"/>
                </a:lnTo>
                <a:lnTo>
                  <a:pt x="1558" y="843"/>
                </a:lnTo>
                <a:lnTo>
                  <a:pt x="1557" y="843"/>
                </a:lnTo>
                <a:lnTo>
                  <a:pt x="1557" y="844"/>
                </a:lnTo>
                <a:lnTo>
                  <a:pt x="1556" y="844"/>
                </a:lnTo>
                <a:lnTo>
                  <a:pt x="1555" y="844"/>
                </a:lnTo>
                <a:lnTo>
                  <a:pt x="1555" y="845"/>
                </a:lnTo>
                <a:lnTo>
                  <a:pt x="1554" y="845"/>
                </a:lnTo>
                <a:lnTo>
                  <a:pt x="1554" y="846"/>
                </a:lnTo>
                <a:lnTo>
                  <a:pt x="1553" y="846"/>
                </a:lnTo>
                <a:lnTo>
                  <a:pt x="1552" y="846"/>
                </a:lnTo>
                <a:lnTo>
                  <a:pt x="1552" y="847"/>
                </a:lnTo>
                <a:lnTo>
                  <a:pt x="1551" y="847"/>
                </a:lnTo>
                <a:lnTo>
                  <a:pt x="1550" y="847"/>
                </a:lnTo>
                <a:lnTo>
                  <a:pt x="1550" y="848"/>
                </a:lnTo>
                <a:lnTo>
                  <a:pt x="1549" y="848"/>
                </a:lnTo>
                <a:lnTo>
                  <a:pt x="1548" y="849"/>
                </a:lnTo>
                <a:lnTo>
                  <a:pt x="1547" y="849"/>
                </a:lnTo>
                <a:lnTo>
                  <a:pt x="1546" y="850"/>
                </a:lnTo>
                <a:lnTo>
                  <a:pt x="1545" y="850"/>
                </a:lnTo>
                <a:lnTo>
                  <a:pt x="1544" y="850"/>
                </a:lnTo>
                <a:lnTo>
                  <a:pt x="1543" y="851"/>
                </a:lnTo>
                <a:lnTo>
                  <a:pt x="1542" y="851"/>
                </a:lnTo>
                <a:lnTo>
                  <a:pt x="1541" y="851"/>
                </a:lnTo>
                <a:lnTo>
                  <a:pt x="1540" y="851"/>
                </a:lnTo>
                <a:lnTo>
                  <a:pt x="1540" y="852"/>
                </a:lnTo>
                <a:lnTo>
                  <a:pt x="1539" y="852"/>
                </a:lnTo>
                <a:lnTo>
                  <a:pt x="1538" y="852"/>
                </a:lnTo>
                <a:lnTo>
                  <a:pt x="1537" y="852"/>
                </a:lnTo>
                <a:lnTo>
                  <a:pt x="1536" y="852"/>
                </a:lnTo>
                <a:lnTo>
                  <a:pt x="1536" y="853"/>
                </a:lnTo>
                <a:lnTo>
                  <a:pt x="1535" y="853"/>
                </a:lnTo>
                <a:lnTo>
                  <a:pt x="1534" y="854"/>
                </a:lnTo>
                <a:lnTo>
                  <a:pt x="1533" y="855"/>
                </a:lnTo>
                <a:lnTo>
                  <a:pt x="1532" y="855"/>
                </a:lnTo>
                <a:lnTo>
                  <a:pt x="1531" y="856"/>
                </a:lnTo>
                <a:lnTo>
                  <a:pt x="1531" y="857"/>
                </a:lnTo>
                <a:lnTo>
                  <a:pt x="1531" y="858"/>
                </a:lnTo>
                <a:lnTo>
                  <a:pt x="1531" y="859"/>
                </a:lnTo>
                <a:lnTo>
                  <a:pt x="1530" y="859"/>
                </a:lnTo>
                <a:lnTo>
                  <a:pt x="1530" y="860"/>
                </a:lnTo>
                <a:lnTo>
                  <a:pt x="1530" y="861"/>
                </a:lnTo>
                <a:lnTo>
                  <a:pt x="1530" y="862"/>
                </a:lnTo>
                <a:lnTo>
                  <a:pt x="1529" y="862"/>
                </a:lnTo>
                <a:lnTo>
                  <a:pt x="1529" y="863"/>
                </a:lnTo>
                <a:lnTo>
                  <a:pt x="1530" y="863"/>
                </a:lnTo>
                <a:lnTo>
                  <a:pt x="1529" y="863"/>
                </a:lnTo>
                <a:lnTo>
                  <a:pt x="1529" y="864"/>
                </a:lnTo>
                <a:lnTo>
                  <a:pt x="1529" y="865"/>
                </a:lnTo>
                <a:lnTo>
                  <a:pt x="1528" y="866"/>
                </a:lnTo>
                <a:lnTo>
                  <a:pt x="1527" y="867"/>
                </a:lnTo>
                <a:lnTo>
                  <a:pt x="1526" y="867"/>
                </a:lnTo>
                <a:lnTo>
                  <a:pt x="1525" y="868"/>
                </a:lnTo>
                <a:lnTo>
                  <a:pt x="1525" y="869"/>
                </a:lnTo>
                <a:lnTo>
                  <a:pt x="1524" y="869"/>
                </a:lnTo>
                <a:lnTo>
                  <a:pt x="1524" y="870"/>
                </a:lnTo>
                <a:lnTo>
                  <a:pt x="1523" y="871"/>
                </a:lnTo>
                <a:lnTo>
                  <a:pt x="1523" y="872"/>
                </a:lnTo>
                <a:lnTo>
                  <a:pt x="1522" y="873"/>
                </a:lnTo>
                <a:lnTo>
                  <a:pt x="1522" y="874"/>
                </a:lnTo>
                <a:lnTo>
                  <a:pt x="1521" y="875"/>
                </a:lnTo>
                <a:lnTo>
                  <a:pt x="1520" y="876"/>
                </a:lnTo>
                <a:lnTo>
                  <a:pt x="1519" y="877"/>
                </a:lnTo>
                <a:lnTo>
                  <a:pt x="1518" y="878"/>
                </a:lnTo>
                <a:lnTo>
                  <a:pt x="1517" y="878"/>
                </a:lnTo>
                <a:lnTo>
                  <a:pt x="1516" y="879"/>
                </a:lnTo>
                <a:lnTo>
                  <a:pt x="1515" y="879"/>
                </a:lnTo>
                <a:lnTo>
                  <a:pt x="1514" y="879"/>
                </a:lnTo>
                <a:lnTo>
                  <a:pt x="1514" y="880"/>
                </a:lnTo>
                <a:lnTo>
                  <a:pt x="1513" y="880"/>
                </a:lnTo>
                <a:lnTo>
                  <a:pt x="1512" y="880"/>
                </a:lnTo>
                <a:lnTo>
                  <a:pt x="1511" y="881"/>
                </a:lnTo>
                <a:lnTo>
                  <a:pt x="1510" y="882"/>
                </a:lnTo>
                <a:lnTo>
                  <a:pt x="1509" y="882"/>
                </a:lnTo>
                <a:lnTo>
                  <a:pt x="1508" y="883"/>
                </a:lnTo>
                <a:lnTo>
                  <a:pt x="1507" y="883"/>
                </a:lnTo>
                <a:lnTo>
                  <a:pt x="1506" y="883"/>
                </a:lnTo>
                <a:lnTo>
                  <a:pt x="1506" y="884"/>
                </a:lnTo>
                <a:lnTo>
                  <a:pt x="1505" y="884"/>
                </a:lnTo>
                <a:lnTo>
                  <a:pt x="1505" y="885"/>
                </a:lnTo>
                <a:lnTo>
                  <a:pt x="1504" y="885"/>
                </a:lnTo>
                <a:lnTo>
                  <a:pt x="1503" y="885"/>
                </a:lnTo>
                <a:lnTo>
                  <a:pt x="1503" y="886"/>
                </a:lnTo>
                <a:lnTo>
                  <a:pt x="1502" y="886"/>
                </a:lnTo>
                <a:lnTo>
                  <a:pt x="1501" y="886"/>
                </a:lnTo>
                <a:lnTo>
                  <a:pt x="1500" y="886"/>
                </a:lnTo>
                <a:lnTo>
                  <a:pt x="1499" y="886"/>
                </a:lnTo>
                <a:lnTo>
                  <a:pt x="1498" y="886"/>
                </a:lnTo>
                <a:lnTo>
                  <a:pt x="1498" y="887"/>
                </a:lnTo>
                <a:lnTo>
                  <a:pt x="1497" y="887"/>
                </a:lnTo>
                <a:lnTo>
                  <a:pt x="1497" y="888"/>
                </a:lnTo>
                <a:lnTo>
                  <a:pt x="1496" y="888"/>
                </a:lnTo>
                <a:lnTo>
                  <a:pt x="1495" y="889"/>
                </a:lnTo>
                <a:lnTo>
                  <a:pt x="1494" y="889"/>
                </a:lnTo>
                <a:lnTo>
                  <a:pt x="1493" y="889"/>
                </a:lnTo>
                <a:lnTo>
                  <a:pt x="1492" y="889"/>
                </a:lnTo>
                <a:lnTo>
                  <a:pt x="1491" y="889"/>
                </a:lnTo>
                <a:lnTo>
                  <a:pt x="1490" y="889"/>
                </a:lnTo>
                <a:lnTo>
                  <a:pt x="1490" y="890"/>
                </a:lnTo>
                <a:lnTo>
                  <a:pt x="1490" y="891"/>
                </a:lnTo>
                <a:lnTo>
                  <a:pt x="1489" y="891"/>
                </a:lnTo>
                <a:lnTo>
                  <a:pt x="1488" y="891"/>
                </a:lnTo>
                <a:lnTo>
                  <a:pt x="1487" y="891"/>
                </a:lnTo>
                <a:lnTo>
                  <a:pt x="1486" y="891"/>
                </a:lnTo>
                <a:lnTo>
                  <a:pt x="1485" y="891"/>
                </a:lnTo>
                <a:lnTo>
                  <a:pt x="1481" y="891"/>
                </a:lnTo>
                <a:lnTo>
                  <a:pt x="1480" y="891"/>
                </a:lnTo>
                <a:lnTo>
                  <a:pt x="1479" y="891"/>
                </a:lnTo>
                <a:lnTo>
                  <a:pt x="1479" y="892"/>
                </a:lnTo>
                <a:lnTo>
                  <a:pt x="1478" y="892"/>
                </a:lnTo>
                <a:lnTo>
                  <a:pt x="1477" y="892"/>
                </a:lnTo>
                <a:lnTo>
                  <a:pt x="1476" y="892"/>
                </a:lnTo>
                <a:lnTo>
                  <a:pt x="1476" y="891"/>
                </a:lnTo>
                <a:lnTo>
                  <a:pt x="1475" y="891"/>
                </a:lnTo>
                <a:lnTo>
                  <a:pt x="1475" y="890"/>
                </a:lnTo>
                <a:lnTo>
                  <a:pt x="1474" y="890"/>
                </a:lnTo>
                <a:lnTo>
                  <a:pt x="1474" y="889"/>
                </a:lnTo>
                <a:lnTo>
                  <a:pt x="1473" y="889"/>
                </a:lnTo>
                <a:lnTo>
                  <a:pt x="1472" y="889"/>
                </a:lnTo>
                <a:lnTo>
                  <a:pt x="1471" y="889"/>
                </a:lnTo>
                <a:lnTo>
                  <a:pt x="1471" y="890"/>
                </a:lnTo>
                <a:lnTo>
                  <a:pt x="1470" y="890"/>
                </a:lnTo>
                <a:lnTo>
                  <a:pt x="1469" y="890"/>
                </a:lnTo>
                <a:lnTo>
                  <a:pt x="1469" y="891"/>
                </a:lnTo>
                <a:lnTo>
                  <a:pt x="1470" y="891"/>
                </a:lnTo>
                <a:lnTo>
                  <a:pt x="1469" y="891"/>
                </a:lnTo>
                <a:lnTo>
                  <a:pt x="1469" y="892"/>
                </a:lnTo>
                <a:lnTo>
                  <a:pt x="1468" y="892"/>
                </a:lnTo>
                <a:lnTo>
                  <a:pt x="1467" y="893"/>
                </a:lnTo>
                <a:lnTo>
                  <a:pt x="1465" y="893"/>
                </a:lnTo>
                <a:lnTo>
                  <a:pt x="1464" y="893"/>
                </a:lnTo>
                <a:lnTo>
                  <a:pt x="1463" y="894"/>
                </a:lnTo>
                <a:lnTo>
                  <a:pt x="1462" y="894"/>
                </a:lnTo>
                <a:lnTo>
                  <a:pt x="1462" y="895"/>
                </a:lnTo>
                <a:lnTo>
                  <a:pt x="1461" y="895"/>
                </a:lnTo>
                <a:lnTo>
                  <a:pt x="1460" y="895"/>
                </a:lnTo>
                <a:lnTo>
                  <a:pt x="1459" y="896"/>
                </a:lnTo>
                <a:lnTo>
                  <a:pt x="1458" y="897"/>
                </a:lnTo>
                <a:lnTo>
                  <a:pt x="1457" y="897"/>
                </a:lnTo>
                <a:lnTo>
                  <a:pt x="1456" y="898"/>
                </a:lnTo>
                <a:lnTo>
                  <a:pt x="1455" y="898"/>
                </a:lnTo>
                <a:lnTo>
                  <a:pt x="1454" y="898"/>
                </a:lnTo>
                <a:lnTo>
                  <a:pt x="1453" y="898"/>
                </a:lnTo>
                <a:lnTo>
                  <a:pt x="1452" y="898"/>
                </a:lnTo>
                <a:lnTo>
                  <a:pt x="1452" y="899"/>
                </a:lnTo>
                <a:lnTo>
                  <a:pt x="1451" y="899"/>
                </a:lnTo>
                <a:lnTo>
                  <a:pt x="1450" y="899"/>
                </a:lnTo>
                <a:lnTo>
                  <a:pt x="1450" y="900"/>
                </a:lnTo>
                <a:lnTo>
                  <a:pt x="1450" y="901"/>
                </a:lnTo>
                <a:lnTo>
                  <a:pt x="1450" y="902"/>
                </a:lnTo>
                <a:lnTo>
                  <a:pt x="1449" y="902"/>
                </a:lnTo>
                <a:lnTo>
                  <a:pt x="1448" y="903"/>
                </a:lnTo>
                <a:lnTo>
                  <a:pt x="1447" y="903"/>
                </a:lnTo>
                <a:lnTo>
                  <a:pt x="1447" y="904"/>
                </a:lnTo>
                <a:lnTo>
                  <a:pt x="1446" y="905"/>
                </a:lnTo>
                <a:lnTo>
                  <a:pt x="1446" y="906"/>
                </a:lnTo>
                <a:lnTo>
                  <a:pt x="1445" y="906"/>
                </a:lnTo>
                <a:lnTo>
                  <a:pt x="1445" y="907"/>
                </a:lnTo>
                <a:lnTo>
                  <a:pt x="1444" y="907"/>
                </a:lnTo>
                <a:lnTo>
                  <a:pt x="1444" y="908"/>
                </a:lnTo>
                <a:lnTo>
                  <a:pt x="1443" y="908"/>
                </a:lnTo>
                <a:lnTo>
                  <a:pt x="1442" y="909"/>
                </a:lnTo>
                <a:lnTo>
                  <a:pt x="1441" y="909"/>
                </a:lnTo>
                <a:lnTo>
                  <a:pt x="1440" y="909"/>
                </a:lnTo>
                <a:lnTo>
                  <a:pt x="1439" y="910"/>
                </a:lnTo>
                <a:lnTo>
                  <a:pt x="1438" y="910"/>
                </a:lnTo>
                <a:lnTo>
                  <a:pt x="1437" y="910"/>
                </a:lnTo>
                <a:lnTo>
                  <a:pt x="1437" y="911"/>
                </a:lnTo>
                <a:lnTo>
                  <a:pt x="1436" y="911"/>
                </a:lnTo>
                <a:lnTo>
                  <a:pt x="1435" y="911"/>
                </a:lnTo>
                <a:lnTo>
                  <a:pt x="1434" y="912"/>
                </a:lnTo>
                <a:lnTo>
                  <a:pt x="1433" y="912"/>
                </a:lnTo>
                <a:lnTo>
                  <a:pt x="1432" y="913"/>
                </a:lnTo>
                <a:lnTo>
                  <a:pt x="1431" y="914"/>
                </a:lnTo>
                <a:lnTo>
                  <a:pt x="1431" y="915"/>
                </a:lnTo>
                <a:lnTo>
                  <a:pt x="1430" y="915"/>
                </a:lnTo>
                <a:lnTo>
                  <a:pt x="1430" y="916"/>
                </a:lnTo>
                <a:lnTo>
                  <a:pt x="1429" y="916"/>
                </a:lnTo>
                <a:lnTo>
                  <a:pt x="1428" y="917"/>
                </a:lnTo>
                <a:lnTo>
                  <a:pt x="1427" y="917"/>
                </a:lnTo>
                <a:lnTo>
                  <a:pt x="1425" y="919"/>
                </a:lnTo>
                <a:lnTo>
                  <a:pt x="1423" y="921"/>
                </a:lnTo>
                <a:lnTo>
                  <a:pt x="1422" y="922"/>
                </a:lnTo>
                <a:lnTo>
                  <a:pt x="1422" y="923"/>
                </a:lnTo>
                <a:lnTo>
                  <a:pt x="1421" y="923"/>
                </a:lnTo>
                <a:lnTo>
                  <a:pt x="1420" y="924"/>
                </a:lnTo>
                <a:lnTo>
                  <a:pt x="1419" y="925"/>
                </a:lnTo>
                <a:lnTo>
                  <a:pt x="1418" y="925"/>
                </a:lnTo>
                <a:lnTo>
                  <a:pt x="1418" y="926"/>
                </a:lnTo>
                <a:lnTo>
                  <a:pt x="1416" y="928"/>
                </a:lnTo>
                <a:lnTo>
                  <a:pt x="1415" y="928"/>
                </a:lnTo>
                <a:lnTo>
                  <a:pt x="1415" y="929"/>
                </a:lnTo>
                <a:lnTo>
                  <a:pt x="1414" y="929"/>
                </a:lnTo>
                <a:lnTo>
                  <a:pt x="1413" y="930"/>
                </a:lnTo>
                <a:lnTo>
                  <a:pt x="1413" y="931"/>
                </a:lnTo>
                <a:lnTo>
                  <a:pt x="1412" y="932"/>
                </a:lnTo>
                <a:lnTo>
                  <a:pt x="1411" y="933"/>
                </a:lnTo>
                <a:lnTo>
                  <a:pt x="1410" y="934"/>
                </a:lnTo>
                <a:lnTo>
                  <a:pt x="1408" y="936"/>
                </a:lnTo>
                <a:lnTo>
                  <a:pt x="1408" y="937"/>
                </a:lnTo>
                <a:lnTo>
                  <a:pt x="1407" y="937"/>
                </a:lnTo>
                <a:lnTo>
                  <a:pt x="1407" y="938"/>
                </a:lnTo>
                <a:lnTo>
                  <a:pt x="1406" y="939"/>
                </a:lnTo>
                <a:lnTo>
                  <a:pt x="1406" y="940"/>
                </a:lnTo>
                <a:lnTo>
                  <a:pt x="1405" y="940"/>
                </a:lnTo>
                <a:lnTo>
                  <a:pt x="1405" y="941"/>
                </a:lnTo>
                <a:lnTo>
                  <a:pt x="1404" y="941"/>
                </a:lnTo>
                <a:lnTo>
                  <a:pt x="1404" y="942"/>
                </a:lnTo>
                <a:lnTo>
                  <a:pt x="1403" y="943"/>
                </a:lnTo>
                <a:lnTo>
                  <a:pt x="1402" y="943"/>
                </a:lnTo>
                <a:lnTo>
                  <a:pt x="1400" y="945"/>
                </a:lnTo>
                <a:lnTo>
                  <a:pt x="1400" y="946"/>
                </a:lnTo>
                <a:lnTo>
                  <a:pt x="1399" y="947"/>
                </a:lnTo>
                <a:lnTo>
                  <a:pt x="1399" y="948"/>
                </a:lnTo>
                <a:lnTo>
                  <a:pt x="1398" y="948"/>
                </a:lnTo>
                <a:lnTo>
                  <a:pt x="1398" y="949"/>
                </a:lnTo>
                <a:lnTo>
                  <a:pt x="1397" y="950"/>
                </a:lnTo>
                <a:lnTo>
                  <a:pt x="1396" y="951"/>
                </a:lnTo>
                <a:lnTo>
                  <a:pt x="1395" y="952"/>
                </a:lnTo>
                <a:lnTo>
                  <a:pt x="1395" y="953"/>
                </a:lnTo>
                <a:lnTo>
                  <a:pt x="1394" y="954"/>
                </a:lnTo>
                <a:lnTo>
                  <a:pt x="1394" y="955"/>
                </a:lnTo>
                <a:lnTo>
                  <a:pt x="1393" y="956"/>
                </a:lnTo>
                <a:lnTo>
                  <a:pt x="1393" y="957"/>
                </a:lnTo>
                <a:lnTo>
                  <a:pt x="1393" y="958"/>
                </a:lnTo>
                <a:lnTo>
                  <a:pt x="1394" y="958"/>
                </a:lnTo>
                <a:lnTo>
                  <a:pt x="1394" y="959"/>
                </a:lnTo>
                <a:lnTo>
                  <a:pt x="1394" y="960"/>
                </a:lnTo>
                <a:lnTo>
                  <a:pt x="1394" y="961"/>
                </a:lnTo>
                <a:lnTo>
                  <a:pt x="1394" y="963"/>
                </a:lnTo>
                <a:lnTo>
                  <a:pt x="1393" y="963"/>
                </a:lnTo>
                <a:lnTo>
                  <a:pt x="1393" y="964"/>
                </a:lnTo>
                <a:lnTo>
                  <a:pt x="1393" y="967"/>
                </a:lnTo>
                <a:lnTo>
                  <a:pt x="1392" y="968"/>
                </a:lnTo>
                <a:lnTo>
                  <a:pt x="1392" y="969"/>
                </a:lnTo>
                <a:lnTo>
                  <a:pt x="1391" y="969"/>
                </a:lnTo>
                <a:lnTo>
                  <a:pt x="1390" y="969"/>
                </a:lnTo>
                <a:lnTo>
                  <a:pt x="1389" y="969"/>
                </a:lnTo>
                <a:lnTo>
                  <a:pt x="1388" y="969"/>
                </a:lnTo>
                <a:lnTo>
                  <a:pt x="1387" y="970"/>
                </a:lnTo>
                <a:lnTo>
                  <a:pt x="1386" y="970"/>
                </a:lnTo>
                <a:lnTo>
                  <a:pt x="1385" y="970"/>
                </a:lnTo>
                <a:lnTo>
                  <a:pt x="1384" y="970"/>
                </a:lnTo>
                <a:lnTo>
                  <a:pt x="1383" y="970"/>
                </a:lnTo>
                <a:lnTo>
                  <a:pt x="1383" y="971"/>
                </a:lnTo>
                <a:lnTo>
                  <a:pt x="1382" y="971"/>
                </a:lnTo>
                <a:lnTo>
                  <a:pt x="1381" y="971"/>
                </a:lnTo>
                <a:lnTo>
                  <a:pt x="1381" y="972"/>
                </a:lnTo>
                <a:lnTo>
                  <a:pt x="1380" y="972"/>
                </a:lnTo>
                <a:lnTo>
                  <a:pt x="1379" y="973"/>
                </a:lnTo>
                <a:lnTo>
                  <a:pt x="1378" y="973"/>
                </a:lnTo>
                <a:lnTo>
                  <a:pt x="1378" y="974"/>
                </a:lnTo>
                <a:lnTo>
                  <a:pt x="1377" y="974"/>
                </a:lnTo>
                <a:lnTo>
                  <a:pt x="1376" y="974"/>
                </a:lnTo>
                <a:lnTo>
                  <a:pt x="1376" y="975"/>
                </a:lnTo>
                <a:lnTo>
                  <a:pt x="1375" y="975"/>
                </a:lnTo>
                <a:lnTo>
                  <a:pt x="1374" y="976"/>
                </a:lnTo>
                <a:lnTo>
                  <a:pt x="1373" y="976"/>
                </a:lnTo>
                <a:lnTo>
                  <a:pt x="1372" y="976"/>
                </a:lnTo>
                <a:lnTo>
                  <a:pt x="1371" y="977"/>
                </a:lnTo>
                <a:lnTo>
                  <a:pt x="1370" y="977"/>
                </a:lnTo>
                <a:lnTo>
                  <a:pt x="1369" y="977"/>
                </a:lnTo>
                <a:lnTo>
                  <a:pt x="1368" y="977"/>
                </a:lnTo>
                <a:lnTo>
                  <a:pt x="1367" y="977"/>
                </a:lnTo>
                <a:lnTo>
                  <a:pt x="1366" y="978"/>
                </a:lnTo>
                <a:lnTo>
                  <a:pt x="1365" y="978"/>
                </a:lnTo>
                <a:lnTo>
                  <a:pt x="1364" y="978"/>
                </a:lnTo>
                <a:lnTo>
                  <a:pt x="1363" y="978"/>
                </a:lnTo>
                <a:lnTo>
                  <a:pt x="1362" y="978"/>
                </a:lnTo>
                <a:lnTo>
                  <a:pt x="1360" y="978"/>
                </a:lnTo>
                <a:lnTo>
                  <a:pt x="1360" y="979"/>
                </a:lnTo>
                <a:lnTo>
                  <a:pt x="1359" y="979"/>
                </a:lnTo>
                <a:lnTo>
                  <a:pt x="1357" y="979"/>
                </a:lnTo>
                <a:lnTo>
                  <a:pt x="1356" y="979"/>
                </a:lnTo>
                <a:lnTo>
                  <a:pt x="1355" y="979"/>
                </a:lnTo>
                <a:lnTo>
                  <a:pt x="1354" y="979"/>
                </a:lnTo>
                <a:lnTo>
                  <a:pt x="1353" y="979"/>
                </a:lnTo>
                <a:lnTo>
                  <a:pt x="1349" y="979"/>
                </a:lnTo>
                <a:lnTo>
                  <a:pt x="1348" y="979"/>
                </a:lnTo>
                <a:lnTo>
                  <a:pt x="1347" y="979"/>
                </a:lnTo>
                <a:lnTo>
                  <a:pt x="1346" y="979"/>
                </a:lnTo>
                <a:lnTo>
                  <a:pt x="1345" y="979"/>
                </a:lnTo>
                <a:lnTo>
                  <a:pt x="1344" y="979"/>
                </a:lnTo>
                <a:lnTo>
                  <a:pt x="1344" y="980"/>
                </a:lnTo>
                <a:lnTo>
                  <a:pt x="1343" y="980"/>
                </a:lnTo>
                <a:lnTo>
                  <a:pt x="1342" y="980"/>
                </a:lnTo>
                <a:lnTo>
                  <a:pt x="1340" y="980"/>
                </a:lnTo>
                <a:lnTo>
                  <a:pt x="1339" y="980"/>
                </a:lnTo>
                <a:lnTo>
                  <a:pt x="1338" y="980"/>
                </a:lnTo>
                <a:lnTo>
                  <a:pt x="1337" y="980"/>
                </a:lnTo>
                <a:lnTo>
                  <a:pt x="1336" y="981"/>
                </a:lnTo>
                <a:lnTo>
                  <a:pt x="1335" y="981"/>
                </a:lnTo>
                <a:lnTo>
                  <a:pt x="1334" y="981"/>
                </a:lnTo>
                <a:lnTo>
                  <a:pt x="1333" y="981"/>
                </a:lnTo>
                <a:lnTo>
                  <a:pt x="1332" y="981"/>
                </a:lnTo>
                <a:lnTo>
                  <a:pt x="1331" y="981"/>
                </a:lnTo>
                <a:lnTo>
                  <a:pt x="1331" y="982"/>
                </a:lnTo>
                <a:lnTo>
                  <a:pt x="1330" y="982"/>
                </a:lnTo>
                <a:lnTo>
                  <a:pt x="1329" y="982"/>
                </a:lnTo>
                <a:lnTo>
                  <a:pt x="1328" y="982"/>
                </a:lnTo>
                <a:lnTo>
                  <a:pt x="1327" y="982"/>
                </a:lnTo>
                <a:lnTo>
                  <a:pt x="1326" y="982"/>
                </a:lnTo>
                <a:lnTo>
                  <a:pt x="1325" y="982"/>
                </a:lnTo>
                <a:lnTo>
                  <a:pt x="1325" y="983"/>
                </a:lnTo>
                <a:lnTo>
                  <a:pt x="1324" y="983"/>
                </a:lnTo>
                <a:lnTo>
                  <a:pt x="1323" y="983"/>
                </a:lnTo>
                <a:lnTo>
                  <a:pt x="1322" y="983"/>
                </a:lnTo>
                <a:lnTo>
                  <a:pt x="1321" y="982"/>
                </a:lnTo>
                <a:lnTo>
                  <a:pt x="1320" y="982"/>
                </a:lnTo>
                <a:lnTo>
                  <a:pt x="1319" y="981"/>
                </a:lnTo>
                <a:lnTo>
                  <a:pt x="1318" y="981"/>
                </a:lnTo>
                <a:lnTo>
                  <a:pt x="1317" y="981"/>
                </a:lnTo>
                <a:lnTo>
                  <a:pt x="1317" y="980"/>
                </a:lnTo>
                <a:lnTo>
                  <a:pt x="1316" y="980"/>
                </a:lnTo>
                <a:lnTo>
                  <a:pt x="1314" y="980"/>
                </a:lnTo>
                <a:lnTo>
                  <a:pt x="1312" y="980"/>
                </a:lnTo>
                <a:lnTo>
                  <a:pt x="1312" y="979"/>
                </a:lnTo>
                <a:lnTo>
                  <a:pt x="1311" y="979"/>
                </a:lnTo>
                <a:lnTo>
                  <a:pt x="1310" y="979"/>
                </a:lnTo>
                <a:lnTo>
                  <a:pt x="1309" y="979"/>
                </a:lnTo>
                <a:lnTo>
                  <a:pt x="1306" y="979"/>
                </a:lnTo>
                <a:lnTo>
                  <a:pt x="1305" y="979"/>
                </a:lnTo>
                <a:lnTo>
                  <a:pt x="1305" y="980"/>
                </a:lnTo>
                <a:lnTo>
                  <a:pt x="1304" y="980"/>
                </a:lnTo>
                <a:lnTo>
                  <a:pt x="1303" y="980"/>
                </a:lnTo>
                <a:lnTo>
                  <a:pt x="1302" y="981"/>
                </a:lnTo>
                <a:lnTo>
                  <a:pt x="1301" y="981"/>
                </a:lnTo>
                <a:lnTo>
                  <a:pt x="1300" y="981"/>
                </a:lnTo>
                <a:lnTo>
                  <a:pt x="1300" y="982"/>
                </a:lnTo>
                <a:lnTo>
                  <a:pt x="1298" y="982"/>
                </a:lnTo>
                <a:lnTo>
                  <a:pt x="1298" y="981"/>
                </a:lnTo>
                <a:lnTo>
                  <a:pt x="1297" y="981"/>
                </a:lnTo>
                <a:lnTo>
                  <a:pt x="1296" y="981"/>
                </a:lnTo>
                <a:lnTo>
                  <a:pt x="1296" y="980"/>
                </a:lnTo>
                <a:lnTo>
                  <a:pt x="1295" y="980"/>
                </a:lnTo>
                <a:lnTo>
                  <a:pt x="1294" y="980"/>
                </a:lnTo>
                <a:lnTo>
                  <a:pt x="1294" y="979"/>
                </a:lnTo>
                <a:lnTo>
                  <a:pt x="1293" y="979"/>
                </a:lnTo>
                <a:lnTo>
                  <a:pt x="1292" y="979"/>
                </a:lnTo>
                <a:lnTo>
                  <a:pt x="1292" y="978"/>
                </a:lnTo>
                <a:lnTo>
                  <a:pt x="1291" y="978"/>
                </a:lnTo>
                <a:lnTo>
                  <a:pt x="1290" y="978"/>
                </a:lnTo>
                <a:lnTo>
                  <a:pt x="1290" y="977"/>
                </a:lnTo>
                <a:lnTo>
                  <a:pt x="1289" y="977"/>
                </a:lnTo>
                <a:lnTo>
                  <a:pt x="1288" y="976"/>
                </a:lnTo>
                <a:lnTo>
                  <a:pt x="1287" y="976"/>
                </a:lnTo>
                <a:lnTo>
                  <a:pt x="1286" y="976"/>
                </a:lnTo>
                <a:lnTo>
                  <a:pt x="1285" y="976"/>
                </a:lnTo>
                <a:lnTo>
                  <a:pt x="1284" y="976"/>
                </a:lnTo>
                <a:lnTo>
                  <a:pt x="1283" y="976"/>
                </a:lnTo>
                <a:lnTo>
                  <a:pt x="1282" y="976"/>
                </a:lnTo>
                <a:lnTo>
                  <a:pt x="1281" y="976"/>
                </a:lnTo>
                <a:lnTo>
                  <a:pt x="1280" y="976"/>
                </a:lnTo>
                <a:lnTo>
                  <a:pt x="1279" y="976"/>
                </a:lnTo>
                <a:lnTo>
                  <a:pt x="1278" y="976"/>
                </a:lnTo>
                <a:lnTo>
                  <a:pt x="1278" y="977"/>
                </a:lnTo>
                <a:lnTo>
                  <a:pt x="1277" y="977"/>
                </a:lnTo>
                <a:lnTo>
                  <a:pt x="1276" y="977"/>
                </a:lnTo>
                <a:lnTo>
                  <a:pt x="1275" y="977"/>
                </a:lnTo>
                <a:lnTo>
                  <a:pt x="1274" y="978"/>
                </a:lnTo>
                <a:lnTo>
                  <a:pt x="1273" y="978"/>
                </a:lnTo>
                <a:lnTo>
                  <a:pt x="1273" y="979"/>
                </a:lnTo>
                <a:lnTo>
                  <a:pt x="1272" y="979"/>
                </a:lnTo>
                <a:lnTo>
                  <a:pt x="1271" y="979"/>
                </a:lnTo>
                <a:lnTo>
                  <a:pt x="1270" y="979"/>
                </a:lnTo>
                <a:lnTo>
                  <a:pt x="1270" y="980"/>
                </a:lnTo>
                <a:lnTo>
                  <a:pt x="1269" y="980"/>
                </a:lnTo>
                <a:lnTo>
                  <a:pt x="1268" y="980"/>
                </a:lnTo>
                <a:lnTo>
                  <a:pt x="1267" y="980"/>
                </a:lnTo>
                <a:lnTo>
                  <a:pt x="1266" y="980"/>
                </a:lnTo>
                <a:lnTo>
                  <a:pt x="1266" y="981"/>
                </a:lnTo>
                <a:lnTo>
                  <a:pt x="1265" y="981"/>
                </a:lnTo>
                <a:lnTo>
                  <a:pt x="1264" y="981"/>
                </a:lnTo>
                <a:lnTo>
                  <a:pt x="1263" y="981"/>
                </a:lnTo>
                <a:lnTo>
                  <a:pt x="1262" y="981"/>
                </a:lnTo>
                <a:lnTo>
                  <a:pt x="1261" y="981"/>
                </a:lnTo>
                <a:lnTo>
                  <a:pt x="1260" y="982"/>
                </a:lnTo>
                <a:lnTo>
                  <a:pt x="1259" y="982"/>
                </a:lnTo>
                <a:lnTo>
                  <a:pt x="1258" y="982"/>
                </a:lnTo>
                <a:lnTo>
                  <a:pt x="1257" y="982"/>
                </a:lnTo>
                <a:lnTo>
                  <a:pt x="1256" y="983"/>
                </a:lnTo>
                <a:lnTo>
                  <a:pt x="1255" y="983"/>
                </a:lnTo>
                <a:lnTo>
                  <a:pt x="1254" y="983"/>
                </a:lnTo>
                <a:lnTo>
                  <a:pt x="1253" y="983"/>
                </a:lnTo>
                <a:lnTo>
                  <a:pt x="1252" y="983"/>
                </a:lnTo>
                <a:lnTo>
                  <a:pt x="1251" y="983"/>
                </a:lnTo>
                <a:lnTo>
                  <a:pt x="1251" y="984"/>
                </a:lnTo>
                <a:lnTo>
                  <a:pt x="1250" y="984"/>
                </a:lnTo>
                <a:lnTo>
                  <a:pt x="1249" y="984"/>
                </a:lnTo>
                <a:lnTo>
                  <a:pt x="1248" y="984"/>
                </a:lnTo>
                <a:lnTo>
                  <a:pt x="1248" y="985"/>
                </a:lnTo>
                <a:lnTo>
                  <a:pt x="1247" y="985"/>
                </a:lnTo>
                <a:lnTo>
                  <a:pt x="1246" y="985"/>
                </a:lnTo>
                <a:lnTo>
                  <a:pt x="1245" y="985"/>
                </a:lnTo>
                <a:lnTo>
                  <a:pt x="1245" y="986"/>
                </a:lnTo>
                <a:lnTo>
                  <a:pt x="1244" y="986"/>
                </a:lnTo>
                <a:lnTo>
                  <a:pt x="1243" y="986"/>
                </a:lnTo>
                <a:lnTo>
                  <a:pt x="1242" y="986"/>
                </a:lnTo>
                <a:lnTo>
                  <a:pt x="1240" y="986"/>
                </a:lnTo>
                <a:lnTo>
                  <a:pt x="1236" y="986"/>
                </a:lnTo>
                <a:lnTo>
                  <a:pt x="1235" y="986"/>
                </a:lnTo>
                <a:lnTo>
                  <a:pt x="1235" y="985"/>
                </a:lnTo>
                <a:lnTo>
                  <a:pt x="1236" y="985"/>
                </a:lnTo>
                <a:lnTo>
                  <a:pt x="1237" y="984"/>
                </a:lnTo>
                <a:lnTo>
                  <a:pt x="1237" y="983"/>
                </a:lnTo>
                <a:lnTo>
                  <a:pt x="1237" y="982"/>
                </a:lnTo>
                <a:lnTo>
                  <a:pt x="1237" y="981"/>
                </a:lnTo>
                <a:lnTo>
                  <a:pt x="1237" y="980"/>
                </a:lnTo>
                <a:lnTo>
                  <a:pt x="1238" y="980"/>
                </a:lnTo>
                <a:lnTo>
                  <a:pt x="1238" y="979"/>
                </a:lnTo>
                <a:lnTo>
                  <a:pt x="1238" y="977"/>
                </a:lnTo>
                <a:lnTo>
                  <a:pt x="1238" y="976"/>
                </a:lnTo>
                <a:lnTo>
                  <a:pt x="1238" y="975"/>
                </a:lnTo>
                <a:lnTo>
                  <a:pt x="1238" y="974"/>
                </a:lnTo>
                <a:lnTo>
                  <a:pt x="1237" y="973"/>
                </a:lnTo>
                <a:lnTo>
                  <a:pt x="1237" y="972"/>
                </a:lnTo>
                <a:lnTo>
                  <a:pt x="1237" y="971"/>
                </a:lnTo>
                <a:lnTo>
                  <a:pt x="1236" y="970"/>
                </a:lnTo>
                <a:lnTo>
                  <a:pt x="1235" y="970"/>
                </a:lnTo>
                <a:lnTo>
                  <a:pt x="1235" y="969"/>
                </a:lnTo>
                <a:lnTo>
                  <a:pt x="1234" y="969"/>
                </a:lnTo>
                <a:lnTo>
                  <a:pt x="1234" y="968"/>
                </a:lnTo>
                <a:lnTo>
                  <a:pt x="1235" y="968"/>
                </a:lnTo>
                <a:lnTo>
                  <a:pt x="1235" y="967"/>
                </a:lnTo>
                <a:lnTo>
                  <a:pt x="1234" y="967"/>
                </a:lnTo>
                <a:lnTo>
                  <a:pt x="1233" y="967"/>
                </a:lnTo>
                <a:lnTo>
                  <a:pt x="1233" y="966"/>
                </a:lnTo>
                <a:lnTo>
                  <a:pt x="1232" y="966"/>
                </a:lnTo>
                <a:lnTo>
                  <a:pt x="1231" y="966"/>
                </a:lnTo>
                <a:lnTo>
                  <a:pt x="1231" y="965"/>
                </a:lnTo>
                <a:lnTo>
                  <a:pt x="1231" y="964"/>
                </a:lnTo>
                <a:lnTo>
                  <a:pt x="1230" y="964"/>
                </a:lnTo>
                <a:lnTo>
                  <a:pt x="1230" y="963"/>
                </a:lnTo>
                <a:lnTo>
                  <a:pt x="1230" y="962"/>
                </a:lnTo>
                <a:lnTo>
                  <a:pt x="1230" y="961"/>
                </a:lnTo>
                <a:lnTo>
                  <a:pt x="1230" y="960"/>
                </a:lnTo>
                <a:lnTo>
                  <a:pt x="1229" y="960"/>
                </a:lnTo>
                <a:lnTo>
                  <a:pt x="1230" y="959"/>
                </a:lnTo>
                <a:lnTo>
                  <a:pt x="1230" y="958"/>
                </a:lnTo>
                <a:lnTo>
                  <a:pt x="1231" y="957"/>
                </a:lnTo>
                <a:lnTo>
                  <a:pt x="1230" y="956"/>
                </a:lnTo>
                <a:lnTo>
                  <a:pt x="1230" y="955"/>
                </a:lnTo>
                <a:lnTo>
                  <a:pt x="1230" y="954"/>
                </a:lnTo>
                <a:lnTo>
                  <a:pt x="1231" y="953"/>
                </a:lnTo>
                <a:lnTo>
                  <a:pt x="1231" y="952"/>
                </a:lnTo>
                <a:lnTo>
                  <a:pt x="1232" y="952"/>
                </a:lnTo>
                <a:lnTo>
                  <a:pt x="1233" y="952"/>
                </a:lnTo>
                <a:lnTo>
                  <a:pt x="1233" y="951"/>
                </a:lnTo>
                <a:lnTo>
                  <a:pt x="1233" y="950"/>
                </a:lnTo>
                <a:lnTo>
                  <a:pt x="1233" y="949"/>
                </a:lnTo>
                <a:lnTo>
                  <a:pt x="1234" y="949"/>
                </a:lnTo>
                <a:lnTo>
                  <a:pt x="1234" y="948"/>
                </a:lnTo>
                <a:lnTo>
                  <a:pt x="1234" y="947"/>
                </a:lnTo>
                <a:lnTo>
                  <a:pt x="1233" y="946"/>
                </a:lnTo>
                <a:lnTo>
                  <a:pt x="1233" y="945"/>
                </a:lnTo>
                <a:lnTo>
                  <a:pt x="1232" y="945"/>
                </a:lnTo>
                <a:lnTo>
                  <a:pt x="1231" y="945"/>
                </a:lnTo>
                <a:lnTo>
                  <a:pt x="1231" y="944"/>
                </a:lnTo>
                <a:lnTo>
                  <a:pt x="1232" y="944"/>
                </a:lnTo>
                <a:lnTo>
                  <a:pt x="1232" y="943"/>
                </a:lnTo>
                <a:lnTo>
                  <a:pt x="1233" y="943"/>
                </a:lnTo>
                <a:lnTo>
                  <a:pt x="1234" y="943"/>
                </a:lnTo>
                <a:lnTo>
                  <a:pt x="1235" y="944"/>
                </a:lnTo>
                <a:lnTo>
                  <a:pt x="1236" y="944"/>
                </a:lnTo>
                <a:lnTo>
                  <a:pt x="1237" y="944"/>
                </a:lnTo>
                <a:lnTo>
                  <a:pt x="1238" y="943"/>
                </a:lnTo>
                <a:lnTo>
                  <a:pt x="1238" y="942"/>
                </a:lnTo>
                <a:lnTo>
                  <a:pt x="1238" y="941"/>
                </a:lnTo>
                <a:lnTo>
                  <a:pt x="1237" y="940"/>
                </a:lnTo>
                <a:lnTo>
                  <a:pt x="1237" y="939"/>
                </a:lnTo>
                <a:lnTo>
                  <a:pt x="1236" y="938"/>
                </a:lnTo>
                <a:lnTo>
                  <a:pt x="1236" y="937"/>
                </a:lnTo>
                <a:lnTo>
                  <a:pt x="1235" y="934"/>
                </a:lnTo>
                <a:lnTo>
                  <a:pt x="1234" y="934"/>
                </a:lnTo>
                <a:lnTo>
                  <a:pt x="1234" y="933"/>
                </a:lnTo>
                <a:lnTo>
                  <a:pt x="1234" y="932"/>
                </a:lnTo>
                <a:lnTo>
                  <a:pt x="1233" y="932"/>
                </a:lnTo>
                <a:lnTo>
                  <a:pt x="1233" y="931"/>
                </a:lnTo>
                <a:lnTo>
                  <a:pt x="1233" y="930"/>
                </a:lnTo>
                <a:lnTo>
                  <a:pt x="1232" y="930"/>
                </a:lnTo>
                <a:lnTo>
                  <a:pt x="1232" y="929"/>
                </a:lnTo>
                <a:lnTo>
                  <a:pt x="1232" y="928"/>
                </a:lnTo>
                <a:lnTo>
                  <a:pt x="1231" y="928"/>
                </a:lnTo>
                <a:lnTo>
                  <a:pt x="1231" y="927"/>
                </a:lnTo>
                <a:lnTo>
                  <a:pt x="1230" y="926"/>
                </a:lnTo>
                <a:lnTo>
                  <a:pt x="1229" y="926"/>
                </a:lnTo>
                <a:lnTo>
                  <a:pt x="1229" y="925"/>
                </a:lnTo>
                <a:lnTo>
                  <a:pt x="1229" y="924"/>
                </a:lnTo>
                <a:lnTo>
                  <a:pt x="1229" y="923"/>
                </a:lnTo>
                <a:lnTo>
                  <a:pt x="1229" y="922"/>
                </a:lnTo>
                <a:lnTo>
                  <a:pt x="1228" y="922"/>
                </a:lnTo>
                <a:lnTo>
                  <a:pt x="1228" y="923"/>
                </a:lnTo>
                <a:lnTo>
                  <a:pt x="1227" y="923"/>
                </a:lnTo>
                <a:lnTo>
                  <a:pt x="1227" y="924"/>
                </a:lnTo>
                <a:lnTo>
                  <a:pt x="1226" y="924"/>
                </a:lnTo>
                <a:lnTo>
                  <a:pt x="1225" y="925"/>
                </a:lnTo>
                <a:lnTo>
                  <a:pt x="1224" y="925"/>
                </a:lnTo>
                <a:lnTo>
                  <a:pt x="1223" y="926"/>
                </a:lnTo>
                <a:lnTo>
                  <a:pt x="1222" y="926"/>
                </a:lnTo>
                <a:lnTo>
                  <a:pt x="1221" y="926"/>
                </a:lnTo>
                <a:lnTo>
                  <a:pt x="1220" y="926"/>
                </a:lnTo>
                <a:lnTo>
                  <a:pt x="1219" y="925"/>
                </a:lnTo>
                <a:lnTo>
                  <a:pt x="1218" y="925"/>
                </a:lnTo>
                <a:lnTo>
                  <a:pt x="1217" y="926"/>
                </a:lnTo>
                <a:lnTo>
                  <a:pt x="1216" y="926"/>
                </a:lnTo>
                <a:lnTo>
                  <a:pt x="1215" y="927"/>
                </a:lnTo>
                <a:lnTo>
                  <a:pt x="1214" y="927"/>
                </a:lnTo>
                <a:lnTo>
                  <a:pt x="1213" y="927"/>
                </a:lnTo>
                <a:lnTo>
                  <a:pt x="1212" y="927"/>
                </a:lnTo>
                <a:lnTo>
                  <a:pt x="1211" y="928"/>
                </a:lnTo>
                <a:lnTo>
                  <a:pt x="1211" y="929"/>
                </a:lnTo>
                <a:lnTo>
                  <a:pt x="1210" y="929"/>
                </a:lnTo>
                <a:lnTo>
                  <a:pt x="1209" y="929"/>
                </a:lnTo>
                <a:lnTo>
                  <a:pt x="1208" y="929"/>
                </a:lnTo>
                <a:lnTo>
                  <a:pt x="1207" y="929"/>
                </a:lnTo>
                <a:lnTo>
                  <a:pt x="1206" y="929"/>
                </a:lnTo>
                <a:lnTo>
                  <a:pt x="1206" y="928"/>
                </a:lnTo>
                <a:lnTo>
                  <a:pt x="1207" y="928"/>
                </a:lnTo>
                <a:lnTo>
                  <a:pt x="1209" y="926"/>
                </a:lnTo>
                <a:lnTo>
                  <a:pt x="1208" y="926"/>
                </a:lnTo>
                <a:lnTo>
                  <a:pt x="1206" y="925"/>
                </a:lnTo>
                <a:lnTo>
                  <a:pt x="1205" y="924"/>
                </a:lnTo>
                <a:lnTo>
                  <a:pt x="1204" y="924"/>
                </a:lnTo>
                <a:lnTo>
                  <a:pt x="1203" y="923"/>
                </a:lnTo>
                <a:lnTo>
                  <a:pt x="1202" y="923"/>
                </a:lnTo>
                <a:lnTo>
                  <a:pt x="1200" y="923"/>
                </a:lnTo>
                <a:lnTo>
                  <a:pt x="1199" y="922"/>
                </a:lnTo>
                <a:lnTo>
                  <a:pt x="1198" y="922"/>
                </a:lnTo>
                <a:lnTo>
                  <a:pt x="1197" y="922"/>
                </a:lnTo>
                <a:lnTo>
                  <a:pt x="1197" y="921"/>
                </a:lnTo>
                <a:lnTo>
                  <a:pt x="1196" y="920"/>
                </a:lnTo>
                <a:lnTo>
                  <a:pt x="1195" y="919"/>
                </a:lnTo>
                <a:lnTo>
                  <a:pt x="1194" y="919"/>
                </a:lnTo>
                <a:lnTo>
                  <a:pt x="1193" y="919"/>
                </a:lnTo>
                <a:lnTo>
                  <a:pt x="1193" y="918"/>
                </a:lnTo>
                <a:lnTo>
                  <a:pt x="1193" y="917"/>
                </a:lnTo>
                <a:lnTo>
                  <a:pt x="1192" y="917"/>
                </a:lnTo>
                <a:lnTo>
                  <a:pt x="1192" y="916"/>
                </a:lnTo>
                <a:lnTo>
                  <a:pt x="1191" y="916"/>
                </a:lnTo>
                <a:lnTo>
                  <a:pt x="1190" y="916"/>
                </a:lnTo>
                <a:lnTo>
                  <a:pt x="1190" y="915"/>
                </a:lnTo>
                <a:lnTo>
                  <a:pt x="1190" y="914"/>
                </a:lnTo>
                <a:lnTo>
                  <a:pt x="1189" y="913"/>
                </a:lnTo>
                <a:lnTo>
                  <a:pt x="1189" y="912"/>
                </a:lnTo>
                <a:lnTo>
                  <a:pt x="1188" y="912"/>
                </a:lnTo>
                <a:lnTo>
                  <a:pt x="1189" y="910"/>
                </a:lnTo>
                <a:lnTo>
                  <a:pt x="1190" y="910"/>
                </a:lnTo>
                <a:lnTo>
                  <a:pt x="1190" y="909"/>
                </a:lnTo>
                <a:lnTo>
                  <a:pt x="1189" y="909"/>
                </a:lnTo>
                <a:lnTo>
                  <a:pt x="1189" y="908"/>
                </a:lnTo>
                <a:lnTo>
                  <a:pt x="1188" y="908"/>
                </a:lnTo>
                <a:lnTo>
                  <a:pt x="1188" y="907"/>
                </a:lnTo>
                <a:lnTo>
                  <a:pt x="1188" y="906"/>
                </a:lnTo>
                <a:lnTo>
                  <a:pt x="1189" y="905"/>
                </a:lnTo>
                <a:lnTo>
                  <a:pt x="1189" y="904"/>
                </a:lnTo>
                <a:lnTo>
                  <a:pt x="1190" y="904"/>
                </a:lnTo>
                <a:lnTo>
                  <a:pt x="1190" y="903"/>
                </a:lnTo>
                <a:lnTo>
                  <a:pt x="1191" y="903"/>
                </a:lnTo>
                <a:lnTo>
                  <a:pt x="1191" y="902"/>
                </a:lnTo>
                <a:lnTo>
                  <a:pt x="1192" y="902"/>
                </a:lnTo>
                <a:lnTo>
                  <a:pt x="1192" y="901"/>
                </a:lnTo>
                <a:lnTo>
                  <a:pt x="1193" y="901"/>
                </a:lnTo>
                <a:lnTo>
                  <a:pt x="1193" y="900"/>
                </a:lnTo>
                <a:lnTo>
                  <a:pt x="1194" y="900"/>
                </a:lnTo>
                <a:lnTo>
                  <a:pt x="1194" y="899"/>
                </a:lnTo>
                <a:lnTo>
                  <a:pt x="1194" y="898"/>
                </a:lnTo>
                <a:lnTo>
                  <a:pt x="1193" y="898"/>
                </a:lnTo>
                <a:lnTo>
                  <a:pt x="1194" y="898"/>
                </a:lnTo>
                <a:lnTo>
                  <a:pt x="1194" y="897"/>
                </a:lnTo>
                <a:lnTo>
                  <a:pt x="1195" y="896"/>
                </a:lnTo>
                <a:lnTo>
                  <a:pt x="1194" y="895"/>
                </a:lnTo>
                <a:lnTo>
                  <a:pt x="1195" y="895"/>
                </a:lnTo>
                <a:lnTo>
                  <a:pt x="1195" y="894"/>
                </a:lnTo>
                <a:lnTo>
                  <a:pt x="1195" y="893"/>
                </a:lnTo>
                <a:lnTo>
                  <a:pt x="1195" y="892"/>
                </a:lnTo>
                <a:lnTo>
                  <a:pt x="1195" y="891"/>
                </a:lnTo>
                <a:lnTo>
                  <a:pt x="1194" y="891"/>
                </a:lnTo>
                <a:lnTo>
                  <a:pt x="1195" y="891"/>
                </a:lnTo>
                <a:lnTo>
                  <a:pt x="1194" y="890"/>
                </a:lnTo>
                <a:lnTo>
                  <a:pt x="1195" y="890"/>
                </a:lnTo>
                <a:lnTo>
                  <a:pt x="1194" y="890"/>
                </a:lnTo>
                <a:lnTo>
                  <a:pt x="1194" y="889"/>
                </a:lnTo>
                <a:lnTo>
                  <a:pt x="1194" y="888"/>
                </a:lnTo>
                <a:lnTo>
                  <a:pt x="1193" y="888"/>
                </a:lnTo>
                <a:lnTo>
                  <a:pt x="1192" y="887"/>
                </a:lnTo>
                <a:lnTo>
                  <a:pt x="1191" y="887"/>
                </a:lnTo>
                <a:lnTo>
                  <a:pt x="1191" y="888"/>
                </a:lnTo>
                <a:lnTo>
                  <a:pt x="1190" y="888"/>
                </a:lnTo>
                <a:lnTo>
                  <a:pt x="1189" y="888"/>
                </a:lnTo>
                <a:lnTo>
                  <a:pt x="1188" y="888"/>
                </a:lnTo>
                <a:lnTo>
                  <a:pt x="1187" y="888"/>
                </a:lnTo>
                <a:lnTo>
                  <a:pt x="1187" y="887"/>
                </a:lnTo>
                <a:lnTo>
                  <a:pt x="1186" y="887"/>
                </a:lnTo>
                <a:lnTo>
                  <a:pt x="1186" y="886"/>
                </a:lnTo>
                <a:lnTo>
                  <a:pt x="1187" y="885"/>
                </a:lnTo>
                <a:lnTo>
                  <a:pt x="1187" y="884"/>
                </a:lnTo>
                <a:lnTo>
                  <a:pt x="1188" y="884"/>
                </a:lnTo>
                <a:lnTo>
                  <a:pt x="1188" y="883"/>
                </a:lnTo>
                <a:lnTo>
                  <a:pt x="1189" y="883"/>
                </a:lnTo>
                <a:lnTo>
                  <a:pt x="1190" y="883"/>
                </a:lnTo>
                <a:lnTo>
                  <a:pt x="1190" y="884"/>
                </a:lnTo>
                <a:lnTo>
                  <a:pt x="1191" y="884"/>
                </a:lnTo>
                <a:lnTo>
                  <a:pt x="1191" y="883"/>
                </a:lnTo>
                <a:lnTo>
                  <a:pt x="1192" y="883"/>
                </a:lnTo>
                <a:lnTo>
                  <a:pt x="1193" y="883"/>
                </a:lnTo>
                <a:lnTo>
                  <a:pt x="1193" y="882"/>
                </a:lnTo>
                <a:lnTo>
                  <a:pt x="1193" y="881"/>
                </a:lnTo>
                <a:lnTo>
                  <a:pt x="1192" y="880"/>
                </a:lnTo>
                <a:lnTo>
                  <a:pt x="1192" y="879"/>
                </a:lnTo>
                <a:lnTo>
                  <a:pt x="1191" y="879"/>
                </a:lnTo>
                <a:lnTo>
                  <a:pt x="1190" y="879"/>
                </a:lnTo>
                <a:lnTo>
                  <a:pt x="1189" y="879"/>
                </a:lnTo>
                <a:lnTo>
                  <a:pt x="1188" y="879"/>
                </a:lnTo>
                <a:lnTo>
                  <a:pt x="1188" y="880"/>
                </a:lnTo>
                <a:lnTo>
                  <a:pt x="1188" y="879"/>
                </a:lnTo>
                <a:lnTo>
                  <a:pt x="1187" y="879"/>
                </a:lnTo>
                <a:lnTo>
                  <a:pt x="1187" y="878"/>
                </a:lnTo>
                <a:lnTo>
                  <a:pt x="1187" y="877"/>
                </a:lnTo>
                <a:lnTo>
                  <a:pt x="1186" y="877"/>
                </a:lnTo>
                <a:lnTo>
                  <a:pt x="1185" y="877"/>
                </a:lnTo>
                <a:lnTo>
                  <a:pt x="1184" y="877"/>
                </a:lnTo>
                <a:lnTo>
                  <a:pt x="1184" y="876"/>
                </a:lnTo>
                <a:lnTo>
                  <a:pt x="1183" y="876"/>
                </a:lnTo>
                <a:lnTo>
                  <a:pt x="1183" y="875"/>
                </a:lnTo>
                <a:lnTo>
                  <a:pt x="1183" y="876"/>
                </a:lnTo>
                <a:lnTo>
                  <a:pt x="1182" y="876"/>
                </a:lnTo>
                <a:lnTo>
                  <a:pt x="1181" y="875"/>
                </a:lnTo>
                <a:lnTo>
                  <a:pt x="1181" y="874"/>
                </a:lnTo>
                <a:lnTo>
                  <a:pt x="1181" y="873"/>
                </a:lnTo>
                <a:lnTo>
                  <a:pt x="1181" y="872"/>
                </a:lnTo>
                <a:lnTo>
                  <a:pt x="1181" y="871"/>
                </a:lnTo>
                <a:lnTo>
                  <a:pt x="1180" y="871"/>
                </a:lnTo>
                <a:lnTo>
                  <a:pt x="1180" y="870"/>
                </a:lnTo>
                <a:lnTo>
                  <a:pt x="1179" y="870"/>
                </a:lnTo>
                <a:lnTo>
                  <a:pt x="1179" y="869"/>
                </a:lnTo>
                <a:lnTo>
                  <a:pt x="1179" y="868"/>
                </a:lnTo>
                <a:lnTo>
                  <a:pt x="1178" y="868"/>
                </a:lnTo>
                <a:lnTo>
                  <a:pt x="1177" y="868"/>
                </a:lnTo>
                <a:lnTo>
                  <a:pt x="1177" y="869"/>
                </a:lnTo>
                <a:lnTo>
                  <a:pt x="1176" y="869"/>
                </a:lnTo>
                <a:lnTo>
                  <a:pt x="1176" y="868"/>
                </a:lnTo>
                <a:lnTo>
                  <a:pt x="1176" y="867"/>
                </a:lnTo>
                <a:lnTo>
                  <a:pt x="1175" y="867"/>
                </a:lnTo>
                <a:lnTo>
                  <a:pt x="1174" y="867"/>
                </a:lnTo>
                <a:lnTo>
                  <a:pt x="1173" y="867"/>
                </a:lnTo>
                <a:lnTo>
                  <a:pt x="1173" y="866"/>
                </a:lnTo>
                <a:lnTo>
                  <a:pt x="1172" y="866"/>
                </a:lnTo>
                <a:lnTo>
                  <a:pt x="1171" y="866"/>
                </a:lnTo>
                <a:lnTo>
                  <a:pt x="1171" y="865"/>
                </a:lnTo>
                <a:lnTo>
                  <a:pt x="1170" y="865"/>
                </a:lnTo>
                <a:lnTo>
                  <a:pt x="1170" y="864"/>
                </a:lnTo>
                <a:lnTo>
                  <a:pt x="1169" y="864"/>
                </a:lnTo>
                <a:lnTo>
                  <a:pt x="1168" y="864"/>
                </a:lnTo>
                <a:lnTo>
                  <a:pt x="1168" y="863"/>
                </a:lnTo>
                <a:lnTo>
                  <a:pt x="1168" y="862"/>
                </a:lnTo>
                <a:lnTo>
                  <a:pt x="1167" y="862"/>
                </a:lnTo>
                <a:lnTo>
                  <a:pt x="1167" y="863"/>
                </a:lnTo>
                <a:lnTo>
                  <a:pt x="1166" y="863"/>
                </a:lnTo>
                <a:lnTo>
                  <a:pt x="1165" y="863"/>
                </a:lnTo>
                <a:lnTo>
                  <a:pt x="1165" y="864"/>
                </a:lnTo>
                <a:lnTo>
                  <a:pt x="1165" y="865"/>
                </a:lnTo>
                <a:lnTo>
                  <a:pt x="1165" y="866"/>
                </a:lnTo>
                <a:lnTo>
                  <a:pt x="1164" y="866"/>
                </a:lnTo>
                <a:lnTo>
                  <a:pt x="1163" y="866"/>
                </a:lnTo>
                <a:lnTo>
                  <a:pt x="1163" y="867"/>
                </a:lnTo>
                <a:lnTo>
                  <a:pt x="1162" y="868"/>
                </a:lnTo>
                <a:lnTo>
                  <a:pt x="1162" y="869"/>
                </a:lnTo>
                <a:lnTo>
                  <a:pt x="1162" y="870"/>
                </a:lnTo>
                <a:lnTo>
                  <a:pt x="1161" y="870"/>
                </a:lnTo>
                <a:lnTo>
                  <a:pt x="1161" y="871"/>
                </a:lnTo>
                <a:lnTo>
                  <a:pt x="1160" y="872"/>
                </a:lnTo>
                <a:lnTo>
                  <a:pt x="1159" y="872"/>
                </a:lnTo>
                <a:lnTo>
                  <a:pt x="1159" y="871"/>
                </a:lnTo>
                <a:lnTo>
                  <a:pt x="1158" y="871"/>
                </a:lnTo>
                <a:lnTo>
                  <a:pt x="1158" y="870"/>
                </a:lnTo>
                <a:lnTo>
                  <a:pt x="1157" y="870"/>
                </a:lnTo>
                <a:lnTo>
                  <a:pt x="1156" y="870"/>
                </a:lnTo>
                <a:lnTo>
                  <a:pt x="1155" y="870"/>
                </a:lnTo>
                <a:lnTo>
                  <a:pt x="1154" y="870"/>
                </a:lnTo>
                <a:lnTo>
                  <a:pt x="1154" y="871"/>
                </a:lnTo>
                <a:lnTo>
                  <a:pt x="1153" y="871"/>
                </a:lnTo>
                <a:lnTo>
                  <a:pt x="1153" y="872"/>
                </a:lnTo>
                <a:lnTo>
                  <a:pt x="1152" y="872"/>
                </a:lnTo>
                <a:lnTo>
                  <a:pt x="1151" y="872"/>
                </a:lnTo>
                <a:lnTo>
                  <a:pt x="1152" y="872"/>
                </a:lnTo>
                <a:lnTo>
                  <a:pt x="1152" y="873"/>
                </a:lnTo>
                <a:lnTo>
                  <a:pt x="1152" y="874"/>
                </a:lnTo>
                <a:lnTo>
                  <a:pt x="1152" y="875"/>
                </a:lnTo>
                <a:lnTo>
                  <a:pt x="1151" y="875"/>
                </a:lnTo>
                <a:lnTo>
                  <a:pt x="1151" y="876"/>
                </a:lnTo>
                <a:lnTo>
                  <a:pt x="1150" y="876"/>
                </a:lnTo>
                <a:lnTo>
                  <a:pt x="1149" y="877"/>
                </a:lnTo>
                <a:lnTo>
                  <a:pt x="1149" y="878"/>
                </a:lnTo>
                <a:lnTo>
                  <a:pt x="1148" y="878"/>
                </a:lnTo>
                <a:lnTo>
                  <a:pt x="1148" y="879"/>
                </a:lnTo>
                <a:lnTo>
                  <a:pt x="1147" y="879"/>
                </a:lnTo>
                <a:lnTo>
                  <a:pt x="1146" y="879"/>
                </a:lnTo>
                <a:lnTo>
                  <a:pt x="1145" y="880"/>
                </a:lnTo>
                <a:lnTo>
                  <a:pt x="1144" y="881"/>
                </a:lnTo>
                <a:lnTo>
                  <a:pt x="1144" y="882"/>
                </a:lnTo>
                <a:lnTo>
                  <a:pt x="1144" y="883"/>
                </a:lnTo>
                <a:lnTo>
                  <a:pt x="1143" y="883"/>
                </a:lnTo>
                <a:lnTo>
                  <a:pt x="1143" y="884"/>
                </a:lnTo>
                <a:lnTo>
                  <a:pt x="1142" y="884"/>
                </a:lnTo>
                <a:lnTo>
                  <a:pt x="1141" y="884"/>
                </a:lnTo>
                <a:lnTo>
                  <a:pt x="1140" y="883"/>
                </a:lnTo>
                <a:lnTo>
                  <a:pt x="1140" y="884"/>
                </a:lnTo>
                <a:lnTo>
                  <a:pt x="1139" y="884"/>
                </a:lnTo>
                <a:lnTo>
                  <a:pt x="1138" y="885"/>
                </a:lnTo>
                <a:lnTo>
                  <a:pt x="1137" y="885"/>
                </a:lnTo>
                <a:lnTo>
                  <a:pt x="1137" y="886"/>
                </a:lnTo>
                <a:lnTo>
                  <a:pt x="1135" y="886"/>
                </a:lnTo>
                <a:lnTo>
                  <a:pt x="1134" y="886"/>
                </a:lnTo>
                <a:lnTo>
                  <a:pt x="1133" y="886"/>
                </a:lnTo>
                <a:lnTo>
                  <a:pt x="1132" y="886"/>
                </a:lnTo>
                <a:lnTo>
                  <a:pt x="1131" y="886"/>
                </a:lnTo>
                <a:lnTo>
                  <a:pt x="1131" y="885"/>
                </a:lnTo>
                <a:lnTo>
                  <a:pt x="1130" y="885"/>
                </a:lnTo>
                <a:lnTo>
                  <a:pt x="1129" y="885"/>
                </a:lnTo>
                <a:lnTo>
                  <a:pt x="1128" y="885"/>
                </a:lnTo>
                <a:lnTo>
                  <a:pt x="1128" y="884"/>
                </a:lnTo>
                <a:lnTo>
                  <a:pt x="1127" y="884"/>
                </a:lnTo>
                <a:lnTo>
                  <a:pt x="1126" y="884"/>
                </a:lnTo>
                <a:lnTo>
                  <a:pt x="1125" y="884"/>
                </a:lnTo>
                <a:lnTo>
                  <a:pt x="1125" y="883"/>
                </a:lnTo>
                <a:lnTo>
                  <a:pt x="1124" y="883"/>
                </a:lnTo>
                <a:lnTo>
                  <a:pt x="1124" y="882"/>
                </a:lnTo>
                <a:lnTo>
                  <a:pt x="1124" y="881"/>
                </a:lnTo>
                <a:lnTo>
                  <a:pt x="1123" y="881"/>
                </a:lnTo>
                <a:lnTo>
                  <a:pt x="1123" y="880"/>
                </a:lnTo>
                <a:lnTo>
                  <a:pt x="1122" y="880"/>
                </a:lnTo>
                <a:lnTo>
                  <a:pt x="1122" y="881"/>
                </a:lnTo>
                <a:lnTo>
                  <a:pt x="1122" y="880"/>
                </a:lnTo>
                <a:lnTo>
                  <a:pt x="1121" y="880"/>
                </a:lnTo>
                <a:lnTo>
                  <a:pt x="1121" y="879"/>
                </a:lnTo>
                <a:lnTo>
                  <a:pt x="1121" y="878"/>
                </a:lnTo>
                <a:lnTo>
                  <a:pt x="1120" y="878"/>
                </a:lnTo>
                <a:lnTo>
                  <a:pt x="1120" y="877"/>
                </a:lnTo>
                <a:lnTo>
                  <a:pt x="1120" y="876"/>
                </a:lnTo>
                <a:lnTo>
                  <a:pt x="1119" y="876"/>
                </a:lnTo>
                <a:lnTo>
                  <a:pt x="1119" y="875"/>
                </a:lnTo>
                <a:lnTo>
                  <a:pt x="1119" y="874"/>
                </a:lnTo>
                <a:lnTo>
                  <a:pt x="1119" y="873"/>
                </a:lnTo>
                <a:lnTo>
                  <a:pt x="1119" y="872"/>
                </a:lnTo>
                <a:lnTo>
                  <a:pt x="1119" y="870"/>
                </a:lnTo>
                <a:lnTo>
                  <a:pt x="1119" y="869"/>
                </a:lnTo>
                <a:lnTo>
                  <a:pt x="1120" y="869"/>
                </a:lnTo>
                <a:lnTo>
                  <a:pt x="1120" y="868"/>
                </a:lnTo>
                <a:lnTo>
                  <a:pt x="1119" y="868"/>
                </a:lnTo>
                <a:lnTo>
                  <a:pt x="1119" y="867"/>
                </a:lnTo>
                <a:lnTo>
                  <a:pt x="1119" y="866"/>
                </a:lnTo>
                <a:lnTo>
                  <a:pt x="1119" y="865"/>
                </a:lnTo>
                <a:lnTo>
                  <a:pt x="1119" y="864"/>
                </a:lnTo>
                <a:lnTo>
                  <a:pt x="1118" y="864"/>
                </a:lnTo>
                <a:lnTo>
                  <a:pt x="1118" y="865"/>
                </a:lnTo>
                <a:lnTo>
                  <a:pt x="1117" y="865"/>
                </a:lnTo>
                <a:lnTo>
                  <a:pt x="1117" y="864"/>
                </a:lnTo>
                <a:lnTo>
                  <a:pt x="1116" y="864"/>
                </a:lnTo>
                <a:lnTo>
                  <a:pt x="1115" y="864"/>
                </a:lnTo>
                <a:lnTo>
                  <a:pt x="1114" y="864"/>
                </a:lnTo>
                <a:lnTo>
                  <a:pt x="1114" y="863"/>
                </a:lnTo>
                <a:lnTo>
                  <a:pt x="1113" y="863"/>
                </a:lnTo>
                <a:lnTo>
                  <a:pt x="1112" y="863"/>
                </a:lnTo>
                <a:lnTo>
                  <a:pt x="1112" y="862"/>
                </a:lnTo>
                <a:lnTo>
                  <a:pt x="1111" y="862"/>
                </a:lnTo>
                <a:lnTo>
                  <a:pt x="1110" y="862"/>
                </a:lnTo>
                <a:lnTo>
                  <a:pt x="1110" y="861"/>
                </a:lnTo>
                <a:lnTo>
                  <a:pt x="1109" y="861"/>
                </a:lnTo>
                <a:lnTo>
                  <a:pt x="1108" y="861"/>
                </a:lnTo>
                <a:lnTo>
                  <a:pt x="1109" y="861"/>
                </a:lnTo>
                <a:lnTo>
                  <a:pt x="1109" y="862"/>
                </a:lnTo>
                <a:lnTo>
                  <a:pt x="1108" y="862"/>
                </a:lnTo>
                <a:lnTo>
                  <a:pt x="1107" y="862"/>
                </a:lnTo>
                <a:lnTo>
                  <a:pt x="1107" y="863"/>
                </a:lnTo>
                <a:lnTo>
                  <a:pt x="1106" y="863"/>
                </a:lnTo>
                <a:lnTo>
                  <a:pt x="1105" y="863"/>
                </a:lnTo>
                <a:lnTo>
                  <a:pt x="1105" y="864"/>
                </a:lnTo>
                <a:lnTo>
                  <a:pt x="1104" y="864"/>
                </a:lnTo>
                <a:lnTo>
                  <a:pt x="1103" y="864"/>
                </a:lnTo>
                <a:lnTo>
                  <a:pt x="1102" y="864"/>
                </a:lnTo>
                <a:lnTo>
                  <a:pt x="1102" y="865"/>
                </a:lnTo>
                <a:lnTo>
                  <a:pt x="1101" y="866"/>
                </a:lnTo>
                <a:lnTo>
                  <a:pt x="1100" y="866"/>
                </a:lnTo>
                <a:lnTo>
                  <a:pt x="1100" y="867"/>
                </a:lnTo>
                <a:lnTo>
                  <a:pt x="1099" y="867"/>
                </a:lnTo>
                <a:lnTo>
                  <a:pt x="1099" y="866"/>
                </a:lnTo>
                <a:lnTo>
                  <a:pt x="1099" y="865"/>
                </a:lnTo>
                <a:lnTo>
                  <a:pt x="1098" y="865"/>
                </a:lnTo>
                <a:lnTo>
                  <a:pt x="1098" y="864"/>
                </a:lnTo>
                <a:lnTo>
                  <a:pt x="1097" y="864"/>
                </a:lnTo>
                <a:lnTo>
                  <a:pt x="1096" y="864"/>
                </a:lnTo>
                <a:lnTo>
                  <a:pt x="1095" y="864"/>
                </a:lnTo>
                <a:lnTo>
                  <a:pt x="1095" y="863"/>
                </a:lnTo>
                <a:lnTo>
                  <a:pt x="1094" y="863"/>
                </a:lnTo>
                <a:lnTo>
                  <a:pt x="1093" y="863"/>
                </a:lnTo>
                <a:lnTo>
                  <a:pt x="1093" y="862"/>
                </a:lnTo>
                <a:lnTo>
                  <a:pt x="1092" y="863"/>
                </a:lnTo>
                <a:lnTo>
                  <a:pt x="1091" y="863"/>
                </a:lnTo>
                <a:lnTo>
                  <a:pt x="1091" y="864"/>
                </a:lnTo>
                <a:lnTo>
                  <a:pt x="1090" y="864"/>
                </a:lnTo>
                <a:lnTo>
                  <a:pt x="1089" y="864"/>
                </a:lnTo>
                <a:lnTo>
                  <a:pt x="1088" y="864"/>
                </a:lnTo>
                <a:lnTo>
                  <a:pt x="1087" y="864"/>
                </a:lnTo>
                <a:lnTo>
                  <a:pt x="1087" y="863"/>
                </a:lnTo>
                <a:lnTo>
                  <a:pt x="1086" y="863"/>
                </a:lnTo>
                <a:lnTo>
                  <a:pt x="1086" y="862"/>
                </a:lnTo>
                <a:lnTo>
                  <a:pt x="1085" y="862"/>
                </a:lnTo>
                <a:lnTo>
                  <a:pt x="1084" y="862"/>
                </a:lnTo>
                <a:lnTo>
                  <a:pt x="1083" y="862"/>
                </a:lnTo>
                <a:lnTo>
                  <a:pt x="1082" y="863"/>
                </a:lnTo>
                <a:lnTo>
                  <a:pt x="1081" y="863"/>
                </a:lnTo>
                <a:lnTo>
                  <a:pt x="1081" y="862"/>
                </a:lnTo>
                <a:lnTo>
                  <a:pt x="1080" y="862"/>
                </a:lnTo>
                <a:lnTo>
                  <a:pt x="1080" y="861"/>
                </a:lnTo>
                <a:lnTo>
                  <a:pt x="1080" y="860"/>
                </a:lnTo>
                <a:lnTo>
                  <a:pt x="1080" y="859"/>
                </a:lnTo>
                <a:lnTo>
                  <a:pt x="1079" y="859"/>
                </a:lnTo>
                <a:lnTo>
                  <a:pt x="1079" y="858"/>
                </a:lnTo>
                <a:lnTo>
                  <a:pt x="1078" y="858"/>
                </a:lnTo>
                <a:lnTo>
                  <a:pt x="1078" y="857"/>
                </a:lnTo>
                <a:lnTo>
                  <a:pt x="1077" y="857"/>
                </a:lnTo>
                <a:lnTo>
                  <a:pt x="1077" y="856"/>
                </a:lnTo>
                <a:lnTo>
                  <a:pt x="1077" y="855"/>
                </a:lnTo>
                <a:lnTo>
                  <a:pt x="1076" y="855"/>
                </a:lnTo>
                <a:lnTo>
                  <a:pt x="1075" y="855"/>
                </a:lnTo>
                <a:lnTo>
                  <a:pt x="1074" y="855"/>
                </a:lnTo>
                <a:lnTo>
                  <a:pt x="1074" y="854"/>
                </a:lnTo>
                <a:lnTo>
                  <a:pt x="1074" y="853"/>
                </a:lnTo>
                <a:lnTo>
                  <a:pt x="1073" y="853"/>
                </a:lnTo>
                <a:lnTo>
                  <a:pt x="1072" y="853"/>
                </a:lnTo>
                <a:lnTo>
                  <a:pt x="1071" y="854"/>
                </a:lnTo>
                <a:lnTo>
                  <a:pt x="1070" y="854"/>
                </a:lnTo>
                <a:lnTo>
                  <a:pt x="1069" y="854"/>
                </a:lnTo>
                <a:lnTo>
                  <a:pt x="1068" y="854"/>
                </a:lnTo>
                <a:lnTo>
                  <a:pt x="1067" y="854"/>
                </a:lnTo>
                <a:lnTo>
                  <a:pt x="1066" y="854"/>
                </a:lnTo>
                <a:lnTo>
                  <a:pt x="1066" y="853"/>
                </a:lnTo>
                <a:lnTo>
                  <a:pt x="1065" y="853"/>
                </a:lnTo>
                <a:lnTo>
                  <a:pt x="1064" y="853"/>
                </a:lnTo>
                <a:lnTo>
                  <a:pt x="1064" y="852"/>
                </a:lnTo>
                <a:lnTo>
                  <a:pt x="1064" y="851"/>
                </a:lnTo>
                <a:lnTo>
                  <a:pt x="1063" y="851"/>
                </a:lnTo>
                <a:lnTo>
                  <a:pt x="1063" y="850"/>
                </a:lnTo>
                <a:lnTo>
                  <a:pt x="1062" y="850"/>
                </a:lnTo>
                <a:lnTo>
                  <a:pt x="1062" y="849"/>
                </a:lnTo>
                <a:lnTo>
                  <a:pt x="1061" y="849"/>
                </a:lnTo>
                <a:lnTo>
                  <a:pt x="1060" y="849"/>
                </a:lnTo>
                <a:lnTo>
                  <a:pt x="1059" y="849"/>
                </a:lnTo>
                <a:lnTo>
                  <a:pt x="1058" y="849"/>
                </a:lnTo>
                <a:lnTo>
                  <a:pt x="1058" y="850"/>
                </a:lnTo>
                <a:lnTo>
                  <a:pt x="1058" y="851"/>
                </a:lnTo>
                <a:lnTo>
                  <a:pt x="1058" y="852"/>
                </a:lnTo>
                <a:lnTo>
                  <a:pt x="1057" y="852"/>
                </a:lnTo>
                <a:lnTo>
                  <a:pt x="1057" y="853"/>
                </a:lnTo>
                <a:lnTo>
                  <a:pt x="1057" y="854"/>
                </a:lnTo>
                <a:lnTo>
                  <a:pt x="1056" y="854"/>
                </a:lnTo>
                <a:lnTo>
                  <a:pt x="1056" y="855"/>
                </a:lnTo>
                <a:lnTo>
                  <a:pt x="1056" y="854"/>
                </a:lnTo>
                <a:lnTo>
                  <a:pt x="1055" y="854"/>
                </a:lnTo>
                <a:lnTo>
                  <a:pt x="1055" y="853"/>
                </a:lnTo>
                <a:lnTo>
                  <a:pt x="1054" y="853"/>
                </a:lnTo>
                <a:lnTo>
                  <a:pt x="1053" y="853"/>
                </a:lnTo>
                <a:lnTo>
                  <a:pt x="1052" y="853"/>
                </a:lnTo>
                <a:lnTo>
                  <a:pt x="1052" y="854"/>
                </a:lnTo>
                <a:lnTo>
                  <a:pt x="1051" y="854"/>
                </a:lnTo>
                <a:lnTo>
                  <a:pt x="1051" y="855"/>
                </a:lnTo>
                <a:lnTo>
                  <a:pt x="1050" y="855"/>
                </a:lnTo>
                <a:lnTo>
                  <a:pt x="1050" y="854"/>
                </a:lnTo>
                <a:lnTo>
                  <a:pt x="1049" y="854"/>
                </a:lnTo>
                <a:lnTo>
                  <a:pt x="1049" y="853"/>
                </a:lnTo>
                <a:lnTo>
                  <a:pt x="1049" y="852"/>
                </a:lnTo>
                <a:lnTo>
                  <a:pt x="1048" y="852"/>
                </a:lnTo>
                <a:lnTo>
                  <a:pt x="1047" y="852"/>
                </a:lnTo>
                <a:lnTo>
                  <a:pt x="1047" y="851"/>
                </a:lnTo>
                <a:lnTo>
                  <a:pt x="1046" y="851"/>
                </a:lnTo>
                <a:lnTo>
                  <a:pt x="1046" y="850"/>
                </a:lnTo>
                <a:lnTo>
                  <a:pt x="1045" y="850"/>
                </a:lnTo>
                <a:lnTo>
                  <a:pt x="1045" y="849"/>
                </a:lnTo>
                <a:lnTo>
                  <a:pt x="1044" y="849"/>
                </a:lnTo>
                <a:lnTo>
                  <a:pt x="1044" y="850"/>
                </a:lnTo>
                <a:lnTo>
                  <a:pt x="1043" y="850"/>
                </a:lnTo>
                <a:lnTo>
                  <a:pt x="1043" y="849"/>
                </a:lnTo>
                <a:lnTo>
                  <a:pt x="1042" y="849"/>
                </a:lnTo>
                <a:lnTo>
                  <a:pt x="1042" y="850"/>
                </a:lnTo>
                <a:lnTo>
                  <a:pt x="1041" y="850"/>
                </a:lnTo>
                <a:lnTo>
                  <a:pt x="1040" y="850"/>
                </a:lnTo>
                <a:lnTo>
                  <a:pt x="1039" y="850"/>
                </a:lnTo>
                <a:lnTo>
                  <a:pt x="1039" y="851"/>
                </a:lnTo>
                <a:lnTo>
                  <a:pt x="1038" y="850"/>
                </a:lnTo>
                <a:lnTo>
                  <a:pt x="1037" y="849"/>
                </a:lnTo>
                <a:lnTo>
                  <a:pt x="1037" y="848"/>
                </a:lnTo>
                <a:lnTo>
                  <a:pt x="1036" y="848"/>
                </a:lnTo>
                <a:lnTo>
                  <a:pt x="1036" y="847"/>
                </a:lnTo>
                <a:lnTo>
                  <a:pt x="1035" y="847"/>
                </a:lnTo>
                <a:lnTo>
                  <a:pt x="1035" y="846"/>
                </a:lnTo>
                <a:lnTo>
                  <a:pt x="1034" y="846"/>
                </a:lnTo>
                <a:lnTo>
                  <a:pt x="1034" y="845"/>
                </a:lnTo>
                <a:lnTo>
                  <a:pt x="1034" y="846"/>
                </a:lnTo>
                <a:lnTo>
                  <a:pt x="1033" y="846"/>
                </a:lnTo>
                <a:lnTo>
                  <a:pt x="1032" y="846"/>
                </a:lnTo>
                <a:lnTo>
                  <a:pt x="1032" y="845"/>
                </a:lnTo>
                <a:lnTo>
                  <a:pt x="1031" y="845"/>
                </a:lnTo>
                <a:lnTo>
                  <a:pt x="1031" y="844"/>
                </a:lnTo>
                <a:lnTo>
                  <a:pt x="1030" y="844"/>
                </a:lnTo>
                <a:lnTo>
                  <a:pt x="1030" y="845"/>
                </a:lnTo>
                <a:lnTo>
                  <a:pt x="1029" y="845"/>
                </a:lnTo>
                <a:lnTo>
                  <a:pt x="1029" y="844"/>
                </a:lnTo>
                <a:lnTo>
                  <a:pt x="1028" y="844"/>
                </a:lnTo>
                <a:lnTo>
                  <a:pt x="1028" y="845"/>
                </a:lnTo>
                <a:lnTo>
                  <a:pt x="1028" y="846"/>
                </a:lnTo>
                <a:lnTo>
                  <a:pt x="1027" y="846"/>
                </a:lnTo>
                <a:lnTo>
                  <a:pt x="1026" y="846"/>
                </a:lnTo>
                <a:lnTo>
                  <a:pt x="1026" y="847"/>
                </a:lnTo>
                <a:lnTo>
                  <a:pt x="1027" y="847"/>
                </a:lnTo>
                <a:lnTo>
                  <a:pt x="1027" y="848"/>
                </a:lnTo>
                <a:lnTo>
                  <a:pt x="1028" y="848"/>
                </a:lnTo>
                <a:lnTo>
                  <a:pt x="1027" y="848"/>
                </a:lnTo>
                <a:lnTo>
                  <a:pt x="1027" y="849"/>
                </a:lnTo>
                <a:lnTo>
                  <a:pt x="1026" y="849"/>
                </a:lnTo>
                <a:lnTo>
                  <a:pt x="1025" y="850"/>
                </a:lnTo>
                <a:lnTo>
                  <a:pt x="1024" y="850"/>
                </a:lnTo>
                <a:lnTo>
                  <a:pt x="1023" y="850"/>
                </a:lnTo>
                <a:lnTo>
                  <a:pt x="1023" y="851"/>
                </a:lnTo>
                <a:lnTo>
                  <a:pt x="1022" y="851"/>
                </a:lnTo>
                <a:lnTo>
                  <a:pt x="1021" y="851"/>
                </a:lnTo>
                <a:lnTo>
                  <a:pt x="1020" y="851"/>
                </a:lnTo>
                <a:lnTo>
                  <a:pt x="1020" y="850"/>
                </a:lnTo>
                <a:lnTo>
                  <a:pt x="1019" y="850"/>
                </a:lnTo>
                <a:lnTo>
                  <a:pt x="1019" y="851"/>
                </a:lnTo>
                <a:lnTo>
                  <a:pt x="1019" y="850"/>
                </a:lnTo>
                <a:lnTo>
                  <a:pt x="1018" y="850"/>
                </a:lnTo>
                <a:lnTo>
                  <a:pt x="1018" y="851"/>
                </a:lnTo>
                <a:lnTo>
                  <a:pt x="1017" y="851"/>
                </a:lnTo>
                <a:lnTo>
                  <a:pt x="1016" y="851"/>
                </a:lnTo>
                <a:lnTo>
                  <a:pt x="1016" y="852"/>
                </a:lnTo>
                <a:lnTo>
                  <a:pt x="1014" y="852"/>
                </a:lnTo>
                <a:lnTo>
                  <a:pt x="1013" y="852"/>
                </a:lnTo>
                <a:lnTo>
                  <a:pt x="1012" y="852"/>
                </a:lnTo>
                <a:lnTo>
                  <a:pt x="1011" y="852"/>
                </a:lnTo>
                <a:lnTo>
                  <a:pt x="1011" y="853"/>
                </a:lnTo>
                <a:lnTo>
                  <a:pt x="1011" y="854"/>
                </a:lnTo>
                <a:lnTo>
                  <a:pt x="1010" y="854"/>
                </a:lnTo>
                <a:lnTo>
                  <a:pt x="1009" y="855"/>
                </a:lnTo>
                <a:lnTo>
                  <a:pt x="1009" y="856"/>
                </a:lnTo>
                <a:lnTo>
                  <a:pt x="1008" y="857"/>
                </a:lnTo>
                <a:lnTo>
                  <a:pt x="1007" y="857"/>
                </a:lnTo>
                <a:lnTo>
                  <a:pt x="1007" y="858"/>
                </a:lnTo>
                <a:lnTo>
                  <a:pt x="1006" y="858"/>
                </a:lnTo>
                <a:lnTo>
                  <a:pt x="1006" y="859"/>
                </a:lnTo>
                <a:lnTo>
                  <a:pt x="1005" y="860"/>
                </a:lnTo>
                <a:lnTo>
                  <a:pt x="1004" y="860"/>
                </a:lnTo>
                <a:lnTo>
                  <a:pt x="1004" y="859"/>
                </a:lnTo>
                <a:lnTo>
                  <a:pt x="1003" y="859"/>
                </a:lnTo>
                <a:lnTo>
                  <a:pt x="1003" y="860"/>
                </a:lnTo>
                <a:lnTo>
                  <a:pt x="1002" y="860"/>
                </a:lnTo>
                <a:lnTo>
                  <a:pt x="1003" y="860"/>
                </a:lnTo>
                <a:lnTo>
                  <a:pt x="1003" y="861"/>
                </a:lnTo>
                <a:lnTo>
                  <a:pt x="1002" y="861"/>
                </a:lnTo>
                <a:lnTo>
                  <a:pt x="1002" y="862"/>
                </a:lnTo>
                <a:lnTo>
                  <a:pt x="1001" y="862"/>
                </a:lnTo>
                <a:lnTo>
                  <a:pt x="1001" y="863"/>
                </a:lnTo>
                <a:lnTo>
                  <a:pt x="1000" y="863"/>
                </a:lnTo>
                <a:lnTo>
                  <a:pt x="1001" y="863"/>
                </a:lnTo>
                <a:lnTo>
                  <a:pt x="1000" y="863"/>
                </a:lnTo>
                <a:lnTo>
                  <a:pt x="1000" y="864"/>
                </a:lnTo>
                <a:lnTo>
                  <a:pt x="1000" y="865"/>
                </a:lnTo>
                <a:lnTo>
                  <a:pt x="1000" y="864"/>
                </a:lnTo>
                <a:lnTo>
                  <a:pt x="999" y="865"/>
                </a:lnTo>
                <a:lnTo>
                  <a:pt x="998" y="865"/>
                </a:lnTo>
                <a:lnTo>
                  <a:pt x="998" y="866"/>
                </a:lnTo>
                <a:lnTo>
                  <a:pt x="999" y="866"/>
                </a:lnTo>
                <a:lnTo>
                  <a:pt x="999" y="867"/>
                </a:lnTo>
                <a:lnTo>
                  <a:pt x="999" y="868"/>
                </a:lnTo>
                <a:lnTo>
                  <a:pt x="998" y="868"/>
                </a:lnTo>
                <a:lnTo>
                  <a:pt x="998" y="869"/>
                </a:lnTo>
                <a:lnTo>
                  <a:pt x="998" y="870"/>
                </a:lnTo>
                <a:lnTo>
                  <a:pt x="997" y="870"/>
                </a:lnTo>
                <a:lnTo>
                  <a:pt x="998" y="870"/>
                </a:lnTo>
                <a:lnTo>
                  <a:pt x="997" y="870"/>
                </a:lnTo>
                <a:lnTo>
                  <a:pt x="997" y="871"/>
                </a:lnTo>
                <a:lnTo>
                  <a:pt x="998" y="871"/>
                </a:lnTo>
                <a:lnTo>
                  <a:pt x="997" y="872"/>
                </a:lnTo>
                <a:lnTo>
                  <a:pt x="997" y="873"/>
                </a:lnTo>
                <a:lnTo>
                  <a:pt x="997" y="874"/>
                </a:lnTo>
                <a:lnTo>
                  <a:pt x="996" y="874"/>
                </a:lnTo>
                <a:lnTo>
                  <a:pt x="996" y="875"/>
                </a:lnTo>
                <a:lnTo>
                  <a:pt x="995" y="875"/>
                </a:lnTo>
                <a:lnTo>
                  <a:pt x="994" y="875"/>
                </a:lnTo>
                <a:lnTo>
                  <a:pt x="994" y="876"/>
                </a:lnTo>
                <a:lnTo>
                  <a:pt x="994" y="877"/>
                </a:lnTo>
                <a:lnTo>
                  <a:pt x="993" y="877"/>
                </a:lnTo>
                <a:lnTo>
                  <a:pt x="993" y="878"/>
                </a:lnTo>
                <a:lnTo>
                  <a:pt x="992" y="879"/>
                </a:lnTo>
                <a:lnTo>
                  <a:pt x="992" y="880"/>
                </a:lnTo>
                <a:lnTo>
                  <a:pt x="991" y="880"/>
                </a:lnTo>
                <a:lnTo>
                  <a:pt x="991" y="881"/>
                </a:lnTo>
                <a:lnTo>
                  <a:pt x="990" y="882"/>
                </a:lnTo>
                <a:lnTo>
                  <a:pt x="989" y="882"/>
                </a:lnTo>
                <a:lnTo>
                  <a:pt x="989" y="883"/>
                </a:lnTo>
                <a:lnTo>
                  <a:pt x="988" y="883"/>
                </a:lnTo>
                <a:lnTo>
                  <a:pt x="987" y="883"/>
                </a:lnTo>
                <a:lnTo>
                  <a:pt x="987" y="884"/>
                </a:lnTo>
                <a:lnTo>
                  <a:pt x="986" y="884"/>
                </a:lnTo>
                <a:lnTo>
                  <a:pt x="984" y="884"/>
                </a:lnTo>
                <a:lnTo>
                  <a:pt x="983" y="885"/>
                </a:lnTo>
                <a:lnTo>
                  <a:pt x="983" y="886"/>
                </a:lnTo>
                <a:lnTo>
                  <a:pt x="982" y="886"/>
                </a:lnTo>
                <a:lnTo>
                  <a:pt x="982" y="887"/>
                </a:lnTo>
                <a:lnTo>
                  <a:pt x="982" y="888"/>
                </a:lnTo>
                <a:lnTo>
                  <a:pt x="981" y="888"/>
                </a:lnTo>
                <a:lnTo>
                  <a:pt x="980" y="889"/>
                </a:lnTo>
                <a:lnTo>
                  <a:pt x="979" y="889"/>
                </a:lnTo>
                <a:lnTo>
                  <a:pt x="978" y="889"/>
                </a:lnTo>
                <a:lnTo>
                  <a:pt x="978" y="890"/>
                </a:lnTo>
                <a:lnTo>
                  <a:pt x="978" y="891"/>
                </a:lnTo>
                <a:lnTo>
                  <a:pt x="977" y="891"/>
                </a:lnTo>
                <a:lnTo>
                  <a:pt x="977" y="892"/>
                </a:lnTo>
                <a:lnTo>
                  <a:pt x="977" y="893"/>
                </a:lnTo>
                <a:lnTo>
                  <a:pt x="977" y="894"/>
                </a:lnTo>
                <a:lnTo>
                  <a:pt x="977" y="895"/>
                </a:lnTo>
                <a:lnTo>
                  <a:pt x="977" y="896"/>
                </a:lnTo>
                <a:lnTo>
                  <a:pt x="978" y="896"/>
                </a:lnTo>
                <a:lnTo>
                  <a:pt x="978" y="897"/>
                </a:lnTo>
                <a:lnTo>
                  <a:pt x="977" y="897"/>
                </a:lnTo>
                <a:lnTo>
                  <a:pt x="976" y="897"/>
                </a:lnTo>
                <a:lnTo>
                  <a:pt x="976" y="898"/>
                </a:lnTo>
                <a:lnTo>
                  <a:pt x="975" y="898"/>
                </a:lnTo>
                <a:lnTo>
                  <a:pt x="974" y="898"/>
                </a:lnTo>
                <a:lnTo>
                  <a:pt x="974" y="899"/>
                </a:lnTo>
                <a:lnTo>
                  <a:pt x="974" y="900"/>
                </a:lnTo>
                <a:lnTo>
                  <a:pt x="974" y="901"/>
                </a:lnTo>
                <a:lnTo>
                  <a:pt x="973" y="901"/>
                </a:lnTo>
                <a:lnTo>
                  <a:pt x="973" y="902"/>
                </a:lnTo>
                <a:lnTo>
                  <a:pt x="973" y="903"/>
                </a:lnTo>
                <a:lnTo>
                  <a:pt x="972" y="903"/>
                </a:lnTo>
                <a:lnTo>
                  <a:pt x="971" y="904"/>
                </a:lnTo>
                <a:lnTo>
                  <a:pt x="970" y="904"/>
                </a:lnTo>
                <a:lnTo>
                  <a:pt x="970" y="905"/>
                </a:lnTo>
                <a:lnTo>
                  <a:pt x="970" y="906"/>
                </a:lnTo>
                <a:lnTo>
                  <a:pt x="969" y="906"/>
                </a:lnTo>
                <a:lnTo>
                  <a:pt x="969" y="907"/>
                </a:lnTo>
                <a:lnTo>
                  <a:pt x="969" y="908"/>
                </a:lnTo>
                <a:lnTo>
                  <a:pt x="968" y="908"/>
                </a:lnTo>
                <a:lnTo>
                  <a:pt x="968" y="909"/>
                </a:lnTo>
                <a:lnTo>
                  <a:pt x="969" y="909"/>
                </a:lnTo>
                <a:lnTo>
                  <a:pt x="970" y="909"/>
                </a:lnTo>
                <a:lnTo>
                  <a:pt x="970" y="910"/>
                </a:lnTo>
                <a:lnTo>
                  <a:pt x="970" y="911"/>
                </a:lnTo>
                <a:lnTo>
                  <a:pt x="971" y="911"/>
                </a:lnTo>
                <a:lnTo>
                  <a:pt x="970" y="911"/>
                </a:lnTo>
                <a:lnTo>
                  <a:pt x="971" y="912"/>
                </a:lnTo>
                <a:lnTo>
                  <a:pt x="972" y="912"/>
                </a:lnTo>
                <a:lnTo>
                  <a:pt x="972" y="913"/>
                </a:lnTo>
                <a:lnTo>
                  <a:pt x="971" y="913"/>
                </a:lnTo>
                <a:lnTo>
                  <a:pt x="971" y="914"/>
                </a:lnTo>
                <a:lnTo>
                  <a:pt x="970" y="914"/>
                </a:lnTo>
                <a:lnTo>
                  <a:pt x="970" y="915"/>
                </a:lnTo>
                <a:lnTo>
                  <a:pt x="969" y="915"/>
                </a:lnTo>
                <a:lnTo>
                  <a:pt x="969" y="916"/>
                </a:lnTo>
                <a:lnTo>
                  <a:pt x="968" y="916"/>
                </a:lnTo>
                <a:lnTo>
                  <a:pt x="967" y="916"/>
                </a:lnTo>
                <a:lnTo>
                  <a:pt x="966" y="916"/>
                </a:lnTo>
                <a:lnTo>
                  <a:pt x="966" y="917"/>
                </a:lnTo>
                <a:lnTo>
                  <a:pt x="967" y="917"/>
                </a:lnTo>
                <a:lnTo>
                  <a:pt x="966" y="917"/>
                </a:lnTo>
                <a:lnTo>
                  <a:pt x="966" y="918"/>
                </a:lnTo>
                <a:lnTo>
                  <a:pt x="967" y="918"/>
                </a:lnTo>
                <a:lnTo>
                  <a:pt x="967" y="919"/>
                </a:lnTo>
                <a:lnTo>
                  <a:pt x="966" y="919"/>
                </a:lnTo>
                <a:lnTo>
                  <a:pt x="967" y="919"/>
                </a:lnTo>
                <a:lnTo>
                  <a:pt x="966" y="919"/>
                </a:lnTo>
                <a:lnTo>
                  <a:pt x="966" y="920"/>
                </a:lnTo>
                <a:lnTo>
                  <a:pt x="967" y="920"/>
                </a:lnTo>
                <a:lnTo>
                  <a:pt x="967" y="921"/>
                </a:lnTo>
                <a:lnTo>
                  <a:pt x="967" y="922"/>
                </a:lnTo>
                <a:lnTo>
                  <a:pt x="968" y="923"/>
                </a:lnTo>
                <a:lnTo>
                  <a:pt x="968" y="924"/>
                </a:lnTo>
                <a:lnTo>
                  <a:pt x="968" y="925"/>
                </a:lnTo>
                <a:lnTo>
                  <a:pt x="968" y="926"/>
                </a:lnTo>
                <a:lnTo>
                  <a:pt x="968" y="927"/>
                </a:lnTo>
                <a:lnTo>
                  <a:pt x="969" y="927"/>
                </a:lnTo>
                <a:lnTo>
                  <a:pt x="969" y="928"/>
                </a:lnTo>
                <a:lnTo>
                  <a:pt x="970" y="928"/>
                </a:lnTo>
                <a:lnTo>
                  <a:pt x="970" y="930"/>
                </a:lnTo>
                <a:lnTo>
                  <a:pt x="970" y="931"/>
                </a:lnTo>
                <a:lnTo>
                  <a:pt x="969" y="931"/>
                </a:lnTo>
                <a:lnTo>
                  <a:pt x="969" y="932"/>
                </a:lnTo>
                <a:lnTo>
                  <a:pt x="969" y="933"/>
                </a:lnTo>
                <a:lnTo>
                  <a:pt x="968" y="933"/>
                </a:lnTo>
                <a:lnTo>
                  <a:pt x="968" y="934"/>
                </a:lnTo>
                <a:lnTo>
                  <a:pt x="967" y="935"/>
                </a:lnTo>
                <a:lnTo>
                  <a:pt x="967" y="936"/>
                </a:lnTo>
                <a:lnTo>
                  <a:pt x="967" y="937"/>
                </a:lnTo>
                <a:lnTo>
                  <a:pt x="967" y="938"/>
                </a:lnTo>
                <a:lnTo>
                  <a:pt x="966" y="938"/>
                </a:lnTo>
                <a:lnTo>
                  <a:pt x="966" y="939"/>
                </a:lnTo>
                <a:lnTo>
                  <a:pt x="966" y="940"/>
                </a:lnTo>
                <a:lnTo>
                  <a:pt x="965" y="940"/>
                </a:lnTo>
                <a:lnTo>
                  <a:pt x="965" y="941"/>
                </a:lnTo>
                <a:lnTo>
                  <a:pt x="964" y="941"/>
                </a:lnTo>
                <a:lnTo>
                  <a:pt x="963" y="942"/>
                </a:lnTo>
                <a:lnTo>
                  <a:pt x="962" y="943"/>
                </a:lnTo>
                <a:lnTo>
                  <a:pt x="961" y="943"/>
                </a:lnTo>
                <a:lnTo>
                  <a:pt x="961" y="944"/>
                </a:lnTo>
                <a:lnTo>
                  <a:pt x="960" y="944"/>
                </a:lnTo>
                <a:lnTo>
                  <a:pt x="960" y="945"/>
                </a:lnTo>
                <a:lnTo>
                  <a:pt x="959" y="945"/>
                </a:lnTo>
                <a:lnTo>
                  <a:pt x="959" y="946"/>
                </a:lnTo>
                <a:lnTo>
                  <a:pt x="959" y="948"/>
                </a:lnTo>
                <a:lnTo>
                  <a:pt x="959" y="949"/>
                </a:lnTo>
                <a:lnTo>
                  <a:pt x="958" y="950"/>
                </a:lnTo>
                <a:lnTo>
                  <a:pt x="957" y="950"/>
                </a:lnTo>
                <a:lnTo>
                  <a:pt x="956" y="949"/>
                </a:lnTo>
                <a:lnTo>
                  <a:pt x="955" y="948"/>
                </a:lnTo>
                <a:lnTo>
                  <a:pt x="955" y="947"/>
                </a:lnTo>
                <a:lnTo>
                  <a:pt x="954" y="947"/>
                </a:lnTo>
                <a:lnTo>
                  <a:pt x="954" y="946"/>
                </a:lnTo>
                <a:lnTo>
                  <a:pt x="953" y="946"/>
                </a:lnTo>
                <a:lnTo>
                  <a:pt x="953" y="945"/>
                </a:lnTo>
                <a:lnTo>
                  <a:pt x="952" y="945"/>
                </a:lnTo>
                <a:lnTo>
                  <a:pt x="952" y="944"/>
                </a:lnTo>
                <a:lnTo>
                  <a:pt x="951" y="944"/>
                </a:lnTo>
                <a:lnTo>
                  <a:pt x="950" y="944"/>
                </a:lnTo>
                <a:lnTo>
                  <a:pt x="949" y="943"/>
                </a:lnTo>
                <a:lnTo>
                  <a:pt x="949" y="942"/>
                </a:lnTo>
                <a:lnTo>
                  <a:pt x="950" y="942"/>
                </a:lnTo>
                <a:lnTo>
                  <a:pt x="950" y="941"/>
                </a:lnTo>
                <a:lnTo>
                  <a:pt x="950" y="940"/>
                </a:lnTo>
                <a:lnTo>
                  <a:pt x="950" y="939"/>
                </a:lnTo>
                <a:lnTo>
                  <a:pt x="950" y="938"/>
                </a:lnTo>
                <a:lnTo>
                  <a:pt x="949" y="938"/>
                </a:lnTo>
                <a:lnTo>
                  <a:pt x="949" y="937"/>
                </a:lnTo>
                <a:lnTo>
                  <a:pt x="948" y="937"/>
                </a:lnTo>
                <a:lnTo>
                  <a:pt x="947" y="937"/>
                </a:lnTo>
                <a:lnTo>
                  <a:pt x="947" y="936"/>
                </a:lnTo>
                <a:lnTo>
                  <a:pt x="946" y="936"/>
                </a:lnTo>
                <a:lnTo>
                  <a:pt x="947" y="936"/>
                </a:lnTo>
                <a:lnTo>
                  <a:pt x="947" y="935"/>
                </a:lnTo>
                <a:lnTo>
                  <a:pt x="946" y="935"/>
                </a:lnTo>
                <a:lnTo>
                  <a:pt x="946" y="934"/>
                </a:lnTo>
                <a:lnTo>
                  <a:pt x="945" y="934"/>
                </a:lnTo>
                <a:lnTo>
                  <a:pt x="945" y="933"/>
                </a:lnTo>
                <a:lnTo>
                  <a:pt x="945" y="932"/>
                </a:lnTo>
                <a:lnTo>
                  <a:pt x="944" y="932"/>
                </a:lnTo>
                <a:lnTo>
                  <a:pt x="943" y="932"/>
                </a:lnTo>
                <a:lnTo>
                  <a:pt x="942" y="932"/>
                </a:lnTo>
                <a:lnTo>
                  <a:pt x="942" y="933"/>
                </a:lnTo>
                <a:lnTo>
                  <a:pt x="942" y="932"/>
                </a:lnTo>
                <a:lnTo>
                  <a:pt x="942" y="931"/>
                </a:lnTo>
                <a:lnTo>
                  <a:pt x="941" y="931"/>
                </a:lnTo>
                <a:lnTo>
                  <a:pt x="941" y="930"/>
                </a:lnTo>
                <a:lnTo>
                  <a:pt x="940" y="930"/>
                </a:lnTo>
                <a:lnTo>
                  <a:pt x="939" y="930"/>
                </a:lnTo>
                <a:lnTo>
                  <a:pt x="939" y="929"/>
                </a:lnTo>
                <a:lnTo>
                  <a:pt x="939" y="928"/>
                </a:lnTo>
                <a:lnTo>
                  <a:pt x="940" y="928"/>
                </a:lnTo>
                <a:lnTo>
                  <a:pt x="939" y="928"/>
                </a:lnTo>
                <a:lnTo>
                  <a:pt x="938" y="927"/>
                </a:lnTo>
                <a:lnTo>
                  <a:pt x="938" y="926"/>
                </a:lnTo>
                <a:lnTo>
                  <a:pt x="938" y="925"/>
                </a:lnTo>
                <a:lnTo>
                  <a:pt x="937" y="925"/>
                </a:lnTo>
                <a:lnTo>
                  <a:pt x="937" y="924"/>
                </a:lnTo>
                <a:lnTo>
                  <a:pt x="937" y="923"/>
                </a:lnTo>
                <a:lnTo>
                  <a:pt x="937" y="922"/>
                </a:lnTo>
                <a:lnTo>
                  <a:pt x="938" y="922"/>
                </a:lnTo>
                <a:lnTo>
                  <a:pt x="938" y="921"/>
                </a:lnTo>
                <a:lnTo>
                  <a:pt x="937" y="921"/>
                </a:lnTo>
                <a:lnTo>
                  <a:pt x="937" y="920"/>
                </a:lnTo>
                <a:lnTo>
                  <a:pt x="938" y="920"/>
                </a:lnTo>
                <a:lnTo>
                  <a:pt x="938" y="919"/>
                </a:lnTo>
                <a:lnTo>
                  <a:pt x="938" y="918"/>
                </a:lnTo>
                <a:lnTo>
                  <a:pt x="938" y="917"/>
                </a:lnTo>
                <a:lnTo>
                  <a:pt x="937" y="917"/>
                </a:lnTo>
                <a:lnTo>
                  <a:pt x="937" y="916"/>
                </a:lnTo>
                <a:lnTo>
                  <a:pt x="936" y="916"/>
                </a:lnTo>
                <a:lnTo>
                  <a:pt x="937" y="916"/>
                </a:lnTo>
                <a:lnTo>
                  <a:pt x="937" y="915"/>
                </a:lnTo>
                <a:lnTo>
                  <a:pt x="936" y="915"/>
                </a:lnTo>
                <a:lnTo>
                  <a:pt x="937" y="915"/>
                </a:lnTo>
                <a:lnTo>
                  <a:pt x="936" y="915"/>
                </a:lnTo>
                <a:lnTo>
                  <a:pt x="936" y="914"/>
                </a:lnTo>
                <a:lnTo>
                  <a:pt x="936" y="913"/>
                </a:lnTo>
                <a:lnTo>
                  <a:pt x="937" y="913"/>
                </a:lnTo>
                <a:lnTo>
                  <a:pt x="938" y="913"/>
                </a:lnTo>
                <a:lnTo>
                  <a:pt x="938" y="912"/>
                </a:lnTo>
                <a:lnTo>
                  <a:pt x="938" y="913"/>
                </a:lnTo>
                <a:lnTo>
                  <a:pt x="938" y="912"/>
                </a:lnTo>
                <a:lnTo>
                  <a:pt x="938" y="911"/>
                </a:lnTo>
                <a:lnTo>
                  <a:pt x="939" y="911"/>
                </a:lnTo>
                <a:lnTo>
                  <a:pt x="939" y="910"/>
                </a:lnTo>
                <a:lnTo>
                  <a:pt x="940" y="910"/>
                </a:lnTo>
                <a:lnTo>
                  <a:pt x="940" y="909"/>
                </a:lnTo>
                <a:lnTo>
                  <a:pt x="939" y="909"/>
                </a:lnTo>
                <a:lnTo>
                  <a:pt x="940" y="909"/>
                </a:lnTo>
                <a:lnTo>
                  <a:pt x="940" y="908"/>
                </a:lnTo>
                <a:lnTo>
                  <a:pt x="939" y="908"/>
                </a:lnTo>
                <a:lnTo>
                  <a:pt x="939" y="907"/>
                </a:lnTo>
                <a:lnTo>
                  <a:pt x="940" y="907"/>
                </a:lnTo>
                <a:lnTo>
                  <a:pt x="940" y="906"/>
                </a:lnTo>
                <a:lnTo>
                  <a:pt x="940" y="905"/>
                </a:lnTo>
                <a:lnTo>
                  <a:pt x="941" y="905"/>
                </a:lnTo>
                <a:lnTo>
                  <a:pt x="942" y="905"/>
                </a:lnTo>
                <a:lnTo>
                  <a:pt x="942" y="904"/>
                </a:lnTo>
                <a:lnTo>
                  <a:pt x="943" y="904"/>
                </a:lnTo>
                <a:lnTo>
                  <a:pt x="943" y="903"/>
                </a:lnTo>
                <a:lnTo>
                  <a:pt x="943" y="902"/>
                </a:lnTo>
                <a:lnTo>
                  <a:pt x="943" y="901"/>
                </a:lnTo>
                <a:lnTo>
                  <a:pt x="943" y="900"/>
                </a:lnTo>
                <a:lnTo>
                  <a:pt x="943" y="899"/>
                </a:lnTo>
                <a:lnTo>
                  <a:pt x="942" y="899"/>
                </a:lnTo>
                <a:lnTo>
                  <a:pt x="942" y="898"/>
                </a:lnTo>
                <a:lnTo>
                  <a:pt x="943" y="898"/>
                </a:lnTo>
                <a:lnTo>
                  <a:pt x="944" y="898"/>
                </a:lnTo>
                <a:lnTo>
                  <a:pt x="944" y="897"/>
                </a:lnTo>
                <a:lnTo>
                  <a:pt x="944" y="896"/>
                </a:lnTo>
                <a:lnTo>
                  <a:pt x="945" y="896"/>
                </a:lnTo>
                <a:lnTo>
                  <a:pt x="945" y="895"/>
                </a:lnTo>
                <a:lnTo>
                  <a:pt x="945" y="894"/>
                </a:lnTo>
                <a:lnTo>
                  <a:pt x="944" y="894"/>
                </a:lnTo>
                <a:lnTo>
                  <a:pt x="944" y="893"/>
                </a:lnTo>
                <a:lnTo>
                  <a:pt x="944" y="892"/>
                </a:lnTo>
                <a:lnTo>
                  <a:pt x="944" y="891"/>
                </a:lnTo>
                <a:lnTo>
                  <a:pt x="944" y="890"/>
                </a:lnTo>
                <a:lnTo>
                  <a:pt x="944" y="889"/>
                </a:lnTo>
                <a:lnTo>
                  <a:pt x="944" y="888"/>
                </a:lnTo>
                <a:lnTo>
                  <a:pt x="945" y="887"/>
                </a:lnTo>
                <a:lnTo>
                  <a:pt x="946" y="887"/>
                </a:lnTo>
                <a:lnTo>
                  <a:pt x="946" y="886"/>
                </a:lnTo>
                <a:lnTo>
                  <a:pt x="946" y="885"/>
                </a:lnTo>
                <a:lnTo>
                  <a:pt x="946" y="884"/>
                </a:lnTo>
                <a:lnTo>
                  <a:pt x="947" y="884"/>
                </a:lnTo>
                <a:lnTo>
                  <a:pt x="947" y="883"/>
                </a:lnTo>
                <a:lnTo>
                  <a:pt x="946" y="883"/>
                </a:lnTo>
                <a:lnTo>
                  <a:pt x="946" y="882"/>
                </a:lnTo>
                <a:lnTo>
                  <a:pt x="946" y="881"/>
                </a:lnTo>
                <a:lnTo>
                  <a:pt x="946" y="880"/>
                </a:lnTo>
                <a:lnTo>
                  <a:pt x="945" y="879"/>
                </a:lnTo>
                <a:lnTo>
                  <a:pt x="945" y="878"/>
                </a:lnTo>
                <a:lnTo>
                  <a:pt x="945" y="877"/>
                </a:lnTo>
                <a:lnTo>
                  <a:pt x="944" y="877"/>
                </a:lnTo>
                <a:lnTo>
                  <a:pt x="944" y="876"/>
                </a:lnTo>
                <a:lnTo>
                  <a:pt x="944" y="877"/>
                </a:lnTo>
                <a:lnTo>
                  <a:pt x="943" y="877"/>
                </a:lnTo>
                <a:lnTo>
                  <a:pt x="943" y="876"/>
                </a:lnTo>
                <a:lnTo>
                  <a:pt x="942" y="876"/>
                </a:lnTo>
                <a:lnTo>
                  <a:pt x="942" y="875"/>
                </a:lnTo>
                <a:lnTo>
                  <a:pt x="943" y="875"/>
                </a:lnTo>
                <a:lnTo>
                  <a:pt x="943" y="874"/>
                </a:lnTo>
                <a:lnTo>
                  <a:pt x="943" y="873"/>
                </a:lnTo>
                <a:lnTo>
                  <a:pt x="943" y="872"/>
                </a:lnTo>
                <a:lnTo>
                  <a:pt x="943" y="871"/>
                </a:lnTo>
                <a:lnTo>
                  <a:pt x="943" y="870"/>
                </a:lnTo>
                <a:lnTo>
                  <a:pt x="942" y="870"/>
                </a:lnTo>
                <a:lnTo>
                  <a:pt x="942" y="869"/>
                </a:lnTo>
                <a:lnTo>
                  <a:pt x="942" y="868"/>
                </a:lnTo>
                <a:lnTo>
                  <a:pt x="942" y="867"/>
                </a:lnTo>
                <a:lnTo>
                  <a:pt x="941" y="867"/>
                </a:lnTo>
                <a:lnTo>
                  <a:pt x="940" y="867"/>
                </a:lnTo>
                <a:lnTo>
                  <a:pt x="940" y="866"/>
                </a:lnTo>
                <a:lnTo>
                  <a:pt x="939" y="866"/>
                </a:lnTo>
                <a:lnTo>
                  <a:pt x="939" y="865"/>
                </a:lnTo>
                <a:lnTo>
                  <a:pt x="938" y="865"/>
                </a:lnTo>
                <a:lnTo>
                  <a:pt x="938" y="864"/>
                </a:lnTo>
                <a:lnTo>
                  <a:pt x="937" y="864"/>
                </a:lnTo>
                <a:lnTo>
                  <a:pt x="937" y="863"/>
                </a:lnTo>
                <a:lnTo>
                  <a:pt x="936" y="863"/>
                </a:lnTo>
                <a:lnTo>
                  <a:pt x="936" y="862"/>
                </a:lnTo>
                <a:lnTo>
                  <a:pt x="935" y="862"/>
                </a:lnTo>
                <a:lnTo>
                  <a:pt x="935" y="861"/>
                </a:lnTo>
                <a:lnTo>
                  <a:pt x="934" y="861"/>
                </a:lnTo>
                <a:lnTo>
                  <a:pt x="933" y="861"/>
                </a:lnTo>
                <a:lnTo>
                  <a:pt x="933" y="862"/>
                </a:lnTo>
                <a:lnTo>
                  <a:pt x="931" y="861"/>
                </a:lnTo>
                <a:lnTo>
                  <a:pt x="929" y="861"/>
                </a:lnTo>
                <a:lnTo>
                  <a:pt x="928" y="861"/>
                </a:lnTo>
                <a:lnTo>
                  <a:pt x="928" y="862"/>
                </a:lnTo>
                <a:lnTo>
                  <a:pt x="927" y="862"/>
                </a:lnTo>
                <a:lnTo>
                  <a:pt x="927" y="861"/>
                </a:lnTo>
                <a:lnTo>
                  <a:pt x="927" y="860"/>
                </a:lnTo>
                <a:lnTo>
                  <a:pt x="926" y="860"/>
                </a:lnTo>
                <a:lnTo>
                  <a:pt x="926" y="859"/>
                </a:lnTo>
                <a:lnTo>
                  <a:pt x="925" y="859"/>
                </a:lnTo>
                <a:lnTo>
                  <a:pt x="925" y="858"/>
                </a:lnTo>
                <a:lnTo>
                  <a:pt x="924" y="857"/>
                </a:lnTo>
                <a:lnTo>
                  <a:pt x="923" y="858"/>
                </a:lnTo>
                <a:lnTo>
                  <a:pt x="923" y="859"/>
                </a:lnTo>
                <a:lnTo>
                  <a:pt x="922" y="859"/>
                </a:lnTo>
                <a:lnTo>
                  <a:pt x="921" y="859"/>
                </a:lnTo>
                <a:lnTo>
                  <a:pt x="921" y="860"/>
                </a:lnTo>
                <a:lnTo>
                  <a:pt x="920" y="860"/>
                </a:lnTo>
                <a:lnTo>
                  <a:pt x="919" y="860"/>
                </a:lnTo>
                <a:lnTo>
                  <a:pt x="918" y="860"/>
                </a:lnTo>
                <a:lnTo>
                  <a:pt x="917" y="860"/>
                </a:lnTo>
                <a:lnTo>
                  <a:pt x="917" y="861"/>
                </a:lnTo>
                <a:lnTo>
                  <a:pt x="917" y="862"/>
                </a:lnTo>
                <a:lnTo>
                  <a:pt x="917" y="863"/>
                </a:lnTo>
                <a:lnTo>
                  <a:pt x="917" y="864"/>
                </a:lnTo>
                <a:lnTo>
                  <a:pt x="916" y="864"/>
                </a:lnTo>
                <a:lnTo>
                  <a:pt x="916" y="865"/>
                </a:lnTo>
                <a:lnTo>
                  <a:pt x="917" y="865"/>
                </a:lnTo>
                <a:lnTo>
                  <a:pt x="916" y="866"/>
                </a:lnTo>
                <a:lnTo>
                  <a:pt x="915" y="866"/>
                </a:lnTo>
                <a:lnTo>
                  <a:pt x="915" y="865"/>
                </a:lnTo>
                <a:lnTo>
                  <a:pt x="914" y="865"/>
                </a:lnTo>
                <a:lnTo>
                  <a:pt x="913" y="865"/>
                </a:lnTo>
                <a:lnTo>
                  <a:pt x="913" y="864"/>
                </a:lnTo>
                <a:lnTo>
                  <a:pt x="912" y="864"/>
                </a:lnTo>
                <a:lnTo>
                  <a:pt x="911" y="864"/>
                </a:lnTo>
                <a:lnTo>
                  <a:pt x="910" y="864"/>
                </a:lnTo>
                <a:lnTo>
                  <a:pt x="910" y="865"/>
                </a:lnTo>
                <a:lnTo>
                  <a:pt x="909" y="865"/>
                </a:lnTo>
                <a:lnTo>
                  <a:pt x="909" y="866"/>
                </a:lnTo>
                <a:lnTo>
                  <a:pt x="910" y="866"/>
                </a:lnTo>
                <a:lnTo>
                  <a:pt x="909" y="866"/>
                </a:lnTo>
                <a:lnTo>
                  <a:pt x="909" y="867"/>
                </a:lnTo>
                <a:lnTo>
                  <a:pt x="908" y="867"/>
                </a:lnTo>
                <a:lnTo>
                  <a:pt x="908" y="868"/>
                </a:lnTo>
                <a:lnTo>
                  <a:pt x="907" y="868"/>
                </a:lnTo>
                <a:lnTo>
                  <a:pt x="906" y="868"/>
                </a:lnTo>
                <a:lnTo>
                  <a:pt x="905" y="868"/>
                </a:lnTo>
                <a:lnTo>
                  <a:pt x="905" y="869"/>
                </a:lnTo>
                <a:lnTo>
                  <a:pt x="904" y="869"/>
                </a:lnTo>
                <a:lnTo>
                  <a:pt x="904" y="870"/>
                </a:lnTo>
                <a:lnTo>
                  <a:pt x="904" y="871"/>
                </a:lnTo>
                <a:lnTo>
                  <a:pt x="903" y="871"/>
                </a:lnTo>
                <a:lnTo>
                  <a:pt x="902" y="871"/>
                </a:lnTo>
                <a:lnTo>
                  <a:pt x="901" y="871"/>
                </a:lnTo>
                <a:lnTo>
                  <a:pt x="901" y="870"/>
                </a:lnTo>
                <a:lnTo>
                  <a:pt x="900" y="870"/>
                </a:lnTo>
                <a:lnTo>
                  <a:pt x="899" y="870"/>
                </a:lnTo>
                <a:lnTo>
                  <a:pt x="898" y="870"/>
                </a:lnTo>
                <a:lnTo>
                  <a:pt x="897" y="870"/>
                </a:lnTo>
                <a:lnTo>
                  <a:pt x="897" y="871"/>
                </a:lnTo>
                <a:lnTo>
                  <a:pt x="896" y="871"/>
                </a:lnTo>
                <a:lnTo>
                  <a:pt x="895" y="871"/>
                </a:lnTo>
                <a:lnTo>
                  <a:pt x="895" y="872"/>
                </a:lnTo>
                <a:lnTo>
                  <a:pt x="894" y="872"/>
                </a:lnTo>
                <a:lnTo>
                  <a:pt x="894" y="873"/>
                </a:lnTo>
                <a:lnTo>
                  <a:pt x="894" y="872"/>
                </a:lnTo>
                <a:lnTo>
                  <a:pt x="893" y="872"/>
                </a:lnTo>
                <a:lnTo>
                  <a:pt x="893" y="873"/>
                </a:lnTo>
                <a:lnTo>
                  <a:pt x="893" y="872"/>
                </a:lnTo>
                <a:lnTo>
                  <a:pt x="893" y="873"/>
                </a:lnTo>
                <a:lnTo>
                  <a:pt x="893" y="872"/>
                </a:lnTo>
                <a:lnTo>
                  <a:pt x="892" y="872"/>
                </a:lnTo>
                <a:lnTo>
                  <a:pt x="892" y="873"/>
                </a:lnTo>
                <a:lnTo>
                  <a:pt x="892" y="874"/>
                </a:lnTo>
                <a:lnTo>
                  <a:pt x="891" y="874"/>
                </a:lnTo>
                <a:lnTo>
                  <a:pt x="891" y="873"/>
                </a:lnTo>
                <a:lnTo>
                  <a:pt x="891" y="874"/>
                </a:lnTo>
                <a:lnTo>
                  <a:pt x="890" y="874"/>
                </a:lnTo>
                <a:lnTo>
                  <a:pt x="890" y="875"/>
                </a:lnTo>
                <a:lnTo>
                  <a:pt x="889" y="875"/>
                </a:lnTo>
                <a:lnTo>
                  <a:pt x="889" y="874"/>
                </a:lnTo>
                <a:lnTo>
                  <a:pt x="889" y="873"/>
                </a:lnTo>
                <a:lnTo>
                  <a:pt x="888" y="873"/>
                </a:lnTo>
                <a:lnTo>
                  <a:pt x="888" y="872"/>
                </a:lnTo>
                <a:lnTo>
                  <a:pt x="888" y="873"/>
                </a:lnTo>
                <a:lnTo>
                  <a:pt x="887" y="873"/>
                </a:lnTo>
                <a:lnTo>
                  <a:pt x="886" y="873"/>
                </a:lnTo>
                <a:lnTo>
                  <a:pt x="886" y="874"/>
                </a:lnTo>
                <a:lnTo>
                  <a:pt x="885" y="875"/>
                </a:lnTo>
                <a:lnTo>
                  <a:pt x="884" y="875"/>
                </a:lnTo>
                <a:lnTo>
                  <a:pt x="883" y="875"/>
                </a:lnTo>
                <a:lnTo>
                  <a:pt x="883" y="874"/>
                </a:lnTo>
                <a:lnTo>
                  <a:pt x="882" y="874"/>
                </a:lnTo>
                <a:lnTo>
                  <a:pt x="882" y="873"/>
                </a:lnTo>
                <a:lnTo>
                  <a:pt x="881" y="873"/>
                </a:lnTo>
                <a:lnTo>
                  <a:pt x="880" y="873"/>
                </a:lnTo>
                <a:lnTo>
                  <a:pt x="879" y="874"/>
                </a:lnTo>
                <a:lnTo>
                  <a:pt x="878" y="874"/>
                </a:lnTo>
                <a:lnTo>
                  <a:pt x="879" y="874"/>
                </a:lnTo>
                <a:lnTo>
                  <a:pt x="879" y="875"/>
                </a:lnTo>
                <a:lnTo>
                  <a:pt x="879" y="876"/>
                </a:lnTo>
                <a:lnTo>
                  <a:pt x="878" y="876"/>
                </a:lnTo>
                <a:lnTo>
                  <a:pt x="878" y="877"/>
                </a:lnTo>
                <a:lnTo>
                  <a:pt x="877" y="877"/>
                </a:lnTo>
                <a:lnTo>
                  <a:pt x="877" y="878"/>
                </a:lnTo>
                <a:lnTo>
                  <a:pt x="878" y="878"/>
                </a:lnTo>
                <a:lnTo>
                  <a:pt x="878" y="879"/>
                </a:lnTo>
                <a:lnTo>
                  <a:pt x="879" y="879"/>
                </a:lnTo>
                <a:lnTo>
                  <a:pt x="879" y="880"/>
                </a:lnTo>
                <a:lnTo>
                  <a:pt x="879" y="881"/>
                </a:lnTo>
                <a:lnTo>
                  <a:pt x="878" y="881"/>
                </a:lnTo>
                <a:lnTo>
                  <a:pt x="878" y="882"/>
                </a:lnTo>
                <a:lnTo>
                  <a:pt x="877" y="882"/>
                </a:lnTo>
                <a:lnTo>
                  <a:pt x="877" y="883"/>
                </a:lnTo>
                <a:lnTo>
                  <a:pt x="875" y="883"/>
                </a:lnTo>
                <a:lnTo>
                  <a:pt x="875" y="882"/>
                </a:lnTo>
                <a:lnTo>
                  <a:pt x="875" y="881"/>
                </a:lnTo>
                <a:lnTo>
                  <a:pt x="875" y="880"/>
                </a:lnTo>
                <a:lnTo>
                  <a:pt x="874" y="880"/>
                </a:lnTo>
                <a:lnTo>
                  <a:pt x="875" y="880"/>
                </a:lnTo>
                <a:lnTo>
                  <a:pt x="874" y="880"/>
                </a:lnTo>
                <a:lnTo>
                  <a:pt x="873" y="880"/>
                </a:lnTo>
                <a:lnTo>
                  <a:pt x="873" y="881"/>
                </a:lnTo>
                <a:lnTo>
                  <a:pt x="872" y="881"/>
                </a:lnTo>
                <a:lnTo>
                  <a:pt x="872" y="880"/>
                </a:lnTo>
                <a:lnTo>
                  <a:pt x="871" y="880"/>
                </a:lnTo>
                <a:lnTo>
                  <a:pt x="871" y="879"/>
                </a:lnTo>
                <a:lnTo>
                  <a:pt x="870" y="879"/>
                </a:lnTo>
                <a:lnTo>
                  <a:pt x="869" y="879"/>
                </a:lnTo>
                <a:lnTo>
                  <a:pt x="869" y="880"/>
                </a:lnTo>
                <a:lnTo>
                  <a:pt x="869" y="879"/>
                </a:lnTo>
                <a:lnTo>
                  <a:pt x="868" y="879"/>
                </a:lnTo>
                <a:lnTo>
                  <a:pt x="867" y="879"/>
                </a:lnTo>
                <a:lnTo>
                  <a:pt x="867" y="880"/>
                </a:lnTo>
                <a:lnTo>
                  <a:pt x="866" y="880"/>
                </a:lnTo>
                <a:lnTo>
                  <a:pt x="866" y="881"/>
                </a:lnTo>
                <a:lnTo>
                  <a:pt x="865" y="881"/>
                </a:lnTo>
                <a:lnTo>
                  <a:pt x="865" y="880"/>
                </a:lnTo>
                <a:lnTo>
                  <a:pt x="864" y="880"/>
                </a:lnTo>
                <a:lnTo>
                  <a:pt x="864" y="879"/>
                </a:lnTo>
                <a:lnTo>
                  <a:pt x="863" y="879"/>
                </a:lnTo>
                <a:lnTo>
                  <a:pt x="863" y="878"/>
                </a:lnTo>
                <a:lnTo>
                  <a:pt x="861" y="878"/>
                </a:lnTo>
                <a:lnTo>
                  <a:pt x="861" y="877"/>
                </a:lnTo>
                <a:lnTo>
                  <a:pt x="860" y="877"/>
                </a:lnTo>
                <a:lnTo>
                  <a:pt x="860" y="878"/>
                </a:lnTo>
                <a:lnTo>
                  <a:pt x="859" y="878"/>
                </a:lnTo>
                <a:lnTo>
                  <a:pt x="858" y="878"/>
                </a:lnTo>
                <a:lnTo>
                  <a:pt x="857" y="878"/>
                </a:lnTo>
                <a:lnTo>
                  <a:pt x="856" y="878"/>
                </a:lnTo>
                <a:lnTo>
                  <a:pt x="855" y="878"/>
                </a:lnTo>
                <a:lnTo>
                  <a:pt x="855" y="877"/>
                </a:lnTo>
                <a:lnTo>
                  <a:pt x="854" y="877"/>
                </a:lnTo>
                <a:lnTo>
                  <a:pt x="854" y="876"/>
                </a:lnTo>
                <a:lnTo>
                  <a:pt x="854" y="875"/>
                </a:lnTo>
                <a:lnTo>
                  <a:pt x="854" y="874"/>
                </a:lnTo>
                <a:lnTo>
                  <a:pt x="853" y="874"/>
                </a:lnTo>
                <a:lnTo>
                  <a:pt x="853" y="875"/>
                </a:lnTo>
                <a:lnTo>
                  <a:pt x="853" y="874"/>
                </a:lnTo>
                <a:lnTo>
                  <a:pt x="852" y="874"/>
                </a:lnTo>
                <a:lnTo>
                  <a:pt x="851" y="874"/>
                </a:lnTo>
                <a:lnTo>
                  <a:pt x="851" y="875"/>
                </a:lnTo>
                <a:lnTo>
                  <a:pt x="851" y="876"/>
                </a:lnTo>
                <a:lnTo>
                  <a:pt x="851" y="877"/>
                </a:lnTo>
                <a:lnTo>
                  <a:pt x="850" y="877"/>
                </a:lnTo>
                <a:lnTo>
                  <a:pt x="850" y="878"/>
                </a:lnTo>
                <a:lnTo>
                  <a:pt x="849" y="878"/>
                </a:lnTo>
                <a:lnTo>
                  <a:pt x="849" y="879"/>
                </a:lnTo>
                <a:lnTo>
                  <a:pt x="848" y="879"/>
                </a:lnTo>
                <a:lnTo>
                  <a:pt x="847" y="879"/>
                </a:lnTo>
                <a:lnTo>
                  <a:pt x="847" y="880"/>
                </a:lnTo>
                <a:lnTo>
                  <a:pt x="847" y="881"/>
                </a:lnTo>
                <a:lnTo>
                  <a:pt x="847" y="882"/>
                </a:lnTo>
                <a:lnTo>
                  <a:pt x="847" y="883"/>
                </a:lnTo>
                <a:lnTo>
                  <a:pt x="846" y="883"/>
                </a:lnTo>
                <a:lnTo>
                  <a:pt x="846" y="884"/>
                </a:lnTo>
                <a:lnTo>
                  <a:pt x="845" y="884"/>
                </a:lnTo>
                <a:lnTo>
                  <a:pt x="845" y="885"/>
                </a:lnTo>
                <a:lnTo>
                  <a:pt x="845" y="886"/>
                </a:lnTo>
                <a:lnTo>
                  <a:pt x="844" y="886"/>
                </a:lnTo>
                <a:lnTo>
                  <a:pt x="843" y="886"/>
                </a:lnTo>
                <a:lnTo>
                  <a:pt x="843" y="887"/>
                </a:lnTo>
                <a:lnTo>
                  <a:pt x="843" y="888"/>
                </a:lnTo>
                <a:lnTo>
                  <a:pt x="843" y="889"/>
                </a:lnTo>
                <a:lnTo>
                  <a:pt x="842" y="889"/>
                </a:lnTo>
                <a:lnTo>
                  <a:pt x="841" y="889"/>
                </a:lnTo>
                <a:lnTo>
                  <a:pt x="841" y="888"/>
                </a:lnTo>
                <a:lnTo>
                  <a:pt x="840" y="888"/>
                </a:lnTo>
                <a:lnTo>
                  <a:pt x="839" y="888"/>
                </a:lnTo>
                <a:lnTo>
                  <a:pt x="838" y="888"/>
                </a:lnTo>
                <a:lnTo>
                  <a:pt x="838" y="889"/>
                </a:lnTo>
                <a:lnTo>
                  <a:pt x="838" y="888"/>
                </a:lnTo>
                <a:lnTo>
                  <a:pt x="838" y="889"/>
                </a:lnTo>
                <a:lnTo>
                  <a:pt x="837" y="889"/>
                </a:lnTo>
                <a:lnTo>
                  <a:pt x="837" y="888"/>
                </a:lnTo>
                <a:lnTo>
                  <a:pt x="836" y="888"/>
                </a:lnTo>
                <a:lnTo>
                  <a:pt x="837" y="888"/>
                </a:lnTo>
                <a:lnTo>
                  <a:pt x="837" y="887"/>
                </a:lnTo>
                <a:lnTo>
                  <a:pt x="836" y="887"/>
                </a:lnTo>
                <a:lnTo>
                  <a:pt x="837" y="887"/>
                </a:lnTo>
                <a:lnTo>
                  <a:pt x="837" y="886"/>
                </a:lnTo>
                <a:lnTo>
                  <a:pt x="835" y="886"/>
                </a:lnTo>
                <a:lnTo>
                  <a:pt x="834" y="886"/>
                </a:lnTo>
                <a:lnTo>
                  <a:pt x="834" y="887"/>
                </a:lnTo>
                <a:lnTo>
                  <a:pt x="833" y="887"/>
                </a:lnTo>
                <a:lnTo>
                  <a:pt x="832" y="887"/>
                </a:lnTo>
                <a:lnTo>
                  <a:pt x="832" y="888"/>
                </a:lnTo>
                <a:lnTo>
                  <a:pt x="831" y="888"/>
                </a:lnTo>
                <a:lnTo>
                  <a:pt x="831" y="887"/>
                </a:lnTo>
                <a:lnTo>
                  <a:pt x="830" y="887"/>
                </a:lnTo>
                <a:lnTo>
                  <a:pt x="830" y="886"/>
                </a:lnTo>
                <a:lnTo>
                  <a:pt x="830" y="885"/>
                </a:lnTo>
                <a:lnTo>
                  <a:pt x="830" y="884"/>
                </a:lnTo>
                <a:lnTo>
                  <a:pt x="829" y="884"/>
                </a:lnTo>
                <a:lnTo>
                  <a:pt x="829" y="883"/>
                </a:lnTo>
                <a:lnTo>
                  <a:pt x="828" y="883"/>
                </a:lnTo>
                <a:lnTo>
                  <a:pt x="827" y="883"/>
                </a:lnTo>
                <a:lnTo>
                  <a:pt x="826" y="883"/>
                </a:lnTo>
                <a:lnTo>
                  <a:pt x="826" y="884"/>
                </a:lnTo>
                <a:lnTo>
                  <a:pt x="826" y="885"/>
                </a:lnTo>
                <a:lnTo>
                  <a:pt x="825" y="885"/>
                </a:lnTo>
                <a:lnTo>
                  <a:pt x="824" y="885"/>
                </a:lnTo>
                <a:lnTo>
                  <a:pt x="823" y="885"/>
                </a:lnTo>
                <a:lnTo>
                  <a:pt x="822" y="885"/>
                </a:lnTo>
                <a:lnTo>
                  <a:pt x="821" y="885"/>
                </a:lnTo>
                <a:lnTo>
                  <a:pt x="820" y="885"/>
                </a:lnTo>
                <a:lnTo>
                  <a:pt x="820" y="886"/>
                </a:lnTo>
                <a:lnTo>
                  <a:pt x="819" y="886"/>
                </a:lnTo>
                <a:lnTo>
                  <a:pt x="818" y="886"/>
                </a:lnTo>
                <a:lnTo>
                  <a:pt x="818" y="887"/>
                </a:lnTo>
                <a:lnTo>
                  <a:pt x="817" y="887"/>
                </a:lnTo>
                <a:lnTo>
                  <a:pt x="816" y="887"/>
                </a:lnTo>
                <a:lnTo>
                  <a:pt x="816" y="886"/>
                </a:lnTo>
                <a:lnTo>
                  <a:pt x="815" y="886"/>
                </a:lnTo>
                <a:lnTo>
                  <a:pt x="814" y="886"/>
                </a:lnTo>
                <a:lnTo>
                  <a:pt x="813" y="886"/>
                </a:lnTo>
                <a:lnTo>
                  <a:pt x="814" y="886"/>
                </a:lnTo>
                <a:lnTo>
                  <a:pt x="814" y="885"/>
                </a:lnTo>
                <a:lnTo>
                  <a:pt x="815" y="885"/>
                </a:lnTo>
                <a:lnTo>
                  <a:pt x="816" y="885"/>
                </a:lnTo>
                <a:lnTo>
                  <a:pt x="816" y="884"/>
                </a:lnTo>
                <a:lnTo>
                  <a:pt x="815" y="884"/>
                </a:lnTo>
                <a:lnTo>
                  <a:pt x="815" y="883"/>
                </a:lnTo>
                <a:lnTo>
                  <a:pt x="814" y="883"/>
                </a:lnTo>
                <a:lnTo>
                  <a:pt x="814" y="884"/>
                </a:lnTo>
                <a:lnTo>
                  <a:pt x="813" y="884"/>
                </a:lnTo>
                <a:lnTo>
                  <a:pt x="812" y="884"/>
                </a:lnTo>
                <a:lnTo>
                  <a:pt x="812" y="885"/>
                </a:lnTo>
                <a:lnTo>
                  <a:pt x="812" y="884"/>
                </a:lnTo>
                <a:lnTo>
                  <a:pt x="811" y="884"/>
                </a:lnTo>
                <a:lnTo>
                  <a:pt x="811" y="885"/>
                </a:lnTo>
                <a:lnTo>
                  <a:pt x="810" y="885"/>
                </a:lnTo>
                <a:lnTo>
                  <a:pt x="810" y="886"/>
                </a:lnTo>
                <a:lnTo>
                  <a:pt x="809" y="886"/>
                </a:lnTo>
                <a:lnTo>
                  <a:pt x="809" y="887"/>
                </a:lnTo>
                <a:lnTo>
                  <a:pt x="808" y="887"/>
                </a:lnTo>
                <a:lnTo>
                  <a:pt x="808" y="886"/>
                </a:lnTo>
                <a:lnTo>
                  <a:pt x="808" y="887"/>
                </a:lnTo>
                <a:lnTo>
                  <a:pt x="807" y="887"/>
                </a:lnTo>
                <a:lnTo>
                  <a:pt x="807" y="886"/>
                </a:lnTo>
                <a:lnTo>
                  <a:pt x="807" y="887"/>
                </a:lnTo>
                <a:lnTo>
                  <a:pt x="806" y="887"/>
                </a:lnTo>
                <a:lnTo>
                  <a:pt x="805" y="887"/>
                </a:lnTo>
                <a:lnTo>
                  <a:pt x="805" y="886"/>
                </a:lnTo>
                <a:lnTo>
                  <a:pt x="804" y="886"/>
                </a:lnTo>
                <a:lnTo>
                  <a:pt x="804" y="885"/>
                </a:lnTo>
                <a:lnTo>
                  <a:pt x="803" y="885"/>
                </a:lnTo>
                <a:lnTo>
                  <a:pt x="802" y="885"/>
                </a:lnTo>
                <a:lnTo>
                  <a:pt x="801" y="885"/>
                </a:lnTo>
                <a:lnTo>
                  <a:pt x="801" y="884"/>
                </a:lnTo>
                <a:lnTo>
                  <a:pt x="800" y="884"/>
                </a:lnTo>
                <a:lnTo>
                  <a:pt x="800" y="885"/>
                </a:lnTo>
                <a:lnTo>
                  <a:pt x="799" y="885"/>
                </a:lnTo>
                <a:lnTo>
                  <a:pt x="798" y="885"/>
                </a:lnTo>
                <a:lnTo>
                  <a:pt x="798" y="886"/>
                </a:lnTo>
                <a:lnTo>
                  <a:pt x="797" y="886"/>
                </a:lnTo>
                <a:lnTo>
                  <a:pt x="797" y="887"/>
                </a:lnTo>
                <a:lnTo>
                  <a:pt x="796" y="887"/>
                </a:lnTo>
                <a:lnTo>
                  <a:pt x="795" y="887"/>
                </a:lnTo>
                <a:lnTo>
                  <a:pt x="794" y="887"/>
                </a:lnTo>
                <a:lnTo>
                  <a:pt x="793" y="887"/>
                </a:lnTo>
                <a:lnTo>
                  <a:pt x="792" y="887"/>
                </a:lnTo>
                <a:lnTo>
                  <a:pt x="791" y="887"/>
                </a:lnTo>
                <a:lnTo>
                  <a:pt x="791" y="886"/>
                </a:lnTo>
                <a:lnTo>
                  <a:pt x="790" y="886"/>
                </a:lnTo>
                <a:lnTo>
                  <a:pt x="789" y="886"/>
                </a:lnTo>
                <a:lnTo>
                  <a:pt x="788" y="886"/>
                </a:lnTo>
                <a:lnTo>
                  <a:pt x="788" y="885"/>
                </a:lnTo>
                <a:lnTo>
                  <a:pt x="787" y="885"/>
                </a:lnTo>
                <a:lnTo>
                  <a:pt x="787" y="884"/>
                </a:lnTo>
                <a:lnTo>
                  <a:pt x="787" y="883"/>
                </a:lnTo>
                <a:lnTo>
                  <a:pt x="786" y="883"/>
                </a:lnTo>
                <a:lnTo>
                  <a:pt x="786" y="882"/>
                </a:lnTo>
                <a:lnTo>
                  <a:pt x="786" y="881"/>
                </a:lnTo>
                <a:lnTo>
                  <a:pt x="785" y="881"/>
                </a:lnTo>
                <a:lnTo>
                  <a:pt x="785" y="880"/>
                </a:lnTo>
                <a:lnTo>
                  <a:pt x="784" y="880"/>
                </a:lnTo>
                <a:lnTo>
                  <a:pt x="784" y="879"/>
                </a:lnTo>
                <a:lnTo>
                  <a:pt x="784" y="878"/>
                </a:lnTo>
                <a:lnTo>
                  <a:pt x="784" y="877"/>
                </a:lnTo>
                <a:lnTo>
                  <a:pt x="783" y="877"/>
                </a:lnTo>
                <a:lnTo>
                  <a:pt x="782" y="877"/>
                </a:lnTo>
                <a:lnTo>
                  <a:pt x="781" y="877"/>
                </a:lnTo>
                <a:lnTo>
                  <a:pt x="781" y="876"/>
                </a:lnTo>
                <a:lnTo>
                  <a:pt x="781" y="875"/>
                </a:lnTo>
                <a:lnTo>
                  <a:pt x="780" y="875"/>
                </a:lnTo>
                <a:lnTo>
                  <a:pt x="780" y="874"/>
                </a:lnTo>
                <a:lnTo>
                  <a:pt x="779" y="874"/>
                </a:lnTo>
                <a:lnTo>
                  <a:pt x="778" y="874"/>
                </a:lnTo>
                <a:lnTo>
                  <a:pt x="778" y="873"/>
                </a:lnTo>
                <a:lnTo>
                  <a:pt x="778" y="874"/>
                </a:lnTo>
                <a:lnTo>
                  <a:pt x="777" y="874"/>
                </a:lnTo>
                <a:lnTo>
                  <a:pt x="776" y="874"/>
                </a:lnTo>
                <a:lnTo>
                  <a:pt x="775" y="874"/>
                </a:lnTo>
                <a:lnTo>
                  <a:pt x="774" y="874"/>
                </a:lnTo>
                <a:lnTo>
                  <a:pt x="773" y="874"/>
                </a:lnTo>
                <a:lnTo>
                  <a:pt x="773" y="873"/>
                </a:lnTo>
                <a:lnTo>
                  <a:pt x="772" y="873"/>
                </a:lnTo>
                <a:lnTo>
                  <a:pt x="771" y="873"/>
                </a:lnTo>
                <a:lnTo>
                  <a:pt x="771" y="871"/>
                </a:lnTo>
                <a:lnTo>
                  <a:pt x="770" y="871"/>
                </a:lnTo>
                <a:lnTo>
                  <a:pt x="770" y="870"/>
                </a:lnTo>
                <a:lnTo>
                  <a:pt x="769" y="870"/>
                </a:lnTo>
                <a:lnTo>
                  <a:pt x="768" y="870"/>
                </a:lnTo>
                <a:lnTo>
                  <a:pt x="767" y="870"/>
                </a:lnTo>
                <a:lnTo>
                  <a:pt x="767" y="869"/>
                </a:lnTo>
                <a:lnTo>
                  <a:pt x="766" y="869"/>
                </a:lnTo>
                <a:lnTo>
                  <a:pt x="766" y="868"/>
                </a:lnTo>
                <a:lnTo>
                  <a:pt x="765" y="868"/>
                </a:lnTo>
                <a:lnTo>
                  <a:pt x="765" y="867"/>
                </a:lnTo>
                <a:lnTo>
                  <a:pt x="765" y="866"/>
                </a:lnTo>
                <a:lnTo>
                  <a:pt x="764" y="866"/>
                </a:lnTo>
                <a:lnTo>
                  <a:pt x="763" y="866"/>
                </a:lnTo>
                <a:lnTo>
                  <a:pt x="763" y="867"/>
                </a:lnTo>
                <a:lnTo>
                  <a:pt x="762" y="867"/>
                </a:lnTo>
                <a:lnTo>
                  <a:pt x="761" y="867"/>
                </a:lnTo>
                <a:lnTo>
                  <a:pt x="760" y="867"/>
                </a:lnTo>
                <a:lnTo>
                  <a:pt x="759" y="867"/>
                </a:lnTo>
                <a:lnTo>
                  <a:pt x="758" y="867"/>
                </a:lnTo>
                <a:lnTo>
                  <a:pt x="757" y="867"/>
                </a:lnTo>
                <a:lnTo>
                  <a:pt x="757" y="866"/>
                </a:lnTo>
                <a:lnTo>
                  <a:pt x="757" y="865"/>
                </a:lnTo>
                <a:lnTo>
                  <a:pt x="756" y="865"/>
                </a:lnTo>
                <a:lnTo>
                  <a:pt x="755" y="865"/>
                </a:lnTo>
                <a:lnTo>
                  <a:pt x="754" y="865"/>
                </a:lnTo>
                <a:lnTo>
                  <a:pt x="754" y="864"/>
                </a:lnTo>
                <a:lnTo>
                  <a:pt x="754" y="863"/>
                </a:lnTo>
                <a:lnTo>
                  <a:pt x="754" y="862"/>
                </a:lnTo>
                <a:lnTo>
                  <a:pt x="755" y="862"/>
                </a:lnTo>
                <a:lnTo>
                  <a:pt x="756" y="862"/>
                </a:lnTo>
                <a:lnTo>
                  <a:pt x="756" y="861"/>
                </a:lnTo>
                <a:lnTo>
                  <a:pt x="755" y="861"/>
                </a:lnTo>
                <a:lnTo>
                  <a:pt x="754" y="861"/>
                </a:lnTo>
                <a:lnTo>
                  <a:pt x="754" y="860"/>
                </a:lnTo>
                <a:lnTo>
                  <a:pt x="754" y="859"/>
                </a:lnTo>
                <a:lnTo>
                  <a:pt x="753" y="859"/>
                </a:lnTo>
                <a:lnTo>
                  <a:pt x="753" y="858"/>
                </a:lnTo>
                <a:lnTo>
                  <a:pt x="752" y="858"/>
                </a:lnTo>
                <a:lnTo>
                  <a:pt x="751" y="858"/>
                </a:lnTo>
                <a:lnTo>
                  <a:pt x="750" y="858"/>
                </a:lnTo>
                <a:lnTo>
                  <a:pt x="748" y="858"/>
                </a:lnTo>
                <a:lnTo>
                  <a:pt x="747" y="858"/>
                </a:lnTo>
                <a:lnTo>
                  <a:pt x="747" y="859"/>
                </a:lnTo>
                <a:lnTo>
                  <a:pt x="746" y="859"/>
                </a:lnTo>
                <a:lnTo>
                  <a:pt x="746" y="860"/>
                </a:lnTo>
                <a:lnTo>
                  <a:pt x="746" y="861"/>
                </a:lnTo>
                <a:lnTo>
                  <a:pt x="745" y="861"/>
                </a:lnTo>
                <a:lnTo>
                  <a:pt x="744" y="861"/>
                </a:lnTo>
                <a:lnTo>
                  <a:pt x="744" y="862"/>
                </a:lnTo>
                <a:lnTo>
                  <a:pt x="743" y="862"/>
                </a:lnTo>
                <a:lnTo>
                  <a:pt x="743" y="861"/>
                </a:lnTo>
                <a:lnTo>
                  <a:pt x="742" y="861"/>
                </a:lnTo>
                <a:lnTo>
                  <a:pt x="742" y="862"/>
                </a:lnTo>
                <a:lnTo>
                  <a:pt x="742" y="861"/>
                </a:lnTo>
                <a:lnTo>
                  <a:pt x="741" y="861"/>
                </a:lnTo>
                <a:lnTo>
                  <a:pt x="741" y="860"/>
                </a:lnTo>
                <a:lnTo>
                  <a:pt x="741" y="859"/>
                </a:lnTo>
                <a:lnTo>
                  <a:pt x="741" y="858"/>
                </a:lnTo>
                <a:lnTo>
                  <a:pt x="740" y="858"/>
                </a:lnTo>
                <a:lnTo>
                  <a:pt x="739" y="858"/>
                </a:lnTo>
                <a:lnTo>
                  <a:pt x="739" y="857"/>
                </a:lnTo>
                <a:lnTo>
                  <a:pt x="738" y="857"/>
                </a:lnTo>
                <a:lnTo>
                  <a:pt x="738" y="858"/>
                </a:lnTo>
                <a:lnTo>
                  <a:pt x="737" y="858"/>
                </a:lnTo>
                <a:lnTo>
                  <a:pt x="737" y="859"/>
                </a:lnTo>
                <a:lnTo>
                  <a:pt x="738" y="859"/>
                </a:lnTo>
                <a:lnTo>
                  <a:pt x="738" y="860"/>
                </a:lnTo>
                <a:lnTo>
                  <a:pt x="737" y="860"/>
                </a:lnTo>
                <a:lnTo>
                  <a:pt x="737" y="861"/>
                </a:lnTo>
                <a:lnTo>
                  <a:pt x="737" y="862"/>
                </a:lnTo>
                <a:lnTo>
                  <a:pt x="738" y="862"/>
                </a:lnTo>
                <a:lnTo>
                  <a:pt x="737" y="862"/>
                </a:lnTo>
                <a:lnTo>
                  <a:pt x="737" y="863"/>
                </a:lnTo>
                <a:lnTo>
                  <a:pt x="736" y="863"/>
                </a:lnTo>
                <a:lnTo>
                  <a:pt x="736" y="864"/>
                </a:lnTo>
                <a:lnTo>
                  <a:pt x="735" y="864"/>
                </a:lnTo>
                <a:lnTo>
                  <a:pt x="735" y="865"/>
                </a:lnTo>
                <a:lnTo>
                  <a:pt x="735" y="866"/>
                </a:lnTo>
                <a:lnTo>
                  <a:pt x="734" y="866"/>
                </a:lnTo>
                <a:lnTo>
                  <a:pt x="735" y="866"/>
                </a:lnTo>
                <a:lnTo>
                  <a:pt x="734" y="866"/>
                </a:lnTo>
                <a:lnTo>
                  <a:pt x="734" y="867"/>
                </a:lnTo>
                <a:lnTo>
                  <a:pt x="734" y="868"/>
                </a:lnTo>
                <a:lnTo>
                  <a:pt x="733" y="868"/>
                </a:lnTo>
                <a:lnTo>
                  <a:pt x="733" y="869"/>
                </a:lnTo>
                <a:lnTo>
                  <a:pt x="733" y="870"/>
                </a:lnTo>
                <a:lnTo>
                  <a:pt x="733" y="871"/>
                </a:lnTo>
                <a:lnTo>
                  <a:pt x="733" y="872"/>
                </a:lnTo>
                <a:lnTo>
                  <a:pt x="733" y="873"/>
                </a:lnTo>
                <a:lnTo>
                  <a:pt x="731" y="873"/>
                </a:lnTo>
                <a:lnTo>
                  <a:pt x="731" y="874"/>
                </a:lnTo>
                <a:lnTo>
                  <a:pt x="730" y="874"/>
                </a:lnTo>
                <a:lnTo>
                  <a:pt x="729" y="874"/>
                </a:lnTo>
                <a:lnTo>
                  <a:pt x="729" y="875"/>
                </a:lnTo>
                <a:lnTo>
                  <a:pt x="729" y="876"/>
                </a:lnTo>
                <a:lnTo>
                  <a:pt x="729" y="877"/>
                </a:lnTo>
                <a:lnTo>
                  <a:pt x="728" y="877"/>
                </a:lnTo>
                <a:lnTo>
                  <a:pt x="728" y="878"/>
                </a:lnTo>
                <a:lnTo>
                  <a:pt x="727" y="878"/>
                </a:lnTo>
                <a:lnTo>
                  <a:pt x="727" y="879"/>
                </a:lnTo>
                <a:lnTo>
                  <a:pt x="726" y="879"/>
                </a:lnTo>
                <a:lnTo>
                  <a:pt x="726" y="878"/>
                </a:lnTo>
                <a:lnTo>
                  <a:pt x="725" y="878"/>
                </a:lnTo>
                <a:lnTo>
                  <a:pt x="724" y="878"/>
                </a:lnTo>
                <a:lnTo>
                  <a:pt x="724" y="879"/>
                </a:lnTo>
                <a:lnTo>
                  <a:pt x="724" y="878"/>
                </a:lnTo>
                <a:lnTo>
                  <a:pt x="723" y="878"/>
                </a:lnTo>
                <a:lnTo>
                  <a:pt x="723" y="877"/>
                </a:lnTo>
                <a:lnTo>
                  <a:pt x="722" y="877"/>
                </a:lnTo>
                <a:lnTo>
                  <a:pt x="722" y="876"/>
                </a:lnTo>
                <a:lnTo>
                  <a:pt x="721" y="876"/>
                </a:lnTo>
                <a:lnTo>
                  <a:pt x="721" y="875"/>
                </a:lnTo>
                <a:lnTo>
                  <a:pt x="720" y="875"/>
                </a:lnTo>
                <a:lnTo>
                  <a:pt x="718" y="875"/>
                </a:lnTo>
                <a:lnTo>
                  <a:pt x="717" y="875"/>
                </a:lnTo>
                <a:lnTo>
                  <a:pt x="717" y="874"/>
                </a:lnTo>
                <a:lnTo>
                  <a:pt x="717" y="873"/>
                </a:lnTo>
                <a:lnTo>
                  <a:pt x="716" y="873"/>
                </a:lnTo>
                <a:lnTo>
                  <a:pt x="716" y="874"/>
                </a:lnTo>
                <a:lnTo>
                  <a:pt x="715" y="874"/>
                </a:lnTo>
                <a:lnTo>
                  <a:pt x="714" y="874"/>
                </a:lnTo>
                <a:lnTo>
                  <a:pt x="714" y="873"/>
                </a:lnTo>
                <a:lnTo>
                  <a:pt x="714" y="872"/>
                </a:lnTo>
                <a:lnTo>
                  <a:pt x="713" y="872"/>
                </a:lnTo>
                <a:lnTo>
                  <a:pt x="713" y="871"/>
                </a:lnTo>
                <a:lnTo>
                  <a:pt x="712" y="871"/>
                </a:lnTo>
                <a:lnTo>
                  <a:pt x="711" y="871"/>
                </a:lnTo>
                <a:lnTo>
                  <a:pt x="710" y="871"/>
                </a:lnTo>
                <a:lnTo>
                  <a:pt x="709" y="871"/>
                </a:lnTo>
                <a:lnTo>
                  <a:pt x="709" y="872"/>
                </a:lnTo>
                <a:lnTo>
                  <a:pt x="708" y="872"/>
                </a:lnTo>
                <a:lnTo>
                  <a:pt x="708" y="871"/>
                </a:lnTo>
                <a:lnTo>
                  <a:pt x="707" y="871"/>
                </a:lnTo>
                <a:lnTo>
                  <a:pt x="707" y="870"/>
                </a:lnTo>
                <a:lnTo>
                  <a:pt x="707" y="868"/>
                </a:lnTo>
                <a:lnTo>
                  <a:pt x="706" y="868"/>
                </a:lnTo>
                <a:lnTo>
                  <a:pt x="706" y="867"/>
                </a:lnTo>
                <a:lnTo>
                  <a:pt x="707" y="867"/>
                </a:lnTo>
                <a:lnTo>
                  <a:pt x="707" y="866"/>
                </a:lnTo>
                <a:lnTo>
                  <a:pt x="707" y="865"/>
                </a:lnTo>
                <a:lnTo>
                  <a:pt x="706" y="865"/>
                </a:lnTo>
                <a:lnTo>
                  <a:pt x="706" y="864"/>
                </a:lnTo>
                <a:lnTo>
                  <a:pt x="706" y="863"/>
                </a:lnTo>
                <a:lnTo>
                  <a:pt x="706" y="862"/>
                </a:lnTo>
                <a:lnTo>
                  <a:pt x="705" y="862"/>
                </a:lnTo>
                <a:lnTo>
                  <a:pt x="705" y="861"/>
                </a:lnTo>
                <a:lnTo>
                  <a:pt x="705" y="860"/>
                </a:lnTo>
                <a:lnTo>
                  <a:pt x="705" y="859"/>
                </a:lnTo>
                <a:lnTo>
                  <a:pt x="706" y="859"/>
                </a:lnTo>
                <a:lnTo>
                  <a:pt x="707" y="859"/>
                </a:lnTo>
                <a:lnTo>
                  <a:pt x="706" y="859"/>
                </a:lnTo>
                <a:lnTo>
                  <a:pt x="706" y="858"/>
                </a:lnTo>
                <a:lnTo>
                  <a:pt x="706" y="857"/>
                </a:lnTo>
                <a:lnTo>
                  <a:pt x="706" y="856"/>
                </a:lnTo>
                <a:lnTo>
                  <a:pt x="705" y="856"/>
                </a:lnTo>
                <a:lnTo>
                  <a:pt x="705" y="855"/>
                </a:lnTo>
                <a:lnTo>
                  <a:pt x="704" y="855"/>
                </a:lnTo>
                <a:lnTo>
                  <a:pt x="704" y="854"/>
                </a:lnTo>
                <a:lnTo>
                  <a:pt x="704" y="853"/>
                </a:lnTo>
                <a:lnTo>
                  <a:pt x="704" y="852"/>
                </a:lnTo>
                <a:lnTo>
                  <a:pt x="704" y="851"/>
                </a:lnTo>
                <a:lnTo>
                  <a:pt x="703" y="851"/>
                </a:lnTo>
                <a:lnTo>
                  <a:pt x="702" y="852"/>
                </a:lnTo>
                <a:lnTo>
                  <a:pt x="702" y="853"/>
                </a:lnTo>
                <a:lnTo>
                  <a:pt x="703" y="853"/>
                </a:lnTo>
                <a:lnTo>
                  <a:pt x="702" y="853"/>
                </a:lnTo>
                <a:lnTo>
                  <a:pt x="703" y="853"/>
                </a:lnTo>
                <a:lnTo>
                  <a:pt x="703" y="854"/>
                </a:lnTo>
                <a:lnTo>
                  <a:pt x="703" y="855"/>
                </a:lnTo>
                <a:lnTo>
                  <a:pt x="702" y="855"/>
                </a:lnTo>
                <a:lnTo>
                  <a:pt x="701" y="855"/>
                </a:lnTo>
                <a:lnTo>
                  <a:pt x="700" y="855"/>
                </a:lnTo>
                <a:lnTo>
                  <a:pt x="700" y="856"/>
                </a:lnTo>
                <a:lnTo>
                  <a:pt x="699" y="856"/>
                </a:lnTo>
                <a:lnTo>
                  <a:pt x="699" y="857"/>
                </a:lnTo>
                <a:lnTo>
                  <a:pt x="699" y="858"/>
                </a:lnTo>
                <a:lnTo>
                  <a:pt x="698" y="858"/>
                </a:lnTo>
                <a:lnTo>
                  <a:pt x="699" y="858"/>
                </a:lnTo>
                <a:lnTo>
                  <a:pt x="698" y="858"/>
                </a:lnTo>
                <a:lnTo>
                  <a:pt x="698" y="859"/>
                </a:lnTo>
                <a:lnTo>
                  <a:pt x="697" y="859"/>
                </a:lnTo>
                <a:lnTo>
                  <a:pt x="697" y="860"/>
                </a:lnTo>
                <a:lnTo>
                  <a:pt x="696" y="860"/>
                </a:lnTo>
                <a:lnTo>
                  <a:pt x="696" y="859"/>
                </a:lnTo>
                <a:lnTo>
                  <a:pt x="695" y="859"/>
                </a:lnTo>
                <a:lnTo>
                  <a:pt x="694" y="859"/>
                </a:lnTo>
                <a:lnTo>
                  <a:pt x="694" y="860"/>
                </a:lnTo>
                <a:lnTo>
                  <a:pt x="694" y="861"/>
                </a:lnTo>
                <a:lnTo>
                  <a:pt x="694" y="862"/>
                </a:lnTo>
                <a:lnTo>
                  <a:pt x="695" y="862"/>
                </a:lnTo>
                <a:lnTo>
                  <a:pt x="695" y="863"/>
                </a:lnTo>
                <a:lnTo>
                  <a:pt x="695" y="864"/>
                </a:lnTo>
                <a:lnTo>
                  <a:pt x="694" y="864"/>
                </a:lnTo>
                <a:lnTo>
                  <a:pt x="695" y="864"/>
                </a:lnTo>
                <a:lnTo>
                  <a:pt x="695" y="865"/>
                </a:lnTo>
                <a:lnTo>
                  <a:pt x="694" y="865"/>
                </a:lnTo>
                <a:lnTo>
                  <a:pt x="695" y="865"/>
                </a:lnTo>
                <a:lnTo>
                  <a:pt x="695" y="866"/>
                </a:lnTo>
                <a:lnTo>
                  <a:pt x="694" y="866"/>
                </a:lnTo>
                <a:lnTo>
                  <a:pt x="694" y="867"/>
                </a:lnTo>
                <a:lnTo>
                  <a:pt x="694" y="868"/>
                </a:lnTo>
                <a:lnTo>
                  <a:pt x="695" y="868"/>
                </a:lnTo>
                <a:lnTo>
                  <a:pt x="695" y="869"/>
                </a:lnTo>
                <a:lnTo>
                  <a:pt x="695" y="870"/>
                </a:lnTo>
                <a:lnTo>
                  <a:pt x="696" y="870"/>
                </a:lnTo>
                <a:lnTo>
                  <a:pt x="696" y="871"/>
                </a:lnTo>
                <a:lnTo>
                  <a:pt x="696" y="872"/>
                </a:lnTo>
                <a:lnTo>
                  <a:pt x="696" y="873"/>
                </a:lnTo>
                <a:lnTo>
                  <a:pt x="697" y="873"/>
                </a:lnTo>
                <a:lnTo>
                  <a:pt x="696" y="873"/>
                </a:lnTo>
                <a:lnTo>
                  <a:pt x="696" y="874"/>
                </a:lnTo>
                <a:lnTo>
                  <a:pt x="697" y="874"/>
                </a:lnTo>
                <a:lnTo>
                  <a:pt x="697" y="875"/>
                </a:lnTo>
                <a:lnTo>
                  <a:pt x="698" y="875"/>
                </a:lnTo>
                <a:lnTo>
                  <a:pt x="698" y="876"/>
                </a:lnTo>
                <a:lnTo>
                  <a:pt x="697" y="876"/>
                </a:lnTo>
                <a:lnTo>
                  <a:pt x="697" y="877"/>
                </a:lnTo>
                <a:lnTo>
                  <a:pt x="696" y="877"/>
                </a:lnTo>
                <a:lnTo>
                  <a:pt x="695" y="877"/>
                </a:lnTo>
                <a:lnTo>
                  <a:pt x="695" y="878"/>
                </a:lnTo>
                <a:lnTo>
                  <a:pt x="694" y="878"/>
                </a:lnTo>
                <a:lnTo>
                  <a:pt x="693" y="878"/>
                </a:lnTo>
                <a:lnTo>
                  <a:pt x="693" y="879"/>
                </a:lnTo>
                <a:lnTo>
                  <a:pt x="692" y="879"/>
                </a:lnTo>
                <a:lnTo>
                  <a:pt x="693" y="879"/>
                </a:lnTo>
                <a:lnTo>
                  <a:pt x="692" y="879"/>
                </a:lnTo>
                <a:lnTo>
                  <a:pt x="691" y="879"/>
                </a:lnTo>
                <a:lnTo>
                  <a:pt x="690" y="879"/>
                </a:lnTo>
                <a:lnTo>
                  <a:pt x="689" y="879"/>
                </a:lnTo>
                <a:lnTo>
                  <a:pt x="689" y="878"/>
                </a:lnTo>
                <a:lnTo>
                  <a:pt x="689" y="879"/>
                </a:lnTo>
                <a:lnTo>
                  <a:pt x="689" y="878"/>
                </a:lnTo>
                <a:lnTo>
                  <a:pt x="688" y="878"/>
                </a:lnTo>
                <a:lnTo>
                  <a:pt x="687" y="878"/>
                </a:lnTo>
                <a:lnTo>
                  <a:pt x="686" y="878"/>
                </a:lnTo>
                <a:lnTo>
                  <a:pt x="686" y="877"/>
                </a:lnTo>
                <a:lnTo>
                  <a:pt x="685" y="877"/>
                </a:lnTo>
                <a:lnTo>
                  <a:pt x="684" y="877"/>
                </a:lnTo>
                <a:lnTo>
                  <a:pt x="684" y="876"/>
                </a:lnTo>
                <a:lnTo>
                  <a:pt x="683" y="876"/>
                </a:lnTo>
                <a:lnTo>
                  <a:pt x="683" y="875"/>
                </a:lnTo>
                <a:lnTo>
                  <a:pt x="682" y="875"/>
                </a:lnTo>
                <a:lnTo>
                  <a:pt x="682" y="874"/>
                </a:lnTo>
                <a:lnTo>
                  <a:pt x="683" y="874"/>
                </a:lnTo>
                <a:lnTo>
                  <a:pt x="683" y="873"/>
                </a:lnTo>
                <a:lnTo>
                  <a:pt x="683" y="872"/>
                </a:lnTo>
                <a:lnTo>
                  <a:pt x="683" y="871"/>
                </a:lnTo>
                <a:lnTo>
                  <a:pt x="684" y="871"/>
                </a:lnTo>
                <a:lnTo>
                  <a:pt x="685" y="870"/>
                </a:lnTo>
                <a:lnTo>
                  <a:pt x="685" y="869"/>
                </a:lnTo>
                <a:lnTo>
                  <a:pt x="684" y="869"/>
                </a:lnTo>
                <a:lnTo>
                  <a:pt x="683" y="869"/>
                </a:lnTo>
                <a:lnTo>
                  <a:pt x="683" y="868"/>
                </a:lnTo>
                <a:lnTo>
                  <a:pt x="682" y="868"/>
                </a:lnTo>
                <a:lnTo>
                  <a:pt x="682" y="867"/>
                </a:lnTo>
                <a:lnTo>
                  <a:pt x="681" y="867"/>
                </a:lnTo>
                <a:lnTo>
                  <a:pt x="681" y="866"/>
                </a:lnTo>
                <a:lnTo>
                  <a:pt x="680" y="866"/>
                </a:lnTo>
                <a:lnTo>
                  <a:pt x="680" y="865"/>
                </a:lnTo>
                <a:lnTo>
                  <a:pt x="679" y="865"/>
                </a:lnTo>
                <a:lnTo>
                  <a:pt x="679" y="864"/>
                </a:lnTo>
                <a:lnTo>
                  <a:pt x="678" y="864"/>
                </a:lnTo>
                <a:lnTo>
                  <a:pt x="678" y="863"/>
                </a:lnTo>
                <a:lnTo>
                  <a:pt x="678" y="862"/>
                </a:lnTo>
                <a:lnTo>
                  <a:pt x="677" y="862"/>
                </a:lnTo>
                <a:lnTo>
                  <a:pt x="677" y="861"/>
                </a:lnTo>
                <a:lnTo>
                  <a:pt x="678" y="861"/>
                </a:lnTo>
                <a:lnTo>
                  <a:pt x="678" y="860"/>
                </a:lnTo>
                <a:lnTo>
                  <a:pt x="678" y="859"/>
                </a:lnTo>
                <a:lnTo>
                  <a:pt x="678" y="858"/>
                </a:lnTo>
                <a:lnTo>
                  <a:pt x="677" y="858"/>
                </a:lnTo>
                <a:lnTo>
                  <a:pt x="677" y="857"/>
                </a:lnTo>
                <a:lnTo>
                  <a:pt x="676" y="857"/>
                </a:lnTo>
                <a:lnTo>
                  <a:pt x="675" y="857"/>
                </a:lnTo>
                <a:lnTo>
                  <a:pt x="675" y="856"/>
                </a:lnTo>
                <a:lnTo>
                  <a:pt x="675" y="855"/>
                </a:lnTo>
                <a:lnTo>
                  <a:pt x="675" y="854"/>
                </a:lnTo>
                <a:lnTo>
                  <a:pt x="674" y="854"/>
                </a:lnTo>
                <a:lnTo>
                  <a:pt x="674" y="853"/>
                </a:lnTo>
                <a:lnTo>
                  <a:pt x="674" y="852"/>
                </a:lnTo>
                <a:lnTo>
                  <a:pt x="673" y="852"/>
                </a:lnTo>
                <a:lnTo>
                  <a:pt x="673" y="850"/>
                </a:lnTo>
                <a:lnTo>
                  <a:pt x="672" y="850"/>
                </a:lnTo>
                <a:lnTo>
                  <a:pt x="671" y="850"/>
                </a:lnTo>
                <a:lnTo>
                  <a:pt x="670" y="849"/>
                </a:lnTo>
                <a:lnTo>
                  <a:pt x="670" y="848"/>
                </a:lnTo>
                <a:lnTo>
                  <a:pt x="670" y="849"/>
                </a:lnTo>
                <a:lnTo>
                  <a:pt x="669" y="849"/>
                </a:lnTo>
                <a:lnTo>
                  <a:pt x="668" y="849"/>
                </a:lnTo>
                <a:lnTo>
                  <a:pt x="668" y="848"/>
                </a:lnTo>
                <a:lnTo>
                  <a:pt x="667" y="848"/>
                </a:lnTo>
                <a:lnTo>
                  <a:pt x="666" y="848"/>
                </a:lnTo>
                <a:lnTo>
                  <a:pt x="666" y="847"/>
                </a:lnTo>
                <a:lnTo>
                  <a:pt x="666" y="846"/>
                </a:lnTo>
                <a:lnTo>
                  <a:pt x="665" y="846"/>
                </a:lnTo>
                <a:lnTo>
                  <a:pt x="665" y="845"/>
                </a:lnTo>
                <a:lnTo>
                  <a:pt x="664" y="845"/>
                </a:lnTo>
                <a:lnTo>
                  <a:pt x="664" y="844"/>
                </a:lnTo>
                <a:lnTo>
                  <a:pt x="664" y="843"/>
                </a:lnTo>
                <a:lnTo>
                  <a:pt x="663" y="843"/>
                </a:lnTo>
                <a:lnTo>
                  <a:pt x="663" y="841"/>
                </a:lnTo>
                <a:lnTo>
                  <a:pt x="663" y="840"/>
                </a:lnTo>
                <a:lnTo>
                  <a:pt x="663" y="839"/>
                </a:lnTo>
                <a:lnTo>
                  <a:pt x="662" y="839"/>
                </a:lnTo>
                <a:lnTo>
                  <a:pt x="663" y="839"/>
                </a:lnTo>
                <a:lnTo>
                  <a:pt x="663" y="837"/>
                </a:lnTo>
                <a:lnTo>
                  <a:pt x="663" y="836"/>
                </a:lnTo>
                <a:lnTo>
                  <a:pt x="663" y="835"/>
                </a:lnTo>
                <a:lnTo>
                  <a:pt x="662" y="835"/>
                </a:lnTo>
                <a:lnTo>
                  <a:pt x="662" y="834"/>
                </a:lnTo>
                <a:lnTo>
                  <a:pt x="662" y="833"/>
                </a:lnTo>
                <a:lnTo>
                  <a:pt x="662" y="832"/>
                </a:lnTo>
                <a:lnTo>
                  <a:pt x="661" y="832"/>
                </a:lnTo>
                <a:lnTo>
                  <a:pt x="661" y="831"/>
                </a:lnTo>
                <a:lnTo>
                  <a:pt x="661" y="830"/>
                </a:lnTo>
                <a:lnTo>
                  <a:pt x="662" y="830"/>
                </a:lnTo>
                <a:lnTo>
                  <a:pt x="661" y="830"/>
                </a:lnTo>
                <a:lnTo>
                  <a:pt x="661" y="829"/>
                </a:lnTo>
                <a:lnTo>
                  <a:pt x="660" y="829"/>
                </a:lnTo>
                <a:lnTo>
                  <a:pt x="659" y="829"/>
                </a:lnTo>
                <a:lnTo>
                  <a:pt x="658" y="829"/>
                </a:lnTo>
                <a:lnTo>
                  <a:pt x="658" y="833"/>
                </a:lnTo>
                <a:lnTo>
                  <a:pt x="658" y="832"/>
                </a:lnTo>
                <a:lnTo>
                  <a:pt x="657" y="832"/>
                </a:lnTo>
                <a:lnTo>
                  <a:pt x="656" y="832"/>
                </a:lnTo>
                <a:lnTo>
                  <a:pt x="657" y="832"/>
                </a:lnTo>
                <a:lnTo>
                  <a:pt x="657" y="833"/>
                </a:lnTo>
                <a:lnTo>
                  <a:pt x="656" y="833"/>
                </a:lnTo>
                <a:lnTo>
                  <a:pt x="657" y="833"/>
                </a:lnTo>
                <a:lnTo>
                  <a:pt x="656" y="833"/>
                </a:lnTo>
                <a:lnTo>
                  <a:pt x="656" y="834"/>
                </a:lnTo>
                <a:lnTo>
                  <a:pt x="656" y="835"/>
                </a:lnTo>
                <a:lnTo>
                  <a:pt x="655" y="835"/>
                </a:lnTo>
                <a:lnTo>
                  <a:pt x="655" y="836"/>
                </a:lnTo>
                <a:lnTo>
                  <a:pt x="656" y="836"/>
                </a:lnTo>
                <a:lnTo>
                  <a:pt x="656" y="837"/>
                </a:lnTo>
                <a:lnTo>
                  <a:pt x="656" y="839"/>
                </a:lnTo>
                <a:lnTo>
                  <a:pt x="655" y="839"/>
                </a:lnTo>
                <a:lnTo>
                  <a:pt x="655" y="840"/>
                </a:lnTo>
                <a:lnTo>
                  <a:pt x="654" y="840"/>
                </a:lnTo>
                <a:lnTo>
                  <a:pt x="654" y="841"/>
                </a:lnTo>
                <a:lnTo>
                  <a:pt x="653" y="841"/>
                </a:lnTo>
                <a:lnTo>
                  <a:pt x="653" y="842"/>
                </a:lnTo>
                <a:lnTo>
                  <a:pt x="652" y="842"/>
                </a:lnTo>
                <a:lnTo>
                  <a:pt x="652" y="843"/>
                </a:lnTo>
                <a:lnTo>
                  <a:pt x="651" y="843"/>
                </a:lnTo>
                <a:lnTo>
                  <a:pt x="651" y="842"/>
                </a:lnTo>
                <a:lnTo>
                  <a:pt x="651" y="841"/>
                </a:lnTo>
                <a:lnTo>
                  <a:pt x="651" y="840"/>
                </a:lnTo>
                <a:lnTo>
                  <a:pt x="650" y="840"/>
                </a:lnTo>
                <a:lnTo>
                  <a:pt x="651" y="840"/>
                </a:lnTo>
                <a:lnTo>
                  <a:pt x="650" y="840"/>
                </a:lnTo>
                <a:lnTo>
                  <a:pt x="650" y="839"/>
                </a:lnTo>
                <a:lnTo>
                  <a:pt x="650" y="837"/>
                </a:lnTo>
                <a:lnTo>
                  <a:pt x="651" y="837"/>
                </a:lnTo>
                <a:lnTo>
                  <a:pt x="650" y="837"/>
                </a:lnTo>
                <a:lnTo>
                  <a:pt x="649" y="837"/>
                </a:lnTo>
                <a:lnTo>
                  <a:pt x="649" y="836"/>
                </a:lnTo>
                <a:lnTo>
                  <a:pt x="648" y="836"/>
                </a:lnTo>
                <a:lnTo>
                  <a:pt x="647" y="836"/>
                </a:lnTo>
                <a:lnTo>
                  <a:pt x="646" y="836"/>
                </a:lnTo>
                <a:lnTo>
                  <a:pt x="646" y="835"/>
                </a:lnTo>
                <a:lnTo>
                  <a:pt x="645" y="835"/>
                </a:lnTo>
                <a:lnTo>
                  <a:pt x="644" y="835"/>
                </a:lnTo>
                <a:lnTo>
                  <a:pt x="644" y="834"/>
                </a:lnTo>
                <a:lnTo>
                  <a:pt x="643" y="834"/>
                </a:lnTo>
                <a:lnTo>
                  <a:pt x="642" y="834"/>
                </a:lnTo>
                <a:lnTo>
                  <a:pt x="641" y="834"/>
                </a:lnTo>
                <a:lnTo>
                  <a:pt x="640" y="834"/>
                </a:lnTo>
                <a:lnTo>
                  <a:pt x="639" y="834"/>
                </a:lnTo>
                <a:lnTo>
                  <a:pt x="638" y="834"/>
                </a:lnTo>
                <a:lnTo>
                  <a:pt x="637" y="834"/>
                </a:lnTo>
                <a:lnTo>
                  <a:pt x="636" y="834"/>
                </a:lnTo>
                <a:lnTo>
                  <a:pt x="635" y="834"/>
                </a:lnTo>
                <a:lnTo>
                  <a:pt x="634" y="834"/>
                </a:lnTo>
                <a:lnTo>
                  <a:pt x="634" y="835"/>
                </a:lnTo>
                <a:lnTo>
                  <a:pt x="634" y="836"/>
                </a:lnTo>
                <a:lnTo>
                  <a:pt x="634" y="837"/>
                </a:lnTo>
                <a:lnTo>
                  <a:pt x="633" y="837"/>
                </a:lnTo>
                <a:lnTo>
                  <a:pt x="632" y="837"/>
                </a:lnTo>
                <a:lnTo>
                  <a:pt x="632" y="839"/>
                </a:lnTo>
                <a:lnTo>
                  <a:pt x="632" y="840"/>
                </a:lnTo>
                <a:lnTo>
                  <a:pt x="631" y="840"/>
                </a:lnTo>
                <a:lnTo>
                  <a:pt x="631" y="841"/>
                </a:lnTo>
                <a:lnTo>
                  <a:pt x="631" y="840"/>
                </a:lnTo>
                <a:lnTo>
                  <a:pt x="630" y="840"/>
                </a:lnTo>
                <a:lnTo>
                  <a:pt x="629" y="840"/>
                </a:lnTo>
                <a:lnTo>
                  <a:pt x="628" y="840"/>
                </a:lnTo>
                <a:lnTo>
                  <a:pt x="628" y="839"/>
                </a:lnTo>
                <a:lnTo>
                  <a:pt x="628" y="837"/>
                </a:lnTo>
                <a:lnTo>
                  <a:pt x="627" y="837"/>
                </a:lnTo>
                <a:lnTo>
                  <a:pt x="626" y="837"/>
                </a:lnTo>
                <a:lnTo>
                  <a:pt x="626" y="839"/>
                </a:lnTo>
                <a:lnTo>
                  <a:pt x="625" y="839"/>
                </a:lnTo>
                <a:lnTo>
                  <a:pt x="624" y="839"/>
                </a:lnTo>
                <a:lnTo>
                  <a:pt x="623" y="839"/>
                </a:lnTo>
                <a:lnTo>
                  <a:pt x="623" y="840"/>
                </a:lnTo>
                <a:lnTo>
                  <a:pt x="621" y="840"/>
                </a:lnTo>
                <a:lnTo>
                  <a:pt x="621" y="839"/>
                </a:lnTo>
                <a:lnTo>
                  <a:pt x="620" y="839"/>
                </a:lnTo>
                <a:lnTo>
                  <a:pt x="619" y="839"/>
                </a:lnTo>
                <a:lnTo>
                  <a:pt x="619" y="837"/>
                </a:lnTo>
                <a:lnTo>
                  <a:pt x="619" y="836"/>
                </a:lnTo>
                <a:lnTo>
                  <a:pt x="618" y="836"/>
                </a:lnTo>
                <a:lnTo>
                  <a:pt x="618" y="835"/>
                </a:lnTo>
                <a:lnTo>
                  <a:pt x="617" y="835"/>
                </a:lnTo>
                <a:lnTo>
                  <a:pt x="617" y="834"/>
                </a:lnTo>
                <a:lnTo>
                  <a:pt x="616" y="834"/>
                </a:lnTo>
                <a:lnTo>
                  <a:pt x="615" y="834"/>
                </a:lnTo>
                <a:lnTo>
                  <a:pt x="615" y="833"/>
                </a:lnTo>
                <a:lnTo>
                  <a:pt x="614" y="833"/>
                </a:lnTo>
                <a:lnTo>
                  <a:pt x="614" y="834"/>
                </a:lnTo>
                <a:lnTo>
                  <a:pt x="613" y="834"/>
                </a:lnTo>
                <a:lnTo>
                  <a:pt x="613" y="835"/>
                </a:lnTo>
                <a:lnTo>
                  <a:pt x="612" y="835"/>
                </a:lnTo>
                <a:lnTo>
                  <a:pt x="612" y="834"/>
                </a:lnTo>
                <a:lnTo>
                  <a:pt x="610" y="834"/>
                </a:lnTo>
                <a:lnTo>
                  <a:pt x="609" y="834"/>
                </a:lnTo>
                <a:lnTo>
                  <a:pt x="608" y="834"/>
                </a:lnTo>
                <a:lnTo>
                  <a:pt x="608" y="833"/>
                </a:lnTo>
                <a:lnTo>
                  <a:pt x="608" y="834"/>
                </a:lnTo>
                <a:lnTo>
                  <a:pt x="607" y="834"/>
                </a:lnTo>
                <a:lnTo>
                  <a:pt x="607" y="833"/>
                </a:lnTo>
                <a:lnTo>
                  <a:pt x="606" y="833"/>
                </a:lnTo>
                <a:lnTo>
                  <a:pt x="606" y="832"/>
                </a:lnTo>
                <a:lnTo>
                  <a:pt x="607" y="832"/>
                </a:lnTo>
                <a:lnTo>
                  <a:pt x="607" y="831"/>
                </a:lnTo>
                <a:lnTo>
                  <a:pt x="607" y="830"/>
                </a:lnTo>
                <a:lnTo>
                  <a:pt x="608" y="830"/>
                </a:lnTo>
                <a:lnTo>
                  <a:pt x="608" y="828"/>
                </a:lnTo>
                <a:lnTo>
                  <a:pt x="608" y="827"/>
                </a:lnTo>
                <a:lnTo>
                  <a:pt x="607" y="827"/>
                </a:lnTo>
                <a:lnTo>
                  <a:pt x="607" y="826"/>
                </a:lnTo>
                <a:lnTo>
                  <a:pt x="607" y="825"/>
                </a:lnTo>
                <a:lnTo>
                  <a:pt x="607" y="824"/>
                </a:lnTo>
                <a:lnTo>
                  <a:pt x="607" y="823"/>
                </a:lnTo>
                <a:lnTo>
                  <a:pt x="606" y="823"/>
                </a:lnTo>
                <a:lnTo>
                  <a:pt x="606" y="822"/>
                </a:lnTo>
                <a:lnTo>
                  <a:pt x="605" y="822"/>
                </a:lnTo>
                <a:lnTo>
                  <a:pt x="605" y="821"/>
                </a:lnTo>
                <a:lnTo>
                  <a:pt x="606" y="821"/>
                </a:lnTo>
                <a:lnTo>
                  <a:pt x="606" y="820"/>
                </a:lnTo>
                <a:lnTo>
                  <a:pt x="607" y="820"/>
                </a:lnTo>
                <a:lnTo>
                  <a:pt x="607" y="819"/>
                </a:lnTo>
                <a:lnTo>
                  <a:pt x="607" y="818"/>
                </a:lnTo>
                <a:lnTo>
                  <a:pt x="608" y="818"/>
                </a:lnTo>
                <a:lnTo>
                  <a:pt x="609" y="818"/>
                </a:lnTo>
                <a:lnTo>
                  <a:pt x="610" y="818"/>
                </a:lnTo>
                <a:lnTo>
                  <a:pt x="611" y="817"/>
                </a:lnTo>
                <a:lnTo>
                  <a:pt x="611" y="816"/>
                </a:lnTo>
                <a:lnTo>
                  <a:pt x="611" y="815"/>
                </a:lnTo>
                <a:lnTo>
                  <a:pt x="612" y="815"/>
                </a:lnTo>
                <a:lnTo>
                  <a:pt x="611" y="815"/>
                </a:lnTo>
                <a:lnTo>
                  <a:pt x="611" y="814"/>
                </a:lnTo>
                <a:lnTo>
                  <a:pt x="612" y="814"/>
                </a:lnTo>
                <a:lnTo>
                  <a:pt x="612" y="813"/>
                </a:lnTo>
                <a:lnTo>
                  <a:pt x="612" y="814"/>
                </a:lnTo>
                <a:lnTo>
                  <a:pt x="612" y="813"/>
                </a:lnTo>
                <a:lnTo>
                  <a:pt x="612" y="814"/>
                </a:lnTo>
                <a:lnTo>
                  <a:pt x="613" y="814"/>
                </a:lnTo>
                <a:lnTo>
                  <a:pt x="613" y="813"/>
                </a:lnTo>
                <a:lnTo>
                  <a:pt x="613" y="811"/>
                </a:lnTo>
                <a:lnTo>
                  <a:pt x="613" y="810"/>
                </a:lnTo>
                <a:lnTo>
                  <a:pt x="614" y="810"/>
                </a:lnTo>
                <a:lnTo>
                  <a:pt x="613" y="810"/>
                </a:lnTo>
                <a:lnTo>
                  <a:pt x="613" y="809"/>
                </a:lnTo>
                <a:lnTo>
                  <a:pt x="613" y="808"/>
                </a:lnTo>
                <a:lnTo>
                  <a:pt x="612" y="808"/>
                </a:lnTo>
                <a:lnTo>
                  <a:pt x="612" y="807"/>
                </a:lnTo>
                <a:lnTo>
                  <a:pt x="613" y="807"/>
                </a:lnTo>
                <a:lnTo>
                  <a:pt x="613" y="806"/>
                </a:lnTo>
                <a:lnTo>
                  <a:pt x="614" y="806"/>
                </a:lnTo>
                <a:lnTo>
                  <a:pt x="614" y="805"/>
                </a:lnTo>
                <a:lnTo>
                  <a:pt x="614" y="804"/>
                </a:lnTo>
                <a:lnTo>
                  <a:pt x="614" y="803"/>
                </a:lnTo>
                <a:lnTo>
                  <a:pt x="613" y="803"/>
                </a:lnTo>
                <a:lnTo>
                  <a:pt x="613" y="802"/>
                </a:lnTo>
                <a:lnTo>
                  <a:pt x="612" y="802"/>
                </a:lnTo>
                <a:lnTo>
                  <a:pt x="611" y="802"/>
                </a:lnTo>
                <a:lnTo>
                  <a:pt x="610" y="802"/>
                </a:lnTo>
                <a:lnTo>
                  <a:pt x="610" y="801"/>
                </a:lnTo>
                <a:lnTo>
                  <a:pt x="610" y="800"/>
                </a:lnTo>
                <a:lnTo>
                  <a:pt x="609" y="800"/>
                </a:lnTo>
                <a:lnTo>
                  <a:pt x="609" y="799"/>
                </a:lnTo>
                <a:lnTo>
                  <a:pt x="608" y="799"/>
                </a:lnTo>
                <a:lnTo>
                  <a:pt x="608" y="798"/>
                </a:lnTo>
                <a:lnTo>
                  <a:pt x="607" y="798"/>
                </a:lnTo>
                <a:lnTo>
                  <a:pt x="606" y="798"/>
                </a:lnTo>
                <a:lnTo>
                  <a:pt x="605" y="798"/>
                </a:lnTo>
                <a:lnTo>
                  <a:pt x="605" y="799"/>
                </a:lnTo>
                <a:lnTo>
                  <a:pt x="604" y="799"/>
                </a:lnTo>
                <a:lnTo>
                  <a:pt x="603" y="799"/>
                </a:lnTo>
                <a:lnTo>
                  <a:pt x="603" y="798"/>
                </a:lnTo>
                <a:lnTo>
                  <a:pt x="602" y="798"/>
                </a:lnTo>
                <a:lnTo>
                  <a:pt x="601" y="798"/>
                </a:lnTo>
                <a:lnTo>
                  <a:pt x="601" y="799"/>
                </a:lnTo>
                <a:lnTo>
                  <a:pt x="601" y="800"/>
                </a:lnTo>
                <a:lnTo>
                  <a:pt x="600" y="800"/>
                </a:lnTo>
                <a:lnTo>
                  <a:pt x="600" y="801"/>
                </a:lnTo>
                <a:lnTo>
                  <a:pt x="599" y="801"/>
                </a:lnTo>
                <a:lnTo>
                  <a:pt x="599" y="802"/>
                </a:lnTo>
                <a:lnTo>
                  <a:pt x="598" y="802"/>
                </a:lnTo>
                <a:lnTo>
                  <a:pt x="598" y="803"/>
                </a:lnTo>
                <a:lnTo>
                  <a:pt x="597" y="803"/>
                </a:lnTo>
                <a:lnTo>
                  <a:pt x="597" y="804"/>
                </a:lnTo>
                <a:lnTo>
                  <a:pt x="597" y="803"/>
                </a:lnTo>
                <a:lnTo>
                  <a:pt x="597" y="804"/>
                </a:lnTo>
                <a:lnTo>
                  <a:pt x="596" y="804"/>
                </a:lnTo>
                <a:lnTo>
                  <a:pt x="596" y="805"/>
                </a:lnTo>
                <a:lnTo>
                  <a:pt x="595" y="805"/>
                </a:lnTo>
                <a:lnTo>
                  <a:pt x="595" y="806"/>
                </a:lnTo>
                <a:lnTo>
                  <a:pt x="596" y="806"/>
                </a:lnTo>
                <a:lnTo>
                  <a:pt x="596" y="807"/>
                </a:lnTo>
                <a:lnTo>
                  <a:pt x="595" y="807"/>
                </a:lnTo>
                <a:lnTo>
                  <a:pt x="595" y="808"/>
                </a:lnTo>
                <a:lnTo>
                  <a:pt x="594" y="808"/>
                </a:lnTo>
                <a:lnTo>
                  <a:pt x="593" y="808"/>
                </a:lnTo>
                <a:lnTo>
                  <a:pt x="592" y="808"/>
                </a:lnTo>
                <a:lnTo>
                  <a:pt x="592" y="809"/>
                </a:lnTo>
                <a:lnTo>
                  <a:pt x="592" y="808"/>
                </a:lnTo>
                <a:lnTo>
                  <a:pt x="592" y="807"/>
                </a:lnTo>
                <a:lnTo>
                  <a:pt x="591" y="807"/>
                </a:lnTo>
                <a:lnTo>
                  <a:pt x="589" y="807"/>
                </a:lnTo>
                <a:lnTo>
                  <a:pt x="589" y="808"/>
                </a:lnTo>
                <a:lnTo>
                  <a:pt x="588" y="808"/>
                </a:lnTo>
                <a:lnTo>
                  <a:pt x="588" y="807"/>
                </a:lnTo>
                <a:lnTo>
                  <a:pt x="588" y="808"/>
                </a:lnTo>
                <a:lnTo>
                  <a:pt x="587" y="808"/>
                </a:lnTo>
                <a:lnTo>
                  <a:pt x="586" y="808"/>
                </a:lnTo>
                <a:lnTo>
                  <a:pt x="585" y="808"/>
                </a:lnTo>
                <a:lnTo>
                  <a:pt x="585" y="809"/>
                </a:lnTo>
                <a:lnTo>
                  <a:pt x="585" y="808"/>
                </a:lnTo>
                <a:lnTo>
                  <a:pt x="584" y="808"/>
                </a:lnTo>
                <a:lnTo>
                  <a:pt x="584" y="809"/>
                </a:lnTo>
                <a:lnTo>
                  <a:pt x="584" y="810"/>
                </a:lnTo>
                <a:lnTo>
                  <a:pt x="583" y="809"/>
                </a:lnTo>
                <a:lnTo>
                  <a:pt x="582" y="809"/>
                </a:lnTo>
                <a:lnTo>
                  <a:pt x="582" y="808"/>
                </a:lnTo>
                <a:lnTo>
                  <a:pt x="581" y="808"/>
                </a:lnTo>
                <a:lnTo>
                  <a:pt x="580" y="808"/>
                </a:lnTo>
                <a:lnTo>
                  <a:pt x="580" y="807"/>
                </a:lnTo>
                <a:lnTo>
                  <a:pt x="579" y="807"/>
                </a:lnTo>
                <a:lnTo>
                  <a:pt x="578" y="807"/>
                </a:lnTo>
                <a:lnTo>
                  <a:pt x="578" y="806"/>
                </a:lnTo>
                <a:lnTo>
                  <a:pt x="577" y="806"/>
                </a:lnTo>
                <a:lnTo>
                  <a:pt x="575" y="806"/>
                </a:lnTo>
                <a:lnTo>
                  <a:pt x="575" y="805"/>
                </a:lnTo>
                <a:lnTo>
                  <a:pt x="574" y="805"/>
                </a:lnTo>
                <a:lnTo>
                  <a:pt x="573" y="805"/>
                </a:lnTo>
                <a:lnTo>
                  <a:pt x="572" y="805"/>
                </a:lnTo>
                <a:lnTo>
                  <a:pt x="572" y="804"/>
                </a:lnTo>
                <a:lnTo>
                  <a:pt x="571" y="804"/>
                </a:lnTo>
                <a:lnTo>
                  <a:pt x="571" y="803"/>
                </a:lnTo>
                <a:lnTo>
                  <a:pt x="570" y="803"/>
                </a:lnTo>
                <a:lnTo>
                  <a:pt x="569" y="803"/>
                </a:lnTo>
                <a:lnTo>
                  <a:pt x="569" y="802"/>
                </a:lnTo>
                <a:lnTo>
                  <a:pt x="570" y="802"/>
                </a:lnTo>
                <a:lnTo>
                  <a:pt x="569" y="801"/>
                </a:lnTo>
                <a:lnTo>
                  <a:pt x="569" y="800"/>
                </a:lnTo>
                <a:lnTo>
                  <a:pt x="570" y="800"/>
                </a:lnTo>
                <a:lnTo>
                  <a:pt x="570" y="799"/>
                </a:lnTo>
                <a:lnTo>
                  <a:pt x="569" y="799"/>
                </a:lnTo>
                <a:lnTo>
                  <a:pt x="568" y="799"/>
                </a:lnTo>
                <a:lnTo>
                  <a:pt x="567" y="799"/>
                </a:lnTo>
                <a:lnTo>
                  <a:pt x="567" y="798"/>
                </a:lnTo>
                <a:lnTo>
                  <a:pt x="567" y="797"/>
                </a:lnTo>
                <a:lnTo>
                  <a:pt x="566" y="797"/>
                </a:lnTo>
                <a:lnTo>
                  <a:pt x="566" y="796"/>
                </a:lnTo>
                <a:lnTo>
                  <a:pt x="565" y="796"/>
                </a:lnTo>
                <a:lnTo>
                  <a:pt x="565" y="795"/>
                </a:lnTo>
                <a:lnTo>
                  <a:pt x="565" y="794"/>
                </a:lnTo>
                <a:lnTo>
                  <a:pt x="564" y="794"/>
                </a:lnTo>
                <a:lnTo>
                  <a:pt x="564" y="793"/>
                </a:lnTo>
                <a:lnTo>
                  <a:pt x="563" y="793"/>
                </a:lnTo>
                <a:lnTo>
                  <a:pt x="562" y="793"/>
                </a:lnTo>
                <a:lnTo>
                  <a:pt x="561" y="793"/>
                </a:lnTo>
                <a:lnTo>
                  <a:pt x="560" y="793"/>
                </a:lnTo>
                <a:lnTo>
                  <a:pt x="559" y="793"/>
                </a:lnTo>
                <a:lnTo>
                  <a:pt x="558" y="793"/>
                </a:lnTo>
                <a:lnTo>
                  <a:pt x="558" y="792"/>
                </a:lnTo>
                <a:lnTo>
                  <a:pt x="557" y="792"/>
                </a:lnTo>
                <a:lnTo>
                  <a:pt x="557" y="791"/>
                </a:lnTo>
                <a:lnTo>
                  <a:pt x="556" y="791"/>
                </a:lnTo>
                <a:lnTo>
                  <a:pt x="556" y="792"/>
                </a:lnTo>
                <a:lnTo>
                  <a:pt x="555" y="792"/>
                </a:lnTo>
                <a:lnTo>
                  <a:pt x="554" y="792"/>
                </a:lnTo>
                <a:lnTo>
                  <a:pt x="553" y="792"/>
                </a:lnTo>
                <a:lnTo>
                  <a:pt x="553" y="791"/>
                </a:lnTo>
                <a:lnTo>
                  <a:pt x="553" y="792"/>
                </a:lnTo>
                <a:lnTo>
                  <a:pt x="552" y="792"/>
                </a:lnTo>
                <a:lnTo>
                  <a:pt x="551" y="792"/>
                </a:lnTo>
                <a:lnTo>
                  <a:pt x="551" y="793"/>
                </a:lnTo>
                <a:lnTo>
                  <a:pt x="550" y="793"/>
                </a:lnTo>
                <a:lnTo>
                  <a:pt x="550" y="792"/>
                </a:lnTo>
                <a:lnTo>
                  <a:pt x="550" y="791"/>
                </a:lnTo>
                <a:lnTo>
                  <a:pt x="549" y="791"/>
                </a:lnTo>
                <a:lnTo>
                  <a:pt x="549" y="792"/>
                </a:lnTo>
                <a:lnTo>
                  <a:pt x="549" y="791"/>
                </a:lnTo>
                <a:lnTo>
                  <a:pt x="548" y="791"/>
                </a:lnTo>
                <a:lnTo>
                  <a:pt x="548" y="790"/>
                </a:lnTo>
                <a:lnTo>
                  <a:pt x="547" y="790"/>
                </a:lnTo>
                <a:lnTo>
                  <a:pt x="546" y="790"/>
                </a:lnTo>
                <a:lnTo>
                  <a:pt x="546" y="789"/>
                </a:lnTo>
                <a:lnTo>
                  <a:pt x="546" y="788"/>
                </a:lnTo>
                <a:lnTo>
                  <a:pt x="547" y="788"/>
                </a:lnTo>
                <a:lnTo>
                  <a:pt x="546" y="788"/>
                </a:lnTo>
                <a:lnTo>
                  <a:pt x="546" y="787"/>
                </a:lnTo>
                <a:lnTo>
                  <a:pt x="546" y="786"/>
                </a:lnTo>
                <a:lnTo>
                  <a:pt x="545" y="786"/>
                </a:lnTo>
                <a:lnTo>
                  <a:pt x="545" y="785"/>
                </a:lnTo>
                <a:lnTo>
                  <a:pt x="545" y="784"/>
                </a:lnTo>
                <a:lnTo>
                  <a:pt x="546" y="784"/>
                </a:lnTo>
                <a:lnTo>
                  <a:pt x="545" y="784"/>
                </a:lnTo>
                <a:lnTo>
                  <a:pt x="545" y="783"/>
                </a:lnTo>
                <a:lnTo>
                  <a:pt x="544" y="783"/>
                </a:lnTo>
                <a:lnTo>
                  <a:pt x="543" y="783"/>
                </a:lnTo>
                <a:lnTo>
                  <a:pt x="542" y="783"/>
                </a:lnTo>
                <a:lnTo>
                  <a:pt x="542" y="782"/>
                </a:lnTo>
                <a:lnTo>
                  <a:pt x="543" y="782"/>
                </a:lnTo>
                <a:lnTo>
                  <a:pt x="543" y="781"/>
                </a:lnTo>
                <a:lnTo>
                  <a:pt x="543" y="780"/>
                </a:lnTo>
                <a:lnTo>
                  <a:pt x="542" y="780"/>
                </a:lnTo>
                <a:lnTo>
                  <a:pt x="541" y="780"/>
                </a:lnTo>
                <a:lnTo>
                  <a:pt x="540" y="780"/>
                </a:lnTo>
                <a:lnTo>
                  <a:pt x="539" y="780"/>
                </a:lnTo>
                <a:lnTo>
                  <a:pt x="538" y="780"/>
                </a:lnTo>
                <a:lnTo>
                  <a:pt x="538" y="779"/>
                </a:lnTo>
                <a:lnTo>
                  <a:pt x="537" y="779"/>
                </a:lnTo>
                <a:lnTo>
                  <a:pt x="537" y="780"/>
                </a:lnTo>
                <a:lnTo>
                  <a:pt x="536" y="780"/>
                </a:lnTo>
                <a:lnTo>
                  <a:pt x="535" y="780"/>
                </a:lnTo>
                <a:lnTo>
                  <a:pt x="535" y="779"/>
                </a:lnTo>
                <a:lnTo>
                  <a:pt x="534" y="779"/>
                </a:lnTo>
                <a:lnTo>
                  <a:pt x="533" y="779"/>
                </a:lnTo>
                <a:lnTo>
                  <a:pt x="533" y="778"/>
                </a:lnTo>
                <a:lnTo>
                  <a:pt x="532" y="778"/>
                </a:lnTo>
                <a:lnTo>
                  <a:pt x="532" y="777"/>
                </a:lnTo>
                <a:lnTo>
                  <a:pt x="531" y="777"/>
                </a:lnTo>
                <a:lnTo>
                  <a:pt x="530" y="776"/>
                </a:lnTo>
                <a:lnTo>
                  <a:pt x="530" y="777"/>
                </a:lnTo>
                <a:lnTo>
                  <a:pt x="529" y="777"/>
                </a:lnTo>
                <a:lnTo>
                  <a:pt x="528" y="777"/>
                </a:lnTo>
                <a:lnTo>
                  <a:pt x="527" y="777"/>
                </a:lnTo>
                <a:lnTo>
                  <a:pt x="527" y="776"/>
                </a:lnTo>
                <a:lnTo>
                  <a:pt x="527" y="775"/>
                </a:lnTo>
                <a:lnTo>
                  <a:pt x="526" y="775"/>
                </a:lnTo>
                <a:lnTo>
                  <a:pt x="526" y="774"/>
                </a:lnTo>
                <a:lnTo>
                  <a:pt x="526" y="773"/>
                </a:lnTo>
                <a:lnTo>
                  <a:pt x="527" y="773"/>
                </a:lnTo>
                <a:lnTo>
                  <a:pt x="527" y="772"/>
                </a:lnTo>
                <a:lnTo>
                  <a:pt x="527" y="771"/>
                </a:lnTo>
                <a:lnTo>
                  <a:pt x="527" y="770"/>
                </a:lnTo>
                <a:lnTo>
                  <a:pt x="527" y="769"/>
                </a:lnTo>
                <a:lnTo>
                  <a:pt x="528" y="769"/>
                </a:lnTo>
                <a:lnTo>
                  <a:pt x="528" y="768"/>
                </a:lnTo>
                <a:lnTo>
                  <a:pt x="528" y="767"/>
                </a:lnTo>
                <a:lnTo>
                  <a:pt x="528" y="766"/>
                </a:lnTo>
                <a:lnTo>
                  <a:pt x="528" y="765"/>
                </a:lnTo>
                <a:lnTo>
                  <a:pt x="529" y="765"/>
                </a:lnTo>
                <a:lnTo>
                  <a:pt x="529" y="764"/>
                </a:lnTo>
                <a:lnTo>
                  <a:pt x="529" y="763"/>
                </a:lnTo>
                <a:lnTo>
                  <a:pt x="529" y="762"/>
                </a:lnTo>
                <a:lnTo>
                  <a:pt x="528" y="762"/>
                </a:lnTo>
                <a:lnTo>
                  <a:pt x="528" y="761"/>
                </a:lnTo>
                <a:lnTo>
                  <a:pt x="527" y="761"/>
                </a:lnTo>
                <a:lnTo>
                  <a:pt x="527" y="760"/>
                </a:lnTo>
                <a:lnTo>
                  <a:pt x="526" y="760"/>
                </a:lnTo>
                <a:lnTo>
                  <a:pt x="525" y="760"/>
                </a:lnTo>
                <a:lnTo>
                  <a:pt x="525" y="761"/>
                </a:lnTo>
                <a:lnTo>
                  <a:pt x="524" y="761"/>
                </a:lnTo>
                <a:lnTo>
                  <a:pt x="523" y="761"/>
                </a:lnTo>
                <a:lnTo>
                  <a:pt x="523" y="760"/>
                </a:lnTo>
                <a:lnTo>
                  <a:pt x="523" y="759"/>
                </a:lnTo>
                <a:lnTo>
                  <a:pt x="523" y="758"/>
                </a:lnTo>
                <a:lnTo>
                  <a:pt x="523" y="757"/>
                </a:lnTo>
                <a:lnTo>
                  <a:pt x="524" y="757"/>
                </a:lnTo>
                <a:lnTo>
                  <a:pt x="524" y="756"/>
                </a:lnTo>
                <a:lnTo>
                  <a:pt x="524" y="755"/>
                </a:lnTo>
                <a:lnTo>
                  <a:pt x="525" y="755"/>
                </a:lnTo>
                <a:lnTo>
                  <a:pt x="524" y="755"/>
                </a:lnTo>
                <a:lnTo>
                  <a:pt x="524" y="753"/>
                </a:lnTo>
                <a:lnTo>
                  <a:pt x="523" y="753"/>
                </a:lnTo>
                <a:lnTo>
                  <a:pt x="522" y="753"/>
                </a:lnTo>
                <a:lnTo>
                  <a:pt x="522" y="752"/>
                </a:lnTo>
                <a:lnTo>
                  <a:pt x="522" y="751"/>
                </a:lnTo>
                <a:lnTo>
                  <a:pt x="522" y="750"/>
                </a:lnTo>
                <a:lnTo>
                  <a:pt x="521" y="750"/>
                </a:lnTo>
                <a:lnTo>
                  <a:pt x="521" y="749"/>
                </a:lnTo>
                <a:lnTo>
                  <a:pt x="522" y="749"/>
                </a:lnTo>
                <a:lnTo>
                  <a:pt x="522" y="748"/>
                </a:lnTo>
                <a:lnTo>
                  <a:pt x="521" y="748"/>
                </a:lnTo>
                <a:lnTo>
                  <a:pt x="521" y="747"/>
                </a:lnTo>
                <a:lnTo>
                  <a:pt x="521" y="746"/>
                </a:lnTo>
                <a:lnTo>
                  <a:pt x="521" y="745"/>
                </a:lnTo>
                <a:lnTo>
                  <a:pt x="522" y="745"/>
                </a:lnTo>
                <a:lnTo>
                  <a:pt x="523" y="744"/>
                </a:lnTo>
                <a:lnTo>
                  <a:pt x="523" y="745"/>
                </a:lnTo>
                <a:lnTo>
                  <a:pt x="524" y="745"/>
                </a:lnTo>
                <a:lnTo>
                  <a:pt x="524" y="744"/>
                </a:lnTo>
                <a:lnTo>
                  <a:pt x="524" y="743"/>
                </a:lnTo>
                <a:lnTo>
                  <a:pt x="524" y="742"/>
                </a:lnTo>
                <a:lnTo>
                  <a:pt x="525" y="742"/>
                </a:lnTo>
                <a:lnTo>
                  <a:pt x="525" y="741"/>
                </a:lnTo>
                <a:lnTo>
                  <a:pt x="524" y="741"/>
                </a:lnTo>
                <a:lnTo>
                  <a:pt x="523" y="741"/>
                </a:lnTo>
                <a:lnTo>
                  <a:pt x="522" y="741"/>
                </a:lnTo>
                <a:lnTo>
                  <a:pt x="520" y="741"/>
                </a:lnTo>
                <a:lnTo>
                  <a:pt x="519" y="741"/>
                </a:lnTo>
                <a:lnTo>
                  <a:pt x="518" y="741"/>
                </a:lnTo>
                <a:lnTo>
                  <a:pt x="517" y="741"/>
                </a:lnTo>
                <a:lnTo>
                  <a:pt x="517" y="740"/>
                </a:lnTo>
                <a:lnTo>
                  <a:pt x="516" y="740"/>
                </a:lnTo>
                <a:lnTo>
                  <a:pt x="517" y="740"/>
                </a:lnTo>
                <a:lnTo>
                  <a:pt x="517" y="739"/>
                </a:lnTo>
                <a:lnTo>
                  <a:pt x="517" y="738"/>
                </a:lnTo>
                <a:lnTo>
                  <a:pt x="517" y="737"/>
                </a:lnTo>
                <a:lnTo>
                  <a:pt x="516" y="737"/>
                </a:lnTo>
                <a:lnTo>
                  <a:pt x="516" y="736"/>
                </a:lnTo>
                <a:lnTo>
                  <a:pt x="515" y="736"/>
                </a:lnTo>
                <a:lnTo>
                  <a:pt x="514" y="736"/>
                </a:lnTo>
                <a:lnTo>
                  <a:pt x="513" y="736"/>
                </a:lnTo>
                <a:lnTo>
                  <a:pt x="513" y="737"/>
                </a:lnTo>
                <a:lnTo>
                  <a:pt x="512" y="736"/>
                </a:lnTo>
                <a:lnTo>
                  <a:pt x="511" y="736"/>
                </a:lnTo>
                <a:lnTo>
                  <a:pt x="511" y="735"/>
                </a:lnTo>
                <a:lnTo>
                  <a:pt x="510" y="735"/>
                </a:lnTo>
                <a:lnTo>
                  <a:pt x="509" y="736"/>
                </a:lnTo>
                <a:lnTo>
                  <a:pt x="509" y="737"/>
                </a:lnTo>
                <a:lnTo>
                  <a:pt x="509" y="736"/>
                </a:lnTo>
                <a:lnTo>
                  <a:pt x="508" y="736"/>
                </a:lnTo>
                <a:lnTo>
                  <a:pt x="507" y="736"/>
                </a:lnTo>
                <a:lnTo>
                  <a:pt x="507" y="735"/>
                </a:lnTo>
                <a:lnTo>
                  <a:pt x="507" y="736"/>
                </a:lnTo>
                <a:lnTo>
                  <a:pt x="506" y="736"/>
                </a:lnTo>
                <a:lnTo>
                  <a:pt x="506" y="735"/>
                </a:lnTo>
                <a:lnTo>
                  <a:pt x="505" y="735"/>
                </a:lnTo>
                <a:lnTo>
                  <a:pt x="506" y="735"/>
                </a:lnTo>
                <a:lnTo>
                  <a:pt x="506" y="734"/>
                </a:lnTo>
                <a:lnTo>
                  <a:pt x="507" y="734"/>
                </a:lnTo>
                <a:lnTo>
                  <a:pt x="506" y="734"/>
                </a:lnTo>
                <a:lnTo>
                  <a:pt x="506" y="733"/>
                </a:lnTo>
                <a:lnTo>
                  <a:pt x="505" y="733"/>
                </a:lnTo>
                <a:lnTo>
                  <a:pt x="504" y="732"/>
                </a:lnTo>
                <a:lnTo>
                  <a:pt x="503" y="732"/>
                </a:lnTo>
                <a:lnTo>
                  <a:pt x="502" y="732"/>
                </a:lnTo>
                <a:lnTo>
                  <a:pt x="502" y="733"/>
                </a:lnTo>
                <a:lnTo>
                  <a:pt x="501" y="733"/>
                </a:lnTo>
                <a:lnTo>
                  <a:pt x="500" y="733"/>
                </a:lnTo>
                <a:lnTo>
                  <a:pt x="499" y="733"/>
                </a:lnTo>
                <a:lnTo>
                  <a:pt x="498" y="733"/>
                </a:lnTo>
                <a:lnTo>
                  <a:pt x="498" y="732"/>
                </a:lnTo>
                <a:lnTo>
                  <a:pt x="497" y="733"/>
                </a:lnTo>
                <a:lnTo>
                  <a:pt x="496" y="733"/>
                </a:lnTo>
                <a:lnTo>
                  <a:pt x="495" y="733"/>
                </a:lnTo>
                <a:lnTo>
                  <a:pt x="495" y="734"/>
                </a:lnTo>
                <a:lnTo>
                  <a:pt x="494" y="734"/>
                </a:lnTo>
                <a:lnTo>
                  <a:pt x="493" y="734"/>
                </a:lnTo>
                <a:lnTo>
                  <a:pt x="493" y="735"/>
                </a:lnTo>
                <a:lnTo>
                  <a:pt x="492" y="735"/>
                </a:lnTo>
                <a:lnTo>
                  <a:pt x="491" y="735"/>
                </a:lnTo>
                <a:lnTo>
                  <a:pt x="490" y="735"/>
                </a:lnTo>
                <a:lnTo>
                  <a:pt x="489" y="735"/>
                </a:lnTo>
                <a:lnTo>
                  <a:pt x="490" y="735"/>
                </a:lnTo>
                <a:lnTo>
                  <a:pt x="489" y="735"/>
                </a:lnTo>
                <a:lnTo>
                  <a:pt x="489" y="736"/>
                </a:lnTo>
                <a:lnTo>
                  <a:pt x="489" y="737"/>
                </a:lnTo>
                <a:lnTo>
                  <a:pt x="488" y="737"/>
                </a:lnTo>
                <a:lnTo>
                  <a:pt x="488" y="738"/>
                </a:lnTo>
                <a:lnTo>
                  <a:pt x="488" y="739"/>
                </a:lnTo>
                <a:lnTo>
                  <a:pt x="489" y="739"/>
                </a:lnTo>
                <a:lnTo>
                  <a:pt x="489" y="740"/>
                </a:lnTo>
                <a:lnTo>
                  <a:pt x="488" y="740"/>
                </a:lnTo>
                <a:lnTo>
                  <a:pt x="487" y="740"/>
                </a:lnTo>
                <a:lnTo>
                  <a:pt x="487" y="741"/>
                </a:lnTo>
                <a:lnTo>
                  <a:pt x="486" y="741"/>
                </a:lnTo>
                <a:lnTo>
                  <a:pt x="486" y="740"/>
                </a:lnTo>
                <a:lnTo>
                  <a:pt x="486" y="741"/>
                </a:lnTo>
                <a:lnTo>
                  <a:pt x="485" y="741"/>
                </a:lnTo>
                <a:lnTo>
                  <a:pt x="484" y="741"/>
                </a:lnTo>
                <a:lnTo>
                  <a:pt x="483" y="741"/>
                </a:lnTo>
                <a:lnTo>
                  <a:pt x="482" y="741"/>
                </a:lnTo>
                <a:lnTo>
                  <a:pt x="481" y="741"/>
                </a:lnTo>
                <a:lnTo>
                  <a:pt x="480" y="741"/>
                </a:lnTo>
                <a:lnTo>
                  <a:pt x="480" y="742"/>
                </a:lnTo>
                <a:lnTo>
                  <a:pt x="479" y="742"/>
                </a:lnTo>
                <a:lnTo>
                  <a:pt x="479" y="743"/>
                </a:lnTo>
                <a:lnTo>
                  <a:pt x="478" y="743"/>
                </a:lnTo>
                <a:lnTo>
                  <a:pt x="478" y="744"/>
                </a:lnTo>
                <a:lnTo>
                  <a:pt x="477" y="744"/>
                </a:lnTo>
                <a:lnTo>
                  <a:pt x="477" y="745"/>
                </a:lnTo>
                <a:lnTo>
                  <a:pt x="476" y="745"/>
                </a:lnTo>
                <a:lnTo>
                  <a:pt x="475" y="745"/>
                </a:lnTo>
                <a:lnTo>
                  <a:pt x="475" y="746"/>
                </a:lnTo>
                <a:lnTo>
                  <a:pt x="476" y="746"/>
                </a:lnTo>
                <a:lnTo>
                  <a:pt x="475" y="746"/>
                </a:lnTo>
                <a:lnTo>
                  <a:pt x="476" y="746"/>
                </a:lnTo>
                <a:lnTo>
                  <a:pt x="475" y="746"/>
                </a:lnTo>
                <a:lnTo>
                  <a:pt x="476" y="746"/>
                </a:lnTo>
                <a:lnTo>
                  <a:pt x="476" y="747"/>
                </a:lnTo>
                <a:lnTo>
                  <a:pt x="476" y="748"/>
                </a:lnTo>
                <a:lnTo>
                  <a:pt x="475" y="748"/>
                </a:lnTo>
                <a:lnTo>
                  <a:pt x="475" y="749"/>
                </a:lnTo>
                <a:lnTo>
                  <a:pt x="475" y="748"/>
                </a:lnTo>
                <a:lnTo>
                  <a:pt x="475" y="749"/>
                </a:lnTo>
                <a:lnTo>
                  <a:pt x="474" y="749"/>
                </a:lnTo>
                <a:lnTo>
                  <a:pt x="473" y="749"/>
                </a:lnTo>
                <a:lnTo>
                  <a:pt x="472" y="749"/>
                </a:lnTo>
                <a:lnTo>
                  <a:pt x="472" y="748"/>
                </a:lnTo>
                <a:lnTo>
                  <a:pt x="471" y="748"/>
                </a:lnTo>
                <a:lnTo>
                  <a:pt x="471" y="747"/>
                </a:lnTo>
                <a:lnTo>
                  <a:pt x="471" y="748"/>
                </a:lnTo>
                <a:lnTo>
                  <a:pt x="470" y="748"/>
                </a:lnTo>
                <a:lnTo>
                  <a:pt x="469" y="748"/>
                </a:lnTo>
                <a:lnTo>
                  <a:pt x="468" y="748"/>
                </a:lnTo>
                <a:lnTo>
                  <a:pt x="468" y="747"/>
                </a:lnTo>
                <a:lnTo>
                  <a:pt x="468" y="746"/>
                </a:lnTo>
                <a:lnTo>
                  <a:pt x="468" y="745"/>
                </a:lnTo>
                <a:lnTo>
                  <a:pt x="467" y="745"/>
                </a:lnTo>
                <a:lnTo>
                  <a:pt x="466" y="745"/>
                </a:lnTo>
                <a:lnTo>
                  <a:pt x="465" y="745"/>
                </a:lnTo>
                <a:lnTo>
                  <a:pt x="464" y="745"/>
                </a:lnTo>
                <a:lnTo>
                  <a:pt x="464" y="744"/>
                </a:lnTo>
                <a:lnTo>
                  <a:pt x="463" y="744"/>
                </a:lnTo>
                <a:lnTo>
                  <a:pt x="463" y="743"/>
                </a:lnTo>
                <a:lnTo>
                  <a:pt x="463" y="742"/>
                </a:lnTo>
                <a:lnTo>
                  <a:pt x="463" y="741"/>
                </a:lnTo>
                <a:lnTo>
                  <a:pt x="463" y="740"/>
                </a:lnTo>
                <a:lnTo>
                  <a:pt x="462" y="740"/>
                </a:lnTo>
                <a:lnTo>
                  <a:pt x="462" y="739"/>
                </a:lnTo>
                <a:lnTo>
                  <a:pt x="462" y="740"/>
                </a:lnTo>
                <a:lnTo>
                  <a:pt x="462" y="739"/>
                </a:lnTo>
                <a:lnTo>
                  <a:pt x="461" y="739"/>
                </a:lnTo>
                <a:lnTo>
                  <a:pt x="460" y="739"/>
                </a:lnTo>
                <a:lnTo>
                  <a:pt x="460" y="738"/>
                </a:lnTo>
                <a:lnTo>
                  <a:pt x="461" y="738"/>
                </a:lnTo>
                <a:lnTo>
                  <a:pt x="460" y="738"/>
                </a:lnTo>
                <a:lnTo>
                  <a:pt x="460" y="737"/>
                </a:lnTo>
                <a:lnTo>
                  <a:pt x="459" y="737"/>
                </a:lnTo>
                <a:lnTo>
                  <a:pt x="459" y="738"/>
                </a:lnTo>
                <a:lnTo>
                  <a:pt x="458" y="738"/>
                </a:lnTo>
                <a:lnTo>
                  <a:pt x="458" y="737"/>
                </a:lnTo>
                <a:lnTo>
                  <a:pt x="458" y="736"/>
                </a:lnTo>
                <a:lnTo>
                  <a:pt x="457" y="736"/>
                </a:lnTo>
                <a:lnTo>
                  <a:pt x="457" y="735"/>
                </a:lnTo>
                <a:lnTo>
                  <a:pt x="456" y="735"/>
                </a:lnTo>
                <a:lnTo>
                  <a:pt x="456" y="734"/>
                </a:lnTo>
                <a:lnTo>
                  <a:pt x="456" y="733"/>
                </a:lnTo>
                <a:lnTo>
                  <a:pt x="456" y="732"/>
                </a:lnTo>
                <a:lnTo>
                  <a:pt x="456" y="731"/>
                </a:lnTo>
                <a:lnTo>
                  <a:pt x="456" y="730"/>
                </a:lnTo>
                <a:lnTo>
                  <a:pt x="455" y="730"/>
                </a:lnTo>
                <a:lnTo>
                  <a:pt x="455" y="729"/>
                </a:lnTo>
                <a:lnTo>
                  <a:pt x="454" y="729"/>
                </a:lnTo>
                <a:lnTo>
                  <a:pt x="454" y="728"/>
                </a:lnTo>
                <a:lnTo>
                  <a:pt x="453" y="728"/>
                </a:lnTo>
                <a:lnTo>
                  <a:pt x="454" y="728"/>
                </a:lnTo>
                <a:lnTo>
                  <a:pt x="454" y="727"/>
                </a:lnTo>
                <a:lnTo>
                  <a:pt x="453" y="727"/>
                </a:lnTo>
                <a:lnTo>
                  <a:pt x="454" y="727"/>
                </a:lnTo>
                <a:lnTo>
                  <a:pt x="454" y="726"/>
                </a:lnTo>
                <a:lnTo>
                  <a:pt x="454" y="725"/>
                </a:lnTo>
                <a:lnTo>
                  <a:pt x="455" y="725"/>
                </a:lnTo>
                <a:lnTo>
                  <a:pt x="455" y="724"/>
                </a:lnTo>
                <a:lnTo>
                  <a:pt x="454" y="724"/>
                </a:lnTo>
                <a:lnTo>
                  <a:pt x="454" y="723"/>
                </a:lnTo>
                <a:lnTo>
                  <a:pt x="453" y="723"/>
                </a:lnTo>
                <a:lnTo>
                  <a:pt x="453" y="722"/>
                </a:lnTo>
                <a:lnTo>
                  <a:pt x="453" y="723"/>
                </a:lnTo>
                <a:lnTo>
                  <a:pt x="452" y="723"/>
                </a:lnTo>
                <a:lnTo>
                  <a:pt x="452" y="722"/>
                </a:lnTo>
                <a:lnTo>
                  <a:pt x="451" y="722"/>
                </a:lnTo>
                <a:lnTo>
                  <a:pt x="450" y="722"/>
                </a:lnTo>
                <a:lnTo>
                  <a:pt x="450" y="721"/>
                </a:lnTo>
                <a:lnTo>
                  <a:pt x="449" y="721"/>
                </a:lnTo>
                <a:lnTo>
                  <a:pt x="449" y="720"/>
                </a:lnTo>
                <a:lnTo>
                  <a:pt x="448" y="720"/>
                </a:lnTo>
                <a:lnTo>
                  <a:pt x="448" y="719"/>
                </a:lnTo>
                <a:lnTo>
                  <a:pt x="448" y="718"/>
                </a:lnTo>
                <a:lnTo>
                  <a:pt x="447" y="718"/>
                </a:lnTo>
                <a:lnTo>
                  <a:pt x="447" y="717"/>
                </a:lnTo>
                <a:lnTo>
                  <a:pt x="448" y="717"/>
                </a:lnTo>
                <a:lnTo>
                  <a:pt x="448" y="716"/>
                </a:lnTo>
                <a:lnTo>
                  <a:pt x="447" y="716"/>
                </a:lnTo>
                <a:lnTo>
                  <a:pt x="448" y="716"/>
                </a:lnTo>
                <a:lnTo>
                  <a:pt x="448" y="715"/>
                </a:lnTo>
                <a:lnTo>
                  <a:pt x="447" y="715"/>
                </a:lnTo>
                <a:lnTo>
                  <a:pt x="446" y="715"/>
                </a:lnTo>
                <a:lnTo>
                  <a:pt x="446" y="714"/>
                </a:lnTo>
                <a:lnTo>
                  <a:pt x="445" y="714"/>
                </a:lnTo>
                <a:lnTo>
                  <a:pt x="444" y="714"/>
                </a:lnTo>
                <a:lnTo>
                  <a:pt x="444" y="715"/>
                </a:lnTo>
                <a:lnTo>
                  <a:pt x="443" y="715"/>
                </a:lnTo>
                <a:lnTo>
                  <a:pt x="443" y="714"/>
                </a:lnTo>
                <a:lnTo>
                  <a:pt x="442" y="714"/>
                </a:lnTo>
                <a:lnTo>
                  <a:pt x="442" y="715"/>
                </a:lnTo>
                <a:lnTo>
                  <a:pt x="441" y="715"/>
                </a:lnTo>
                <a:lnTo>
                  <a:pt x="441" y="714"/>
                </a:lnTo>
                <a:lnTo>
                  <a:pt x="440" y="714"/>
                </a:lnTo>
                <a:lnTo>
                  <a:pt x="440" y="713"/>
                </a:lnTo>
                <a:lnTo>
                  <a:pt x="440" y="712"/>
                </a:lnTo>
                <a:lnTo>
                  <a:pt x="440" y="711"/>
                </a:lnTo>
                <a:lnTo>
                  <a:pt x="439" y="711"/>
                </a:lnTo>
                <a:lnTo>
                  <a:pt x="439" y="710"/>
                </a:lnTo>
                <a:lnTo>
                  <a:pt x="440" y="710"/>
                </a:lnTo>
                <a:lnTo>
                  <a:pt x="440" y="709"/>
                </a:lnTo>
                <a:lnTo>
                  <a:pt x="439" y="709"/>
                </a:lnTo>
                <a:lnTo>
                  <a:pt x="440" y="709"/>
                </a:lnTo>
                <a:lnTo>
                  <a:pt x="441" y="709"/>
                </a:lnTo>
                <a:lnTo>
                  <a:pt x="442" y="709"/>
                </a:lnTo>
                <a:lnTo>
                  <a:pt x="442" y="708"/>
                </a:lnTo>
                <a:lnTo>
                  <a:pt x="441" y="708"/>
                </a:lnTo>
                <a:lnTo>
                  <a:pt x="441" y="707"/>
                </a:lnTo>
                <a:lnTo>
                  <a:pt x="441" y="708"/>
                </a:lnTo>
                <a:lnTo>
                  <a:pt x="440" y="708"/>
                </a:lnTo>
                <a:lnTo>
                  <a:pt x="440" y="707"/>
                </a:lnTo>
                <a:lnTo>
                  <a:pt x="439" y="707"/>
                </a:lnTo>
                <a:lnTo>
                  <a:pt x="438" y="707"/>
                </a:lnTo>
                <a:lnTo>
                  <a:pt x="437" y="707"/>
                </a:lnTo>
                <a:lnTo>
                  <a:pt x="437" y="706"/>
                </a:lnTo>
                <a:lnTo>
                  <a:pt x="436" y="706"/>
                </a:lnTo>
                <a:lnTo>
                  <a:pt x="436" y="705"/>
                </a:lnTo>
                <a:lnTo>
                  <a:pt x="436" y="704"/>
                </a:lnTo>
                <a:lnTo>
                  <a:pt x="435" y="704"/>
                </a:lnTo>
                <a:lnTo>
                  <a:pt x="434" y="704"/>
                </a:lnTo>
                <a:lnTo>
                  <a:pt x="434" y="703"/>
                </a:lnTo>
                <a:lnTo>
                  <a:pt x="433" y="703"/>
                </a:lnTo>
                <a:lnTo>
                  <a:pt x="433" y="704"/>
                </a:lnTo>
                <a:lnTo>
                  <a:pt x="433" y="703"/>
                </a:lnTo>
                <a:lnTo>
                  <a:pt x="433" y="704"/>
                </a:lnTo>
                <a:lnTo>
                  <a:pt x="433" y="705"/>
                </a:lnTo>
                <a:lnTo>
                  <a:pt x="432" y="705"/>
                </a:lnTo>
                <a:lnTo>
                  <a:pt x="431" y="705"/>
                </a:lnTo>
                <a:lnTo>
                  <a:pt x="431" y="704"/>
                </a:lnTo>
                <a:lnTo>
                  <a:pt x="431" y="703"/>
                </a:lnTo>
                <a:lnTo>
                  <a:pt x="431" y="702"/>
                </a:lnTo>
                <a:lnTo>
                  <a:pt x="430" y="702"/>
                </a:lnTo>
                <a:lnTo>
                  <a:pt x="429" y="702"/>
                </a:lnTo>
                <a:lnTo>
                  <a:pt x="428" y="702"/>
                </a:lnTo>
                <a:lnTo>
                  <a:pt x="427" y="702"/>
                </a:lnTo>
                <a:lnTo>
                  <a:pt x="427" y="701"/>
                </a:lnTo>
                <a:lnTo>
                  <a:pt x="427" y="702"/>
                </a:lnTo>
                <a:lnTo>
                  <a:pt x="427" y="703"/>
                </a:lnTo>
                <a:lnTo>
                  <a:pt x="426" y="703"/>
                </a:lnTo>
                <a:lnTo>
                  <a:pt x="426" y="702"/>
                </a:lnTo>
                <a:lnTo>
                  <a:pt x="426" y="703"/>
                </a:lnTo>
                <a:lnTo>
                  <a:pt x="425" y="703"/>
                </a:lnTo>
                <a:lnTo>
                  <a:pt x="424" y="703"/>
                </a:lnTo>
                <a:lnTo>
                  <a:pt x="424" y="704"/>
                </a:lnTo>
                <a:lnTo>
                  <a:pt x="425" y="704"/>
                </a:lnTo>
                <a:lnTo>
                  <a:pt x="424" y="704"/>
                </a:lnTo>
                <a:lnTo>
                  <a:pt x="423" y="704"/>
                </a:lnTo>
                <a:lnTo>
                  <a:pt x="423" y="703"/>
                </a:lnTo>
                <a:lnTo>
                  <a:pt x="422" y="703"/>
                </a:lnTo>
                <a:lnTo>
                  <a:pt x="422" y="702"/>
                </a:lnTo>
                <a:lnTo>
                  <a:pt x="421" y="702"/>
                </a:lnTo>
                <a:lnTo>
                  <a:pt x="421" y="701"/>
                </a:lnTo>
                <a:lnTo>
                  <a:pt x="420" y="701"/>
                </a:lnTo>
                <a:lnTo>
                  <a:pt x="420" y="700"/>
                </a:lnTo>
                <a:lnTo>
                  <a:pt x="420" y="699"/>
                </a:lnTo>
                <a:lnTo>
                  <a:pt x="419" y="699"/>
                </a:lnTo>
                <a:lnTo>
                  <a:pt x="418" y="699"/>
                </a:lnTo>
                <a:lnTo>
                  <a:pt x="418" y="698"/>
                </a:lnTo>
                <a:lnTo>
                  <a:pt x="417" y="698"/>
                </a:lnTo>
                <a:lnTo>
                  <a:pt x="417" y="697"/>
                </a:lnTo>
                <a:lnTo>
                  <a:pt x="417" y="698"/>
                </a:lnTo>
                <a:lnTo>
                  <a:pt x="416" y="698"/>
                </a:lnTo>
                <a:lnTo>
                  <a:pt x="415" y="698"/>
                </a:lnTo>
                <a:lnTo>
                  <a:pt x="415" y="697"/>
                </a:lnTo>
                <a:lnTo>
                  <a:pt x="415" y="698"/>
                </a:lnTo>
                <a:lnTo>
                  <a:pt x="414" y="698"/>
                </a:lnTo>
                <a:lnTo>
                  <a:pt x="413" y="698"/>
                </a:lnTo>
                <a:lnTo>
                  <a:pt x="412" y="698"/>
                </a:lnTo>
                <a:lnTo>
                  <a:pt x="412" y="697"/>
                </a:lnTo>
                <a:lnTo>
                  <a:pt x="411" y="697"/>
                </a:lnTo>
                <a:lnTo>
                  <a:pt x="411" y="696"/>
                </a:lnTo>
                <a:lnTo>
                  <a:pt x="411" y="695"/>
                </a:lnTo>
                <a:lnTo>
                  <a:pt x="412" y="695"/>
                </a:lnTo>
                <a:lnTo>
                  <a:pt x="411" y="695"/>
                </a:lnTo>
                <a:lnTo>
                  <a:pt x="411" y="694"/>
                </a:lnTo>
                <a:lnTo>
                  <a:pt x="410" y="694"/>
                </a:lnTo>
                <a:lnTo>
                  <a:pt x="409" y="694"/>
                </a:lnTo>
                <a:lnTo>
                  <a:pt x="408" y="694"/>
                </a:lnTo>
                <a:lnTo>
                  <a:pt x="407" y="694"/>
                </a:lnTo>
                <a:lnTo>
                  <a:pt x="406" y="694"/>
                </a:lnTo>
                <a:lnTo>
                  <a:pt x="406" y="695"/>
                </a:lnTo>
                <a:lnTo>
                  <a:pt x="405" y="695"/>
                </a:lnTo>
                <a:lnTo>
                  <a:pt x="404" y="695"/>
                </a:lnTo>
                <a:lnTo>
                  <a:pt x="404" y="696"/>
                </a:lnTo>
                <a:lnTo>
                  <a:pt x="403" y="696"/>
                </a:lnTo>
                <a:lnTo>
                  <a:pt x="403" y="695"/>
                </a:lnTo>
                <a:lnTo>
                  <a:pt x="402" y="695"/>
                </a:lnTo>
                <a:lnTo>
                  <a:pt x="401" y="695"/>
                </a:lnTo>
                <a:lnTo>
                  <a:pt x="400" y="695"/>
                </a:lnTo>
                <a:lnTo>
                  <a:pt x="400" y="694"/>
                </a:lnTo>
                <a:lnTo>
                  <a:pt x="400" y="693"/>
                </a:lnTo>
                <a:lnTo>
                  <a:pt x="400" y="692"/>
                </a:lnTo>
                <a:lnTo>
                  <a:pt x="399" y="692"/>
                </a:lnTo>
                <a:lnTo>
                  <a:pt x="398" y="692"/>
                </a:lnTo>
                <a:lnTo>
                  <a:pt x="397" y="692"/>
                </a:lnTo>
                <a:lnTo>
                  <a:pt x="397" y="691"/>
                </a:lnTo>
                <a:lnTo>
                  <a:pt x="396" y="691"/>
                </a:lnTo>
                <a:lnTo>
                  <a:pt x="395" y="691"/>
                </a:lnTo>
                <a:lnTo>
                  <a:pt x="395" y="690"/>
                </a:lnTo>
                <a:lnTo>
                  <a:pt x="395" y="689"/>
                </a:lnTo>
                <a:lnTo>
                  <a:pt x="395" y="688"/>
                </a:lnTo>
                <a:lnTo>
                  <a:pt x="394" y="688"/>
                </a:lnTo>
                <a:lnTo>
                  <a:pt x="394" y="687"/>
                </a:lnTo>
                <a:lnTo>
                  <a:pt x="393" y="687"/>
                </a:lnTo>
                <a:lnTo>
                  <a:pt x="392" y="687"/>
                </a:lnTo>
                <a:lnTo>
                  <a:pt x="391" y="687"/>
                </a:lnTo>
                <a:lnTo>
                  <a:pt x="390" y="687"/>
                </a:lnTo>
                <a:lnTo>
                  <a:pt x="390" y="688"/>
                </a:lnTo>
                <a:lnTo>
                  <a:pt x="389" y="688"/>
                </a:lnTo>
                <a:lnTo>
                  <a:pt x="388" y="688"/>
                </a:lnTo>
                <a:lnTo>
                  <a:pt x="388" y="687"/>
                </a:lnTo>
                <a:lnTo>
                  <a:pt x="388" y="686"/>
                </a:lnTo>
                <a:lnTo>
                  <a:pt x="389" y="686"/>
                </a:lnTo>
                <a:lnTo>
                  <a:pt x="389" y="685"/>
                </a:lnTo>
                <a:lnTo>
                  <a:pt x="389" y="684"/>
                </a:lnTo>
                <a:lnTo>
                  <a:pt x="390" y="685"/>
                </a:lnTo>
                <a:lnTo>
                  <a:pt x="390" y="684"/>
                </a:lnTo>
                <a:lnTo>
                  <a:pt x="391" y="684"/>
                </a:lnTo>
                <a:lnTo>
                  <a:pt x="392" y="684"/>
                </a:lnTo>
                <a:lnTo>
                  <a:pt x="392" y="683"/>
                </a:lnTo>
                <a:lnTo>
                  <a:pt x="393" y="683"/>
                </a:lnTo>
                <a:lnTo>
                  <a:pt x="393" y="682"/>
                </a:lnTo>
                <a:lnTo>
                  <a:pt x="392" y="682"/>
                </a:lnTo>
                <a:lnTo>
                  <a:pt x="392" y="681"/>
                </a:lnTo>
                <a:lnTo>
                  <a:pt x="392" y="680"/>
                </a:lnTo>
                <a:lnTo>
                  <a:pt x="391" y="680"/>
                </a:lnTo>
                <a:lnTo>
                  <a:pt x="390" y="680"/>
                </a:lnTo>
                <a:lnTo>
                  <a:pt x="390" y="679"/>
                </a:lnTo>
                <a:lnTo>
                  <a:pt x="389" y="679"/>
                </a:lnTo>
                <a:lnTo>
                  <a:pt x="389" y="678"/>
                </a:lnTo>
                <a:lnTo>
                  <a:pt x="388" y="678"/>
                </a:lnTo>
                <a:lnTo>
                  <a:pt x="388" y="679"/>
                </a:lnTo>
                <a:lnTo>
                  <a:pt x="387" y="679"/>
                </a:lnTo>
                <a:lnTo>
                  <a:pt x="386" y="679"/>
                </a:lnTo>
                <a:lnTo>
                  <a:pt x="386" y="680"/>
                </a:lnTo>
                <a:lnTo>
                  <a:pt x="386" y="679"/>
                </a:lnTo>
                <a:lnTo>
                  <a:pt x="386" y="680"/>
                </a:lnTo>
                <a:lnTo>
                  <a:pt x="385" y="680"/>
                </a:lnTo>
                <a:lnTo>
                  <a:pt x="384" y="680"/>
                </a:lnTo>
                <a:lnTo>
                  <a:pt x="383" y="680"/>
                </a:lnTo>
                <a:lnTo>
                  <a:pt x="382" y="680"/>
                </a:lnTo>
                <a:lnTo>
                  <a:pt x="382" y="679"/>
                </a:lnTo>
                <a:lnTo>
                  <a:pt x="383" y="679"/>
                </a:lnTo>
                <a:lnTo>
                  <a:pt x="383" y="678"/>
                </a:lnTo>
                <a:lnTo>
                  <a:pt x="384" y="678"/>
                </a:lnTo>
                <a:lnTo>
                  <a:pt x="384" y="677"/>
                </a:lnTo>
                <a:lnTo>
                  <a:pt x="384" y="676"/>
                </a:lnTo>
                <a:lnTo>
                  <a:pt x="383" y="676"/>
                </a:lnTo>
                <a:lnTo>
                  <a:pt x="382" y="676"/>
                </a:lnTo>
                <a:lnTo>
                  <a:pt x="382" y="675"/>
                </a:lnTo>
                <a:lnTo>
                  <a:pt x="381" y="675"/>
                </a:lnTo>
                <a:lnTo>
                  <a:pt x="380" y="675"/>
                </a:lnTo>
                <a:lnTo>
                  <a:pt x="380" y="674"/>
                </a:lnTo>
                <a:lnTo>
                  <a:pt x="380" y="673"/>
                </a:lnTo>
                <a:lnTo>
                  <a:pt x="379" y="673"/>
                </a:lnTo>
                <a:lnTo>
                  <a:pt x="379" y="672"/>
                </a:lnTo>
                <a:lnTo>
                  <a:pt x="379" y="671"/>
                </a:lnTo>
                <a:lnTo>
                  <a:pt x="378" y="671"/>
                </a:lnTo>
                <a:lnTo>
                  <a:pt x="377" y="671"/>
                </a:lnTo>
                <a:lnTo>
                  <a:pt x="377" y="670"/>
                </a:lnTo>
                <a:lnTo>
                  <a:pt x="377" y="669"/>
                </a:lnTo>
                <a:lnTo>
                  <a:pt x="377" y="668"/>
                </a:lnTo>
                <a:lnTo>
                  <a:pt x="376" y="668"/>
                </a:lnTo>
                <a:lnTo>
                  <a:pt x="376" y="667"/>
                </a:lnTo>
                <a:lnTo>
                  <a:pt x="375" y="667"/>
                </a:lnTo>
                <a:lnTo>
                  <a:pt x="374" y="667"/>
                </a:lnTo>
                <a:lnTo>
                  <a:pt x="374" y="666"/>
                </a:lnTo>
                <a:lnTo>
                  <a:pt x="374" y="667"/>
                </a:lnTo>
                <a:lnTo>
                  <a:pt x="373" y="667"/>
                </a:lnTo>
                <a:lnTo>
                  <a:pt x="373" y="668"/>
                </a:lnTo>
                <a:lnTo>
                  <a:pt x="372" y="668"/>
                </a:lnTo>
                <a:lnTo>
                  <a:pt x="372" y="669"/>
                </a:lnTo>
                <a:lnTo>
                  <a:pt x="371" y="669"/>
                </a:lnTo>
                <a:lnTo>
                  <a:pt x="371" y="668"/>
                </a:lnTo>
                <a:lnTo>
                  <a:pt x="370" y="668"/>
                </a:lnTo>
                <a:lnTo>
                  <a:pt x="369" y="668"/>
                </a:lnTo>
                <a:lnTo>
                  <a:pt x="369" y="667"/>
                </a:lnTo>
                <a:lnTo>
                  <a:pt x="369" y="666"/>
                </a:lnTo>
                <a:lnTo>
                  <a:pt x="368" y="666"/>
                </a:lnTo>
                <a:lnTo>
                  <a:pt x="368" y="665"/>
                </a:lnTo>
                <a:lnTo>
                  <a:pt x="367" y="665"/>
                </a:lnTo>
                <a:lnTo>
                  <a:pt x="367" y="666"/>
                </a:lnTo>
                <a:lnTo>
                  <a:pt x="367" y="665"/>
                </a:lnTo>
                <a:lnTo>
                  <a:pt x="366" y="665"/>
                </a:lnTo>
                <a:lnTo>
                  <a:pt x="365" y="665"/>
                </a:lnTo>
                <a:lnTo>
                  <a:pt x="365" y="664"/>
                </a:lnTo>
                <a:lnTo>
                  <a:pt x="365" y="665"/>
                </a:lnTo>
                <a:lnTo>
                  <a:pt x="365" y="664"/>
                </a:lnTo>
                <a:lnTo>
                  <a:pt x="364" y="664"/>
                </a:lnTo>
                <a:lnTo>
                  <a:pt x="364" y="663"/>
                </a:lnTo>
                <a:lnTo>
                  <a:pt x="363" y="663"/>
                </a:lnTo>
                <a:lnTo>
                  <a:pt x="363" y="662"/>
                </a:lnTo>
                <a:lnTo>
                  <a:pt x="362" y="662"/>
                </a:lnTo>
                <a:lnTo>
                  <a:pt x="362" y="661"/>
                </a:lnTo>
                <a:lnTo>
                  <a:pt x="361" y="661"/>
                </a:lnTo>
                <a:lnTo>
                  <a:pt x="360" y="661"/>
                </a:lnTo>
                <a:lnTo>
                  <a:pt x="360" y="662"/>
                </a:lnTo>
                <a:lnTo>
                  <a:pt x="359" y="662"/>
                </a:lnTo>
                <a:lnTo>
                  <a:pt x="359" y="661"/>
                </a:lnTo>
                <a:lnTo>
                  <a:pt x="358" y="661"/>
                </a:lnTo>
                <a:lnTo>
                  <a:pt x="357" y="661"/>
                </a:lnTo>
                <a:lnTo>
                  <a:pt x="357" y="660"/>
                </a:lnTo>
                <a:lnTo>
                  <a:pt x="357" y="659"/>
                </a:lnTo>
                <a:lnTo>
                  <a:pt x="356" y="659"/>
                </a:lnTo>
                <a:lnTo>
                  <a:pt x="355" y="659"/>
                </a:lnTo>
                <a:lnTo>
                  <a:pt x="355" y="658"/>
                </a:lnTo>
                <a:lnTo>
                  <a:pt x="355" y="659"/>
                </a:lnTo>
                <a:lnTo>
                  <a:pt x="354" y="659"/>
                </a:lnTo>
                <a:lnTo>
                  <a:pt x="354" y="660"/>
                </a:lnTo>
                <a:lnTo>
                  <a:pt x="353" y="660"/>
                </a:lnTo>
                <a:lnTo>
                  <a:pt x="353" y="659"/>
                </a:lnTo>
                <a:lnTo>
                  <a:pt x="352" y="659"/>
                </a:lnTo>
                <a:lnTo>
                  <a:pt x="352" y="658"/>
                </a:lnTo>
                <a:lnTo>
                  <a:pt x="352" y="657"/>
                </a:lnTo>
                <a:lnTo>
                  <a:pt x="351" y="657"/>
                </a:lnTo>
                <a:lnTo>
                  <a:pt x="350" y="657"/>
                </a:lnTo>
                <a:lnTo>
                  <a:pt x="349" y="657"/>
                </a:lnTo>
                <a:lnTo>
                  <a:pt x="349" y="656"/>
                </a:lnTo>
                <a:lnTo>
                  <a:pt x="348" y="656"/>
                </a:lnTo>
                <a:lnTo>
                  <a:pt x="347" y="656"/>
                </a:lnTo>
                <a:lnTo>
                  <a:pt x="347" y="657"/>
                </a:lnTo>
                <a:lnTo>
                  <a:pt x="346" y="657"/>
                </a:lnTo>
                <a:lnTo>
                  <a:pt x="346" y="656"/>
                </a:lnTo>
                <a:lnTo>
                  <a:pt x="345" y="657"/>
                </a:lnTo>
                <a:lnTo>
                  <a:pt x="344" y="657"/>
                </a:lnTo>
                <a:lnTo>
                  <a:pt x="344" y="656"/>
                </a:lnTo>
                <a:lnTo>
                  <a:pt x="343" y="656"/>
                </a:lnTo>
                <a:lnTo>
                  <a:pt x="343" y="657"/>
                </a:lnTo>
                <a:lnTo>
                  <a:pt x="342" y="657"/>
                </a:lnTo>
                <a:lnTo>
                  <a:pt x="342" y="656"/>
                </a:lnTo>
                <a:lnTo>
                  <a:pt x="341" y="656"/>
                </a:lnTo>
                <a:lnTo>
                  <a:pt x="341" y="655"/>
                </a:lnTo>
                <a:lnTo>
                  <a:pt x="342" y="655"/>
                </a:lnTo>
                <a:lnTo>
                  <a:pt x="342" y="654"/>
                </a:lnTo>
                <a:lnTo>
                  <a:pt x="343" y="654"/>
                </a:lnTo>
                <a:lnTo>
                  <a:pt x="342" y="653"/>
                </a:lnTo>
                <a:lnTo>
                  <a:pt x="343" y="653"/>
                </a:lnTo>
                <a:lnTo>
                  <a:pt x="343" y="652"/>
                </a:lnTo>
                <a:lnTo>
                  <a:pt x="342" y="652"/>
                </a:lnTo>
                <a:lnTo>
                  <a:pt x="342" y="651"/>
                </a:lnTo>
                <a:lnTo>
                  <a:pt x="342" y="650"/>
                </a:lnTo>
                <a:lnTo>
                  <a:pt x="343" y="650"/>
                </a:lnTo>
                <a:lnTo>
                  <a:pt x="344" y="650"/>
                </a:lnTo>
                <a:lnTo>
                  <a:pt x="344" y="649"/>
                </a:lnTo>
                <a:lnTo>
                  <a:pt x="344" y="650"/>
                </a:lnTo>
                <a:lnTo>
                  <a:pt x="344" y="649"/>
                </a:lnTo>
                <a:lnTo>
                  <a:pt x="344" y="648"/>
                </a:lnTo>
                <a:lnTo>
                  <a:pt x="345" y="648"/>
                </a:lnTo>
                <a:lnTo>
                  <a:pt x="344" y="648"/>
                </a:lnTo>
                <a:lnTo>
                  <a:pt x="344" y="647"/>
                </a:lnTo>
                <a:lnTo>
                  <a:pt x="343" y="647"/>
                </a:lnTo>
                <a:lnTo>
                  <a:pt x="343" y="646"/>
                </a:lnTo>
                <a:lnTo>
                  <a:pt x="343" y="645"/>
                </a:lnTo>
                <a:lnTo>
                  <a:pt x="343" y="644"/>
                </a:lnTo>
                <a:lnTo>
                  <a:pt x="341" y="644"/>
                </a:lnTo>
                <a:lnTo>
                  <a:pt x="340" y="644"/>
                </a:lnTo>
                <a:lnTo>
                  <a:pt x="339" y="644"/>
                </a:lnTo>
                <a:lnTo>
                  <a:pt x="339" y="643"/>
                </a:lnTo>
                <a:lnTo>
                  <a:pt x="338" y="643"/>
                </a:lnTo>
                <a:lnTo>
                  <a:pt x="338" y="642"/>
                </a:lnTo>
                <a:lnTo>
                  <a:pt x="338" y="641"/>
                </a:lnTo>
                <a:lnTo>
                  <a:pt x="338" y="640"/>
                </a:lnTo>
                <a:lnTo>
                  <a:pt x="337" y="640"/>
                </a:lnTo>
                <a:lnTo>
                  <a:pt x="336" y="640"/>
                </a:lnTo>
                <a:lnTo>
                  <a:pt x="335" y="640"/>
                </a:lnTo>
                <a:lnTo>
                  <a:pt x="335" y="639"/>
                </a:lnTo>
                <a:lnTo>
                  <a:pt x="336" y="639"/>
                </a:lnTo>
                <a:lnTo>
                  <a:pt x="336" y="638"/>
                </a:lnTo>
                <a:lnTo>
                  <a:pt x="336" y="637"/>
                </a:lnTo>
                <a:lnTo>
                  <a:pt x="337" y="637"/>
                </a:lnTo>
                <a:lnTo>
                  <a:pt x="337" y="636"/>
                </a:lnTo>
                <a:lnTo>
                  <a:pt x="337" y="635"/>
                </a:lnTo>
                <a:lnTo>
                  <a:pt x="336" y="635"/>
                </a:lnTo>
                <a:lnTo>
                  <a:pt x="336" y="634"/>
                </a:lnTo>
                <a:lnTo>
                  <a:pt x="337" y="634"/>
                </a:lnTo>
                <a:lnTo>
                  <a:pt x="337" y="633"/>
                </a:lnTo>
                <a:lnTo>
                  <a:pt x="337" y="632"/>
                </a:lnTo>
                <a:lnTo>
                  <a:pt x="338" y="632"/>
                </a:lnTo>
                <a:lnTo>
                  <a:pt x="337" y="632"/>
                </a:lnTo>
                <a:lnTo>
                  <a:pt x="337" y="631"/>
                </a:lnTo>
                <a:lnTo>
                  <a:pt x="337" y="630"/>
                </a:lnTo>
                <a:lnTo>
                  <a:pt x="336" y="630"/>
                </a:lnTo>
                <a:lnTo>
                  <a:pt x="336" y="629"/>
                </a:lnTo>
                <a:lnTo>
                  <a:pt x="336" y="628"/>
                </a:lnTo>
                <a:lnTo>
                  <a:pt x="335" y="628"/>
                </a:lnTo>
                <a:lnTo>
                  <a:pt x="334" y="628"/>
                </a:lnTo>
                <a:lnTo>
                  <a:pt x="334" y="627"/>
                </a:lnTo>
                <a:lnTo>
                  <a:pt x="333" y="627"/>
                </a:lnTo>
                <a:lnTo>
                  <a:pt x="332" y="627"/>
                </a:lnTo>
                <a:lnTo>
                  <a:pt x="332" y="628"/>
                </a:lnTo>
                <a:lnTo>
                  <a:pt x="331" y="628"/>
                </a:lnTo>
                <a:lnTo>
                  <a:pt x="331" y="629"/>
                </a:lnTo>
                <a:lnTo>
                  <a:pt x="330" y="629"/>
                </a:lnTo>
                <a:lnTo>
                  <a:pt x="329" y="629"/>
                </a:lnTo>
                <a:lnTo>
                  <a:pt x="328" y="629"/>
                </a:lnTo>
                <a:lnTo>
                  <a:pt x="328" y="628"/>
                </a:lnTo>
                <a:lnTo>
                  <a:pt x="327" y="628"/>
                </a:lnTo>
                <a:lnTo>
                  <a:pt x="327" y="629"/>
                </a:lnTo>
                <a:lnTo>
                  <a:pt x="327" y="630"/>
                </a:lnTo>
                <a:lnTo>
                  <a:pt x="326" y="630"/>
                </a:lnTo>
                <a:lnTo>
                  <a:pt x="326" y="631"/>
                </a:lnTo>
                <a:lnTo>
                  <a:pt x="326" y="630"/>
                </a:lnTo>
                <a:lnTo>
                  <a:pt x="325" y="631"/>
                </a:lnTo>
                <a:lnTo>
                  <a:pt x="325" y="630"/>
                </a:lnTo>
                <a:lnTo>
                  <a:pt x="324" y="630"/>
                </a:lnTo>
                <a:lnTo>
                  <a:pt x="324" y="629"/>
                </a:lnTo>
                <a:lnTo>
                  <a:pt x="323" y="629"/>
                </a:lnTo>
                <a:lnTo>
                  <a:pt x="322" y="629"/>
                </a:lnTo>
                <a:lnTo>
                  <a:pt x="322" y="628"/>
                </a:lnTo>
                <a:lnTo>
                  <a:pt x="323" y="628"/>
                </a:lnTo>
                <a:lnTo>
                  <a:pt x="323" y="627"/>
                </a:lnTo>
                <a:lnTo>
                  <a:pt x="322" y="627"/>
                </a:lnTo>
                <a:lnTo>
                  <a:pt x="321" y="627"/>
                </a:lnTo>
                <a:lnTo>
                  <a:pt x="321" y="628"/>
                </a:lnTo>
                <a:lnTo>
                  <a:pt x="320" y="628"/>
                </a:lnTo>
                <a:lnTo>
                  <a:pt x="319" y="628"/>
                </a:lnTo>
                <a:lnTo>
                  <a:pt x="318" y="628"/>
                </a:lnTo>
                <a:lnTo>
                  <a:pt x="318" y="627"/>
                </a:lnTo>
                <a:lnTo>
                  <a:pt x="317" y="627"/>
                </a:lnTo>
                <a:lnTo>
                  <a:pt x="316" y="627"/>
                </a:lnTo>
                <a:lnTo>
                  <a:pt x="316" y="626"/>
                </a:lnTo>
                <a:lnTo>
                  <a:pt x="316" y="627"/>
                </a:lnTo>
                <a:lnTo>
                  <a:pt x="316" y="626"/>
                </a:lnTo>
                <a:lnTo>
                  <a:pt x="315" y="626"/>
                </a:lnTo>
                <a:lnTo>
                  <a:pt x="315" y="625"/>
                </a:lnTo>
                <a:lnTo>
                  <a:pt x="314" y="625"/>
                </a:lnTo>
                <a:lnTo>
                  <a:pt x="313" y="625"/>
                </a:lnTo>
                <a:lnTo>
                  <a:pt x="312" y="625"/>
                </a:lnTo>
                <a:lnTo>
                  <a:pt x="310" y="625"/>
                </a:lnTo>
                <a:lnTo>
                  <a:pt x="310" y="624"/>
                </a:lnTo>
                <a:lnTo>
                  <a:pt x="309" y="624"/>
                </a:lnTo>
                <a:lnTo>
                  <a:pt x="308" y="624"/>
                </a:lnTo>
                <a:lnTo>
                  <a:pt x="307" y="624"/>
                </a:lnTo>
                <a:lnTo>
                  <a:pt x="306" y="624"/>
                </a:lnTo>
                <a:lnTo>
                  <a:pt x="305" y="624"/>
                </a:lnTo>
                <a:lnTo>
                  <a:pt x="304" y="624"/>
                </a:lnTo>
                <a:lnTo>
                  <a:pt x="303" y="624"/>
                </a:lnTo>
                <a:lnTo>
                  <a:pt x="303" y="623"/>
                </a:lnTo>
                <a:lnTo>
                  <a:pt x="302" y="623"/>
                </a:lnTo>
                <a:lnTo>
                  <a:pt x="302" y="622"/>
                </a:lnTo>
                <a:lnTo>
                  <a:pt x="302" y="621"/>
                </a:lnTo>
                <a:lnTo>
                  <a:pt x="300" y="621"/>
                </a:lnTo>
                <a:lnTo>
                  <a:pt x="299" y="621"/>
                </a:lnTo>
                <a:lnTo>
                  <a:pt x="299" y="620"/>
                </a:lnTo>
                <a:lnTo>
                  <a:pt x="298" y="620"/>
                </a:lnTo>
                <a:lnTo>
                  <a:pt x="297" y="620"/>
                </a:lnTo>
                <a:lnTo>
                  <a:pt x="296" y="620"/>
                </a:lnTo>
                <a:lnTo>
                  <a:pt x="296" y="619"/>
                </a:lnTo>
                <a:lnTo>
                  <a:pt x="295" y="619"/>
                </a:lnTo>
                <a:lnTo>
                  <a:pt x="294" y="619"/>
                </a:lnTo>
                <a:lnTo>
                  <a:pt x="294" y="618"/>
                </a:lnTo>
                <a:lnTo>
                  <a:pt x="293" y="618"/>
                </a:lnTo>
                <a:lnTo>
                  <a:pt x="292" y="618"/>
                </a:lnTo>
                <a:lnTo>
                  <a:pt x="292" y="619"/>
                </a:lnTo>
                <a:lnTo>
                  <a:pt x="292" y="620"/>
                </a:lnTo>
                <a:lnTo>
                  <a:pt x="292" y="621"/>
                </a:lnTo>
                <a:lnTo>
                  <a:pt x="291" y="621"/>
                </a:lnTo>
                <a:lnTo>
                  <a:pt x="290" y="621"/>
                </a:lnTo>
                <a:lnTo>
                  <a:pt x="289" y="621"/>
                </a:lnTo>
                <a:lnTo>
                  <a:pt x="289" y="620"/>
                </a:lnTo>
                <a:lnTo>
                  <a:pt x="288" y="620"/>
                </a:lnTo>
                <a:lnTo>
                  <a:pt x="287" y="620"/>
                </a:lnTo>
                <a:lnTo>
                  <a:pt x="286" y="620"/>
                </a:lnTo>
                <a:lnTo>
                  <a:pt x="286" y="621"/>
                </a:lnTo>
                <a:lnTo>
                  <a:pt x="286" y="622"/>
                </a:lnTo>
                <a:lnTo>
                  <a:pt x="286" y="623"/>
                </a:lnTo>
                <a:lnTo>
                  <a:pt x="286" y="624"/>
                </a:lnTo>
                <a:lnTo>
                  <a:pt x="286" y="625"/>
                </a:lnTo>
                <a:lnTo>
                  <a:pt x="286" y="626"/>
                </a:lnTo>
                <a:lnTo>
                  <a:pt x="286" y="625"/>
                </a:lnTo>
                <a:lnTo>
                  <a:pt x="285" y="625"/>
                </a:lnTo>
                <a:lnTo>
                  <a:pt x="284" y="625"/>
                </a:lnTo>
                <a:lnTo>
                  <a:pt x="283" y="625"/>
                </a:lnTo>
                <a:lnTo>
                  <a:pt x="282" y="625"/>
                </a:lnTo>
                <a:lnTo>
                  <a:pt x="282" y="624"/>
                </a:lnTo>
                <a:lnTo>
                  <a:pt x="281" y="624"/>
                </a:lnTo>
                <a:lnTo>
                  <a:pt x="280" y="624"/>
                </a:lnTo>
                <a:lnTo>
                  <a:pt x="279" y="624"/>
                </a:lnTo>
                <a:lnTo>
                  <a:pt x="279" y="623"/>
                </a:lnTo>
                <a:lnTo>
                  <a:pt x="278" y="623"/>
                </a:lnTo>
                <a:lnTo>
                  <a:pt x="278" y="622"/>
                </a:lnTo>
                <a:lnTo>
                  <a:pt x="277" y="622"/>
                </a:lnTo>
                <a:lnTo>
                  <a:pt x="277" y="621"/>
                </a:lnTo>
                <a:lnTo>
                  <a:pt x="276" y="621"/>
                </a:lnTo>
                <a:lnTo>
                  <a:pt x="275" y="621"/>
                </a:lnTo>
                <a:lnTo>
                  <a:pt x="275" y="620"/>
                </a:lnTo>
                <a:lnTo>
                  <a:pt x="274" y="620"/>
                </a:lnTo>
                <a:lnTo>
                  <a:pt x="274" y="621"/>
                </a:lnTo>
                <a:lnTo>
                  <a:pt x="274" y="620"/>
                </a:lnTo>
                <a:lnTo>
                  <a:pt x="274" y="621"/>
                </a:lnTo>
                <a:lnTo>
                  <a:pt x="273" y="621"/>
                </a:lnTo>
                <a:lnTo>
                  <a:pt x="273" y="620"/>
                </a:lnTo>
                <a:lnTo>
                  <a:pt x="273" y="621"/>
                </a:lnTo>
                <a:lnTo>
                  <a:pt x="272" y="621"/>
                </a:lnTo>
                <a:lnTo>
                  <a:pt x="272" y="622"/>
                </a:lnTo>
                <a:lnTo>
                  <a:pt x="273" y="622"/>
                </a:lnTo>
                <a:lnTo>
                  <a:pt x="272" y="622"/>
                </a:lnTo>
                <a:lnTo>
                  <a:pt x="272" y="623"/>
                </a:lnTo>
                <a:lnTo>
                  <a:pt x="273" y="623"/>
                </a:lnTo>
                <a:lnTo>
                  <a:pt x="273" y="624"/>
                </a:lnTo>
                <a:lnTo>
                  <a:pt x="274" y="624"/>
                </a:lnTo>
                <a:lnTo>
                  <a:pt x="275" y="624"/>
                </a:lnTo>
                <a:lnTo>
                  <a:pt x="274" y="624"/>
                </a:lnTo>
                <a:lnTo>
                  <a:pt x="274" y="625"/>
                </a:lnTo>
                <a:lnTo>
                  <a:pt x="274" y="626"/>
                </a:lnTo>
                <a:lnTo>
                  <a:pt x="273" y="626"/>
                </a:lnTo>
                <a:lnTo>
                  <a:pt x="273" y="625"/>
                </a:lnTo>
                <a:lnTo>
                  <a:pt x="273" y="626"/>
                </a:lnTo>
                <a:lnTo>
                  <a:pt x="273" y="625"/>
                </a:lnTo>
                <a:lnTo>
                  <a:pt x="272" y="626"/>
                </a:lnTo>
                <a:lnTo>
                  <a:pt x="272" y="625"/>
                </a:lnTo>
                <a:lnTo>
                  <a:pt x="272" y="626"/>
                </a:lnTo>
                <a:lnTo>
                  <a:pt x="272" y="627"/>
                </a:lnTo>
                <a:lnTo>
                  <a:pt x="273" y="627"/>
                </a:lnTo>
                <a:lnTo>
                  <a:pt x="273" y="628"/>
                </a:lnTo>
                <a:lnTo>
                  <a:pt x="272" y="628"/>
                </a:lnTo>
                <a:lnTo>
                  <a:pt x="273" y="628"/>
                </a:lnTo>
                <a:lnTo>
                  <a:pt x="273" y="629"/>
                </a:lnTo>
                <a:lnTo>
                  <a:pt x="272" y="629"/>
                </a:lnTo>
                <a:lnTo>
                  <a:pt x="272" y="630"/>
                </a:lnTo>
                <a:lnTo>
                  <a:pt x="272" y="631"/>
                </a:lnTo>
                <a:lnTo>
                  <a:pt x="273" y="631"/>
                </a:lnTo>
                <a:lnTo>
                  <a:pt x="274" y="631"/>
                </a:lnTo>
                <a:lnTo>
                  <a:pt x="274" y="632"/>
                </a:lnTo>
                <a:lnTo>
                  <a:pt x="274" y="633"/>
                </a:lnTo>
                <a:lnTo>
                  <a:pt x="273" y="633"/>
                </a:lnTo>
                <a:lnTo>
                  <a:pt x="272" y="633"/>
                </a:lnTo>
                <a:lnTo>
                  <a:pt x="272" y="634"/>
                </a:lnTo>
                <a:lnTo>
                  <a:pt x="272" y="635"/>
                </a:lnTo>
                <a:lnTo>
                  <a:pt x="273" y="635"/>
                </a:lnTo>
                <a:lnTo>
                  <a:pt x="273" y="634"/>
                </a:lnTo>
                <a:lnTo>
                  <a:pt x="274" y="634"/>
                </a:lnTo>
                <a:lnTo>
                  <a:pt x="274" y="635"/>
                </a:lnTo>
                <a:lnTo>
                  <a:pt x="273" y="635"/>
                </a:lnTo>
                <a:lnTo>
                  <a:pt x="273" y="636"/>
                </a:lnTo>
                <a:lnTo>
                  <a:pt x="273" y="637"/>
                </a:lnTo>
                <a:lnTo>
                  <a:pt x="272" y="637"/>
                </a:lnTo>
                <a:lnTo>
                  <a:pt x="272" y="638"/>
                </a:lnTo>
                <a:lnTo>
                  <a:pt x="271" y="638"/>
                </a:lnTo>
                <a:lnTo>
                  <a:pt x="272" y="638"/>
                </a:lnTo>
                <a:lnTo>
                  <a:pt x="272" y="639"/>
                </a:lnTo>
                <a:lnTo>
                  <a:pt x="271" y="639"/>
                </a:lnTo>
                <a:lnTo>
                  <a:pt x="271" y="640"/>
                </a:lnTo>
                <a:lnTo>
                  <a:pt x="272" y="640"/>
                </a:lnTo>
                <a:lnTo>
                  <a:pt x="272" y="641"/>
                </a:lnTo>
                <a:lnTo>
                  <a:pt x="272" y="642"/>
                </a:lnTo>
                <a:lnTo>
                  <a:pt x="271" y="642"/>
                </a:lnTo>
                <a:lnTo>
                  <a:pt x="271" y="643"/>
                </a:lnTo>
                <a:lnTo>
                  <a:pt x="270" y="643"/>
                </a:lnTo>
                <a:lnTo>
                  <a:pt x="270" y="644"/>
                </a:lnTo>
                <a:lnTo>
                  <a:pt x="269" y="644"/>
                </a:lnTo>
                <a:lnTo>
                  <a:pt x="269" y="645"/>
                </a:lnTo>
                <a:lnTo>
                  <a:pt x="268" y="645"/>
                </a:lnTo>
                <a:lnTo>
                  <a:pt x="267" y="646"/>
                </a:lnTo>
                <a:lnTo>
                  <a:pt x="267" y="647"/>
                </a:lnTo>
                <a:lnTo>
                  <a:pt x="266" y="647"/>
                </a:lnTo>
                <a:lnTo>
                  <a:pt x="266" y="648"/>
                </a:lnTo>
                <a:lnTo>
                  <a:pt x="265" y="648"/>
                </a:lnTo>
                <a:lnTo>
                  <a:pt x="264" y="648"/>
                </a:lnTo>
                <a:lnTo>
                  <a:pt x="264" y="647"/>
                </a:lnTo>
                <a:lnTo>
                  <a:pt x="263" y="647"/>
                </a:lnTo>
                <a:lnTo>
                  <a:pt x="264" y="647"/>
                </a:lnTo>
                <a:lnTo>
                  <a:pt x="263" y="647"/>
                </a:lnTo>
                <a:lnTo>
                  <a:pt x="262" y="647"/>
                </a:lnTo>
                <a:lnTo>
                  <a:pt x="262" y="648"/>
                </a:lnTo>
                <a:lnTo>
                  <a:pt x="260" y="648"/>
                </a:lnTo>
                <a:lnTo>
                  <a:pt x="259" y="648"/>
                </a:lnTo>
                <a:lnTo>
                  <a:pt x="259" y="649"/>
                </a:lnTo>
                <a:lnTo>
                  <a:pt x="260" y="649"/>
                </a:lnTo>
                <a:lnTo>
                  <a:pt x="260" y="650"/>
                </a:lnTo>
                <a:lnTo>
                  <a:pt x="261" y="650"/>
                </a:lnTo>
                <a:lnTo>
                  <a:pt x="261" y="651"/>
                </a:lnTo>
                <a:lnTo>
                  <a:pt x="262" y="651"/>
                </a:lnTo>
                <a:lnTo>
                  <a:pt x="262" y="652"/>
                </a:lnTo>
                <a:lnTo>
                  <a:pt x="262" y="653"/>
                </a:lnTo>
                <a:lnTo>
                  <a:pt x="262" y="654"/>
                </a:lnTo>
                <a:lnTo>
                  <a:pt x="262" y="655"/>
                </a:lnTo>
                <a:lnTo>
                  <a:pt x="262" y="656"/>
                </a:lnTo>
                <a:lnTo>
                  <a:pt x="262" y="657"/>
                </a:lnTo>
                <a:lnTo>
                  <a:pt x="261" y="657"/>
                </a:lnTo>
                <a:lnTo>
                  <a:pt x="261" y="658"/>
                </a:lnTo>
                <a:lnTo>
                  <a:pt x="261" y="659"/>
                </a:lnTo>
                <a:lnTo>
                  <a:pt x="260" y="659"/>
                </a:lnTo>
                <a:lnTo>
                  <a:pt x="259" y="659"/>
                </a:lnTo>
                <a:lnTo>
                  <a:pt x="259" y="660"/>
                </a:lnTo>
                <a:lnTo>
                  <a:pt x="258" y="660"/>
                </a:lnTo>
                <a:lnTo>
                  <a:pt x="257" y="660"/>
                </a:lnTo>
                <a:lnTo>
                  <a:pt x="258" y="660"/>
                </a:lnTo>
                <a:lnTo>
                  <a:pt x="258" y="661"/>
                </a:lnTo>
                <a:lnTo>
                  <a:pt x="259" y="661"/>
                </a:lnTo>
                <a:lnTo>
                  <a:pt x="259" y="662"/>
                </a:lnTo>
                <a:lnTo>
                  <a:pt x="258" y="662"/>
                </a:lnTo>
                <a:lnTo>
                  <a:pt x="257" y="662"/>
                </a:lnTo>
                <a:lnTo>
                  <a:pt x="257" y="663"/>
                </a:lnTo>
                <a:lnTo>
                  <a:pt x="256" y="663"/>
                </a:lnTo>
                <a:lnTo>
                  <a:pt x="256" y="662"/>
                </a:lnTo>
                <a:lnTo>
                  <a:pt x="255" y="662"/>
                </a:lnTo>
                <a:lnTo>
                  <a:pt x="255" y="661"/>
                </a:lnTo>
                <a:lnTo>
                  <a:pt x="254" y="661"/>
                </a:lnTo>
                <a:lnTo>
                  <a:pt x="253" y="661"/>
                </a:lnTo>
                <a:lnTo>
                  <a:pt x="253" y="662"/>
                </a:lnTo>
                <a:lnTo>
                  <a:pt x="252" y="662"/>
                </a:lnTo>
                <a:lnTo>
                  <a:pt x="251" y="662"/>
                </a:lnTo>
                <a:lnTo>
                  <a:pt x="250" y="662"/>
                </a:lnTo>
                <a:lnTo>
                  <a:pt x="249" y="662"/>
                </a:lnTo>
                <a:lnTo>
                  <a:pt x="248" y="662"/>
                </a:lnTo>
                <a:lnTo>
                  <a:pt x="247" y="662"/>
                </a:lnTo>
                <a:lnTo>
                  <a:pt x="247" y="661"/>
                </a:lnTo>
                <a:lnTo>
                  <a:pt x="247" y="660"/>
                </a:lnTo>
                <a:lnTo>
                  <a:pt x="246" y="660"/>
                </a:lnTo>
                <a:lnTo>
                  <a:pt x="246" y="659"/>
                </a:lnTo>
                <a:lnTo>
                  <a:pt x="245" y="659"/>
                </a:lnTo>
                <a:lnTo>
                  <a:pt x="245" y="658"/>
                </a:lnTo>
                <a:lnTo>
                  <a:pt x="244" y="658"/>
                </a:lnTo>
                <a:lnTo>
                  <a:pt x="245" y="658"/>
                </a:lnTo>
                <a:lnTo>
                  <a:pt x="245" y="657"/>
                </a:lnTo>
                <a:lnTo>
                  <a:pt x="245" y="656"/>
                </a:lnTo>
                <a:lnTo>
                  <a:pt x="246" y="656"/>
                </a:lnTo>
                <a:lnTo>
                  <a:pt x="246" y="655"/>
                </a:lnTo>
                <a:lnTo>
                  <a:pt x="246" y="654"/>
                </a:lnTo>
                <a:lnTo>
                  <a:pt x="245" y="654"/>
                </a:lnTo>
                <a:lnTo>
                  <a:pt x="245" y="653"/>
                </a:lnTo>
                <a:lnTo>
                  <a:pt x="244" y="653"/>
                </a:lnTo>
                <a:lnTo>
                  <a:pt x="243" y="653"/>
                </a:lnTo>
                <a:lnTo>
                  <a:pt x="244" y="653"/>
                </a:lnTo>
                <a:lnTo>
                  <a:pt x="244" y="652"/>
                </a:lnTo>
                <a:lnTo>
                  <a:pt x="244" y="651"/>
                </a:lnTo>
                <a:lnTo>
                  <a:pt x="243" y="651"/>
                </a:lnTo>
                <a:lnTo>
                  <a:pt x="243" y="650"/>
                </a:lnTo>
                <a:lnTo>
                  <a:pt x="244" y="650"/>
                </a:lnTo>
                <a:lnTo>
                  <a:pt x="243" y="649"/>
                </a:lnTo>
                <a:lnTo>
                  <a:pt x="244" y="649"/>
                </a:lnTo>
                <a:lnTo>
                  <a:pt x="243" y="649"/>
                </a:lnTo>
                <a:lnTo>
                  <a:pt x="243" y="648"/>
                </a:lnTo>
                <a:lnTo>
                  <a:pt x="244" y="648"/>
                </a:lnTo>
                <a:lnTo>
                  <a:pt x="243" y="648"/>
                </a:lnTo>
                <a:lnTo>
                  <a:pt x="243" y="647"/>
                </a:lnTo>
                <a:lnTo>
                  <a:pt x="242" y="647"/>
                </a:lnTo>
                <a:lnTo>
                  <a:pt x="242" y="646"/>
                </a:lnTo>
                <a:lnTo>
                  <a:pt x="241" y="646"/>
                </a:lnTo>
                <a:lnTo>
                  <a:pt x="241" y="645"/>
                </a:lnTo>
                <a:lnTo>
                  <a:pt x="240" y="645"/>
                </a:lnTo>
                <a:lnTo>
                  <a:pt x="240" y="644"/>
                </a:lnTo>
                <a:lnTo>
                  <a:pt x="239" y="644"/>
                </a:lnTo>
                <a:lnTo>
                  <a:pt x="239" y="643"/>
                </a:lnTo>
                <a:lnTo>
                  <a:pt x="240" y="643"/>
                </a:lnTo>
                <a:lnTo>
                  <a:pt x="240" y="642"/>
                </a:lnTo>
                <a:lnTo>
                  <a:pt x="240" y="641"/>
                </a:lnTo>
                <a:lnTo>
                  <a:pt x="239" y="641"/>
                </a:lnTo>
                <a:lnTo>
                  <a:pt x="239" y="640"/>
                </a:lnTo>
                <a:lnTo>
                  <a:pt x="238" y="640"/>
                </a:lnTo>
                <a:lnTo>
                  <a:pt x="239" y="640"/>
                </a:lnTo>
                <a:lnTo>
                  <a:pt x="239" y="639"/>
                </a:lnTo>
                <a:lnTo>
                  <a:pt x="239" y="638"/>
                </a:lnTo>
                <a:lnTo>
                  <a:pt x="238" y="638"/>
                </a:lnTo>
                <a:lnTo>
                  <a:pt x="237" y="638"/>
                </a:lnTo>
                <a:lnTo>
                  <a:pt x="237" y="637"/>
                </a:lnTo>
                <a:lnTo>
                  <a:pt x="237" y="636"/>
                </a:lnTo>
                <a:lnTo>
                  <a:pt x="236" y="636"/>
                </a:lnTo>
                <a:lnTo>
                  <a:pt x="235" y="636"/>
                </a:lnTo>
                <a:lnTo>
                  <a:pt x="234" y="636"/>
                </a:lnTo>
                <a:lnTo>
                  <a:pt x="233" y="636"/>
                </a:lnTo>
                <a:lnTo>
                  <a:pt x="232" y="636"/>
                </a:lnTo>
                <a:lnTo>
                  <a:pt x="231" y="636"/>
                </a:lnTo>
                <a:lnTo>
                  <a:pt x="230" y="636"/>
                </a:lnTo>
                <a:lnTo>
                  <a:pt x="229" y="636"/>
                </a:lnTo>
                <a:lnTo>
                  <a:pt x="229" y="635"/>
                </a:lnTo>
                <a:lnTo>
                  <a:pt x="230" y="635"/>
                </a:lnTo>
                <a:lnTo>
                  <a:pt x="230" y="634"/>
                </a:lnTo>
                <a:lnTo>
                  <a:pt x="229" y="634"/>
                </a:lnTo>
                <a:lnTo>
                  <a:pt x="228" y="634"/>
                </a:lnTo>
                <a:lnTo>
                  <a:pt x="228" y="633"/>
                </a:lnTo>
                <a:lnTo>
                  <a:pt x="228" y="632"/>
                </a:lnTo>
                <a:lnTo>
                  <a:pt x="227" y="632"/>
                </a:lnTo>
                <a:lnTo>
                  <a:pt x="226" y="632"/>
                </a:lnTo>
                <a:lnTo>
                  <a:pt x="226" y="633"/>
                </a:lnTo>
                <a:lnTo>
                  <a:pt x="225" y="633"/>
                </a:lnTo>
                <a:lnTo>
                  <a:pt x="225" y="632"/>
                </a:lnTo>
                <a:lnTo>
                  <a:pt x="224" y="632"/>
                </a:lnTo>
                <a:lnTo>
                  <a:pt x="224" y="631"/>
                </a:lnTo>
                <a:lnTo>
                  <a:pt x="223" y="631"/>
                </a:lnTo>
                <a:lnTo>
                  <a:pt x="222" y="631"/>
                </a:lnTo>
                <a:lnTo>
                  <a:pt x="221" y="631"/>
                </a:lnTo>
                <a:lnTo>
                  <a:pt x="220" y="631"/>
                </a:lnTo>
                <a:lnTo>
                  <a:pt x="220" y="630"/>
                </a:lnTo>
                <a:lnTo>
                  <a:pt x="218" y="630"/>
                </a:lnTo>
                <a:lnTo>
                  <a:pt x="218" y="629"/>
                </a:lnTo>
                <a:lnTo>
                  <a:pt x="217" y="629"/>
                </a:lnTo>
                <a:lnTo>
                  <a:pt x="217" y="628"/>
                </a:lnTo>
                <a:lnTo>
                  <a:pt x="217" y="627"/>
                </a:lnTo>
                <a:lnTo>
                  <a:pt x="216" y="627"/>
                </a:lnTo>
                <a:lnTo>
                  <a:pt x="216" y="626"/>
                </a:lnTo>
                <a:lnTo>
                  <a:pt x="215" y="626"/>
                </a:lnTo>
                <a:lnTo>
                  <a:pt x="215" y="625"/>
                </a:lnTo>
                <a:lnTo>
                  <a:pt x="214" y="625"/>
                </a:lnTo>
                <a:lnTo>
                  <a:pt x="214" y="624"/>
                </a:lnTo>
                <a:lnTo>
                  <a:pt x="213" y="624"/>
                </a:lnTo>
                <a:lnTo>
                  <a:pt x="213" y="623"/>
                </a:lnTo>
                <a:lnTo>
                  <a:pt x="212" y="623"/>
                </a:lnTo>
                <a:lnTo>
                  <a:pt x="212" y="622"/>
                </a:lnTo>
                <a:lnTo>
                  <a:pt x="211" y="622"/>
                </a:lnTo>
                <a:lnTo>
                  <a:pt x="211" y="621"/>
                </a:lnTo>
                <a:lnTo>
                  <a:pt x="209" y="621"/>
                </a:lnTo>
                <a:lnTo>
                  <a:pt x="208" y="621"/>
                </a:lnTo>
                <a:lnTo>
                  <a:pt x="207" y="621"/>
                </a:lnTo>
                <a:lnTo>
                  <a:pt x="207" y="620"/>
                </a:lnTo>
                <a:lnTo>
                  <a:pt x="206" y="620"/>
                </a:lnTo>
                <a:lnTo>
                  <a:pt x="206" y="619"/>
                </a:lnTo>
                <a:lnTo>
                  <a:pt x="205" y="619"/>
                </a:lnTo>
                <a:lnTo>
                  <a:pt x="204" y="618"/>
                </a:lnTo>
                <a:lnTo>
                  <a:pt x="203" y="618"/>
                </a:lnTo>
                <a:lnTo>
                  <a:pt x="203" y="617"/>
                </a:lnTo>
                <a:lnTo>
                  <a:pt x="202" y="617"/>
                </a:lnTo>
                <a:lnTo>
                  <a:pt x="201" y="616"/>
                </a:lnTo>
                <a:lnTo>
                  <a:pt x="200" y="616"/>
                </a:lnTo>
                <a:lnTo>
                  <a:pt x="200" y="615"/>
                </a:lnTo>
                <a:lnTo>
                  <a:pt x="199" y="615"/>
                </a:lnTo>
                <a:lnTo>
                  <a:pt x="199" y="616"/>
                </a:lnTo>
                <a:lnTo>
                  <a:pt x="197" y="616"/>
                </a:lnTo>
                <a:lnTo>
                  <a:pt x="196" y="616"/>
                </a:lnTo>
                <a:lnTo>
                  <a:pt x="196" y="617"/>
                </a:lnTo>
                <a:lnTo>
                  <a:pt x="195" y="617"/>
                </a:lnTo>
                <a:lnTo>
                  <a:pt x="194" y="617"/>
                </a:lnTo>
                <a:lnTo>
                  <a:pt x="194" y="618"/>
                </a:lnTo>
                <a:lnTo>
                  <a:pt x="194" y="617"/>
                </a:lnTo>
                <a:lnTo>
                  <a:pt x="193" y="617"/>
                </a:lnTo>
                <a:lnTo>
                  <a:pt x="192" y="616"/>
                </a:lnTo>
                <a:lnTo>
                  <a:pt x="192" y="615"/>
                </a:lnTo>
                <a:lnTo>
                  <a:pt x="191" y="615"/>
                </a:lnTo>
                <a:lnTo>
                  <a:pt x="190" y="614"/>
                </a:lnTo>
                <a:lnTo>
                  <a:pt x="190" y="613"/>
                </a:lnTo>
                <a:lnTo>
                  <a:pt x="190" y="614"/>
                </a:lnTo>
                <a:lnTo>
                  <a:pt x="189" y="614"/>
                </a:lnTo>
                <a:lnTo>
                  <a:pt x="189" y="613"/>
                </a:lnTo>
                <a:lnTo>
                  <a:pt x="188" y="613"/>
                </a:lnTo>
                <a:lnTo>
                  <a:pt x="187" y="613"/>
                </a:lnTo>
                <a:lnTo>
                  <a:pt x="186" y="613"/>
                </a:lnTo>
                <a:lnTo>
                  <a:pt x="185" y="613"/>
                </a:lnTo>
                <a:lnTo>
                  <a:pt x="185" y="612"/>
                </a:lnTo>
                <a:lnTo>
                  <a:pt x="184" y="612"/>
                </a:lnTo>
                <a:lnTo>
                  <a:pt x="184" y="611"/>
                </a:lnTo>
                <a:lnTo>
                  <a:pt x="183" y="611"/>
                </a:lnTo>
                <a:lnTo>
                  <a:pt x="182" y="611"/>
                </a:lnTo>
                <a:lnTo>
                  <a:pt x="182" y="610"/>
                </a:lnTo>
                <a:lnTo>
                  <a:pt x="183" y="610"/>
                </a:lnTo>
                <a:lnTo>
                  <a:pt x="182" y="610"/>
                </a:lnTo>
                <a:lnTo>
                  <a:pt x="181" y="610"/>
                </a:lnTo>
                <a:lnTo>
                  <a:pt x="179" y="610"/>
                </a:lnTo>
                <a:lnTo>
                  <a:pt x="178" y="610"/>
                </a:lnTo>
                <a:lnTo>
                  <a:pt x="178" y="609"/>
                </a:lnTo>
                <a:lnTo>
                  <a:pt x="178" y="610"/>
                </a:lnTo>
                <a:lnTo>
                  <a:pt x="177" y="610"/>
                </a:lnTo>
                <a:lnTo>
                  <a:pt x="176" y="610"/>
                </a:lnTo>
                <a:lnTo>
                  <a:pt x="175" y="610"/>
                </a:lnTo>
                <a:lnTo>
                  <a:pt x="175" y="609"/>
                </a:lnTo>
                <a:lnTo>
                  <a:pt x="175" y="608"/>
                </a:lnTo>
                <a:lnTo>
                  <a:pt x="174" y="608"/>
                </a:lnTo>
                <a:lnTo>
                  <a:pt x="174" y="607"/>
                </a:lnTo>
                <a:lnTo>
                  <a:pt x="174" y="606"/>
                </a:lnTo>
                <a:lnTo>
                  <a:pt x="173" y="606"/>
                </a:lnTo>
                <a:lnTo>
                  <a:pt x="172" y="605"/>
                </a:lnTo>
                <a:lnTo>
                  <a:pt x="171" y="605"/>
                </a:lnTo>
                <a:lnTo>
                  <a:pt x="170" y="605"/>
                </a:lnTo>
                <a:lnTo>
                  <a:pt x="169" y="605"/>
                </a:lnTo>
                <a:lnTo>
                  <a:pt x="168" y="605"/>
                </a:lnTo>
                <a:lnTo>
                  <a:pt x="168" y="606"/>
                </a:lnTo>
                <a:lnTo>
                  <a:pt x="168" y="605"/>
                </a:lnTo>
                <a:lnTo>
                  <a:pt x="167" y="605"/>
                </a:lnTo>
                <a:lnTo>
                  <a:pt x="167" y="604"/>
                </a:lnTo>
                <a:lnTo>
                  <a:pt x="166" y="604"/>
                </a:lnTo>
                <a:lnTo>
                  <a:pt x="165" y="604"/>
                </a:lnTo>
                <a:lnTo>
                  <a:pt x="164" y="604"/>
                </a:lnTo>
                <a:lnTo>
                  <a:pt x="164" y="603"/>
                </a:lnTo>
                <a:lnTo>
                  <a:pt x="163" y="603"/>
                </a:lnTo>
                <a:lnTo>
                  <a:pt x="162" y="603"/>
                </a:lnTo>
                <a:lnTo>
                  <a:pt x="162" y="604"/>
                </a:lnTo>
                <a:lnTo>
                  <a:pt x="161" y="604"/>
                </a:lnTo>
                <a:lnTo>
                  <a:pt x="160" y="605"/>
                </a:lnTo>
                <a:lnTo>
                  <a:pt x="159" y="605"/>
                </a:lnTo>
                <a:lnTo>
                  <a:pt x="158" y="605"/>
                </a:lnTo>
                <a:lnTo>
                  <a:pt x="157" y="606"/>
                </a:lnTo>
                <a:lnTo>
                  <a:pt x="156" y="606"/>
                </a:lnTo>
                <a:lnTo>
                  <a:pt x="155" y="606"/>
                </a:lnTo>
                <a:lnTo>
                  <a:pt x="155" y="605"/>
                </a:lnTo>
                <a:lnTo>
                  <a:pt x="154" y="605"/>
                </a:lnTo>
                <a:lnTo>
                  <a:pt x="153" y="605"/>
                </a:lnTo>
                <a:lnTo>
                  <a:pt x="153" y="604"/>
                </a:lnTo>
                <a:lnTo>
                  <a:pt x="153" y="603"/>
                </a:lnTo>
                <a:lnTo>
                  <a:pt x="152" y="603"/>
                </a:lnTo>
                <a:lnTo>
                  <a:pt x="151" y="602"/>
                </a:lnTo>
                <a:lnTo>
                  <a:pt x="150" y="602"/>
                </a:lnTo>
                <a:lnTo>
                  <a:pt x="149" y="602"/>
                </a:lnTo>
                <a:lnTo>
                  <a:pt x="149" y="601"/>
                </a:lnTo>
                <a:lnTo>
                  <a:pt x="148" y="601"/>
                </a:lnTo>
                <a:lnTo>
                  <a:pt x="148" y="600"/>
                </a:lnTo>
                <a:lnTo>
                  <a:pt x="148" y="599"/>
                </a:lnTo>
                <a:lnTo>
                  <a:pt x="148" y="598"/>
                </a:lnTo>
                <a:lnTo>
                  <a:pt x="147" y="597"/>
                </a:lnTo>
                <a:lnTo>
                  <a:pt x="147" y="596"/>
                </a:lnTo>
                <a:lnTo>
                  <a:pt x="147" y="595"/>
                </a:lnTo>
                <a:lnTo>
                  <a:pt x="146" y="595"/>
                </a:lnTo>
                <a:lnTo>
                  <a:pt x="145" y="595"/>
                </a:lnTo>
                <a:lnTo>
                  <a:pt x="145" y="594"/>
                </a:lnTo>
                <a:lnTo>
                  <a:pt x="144" y="594"/>
                </a:lnTo>
                <a:lnTo>
                  <a:pt x="143" y="594"/>
                </a:lnTo>
                <a:lnTo>
                  <a:pt x="142" y="594"/>
                </a:lnTo>
                <a:lnTo>
                  <a:pt x="142" y="593"/>
                </a:lnTo>
                <a:lnTo>
                  <a:pt x="141" y="593"/>
                </a:lnTo>
                <a:lnTo>
                  <a:pt x="141" y="592"/>
                </a:lnTo>
                <a:lnTo>
                  <a:pt x="142" y="592"/>
                </a:lnTo>
                <a:lnTo>
                  <a:pt x="142" y="591"/>
                </a:lnTo>
                <a:lnTo>
                  <a:pt x="143" y="591"/>
                </a:lnTo>
                <a:lnTo>
                  <a:pt x="142" y="591"/>
                </a:lnTo>
                <a:lnTo>
                  <a:pt x="143" y="591"/>
                </a:lnTo>
                <a:lnTo>
                  <a:pt x="143" y="590"/>
                </a:lnTo>
                <a:lnTo>
                  <a:pt x="142" y="590"/>
                </a:lnTo>
                <a:lnTo>
                  <a:pt x="142" y="589"/>
                </a:lnTo>
                <a:lnTo>
                  <a:pt x="141" y="588"/>
                </a:lnTo>
                <a:lnTo>
                  <a:pt x="141" y="587"/>
                </a:lnTo>
                <a:lnTo>
                  <a:pt x="140" y="587"/>
                </a:lnTo>
                <a:lnTo>
                  <a:pt x="141" y="587"/>
                </a:lnTo>
                <a:lnTo>
                  <a:pt x="140" y="587"/>
                </a:lnTo>
                <a:lnTo>
                  <a:pt x="141" y="587"/>
                </a:lnTo>
                <a:lnTo>
                  <a:pt x="141" y="586"/>
                </a:lnTo>
                <a:lnTo>
                  <a:pt x="141" y="585"/>
                </a:lnTo>
                <a:lnTo>
                  <a:pt x="140" y="585"/>
                </a:lnTo>
                <a:lnTo>
                  <a:pt x="141" y="584"/>
                </a:lnTo>
                <a:lnTo>
                  <a:pt x="140" y="584"/>
                </a:lnTo>
                <a:lnTo>
                  <a:pt x="140" y="583"/>
                </a:lnTo>
                <a:lnTo>
                  <a:pt x="139" y="583"/>
                </a:lnTo>
                <a:lnTo>
                  <a:pt x="139" y="582"/>
                </a:lnTo>
                <a:lnTo>
                  <a:pt x="138" y="582"/>
                </a:lnTo>
                <a:lnTo>
                  <a:pt x="137" y="582"/>
                </a:lnTo>
                <a:lnTo>
                  <a:pt x="137" y="581"/>
                </a:lnTo>
                <a:lnTo>
                  <a:pt x="136" y="581"/>
                </a:lnTo>
                <a:lnTo>
                  <a:pt x="136" y="582"/>
                </a:lnTo>
                <a:lnTo>
                  <a:pt x="136" y="581"/>
                </a:lnTo>
                <a:lnTo>
                  <a:pt x="135" y="581"/>
                </a:lnTo>
                <a:lnTo>
                  <a:pt x="135" y="580"/>
                </a:lnTo>
                <a:lnTo>
                  <a:pt x="137" y="580"/>
                </a:lnTo>
                <a:lnTo>
                  <a:pt x="137" y="579"/>
                </a:lnTo>
                <a:lnTo>
                  <a:pt x="137" y="578"/>
                </a:lnTo>
                <a:lnTo>
                  <a:pt x="137" y="577"/>
                </a:lnTo>
                <a:lnTo>
                  <a:pt x="136" y="577"/>
                </a:lnTo>
                <a:lnTo>
                  <a:pt x="135" y="577"/>
                </a:lnTo>
                <a:lnTo>
                  <a:pt x="135" y="576"/>
                </a:lnTo>
                <a:lnTo>
                  <a:pt x="135" y="575"/>
                </a:lnTo>
                <a:lnTo>
                  <a:pt x="134" y="575"/>
                </a:lnTo>
                <a:lnTo>
                  <a:pt x="133" y="575"/>
                </a:lnTo>
                <a:lnTo>
                  <a:pt x="132" y="575"/>
                </a:lnTo>
                <a:lnTo>
                  <a:pt x="132" y="576"/>
                </a:lnTo>
                <a:lnTo>
                  <a:pt x="131" y="576"/>
                </a:lnTo>
                <a:lnTo>
                  <a:pt x="130" y="576"/>
                </a:lnTo>
                <a:lnTo>
                  <a:pt x="129" y="577"/>
                </a:lnTo>
                <a:lnTo>
                  <a:pt x="129" y="576"/>
                </a:lnTo>
                <a:lnTo>
                  <a:pt x="129" y="575"/>
                </a:lnTo>
                <a:lnTo>
                  <a:pt x="128" y="574"/>
                </a:lnTo>
                <a:lnTo>
                  <a:pt x="127" y="574"/>
                </a:lnTo>
                <a:lnTo>
                  <a:pt x="127" y="573"/>
                </a:lnTo>
                <a:lnTo>
                  <a:pt x="127" y="572"/>
                </a:lnTo>
                <a:lnTo>
                  <a:pt x="127" y="571"/>
                </a:lnTo>
                <a:lnTo>
                  <a:pt x="126" y="571"/>
                </a:lnTo>
                <a:lnTo>
                  <a:pt x="126" y="570"/>
                </a:lnTo>
                <a:lnTo>
                  <a:pt x="125" y="570"/>
                </a:lnTo>
                <a:lnTo>
                  <a:pt x="125" y="569"/>
                </a:lnTo>
                <a:lnTo>
                  <a:pt x="124" y="569"/>
                </a:lnTo>
                <a:lnTo>
                  <a:pt x="124" y="568"/>
                </a:lnTo>
                <a:lnTo>
                  <a:pt x="123" y="567"/>
                </a:lnTo>
                <a:lnTo>
                  <a:pt x="122" y="567"/>
                </a:lnTo>
                <a:lnTo>
                  <a:pt x="121" y="567"/>
                </a:lnTo>
                <a:lnTo>
                  <a:pt x="120" y="567"/>
                </a:lnTo>
                <a:lnTo>
                  <a:pt x="120" y="566"/>
                </a:lnTo>
                <a:lnTo>
                  <a:pt x="119" y="566"/>
                </a:lnTo>
                <a:lnTo>
                  <a:pt x="118" y="565"/>
                </a:lnTo>
                <a:lnTo>
                  <a:pt x="118" y="564"/>
                </a:lnTo>
                <a:lnTo>
                  <a:pt x="117" y="564"/>
                </a:lnTo>
                <a:lnTo>
                  <a:pt x="116" y="563"/>
                </a:lnTo>
                <a:lnTo>
                  <a:pt x="115" y="563"/>
                </a:lnTo>
                <a:lnTo>
                  <a:pt x="115" y="564"/>
                </a:lnTo>
                <a:lnTo>
                  <a:pt x="115" y="565"/>
                </a:lnTo>
                <a:lnTo>
                  <a:pt x="114" y="565"/>
                </a:lnTo>
                <a:lnTo>
                  <a:pt x="113" y="565"/>
                </a:lnTo>
                <a:lnTo>
                  <a:pt x="113" y="566"/>
                </a:lnTo>
                <a:lnTo>
                  <a:pt x="112" y="566"/>
                </a:lnTo>
                <a:lnTo>
                  <a:pt x="111" y="566"/>
                </a:lnTo>
                <a:lnTo>
                  <a:pt x="110" y="566"/>
                </a:lnTo>
                <a:lnTo>
                  <a:pt x="110" y="567"/>
                </a:lnTo>
                <a:lnTo>
                  <a:pt x="109" y="567"/>
                </a:lnTo>
                <a:lnTo>
                  <a:pt x="109" y="568"/>
                </a:lnTo>
                <a:lnTo>
                  <a:pt x="109" y="567"/>
                </a:lnTo>
                <a:lnTo>
                  <a:pt x="108" y="567"/>
                </a:lnTo>
                <a:lnTo>
                  <a:pt x="107" y="566"/>
                </a:lnTo>
                <a:lnTo>
                  <a:pt x="106" y="566"/>
                </a:lnTo>
                <a:lnTo>
                  <a:pt x="105" y="566"/>
                </a:lnTo>
                <a:lnTo>
                  <a:pt x="105" y="565"/>
                </a:lnTo>
                <a:lnTo>
                  <a:pt x="104" y="565"/>
                </a:lnTo>
                <a:lnTo>
                  <a:pt x="104" y="564"/>
                </a:lnTo>
                <a:lnTo>
                  <a:pt x="103" y="564"/>
                </a:lnTo>
                <a:lnTo>
                  <a:pt x="103" y="563"/>
                </a:lnTo>
                <a:lnTo>
                  <a:pt x="102" y="563"/>
                </a:lnTo>
                <a:lnTo>
                  <a:pt x="102" y="562"/>
                </a:lnTo>
                <a:lnTo>
                  <a:pt x="101" y="562"/>
                </a:lnTo>
                <a:lnTo>
                  <a:pt x="101" y="561"/>
                </a:lnTo>
                <a:lnTo>
                  <a:pt x="102" y="561"/>
                </a:lnTo>
                <a:lnTo>
                  <a:pt x="102" y="560"/>
                </a:lnTo>
                <a:lnTo>
                  <a:pt x="101" y="560"/>
                </a:lnTo>
                <a:lnTo>
                  <a:pt x="101" y="559"/>
                </a:lnTo>
                <a:lnTo>
                  <a:pt x="101" y="558"/>
                </a:lnTo>
                <a:lnTo>
                  <a:pt x="100" y="558"/>
                </a:lnTo>
                <a:lnTo>
                  <a:pt x="99" y="558"/>
                </a:lnTo>
                <a:lnTo>
                  <a:pt x="98" y="558"/>
                </a:lnTo>
                <a:lnTo>
                  <a:pt x="97" y="558"/>
                </a:lnTo>
                <a:lnTo>
                  <a:pt x="96" y="558"/>
                </a:lnTo>
                <a:lnTo>
                  <a:pt x="95" y="558"/>
                </a:lnTo>
                <a:lnTo>
                  <a:pt x="95" y="559"/>
                </a:lnTo>
                <a:lnTo>
                  <a:pt x="94" y="559"/>
                </a:lnTo>
                <a:lnTo>
                  <a:pt x="93" y="559"/>
                </a:lnTo>
                <a:lnTo>
                  <a:pt x="93" y="558"/>
                </a:lnTo>
                <a:lnTo>
                  <a:pt x="93" y="557"/>
                </a:lnTo>
                <a:lnTo>
                  <a:pt x="93" y="556"/>
                </a:lnTo>
                <a:lnTo>
                  <a:pt x="93" y="555"/>
                </a:lnTo>
                <a:lnTo>
                  <a:pt x="93" y="554"/>
                </a:lnTo>
                <a:lnTo>
                  <a:pt x="92" y="554"/>
                </a:lnTo>
                <a:lnTo>
                  <a:pt x="91" y="554"/>
                </a:lnTo>
                <a:lnTo>
                  <a:pt x="90" y="554"/>
                </a:lnTo>
                <a:lnTo>
                  <a:pt x="90" y="555"/>
                </a:lnTo>
                <a:lnTo>
                  <a:pt x="89" y="555"/>
                </a:lnTo>
                <a:lnTo>
                  <a:pt x="90" y="555"/>
                </a:lnTo>
                <a:lnTo>
                  <a:pt x="89" y="555"/>
                </a:lnTo>
                <a:lnTo>
                  <a:pt x="89" y="556"/>
                </a:lnTo>
                <a:lnTo>
                  <a:pt x="88" y="556"/>
                </a:lnTo>
                <a:lnTo>
                  <a:pt x="88" y="557"/>
                </a:lnTo>
                <a:lnTo>
                  <a:pt x="87" y="558"/>
                </a:lnTo>
                <a:lnTo>
                  <a:pt x="87" y="557"/>
                </a:lnTo>
                <a:lnTo>
                  <a:pt x="87" y="558"/>
                </a:lnTo>
                <a:lnTo>
                  <a:pt x="86" y="558"/>
                </a:lnTo>
                <a:lnTo>
                  <a:pt x="85" y="558"/>
                </a:lnTo>
                <a:lnTo>
                  <a:pt x="84" y="558"/>
                </a:lnTo>
                <a:lnTo>
                  <a:pt x="84" y="559"/>
                </a:lnTo>
                <a:lnTo>
                  <a:pt x="83" y="559"/>
                </a:lnTo>
                <a:lnTo>
                  <a:pt x="83" y="560"/>
                </a:lnTo>
                <a:lnTo>
                  <a:pt x="83" y="561"/>
                </a:lnTo>
                <a:lnTo>
                  <a:pt x="84" y="561"/>
                </a:lnTo>
                <a:lnTo>
                  <a:pt x="85" y="562"/>
                </a:lnTo>
                <a:lnTo>
                  <a:pt x="84" y="562"/>
                </a:lnTo>
                <a:lnTo>
                  <a:pt x="84" y="563"/>
                </a:lnTo>
                <a:lnTo>
                  <a:pt x="84" y="564"/>
                </a:lnTo>
                <a:lnTo>
                  <a:pt x="84" y="565"/>
                </a:lnTo>
                <a:lnTo>
                  <a:pt x="83" y="565"/>
                </a:lnTo>
                <a:lnTo>
                  <a:pt x="82" y="565"/>
                </a:lnTo>
                <a:lnTo>
                  <a:pt x="82" y="564"/>
                </a:lnTo>
                <a:lnTo>
                  <a:pt x="81" y="564"/>
                </a:lnTo>
                <a:lnTo>
                  <a:pt x="81" y="565"/>
                </a:lnTo>
                <a:lnTo>
                  <a:pt x="80" y="565"/>
                </a:lnTo>
                <a:lnTo>
                  <a:pt x="79" y="565"/>
                </a:lnTo>
                <a:lnTo>
                  <a:pt x="79" y="566"/>
                </a:lnTo>
                <a:lnTo>
                  <a:pt x="78" y="566"/>
                </a:lnTo>
                <a:lnTo>
                  <a:pt x="77" y="566"/>
                </a:lnTo>
                <a:lnTo>
                  <a:pt x="76" y="566"/>
                </a:lnTo>
                <a:lnTo>
                  <a:pt x="75" y="566"/>
                </a:lnTo>
                <a:lnTo>
                  <a:pt x="75" y="565"/>
                </a:lnTo>
                <a:lnTo>
                  <a:pt x="74" y="565"/>
                </a:lnTo>
                <a:lnTo>
                  <a:pt x="74" y="564"/>
                </a:lnTo>
                <a:lnTo>
                  <a:pt x="74" y="563"/>
                </a:lnTo>
                <a:lnTo>
                  <a:pt x="74" y="562"/>
                </a:lnTo>
                <a:lnTo>
                  <a:pt x="73" y="562"/>
                </a:lnTo>
                <a:lnTo>
                  <a:pt x="73" y="561"/>
                </a:lnTo>
                <a:lnTo>
                  <a:pt x="73" y="560"/>
                </a:lnTo>
                <a:lnTo>
                  <a:pt x="72" y="560"/>
                </a:lnTo>
                <a:lnTo>
                  <a:pt x="71" y="560"/>
                </a:lnTo>
                <a:lnTo>
                  <a:pt x="71" y="559"/>
                </a:lnTo>
                <a:lnTo>
                  <a:pt x="70" y="559"/>
                </a:lnTo>
                <a:lnTo>
                  <a:pt x="70" y="560"/>
                </a:lnTo>
                <a:lnTo>
                  <a:pt x="69" y="560"/>
                </a:lnTo>
                <a:lnTo>
                  <a:pt x="69" y="561"/>
                </a:lnTo>
                <a:lnTo>
                  <a:pt x="68" y="561"/>
                </a:lnTo>
                <a:lnTo>
                  <a:pt x="67" y="561"/>
                </a:lnTo>
                <a:lnTo>
                  <a:pt x="67" y="560"/>
                </a:lnTo>
                <a:lnTo>
                  <a:pt x="66" y="560"/>
                </a:lnTo>
                <a:lnTo>
                  <a:pt x="66" y="561"/>
                </a:lnTo>
                <a:lnTo>
                  <a:pt x="65" y="561"/>
                </a:lnTo>
                <a:lnTo>
                  <a:pt x="65" y="562"/>
                </a:lnTo>
                <a:lnTo>
                  <a:pt x="64" y="562"/>
                </a:lnTo>
                <a:lnTo>
                  <a:pt x="63" y="562"/>
                </a:lnTo>
                <a:lnTo>
                  <a:pt x="63" y="561"/>
                </a:lnTo>
                <a:lnTo>
                  <a:pt x="62" y="560"/>
                </a:lnTo>
                <a:lnTo>
                  <a:pt x="61" y="560"/>
                </a:lnTo>
                <a:lnTo>
                  <a:pt x="61" y="559"/>
                </a:lnTo>
                <a:lnTo>
                  <a:pt x="61" y="558"/>
                </a:lnTo>
                <a:lnTo>
                  <a:pt x="60" y="558"/>
                </a:lnTo>
                <a:lnTo>
                  <a:pt x="59" y="558"/>
                </a:lnTo>
                <a:lnTo>
                  <a:pt x="59" y="557"/>
                </a:lnTo>
                <a:lnTo>
                  <a:pt x="58" y="557"/>
                </a:lnTo>
                <a:lnTo>
                  <a:pt x="57" y="557"/>
                </a:lnTo>
                <a:lnTo>
                  <a:pt x="56" y="557"/>
                </a:lnTo>
                <a:lnTo>
                  <a:pt x="55" y="557"/>
                </a:lnTo>
                <a:lnTo>
                  <a:pt x="55" y="556"/>
                </a:lnTo>
                <a:lnTo>
                  <a:pt x="55" y="555"/>
                </a:lnTo>
                <a:lnTo>
                  <a:pt x="54" y="555"/>
                </a:lnTo>
                <a:lnTo>
                  <a:pt x="54" y="554"/>
                </a:lnTo>
                <a:lnTo>
                  <a:pt x="54" y="553"/>
                </a:lnTo>
                <a:lnTo>
                  <a:pt x="54" y="552"/>
                </a:lnTo>
                <a:lnTo>
                  <a:pt x="54" y="551"/>
                </a:lnTo>
                <a:lnTo>
                  <a:pt x="53" y="551"/>
                </a:lnTo>
                <a:lnTo>
                  <a:pt x="53" y="550"/>
                </a:lnTo>
                <a:lnTo>
                  <a:pt x="52" y="550"/>
                </a:lnTo>
                <a:lnTo>
                  <a:pt x="52" y="549"/>
                </a:lnTo>
                <a:lnTo>
                  <a:pt x="53" y="548"/>
                </a:lnTo>
                <a:lnTo>
                  <a:pt x="53" y="547"/>
                </a:lnTo>
                <a:lnTo>
                  <a:pt x="53" y="546"/>
                </a:lnTo>
                <a:lnTo>
                  <a:pt x="54" y="546"/>
                </a:lnTo>
                <a:lnTo>
                  <a:pt x="54" y="545"/>
                </a:lnTo>
                <a:lnTo>
                  <a:pt x="54" y="544"/>
                </a:lnTo>
                <a:lnTo>
                  <a:pt x="54" y="543"/>
                </a:lnTo>
                <a:lnTo>
                  <a:pt x="53" y="543"/>
                </a:lnTo>
                <a:lnTo>
                  <a:pt x="52" y="543"/>
                </a:lnTo>
                <a:lnTo>
                  <a:pt x="52" y="542"/>
                </a:lnTo>
                <a:lnTo>
                  <a:pt x="51" y="542"/>
                </a:lnTo>
                <a:lnTo>
                  <a:pt x="51" y="541"/>
                </a:lnTo>
                <a:lnTo>
                  <a:pt x="50" y="541"/>
                </a:lnTo>
                <a:lnTo>
                  <a:pt x="50" y="540"/>
                </a:lnTo>
                <a:lnTo>
                  <a:pt x="50" y="539"/>
                </a:lnTo>
                <a:lnTo>
                  <a:pt x="49" y="539"/>
                </a:lnTo>
                <a:lnTo>
                  <a:pt x="48" y="538"/>
                </a:lnTo>
                <a:lnTo>
                  <a:pt x="48" y="537"/>
                </a:lnTo>
                <a:lnTo>
                  <a:pt x="48" y="536"/>
                </a:lnTo>
                <a:lnTo>
                  <a:pt x="47" y="536"/>
                </a:lnTo>
                <a:lnTo>
                  <a:pt x="47" y="535"/>
                </a:lnTo>
                <a:lnTo>
                  <a:pt x="46" y="535"/>
                </a:lnTo>
                <a:lnTo>
                  <a:pt x="46" y="534"/>
                </a:lnTo>
                <a:lnTo>
                  <a:pt x="45" y="534"/>
                </a:lnTo>
                <a:lnTo>
                  <a:pt x="45" y="533"/>
                </a:lnTo>
                <a:lnTo>
                  <a:pt x="44" y="532"/>
                </a:lnTo>
                <a:lnTo>
                  <a:pt x="44" y="531"/>
                </a:lnTo>
                <a:lnTo>
                  <a:pt x="44" y="530"/>
                </a:lnTo>
                <a:lnTo>
                  <a:pt x="43" y="530"/>
                </a:lnTo>
                <a:lnTo>
                  <a:pt x="43" y="529"/>
                </a:lnTo>
                <a:lnTo>
                  <a:pt x="42" y="529"/>
                </a:lnTo>
                <a:lnTo>
                  <a:pt x="42" y="530"/>
                </a:lnTo>
                <a:lnTo>
                  <a:pt x="42" y="531"/>
                </a:lnTo>
                <a:lnTo>
                  <a:pt x="41" y="531"/>
                </a:lnTo>
                <a:lnTo>
                  <a:pt x="40" y="531"/>
                </a:lnTo>
                <a:lnTo>
                  <a:pt x="39" y="531"/>
                </a:lnTo>
                <a:lnTo>
                  <a:pt x="38" y="531"/>
                </a:lnTo>
                <a:lnTo>
                  <a:pt x="38" y="530"/>
                </a:lnTo>
                <a:lnTo>
                  <a:pt x="37" y="530"/>
                </a:lnTo>
                <a:lnTo>
                  <a:pt x="36" y="530"/>
                </a:lnTo>
                <a:lnTo>
                  <a:pt x="35" y="530"/>
                </a:lnTo>
                <a:lnTo>
                  <a:pt x="35" y="529"/>
                </a:lnTo>
                <a:lnTo>
                  <a:pt x="35" y="528"/>
                </a:lnTo>
                <a:lnTo>
                  <a:pt x="34" y="528"/>
                </a:lnTo>
                <a:lnTo>
                  <a:pt x="34" y="527"/>
                </a:lnTo>
                <a:lnTo>
                  <a:pt x="35" y="527"/>
                </a:lnTo>
                <a:lnTo>
                  <a:pt x="34" y="527"/>
                </a:lnTo>
                <a:lnTo>
                  <a:pt x="34" y="526"/>
                </a:lnTo>
                <a:lnTo>
                  <a:pt x="34" y="525"/>
                </a:lnTo>
                <a:lnTo>
                  <a:pt x="33" y="525"/>
                </a:lnTo>
                <a:lnTo>
                  <a:pt x="33" y="524"/>
                </a:lnTo>
                <a:lnTo>
                  <a:pt x="32" y="524"/>
                </a:lnTo>
                <a:lnTo>
                  <a:pt x="32" y="523"/>
                </a:lnTo>
                <a:lnTo>
                  <a:pt x="33" y="523"/>
                </a:lnTo>
                <a:lnTo>
                  <a:pt x="33" y="522"/>
                </a:lnTo>
                <a:lnTo>
                  <a:pt x="33" y="521"/>
                </a:lnTo>
                <a:lnTo>
                  <a:pt x="33" y="520"/>
                </a:lnTo>
                <a:lnTo>
                  <a:pt x="34" y="520"/>
                </a:lnTo>
                <a:lnTo>
                  <a:pt x="34" y="519"/>
                </a:lnTo>
                <a:lnTo>
                  <a:pt x="35" y="519"/>
                </a:lnTo>
                <a:lnTo>
                  <a:pt x="35" y="518"/>
                </a:lnTo>
                <a:lnTo>
                  <a:pt x="35" y="517"/>
                </a:lnTo>
                <a:lnTo>
                  <a:pt x="36" y="517"/>
                </a:lnTo>
                <a:lnTo>
                  <a:pt x="36" y="516"/>
                </a:lnTo>
                <a:lnTo>
                  <a:pt x="37" y="516"/>
                </a:lnTo>
                <a:lnTo>
                  <a:pt x="36" y="516"/>
                </a:lnTo>
                <a:lnTo>
                  <a:pt x="36" y="515"/>
                </a:lnTo>
                <a:lnTo>
                  <a:pt x="35" y="515"/>
                </a:lnTo>
                <a:lnTo>
                  <a:pt x="35" y="514"/>
                </a:lnTo>
                <a:lnTo>
                  <a:pt x="34" y="514"/>
                </a:lnTo>
                <a:lnTo>
                  <a:pt x="34" y="513"/>
                </a:lnTo>
                <a:lnTo>
                  <a:pt x="34" y="512"/>
                </a:lnTo>
                <a:lnTo>
                  <a:pt x="33" y="512"/>
                </a:lnTo>
                <a:lnTo>
                  <a:pt x="32" y="512"/>
                </a:lnTo>
                <a:lnTo>
                  <a:pt x="32" y="511"/>
                </a:lnTo>
                <a:lnTo>
                  <a:pt x="32" y="512"/>
                </a:lnTo>
                <a:lnTo>
                  <a:pt x="31" y="512"/>
                </a:lnTo>
                <a:lnTo>
                  <a:pt x="30" y="512"/>
                </a:lnTo>
                <a:lnTo>
                  <a:pt x="30" y="511"/>
                </a:lnTo>
                <a:lnTo>
                  <a:pt x="30" y="510"/>
                </a:lnTo>
                <a:lnTo>
                  <a:pt x="30" y="509"/>
                </a:lnTo>
                <a:lnTo>
                  <a:pt x="30" y="508"/>
                </a:lnTo>
                <a:lnTo>
                  <a:pt x="30" y="507"/>
                </a:lnTo>
                <a:lnTo>
                  <a:pt x="31" y="507"/>
                </a:lnTo>
                <a:lnTo>
                  <a:pt x="31" y="506"/>
                </a:lnTo>
                <a:lnTo>
                  <a:pt x="32" y="506"/>
                </a:lnTo>
                <a:lnTo>
                  <a:pt x="33" y="506"/>
                </a:lnTo>
                <a:lnTo>
                  <a:pt x="33" y="505"/>
                </a:lnTo>
                <a:lnTo>
                  <a:pt x="34" y="505"/>
                </a:lnTo>
                <a:lnTo>
                  <a:pt x="34" y="506"/>
                </a:lnTo>
                <a:lnTo>
                  <a:pt x="35" y="506"/>
                </a:lnTo>
                <a:lnTo>
                  <a:pt x="35" y="505"/>
                </a:lnTo>
                <a:lnTo>
                  <a:pt x="35" y="504"/>
                </a:lnTo>
                <a:lnTo>
                  <a:pt x="36" y="504"/>
                </a:lnTo>
                <a:lnTo>
                  <a:pt x="37" y="504"/>
                </a:lnTo>
                <a:lnTo>
                  <a:pt x="37" y="503"/>
                </a:lnTo>
                <a:lnTo>
                  <a:pt x="37" y="502"/>
                </a:lnTo>
                <a:lnTo>
                  <a:pt x="38" y="502"/>
                </a:lnTo>
                <a:lnTo>
                  <a:pt x="37" y="502"/>
                </a:lnTo>
                <a:lnTo>
                  <a:pt x="38" y="502"/>
                </a:lnTo>
                <a:lnTo>
                  <a:pt x="39" y="502"/>
                </a:lnTo>
                <a:lnTo>
                  <a:pt x="39" y="501"/>
                </a:lnTo>
                <a:lnTo>
                  <a:pt x="40" y="500"/>
                </a:lnTo>
                <a:lnTo>
                  <a:pt x="41" y="500"/>
                </a:lnTo>
                <a:lnTo>
                  <a:pt x="41" y="499"/>
                </a:lnTo>
                <a:lnTo>
                  <a:pt x="41" y="498"/>
                </a:lnTo>
                <a:lnTo>
                  <a:pt x="41" y="497"/>
                </a:lnTo>
                <a:lnTo>
                  <a:pt x="40" y="497"/>
                </a:lnTo>
                <a:lnTo>
                  <a:pt x="39" y="497"/>
                </a:lnTo>
                <a:lnTo>
                  <a:pt x="39" y="496"/>
                </a:lnTo>
                <a:lnTo>
                  <a:pt x="38" y="496"/>
                </a:lnTo>
                <a:lnTo>
                  <a:pt x="37" y="495"/>
                </a:lnTo>
                <a:lnTo>
                  <a:pt x="37" y="494"/>
                </a:lnTo>
                <a:lnTo>
                  <a:pt x="37" y="493"/>
                </a:lnTo>
                <a:lnTo>
                  <a:pt x="37" y="492"/>
                </a:lnTo>
                <a:lnTo>
                  <a:pt x="37" y="491"/>
                </a:lnTo>
                <a:lnTo>
                  <a:pt x="36" y="491"/>
                </a:lnTo>
                <a:lnTo>
                  <a:pt x="36" y="492"/>
                </a:lnTo>
                <a:lnTo>
                  <a:pt x="35" y="492"/>
                </a:lnTo>
                <a:lnTo>
                  <a:pt x="34" y="492"/>
                </a:lnTo>
                <a:lnTo>
                  <a:pt x="33" y="492"/>
                </a:lnTo>
                <a:lnTo>
                  <a:pt x="32" y="492"/>
                </a:lnTo>
                <a:lnTo>
                  <a:pt x="32" y="491"/>
                </a:lnTo>
                <a:lnTo>
                  <a:pt x="33" y="491"/>
                </a:lnTo>
                <a:lnTo>
                  <a:pt x="33" y="490"/>
                </a:lnTo>
                <a:lnTo>
                  <a:pt x="32" y="490"/>
                </a:lnTo>
                <a:lnTo>
                  <a:pt x="32" y="489"/>
                </a:lnTo>
                <a:lnTo>
                  <a:pt x="32" y="488"/>
                </a:lnTo>
                <a:lnTo>
                  <a:pt x="31" y="488"/>
                </a:lnTo>
                <a:lnTo>
                  <a:pt x="31" y="487"/>
                </a:lnTo>
                <a:lnTo>
                  <a:pt x="31" y="486"/>
                </a:lnTo>
                <a:lnTo>
                  <a:pt x="30" y="486"/>
                </a:lnTo>
                <a:lnTo>
                  <a:pt x="30" y="485"/>
                </a:lnTo>
                <a:lnTo>
                  <a:pt x="30" y="484"/>
                </a:lnTo>
                <a:lnTo>
                  <a:pt x="30" y="483"/>
                </a:lnTo>
                <a:lnTo>
                  <a:pt x="29" y="483"/>
                </a:lnTo>
                <a:lnTo>
                  <a:pt x="29" y="482"/>
                </a:lnTo>
                <a:lnTo>
                  <a:pt x="28" y="482"/>
                </a:lnTo>
                <a:lnTo>
                  <a:pt x="28" y="481"/>
                </a:lnTo>
                <a:lnTo>
                  <a:pt x="27" y="481"/>
                </a:lnTo>
                <a:lnTo>
                  <a:pt x="26" y="481"/>
                </a:lnTo>
                <a:lnTo>
                  <a:pt x="26" y="480"/>
                </a:lnTo>
                <a:lnTo>
                  <a:pt x="25" y="480"/>
                </a:lnTo>
                <a:lnTo>
                  <a:pt x="25" y="479"/>
                </a:lnTo>
                <a:lnTo>
                  <a:pt x="24" y="479"/>
                </a:lnTo>
                <a:lnTo>
                  <a:pt x="24" y="478"/>
                </a:lnTo>
                <a:lnTo>
                  <a:pt x="23" y="478"/>
                </a:lnTo>
                <a:lnTo>
                  <a:pt x="23" y="477"/>
                </a:lnTo>
                <a:lnTo>
                  <a:pt x="23" y="476"/>
                </a:lnTo>
                <a:lnTo>
                  <a:pt x="24" y="476"/>
                </a:lnTo>
                <a:lnTo>
                  <a:pt x="24" y="475"/>
                </a:lnTo>
                <a:lnTo>
                  <a:pt x="24" y="474"/>
                </a:lnTo>
                <a:lnTo>
                  <a:pt x="25" y="474"/>
                </a:lnTo>
                <a:lnTo>
                  <a:pt x="25" y="473"/>
                </a:lnTo>
                <a:lnTo>
                  <a:pt x="26" y="473"/>
                </a:lnTo>
                <a:lnTo>
                  <a:pt x="26" y="472"/>
                </a:lnTo>
                <a:lnTo>
                  <a:pt x="27" y="472"/>
                </a:lnTo>
                <a:lnTo>
                  <a:pt x="28" y="472"/>
                </a:lnTo>
                <a:lnTo>
                  <a:pt x="28" y="471"/>
                </a:lnTo>
                <a:lnTo>
                  <a:pt x="29" y="471"/>
                </a:lnTo>
                <a:lnTo>
                  <a:pt x="30" y="471"/>
                </a:lnTo>
                <a:lnTo>
                  <a:pt x="31" y="471"/>
                </a:lnTo>
                <a:lnTo>
                  <a:pt x="32" y="471"/>
                </a:lnTo>
                <a:lnTo>
                  <a:pt x="32" y="470"/>
                </a:lnTo>
                <a:lnTo>
                  <a:pt x="32" y="469"/>
                </a:lnTo>
                <a:lnTo>
                  <a:pt x="32" y="468"/>
                </a:lnTo>
                <a:lnTo>
                  <a:pt x="33" y="468"/>
                </a:lnTo>
                <a:lnTo>
                  <a:pt x="33" y="467"/>
                </a:lnTo>
                <a:lnTo>
                  <a:pt x="34" y="467"/>
                </a:lnTo>
                <a:lnTo>
                  <a:pt x="34" y="466"/>
                </a:lnTo>
                <a:lnTo>
                  <a:pt x="34" y="465"/>
                </a:lnTo>
                <a:lnTo>
                  <a:pt x="34" y="464"/>
                </a:lnTo>
                <a:lnTo>
                  <a:pt x="33" y="464"/>
                </a:lnTo>
                <a:lnTo>
                  <a:pt x="32" y="464"/>
                </a:lnTo>
                <a:lnTo>
                  <a:pt x="31" y="464"/>
                </a:lnTo>
                <a:lnTo>
                  <a:pt x="31" y="463"/>
                </a:lnTo>
                <a:lnTo>
                  <a:pt x="31" y="462"/>
                </a:lnTo>
                <a:lnTo>
                  <a:pt x="30" y="462"/>
                </a:lnTo>
                <a:lnTo>
                  <a:pt x="30" y="461"/>
                </a:lnTo>
                <a:lnTo>
                  <a:pt x="29" y="461"/>
                </a:lnTo>
                <a:lnTo>
                  <a:pt x="29" y="460"/>
                </a:lnTo>
                <a:lnTo>
                  <a:pt x="28" y="460"/>
                </a:lnTo>
                <a:lnTo>
                  <a:pt x="27" y="460"/>
                </a:lnTo>
                <a:lnTo>
                  <a:pt x="27" y="459"/>
                </a:lnTo>
                <a:lnTo>
                  <a:pt x="26" y="459"/>
                </a:lnTo>
                <a:lnTo>
                  <a:pt x="25" y="459"/>
                </a:lnTo>
                <a:lnTo>
                  <a:pt x="24" y="459"/>
                </a:lnTo>
                <a:lnTo>
                  <a:pt x="24" y="458"/>
                </a:lnTo>
                <a:lnTo>
                  <a:pt x="23" y="458"/>
                </a:lnTo>
                <a:lnTo>
                  <a:pt x="23" y="457"/>
                </a:lnTo>
                <a:lnTo>
                  <a:pt x="22" y="457"/>
                </a:lnTo>
                <a:lnTo>
                  <a:pt x="21" y="457"/>
                </a:lnTo>
                <a:lnTo>
                  <a:pt x="20" y="457"/>
                </a:lnTo>
                <a:lnTo>
                  <a:pt x="20" y="456"/>
                </a:lnTo>
                <a:lnTo>
                  <a:pt x="20" y="457"/>
                </a:lnTo>
                <a:lnTo>
                  <a:pt x="20" y="456"/>
                </a:lnTo>
                <a:lnTo>
                  <a:pt x="19" y="456"/>
                </a:lnTo>
                <a:lnTo>
                  <a:pt x="18" y="456"/>
                </a:lnTo>
                <a:lnTo>
                  <a:pt x="18" y="455"/>
                </a:lnTo>
                <a:lnTo>
                  <a:pt x="18" y="454"/>
                </a:lnTo>
                <a:lnTo>
                  <a:pt x="18" y="455"/>
                </a:lnTo>
                <a:lnTo>
                  <a:pt x="18" y="454"/>
                </a:lnTo>
                <a:lnTo>
                  <a:pt x="19" y="454"/>
                </a:lnTo>
                <a:lnTo>
                  <a:pt x="19" y="453"/>
                </a:lnTo>
                <a:lnTo>
                  <a:pt x="19" y="452"/>
                </a:lnTo>
                <a:lnTo>
                  <a:pt x="18" y="452"/>
                </a:lnTo>
                <a:lnTo>
                  <a:pt x="18" y="453"/>
                </a:lnTo>
                <a:lnTo>
                  <a:pt x="17" y="453"/>
                </a:lnTo>
                <a:lnTo>
                  <a:pt x="17" y="452"/>
                </a:lnTo>
                <a:lnTo>
                  <a:pt x="16" y="453"/>
                </a:lnTo>
                <a:lnTo>
                  <a:pt x="15" y="453"/>
                </a:lnTo>
                <a:lnTo>
                  <a:pt x="14" y="453"/>
                </a:lnTo>
                <a:lnTo>
                  <a:pt x="14" y="452"/>
                </a:lnTo>
                <a:lnTo>
                  <a:pt x="14" y="453"/>
                </a:lnTo>
                <a:lnTo>
                  <a:pt x="13" y="453"/>
                </a:lnTo>
                <a:lnTo>
                  <a:pt x="13" y="452"/>
                </a:lnTo>
                <a:lnTo>
                  <a:pt x="14" y="452"/>
                </a:lnTo>
                <a:lnTo>
                  <a:pt x="14" y="451"/>
                </a:lnTo>
                <a:lnTo>
                  <a:pt x="13" y="451"/>
                </a:lnTo>
                <a:lnTo>
                  <a:pt x="13" y="450"/>
                </a:lnTo>
                <a:lnTo>
                  <a:pt x="14" y="450"/>
                </a:lnTo>
                <a:lnTo>
                  <a:pt x="14" y="449"/>
                </a:lnTo>
                <a:lnTo>
                  <a:pt x="14" y="448"/>
                </a:lnTo>
                <a:lnTo>
                  <a:pt x="13" y="448"/>
                </a:lnTo>
                <a:lnTo>
                  <a:pt x="13" y="447"/>
                </a:lnTo>
                <a:lnTo>
                  <a:pt x="12" y="447"/>
                </a:lnTo>
                <a:lnTo>
                  <a:pt x="12" y="446"/>
                </a:lnTo>
                <a:lnTo>
                  <a:pt x="11" y="446"/>
                </a:lnTo>
                <a:lnTo>
                  <a:pt x="11" y="445"/>
                </a:lnTo>
                <a:lnTo>
                  <a:pt x="11" y="444"/>
                </a:lnTo>
                <a:lnTo>
                  <a:pt x="10" y="444"/>
                </a:lnTo>
                <a:lnTo>
                  <a:pt x="9" y="444"/>
                </a:lnTo>
                <a:lnTo>
                  <a:pt x="9" y="445"/>
                </a:lnTo>
                <a:lnTo>
                  <a:pt x="8" y="445"/>
                </a:lnTo>
                <a:lnTo>
                  <a:pt x="7" y="445"/>
                </a:lnTo>
                <a:lnTo>
                  <a:pt x="6" y="445"/>
                </a:lnTo>
                <a:lnTo>
                  <a:pt x="6" y="444"/>
                </a:lnTo>
                <a:lnTo>
                  <a:pt x="5" y="444"/>
                </a:lnTo>
                <a:lnTo>
                  <a:pt x="5" y="443"/>
                </a:lnTo>
                <a:lnTo>
                  <a:pt x="5" y="442"/>
                </a:lnTo>
                <a:lnTo>
                  <a:pt x="5" y="441"/>
                </a:lnTo>
                <a:lnTo>
                  <a:pt x="4" y="441"/>
                </a:lnTo>
                <a:lnTo>
                  <a:pt x="5" y="441"/>
                </a:lnTo>
                <a:lnTo>
                  <a:pt x="5" y="440"/>
                </a:lnTo>
                <a:lnTo>
                  <a:pt x="5" y="439"/>
                </a:lnTo>
                <a:lnTo>
                  <a:pt x="4" y="439"/>
                </a:lnTo>
                <a:lnTo>
                  <a:pt x="4" y="438"/>
                </a:lnTo>
                <a:lnTo>
                  <a:pt x="3" y="438"/>
                </a:lnTo>
                <a:lnTo>
                  <a:pt x="3" y="437"/>
                </a:lnTo>
                <a:lnTo>
                  <a:pt x="4" y="437"/>
                </a:lnTo>
                <a:lnTo>
                  <a:pt x="5" y="437"/>
                </a:lnTo>
                <a:lnTo>
                  <a:pt x="5" y="436"/>
                </a:lnTo>
                <a:lnTo>
                  <a:pt x="6" y="435"/>
                </a:lnTo>
                <a:lnTo>
                  <a:pt x="7" y="435"/>
                </a:lnTo>
                <a:lnTo>
                  <a:pt x="7" y="434"/>
                </a:lnTo>
                <a:lnTo>
                  <a:pt x="8" y="434"/>
                </a:lnTo>
                <a:lnTo>
                  <a:pt x="8" y="433"/>
                </a:lnTo>
                <a:lnTo>
                  <a:pt x="9" y="433"/>
                </a:lnTo>
                <a:lnTo>
                  <a:pt x="9" y="432"/>
                </a:lnTo>
                <a:lnTo>
                  <a:pt x="9" y="431"/>
                </a:lnTo>
                <a:lnTo>
                  <a:pt x="9" y="430"/>
                </a:lnTo>
                <a:lnTo>
                  <a:pt x="10" y="430"/>
                </a:lnTo>
                <a:lnTo>
                  <a:pt x="10" y="429"/>
                </a:lnTo>
                <a:lnTo>
                  <a:pt x="10" y="428"/>
                </a:lnTo>
                <a:lnTo>
                  <a:pt x="11" y="428"/>
                </a:lnTo>
                <a:lnTo>
                  <a:pt x="10" y="428"/>
                </a:lnTo>
                <a:lnTo>
                  <a:pt x="10" y="427"/>
                </a:lnTo>
                <a:lnTo>
                  <a:pt x="10" y="426"/>
                </a:lnTo>
                <a:lnTo>
                  <a:pt x="9" y="426"/>
                </a:lnTo>
                <a:lnTo>
                  <a:pt x="9" y="425"/>
                </a:lnTo>
                <a:lnTo>
                  <a:pt x="8" y="425"/>
                </a:lnTo>
                <a:lnTo>
                  <a:pt x="8" y="424"/>
                </a:lnTo>
                <a:lnTo>
                  <a:pt x="8" y="423"/>
                </a:lnTo>
                <a:lnTo>
                  <a:pt x="8" y="422"/>
                </a:lnTo>
                <a:lnTo>
                  <a:pt x="9" y="422"/>
                </a:lnTo>
                <a:lnTo>
                  <a:pt x="8" y="422"/>
                </a:lnTo>
                <a:lnTo>
                  <a:pt x="8" y="421"/>
                </a:lnTo>
                <a:lnTo>
                  <a:pt x="8" y="422"/>
                </a:lnTo>
                <a:lnTo>
                  <a:pt x="7" y="422"/>
                </a:lnTo>
                <a:lnTo>
                  <a:pt x="7" y="421"/>
                </a:lnTo>
                <a:lnTo>
                  <a:pt x="7" y="420"/>
                </a:lnTo>
                <a:lnTo>
                  <a:pt x="6" y="420"/>
                </a:lnTo>
                <a:lnTo>
                  <a:pt x="6" y="419"/>
                </a:lnTo>
                <a:lnTo>
                  <a:pt x="7" y="419"/>
                </a:lnTo>
                <a:lnTo>
                  <a:pt x="7" y="418"/>
                </a:lnTo>
                <a:lnTo>
                  <a:pt x="7" y="417"/>
                </a:lnTo>
                <a:lnTo>
                  <a:pt x="7" y="416"/>
                </a:lnTo>
                <a:lnTo>
                  <a:pt x="7" y="415"/>
                </a:lnTo>
                <a:lnTo>
                  <a:pt x="7" y="413"/>
                </a:lnTo>
                <a:lnTo>
                  <a:pt x="6" y="413"/>
                </a:lnTo>
                <a:lnTo>
                  <a:pt x="6" y="412"/>
                </a:lnTo>
                <a:lnTo>
                  <a:pt x="5" y="412"/>
                </a:lnTo>
                <a:lnTo>
                  <a:pt x="6" y="412"/>
                </a:lnTo>
                <a:lnTo>
                  <a:pt x="6" y="411"/>
                </a:lnTo>
                <a:lnTo>
                  <a:pt x="6" y="410"/>
                </a:lnTo>
                <a:lnTo>
                  <a:pt x="5" y="410"/>
                </a:lnTo>
                <a:lnTo>
                  <a:pt x="4" y="410"/>
                </a:lnTo>
                <a:lnTo>
                  <a:pt x="4" y="409"/>
                </a:lnTo>
                <a:lnTo>
                  <a:pt x="4" y="408"/>
                </a:lnTo>
                <a:lnTo>
                  <a:pt x="3" y="408"/>
                </a:lnTo>
                <a:lnTo>
                  <a:pt x="3" y="407"/>
                </a:lnTo>
                <a:lnTo>
                  <a:pt x="3" y="406"/>
                </a:lnTo>
                <a:lnTo>
                  <a:pt x="2" y="406"/>
                </a:lnTo>
                <a:lnTo>
                  <a:pt x="2" y="405"/>
                </a:lnTo>
                <a:lnTo>
                  <a:pt x="1" y="405"/>
                </a:lnTo>
                <a:lnTo>
                  <a:pt x="0" y="405"/>
                </a:lnTo>
                <a:lnTo>
                  <a:pt x="0" y="404"/>
                </a:lnTo>
                <a:lnTo>
                  <a:pt x="1" y="404"/>
                </a:lnTo>
                <a:lnTo>
                  <a:pt x="1" y="403"/>
                </a:lnTo>
                <a:lnTo>
                  <a:pt x="1" y="402"/>
                </a:lnTo>
                <a:lnTo>
                  <a:pt x="2" y="402"/>
                </a:lnTo>
                <a:lnTo>
                  <a:pt x="2" y="401"/>
                </a:lnTo>
                <a:lnTo>
                  <a:pt x="3" y="401"/>
                </a:lnTo>
                <a:lnTo>
                  <a:pt x="4" y="401"/>
                </a:lnTo>
                <a:lnTo>
                  <a:pt x="4" y="400"/>
                </a:lnTo>
                <a:lnTo>
                  <a:pt x="5" y="400"/>
                </a:lnTo>
                <a:lnTo>
                  <a:pt x="6" y="400"/>
                </a:lnTo>
                <a:lnTo>
                  <a:pt x="6" y="399"/>
                </a:lnTo>
                <a:lnTo>
                  <a:pt x="6" y="400"/>
                </a:lnTo>
                <a:lnTo>
                  <a:pt x="7" y="400"/>
                </a:lnTo>
                <a:lnTo>
                  <a:pt x="8" y="400"/>
                </a:lnTo>
                <a:lnTo>
                  <a:pt x="9" y="399"/>
                </a:lnTo>
                <a:lnTo>
                  <a:pt x="10" y="399"/>
                </a:lnTo>
                <a:lnTo>
                  <a:pt x="10" y="398"/>
                </a:lnTo>
                <a:lnTo>
                  <a:pt x="11" y="398"/>
                </a:lnTo>
                <a:lnTo>
                  <a:pt x="11" y="397"/>
                </a:lnTo>
                <a:lnTo>
                  <a:pt x="11" y="396"/>
                </a:lnTo>
                <a:lnTo>
                  <a:pt x="12" y="396"/>
                </a:lnTo>
                <a:lnTo>
                  <a:pt x="12" y="395"/>
                </a:lnTo>
                <a:lnTo>
                  <a:pt x="12" y="396"/>
                </a:lnTo>
                <a:lnTo>
                  <a:pt x="13" y="396"/>
                </a:lnTo>
                <a:lnTo>
                  <a:pt x="14" y="396"/>
                </a:lnTo>
                <a:lnTo>
                  <a:pt x="15" y="396"/>
                </a:lnTo>
                <a:lnTo>
                  <a:pt x="15" y="395"/>
                </a:lnTo>
                <a:lnTo>
                  <a:pt x="15" y="396"/>
                </a:lnTo>
                <a:lnTo>
                  <a:pt x="16" y="396"/>
                </a:lnTo>
                <a:lnTo>
                  <a:pt x="16" y="395"/>
                </a:lnTo>
                <a:lnTo>
                  <a:pt x="17" y="395"/>
                </a:lnTo>
                <a:lnTo>
                  <a:pt x="17" y="394"/>
                </a:lnTo>
                <a:lnTo>
                  <a:pt x="17" y="393"/>
                </a:lnTo>
                <a:lnTo>
                  <a:pt x="18" y="393"/>
                </a:lnTo>
                <a:lnTo>
                  <a:pt x="18" y="394"/>
                </a:lnTo>
                <a:lnTo>
                  <a:pt x="19" y="394"/>
                </a:lnTo>
                <a:lnTo>
                  <a:pt x="20" y="394"/>
                </a:lnTo>
                <a:lnTo>
                  <a:pt x="21" y="394"/>
                </a:lnTo>
                <a:lnTo>
                  <a:pt x="22" y="394"/>
                </a:lnTo>
                <a:lnTo>
                  <a:pt x="22" y="393"/>
                </a:lnTo>
                <a:lnTo>
                  <a:pt x="23" y="393"/>
                </a:lnTo>
                <a:lnTo>
                  <a:pt x="23" y="392"/>
                </a:lnTo>
                <a:lnTo>
                  <a:pt x="24" y="392"/>
                </a:lnTo>
                <a:lnTo>
                  <a:pt x="24" y="391"/>
                </a:lnTo>
                <a:lnTo>
                  <a:pt x="25" y="391"/>
                </a:lnTo>
                <a:lnTo>
                  <a:pt x="26" y="391"/>
                </a:lnTo>
                <a:lnTo>
                  <a:pt x="26" y="390"/>
                </a:lnTo>
                <a:lnTo>
                  <a:pt x="26" y="389"/>
                </a:lnTo>
                <a:lnTo>
                  <a:pt x="27" y="389"/>
                </a:lnTo>
                <a:lnTo>
                  <a:pt x="28" y="389"/>
                </a:lnTo>
                <a:lnTo>
                  <a:pt x="28" y="388"/>
                </a:lnTo>
                <a:lnTo>
                  <a:pt x="28" y="389"/>
                </a:lnTo>
                <a:lnTo>
                  <a:pt x="29" y="388"/>
                </a:lnTo>
                <a:lnTo>
                  <a:pt x="29" y="387"/>
                </a:lnTo>
                <a:lnTo>
                  <a:pt x="30" y="387"/>
                </a:lnTo>
                <a:lnTo>
                  <a:pt x="30" y="386"/>
                </a:lnTo>
                <a:lnTo>
                  <a:pt x="31" y="386"/>
                </a:lnTo>
                <a:lnTo>
                  <a:pt x="31" y="387"/>
                </a:lnTo>
                <a:lnTo>
                  <a:pt x="32" y="386"/>
                </a:lnTo>
                <a:lnTo>
                  <a:pt x="32" y="387"/>
                </a:lnTo>
                <a:lnTo>
                  <a:pt x="31" y="388"/>
                </a:lnTo>
                <a:lnTo>
                  <a:pt x="32" y="388"/>
                </a:lnTo>
                <a:lnTo>
                  <a:pt x="32" y="389"/>
                </a:lnTo>
                <a:lnTo>
                  <a:pt x="32" y="390"/>
                </a:lnTo>
                <a:lnTo>
                  <a:pt x="32" y="391"/>
                </a:lnTo>
                <a:lnTo>
                  <a:pt x="31" y="391"/>
                </a:lnTo>
                <a:lnTo>
                  <a:pt x="32" y="392"/>
                </a:lnTo>
                <a:lnTo>
                  <a:pt x="32" y="393"/>
                </a:lnTo>
                <a:lnTo>
                  <a:pt x="33" y="393"/>
                </a:lnTo>
                <a:lnTo>
                  <a:pt x="33" y="394"/>
                </a:lnTo>
                <a:lnTo>
                  <a:pt x="34" y="394"/>
                </a:lnTo>
                <a:lnTo>
                  <a:pt x="34" y="395"/>
                </a:lnTo>
                <a:lnTo>
                  <a:pt x="35" y="395"/>
                </a:lnTo>
                <a:lnTo>
                  <a:pt x="35" y="396"/>
                </a:lnTo>
                <a:lnTo>
                  <a:pt x="35" y="397"/>
                </a:lnTo>
                <a:lnTo>
                  <a:pt x="35" y="398"/>
                </a:lnTo>
                <a:lnTo>
                  <a:pt x="35" y="399"/>
                </a:lnTo>
                <a:lnTo>
                  <a:pt x="34" y="399"/>
                </a:lnTo>
                <a:lnTo>
                  <a:pt x="34" y="400"/>
                </a:lnTo>
                <a:lnTo>
                  <a:pt x="33" y="400"/>
                </a:lnTo>
                <a:lnTo>
                  <a:pt x="33" y="399"/>
                </a:lnTo>
                <a:lnTo>
                  <a:pt x="33" y="400"/>
                </a:lnTo>
                <a:lnTo>
                  <a:pt x="33" y="401"/>
                </a:lnTo>
                <a:lnTo>
                  <a:pt x="33" y="402"/>
                </a:lnTo>
                <a:lnTo>
                  <a:pt x="34" y="403"/>
                </a:lnTo>
                <a:lnTo>
                  <a:pt x="34" y="404"/>
                </a:lnTo>
                <a:lnTo>
                  <a:pt x="34" y="405"/>
                </a:lnTo>
                <a:lnTo>
                  <a:pt x="34" y="406"/>
                </a:lnTo>
                <a:lnTo>
                  <a:pt x="35" y="406"/>
                </a:lnTo>
                <a:lnTo>
                  <a:pt x="35" y="407"/>
                </a:lnTo>
                <a:lnTo>
                  <a:pt x="35" y="408"/>
                </a:lnTo>
                <a:lnTo>
                  <a:pt x="35" y="409"/>
                </a:lnTo>
                <a:lnTo>
                  <a:pt x="35" y="410"/>
                </a:lnTo>
                <a:lnTo>
                  <a:pt x="36" y="410"/>
                </a:lnTo>
                <a:lnTo>
                  <a:pt x="37" y="410"/>
                </a:lnTo>
                <a:lnTo>
                  <a:pt x="37" y="411"/>
                </a:lnTo>
                <a:lnTo>
                  <a:pt x="37" y="412"/>
                </a:lnTo>
                <a:lnTo>
                  <a:pt x="37" y="413"/>
                </a:lnTo>
                <a:lnTo>
                  <a:pt x="38" y="413"/>
                </a:lnTo>
                <a:lnTo>
                  <a:pt x="37" y="413"/>
                </a:lnTo>
                <a:lnTo>
                  <a:pt x="38" y="414"/>
                </a:lnTo>
                <a:lnTo>
                  <a:pt x="38" y="415"/>
                </a:lnTo>
                <a:lnTo>
                  <a:pt x="39" y="415"/>
                </a:lnTo>
                <a:lnTo>
                  <a:pt x="40" y="415"/>
                </a:lnTo>
                <a:lnTo>
                  <a:pt x="40" y="416"/>
                </a:lnTo>
                <a:lnTo>
                  <a:pt x="40" y="417"/>
                </a:lnTo>
                <a:lnTo>
                  <a:pt x="41" y="417"/>
                </a:lnTo>
                <a:lnTo>
                  <a:pt x="42" y="417"/>
                </a:lnTo>
                <a:lnTo>
                  <a:pt x="42" y="416"/>
                </a:lnTo>
                <a:lnTo>
                  <a:pt x="42" y="417"/>
                </a:lnTo>
                <a:lnTo>
                  <a:pt x="43" y="417"/>
                </a:lnTo>
                <a:lnTo>
                  <a:pt x="44" y="417"/>
                </a:lnTo>
                <a:lnTo>
                  <a:pt x="44" y="418"/>
                </a:lnTo>
                <a:lnTo>
                  <a:pt x="45" y="418"/>
                </a:lnTo>
                <a:lnTo>
                  <a:pt x="46" y="418"/>
                </a:lnTo>
                <a:lnTo>
                  <a:pt x="46" y="419"/>
                </a:lnTo>
                <a:lnTo>
                  <a:pt x="46" y="420"/>
                </a:lnTo>
                <a:lnTo>
                  <a:pt x="46" y="421"/>
                </a:lnTo>
                <a:lnTo>
                  <a:pt x="47" y="421"/>
                </a:lnTo>
                <a:lnTo>
                  <a:pt x="48" y="421"/>
                </a:lnTo>
                <a:lnTo>
                  <a:pt x="48" y="422"/>
                </a:lnTo>
                <a:lnTo>
                  <a:pt x="49" y="422"/>
                </a:lnTo>
                <a:lnTo>
                  <a:pt x="50" y="422"/>
                </a:lnTo>
                <a:lnTo>
                  <a:pt x="49" y="422"/>
                </a:lnTo>
                <a:lnTo>
                  <a:pt x="49" y="423"/>
                </a:lnTo>
                <a:lnTo>
                  <a:pt x="50" y="423"/>
                </a:lnTo>
                <a:lnTo>
                  <a:pt x="51" y="423"/>
                </a:lnTo>
                <a:lnTo>
                  <a:pt x="51" y="424"/>
                </a:lnTo>
                <a:lnTo>
                  <a:pt x="52" y="424"/>
                </a:lnTo>
                <a:lnTo>
                  <a:pt x="52" y="425"/>
                </a:lnTo>
                <a:lnTo>
                  <a:pt x="52" y="424"/>
                </a:lnTo>
                <a:lnTo>
                  <a:pt x="53" y="424"/>
                </a:lnTo>
                <a:lnTo>
                  <a:pt x="53" y="423"/>
                </a:lnTo>
                <a:lnTo>
                  <a:pt x="53" y="422"/>
                </a:lnTo>
                <a:lnTo>
                  <a:pt x="54" y="422"/>
                </a:lnTo>
                <a:lnTo>
                  <a:pt x="54" y="421"/>
                </a:lnTo>
                <a:lnTo>
                  <a:pt x="55" y="421"/>
                </a:lnTo>
                <a:lnTo>
                  <a:pt x="55" y="420"/>
                </a:lnTo>
                <a:lnTo>
                  <a:pt x="56" y="420"/>
                </a:lnTo>
                <a:lnTo>
                  <a:pt x="57" y="420"/>
                </a:lnTo>
                <a:lnTo>
                  <a:pt x="58" y="420"/>
                </a:lnTo>
                <a:lnTo>
                  <a:pt x="59" y="420"/>
                </a:lnTo>
                <a:lnTo>
                  <a:pt x="60" y="419"/>
                </a:lnTo>
                <a:lnTo>
                  <a:pt x="61" y="419"/>
                </a:lnTo>
                <a:lnTo>
                  <a:pt x="61" y="420"/>
                </a:lnTo>
                <a:lnTo>
                  <a:pt x="62" y="420"/>
                </a:lnTo>
                <a:lnTo>
                  <a:pt x="63" y="421"/>
                </a:lnTo>
                <a:lnTo>
                  <a:pt x="64" y="421"/>
                </a:lnTo>
                <a:lnTo>
                  <a:pt x="64" y="420"/>
                </a:lnTo>
                <a:lnTo>
                  <a:pt x="64" y="419"/>
                </a:lnTo>
                <a:lnTo>
                  <a:pt x="64" y="418"/>
                </a:lnTo>
                <a:lnTo>
                  <a:pt x="64" y="417"/>
                </a:lnTo>
                <a:lnTo>
                  <a:pt x="65" y="417"/>
                </a:lnTo>
                <a:lnTo>
                  <a:pt x="65" y="416"/>
                </a:lnTo>
                <a:lnTo>
                  <a:pt x="66" y="416"/>
                </a:lnTo>
                <a:lnTo>
                  <a:pt x="66" y="415"/>
                </a:lnTo>
                <a:lnTo>
                  <a:pt x="66" y="414"/>
                </a:lnTo>
                <a:lnTo>
                  <a:pt x="65" y="414"/>
                </a:lnTo>
                <a:lnTo>
                  <a:pt x="65" y="413"/>
                </a:lnTo>
                <a:lnTo>
                  <a:pt x="66" y="413"/>
                </a:lnTo>
                <a:lnTo>
                  <a:pt x="65" y="413"/>
                </a:lnTo>
                <a:lnTo>
                  <a:pt x="65" y="412"/>
                </a:lnTo>
                <a:lnTo>
                  <a:pt x="66" y="412"/>
                </a:lnTo>
                <a:lnTo>
                  <a:pt x="66" y="411"/>
                </a:lnTo>
                <a:lnTo>
                  <a:pt x="67" y="411"/>
                </a:lnTo>
                <a:lnTo>
                  <a:pt x="67" y="410"/>
                </a:lnTo>
                <a:lnTo>
                  <a:pt x="66" y="410"/>
                </a:lnTo>
                <a:lnTo>
                  <a:pt x="67" y="410"/>
                </a:lnTo>
                <a:lnTo>
                  <a:pt x="68" y="410"/>
                </a:lnTo>
                <a:lnTo>
                  <a:pt x="69" y="410"/>
                </a:lnTo>
                <a:lnTo>
                  <a:pt x="68" y="409"/>
                </a:lnTo>
                <a:lnTo>
                  <a:pt x="69" y="409"/>
                </a:lnTo>
                <a:lnTo>
                  <a:pt x="69" y="408"/>
                </a:lnTo>
                <a:lnTo>
                  <a:pt x="70" y="408"/>
                </a:lnTo>
                <a:lnTo>
                  <a:pt x="71" y="408"/>
                </a:lnTo>
                <a:lnTo>
                  <a:pt x="72" y="408"/>
                </a:lnTo>
                <a:lnTo>
                  <a:pt x="71" y="408"/>
                </a:lnTo>
                <a:lnTo>
                  <a:pt x="71" y="407"/>
                </a:lnTo>
                <a:lnTo>
                  <a:pt x="71" y="406"/>
                </a:lnTo>
                <a:lnTo>
                  <a:pt x="72" y="406"/>
                </a:lnTo>
                <a:lnTo>
                  <a:pt x="73" y="406"/>
                </a:lnTo>
                <a:lnTo>
                  <a:pt x="73" y="407"/>
                </a:lnTo>
                <a:lnTo>
                  <a:pt x="73" y="406"/>
                </a:lnTo>
                <a:lnTo>
                  <a:pt x="73" y="407"/>
                </a:lnTo>
                <a:lnTo>
                  <a:pt x="74" y="407"/>
                </a:lnTo>
                <a:lnTo>
                  <a:pt x="74" y="406"/>
                </a:lnTo>
                <a:lnTo>
                  <a:pt x="74" y="407"/>
                </a:lnTo>
                <a:lnTo>
                  <a:pt x="75" y="407"/>
                </a:lnTo>
                <a:lnTo>
                  <a:pt x="75" y="406"/>
                </a:lnTo>
                <a:lnTo>
                  <a:pt x="75" y="405"/>
                </a:lnTo>
                <a:lnTo>
                  <a:pt x="75" y="406"/>
                </a:lnTo>
                <a:lnTo>
                  <a:pt x="76" y="406"/>
                </a:lnTo>
                <a:lnTo>
                  <a:pt x="77" y="406"/>
                </a:lnTo>
                <a:lnTo>
                  <a:pt x="78" y="406"/>
                </a:lnTo>
                <a:lnTo>
                  <a:pt x="78" y="405"/>
                </a:lnTo>
                <a:lnTo>
                  <a:pt x="77" y="405"/>
                </a:lnTo>
                <a:lnTo>
                  <a:pt x="78" y="405"/>
                </a:lnTo>
                <a:lnTo>
                  <a:pt x="78" y="404"/>
                </a:lnTo>
                <a:lnTo>
                  <a:pt x="79" y="404"/>
                </a:lnTo>
                <a:lnTo>
                  <a:pt x="79" y="403"/>
                </a:lnTo>
                <a:lnTo>
                  <a:pt x="80" y="403"/>
                </a:lnTo>
                <a:lnTo>
                  <a:pt x="80" y="402"/>
                </a:lnTo>
                <a:lnTo>
                  <a:pt x="79" y="402"/>
                </a:lnTo>
                <a:lnTo>
                  <a:pt x="79" y="401"/>
                </a:lnTo>
                <a:lnTo>
                  <a:pt x="80" y="401"/>
                </a:lnTo>
                <a:lnTo>
                  <a:pt x="80" y="400"/>
                </a:lnTo>
                <a:lnTo>
                  <a:pt x="80" y="399"/>
                </a:lnTo>
                <a:lnTo>
                  <a:pt x="81" y="399"/>
                </a:lnTo>
                <a:lnTo>
                  <a:pt x="81" y="398"/>
                </a:lnTo>
                <a:lnTo>
                  <a:pt x="82" y="398"/>
                </a:lnTo>
                <a:lnTo>
                  <a:pt x="82" y="397"/>
                </a:lnTo>
                <a:lnTo>
                  <a:pt x="82" y="396"/>
                </a:lnTo>
                <a:lnTo>
                  <a:pt x="82" y="395"/>
                </a:lnTo>
                <a:lnTo>
                  <a:pt x="81" y="395"/>
                </a:lnTo>
                <a:lnTo>
                  <a:pt x="81" y="394"/>
                </a:lnTo>
                <a:lnTo>
                  <a:pt x="81" y="393"/>
                </a:lnTo>
                <a:lnTo>
                  <a:pt x="81" y="392"/>
                </a:lnTo>
                <a:lnTo>
                  <a:pt x="80" y="392"/>
                </a:lnTo>
                <a:lnTo>
                  <a:pt x="80" y="391"/>
                </a:lnTo>
                <a:lnTo>
                  <a:pt x="80" y="390"/>
                </a:lnTo>
                <a:lnTo>
                  <a:pt x="79" y="390"/>
                </a:lnTo>
                <a:lnTo>
                  <a:pt x="79" y="389"/>
                </a:lnTo>
                <a:lnTo>
                  <a:pt x="80" y="389"/>
                </a:lnTo>
                <a:lnTo>
                  <a:pt x="80" y="388"/>
                </a:lnTo>
                <a:lnTo>
                  <a:pt x="80" y="389"/>
                </a:lnTo>
                <a:lnTo>
                  <a:pt x="80" y="388"/>
                </a:lnTo>
                <a:lnTo>
                  <a:pt x="81" y="388"/>
                </a:lnTo>
                <a:lnTo>
                  <a:pt x="81" y="387"/>
                </a:lnTo>
                <a:lnTo>
                  <a:pt x="80" y="387"/>
                </a:lnTo>
                <a:lnTo>
                  <a:pt x="80" y="386"/>
                </a:lnTo>
                <a:lnTo>
                  <a:pt x="81" y="386"/>
                </a:lnTo>
                <a:lnTo>
                  <a:pt x="81" y="385"/>
                </a:lnTo>
                <a:lnTo>
                  <a:pt x="82" y="385"/>
                </a:lnTo>
                <a:lnTo>
                  <a:pt x="81" y="385"/>
                </a:lnTo>
                <a:lnTo>
                  <a:pt x="81" y="384"/>
                </a:lnTo>
                <a:lnTo>
                  <a:pt x="82" y="384"/>
                </a:lnTo>
                <a:lnTo>
                  <a:pt x="81" y="384"/>
                </a:lnTo>
                <a:lnTo>
                  <a:pt x="81" y="383"/>
                </a:lnTo>
                <a:lnTo>
                  <a:pt x="81" y="382"/>
                </a:lnTo>
                <a:lnTo>
                  <a:pt x="80" y="382"/>
                </a:lnTo>
                <a:lnTo>
                  <a:pt x="80" y="381"/>
                </a:lnTo>
                <a:lnTo>
                  <a:pt x="80" y="380"/>
                </a:lnTo>
                <a:lnTo>
                  <a:pt x="80" y="379"/>
                </a:lnTo>
                <a:lnTo>
                  <a:pt x="79" y="379"/>
                </a:lnTo>
                <a:lnTo>
                  <a:pt x="79" y="378"/>
                </a:lnTo>
                <a:lnTo>
                  <a:pt x="78" y="378"/>
                </a:lnTo>
                <a:lnTo>
                  <a:pt x="77" y="378"/>
                </a:lnTo>
                <a:lnTo>
                  <a:pt x="76" y="378"/>
                </a:lnTo>
                <a:lnTo>
                  <a:pt x="76" y="379"/>
                </a:lnTo>
                <a:lnTo>
                  <a:pt x="76" y="378"/>
                </a:lnTo>
                <a:lnTo>
                  <a:pt x="75" y="378"/>
                </a:lnTo>
                <a:lnTo>
                  <a:pt x="75" y="377"/>
                </a:lnTo>
                <a:lnTo>
                  <a:pt x="75" y="376"/>
                </a:lnTo>
                <a:lnTo>
                  <a:pt x="75" y="375"/>
                </a:lnTo>
                <a:lnTo>
                  <a:pt x="76" y="375"/>
                </a:lnTo>
                <a:lnTo>
                  <a:pt x="75" y="375"/>
                </a:lnTo>
                <a:lnTo>
                  <a:pt x="76" y="375"/>
                </a:lnTo>
                <a:lnTo>
                  <a:pt x="76" y="374"/>
                </a:lnTo>
                <a:lnTo>
                  <a:pt x="75" y="374"/>
                </a:lnTo>
                <a:lnTo>
                  <a:pt x="75" y="373"/>
                </a:lnTo>
                <a:lnTo>
                  <a:pt x="76" y="373"/>
                </a:lnTo>
                <a:lnTo>
                  <a:pt x="76" y="372"/>
                </a:lnTo>
                <a:lnTo>
                  <a:pt x="76" y="371"/>
                </a:lnTo>
                <a:lnTo>
                  <a:pt x="75" y="371"/>
                </a:lnTo>
                <a:lnTo>
                  <a:pt x="76" y="370"/>
                </a:lnTo>
                <a:lnTo>
                  <a:pt x="76" y="369"/>
                </a:lnTo>
                <a:lnTo>
                  <a:pt x="76" y="368"/>
                </a:lnTo>
                <a:lnTo>
                  <a:pt x="75" y="368"/>
                </a:lnTo>
                <a:lnTo>
                  <a:pt x="75" y="367"/>
                </a:lnTo>
                <a:lnTo>
                  <a:pt x="76" y="367"/>
                </a:lnTo>
                <a:lnTo>
                  <a:pt x="76" y="366"/>
                </a:lnTo>
                <a:lnTo>
                  <a:pt x="76" y="365"/>
                </a:lnTo>
                <a:lnTo>
                  <a:pt x="76" y="364"/>
                </a:lnTo>
                <a:lnTo>
                  <a:pt x="77" y="364"/>
                </a:lnTo>
                <a:lnTo>
                  <a:pt x="77" y="363"/>
                </a:lnTo>
                <a:lnTo>
                  <a:pt x="78" y="362"/>
                </a:lnTo>
                <a:lnTo>
                  <a:pt x="77" y="362"/>
                </a:lnTo>
                <a:lnTo>
                  <a:pt x="77" y="361"/>
                </a:lnTo>
                <a:lnTo>
                  <a:pt x="76" y="361"/>
                </a:lnTo>
                <a:lnTo>
                  <a:pt x="75" y="361"/>
                </a:lnTo>
                <a:lnTo>
                  <a:pt x="75" y="360"/>
                </a:lnTo>
                <a:lnTo>
                  <a:pt x="75" y="361"/>
                </a:lnTo>
                <a:lnTo>
                  <a:pt x="74" y="361"/>
                </a:lnTo>
                <a:lnTo>
                  <a:pt x="74" y="360"/>
                </a:lnTo>
                <a:lnTo>
                  <a:pt x="73" y="360"/>
                </a:lnTo>
                <a:lnTo>
                  <a:pt x="73" y="359"/>
                </a:lnTo>
                <a:lnTo>
                  <a:pt x="72" y="358"/>
                </a:lnTo>
                <a:lnTo>
                  <a:pt x="71" y="358"/>
                </a:lnTo>
                <a:lnTo>
                  <a:pt x="70" y="358"/>
                </a:lnTo>
                <a:lnTo>
                  <a:pt x="71" y="358"/>
                </a:lnTo>
                <a:lnTo>
                  <a:pt x="71" y="357"/>
                </a:lnTo>
                <a:lnTo>
                  <a:pt x="70" y="357"/>
                </a:lnTo>
                <a:lnTo>
                  <a:pt x="70" y="356"/>
                </a:lnTo>
                <a:lnTo>
                  <a:pt x="70" y="355"/>
                </a:lnTo>
                <a:lnTo>
                  <a:pt x="69" y="355"/>
                </a:lnTo>
                <a:lnTo>
                  <a:pt x="69" y="354"/>
                </a:lnTo>
                <a:lnTo>
                  <a:pt x="69" y="353"/>
                </a:lnTo>
                <a:lnTo>
                  <a:pt x="69" y="352"/>
                </a:lnTo>
                <a:lnTo>
                  <a:pt x="69" y="351"/>
                </a:lnTo>
                <a:lnTo>
                  <a:pt x="68" y="350"/>
                </a:lnTo>
                <a:lnTo>
                  <a:pt x="68" y="349"/>
                </a:lnTo>
                <a:lnTo>
                  <a:pt x="68" y="348"/>
                </a:lnTo>
                <a:lnTo>
                  <a:pt x="68" y="347"/>
                </a:lnTo>
                <a:lnTo>
                  <a:pt x="68" y="346"/>
                </a:lnTo>
                <a:lnTo>
                  <a:pt x="68" y="345"/>
                </a:lnTo>
                <a:lnTo>
                  <a:pt x="68" y="344"/>
                </a:lnTo>
                <a:lnTo>
                  <a:pt x="68" y="343"/>
                </a:lnTo>
                <a:lnTo>
                  <a:pt x="68" y="342"/>
                </a:lnTo>
                <a:lnTo>
                  <a:pt x="68" y="341"/>
                </a:lnTo>
                <a:lnTo>
                  <a:pt x="69" y="341"/>
                </a:lnTo>
                <a:lnTo>
                  <a:pt x="69" y="340"/>
                </a:lnTo>
                <a:lnTo>
                  <a:pt x="70" y="340"/>
                </a:lnTo>
                <a:lnTo>
                  <a:pt x="70" y="339"/>
                </a:lnTo>
                <a:lnTo>
                  <a:pt x="69" y="339"/>
                </a:lnTo>
                <a:lnTo>
                  <a:pt x="69" y="338"/>
                </a:lnTo>
                <a:lnTo>
                  <a:pt x="68" y="338"/>
                </a:lnTo>
                <a:lnTo>
                  <a:pt x="68" y="337"/>
                </a:lnTo>
                <a:lnTo>
                  <a:pt x="67" y="337"/>
                </a:lnTo>
                <a:lnTo>
                  <a:pt x="67" y="336"/>
                </a:lnTo>
                <a:lnTo>
                  <a:pt x="66" y="336"/>
                </a:lnTo>
                <a:lnTo>
                  <a:pt x="65" y="336"/>
                </a:lnTo>
                <a:lnTo>
                  <a:pt x="64" y="336"/>
                </a:lnTo>
                <a:lnTo>
                  <a:pt x="64" y="335"/>
                </a:lnTo>
                <a:lnTo>
                  <a:pt x="63" y="335"/>
                </a:lnTo>
                <a:lnTo>
                  <a:pt x="63" y="334"/>
                </a:lnTo>
                <a:lnTo>
                  <a:pt x="62" y="334"/>
                </a:lnTo>
                <a:lnTo>
                  <a:pt x="61" y="334"/>
                </a:lnTo>
                <a:lnTo>
                  <a:pt x="61" y="333"/>
                </a:lnTo>
                <a:lnTo>
                  <a:pt x="61" y="332"/>
                </a:lnTo>
                <a:lnTo>
                  <a:pt x="62" y="332"/>
                </a:lnTo>
                <a:lnTo>
                  <a:pt x="62" y="331"/>
                </a:lnTo>
                <a:lnTo>
                  <a:pt x="61" y="331"/>
                </a:lnTo>
                <a:lnTo>
                  <a:pt x="60" y="331"/>
                </a:lnTo>
                <a:lnTo>
                  <a:pt x="60" y="330"/>
                </a:lnTo>
                <a:lnTo>
                  <a:pt x="59" y="330"/>
                </a:lnTo>
                <a:lnTo>
                  <a:pt x="59" y="329"/>
                </a:lnTo>
                <a:lnTo>
                  <a:pt x="58" y="329"/>
                </a:lnTo>
                <a:lnTo>
                  <a:pt x="58" y="328"/>
                </a:lnTo>
                <a:lnTo>
                  <a:pt x="58" y="327"/>
                </a:lnTo>
                <a:lnTo>
                  <a:pt x="58" y="326"/>
                </a:lnTo>
                <a:lnTo>
                  <a:pt x="58" y="325"/>
                </a:lnTo>
                <a:lnTo>
                  <a:pt x="57" y="325"/>
                </a:lnTo>
                <a:lnTo>
                  <a:pt x="57" y="324"/>
                </a:lnTo>
                <a:lnTo>
                  <a:pt x="57" y="323"/>
                </a:lnTo>
                <a:lnTo>
                  <a:pt x="56" y="324"/>
                </a:lnTo>
                <a:lnTo>
                  <a:pt x="56" y="323"/>
                </a:lnTo>
                <a:lnTo>
                  <a:pt x="55" y="323"/>
                </a:lnTo>
                <a:lnTo>
                  <a:pt x="54" y="323"/>
                </a:lnTo>
                <a:lnTo>
                  <a:pt x="53" y="323"/>
                </a:lnTo>
                <a:lnTo>
                  <a:pt x="53" y="322"/>
                </a:lnTo>
                <a:lnTo>
                  <a:pt x="52" y="322"/>
                </a:lnTo>
                <a:lnTo>
                  <a:pt x="51" y="322"/>
                </a:lnTo>
                <a:lnTo>
                  <a:pt x="51" y="321"/>
                </a:lnTo>
                <a:lnTo>
                  <a:pt x="51" y="320"/>
                </a:lnTo>
                <a:lnTo>
                  <a:pt x="50" y="319"/>
                </a:lnTo>
                <a:lnTo>
                  <a:pt x="51" y="319"/>
                </a:lnTo>
                <a:lnTo>
                  <a:pt x="50" y="318"/>
                </a:lnTo>
                <a:lnTo>
                  <a:pt x="50" y="317"/>
                </a:lnTo>
                <a:lnTo>
                  <a:pt x="49" y="317"/>
                </a:lnTo>
                <a:lnTo>
                  <a:pt x="48" y="317"/>
                </a:lnTo>
                <a:lnTo>
                  <a:pt x="48" y="316"/>
                </a:lnTo>
                <a:lnTo>
                  <a:pt x="47" y="316"/>
                </a:lnTo>
                <a:lnTo>
                  <a:pt x="47" y="315"/>
                </a:lnTo>
                <a:lnTo>
                  <a:pt x="46" y="315"/>
                </a:lnTo>
                <a:lnTo>
                  <a:pt x="45" y="314"/>
                </a:lnTo>
                <a:lnTo>
                  <a:pt x="43" y="314"/>
                </a:lnTo>
                <a:lnTo>
                  <a:pt x="42" y="314"/>
                </a:lnTo>
                <a:lnTo>
                  <a:pt x="41" y="314"/>
                </a:lnTo>
                <a:lnTo>
                  <a:pt x="41" y="313"/>
                </a:lnTo>
                <a:lnTo>
                  <a:pt x="40" y="313"/>
                </a:lnTo>
                <a:lnTo>
                  <a:pt x="40" y="312"/>
                </a:lnTo>
                <a:lnTo>
                  <a:pt x="40" y="311"/>
                </a:lnTo>
                <a:lnTo>
                  <a:pt x="39" y="311"/>
                </a:lnTo>
                <a:lnTo>
                  <a:pt x="39" y="310"/>
                </a:lnTo>
                <a:lnTo>
                  <a:pt x="38" y="310"/>
                </a:lnTo>
                <a:lnTo>
                  <a:pt x="38" y="309"/>
                </a:lnTo>
                <a:lnTo>
                  <a:pt x="38" y="308"/>
                </a:lnTo>
                <a:lnTo>
                  <a:pt x="38" y="307"/>
                </a:lnTo>
                <a:lnTo>
                  <a:pt x="37" y="307"/>
                </a:lnTo>
                <a:lnTo>
                  <a:pt x="37" y="306"/>
                </a:lnTo>
                <a:lnTo>
                  <a:pt x="36" y="306"/>
                </a:lnTo>
                <a:lnTo>
                  <a:pt x="36" y="305"/>
                </a:lnTo>
                <a:lnTo>
                  <a:pt x="35" y="305"/>
                </a:lnTo>
                <a:lnTo>
                  <a:pt x="35" y="304"/>
                </a:lnTo>
                <a:lnTo>
                  <a:pt x="34" y="304"/>
                </a:lnTo>
                <a:lnTo>
                  <a:pt x="34" y="303"/>
                </a:lnTo>
                <a:lnTo>
                  <a:pt x="34" y="302"/>
                </a:lnTo>
                <a:lnTo>
                  <a:pt x="34" y="303"/>
                </a:lnTo>
                <a:lnTo>
                  <a:pt x="33" y="302"/>
                </a:lnTo>
                <a:lnTo>
                  <a:pt x="33" y="301"/>
                </a:lnTo>
                <a:lnTo>
                  <a:pt x="32" y="301"/>
                </a:lnTo>
                <a:lnTo>
                  <a:pt x="32" y="300"/>
                </a:lnTo>
                <a:lnTo>
                  <a:pt x="31" y="300"/>
                </a:lnTo>
                <a:lnTo>
                  <a:pt x="31" y="299"/>
                </a:lnTo>
                <a:lnTo>
                  <a:pt x="31" y="298"/>
                </a:lnTo>
                <a:lnTo>
                  <a:pt x="32" y="298"/>
                </a:lnTo>
                <a:lnTo>
                  <a:pt x="32" y="297"/>
                </a:lnTo>
                <a:lnTo>
                  <a:pt x="31" y="296"/>
                </a:lnTo>
                <a:lnTo>
                  <a:pt x="32" y="296"/>
                </a:lnTo>
                <a:lnTo>
                  <a:pt x="31" y="296"/>
                </a:lnTo>
                <a:lnTo>
                  <a:pt x="31" y="295"/>
                </a:lnTo>
                <a:lnTo>
                  <a:pt x="32" y="295"/>
                </a:lnTo>
                <a:lnTo>
                  <a:pt x="32" y="294"/>
                </a:lnTo>
                <a:lnTo>
                  <a:pt x="33" y="294"/>
                </a:lnTo>
                <a:lnTo>
                  <a:pt x="33" y="293"/>
                </a:lnTo>
                <a:lnTo>
                  <a:pt x="32" y="293"/>
                </a:lnTo>
                <a:lnTo>
                  <a:pt x="31" y="293"/>
                </a:lnTo>
                <a:lnTo>
                  <a:pt x="30" y="293"/>
                </a:lnTo>
                <a:lnTo>
                  <a:pt x="29" y="293"/>
                </a:lnTo>
                <a:lnTo>
                  <a:pt x="29" y="292"/>
                </a:lnTo>
                <a:lnTo>
                  <a:pt x="28" y="292"/>
                </a:lnTo>
                <a:lnTo>
                  <a:pt x="28" y="291"/>
                </a:lnTo>
                <a:lnTo>
                  <a:pt x="27" y="291"/>
                </a:lnTo>
                <a:lnTo>
                  <a:pt x="28" y="291"/>
                </a:lnTo>
                <a:lnTo>
                  <a:pt x="27" y="291"/>
                </a:lnTo>
                <a:lnTo>
                  <a:pt x="27" y="290"/>
                </a:lnTo>
                <a:lnTo>
                  <a:pt x="26" y="290"/>
                </a:lnTo>
                <a:lnTo>
                  <a:pt x="26" y="289"/>
                </a:lnTo>
                <a:lnTo>
                  <a:pt x="26" y="288"/>
                </a:lnTo>
                <a:lnTo>
                  <a:pt x="27" y="288"/>
                </a:lnTo>
                <a:lnTo>
                  <a:pt x="28" y="288"/>
                </a:lnTo>
                <a:lnTo>
                  <a:pt x="29" y="288"/>
                </a:lnTo>
                <a:lnTo>
                  <a:pt x="29" y="287"/>
                </a:lnTo>
                <a:lnTo>
                  <a:pt x="30" y="287"/>
                </a:lnTo>
                <a:lnTo>
                  <a:pt x="31" y="287"/>
                </a:lnTo>
                <a:lnTo>
                  <a:pt x="31" y="286"/>
                </a:lnTo>
                <a:lnTo>
                  <a:pt x="32" y="286"/>
                </a:lnTo>
                <a:lnTo>
                  <a:pt x="33" y="286"/>
                </a:lnTo>
                <a:lnTo>
                  <a:pt x="33" y="285"/>
                </a:lnTo>
                <a:lnTo>
                  <a:pt x="34" y="284"/>
                </a:lnTo>
                <a:lnTo>
                  <a:pt x="35" y="284"/>
                </a:lnTo>
                <a:lnTo>
                  <a:pt x="35" y="283"/>
                </a:lnTo>
                <a:lnTo>
                  <a:pt x="36" y="283"/>
                </a:lnTo>
                <a:lnTo>
                  <a:pt x="36" y="282"/>
                </a:lnTo>
                <a:lnTo>
                  <a:pt x="35" y="282"/>
                </a:lnTo>
                <a:lnTo>
                  <a:pt x="35" y="281"/>
                </a:lnTo>
                <a:lnTo>
                  <a:pt x="35" y="280"/>
                </a:lnTo>
                <a:lnTo>
                  <a:pt x="34" y="280"/>
                </a:lnTo>
                <a:lnTo>
                  <a:pt x="34" y="279"/>
                </a:lnTo>
                <a:lnTo>
                  <a:pt x="34" y="278"/>
                </a:lnTo>
                <a:lnTo>
                  <a:pt x="34" y="277"/>
                </a:lnTo>
                <a:lnTo>
                  <a:pt x="33" y="277"/>
                </a:lnTo>
                <a:lnTo>
                  <a:pt x="33" y="276"/>
                </a:lnTo>
                <a:lnTo>
                  <a:pt x="33" y="275"/>
                </a:lnTo>
                <a:lnTo>
                  <a:pt x="33" y="274"/>
                </a:lnTo>
                <a:lnTo>
                  <a:pt x="33" y="272"/>
                </a:lnTo>
                <a:lnTo>
                  <a:pt x="34" y="272"/>
                </a:lnTo>
                <a:lnTo>
                  <a:pt x="34" y="270"/>
                </a:lnTo>
                <a:lnTo>
                  <a:pt x="33" y="270"/>
                </a:lnTo>
                <a:lnTo>
                  <a:pt x="33" y="269"/>
                </a:lnTo>
                <a:lnTo>
                  <a:pt x="33" y="268"/>
                </a:lnTo>
                <a:lnTo>
                  <a:pt x="33" y="267"/>
                </a:lnTo>
                <a:lnTo>
                  <a:pt x="33" y="266"/>
                </a:lnTo>
                <a:lnTo>
                  <a:pt x="32" y="266"/>
                </a:lnTo>
                <a:lnTo>
                  <a:pt x="33" y="266"/>
                </a:lnTo>
                <a:lnTo>
                  <a:pt x="33" y="265"/>
                </a:lnTo>
                <a:lnTo>
                  <a:pt x="34" y="265"/>
                </a:lnTo>
                <a:lnTo>
                  <a:pt x="33" y="265"/>
                </a:lnTo>
                <a:lnTo>
                  <a:pt x="33" y="264"/>
                </a:lnTo>
                <a:lnTo>
                  <a:pt x="34" y="264"/>
                </a:lnTo>
                <a:lnTo>
                  <a:pt x="34" y="263"/>
                </a:lnTo>
                <a:lnTo>
                  <a:pt x="33" y="263"/>
                </a:lnTo>
                <a:lnTo>
                  <a:pt x="32" y="263"/>
                </a:lnTo>
                <a:lnTo>
                  <a:pt x="32" y="262"/>
                </a:lnTo>
                <a:lnTo>
                  <a:pt x="31" y="262"/>
                </a:lnTo>
                <a:lnTo>
                  <a:pt x="30" y="262"/>
                </a:lnTo>
                <a:lnTo>
                  <a:pt x="31" y="262"/>
                </a:lnTo>
                <a:lnTo>
                  <a:pt x="31" y="261"/>
                </a:lnTo>
                <a:lnTo>
                  <a:pt x="31" y="260"/>
                </a:lnTo>
                <a:lnTo>
                  <a:pt x="31" y="259"/>
                </a:lnTo>
                <a:lnTo>
                  <a:pt x="31" y="258"/>
                </a:lnTo>
                <a:lnTo>
                  <a:pt x="31" y="257"/>
                </a:lnTo>
                <a:lnTo>
                  <a:pt x="32" y="257"/>
                </a:lnTo>
                <a:lnTo>
                  <a:pt x="31" y="257"/>
                </a:lnTo>
                <a:lnTo>
                  <a:pt x="31" y="256"/>
                </a:lnTo>
                <a:lnTo>
                  <a:pt x="32" y="256"/>
                </a:lnTo>
                <a:lnTo>
                  <a:pt x="31" y="256"/>
                </a:lnTo>
                <a:lnTo>
                  <a:pt x="31" y="255"/>
                </a:lnTo>
                <a:lnTo>
                  <a:pt x="31" y="254"/>
                </a:lnTo>
                <a:lnTo>
                  <a:pt x="32" y="254"/>
                </a:lnTo>
                <a:lnTo>
                  <a:pt x="31" y="254"/>
                </a:lnTo>
                <a:lnTo>
                  <a:pt x="30" y="254"/>
                </a:lnTo>
                <a:lnTo>
                  <a:pt x="30" y="253"/>
                </a:lnTo>
                <a:lnTo>
                  <a:pt x="29" y="253"/>
                </a:lnTo>
                <a:lnTo>
                  <a:pt x="29" y="252"/>
                </a:lnTo>
                <a:lnTo>
                  <a:pt x="28" y="252"/>
                </a:lnTo>
                <a:lnTo>
                  <a:pt x="28" y="251"/>
                </a:lnTo>
                <a:lnTo>
                  <a:pt x="28" y="252"/>
                </a:lnTo>
                <a:lnTo>
                  <a:pt x="27" y="252"/>
                </a:lnTo>
                <a:lnTo>
                  <a:pt x="26" y="252"/>
                </a:lnTo>
                <a:lnTo>
                  <a:pt x="25" y="252"/>
                </a:lnTo>
                <a:lnTo>
                  <a:pt x="25" y="251"/>
                </a:lnTo>
                <a:lnTo>
                  <a:pt x="24" y="251"/>
                </a:lnTo>
                <a:lnTo>
                  <a:pt x="24" y="250"/>
                </a:lnTo>
                <a:lnTo>
                  <a:pt x="24" y="249"/>
                </a:lnTo>
                <a:lnTo>
                  <a:pt x="24" y="248"/>
                </a:lnTo>
                <a:lnTo>
                  <a:pt x="25" y="248"/>
                </a:lnTo>
                <a:lnTo>
                  <a:pt x="25" y="247"/>
                </a:lnTo>
                <a:lnTo>
                  <a:pt x="24" y="247"/>
                </a:lnTo>
                <a:lnTo>
                  <a:pt x="24" y="246"/>
                </a:lnTo>
                <a:lnTo>
                  <a:pt x="25" y="245"/>
                </a:lnTo>
                <a:lnTo>
                  <a:pt x="26" y="245"/>
                </a:lnTo>
                <a:lnTo>
                  <a:pt x="26" y="246"/>
                </a:lnTo>
                <a:lnTo>
                  <a:pt x="27" y="246"/>
                </a:lnTo>
                <a:lnTo>
                  <a:pt x="27" y="245"/>
                </a:lnTo>
                <a:lnTo>
                  <a:pt x="28" y="245"/>
                </a:lnTo>
                <a:lnTo>
                  <a:pt x="29" y="245"/>
                </a:lnTo>
                <a:lnTo>
                  <a:pt x="30" y="245"/>
                </a:lnTo>
                <a:lnTo>
                  <a:pt x="31" y="245"/>
                </a:lnTo>
                <a:lnTo>
                  <a:pt x="32" y="245"/>
                </a:lnTo>
                <a:lnTo>
                  <a:pt x="32" y="244"/>
                </a:lnTo>
                <a:lnTo>
                  <a:pt x="33" y="244"/>
                </a:lnTo>
                <a:lnTo>
                  <a:pt x="33" y="243"/>
                </a:lnTo>
                <a:lnTo>
                  <a:pt x="34" y="243"/>
                </a:lnTo>
                <a:lnTo>
                  <a:pt x="35" y="243"/>
                </a:lnTo>
                <a:lnTo>
                  <a:pt x="35" y="242"/>
                </a:lnTo>
                <a:lnTo>
                  <a:pt x="36" y="242"/>
                </a:lnTo>
                <a:lnTo>
                  <a:pt x="36" y="241"/>
                </a:lnTo>
                <a:lnTo>
                  <a:pt x="36" y="240"/>
                </a:lnTo>
                <a:lnTo>
                  <a:pt x="37" y="240"/>
                </a:lnTo>
                <a:lnTo>
                  <a:pt x="37" y="241"/>
                </a:lnTo>
                <a:lnTo>
                  <a:pt x="38" y="241"/>
                </a:lnTo>
                <a:lnTo>
                  <a:pt x="39" y="241"/>
                </a:lnTo>
                <a:lnTo>
                  <a:pt x="39" y="242"/>
                </a:lnTo>
                <a:lnTo>
                  <a:pt x="40" y="241"/>
                </a:lnTo>
                <a:lnTo>
                  <a:pt x="40" y="240"/>
                </a:lnTo>
                <a:lnTo>
                  <a:pt x="42" y="240"/>
                </a:lnTo>
                <a:lnTo>
                  <a:pt x="42" y="239"/>
                </a:lnTo>
                <a:lnTo>
                  <a:pt x="42" y="238"/>
                </a:lnTo>
                <a:lnTo>
                  <a:pt x="42" y="237"/>
                </a:lnTo>
                <a:lnTo>
                  <a:pt x="43" y="237"/>
                </a:lnTo>
                <a:lnTo>
                  <a:pt x="43" y="238"/>
                </a:lnTo>
                <a:lnTo>
                  <a:pt x="44" y="238"/>
                </a:lnTo>
                <a:lnTo>
                  <a:pt x="44" y="239"/>
                </a:lnTo>
                <a:lnTo>
                  <a:pt x="45" y="239"/>
                </a:lnTo>
                <a:lnTo>
                  <a:pt x="46" y="239"/>
                </a:lnTo>
                <a:lnTo>
                  <a:pt x="46" y="240"/>
                </a:lnTo>
                <a:lnTo>
                  <a:pt x="47" y="240"/>
                </a:lnTo>
                <a:lnTo>
                  <a:pt x="47" y="239"/>
                </a:lnTo>
                <a:lnTo>
                  <a:pt x="48" y="239"/>
                </a:lnTo>
                <a:lnTo>
                  <a:pt x="48" y="238"/>
                </a:lnTo>
                <a:lnTo>
                  <a:pt x="48" y="237"/>
                </a:lnTo>
                <a:lnTo>
                  <a:pt x="49" y="237"/>
                </a:lnTo>
                <a:lnTo>
                  <a:pt x="48" y="237"/>
                </a:lnTo>
                <a:lnTo>
                  <a:pt x="48" y="236"/>
                </a:lnTo>
                <a:lnTo>
                  <a:pt x="49" y="236"/>
                </a:lnTo>
                <a:lnTo>
                  <a:pt x="49" y="235"/>
                </a:lnTo>
                <a:lnTo>
                  <a:pt x="49" y="234"/>
                </a:lnTo>
                <a:lnTo>
                  <a:pt x="49" y="233"/>
                </a:lnTo>
                <a:lnTo>
                  <a:pt x="49" y="232"/>
                </a:lnTo>
                <a:lnTo>
                  <a:pt x="50" y="232"/>
                </a:lnTo>
                <a:lnTo>
                  <a:pt x="50" y="231"/>
                </a:lnTo>
                <a:lnTo>
                  <a:pt x="51" y="231"/>
                </a:lnTo>
                <a:lnTo>
                  <a:pt x="51" y="230"/>
                </a:lnTo>
                <a:lnTo>
                  <a:pt x="51" y="229"/>
                </a:lnTo>
                <a:lnTo>
                  <a:pt x="52" y="229"/>
                </a:lnTo>
                <a:lnTo>
                  <a:pt x="52" y="228"/>
                </a:lnTo>
                <a:lnTo>
                  <a:pt x="52" y="227"/>
                </a:lnTo>
                <a:lnTo>
                  <a:pt x="52" y="226"/>
                </a:lnTo>
                <a:lnTo>
                  <a:pt x="52" y="225"/>
                </a:lnTo>
                <a:lnTo>
                  <a:pt x="53" y="225"/>
                </a:lnTo>
                <a:lnTo>
                  <a:pt x="52" y="225"/>
                </a:lnTo>
                <a:lnTo>
                  <a:pt x="53" y="225"/>
                </a:lnTo>
                <a:lnTo>
                  <a:pt x="53" y="224"/>
                </a:lnTo>
                <a:lnTo>
                  <a:pt x="53" y="223"/>
                </a:lnTo>
                <a:lnTo>
                  <a:pt x="53" y="222"/>
                </a:lnTo>
                <a:lnTo>
                  <a:pt x="54" y="222"/>
                </a:lnTo>
                <a:lnTo>
                  <a:pt x="55" y="222"/>
                </a:lnTo>
                <a:lnTo>
                  <a:pt x="56" y="222"/>
                </a:lnTo>
                <a:lnTo>
                  <a:pt x="57" y="222"/>
                </a:lnTo>
                <a:lnTo>
                  <a:pt x="58" y="222"/>
                </a:lnTo>
                <a:lnTo>
                  <a:pt x="58" y="221"/>
                </a:lnTo>
                <a:lnTo>
                  <a:pt x="59" y="221"/>
                </a:lnTo>
                <a:lnTo>
                  <a:pt x="59" y="220"/>
                </a:lnTo>
                <a:lnTo>
                  <a:pt x="58" y="220"/>
                </a:lnTo>
                <a:lnTo>
                  <a:pt x="59" y="220"/>
                </a:lnTo>
                <a:lnTo>
                  <a:pt x="59" y="219"/>
                </a:lnTo>
                <a:lnTo>
                  <a:pt x="59" y="218"/>
                </a:lnTo>
                <a:lnTo>
                  <a:pt x="60" y="218"/>
                </a:lnTo>
                <a:lnTo>
                  <a:pt x="60" y="217"/>
                </a:lnTo>
                <a:lnTo>
                  <a:pt x="60" y="215"/>
                </a:lnTo>
                <a:lnTo>
                  <a:pt x="60" y="214"/>
                </a:lnTo>
                <a:lnTo>
                  <a:pt x="61" y="212"/>
                </a:lnTo>
                <a:lnTo>
                  <a:pt x="62" y="212"/>
                </a:lnTo>
                <a:lnTo>
                  <a:pt x="64" y="211"/>
                </a:lnTo>
                <a:lnTo>
                  <a:pt x="64" y="210"/>
                </a:lnTo>
                <a:lnTo>
                  <a:pt x="65" y="210"/>
                </a:lnTo>
                <a:lnTo>
                  <a:pt x="68" y="210"/>
                </a:lnTo>
                <a:lnTo>
                  <a:pt x="68" y="209"/>
                </a:lnTo>
                <a:lnTo>
                  <a:pt x="69" y="208"/>
                </a:lnTo>
                <a:lnTo>
                  <a:pt x="69" y="209"/>
                </a:lnTo>
                <a:lnTo>
                  <a:pt x="70" y="209"/>
                </a:lnTo>
                <a:lnTo>
                  <a:pt x="69" y="209"/>
                </a:lnTo>
                <a:lnTo>
                  <a:pt x="69" y="210"/>
                </a:lnTo>
                <a:lnTo>
                  <a:pt x="70" y="210"/>
                </a:lnTo>
                <a:lnTo>
                  <a:pt x="71" y="210"/>
                </a:lnTo>
                <a:lnTo>
                  <a:pt x="72" y="210"/>
                </a:lnTo>
                <a:lnTo>
                  <a:pt x="72" y="211"/>
                </a:lnTo>
                <a:lnTo>
                  <a:pt x="73" y="211"/>
                </a:lnTo>
                <a:lnTo>
                  <a:pt x="74" y="212"/>
                </a:lnTo>
                <a:lnTo>
                  <a:pt x="74" y="211"/>
                </a:lnTo>
                <a:lnTo>
                  <a:pt x="75" y="211"/>
                </a:lnTo>
                <a:lnTo>
                  <a:pt x="76" y="211"/>
                </a:lnTo>
                <a:lnTo>
                  <a:pt x="77" y="211"/>
                </a:lnTo>
                <a:lnTo>
                  <a:pt x="79" y="211"/>
                </a:lnTo>
                <a:lnTo>
                  <a:pt x="79" y="210"/>
                </a:lnTo>
                <a:lnTo>
                  <a:pt x="79" y="209"/>
                </a:lnTo>
                <a:lnTo>
                  <a:pt x="80" y="209"/>
                </a:lnTo>
                <a:lnTo>
                  <a:pt x="82" y="209"/>
                </a:lnTo>
                <a:lnTo>
                  <a:pt x="83" y="209"/>
                </a:lnTo>
                <a:lnTo>
                  <a:pt x="84" y="209"/>
                </a:lnTo>
                <a:lnTo>
                  <a:pt x="85" y="209"/>
                </a:lnTo>
                <a:lnTo>
                  <a:pt x="86" y="209"/>
                </a:lnTo>
                <a:lnTo>
                  <a:pt x="86" y="210"/>
                </a:lnTo>
                <a:lnTo>
                  <a:pt x="87" y="210"/>
                </a:lnTo>
                <a:lnTo>
                  <a:pt x="88" y="210"/>
                </a:lnTo>
                <a:lnTo>
                  <a:pt x="89" y="210"/>
                </a:lnTo>
                <a:lnTo>
                  <a:pt x="90" y="210"/>
                </a:lnTo>
                <a:lnTo>
                  <a:pt x="91" y="208"/>
                </a:lnTo>
                <a:lnTo>
                  <a:pt x="92" y="208"/>
                </a:lnTo>
                <a:lnTo>
                  <a:pt x="93" y="208"/>
                </a:lnTo>
                <a:lnTo>
                  <a:pt x="94" y="208"/>
                </a:lnTo>
                <a:lnTo>
                  <a:pt x="95" y="209"/>
                </a:lnTo>
                <a:lnTo>
                  <a:pt x="96" y="209"/>
                </a:lnTo>
                <a:lnTo>
                  <a:pt x="96" y="208"/>
                </a:lnTo>
                <a:lnTo>
                  <a:pt x="98" y="208"/>
                </a:lnTo>
                <a:lnTo>
                  <a:pt x="98" y="209"/>
                </a:lnTo>
                <a:lnTo>
                  <a:pt x="99" y="209"/>
                </a:lnTo>
                <a:lnTo>
                  <a:pt x="102" y="207"/>
                </a:lnTo>
                <a:lnTo>
                  <a:pt x="103" y="206"/>
                </a:lnTo>
                <a:lnTo>
                  <a:pt x="103" y="205"/>
                </a:lnTo>
                <a:lnTo>
                  <a:pt x="104" y="205"/>
                </a:lnTo>
                <a:lnTo>
                  <a:pt x="104" y="206"/>
                </a:lnTo>
                <a:lnTo>
                  <a:pt x="105" y="207"/>
                </a:lnTo>
                <a:lnTo>
                  <a:pt x="105" y="208"/>
                </a:lnTo>
                <a:lnTo>
                  <a:pt x="106" y="208"/>
                </a:lnTo>
                <a:lnTo>
                  <a:pt x="107" y="207"/>
                </a:lnTo>
                <a:lnTo>
                  <a:pt x="108" y="207"/>
                </a:lnTo>
                <a:lnTo>
                  <a:pt x="109" y="207"/>
                </a:lnTo>
                <a:lnTo>
                  <a:pt x="110" y="207"/>
                </a:lnTo>
                <a:lnTo>
                  <a:pt x="110" y="208"/>
                </a:lnTo>
                <a:lnTo>
                  <a:pt x="111" y="208"/>
                </a:lnTo>
                <a:lnTo>
                  <a:pt x="112" y="208"/>
                </a:lnTo>
                <a:lnTo>
                  <a:pt x="113" y="208"/>
                </a:lnTo>
                <a:lnTo>
                  <a:pt x="114" y="208"/>
                </a:lnTo>
                <a:lnTo>
                  <a:pt x="116" y="208"/>
                </a:lnTo>
                <a:lnTo>
                  <a:pt x="116" y="207"/>
                </a:lnTo>
                <a:lnTo>
                  <a:pt x="117" y="206"/>
                </a:lnTo>
                <a:lnTo>
                  <a:pt x="118" y="205"/>
                </a:lnTo>
                <a:lnTo>
                  <a:pt x="119" y="205"/>
                </a:lnTo>
                <a:lnTo>
                  <a:pt x="119" y="206"/>
                </a:lnTo>
                <a:lnTo>
                  <a:pt x="120" y="206"/>
                </a:lnTo>
                <a:lnTo>
                  <a:pt x="121" y="206"/>
                </a:lnTo>
                <a:lnTo>
                  <a:pt x="122" y="205"/>
                </a:lnTo>
                <a:lnTo>
                  <a:pt x="124" y="205"/>
                </a:lnTo>
                <a:lnTo>
                  <a:pt x="125" y="205"/>
                </a:lnTo>
                <a:lnTo>
                  <a:pt x="126" y="205"/>
                </a:lnTo>
                <a:lnTo>
                  <a:pt x="127" y="205"/>
                </a:lnTo>
                <a:lnTo>
                  <a:pt x="127" y="204"/>
                </a:lnTo>
                <a:lnTo>
                  <a:pt x="128" y="204"/>
                </a:lnTo>
                <a:lnTo>
                  <a:pt x="129" y="204"/>
                </a:lnTo>
                <a:lnTo>
                  <a:pt x="129" y="203"/>
                </a:lnTo>
                <a:lnTo>
                  <a:pt x="129" y="202"/>
                </a:lnTo>
                <a:lnTo>
                  <a:pt x="129" y="201"/>
                </a:lnTo>
                <a:lnTo>
                  <a:pt x="130" y="201"/>
                </a:lnTo>
                <a:lnTo>
                  <a:pt x="131" y="201"/>
                </a:lnTo>
                <a:lnTo>
                  <a:pt x="131" y="200"/>
                </a:lnTo>
                <a:lnTo>
                  <a:pt x="131" y="199"/>
                </a:lnTo>
                <a:lnTo>
                  <a:pt x="132" y="199"/>
                </a:lnTo>
                <a:lnTo>
                  <a:pt x="132" y="200"/>
                </a:lnTo>
                <a:lnTo>
                  <a:pt x="132" y="199"/>
                </a:lnTo>
                <a:lnTo>
                  <a:pt x="131" y="198"/>
                </a:lnTo>
                <a:lnTo>
                  <a:pt x="130" y="198"/>
                </a:lnTo>
                <a:lnTo>
                  <a:pt x="130" y="197"/>
                </a:lnTo>
                <a:lnTo>
                  <a:pt x="131" y="196"/>
                </a:lnTo>
                <a:lnTo>
                  <a:pt x="132" y="195"/>
                </a:lnTo>
                <a:lnTo>
                  <a:pt x="133" y="194"/>
                </a:lnTo>
                <a:lnTo>
                  <a:pt x="132" y="194"/>
                </a:lnTo>
                <a:lnTo>
                  <a:pt x="132" y="193"/>
                </a:lnTo>
                <a:lnTo>
                  <a:pt x="133" y="192"/>
                </a:lnTo>
                <a:lnTo>
                  <a:pt x="133" y="191"/>
                </a:lnTo>
                <a:lnTo>
                  <a:pt x="134" y="191"/>
                </a:lnTo>
                <a:lnTo>
                  <a:pt x="135" y="190"/>
                </a:lnTo>
                <a:lnTo>
                  <a:pt x="135" y="189"/>
                </a:lnTo>
                <a:lnTo>
                  <a:pt x="135" y="188"/>
                </a:lnTo>
                <a:lnTo>
                  <a:pt x="133" y="187"/>
                </a:lnTo>
                <a:lnTo>
                  <a:pt x="133" y="185"/>
                </a:lnTo>
                <a:lnTo>
                  <a:pt x="134" y="185"/>
                </a:lnTo>
                <a:lnTo>
                  <a:pt x="135" y="185"/>
                </a:lnTo>
                <a:lnTo>
                  <a:pt x="136" y="184"/>
                </a:lnTo>
                <a:lnTo>
                  <a:pt x="136" y="183"/>
                </a:lnTo>
                <a:lnTo>
                  <a:pt x="136" y="182"/>
                </a:lnTo>
                <a:lnTo>
                  <a:pt x="136" y="181"/>
                </a:lnTo>
                <a:lnTo>
                  <a:pt x="136" y="180"/>
                </a:lnTo>
                <a:lnTo>
                  <a:pt x="136" y="179"/>
                </a:lnTo>
                <a:lnTo>
                  <a:pt x="137" y="177"/>
                </a:lnTo>
                <a:lnTo>
                  <a:pt x="137" y="176"/>
                </a:lnTo>
                <a:lnTo>
                  <a:pt x="138" y="175"/>
                </a:lnTo>
                <a:lnTo>
                  <a:pt x="138" y="174"/>
                </a:lnTo>
                <a:lnTo>
                  <a:pt x="139" y="173"/>
                </a:lnTo>
                <a:lnTo>
                  <a:pt x="139" y="172"/>
                </a:lnTo>
                <a:lnTo>
                  <a:pt x="140" y="171"/>
                </a:lnTo>
                <a:lnTo>
                  <a:pt x="140" y="170"/>
                </a:lnTo>
                <a:lnTo>
                  <a:pt x="139" y="170"/>
                </a:lnTo>
                <a:lnTo>
                  <a:pt x="139" y="169"/>
                </a:lnTo>
                <a:lnTo>
                  <a:pt x="138" y="167"/>
                </a:lnTo>
                <a:lnTo>
                  <a:pt x="139" y="166"/>
                </a:lnTo>
                <a:lnTo>
                  <a:pt x="141" y="166"/>
                </a:lnTo>
                <a:lnTo>
                  <a:pt x="142" y="166"/>
                </a:lnTo>
                <a:lnTo>
                  <a:pt x="143" y="166"/>
                </a:lnTo>
                <a:lnTo>
                  <a:pt x="144" y="166"/>
                </a:lnTo>
                <a:lnTo>
                  <a:pt x="145" y="166"/>
                </a:lnTo>
                <a:lnTo>
                  <a:pt x="145" y="164"/>
                </a:lnTo>
                <a:lnTo>
                  <a:pt x="145" y="163"/>
                </a:lnTo>
                <a:lnTo>
                  <a:pt x="146" y="162"/>
                </a:lnTo>
                <a:lnTo>
                  <a:pt x="147" y="162"/>
                </a:lnTo>
                <a:lnTo>
                  <a:pt x="148" y="162"/>
                </a:lnTo>
                <a:lnTo>
                  <a:pt x="148" y="161"/>
                </a:lnTo>
                <a:lnTo>
                  <a:pt x="148" y="160"/>
                </a:lnTo>
                <a:lnTo>
                  <a:pt x="148" y="159"/>
                </a:lnTo>
                <a:lnTo>
                  <a:pt x="149" y="158"/>
                </a:lnTo>
                <a:lnTo>
                  <a:pt x="148" y="157"/>
                </a:lnTo>
                <a:lnTo>
                  <a:pt x="147" y="157"/>
                </a:lnTo>
                <a:lnTo>
                  <a:pt x="147" y="155"/>
                </a:lnTo>
                <a:lnTo>
                  <a:pt x="148" y="154"/>
                </a:lnTo>
                <a:lnTo>
                  <a:pt x="149" y="154"/>
                </a:lnTo>
                <a:lnTo>
                  <a:pt x="149" y="153"/>
                </a:lnTo>
                <a:lnTo>
                  <a:pt x="148" y="153"/>
                </a:lnTo>
                <a:lnTo>
                  <a:pt x="147" y="152"/>
                </a:lnTo>
                <a:lnTo>
                  <a:pt x="148" y="151"/>
                </a:lnTo>
                <a:lnTo>
                  <a:pt x="149" y="150"/>
                </a:lnTo>
                <a:lnTo>
                  <a:pt x="149" y="149"/>
                </a:lnTo>
                <a:lnTo>
                  <a:pt x="148" y="149"/>
                </a:lnTo>
                <a:lnTo>
                  <a:pt x="148" y="148"/>
                </a:lnTo>
                <a:lnTo>
                  <a:pt x="151" y="144"/>
                </a:lnTo>
                <a:lnTo>
                  <a:pt x="152" y="144"/>
                </a:lnTo>
                <a:lnTo>
                  <a:pt x="153" y="145"/>
                </a:lnTo>
                <a:lnTo>
                  <a:pt x="154" y="145"/>
                </a:lnTo>
                <a:lnTo>
                  <a:pt x="155" y="145"/>
                </a:lnTo>
                <a:lnTo>
                  <a:pt x="156" y="145"/>
                </a:lnTo>
                <a:lnTo>
                  <a:pt x="158" y="143"/>
                </a:lnTo>
                <a:lnTo>
                  <a:pt x="162" y="140"/>
                </a:lnTo>
                <a:lnTo>
                  <a:pt x="164" y="139"/>
                </a:lnTo>
                <a:lnTo>
                  <a:pt x="164" y="138"/>
                </a:lnTo>
                <a:lnTo>
                  <a:pt x="165" y="138"/>
                </a:lnTo>
                <a:lnTo>
                  <a:pt x="166" y="137"/>
                </a:lnTo>
                <a:lnTo>
                  <a:pt x="166" y="136"/>
                </a:lnTo>
                <a:lnTo>
                  <a:pt x="165" y="136"/>
                </a:lnTo>
                <a:lnTo>
                  <a:pt x="165" y="135"/>
                </a:lnTo>
                <a:lnTo>
                  <a:pt x="165" y="134"/>
                </a:lnTo>
                <a:lnTo>
                  <a:pt x="166" y="133"/>
                </a:lnTo>
                <a:lnTo>
                  <a:pt x="167" y="133"/>
                </a:lnTo>
                <a:lnTo>
                  <a:pt x="168" y="132"/>
                </a:lnTo>
                <a:lnTo>
                  <a:pt x="168" y="131"/>
                </a:lnTo>
                <a:lnTo>
                  <a:pt x="169" y="131"/>
                </a:lnTo>
                <a:lnTo>
                  <a:pt x="170" y="131"/>
                </a:lnTo>
                <a:lnTo>
                  <a:pt x="171" y="131"/>
                </a:lnTo>
                <a:lnTo>
                  <a:pt x="171" y="130"/>
                </a:lnTo>
                <a:lnTo>
                  <a:pt x="172" y="131"/>
                </a:lnTo>
                <a:lnTo>
                  <a:pt x="173" y="131"/>
                </a:lnTo>
                <a:lnTo>
                  <a:pt x="174" y="131"/>
                </a:lnTo>
                <a:lnTo>
                  <a:pt x="175" y="131"/>
                </a:lnTo>
                <a:lnTo>
                  <a:pt x="176" y="131"/>
                </a:lnTo>
                <a:lnTo>
                  <a:pt x="177" y="131"/>
                </a:lnTo>
                <a:lnTo>
                  <a:pt x="177" y="130"/>
                </a:lnTo>
                <a:lnTo>
                  <a:pt x="175" y="129"/>
                </a:lnTo>
                <a:lnTo>
                  <a:pt x="175" y="127"/>
                </a:lnTo>
                <a:lnTo>
                  <a:pt x="173" y="125"/>
                </a:lnTo>
                <a:lnTo>
                  <a:pt x="172" y="125"/>
                </a:lnTo>
                <a:lnTo>
                  <a:pt x="170" y="123"/>
                </a:lnTo>
                <a:lnTo>
                  <a:pt x="169" y="122"/>
                </a:lnTo>
                <a:lnTo>
                  <a:pt x="170" y="120"/>
                </a:lnTo>
                <a:lnTo>
                  <a:pt x="170" y="118"/>
                </a:lnTo>
                <a:lnTo>
                  <a:pt x="170" y="117"/>
                </a:lnTo>
                <a:lnTo>
                  <a:pt x="171" y="117"/>
                </a:lnTo>
                <a:lnTo>
                  <a:pt x="171" y="116"/>
                </a:lnTo>
                <a:lnTo>
                  <a:pt x="171" y="115"/>
                </a:lnTo>
                <a:lnTo>
                  <a:pt x="172" y="115"/>
                </a:lnTo>
                <a:lnTo>
                  <a:pt x="172" y="114"/>
                </a:lnTo>
                <a:lnTo>
                  <a:pt x="172" y="113"/>
                </a:lnTo>
                <a:lnTo>
                  <a:pt x="173" y="113"/>
                </a:lnTo>
                <a:lnTo>
                  <a:pt x="173" y="112"/>
                </a:lnTo>
                <a:lnTo>
                  <a:pt x="177" y="112"/>
                </a:lnTo>
                <a:lnTo>
                  <a:pt x="178" y="112"/>
                </a:lnTo>
                <a:lnTo>
                  <a:pt x="179" y="112"/>
                </a:lnTo>
                <a:lnTo>
                  <a:pt x="179" y="111"/>
                </a:lnTo>
                <a:lnTo>
                  <a:pt x="180" y="111"/>
                </a:lnTo>
                <a:lnTo>
                  <a:pt x="180" y="110"/>
                </a:lnTo>
                <a:lnTo>
                  <a:pt x="181" y="109"/>
                </a:lnTo>
                <a:lnTo>
                  <a:pt x="182" y="109"/>
                </a:lnTo>
                <a:lnTo>
                  <a:pt x="182" y="107"/>
                </a:lnTo>
                <a:lnTo>
                  <a:pt x="183" y="106"/>
                </a:lnTo>
                <a:lnTo>
                  <a:pt x="184" y="106"/>
                </a:lnTo>
                <a:lnTo>
                  <a:pt x="185" y="106"/>
                </a:lnTo>
                <a:lnTo>
                  <a:pt x="184" y="107"/>
                </a:lnTo>
                <a:lnTo>
                  <a:pt x="184" y="108"/>
                </a:lnTo>
                <a:lnTo>
                  <a:pt x="185" y="109"/>
                </a:lnTo>
                <a:lnTo>
                  <a:pt x="186" y="109"/>
                </a:lnTo>
                <a:lnTo>
                  <a:pt x="186" y="110"/>
                </a:lnTo>
                <a:lnTo>
                  <a:pt x="187" y="110"/>
                </a:lnTo>
                <a:lnTo>
                  <a:pt x="189" y="110"/>
                </a:lnTo>
                <a:lnTo>
                  <a:pt x="190" y="111"/>
                </a:lnTo>
                <a:lnTo>
                  <a:pt x="191" y="112"/>
                </a:lnTo>
                <a:lnTo>
                  <a:pt x="192" y="111"/>
                </a:lnTo>
                <a:lnTo>
                  <a:pt x="193" y="111"/>
                </a:lnTo>
                <a:lnTo>
                  <a:pt x="193" y="110"/>
                </a:lnTo>
                <a:lnTo>
                  <a:pt x="194" y="110"/>
                </a:lnTo>
                <a:lnTo>
                  <a:pt x="194" y="111"/>
                </a:lnTo>
                <a:lnTo>
                  <a:pt x="195" y="111"/>
                </a:lnTo>
                <a:lnTo>
                  <a:pt x="195" y="112"/>
                </a:lnTo>
                <a:lnTo>
                  <a:pt x="196" y="112"/>
                </a:lnTo>
                <a:lnTo>
                  <a:pt x="198" y="111"/>
                </a:lnTo>
                <a:lnTo>
                  <a:pt x="198" y="110"/>
                </a:lnTo>
                <a:lnTo>
                  <a:pt x="199" y="110"/>
                </a:lnTo>
                <a:lnTo>
                  <a:pt x="200" y="111"/>
                </a:lnTo>
                <a:lnTo>
                  <a:pt x="201" y="111"/>
                </a:lnTo>
                <a:lnTo>
                  <a:pt x="201" y="112"/>
                </a:lnTo>
                <a:lnTo>
                  <a:pt x="202" y="112"/>
                </a:lnTo>
                <a:lnTo>
                  <a:pt x="203" y="111"/>
                </a:lnTo>
                <a:lnTo>
                  <a:pt x="204" y="111"/>
                </a:lnTo>
                <a:lnTo>
                  <a:pt x="204" y="112"/>
                </a:lnTo>
                <a:lnTo>
                  <a:pt x="205" y="112"/>
                </a:lnTo>
                <a:lnTo>
                  <a:pt x="205" y="113"/>
                </a:lnTo>
                <a:lnTo>
                  <a:pt x="204" y="113"/>
                </a:lnTo>
                <a:lnTo>
                  <a:pt x="204" y="114"/>
                </a:lnTo>
                <a:lnTo>
                  <a:pt x="205" y="114"/>
                </a:lnTo>
                <a:lnTo>
                  <a:pt x="206" y="114"/>
                </a:lnTo>
                <a:lnTo>
                  <a:pt x="207" y="115"/>
                </a:lnTo>
                <a:lnTo>
                  <a:pt x="207" y="116"/>
                </a:lnTo>
                <a:lnTo>
                  <a:pt x="207" y="117"/>
                </a:lnTo>
                <a:lnTo>
                  <a:pt x="206" y="117"/>
                </a:lnTo>
                <a:lnTo>
                  <a:pt x="207" y="117"/>
                </a:lnTo>
                <a:lnTo>
                  <a:pt x="208" y="117"/>
                </a:lnTo>
                <a:lnTo>
                  <a:pt x="211" y="118"/>
                </a:lnTo>
                <a:lnTo>
                  <a:pt x="214" y="118"/>
                </a:lnTo>
                <a:lnTo>
                  <a:pt x="215" y="118"/>
                </a:lnTo>
                <a:lnTo>
                  <a:pt x="217" y="117"/>
                </a:lnTo>
                <a:lnTo>
                  <a:pt x="220" y="117"/>
                </a:lnTo>
                <a:lnTo>
                  <a:pt x="223" y="117"/>
                </a:lnTo>
                <a:lnTo>
                  <a:pt x="224" y="117"/>
                </a:lnTo>
                <a:lnTo>
                  <a:pt x="225" y="118"/>
                </a:lnTo>
                <a:lnTo>
                  <a:pt x="226" y="119"/>
                </a:lnTo>
                <a:lnTo>
                  <a:pt x="228" y="119"/>
                </a:lnTo>
                <a:lnTo>
                  <a:pt x="228" y="118"/>
                </a:lnTo>
                <a:lnTo>
                  <a:pt x="229" y="118"/>
                </a:lnTo>
                <a:lnTo>
                  <a:pt x="230" y="118"/>
                </a:lnTo>
                <a:lnTo>
                  <a:pt x="230" y="119"/>
                </a:lnTo>
                <a:lnTo>
                  <a:pt x="231" y="120"/>
                </a:lnTo>
                <a:lnTo>
                  <a:pt x="233" y="120"/>
                </a:lnTo>
                <a:lnTo>
                  <a:pt x="235" y="120"/>
                </a:lnTo>
                <a:lnTo>
                  <a:pt x="236" y="120"/>
                </a:lnTo>
                <a:lnTo>
                  <a:pt x="237" y="120"/>
                </a:lnTo>
                <a:lnTo>
                  <a:pt x="238" y="120"/>
                </a:lnTo>
                <a:lnTo>
                  <a:pt x="236" y="118"/>
                </a:lnTo>
                <a:lnTo>
                  <a:pt x="237" y="118"/>
                </a:lnTo>
                <a:lnTo>
                  <a:pt x="238" y="118"/>
                </a:lnTo>
                <a:lnTo>
                  <a:pt x="238" y="117"/>
                </a:lnTo>
                <a:lnTo>
                  <a:pt x="239" y="117"/>
                </a:lnTo>
                <a:lnTo>
                  <a:pt x="239" y="116"/>
                </a:lnTo>
                <a:lnTo>
                  <a:pt x="239" y="115"/>
                </a:lnTo>
                <a:lnTo>
                  <a:pt x="239" y="114"/>
                </a:lnTo>
                <a:lnTo>
                  <a:pt x="239" y="113"/>
                </a:lnTo>
                <a:lnTo>
                  <a:pt x="240" y="111"/>
                </a:lnTo>
                <a:lnTo>
                  <a:pt x="241" y="111"/>
                </a:lnTo>
                <a:lnTo>
                  <a:pt x="243" y="111"/>
                </a:lnTo>
                <a:lnTo>
                  <a:pt x="244" y="110"/>
                </a:lnTo>
                <a:lnTo>
                  <a:pt x="245" y="110"/>
                </a:lnTo>
                <a:lnTo>
                  <a:pt x="245" y="111"/>
                </a:lnTo>
                <a:lnTo>
                  <a:pt x="245" y="112"/>
                </a:lnTo>
                <a:lnTo>
                  <a:pt x="244" y="112"/>
                </a:lnTo>
                <a:lnTo>
                  <a:pt x="245" y="112"/>
                </a:lnTo>
                <a:lnTo>
                  <a:pt x="245" y="113"/>
                </a:lnTo>
                <a:lnTo>
                  <a:pt x="246" y="112"/>
                </a:lnTo>
                <a:lnTo>
                  <a:pt x="247" y="112"/>
                </a:lnTo>
                <a:lnTo>
                  <a:pt x="247" y="113"/>
                </a:lnTo>
                <a:lnTo>
                  <a:pt x="247" y="114"/>
                </a:lnTo>
                <a:lnTo>
                  <a:pt x="248" y="114"/>
                </a:lnTo>
                <a:lnTo>
                  <a:pt x="250" y="115"/>
                </a:lnTo>
                <a:lnTo>
                  <a:pt x="252" y="114"/>
                </a:lnTo>
                <a:lnTo>
                  <a:pt x="253" y="114"/>
                </a:lnTo>
                <a:lnTo>
                  <a:pt x="253" y="115"/>
                </a:lnTo>
                <a:lnTo>
                  <a:pt x="254" y="117"/>
                </a:lnTo>
                <a:lnTo>
                  <a:pt x="255" y="119"/>
                </a:lnTo>
                <a:lnTo>
                  <a:pt x="256" y="119"/>
                </a:lnTo>
                <a:lnTo>
                  <a:pt x="257" y="118"/>
                </a:lnTo>
                <a:lnTo>
                  <a:pt x="258" y="118"/>
                </a:lnTo>
                <a:lnTo>
                  <a:pt x="259" y="118"/>
                </a:lnTo>
                <a:lnTo>
                  <a:pt x="259" y="119"/>
                </a:lnTo>
                <a:lnTo>
                  <a:pt x="259" y="118"/>
                </a:lnTo>
                <a:lnTo>
                  <a:pt x="260" y="118"/>
                </a:lnTo>
                <a:lnTo>
                  <a:pt x="260" y="117"/>
                </a:lnTo>
                <a:lnTo>
                  <a:pt x="260" y="116"/>
                </a:lnTo>
                <a:lnTo>
                  <a:pt x="261" y="116"/>
                </a:lnTo>
                <a:lnTo>
                  <a:pt x="263" y="117"/>
                </a:lnTo>
                <a:lnTo>
                  <a:pt x="264" y="117"/>
                </a:lnTo>
                <a:lnTo>
                  <a:pt x="265" y="117"/>
                </a:lnTo>
                <a:lnTo>
                  <a:pt x="265" y="116"/>
                </a:lnTo>
                <a:lnTo>
                  <a:pt x="266" y="116"/>
                </a:lnTo>
                <a:lnTo>
                  <a:pt x="267" y="116"/>
                </a:lnTo>
                <a:lnTo>
                  <a:pt x="267" y="117"/>
                </a:lnTo>
                <a:lnTo>
                  <a:pt x="268" y="117"/>
                </a:lnTo>
                <a:lnTo>
                  <a:pt x="268" y="116"/>
                </a:lnTo>
                <a:lnTo>
                  <a:pt x="269" y="116"/>
                </a:lnTo>
                <a:lnTo>
                  <a:pt x="269" y="117"/>
                </a:lnTo>
                <a:lnTo>
                  <a:pt x="271" y="117"/>
                </a:lnTo>
                <a:lnTo>
                  <a:pt x="272" y="117"/>
                </a:lnTo>
                <a:lnTo>
                  <a:pt x="273" y="117"/>
                </a:lnTo>
                <a:lnTo>
                  <a:pt x="273" y="118"/>
                </a:lnTo>
                <a:lnTo>
                  <a:pt x="274" y="118"/>
                </a:lnTo>
                <a:lnTo>
                  <a:pt x="276" y="118"/>
                </a:lnTo>
                <a:lnTo>
                  <a:pt x="276" y="119"/>
                </a:lnTo>
                <a:lnTo>
                  <a:pt x="276" y="120"/>
                </a:lnTo>
                <a:lnTo>
                  <a:pt x="277" y="120"/>
                </a:lnTo>
                <a:lnTo>
                  <a:pt x="279" y="122"/>
                </a:lnTo>
                <a:lnTo>
                  <a:pt x="280" y="122"/>
                </a:lnTo>
                <a:lnTo>
                  <a:pt x="281" y="122"/>
                </a:lnTo>
                <a:lnTo>
                  <a:pt x="281" y="123"/>
                </a:lnTo>
                <a:lnTo>
                  <a:pt x="281" y="124"/>
                </a:lnTo>
                <a:lnTo>
                  <a:pt x="281" y="125"/>
                </a:lnTo>
                <a:lnTo>
                  <a:pt x="281" y="126"/>
                </a:lnTo>
                <a:lnTo>
                  <a:pt x="281" y="127"/>
                </a:lnTo>
                <a:lnTo>
                  <a:pt x="282" y="127"/>
                </a:lnTo>
                <a:lnTo>
                  <a:pt x="282" y="128"/>
                </a:lnTo>
                <a:lnTo>
                  <a:pt x="283" y="128"/>
                </a:lnTo>
                <a:lnTo>
                  <a:pt x="285" y="127"/>
                </a:lnTo>
                <a:lnTo>
                  <a:pt x="286" y="127"/>
                </a:lnTo>
                <a:lnTo>
                  <a:pt x="286" y="128"/>
                </a:lnTo>
                <a:lnTo>
                  <a:pt x="287" y="128"/>
                </a:lnTo>
                <a:lnTo>
                  <a:pt x="289" y="128"/>
                </a:lnTo>
                <a:lnTo>
                  <a:pt x="290" y="128"/>
                </a:lnTo>
                <a:lnTo>
                  <a:pt x="292" y="128"/>
                </a:lnTo>
                <a:lnTo>
                  <a:pt x="293" y="128"/>
                </a:lnTo>
                <a:lnTo>
                  <a:pt x="294" y="128"/>
                </a:lnTo>
                <a:lnTo>
                  <a:pt x="295" y="128"/>
                </a:lnTo>
                <a:lnTo>
                  <a:pt x="297" y="128"/>
                </a:lnTo>
                <a:lnTo>
                  <a:pt x="299" y="127"/>
                </a:lnTo>
                <a:lnTo>
                  <a:pt x="300" y="126"/>
                </a:lnTo>
                <a:lnTo>
                  <a:pt x="301" y="126"/>
                </a:lnTo>
                <a:lnTo>
                  <a:pt x="301" y="125"/>
                </a:lnTo>
                <a:lnTo>
                  <a:pt x="302" y="125"/>
                </a:lnTo>
                <a:lnTo>
                  <a:pt x="303" y="125"/>
                </a:lnTo>
                <a:lnTo>
                  <a:pt x="304" y="125"/>
                </a:lnTo>
                <a:lnTo>
                  <a:pt x="305" y="125"/>
                </a:lnTo>
                <a:lnTo>
                  <a:pt x="307" y="124"/>
                </a:lnTo>
                <a:lnTo>
                  <a:pt x="308" y="124"/>
                </a:lnTo>
                <a:lnTo>
                  <a:pt x="309" y="124"/>
                </a:lnTo>
                <a:lnTo>
                  <a:pt x="310" y="125"/>
                </a:lnTo>
                <a:lnTo>
                  <a:pt x="311" y="125"/>
                </a:lnTo>
                <a:lnTo>
                  <a:pt x="313" y="125"/>
                </a:lnTo>
                <a:lnTo>
                  <a:pt x="314" y="125"/>
                </a:lnTo>
                <a:lnTo>
                  <a:pt x="317" y="124"/>
                </a:lnTo>
                <a:lnTo>
                  <a:pt x="318" y="124"/>
                </a:lnTo>
                <a:lnTo>
                  <a:pt x="319" y="124"/>
                </a:lnTo>
                <a:lnTo>
                  <a:pt x="320" y="124"/>
                </a:lnTo>
                <a:lnTo>
                  <a:pt x="320" y="123"/>
                </a:lnTo>
                <a:lnTo>
                  <a:pt x="320" y="122"/>
                </a:lnTo>
                <a:lnTo>
                  <a:pt x="321" y="122"/>
                </a:lnTo>
                <a:lnTo>
                  <a:pt x="322" y="120"/>
                </a:lnTo>
                <a:lnTo>
                  <a:pt x="323" y="120"/>
                </a:lnTo>
                <a:lnTo>
                  <a:pt x="324" y="120"/>
                </a:lnTo>
                <a:lnTo>
                  <a:pt x="325" y="121"/>
                </a:lnTo>
                <a:lnTo>
                  <a:pt x="327" y="120"/>
                </a:lnTo>
                <a:lnTo>
                  <a:pt x="328" y="119"/>
                </a:lnTo>
                <a:lnTo>
                  <a:pt x="329" y="118"/>
                </a:lnTo>
                <a:lnTo>
                  <a:pt x="330" y="118"/>
                </a:lnTo>
                <a:lnTo>
                  <a:pt x="330" y="117"/>
                </a:lnTo>
                <a:lnTo>
                  <a:pt x="331" y="116"/>
                </a:lnTo>
                <a:lnTo>
                  <a:pt x="331" y="115"/>
                </a:lnTo>
                <a:lnTo>
                  <a:pt x="330" y="114"/>
                </a:lnTo>
                <a:lnTo>
                  <a:pt x="330" y="113"/>
                </a:lnTo>
                <a:lnTo>
                  <a:pt x="329" y="110"/>
                </a:lnTo>
                <a:lnTo>
                  <a:pt x="329" y="109"/>
                </a:lnTo>
                <a:lnTo>
                  <a:pt x="328" y="108"/>
                </a:lnTo>
                <a:lnTo>
                  <a:pt x="329" y="106"/>
                </a:lnTo>
                <a:lnTo>
                  <a:pt x="329" y="105"/>
                </a:lnTo>
                <a:lnTo>
                  <a:pt x="330" y="106"/>
                </a:lnTo>
                <a:lnTo>
                  <a:pt x="331" y="106"/>
                </a:lnTo>
                <a:lnTo>
                  <a:pt x="333" y="106"/>
                </a:lnTo>
                <a:lnTo>
                  <a:pt x="334" y="105"/>
                </a:lnTo>
                <a:lnTo>
                  <a:pt x="334" y="104"/>
                </a:lnTo>
                <a:lnTo>
                  <a:pt x="335" y="104"/>
                </a:lnTo>
                <a:lnTo>
                  <a:pt x="336" y="103"/>
                </a:lnTo>
                <a:lnTo>
                  <a:pt x="338" y="103"/>
                </a:lnTo>
                <a:lnTo>
                  <a:pt x="339" y="103"/>
                </a:lnTo>
                <a:lnTo>
                  <a:pt x="339" y="102"/>
                </a:lnTo>
                <a:lnTo>
                  <a:pt x="340" y="102"/>
                </a:lnTo>
                <a:lnTo>
                  <a:pt x="340" y="101"/>
                </a:lnTo>
                <a:lnTo>
                  <a:pt x="341" y="101"/>
                </a:lnTo>
                <a:lnTo>
                  <a:pt x="341" y="102"/>
                </a:lnTo>
                <a:lnTo>
                  <a:pt x="342" y="102"/>
                </a:lnTo>
                <a:lnTo>
                  <a:pt x="343" y="102"/>
                </a:lnTo>
                <a:lnTo>
                  <a:pt x="343" y="100"/>
                </a:lnTo>
                <a:lnTo>
                  <a:pt x="343" y="99"/>
                </a:lnTo>
                <a:lnTo>
                  <a:pt x="344" y="99"/>
                </a:lnTo>
                <a:lnTo>
                  <a:pt x="345" y="99"/>
                </a:lnTo>
                <a:lnTo>
                  <a:pt x="346" y="99"/>
                </a:lnTo>
                <a:lnTo>
                  <a:pt x="347" y="99"/>
                </a:lnTo>
                <a:lnTo>
                  <a:pt x="348" y="98"/>
                </a:lnTo>
                <a:lnTo>
                  <a:pt x="349" y="98"/>
                </a:lnTo>
                <a:lnTo>
                  <a:pt x="349" y="97"/>
                </a:lnTo>
                <a:lnTo>
                  <a:pt x="350" y="96"/>
                </a:lnTo>
                <a:lnTo>
                  <a:pt x="350" y="95"/>
                </a:lnTo>
                <a:lnTo>
                  <a:pt x="351" y="95"/>
                </a:lnTo>
                <a:lnTo>
                  <a:pt x="351" y="96"/>
                </a:lnTo>
                <a:lnTo>
                  <a:pt x="351" y="97"/>
                </a:lnTo>
                <a:lnTo>
                  <a:pt x="352" y="97"/>
                </a:lnTo>
                <a:lnTo>
                  <a:pt x="354" y="97"/>
                </a:lnTo>
                <a:lnTo>
                  <a:pt x="354" y="96"/>
                </a:lnTo>
                <a:lnTo>
                  <a:pt x="355" y="95"/>
                </a:lnTo>
                <a:lnTo>
                  <a:pt x="356" y="95"/>
                </a:lnTo>
                <a:lnTo>
                  <a:pt x="356" y="93"/>
                </a:lnTo>
                <a:lnTo>
                  <a:pt x="356" y="91"/>
                </a:lnTo>
                <a:lnTo>
                  <a:pt x="357" y="90"/>
                </a:lnTo>
                <a:lnTo>
                  <a:pt x="358" y="89"/>
                </a:lnTo>
                <a:lnTo>
                  <a:pt x="357" y="87"/>
                </a:lnTo>
                <a:lnTo>
                  <a:pt x="356" y="87"/>
                </a:lnTo>
                <a:lnTo>
                  <a:pt x="356" y="86"/>
                </a:lnTo>
                <a:lnTo>
                  <a:pt x="356" y="85"/>
                </a:lnTo>
                <a:lnTo>
                  <a:pt x="358" y="85"/>
                </a:lnTo>
                <a:lnTo>
                  <a:pt x="359" y="85"/>
                </a:lnTo>
                <a:lnTo>
                  <a:pt x="362" y="85"/>
                </a:lnTo>
                <a:lnTo>
                  <a:pt x="362" y="84"/>
                </a:lnTo>
                <a:lnTo>
                  <a:pt x="362" y="83"/>
                </a:lnTo>
                <a:lnTo>
                  <a:pt x="362" y="82"/>
                </a:lnTo>
                <a:lnTo>
                  <a:pt x="362" y="81"/>
                </a:lnTo>
                <a:lnTo>
                  <a:pt x="363" y="80"/>
                </a:lnTo>
                <a:lnTo>
                  <a:pt x="363" y="79"/>
                </a:lnTo>
                <a:lnTo>
                  <a:pt x="365" y="79"/>
                </a:lnTo>
                <a:lnTo>
                  <a:pt x="366" y="79"/>
                </a:lnTo>
                <a:lnTo>
                  <a:pt x="368" y="79"/>
                </a:lnTo>
                <a:lnTo>
                  <a:pt x="369" y="79"/>
                </a:lnTo>
                <a:lnTo>
                  <a:pt x="371" y="80"/>
                </a:lnTo>
                <a:lnTo>
                  <a:pt x="372" y="80"/>
                </a:lnTo>
                <a:lnTo>
                  <a:pt x="372" y="81"/>
                </a:lnTo>
                <a:lnTo>
                  <a:pt x="373" y="81"/>
                </a:lnTo>
                <a:lnTo>
                  <a:pt x="374" y="80"/>
                </a:lnTo>
                <a:lnTo>
                  <a:pt x="375" y="80"/>
                </a:lnTo>
                <a:lnTo>
                  <a:pt x="375" y="79"/>
                </a:lnTo>
                <a:lnTo>
                  <a:pt x="377" y="80"/>
                </a:lnTo>
                <a:lnTo>
                  <a:pt x="378" y="81"/>
                </a:lnTo>
                <a:lnTo>
                  <a:pt x="379" y="81"/>
                </a:lnTo>
                <a:lnTo>
                  <a:pt x="381" y="81"/>
                </a:lnTo>
                <a:lnTo>
                  <a:pt x="382" y="81"/>
                </a:lnTo>
                <a:lnTo>
                  <a:pt x="382" y="82"/>
                </a:lnTo>
                <a:lnTo>
                  <a:pt x="383" y="82"/>
                </a:lnTo>
                <a:lnTo>
                  <a:pt x="384" y="82"/>
                </a:lnTo>
                <a:lnTo>
                  <a:pt x="385" y="82"/>
                </a:lnTo>
                <a:lnTo>
                  <a:pt x="385" y="83"/>
                </a:lnTo>
                <a:lnTo>
                  <a:pt x="386" y="84"/>
                </a:lnTo>
                <a:lnTo>
                  <a:pt x="387" y="84"/>
                </a:lnTo>
                <a:lnTo>
                  <a:pt x="387" y="83"/>
                </a:lnTo>
                <a:lnTo>
                  <a:pt x="387" y="84"/>
                </a:lnTo>
                <a:lnTo>
                  <a:pt x="388" y="84"/>
                </a:lnTo>
                <a:lnTo>
                  <a:pt x="389" y="84"/>
                </a:lnTo>
                <a:lnTo>
                  <a:pt x="389" y="85"/>
                </a:lnTo>
                <a:lnTo>
                  <a:pt x="390" y="85"/>
                </a:lnTo>
                <a:lnTo>
                  <a:pt x="391" y="86"/>
                </a:lnTo>
                <a:lnTo>
                  <a:pt x="391" y="87"/>
                </a:lnTo>
                <a:lnTo>
                  <a:pt x="392" y="87"/>
                </a:lnTo>
                <a:lnTo>
                  <a:pt x="393" y="87"/>
                </a:lnTo>
                <a:lnTo>
                  <a:pt x="393" y="86"/>
                </a:lnTo>
                <a:lnTo>
                  <a:pt x="394" y="85"/>
                </a:lnTo>
                <a:lnTo>
                  <a:pt x="395" y="85"/>
                </a:lnTo>
                <a:lnTo>
                  <a:pt x="396" y="85"/>
                </a:lnTo>
                <a:lnTo>
                  <a:pt x="396" y="84"/>
                </a:lnTo>
                <a:lnTo>
                  <a:pt x="396" y="83"/>
                </a:lnTo>
                <a:lnTo>
                  <a:pt x="397" y="82"/>
                </a:lnTo>
                <a:lnTo>
                  <a:pt x="398" y="82"/>
                </a:lnTo>
                <a:lnTo>
                  <a:pt x="398" y="81"/>
                </a:lnTo>
                <a:lnTo>
                  <a:pt x="398" y="82"/>
                </a:lnTo>
                <a:lnTo>
                  <a:pt x="399" y="82"/>
                </a:lnTo>
                <a:lnTo>
                  <a:pt x="401" y="83"/>
                </a:lnTo>
                <a:lnTo>
                  <a:pt x="402" y="82"/>
                </a:lnTo>
                <a:lnTo>
                  <a:pt x="403" y="82"/>
                </a:lnTo>
                <a:lnTo>
                  <a:pt x="404" y="81"/>
                </a:lnTo>
                <a:lnTo>
                  <a:pt x="405" y="81"/>
                </a:lnTo>
                <a:lnTo>
                  <a:pt x="405" y="82"/>
                </a:lnTo>
                <a:lnTo>
                  <a:pt x="406" y="83"/>
                </a:lnTo>
                <a:lnTo>
                  <a:pt x="407" y="83"/>
                </a:lnTo>
                <a:lnTo>
                  <a:pt x="412" y="83"/>
                </a:lnTo>
                <a:lnTo>
                  <a:pt x="413" y="83"/>
                </a:lnTo>
                <a:lnTo>
                  <a:pt x="413" y="84"/>
                </a:lnTo>
                <a:lnTo>
                  <a:pt x="413" y="85"/>
                </a:lnTo>
                <a:lnTo>
                  <a:pt x="412" y="85"/>
                </a:lnTo>
                <a:lnTo>
                  <a:pt x="412" y="86"/>
                </a:lnTo>
                <a:lnTo>
                  <a:pt x="413" y="86"/>
                </a:lnTo>
                <a:lnTo>
                  <a:pt x="412" y="87"/>
                </a:lnTo>
                <a:lnTo>
                  <a:pt x="413" y="88"/>
                </a:lnTo>
                <a:lnTo>
                  <a:pt x="414" y="89"/>
                </a:lnTo>
                <a:lnTo>
                  <a:pt x="415" y="90"/>
                </a:lnTo>
                <a:lnTo>
                  <a:pt x="414" y="91"/>
                </a:lnTo>
                <a:lnTo>
                  <a:pt x="415" y="92"/>
                </a:lnTo>
                <a:lnTo>
                  <a:pt x="415" y="93"/>
                </a:lnTo>
                <a:lnTo>
                  <a:pt x="414" y="93"/>
                </a:lnTo>
                <a:lnTo>
                  <a:pt x="414" y="94"/>
                </a:lnTo>
                <a:lnTo>
                  <a:pt x="415" y="95"/>
                </a:lnTo>
                <a:lnTo>
                  <a:pt x="415" y="96"/>
                </a:lnTo>
                <a:lnTo>
                  <a:pt x="414" y="96"/>
                </a:lnTo>
                <a:lnTo>
                  <a:pt x="413" y="97"/>
                </a:lnTo>
                <a:lnTo>
                  <a:pt x="414" y="97"/>
                </a:lnTo>
                <a:lnTo>
                  <a:pt x="414" y="98"/>
                </a:lnTo>
                <a:lnTo>
                  <a:pt x="415" y="98"/>
                </a:lnTo>
                <a:lnTo>
                  <a:pt x="415" y="99"/>
                </a:lnTo>
                <a:lnTo>
                  <a:pt x="415" y="100"/>
                </a:lnTo>
                <a:lnTo>
                  <a:pt x="416" y="101"/>
                </a:lnTo>
                <a:lnTo>
                  <a:pt x="416" y="102"/>
                </a:lnTo>
                <a:lnTo>
                  <a:pt x="416" y="103"/>
                </a:lnTo>
                <a:lnTo>
                  <a:pt x="417" y="103"/>
                </a:lnTo>
                <a:lnTo>
                  <a:pt x="419" y="103"/>
                </a:lnTo>
                <a:lnTo>
                  <a:pt x="420" y="103"/>
                </a:lnTo>
                <a:lnTo>
                  <a:pt x="421" y="103"/>
                </a:lnTo>
                <a:lnTo>
                  <a:pt x="422" y="105"/>
                </a:lnTo>
                <a:lnTo>
                  <a:pt x="423" y="106"/>
                </a:lnTo>
                <a:lnTo>
                  <a:pt x="423" y="107"/>
                </a:lnTo>
                <a:lnTo>
                  <a:pt x="423" y="108"/>
                </a:lnTo>
                <a:lnTo>
                  <a:pt x="424" y="108"/>
                </a:lnTo>
                <a:lnTo>
                  <a:pt x="425" y="109"/>
                </a:lnTo>
                <a:lnTo>
                  <a:pt x="425" y="110"/>
                </a:lnTo>
                <a:lnTo>
                  <a:pt x="426" y="110"/>
                </a:lnTo>
                <a:lnTo>
                  <a:pt x="427" y="111"/>
                </a:lnTo>
                <a:lnTo>
                  <a:pt x="428" y="111"/>
                </a:lnTo>
                <a:lnTo>
                  <a:pt x="430" y="111"/>
                </a:lnTo>
                <a:lnTo>
                  <a:pt x="431" y="112"/>
                </a:lnTo>
                <a:lnTo>
                  <a:pt x="432" y="112"/>
                </a:lnTo>
                <a:lnTo>
                  <a:pt x="434" y="111"/>
                </a:lnTo>
                <a:lnTo>
                  <a:pt x="435" y="111"/>
                </a:lnTo>
                <a:lnTo>
                  <a:pt x="437" y="110"/>
                </a:lnTo>
                <a:lnTo>
                  <a:pt x="437" y="109"/>
                </a:lnTo>
                <a:lnTo>
                  <a:pt x="438" y="109"/>
                </a:lnTo>
                <a:lnTo>
                  <a:pt x="439" y="110"/>
                </a:lnTo>
                <a:lnTo>
                  <a:pt x="440" y="110"/>
                </a:lnTo>
                <a:lnTo>
                  <a:pt x="441" y="110"/>
                </a:lnTo>
                <a:lnTo>
                  <a:pt x="442" y="110"/>
                </a:lnTo>
                <a:lnTo>
                  <a:pt x="442" y="111"/>
                </a:lnTo>
                <a:lnTo>
                  <a:pt x="443" y="111"/>
                </a:lnTo>
                <a:lnTo>
                  <a:pt x="444" y="112"/>
                </a:lnTo>
                <a:lnTo>
                  <a:pt x="445" y="112"/>
                </a:lnTo>
                <a:lnTo>
                  <a:pt x="445" y="111"/>
                </a:lnTo>
                <a:lnTo>
                  <a:pt x="446" y="111"/>
                </a:lnTo>
                <a:lnTo>
                  <a:pt x="447" y="111"/>
                </a:lnTo>
                <a:lnTo>
                  <a:pt x="449" y="111"/>
                </a:lnTo>
                <a:lnTo>
                  <a:pt x="449" y="112"/>
                </a:lnTo>
                <a:lnTo>
                  <a:pt x="449" y="113"/>
                </a:lnTo>
                <a:lnTo>
                  <a:pt x="450" y="114"/>
                </a:lnTo>
                <a:lnTo>
                  <a:pt x="450" y="113"/>
                </a:lnTo>
                <a:lnTo>
                  <a:pt x="452" y="113"/>
                </a:lnTo>
                <a:lnTo>
                  <a:pt x="453" y="113"/>
                </a:lnTo>
                <a:lnTo>
                  <a:pt x="454" y="113"/>
                </a:lnTo>
                <a:lnTo>
                  <a:pt x="455" y="113"/>
                </a:lnTo>
                <a:lnTo>
                  <a:pt x="457" y="113"/>
                </a:lnTo>
                <a:lnTo>
                  <a:pt x="457" y="114"/>
                </a:lnTo>
                <a:lnTo>
                  <a:pt x="458" y="114"/>
                </a:lnTo>
                <a:lnTo>
                  <a:pt x="459" y="114"/>
                </a:lnTo>
                <a:lnTo>
                  <a:pt x="460" y="114"/>
                </a:lnTo>
                <a:lnTo>
                  <a:pt x="460" y="115"/>
                </a:lnTo>
                <a:lnTo>
                  <a:pt x="461" y="115"/>
                </a:lnTo>
                <a:lnTo>
                  <a:pt x="462" y="115"/>
                </a:lnTo>
                <a:lnTo>
                  <a:pt x="463" y="114"/>
                </a:lnTo>
                <a:lnTo>
                  <a:pt x="465" y="115"/>
                </a:lnTo>
                <a:lnTo>
                  <a:pt x="465" y="116"/>
                </a:lnTo>
                <a:lnTo>
                  <a:pt x="464" y="116"/>
                </a:lnTo>
                <a:lnTo>
                  <a:pt x="464" y="117"/>
                </a:lnTo>
                <a:lnTo>
                  <a:pt x="465" y="117"/>
                </a:lnTo>
                <a:lnTo>
                  <a:pt x="465" y="116"/>
                </a:lnTo>
                <a:lnTo>
                  <a:pt x="466" y="116"/>
                </a:lnTo>
                <a:lnTo>
                  <a:pt x="468" y="116"/>
                </a:lnTo>
                <a:lnTo>
                  <a:pt x="471" y="116"/>
                </a:lnTo>
                <a:lnTo>
                  <a:pt x="471" y="117"/>
                </a:lnTo>
                <a:lnTo>
                  <a:pt x="471" y="118"/>
                </a:lnTo>
                <a:lnTo>
                  <a:pt x="472" y="118"/>
                </a:lnTo>
                <a:lnTo>
                  <a:pt x="473" y="117"/>
                </a:lnTo>
                <a:lnTo>
                  <a:pt x="474" y="117"/>
                </a:lnTo>
                <a:lnTo>
                  <a:pt x="476" y="116"/>
                </a:lnTo>
                <a:lnTo>
                  <a:pt x="477" y="115"/>
                </a:lnTo>
                <a:lnTo>
                  <a:pt x="478" y="115"/>
                </a:lnTo>
                <a:lnTo>
                  <a:pt x="479" y="115"/>
                </a:lnTo>
                <a:lnTo>
                  <a:pt x="482" y="114"/>
                </a:lnTo>
                <a:lnTo>
                  <a:pt x="483" y="114"/>
                </a:lnTo>
                <a:lnTo>
                  <a:pt x="484" y="115"/>
                </a:lnTo>
                <a:lnTo>
                  <a:pt x="486" y="115"/>
                </a:lnTo>
                <a:lnTo>
                  <a:pt x="486" y="114"/>
                </a:lnTo>
                <a:lnTo>
                  <a:pt x="487" y="114"/>
                </a:lnTo>
                <a:lnTo>
                  <a:pt x="487" y="115"/>
                </a:lnTo>
                <a:lnTo>
                  <a:pt x="488" y="116"/>
                </a:lnTo>
                <a:lnTo>
                  <a:pt x="489" y="116"/>
                </a:lnTo>
                <a:lnTo>
                  <a:pt x="490" y="115"/>
                </a:lnTo>
                <a:lnTo>
                  <a:pt x="492" y="115"/>
                </a:lnTo>
                <a:lnTo>
                  <a:pt x="493" y="115"/>
                </a:lnTo>
                <a:lnTo>
                  <a:pt x="495" y="115"/>
                </a:lnTo>
                <a:lnTo>
                  <a:pt x="495" y="114"/>
                </a:lnTo>
                <a:lnTo>
                  <a:pt x="496" y="113"/>
                </a:lnTo>
                <a:lnTo>
                  <a:pt x="497" y="113"/>
                </a:lnTo>
                <a:lnTo>
                  <a:pt x="496" y="113"/>
                </a:lnTo>
                <a:lnTo>
                  <a:pt x="496" y="112"/>
                </a:lnTo>
                <a:lnTo>
                  <a:pt x="498" y="111"/>
                </a:lnTo>
                <a:lnTo>
                  <a:pt x="498" y="110"/>
                </a:lnTo>
                <a:lnTo>
                  <a:pt x="499" y="110"/>
                </a:lnTo>
                <a:lnTo>
                  <a:pt x="500" y="110"/>
                </a:lnTo>
                <a:lnTo>
                  <a:pt x="501" y="110"/>
                </a:lnTo>
                <a:lnTo>
                  <a:pt x="503" y="110"/>
                </a:lnTo>
                <a:lnTo>
                  <a:pt x="506" y="109"/>
                </a:lnTo>
                <a:lnTo>
                  <a:pt x="507" y="109"/>
                </a:lnTo>
                <a:lnTo>
                  <a:pt x="507" y="110"/>
                </a:lnTo>
                <a:lnTo>
                  <a:pt x="508" y="110"/>
                </a:lnTo>
                <a:lnTo>
                  <a:pt x="509" y="110"/>
                </a:lnTo>
                <a:lnTo>
                  <a:pt x="510" y="110"/>
                </a:lnTo>
                <a:lnTo>
                  <a:pt x="511" y="109"/>
                </a:lnTo>
                <a:lnTo>
                  <a:pt x="511" y="110"/>
                </a:lnTo>
                <a:lnTo>
                  <a:pt x="512" y="110"/>
                </a:lnTo>
                <a:lnTo>
                  <a:pt x="513" y="110"/>
                </a:lnTo>
                <a:lnTo>
                  <a:pt x="513" y="111"/>
                </a:lnTo>
                <a:lnTo>
                  <a:pt x="513" y="112"/>
                </a:lnTo>
                <a:lnTo>
                  <a:pt x="514" y="112"/>
                </a:lnTo>
                <a:lnTo>
                  <a:pt x="514" y="113"/>
                </a:lnTo>
                <a:lnTo>
                  <a:pt x="515" y="114"/>
                </a:lnTo>
                <a:lnTo>
                  <a:pt x="515" y="115"/>
                </a:lnTo>
                <a:lnTo>
                  <a:pt x="516" y="114"/>
                </a:lnTo>
                <a:lnTo>
                  <a:pt x="517" y="114"/>
                </a:lnTo>
                <a:lnTo>
                  <a:pt x="518" y="114"/>
                </a:lnTo>
                <a:lnTo>
                  <a:pt x="518" y="113"/>
                </a:lnTo>
                <a:lnTo>
                  <a:pt x="519" y="113"/>
                </a:lnTo>
                <a:lnTo>
                  <a:pt x="519" y="114"/>
                </a:lnTo>
                <a:lnTo>
                  <a:pt x="520" y="115"/>
                </a:lnTo>
                <a:lnTo>
                  <a:pt x="521" y="115"/>
                </a:lnTo>
                <a:lnTo>
                  <a:pt x="522" y="115"/>
                </a:lnTo>
                <a:lnTo>
                  <a:pt x="523" y="115"/>
                </a:lnTo>
                <a:lnTo>
                  <a:pt x="523" y="114"/>
                </a:lnTo>
                <a:lnTo>
                  <a:pt x="524" y="114"/>
                </a:lnTo>
                <a:lnTo>
                  <a:pt x="524" y="113"/>
                </a:lnTo>
                <a:lnTo>
                  <a:pt x="525" y="113"/>
                </a:lnTo>
                <a:lnTo>
                  <a:pt x="526" y="112"/>
                </a:lnTo>
                <a:lnTo>
                  <a:pt x="527" y="112"/>
                </a:lnTo>
                <a:lnTo>
                  <a:pt x="527" y="111"/>
                </a:lnTo>
                <a:lnTo>
                  <a:pt x="528" y="111"/>
                </a:lnTo>
                <a:lnTo>
                  <a:pt x="528" y="112"/>
                </a:lnTo>
                <a:lnTo>
                  <a:pt x="528" y="111"/>
                </a:lnTo>
                <a:lnTo>
                  <a:pt x="529" y="111"/>
                </a:lnTo>
                <a:lnTo>
                  <a:pt x="531" y="110"/>
                </a:lnTo>
                <a:lnTo>
                  <a:pt x="532" y="110"/>
                </a:lnTo>
                <a:lnTo>
                  <a:pt x="533" y="110"/>
                </a:lnTo>
                <a:lnTo>
                  <a:pt x="534" y="110"/>
                </a:lnTo>
                <a:lnTo>
                  <a:pt x="535" y="110"/>
                </a:lnTo>
                <a:lnTo>
                  <a:pt x="536" y="110"/>
                </a:lnTo>
                <a:lnTo>
                  <a:pt x="537" y="109"/>
                </a:lnTo>
                <a:lnTo>
                  <a:pt x="538" y="108"/>
                </a:lnTo>
                <a:lnTo>
                  <a:pt x="539" y="107"/>
                </a:lnTo>
                <a:lnTo>
                  <a:pt x="540" y="107"/>
                </a:lnTo>
                <a:lnTo>
                  <a:pt x="541" y="106"/>
                </a:lnTo>
                <a:lnTo>
                  <a:pt x="542" y="106"/>
                </a:lnTo>
                <a:lnTo>
                  <a:pt x="543" y="105"/>
                </a:lnTo>
                <a:lnTo>
                  <a:pt x="544" y="105"/>
                </a:lnTo>
                <a:lnTo>
                  <a:pt x="544" y="104"/>
                </a:lnTo>
                <a:lnTo>
                  <a:pt x="545" y="104"/>
                </a:lnTo>
                <a:lnTo>
                  <a:pt x="546" y="104"/>
                </a:lnTo>
                <a:lnTo>
                  <a:pt x="547" y="103"/>
                </a:lnTo>
                <a:lnTo>
                  <a:pt x="547" y="102"/>
                </a:lnTo>
                <a:lnTo>
                  <a:pt x="548" y="101"/>
                </a:lnTo>
                <a:lnTo>
                  <a:pt x="548" y="100"/>
                </a:lnTo>
                <a:lnTo>
                  <a:pt x="548" y="99"/>
                </a:lnTo>
                <a:lnTo>
                  <a:pt x="549" y="99"/>
                </a:lnTo>
                <a:lnTo>
                  <a:pt x="549" y="98"/>
                </a:lnTo>
                <a:lnTo>
                  <a:pt x="548" y="98"/>
                </a:lnTo>
                <a:lnTo>
                  <a:pt x="547" y="98"/>
                </a:lnTo>
                <a:lnTo>
                  <a:pt x="546" y="97"/>
                </a:lnTo>
                <a:lnTo>
                  <a:pt x="546" y="96"/>
                </a:lnTo>
                <a:lnTo>
                  <a:pt x="547" y="96"/>
                </a:lnTo>
                <a:lnTo>
                  <a:pt x="547" y="95"/>
                </a:lnTo>
                <a:lnTo>
                  <a:pt x="548" y="95"/>
                </a:lnTo>
                <a:lnTo>
                  <a:pt x="549" y="95"/>
                </a:lnTo>
                <a:lnTo>
                  <a:pt x="550" y="95"/>
                </a:lnTo>
                <a:lnTo>
                  <a:pt x="550" y="94"/>
                </a:lnTo>
                <a:lnTo>
                  <a:pt x="551" y="94"/>
                </a:lnTo>
                <a:lnTo>
                  <a:pt x="552" y="94"/>
                </a:lnTo>
                <a:lnTo>
                  <a:pt x="553" y="94"/>
                </a:lnTo>
                <a:lnTo>
                  <a:pt x="554" y="94"/>
                </a:lnTo>
                <a:lnTo>
                  <a:pt x="555" y="93"/>
                </a:lnTo>
                <a:lnTo>
                  <a:pt x="556" y="93"/>
                </a:lnTo>
                <a:lnTo>
                  <a:pt x="556" y="92"/>
                </a:lnTo>
                <a:lnTo>
                  <a:pt x="557" y="92"/>
                </a:lnTo>
                <a:lnTo>
                  <a:pt x="558" y="92"/>
                </a:lnTo>
                <a:lnTo>
                  <a:pt x="561" y="92"/>
                </a:lnTo>
                <a:lnTo>
                  <a:pt x="561" y="91"/>
                </a:lnTo>
                <a:lnTo>
                  <a:pt x="562" y="91"/>
                </a:lnTo>
                <a:lnTo>
                  <a:pt x="563" y="91"/>
                </a:lnTo>
                <a:lnTo>
                  <a:pt x="564" y="91"/>
                </a:lnTo>
                <a:lnTo>
                  <a:pt x="564" y="90"/>
                </a:lnTo>
                <a:lnTo>
                  <a:pt x="565" y="90"/>
                </a:lnTo>
                <a:lnTo>
                  <a:pt x="566" y="90"/>
                </a:lnTo>
                <a:lnTo>
                  <a:pt x="567" y="89"/>
                </a:lnTo>
                <a:lnTo>
                  <a:pt x="568" y="89"/>
                </a:lnTo>
                <a:lnTo>
                  <a:pt x="569" y="89"/>
                </a:lnTo>
                <a:lnTo>
                  <a:pt x="570" y="89"/>
                </a:lnTo>
                <a:lnTo>
                  <a:pt x="572" y="89"/>
                </a:lnTo>
                <a:lnTo>
                  <a:pt x="573" y="89"/>
                </a:lnTo>
                <a:lnTo>
                  <a:pt x="574" y="88"/>
                </a:lnTo>
                <a:lnTo>
                  <a:pt x="575" y="88"/>
                </a:lnTo>
                <a:lnTo>
                  <a:pt x="576" y="87"/>
                </a:lnTo>
                <a:lnTo>
                  <a:pt x="577" y="87"/>
                </a:lnTo>
                <a:lnTo>
                  <a:pt x="577" y="86"/>
                </a:lnTo>
                <a:lnTo>
                  <a:pt x="578" y="86"/>
                </a:lnTo>
                <a:lnTo>
                  <a:pt x="579" y="86"/>
                </a:lnTo>
                <a:lnTo>
                  <a:pt x="580" y="86"/>
                </a:lnTo>
                <a:lnTo>
                  <a:pt x="580" y="85"/>
                </a:lnTo>
                <a:lnTo>
                  <a:pt x="581" y="85"/>
                </a:lnTo>
                <a:lnTo>
                  <a:pt x="582" y="85"/>
                </a:lnTo>
                <a:lnTo>
                  <a:pt x="582" y="84"/>
                </a:lnTo>
                <a:lnTo>
                  <a:pt x="584" y="84"/>
                </a:lnTo>
                <a:lnTo>
                  <a:pt x="584" y="83"/>
                </a:lnTo>
                <a:lnTo>
                  <a:pt x="585" y="82"/>
                </a:lnTo>
                <a:lnTo>
                  <a:pt x="586" y="82"/>
                </a:lnTo>
                <a:lnTo>
                  <a:pt x="587" y="82"/>
                </a:lnTo>
                <a:lnTo>
                  <a:pt x="588" y="81"/>
                </a:lnTo>
                <a:lnTo>
                  <a:pt x="589" y="81"/>
                </a:lnTo>
                <a:lnTo>
                  <a:pt x="591" y="81"/>
                </a:lnTo>
                <a:lnTo>
                  <a:pt x="592" y="80"/>
                </a:lnTo>
                <a:lnTo>
                  <a:pt x="593" y="80"/>
                </a:lnTo>
                <a:lnTo>
                  <a:pt x="594" y="79"/>
                </a:lnTo>
                <a:lnTo>
                  <a:pt x="595" y="78"/>
                </a:lnTo>
                <a:lnTo>
                  <a:pt x="596" y="76"/>
                </a:lnTo>
                <a:lnTo>
                  <a:pt x="597" y="76"/>
                </a:lnTo>
                <a:lnTo>
                  <a:pt x="598" y="76"/>
                </a:lnTo>
                <a:lnTo>
                  <a:pt x="599" y="75"/>
                </a:lnTo>
                <a:lnTo>
                  <a:pt x="600" y="75"/>
                </a:lnTo>
                <a:lnTo>
                  <a:pt x="601" y="75"/>
                </a:lnTo>
                <a:lnTo>
                  <a:pt x="602" y="75"/>
                </a:lnTo>
                <a:lnTo>
                  <a:pt x="603" y="75"/>
                </a:lnTo>
                <a:lnTo>
                  <a:pt x="604" y="75"/>
                </a:lnTo>
                <a:lnTo>
                  <a:pt x="604" y="76"/>
                </a:lnTo>
                <a:lnTo>
                  <a:pt x="605" y="76"/>
                </a:lnTo>
                <a:lnTo>
                  <a:pt x="607" y="76"/>
                </a:lnTo>
                <a:lnTo>
                  <a:pt x="608" y="76"/>
                </a:lnTo>
                <a:lnTo>
                  <a:pt x="609" y="76"/>
                </a:lnTo>
                <a:lnTo>
                  <a:pt x="610" y="76"/>
                </a:lnTo>
                <a:lnTo>
                  <a:pt x="611" y="75"/>
                </a:lnTo>
                <a:lnTo>
                  <a:pt x="612" y="75"/>
                </a:lnTo>
                <a:lnTo>
                  <a:pt x="613" y="75"/>
                </a:lnTo>
                <a:lnTo>
                  <a:pt x="614" y="74"/>
                </a:lnTo>
                <a:lnTo>
                  <a:pt x="615" y="74"/>
                </a:lnTo>
                <a:lnTo>
                  <a:pt x="616" y="74"/>
                </a:lnTo>
                <a:lnTo>
                  <a:pt x="617" y="73"/>
                </a:lnTo>
                <a:lnTo>
                  <a:pt x="616" y="73"/>
                </a:lnTo>
                <a:lnTo>
                  <a:pt x="616" y="72"/>
                </a:lnTo>
                <a:lnTo>
                  <a:pt x="617" y="72"/>
                </a:lnTo>
                <a:lnTo>
                  <a:pt x="618" y="72"/>
                </a:lnTo>
                <a:lnTo>
                  <a:pt x="619" y="72"/>
                </a:lnTo>
                <a:lnTo>
                  <a:pt x="620" y="71"/>
                </a:lnTo>
                <a:lnTo>
                  <a:pt x="621" y="71"/>
                </a:lnTo>
                <a:lnTo>
                  <a:pt x="622" y="71"/>
                </a:lnTo>
                <a:lnTo>
                  <a:pt x="622" y="72"/>
                </a:lnTo>
                <a:lnTo>
                  <a:pt x="622" y="73"/>
                </a:lnTo>
                <a:lnTo>
                  <a:pt x="623" y="73"/>
                </a:lnTo>
                <a:lnTo>
                  <a:pt x="624" y="73"/>
                </a:lnTo>
                <a:lnTo>
                  <a:pt x="624" y="74"/>
                </a:lnTo>
                <a:lnTo>
                  <a:pt x="625" y="74"/>
                </a:lnTo>
                <a:lnTo>
                  <a:pt x="626" y="74"/>
                </a:lnTo>
                <a:lnTo>
                  <a:pt x="627" y="75"/>
                </a:lnTo>
                <a:lnTo>
                  <a:pt x="628" y="76"/>
                </a:lnTo>
                <a:lnTo>
                  <a:pt x="629" y="77"/>
                </a:lnTo>
                <a:lnTo>
                  <a:pt x="629" y="78"/>
                </a:lnTo>
                <a:lnTo>
                  <a:pt x="630" y="79"/>
                </a:lnTo>
                <a:lnTo>
                  <a:pt x="630" y="80"/>
                </a:lnTo>
                <a:lnTo>
                  <a:pt x="631" y="80"/>
                </a:lnTo>
                <a:lnTo>
                  <a:pt x="632" y="80"/>
                </a:lnTo>
                <a:lnTo>
                  <a:pt x="632" y="81"/>
                </a:lnTo>
                <a:lnTo>
                  <a:pt x="635" y="81"/>
                </a:lnTo>
                <a:lnTo>
                  <a:pt x="636" y="82"/>
                </a:lnTo>
                <a:lnTo>
                  <a:pt x="637" y="82"/>
                </a:lnTo>
                <a:lnTo>
                  <a:pt x="638" y="82"/>
                </a:lnTo>
                <a:lnTo>
                  <a:pt x="640" y="82"/>
                </a:lnTo>
                <a:lnTo>
                  <a:pt x="641" y="82"/>
                </a:lnTo>
                <a:lnTo>
                  <a:pt x="642" y="82"/>
                </a:lnTo>
                <a:lnTo>
                  <a:pt x="643" y="82"/>
                </a:lnTo>
                <a:lnTo>
                  <a:pt x="643" y="83"/>
                </a:lnTo>
                <a:lnTo>
                  <a:pt x="643" y="84"/>
                </a:lnTo>
                <a:lnTo>
                  <a:pt x="644" y="84"/>
                </a:lnTo>
                <a:lnTo>
                  <a:pt x="645" y="85"/>
                </a:lnTo>
                <a:lnTo>
                  <a:pt x="646" y="85"/>
                </a:lnTo>
                <a:lnTo>
                  <a:pt x="646" y="86"/>
                </a:lnTo>
                <a:lnTo>
                  <a:pt x="647" y="86"/>
                </a:lnTo>
                <a:lnTo>
                  <a:pt x="648" y="87"/>
                </a:lnTo>
                <a:lnTo>
                  <a:pt x="648" y="86"/>
                </a:lnTo>
                <a:lnTo>
                  <a:pt x="649" y="86"/>
                </a:lnTo>
                <a:lnTo>
                  <a:pt x="650" y="86"/>
                </a:lnTo>
                <a:lnTo>
                  <a:pt x="651" y="86"/>
                </a:lnTo>
                <a:lnTo>
                  <a:pt x="651" y="85"/>
                </a:lnTo>
                <a:lnTo>
                  <a:pt x="652" y="85"/>
                </a:lnTo>
                <a:lnTo>
                  <a:pt x="652" y="84"/>
                </a:lnTo>
                <a:lnTo>
                  <a:pt x="652" y="83"/>
                </a:lnTo>
                <a:lnTo>
                  <a:pt x="653" y="83"/>
                </a:lnTo>
                <a:lnTo>
                  <a:pt x="653" y="82"/>
                </a:lnTo>
                <a:lnTo>
                  <a:pt x="653" y="81"/>
                </a:lnTo>
                <a:lnTo>
                  <a:pt x="653" y="80"/>
                </a:lnTo>
                <a:lnTo>
                  <a:pt x="654" y="80"/>
                </a:lnTo>
                <a:lnTo>
                  <a:pt x="654" y="79"/>
                </a:lnTo>
                <a:lnTo>
                  <a:pt x="654" y="78"/>
                </a:lnTo>
                <a:lnTo>
                  <a:pt x="655" y="78"/>
                </a:lnTo>
                <a:lnTo>
                  <a:pt x="655" y="77"/>
                </a:lnTo>
                <a:lnTo>
                  <a:pt x="656" y="77"/>
                </a:lnTo>
                <a:lnTo>
                  <a:pt x="657" y="77"/>
                </a:lnTo>
                <a:lnTo>
                  <a:pt x="657" y="76"/>
                </a:lnTo>
                <a:lnTo>
                  <a:pt x="658" y="76"/>
                </a:lnTo>
                <a:lnTo>
                  <a:pt x="658" y="75"/>
                </a:lnTo>
                <a:lnTo>
                  <a:pt x="659" y="75"/>
                </a:lnTo>
                <a:lnTo>
                  <a:pt x="660" y="75"/>
                </a:lnTo>
                <a:lnTo>
                  <a:pt x="662" y="75"/>
                </a:lnTo>
                <a:lnTo>
                  <a:pt x="662" y="74"/>
                </a:lnTo>
                <a:lnTo>
                  <a:pt x="663" y="74"/>
                </a:lnTo>
                <a:lnTo>
                  <a:pt x="664" y="74"/>
                </a:lnTo>
                <a:lnTo>
                  <a:pt x="664" y="73"/>
                </a:lnTo>
                <a:lnTo>
                  <a:pt x="665" y="73"/>
                </a:lnTo>
                <a:lnTo>
                  <a:pt x="666" y="73"/>
                </a:lnTo>
                <a:lnTo>
                  <a:pt x="667" y="73"/>
                </a:lnTo>
                <a:lnTo>
                  <a:pt x="668" y="73"/>
                </a:lnTo>
                <a:lnTo>
                  <a:pt x="668" y="72"/>
                </a:lnTo>
                <a:lnTo>
                  <a:pt x="669" y="72"/>
                </a:lnTo>
                <a:lnTo>
                  <a:pt x="670" y="72"/>
                </a:lnTo>
                <a:lnTo>
                  <a:pt x="670" y="73"/>
                </a:lnTo>
                <a:lnTo>
                  <a:pt x="671" y="73"/>
                </a:lnTo>
                <a:lnTo>
                  <a:pt x="672" y="73"/>
                </a:lnTo>
                <a:lnTo>
                  <a:pt x="673" y="73"/>
                </a:lnTo>
                <a:lnTo>
                  <a:pt x="673" y="72"/>
                </a:lnTo>
                <a:lnTo>
                  <a:pt x="675" y="72"/>
                </a:lnTo>
                <a:lnTo>
                  <a:pt x="676" y="72"/>
                </a:lnTo>
                <a:lnTo>
                  <a:pt x="677" y="72"/>
                </a:lnTo>
                <a:lnTo>
                  <a:pt x="678" y="71"/>
                </a:lnTo>
                <a:lnTo>
                  <a:pt x="678" y="72"/>
                </a:lnTo>
                <a:lnTo>
                  <a:pt x="679" y="72"/>
                </a:lnTo>
                <a:lnTo>
                  <a:pt x="680" y="72"/>
                </a:lnTo>
                <a:lnTo>
                  <a:pt x="681" y="72"/>
                </a:lnTo>
                <a:lnTo>
                  <a:pt x="682" y="72"/>
                </a:lnTo>
                <a:lnTo>
                  <a:pt x="682" y="71"/>
                </a:lnTo>
                <a:lnTo>
                  <a:pt x="683" y="71"/>
                </a:lnTo>
                <a:lnTo>
                  <a:pt x="684" y="71"/>
                </a:lnTo>
                <a:lnTo>
                  <a:pt x="684" y="70"/>
                </a:lnTo>
                <a:lnTo>
                  <a:pt x="685" y="70"/>
                </a:lnTo>
                <a:lnTo>
                  <a:pt x="686" y="69"/>
                </a:lnTo>
                <a:lnTo>
                  <a:pt x="686" y="68"/>
                </a:lnTo>
                <a:lnTo>
                  <a:pt x="687" y="68"/>
                </a:lnTo>
                <a:lnTo>
                  <a:pt x="687" y="67"/>
                </a:lnTo>
                <a:lnTo>
                  <a:pt x="688" y="67"/>
                </a:lnTo>
                <a:lnTo>
                  <a:pt x="688" y="66"/>
                </a:lnTo>
                <a:lnTo>
                  <a:pt x="689" y="66"/>
                </a:lnTo>
                <a:lnTo>
                  <a:pt x="690" y="65"/>
                </a:lnTo>
                <a:lnTo>
                  <a:pt x="691" y="65"/>
                </a:lnTo>
                <a:lnTo>
                  <a:pt x="691" y="66"/>
                </a:lnTo>
                <a:lnTo>
                  <a:pt x="692" y="65"/>
                </a:lnTo>
                <a:lnTo>
                  <a:pt x="692" y="64"/>
                </a:lnTo>
                <a:lnTo>
                  <a:pt x="693" y="64"/>
                </a:lnTo>
                <a:lnTo>
                  <a:pt x="694" y="64"/>
                </a:lnTo>
                <a:lnTo>
                  <a:pt x="694" y="63"/>
                </a:lnTo>
                <a:lnTo>
                  <a:pt x="694" y="62"/>
                </a:lnTo>
                <a:lnTo>
                  <a:pt x="695" y="61"/>
                </a:lnTo>
                <a:lnTo>
                  <a:pt x="695" y="60"/>
                </a:lnTo>
                <a:lnTo>
                  <a:pt x="695" y="59"/>
                </a:lnTo>
                <a:lnTo>
                  <a:pt x="696" y="58"/>
                </a:lnTo>
                <a:lnTo>
                  <a:pt x="696" y="57"/>
                </a:lnTo>
                <a:lnTo>
                  <a:pt x="697" y="57"/>
                </a:lnTo>
                <a:lnTo>
                  <a:pt x="697" y="56"/>
                </a:lnTo>
                <a:lnTo>
                  <a:pt x="698" y="56"/>
                </a:lnTo>
                <a:lnTo>
                  <a:pt x="698" y="54"/>
                </a:lnTo>
                <a:lnTo>
                  <a:pt x="698" y="53"/>
                </a:lnTo>
                <a:lnTo>
                  <a:pt x="698" y="52"/>
                </a:lnTo>
                <a:lnTo>
                  <a:pt x="699" y="51"/>
                </a:lnTo>
                <a:lnTo>
                  <a:pt x="699" y="50"/>
                </a:lnTo>
                <a:lnTo>
                  <a:pt x="700" y="50"/>
                </a:lnTo>
                <a:lnTo>
                  <a:pt x="700" y="49"/>
                </a:lnTo>
                <a:lnTo>
                  <a:pt x="701" y="49"/>
                </a:lnTo>
                <a:lnTo>
                  <a:pt x="702" y="49"/>
                </a:lnTo>
                <a:lnTo>
                  <a:pt x="702" y="48"/>
                </a:lnTo>
                <a:lnTo>
                  <a:pt x="702" y="47"/>
                </a:lnTo>
                <a:lnTo>
                  <a:pt x="703" y="47"/>
                </a:lnTo>
                <a:lnTo>
                  <a:pt x="704" y="47"/>
                </a:lnTo>
                <a:lnTo>
                  <a:pt x="704" y="46"/>
                </a:lnTo>
                <a:lnTo>
                  <a:pt x="705" y="46"/>
                </a:lnTo>
                <a:lnTo>
                  <a:pt x="704" y="46"/>
                </a:lnTo>
                <a:lnTo>
                  <a:pt x="704" y="45"/>
                </a:lnTo>
                <a:lnTo>
                  <a:pt x="704" y="44"/>
                </a:lnTo>
                <a:lnTo>
                  <a:pt x="703" y="44"/>
                </a:lnTo>
                <a:lnTo>
                  <a:pt x="703" y="43"/>
                </a:lnTo>
                <a:lnTo>
                  <a:pt x="703" y="42"/>
                </a:lnTo>
                <a:lnTo>
                  <a:pt x="702" y="42"/>
                </a:lnTo>
                <a:lnTo>
                  <a:pt x="703" y="42"/>
                </a:lnTo>
                <a:lnTo>
                  <a:pt x="703" y="41"/>
                </a:lnTo>
                <a:lnTo>
                  <a:pt x="703" y="40"/>
                </a:lnTo>
                <a:lnTo>
                  <a:pt x="703" y="37"/>
                </a:lnTo>
                <a:lnTo>
                  <a:pt x="703" y="36"/>
                </a:lnTo>
                <a:lnTo>
                  <a:pt x="704" y="36"/>
                </a:lnTo>
                <a:lnTo>
                  <a:pt x="705" y="36"/>
                </a:lnTo>
                <a:lnTo>
                  <a:pt x="706" y="36"/>
                </a:lnTo>
                <a:lnTo>
                  <a:pt x="706" y="35"/>
                </a:lnTo>
                <a:lnTo>
                  <a:pt x="708" y="35"/>
                </a:lnTo>
                <a:lnTo>
                  <a:pt x="709" y="35"/>
                </a:lnTo>
                <a:lnTo>
                  <a:pt x="709" y="34"/>
                </a:lnTo>
                <a:lnTo>
                  <a:pt x="710" y="34"/>
                </a:lnTo>
                <a:lnTo>
                  <a:pt x="711" y="34"/>
                </a:lnTo>
                <a:lnTo>
                  <a:pt x="711" y="33"/>
                </a:lnTo>
                <a:lnTo>
                  <a:pt x="712" y="33"/>
                </a:lnTo>
                <a:lnTo>
                  <a:pt x="711" y="33"/>
                </a:lnTo>
                <a:lnTo>
                  <a:pt x="712" y="32"/>
                </a:lnTo>
                <a:lnTo>
                  <a:pt x="713" y="32"/>
                </a:lnTo>
                <a:lnTo>
                  <a:pt x="714" y="32"/>
                </a:lnTo>
                <a:lnTo>
                  <a:pt x="714" y="33"/>
                </a:lnTo>
                <a:lnTo>
                  <a:pt x="715" y="33"/>
                </a:lnTo>
                <a:lnTo>
                  <a:pt x="716" y="33"/>
                </a:lnTo>
                <a:lnTo>
                  <a:pt x="717" y="33"/>
                </a:lnTo>
                <a:lnTo>
                  <a:pt x="718" y="33"/>
                </a:lnTo>
                <a:lnTo>
                  <a:pt x="719" y="33"/>
                </a:lnTo>
                <a:lnTo>
                  <a:pt x="719" y="32"/>
                </a:lnTo>
                <a:lnTo>
                  <a:pt x="720" y="32"/>
                </a:lnTo>
                <a:lnTo>
                  <a:pt x="720" y="31"/>
                </a:lnTo>
                <a:lnTo>
                  <a:pt x="720" y="30"/>
                </a:lnTo>
                <a:lnTo>
                  <a:pt x="721" y="30"/>
                </a:lnTo>
                <a:lnTo>
                  <a:pt x="721" y="29"/>
                </a:lnTo>
                <a:lnTo>
                  <a:pt x="722" y="29"/>
                </a:lnTo>
                <a:lnTo>
                  <a:pt x="722" y="28"/>
                </a:lnTo>
                <a:lnTo>
                  <a:pt x="722" y="29"/>
                </a:lnTo>
                <a:lnTo>
                  <a:pt x="724" y="29"/>
                </a:lnTo>
                <a:lnTo>
                  <a:pt x="724" y="28"/>
                </a:lnTo>
                <a:lnTo>
                  <a:pt x="724" y="29"/>
                </a:lnTo>
                <a:lnTo>
                  <a:pt x="725" y="29"/>
                </a:lnTo>
                <a:lnTo>
                  <a:pt x="725" y="28"/>
                </a:lnTo>
                <a:lnTo>
                  <a:pt x="726" y="28"/>
                </a:lnTo>
                <a:lnTo>
                  <a:pt x="726" y="27"/>
                </a:lnTo>
                <a:lnTo>
                  <a:pt x="726" y="26"/>
                </a:lnTo>
                <a:lnTo>
                  <a:pt x="726" y="27"/>
                </a:lnTo>
                <a:lnTo>
                  <a:pt x="727" y="27"/>
                </a:lnTo>
                <a:lnTo>
                  <a:pt x="728" y="28"/>
                </a:lnTo>
                <a:lnTo>
                  <a:pt x="729" y="28"/>
                </a:lnTo>
                <a:lnTo>
                  <a:pt x="730" y="28"/>
                </a:lnTo>
                <a:lnTo>
                  <a:pt x="730" y="29"/>
                </a:lnTo>
                <a:lnTo>
                  <a:pt x="731" y="29"/>
                </a:lnTo>
                <a:lnTo>
                  <a:pt x="732" y="29"/>
                </a:lnTo>
                <a:lnTo>
                  <a:pt x="733" y="29"/>
                </a:lnTo>
                <a:lnTo>
                  <a:pt x="734" y="29"/>
                </a:lnTo>
                <a:lnTo>
                  <a:pt x="733" y="29"/>
                </a:lnTo>
                <a:lnTo>
                  <a:pt x="733" y="28"/>
                </a:lnTo>
                <a:lnTo>
                  <a:pt x="734" y="28"/>
                </a:lnTo>
                <a:lnTo>
                  <a:pt x="733" y="27"/>
                </a:lnTo>
                <a:lnTo>
                  <a:pt x="734" y="27"/>
                </a:lnTo>
                <a:lnTo>
                  <a:pt x="734" y="26"/>
                </a:lnTo>
                <a:lnTo>
                  <a:pt x="735" y="26"/>
                </a:lnTo>
                <a:lnTo>
                  <a:pt x="735" y="27"/>
                </a:lnTo>
                <a:lnTo>
                  <a:pt x="736" y="27"/>
                </a:lnTo>
                <a:lnTo>
                  <a:pt x="737" y="27"/>
                </a:lnTo>
                <a:lnTo>
                  <a:pt x="738" y="27"/>
                </a:lnTo>
                <a:lnTo>
                  <a:pt x="739" y="27"/>
                </a:lnTo>
                <a:lnTo>
                  <a:pt x="740" y="27"/>
                </a:lnTo>
                <a:lnTo>
                  <a:pt x="741" y="27"/>
                </a:lnTo>
                <a:lnTo>
                  <a:pt x="742" y="27"/>
                </a:lnTo>
                <a:lnTo>
                  <a:pt x="743" y="27"/>
                </a:lnTo>
                <a:lnTo>
                  <a:pt x="743" y="26"/>
                </a:lnTo>
                <a:lnTo>
                  <a:pt x="744" y="26"/>
                </a:lnTo>
                <a:lnTo>
                  <a:pt x="745" y="26"/>
                </a:lnTo>
                <a:lnTo>
                  <a:pt x="746" y="25"/>
                </a:lnTo>
                <a:lnTo>
                  <a:pt x="745" y="25"/>
                </a:lnTo>
                <a:lnTo>
                  <a:pt x="746" y="24"/>
                </a:lnTo>
                <a:lnTo>
                  <a:pt x="747" y="25"/>
                </a:lnTo>
                <a:lnTo>
                  <a:pt x="748" y="25"/>
                </a:lnTo>
                <a:lnTo>
                  <a:pt x="748" y="24"/>
                </a:lnTo>
                <a:lnTo>
                  <a:pt x="749" y="24"/>
                </a:lnTo>
                <a:lnTo>
                  <a:pt x="749" y="25"/>
                </a:lnTo>
                <a:lnTo>
                  <a:pt x="750" y="24"/>
                </a:lnTo>
                <a:lnTo>
                  <a:pt x="750" y="23"/>
                </a:lnTo>
                <a:lnTo>
                  <a:pt x="751" y="23"/>
                </a:lnTo>
                <a:lnTo>
                  <a:pt x="752" y="23"/>
                </a:lnTo>
                <a:lnTo>
                  <a:pt x="752" y="22"/>
                </a:lnTo>
                <a:lnTo>
                  <a:pt x="753" y="22"/>
                </a:lnTo>
                <a:lnTo>
                  <a:pt x="753" y="21"/>
                </a:lnTo>
                <a:lnTo>
                  <a:pt x="752" y="21"/>
                </a:lnTo>
                <a:lnTo>
                  <a:pt x="752" y="20"/>
                </a:lnTo>
                <a:lnTo>
                  <a:pt x="753" y="20"/>
                </a:lnTo>
                <a:lnTo>
                  <a:pt x="754" y="20"/>
                </a:lnTo>
                <a:lnTo>
                  <a:pt x="755" y="20"/>
                </a:lnTo>
                <a:lnTo>
                  <a:pt x="755" y="19"/>
                </a:lnTo>
                <a:lnTo>
                  <a:pt x="756" y="19"/>
                </a:lnTo>
                <a:lnTo>
                  <a:pt x="757" y="19"/>
                </a:lnTo>
                <a:lnTo>
                  <a:pt x="758" y="19"/>
                </a:lnTo>
                <a:lnTo>
                  <a:pt x="758" y="20"/>
                </a:lnTo>
                <a:lnTo>
                  <a:pt x="759" y="20"/>
                </a:lnTo>
                <a:lnTo>
                  <a:pt x="760" y="20"/>
                </a:lnTo>
                <a:lnTo>
                  <a:pt x="761" y="20"/>
                </a:lnTo>
                <a:lnTo>
                  <a:pt x="762" y="20"/>
                </a:lnTo>
                <a:lnTo>
                  <a:pt x="763" y="20"/>
                </a:lnTo>
                <a:lnTo>
                  <a:pt x="763" y="19"/>
                </a:lnTo>
                <a:lnTo>
                  <a:pt x="764" y="19"/>
                </a:lnTo>
                <a:lnTo>
                  <a:pt x="764" y="20"/>
                </a:lnTo>
                <a:lnTo>
                  <a:pt x="765" y="20"/>
                </a:lnTo>
                <a:lnTo>
                  <a:pt x="765" y="21"/>
                </a:lnTo>
                <a:lnTo>
                  <a:pt x="766" y="22"/>
                </a:lnTo>
                <a:lnTo>
                  <a:pt x="767" y="23"/>
                </a:lnTo>
                <a:lnTo>
                  <a:pt x="768" y="23"/>
                </a:lnTo>
                <a:lnTo>
                  <a:pt x="768" y="22"/>
                </a:lnTo>
                <a:lnTo>
                  <a:pt x="769" y="22"/>
                </a:lnTo>
                <a:lnTo>
                  <a:pt x="770" y="23"/>
                </a:lnTo>
                <a:lnTo>
                  <a:pt x="770" y="22"/>
                </a:lnTo>
                <a:lnTo>
                  <a:pt x="770" y="23"/>
                </a:lnTo>
                <a:lnTo>
                  <a:pt x="770" y="22"/>
                </a:lnTo>
                <a:lnTo>
                  <a:pt x="771" y="22"/>
                </a:lnTo>
                <a:lnTo>
                  <a:pt x="771" y="21"/>
                </a:lnTo>
                <a:lnTo>
                  <a:pt x="771" y="20"/>
                </a:lnTo>
                <a:lnTo>
                  <a:pt x="772" y="20"/>
                </a:lnTo>
                <a:lnTo>
                  <a:pt x="773" y="20"/>
                </a:lnTo>
                <a:lnTo>
                  <a:pt x="774" y="20"/>
                </a:lnTo>
                <a:lnTo>
                  <a:pt x="774" y="19"/>
                </a:lnTo>
                <a:lnTo>
                  <a:pt x="775" y="19"/>
                </a:lnTo>
                <a:lnTo>
                  <a:pt x="775" y="20"/>
                </a:lnTo>
                <a:lnTo>
                  <a:pt x="776" y="20"/>
                </a:lnTo>
                <a:lnTo>
                  <a:pt x="776" y="19"/>
                </a:lnTo>
                <a:lnTo>
                  <a:pt x="777" y="19"/>
                </a:lnTo>
                <a:lnTo>
                  <a:pt x="778" y="19"/>
                </a:lnTo>
                <a:lnTo>
                  <a:pt x="779" y="19"/>
                </a:lnTo>
                <a:lnTo>
                  <a:pt x="779" y="20"/>
                </a:lnTo>
                <a:lnTo>
                  <a:pt x="779" y="19"/>
                </a:lnTo>
                <a:lnTo>
                  <a:pt x="780" y="19"/>
                </a:lnTo>
                <a:lnTo>
                  <a:pt x="780" y="20"/>
                </a:lnTo>
                <a:lnTo>
                  <a:pt x="781" y="20"/>
                </a:lnTo>
                <a:lnTo>
                  <a:pt x="781" y="19"/>
                </a:lnTo>
                <a:lnTo>
                  <a:pt x="782" y="19"/>
                </a:lnTo>
                <a:lnTo>
                  <a:pt x="783" y="19"/>
                </a:lnTo>
                <a:lnTo>
                  <a:pt x="783" y="18"/>
                </a:lnTo>
                <a:lnTo>
                  <a:pt x="784" y="18"/>
                </a:lnTo>
                <a:lnTo>
                  <a:pt x="785" y="19"/>
                </a:lnTo>
                <a:lnTo>
                  <a:pt x="786" y="19"/>
                </a:lnTo>
                <a:lnTo>
                  <a:pt x="788" y="19"/>
                </a:lnTo>
                <a:lnTo>
                  <a:pt x="788" y="20"/>
                </a:lnTo>
                <a:lnTo>
                  <a:pt x="788" y="19"/>
                </a:lnTo>
                <a:lnTo>
                  <a:pt x="789" y="19"/>
                </a:lnTo>
                <a:lnTo>
                  <a:pt x="789" y="20"/>
                </a:lnTo>
                <a:lnTo>
                  <a:pt x="790" y="20"/>
                </a:lnTo>
                <a:lnTo>
                  <a:pt x="790" y="19"/>
                </a:lnTo>
                <a:lnTo>
                  <a:pt x="791" y="19"/>
                </a:lnTo>
                <a:lnTo>
                  <a:pt x="791" y="18"/>
                </a:lnTo>
                <a:lnTo>
                  <a:pt x="790" y="18"/>
                </a:lnTo>
                <a:lnTo>
                  <a:pt x="790" y="17"/>
                </a:lnTo>
                <a:lnTo>
                  <a:pt x="791" y="17"/>
                </a:lnTo>
                <a:lnTo>
                  <a:pt x="792" y="16"/>
                </a:lnTo>
                <a:lnTo>
                  <a:pt x="793" y="15"/>
                </a:lnTo>
                <a:lnTo>
                  <a:pt x="793" y="14"/>
                </a:lnTo>
                <a:lnTo>
                  <a:pt x="794" y="14"/>
                </a:lnTo>
                <a:lnTo>
                  <a:pt x="796" y="13"/>
                </a:lnTo>
                <a:lnTo>
                  <a:pt x="796" y="14"/>
                </a:lnTo>
                <a:lnTo>
                  <a:pt x="797" y="13"/>
                </a:lnTo>
                <a:lnTo>
                  <a:pt x="798" y="13"/>
                </a:lnTo>
                <a:lnTo>
                  <a:pt x="798" y="12"/>
                </a:lnTo>
                <a:lnTo>
                  <a:pt x="799" y="12"/>
                </a:lnTo>
                <a:lnTo>
                  <a:pt x="799" y="13"/>
                </a:lnTo>
                <a:lnTo>
                  <a:pt x="800" y="13"/>
                </a:lnTo>
                <a:lnTo>
                  <a:pt x="801" y="13"/>
                </a:lnTo>
                <a:lnTo>
                  <a:pt x="802" y="13"/>
                </a:lnTo>
                <a:lnTo>
                  <a:pt x="802" y="12"/>
                </a:lnTo>
                <a:lnTo>
                  <a:pt x="803" y="12"/>
                </a:lnTo>
                <a:lnTo>
                  <a:pt x="803" y="13"/>
                </a:lnTo>
                <a:lnTo>
                  <a:pt x="804" y="13"/>
                </a:lnTo>
                <a:lnTo>
                  <a:pt x="804" y="12"/>
                </a:lnTo>
                <a:lnTo>
                  <a:pt x="805" y="12"/>
                </a:lnTo>
                <a:lnTo>
                  <a:pt x="806" y="11"/>
                </a:lnTo>
                <a:lnTo>
                  <a:pt x="806" y="10"/>
                </a:lnTo>
                <a:lnTo>
                  <a:pt x="807" y="10"/>
                </a:lnTo>
                <a:lnTo>
                  <a:pt x="808" y="10"/>
                </a:lnTo>
                <a:lnTo>
                  <a:pt x="808" y="9"/>
                </a:lnTo>
                <a:lnTo>
                  <a:pt x="808" y="8"/>
                </a:lnTo>
                <a:lnTo>
                  <a:pt x="809" y="8"/>
                </a:lnTo>
                <a:lnTo>
                  <a:pt x="809" y="7"/>
                </a:lnTo>
                <a:lnTo>
                  <a:pt x="810" y="7"/>
                </a:lnTo>
                <a:lnTo>
                  <a:pt x="811" y="7"/>
                </a:lnTo>
                <a:lnTo>
                  <a:pt x="812" y="7"/>
                </a:lnTo>
                <a:lnTo>
                  <a:pt x="813" y="7"/>
                </a:lnTo>
                <a:lnTo>
                  <a:pt x="814" y="7"/>
                </a:lnTo>
                <a:lnTo>
                  <a:pt x="814" y="6"/>
                </a:lnTo>
                <a:lnTo>
                  <a:pt x="815" y="6"/>
                </a:lnTo>
                <a:lnTo>
                  <a:pt x="815" y="7"/>
                </a:lnTo>
                <a:lnTo>
                  <a:pt x="816" y="7"/>
                </a:lnTo>
                <a:lnTo>
                  <a:pt x="818" y="7"/>
                </a:lnTo>
                <a:lnTo>
                  <a:pt x="818" y="8"/>
                </a:lnTo>
                <a:lnTo>
                  <a:pt x="818" y="10"/>
                </a:lnTo>
                <a:lnTo>
                  <a:pt x="818" y="11"/>
                </a:lnTo>
                <a:lnTo>
                  <a:pt x="818" y="12"/>
                </a:lnTo>
                <a:lnTo>
                  <a:pt x="818" y="13"/>
                </a:lnTo>
                <a:lnTo>
                  <a:pt x="819" y="13"/>
                </a:lnTo>
                <a:lnTo>
                  <a:pt x="819" y="14"/>
                </a:lnTo>
                <a:lnTo>
                  <a:pt x="820" y="14"/>
                </a:lnTo>
                <a:lnTo>
                  <a:pt x="820" y="13"/>
                </a:lnTo>
                <a:lnTo>
                  <a:pt x="821" y="13"/>
                </a:lnTo>
                <a:lnTo>
                  <a:pt x="821" y="14"/>
                </a:lnTo>
                <a:lnTo>
                  <a:pt x="821" y="13"/>
                </a:lnTo>
                <a:lnTo>
                  <a:pt x="822" y="13"/>
                </a:lnTo>
                <a:lnTo>
                  <a:pt x="823" y="13"/>
                </a:lnTo>
                <a:lnTo>
                  <a:pt x="823" y="14"/>
                </a:lnTo>
                <a:lnTo>
                  <a:pt x="824" y="14"/>
                </a:lnTo>
                <a:lnTo>
                  <a:pt x="825" y="14"/>
                </a:lnTo>
                <a:lnTo>
                  <a:pt x="826" y="15"/>
                </a:lnTo>
                <a:lnTo>
                  <a:pt x="827" y="15"/>
                </a:lnTo>
                <a:lnTo>
                  <a:pt x="828" y="15"/>
                </a:lnTo>
                <a:lnTo>
                  <a:pt x="828" y="14"/>
                </a:lnTo>
                <a:lnTo>
                  <a:pt x="829" y="14"/>
                </a:lnTo>
                <a:lnTo>
                  <a:pt x="830" y="14"/>
                </a:lnTo>
                <a:lnTo>
                  <a:pt x="830" y="13"/>
                </a:lnTo>
                <a:lnTo>
                  <a:pt x="831" y="13"/>
                </a:lnTo>
                <a:lnTo>
                  <a:pt x="832" y="13"/>
                </a:lnTo>
                <a:lnTo>
                  <a:pt x="833" y="13"/>
                </a:lnTo>
                <a:lnTo>
                  <a:pt x="834" y="13"/>
                </a:lnTo>
                <a:lnTo>
                  <a:pt x="834" y="12"/>
                </a:lnTo>
                <a:lnTo>
                  <a:pt x="835" y="12"/>
                </a:lnTo>
                <a:lnTo>
                  <a:pt x="836" y="12"/>
                </a:lnTo>
                <a:lnTo>
                  <a:pt x="837" y="12"/>
                </a:lnTo>
                <a:lnTo>
                  <a:pt x="838" y="12"/>
                </a:lnTo>
                <a:lnTo>
                  <a:pt x="839" y="12"/>
                </a:lnTo>
                <a:lnTo>
                  <a:pt x="840" y="11"/>
                </a:lnTo>
                <a:lnTo>
                  <a:pt x="841" y="11"/>
                </a:lnTo>
                <a:lnTo>
                  <a:pt x="841" y="10"/>
                </a:lnTo>
                <a:lnTo>
                  <a:pt x="842" y="10"/>
                </a:lnTo>
                <a:lnTo>
                  <a:pt x="843" y="10"/>
                </a:lnTo>
                <a:lnTo>
                  <a:pt x="843" y="11"/>
                </a:lnTo>
                <a:lnTo>
                  <a:pt x="844" y="11"/>
                </a:lnTo>
                <a:lnTo>
                  <a:pt x="845" y="11"/>
                </a:lnTo>
                <a:lnTo>
                  <a:pt x="846" y="11"/>
                </a:lnTo>
                <a:lnTo>
                  <a:pt x="847" y="11"/>
                </a:lnTo>
                <a:lnTo>
                  <a:pt x="848" y="11"/>
                </a:lnTo>
                <a:lnTo>
                  <a:pt x="849" y="11"/>
                </a:lnTo>
                <a:lnTo>
                  <a:pt x="849" y="10"/>
                </a:lnTo>
                <a:lnTo>
                  <a:pt x="850" y="10"/>
                </a:lnTo>
                <a:lnTo>
                  <a:pt x="851" y="10"/>
                </a:lnTo>
                <a:lnTo>
                  <a:pt x="852" y="10"/>
                </a:lnTo>
                <a:lnTo>
                  <a:pt x="853" y="10"/>
                </a:lnTo>
                <a:lnTo>
                  <a:pt x="854" y="10"/>
                </a:lnTo>
                <a:lnTo>
                  <a:pt x="854" y="9"/>
                </a:lnTo>
                <a:lnTo>
                  <a:pt x="855" y="9"/>
                </a:lnTo>
                <a:lnTo>
                  <a:pt x="855" y="10"/>
                </a:lnTo>
                <a:lnTo>
                  <a:pt x="856" y="10"/>
                </a:lnTo>
                <a:lnTo>
                  <a:pt x="857" y="10"/>
                </a:lnTo>
                <a:lnTo>
                  <a:pt x="859" y="9"/>
                </a:lnTo>
                <a:lnTo>
                  <a:pt x="860" y="9"/>
                </a:lnTo>
                <a:lnTo>
                  <a:pt x="860" y="8"/>
                </a:lnTo>
                <a:lnTo>
                  <a:pt x="861" y="8"/>
                </a:lnTo>
                <a:lnTo>
                  <a:pt x="861" y="9"/>
                </a:lnTo>
                <a:lnTo>
                  <a:pt x="862" y="9"/>
                </a:lnTo>
                <a:lnTo>
                  <a:pt x="863" y="9"/>
                </a:lnTo>
                <a:lnTo>
                  <a:pt x="863" y="8"/>
                </a:lnTo>
                <a:lnTo>
                  <a:pt x="864" y="8"/>
                </a:lnTo>
                <a:lnTo>
                  <a:pt x="864" y="7"/>
                </a:lnTo>
                <a:lnTo>
                  <a:pt x="864" y="6"/>
                </a:lnTo>
                <a:lnTo>
                  <a:pt x="864" y="5"/>
                </a:lnTo>
                <a:lnTo>
                  <a:pt x="864" y="6"/>
                </a:lnTo>
                <a:lnTo>
                  <a:pt x="866" y="6"/>
                </a:lnTo>
                <a:lnTo>
                  <a:pt x="867" y="6"/>
                </a:lnTo>
                <a:lnTo>
                  <a:pt x="868" y="6"/>
                </a:lnTo>
                <a:lnTo>
                  <a:pt x="872" y="6"/>
                </a:lnTo>
                <a:lnTo>
                  <a:pt x="872" y="5"/>
                </a:lnTo>
                <a:lnTo>
                  <a:pt x="872" y="6"/>
                </a:lnTo>
                <a:lnTo>
                  <a:pt x="872" y="5"/>
                </a:lnTo>
                <a:lnTo>
                  <a:pt x="873" y="5"/>
                </a:lnTo>
                <a:lnTo>
                  <a:pt x="874" y="5"/>
                </a:lnTo>
                <a:lnTo>
                  <a:pt x="874" y="6"/>
                </a:lnTo>
                <a:lnTo>
                  <a:pt x="875" y="6"/>
                </a:lnTo>
                <a:lnTo>
                  <a:pt x="876" y="6"/>
                </a:lnTo>
                <a:lnTo>
                  <a:pt x="878" y="6"/>
                </a:lnTo>
                <a:lnTo>
                  <a:pt x="879" y="6"/>
                </a:lnTo>
                <a:lnTo>
                  <a:pt x="881" y="5"/>
                </a:lnTo>
                <a:lnTo>
                  <a:pt x="882" y="5"/>
                </a:lnTo>
                <a:lnTo>
                  <a:pt x="882" y="4"/>
                </a:lnTo>
                <a:lnTo>
                  <a:pt x="883" y="4"/>
                </a:lnTo>
                <a:lnTo>
                  <a:pt x="883" y="3"/>
                </a:lnTo>
                <a:lnTo>
                  <a:pt x="884" y="3"/>
                </a:lnTo>
                <a:lnTo>
                  <a:pt x="884" y="4"/>
                </a:lnTo>
                <a:lnTo>
                  <a:pt x="885" y="3"/>
                </a:lnTo>
                <a:lnTo>
                  <a:pt x="885" y="4"/>
                </a:lnTo>
                <a:lnTo>
                  <a:pt x="886" y="4"/>
                </a:lnTo>
                <a:lnTo>
                  <a:pt x="887" y="4"/>
                </a:lnTo>
                <a:lnTo>
                  <a:pt x="887" y="3"/>
                </a:lnTo>
                <a:lnTo>
                  <a:pt x="888" y="2"/>
                </a:lnTo>
                <a:lnTo>
                  <a:pt x="889" y="1"/>
                </a:lnTo>
                <a:lnTo>
                  <a:pt x="889" y="2"/>
                </a:lnTo>
                <a:lnTo>
                  <a:pt x="890" y="1"/>
                </a:lnTo>
                <a:lnTo>
                  <a:pt x="891" y="1"/>
                </a:lnTo>
                <a:lnTo>
                  <a:pt x="891" y="2"/>
                </a:lnTo>
                <a:lnTo>
                  <a:pt x="892" y="2"/>
                </a:lnTo>
                <a:lnTo>
                  <a:pt x="893" y="2"/>
                </a:lnTo>
                <a:lnTo>
                  <a:pt x="895" y="2"/>
                </a:lnTo>
                <a:lnTo>
                  <a:pt x="896" y="2"/>
                </a:lnTo>
                <a:lnTo>
                  <a:pt x="897" y="2"/>
                </a:lnTo>
                <a:lnTo>
                  <a:pt x="897" y="3"/>
                </a:lnTo>
                <a:lnTo>
                  <a:pt x="898" y="3"/>
                </a:lnTo>
                <a:lnTo>
                  <a:pt x="900" y="3"/>
                </a:lnTo>
                <a:lnTo>
                  <a:pt x="900" y="2"/>
                </a:lnTo>
                <a:lnTo>
                  <a:pt x="899" y="2"/>
                </a:lnTo>
                <a:lnTo>
                  <a:pt x="899" y="1"/>
                </a:lnTo>
                <a:lnTo>
                  <a:pt x="899" y="0"/>
                </a:lnTo>
                <a:lnTo>
                  <a:pt x="900" y="1"/>
                </a:lnTo>
                <a:lnTo>
                  <a:pt x="900" y="0"/>
                </a:lnTo>
                <a:lnTo>
                  <a:pt x="901" y="0"/>
                </a:lnTo>
                <a:lnTo>
                  <a:pt x="902" y="0"/>
                </a:lnTo>
                <a:lnTo>
                  <a:pt x="902" y="1"/>
                </a:lnTo>
                <a:close/>
              </a:path>
            </a:pathLst>
          </a:custGeom>
          <a:solidFill>
            <a:srgbClr val="E7F5ED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0" name=""/>
          <p:cNvSpPr/>
          <p:nvPr/>
        </p:nvSpPr>
        <p:spPr>
          <a:xfrm>
            <a:off x="1811880" y="1534680"/>
            <a:ext cx="186840" cy="290520"/>
          </a:xfrm>
          <a:custGeom>
            <a:avLst/>
            <a:gdLst/>
            <a:ahLst/>
            <a:rect l="0" t="0" r="r" b="b"/>
            <a:pathLst>
              <a:path w="519" h="807">
                <a:moveTo>
                  <a:pt x="511" y="2"/>
                </a:moveTo>
                <a:lnTo>
                  <a:pt x="510" y="5"/>
                </a:lnTo>
                <a:lnTo>
                  <a:pt x="510" y="6"/>
                </a:lnTo>
                <a:lnTo>
                  <a:pt x="509" y="6"/>
                </a:lnTo>
                <a:lnTo>
                  <a:pt x="508" y="7"/>
                </a:lnTo>
                <a:lnTo>
                  <a:pt x="506" y="9"/>
                </a:lnTo>
                <a:lnTo>
                  <a:pt x="506" y="10"/>
                </a:lnTo>
                <a:lnTo>
                  <a:pt x="505" y="11"/>
                </a:lnTo>
                <a:lnTo>
                  <a:pt x="505" y="13"/>
                </a:lnTo>
                <a:lnTo>
                  <a:pt x="503" y="13"/>
                </a:lnTo>
                <a:lnTo>
                  <a:pt x="503" y="14"/>
                </a:lnTo>
                <a:lnTo>
                  <a:pt x="502" y="14"/>
                </a:lnTo>
                <a:lnTo>
                  <a:pt x="502" y="16"/>
                </a:lnTo>
                <a:lnTo>
                  <a:pt x="502" y="18"/>
                </a:lnTo>
                <a:lnTo>
                  <a:pt x="502" y="19"/>
                </a:lnTo>
                <a:lnTo>
                  <a:pt x="503" y="19"/>
                </a:lnTo>
                <a:lnTo>
                  <a:pt x="504" y="19"/>
                </a:lnTo>
                <a:lnTo>
                  <a:pt x="504" y="18"/>
                </a:lnTo>
                <a:lnTo>
                  <a:pt x="505" y="18"/>
                </a:lnTo>
                <a:lnTo>
                  <a:pt x="506" y="19"/>
                </a:lnTo>
                <a:lnTo>
                  <a:pt x="504" y="21"/>
                </a:lnTo>
                <a:lnTo>
                  <a:pt x="505" y="22"/>
                </a:lnTo>
                <a:lnTo>
                  <a:pt x="506" y="23"/>
                </a:lnTo>
                <a:lnTo>
                  <a:pt x="507" y="23"/>
                </a:lnTo>
                <a:lnTo>
                  <a:pt x="508" y="23"/>
                </a:lnTo>
                <a:lnTo>
                  <a:pt x="508" y="22"/>
                </a:lnTo>
                <a:lnTo>
                  <a:pt x="509" y="22"/>
                </a:lnTo>
                <a:lnTo>
                  <a:pt x="510" y="22"/>
                </a:lnTo>
                <a:lnTo>
                  <a:pt x="511" y="22"/>
                </a:lnTo>
                <a:lnTo>
                  <a:pt x="511" y="23"/>
                </a:lnTo>
                <a:lnTo>
                  <a:pt x="511" y="24"/>
                </a:lnTo>
                <a:lnTo>
                  <a:pt x="511" y="25"/>
                </a:lnTo>
                <a:lnTo>
                  <a:pt x="511" y="26"/>
                </a:lnTo>
                <a:lnTo>
                  <a:pt x="512" y="26"/>
                </a:lnTo>
                <a:lnTo>
                  <a:pt x="512" y="25"/>
                </a:lnTo>
                <a:lnTo>
                  <a:pt x="513" y="24"/>
                </a:lnTo>
                <a:lnTo>
                  <a:pt x="514" y="24"/>
                </a:lnTo>
                <a:lnTo>
                  <a:pt x="514" y="25"/>
                </a:lnTo>
                <a:lnTo>
                  <a:pt x="514" y="26"/>
                </a:lnTo>
                <a:lnTo>
                  <a:pt x="513" y="26"/>
                </a:lnTo>
                <a:lnTo>
                  <a:pt x="513" y="27"/>
                </a:lnTo>
                <a:lnTo>
                  <a:pt x="514" y="28"/>
                </a:lnTo>
                <a:lnTo>
                  <a:pt x="515" y="28"/>
                </a:lnTo>
                <a:lnTo>
                  <a:pt x="515" y="29"/>
                </a:lnTo>
                <a:lnTo>
                  <a:pt x="516" y="29"/>
                </a:lnTo>
                <a:lnTo>
                  <a:pt x="517" y="29"/>
                </a:lnTo>
                <a:lnTo>
                  <a:pt x="519" y="29"/>
                </a:lnTo>
                <a:lnTo>
                  <a:pt x="518" y="30"/>
                </a:lnTo>
                <a:lnTo>
                  <a:pt x="517" y="31"/>
                </a:lnTo>
                <a:lnTo>
                  <a:pt x="516" y="32"/>
                </a:lnTo>
                <a:lnTo>
                  <a:pt x="516" y="33"/>
                </a:lnTo>
                <a:lnTo>
                  <a:pt x="516" y="34"/>
                </a:lnTo>
                <a:lnTo>
                  <a:pt x="516" y="35"/>
                </a:lnTo>
                <a:lnTo>
                  <a:pt x="516" y="36"/>
                </a:lnTo>
                <a:lnTo>
                  <a:pt x="516" y="37"/>
                </a:lnTo>
                <a:lnTo>
                  <a:pt x="515" y="37"/>
                </a:lnTo>
                <a:lnTo>
                  <a:pt x="515" y="38"/>
                </a:lnTo>
                <a:lnTo>
                  <a:pt x="514" y="39"/>
                </a:lnTo>
                <a:lnTo>
                  <a:pt x="514" y="40"/>
                </a:lnTo>
                <a:lnTo>
                  <a:pt x="513" y="41"/>
                </a:lnTo>
                <a:lnTo>
                  <a:pt x="513" y="42"/>
                </a:lnTo>
                <a:lnTo>
                  <a:pt x="512" y="43"/>
                </a:lnTo>
                <a:lnTo>
                  <a:pt x="511" y="44"/>
                </a:lnTo>
                <a:lnTo>
                  <a:pt x="511" y="45"/>
                </a:lnTo>
                <a:lnTo>
                  <a:pt x="512" y="45"/>
                </a:lnTo>
                <a:lnTo>
                  <a:pt x="512" y="46"/>
                </a:lnTo>
                <a:lnTo>
                  <a:pt x="512" y="47"/>
                </a:lnTo>
                <a:lnTo>
                  <a:pt x="512" y="48"/>
                </a:lnTo>
                <a:lnTo>
                  <a:pt x="511" y="49"/>
                </a:lnTo>
                <a:lnTo>
                  <a:pt x="510" y="50"/>
                </a:lnTo>
                <a:lnTo>
                  <a:pt x="510" y="52"/>
                </a:lnTo>
                <a:lnTo>
                  <a:pt x="509" y="53"/>
                </a:lnTo>
                <a:lnTo>
                  <a:pt x="507" y="55"/>
                </a:lnTo>
                <a:lnTo>
                  <a:pt x="507" y="56"/>
                </a:lnTo>
                <a:lnTo>
                  <a:pt x="506" y="56"/>
                </a:lnTo>
                <a:lnTo>
                  <a:pt x="505" y="57"/>
                </a:lnTo>
                <a:lnTo>
                  <a:pt x="504" y="57"/>
                </a:lnTo>
                <a:lnTo>
                  <a:pt x="503" y="58"/>
                </a:lnTo>
                <a:lnTo>
                  <a:pt x="502" y="58"/>
                </a:lnTo>
                <a:lnTo>
                  <a:pt x="501" y="58"/>
                </a:lnTo>
                <a:lnTo>
                  <a:pt x="500" y="58"/>
                </a:lnTo>
                <a:lnTo>
                  <a:pt x="499" y="58"/>
                </a:lnTo>
                <a:lnTo>
                  <a:pt x="497" y="60"/>
                </a:lnTo>
                <a:lnTo>
                  <a:pt x="496" y="60"/>
                </a:lnTo>
                <a:lnTo>
                  <a:pt x="496" y="61"/>
                </a:lnTo>
                <a:lnTo>
                  <a:pt x="495" y="61"/>
                </a:lnTo>
                <a:lnTo>
                  <a:pt x="495" y="62"/>
                </a:lnTo>
                <a:lnTo>
                  <a:pt x="495" y="63"/>
                </a:lnTo>
                <a:lnTo>
                  <a:pt x="495" y="64"/>
                </a:lnTo>
                <a:lnTo>
                  <a:pt x="496" y="64"/>
                </a:lnTo>
                <a:lnTo>
                  <a:pt x="497" y="65"/>
                </a:lnTo>
                <a:lnTo>
                  <a:pt x="498" y="67"/>
                </a:lnTo>
                <a:lnTo>
                  <a:pt x="498" y="69"/>
                </a:lnTo>
                <a:lnTo>
                  <a:pt x="498" y="71"/>
                </a:lnTo>
                <a:lnTo>
                  <a:pt x="498" y="72"/>
                </a:lnTo>
                <a:lnTo>
                  <a:pt x="497" y="72"/>
                </a:lnTo>
                <a:lnTo>
                  <a:pt x="497" y="73"/>
                </a:lnTo>
                <a:lnTo>
                  <a:pt x="496" y="73"/>
                </a:lnTo>
                <a:lnTo>
                  <a:pt x="496" y="74"/>
                </a:lnTo>
                <a:lnTo>
                  <a:pt x="497" y="74"/>
                </a:lnTo>
                <a:lnTo>
                  <a:pt x="497" y="75"/>
                </a:lnTo>
                <a:lnTo>
                  <a:pt x="497" y="76"/>
                </a:lnTo>
                <a:lnTo>
                  <a:pt x="497" y="77"/>
                </a:lnTo>
                <a:lnTo>
                  <a:pt x="497" y="78"/>
                </a:lnTo>
                <a:lnTo>
                  <a:pt x="496" y="78"/>
                </a:lnTo>
                <a:lnTo>
                  <a:pt x="496" y="79"/>
                </a:lnTo>
                <a:lnTo>
                  <a:pt x="496" y="80"/>
                </a:lnTo>
                <a:lnTo>
                  <a:pt x="495" y="81"/>
                </a:lnTo>
                <a:lnTo>
                  <a:pt x="495" y="82"/>
                </a:lnTo>
                <a:lnTo>
                  <a:pt x="494" y="82"/>
                </a:lnTo>
                <a:lnTo>
                  <a:pt x="493" y="82"/>
                </a:lnTo>
                <a:lnTo>
                  <a:pt x="493" y="83"/>
                </a:lnTo>
                <a:lnTo>
                  <a:pt x="493" y="84"/>
                </a:lnTo>
                <a:lnTo>
                  <a:pt x="494" y="84"/>
                </a:lnTo>
                <a:lnTo>
                  <a:pt x="494" y="85"/>
                </a:lnTo>
                <a:lnTo>
                  <a:pt x="493" y="86"/>
                </a:lnTo>
                <a:lnTo>
                  <a:pt x="493" y="87"/>
                </a:lnTo>
                <a:lnTo>
                  <a:pt x="492" y="87"/>
                </a:lnTo>
                <a:lnTo>
                  <a:pt x="492" y="88"/>
                </a:lnTo>
                <a:lnTo>
                  <a:pt x="491" y="88"/>
                </a:lnTo>
                <a:lnTo>
                  <a:pt x="491" y="89"/>
                </a:lnTo>
                <a:lnTo>
                  <a:pt x="490" y="89"/>
                </a:lnTo>
                <a:lnTo>
                  <a:pt x="490" y="90"/>
                </a:lnTo>
                <a:lnTo>
                  <a:pt x="489" y="90"/>
                </a:lnTo>
                <a:lnTo>
                  <a:pt x="489" y="91"/>
                </a:lnTo>
                <a:lnTo>
                  <a:pt x="489" y="92"/>
                </a:lnTo>
                <a:lnTo>
                  <a:pt x="489" y="93"/>
                </a:lnTo>
                <a:lnTo>
                  <a:pt x="489" y="94"/>
                </a:lnTo>
                <a:lnTo>
                  <a:pt x="488" y="94"/>
                </a:lnTo>
                <a:lnTo>
                  <a:pt x="488" y="95"/>
                </a:lnTo>
                <a:lnTo>
                  <a:pt x="487" y="95"/>
                </a:lnTo>
                <a:lnTo>
                  <a:pt x="487" y="96"/>
                </a:lnTo>
                <a:lnTo>
                  <a:pt x="487" y="97"/>
                </a:lnTo>
                <a:lnTo>
                  <a:pt x="486" y="98"/>
                </a:lnTo>
                <a:lnTo>
                  <a:pt x="486" y="99"/>
                </a:lnTo>
                <a:lnTo>
                  <a:pt x="486" y="100"/>
                </a:lnTo>
                <a:lnTo>
                  <a:pt x="487" y="101"/>
                </a:lnTo>
                <a:lnTo>
                  <a:pt x="487" y="102"/>
                </a:lnTo>
                <a:lnTo>
                  <a:pt x="488" y="102"/>
                </a:lnTo>
                <a:lnTo>
                  <a:pt x="488" y="103"/>
                </a:lnTo>
                <a:lnTo>
                  <a:pt x="489" y="103"/>
                </a:lnTo>
                <a:lnTo>
                  <a:pt x="490" y="103"/>
                </a:lnTo>
                <a:lnTo>
                  <a:pt x="489" y="103"/>
                </a:lnTo>
                <a:lnTo>
                  <a:pt x="489" y="104"/>
                </a:lnTo>
                <a:lnTo>
                  <a:pt x="489" y="105"/>
                </a:lnTo>
                <a:lnTo>
                  <a:pt x="488" y="105"/>
                </a:lnTo>
                <a:lnTo>
                  <a:pt x="488" y="106"/>
                </a:lnTo>
                <a:lnTo>
                  <a:pt x="489" y="106"/>
                </a:lnTo>
                <a:lnTo>
                  <a:pt x="489" y="107"/>
                </a:lnTo>
                <a:lnTo>
                  <a:pt x="489" y="108"/>
                </a:lnTo>
                <a:lnTo>
                  <a:pt x="488" y="109"/>
                </a:lnTo>
                <a:lnTo>
                  <a:pt x="488" y="110"/>
                </a:lnTo>
                <a:lnTo>
                  <a:pt x="487" y="110"/>
                </a:lnTo>
                <a:lnTo>
                  <a:pt x="486" y="109"/>
                </a:lnTo>
                <a:lnTo>
                  <a:pt x="485" y="110"/>
                </a:lnTo>
                <a:lnTo>
                  <a:pt x="485" y="111"/>
                </a:lnTo>
                <a:lnTo>
                  <a:pt x="485" y="112"/>
                </a:lnTo>
                <a:lnTo>
                  <a:pt x="485" y="113"/>
                </a:lnTo>
                <a:lnTo>
                  <a:pt x="485" y="114"/>
                </a:lnTo>
                <a:lnTo>
                  <a:pt x="486" y="115"/>
                </a:lnTo>
                <a:lnTo>
                  <a:pt x="485" y="116"/>
                </a:lnTo>
                <a:lnTo>
                  <a:pt x="483" y="117"/>
                </a:lnTo>
                <a:lnTo>
                  <a:pt x="482" y="117"/>
                </a:lnTo>
                <a:lnTo>
                  <a:pt x="481" y="116"/>
                </a:lnTo>
                <a:lnTo>
                  <a:pt x="480" y="116"/>
                </a:lnTo>
                <a:lnTo>
                  <a:pt x="479" y="116"/>
                </a:lnTo>
                <a:lnTo>
                  <a:pt x="478" y="116"/>
                </a:lnTo>
                <a:lnTo>
                  <a:pt x="477" y="116"/>
                </a:lnTo>
                <a:lnTo>
                  <a:pt x="477" y="117"/>
                </a:lnTo>
                <a:lnTo>
                  <a:pt x="476" y="119"/>
                </a:lnTo>
                <a:lnTo>
                  <a:pt x="475" y="122"/>
                </a:lnTo>
                <a:lnTo>
                  <a:pt x="475" y="123"/>
                </a:lnTo>
                <a:lnTo>
                  <a:pt x="474" y="124"/>
                </a:lnTo>
                <a:lnTo>
                  <a:pt x="474" y="125"/>
                </a:lnTo>
                <a:lnTo>
                  <a:pt x="472" y="126"/>
                </a:lnTo>
                <a:lnTo>
                  <a:pt x="471" y="126"/>
                </a:lnTo>
                <a:lnTo>
                  <a:pt x="470" y="127"/>
                </a:lnTo>
                <a:lnTo>
                  <a:pt x="469" y="127"/>
                </a:lnTo>
                <a:lnTo>
                  <a:pt x="468" y="128"/>
                </a:lnTo>
                <a:lnTo>
                  <a:pt x="468" y="129"/>
                </a:lnTo>
                <a:lnTo>
                  <a:pt x="467" y="130"/>
                </a:lnTo>
                <a:lnTo>
                  <a:pt x="466" y="131"/>
                </a:lnTo>
                <a:lnTo>
                  <a:pt x="465" y="131"/>
                </a:lnTo>
                <a:lnTo>
                  <a:pt x="464" y="131"/>
                </a:lnTo>
                <a:lnTo>
                  <a:pt x="463" y="131"/>
                </a:lnTo>
                <a:lnTo>
                  <a:pt x="462" y="131"/>
                </a:lnTo>
                <a:lnTo>
                  <a:pt x="461" y="131"/>
                </a:lnTo>
                <a:lnTo>
                  <a:pt x="460" y="131"/>
                </a:lnTo>
                <a:lnTo>
                  <a:pt x="459" y="131"/>
                </a:lnTo>
                <a:lnTo>
                  <a:pt x="459" y="132"/>
                </a:lnTo>
                <a:lnTo>
                  <a:pt x="458" y="132"/>
                </a:lnTo>
                <a:lnTo>
                  <a:pt x="458" y="133"/>
                </a:lnTo>
                <a:lnTo>
                  <a:pt x="458" y="134"/>
                </a:lnTo>
                <a:lnTo>
                  <a:pt x="458" y="135"/>
                </a:lnTo>
                <a:lnTo>
                  <a:pt x="458" y="136"/>
                </a:lnTo>
                <a:lnTo>
                  <a:pt x="458" y="137"/>
                </a:lnTo>
                <a:lnTo>
                  <a:pt x="458" y="138"/>
                </a:lnTo>
                <a:lnTo>
                  <a:pt x="458" y="139"/>
                </a:lnTo>
                <a:lnTo>
                  <a:pt x="458" y="140"/>
                </a:lnTo>
                <a:lnTo>
                  <a:pt x="457" y="140"/>
                </a:lnTo>
                <a:lnTo>
                  <a:pt x="457" y="141"/>
                </a:lnTo>
                <a:lnTo>
                  <a:pt x="456" y="141"/>
                </a:lnTo>
                <a:lnTo>
                  <a:pt x="455" y="141"/>
                </a:lnTo>
                <a:lnTo>
                  <a:pt x="455" y="140"/>
                </a:lnTo>
                <a:lnTo>
                  <a:pt x="455" y="141"/>
                </a:lnTo>
                <a:lnTo>
                  <a:pt x="454" y="141"/>
                </a:lnTo>
                <a:lnTo>
                  <a:pt x="453" y="141"/>
                </a:lnTo>
                <a:lnTo>
                  <a:pt x="453" y="142"/>
                </a:lnTo>
                <a:lnTo>
                  <a:pt x="452" y="142"/>
                </a:lnTo>
                <a:lnTo>
                  <a:pt x="452" y="143"/>
                </a:lnTo>
                <a:lnTo>
                  <a:pt x="452" y="146"/>
                </a:lnTo>
                <a:lnTo>
                  <a:pt x="453" y="147"/>
                </a:lnTo>
                <a:lnTo>
                  <a:pt x="453" y="148"/>
                </a:lnTo>
                <a:lnTo>
                  <a:pt x="453" y="149"/>
                </a:lnTo>
                <a:lnTo>
                  <a:pt x="454" y="149"/>
                </a:lnTo>
                <a:lnTo>
                  <a:pt x="454" y="150"/>
                </a:lnTo>
                <a:lnTo>
                  <a:pt x="453" y="150"/>
                </a:lnTo>
                <a:lnTo>
                  <a:pt x="452" y="152"/>
                </a:lnTo>
                <a:lnTo>
                  <a:pt x="452" y="153"/>
                </a:lnTo>
                <a:lnTo>
                  <a:pt x="452" y="154"/>
                </a:lnTo>
                <a:lnTo>
                  <a:pt x="452" y="155"/>
                </a:lnTo>
                <a:lnTo>
                  <a:pt x="452" y="156"/>
                </a:lnTo>
                <a:lnTo>
                  <a:pt x="452" y="157"/>
                </a:lnTo>
                <a:lnTo>
                  <a:pt x="452" y="158"/>
                </a:lnTo>
                <a:lnTo>
                  <a:pt x="452" y="159"/>
                </a:lnTo>
                <a:lnTo>
                  <a:pt x="452" y="160"/>
                </a:lnTo>
                <a:lnTo>
                  <a:pt x="452" y="161"/>
                </a:lnTo>
                <a:lnTo>
                  <a:pt x="453" y="161"/>
                </a:lnTo>
                <a:lnTo>
                  <a:pt x="454" y="162"/>
                </a:lnTo>
                <a:lnTo>
                  <a:pt x="454" y="163"/>
                </a:lnTo>
                <a:lnTo>
                  <a:pt x="454" y="164"/>
                </a:lnTo>
                <a:lnTo>
                  <a:pt x="453" y="164"/>
                </a:lnTo>
                <a:lnTo>
                  <a:pt x="453" y="166"/>
                </a:lnTo>
                <a:lnTo>
                  <a:pt x="453" y="167"/>
                </a:lnTo>
                <a:lnTo>
                  <a:pt x="453" y="168"/>
                </a:lnTo>
                <a:lnTo>
                  <a:pt x="454" y="168"/>
                </a:lnTo>
                <a:lnTo>
                  <a:pt x="455" y="168"/>
                </a:lnTo>
                <a:lnTo>
                  <a:pt x="455" y="169"/>
                </a:lnTo>
                <a:lnTo>
                  <a:pt x="456" y="169"/>
                </a:lnTo>
                <a:lnTo>
                  <a:pt x="457" y="169"/>
                </a:lnTo>
                <a:lnTo>
                  <a:pt x="459" y="170"/>
                </a:lnTo>
                <a:lnTo>
                  <a:pt x="460" y="171"/>
                </a:lnTo>
                <a:lnTo>
                  <a:pt x="460" y="172"/>
                </a:lnTo>
                <a:lnTo>
                  <a:pt x="461" y="172"/>
                </a:lnTo>
                <a:lnTo>
                  <a:pt x="462" y="174"/>
                </a:lnTo>
                <a:lnTo>
                  <a:pt x="462" y="175"/>
                </a:lnTo>
                <a:lnTo>
                  <a:pt x="463" y="176"/>
                </a:lnTo>
                <a:lnTo>
                  <a:pt x="463" y="177"/>
                </a:lnTo>
                <a:lnTo>
                  <a:pt x="465" y="179"/>
                </a:lnTo>
                <a:lnTo>
                  <a:pt x="466" y="181"/>
                </a:lnTo>
                <a:lnTo>
                  <a:pt x="467" y="183"/>
                </a:lnTo>
                <a:lnTo>
                  <a:pt x="467" y="184"/>
                </a:lnTo>
                <a:lnTo>
                  <a:pt x="467" y="185"/>
                </a:lnTo>
                <a:lnTo>
                  <a:pt x="468" y="185"/>
                </a:lnTo>
                <a:lnTo>
                  <a:pt x="469" y="185"/>
                </a:lnTo>
                <a:lnTo>
                  <a:pt x="470" y="185"/>
                </a:lnTo>
                <a:lnTo>
                  <a:pt x="471" y="186"/>
                </a:lnTo>
                <a:lnTo>
                  <a:pt x="473" y="187"/>
                </a:lnTo>
                <a:lnTo>
                  <a:pt x="474" y="188"/>
                </a:lnTo>
                <a:lnTo>
                  <a:pt x="475" y="188"/>
                </a:lnTo>
                <a:lnTo>
                  <a:pt x="475" y="190"/>
                </a:lnTo>
                <a:lnTo>
                  <a:pt x="474" y="190"/>
                </a:lnTo>
                <a:lnTo>
                  <a:pt x="473" y="191"/>
                </a:lnTo>
                <a:lnTo>
                  <a:pt x="472" y="191"/>
                </a:lnTo>
                <a:lnTo>
                  <a:pt x="471" y="191"/>
                </a:lnTo>
                <a:lnTo>
                  <a:pt x="470" y="192"/>
                </a:lnTo>
                <a:lnTo>
                  <a:pt x="470" y="193"/>
                </a:lnTo>
                <a:lnTo>
                  <a:pt x="470" y="194"/>
                </a:lnTo>
                <a:lnTo>
                  <a:pt x="471" y="194"/>
                </a:lnTo>
                <a:lnTo>
                  <a:pt x="472" y="194"/>
                </a:lnTo>
                <a:lnTo>
                  <a:pt x="473" y="195"/>
                </a:lnTo>
                <a:lnTo>
                  <a:pt x="474" y="195"/>
                </a:lnTo>
                <a:lnTo>
                  <a:pt x="475" y="195"/>
                </a:lnTo>
                <a:lnTo>
                  <a:pt x="476" y="195"/>
                </a:lnTo>
                <a:lnTo>
                  <a:pt x="476" y="196"/>
                </a:lnTo>
                <a:lnTo>
                  <a:pt x="477" y="196"/>
                </a:lnTo>
                <a:lnTo>
                  <a:pt x="477" y="197"/>
                </a:lnTo>
                <a:lnTo>
                  <a:pt x="478" y="197"/>
                </a:lnTo>
                <a:lnTo>
                  <a:pt x="478" y="198"/>
                </a:lnTo>
                <a:lnTo>
                  <a:pt x="478" y="199"/>
                </a:lnTo>
                <a:lnTo>
                  <a:pt x="476" y="199"/>
                </a:lnTo>
                <a:lnTo>
                  <a:pt x="475" y="200"/>
                </a:lnTo>
                <a:lnTo>
                  <a:pt x="475" y="201"/>
                </a:lnTo>
                <a:lnTo>
                  <a:pt x="476" y="201"/>
                </a:lnTo>
                <a:lnTo>
                  <a:pt x="476" y="202"/>
                </a:lnTo>
                <a:lnTo>
                  <a:pt x="476" y="204"/>
                </a:lnTo>
                <a:lnTo>
                  <a:pt x="476" y="205"/>
                </a:lnTo>
                <a:lnTo>
                  <a:pt x="477" y="206"/>
                </a:lnTo>
                <a:lnTo>
                  <a:pt x="478" y="207"/>
                </a:lnTo>
                <a:lnTo>
                  <a:pt x="478" y="208"/>
                </a:lnTo>
                <a:lnTo>
                  <a:pt x="478" y="209"/>
                </a:lnTo>
                <a:lnTo>
                  <a:pt x="477" y="210"/>
                </a:lnTo>
                <a:lnTo>
                  <a:pt x="476" y="210"/>
                </a:lnTo>
                <a:lnTo>
                  <a:pt x="476" y="211"/>
                </a:lnTo>
                <a:lnTo>
                  <a:pt x="476" y="212"/>
                </a:lnTo>
                <a:lnTo>
                  <a:pt x="476" y="213"/>
                </a:lnTo>
                <a:lnTo>
                  <a:pt x="475" y="213"/>
                </a:lnTo>
                <a:lnTo>
                  <a:pt x="475" y="214"/>
                </a:lnTo>
                <a:lnTo>
                  <a:pt x="475" y="215"/>
                </a:lnTo>
                <a:lnTo>
                  <a:pt x="475" y="216"/>
                </a:lnTo>
                <a:lnTo>
                  <a:pt x="475" y="217"/>
                </a:lnTo>
                <a:lnTo>
                  <a:pt x="474" y="219"/>
                </a:lnTo>
                <a:lnTo>
                  <a:pt x="473" y="219"/>
                </a:lnTo>
                <a:lnTo>
                  <a:pt x="473" y="220"/>
                </a:lnTo>
                <a:lnTo>
                  <a:pt x="471" y="220"/>
                </a:lnTo>
                <a:lnTo>
                  <a:pt x="469" y="220"/>
                </a:lnTo>
                <a:lnTo>
                  <a:pt x="468" y="220"/>
                </a:lnTo>
                <a:lnTo>
                  <a:pt x="466" y="220"/>
                </a:lnTo>
                <a:lnTo>
                  <a:pt x="465" y="220"/>
                </a:lnTo>
                <a:lnTo>
                  <a:pt x="465" y="221"/>
                </a:lnTo>
                <a:lnTo>
                  <a:pt x="464" y="221"/>
                </a:lnTo>
                <a:lnTo>
                  <a:pt x="464" y="222"/>
                </a:lnTo>
                <a:lnTo>
                  <a:pt x="464" y="224"/>
                </a:lnTo>
                <a:lnTo>
                  <a:pt x="464" y="225"/>
                </a:lnTo>
                <a:lnTo>
                  <a:pt x="463" y="225"/>
                </a:lnTo>
                <a:lnTo>
                  <a:pt x="463" y="227"/>
                </a:lnTo>
                <a:lnTo>
                  <a:pt x="464" y="227"/>
                </a:lnTo>
                <a:lnTo>
                  <a:pt x="464" y="228"/>
                </a:lnTo>
                <a:lnTo>
                  <a:pt x="464" y="229"/>
                </a:lnTo>
                <a:lnTo>
                  <a:pt x="465" y="229"/>
                </a:lnTo>
                <a:lnTo>
                  <a:pt x="466" y="229"/>
                </a:lnTo>
                <a:lnTo>
                  <a:pt x="467" y="229"/>
                </a:lnTo>
                <a:lnTo>
                  <a:pt x="468" y="229"/>
                </a:lnTo>
                <a:lnTo>
                  <a:pt x="469" y="229"/>
                </a:lnTo>
                <a:lnTo>
                  <a:pt x="470" y="230"/>
                </a:lnTo>
                <a:lnTo>
                  <a:pt x="470" y="231"/>
                </a:lnTo>
                <a:lnTo>
                  <a:pt x="469" y="232"/>
                </a:lnTo>
                <a:lnTo>
                  <a:pt x="469" y="233"/>
                </a:lnTo>
                <a:lnTo>
                  <a:pt x="468" y="233"/>
                </a:lnTo>
                <a:lnTo>
                  <a:pt x="468" y="234"/>
                </a:lnTo>
                <a:lnTo>
                  <a:pt x="468" y="235"/>
                </a:lnTo>
                <a:lnTo>
                  <a:pt x="469" y="235"/>
                </a:lnTo>
                <a:lnTo>
                  <a:pt x="469" y="236"/>
                </a:lnTo>
                <a:lnTo>
                  <a:pt x="468" y="237"/>
                </a:lnTo>
                <a:lnTo>
                  <a:pt x="467" y="237"/>
                </a:lnTo>
                <a:lnTo>
                  <a:pt x="466" y="237"/>
                </a:lnTo>
                <a:lnTo>
                  <a:pt x="466" y="239"/>
                </a:lnTo>
                <a:lnTo>
                  <a:pt x="465" y="239"/>
                </a:lnTo>
                <a:lnTo>
                  <a:pt x="464" y="240"/>
                </a:lnTo>
                <a:lnTo>
                  <a:pt x="464" y="241"/>
                </a:lnTo>
                <a:lnTo>
                  <a:pt x="464" y="242"/>
                </a:lnTo>
                <a:lnTo>
                  <a:pt x="463" y="242"/>
                </a:lnTo>
                <a:lnTo>
                  <a:pt x="462" y="243"/>
                </a:lnTo>
                <a:lnTo>
                  <a:pt x="462" y="244"/>
                </a:lnTo>
                <a:lnTo>
                  <a:pt x="461" y="244"/>
                </a:lnTo>
                <a:lnTo>
                  <a:pt x="461" y="245"/>
                </a:lnTo>
                <a:lnTo>
                  <a:pt x="460" y="246"/>
                </a:lnTo>
                <a:lnTo>
                  <a:pt x="460" y="247"/>
                </a:lnTo>
                <a:lnTo>
                  <a:pt x="459" y="247"/>
                </a:lnTo>
                <a:lnTo>
                  <a:pt x="459" y="248"/>
                </a:lnTo>
                <a:lnTo>
                  <a:pt x="458" y="248"/>
                </a:lnTo>
                <a:lnTo>
                  <a:pt x="457" y="249"/>
                </a:lnTo>
                <a:lnTo>
                  <a:pt x="456" y="250"/>
                </a:lnTo>
                <a:lnTo>
                  <a:pt x="455" y="251"/>
                </a:lnTo>
                <a:lnTo>
                  <a:pt x="455" y="252"/>
                </a:lnTo>
                <a:lnTo>
                  <a:pt x="455" y="253"/>
                </a:lnTo>
                <a:lnTo>
                  <a:pt x="455" y="254"/>
                </a:lnTo>
                <a:lnTo>
                  <a:pt x="454" y="255"/>
                </a:lnTo>
                <a:lnTo>
                  <a:pt x="453" y="255"/>
                </a:lnTo>
                <a:lnTo>
                  <a:pt x="452" y="256"/>
                </a:lnTo>
                <a:lnTo>
                  <a:pt x="451" y="257"/>
                </a:lnTo>
                <a:lnTo>
                  <a:pt x="451" y="258"/>
                </a:lnTo>
                <a:lnTo>
                  <a:pt x="450" y="258"/>
                </a:lnTo>
                <a:lnTo>
                  <a:pt x="450" y="259"/>
                </a:lnTo>
                <a:lnTo>
                  <a:pt x="449" y="259"/>
                </a:lnTo>
                <a:lnTo>
                  <a:pt x="449" y="260"/>
                </a:lnTo>
                <a:lnTo>
                  <a:pt x="448" y="261"/>
                </a:lnTo>
                <a:lnTo>
                  <a:pt x="447" y="261"/>
                </a:lnTo>
                <a:lnTo>
                  <a:pt x="446" y="261"/>
                </a:lnTo>
                <a:lnTo>
                  <a:pt x="445" y="261"/>
                </a:lnTo>
                <a:lnTo>
                  <a:pt x="445" y="262"/>
                </a:lnTo>
                <a:lnTo>
                  <a:pt x="444" y="262"/>
                </a:lnTo>
                <a:lnTo>
                  <a:pt x="444" y="263"/>
                </a:lnTo>
                <a:lnTo>
                  <a:pt x="445" y="263"/>
                </a:lnTo>
                <a:lnTo>
                  <a:pt x="446" y="263"/>
                </a:lnTo>
                <a:lnTo>
                  <a:pt x="447" y="263"/>
                </a:lnTo>
                <a:lnTo>
                  <a:pt x="447" y="264"/>
                </a:lnTo>
                <a:lnTo>
                  <a:pt x="447" y="265"/>
                </a:lnTo>
                <a:lnTo>
                  <a:pt x="446" y="265"/>
                </a:lnTo>
                <a:lnTo>
                  <a:pt x="445" y="265"/>
                </a:lnTo>
                <a:lnTo>
                  <a:pt x="445" y="264"/>
                </a:lnTo>
                <a:lnTo>
                  <a:pt x="444" y="263"/>
                </a:lnTo>
                <a:lnTo>
                  <a:pt x="443" y="263"/>
                </a:lnTo>
                <a:lnTo>
                  <a:pt x="441" y="263"/>
                </a:lnTo>
                <a:lnTo>
                  <a:pt x="441" y="264"/>
                </a:lnTo>
                <a:lnTo>
                  <a:pt x="441" y="265"/>
                </a:lnTo>
                <a:lnTo>
                  <a:pt x="441" y="266"/>
                </a:lnTo>
                <a:lnTo>
                  <a:pt x="442" y="266"/>
                </a:lnTo>
                <a:lnTo>
                  <a:pt x="443" y="266"/>
                </a:lnTo>
                <a:lnTo>
                  <a:pt x="444" y="267"/>
                </a:lnTo>
                <a:lnTo>
                  <a:pt x="444" y="268"/>
                </a:lnTo>
                <a:lnTo>
                  <a:pt x="445" y="268"/>
                </a:lnTo>
                <a:lnTo>
                  <a:pt x="445" y="269"/>
                </a:lnTo>
                <a:lnTo>
                  <a:pt x="445" y="270"/>
                </a:lnTo>
                <a:lnTo>
                  <a:pt x="444" y="272"/>
                </a:lnTo>
                <a:lnTo>
                  <a:pt x="444" y="273"/>
                </a:lnTo>
                <a:lnTo>
                  <a:pt x="444" y="274"/>
                </a:lnTo>
                <a:lnTo>
                  <a:pt x="444" y="275"/>
                </a:lnTo>
                <a:lnTo>
                  <a:pt x="444" y="276"/>
                </a:lnTo>
                <a:lnTo>
                  <a:pt x="443" y="276"/>
                </a:lnTo>
                <a:lnTo>
                  <a:pt x="443" y="277"/>
                </a:lnTo>
                <a:lnTo>
                  <a:pt x="442" y="277"/>
                </a:lnTo>
                <a:lnTo>
                  <a:pt x="441" y="277"/>
                </a:lnTo>
                <a:lnTo>
                  <a:pt x="440" y="278"/>
                </a:lnTo>
                <a:lnTo>
                  <a:pt x="441" y="279"/>
                </a:lnTo>
                <a:lnTo>
                  <a:pt x="443" y="279"/>
                </a:lnTo>
                <a:lnTo>
                  <a:pt x="444" y="279"/>
                </a:lnTo>
                <a:lnTo>
                  <a:pt x="445" y="280"/>
                </a:lnTo>
                <a:lnTo>
                  <a:pt x="445" y="282"/>
                </a:lnTo>
                <a:lnTo>
                  <a:pt x="444" y="282"/>
                </a:lnTo>
                <a:lnTo>
                  <a:pt x="444" y="283"/>
                </a:lnTo>
                <a:lnTo>
                  <a:pt x="443" y="283"/>
                </a:lnTo>
                <a:lnTo>
                  <a:pt x="444" y="284"/>
                </a:lnTo>
                <a:lnTo>
                  <a:pt x="445" y="284"/>
                </a:lnTo>
                <a:lnTo>
                  <a:pt x="445" y="285"/>
                </a:lnTo>
                <a:lnTo>
                  <a:pt x="445" y="286"/>
                </a:lnTo>
                <a:lnTo>
                  <a:pt x="444" y="286"/>
                </a:lnTo>
                <a:lnTo>
                  <a:pt x="443" y="288"/>
                </a:lnTo>
                <a:lnTo>
                  <a:pt x="443" y="289"/>
                </a:lnTo>
                <a:lnTo>
                  <a:pt x="442" y="289"/>
                </a:lnTo>
                <a:lnTo>
                  <a:pt x="442" y="288"/>
                </a:lnTo>
                <a:lnTo>
                  <a:pt x="441" y="288"/>
                </a:lnTo>
                <a:lnTo>
                  <a:pt x="441" y="289"/>
                </a:lnTo>
                <a:lnTo>
                  <a:pt x="442" y="290"/>
                </a:lnTo>
                <a:lnTo>
                  <a:pt x="443" y="290"/>
                </a:lnTo>
                <a:lnTo>
                  <a:pt x="444" y="290"/>
                </a:lnTo>
                <a:lnTo>
                  <a:pt x="445" y="290"/>
                </a:lnTo>
                <a:lnTo>
                  <a:pt x="445" y="291"/>
                </a:lnTo>
                <a:lnTo>
                  <a:pt x="446" y="291"/>
                </a:lnTo>
                <a:lnTo>
                  <a:pt x="446" y="292"/>
                </a:lnTo>
                <a:lnTo>
                  <a:pt x="445" y="292"/>
                </a:lnTo>
                <a:lnTo>
                  <a:pt x="444" y="293"/>
                </a:lnTo>
                <a:lnTo>
                  <a:pt x="444" y="294"/>
                </a:lnTo>
                <a:lnTo>
                  <a:pt x="445" y="294"/>
                </a:lnTo>
                <a:lnTo>
                  <a:pt x="446" y="292"/>
                </a:lnTo>
                <a:lnTo>
                  <a:pt x="447" y="292"/>
                </a:lnTo>
                <a:lnTo>
                  <a:pt x="447" y="293"/>
                </a:lnTo>
                <a:lnTo>
                  <a:pt x="447" y="294"/>
                </a:lnTo>
                <a:lnTo>
                  <a:pt x="446" y="295"/>
                </a:lnTo>
                <a:lnTo>
                  <a:pt x="446" y="296"/>
                </a:lnTo>
                <a:lnTo>
                  <a:pt x="446" y="297"/>
                </a:lnTo>
                <a:lnTo>
                  <a:pt x="446" y="298"/>
                </a:lnTo>
                <a:lnTo>
                  <a:pt x="445" y="298"/>
                </a:lnTo>
                <a:lnTo>
                  <a:pt x="444" y="298"/>
                </a:lnTo>
                <a:lnTo>
                  <a:pt x="444" y="297"/>
                </a:lnTo>
                <a:lnTo>
                  <a:pt x="443" y="296"/>
                </a:lnTo>
                <a:lnTo>
                  <a:pt x="442" y="297"/>
                </a:lnTo>
                <a:lnTo>
                  <a:pt x="442" y="298"/>
                </a:lnTo>
                <a:lnTo>
                  <a:pt x="442" y="299"/>
                </a:lnTo>
                <a:lnTo>
                  <a:pt x="443" y="299"/>
                </a:lnTo>
                <a:lnTo>
                  <a:pt x="444" y="299"/>
                </a:lnTo>
                <a:lnTo>
                  <a:pt x="444" y="300"/>
                </a:lnTo>
                <a:lnTo>
                  <a:pt x="445" y="300"/>
                </a:lnTo>
                <a:lnTo>
                  <a:pt x="445" y="301"/>
                </a:lnTo>
                <a:lnTo>
                  <a:pt x="446" y="301"/>
                </a:lnTo>
                <a:lnTo>
                  <a:pt x="446" y="302"/>
                </a:lnTo>
                <a:lnTo>
                  <a:pt x="447" y="304"/>
                </a:lnTo>
                <a:lnTo>
                  <a:pt x="447" y="305"/>
                </a:lnTo>
                <a:lnTo>
                  <a:pt x="449" y="306"/>
                </a:lnTo>
                <a:lnTo>
                  <a:pt x="449" y="307"/>
                </a:lnTo>
                <a:lnTo>
                  <a:pt x="450" y="307"/>
                </a:lnTo>
                <a:lnTo>
                  <a:pt x="450" y="308"/>
                </a:lnTo>
                <a:lnTo>
                  <a:pt x="451" y="308"/>
                </a:lnTo>
                <a:lnTo>
                  <a:pt x="452" y="308"/>
                </a:lnTo>
                <a:lnTo>
                  <a:pt x="451" y="309"/>
                </a:lnTo>
                <a:lnTo>
                  <a:pt x="451" y="310"/>
                </a:lnTo>
                <a:lnTo>
                  <a:pt x="451" y="311"/>
                </a:lnTo>
                <a:lnTo>
                  <a:pt x="451" y="312"/>
                </a:lnTo>
                <a:lnTo>
                  <a:pt x="452" y="313"/>
                </a:lnTo>
                <a:lnTo>
                  <a:pt x="452" y="314"/>
                </a:lnTo>
                <a:lnTo>
                  <a:pt x="452" y="315"/>
                </a:lnTo>
                <a:lnTo>
                  <a:pt x="452" y="316"/>
                </a:lnTo>
                <a:lnTo>
                  <a:pt x="452" y="317"/>
                </a:lnTo>
                <a:lnTo>
                  <a:pt x="452" y="318"/>
                </a:lnTo>
                <a:lnTo>
                  <a:pt x="452" y="319"/>
                </a:lnTo>
                <a:lnTo>
                  <a:pt x="451" y="319"/>
                </a:lnTo>
                <a:lnTo>
                  <a:pt x="451" y="320"/>
                </a:lnTo>
                <a:lnTo>
                  <a:pt x="450" y="320"/>
                </a:lnTo>
                <a:lnTo>
                  <a:pt x="450" y="321"/>
                </a:lnTo>
                <a:lnTo>
                  <a:pt x="449" y="321"/>
                </a:lnTo>
                <a:lnTo>
                  <a:pt x="449" y="322"/>
                </a:lnTo>
                <a:lnTo>
                  <a:pt x="450" y="323"/>
                </a:lnTo>
                <a:lnTo>
                  <a:pt x="451" y="324"/>
                </a:lnTo>
                <a:lnTo>
                  <a:pt x="451" y="325"/>
                </a:lnTo>
                <a:lnTo>
                  <a:pt x="451" y="326"/>
                </a:lnTo>
                <a:lnTo>
                  <a:pt x="450" y="327"/>
                </a:lnTo>
                <a:lnTo>
                  <a:pt x="451" y="327"/>
                </a:lnTo>
                <a:lnTo>
                  <a:pt x="450" y="329"/>
                </a:lnTo>
                <a:lnTo>
                  <a:pt x="449" y="329"/>
                </a:lnTo>
                <a:lnTo>
                  <a:pt x="449" y="330"/>
                </a:lnTo>
                <a:lnTo>
                  <a:pt x="449" y="332"/>
                </a:lnTo>
                <a:lnTo>
                  <a:pt x="448" y="333"/>
                </a:lnTo>
                <a:lnTo>
                  <a:pt x="448" y="334"/>
                </a:lnTo>
                <a:lnTo>
                  <a:pt x="448" y="335"/>
                </a:lnTo>
                <a:lnTo>
                  <a:pt x="449" y="335"/>
                </a:lnTo>
                <a:lnTo>
                  <a:pt x="449" y="336"/>
                </a:lnTo>
                <a:lnTo>
                  <a:pt x="449" y="337"/>
                </a:lnTo>
                <a:lnTo>
                  <a:pt x="449" y="338"/>
                </a:lnTo>
                <a:lnTo>
                  <a:pt x="449" y="339"/>
                </a:lnTo>
                <a:lnTo>
                  <a:pt x="449" y="340"/>
                </a:lnTo>
                <a:lnTo>
                  <a:pt x="449" y="341"/>
                </a:lnTo>
                <a:lnTo>
                  <a:pt x="450" y="341"/>
                </a:lnTo>
                <a:lnTo>
                  <a:pt x="450" y="342"/>
                </a:lnTo>
                <a:lnTo>
                  <a:pt x="449" y="342"/>
                </a:lnTo>
                <a:lnTo>
                  <a:pt x="449" y="343"/>
                </a:lnTo>
                <a:lnTo>
                  <a:pt x="449" y="344"/>
                </a:lnTo>
                <a:lnTo>
                  <a:pt x="448" y="344"/>
                </a:lnTo>
                <a:lnTo>
                  <a:pt x="448" y="345"/>
                </a:lnTo>
                <a:lnTo>
                  <a:pt x="447" y="345"/>
                </a:lnTo>
                <a:lnTo>
                  <a:pt x="447" y="346"/>
                </a:lnTo>
                <a:lnTo>
                  <a:pt x="448" y="346"/>
                </a:lnTo>
                <a:lnTo>
                  <a:pt x="448" y="347"/>
                </a:lnTo>
                <a:lnTo>
                  <a:pt x="448" y="348"/>
                </a:lnTo>
                <a:lnTo>
                  <a:pt x="448" y="349"/>
                </a:lnTo>
                <a:lnTo>
                  <a:pt x="447" y="349"/>
                </a:lnTo>
                <a:lnTo>
                  <a:pt x="447" y="350"/>
                </a:lnTo>
                <a:lnTo>
                  <a:pt x="447" y="351"/>
                </a:lnTo>
                <a:lnTo>
                  <a:pt x="447" y="352"/>
                </a:lnTo>
                <a:lnTo>
                  <a:pt x="447" y="354"/>
                </a:lnTo>
                <a:lnTo>
                  <a:pt x="447" y="355"/>
                </a:lnTo>
                <a:lnTo>
                  <a:pt x="448" y="355"/>
                </a:lnTo>
                <a:lnTo>
                  <a:pt x="448" y="356"/>
                </a:lnTo>
                <a:lnTo>
                  <a:pt x="448" y="357"/>
                </a:lnTo>
                <a:lnTo>
                  <a:pt x="449" y="357"/>
                </a:lnTo>
                <a:lnTo>
                  <a:pt x="449" y="358"/>
                </a:lnTo>
                <a:lnTo>
                  <a:pt x="449" y="359"/>
                </a:lnTo>
                <a:lnTo>
                  <a:pt x="449" y="360"/>
                </a:lnTo>
                <a:lnTo>
                  <a:pt x="449" y="361"/>
                </a:lnTo>
                <a:lnTo>
                  <a:pt x="450" y="361"/>
                </a:lnTo>
                <a:lnTo>
                  <a:pt x="450" y="362"/>
                </a:lnTo>
                <a:lnTo>
                  <a:pt x="450" y="363"/>
                </a:lnTo>
                <a:lnTo>
                  <a:pt x="451" y="363"/>
                </a:lnTo>
                <a:lnTo>
                  <a:pt x="451" y="364"/>
                </a:lnTo>
                <a:lnTo>
                  <a:pt x="451" y="365"/>
                </a:lnTo>
                <a:lnTo>
                  <a:pt x="451" y="366"/>
                </a:lnTo>
                <a:lnTo>
                  <a:pt x="452" y="366"/>
                </a:lnTo>
                <a:lnTo>
                  <a:pt x="452" y="367"/>
                </a:lnTo>
                <a:lnTo>
                  <a:pt x="451" y="368"/>
                </a:lnTo>
                <a:lnTo>
                  <a:pt x="451" y="369"/>
                </a:lnTo>
                <a:lnTo>
                  <a:pt x="452" y="370"/>
                </a:lnTo>
                <a:lnTo>
                  <a:pt x="453" y="370"/>
                </a:lnTo>
                <a:lnTo>
                  <a:pt x="453" y="371"/>
                </a:lnTo>
                <a:lnTo>
                  <a:pt x="453" y="372"/>
                </a:lnTo>
                <a:lnTo>
                  <a:pt x="452" y="372"/>
                </a:lnTo>
                <a:lnTo>
                  <a:pt x="452" y="373"/>
                </a:lnTo>
                <a:lnTo>
                  <a:pt x="452" y="374"/>
                </a:lnTo>
                <a:lnTo>
                  <a:pt x="452" y="375"/>
                </a:lnTo>
                <a:lnTo>
                  <a:pt x="453" y="375"/>
                </a:lnTo>
                <a:lnTo>
                  <a:pt x="453" y="376"/>
                </a:lnTo>
                <a:lnTo>
                  <a:pt x="453" y="377"/>
                </a:lnTo>
                <a:lnTo>
                  <a:pt x="453" y="378"/>
                </a:lnTo>
                <a:lnTo>
                  <a:pt x="453" y="379"/>
                </a:lnTo>
                <a:lnTo>
                  <a:pt x="453" y="380"/>
                </a:lnTo>
                <a:lnTo>
                  <a:pt x="454" y="380"/>
                </a:lnTo>
                <a:lnTo>
                  <a:pt x="455" y="380"/>
                </a:lnTo>
                <a:lnTo>
                  <a:pt x="456" y="380"/>
                </a:lnTo>
                <a:lnTo>
                  <a:pt x="456" y="381"/>
                </a:lnTo>
                <a:lnTo>
                  <a:pt x="456" y="382"/>
                </a:lnTo>
                <a:lnTo>
                  <a:pt x="456" y="383"/>
                </a:lnTo>
                <a:lnTo>
                  <a:pt x="456" y="384"/>
                </a:lnTo>
                <a:lnTo>
                  <a:pt x="456" y="385"/>
                </a:lnTo>
                <a:lnTo>
                  <a:pt x="457" y="385"/>
                </a:lnTo>
                <a:lnTo>
                  <a:pt x="457" y="386"/>
                </a:lnTo>
                <a:lnTo>
                  <a:pt x="458" y="388"/>
                </a:lnTo>
                <a:lnTo>
                  <a:pt x="458" y="389"/>
                </a:lnTo>
                <a:lnTo>
                  <a:pt x="457" y="389"/>
                </a:lnTo>
                <a:lnTo>
                  <a:pt x="457" y="390"/>
                </a:lnTo>
                <a:lnTo>
                  <a:pt x="458" y="390"/>
                </a:lnTo>
                <a:lnTo>
                  <a:pt x="458" y="391"/>
                </a:lnTo>
                <a:lnTo>
                  <a:pt x="459" y="392"/>
                </a:lnTo>
                <a:lnTo>
                  <a:pt x="458" y="392"/>
                </a:lnTo>
                <a:lnTo>
                  <a:pt x="458" y="394"/>
                </a:lnTo>
                <a:lnTo>
                  <a:pt x="459" y="394"/>
                </a:lnTo>
                <a:lnTo>
                  <a:pt x="459" y="396"/>
                </a:lnTo>
                <a:lnTo>
                  <a:pt x="459" y="397"/>
                </a:lnTo>
                <a:lnTo>
                  <a:pt x="459" y="398"/>
                </a:lnTo>
                <a:lnTo>
                  <a:pt x="459" y="399"/>
                </a:lnTo>
                <a:lnTo>
                  <a:pt x="460" y="400"/>
                </a:lnTo>
                <a:lnTo>
                  <a:pt x="460" y="401"/>
                </a:lnTo>
                <a:lnTo>
                  <a:pt x="460" y="402"/>
                </a:lnTo>
                <a:lnTo>
                  <a:pt x="461" y="402"/>
                </a:lnTo>
                <a:lnTo>
                  <a:pt x="461" y="403"/>
                </a:lnTo>
                <a:lnTo>
                  <a:pt x="462" y="403"/>
                </a:lnTo>
                <a:lnTo>
                  <a:pt x="462" y="404"/>
                </a:lnTo>
                <a:lnTo>
                  <a:pt x="462" y="405"/>
                </a:lnTo>
                <a:lnTo>
                  <a:pt x="462" y="406"/>
                </a:lnTo>
                <a:lnTo>
                  <a:pt x="462" y="407"/>
                </a:lnTo>
                <a:lnTo>
                  <a:pt x="462" y="408"/>
                </a:lnTo>
                <a:lnTo>
                  <a:pt x="462" y="409"/>
                </a:lnTo>
                <a:lnTo>
                  <a:pt x="462" y="410"/>
                </a:lnTo>
                <a:lnTo>
                  <a:pt x="461" y="412"/>
                </a:lnTo>
                <a:lnTo>
                  <a:pt x="460" y="412"/>
                </a:lnTo>
                <a:lnTo>
                  <a:pt x="459" y="413"/>
                </a:lnTo>
                <a:lnTo>
                  <a:pt x="458" y="414"/>
                </a:lnTo>
                <a:lnTo>
                  <a:pt x="458" y="415"/>
                </a:lnTo>
                <a:lnTo>
                  <a:pt x="457" y="416"/>
                </a:lnTo>
                <a:lnTo>
                  <a:pt x="457" y="417"/>
                </a:lnTo>
                <a:lnTo>
                  <a:pt x="457" y="418"/>
                </a:lnTo>
                <a:lnTo>
                  <a:pt x="456" y="419"/>
                </a:lnTo>
                <a:lnTo>
                  <a:pt x="456" y="420"/>
                </a:lnTo>
                <a:lnTo>
                  <a:pt x="456" y="421"/>
                </a:lnTo>
                <a:lnTo>
                  <a:pt x="455" y="422"/>
                </a:lnTo>
                <a:lnTo>
                  <a:pt x="455" y="423"/>
                </a:lnTo>
                <a:lnTo>
                  <a:pt x="454" y="423"/>
                </a:lnTo>
                <a:lnTo>
                  <a:pt x="453" y="425"/>
                </a:lnTo>
                <a:lnTo>
                  <a:pt x="452" y="425"/>
                </a:lnTo>
                <a:lnTo>
                  <a:pt x="452" y="426"/>
                </a:lnTo>
                <a:lnTo>
                  <a:pt x="451" y="426"/>
                </a:lnTo>
                <a:lnTo>
                  <a:pt x="450" y="426"/>
                </a:lnTo>
                <a:lnTo>
                  <a:pt x="449" y="427"/>
                </a:lnTo>
                <a:lnTo>
                  <a:pt x="449" y="428"/>
                </a:lnTo>
                <a:lnTo>
                  <a:pt x="449" y="429"/>
                </a:lnTo>
                <a:lnTo>
                  <a:pt x="448" y="429"/>
                </a:lnTo>
                <a:lnTo>
                  <a:pt x="447" y="429"/>
                </a:lnTo>
                <a:lnTo>
                  <a:pt x="447" y="430"/>
                </a:lnTo>
                <a:lnTo>
                  <a:pt x="447" y="431"/>
                </a:lnTo>
                <a:lnTo>
                  <a:pt x="446" y="432"/>
                </a:lnTo>
                <a:lnTo>
                  <a:pt x="446" y="433"/>
                </a:lnTo>
                <a:lnTo>
                  <a:pt x="445" y="433"/>
                </a:lnTo>
                <a:lnTo>
                  <a:pt x="445" y="434"/>
                </a:lnTo>
                <a:lnTo>
                  <a:pt x="445" y="435"/>
                </a:lnTo>
                <a:lnTo>
                  <a:pt x="444" y="435"/>
                </a:lnTo>
                <a:lnTo>
                  <a:pt x="444" y="436"/>
                </a:lnTo>
                <a:lnTo>
                  <a:pt x="444" y="437"/>
                </a:lnTo>
                <a:lnTo>
                  <a:pt x="444" y="438"/>
                </a:lnTo>
                <a:lnTo>
                  <a:pt x="444" y="439"/>
                </a:lnTo>
                <a:lnTo>
                  <a:pt x="443" y="439"/>
                </a:lnTo>
                <a:lnTo>
                  <a:pt x="444" y="439"/>
                </a:lnTo>
                <a:lnTo>
                  <a:pt x="444" y="440"/>
                </a:lnTo>
                <a:lnTo>
                  <a:pt x="443" y="440"/>
                </a:lnTo>
                <a:lnTo>
                  <a:pt x="443" y="441"/>
                </a:lnTo>
                <a:lnTo>
                  <a:pt x="442" y="441"/>
                </a:lnTo>
                <a:lnTo>
                  <a:pt x="441" y="441"/>
                </a:lnTo>
                <a:lnTo>
                  <a:pt x="441" y="442"/>
                </a:lnTo>
                <a:lnTo>
                  <a:pt x="441" y="443"/>
                </a:lnTo>
                <a:lnTo>
                  <a:pt x="440" y="443"/>
                </a:lnTo>
                <a:lnTo>
                  <a:pt x="440" y="444"/>
                </a:lnTo>
                <a:lnTo>
                  <a:pt x="440" y="445"/>
                </a:lnTo>
                <a:lnTo>
                  <a:pt x="440" y="446"/>
                </a:lnTo>
                <a:lnTo>
                  <a:pt x="440" y="447"/>
                </a:lnTo>
                <a:lnTo>
                  <a:pt x="440" y="448"/>
                </a:lnTo>
                <a:lnTo>
                  <a:pt x="439" y="449"/>
                </a:lnTo>
                <a:lnTo>
                  <a:pt x="439" y="450"/>
                </a:lnTo>
                <a:lnTo>
                  <a:pt x="439" y="451"/>
                </a:lnTo>
                <a:lnTo>
                  <a:pt x="439" y="452"/>
                </a:lnTo>
                <a:lnTo>
                  <a:pt x="439" y="453"/>
                </a:lnTo>
                <a:lnTo>
                  <a:pt x="440" y="454"/>
                </a:lnTo>
                <a:lnTo>
                  <a:pt x="440" y="455"/>
                </a:lnTo>
                <a:lnTo>
                  <a:pt x="440" y="456"/>
                </a:lnTo>
                <a:lnTo>
                  <a:pt x="441" y="456"/>
                </a:lnTo>
                <a:lnTo>
                  <a:pt x="440" y="456"/>
                </a:lnTo>
                <a:lnTo>
                  <a:pt x="440" y="458"/>
                </a:lnTo>
                <a:lnTo>
                  <a:pt x="439" y="459"/>
                </a:lnTo>
                <a:lnTo>
                  <a:pt x="439" y="460"/>
                </a:lnTo>
                <a:lnTo>
                  <a:pt x="438" y="461"/>
                </a:lnTo>
                <a:lnTo>
                  <a:pt x="437" y="461"/>
                </a:lnTo>
                <a:lnTo>
                  <a:pt x="436" y="461"/>
                </a:lnTo>
                <a:lnTo>
                  <a:pt x="436" y="462"/>
                </a:lnTo>
                <a:lnTo>
                  <a:pt x="437" y="462"/>
                </a:lnTo>
                <a:lnTo>
                  <a:pt x="437" y="463"/>
                </a:lnTo>
                <a:lnTo>
                  <a:pt x="437" y="465"/>
                </a:lnTo>
                <a:lnTo>
                  <a:pt x="437" y="466"/>
                </a:lnTo>
                <a:lnTo>
                  <a:pt x="436" y="466"/>
                </a:lnTo>
                <a:lnTo>
                  <a:pt x="436" y="467"/>
                </a:lnTo>
                <a:lnTo>
                  <a:pt x="435" y="467"/>
                </a:lnTo>
                <a:lnTo>
                  <a:pt x="434" y="467"/>
                </a:lnTo>
                <a:lnTo>
                  <a:pt x="434" y="468"/>
                </a:lnTo>
                <a:lnTo>
                  <a:pt x="434" y="469"/>
                </a:lnTo>
                <a:lnTo>
                  <a:pt x="434" y="470"/>
                </a:lnTo>
                <a:lnTo>
                  <a:pt x="434" y="471"/>
                </a:lnTo>
                <a:lnTo>
                  <a:pt x="433" y="471"/>
                </a:lnTo>
                <a:lnTo>
                  <a:pt x="432" y="472"/>
                </a:lnTo>
                <a:lnTo>
                  <a:pt x="431" y="472"/>
                </a:lnTo>
                <a:lnTo>
                  <a:pt x="431" y="473"/>
                </a:lnTo>
                <a:lnTo>
                  <a:pt x="431" y="474"/>
                </a:lnTo>
                <a:lnTo>
                  <a:pt x="430" y="475"/>
                </a:lnTo>
                <a:lnTo>
                  <a:pt x="429" y="475"/>
                </a:lnTo>
                <a:lnTo>
                  <a:pt x="429" y="476"/>
                </a:lnTo>
                <a:lnTo>
                  <a:pt x="428" y="476"/>
                </a:lnTo>
                <a:lnTo>
                  <a:pt x="428" y="477"/>
                </a:lnTo>
                <a:lnTo>
                  <a:pt x="428" y="478"/>
                </a:lnTo>
                <a:lnTo>
                  <a:pt x="428" y="480"/>
                </a:lnTo>
                <a:lnTo>
                  <a:pt x="428" y="481"/>
                </a:lnTo>
                <a:lnTo>
                  <a:pt x="428" y="482"/>
                </a:lnTo>
                <a:lnTo>
                  <a:pt x="428" y="483"/>
                </a:lnTo>
                <a:lnTo>
                  <a:pt x="428" y="484"/>
                </a:lnTo>
                <a:lnTo>
                  <a:pt x="429" y="484"/>
                </a:lnTo>
                <a:lnTo>
                  <a:pt x="429" y="486"/>
                </a:lnTo>
                <a:lnTo>
                  <a:pt x="429" y="487"/>
                </a:lnTo>
                <a:lnTo>
                  <a:pt x="429" y="488"/>
                </a:lnTo>
                <a:lnTo>
                  <a:pt x="429" y="489"/>
                </a:lnTo>
                <a:lnTo>
                  <a:pt x="429" y="490"/>
                </a:lnTo>
                <a:lnTo>
                  <a:pt x="429" y="491"/>
                </a:lnTo>
                <a:lnTo>
                  <a:pt x="430" y="491"/>
                </a:lnTo>
                <a:lnTo>
                  <a:pt x="430" y="492"/>
                </a:lnTo>
                <a:lnTo>
                  <a:pt x="430" y="493"/>
                </a:lnTo>
                <a:lnTo>
                  <a:pt x="430" y="497"/>
                </a:lnTo>
                <a:lnTo>
                  <a:pt x="430" y="498"/>
                </a:lnTo>
                <a:lnTo>
                  <a:pt x="429" y="498"/>
                </a:lnTo>
                <a:lnTo>
                  <a:pt x="429" y="499"/>
                </a:lnTo>
                <a:lnTo>
                  <a:pt x="429" y="500"/>
                </a:lnTo>
                <a:lnTo>
                  <a:pt x="429" y="501"/>
                </a:lnTo>
                <a:lnTo>
                  <a:pt x="429" y="502"/>
                </a:lnTo>
                <a:lnTo>
                  <a:pt x="429" y="503"/>
                </a:lnTo>
                <a:lnTo>
                  <a:pt x="428" y="503"/>
                </a:lnTo>
                <a:lnTo>
                  <a:pt x="428" y="504"/>
                </a:lnTo>
                <a:lnTo>
                  <a:pt x="428" y="505"/>
                </a:lnTo>
                <a:lnTo>
                  <a:pt x="428" y="506"/>
                </a:lnTo>
                <a:lnTo>
                  <a:pt x="429" y="506"/>
                </a:lnTo>
                <a:lnTo>
                  <a:pt x="429" y="507"/>
                </a:lnTo>
                <a:lnTo>
                  <a:pt x="430" y="508"/>
                </a:lnTo>
                <a:lnTo>
                  <a:pt x="431" y="508"/>
                </a:lnTo>
                <a:lnTo>
                  <a:pt x="431" y="509"/>
                </a:lnTo>
                <a:lnTo>
                  <a:pt x="432" y="509"/>
                </a:lnTo>
                <a:lnTo>
                  <a:pt x="433" y="509"/>
                </a:lnTo>
                <a:lnTo>
                  <a:pt x="433" y="510"/>
                </a:lnTo>
                <a:lnTo>
                  <a:pt x="434" y="510"/>
                </a:lnTo>
                <a:lnTo>
                  <a:pt x="439" y="510"/>
                </a:lnTo>
                <a:lnTo>
                  <a:pt x="440" y="510"/>
                </a:lnTo>
                <a:lnTo>
                  <a:pt x="441" y="511"/>
                </a:lnTo>
                <a:lnTo>
                  <a:pt x="440" y="511"/>
                </a:lnTo>
                <a:lnTo>
                  <a:pt x="440" y="512"/>
                </a:lnTo>
                <a:lnTo>
                  <a:pt x="440" y="513"/>
                </a:lnTo>
                <a:lnTo>
                  <a:pt x="440" y="514"/>
                </a:lnTo>
                <a:lnTo>
                  <a:pt x="439" y="514"/>
                </a:lnTo>
                <a:lnTo>
                  <a:pt x="440" y="514"/>
                </a:lnTo>
                <a:lnTo>
                  <a:pt x="441" y="515"/>
                </a:lnTo>
                <a:lnTo>
                  <a:pt x="442" y="515"/>
                </a:lnTo>
                <a:lnTo>
                  <a:pt x="443" y="514"/>
                </a:lnTo>
                <a:lnTo>
                  <a:pt x="443" y="515"/>
                </a:lnTo>
                <a:lnTo>
                  <a:pt x="442" y="516"/>
                </a:lnTo>
                <a:lnTo>
                  <a:pt x="442" y="515"/>
                </a:lnTo>
                <a:lnTo>
                  <a:pt x="441" y="515"/>
                </a:lnTo>
                <a:lnTo>
                  <a:pt x="441" y="516"/>
                </a:lnTo>
                <a:lnTo>
                  <a:pt x="440" y="517"/>
                </a:lnTo>
                <a:lnTo>
                  <a:pt x="439" y="517"/>
                </a:lnTo>
                <a:lnTo>
                  <a:pt x="439" y="518"/>
                </a:lnTo>
                <a:lnTo>
                  <a:pt x="439" y="519"/>
                </a:lnTo>
                <a:lnTo>
                  <a:pt x="439" y="520"/>
                </a:lnTo>
                <a:lnTo>
                  <a:pt x="440" y="521"/>
                </a:lnTo>
                <a:lnTo>
                  <a:pt x="440" y="522"/>
                </a:lnTo>
                <a:lnTo>
                  <a:pt x="441" y="522"/>
                </a:lnTo>
                <a:lnTo>
                  <a:pt x="441" y="523"/>
                </a:lnTo>
                <a:lnTo>
                  <a:pt x="441" y="524"/>
                </a:lnTo>
                <a:lnTo>
                  <a:pt x="442" y="524"/>
                </a:lnTo>
                <a:lnTo>
                  <a:pt x="442" y="525"/>
                </a:lnTo>
                <a:lnTo>
                  <a:pt x="442" y="526"/>
                </a:lnTo>
                <a:lnTo>
                  <a:pt x="443" y="526"/>
                </a:lnTo>
                <a:lnTo>
                  <a:pt x="443" y="527"/>
                </a:lnTo>
                <a:lnTo>
                  <a:pt x="443" y="528"/>
                </a:lnTo>
                <a:lnTo>
                  <a:pt x="444" y="528"/>
                </a:lnTo>
                <a:lnTo>
                  <a:pt x="444" y="529"/>
                </a:lnTo>
                <a:lnTo>
                  <a:pt x="443" y="529"/>
                </a:lnTo>
                <a:lnTo>
                  <a:pt x="444" y="529"/>
                </a:lnTo>
                <a:lnTo>
                  <a:pt x="444" y="530"/>
                </a:lnTo>
                <a:lnTo>
                  <a:pt x="445" y="530"/>
                </a:lnTo>
                <a:lnTo>
                  <a:pt x="446" y="530"/>
                </a:lnTo>
                <a:lnTo>
                  <a:pt x="446" y="531"/>
                </a:lnTo>
                <a:lnTo>
                  <a:pt x="447" y="531"/>
                </a:lnTo>
                <a:lnTo>
                  <a:pt x="448" y="531"/>
                </a:lnTo>
                <a:lnTo>
                  <a:pt x="448" y="530"/>
                </a:lnTo>
                <a:lnTo>
                  <a:pt x="449" y="530"/>
                </a:lnTo>
                <a:lnTo>
                  <a:pt x="450" y="530"/>
                </a:lnTo>
                <a:lnTo>
                  <a:pt x="450" y="531"/>
                </a:lnTo>
                <a:lnTo>
                  <a:pt x="449" y="531"/>
                </a:lnTo>
                <a:lnTo>
                  <a:pt x="449" y="532"/>
                </a:lnTo>
                <a:lnTo>
                  <a:pt x="450" y="533"/>
                </a:lnTo>
                <a:lnTo>
                  <a:pt x="450" y="534"/>
                </a:lnTo>
                <a:lnTo>
                  <a:pt x="450" y="535"/>
                </a:lnTo>
                <a:lnTo>
                  <a:pt x="451" y="535"/>
                </a:lnTo>
                <a:lnTo>
                  <a:pt x="450" y="535"/>
                </a:lnTo>
                <a:lnTo>
                  <a:pt x="450" y="536"/>
                </a:lnTo>
                <a:lnTo>
                  <a:pt x="451" y="536"/>
                </a:lnTo>
                <a:lnTo>
                  <a:pt x="452" y="536"/>
                </a:lnTo>
                <a:lnTo>
                  <a:pt x="452" y="537"/>
                </a:lnTo>
                <a:lnTo>
                  <a:pt x="452" y="538"/>
                </a:lnTo>
                <a:lnTo>
                  <a:pt x="452" y="539"/>
                </a:lnTo>
                <a:lnTo>
                  <a:pt x="451" y="539"/>
                </a:lnTo>
                <a:lnTo>
                  <a:pt x="451" y="540"/>
                </a:lnTo>
                <a:lnTo>
                  <a:pt x="450" y="539"/>
                </a:lnTo>
                <a:lnTo>
                  <a:pt x="449" y="539"/>
                </a:lnTo>
                <a:lnTo>
                  <a:pt x="449" y="540"/>
                </a:lnTo>
                <a:lnTo>
                  <a:pt x="449" y="541"/>
                </a:lnTo>
                <a:lnTo>
                  <a:pt x="448" y="541"/>
                </a:lnTo>
                <a:lnTo>
                  <a:pt x="448" y="542"/>
                </a:lnTo>
                <a:lnTo>
                  <a:pt x="447" y="542"/>
                </a:lnTo>
                <a:lnTo>
                  <a:pt x="446" y="542"/>
                </a:lnTo>
                <a:lnTo>
                  <a:pt x="445" y="542"/>
                </a:lnTo>
                <a:lnTo>
                  <a:pt x="445" y="543"/>
                </a:lnTo>
                <a:lnTo>
                  <a:pt x="445" y="544"/>
                </a:lnTo>
                <a:lnTo>
                  <a:pt x="446" y="544"/>
                </a:lnTo>
                <a:lnTo>
                  <a:pt x="447" y="546"/>
                </a:lnTo>
                <a:lnTo>
                  <a:pt x="446" y="546"/>
                </a:lnTo>
                <a:lnTo>
                  <a:pt x="446" y="547"/>
                </a:lnTo>
                <a:lnTo>
                  <a:pt x="446" y="548"/>
                </a:lnTo>
                <a:lnTo>
                  <a:pt x="448" y="548"/>
                </a:lnTo>
                <a:lnTo>
                  <a:pt x="449" y="548"/>
                </a:lnTo>
                <a:lnTo>
                  <a:pt x="450" y="548"/>
                </a:lnTo>
                <a:lnTo>
                  <a:pt x="451" y="549"/>
                </a:lnTo>
                <a:lnTo>
                  <a:pt x="452" y="549"/>
                </a:lnTo>
                <a:lnTo>
                  <a:pt x="452" y="550"/>
                </a:lnTo>
                <a:lnTo>
                  <a:pt x="453" y="550"/>
                </a:lnTo>
                <a:lnTo>
                  <a:pt x="454" y="550"/>
                </a:lnTo>
                <a:lnTo>
                  <a:pt x="455" y="550"/>
                </a:lnTo>
                <a:lnTo>
                  <a:pt x="456" y="550"/>
                </a:lnTo>
                <a:lnTo>
                  <a:pt x="456" y="551"/>
                </a:lnTo>
                <a:lnTo>
                  <a:pt x="457" y="551"/>
                </a:lnTo>
                <a:lnTo>
                  <a:pt x="457" y="552"/>
                </a:lnTo>
                <a:lnTo>
                  <a:pt x="458" y="553"/>
                </a:lnTo>
                <a:lnTo>
                  <a:pt x="459" y="552"/>
                </a:lnTo>
                <a:lnTo>
                  <a:pt x="460" y="553"/>
                </a:lnTo>
                <a:lnTo>
                  <a:pt x="460" y="554"/>
                </a:lnTo>
                <a:lnTo>
                  <a:pt x="461" y="554"/>
                </a:lnTo>
                <a:lnTo>
                  <a:pt x="462" y="554"/>
                </a:lnTo>
                <a:lnTo>
                  <a:pt x="463" y="554"/>
                </a:lnTo>
                <a:lnTo>
                  <a:pt x="464" y="555"/>
                </a:lnTo>
                <a:lnTo>
                  <a:pt x="465" y="556"/>
                </a:lnTo>
                <a:lnTo>
                  <a:pt x="464" y="556"/>
                </a:lnTo>
                <a:lnTo>
                  <a:pt x="464" y="557"/>
                </a:lnTo>
                <a:lnTo>
                  <a:pt x="463" y="558"/>
                </a:lnTo>
                <a:lnTo>
                  <a:pt x="463" y="559"/>
                </a:lnTo>
                <a:lnTo>
                  <a:pt x="462" y="559"/>
                </a:lnTo>
                <a:lnTo>
                  <a:pt x="462" y="560"/>
                </a:lnTo>
                <a:lnTo>
                  <a:pt x="462" y="561"/>
                </a:lnTo>
                <a:lnTo>
                  <a:pt x="461" y="561"/>
                </a:lnTo>
                <a:lnTo>
                  <a:pt x="460" y="561"/>
                </a:lnTo>
                <a:lnTo>
                  <a:pt x="460" y="562"/>
                </a:lnTo>
                <a:lnTo>
                  <a:pt x="460" y="563"/>
                </a:lnTo>
                <a:lnTo>
                  <a:pt x="460" y="565"/>
                </a:lnTo>
                <a:lnTo>
                  <a:pt x="460" y="566"/>
                </a:lnTo>
                <a:lnTo>
                  <a:pt x="460" y="567"/>
                </a:lnTo>
                <a:lnTo>
                  <a:pt x="460" y="568"/>
                </a:lnTo>
                <a:lnTo>
                  <a:pt x="460" y="569"/>
                </a:lnTo>
                <a:lnTo>
                  <a:pt x="459" y="569"/>
                </a:lnTo>
                <a:lnTo>
                  <a:pt x="459" y="570"/>
                </a:lnTo>
                <a:lnTo>
                  <a:pt x="461" y="570"/>
                </a:lnTo>
                <a:lnTo>
                  <a:pt x="462" y="570"/>
                </a:lnTo>
                <a:lnTo>
                  <a:pt x="462" y="569"/>
                </a:lnTo>
                <a:lnTo>
                  <a:pt x="462" y="568"/>
                </a:lnTo>
                <a:lnTo>
                  <a:pt x="463" y="568"/>
                </a:lnTo>
                <a:lnTo>
                  <a:pt x="463" y="569"/>
                </a:lnTo>
                <a:lnTo>
                  <a:pt x="464" y="569"/>
                </a:lnTo>
                <a:lnTo>
                  <a:pt x="463" y="570"/>
                </a:lnTo>
                <a:lnTo>
                  <a:pt x="464" y="570"/>
                </a:lnTo>
                <a:lnTo>
                  <a:pt x="464" y="571"/>
                </a:lnTo>
                <a:lnTo>
                  <a:pt x="464" y="572"/>
                </a:lnTo>
                <a:lnTo>
                  <a:pt x="465" y="572"/>
                </a:lnTo>
                <a:lnTo>
                  <a:pt x="465" y="573"/>
                </a:lnTo>
                <a:lnTo>
                  <a:pt x="465" y="574"/>
                </a:lnTo>
                <a:lnTo>
                  <a:pt x="465" y="575"/>
                </a:lnTo>
                <a:lnTo>
                  <a:pt x="466" y="575"/>
                </a:lnTo>
                <a:lnTo>
                  <a:pt x="467" y="576"/>
                </a:lnTo>
                <a:lnTo>
                  <a:pt x="467" y="577"/>
                </a:lnTo>
                <a:lnTo>
                  <a:pt x="468" y="577"/>
                </a:lnTo>
                <a:lnTo>
                  <a:pt x="467" y="578"/>
                </a:lnTo>
                <a:lnTo>
                  <a:pt x="466" y="578"/>
                </a:lnTo>
                <a:lnTo>
                  <a:pt x="465" y="578"/>
                </a:lnTo>
                <a:lnTo>
                  <a:pt x="465" y="579"/>
                </a:lnTo>
                <a:lnTo>
                  <a:pt x="464" y="579"/>
                </a:lnTo>
                <a:lnTo>
                  <a:pt x="464" y="580"/>
                </a:lnTo>
                <a:lnTo>
                  <a:pt x="463" y="580"/>
                </a:lnTo>
                <a:lnTo>
                  <a:pt x="463" y="581"/>
                </a:lnTo>
                <a:lnTo>
                  <a:pt x="463" y="582"/>
                </a:lnTo>
                <a:lnTo>
                  <a:pt x="462" y="582"/>
                </a:lnTo>
                <a:lnTo>
                  <a:pt x="462" y="581"/>
                </a:lnTo>
                <a:lnTo>
                  <a:pt x="462" y="582"/>
                </a:lnTo>
                <a:lnTo>
                  <a:pt x="461" y="582"/>
                </a:lnTo>
                <a:lnTo>
                  <a:pt x="460" y="582"/>
                </a:lnTo>
                <a:lnTo>
                  <a:pt x="460" y="584"/>
                </a:lnTo>
                <a:lnTo>
                  <a:pt x="460" y="585"/>
                </a:lnTo>
                <a:lnTo>
                  <a:pt x="461" y="585"/>
                </a:lnTo>
                <a:lnTo>
                  <a:pt x="462" y="585"/>
                </a:lnTo>
                <a:lnTo>
                  <a:pt x="462" y="586"/>
                </a:lnTo>
                <a:lnTo>
                  <a:pt x="462" y="587"/>
                </a:lnTo>
                <a:lnTo>
                  <a:pt x="463" y="588"/>
                </a:lnTo>
                <a:lnTo>
                  <a:pt x="464" y="588"/>
                </a:lnTo>
                <a:lnTo>
                  <a:pt x="465" y="587"/>
                </a:lnTo>
                <a:lnTo>
                  <a:pt x="466" y="587"/>
                </a:lnTo>
                <a:lnTo>
                  <a:pt x="467" y="587"/>
                </a:lnTo>
                <a:lnTo>
                  <a:pt x="467" y="588"/>
                </a:lnTo>
                <a:lnTo>
                  <a:pt x="468" y="588"/>
                </a:lnTo>
                <a:lnTo>
                  <a:pt x="469" y="589"/>
                </a:lnTo>
                <a:lnTo>
                  <a:pt x="470" y="589"/>
                </a:lnTo>
                <a:lnTo>
                  <a:pt x="471" y="589"/>
                </a:lnTo>
                <a:lnTo>
                  <a:pt x="472" y="590"/>
                </a:lnTo>
                <a:lnTo>
                  <a:pt x="472" y="591"/>
                </a:lnTo>
                <a:lnTo>
                  <a:pt x="472" y="592"/>
                </a:lnTo>
                <a:lnTo>
                  <a:pt x="473" y="592"/>
                </a:lnTo>
                <a:lnTo>
                  <a:pt x="473" y="593"/>
                </a:lnTo>
                <a:lnTo>
                  <a:pt x="474" y="593"/>
                </a:lnTo>
                <a:lnTo>
                  <a:pt x="476" y="593"/>
                </a:lnTo>
                <a:lnTo>
                  <a:pt x="477" y="593"/>
                </a:lnTo>
                <a:lnTo>
                  <a:pt x="477" y="594"/>
                </a:lnTo>
                <a:lnTo>
                  <a:pt x="477" y="595"/>
                </a:lnTo>
                <a:lnTo>
                  <a:pt x="478" y="595"/>
                </a:lnTo>
                <a:lnTo>
                  <a:pt x="479" y="595"/>
                </a:lnTo>
                <a:lnTo>
                  <a:pt x="479" y="596"/>
                </a:lnTo>
                <a:lnTo>
                  <a:pt x="480" y="597"/>
                </a:lnTo>
                <a:lnTo>
                  <a:pt x="480" y="599"/>
                </a:lnTo>
                <a:lnTo>
                  <a:pt x="481" y="600"/>
                </a:lnTo>
                <a:lnTo>
                  <a:pt x="481" y="601"/>
                </a:lnTo>
                <a:lnTo>
                  <a:pt x="482" y="601"/>
                </a:lnTo>
                <a:lnTo>
                  <a:pt x="482" y="602"/>
                </a:lnTo>
                <a:lnTo>
                  <a:pt x="481" y="602"/>
                </a:lnTo>
                <a:lnTo>
                  <a:pt x="481" y="603"/>
                </a:lnTo>
                <a:lnTo>
                  <a:pt x="481" y="604"/>
                </a:lnTo>
                <a:lnTo>
                  <a:pt x="481" y="605"/>
                </a:lnTo>
                <a:lnTo>
                  <a:pt x="482" y="605"/>
                </a:lnTo>
                <a:lnTo>
                  <a:pt x="482" y="606"/>
                </a:lnTo>
                <a:lnTo>
                  <a:pt x="483" y="607"/>
                </a:lnTo>
                <a:lnTo>
                  <a:pt x="484" y="607"/>
                </a:lnTo>
                <a:lnTo>
                  <a:pt x="484" y="608"/>
                </a:lnTo>
                <a:lnTo>
                  <a:pt x="485" y="608"/>
                </a:lnTo>
                <a:lnTo>
                  <a:pt x="485" y="609"/>
                </a:lnTo>
                <a:lnTo>
                  <a:pt x="486" y="610"/>
                </a:lnTo>
                <a:lnTo>
                  <a:pt x="487" y="610"/>
                </a:lnTo>
                <a:lnTo>
                  <a:pt x="488" y="610"/>
                </a:lnTo>
                <a:lnTo>
                  <a:pt x="489" y="610"/>
                </a:lnTo>
                <a:lnTo>
                  <a:pt x="490" y="611"/>
                </a:lnTo>
                <a:lnTo>
                  <a:pt x="491" y="611"/>
                </a:lnTo>
                <a:lnTo>
                  <a:pt x="492" y="611"/>
                </a:lnTo>
                <a:lnTo>
                  <a:pt x="492" y="612"/>
                </a:lnTo>
                <a:lnTo>
                  <a:pt x="493" y="612"/>
                </a:lnTo>
                <a:lnTo>
                  <a:pt x="494" y="612"/>
                </a:lnTo>
                <a:lnTo>
                  <a:pt x="494" y="613"/>
                </a:lnTo>
                <a:lnTo>
                  <a:pt x="495" y="613"/>
                </a:lnTo>
                <a:lnTo>
                  <a:pt x="495" y="614"/>
                </a:lnTo>
                <a:lnTo>
                  <a:pt x="496" y="614"/>
                </a:lnTo>
                <a:lnTo>
                  <a:pt x="496" y="615"/>
                </a:lnTo>
                <a:lnTo>
                  <a:pt x="497" y="615"/>
                </a:lnTo>
                <a:lnTo>
                  <a:pt x="497" y="616"/>
                </a:lnTo>
                <a:lnTo>
                  <a:pt x="497" y="617"/>
                </a:lnTo>
                <a:lnTo>
                  <a:pt x="498" y="617"/>
                </a:lnTo>
                <a:lnTo>
                  <a:pt x="497" y="618"/>
                </a:lnTo>
                <a:lnTo>
                  <a:pt x="497" y="619"/>
                </a:lnTo>
                <a:lnTo>
                  <a:pt x="497" y="620"/>
                </a:lnTo>
                <a:lnTo>
                  <a:pt x="498" y="620"/>
                </a:lnTo>
                <a:lnTo>
                  <a:pt x="498" y="621"/>
                </a:lnTo>
                <a:lnTo>
                  <a:pt x="499" y="621"/>
                </a:lnTo>
                <a:lnTo>
                  <a:pt x="499" y="622"/>
                </a:lnTo>
                <a:lnTo>
                  <a:pt x="499" y="623"/>
                </a:lnTo>
                <a:lnTo>
                  <a:pt x="499" y="625"/>
                </a:lnTo>
                <a:lnTo>
                  <a:pt x="500" y="625"/>
                </a:lnTo>
                <a:lnTo>
                  <a:pt x="499" y="626"/>
                </a:lnTo>
                <a:lnTo>
                  <a:pt x="499" y="627"/>
                </a:lnTo>
                <a:lnTo>
                  <a:pt x="499" y="628"/>
                </a:lnTo>
                <a:lnTo>
                  <a:pt x="498" y="629"/>
                </a:lnTo>
                <a:lnTo>
                  <a:pt x="498" y="630"/>
                </a:lnTo>
                <a:lnTo>
                  <a:pt x="497" y="630"/>
                </a:lnTo>
                <a:lnTo>
                  <a:pt x="497" y="629"/>
                </a:lnTo>
                <a:lnTo>
                  <a:pt x="497" y="630"/>
                </a:lnTo>
                <a:lnTo>
                  <a:pt x="496" y="630"/>
                </a:lnTo>
                <a:lnTo>
                  <a:pt x="497" y="630"/>
                </a:lnTo>
                <a:lnTo>
                  <a:pt x="497" y="631"/>
                </a:lnTo>
                <a:lnTo>
                  <a:pt x="498" y="631"/>
                </a:lnTo>
                <a:lnTo>
                  <a:pt x="498" y="632"/>
                </a:lnTo>
                <a:lnTo>
                  <a:pt x="498" y="633"/>
                </a:lnTo>
                <a:lnTo>
                  <a:pt x="498" y="634"/>
                </a:lnTo>
                <a:lnTo>
                  <a:pt x="499" y="635"/>
                </a:lnTo>
                <a:lnTo>
                  <a:pt x="499" y="636"/>
                </a:lnTo>
                <a:lnTo>
                  <a:pt x="500" y="636"/>
                </a:lnTo>
                <a:lnTo>
                  <a:pt x="500" y="637"/>
                </a:lnTo>
                <a:lnTo>
                  <a:pt x="500" y="638"/>
                </a:lnTo>
                <a:lnTo>
                  <a:pt x="499" y="638"/>
                </a:lnTo>
                <a:lnTo>
                  <a:pt x="499" y="639"/>
                </a:lnTo>
                <a:lnTo>
                  <a:pt x="500" y="640"/>
                </a:lnTo>
                <a:lnTo>
                  <a:pt x="499" y="640"/>
                </a:lnTo>
                <a:lnTo>
                  <a:pt x="499" y="641"/>
                </a:lnTo>
                <a:lnTo>
                  <a:pt x="498" y="641"/>
                </a:lnTo>
                <a:lnTo>
                  <a:pt x="497" y="642"/>
                </a:lnTo>
                <a:lnTo>
                  <a:pt x="497" y="643"/>
                </a:lnTo>
                <a:lnTo>
                  <a:pt x="497" y="644"/>
                </a:lnTo>
                <a:lnTo>
                  <a:pt x="497" y="643"/>
                </a:lnTo>
                <a:lnTo>
                  <a:pt x="497" y="644"/>
                </a:lnTo>
                <a:lnTo>
                  <a:pt x="496" y="644"/>
                </a:lnTo>
                <a:lnTo>
                  <a:pt x="496" y="645"/>
                </a:lnTo>
                <a:lnTo>
                  <a:pt x="496" y="646"/>
                </a:lnTo>
                <a:lnTo>
                  <a:pt x="495" y="647"/>
                </a:lnTo>
                <a:lnTo>
                  <a:pt x="496" y="648"/>
                </a:lnTo>
                <a:lnTo>
                  <a:pt x="496" y="649"/>
                </a:lnTo>
                <a:lnTo>
                  <a:pt x="496" y="648"/>
                </a:lnTo>
                <a:lnTo>
                  <a:pt x="495" y="648"/>
                </a:lnTo>
                <a:lnTo>
                  <a:pt x="494" y="648"/>
                </a:lnTo>
                <a:lnTo>
                  <a:pt x="493" y="649"/>
                </a:lnTo>
                <a:lnTo>
                  <a:pt x="493" y="650"/>
                </a:lnTo>
                <a:lnTo>
                  <a:pt x="492" y="650"/>
                </a:lnTo>
                <a:lnTo>
                  <a:pt x="492" y="651"/>
                </a:lnTo>
                <a:lnTo>
                  <a:pt x="491" y="652"/>
                </a:lnTo>
                <a:lnTo>
                  <a:pt x="490" y="653"/>
                </a:lnTo>
                <a:lnTo>
                  <a:pt x="490" y="654"/>
                </a:lnTo>
                <a:lnTo>
                  <a:pt x="489" y="654"/>
                </a:lnTo>
                <a:lnTo>
                  <a:pt x="489" y="653"/>
                </a:lnTo>
                <a:lnTo>
                  <a:pt x="488" y="653"/>
                </a:lnTo>
                <a:lnTo>
                  <a:pt x="488" y="654"/>
                </a:lnTo>
                <a:lnTo>
                  <a:pt x="488" y="653"/>
                </a:lnTo>
                <a:lnTo>
                  <a:pt x="487" y="653"/>
                </a:lnTo>
                <a:lnTo>
                  <a:pt x="486" y="653"/>
                </a:lnTo>
                <a:lnTo>
                  <a:pt x="486" y="652"/>
                </a:lnTo>
                <a:lnTo>
                  <a:pt x="484" y="652"/>
                </a:lnTo>
                <a:lnTo>
                  <a:pt x="484" y="653"/>
                </a:lnTo>
                <a:lnTo>
                  <a:pt x="483" y="653"/>
                </a:lnTo>
                <a:lnTo>
                  <a:pt x="482" y="653"/>
                </a:lnTo>
                <a:lnTo>
                  <a:pt x="482" y="654"/>
                </a:lnTo>
                <a:lnTo>
                  <a:pt x="481" y="654"/>
                </a:lnTo>
                <a:lnTo>
                  <a:pt x="481" y="655"/>
                </a:lnTo>
                <a:lnTo>
                  <a:pt x="480" y="655"/>
                </a:lnTo>
                <a:lnTo>
                  <a:pt x="480" y="656"/>
                </a:lnTo>
                <a:lnTo>
                  <a:pt x="480" y="657"/>
                </a:lnTo>
                <a:lnTo>
                  <a:pt x="481" y="657"/>
                </a:lnTo>
                <a:lnTo>
                  <a:pt x="481" y="658"/>
                </a:lnTo>
                <a:lnTo>
                  <a:pt x="481" y="659"/>
                </a:lnTo>
                <a:lnTo>
                  <a:pt x="480" y="659"/>
                </a:lnTo>
                <a:lnTo>
                  <a:pt x="480" y="658"/>
                </a:lnTo>
                <a:lnTo>
                  <a:pt x="479" y="658"/>
                </a:lnTo>
                <a:lnTo>
                  <a:pt x="479" y="659"/>
                </a:lnTo>
                <a:lnTo>
                  <a:pt x="478" y="659"/>
                </a:lnTo>
                <a:lnTo>
                  <a:pt x="477" y="659"/>
                </a:lnTo>
                <a:lnTo>
                  <a:pt x="476" y="659"/>
                </a:lnTo>
                <a:lnTo>
                  <a:pt x="475" y="659"/>
                </a:lnTo>
                <a:lnTo>
                  <a:pt x="475" y="660"/>
                </a:lnTo>
                <a:lnTo>
                  <a:pt x="474" y="660"/>
                </a:lnTo>
                <a:lnTo>
                  <a:pt x="473" y="660"/>
                </a:lnTo>
                <a:lnTo>
                  <a:pt x="473" y="661"/>
                </a:lnTo>
                <a:lnTo>
                  <a:pt x="472" y="661"/>
                </a:lnTo>
                <a:lnTo>
                  <a:pt x="472" y="662"/>
                </a:lnTo>
                <a:lnTo>
                  <a:pt x="471" y="662"/>
                </a:lnTo>
                <a:lnTo>
                  <a:pt x="472" y="662"/>
                </a:lnTo>
                <a:lnTo>
                  <a:pt x="472" y="663"/>
                </a:lnTo>
                <a:lnTo>
                  <a:pt x="472" y="664"/>
                </a:lnTo>
                <a:lnTo>
                  <a:pt x="471" y="664"/>
                </a:lnTo>
                <a:lnTo>
                  <a:pt x="471" y="665"/>
                </a:lnTo>
                <a:lnTo>
                  <a:pt x="470" y="664"/>
                </a:lnTo>
                <a:lnTo>
                  <a:pt x="469" y="663"/>
                </a:lnTo>
                <a:lnTo>
                  <a:pt x="468" y="662"/>
                </a:lnTo>
                <a:lnTo>
                  <a:pt x="468" y="661"/>
                </a:lnTo>
                <a:lnTo>
                  <a:pt x="467" y="661"/>
                </a:lnTo>
                <a:lnTo>
                  <a:pt x="467" y="660"/>
                </a:lnTo>
                <a:lnTo>
                  <a:pt x="467" y="661"/>
                </a:lnTo>
                <a:lnTo>
                  <a:pt x="466" y="660"/>
                </a:lnTo>
                <a:lnTo>
                  <a:pt x="466" y="659"/>
                </a:lnTo>
                <a:lnTo>
                  <a:pt x="466" y="658"/>
                </a:lnTo>
                <a:lnTo>
                  <a:pt x="465" y="658"/>
                </a:lnTo>
                <a:lnTo>
                  <a:pt x="465" y="659"/>
                </a:lnTo>
                <a:lnTo>
                  <a:pt x="464" y="660"/>
                </a:lnTo>
                <a:lnTo>
                  <a:pt x="463" y="660"/>
                </a:lnTo>
                <a:lnTo>
                  <a:pt x="462" y="659"/>
                </a:lnTo>
                <a:lnTo>
                  <a:pt x="461" y="659"/>
                </a:lnTo>
                <a:lnTo>
                  <a:pt x="460" y="658"/>
                </a:lnTo>
                <a:lnTo>
                  <a:pt x="461" y="658"/>
                </a:lnTo>
                <a:lnTo>
                  <a:pt x="461" y="657"/>
                </a:lnTo>
                <a:lnTo>
                  <a:pt x="461" y="656"/>
                </a:lnTo>
                <a:lnTo>
                  <a:pt x="460" y="656"/>
                </a:lnTo>
                <a:lnTo>
                  <a:pt x="460" y="654"/>
                </a:lnTo>
                <a:lnTo>
                  <a:pt x="460" y="653"/>
                </a:lnTo>
                <a:lnTo>
                  <a:pt x="460" y="652"/>
                </a:lnTo>
                <a:lnTo>
                  <a:pt x="459" y="652"/>
                </a:lnTo>
                <a:lnTo>
                  <a:pt x="459" y="651"/>
                </a:lnTo>
                <a:lnTo>
                  <a:pt x="460" y="651"/>
                </a:lnTo>
                <a:lnTo>
                  <a:pt x="460" y="650"/>
                </a:lnTo>
                <a:lnTo>
                  <a:pt x="459" y="650"/>
                </a:lnTo>
                <a:lnTo>
                  <a:pt x="459" y="649"/>
                </a:lnTo>
                <a:lnTo>
                  <a:pt x="458" y="649"/>
                </a:lnTo>
                <a:lnTo>
                  <a:pt x="458" y="650"/>
                </a:lnTo>
                <a:lnTo>
                  <a:pt x="458" y="649"/>
                </a:lnTo>
                <a:lnTo>
                  <a:pt x="457" y="649"/>
                </a:lnTo>
                <a:lnTo>
                  <a:pt x="456" y="648"/>
                </a:lnTo>
                <a:lnTo>
                  <a:pt x="455" y="648"/>
                </a:lnTo>
                <a:lnTo>
                  <a:pt x="455" y="649"/>
                </a:lnTo>
                <a:lnTo>
                  <a:pt x="455" y="650"/>
                </a:lnTo>
                <a:lnTo>
                  <a:pt x="455" y="651"/>
                </a:lnTo>
                <a:lnTo>
                  <a:pt x="454" y="651"/>
                </a:lnTo>
                <a:lnTo>
                  <a:pt x="453" y="651"/>
                </a:lnTo>
                <a:lnTo>
                  <a:pt x="453" y="650"/>
                </a:lnTo>
                <a:lnTo>
                  <a:pt x="453" y="651"/>
                </a:lnTo>
                <a:lnTo>
                  <a:pt x="452" y="652"/>
                </a:lnTo>
                <a:lnTo>
                  <a:pt x="451" y="653"/>
                </a:lnTo>
                <a:lnTo>
                  <a:pt x="451" y="654"/>
                </a:lnTo>
                <a:lnTo>
                  <a:pt x="450" y="655"/>
                </a:lnTo>
                <a:lnTo>
                  <a:pt x="449" y="655"/>
                </a:lnTo>
                <a:lnTo>
                  <a:pt x="449" y="656"/>
                </a:lnTo>
                <a:lnTo>
                  <a:pt x="449" y="657"/>
                </a:lnTo>
                <a:lnTo>
                  <a:pt x="448" y="657"/>
                </a:lnTo>
                <a:lnTo>
                  <a:pt x="448" y="656"/>
                </a:lnTo>
                <a:lnTo>
                  <a:pt x="447" y="656"/>
                </a:lnTo>
                <a:lnTo>
                  <a:pt x="446" y="656"/>
                </a:lnTo>
                <a:lnTo>
                  <a:pt x="446" y="657"/>
                </a:lnTo>
                <a:lnTo>
                  <a:pt x="445" y="657"/>
                </a:lnTo>
                <a:lnTo>
                  <a:pt x="444" y="657"/>
                </a:lnTo>
                <a:lnTo>
                  <a:pt x="443" y="656"/>
                </a:lnTo>
                <a:lnTo>
                  <a:pt x="441" y="656"/>
                </a:lnTo>
                <a:lnTo>
                  <a:pt x="440" y="656"/>
                </a:lnTo>
                <a:lnTo>
                  <a:pt x="441" y="656"/>
                </a:lnTo>
                <a:lnTo>
                  <a:pt x="441" y="655"/>
                </a:lnTo>
                <a:lnTo>
                  <a:pt x="440" y="655"/>
                </a:lnTo>
                <a:lnTo>
                  <a:pt x="440" y="656"/>
                </a:lnTo>
                <a:lnTo>
                  <a:pt x="439" y="656"/>
                </a:lnTo>
                <a:lnTo>
                  <a:pt x="439" y="657"/>
                </a:lnTo>
                <a:lnTo>
                  <a:pt x="437" y="657"/>
                </a:lnTo>
                <a:lnTo>
                  <a:pt x="437" y="658"/>
                </a:lnTo>
                <a:lnTo>
                  <a:pt x="436" y="658"/>
                </a:lnTo>
                <a:lnTo>
                  <a:pt x="435" y="657"/>
                </a:lnTo>
                <a:lnTo>
                  <a:pt x="434" y="657"/>
                </a:lnTo>
                <a:lnTo>
                  <a:pt x="433" y="657"/>
                </a:lnTo>
                <a:lnTo>
                  <a:pt x="432" y="657"/>
                </a:lnTo>
                <a:lnTo>
                  <a:pt x="431" y="657"/>
                </a:lnTo>
                <a:lnTo>
                  <a:pt x="430" y="658"/>
                </a:lnTo>
                <a:lnTo>
                  <a:pt x="429" y="658"/>
                </a:lnTo>
                <a:lnTo>
                  <a:pt x="428" y="658"/>
                </a:lnTo>
                <a:lnTo>
                  <a:pt x="427" y="658"/>
                </a:lnTo>
                <a:lnTo>
                  <a:pt x="426" y="658"/>
                </a:lnTo>
                <a:lnTo>
                  <a:pt x="425" y="657"/>
                </a:lnTo>
                <a:lnTo>
                  <a:pt x="425" y="656"/>
                </a:lnTo>
                <a:lnTo>
                  <a:pt x="424" y="656"/>
                </a:lnTo>
                <a:lnTo>
                  <a:pt x="424" y="655"/>
                </a:lnTo>
                <a:lnTo>
                  <a:pt x="423" y="655"/>
                </a:lnTo>
                <a:lnTo>
                  <a:pt x="422" y="654"/>
                </a:lnTo>
                <a:lnTo>
                  <a:pt x="422" y="653"/>
                </a:lnTo>
                <a:lnTo>
                  <a:pt x="421" y="653"/>
                </a:lnTo>
                <a:lnTo>
                  <a:pt x="420" y="653"/>
                </a:lnTo>
                <a:lnTo>
                  <a:pt x="419" y="653"/>
                </a:lnTo>
                <a:lnTo>
                  <a:pt x="419" y="654"/>
                </a:lnTo>
                <a:lnTo>
                  <a:pt x="418" y="654"/>
                </a:lnTo>
                <a:lnTo>
                  <a:pt x="417" y="654"/>
                </a:lnTo>
                <a:lnTo>
                  <a:pt x="416" y="654"/>
                </a:lnTo>
                <a:lnTo>
                  <a:pt x="416" y="653"/>
                </a:lnTo>
                <a:lnTo>
                  <a:pt x="415" y="653"/>
                </a:lnTo>
                <a:lnTo>
                  <a:pt x="415" y="654"/>
                </a:lnTo>
                <a:lnTo>
                  <a:pt x="414" y="654"/>
                </a:lnTo>
                <a:lnTo>
                  <a:pt x="414" y="653"/>
                </a:lnTo>
                <a:lnTo>
                  <a:pt x="413" y="653"/>
                </a:lnTo>
                <a:lnTo>
                  <a:pt x="413" y="654"/>
                </a:lnTo>
                <a:lnTo>
                  <a:pt x="412" y="655"/>
                </a:lnTo>
                <a:lnTo>
                  <a:pt x="411" y="655"/>
                </a:lnTo>
                <a:lnTo>
                  <a:pt x="411" y="654"/>
                </a:lnTo>
                <a:lnTo>
                  <a:pt x="410" y="654"/>
                </a:lnTo>
                <a:lnTo>
                  <a:pt x="410" y="655"/>
                </a:lnTo>
                <a:lnTo>
                  <a:pt x="410" y="654"/>
                </a:lnTo>
                <a:lnTo>
                  <a:pt x="409" y="654"/>
                </a:lnTo>
                <a:lnTo>
                  <a:pt x="408" y="653"/>
                </a:lnTo>
                <a:lnTo>
                  <a:pt x="407" y="653"/>
                </a:lnTo>
                <a:lnTo>
                  <a:pt x="405" y="654"/>
                </a:lnTo>
                <a:lnTo>
                  <a:pt x="404" y="654"/>
                </a:lnTo>
                <a:lnTo>
                  <a:pt x="403" y="654"/>
                </a:lnTo>
                <a:lnTo>
                  <a:pt x="402" y="653"/>
                </a:lnTo>
                <a:lnTo>
                  <a:pt x="401" y="653"/>
                </a:lnTo>
                <a:lnTo>
                  <a:pt x="401" y="652"/>
                </a:lnTo>
                <a:lnTo>
                  <a:pt x="400" y="651"/>
                </a:lnTo>
                <a:lnTo>
                  <a:pt x="399" y="651"/>
                </a:lnTo>
                <a:lnTo>
                  <a:pt x="398" y="651"/>
                </a:lnTo>
                <a:lnTo>
                  <a:pt x="397" y="651"/>
                </a:lnTo>
                <a:lnTo>
                  <a:pt x="397" y="650"/>
                </a:lnTo>
                <a:lnTo>
                  <a:pt x="396" y="650"/>
                </a:lnTo>
                <a:lnTo>
                  <a:pt x="395" y="650"/>
                </a:lnTo>
                <a:lnTo>
                  <a:pt x="394" y="649"/>
                </a:lnTo>
                <a:lnTo>
                  <a:pt x="393" y="649"/>
                </a:lnTo>
                <a:lnTo>
                  <a:pt x="392" y="649"/>
                </a:lnTo>
                <a:lnTo>
                  <a:pt x="392" y="650"/>
                </a:lnTo>
                <a:lnTo>
                  <a:pt x="391" y="650"/>
                </a:lnTo>
                <a:lnTo>
                  <a:pt x="390" y="650"/>
                </a:lnTo>
                <a:lnTo>
                  <a:pt x="389" y="650"/>
                </a:lnTo>
                <a:lnTo>
                  <a:pt x="388" y="650"/>
                </a:lnTo>
                <a:lnTo>
                  <a:pt x="386" y="650"/>
                </a:lnTo>
                <a:lnTo>
                  <a:pt x="385" y="650"/>
                </a:lnTo>
                <a:lnTo>
                  <a:pt x="384" y="650"/>
                </a:lnTo>
                <a:lnTo>
                  <a:pt x="382" y="651"/>
                </a:lnTo>
                <a:lnTo>
                  <a:pt x="381" y="651"/>
                </a:lnTo>
                <a:lnTo>
                  <a:pt x="381" y="650"/>
                </a:lnTo>
                <a:lnTo>
                  <a:pt x="380" y="650"/>
                </a:lnTo>
                <a:lnTo>
                  <a:pt x="380" y="651"/>
                </a:lnTo>
                <a:lnTo>
                  <a:pt x="380" y="650"/>
                </a:lnTo>
                <a:lnTo>
                  <a:pt x="379" y="650"/>
                </a:lnTo>
                <a:lnTo>
                  <a:pt x="379" y="649"/>
                </a:lnTo>
                <a:lnTo>
                  <a:pt x="379" y="648"/>
                </a:lnTo>
                <a:lnTo>
                  <a:pt x="377" y="648"/>
                </a:lnTo>
                <a:lnTo>
                  <a:pt x="376" y="648"/>
                </a:lnTo>
                <a:lnTo>
                  <a:pt x="375" y="648"/>
                </a:lnTo>
                <a:lnTo>
                  <a:pt x="375" y="649"/>
                </a:lnTo>
                <a:lnTo>
                  <a:pt x="374" y="648"/>
                </a:lnTo>
                <a:lnTo>
                  <a:pt x="374" y="647"/>
                </a:lnTo>
                <a:lnTo>
                  <a:pt x="373" y="647"/>
                </a:lnTo>
                <a:lnTo>
                  <a:pt x="372" y="647"/>
                </a:lnTo>
                <a:lnTo>
                  <a:pt x="371" y="647"/>
                </a:lnTo>
                <a:lnTo>
                  <a:pt x="371" y="648"/>
                </a:lnTo>
                <a:lnTo>
                  <a:pt x="370" y="648"/>
                </a:lnTo>
                <a:lnTo>
                  <a:pt x="370" y="649"/>
                </a:lnTo>
                <a:lnTo>
                  <a:pt x="371" y="650"/>
                </a:lnTo>
                <a:lnTo>
                  <a:pt x="371" y="651"/>
                </a:lnTo>
                <a:lnTo>
                  <a:pt x="370" y="651"/>
                </a:lnTo>
                <a:lnTo>
                  <a:pt x="369" y="651"/>
                </a:lnTo>
                <a:lnTo>
                  <a:pt x="368" y="651"/>
                </a:lnTo>
                <a:lnTo>
                  <a:pt x="367" y="650"/>
                </a:lnTo>
                <a:lnTo>
                  <a:pt x="366" y="650"/>
                </a:lnTo>
                <a:lnTo>
                  <a:pt x="365" y="650"/>
                </a:lnTo>
                <a:lnTo>
                  <a:pt x="364" y="650"/>
                </a:lnTo>
                <a:lnTo>
                  <a:pt x="363" y="650"/>
                </a:lnTo>
                <a:lnTo>
                  <a:pt x="362" y="650"/>
                </a:lnTo>
                <a:lnTo>
                  <a:pt x="362" y="651"/>
                </a:lnTo>
                <a:lnTo>
                  <a:pt x="361" y="651"/>
                </a:lnTo>
                <a:lnTo>
                  <a:pt x="361" y="652"/>
                </a:lnTo>
                <a:lnTo>
                  <a:pt x="362" y="652"/>
                </a:lnTo>
                <a:lnTo>
                  <a:pt x="361" y="653"/>
                </a:lnTo>
                <a:lnTo>
                  <a:pt x="360" y="653"/>
                </a:lnTo>
                <a:lnTo>
                  <a:pt x="360" y="654"/>
                </a:lnTo>
                <a:lnTo>
                  <a:pt x="359" y="654"/>
                </a:lnTo>
                <a:lnTo>
                  <a:pt x="359" y="655"/>
                </a:lnTo>
                <a:lnTo>
                  <a:pt x="359" y="656"/>
                </a:lnTo>
                <a:lnTo>
                  <a:pt x="358" y="656"/>
                </a:lnTo>
                <a:lnTo>
                  <a:pt x="357" y="657"/>
                </a:lnTo>
                <a:lnTo>
                  <a:pt x="356" y="657"/>
                </a:lnTo>
                <a:lnTo>
                  <a:pt x="356" y="658"/>
                </a:lnTo>
                <a:lnTo>
                  <a:pt x="356" y="659"/>
                </a:lnTo>
                <a:lnTo>
                  <a:pt x="355" y="659"/>
                </a:lnTo>
                <a:lnTo>
                  <a:pt x="356" y="659"/>
                </a:lnTo>
                <a:lnTo>
                  <a:pt x="356" y="660"/>
                </a:lnTo>
                <a:lnTo>
                  <a:pt x="357" y="660"/>
                </a:lnTo>
                <a:lnTo>
                  <a:pt x="358" y="660"/>
                </a:lnTo>
                <a:lnTo>
                  <a:pt x="359" y="660"/>
                </a:lnTo>
                <a:lnTo>
                  <a:pt x="360" y="660"/>
                </a:lnTo>
                <a:lnTo>
                  <a:pt x="361" y="660"/>
                </a:lnTo>
                <a:lnTo>
                  <a:pt x="362" y="660"/>
                </a:lnTo>
                <a:lnTo>
                  <a:pt x="362" y="661"/>
                </a:lnTo>
                <a:lnTo>
                  <a:pt x="363" y="661"/>
                </a:lnTo>
                <a:lnTo>
                  <a:pt x="364" y="661"/>
                </a:lnTo>
                <a:lnTo>
                  <a:pt x="365" y="661"/>
                </a:lnTo>
                <a:lnTo>
                  <a:pt x="365" y="662"/>
                </a:lnTo>
                <a:lnTo>
                  <a:pt x="366" y="662"/>
                </a:lnTo>
                <a:lnTo>
                  <a:pt x="367" y="662"/>
                </a:lnTo>
                <a:lnTo>
                  <a:pt x="367" y="663"/>
                </a:lnTo>
                <a:lnTo>
                  <a:pt x="368" y="662"/>
                </a:lnTo>
                <a:lnTo>
                  <a:pt x="369" y="662"/>
                </a:lnTo>
                <a:lnTo>
                  <a:pt x="369" y="663"/>
                </a:lnTo>
                <a:lnTo>
                  <a:pt x="370" y="663"/>
                </a:lnTo>
                <a:lnTo>
                  <a:pt x="370" y="664"/>
                </a:lnTo>
                <a:lnTo>
                  <a:pt x="372" y="663"/>
                </a:lnTo>
                <a:lnTo>
                  <a:pt x="373" y="663"/>
                </a:lnTo>
                <a:lnTo>
                  <a:pt x="374" y="663"/>
                </a:lnTo>
                <a:lnTo>
                  <a:pt x="375" y="663"/>
                </a:lnTo>
                <a:lnTo>
                  <a:pt x="376" y="663"/>
                </a:lnTo>
                <a:lnTo>
                  <a:pt x="377" y="663"/>
                </a:lnTo>
                <a:lnTo>
                  <a:pt x="377" y="662"/>
                </a:lnTo>
                <a:lnTo>
                  <a:pt x="378" y="662"/>
                </a:lnTo>
                <a:lnTo>
                  <a:pt x="378" y="663"/>
                </a:lnTo>
                <a:lnTo>
                  <a:pt x="379" y="664"/>
                </a:lnTo>
                <a:lnTo>
                  <a:pt x="380" y="664"/>
                </a:lnTo>
                <a:lnTo>
                  <a:pt x="380" y="665"/>
                </a:lnTo>
                <a:lnTo>
                  <a:pt x="381" y="665"/>
                </a:lnTo>
                <a:lnTo>
                  <a:pt x="382" y="665"/>
                </a:lnTo>
                <a:lnTo>
                  <a:pt x="383" y="665"/>
                </a:lnTo>
                <a:lnTo>
                  <a:pt x="383" y="666"/>
                </a:lnTo>
                <a:lnTo>
                  <a:pt x="384" y="667"/>
                </a:lnTo>
                <a:lnTo>
                  <a:pt x="385" y="667"/>
                </a:lnTo>
                <a:lnTo>
                  <a:pt x="386" y="667"/>
                </a:lnTo>
                <a:lnTo>
                  <a:pt x="388" y="667"/>
                </a:lnTo>
                <a:lnTo>
                  <a:pt x="388" y="668"/>
                </a:lnTo>
                <a:lnTo>
                  <a:pt x="387" y="668"/>
                </a:lnTo>
                <a:lnTo>
                  <a:pt x="387" y="669"/>
                </a:lnTo>
                <a:lnTo>
                  <a:pt x="387" y="670"/>
                </a:lnTo>
                <a:lnTo>
                  <a:pt x="387" y="671"/>
                </a:lnTo>
                <a:lnTo>
                  <a:pt x="387" y="672"/>
                </a:lnTo>
                <a:lnTo>
                  <a:pt x="387" y="673"/>
                </a:lnTo>
                <a:lnTo>
                  <a:pt x="387" y="674"/>
                </a:lnTo>
                <a:lnTo>
                  <a:pt x="387" y="675"/>
                </a:lnTo>
                <a:lnTo>
                  <a:pt x="387" y="676"/>
                </a:lnTo>
                <a:lnTo>
                  <a:pt x="386" y="676"/>
                </a:lnTo>
                <a:lnTo>
                  <a:pt x="386" y="677"/>
                </a:lnTo>
                <a:lnTo>
                  <a:pt x="386" y="678"/>
                </a:lnTo>
                <a:lnTo>
                  <a:pt x="385" y="679"/>
                </a:lnTo>
                <a:lnTo>
                  <a:pt x="385" y="680"/>
                </a:lnTo>
                <a:lnTo>
                  <a:pt x="386" y="680"/>
                </a:lnTo>
                <a:lnTo>
                  <a:pt x="386" y="681"/>
                </a:lnTo>
                <a:lnTo>
                  <a:pt x="385" y="681"/>
                </a:lnTo>
                <a:lnTo>
                  <a:pt x="385" y="682"/>
                </a:lnTo>
                <a:lnTo>
                  <a:pt x="385" y="684"/>
                </a:lnTo>
                <a:lnTo>
                  <a:pt x="386" y="685"/>
                </a:lnTo>
                <a:lnTo>
                  <a:pt x="387" y="686"/>
                </a:lnTo>
                <a:lnTo>
                  <a:pt x="387" y="687"/>
                </a:lnTo>
                <a:lnTo>
                  <a:pt x="388" y="687"/>
                </a:lnTo>
                <a:lnTo>
                  <a:pt x="389" y="686"/>
                </a:lnTo>
                <a:lnTo>
                  <a:pt x="390" y="686"/>
                </a:lnTo>
                <a:lnTo>
                  <a:pt x="390" y="685"/>
                </a:lnTo>
                <a:lnTo>
                  <a:pt x="392" y="685"/>
                </a:lnTo>
                <a:lnTo>
                  <a:pt x="393" y="684"/>
                </a:lnTo>
                <a:lnTo>
                  <a:pt x="393" y="683"/>
                </a:lnTo>
                <a:lnTo>
                  <a:pt x="394" y="683"/>
                </a:lnTo>
                <a:lnTo>
                  <a:pt x="395" y="685"/>
                </a:lnTo>
                <a:lnTo>
                  <a:pt x="396" y="684"/>
                </a:lnTo>
                <a:lnTo>
                  <a:pt x="397" y="684"/>
                </a:lnTo>
                <a:lnTo>
                  <a:pt x="398" y="684"/>
                </a:lnTo>
                <a:lnTo>
                  <a:pt x="398" y="685"/>
                </a:lnTo>
                <a:lnTo>
                  <a:pt x="399" y="685"/>
                </a:lnTo>
                <a:lnTo>
                  <a:pt x="399" y="686"/>
                </a:lnTo>
                <a:lnTo>
                  <a:pt x="401" y="686"/>
                </a:lnTo>
                <a:lnTo>
                  <a:pt x="402" y="686"/>
                </a:lnTo>
                <a:lnTo>
                  <a:pt x="403" y="686"/>
                </a:lnTo>
                <a:lnTo>
                  <a:pt x="404" y="686"/>
                </a:lnTo>
                <a:lnTo>
                  <a:pt x="405" y="686"/>
                </a:lnTo>
                <a:lnTo>
                  <a:pt x="405" y="687"/>
                </a:lnTo>
                <a:lnTo>
                  <a:pt x="407" y="687"/>
                </a:lnTo>
                <a:lnTo>
                  <a:pt x="408" y="688"/>
                </a:lnTo>
                <a:lnTo>
                  <a:pt x="409" y="687"/>
                </a:lnTo>
                <a:lnTo>
                  <a:pt x="410" y="688"/>
                </a:lnTo>
                <a:lnTo>
                  <a:pt x="410" y="689"/>
                </a:lnTo>
                <a:lnTo>
                  <a:pt x="411" y="690"/>
                </a:lnTo>
                <a:lnTo>
                  <a:pt x="413" y="690"/>
                </a:lnTo>
                <a:lnTo>
                  <a:pt x="414" y="690"/>
                </a:lnTo>
                <a:lnTo>
                  <a:pt x="415" y="691"/>
                </a:lnTo>
                <a:lnTo>
                  <a:pt x="416" y="691"/>
                </a:lnTo>
                <a:lnTo>
                  <a:pt x="416" y="692"/>
                </a:lnTo>
                <a:lnTo>
                  <a:pt x="417" y="692"/>
                </a:lnTo>
                <a:lnTo>
                  <a:pt x="417" y="693"/>
                </a:lnTo>
                <a:lnTo>
                  <a:pt x="417" y="694"/>
                </a:lnTo>
                <a:lnTo>
                  <a:pt x="418" y="694"/>
                </a:lnTo>
                <a:lnTo>
                  <a:pt x="419" y="694"/>
                </a:lnTo>
                <a:lnTo>
                  <a:pt x="419" y="696"/>
                </a:lnTo>
                <a:lnTo>
                  <a:pt x="418" y="696"/>
                </a:lnTo>
                <a:lnTo>
                  <a:pt x="418" y="697"/>
                </a:lnTo>
                <a:lnTo>
                  <a:pt x="418" y="698"/>
                </a:lnTo>
                <a:lnTo>
                  <a:pt x="419" y="698"/>
                </a:lnTo>
                <a:lnTo>
                  <a:pt x="419" y="699"/>
                </a:lnTo>
                <a:lnTo>
                  <a:pt x="420" y="698"/>
                </a:lnTo>
                <a:lnTo>
                  <a:pt x="421" y="698"/>
                </a:lnTo>
                <a:lnTo>
                  <a:pt x="421" y="699"/>
                </a:lnTo>
                <a:lnTo>
                  <a:pt x="422" y="699"/>
                </a:lnTo>
                <a:lnTo>
                  <a:pt x="421" y="700"/>
                </a:lnTo>
                <a:lnTo>
                  <a:pt x="422" y="701"/>
                </a:lnTo>
                <a:lnTo>
                  <a:pt x="422" y="702"/>
                </a:lnTo>
                <a:lnTo>
                  <a:pt x="422" y="703"/>
                </a:lnTo>
                <a:lnTo>
                  <a:pt x="422" y="704"/>
                </a:lnTo>
                <a:lnTo>
                  <a:pt x="421" y="704"/>
                </a:lnTo>
                <a:lnTo>
                  <a:pt x="421" y="705"/>
                </a:lnTo>
                <a:lnTo>
                  <a:pt x="421" y="706"/>
                </a:lnTo>
                <a:lnTo>
                  <a:pt x="421" y="707"/>
                </a:lnTo>
                <a:lnTo>
                  <a:pt x="422" y="709"/>
                </a:lnTo>
                <a:lnTo>
                  <a:pt x="423" y="709"/>
                </a:lnTo>
                <a:lnTo>
                  <a:pt x="423" y="710"/>
                </a:lnTo>
                <a:lnTo>
                  <a:pt x="424" y="710"/>
                </a:lnTo>
                <a:lnTo>
                  <a:pt x="424" y="711"/>
                </a:lnTo>
                <a:lnTo>
                  <a:pt x="425" y="711"/>
                </a:lnTo>
                <a:lnTo>
                  <a:pt x="425" y="712"/>
                </a:lnTo>
                <a:lnTo>
                  <a:pt x="425" y="713"/>
                </a:lnTo>
                <a:lnTo>
                  <a:pt x="424" y="713"/>
                </a:lnTo>
                <a:lnTo>
                  <a:pt x="424" y="714"/>
                </a:lnTo>
                <a:lnTo>
                  <a:pt x="423" y="714"/>
                </a:lnTo>
                <a:lnTo>
                  <a:pt x="422" y="714"/>
                </a:lnTo>
                <a:lnTo>
                  <a:pt x="422" y="715"/>
                </a:lnTo>
                <a:lnTo>
                  <a:pt x="422" y="716"/>
                </a:lnTo>
                <a:lnTo>
                  <a:pt x="421" y="716"/>
                </a:lnTo>
                <a:lnTo>
                  <a:pt x="420" y="716"/>
                </a:lnTo>
                <a:lnTo>
                  <a:pt x="420" y="715"/>
                </a:lnTo>
                <a:lnTo>
                  <a:pt x="419" y="715"/>
                </a:lnTo>
                <a:lnTo>
                  <a:pt x="418" y="714"/>
                </a:lnTo>
                <a:lnTo>
                  <a:pt x="418" y="713"/>
                </a:lnTo>
                <a:lnTo>
                  <a:pt x="417" y="713"/>
                </a:lnTo>
                <a:lnTo>
                  <a:pt x="416" y="713"/>
                </a:lnTo>
                <a:lnTo>
                  <a:pt x="415" y="713"/>
                </a:lnTo>
                <a:lnTo>
                  <a:pt x="414" y="714"/>
                </a:lnTo>
                <a:lnTo>
                  <a:pt x="414" y="715"/>
                </a:lnTo>
                <a:lnTo>
                  <a:pt x="415" y="716"/>
                </a:lnTo>
                <a:lnTo>
                  <a:pt x="415" y="717"/>
                </a:lnTo>
                <a:lnTo>
                  <a:pt x="414" y="717"/>
                </a:lnTo>
                <a:lnTo>
                  <a:pt x="413" y="717"/>
                </a:lnTo>
                <a:lnTo>
                  <a:pt x="413" y="718"/>
                </a:lnTo>
                <a:lnTo>
                  <a:pt x="412" y="719"/>
                </a:lnTo>
                <a:lnTo>
                  <a:pt x="411" y="720"/>
                </a:lnTo>
                <a:lnTo>
                  <a:pt x="410" y="720"/>
                </a:lnTo>
                <a:lnTo>
                  <a:pt x="410" y="721"/>
                </a:lnTo>
                <a:lnTo>
                  <a:pt x="409" y="721"/>
                </a:lnTo>
                <a:lnTo>
                  <a:pt x="408" y="721"/>
                </a:lnTo>
                <a:lnTo>
                  <a:pt x="407" y="721"/>
                </a:lnTo>
                <a:lnTo>
                  <a:pt x="407" y="720"/>
                </a:lnTo>
                <a:lnTo>
                  <a:pt x="405" y="720"/>
                </a:lnTo>
                <a:lnTo>
                  <a:pt x="404" y="720"/>
                </a:lnTo>
                <a:lnTo>
                  <a:pt x="404" y="719"/>
                </a:lnTo>
                <a:lnTo>
                  <a:pt x="403" y="718"/>
                </a:lnTo>
                <a:lnTo>
                  <a:pt x="402" y="718"/>
                </a:lnTo>
                <a:lnTo>
                  <a:pt x="401" y="718"/>
                </a:lnTo>
                <a:lnTo>
                  <a:pt x="400" y="718"/>
                </a:lnTo>
                <a:lnTo>
                  <a:pt x="400" y="717"/>
                </a:lnTo>
                <a:lnTo>
                  <a:pt x="399" y="716"/>
                </a:lnTo>
                <a:lnTo>
                  <a:pt x="398" y="716"/>
                </a:lnTo>
                <a:lnTo>
                  <a:pt x="397" y="717"/>
                </a:lnTo>
                <a:lnTo>
                  <a:pt x="397" y="716"/>
                </a:lnTo>
                <a:lnTo>
                  <a:pt x="396" y="716"/>
                </a:lnTo>
                <a:lnTo>
                  <a:pt x="395" y="716"/>
                </a:lnTo>
                <a:lnTo>
                  <a:pt x="394" y="717"/>
                </a:lnTo>
                <a:lnTo>
                  <a:pt x="393" y="717"/>
                </a:lnTo>
                <a:lnTo>
                  <a:pt x="392" y="717"/>
                </a:lnTo>
                <a:lnTo>
                  <a:pt x="391" y="717"/>
                </a:lnTo>
                <a:lnTo>
                  <a:pt x="391" y="718"/>
                </a:lnTo>
                <a:lnTo>
                  <a:pt x="390" y="718"/>
                </a:lnTo>
                <a:lnTo>
                  <a:pt x="389" y="718"/>
                </a:lnTo>
                <a:lnTo>
                  <a:pt x="388" y="718"/>
                </a:lnTo>
                <a:lnTo>
                  <a:pt x="388" y="717"/>
                </a:lnTo>
                <a:lnTo>
                  <a:pt x="387" y="717"/>
                </a:lnTo>
                <a:lnTo>
                  <a:pt x="386" y="717"/>
                </a:lnTo>
                <a:lnTo>
                  <a:pt x="385" y="717"/>
                </a:lnTo>
                <a:lnTo>
                  <a:pt x="384" y="717"/>
                </a:lnTo>
                <a:lnTo>
                  <a:pt x="383" y="717"/>
                </a:lnTo>
                <a:lnTo>
                  <a:pt x="383" y="716"/>
                </a:lnTo>
                <a:lnTo>
                  <a:pt x="382" y="715"/>
                </a:lnTo>
                <a:lnTo>
                  <a:pt x="381" y="715"/>
                </a:lnTo>
                <a:lnTo>
                  <a:pt x="380" y="715"/>
                </a:lnTo>
                <a:lnTo>
                  <a:pt x="379" y="715"/>
                </a:lnTo>
                <a:lnTo>
                  <a:pt x="379" y="716"/>
                </a:lnTo>
                <a:lnTo>
                  <a:pt x="378" y="716"/>
                </a:lnTo>
                <a:lnTo>
                  <a:pt x="377" y="715"/>
                </a:lnTo>
                <a:lnTo>
                  <a:pt x="376" y="715"/>
                </a:lnTo>
                <a:lnTo>
                  <a:pt x="376" y="716"/>
                </a:lnTo>
                <a:lnTo>
                  <a:pt x="373" y="716"/>
                </a:lnTo>
                <a:lnTo>
                  <a:pt x="372" y="716"/>
                </a:lnTo>
                <a:lnTo>
                  <a:pt x="371" y="717"/>
                </a:lnTo>
                <a:lnTo>
                  <a:pt x="372" y="717"/>
                </a:lnTo>
                <a:lnTo>
                  <a:pt x="372" y="718"/>
                </a:lnTo>
                <a:lnTo>
                  <a:pt x="372" y="719"/>
                </a:lnTo>
                <a:lnTo>
                  <a:pt x="371" y="719"/>
                </a:lnTo>
                <a:lnTo>
                  <a:pt x="371" y="720"/>
                </a:lnTo>
                <a:lnTo>
                  <a:pt x="372" y="720"/>
                </a:lnTo>
                <a:lnTo>
                  <a:pt x="373" y="720"/>
                </a:lnTo>
                <a:lnTo>
                  <a:pt x="373" y="722"/>
                </a:lnTo>
                <a:lnTo>
                  <a:pt x="372" y="722"/>
                </a:lnTo>
                <a:lnTo>
                  <a:pt x="371" y="723"/>
                </a:lnTo>
                <a:lnTo>
                  <a:pt x="371" y="724"/>
                </a:lnTo>
                <a:lnTo>
                  <a:pt x="370" y="723"/>
                </a:lnTo>
                <a:lnTo>
                  <a:pt x="369" y="724"/>
                </a:lnTo>
                <a:lnTo>
                  <a:pt x="368" y="724"/>
                </a:lnTo>
                <a:lnTo>
                  <a:pt x="368" y="725"/>
                </a:lnTo>
                <a:lnTo>
                  <a:pt x="367" y="726"/>
                </a:lnTo>
                <a:lnTo>
                  <a:pt x="367" y="727"/>
                </a:lnTo>
                <a:lnTo>
                  <a:pt x="367" y="728"/>
                </a:lnTo>
                <a:lnTo>
                  <a:pt x="365" y="728"/>
                </a:lnTo>
                <a:lnTo>
                  <a:pt x="366" y="728"/>
                </a:lnTo>
                <a:lnTo>
                  <a:pt x="365" y="729"/>
                </a:lnTo>
                <a:lnTo>
                  <a:pt x="365" y="730"/>
                </a:lnTo>
                <a:lnTo>
                  <a:pt x="365" y="731"/>
                </a:lnTo>
                <a:lnTo>
                  <a:pt x="364" y="732"/>
                </a:lnTo>
                <a:lnTo>
                  <a:pt x="363" y="732"/>
                </a:lnTo>
                <a:lnTo>
                  <a:pt x="363" y="733"/>
                </a:lnTo>
                <a:lnTo>
                  <a:pt x="363" y="734"/>
                </a:lnTo>
                <a:lnTo>
                  <a:pt x="363" y="735"/>
                </a:lnTo>
                <a:lnTo>
                  <a:pt x="363" y="736"/>
                </a:lnTo>
                <a:lnTo>
                  <a:pt x="362" y="736"/>
                </a:lnTo>
                <a:lnTo>
                  <a:pt x="361" y="736"/>
                </a:lnTo>
                <a:lnTo>
                  <a:pt x="361" y="737"/>
                </a:lnTo>
                <a:lnTo>
                  <a:pt x="361" y="739"/>
                </a:lnTo>
                <a:lnTo>
                  <a:pt x="362" y="740"/>
                </a:lnTo>
                <a:lnTo>
                  <a:pt x="362" y="741"/>
                </a:lnTo>
                <a:lnTo>
                  <a:pt x="362" y="742"/>
                </a:lnTo>
                <a:lnTo>
                  <a:pt x="362" y="743"/>
                </a:lnTo>
                <a:lnTo>
                  <a:pt x="361" y="744"/>
                </a:lnTo>
                <a:lnTo>
                  <a:pt x="361" y="745"/>
                </a:lnTo>
                <a:lnTo>
                  <a:pt x="360" y="746"/>
                </a:lnTo>
                <a:lnTo>
                  <a:pt x="360" y="747"/>
                </a:lnTo>
                <a:lnTo>
                  <a:pt x="361" y="748"/>
                </a:lnTo>
                <a:lnTo>
                  <a:pt x="362" y="748"/>
                </a:lnTo>
                <a:lnTo>
                  <a:pt x="362" y="749"/>
                </a:lnTo>
                <a:lnTo>
                  <a:pt x="363" y="750"/>
                </a:lnTo>
                <a:lnTo>
                  <a:pt x="364" y="751"/>
                </a:lnTo>
                <a:lnTo>
                  <a:pt x="364" y="752"/>
                </a:lnTo>
                <a:lnTo>
                  <a:pt x="365" y="753"/>
                </a:lnTo>
                <a:lnTo>
                  <a:pt x="366" y="753"/>
                </a:lnTo>
                <a:lnTo>
                  <a:pt x="366" y="754"/>
                </a:lnTo>
                <a:lnTo>
                  <a:pt x="367" y="754"/>
                </a:lnTo>
                <a:lnTo>
                  <a:pt x="369" y="755"/>
                </a:lnTo>
                <a:lnTo>
                  <a:pt x="370" y="755"/>
                </a:lnTo>
                <a:lnTo>
                  <a:pt x="370" y="756"/>
                </a:lnTo>
                <a:lnTo>
                  <a:pt x="370" y="757"/>
                </a:lnTo>
                <a:lnTo>
                  <a:pt x="370" y="758"/>
                </a:lnTo>
                <a:lnTo>
                  <a:pt x="369" y="758"/>
                </a:lnTo>
                <a:lnTo>
                  <a:pt x="369" y="759"/>
                </a:lnTo>
                <a:lnTo>
                  <a:pt x="369" y="761"/>
                </a:lnTo>
                <a:lnTo>
                  <a:pt x="369" y="762"/>
                </a:lnTo>
                <a:lnTo>
                  <a:pt x="369" y="763"/>
                </a:lnTo>
                <a:lnTo>
                  <a:pt x="370" y="764"/>
                </a:lnTo>
                <a:lnTo>
                  <a:pt x="371" y="765"/>
                </a:lnTo>
                <a:lnTo>
                  <a:pt x="371" y="766"/>
                </a:lnTo>
                <a:lnTo>
                  <a:pt x="372" y="766"/>
                </a:lnTo>
                <a:lnTo>
                  <a:pt x="372" y="767"/>
                </a:lnTo>
                <a:lnTo>
                  <a:pt x="371" y="767"/>
                </a:lnTo>
                <a:lnTo>
                  <a:pt x="371" y="768"/>
                </a:lnTo>
                <a:lnTo>
                  <a:pt x="371" y="769"/>
                </a:lnTo>
                <a:lnTo>
                  <a:pt x="370" y="770"/>
                </a:lnTo>
                <a:lnTo>
                  <a:pt x="369" y="772"/>
                </a:lnTo>
                <a:lnTo>
                  <a:pt x="369" y="773"/>
                </a:lnTo>
                <a:lnTo>
                  <a:pt x="369" y="774"/>
                </a:lnTo>
                <a:lnTo>
                  <a:pt x="368" y="774"/>
                </a:lnTo>
                <a:lnTo>
                  <a:pt x="369" y="774"/>
                </a:lnTo>
                <a:lnTo>
                  <a:pt x="369" y="776"/>
                </a:lnTo>
                <a:lnTo>
                  <a:pt x="369" y="777"/>
                </a:lnTo>
                <a:lnTo>
                  <a:pt x="370" y="777"/>
                </a:lnTo>
                <a:lnTo>
                  <a:pt x="370" y="778"/>
                </a:lnTo>
                <a:lnTo>
                  <a:pt x="371" y="778"/>
                </a:lnTo>
                <a:lnTo>
                  <a:pt x="371" y="779"/>
                </a:lnTo>
                <a:lnTo>
                  <a:pt x="372" y="779"/>
                </a:lnTo>
                <a:lnTo>
                  <a:pt x="372" y="780"/>
                </a:lnTo>
                <a:lnTo>
                  <a:pt x="372" y="781"/>
                </a:lnTo>
                <a:lnTo>
                  <a:pt x="372" y="782"/>
                </a:lnTo>
                <a:lnTo>
                  <a:pt x="373" y="783"/>
                </a:lnTo>
                <a:lnTo>
                  <a:pt x="372" y="783"/>
                </a:lnTo>
                <a:lnTo>
                  <a:pt x="372" y="784"/>
                </a:lnTo>
                <a:lnTo>
                  <a:pt x="372" y="785"/>
                </a:lnTo>
                <a:lnTo>
                  <a:pt x="370" y="785"/>
                </a:lnTo>
                <a:lnTo>
                  <a:pt x="369" y="785"/>
                </a:lnTo>
                <a:lnTo>
                  <a:pt x="369" y="786"/>
                </a:lnTo>
                <a:lnTo>
                  <a:pt x="369" y="787"/>
                </a:lnTo>
                <a:lnTo>
                  <a:pt x="368" y="787"/>
                </a:lnTo>
                <a:lnTo>
                  <a:pt x="369" y="788"/>
                </a:lnTo>
                <a:lnTo>
                  <a:pt x="369" y="789"/>
                </a:lnTo>
                <a:lnTo>
                  <a:pt x="370" y="789"/>
                </a:lnTo>
                <a:lnTo>
                  <a:pt x="371" y="789"/>
                </a:lnTo>
                <a:lnTo>
                  <a:pt x="371" y="790"/>
                </a:lnTo>
                <a:lnTo>
                  <a:pt x="371" y="791"/>
                </a:lnTo>
                <a:lnTo>
                  <a:pt x="371" y="792"/>
                </a:lnTo>
                <a:lnTo>
                  <a:pt x="372" y="793"/>
                </a:lnTo>
                <a:lnTo>
                  <a:pt x="372" y="794"/>
                </a:lnTo>
                <a:lnTo>
                  <a:pt x="373" y="795"/>
                </a:lnTo>
                <a:lnTo>
                  <a:pt x="373" y="796"/>
                </a:lnTo>
                <a:lnTo>
                  <a:pt x="373" y="797"/>
                </a:lnTo>
                <a:lnTo>
                  <a:pt x="372" y="797"/>
                </a:lnTo>
                <a:lnTo>
                  <a:pt x="371" y="797"/>
                </a:lnTo>
                <a:lnTo>
                  <a:pt x="370" y="797"/>
                </a:lnTo>
                <a:lnTo>
                  <a:pt x="370" y="798"/>
                </a:lnTo>
                <a:lnTo>
                  <a:pt x="370" y="799"/>
                </a:lnTo>
                <a:lnTo>
                  <a:pt x="369" y="799"/>
                </a:lnTo>
                <a:lnTo>
                  <a:pt x="369" y="800"/>
                </a:lnTo>
                <a:lnTo>
                  <a:pt x="369" y="801"/>
                </a:lnTo>
                <a:lnTo>
                  <a:pt x="369" y="802"/>
                </a:lnTo>
                <a:lnTo>
                  <a:pt x="370" y="802"/>
                </a:lnTo>
                <a:lnTo>
                  <a:pt x="370" y="803"/>
                </a:lnTo>
                <a:lnTo>
                  <a:pt x="369" y="803"/>
                </a:lnTo>
                <a:lnTo>
                  <a:pt x="369" y="804"/>
                </a:lnTo>
                <a:lnTo>
                  <a:pt x="368" y="804"/>
                </a:lnTo>
                <a:lnTo>
                  <a:pt x="368" y="805"/>
                </a:lnTo>
                <a:lnTo>
                  <a:pt x="368" y="804"/>
                </a:lnTo>
                <a:lnTo>
                  <a:pt x="367" y="805"/>
                </a:lnTo>
                <a:lnTo>
                  <a:pt x="366" y="805"/>
                </a:lnTo>
                <a:lnTo>
                  <a:pt x="365" y="805"/>
                </a:lnTo>
                <a:lnTo>
                  <a:pt x="365" y="804"/>
                </a:lnTo>
                <a:lnTo>
                  <a:pt x="364" y="805"/>
                </a:lnTo>
                <a:lnTo>
                  <a:pt x="363" y="805"/>
                </a:lnTo>
                <a:lnTo>
                  <a:pt x="362" y="805"/>
                </a:lnTo>
                <a:lnTo>
                  <a:pt x="361" y="806"/>
                </a:lnTo>
                <a:lnTo>
                  <a:pt x="360" y="805"/>
                </a:lnTo>
                <a:lnTo>
                  <a:pt x="359" y="805"/>
                </a:lnTo>
                <a:lnTo>
                  <a:pt x="358" y="806"/>
                </a:lnTo>
                <a:lnTo>
                  <a:pt x="357" y="806"/>
                </a:lnTo>
                <a:lnTo>
                  <a:pt x="357" y="805"/>
                </a:lnTo>
                <a:lnTo>
                  <a:pt x="356" y="805"/>
                </a:lnTo>
                <a:lnTo>
                  <a:pt x="355" y="805"/>
                </a:lnTo>
                <a:lnTo>
                  <a:pt x="354" y="805"/>
                </a:lnTo>
                <a:lnTo>
                  <a:pt x="353" y="805"/>
                </a:lnTo>
                <a:lnTo>
                  <a:pt x="353" y="806"/>
                </a:lnTo>
                <a:lnTo>
                  <a:pt x="352" y="806"/>
                </a:lnTo>
                <a:lnTo>
                  <a:pt x="352" y="807"/>
                </a:lnTo>
                <a:lnTo>
                  <a:pt x="352" y="806"/>
                </a:lnTo>
                <a:lnTo>
                  <a:pt x="351" y="806"/>
                </a:lnTo>
                <a:lnTo>
                  <a:pt x="351" y="807"/>
                </a:lnTo>
                <a:lnTo>
                  <a:pt x="350" y="807"/>
                </a:lnTo>
                <a:lnTo>
                  <a:pt x="349" y="807"/>
                </a:lnTo>
                <a:lnTo>
                  <a:pt x="349" y="806"/>
                </a:lnTo>
                <a:lnTo>
                  <a:pt x="345" y="806"/>
                </a:lnTo>
                <a:lnTo>
                  <a:pt x="344" y="806"/>
                </a:lnTo>
                <a:lnTo>
                  <a:pt x="343" y="806"/>
                </a:lnTo>
                <a:lnTo>
                  <a:pt x="342" y="806"/>
                </a:lnTo>
                <a:lnTo>
                  <a:pt x="341" y="806"/>
                </a:lnTo>
                <a:lnTo>
                  <a:pt x="341" y="805"/>
                </a:lnTo>
                <a:lnTo>
                  <a:pt x="341" y="804"/>
                </a:lnTo>
                <a:lnTo>
                  <a:pt x="341" y="803"/>
                </a:lnTo>
                <a:lnTo>
                  <a:pt x="341" y="802"/>
                </a:lnTo>
                <a:lnTo>
                  <a:pt x="340" y="802"/>
                </a:lnTo>
                <a:lnTo>
                  <a:pt x="340" y="801"/>
                </a:lnTo>
                <a:lnTo>
                  <a:pt x="338" y="801"/>
                </a:lnTo>
                <a:lnTo>
                  <a:pt x="338" y="800"/>
                </a:lnTo>
                <a:lnTo>
                  <a:pt x="339" y="800"/>
                </a:lnTo>
                <a:lnTo>
                  <a:pt x="340" y="800"/>
                </a:lnTo>
                <a:lnTo>
                  <a:pt x="341" y="799"/>
                </a:lnTo>
                <a:lnTo>
                  <a:pt x="340" y="799"/>
                </a:lnTo>
                <a:lnTo>
                  <a:pt x="340" y="798"/>
                </a:lnTo>
                <a:lnTo>
                  <a:pt x="340" y="797"/>
                </a:lnTo>
                <a:lnTo>
                  <a:pt x="339" y="797"/>
                </a:lnTo>
                <a:lnTo>
                  <a:pt x="338" y="796"/>
                </a:lnTo>
                <a:lnTo>
                  <a:pt x="337" y="796"/>
                </a:lnTo>
                <a:lnTo>
                  <a:pt x="336" y="796"/>
                </a:lnTo>
                <a:lnTo>
                  <a:pt x="335" y="795"/>
                </a:lnTo>
                <a:lnTo>
                  <a:pt x="334" y="795"/>
                </a:lnTo>
                <a:lnTo>
                  <a:pt x="333" y="795"/>
                </a:lnTo>
                <a:lnTo>
                  <a:pt x="333" y="794"/>
                </a:lnTo>
                <a:lnTo>
                  <a:pt x="333" y="793"/>
                </a:lnTo>
                <a:lnTo>
                  <a:pt x="334" y="793"/>
                </a:lnTo>
                <a:lnTo>
                  <a:pt x="333" y="792"/>
                </a:lnTo>
                <a:lnTo>
                  <a:pt x="332" y="791"/>
                </a:lnTo>
                <a:lnTo>
                  <a:pt x="331" y="790"/>
                </a:lnTo>
                <a:lnTo>
                  <a:pt x="331" y="789"/>
                </a:lnTo>
                <a:lnTo>
                  <a:pt x="330" y="789"/>
                </a:lnTo>
                <a:lnTo>
                  <a:pt x="329" y="789"/>
                </a:lnTo>
                <a:lnTo>
                  <a:pt x="328" y="788"/>
                </a:lnTo>
                <a:lnTo>
                  <a:pt x="327" y="788"/>
                </a:lnTo>
                <a:lnTo>
                  <a:pt x="327" y="787"/>
                </a:lnTo>
                <a:lnTo>
                  <a:pt x="326" y="787"/>
                </a:lnTo>
                <a:lnTo>
                  <a:pt x="325" y="786"/>
                </a:lnTo>
                <a:lnTo>
                  <a:pt x="324" y="785"/>
                </a:lnTo>
                <a:lnTo>
                  <a:pt x="324" y="784"/>
                </a:lnTo>
                <a:lnTo>
                  <a:pt x="323" y="784"/>
                </a:lnTo>
                <a:lnTo>
                  <a:pt x="323" y="783"/>
                </a:lnTo>
                <a:lnTo>
                  <a:pt x="323" y="784"/>
                </a:lnTo>
                <a:lnTo>
                  <a:pt x="323" y="783"/>
                </a:lnTo>
                <a:lnTo>
                  <a:pt x="322" y="783"/>
                </a:lnTo>
                <a:lnTo>
                  <a:pt x="321" y="783"/>
                </a:lnTo>
                <a:lnTo>
                  <a:pt x="321" y="782"/>
                </a:lnTo>
                <a:lnTo>
                  <a:pt x="320" y="782"/>
                </a:lnTo>
                <a:lnTo>
                  <a:pt x="320" y="781"/>
                </a:lnTo>
                <a:lnTo>
                  <a:pt x="319" y="781"/>
                </a:lnTo>
                <a:lnTo>
                  <a:pt x="318" y="781"/>
                </a:lnTo>
                <a:lnTo>
                  <a:pt x="318" y="780"/>
                </a:lnTo>
                <a:lnTo>
                  <a:pt x="317" y="780"/>
                </a:lnTo>
                <a:lnTo>
                  <a:pt x="316" y="780"/>
                </a:lnTo>
                <a:lnTo>
                  <a:pt x="315" y="779"/>
                </a:lnTo>
                <a:lnTo>
                  <a:pt x="314" y="779"/>
                </a:lnTo>
                <a:lnTo>
                  <a:pt x="313" y="778"/>
                </a:lnTo>
                <a:lnTo>
                  <a:pt x="312" y="778"/>
                </a:lnTo>
                <a:lnTo>
                  <a:pt x="312" y="779"/>
                </a:lnTo>
                <a:lnTo>
                  <a:pt x="311" y="779"/>
                </a:lnTo>
                <a:lnTo>
                  <a:pt x="311" y="778"/>
                </a:lnTo>
                <a:lnTo>
                  <a:pt x="310" y="778"/>
                </a:lnTo>
                <a:lnTo>
                  <a:pt x="309" y="778"/>
                </a:lnTo>
                <a:lnTo>
                  <a:pt x="308" y="778"/>
                </a:lnTo>
                <a:lnTo>
                  <a:pt x="307" y="778"/>
                </a:lnTo>
                <a:lnTo>
                  <a:pt x="306" y="778"/>
                </a:lnTo>
                <a:lnTo>
                  <a:pt x="305" y="777"/>
                </a:lnTo>
                <a:lnTo>
                  <a:pt x="304" y="777"/>
                </a:lnTo>
                <a:lnTo>
                  <a:pt x="304" y="776"/>
                </a:lnTo>
                <a:lnTo>
                  <a:pt x="303" y="776"/>
                </a:lnTo>
                <a:lnTo>
                  <a:pt x="303" y="775"/>
                </a:lnTo>
                <a:lnTo>
                  <a:pt x="302" y="774"/>
                </a:lnTo>
                <a:lnTo>
                  <a:pt x="301" y="773"/>
                </a:lnTo>
                <a:lnTo>
                  <a:pt x="300" y="773"/>
                </a:lnTo>
                <a:lnTo>
                  <a:pt x="300" y="772"/>
                </a:lnTo>
                <a:lnTo>
                  <a:pt x="299" y="772"/>
                </a:lnTo>
                <a:lnTo>
                  <a:pt x="298" y="772"/>
                </a:lnTo>
                <a:lnTo>
                  <a:pt x="297" y="772"/>
                </a:lnTo>
                <a:lnTo>
                  <a:pt x="296" y="772"/>
                </a:lnTo>
                <a:lnTo>
                  <a:pt x="296" y="771"/>
                </a:lnTo>
                <a:lnTo>
                  <a:pt x="295" y="771"/>
                </a:lnTo>
                <a:lnTo>
                  <a:pt x="295" y="770"/>
                </a:lnTo>
                <a:lnTo>
                  <a:pt x="294" y="770"/>
                </a:lnTo>
                <a:lnTo>
                  <a:pt x="294" y="769"/>
                </a:lnTo>
                <a:lnTo>
                  <a:pt x="293" y="769"/>
                </a:lnTo>
                <a:lnTo>
                  <a:pt x="293" y="768"/>
                </a:lnTo>
                <a:lnTo>
                  <a:pt x="293" y="767"/>
                </a:lnTo>
                <a:lnTo>
                  <a:pt x="293" y="766"/>
                </a:lnTo>
                <a:lnTo>
                  <a:pt x="292" y="766"/>
                </a:lnTo>
                <a:lnTo>
                  <a:pt x="291" y="766"/>
                </a:lnTo>
                <a:lnTo>
                  <a:pt x="290" y="766"/>
                </a:lnTo>
                <a:lnTo>
                  <a:pt x="289" y="766"/>
                </a:lnTo>
                <a:lnTo>
                  <a:pt x="288" y="766"/>
                </a:lnTo>
                <a:lnTo>
                  <a:pt x="286" y="766"/>
                </a:lnTo>
                <a:lnTo>
                  <a:pt x="285" y="765"/>
                </a:lnTo>
                <a:lnTo>
                  <a:pt x="284" y="764"/>
                </a:lnTo>
                <a:lnTo>
                  <a:pt x="284" y="763"/>
                </a:lnTo>
                <a:lnTo>
                  <a:pt x="283" y="763"/>
                </a:lnTo>
                <a:lnTo>
                  <a:pt x="282" y="763"/>
                </a:lnTo>
                <a:lnTo>
                  <a:pt x="282" y="762"/>
                </a:lnTo>
                <a:lnTo>
                  <a:pt x="281" y="761"/>
                </a:lnTo>
                <a:lnTo>
                  <a:pt x="280" y="761"/>
                </a:lnTo>
                <a:lnTo>
                  <a:pt x="279" y="761"/>
                </a:lnTo>
                <a:lnTo>
                  <a:pt x="279" y="760"/>
                </a:lnTo>
                <a:lnTo>
                  <a:pt x="278" y="759"/>
                </a:lnTo>
                <a:lnTo>
                  <a:pt x="277" y="759"/>
                </a:lnTo>
                <a:lnTo>
                  <a:pt x="276" y="759"/>
                </a:lnTo>
                <a:lnTo>
                  <a:pt x="276" y="758"/>
                </a:lnTo>
                <a:lnTo>
                  <a:pt x="275" y="759"/>
                </a:lnTo>
                <a:lnTo>
                  <a:pt x="275" y="758"/>
                </a:lnTo>
                <a:lnTo>
                  <a:pt x="274" y="758"/>
                </a:lnTo>
                <a:lnTo>
                  <a:pt x="272" y="757"/>
                </a:lnTo>
                <a:lnTo>
                  <a:pt x="272" y="756"/>
                </a:lnTo>
                <a:lnTo>
                  <a:pt x="271" y="756"/>
                </a:lnTo>
                <a:lnTo>
                  <a:pt x="271" y="755"/>
                </a:lnTo>
                <a:lnTo>
                  <a:pt x="272" y="755"/>
                </a:lnTo>
                <a:lnTo>
                  <a:pt x="272" y="754"/>
                </a:lnTo>
                <a:lnTo>
                  <a:pt x="272" y="753"/>
                </a:lnTo>
                <a:lnTo>
                  <a:pt x="271" y="752"/>
                </a:lnTo>
                <a:lnTo>
                  <a:pt x="271" y="751"/>
                </a:lnTo>
                <a:lnTo>
                  <a:pt x="270" y="751"/>
                </a:lnTo>
                <a:lnTo>
                  <a:pt x="270" y="752"/>
                </a:lnTo>
                <a:lnTo>
                  <a:pt x="270" y="751"/>
                </a:lnTo>
                <a:lnTo>
                  <a:pt x="269" y="751"/>
                </a:lnTo>
                <a:lnTo>
                  <a:pt x="269" y="750"/>
                </a:lnTo>
                <a:lnTo>
                  <a:pt x="269" y="749"/>
                </a:lnTo>
                <a:lnTo>
                  <a:pt x="268" y="749"/>
                </a:lnTo>
                <a:lnTo>
                  <a:pt x="267" y="750"/>
                </a:lnTo>
                <a:lnTo>
                  <a:pt x="266" y="750"/>
                </a:lnTo>
                <a:lnTo>
                  <a:pt x="265" y="750"/>
                </a:lnTo>
                <a:lnTo>
                  <a:pt x="264" y="750"/>
                </a:lnTo>
                <a:lnTo>
                  <a:pt x="263" y="750"/>
                </a:lnTo>
                <a:lnTo>
                  <a:pt x="263" y="751"/>
                </a:lnTo>
                <a:lnTo>
                  <a:pt x="262" y="750"/>
                </a:lnTo>
                <a:lnTo>
                  <a:pt x="261" y="750"/>
                </a:lnTo>
                <a:lnTo>
                  <a:pt x="260" y="750"/>
                </a:lnTo>
                <a:lnTo>
                  <a:pt x="259" y="751"/>
                </a:lnTo>
                <a:lnTo>
                  <a:pt x="258" y="751"/>
                </a:lnTo>
                <a:lnTo>
                  <a:pt x="257" y="751"/>
                </a:lnTo>
                <a:lnTo>
                  <a:pt x="256" y="752"/>
                </a:lnTo>
                <a:lnTo>
                  <a:pt x="256" y="753"/>
                </a:lnTo>
                <a:lnTo>
                  <a:pt x="255" y="753"/>
                </a:lnTo>
                <a:lnTo>
                  <a:pt x="253" y="753"/>
                </a:lnTo>
                <a:lnTo>
                  <a:pt x="253" y="752"/>
                </a:lnTo>
                <a:lnTo>
                  <a:pt x="252" y="752"/>
                </a:lnTo>
                <a:lnTo>
                  <a:pt x="252" y="751"/>
                </a:lnTo>
                <a:lnTo>
                  <a:pt x="251" y="751"/>
                </a:lnTo>
                <a:lnTo>
                  <a:pt x="250" y="751"/>
                </a:lnTo>
                <a:lnTo>
                  <a:pt x="249" y="750"/>
                </a:lnTo>
                <a:lnTo>
                  <a:pt x="248" y="749"/>
                </a:lnTo>
                <a:lnTo>
                  <a:pt x="247" y="749"/>
                </a:lnTo>
                <a:lnTo>
                  <a:pt x="246" y="749"/>
                </a:lnTo>
                <a:lnTo>
                  <a:pt x="246" y="750"/>
                </a:lnTo>
                <a:lnTo>
                  <a:pt x="245" y="750"/>
                </a:lnTo>
                <a:lnTo>
                  <a:pt x="245" y="751"/>
                </a:lnTo>
                <a:lnTo>
                  <a:pt x="244" y="752"/>
                </a:lnTo>
                <a:lnTo>
                  <a:pt x="243" y="752"/>
                </a:lnTo>
                <a:lnTo>
                  <a:pt x="243" y="753"/>
                </a:lnTo>
                <a:lnTo>
                  <a:pt x="243" y="754"/>
                </a:lnTo>
                <a:lnTo>
                  <a:pt x="242" y="754"/>
                </a:lnTo>
                <a:lnTo>
                  <a:pt x="241" y="753"/>
                </a:lnTo>
                <a:lnTo>
                  <a:pt x="240" y="753"/>
                </a:lnTo>
                <a:lnTo>
                  <a:pt x="240" y="752"/>
                </a:lnTo>
                <a:lnTo>
                  <a:pt x="239" y="752"/>
                </a:lnTo>
                <a:lnTo>
                  <a:pt x="239" y="753"/>
                </a:lnTo>
                <a:lnTo>
                  <a:pt x="239" y="754"/>
                </a:lnTo>
                <a:lnTo>
                  <a:pt x="238" y="754"/>
                </a:lnTo>
                <a:lnTo>
                  <a:pt x="237" y="754"/>
                </a:lnTo>
                <a:lnTo>
                  <a:pt x="236" y="754"/>
                </a:lnTo>
                <a:lnTo>
                  <a:pt x="235" y="754"/>
                </a:lnTo>
                <a:lnTo>
                  <a:pt x="235" y="753"/>
                </a:lnTo>
                <a:lnTo>
                  <a:pt x="234" y="753"/>
                </a:lnTo>
                <a:lnTo>
                  <a:pt x="233" y="753"/>
                </a:lnTo>
                <a:lnTo>
                  <a:pt x="232" y="753"/>
                </a:lnTo>
                <a:lnTo>
                  <a:pt x="231" y="753"/>
                </a:lnTo>
                <a:lnTo>
                  <a:pt x="231" y="754"/>
                </a:lnTo>
                <a:lnTo>
                  <a:pt x="230" y="755"/>
                </a:lnTo>
                <a:lnTo>
                  <a:pt x="229" y="755"/>
                </a:lnTo>
                <a:lnTo>
                  <a:pt x="229" y="754"/>
                </a:lnTo>
                <a:lnTo>
                  <a:pt x="228" y="754"/>
                </a:lnTo>
                <a:lnTo>
                  <a:pt x="228" y="755"/>
                </a:lnTo>
                <a:lnTo>
                  <a:pt x="228" y="756"/>
                </a:lnTo>
                <a:lnTo>
                  <a:pt x="227" y="757"/>
                </a:lnTo>
                <a:lnTo>
                  <a:pt x="227" y="758"/>
                </a:lnTo>
                <a:lnTo>
                  <a:pt x="228" y="758"/>
                </a:lnTo>
                <a:lnTo>
                  <a:pt x="228" y="759"/>
                </a:lnTo>
                <a:lnTo>
                  <a:pt x="227" y="759"/>
                </a:lnTo>
                <a:lnTo>
                  <a:pt x="226" y="760"/>
                </a:lnTo>
                <a:lnTo>
                  <a:pt x="226" y="761"/>
                </a:lnTo>
                <a:lnTo>
                  <a:pt x="225" y="762"/>
                </a:lnTo>
                <a:lnTo>
                  <a:pt x="224" y="762"/>
                </a:lnTo>
                <a:lnTo>
                  <a:pt x="223" y="762"/>
                </a:lnTo>
                <a:lnTo>
                  <a:pt x="223" y="761"/>
                </a:lnTo>
                <a:lnTo>
                  <a:pt x="222" y="760"/>
                </a:lnTo>
                <a:lnTo>
                  <a:pt x="220" y="758"/>
                </a:lnTo>
                <a:lnTo>
                  <a:pt x="219" y="757"/>
                </a:lnTo>
                <a:lnTo>
                  <a:pt x="218" y="756"/>
                </a:lnTo>
                <a:lnTo>
                  <a:pt x="217" y="756"/>
                </a:lnTo>
                <a:lnTo>
                  <a:pt x="217" y="755"/>
                </a:lnTo>
                <a:lnTo>
                  <a:pt x="216" y="755"/>
                </a:lnTo>
                <a:lnTo>
                  <a:pt x="215" y="755"/>
                </a:lnTo>
                <a:lnTo>
                  <a:pt x="215" y="756"/>
                </a:lnTo>
                <a:lnTo>
                  <a:pt x="214" y="756"/>
                </a:lnTo>
                <a:lnTo>
                  <a:pt x="213" y="756"/>
                </a:lnTo>
                <a:lnTo>
                  <a:pt x="213" y="755"/>
                </a:lnTo>
                <a:lnTo>
                  <a:pt x="212" y="755"/>
                </a:lnTo>
                <a:lnTo>
                  <a:pt x="212" y="754"/>
                </a:lnTo>
                <a:lnTo>
                  <a:pt x="211" y="754"/>
                </a:lnTo>
                <a:lnTo>
                  <a:pt x="210" y="753"/>
                </a:lnTo>
                <a:lnTo>
                  <a:pt x="210" y="752"/>
                </a:lnTo>
                <a:lnTo>
                  <a:pt x="209" y="752"/>
                </a:lnTo>
                <a:lnTo>
                  <a:pt x="208" y="751"/>
                </a:lnTo>
                <a:lnTo>
                  <a:pt x="208" y="750"/>
                </a:lnTo>
                <a:lnTo>
                  <a:pt x="208" y="749"/>
                </a:lnTo>
                <a:lnTo>
                  <a:pt x="207" y="749"/>
                </a:lnTo>
                <a:lnTo>
                  <a:pt x="207" y="748"/>
                </a:lnTo>
                <a:lnTo>
                  <a:pt x="206" y="748"/>
                </a:lnTo>
                <a:lnTo>
                  <a:pt x="206" y="747"/>
                </a:lnTo>
                <a:lnTo>
                  <a:pt x="206" y="746"/>
                </a:lnTo>
                <a:lnTo>
                  <a:pt x="205" y="745"/>
                </a:lnTo>
                <a:lnTo>
                  <a:pt x="204" y="744"/>
                </a:lnTo>
                <a:lnTo>
                  <a:pt x="204" y="743"/>
                </a:lnTo>
                <a:lnTo>
                  <a:pt x="203" y="742"/>
                </a:lnTo>
                <a:lnTo>
                  <a:pt x="202" y="742"/>
                </a:lnTo>
                <a:lnTo>
                  <a:pt x="202" y="743"/>
                </a:lnTo>
                <a:lnTo>
                  <a:pt x="201" y="743"/>
                </a:lnTo>
                <a:lnTo>
                  <a:pt x="200" y="743"/>
                </a:lnTo>
                <a:lnTo>
                  <a:pt x="199" y="743"/>
                </a:lnTo>
                <a:lnTo>
                  <a:pt x="198" y="741"/>
                </a:lnTo>
                <a:lnTo>
                  <a:pt x="198" y="740"/>
                </a:lnTo>
                <a:lnTo>
                  <a:pt x="198" y="739"/>
                </a:lnTo>
                <a:lnTo>
                  <a:pt x="198" y="738"/>
                </a:lnTo>
                <a:lnTo>
                  <a:pt x="197" y="736"/>
                </a:lnTo>
                <a:lnTo>
                  <a:pt x="196" y="736"/>
                </a:lnTo>
                <a:lnTo>
                  <a:pt x="195" y="735"/>
                </a:lnTo>
                <a:lnTo>
                  <a:pt x="194" y="735"/>
                </a:lnTo>
                <a:lnTo>
                  <a:pt x="194" y="734"/>
                </a:lnTo>
                <a:lnTo>
                  <a:pt x="193" y="735"/>
                </a:lnTo>
                <a:lnTo>
                  <a:pt x="192" y="735"/>
                </a:lnTo>
                <a:lnTo>
                  <a:pt x="191" y="735"/>
                </a:lnTo>
                <a:lnTo>
                  <a:pt x="190" y="735"/>
                </a:lnTo>
                <a:lnTo>
                  <a:pt x="190" y="734"/>
                </a:lnTo>
                <a:lnTo>
                  <a:pt x="189" y="735"/>
                </a:lnTo>
                <a:lnTo>
                  <a:pt x="188" y="735"/>
                </a:lnTo>
                <a:lnTo>
                  <a:pt x="187" y="736"/>
                </a:lnTo>
                <a:lnTo>
                  <a:pt x="186" y="736"/>
                </a:lnTo>
                <a:lnTo>
                  <a:pt x="185" y="736"/>
                </a:lnTo>
                <a:lnTo>
                  <a:pt x="184" y="736"/>
                </a:lnTo>
                <a:lnTo>
                  <a:pt x="184" y="737"/>
                </a:lnTo>
                <a:lnTo>
                  <a:pt x="183" y="737"/>
                </a:lnTo>
                <a:lnTo>
                  <a:pt x="182" y="737"/>
                </a:lnTo>
                <a:lnTo>
                  <a:pt x="181" y="736"/>
                </a:lnTo>
                <a:lnTo>
                  <a:pt x="180" y="736"/>
                </a:lnTo>
                <a:lnTo>
                  <a:pt x="180" y="735"/>
                </a:lnTo>
                <a:lnTo>
                  <a:pt x="180" y="734"/>
                </a:lnTo>
                <a:lnTo>
                  <a:pt x="179" y="734"/>
                </a:lnTo>
                <a:lnTo>
                  <a:pt x="179" y="733"/>
                </a:lnTo>
                <a:lnTo>
                  <a:pt x="178" y="734"/>
                </a:lnTo>
                <a:lnTo>
                  <a:pt x="177" y="734"/>
                </a:lnTo>
                <a:lnTo>
                  <a:pt x="176" y="734"/>
                </a:lnTo>
                <a:lnTo>
                  <a:pt x="176" y="733"/>
                </a:lnTo>
                <a:lnTo>
                  <a:pt x="176" y="732"/>
                </a:lnTo>
                <a:lnTo>
                  <a:pt x="177" y="732"/>
                </a:lnTo>
                <a:lnTo>
                  <a:pt x="177" y="731"/>
                </a:lnTo>
                <a:lnTo>
                  <a:pt x="177" y="730"/>
                </a:lnTo>
                <a:lnTo>
                  <a:pt x="176" y="729"/>
                </a:lnTo>
                <a:lnTo>
                  <a:pt x="175" y="729"/>
                </a:lnTo>
                <a:lnTo>
                  <a:pt x="174" y="728"/>
                </a:lnTo>
                <a:lnTo>
                  <a:pt x="174" y="727"/>
                </a:lnTo>
                <a:lnTo>
                  <a:pt x="175" y="726"/>
                </a:lnTo>
                <a:lnTo>
                  <a:pt x="174" y="726"/>
                </a:lnTo>
                <a:lnTo>
                  <a:pt x="174" y="725"/>
                </a:lnTo>
                <a:lnTo>
                  <a:pt x="175" y="724"/>
                </a:lnTo>
                <a:lnTo>
                  <a:pt x="175" y="723"/>
                </a:lnTo>
                <a:lnTo>
                  <a:pt x="175" y="722"/>
                </a:lnTo>
                <a:lnTo>
                  <a:pt x="174" y="722"/>
                </a:lnTo>
                <a:lnTo>
                  <a:pt x="173" y="722"/>
                </a:lnTo>
                <a:lnTo>
                  <a:pt x="172" y="721"/>
                </a:lnTo>
                <a:lnTo>
                  <a:pt x="171" y="721"/>
                </a:lnTo>
                <a:lnTo>
                  <a:pt x="170" y="721"/>
                </a:lnTo>
                <a:lnTo>
                  <a:pt x="169" y="721"/>
                </a:lnTo>
                <a:lnTo>
                  <a:pt x="169" y="722"/>
                </a:lnTo>
                <a:lnTo>
                  <a:pt x="168" y="723"/>
                </a:lnTo>
                <a:lnTo>
                  <a:pt x="168" y="724"/>
                </a:lnTo>
                <a:lnTo>
                  <a:pt x="166" y="725"/>
                </a:lnTo>
                <a:lnTo>
                  <a:pt x="165" y="725"/>
                </a:lnTo>
                <a:lnTo>
                  <a:pt x="164" y="725"/>
                </a:lnTo>
                <a:lnTo>
                  <a:pt x="164" y="726"/>
                </a:lnTo>
                <a:lnTo>
                  <a:pt x="163" y="726"/>
                </a:lnTo>
                <a:lnTo>
                  <a:pt x="162" y="727"/>
                </a:lnTo>
                <a:lnTo>
                  <a:pt x="162" y="728"/>
                </a:lnTo>
                <a:lnTo>
                  <a:pt x="162" y="729"/>
                </a:lnTo>
                <a:lnTo>
                  <a:pt x="161" y="729"/>
                </a:lnTo>
                <a:lnTo>
                  <a:pt x="161" y="730"/>
                </a:lnTo>
                <a:lnTo>
                  <a:pt x="161" y="731"/>
                </a:lnTo>
                <a:lnTo>
                  <a:pt x="161" y="732"/>
                </a:lnTo>
                <a:lnTo>
                  <a:pt x="161" y="733"/>
                </a:lnTo>
                <a:lnTo>
                  <a:pt x="159" y="733"/>
                </a:lnTo>
                <a:lnTo>
                  <a:pt x="159" y="734"/>
                </a:lnTo>
                <a:lnTo>
                  <a:pt x="160" y="734"/>
                </a:lnTo>
                <a:lnTo>
                  <a:pt x="160" y="735"/>
                </a:lnTo>
                <a:lnTo>
                  <a:pt x="159" y="735"/>
                </a:lnTo>
                <a:lnTo>
                  <a:pt x="158" y="734"/>
                </a:lnTo>
                <a:lnTo>
                  <a:pt x="157" y="735"/>
                </a:lnTo>
                <a:lnTo>
                  <a:pt x="157" y="734"/>
                </a:lnTo>
                <a:lnTo>
                  <a:pt x="157" y="733"/>
                </a:lnTo>
                <a:lnTo>
                  <a:pt x="156" y="733"/>
                </a:lnTo>
                <a:lnTo>
                  <a:pt x="155" y="732"/>
                </a:lnTo>
                <a:lnTo>
                  <a:pt x="154" y="732"/>
                </a:lnTo>
                <a:lnTo>
                  <a:pt x="154" y="731"/>
                </a:lnTo>
                <a:lnTo>
                  <a:pt x="153" y="731"/>
                </a:lnTo>
                <a:lnTo>
                  <a:pt x="153" y="730"/>
                </a:lnTo>
                <a:lnTo>
                  <a:pt x="154" y="730"/>
                </a:lnTo>
                <a:lnTo>
                  <a:pt x="153" y="729"/>
                </a:lnTo>
                <a:lnTo>
                  <a:pt x="152" y="729"/>
                </a:lnTo>
                <a:lnTo>
                  <a:pt x="152" y="728"/>
                </a:lnTo>
                <a:lnTo>
                  <a:pt x="151" y="728"/>
                </a:lnTo>
                <a:lnTo>
                  <a:pt x="150" y="728"/>
                </a:lnTo>
                <a:lnTo>
                  <a:pt x="149" y="728"/>
                </a:lnTo>
                <a:lnTo>
                  <a:pt x="148" y="728"/>
                </a:lnTo>
                <a:lnTo>
                  <a:pt x="147" y="728"/>
                </a:lnTo>
                <a:lnTo>
                  <a:pt x="147" y="727"/>
                </a:lnTo>
                <a:lnTo>
                  <a:pt x="146" y="727"/>
                </a:lnTo>
                <a:lnTo>
                  <a:pt x="147" y="726"/>
                </a:lnTo>
                <a:lnTo>
                  <a:pt x="146" y="726"/>
                </a:lnTo>
                <a:lnTo>
                  <a:pt x="145" y="725"/>
                </a:lnTo>
                <a:lnTo>
                  <a:pt x="146" y="725"/>
                </a:lnTo>
                <a:lnTo>
                  <a:pt x="146" y="724"/>
                </a:lnTo>
                <a:lnTo>
                  <a:pt x="145" y="724"/>
                </a:lnTo>
                <a:lnTo>
                  <a:pt x="144" y="724"/>
                </a:lnTo>
                <a:lnTo>
                  <a:pt x="144" y="723"/>
                </a:lnTo>
                <a:lnTo>
                  <a:pt x="143" y="723"/>
                </a:lnTo>
                <a:lnTo>
                  <a:pt x="143" y="722"/>
                </a:lnTo>
                <a:lnTo>
                  <a:pt x="142" y="722"/>
                </a:lnTo>
                <a:lnTo>
                  <a:pt x="142" y="723"/>
                </a:lnTo>
                <a:lnTo>
                  <a:pt x="142" y="722"/>
                </a:lnTo>
                <a:lnTo>
                  <a:pt x="142" y="721"/>
                </a:lnTo>
                <a:lnTo>
                  <a:pt x="143" y="721"/>
                </a:lnTo>
                <a:lnTo>
                  <a:pt x="143" y="720"/>
                </a:lnTo>
                <a:lnTo>
                  <a:pt x="144" y="720"/>
                </a:lnTo>
                <a:lnTo>
                  <a:pt x="143" y="720"/>
                </a:lnTo>
                <a:lnTo>
                  <a:pt x="143" y="719"/>
                </a:lnTo>
                <a:lnTo>
                  <a:pt x="144" y="719"/>
                </a:lnTo>
                <a:lnTo>
                  <a:pt x="144" y="718"/>
                </a:lnTo>
                <a:lnTo>
                  <a:pt x="144" y="717"/>
                </a:lnTo>
                <a:lnTo>
                  <a:pt x="144" y="716"/>
                </a:lnTo>
                <a:lnTo>
                  <a:pt x="145" y="716"/>
                </a:lnTo>
                <a:lnTo>
                  <a:pt x="144" y="715"/>
                </a:lnTo>
                <a:lnTo>
                  <a:pt x="144" y="714"/>
                </a:lnTo>
                <a:lnTo>
                  <a:pt x="144" y="713"/>
                </a:lnTo>
                <a:lnTo>
                  <a:pt x="144" y="711"/>
                </a:lnTo>
                <a:lnTo>
                  <a:pt x="144" y="710"/>
                </a:lnTo>
                <a:lnTo>
                  <a:pt x="144" y="709"/>
                </a:lnTo>
                <a:lnTo>
                  <a:pt x="144" y="708"/>
                </a:lnTo>
                <a:lnTo>
                  <a:pt x="143" y="708"/>
                </a:lnTo>
                <a:lnTo>
                  <a:pt x="142" y="708"/>
                </a:lnTo>
                <a:lnTo>
                  <a:pt x="141" y="708"/>
                </a:lnTo>
                <a:lnTo>
                  <a:pt x="141" y="707"/>
                </a:lnTo>
                <a:lnTo>
                  <a:pt x="141" y="706"/>
                </a:lnTo>
                <a:lnTo>
                  <a:pt x="141" y="705"/>
                </a:lnTo>
                <a:lnTo>
                  <a:pt x="142" y="705"/>
                </a:lnTo>
                <a:lnTo>
                  <a:pt x="141" y="705"/>
                </a:lnTo>
                <a:lnTo>
                  <a:pt x="141" y="704"/>
                </a:lnTo>
                <a:lnTo>
                  <a:pt x="140" y="704"/>
                </a:lnTo>
                <a:lnTo>
                  <a:pt x="140" y="703"/>
                </a:lnTo>
                <a:lnTo>
                  <a:pt x="140" y="704"/>
                </a:lnTo>
                <a:lnTo>
                  <a:pt x="139" y="704"/>
                </a:lnTo>
                <a:lnTo>
                  <a:pt x="138" y="704"/>
                </a:lnTo>
                <a:lnTo>
                  <a:pt x="138" y="703"/>
                </a:lnTo>
                <a:lnTo>
                  <a:pt x="137" y="703"/>
                </a:lnTo>
                <a:lnTo>
                  <a:pt x="136" y="702"/>
                </a:lnTo>
                <a:lnTo>
                  <a:pt x="136" y="703"/>
                </a:lnTo>
                <a:lnTo>
                  <a:pt x="135" y="704"/>
                </a:lnTo>
                <a:lnTo>
                  <a:pt x="134" y="704"/>
                </a:lnTo>
                <a:lnTo>
                  <a:pt x="133" y="704"/>
                </a:lnTo>
                <a:lnTo>
                  <a:pt x="132" y="703"/>
                </a:lnTo>
                <a:lnTo>
                  <a:pt x="131" y="703"/>
                </a:lnTo>
                <a:lnTo>
                  <a:pt x="131" y="704"/>
                </a:lnTo>
                <a:lnTo>
                  <a:pt x="130" y="704"/>
                </a:lnTo>
                <a:lnTo>
                  <a:pt x="128" y="705"/>
                </a:lnTo>
                <a:lnTo>
                  <a:pt x="127" y="704"/>
                </a:lnTo>
                <a:lnTo>
                  <a:pt x="127" y="703"/>
                </a:lnTo>
                <a:lnTo>
                  <a:pt x="126" y="703"/>
                </a:lnTo>
                <a:lnTo>
                  <a:pt x="125" y="703"/>
                </a:lnTo>
                <a:lnTo>
                  <a:pt x="124" y="702"/>
                </a:lnTo>
                <a:lnTo>
                  <a:pt x="123" y="702"/>
                </a:lnTo>
                <a:lnTo>
                  <a:pt x="123" y="703"/>
                </a:lnTo>
                <a:lnTo>
                  <a:pt x="122" y="703"/>
                </a:lnTo>
                <a:lnTo>
                  <a:pt x="121" y="703"/>
                </a:lnTo>
                <a:lnTo>
                  <a:pt x="121" y="704"/>
                </a:lnTo>
                <a:lnTo>
                  <a:pt x="120" y="705"/>
                </a:lnTo>
                <a:lnTo>
                  <a:pt x="119" y="705"/>
                </a:lnTo>
                <a:lnTo>
                  <a:pt x="119" y="704"/>
                </a:lnTo>
                <a:lnTo>
                  <a:pt x="118" y="704"/>
                </a:lnTo>
                <a:lnTo>
                  <a:pt x="117" y="704"/>
                </a:lnTo>
                <a:lnTo>
                  <a:pt x="116" y="705"/>
                </a:lnTo>
                <a:lnTo>
                  <a:pt x="116" y="704"/>
                </a:lnTo>
                <a:lnTo>
                  <a:pt x="116" y="703"/>
                </a:lnTo>
                <a:lnTo>
                  <a:pt x="116" y="702"/>
                </a:lnTo>
                <a:lnTo>
                  <a:pt x="116" y="701"/>
                </a:lnTo>
                <a:lnTo>
                  <a:pt x="115" y="701"/>
                </a:lnTo>
                <a:lnTo>
                  <a:pt x="114" y="701"/>
                </a:lnTo>
                <a:lnTo>
                  <a:pt x="113" y="701"/>
                </a:lnTo>
                <a:lnTo>
                  <a:pt x="112" y="701"/>
                </a:lnTo>
                <a:lnTo>
                  <a:pt x="111" y="701"/>
                </a:lnTo>
                <a:lnTo>
                  <a:pt x="111" y="702"/>
                </a:lnTo>
                <a:lnTo>
                  <a:pt x="110" y="702"/>
                </a:lnTo>
                <a:lnTo>
                  <a:pt x="109" y="703"/>
                </a:lnTo>
                <a:lnTo>
                  <a:pt x="108" y="704"/>
                </a:lnTo>
                <a:lnTo>
                  <a:pt x="107" y="704"/>
                </a:lnTo>
                <a:lnTo>
                  <a:pt x="106" y="705"/>
                </a:lnTo>
                <a:lnTo>
                  <a:pt x="105" y="706"/>
                </a:lnTo>
                <a:lnTo>
                  <a:pt x="104" y="706"/>
                </a:lnTo>
                <a:lnTo>
                  <a:pt x="103" y="706"/>
                </a:lnTo>
                <a:lnTo>
                  <a:pt x="103" y="707"/>
                </a:lnTo>
                <a:lnTo>
                  <a:pt x="102" y="707"/>
                </a:lnTo>
                <a:lnTo>
                  <a:pt x="101" y="707"/>
                </a:lnTo>
                <a:lnTo>
                  <a:pt x="100" y="707"/>
                </a:lnTo>
                <a:lnTo>
                  <a:pt x="99" y="706"/>
                </a:lnTo>
                <a:lnTo>
                  <a:pt x="98" y="706"/>
                </a:lnTo>
                <a:lnTo>
                  <a:pt x="98" y="707"/>
                </a:lnTo>
                <a:lnTo>
                  <a:pt x="97" y="707"/>
                </a:lnTo>
                <a:lnTo>
                  <a:pt x="96" y="708"/>
                </a:lnTo>
                <a:lnTo>
                  <a:pt x="95" y="708"/>
                </a:lnTo>
                <a:lnTo>
                  <a:pt x="95" y="707"/>
                </a:lnTo>
                <a:lnTo>
                  <a:pt x="94" y="708"/>
                </a:lnTo>
                <a:lnTo>
                  <a:pt x="93" y="708"/>
                </a:lnTo>
                <a:lnTo>
                  <a:pt x="92" y="708"/>
                </a:lnTo>
                <a:lnTo>
                  <a:pt x="91" y="709"/>
                </a:lnTo>
                <a:lnTo>
                  <a:pt x="90" y="709"/>
                </a:lnTo>
                <a:lnTo>
                  <a:pt x="90" y="710"/>
                </a:lnTo>
                <a:lnTo>
                  <a:pt x="88" y="710"/>
                </a:lnTo>
                <a:lnTo>
                  <a:pt x="87" y="710"/>
                </a:lnTo>
                <a:lnTo>
                  <a:pt x="86" y="710"/>
                </a:lnTo>
                <a:lnTo>
                  <a:pt x="86" y="711"/>
                </a:lnTo>
                <a:lnTo>
                  <a:pt x="86" y="712"/>
                </a:lnTo>
                <a:lnTo>
                  <a:pt x="85" y="712"/>
                </a:lnTo>
                <a:lnTo>
                  <a:pt x="84" y="713"/>
                </a:lnTo>
                <a:lnTo>
                  <a:pt x="83" y="713"/>
                </a:lnTo>
                <a:lnTo>
                  <a:pt x="82" y="713"/>
                </a:lnTo>
                <a:lnTo>
                  <a:pt x="82" y="714"/>
                </a:lnTo>
                <a:lnTo>
                  <a:pt x="81" y="713"/>
                </a:lnTo>
                <a:lnTo>
                  <a:pt x="80" y="712"/>
                </a:lnTo>
                <a:lnTo>
                  <a:pt x="80" y="711"/>
                </a:lnTo>
                <a:lnTo>
                  <a:pt x="80" y="710"/>
                </a:lnTo>
                <a:lnTo>
                  <a:pt x="79" y="709"/>
                </a:lnTo>
                <a:lnTo>
                  <a:pt x="78" y="709"/>
                </a:lnTo>
                <a:lnTo>
                  <a:pt x="77" y="708"/>
                </a:lnTo>
                <a:lnTo>
                  <a:pt x="76" y="708"/>
                </a:lnTo>
                <a:lnTo>
                  <a:pt x="75" y="708"/>
                </a:lnTo>
                <a:lnTo>
                  <a:pt x="74" y="708"/>
                </a:lnTo>
                <a:lnTo>
                  <a:pt x="73" y="708"/>
                </a:lnTo>
                <a:lnTo>
                  <a:pt x="73" y="707"/>
                </a:lnTo>
                <a:lnTo>
                  <a:pt x="72" y="707"/>
                </a:lnTo>
                <a:lnTo>
                  <a:pt x="72" y="708"/>
                </a:lnTo>
                <a:lnTo>
                  <a:pt x="71" y="708"/>
                </a:lnTo>
                <a:lnTo>
                  <a:pt x="70" y="708"/>
                </a:lnTo>
                <a:lnTo>
                  <a:pt x="70" y="707"/>
                </a:lnTo>
                <a:lnTo>
                  <a:pt x="69" y="707"/>
                </a:lnTo>
                <a:lnTo>
                  <a:pt x="69" y="706"/>
                </a:lnTo>
                <a:lnTo>
                  <a:pt x="68" y="706"/>
                </a:lnTo>
                <a:lnTo>
                  <a:pt x="68" y="705"/>
                </a:lnTo>
                <a:lnTo>
                  <a:pt x="67" y="706"/>
                </a:lnTo>
                <a:lnTo>
                  <a:pt x="66" y="706"/>
                </a:lnTo>
                <a:lnTo>
                  <a:pt x="65" y="706"/>
                </a:lnTo>
                <a:lnTo>
                  <a:pt x="65" y="705"/>
                </a:lnTo>
                <a:lnTo>
                  <a:pt x="64" y="705"/>
                </a:lnTo>
                <a:lnTo>
                  <a:pt x="64" y="706"/>
                </a:lnTo>
                <a:lnTo>
                  <a:pt x="62" y="706"/>
                </a:lnTo>
                <a:lnTo>
                  <a:pt x="61" y="705"/>
                </a:lnTo>
                <a:lnTo>
                  <a:pt x="61" y="704"/>
                </a:lnTo>
                <a:lnTo>
                  <a:pt x="60" y="704"/>
                </a:lnTo>
                <a:lnTo>
                  <a:pt x="59" y="705"/>
                </a:lnTo>
                <a:lnTo>
                  <a:pt x="59" y="704"/>
                </a:lnTo>
                <a:lnTo>
                  <a:pt x="58" y="703"/>
                </a:lnTo>
                <a:lnTo>
                  <a:pt x="57" y="703"/>
                </a:lnTo>
                <a:lnTo>
                  <a:pt x="56" y="703"/>
                </a:lnTo>
                <a:lnTo>
                  <a:pt x="55" y="703"/>
                </a:lnTo>
                <a:lnTo>
                  <a:pt x="55" y="702"/>
                </a:lnTo>
                <a:lnTo>
                  <a:pt x="55" y="701"/>
                </a:lnTo>
                <a:lnTo>
                  <a:pt x="54" y="701"/>
                </a:lnTo>
                <a:lnTo>
                  <a:pt x="53" y="700"/>
                </a:lnTo>
                <a:lnTo>
                  <a:pt x="52" y="700"/>
                </a:lnTo>
                <a:lnTo>
                  <a:pt x="52" y="699"/>
                </a:lnTo>
                <a:lnTo>
                  <a:pt x="52" y="698"/>
                </a:lnTo>
                <a:lnTo>
                  <a:pt x="51" y="698"/>
                </a:lnTo>
                <a:lnTo>
                  <a:pt x="51" y="697"/>
                </a:lnTo>
                <a:lnTo>
                  <a:pt x="53" y="696"/>
                </a:lnTo>
                <a:lnTo>
                  <a:pt x="54" y="696"/>
                </a:lnTo>
                <a:lnTo>
                  <a:pt x="54" y="695"/>
                </a:lnTo>
                <a:lnTo>
                  <a:pt x="54" y="694"/>
                </a:lnTo>
                <a:lnTo>
                  <a:pt x="54" y="693"/>
                </a:lnTo>
                <a:lnTo>
                  <a:pt x="54" y="692"/>
                </a:lnTo>
                <a:lnTo>
                  <a:pt x="53" y="692"/>
                </a:lnTo>
                <a:lnTo>
                  <a:pt x="52" y="692"/>
                </a:lnTo>
                <a:lnTo>
                  <a:pt x="51" y="692"/>
                </a:lnTo>
                <a:lnTo>
                  <a:pt x="51" y="691"/>
                </a:lnTo>
                <a:lnTo>
                  <a:pt x="50" y="690"/>
                </a:lnTo>
                <a:lnTo>
                  <a:pt x="50" y="689"/>
                </a:lnTo>
                <a:lnTo>
                  <a:pt x="49" y="688"/>
                </a:lnTo>
                <a:lnTo>
                  <a:pt x="49" y="689"/>
                </a:lnTo>
                <a:lnTo>
                  <a:pt x="48" y="689"/>
                </a:lnTo>
                <a:lnTo>
                  <a:pt x="47" y="689"/>
                </a:lnTo>
                <a:lnTo>
                  <a:pt x="47" y="690"/>
                </a:lnTo>
                <a:lnTo>
                  <a:pt x="47" y="691"/>
                </a:lnTo>
                <a:lnTo>
                  <a:pt x="46" y="691"/>
                </a:lnTo>
                <a:lnTo>
                  <a:pt x="46" y="692"/>
                </a:lnTo>
                <a:lnTo>
                  <a:pt x="45" y="692"/>
                </a:lnTo>
                <a:lnTo>
                  <a:pt x="44" y="691"/>
                </a:lnTo>
                <a:lnTo>
                  <a:pt x="43" y="691"/>
                </a:lnTo>
                <a:lnTo>
                  <a:pt x="43" y="690"/>
                </a:lnTo>
                <a:lnTo>
                  <a:pt x="42" y="690"/>
                </a:lnTo>
                <a:lnTo>
                  <a:pt x="42" y="691"/>
                </a:lnTo>
                <a:lnTo>
                  <a:pt x="41" y="691"/>
                </a:lnTo>
                <a:lnTo>
                  <a:pt x="40" y="692"/>
                </a:lnTo>
                <a:lnTo>
                  <a:pt x="39" y="692"/>
                </a:lnTo>
                <a:lnTo>
                  <a:pt x="38" y="692"/>
                </a:lnTo>
                <a:lnTo>
                  <a:pt x="37" y="691"/>
                </a:lnTo>
                <a:lnTo>
                  <a:pt x="36" y="691"/>
                </a:lnTo>
                <a:lnTo>
                  <a:pt x="35" y="691"/>
                </a:lnTo>
                <a:lnTo>
                  <a:pt x="34" y="692"/>
                </a:lnTo>
                <a:lnTo>
                  <a:pt x="33" y="692"/>
                </a:lnTo>
                <a:lnTo>
                  <a:pt x="32" y="692"/>
                </a:lnTo>
                <a:lnTo>
                  <a:pt x="32" y="693"/>
                </a:lnTo>
                <a:lnTo>
                  <a:pt x="31" y="693"/>
                </a:lnTo>
                <a:lnTo>
                  <a:pt x="31" y="692"/>
                </a:lnTo>
                <a:lnTo>
                  <a:pt x="30" y="692"/>
                </a:lnTo>
                <a:lnTo>
                  <a:pt x="29" y="693"/>
                </a:lnTo>
                <a:lnTo>
                  <a:pt x="29" y="694"/>
                </a:lnTo>
                <a:lnTo>
                  <a:pt x="30" y="694"/>
                </a:lnTo>
                <a:lnTo>
                  <a:pt x="30" y="695"/>
                </a:lnTo>
                <a:lnTo>
                  <a:pt x="29" y="695"/>
                </a:lnTo>
                <a:lnTo>
                  <a:pt x="29" y="696"/>
                </a:lnTo>
                <a:lnTo>
                  <a:pt x="29" y="697"/>
                </a:lnTo>
                <a:lnTo>
                  <a:pt x="29" y="698"/>
                </a:lnTo>
                <a:lnTo>
                  <a:pt x="28" y="698"/>
                </a:lnTo>
                <a:lnTo>
                  <a:pt x="28" y="699"/>
                </a:lnTo>
                <a:lnTo>
                  <a:pt x="27" y="700"/>
                </a:lnTo>
                <a:lnTo>
                  <a:pt x="27" y="699"/>
                </a:lnTo>
                <a:lnTo>
                  <a:pt x="26" y="700"/>
                </a:lnTo>
                <a:lnTo>
                  <a:pt x="25" y="699"/>
                </a:lnTo>
                <a:lnTo>
                  <a:pt x="25" y="698"/>
                </a:lnTo>
                <a:lnTo>
                  <a:pt x="24" y="698"/>
                </a:lnTo>
                <a:lnTo>
                  <a:pt x="24" y="699"/>
                </a:lnTo>
                <a:lnTo>
                  <a:pt x="23" y="699"/>
                </a:lnTo>
                <a:lnTo>
                  <a:pt x="23" y="698"/>
                </a:lnTo>
                <a:lnTo>
                  <a:pt x="22" y="699"/>
                </a:lnTo>
                <a:lnTo>
                  <a:pt x="22" y="700"/>
                </a:lnTo>
                <a:lnTo>
                  <a:pt x="21" y="699"/>
                </a:lnTo>
                <a:lnTo>
                  <a:pt x="20" y="699"/>
                </a:lnTo>
                <a:lnTo>
                  <a:pt x="19" y="700"/>
                </a:lnTo>
                <a:lnTo>
                  <a:pt x="19" y="701"/>
                </a:lnTo>
                <a:lnTo>
                  <a:pt x="18" y="701"/>
                </a:lnTo>
                <a:lnTo>
                  <a:pt x="17" y="701"/>
                </a:lnTo>
                <a:lnTo>
                  <a:pt x="17" y="702"/>
                </a:lnTo>
                <a:lnTo>
                  <a:pt x="16" y="702"/>
                </a:lnTo>
                <a:lnTo>
                  <a:pt x="15" y="702"/>
                </a:lnTo>
                <a:lnTo>
                  <a:pt x="15" y="703"/>
                </a:lnTo>
                <a:lnTo>
                  <a:pt x="14" y="703"/>
                </a:lnTo>
                <a:lnTo>
                  <a:pt x="14" y="704"/>
                </a:lnTo>
                <a:lnTo>
                  <a:pt x="13" y="704"/>
                </a:lnTo>
                <a:lnTo>
                  <a:pt x="12" y="704"/>
                </a:lnTo>
                <a:lnTo>
                  <a:pt x="12" y="705"/>
                </a:lnTo>
                <a:lnTo>
                  <a:pt x="11" y="705"/>
                </a:lnTo>
                <a:lnTo>
                  <a:pt x="10" y="705"/>
                </a:lnTo>
                <a:lnTo>
                  <a:pt x="9" y="705"/>
                </a:lnTo>
                <a:lnTo>
                  <a:pt x="9" y="704"/>
                </a:lnTo>
                <a:lnTo>
                  <a:pt x="8" y="703"/>
                </a:lnTo>
                <a:lnTo>
                  <a:pt x="8" y="702"/>
                </a:lnTo>
                <a:lnTo>
                  <a:pt x="7" y="702"/>
                </a:lnTo>
                <a:lnTo>
                  <a:pt x="6" y="702"/>
                </a:lnTo>
                <a:lnTo>
                  <a:pt x="5" y="701"/>
                </a:lnTo>
                <a:lnTo>
                  <a:pt x="5" y="700"/>
                </a:lnTo>
                <a:lnTo>
                  <a:pt x="6" y="700"/>
                </a:lnTo>
                <a:lnTo>
                  <a:pt x="6" y="699"/>
                </a:lnTo>
                <a:lnTo>
                  <a:pt x="7" y="699"/>
                </a:lnTo>
                <a:lnTo>
                  <a:pt x="6" y="698"/>
                </a:lnTo>
                <a:lnTo>
                  <a:pt x="5" y="698"/>
                </a:lnTo>
                <a:lnTo>
                  <a:pt x="5" y="697"/>
                </a:lnTo>
                <a:lnTo>
                  <a:pt x="5" y="696"/>
                </a:lnTo>
                <a:lnTo>
                  <a:pt x="5" y="695"/>
                </a:lnTo>
                <a:lnTo>
                  <a:pt x="4" y="695"/>
                </a:lnTo>
                <a:lnTo>
                  <a:pt x="4" y="696"/>
                </a:lnTo>
                <a:lnTo>
                  <a:pt x="3" y="696"/>
                </a:lnTo>
                <a:lnTo>
                  <a:pt x="3" y="695"/>
                </a:lnTo>
                <a:lnTo>
                  <a:pt x="3" y="694"/>
                </a:lnTo>
                <a:lnTo>
                  <a:pt x="3" y="693"/>
                </a:lnTo>
                <a:lnTo>
                  <a:pt x="3" y="692"/>
                </a:lnTo>
                <a:lnTo>
                  <a:pt x="3" y="691"/>
                </a:lnTo>
                <a:lnTo>
                  <a:pt x="3" y="690"/>
                </a:lnTo>
                <a:lnTo>
                  <a:pt x="2" y="690"/>
                </a:lnTo>
                <a:lnTo>
                  <a:pt x="2" y="689"/>
                </a:lnTo>
                <a:lnTo>
                  <a:pt x="1" y="688"/>
                </a:lnTo>
                <a:lnTo>
                  <a:pt x="0" y="688"/>
                </a:lnTo>
                <a:lnTo>
                  <a:pt x="0" y="687"/>
                </a:lnTo>
                <a:lnTo>
                  <a:pt x="0" y="686"/>
                </a:lnTo>
                <a:lnTo>
                  <a:pt x="0" y="685"/>
                </a:lnTo>
                <a:lnTo>
                  <a:pt x="0" y="684"/>
                </a:lnTo>
                <a:lnTo>
                  <a:pt x="0" y="683"/>
                </a:lnTo>
                <a:lnTo>
                  <a:pt x="1" y="683"/>
                </a:lnTo>
                <a:lnTo>
                  <a:pt x="3" y="682"/>
                </a:lnTo>
                <a:lnTo>
                  <a:pt x="3" y="683"/>
                </a:lnTo>
                <a:lnTo>
                  <a:pt x="3" y="684"/>
                </a:lnTo>
                <a:lnTo>
                  <a:pt x="4" y="684"/>
                </a:lnTo>
                <a:lnTo>
                  <a:pt x="5" y="684"/>
                </a:lnTo>
                <a:lnTo>
                  <a:pt x="6" y="684"/>
                </a:lnTo>
                <a:lnTo>
                  <a:pt x="7" y="685"/>
                </a:lnTo>
                <a:lnTo>
                  <a:pt x="7" y="686"/>
                </a:lnTo>
                <a:lnTo>
                  <a:pt x="8" y="686"/>
                </a:lnTo>
                <a:lnTo>
                  <a:pt x="9" y="687"/>
                </a:lnTo>
                <a:lnTo>
                  <a:pt x="10" y="686"/>
                </a:lnTo>
                <a:lnTo>
                  <a:pt x="11" y="686"/>
                </a:lnTo>
                <a:lnTo>
                  <a:pt x="12" y="686"/>
                </a:lnTo>
                <a:lnTo>
                  <a:pt x="13" y="686"/>
                </a:lnTo>
                <a:lnTo>
                  <a:pt x="14" y="686"/>
                </a:lnTo>
                <a:lnTo>
                  <a:pt x="14" y="685"/>
                </a:lnTo>
                <a:lnTo>
                  <a:pt x="15" y="684"/>
                </a:lnTo>
                <a:lnTo>
                  <a:pt x="16" y="684"/>
                </a:lnTo>
                <a:lnTo>
                  <a:pt x="17" y="684"/>
                </a:lnTo>
                <a:lnTo>
                  <a:pt x="18" y="684"/>
                </a:lnTo>
                <a:lnTo>
                  <a:pt x="19" y="684"/>
                </a:lnTo>
                <a:lnTo>
                  <a:pt x="19" y="683"/>
                </a:lnTo>
                <a:lnTo>
                  <a:pt x="20" y="684"/>
                </a:lnTo>
                <a:lnTo>
                  <a:pt x="21" y="684"/>
                </a:lnTo>
                <a:lnTo>
                  <a:pt x="22" y="684"/>
                </a:lnTo>
                <a:lnTo>
                  <a:pt x="22" y="683"/>
                </a:lnTo>
                <a:lnTo>
                  <a:pt x="23" y="682"/>
                </a:lnTo>
                <a:lnTo>
                  <a:pt x="24" y="682"/>
                </a:lnTo>
                <a:lnTo>
                  <a:pt x="25" y="681"/>
                </a:lnTo>
                <a:lnTo>
                  <a:pt x="26" y="681"/>
                </a:lnTo>
                <a:lnTo>
                  <a:pt x="27" y="681"/>
                </a:lnTo>
                <a:lnTo>
                  <a:pt x="28" y="681"/>
                </a:lnTo>
                <a:lnTo>
                  <a:pt x="29" y="680"/>
                </a:lnTo>
                <a:lnTo>
                  <a:pt x="29" y="679"/>
                </a:lnTo>
                <a:lnTo>
                  <a:pt x="30" y="679"/>
                </a:lnTo>
                <a:lnTo>
                  <a:pt x="31" y="679"/>
                </a:lnTo>
                <a:lnTo>
                  <a:pt x="31" y="680"/>
                </a:lnTo>
                <a:lnTo>
                  <a:pt x="32" y="680"/>
                </a:lnTo>
                <a:lnTo>
                  <a:pt x="33" y="680"/>
                </a:lnTo>
                <a:lnTo>
                  <a:pt x="34" y="680"/>
                </a:lnTo>
                <a:lnTo>
                  <a:pt x="34" y="679"/>
                </a:lnTo>
                <a:lnTo>
                  <a:pt x="34" y="678"/>
                </a:lnTo>
                <a:lnTo>
                  <a:pt x="35" y="678"/>
                </a:lnTo>
                <a:lnTo>
                  <a:pt x="35" y="677"/>
                </a:lnTo>
                <a:lnTo>
                  <a:pt x="36" y="677"/>
                </a:lnTo>
                <a:lnTo>
                  <a:pt x="36" y="676"/>
                </a:lnTo>
                <a:lnTo>
                  <a:pt x="37" y="675"/>
                </a:lnTo>
                <a:lnTo>
                  <a:pt x="38" y="675"/>
                </a:lnTo>
                <a:lnTo>
                  <a:pt x="38" y="674"/>
                </a:lnTo>
                <a:lnTo>
                  <a:pt x="38" y="673"/>
                </a:lnTo>
                <a:lnTo>
                  <a:pt x="38" y="672"/>
                </a:lnTo>
                <a:lnTo>
                  <a:pt x="39" y="672"/>
                </a:lnTo>
                <a:lnTo>
                  <a:pt x="39" y="670"/>
                </a:lnTo>
                <a:lnTo>
                  <a:pt x="38" y="670"/>
                </a:lnTo>
                <a:lnTo>
                  <a:pt x="38" y="669"/>
                </a:lnTo>
                <a:lnTo>
                  <a:pt x="37" y="669"/>
                </a:lnTo>
                <a:lnTo>
                  <a:pt x="38" y="668"/>
                </a:lnTo>
                <a:lnTo>
                  <a:pt x="38" y="667"/>
                </a:lnTo>
                <a:lnTo>
                  <a:pt x="39" y="667"/>
                </a:lnTo>
                <a:lnTo>
                  <a:pt x="39" y="666"/>
                </a:lnTo>
                <a:lnTo>
                  <a:pt x="38" y="665"/>
                </a:lnTo>
                <a:lnTo>
                  <a:pt x="38" y="664"/>
                </a:lnTo>
                <a:lnTo>
                  <a:pt x="38" y="663"/>
                </a:lnTo>
                <a:lnTo>
                  <a:pt x="39" y="663"/>
                </a:lnTo>
                <a:lnTo>
                  <a:pt x="40" y="663"/>
                </a:lnTo>
                <a:lnTo>
                  <a:pt x="40" y="662"/>
                </a:lnTo>
                <a:lnTo>
                  <a:pt x="39" y="662"/>
                </a:lnTo>
                <a:lnTo>
                  <a:pt x="38" y="662"/>
                </a:lnTo>
                <a:lnTo>
                  <a:pt x="38" y="661"/>
                </a:lnTo>
                <a:lnTo>
                  <a:pt x="37" y="661"/>
                </a:lnTo>
                <a:lnTo>
                  <a:pt x="38" y="661"/>
                </a:lnTo>
                <a:lnTo>
                  <a:pt x="39" y="661"/>
                </a:lnTo>
                <a:lnTo>
                  <a:pt x="39" y="660"/>
                </a:lnTo>
                <a:lnTo>
                  <a:pt x="39" y="659"/>
                </a:lnTo>
                <a:lnTo>
                  <a:pt x="38" y="659"/>
                </a:lnTo>
                <a:lnTo>
                  <a:pt x="38" y="660"/>
                </a:lnTo>
                <a:lnTo>
                  <a:pt x="37" y="660"/>
                </a:lnTo>
                <a:lnTo>
                  <a:pt x="36" y="659"/>
                </a:lnTo>
                <a:lnTo>
                  <a:pt x="37" y="658"/>
                </a:lnTo>
                <a:lnTo>
                  <a:pt x="38" y="658"/>
                </a:lnTo>
                <a:lnTo>
                  <a:pt x="38" y="657"/>
                </a:lnTo>
                <a:lnTo>
                  <a:pt x="39" y="657"/>
                </a:lnTo>
                <a:lnTo>
                  <a:pt x="38" y="657"/>
                </a:lnTo>
                <a:lnTo>
                  <a:pt x="38" y="656"/>
                </a:lnTo>
                <a:lnTo>
                  <a:pt x="39" y="655"/>
                </a:lnTo>
                <a:lnTo>
                  <a:pt x="39" y="654"/>
                </a:lnTo>
                <a:lnTo>
                  <a:pt x="40" y="654"/>
                </a:lnTo>
                <a:lnTo>
                  <a:pt x="40" y="655"/>
                </a:lnTo>
                <a:lnTo>
                  <a:pt x="39" y="656"/>
                </a:lnTo>
                <a:lnTo>
                  <a:pt x="39" y="657"/>
                </a:lnTo>
                <a:lnTo>
                  <a:pt x="40" y="657"/>
                </a:lnTo>
                <a:lnTo>
                  <a:pt x="40" y="656"/>
                </a:lnTo>
                <a:lnTo>
                  <a:pt x="41" y="656"/>
                </a:lnTo>
                <a:lnTo>
                  <a:pt x="41" y="657"/>
                </a:lnTo>
                <a:lnTo>
                  <a:pt x="40" y="657"/>
                </a:lnTo>
                <a:lnTo>
                  <a:pt x="40" y="658"/>
                </a:lnTo>
                <a:lnTo>
                  <a:pt x="40" y="659"/>
                </a:lnTo>
                <a:lnTo>
                  <a:pt x="41" y="659"/>
                </a:lnTo>
                <a:lnTo>
                  <a:pt x="42" y="659"/>
                </a:lnTo>
                <a:lnTo>
                  <a:pt x="43" y="659"/>
                </a:lnTo>
                <a:lnTo>
                  <a:pt x="43" y="658"/>
                </a:lnTo>
                <a:lnTo>
                  <a:pt x="43" y="657"/>
                </a:lnTo>
                <a:lnTo>
                  <a:pt x="43" y="656"/>
                </a:lnTo>
                <a:lnTo>
                  <a:pt x="42" y="656"/>
                </a:lnTo>
                <a:lnTo>
                  <a:pt x="42" y="655"/>
                </a:lnTo>
                <a:lnTo>
                  <a:pt x="42" y="654"/>
                </a:lnTo>
                <a:lnTo>
                  <a:pt x="42" y="653"/>
                </a:lnTo>
                <a:lnTo>
                  <a:pt x="42" y="652"/>
                </a:lnTo>
                <a:lnTo>
                  <a:pt x="41" y="653"/>
                </a:lnTo>
                <a:lnTo>
                  <a:pt x="40" y="653"/>
                </a:lnTo>
                <a:lnTo>
                  <a:pt x="40" y="652"/>
                </a:lnTo>
                <a:lnTo>
                  <a:pt x="41" y="652"/>
                </a:lnTo>
                <a:lnTo>
                  <a:pt x="40" y="652"/>
                </a:lnTo>
                <a:lnTo>
                  <a:pt x="39" y="652"/>
                </a:lnTo>
                <a:lnTo>
                  <a:pt x="39" y="651"/>
                </a:lnTo>
                <a:lnTo>
                  <a:pt x="40" y="651"/>
                </a:lnTo>
                <a:lnTo>
                  <a:pt x="39" y="650"/>
                </a:lnTo>
                <a:lnTo>
                  <a:pt x="38" y="650"/>
                </a:lnTo>
                <a:lnTo>
                  <a:pt x="37" y="649"/>
                </a:lnTo>
                <a:lnTo>
                  <a:pt x="36" y="649"/>
                </a:lnTo>
                <a:lnTo>
                  <a:pt x="36" y="650"/>
                </a:lnTo>
                <a:lnTo>
                  <a:pt x="35" y="650"/>
                </a:lnTo>
                <a:lnTo>
                  <a:pt x="34" y="650"/>
                </a:lnTo>
                <a:lnTo>
                  <a:pt x="33" y="651"/>
                </a:lnTo>
                <a:lnTo>
                  <a:pt x="33" y="650"/>
                </a:lnTo>
                <a:lnTo>
                  <a:pt x="32" y="650"/>
                </a:lnTo>
                <a:lnTo>
                  <a:pt x="31" y="650"/>
                </a:lnTo>
                <a:lnTo>
                  <a:pt x="31" y="649"/>
                </a:lnTo>
                <a:lnTo>
                  <a:pt x="31" y="648"/>
                </a:lnTo>
                <a:lnTo>
                  <a:pt x="30" y="648"/>
                </a:lnTo>
                <a:lnTo>
                  <a:pt x="29" y="648"/>
                </a:lnTo>
                <a:lnTo>
                  <a:pt x="28" y="648"/>
                </a:lnTo>
                <a:lnTo>
                  <a:pt x="27" y="647"/>
                </a:lnTo>
                <a:lnTo>
                  <a:pt x="26" y="646"/>
                </a:lnTo>
                <a:lnTo>
                  <a:pt x="27" y="646"/>
                </a:lnTo>
                <a:lnTo>
                  <a:pt x="26" y="645"/>
                </a:lnTo>
                <a:lnTo>
                  <a:pt x="25" y="645"/>
                </a:lnTo>
                <a:lnTo>
                  <a:pt x="24" y="645"/>
                </a:lnTo>
                <a:lnTo>
                  <a:pt x="23" y="645"/>
                </a:lnTo>
                <a:lnTo>
                  <a:pt x="23" y="644"/>
                </a:lnTo>
                <a:lnTo>
                  <a:pt x="22" y="643"/>
                </a:lnTo>
                <a:lnTo>
                  <a:pt x="22" y="642"/>
                </a:lnTo>
                <a:lnTo>
                  <a:pt x="23" y="642"/>
                </a:lnTo>
                <a:lnTo>
                  <a:pt x="24" y="642"/>
                </a:lnTo>
                <a:lnTo>
                  <a:pt x="23" y="640"/>
                </a:lnTo>
                <a:lnTo>
                  <a:pt x="23" y="639"/>
                </a:lnTo>
                <a:lnTo>
                  <a:pt x="22" y="639"/>
                </a:lnTo>
                <a:lnTo>
                  <a:pt x="21" y="639"/>
                </a:lnTo>
                <a:lnTo>
                  <a:pt x="21" y="638"/>
                </a:lnTo>
                <a:lnTo>
                  <a:pt x="20" y="637"/>
                </a:lnTo>
                <a:lnTo>
                  <a:pt x="20" y="636"/>
                </a:lnTo>
                <a:lnTo>
                  <a:pt x="19" y="636"/>
                </a:lnTo>
                <a:lnTo>
                  <a:pt x="19" y="635"/>
                </a:lnTo>
                <a:lnTo>
                  <a:pt x="19" y="634"/>
                </a:lnTo>
                <a:lnTo>
                  <a:pt x="21" y="634"/>
                </a:lnTo>
                <a:lnTo>
                  <a:pt x="22" y="635"/>
                </a:lnTo>
                <a:lnTo>
                  <a:pt x="23" y="635"/>
                </a:lnTo>
                <a:lnTo>
                  <a:pt x="23" y="636"/>
                </a:lnTo>
                <a:lnTo>
                  <a:pt x="24" y="636"/>
                </a:lnTo>
                <a:lnTo>
                  <a:pt x="25" y="636"/>
                </a:lnTo>
                <a:lnTo>
                  <a:pt x="25" y="635"/>
                </a:lnTo>
                <a:lnTo>
                  <a:pt x="25" y="634"/>
                </a:lnTo>
                <a:lnTo>
                  <a:pt x="26" y="634"/>
                </a:lnTo>
                <a:lnTo>
                  <a:pt x="26" y="635"/>
                </a:lnTo>
                <a:lnTo>
                  <a:pt x="27" y="635"/>
                </a:lnTo>
                <a:lnTo>
                  <a:pt x="28" y="635"/>
                </a:lnTo>
                <a:lnTo>
                  <a:pt x="29" y="635"/>
                </a:lnTo>
                <a:lnTo>
                  <a:pt x="30" y="635"/>
                </a:lnTo>
                <a:lnTo>
                  <a:pt x="30" y="634"/>
                </a:lnTo>
                <a:lnTo>
                  <a:pt x="30" y="633"/>
                </a:lnTo>
                <a:lnTo>
                  <a:pt x="31" y="632"/>
                </a:lnTo>
                <a:lnTo>
                  <a:pt x="31" y="631"/>
                </a:lnTo>
                <a:lnTo>
                  <a:pt x="31" y="630"/>
                </a:lnTo>
                <a:lnTo>
                  <a:pt x="30" y="628"/>
                </a:lnTo>
                <a:lnTo>
                  <a:pt x="30" y="627"/>
                </a:lnTo>
                <a:lnTo>
                  <a:pt x="31" y="627"/>
                </a:lnTo>
                <a:lnTo>
                  <a:pt x="31" y="626"/>
                </a:lnTo>
                <a:lnTo>
                  <a:pt x="31" y="625"/>
                </a:lnTo>
                <a:lnTo>
                  <a:pt x="31" y="624"/>
                </a:lnTo>
                <a:lnTo>
                  <a:pt x="31" y="623"/>
                </a:lnTo>
                <a:lnTo>
                  <a:pt x="32" y="623"/>
                </a:lnTo>
                <a:lnTo>
                  <a:pt x="33" y="622"/>
                </a:lnTo>
                <a:lnTo>
                  <a:pt x="34" y="622"/>
                </a:lnTo>
                <a:lnTo>
                  <a:pt x="34" y="621"/>
                </a:lnTo>
                <a:lnTo>
                  <a:pt x="34" y="620"/>
                </a:lnTo>
                <a:lnTo>
                  <a:pt x="34" y="619"/>
                </a:lnTo>
                <a:lnTo>
                  <a:pt x="35" y="619"/>
                </a:lnTo>
                <a:lnTo>
                  <a:pt x="36" y="619"/>
                </a:lnTo>
                <a:lnTo>
                  <a:pt x="36" y="618"/>
                </a:lnTo>
                <a:lnTo>
                  <a:pt x="36" y="617"/>
                </a:lnTo>
                <a:lnTo>
                  <a:pt x="37" y="617"/>
                </a:lnTo>
                <a:lnTo>
                  <a:pt x="38" y="618"/>
                </a:lnTo>
                <a:lnTo>
                  <a:pt x="38" y="617"/>
                </a:lnTo>
                <a:lnTo>
                  <a:pt x="39" y="617"/>
                </a:lnTo>
                <a:lnTo>
                  <a:pt x="39" y="616"/>
                </a:lnTo>
                <a:lnTo>
                  <a:pt x="40" y="616"/>
                </a:lnTo>
                <a:lnTo>
                  <a:pt x="40" y="615"/>
                </a:lnTo>
                <a:lnTo>
                  <a:pt x="41" y="615"/>
                </a:lnTo>
                <a:lnTo>
                  <a:pt x="41" y="614"/>
                </a:lnTo>
                <a:lnTo>
                  <a:pt x="42" y="614"/>
                </a:lnTo>
                <a:lnTo>
                  <a:pt x="42" y="613"/>
                </a:lnTo>
                <a:lnTo>
                  <a:pt x="42" y="612"/>
                </a:lnTo>
                <a:lnTo>
                  <a:pt x="41" y="612"/>
                </a:lnTo>
                <a:lnTo>
                  <a:pt x="43" y="612"/>
                </a:lnTo>
                <a:lnTo>
                  <a:pt x="44" y="612"/>
                </a:lnTo>
                <a:lnTo>
                  <a:pt x="45" y="613"/>
                </a:lnTo>
                <a:lnTo>
                  <a:pt x="45" y="612"/>
                </a:lnTo>
                <a:lnTo>
                  <a:pt x="46" y="612"/>
                </a:lnTo>
                <a:lnTo>
                  <a:pt x="47" y="612"/>
                </a:lnTo>
                <a:lnTo>
                  <a:pt x="47" y="613"/>
                </a:lnTo>
                <a:lnTo>
                  <a:pt x="48" y="614"/>
                </a:lnTo>
                <a:lnTo>
                  <a:pt x="48" y="613"/>
                </a:lnTo>
                <a:lnTo>
                  <a:pt x="49" y="613"/>
                </a:lnTo>
                <a:lnTo>
                  <a:pt x="49" y="612"/>
                </a:lnTo>
                <a:lnTo>
                  <a:pt x="50" y="612"/>
                </a:lnTo>
                <a:lnTo>
                  <a:pt x="51" y="612"/>
                </a:lnTo>
                <a:lnTo>
                  <a:pt x="51" y="613"/>
                </a:lnTo>
                <a:lnTo>
                  <a:pt x="51" y="612"/>
                </a:lnTo>
                <a:lnTo>
                  <a:pt x="52" y="612"/>
                </a:lnTo>
                <a:lnTo>
                  <a:pt x="53" y="612"/>
                </a:lnTo>
                <a:lnTo>
                  <a:pt x="53" y="611"/>
                </a:lnTo>
                <a:lnTo>
                  <a:pt x="54" y="612"/>
                </a:lnTo>
                <a:lnTo>
                  <a:pt x="55" y="612"/>
                </a:lnTo>
                <a:lnTo>
                  <a:pt x="56" y="613"/>
                </a:lnTo>
                <a:lnTo>
                  <a:pt x="57" y="613"/>
                </a:lnTo>
                <a:lnTo>
                  <a:pt x="57" y="614"/>
                </a:lnTo>
                <a:lnTo>
                  <a:pt x="56" y="614"/>
                </a:lnTo>
                <a:lnTo>
                  <a:pt x="55" y="614"/>
                </a:lnTo>
                <a:lnTo>
                  <a:pt x="55" y="615"/>
                </a:lnTo>
                <a:lnTo>
                  <a:pt x="55" y="616"/>
                </a:lnTo>
                <a:lnTo>
                  <a:pt x="56" y="616"/>
                </a:lnTo>
                <a:lnTo>
                  <a:pt x="57" y="616"/>
                </a:lnTo>
                <a:lnTo>
                  <a:pt x="57" y="615"/>
                </a:lnTo>
                <a:lnTo>
                  <a:pt x="58" y="615"/>
                </a:lnTo>
                <a:lnTo>
                  <a:pt x="59" y="615"/>
                </a:lnTo>
                <a:lnTo>
                  <a:pt x="58" y="615"/>
                </a:lnTo>
                <a:lnTo>
                  <a:pt x="58" y="616"/>
                </a:lnTo>
                <a:lnTo>
                  <a:pt x="58" y="617"/>
                </a:lnTo>
                <a:lnTo>
                  <a:pt x="59" y="617"/>
                </a:lnTo>
                <a:lnTo>
                  <a:pt x="60" y="617"/>
                </a:lnTo>
                <a:lnTo>
                  <a:pt x="60" y="618"/>
                </a:lnTo>
                <a:lnTo>
                  <a:pt x="61" y="618"/>
                </a:lnTo>
                <a:lnTo>
                  <a:pt x="62" y="619"/>
                </a:lnTo>
                <a:lnTo>
                  <a:pt x="62" y="618"/>
                </a:lnTo>
                <a:lnTo>
                  <a:pt x="63" y="618"/>
                </a:lnTo>
                <a:lnTo>
                  <a:pt x="64" y="617"/>
                </a:lnTo>
                <a:lnTo>
                  <a:pt x="65" y="617"/>
                </a:lnTo>
                <a:lnTo>
                  <a:pt x="66" y="617"/>
                </a:lnTo>
                <a:lnTo>
                  <a:pt x="67" y="617"/>
                </a:lnTo>
                <a:lnTo>
                  <a:pt x="67" y="616"/>
                </a:lnTo>
                <a:lnTo>
                  <a:pt x="67" y="615"/>
                </a:lnTo>
                <a:lnTo>
                  <a:pt x="68" y="615"/>
                </a:lnTo>
                <a:lnTo>
                  <a:pt x="69" y="614"/>
                </a:lnTo>
                <a:lnTo>
                  <a:pt x="70" y="613"/>
                </a:lnTo>
                <a:lnTo>
                  <a:pt x="70" y="612"/>
                </a:lnTo>
                <a:lnTo>
                  <a:pt x="71" y="612"/>
                </a:lnTo>
                <a:lnTo>
                  <a:pt x="72" y="612"/>
                </a:lnTo>
                <a:lnTo>
                  <a:pt x="74" y="612"/>
                </a:lnTo>
                <a:lnTo>
                  <a:pt x="74" y="613"/>
                </a:lnTo>
                <a:lnTo>
                  <a:pt x="74" y="614"/>
                </a:lnTo>
                <a:lnTo>
                  <a:pt x="75" y="614"/>
                </a:lnTo>
                <a:lnTo>
                  <a:pt x="76" y="614"/>
                </a:lnTo>
                <a:lnTo>
                  <a:pt x="76" y="615"/>
                </a:lnTo>
                <a:lnTo>
                  <a:pt x="77" y="615"/>
                </a:lnTo>
                <a:lnTo>
                  <a:pt x="77" y="614"/>
                </a:lnTo>
                <a:lnTo>
                  <a:pt x="77" y="613"/>
                </a:lnTo>
                <a:lnTo>
                  <a:pt x="78" y="613"/>
                </a:lnTo>
                <a:lnTo>
                  <a:pt x="79" y="613"/>
                </a:lnTo>
                <a:lnTo>
                  <a:pt x="79" y="612"/>
                </a:lnTo>
                <a:lnTo>
                  <a:pt x="79" y="611"/>
                </a:lnTo>
                <a:lnTo>
                  <a:pt x="81" y="611"/>
                </a:lnTo>
                <a:lnTo>
                  <a:pt x="82" y="611"/>
                </a:lnTo>
                <a:lnTo>
                  <a:pt x="83" y="611"/>
                </a:lnTo>
                <a:lnTo>
                  <a:pt x="85" y="611"/>
                </a:lnTo>
                <a:lnTo>
                  <a:pt x="86" y="611"/>
                </a:lnTo>
                <a:lnTo>
                  <a:pt x="86" y="612"/>
                </a:lnTo>
                <a:lnTo>
                  <a:pt x="86" y="613"/>
                </a:lnTo>
                <a:lnTo>
                  <a:pt x="86" y="614"/>
                </a:lnTo>
                <a:lnTo>
                  <a:pt x="86" y="615"/>
                </a:lnTo>
                <a:lnTo>
                  <a:pt x="86" y="616"/>
                </a:lnTo>
                <a:lnTo>
                  <a:pt x="86" y="617"/>
                </a:lnTo>
                <a:lnTo>
                  <a:pt x="86" y="618"/>
                </a:lnTo>
                <a:lnTo>
                  <a:pt x="86" y="619"/>
                </a:lnTo>
                <a:lnTo>
                  <a:pt x="87" y="619"/>
                </a:lnTo>
                <a:lnTo>
                  <a:pt x="88" y="620"/>
                </a:lnTo>
                <a:lnTo>
                  <a:pt x="88" y="621"/>
                </a:lnTo>
                <a:lnTo>
                  <a:pt x="88" y="620"/>
                </a:lnTo>
                <a:lnTo>
                  <a:pt x="89" y="620"/>
                </a:lnTo>
                <a:lnTo>
                  <a:pt x="90" y="619"/>
                </a:lnTo>
                <a:lnTo>
                  <a:pt x="91" y="620"/>
                </a:lnTo>
                <a:lnTo>
                  <a:pt x="91" y="621"/>
                </a:lnTo>
                <a:lnTo>
                  <a:pt x="91" y="622"/>
                </a:lnTo>
                <a:lnTo>
                  <a:pt x="92" y="622"/>
                </a:lnTo>
                <a:lnTo>
                  <a:pt x="93" y="622"/>
                </a:lnTo>
                <a:lnTo>
                  <a:pt x="94" y="621"/>
                </a:lnTo>
                <a:lnTo>
                  <a:pt x="95" y="621"/>
                </a:lnTo>
                <a:lnTo>
                  <a:pt x="96" y="620"/>
                </a:lnTo>
                <a:lnTo>
                  <a:pt x="96" y="619"/>
                </a:lnTo>
                <a:lnTo>
                  <a:pt x="96" y="618"/>
                </a:lnTo>
                <a:lnTo>
                  <a:pt x="95" y="617"/>
                </a:lnTo>
                <a:lnTo>
                  <a:pt x="95" y="615"/>
                </a:lnTo>
                <a:lnTo>
                  <a:pt x="96" y="615"/>
                </a:lnTo>
                <a:lnTo>
                  <a:pt x="97" y="615"/>
                </a:lnTo>
                <a:lnTo>
                  <a:pt x="97" y="616"/>
                </a:lnTo>
                <a:lnTo>
                  <a:pt x="98" y="615"/>
                </a:lnTo>
                <a:lnTo>
                  <a:pt x="97" y="615"/>
                </a:lnTo>
                <a:lnTo>
                  <a:pt x="97" y="614"/>
                </a:lnTo>
                <a:lnTo>
                  <a:pt x="98" y="613"/>
                </a:lnTo>
                <a:lnTo>
                  <a:pt x="98" y="612"/>
                </a:lnTo>
                <a:lnTo>
                  <a:pt x="98" y="611"/>
                </a:lnTo>
                <a:lnTo>
                  <a:pt x="98" y="610"/>
                </a:lnTo>
                <a:lnTo>
                  <a:pt x="97" y="610"/>
                </a:lnTo>
                <a:lnTo>
                  <a:pt x="97" y="609"/>
                </a:lnTo>
                <a:lnTo>
                  <a:pt x="96" y="609"/>
                </a:lnTo>
                <a:lnTo>
                  <a:pt x="96" y="608"/>
                </a:lnTo>
                <a:lnTo>
                  <a:pt x="96" y="607"/>
                </a:lnTo>
                <a:lnTo>
                  <a:pt x="95" y="607"/>
                </a:lnTo>
                <a:lnTo>
                  <a:pt x="95" y="606"/>
                </a:lnTo>
                <a:lnTo>
                  <a:pt x="95" y="605"/>
                </a:lnTo>
                <a:lnTo>
                  <a:pt x="94" y="605"/>
                </a:lnTo>
                <a:lnTo>
                  <a:pt x="93" y="604"/>
                </a:lnTo>
                <a:lnTo>
                  <a:pt x="93" y="603"/>
                </a:lnTo>
                <a:lnTo>
                  <a:pt x="92" y="603"/>
                </a:lnTo>
                <a:lnTo>
                  <a:pt x="92" y="602"/>
                </a:lnTo>
                <a:lnTo>
                  <a:pt x="92" y="603"/>
                </a:lnTo>
                <a:lnTo>
                  <a:pt x="91" y="603"/>
                </a:lnTo>
                <a:lnTo>
                  <a:pt x="90" y="602"/>
                </a:lnTo>
                <a:lnTo>
                  <a:pt x="89" y="602"/>
                </a:lnTo>
                <a:lnTo>
                  <a:pt x="89" y="601"/>
                </a:lnTo>
                <a:lnTo>
                  <a:pt x="89" y="600"/>
                </a:lnTo>
                <a:lnTo>
                  <a:pt x="89" y="599"/>
                </a:lnTo>
                <a:lnTo>
                  <a:pt x="89" y="598"/>
                </a:lnTo>
                <a:lnTo>
                  <a:pt x="89" y="597"/>
                </a:lnTo>
                <a:lnTo>
                  <a:pt x="89" y="595"/>
                </a:lnTo>
                <a:lnTo>
                  <a:pt x="89" y="594"/>
                </a:lnTo>
                <a:lnTo>
                  <a:pt x="88" y="594"/>
                </a:lnTo>
                <a:lnTo>
                  <a:pt x="87" y="594"/>
                </a:lnTo>
                <a:lnTo>
                  <a:pt x="87" y="593"/>
                </a:lnTo>
                <a:lnTo>
                  <a:pt x="87" y="592"/>
                </a:lnTo>
                <a:lnTo>
                  <a:pt x="87" y="591"/>
                </a:lnTo>
                <a:lnTo>
                  <a:pt x="87" y="590"/>
                </a:lnTo>
                <a:lnTo>
                  <a:pt x="88" y="589"/>
                </a:lnTo>
                <a:lnTo>
                  <a:pt x="89" y="589"/>
                </a:lnTo>
                <a:lnTo>
                  <a:pt x="90" y="588"/>
                </a:lnTo>
                <a:lnTo>
                  <a:pt x="90" y="587"/>
                </a:lnTo>
                <a:lnTo>
                  <a:pt x="89" y="587"/>
                </a:lnTo>
                <a:lnTo>
                  <a:pt x="89" y="586"/>
                </a:lnTo>
                <a:lnTo>
                  <a:pt x="88" y="586"/>
                </a:lnTo>
                <a:lnTo>
                  <a:pt x="88" y="585"/>
                </a:lnTo>
                <a:lnTo>
                  <a:pt x="87" y="584"/>
                </a:lnTo>
                <a:lnTo>
                  <a:pt x="86" y="584"/>
                </a:lnTo>
                <a:lnTo>
                  <a:pt x="87" y="584"/>
                </a:lnTo>
                <a:lnTo>
                  <a:pt x="86" y="586"/>
                </a:lnTo>
                <a:lnTo>
                  <a:pt x="85" y="585"/>
                </a:lnTo>
                <a:lnTo>
                  <a:pt x="84" y="586"/>
                </a:lnTo>
                <a:lnTo>
                  <a:pt x="83" y="585"/>
                </a:lnTo>
                <a:lnTo>
                  <a:pt x="83" y="584"/>
                </a:lnTo>
                <a:lnTo>
                  <a:pt x="83" y="583"/>
                </a:lnTo>
                <a:lnTo>
                  <a:pt x="83" y="582"/>
                </a:lnTo>
                <a:lnTo>
                  <a:pt x="82" y="582"/>
                </a:lnTo>
                <a:lnTo>
                  <a:pt x="82" y="581"/>
                </a:lnTo>
                <a:lnTo>
                  <a:pt x="83" y="581"/>
                </a:lnTo>
                <a:lnTo>
                  <a:pt x="84" y="580"/>
                </a:lnTo>
                <a:lnTo>
                  <a:pt x="85" y="580"/>
                </a:lnTo>
                <a:lnTo>
                  <a:pt x="85" y="579"/>
                </a:lnTo>
                <a:lnTo>
                  <a:pt x="86" y="578"/>
                </a:lnTo>
                <a:lnTo>
                  <a:pt x="86" y="577"/>
                </a:lnTo>
                <a:lnTo>
                  <a:pt x="86" y="576"/>
                </a:lnTo>
                <a:lnTo>
                  <a:pt x="87" y="576"/>
                </a:lnTo>
                <a:lnTo>
                  <a:pt x="88" y="576"/>
                </a:lnTo>
                <a:lnTo>
                  <a:pt x="88" y="575"/>
                </a:lnTo>
                <a:lnTo>
                  <a:pt x="88" y="573"/>
                </a:lnTo>
                <a:lnTo>
                  <a:pt x="89" y="573"/>
                </a:lnTo>
                <a:lnTo>
                  <a:pt x="89" y="572"/>
                </a:lnTo>
                <a:lnTo>
                  <a:pt x="88" y="572"/>
                </a:lnTo>
                <a:lnTo>
                  <a:pt x="88" y="571"/>
                </a:lnTo>
                <a:lnTo>
                  <a:pt x="88" y="570"/>
                </a:lnTo>
                <a:lnTo>
                  <a:pt x="88" y="569"/>
                </a:lnTo>
                <a:lnTo>
                  <a:pt x="88" y="568"/>
                </a:lnTo>
                <a:lnTo>
                  <a:pt x="89" y="568"/>
                </a:lnTo>
                <a:lnTo>
                  <a:pt x="89" y="569"/>
                </a:lnTo>
                <a:lnTo>
                  <a:pt x="89" y="568"/>
                </a:lnTo>
                <a:lnTo>
                  <a:pt x="89" y="567"/>
                </a:lnTo>
                <a:lnTo>
                  <a:pt x="90" y="566"/>
                </a:lnTo>
                <a:lnTo>
                  <a:pt x="91" y="566"/>
                </a:lnTo>
                <a:lnTo>
                  <a:pt x="91" y="565"/>
                </a:lnTo>
                <a:lnTo>
                  <a:pt x="91" y="564"/>
                </a:lnTo>
                <a:lnTo>
                  <a:pt x="91" y="563"/>
                </a:lnTo>
                <a:lnTo>
                  <a:pt x="90" y="563"/>
                </a:lnTo>
                <a:lnTo>
                  <a:pt x="90" y="562"/>
                </a:lnTo>
                <a:lnTo>
                  <a:pt x="90" y="561"/>
                </a:lnTo>
                <a:lnTo>
                  <a:pt x="91" y="561"/>
                </a:lnTo>
                <a:lnTo>
                  <a:pt x="92" y="561"/>
                </a:lnTo>
                <a:lnTo>
                  <a:pt x="93" y="561"/>
                </a:lnTo>
                <a:lnTo>
                  <a:pt x="94" y="561"/>
                </a:lnTo>
                <a:lnTo>
                  <a:pt x="95" y="561"/>
                </a:lnTo>
                <a:lnTo>
                  <a:pt x="96" y="561"/>
                </a:lnTo>
                <a:lnTo>
                  <a:pt x="97" y="559"/>
                </a:lnTo>
                <a:lnTo>
                  <a:pt x="98" y="558"/>
                </a:lnTo>
                <a:lnTo>
                  <a:pt x="98" y="557"/>
                </a:lnTo>
                <a:lnTo>
                  <a:pt x="98" y="556"/>
                </a:lnTo>
                <a:lnTo>
                  <a:pt x="97" y="556"/>
                </a:lnTo>
                <a:lnTo>
                  <a:pt x="97" y="555"/>
                </a:lnTo>
                <a:lnTo>
                  <a:pt x="97" y="554"/>
                </a:lnTo>
                <a:lnTo>
                  <a:pt x="96" y="554"/>
                </a:lnTo>
                <a:lnTo>
                  <a:pt x="96" y="553"/>
                </a:lnTo>
                <a:lnTo>
                  <a:pt x="96" y="552"/>
                </a:lnTo>
                <a:lnTo>
                  <a:pt x="96" y="551"/>
                </a:lnTo>
                <a:lnTo>
                  <a:pt x="95" y="551"/>
                </a:lnTo>
                <a:lnTo>
                  <a:pt x="96" y="550"/>
                </a:lnTo>
                <a:lnTo>
                  <a:pt x="96" y="549"/>
                </a:lnTo>
                <a:lnTo>
                  <a:pt x="95" y="549"/>
                </a:lnTo>
                <a:lnTo>
                  <a:pt x="94" y="547"/>
                </a:lnTo>
                <a:lnTo>
                  <a:pt x="93" y="546"/>
                </a:lnTo>
                <a:lnTo>
                  <a:pt x="92" y="546"/>
                </a:lnTo>
                <a:lnTo>
                  <a:pt x="92" y="547"/>
                </a:lnTo>
                <a:lnTo>
                  <a:pt x="91" y="547"/>
                </a:lnTo>
                <a:lnTo>
                  <a:pt x="90" y="547"/>
                </a:lnTo>
                <a:lnTo>
                  <a:pt x="89" y="547"/>
                </a:lnTo>
                <a:lnTo>
                  <a:pt x="89" y="546"/>
                </a:lnTo>
                <a:lnTo>
                  <a:pt x="90" y="546"/>
                </a:lnTo>
                <a:lnTo>
                  <a:pt x="91" y="545"/>
                </a:lnTo>
                <a:lnTo>
                  <a:pt x="91" y="544"/>
                </a:lnTo>
                <a:lnTo>
                  <a:pt x="91" y="543"/>
                </a:lnTo>
                <a:lnTo>
                  <a:pt x="92" y="543"/>
                </a:lnTo>
                <a:lnTo>
                  <a:pt x="93" y="542"/>
                </a:lnTo>
                <a:lnTo>
                  <a:pt x="94" y="542"/>
                </a:lnTo>
                <a:lnTo>
                  <a:pt x="94" y="543"/>
                </a:lnTo>
                <a:lnTo>
                  <a:pt x="95" y="543"/>
                </a:lnTo>
                <a:lnTo>
                  <a:pt x="96" y="543"/>
                </a:lnTo>
                <a:lnTo>
                  <a:pt x="97" y="543"/>
                </a:lnTo>
                <a:lnTo>
                  <a:pt x="97" y="544"/>
                </a:lnTo>
                <a:lnTo>
                  <a:pt x="98" y="544"/>
                </a:lnTo>
                <a:lnTo>
                  <a:pt x="98" y="545"/>
                </a:lnTo>
                <a:lnTo>
                  <a:pt x="98" y="546"/>
                </a:lnTo>
                <a:lnTo>
                  <a:pt x="98" y="547"/>
                </a:lnTo>
                <a:lnTo>
                  <a:pt x="99" y="547"/>
                </a:lnTo>
                <a:lnTo>
                  <a:pt x="99" y="546"/>
                </a:lnTo>
                <a:lnTo>
                  <a:pt x="100" y="545"/>
                </a:lnTo>
                <a:lnTo>
                  <a:pt x="101" y="545"/>
                </a:lnTo>
                <a:lnTo>
                  <a:pt x="102" y="546"/>
                </a:lnTo>
                <a:lnTo>
                  <a:pt x="103" y="546"/>
                </a:lnTo>
                <a:lnTo>
                  <a:pt x="103" y="547"/>
                </a:lnTo>
                <a:lnTo>
                  <a:pt x="104" y="547"/>
                </a:lnTo>
                <a:lnTo>
                  <a:pt x="105" y="547"/>
                </a:lnTo>
                <a:lnTo>
                  <a:pt x="106" y="546"/>
                </a:lnTo>
                <a:lnTo>
                  <a:pt x="107" y="546"/>
                </a:lnTo>
                <a:lnTo>
                  <a:pt x="107" y="545"/>
                </a:lnTo>
                <a:lnTo>
                  <a:pt x="107" y="544"/>
                </a:lnTo>
                <a:lnTo>
                  <a:pt x="108" y="544"/>
                </a:lnTo>
                <a:lnTo>
                  <a:pt x="109" y="543"/>
                </a:lnTo>
                <a:lnTo>
                  <a:pt x="108" y="543"/>
                </a:lnTo>
                <a:lnTo>
                  <a:pt x="108" y="542"/>
                </a:lnTo>
                <a:lnTo>
                  <a:pt x="109" y="542"/>
                </a:lnTo>
                <a:lnTo>
                  <a:pt x="109" y="541"/>
                </a:lnTo>
                <a:lnTo>
                  <a:pt x="109" y="540"/>
                </a:lnTo>
                <a:lnTo>
                  <a:pt x="109" y="539"/>
                </a:lnTo>
                <a:lnTo>
                  <a:pt x="108" y="539"/>
                </a:lnTo>
                <a:lnTo>
                  <a:pt x="107" y="538"/>
                </a:lnTo>
                <a:lnTo>
                  <a:pt x="107" y="537"/>
                </a:lnTo>
                <a:lnTo>
                  <a:pt x="108" y="537"/>
                </a:lnTo>
                <a:lnTo>
                  <a:pt x="109" y="537"/>
                </a:lnTo>
                <a:lnTo>
                  <a:pt x="110" y="537"/>
                </a:lnTo>
                <a:lnTo>
                  <a:pt x="110" y="536"/>
                </a:lnTo>
                <a:lnTo>
                  <a:pt x="110" y="534"/>
                </a:lnTo>
                <a:lnTo>
                  <a:pt x="109" y="534"/>
                </a:lnTo>
                <a:lnTo>
                  <a:pt x="108" y="534"/>
                </a:lnTo>
                <a:lnTo>
                  <a:pt x="108" y="533"/>
                </a:lnTo>
                <a:lnTo>
                  <a:pt x="107" y="533"/>
                </a:lnTo>
                <a:lnTo>
                  <a:pt x="107" y="534"/>
                </a:lnTo>
                <a:lnTo>
                  <a:pt x="107" y="533"/>
                </a:lnTo>
                <a:lnTo>
                  <a:pt x="106" y="533"/>
                </a:lnTo>
                <a:lnTo>
                  <a:pt x="105" y="533"/>
                </a:lnTo>
                <a:lnTo>
                  <a:pt x="104" y="532"/>
                </a:lnTo>
                <a:lnTo>
                  <a:pt x="103" y="532"/>
                </a:lnTo>
                <a:lnTo>
                  <a:pt x="103" y="531"/>
                </a:lnTo>
                <a:lnTo>
                  <a:pt x="102" y="531"/>
                </a:lnTo>
                <a:lnTo>
                  <a:pt x="102" y="530"/>
                </a:lnTo>
                <a:lnTo>
                  <a:pt x="102" y="529"/>
                </a:lnTo>
                <a:lnTo>
                  <a:pt x="101" y="528"/>
                </a:lnTo>
                <a:lnTo>
                  <a:pt x="101" y="527"/>
                </a:lnTo>
                <a:lnTo>
                  <a:pt x="101" y="526"/>
                </a:lnTo>
                <a:lnTo>
                  <a:pt x="100" y="526"/>
                </a:lnTo>
                <a:lnTo>
                  <a:pt x="99" y="526"/>
                </a:lnTo>
                <a:lnTo>
                  <a:pt x="99" y="525"/>
                </a:lnTo>
                <a:lnTo>
                  <a:pt x="100" y="525"/>
                </a:lnTo>
                <a:lnTo>
                  <a:pt x="99" y="524"/>
                </a:lnTo>
                <a:lnTo>
                  <a:pt x="99" y="525"/>
                </a:lnTo>
                <a:lnTo>
                  <a:pt x="98" y="525"/>
                </a:lnTo>
                <a:lnTo>
                  <a:pt x="98" y="524"/>
                </a:lnTo>
                <a:lnTo>
                  <a:pt x="97" y="524"/>
                </a:lnTo>
                <a:lnTo>
                  <a:pt x="97" y="523"/>
                </a:lnTo>
                <a:lnTo>
                  <a:pt x="96" y="522"/>
                </a:lnTo>
                <a:lnTo>
                  <a:pt x="95" y="522"/>
                </a:lnTo>
                <a:lnTo>
                  <a:pt x="94" y="523"/>
                </a:lnTo>
                <a:lnTo>
                  <a:pt x="94" y="522"/>
                </a:lnTo>
                <a:lnTo>
                  <a:pt x="93" y="522"/>
                </a:lnTo>
                <a:lnTo>
                  <a:pt x="93" y="521"/>
                </a:lnTo>
                <a:lnTo>
                  <a:pt x="92" y="521"/>
                </a:lnTo>
                <a:lnTo>
                  <a:pt x="91" y="521"/>
                </a:lnTo>
                <a:lnTo>
                  <a:pt x="91" y="520"/>
                </a:lnTo>
                <a:lnTo>
                  <a:pt x="90" y="520"/>
                </a:lnTo>
                <a:lnTo>
                  <a:pt x="89" y="519"/>
                </a:lnTo>
                <a:lnTo>
                  <a:pt x="89" y="518"/>
                </a:lnTo>
                <a:lnTo>
                  <a:pt x="89" y="519"/>
                </a:lnTo>
                <a:lnTo>
                  <a:pt x="88" y="519"/>
                </a:lnTo>
                <a:lnTo>
                  <a:pt x="88" y="518"/>
                </a:lnTo>
                <a:lnTo>
                  <a:pt x="87" y="518"/>
                </a:lnTo>
                <a:lnTo>
                  <a:pt x="86" y="518"/>
                </a:lnTo>
                <a:lnTo>
                  <a:pt x="86" y="519"/>
                </a:lnTo>
                <a:lnTo>
                  <a:pt x="85" y="519"/>
                </a:lnTo>
                <a:lnTo>
                  <a:pt x="85" y="518"/>
                </a:lnTo>
                <a:lnTo>
                  <a:pt x="84" y="518"/>
                </a:lnTo>
                <a:lnTo>
                  <a:pt x="84" y="519"/>
                </a:lnTo>
                <a:lnTo>
                  <a:pt x="83" y="519"/>
                </a:lnTo>
                <a:lnTo>
                  <a:pt x="83" y="518"/>
                </a:lnTo>
                <a:lnTo>
                  <a:pt x="82" y="519"/>
                </a:lnTo>
                <a:lnTo>
                  <a:pt x="81" y="519"/>
                </a:lnTo>
                <a:lnTo>
                  <a:pt x="81" y="520"/>
                </a:lnTo>
                <a:lnTo>
                  <a:pt x="80" y="520"/>
                </a:lnTo>
                <a:lnTo>
                  <a:pt x="80" y="519"/>
                </a:lnTo>
                <a:lnTo>
                  <a:pt x="79" y="519"/>
                </a:lnTo>
                <a:lnTo>
                  <a:pt x="79" y="520"/>
                </a:lnTo>
                <a:lnTo>
                  <a:pt x="78" y="520"/>
                </a:lnTo>
                <a:lnTo>
                  <a:pt x="77" y="519"/>
                </a:lnTo>
                <a:lnTo>
                  <a:pt x="76" y="519"/>
                </a:lnTo>
                <a:lnTo>
                  <a:pt x="75" y="519"/>
                </a:lnTo>
                <a:lnTo>
                  <a:pt x="76" y="519"/>
                </a:lnTo>
                <a:lnTo>
                  <a:pt x="76" y="518"/>
                </a:lnTo>
                <a:lnTo>
                  <a:pt x="76" y="517"/>
                </a:lnTo>
                <a:lnTo>
                  <a:pt x="76" y="516"/>
                </a:lnTo>
                <a:lnTo>
                  <a:pt x="76" y="515"/>
                </a:lnTo>
                <a:lnTo>
                  <a:pt x="76" y="514"/>
                </a:lnTo>
                <a:lnTo>
                  <a:pt x="75" y="514"/>
                </a:lnTo>
                <a:lnTo>
                  <a:pt x="75" y="513"/>
                </a:lnTo>
                <a:lnTo>
                  <a:pt x="74" y="513"/>
                </a:lnTo>
                <a:lnTo>
                  <a:pt x="73" y="513"/>
                </a:lnTo>
                <a:lnTo>
                  <a:pt x="74" y="512"/>
                </a:lnTo>
                <a:lnTo>
                  <a:pt x="75" y="512"/>
                </a:lnTo>
                <a:lnTo>
                  <a:pt x="76" y="511"/>
                </a:lnTo>
                <a:lnTo>
                  <a:pt x="77" y="510"/>
                </a:lnTo>
                <a:lnTo>
                  <a:pt x="77" y="509"/>
                </a:lnTo>
                <a:lnTo>
                  <a:pt x="78" y="509"/>
                </a:lnTo>
                <a:lnTo>
                  <a:pt x="78" y="510"/>
                </a:lnTo>
                <a:lnTo>
                  <a:pt x="79" y="510"/>
                </a:lnTo>
                <a:lnTo>
                  <a:pt x="79" y="509"/>
                </a:lnTo>
                <a:lnTo>
                  <a:pt x="80" y="508"/>
                </a:lnTo>
                <a:lnTo>
                  <a:pt x="80" y="509"/>
                </a:lnTo>
                <a:lnTo>
                  <a:pt x="81" y="508"/>
                </a:lnTo>
                <a:lnTo>
                  <a:pt x="81" y="507"/>
                </a:lnTo>
                <a:lnTo>
                  <a:pt x="82" y="507"/>
                </a:lnTo>
                <a:lnTo>
                  <a:pt x="83" y="507"/>
                </a:lnTo>
                <a:lnTo>
                  <a:pt x="83" y="506"/>
                </a:lnTo>
                <a:lnTo>
                  <a:pt x="83" y="505"/>
                </a:lnTo>
                <a:lnTo>
                  <a:pt x="84" y="505"/>
                </a:lnTo>
                <a:lnTo>
                  <a:pt x="85" y="507"/>
                </a:lnTo>
                <a:lnTo>
                  <a:pt x="86" y="507"/>
                </a:lnTo>
                <a:lnTo>
                  <a:pt x="87" y="507"/>
                </a:lnTo>
                <a:lnTo>
                  <a:pt x="87" y="506"/>
                </a:lnTo>
                <a:lnTo>
                  <a:pt x="88" y="506"/>
                </a:lnTo>
                <a:lnTo>
                  <a:pt x="88" y="505"/>
                </a:lnTo>
                <a:lnTo>
                  <a:pt x="87" y="505"/>
                </a:lnTo>
                <a:lnTo>
                  <a:pt x="86" y="504"/>
                </a:lnTo>
                <a:lnTo>
                  <a:pt x="86" y="503"/>
                </a:lnTo>
                <a:lnTo>
                  <a:pt x="86" y="502"/>
                </a:lnTo>
                <a:lnTo>
                  <a:pt x="86" y="501"/>
                </a:lnTo>
                <a:lnTo>
                  <a:pt x="86" y="500"/>
                </a:lnTo>
                <a:lnTo>
                  <a:pt x="86" y="499"/>
                </a:lnTo>
                <a:lnTo>
                  <a:pt x="87" y="499"/>
                </a:lnTo>
                <a:lnTo>
                  <a:pt x="87" y="500"/>
                </a:lnTo>
                <a:lnTo>
                  <a:pt x="88" y="500"/>
                </a:lnTo>
                <a:lnTo>
                  <a:pt x="88" y="499"/>
                </a:lnTo>
                <a:lnTo>
                  <a:pt x="89" y="499"/>
                </a:lnTo>
                <a:lnTo>
                  <a:pt x="89" y="498"/>
                </a:lnTo>
                <a:lnTo>
                  <a:pt x="90" y="498"/>
                </a:lnTo>
                <a:lnTo>
                  <a:pt x="90" y="497"/>
                </a:lnTo>
                <a:lnTo>
                  <a:pt x="90" y="496"/>
                </a:lnTo>
                <a:lnTo>
                  <a:pt x="91" y="496"/>
                </a:lnTo>
                <a:lnTo>
                  <a:pt x="92" y="496"/>
                </a:lnTo>
                <a:lnTo>
                  <a:pt x="93" y="496"/>
                </a:lnTo>
                <a:lnTo>
                  <a:pt x="95" y="496"/>
                </a:lnTo>
                <a:lnTo>
                  <a:pt x="95" y="495"/>
                </a:lnTo>
                <a:lnTo>
                  <a:pt x="95" y="494"/>
                </a:lnTo>
                <a:lnTo>
                  <a:pt x="96" y="494"/>
                </a:lnTo>
                <a:lnTo>
                  <a:pt x="97" y="494"/>
                </a:lnTo>
                <a:lnTo>
                  <a:pt x="97" y="493"/>
                </a:lnTo>
                <a:lnTo>
                  <a:pt x="97" y="492"/>
                </a:lnTo>
                <a:lnTo>
                  <a:pt x="97" y="491"/>
                </a:lnTo>
                <a:lnTo>
                  <a:pt x="96" y="491"/>
                </a:lnTo>
                <a:lnTo>
                  <a:pt x="96" y="490"/>
                </a:lnTo>
                <a:lnTo>
                  <a:pt x="96" y="489"/>
                </a:lnTo>
                <a:lnTo>
                  <a:pt x="95" y="489"/>
                </a:lnTo>
                <a:lnTo>
                  <a:pt x="95" y="488"/>
                </a:lnTo>
                <a:lnTo>
                  <a:pt x="95" y="487"/>
                </a:lnTo>
                <a:lnTo>
                  <a:pt x="96" y="487"/>
                </a:lnTo>
                <a:lnTo>
                  <a:pt x="96" y="486"/>
                </a:lnTo>
                <a:lnTo>
                  <a:pt x="95" y="486"/>
                </a:lnTo>
                <a:lnTo>
                  <a:pt x="96" y="486"/>
                </a:lnTo>
                <a:lnTo>
                  <a:pt x="96" y="485"/>
                </a:lnTo>
                <a:lnTo>
                  <a:pt x="95" y="484"/>
                </a:lnTo>
                <a:lnTo>
                  <a:pt x="95" y="483"/>
                </a:lnTo>
                <a:lnTo>
                  <a:pt x="94" y="483"/>
                </a:lnTo>
                <a:lnTo>
                  <a:pt x="94" y="482"/>
                </a:lnTo>
                <a:lnTo>
                  <a:pt x="93" y="482"/>
                </a:lnTo>
                <a:lnTo>
                  <a:pt x="92" y="481"/>
                </a:lnTo>
                <a:lnTo>
                  <a:pt x="91" y="481"/>
                </a:lnTo>
                <a:lnTo>
                  <a:pt x="92" y="480"/>
                </a:lnTo>
                <a:lnTo>
                  <a:pt x="92" y="479"/>
                </a:lnTo>
                <a:lnTo>
                  <a:pt x="92" y="478"/>
                </a:lnTo>
                <a:lnTo>
                  <a:pt x="91" y="478"/>
                </a:lnTo>
                <a:lnTo>
                  <a:pt x="91" y="477"/>
                </a:lnTo>
                <a:lnTo>
                  <a:pt x="90" y="476"/>
                </a:lnTo>
                <a:lnTo>
                  <a:pt x="89" y="476"/>
                </a:lnTo>
                <a:lnTo>
                  <a:pt x="90" y="475"/>
                </a:lnTo>
                <a:lnTo>
                  <a:pt x="90" y="474"/>
                </a:lnTo>
                <a:lnTo>
                  <a:pt x="90" y="473"/>
                </a:lnTo>
                <a:lnTo>
                  <a:pt x="89" y="472"/>
                </a:lnTo>
                <a:lnTo>
                  <a:pt x="89" y="471"/>
                </a:lnTo>
                <a:lnTo>
                  <a:pt x="90" y="471"/>
                </a:lnTo>
                <a:lnTo>
                  <a:pt x="90" y="470"/>
                </a:lnTo>
                <a:lnTo>
                  <a:pt x="90" y="469"/>
                </a:lnTo>
                <a:lnTo>
                  <a:pt x="90" y="468"/>
                </a:lnTo>
                <a:lnTo>
                  <a:pt x="89" y="468"/>
                </a:lnTo>
                <a:lnTo>
                  <a:pt x="91" y="467"/>
                </a:lnTo>
                <a:lnTo>
                  <a:pt x="91" y="466"/>
                </a:lnTo>
                <a:lnTo>
                  <a:pt x="91" y="467"/>
                </a:lnTo>
                <a:lnTo>
                  <a:pt x="92" y="467"/>
                </a:lnTo>
                <a:lnTo>
                  <a:pt x="93" y="467"/>
                </a:lnTo>
                <a:lnTo>
                  <a:pt x="93" y="466"/>
                </a:lnTo>
                <a:lnTo>
                  <a:pt x="93" y="465"/>
                </a:lnTo>
                <a:lnTo>
                  <a:pt x="93" y="464"/>
                </a:lnTo>
                <a:lnTo>
                  <a:pt x="94" y="464"/>
                </a:lnTo>
                <a:lnTo>
                  <a:pt x="94" y="463"/>
                </a:lnTo>
                <a:lnTo>
                  <a:pt x="94" y="462"/>
                </a:lnTo>
                <a:lnTo>
                  <a:pt x="94" y="461"/>
                </a:lnTo>
                <a:lnTo>
                  <a:pt x="95" y="461"/>
                </a:lnTo>
                <a:lnTo>
                  <a:pt x="96" y="461"/>
                </a:lnTo>
                <a:lnTo>
                  <a:pt x="97" y="461"/>
                </a:lnTo>
                <a:lnTo>
                  <a:pt x="97" y="462"/>
                </a:lnTo>
                <a:lnTo>
                  <a:pt x="97" y="461"/>
                </a:lnTo>
                <a:lnTo>
                  <a:pt x="98" y="461"/>
                </a:lnTo>
                <a:lnTo>
                  <a:pt x="99" y="461"/>
                </a:lnTo>
                <a:lnTo>
                  <a:pt x="100" y="461"/>
                </a:lnTo>
                <a:lnTo>
                  <a:pt x="100" y="462"/>
                </a:lnTo>
                <a:lnTo>
                  <a:pt x="101" y="462"/>
                </a:lnTo>
                <a:lnTo>
                  <a:pt x="101" y="463"/>
                </a:lnTo>
                <a:lnTo>
                  <a:pt x="102" y="463"/>
                </a:lnTo>
                <a:lnTo>
                  <a:pt x="103" y="463"/>
                </a:lnTo>
                <a:lnTo>
                  <a:pt x="103" y="462"/>
                </a:lnTo>
                <a:lnTo>
                  <a:pt x="104" y="462"/>
                </a:lnTo>
                <a:lnTo>
                  <a:pt x="105" y="462"/>
                </a:lnTo>
                <a:lnTo>
                  <a:pt x="105" y="463"/>
                </a:lnTo>
                <a:lnTo>
                  <a:pt x="105" y="462"/>
                </a:lnTo>
                <a:lnTo>
                  <a:pt x="106" y="462"/>
                </a:lnTo>
                <a:lnTo>
                  <a:pt x="107" y="462"/>
                </a:lnTo>
                <a:lnTo>
                  <a:pt x="108" y="462"/>
                </a:lnTo>
                <a:lnTo>
                  <a:pt x="109" y="462"/>
                </a:lnTo>
                <a:lnTo>
                  <a:pt x="109" y="461"/>
                </a:lnTo>
                <a:lnTo>
                  <a:pt x="110" y="461"/>
                </a:lnTo>
                <a:lnTo>
                  <a:pt x="110" y="460"/>
                </a:lnTo>
                <a:lnTo>
                  <a:pt x="112" y="459"/>
                </a:lnTo>
                <a:lnTo>
                  <a:pt x="112" y="460"/>
                </a:lnTo>
                <a:lnTo>
                  <a:pt x="113" y="460"/>
                </a:lnTo>
                <a:lnTo>
                  <a:pt x="114" y="460"/>
                </a:lnTo>
                <a:lnTo>
                  <a:pt x="115" y="460"/>
                </a:lnTo>
                <a:lnTo>
                  <a:pt x="115" y="461"/>
                </a:lnTo>
                <a:lnTo>
                  <a:pt x="116" y="460"/>
                </a:lnTo>
                <a:lnTo>
                  <a:pt x="116" y="461"/>
                </a:lnTo>
                <a:lnTo>
                  <a:pt x="117" y="461"/>
                </a:lnTo>
                <a:lnTo>
                  <a:pt x="119" y="461"/>
                </a:lnTo>
                <a:lnTo>
                  <a:pt x="119" y="462"/>
                </a:lnTo>
                <a:lnTo>
                  <a:pt x="120" y="462"/>
                </a:lnTo>
                <a:lnTo>
                  <a:pt x="121" y="462"/>
                </a:lnTo>
                <a:lnTo>
                  <a:pt x="122" y="461"/>
                </a:lnTo>
                <a:lnTo>
                  <a:pt x="123" y="460"/>
                </a:lnTo>
                <a:lnTo>
                  <a:pt x="124" y="460"/>
                </a:lnTo>
                <a:lnTo>
                  <a:pt x="125" y="460"/>
                </a:lnTo>
                <a:lnTo>
                  <a:pt x="127" y="460"/>
                </a:lnTo>
                <a:lnTo>
                  <a:pt x="127" y="461"/>
                </a:lnTo>
                <a:lnTo>
                  <a:pt x="128" y="462"/>
                </a:lnTo>
                <a:lnTo>
                  <a:pt x="129" y="462"/>
                </a:lnTo>
                <a:lnTo>
                  <a:pt x="129" y="461"/>
                </a:lnTo>
                <a:lnTo>
                  <a:pt x="130" y="461"/>
                </a:lnTo>
                <a:lnTo>
                  <a:pt x="130" y="462"/>
                </a:lnTo>
                <a:lnTo>
                  <a:pt x="131" y="463"/>
                </a:lnTo>
                <a:lnTo>
                  <a:pt x="132" y="463"/>
                </a:lnTo>
                <a:lnTo>
                  <a:pt x="133" y="463"/>
                </a:lnTo>
                <a:lnTo>
                  <a:pt x="134" y="463"/>
                </a:lnTo>
                <a:lnTo>
                  <a:pt x="135" y="463"/>
                </a:lnTo>
                <a:lnTo>
                  <a:pt x="134" y="463"/>
                </a:lnTo>
                <a:lnTo>
                  <a:pt x="134" y="464"/>
                </a:lnTo>
                <a:lnTo>
                  <a:pt x="135" y="464"/>
                </a:lnTo>
                <a:lnTo>
                  <a:pt x="136" y="465"/>
                </a:lnTo>
                <a:lnTo>
                  <a:pt x="136" y="466"/>
                </a:lnTo>
                <a:lnTo>
                  <a:pt x="136" y="467"/>
                </a:lnTo>
                <a:lnTo>
                  <a:pt x="137" y="467"/>
                </a:lnTo>
                <a:lnTo>
                  <a:pt x="138" y="467"/>
                </a:lnTo>
                <a:lnTo>
                  <a:pt x="139" y="467"/>
                </a:lnTo>
                <a:lnTo>
                  <a:pt x="139" y="466"/>
                </a:lnTo>
                <a:lnTo>
                  <a:pt x="140" y="466"/>
                </a:lnTo>
                <a:lnTo>
                  <a:pt x="140" y="467"/>
                </a:lnTo>
                <a:lnTo>
                  <a:pt x="141" y="468"/>
                </a:lnTo>
                <a:lnTo>
                  <a:pt x="142" y="468"/>
                </a:lnTo>
                <a:lnTo>
                  <a:pt x="143" y="468"/>
                </a:lnTo>
                <a:lnTo>
                  <a:pt x="144" y="469"/>
                </a:lnTo>
                <a:lnTo>
                  <a:pt x="144" y="470"/>
                </a:lnTo>
                <a:lnTo>
                  <a:pt x="144" y="471"/>
                </a:lnTo>
                <a:lnTo>
                  <a:pt x="143" y="472"/>
                </a:lnTo>
                <a:lnTo>
                  <a:pt x="144" y="473"/>
                </a:lnTo>
                <a:lnTo>
                  <a:pt x="144" y="474"/>
                </a:lnTo>
                <a:lnTo>
                  <a:pt x="145" y="474"/>
                </a:lnTo>
                <a:lnTo>
                  <a:pt x="146" y="474"/>
                </a:lnTo>
                <a:lnTo>
                  <a:pt x="146" y="475"/>
                </a:lnTo>
                <a:lnTo>
                  <a:pt x="147" y="475"/>
                </a:lnTo>
                <a:lnTo>
                  <a:pt x="148" y="475"/>
                </a:lnTo>
                <a:lnTo>
                  <a:pt x="149" y="476"/>
                </a:lnTo>
                <a:lnTo>
                  <a:pt x="150" y="476"/>
                </a:lnTo>
                <a:lnTo>
                  <a:pt x="151" y="476"/>
                </a:lnTo>
                <a:lnTo>
                  <a:pt x="151" y="477"/>
                </a:lnTo>
                <a:lnTo>
                  <a:pt x="152" y="477"/>
                </a:lnTo>
                <a:lnTo>
                  <a:pt x="152" y="478"/>
                </a:lnTo>
                <a:lnTo>
                  <a:pt x="152" y="479"/>
                </a:lnTo>
                <a:lnTo>
                  <a:pt x="152" y="480"/>
                </a:lnTo>
                <a:lnTo>
                  <a:pt x="152" y="481"/>
                </a:lnTo>
                <a:lnTo>
                  <a:pt x="152" y="482"/>
                </a:lnTo>
                <a:lnTo>
                  <a:pt x="153" y="482"/>
                </a:lnTo>
                <a:lnTo>
                  <a:pt x="154" y="482"/>
                </a:lnTo>
                <a:lnTo>
                  <a:pt x="155" y="482"/>
                </a:lnTo>
                <a:lnTo>
                  <a:pt x="156" y="482"/>
                </a:lnTo>
                <a:lnTo>
                  <a:pt x="156" y="481"/>
                </a:lnTo>
                <a:lnTo>
                  <a:pt x="157" y="481"/>
                </a:lnTo>
                <a:lnTo>
                  <a:pt x="157" y="482"/>
                </a:lnTo>
                <a:lnTo>
                  <a:pt x="158" y="482"/>
                </a:lnTo>
                <a:lnTo>
                  <a:pt x="159" y="481"/>
                </a:lnTo>
                <a:lnTo>
                  <a:pt x="159" y="480"/>
                </a:lnTo>
                <a:lnTo>
                  <a:pt x="159" y="479"/>
                </a:lnTo>
                <a:lnTo>
                  <a:pt x="160" y="479"/>
                </a:lnTo>
                <a:lnTo>
                  <a:pt x="161" y="479"/>
                </a:lnTo>
                <a:lnTo>
                  <a:pt x="161" y="478"/>
                </a:lnTo>
                <a:lnTo>
                  <a:pt x="161" y="477"/>
                </a:lnTo>
                <a:lnTo>
                  <a:pt x="161" y="476"/>
                </a:lnTo>
                <a:lnTo>
                  <a:pt x="162" y="476"/>
                </a:lnTo>
                <a:lnTo>
                  <a:pt x="163" y="476"/>
                </a:lnTo>
                <a:lnTo>
                  <a:pt x="164" y="476"/>
                </a:lnTo>
                <a:lnTo>
                  <a:pt x="165" y="476"/>
                </a:lnTo>
                <a:lnTo>
                  <a:pt x="166" y="476"/>
                </a:lnTo>
                <a:lnTo>
                  <a:pt x="167" y="476"/>
                </a:lnTo>
                <a:lnTo>
                  <a:pt x="167" y="477"/>
                </a:lnTo>
                <a:lnTo>
                  <a:pt x="168" y="477"/>
                </a:lnTo>
                <a:lnTo>
                  <a:pt x="168" y="478"/>
                </a:lnTo>
                <a:lnTo>
                  <a:pt x="168" y="479"/>
                </a:lnTo>
                <a:lnTo>
                  <a:pt x="169" y="479"/>
                </a:lnTo>
                <a:lnTo>
                  <a:pt x="169" y="478"/>
                </a:lnTo>
                <a:lnTo>
                  <a:pt x="169" y="477"/>
                </a:lnTo>
                <a:lnTo>
                  <a:pt x="170" y="477"/>
                </a:lnTo>
                <a:lnTo>
                  <a:pt x="171" y="477"/>
                </a:lnTo>
                <a:lnTo>
                  <a:pt x="171" y="476"/>
                </a:lnTo>
                <a:lnTo>
                  <a:pt x="171" y="477"/>
                </a:lnTo>
                <a:lnTo>
                  <a:pt x="172" y="477"/>
                </a:lnTo>
                <a:lnTo>
                  <a:pt x="173" y="477"/>
                </a:lnTo>
                <a:lnTo>
                  <a:pt x="174" y="477"/>
                </a:lnTo>
                <a:lnTo>
                  <a:pt x="174" y="478"/>
                </a:lnTo>
                <a:lnTo>
                  <a:pt x="175" y="478"/>
                </a:lnTo>
                <a:lnTo>
                  <a:pt x="176" y="479"/>
                </a:lnTo>
                <a:lnTo>
                  <a:pt x="177" y="479"/>
                </a:lnTo>
                <a:lnTo>
                  <a:pt x="178" y="479"/>
                </a:lnTo>
                <a:lnTo>
                  <a:pt x="178" y="478"/>
                </a:lnTo>
                <a:lnTo>
                  <a:pt x="179" y="478"/>
                </a:lnTo>
                <a:lnTo>
                  <a:pt x="180" y="479"/>
                </a:lnTo>
                <a:lnTo>
                  <a:pt x="181" y="479"/>
                </a:lnTo>
                <a:lnTo>
                  <a:pt x="183" y="479"/>
                </a:lnTo>
                <a:lnTo>
                  <a:pt x="183" y="478"/>
                </a:lnTo>
                <a:lnTo>
                  <a:pt x="183" y="477"/>
                </a:lnTo>
                <a:lnTo>
                  <a:pt x="184" y="477"/>
                </a:lnTo>
                <a:lnTo>
                  <a:pt x="185" y="476"/>
                </a:lnTo>
                <a:lnTo>
                  <a:pt x="185" y="475"/>
                </a:lnTo>
                <a:lnTo>
                  <a:pt x="186" y="474"/>
                </a:lnTo>
                <a:lnTo>
                  <a:pt x="187" y="473"/>
                </a:lnTo>
                <a:lnTo>
                  <a:pt x="188" y="474"/>
                </a:lnTo>
                <a:lnTo>
                  <a:pt x="189" y="474"/>
                </a:lnTo>
                <a:lnTo>
                  <a:pt x="189" y="475"/>
                </a:lnTo>
                <a:lnTo>
                  <a:pt x="190" y="474"/>
                </a:lnTo>
                <a:lnTo>
                  <a:pt x="191" y="473"/>
                </a:lnTo>
                <a:lnTo>
                  <a:pt x="192" y="474"/>
                </a:lnTo>
                <a:lnTo>
                  <a:pt x="193" y="474"/>
                </a:lnTo>
                <a:lnTo>
                  <a:pt x="193" y="475"/>
                </a:lnTo>
                <a:lnTo>
                  <a:pt x="192" y="475"/>
                </a:lnTo>
                <a:lnTo>
                  <a:pt x="192" y="476"/>
                </a:lnTo>
                <a:lnTo>
                  <a:pt x="192" y="477"/>
                </a:lnTo>
                <a:lnTo>
                  <a:pt x="192" y="478"/>
                </a:lnTo>
                <a:lnTo>
                  <a:pt x="193" y="478"/>
                </a:lnTo>
                <a:lnTo>
                  <a:pt x="193" y="477"/>
                </a:lnTo>
                <a:lnTo>
                  <a:pt x="193" y="476"/>
                </a:lnTo>
                <a:lnTo>
                  <a:pt x="193" y="477"/>
                </a:lnTo>
                <a:lnTo>
                  <a:pt x="194" y="477"/>
                </a:lnTo>
                <a:lnTo>
                  <a:pt x="195" y="476"/>
                </a:lnTo>
                <a:lnTo>
                  <a:pt x="195" y="475"/>
                </a:lnTo>
                <a:lnTo>
                  <a:pt x="196" y="475"/>
                </a:lnTo>
                <a:lnTo>
                  <a:pt x="199" y="475"/>
                </a:lnTo>
                <a:lnTo>
                  <a:pt x="199" y="474"/>
                </a:lnTo>
                <a:lnTo>
                  <a:pt x="200" y="474"/>
                </a:lnTo>
                <a:lnTo>
                  <a:pt x="200" y="475"/>
                </a:lnTo>
                <a:lnTo>
                  <a:pt x="201" y="475"/>
                </a:lnTo>
                <a:lnTo>
                  <a:pt x="202" y="474"/>
                </a:lnTo>
                <a:lnTo>
                  <a:pt x="202" y="475"/>
                </a:lnTo>
                <a:lnTo>
                  <a:pt x="203" y="475"/>
                </a:lnTo>
                <a:lnTo>
                  <a:pt x="203" y="474"/>
                </a:lnTo>
                <a:lnTo>
                  <a:pt x="204" y="474"/>
                </a:lnTo>
                <a:lnTo>
                  <a:pt x="205" y="474"/>
                </a:lnTo>
                <a:lnTo>
                  <a:pt x="206" y="474"/>
                </a:lnTo>
                <a:lnTo>
                  <a:pt x="207" y="474"/>
                </a:lnTo>
                <a:lnTo>
                  <a:pt x="208" y="474"/>
                </a:lnTo>
                <a:lnTo>
                  <a:pt x="207" y="473"/>
                </a:lnTo>
                <a:lnTo>
                  <a:pt x="208" y="473"/>
                </a:lnTo>
                <a:lnTo>
                  <a:pt x="209" y="472"/>
                </a:lnTo>
                <a:lnTo>
                  <a:pt x="209" y="473"/>
                </a:lnTo>
                <a:lnTo>
                  <a:pt x="210" y="472"/>
                </a:lnTo>
                <a:lnTo>
                  <a:pt x="211" y="472"/>
                </a:lnTo>
                <a:lnTo>
                  <a:pt x="212" y="472"/>
                </a:lnTo>
                <a:lnTo>
                  <a:pt x="213" y="471"/>
                </a:lnTo>
                <a:lnTo>
                  <a:pt x="213" y="470"/>
                </a:lnTo>
                <a:lnTo>
                  <a:pt x="212" y="470"/>
                </a:lnTo>
                <a:lnTo>
                  <a:pt x="211" y="470"/>
                </a:lnTo>
                <a:lnTo>
                  <a:pt x="211" y="469"/>
                </a:lnTo>
                <a:lnTo>
                  <a:pt x="211" y="468"/>
                </a:lnTo>
                <a:lnTo>
                  <a:pt x="212" y="467"/>
                </a:lnTo>
                <a:lnTo>
                  <a:pt x="211" y="467"/>
                </a:lnTo>
                <a:lnTo>
                  <a:pt x="210" y="467"/>
                </a:lnTo>
                <a:lnTo>
                  <a:pt x="209" y="467"/>
                </a:lnTo>
                <a:lnTo>
                  <a:pt x="208" y="467"/>
                </a:lnTo>
                <a:lnTo>
                  <a:pt x="207" y="466"/>
                </a:lnTo>
                <a:lnTo>
                  <a:pt x="207" y="465"/>
                </a:lnTo>
                <a:lnTo>
                  <a:pt x="206" y="464"/>
                </a:lnTo>
                <a:lnTo>
                  <a:pt x="205" y="464"/>
                </a:lnTo>
                <a:lnTo>
                  <a:pt x="205" y="463"/>
                </a:lnTo>
                <a:lnTo>
                  <a:pt x="204" y="463"/>
                </a:lnTo>
                <a:lnTo>
                  <a:pt x="204" y="462"/>
                </a:lnTo>
                <a:lnTo>
                  <a:pt x="204" y="461"/>
                </a:lnTo>
                <a:lnTo>
                  <a:pt x="203" y="460"/>
                </a:lnTo>
                <a:lnTo>
                  <a:pt x="202" y="460"/>
                </a:lnTo>
                <a:lnTo>
                  <a:pt x="202" y="459"/>
                </a:lnTo>
                <a:lnTo>
                  <a:pt x="201" y="459"/>
                </a:lnTo>
                <a:lnTo>
                  <a:pt x="201" y="458"/>
                </a:lnTo>
                <a:lnTo>
                  <a:pt x="200" y="458"/>
                </a:lnTo>
                <a:lnTo>
                  <a:pt x="201" y="458"/>
                </a:lnTo>
                <a:lnTo>
                  <a:pt x="201" y="457"/>
                </a:lnTo>
                <a:lnTo>
                  <a:pt x="201" y="455"/>
                </a:lnTo>
                <a:lnTo>
                  <a:pt x="200" y="455"/>
                </a:lnTo>
                <a:lnTo>
                  <a:pt x="200" y="454"/>
                </a:lnTo>
                <a:lnTo>
                  <a:pt x="200" y="452"/>
                </a:lnTo>
                <a:lnTo>
                  <a:pt x="199" y="451"/>
                </a:lnTo>
                <a:lnTo>
                  <a:pt x="199" y="450"/>
                </a:lnTo>
                <a:lnTo>
                  <a:pt x="198" y="450"/>
                </a:lnTo>
                <a:lnTo>
                  <a:pt x="197" y="450"/>
                </a:lnTo>
                <a:lnTo>
                  <a:pt x="197" y="449"/>
                </a:lnTo>
                <a:lnTo>
                  <a:pt x="198" y="449"/>
                </a:lnTo>
                <a:lnTo>
                  <a:pt x="198" y="448"/>
                </a:lnTo>
                <a:lnTo>
                  <a:pt x="197" y="448"/>
                </a:lnTo>
                <a:lnTo>
                  <a:pt x="196" y="448"/>
                </a:lnTo>
                <a:lnTo>
                  <a:pt x="195" y="447"/>
                </a:lnTo>
                <a:lnTo>
                  <a:pt x="195" y="446"/>
                </a:lnTo>
                <a:lnTo>
                  <a:pt x="195" y="445"/>
                </a:lnTo>
                <a:lnTo>
                  <a:pt x="194" y="445"/>
                </a:lnTo>
                <a:lnTo>
                  <a:pt x="195" y="444"/>
                </a:lnTo>
                <a:lnTo>
                  <a:pt x="196" y="444"/>
                </a:lnTo>
                <a:lnTo>
                  <a:pt x="197" y="444"/>
                </a:lnTo>
                <a:lnTo>
                  <a:pt x="198" y="444"/>
                </a:lnTo>
                <a:lnTo>
                  <a:pt x="199" y="444"/>
                </a:lnTo>
                <a:lnTo>
                  <a:pt x="199" y="445"/>
                </a:lnTo>
                <a:lnTo>
                  <a:pt x="200" y="445"/>
                </a:lnTo>
                <a:lnTo>
                  <a:pt x="201" y="445"/>
                </a:lnTo>
                <a:lnTo>
                  <a:pt x="201" y="444"/>
                </a:lnTo>
                <a:lnTo>
                  <a:pt x="200" y="444"/>
                </a:lnTo>
                <a:lnTo>
                  <a:pt x="199" y="444"/>
                </a:lnTo>
                <a:lnTo>
                  <a:pt x="200" y="443"/>
                </a:lnTo>
                <a:lnTo>
                  <a:pt x="201" y="443"/>
                </a:lnTo>
                <a:lnTo>
                  <a:pt x="200" y="443"/>
                </a:lnTo>
                <a:lnTo>
                  <a:pt x="200" y="442"/>
                </a:lnTo>
                <a:lnTo>
                  <a:pt x="201" y="442"/>
                </a:lnTo>
                <a:lnTo>
                  <a:pt x="201" y="443"/>
                </a:lnTo>
                <a:lnTo>
                  <a:pt x="202" y="443"/>
                </a:lnTo>
                <a:lnTo>
                  <a:pt x="202" y="442"/>
                </a:lnTo>
                <a:lnTo>
                  <a:pt x="202" y="441"/>
                </a:lnTo>
                <a:lnTo>
                  <a:pt x="202" y="442"/>
                </a:lnTo>
                <a:lnTo>
                  <a:pt x="202" y="441"/>
                </a:lnTo>
                <a:lnTo>
                  <a:pt x="202" y="440"/>
                </a:lnTo>
                <a:lnTo>
                  <a:pt x="201" y="439"/>
                </a:lnTo>
                <a:lnTo>
                  <a:pt x="200" y="439"/>
                </a:lnTo>
                <a:lnTo>
                  <a:pt x="200" y="440"/>
                </a:lnTo>
                <a:lnTo>
                  <a:pt x="199" y="440"/>
                </a:lnTo>
                <a:lnTo>
                  <a:pt x="199" y="439"/>
                </a:lnTo>
                <a:lnTo>
                  <a:pt x="200" y="439"/>
                </a:lnTo>
                <a:lnTo>
                  <a:pt x="201" y="439"/>
                </a:lnTo>
                <a:lnTo>
                  <a:pt x="202" y="438"/>
                </a:lnTo>
                <a:lnTo>
                  <a:pt x="203" y="438"/>
                </a:lnTo>
                <a:lnTo>
                  <a:pt x="203" y="439"/>
                </a:lnTo>
                <a:lnTo>
                  <a:pt x="205" y="439"/>
                </a:lnTo>
                <a:lnTo>
                  <a:pt x="206" y="439"/>
                </a:lnTo>
                <a:lnTo>
                  <a:pt x="206" y="440"/>
                </a:lnTo>
                <a:lnTo>
                  <a:pt x="207" y="440"/>
                </a:lnTo>
                <a:lnTo>
                  <a:pt x="207" y="441"/>
                </a:lnTo>
                <a:lnTo>
                  <a:pt x="208" y="441"/>
                </a:lnTo>
                <a:lnTo>
                  <a:pt x="209" y="441"/>
                </a:lnTo>
                <a:lnTo>
                  <a:pt x="209" y="442"/>
                </a:lnTo>
                <a:lnTo>
                  <a:pt x="210" y="442"/>
                </a:lnTo>
                <a:lnTo>
                  <a:pt x="211" y="442"/>
                </a:lnTo>
                <a:lnTo>
                  <a:pt x="212" y="442"/>
                </a:lnTo>
                <a:lnTo>
                  <a:pt x="213" y="443"/>
                </a:lnTo>
                <a:lnTo>
                  <a:pt x="214" y="444"/>
                </a:lnTo>
                <a:lnTo>
                  <a:pt x="214" y="443"/>
                </a:lnTo>
                <a:lnTo>
                  <a:pt x="215" y="443"/>
                </a:lnTo>
                <a:lnTo>
                  <a:pt x="216" y="443"/>
                </a:lnTo>
                <a:lnTo>
                  <a:pt x="217" y="443"/>
                </a:lnTo>
                <a:lnTo>
                  <a:pt x="218" y="443"/>
                </a:lnTo>
                <a:lnTo>
                  <a:pt x="218" y="444"/>
                </a:lnTo>
                <a:lnTo>
                  <a:pt x="219" y="444"/>
                </a:lnTo>
                <a:lnTo>
                  <a:pt x="220" y="444"/>
                </a:lnTo>
                <a:lnTo>
                  <a:pt x="220" y="443"/>
                </a:lnTo>
                <a:lnTo>
                  <a:pt x="222" y="443"/>
                </a:lnTo>
                <a:lnTo>
                  <a:pt x="222" y="444"/>
                </a:lnTo>
                <a:lnTo>
                  <a:pt x="221" y="444"/>
                </a:lnTo>
                <a:lnTo>
                  <a:pt x="221" y="445"/>
                </a:lnTo>
                <a:lnTo>
                  <a:pt x="222" y="445"/>
                </a:lnTo>
                <a:lnTo>
                  <a:pt x="223" y="445"/>
                </a:lnTo>
                <a:lnTo>
                  <a:pt x="224" y="445"/>
                </a:lnTo>
                <a:lnTo>
                  <a:pt x="225" y="445"/>
                </a:lnTo>
                <a:lnTo>
                  <a:pt x="226" y="445"/>
                </a:lnTo>
                <a:lnTo>
                  <a:pt x="226" y="444"/>
                </a:lnTo>
                <a:lnTo>
                  <a:pt x="227" y="444"/>
                </a:lnTo>
                <a:lnTo>
                  <a:pt x="228" y="444"/>
                </a:lnTo>
                <a:lnTo>
                  <a:pt x="229" y="444"/>
                </a:lnTo>
                <a:lnTo>
                  <a:pt x="230" y="444"/>
                </a:lnTo>
                <a:lnTo>
                  <a:pt x="231" y="443"/>
                </a:lnTo>
                <a:lnTo>
                  <a:pt x="232" y="443"/>
                </a:lnTo>
                <a:lnTo>
                  <a:pt x="233" y="442"/>
                </a:lnTo>
                <a:lnTo>
                  <a:pt x="234" y="442"/>
                </a:lnTo>
                <a:lnTo>
                  <a:pt x="234" y="441"/>
                </a:lnTo>
                <a:lnTo>
                  <a:pt x="234" y="442"/>
                </a:lnTo>
                <a:lnTo>
                  <a:pt x="235" y="442"/>
                </a:lnTo>
                <a:lnTo>
                  <a:pt x="235" y="441"/>
                </a:lnTo>
                <a:lnTo>
                  <a:pt x="236" y="441"/>
                </a:lnTo>
                <a:lnTo>
                  <a:pt x="237" y="441"/>
                </a:lnTo>
                <a:lnTo>
                  <a:pt x="237" y="440"/>
                </a:lnTo>
                <a:lnTo>
                  <a:pt x="238" y="440"/>
                </a:lnTo>
                <a:lnTo>
                  <a:pt x="239" y="441"/>
                </a:lnTo>
                <a:lnTo>
                  <a:pt x="239" y="440"/>
                </a:lnTo>
                <a:lnTo>
                  <a:pt x="240" y="440"/>
                </a:lnTo>
                <a:lnTo>
                  <a:pt x="240" y="439"/>
                </a:lnTo>
                <a:lnTo>
                  <a:pt x="241" y="439"/>
                </a:lnTo>
                <a:lnTo>
                  <a:pt x="242" y="439"/>
                </a:lnTo>
                <a:lnTo>
                  <a:pt x="243" y="439"/>
                </a:lnTo>
                <a:lnTo>
                  <a:pt x="244" y="439"/>
                </a:lnTo>
                <a:lnTo>
                  <a:pt x="245" y="439"/>
                </a:lnTo>
                <a:lnTo>
                  <a:pt x="246" y="439"/>
                </a:lnTo>
                <a:lnTo>
                  <a:pt x="246" y="440"/>
                </a:lnTo>
                <a:lnTo>
                  <a:pt x="246" y="441"/>
                </a:lnTo>
                <a:lnTo>
                  <a:pt x="246" y="440"/>
                </a:lnTo>
                <a:lnTo>
                  <a:pt x="246" y="441"/>
                </a:lnTo>
                <a:lnTo>
                  <a:pt x="246" y="442"/>
                </a:lnTo>
                <a:lnTo>
                  <a:pt x="247" y="442"/>
                </a:lnTo>
                <a:lnTo>
                  <a:pt x="247" y="443"/>
                </a:lnTo>
                <a:lnTo>
                  <a:pt x="248" y="443"/>
                </a:lnTo>
                <a:lnTo>
                  <a:pt x="248" y="444"/>
                </a:lnTo>
                <a:lnTo>
                  <a:pt x="249" y="444"/>
                </a:lnTo>
                <a:lnTo>
                  <a:pt x="249" y="443"/>
                </a:lnTo>
                <a:lnTo>
                  <a:pt x="248" y="443"/>
                </a:lnTo>
                <a:lnTo>
                  <a:pt x="249" y="443"/>
                </a:lnTo>
                <a:lnTo>
                  <a:pt x="249" y="442"/>
                </a:lnTo>
                <a:lnTo>
                  <a:pt x="250" y="442"/>
                </a:lnTo>
                <a:lnTo>
                  <a:pt x="250" y="443"/>
                </a:lnTo>
                <a:lnTo>
                  <a:pt x="249" y="443"/>
                </a:lnTo>
                <a:lnTo>
                  <a:pt x="250" y="443"/>
                </a:lnTo>
                <a:lnTo>
                  <a:pt x="251" y="443"/>
                </a:lnTo>
                <a:lnTo>
                  <a:pt x="252" y="443"/>
                </a:lnTo>
                <a:lnTo>
                  <a:pt x="253" y="442"/>
                </a:lnTo>
                <a:lnTo>
                  <a:pt x="253" y="441"/>
                </a:lnTo>
                <a:lnTo>
                  <a:pt x="253" y="440"/>
                </a:lnTo>
                <a:lnTo>
                  <a:pt x="253" y="439"/>
                </a:lnTo>
                <a:lnTo>
                  <a:pt x="253" y="440"/>
                </a:lnTo>
                <a:lnTo>
                  <a:pt x="254" y="440"/>
                </a:lnTo>
                <a:lnTo>
                  <a:pt x="254" y="441"/>
                </a:lnTo>
                <a:lnTo>
                  <a:pt x="255" y="441"/>
                </a:lnTo>
                <a:lnTo>
                  <a:pt x="255" y="440"/>
                </a:lnTo>
                <a:lnTo>
                  <a:pt x="256" y="440"/>
                </a:lnTo>
                <a:lnTo>
                  <a:pt x="256" y="439"/>
                </a:lnTo>
                <a:lnTo>
                  <a:pt x="257" y="439"/>
                </a:lnTo>
                <a:lnTo>
                  <a:pt x="258" y="440"/>
                </a:lnTo>
                <a:lnTo>
                  <a:pt x="257" y="440"/>
                </a:lnTo>
                <a:lnTo>
                  <a:pt x="257" y="441"/>
                </a:lnTo>
                <a:lnTo>
                  <a:pt x="258" y="441"/>
                </a:lnTo>
                <a:lnTo>
                  <a:pt x="258" y="442"/>
                </a:lnTo>
                <a:lnTo>
                  <a:pt x="258" y="441"/>
                </a:lnTo>
                <a:lnTo>
                  <a:pt x="259" y="441"/>
                </a:lnTo>
                <a:lnTo>
                  <a:pt x="259" y="440"/>
                </a:lnTo>
                <a:lnTo>
                  <a:pt x="260" y="440"/>
                </a:lnTo>
                <a:lnTo>
                  <a:pt x="260" y="441"/>
                </a:lnTo>
                <a:lnTo>
                  <a:pt x="261" y="441"/>
                </a:lnTo>
                <a:lnTo>
                  <a:pt x="262" y="442"/>
                </a:lnTo>
                <a:lnTo>
                  <a:pt x="263" y="442"/>
                </a:lnTo>
                <a:lnTo>
                  <a:pt x="264" y="442"/>
                </a:lnTo>
                <a:lnTo>
                  <a:pt x="265" y="442"/>
                </a:lnTo>
                <a:lnTo>
                  <a:pt x="266" y="442"/>
                </a:lnTo>
                <a:lnTo>
                  <a:pt x="267" y="442"/>
                </a:lnTo>
                <a:lnTo>
                  <a:pt x="268" y="442"/>
                </a:lnTo>
                <a:lnTo>
                  <a:pt x="269" y="442"/>
                </a:lnTo>
                <a:lnTo>
                  <a:pt x="269" y="441"/>
                </a:lnTo>
                <a:lnTo>
                  <a:pt x="270" y="441"/>
                </a:lnTo>
                <a:lnTo>
                  <a:pt x="272" y="441"/>
                </a:lnTo>
                <a:lnTo>
                  <a:pt x="273" y="440"/>
                </a:lnTo>
                <a:lnTo>
                  <a:pt x="274" y="439"/>
                </a:lnTo>
                <a:lnTo>
                  <a:pt x="275" y="439"/>
                </a:lnTo>
                <a:lnTo>
                  <a:pt x="276" y="440"/>
                </a:lnTo>
                <a:lnTo>
                  <a:pt x="277" y="440"/>
                </a:lnTo>
                <a:lnTo>
                  <a:pt x="278" y="440"/>
                </a:lnTo>
                <a:lnTo>
                  <a:pt x="278" y="439"/>
                </a:lnTo>
                <a:lnTo>
                  <a:pt x="279" y="438"/>
                </a:lnTo>
                <a:lnTo>
                  <a:pt x="280" y="438"/>
                </a:lnTo>
                <a:lnTo>
                  <a:pt x="280" y="437"/>
                </a:lnTo>
                <a:lnTo>
                  <a:pt x="281" y="437"/>
                </a:lnTo>
                <a:lnTo>
                  <a:pt x="281" y="436"/>
                </a:lnTo>
                <a:lnTo>
                  <a:pt x="280" y="436"/>
                </a:lnTo>
                <a:lnTo>
                  <a:pt x="280" y="435"/>
                </a:lnTo>
                <a:lnTo>
                  <a:pt x="281" y="435"/>
                </a:lnTo>
                <a:lnTo>
                  <a:pt x="281" y="434"/>
                </a:lnTo>
                <a:lnTo>
                  <a:pt x="280" y="434"/>
                </a:lnTo>
                <a:lnTo>
                  <a:pt x="280" y="433"/>
                </a:lnTo>
                <a:lnTo>
                  <a:pt x="281" y="433"/>
                </a:lnTo>
                <a:lnTo>
                  <a:pt x="281" y="432"/>
                </a:lnTo>
                <a:lnTo>
                  <a:pt x="281" y="431"/>
                </a:lnTo>
                <a:lnTo>
                  <a:pt x="282" y="430"/>
                </a:lnTo>
                <a:lnTo>
                  <a:pt x="283" y="429"/>
                </a:lnTo>
                <a:lnTo>
                  <a:pt x="283" y="428"/>
                </a:lnTo>
                <a:lnTo>
                  <a:pt x="282" y="427"/>
                </a:lnTo>
                <a:lnTo>
                  <a:pt x="282" y="426"/>
                </a:lnTo>
                <a:lnTo>
                  <a:pt x="282" y="424"/>
                </a:lnTo>
                <a:lnTo>
                  <a:pt x="281" y="422"/>
                </a:lnTo>
                <a:lnTo>
                  <a:pt x="281" y="420"/>
                </a:lnTo>
                <a:lnTo>
                  <a:pt x="280" y="420"/>
                </a:lnTo>
                <a:lnTo>
                  <a:pt x="280" y="419"/>
                </a:lnTo>
                <a:lnTo>
                  <a:pt x="280" y="418"/>
                </a:lnTo>
                <a:lnTo>
                  <a:pt x="280" y="417"/>
                </a:lnTo>
                <a:lnTo>
                  <a:pt x="281" y="417"/>
                </a:lnTo>
                <a:lnTo>
                  <a:pt x="281" y="416"/>
                </a:lnTo>
                <a:lnTo>
                  <a:pt x="282" y="416"/>
                </a:lnTo>
                <a:lnTo>
                  <a:pt x="282" y="415"/>
                </a:lnTo>
                <a:lnTo>
                  <a:pt x="281" y="415"/>
                </a:lnTo>
                <a:lnTo>
                  <a:pt x="281" y="414"/>
                </a:lnTo>
                <a:lnTo>
                  <a:pt x="281" y="413"/>
                </a:lnTo>
                <a:lnTo>
                  <a:pt x="280" y="413"/>
                </a:lnTo>
                <a:lnTo>
                  <a:pt x="280" y="412"/>
                </a:lnTo>
                <a:lnTo>
                  <a:pt x="279" y="412"/>
                </a:lnTo>
                <a:lnTo>
                  <a:pt x="279" y="411"/>
                </a:lnTo>
                <a:lnTo>
                  <a:pt x="278" y="411"/>
                </a:lnTo>
                <a:lnTo>
                  <a:pt x="278" y="410"/>
                </a:lnTo>
                <a:lnTo>
                  <a:pt x="277" y="410"/>
                </a:lnTo>
                <a:lnTo>
                  <a:pt x="277" y="409"/>
                </a:lnTo>
                <a:lnTo>
                  <a:pt x="276" y="409"/>
                </a:lnTo>
                <a:lnTo>
                  <a:pt x="275" y="409"/>
                </a:lnTo>
                <a:lnTo>
                  <a:pt x="275" y="408"/>
                </a:lnTo>
                <a:lnTo>
                  <a:pt x="274" y="408"/>
                </a:lnTo>
                <a:lnTo>
                  <a:pt x="274" y="407"/>
                </a:lnTo>
                <a:lnTo>
                  <a:pt x="274" y="406"/>
                </a:lnTo>
                <a:lnTo>
                  <a:pt x="273" y="405"/>
                </a:lnTo>
                <a:lnTo>
                  <a:pt x="273" y="404"/>
                </a:lnTo>
                <a:lnTo>
                  <a:pt x="272" y="404"/>
                </a:lnTo>
                <a:lnTo>
                  <a:pt x="272" y="403"/>
                </a:lnTo>
                <a:lnTo>
                  <a:pt x="272" y="402"/>
                </a:lnTo>
                <a:lnTo>
                  <a:pt x="273" y="401"/>
                </a:lnTo>
                <a:lnTo>
                  <a:pt x="273" y="400"/>
                </a:lnTo>
                <a:lnTo>
                  <a:pt x="272" y="399"/>
                </a:lnTo>
                <a:lnTo>
                  <a:pt x="272" y="398"/>
                </a:lnTo>
                <a:lnTo>
                  <a:pt x="273" y="398"/>
                </a:lnTo>
                <a:lnTo>
                  <a:pt x="273" y="397"/>
                </a:lnTo>
                <a:lnTo>
                  <a:pt x="272" y="397"/>
                </a:lnTo>
                <a:lnTo>
                  <a:pt x="272" y="396"/>
                </a:lnTo>
                <a:lnTo>
                  <a:pt x="273" y="396"/>
                </a:lnTo>
                <a:lnTo>
                  <a:pt x="273" y="395"/>
                </a:lnTo>
                <a:lnTo>
                  <a:pt x="273" y="394"/>
                </a:lnTo>
                <a:lnTo>
                  <a:pt x="273" y="393"/>
                </a:lnTo>
                <a:lnTo>
                  <a:pt x="273" y="392"/>
                </a:lnTo>
                <a:lnTo>
                  <a:pt x="272" y="392"/>
                </a:lnTo>
                <a:lnTo>
                  <a:pt x="272" y="391"/>
                </a:lnTo>
                <a:lnTo>
                  <a:pt x="273" y="391"/>
                </a:lnTo>
                <a:lnTo>
                  <a:pt x="273" y="390"/>
                </a:lnTo>
                <a:lnTo>
                  <a:pt x="273" y="389"/>
                </a:lnTo>
                <a:lnTo>
                  <a:pt x="273" y="388"/>
                </a:lnTo>
                <a:lnTo>
                  <a:pt x="273" y="386"/>
                </a:lnTo>
                <a:lnTo>
                  <a:pt x="273" y="385"/>
                </a:lnTo>
                <a:lnTo>
                  <a:pt x="272" y="384"/>
                </a:lnTo>
                <a:lnTo>
                  <a:pt x="272" y="383"/>
                </a:lnTo>
                <a:lnTo>
                  <a:pt x="271" y="383"/>
                </a:lnTo>
                <a:lnTo>
                  <a:pt x="271" y="382"/>
                </a:lnTo>
                <a:lnTo>
                  <a:pt x="271" y="381"/>
                </a:lnTo>
                <a:lnTo>
                  <a:pt x="270" y="381"/>
                </a:lnTo>
                <a:lnTo>
                  <a:pt x="270" y="380"/>
                </a:lnTo>
                <a:lnTo>
                  <a:pt x="271" y="379"/>
                </a:lnTo>
                <a:lnTo>
                  <a:pt x="272" y="378"/>
                </a:lnTo>
                <a:lnTo>
                  <a:pt x="272" y="377"/>
                </a:lnTo>
                <a:lnTo>
                  <a:pt x="273" y="377"/>
                </a:lnTo>
                <a:lnTo>
                  <a:pt x="274" y="377"/>
                </a:lnTo>
                <a:lnTo>
                  <a:pt x="275" y="377"/>
                </a:lnTo>
                <a:lnTo>
                  <a:pt x="276" y="376"/>
                </a:lnTo>
                <a:lnTo>
                  <a:pt x="276" y="375"/>
                </a:lnTo>
                <a:lnTo>
                  <a:pt x="277" y="374"/>
                </a:lnTo>
                <a:lnTo>
                  <a:pt x="278" y="374"/>
                </a:lnTo>
                <a:lnTo>
                  <a:pt x="278" y="373"/>
                </a:lnTo>
                <a:lnTo>
                  <a:pt x="279" y="373"/>
                </a:lnTo>
                <a:lnTo>
                  <a:pt x="280" y="374"/>
                </a:lnTo>
                <a:lnTo>
                  <a:pt x="280" y="373"/>
                </a:lnTo>
                <a:lnTo>
                  <a:pt x="281" y="373"/>
                </a:lnTo>
                <a:lnTo>
                  <a:pt x="282" y="373"/>
                </a:lnTo>
                <a:lnTo>
                  <a:pt x="282" y="374"/>
                </a:lnTo>
                <a:lnTo>
                  <a:pt x="283" y="374"/>
                </a:lnTo>
                <a:lnTo>
                  <a:pt x="283" y="373"/>
                </a:lnTo>
                <a:lnTo>
                  <a:pt x="284" y="373"/>
                </a:lnTo>
                <a:lnTo>
                  <a:pt x="285" y="372"/>
                </a:lnTo>
                <a:lnTo>
                  <a:pt x="285" y="370"/>
                </a:lnTo>
                <a:lnTo>
                  <a:pt x="285" y="369"/>
                </a:lnTo>
                <a:lnTo>
                  <a:pt x="286" y="368"/>
                </a:lnTo>
                <a:lnTo>
                  <a:pt x="287" y="367"/>
                </a:lnTo>
                <a:lnTo>
                  <a:pt x="287" y="366"/>
                </a:lnTo>
                <a:lnTo>
                  <a:pt x="287" y="365"/>
                </a:lnTo>
                <a:lnTo>
                  <a:pt x="287" y="364"/>
                </a:lnTo>
                <a:lnTo>
                  <a:pt x="287" y="363"/>
                </a:lnTo>
                <a:lnTo>
                  <a:pt x="287" y="362"/>
                </a:lnTo>
                <a:lnTo>
                  <a:pt x="287" y="359"/>
                </a:lnTo>
                <a:lnTo>
                  <a:pt x="288" y="359"/>
                </a:lnTo>
                <a:lnTo>
                  <a:pt x="288" y="358"/>
                </a:lnTo>
                <a:lnTo>
                  <a:pt x="289" y="358"/>
                </a:lnTo>
                <a:lnTo>
                  <a:pt x="289" y="357"/>
                </a:lnTo>
                <a:lnTo>
                  <a:pt x="289" y="356"/>
                </a:lnTo>
                <a:lnTo>
                  <a:pt x="288" y="356"/>
                </a:lnTo>
                <a:lnTo>
                  <a:pt x="289" y="354"/>
                </a:lnTo>
                <a:lnTo>
                  <a:pt x="290" y="354"/>
                </a:lnTo>
                <a:lnTo>
                  <a:pt x="290" y="353"/>
                </a:lnTo>
                <a:lnTo>
                  <a:pt x="290" y="352"/>
                </a:lnTo>
                <a:lnTo>
                  <a:pt x="289" y="351"/>
                </a:lnTo>
                <a:lnTo>
                  <a:pt x="287" y="349"/>
                </a:lnTo>
                <a:lnTo>
                  <a:pt x="286" y="347"/>
                </a:lnTo>
                <a:lnTo>
                  <a:pt x="285" y="347"/>
                </a:lnTo>
                <a:lnTo>
                  <a:pt x="285" y="346"/>
                </a:lnTo>
                <a:lnTo>
                  <a:pt x="285" y="345"/>
                </a:lnTo>
                <a:lnTo>
                  <a:pt x="284" y="343"/>
                </a:lnTo>
                <a:lnTo>
                  <a:pt x="284" y="341"/>
                </a:lnTo>
                <a:lnTo>
                  <a:pt x="284" y="340"/>
                </a:lnTo>
                <a:lnTo>
                  <a:pt x="284" y="338"/>
                </a:lnTo>
                <a:lnTo>
                  <a:pt x="283" y="336"/>
                </a:lnTo>
                <a:lnTo>
                  <a:pt x="283" y="335"/>
                </a:lnTo>
                <a:lnTo>
                  <a:pt x="283" y="331"/>
                </a:lnTo>
                <a:lnTo>
                  <a:pt x="284" y="329"/>
                </a:lnTo>
                <a:lnTo>
                  <a:pt x="284" y="328"/>
                </a:lnTo>
                <a:lnTo>
                  <a:pt x="283" y="327"/>
                </a:lnTo>
                <a:lnTo>
                  <a:pt x="283" y="325"/>
                </a:lnTo>
                <a:lnTo>
                  <a:pt x="282" y="325"/>
                </a:lnTo>
                <a:lnTo>
                  <a:pt x="282" y="324"/>
                </a:lnTo>
                <a:lnTo>
                  <a:pt x="281" y="323"/>
                </a:lnTo>
                <a:lnTo>
                  <a:pt x="280" y="323"/>
                </a:lnTo>
                <a:lnTo>
                  <a:pt x="280" y="324"/>
                </a:lnTo>
                <a:lnTo>
                  <a:pt x="279" y="324"/>
                </a:lnTo>
                <a:lnTo>
                  <a:pt x="278" y="323"/>
                </a:lnTo>
                <a:lnTo>
                  <a:pt x="277" y="323"/>
                </a:lnTo>
                <a:lnTo>
                  <a:pt x="276" y="323"/>
                </a:lnTo>
                <a:lnTo>
                  <a:pt x="275" y="322"/>
                </a:lnTo>
                <a:lnTo>
                  <a:pt x="272" y="320"/>
                </a:lnTo>
                <a:lnTo>
                  <a:pt x="272" y="319"/>
                </a:lnTo>
                <a:lnTo>
                  <a:pt x="271" y="319"/>
                </a:lnTo>
                <a:lnTo>
                  <a:pt x="271" y="321"/>
                </a:lnTo>
                <a:lnTo>
                  <a:pt x="272" y="321"/>
                </a:lnTo>
                <a:lnTo>
                  <a:pt x="272" y="322"/>
                </a:lnTo>
                <a:lnTo>
                  <a:pt x="271" y="323"/>
                </a:lnTo>
                <a:lnTo>
                  <a:pt x="270" y="324"/>
                </a:lnTo>
                <a:lnTo>
                  <a:pt x="270" y="325"/>
                </a:lnTo>
                <a:lnTo>
                  <a:pt x="268" y="324"/>
                </a:lnTo>
                <a:lnTo>
                  <a:pt x="265" y="323"/>
                </a:lnTo>
                <a:lnTo>
                  <a:pt x="264" y="323"/>
                </a:lnTo>
                <a:lnTo>
                  <a:pt x="262" y="322"/>
                </a:lnTo>
                <a:lnTo>
                  <a:pt x="262" y="320"/>
                </a:lnTo>
                <a:lnTo>
                  <a:pt x="262" y="319"/>
                </a:lnTo>
                <a:lnTo>
                  <a:pt x="261" y="317"/>
                </a:lnTo>
                <a:lnTo>
                  <a:pt x="260" y="315"/>
                </a:lnTo>
                <a:lnTo>
                  <a:pt x="259" y="315"/>
                </a:lnTo>
                <a:lnTo>
                  <a:pt x="258" y="314"/>
                </a:lnTo>
                <a:lnTo>
                  <a:pt x="258" y="312"/>
                </a:lnTo>
                <a:lnTo>
                  <a:pt x="257" y="311"/>
                </a:lnTo>
                <a:lnTo>
                  <a:pt x="254" y="311"/>
                </a:lnTo>
                <a:lnTo>
                  <a:pt x="252" y="310"/>
                </a:lnTo>
                <a:lnTo>
                  <a:pt x="252" y="311"/>
                </a:lnTo>
                <a:lnTo>
                  <a:pt x="251" y="311"/>
                </a:lnTo>
                <a:lnTo>
                  <a:pt x="251" y="310"/>
                </a:lnTo>
                <a:lnTo>
                  <a:pt x="250" y="310"/>
                </a:lnTo>
                <a:lnTo>
                  <a:pt x="249" y="310"/>
                </a:lnTo>
                <a:lnTo>
                  <a:pt x="249" y="311"/>
                </a:lnTo>
                <a:lnTo>
                  <a:pt x="249" y="312"/>
                </a:lnTo>
                <a:lnTo>
                  <a:pt x="248" y="311"/>
                </a:lnTo>
                <a:lnTo>
                  <a:pt x="248" y="310"/>
                </a:lnTo>
                <a:lnTo>
                  <a:pt x="248" y="309"/>
                </a:lnTo>
                <a:lnTo>
                  <a:pt x="247" y="309"/>
                </a:lnTo>
                <a:lnTo>
                  <a:pt x="246" y="309"/>
                </a:lnTo>
                <a:lnTo>
                  <a:pt x="245" y="309"/>
                </a:lnTo>
                <a:lnTo>
                  <a:pt x="244" y="309"/>
                </a:lnTo>
                <a:lnTo>
                  <a:pt x="244" y="307"/>
                </a:lnTo>
                <a:lnTo>
                  <a:pt x="244" y="306"/>
                </a:lnTo>
                <a:lnTo>
                  <a:pt x="245" y="304"/>
                </a:lnTo>
                <a:lnTo>
                  <a:pt x="246" y="303"/>
                </a:lnTo>
                <a:lnTo>
                  <a:pt x="245" y="303"/>
                </a:lnTo>
                <a:lnTo>
                  <a:pt x="244" y="303"/>
                </a:lnTo>
                <a:lnTo>
                  <a:pt x="243" y="304"/>
                </a:lnTo>
                <a:lnTo>
                  <a:pt x="242" y="305"/>
                </a:lnTo>
                <a:lnTo>
                  <a:pt x="242" y="306"/>
                </a:lnTo>
                <a:lnTo>
                  <a:pt x="242" y="307"/>
                </a:lnTo>
                <a:lnTo>
                  <a:pt x="241" y="309"/>
                </a:lnTo>
                <a:lnTo>
                  <a:pt x="240" y="310"/>
                </a:lnTo>
                <a:lnTo>
                  <a:pt x="239" y="310"/>
                </a:lnTo>
                <a:lnTo>
                  <a:pt x="238" y="310"/>
                </a:lnTo>
                <a:lnTo>
                  <a:pt x="238" y="309"/>
                </a:lnTo>
                <a:lnTo>
                  <a:pt x="238" y="308"/>
                </a:lnTo>
                <a:lnTo>
                  <a:pt x="236" y="307"/>
                </a:lnTo>
                <a:lnTo>
                  <a:pt x="235" y="307"/>
                </a:lnTo>
                <a:lnTo>
                  <a:pt x="234" y="308"/>
                </a:lnTo>
                <a:lnTo>
                  <a:pt x="234" y="307"/>
                </a:lnTo>
                <a:lnTo>
                  <a:pt x="234" y="306"/>
                </a:lnTo>
                <a:lnTo>
                  <a:pt x="233" y="305"/>
                </a:lnTo>
                <a:lnTo>
                  <a:pt x="232" y="306"/>
                </a:lnTo>
                <a:lnTo>
                  <a:pt x="231" y="307"/>
                </a:lnTo>
                <a:lnTo>
                  <a:pt x="229" y="306"/>
                </a:lnTo>
                <a:lnTo>
                  <a:pt x="228" y="305"/>
                </a:lnTo>
                <a:lnTo>
                  <a:pt x="227" y="303"/>
                </a:lnTo>
                <a:lnTo>
                  <a:pt x="226" y="303"/>
                </a:lnTo>
                <a:lnTo>
                  <a:pt x="226" y="302"/>
                </a:lnTo>
                <a:lnTo>
                  <a:pt x="225" y="302"/>
                </a:lnTo>
                <a:lnTo>
                  <a:pt x="226" y="302"/>
                </a:lnTo>
                <a:lnTo>
                  <a:pt x="226" y="301"/>
                </a:lnTo>
                <a:lnTo>
                  <a:pt x="226" y="302"/>
                </a:lnTo>
                <a:lnTo>
                  <a:pt x="227" y="302"/>
                </a:lnTo>
                <a:lnTo>
                  <a:pt x="227" y="301"/>
                </a:lnTo>
                <a:lnTo>
                  <a:pt x="228" y="301"/>
                </a:lnTo>
                <a:lnTo>
                  <a:pt x="228" y="300"/>
                </a:lnTo>
                <a:lnTo>
                  <a:pt x="228" y="299"/>
                </a:lnTo>
                <a:lnTo>
                  <a:pt x="227" y="298"/>
                </a:lnTo>
                <a:lnTo>
                  <a:pt x="226" y="298"/>
                </a:lnTo>
                <a:lnTo>
                  <a:pt x="225" y="298"/>
                </a:lnTo>
                <a:lnTo>
                  <a:pt x="224" y="299"/>
                </a:lnTo>
                <a:lnTo>
                  <a:pt x="224" y="300"/>
                </a:lnTo>
                <a:lnTo>
                  <a:pt x="224" y="301"/>
                </a:lnTo>
                <a:lnTo>
                  <a:pt x="223" y="300"/>
                </a:lnTo>
                <a:lnTo>
                  <a:pt x="223" y="299"/>
                </a:lnTo>
                <a:lnTo>
                  <a:pt x="222" y="300"/>
                </a:lnTo>
                <a:lnTo>
                  <a:pt x="221" y="300"/>
                </a:lnTo>
                <a:lnTo>
                  <a:pt x="221" y="301"/>
                </a:lnTo>
                <a:lnTo>
                  <a:pt x="220" y="301"/>
                </a:lnTo>
                <a:lnTo>
                  <a:pt x="220" y="300"/>
                </a:lnTo>
                <a:lnTo>
                  <a:pt x="220" y="299"/>
                </a:lnTo>
                <a:lnTo>
                  <a:pt x="220" y="298"/>
                </a:lnTo>
                <a:lnTo>
                  <a:pt x="220" y="296"/>
                </a:lnTo>
                <a:lnTo>
                  <a:pt x="220" y="295"/>
                </a:lnTo>
                <a:lnTo>
                  <a:pt x="219" y="295"/>
                </a:lnTo>
                <a:lnTo>
                  <a:pt x="219" y="294"/>
                </a:lnTo>
                <a:lnTo>
                  <a:pt x="218" y="293"/>
                </a:lnTo>
                <a:lnTo>
                  <a:pt x="218" y="292"/>
                </a:lnTo>
                <a:lnTo>
                  <a:pt x="217" y="292"/>
                </a:lnTo>
                <a:lnTo>
                  <a:pt x="216" y="291"/>
                </a:lnTo>
                <a:lnTo>
                  <a:pt x="215" y="291"/>
                </a:lnTo>
                <a:lnTo>
                  <a:pt x="214" y="290"/>
                </a:lnTo>
                <a:lnTo>
                  <a:pt x="213" y="289"/>
                </a:lnTo>
                <a:lnTo>
                  <a:pt x="212" y="289"/>
                </a:lnTo>
                <a:lnTo>
                  <a:pt x="211" y="288"/>
                </a:lnTo>
                <a:lnTo>
                  <a:pt x="210" y="287"/>
                </a:lnTo>
                <a:lnTo>
                  <a:pt x="210" y="288"/>
                </a:lnTo>
                <a:lnTo>
                  <a:pt x="209" y="288"/>
                </a:lnTo>
                <a:lnTo>
                  <a:pt x="208" y="288"/>
                </a:lnTo>
                <a:lnTo>
                  <a:pt x="206" y="287"/>
                </a:lnTo>
                <a:lnTo>
                  <a:pt x="205" y="287"/>
                </a:lnTo>
                <a:lnTo>
                  <a:pt x="205" y="286"/>
                </a:lnTo>
                <a:lnTo>
                  <a:pt x="205" y="287"/>
                </a:lnTo>
                <a:lnTo>
                  <a:pt x="203" y="286"/>
                </a:lnTo>
                <a:lnTo>
                  <a:pt x="202" y="285"/>
                </a:lnTo>
                <a:lnTo>
                  <a:pt x="201" y="284"/>
                </a:lnTo>
                <a:lnTo>
                  <a:pt x="201" y="285"/>
                </a:lnTo>
                <a:lnTo>
                  <a:pt x="200" y="286"/>
                </a:lnTo>
                <a:lnTo>
                  <a:pt x="199" y="285"/>
                </a:lnTo>
                <a:lnTo>
                  <a:pt x="198" y="285"/>
                </a:lnTo>
                <a:lnTo>
                  <a:pt x="198" y="284"/>
                </a:lnTo>
                <a:lnTo>
                  <a:pt x="197" y="283"/>
                </a:lnTo>
                <a:lnTo>
                  <a:pt x="196" y="283"/>
                </a:lnTo>
                <a:lnTo>
                  <a:pt x="195" y="283"/>
                </a:lnTo>
                <a:lnTo>
                  <a:pt x="194" y="284"/>
                </a:lnTo>
                <a:lnTo>
                  <a:pt x="193" y="284"/>
                </a:lnTo>
                <a:lnTo>
                  <a:pt x="192" y="284"/>
                </a:lnTo>
                <a:lnTo>
                  <a:pt x="190" y="283"/>
                </a:lnTo>
                <a:lnTo>
                  <a:pt x="189" y="282"/>
                </a:lnTo>
                <a:lnTo>
                  <a:pt x="188" y="282"/>
                </a:lnTo>
                <a:lnTo>
                  <a:pt x="187" y="282"/>
                </a:lnTo>
                <a:lnTo>
                  <a:pt x="186" y="283"/>
                </a:lnTo>
                <a:lnTo>
                  <a:pt x="185" y="283"/>
                </a:lnTo>
                <a:lnTo>
                  <a:pt x="185" y="282"/>
                </a:lnTo>
                <a:lnTo>
                  <a:pt x="185" y="283"/>
                </a:lnTo>
                <a:lnTo>
                  <a:pt x="184" y="283"/>
                </a:lnTo>
                <a:lnTo>
                  <a:pt x="183" y="282"/>
                </a:lnTo>
                <a:lnTo>
                  <a:pt x="183" y="281"/>
                </a:lnTo>
                <a:lnTo>
                  <a:pt x="184" y="281"/>
                </a:lnTo>
                <a:lnTo>
                  <a:pt x="183" y="281"/>
                </a:lnTo>
                <a:lnTo>
                  <a:pt x="183" y="280"/>
                </a:lnTo>
                <a:lnTo>
                  <a:pt x="183" y="279"/>
                </a:lnTo>
                <a:lnTo>
                  <a:pt x="182" y="278"/>
                </a:lnTo>
                <a:lnTo>
                  <a:pt x="181" y="278"/>
                </a:lnTo>
                <a:lnTo>
                  <a:pt x="181" y="277"/>
                </a:lnTo>
                <a:lnTo>
                  <a:pt x="180" y="276"/>
                </a:lnTo>
                <a:lnTo>
                  <a:pt x="179" y="276"/>
                </a:lnTo>
                <a:lnTo>
                  <a:pt x="179" y="275"/>
                </a:lnTo>
                <a:lnTo>
                  <a:pt x="180" y="275"/>
                </a:lnTo>
                <a:lnTo>
                  <a:pt x="179" y="274"/>
                </a:lnTo>
                <a:lnTo>
                  <a:pt x="177" y="275"/>
                </a:lnTo>
                <a:lnTo>
                  <a:pt x="176" y="275"/>
                </a:lnTo>
                <a:lnTo>
                  <a:pt x="176" y="276"/>
                </a:lnTo>
                <a:lnTo>
                  <a:pt x="175" y="277"/>
                </a:lnTo>
                <a:lnTo>
                  <a:pt x="175" y="275"/>
                </a:lnTo>
                <a:lnTo>
                  <a:pt x="174" y="275"/>
                </a:lnTo>
                <a:lnTo>
                  <a:pt x="173" y="276"/>
                </a:lnTo>
                <a:lnTo>
                  <a:pt x="171" y="275"/>
                </a:lnTo>
                <a:lnTo>
                  <a:pt x="170" y="275"/>
                </a:lnTo>
                <a:lnTo>
                  <a:pt x="169" y="275"/>
                </a:lnTo>
                <a:lnTo>
                  <a:pt x="168" y="275"/>
                </a:lnTo>
                <a:lnTo>
                  <a:pt x="167" y="275"/>
                </a:lnTo>
                <a:lnTo>
                  <a:pt x="167" y="274"/>
                </a:lnTo>
                <a:lnTo>
                  <a:pt x="166" y="274"/>
                </a:lnTo>
                <a:lnTo>
                  <a:pt x="166" y="273"/>
                </a:lnTo>
                <a:lnTo>
                  <a:pt x="165" y="273"/>
                </a:lnTo>
                <a:lnTo>
                  <a:pt x="164" y="274"/>
                </a:lnTo>
                <a:lnTo>
                  <a:pt x="163" y="274"/>
                </a:lnTo>
                <a:lnTo>
                  <a:pt x="162" y="272"/>
                </a:lnTo>
                <a:lnTo>
                  <a:pt x="163" y="271"/>
                </a:lnTo>
                <a:lnTo>
                  <a:pt x="163" y="270"/>
                </a:lnTo>
                <a:lnTo>
                  <a:pt x="162" y="269"/>
                </a:lnTo>
                <a:lnTo>
                  <a:pt x="162" y="268"/>
                </a:lnTo>
                <a:lnTo>
                  <a:pt x="161" y="266"/>
                </a:lnTo>
                <a:lnTo>
                  <a:pt x="161" y="264"/>
                </a:lnTo>
                <a:lnTo>
                  <a:pt x="161" y="263"/>
                </a:lnTo>
                <a:lnTo>
                  <a:pt x="161" y="262"/>
                </a:lnTo>
                <a:lnTo>
                  <a:pt x="161" y="261"/>
                </a:lnTo>
                <a:lnTo>
                  <a:pt x="160" y="261"/>
                </a:lnTo>
                <a:lnTo>
                  <a:pt x="161" y="261"/>
                </a:lnTo>
                <a:lnTo>
                  <a:pt x="161" y="260"/>
                </a:lnTo>
                <a:lnTo>
                  <a:pt x="161" y="259"/>
                </a:lnTo>
                <a:lnTo>
                  <a:pt x="161" y="258"/>
                </a:lnTo>
                <a:lnTo>
                  <a:pt x="161" y="257"/>
                </a:lnTo>
                <a:lnTo>
                  <a:pt x="160" y="256"/>
                </a:lnTo>
                <a:lnTo>
                  <a:pt x="160" y="255"/>
                </a:lnTo>
                <a:lnTo>
                  <a:pt x="161" y="255"/>
                </a:lnTo>
                <a:lnTo>
                  <a:pt x="160" y="255"/>
                </a:lnTo>
                <a:lnTo>
                  <a:pt x="160" y="254"/>
                </a:lnTo>
                <a:lnTo>
                  <a:pt x="160" y="253"/>
                </a:lnTo>
                <a:lnTo>
                  <a:pt x="160" y="252"/>
                </a:lnTo>
                <a:lnTo>
                  <a:pt x="163" y="255"/>
                </a:lnTo>
                <a:lnTo>
                  <a:pt x="164" y="253"/>
                </a:lnTo>
                <a:lnTo>
                  <a:pt x="165" y="253"/>
                </a:lnTo>
                <a:lnTo>
                  <a:pt x="165" y="252"/>
                </a:lnTo>
                <a:lnTo>
                  <a:pt x="165" y="251"/>
                </a:lnTo>
                <a:lnTo>
                  <a:pt x="166" y="250"/>
                </a:lnTo>
                <a:lnTo>
                  <a:pt x="166" y="249"/>
                </a:lnTo>
                <a:lnTo>
                  <a:pt x="166" y="248"/>
                </a:lnTo>
                <a:lnTo>
                  <a:pt x="165" y="247"/>
                </a:lnTo>
                <a:lnTo>
                  <a:pt x="164" y="246"/>
                </a:lnTo>
                <a:lnTo>
                  <a:pt x="164" y="245"/>
                </a:lnTo>
                <a:lnTo>
                  <a:pt x="163" y="244"/>
                </a:lnTo>
                <a:lnTo>
                  <a:pt x="161" y="243"/>
                </a:lnTo>
                <a:lnTo>
                  <a:pt x="160" y="243"/>
                </a:lnTo>
                <a:lnTo>
                  <a:pt x="159" y="242"/>
                </a:lnTo>
                <a:lnTo>
                  <a:pt x="159" y="241"/>
                </a:lnTo>
                <a:lnTo>
                  <a:pt x="161" y="241"/>
                </a:lnTo>
                <a:lnTo>
                  <a:pt x="162" y="241"/>
                </a:lnTo>
                <a:lnTo>
                  <a:pt x="163" y="241"/>
                </a:lnTo>
                <a:lnTo>
                  <a:pt x="163" y="240"/>
                </a:lnTo>
                <a:lnTo>
                  <a:pt x="163" y="239"/>
                </a:lnTo>
                <a:lnTo>
                  <a:pt x="163" y="238"/>
                </a:lnTo>
                <a:lnTo>
                  <a:pt x="162" y="237"/>
                </a:lnTo>
                <a:lnTo>
                  <a:pt x="160" y="235"/>
                </a:lnTo>
                <a:lnTo>
                  <a:pt x="159" y="235"/>
                </a:lnTo>
                <a:lnTo>
                  <a:pt x="159" y="233"/>
                </a:lnTo>
                <a:lnTo>
                  <a:pt x="158" y="231"/>
                </a:lnTo>
                <a:lnTo>
                  <a:pt x="159" y="231"/>
                </a:lnTo>
                <a:lnTo>
                  <a:pt x="159" y="230"/>
                </a:lnTo>
                <a:lnTo>
                  <a:pt x="159" y="227"/>
                </a:lnTo>
                <a:lnTo>
                  <a:pt x="159" y="226"/>
                </a:lnTo>
                <a:lnTo>
                  <a:pt x="159" y="225"/>
                </a:lnTo>
                <a:lnTo>
                  <a:pt x="160" y="225"/>
                </a:lnTo>
                <a:lnTo>
                  <a:pt x="161" y="224"/>
                </a:lnTo>
                <a:lnTo>
                  <a:pt x="161" y="223"/>
                </a:lnTo>
                <a:lnTo>
                  <a:pt x="160" y="223"/>
                </a:lnTo>
                <a:lnTo>
                  <a:pt x="160" y="222"/>
                </a:lnTo>
                <a:lnTo>
                  <a:pt x="160" y="221"/>
                </a:lnTo>
                <a:lnTo>
                  <a:pt x="161" y="220"/>
                </a:lnTo>
                <a:lnTo>
                  <a:pt x="161" y="219"/>
                </a:lnTo>
                <a:lnTo>
                  <a:pt x="161" y="218"/>
                </a:lnTo>
                <a:lnTo>
                  <a:pt x="161" y="217"/>
                </a:lnTo>
                <a:lnTo>
                  <a:pt x="161" y="216"/>
                </a:lnTo>
                <a:lnTo>
                  <a:pt x="162" y="215"/>
                </a:lnTo>
                <a:lnTo>
                  <a:pt x="163" y="214"/>
                </a:lnTo>
                <a:lnTo>
                  <a:pt x="164" y="214"/>
                </a:lnTo>
                <a:lnTo>
                  <a:pt x="164" y="215"/>
                </a:lnTo>
                <a:lnTo>
                  <a:pt x="165" y="215"/>
                </a:lnTo>
                <a:lnTo>
                  <a:pt x="165" y="214"/>
                </a:lnTo>
                <a:lnTo>
                  <a:pt x="165" y="213"/>
                </a:lnTo>
                <a:lnTo>
                  <a:pt x="166" y="212"/>
                </a:lnTo>
                <a:lnTo>
                  <a:pt x="167" y="212"/>
                </a:lnTo>
                <a:lnTo>
                  <a:pt x="167" y="211"/>
                </a:lnTo>
                <a:lnTo>
                  <a:pt x="167" y="210"/>
                </a:lnTo>
                <a:lnTo>
                  <a:pt x="168" y="208"/>
                </a:lnTo>
                <a:lnTo>
                  <a:pt x="169" y="206"/>
                </a:lnTo>
                <a:lnTo>
                  <a:pt x="168" y="205"/>
                </a:lnTo>
                <a:lnTo>
                  <a:pt x="167" y="206"/>
                </a:lnTo>
                <a:lnTo>
                  <a:pt x="166" y="206"/>
                </a:lnTo>
                <a:lnTo>
                  <a:pt x="165" y="206"/>
                </a:lnTo>
                <a:lnTo>
                  <a:pt x="164" y="203"/>
                </a:lnTo>
                <a:lnTo>
                  <a:pt x="163" y="203"/>
                </a:lnTo>
                <a:lnTo>
                  <a:pt x="164" y="203"/>
                </a:lnTo>
                <a:lnTo>
                  <a:pt x="165" y="203"/>
                </a:lnTo>
                <a:lnTo>
                  <a:pt x="167" y="203"/>
                </a:lnTo>
                <a:lnTo>
                  <a:pt x="168" y="203"/>
                </a:lnTo>
                <a:lnTo>
                  <a:pt x="168" y="202"/>
                </a:lnTo>
                <a:lnTo>
                  <a:pt x="170" y="200"/>
                </a:lnTo>
                <a:lnTo>
                  <a:pt x="171" y="199"/>
                </a:lnTo>
                <a:lnTo>
                  <a:pt x="173" y="199"/>
                </a:lnTo>
                <a:lnTo>
                  <a:pt x="173" y="198"/>
                </a:lnTo>
                <a:lnTo>
                  <a:pt x="173" y="197"/>
                </a:lnTo>
                <a:lnTo>
                  <a:pt x="170" y="197"/>
                </a:lnTo>
                <a:lnTo>
                  <a:pt x="170" y="196"/>
                </a:lnTo>
                <a:lnTo>
                  <a:pt x="170" y="195"/>
                </a:lnTo>
                <a:lnTo>
                  <a:pt x="172" y="195"/>
                </a:lnTo>
                <a:lnTo>
                  <a:pt x="173" y="195"/>
                </a:lnTo>
                <a:lnTo>
                  <a:pt x="173" y="196"/>
                </a:lnTo>
                <a:lnTo>
                  <a:pt x="174" y="196"/>
                </a:lnTo>
                <a:lnTo>
                  <a:pt x="175" y="195"/>
                </a:lnTo>
                <a:lnTo>
                  <a:pt x="178" y="195"/>
                </a:lnTo>
                <a:lnTo>
                  <a:pt x="177" y="194"/>
                </a:lnTo>
                <a:lnTo>
                  <a:pt x="178" y="194"/>
                </a:lnTo>
                <a:lnTo>
                  <a:pt x="178" y="193"/>
                </a:lnTo>
                <a:lnTo>
                  <a:pt x="179" y="192"/>
                </a:lnTo>
                <a:lnTo>
                  <a:pt x="180" y="191"/>
                </a:lnTo>
                <a:lnTo>
                  <a:pt x="181" y="190"/>
                </a:lnTo>
                <a:lnTo>
                  <a:pt x="180" y="190"/>
                </a:lnTo>
                <a:lnTo>
                  <a:pt x="180" y="189"/>
                </a:lnTo>
                <a:lnTo>
                  <a:pt x="180" y="188"/>
                </a:lnTo>
                <a:lnTo>
                  <a:pt x="180" y="187"/>
                </a:lnTo>
                <a:lnTo>
                  <a:pt x="184" y="186"/>
                </a:lnTo>
                <a:lnTo>
                  <a:pt x="185" y="187"/>
                </a:lnTo>
                <a:lnTo>
                  <a:pt x="186" y="186"/>
                </a:lnTo>
                <a:lnTo>
                  <a:pt x="188" y="186"/>
                </a:lnTo>
                <a:lnTo>
                  <a:pt x="189" y="185"/>
                </a:lnTo>
                <a:lnTo>
                  <a:pt x="188" y="185"/>
                </a:lnTo>
                <a:lnTo>
                  <a:pt x="187" y="185"/>
                </a:lnTo>
                <a:lnTo>
                  <a:pt x="188" y="184"/>
                </a:lnTo>
                <a:lnTo>
                  <a:pt x="188" y="185"/>
                </a:lnTo>
                <a:lnTo>
                  <a:pt x="189" y="185"/>
                </a:lnTo>
                <a:lnTo>
                  <a:pt x="190" y="185"/>
                </a:lnTo>
                <a:lnTo>
                  <a:pt x="190" y="186"/>
                </a:lnTo>
                <a:lnTo>
                  <a:pt x="191" y="187"/>
                </a:lnTo>
                <a:lnTo>
                  <a:pt x="192" y="187"/>
                </a:lnTo>
                <a:lnTo>
                  <a:pt x="192" y="186"/>
                </a:lnTo>
                <a:lnTo>
                  <a:pt x="192" y="185"/>
                </a:lnTo>
                <a:lnTo>
                  <a:pt x="193" y="183"/>
                </a:lnTo>
                <a:lnTo>
                  <a:pt x="194" y="183"/>
                </a:lnTo>
                <a:lnTo>
                  <a:pt x="194" y="181"/>
                </a:lnTo>
                <a:lnTo>
                  <a:pt x="194" y="180"/>
                </a:lnTo>
                <a:lnTo>
                  <a:pt x="195" y="180"/>
                </a:lnTo>
                <a:lnTo>
                  <a:pt x="195" y="178"/>
                </a:lnTo>
                <a:lnTo>
                  <a:pt x="194" y="177"/>
                </a:lnTo>
                <a:lnTo>
                  <a:pt x="196" y="176"/>
                </a:lnTo>
                <a:lnTo>
                  <a:pt x="197" y="175"/>
                </a:lnTo>
                <a:lnTo>
                  <a:pt x="198" y="175"/>
                </a:lnTo>
                <a:lnTo>
                  <a:pt x="198" y="176"/>
                </a:lnTo>
                <a:lnTo>
                  <a:pt x="199" y="177"/>
                </a:lnTo>
                <a:lnTo>
                  <a:pt x="201" y="179"/>
                </a:lnTo>
                <a:lnTo>
                  <a:pt x="202" y="179"/>
                </a:lnTo>
                <a:lnTo>
                  <a:pt x="203" y="179"/>
                </a:lnTo>
                <a:lnTo>
                  <a:pt x="205" y="180"/>
                </a:lnTo>
                <a:lnTo>
                  <a:pt x="206" y="180"/>
                </a:lnTo>
                <a:lnTo>
                  <a:pt x="207" y="180"/>
                </a:lnTo>
                <a:lnTo>
                  <a:pt x="209" y="181"/>
                </a:lnTo>
                <a:lnTo>
                  <a:pt x="209" y="180"/>
                </a:lnTo>
                <a:lnTo>
                  <a:pt x="210" y="180"/>
                </a:lnTo>
                <a:lnTo>
                  <a:pt x="211" y="180"/>
                </a:lnTo>
                <a:lnTo>
                  <a:pt x="211" y="181"/>
                </a:lnTo>
                <a:lnTo>
                  <a:pt x="212" y="181"/>
                </a:lnTo>
                <a:lnTo>
                  <a:pt x="215" y="183"/>
                </a:lnTo>
                <a:lnTo>
                  <a:pt x="216" y="182"/>
                </a:lnTo>
                <a:lnTo>
                  <a:pt x="217" y="182"/>
                </a:lnTo>
                <a:lnTo>
                  <a:pt x="218" y="183"/>
                </a:lnTo>
                <a:lnTo>
                  <a:pt x="219" y="183"/>
                </a:lnTo>
                <a:lnTo>
                  <a:pt x="220" y="184"/>
                </a:lnTo>
                <a:lnTo>
                  <a:pt x="224" y="185"/>
                </a:lnTo>
                <a:lnTo>
                  <a:pt x="224" y="187"/>
                </a:lnTo>
                <a:lnTo>
                  <a:pt x="225" y="189"/>
                </a:lnTo>
                <a:lnTo>
                  <a:pt x="225" y="190"/>
                </a:lnTo>
                <a:lnTo>
                  <a:pt x="226" y="190"/>
                </a:lnTo>
                <a:lnTo>
                  <a:pt x="226" y="191"/>
                </a:lnTo>
                <a:lnTo>
                  <a:pt x="227" y="191"/>
                </a:lnTo>
                <a:lnTo>
                  <a:pt x="228" y="194"/>
                </a:lnTo>
                <a:lnTo>
                  <a:pt x="228" y="195"/>
                </a:lnTo>
                <a:lnTo>
                  <a:pt x="228" y="196"/>
                </a:lnTo>
                <a:lnTo>
                  <a:pt x="227" y="196"/>
                </a:lnTo>
                <a:lnTo>
                  <a:pt x="227" y="197"/>
                </a:lnTo>
                <a:lnTo>
                  <a:pt x="227" y="198"/>
                </a:lnTo>
                <a:lnTo>
                  <a:pt x="228" y="199"/>
                </a:lnTo>
                <a:lnTo>
                  <a:pt x="231" y="199"/>
                </a:lnTo>
                <a:lnTo>
                  <a:pt x="232" y="200"/>
                </a:lnTo>
                <a:lnTo>
                  <a:pt x="233" y="200"/>
                </a:lnTo>
                <a:lnTo>
                  <a:pt x="235" y="200"/>
                </a:lnTo>
                <a:lnTo>
                  <a:pt x="237" y="201"/>
                </a:lnTo>
                <a:lnTo>
                  <a:pt x="237" y="202"/>
                </a:lnTo>
                <a:lnTo>
                  <a:pt x="239" y="202"/>
                </a:lnTo>
                <a:lnTo>
                  <a:pt x="240" y="202"/>
                </a:lnTo>
                <a:lnTo>
                  <a:pt x="242" y="201"/>
                </a:lnTo>
                <a:lnTo>
                  <a:pt x="244" y="199"/>
                </a:lnTo>
                <a:lnTo>
                  <a:pt x="245" y="198"/>
                </a:lnTo>
                <a:lnTo>
                  <a:pt x="247" y="197"/>
                </a:lnTo>
                <a:lnTo>
                  <a:pt x="250" y="198"/>
                </a:lnTo>
                <a:lnTo>
                  <a:pt x="251" y="198"/>
                </a:lnTo>
                <a:lnTo>
                  <a:pt x="252" y="198"/>
                </a:lnTo>
                <a:lnTo>
                  <a:pt x="252" y="199"/>
                </a:lnTo>
                <a:lnTo>
                  <a:pt x="253" y="200"/>
                </a:lnTo>
                <a:lnTo>
                  <a:pt x="254" y="200"/>
                </a:lnTo>
                <a:lnTo>
                  <a:pt x="255" y="201"/>
                </a:lnTo>
                <a:lnTo>
                  <a:pt x="256" y="201"/>
                </a:lnTo>
                <a:lnTo>
                  <a:pt x="259" y="200"/>
                </a:lnTo>
                <a:lnTo>
                  <a:pt x="262" y="199"/>
                </a:lnTo>
                <a:lnTo>
                  <a:pt x="264" y="199"/>
                </a:lnTo>
                <a:lnTo>
                  <a:pt x="265" y="199"/>
                </a:lnTo>
                <a:lnTo>
                  <a:pt x="265" y="198"/>
                </a:lnTo>
                <a:lnTo>
                  <a:pt x="266" y="198"/>
                </a:lnTo>
                <a:lnTo>
                  <a:pt x="267" y="197"/>
                </a:lnTo>
                <a:lnTo>
                  <a:pt x="268" y="197"/>
                </a:lnTo>
                <a:lnTo>
                  <a:pt x="269" y="196"/>
                </a:lnTo>
                <a:lnTo>
                  <a:pt x="274" y="195"/>
                </a:lnTo>
                <a:lnTo>
                  <a:pt x="275" y="195"/>
                </a:lnTo>
                <a:lnTo>
                  <a:pt x="276" y="196"/>
                </a:lnTo>
                <a:lnTo>
                  <a:pt x="277" y="196"/>
                </a:lnTo>
                <a:lnTo>
                  <a:pt x="278" y="197"/>
                </a:lnTo>
                <a:lnTo>
                  <a:pt x="279" y="198"/>
                </a:lnTo>
                <a:lnTo>
                  <a:pt x="280" y="198"/>
                </a:lnTo>
                <a:lnTo>
                  <a:pt x="283" y="199"/>
                </a:lnTo>
                <a:lnTo>
                  <a:pt x="285" y="198"/>
                </a:lnTo>
                <a:lnTo>
                  <a:pt x="287" y="198"/>
                </a:lnTo>
                <a:lnTo>
                  <a:pt x="287" y="197"/>
                </a:lnTo>
                <a:lnTo>
                  <a:pt x="289" y="197"/>
                </a:lnTo>
                <a:lnTo>
                  <a:pt x="289" y="196"/>
                </a:lnTo>
                <a:lnTo>
                  <a:pt x="290" y="195"/>
                </a:lnTo>
                <a:lnTo>
                  <a:pt x="291" y="195"/>
                </a:lnTo>
                <a:lnTo>
                  <a:pt x="293" y="195"/>
                </a:lnTo>
                <a:lnTo>
                  <a:pt x="294" y="196"/>
                </a:lnTo>
                <a:lnTo>
                  <a:pt x="295" y="196"/>
                </a:lnTo>
                <a:lnTo>
                  <a:pt x="296" y="195"/>
                </a:lnTo>
                <a:lnTo>
                  <a:pt x="297" y="194"/>
                </a:lnTo>
                <a:lnTo>
                  <a:pt x="297" y="193"/>
                </a:lnTo>
                <a:lnTo>
                  <a:pt x="297" y="192"/>
                </a:lnTo>
                <a:lnTo>
                  <a:pt x="296" y="191"/>
                </a:lnTo>
                <a:lnTo>
                  <a:pt x="296" y="190"/>
                </a:lnTo>
                <a:lnTo>
                  <a:pt x="296" y="188"/>
                </a:lnTo>
                <a:lnTo>
                  <a:pt x="296" y="187"/>
                </a:lnTo>
                <a:lnTo>
                  <a:pt x="297" y="186"/>
                </a:lnTo>
                <a:lnTo>
                  <a:pt x="298" y="186"/>
                </a:lnTo>
                <a:lnTo>
                  <a:pt x="298" y="185"/>
                </a:lnTo>
                <a:lnTo>
                  <a:pt x="298" y="184"/>
                </a:lnTo>
                <a:lnTo>
                  <a:pt x="297" y="183"/>
                </a:lnTo>
                <a:lnTo>
                  <a:pt x="297" y="180"/>
                </a:lnTo>
                <a:lnTo>
                  <a:pt x="297" y="177"/>
                </a:lnTo>
                <a:lnTo>
                  <a:pt x="297" y="175"/>
                </a:lnTo>
                <a:lnTo>
                  <a:pt x="297" y="171"/>
                </a:lnTo>
                <a:lnTo>
                  <a:pt x="298" y="169"/>
                </a:lnTo>
                <a:lnTo>
                  <a:pt x="300" y="164"/>
                </a:lnTo>
                <a:lnTo>
                  <a:pt x="300" y="161"/>
                </a:lnTo>
                <a:lnTo>
                  <a:pt x="299" y="160"/>
                </a:lnTo>
                <a:lnTo>
                  <a:pt x="299" y="159"/>
                </a:lnTo>
                <a:lnTo>
                  <a:pt x="297" y="157"/>
                </a:lnTo>
                <a:lnTo>
                  <a:pt x="301" y="157"/>
                </a:lnTo>
                <a:lnTo>
                  <a:pt x="304" y="159"/>
                </a:lnTo>
                <a:lnTo>
                  <a:pt x="306" y="162"/>
                </a:lnTo>
                <a:lnTo>
                  <a:pt x="306" y="163"/>
                </a:lnTo>
                <a:lnTo>
                  <a:pt x="306" y="164"/>
                </a:lnTo>
                <a:lnTo>
                  <a:pt x="306" y="166"/>
                </a:lnTo>
                <a:lnTo>
                  <a:pt x="307" y="166"/>
                </a:lnTo>
                <a:lnTo>
                  <a:pt x="308" y="169"/>
                </a:lnTo>
                <a:lnTo>
                  <a:pt x="309" y="170"/>
                </a:lnTo>
                <a:lnTo>
                  <a:pt x="310" y="171"/>
                </a:lnTo>
                <a:lnTo>
                  <a:pt x="311" y="171"/>
                </a:lnTo>
                <a:lnTo>
                  <a:pt x="313" y="170"/>
                </a:lnTo>
                <a:lnTo>
                  <a:pt x="314" y="169"/>
                </a:lnTo>
                <a:lnTo>
                  <a:pt x="314" y="168"/>
                </a:lnTo>
                <a:lnTo>
                  <a:pt x="314" y="167"/>
                </a:lnTo>
                <a:lnTo>
                  <a:pt x="315" y="167"/>
                </a:lnTo>
                <a:lnTo>
                  <a:pt x="317" y="164"/>
                </a:lnTo>
                <a:lnTo>
                  <a:pt x="318" y="163"/>
                </a:lnTo>
                <a:lnTo>
                  <a:pt x="319" y="162"/>
                </a:lnTo>
                <a:lnTo>
                  <a:pt x="322" y="160"/>
                </a:lnTo>
                <a:lnTo>
                  <a:pt x="322" y="159"/>
                </a:lnTo>
                <a:lnTo>
                  <a:pt x="320" y="157"/>
                </a:lnTo>
                <a:lnTo>
                  <a:pt x="320" y="155"/>
                </a:lnTo>
                <a:lnTo>
                  <a:pt x="321" y="154"/>
                </a:lnTo>
                <a:lnTo>
                  <a:pt x="321" y="153"/>
                </a:lnTo>
                <a:lnTo>
                  <a:pt x="322" y="153"/>
                </a:lnTo>
                <a:lnTo>
                  <a:pt x="321" y="152"/>
                </a:lnTo>
                <a:lnTo>
                  <a:pt x="320" y="151"/>
                </a:lnTo>
                <a:lnTo>
                  <a:pt x="318" y="149"/>
                </a:lnTo>
                <a:lnTo>
                  <a:pt x="316" y="148"/>
                </a:lnTo>
                <a:lnTo>
                  <a:pt x="314" y="147"/>
                </a:lnTo>
                <a:lnTo>
                  <a:pt x="312" y="146"/>
                </a:lnTo>
                <a:lnTo>
                  <a:pt x="312" y="145"/>
                </a:lnTo>
                <a:lnTo>
                  <a:pt x="311" y="145"/>
                </a:lnTo>
                <a:lnTo>
                  <a:pt x="311" y="144"/>
                </a:lnTo>
                <a:lnTo>
                  <a:pt x="311" y="140"/>
                </a:lnTo>
                <a:lnTo>
                  <a:pt x="311" y="139"/>
                </a:lnTo>
                <a:lnTo>
                  <a:pt x="312" y="139"/>
                </a:lnTo>
                <a:lnTo>
                  <a:pt x="312" y="138"/>
                </a:lnTo>
                <a:lnTo>
                  <a:pt x="313" y="137"/>
                </a:lnTo>
                <a:lnTo>
                  <a:pt x="313" y="136"/>
                </a:lnTo>
                <a:lnTo>
                  <a:pt x="313" y="135"/>
                </a:lnTo>
                <a:lnTo>
                  <a:pt x="313" y="134"/>
                </a:lnTo>
                <a:lnTo>
                  <a:pt x="313" y="133"/>
                </a:lnTo>
                <a:lnTo>
                  <a:pt x="313" y="132"/>
                </a:lnTo>
                <a:lnTo>
                  <a:pt x="314" y="132"/>
                </a:lnTo>
                <a:lnTo>
                  <a:pt x="314" y="131"/>
                </a:lnTo>
                <a:lnTo>
                  <a:pt x="317" y="125"/>
                </a:lnTo>
                <a:lnTo>
                  <a:pt x="318" y="125"/>
                </a:lnTo>
                <a:lnTo>
                  <a:pt x="319" y="124"/>
                </a:lnTo>
                <a:lnTo>
                  <a:pt x="321" y="121"/>
                </a:lnTo>
                <a:lnTo>
                  <a:pt x="321" y="120"/>
                </a:lnTo>
                <a:lnTo>
                  <a:pt x="321" y="119"/>
                </a:lnTo>
                <a:lnTo>
                  <a:pt x="320" y="119"/>
                </a:lnTo>
                <a:lnTo>
                  <a:pt x="320" y="118"/>
                </a:lnTo>
                <a:lnTo>
                  <a:pt x="324" y="115"/>
                </a:lnTo>
                <a:lnTo>
                  <a:pt x="326" y="114"/>
                </a:lnTo>
                <a:lnTo>
                  <a:pt x="327" y="114"/>
                </a:lnTo>
                <a:lnTo>
                  <a:pt x="327" y="113"/>
                </a:lnTo>
                <a:lnTo>
                  <a:pt x="329" y="110"/>
                </a:lnTo>
                <a:lnTo>
                  <a:pt x="332" y="108"/>
                </a:lnTo>
                <a:lnTo>
                  <a:pt x="335" y="105"/>
                </a:lnTo>
                <a:lnTo>
                  <a:pt x="337" y="101"/>
                </a:lnTo>
                <a:lnTo>
                  <a:pt x="339" y="100"/>
                </a:lnTo>
                <a:lnTo>
                  <a:pt x="340" y="99"/>
                </a:lnTo>
                <a:lnTo>
                  <a:pt x="341" y="99"/>
                </a:lnTo>
                <a:lnTo>
                  <a:pt x="342" y="99"/>
                </a:lnTo>
                <a:lnTo>
                  <a:pt x="343" y="99"/>
                </a:lnTo>
                <a:lnTo>
                  <a:pt x="344" y="100"/>
                </a:lnTo>
                <a:lnTo>
                  <a:pt x="345" y="100"/>
                </a:lnTo>
                <a:lnTo>
                  <a:pt x="347" y="99"/>
                </a:lnTo>
                <a:lnTo>
                  <a:pt x="347" y="98"/>
                </a:lnTo>
                <a:lnTo>
                  <a:pt x="346" y="95"/>
                </a:lnTo>
                <a:lnTo>
                  <a:pt x="345" y="94"/>
                </a:lnTo>
                <a:lnTo>
                  <a:pt x="346" y="92"/>
                </a:lnTo>
                <a:lnTo>
                  <a:pt x="346" y="91"/>
                </a:lnTo>
                <a:lnTo>
                  <a:pt x="347" y="91"/>
                </a:lnTo>
                <a:lnTo>
                  <a:pt x="347" y="90"/>
                </a:lnTo>
                <a:lnTo>
                  <a:pt x="348" y="90"/>
                </a:lnTo>
                <a:lnTo>
                  <a:pt x="349" y="90"/>
                </a:lnTo>
                <a:lnTo>
                  <a:pt x="350" y="89"/>
                </a:lnTo>
                <a:lnTo>
                  <a:pt x="352" y="88"/>
                </a:lnTo>
                <a:lnTo>
                  <a:pt x="353" y="86"/>
                </a:lnTo>
                <a:lnTo>
                  <a:pt x="356" y="82"/>
                </a:lnTo>
                <a:lnTo>
                  <a:pt x="359" y="80"/>
                </a:lnTo>
                <a:lnTo>
                  <a:pt x="361" y="77"/>
                </a:lnTo>
                <a:lnTo>
                  <a:pt x="362" y="77"/>
                </a:lnTo>
                <a:lnTo>
                  <a:pt x="365" y="80"/>
                </a:lnTo>
                <a:lnTo>
                  <a:pt x="366" y="80"/>
                </a:lnTo>
                <a:lnTo>
                  <a:pt x="369" y="77"/>
                </a:lnTo>
                <a:lnTo>
                  <a:pt x="371" y="75"/>
                </a:lnTo>
                <a:lnTo>
                  <a:pt x="372" y="74"/>
                </a:lnTo>
                <a:lnTo>
                  <a:pt x="374" y="72"/>
                </a:lnTo>
                <a:lnTo>
                  <a:pt x="375" y="69"/>
                </a:lnTo>
                <a:lnTo>
                  <a:pt x="376" y="68"/>
                </a:lnTo>
                <a:lnTo>
                  <a:pt x="377" y="66"/>
                </a:lnTo>
                <a:lnTo>
                  <a:pt x="377" y="63"/>
                </a:lnTo>
                <a:lnTo>
                  <a:pt x="378" y="60"/>
                </a:lnTo>
                <a:lnTo>
                  <a:pt x="379" y="58"/>
                </a:lnTo>
                <a:lnTo>
                  <a:pt x="381" y="58"/>
                </a:lnTo>
                <a:lnTo>
                  <a:pt x="383" y="55"/>
                </a:lnTo>
                <a:lnTo>
                  <a:pt x="384" y="55"/>
                </a:lnTo>
                <a:lnTo>
                  <a:pt x="385" y="54"/>
                </a:lnTo>
                <a:lnTo>
                  <a:pt x="385" y="53"/>
                </a:lnTo>
                <a:lnTo>
                  <a:pt x="390" y="52"/>
                </a:lnTo>
                <a:lnTo>
                  <a:pt x="391" y="51"/>
                </a:lnTo>
                <a:lnTo>
                  <a:pt x="392" y="51"/>
                </a:lnTo>
                <a:lnTo>
                  <a:pt x="393" y="50"/>
                </a:lnTo>
                <a:lnTo>
                  <a:pt x="394" y="50"/>
                </a:lnTo>
                <a:lnTo>
                  <a:pt x="394" y="51"/>
                </a:lnTo>
                <a:lnTo>
                  <a:pt x="395" y="51"/>
                </a:lnTo>
                <a:lnTo>
                  <a:pt x="396" y="50"/>
                </a:lnTo>
                <a:lnTo>
                  <a:pt x="397" y="50"/>
                </a:lnTo>
                <a:lnTo>
                  <a:pt x="397" y="49"/>
                </a:lnTo>
                <a:lnTo>
                  <a:pt x="397" y="48"/>
                </a:lnTo>
                <a:lnTo>
                  <a:pt x="397" y="47"/>
                </a:lnTo>
                <a:lnTo>
                  <a:pt x="397" y="46"/>
                </a:lnTo>
                <a:lnTo>
                  <a:pt x="397" y="45"/>
                </a:lnTo>
                <a:lnTo>
                  <a:pt x="400" y="43"/>
                </a:lnTo>
                <a:lnTo>
                  <a:pt x="400" y="42"/>
                </a:lnTo>
                <a:lnTo>
                  <a:pt x="401" y="42"/>
                </a:lnTo>
                <a:lnTo>
                  <a:pt x="402" y="41"/>
                </a:lnTo>
                <a:lnTo>
                  <a:pt x="402" y="40"/>
                </a:lnTo>
                <a:lnTo>
                  <a:pt x="398" y="38"/>
                </a:lnTo>
                <a:lnTo>
                  <a:pt x="397" y="37"/>
                </a:lnTo>
                <a:lnTo>
                  <a:pt x="395" y="36"/>
                </a:lnTo>
                <a:lnTo>
                  <a:pt x="394" y="35"/>
                </a:lnTo>
                <a:lnTo>
                  <a:pt x="394" y="34"/>
                </a:lnTo>
                <a:lnTo>
                  <a:pt x="395" y="33"/>
                </a:lnTo>
                <a:lnTo>
                  <a:pt x="397" y="32"/>
                </a:lnTo>
                <a:lnTo>
                  <a:pt x="399" y="34"/>
                </a:lnTo>
                <a:lnTo>
                  <a:pt x="400" y="35"/>
                </a:lnTo>
                <a:lnTo>
                  <a:pt x="400" y="36"/>
                </a:lnTo>
                <a:lnTo>
                  <a:pt x="401" y="37"/>
                </a:lnTo>
                <a:lnTo>
                  <a:pt x="402" y="38"/>
                </a:lnTo>
                <a:lnTo>
                  <a:pt x="405" y="38"/>
                </a:lnTo>
                <a:lnTo>
                  <a:pt x="405" y="39"/>
                </a:lnTo>
                <a:lnTo>
                  <a:pt x="408" y="38"/>
                </a:lnTo>
                <a:lnTo>
                  <a:pt x="410" y="38"/>
                </a:lnTo>
                <a:lnTo>
                  <a:pt x="411" y="38"/>
                </a:lnTo>
                <a:lnTo>
                  <a:pt x="411" y="37"/>
                </a:lnTo>
                <a:lnTo>
                  <a:pt x="413" y="37"/>
                </a:lnTo>
                <a:lnTo>
                  <a:pt x="414" y="37"/>
                </a:lnTo>
                <a:lnTo>
                  <a:pt x="414" y="36"/>
                </a:lnTo>
                <a:lnTo>
                  <a:pt x="415" y="36"/>
                </a:lnTo>
                <a:lnTo>
                  <a:pt x="415" y="35"/>
                </a:lnTo>
                <a:lnTo>
                  <a:pt x="416" y="35"/>
                </a:lnTo>
                <a:lnTo>
                  <a:pt x="417" y="34"/>
                </a:lnTo>
                <a:lnTo>
                  <a:pt x="419" y="33"/>
                </a:lnTo>
                <a:lnTo>
                  <a:pt x="424" y="31"/>
                </a:lnTo>
                <a:lnTo>
                  <a:pt x="426" y="31"/>
                </a:lnTo>
                <a:lnTo>
                  <a:pt x="425" y="30"/>
                </a:lnTo>
                <a:lnTo>
                  <a:pt x="425" y="29"/>
                </a:lnTo>
                <a:lnTo>
                  <a:pt x="425" y="27"/>
                </a:lnTo>
                <a:lnTo>
                  <a:pt x="424" y="26"/>
                </a:lnTo>
                <a:lnTo>
                  <a:pt x="423" y="24"/>
                </a:lnTo>
                <a:lnTo>
                  <a:pt x="423" y="23"/>
                </a:lnTo>
                <a:lnTo>
                  <a:pt x="423" y="22"/>
                </a:lnTo>
                <a:lnTo>
                  <a:pt x="422" y="22"/>
                </a:lnTo>
                <a:lnTo>
                  <a:pt x="422" y="21"/>
                </a:lnTo>
                <a:lnTo>
                  <a:pt x="421" y="20"/>
                </a:lnTo>
                <a:lnTo>
                  <a:pt x="420" y="20"/>
                </a:lnTo>
                <a:lnTo>
                  <a:pt x="419" y="20"/>
                </a:lnTo>
                <a:lnTo>
                  <a:pt x="418" y="18"/>
                </a:lnTo>
                <a:lnTo>
                  <a:pt x="418" y="16"/>
                </a:lnTo>
                <a:lnTo>
                  <a:pt x="418" y="14"/>
                </a:lnTo>
                <a:lnTo>
                  <a:pt x="419" y="14"/>
                </a:lnTo>
                <a:lnTo>
                  <a:pt x="420" y="13"/>
                </a:lnTo>
                <a:lnTo>
                  <a:pt x="425" y="15"/>
                </a:lnTo>
                <a:lnTo>
                  <a:pt x="426" y="15"/>
                </a:lnTo>
                <a:lnTo>
                  <a:pt x="427" y="15"/>
                </a:lnTo>
                <a:lnTo>
                  <a:pt x="428" y="15"/>
                </a:lnTo>
                <a:lnTo>
                  <a:pt x="428" y="16"/>
                </a:lnTo>
                <a:lnTo>
                  <a:pt x="428" y="17"/>
                </a:lnTo>
                <a:lnTo>
                  <a:pt x="430" y="16"/>
                </a:lnTo>
                <a:lnTo>
                  <a:pt x="431" y="16"/>
                </a:lnTo>
                <a:lnTo>
                  <a:pt x="432" y="17"/>
                </a:lnTo>
                <a:lnTo>
                  <a:pt x="431" y="18"/>
                </a:lnTo>
                <a:lnTo>
                  <a:pt x="431" y="19"/>
                </a:lnTo>
                <a:lnTo>
                  <a:pt x="432" y="20"/>
                </a:lnTo>
                <a:lnTo>
                  <a:pt x="433" y="21"/>
                </a:lnTo>
                <a:lnTo>
                  <a:pt x="433" y="22"/>
                </a:lnTo>
                <a:lnTo>
                  <a:pt x="435" y="22"/>
                </a:lnTo>
                <a:lnTo>
                  <a:pt x="435" y="23"/>
                </a:lnTo>
                <a:lnTo>
                  <a:pt x="436" y="24"/>
                </a:lnTo>
                <a:lnTo>
                  <a:pt x="437" y="25"/>
                </a:lnTo>
                <a:lnTo>
                  <a:pt x="439" y="26"/>
                </a:lnTo>
                <a:lnTo>
                  <a:pt x="440" y="26"/>
                </a:lnTo>
                <a:lnTo>
                  <a:pt x="441" y="27"/>
                </a:lnTo>
                <a:lnTo>
                  <a:pt x="441" y="28"/>
                </a:lnTo>
                <a:lnTo>
                  <a:pt x="442" y="28"/>
                </a:lnTo>
                <a:lnTo>
                  <a:pt x="443" y="27"/>
                </a:lnTo>
                <a:lnTo>
                  <a:pt x="445" y="25"/>
                </a:lnTo>
                <a:lnTo>
                  <a:pt x="445" y="24"/>
                </a:lnTo>
                <a:lnTo>
                  <a:pt x="444" y="24"/>
                </a:lnTo>
                <a:lnTo>
                  <a:pt x="445" y="23"/>
                </a:lnTo>
                <a:lnTo>
                  <a:pt x="445" y="21"/>
                </a:lnTo>
                <a:lnTo>
                  <a:pt x="446" y="21"/>
                </a:lnTo>
                <a:lnTo>
                  <a:pt x="447" y="21"/>
                </a:lnTo>
                <a:lnTo>
                  <a:pt x="449" y="21"/>
                </a:lnTo>
                <a:lnTo>
                  <a:pt x="449" y="22"/>
                </a:lnTo>
                <a:lnTo>
                  <a:pt x="450" y="23"/>
                </a:lnTo>
                <a:lnTo>
                  <a:pt x="451" y="23"/>
                </a:lnTo>
                <a:lnTo>
                  <a:pt x="452" y="23"/>
                </a:lnTo>
                <a:lnTo>
                  <a:pt x="452" y="22"/>
                </a:lnTo>
                <a:lnTo>
                  <a:pt x="453" y="22"/>
                </a:lnTo>
                <a:lnTo>
                  <a:pt x="453" y="21"/>
                </a:lnTo>
                <a:lnTo>
                  <a:pt x="454" y="21"/>
                </a:lnTo>
                <a:lnTo>
                  <a:pt x="455" y="22"/>
                </a:lnTo>
                <a:lnTo>
                  <a:pt x="456" y="22"/>
                </a:lnTo>
                <a:lnTo>
                  <a:pt x="457" y="24"/>
                </a:lnTo>
                <a:lnTo>
                  <a:pt x="458" y="26"/>
                </a:lnTo>
                <a:lnTo>
                  <a:pt x="458" y="27"/>
                </a:lnTo>
                <a:lnTo>
                  <a:pt x="458" y="28"/>
                </a:lnTo>
                <a:lnTo>
                  <a:pt x="459" y="29"/>
                </a:lnTo>
                <a:lnTo>
                  <a:pt x="460" y="31"/>
                </a:lnTo>
                <a:lnTo>
                  <a:pt x="461" y="31"/>
                </a:lnTo>
                <a:lnTo>
                  <a:pt x="463" y="32"/>
                </a:lnTo>
                <a:lnTo>
                  <a:pt x="463" y="33"/>
                </a:lnTo>
                <a:lnTo>
                  <a:pt x="464" y="33"/>
                </a:lnTo>
                <a:lnTo>
                  <a:pt x="469" y="32"/>
                </a:lnTo>
                <a:lnTo>
                  <a:pt x="470" y="32"/>
                </a:lnTo>
                <a:lnTo>
                  <a:pt x="472" y="29"/>
                </a:lnTo>
                <a:lnTo>
                  <a:pt x="473" y="24"/>
                </a:lnTo>
                <a:lnTo>
                  <a:pt x="474" y="23"/>
                </a:lnTo>
                <a:lnTo>
                  <a:pt x="476" y="21"/>
                </a:lnTo>
                <a:lnTo>
                  <a:pt x="477" y="20"/>
                </a:lnTo>
                <a:lnTo>
                  <a:pt x="478" y="19"/>
                </a:lnTo>
                <a:lnTo>
                  <a:pt x="478" y="18"/>
                </a:lnTo>
                <a:lnTo>
                  <a:pt x="480" y="17"/>
                </a:lnTo>
                <a:lnTo>
                  <a:pt x="481" y="15"/>
                </a:lnTo>
                <a:lnTo>
                  <a:pt x="483" y="13"/>
                </a:lnTo>
                <a:lnTo>
                  <a:pt x="484" y="10"/>
                </a:lnTo>
                <a:lnTo>
                  <a:pt x="485" y="10"/>
                </a:lnTo>
                <a:lnTo>
                  <a:pt x="486" y="8"/>
                </a:lnTo>
                <a:lnTo>
                  <a:pt x="488" y="8"/>
                </a:lnTo>
                <a:lnTo>
                  <a:pt x="489" y="8"/>
                </a:lnTo>
                <a:lnTo>
                  <a:pt x="493" y="7"/>
                </a:lnTo>
                <a:lnTo>
                  <a:pt x="495" y="6"/>
                </a:lnTo>
                <a:lnTo>
                  <a:pt x="496" y="5"/>
                </a:lnTo>
                <a:lnTo>
                  <a:pt x="496" y="4"/>
                </a:lnTo>
                <a:lnTo>
                  <a:pt x="498" y="3"/>
                </a:lnTo>
                <a:lnTo>
                  <a:pt x="500" y="3"/>
                </a:lnTo>
                <a:lnTo>
                  <a:pt x="501" y="3"/>
                </a:lnTo>
                <a:lnTo>
                  <a:pt x="505" y="3"/>
                </a:lnTo>
                <a:lnTo>
                  <a:pt x="506" y="3"/>
                </a:lnTo>
                <a:lnTo>
                  <a:pt x="507" y="3"/>
                </a:lnTo>
                <a:lnTo>
                  <a:pt x="507" y="2"/>
                </a:lnTo>
                <a:lnTo>
                  <a:pt x="507" y="1"/>
                </a:lnTo>
                <a:lnTo>
                  <a:pt x="508" y="0"/>
                </a:lnTo>
                <a:lnTo>
                  <a:pt x="509" y="0"/>
                </a:lnTo>
                <a:lnTo>
                  <a:pt x="510" y="1"/>
                </a:lnTo>
                <a:lnTo>
                  <a:pt x="510" y="2"/>
                </a:lnTo>
                <a:lnTo>
                  <a:pt x="511" y="2"/>
                </a:lnTo>
                <a:close/>
              </a:path>
            </a:pathLst>
          </a:custGeom>
          <a:solidFill>
            <a:srgbClr val="FAFDC9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1" name=""/>
          <p:cNvSpPr/>
          <p:nvPr/>
        </p:nvSpPr>
        <p:spPr>
          <a:xfrm>
            <a:off x="1385280" y="1416600"/>
            <a:ext cx="531360" cy="375840"/>
          </a:xfrm>
          <a:custGeom>
            <a:avLst/>
            <a:gdLst/>
            <a:ahLst/>
            <a:rect l="0" t="0" r="r" b="b"/>
            <a:pathLst>
              <a:path w="1476" h="1044">
                <a:moveTo>
                  <a:pt x="441" y="12"/>
                </a:moveTo>
                <a:lnTo>
                  <a:pt x="441" y="13"/>
                </a:lnTo>
                <a:lnTo>
                  <a:pt x="442" y="15"/>
                </a:lnTo>
                <a:lnTo>
                  <a:pt x="451" y="30"/>
                </a:lnTo>
                <a:lnTo>
                  <a:pt x="459" y="46"/>
                </a:lnTo>
                <a:lnTo>
                  <a:pt x="460" y="47"/>
                </a:lnTo>
                <a:lnTo>
                  <a:pt x="461" y="48"/>
                </a:lnTo>
                <a:lnTo>
                  <a:pt x="461" y="49"/>
                </a:lnTo>
                <a:lnTo>
                  <a:pt x="462" y="50"/>
                </a:lnTo>
                <a:lnTo>
                  <a:pt x="462" y="51"/>
                </a:lnTo>
                <a:lnTo>
                  <a:pt x="464" y="54"/>
                </a:lnTo>
                <a:lnTo>
                  <a:pt x="465" y="56"/>
                </a:lnTo>
                <a:lnTo>
                  <a:pt x="466" y="58"/>
                </a:lnTo>
                <a:lnTo>
                  <a:pt x="468" y="62"/>
                </a:lnTo>
                <a:lnTo>
                  <a:pt x="468" y="63"/>
                </a:lnTo>
                <a:lnTo>
                  <a:pt x="469" y="64"/>
                </a:lnTo>
                <a:lnTo>
                  <a:pt x="470" y="65"/>
                </a:lnTo>
                <a:lnTo>
                  <a:pt x="471" y="68"/>
                </a:lnTo>
                <a:lnTo>
                  <a:pt x="471" y="69"/>
                </a:lnTo>
                <a:lnTo>
                  <a:pt x="472" y="69"/>
                </a:lnTo>
                <a:lnTo>
                  <a:pt x="472" y="70"/>
                </a:lnTo>
                <a:lnTo>
                  <a:pt x="474" y="73"/>
                </a:lnTo>
                <a:lnTo>
                  <a:pt x="474" y="74"/>
                </a:lnTo>
                <a:lnTo>
                  <a:pt x="476" y="78"/>
                </a:lnTo>
                <a:lnTo>
                  <a:pt x="477" y="79"/>
                </a:lnTo>
                <a:lnTo>
                  <a:pt x="477" y="80"/>
                </a:lnTo>
                <a:lnTo>
                  <a:pt x="478" y="81"/>
                </a:lnTo>
                <a:lnTo>
                  <a:pt x="478" y="82"/>
                </a:lnTo>
                <a:lnTo>
                  <a:pt x="479" y="82"/>
                </a:lnTo>
                <a:lnTo>
                  <a:pt x="479" y="83"/>
                </a:lnTo>
                <a:lnTo>
                  <a:pt x="480" y="84"/>
                </a:lnTo>
                <a:lnTo>
                  <a:pt x="480" y="85"/>
                </a:lnTo>
                <a:lnTo>
                  <a:pt x="480" y="86"/>
                </a:lnTo>
                <a:lnTo>
                  <a:pt x="481" y="88"/>
                </a:lnTo>
                <a:lnTo>
                  <a:pt x="482" y="89"/>
                </a:lnTo>
                <a:lnTo>
                  <a:pt x="482" y="90"/>
                </a:lnTo>
                <a:lnTo>
                  <a:pt x="483" y="91"/>
                </a:lnTo>
                <a:lnTo>
                  <a:pt x="483" y="92"/>
                </a:lnTo>
                <a:lnTo>
                  <a:pt x="484" y="92"/>
                </a:lnTo>
                <a:lnTo>
                  <a:pt x="484" y="93"/>
                </a:lnTo>
                <a:lnTo>
                  <a:pt x="485" y="94"/>
                </a:lnTo>
                <a:lnTo>
                  <a:pt x="485" y="95"/>
                </a:lnTo>
                <a:lnTo>
                  <a:pt x="486" y="96"/>
                </a:lnTo>
                <a:lnTo>
                  <a:pt x="486" y="97"/>
                </a:lnTo>
                <a:lnTo>
                  <a:pt x="487" y="98"/>
                </a:lnTo>
                <a:lnTo>
                  <a:pt x="487" y="99"/>
                </a:lnTo>
                <a:lnTo>
                  <a:pt x="487" y="100"/>
                </a:lnTo>
                <a:lnTo>
                  <a:pt x="488" y="100"/>
                </a:lnTo>
                <a:lnTo>
                  <a:pt x="488" y="101"/>
                </a:lnTo>
                <a:lnTo>
                  <a:pt x="489" y="102"/>
                </a:lnTo>
                <a:lnTo>
                  <a:pt x="489" y="103"/>
                </a:lnTo>
                <a:lnTo>
                  <a:pt x="490" y="104"/>
                </a:lnTo>
                <a:lnTo>
                  <a:pt x="490" y="105"/>
                </a:lnTo>
                <a:lnTo>
                  <a:pt x="491" y="106"/>
                </a:lnTo>
                <a:lnTo>
                  <a:pt x="491" y="107"/>
                </a:lnTo>
                <a:lnTo>
                  <a:pt x="492" y="108"/>
                </a:lnTo>
                <a:lnTo>
                  <a:pt x="492" y="109"/>
                </a:lnTo>
                <a:lnTo>
                  <a:pt x="493" y="110"/>
                </a:lnTo>
                <a:lnTo>
                  <a:pt x="493" y="111"/>
                </a:lnTo>
                <a:lnTo>
                  <a:pt x="494" y="112"/>
                </a:lnTo>
                <a:lnTo>
                  <a:pt x="494" y="113"/>
                </a:lnTo>
                <a:lnTo>
                  <a:pt x="495" y="114"/>
                </a:lnTo>
                <a:lnTo>
                  <a:pt x="495" y="115"/>
                </a:lnTo>
                <a:lnTo>
                  <a:pt x="496" y="116"/>
                </a:lnTo>
                <a:lnTo>
                  <a:pt x="495" y="117"/>
                </a:lnTo>
                <a:lnTo>
                  <a:pt x="494" y="118"/>
                </a:lnTo>
                <a:lnTo>
                  <a:pt x="493" y="119"/>
                </a:lnTo>
                <a:lnTo>
                  <a:pt x="492" y="119"/>
                </a:lnTo>
                <a:lnTo>
                  <a:pt x="492" y="120"/>
                </a:lnTo>
                <a:lnTo>
                  <a:pt x="491" y="121"/>
                </a:lnTo>
                <a:lnTo>
                  <a:pt x="490" y="121"/>
                </a:lnTo>
                <a:lnTo>
                  <a:pt x="489" y="122"/>
                </a:lnTo>
                <a:lnTo>
                  <a:pt x="487" y="124"/>
                </a:lnTo>
                <a:lnTo>
                  <a:pt x="486" y="125"/>
                </a:lnTo>
                <a:lnTo>
                  <a:pt x="485" y="126"/>
                </a:lnTo>
                <a:lnTo>
                  <a:pt x="484" y="127"/>
                </a:lnTo>
                <a:lnTo>
                  <a:pt x="483" y="127"/>
                </a:lnTo>
                <a:lnTo>
                  <a:pt x="482" y="128"/>
                </a:lnTo>
                <a:lnTo>
                  <a:pt x="481" y="129"/>
                </a:lnTo>
                <a:lnTo>
                  <a:pt x="480" y="130"/>
                </a:lnTo>
                <a:lnTo>
                  <a:pt x="479" y="131"/>
                </a:lnTo>
                <a:lnTo>
                  <a:pt x="478" y="132"/>
                </a:lnTo>
                <a:lnTo>
                  <a:pt x="477" y="133"/>
                </a:lnTo>
                <a:lnTo>
                  <a:pt x="476" y="134"/>
                </a:lnTo>
                <a:lnTo>
                  <a:pt x="475" y="134"/>
                </a:lnTo>
                <a:lnTo>
                  <a:pt x="475" y="135"/>
                </a:lnTo>
                <a:lnTo>
                  <a:pt x="475" y="136"/>
                </a:lnTo>
                <a:lnTo>
                  <a:pt x="476" y="136"/>
                </a:lnTo>
                <a:lnTo>
                  <a:pt x="477" y="137"/>
                </a:lnTo>
                <a:lnTo>
                  <a:pt x="477" y="138"/>
                </a:lnTo>
                <a:lnTo>
                  <a:pt x="476" y="138"/>
                </a:lnTo>
                <a:lnTo>
                  <a:pt x="486" y="149"/>
                </a:lnTo>
                <a:lnTo>
                  <a:pt x="487" y="151"/>
                </a:lnTo>
                <a:lnTo>
                  <a:pt x="501" y="166"/>
                </a:lnTo>
                <a:lnTo>
                  <a:pt x="502" y="167"/>
                </a:lnTo>
                <a:lnTo>
                  <a:pt x="507" y="173"/>
                </a:lnTo>
                <a:lnTo>
                  <a:pt x="510" y="175"/>
                </a:lnTo>
                <a:lnTo>
                  <a:pt x="514" y="178"/>
                </a:lnTo>
                <a:lnTo>
                  <a:pt x="515" y="178"/>
                </a:lnTo>
                <a:lnTo>
                  <a:pt x="519" y="180"/>
                </a:lnTo>
                <a:lnTo>
                  <a:pt x="520" y="181"/>
                </a:lnTo>
                <a:lnTo>
                  <a:pt x="520" y="182"/>
                </a:lnTo>
                <a:lnTo>
                  <a:pt x="521" y="182"/>
                </a:lnTo>
                <a:lnTo>
                  <a:pt x="523" y="183"/>
                </a:lnTo>
                <a:lnTo>
                  <a:pt x="524" y="184"/>
                </a:lnTo>
                <a:lnTo>
                  <a:pt x="525" y="184"/>
                </a:lnTo>
                <a:lnTo>
                  <a:pt x="526" y="185"/>
                </a:lnTo>
                <a:lnTo>
                  <a:pt x="527" y="185"/>
                </a:lnTo>
                <a:lnTo>
                  <a:pt x="527" y="186"/>
                </a:lnTo>
                <a:lnTo>
                  <a:pt x="528" y="186"/>
                </a:lnTo>
                <a:lnTo>
                  <a:pt x="529" y="186"/>
                </a:lnTo>
                <a:lnTo>
                  <a:pt x="529" y="187"/>
                </a:lnTo>
                <a:lnTo>
                  <a:pt x="530" y="187"/>
                </a:lnTo>
                <a:lnTo>
                  <a:pt x="530" y="188"/>
                </a:lnTo>
                <a:lnTo>
                  <a:pt x="531" y="188"/>
                </a:lnTo>
                <a:lnTo>
                  <a:pt x="532" y="189"/>
                </a:lnTo>
                <a:lnTo>
                  <a:pt x="532" y="190"/>
                </a:lnTo>
                <a:lnTo>
                  <a:pt x="533" y="190"/>
                </a:lnTo>
                <a:lnTo>
                  <a:pt x="534" y="190"/>
                </a:lnTo>
                <a:lnTo>
                  <a:pt x="536" y="190"/>
                </a:lnTo>
                <a:lnTo>
                  <a:pt x="538" y="191"/>
                </a:lnTo>
                <a:lnTo>
                  <a:pt x="540" y="192"/>
                </a:lnTo>
                <a:lnTo>
                  <a:pt x="540" y="196"/>
                </a:lnTo>
                <a:lnTo>
                  <a:pt x="540" y="197"/>
                </a:lnTo>
                <a:lnTo>
                  <a:pt x="540" y="201"/>
                </a:lnTo>
                <a:lnTo>
                  <a:pt x="540" y="202"/>
                </a:lnTo>
                <a:lnTo>
                  <a:pt x="540" y="206"/>
                </a:lnTo>
                <a:lnTo>
                  <a:pt x="540" y="207"/>
                </a:lnTo>
                <a:lnTo>
                  <a:pt x="540" y="211"/>
                </a:lnTo>
                <a:lnTo>
                  <a:pt x="540" y="215"/>
                </a:lnTo>
                <a:lnTo>
                  <a:pt x="540" y="216"/>
                </a:lnTo>
                <a:lnTo>
                  <a:pt x="541" y="217"/>
                </a:lnTo>
                <a:lnTo>
                  <a:pt x="541" y="220"/>
                </a:lnTo>
                <a:lnTo>
                  <a:pt x="541" y="225"/>
                </a:lnTo>
                <a:lnTo>
                  <a:pt x="541" y="228"/>
                </a:lnTo>
                <a:lnTo>
                  <a:pt x="548" y="224"/>
                </a:lnTo>
                <a:lnTo>
                  <a:pt x="555" y="221"/>
                </a:lnTo>
                <a:lnTo>
                  <a:pt x="557" y="221"/>
                </a:lnTo>
                <a:lnTo>
                  <a:pt x="558" y="220"/>
                </a:lnTo>
                <a:lnTo>
                  <a:pt x="560" y="219"/>
                </a:lnTo>
                <a:lnTo>
                  <a:pt x="562" y="218"/>
                </a:lnTo>
                <a:lnTo>
                  <a:pt x="563" y="218"/>
                </a:lnTo>
                <a:lnTo>
                  <a:pt x="564" y="217"/>
                </a:lnTo>
                <a:lnTo>
                  <a:pt x="565" y="217"/>
                </a:lnTo>
                <a:lnTo>
                  <a:pt x="566" y="216"/>
                </a:lnTo>
                <a:lnTo>
                  <a:pt x="566" y="215"/>
                </a:lnTo>
                <a:lnTo>
                  <a:pt x="565" y="214"/>
                </a:lnTo>
                <a:lnTo>
                  <a:pt x="564" y="213"/>
                </a:lnTo>
                <a:lnTo>
                  <a:pt x="563" y="212"/>
                </a:lnTo>
                <a:lnTo>
                  <a:pt x="563" y="211"/>
                </a:lnTo>
                <a:lnTo>
                  <a:pt x="562" y="211"/>
                </a:lnTo>
                <a:lnTo>
                  <a:pt x="562" y="210"/>
                </a:lnTo>
                <a:lnTo>
                  <a:pt x="561" y="209"/>
                </a:lnTo>
                <a:lnTo>
                  <a:pt x="563" y="209"/>
                </a:lnTo>
                <a:lnTo>
                  <a:pt x="566" y="208"/>
                </a:lnTo>
                <a:lnTo>
                  <a:pt x="567" y="207"/>
                </a:lnTo>
                <a:lnTo>
                  <a:pt x="568" y="207"/>
                </a:lnTo>
                <a:lnTo>
                  <a:pt x="569" y="207"/>
                </a:lnTo>
                <a:lnTo>
                  <a:pt x="570" y="207"/>
                </a:lnTo>
                <a:lnTo>
                  <a:pt x="570" y="208"/>
                </a:lnTo>
                <a:lnTo>
                  <a:pt x="571" y="210"/>
                </a:lnTo>
                <a:lnTo>
                  <a:pt x="571" y="211"/>
                </a:lnTo>
                <a:lnTo>
                  <a:pt x="572" y="213"/>
                </a:lnTo>
                <a:lnTo>
                  <a:pt x="572" y="214"/>
                </a:lnTo>
                <a:lnTo>
                  <a:pt x="572" y="215"/>
                </a:lnTo>
                <a:lnTo>
                  <a:pt x="573" y="216"/>
                </a:lnTo>
                <a:lnTo>
                  <a:pt x="573" y="217"/>
                </a:lnTo>
                <a:lnTo>
                  <a:pt x="574" y="218"/>
                </a:lnTo>
                <a:lnTo>
                  <a:pt x="575" y="218"/>
                </a:lnTo>
                <a:lnTo>
                  <a:pt x="576" y="219"/>
                </a:lnTo>
                <a:lnTo>
                  <a:pt x="578" y="220"/>
                </a:lnTo>
                <a:lnTo>
                  <a:pt x="579" y="220"/>
                </a:lnTo>
                <a:lnTo>
                  <a:pt x="579" y="221"/>
                </a:lnTo>
                <a:lnTo>
                  <a:pt x="580" y="222"/>
                </a:lnTo>
                <a:lnTo>
                  <a:pt x="581" y="223"/>
                </a:lnTo>
                <a:lnTo>
                  <a:pt x="582" y="223"/>
                </a:lnTo>
                <a:lnTo>
                  <a:pt x="582" y="224"/>
                </a:lnTo>
                <a:lnTo>
                  <a:pt x="582" y="223"/>
                </a:lnTo>
                <a:lnTo>
                  <a:pt x="582" y="222"/>
                </a:lnTo>
                <a:lnTo>
                  <a:pt x="582" y="221"/>
                </a:lnTo>
                <a:lnTo>
                  <a:pt x="581" y="221"/>
                </a:lnTo>
                <a:lnTo>
                  <a:pt x="582" y="221"/>
                </a:lnTo>
                <a:lnTo>
                  <a:pt x="582" y="220"/>
                </a:lnTo>
                <a:lnTo>
                  <a:pt x="582" y="219"/>
                </a:lnTo>
                <a:lnTo>
                  <a:pt x="582" y="218"/>
                </a:lnTo>
                <a:lnTo>
                  <a:pt x="582" y="217"/>
                </a:lnTo>
                <a:lnTo>
                  <a:pt x="581" y="217"/>
                </a:lnTo>
                <a:lnTo>
                  <a:pt x="581" y="216"/>
                </a:lnTo>
                <a:lnTo>
                  <a:pt x="581" y="215"/>
                </a:lnTo>
                <a:lnTo>
                  <a:pt x="581" y="213"/>
                </a:lnTo>
                <a:lnTo>
                  <a:pt x="582" y="213"/>
                </a:lnTo>
                <a:lnTo>
                  <a:pt x="583" y="213"/>
                </a:lnTo>
                <a:lnTo>
                  <a:pt x="584" y="212"/>
                </a:lnTo>
                <a:lnTo>
                  <a:pt x="585" y="212"/>
                </a:lnTo>
                <a:lnTo>
                  <a:pt x="586" y="211"/>
                </a:lnTo>
                <a:lnTo>
                  <a:pt x="588" y="210"/>
                </a:lnTo>
                <a:lnTo>
                  <a:pt x="590" y="209"/>
                </a:lnTo>
                <a:lnTo>
                  <a:pt x="591" y="209"/>
                </a:lnTo>
                <a:lnTo>
                  <a:pt x="592" y="209"/>
                </a:lnTo>
                <a:lnTo>
                  <a:pt x="593" y="208"/>
                </a:lnTo>
                <a:lnTo>
                  <a:pt x="597" y="206"/>
                </a:lnTo>
                <a:lnTo>
                  <a:pt x="598" y="206"/>
                </a:lnTo>
                <a:lnTo>
                  <a:pt x="599" y="206"/>
                </a:lnTo>
                <a:lnTo>
                  <a:pt x="599" y="207"/>
                </a:lnTo>
                <a:lnTo>
                  <a:pt x="600" y="208"/>
                </a:lnTo>
                <a:lnTo>
                  <a:pt x="601" y="210"/>
                </a:lnTo>
                <a:lnTo>
                  <a:pt x="602" y="211"/>
                </a:lnTo>
                <a:lnTo>
                  <a:pt x="603" y="213"/>
                </a:lnTo>
                <a:lnTo>
                  <a:pt x="604" y="215"/>
                </a:lnTo>
                <a:lnTo>
                  <a:pt x="605" y="215"/>
                </a:lnTo>
                <a:lnTo>
                  <a:pt x="606" y="215"/>
                </a:lnTo>
                <a:lnTo>
                  <a:pt x="606" y="216"/>
                </a:lnTo>
                <a:lnTo>
                  <a:pt x="607" y="216"/>
                </a:lnTo>
                <a:lnTo>
                  <a:pt x="608" y="216"/>
                </a:lnTo>
                <a:lnTo>
                  <a:pt x="609" y="217"/>
                </a:lnTo>
                <a:lnTo>
                  <a:pt x="610" y="216"/>
                </a:lnTo>
                <a:lnTo>
                  <a:pt x="610" y="215"/>
                </a:lnTo>
                <a:lnTo>
                  <a:pt x="611" y="213"/>
                </a:lnTo>
                <a:lnTo>
                  <a:pt x="615" y="209"/>
                </a:lnTo>
                <a:lnTo>
                  <a:pt x="616" y="200"/>
                </a:lnTo>
                <a:lnTo>
                  <a:pt x="616" y="198"/>
                </a:lnTo>
                <a:lnTo>
                  <a:pt x="623" y="198"/>
                </a:lnTo>
                <a:lnTo>
                  <a:pt x="625" y="198"/>
                </a:lnTo>
                <a:lnTo>
                  <a:pt x="632" y="198"/>
                </a:lnTo>
                <a:lnTo>
                  <a:pt x="640" y="199"/>
                </a:lnTo>
                <a:lnTo>
                  <a:pt x="651" y="199"/>
                </a:lnTo>
                <a:lnTo>
                  <a:pt x="660" y="190"/>
                </a:lnTo>
                <a:lnTo>
                  <a:pt x="668" y="191"/>
                </a:lnTo>
                <a:lnTo>
                  <a:pt x="674" y="191"/>
                </a:lnTo>
                <a:lnTo>
                  <a:pt x="689" y="193"/>
                </a:lnTo>
                <a:lnTo>
                  <a:pt x="690" y="193"/>
                </a:lnTo>
                <a:lnTo>
                  <a:pt x="695" y="193"/>
                </a:lnTo>
                <a:lnTo>
                  <a:pt x="700" y="196"/>
                </a:lnTo>
                <a:lnTo>
                  <a:pt x="703" y="200"/>
                </a:lnTo>
                <a:lnTo>
                  <a:pt x="704" y="202"/>
                </a:lnTo>
                <a:lnTo>
                  <a:pt x="710" y="211"/>
                </a:lnTo>
                <a:lnTo>
                  <a:pt x="711" y="212"/>
                </a:lnTo>
                <a:lnTo>
                  <a:pt x="712" y="222"/>
                </a:lnTo>
                <a:lnTo>
                  <a:pt x="705" y="230"/>
                </a:lnTo>
                <a:lnTo>
                  <a:pt x="705" y="257"/>
                </a:lnTo>
                <a:lnTo>
                  <a:pt x="704" y="258"/>
                </a:lnTo>
                <a:lnTo>
                  <a:pt x="703" y="258"/>
                </a:lnTo>
                <a:lnTo>
                  <a:pt x="702" y="259"/>
                </a:lnTo>
                <a:lnTo>
                  <a:pt x="700" y="260"/>
                </a:lnTo>
                <a:lnTo>
                  <a:pt x="699" y="261"/>
                </a:lnTo>
                <a:lnTo>
                  <a:pt x="698" y="261"/>
                </a:lnTo>
                <a:lnTo>
                  <a:pt x="696" y="262"/>
                </a:lnTo>
                <a:lnTo>
                  <a:pt x="695" y="263"/>
                </a:lnTo>
                <a:lnTo>
                  <a:pt x="694" y="264"/>
                </a:lnTo>
                <a:lnTo>
                  <a:pt x="693" y="264"/>
                </a:lnTo>
                <a:lnTo>
                  <a:pt x="692" y="264"/>
                </a:lnTo>
                <a:lnTo>
                  <a:pt x="692" y="265"/>
                </a:lnTo>
                <a:lnTo>
                  <a:pt x="691" y="265"/>
                </a:lnTo>
                <a:lnTo>
                  <a:pt x="690" y="265"/>
                </a:lnTo>
                <a:lnTo>
                  <a:pt x="690" y="266"/>
                </a:lnTo>
                <a:lnTo>
                  <a:pt x="689" y="266"/>
                </a:lnTo>
                <a:lnTo>
                  <a:pt x="689" y="267"/>
                </a:lnTo>
                <a:lnTo>
                  <a:pt x="688" y="267"/>
                </a:lnTo>
                <a:lnTo>
                  <a:pt x="688" y="268"/>
                </a:lnTo>
                <a:lnTo>
                  <a:pt x="687" y="268"/>
                </a:lnTo>
                <a:lnTo>
                  <a:pt x="687" y="269"/>
                </a:lnTo>
                <a:lnTo>
                  <a:pt x="686" y="269"/>
                </a:lnTo>
                <a:lnTo>
                  <a:pt x="686" y="270"/>
                </a:lnTo>
                <a:lnTo>
                  <a:pt x="686" y="271"/>
                </a:lnTo>
                <a:lnTo>
                  <a:pt x="686" y="272"/>
                </a:lnTo>
                <a:lnTo>
                  <a:pt x="685" y="273"/>
                </a:lnTo>
                <a:lnTo>
                  <a:pt x="685" y="274"/>
                </a:lnTo>
                <a:lnTo>
                  <a:pt x="685" y="275"/>
                </a:lnTo>
                <a:lnTo>
                  <a:pt x="684" y="276"/>
                </a:lnTo>
                <a:lnTo>
                  <a:pt x="684" y="277"/>
                </a:lnTo>
                <a:lnTo>
                  <a:pt x="684" y="278"/>
                </a:lnTo>
                <a:lnTo>
                  <a:pt x="684" y="279"/>
                </a:lnTo>
                <a:lnTo>
                  <a:pt x="683" y="279"/>
                </a:lnTo>
                <a:lnTo>
                  <a:pt x="683" y="280"/>
                </a:lnTo>
                <a:lnTo>
                  <a:pt x="682" y="280"/>
                </a:lnTo>
                <a:lnTo>
                  <a:pt x="681" y="281"/>
                </a:lnTo>
                <a:lnTo>
                  <a:pt x="680" y="282"/>
                </a:lnTo>
                <a:lnTo>
                  <a:pt x="679" y="283"/>
                </a:lnTo>
                <a:lnTo>
                  <a:pt x="678" y="283"/>
                </a:lnTo>
                <a:lnTo>
                  <a:pt x="678" y="284"/>
                </a:lnTo>
                <a:lnTo>
                  <a:pt x="677" y="284"/>
                </a:lnTo>
                <a:lnTo>
                  <a:pt x="676" y="284"/>
                </a:lnTo>
                <a:lnTo>
                  <a:pt x="675" y="284"/>
                </a:lnTo>
                <a:lnTo>
                  <a:pt x="674" y="284"/>
                </a:lnTo>
                <a:lnTo>
                  <a:pt x="673" y="284"/>
                </a:lnTo>
                <a:lnTo>
                  <a:pt x="673" y="285"/>
                </a:lnTo>
                <a:lnTo>
                  <a:pt x="671" y="285"/>
                </a:lnTo>
                <a:lnTo>
                  <a:pt x="670" y="285"/>
                </a:lnTo>
                <a:lnTo>
                  <a:pt x="669" y="285"/>
                </a:lnTo>
                <a:lnTo>
                  <a:pt x="667" y="285"/>
                </a:lnTo>
                <a:lnTo>
                  <a:pt x="667" y="286"/>
                </a:lnTo>
                <a:lnTo>
                  <a:pt x="666" y="287"/>
                </a:lnTo>
                <a:lnTo>
                  <a:pt x="665" y="288"/>
                </a:lnTo>
                <a:lnTo>
                  <a:pt x="664" y="288"/>
                </a:lnTo>
                <a:lnTo>
                  <a:pt x="663" y="289"/>
                </a:lnTo>
                <a:lnTo>
                  <a:pt x="663" y="290"/>
                </a:lnTo>
                <a:lnTo>
                  <a:pt x="661" y="290"/>
                </a:lnTo>
                <a:lnTo>
                  <a:pt x="661" y="291"/>
                </a:lnTo>
                <a:lnTo>
                  <a:pt x="660" y="291"/>
                </a:lnTo>
                <a:lnTo>
                  <a:pt x="657" y="292"/>
                </a:lnTo>
                <a:lnTo>
                  <a:pt x="656" y="293"/>
                </a:lnTo>
                <a:lnTo>
                  <a:pt x="655" y="293"/>
                </a:lnTo>
                <a:lnTo>
                  <a:pt x="653" y="294"/>
                </a:lnTo>
                <a:lnTo>
                  <a:pt x="651" y="295"/>
                </a:lnTo>
                <a:lnTo>
                  <a:pt x="650" y="295"/>
                </a:lnTo>
                <a:lnTo>
                  <a:pt x="650" y="296"/>
                </a:lnTo>
                <a:lnTo>
                  <a:pt x="649" y="296"/>
                </a:lnTo>
                <a:lnTo>
                  <a:pt x="648" y="296"/>
                </a:lnTo>
                <a:lnTo>
                  <a:pt x="648" y="297"/>
                </a:lnTo>
                <a:lnTo>
                  <a:pt x="647" y="297"/>
                </a:lnTo>
                <a:lnTo>
                  <a:pt x="646" y="298"/>
                </a:lnTo>
                <a:lnTo>
                  <a:pt x="644" y="298"/>
                </a:lnTo>
                <a:lnTo>
                  <a:pt x="644" y="297"/>
                </a:lnTo>
                <a:lnTo>
                  <a:pt x="643" y="297"/>
                </a:lnTo>
                <a:lnTo>
                  <a:pt x="642" y="296"/>
                </a:lnTo>
                <a:lnTo>
                  <a:pt x="641" y="296"/>
                </a:lnTo>
                <a:lnTo>
                  <a:pt x="640" y="296"/>
                </a:lnTo>
                <a:lnTo>
                  <a:pt x="640" y="297"/>
                </a:lnTo>
                <a:lnTo>
                  <a:pt x="640" y="298"/>
                </a:lnTo>
                <a:lnTo>
                  <a:pt x="641" y="298"/>
                </a:lnTo>
                <a:lnTo>
                  <a:pt x="659" y="297"/>
                </a:lnTo>
                <a:lnTo>
                  <a:pt x="660" y="297"/>
                </a:lnTo>
                <a:lnTo>
                  <a:pt x="661" y="297"/>
                </a:lnTo>
                <a:lnTo>
                  <a:pt x="662" y="297"/>
                </a:lnTo>
                <a:lnTo>
                  <a:pt x="663" y="297"/>
                </a:lnTo>
                <a:lnTo>
                  <a:pt x="664" y="298"/>
                </a:lnTo>
                <a:lnTo>
                  <a:pt x="665" y="298"/>
                </a:lnTo>
                <a:lnTo>
                  <a:pt x="666" y="298"/>
                </a:lnTo>
                <a:lnTo>
                  <a:pt x="667" y="298"/>
                </a:lnTo>
                <a:lnTo>
                  <a:pt x="668" y="299"/>
                </a:lnTo>
                <a:lnTo>
                  <a:pt x="669" y="299"/>
                </a:lnTo>
                <a:lnTo>
                  <a:pt x="672" y="299"/>
                </a:lnTo>
                <a:lnTo>
                  <a:pt x="673" y="299"/>
                </a:lnTo>
                <a:lnTo>
                  <a:pt x="674" y="300"/>
                </a:lnTo>
                <a:lnTo>
                  <a:pt x="680" y="306"/>
                </a:lnTo>
                <a:lnTo>
                  <a:pt x="681" y="307"/>
                </a:lnTo>
                <a:lnTo>
                  <a:pt x="687" y="309"/>
                </a:lnTo>
                <a:lnTo>
                  <a:pt x="693" y="310"/>
                </a:lnTo>
                <a:lnTo>
                  <a:pt x="700" y="316"/>
                </a:lnTo>
                <a:lnTo>
                  <a:pt x="712" y="318"/>
                </a:lnTo>
                <a:lnTo>
                  <a:pt x="713" y="319"/>
                </a:lnTo>
                <a:lnTo>
                  <a:pt x="713" y="320"/>
                </a:lnTo>
                <a:lnTo>
                  <a:pt x="718" y="326"/>
                </a:lnTo>
                <a:lnTo>
                  <a:pt x="717" y="329"/>
                </a:lnTo>
                <a:lnTo>
                  <a:pt x="719" y="336"/>
                </a:lnTo>
                <a:lnTo>
                  <a:pt x="730" y="338"/>
                </a:lnTo>
                <a:lnTo>
                  <a:pt x="735" y="339"/>
                </a:lnTo>
                <a:lnTo>
                  <a:pt x="735" y="347"/>
                </a:lnTo>
                <a:lnTo>
                  <a:pt x="736" y="347"/>
                </a:lnTo>
                <a:lnTo>
                  <a:pt x="737" y="347"/>
                </a:lnTo>
                <a:lnTo>
                  <a:pt x="738" y="347"/>
                </a:lnTo>
                <a:lnTo>
                  <a:pt x="739" y="347"/>
                </a:lnTo>
                <a:lnTo>
                  <a:pt x="740" y="347"/>
                </a:lnTo>
                <a:lnTo>
                  <a:pt x="741" y="347"/>
                </a:lnTo>
                <a:lnTo>
                  <a:pt x="741" y="348"/>
                </a:lnTo>
                <a:lnTo>
                  <a:pt x="742" y="348"/>
                </a:lnTo>
                <a:lnTo>
                  <a:pt x="743" y="348"/>
                </a:lnTo>
                <a:lnTo>
                  <a:pt x="744" y="348"/>
                </a:lnTo>
                <a:lnTo>
                  <a:pt x="746" y="348"/>
                </a:lnTo>
                <a:lnTo>
                  <a:pt x="747" y="348"/>
                </a:lnTo>
                <a:lnTo>
                  <a:pt x="748" y="348"/>
                </a:lnTo>
                <a:lnTo>
                  <a:pt x="749" y="348"/>
                </a:lnTo>
                <a:lnTo>
                  <a:pt x="750" y="348"/>
                </a:lnTo>
                <a:lnTo>
                  <a:pt x="751" y="347"/>
                </a:lnTo>
                <a:lnTo>
                  <a:pt x="752" y="347"/>
                </a:lnTo>
                <a:lnTo>
                  <a:pt x="753" y="347"/>
                </a:lnTo>
                <a:lnTo>
                  <a:pt x="753" y="346"/>
                </a:lnTo>
                <a:lnTo>
                  <a:pt x="754" y="346"/>
                </a:lnTo>
                <a:lnTo>
                  <a:pt x="756" y="347"/>
                </a:lnTo>
                <a:lnTo>
                  <a:pt x="757" y="347"/>
                </a:lnTo>
                <a:lnTo>
                  <a:pt x="758" y="346"/>
                </a:lnTo>
                <a:lnTo>
                  <a:pt x="765" y="346"/>
                </a:lnTo>
                <a:lnTo>
                  <a:pt x="765" y="352"/>
                </a:lnTo>
                <a:lnTo>
                  <a:pt x="765" y="358"/>
                </a:lnTo>
                <a:lnTo>
                  <a:pt x="765" y="362"/>
                </a:lnTo>
                <a:lnTo>
                  <a:pt x="765" y="363"/>
                </a:lnTo>
                <a:lnTo>
                  <a:pt x="766" y="367"/>
                </a:lnTo>
                <a:lnTo>
                  <a:pt x="766" y="368"/>
                </a:lnTo>
                <a:lnTo>
                  <a:pt x="766" y="369"/>
                </a:lnTo>
                <a:lnTo>
                  <a:pt x="766" y="370"/>
                </a:lnTo>
                <a:lnTo>
                  <a:pt x="767" y="371"/>
                </a:lnTo>
                <a:lnTo>
                  <a:pt x="767" y="372"/>
                </a:lnTo>
                <a:lnTo>
                  <a:pt x="767" y="373"/>
                </a:lnTo>
                <a:lnTo>
                  <a:pt x="767" y="374"/>
                </a:lnTo>
                <a:lnTo>
                  <a:pt x="768" y="374"/>
                </a:lnTo>
                <a:lnTo>
                  <a:pt x="768" y="375"/>
                </a:lnTo>
                <a:lnTo>
                  <a:pt x="768" y="376"/>
                </a:lnTo>
                <a:lnTo>
                  <a:pt x="768" y="377"/>
                </a:lnTo>
                <a:lnTo>
                  <a:pt x="765" y="380"/>
                </a:lnTo>
                <a:lnTo>
                  <a:pt x="765" y="381"/>
                </a:lnTo>
                <a:lnTo>
                  <a:pt x="765" y="384"/>
                </a:lnTo>
                <a:lnTo>
                  <a:pt x="765" y="385"/>
                </a:lnTo>
                <a:lnTo>
                  <a:pt x="766" y="386"/>
                </a:lnTo>
                <a:lnTo>
                  <a:pt x="768" y="387"/>
                </a:lnTo>
                <a:lnTo>
                  <a:pt x="769" y="388"/>
                </a:lnTo>
                <a:lnTo>
                  <a:pt x="770" y="388"/>
                </a:lnTo>
                <a:lnTo>
                  <a:pt x="771" y="385"/>
                </a:lnTo>
                <a:lnTo>
                  <a:pt x="774" y="386"/>
                </a:lnTo>
                <a:lnTo>
                  <a:pt x="776" y="387"/>
                </a:lnTo>
                <a:lnTo>
                  <a:pt x="777" y="388"/>
                </a:lnTo>
                <a:lnTo>
                  <a:pt x="777" y="389"/>
                </a:lnTo>
                <a:lnTo>
                  <a:pt x="777" y="390"/>
                </a:lnTo>
                <a:lnTo>
                  <a:pt x="777" y="391"/>
                </a:lnTo>
                <a:lnTo>
                  <a:pt x="777" y="392"/>
                </a:lnTo>
                <a:lnTo>
                  <a:pt x="777" y="393"/>
                </a:lnTo>
                <a:lnTo>
                  <a:pt x="777" y="394"/>
                </a:lnTo>
                <a:lnTo>
                  <a:pt x="778" y="393"/>
                </a:lnTo>
                <a:lnTo>
                  <a:pt x="783" y="392"/>
                </a:lnTo>
                <a:lnTo>
                  <a:pt x="791" y="390"/>
                </a:lnTo>
                <a:lnTo>
                  <a:pt x="792" y="390"/>
                </a:lnTo>
                <a:lnTo>
                  <a:pt x="795" y="388"/>
                </a:lnTo>
                <a:lnTo>
                  <a:pt x="796" y="388"/>
                </a:lnTo>
                <a:lnTo>
                  <a:pt x="801" y="386"/>
                </a:lnTo>
                <a:lnTo>
                  <a:pt x="800" y="388"/>
                </a:lnTo>
                <a:lnTo>
                  <a:pt x="799" y="389"/>
                </a:lnTo>
                <a:lnTo>
                  <a:pt x="799" y="391"/>
                </a:lnTo>
                <a:lnTo>
                  <a:pt x="798" y="392"/>
                </a:lnTo>
                <a:lnTo>
                  <a:pt x="798" y="393"/>
                </a:lnTo>
                <a:lnTo>
                  <a:pt x="800" y="396"/>
                </a:lnTo>
                <a:lnTo>
                  <a:pt x="801" y="397"/>
                </a:lnTo>
                <a:lnTo>
                  <a:pt x="801" y="398"/>
                </a:lnTo>
                <a:lnTo>
                  <a:pt x="801" y="399"/>
                </a:lnTo>
                <a:lnTo>
                  <a:pt x="802" y="402"/>
                </a:lnTo>
                <a:lnTo>
                  <a:pt x="803" y="402"/>
                </a:lnTo>
                <a:lnTo>
                  <a:pt x="805" y="403"/>
                </a:lnTo>
                <a:lnTo>
                  <a:pt x="807" y="403"/>
                </a:lnTo>
                <a:lnTo>
                  <a:pt x="810" y="403"/>
                </a:lnTo>
                <a:lnTo>
                  <a:pt x="810" y="404"/>
                </a:lnTo>
                <a:lnTo>
                  <a:pt x="811" y="405"/>
                </a:lnTo>
                <a:lnTo>
                  <a:pt x="811" y="406"/>
                </a:lnTo>
                <a:lnTo>
                  <a:pt x="810" y="406"/>
                </a:lnTo>
                <a:lnTo>
                  <a:pt x="810" y="407"/>
                </a:lnTo>
                <a:lnTo>
                  <a:pt x="810" y="408"/>
                </a:lnTo>
                <a:lnTo>
                  <a:pt x="810" y="407"/>
                </a:lnTo>
                <a:lnTo>
                  <a:pt x="810" y="408"/>
                </a:lnTo>
                <a:lnTo>
                  <a:pt x="809" y="408"/>
                </a:lnTo>
                <a:lnTo>
                  <a:pt x="808" y="408"/>
                </a:lnTo>
                <a:lnTo>
                  <a:pt x="807" y="408"/>
                </a:lnTo>
                <a:lnTo>
                  <a:pt x="808" y="408"/>
                </a:lnTo>
                <a:lnTo>
                  <a:pt x="808" y="409"/>
                </a:lnTo>
                <a:lnTo>
                  <a:pt x="808" y="410"/>
                </a:lnTo>
                <a:lnTo>
                  <a:pt x="809" y="410"/>
                </a:lnTo>
                <a:lnTo>
                  <a:pt x="809" y="411"/>
                </a:lnTo>
                <a:lnTo>
                  <a:pt x="810" y="411"/>
                </a:lnTo>
                <a:lnTo>
                  <a:pt x="811" y="411"/>
                </a:lnTo>
                <a:lnTo>
                  <a:pt x="812" y="411"/>
                </a:lnTo>
                <a:lnTo>
                  <a:pt x="813" y="411"/>
                </a:lnTo>
                <a:lnTo>
                  <a:pt x="814" y="411"/>
                </a:lnTo>
                <a:lnTo>
                  <a:pt x="814" y="412"/>
                </a:lnTo>
                <a:lnTo>
                  <a:pt x="815" y="411"/>
                </a:lnTo>
                <a:lnTo>
                  <a:pt x="816" y="411"/>
                </a:lnTo>
                <a:lnTo>
                  <a:pt x="816" y="412"/>
                </a:lnTo>
                <a:lnTo>
                  <a:pt x="817" y="412"/>
                </a:lnTo>
                <a:lnTo>
                  <a:pt x="818" y="412"/>
                </a:lnTo>
                <a:lnTo>
                  <a:pt x="819" y="412"/>
                </a:lnTo>
                <a:lnTo>
                  <a:pt x="819" y="413"/>
                </a:lnTo>
                <a:lnTo>
                  <a:pt x="820" y="413"/>
                </a:lnTo>
                <a:lnTo>
                  <a:pt x="821" y="413"/>
                </a:lnTo>
                <a:lnTo>
                  <a:pt x="821" y="414"/>
                </a:lnTo>
                <a:lnTo>
                  <a:pt x="822" y="414"/>
                </a:lnTo>
                <a:lnTo>
                  <a:pt x="822" y="415"/>
                </a:lnTo>
                <a:lnTo>
                  <a:pt x="823" y="415"/>
                </a:lnTo>
                <a:lnTo>
                  <a:pt x="824" y="415"/>
                </a:lnTo>
                <a:lnTo>
                  <a:pt x="825" y="415"/>
                </a:lnTo>
                <a:lnTo>
                  <a:pt x="825" y="416"/>
                </a:lnTo>
                <a:lnTo>
                  <a:pt x="830" y="417"/>
                </a:lnTo>
                <a:lnTo>
                  <a:pt x="831" y="419"/>
                </a:lnTo>
                <a:lnTo>
                  <a:pt x="832" y="419"/>
                </a:lnTo>
                <a:lnTo>
                  <a:pt x="833" y="422"/>
                </a:lnTo>
                <a:lnTo>
                  <a:pt x="834" y="424"/>
                </a:lnTo>
                <a:lnTo>
                  <a:pt x="835" y="424"/>
                </a:lnTo>
                <a:lnTo>
                  <a:pt x="835" y="423"/>
                </a:lnTo>
                <a:lnTo>
                  <a:pt x="836" y="423"/>
                </a:lnTo>
                <a:lnTo>
                  <a:pt x="836" y="422"/>
                </a:lnTo>
                <a:lnTo>
                  <a:pt x="837" y="422"/>
                </a:lnTo>
                <a:lnTo>
                  <a:pt x="838" y="421"/>
                </a:lnTo>
                <a:lnTo>
                  <a:pt x="838" y="420"/>
                </a:lnTo>
                <a:lnTo>
                  <a:pt x="839" y="420"/>
                </a:lnTo>
                <a:lnTo>
                  <a:pt x="840" y="420"/>
                </a:lnTo>
                <a:lnTo>
                  <a:pt x="841" y="420"/>
                </a:lnTo>
                <a:lnTo>
                  <a:pt x="842" y="420"/>
                </a:lnTo>
                <a:lnTo>
                  <a:pt x="843" y="420"/>
                </a:lnTo>
                <a:lnTo>
                  <a:pt x="844" y="420"/>
                </a:lnTo>
                <a:lnTo>
                  <a:pt x="845" y="421"/>
                </a:lnTo>
                <a:lnTo>
                  <a:pt x="846" y="421"/>
                </a:lnTo>
                <a:lnTo>
                  <a:pt x="847" y="421"/>
                </a:lnTo>
                <a:lnTo>
                  <a:pt x="848" y="421"/>
                </a:lnTo>
                <a:lnTo>
                  <a:pt x="849" y="422"/>
                </a:lnTo>
                <a:lnTo>
                  <a:pt x="850" y="423"/>
                </a:lnTo>
                <a:lnTo>
                  <a:pt x="851" y="422"/>
                </a:lnTo>
                <a:lnTo>
                  <a:pt x="857" y="417"/>
                </a:lnTo>
                <a:lnTo>
                  <a:pt x="865" y="407"/>
                </a:lnTo>
                <a:lnTo>
                  <a:pt x="870" y="403"/>
                </a:lnTo>
                <a:lnTo>
                  <a:pt x="877" y="399"/>
                </a:lnTo>
                <a:lnTo>
                  <a:pt x="870" y="393"/>
                </a:lnTo>
                <a:lnTo>
                  <a:pt x="868" y="391"/>
                </a:lnTo>
                <a:lnTo>
                  <a:pt x="864" y="387"/>
                </a:lnTo>
                <a:lnTo>
                  <a:pt x="855" y="378"/>
                </a:lnTo>
                <a:lnTo>
                  <a:pt x="857" y="378"/>
                </a:lnTo>
                <a:lnTo>
                  <a:pt x="870" y="374"/>
                </a:lnTo>
                <a:lnTo>
                  <a:pt x="884" y="371"/>
                </a:lnTo>
                <a:lnTo>
                  <a:pt x="896" y="368"/>
                </a:lnTo>
                <a:lnTo>
                  <a:pt x="902" y="364"/>
                </a:lnTo>
                <a:lnTo>
                  <a:pt x="911" y="362"/>
                </a:lnTo>
                <a:lnTo>
                  <a:pt x="913" y="363"/>
                </a:lnTo>
                <a:lnTo>
                  <a:pt x="916" y="365"/>
                </a:lnTo>
                <a:lnTo>
                  <a:pt x="925" y="370"/>
                </a:lnTo>
                <a:lnTo>
                  <a:pt x="942" y="374"/>
                </a:lnTo>
                <a:lnTo>
                  <a:pt x="950" y="375"/>
                </a:lnTo>
                <a:lnTo>
                  <a:pt x="960" y="378"/>
                </a:lnTo>
                <a:lnTo>
                  <a:pt x="961" y="378"/>
                </a:lnTo>
                <a:lnTo>
                  <a:pt x="973" y="368"/>
                </a:lnTo>
                <a:lnTo>
                  <a:pt x="976" y="367"/>
                </a:lnTo>
                <a:lnTo>
                  <a:pt x="980" y="363"/>
                </a:lnTo>
                <a:lnTo>
                  <a:pt x="984" y="361"/>
                </a:lnTo>
                <a:lnTo>
                  <a:pt x="986" y="358"/>
                </a:lnTo>
                <a:lnTo>
                  <a:pt x="991" y="354"/>
                </a:lnTo>
                <a:lnTo>
                  <a:pt x="993" y="354"/>
                </a:lnTo>
                <a:lnTo>
                  <a:pt x="1004" y="350"/>
                </a:lnTo>
                <a:lnTo>
                  <a:pt x="1037" y="341"/>
                </a:lnTo>
                <a:lnTo>
                  <a:pt x="1045" y="341"/>
                </a:lnTo>
                <a:lnTo>
                  <a:pt x="1051" y="342"/>
                </a:lnTo>
                <a:lnTo>
                  <a:pt x="1058" y="345"/>
                </a:lnTo>
                <a:lnTo>
                  <a:pt x="1056" y="354"/>
                </a:lnTo>
                <a:lnTo>
                  <a:pt x="1054" y="357"/>
                </a:lnTo>
                <a:lnTo>
                  <a:pt x="1059" y="363"/>
                </a:lnTo>
                <a:lnTo>
                  <a:pt x="1066" y="372"/>
                </a:lnTo>
                <a:lnTo>
                  <a:pt x="1068" y="379"/>
                </a:lnTo>
                <a:lnTo>
                  <a:pt x="1068" y="381"/>
                </a:lnTo>
                <a:lnTo>
                  <a:pt x="1068" y="382"/>
                </a:lnTo>
                <a:lnTo>
                  <a:pt x="1067" y="383"/>
                </a:lnTo>
                <a:lnTo>
                  <a:pt x="1068" y="387"/>
                </a:lnTo>
                <a:lnTo>
                  <a:pt x="1068" y="388"/>
                </a:lnTo>
                <a:lnTo>
                  <a:pt x="1068" y="389"/>
                </a:lnTo>
                <a:lnTo>
                  <a:pt x="1066" y="394"/>
                </a:lnTo>
                <a:lnTo>
                  <a:pt x="1053" y="399"/>
                </a:lnTo>
                <a:lnTo>
                  <a:pt x="1051" y="404"/>
                </a:lnTo>
                <a:lnTo>
                  <a:pt x="1044" y="414"/>
                </a:lnTo>
                <a:lnTo>
                  <a:pt x="1043" y="416"/>
                </a:lnTo>
                <a:lnTo>
                  <a:pt x="1041" y="419"/>
                </a:lnTo>
                <a:lnTo>
                  <a:pt x="1038" y="424"/>
                </a:lnTo>
                <a:lnTo>
                  <a:pt x="1013" y="440"/>
                </a:lnTo>
                <a:lnTo>
                  <a:pt x="1006" y="444"/>
                </a:lnTo>
                <a:lnTo>
                  <a:pt x="1005" y="444"/>
                </a:lnTo>
                <a:lnTo>
                  <a:pt x="998" y="449"/>
                </a:lnTo>
                <a:lnTo>
                  <a:pt x="999" y="450"/>
                </a:lnTo>
                <a:lnTo>
                  <a:pt x="1000" y="451"/>
                </a:lnTo>
                <a:lnTo>
                  <a:pt x="1002" y="454"/>
                </a:lnTo>
                <a:lnTo>
                  <a:pt x="1003" y="456"/>
                </a:lnTo>
                <a:lnTo>
                  <a:pt x="1010" y="474"/>
                </a:lnTo>
                <a:lnTo>
                  <a:pt x="1005" y="476"/>
                </a:lnTo>
                <a:lnTo>
                  <a:pt x="994" y="481"/>
                </a:lnTo>
                <a:lnTo>
                  <a:pt x="993" y="483"/>
                </a:lnTo>
                <a:lnTo>
                  <a:pt x="993" y="485"/>
                </a:lnTo>
                <a:lnTo>
                  <a:pt x="993" y="486"/>
                </a:lnTo>
                <a:lnTo>
                  <a:pt x="992" y="486"/>
                </a:lnTo>
                <a:lnTo>
                  <a:pt x="992" y="487"/>
                </a:lnTo>
                <a:lnTo>
                  <a:pt x="993" y="488"/>
                </a:lnTo>
                <a:lnTo>
                  <a:pt x="993" y="490"/>
                </a:lnTo>
                <a:lnTo>
                  <a:pt x="994" y="493"/>
                </a:lnTo>
                <a:lnTo>
                  <a:pt x="994" y="494"/>
                </a:lnTo>
                <a:lnTo>
                  <a:pt x="995" y="494"/>
                </a:lnTo>
                <a:lnTo>
                  <a:pt x="995" y="495"/>
                </a:lnTo>
                <a:lnTo>
                  <a:pt x="995" y="497"/>
                </a:lnTo>
                <a:lnTo>
                  <a:pt x="995" y="498"/>
                </a:lnTo>
                <a:lnTo>
                  <a:pt x="995" y="499"/>
                </a:lnTo>
                <a:lnTo>
                  <a:pt x="996" y="500"/>
                </a:lnTo>
                <a:lnTo>
                  <a:pt x="996" y="501"/>
                </a:lnTo>
                <a:lnTo>
                  <a:pt x="996" y="502"/>
                </a:lnTo>
                <a:lnTo>
                  <a:pt x="996" y="504"/>
                </a:lnTo>
                <a:lnTo>
                  <a:pt x="997" y="505"/>
                </a:lnTo>
                <a:lnTo>
                  <a:pt x="1005" y="507"/>
                </a:lnTo>
                <a:lnTo>
                  <a:pt x="1006" y="507"/>
                </a:lnTo>
                <a:lnTo>
                  <a:pt x="1021" y="512"/>
                </a:lnTo>
                <a:lnTo>
                  <a:pt x="1034" y="524"/>
                </a:lnTo>
                <a:lnTo>
                  <a:pt x="1036" y="526"/>
                </a:lnTo>
                <a:lnTo>
                  <a:pt x="1039" y="530"/>
                </a:lnTo>
                <a:lnTo>
                  <a:pt x="1045" y="534"/>
                </a:lnTo>
                <a:lnTo>
                  <a:pt x="1051" y="539"/>
                </a:lnTo>
                <a:lnTo>
                  <a:pt x="1057" y="544"/>
                </a:lnTo>
                <a:lnTo>
                  <a:pt x="1067" y="551"/>
                </a:lnTo>
                <a:lnTo>
                  <a:pt x="1072" y="550"/>
                </a:lnTo>
                <a:lnTo>
                  <a:pt x="1076" y="548"/>
                </a:lnTo>
                <a:lnTo>
                  <a:pt x="1076" y="549"/>
                </a:lnTo>
                <a:lnTo>
                  <a:pt x="1077" y="550"/>
                </a:lnTo>
                <a:lnTo>
                  <a:pt x="1078" y="550"/>
                </a:lnTo>
                <a:lnTo>
                  <a:pt x="1079" y="550"/>
                </a:lnTo>
                <a:lnTo>
                  <a:pt x="1081" y="549"/>
                </a:lnTo>
                <a:lnTo>
                  <a:pt x="1082" y="550"/>
                </a:lnTo>
                <a:lnTo>
                  <a:pt x="1083" y="550"/>
                </a:lnTo>
                <a:lnTo>
                  <a:pt x="1084" y="549"/>
                </a:lnTo>
                <a:lnTo>
                  <a:pt x="1087" y="548"/>
                </a:lnTo>
                <a:lnTo>
                  <a:pt x="1089" y="547"/>
                </a:lnTo>
                <a:lnTo>
                  <a:pt x="1090" y="547"/>
                </a:lnTo>
                <a:lnTo>
                  <a:pt x="1090" y="548"/>
                </a:lnTo>
                <a:lnTo>
                  <a:pt x="1091" y="549"/>
                </a:lnTo>
                <a:lnTo>
                  <a:pt x="1092" y="549"/>
                </a:lnTo>
                <a:lnTo>
                  <a:pt x="1092" y="550"/>
                </a:lnTo>
                <a:lnTo>
                  <a:pt x="1095" y="549"/>
                </a:lnTo>
                <a:lnTo>
                  <a:pt x="1096" y="549"/>
                </a:lnTo>
                <a:lnTo>
                  <a:pt x="1097" y="548"/>
                </a:lnTo>
                <a:lnTo>
                  <a:pt x="1098" y="548"/>
                </a:lnTo>
                <a:lnTo>
                  <a:pt x="1099" y="548"/>
                </a:lnTo>
                <a:lnTo>
                  <a:pt x="1099" y="549"/>
                </a:lnTo>
                <a:lnTo>
                  <a:pt x="1101" y="549"/>
                </a:lnTo>
                <a:lnTo>
                  <a:pt x="1102" y="549"/>
                </a:lnTo>
                <a:lnTo>
                  <a:pt x="1103" y="549"/>
                </a:lnTo>
                <a:lnTo>
                  <a:pt x="1104" y="549"/>
                </a:lnTo>
                <a:lnTo>
                  <a:pt x="1105" y="550"/>
                </a:lnTo>
                <a:lnTo>
                  <a:pt x="1106" y="550"/>
                </a:lnTo>
                <a:lnTo>
                  <a:pt x="1107" y="550"/>
                </a:lnTo>
                <a:lnTo>
                  <a:pt x="1108" y="549"/>
                </a:lnTo>
                <a:lnTo>
                  <a:pt x="1109" y="550"/>
                </a:lnTo>
                <a:lnTo>
                  <a:pt x="1111" y="551"/>
                </a:lnTo>
                <a:lnTo>
                  <a:pt x="1111" y="552"/>
                </a:lnTo>
                <a:lnTo>
                  <a:pt x="1110" y="553"/>
                </a:lnTo>
                <a:lnTo>
                  <a:pt x="1110" y="554"/>
                </a:lnTo>
                <a:lnTo>
                  <a:pt x="1110" y="555"/>
                </a:lnTo>
                <a:lnTo>
                  <a:pt x="1110" y="556"/>
                </a:lnTo>
                <a:lnTo>
                  <a:pt x="1113" y="557"/>
                </a:lnTo>
                <a:lnTo>
                  <a:pt x="1114" y="557"/>
                </a:lnTo>
                <a:lnTo>
                  <a:pt x="1115" y="557"/>
                </a:lnTo>
                <a:lnTo>
                  <a:pt x="1115" y="558"/>
                </a:lnTo>
                <a:lnTo>
                  <a:pt x="1115" y="559"/>
                </a:lnTo>
                <a:lnTo>
                  <a:pt x="1114" y="559"/>
                </a:lnTo>
                <a:lnTo>
                  <a:pt x="1113" y="559"/>
                </a:lnTo>
                <a:lnTo>
                  <a:pt x="1112" y="560"/>
                </a:lnTo>
                <a:lnTo>
                  <a:pt x="1111" y="560"/>
                </a:lnTo>
                <a:lnTo>
                  <a:pt x="1110" y="560"/>
                </a:lnTo>
                <a:lnTo>
                  <a:pt x="1110" y="561"/>
                </a:lnTo>
                <a:lnTo>
                  <a:pt x="1110" y="562"/>
                </a:lnTo>
                <a:lnTo>
                  <a:pt x="1109" y="562"/>
                </a:lnTo>
                <a:lnTo>
                  <a:pt x="1109" y="563"/>
                </a:lnTo>
                <a:lnTo>
                  <a:pt x="1108" y="563"/>
                </a:lnTo>
                <a:lnTo>
                  <a:pt x="1108" y="562"/>
                </a:lnTo>
                <a:lnTo>
                  <a:pt x="1107" y="562"/>
                </a:lnTo>
                <a:lnTo>
                  <a:pt x="1106" y="562"/>
                </a:lnTo>
                <a:lnTo>
                  <a:pt x="1106" y="563"/>
                </a:lnTo>
                <a:lnTo>
                  <a:pt x="1107" y="563"/>
                </a:lnTo>
                <a:lnTo>
                  <a:pt x="1107" y="564"/>
                </a:lnTo>
                <a:lnTo>
                  <a:pt x="1106" y="564"/>
                </a:lnTo>
                <a:lnTo>
                  <a:pt x="1105" y="564"/>
                </a:lnTo>
                <a:lnTo>
                  <a:pt x="1105" y="565"/>
                </a:lnTo>
                <a:lnTo>
                  <a:pt x="1104" y="565"/>
                </a:lnTo>
                <a:lnTo>
                  <a:pt x="1105" y="565"/>
                </a:lnTo>
                <a:lnTo>
                  <a:pt x="1104" y="566"/>
                </a:lnTo>
                <a:lnTo>
                  <a:pt x="1104" y="567"/>
                </a:lnTo>
                <a:lnTo>
                  <a:pt x="1104" y="568"/>
                </a:lnTo>
                <a:lnTo>
                  <a:pt x="1105" y="568"/>
                </a:lnTo>
                <a:lnTo>
                  <a:pt x="1105" y="569"/>
                </a:lnTo>
                <a:lnTo>
                  <a:pt x="1106" y="570"/>
                </a:lnTo>
                <a:lnTo>
                  <a:pt x="1107" y="571"/>
                </a:lnTo>
                <a:lnTo>
                  <a:pt x="1107" y="572"/>
                </a:lnTo>
                <a:lnTo>
                  <a:pt x="1108" y="572"/>
                </a:lnTo>
                <a:lnTo>
                  <a:pt x="1109" y="572"/>
                </a:lnTo>
                <a:lnTo>
                  <a:pt x="1112" y="572"/>
                </a:lnTo>
                <a:lnTo>
                  <a:pt x="1113" y="572"/>
                </a:lnTo>
                <a:lnTo>
                  <a:pt x="1115" y="571"/>
                </a:lnTo>
                <a:lnTo>
                  <a:pt x="1116" y="571"/>
                </a:lnTo>
                <a:lnTo>
                  <a:pt x="1117" y="570"/>
                </a:lnTo>
                <a:lnTo>
                  <a:pt x="1118" y="569"/>
                </a:lnTo>
                <a:lnTo>
                  <a:pt x="1118" y="568"/>
                </a:lnTo>
                <a:lnTo>
                  <a:pt x="1119" y="568"/>
                </a:lnTo>
                <a:lnTo>
                  <a:pt x="1120" y="567"/>
                </a:lnTo>
                <a:lnTo>
                  <a:pt x="1121" y="568"/>
                </a:lnTo>
                <a:lnTo>
                  <a:pt x="1122" y="569"/>
                </a:lnTo>
                <a:lnTo>
                  <a:pt x="1123" y="569"/>
                </a:lnTo>
                <a:lnTo>
                  <a:pt x="1124" y="569"/>
                </a:lnTo>
                <a:lnTo>
                  <a:pt x="1125" y="569"/>
                </a:lnTo>
                <a:lnTo>
                  <a:pt x="1125" y="570"/>
                </a:lnTo>
                <a:lnTo>
                  <a:pt x="1126" y="570"/>
                </a:lnTo>
                <a:lnTo>
                  <a:pt x="1127" y="570"/>
                </a:lnTo>
                <a:lnTo>
                  <a:pt x="1127" y="571"/>
                </a:lnTo>
                <a:lnTo>
                  <a:pt x="1128" y="572"/>
                </a:lnTo>
                <a:lnTo>
                  <a:pt x="1127" y="573"/>
                </a:lnTo>
                <a:lnTo>
                  <a:pt x="1128" y="574"/>
                </a:lnTo>
                <a:lnTo>
                  <a:pt x="1128" y="575"/>
                </a:lnTo>
                <a:lnTo>
                  <a:pt x="1129" y="575"/>
                </a:lnTo>
                <a:lnTo>
                  <a:pt x="1130" y="576"/>
                </a:lnTo>
                <a:lnTo>
                  <a:pt x="1130" y="577"/>
                </a:lnTo>
                <a:lnTo>
                  <a:pt x="1131" y="578"/>
                </a:lnTo>
                <a:lnTo>
                  <a:pt x="1131" y="579"/>
                </a:lnTo>
                <a:lnTo>
                  <a:pt x="1132" y="580"/>
                </a:lnTo>
                <a:lnTo>
                  <a:pt x="1132" y="579"/>
                </a:lnTo>
                <a:lnTo>
                  <a:pt x="1132" y="580"/>
                </a:lnTo>
                <a:lnTo>
                  <a:pt x="1133" y="581"/>
                </a:lnTo>
                <a:lnTo>
                  <a:pt x="1133" y="582"/>
                </a:lnTo>
                <a:lnTo>
                  <a:pt x="1133" y="583"/>
                </a:lnTo>
                <a:lnTo>
                  <a:pt x="1134" y="584"/>
                </a:lnTo>
                <a:lnTo>
                  <a:pt x="1136" y="584"/>
                </a:lnTo>
                <a:lnTo>
                  <a:pt x="1136" y="585"/>
                </a:lnTo>
                <a:lnTo>
                  <a:pt x="1136" y="588"/>
                </a:lnTo>
                <a:lnTo>
                  <a:pt x="1137" y="589"/>
                </a:lnTo>
                <a:lnTo>
                  <a:pt x="1138" y="589"/>
                </a:lnTo>
                <a:lnTo>
                  <a:pt x="1139" y="589"/>
                </a:lnTo>
                <a:lnTo>
                  <a:pt x="1140" y="589"/>
                </a:lnTo>
                <a:lnTo>
                  <a:pt x="1141" y="589"/>
                </a:lnTo>
                <a:lnTo>
                  <a:pt x="1142" y="589"/>
                </a:lnTo>
                <a:lnTo>
                  <a:pt x="1141" y="591"/>
                </a:lnTo>
                <a:lnTo>
                  <a:pt x="1142" y="591"/>
                </a:lnTo>
                <a:lnTo>
                  <a:pt x="1143" y="591"/>
                </a:lnTo>
                <a:lnTo>
                  <a:pt x="1143" y="592"/>
                </a:lnTo>
                <a:lnTo>
                  <a:pt x="1144" y="592"/>
                </a:lnTo>
                <a:lnTo>
                  <a:pt x="1144" y="591"/>
                </a:lnTo>
                <a:lnTo>
                  <a:pt x="1145" y="590"/>
                </a:lnTo>
                <a:lnTo>
                  <a:pt x="1146" y="590"/>
                </a:lnTo>
                <a:lnTo>
                  <a:pt x="1146" y="591"/>
                </a:lnTo>
                <a:lnTo>
                  <a:pt x="1147" y="591"/>
                </a:lnTo>
                <a:lnTo>
                  <a:pt x="1150" y="592"/>
                </a:lnTo>
                <a:lnTo>
                  <a:pt x="1152" y="593"/>
                </a:lnTo>
                <a:lnTo>
                  <a:pt x="1153" y="593"/>
                </a:lnTo>
                <a:lnTo>
                  <a:pt x="1154" y="593"/>
                </a:lnTo>
                <a:lnTo>
                  <a:pt x="1155" y="593"/>
                </a:lnTo>
                <a:lnTo>
                  <a:pt x="1155" y="594"/>
                </a:lnTo>
                <a:lnTo>
                  <a:pt x="1155" y="595"/>
                </a:lnTo>
                <a:lnTo>
                  <a:pt x="1155" y="596"/>
                </a:lnTo>
                <a:lnTo>
                  <a:pt x="1156" y="596"/>
                </a:lnTo>
                <a:lnTo>
                  <a:pt x="1156" y="597"/>
                </a:lnTo>
                <a:lnTo>
                  <a:pt x="1156" y="598"/>
                </a:lnTo>
                <a:lnTo>
                  <a:pt x="1157" y="598"/>
                </a:lnTo>
                <a:lnTo>
                  <a:pt x="1157" y="599"/>
                </a:lnTo>
                <a:lnTo>
                  <a:pt x="1157" y="600"/>
                </a:lnTo>
                <a:lnTo>
                  <a:pt x="1156" y="600"/>
                </a:lnTo>
                <a:lnTo>
                  <a:pt x="1157" y="601"/>
                </a:lnTo>
                <a:lnTo>
                  <a:pt x="1157" y="602"/>
                </a:lnTo>
                <a:lnTo>
                  <a:pt x="1157" y="603"/>
                </a:lnTo>
                <a:lnTo>
                  <a:pt x="1156" y="603"/>
                </a:lnTo>
                <a:lnTo>
                  <a:pt x="1157" y="604"/>
                </a:lnTo>
                <a:lnTo>
                  <a:pt x="1158" y="604"/>
                </a:lnTo>
                <a:lnTo>
                  <a:pt x="1157" y="603"/>
                </a:lnTo>
                <a:lnTo>
                  <a:pt x="1158" y="603"/>
                </a:lnTo>
                <a:lnTo>
                  <a:pt x="1159" y="603"/>
                </a:lnTo>
                <a:lnTo>
                  <a:pt x="1160" y="603"/>
                </a:lnTo>
                <a:lnTo>
                  <a:pt x="1161" y="604"/>
                </a:lnTo>
                <a:lnTo>
                  <a:pt x="1162" y="603"/>
                </a:lnTo>
                <a:lnTo>
                  <a:pt x="1163" y="603"/>
                </a:lnTo>
                <a:lnTo>
                  <a:pt x="1163" y="604"/>
                </a:lnTo>
                <a:lnTo>
                  <a:pt x="1164" y="605"/>
                </a:lnTo>
                <a:lnTo>
                  <a:pt x="1165" y="606"/>
                </a:lnTo>
                <a:lnTo>
                  <a:pt x="1166" y="607"/>
                </a:lnTo>
                <a:lnTo>
                  <a:pt x="1165" y="607"/>
                </a:lnTo>
                <a:lnTo>
                  <a:pt x="1167" y="608"/>
                </a:lnTo>
                <a:lnTo>
                  <a:pt x="1167" y="609"/>
                </a:lnTo>
                <a:lnTo>
                  <a:pt x="1167" y="610"/>
                </a:lnTo>
                <a:lnTo>
                  <a:pt x="1168" y="611"/>
                </a:lnTo>
                <a:lnTo>
                  <a:pt x="1169" y="612"/>
                </a:lnTo>
                <a:lnTo>
                  <a:pt x="1170" y="612"/>
                </a:lnTo>
                <a:lnTo>
                  <a:pt x="1170" y="613"/>
                </a:lnTo>
                <a:lnTo>
                  <a:pt x="1171" y="614"/>
                </a:lnTo>
                <a:lnTo>
                  <a:pt x="1170" y="615"/>
                </a:lnTo>
                <a:lnTo>
                  <a:pt x="1171" y="615"/>
                </a:lnTo>
                <a:lnTo>
                  <a:pt x="1171" y="617"/>
                </a:lnTo>
                <a:lnTo>
                  <a:pt x="1170" y="617"/>
                </a:lnTo>
                <a:lnTo>
                  <a:pt x="1170" y="618"/>
                </a:lnTo>
                <a:lnTo>
                  <a:pt x="1169" y="619"/>
                </a:lnTo>
                <a:lnTo>
                  <a:pt x="1168" y="619"/>
                </a:lnTo>
                <a:lnTo>
                  <a:pt x="1167" y="618"/>
                </a:lnTo>
                <a:lnTo>
                  <a:pt x="1166" y="618"/>
                </a:lnTo>
                <a:lnTo>
                  <a:pt x="1165" y="618"/>
                </a:lnTo>
                <a:lnTo>
                  <a:pt x="1165" y="619"/>
                </a:lnTo>
                <a:lnTo>
                  <a:pt x="1164" y="619"/>
                </a:lnTo>
                <a:lnTo>
                  <a:pt x="1162" y="619"/>
                </a:lnTo>
                <a:lnTo>
                  <a:pt x="1162" y="620"/>
                </a:lnTo>
                <a:lnTo>
                  <a:pt x="1161" y="620"/>
                </a:lnTo>
                <a:lnTo>
                  <a:pt x="1160" y="620"/>
                </a:lnTo>
                <a:lnTo>
                  <a:pt x="1159" y="622"/>
                </a:lnTo>
                <a:lnTo>
                  <a:pt x="1159" y="623"/>
                </a:lnTo>
                <a:lnTo>
                  <a:pt x="1158" y="623"/>
                </a:lnTo>
                <a:lnTo>
                  <a:pt x="1158" y="624"/>
                </a:lnTo>
                <a:lnTo>
                  <a:pt x="1159" y="625"/>
                </a:lnTo>
                <a:lnTo>
                  <a:pt x="1160" y="626"/>
                </a:lnTo>
                <a:lnTo>
                  <a:pt x="1161" y="627"/>
                </a:lnTo>
                <a:lnTo>
                  <a:pt x="1161" y="628"/>
                </a:lnTo>
                <a:lnTo>
                  <a:pt x="1160" y="628"/>
                </a:lnTo>
                <a:lnTo>
                  <a:pt x="1160" y="630"/>
                </a:lnTo>
                <a:lnTo>
                  <a:pt x="1161" y="630"/>
                </a:lnTo>
                <a:lnTo>
                  <a:pt x="1162" y="631"/>
                </a:lnTo>
                <a:lnTo>
                  <a:pt x="1162" y="632"/>
                </a:lnTo>
                <a:lnTo>
                  <a:pt x="1163" y="633"/>
                </a:lnTo>
                <a:lnTo>
                  <a:pt x="1164" y="633"/>
                </a:lnTo>
                <a:lnTo>
                  <a:pt x="1165" y="634"/>
                </a:lnTo>
                <a:lnTo>
                  <a:pt x="1164" y="634"/>
                </a:lnTo>
                <a:lnTo>
                  <a:pt x="1164" y="635"/>
                </a:lnTo>
                <a:lnTo>
                  <a:pt x="1165" y="635"/>
                </a:lnTo>
                <a:lnTo>
                  <a:pt x="1165" y="636"/>
                </a:lnTo>
                <a:lnTo>
                  <a:pt x="1165" y="637"/>
                </a:lnTo>
                <a:lnTo>
                  <a:pt x="1164" y="638"/>
                </a:lnTo>
                <a:lnTo>
                  <a:pt x="1163" y="638"/>
                </a:lnTo>
                <a:lnTo>
                  <a:pt x="1163" y="639"/>
                </a:lnTo>
                <a:lnTo>
                  <a:pt x="1164" y="640"/>
                </a:lnTo>
                <a:lnTo>
                  <a:pt x="1166" y="641"/>
                </a:lnTo>
                <a:lnTo>
                  <a:pt x="1167" y="641"/>
                </a:lnTo>
                <a:lnTo>
                  <a:pt x="1168" y="640"/>
                </a:lnTo>
                <a:lnTo>
                  <a:pt x="1169" y="640"/>
                </a:lnTo>
                <a:lnTo>
                  <a:pt x="1170" y="641"/>
                </a:lnTo>
                <a:lnTo>
                  <a:pt x="1171" y="642"/>
                </a:lnTo>
                <a:lnTo>
                  <a:pt x="1173" y="643"/>
                </a:lnTo>
                <a:lnTo>
                  <a:pt x="1173" y="645"/>
                </a:lnTo>
                <a:lnTo>
                  <a:pt x="1174" y="648"/>
                </a:lnTo>
                <a:lnTo>
                  <a:pt x="1173" y="649"/>
                </a:lnTo>
                <a:lnTo>
                  <a:pt x="1173" y="650"/>
                </a:lnTo>
                <a:lnTo>
                  <a:pt x="1173" y="651"/>
                </a:lnTo>
                <a:lnTo>
                  <a:pt x="1174" y="650"/>
                </a:lnTo>
                <a:lnTo>
                  <a:pt x="1175" y="650"/>
                </a:lnTo>
                <a:lnTo>
                  <a:pt x="1176" y="651"/>
                </a:lnTo>
                <a:lnTo>
                  <a:pt x="1176" y="652"/>
                </a:lnTo>
                <a:lnTo>
                  <a:pt x="1176" y="653"/>
                </a:lnTo>
                <a:lnTo>
                  <a:pt x="1176" y="655"/>
                </a:lnTo>
                <a:lnTo>
                  <a:pt x="1177" y="655"/>
                </a:lnTo>
                <a:lnTo>
                  <a:pt x="1178" y="656"/>
                </a:lnTo>
                <a:lnTo>
                  <a:pt x="1178" y="657"/>
                </a:lnTo>
                <a:lnTo>
                  <a:pt x="1177" y="657"/>
                </a:lnTo>
                <a:lnTo>
                  <a:pt x="1176" y="657"/>
                </a:lnTo>
                <a:lnTo>
                  <a:pt x="1177" y="657"/>
                </a:lnTo>
                <a:lnTo>
                  <a:pt x="1177" y="658"/>
                </a:lnTo>
                <a:lnTo>
                  <a:pt x="1177" y="659"/>
                </a:lnTo>
                <a:lnTo>
                  <a:pt x="1178" y="659"/>
                </a:lnTo>
                <a:lnTo>
                  <a:pt x="1178" y="660"/>
                </a:lnTo>
                <a:lnTo>
                  <a:pt x="1179" y="660"/>
                </a:lnTo>
                <a:lnTo>
                  <a:pt x="1179" y="661"/>
                </a:lnTo>
                <a:lnTo>
                  <a:pt x="1180" y="662"/>
                </a:lnTo>
                <a:lnTo>
                  <a:pt x="1180" y="661"/>
                </a:lnTo>
                <a:lnTo>
                  <a:pt x="1181" y="662"/>
                </a:lnTo>
                <a:lnTo>
                  <a:pt x="1182" y="663"/>
                </a:lnTo>
                <a:lnTo>
                  <a:pt x="1182" y="664"/>
                </a:lnTo>
                <a:lnTo>
                  <a:pt x="1183" y="664"/>
                </a:lnTo>
                <a:lnTo>
                  <a:pt x="1183" y="665"/>
                </a:lnTo>
                <a:lnTo>
                  <a:pt x="1183" y="666"/>
                </a:lnTo>
                <a:lnTo>
                  <a:pt x="1182" y="666"/>
                </a:lnTo>
                <a:lnTo>
                  <a:pt x="1182" y="667"/>
                </a:lnTo>
                <a:lnTo>
                  <a:pt x="1182" y="668"/>
                </a:lnTo>
                <a:lnTo>
                  <a:pt x="1182" y="669"/>
                </a:lnTo>
                <a:lnTo>
                  <a:pt x="1181" y="670"/>
                </a:lnTo>
                <a:lnTo>
                  <a:pt x="1181" y="671"/>
                </a:lnTo>
                <a:lnTo>
                  <a:pt x="1182" y="672"/>
                </a:lnTo>
                <a:lnTo>
                  <a:pt x="1183" y="672"/>
                </a:lnTo>
                <a:lnTo>
                  <a:pt x="1183" y="673"/>
                </a:lnTo>
                <a:lnTo>
                  <a:pt x="1184" y="673"/>
                </a:lnTo>
                <a:lnTo>
                  <a:pt x="1184" y="675"/>
                </a:lnTo>
                <a:lnTo>
                  <a:pt x="1184" y="676"/>
                </a:lnTo>
                <a:lnTo>
                  <a:pt x="1185" y="678"/>
                </a:lnTo>
                <a:lnTo>
                  <a:pt x="1186" y="679"/>
                </a:lnTo>
                <a:lnTo>
                  <a:pt x="1187" y="679"/>
                </a:lnTo>
                <a:lnTo>
                  <a:pt x="1187" y="680"/>
                </a:lnTo>
                <a:lnTo>
                  <a:pt x="1186" y="680"/>
                </a:lnTo>
                <a:lnTo>
                  <a:pt x="1186" y="681"/>
                </a:lnTo>
                <a:lnTo>
                  <a:pt x="1185" y="682"/>
                </a:lnTo>
                <a:lnTo>
                  <a:pt x="1185" y="684"/>
                </a:lnTo>
                <a:lnTo>
                  <a:pt x="1184" y="685"/>
                </a:lnTo>
                <a:lnTo>
                  <a:pt x="1183" y="685"/>
                </a:lnTo>
                <a:lnTo>
                  <a:pt x="1182" y="684"/>
                </a:lnTo>
                <a:lnTo>
                  <a:pt x="1181" y="684"/>
                </a:lnTo>
                <a:lnTo>
                  <a:pt x="1179" y="684"/>
                </a:lnTo>
                <a:lnTo>
                  <a:pt x="1179" y="685"/>
                </a:lnTo>
                <a:lnTo>
                  <a:pt x="1177" y="687"/>
                </a:lnTo>
                <a:lnTo>
                  <a:pt x="1176" y="687"/>
                </a:lnTo>
                <a:lnTo>
                  <a:pt x="1175" y="687"/>
                </a:lnTo>
                <a:lnTo>
                  <a:pt x="1175" y="688"/>
                </a:lnTo>
                <a:lnTo>
                  <a:pt x="1176" y="688"/>
                </a:lnTo>
                <a:lnTo>
                  <a:pt x="1175" y="688"/>
                </a:lnTo>
                <a:lnTo>
                  <a:pt x="1174" y="688"/>
                </a:lnTo>
                <a:lnTo>
                  <a:pt x="1173" y="690"/>
                </a:lnTo>
                <a:lnTo>
                  <a:pt x="1173" y="691"/>
                </a:lnTo>
                <a:lnTo>
                  <a:pt x="1172" y="691"/>
                </a:lnTo>
                <a:lnTo>
                  <a:pt x="1171" y="691"/>
                </a:lnTo>
                <a:lnTo>
                  <a:pt x="1171" y="692"/>
                </a:lnTo>
                <a:lnTo>
                  <a:pt x="1171" y="693"/>
                </a:lnTo>
                <a:lnTo>
                  <a:pt x="1171" y="694"/>
                </a:lnTo>
                <a:lnTo>
                  <a:pt x="1170" y="695"/>
                </a:lnTo>
                <a:lnTo>
                  <a:pt x="1170" y="697"/>
                </a:lnTo>
                <a:lnTo>
                  <a:pt x="1170" y="698"/>
                </a:lnTo>
                <a:lnTo>
                  <a:pt x="1170" y="699"/>
                </a:lnTo>
                <a:lnTo>
                  <a:pt x="1170" y="700"/>
                </a:lnTo>
                <a:lnTo>
                  <a:pt x="1170" y="701"/>
                </a:lnTo>
                <a:lnTo>
                  <a:pt x="1170" y="702"/>
                </a:lnTo>
                <a:lnTo>
                  <a:pt x="1171" y="703"/>
                </a:lnTo>
                <a:lnTo>
                  <a:pt x="1171" y="704"/>
                </a:lnTo>
                <a:lnTo>
                  <a:pt x="1170" y="704"/>
                </a:lnTo>
                <a:lnTo>
                  <a:pt x="1169" y="704"/>
                </a:lnTo>
                <a:lnTo>
                  <a:pt x="1170" y="705"/>
                </a:lnTo>
                <a:lnTo>
                  <a:pt x="1170" y="706"/>
                </a:lnTo>
                <a:lnTo>
                  <a:pt x="1171" y="706"/>
                </a:lnTo>
                <a:lnTo>
                  <a:pt x="1171" y="707"/>
                </a:lnTo>
                <a:lnTo>
                  <a:pt x="1172" y="707"/>
                </a:lnTo>
                <a:lnTo>
                  <a:pt x="1173" y="707"/>
                </a:lnTo>
                <a:lnTo>
                  <a:pt x="1173" y="708"/>
                </a:lnTo>
                <a:lnTo>
                  <a:pt x="1174" y="708"/>
                </a:lnTo>
                <a:lnTo>
                  <a:pt x="1175" y="708"/>
                </a:lnTo>
                <a:lnTo>
                  <a:pt x="1176" y="708"/>
                </a:lnTo>
                <a:lnTo>
                  <a:pt x="1176" y="709"/>
                </a:lnTo>
                <a:lnTo>
                  <a:pt x="1176" y="710"/>
                </a:lnTo>
                <a:lnTo>
                  <a:pt x="1175" y="710"/>
                </a:lnTo>
                <a:lnTo>
                  <a:pt x="1174" y="710"/>
                </a:lnTo>
                <a:lnTo>
                  <a:pt x="1174" y="711"/>
                </a:lnTo>
                <a:lnTo>
                  <a:pt x="1174" y="712"/>
                </a:lnTo>
                <a:lnTo>
                  <a:pt x="1175" y="714"/>
                </a:lnTo>
                <a:lnTo>
                  <a:pt x="1174" y="714"/>
                </a:lnTo>
                <a:lnTo>
                  <a:pt x="1174" y="715"/>
                </a:lnTo>
                <a:lnTo>
                  <a:pt x="1174" y="716"/>
                </a:lnTo>
                <a:lnTo>
                  <a:pt x="1175" y="716"/>
                </a:lnTo>
                <a:lnTo>
                  <a:pt x="1175" y="715"/>
                </a:lnTo>
                <a:lnTo>
                  <a:pt x="1176" y="715"/>
                </a:lnTo>
                <a:lnTo>
                  <a:pt x="1176" y="714"/>
                </a:lnTo>
                <a:lnTo>
                  <a:pt x="1177" y="713"/>
                </a:lnTo>
                <a:lnTo>
                  <a:pt x="1178" y="713"/>
                </a:lnTo>
                <a:lnTo>
                  <a:pt x="1178" y="714"/>
                </a:lnTo>
                <a:lnTo>
                  <a:pt x="1179" y="713"/>
                </a:lnTo>
                <a:lnTo>
                  <a:pt x="1179" y="714"/>
                </a:lnTo>
                <a:lnTo>
                  <a:pt x="1179" y="715"/>
                </a:lnTo>
                <a:lnTo>
                  <a:pt x="1179" y="716"/>
                </a:lnTo>
                <a:lnTo>
                  <a:pt x="1180" y="717"/>
                </a:lnTo>
                <a:lnTo>
                  <a:pt x="1181" y="717"/>
                </a:lnTo>
                <a:lnTo>
                  <a:pt x="1181" y="718"/>
                </a:lnTo>
                <a:lnTo>
                  <a:pt x="1181" y="719"/>
                </a:lnTo>
                <a:lnTo>
                  <a:pt x="1181" y="720"/>
                </a:lnTo>
                <a:lnTo>
                  <a:pt x="1183" y="720"/>
                </a:lnTo>
                <a:lnTo>
                  <a:pt x="1183" y="721"/>
                </a:lnTo>
                <a:lnTo>
                  <a:pt x="1183" y="722"/>
                </a:lnTo>
                <a:lnTo>
                  <a:pt x="1184" y="723"/>
                </a:lnTo>
                <a:lnTo>
                  <a:pt x="1185" y="723"/>
                </a:lnTo>
                <a:lnTo>
                  <a:pt x="1186" y="723"/>
                </a:lnTo>
                <a:lnTo>
                  <a:pt x="1187" y="723"/>
                </a:lnTo>
                <a:lnTo>
                  <a:pt x="1188" y="723"/>
                </a:lnTo>
                <a:lnTo>
                  <a:pt x="1189" y="723"/>
                </a:lnTo>
                <a:lnTo>
                  <a:pt x="1189" y="722"/>
                </a:lnTo>
                <a:lnTo>
                  <a:pt x="1190" y="722"/>
                </a:lnTo>
                <a:lnTo>
                  <a:pt x="1190" y="723"/>
                </a:lnTo>
                <a:lnTo>
                  <a:pt x="1191" y="723"/>
                </a:lnTo>
                <a:lnTo>
                  <a:pt x="1192" y="724"/>
                </a:lnTo>
                <a:lnTo>
                  <a:pt x="1191" y="724"/>
                </a:lnTo>
                <a:lnTo>
                  <a:pt x="1191" y="725"/>
                </a:lnTo>
                <a:lnTo>
                  <a:pt x="1191" y="726"/>
                </a:lnTo>
                <a:lnTo>
                  <a:pt x="1191" y="727"/>
                </a:lnTo>
                <a:lnTo>
                  <a:pt x="1192" y="726"/>
                </a:lnTo>
                <a:lnTo>
                  <a:pt x="1192" y="725"/>
                </a:lnTo>
                <a:lnTo>
                  <a:pt x="1192" y="724"/>
                </a:lnTo>
                <a:lnTo>
                  <a:pt x="1193" y="724"/>
                </a:lnTo>
                <a:lnTo>
                  <a:pt x="1194" y="723"/>
                </a:lnTo>
                <a:lnTo>
                  <a:pt x="1195" y="723"/>
                </a:lnTo>
                <a:lnTo>
                  <a:pt x="1196" y="722"/>
                </a:lnTo>
                <a:lnTo>
                  <a:pt x="1197" y="722"/>
                </a:lnTo>
                <a:lnTo>
                  <a:pt x="1198" y="722"/>
                </a:lnTo>
                <a:lnTo>
                  <a:pt x="1198" y="721"/>
                </a:lnTo>
                <a:lnTo>
                  <a:pt x="1199" y="721"/>
                </a:lnTo>
                <a:lnTo>
                  <a:pt x="1201" y="720"/>
                </a:lnTo>
                <a:lnTo>
                  <a:pt x="1201" y="721"/>
                </a:lnTo>
                <a:lnTo>
                  <a:pt x="1202" y="721"/>
                </a:lnTo>
                <a:lnTo>
                  <a:pt x="1202" y="720"/>
                </a:lnTo>
                <a:lnTo>
                  <a:pt x="1203" y="720"/>
                </a:lnTo>
                <a:lnTo>
                  <a:pt x="1203" y="721"/>
                </a:lnTo>
                <a:lnTo>
                  <a:pt x="1202" y="721"/>
                </a:lnTo>
                <a:lnTo>
                  <a:pt x="1203" y="722"/>
                </a:lnTo>
                <a:lnTo>
                  <a:pt x="1204" y="722"/>
                </a:lnTo>
                <a:lnTo>
                  <a:pt x="1204" y="721"/>
                </a:lnTo>
                <a:lnTo>
                  <a:pt x="1205" y="721"/>
                </a:lnTo>
                <a:lnTo>
                  <a:pt x="1206" y="722"/>
                </a:lnTo>
                <a:lnTo>
                  <a:pt x="1206" y="723"/>
                </a:lnTo>
                <a:lnTo>
                  <a:pt x="1207" y="723"/>
                </a:lnTo>
                <a:lnTo>
                  <a:pt x="1207" y="722"/>
                </a:lnTo>
                <a:lnTo>
                  <a:pt x="1208" y="722"/>
                </a:lnTo>
                <a:lnTo>
                  <a:pt x="1209" y="722"/>
                </a:lnTo>
                <a:lnTo>
                  <a:pt x="1209" y="723"/>
                </a:lnTo>
                <a:lnTo>
                  <a:pt x="1208" y="723"/>
                </a:lnTo>
                <a:lnTo>
                  <a:pt x="1208" y="724"/>
                </a:lnTo>
                <a:lnTo>
                  <a:pt x="1207" y="725"/>
                </a:lnTo>
                <a:lnTo>
                  <a:pt x="1206" y="725"/>
                </a:lnTo>
                <a:lnTo>
                  <a:pt x="1206" y="724"/>
                </a:lnTo>
                <a:lnTo>
                  <a:pt x="1206" y="723"/>
                </a:lnTo>
                <a:lnTo>
                  <a:pt x="1205" y="723"/>
                </a:lnTo>
                <a:lnTo>
                  <a:pt x="1204" y="724"/>
                </a:lnTo>
                <a:lnTo>
                  <a:pt x="1204" y="725"/>
                </a:lnTo>
                <a:lnTo>
                  <a:pt x="1203" y="725"/>
                </a:lnTo>
                <a:lnTo>
                  <a:pt x="1202" y="725"/>
                </a:lnTo>
                <a:lnTo>
                  <a:pt x="1203" y="727"/>
                </a:lnTo>
                <a:lnTo>
                  <a:pt x="1204" y="727"/>
                </a:lnTo>
                <a:lnTo>
                  <a:pt x="1204" y="728"/>
                </a:lnTo>
                <a:lnTo>
                  <a:pt x="1205" y="728"/>
                </a:lnTo>
                <a:lnTo>
                  <a:pt x="1205" y="727"/>
                </a:lnTo>
                <a:lnTo>
                  <a:pt x="1205" y="728"/>
                </a:lnTo>
                <a:lnTo>
                  <a:pt x="1205" y="729"/>
                </a:lnTo>
                <a:lnTo>
                  <a:pt x="1205" y="730"/>
                </a:lnTo>
                <a:lnTo>
                  <a:pt x="1204" y="730"/>
                </a:lnTo>
                <a:lnTo>
                  <a:pt x="1204" y="731"/>
                </a:lnTo>
                <a:lnTo>
                  <a:pt x="1205" y="731"/>
                </a:lnTo>
                <a:lnTo>
                  <a:pt x="1206" y="731"/>
                </a:lnTo>
                <a:lnTo>
                  <a:pt x="1206" y="732"/>
                </a:lnTo>
                <a:lnTo>
                  <a:pt x="1207" y="732"/>
                </a:lnTo>
                <a:lnTo>
                  <a:pt x="1207" y="733"/>
                </a:lnTo>
                <a:lnTo>
                  <a:pt x="1208" y="733"/>
                </a:lnTo>
                <a:lnTo>
                  <a:pt x="1208" y="732"/>
                </a:lnTo>
                <a:lnTo>
                  <a:pt x="1209" y="732"/>
                </a:lnTo>
                <a:lnTo>
                  <a:pt x="1209" y="734"/>
                </a:lnTo>
                <a:lnTo>
                  <a:pt x="1208" y="734"/>
                </a:lnTo>
                <a:lnTo>
                  <a:pt x="1207" y="734"/>
                </a:lnTo>
                <a:lnTo>
                  <a:pt x="1208" y="735"/>
                </a:lnTo>
                <a:lnTo>
                  <a:pt x="1209" y="735"/>
                </a:lnTo>
                <a:lnTo>
                  <a:pt x="1210" y="735"/>
                </a:lnTo>
                <a:lnTo>
                  <a:pt x="1211" y="736"/>
                </a:lnTo>
                <a:lnTo>
                  <a:pt x="1211" y="737"/>
                </a:lnTo>
                <a:lnTo>
                  <a:pt x="1210" y="737"/>
                </a:lnTo>
                <a:lnTo>
                  <a:pt x="1211" y="737"/>
                </a:lnTo>
                <a:lnTo>
                  <a:pt x="1211" y="738"/>
                </a:lnTo>
                <a:lnTo>
                  <a:pt x="1212" y="738"/>
                </a:lnTo>
                <a:lnTo>
                  <a:pt x="1212" y="739"/>
                </a:lnTo>
                <a:lnTo>
                  <a:pt x="1213" y="739"/>
                </a:lnTo>
                <a:lnTo>
                  <a:pt x="1214" y="738"/>
                </a:lnTo>
                <a:lnTo>
                  <a:pt x="1214" y="739"/>
                </a:lnTo>
                <a:lnTo>
                  <a:pt x="1215" y="740"/>
                </a:lnTo>
                <a:lnTo>
                  <a:pt x="1214" y="740"/>
                </a:lnTo>
                <a:lnTo>
                  <a:pt x="1214" y="741"/>
                </a:lnTo>
                <a:lnTo>
                  <a:pt x="1215" y="742"/>
                </a:lnTo>
                <a:lnTo>
                  <a:pt x="1216" y="742"/>
                </a:lnTo>
                <a:lnTo>
                  <a:pt x="1216" y="743"/>
                </a:lnTo>
                <a:lnTo>
                  <a:pt x="1215" y="744"/>
                </a:lnTo>
                <a:lnTo>
                  <a:pt x="1216" y="745"/>
                </a:lnTo>
                <a:lnTo>
                  <a:pt x="1216" y="746"/>
                </a:lnTo>
                <a:lnTo>
                  <a:pt x="1216" y="747"/>
                </a:lnTo>
                <a:lnTo>
                  <a:pt x="1217" y="747"/>
                </a:lnTo>
                <a:lnTo>
                  <a:pt x="1217" y="746"/>
                </a:lnTo>
                <a:lnTo>
                  <a:pt x="1217" y="745"/>
                </a:lnTo>
                <a:lnTo>
                  <a:pt x="1218" y="744"/>
                </a:lnTo>
                <a:lnTo>
                  <a:pt x="1218" y="743"/>
                </a:lnTo>
                <a:lnTo>
                  <a:pt x="1218" y="742"/>
                </a:lnTo>
                <a:lnTo>
                  <a:pt x="1219" y="741"/>
                </a:lnTo>
                <a:lnTo>
                  <a:pt x="1219" y="742"/>
                </a:lnTo>
                <a:lnTo>
                  <a:pt x="1220" y="742"/>
                </a:lnTo>
                <a:lnTo>
                  <a:pt x="1220" y="741"/>
                </a:lnTo>
                <a:lnTo>
                  <a:pt x="1222" y="741"/>
                </a:lnTo>
                <a:lnTo>
                  <a:pt x="1223" y="742"/>
                </a:lnTo>
                <a:lnTo>
                  <a:pt x="1224" y="742"/>
                </a:lnTo>
                <a:lnTo>
                  <a:pt x="1227" y="742"/>
                </a:lnTo>
                <a:lnTo>
                  <a:pt x="1228" y="742"/>
                </a:lnTo>
                <a:lnTo>
                  <a:pt x="1228" y="743"/>
                </a:lnTo>
                <a:lnTo>
                  <a:pt x="1229" y="743"/>
                </a:lnTo>
                <a:lnTo>
                  <a:pt x="1230" y="743"/>
                </a:lnTo>
                <a:lnTo>
                  <a:pt x="1231" y="743"/>
                </a:lnTo>
                <a:lnTo>
                  <a:pt x="1232" y="743"/>
                </a:lnTo>
                <a:lnTo>
                  <a:pt x="1232" y="745"/>
                </a:lnTo>
                <a:lnTo>
                  <a:pt x="1231" y="745"/>
                </a:lnTo>
                <a:lnTo>
                  <a:pt x="1231" y="746"/>
                </a:lnTo>
                <a:lnTo>
                  <a:pt x="1232" y="746"/>
                </a:lnTo>
                <a:lnTo>
                  <a:pt x="1233" y="746"/>
                </a:lnTo>
                <a:lnTo>
                  <a:pt x="1234" y="746"/>
                </a:lnTo>
                <a:lnTo>
                  <a:pt x="1235" y="746"/>
                </a:lnTo>
                <a:lnTo>
                  <a:pt x="1236" y="746"/>
                </a:lnTo>
                <a:lnTo>
                  <a:pt x="1236" y="745"/>
                </a:lnTo>
                <a:lnTo>
                  <a:pt x="1237" y="746"/>
                </a:lnTo>
                <a:lnTo>
                  <a:pt x="1236" y="746"/>
                </a:lnTo>
                <a:lnTo>
                  <a:pt x="1236" y="747"/>
                </a:lnTo>
                <a:lnTo>
                  <a:pt x="1237" y="747"/>
                </a:lnTo>
                <a:lnTo>
                  <a:pt x="1237" y="746"/>
                </a:lnTo>
                <a:lnTo>
                  <a:pt x="1238" y="746"/>
                </a:lnTo>
                <a:lnTo>
                  <a:pt x="1237" y="745"/>
                </a:lnTo>
                <a:lnTo>
                  <a:pt x="1238" y="745"/>
                </a:lnTo>
                <a:lnTo>
                  <a:pt x="1239" y="745"/>
                </a:lnTo>
                <a:lnTo>
                  <a:pt x="1239" y="746"/>
                </a:lnTo>
                <a:lnTo>
                  <a:pt x="1238" y="746"/>
                </a:lnTo>
                <a:lnTo>
                  <a:pt x="1238" y="747"/>
                </a:lnTo>
                <a:lnTo>
                  <a:pt x="1237" y="747"/>
                </a:lnTo>
                <a:lnTo>
                  <a:pt x="1236" y="747"/>
                </a:lnTo>
                <a:lnTo>
                  <a:pt x="1236" y="748"/>
                </a:lnTo>
                <a:lnTo>
                  <a:pt x="1237" y="748"/>
                </a:lnTo>
                <a:lnTo>
                  <a:pt x="1237" y="749"/>
                </a:lnTo>
                <a:lnTo>
                  <a:pt x="1237" y="750"/>
                </a:lnTo>
                <a:lnTo>
                  <a:pt x="1236" y="750"/>
                </a:lnTo>
                <a:lnTo>
                  <a:pt x="1237" y="751"/>
                </a:lnTo>
                <a:lnTo>
                  <a:pt x="1237" y="752"/>
                </a:lnTo>
                <a:lnTo>
                  <a:pt x="1238" y="752"/>
                </a:lnTo>
                <a:lnTo>
                  <a:pt x="1238" y="753"/>
                </a:lnTo>
                <a:lnTo>
                  <a:pt x="1238" y="754"/>
                </a:lnTo>
                <a:lnTo>
                  <a:pt x="1238" y="755"/>
                </a:lnTo>
                <a:lnTo>
                  <a:pt x="1238" y="756"/>
                </a:lnTo>
                <a:lnTo>
                  <a:pt x="1239" y="756"/>
                </a:lnTo>
                <a:lnTo>
                  <a:pt x="1240" y="756"/>
                </a:lnTo>
                <a:lnTo>
                  <a:pt x="1239" y="756"/>
                </a:lnTo>
                <a:lnTo>
                  <a:pt x="1239" y="757"/>
                </a:lnTo>
                <a:lnTo>
                  <a:pt x="1240" y="757"/>
                </a:lnTo>
                <a:lnTo>
                  <a:pt x="1240" y="758"/>
                </a:lnTo>
                <a:lnTo>
                  <a:pt x="1240" y="760"/>
                </a:lnTo>
                <a:lnTo>
                  <a:pt x="1240" y="761"/>
                </a:lnTo>
                <a:lnTo>
                  <a:pt x="1241" y="761"/>
                </a:lnTo>
                <a:lnTo>
                  <a:pt x="1241" y="760"/>
                </a:lnTo>
                <a:lnTo>
                  <a:pt x="1240" y="760"/>
                </a:lnTo>
                <a:lnTo>
                  <a:pt x="1241" y="760"/>
                </a:lnTo>
                <a:lnTo>
                  <a:pt x="1242" y="758"/>
                </a:lnTo>
                <a:lnTo>
                  <a:pt x="1242" y="757"/>
                </a:lnTo>
                <a:lnTo>
                  <a:pt x="1242" y="756"/>
                </a:lnTo>
                <a:lnTo>
                  <a:pt x="1243" y="756"/>
                </a:lnTo>
                <a:lnTo>
                  <a:pt x="1243" y="755"/>
                </a:lnTo>
                <a:lnTo>
                  <a:pt x="1244" y="755"/>
                </a:lnTo>
                <a:lnTo>
                  <a:pt x="1244" y="754"/>
                </a:lnTo>
                <a:lnTo>
                  <a:pt x="1245" y="754"/>
                </a:lnTo>
                <a:lnTo>
                  <a:pt x="1246" y="753"/>
                </a:lnTo>
                <a:lnTo>
                  <a:pt x="1246" y="752"/>
                </a:lnTo>
                <a:lnTo>
                  <a:pt x="1247" y="752"/>
                </a:lnTo>
                <a:lnTo>
                  <a:pt x="1247" y="753"/>
                </a:lnTo>
                <a:lnTo>
                  <a:pt x="1246" y="753"/>
                </a:lnTo>
                <a:lnTo>
                  <a:pt x="1247" y="754"/>
                </a:lnTo>
                <a:lnTo>
                  <a:pt x="1247" y="753"/>
                </a:lnTo>
                <a:lnTo>
                  <a:pt x="1247" y="754"/>
                </a:lnTo>
                <a:lnTo>
                  <a:pt x="1248" y="755"/>
                </a:lnTo>
                <a:lnTo>
                  <a:pt x="1250" y="755"/>
                </a:lnTo>
                <a:lnTo>
                  <a:pt x="1251" y="755"/>
                </a:lnTo>
                <a:lnTo>
                  <a:pt x="1252" y="755"/>
                </a:lnTo>
                <a:lnTo>
                  <a:pt x="1252" y="756"/>
                </a:lnTo>
                <a:lnTo>
                  <a:pt x="1252" y="757"/>
                </a:lnTo>
                <a:lnTo>
                  <a:pt x="1252" y="758"/>
                </a:lnTo>
                <a:lnTo>
                  <a:pt x="1252" y="760"/>
                </a:lnTo>
                <a:lnTo>
                  <a:pt x="1253" y="760"/>
                </a:lnTo>
                <a:lnTo>
                  <a:pt x="1252" y="761"/>
                </a:lnTo>
                <a:lnTo>
                  <a:pt x="1252" y="762"/>
                </a:lnTo>
                <a:lnTo>
                  <a:pt x="1253" y="762"/>
                </a:lnTo>
                <a:lnTo>
                  <a:pt x="1253" y="763"/>
                </a:lnTo>
                <a:lnTo>
                  <a:pt x="1253" y="764"/>
                </a:lnTo>
                <a:lnTo>
                  <a:pt x="1254" y="764"/>
                </a:lnTo>
                <a:lnTo>
                  <a:pt x="1255" y="764"/>
                </a:lnTo>
                <a:lnTo>
                  <a:pt x="1256" y="766"/>
                </a:lnTo>
                <a:lnTo>
                  <a:pt x="1256" y="767"/>
                </a:lnTo>
                <a:lnTo>
                  <a:pt x="1257" y="768"/>
                </a:lnTo>
                <a:lnTo>
                  <a:pt x="1258" y="768"/>
                </a:lnTo>
                <a:lnTo>
                  <a:pt x="1258" y="769"/>
                </a:lnTo>
                <a:lnTo>
                  <a:pt x="1259" y="770"/>
                </a:lnTo>
                <a:lnTo>
                  <a:pt x="1259" y="771"/>
                </a:lnTo>
                <a:lnTo>
                  <a:pt x="1260" y="771"/>
                </a:lnTo>
                <a:lnTo>
                  <a:pt x="1260" y="772"/>
                </a:lnTo>
                <a:lnTo>
                  <a:pt x="1261" y="772"/>
                </a:lnTo>
                <a:lnTo>
                  <a:pt x="1262" y="773"/>
                </a:lnTo>
                <a:lnTo>
                  <a:pt x="1263" y="774"/>
                </a:lnTo>
                <a:lnTo>
                  <a:pt x="1264" y="773"/>
                </a:lnTo>
                <a:lnTo>
                  <a:pt x="1264" y="772"/>
                </a:lnTo>
                <a:lnTo>
                  <a:pt x="1264" y="771"/>
                </a:lnTo>
                <a:lnTo>
                  <a:pt x="1263" y="771"/>
                </a:lnTo>
                <a:lnTo>
                  <a:pt x="1263" y="770"/>
                </a:lnTo>
                <a:lnTo>
                  <a:pt x="1264" y="770"/>
                </a:lnTo>
                <a:lnTo>
                  <a:pt x="1265" y="770"/>
                </a:lnTo>
                <a:lnTo>
                  <a:pt x="1266" y="770"/>
                </a:lnTo>
                <a:lnTo>
                  <a:pt x="1267" y="770"/>
                </a:lnTo>
                <a:lnTo>
                  <a:pt x="1268" y="769"/>
                </a:lnTo>
                <a:lnTo>
                  <a:pt x="1269" y="768"/>
                </a:lnTo>
                <a:lnTo>
                  <a:pt x="1270" y="767"/>
                </a:lnTo>
                <a:lnTo>
                  <a:pt x="1271" y="767"/>
                </a:lnTo>
                <a:lnTo>
                  <a:pt x="1271" y="766"/>
                </a:lnTo>
                <a:lnTo>
                  <a:pt x="1272" y="766"/>
                </a:lnTo>
                <a:lnTo>
                  <a:pt x="1273" y="766"/>
                </a:lnTo>
                <a:lnTo>
                  <a:pt x="1274" y="764"/>
                </a:lnTo>
                <a:lnTo>
                  <a:pt x="1275" y="764"/>
                </a:lnTo>
                <a:lnTo>
                  <a:pt x="1274" y="764"/>
                </a:lnTo>
                <a:lnTo>
                  <a:pt x="1274" y="763"/>
                </a:lnTo>
                <a:lnTo>
                  <a:pt x="1275" y="762"/>
                </a:lnTo>
                <a:lnTo>
                  <a:pt x="1276" y="762"/>
                </a:lnTo>
                <a:lnTo>
                  <a:pt x="1276" y="761"/>
                </a:lnTo>
                <a:lnTo>
                  <a:pt x="1275" y="761"/>
                </a:lnTo>
                <a:lnTo>
                  <a:pt x="1275" y="760"/>
                </a:lnTo>
                <a:lnTo>
                  <a:pt x="1275" y="758"/>
                </a:lnTo>
                <a:lnTo>
                  <a:pt x="1275" y="757"/>
                </a:lnTo>
                <a:lnTo>
                  <a:pt x="1275" y="756"/>
                </a:lnTo>
                <a:lnTo>
                  <a:pt x="1275" y="755"/>
                </a:lnTo>
                <a:lnTo>
                  <a:pt x="1276" y="754"/>
                </a:lnTo>
                <a:lnTo>
                  <a:pt x="1275" y="754"/>
                </a:lnTo>
                <a:lnTo>
                  <a:pt x="1275" y="753"/>
                </a:lnTo>
                <a:lnTo>
                  <a:pt x="1275" y="752"/>
                </a:lnTo>
                <a:lnTo>
                  <a:pt x="1274" y="752"/>
                </a:lnTo>
                <a:lnTo>
                  <a:pt x="1274" y="751"/>
                </a:lnTo>
                <a:lnTo>
                  <a:pt x="1274" y="750"/>
                </a:lnTo>
                <a:lnTo>
                  <a:pt x="1274" y="749"/>
                </a:lnTo>
                <a:lnTo>
                  <a:pt x="1274" y="748"/>
                </a:lnTo>
                <a:lnTo>
                  <a:pt x="1275" y="748"/>
                </a:lnTo>
                <a:lnTo>
                  <a:pt x="1274" y="747"/>
                </a:lnTo>
                <a:lnTo>
                  <a:pt x="1274" y="748"/>
                </a:lnTo>
                <a:lnTo>
                  <a:pt x="1273" y="748"/>
                </a:lnTo>
                <a:lnTo>
                  <a:pt x="1272" y="748"/>
                </a:lnTo>
                <a:lnTo>
                  <a:pt x="1272" y="747"/>
                </a:lnTo>
                <a:lnTo>
                  <a:pt x="1272" y="746"/>
                </a:lnTo>
                <a:lnTo>
                  <a:pt x="1272" y="745"/>
                </a:lnTo>
                <a:lnTo>
                  <a:pt x="1271" y="745"/>
                </a:lnTo>
                <a:lnTo>
                  <a:pt x="1271" y="744"/>
                </a:lnTo>
                <a:lnTo>
                  <a:pt x="1270" y="744"/>
                </a:lnTo>
                <a:lnTo>
                  <a:pt x="1270" y="743"/>
                </a:lnTo>
                <a:lnTo>
                  <a:pt x="1271" y="742"/>
                </a:lnTo>
                <a:lnTo>
                  <a:pt x="1271" y="740"/>
                </a:lnTo>
                <a:lnTo>
                  <a:pt x="1271" y="739"/>
                </a:lnTo>
                <a:lnTo>
                  <a:pt x="1271" y="738"/>
                </a:lnTo>
                <a:lnTo>
                  <a:pt x="1272" y="738"/>
                </a:lnTo>
                <a:lnTo>
                  <a:pt x="1273" y="738"/>
                </a:lnTo>
                <a:lnTo>
                  <a:pt x="1274" y="738"/>
                </a:lnTo>
                <a:lnTo>
                  <a:pt x="1273" y="738"/>
                </a:lnTo>
                <a:lnTo>
                  <a:pt x="1273" y="737"/>
                </a:lnTo>
                <a:lnTo>
                  <a:pt x="1273" y="736"/>
                </a:lnTo>
                <a:lnTo>
                  <a:pt x="1273" y="735"/>
                </a:lnTo>
                <a:lnTo>
                  <a:pt x="1272" y="735"/>
                </a:lnTo>
                <a:lnTo>
                  <a:pt x="1272" y="734"/>
                </a:lnTo>
                <a:lnTo>
                  <a:pt x="1272" y="733"/>
                </a:lnTo>
                <a:lnTo>
                  <a:pt x="1271" y="732"/>
                </a:lnTo>
                <a:lnTo>
                  <a:pt x="1272" y="732"/>
                </a:lnTo>
                <a:lnTo>
                  <a:pt x="1272" y="731"/>
                </a:lnTo>
                <a:lnTo>
                  <a:pt x="1271" y="731"/>
                </a:lnTo>
                <a:lnTo>
                  <a:pt x="1271" y="730"/>
                </a:lnTo>
                <a:lnTo>
                  <a:pt x="1270" y="729"/>
                </a:lnTo>
                <a:lnTo>
                  <a:pt x="1270" y="728"/>
                </a:lnTo>
                <a:lnTo>
                  <a:pt x="1269" y="727"/>
                </a:lnTo>
                <a:lnTo>
                  <a:pt x="1270" y="726"/>
                </a:lnTo>
                <a:lnTo>
                  <a:pt x="1271" y="726"/>
                </a:lnTo>
                <a:lnTo>
                  <a:pt x="1271" y="725"/>
                </a:lnTo>
                <a:lnTo>
                  <a:pt x="1272" y="724"/>
                </a:lnTo>
                <a:lnTo>
                  <a:pt x="1272" y="723"/>
                </a:lnTo>
                <a:lnTo>
                  <a:pt x="1274" y="723"/>
                </a:lnTo>
                <a:lnTo>
                  <a:pt x="1274" y="722"/>
                </a:lnTo>
                <a:lnTo>
                  <a:pt x="1275" y="722"/>
                </a:lnTo>
                <a:lnTo>
                  <a:pt x="1275" y="721"/>
                </a:lnTo>
                <a:lnTo>
                  <a:pt x="1276" y="721"/>
                </a:lnTo>
                <a:lnTo>
                  <a:pt x="1277" y="722"/>
                </a:lnTo>
                <a:lnTo>
                  <a:pt x="1277" y="723"/>
                </a:lnTo>
                <a:lnTo>
                  <a:pt x="1277" y="721"/>
                </a:lnTo>
                <a:lnTo>
                  <a:pt x="1278" y="721"/>
                </a:lnTo>
                <a:lnTo>
                  <a:pt x="1279" y="721"/>
                </a:lnTo>
                <a:lnTo>
                  <a:pt x="1281" y="721"/>
                </a:lnTo>
                <a:lnTo>
                  <a:pt x="1282" y="722"/>
                </a:lnTo>
                <a:lnTo>
                  <a:pt x="1283" y="722"/>
                </a:lnTo>
                <a:lnTo>
                  <a:pt x="1283" y="723"/>
                </a:lnTo>
                <a:lnTo>
                  <a:pt x="1284" y="723"/>
                </a:lnTo>
                <a:lnTo>
                  <a:pt x="1285" y="722"/>
                </a:lnTo>
                <a:lnTo>
                  <a:pt x="1284" y="722"/>
                </a:lnTo>
                <a:lnTo>
                  <a:pt x="1284" y="721"/>
                </a:lnTo>
                <a:lnTo>
                  <a:pt x="1285" y="720"/>
                </a:lnTo>
                <a:lnTo>
                  <a:pt x="1285" y="721"/>
                </a:lnTo>
                <a:lnTo>
                  <a:pt x="1286" y="721"/>
                </a:lnTo>
                <a:lnTo>
                  <a:pt x="1286" y="722"/>
                </a:lnTo>
                <a:lnTo>
                  <a:pt x="1286" y="723"/>
                </a:lnTo>
                <a:lnTo>
                  <a:pt x="1287" y="724"/>
                </a:lnTo>
                <a:lnTo>
                  <a:pt x="1288" y="724"/>
                </a:lnTo>
                <a:lnTo>
                  <a:pt x="1289" y="724"/>
                </a:lnTo>
                <a:lnTo>
                  <a:pt x="1290" y="724"/>
                </a:lnTo>
                <a:lnTo>
                  <a:pt x="1290" y="725"/>
                </a:lnTo>
                <a:lnTo>
                  <a:pt x="1291" y="725"/>
                </a:lnTo>
                <a:lnTo>
                  <a:pt x="1291" y="724"/>
                </a:lnTo>
                <a:lnTo>
                  <a:pt x="1291" y="723"/>
                </a:lnTo>
                <a:lnTo>
                  <a:pt x="1292" y="722"/>
                </a:lnTo>
                <a:lnTo>
                  <a:pt x="1293" y="723"/>
                </a:lnTo>
                <a:lnTo>
                  <a:pt x="1293" y="724"/>
                </a:lnTo>
                <a:lnTo>
                  <a:pt x="1294" y="724"/>
                </a:lnTo>
                <a:lnTo>
                  <a:pt x="1295" y="725"/>
                </a:lnTo>
                <a:lnTo>
                  <a:pt x="1295" y="726"/>
                </a:lnTo>
                <a:lnTo>
                  <a:pt x="1296" y="726"/>
                </a:lnTo>
                <a:lnTo>
                  <a:pt x="1296" y="727"/>
                </a:lnTo>
                <a:lnTo>
                  <a:pt x="1297" y="727"/>
                </a:lnTo>
                <a:lnTo>
                  <a:pt x="1297" y="726"/>
                </a:lnTo>
                <a:lnTo>
                  <a:pt x="1298" y="727"/>
                </a:lnTo>
                <a:lnTo>
                  <a:pt x="1298" y="726"/>
                </a:lnTo>
                <a:lnTo>
                  <a:pt x="1297" y="726"/>
                </a:lnTo>
                <a:lnTo>
                  <a:pt x="1297" y="725"/>
                </a:lnTo>
                <a:lnTo>
                  <a:pt x="1298" y="724"/>
                </a:lnTo>
                <a:lnTo>
                  <a:pt x="1298" y="723"/>
                </a:lnTo>
                <a:lnTo>
                  <a:pt x="1299" y="723"/>
                </a:lnTo>
                <a:lnTo>
                  <a:pt x="1299" y="722"/>
                </a:lnTo>
                <a:lnTo>
                  <a:pt x="1299" y="723"/>
                </a:lnTo>
                <a:lnTo>
                  <a:pt x="1300" y="723"/>
                </a:lnTo>
                <a:lnTo>
                  <a:pt x="1301" y="723"/>
                </a:lnTo>
                <a:lnTo>
                  <a:pt x="1302" y="723"/>
                </a:lnTo>
                <a:lnTo>
                  <a:pt x="1303" y="724"/>
                </a:lnTo>
                <a:lnTo>
                  <a:pt x="1304" y="724"/>
                </a:lnTo>
                <a:lnTo>
                  <a:pt x="1304" y="723"/>
                </a:lnTo>
                <a:lnTo>
                  <a:pt x="1304" y="721"/>
                </a:lnTo>
                <a:lnTo>
                  <a:pt x="1305" y="721"/>
                </a:lnTo>
                <a:lnTo>
                  <a:pt x="1307" y="721"/>
                </a:lnTo>
                <a:lnTo>
                  <a:pt x="1308" y="721"/>
                </a:lnTo>
                <a:lnTo>
                  <a:pt x="1308" y="722"/>
                </a:lnTo>
                <a:lnTo>
                  <a:pt x="1308" y="721"/>
                </a:lnTo>
                <a:lnTo>
                  <a:pt x="1309" y="721"/>
                </a:lnTo>
                <a:lnTo>
                  <a:pt x="1308" y="720"/>
                </a:lnTo>
                <a:lnTo>
                  <a:pt x="1309" y="718"/>
                </a:lnTo>
                <a:lnTo>
                  <a:pt x="1309" y="717"/>
                </a:lnTo>
                <a:lnTo>
                  <a:pt x="1310" y="718"/>
                </a:lnTo>
                <a:lnTo>
                  <a:pt x="1310" y="719"/>
                </a:lnTo>
                <a:lnTo>
                  <a:pt x="1311" y="719"/>
                </a:lnTo>
                <a:lnTo>
                  <a:pt x="1311" y="718"/>
                </a:lnTo>
                <a:lnTo>
                  <a:pt x="1312" y="718"/>
                </a:lnTo>
                <a:lnTo>
                  <a:pt x="1313" y="718"/>
                </a:lnTo>
                <a:lnTo>
                  <a:pt x="1313" y="717"/>
                </a:lnTo>
                <a:lnTo>
                  <a:pt x="1313" y="716"/>
                </a:lnTo>
                <a:lnTo>
                  <a:pt x="1312" y="716"/>
                </a:lnTo>
                <a:lnTo>
                  <a:pt x="1312" y="715"/>
                </a:lnTo>
                <a:lnTo>
                  <a:pt x="1311" y="715"/>
                </a:lnTo>
                <a:lnTo>
                  <a:pt x="1311" y="714"/>
                </a:lnTo>
                <a:lnTo>
                  <a:pt x="1313" y="715"/>
                </a:lnTo>
                <a:lnTo>
                  <a:pt x="1314" y="715"/>
                </a:lnTo>
                <a:lnTo>
                  <a:pt x="1314" y="714"/>
                </a:lnTo>
                <a:lnTo>
                  <a:pt x="1313" y="713"/>
                </a:lnTo>
                <a:lnTo>
                  <a:pt x="1313" y="712"/>
                </a:lnTo>
                <a:lnTo>
                  <a:pt x="1312" y="712"/>
                </a:lnTo>
                <a:lnTo>
                  <a:pt x="1311" y="712"/>
                </a:lnTo>
                <a:lnTo>
                  <a:pt x="1311" y="711"/>
                </a:lnTo>
                <a:lnTo>
                  <a:pt x="1310" y="711"/>
                </a:lnTo>
                <a:lnTo>
                  <a:pt x="1309" y="710"/>
                </a:lnTo>
                <a:lnTo>
                  <a:pt x="1309" y="709"/>
                </a:lnTo>
                <a:lnTo>
                  <a:pt x="1309" y="708"/>
                </a:lnTo>
                <a:lnTo>
                  <a:pt x="1309" y="707"/>
                </a:lnTo>
                <a:lnTo>
                  <a:pt x="1309" y="708"/>
                </a:lnTo>
                <a:lnTo>
                  <a:pt x="1310" y="708"/>
                </a:lnTo>
                <a:lnTo>
                  <a:pt x="1310" y="707"/>
                </a:lnTo>
                <a:lnTo>
                  <a:pt x="1309" y="707"/>
                </a:lnTo>
                <a:lnTo>
                  <a:pt x="1308" y="707"/>
                </a:lnTo>
                <a:lnTo>
                  <a:pt x="1307" y="707"/>
                </a:lnTo>
                <a:lnTo>
                  <a:pt x="1307" y="706"/>
                </a:lnTo>
                <a:lnTo>
                  <a:pt x="1308" y="706"/>
                </a:lnTo>
                <a:lnTo>
                  <a:pt x="1308" y="705"/>
                </a:lnTo>
                <a:lnTo>
                  <a:pt x="1309" y="705"/>
                </a:lnTo>
                <a:lnTo>
                  <a:pt x="1309" y="704"/>
                </a:lnTo>
                <a:lnTo>
                  <a:pt x="1310" y="704"/>
                </a:lnTo>
                <a:lnTo>
                  <a:pt x="1310" y="703"/>
                </a:lnTo>
                <a:lnTo>
                  <a:pt x="1311" y="703"/>
                </a:lnTo>
                <a:lnTo>
                  <a:pt x="1312" y="704"/>
                </a:lnTo>
                <a:lnTo>
                  <a:pt x="1312" y="703"/>
                </a:lnTo>
                <a:lnTo>
                  <a:pt x="1312" y="702"/>
                </a:lnTo>
                <a:lnTo>
                  <a:pt x="1313" y="702"/>
                </a:lnTo>
                <a:lnTo>
                  <a:pt x="1314" y="702"/>
                </a:lnTo>
                <a:lnTo>
                  <a:pt x="1316" y="702"/>
                </a:lnTo>
                <a:lnTo>
                  <a:pt x="1317" y="701"/>
                </a:lnTo>
                <a:lnTo>
                  <a:pt x="1316" y="700"/>
                </a:lnTo>
                <a:lnTo>
                  <a:pt x="1314" y="700"/>
                </a:lnTo>
                <a:lnTo>
                  <a:pt x="1313" y="700"/>
                </a:lnTo>
                <a:lnTo>
                  <a:pt x="1313" y="701"/>
                </a:lnTo>
                <a:lnTo>
                  <a:pt x="1312" y="701"/>
                </a:lnTo>
                <a:lnTo>
                  <a:pt x="1311" y="699"/>
                </a:lnTo>
                <a:lnTo>
                  <a:pt x="1311" y="698"/>
                </a:lnTo>
                <a:lnTo>
                  <a:pt x="1310" y="698"/>
                </a:lnTo>
                <a:lnTo>
                  <a:pt x="1311" y="697"/>
                </a:lnTo>
                <a:lnTo>
                  <a:pt x="1311" y="698"/>
                </a:lnTo>
                <a:lnTo>
                  <a:pt x="1312" y="698"/>
                </a:lnTo>
                <a:lnTo>
                  <a:pt x="1313" y="698"/>
                </a:lnTo>
                <a:lnTo>
                  <a:pt x="1313" y="699"/>
                </a:lnTo>
                <a:lnTo>
                  <a:pt x="1312" y="699"/>
                </a:lnTo>
                <a:lnTo>
                  <a:pt x="1312" y="700"/>
                </a:lnTo>
                <a:lnTo>
                  <a:pt x="1312" y="701"/>
                </a:lnTo>
                <a:lnTo>
                  <a:pt x="1313" y="701"/>
                </a:lnTo>
                <a:lnTo>
                  <a:pt x="1313" y="700"/>
                </a:lnTo>
                <a:lnTo>
                  <a:pt x="1313" y="698"/>
                </a:lnTo>
                <a:lnTo>
                  <a:pt x="1314" y="697"/>
                </a:lnTo>
                <a:lnTo>
                  <a:pt x="1316" y="697"/>
                </a:lnTo>
                <a:lnTo>
                  <a:pt x="1317" y="696"/>
                </a:lnTo>
                <a:lnTo>
                  <a:pt x="1317" y="694"/>
                </a:lnTo>
                <a:lnTo>
                  <a:pt x="1316" y="694"/>
                </a:lnTo>
                <a:lnTo>
                  <a:pt x="1314" y="694"/>
                </a:lnTo>
                <a:lnTo>
                  <a:pt x="1314" y="693"/>
                </a:lnTo>
                <a:lnTo>
                  <a:pt x="1314" y="692"/>
                </a:lnTo>
                <a:lnTo>
                  <a:pt x="1316" y="692"/>
                </a:lnTo>
                <a:lnTo>
                  <a:pt x="1316" y="691"/>
                </a:lnTo>
                <a:lnTo>
                  <a:pt x="1316" y="690"/>
                </a:lnTo>
                <a:lnTo>
                  <a:pt x="1316" y="689"/>
                </a:lnTo>
                <a:lnTo>
                  <a:pt x="1316" y="688"/>
                </a:lnTo>
                <a:lnTo>
                  <a:pt x="1317" y="688"/>
                </a:lnTo>
                <a:lnTo>
                  <a:pt x="1318" y="687"/>
                </a:lnTo>
                <a:lnTo>
                  <a:pt x="1318" y="685"/>
                </a:lnTo>
                <a:lnTo>
                  <a:pt x="1317" y="685"/>
                </a:lnTo>
                <a:lnTo>
                  <a:pt x="1316" y="684"/>
                </a:lnTo>
                <a:lnTo>
                  <a:pt x="1317" y="682"/>
                </a:lnTo>
                <a:lnTo>
                  <a:pt x="1316" y="682"/>
                </a:lnTo>
                <a:lnTo>
                  <a:pt x="1316" y="683"/>
                </a:lnTo>
                <a:lnTo>
                  <a:pt x="1314" y="683"/>
                </a:lnTo>
                <a:lnTo>
                  <a:pt x="1314" y="682"/>
                </a:lnTo>
                <a:lnTo>
                  <a:pt x="1314" y="681"/>
                </a:lnTo>
                <a:lnTo>
                  <a:pt x="1313" y="681"/>
                </a:lnTo>
                <a:lnTo>
                  <a:pt x="1312" y="681"/>
                </a:lnTo>
                <a:lnTo>
                  <a:pt x="1312" y="680"/>
                </a:lnTo>
                <a:lnTo>
                  <a:pt x="1312" y="679"/>
                </a:lnTo>
                <a:lnTo>
                  <a:pt x="1311" y="677"/>
                </a:lnTo>
                <a:lnTo>
                  <a:pt x="1311" y="678"/>
                </a:lnTo>
                <a:lnTo>
                  <a:pt x="1310" y="678"/>
                </a:lnTo>
                <a:lnTo>
                  <a:pt x="1310" y="677"/>
                </a:lnTo>
                <a:lnTo>
                  <a:pt x="1310" y="676"/>
                </a:lnTo>
                <a:lnTo>
                  <a:pt x="1309" y="676"/>
                </a:lnTo>
                <a:lnTo>
                  <a:pt x="1308" y="676"/>
                </a:lnTo>
                <a:lnTo>
                  <a:pt x="1308" y="675"/>
                </a:lnTo>
                <a:lnTo>
                  <a:pt x="1308" y="673"/>
                </a:lnTo>
                <a:lnTo>
                  <a:pt x="1307" y="673"/>
                </a:lnTo>
                <a:lnTo>
                  <a:pt x="1307" y="674"/>
                </a:lnTo>
                <a:lnTo>
                  <a:pt x="1306" y="674"/>
                </a:lnTo>
                <a:lnTo>
                  <a:pt x="1306" y="673"/>
                </a:lnTo>
                <a:lnTo>
                  <a:pt x="1306" y="672"/>
                </a:lnTo>
                <a:lnTo>
                  <a:pt x="1306" y="671"/>
                </a:lnTo>
                <a:lnTo>
                  <a:pt x="1305" y="671"/>
                </a:lnTo>
                <a:lnTo>
                  <a:pt x="1305" y="672"/>
                </a:lnTo>
                <a:lnTo>
                  <a:pt x="1305" y="673"/>
                </a:lnTo>
                <a:lnTo>
                  <a:pt x="1304" y="672"/>
                </a:lnTo>
                <a:lnTo>
                  <a:pt x="1303" y="672"/>
                </a:lnTo>
                <a:lnTo>
                  <a:pt x="1303" y="673"/>
                </a:lnTo>
                <a:lnTo>
                  <a:pt x="1302" y="673"/>
                </a:lnTo>
                <a:lnTo>
                  <a:pt x="1302" y="672"/>
                </a:lnTo>
                <a:lnTo>
                  <a:pt x="1301" y="672"/>
                </a:lnTo>
                <a:lnTo>
                  <a:pt x="1300" y="672"/>
                </a:lnTo>
                <a:lnTo>
                  <a:pt x="1300" y="673"/>
                </a:lnTo>
                <a:lnTo>
                  <a:pt x="1299" y="673"/>
                </a:lnTo>
                <a:lnTo>
                  <a:pt x="1298" y="672"/>
                </a:lnTo>
                <a:lnTo>
                  <a:pt x="1297" y="671"/>
                </a:lnTo>
                <a:lnTo>
                  <a:pt x="1297" y="670"/>
                </a:lnTo>
                <a:lnTo>
                  <a:pt x="1296" y="671"/>
                </a:lnTo>
                <a:lnTo>
                  <a:pt x="1295" y="671"/>
                </a:lnTo>
                <a:lnTo>
                  <a:pt x="1294" y="670"/>
                </a:lnTo>
                <a:lnTo>
                  <a:pt x="1293" y="670"/>
                </a:lnTo>
                <a:lnTo>
                  <a:pt x="1293" y="669"/>
                </a:lnTo>
                <a:lnTo>
                  <a:pt x="1292" y="667"/>
                </a:lnTo>
                <a:lnTo>
                  <a:pt x="1291" y="667"/>
                </a:lnTo>
                <a:lnTo>
                  <a:pt x="1290" y="667"/>
                </a:lnTo>
                <a:lnTo>
                  <a:pt x="1289" y="668"/>
                </a:lnTo>
                <a:lnTo>
                  <a:pt x="1289" y="667"/>
                </a:lnTo>
                <a:lnTo>
                  <a:pt x="1288" y="666"/>
                </a:lnTo>
                <a:lnTo>
                  <a:pt x="1289" y="666"/>
                </a:lnTo>
                <a:lnTo>
                  <a:pt x="1288" y="665"/>
                </a:lnTo>
                <a:lnTo>
                  <a:pt x="1288" y="666"/>
                </a:lnTo>
                <a:lnTo>
                  <a:pt x="1288" y="667"/>
                </a:lnTo>
                <a:lnTo>
                  <a:pt x="1288" y="668"/>
                </a:lnTo>
                <a:lnTo>
                  <a:pt x="1285" y="667"/>
                </a:lnTo>
                <a:lnTo>
                  <a:pt x="1285" y="666"/>
                </a:lnTo>
                <a:lnTo>
                  <a:pt x="1285" y="665"/>
                </a:lnTo>
                <a:lnTo>
                  <a:pt x="1285" y="664"/>
                </a:lnTo>
                <a:lnTo>
                  <a:pt x="1284" y="665"/>
                </a:lnTo>
                <a:lnTo>
                  <a:pt x="1284" y="666"/>
                </a:lnTo>
                <a:lnTo>
                  <a:pt x="1284" y="667"/>
                </a:lnTo>
                <a:lnTo>
                  <a:pt x="1283" y="666"/>
                </a:lnTo>
                <a:lnTo>
                  <a:pt x="1282" y="665"/>
                </a:lnTo>
                <a:lnTo>
                  <a:pt x="1281" y="665"/>
                </a:lnTo>
                <a:lnTo>
                  <a:pt x="1281" y="666"/>
                </a:lnTo>
                <a:lnTo>
                  <a:pt x="1281" y="667"/>
                </a:lnTo>
                <a:lnTo>
                  <a:pt x="1281" y="668"/>
                </a:lnTo>
                <a:lnTo>
                  <a:pt x="1280" y="668"/>
                </a:lnTo>
                <a:lnTo>
                  <a:pt x="1279" y="669"/>
                </a:lnTo>
                <a:lnTo>
                  <a:pt x="1279" y="668"/>
                </a:lnTo>
                <a:lnTo>
                  <a:pt x="1278" y="668"/>
                </a:lnTo>
                <a:lnTo>
                  <a:pt x="1277" y="667"/>
                </a:lnTo>
                <a:lnTo>
                  <a:pt x="1276" y="667"/>
                </a:lnTo>
                <a:lnTo>
                  <a:pt x="1275" y="667"/>
                </a:lnTo>
                <a:lnTo>
                  <a:pt x="1274" y="666"/>
                </a:lnTo>
                <a:lnTo>
                  <a:pt x="1274" y="665"/>
                </a:lnTo>
                <a:lnTo>
                  <a:pt x="1273" y="664"/>
                </a:lnTo>
                <a:lnTo>
                  <a:pt x="1273" y="663"/>
                </a:lnTo>
                <a:lnTo>
                  <a:pt x="1274" y="662"/>
                </a:lnTo>
                <a:lnTo>
                  <a:pt x="1274" y="663"/>
                </a:lnTo>
                <a:lnTo>
                  <a:pt x="1275" y="663"/>
                </a:lnTo>
                <a:lnTo>
                  <a:pt x="1276" y="663"/>
                </a:lnTo>
                <a:lnTo>
                  <a:pt x="1276" y="662"/>
                </a:lnTo>
                <a:lnTo>
                  <a:pt x="1275" y="662"/>
                </a:lnTo>
                <a:lnTo>
                  <a:pt x="1276" y="661"/>
                </a:lnTo>
                <a:lnTo>
                  <a:pt x="1276" y="660"/>
                </a:lnTo>
                <a:lnTo>
                  <a:pt x="1276" y="659"/>
                </a:lnTo>
                <a:lnTo>
                  <a:pt x="1276" y="657"/>
                </a:lnTo>
                <a:lnTo>
                  <a:pt x="1277" y="657"/>
                </a:lnTo>
                <a:lnTo>
                  <a:pt x="1278" y="657"/>
                </a:lnTo>
                <a:lnTo>
                  <a:pt x="1278" y="656"/>
                </a:lnTo>
                <a:lnTo>
                  <a:pt x="1278" y="655"/>
                </a:lnTo>
                <a:lnTo>
                  <a:pt x="1277" y="654"/>
                </a:lnTo>
                <a:lnTo>
                  <a:pt x="1276" y="654"/>
                </a:lnTo>
                <a:lnTo>
                  <a:pt x="1275" y="654"/>
                </a:lnTo>
                <a:lnTo>
                  <a:pt x="1274" y="654"/>
                </a:lnTo>
                <a:lnTo>
                  <a:pt x="1275" y="653"/>
                </a:lnTo>
                <a:lnTo>
                  <a:pt x="1275" y="652"/>
                </a:lnTo>
                <a:lnTo>
                  <a:pt x="1275" y="651"/>
                </a:lnTo>
                <a:lnTo>
                  <a:pt x="1275" y="652"/>
                </a:lnTo>
                <a:lnTo>
                  <a:pt x="1276" y="652"/>
                </a:lnTo>
                <a:lnTo>
                  <a:pt x="1276" y="651"/>
                </a:lnTo>
                <a:lnTo>
                  <a:pt x="1276" y="650"/>
                </a:lnTo>
                <a:lnTo>
                  <a:pt x="1275" y="650"/>
                </a:lnTo>
                <a:lnTo>
                  <a:pt x="1276" y="650"/>
                </a:lnTo>
                <a:lnTo>
                  <a:pt x="1276" y="649"/>
                </a:lnTo>
                <a:lnTo>
                  <a:pt x="1277" y="649"/>
                </a:lnTo>
                <a:lnTo>
                  <a:pt x="1277" y="648"/>
                </a:lnTo>
                <a:lnTo>
                  <a:pt x="1278" y="647"/>
                </a:lnTo>
                <a:lnTo>
                  <a:pt x="1277" y="646"/>
                </a:lnTo>
                <a:lnTo>
                  <a:pt x="1276" y="645"/>
                </a:lnTo>
                <a:lnTo>
                  <a:pt x="1275" y="645"/>
                </a:lnTo>
                <a:lnTo>
                  <a:pt x="1275" y="644"/>
                </a:lnTo>
                <a:lnTo>
                  <a:pt x="1275" y="645"/>
                </a:lnTo>
                <a:lnTo>
                  <a:pt x="1274" y="645"/>
                </a:lnTo>
                <a:lnTo>
                  <a:pt x="1273" y="645"/>
                </a:lnTo>
                <a:lnTo>
                  <a:pt x="1273" y="644"/>
                </a:lnTo>
                <a:lnTo>
                  <a:pt x="1272" y="644"/>
                </a:lnTo>
                <a:lnTo>
                  <a:pt x="1271" y="644"/>
                </a:lnTo>
                <a:lnTo>
                  <a:pt x="1271" y="643"/>
                </a:lnTo>
                <a:lnTo>
                  <a:pt x="1269" y="642"/>
                </a:lnTo>
                <a:lnTo>
                  <a:pt x="1268" y="642"/>
                </a:lnTo>
                <a:lnTo>
                  <a:pt x="1267" y="642"/>
                </a:lnTo>
                <a:lnTo>
                  <a:pt x="1268" y="641"/>
                </a:lnTo>
                <a:lnTo>
                  <a:pt x="1268" y="640"/>
                </a:lnTo>
                <a:lnTo>
                  <a:pt x="1266" y="639"/>
                </a:lnTo>
                <a:lnTo>
                  <a:pt x="1265" y="639"/>
                </a:lnTo>
                <a:lnTo>
                  <a:pt x="1264" y="639"/>
                </a:lnTo>
                <a:lnTo>
                  <a:pt x="1264" y="638"/>
                </a:lnTo>
                <a:lnTo>
                  <a:pt x="1263" y="637"/>
                </a:lnTo>
                <a:lnTo>
                  <a:pt x="1263" y="636"/>
                </a:lnTo>
                <a:lnTo>
                  <a:pt x="1264" y="637"/>
                </a:lnTo>
                <a:lnTo>
                  <a:pt x="1265" y="637"/>
                </a:lnTo>
                <a:lnTo>
                  <a:pt x="1265" y="638"/>
                </a:lnTo>
                <a:lnTo>
                  <a:pt x="1266" y="638"/>
                </a:lnTo>
                <a:lnTo>
                  <a:pt x="1266" y="637"/>
                </a:lnTo>
                <a:lnTo>
                  <a:pt x="1266" y="636"/>
                </a:lnTo>
                <a:lnTo>
                  <a:pt x="1267" y="636"/>
                </a:lnTo>
                <a:lnTo>
                  <a:pt x="1268" y="637"/>
                </a:lnTo>
                <a:lnTo>
                  <a:pt x="1269" y="638"/>
                </a:lnTo>
                <a:lnTo>
                  <a:pt x="1271" y="638"/>
                </a:lnTo>
                <a:lnTo>
                  <a:pt x="1271" y="637"/>
                </a:lnTo>
                <a:lnTo>
                  <a:pt x="1272" y="637"/>
                </a:lnTo>
                <a:lnTo>
                  <a:pt x="1272" y="636"/>
                </a:lnTo>
                <a:lnTo>
                  <a:pt x="1271" y="636"/>
                </a:lnTo>
                <a:lnTo>
                  <a:pt x="1272" y="635"/>
                </a:lnTo>
                <a:lnTo>
                  <a:pt x="1272" y="634"/>
                </a:lnTo>
                <a:lnTo>
                  <a:pt x="1271" y="634"/>
                </a:lnTo>
                <a:lnTo>
                  <a:pt x="1270" y="634"/>
                </a:lnTo>
                <a:lnTo>
                  <a:pt x="1270" y="633"/>
                </a:lnTo>
                <a:lnTo>
                  <a:pt x="1270" y="632"/>
                </a:lnTo>
                <a:lnTo>
                  <a:pt x="1271" y="632"/>
                </a:lnTo>
                <a:lnTo>
                  <a:pt x="1270" y="631"/>
                </a:lnTo>
                <a:lnTo>
                  <a:pt x="1271" y="631"/>
                </a:lnTo>
                <a:lnTo>
                  <a:pt x="1272" y="631"/>
                </a:lnTo>
                <a:lnTo>
                  <a:pt x="1273" y="631"/>
                </a:lnTo>
                <a:lnTo>
                  <a:pt x="1274" y="631"/>
                </a:lnTo>
                <a:lnTo>
                  <a:pt x="1275" y="631"/>
                </a:lnTo>
                <a:lnTo>
                  <a:pt x="1275" y="630"/>
                </a:lnTo>
                <a:lnTo>
                  <a:pt x="1275" y="629"/>
                </a:lnTo>
                <a:lnTo>
                  <a:pt x="1275" y="626"/>
                </a:lnTo>
                <a:lnTo>
                  <a:pt x="1275" y="625"/>
                </a:lnTo>
                <a:lnTo>
                  <a:pt x="1276" y="624"/>
                </a:lnTo>
                <a:lnTo>
                  <a:pt x="1277" y="624"/>
                </a:lnTo>
                <a:lnTo>
                  <a:pt x="1278" y="624"/>
                </a:lnTo>
                <a:lnTo>
                  <a:pt x="1278" y="623"/>
                </a:lnTo>
                <a:lnTo>
                  <a:pt x="1277" y="622"/>
                </a:lnTo>
                <a:lnTo>
                  <a:pt x="1277" y="621"/>
                </a:lnTo>
                <a:lnTo>
                  <a:pt x="1278" y="621"/>
                </a:lnTo>
                <a:lnTo>
                  <a:pt x="1279" y="620"/>
                </a:lnTo>
                <a:lnTo>
                  <a:pt x="1280" y="619"/>
                </a:lnTo>
                <a:lnTo>
                  <a:pt x="1281" y="619"/>
                </a:lnTo>
                <a:lnTo>
                  <a:pt x="1281" y="620"/>
                </a:lnTo>
                <a:lnTo>
                  <a:pt x="1282" y="620"/>
                </a:lnTo>
                <a:lnTo>
                  <a:pt x="1282" y="619"/>
                </a:lnTo>
                <a:lnTo>
                  <a:pt x="1282" y="618"/>
                </a:lnTo>
                <a:lnTo>
                  <a:pt x="1284" y="618"/>
                </a:lnTo>
                <a:lnTo>
                  <a:pt x="1284" y="619"/>
                </a:lnTo>
                <a:lnTo>
                  <a:pt x="1285" y="620"/>
                </a:lnTo>
                <a:lnTo>
                  <a:pt x="1286" y="619"/>
                </a:lnTo>
                <a:lnTo>
                  <a:pt x="1287" y="621"/>
                </a:lnTo>
                <a:lnTo>
                  <a:pt x="1288" y="621"/>
                </a:lnTo>
                <a:lnTo>
                  <a:pt x="1289" y="621"/>
                </a:lnTo>
                <a:lnTo>
                  <a:pt x="1288" y="620"/>
                </a:lnTo>
                <a:lnTo>
                  <a:pt x="1287" y="619"/>
                </a:lnTo>
                <a:lnTo>
                  <a:pt x="1287" y="618"/>
                </a:lnTo>
                <a:lnTo>
                  <a:pt x="1288" y="617"/>
                </a:lnTo>
                <a:lnTo>
                  <a:pt x="1288" y="616"/>
                </a:lnTo>
                <a:lnTo>
                  <a:pt x="1288" y="614"/>
                </a:lnTo>
                <a:lnTo>
                  <a:pt x="1288" y="613"/>
                </a:lnTo>
                <a:lnTo>
                  <a:pt x="1289" y="612"/>
                </a:lnTo>
                <a:lnTo>
                  <a:pt x="1290" y="612"/>
                </a:lnTo>
                <a:lnTo>
                  <a:pt x="1290" y="611"/>
                </a:lnTo>
                <a:lnTo>
                  <a:pt x="1289" y="610"/>
                </a:lnTo>
                <a:lnTo>
                  <a:pt x="1288" y="609"/>
                </a:lnTo>
                <a:lnTo>
                  <a:pt x="1288" y="607"/>
                </a:lnTo>
                <a:lnTo>
                  <a:pt x="1287" y="607"/>
                </a:lnTo>
                <a:lnTo>
                  <a:pt x="1288" y="606"/>
                </a:lnTo>
                <a:lnTo>
                  <a:pt x="1288" y="605"/>
                </a:lnTo>
                <a:lnTo>
                  <a:pt x="1288" y="604"/>
                </a:lnTo>
                <a:lnTo>
                  <a:pt x="1287" y="604"/>
                </a:lnTo>
                <a:lnTo>
                  <a:pt x="1287" y="603"/>
                </a:lnTo>
                <a:lnTo>
                  <a:pt x="1286" y="604"/>
                </a:lnTo>
                <a:lnTo>
                  <a:pt x="1285" y="605"/>
                </a:lnTo>
                <a:lnTo>
                  <a:pt x="1285" y="604"/>
                </a:lnTo>
                <a:lnTo>
                  <a:pt x="1284" y="603"/>
                </a:lnTo>
                <a:lnTo>
                  <a:pt x="1285" y="602"/>
                </a:lnTo>
                <a:lnTo>
                  <a:pt x="1285" y="601"/>
                </a:lnTo>
                <a:lnTo>
                  <a:pt x="1283" y="599"/>
                </a:lnTo>
                <a:lnTo>
                  <a:pt x="1282" y="599"/>
                </a:lnTo>
                <a:lnTo>
                  <a:pt x="1281" y="599"/>
                </a:lnTo>
                <a:lnTo>
                  <a:pt x="1280" y="599"/>
                </a:lnTo>
                <a:lnTo>
                  <a:pt x="1280" y="598"/>
                </a:lnTo>
                <a:lnTo>
                  <a:pt x="1280" y="597"/>
                </a:lnTo>
                <a:lnTo>
                  <a:pt x="1280" y="596"/>
                </a:lnTo>
                <a:lnTo>
                  <a:pt x="1279" y="596"/>
                </a:lnTo>
                <a:lnTo>
                  <a:pt x="1279" y="595"/>
                </a:lnTo>
                <a:lnTo>
                  <a:pt x="1279" y="594"/>
                </a:lnTo>
                <a:lnTo>
                  <a:pt x="1280" y="594"/>
                </a:lnTo>
                <a:lnTo>
                  <a:pt x="1280" y="595"/>
                </a:lnTo>
                <a:lnTo>
                  <a:pt x="1281" y="596"/>
                </a:lnTo>
                <a:lnTo>
                  <a:pt x="1282" y="597"/>
                </a:lnTo>
                <a:lnTo>
                  <a:pt x="1282" y="598"/>
                </a:lnTo>
                <a:lnTo>
                  <a:pt x="1282" y="599"/>
                </a:lnTo>
                <a:lnTo>
                  <a:pt x="1283" y="599"/>
                </a:lnTo>
                <a:lnTo>
                  <a:pt x="1284" y="599"/>
                </a:lnTo>
                <a:lnTo>
                  <a:pt x="1284" y="598"/>
                </a:lnTo>
                <a:lnTo>
                  <a:pt x="1284" y="597"/>
                </a:lnTo>
                <a:lnTo>
                  <a:pt x="1283" y="597"/>
                </a:lnTo>
                <a:lnTo>
                  <a:pt x="1283" y="596"/>
                </a:lnTo>
                <a:lnTo>
                  <a:pt x="1284" y="596"/>
                </a:lnTo>
                <a:lnTo>
                  <a:pt x="1285" y="596"/>
                </a:lnTo>
                <a:lnTo>
                  <a:pt x="1286" y="597"/>
                </a:lnTo>
                <a:lnTo>
                  <a:pt x="1288" y="596"/>
                </a:lnTo>
                <a:lnTo>
                  <a:pt x="1288" y="595"/>
                </a:lnTo>
                <a:lnTo>
                  <a:pt x="1288" y="594"/>
                </a:lnTo>
                <a:lnTo>
                  <a:pt x="1288" y="593"/>
                </a:lnTo>
                <a:lnTo>
                  <a:pt x="1288" y="592"/>
                </a:lnTo>
                <a:lnTo>
                  <a:pt x="1288" y="591"/>
                </a:lnTo>
                <a:lnTo>
                  <a:pt x="1289" y="591"/>
                </a:lnTo>
                <a:lnTo>
                  <a:pt x="1290" y="592"/>
                </a:lnTo>
                <a:lnTo>
                  <a:pt x="1290" y="591"/>
                </a:lnTo>
                <a:lnTo>
                  <a:pt x="1290" y="590"/>
                </a:lnTo>
                <a:lnTo>
                  <a:pt x="1289" y="589"/>
                </a:lnTo>
                <a:lnTo>
                  <a:pt x="1289" y="587"/>
                </a:lnTo>
                <a:lnTo>
                  <a:pt x="1289" y="586"/>
                </a:lnTo>
                <a:lnTo>
                  <a:pt x="1288" y="585"/>
                </a:lnTo>
                <a:lnTo>
                  <a:pt x="1287" y="584"/>
                </a:lnTo>
                <a:lnTo>
                  <a:pt x="1287" y="583"/>
                </a:lnTo>
                <a:lnTo>
                  <a:pt x="1286" y="583"/>
                </a:lnTo>
                <a:lnTo>
                  <a:pt x="1286" y="582"/>
                </a:lnTo>
                <a:lnTo>
                  <a:pt x="1285" y="580"/>
                </a:lnTo>
                <a:lnTo>
                  <a:pt x="1285" y="579"/>
                </a:lnTo>
                <a:lnTo>
                  <a:pt x="1286" y="579"/>
                </a:lnTo>
                <a:lnTo>
                  <a:pt x="1287" y="579"/>
                </a:lnTo>
                <a:lnTo>
                  <a:pt x="1288" y="580"/>
                </a:lnTo>
                <a:lnTo>
                  <a:pt x="1289" y="580"/>
                </a:lnTo>
                <a:lnTo>
                  <a:pt x="1290" y="579"/>
                </a:lnTo>
                <a:lnTo>
                  <a:pt x="1290" y="580"/>
                </a:lnTo>
                <a:lnTo>
                  <a:pt x="1290" y="581"/>
                </a:lnTo>
                <a:lnTo>
                  <a:pt x="1291" y="581"/>
                </a:lnTo>
                <a:lnTo>
                  <a:pt x="1291" y="580"/>
                </a:lnTo>
                <a:lnTo>
                  <a:pt x="1292" y="580"/>
                </a:lnTo>
                <a:lnTo>
                  <a:pt x="1292" y="579"/>
                </a:lnTo>
                <a:lnTo>
                  <a:pt x="1293" y="580"/>
                </a:lnTo>
                <a:lnTo>
                  <a:pt x="1295" y="580"/>
                </a:lnTo>
                <a:lnTo>
                  <a:pt x="1296" y="580"/>
                </a:lnTo>
                <a:lnTo>
                  <a:pt x="1296" y="581"/>
                </a:lnTo>
                <a:lnTo>
                  <a:pt x="1297" y="582"/>
                </a:lnTo>
                <a:lnTo>
                  <a:pt x="1298" y="582"/>
                </a:lnTo>
                <a:lnTo>
                  <a:pt x="1298" y="583"/>
                </a:lnTo>
                <a:lnTo>
                  <a:pt x="1298" y="584"/>
                </a:lnTo>
                <a:lnTo>
                  <a:pt x="1299" y="584"/>
                </a:lnTo>
                <a:lnTo>
                  <a:pt x="1299" y="583"/>
                </a:lnTo>
                <a:lnTo>
                  <a:pt x="1299" y="582"/>
                </a:lnTo>
                <a:lnTo>
                  <a:pt x="1298" y="582"/>
                </a:lnTo>
                <a:lnTo>
                  <a:pt x="1299" y="582"/>
                </a:lnTo>
                <a:lnTo>
                  <a:pt x="1299" y="581"/>
                </a:lnTo>
                <a:lnTo>
                  <a:pt x="1300" y="580"/>
                </a:lnTo>
                <a:lnTo>
                  <a:pt x="1300" y="579"/>
                </a:lnTo>
                <a:lnTo>
                  <a:pt x="1299" y="579"/>
                </a:lnTo>
                <a:lnTo>
                  <a:pt x="1300" y="576"/>
                </a:lnTo>
                <a:lnTo>
                  <a:pt x="1301" y="576"/>
                </a:lnTo>
                <a:lnTo>
                  <a:pt x="1301" y="577"/>
                </a:lnTo>
                <a:lnTo>
                  <a:pt x="1302" y="577"/>
                </a:lnTo>
                <a:lnTo>
                  <a:pt x="1303" y="578"/>
                </a:lnTo>
                <a:lnTo>
                  <a:pt x="1304" y="578"/>
                </a:lnTo>
                <a:lnTo>
                  <a:pt x="1304" y="579"/>
                </a:lnTo>
                <a:lnTo>
                  <a:pt x="1305" y="579"/>
                </a:lnTo>
                <a:lnTo>
                  <a:pt x="1306" y="579"/>
                </a:lnTo>
                <a:lnTo>
                  <a:pt x="1307" y="581"/>
                </a:lnTo>
                <a:lnTo>
                  <a:pt x="1308" y="581"/>
                </a:lnTo>
                <a:lnTo>
                  <a:pt x="1309" y="581"/>
                </a:lnTo>
                <a:lnTo>
                  <a:pt x="1310" y="581"/>
                </a:lnTo>
                <a:lnTo>
                  <a:pt x="1310" y="582"/>
                </a:lnTo>
                <a:lnTo>
                  <a:pt x="1311" y="582"/>
                </a:lnTo>
                <a:lnTo>
                  <a:pt x="1312" y="581"/>
                </a:lnTo>
                <a:lnTo>
                  <a:pt x="1313" y="580"/>
                </a:lnTo>
                <a:lnTo>
                  <a:pt x="1313" y="579"/>
                </a:lnTo>
                <a:lnTo>
                  <a:pt x="1312" y="579"/>
                </a:lnTo>
                <a:lnTo>
                  <a:pt x="1311" y="578"/>
                </a:lnTo>
                <a:lnTo>
                  <a:pt x="1311" y="577"/>
                </a:lnTo>
                <a:lnTo>
                  <a:pt x="1312" y="577"/>
                </a:lnTo>
                <a:lnTo>
                  <a:pt x="1313" y="577"/>
                </a:lnTo>
                <a:lnTo>
                  <a:pt x="1314" y="578"/>
                </a:lnTo>
                <a:lnTo>
                  <a:pt x="1316" y="579"/>
                </a:lnTo>
                <a:lnTo>
                  <a:pt x="1317" y="579"/>
                </a:lnTo>
                <a:lnTo>
                  <a:pt x="1318" y="580"/>
                </a:lnTo>
                <a:lnTo>
                  <a:pt x="1318" y="581"/>
                </a:lnTo>
                <a:lnTo>
                  <a:pt x="1319" y="581"/>
                </a:lnTo>
                <a:lnTo>
                  <a:pt x="1320" y="581"/>
                </a:lnTo>
                <a:lnTo>
                  <a:pt x="1321" y="582"/>
                </a:lnTo>
                <a:lnTo>
                  <a:pt x="1321" y="581"/>
                </a:lnTo>
                <a:lnTo>
                  <a:pt x="1320" y="580"/>
                </a:lnTo>
                <a:lnTo>
                  <a:pt x="1321" y="580"/>
                </a:lnTo>
                <a:lnTo>
                  <a:pt x="1323" y="581"/>
                </a:lnTo>
                <a:lnTo>
                  <a:pt x="1324" y="581"/>
                </a:lnTo>
                <a:lnTo>
                  <a:pt x="1324" y="582"/>
                </a:lnTo>
                <a:lnTo>
                  <a:pt x="1324" y="581"/>
                </a:lnTo>
                <a:lnTo>
                  <a:pt x="1324" y="580"/>
                </a:lnTo>
                <a:lnTo>
                  <a:pt x="1324" y="579"/>
                </a:lnTo>
                <a:lnTo>
                  <a:pt x="1324" y="578"/>
                </a:lnTo>
                <a:lnTo>
                  <a:pt x="1325" y="578"/>
                </a:lnTo>
                <a:lnTo>
                  <a:pt x="1325" y="579"/>
                </a:lnTo>
                <a:lnTo>
                  <a:pt x="1327" y="580"/>
                </a:lnTo>
                <a:lnTo>
                  <a:pt x="1327" y="579"/>
                </a:lnTo>
                <a:lnTo>
                  <a:pt x="1328" y="579"/>
                </a:lnTo>
                <a:lnTo>
                  <a:pt x="1329" y="579"/>
                </a:lnTo>
                <a:lnTo>
                  <a:pt x="1330" y="580"/>
                </a:lnTo>
                <a:lnTo>
                  <a:pt x="1331" y="580"/>
                </a:lnTo>
                <a:lnTo>
                  <a:pt x="1331" y="579"/>
                </a:lnTo>
                <a:lnTo>
                  <a:pt x="1333" y="579"/>
                </a:lnTo>
                <a:lnTo>
                  <a:pt x="1334" y="579"/>
                </a:lnTo>
                <a:lnTo>
                  <a:pt x="1336" y="578"/>
                </a:lnTo>
                <a:lnTo>
                  <a:pt x="1338" y="578"/>
                </a:lnTo>
                <a:lnTo>
                  <a:pt x="1340" y="580"/>
                </a:lnTo>
                <a:lnTo>
                  <a:pt x="1341" y="581"/>
                </a:lnTo>
                <a:lnTo>
                  <a:pt x="1342" y="582"/>
                </a:lnTo>
                <a:lnTo>
                  <a:pt x="1343" y="583"/>
                </a:lnTo>
                <a:lnTo>
                  <a:pt x="1343" y="582"/>
                </a:lnTo>
                <a:lnTo>
                  <a:pt x="1344" y="582"/>
                </a:lnTo>
                <a:lnTo>
                  <a:pt x="1346" y="582"/>
                </a:lnTo>
                <a:lnTo>
                  <a:pt x="1346" y="583"/>
                </a:lnTo>
                <a:lnTo>
                  <a:pt x="1347" y="584"/>
                </a:lnTo>
                <a:lnTo>
                  <a:pt x="1347" y="585"/>
                </a:lnTo>
                <a:lnTo>
                  <a:pt x="1347" y="586"/>
                </a:lnTo>
                <a:lnTo>
                  <a:pt x="1347" y="587"/>
                </a:lnTo>
                <a:lnTo>
                  <a:pt x="1347" y="588"/>
                </a:lnTo>
                <a:lnTo>
                  <a:pt x="1346" y="588"/>
                </a:lnTo>
                <a:lnTo>
                  <a:pt x="1347" y="588"/>
                </a:lnTo>
                <a:lnTo>
                  <a:pt x="1347" y="589"/>
                </a:lnTo>
                <a:lnTo>
                  <a:pt x="1347" y="590"/>
                </a:lnTo>
                <a:lnTo>
                  <a:pt x="1347" y="591"/>
                </a:lnTo>
                <a:lnTo>
                  <a:pt x="1347" y="593"/>
                </a:lnTo>
                <a:lnTo>
                  <a:pt x="1348" y="595"/>
                </a:lnTo>
                <a:lnTo>
                  <a:pt x="1348" y="596"/>
                </a:lnTo>
                <a:lnTo>
                  <a:pt x="1349" y="597"/>
                </a:lnTo>
                <a:lnTo>
                  <a:pt x="1349" y="598"/>
                </a:lnTo>
                <a:lnTo>
                  <a:pt x="1348" y="599"/>
                </a:lnTo>
                <a:lnTo>
                  <a:pt x="1349" y="601"/>
                </a:lnTo>
                <a:lnTo>
                  <a:pt x="1350" y="601"/>
                </a:lnTo>
                <a:lnTo>
                  <a:pt x="1351" y="600"/>
                </a:lnTo>
                <a:lnTo>
                  <a:pt x="1352" y="600"/>
                </a:lnTo>
                <a:lnTo>
                  <a:pt x="1352" y="601"/>
                </a:lnTo>
                <a:lnTo>
                  <a:pt x="1353" y="601"/>
                </a:lnTo>
                <a:lnTo>
                  <a:pt x="1353" y="602"/>
                </a:lnTo>
                <a:lnTo>
                  <a:pt x="1354" y="602"/>
                </a:lnTo>
                <a:lnTo>
                  <a:pt x="1355" y="602"/>
                </a:lnTo>
                <a:lnTo>
                  <a:pt x="1356" y="602"/>
                </a:lnTo>
                <a:lnTo>
                  <a:pt x="1357" y="602"/>
                </a:lnTo>
                <a:lnTo>
                  <a:pt x="1359" y="603"/>
                </a:lnTo>
                <a:lnTo>
                  <a:pt x="1360" y="602"/>
                </a:lnTo>
                <a:lnTo>
                  <a:pt x="1361" y="602"/>
                </a:lnTo>
                <a:lnTo>
                  <a:pt x="1361" y="604"/>
                </a:lnTo>
                <a:lnTo>
                  <a:pt x="1362" y="603"/>
                </a:lnTo>
                <a:lnTo>
                  <a:pt x="1362" y="602"/>
                </a:lnTo>
                <a:lnTo>
                  <a:pt x="1363" y="602"/>
                </a:lnTo>
                <a:lnTo>
                  <a:pt x="1365" y="601"/>
                </a:lnTo>
                <a:lnTo>
                  <a:pt x="1366" y="602"/>
                </a:lnTo>
                <a:lnTo>
                  <a:pt x="1365" y="602"/>
                </a:lnTo>
                <a:lnTo>
                  <a:pt x="1365" y="603"/>
                </a:lnTo>
                <a:lnTo>
                  <a:pt x="1366" y="603"/>
                </a:lnTo>
                <a:lnTo>
                  <a:pt x="1367" y="604"/>
                </a:lnTo>
                <a:lnTo>
                  <a:pt x="1367" y="605"/>
                </a:lnTo>
                <a:lnTo>
                  <a:pt x="1368" y="605"/>
                </a:lnTo>
                <a:lnTo>
                  <a:pt x="1369" y="606"/>
                </a:lnTo>
                <a:lnTo>
                  <a:pt x="1369" y="607"/>
                </a:lnTo>
                <a:lnTo>
                  <a:pt x="1369" y="608"/>
                </a:lnTo>
                <a:lnTo>
                  <a:pt x="1370" y="608"/>
                </a:lnTo>
                <a:lnTo>
                  <a:pt x="1369" y="608"/>
                </a:lnTo>
                <a:lnTo>
                  <a:pt x="1369" y="609"/>
                </a:lnTo>
                <a:lnTo>
                  <a:pt x="1370" y="610"/>
                </a:lnTo>
                <a:lnTo>
                  <a:pt x="1371" y="610"/>
                </a:lnTo>
                <a:lnTo>
                  <a:pt x="1371" y="609"/>
                </a:lnTo>
                <a:lnTo>
                  <a:pt x="1371" y="610"/>
                </a:lnTo>
                <a:lnTo>
                  <a:pt x="1372" y="610"/>
                </a:lnTo>
                <a:lnTo>
                  <a:pt x="1373" y="609"/>
                </a:lnTo>
                <a:lnTo>
                  <a:pt x="1374" y="609"/>
                </a:lnTo>
                <a:lnTo>
                  <a:pt x="1375" y="609"/>
                </a:lnTo>
                <a:lnTo>
                  <a:pt x="1376" y="610"/>
                </a:lnTo>
                <a:lnTo>
                  <a:pt x="1378" y="611"/>
                </a:lnTo>
                <a:lnTo>
                  <a:pt x="1379" y="611"/>
                </a:lnTo>
                <a:lnTo>
                  <a:pt x="1380" y="611"/>
                </a:lnTo>
                <a:lnTo>
                  <a:pt x="1381" y="610"/>
                </a:lnTo>
                <a:lnTo>
                  <a:pt x="1382" y="610"/>
                </a:lnTo>
                <a:lnTo>
                  <a:pt x="1383" y="610"/>
                </a:lnTo>
                <a:lnTo>
                  <a:pt x="1384" y="611"/>
                </a:lnTo>
                <a:lnTo>
                  <a:pt x="1384" y="612"/>
                </a:lnTo>
                <a:lnTo>
                  <a:pt x="1385" y="612"/>
                </a:lnTo>
                <a:lnTo>
                  <a:pt x="1386" y="613"/>
                </a:lnTo>
                <a:lnTo>
                  <a:pt x="1387" y="612"/>
                </a:lnTo>
                <a:lnTo>
                  <a:pt x="1387" y="611"/>
                </a:lnTo>
                <a:lnTo>
                  <a:pt x="1388" y="612"/>
                </a:lnTo>
                <a:lnTo>
                  <a:pt x="1389" y="613"/>
                </a:lnTo>
                <a:lnTo>
                  <a:pt x="1391" y="614"/>
                </a:lnTo>
                <a:lnTo>
                  <a:pt x="1391" y="613"/>
                </a:lnTo>
                <a:lnTo>
                  <a:pt x="1391" y="614"/>
                </a:lnTo>
                <a:lnTo>
                  <a:pt x="1392" y="614"/>
                </a:lnTo>
                <a:lnTo>
                  <a:pt x="1394" y="615"/>
                </a:lnTo>
                <a:lnTo>
                  <a:pt x="1395" y="615"/>
                </a:lnTo>
                <a:lnTo>
                  <a:pt x="1396" y="615"/>
                </a:lnTo>
                <a:lnTo>
                  <a:pt x="1396" y="614"/>
                </a:lnTo>
                <a:lnTo>
                  <a:pt x="1397" y="615"/>
                </a:lnTo>
                <a:lnTo>
                  <a:pt x="1398" y="616"/>
                </a:lnTo>
                <a:lnTo>
                  <a:pt x="1399" y="616"/>
                </a:lnTo>
                <a:lnTo>
                  <a:pt x="1400" y="617"/>
                </a:lnTo>
                <a:lnTo>
                  <a:pt x="1401" y="618"/>
                </a:lnTo>
                <a:lnTo>
                  <a:pt x="1402" y="618"/>
                </a:lnTo>
                <a:lnTo>
                  <a:pt x="1403" y="619"/>
                </a:lnTo>
                <a:lnTo>
                  <a:pt x="1404" y="619"/>
                </a:lnTo>
                <a:lnTo>
                  <a:pt x="1404" y="620"/>
                </a:lnTo>
                <a:lnTo>
                  <a:pt x="1405" y="621"/>
                </a:lnTo>
                <a:lnTo>
                  <a:pt x="1405" y="622"/>
                </a:lnTo>
                <a:lnTo>
                  <a:pt x="1406" y="622"/>
                </a:lnTo>
                <a:lnTo>
                  <a:pt x="1406" y="623"/>
                </a:lnTo>
                <a:lnTo>
                  <a:pt x="1406" y="625"/>
                </a:lnTo>
                <a:lnTo>
                  <a:pt x="1406" y="626"/>
                </a:lnTo>
                <a:lnTo>
                  <a:pt x="1406" y="627"/>
                </a:lnTo>
                <a:lnTo>
                  <a:pt x="1406" y="628"/>
                </a:lnTo>
                <a:lnTo>
                  <a:pt x="1407" y="628"/>
                </a:lnTo>
                <a:lnTo>
                  <a:pt x="1407" y="627"/>
                </a:lnTo>
                <a:lnTo>
                  <a:pt x="1408" y="627"/>
                </a:lnTo>
                <a:lnTo>
                  <a:pt x="1409" y="626"/>
                </a:lnTo>
                <a:lnTo>
                  <a:pt x="1409" y="627"/>
                </a:lnTo>
                <a:lnTo>
                  <a:pt x="1410" y="628"/>
                </a:lnTo>
                <a:lnTo>
                  <a:pt x="1410" y="627"/>
                </a:lnTo>
                <a:lnTo>
                  <a:pt x="1410" y="626"/>
                </a:lnTo>
                <a:lnTo>
                  <a:pt x="1411" y="625"/>
                </a:lnTo>
                <a:lnTo>
                  <a:pt x="1412" y="625"/>
                </a:lnTo>
                <a:lnTo>
                  <a:pt x="1413" y="625"/>
                </a:lnTo>
                <a:lnTo>
                  <a:pt x="1414" y="626"/>
                </a:lnTo>
                <a:lnTo>
                  <a:pt x="1414" y="627"/>
                </a:lnTo>
                <a:lnTo>
                  <a:pt x="1414" y="628"/>
                </a:lnTo>
                <a:lnTo>
                  <a:pt x="1413" y="628"/>
                </a:lnTo>
                <a:lnTo>
                  <a:pt x="1413" y="629"/>
                </a:lnTo>
                <a:lnTo>
                  <a:pt x="1412" y="629"/>
                </a:lnTo>
                <a:lnTo>
                  <a:pt x="1412" y="628"/>
                </a:lnTo>
                <a:lnTo>
                  <a:pt x="1412" y="629"/>
                </a:lnTo>
                <a:lnTo>
                  <a:pt x="1411" y="629"/>
                </a:lnTo>
                <a:lnTo>
                  <a:pt x="1412" y="629"/>
                </a:lnTo>
                <a:lnTo>
                  <a:pt x="1412" y="630"/>
                </a:lnTo>
                <a:lnTo>
                  <a:pt x="1413" y="630"/>
                </a:lnTo>
                <a:lnTo>
                  <a:pt x="1414" y="632"/>
                </a:lnTo>
                <a:lnTo>
                  <a:pt x="1415" y="633"/>
                </a:lnTo>
                <a:lnTo>
                  <a:pt x="1417" y="634"/>
                </a:lnTo>
                <a:lnTo>
                  <a:pt x="1418" y="633"/>
                </a:lnTo>
                <a:lnTo>
                  <a:pt x="1419" y="632"/>
                </a:lnTo>
                <a:lnTo>
                  <a:pt x="1420" y="633"/>
                </a:lnTo>
                <a:lnTo>
                  <a:pt x="1420" y="634"/>
                </a:lnTo>
                <a:lnTo>
                  <a:pt x="1420" y="635"/>
                </a:lnTo>
                <a:lnTo>
                  <a:pt x="1421" y="634"/>
                </a:lnTo>
                <a:lnTo>
                  <a:pt x="1422" y="634"/>
                </a:lnTo>
                <a:lnTo>
                  <a:pt x="1424" y="635"/>
                </a:lnTo>
                <a:lnTo>
                  <a:pt x="1424" y="636"/>
                </a:lnTo>
                <a:lnTo>
                  <a:pt x="1424" y="637"/>
                </a:lnTo>
                <a:lnTo>
                  <a:pt x="1425" y="637"/>
                </a:lnTo>
                <a:lnTo>
                  <a:pt x="1426" y="637"/>
                </a:lnTo>
                <a:lnTo>
                  <a:pt x="1427" y="636"/>
                </a:lnTo>
                <a:lnTo>
                  <a:pt x="1428" y="634"/>
                </a:lnTo>
                <a:lnTo>
                  <a:pt x="1428" y="633"/>
                </a:lnTo>
                <a:lnTo>
                  <a:pt x="1428" y="632"/>
                </a:lnTo>
                <a:lnTo>
                  <a:pt x="1429" y="631"/>
                </a:lnTo>
                <a:lnTo>
                  <a:pt x="1430" y="630"/>
                </a:lnTo>
                <a:lnTo>
                  <a:pt x="1431" y="630"/>
                </a:lnTo>
                <a:lnTo>
                  <a:pt x="1432" y="630"/>
                </a:lnTo>
                <a:lnTo>
                  <a:pt x="1431" y="631"/>
                </a:lnTo>
                <a:lnTo>
                  <a:pt x="1430" y="633"/>
                </a:lnTo>
                <a:lnTo>
                  <a:pt x="1430" y="634"/>
                </a:lnTo>
                <a:lnTo>
                  <a:pt x="1430" y="636"/>
                </a:lnTo>
                <a:lnTo>
                  <a:pt x="1431" y="636"/>
                </a:lnTo>
                <a:lnTo>
                  <a:pt x="1432" y="636"/>
                </a:lnTo>
                <a:lnTo>
                  <a:pt x="1433" y="636"/>
                </a:lnTo>
                <a:lnTo>
                  <a:pt x="1434" y="636"/>
                </a:lnTo>
                <a:lnTo>
                  <a:pt x="1434" y="637"/>
                </a:lnTo>
                <a:lnTo>
                  <a:pt x="1434" y="638"/>
                </a:lnTo>
                <a:lnTo>
                  <a:pt x="1435" y="639"/>
                </a:lnTo>
                <a:lnTo>
                  <a:pt x="1435" y="638"/>
                </a:lnTo>
                <a:lnTo>
                  <a:pt x="1435" y="637"/>
                </a:lnTo>
                <a:lnTo>
                  <a:pt x="1436" y="637"/>
                </a:lnTo>
                <a:lnTo>
                  <a:pt x="1437" y="637"/>
                </a:lnTo>
                <a:lnTo>
                  <a:pt x="1437" y="638"/>
                </a:lnTo>
                <a:lnTo>
                  <a:pt x="1438" y="638"/>
                </a:lnTo>
                <a:lnTo>
                  <a:pt x="1438" y="637"/>
                </a:lnTo>
                <a:lnTo>
                  <a:pt x="1440" y="638"/>
                </a:lnTo>
                <a:lnTo>
                  <a:pt x="1443" y="638"/>
                </a:lnTo>
                <a:lnTo>
                  <a:pt x="1444" y="639"/>
                </a:lnTo>
                <a:lnTo>
                  <a:pt x="1444" y="641"/>
                </a:lnTo>
                <a:lnTo>
                  <a:pt x="1445" y="642"/>
                </a:lnTo>
                <a:lnTo>
                  <a:pt x="1446" y="642"/>
                </a:lnTo>
                <a:lnTo>
                  <a:pt x="1447" y="644"/>
                </a:lnTo>
                <a:lnTo>
                  <a:pt x="1448" y="646"/>
                </a:lnTo>
                <a:lnTo>
                  <a:pt x="1448" y="647"/>
                </a:lnTo>
                <a:lnTo>
                  <a:pt x="1448" y="649"/>
                </a:lnTo>
                <a:lnTo>
                  <a:pt x="1450" y="650"/>
                </a:lnTo>
                <a:lnTo>
                  <a:pt x="1451" y="650"/>
                </a:lnTo>
                <a:lnTo>
                  <a:pt x="1454" y="651"/>
                </a:lnTo>
                <a:lnTo>
                  <a:pt x="1456" y="652"/>
                </a:lnTo>
                <a:lnTo>
                  <a:pt x="1456" y="651"/>
                </a:lnTo>
                <a:lnTo>
                  <a:pt x="1457" y="650"/>
                </a:lnTo>
                <a:lnTo>
                  <a:pt x="1458" y="649"/>
                </a:lnTo>
                <a:lnTo>
                  <a:pt x="1458" y="648"/>
                </a:lnTo>
                <a:lnTo>
                  <a:pt x="1457" y="648"/>
                </a:lnTo>
                <a:lnTo>
                  <a:pt x="1457" y="646"/>
                </a:lnTo>
                <a:lnTo>
                  <a:pt x="1458" y="646"/>
                </a:lnTo>
                <a:lnTo>
                  <a:pt x="1458" y="647"/>
                </a:lnTo>
                <a:lnTo>
                  <a:pt x="1461" y="649"/>
                </a:lnTo>
                <a:lnTo>
                  <a:pt x="1462" y="650"/>
                </a:lnTo>
                <a:lnTo>
                  <a:pt x="1463" y="650"/>
                </a:lnTo>
                <a:lnTo>
                  <a:pt x="1464" y="650"/>
                </a:lnTo>
                <a:lnTo>
                  <a:pt x="1465" y="651"/>
                </a:lnTo>
                <a:lnTo>
                  <a:pt x="1466" y="651"/>
                </a:lnTo>
                <a:lnTo>
                  <a:pt x="1466" y="650"/>
                </a:lnTo>
                <a:lnTo>
                  <a:pt x="1467" y="650"/>
                </a:lnTo>
                <a:lnTo>
                  <a:pt x="1468" y="651"/>
                </a:lnTo>
                <a:lnTo>
                  <a:pt x="1468" y="652"/>
                </a:lnTo>
                <a:lnTo>
                  <a:pt x="1469" y="652"/>
                </a:lnTo>
                <a:lnTo>
                  <a:pt x="1469" y="654"/>
                </a:lnTo>
                <a:lnTo>
                  <a:pt x="1470" y="655"/>
                </a:lnTo>
                <a:lnTo>
                  <a:pt x="1470" y="656"/>
                </a:lnTo>
                <a:lnTo>
                  <a:pt x="1469" y="658"/>
                </a:lnTo>
                <a:lnTo>
                  <a:pt x="1469" y="662"/>
                </a:lnTo>
                <a:lnTo>
                  <a:pt x="1469" y="663"/>
                </a:lnTo>
                <a:lnTo>
                  <a:pt x="1470" y="665"/>
                </a:lnTo>
                <a:lnTo>
                  <a:pt x="1470" y="667"/>
                </a:lnTo>
                <a:lnTo>
                  <a:pt x="1470" y="668"/>
                </a:lnTo>
                <a:lnTo>
                  <a:pt x="1470" y="670"/>
                </a:lnTo>
                <a:lnTo>
                  <a:pt x="1471" y="672"/>
                </a:lnTo>
                <a:lnTo>
                  <a:pt x="1471" y="673"/>
                </a:lnTo>
                <a:lnTo>
                  <a:pt x="1471" y="674"/>
                </a:lnTo>
                <a:lnTo>
                  <a:pt x="1472" y="674"/>
                </a:lnTo>
                <a:lnTo>
                  <a:pt x="1473" y="676"/>
                </a:lnTo>
                <a:lnTo>
                  <a:pt x="1475" y="678"/>
                </a:lnTo>
                <a:lnTo>
                  <a:pt x="1476" y="679"/>
                </a:lnTo>
                <a:lnTo>
                  <a:pt x="1476" y="680"/>
                </a:lnTo>
                <a:lnTo>
                  <a:pt x="1476" y="681"/>
                </a:lnTo>
                <a:lnTo>
                  <a:pt x="1475" y="681"/>
                </a:lnTo>
                <a:lnTo>
                  <a:pt x="1474" y="683"/>
                </a:lnTo>
                <a:lnTo>
                  <a:pt x="1475" y="683"/>
                </a:lnTo>
                <a:lnTo>
                  <a:pt x="1475" y="684"/>
                </a:lnTo>
                <a:lnTo>
                  <a:pt x="1475" y="685"/>
                </a:lnTo>
                <a:lnTo>
                  <a:pt x="1474" y="685"/>
                </a:lnTo>
                <a:lnTo>
                  <a:pt x="1474" y="686"/>
                </a:lnTo>
                <a:lnTo>
                  <a:pt x="1473" y="686"/>
                </a:lnTo>
                <a:lnTo>
                  <a:pt x="1473" y="689"/>
                </a:lnTo>
                <a:lnTo>
                  <a:pt x="1473" y="690"/>
                </a:lnTo>
                <a:lnTo>
                  <a:pt x="1473" y="691"/>
                </a:lnTo>
                <a:lnTo>
                  <a:pt x="1473" y="692"/>
                </a:lnTo>
                <a:lnTo>
                  <a:pt x="1473" y="693"/>
                </a:lnTo>
                <a:lnTo>
                  <a:pt x="1473" y="694"/>
                </a:lnTo>
                <a:lnTo>
                  <a:pt x="1472" y="695"/>
                </a:lnTo>
                <a:lnTo>
                  <a:pt x="1471" y="696"/>
                </a:lnTo>
                <a:lnTo>
                  <a:pt x="1471" y="697"/>
                </a:lnTo>
                <a:lnTo>
                  <a:pt x="1471" y="699"/>
                </a:lnTo>
                <a:lnTo>
                  <a:pt x="1470" y="700"/>
                </a:lnTo>
                <a:lnTo>
                  <a:pt x="1469" y="700"/>
                </a:lnTo>
                <a:lnTo>
                  <a:pt x="1469" y="701"/>
                </a:lnTo>
                <a:lnTo>
                  <a:pt x="1468" y="701"/>
                </a:lnTo>
                <a:lnTo>
                  <a:pt x="1468" y="700"/>
                </a:lnTo>
                <a:lnTo>
                  <a:pt x="1467" y="700"/>
                </a:lnTo>
                <a:lnTo>
                  <a:pt x="1466" y="700"/>
                </a:lnTo>
                <a:lnTo>
                  <a:pt x="1466" y="701"/>
                </a:lnTo>
                <a:lnTo>
                  <a:pt x="1465" y="700"/>
                </a:lnTo>
                <a:lnTo>
                  <a:pt x="1464" y="700"/>
                </a:lnTo>
                <a:lnTo>
                  <a:pt x="1464" y="701"/>
                </a:lnTo>
                <a:lnTo>
                  <a:pt x="1463" y="701"/>
                </a:lnTo>
                <a:lnTo>
                  <a:pt x="1462" y="702"/>
                </a:lnTo>
                <a:lnTo>
                  <a:pt x="1462" y="703"/>
                </a:lnTo>
                <a:lnTo>
                  <a:pt x="1461" y="704"/>
                </a:lnTo>
                <a:lnTo>
                  <a:pt x="1460" y="704"/>
                </a:lnTo>
                <a:lnTo>
                  <a:pt x="1459" y="704"/>
                </a:lnTo>
                <a:lnTo>
                  <a:pt x="1458" y="704"/>
                </a:lnTo>
                <a:lnTo>
                  <a:pt x="1458" y="705"/>
                </a:lnTo>
                <a:lnTo>
                  <a:pt x="1457" y="706"/>
                </a:lnTo>
                <a:lnTo>
                  <a:pt x="1456" y="707"/>
                </a:lnTo>
                <a:lnTo>
                  <a:pt x="1456" y="708"/>
                </a:lnTo>
                <a:lnTo>
                  <a:pt x="1457" y="708"/>
                </a:lnTo>
                <a:lnTo>
                  <a:pt x="1457" y="709"/>
                </a:lnTo>
                <a:lnTo>
                  <a:pt x="1457" y="710"/>
                </a:lnTo>
                <a:lnTo>
                  <a:pt x="1458" y="710"/>
                </a:lnTo>
                <a:lnTo>
                  <a:pt x="1458" y="711"/>
                </a:lnTo>
                <a:lnTo>
                  <a:pt x="1459" y="712"/>
                </a:lnTo>
                <a:lnTo>
                  <a:pt x="1459" y="713"/>
                </a:lnTo>
                <a:lnTo>
                  <a:pt x="1459" y="715"/>
                </a:lnTo>
                <a:lnTo>
                  <a:pt x="1459" y="716"/>
                </a:lnTo>
                <a:lnTo>
                  <a:pt x="1459" y="717"/>
                </a:lnTo>
                <a:lnTo>
                  <a:pt x="1459" y="718"/>
                </a:lnTo>
                <a:lnTo>
                  <a:pt x="1458" y="718"/>
                </a:lnTo>
                <a:lnTo>
                  <a:pt x="1458" y="719"/>
                </a:lnTo>
                <a:lnTo>
                  <a:pt x="1459" y="719"/>
                </a:lnTo>
                <a:lnTo>
                  <a:pt x="1459" y="720"/>
                </a:lnTo>
                <a:lnTo>
                  <a:pt x="1459" y="721"/>
                </a:lnTo>
                <a:lnTo>
                  <a:pt x="1459" y="722"/>
                </a:lnTo>
                <a:lnTo>
                  <a:pt x="1459" y="723"/>
                </a:lnTo>
                <a:lnTo>
                  <a:pt x="1458" y="723"/>
                </a:lnTo>
                <a:lnTo>
                  <a:pt x="1458" y="724"/>
                </a:lnTo>
                <a:lnTo>
                  <a:pt x="1459" y="724"/>
                </a:lnTo>
                <a:lnTo>
                  <a:pt x="1459" y="725"/>
                </a:lnTo>
                <a:lnTo>
                  <a:pt x="1458" y="725"/>
                </a:lnTo>
                <a:lnTo>
                  <a:pt x="1458" y="726"/>
                </a:lnTo>
                <a:lnTo>
                  <a:pt x="1459" y="727"/>
                </a:lnTo>
                <a:lnTo>
                  <a:pt x="1459" y="728"/>
                </a:lnTo>
                <a:lnTo>
                  <a:pt x="1458" y="729"/>
                </a:lnTo>
                <a:lnTo>
                  <a:pt x="1458" y="730"/>
                </a:lnTo>
                <a:lnTo>
                  <a:pt x="1458" y="731"/>
                </a:lnTo>
                <a:lnTo>
                  <a:pt x="1459" y="731"/>
                </a:lnTo>
                <a:lnTo>
                  <a:pt x="1459" y="732"/>
                </a:lnTo>
                <a:lnTo>
                  <a:pt x="1460" y="733"/>
                </a:lnTo>
                <a:lnTo>
                  <a:pt x="1460" y="734"/>
                </a:lnTo>
                <a:lnTo>
                  <a:pt x="1460" y="735"/>
                </a:lnTo>
                <a:lnTo>
                  <a:pt x="1461" y="735"/>
                </a:lnTo>
                <a:lnTo>
                  <a:pt x="1461" y="736"/>
                </a:lnTo>
                <a:lnTo>
                  <a:pt x="1462" y="736"/>
                </a:lnTo>
                <a:lnTo>
                  <a:pt x="1463" y="736"/>
                </a:lnTo>
                <a:lnTo>
                  <a:pt x="1463" y="737"/>
                </a:lnTo>
                <a:lnTo>
                  <a:pt x="1464" y="737"/>
                </a:lnTo>
                <a:lnTo>
                  <a:pt x="1464" y="738"/>
                </a:lnTo>
                <a:lnTo>
                  <a:pt x="1465" y="738"/>
                </a:lnTo>
                <a:lnTo>
                  <a:pt x="1465" y="739"/>
                </a:lnTo>
                <a:lnTo>
                  <a:pt x="1466" y="739"/>
                </a:lnTo>
                <a:lnTo>
                  <a:pt x="1466" y="740"/>
                </a:lnTo>
                <a:lnTo>
                  <a:pt x="1467" y="740"/>
                </a:lnTo>
                <a:lnTo>
                  <a:pt x="1467" y="741"/>
                </a:lnTo>
                <a:lnTo>
                  <a:pt x="1467" y="742"/>
                </a:lnTo>
                <a:lnTo>
                  <a:pt x="1468" y="742"/>
                </a:lnTo>
                <a:lnTo>
                  <a:pt x="1468" y="743"/>
                </a:lnTo>
                <a:lnTo>
                  <a:pt x="1467" y="743"/>
                </a:lnTo>
                <a:lnTo>
                  <a:pt x="1467" y="744"/>
                </a:lnTo>
                <a:lnTo>
                  <a:pt x="1466" y="744"/>
                </a:lnTo>
                <a:lnTo>
                  <a:pt x="1466" y="745"/>
                </a:lnTo>
                <a:lnTo>
                  <a:pt x="1466" y="746"/>
                </a:lnTo>
                <a:lnTo>
                  <a:pt x="1466" y="747"/>
                </a:lnTo>
                <a:lnTo>
                  <a:pt x="1467" y="747"/>
                </a:lnTo>
                <a:lnTo>
                  <a:pt x="1467" y="749"/>
                </a:lnTo>
                <a:lnTo>
                  <a:pt x="1468" y="751"/>
                </a:lnTo>
                <a:lnTo>
                  <a:pt x="1468" y="753"/>
                </a:lnTo>
                <a:lnTo>
                  <a:pt x="1468" y="754"/>
                </a:lnTo>
                <a:lnTo>
                  <a:pt x="1469" y="755"/>
                </a:lnTo>
                <a:lnTo>
                  <a:pt x="1469" y="756"/>
                </a:lnTo>
                <a:lnTo>
                  <a:pt x="1468" y="757"/>
                </a:lnTo>
                <a:lnTo>
                  <a:pt x="1467" y="758"/>
                </a:lnTo>
                <a:lnTo>
                  <a:pt x="1467" y="760"/>
                </a:lnTo>
                <a:lnTo>
                  <a:pt x="1467" y="761"/>
                </a:lnTo>
                <a:lnTo>
                  <a:pt x="1466" y="761"/>
                </a:lnTo>
                <a:lnTo>
                  <a:pt x="1466" y="762"/>
                </a:lnTo>
                <a:lnTo>
                  <a:pt x="1467" y="762"/>
                </a:lnTo>
                <a:lnTo>
                  <a:pt x="1467" y="763"/>
                </a:lnTo>
                <a:lnTo>
                  <a:pt x="1466" y="763"/>
                </a:lnTo>
                <a:lnTo>
                  <a:pt x="1466" y="764"/>
                </a:lnTo>
                <a:lnTo>
                  <a:pt x="1467" y="764"/>
                </a:lnTo>
                <a:lnTo>
                  <a:pt x="1467" y="765"/>
                </a:lnTo>
                <a:lnTo>
                  <a:pt x="1466" y="765"/>
                </a:lnTo>
                <a:lnTo>
                  <a:pt x="1466" y="766"/>
                </a:lnTo>
                <a:lnTo>
                  <a:pt x="1465" y="766"/>
                </a:lnTo>
                <a:lnTo>
                  <a:pt x="1464" y="767"/>
                </a:lnTo>
                <a:lnTo>
                  <a:pt x="1464" y="768"/>
                </a:lnTo>
                <a:lnTo>
                  <a:pt x="1463" y="768"/>
                </a:lnTo>
                <a:lnTo>
                  <a:pt x="1462" y="768"/>
                </a:lnTo>
                <a:lnTo>
                  <a:pt x="1461" y="767"/>
                </a:lnTo>
                <a:lnTo>
                  <a:pt x="1460" y="767"/>
                </a:lnTo>
                <a:lnTo>
                  <a:pt x="1459" y="768"/>
                </a:lnTo>
                <a:lnTo>
                  <a:pt x="1458" y="769"/>
                </a:lnTo>
                <a:lnTo>
                  <a:pt x="1456" y="769"/>
                </a:lnTo>
                <a:lnTo>
                  <a:pt x="1455" y="769"/>
                </a:lnTo>
                <a:lnTo>
                  <a:pt x="1455" y="770"/>
                </a:lnTo>
                <a:lnTo>
                  <a:pt x="1454" y="770"/>
                </a:lnTo>
                <a:lnTo>
                  <a:pt x="1453" y="770"/>
                </a:lnTo>
                <a:lnTo>
                  <a:pt x="1452" y="770"/>
                </a:lnTo>
                <a:lnTo>
                  <a:pt x="1451" y="770"/>
                </a:lnTo>
                <a:lnTo>
                  <a:pt x="1450" y="770"/>
                </a:lnTo>
                <a:lnTo>
                  <a:pt x="1449" y="770"/>
                </a:lnTo>
                <a:lnTo>
                  <a:pt x="1448" y="770"/>
                </a:lnTo>
                <a:lnTo>
                  <a:pt x="1447" y="769"/>
                </a:lnTo>
                <a:lnTo>
                  <a:pt x="1446" y="769"/>
                </a:lnTo>
                <a:lnTo>
                  <a:pt x="1446" y="768"/>
                </a:lnTo>
                <a:lnTo>
                  <a:pt x="1445" y="768"/>
                </a:lnTo>
                <a:lnTo>
                  <a:pt x="1445" y="769"/>
                </a:lnTo>
                <a:lnTo>
                  <a:pt x="1444" y="769"/>
                </a:lnTo>
                <a:lnTo>
                  <a:pt x="1444" y="770"/>
                </a:lnTo>
                <a:lnTo>
                  <a:pt x="1444" y="769"/>
                </a:lnTo>
                <a:lnTo>
                  <a:pt x="1443" y="769"/>
                </a:lnTo>
                <a:lnTo>
                  <a:pt x="1443" y="768"/>
                </a:lnTo>
                <a:lnTo>
                  <a:pt x="1444" y="768"/>
                </a:lnTo>
                <a:lnTo>
                  <a:pt x="1443" y="767"/>
                </a:lnTo>
                <a:lnTo>
                  <a:pt x="1442" y="767"/>
                </a:lnTo>
                <a:lnTo>
                  <a:pt x="1442" y="768"/>
                </a:lnTo>
                <a:lnTo>
                  <a:pt x="1441" y="768"/>
                </a:lnTo>
                <a:lnTo>
                  <a:pt x="1441" y="769"/>
                </a:lnTo>
                <a:lnTo>
                  <a:pt x="1440" y="769"/>
                </a:lnTo>
                <a:lnTo>
                  <a:pt x="1440" y="768"/>
                </a:lnTo>
                <a:lnTo>
                  <a:pt x="1439" y="768"/>
                </a:lnTo>
                <a:lnTo>
                  <a:pt x="1439" y="767"/>
                </a:lnTo>
                <a:lnTo>
                  <a:pt x="1439" y="768"/>
                </a:lnTo>
                <a:lnTo>
                  <a:pt x="1439" y="769"/>
                </a:lnTo>
                <a:lnTo>
                  <a:pt x="1439" y="770"/>
                </a:lnTo>
                <a:lnTo>
                  <a:pt x="1438" y="771"/>
                </a:lnTo>
                <a:lnTo>
                  <a:pt x="1437" y="771"/>
                </a:lnTo>
                <a:lnTo>
                  <a:pt x="1436" y="771"/>
                </a:lnTo>
                <a:lnTo>
                  <a:pt x="1435" y="771"/>
                </a:lnTo>
                <a:lnTo>
                  <a:pt x="1436" y="771"/>
                </a:lnTo>
                <a:lnTo>
                  <a:pt x="1436" y="770"/>
                </a:lnTo>
                <a:lnTo>
                  <a:pt x="1435" y="770"/>
                </a:lnTo>
                <a:lnTo>
                  <a:pt x="1435" y="771"/>
                </a:lnTo>
                <a:lnTo>
                  <a:pt x="1434" y="771"/>
                </a:lnTo>
                <a:lnTo>
                  <a:pt x="1435" y="771"/>
                </a:lnTo>
                <a:lnTo>
                  <a:pt x="1435" y="772"/>
                </a:lnTo>
                <a:lnTo>
                  <a:pt x="1434" y="772"/>
                </a:lnTo>
                <a:lnTo>
                  <a:pt x="1434" y="771"/>
                </a:lnTo>
                <a:lnTo>
                  <a:pt x="1433" y="771"/>
                </a:lnTo>
                <a:lnTo>
                  <a:pt x="1433" y="770"/>
                </a:lnTo>
                <a:lnTo>
                  <a:pt x="1432" y="770"/>
                </a:lnTo>
                <a:lnTo>
                  <a:pt x="1432" y="769"/>
                </a:lnTo>
                <a:lnTo>
                  <a:pt x="1432" y="768"/>
                </a:lnTo>
                <a:lnTo>
                  <a:pt x="1432" y="769"/>
                </a:lnTo>
                <a:lnTo>
                  <a:pt x="1432" y="768"/>
                </a:lnTo>
                <a:lnTo>
                  <a:pt x="1432" y="767"/>
                </a:lnTo>
                <a:lnTo>
                  <a:pt x="1431" y="767"/>
                </a:lnTo>
                <a:lnTo>
                  <a:pt x="1430" y="767"/>
                </a:lnTo>
                <a:lnTo>
                  <a:pt x="1429" y="767"/>
                </a:lnTo>
                <a:lnTo>
                  <a:pt x="1428" y="767"/>
                </a:lnTo>
                <a:lnTo>
                  <a:pt x="1427" y="767"/>
                </a:lnTo>
                <a:lnTo>
                  <a:pt x="1426" y="767"/>
                </a:lnTo>
                <a:lnTo>
                  <a:pt x="1426" y="768"/>
                </a:lnTo>
                <a:lnTo>
                  <a:pt x="1425" y="768"/>
                </a:lnTo>
                <a:lnTo>
                  <a:pt x="1425" y="769"/>
                </a:lnTo>
                <a:lnTo>
                  <a:pt x="1424" y="768"/>
                </a:lnTo>
                <a:lnTo>
                  <a:pt x="1423" y="768"/>
                </a:lnTo>
                <a:lnTo>
                  <a:pt x="1423" y="769"/>
                </a:lnTo>
                <a:lnTo>
                  <a:pt x="1422" y="769"/>
                </a:lnTo>
                <a:lnTo>
                  <a:pt x="1421" y="769"/>
                </a:lnTo>
                <a:lnTo>
                  <a:pt x="1421" y="770"/>
                </a:lnTo>
                <a:lnTo>
                  <a:pt x="1420" y="770"/>
                </a:lnTo>
                <a:lnTo>
                  <a:pt x="1420" y="769"/>
                </a:lnTo>
                <a:lnTo>
                  <a:pt x="1420" y="770"/>
                </a:lnTo>
                <a:lnTo>
                  <a:pt x="1419" y="770"/>
                </a:lnTo>
                <a:lnTo>
                  <a:pt x="1418" y="771"/>
                </a:lnTo>
                <a:lnTo>
                  <a:pt x="1417" y="771"/>
                </a:lnTo>
                <a:lnTo>
                  <a:pt x="1416" y="772"/>
                </a:lnTo>
                <a:lnTo>
                  <a:pt x="1415" y="772"/>
                </a:lnTo>
                <a:lnTo>
                  <a:pt x="1414" y="772"/>
                </a:lnTo>
                <a:lnTo>
                  <a:pt x="1413" y="772"/>
                </a:lnTo>
                <a:lnTo>
                  <a:pt x="1412" y="772"/>
                </a:lnTo>
                <a:lnTo>
                  <a:pt x="1412" y="773"/>
                </a:lnTo>
                <a:lnTo>
                  <a:pt x="1411" y="773"/>
                </a:lnTo>
                <a:lnTo>
                  <a:pt x="1410" y="773"/>
                </a:lnTo>
                <a:lnTo>
                  <a:pt x="1409" y="773"/>
                </a:lnTo>
                <a:lnTo>
                  <a:pt x="1408" y="773"/>
                </a:lnTo>
                <a:lnTo>
                  <a:pt x="1407" y="773"/>
                </a:lnTo>
                <a:lnTo>
                  <a:pt x="1407" y="772"/>
                </a:lnTo>
                <a:lnTo>
                  <a:pt x="1408" y="772"/>
                </a:lnTo>
                <a:lnTo>
                  <a:pt x="1408" y="771"/>
                </a:lnTo>
                <a:lnTo>
                  <a:pt x="1406" y="771"/>
                </a:lnTo>
                <a:lnTo>
                  <a:pt x="1406" y="772"/>
                </a:lnTo>
                <a:lnTo>
                  <a:pt x="1405" y="772"/>
                </a:lnTo>
                <a:lnTo>
                  <a:pt x="1404" y="772"/>
                </a:lnTo>
                <a:lnTo>
                  <a:pt x="1404" y="771"/>
                </a:lnTo>
                <a:lnTo>
                  <a:pt x="1403" y="771"/>
                </a:lnTo>
                <a:lnTo>
                  <a:pt x="1402" y="771"/>
                </a:lnTo>
                <a:lnTo>
                  <a:pt x="1401" y="771"/>
                </a:lnTo>
                <a:lnTo>
                  <a:pt x="1400" y="771"/>
                </a:lnTo>
                <a:lnTo>
                  <a:pt x="1400" y="772"/>
                </a:lnTo>
                <a:lnTo>
                  <a:pt x="1399" y="771"/>
                </a:lnTo>
                <a:lnTo>
                  <a:pt x="1398" y="770"/>
                </a:lnTo>
                <a:lnTo>
                  <a:pt x="1397" y="770"/>
                </a:lnTo>
                <a:lnTo>
                  <a:pt x="1396" y="770"/>
                </a:lnTo>
                <a:lnTo>
                  <a:pt x="1395" y="770"/>
                </a:lnTo>
                <a:lnTo>
                  <a:pt x="1395" y="769"/>
                </a:lnTo>
                <a:lnTo>
                  <a:pt x="1394" y="769"/>
                </a:lnTo>
                <a:lnTo>
                  <a:pt x="1393" y="769"/>
                </a:lnTo>
                <a:lnTo>
                  <a:pt x="1393" y="768"/>
                </a:lnTo>
                <a:lnTo>
                  <a:pt x="1392" y="768"/>
                </a:lnTo>
                <a:lnTo>
                  <a:pt x="1392" y="767"/>
                </a:lnTo>
                <a:lnTo>
                  <a:pt x="1391" y="767"/>
                </a:lnTo>
                <a:lnTo>
                  <a:pt x="1389" y="767"/>
                </a:lnTo>
                <a:lnTo>
                  <a:pt x="1389" y="766"/>
                </a:lnTo>
                <a:lnTo>
                  <a:pt x="1388" y="766"/>
                </a:lnTo>
                <a:lnTo>
                  <a:pt x="1387" y="767"/>
                </a:lnTo>
                <a:lnTo>
                  <a:pt x="1386" y="767"/>
                </a:lnTo>
                <a:lnTo>
                  <a:pt x="1385" y="767"/>
                </a:lnTo>
                <a:lnTo>
                  <a:pt x="1385" y="768"/>
                </a:lnTo>
                <a:lnTo>
                  <a:pt x="1386" y="768"/>
                </a:lnTo>
                <a:lnTo>
                  <a:pt x="1386" y="767"/>
                </a:lnTo>
                <a:lnTo>
                  <a:pt x="1387" y="767"/>
                </a:lnTo>
                <a:lnTo>
                  <a:pt x="1388" y="768"/>
                </a:lnTo>
                <a:lnTo>
                  <a:pt x="1388" y="769"/>
                </a:lnTo>
                <a:lnTo>
                  <a:pt x="1388" y="770"/>
                </a:lnTo>
                <a:lnTo>
                  <a:pt x="1388" y="769"/>
                </a:lnTo>
                <a:lnTo>
                  <a:pt x="1388" y="770"/>
                </a:lnTo>
                <a:lnTo>
                  <a:pt x="1388" y="771"/>
                </a:lnTo>
                <a:lnTo>
                  <a:pt x="1387" y="771"/>
                </a:lnTo>
                <a:lnTo>
                  <a:pt x="1387" y="770"/>
                </a:lnTo>
                <a:lnTo>
                  <a:pt x="1386" y="770"/>
                </a:lnTo>
                <a:lnTo>
                  <a:pt x="1386" y="771"/>
                </a:lnTo>
                <a:lnTo>
                  <a:pt x="1387" y="771"/>
                </a:lnTo>
                <a:lnTo>
                  <a:pt x="1386" y="771"/>
                </a:lnTo>
                <a:lnTo>
                  <a:pt x="1385" y="772"/>
                </a:lnTo>
                <a:lnTo>
                  <a:pt x="1386" y="772"/>
                </a:lnTo>
                <a:lnTo>
                  <a:pt x="1387" y="772"/>
                </a:lnTo>
                <a:lnTo>
                  <a:pt x="1387" y="773"/>
                </a:lnTo>
                <a:lnTo>
                  <a:pt x="1386" y="773"/>
                </a:lnTo>
                <a:lnTo>
                  <a:pt x="1385" y="773"/>
                </a:lnTo>
                <a:lnTo>
                  <a:pt x="1385" y="772"/>
                </a:lnTo>
                <a:lnTo>
                  <a:pt x="1384" y="772"/>
                </a:lnTo>
                <a:lnTo>
                  <a:pt x="1383" y="772"/>
                </a:lnTo>
                <a:lnTo>
                  <a:pt x="1382" y="772"/>
                </a:lnTo>
                <a:lnTo>
                  <a:pt x="1381" y="772"/>
                </a:lnTo>
                <a:lnTo>
                  <a:pt x="1380" y="773"/>
                </a:lnTo>
                <a:lnTo>
                  <a:pt x="1381" y="773"/>
                </a:lnTo>
                <a:lnTo>
                  <a:pt x="1381" y="774"/>
                </a:lnTo>
                <a:lnTo>
                  <a:pt x="1381" y="775"/>
                </a:lnTo>
                <a:lnTo>
                  <a:pt x="1382" y="776"/>
                </a:lnTo>
                <a:lnTo>
                  <a:pt x="1383" y="776"/>
                </a:lnTo>
                <a:lnTo>
                  <a:pt x="1384" y="776"/>
                </a:lnTo>
                <a:lnTo>
                  <a:pt x="1384" y="777"/>
                </a:lnTo>
                <a:lnTo>
                  <a:pt x="1383" y="777"/>
                </a:lnTo>
                <a:lnTo>
                  <a:pt x="1383" y="778"/>
                </a:lnTo>
                <a:lnTo>
                  <a:pt x="1384" y="778"/>
                </a:lnTo>
                <a:lnTo>
                  <a:pt x="1385" y="778"/>
                </a:lnTo>
                <a:lnTo>
                  <a:pt x="1385" y="779"/>
                </a:lnTo>
                <a:lnTo>
                  <a:pt x="1386" y="780"/>
                </a:lnTo>
                <a:lnTo>
                  <a:pt x="1386" y="782"/>
                </a:lnTo>
                <a:lnTo>
                  <a:pt x="1386" y="783"/>
                </a:lnTo>
                <a:lnTo>
                  <a:pt x="1387" y="783"/>
                </a:lnTo>
                <a:lnTo>
                  <a:pt x="1387" y="785"/>
                </a:lnTo>
                <a:lnTo>
                  <a:pt x="1387" y="786"/>
                </a:lnTo>
                <a:lnTo>
                  <a:pt x="1386" y="786"/>
                </a:lnTo>
                <a:lnTo>
                  <a:pt x="1387" y="786"/>
                </a:lnTo>
                <a:lnTo>
                  <a:pt x="1387" y="787"/>
                </a:lnTo>
                <a:lnTo>
                  <a:pt x="1388" y="787"/>
                </a:lnTo>
                <a:lnTo>
                  <a:pt x="1388" y="788"/>
                </a:lnTo>
                <a:lnTo>
                  <a:pt x="1389" y="788"/>
                </a:lnTo>
                <a:lnTo>
                  <a:pt x="1390" y="789"/>
                </a:lnTo>
                <a:lnTo>
                  <a:pt x="1390" y="790"/>
                </a:lnTo>
                <a:lnTo>
                  <a:pt x="1390" y="791"/>
                </a:lnTo>
                <a:lnTo>
                  <a:pt x="1391" y="791"/>
                </a:lnTo>
                <a:lnTo>
                  <a:pt x="1391" y="792"/>
                </a:lnTo>
                <a:lnTo>
                  <a:pt x="1392" y="792"/>
                </a:lnTo>
                <a:lnTo>
                  <a:pt x="1393" y="793"/>
                </a:lnTo>
                <a:lnTo>
                  <a:pt x="1393" y="794"/>
                </a:lnTo>
                <a:lnTo>
                  <a:pt x="1394" y="795"/>
                </a:lnTo>
                <a:lnTo>
                  <a:pt x="1395" y="795"/>
                </a:lnTo>
                <a:lnTo>
                  <a:pt x="1396" y="795"/>
                </a:lnTo>
                <a:lnTo>
                  <a:pt x="1397" y="795"/>
                </a:lnTo>
                <a:lnTo>
                  <a:pt x="1398" y="795"/>
                </a:lnTo>
                <a:lnTo>
                  <a:pt x="1397" y="796"/>
                </a:lnTo>
                <a:lnTo>
                  <a:pt x="1397" y="797"/>
                </a:lnTo>
                <a:lnTo>
                  <a:pt x="1397" y="798"/>
                </a:lnTo>
                <a:lnTo>
                  <a:pt x="1398" y="798"/>
                </a:lnTo>
                <a:lnTo>
                  <a:pt x="1399" y="798"/>
                </a:lnTo>
                <a:lnTo>
                  <a:pt x="1399" y="799"/>
                </a:lnTo>
                <a:lnTo>
                  <a:pt x="1398" y="800"/>
                </a:lnTo>
                <a:lnTo>
                  <a:pt x="1397" y="800"/>
                </a:lnTo>
                <a:lnTo>
                  <a:pt x="1396" y="800"/>
                </a:lnTo>
                <a:lnTo>
                  <a:pt x="1395" y="801"/>
                </a:lnTo>
                <a:lnTo>
                  <a:pt x="1395" y="800"/>
                </a:lnTo>
                <a:lnTo>
                  <a:pt x="1394" y="801"/>
                </a:lnTo>
                <a:lnTo>
                  <a:pt x="1393" y="801"/>
                </a:lnTo>
                <a:lnTo>
                  <a:pt x="1394" y="802"/>
                </a:lnTo>
                <a:lnTo>
                  <a:pt x="1393" y="802"/>
                </a:lnTo>
                <a:lnTo>
                  <a:pt x="1392" y="802"/>
                </a:lnTo>
                <a:lnTo>
                  <a:pt x="1391" y="802"/>
                </a:lnTo>
                <a:lnTo>
                  <a:pt x="1390" y="802"/>
                </a:lnTo>
                <a:lnTo>
                  <a:pt x="1389" y="802"/>
                </a:lnTo>
                <a:lnTo>
                  <a:pt x="1389" y="803"/>
                </a:lnTo>
                <a:lnTo>
                  <a:pt x="1388" y="803"/>
                </a:lnTo>
                <a:lnTo>
                  <a:pt x="1388" y="802"/>
                </a:lnTo>
                <a:lnTo>
                  <a:pt x="1387" y="803"/>
                </a:lnTo>
                <a:lnTo>
                  <a:pt x="1386" y="803"/>
                </a:lnTo>
                <a:lnTo>
                  <a:pt x="1386" y="802"/>
                </a:lnTo>
                <a:lnTo>
                  <a:pt x="1385" y="802"/>
                </a:lnTo>
                <a:lnTo>
                  <a:pt x="1385" y="803"/>
                </a:lnTo>
                <a:lnTo>
                  <a:pt x="1382" y="803"/>
                </a:lnTo>
                <a:lnTo>
                  <a:pt x="1381" y="803"/>
                </a:lnTo>
                <a:lnTo>
                  <a:pt x="1381" y="804"/>
                </a:lnTo>
                <a:lnTo>
                  <a:pt x="1380" y="805"/>
                </a:lnTo>
                <a:lnTo>
                  <a:pt x="1379" y="805"/>
                </a:lnTo>
                <a:lnTo>
                  <a:pt x="1379" y="804"/>
                </a:lnTo>
                <a:lnTo>
                  <a:pt x="1379" y="805"/>
                </a:lnTo>
                <a:lnTo>
                  <a:pt x="1379" y="806"/>
                </a:lnTo>
                <a:lnTo>
                  <a:pt x="1378" y="806"/>
                </a:lnTo>
                <a:lnTo>
                  <a:pt x="1378" y="805"/>
                </a:lnTo>
                <a:lnTo>
                  <a:pt x="1378" y="804"/>
                </a:lnTo>
                <a:lnTo>
                  <a:pt x="1378" y="803"/>
                </a:lnTo>
                <a:lnTo>
                  <a:pt x="1379" y="803"/>
                </a:lnTo>
                <a:lnTo>
                  <a:pt x="1379" y="802"/>
                </a:lnTo>
                <a:lnTo>
                  <a:pt x="1378" y="802"/>
                </a:lnTo>
                <a:lnTo>
                  <a:pt x="1377" y="801"/>
                </a:lnTo>
                <a:lnTo>
                  <a:pt x="1376" y="802"/>
                </a:lnTo>
                <a:lnTo>
                  <a:pt x="1375" y="803"/>
                </a:lnTo>
                <a:lnTo>
                  <a:pt x="1375" y="802"/>
                </a:lnTo>
                <a:lnTo>
                  <a:pt x="1374" y="802"/>
                </a:lnTo>
                <a:lnTo>
                  <a:pt x="1373" y="801"/>
                </a:lnTo>
                <a:lnTo>
                  <a:pt x="1372" y="802"/>
                </a:lnTo>
                <a:lnTo>
                  <a:pt x="1371" y="803"/>
                </a:lnTo>
                <a:lnTo>
                  <a:pt x="1371" y="804"/>
                </a:lnTo>
                <a:lnTo>
                  <a:pt x="1370" y="805"/>
                </a:lnTo>
                <a:lnTo>
                  <a:pt x="1369" y="805"/>
                </a:lnTo>
                <a:lnTo>
                  <a:pt x="1369" y="806"/>
                </a:lnTo>
                <a:lnTo>
                  <a:pt x="1369" y="807"/>
                </a:lnTo>
                <a:lnTo>
                  <a:pt x="1367" y="807"/>
                </a:lnTo>
                <a:lnTo>
                  <a:pt x="1366" y="807"/>
                </a:lnTo>
                <a:lnTo>
                  <a:pt x="1365" y="806"/>
                </a:lnTo>
                <a:lnTo>
                  <a:pt x="1364" y="806"/>
                </a:lnTo>
                <a:lnTo>
                  <a:pt x="1364" y="807"/>
                </a:lnTo>
                <a:lnTo>
                  <a:pt x="1363" y="807"/>
                </a:lnTo>
                <a:lnTo>
                  <a:pt x="1362" y="807"/>
                </a:lnTo>
                <a:lnTo>
                  <a:pt x="1361" y="806"/>
                </a:lnTo>
                <a:lnTo>
                  <a:pt x="1360" y="806"/>
                </a:lnTo>
                <a:lnTo>
                  <a:pt x="1360" y="805"/>
                </a:lnTo>
                <a:lnTo>
                  <a:pt x="1359" y="805"/>
                </a:lnTo>
                <a:lnTo>
                  <a:pt x="1358" y="805"/>
                </a:lnTo>
                <a:lnTo>
                  <a:pt x="1357" y="805"/>
                </a:lnTo>
                <a:lnTo>
                  <a:pt x="1357" y="804"/>
                </a:lnTo>
                <a:lnTo>
                  <a:pt x="1357" y="805"/>
                </a:lnTo>
                <a:lnTo>
                  <a:pt x="1356" y="805"/>
                </a:lnTo>
                <a:lnTo>
                  <a:pt x="1355" y="805"/>
                </a:lnTo>
                <a:lnTo>
                  <a:pt x="1355" y="806"/>
                </a:lnTo>
                <a:lnTo>
                  <a:pt x="1355" y="807"/>
                </a:lnTo>
                <a:lnTo>
                  <a:pt x="1354" y="807"/>
                </a:lnTo>
                <a:lnTo>
                  <a:pt x="1354" y="806"/>
                </a:lnTo>
                <a:lnTo>
                  <a:pt x="1354" y="805"/>
                </a:lnTo>
                <a:lnTo>
                  <a:pt x="1353" y="805"/>
                </a:lnTo>
                <a:lnTo>
                  <a:pt x="1353" y="804"/>
                </a:lnTo>
                <a:lnTo>
                  <a:pt x="1352" y="804"/>
                </a:lnTo>
                <a:lnTo>
                  <a:pt x="1351" y="804"/>
                </a:lnTo>
                <a:lnTo>
                  <a:pt x="1350" y="804"/>
                </a:lnTo>
                <a:lnTo>
                  <a:pt x="1349" y="804"/>
                </a:lnTo>
                <a:lnTo>
                  <a:pt x="1348" y="804"/>
                </a:lnTo>
                <a:lnTo>
                  <a:pt x="1347" y="804"/>
                </a:lnTo>
                <a:lnTo>
                  <a:pt x="1347" y="805"/>
                </a:lnTo>
                <a:lnTo>
                  <a:pt x="1347" y="806"/>
                </a:lnTo>
                <a:lnTo>
                  <a:pt x="1347" y="807"/>
                </a:lnTo>
                <a:lnTo>
                  <a:pt x="1346" y="807"/>
                </a:lnTo>
                <a:lnTo>
                  <a:pt x="1345" y="807"/>
                </a:lnTo>
                <a:lnTo>
                  <a:pt x="1345" y="808"/>
                </a:lnTo>
                <a:lnTo>
                  <a:pt x="1345" y="809"/>
                </a:lnTo>
                <a:lnTo>
                  <a:pt x="1344" y="810"/>
                </a:lnTo>
                <a:lnTo>
                  <a:pt x="1343" y="810"/>
                </a:lnTo>
                <a:lnTo>
                  <a:pt x="1343" y="809"/>
                </a:lnTo>
                <a:lnTo>
                  <a:pt x="1342" y="809"/>
                </a:lnTo>
                <a:lnTo>
                  <a:pt x="1342" y="810"/>
                </a:lnTo>
                <a:lnTo>
                  <a:pt x="1341" y="810"/>
                </a:lnTo>
                <a:lnTo>
                  <a:pt x="1340" y="810"/>
                </a:lnTo>
                <a:lnTo>
                  <a:pt x="1339" y="810"/>
                </a:lnTo>
                <a:lnTo>
                  <a:pt x="1338" y="810"/>
                </a:lnTo>
                <a:lnTo>
                  <a:pt x="1338" y="809"/>
                </a:lnTo>
                <a:lnTo>
                  <a:pt x="1338" y="808"/>
                </a:lnTo>
                <a:lnTo>
                  <a:pt x="1338" y="807"/>
                </a:lnTo>
                <a:lnTo>
                  <a:pt x="1338" y="806"/>
                </a:lnTo>
                <a:lnTo>
                  <a:pt x="1338" y="805"/>
                </a:lnTo>
                <a:lnTo>
                  <a:pt x="1337" y="805"/>
                </a:lnTo>
                <a:lnTo>
                  <a:pt x="1337" y="804"/>
                </a:lnTo>
                <a:lnTo>
                  <a:pt x="1336" y="804"/>
                </a:lnTo>
                <a:lnTo>
                  <a:pt x="1335" y="804"/>
                </a:lnTo>
                <a:lnTo>
                  <a:pt x="1334" y="803"/>
                </a:lnTo>
                <a:lnTo>
                  <a:pt x="1333" y="803"/>
                </a:lnTo>
                <a:lnTo>
                  <a:pt x="1332" y="803"/>
                </a:lnTo>
                <a:lnTo>
                  <a:pt x="1332" y="802"/>
                </a:lnTo>
                <a:lnTo>
                  <a:pt x="1331" y="802"/>
                </a:lnTo>
                <a:lnTo>
                  <a:pt x="1330" y="802"/>
                </a:lnTo>
                <a:lnTo>
                  <a:pt x="1330" y="801"/>
                </a:lnTo>
                <a:lnTo>
                  <a:pt x="1329" y="800"/>
                </a:lnTo>
                <a:lnTo>
                  <a:pt x="1330" y="799"/>
                </a:lnTo>
                <a:lnTo>
                  <a:pt x="1330" y="798"/>
                </a:lnTo>
                <a:lnTo>
                  <a:pt x="1330" y="797"/>
                </a:lnTo>
                <a:lnTo>
                  <a:pt x="1329" y="796"/>
                </a:lnTo>
                <a:lnTo>
                  <a:pt x="1328" y="796"/>
                </a:lnTo>
                <a:lnTo>
                  <a:pt x="1327" y="796"/>
                </a:lnTo>
                <a:lnTo>
                  <a:pt x="1326" y="795"/>
                </a:lnTo>
                <a:lnTo>
                  <a:pt x="1326" y="794"/>
                </a:lnTo>
                <a:lnTo>
                  <a:pt x="1325" y="794"/>
                </a:lnTo>
                <a:lnTo>
                  <a:pt x="1325" y="795"/>
                </a:lnTo>
                <a:lnTo>
                  <a:pt x="1324" y="795"/>
                </a:lnTo>
                <a:lnTo>
                  <a:pt x="1323" y="795"/>
                </a:lnTo>
                <a:lnTo>
                  <a:pt x="1322" y="795"/>
                </a:lnTo>
                <a:lnTo>
                  <a:pt x="1322" y="794"/>
                </a:lnTo>
                <a:lnTo>
                  <a:pt x="1322" y="793"/>
                </a:lnTo>
                <a:lnTo>
                  <a:pt x="1321" y="792"/>
                </a:lnTo>
                <a:lnTo>
                  <a:pt x="1320" y="792"/>
                </a:lnTo>
                <a:lnTo>
                  <a:pt x="1320" y="791"/>
                </a:lnTo>
                <a:lnTo>
                  <a:pt x="1321" y="791"/>
                </a:lnTo>
                <a:lnTo>
                  <a:pt x="1320" y="791"/>
                </a:lnTo>
                <a:lnTo>
                  <a:pt x="1319" y="791"/>
                </a:lnTo>
                <a:lnTo>
                  <a:pt x="1318" y="791"/>
                </a:lnTo>
                <a:lnTo>
                  <a:pt x="1317" y="791"/>
                </a:lnTo>
                <a:lnTo>
                  <a:pt x="1316" y="790"/>
                </a:lnTo>
                <a:lnTo>
                  <a:pt x="1316" y="789"/>
                </a:lnTo>
                <a:lnTo>
                  <a:pt x="1314" y="789"/>
                </a:lnTo>
                <a:lnTo>
                  <a:pt x="1314" y="790"/>
                </a:lnTo>
                <a:lnTo>
                  <a:pt x="1313" y="790"/>
                </a:lnTo>
                <a:lnTo>
                  <a:pt x="1312" y="789"/>
                </a:lnTo>
                <a:lnTo>
                  <a:pt x="1312" y="788"/>
                </a:lnTo>
                <a:lnTo>
                  <a:pt x="1310" y="788"/>
                </a:lnTo>
                <a:lnTo>
                  <a:pt x="1309" y="788"/>
                </a:lnTo>
                <a:lnTo>
                  <a:pt x="1308" y="788"/>
                </a:lnTo>
                <a:lnTo>
                  <a:pt x="1307" y="789"/>
                </a:lnTo>
                <a:lnTo>
                  <a:pt x="1306" y="790"/>
                </a:lnTo>
                <a:lnTo>
                  <a:pt x="1305" y="790"/>
                </a:lnTo>
                <a:lnTo>
                  <a:pt x="1304" y="790"/>
                </a:lnTo>
                <a:lnTo>
                  <a:pt x="1304" y="789"/>
                </a:lnTo>
                <a:lnTo>
                  <a:pt x="1302" y="789"/>
                </a:lnTo>
                <a:lnTo>
                  <a:pt x="1301" y="789"/>
                </a:lnTo>
                <a:lnTo>
                  <a:pt x="1301" y="788"/>
                </a:lnTo>
                <a:lnTo>
                  <a:pt x="1300" y="789"/>
                </a:lnTo>
                <a:lnTo>
                  <a:pt x="1300" y="788"/>
                </a:lnTo>
                <a:lnTo>
                  <a:pt x="1299" y="788"/>
                </a:lnTo>
                <a:lnTo>
                  <a:pt x="1298" y="788"/>
                </a:lnTo>
                <a:lnTo>
                  <a:pt x="1297" y="788"/>
                </a:lnTo>
                <a:lnTo>
                  <a:pt x="1297" y="787"/>
                </a:lnTo>
                <a:lnTo>
                  <a:pt x="1295" y="788"/>
                </a:lnTo>
                <a:lnTo>
                  <a:pt x="1295" y="789"/>
                </a:lnTo>
                <a:lnTo>
                  <a:pt x="1294" y="789"/>
                </a:lnTo>
                <a:lnTo>
                  <a:pt x="1294" y="790"/>
                </a:lnTo>
                <a:lnTo>
                  <a:pt x="1293" y="790"/>
                </a:lnTo>
                <a:lnTo>
                  <a:pt x="1292" y="790"/>
                </a:lnTo>
                <a:lnTo>
                  <a:pt x="1291" y="790"/>
                </a:lnTo>
                <a:lnTo>
                  <a:pt x="1290" y="790"/>
                </a:lnTo>
                <a:lnTo>
                  <a:pt x="1290" y="791"/>
                </a:lnTo>
                <a:lnTo>
                  <a:pt x="1290" y="790"/>
                </a:lnTo>
                <a:lnTo>
                  <a:pt x="1289" y="790"/>
                </a:lnTo>
                <a:lnTo>
                  <a:pt x="1288" y="790"/>
                </a:lnTo>
                <a:lnTo>
                  <a:pt x="1288" y="791"/>
                </a:lnTo>
                <a:lnTo>
                  <a:pt x="1287" y="791"/>
                </a:lnTo>
                <a:lnTo>
                  <a:pt x="1286" y="791"/>
                </a:lnTo>
                <a:lnTo>
                  <a:pt x="1286" y="790"/>
                </a:lnTo>
                <a:lnTo>
                  <a:pt x="1285" y="790"/>
                </a:lnTo>
                <a:lnTo>
                  <a:pt x="1285" y="789"/>
                </a:lnTo>
                <a:lnTo>
                  <a:pt x="1284" y="789"/>
                </a:lnTo>
                <a:lnTo>
                  <a:pt x="1283" y="789"/>
                </a:lnTo>
                <a:lnTo>
                  <a:pt x="1282" y="789"/>
                </a:lnTo>
                <a:lnTo>
                  <a:pt x="1282" y="790"/>
                </a:lnTo>
                <a:lnTo>
                  <a:pt x="1282" y="789"/>
                </a:lnTo>
                <a:lnTo>
                  <a:pt x="1281" y="789"/>
                </a:lnTo>
                <a:lnTo>
                  <a:pt x="1280" y="789"/>
                </a:lnTo>
                <a:lnTo>
                  <a:pt x="1279" y="789"/>
                </a:lnTo>
                <a:lnTo>
                  <a:pt x="1279" y="790"/>
                </a:lnTo>
                <a:lnTo>
                  <a:pt x="1279" y="791"/>
                </a:lnTo>
                <a:lnTo>
                  <a:pt x="1279" y="792"/>
                </a:lnTo>
                <a:lnTo>
                  <a:pt x="1278" y="792"/>
                </a:lnTo>
                <a:lnTo>
                  <a:pt x="1278" y="793"/>
                </a:lnTo>
                <a:lnTo>
                  <a:pt x="1278" y="794"/>
                </a:lnTo>
                <a:lnTo>
                  <a:pt x="1278" y="795"/>
                </a:lnTo>
                <a:lnTo>
                  <a:pt x="1277" y="795"/>
                </a:lnTo>
                <a:lnTo>
                  <a:pt x="1276" y="795"/>
                </a:lnTo>
                <a:lnTo>
                  <a:pt x="1276" y="794"/>
                </a:lnTo>
                <a:lnTo>
                  <a:pt x="1276" y="795"/>
                </a:lnTo>
                <a:lnTo>
                  <a:pt x="1274" y="796"/>
                </a:lnTo>
                <a:lnTo>
                  <a:pt x="1275" y="796"/>
                </a:lnTo>
                <a:lnTo>
                  <a:pt x="1275" y="797"/>
                </a:lnTo>
                <a:lnTo>
                  <a:pt x="1275" y="798"/>
                </a:lnTo>
                <a:lnTo>
                  <a:pt x="1275" y="799"/>
                </a:lnTo>
                <a:lnTo>
                  <a:pt x="1274" y="799"/>
                </a:lnTo>
                <a:lnTo>
                  <a:pt x="1274" y="800"/>
                </a:lnTo>
                <a:lnTo>
                  <a:pt x="1275" y="801"/>
                </a:lnTo>
                <a:lnTo>
                  <a:pt x="1275" y="802"/>
                </a:lnTo>
                <a:lnTo>
                  <a:pt x="1275" y="803"/>
                </a:lnTo>
                <a:lnTo>
                  <a:pt x="1274" y="804"/>
                </a:lnTo>
                <a:lnTo>
                  <a:pt x="1275" y="804"/>
                </a:lnTo>
                <a:lnTo>
                  <a:pt x="1276" y="805"/>
                </a:lnTo>
                <a:lnTo>
                  <a:pt x="1276" y="806"/>
                </a:lnTo>
                <a:lnTo>
                  <a:pt x="1277" y="806"/>
                </a:lnTo>
                <a:lnTo>
                  <a:pt x="1277" y="807"/>
                </a:lnTo>
                <a:lnTo>
                  <a:pt x="1277" y="808"/>
                </a:lnTo>
                <a:lnTo>
                  <a:pt x="1276" y="809"/>
                </a:lnTo>
                <a:lnTo>
                  <a:pt x="1277" y="809"/>
                </a:lnTo>
                <a:lnTo>
                  <a:pt x="1278" y="810"/>
                </a:lnTo>
                <a:lnTo>
                  <a:pt x="1279" y="810"/>
                </a:lnTo>
                <a:lnTo>
                  <a:pt x="1279" y="811"/>
                </a:lnTo>
                <a:lnTo>
                  <a:pt x="1280" y="811"/>
                </a:lnTo>
                <a:lnTo>
                  <a:pt x="1280" y="812"/>
                </a:lnTo>
                <a:lnTo>
                  <a:pt x="1281" y="813"/>
                </a:lnTo>
                <a:lnTo>
                  <a:pt x="1281" y="814"/>
                </a:lnTo>
                <a:lnTo>
                  <a:pt x="1280" y="814"/>
                </a:lnTo>
                <a:lnTo>
                  <a:pt x="1281" y="814"/>
                </a:lnTo>
                <a:lnTo>
                  <a:pt x="1281" y="815"/>
                </a:lnTo>
                <a:lnTo>
                  <a:pt x="1280" y="815"/>
                </a:lnTo>
                <a:lnTo>
                  <a:pt x="1280" y="816"/>
                </a:lnTo>
                <a:lnTo>
                  <a:pt x="1280" y="817"/>
                </a:lnTo>
                <a:lnTo>
                  <a:pt x="1281" y="817"/>
                </a:lnTo>
                <a:lnTo>
                  <a:pt x="1281" y="818"/>
                </a:lnTo>
                <a:lnTo>
                  <a:pt x="1281" y="819"/>
                </a:lnTo>
                <a:lnTo>
                  <a:pt x="1282" y="819"/>
                </a:lnTo>
                <a:lnTo>
                  <a:pt x="1282" y="820"/>
                </a:lnTo>
                <a:lnTo>
                  <a:pt x="1282" y="821"/>
                </a:lnTo>
                <a:lnTo>
                  <a:pt x="1282" y="822"/>
                </a:lnTo>
                <a:lnTo>
                  <a:pt x="1281" y="822"/>
                </a:lnTo>
                <a:lnTo>
                  <a:pt x="1280" y="822"/>
                </a:lnTo>
                <a:lnTo>
                  <a:pt x="1280" y="823"/>
                </a:lnTo>
                <a:lnTo>
                  <a:pt x="1280" y="824"/>
                </a:lnTo>
                <a:lnTo>
                  <a:pt x="1278" y="824"/>
                </a:lnTo>
                <a:lnTo>
                  <a:pt x="1277" y="824"/>
                </a:lnTo>
                <a:lnTo>
                  <a:pt x="1276" y="824"/>
                </a:lnTo>
                <a:lnTo>
                  <a:pt x="1275" y="824"/>
                </a:lnTo>
                <a:lnTo>
                  <a:pt x="1275" y="825"/>
                </a:lnTo>
                <a:lnTo>
                  <a:pt x="1275" y="826"/>
                </a:lnTo>
                <a:lnTo>
                  <a:pt x="1274" y="826"/>
                </a:lnTo>
                <a:lnTo>
                  <a:pt x="1274" y="827"/>
                </a:lnTo>
                <a:lnTo>
                  <a:pt x="1273" y="827"/>
                </a:lnTo>
                <a:lnTo>
                  <a:pt x="1273" y="828"/>
                </a:lnTo>
                <a:lnTo>
                  <a:pt x="1272" y="828"/>
                </a:lnTo>
                <a:lnTo>
                  <a:pt x="1272" y="827"/>
                </a:lnTo>
                <a:lnTo>
                  <a:pt x="1271" y="827"/>
                </a:lnTo>
                <a:lnTo>
                  <a:pt x="1271" y="828"/>
                </a:lnTo>
                <a:lnTo>
                  <a:pt x="1271" y="829"/>
                </a:lnTo>
                <a:lnTo>
                  <a:pt x="1271" y="830"/>
                </a:lnTo>
                <a:lnTo>
                  <a:pt x="1271" y="831"/>
                </a:lnTo>
                <a:lnTo>
                  <a:pt x="1271" y="832"/>
                </a:lnTo>
                <a:lnTo>
                  <a:pt x="1272" y="833"/>
                </a:lnTo>
                <a:lnTo>
                  <a:pt x="1273" y="833"/>
                </a:lnTo>
                <a:lnTo>
                  <a:pt x="1273" y="834"/>
                </a:lnTo>
                <a:lnTo>
                  <a:pt x="1272" y="834"/>
                </a:lnTo>
                <a:lnTo>
                  <a:pt x="1272" y="835"/>
                </a:lnTo>
                <a:lnTo>
                  <a:pt x="1271" y="835"/>
                </a:lnTo>
                <a:lnTo>
                  <a:pt x="1270" y="835"/>
                </a:lnTo>
                <a:lnTo>
                  <a:pt x="1269" y="833"/>
                </a:lnTo>
                <a:lnTo>
                  <a:pt x="1268" y="833"/>
                </a:lnTo>
                <a:lnTo>
                  <a:pt x="1268" y="834"/>
                </a:lnTo>
                <a:lnTo>
                  <a:pt x="1268" y="835"/>
                </a:lnTo>
                <a:lnTo>
                  <a:pt x="1267" y="835"/>
                </a:lnTo>
                <a:lnTo>
                  <a:pt x="1266" y="835"/>
                </a:lnTo>
                <a:lnTo>
                  <a:pt x="1266" y="836"/>
                </a:lnTo>
                <a:lnTo>
                  <a:pt x="1265" y="837"/>
                </a:lnTo>
                <a:lnTo>
                  <a:pt x="1265" y="836"/>
                </a:lnTo>
                <a:lnTo>
                  <a:pt x="1264" y="837"/>
                </a:lnTo>
                <a:lnTo>
                  <a:pt x="1264" y="838"/>
                </a:lnTo>
                <a:lnTo>
                  <a:pt x="1263" y="838"/>
                </a:lnTo>
                <a:lnTo>
                  <a:pt x="1263" y="837"/>
                </a:lnTo>
                <a:lnTo>
                  <a:pt x="1262" y="837"/>
                </a:lnTo>
                <a:lnTo>
                  <a:pt x="1262" y="838"/>
                </a:lnTo>
                <a:lnTo>
                  <a:pt x="1261" y="839"/>
                </a:lnTo>
                <a:lnTo>
                  <a:pt x="1260" y="840"/>
                </a:lnTo>
                <a:lnTo>
                  <a:pt x="1259" y="840"/>
                </a:lnTo>
                <a:lnTo>
                  <a:pt x="1258" y="841"/>
                </a:lnTo>
                <a:lnTo>
                  <a:pt x="1259" y="841"/>
                </a:lnTo>
                <a:lnTo>
                  <a:pt x="1260" y="841"/>
                </a:lnTo>
                <a:lnTo>
                  <a:pt x="1260" y="842"/>
                </a:lnTo>
                <a:lnTo>
                  <a:pt x="1261" y="842"/>
                </a:lnTo>
                <a:lnTo>
                  <a:pt x="1261" y="843"/>
                </a:lnTo>
                <a:lnTo>
                  <a:pt x="1261" y="844"/>
                </a:lnTo>
                <a:lnTo>
                  <a:pt x="1261" y="845"/>
                </a:lnTo>
                <a:lnTo>
                  <a:pt x="1261" y="846"/>
                </a:lnTo>
                <a:lnTo>
                  <a:pt x="1261" y="847"/>
                </a:lnTo>
                <a:lnTo>
                  <a:pt x="1260" y="847"/>
                </a:lnTo>
                <a:lnTo>
                  <a:pt x="1261" y="847"/>
                </a:lnTo>
                <a:lnTo>
                  <a:pt x="1262" y="847"/>
                </a:lnTo>
                <a:lnTo>
                  <a:pt x="1263" y="848"/>
                </a:lnTo>
                <a:lnTo>
                  <a:pt x="1264" y="848"/>
                </a:lnTo>
                <a:lnTo>
                  <a:pt x="1264" y="847"/>
                </a:lnTo>
                <a:lnTo>
                  <a:pt x="1265" y="847"/>
                </a:lnTo>
                <a:lnTo>
                  <a:pt x="1265" y="848"/>
                </a:lnTo>
                <a:lnTo>
                  <a:pt x="1266" y="848"/>
                </a:lnTo>
                <a:lnTo>
                  <a:pt x="1266" y="847"/>
                </a:lnTo>
                <a:lnTo>
                  <a:pt x="1267" y="847"/>
                </a:lnTo>
                <a:lnTo>
                  <a:pt x="1268" y="846"/>
                </a:lnTo>
                <a:lnTo>
                  <a:pt x="1268" y="847"/>
                </a:lnTo>
                <a:lnTo>
                  <a:pt x="1269" y="847"/>
                </a:lnTo>
                <a:lnTo>
                  <a:pt x="1269" y="846"/>
                </a:lnTo>
                <a:lnTo>
                  <a:pt x="1270" y="846"/>
                </a:lnTo>
                <a:lnTo>
                  <a:pt x="1270" y="847"/>
                </a:lnTo>
                <a:lnTo>
                  <a:pt x="1271" y="847"/>
                </a:lnTo>
                <a:lnTo>
                  <a:pt x="1271" y="846"/>
                </a:lnTo>
                <a:lnTo>
                  <a:pt x="1272" y="846"/>
                </a:lnTo>
                <a:lnTo>
                  <a:pt x="1273" y="846"/>
                </a:lnTo>
                <a:lnTo>
                  <a:pt x="1273" y="847"/>
                </a:lnTo>
                <a:lnTo>
                  <a:pt x="1274" y="847"/>
                </a:lnTo>
                <a:lnTo>
                  <a:pt x="1274" y="846"/>
                </a:lnTo>
                <a:lnTo>
                  <a:pt x="1274" y="847"/>
                </a:lnTo>
                <a:lnTo>
                  <a:pt x="1275" y="848"/>
                </a:lnTo>
                <a:lnTo>
                  <a:pt x="1276" y="848"/>
                </a:lnTo>
                <a:lnTo>
                  <a:pt x="1276" y="849"/>
                </a:lnTo>
                <a:lnTo>
                  <a:pt x="1277" y="849"/>
                </a:lnTo>
                <a:lnTo>
                  <a:pt x="1278" y="849"/>
                </a:lnTo>
                <a:lnTo>
                  <a:pt x="1278" y="850"/>
                </a:lnTo>
                <a:lnTo>
                  <a:pt x="1279" y="850"/>
                </a:lnTo>
                <a:lnTo>
                  <a:pt x="1279" y="851"/>
                </a:lnTo>
                <a:lnTo>
                  <a:pt x="1280" y="850"/>
                </a:lnTo>
                <a:lnTo>
                  <a:pt x="1281" y="850"/>
                </a:lnTo>
                <a:lnTo>
                  <a:pt x="1282" y="851"/>
                </a:lnTo>
                <a:lnTo>
                  <a:pt x="1282" y="852"/>
                </a:lnTo>
                <a:lnTo>
                  <a:pt x="1283" y="852"/>
                </a:lnTo>
                <a:lnTo>
                  <a:pt x="1283" y="853"/>
                </a:lnTo>
                <a:lnTo>
                  <a:pt x="1284" y="853"/>
                </a:lnTo>
                <a:lnTo>
                  <a:pt x="1284" y="852"/>
                </a:lnTo>
                <a:lnTo>
                  <a:pt x="1285" y="853"/>
                </a:lnTo>
                <a:lnTo>
                  <a:pt x="1284" y="853"/>
                </a:lnTo>
                <a:lnTo>
                  <a:pt x="1284" y="854"/>
                </a:lnTo>
                <a:lnTo>
                  <a:pt x="1285" y="854"/>
                </a:lnTo>
                <a:lnTo>
                  <a:pt x="1286" y="854"/>
                </a:lnTo>
                <a:lnTo>
                  <a:pt x="1286" y="855"/>
                </a:lnTo>
                <a:lnTo>
                  <a:pt x="1286" y="856"/>
                </a:lnTo>
                <a:lnTo>
                  <a:pt x="1287" y="857"/>
                </a:lnTo>
                <a:lnTo>
                  <a:pt x="1287" y="858"/>
                </a:lnTo>
                <a:lnTo>
                  <a:pt x="1287" y="859"/>
                </a:lnTo>
                <a:lnTo>
                  <a:pt x="1288" y="859"/>
                </a:lnTo>
                <a:lnTo>
                  <a:pt x="1288" y="860"/>
                </a:lnTo>
                <a:lnTo>
                  <a:pt x="1289" y="860"/>
                </a:lnTo>
                <a:lnTo>
                  <a:pt x="1290" y="861"/>
                </a:lnTo>
                <a:lnTo>
                  <a:pt x="1291" y="861"/>
                </a:lnTo>
                <a:lnTo>
                  <a:pt x="1292" y="861"/>
                </a:lnTo>
                <a:lnTo>
                  <a:pt x="1292" y="862"/>
                </a:lnTo>
                <a:lnTo>
                  <a:pt x="1292" y="861"/>
                </a:lnTo>
                <a:lnTo>
                  <a:pt x="1293" y="861"/>
                </a:lnTo>
                <a:lnTo>
                  <a:pt x="1293" y="862"/>
                </a:lnTo>
                <a:lnTo>
                  <a:pt x="1294" y="862"/>
                </a:lnTo>
                <a:lnTo>
                  <a:pt x="1295" y="862"/>
                </a:lnTo>
                <a:lnTo>
                  <a:pt x="1295" y="864"/>
                </a:lnTo>
                <a:lnTo>
                  <a:pt x="1295" y="865"/>
                </a:lnTo>
                <a:lnTo>
                  <a:pt x="1294" y="865"/>
                </a:lnTo>
                <a:lnTo>
                  <a:pt x="1293" y="865"/>
                </a:lnTo>
                <a:lnTo>
                  <a:pt x="1292" y="865"/>
                </a:lnTo>
                <a:lnTo>
                  <a:pt x="1292" y="866"/>
                </a:lnTo>
                <a:lnTo>
                  <a:pt x="1293" y="867"/>
                </a:lnTo>
                <a:lnTo>
                  <a:pt x="1294" y="867"/>
                </a:lnTo>
                <a:lnTo>
                  <a:pt x="1294" y="868"/>
                </a:lnTo>
                <a:lnTo>
                  <a:pt x="1294" y="869"/>
                </a:lnTo>
                <a:lnTo>
                  <a:pt x="1294" y="870"/>
                </a:lnTo>
                <a:lnTo>
                  <a:pt x="1293" y="870"/>
                </a:lnTo>
                <a:lnTo>
                  <a:pt x="1293" y="871"/>
                </a:lnTo>
                <a:lnTo>
                  <a:pt x="1294" y="871"/>
                </a:lnTo>
                <a:lnTo>
                  <a:pt x="1293" y="872"/>
                </a:lnTo>
                <a:lnTo>
                  <a:pt x="1292" y="872"/>
                </a:lnTo>
                <a:lnTo>
                  <a:pt x="1292" y="873"/>
                </a:lnTo>
                <a:lnTo>
                  <a:pt x="1292" y="874"/>
                </a:lnTo>
                <a:lnTo>
                  <a:pt x="1291" y="874"/>
                </a:lnTo>
                <a:lnTo>
                  <a:pt x="1290" y="875"/>
                </a:lnTo>
                <a:lnTo>
                  <a:pt x="1289" y="875"/>
                </a:lnTo>
                <a:lnTo>
                  <a:pt x="1288" y="875"/>
                </a:lnTo>
                <a:lnTo>
                  <a:pt x="1288" y="874"/>
                </a:lnTo>
                <a:lnTo>
                  <a:pt x="1287" y="874"/>
                </a:lnTo>
                <a:lnTo>
                  <a:pt x="1286" y="873"/>
                </a:lnTo>
                <a:lnTo>
                  <a:pt x="1285" y="873"/>
                </a:lnTo>
                <a:lnTo>
                  <a:pt x="1284" y="874"/>
                </a:lnTo>
                <a:lnTo>
                  <a:pt x="1284" y="875"/>
                </a:lnTo>
                <a:lnTo>
                  <a:pt x="1283" y="875"/>
                </a:lnTo>
                <a:lnTo>
                  <a:pt x="1283" y="874"/>
                </a:lnTo>
                <a:lnTo>
                  <a:pt x="1283" y="873"/>
                </a:lnTo>
                <a:lnTo>
                  <a:pt x="1283" y="872"/>
                </a:lnTo>
                <a:lnTo>
                  <a:pt x="1282" y="872"/>
                </a:lnTo>
                <a:lnTo>
                  <a:pt x="1282" y="871"/>
                </a:lnTo>
                <a:lnTo>
                  <a:pt x="1281" y="871"/>
                </a:lnTo>
                <a:lnTo>
                  <a:pt x="1280" y="871"/>
                </a:lnTo>
                <a:lnTo>
                  <a:pt x="1279" y="871"/>
                </a:lnTo>
                <a:lnTo>
                  <a:pt x="1279" y="870"/>
                </a:lnTo>
                <a:lnTo>
                  <a:pt x="1278" y="870"/>
                </a:lnTo>
                <a:lnTo>
                  <a:pt x="1277" y="871"/>
                </a:lnTo>
                <a:lnTo>
                  <a:pt x="1276" y="871"/>
                </a:lnTo>
                <a:lnTo>
                  <a:pt x="1276" y="872"/>
                </a:lnTo>
                <a:lnTo>
                  <a:pt x="1276" y="873"/>
                </a:lnTo>
                <a:lnTo>
                  <a:pt x="1275" y="874"/>
                </a:lnTo>
                <a:lnTo>
                  <a:pt x="1274" y="874"/>
                </a:lnTo>
                <a:lnTo>
                  <a:pt x="1274" y="875"/>
                </a:lnTo>
                <a:lnTo>
                  <a:pt x="1275" y="875"/>
                </a:lnTo>
                <a:lnTo>
                  <a:pt x="1276" y="875"/>
                </a:lnTo>
                <a:lnTo>
                  <a:pt x="1277" y="875"/>
                </a:lnTo>
                <a:lnTo>
                  <a:pt x="1277" y="874"/>
                </a:lnTo>
                <a:lnTo>
                  <a:pt x="1278" y="874"/>
                </a:lnTo>
                <a:lnTo>
                  <a:pt x="1279" y="875"/>
                </a:lnTo>
                <a:lnTo>
                  <a:pt x="1280" y="877"/>
                </a:lnTo>
                <a:lnTo>
                  <a:pt x="1281" y="877"/>
                </a:lnTo>
                <a:lnTo>
                  <a:pt x="1281" y="878"/>
                </a:lnTo>
                <a:lnTo>
                  <a:pt x="1280" y="879"/>
                </a:lnTo>
                <a:lnTo>
                  <a:pt x="1281" y="879"/>
                </a:lnTo>
                <a:lnTo>
                  <a:pt x="1281" y="880"/>
                </a:lnTo>
                <a:lnTo>
                  <a:pt x="1281" y="881"/>
                </a:lnTo>
                <a:lnTo>
                  <a:pt x="1281" y="882"/>
                </a:lnTo>
                <a:lnTo>
                  <a:pt x="1282" y="882"/>
                </a:lnTo>
                <a:lnTo>
                  <a:pt x="1282" y="883"/>
                </a:lnTo>
                <a:lnTo>
                  <a:pt x="1282" y="884"/>
                </a:lnTo>
                <a:lnTo>
                  <a:pt x="1283" y="884"/>
                </a:lnTo>
                <a:lnTo>
                  <a:pt x="1283" y="885"/>
                </a:lnTo>
                <a:lnTo>
                  <a:pt x="1283" y="886"/>
                </a:lnTo>
                <a:lnTo>
                  <a:pt x="1282" y="887"/>
                </a:lnTo>
                <a:lnTo>
                  <a:pt x="1281" y="889"/>
                </a:lnTo>
                <a:lnTo>
                  <a:pt x="1280" y="889"/>
                </a:lnTo>
                <a:lnTo>
                  <a:pt x="1279" y="889"/>
                </a:lnTo>
                <a:lnTo>
                  <a:pt x="1278" y="889"/>
                </a:lnTo>
                <a:lnTo>
                  <a:pt x="1277" y="889"/>
                </a:lnTo>
                <a:lnTo>
                  <a:pt x="1276" y="889"/>
                </a:lnTo>
                <a:lnTo>
                  <a:pt x="1275" y="889"/>
                </a:lnTo>
                <a:lnTo>
                  <a:pt x="1275" y="890"/>
                </a:lnTo>
                <a:lnTo>
                  <a:pt x="1275" y="891"/>
                </a:lnTo>
                <a:lnTo>
                  <a:pt x="1276" y="891"/>
                </a:lnTo>
                <a:lnTo>
                  <a:pt x="1276" y="892"/>
                </a:lnTo>
                <a:lnTo>
                  <a:pt x="1276" y="893"/>
                </a:lnTo>
                <a:lnTo>
                  <a:pt x="1276" y="894"/>
                </a:lnTo>
                <a:lnTo>
                  <a:pt x="1275" y="894"/>
                </a:lnTo>
                <a:lnTo>
                  <a:pt x="1274" y="895"/>
                </a:lnTo>
                <a:lnTo>
                  <a:pt x="1274" y="896"/>
                </a:lnTo>
                <a:lnTo>
                  <a:pt x="1274" y="897"/>
                </a:lnTo>
                <a:lnTo>
                  <a:pt x="1274" y="896"/>
                </a:lnTo>
                <a:lnTo>
                  <a:pt x="1273" y="896"/>
                </a:lnTo>
                <a:lnTo>
                  <a:pt x="1273" y="897"/>
                </a:lnTo>
                <a:lnTo>
                  <a:pt x="1273" y="898"/>
                </a:lnTo>
                <a:lnTo>
                  <a:pt x="1273" y="899"/>
                </a:lnTo>
                <a:lnTo>
                  <a:pt x="1273" y="900"/>
                </a:lnTo>
                <a:lnTo>
                  <a:pt x="1274" y="900"/>
                </a:lnTo>
                <a:lnTo>
                  <a:pt x="1274" y="901"/>
                </a:lnTo>
                <a:lnTo>
                  <a:pt x="1273" y="901"/>
                </a:lnTo>
                <a:lnTo>
                  <a:pt x="1273" y="903"/>
                </a:lnTo>
                <a:lnTo>
                  <a:pt x="1273" y="904"/>
                </a:lnTo>
                <a:lnTo>
                  <a:pt x="1272" y="904"/>
                </a:lnTo>
                <a:lnTo>
                  <a:pt x="1271" y="904"/>
                </a:lnTo>
                <a:lnTo>
                  <a:pt x="1271" y="905"/>
                </a:lnTo>
                <a:lnTo>
                  <a:pt x="1271" y="906"/>
                </a:lnTo>
                <a:lnTo>
                  <a:pt x="1270" y="907"/>
                </a:lnTo>
                <a:lnTo>
                  <a:pt x="1270" y="908"/>
                </a:lnTo>
                <a:lnTo>
                  <a:pt x="1269" y="908"/>
                </a:lnTo>
                <a:lnTo>
                  <a:pt x="1268" y="909"/>
                </a:lnTo>
                <a:lnTo>
                  <a:pt x="1267" y="909"/>
                </a:lnTo>
                <a:lnTo>
                  <a:pt x="1267" y="910"/>
                </a:lnTo>
                <a:lnTo>
                  <a:pt x="1268" y="910"/>
                </a:lnTo>
                <a:lnTo>
                  <a:pt x="1268" y="911"/>
                </a:lnTo>
                <a:lnTo>
                  <a:pt x="1268" y="912"/>
                </a:lnTo>
                <a:lnTo>
                  <a:pt x="1268" y="913"/>
                </a:lnTo>
                <a:lnTo>
                  <a:pt x="1269" y="914"/>
                </a:lnTo>
                <a:lnTo>
                  <a:pt x="1270" y="913"/>
                </a:lnTo>
                <a:lnTo>
                  <a:pt x="1271" y="914"/>
                </a:lnTo>
                <a:lnTo>
                  <a:pt x="1272" y="912"/>
                </a:lnTo>
                <a:lnTo>
                  <a:pt x="1271" y="912"/>
                </a:lnTo>
                <a:lnTo>
                  <a:pt x="1272" y="912"/>
                </a:lnTo>
                <a:lnTo>
                  <a:pt x="1273" y="913"/>
                </a:lnTo>
                <a:lnTo>
                  <a:pt x="1273" y="914"/>
                </a:lnTo>
                <a:lnTo>
                  <a:pt x="1274" y="914"/>
                </a:lnTo>
                <a:lnTo>
                  <a:pt x="1274" y="915"/>
                </a:lnTo>
                <a:lnTo>
                  <a:pt x="1275" y="915"/>
                </a:lnTo>
                <a:lnTo>
                  <a:pt x="1275" y="916"/>
                </a:lnTo>
                <a:lnTo>
                  <a:pt x="1274" y="917"/>
                </a:lnTo>
                <a:lnTo>
                  <a:pt x="1273" y="917"/>
                </a:lnTo>
                <a:lnTo>
                  <a:pt x="1272" y="918"/>
                </a:lnTo>
                <a:lnTo>
                  <a:pt x="1272" y="919"/>
                </a:lnTo>
                <a:lnTo>
                  <a:pt x="1272" y="920"/>
                </a:lnTo>
                <a:lnTo>
                  <a:pt x="1272" y="921"/>
                </a:lnTo>
                <a:lnTo>
                  <a:pt x="1272" y="922"/>
                </a:lnTo>
                <a:lnTo>
                  <a:pt x="1273" y="922"/>
                </a:lnTo>
                <a:lnTo>
                  <a:pt x="1274" y="922"/>
                </a:lnTo>
                <a:lnTo>
                  <a:pt x="1274" y="923"/>
                </a:lnTo>
                <a:lnTo>
                  <a:pt x="1274" y="925"/>
                </a:lnTo>
                <a:lnTo>
                  <a:pt x="1274" y="926"/>
                </a:lnTo>
                <a:lnTo>
                  <a:pt x="1274" y="927"/>
                </a:lnTo>
                <a:lnTo>
                  <a:pt x="1274" y="928"/>
                </a:lnTo>
                <a:lnTo>
                  <a:pt x="1274" y="929"/>
                </a:lnTo>
                <a:lnTo>
                  <a:pt x="1274" y="930"/>
                </a:lnTo>
                <a:lnTo>
                  <a:pt x="1275" y="930"/>
                </a:lnTo>
                <a:lnTo>
                  <a:pt x="1276" y="931"/>
                </a:lnTo>
                <a:lnTo>
                  <a:pt x="1277" y="931"/>
                </a:lnTo>
                <a:lnTo>
                  <a:pt x="1277" y="930"/>
                </a:lnTo>
                <a:lnTo>
                  <a:pt x="1277" y="931"/>
                </a:lnTo>
                <a:lnTo>
                  <a:pt x="1278" y="931"/>
                </a:lnTo>
                <a:lnTo>
                  <a:pt x="1278" y="932"/>
                </a:lnTo>
                <a:lnTo>
                  <a:pt x="1279" y="933"/>
                </a:lnTo>
                <a:lnTo>
                  <a:pt x="1280" y="933"/>
                </a:lnTo>
                <a:lnTo>
                  <a:pt x="1280" y="934"/>
                </a:lnTo>
                <a:lnTo>
                  <a:pt x="1280" y="935"/>
                </a:lnTo>
                <a:lnTo>
                  <a:pt x="1281" y="935"/>
                </a:lnTo>
                <a:lnTo>
                  <a:pt x="1281" y="936"/>
                </a:lnTo>
                <a:lnTo>
                  <a:pt x="1281" y="937"/>
                </a:lnTo>
                <a:lnTo>
                  <a:pt x="1282" y="937"/>
                </a:lnTo>
                <a:lnTo>
                  <a:pt x="1282" y="938"/>
                </a:lnTo>
                <a:lnTo>
                  <a:pt x="1283" y="938"/>
                </a:lnTo>
                <a:lnTo>
                  <a:pt x="1283" y="939"/>
                </a:lnTo>
                <a:lnTo>
                  <a:pt x="1283" y="940"/>
                </a:lnTo>
                <a:lnTo>
                  <a:pt x="1283" y="941"/>
                </a:lnTo>
                <a:lnTo>
                  <a:pt x="1282" y="942"/>
                </a:lnTo>
                <a:lnTo>
                  <a:pt x="1282" y="943"/>
                </a:lnTo>
                <a:lnTo>
                  <a:pt x="1283" y="943"/>
                </a:lnTo>
                <a:lnTo>
                  <a:pt x="1282" y="944"/>
                </a:lnTo>
                <a:lnTo>
                  <a:pt x="1282" y="943"/>
                </a:lnTo>
                <a:lnTo>
                  <a:pt x="1281" y="943"/>
                </a:lnTo>
                <a:lnTo>
                  <a:pt x="1280" y="943"/>
                </a:lnTo>
                <a:lnTo>
                  <a:pt x="1280" y="945"/>
                </a:lnTo>
                <a:lnTo>
                  <a:pt x="1281" y="946"/>
                </a:lnTo>
                <a:lnTo>
                  <a:pt x="1281" y="947"/>
                </a:lnTo>
                <a:lnTo>
                  <a:pt x="1281" y="948"/>
                </a:lnTo>
                <a:lnTo>
                  <a:pt x="1280" y="949"/>
                </a:lnTo>
                <a:lnTo>
                  <a:pt x="1279" y="949"/>
                </a:lnTo>
                <a:lnTo>
                  <a:pt x="1278" y="950"/>
                </a:lnTo>
                <a:lnTo>
                  <a:pt x="1277" y="950"/>
                </a:lnTo>
                <a:lnTo>
                  <a:pt x="1276" y="950"/>
                </a:lnTo>
                <a:lnTo>
                  <a:pt x="1276" y="949"/>
                </a:lnTo>
                <a:lnTo>
                  <a:pt x="1276" y="948"/>
                </a:lnTo>
                <a:lnTo>
                  <a:pt x="1275" y="947"/>
                </a:lnTo>
                <a:lnTo>
                  <a:pt x="1274" y="948"/>
                </a:lnTo>
                <a:lnTo>
                  <a:pt x="1273" y="948"/>
                </a:lnTo>
                <a:lnTo>
                  <a:pt x="1273" y="949"/>
                </a:lnTo>
                <a:lnTo>
                  <a:pt x="1273" y="948"/>
                </a:lnTo>
                <a:lnTo>
                  <a:pt x="1272" y="947"/>
                </a:lnTo>
                <a:lnTo>
                  <a:pt x="1271" y="947"/>
                </a:lnTo>
                <a:lnTo>
                  <a:pt x="1271" y="946"/>
                </a:lnTo>
                <a:lnTo>
                  <a:pt x="1271" y="945"/>
                </a:lnTo>
                <a:lnTo>
                  <a:pt x="1271" y="944"/>
                </a:lnTo>
                <a:lnTo>
                  <a:pt x="1271" y="943"/>
                </a:lnTo>
                <a:lnTo>
                  <a:pt x="1271" y="942"/>
                </a:lnTo>
                <a:lnTo>
                  <a:pt x="1271" y="941"/>
                </a:lnTo>
                <a:lnTo>
                  <a:pt x="1271" y="940"/>
                </a:lnTo>
                <a:lnTo>
                  <a:pt x="1271" y="939"/>
                </a:lnTo>
                <a:lnTo>
                  <a:pt x="1270" y="939"/>
                </a:lnTo>
                <a:lnTo>
                  <a:pt x="1268" y="939"/>
                </a:lnTo>
                <a:lnTo>
                  <a:pt x="1267" y="939"/>
                </a:lnTo>
                <a:lnTo>
                  <a:pt x="1266" y="939"/>
                </a:lnTo>
                <a:lnTo>
                  <a:pt x="1264" y="939"/>
                </a:lnTo>
                <a:lnTo>
                  <a:pt x="1264" y="940"/>
                </a:lnTo>
                <a:lnTo>
                  <a:pt x="1264" y="941"/>
                </a:lnTo>
                <a:lnTo>
                  <a:pt x="1263" y="941"/>
                </a:lnTo>
                <a:lnTo>
                  <a:pt x="1262" y="941"/>
                </a:lnTo>
                <a:lnTo>
                  <a:pt x="1262" y="942"/>
                </a:lnTo>
                <a:lnTo>
                  <a:pt x="1262" y="943"/>
                </a:lnTo>
                <a:lnTo>
                  <a:pt x="1261" y="943"/>
                </a:lnTo>
                <a:lnTo>
                  <a:pt x="1261" y="942"/>
                </a:lnTo>
                <a:lnTo>
                  <a:pt x="1260" y="942"/>
                </a:lnTo>
                <a:lnTo>
                  <a:pt x="1259" y="942"/>
                </a:lnTo>
                <a:lnTo>
                  <a:pt x="1259" y="941"/>
                </a:lnTo>
                <a:lnTo>
                  <a:pt x="1259" y="940"/>
                </a:lnTo>
                <a:lnTo>
                  <a:pt x="1257" y="940"/>
                </a:lnTo>
                <a:lnTo>
                  <a:pt x="1256" y="940"/>
                </a:lnTo>
                <a:lnTo>
                  <a:pt x="1255" y="940"/>
                </a:lnTo>
                <a:lnTo>
                  <a:pt x="1255" y="941"/>
                </a:lnTo>
                <a:lnTo>
                  <a:pt x="1254" y="942"/>
                </a:lnTo>
                <a:lnTo>
                  <a:pt x="1253" y="943"/>
                </a:lnTo>
                <a:lnTo>
                  <a:pt x="1252" y="943"/>
                </a:lnTo>
                <a:lnTo>
                  <a:pt x="1252" y="944"/>
                </a:lnTo>
                <a:lnTo>
                  <a:pt x="1252" y="945"/>
                </a:lnTo>
                <a:lnTo>
                  <a:pt x="1251" y="945"/>
                </a:lnTo>
                <a:lnTo>
                  <a:pt x="1250" y="945"/>
                </a:lnTo>
                <a:lnTo>
                  <a:pt x="1249" y="945"/>
                </a:lnTo>
                <a:lnTo>
                  <a:pt x="1248" y="946"/>
                </a:lnTo>
                <a:lnTo>
                  <a:pt x="1247" y="946"/>
                </a:lnTo>
                <a:lnTo>
                  <a:pt x="1247" y="947"/>
                </a:lnTo>
                <a:lnTo>
                  <a:pt x="1246" y="946"/>
                </a:lnTo>
                <a:lnTo>
                  <a:pt x="1245" y="946"/>
                </a:lnTo>
                <a:lnTo>
                  <a:pt x="1245" y="945"/>
                </a:lnTo>
                <a:lnTo>
                  <a:pt x="1244" y="945"/>
                </a:lnTo>
                <a:lnTo>
                  <a:pt x="1243" y="945"/>
                </a:lnTo>
                <a:lnTo>
                  <a:pt x="1243" y="944"/>
                </a:lnTo>
                <a:lnTo>
                  <a:pt x="1243" y="943"/>
                </a:lnTo>
                <a:lnTo>
                  <a:pt x="1244" y="943"/>
                </a:lnTo>
                <a:lnTo>
                  <a:pt x="1243" y="943"/>
                </a:lnTo>
                <a:lnTo>
                  <a:pt x="1242" y="943"/>
                </a:lnTo>
                <a:lnTo>
                  <a:pt x="1242" y="944"/>
                </a:lnTo>
                <a:lnTo>
                  <a:pt x="1241" y="944"/>
                </a:lnTo>
                <a:lnTo>
                  <a:pt x="1240" y="944"/>
                </a:lnTo>
                <a:lnTo>
                  <a:pt x="1240" y="943"/>
                </a:lnTo>
                <a:lnTo>
                  <a:pt x="1240" y="942"/>
                </a:lnTo>
                <a:lnTo>
                  <a:pt x="1241" y="942"/>
                </a:lnTo>
                <a:lnTo>
                  <a:pt x="1242" y="942"/>
                </a:lnTo>
                <a:lnTo>
                  <a:pt x="1242" y="941"/>
                </a:lnTo>
                <a:lnTo>
                  <a:pt x="1241" y="941"/>
                </a:lnTo>
                <a:lnTo>
                  <a:pt x="1240" y="940"/>
                </a:lnTo>
                <a:lnTo>
                  <a:pt x="1239" y="940"/>
                </a:lnTo>
                <a:lnTo>
                  <a:pt x="1238" y="939"/>
                </a:lnTo>
                <a:lnTo>
                  <a:pt x="1238" y="940"/>
                </a:lnTo>
                <a:lnTo>
                  <a:pt x="1237" y="940"/>
                </a:lnTo>
                <a:lnTo>
                  <a:pt x="1236" y="940"/>
                </a:lnTo>
                <a:lnTo>
                  <a:pt x="1236" y="941"/>
                </a:lnTo>
                <a:lnTo>
                  <a:pt x="1236" y="940"/>
                </a:lnTo>
                <a:lnTo>
                  <a:pt x="1235" y="940"/>
                </a:lnTo>
                <a:lnTo>
                  <a:pt x="1234" y="940"/>
                </a:lnTo>
                <a:lnTo>
                  <a:pt x="1234" y="941"/>
                </a:lnTo>
                <a:lnTo>
                  <a:pt x="1233" y="941"/>
                </a:lnTo>
                <a:lnTo>
                  <a:pt x="1233" y="942"/>
                </a:lnTo>
                <a:lnTo>
                  <a:pt x="1232" y="941"/>
                </a:lnTo>
                <a:lnTo>
                  <a:pt x="1232" y="940"/>
                </a:lnTo>
                <a:lnTo>
                  <a:pt x="1231" y="940"/>
                </a:lnTo>
                <a:lnTo>
                  <a:pt x="1230" y="940"/>
                </a:lnTo>
                <a:lnTo>
                  <a:pt x="1230" y="941"/>
                </a:lnTo>
                <a:lnTo>
                  <a:pt x="1229" y="940"/>
                </a:lnTo>
                <a:lnTo>
                  <a:pt x="1228" y="940"/>
                </a:lnTo>
                <a:lnTo>
                  <a:pt x="1226" y="940"/>
                </a:lnTo>
                <a:lnTo>
                  <a:pt x="1227" y="940"/>
                </a:lnTo>
                <a:lnTo>
                  <a:pt x="1227" y="941"/>
                </a:lnTo>
                <a:lnTo>
                  <a:pt x="1227" y="942"/>
                </a:lnTo>
                <a:lnTo>
                  <a:pt x="1226" y="942"/>
                </a:lnTo>
                <a:lnTo>
                  <a:pt x="1226" y="943"/>
                </a:lnTo>
                <a:lnTo>
                  <a:pt x="1225" y="943"/>
                </a:lnTo>
                <a:lnTo>
                  <a:pt x="1225" y="944"/>
                </a:lnTo>
                <a:lnTo>
                  <a:pt x="1224" y="944"/>
                </a:lnTo>
                <a:lnTo>
                  <a:pt x="1224" y="945"/>
                </a:lnTo>
                <a:lnTo>
                  <a:pt x="1223" y="945"/>
                </a:lnTo>
                <a:lnTo>
                  <a:pt x="1223" y="946"/>
                </a:lnTo>
                <a:lnTo>
                  <a:pt x="1222" y="945"/>
                </a:lnTo>
                <a:lnTo>
                  <a:pt x="1221" y="945"/>
                </a:lnTo>
                <a:lnTo>
                  <a:pt x="1221" y="946"/>
                </a:lnTo>
                <a:lnTo>
                  <a:pt x="1221" y="947"/>
                </a:lnTo>
                <a:lnTo>
                  <a:pt x="1220" y="947"/>
                </a:lnTo>
                <a:lnTo>
                  <a:pt x="1219" y="947"/>
                </a:lnTo>
                <a:lnTo>
                  <a:pt x="1219" y="948"/>
                </a:lnTo>
                <a:lnTo>
                  <a:pt x="1219" y="949"/>
                </a:lnTo>
                <a:lnTo>
                  <a:pt x="1219" y="950"/>
                </a:lnTo>
                <a:lnTo>
                  <a:pt x="1218" y="950"/>
                </a:lnTo>
                <a:lnTo>
                  <a:pt x="1217" y="951"/>
                </a:lnTo>
                <a:lnTo>
                  <a:pt x="1216" y="951"/>
                </a:lnTo>
                <a:lnTo>
                  <a:pt x="1216" y="952"/>
                </a:lnTo>
                <a:lnTo>
                  <a:pt x="1216" y="953"/>
                </a:lnTo>
                <a:lnTo>
                  <a:pt x="1216" y="954"/>
                </a:lnTo>
                <a:lnTo>
                  <a:pt x="1216" y="955"/>
                </a:lnTo>
                <a:lnTo>
                  <a:pt x="1215" y="955"/>
                </a:lnTo>
                <a:lnTo>
                  <a:pt x="1215" y="956"/>
                </a:lnTo>
                <a:lnTo>
                  <a:pt x="1216" y="958"/>
                </a:lnTo>
                <a:lnTo>
                  <a:pt x="1216" y="959"/>
                </a:lnTo>
                <a:lnTo>
                  <a:pt x="1216" y="960"/>
                </a:lnTo>
                <a:lnTo>
                  <a:pt x="1215" y="961"/>
                </a:lnTo>
                <a:lnTo>
                  <a:pt x="1215" y="962"/>
                </a:lnTo>
                <a:lnTo>
                  <a:pt x="1215" y="963"/>
                </a:lnTo>
                <a:lnTo>
                  <a:pt x="1214" y="963"/>
                </a:lnTo>
                <a:lnTo>
                  <a:pt x="1213" y="963"/>
                </a:lnTo>
                <a:lnTo>
                  <a:pt x="1212" y="963"/>
                </a:lnTo>
                <a:lnTo>
                  <a:pt x="1211" y="963"/>
                </a:lnTo>
                <a:lnTo>
                  <a:pt x="1211" y="962"/>
                </a:lnTo>
                <a:lnTo>
                  <a:pt x="1210" y="962"/>
                </a:lnTo>
                <a:lnTo>
                  <a:pt x="1210" y="963"/>
                </a:lnTo>
                <a:lnTo>
                  <a:pt x="1210" y="964"/>
                </a:lnTo>
                <a:lnTo>
                  <a:pt x="1209" y="964"/>
                </a:lnTo>
                <a:lnTo>
                  <a:pt x="1208" y="964"/>
                </a:lnTo>
                <a:lnTo>
                  <a:pt x="1208" y="963"/>
                </a:lnTo>
                <a:lnTo>
                  <a:pt x="1207" y="963"/>
                </a:lnTo>
                <a:lnTo>
                  <a:pt x="1206" y="962"/>
                </a:lnTo>
                <a:lnTo>
                  <a:pt x="1204" y="962"/>
                </a:lnTo>
                <a:lnTo>
                  <a:pt x="1204" y="963"/>
                </a:lnTo>
                <a:lnTo>
                  <a:pt x="1204" y="964"/>
                </a:lnTo>
                <a:lnTo>
                  <a:pt x="1205" y="964"/>
                </a:lnTo>
                <a:lnTo>
                  <a:pt x="1205" y="965"/>
                </a:lnTo>
                <a:lnTo>
                  <a:pt x="1206" y="966"/>
                </a:lnTo>
                <a:lnTo>
                  <a:pt x="1206" y="967"/>
                </a:lnTo>
                <a:lnTo>
                  <a:pt x="1207" y="967"/>
                </a:lnTo>
                <a:lnTo>
                  <a:pt x="1208" y="967"/>
                </a:lnTo>
                <a:lnTo>
                  <a:pt x="1208" y="968"/>
                </a:lnTo>
                <a:lnTo>
                  <a:pt x="1209" y="970"/>
                </a:lnTo>
                <a:lnTo>
                  <a:pt x="1208" y="970"/>
                </a:lnTo>
                <a:lnTo>
                  <a:pt x="1207" y="970"/>
                </a:lnTo>
                <a:lnTo>
                  <a:pt x="1207" y="971"/>
                </a:lnTo>
                <a:lnTo>
                  <a:pt x="1208" y="972"/>
                </a:lnTo>
                <a:lnTo>
                  <a:pt x="1208" y="973"/>
                </a:lnTo>
                <a:lnTo>
                  <a:pt x="1209" y="973"/>
                </a:lnTo>
                <a:lnTo>
                  <a:pt x="1210" y="973"/>
                </a:lnTo>
                <a:lnTo>
                  <a:pt x="1211" y="973"/>
                </a:lnTo>
                <a:lnTo>
                  <a:pt x="1212" y="974"/>
                </a:lnTo>
                <a:lnTo>
                  <a:pt x="1211" y="974"/>
                </a:lnTo>
                <a:lnTo>
                  <a:pt x="1212" y="975"/>
                </a:lnTo>
                <a:lnTo>
                  <a:pt x="1213" y="976"/>
                </a:lnTo>
                <a:lnTo>
                  <a:pt x="1214" y="976"/>
                </a:lnTo>
                <a:lnTo>
                  <a:pt x="1215" y="976"/>
                </a:lnTo>
                <a:lnTo>
                  <a:pt x="1216" y="976"/>
                </a:lnTo>
                <a:lnTo>
                  <a:pt x="1216" y="977"/>
                </a:lnTo>
                <a:lnTo>
                  <a:pt x="1216" y="978"/>
                </a:lnTo>
                <a:lnTo>
                  <a:pt x="1217" y="978"/>
                </a:lnTo>
                <a:lnTo>
                  <a:pt x="1218" y="978"/>
                </a:lnTo>
                <a:lnTo>
                  <a:pt x="1218" y="979"/>
                </a:lnTo>
                <a:lnTo>
                  <a:pt x="1219" y="978"/>
                </a:lnTo>
                <a:lnTo>
                  <a:pt x="1220" y="978"/>
                </a:lnTo>
                <a:lnTo>
                  <a:pt x="1221" y="978"/>
                </a:lnTo>
                <a:lnTo>
                  <a:pt x="1221" y="977"/>
                </a:lnTo>
                <a:lnTo>
                  <a:pt x="1222" y="977"/>
                </a:lnTo>
                <a:lnTo>
                  <a:pt x="1223" y="978"/>
                </a:lnTo>
                <a:lnTo>
                  <a:pt x="1224" y="978"/>
                </a:lnTo>
                <a:lnTo>
                  <a:pt x="1225" y="979"/>
                </a:lnTo>
                <a:lnTo>
                  <a:pt x="1224" y="979"/>
                </a:lnTo>
                <a:lnTo>
                  <a:pt x="1224" y="980"/>
                </a:lnTo>
                <a:lnTo>
                  <a:pt x="1225" y="980"/>
                </a:lnTo>
                <a:lnTo>
                  <a:pt x="1226" y="980"/>
                </a:lnTo>
                <a:lnTo>
                  <a:pt x="1225" y="980"/>
                </a:lnTo>
                <a:lnTo>
                  <a:pt x="1225" y="981"/>
                </a:lnTo>
                <a:lnTo>
                  <a:pt x="1226" y="981"/>
                </a:lnTo>
                <a:lnTo>
                  <a:pt x="1227" y="980"/>
                </a:lnTo>
                <a:lnTo>
                  <a:pt x="1227" y="981"/>
                </a:lnTo>
                <a:lnTo>
                  <a:pt x="1227" y="982"/>
                </a:lnTo>
                <a:lnTo>
                  <a:pt x="1227" y="983"/>
                </a:lnTo>
                <a:lnTo>
                  <a:pt x="1227" y="984"/>
                </a:lnTo>
                <a:lnTo>
                  <a:pt x="1228" y="984"/>
                </a:lnTo>
                <a:lnTo>
                  <a:pt x="1228" y="985"/>
                </a:lnTo>
                <a:lnTo>
                  <a:pt x="1228" y="986"/>
                </a:lnTo>
                <a:lnTo>
                  <a:pt x="1228" y="987"/>
                </a:lnTo>
                <a:lnTo>
                  <a:pt x="1227" y="987"/>
                </a:lnTo>
                <a:lnTo>
                  <a:pt x="1226" y="987"/>
                </a:lnTo>
                <a:lnTo>
                  <a:pt x="1225" y="987"/>
                </a:lnTo>
                <a:lnTo>
                  <a:pt x="1225" y="986"/>
                </a:lnTo>
                <a:lnTo>
                  <a:pt x="1225" y="985"/>
                </a:lnTo>
                <a:lnTo>
                  <a:pt x="1226" y="985"/>
                </a:lnTo>
                <a:lnTo>
                  <a:pt x="1226" y="984"/>
                </a:lnTo>
                <a:lnTo>
                  <a:pt x="1225" y="984"/>
                </a:lnTo>
                <a:lnTo>
                  <a:pt x="1225" y="985"/>
                </a:lnTo>
                <a:lnTo>
                  <a:pt x="1224" y="985"/>
                </a:lnTo>
                <a:lnTo>
                  <a:pt x="1224" y="984"/>
                </a:lnTo>
                <a:lnTo>
                  <a:pt x="1225" y="983"/>
                </a:lnTo>
                <a:lnTo>
                  <a:pt x="1225" y="982"/>
                </a:lnTo>
                <a:lnTo>
                  <a:pt x="1224" y="982"/>
                </a:lnTo>
                <a:lnTo>
                  <a:pt x="1224" y="983"/>
                </a:lnTo>
                <a:lnTo>
                  <a:pt x="1223" y="984"/>
                </a:lnTo>
                <a:lnTo>
                  <a:pt x="1223" y="985"/>
                </a:lnTo>
                <a:lnTo>
                  <a:pt x="1224" y="985"/>
                </a:lnTo>
                <a:lnTo>
                  <a:pt x="1223" y="985"/>
                </a:lnTo>
                <a:lnTo>
                  <a:pt x="1223" y="986"/>
                </a:lnTo>
                <a:lnTo>
                  <a:pt x="1222" y="986"/>
                </a:lnTo>
                <a:lnTo>
                  <a:pt x="1221" y="987"/>
                </a:lnTo>
                <a:lnTo>
                  <a:pt x="1222" y="988"/>
                </a:lnTo>
                <a:lnTo>
                  <a:pt x="1223" y="988"/>
                </a:lnTo>
                <a:lnTo>
                  <a:pt x="1223" y="987"/>
                </a:lnTo>
                <a:lnTo>
                  <a:pt x="1224" y="987"/>
                </a:lnTo>
                <a:lnTo>
                  <a:pt x="1224" y="988"/>
                </a:lnTo>
                <a:lnTo>
                  <a:pt x="1224" y="989"/>
                </a:lnTo>
                <a:lnTo>
                  <a:pt x="1223" y="989"/>
                </a:lnTo>
                <a:lnTo>
                  <a:pt x="1222" y="989"/>
                </a:lnTo>
                <a:lnTo>
                  <a:pt x="1223" y="989"/>
                </a:lnTo>
                <a:lnTo>
                  <a:pt x="1223" y="990"/>
                </a:lnTo>
                <a:lnTo>
                  <a:pt x="1224" y="990"/>
                </a:lnTo>
                <a:lnTo>
                  <a:pt x="1225" y="990"/>
                </a:lnTo>
                <a:lnTo>
                  <a:pt x="1225" y="991"/>
                </a:lnTo>
                <a:lnTo>
                  <a:pt x="1224" y="991"/>
                </a:lnTo>
                <a:lnTo>
                  <a:pt x="1223" y="991"/>
                </a:lnTo>
                <a:lnTo>
                  <a:pt x="1223" y="992"/>
                </a:lnTo>
                <a:lnTo>
                  <a:pt x="1223" y="993"/>
                </a:lnTo>
                <a:lnTo>
                  <a:pt x="1224" y="994"/>
                </a:lnTo>
                <a:lnTo>
                  <a:pt x="1224" y="995"/>
                </a:lnTo>
                <a:lnTo>
                  <a:pt x="1223" y="995"/>
                </a:lnTo>
                <a:lnTo>
                  <a:pt x="1223" y="996"/>
                </a:lnTo>
                <a:lnTo>
                  <a:pt x="1222" y="997"/>
                </a:lnTo>
                <a:lnTo>
                  <a:pt x="1223" y="997"/>
                </a:lnTo>
                <a:lnTo>
                  <a:pt x="1223" y="998"/>
                </a:lnTo>
                <a:lnTo>
                  <a:pt x="1224" y="998"/>
                </a:lnTo>
                <a:lnTo>
                  <a:pt x="1224" y="1000"/>
                </a:lnTo>
                <a:lnTo>
                  <a:pt x="1223" y="1000"/>
                </a:lnTo>
                <a:lnTo>
                  <a:pt x="1223" y="1001"/>
                </a:lnTo>
                <a:lnTo>
                  <a:pt x="1223" y="1002"/>
                </a:lnTo>
                <a:lnTo>
                  <a:pt x="1223" y="1003"/>
                </a:lnTo>
                <a:lnTo>
                  <a:pt x="1222" y="1003"/>
                </a:lnTo>
                <a:lnTo>
                  <a:pt x="1221" y="1004"/>
                </a:lnTo>
                <a:lnTo>
                  <a:pt x="1221" y="1005"/>
                </a:lnTo>
                <a:lnTo>
                  <a:pt x="1220" y="1005"/>
                </a:lnTo>
                <a:lnTo>
                  <a:pt x="1220" y="1006"/>
                </a:lnTo>
                <a:lnTo>
                  <a:pt x="1219" y="1006"/>
                </a:lnTo>
                <a:lnTo>
                  <a:pt x="1219" y="1007"/>
                </a:lnTo>
                <a:lnTo>
                  <a:pt x="1219" y="1008"/>
                </a:lnTo>
                <a:lnTo>
                  <a:pt x="1218" y="1008"/>
                </a:lnTo>
                <a:lnTo>
                  <a:pt x="1217" y="1008"/>
                </a:lnTo>
                <a:lnTo>
                  <a:pt x="1216" y="1008"/>
                </a:lnTo>
                <a:lnTo>
                  <a:pt x="1216" y="1007"/>
                </a:lnTo>
                <a:lnTo>
                  <a:pt x="1215" y="1007"/>
                </a:lnTo>
                <a:lnTo>
                  <a:pt x="1214" y="1007"/>
                </a:lnTo>
                <a:lnTo>
                  <a:pt x="1214" y="1008"/>
                </a:lnTo>
                <a:lnTo>
                  <a:pt x="1213" y="1009"/>
                </a:lnTo>
                <a:lnTo>
                  <a:pt x="1212" y="1009"/>
                </a:lnTo>
                <a:lnTo>
                  <a:pt x="1211" y="1009"/>
                </a:lnTo>
                <a:lnTo>
                  <a:pt x="1210" y="1009"/>
                </a:lnTo>
                <a:lnTo>
                  <a:pt x="1209" y="1010"/>
                </a:lnTo>
                <a:lnTo>
                  <a:pt x="1208" y="1010"/>
                </a:lnTo>
                <a:lnTo>
                  <a:pt x="1207" y="1011"/>
                </a:lnTo>
                <a:lnTo>
                  <a:pt x="1207" y="1012"/>
                </a:lnTo>
                <a:lnTo>
                  <a:pt x="1206" y="1012"/>
                </a:lnTo>
                <a:lnTo>
                  <a:pt x="1205" y="1012"/>
                </a:lnTo>
                <a:lnTo>
                  <a:pt x="1204" y="1011"/>
                </a:lnTo>
                <a:lnTo>
                  <a:pt x="1204" y="1012"/>
                </a:lnTo>
                <a:lnTo>
                  <a:pt x="1203" y="1012"/>
                </a:lnTo>
                <a:lnTo>
                  <a:pt x="1202" y="1012"/>
                </a:lnTo>
                <a:lnTo>
                  <a:pt x="1201" y="1012"/>
                </a:lnTo>
                <a:lnTo>
                  <a:pt x="1200" y="1012"/>
                </a:lnTo>
                <a:lnTo>
                  <a:pt x="1199" y="1013"/>
                </a:lnTo>
                <a:lnTo>
                  <a:pt x="1199" y="1014"/>
                </a:lnTo>
                <a:lnTo>
                  <a:pt x="1198" y="1014"/>
                </a:lnTo>
                <a:lnTo>
                  <a:pt x="1197" y="1014"/>
                </a:lnTo>
                <a:lnTo>
                  <a:pt x="1196" y="1014"/>
                </a:lnTo>
                <a:lnTo>
                  <a:pt x="1195" y="1014"/>
                </a:lnTo>
                <a:lnTo>
                  <a:pt x="1194" y="1015"/>
                </a:lnTo>
                <a:lnTo>
                  <a:pt x="1193" y="1014"/>
                </a:lnTo>
                <a:lnTo>
                  <a:pt x="1192" y="1014"/>
                </a:lnTo>
                <a:lnTo>
                  <a:pt x="1192" y="1013"/>
                </a:lnTo>
                <a:lnTo>
                  <a:pt x="1191" y="1012"/>
                </a:lnTo>
                <a:lnTo>
                  <a:pt x="1190" y="1012"/>
                </a:lnTo>
                <a:lnTo>
                  <a:pt x="1189" y="1012"/>
                </a:lnTo>
                <a:lnTo>
                  <a:pt x="1188" y="1012"/>
                </a:lnTo>
                <a:lnTo>
                  <a:pt x="1188" y="1011"/>
                </a:lnTo>
                <a:lnTo>
                  <a:pt x="1188" y="1010"/>
                </a:lnTo>
                <a:lnTo>
                  <a:pt x="1186" y="1011"/>
                </a:lnTo>
                <a:lnTo>
                  <a:pt x="1185" y="1011"/>
                </a:lnTo>
                <a:lnTo>
                  <a:pt x="1184" y="1010"/>
                </a:lnTo>
                <a:lnTo>
                  <a:pt x="1182" y="1010"/>
                </a:lnTo>
                <a:lnTo>
                  <a:pt x="1181" y="1009"/>
                </a:lnTo>
                <a:lnTo>
                  <a:pt x="1180" y="1009"/>
                </a:lnTo>
                <a:lnTo>
                  <a:pt x="1179" y="1009"/>
                </a:lnTo>
                <a:lnTo>
                  <a:pt x="1178" y="1010"/>
                </a:lnTo>
                <a:lnTo>
                  <a:pt x="1177" y="1011"/>
                </a:lnTo>
                <a:lnTo>
                  <a:pt x="1177" y="1012"/>
                </a:lnTo>
                <a:lnTo>
                  <a:pt x="1178" y="1012"/>
                </a:lnTo>
                <a:lnTo>
                  <a:pt x="1177" y="1014"/>
                </a:lnTo>
                <a:lnTo>
                  <a:pt x="1176" y="1014"/>
                </a:lnTo>
                <a:lnTo>
                  <a:pt x="1175" y="1015"/>
                </a:lnTo>
                <a:lnTo>
                  <a:pt x="1176" y="1016"/>
                </a:lnTo>
                <a:lnTo>
                  <a:pt x="1176" y="1017"/>
                </a:lnTo>
                <a:lnTo>
                  <a:pt x="1176" y="1018"/>
                </a:lnTo>
                <a:lnTo>
                  <a:pt x="1176" y="1019"/>
                </a:lnTo>
                <a:lnTo>
                  <a:pt x="1176" y="1020"/>
                </a:lnTo>
                <a:lnTo>
                  <a:pt x="1177" y="1020"/>
                </a:lnTo>
                <a:lnTo>
                  <a:pt x="1177" y="1021"/>
                </a:lnTo>
                <a:lnTo>
                  <a:pt x="1177" y="1022"/>
                </a:lnTo>
                <a:lnTo>
                  <a:pt x="1178" y="1022"/>
                </a:lnTo>
                <a:lnTo>
                  <a:pt x="1178" y="1023"/>
                </a:lnTo>
                <a:lnTo>
                  <a:pt x="1178" y="1024"/>
                </a:lnTo>
                <a:lnTo>
                  <a:pt x="1179" y="1024"/>
                </a:lnTo>
                <a:lnTo>
                  <a:pt x="1179" y="1025"/>
                </a:lnTo>
                <a:lnTo>
                  <a:pt x="1179" y="1026"/>
                </a:lnTo>
                <a:lnTo>
                  <a:pt x="1180" y="1026"/>
                </a:lnTo>
                <a:lnTo>
                  <a:pt x="1180" y="1025"/>
                </a:lnTo>
                <a:lnTo>
                  <a:pt x="1180" y="1026"/>
                </a:lnTo>
                <a:lnTo>
                  <a:pt x="1180" y="1027"/>
                </a:lnTo>
                <a:lnTo>
                  <a:pt x="1181" y="1027"/>
                </a:lnTo>
                <a:lnTo>
                  <a:pt x="1181" y="1026"/>
                </a:lnTo>
                <a:lnTo>
                  <a:pt x="1181" y="1027"/>
                </a:lnTo>
                <a:lnTo>
                  <a:pt x="1182" y="1028"/>
                </a:lnTo>
                <a:lnTo>
                  <a:pt x="1181" y="1028"/>
                </a:lnTo>
                <a:lnTo>
                  <a:pt x="1181" y="1029"/>
                </a:lnTo>
                <a:lnTo>
                  <a:pt x="1181" y="1030"/>
                </a:lnTo>
                <a:lnTo>
                  <a:pt x="1180" y="1030"/>
                </a:lnTo>
                <a:lnTo>
                  <a:pt x="1179" y="1030"/>
                </a:lnTo>
                <a:lnTo>
                  <a:pt x="1178" y="1030"/>
                </a:lnTo>
                <a:lnTo>
                  <a:pt x="1177" y="1031"/>
                </a:lnTo>
                <a:lnTo>
                  <a:pt x="1176" y="1031"/>
                </a:lnTo>
                <a:lnTo>
                  <a:pt x="1176" y="1032"/>
                </a:lnTo>
                <a:lnTo>
                  <a:pt x="1174" y="1032"/>
                </a:lnTo>
                <a:lnTo>
                  <a:pt x="1173" y="1032"/>
                </a:lnTo>
                <a:lnTo>
                  <a:pt x="1172" y="1033"/>
                </a:lnTo>
                <a:lnTo>
                  <a:pt x="1172" y="1034"/>
                </a:lnTo>
                <a:lnTo>
                  <a:pt x="1172" y="1035"/>
                </a:lnTo>
                <a:lnTo>
                  <a:pt x="1171" y="1035"/>
                </a:lnTo>
                <a:lnTo>
                  <a:pt x="1170" y="1035"/>
                </a:lnTo>
                <a:lnTo>
                  <a:pt x="1169" y="1036"/>
                </a:lnTo>
                <a:lnTo>
                  <a:pt x="1168" y="1036"/>
                </a:lnTo>
                <a:lnTo>
                  <a:pt x="1168" y="1037"/>
                </a:lnTo>
                <a:lnTo>
                  <a:pt x="1167" y="1037"/>
                </a:lnTo>
                <a:lnTo>
                  <a:pt x="1167" y="1038"/>
                </a:lnTo>
                <a:lnTo>
                  <a:pt x="1166" y="1038"/>
                </a:lnTo>
                <a:lnTo>
                  <a:pt x="1165" y="1037"/>
                </a:lnTo>
                <a:lnTo>
                  <a:pt x="1165" y="1038"/>
                </a:lnTo>
                <a:lnTo>
                  <a:pt x="1164" y="1038"/>
                </a:lnTo>
                <a:lnTo>
                  <a:pt x="1163" y="1037"/>
                </a:lnTo>
                <a:lnTo>
                  <a:pt x="1162" y="1036"/>
                </a:lnTo>
                <a:lnTo>
                  <a:pt x="1161" y="1037"/>
                </a:lnTo>
                <a:lnTo>
                  <a:pt x="1161" y="1036"/>
                </a:lnTo>
                <a:lnTo>
                  <a:pt x="1160" y="1036"/>
                </a:lnTo>
                <a:lnTo>
                  <a:pt x="1160" y="1037"/>
                </a:lnTo>
                <a:lnTo>
                  <a:pt x="1160" y="1038"/>
                </a:lnTo>
                <a:lnTo>
                  <a:pt x="1160" y="1039"/>
                </a:lnTo>
                <a:lnTo>
                  <a:pt x="1159" y="1040"/>
                </a:lnTo>
                <a:lnTo>
                  <a:pt x="1158" y="1040"/>
                </a:lnTo>
                <a:lnTo>
                  <a:pt x="1157" y="1041"/>
                </a:lnTo>
                <a:lnTo>
                  <a:pt x="1157" y="1042"/>
                </a:lnTo>
                <a:lnTo>
                  <a:pt x="1156" y="1042"/>
                </a:lnTo>
                <a:lnTo>
                  <a:pt x="1155" y="1042"/>
                </a:lnTo>
                <a:lnTo>
                  <a:pt x="1154" y="1043"/>
                </a:lnTo>
                <a:lnTo>
                  <a:pt x="1153" y="1043"/>
                </a:lnTo>
                <a:lnTo>
                  <a:pt x="1151" y="1044"/>
                </a:lnTo>
                <a:lnTo>
                  <a:pt x="1150" y="1044"/>
                </a:lnTo>
                <a:lnTo>
                  <a:pt x="1149" y="1043"/>
                </a:lnTo>
                <a:lnTo>
                  <a:pt x="1149" y="1042"/>
                </a:lnTo>
                <a:lnTo>
                  <a:pt x="1149" y="1041"/>
                </a:lnTo>
                <a:lnTo>
                  <a:pt x="1148" y="1041"/>
                </a:lnTo>
                <a:lnTo>
                  <a:pt x="1148" y="1040"/>
                </a:lnTo>
                <a:lnTo>
                  <a:pt x="1148" y="1039"/>
                </a:lnTo>
                <a:lnTo>
                  <a:pt x="1147" y="1039"/>
                </a:lnTo>
                <a:lnTo>
                  <a:pt x="1146" y="1039"/>
                </a:lnTo>
                <a:lnTo>
                  <a:pt x="1144" y="1039"/>
                </a:lnTo>
                <a:lnTo>
                  <a:pt x="1144" y="1038"/>
                </a:lnTo>
                <a:lnTo>
                  <a:pt x="1143" y="1038"/>
                </a:lnTo>
                <a:lnTo>
                  <a:pt x="1142" y="1039"/>
                </a:lnTo>
                <a:lnTo>
                  <a:pt x="1141" y="1039"/>
                </a:lnTo>
                <a:lnTo>
                  <a:pt x="1140" y="1039"/>
                </a:lnTo>
                <a:lnTo>
                  <a:pt x="1139" y="1039"/>
                </a:lnTo>
                <a:lnTo>
                  <a:pt x="1139" y="1040"/>
                </a:lnTo>
                <a:lnTo>
                  <a:pt x="1138" y="1040"/>
                </a:lnTo>
                <a:lnTo>
                  <a:pt x="1137" y="1040"/>
                </a:lnTo>
                <a:lnTo>
                  <a:pt x="1137" y="1041"/>
                </a:lnTo>
                <a:lnTo>
                  <a:pt x="1136" y="1041"/>
                </a:lnTo>
                <a:lnTo>
                  <a:pt x="1135" y="1041"/>
                </a:lnTo>
                <a:lnTo>
                  <a:pt x="1134" y="1041"/>
                </a:lnTo>
                <a:lnTo>
                  <a:pt x="1134" y="1042"/>
                </a:lnTo>
                <a:lnTo>
                  <a:pt x="1134" y="1043"/>
                </a:lnTo>
                <a:lnTo>
                  <a:pt x="1133" y="1043"/>
                </a:lnTo>
                <a:lnTo>
                  <a:pt x="1133" y="1042"/>
                </a:lnTo>
                <a:lnTo>
                  <a:pt x="1132" y="1043"/>
                </a:lnTo>
                <a:lnTo>
                  <a:pt x="1130" y="1043"/>
                </a:lnTo>
                <a:lnTo>
                  <a:pt x="1129" y="1043"/>
                </a:lnTo>
                <a:lnTo>
                  <a:pt x="1129" y="1042"/>
                </a:lnTo>
                <a:lnTo>
                  <a:pt x="1129" y="1041"/>
                </a:lnTo>
                <a:lnTo>
                  <a:pt x="1129" y="1040"/>
                </a:lnTo>
                <a:lnTo>
                  <a:pt x="1128" y="1040"/>
                </a:lnTo>
                <a:lnTo>
                  <a:pt x="1127" y="1039"/>
                </a:lnTo>
                <a:lnTo>
                  <a:pt x="1126" y="1038"/>
                </a:lnTo>
                <a:lnTo>
                  <a:pt x="1125" y="1037"/>
                </a:lnTo>
                <a:lnTo>
                  <a:pt x="1124" y="1037"/>
                </a:lnTo>
                <a:lnTo>
                  <a:pt x="1124" y="1038"/>
                </a:lnTo>
                <a:lnTo>
                  <a:pt x="1123" y="1038"/>
                </a:lnTo>
                <a:lnTo>
                  <a:pt x="1122" y="1038"/>
                </a:lnTo>
                <a:lnTo>
                  <a:pt x="1122" y="1039"/>
                </a:lnTo>
                <a:lnTo>
                  <a:pt x="1121" y="1039"/>
                </a:lnTo>
                <a:lnTo>
                  <a:pt x="1120" y="1039"/>
                </a:lnTo>
                <a:lnTo>
                  <a:pt x="1119" y="1039"/>
                </a:lnTo>
                <a:lnTo>
                  <a:pt x="1118" y="1039"/>
                </a:lnTo>
                <a:lnTo>
                  <a:pt x="1118" y="1040"/>
                </a:lnTo>
                <a:lnTo>
                  <a:pt x="1117" y="1040"/>
                </a:lnTo>
                <a:lnTo>
                  <a:pt x="1117" y="1039"/>
                </a:lnTo>
                <a:lnTo>
                  <a:pt x="1116" y="1039"/>
                </a:lnTo>
                <a:lnTo>
                  <a:pt x="1115" y="1039"/>
                </a:lnTo>
                <a:lnTo>
                  <a:pt x="1115" y="1038"/>
                </a:lnTo>
                <a:lnTo>
                  <a:pt x="1114" y="1037"/>
                </a:lnTo>
                <a:lnTo>
                  <a:pt x="1114" y="1036"/>
                </a:lnTo>
                <a:lnTo>
                  <a:pt x="1113" y="1036"/>
                </a:lnTo>
                <a:lnTo>
                  <a:pt x="1111" y="1036"/>
                </a:lnTo>
                <a:lnTo>
                  <a:pt x="1111" y="1037"/>
                </a:lnTo>
                <a:lnTo>
                  <a:pt x="1110" y="1037"/>
                </a:lnTo>
                <a:lnTo>
                  <a:pt x="1109" y="1037"/>
                </a:lnTo>
                <a:lnTo>
                  <a:pt x="1108" y="1037"/>
                </a:lnTo>
                <a:lnTo>
                  <a:pt x="1108" y="1036"/>
                </a:lnTo>
                <a:lnTo>
                  <a:pt x="1107" y="1036"/>
                </a:lnTo>
                <a:lnTo>
                  <a:pt x="1106" y="1035"/>
                </a:lnTo>
                <a:lnTo>
                  <a:pt x="1105" y="1034"/>
                </a:lnTo>
                <a:lnTo>
                  <a:pt x="1104" y="1034"/>
                </a:lnTo>
                <a:lnTo>
                  <a:pt x="1104" y="1033"/>
                </a:lnTo>
                <a:lnTo>
                  <a:pt x="1103" y="1033"/>
                </a:lnTo>
                <a:lnTo>
                  <a:pt x="1103" y="1032"/>
                </a:lnTo>
                <a:lnTo>
                  <a:pt x="1103" y="1031"/>
                </a:lnTo>
                <a:lnTo>
                  <a:pt x="1102" y="1030"/>
                </a:lnTo>
                <a:lnTo>
                  <a:pt x="1101" y="1030"/>
                </a:lnTo>
                <a:lnTo>
                  <a:pt x="1100" y="1029"/>
                </a:lnTo>
                <a:lnTo>
                  <a:pt x="1100" y="1030"/>
                </a:lnTo>
                <a:lnTo>
                  <a:pt x="1099" y="1030"/>
                </a:lnTo>
                <a:lnTo>
                  <a:pt x="1098" y="1030"/>
                </a:lnTo>
                <a:lnTo>
                  <a:pt x="1097" y="1029"/>
                </a:lnTo>
                <a:lnTo>
                  <a:pt x="1097" y="1028"/>
                </a:lnTo>
                <a:lnTo>
                  <a:pt x="1096" y="1028"/>
                </a:lnTo>
                <a:lnTo>
                  <a:pt x="1096" y="1027"/>
                </a:lnTo>
                <a:lnTo>
                  <a:pt x="1095" y="1027"/>
                </a:lnTo>
                <a:lnTo>
                  <a:pt x="1094" y="1027"/>
                </a:lnTo>
                <a:lnTo>
                  <a:pt x="1094" y="1028"/>
                </a:lnTo>
                <a:lnTo>
                  <a:pt x="1093" y="1028"/>
                </a:lnTo>
                <a:lnTo>
                  <a:pt x="1091" y="1028"/>
                </a:lnTo>
                <a:lnTo>
                  <a:pt x="1091" y="1027"/>
                </a:lnTo>
                <a:lnTo>
                  <a:pt x="1090" y="1027"/>
                </a:lnTo>
                <a:lnTo>
                  <a:pt x="1089" y="1026"/>
                </a:lnTo>
                <a:lnTo>
                  <a:pt x="1088" y="1026"/>
                </a:lnTo>
                <a:lnTo>
                  <a:pt x="1089" y="1025"/>
                </a:lnTo>
                <a:lnTo>
                  <a:pt x="1088" y="1025"/>
                </a:lnTo>
                <a:lnTo>
                  <a:pt x="1087" y="1024"/>
                </a:lnTo>
                <a:lnTo>
                  <a:pt x="1086" y="1024"/>
                </a:lnTo>
                <a:lnTo>
                  <a:pt x="1086" y="1023"/>
                </a:lnTo>
                <a:lnTo>
                  <a:pt x="1085" y="1023"/>
                </a:lnTo>
                <a:lnTo>
                  <a:pt x="1084" y="1022"/>
                </a:lnTo>
                <a:lnTo>
                  <a:pt x="1084" y="1021"/>
                </a:lnTo>
                <a:lnTo>
                  <a:pt x="1083" y="1021"/>
                </a:lnTo>
                <a:lnTo>
                  <a:pt x="1083" y="1020"/>
                </a:lnTo>
                <a:lnTo>
                  <a:pt x="1080" y="1020"/>
                </a:lnTo>
                <a:lnTo>
                  <a:pt x="1079" y="1020"/>
                </a:lnTo>
                <a:lnTo>
                  <a:pt x="1077" y="1020"/>
                </a:lnTo>
                <a:lnTo>
                  <a:pt x="1077" y="1019"/>
                </a:lnTo>
                <a:lnTo>
                  <a:pt x="1077" y="1017"/>
                </a:lnTo>
                <a:lnTo>
                  <a:pt x="1076" y="1017"/>
                </a:lnTo>
                <a:lnTo>
                  <a:pt x="1077" y="1016"/>
                </a:lnTo>
                <a:lnTo>
                  <a:pt x="1076" y="1016"/>
                </a:lnTo>
                <a:lnTo>
                  <a:pt x="1076" y="1015"/>
                </a:lnTo>
                <a:lnTo>
                  <a:pt x="1076" y="1014"/>
                </a:lnTo>
                <a:lnTo>
                  <a:pt x="1075" y="1014"/>
                </a:lnTo>
                <a:lnTo>
                  <a:pt x="1075" y="1013"/>
                </a:lnTo>
                <a:lnTo>
                  <a:pt x="1075" y="1012"/>
                </a:lnTo>
                <a:lnTo>
                  <a:pt x="1076" y="1012"/>
                </a:lnTo>
                <a:lnTo>
                  <a:pt x="1076" y="1011"/>
                </a:lnTo>
                <a:lnTo>
                  <a:pt x="1076" y="1010"/>
                </a:lnTo>
                <a:lnTo>
                  <a:pt x="1076" y="1009"/>
                </a:lnTo>
                <a:lnTo>
                  <a:pt x="1076" y="1008"/>
                </a:lnTo>
                <a:lnTo>
                  <a:pt x="1077" y="1008"/>
                </a:lnTo>
                <a:lnTo>
                  <a:pt x="1078" y="1007"/>
                </a:lnTo>
                <a:lnTo>
                  <a:pt x="1078" y="1008"/>
                </a:lnTo>
                <a:lnTo>
                  <a:pt x="1079" y="1008"/>
                </a:lnTo>
                <a:lnTo>
                  <a:pt x="1080" y="1008"/>
                </a:lnTo>
                <a:lnTo>
                  <a:pt x="1081" y="1008"/>
                </a:lnTo>
                <a:lnTo>
                  <a:pt x="1082" y="1008"/>
                </a:lnTo>
                <a:lnTo>
                  <a:pt x="1083" y="1008"/>
                </a:lnTo>
                <a:lnTo>
                  <a:pt x="1084" y="1008"/>
                </a:lnTo>
                <a:lnTo>
                  <a:pt x="1084" y="1007"/>
                </a:lnTo>
                <a:lnTo>
                  <a:pt x="1084" y="1006"/>
                </a:lnTo>
                <a:lnTo>
                  <a:pt x="1084" y="1005"/>
                </a:lnTo>
                <a:lnTo>
                  <a:pt x="1084" y="1004"/>
                </a:lnTo>
                <a:lnTo>
                  <a:pt x="1085" y="1003"/>
                </a:lnTo>
                <a:lnTo>
                  <a:pt x="1086" y="1002"/>
                </a:lnTo>
                <a:lnTo>
                  <a:pt x="1087" y="1002"/>
                </a:lnTo>
                <a:lnTo>
                  <a:pt x="1088" y="1001"/>
                </a:lnTo>
                <a:lnTo>
                  <a:pt x="1089" y="1001"/>
                </a:lnTo>
                <a:lnTo>
                  <a:pt x="1089" y="1000"/>
                </a:lnTo>
                <a:lnTo>
                  <a:pt x="1088" y="999"/>
                </a:lnTo>
                <a:lnTo>
                  <a:pt x="1087" y="999"/>
                </a:lnTo>
                <a:lnTo>
                  <a:pt x="1086" y="999"/>
                </a:lnTo>
                <a:lnTo>
                  <a:pt x="1086" y="998"/>
                </a:lnTo>
                <a:lnTo>
                  <a:pt x="1085" y="999"/>
                </a:lnTo>
                <a:lnTo>
                  <a:pt x="1084" y="999"/>
                </a:lnTo>
                <a:lnTo>
                  <a:pt x="1082" y="999"/>
                </a:lnTo>
                <a:lnTo>
                  <a:pt x="1082" y="998"/>
                </a:lnTo>
                <a:lnTo>
                  <a:pt x="1081" y="998"/>
                </a:lnTo>
                <a:lnTo>
                  <a:pt x="1080" y="998"/>
                </a:lnTo>
                <a:lnTo>
                  <a:pt x="1081" y="997"/>
                </a:lnTo>
                <a:lnTo>
                  <a:pt x="1082" y="997"/>
                </a:lnTo>
                <a:lnTo>
                  <a:pt x="1082" y="996"/>
                </a:lnTo>
                <a:lnTo>
                  <a:pt x="1083" y="995"/>
                </a:lnTo>
                <a:lnTo>
                  <a:pt x="1083" y="994"/>
                </a:lnTo>
                <a:lnTo>
                  <a:pt x="1084" y="994"/>
                </a:lnTo>
                <a:lnTo>
                  <a:pt x="1083" y="993"/>
                </a:lnTo>
                <a:lnTo>
                  <a:pt x="1082" y="994"/>
                </a:lnTo>
                <a:lnTo>
                  <a:pt x="1082" y="993"/>
                </a:lnTo>
                <a:lnTo>
                  <a:pt x="1083" y="993"/>
                </a:lnTo>
                <a:lnTo>
                  <a:pt x="1083" y="992"/>
                </a:lnTo>
                <a:lnTo>
                  <a:pt x="1084" y="992"/>
                </a:lnTo>
                <a:lnTo>
                  <a:pt x="1085" y="991"/>
                </a:lnTo>
                <a:lnTo>
                  <a:pt x="1084" y="991"/>
                </a:lnTo>
                <a:lnTo>
                  <a:pt x="1084" y="990"/>
                </a:lnTo>
                <a:lnTo>
                  <a:pt x="1084" y="989"/>
                </a:lnTo>
                <a:lnTo>
                  <a:pt x="1083" y="989"/>
                </a:lnTo>
                <a:lnTo>
                  <a:pt x="1083" y="988"/>
                </a:lnTo>
                <a:lnTo>
                  <a:pt x="1083" y="987"/>
                </a:lnTo>
                <a:lnTo>
                  <a:pt x="1083" y="986"/>
                </a:lnTo>
                <a:lnTo>
                  <a:pt x="1082" y="986"/>
                </a:lnTo>
                <a:lnTo>
                  <a:pt x="1082" y="985"/>
                </a:lnTo>
                <a:lnTo>
                  <a:pt x="1082" y="983"/>
                </a:lnTo>
                <a:lnTo>
                  <a:pt x="1081" y="983"/>
                </a:lnTo>
                <a:lnTo>
                  <a:pt x="1081" y="982"/>
                </a:lnTo>
                <a:lnTo>
                  <a:pt x="1081" y="981"/>
                </a:lnTo>
                <a:lnTo>
                  <a:pt x="1080" y="981"/>
                </a:lnTo>
                <a:lnTo>
                  <a:pt x="1080" y="980"/>
                </a:lnTo>
                <a:lnTo>
                  <a:pt x="1079" y="979"/>
                </a:lnTo>
                <a:lnTo>
                  <a:pt x="1080" y="979"/>
                </a:lnTo>
                <a:lnTo>
                  <a:pt x="1080" y="978"/>
                </a:lnTo>
                <a:lnTo>
                  <a:pt x="1080" y="977"/>
                </a:lnTo>
                <a:lnTo>
                  <a:pt x="1080" y="976"/>
                </a:lnTo>
                <a:lnTo>
                  <a:pt x="1079" y="976"/>
                </a:lnTo>
                <a:lnTo>
                  <a:pt x="1079" y="975"/>
                </a:lnTo>
                <a:lnTo>
                  <a:pt x="1079" y="974"/>
                </a:lnTo>
                <a:lnTo>
                  <a:pt x="1078" y="973"/>
                </a:lnTo>
                <a:lnTo>
                  <a:pt x="1078" y="971"/>
                </a:lnTo>
                <a:lnTo>
                  <a:pt x="1079" y="971"/>
                </a:lnTo>
                <a:lnTo>
                  <a:pt x="1079" y="970"/>
                </a:lnTo>
                <a:lnTo>
                  <a:pt x="1080" y="970"/>
                </a:lnTo>
                <a:lnTo>
                  <a:pt x="1081" y="970"/>
                </a:lnTo>
                <a:lnTo>
                  <a:pt x="1081" y="971"/>
                </a:lnTo>
                <a:lnTo>
                  <a:pt x="1082" y="972"/>
                </a:lnTo>
                <a:lnTo>
                  <a:pt x="1084" y="972"/>
                </a:lnTo>
                <a:lnTo>
                  <a:pt x="1085" y="972"/>
                </a:lnTo>
                <a:lnTo>
                  <a:pt x="1086" y="972"/>
                </a:lnTo>
                <a:lnTo>
                  <a:pt x="1086" y="971"/>
                </a:lnTo>
                <a:lnTo>
                  <a:pt x="1086" y="970"/>
                </a:lnTo>
                <a:lnTo>
                  <a:pt x="1087" y="970"/>
                </a:lnTo>
                <a:lnTo>
                  <a:pt x="1088" y="970"/>
                </a:lnTo>
                <a:lnTo>
                  <a:pt x="1089" y="969"/>
                </a:lnTo>
                <a:lnTo>
                  <a:pt x="1090" y="970"/>
                </a:lnTo>
                <a:lnTo>
                  <a:pt x="1090" y="969"/>
                </a:lnTo>
                <a:lnTo>
                  <a:pt x="1089" y="969"/>
                </a:lnTo>
                <a:lnTo>
                  <a:pt x="1088" y="969"/>
                </a:lnTo>
                <a:lnTo>
                  <a:pt x="1087" y="969"/>
                </a:lnTo>
                <a:lnTo>
                  <a:pt x="1087" y="968"/>
                </a:lnTo>
                <a:lnTo>
                  <a:pt x="1086" y="968"/>
                </a:lnTo>
                <a:lnTo>
                  <a:pt x="1086" y="967"/>
                </a:lnTo>
                <a:lnTo>
                  <a:pt x="1084" y="967"/>
                </a:lnTo>
                <a:lnTo>
                  <a:pt x="1083" y="967"/>
                </a:lnTo>
                <a:lnTo>
                  <a:pt x="1081" y="968"/>
                </a:lnTo>
                <a:lnTo>
                  <a:pt x="1080" y="969"/>
                </a:lnTo>
                <a:lnTo>
                  <a:pt x="1079" y="968"/>
                </a:lnTo>
                <a:lnTo>
                  <a:pt x="1078" y="968"/>
                </a:lnTo>
                <a:lnTo>
                  <a:pt x="1077" y="969"/>
                </a:lnTo>
                <a:lnTo>
                  <a:pt x="1077" y="968"/>
                </a:lnTo>
                <a:lnTo>
                  <a:pt x="1077" y="967"/>
                </a:lnTo>
                <a:lnTo>
                  <a:pt x="1076" y="967"/>
                </a:lnTo>
                <a:lnTo>
                  <a:pt x="1076" y="966"/>
                </a:lnTo>
                <a:lnTo>
                  <a:pt x="1076" y="965"/>
                </a:lnTo>
                <a:lnTo>
                  <a:pt x="1075" y="964"/>
                </a:lnTo>
                <a:lnTo>
                  <a:pt x="1075" y="963"/>
                </a:lnTo>
                <a:lnTo>
                  <a:pt x="1074" y="962"/>
                </a:lnTo>
                <a:lnTo>
                  <a:pt x="1074" y="961"/>
                </a:lnTo>
                <a:lnTo>
                  <a:pt x="1073" y="961"/>
                </a:lnTo>
                <a:lnTo>
                  <a:pt x="1072" y="961"/>
                </a:lnTo>
                <a:lnTo>
                  <a:pt x="1071" y="961"/>
                </a:lnTo>
                <a:lnTo>
                  <a:pt x="1070" y="961"/>
                </a:lnTo>
                <a:lnTo>
                  <a:pt x="1070" y="959"/>
                </a:lnTo>
                <a:lnTo>
                  <a:pt x="1070" y="958"/>
                </a:lnTo>
                <a:lnTo>
                  <a:pt x="1070" y="957"/>
                </a:lnTo>
                <a:lnTo>
                  <a:pt x="1070" y="956"/>
                </a:lnTo>
                <a:lnTo>
                  <a:pt x="1069" y="956"/>
                </a:lnTo>
                <a:lnTo>
                  <a:pt x="1068" y="956"/>
                </a:lnTo>
                <a:lnTo>
                  <a:pt x="1068" y="955"/>
                </a:lnTo>
                <a:lnTo>
                  <a:pt x="1067" y="955"/>
                </a:lnTo>
                <a:lnTo>
                  <a:pt x="1067" y="954"/>
                </a:lnTo>
                <a:lnTo>
                  <a:pt x="1067" y="953"/>
                </a:lnTo>
                <a:lnTo>
                  <a:pt x="1067" y="952"/>
                </a:lnTo>
                <a:lnTo>
                  <a:pt x="1066" y="952"/>
                </a:lnTo>
                <a:lnTo>
                  <a:pt x="1066" y="951"/>
                </a:lnTo>
                <a:lnTo>
                  <a:pt x="1066" y="950"/>
                </a:lnTo>
                <a:lnTo>
                  <a:pt x="1065" y="950"/>
                </a:lnTo>
                <a:lnTo>
                  <a:pt x="1065" y="949"/>
                </a:lnTo>
                <a:lnTo>
                  <a:pt x="1065" y="948"/>
                </a:lnTo>
                <a:lnTo>
                  <a:pt x="1065" y="947"/>
                </a:lnTo>
                <a:lnTo>
                  <a:pt x="1064" y="947"/>
                </a:lnTo>
                <a:lnTo>
                  <a:pt x="1064" y="946"/>
                </a:lnTo>
                <a:lnTo>
                  <a:pt x="1065" y="946"/>
                </a:lnTo>
                <a:lnTo>
                  <a:pt x="1065" y="945"/>
                </a:lnTo>
                <a:lnTo>
                  <a:pt x="1065" y="944"/>
                </a:lnTo>
                <a:lnTo>
                  <a:pt x="1066" y="944"/>
                </a:lnTo>
                <a:lnTo>
                  <a:pt x="1067" y="943"/>
                </a:lnTo>
                <a:lnTo>
                  <a:pt x="1066" y="943"/>
                </a:lnTo>
                <a:lnTo>
                  <a:pt x="1066" y="942"/>
                </a:lnTo>
                <a:lnTo>
                  <a:pt x="1066" y="941"/>
                </a:lnTo>
                <a:lnTo>
                  <a:pt x="1066" y="940"/>
                </a:lnTo>
                <a:lnTo>
                  <a:pt x="1065" y="940"/>
                </a:lnTo>
                <a:lnTo>
                  <a:pt x="1065" y="939"/>
                </a:lnTo>
                <a:lnTo>
                  <a:pt x="1064" y="939"/>
                </a:lnTo>
                <a:lnTo>
                  <a:pt x="1063" y="938"/>
                </a:lnTo>
                <a:lnTo>
                  <a:pt x="1062" y="937"/>
                </a:lnTo>
                <a:lnTo>
                  <a:pt x="1061" y="936"/>
                </a:lnTo>
                <a:lnTo>
                  <a:pt x="1060" y="935"/>
                </a:lnTo>
                <a:lnTo>
                  <a:pt x="1060" y="934"/>
                </a:lnTo>
                <a:lnTo>
                  <a:pt x="1059" y="934"/>
                </a:lnTo>
                <a:lnTo>
                  <a:pt x="1058" y="934"/>
                </a:lnTo>
                <a:lnTo>
                  <a:pt x="1057" y="933"/>
                </a:lnTo>
                <a:lnTo>
                  <a:pt x="1056" y="933"/>
                </a:lnTo>
                <a:lnTo>
                  <a:pt x="1055" y="932"/>
                </a:lnTo>
                <a:lnTo>
                  <a:pt x="1054" y="932"/>
                </a:lnTo>
                <a:lnTo>
                  <a:pt x="1053" y="932"/>
                </a:lnTo>
                <a:lnTo>
                  <a:pt x="1052" y="933"/>
                </a:lnTo>
                <a:lnTo>
                  <a:pt x="1050" y="933"/>
                </a:lnTo>
                <a:lnTo>
                  <a:pt x="1049" y="933"/>
                </a:lnTo>
                <a:lnTo>
                  <a:pt x="1048" y="933"/>
                </a:lnTo>
                <a:lnTo>
                  <a:pt x="1046" y="933"/>
                </a:lnTo>
                <a:lnTo>
                  <a:pt x="1045" y="933"/>
                </a:lnTo>
                <a:lnTo>
                  <a:pt x="1044" y="933"/>
                </a:lnTo>
                <a:lnTo>
                  <a:pt x="1043" y="933"/>
                </a:lnTo>
                <a:lnTo>
                  <a:pt x="1040" y="933"/>
                </a:lnTo>
                <a:lnTo>
                  <a:pt x="1039" y="932"/>
                </a:lnTo>
                <a:lnTo>
                  <a:pt x="1038" y="932"/>
                </a:lnTo>
                <a:lnTo>
                  <a:pt x="1037" y="932"/>
                </a:lnTo>
                <a:lnTo>
                  <a:pt x="1037" y="933"/>
                </a:lnTo>
                <a:lnTo>
                  <a:pt x="1036" y="933"/>
                </a:lnTo>
                <a:lnTo>
                  <a:pt x="1034" y="933"/>
                </a:lnTo>
                <a:lnTo>
                  <a:pt x="1033" y="933"/>
                </a:lnTo>
                <a:lnTo>
                  <a:pt x="1033" y="934"/>
                </a:lnTo>
                <a:lnTo>
                  <a:pt x="1032" y="934"/>
                </a:lnTo>
                <a:lnTo>
                  <a:pt x="1032" y="935"/>
                </a:lnTo>
                <a:lnTo>
                  <a:pt x="1031" y="934"/>
                </a:lnTo>
                <a:lnTo>
                  <a:pt x="1031" y="935"/>
                </a:lnTo>
                <a:lnTo>
                  <a:pt x="1030" y="935"/>
                </a:lnTo>
                <a:lnTo>
                  <a:pt x="1029" y="935"/>
                </a:lnTo>
                <a:lnTo>
                  <a:pt x="1028" y="935"/>
                </a:lnTo>
                <a:lnTo>
                  <a:pt x="1028" y="934"/>
                </a:lnTo>
                <a:lnTo>
                  <a:pt x="1027" y="934"/>
                </a:lnTo>
                <a:lnTo>
                  <a:pt x="1026" y="933"/>
                </a:lnTo>
                <a:lnTo>
                  <a:pt x="1025" y="933"/>
                </a:lnTo>
                <a:lnTo>
                  <a:pt x="1024" y="933"/>
                </a:lnTo>
                <a:lnTo>
                  <a:pt x="1024" y="932"/>
                </a:lnTo>
                <a:lnTo>
                  <a:pt x="1023" y="932"/>
                </a:lnTo>
                <a:lnTo>
                  <a:pt x="1022" y="932"/>
                </a:lnTo>
                <a:lnTo>
                  <a:pt x="1021" y="932"/>
                </a:lnTo>
                <a:lnTo>
                  <a:pt x="1020" y="932"/>
                </a:lnTo>
                <a:lnTo>
                  <a:pt x="1020" y="931"/>
                </a:lnTo>
                <a:lnTo>
                  <a:pt x="1019" y="931"/>
                </a:lnTo>
                <a:lnTo>
                  <a:pt x="1020" y="930"/>
                </a:lnTo>
                <a:lnTo>
                  <a:pt x="1021" y="930"/>
                </a:lnTo>
                <a:lnTo>
                  <a:pt x="1020" y="929"/>
                </a:lnTo>
                <a:lnTo>
                  <a:pt x="1019" y="929"/>
                </a:lnTo>
                <a:lnTo>
                  <a:pt x="1019" y="930"/>
                </a:lnTo>
                <a:lnTo>
                  <a:pt x="1018" y="930"/>
                </a:lnTo>
                <a:lnTo>
                  <a:pt x="1017" y="930"/>
                </a:lnTo>
                <a:lnTo>
                  <a:pt x="1017" y="929"/>
                </a:lnTo>
                <a:lnTo>
                  <a:pt x="1017" y="928"/>
                </a:lnTo>
                <a:lnTo>
                  <a:pt x="1016" y="928"/>
                </a:lnTo>
                <a:lnTo>
                  <a:pt x="1016" y="929"/>
                </a:lnTo>
                <a:lnTo>
                  <a:pt x="1015" y="929"/>
                </a:lnTo>
                <a:lnTo>
                  <a:pt x="1014" y="929"/>
                </a:lnTo>
                <a:lnTo>
                  <a:pt x="1014" y="928"/>
                </a:lnTo>
                <a:lnTo>
                  <a:pt x="1013" y="928"/>
                </a:lnTo>
                <a:lnTo>
                  <a:pt x="1013" y="929"/>
                </a:lnTo>
                <a:lnTo>
                  <a:pt x="1014" y="929"/>
                </a:lnTo>
                <a:lnTo>
                  <a:pt x="1013" y="929"/>
                </a:lnTo>
                <a:lnTo>
                  <a:pt x="1013" y="930"/>
                </a:lnTo>
                <a:lnTo>
                  <a:pt x="1012" y="931"/>
                </a:lnTo>
                <a:lnTo>
                  <a:pt x="1011" y="931"/>
                </a:lnTo>
                <a:lnTo>
                  <a:pt x="1011" y="932"/>
                </a:lnTo>
                <a:lnTo>
                  <a:pt x="1010" y="932"/>
                </a:lnTo>
                <a:lnTo>
                  <a:pt x="1010" y="933"/>
                </a:lnTo>
                <a:lnTo>
                  <a:pt x="1010" y="934"/>
                </a:lnTo>
                <a:lnTo>
                  <a:pt x="1009" y="934"/>
                </a:lnTo>
                <a:lnTo>
                  <a:pt x="1009" y="933"/>
                </a:lnTo>
                <a:lnTo>
                  <a:pt x="1008" y="933"/>
                </a:lnTo>
                <a:lnTo>
                  <a:pt x="1007" y="933"/>
                </a:lnTo>
                <a:lnTo>
                  <a:pt x="1007" y="932"/>
                </a:lnTo>
                <a:lnTo>
                  <a:pt x="1008" y="932"/>
                </a:lnTo>
                <a:lnTo>
                  <a:pt x="1008" y="931"/>
                </a:lnTo>
                <a:lnTo>
                  <a:pt x="1008" y="930"/>
                </a:lnTo>
                <a:lnTo>
                  <a:pt x="1009" y="929"/>
                </a:lnTo>
                <a:lnTo>
                  <a:pt x="1009" y="928"/>
                </a:lnTo>
                <a:lnTo>
                  <a:pt x="1009" y="927"/>
                </a:lnTo>
                <a:lnTo>
                  <a:pt x="1010" y="927"/>
                </a:lnTo>
                <a:lnTo>
                  <a:pt x="1009" y="926"/>
                </a:lnTo>
                <a:lnTo>
                  <a:pt x="1008" y="926"/>
                </a:lnTo>
                <a:lnTo>
                  <a:pt x="1008" y="925"/>
                </a:lnTo>
                <a:lnTo>
                  <a:pt x="1009" y="925"/>
                </a:lnTo>
                <a:lnTo>
                  <a:pt x="1008" y="925"/>
                </a:lnTo>
                <a:lnTo>
                  <a:pt x="1008" y="924"/>
                </a:lnTo>
                <a:lnTo>
                  <a:pt x="1009" y="924"/>
                </a:lnTo>
                <a:lnTo>
                  <a:pt x="1009" y="923"/>
                </a:lnTo>
                <a:lnTo>
                  <a:pt x="1008" y="923"/>
                </a:lnTo>
                <a:lnTo>
                  <a:pt x="1008" y="922"/>
                </a:lnTo>
                <a:lnTo>
                  <a:pt x="1008" y="920"/>
                </a:lnTo>
                <a:lnTo>
                  <a:pt x="1007" y="920"/>
                </a:lnTo>
                <a:lnTo>
                  <a:pt x="1006" y="919"/>
                </a:lnTo>
                <a:lnTo>
                  <a:pt x="1005" y="920"/>
                </a:lnTo>
                <a:lnTo>
                  <a:pt x="1004" y="920"/>
                </a:lnTo>
                <a:lnTo>
                  <a:pt x="1003" y="920"/>
                </a:lnTo>
                <a:lnTo>
                  <a:pt x="1002" y="920"/>
                </a:lnTo>
                <a:lnTo>
                  <a:pt x="1002" y="921"/>
                </a:lnTo>
                <a:lnTo>
                  <a:pt x="1002" y="922"/>
                </a:lnTo>
                <a:lnTo>
                  <a:pt x="1001" y="922"/>
                </a:lnTo>
                <a:lnTo>
                  <a:pt x="1000" y="923"/>
                </a:lnTo>
                <a:lnTo>
                  <a:pt x="1000" y="924"/>
                </a:lnTo>
                <a:lnTo>
                  <a:pt x="1000" y="925"/>
                </a:lnTo>
                <a:lnTo>
                  <a:pt x="1000" y="926"/>
                </a:lnTo>
                <a:lnTo>
                  <a:pt x="999" y="926"/>
                </a:lnTo>
                <a:lnTo>
                  <a:pt x="998" y="926"/>
                </a:lnTo>
                <a:lnTo>
                  <a:pt x="997" y="926"/>
                </a:lnTo>
                <a:lnTo>
                  <a:pt x="996" y="926"/>
                </a:lnTo>
                <a:lnTo>
                  <a:pt x="995" y="925"/>
                </a:lnTo>
                <a:lnTo>
                  <a:pt x="994" y="926"/>
                </a:lnTo>
                <a:lnTo>
                  <a:pt x="993" y="926"/>
                </a:lnTo>
                <a:lnTo>
                  <a:pt x="992" y="926"/>
                </a:lnTo>
                <a:lnTo>
                  <a:pt x="991" y="927"/>
                </a:lnTo>
                <a:lnTo>
                  <a:pt x="990" y="927"/>
                </a:lnTo>
                <a:lnTo>
                  <a:pt x="990" y="926"/>
                </a:lnTo>
                <a:lnTo>
                  <a:pt x="988" y="926"/>
                </a:lnTo>
                <a:lnTo>
                  <a:pt x="987" y="925"/>
                </a:lnTo>
                <a:lnTo>
                  <a:pt x="987" y="924"/>
                </a:lnTo>
                <a:lnTo>
                  <a:pt x="986" y="924"/>
                </a:lnTo>
                <a:lnTo>
                  <a:pt x="986" y="923"/>
                </a:lnTo>
                <a:lnTo>
                  <a:pt x="985" y="923"/>
                </a:lnTo>
                <a:lnTo>
                  <a:pt x="986" y="922"/>
                </a:lnTo>
                <a:lnTo>
                  <a:pt x="986" y="921"/>
                </a:lnTo>
                <a:lnTo>
                  <a:pt x="986" y="920"/>
                </a:lnTo>
                <a:lnTo>
                  <a:pt x="985" y="920"/>
                </a:lnTo>
                <a:lnTo>
                  <a:pt x="984" y="919"/>
                </a:lnTo>
                <a:lnTo>
                  <a:pt x="983" y="919"/>
                </a:lnTo>
                <a:lnTo>
                  <a:pt x="982" y="919"/>
                </a:lnTo>
                <a:lnTo>
                  <a:pt x="982" y="920"/>
                </a:lnTo>
                <a:lnTo>
                  <a:pt x="981" y="921"/>
                </a:lnTo>
                <a:lnTo>
                  <a:pt x="980" y="921"/>
                </a:lnTo>
                <a:lnTo>
                  <a:pt x="979" y="921"/>
                </a:lnTo>
                <a:lnTo>
                  <a:pt x="978" y="921"/>
                </a:lnTo>
                <a:lnTo>
                  <a:pt x="978" y="920"/>
                </a:lnTo>
                <a:lnTo>
                  <a:pt x="977" y="920"/>
                </a:lnTo>
                <a:lnTo>
                  <a:pt x="976" y="920"/>
                </a:lnTo>
                <a:lnTo>
                  <a:pt x="975" y="920"/>
                </a:lnTo>
                <a:lnTo>
                  <a:pt x="974" y="919"/>
                </a:lnTo>
                <a:lnTo>
                  <a:pt x="974" y="918"/>
                </a:lnTo>
                <a:lnTo>
                  <a:pt x="975" y="916"/>
                </a:lnTo>
                <a:lnTo>
                  <a:pt x="975" y="915"/>
                </a:lnTo>
                <a:lnTo>
                  <a:pt x="975" y="914"/>
                </a:lnTo>
                <a:lnTo>
                  <a:pt x="975" y="913"/>
                </a:lnTo>
                <a:lnTo>
                  <a:pt x="976" y="912"/>
                </a:lnTo>
                <a:lnTo>
                  <a:pt x="976" y="911"/>
                </a:lnTo>
                <a:lnTo>
                  <a:pt x="977" y="911"/>
                </a:lnTo>
                <a:lnTo>
                  <a:pt x="977" y="910"/>
                </a:lnTo>
                <a:lnTo>
                  <a:pt x="977" y="909"/>
                </a:lnTo>
                <a:lnTo>
                  <a:pt x="976" y="909"/>
                </a:lnTo>
                <a:lnTo>
                  <a:pt x="976" y="908"/>
                </a:lnTo>
                <a:lnTo>
                  <a:pt x="975" y="907"/>
                </a:lnTo>
                <a:lnTo>
                  <a:pt x="974" y="907"/>
                </a:lnTo>
                <a:lnTo>
                  <a:pt x="974" y="908"/>
                </a:lnTo>
                <a:lnTo>
                  <a:pt x="973" y="908"/>
                </a:lnTo>
                <a:lnTo>
                  <a:pt x="973" y="907"/>
                </a:lnTo>
                <a:lnTo>
                  <a:pt x="972" y="907"/>
                </a:lnTo>
                <a:lnTo>
                  <a:pt x="971" y="907"/>
                </a:lnTo>
                <a:lnTo>
                  <a:pt x="971" y="906"/>
                </a:lnTo>
                <a:lnTo>
                  <a:pt x="971" y="905"/>
                </a:lnTo>
                <a:lnTo>
                  <a:pt x="971" y="904"/>
                </a:lnTo>
                <a:lnTo>
                  <a:pt x="971" y="903"/>
                </a:lnTo>
                <a:lnTo>
                  <a:pt x="972" y="903"/>
                </a:lnTo>
                <a:lnTo>
                  <a:pt x="973" y="903"/>
                </a:lnTo>
                <a:lnTo>
                  <a:pt x="973" y="902"/>
                </a:lnTo>
                <a:lnTo>
                  <a:pt x="973" y="901"/>
                </a:lnTo>
                <a:lnTo>
                  <a:pt x="974" y="901"/>
                </a:lnTo>
                <a:lnTo>
                  <a:pt x="975" y="900"/>
                </a:lnTo>
                <a:lnTo>
                  <a:pt x="975" y="899"/>
                </a:lnTo>
                <a:lnTo>
                  <a:pt x="974" y="899"/>
                </a:lnTo>
                <a:lnTo>
                  <a:pt x="974" y="898"/>
                </a:lnTo>
                <a:lnTo>
                  <a:pt x="974" y="897"/>
                </a:lnTo>
                <a:lnTo>
                  <a:pt x="974" y="896"/>
                </a:lnTo>
                <a:lnTo>
                  <a:pt x="973" y="896"/>
                </a:lnTo>
                <a:lnTo>
                  <a:pt x="972" y="896"/>
                </a:lnTo>
                <a:lnTo>
                  <a:pt x="971" y="897"/>
                </a:lnTo>
                <a:lnTo>
                  <a:pt x="971" y="896"/>
                </a:lnTo>
                <a:lnTo>
                  <a:pt x="972" y="895"/>
                </a:lnTo>
                <a:lnTo>
                  <a:pt x="972" y="894"/>
                </a:lnTo>
                <a:lnTo>
                  <a:pt x="972" y="893"/>
                </a:lnTo>
                <a:lnTo>
                  <a:pt x="973" y="894"/>
                </a:lnTo>
                <a:lnTo>
                  <a:pt x="974" y="894"/>
                </a:lnTo>
                <a:lnTo>
                  <a:pt x="974" y="893"/>
                </a:lnTo>
                <a:lnTo>
                  <a:pt x="975" y="893"/>
                </a:lnTo>
                <a:lnTo>
                  <a:pt x="976" y="893"/>
                </a:lnTo>
                <a:lnTo>
                  <a:pt x="975" y="893"/>
                </a:lnTo>
                <a:lnTo>
                  <a:pt x="975" y="892"/>
                </a:lnTo>
                <a:lnTo>
                  <a:pt x="976" y="892"/>
                </a:lnTo>
                <a:lnTo>
                  <a:pt x="976" y="891"/>
                </a:lnTo>
                <a:lnTo>
                  <a:pt x="975" y="891"/>
                </a:lnTo>
                <a:lnTo>
                  <a:pt x="974" y="890"/>
                </a:lnTo>
                <a:lnTo>
                  <a:pt x="973" y="890"/>
                </a:lnTo>
                <a:lnTo>
                  <a:pt x="972" y="890"/>
                </a:lnTo>
                <a:lnTo>
                  <a:pt x="972" y="889"/>
                </a:lnTo>
                <a:lnTo>
                  <a:pt x="971" y="889"/>
                </a:lnTo>
                <a:lnTo>
                  <a:pt x="971" y="888"/>
                </a:lnTo>
                <a:lnTo>
                  <a:pt x="971" y="887"/>
                </a:lnTo>
                <a:lnTo>
                  <a:pt x="972" y="887"/>
                </a:lnTo>
                <a:lnTo>
                  <a:pt x="971" y="886"/>
                </a:lnTo>
                <a:lnTo>
                  <a:pt x="971" y="885"/>
                </a:lnTo>
                <a:lnTo>
                  <a:pt x="971" y="884"/>
                </a:lnTo>
                <a:lnTo>
                  <a:pt x="971" y="883"/>
                </a:lnTo>
                <a:lnTo>
                  <a:pt x="971" y="882"/>
                </a:lnTo>
                <a:lnTo>
                  <a:pt x="969" y="882"/>
                </a:lnTo>
                <a:lnTo>
                  <a:pt x="968" y="882"/>
                </a:lnTo>
                <a:lnTo>
                  <a:pt x="968" y="881"/>
                </a:lnTo>
                <a:lnTo>
                  <a:pt x="966" y="881"/>
                </a:lnTo>
                <a:lnTo>
                  <a:pt x="966" y="880"/>
                </a:lnTo>
                <a:lnTo>
                  <a:pt x="965" y="880"/>
                </a:lnTo>
                <a:lnTo>
                  <a:pt x="964" y="881"/>
                </a:lnTo>
                <a:lnTo>
                  <a:pt x="963" y="881"/>
                </a:lnTo>
                <a:lnTo>
                  <a:pt x="962" y="881"/>
                </a:lnTo>
                <a:lnTo>
                  <a:pt x="961" y="881"/>
                </a:lnTo>
                <a:lnTo>
                  <a:pt x="960" y="881"/>
                </a:lnTo>
                <a:lnTo>
                  <a:pt x="959" y="881"/>
                </a:lnTo>
                <a:lnTo>
                  <a:pt x="959" y="880"/>
                </a:lnTo>
                <a:lnTo>
                  <a:pt x="958" y="880"/>
                </a:lnTo>
                <a:lnTo>
                  <a:pt x="958" y="879"/>
                </a:lnTo>
                <a:lnTo>
                  <a:pt x="958" y="878"/>
                </a:lnTo>
                <a:lnTo>
                  <a:pt x="958" y="876"/>
                </a:lnTo>
                <a:lnTo>
                  <a:pt x="958" y="874"/>
                </a:lnTo>
                <a:lnTo>
                  <a:pt x="957" y="873"/>
                </a:lnTo>
                <a:lnTo>
                  <a:pt x="957" y="872"/>
                </a:lnTo>
                <a:lnTo>
                  <a:pt x="956" y="871"/>
                </a:lnTo>
                <a:lnTo>
                  <a:pt x="956" y="870"/>
                </a:lnTo>
                <a:lnTo>
                  <a:pt x="955" y="869"/>
                </a:lnTo>
                <a:lnTo>
                  <a:pt x="954" y="869"/>
                </a:lnTo>
                <a:lnTo>
                  <a:pt x="953" y="868"/>
                </a:lnTo>
                <a:lnTo>
                  <a:pt x="952" y="868"/>
                </a:lnTo>
                <a:lnTo>
                  <a:pt x="949" y="868"/>
                </a:lnTo>
                <a:lnTo>
                  <a:pt x="948" y="869"/>
                </a:lnTo>
                <a:lnTo>
                  <a:pt x="947" y="869"/>
                </a:lnTo>
                <a:lnTo>
                  <a:pt x="948" y="870"/>
                </a:lnTo>
                <a:lnTo>
                  <a:pt x="948" y="871"/>
                </a:lnTo>
                <a:lnTo>
                  <a:pt x="947" y="871"/>
                </a:lnTo>
                <a:lnTo>
                  <a:pt x="947" y="872"/>
                </a:lnTo>
                <a:lnTo>
                  <a:pt x="946" y="873"/>
                </a:lnTo>
                <a:lnTo>
                  <a:pt x="946" y="872"/>
                </a:lnTo>
                <a:lnTo>
                  <a:pt x="945" y="872"/>
                </a:lnTo>
                <a:lnTo>
                  <a:pt x="944" y="872"/>
                </a:lnTo>
                <a:lnTo>
                  <a:pt x="943" y="872"/>
                </a:lnTo>
                <a:lnTo>
                  <a:pt x="942" y="872"/>
                </a:lnTo>
                <a:lnTo>
                  <a:pt x="942" y="873"/>
                </a:lnTo>
                <a:lnTo>
                  <a:pt x="941" y="873"/>
                </a:lnTo>
                <a:lnTo>
                  <a:pt x="941" y="874"/>
                </a:lnTo>
                <a:lnTo>
                  <a:pt x="941" y="875"/>
                </a:lnTo>
                <a:lnTo>
                  <a:pt x="940" y="876"/>
                </a:lnTo>
                <a:lnTo>
                  <a:pt x="937" y="876"/>
                </a:lnTo>
                <a:lnTo>
                  <a:pt x="936" y="876"/>
                </a:lnTo>
                <a:lnTo>
                  <a:pt x="935" y="877"/>
                </a:lnTo>
                <a:lnTo>
                  <a:pt x="935" y="878"/>
                </a:lnTo>
                <a:lnTo>
                  <a:pt x="934" y="878"/>
                </a:lnTo>
                <a:lnTo>
                  <a:pt x="933" y="878"/>
                </a:lnTo>
                <a:lnTo>
                  <a:pt x="933" y="879"/>
                </a:lnTo>
                <a:lnTo>
                  <a:pt x="933" y="880"/>
                </a:lnTo>
                <a:lnTo>
                  <a:pt x="932" y="880"/>
                </a:lnTo>
                <a:lnTo>
                  <a:pt x="931" y="880"/>
                </a:lnTo>
                <a:lnTo>
                  <a:pt x="931" y="881"/>
                </a:lnTo>
                <a:lnTo>
                  <a:pt x="930" y="880"/>
                </a:lnTo>
                <a:lnTo>
                  <a:pt x="930" y="881"/>
                </a:lnTo>
                <a:lnTo>
                  <a:pt x="929" y="881"/>
                </a:lnTo>
                <a:lnTo>
                  <a:pt x="929" y="882"/>
                </a:lnTo>
                <a:lnTo>
                  <a:pt x="929" y="881"/>
                </a:lnTo>
                <a:lnTo>
                  <a:pt x="928" y="882"/>
                </a:lnTo>
                <a:lnTo>
                  <a:pt x="928" y="883"/>
                </a:lnTo>
                <a:lnTo>
                  <a:pt x="929" y="883"/>
                </a:lnTo>
                <a:lnTo>
                  <a:pt x="928" y="883"/>
                </a:lnTo>
                <a:lnTo>
                  <a:pt x="927" y="883"/>
                </a:lnTo>
                <a:lnTo>
                  <a:pt x="927" y="884"/>
                </a:lnTo>
                <a:lnTo>
                  <a:pt x="926" y="884"/>
                </a:lnTo>
                <a:lnTo>
                  <a:pt x="926" y="883"/>
                </a:lnTo>
                <a:lnTo>
                  <a:pt x="926" y="884"/>
                </a:lnTo>
                <a:lnTo>
                  <a:pt x="925" y="884"/>
                </a:lnTo>
                <a:lnTo>
                  <a:pt x="925" y="885"/>
                </a:lnTo>
                <a:lnTo>
                  <a:pt x="925" y="884"/>
                </a:lnTo>
                <a:lnTo>
                  <a:pt x="924" y="885"/>
                </a:lnTo>
                <a:lnTo>
                  <a:pt x="925" y="886"/>
                </a:lnTo>
                <a:lnTo>
                  <a:pt x="926" y="886"/>
                </a:lnTo>
                <a:lnTo>
                  <a:pt x="927" y="887"/>
                </a:lnTo>
                <a:lnTo>
                  <a:pt x="928" y="888"/>
                </a:lnTo>
                <a:lnTo>
                  <a:pt x="928" y="889"/>
                </a:lnTo>
                <a:lnTo>
                  <a:pt x="928" y="888"/>
                </a:lnTo>
                <a:lnTo>
                  <a:pt x="929" y="888"/>
                </a:lnTo>
                <a:lnTo>
                  <a:pt x="930" y="889"/>
                </a:lnTo>
                <a:lnTo>
                  <a:pt x="930" y="890"/>
                </a:lnTo>
                <a:lnTo>
                  <a:pt x="930" y="891"/>
                </a:lnTo>
                <a:lnTo>
                  <a:pt x="929" y="891"/>
                </a:lnTo>
                <a:lnTo>
                  <a:pt x="929" y="892"/>
                </a:lnTo>
                <a:lnTo>
                  <a:pt x="930" y="892"/>
                </a:lnTo>
                <a:lnTo>
                  <a:pt x="929" y="892"/>
                </a:lnTo>
                <a:lnTo>
                  <a:pt x="928" y="892"/>
                </a:lnTo>
                <a:lnTo>
                  <a:pt x="928" y="891"/>
                </a:lnTo>
                <a:lnTo>
                  <a:pt x="927" y="891"/>
                </a:lnTo>
                <a:lnTo>
                  <a:pt x="926" y="891"/>
                </a:lnTo>
                <a:lnTo>
                  <a:pt x="926" y="890"/>
                </a:lnTo>
                <a:lnTo>
                  <a:pt x="925" y="890"/>
                </a:lnTo>
                <a:lnTo>
                  <a:pt x="924" y="890"/>
                </a:lnTo>
                <a:lnTo>
                  <a:pt x="923" y="890"/>
                </a:lnTo>
                <a:lnTo>
                  <a:pt x="922" y="890"/>
                </a:lnTo>
                <a:lnTo>
                  <a:pt x="921" y="890"/>
                </a:lnTo>
                <a:lnTo>
                  <a:pt x="921" y="891"/>
                </a:lnTo>
                <a:lnTo>
                  <a:pt x="920" y="891"/>
                </a:lnTo>
                <a:lnTo>
                  <a:pt x="919" y="891"/>
                </a:lnTo>
                <a:lnTo>
                  <a:pt x="918" y="891"/>
                </a:lnTo>
                <a:lnTo>
                  <a:pt x="917" y="892"/>
                </a:lnTo>
                <a:lnTo>
                  <a:pt x="916" y="892"/>
                </a:lnTo>
                <a:lnTo>
                  <a:pt x="915" y="892"/>
                </a:lnTo>
                <a:lnTo>
                  <a:pt x="914" y="892"/>
                </a:lnTo>
                <a:lnTo>
                  <a:pt x="913" y="892"/>
                </a:lnTo>
                <a:lnTo>
                  <a:pt x="912" y="893"/>
                </a:lnTo>
                <a:lnTo>
                  <a:pt x="912" y="892"/>
                </a:lnTo>
                <a:lnTo>
                  <a:pt x="911" y="892"/>
                </a:lnTo>
                <a:lnTo>
                  <a:pt x="910" y="891"/>
                </a:lnTo>
                <a:lnTo>
                  <a:pt x="909" y="891"/>
                </a:lnTo>
                <a:lnTo>
                  <a:pt x="909" y="892"/>
                </a:lnTo>
                <a:lnTo>
                  <a:pt x="909" y="893"/>
                </a:lnTo>
                <a:lnTo>
                  <a:pt x="908" y="893"/>
                </a:lnTo>
                <a:lnTo>
                  <a:pt x="908" y="894"/>
                </a:lnTo>
                <a:lnTo>
                  <a:pt x="908" y="895"/>
                </a:lnTo>
                <a:lnTo>
                  <a:pt x="908" y="896"/>
                </a:lnTo>
                <a:lnTo>
                  <a:pt x="907" y="896"/>
                </a:lnTo>
                <a:lnTo>
                  <a:pt x="907" y="897"/>
                </a:lnTo>
                <a:lnTo>
                  <a:pt x="906" y="898"/>
                </a:lnTo>
                <a:lnTo>
                  <a:pt x="906" y="899"/>
                </a:lnTo>
                <a:lnTo>
                  <a:pt x="906" y="900"/>
                </a:lnTo>
                <a:lnTo>
                  <a:pt x="905" y="903"/>
                </a:lnTo>
                <a:lnTo>
                  <a:pt x="904" y="903"/>
                </a:lnTo>
                <a:lnTo>
                  <a:pt x="903" y="903"/>
                </a:lnTo>
                <a:lnTo>
                  <a:pt x="902" y="902"/>
                </a:lnTo>
                <a:lnTo>
                  <a:pt x="902" y="903"/>
                </a:lnTo>
                <a:lnTo>
                  <a:pt x="901" y="903"/>
                </a:lnTo>
                <a:lnTo>
                  <a:pt x="900" y="903"/>
                </a:lnTo>
                <a:lnTo>
                  <a:pt x="900" y="902"/>
                </a:lnTo>
                <a:lnTo>
                  <a:pt x="899" y="902"/>
                </a:lnTo>
                <a:lnTo>
                  <a:pt x="899" y="903"/>
                </a:lnTo>
                <a:lnTo>
                  <a:pt x="898" y="904"/>
                </a:lnTo>
                <a:lnTo>
                  <a:pt x="898" y="903"/>
                </a:lnTo>
                <a:lnTo>
                  <a:pt x="898" y="902"/>
                </a:lnTo>
                <a:lnTo>
                  <a:pt x="899" y="902"/>
                </a:lnTo>
                <a:lnTo>
                  <a:pt x="899" y="901"/>
                </a:lnTo>
                <a:lnTo>
                  <a:pt x="898" y="901"/>
                </a:lnTo>
                <a:lnTo>
                  <a:pt x="897" y="902"/>
                </a:lnTo>
                <a:lnTo>
                  <a:pt x="896" y="902"/>
                </a:lnTo>
                <a:lnTo>
                  <a:pt x="895" y="902"/>
                </a:lnTo>
                <a:lnTo>
                  <a:pt x="895" y="901"/>
                </a:lnTo>
                <a:lnTo>
                  <a:pt x="894" y="901"/>
                </a:lnTo>
                <a:lnTo>
                  <a:pt x="894" y="902"/>
                </a:lnTo>
                <a:lnTo>
                  <a:pt x="893" y="902"/>
                </a:lnTo>
                <a:lnTo>
                  <a:pt x="893" y="903"/>
                </a:lnTo>
                <a:lnTo>
                  <a:pt x="894" y="903"/>
                </a:lnTo>
                <a:lnTo>
                  <a:pt x="894" y="904"/>
                </a:lnTo>
                <a:lnTo>
                  <a:pt x="893" y="904"/>
                </a:lnTo>
                <a:lnTo>
                  <a:pt x="893" y="903"/>
                </a:lnTo>
                <a:lnTo>
                  <a:pt x="893" y="902"/>
                </a:lnTo>
                <a:lnTo>
                  <a:pt x="893" y="901"/>
                </a:lnTo>
                <a:lnTo>
                  <a:pt x="892" y="902"/>
                </a:lnTo>
                <a:lnTo>
                  <a:pt x="892" y="903"/>
                </a:lnTo>
                <a:lnTo>
                  <a:pt x="891" y="903"/>
                </a:lnTo>
                <a:lnTo>
                  <a:pt x="891" y="904"/>
                </a:lnTo>
                <a:lnTo>
                  <a:pt x="892" y="904"/>
                </a:lnTo>
                <a:lnTo>
                  <a:pt x="890" y="904"/>
                </a:lnTo>
                <a:lnTo>
                  <a:pt x="889" y="904"/>
                </a:lnTo>
                <a:lnTo>
                  <a:pt x="889" y="903"/>
                </a:lnTo>
                <a:lnTo>
                  <a:pt x="889" y="904"/>
                </a:lnTo>
                <a:lnTo>
                  <a:pt x="888" y="904"/>
                </a:lnTo>
                <a:lnTo>
                  <a:pt x="888" y="903"/>
                </a:lnTo>
                <a:lnTo>
                  <a:pt x="888" y="902"/>
                </a:lnTo>
                <a:lnTo>
                  <a:pt x="887" y="902"/>
                </a:lnTo>
                <a:lnTo>
                  <a:pt x="887" y="903"/>
                </a:lnTo>
                <a:lnTo>
                  <a:pt x="886" y="903"/>
                </a:lnTo>
                <a:lnTo>
                  <a:pt x="886" y="902"/>
                </a:lnTo>
                <a:lnTo>
                  <a:pt x="885" y="902"/>
                </a:lnTo>
                <a:lnTo>
                  <a:pt x="883" y="902"/>
                </a:lnTo>
                <a:lnTo>
                  <a:pt x="883" y="903"/>
                </a:lnTo>
                <a:lnTo>
                  <a:pt x="883" y="904"/>
                </a:lnTo>
                <a:lnTo>
                  <a:pt x="882" y="904"/>
                </a:lnTo>
                <a:lnTo>
                  <a:pt x="883" y="904"/>
                </a:lnTo>
                <a:lnTo>
                  <a:pt x="884" y="904"/>
                </a:lnTo>
                <a:lnTo>
                  <a:pt x="884" y="905"/>
                </a:lnTo>
                <a:lnTo>
                  <a:pt x="885" y="906"/>
                </a:lnTo>
                <a:lnTo>
                  <a:pt x="886" y="906"/>
                </a:lnTo>
                <a:lnTo>
                  <a:pt x="886" y="907"/>
                </a:lnTo>
                <a:lnTo>
                  <a:pt x="887" y="907"/>
                </a:lnTo>
                <a:lnTo>
                  <a:pt x="887" y="908"/>
                </a:lnTo>
                <a:lnTo>
                  <a:pt x="888" y="908"/>
                </a:lnTo>
                <a:lnTo>
                  <a:pt x="888" y="909"/>
                </a:lnTo>
                <a:lnTo>
                  <a:pt x="888" y="910"/>
                </a:lnTo>
                <a:lnTo>
                  <a:pt x="889" y="910"/>
                </a:lnTo>
                <a:lnTo>
                  <a:pt x="889" y="911"/>
                </a:lnTo>
                <a:lnTo>
                  <a:pt x="890" y="912"/>
                </a:lnTo>
                <a:lnTo>
                  <a:pt x="891" y="913"/>
                </a:lnTo>
                <a:lnTo>
                  <a:pt x="892" y="914"/>
                </a:lnTo>
                <a:lnTo>
                  <a:pt x="893" y="914"/>
                </a:lnTo>
                <a:lnTo>
                  <a:pt x="893" y="915"/>
                </a:lnTo>
                <a:lnTo>
                  <a:pt x="894" y="916"/>
                </a:lnTo>
                <a:lnTo>
                  <a:pt x="894" y="917"/>
                </a:lnTo>
                <a:lnTo>
                  <a:pt x="894" y="918"/>
                </a:lnTo>
                <a:lnTo>
                  <a:pt x="893" y="919"/>
                </a:lnTo>
                <a:lnTo>
                  <a:pt x="893" y="920"/>
                </a:lnTo>
                <a:lnTo>
                  <a:pt x="892" y="920"/>
                </a:lnTo>
                <a:lnTo>
                  <a:pt x="892" y="921"/>
                </a:lnTo>
                <a:lnTo>
                  <a:pt x="891" y="921"/>
                </a:lnTo>
                <a:lnTo>
                  <a:pt x="892" y="922"/>
                </a:lnTo>
                <a:lnTo>
                  <a:pt x="895" y="922"/>
                </a:lnTo>
                <a:lnTo>
                  <a:pt x="896" y="922"/>
                </a:lnTo>
                <a:lnTo>
                  <a:pt x="896" y="923"/>
                </a:lnTo>
                <a:lnTo>
                  <a:pt x="897" y="923"/>
                </a:lnTo>
                <a:lnTo>
                  <a:pt x="898" y="923"/>
                </a:lnTo>
                <a:lnTo>
                  <a:pt x="899" y="924"/>
                </a:lnTo>
                <a:lnTo>
                  <a:pt x="899" y="925"/>
                </a:lnTo>
                <a:lnTo>
                  <a:pt x="898" y="926"/>
                </a:lnTo>
                <a:lnTo>
                  <a:pt x="898" y="927"/>
                </a:lnTo>
                <a:lnTo>
                  <a:pt x="897" y="927"/>
                </a:lnTo>
                <a:lnTo>
                  <a:pt x="896" y="927"/>
                </a:lnTo>
                <a:lnTo>
                  <a:pt x="896" y="928"/>
                </a:lnTo>
                <a:lnTo>
                  <a:pt x="896" y="929"/>
                </a:lnTo>
                <a:lnTo>
                  <a:pt x="897" y="929"/>
                </a:lnTo>
                <a:lnTo>
                  <a:pt x="897" y="930"/>
                </a:lnTo>
                <a:lnTo>
                  <a:pt x="898" y="930"/>
                </a:lnTo>
                <a:lnTo>
                  <a:pt x="898" y="929"/>
                </a:lnTo>
                <a:lnTo>
                  <a:pt x="899" y="928"/>
                </a:lnTo>
                <a:lnTo>
                  <a:pt x="900" y="927"/>
                </a:lnTo>
                <a:lnTo>
                  <a:pt x="901" y="928"/>
                </a:lnTo>
                <a:lnTo>
                  <a:pt x="901" y="929"/>
                </a:lnTo>
                <a:lnTo>
                  <a:pt x="900" y="929"/>
                </a:lnTo>
                <a:lnTo>
                  <a:pt x="900" y="931"/>
                </a:lnTo>
                <a:lnTo>
                  <a:pt x="899" y="932"/>
                </a:lnTo>
                <a:lnTo>
                  <a:pt x="899" y="933"/>
                </a:lnTo>
                <a:lnTo>
                  <a:pt x="899" y="934"/>
                </a:lnTo>
                <a:lnTo>
                  <a:pt x="899" y="935"/>
                </a:lnTo>
                <a:lnTo>
                  <a:pt x="900" y="936"/>
                </a:lnTo>
                <a:lnTo>
                  <a:pt x="900" y="937"/>
                </a:lnTo>
                <a:lnTo>
                  <a:pt x="900" y="938"/>
                </a:lnTo>
                <a:lnTo>
                  <a:pt x="901" y="938"/>
                </a:lnTo>
                <a:lnTo>
                  <a:pt x="901" y="939"/>
                </a:lnTo>
                <a:lnTo>
                  <a:pt x="900" y="939"/>
                </a:lnTo>
                <a:lnTo>
                  <a:pt x="901" y="940"/>
                </a:lnTo>
                <a:lnTo>
                  <a:pt x="902" y="941"/>
                </a:lnTo>
                <a:lnTo>
                  <a:pt x="903" y="941"/>
                </a:lnTo>
                <a:lnTo>
                  <a:pt x="904" y="941"/>
                </a:lnTo>
                <a:lnTo>
                  <a:pt x="905" y="942"/>
                </a:lnTo>
                <a:lnTo>
                  <a:pt x="906" y="942"/>
                </a:lnTo>
                <a:lnTo>
                  <a:pt x="906" y="943"/>
                </a:lnTo>
                <a:lnTo>
                  <a:pt x="907" y="943"/>
                </a:lnTo>
                <a:lnTo>
                  <a:pt x="908" y="943"/>
                </a:lnTo>
                <a:lnTo>
                  <a:pt x="909" y="943"/>
                </a:lnTo>
                <a:lnTo>
                  <a:pt x="910" y="944"/>
                </a:lnTo>
                <a:lnTo>
                  <a:pt x="911" y="944"/>
                </a:lnTo>
                <a:lnTo>
                  <a:pt x="911" y="945"/>
                </a:lnTo>
                <a:lnTo>
                  <a:pt x="911" y="946"/>
                </a:lnTo>
                <a:lnTo>
                  <a:pt x="912" y="946"/>
                </a:lnTo>
                <a:lnTo>
                  <a:pt x="913" y="946"/>
                </a:lnTo>
                <a:lnTo>
                  <a:pt x="913" y="947"/>
                </a:lnTo>
                <a:lnTo>
                  <a:pt x="913" y="948"/>
                </a:lnTo>
                <a:lnTo>
                  <a:pt x="912" y="948"/>
                </a:lnTo>
                <a:lnTo>
                  <a:pt x="911" y="948"/>
                </a:lnTo>
                <a:lnTo>
                  <a:pt x="910" y="948"/>
                </a:lnTo>
                <a:lnTo>
                  <a:pt x="911" y="949"/>
                </a:lnTo>
                <a:lnTo>
                  <a:pt x="911" y="950"/>
                </a:lnTo>
                <a:lnTo>
                  <a:pt x="912" y="950"/>
                </a:lnTo>
                <a:lnTo>
                  <a:pt x="912" y="951"/>
                </a:lnTo>
                <a:lnTo>
                  <a:pt x="911" y="951"/>
                </a:lnTo>
                <a:lnTo>
                  <a:pt x="911" y="952"/>
                </a:lnTo>
                <a:lnTo>
                  <a:pt x="911" y="953"/>
                </a:lnTo>
                <a:lnTo>
                  <a:pt x="912" y="953"/>
                </a:lnTo>
                <a:lnTo>
                  <a:pt x="912" y="954"/>
                </a:lnTo>
                <a:lnTo>
                  <a:pt x="913" y="955"/>
                </a:lnTo>
                <a:lnTo>
                  <a:pt x="914" y="955"/>
                </a:lnTo>
                <a:lnTo>
                  <a:pt x="913" y="956"/>
                </a:lnTo>
                <a:lnTo>
                  <a:pt x="913" y="955"/>
                </a:lnTo>
                <a:lnTo>
                  <a:pt x="912" y="955"/>
                </a:lnTo>
                <a:lnTo>
                  <a:pt x="912" y="954"/>
                </a:lnTo>
                <a:lnTo>
                  <a:pt x="911" y="954"/>
                </a:lnTo>
                <a:lnTo>
                  <a:pt x="911" y="955"/>
                </a:lnTo>
                <a:lnTo>
                  <a:pt x="912" y="955"/>
                </a:lnTo>
                <a:lnTo>
                  <a:pt x="912" y="956"/>
                </a:lnTo>
                <a:lnTo>
                  <a:pt x="911" y="956"/>
                </a:lnTo>
                <a:lnTo>
                  <a:pt x="910" y="956"/>
                </a:lnTo>
                <a:lnTo>
                  <a:pt x="909" y="957"/>
                </a:lnTo>
                <a:lnTo>
                  <a:pt x="909" y="958"/>
                </a:lnTo>
                <a:lnTo>
                  <a:pt x="908" y="958"/>
                </a:lnTo>
                <a:lnTo>
                  <a:pt x="907" y="958"/>
                </a:lnTo>
                <a:lnTo>
                  <a:pt x="907" y="959"/>
                </a:lnTo>
                <a:lnTo>
                  <a:pt x="907" y="960"/>
                </a:lnTo>
                <a:lnTo>
                  <a:pt x="906" y="960"/>
                </a:lnTo>
                <a:lnTo>
                  <a:pt x="906" y="961"/>
                </a:lnTo>
                <a:lnTo>
                  <a:pt x="905" y="961"/>
                </a:lnTo>
                <a:lnTo>
                  <a:pt x="904" y="960"/>
                </a:lnTo>
                <a:lnTo>
                  <a:pt x="903" y="960"/>
                </a:lnTo>
                <a:lnTo>
                  <a:pt x="903" y="961"/>
                </a:lnTo>
                <a:lnTo>
                  <a:pt x="904" y="962"/>
                </a:lnTo>
                <a:lnTo>
                  <a:pt x="903" y="962"/>
                </a:lnTo>
                <a:lnTo>
                  <a:pt x="902" y="962"/>
                </a:lnTo>
                <a:lnTo>
                  <a:pt x="902" y="961"/>
                </a:lnTo>
                <a:lnTo>
                  <a:pt x="901" y="960"/>
                </a:lnTo>
                <a:lnTo>
                  <a:pt x="901" y="961"/>
                </a:lnTo>
                <a:lnTo>
                  <a:pt x="900" y="961"/>
                </a:lnTo>
                <a:lnTo>
                  <a:pt x="900" y="962"/>
                </a:lnTo>
                <a:lnTo>
                  <a:pt x="899" y="962"/>
                </a:lnTo>
                <a:lnTo>
                  <a:pt x="898" y="962"/>
                </a:lnTo>
                <a:lnTo>
                  <a:pt x="898" y="961"/>
                </a:lnTo>
                <a:lnTo>
                  <a:pt x="897" y="960"/>
                </a:lnTo>
                <a:lnTo>
                  <a:pt x="896" y="960"/>
                </a:lnTo>
                <a:lnTo>
                  <a:pt x="896" y="961"/>
                </a:lnTo>
                <a:lnTo>
                  <a:pt x="895" y="961"/>
                </a:lnTo>
                <a:lnTo>
                  <a:pt x="895" y="960"/>
                </a:lnTo>
                <a:lnTo>
                  <a:pt x="894" y="960"/>
                </a:lnTo>
                <a:lnTo>
                  <a:pt x="895" y="959"/>
                </a:lnTo>
                <a:lnTo>
                  <a:pt x="894" y="959"/>
                </a:lnTo>
                <a:lnTo>
                  <a:pt x="894" y="960"/>
                </a:lnTo>
                <a:lnTo>
                  <a:pt x="893" y="960"/>
                </a:lnTo>
                <a:lnTo>
                  <a:pt x="893" y="961"/>
                </a:lnTo>
                <a:lnTo>
                  <a:pt x="894" y="961"/>
                </a:lnTo>
                <a:lnTo>
                  <a:pt x="894" y="962"/>
                </a:lnTo>
                <a:lnTo>
                  <a:pt x="893" y="962"/>
                </a:lnTo>
                <a:lnTo>
                  <a:pt x="892" y="962"/>
                </a:lnTo>
                <a:lnTo>
                  <a:pt x="892" y="963"/>
                </a:lnTo>
                <a:lnTo>
                  <a:pt x="891" y="963"/>
                </a:lnTo>
                <a:lnTo>
                  <a:pt x="891" y="964"/>
                </a:lnTo>
                <a:lnTo>
                  <a:pt x="891" y="965"/>
                </a:lnTo>
                <a:lnTo>
                  <a:pt x="890" y="965"/>
                </a:lnTo>
                <a:lnTo>
                  <a:pt x="890" y="966"/>
                </a:lnTo>
                <a:lnTo>
                  <a:pt x="890" y="967"/>
                </a:lnTo>
                <a:lnTo>
                  <a:pt x="889" y="967"/>
                </a:lnTo>
                <a:lnTo>
                  <a:pt x="888" y="967"/>
                </a:lnTo>
                <a:lnTo>
                  <a:pt x="888" y="968"/>
                </a:lnTo>
                <a:lnTo>
                  <a:pt x="887" y="968"/>
                </a:lnTo>
                <a:lnTo>
                  <a:pt x="887" y="969"/>
                </a:lnTo>
                <a:lnTo>
                  <a:pt x="888" y="969"/>
                </a:lnTo>
                <a:lnTo>
                  <a:pt x="889" y="970"/>
                </a:lnTo>
                <a:lnTo>
                  <a:pt x="888" y="970"/>
                </a:lnTo>
                <a:lnTo>
                  <a:pt x="888" y="972"/>
                </a:lnTo>
                <a:lnTo>
                  <a:pt x="889" y="972"/>
                </a:lnTo>
                <a:lnTo>
                  <a:pt x="889" y="973"/>
                </a:lnTo>
                <a:lnTo>
                  <a:pt x="889" y="974"/>
                </a:lnTo>
                <a:lnTo>
                  <a:pt x="889" y="975"/>
                </a:lnTo>
                <a:lnTo>
                  <a:pt x="890" y="977"/>
                </a:lnTo>
                <a:lnTo>
                  <a:pt x="889" y="977"/>
                </a:lnTo>
                <a:lnTo>
                  <a:pt x="889" y="978"/>
                </a:lnTo>
                <a:lnTo>
                  <a:pt x="890" y="978"/>
                </a:lnTo>
                <a:lnTo>
                  <a:pt x="889" y="979"/>
                </a:lnTo>
                <a:lnTo>
                  <a:pt x="888" y="980"/>
                </a:lnTo>
                <a:lnTo>
                  <a:pt x="888" y="979"/>
                </a:lnTo>
                <a:lnTo>
                  <a:pt x="887" y="979"/>
                </a:lnTo>
                <a:lnTo>
                  <a:pt x="886" y="978"/>
                </a:lnTo>
                <a:lnTo>
                  <a:pt x="885" y="978"/>
                </a:lnTo>
                <a:lnTo>
                  <a:pt x="884" y="977"/>
                </a:lnTo>
                <a:lnTo>
                  <a:pt x="884" y="976"/>
                </a:lnTo>
                <a:lnTo>
                  <a:pt x="884" y="975"/>
                </a:lnTo>
                <a:lnTo>
                  <a:pt x="883" y="975"/>
                </a:lnTo>
                <a:lnTo>
                  <a:pt x="883" y="974"/>
                </a:lnTo>
                <a:lnTo>
                  <a:pt x="882" y="974"/>
                </a:lnTo>
                <a:lnTo>
                  <a:pt x="881" y="974"/>
                </a:lnTo>
                <a:lnTo>
                  <a:pt x="881" y="973"/>
                </a:lnTo>
                <a:lnTo>
                  <a:pt x="881" y="972"/>
                </a:lnTo>
                <a:lnTo>
                  <a:pt x="880" y="972"/>
                </a:lnTo>
                <a:lnTo>
                  <a:pt x="880" y="973"/>
                </a:lnTo>
                <a:lnTo>
                  <a:pt x="880" y="974"/>
                </a:lnTo>
                <a:lnTo>
                  <a:pt x="879" y="975"/>
                </a:lnTo>
                <a:lnTo>
                  <a:pt x="880" y="975"/>
                </a:lnTo>
                <a:lnTo>
                  <a:pt x="880" y="976"/>
                </a:lnTo>
                <a:lnTo>
                  <a:pt x="879" y="976"/>
                </a:lnTo>
                <a:lnTo>
                  <a:pt x="879" y="977"/>
                </a:lnTo>
                <a:lnTo>
                  <a:pt x="879" y="978"/>
                </a:lnTo>
                <a:lnTo>
                  <a:pt x="879" y="979"/>
                </a:lnTo>
                <a:lnTo>
                  <a:pt x="878" y="979"/>
                </a:lnTo>
                <a:lnTo>
                  <a:pt x="878" y="980"/>
                </a:lnTo>
                <a:lnTo>
                  <a:pt x="879" y="980"/>
                </a:lnTo>
                <a:lnTo>
                  <a:pt x="878" y="981"/>
                </a:lnTo>
                <a:lnTo>
                  <a:pt x="878" y="982"/>
                </a:lnTo>
                <a:lnTo>
                  <a:pt x="878" y="981"/>
                </a:lnTo>
                <a:lnTo>
                  <a:pt x="877" y="982"/>
                </a:lnTo>
                <a:lnTo>
                  <a:pt x="878" y="982"/>
                </a:lnTo>
                <a:lnTo>
                  <a:pt x="877" y="982"/>
                </a:lnTo>
                <a:lnTo>
                  <a:pt x="877" y="983"/>
                </a:lnTo>
                <a:lnTo>
                  <a:pt x="877" y="982"/>
                </a:lnTo>
                <a:lnTo>
                  <a:pt x="876" y="982"/>
                </a:lnTo>
                <a:lnTo>
                  <a:pt x="875" y="982"/>
                </a:lnTo>
                <a:lnTo>
                  <a:pt x="874" y="982"/>
                </a:lnTo>
                <a:lnTo>
                  <a:pt x="873" y="982"/>
                </a:lnTo>
                <a:lnTo>
                  <a:pt x="872" y="982"/>
                </a:lnTo>
                <a:lnTo>
                  <a:pt x="871" y="982"/>
                </a:lnTo>
                <a:lnTo>
                  <a:pt x="870" y="982"/>
                </a:lnTo>
                <a:lnTo>
                  <a:pt x="869" y="982"/>
                </a:lnTo>
                <a:lnTo>
                  <a:pt x="868" y="982"/>
                </a:lnTo>
                <a:lnTo>
                  <a:pt x="868" y="983"/>
                </a:lnTo>
                <a:lnTo>
                  <a:pt x="867" y="983"/>
                </a:lnTo>
                <a:lnTo>
                  <a:pt x="866" y="983"/>
                </a:lnTo>
                <a:lnTo>
                  <a:pt x="865" y="983"/>
                </a:lnTo>
                <a:lnTo>
                  <a:pt x="864" y="983"/>
                </a:lnTo>
                <a:lnTo>
                  <a:pt x="864" y="984"/>
                </a:lnTo>
                <a:lnTo>
                  <a:pt x="864" y="985"/>
                </a:lnTo>
                <a:lnTo>
                  <a:pt x="864" y="986"/>
                </a:lnTo>
                <a:lnTo>
                  <a:pt x="863" y="986"/>
                </a:lnTo>
                <a:lnTo>
                  <a:pt x="863" y="987"/>
                </a:lnTo>
                <a:lnTo>
                  <a:pt x="862" y="987"/>
                </a:lnTo>
                <a:lnTo>
                  <a:pt x="861" y="988"/>
                </a:lnTo>
                <a:lnTo>
                  <a:pt x="860" y="988"/>
                </a:lnTo>
                <a:lnTo>
                  <a:pt x="860" y="989"/>
                </a:lnTo>
                <a:lnTo>
                  <a:pt x="859" y="990"/>
                </a:lnTo>
                <a:lnTo>
                  <a:pt x="859" y="991"/>
                </a:lnTo>
                <a:lnTo>
                  <a:pt x="858" y="992"/>
                </a:lnTo>
                <a:lnTo>
                  <a:pt x="858" y="991"/>
                </a:lnTo>
                <a:lnTo>
                  <a:pt x="857" y="991"/>
                </a:lnTo>
                <a:lnTo>
                  <a:pt x="856" y="991"/>
                </a:lnTo>
                <a:lnTo>
                  <a:pt x="855" y="990"/>
                </a:lnTo>
                <a:lnTo>
                  <a:pt x="854" y="990"/>
                </a:lnTo>
                <a:lnTo>
                  <a:pt x="854" y="989"/>
                </a:lnTo>
                <a:lnTo>
                  <a:pt x="855" y="988"/>
                </a:lnTo>
                <a:lnTo>
                  <a:pt x="856" y="987"/>
                </a:lnTo>
                <a:lnTo>
                  <a:pt x="856" y="986"/>
                </a:lnTo>
                <a:lnTo>
                  <a:pt x="856" y="984"/>
                </a:lnTo>
                <a:lnTo>
                  <a:pt x="856" y="983"/>
                </a:lnTo>
                <a:lnTo>
                  <a:pt x="855" y="982"/>
                </a:lnTo>
                <a:lnTo>
                  <a:pt x="855" y="981"/>
                </a:lnTo>
                <a:lnTo>
                  <a:pt x="855" y="980"/>
                </a:lnTo>
                <a:lnTo>
                  <a:pt x="854" y="980"/>
                </a:lnTo>
                <a:lnTo>
                  <a:pt x="853" y="980"/>
                </a:lnTo>
                <a:lnTo>
                  <a:pt x="853" y="979"/>
                </a:lnTo>
                <a:lnTo>
                  <a:pt x="852" y="978"/>
                </a:lnTo>
                <a:lnTo>
                  <a:pt x="852" y="979"/>
                </a:lnTo>
                <a:lnTo>
                  <a:pt x="851" y="979"/>
                </a:lnTo>
                <a:lnTo>
                  <a:pt x="851" y="978"/>
                </a:lnTo>
                <a:lnTo>
                  <a:pt x="850" y="978"/>
                </a:lnTo>
                <a:lnTo>
                  <a:pt x="850" y="977"/>
                </a:lnTo>
                <a:lnTo>
                  <a:pt x="850" y="976"/>
                </a:lnTo>
                <a:lnTo>
                  <a:pt x="849" y="975"/>
                </a:lnTo>
                <a:lnTo>
                  <a:pt x="850" y="975"/>
                </a:lnTo>
                <a:lnTo>
                  <a:pt x="851" y="974"/>
                </a:lnTo>
                <a:lnTo>
                  <a:pt x="852" y="974"/>
                </a:lnTo>
                <a:lnTo>
                  <a:pt x="853" y="974"/>
                </a:lnTo>
                <a:lnTo>
                  <a:pt x="853" y="973"/>
                </a:lnTo>
                <a:lnTo>
                  <a:pt x="853" y="974"/>
                </a:lnTo>
                <a:lnTo>
                  <a:pt x="854" y="974"/>
                </a:lnTo>
                <a:lnTo>
                  <a:pt x="854" y="975"/>
                </a:lnTo>
                <a:lnTo>
                  <a:pt x="854" y="974"/>
                </a:lnTo>
                <a:lnTo>
                  <a:pt x="855" y="974"/>
                </a:lnTo>
                <a:lnTo>
                  <a:pt x="855" y="973"/>
                </a:lnTo>
                <a:lnTo>
                  <a:pt x="855" y="972"/>
                </a:lnTo>
                <a:lnTo>
                  <a:pt x="855" y="973"/>
                </a:lnTo>
                <a:lnTo>
                  <a:pt x="855" y="972"/>
                </a:lnTo>
                <a:lnTo>
                  <a:pt x="856" y="972"/>
                </a:lnTo>
                <a:lnTo>
                  <a:pt x="857" y="972"/>
                </a:lnTo>
                <a:lnTo>
                  <a:pt x="857" y="971"/>
                </a:lnTo>
                <a:lnTo>
                  <a:pt x="857" y="970"/>
                </a:lnTo>
                <a:lnTo>
                  <a:pt x="858" y="970"/>
                </a:lnTo>
                <a:lnTo>
                  <a:pt x="859" y="970"/>
                </a:lnTo>
                <a:lnTo>
                  <a:pt x="859" y="969"/>
                </a:lnTo>
                <a:lnTo>
                  <a:pt x="859" y="968"/>
                </a:lnTo>
                <a:lnTo>
                  <a:pt x="859" y="967"/>
                </a:lnTo>
                <a:lnTo>
                  <a:pt x="859" y="966"/>
                </a:lnTo>
                <a:lnTo>
                  <a:pt x="860" y="966"/>
                </a:lnTo>
                <a:lnTo>
                  <a:pt x="860" y="965"/>
                </a:lnTo>
                <a:lnTo>
                  <a:pt x="859" y="965"/>
                </a:lnTo>
                <a:lnTo>
                  <a:pt x="859" y="964"/>
                </a:lnTo>
                <a:lnTo>
                  <a:pt x="860" y="964"/>
                </a:lnTo>
                <a:lnTo>
                  <a:pt x="860" y="963"/>
                </a:lnTo>
                <a:lnTo>
                  <a:pt x="861" y="962"/>
                </a:lnTo>
                <a:lnTo>
                  <a:pt x="862" y="962"/>
                </a:lnTo>
                <a:lnTo>
                  <a:pt x="862" y="961"/>
                </a:lnTo>
                <a:lnTo>
                  <a:pt x="863" y="961"/>
                </a:lnTo>
                <a:lnTo>
                  <a:pt x="863" y="959"/>
                </a:lnTo>
                <a:lnTo>
                  <a:pt x="862" y="959"/>
                </a:lnTo>
                <a:lnTo>
                  <a:pt x="863" y="958"/>
                </a:lnTo>
                <a:lnTo>
                  <a:pt x="864" y="958"/>
                </a:lnTo>
                <a:lnTo>
                  <a:pt x="865" y="957"/>
                </a:lnTo>
                <a:lnTo>
                  <a:pt x="864" y="957"/>
                </a:lnTo>
                <a:lnTo>
                  <a:pt x="863" y="956"/>
                </a:lnTo>
                <a:lnTo>
                  <a:pt x="864" y="955"/>
                </a:lnTo>
                <a:lnTo>
                  <a:pt x="864" y="954"/>
                </a:lnTo>
                <a:lnTo>
                  <a:pt x="863" y="954"/>
                </a:lnTo>
                <a:lnTo>
                  <a:pt x="862" y="954"/>
                </a:lnTo>
                <a:lnTo>
                  <a:pt x="862" y="953"/>
                </a:lnTo>
                <a:lnTo>
                  <a:pt x="861" y="952"/>
                </a:lnTo>
                <a:lnTo>
                  <a:pt x="861" y="951"/>
                </a:lnTo>
                <a:lnTo>
                  <a:pt x="862" y="950"/>
                </a:lnTo>
                <a:lnTo>
                  <a:pt x="861" y="950"/>
                </a:lnTo>
                <a:lnTo>
                  <a:pt x="861" y="949"/>
                </a:lnTo>
                <a:lnTo>
                  <a:pt x="862" y="948"/>
                </a:lnTo>
                <a:lnTo>
                  <a:pt x="862" y="947"/>
                </a:lnTo>
                <a:lnTo>
                  <a:pt x="862" y="946"/>
                </a:lnTo>
                <a:lnTo>
                  <a:pt x="861" y="945"/>
                </a:lnTo>
                <a:lnTo>
                  <a:pt x="860" y="945"/>
                </a:lnTo>
                <a:lnTo>
                  <a:pt x="860" y="944"/>
                </a:lnTo>
                <a:lnTo>
                  <a:pt x="860" y="943"/>
                </a:lnTo>
                <a:lnTo>
                  <a:pt x="859" y="943"/>
                </a:lnTo>
                <a:lnTo>
                  <a:pt x="858" y="942"/>
                </a:lnTo>
                <a:lnTo>
                  <a:pt x="857" y="942"/>
                </a:lnTo>
                <a:lnTo>
                  <a:pt x="857" y="941"/>
                </a:lnTo>
                <a:lnTo>
                  <a:pt x="856" y="941"/>
                </a:lnTo>
                <a:lnTo>
                  <a:pt x="856" y="942"/>
                </a:lnTo>
                <a:lnTo>
                  <a:pt x="855" y="942"/>
                </a:lnTo>
                <a:lnTo>
                  <a:pt x="855" y="943"/>
                </a:lnTo>
                <a:lnTo>
                  <a:pt x="855" y="944"/>
                </a:lnTo>
                <a:lnTo>
                  <a:pt x="855" y="945"/>
                </a:lnTo>
                <a:lnTo>
                  <a:pt x="855" y="946"/>
                </a:lnTo>
                <a:lnTo>
                  <a:pt x="854" y="946"/>
                </a:lnTo>
                <a:lnTo>
                  <a:pt x="853" y="946"/>
                </a:lnTo>
                <a:lnTo>
                  <a:pt x="852" y="946"/>
                </a:lnTo>
                <a:lnTo>
                  <a:pt x="852" y="945"/>
                </a:lnTo>
                <a:lnTo>
                  <a:pt x="851" y="945"/>
                </a:lnTo>
                <a:lnTo>
                  <a:pt x="851" y="946"/>
                </a:lnTo>
                <a:lnTo>
                  <a:pt x="851" y="945"/>
                </a:lnTo>
                <a:lnTo>
                  <a:pt x="850" y="946"/>
                </a:lnTo>
                <a:lnTo>
                  <a:pt x="849" y="946"/>
                </a:lnTo>
                <a:lnTo>
                  <a:pt x="849" y="947"/>
                </a:lnTo>
                <a:lnTo>
                  <a:pt x="848" y="947"/>
                </a:lnTo>
                <a:lnTo>
                  <a:pt x="848" y="949"/>
                </a:lnTo>
                <a:lnTo>
                  <a:pt x="848" y="950"/>
                </a:lnTo>
                <a:lnTo>
                  <a:pt x="847" y="951"/>
                </a:lnTo>
                <a:lnTo>
                  <a:pt x="846" y="952"/>
                </a:lnTo>
                <a:lnTo>
                  <a:pt x="846" y="951"/>
                </a:lnTo>
                <a:lnTo>
                  <a:pt x="845" y="952"/>
                </a:lnTo>
                <a:lnTo>
                  <a:pt x="844" y="952"/>
                </a:lnTo>
                <a:lnTo>
                  <a:pt x="844" y="951"/>
                </a:lnTo>
                <a:lnTo>
                  <a:pt x="843" y="951"/>
                </a:lnTo>
                <a:lnTo>
                  <a:pt x="842" y="951"/>
                </a:lnTo>
                <a:lnTo>
                  <a:pt x="841" y="951"/>
                </a:lnTo>
                <a:lnTo>
                  <a:pt x="840" y="951"/>
                </a:lnTo>
                <a:lnTo>
                  <a:pt x="839" y="951"/>
                </a:lnTo>
                <a:lnTo>
                  <a:pt x="838" y="951"/>
                </a:lnTo>
                <a:lnTo>
                  <a:pt x="838" y="952"/>
                </a:lnTo>
                <a:lnTo>
                  <a:pt x="837" y="952"/>
                </a:lnTo>
                <a:lnTo>
                  <a:pt x="836" y="951"/>
                </a:lnTo>
                <a:lnTo>
                  <a:pt x="836" y="949"/>
                </a:lnTo>
                <a:lnTo>
                  <a:pt x="836" y="948"/>
                </a:lnTo>
                <a:lnTo>
                  <a:pt x="836" y="947"/>
                </a:lnTo>
                <a:lnTo>
                  <a:pt x="836" y="946"/>
                </a:lnTo>
                <a:lnTo>
                  <a:pt x="836" y="945"/>
                </a:lnTo>
                <a:lnTo>
                  <a:pt x="835" y="945"/>
                </a:lnTo>
                <a:lnTo>
                  <a:pt x="835" y="943"/>
                </a:lnTo>
                <a:lnTo>
                  <a:pt x="835" y="942"/>
                </a:lnTo>
                <a:lnTo>
                  <a:pt x="835" y="941"/>
                </a:lnTo>
                <a:lnTo>
                  <a:pt x="836" y="941"/>
                </a:lnTo>
                <a:lnTo>
                  <a:pt x="836" y="940"/>
                </a:lnTo>
                <a:lnTo>
                  <a:pt x="835" y="940"/>
                </a:lnTo>
                <a:lnTo>
                  <a:pt x="835" y="939"/>
                </a:lnTo>
                <a:lnTo>
                  <a:pt x="835" y="938"/>
                </a:lnTo>
                <a:lnTo>
                  <a:pt x="834" y="938"/>
                </a:lnTo>
                <a:lnTo>
                  <a:pt x="834" y="937"/>
                </a:lnTo>
                <a:lnTo>
                  <a:pt x="833" y="937"/>
                </a:lnTo>
                <a:lnTo>
                  <a:pt x="833" y="936"/>
                </a:lnTo>
                <a:lnTo>
                  <a:pt x="833" y="935"/>
                </a:lnTo>
                <a:lnTo>
                  <a:pt x="833" y="934"/>
                </a:lnTo>
                <a:lnTo>
                  <a:pt x="833" y="933"/>
                </a:lnTo>
                <a:lnTo>
                  <a:pt x="832" y="933"/>
                </a:lnTo>
                <a:lnTo>
                  <a:pt x="831" y="934"/>
                </a:lnTo>
                <a:lnTo>
                  <a:pt x="830" y="934"/>
                </a:lnTo>
                <a:lnTo>
                  <a:pt x="830" y="933"/>
                </a:lnTo>
                <a:lnTo>
                  <a:pt x="830" y="932"/>
                </a:lnTo>
                <a:lnTo>
                  <a:pt x="829" y="931"/>
                </a:lnTo>
                <a:lnTo>
                  <a:pt x="828" y="931"/>
                </a:lnTo>
                <a:lnTo>
                  <a:pt x="828" y="932"/>
                </a:lnTo>
                <a:lnTo>
                  <a:pt x="826" y="931"/>
                </a:lnTo>
                <a:lnTo>
                  <a:pt x="825" y="931"/>
                </a:lnTo>
                <a:lnTo>
                  <a:pt x="823" y="931"/>
                </a:lnTo>
                <a:lnTo>
                  <a:pt x="823" y="932"/>
                </a:lnTo>
                <a:lnTo>
                  <a:pt x="822" y="932"/>
                </a:lnTo>
                <a:lnTo>
                  <a:pt x="821" y="932"/>
                </a:lnTo>
                <a:lnTo>
                  <a:pt x="820" y="933"/>
                </a:lnTo>
                <a:lnTo>
                  <a:pt x="820" y="932"/>
                </a:lnTo>
                <a:lnTo>
                  <a:pt x="819" y="932"/>
                </a:lnTo>
                <a:lnTo>
                  <a:pt x="819" y="933"/>
                </a:lnTo>
                <a:lnTo>
                  <a:pt x="819" y="934"/>
                </a:lnTo>
                <a:lnTo>
                  <a:pt x="819" y="935"/>
                </a:lnTo>
                <a:lnTo>
                  <a:pt x="818" y="935"/>
                </a:lnTo>
                <a:lnTo>
                  <a:pt x="818" y="936"/>
                </a:lnTo>
                <a:lnTo>
                  <a:pt x="817" y="936"/>
                </a:lnTo>
                <a:lnTo>
                  <a:pt x="816" y="936"/>
                </a:lnTo>
                <a:lnTo>
                  <a:pt x="815" y="936"/>
                </a:lnTo>
                <a:lnTo>
                  <a:pt x="814" y="936"/>
                </a:lnTo>
                <a:lnTo>
                  <a:pt x="813" y="936"/>
                </a:lnTo>
                <a:lnTo>
                  <a:pt x="812" y="935"/>
                </a:lnTo>
                <a:lnTo>
                  <a:pt x="811" y="935"/>
                </a:lnTo>
                <a:lnTo>
                  <a:pt x="811" y="936"/>
                </a:lnTo>
                <a:lnTo>
                  <a:pt x="811" y="935"/>
                </a:lnTo>
                <a:lnTo>
                  <a:pt x="810" y="935"/>
                </a:lnTo>
                <a:lnTo>
                  <a:pt x="809" y="935"/>
                </a:lnTo>
                <a:lnTo>
                  <a:pt x="808" y="935"/>
                </a:lnTo>
                <a:lnTo>
                  <a:pt x="808" y="934"/>
                </a:lnTo>
                <a:lnTo>
                  <a:pt x="808" y="935"/>
                </a:lnTo>
                <a:lnTo>
                  <a:pt x="807" y="935"/>
                </a:lnTo>
                <a:lnTo>
                  <a:pt x="806" y="935"/>
                </a:lnTo>
                <a:lnTo>
                  <a:pt x="805" y="935"/>
                </a:lnTo>
                <a:lnTo>
                  <a:pt x="805" y="934"/>
                </a:lnTo>
                <a:lnTo>
                  <a:pt x="803" y="934"/>
                </a:lnTo>
                <a:lnTo>
                  <a:pt x="803" y="933"/>
                </a:lnTo>
                <a:lnTo>
                  <a:pt x="802" y="933"/>
                </a:lnTo>
                <a:lnTo>
                  <a:pt x="802" y="932"/>
                </a:lnTo>
                <a:lnTo>
                  <a:pt x="801" y="932"/>
                </a:lnTo>
                <a:lnTo>
                  <a:pt x="801" y="933"/>
                </a:lnTo>
                <a:lnTo>
                  <a:pt x="800" y="934"/>
                </a:lnTo>
                <a:lnTo>
                  <a:pt x="799" y="934"/>
                </a:lnTo>
                <a:lnTo>
                  <a:pt x="798" y="934"/>
                </a:lnTo>
                <a:lnTo>
                  <a:pt x="797" y="934"/>
                </a:lnTo>
                <a:lnTo>
                  <a:pt x="797" y="935"/>
                </a:lnTo>
                <a:lnTo>
                  <a:pt x="796" y="935"/>
                </a:lnTo>
                <a:lnTo>
                  <a:pt x="795" y="935"/>
                </a:lnTo>
                <a:lnTo>
                  <a:pt x="795" y="934"/>
                </a:lnTo>
                <a:lnTo>
                  <a:pt x="796" y="934"/>
                </a:lnTo>
                <a:lnTo>
                  <a:pt x="796" y="933"/>
                </a:lnTo>
                <a:lnTo>
                  <a:pt x="796" y="932"/>
                </a:lnTo>
                <a:lnTo>
                  <a:pt x="795" y="932"/>
                </a:lnTo>
                <a:lnTo>
                  <a:pt x="795" y="931"/>
                </a:lnTo>
                <a:lnTo>
                  <a:pt x="795" y="930"/>
                </a:lnTo>
                <a:lnTo>
                  <a:pt x="795" y="929"/>
                </a:lnTo>
                <a:lnTo>
                  <a:pt x="795" y="928"/>
                </a:lnTo>
                <a:lnTo>
                  <a:pt x="796" y="928"/>
                </a:lnTo>
                <a:lnTo>
                  <a:pt x="796" y="927"/>
                </a:lnTo>
                <a:lnTo>
                  <a:pt x="796" y="926"/>
                </a:lnTo>
                <a:lnTo>
                  <a:pt x="797" y="927"/>
                </a:lnTo>
                <a:lnTo>
                  <a:pt x="797" y="926"/>
                </a:lnTo>
                <a:lnTo>
                  <a:pt x="797" y="925"/>
                </a:lnTo>
                <a:lnTo>
                  <a:pt x="797" y="924"/>
                </a:lnTo>
                <a:lnTo>
                  <a:pt x="797" y="923"/>
                </a:lnTo>
                <a:lnTo>
                  <a:pt x="797" y="922"/>
                </a:lnTo>
                <a:lnTo>
                  <a:pt x="797" y="921"/>
                </a:lnTo>
                <a:lnTo>
                  <a:pt x="796" y="920"/>
                </a:lnTo>
                <a:lnTo>
                  <a:pt x="795" y="919"/>
                </a:lnTo>
                <a:lnTo>
                  <a:pt x="794" y="918"/>
                </a:lnTo>
                <a:lnTo>
                  <a:pt x="794" y="917"/>
                </a:lnTo>
                <a:lnTo>
                  <a:pt x="794" y="916"/>
                </a:lnTo>
                <a:lnTo>
                  <a:pt x="793" y="916"/>
                </a:lnTo>
                <a:lnTo>
                  <a:pt x="792" y="916"/>
                </a:lnTo>
                <a:lnTo>
                  <a:pt x="792" y="915"/>
                </a:lnTo>
                <a:lnTo>
                  <a:pt x="791" y="915"/>
                </a:lnTo>
                <a:lnTo>
                  <a:pt x="790" y="915"/>
                </a:lnTo>
                <a:lnTo>
                  <a:pt x="790" y="914"/>
                </a:lnTo>
                <a:lnTo>
                  <a:pt x="789" y="915"/>
                </a:lnTo>
                <a:lnTo>
                  <a:pt x="788" y="915"/>
                </a:lnTo>
                <a:lnTo>
                  <a:pt x="787" y="915"/>
                </a:lnTo>
                <a:lnTo>
                  <a:pt x="785" y="914"/>
                </a:lnTo>
                <a:lnTo>
                  <a:pt x="784" y="913"/>
                </a:lnTo>
                <a:lnTo>
                  <a:pt x="784" y="912"/>
                </a:lnTo>
                <a:lnTo>
                  <a:pt x="783" y="912"/>
                </a:lnTo>
                <a:lnTo>
                  <a:pt x="782" y="911"/>
                </a:lnTo>
                <a:lnTo>
                  <a:pt x="781" y="911"/>
                </a:lnTo>
                <a:lnTo>
                  <a:pt x="780" y="911"/>
                </a:lnTo>
                <a:lnTo>
                  <a:pt x="779" y="911"/>
                </a:lnTo>
                <a:lnTo>
                  <a:pt x="779" y="910"/>
                </a:lnTo>
                <a:lnTo>
                  <a:pt x="779" y="909"/>
                </a:lnTo>
                <a:lnTo>
                  <a:pt x="778" y="909"/>
                </a:lnTo>
                <a:lnTo>
                  <a:pt x="778" y="908"/>
                </a:lnTo>
                <a:lnTo>
                  <a:pt x="777" y="907"/>
                </a:lnTo>
                <a:lnTo>
                  <a:pt x="777" y="906"/>
                </a:lnTo>
                <a:lnTo>
                  <a:pt x="777" y="905"/>
                </a:lnTo>
                <a:lnTo>
                  <a:pt x="776" y="905"/>
                </a:lnTo>
                <a:lnTo>
                  <a:pt x="775" y="905"/>
                </a:lnTo>
                <a:lnTo>
                  <a:pt x="775" y="904"/>
                </a:lnTo>
                <a:lnTo>
                  <a:pt x="775" y="903"/>
                </a:lnTo>
                <a:lnTo>
                  <a:pt x="774" y="903"/>
                </a:lnTo>
                <a:lnTo>
                  <a:pt x="773" y="902"/>
                </a:lnTo>
                <a:lnTo>
                  <a:pt x="774" y="902"/>
                </a:lnTo>
                <a:lnTo>
                  <a:pt x="774" y="901"/>
                </a:lnTo>
                <a:lnTo>
                  <a:pt x="773" y="901"/>
                </a:lnTo>
                <a:lnTo>
                  <a:pt x="773" y="900"/>
                </a:lnTo>
                <a:lnTo>
                  <a:pt x="773" y="899"/>
                </a:lnTo>
                <a:lnTo>
                  <a:pt x="772" y="899"/>
                </a:lnTo>
                <a:lnTo>
                  <a:pt x="771" y="898"/>
                </a:lnTo>
                <a:lnTo>
                  <a:pt x="771" y="897"/>
                </a:lnTo>
                <a:lnTo>
                  <a:pt x="771" y="896"/>
                </a:lnTo>
                <a:lnTo>
                  <a:pt x="770" y="896"/>
                </a:lnTo>
                <a:lnTo>
                  <a:pt x="770" y="897"/>
                </a:lnTo>
                <a:lnTo>
                  <a:pt x="769" y="896"/>
                </a:lnTo>
                <a:lnTo>
                  <a:pt x="769" y="895"/>
                </a:lnTo>
                <a:lnTo>
                  <a:pt x="769" y="894"/>
                </a:lnTo>
                <a:lnTo>
                  <a:pt x="768" y="893"/>
                </a:lnTo>
                <a:lnTo>
                  <a:pt x="768" y="892"/>
                </a:lnTo>
                <a:lnTo>
                  <a:pt x="768" y="891"/>
                </a:lnTo>
                <a:lnTo>
                  <a:pt x="767" y="891"/>
                </a:lnTo>
                <a:lnTo>
                  <a:pt x="766" y="891"/>
                </a:lnTo>
                <a:lnTo>
                  <a:pt x="766" y="890"/>
                </a:lnTo>
                <a:lnTo>
                  <a:pt x="766" y="889"/>
                </a:lnTo>
                <a:lnTo>
                  <a:pt x="765" y="889"/>
                </a:lnTo>
                <a:lnTo>
                  <a:pt x="766" y="889"/>
                </a:lnTo>
                <a:lnTo>
                  <a:pt x="765" y="888"/>
                </a:lnTo>
                <a:lnTo>
                  <a:pt x="765" y="887"/>
                </a:lnTo>
                <a:lnTo>
                  <a:pt x="764" y="887"/>
                </a:lnTo>
                <a:lnTo>
                  <a:pt x="764" y="886"/>
                </a:lnTo>
                <a:lnTo>
                  <a:pt x="763" y="886"/>
                </a:lnTo>
                <a:lnTo>
                  <a:pt x="763" y="885"/>
                </a:lnTo>
                <a:lnTo>
                  <a:pt x="763" y="884"/>
                </a:lnTo>
                <a:lnTo>
                  <a:pt x="762" y="884"/>
                </a:lnTo>
                <a:lnTo>
                  <a:pt x="761" y="884"/>
                </a:lnTo>
                <a:lnTo>
                  <a:pt x="761" y="883"/>
                </a:lnTo>
                <a:lnTo>
                  <a:pt x="760" y="883"/>
                </a:lnTo>
                <a:lnTo>
                  <a:pt x="759" y="882"/>
                </a:lnTo>
                <a:lnTo>
                  <a:pt x="759" y="881"/>
                </a:lnTo>
                <a:lnTo>
                  <a:pt x="760" y="881"/>
                </a:lnTo>
                <a:lnTo>
                  <a:pt x="760" y="880"/>
                </a:lnTo>
                <a:lnTo>
                  <a:pt x="760" y="879"/>
                </a:lnTo>
                <a:lnTo>
                  <a:pt x="761" y="879"/>
                </a:lnTo>
                <a:lnTo>
                  <a:pt x="761" y="878"/>
                </a:lnTo>
                <a:lnTo>
                  <a:pt x="761" y="877"/>
                </a:lnTo>
                <a:lnTo>
                  <a:pt x="762" y="877"/>
                </a:lnTo>
                <a:lnTo>
                  <a:pt x="762" y="876"/>
                </a:lnTo>
                <a:lnTo>
                  <a:pt x="763" y="875"/>
                </a:lnTo>
                <a:lnTo>
                  <a:pt x="762" y="874"/>
                </a:lnTo>
                <a:lnTo>
                  <a:pt x="762" y="873"/>
                </a:lnTo>
                <a:lnTo>
                  <a:pt x="763" y="873"/>
                </a:lnTo>
                <a:lnTo>
                  <a:pt x="763" y="872"/>
                </a:lnTo>
                <a:lnTo>
                  <a:pt x="763" y="871"/>
                </a:lnTo>
                <a:lnTo>
                  <a:pt x="762" y="871"/>
                </a:lnTo>
                <a:lnTo>
                  <a:pt x="763" y="871"/>
                </a:lnTo>
                <a:lnTo>
                  <a:pt x="763" y="870"/>
                </a:lnTo>
                <a:lnTo>
                  <a:pt x="764" y="870"/>
                </a:lnTo>
                <a:lnTo>
                  <a:pt x="764" y="869"/>
                </a:lnTo>
                <a:lnTo>
                  <a:pt x="764" y="868"/>
                </a:lnTo>
                <a:lnTo>
                  <a:pt x="764" y="867"/>
                </a:lnTo>
                <a:lnTo>
                  <a:pt x="765" y="867"/>
                </a:lnTo>
                <a:lnTo>
                  <a:pt x="765" y="868"/>
                </a:lnTo>
                <a:lnTo>
                  <a:pt x="765" y="867"/>
                </a:lnTo>
                <a:lnTo>
                  <a:pt x="766" y="867"/>
                </a:lnTo>
                <a:lnTo>
                  <a:pt x="768" y="866"/>
                </a:lnTo>
                <a:lnTo>
                  <a:pt x="769" y="865"/>
                </a:lnTo>
                <a:lnTo>
                  <a:pt x="769" y="864"/>
                </a:lnTo>
                <a:lnTo>
                  <a:pt x="770" y="864"/>
                </a:lnTo>
                <a:lnTo>
                  <a:pt x="770" y="863"/>
                </a:lnTo>
                <a:lnTo>
                  <a:pt x="770" y="862"/>
                </a:lnTo>
                <a:lnTo>
                  <a:pt x="771" y="862"/>
                </a:lnTo>
                <a:lnTo>
                  <a:pt x="772" y="862"/>
                </a:lnTo>
                <a:lnTo>
                  <a:pt x="773" y="862"/>
                </a:lnTo>
                <a:lnTo>
                  <a:pt x="774" y="861"/>
                </a:lnTo>
                <a:lnTo>
                  <a:pt x="775" y="861"/>
                </a:lnTo>
                <a:lnTo>
                  <a:pt x="776" y="861"/>
                </a:lnTo>
                <a:lnTo>
                  <a:pt x="776" y="862"/>
                </a:lnTo>
                <a:lnTo>
                  <a:pt x="777" y="862"/>
                </a:lnTo>
                <a:lnTo>
                  <a:pt x="778" y="862"/>
                </a:lnTo>
                <a:lnTo>
                  <a:pt x="779" y="862"/>
                </a:lnTo>
                <a:lnTo>
                  <a:pt x="780" y="863"/>
                </a:lnTo>
                <a:lnTo>
                  <a:pt x="781" y="863"/>
                </a:lnTo>
                <a:lnTo>
                  <a:pt x="781" y="864"/>
                </a:lnTo>
                <a:lnTo>
                  <a:pt x="782" y="864"/>
                </a:lnTo>
                <a:lnTo>
                  <a:pt x="782" y="865"/>
                </a:lnTo>
                <a:lnTo>
                  <a:pt x="783" y="865"/>
                </a:lnTo>
                <a:lnTo>
                  <a:pt x="783" y="866"/>
                </a:lnTo>
                <a:lnTo>
                  <a:pt x="784" y="865"/>
                </a:lnTo>
                <a:lnTo>
                  <a:pt x="785" y="865"/>
                </a:lnTo>
                <a:lnTo>
                  <a:pt x="785" y="866"/>
                </a:lnTo>
                <a:lnTo>
                  <a:pt x="785" y="867"/>
                </a:lnTo>
                <a:lnTo>
                  <a:pt x="786" y="867"/>
                </a:lnTo>
                <a:lnTo>
                  <a:pt x="786" y="866"/>
                </a:lnTo>
                <a:lnTo>
                  <a:pt x="787" y="866"/>
                </a:lnTo>
                <a:lnTo>
                  <a:pt x="787" y="867"/>
                </a:lnTo>
                <a:lnTo>
                  <a:pt x="788" y="867"/>
                </a:lnTo>
                <a:lnTo>
                  <a:pt x="789" y="867"/>
                </a:lnTo>
                <a:lnTo>
                  <a:pt x="790" y="867"/>
                </a:lnTo>
                <a:lnTo>
                  <a:pt x="791" y="866"/>
                </a:lnTo>
                <a:lnTo>
                  <a:pt x="791" y="867"/>
                </a:lnTo>
                <a:lnTo>
                  <a:pt x="792" y="867"/>
                </a:lnTo>
                <a:lnTo>
                  <a:pt x="793" y="866"/>
                </a:lnTo>
                <a:lnTo>
                  <a:pt x="794" y="866"/>
                </a:lnTo>
                <a:lnTo>
                  <a:pt x="794" y="867"/>
                </a:lnTo>
                <a:lnTo>
                  <a:pt x="795" y="867"/>
                </a:lnTo>
                <a:lnTo>
                  <a:pt x="795" y="868"/>
                </a:lnTo>
                <a:lnTo>
                  <a:pt x="796" y="867"/>
                </a:lnTo>
                <a:lnTo>
                  <a:pt x="797" y="867"/>
                </a:lnTo>
                <a:lnTo>
                  <a:pt x="797" y="866"/>
                </a:lnTo>
                <a:lnTo>
                  <a:pt x="798" y="866"/>
                </a:lnTo>
                <a:lnTo>
                  <a:pt x="799" y="866"/>
                </a:lnTo>
                <a:lnTo>
                  <a:pt x="800" y="866"/>
                </a:lnTo>
                <a:lnTo>
                  <a:pt x="801" y="866"/>
                </a:lnTo>
                <a:lnTo>
                  <a:pt x="801" y="867"/>
                </a:lnTo>
                <a:lnTo>
                  <a:pt x="801" y="868"/>
                </a:lnTo>
                <a:lnTo>
                  <a:pt x="801" y="869"/>
                </a:lnTo>
                <a:lnTo>
                  <a:pt x="801" y="870"/>
                </a:lnTo>
                <a:lnTo>
                  <a:pt x="802" y="870"/>
                </a:lnTo>
                <a:lnTo>
                  <a:pt x="803" y="870"/>
                </a:lnTo>
                <a:lnTo>
                  <a:pt x="804" y="870"/>
                </a:lnTo>
                <a:lnTo>
                  <a:pt x="804" y="871"/>
                </a:lnTo>
                <a:lnTo>
                  <a:pt x="804" y="872"/>
                </a:lnTo>
                <a:lnTo>
                  <a:pt x="805" y="872"/>
                </a:lnTo>
                <a:lnTo>
                  <a:pt x="806" y="872"/>
                </a:lnTo>
                <a:lnTo>
                  <a:pt x="807" y="873"/>
                </a:lnTo>
                <a:lnTo>
                  <a:pt x="809" y="873"/>
                </a:lnTo>
                <a:lnTo>
                  <a:pt x="810" y="873"/>
                </a:lnTo>
                <a:lnTo>
                  <a:pt x="810" y="874"/>
                </a:lnTo>
                <a:lnTo>
                  <a:pt x="810" y="875"/>
                </a:lnTo>
                <a:lnTo>
                  <a:pt x="809" y="874"/>
                </a:lnTo>
                <a:lnTo>
                  <a:pt x="809" y="875"/>
                </a:lnTo>
                <a:lnTo>
                  <a:pt x="810" y="875"/>
                </a:lnTo>
                <a:lnTo>
                  <a:pt x="811" y="875"/>
                </a:lnTo>
                <a:lnTo>
                  <a:pt x="813" y="875"/>
                </a:lnTo>
                <a:lnTo>
                  <a:pt x="814" y="875"/>
                </a:lnTo>
                <a:lnTo>
                  <a:pt x="815" y="876"/>
                </a:lnTo>
                <a:lnTo>
                  <a:pt x="816" y="876"/>
                </a:lnTo>
                <a:lnTo>
                  <a:pt x="817" y="876"/>
                </a:lnTo>
                <a:lnTo>
                  <a:pt x="817" y="877"/>
                </a:lnTo>
                <a:lnTo>
                  <a:pt x="819" y="877"/>
                </a:lnTo>
                <a:lnTo>
                  <a:pt x="820" y="877"/>
                </a:lnTo>
                <a:lnTo>
                  <a:pt x="822" y="877"/>
                </a:lnTo>
                <a:lnTo>
                  <a:pt x="822" y="878"/>
                </a:lnTo>
                <a:lnTo>
                  <a:pt x="823" y="878"/>
                </a:lnTo>
                <a:lnTo>
                  <a:pt x="824" y="878"/>
                </a:lnTo>
                <a:lnTo>
                  <a:pt x="824" y="879"/>
                </a:lnTo>
                <a:lnTo>
                  <a:pt x="824" y="880"/>
                </a:lnTo>
                <a:lnTo>
                  <a:pt x="826" y="880"/>
                </a:lnTo>
                <a:lnTo>
                  <a:pt x="827" y="880"/>
                </a:lnTo>
                <a:lnTo>
                  <a:pt x="827" y="879"/>
                </a:lnTo>
                <a:lnTo>
                  <a:pt x="828" y="879"/>
                </a:lnTo>
                <a:lnTo>
                  <a:pt x="829" y="878"/>
                </a:lnTo>
                <a:lnTo>
                  <a:pt x="829" y="879"/>
                </a:lnTo>
                <a:lnTo>
                  <a:pt x="830" y="879"/>
                </a:lnTo>
                <a:lnTo>
                  <a:pt x="830" y="880"/>
                </a:lnTo>
                <a:lnTo>
                  <a:pt x="831" y="880"/>
                </a:lnTo>
                <a:lnTo>
                  <a:pt x="832" y="880"/>
                </a:lnTo>
                <a:lnTo>
                  <a:pt x="833" y="880"/>
                </a:lnTo>
                <a:lnTo>
                  <a:pt x="833" y="881"/>
                </a:lnTo>
                <a:lnTo>
                  <a:pt x="834" y="881"/>
                </a:lnTo>
                <a:lnTo>
                  <a:pt x="834" y="882"/>
                </a:lnTo>
                <a:lnTo>
                  <a:pt x="835" y="882"/>
                </a:lnTo>
                <a:lnTo>
                  <a:pt x="836" y="883"/>
                </a:lnTo>
                <a:lnTo>
                  <a:pt x="837" y="884"/>
                </a:lnTo>
                <a:lnTo>
                  <a:pt x="838" y="884"/>
                </a:lnTo>
                <a:lnTo>
                  <a:pt x="839" y="884"/>
                </a:lnTo>
                <a:lnTo>
                  <a:pt x="839" y="885"/>
                </a:lnTo>
                <a:lnTo>
                  <a:pt x="838" y="885"/>
                </a:lnTo>
                <a:lnTo>
                  <a:pt x="838" y="886"/>
                </a:lnTo>
                <a:lnTo>
                  <a:pt x="839" y="887"/>
                </a:lnTo>
                <a:lnTo>
                  <a:pt x="839" y="888"/>
                </a:lnTo>
                <a:lnTo>
                  <a:pt x="840" y="889"/>
                </a:lnTo>
                <a:lnTo>
                  <a:pt x="841" y="889"/>
                </a:lnTo>
                <a:lnTo>
                  <a:pt x="842" y="889"/>
                </a:lnTo>
                <a:lnTo>
                  <a:pt x="843" y="888"/>
                </a:lnTo>
                <a:lnTo>
                  <a:pt x="842" y="888"/>
                </a:lnTo>
                <a:lnTo>
                  <a:pt x="843" y="888"/>
                </a:lnTo>
                <a:lnTo>
                  <a:pt x="844" y="889"/>
                </a:lnTo>
                <a:lnTo>
                  <a:pt x="844" y="890"/>
                </a:lnTo>
                <a:lnTo>
                  <a:pt x="844" y="891"/>
                </a:lnTo>
                <a:lnTo>
                  <a:pt x="845" y="892"/>
                </a:lnTo>
                <a:lnTo>
                  <a:pt x="845" y="891"/>
                </a:lnTo>
                <a:lnTo>
                  <a:pt x="845" y="890"/>
                </a:lnTo>
                <a:lnTo>
                  <a:pt x="846" y="890"/>
                </a:lnTo>
                <a:lnTo>
                  <a:pt x="846" y="891"/>
                </a:lnTo>
                <a:lnTo>
                  <a:pt x="846" y="892"/>
                </a:lnTo>
                <a:lnTo>
                  <a:pt x="847" y="891"/>
                </a:lnTo>
                <a:lnTo>
                  <a:pt x="848" y="891"/>
                </a:lnTo>
                <a:lnTo>
                  <a:pt x="848" y="890"/>
                </a:lnTo>
                <a:lnTo>
                  <a:pt x="848" y="889"/>
                </a:lnTo>
                <a:lnTo>
                  <a:pt x="849" y="889"/>
                </a:lnTo>
                <a:lnTo>
                  <a:pt x="849" y="888"/>
                </a:lnTo>
                <a:lnTo>
                  <a:pt x="849" y="887"/>
                </a:lnTo>
                <a:lnTo>
                  <a:pt x="850" y="888"/>
                </a:lnTo>
                <a:lnTo>
                  <a:pt x="850" y="887"/>
                </a:lnTo>
                <a:lnTo>
                  <a:pt x="851" y="887"/>
                </a:lnTo>
                <a:lnTo>
                  <a:pt x="852" y="887"/>
                </a:lnTo>
                <a:lnTo>
                  <a:pt x="853" y="887"/>
                </a:lnTo>
                <a:lnTo>
                  <a:pt x="855" y="887"/>
                </a:lnTo>
                <a:lnTo>
                  <a:pt x="856" y="887"/>
                </a:lnTo>
                <a:lnTo>
                  <a:pt x="857" y="887"/>
                </a:lnTo>
                <a:lnTo>
                  <a:pt x="857" y="886"/>
                </a:lnTo>
                <a:lnTo>
                  <a:pt x="857" y="885"/>
                </a:lnTo>
                <a:lnTo>
                  <a:pt x="856" y="885"/>
                </a:lnTo>
                <a:lnTo>
                  <a:pt x="857" y="885"/>
                </a:lnTo>
                <a:lnTo>
                  <a:pt x="858" y="885"/>
                </a:lnTo>
                <a:lnTo>
                  <a:pt x="859" y="887"/>
                </a:lnTo>
                <a:lnTo>
                  <a:pt x="860" y="887"/>
                </a:lnTo>
                <a:lnTo>
                  <a:pt x="861" y="886"/>
                </a:lnTo>
                <a:lnTo>
                  <a:pt x="861" y="887"/>
                </a:lnTo>
                <a:lnTo>
                  <a:pt x="862" y="887"/>
                </a:lnTo>
                <a:lnTo>
                  <a:pt x="863" y="887"/>
                </a:lnTo>
                <a:lnTo>
                  <a:pt x="863" y="888"/>
                </a:lnTo>
                <a:lnTo>
                  <a:pt x="864" y="888"/>
                </a:lnTo>
                <a:lnTo>
                  <a:pt x="865" y="889"/>
                </a:lnTo>
                <a:lnTo>
                  <a:pt x="866" y="889"/>
                </a:lnTo>
                <a:lnTo>
                  <a:pt x="866" y="888"/>
                </a:lnTo>
                <a:lnTo>
                  <a:pt x="867" y="886"/>
                </a:lnTo>
                <a:lnTo>
                  <a:pt x="867" y="885"/>
                </a:lnTo>
                <a:lnTo>
                  <a:pt x="867" y="884"/>
                </a:lnTo>
                <a:lnTo>
                  <a:pt x="866" y="884"/>
                </a:lnTo>
                <a:lnTo>
                  <a:pt x="867" y="883"/>
                </a:lnTo>
                <a:lnTo>
                  <a:pt x="868" y="883"/>
                </a:lnTo>
                <a:lnTo>
                  <a:pt x="869" y="883"/>
                </a:lnTo>
                <a:lnTo>
                  <a:pt x="870" y="884"/>
                </a:lnTo>
                <a:lnTo>
                  <a:pt x="871" y="883"/>
                </a:lnTo>
                <a:lnTo>
                  <a:pt x="871" y="882"/>
                </a:lnTo>
                <a:lnTo>
                  <a:pt x="871" y="881"/>
                </a:lnTo>
                <a:lnTo>
                  <a:pt x="872" y="881"/>
                </a:lnTo>
                <a:lnTo>
                  <a:pt x="873" y="881"/>
                </a:lnTo>
                <a:lnTo>
                  <a:pt x="873" y="880"/>
                </a:lnTo>
                <a:lnTo>
                  <a:pt x="873" y="879"/>
                </a:lnTo>
                <a:lnTo>
                  <a:pt x="872" y="879"/>
                </a:lnTo>
                <a:lnTo>
                  <a:pt x="872" y="878"/>
                </a:lnTo>
                <a:lnTo>
                  <a:pt x="871" y="878"/>
                </a:lnTo>
                <a:lnTo>
                  <a:pt x="872" y="877"/>
                </a:lnTo>
                <a:lnTo>
                  <a:pt x="873" y="877"/>
                </a:lnTo>
                <a:lnTo>
                  <a:pt x="875" y="877"/>
                </a:lnTo>
                <a:lnTo>
                  <a:pt x="876" y="877"/>
                </a:lnTo>
                <a:lnTo>
                  <a:pt x="876" y="876"/>
                </a:lnTo>
                <a:lnTo>
                  <a:pt x="876" y="875"/>
                </a:lnTo>
                <a:lnTo>
                  <a:pt x="875" y="874"/>
                </a:lnTo>
                <a:lnTo>
                  <a:pt x="876" y="874"/>
                </a:lnTo>
                <a:lnTo>
                  <a:pt x="876" y="873"/>
                </a:lnTo>
                <a:lnTo>
                  <a:pt x="876" y="872"/>
                </a:lnTo>
                <a:lnTo>
                  <a:pt x="876" y="871"/>
                </a:lnTo>
                <a:lnTo>
                  <a:pt x="876" y="870"/>
                </a:lnTo>
                <a:lnTo>
                  <a:pt x="878" y="870"/>
                </a:lnTo>
                <a:lnTo>
                  <a:pt x="878" y="871"/>
                </a:lnTo>
                <a:lnTo>
                  <a:pt x="879" y="871"/>
                </a:lnTo>
                <a:lnTo>
                  <a:pt x="880" y="871"/>
                </a:lnTo>
                <a:lnTo>
                  <a:pt x="882" y="872"/>
                </a:lnTo>
                <a:lnTo>
                  <a:pt x="883" y="872"/>
                </a:lnTo>
                <a:lnTo>
                  <a:pt x="884" y="872"/>
                </a:lnTo>
                <a:lnTo>
                  <a:pt x="884" y="871"/>
                </a:lnTo>
                <a:lnTo>
                  <a:pt x="884" y="870"/>
                </a:lnTo>
                <a:lnTo>
                  <a:pt x="885" y="869"/>
                </a:lnTo>
                <a:lnTo>
                  <a:pt x="885" y="868"/>
                </a:lnTo>
                <a:lnTo>
                  <a:pt x="885" y="867"/>
                </a:lnTo>
                <a:lnTo>
                  <a:pt x="886" y="866"/>
                </a:lnTo>
                <a:lnTo>
                  <a:pt x="886" y="865"/>
                </a:lnTo>
                <a:lnTo>
                  <a:pt x="887" y="865"/>
                </a:lnTo>
                <a:lnTo>
                  <a:pt x="887" y="864"/>
                </a:lnTo>
                <a:lnTo>
                  <a:pt x="888" y="864"/>
                </a:lnTo>
                <a:lnTo>
                  <a:pt x="888" y="865"/>
                </a:lnTo>
                <a:lnTo>
                  <a:pt x="889" y="865"/>
                </a:lnTo>
                <a:lnTo>
                  <a:pt x="890" y="865"/>
                </a:lnTo>
                <a:lnTo>
                  <a:pt x="891" y="865"/>
                </a:lnTo>
                <a:lnTo>
                  <a:pt x="892" y="865"/>
                </a:lnTo>
                <a:lnTo>
                  <a:pt x="893" y="864"/>
                </a:lnTo>
                <a:lnTo>
                  <a:pt x="893" y="863"/>
                </a:lnTo>
                <a:lnTo>
                  <a:pt x="892" y="862"/>
                </a:lnTo>
                <a:lnTo>
                  <a:pt x="892" y="861"/>
                </a:lnTo>
                <a:lnTo>
                  <a:pt x="891" y="861"/>
                </a:lnTo>
                <a:lnTo>
                  <a:pt x="890" y="861"/>
                </a:lnTo>
                <a:lnTo>
                  <a:pt x="890" y="860"/>
                </a:lnTo>
                <a:lnTo>
                  <a:pt x="889" y="859"/>
                </a:lnTo>
                <a:lnTo>
                  <a:pt x="889" y="858"/>
                </a:lnTo>
                <a:lnTo>
                  <a:pt x="889" y="857"/>
                </a:lnTo>
                <a:lnTo>
                  <a:pt x="888" y="857"/>
                </a:lnTo>
                <a:lnTo>
                  <a:pt x="888" y="856"/>
                </a:lnTo>
                <a:lnTo>
                  <a:pt x="888" y="855"/>
                </a:lnTo>
                <a:lnTo>
                  <a:pt x="887" y="855"/>
                </a:lnTo>
                <a:lnTo>
                  <a:pt x="886" y="854"/>
                </a:lnTo>
                <a:lnTo>
                  <a:pt x="885" y="854"/>
                </a:lnTo>
                <a:lnTo>
                  <a:pt x="885" y="852"/>
                </a:lnTo>
                <a:lnTo>
                  <a:pt x="886" y="852"/>
                </a:lnTo>
                <a:lnTo>
                  <a:pt x="885" y="851"/>
                </a:lnTo>
                <a:lnTo>
                  <a:pt x="885" y="850"/>
                </a:lnTo>
                <a:lnTo>
                  <a:pt x="884" y="849"/>
                </a:lnTo>
                <a:lnTo>
                  <a:pt x="884" y="848"/>
                </a:lnTo>
                <a:lnTo>
                  <a:pt x="883" y="849"/>
                </a:lnTo>
                <a:lnTo>
                  <a:pt x="882" y="849"/>
                </a:lnTo>
                <a:lnTo>
                  <a:pt x="882" y="848"/>
                </a:lnTo>
                <a:lnTo>
                  <a:pt x="882" y="847"/>
                </a:lnTo>
                <a:lnTo>
                  <a:pt x="881" y="847"/>
                </a:lnTo>
                <a:lnTo>
                  <a:pt x="880" y="847"/>
                </a:lnTo>
                <a:lnTo>
                  <a:pt x="879" y="846"/>
                </a:lnTo>
                <a:lnTo>
                  <a:pt x="879" y="845"/>
                </a:lnTo>
                <a:lnTo>
                  <a:pt x="878" y="845"/>
                </a:lnTo>
                <a:lnTo>
                  <a:pt x="877" y="845"/>
                </a:lnTo>
                <a:lnTo>
                  <a:pt x="876" y="845"/>
                </a:lnTo>
                <a:lnTo>
                  <a:pt x="875" y="845"/>
                </a:lnTo>
                <a:lnTo>
                  <a:pt x="874" y="845"/>
                </a:lnTo>
                <a:lnTo>
                  <a:pt x="873" y="845"/>
                </a:lnTo>
                <a:lnTo>
                  <a:pt x="872" y="845"/>
                </a:lnTo>
                <a:lnTo>
                  <a:pt x="870" y="845"/>
                </a:lnTo>
                <a:lnTo>
                  <a:pt x="869" y="845"/>
                </a:lnTo>
                <a:lnTo>
                  <a:pt x="869" y="844"/>
                </a:lnTo>
                <a:lnTo>
                  <a:pt x="868" y="844"/>
                </a:lnTo>
                <a:lnTo>
                  <a:pt x="868" y="843"/>
                </a:lnTo>
                <a:lnTo>
                  <a:pt x="867" y="843"/>
                </a:lnTo>
                <a:lnTo>
                  <a:pt x="867" y="842"/>
                </a:lnTo>
                <a:lnTo>
                  <a:pt x="866" y="842"/>
                </a:lnTo>
                <a:lnTo>
                  <a:pt x="866" y="841"/>
                </a:lnTo>
                <a:lnTo>
                  <a:pt x="866" y="840"/>
                </a:lnTo>
                <a:lnTo>
                  <a:pt x="866" y="841"/>
                </a:lnTo>
                <a:lnTo>
                  <a:pt x="865" y="841"/>
                </a:lnTo>
                <a:lnTo>
                  <a:pt x="865" y="840"/>
                </a:lnTo>
                <a:lnTo>
                  <a:pt x="864" y="840"/>
                </a:lnTo>
                <a:lnTo>
                  <a:pt x="864" y="839"/>
                </a:lnTo>
                <a:lnTo>
                  <a:pt x="863" y="838"/>
                </a:lnTo>
                <a:lnTo>
                  <a:pt x="863" y="836"/>
                </a:lnTo>
                <a:lnTo>
                  <a:pt x="863" y="835"/>
                </a:lnTo>
                <a:lnTo>
                  <a:pt x="863" y="834"/>
                </a:lnTo>
                <a:lnTo>
                  <a:pt x="863" y="833"/>
                </a:lnTo>
                <a:lnTo>
                  <a:pt x="863" y="832"/>
                </a:lnTo>
                <a:lnTo>
                  <a:pt x="864" y="831"/>
                </a:lnTo>
                <a:lnTo>
                  <a:pt x="864" y="830"/>
                </a:lnTo>
                <a:lnTo>
                  <a:pt x="863" y="830"/>
                </a:lnTo>
                <a:lnTo>
                  <a:pt x="863" y="829"/>
                </a:lnTo>
                <a:lnTo>
                  <a:pt x="863" y="828"/>
                </a:lnTo>
                <a:lnTo>
                  <a:pt x="863" y="827"/>
                </a:lnTo>
                <a:lnTo>
                  <a:pt x="863" y="826"/>
                </a:lnTo>
                <a:lnTo>
                  <a:pt x="863" y="825"/>
                </a:lnTo>
                <a:lnTo>
                  <a:pt x="863" y="824"/>
                </a:lnTo>
                <a:lnTo>
                  <a:pt x="863" y="823"/>
                </a:lnTo>
                <a:lnTo>
                  <a:pt x="863" y="822"/>
                </a:lnTo>
                <a:lnTo>
                  <a:pt x="863" y="821"/>
                </a:lnTo>
                <a:lnTo>
                  <a:pt x="863" y="820"/>
                </a:lnTo>
                <a:lnTo>
                  <a:pt x="863" y="819"/>
                </a:lnTo>
                <a:lnTo>
                  <a:pt x="863" y="818"/>
                </a:lnTo>
                <a:lnTo>
                  <a:pt x="864" y="818"/>
                </a:lnTo>
                <a:lnTo>
                  <a:pt x="864" y="816"/>
                </a:lnTo>
                <a:lnTo>
                  <a:pt x="864" y="815"/>
                </a:lnTo>
                <a:lnTo>
                  <a:pt x="863" y="815"/>
                </a:lnTo>
                <a:lnTo>
                  <a:pt x="863" y="814"/>
                </a:lnTo>
                <a:lnTo>
                  <a:pt x="864" y="814"/>
                </a:lnTo>
                <a:lnTo>
                  <a:pt x="864" y="813"/>
                </a:lnTo>
                <a:lnTo>
                  <a:pt x="863" y="813"/>
                </a:lnTo>
                <a:lnTo>
                  <a:pt x="863" y="811"/>
                </a:lnTo>
                <a:lnTo>
                  <a:pt x="863" y="810"/>
                </a:lnTo>
                <a:lnTo>
                  <a:pt x="864" y="811"/>
                </a:lnTo>
                <a:lnTo>
                  <a:pt x="864" y="810"/>
                </a:lnTo>
                <a:lnTo>
                  <a:pt x="864" y="809"/>
                </a:lnTo>
                <a:lnTo>
                  <a:pt x="865" y="809"/>
                </a:lnTo>
                <a:lnTo>
                  <a:pt x="866" y="809"/>
                </a:lnTo>
                <a:lnTo>
                  <a:pt x="867" y="809"/>
                </a:lnTo>
                <a:lnTo>
                  <a:pt x="868" y="809"/>
                </a:lnTo>
                <a:lnTo>
                  <a:pt x="869" y="808"/>
                </a:lnTo>
                <a:lnTo>
                  <a:pt x="868" y="808"/>
                </a:lnTo>
                <a:lnTo>
                  <a:pt x="869" y="808"/>
                </a:lnTo>
                <a:lnTo>
                  <a:pt x="870" y="808"/>
                </a:lnTo>
                <a:lnTo>
                  <a:pt x="871" y="809"/>
                </a:lnTo>
                <a:lnTo>
                  <a:pt x="871" y="808"/>
                </a:lnTo>
                <a:lnTo>
                  <a:pt x="872" y="808"/>
                </a:lnTo>
                <a:lnTo>
                  <a:pt x="873" y="808"/>
                </a:lnTo>
                <a:lnTo>
                  <a:pt x="873" y="809"/>
                </a:lnTo>
                <a:lnTo>
                  <a:pt x="874" y="809"/>
                </a:lnTo>
                <a:lnTo>
                  <a:pt x="875" y="810"/>
                </a:lnTo>
                <a:lnTo>
                  <a:pt x="876" y="809"/>
                </a:lnTo>
                <a:lnTo>
                  <a:pt x="876" y="808"/>
                </a:lnTo>
                <a:lnTo>
                  <a:pt x="875" y="808"/>
                </a:lnTo>
                <a:lnTo>
                  <a:pt x="875" y="807"/>
                </a:lnTo>
                <a:lnTo>
                  <a:pt x="875" y="806"/>
                </a:lnTo>
                <a:lnTo>
                  <a:pt x="875" y="805"/>
                </a:lnTo>
                <a:lnTo>
                  <a:pt x="876" y="805"/>
                </a:lnTo>
                <a:lnTo>
                  <a:pt x="876" y="804"/>
                </a:lnTo>
                <a:lnTo>
                  <a:pt x="877" y="803"/>
                </a:lnTo>
                <a:lnTo>
                  <a:pt x="877" y="802"/>
                </a:lnTo>
                <a:lnTo>
                  <a:pt x="876" y="802"/>
                </a:lnTo>
                <a:lnTo>
                  <a:pt x="877" y="802"/>
                </a:lnTo>
                <a:lnTo>
                  <a:pt x="878" y="801"/>
                </a:lnTo>
                <a:lnTo>
                  <a:pt x="878" y="800"/>
                </a:lnTo>
                <a:lnTo>
                  <a:pt x="879" y="799"/>
                </a:lnTo>
                <a:lnTo>
                  <a:pt x="880" y="799"/>
                </a:lnTo>
                <a:lnTo>
                  <a:pt x="880" y="798"/>
                </a:lnTo>
                <a:lnTo>
                  <a:pt x="881" y="798"/>
                </a:lnTo>
                <a:lnTo>
                  <a:pt x="881" y="797"/>
                </a:lnTo>
                <a:lnTo>
                  <a:pt x="882" y="796"/>
                </a:lnTo>
                <a:lnTo>
                  <a:pt x="882" y="797"/>
                </a:lnTo>
                <a:lnTo>
                  <a:pt x="883" y="797"/>
                </a:lnTo>
                <a:lnTo>
                  <a:pt x="883" y="796"/>
                </a:lnTo>
                <a:lnTo>
                  <a:pt x="884" y="796"/>
                </a:lnTo>
                <a:lnTo>
                  <a:pt x="884" y="797"/>
                </a:lnTo>
                <a:lnTo>
                  <a:pt x="885" y="796"/>
                </a:lnTo>
                <a:lnTo>
                  <a:pt x="886" y="795"/>
                </a:lnTo>
                <a:lnTo>
                  <a:pt x="887" y="795"/>
                </a:lnTo>
                <a:lnTo>
                  <a:pt x="888" y="794"/>
                </a:lnTo>
                <a:lnTo>
                  <a:pt x="889" y="794"/>
                </a:lnTo>
                <a:lnTo>
                  <a:pt x="889" y="793"/>
                </a:lnTo>
                <a:lnTo>
                  <a:pt x="890" y="792"/>
                </a:lnTo>
                <a:lnTo>
                  <a:pt x="891" y="792"/>
                </a:lnTo>
                <a:lnTo>
                  <a:pt x="892" y="793"/>
                </a:lnTo>
                <a:lnTo>
                  <a:pt x="893" y="793"/>
                </a:lnTo>
                <a:lnTo>
                  <a:pt x="894" y="792"/>
                </a:lnTo>
                <a:lnTo>
                  <a:pt x="895" y="792"/>
                </a:lnTo>
                <a:lnTo>
                  <a:pt x="896" y="792"/>
                </a:lnTo>
                <a:lnTo>
                  <a:pt x="896" y="791"/>
                </a:lnTo>
                <a:lnTo>
                  <a:pt x="897" y="791"/>
                </a:lnTo>
                <a:lnTo>
                  <a:pt x="897" y="789"/>
                </a:lnTo>
                <a:lnTo>
                  <a:pt x="897" y="788"/>
                </a:lnTo>
                <a:lnTo>
                  <a:pt x="897" y="787"/>
                </a:lnTo>
                <a:lnTo>
                  <a:pt x="898" y="787"/>
                </a:lnTo>
                <a:lnTo>
                  <a:pt x="898" y="786"/>
                </a:lnTo>
                <a:lnTo>
                  <a:pt x="898" y="785"/>
                </a:lnTo>
                <a:lnTo>
                  <a:pt x="899" y="784"/>
                </a:lnTo>
                <a:lnTo>
                  <a:pt x="899" y="785"/>
                </a:lnTo>
                <a:lnTo>
                  <a:pt x="899" y="784"/>
                </a:lnTo>
                <a:lnTo>
                  <a:pt x="901" y="784"/>
                </a:lnTo>
                <a:lnTo>
                  <a:pt x="901" y="783"/>
                </a:lnTo>
                <a:lnTo>
                  <a:pt x="901" y="782"/>
                </a:lnTo>
                <a:lnTo>
                  <a:pt x="901" y="781"/>
                </a:lnTo>
                <a:lnTo>
                  <a:pt x="902" y="781"/>
                </a:lnTo>
                <a:lnTo>
                  <a:pt x="903" y="781"/>
                </a:lnTo>
                <a:lnTo>
                  <a:pt x="904" y="781"/>
                </a:lnTo>
                <a:lnTo>
                  <a:pt x="905" y="781"/>
                </a:lnTo>
                <a:lnTo>
                  <a:pt x="906" y="780"/>
                </a:lnTo>
                <a:lnTo>
                  <a:pt x="907" y="780"/>
                </a:lnTo>
                <a:lnTo>
                  <a:pt x="907" y="779"/>
                </a:lnTo>
                <a:lnTo>
                  <a:pt x="906" y="778"/>
                </a:lnTo>
                <a:lnTo>
                  <a:pt x="905" y="777"/>
                </a:lnTo>
                <a:lnTo>
                  <a:pt x="904" y="776"/>
                </a:lnTo>
                <a:lnTo>
                  <a:pt x="904" y="775"/>
                </a:lnTo>
                <a:lnTo>
                  <a:pt x="904" y="774"/>
                </a:lnTo>
                <a:lnTo>
                  <a:pt x="903" y="774"/>
                </a:lnTo>
                <a:lnTo>
                  <a:pt x="903" y="773"/>
                </a:lnTo>
                <a:lnTo>
                  <a:pt x="903" y="772"/>
                </a:lnTo>
                <a:lnTo>
                  <a:pt x="903" y="771"/>
                </a:lnTo>
                <a:lnTo>
                  <a:pt x="904" y="771"/>
                </a:lnTo>
                <a:lnTo>
                  <a:pt x="903" y="771"/>
                </a:lnTo>
                <a:lnTo>
                  <a:pt x="902" y="770"/>
                </a:lnTo>
                <a:lnTo>
                  <a:pt x="901" y="769"/>
                </a:lnTo>
                <a:lnTo>
                  <a:pt x="900" y="769"/>
                </a:lnTo>
                <a:lnTo>
                  <a:pt x="899" y="769"/>
                </a:lnTo>
                <a:lnTo>
                  <a:pt x="898" y="769"/>
                </a:lnTo>
                <a:lnTo>
                  <a:pt x="896" y="768"/>
                </a:lnTo>
                <a:lnTo>
                  <a:pt x="895" y="767"/>
                </a:lnTo>
                <a:lnTo>
                  <a:pt x="895" y="766"/>
                </a:lnTo>
                <a:lnTo>
                  <a:pt x="896" y="766"/>
                </a:lnTo>
                <a:lnTo>
                  <a:pt x="897" y="765"/>
                </a:lnTo>
                <a:lnTo>
                  <a:pt x="898" y="766"/>
                </a:lnTo>
                <a:lnTo>
                  <a:pt x="899" y="764"/>
                </a:lnTo>
                <a:lnTo>
                  <a:pt x="899" y="763"/>
                </a:lnTo>
                <a:lnTo>
                  <a:pt x="898" y="763"/>
                </a:lnTo>
                <a:lnTo>
                  <a:pt x="898" y="762"/>
                </a:lnTo>
                <a:lnTo>
                  <a:pt x="898" y="761"/>
                </a:lnTo>
                <a:lnTo>
                  <a:pt x="897" y="761"/>
                </a:lnTo>
                <a:lnTo>
                  <a:pt x="896" y="761"/>
                </a:lnTo>
                <a:lnTo>
                  <a:pt x="896" y="760"/>
                </a:lnTo>
                <a:lnTo>
                  <a:pt x="896" y="758"/>
                </a:lnTo>
                <a:lnTo>
                  <a:pt x="896" y="757"/>
                </a:lnTo>
                <a:lnTo>
                  <a:pt x="896" y="755"/>
                </a:lnTo>
                <a:lnTo>
                  <a:pt x="897" y="755"/>
                </a:lnTo>
                <a:lnTo>
                  <a:pt x="897" y="754"/>
                </a:lnTo>
                <a:lnTo>
                  <a:pt x="897" y="753"/>
                </a:lnTo>
                <a:lnTo>
                  <a:pt x="898" y="753"/>
                </a:lnTo>
                <a:lnTo>
                  <a:pt x="898" y="752"/>
                </a:lnTo>
                <a:lnTo>
                  <a:pt x="899" y="752"/>
                </a:lnTo>
                <a:lnTo>
                  <a:pt x="899" y="753"/>
                </a:lnTo>
                <a:lnTo>
                  <a:pt x="900" y="753"/>
                </a:lnTo>
                <a:lnTo>
                  <a:pt x="901" y="753"/>
                </a:lnTo>
                <a:lnTo>
                  <a:pt x="902" y="754"/>
                </a:lnTo>
                <a:lnTo>
                  <a:pt x="903" y="754"/>
                </a:lnTo>
                <a:lnTo>
                  <a:pt x="904" y="754"/>
                </a:lnTo>
                <a:lnTo>
                  <a:pt x="905" y="754"/>
                </a:lnTo>
                <a:lnTo>
                  <a:pt x="906" y="755"/>
                </a:lnTo>
                <a:lnTo>
                  <a:pt x="907" y="755"/>
                </a:lnTo>
                <a:lnTo>
                  <a:pt x="908" y="754"/>
                </a:lnTo>
                <a:lnTo>
                  <a:pt x="909" y="753"/>
                </a:lnTo>
                <a:lnTo>
                  <a:pt x="910" y="752"/>
                </a:lnTo>
                <a:lnTo>
                  <a:pt x="911" y="752"/>
                </a:lnTo>
                <a:lnTo>
                  <a:pt x="911" y="751"/>
                </a:lnTo>
                <a:lnTo>
                  <a:pt x="910" y="751"/>
                </a:lnTo>
                <a:lnTo>
                  <a:pt x="910" y="750"/>
                </a:lnTo>
                <a:lnTo>
                  <a:pt x="910" y="749"/>
                </a:lnTo>
                <a:lnTo>
                  <a:pt x="910" y="748"/>
                </a:lnTo>
                <a:lnTo>
                  <a:pt x="911" y="748"/>
                </a:lnTo>
                <a:lnTo>
                  <a:pt x="911" y="749"/>
                </a:lnTo>
                <a:lnTo>
                  <a:pt x="911" y="748"/>
                </a:lnTo>
                <a:lnTo>
                  <a:pt x="912" y="748"/>
                </a:lnTo>
                <a:lnTo>
                  <a:pt x="912" y="747"/>
                </a:lnTo>
                <a:lnTo>
                  <a:pt x="912" y="746"/>
                </a:lnTo>
                <a:lnTo>
                  <a:pt x="912" y="745"/>
                </a:lnTo>
                <a:lnTo>
                  <a:pt x="913" y="745"/>
                </a:lnTo>
                <a:lnTo>
                  <a:pt x="914" y="744"/>
                </a:lnTo>
                <a:lnTo>
                  <a:pt x="914" y="743"/>
                </a:lnTo>
                <a:lnTo>
                  <a:pt x="914" y="742"/>
                </a:lnTo>
                <a:lnTo>
                  <a:pt x="915" y="741"/>
                </a:lnTo>
                <a:lnTo>
                  <a:pt x="915" y="738"/>
                </a:lnTo>
                <a:lnTo>
                  <a:pt x="916" y="739"/>
                </a:lnTo>
                <a:lnTo>
                  <a:pt x="916" y="738"/>
                </a:lnTo>
                <a:lnTo>
                  <a:pt x="916" y="737"/>
                </a:lnTo>
                <a:lnTo>
                  <a:pt x="915" y="737"/>
                </a:lnTo>
                <a:lnTo>
                  <a:pt x="916" y="737"/>
                </a:lnTo>
                <a:lnTo>
                  <a:pt x="917" y="738"/>
                </a:lnTo>
                <a:lnTo>
                  <a:pt x="918" y="738"/>
                </a:lnTo>
                <a:lnTo>
                  <a:pt x="918" y="737"/>
                </a:lnTo>
                <a:lnTo>
                  <a:pt x="918" y="738"/>
                </a:lnTo>
                <a:lnTo>
                  <a:pt x="919" y="738"/>
                </a:lnTo>
                <a:lnTo>
                  <a:pt x="919" y="739"/>
                </a:lnTo>
                <a:lnTo>
                  <a:pt x="920" y="740"/>
                </a:lnTo>
                <a:lnTo>
                  <a:pt x="921" y="741"/>
                </a:lnTo>
                <a:lnTo>
                  <a:pt x="922" y="741"/>
                </a:lnTo>
                <a:lnTo>
                  <a:pt x="923" y="742"/>
                </a:lnTo>
                <a:lnTo>
                  <a:pt x="924" y="742"/>
                </a:lnTo>
                <a:lnTo>
                  <a:pt x="925" y="742"/>
                </a:lnTo>
                <a:lnTo>
                  <a:pt x="926" y="742"/>
                </a:lnTo>
                <a:lnTo>
                  <a:pt x="927" y="742"/>
                </a:lnTo>
                <a:lnTo>
                  <a:pt x="928" y="742"/>
                </a:lnTo>
                <a:lnTo>
                  <a:pt x="929" y="742"/>
                </a:lnTo>
                <a:lnTo>
                  <a:pt x="930" y="743"/>
                </a:lnTo>
                <a:lnTo>
                  <a:pt x="930" y="742"/>
                </a:lnTo>
                <a:lnTo>
                  <a:pt x="931" y="742"/>
                </a:lnTo>
                <a:lnTo>
                  <a:pt x="931" y="743"/>
                </a:lnTo>
                <a:lnTo>
                  <a:pt x="932" y="743"/>
                </a:lnTo>
                <a:lnTo>
                  <a:pt x="933" y="743"/>
                </a:lnTo>
                <a:lnTo>
                  <a:pt x="934" y="744"/>
                </a:lnTo>
                <a:lnTo>
                  <a:pt x="935" y="744"/>
                </a:lnTo>
                <a:lnTo>
                  <a:pt x="935" y="745"/>
                </a:lnTo>
                <a:lnTo>
                  <a:pt x="936" y="746"/>
                </a:lnTo>
                <a:lnTo>
                  <a:pt x="937" y="746"/>
                </a:lnTo>
                <a:lnTo>
                  <a:pt x="938" y="746"/>
                </a:lnTo>
                <a:lnTo>
                  <a:pt x="938" y="745"/>
                </a:lnTo>
                <a:lnTo>
                  <a:pt x="939" y="745"/>
                </a:lnTo>
                <a:lnTo>
                  <a:pt x="939" y="744"/>
                </a:lnTo>
                <a:lnTo>
                  <a:pt x="940" y="744"/>
                </a:lnTo>
                <a:lnTo>
                  <a:pt x="941" y="743"/>
                </a:lnTo>
                <a:lnTo>
                  <a:pt x="940" y="742"/>
                </a:lnTo>
                <a:lnTo>
                  <a:pt x="939" y="743"/>
                </a:lnTo>
                <a:lnTo>
                  <a:pt x="938" y="743"/>
                </a:lnTo>
                <a:lnTo>
                  <a:pt x="937" y="743"/>
                </a:lnTo>
                <a:lnTo>
                  <a:pt x="937" y="744"/>
                </a:lnTo>
                <a:lnTo>
                  <a:pt x="936" y="743"/>
                </a:lnTo>
                <a:lnTo>
                  <a:pt x="936" y="742"/>
                </a:lnTo>
                <a:lnTo>
                  <a:pt x="937" y="742"/>
                </a:lnTo>
                <a:lnTo>
                  <a:pt x="937" y="741"/>
                </a:lnTo>
                <a:lnTo>
                  <a:pt x="938" y="741"/>
                </a:lnTo>
                <a:lnTo>
                  <a:pt x="939" y="741"/>
                </a:lnTo>
                <a:lnTo>
                  <a:pt x="940" y="741"/>
                </a:lnTo>
                <a:lnTo>
                  <a:pt x="940" y="740"/>
                </a:lnTo>
                <a:lnTo>
                  <a:pt x="940" y="741"/>
                </a:lnTo>
                <a:lnTo>
                  <a:pt x="941" y="741"/>
                </a:lnTo>
                <a:lnTo>
                  <a:pt x="941" y="740"/>
                </a:lnTo>
                <a:lnTo>
                  <a:pt x="942" y="740"/>
                </a:lnTo>
                <a:lnTo>
                  <a:pt x="943" y="740"/>
                </a:lnTo>
                <a:lnTo>
                  <a:pt x="943" y="739"/>
                </a:lnTo>
                <a:lnTo>
                  <a:pt x="943" y="738"/>
                </a:lnTo>
                <a:lnTo>
                  <a:pt x="942" y="738"/>
                </a:lnTo>
                <a:lnTo>
                  <a:pt x="941" y="737"/>
                </a:lnTo>
                <a:lnTo>
                  <a:pt x="940" y="737"/>
                </a:lnTo>
                <a:lnTo>
                  <a:pt x="940" y="736"/>
                </a:lnTo>
                <a:lnTo>
                  <a:pt x="940" y="735"/>
                </a:lnTo>
                <a:lnTo>
                  <a:pt x="939" y="735"/>
                </a:lnTo>
                <a:lnTo>
                  <a:pt x="939" y="734"/>
                </a:lnTo>
                <a:lnTo>
                  <a:pt x="939" y="733"/>
                </a:lnTo>
                <a:lnTo>
                  <a:pt x="939" y="732"/>
                </a:lnTo>
                <a:lnTo>
                  <a:pt x="939" y="731"/>
                </a:lnTo>
                <a:lnTo>
                  <a:pt x="939" y="730"/>
                </a:lnTo>
                <a:lnTo>
                  <a:pt x="938" y="730"/>
                </a:lnTo>
                <a:lnTo>
                  <a:pt x="937" y="730"/>
                </a:lnTo>
                <a:lnTo>
                  <a:pt x="937" y="729"/>
                </a:lnTo>
                <a:lnTo>
                  <a:pt x="936" y="728"/>
                </a:lnTo>
                <a:lnTo>
                  <a:pt x="936" y="727"/>
                </a:lnTo>
                <a:lnTo>
                  <a:pt x="936" y="726"/>
                </a:lnTo>
                <a:lnTo>
                  <a:pt x="935" y="726"/>
                </a:lnTo>
                <a:lnTo>
                  <a:pt x="934" y="725"/>
                </a:lnTo>
                <a:lnTo>
                  <a:pt x="933" y="724"/>
                </a:lnTo>
                <a:lnTo>
                  <a:pt x="933" y="723"/>
                </a:lnTo>
                <a:lnTo>
                  <a:pt x="933" y="722"/>
                </a:lnTo>
                <a:lnTo>
                  <a:pt x="933" y="721"/>
                </a:lnTo>
                <a:lnTo>
                  <a:pt x="933" y="720"/>
                </a:lnTo>
                <a:lnTo>
                  <a:pt x="932" y="720"/>
                </a:lnTo>
                <a:lnTo>
                  <a:pt x="932" y="719"/>
                </a:lnTo>
                <a:lnTo>
                  <a:pt x="932" y="718"/>
                </a:lnTo>
                <a:lnTo>
                  <a:pt x="932" y="717"/>
                </a:lnTo>
                <a:lnTo>
                  <a:pt x="933" y="717"/>
                </a:lnTo>
                <a:lnTo>
                  <a:pt x="933" y="716"/>
                </a:lnTo>
                <a:lnTo>
                  <a:pt x="933" y="715"/>
                </a:lnTo>
                <a:lnTo>
                  <a:pt x="934" y="715"/>
                </a:lnTo>
                <a:lnTo>
                  <a:pt x="934" y="714"/>
                </a:lnTo>
                <a:lnTo>
                  <a:pt x="935" y="713"/>
                </a:lnTo>
                <a:lnTo>
                  <a:pt x="936" y="713"/>
                </a:lnTo>
                <a:lnTo>
                  <a:pt x="937" y="713"/>
                </a:lnTo>
                <a:lnTo>
                  <a:pt x="937" y="712"/>
                </a:lnTo>
                <a:lnTo>
                  <a:pt x="938" y="712"/>
                </a:lnTo>
                <a:lnTo>
                  <a:pt x="938" y="711"/>
                </a:lnTo>
                <a:lnTo>
                  <a:pt x="939" y="711"/>
                </a:lnTo>
                <a:lnTo>
                  <a:pt x="940" y="710"/>
                </a:lnTo>
                <a:lnTo>
                  <a:pt x="940" y="709"/>
                </a:lnTo>
                <a:lnTo>
                  <a:pt x="941" y="709"/>
                </a:lnTo>
                <a:lnTo>
                  <a:pt x="942" y="709"/>
                </a:lnTo>
                <a:lnTo>
                  <a:pt x="943" y="709"/>
                </a:lnTo>
                <a:lnTo>
                  <a:pt x="943" y="710"/>
                </a:lnTo>
                <a:lnTo>
                  <a:pt x="944" y="710"/>
                </a:lnTo>
                <a:lnTo>
                  <a:pt x="945" y="709"/>
                </a:lnTo>
                <a:lnTo>
                  <a:pt x="946" y="709"/>
                </a:lnTo>
                <a:lnTo>
                  <a:pt x="947" y="710"/>
                </a:lnTo>
                <a:lnTo>
                  <a:pt x="948" y="710"/>
                </a:lnTo>
                <a:lnTo>
                  <a:pt x="948" y="711"/>
                </a:lnTo>
                <a:lnTo>
                  <a:pt x="948" y="710"/>
                </a:lnTo>
                <a:lnTo>
                  <a:pt x="949" y="710"/>
                </a:lnTo>
                <a:lnTo>
                  <a:pt x="950" y="710"/>
                </a:lnTo>
                <a:lnTo>
                  <a:pt x="951" y="710"/>
                </a:lnTo>
                <a:lnTo>
                  <a:pt x="952" y="710"/>
                </a:lnTo>
                <a:lnTo>
                  <a:pt x="953" y="711"/>
                </a:lnTo>
                <a:lnTo>
                  <a:pt x="953" y="712"/>
                </a:lnTo>
                <a:lnTo>
                  <a:pt x="955" y="712"/>
                </a:lnTo>
                <a:lnTo>
                  <a:pt x="956" y="711"/>
                </a:lnTo>
                <a:lnTo>
                  <a:pt x="955" y="710"/>
                </a:lnTo>
                <a:lnTo>
                  <a:pt x="956" y="710"/>
                </a:lnTo>
                <a:lnTo>
                  <a:pt x="956" y="709"/>
                </a:lnTo>
                <a:lnTo>
                  <a:pt x="956" y="708"/>
                </a:lnTo>
                <a:lnTo>
                  <a:pt x="955" y="706"/>
                </a:lnTo>
                <a:lnTo>
                  <a:pt x="956" y="705"/>
                </a:lnTo>
                <a:lnTo>
                  <a:pt x="956" y="703"/>
                </a:lnTo>
                <a:lnTo>
                  <a:pt x="955" y="702"/>
                </a:lnTo>
                <a:lnTo>
                  <a:pt x="955" y="700"/>
                </a:lnTo>
                <a:lnTo>
                  <a:pt x="956" y="699"/>
                </a:lnTo>
                <a:lnTo>
                  <a:pt x="956" y="698"/>
                </a:lnTo>
                <a:lnTo>
                  <a:pt x="957" y="697"/>
                </a:lnTo>
                <a:lnTo>
                  <a:pt x="957" y="696"/>
                </a:lnTo>
                <a:lnTo>
                  <a:pt x="958" y="695"/>
                </a:lnTo>
                <a:lnTo>
                  <a:pt x="957" y="695"/>
                </a:lnTo>
                <a:lnTo>
                  <a:pt x="957" y="694"/>
                </a:lnTo>
                <a:lnTo>
                  <a:pt x="956" y="693"/>
                </a:lnTo>
                <a:lnTo>
                  <a:pt x="956" y="692"/>
                </a:lnTo>
                <a:lnTo>
                  <a:pt x="957" y="691"/>
                </a:lnTo>
                <a:lnTo>
                  <a:pt x="958" y="691"/>
                </a:lnTo>
                <a:lnTo>
                  <a:pt x="957" y="690"/>
                </a:lnTo>
                <a:lnTo>
                  <a:pt x="955" y="690"/>
                </a:lnTo>
                <a:lnTo>
                  <a:pt x="954" y="690"/>
                </a:lnTo>
                <a:lnTo>
                  <a:pt x="954" y="689"/>
                </a:lnTo>
                <a:lnTo>
                  <a:pt x="953" y="688"/>
                </a:lnTo>
                <a:lnTo>
                  <a:pt x="952" y="687"/>
                </a:lnTo>
                <a:lnTo>
                  <a:pt x="952" y="688"/>
                </a:lnTo>
                <a:lnTo>
                  <a:pt x="951" y="688"/>
                </a:lnTo>
                <a:lnTo>
                  <a:pt x="951" y="687"/>
                </a:lnTo>
                <a:lnTo>
                  <a:pt x="950" y="687"/>
                </a:lnTo>
                <a:lnTo>
                  <a:pt x="950" y="686"/>
                </a:lnTo>
                <a:lnTo>
                  <a:pt x="950" y="685"/>
                </a:lnTo>
                <a:lnTo>
                  <a:pt x="951" y="685"/>
                </a:lnTo>
                <a:lnTo>
                  <a:pt x="951" y="686"/>
                </a:lnTo>
                <a:lnTo>
                  <a:pt x="952" y="686"/>
                </a:lnTo>
                <a:lnTo>
                  <a:pt x="952" y="685"/>
                </a:lnTo>
                <a:lnTo>
                  <a:pt x="953" y="685"/>
                </a:lnTo>
                <a:lnTo>
                  <a:pt x="954" y="684"/>
                </a:lnTo>
                <a:lnTo>
                  <a:pt x="955" y="684"/>
                </a:lnTo>
                <a:lnTo>
                  <a:pt x="955" y="682"/>
                </a:lnTo>
                <a:lnTo>
                  <a:pt x="955" y="681"/>
                </a:lnTo>
                <a:lnTo>
                  <a:pt x="956" y="681"/>
                </a:lnTo>
                <a:lnTo>
                  <a:pt x="956" y="680"/>
                </a:lnTo>
                <a:lnTo>
                  <a:pt x="956" y="679"/>
                </a:lnTo>
                <a:lnTo>
                  <a:pt x="957" y="679"/>
                </a:lnTo>
                <a:lnTo>
                  <a:pt x="957" y="678"/>
                </a:lnTo>
                <a:lnTo>
                  <a:pt x="958" y="677"/>
                </a:lnTo>
                <a:lnTo>
                  <a:pt x="959" y="676"/>
                </a:lnTo>
                <a:lnTo>
                  <a:pt x="959" y="675"/>
                </a:lnTo>
                <a:lnTo>
                  <a:pt x="960" y="675"/>
                </a:lnTo>
                <a:lnTo>
                  <a:pt x="961" y="675"/>
                </a:lnTo>
                <a:lnTo>
                  <a:pt x="961" y="674"/>
                </a:lnTo>
                <a:lnTo>
                  <a:pt x="962" y="674"/>
                </a:lnTo>
                <a:lnTo>
                  <a:pt x="963" y="674"/>
                </a:lnTo>
                <a:lnTo>
                  <a:pt x="964" y="674"/>
                </a:lnTo>
                <a:lnTo>
                  <a:pt x="966" y="674"/>
                </a:lnTo>
                <a:lnTo>
                  <a:pt x="967" y="673"/>
                </a:lnTo>
                <a:lnTo>
                  <a:pt x="966" y="673"/>
                </a:lnTo>
                <a:lnTo>
                  <a:pt x="966" y="672"/>
                </a:lnTo>
                <a:lnTo>
                  <a:pt x="965" y="672"/>
                </a:lnTo>
                <a:lnTo>
                  <a:pt x="964" y="671"/>
                </a:lnTo>
                <a:lnTo>
                  <a:pt x="963" y="671"/>
                </a:lnTo>
                <a:lnTo>
                  <a:pt x="962" y="671"/>
                </a:lnTo>
                <a:lnTo>
                  <a:pt x="962" y="670"/>
                </a:lnTo>
                <a:lnTo>
                  <a:pt x="963" y="669"/>
                </a:lnTo>
                <a:lnTo>
                  <a:pt x="962" y="668"/>
                </a:lnTo>
                <a:lnTo>
                  <a:pt x="961" y="668"/>
                </a:lnTo>
                <a:lnTo>
                  <a:pt x="960" y="668"/>
                </a:lnTo>
                <a:lnTo>
                  <a:pt x="959" y="667"/>
                </a:lnTo>
                <a:lnTo>
                  <a:pt x="958" y="666"/>
                </a:lnTo>
                <a:lnTo>
                  <a:pt x="957" y="666"/>
                </a:lnTo>
                <a:lnTo>
                  <a:pt x="956" y="665"/>
                </a:lnTo>
                <a:lnTo>
                  <a:pt x="955" y="665"/>
                </a:lnTo>
                <a:lnTo>
                  <a:pt x="954" y="665"/>
                </a:lnTo>
                <a:lnTo>
                  <a:pt x="954" y="664"/>
                </a:lnTo>
                <a:lnTo>
                  <a:pt x="953" y="664"/>
                </a:lnTo>
                <a:lnTo>
                  <a:pt x="953" y="662"/>
                </a:lnTo>
                <a:lnTo>
                  <a:pt x="952" y="662"/>
                </a:lnTo>
                <a:lnTo>
                  <a:pt x="951" y="662"/>
                </a:lnTo>
                <a:lnTo>
                  <a:pt x="951" y="661"/>
                </a:lnTo>
                <a:lnTo>
                  <a:pt x="950" y="661"/>
                </a:lnTo>
                <a:lnTo>
                  <a:pt x="949" y="660"/>
                </a:lnTo>
                <a:lnTo>
                  <a:pt x="949" y="661"/>
                </a:lnTo>
                <a:lnTo>
                  <a:pt x="948" y="661"/>
                </a:lnTo>
                <a:lnTo>
                  <a:pt x="947" y="660"/>
                </a:lnTo>
                <a:lnTo>
                  <a:pt x="946" y="660"/>
                </a:lnTo>
                <a:lnTo>
                  <a:pt x="945" y="659"/>
                </a:lnTo>
                <a:lnTo>
                  <a:pt x="945" y="658"/>
                </a:lnTo>
                <a:lnTo>
                  <a:pt x="945" y="657"/>
                </a:lnTo>
                <a:lnTo>
                  <a:pt x="945" y="656"/>
                </a:lnTo>
                <a:lnTo>
                  <a:pt x="944" y="655"/>
                </a:lnTo>
                <a:lnTo>
                  <a:pt x="945" y="653"/>
                </a:lnTo>
                <a:lnTo>
                  <a:pt x="944" y="653"/>
                </a:lnTo>
                <a:lnTo>
                  <a:pt x="943" y="653"/>
                </a:lnTo>
                <a:lnTo>
                  <a:pt x="943" y="652"/>
                </a:lnTo>
                <a:lnTo>
                  <a:pt x="943" y="651"/>
                </a:lnTo>
                <a:lnTo>
                  <a:pt x="942" y="651"/>
                </a:lnTo>
                <a:lnTo>
                  <a:pt x="941" y="650"/>
                </a:lnTo>
                <a:lnTo>
                  <a:pt x="941" y="649"/>
                </a:lnTo>
                <a:lnTo>
                  <a:pt x="940" y="648"/>
                </a:lnTo>
                <a:lnTo>
                  <a:pt x="939" y="647"/>
                </a:lnTo>
                <a:lnTo>
                  <a:pt x="940" y="646"/>
                </a:lnTo>
                <a:lnTo>
                  <a:pt x="941" y="646"/>
                </a:lnTo>
                <a:lnTo>
                  <a:pt x="941" y="645"/>
                </a:lnTo>
                <a:lnTo>
                  <a:pt x="942" y="644"/>
                </a:lnTo>
                <a:lnTo>
                  <a:pt x="941" y="643"/>
                </a:lnTo>
                <a:lnTo>
                  <a:pt x="940" y="642"/>
                </a:lnTo>
                <a:lnTo>
                  <a:pt x="940" y="641"/>
                </a:lnTo>
                <a:lnTo>
                  <a:pt x="939" y="641"/>
                </a:lnTo>
                <a:lnTo>
                  <a:pt x="938" y="641"/>
                </a:lnTo>
                <a:lnTo>
                  <a:pt x="937" y="640"/>
                </a:lnTo>
                <a:lnTo>
                  <a:pt x="937" y="639"/>
                </a:lnTo>
                <a:lnTo>
                  <a:pt x="937" y="638"/>
                </a:lnTo>
                <a:lnTo>
                  <a:pt x="937" y="637"/>
                </a:lnTo>
                <a:lnTo>
                  <a:pt x="936" y="637"/>
                </a:lnTo>
                <a:lnTo>
                  <a:pt x="937" y="637"/>
                </a:lnTo>
                <a:lnTo>
                  <a:pt x="937" y="636"/>
                </a:lnTo>
                <a:lnTo>
                  <a:pt x="937" y="637"/>
                </a:lnTo>
                <a:lnTo>
                  <a:pt x="938" y="637"/>
                </a:lnTo>
                <a:lnTo>
                  <a:pt x="939" y="637"/>
                </a:lnTo>
                <a:lnTo>
                  <a:pt x="939" y="636"/>
                </a:lnTo>
                <a:lnTo>
                  <a:pt x="938" y="635"/>
                </a:lnTo>
                <a:lnTo>
                  <a:pt x="937" y="635"/>
                </a:lnTo>
                <a:lnTo>
                  <a:pt x="936" y="634"/>
                </a:lnTo>
                <a:lnTo>
                  <a:pt x="935" y="634"/>
                </a:lnTo>
                <a:lnTo>
                  <a:pt x="935" y="633"/>
                </a:lnTo>
                <a:lnTo>
                  <a:pt x="935" y="632"/>
                </a:lnTo>
                <a:lnTo>
                  <a:pt x="933" y="632"/>
                </a:lnTo>
                <a:lnTo>
                  <a:pt x="932" y="631"/>
                </a:lnTo>
                <a:lnTo>
                  <a:pt x="931" y="631"/>
                </a:lnTo>
                <a:lnTo>
                  <a:pt x="931" y="630"/>
                </a:lnTo>
                <a:lnTo>
                  <a:pt x="930" y="630"/>
                </a:lnTo>
                <a:lnTo>
                  <a:pt x="929" y="630"/>
                </a:lnTo>
                <a:lnTo>
                  <a:pt x="927" y="628"/>
                </a:lnTo>
                <a:lnTo>
                  <a:pt x="927" y="627"/>
                </a:lnTo>
                <a:lnTo>
                  <a:pt x="926" y="626"/>
                </a:lnTo>
                <a:lnTo>
                  <a:pt x="925" y="625"/>
                </a:lnTo>
                <a:lnTo>
                  <a:pt x="925" y="624"/>
                </a:lnTo>
                <a:lnTo>
                  <a:pt x="925" y="623"/>
                </a:lnTo>
                <a:lnTo>
                  <a:pt x="925" y="622"/>
                </a:lnTo>
                <a:lnTo>
                  <a:pt x="924" y="622"/>
                </a:lnTo>
                <a:lnTo>
                  <a:pt x="924" y="621"/>
                </a:lnTo>
                <a:lnTo>
                  <a:pt x="925" y="621"/>
                </a:lnTo>
                <a:lnTo>
                  <a:pt x="925" y="620"/>
                </a:lnTo>
                <a:lnTo>
                  <a:pt x="925" y="619"/>
                </a:lnTo>
                <a:lnTo>
                  <a:pt x="926" y="619"/>
                </a:lnTo>
                <a:lnTo>
                  <a:pt x="927" y="620"/>
                </a:lnTo>
                <a:lnTo>
                  <a:pt x="928" y="620"/>
                </a:lnTo>
                <a:lnTo>
                  <a:pt x="928" y="619"/>
                </a:lnTo>
                <a:lnTo>
                  <a:pt x="929" y="618"/>
                </a:lnTo>
                <a:lnTo>
                  <a:pt x="930" y="618"/>
                </a:lnTo>
                <a:lnTo>
                  <a:pt x="931" y="617"/>
                </a:lnTo>
                <a:lnTo>
                  <a:pt x="931" y="616"/>
                </a:lnTo>
                <a:lnTo>
                  <a:pt x="932" y="616"/>
                </a:lnTo>
                <a:lnTo>
                  <a:pt x="933" y="615"/>
                </a:lnTo>
                <a:lnTo>
                  <a:pt x="934" y="616"/>
                </a:lnTo>
                <a:lnTo>
                  <a:pt x="935" y="616"/>
                </a:lnTo>
                <a:lnTo>
                  <a:pt x="934" y="615"/>
                </a:lnTo>
                <a:lnTo>
                  <a:pt x="933" y="614"/>
                </a:lnTo>
                <a:lnTo>
                  <a:pt x="933" y="613"/>
                </a:lnTo>
                <a:lnTo>
                  <a:pt x="932" y="612"/>
                </a:lnTo>
                <a:lnTo>
                  <a:pt x="931" y="612"/>
                </a:lnTo>
                <a:lnTo>
                  <a:pt x="930" y="611"/>
                </a:lnTo>
                <a:lnTo>
                  <a:pt x="929" y="610"/>
                </a:lnTo>
                <a:lnTo>
                  <a:pt x="928" y="609"/>
                </a:lnTo>
                <a:lnTo>
                  <a:pt x="928" y="608"/>
                </a:lnTo>
                <a:lnTo>
                  <a:pt x="928" y="607"/>
                </a:lnTo>
                <a:lnTo>
                  <a:pt x="927" y="608"/>
                </a:lnTo>
                <a:lnTo>
                  <a:pt x="927" y="607"/>
                </a:lnTo>
                <a:lnTo>
                  <a:pt x="926" y="607"/>
                </a:lnTo>
                <a:lnTo>
                  <a:pt x="925" y="606"/>
                </a:lnTo>
                <a:lnTo>
                  <a:pt x="924" y="606"/>
                </a:lnTo>
                <a:lnTo>
                  <a:pt x="923" y="606"/>
                </a:lnTo>
                <a:lnTo>
                  <a:pt x="923" y="605"/>
                </a:lnTo>
                <a:lnTo>
                  <a:pt x="922" y="605"/>
                </a:lnTo>
                <a:lnTo>
                  <a:pt x="922" y="604"/>
                </a:lnTo>
                <a:lnTo>
                  <a:pt x="921" y="604"/>
                </a:lnTo>
                <a:lnTo>
                  <a:pt x="921" y="603"/>
                </a:lnTo>
                <a:lnTo>
                  <a:pt x="921" y="602"/>
                </a:lnTo>
                <a:lnTo>
                  <a:pt x="921" y="601"/>
                </a:lnTo>
                <a:lnTo>
                  <a:pt x="920" y="600"/>
                </a:lnTo>
                <a:lnTo>
                  <a:pt x="919" y="600"/>
                </a:lnTo>
                <a:lnTo>
                  <a:pt x="918" y="600"/>
                </a:lnTo>
                <a:lnTo>
                  <a:pt x="917" y="599"/>
                </a:lnTo>
                <a:lnTo>
                  <a:pt x="916" y="599"/>
                </a:lnTo>
                <a:lnTo>
                  <a:pt x="915" y="598"/>
                </a:lnTo>
                <a:lnTo>
                  <a:pt x="915" y="597"/>
                </a:lnTo>
                <a:lnTo>
                  <a:pt x="914" y="597"/>
                </a:lnTo>
                <a:lnTo>
                  <a:pt x="913" y="597"/>
                </a:lnTo>
                <a:lnTo>
                  <a:pt x="912" y="597"/>
                </a:lnTo>
                <a:lnTo>
                  <a:pt x="911" y="596"/>
                </a:lnTo>
                <a:lnTo>
                  <a:pt x="911" y="595"/>
                </a:lnTo>
                <a:lnTo>
                  <a:pt x="912" y="595"/>
                </a:lnTo>
                <a:lnTo>
                  <a:pt x="912" y="594"/>
                </a:lnTo>
                <a:lnTo>
                  <a:pt x="913" y="593"/>
                </a:lnTo>
                <a:lnTo>
                  <a:pt x="914" y="592"/>
                </a:lnTo>
                <a:lnTo>
                  <a:pt x="916" y="591"/>
                </a:lnTo>
                <a:lnTo>
                  <a:pt x="916" y="590"/>
                </a:lnTo>
                <a:lnTo>
                  <a:pt x="915" y="589"/>
                </a:lnTo>
                <a:lnTo>
                  <a:pt x="915" y="588"/>
                </a:lnTo>
                <a:lnTo>
                  <a:pt x="915" y="587"/>
                </a:lnTo>
                <a:lnTo>
                  <a:pt x="915" y="586"/>
                </a:lnTo>
                <a:lnTo>
                  <a:pt x="914" y="586"/>
                </a:lnTo>
                <a:lnTo>
                  <a:pt x="914" y="585"/>
                </a:lnTo>
                <a:lnTo>
                  <a:pt x="914" y="584"/>
                </a:lnTo>
                <a:lnTo>
                  <a:pt x="915" y="584"/>
                </a:lnTo>
                <a:lnTo>
                  <a:pt x="915" y="583"/>
                </a:lnTo>
                <a:lnTo>
                  <a:pt x="916" y="583"/>
                </a:lnTo>
                <a:lnTo>
                  <a:pt x="917" y="583"/>
                </a:lnTo>
                <a:lnTo>
                  <a:pt x="918" y="584"/>
                </a:lnTo>
                <a:lnTo>
                  <a:pt x="918" y="583"/>
                </a:lnTo>
                <a:lnTo>
                  <a:pt x="919" y="583"/>
                </a:lnTo>
                <a:lnTo>
                  <a:pt x="920" y="583"/>
                </a:lnTo>
                <a:lnTo>
                  <a:pt x="921" y="583"/>
                </a:lnTo>
                <a:lnTo>
                  <a:pt x="922" y="583"/>
                </a:lnTo>
                <a:lnTo>
                  <a:pt x="922" y="582"/>
                </a:lnTo>
                <a:lnTo>
                  <a:pt x="923" y="582"/>
                </a:lnTo>
                <a:lnTo>
                  <a:pt x="924" y="582"/>
                </a:lnTo>
                <a:lnTo>
                  <a:pt x="925" y="582"/>
                </a:lnTo>
                <a:lnTo>
                  <a:pt x="926" y="582"/>
                </a:lnTo>
                <a:lnTo>
                  <a:pt x="927" y="582"/>
                </a:lnTo>
                <a:lnTo>
                  <a:pt x="928" y="582"/>
                </a:lnTo>
                <a:lnTo>
                  <a:pt x="928" y="581"/>
                </a:lnTo>
                <a:lnTo>
                  <a:pt x="928" y="580"/>
                </a:lnTo>
                <a:lnTo>
                  <a:pt x="927" y="579"/>
                </a:lnTo>
                <a:lnTo>
                  <a:pt x="925" y="577"/>
                </a:lnTo>
                <a:lnTo>
                  <a:pt x="925" y="576"/>
                </a:lnTo>
                <a:lnTo>
                  <a:pt x="924" y="575"/>
                </a:lnTo>
                <a:lnTo>
                  <a:pt x="923" y="575"/>
                </a:lnTo>
                <a:lnTo>
                  <a:pt x="922" y="575"/>
                </a:lnTo>
                <a:lnTo>
                  <a:pt x="921" y="574"/>
                </a:lnTo>
                <a:lnTo>
                  <a:pt x="921" y="573"/>
                </a:lnTo>
                <a:lnTo>
                  <a:pt x="920" y="573"/>
                </a:lnTo>
                <a:lnTo>
                  <a:pt x="920" y="572"/>
                </a:lnTo>
                <a:lnTo>
                  <a:pt x="919" y="572"/>
                </a:lnTo>
                <a:lnTo>
                  <a:pt x="919" y="571"/>
                </a:lnTo>
                <a:lnTo>
                  <a:pt x="918" y="570"/>
                </a:lnTo>
                <a:lnTo>
                  <a:pt x="917" y="570"/>
                </a:lnTo>
                <a:lnTo>
                  <a:pt x="916" y="570"/>
                </a:lnTo>
                <a:lnTo>
                  <a:pt x="914" y="570"/>
                </a:lnTo>
                <a:lnTo>
                  <a:pt x="914" y="569"/>
                </a:lnTo>
                <a:lnTo>
                  <a:pt x="914" y="568"/>
                </a:lnTo>
                <a:lnTo>
                  <a:pt x="913" y="568"/>
                </a:lnTo>
                <a:lnTo>
                  <a:pt x="913" y="567"/>
                </a:lnTo>
                <a:lnTo>
                  <a:pt x="912" y="567"/>
                </a:lnTo>
                <a:lnTo>
                  <a:pt x="911" y="567"/>
                </a:lnTo>
                <a:lnTo>
                  <a:pt x="911" y="566"/>
                </a:lnTo>
                <a:lnTo>
                  <a:pt x="911" y="565"/>
                </a:lnTo>
                <a:lnTo>
                  <a:pt x="910" y="564"/>
                </a:lnTo>
                <a:lnTo>
                  <a:pt x="909" y="563"/>
                </a:lnTo>
                <a:lnTo>
                  <a:pt x="908" y="563"/>
                </a:lnTo>
                <a:lnTo>
                  <a:pt x="908" y="562"/>
                </a:lnTo>
                <a:lnTo>
                  <a:pt x="908" y="561"/>
                </a:lnTo>
                <a:lnTo>
                  <a:pt x="909" y="561"/>
                </a:lnTo>
                <a:lnTo>
                  <a:pt x="908" y="560"/>
                </a:lnTo>
                <a:lnTo>
                  <a:pt x="907" y="560"/>
                </a:lnTo>
                <a:lnTo>
                  <a:pt x="906" y="560"/>
                </a:lnTo>
                <a:lnTo>
                  <a:pt x="906" y="559"/>
                </a:lnTo>
                <a:lnTo>
                  <a:pt x="905" y="559"/>
                </a:lnTo>
                <a:lnTo>
                  <a:pt x="904" y="559"/>
                </a:lnTo>
                <a:lnTo>
                  <a:pt x="903" y="559"/>
                </a:lnTo>
                <a:lnTo>
                  <a:pt x="901" y="557"/>
                </a:lnTo>
                <a:lnTo>
                  <a:pt x="899" y="556"/>
                </a:lnTo>
                <a:lnTo>
                  <a:pt x="898" y="556"/>
                </a:lnTo>
                <a:lnTo>
                  <a:pt x="897" y="555"/>
                </a:lnTo>
                <a:lnTo>
                  <a:pt x="897" y="554"/>
                </a:lnTo>
                <a:lnTo>
                  <a:pt x="897" y="553"/>
                </a:lnTo>
                <a:lnTo>
                  <a:pt x="897" y="552"/>
                </a:lnTo>
                <a:lnTo>
                  <a:pt x="896" y="552"/>
                </a:lnTo>
                <a:lnTo>
                  <a:pt x="895" y="552"/>
                </a:lnTo>
                <a:lnTo>
                  <a:pt x="894" y="552"/>
                </a:lnTo>
                <a:lnTo>
                  <a:pt x="893" y="551"/>
                </a:lnTo>
                <a:lnTo>
                  <a:pt x="893" y="550"/>
                </a:lnTo>
                <a:lnTo>
                  <a:pt x="891" y="550"/>
                </a:lnTo>
                <a:lnTo>
                  <a:pt x="890" y="550"/>
                </a:lnTo>
                <a:lnTo>
                  <a:pt x="889" y="550"/>
                </a:lnTo>
                <a:lnTo>
                  <a:pt x="888" y="550"/>
                </a:lnTo>
                <a:lnTo>
                  <a:pt x="888" y="549"/>
                </a:lnTo>
                <a:lnTo>
                  <a:pt x="887" y="549"/>
                </a:lnTo>
                <a:lnTo>
                  <a:pt x="887" y="548"/>
                </a:lnTo>
                <a:lnTo>
                  <a:pt x="887" y="547"/>
                </a:lnTo>
                <a:lnTo>
                  <a:pt x="886" y="546"/>
                </a:lnTo>
                <a:lnTo>
                  <a:pt x="886" y="545"/>
                </a:lnTo>
                <a:lnTo>
                  <a:pt x="885" y="545"/>
                </a:lnTo>
                <a:lnTo>
                  <a:pt x="884" y="544"/>
                </a:lnTo>
                <a:lnTo>
                  <a:pt x="883" y="544"/>
                </a:lnTo>
                <a:lnTo>
                  <a:pt x="882" y="543"/>
                </a:lnTo>
                <a:lnTo>
                  <a:pt x="881" y="543"/>
                </a:lnTo>
                <a:lnTo>
                  <a:pt x="880" y="543"/>
                </a:lnTo>
                <a:lnTo>
                  <a:pt x="879" y="543"/>
                </a:lnTo>
                <a:lnTo>
                  <a:pt x="879" y="542"/>
                </a:lnTo>
                <a:lnTo>
                  <a:pt x="880" y="541"/>
                </a:lnTo>
                <a:lnTo>
                  <a:pt x="880" y="540"/>
                </a:lnTo>
                <a:lnTo>
                  <a:pt x="881" y="540"/>
                </a:lnTo>
                <a:lnTo>
                  <a:pt x="881" y="539"/>
                </a:lnTo>
                <a:lnTo>
                  <a:pt x="881" y="538"/>
                </a:lnTo>
                <a:lnTo>
                  <a:pt x="881" y="537"/>
                </a:lnTo>
                <a:lnTo>
                  <a:pt x="882" y="537"/>
                </a:lnTo>
                <a:lnTo>
                  <a:pt x="882" y="536"/>
                </a:lnTo>
                <a:lnTo>
                  <a:pt x="881" y="536"/>
                </a:lnTo>
                <a:lnTo>
                  <a:pt x="880" y="535"/>
                </a:lnTo>
                <a:lnTo>
                  <a:pt x="880" y="534"/>
                </a:lnTo>
                <a:lnTo>
                  <a:pt x="879" y="534"/>
                </a:lnTo>
                <a:lnTo>
                  <a:pt x="878" y="533"/>
                </a:lnTo>
                <a:lnTo>
                  <a:pt x="877" y="533"/>
                </a:lnTo>
                <a:lnTo>
                  <a:pt x="876" y="532"/>
                </a:lnTo>
                <a:lnTo>
                  <a:pt x="876" y="531"/>
                </a:lnTo>
                <a:lnTo>
                  <a:pt x="875" y="530"/>
                </a:lnTo>
                <a:lnTo>
                  <a:pt x="874" y="529"/>
                </a:lnTo>
                <a:lnTo>
                  <a:pt x="873" y="528"/>
                </a:lnTo>
                <a:lnTo>
                  <a:pt x="874" y="528"/>
                </a:lnTo>
                <a:lnTo>
                  <a:pt x="874" y="527"/>
                </a:lnTo>
                <a:lnTo>
                  <a:pt x="874" y="526"/>
                </a:lnTo>
                <a:lnTo>
                  <a:pt x="874" y="525"/>
                </a:lnTo>
                <a:lnTo>
                  <a:pt x="873" y="524"/>
                </a:lnTo>
                <a:lnTo>
                  <a:pt x="873" y="523"/>
                </a:lnTo>
                <a:lnTo>
                  <a:pt x="873" y="522"/>
                </a:lnTo>
                <a:lnTo>
                  <a:pt x="872" y="522"/>
                </a:lnTo>
                <a:lnTo>
                  <a:pt x="872" y="521"/>
                </a:lnTo>
                <a:lnTo>
                  <a:pt x="871" y="521"/>
                </a:lnTo>
                <a:lnTo>
                  <a:pt x="872" y="520"/>
                </a:lnTo>
                <a:lnTo>
                  <a:pt x="871" y="519"/>
                </a:lnTo>
                <a:lnTo>
                  <a:pt x="870" y="519"/>
                </a:lnTo>
                <a:lnTo>
                  <a:pt x="870" y="518"/>
                </a:lnTo>
                <a:lnTo>
                  <a:pt x="869" y="518"/>
                </a:lnTo>
                <a:lnTo>
                  <a:pt x="868" y="518"/>
                </a:lnTo>
                <a:lnTo>
                  <a:pt x="867" y="518"/>
                </a:lnTo>
                <a:lnTo>
                  <a:pt x="866" y="518"/>
                </a:lnTo>
                <a:lnTo>
                  <a:pt x="865" y="518"/>
                </a:lnTo>
                <a:lnTo>
                  <a:pt x="864" y="518"/>
                </a:lnTo>
                <a:lnTo>
                  <a:pt x="864" y="519"/>
                </a:lnTo>
                <a:lnTo>
                  <a:pt x="863" y="519"/>
                </a:lnTo>
                <a:lnTo>
                  <a:pt x="863" y="520"/>
                </a:lnTo>
                <a:lnTo>
                  <a:pt x="862" y="520"/>
                </a:lnTo>
                <a:lnTo>
                  <a:pt x="862" y="521"/>
                </a:lnTo>
                <a:lnTo>
                  <a:pt x="861" y="521"/>
                </a:lnTo>
                <a:lnTo>
                  <a:pt x="860" y="521"/>
                </a:lnTo>
                <a:lnTo>
                  <a:pt x="860" y="522"/>
                </a:lnTo>
                <a:lnTo>
                  <a:pt x="859" y="522"/>
                </a:lnTo>
                <a:lnTo>
                  <a:pt x="859" y="523"/>
                </a:lnTo>
                <a:lnTo>
                  <a:pt x="858" y="524"/>
                </a:lnTo>
                <a:lnTo>
                  <a:pt x="858" y="525"/>
                </a:lnTo>
                <a:lnTo>
                  <a:pt x="857" y="525"/>
                </a:lnTo>
                <a:lnTo>
                  <a:pt x="856" y="525"/>
                </a:lnTo>
                <a:lnTo>
                  <a:pt x="855" y="525"/>
                </a:lnTo>
                <a:lnTo>
                  <a:pt x="854" y="525"/>
                </a:lnTo>
                <a:lnTo>
                  <a:pt x="853" y="526"/>
                </a:lnTo>
                <a:lnTo>
                  <a:pt x="853" y="525"/>
                </a:lnTo>
                <a:lnTo>
                  <a:pt x="853" y="523"/>
                </a:lnTo>
                <a:lnTo>
                  <a:pt x="853" y="522"/>
                </a:lnTo>
                <a:lnTo>
                  <a:pt x="852" y="522"/>
                </a:lnTo>
                <a:lnTo>
                  <a:pt x="851" y="522"/>
                </a:lnTo>
                <a:lnTo>
                  <a:pt x="851" y="521"/>
                </a:lnTo>
                <a:lnTo>
                  <a:pt x="850" y="521"/>
                </a:lnTo>
                <a:lnTo>
                  <a:pt x="849" y="521"/>
                </a:lnTo>
                <a:lnTo>
                  <a:pt x="848" y="521"/>
                </a:lnTo>
                <a:lnTo>
                  <a:pt x="848" y="520"/>
                </a:lnTo>
                <a:lnTo>
                  <a:pt x="847" y="520"/>
                </a:lnTo>
                <a:lnTo>
                  <a:pt x="846" y="520"/>
                </a:lnTo>
                <a:lnTo>
                  <a:pt x="845" y="520"/>
                </a:lnTo>
                <a:lnTo>
                  <a:pt x="845" y="519"/>
                </a:lnTo>
                <a:lnTo>
                  <a:pt x="844" y="519"/>
                </a:lnTo>
                <a:lnTo>
                  <a:pt x="843" y="519"/>
                </a:lnTo>
                <a:lnTo>
                  <a:pt x="842" y="518"/>
                </a:lnTo>
                <a:lnTo>
                  <a:pt x="841" y="518"/>
                </a:lnTo>
                <a:lnTo>
                  <a:pt x="840" y="518"/>
                </a:lnTo>
                <a:lnTo>
                  <a:pt x="839" y="518"/>
                </a:lnTo>
                <a:lnTo>
                  <a:pt x="839" y="517"/>
                </a:lnTo>
                <a:lnTo>
                  <a:pt x="840" y="516"/>
                </a:lnTo>
                <a:lnTo>
                  <a:pt x="840" y="515"/>
                </a:lnTo>
                <a:lnTo>
                  <a:pt x="839" y="514"/>
                </a:lnTo>
                <a:lnTo>
                  <a:pt x="839" y="513"/>
                </a:lnTo>
                <a:lnTo>
                  <a:pt x="838" y="513"/>
                </a:lnTo>
                <a:lnTo>
                  <a:pt x="837" y="512"/>
                </a:lnTo>
                <a:lnTo>
                  <a:pt x="837" y="511"/>
                </a:lnTo>
                <a:lnTo>
                  <a:pt x="836" y="511"/>
                </a:lnTo>
                <a:lnTo>
                  <a:pt x="836" y="510"/>
                </a:lnTo>
                <a:lnTo>
                  <a:pt x="835" y="509"/>
                </a:lnTo>
                <a:lnTo>
                  <a:pt x="834" y="509"/>
                </a:lnTo>
                <a:lnTo>
                  <a:pt x="834" y="508"/>
                </a:lnTo>
                <a:lnTo>
                  <a:pt x="833" y="508"/>
                </a:lnTo>
                <a:lnTo>
                  <a:pt x="833" y="507"/>
                </a:lnTo>
                <a:lnTo>
                  <a:pt x="832" y="507"/>
                </a:lnTo>
                <a:lnTo>
                  <a:pt x="831" y="507"/>
                </a:lnTo>
                <a:lnTo>
                  <a:pt x="830" y="507"/>
                </a:lnTo>
                <a:lnTo>
                  <a:pt x="829" y="507"/>
                </a:lnTo>
                <a:lnTo>
                  <a:pt x="829" y="506"/>
                </a:lnTo>
                <a:lnTo>
                  <a:pt x="828" y="506"/>
                </a:lnTo>
                <a:lnTo>
                  <a:pt x="827" y="506"/>
                </a:lnTo>
                <a:lnTo>
                  <a:pt x="827" y="505"/>
                </a:lnTo>
                <a:lnTo>
                  <a:pt x="826" y="505"/>
                </a:lnTo>
                <a:lnTo>
                  <a:pt x="825" y="505"/>
                </a:lnTo>
                <a:lnTo>
                  <a:pt x="824" y="505"/>
                </a:lnTo>
                <a:lnTo>
                  <a:pt x="823" y="505"/>
                </a:lnTo>
                <a:lnTo>
                  <a:pt x="822" y="505"/>
                </a:lnTo>
                <a:lnTo>
                  <a:pt x="822" y="504"/>
                </a:lnTo>
                <a:lnTo>
                  <a:pt x="821" y="504"/>
                </a:lnTo>
                <a:lnTo>
                  <a:pt x="820" y="504"/>
                </a:lnTo>
                <a:lnTo>
                  <a:pt x="819" y="504"/>
                </a:lnTo>
                <a:lnTo>
                  <a:pt x="819" y="505"/>
                </a:lnTo>
                <a:lnTo>
                  <a:pt x="818" y="505"/>
                </a:lnTo>
                <a:lnTo>
                  <a:pt x="818" y="506"/>
                </a:lnTo>
                <a:lnTo>
                  <a:pt x="817" y="506"/>
                </a:lnTo>
                <a:lnTo>
                  <a:pt x="816" y="506"/>
                </a:lnTo>
                <a:lnTo>
                  <a:pt x="816" y="507"/>
                </a:lnTo>
                <a:lnTo>
                  <a:pt x="816" y="508"/>
                </a:lnTo>
                <a:lnTo>
                  <a:pt x="815" y="508"/>
                </a:lnTo>
                <a:lnTo>
                  <a:pt x="814" y="508"/>
                </a:lnTo>
                <a:lnTo>
                  <a:pt x="814" y="509"/>
                </a:lnTo>
                <a:lnTo>
                  <a:pt x="814" y="510"/>
                </a:lnTo>
                <a:lnTo>
                  <a:pt x="814" y="511"/>
                </a:lnTo>
                <a:lnTo>
                  <a:pt x="813" y="511"/>
                </a:lnTo>
                <a:lnTo>
                  <a:pt x="812" y="511"/>
                </a:lnTo>
                <a:lnTo>
                  <a:pt x="812" y="512"/>
                </a:lnTo>
                <a:lnTo>
                  <a:pt x="812" y="511"/>
                </a:lnTo>
                <a:lnTo>
                  <a:pt x="811" y="511"/>
                </a:lnTo>
                <a:lnTo>
                  <a:pt x="811" y="510"/>
                </a:lnTo>
                <a:lnTo>
                  <a:pt x="810" y="510"/>
                </a:lnTo>
                <a:lnTo>
                  <a:pt x="809" y="510"/>
                </a:lnTo>
                <a:lnTo>
                  <a:pt x="808" y="510"/>
                </a:lnTo>
                <a:lnTo>
                  <a:pt x="808" y="509"/>
                </a:lnTo>
                <a:lnTo>
                  <a:pt x="807" y="509"/>
                </a:lnTo>
                <a:lnTo>
                  <a:pt x="807" y="508"/>
                </a:lnTo>
                <a:lnTo>
                  <a:pt x="806" y="508"/>
                </a:lnTo>
                <a:lnTo>
                  <a:pt x="806" y="507"/>
                </a:lnTo>
                <a:lnTo>
                  <a:pt x="805" y="507"/>
                </a:lnTo>
                <a:lnTo>
                  <a:pt x="804" y="507"/>
                </a:lnTo>
                <a:lnTo>
                  <a:pt x="803" y="507"/>
                </a:lnTo>
                <a:lnTo>
                  <a:pt x="802" y="507"/>
                </a:lnTo>
                <a:lnTo>
                  <a:pt x="802" y="506"/>
                </a:lnTo>
                <a:lnTo>
                  <a:pt x="801" y="506"/>
                </a:lnTo>
                <a:lnTo>
                  <a:pt x="800" y="506"/>
                </a:lnTo>
                <a:lnTo>
                  <a:pt x="799" y="506"/>
                </a:lnTo>
                <a:lnTo>
                  <a:pt x="798" y="506"/>
                </a:lnTo>
                <a:lnTo>
                  <a:pt x="798" y="505"/>
                </a:lnTo>
                <a:lnTo>
                  <a:pt x="797" y="505"/>
                </a:lnTo>
                <a:lnTo>
                  <a:pt x="796" y="504"/>
                </a:lnTo>
                <a:lnTo>
                  <a:pt x="795" y="504"/>
                </a:lnTo>
                <a:lnTo>
                  <a:pt x="795" y="503"/>
                </a:lnTo>
                <a:lnTo>
                  <a:pt x="795" y="504"/>
                </a:lnTo>
                <a:lnTo>
                  <a:pt x="794" y="504"/>
                </a:lnTo>
                <a:lnTo>
                  <a:pt x="794" y="503"/>
                </a:lnTo>
                <a:lnTo>
                  <a:pt x="794" y="502"/>
                </a:lnTo>
                <a:lnTo>
                  <a:pt x="794" y="501"/>
                </a:lnTo>
                <a:lnTo>
                  <a:pt x="793" y="501"/>
                </a:lnTo>
                <a:lnTo>
                  <a:pt x="793" y="500"/>
                </a:lnTo>
                <a:lnTo>
                  <a:pt x="792" y="500"/>
                </a:lnTo>
                <a:lnTo>
                  <a:pt x="792" y="499"/>
                </a:lnTo>
                <a:lnTo>
                  <a:pt x="791" y="499"/>
                </a:lnTo>
                <a:lnTo>
                  <a:pt x="790" y="498"/>
                </a:lnTo>
                <a:lnTo>
                  <a:pt x="790" y="497"/>
                </a:lnTo>
                <a:lnTo>
                  <a:pt x="790" y="496"/>
                </a:lnTo>
                <a:lnTo>
                  <a:pt x="789" y="496"/>
                </a:lnTo>
                <a:lnTo>
                  <a:pt x="788" y="496"/>
                </a:lnTo>
                <a:lnTo>
                  <a:pt x="787" y="496"/>
                </a:lnTo>
                <a:lnTo>
                  <a:pt x="786" y="496"/>
                </a:lnTo>
                <a:lnTo>
                  <a:pt x="786" y="495"/>
                </a:lnTo>
                <a:lnTo>
                  <a:pt x="785" y="495"/>
                </a:lnTo>
                <a:lnTo>
                  <a:pt x="785" y="494"/>
                </a:lnTo>
                <a:lnTo>
                  <a:pt x="784" y="494"/>
                </a:lnTo>
                <a:lnTo>
                  <a:pt x="784" y="493"/>
                </a:lnTo>
                <a:lnTo>
                  <a:pt x="783" y="493"/>
                </a:lnTo>
                <a:lnTo>
                  <a:pt x="782" y="493"/>
                </a:lnTo>
                <a:lnTo>
                  <a:pt x="782" y="492"/>
                </a:lnTo>
                <a:lnTo>
                  <a:pt x="781" y="492"/>
                </a:lnTo>
                <a:lnTo>
                  <a:pt x="780" y="492"/>
                </a:lnTo>
                <a:lnTo>
                  <a:pt x="780" y="491"/>
                </a:lnTo>
                <a:lnTo>
                  <a:pt x="779" y="491"/>
                </a:lnTo>
                <a:lnTo>
                  <a:pt x="779" y="490"/>
                </a:lnTo>
                <a:lnTo>
                  <a:pt x="780" y="490"/>
                </a:lnTo>
                <a:lnTo>
                  <a:pt x="779" y="490"/>
                </a:lnTo>
                <a:lnTo>
                  <a:pt x="778" y="490"/>
                </a:lnTo>
                <a:lnTo>
                  <a:pt x="778" y="489"/>
                </a:lnTo>
                <a:lnTo>
                  <a:pt x="778" y="490"/>
                </a:lnTo>
                <a:lnTo>
                  <a:pt x="777" y="489"/>
                </a:lnTo>
                <a:lnTo>
                  <a:pt x="776" y="489"/>
                </a:lnTo>
                <a:lnTo>
                  <a:pt x="776" y="490"/>
                </a:lnTo>
                <a:lnTo>
                  <a:pt x="776" y="489"/>
                </a:lnTo>
                <a:lnTo>
                  <a:pt x="775" y="490"/>
                </a:lnTo>
                <a:lnTo>
                  <a:pt x="774" y="490"/>
                </a:lnTo>
                <a:lnTo>
                  <a:pt x="774" y="489"/>
                </a:lnTo>
                <a:lnTo>
                  <a:pt x="774" y="490"/>
                </a:lnTo>
                <a:lnTo>
                  <a:pt x="774" y="489"/>
                </a:lnTo>
                <a:lnTo>
                  <a:pt x="774" y="490"/>
                </a:lnTo>
                <a:lnTo>
                  <a:pt x="773" y="490"/>
                </a:lnTo>
                <a:lnTo>
                  <a:pt x="772" y="490"/>
                </a:lnTo>
                <a:lnTo>
                  <a:pt x="771" y="489"/>
                </a:lnTo>
                <a:lnTo>
                  <a:pt x="771" y="488"/>
                </a:lnTo>
                <a:lnTo>
                  <a:pt x="771" y="487"/>
                </a:lnTo>
                <a:lnTo>
                  <a:pt x="770" y="487"/>
                </a:lnTo>
                <a:lnTo>
                  <a:pt x="770" y="486"/>
                </a:lnTo>
                <a:lnTo>
                  <a:pt x="770" y="485"/>
                </a:lnTo>
                <a:lnTo>
                  <a:pt x="770" y="484"/>
                </a:lnTo>
                <a:lnTo>
                  <a:pt x="771" y="483"/>
                </a:lnTo>
                <a:lnTo>
                  <a:pt x="772" y="482"/>
                </a:lnTo>
                <a:lnTo>
                  <a:pt x="773" y="481"/>
                </a:lnTo>
                <a:lnTo>
                  <a:pt x="773" y="480"/>
                </a:lnTo>
                <a:lnTo>
                  <a:pt x="773" y="479"/>
                </a:lnTo>
                <a:lnTo>
                  <a:pt x="772" y="478"/>
                </a:lnTo>
                <a:lnTo>
                  <a:pt x="773" y="478"/>
                </a:lnTo>
                <a:lnTo>
                  <a:pt x="773" y="477"/>
                </a:lnTo>
                <a:lnTo>
                  <a:pt x="773" y="476"/>
                </a:lnTo>
                <a:lnTo>
                  <a:pt x="773" y="475"/>
                </a:lnTo>
                <a:lnTo>
                  <a:pt x="774" y="475"/>
                </a:lnTo>
                <a:lnTo>
                  <a:pt x="774" y="474"/>
                </a:lnTo>
                <a:lnTo>
                  <a:pt x="775" y="474"/>
                </a:lnTo>
                <a:lnTo>
                  <a:pt x="774" y="474"/>
                </a:lnTo>
                <a:lnTo>
                  <a:pt x="774" y="473"/>
                </a:lnTo>
                <a:lnTo>
                  <a:pt x="773" y="473"/>
                </a:lnTo>
                <a:lnTo>
                  <a:pt x="773" y="472"/>
                </a:lnTo>
                <a:lnTo>
                  <a:pt x="772" y="472"/>
                </a:lnTo>
                <a:lnTo>
                  <a:pt x="771" y="472"/>
                </a:lnTo>
                <a:lnTo>
                  <a:pt x="770" y="473"/>
                </a:lnTo>
                <a:lnTo>
                  <a:pt x="769" y="473"/>
                </a:lnTo>
                <a:lnTo>
                  <a:pt x="769" y="474"/>
                </a:lnTo>
                <a:lnTo>
                  <a:pt x="768" y="474"/>
                </a:lnTo>
                <a:lnTo>
                  <a:pt x="768" y="475"/>
                </a:lnTo>
                <a:lnTo>
                  <a:pt x="767" y="475"/>
                </a:lnTo>
                <a:lnTo>
                  <a:pt x="766" y="475"/>
                </a:lnTo>
                <a:lnTo>
                  <a:pt x="765" y="475"/>
                </a:lnTo>
                <a:lnTo>
                  <a:pt x="765" y="474"/>
                </a:lnTo>
                <a:lnTo>
                  <a:pt x="764" y="474"/>
                </a:lnTo>
                <a:lnTo>
                  <a:pt x="764" y="473"/>
                </a:lnTo>
                <a:lnTo>
                  <a:pt x="763" y="473"/>
                </a:lnTo>
                <a:lnTo>
                  <a:pt x="763" y="472"/>
                </a:lnTo>
                <a:lnTo>
                  <a:pt x="763" y="471"/>
                </a:lnTo>
                <a:lnTo>
                  <a:pt x="762" y="471"/>
                </a:lnTo>
                <a:lnTo>
                  <a:pt x="761" y="471"/>
                </a:lnTo>
                <a:lnTo>
                  <a:pt x="761" y="470"/>
                </a:lnTo>
                <a:lnTo>
                  <a:pt x="761" y="469"/>
                </a:lnTo>
                <a:lnTo>
                  <a:pt x="760" y="469"/>
                </a:lnTo>
                <a:lnTo>
                  <a:pt x="760" y="468"/>
                </a:lnTo>
                <a:lnTo>
                  <a:pt x="760" y="467"/>
                </a:lnTo>
                <a:lnTo>
                  <a:pt x="759" y="467"/>
                </a:lnTo>
                <a:lnTo>
                  <a:pt x="758" y="466"/>
                </a:lnTo>
                <a:lnTo>
                  <a:pt x="757" y="466"/>
                </a:lnTo>
                <a:lnTo>
                  <a:pt x="756" y="466"/>
                </a:lnTo>
                <a:lnTo>
                  <a:pt x="756" y="465"/>
                </a:lnTo>
                <a:lnTo>
                  <a:pt x="755" y="465"/>
                </a:lnTo>
                <a:lnTo>
                  <a:pt x="755" y="464"/>
                </a:lnTo>
                <a:lnTo>
                  <a:pt x="754" y="464"/>
                </a:lnTo>
                <a:lnTo>
                  <a:pt x="754" y="465"/>
                </a:lnTo>
                <a:lnTo>
                  <a:pt x="753" y="465"/>
                </a:lnTo>
                <a:lnTo>
                  <a:pt x="752" y="465"/>
                </a:lnTo>
                <a:lnTo>
                  <a:pt x="752" y="464"/>
                </a:lnTo>
                <a:lnTo>
                  <a:pt x="751" y="464"/>
                </a:lnTo>
                <a:lnTo>
                  <a:pt x="750" y="464"/>
                </a:lnTo>
                <a:lnTo>
                  <a:pt x="749" y="464"/>
                </a:lnTo>
                <a:lnTo>
                  <a:pt x="749" y="463"/>
                </a:lnTo>
                <a:lnTo>
                  <a:pt x="748" y="463"/>
                </a:lnTo>
                <a:lnTo>
                  <a:pt x="747" y="463"/>
                </a:lnTo>
                <a:lnTo>
                  <a:pt x="746" y="463"/>
                </a:lnTo>
                <a:lnTo>
                  <a:pt x="745" y="463"/>
                </a:lnTo>
                <a:lnTo>
                  <a:pt x="745" y="464"/>
                </a:lnTo>
                <a:lnTo>
                  <a:pt x="744" y="464"/>
                </a:lnTo>
                <a:lnTo>
                  <a:pt x="744" y="465"/>
                </a:lnTo>
                <a:lnTo>
                  <a:pt x="743" y="465"/>
                </a:lnTo>
                <a:lnTo>
                  <a:pt x="742" y="465"/>
                </a:lnTo>
                <a:lnTo>
                  <a:pt x="742" y="464"/>
                </a:lnTo>
                <a:lnTo>
                  <a:pt x="741" y="464"/>
                </a:lnTo>
                <a:lnTo>
                  <a:pt x="741" y="465"/>
                </a:lnTo>
                <a:lnTo>
                  <a:pt x="741" y="464"/>
                </a:lnTo>
                <a:lnTo>
                  <a:pt x="741" y="465"/>
                </a:lnTo>
                <a:lnTo>
                  <a:pt x="740" y="465"/>
                </a:lnTo>
                <a:lnTo>
                  <a:pt x="739" y="465"/>
                </a:lnTo>
                <a:lnTo>
                  <a:pt x="739" y="464"/>
                </a:lnTo>
                <a:lnTo>
                  <a:pt x="738" y="464"/>
                </a:lnTo>
                <a:lnTo>
                  <a:pt x="738" y="463"/>
                </a:lnTo>
                <a:lnTo>
                  <a:pt x="737" y="463"/>
                </a:lnTo>
                <a:lnTo>
                  <a:pt x="737" y="462"/>
                </a:lnTo>
                <a:lnTo>
                  <a:pt x="736" y="462"/>
                </a:lnTo>
                <a:lnTo>
                  <a:pt x="735" y="462"/>
                </a:lnTo>
                <a:lnTo>
                  <a:pt x="734" y="462"/>
                </a:lnTo>
                <a:lnTo>
                  <a:pt x="734" y="461"/>
                </a:lnTo>
                <a:lnTo>
                  <a:pt x="733" y="461"/>
                </a:lnTo>
                <a:lnTo>
                  <a:pt x="732" y="461"/>
                </a:lnTo>
                <a:lnTo>
                  <a:pt x="732" y="462"/>
                </a:lnTo>
                <a:lnTo>
                  <a:pt x="732" y="463"/>
                </a:lnTo>
                <a:lnTo>
                  <a:pt x="731" y="463"/>
                </a:lnTo>
                <a:lnTo>
                  <a:pt x="730" y="463"/>
                </a:lnTo>
                <a:lnTo>
                  <a:pt x="729" y="463"/>
                </a:lnTo>
                <a:lnTo>
                  <a:pt x="729" y="462"/>
                </a:lnTo>
                <a:lnTo>
                  <a:pt x="729" y="461"/>
                </a:lnTo>
                <a:lnTo>
                  <a:pt x="729" y="460"/>
                </a:lnTo>
                <a:lnTo>
                  <a:pt x="729" y="459"/>
                </a:lnTo>
                <a:lnTo>
                  <a:pt x="728" y="459"/>
                </a:lnTo>
                <a:lnTo>
                  <a:pt x="727" y="459"/>
                </a:lnTo>
                <a:lnTo>
                  <a:pt x="727" y="460"/>
                </a:lnTo>
                <a:lnTo>
                  <a:pt x="726" y="460"/>
                </a:lnTo>
                <a:lnTo>
                  <a:pt x="725" y="460"/>
                </a:lnTo>
                <a:lnTo>
                  <a:pt x="724" y="460"/>
                </a:lnTo>
                <a:lnTo>
                  <a:pt x="724" y="459"/>
                </a:lnTo>
                <a:lnTo>
                  <a:pt x="723" y="459"/>
                </a:lnTo>
                <a:lnTo>
                  <a:pt x="722" y="459"/>
                </a:lnTo>
                <a:lnTo>
                  <a:pt x="722" y="458"/>
                </a:lnTo>
                <a:lnTo>
                  <a:pt x="721" y="458"/>
                </a:lnTo>
                <a:lnTo>
                  <a:pt x="720" y="458"/>
                </a:lnTo>
                <a:lnTo>
                  <a:pt x="720" y="457"/>
                </a:lnTo>
                <a:lnTo>
                  <a:pt x="719" y="457"/>
                </a:lnTo>
                <a:lnTo>
                  <a:pt x="719" y="456"/>
                </a:lnTo>
                <a:lnTo>
                  <a:pt x="720" y="456"/>
                </a:lnTo>
                <a:lnTo>
                  <a:pt x="720" y="455"/>
                </a:lnTo>
                <a:lnTo>
                  <a:pt x="719" y="455"/>
                </a:lnTo>
                <a:lnTo>
                  <a:pt x="719" y="454"/>
                </a:lnTo>
                <a:lnTo>
                  <a:pt x="719" y="453"/>
                </a:lnTo>
                <a:lnTo>
                  <a:pt x="718" y="453"/>
                </a:lnTo>
                <a:lnTo>
                  <a:pt x="718" y="452"/>
                </a:lnTo>
                <a:lnTo>
                  <a:pt x="718" y="451"/>
                </a:lnTo>
                <a:lnTo>
                  <a:pt x="717" y="451"/>
                </a:lnTo>
                <a:lnTo>
                  <a:pt x="717" y="450"/>
                </a:lnTo>
                <a:lnTo>
                  <a:pt x="717" y="451"/>
                </a:lnTo>
                <a:lnTo>
                  <a:pt x="716" y="451"/>
                </a:lnTo>
                <a:lnTo>
                  <a:pt x="716" y="452"/>
                </a:lnTo>
                <a:lnTo>
                  <a:pt x="715" y="452"/>
                </a:lnTo>
                <a:lnTo>
                  <a:pt x="715" y="451"/>
                </a:lnTo>
                <a:lnTo>
                  <a:pt x="714" y="451"/>
                </a:lnTo>
                <a:lnTo>
                  <a:pt x="714" y="452"/>
                </a:lnTo>
                <a:lnTo>
                  <a:pt x="713" y="453"/>
                </a:lnTo>
                <a:lnTo>
                  <a:pt x="713" y="452"/>
                </a:lnTo>
                <a:lnTo>
                  <a:pt x="712" y="452"/>
                </a:lnTo>
                <a:lnTo>
                  <a:pt x="712" y="451"/>
                </a:lnTo>
                <a:lnTo>
                  <a:pt x="713" y="451"/>
                </a:lnTo>
                <a:lnTo>
                  <a:pt x="713" y="450"/>
                </a:lnTo>
                <a:lnTo>
                  <a:pt x="712" y="450"/>
                </a:lnTo>
                <a:lnTo>
                  <a:pt x="712" y="449"/>
                </a:lnTo>
                <a:lnTo>
                  <a:pt x="713" y="449"/>
                </a:lnTo>
                <a:lnTo>
                  <a:pt x="712" y="449"/>
                </a:lnTo>
                <a:lnTo>
                  <a:pt x="712" y="448"/>
                </a:lnTo>
                <a:lnTo>
                  <a:pt x="712" y="447"/>
                </a:lnTo>
                <a:lnTo>
                  <a:pt x="712" y="446"/>
                </a:lnTo>
                <a:lnTo>
                  <a:pt x="712" y="445"/>
                </a:lnTo>
                <a:lnTo>
                  <a:pt x="711" y="445"/>
                </a:lnTo>
                <a:lnTo>
                  <a:pt x="711" y="444"/>
                </a:lnTo>
                <a:lnTo>
                  <a:pt x="710" y="444"/>
                </a:lnTo>
                <a:lnTo>
                  <a:pt x="709" y="444"/>
                </a:lnTo>
                <a:lnTo>
                  <a:pt x="708" y="443"/>
                </a:lnTo>
                <a:lnTo>
                  <a:pt x="706" y="443"/>
                </a:lnTo>
                <a:lnTo>
                  <a:pt x="705" y="443"/>
                </a:lnTo>
                <a:lnTo>
                  <a:pt x="704" y="443"/>
                </a:lnTo>
                <a:lnTo>
                  <a:pt x="704" y="442"/>
                </a:lnTo>
                <a:lnTo>
                  <a:pt x="704" y="441"/>
                </a:lnTo>
                <a:lnTo>
                  <a:pt x="703" y="441"/>
                </a:lnTo>
                <a:lnTo>
                  <a:pt x="702" y="441"/>
                </a:lnTo>
                <a:lnTo>
                  <a:pt x="701" y="441"/>
                </a:lnTo>
                <a:lnTo>
                  <a:pt x="701" y="440"/>
                </a:lnTo>
                <a:lnTo>
                  <a:pt x="700" y="440"/>
                </a:lnTo>
                <a:lnTo>
                  <a:pt x="700" y="439"/>
                </a:lnTo>
                <a:lnTo>
                  <a:pt x="700" y="440"/>
                </a:lnTo>
                <a:lnTo>
                  <a:pt x="699" y="440"/>
                </a:lnTo>
                <a:lnTo>
                  <a:pt x="698" y="440"/>
                </a:lnTo>
                <a:lnTo>
                  <a:pt x="698" y="439"/>
                </a:lnTo>
                <a:lnTo>
                  <a:pt x="697" y="439"/>
                </a:lnTo>
                <a:lnTo>
                  <a:pt x="697" y="438"/>
                </a:lnTo>
                <a:lnTo>
                  <a:pt x="696" y="438"/>
                </a:lnTo>
                <a:lnTo>
                  <a:pt x="696" y="437"/>
                </a:lnTo>
                <a:lnTo>
                  <a:pt x="695" y="437"/>
                </a:lnTo>
                <a:lnTo>
                  <a:pt x="695" y="438"/>
                </a:lnTo>
                <a:lnTo>
                  <a:pt x="694" y="438"/>
                </a:lnTo>
                <a:lnTo>
                  <a:pt x="693" y="438"/>
                </a:lnTo>
                <a:lnTo>
                  <a:pt x="692" y="438"/>
                </a:lnTo>
                <a:lnTo>
                  <a:pt x="692" y="439"/>
                </a:lnTo>
                <a:lnTo>
                  <a:pt x="692" y="440"/>
                </a:lnTo>
                <a:lnTo>
                  <a:pt x="691" y="440"/>
                </a:lnTo>
                <a:lnTo>
                  <a:pt x="691" y="441"/>
                </a:lnTo>
                <a:lnTo>
                  <a:pt x="690" y="441"/>
                </a:lnTo>
                <a:lnTo>
                  <a:pt x="690" y="442"/>
                </a:lnTo>
                <a:lnTo>
                  <a:pt x="690" y="443"/>
                </a:lnTo>
                <a:lnTo>
                  <a:pt x="691" y="443"/>
                </a:lnTo>
                <a:lnTo>
                  <a:pt x="692" y="444"/>
                </a:lnTo>
                <a:lnTo>
                  <a:pt x="693" y="445"/>
                </a:lnTo>
                <a:lnTo>
                  <a:pt x="692" y="445"/>
                </a:lnTo>
                <a:lnTo>
                  <a:pt x="692" y="446"/>
                </a:lnTo>
                <a:lnTo>
                  <a:pt x="693" y="446"/>
                </a:lnTo>
                <a:lnTo>
                  <a:pt x="694" y="446"/>
                </a:lnTo>
                <a:lnTo>
                  <a:pt x="694" y="447"/>
                </a:lnTo>
                <a:lnTo>
                  <a:pt x="695" y="448"/>
                </a:lnTo>
                <a:lnTo>
                  <a:pt x="695" y="447"/>
                </a:lnTo>
                <a:lnTo>
                  <a:pt x="696" y="447"/>
                </a:lnTo>
                <a:lnTo>
                  <a:pt x="696" y="448"/>
                </a:lnTo>
                <a:lnTo>
                  <a:pt x="697" y="449"/>
                </a:lnTo>
                <a:lnTo>
                  <a:pt x="698" y="449"/>
                </a:lnTo>
                <a:lnTo>
                  <a:pt x="698" y="448"/>
                </a:lnTo>
                <a:lnTo>
                  <a:pt x="698" y="449"/>
                </a:lnTo>
                <a:lnTo>
                  <a:pt x="698" y="450"/>
                </a:lnTo>
                <a:lnTo>
                  <a:pt x="699" y="450"/>
                </a:lnTo>
                <a:lnTo>
                  <a:pt x="699" y="451"/>
                </a:lnTo>
                <a:lnTo>
                  <a:pt x="700" y="451"/>
                </a:lnTo>
                <a:lnTo>
                  <a:pt x="700" y="452"/>
                </a:lnTo>
                <a:lnTo>
                  <a:pt x="700" y="453"/>
                </a:lnTo>
                <a:lnTo>
                  <a:pt x="701" y="453"/>
                </a:lnTo>
                <a:lnTo>
                  <a:pt x="701" y="454"/>
                </a:lnTo>
                <a:lnTo>
                  <a:pt x="700" y="454"/>
                </a:lnTo>
                <a:lnTo>
                  <a:pt x="701" y="455"/>
                </a:lnTo>
                <a:lnTo>
                  <a:pt x="702" y="456"/>
                </a:lnTo>
                <a:lnTo>
                  <a:pt x="703" y="456"/>
                </a:lnTo>
                <a:lnTo>
                  <a:pt x="704" y="456"/>
                </a:lnTo>
                <a:lnTo>
                  <a:pt x="705" y="457"/>
                </a:lnTo>
                <a:lnTo>
                  <a:pt x="705" y="458"/>
                </a:lnTo>
                <a:lnTo>
                  <a:pt x="704" y="458"/>
                </a:lnTo>
                <a:lnTo>
                  <a:pt x="704" y="459"/>
                </a:lnTo>
                <a:lnTo>
                  <a:pt x="705" y="459"/>
                </a:lnTo>
                <a:lnTo>
                  <a:pt x="705" y="460"/>
                </a:lnTo>
                <a:lnTo>
                  <a:pt x="704" y="460"/>
                </a:lnTo>
                <a:lnTo>
                  <a:pt x="704" y="461"/>
                </a:lnTo>
                <a:lnTo>
                  <a:pt x="705" y="461"/>
                </a:lnTo>
                <a:lnTo>
                  <a:pt x="705" y="462"/>
                </a:lnTo>
                <a:lnTo>
                  <a:pt x="705" y="463"/>
                </a:lnTo>
                <a:lnTo>
                  <a:pt x="706" y="464"/>
                </a:lnTo>
                <a:lnTo>
                  <a:pt x="706" y="465"/>
                </a:lnTo>
                <a:lnTo>
                  <a:pt x="707" y="465"/>
                </a:lnTo>
                <a:lnTo>
                  <a:pt x="707" y="466"/>
                </a:lnTo>
                <a:lnTo>
                  <a:pt x="706" y="466"/>
                </a:lnTo>
                <a:lnTo>
                  <a:pt x="706" y="467"/>
                </a:lnTo>
                <a:lnTo>
                  <a:pt x="706" y="468"/>
                </a:lnTo>
                <a:lnTo>
                  <a:pt x="705" y="468"/>
                </a:lnTo>
                <a:lnTo>
                  <a:pt x="704" y="468"/>
                </a:lnTo>
                <a:lnTo>
                  <a:pt x="704" y="467"/>
                </a:lnTo>
                <a:lnTo>
                  <a:pt x="703" y="467"/>
                </a:lnTo>
                <a:lnTo>
                  <a:pt x="702" y="467"/>
                </a:lnTo>
                <a:lnTo>
                  <a:pt x="701" y="467"/>
                </a:lnTo>
                <a:lnTo>
                  <a:pt x="701" y="466"/>
                </a:lnTo>
                <a:lnTo>
                  <a:pt x="701" y="465"/>
                </a:lnTo>
                <a:lnTo>
                  <a:pt x="701" y="464"/>
                </a:lnTo>
                <a:lnTo>
                  <a:pt x="700" y="464"/>
                </a:lnTo>
                <a:lnTo>
                  <a:pt x="699" y="464"/>
                </a:lnTo>
                <a:lnTo>
                  <a:pt x="699" y="463"/>
                </a:lnTo>
                <a:lnTo>
                  <a:pt x="698" y="463"/>
                </a:lnTo>
                <a:lnTo>
                  <a:pt x="699" y="463"/>
                </a:lnTo>
                <a:lnTo>
                  <a:pt x="699" y="462"/>
                </a:lnTo>
                <a:lnTo>
                  <a:pt x="698" y="462"/>
                </a:lnTo>
                <a:lnTo>
                  <a:pt x="698" y="461"/>
                </a:lnTo>
                <a:lnTo>
                  <a:pt x="697" y="461"/>
                </a:lnTo>
                <a:lnTo>
                  <a:pt x="696" y="461"/>
                </a:lnTo>
                <a:lnTo>
                  <a:pt x="695" y="461"/>
                </a:lnTo>
                <a:lnTo>
                  <a:pt x="694" y="461"/>
                </a:lnTo>
                <a:lnTo>
                  <a:pt x="693" y="461"/>
                </a:lnTo>
                <a:lnTo>
                  <a:pt x="693" y="460"/>
                </a:lnTo>
                <a:lnTo>
                  <a:pt x="692" y="460"/>
                </a:lnTo>
                <a:lnTo>
                  <a:pt x="692" y="459"/>
                </a:lnTo>
                <a:lnTo>
                  <a:pt x="691" y="459"/>
                </a:lnTo>
                <a:lnTo>
                  <a:pt x="691" y="458"/>
                </a:lnTo>
                <a:lnTo>
                  <a:pt x="690" y="458"/>
                </a:lnTo>
                <a:lnTo>
                  <a:pt x="689" y="458"/>
                </a:lnTo>
                <a:lnTo>
                  <a:pt x="688" y="458"/>
                </a:lnTo>
                <a:lnTo>
                  <a:pt x="687" y="458"/>
                </a:lnTo>
                <a:lnTo>
                  <a:pt x="686" y="458"/>
                </a:lnTo>
                <a:lnTo>
                  <a:pt x="686" y="457"/>
                </a:lnTo>
                <a:lnTo>
                  <a:pt x="685" y="457"/>
                </a:lnTo>
                <a:lnTo>
                  <a:pt x="685" y="456"/>
                </a:lnTo>
                <a:lnTo>
                  <a:pt x="685" y="455"/>
                </a:lnTo>
                <a:lnTo>
                  <a:pt x="684" y="455"/>
                </a:lnTo>
                <a:lnTo>
                  <a:pt x="684" y="456"/>
                </a:lnTo>
                <a:lnTo>
                  <a:pt x="683" y="456"/>
                </a:lnTo>
                <a:lnTo>
                  <a:pt x="682" y="456"/>
                </a:lnTo>
                <a:lnTo>
                  <a:pt x="682" y="455"/>
                </a:lnTo>
                <a:lnTo>
                  <a:pt x="681" y="455"/>
                </a:lnTo>
                <a:lnTo>
                  <a:pt x="680" y="455"/>
                </a:lnTo>
                <a:lnTo>
                  <a:pt x="680" y="454"/>
                </a:lnTo>
                <a:lnTo>
                  <a:pt x="679" y="454"/>
                </a:lnTo>
                <a:lnTo>
                  <a:pt x="678" y="454"/>
                </a:lnTo>
                <a:lnTo>
                  <a:pt x="678" y="453"/>
                </a:lnTo>
                <a:lnTo>
                  <a:pt x="676" y="453"/>
                </a:lnTo>
                <a:lnTo>
                  <a:pt x="675" y="453"/>
                </a:lnTo>
                <a:lnTo>
                  <a:pt x="675" y="452"/>
                </a:lnTo>
                <a:lnTo>
                  <a:pt x="675" y="453"/>
                </a:lnTo>
                <a:lnTo>
                  <a:pt x="674" y="453"/>
                </a:lnTo>
                <a:lnTo>
                  <a:pt x="674" y="452"/>
                </a:lnTo>
                <a:lnTo>
                  <a:pt x="674" y="453"/>
                </a:lnTo>
                <a:lnTo>
                  <a:pt x="673" y="453"/>
                </a:lnTo>
                <a:lnTo>
                  <a:pt x="673" y="452"/>
                </a:lnTo>
                <a:lnTo>
                  <a:pt x="673" y="451"/>
                </a:lnTo>
                <a:lnTo>
                  <a:pt x="672" y="451"/>
                </a:lnTo>
                <a:lnTo>
                  <a:pt x="671" y="451"/>
                </a:lnTo>
                <a:lnTo>
                  <a:pt x="671" y="450"/>
                </a:lnTo>
                <a:lnTo>
                  <a:pt x="670" y="450"/>
                </a:lnTo>
                <a:lnTo>
                  <a:pt x="670" y="449"/>
                </a:lnTo>
                <a:lnTo>
                  <a:pt x="669" y="448"/>
                </a:lnTo>
                <a:lnTo>
                  <a:pt x="669" y="449"/>
                </a:lnTo>
                <a:lnTo>
                  <a:pt x="668" y="449"/>
                </a:lnTo>
                <a:lnTo>
                  <a:pt x="668" y="448"/>
                </a:lnTo>
                <a:lnTo>
                  <a:pt x="667" y="448"/>
                </a:lnTo>
                <a:lnTo>
                  <a:pt x="666" y="448"/>
                </a:lnTo>
                <a:lnTo>
                  <a:pt x="665" y="448"/>
                </a:lnTo>
                <a:lnTo>
                  <a:pt x="665" y="447"/>
                </a:lnTo>
                <a:lnTo>
                  <a:pt x="664" y="447"/>
                </a:lnTo>
                <a:lnTo>
                  <a:pt x="663" y="447"/>
                </a:lnTo>
                <a:lnTo>
                  <a:pt x="663" y="446"/>
                </a:lnTo>
                <a:lnTo>
                  <a:pt x="662" y="446"/>
                </a:lnTo>
                <a:lnTo>
                  <a:pt x="661" y="446"/>
                </a:lnTo>
                <a:lnTo>
                  <a:pt x="660" y="446"/>
                </a:lnTo>
                <a:lnTo>
                  <a:pt x="660" y="445"/>
                </a:lnTo>
                <a:lnTo>
                  <a:pt x="659" y="445"/>
                </a:lnTo>
                <a:lnTo>
                  <a:pt x="659" y="444"/>
                </a:lnTo>
                <a:lnTo>
                  <a:pt x="659" y="443"/>
                </a:lnTo>
                <a:lnTo>
                  <a:pt x="659" y="442"/>
                </a:lnTo>
                <a:lnTo>
                  <a:pt x="658" y="442"/>
                </a:lnTo>
                <a:lnTo>
                  <a:pt x="658" y="441"/>
                </a:lnTo>
                <a:lnTo>
                  <a:pt x="657" y="441"/>
                </a:lnTo>
                <a:lnTo>
                  <a:pt x="657" y="442"/>
                </a:lnTo>
                <a:lnTo>
                  <a:pt x="656" y="442"/>
                </a:lnTo>
                <a:lnTo>
                  <a:pt x="656" y="441"/>
                </a:lnTo>
                <a:lnTo>
                  <a:pt x="655" y="441"/>
                </a:lnTo>
                <a:lnTo>
                  <a:pt x="655" y="440"/>
                </a:lnTo>
                <a:lnTo>
                  <a:pt x="655" y="441"/>
                </a:lnTo>
                <a:lnTo>
                  <a:pt x="655" y="440"/>
                </a:lnTo>
                <a:lnTo>
                  <a:pt x="654" y="440"/>
                </a:lnTo>
                <a:lnTo>
                  <a:pt x="654" y="439"/>
                </a:lnTo>
                <a:lnTo>
                  <a:pt x="653" y="439"/>
                </a:lnTo>
                <a:lnTo>
                  <a:pt x="652" y="439"/>
                </a:lnTo>
                <a:lnTo>
                  <a:pt x="652" y="438"/>
                </a:lnTo>
                <a:lnTo>
                  <a:pt x="651" y="438"/>
                </a:lnTo>
                <a:lnTo>
                  <a:pt x="651" y="437"/>
                </a:lnTo>
                <a:lnTo>
                  <a:pt x="650" y="437"/>
                </a:lnTo>
                <a:lnTo>
                  <a:pt x="650" y="436"/>
                </a:lnTo>
                <a:lnTo>
                  <a:pt x="649" y="436"/>
                </a:lnTo>
                <a:lnTo>
                  <a:pt x="649" y="435"/>
                </a:lnTo>
                <a:lnTo>
                  <a:pt x="648" y="435"/>
                </a:lnTo>
                <a:lnTo>
                  <a:pt x="648" y="434"/>
                </a:lnTo>
                <a:lnTo>
                  <a:pt x="647" y="434"/>
                </a:lnTo>
                <a:lnTo>
                  <a:pt x="647" y="433"/>
                </a:lnTo>
                <a:lnTo>
                  <a:pt x="646" y="433"/>
                </a:lnTo>
                <a:lnTo>
                  <a:pt x="646" y="432"/>
                </a:lnTo>
                <a:lnTo>
                  <a:pt x="646" y="431"/>
                </a:lnTo>
                <a:lnTo>
                  <a:pt x="646" y="430"/>
                </a:lnTo>
                <a:lnTo>
                  <a:pt x="646" y="429"/>
                </a:lnTo>
                <a:lnTo>
                  <a:pt x="646" y="428"/>
                </a:lnTo>
                <a:lnTo>
                  <a:pt x="645" y="428"/>
                </a:lnTo>
                <a:lnTo>
                  <a:pt x="644" y="428"/>
                </a:lnTo>
                <a:lnTo>
                  <a:pt x="644" y="427"/>
                </a:lnTo>
                <a:lnTo>
                  <a:pt x="643" y="427"/>
                </a:lnTo>
                <a:lnTo>
                  <a:pt x="643" y="428"/>
                </a:lnTo>
                <a:lnTo>
                  <a:pt x="642" y="428"/>
                </a:lnTo>
                <a:lnTo>
                  <a:pt x="641" y="428"/>
                </a:lnTo>
                <a:lnTo>
                  <a:pt x="640" y="428"/>
                </a:lnTo>
                <a:lnTo>
                  <a:pt x="640" y="427"/>
                </a:lnTo>
                <a:lnTo>
                  <a:pt x="639" y="427"/>
                </a:lnTo>
                <a:lnTo>
                  <a:pt x="638" y="426"/>
                </a:lnTo>
                <a:lnTo>
                  <a:pt x="639" y="426"/>
                </a:lnTo>
                <a:lnTo>
                  <a:pt x="639" y="425"/>
                </a:lnTo>
                <a:lnTo>
                  <a:pt x="639" y="424"/>
                </a:lnTo>
                <a:lnTo>
                  <a:pt x="638" y="423"/>
                </a:lnTo>
                <a:lnTo>
                  <a:pt x="637" y="423"/>
                </a:lnTo>
                <a:lnTo>
                  <a:pt x="637" y="422"/>
                </a:lnTo>
                <a:lnTo>
                  <a:pt x="638" y="422"/>
                </a:lnTo>
                <a:lnTo>
                  <a:pt x="637" y="422"/>
                </a:lnTo>
                <a:lnTo>
                  <a:pt x="637" y="421"/>
                </a:lnTo>
                <a:lnTo>
                  <a:pt x="636" y="422"/>
                </a:lnTo>
                <a:lnTo>
                  <a:pt x="636" y="421"/>
                </a:lnTo>
                <a:lnTo>
                  <a:pt x="636" y="422"/>
                </a:lnTo>
                <a:lnTo>
                  <a:pt x="635" y="422"/>
                </a:lnTo>
                <a:lnTo>
                  <a:pt x="635" y="421"/>
                </a:lnTo>
                <a:lnTo>
                  <a:pt x="635" y="420"/>
                </a:lnTo>
                <a:lnTo>
                  <a:pt x="634" y="420"/>
                </a:lnTo>
                <a:lnTo>
                  <a:pt x="635" y="420"/>
                </a:lnTo>
                <a:lnTo>
                  <a:pt x="634" y="420"/>
                </a:lnTo>
                <a:lnTo>
                  <a:pt x="634" y="419"/>
                </a:lnTo>
                <a:lnTo>
                  <a:pt x="634" y="418"/>
                </a:lnTo>
                <a:lnTo>
                  <a:pt x="634" y="417"/>
                </a:lnTo>
                <a:lnTo>
                  <a:pt x="634" y="418"/>
                </a:lnTo>
                <a:lnTo>
                  <a:pt x="633" y="418"/>
                </a:lnTo>
                <a:lnTo>
                  <a:pt x="633" y="417"/>
                </a:lnTo>
                <a:lnTo>
                  <a:pt x="632" y="417"/>
                </a:lnTo>
                <a:lnTo>
                  <a:pt x="633" y="417"/>
                </a:lnTo>
                <a:lnTo>
                  <a:pt x="633" y="416"/>
                </a:lnTo>
                <a:lnTo>
                  <a:pt x="632" y="416"/>
                </a:lnTo>
                <a:lnTo>
                  <a:pt x="632" y="415"/>
                </a:lnTo>
                <a:lnTo>
                  <a:pt x="631" y="415"/>
                </a:lnTo>
                <a:lnTo>
                  <a:pt x="630" y="415"/>
                </a:lnTo>
                <a:lnTo>
                  <a:pt x="629" y="415"/>
                </a:lnTo>
                <a:lnTo>
                  <a:pt x="629" y="414"/>
                </a:lnTo>
                <a:lnTo>
                  <a:pt x="629" y="413"/>
                </a:lnTo>
                <a:lnTo>
                  <a:pt x="628" y="413"/>
                </a:lnTo>
                <a:lnTo>
                  <a:pt x="628" y="412"/>
                </a:lnTo>
                <a:lnTo>
                  <a:pt x="626" y="412"/>
                </a:lnTo>
                <a:lnTo>
                  <a:pt x="625" y="412"/>
                </a:lnTo>
                <a:lnTo>
                  <a:pt x="625" y="411"/>
                </a:lnTo>
                <a:lnTo>
                  <a:pt x="624" y="411"/>
                </a:lnTo>
                <a:lnTo>
                  <a:pt x="623" y="411"/>
                </a:lnTo>
                <a:lnTo>
                  <a:pt x="623" y="410"/>
                </a:lnTo>
                <a:lnTo>
                  <a:pt x="622" y="410"/>
                </a:lnTo>
                <a:lnTo>
                  <a:pt x="621" y="410"/>
                </a:lnTo>
                <a:lnTo>
                  <a:pt x="621" y="409"/>
                </a:lnTo>
                <a:lnTo>
                  <a:pt x="620" y="409"/>
                </a:lnTo>
                <a:lnTo>
                  <a:pt x="620" y="408"/>
                </a:lnTo>
                <a:lnTo>
                  <a:pt x="619" y="408"/>
                </a:lnTo>
                <a:lnTo>
                  <a:pt x="618" y="408"/>
                </a:lnTo>
                <a:lnTo>
                  <a:pt x="618" y="407"/>
                </a:lnTo>
                <a:lnTo>
                  <a:pt x="617" y="407"/>
                </a:lnTo>
                <a:lnTo>
                  <a:pt x="616" y="407"/>
                </a:lnTo>
                <a:lnTo>
                  <a:pt x="616" y="406"/>
                </a:lnTo>
                <a:lnTo>
                  <a:pt x="616" y="405"/>
                </a:lnTo>
                <a:lnTo>
                  <a:pt x="615" y="405"/>
                </a:lnTo>
                <a:lnTo>
                  <a:pt x="614" y="405"/>
                </a:lnTo>
                <a:lnTo>
                  <a:pt x="614" y="404"/>
                </a:lnTo>
                <a:lnTo>
                  <a:pt x="613" y="404"/>
                </a:lnTo>
                <a:lnTo>
                  <a:pt x="613" y="403"/>
                </a:lnTo>
                <a:lnTo>
                  <a:pt x="612" y="403"/>
                </a:lnTo>
                <a:lnTo>
                  <a:pt x="613" y="403"/>
                </a:lnTo>
                <a:lnTo>
                  <a:pt x="612" y="402"/>
                </a:lnTo>
                <a:lnTo>
                  <a:pt x="611" y="402"/>
                </a:lnTo>
                <a:lnTo>
                  <a:pt x="610" y="401"/>
                </a:lnTo>
                <a:lnTo>
                  <a:pt x="609" y="401"/>
                </a:lnTo>
                <a:lnTo>
                  <a:pt x="609" y="400"/>
                </a:lnTo>
                <a:lnTo>
                  <a:pt x="608" y="400"/>
                </a:lnTo>
                <a:lnTo>
                  <a:pt x="608" y="399"/>
                </a:lnTo>
                <a:lnTo>
                  <a:pt x="607" y="399"/>
                </a:lnTo>
                <a:lnTo>
                  <a:pt x="607" y="398"/>
                </a:lnTo>
                <a:lnTo>
                  <a:pt x="606" y="398"/>
                </a:lnTo>
                <a:lnTo>
                  <a:pt x="606" y="397"/>
                </a:lnTo>
                <a:lnTo>
                  <a:pt x="607" y="397"/>
                </a:lnTo>
                <a:lnTo>
                  <a:pt x="607" y="396"/>
                </a:lnTo>
                <a:lnTo>
                  <a:pt x="607" y="395"/>
                </a:lnTo>
                <a:lnTo>
                  <a:pt x="608" y="395"/>
                </a:lnTo>
                <a:lnTo>
                  <a:pt x="608" y="394"/>
                </a:lnTo>
                <a:lnTo>
                  <a:pt x="609" y="394"/>
                </a:lnTo>
                <a:lnTo>
                  <a:pt x="609" y="393"/>
                </a:lnTo>
                <a:lnTo>
                  <a:pt x="609" y="392"/>
                </a:lnTo>
                <a:lnTo>
                  <a:pt x="608" y="392"/>
                </a:lnTo>
                <a:lnTo>
                  <a:pt x="608" y="393"/>
                </a:lnTo>
                <a:lnTo>
                  <a:pt x="607" y="393"/>
                </a:lnTo>
                <a:lnTo>
                  <a:pt x="607" y="392"/>
                </a:lnTo>
                <a:lnTo>
                  <a:pt x="606" y="392"/>
                </a:lnTo>
                <a:lnTo>
                  <a:pt x="606" y="393"/>
                </a:lnTo>
                <a:lnTo>
                  <a:pt x="605" y="393"/>
                </a:lnTo>
                <a:lnTo>
                  <a:pt x="605" y="392"/>
                </a:lnTo>
                <a:lnTo>
                  <a:pt x="605" y="391"/>
                </a:lnTo>
                <a:lnTo>
                  <a:pt x="604" y="391"/>
                </a:lnTo>
                <a:lnTo>
                  <a:pt x="604" y="390"/>
                </a:lnTo>
                <a:lnTo>
                  <a:pt x="603" y="390"/>
                </a:lnTo>
                <a:lnTo>
                  <a:pt x="602" y="390"/>
                </a:lnTo>
                <a:lnTo>
                  <a:pt x="601" y="390"/>
                </a:lnTo>
                <a:lnTo>
                  <a:pt x="601" y="389"/>
                </a:lnTo>
                <a:lnTo>
                  <a:pt x="601" y="390"/>
                </a:lnTo>
                <a:lnTo>
                  <a:pt x="600" y="390"/>
                </a:lnTo>
                <a:lnTo>
                  <a:pt x="599" y="390"/>
                </a:lnTo>
                <a:lnTo>
                  <a:pt x="599" y="389"/>
                </a:lnTo>
                <a:lnTo>
                  <a:pt x="598" y="389"/>
                </a:lnTo>
                <a:lnTo>
                  <a:pt x="598" y="390"/>
                </a:lnTo>
                <a:lnTo>
                  <a:pt x="598" y="389"/>
                </a:lnTo>
                <a:lnTo>
                  <a:pt x="597" y="389"/>
                </a:lnTo>
                <a:lnTo>
                  <a:pt x="597" y="390"/>
                </a:lnTo>
                <a:lnTo>
                  <a:pt x="597" y="389"/>
                </a:lnTo>
                <a:lnTo>
                  <a:pt x="596" y="389"/>
                </a:lnTo>
                <a:lnTo>
                  <a:pt x="595" y="389"/>
                </a:lnTo>
                <a:lnTo>
                  <a:pt x="595" y="388"/>
                </a:lnTo>
                <a:lnTo>
                  <a:pt x="594" y="388"/>
                </a:lnTo>
                <a:lnTo>
                  <a:pt x="593" y="388"/>
                </a:lnTo>
                <a:lnTo>
                  <a:pt x="593" y="387"/>
                </a:lnTo>
                <a:lnTo>
                  <a:pt x="592" y="387"/>
                </a:lnTo>
                <a:lnTo>
                  <a:pt x="591" y="387"/>
                </a:lnTo>
                <a:lnTo>
                  <a:pt x="591" y="386"/>
                </a:lnTo>
                <a:lnTo>
                  <a:pt x="591" y="385"/>
                </a:lnTo>
                <a:lnTo>
                  <a:pt x="590" y="385"/>
                </a:lnTo>
                <a:lnTo>
                  <a:pt x="590" y="384"/>
                </a:lnTo>
                <a:lnTo>
                  <a:pt x="589" y="384"/>
                </a:lnTo>
                <a:lnTo>
                  <a:pt x="589" y="383"/>
                </a:lnTo>
                <a:lnTo>
                  <a:pt x="588" y="383"/>
                </a:lnTo>
                <a:lnTo>
                  <a:pt x="587" y="383"/>
                </a:lnTo>
                <a:lnTo>
                  <a:pt x="587" y="382"/>
                </a:lnTo>
                <a:lnTo>
                  <a:pt x="586" y="382"/>
                </a:lnTo>
                <a:lnTo>
                  <a:pt x="585" y="382"/>
                </a:lnTo>
                <a:lnTo>
                  <a:pt x="584" y="382"/>
                </a:lnTo>
                <a:lnTo>
                  <a:pt x="584" y="381"/>
                </a:lnTo>
                <a:lnTo>
                  <a:pt x="584" y="380"/>
                </a:lnTo>
                <a:lnTo>
                  <a:pt x="583" y="380"/>
                </a:lnTo>
                <a:lnTo>
                  <a:pt x="583" y="379"/>
                </a:lnTo>
                <a:lnTo>
                  <a:pt x="582" y="379"/>
                </a:lnTo>
                <a:lnTo>
                  <a:pt x="581" y="379"/>
                </a:lnTo>
                <a:lnTo>
                  <a:pt x="580" y="379"/>
                </a:lnTo>
                <a:lnTo>
                  <a:pt x="579" y="379"/>
                </a:lnTo>
                <a:lnTo>
                  <a:pt x="578" y="379"/>
                </a:lnTo>
                <a:lnTo>
                  <a:pt x="577" y="379"/>
                </a:lnTo>
                <a:lnTo>
                  <a:pt x="577" y="380"/>
                </a:lnTo>
                <a:lnTo>
                  <a:pt x="576" y="381"/>
                </a:lnTo>
                <a:lnTo>
                  <a:pt x="576" y="382"/>
                </a:lnTo>
                <a:lnTo>
                  <a:pt x="575" y="382"/>
                </a:lnTo>
                <a:lnTo>
                  <a:pt x="575" y="383"/>
                </a:lnTo>
                <a:lnTo>
                  <a:pt x="574" y="383"/>
                </a:lnTo>
                <a:lnTo>
                  <a:pt x="573" y="383"/>
                </a:lnTo>
                <a:lnTo>
                  <a:pt x="573" y="384"/>
                </a:lnTo>
                <a:lnTo>
                  <a:pt x="573" y="385"/>
                </a:lnTo>
                <a:lnTo>
                  <a:pt x="572" y="385"/>
                </a:lnTo>
                <a:lnTo>
                  <a:pt x="572" y="386"/>
                </a:lnTo>
                <a:lnTo>
                  <a:pt x="571" y="386"/>
                </a:lnTo>
                <a:lnTo>
                  <a:pt x="571" y="387"/>
                </a:lnTo>
                <a:lnTo>
                  <a:pt x="570" y="387"/>
                </a:lnTo>
                <a:lnTo>
                  <a:pt x="570" y="388"/>
                </a:lnTo>
                <a:lnTo>
                  <a:pt x="569" y="388"/>
                </a:lnTo>
                <a:lnTo>
                  <a:pt x="569" y="389"/>
                </a:lnTo>
                <a:lnTo>
                  <a:pt x="568" y="389"/>
                </a:lnTo>
                <a:lnTo>
                  <a:pt x="567" y="389"/>
                </a:lnTo>
                <a:lnTo>
                  <a:pt x="566" y="389"/>
                </a:lnTo>
                <a:lnTo>
                  <a:pt x="566" y="390"/>
                </a:lnTo>
                <a:lnTo>
                  <a:pt x="565" y="390"/>
                </a:lnTo>
                <a:lnTo>
                  <a:pt x="565" y="391"/>
                </a:lnTo>
                <a:lnTo>
                  <a:pt x="566" y="391"/>
                </a:lnTo>
                <a:lnTo>
                  <a:pt x="566" y="392"/>
                </a:lnTo>
                <a:lnTo>
                  <a:pt x="566" y="393"/>
                </a:lnTo>
                <a:lnTo>
                  <a:pt x="565" y="393"/>
                </a:lnTo>
                <a:lnTo>
                  <a:pt x="564" y="393"/>
                </a:lnTo>
                <a:lnTo>
                  <a:pt x="564" y="394"/>
                </a:lnTo>
                <a:lnTo>
                  <a:pt x="563" y="394"/>
                </a:lnTo>
                <a:lnTo>
                  <a:pt x="563" y="395"/>
                </a:lnTo>
                <a:lnTo>
                  <a:pt x="562" y="395"/>
                </a:lnTo>
                <a:lnTo>
                  <a:pt x="561" y="395"/>
                </a:lnTo>
                <a:lnTo>
                  <a:pt x="561" y="394"/>
                </a:lnTo>
                <a:lnTo>
                  <a:pt x="560" y="394"/>
                </a:lnTo>
                <a:lnTo>
                  <a:pt x="560" y="393"/>
                </a:lnTo>
                <a:lnTo>
                  <a:pt x="559" y="393"/>
                </a:lnTo>
                <a:lnTo>
                  <a:pt x="558" y="393"/>
                </a:lnTo>
                <a:lnTo>
                  <a:pt x="557" y="393"/>
                </a:lnTo>
                <a:lnTo>
                  <a:pt x="557" y="392"/>
                </a:lnTo>
                <a:lnTo>
                  <a:pt x="557" y="393"/>
                </a:lnTo>
                <a:lnTo>
                  <a:pt x="556" y="393"/>
                </a:lnTo>
                <a:lnTo>
                  <a:pt x="556" y="392"/>
                </a:lnTo>
                <a:lnTo>
                  <a:pt x="556" y="393"/>
                </a:lnTo>
                <a:lnTo>
                  <a:pt x="555" y="393"/>
                </a:lnTo>
                <a:lnTo>
                  <a:pt x="554" y="393"/>
                </a:lnTo>
                <a:lnTo>
                  <a:pt x="553" y="393"/>
                </a:lnTo>
                <a:lnTo>
                  <a:pt x="552" y="392"/>
                </a:lnTo>
                <a:lnTo>
                  <a:pt x="551" y="392"/>
                </a:lnTo>
                <a:lnTo>
                  <a:pt x="550" y="392"/>
                </a:lnTo>
                <a:lnTo>
                  <a:pt x="550" y="391"/>
                </a:lnTo>
                <a:lnTo>
                  <a:pt x="549" y="391"/>
                </a:lnTo>
                <a:lnTo>
                  <a:pt x="549" y="390"/>
                </a:lnTo>
                <a:lnTo>
                  <a:pt x="549" y="389"/>
                </a:lnTo>
                <a:lnTo>
                  <a:pt x="549" y="388"/>
                </a:lnTo>
                <a:lnTo>
                  <a:pt x="548" y="388"/>
                </a:lnTo>
                <a:lnTo>
                  <a:pt x="547" y="388"/>
                </a:lnTo>
                <a:lnTo>
                  <a:pt x="546" y="388"/>
                </a:lnTo>
                <a:lnTo>
                  <a:pt x="546" y="387"/>
                </a:lnTo>
                <a:lnTo>
                  <a:pt x="546" y="386"/>
                </a:lnTo>
                <a:lnTo>
                  <a:pt x="546" y="385"/>
                </a:lnTo>
                <a:lnTo>
                  <a:pt x="545" y="385"/>
                </a:lnTo>
                <a:lnTo>
                  <a:pt x="544" y="385"/>
                </a:lnTo>
                <a:lnTo>
                  <a:pt x="542" y="385"/>
                </a:lnTo>
                <a:lnTo>
                  <a:pt x="541" y="385"/>
                </a:lnTo>
                <a:lnTo>
                  <a:pt x="541" y="384"/>
                </a:lnTo>
                <a:lnTo>
                  <a:pt x="540" y="384"/>
                </a:lnTo>
                <a:lnTo>
                  <a:pt x="539" y="384"/>
                </a:lnTo>
                <a:lnTo>
                  <a:pt x="538" y="384"/>
                </a:lnTo>
                <a:lnTo>
                  <a:pt x="537" y="384"/>
                </a:lnTo>
                <a:lnTo>
                  <a:pt x="536" y="384"/>
                </a:lnTo>
                <a:lnTo>
                  <a:pt x="536" y="385"/>
                </a:lnTo>
                <a:lnTo>
                  <a:pt x="535" y="385"/>
                </a:lnTo>
                <a:lnTo>
                  <a:pt x="535" y="386"/>
                </a:lnTo>
                <a:lnTo>
                  <a:pt x="536" y="386"/>
                </a:lnTo>
                <a:lnTo>
                  <a:pt x="536" y="387"/>
                </a:lnTo>
                <a:lnTo>
                  <a:pt x="535" y="387"/>
                </a:lnTo>
                <a:lnTo>
                  <a:pt x="535" y="388"/>
                </a:lnTo>
                <a:lnTo>
                  <a:pt x="535" y="390"/>
                </a:lnTo>
                <a:lnTo>
                  <a:pt x="535" y="391"/>
                </a:lnTo>
                <a:lnTo>
                  <a:pt x="534" y="391"/>
                </a:lnTo>
                <a:lnTo>
                  <a:pt x="534" y="392"/>
                </a:lnTo>
                <a:lnTo>
                  <a:pt x="533" y="393"/>
                </a:lnTo>
                <a:lnTo>
                  <a:pt x="533" y="394"/>
                </a:lnTo>
                <a:lnTo>
                  <a:pt x="532" y="394"/>
                </a:lnTo>
                <a:lnTo>
                  <a:pt x="532" y="395"/>
                </a:lnTo>
                <a:lnTo>
                  <a:pt x="531" y="395"/>
                </a:lnTo>
                <a:lnTo>
                  <a:pt x="531" y="396"/>
                </a:lnTo>
                <a:lnTo>
                  <a:pt x="531" y="397"/>
                </a:lnTo>
                <a:lnTo>
                  <a:pt x="532" y="397"/>
                </a:lnTo>
                <a:lnTo>
                  <a:pt x="533" y="397"/>
                </a:lnTo>
                <a:lnTo>
                  <a:pt x="533" y="398"/>
                </a:lnTo>
                <a:lnTo>
                  <a:pt x="533" y="399"/>
                </a:lnTo>
                <a:lnTo>
                  <a:pt x="532" y="399"/>
                </a:lnTo>
                <a:lnTo>
                  <a:pt x="532" y="400"/>
                </a:lnTo>
                <a:lnTo>
                  <a:pt x="531" y="400"/>
                </a:lnTo>
                <a:lnTo>
                  <a:pt x="531" y="401"/>
                </a:lnTo>
                <a:lnTo>
                  <a:pt x="530" y="401"/>
                </a:lnTo>
                <a:lnTo>
                  <a:pt x="529" y="401"/>
                </a:lnTo>
                <a:lnTo>
                  <a:pt x="529" y="402"/>
                </a:lnTo>
                <a:lnTo>
                  <a:pt x="528" y="402"/>
                </a:lnTo>
                <a:lnTo>
                  <a:pt x="528" y="403"/>
                </a:lnTo>
                <a:lnTo>
                  <a:pt x="527" y="403"/>
                </a:lnTo>
                <a:lnTo>
                  <a:pt x="527" y="404"/>
                </a:lnTo>
                <a:lnTo>
                  <a:pt x="526" y="404"/>
                </a:lnTo>
                <a:lnTo>
                  <a:pt x="525" y="404"/>
                </a:lnTo>
                <a:lnTo>
                  <a:pt x="525" y="405"/>
                </a:lnTo>
                <a:lnTo>
                  <a:pt x="524" y="405"/>
                </a:lnTo>
                <a:lnTo>
                  <a:pt x="524" y="406"/>
                </a:lnTo>
                <a:lnTo>
                  <a:pt x="523" y="406"/>
                </a:lnTo>
                <a:lnTo>
                  <a:pt x="523" y="407"/>
                </a:lnTo>
                <a:lnTo>
                  <a:pt x="522" y="407"/>
                </a:lnTo>
                <a:lnTo>
                  <a:pt x="521" y="407"/>
                </a:lnTo>
                <a:lnTo>
                  <a:pt x="521" y="408"/>
                </a:lnTo>
                <a:lnTo>
                  <a:pt x="520" y="408"/>
                </a:lnTo>
                <a:lnTo>
                  <a:pt x="520" y="409"/>
                </a:lnTo>
                <a:lnTo>
                  <a:pt x="519" y="409"/>
                </a:lnTo>
                <a:lnTo>
                  <a:pt x="519" y="410"/>
                </a:lnTo>
                <a:lnTo>
                  <a:pt x="518" y="410"/>
                </a:lnTo>
                <a:lnTo>
                  <a:pt x="518" y="409"/>
                </a:lnTo>
                <a:lnTo>
                  <a:pt x="517" y="409"/>
                </a:lnTo>
                <a:lnTo>
                  <a:pt x="517" y="408"/>
                </a:lnTo>
                <a:lnTo>
                  <a:pt x="516" y="407"/>
                </a:lnTo>
                <a:lnTo>
                  <a:pt x="516" y="406"/>
                </a:lnTo>
                <a:lnTo>
                  <a:pt x="515" y="406"/>
                </a:lnTo>
                <a:lnTo>
                  <a:pt x="514" y="406"/>
                </a:lnTo>
                <a:lnTo>
                  <a:pt x="514" y="405"/>
                </a:lnTo>
                <a:lnTo>
                  <a:pt x="513" y="405"/>
                </a:lnTo>
                <a:lnTo>
                  <a:pt x="512" y="405"/>
                </a:lnTo>
                <a:lnTo>
                  <a:pt x="512" y="404"/>
                </a:lnTo>
                <a:lnTo>
                  <a:pt x="512" y="403"/>
                </a:lnTo>
                <a:lnTo>
                  <a:pt x="511" y="403"/>
                </a:lnTo>
                <a:lnTo>
                  <a:pt x="511" y="402"/>
                </a:lnTo>
                <a:lnTo>
                  <a:pt x="510" y="402"/>
                </a:lnTo>
                <a:lnTo>
                  <a:pt x="509" y="402"/>
                </a:lnTo>
                <a:lnTo>
                  <a:pt x="508" y="402"/>
                </a:lnTo>
                <a:lnTo>
                  <a:pt x="507" y="402"/>
                </a:lnTo>
                <a:lnTo>
                  <a:pt x="507" y="401"/>
                </a:lnTo>
                <a:lnTo>
                  <a:pt x="506" y="401"/>
                </a:lnTo>
                <a:lnTo>
                  <a:pt x="505" y="401"/>
                </a:lnTo>
                <a:lnTo>
                  <a:pt x="505" y="400"/>
                </a:lnTo>
                <a:lnTo>
                  <a:pt x="504" y="400"/>
                </a:lnTo>
                <a:lnTo>
                  <a:pt x="503" y="400"/>
                </a:lnTo>
                <a:lnTo>
                  <a:pt x="502" y="400"/>
                </a:lnTo>
                <a:lnTo>
                  <a:pt x="501" y="400"/>
                </a:lnTo>
                <a:lnTo>
                  <a:pt x="501" y="399"/>
                </a:lnTo>
                <a:lnTo>
                  <a:pt x="500" y="399"/>
                </a:lnTo>
                <a:lnTo>
                  <a:pt x="500" y="398"/>
                </a:lnTo>
                <a:lnTo>
                  <a:pt x="499" y="398"/>
                </a:lnTo>
                <a:lnTo>
                  <a:pt x="498" y="398"/>
                </a:lnTo>
                <a:lnTo>
                  <a:pt x="498" y="397"/>
                </a:lnTo>
                <a:lnTo>
                  <a:pt x="497" y="397"/>
                </a:lnTo>
                <a:lnTo>
                  <a:pt x="497" y="396"/>
                </a:lnTo>
                <a:lnTo>
                  <a:pt x="496" y="396"/>
                </a:lnTo>
                <a:lnTo>
                  <a:pt x="495" y="396"/>
                </a:lnTo>
                <a:lnTo>
                  <a:pt x="495" y="395"/>
                </a:lnTo>
                <a:lnTo>
                  <a:pt x="494" y="395"/>
                </a:lnTo>
                <a:lnTo>
                  <a:pt x="493" y="394"/>
                </a:lnTo>
                <a:lnTo>
                  <a:pt x="492" y="394"/>
                </a:lnTo>
                <a:lnTo>
                  <a:pt x="491" y="394"/>
                </a:lnTo>
                <a:lnTo>
                  <a:pt x="490" y="394"/>
                </a:lnTo>
                <a:lnTo>
                  <a:pt x="489" y="394"/>
                </a:lnTo>
                <a:lnTo>
                  <a:pt x="488" y="394"/>
                </a:lnTo>
                <a:lnTo>
                  <a:pt x="488" y="393"/>
                </a:lnTo>
                <a:lnTo>
                  <a:pt x="487" y="393"/>
                </a:lnTo>
                <a:lnTo>
                  <a:pt x="487" y="392"/>
                </a:lnTo>
                <a:lnTo>
                  <a:pt x="486" y="392"/>
                </a:lnTo>
                <a:lnTo>
                  <a:pt x="485" y="391"/>
                </a:lnTo>
                <a:lnTo>
                  <a:pt x="484" y="391"/>
                </a:lnTo>
                <a:lnTo>
                  <a:pt x="482" y="391"/>
                </a:lnTo>
                <a:lnTo>
                  <a:pt x="481" y="391"/>
                </a:lnTo>
                <a:lnTo>
                  <a:pt x="481" y="390"/>
                </a:lnTo>
                <a:lnTo>
                  <a:pt x="481" y="389"/>
                </a:lnTo>
                <a:lnTo>
                  <a:pt x="482" y="389"/>
                </a:lnTo>
                <a:lnTo>
                  <a:pt x="481" y="389"/>
                </a:lnTo>
                <a:lnTo>
                  <a:pt x="482" y="389"/>
                </a:lnTo>
                <a:lnTo>
                  <a:pt x="481" y="389"/>
                </a:lnTo>
                <a:lnTo>
                  <a:pt x="482" y="389"/>
                </a:lnTo>
                <a:lnTo>
                  <a:pt x="482" y="388"/>
                </a:lnTo>
                <a:lnTo>
                  <a:pt x="481" y="388"/>
                </a:lnTo>
                <a:lnTo>
                  <a:pt x="481" y="387"/>
                </a:lnTo>
                <a:lnTo>
                  <a:pt x="482" y="387"/>
                </a:lnTo>
                <a:lnTo>
                  <a:pt x="481" y="387"/>
                </a:lnTo>
                <a:lnTo>
                  <a:pt x="480" y="387"/>
                </a:lnTo>
                <a:lnTo>
                  <a:pt x="480" y="386"/>
                </a:lnTo>
                <a:lnTo>
                  <a:pt x="479" y="386"/>
                </a:lnTo>
                <a:lnTo>
                  <a:pt x="478" y="386"/>
                </a:lnTo>
                <a:lnTo>
                  <a:pt x="478" y="385"/>
                </a:lnTo>
                <a:lnTo>
                  <a:pt x="477" y="385"/>
                </a:lnTo>
                <a:lnTo>
                  <a:pt x="476" y="385"/>
                </a:lnTo>
                <a:lnTo>
                  <a:pt x="475" y="384"/>
                </a:lnTo>
                <a:lnTo>
                  <a:pt x="474" y="384"/>
                </a:lnTo>
                <a:lnTo>
                  <a:pt x="473" y="384"/>
                </a:lnTo>
                <a:lnTo>
                  <a:pt x="473" y="383"/>
                </a:lnTo>
                <a:lnTo>
                  <a:pt x="472" y="383"/>
                </a:lnTo>
                <a:lnTo>
                  <a:pt x="472" y="382"/>
                </a:lnTo>
                <a:lnTo>
                  <a:pt x="471" y="382"/>
                </a:lnTo>
                <a:lnTo>
                  <a:pt x="470" y="382"/>
                </a:lnTo>
                <a:lnTo>
                  <a:pt x="470" y="381"/>
                </a:lnTo>
                <a:lnTo>
                  <a:pt x="469" y="381"/>
                </a:lnTo>
                <a:lnTo>
                  <a:pt x="468" y="381"/>
                </a:lnTo>
                <a:lnTo>
                  <a:pt x="467" y="381"/>
                </a:lnTo>
                <a:lnTo>
                  <a:pt x="467" y="380"/>
                </a:lnTo>
                <a:lnTo>
                  <a:pt x="466" y="380"/>
                </a:lnTo>
                <a:lnTo>
                  <a:pt x="465" y="380"/>
                </a:lnTo>
                <a:lnTo>
                  <a:pt x="464" y="380"/>
                </a:lnTo>
                <a:lnTo>
                  <a:pt x="464" y="379"/>
                </a:lnTo>
                <a:lnTo>
                  <a:pt x="464" y="378"/>
                </a:lnTo>
                <a:lnTo>
                  <a:pt x="463" y="378"/>
                </a:lnTo>
                <a:lnTo>
                  <a:pt x="462" y="378"/>
                </a:lnTo>
                <a:lnTo>
                  <a:pt x="462" y="377"/>
                </a:lnTo>
                <a:lnTo>
                  <a:pt x="463" y="377"/>
                </a:lnTo>
                <a:lnTo>
                  <a:pt x="462" y="377"/>
                </a:lnTo>
                <a:lnTo>
                  <a:pt x="462" y="376"/>
                </a:lnTo>
                <a:lnTo>
                  <a:pt x="461" y="376"/>
                </a:lnTo>
                <a:lnTo>
                  <a:pt x="460" y="376"/>
                </a:lnTo>
                <a:lnTo>
                  <a:pt x="459" y="376"/>
                </a:lnTo>
                <a:lnTo>
                  <a:pt x="459" y="375"/>
                </a:lnTo>
                <a:lnTo>
                  <a:pt x="458" y="375"/>
                </a:lnTo>
                <a:lnTo>
                  <a:pt x="457" y="375"/>
                </a:lnTo>
                <a:lnTo>
                  <a:pt x="458" y="374"/>
                </a:lnTo>
                <a:lnTo>
                  <a:pt x="457" y="374"/>
                </a:lnTo>
                <a:lnTo>
                  <a:pt x="456" y="373"/>
                </a:lnTo>
                <a:lnTo>
                  <a:pt x="455" y="373"/>
                </a:lnTo>
                <a:lnTo>
                  <a:pt x="454" y="372"/>
                </a:lnTo>
                <a:lnTo>
                  <a:pt x="453" y="373"/>
                </a:lnTo>
                <a:lnTo>
                  <a:pt x="452" y="372"/>
                </a:lnTo>
                <a:lnTo>
                  <a:pt x="452" y="371"/>
                </a:lnTo>
                <a:lnTo>
                  <a:pt x="451" y="371"/>
                </a:lnTo>
                <a:lnTo>
                  <a:pt x="451" y="370"/>
                </a:lnTo>
                <a:lnTo>
                  <a:pt x="450" y="370"/>
                </a:lnTo>
                <a:lnTo>
                  <a:pt x="448" y="371"/>
                </a:lnTo>
                <a:lnTo>
                  <a:pt x="447" y="371"/>
                </a:lnTo>
                <a:lnTo>
                  <a:pt x="446" y="371"/>
                </a:lnTo>
                <a:lnTo>
                  <a:pt x="445" y="370"/>
                </a:lnTo>
                <a:lnTo>
                  <a:pt x="444" y="370"/>
                </a:lnTo>
                <a:lnTo>
                  <a:pt x="443" y="370"/>
                </a:lnTo>
                <a:lnTo>
                  <a:pt x="443" y="369"/>
                </a:lnTo>
                <a:lnTo>
                  <a:pt x="442" y="369"/>
                </a:lnTo>
                <a:lnTo>
                  <a:pt x="441" y="369"/>
                </a:lnTo>
                <a:lnTo>
                  <a:pt x="440" y="369"/>
                </a:lnTo>
                <a:lnTo>
                  <a:pt x="439" y="368"/>
                </a:lnTo>
                <a:lnTo>
                  <a:pt x="437" y="368"/>
                </a:lnTo>
                <a:lnTo>
                  <a:pt x="436" y="368"/>
                </a:lnTo>
                <a:lnTo>
                  <a:pt x="435" y="368"/>
                </a:lnTo>
                <a:lnTo>
                  <a:pt x="434" y="368"/>
                </a:lnTo>
                <a:lnTo>
                  <a:pt x="434" y="367"/>
                </a:lnTo>
                <a:lnTo>
                  <a:pt x="433" y="367"/>
                </a:lnTo>
                <a:lnTo>
                  <a:pt x="433" y="368"/>
                </a:lnTo>
                <a:lnTo>
                  <a:pt x="432" y="368"/>
                </a:lnTo>
                <a:lnTo>
                  <a:pt x="432" y="367"/>
                </a:lnTo>
                <a:lnTo>
                  <a:pt x="432" y="368"/>
                </a:lnTo>
                <a:lnTo>
                  <a:pt x="431" y="368"/>
                </a:lnTo>
                <a:lnTo>
                  <a:pt x="430" y="368"/>
                </a:lnTo>
                <a:lnTo>
                  <a:pt x="430" y="367"/>
                </a:lnTo>
                <a:lnTo>
                  <a:pt x="429" y="367"/>
                </a:lnTo>
                <a:lnTo>
                  <a:pt x="429" y="368"/>
                </a:lnTo>
                <a:lnTo>
                  <a:pt x="429" y="367"/>
                </a:lnTo>
                <a:lnTo>
                  <a:pt x="428" y="367"/>
                </a:lnTo>
                <a:lnTo>
                  <a:pt x="427" y="367"/>
                </a:lnTo>
                <a:lnTo>
                  <a:pt x="426" y="367"/>
                </a:lnTo>
                <a:lnTo>
                  <a:pt x="426" y="368"/>
                </a:lnTo>
                <a:lnTo>
                  <a:pt x="425" y="368"/>
                </a:lnTo>
                <a:lnTo>
                  <a:pt x="425" y="367"/>
                </a:lnTo>
                <a:lnTo>
                  <a:pt x="424" y="367"/>
                </a:lnTo>
                <a:lnTo>
                  <a:pt x="424" y="366"/>
                </a:lnTo>
                <a:lnTo>
                  <a:pt x="423" y="366"/>
                </a:lnTo>
                <a:lnTo>
                  <a:pt x="422" y="366"/>
                </a:lnTo>
                <a:lnTo>
                  <a:pt x="421" y="366"/>
                </a:lnTo>
                <a:lnTo>
                  <a:pt x="420" y="366"/>
                </a:lnTo>
                <a:lnTo>
                  <a:pt x="420" y="367"/>
                </a:lnTo>
                <a:lnTo>
                  <a:pt x="418" y="367"/>
                </a:lnTo>
                <a:lnTo>
                  <a:pt x="417" y="367"/>
                </a:lnTo>
                <a:lnTo>
                  <a:pt x="417" y="368"/>
                </a:lnTo>
                <a:lnTo>
                  <a:pt x="416" y="368"/>
                </a:lnTo>
                <a:lnTo>
                  <a:pt x="417" y="368"/>
                </a:lnTo>
                <a:lnTo>
                  <a:pt x="417" y="369"/>
                </a:lnTo>
                <a:lnTo>
                  <a:pt x="418" y="370"/>
                </a:lnTo>
                <a:lnTo>
                  <a:pt x="419" y="370"/>
                </a:lnTo>
                <a:lnTo>
                  <a:pt x="419" y="371"/>
                </a:lnTo>
                <a:lnTo>
                  <a:pt x="419" y="372"/>
                </a:lnTo>
                <a:lnTo>
                  <a:pt x="420" y="372"/>
                </a:lnTo>
                <a:lnTo>
                  <a:pt x="421" y="373"/>
                </a:lnTo>
                <a:lnTo>
                  <a:pt x="421" y="374"/>
                </a:lnTo>
                <a:lnTo>
                  <a:pt x="420" y="374"/>
                </a:lnTo>
                <a:lnTo>
                  <a:pt x="420" y="375"/>
                </a:lnTo>
                <a:lnTo>
                  <a:pt x="419" y="375"/>
                </a:lnTo>
                <a:lnTo>
                  <a:pt x="419" y="376"/>
                </a:lnTo>
                <a:lnTo>
                  <a:pt x="418" y="376"/>
                </a:lnTo>
                <a:lnTo>
                  <a:pt x="418" y="377"/>
                </a:lnTo>
                <a:lnTo>
                  <a:pt x="417" y="377"/>
                </a:lnTo>
                <a:lnTo>
                  <a:pt x="417" y="378"/>
                </a:lnTo>
                <a:lnTo>
                  <a:pt x="417" y="379"/>
                </a:lnTo>
                <a:lnTo>
                  <a:pt x="417" y="380"/>
                </a:lnTo>
                <a:lnTo>
                  <a:pt x="416" y="380"/>
                </a:lnTo>
                <a:lnTo>
                  <a:pt x="416" y="381"/>
                </a:lnTo>
                <a:lnTo>
                  <a:pt x="417" y="381"/>
                </a:lnTo>
                <a:lnTo>
                  <a:pt x="417" y="382"/>
                </a:lnTo>
                <a:lnTo>
                  <a:pt x="416" y="382"/>
                </a:lnTo>
                <a:lnTo>
                  <a:pt x="416" y="383"/>
                </a:lnTo>
                <a:lnTo>
                  <a:pt x="416" y="384"/>
                </a:lnTo>
                <a:lnTo>
                  <a:pt x="417" y="384"/>
                </a:lnTo>
                <a:lnTo>
                  <a:pt x="417" y="385"/>
                </a:lnTo>
                <a:lnTo>
                  <a:pt x="417" y="386"/>
                </a:lnTo>
                <a:lnTo>
                  <a:pt x="417" y="387"/>
                </a:lnTo>
                <a:lnTo>
                  <a:pt x="416" y="388"/>
                </a:lnTo>
                <a:lnTo>
                  <a:pt x="415" y="388"/>
                </a:lnTo>
                <a:lnTo>
                  <a:pt x="415" y="389"/>
                </a:lnTo>
                <a:lnTo>
                  <a:pt x="415" y="390"/>
                </a:lnTo>
                <a:lnTo>
                  <a:pt x="414" y="390"/>
                </a:lnTo>
                <a:lnTo>
                  <a:pt x="414" y="391"/>
                </a:lnTo>
                <a:lnTo>
                  <a:pt x="414" y="392"/>
                </a:lnTo>
                <a:lnTo>
                  <a:pt x="414" y="393"/>
                </a:lnTo>
                <a:lnTo>
                  <a:pt x="415" y="394"/>
                </a:lnTo>
                <a:lnTo>
                  <a:pt x="415" y="395"/>
                </a:lnTo>
                <a:lnTo>
                  <a:pt x="414" y="395"/>
                </a:lnTo>
                <a:lnTo>
                  <a:pt x="415" y="396"/>
                </a:lnTo>
                <a:lnTo>
                  <a:pt x="414" y="397"/>
                </a:lnTo>
                <a:lnTo>
                  <a:pt x="415" y="397"/>
                </a:lnTo>
                <a:lnTo>
                  <a:pt x="415" y="398"/>
                </a:lnTo>
                <a:lnTo>
                  <a:pt x="415" y="399"/>
                </a:lnTo>
                <a:lnTo>
                  <a:pt x="416" y="399"/>
                </a:lnTo>
                <a:lnTo>
                  <a:pt x="417" y="399"/>
                </a:lnTo>
                <a:lnTo>
                  <a:pt x="418" y="400"/>
                </a:lnTo>
                <a:lnTo>
                  <a:pt x="418" y="399"/>
                </a:lnTo>
                <a:lnTo>
                  <a:pt x="418" y="400"/>
                </a:lnTo>
                <a:lnTo>
                  <a:pt x="419" y="400"/>
                </a:lnTo>
                <a:lnTo>
                  <a:pt x="419" y="401"/>
                </a:lnTo>
                <a:lnTo>
                  <a:pt x="418" y="401"/>
                </a:lnTo>
                <a:lnTo>
                  <a:pt x="419" y="402"/>
                </a:lnTo>
                <a:lnTo>
                  <a:pt x="419" y="403"/>
                </a:lnTo>
                <a:lnTo>
                  <a:pt x="419" y="404"/>
                </a:lnTo>
                <a:lnTo>
                  <a:pt x="419" y="405"/>
                </a:lnTo>
                <a:lnTo>
                  <a:pt x="419" y="406"/>
                </a:lnTo>
                <a:lnTo>
                  <a:pt x="419" y="407"/>
                </a:lnTo>
                <a:lnTo>
                  <a:pt x="419" y="408"/>
                </a:lnTo>
                <a:lnTo>
                  <a:pt x="419" y="409"/>
                </a:lnTo>
                <a:lnTo>
                  <a:pt x="419" y="410"/>
                </a:lnTo>
                <a:lnTo>
                  <a:pt x="419" y="411"/>
                </a:lnTo>
                <a:lnTo>
                  <a:pt x="419" y="412"/>
                </a:lnTo>
                <a:lnTo>
                  <a:pt x="420" y="412"/>
                </a:lnTo>
                <a:lnTo>
                  <a:pt x="421" y="412"/>
                </a:lnTo>
                <a:lnTo>
                  <a:pt x="421" y="413"/>
                </a:lnTo>
                <a:lnTo>
                  <a:pt x="422" y="413"/>
                </a:lnTo>
                <a:lnTo>
                  <a:pt x="421" y="413"/>
                </a:lnTo>
                <a:lnTo>
                  <a:pt x="422" y="413"/>
                </a:lnTo>
                <a:lnTo>
                  <a:pt x="421" y="413"/>
                </a:lnTo>
                <a:lnTo>
                  <a:pt x="421" y="414"/>
                </a:lnTo>
                <a:lnTo>
                  <a:pt x="422" y="414"/>
                </a:lnTo>
                <a:lnTo>
                  <a:pt x="422" y="416"/>
                </a:lnTo>
                <a:lnTo>
                  <a:pt x="421" y="416"/>
                </a:lnTo>
                <a:lnTo>
                  <a:pt x="421" y="417"/>
                </a:lnTo>
                <a:lnTo>
                  <a:pt x="421" y="418"/>
                </a:lnTo>
                <a:lnTo>
                  <a:pt x="421" y="419"/>
                </a:lnTo>
                <a:lnTo>
                  <a:pt x="421" y="420"/>
                </a:lnTo>
                <a:lnTo>
                  <a:pt x="422" y="420"/>
                </a:lnTo>
                <a:lnTo>
                  <a:pt x="422" y="421"/>
                </a:lnTo>
                <a:lnTo>
                  <a:pt x="423" y="421"/>
                </a:lnTo>
                <a:lnTo>
                  <a:pt x="423" y="420"/>
                </a:lnTo>
                <a:lnTo>
                  <a:pt x="424" y="420"/>
                </a:lnTo>
                <a:lnTo>
                  <a:pt x="424" y="421"/>
                </a:lnTo>
                <a:lnTo>
                  <a:pt x="425" y="421"/>
                </a:lnTo>
                <a:lnTo>
                  <a:pt x="424" y="422"/>
                </a:lnTo>
                <a:lnTo>
                  <a:pt x="424" y="423"/>
                </a:lnTo>
                <a:lnTo>
                  <a:pt x="423" y="423"/>
                </a:lnTo>
                <a:lnTo>
                  <a:pt x="423" y="424"/>
                </a:lnTo>
                <a:lnTo>
                  <a:pt x="424" y="424"/>
                </a:lnTo>
                <a:lnTo>
                  <a:pt x="425" y="424"/>
                </a:lnTo>
                <a:lnTo>
                  <a:pt x="425" y="425"/>
                </a:lnTo>
                <a:lnTo>
                  <a:pt x="424" y="425"/>
                </a:lnTo>
                <a:lnTo>
                  <a:pt x="424" y="426"/>
                </a:lnTo>
                <a:lnTo>
                  <a:pt x="424" y="427"/>
                </a:lnTo>
                <a:lnTo>
                  <a:pt x="425" y="427"/>
                </a:lnTo>
                <a:lnTo>
                  <a:pt x="425" y="428"/>
                </a:lnTo>
                <a:lnTo>
                  <a:pt x="425" y="429"/>
                </a:lnTo>
                <a:lnTo>
                  <a:pt x="425" y="430"/>
                </a:lnTo>
                <a:lnTo>
                  <a:pt x="424" y="430"/>
                </a:lnTo>
                <a:lnTo>
                  <a:pt x="423" y="430"/>
                </a:lnTo>
                <a:lnTo>
                  <a:pt x="423" y="431"/>
                </a:lnTo>
                <a:lnTo>
                  <a:pt x="422" y="431"/>
                </a:lnTo>
                <a:lnTo>
                  <a:pt x="421" y="431"/>
                </a:lnTo>
                <a:lnTo>
                  <a:pt x="421" y="432"/>
                </a:lnTo>
                <a:lnTo>
                  <a:pt x="420" y="432"/>
                </a:lnTo>
                <a:lnTo>
                  <a:pt x="419" y="432"/>
                </a:lnTo>
                <a:lnTo>
                  <a:pt x="419" y="433"/>
                </a:lnTo>
                <a:lnTo>
                  <a:pt x="418" y="433"/>
                </a:lnTo>
                <a:lnTo>
                  <a:pt x="417" y="433"/>
                </a:lnTo>
                <a:lnTo>
                  <a:pt x="416" y="433"/>
                </a:lnTo>
                <a:lnTo>
                  <a:pt x="415" y="433"/>
                </a:lnTo>
                <a:lnTo>
                  <a:pt x="414" y="433"/>
                </a:lnTo>
                <a:lnTo>
                  <a:pt x="413" y="433"/>
                </a:lnTo>
                <a:lnTo>
                  <a:pt x="412" y="433"/>
                </a:lnTo>
                <a:lnTo>
                  <a:pt x="412" y="432"/>
                </a:lnTo>
                <a:lnTo>
                  <a:pt x="411" y="432"/>
                </a:lnTo>
                <a:lnTo>
                  <a:pt x="410" y="431"/>
                </a:lnTo>
                <a:lnTo>
                  <a:pt x="409" y="431"/>
                </a:lnTo>
                <a:lnTo>
                  <a:pt x="408" y="431"/>
                </a:lnTo>
                <a:lnTo>
                  <a:pt x="407" y="431"/>
                </a:lnTo>
                <a:lnTo>
                  <a:pt x="407" y="430"/>
                </a:lnTo>
                <a:lnTo>
                  <a:pt x="406" y="430"/>
                </a:lnTo>
                <a:lnTo>
                  <a:pt x="405" y="430"/>
                </a:lnTo>
                <a:lnTo>
                  <a:pt x="405" y="429"/>
                </a:lnTo>
                <a:lnTo>
                  <a:pt x="404" y="429"/>
                </a:lnTo>
                <a:lnTo>
                  <a:pt x="403" y="429"/>
                </a:lnTo>
                <a:lnTo>
                  <a:pt x="403" y="428"/>
                </a:lnTo>
                <a:lnTo>
                  <a:pt x="401" y="428"/>
                </a:lnTo>
                <a:lnTo>
                  <a:pt x="402" y="429"/>
                </a:lnTo>
                <a:lnTo>
                  <a:pt x="402" y="430"/>
                </a:lnTo>
                <a:lnTo>
                  <a:pt x="402" y="431"/>
                </a:lnTo>
                <a:lnTo>
                  <a:pt x="403" y="431"/>
                </a:lnTo>
                <a:lnTo>
                  <a:pt x="403" y="432"/>
                </a:lnTo>
                <a:lnTo>
                  <a:pt x="403" y="433"/>
                </a:lnTo>
                <a:lnTo>
                  <a:pt x="402" y="433"/>
                </a:lnTo>
                <a:lnTo>
                  <a:pt x="402" y="432"/>
                </a:lnTo>
                <a:lnTo>
                  <a:pt x="401" y="432"/>
                </a:lnTo>
                <a:lnTo>
                  <a:pt x="400" y="432"/>
                </a:lnTo>
                <a:lnTo>
                  <a:pt x="399" y="432"/>
                </a:lnTo>
                <a:lnTo>
                  <a:pt x="398" y="433"/>
                </a:lnTo>
                <a:lnTo>
                  <a:pt x="398" y="434"/>
                </a:lnTo>
                <a:lnTo>
                  <a:pt x="399" y="435"/>
                </a:lnTo>
                <a:lnTo>
                  <a:pt x="400" y="435"/>
                </a:lnTo>
                <a:lnTo>
                  <a:pt x="401" y="436"/>
                </a:lnTo>
                <a:lnTo>
                  <a:pt x="401" y="438"/>
                </a:lnTo>
                <a:lnTo>
                  <a:pt x="400" y="439"/>
                </a:lnTo>
                <a:lnTo>
                  <a:pt x="398" y="439"/>
                </a:lnTo>
                <a:lnTo>
                  <a:pt x="397" y="439"/>
                </a:lnTo>
                <a:lnTo>
                  <a:pt x="395" y="439"/>
                </a:lnTo>
                <a:lnTo>
                  <a:pt x="393" y="438"/>
                </a:lnTo>
                <a:lnTo>
                  <a:pt x="392" y="439"/>
                </a:lnTo>
                <a:lnTo>
                  <a:pt x="391" y="440"/>
                </a:lnTo>
                <a:lnTo>
                  <a:pt x="390" y="439"/>
                </a:lnTo>
                <a:lnTo>
                  <a:pt x="389" y="440"/>
                </a:lnTo>
                <a:lnTo>
                  <a:pt x="389" y="441"/>
                </a:lnTo>
                <a:lnTo>
                  <a:pt x="391" y="442"/>
                </a:lnTo>
                <a:lnTo>
                  <a:pt x="392" y="443"/>
                </a:lnTo>
                <a:lnTo>
                  <a:pt x="393" y="443"/>
                </a:lnTo>
                <a:lnTo>
                  <a:pt x="392" y="444"/>
                </a:lnTo>
                <a:lnTo>
                  <a:pt x="392" y="445"/>
                </a:lnTo>
                <a:lnTo>
                  <a:pt x="392" y="446"/>
                </a:lnTo>
                <a:lnTo>
                  <a:pt x="392" y="447"/>
                </a:lnTo>
                <a:lnTo>
                  <a:pt x="391" y="448"/>
                </a:lnTo>
                <a:lnTo>
                  <a:pt x="390" y="449"/>
                </a:lnTo>
                <a:lnTo>
                  <a:pt x="390" y="450"/>
                </a:lnTo>
                <a:lnTo>
                  <a:pt x="389" y="450"/>
                </a:lnTo>
                <a:lnTo>
                  <a:pt x="389" y="451"/>
                </a:lnTo>
                <a:lnTo>
                  <a:pt x="388" y="452"/>
                </a:lnTo>
                <a:lnTo>
                  <a:pt x="387" y="452"/>
                </a:lnTo>
                <a:lnTo>
                  <a:pt x="386" y="454"/>
                </a:lnTo>
                <a:lnTo>
                  <a:pt x="386" y="455"/>
                </a:lnTo>
                <a:lnTo>
                  <a:pt x="387" y="457"/>
                </a:lnTo>
                <a:lnTo>
                  <a:pt x="387" y="458"/>
                </a:lnTo>
                <a:lnTo>
                  <a:pt x="387" y="459"/>
                </a:lnTo>
                <a:lnTo>
                  <a:pt x="388" y="459"/>
                </a:lnTo>
                <a:lnTo>
                  <a:pt x="389" y="460"/>
                </a:lnTo>
                <a:lnTo>
                  <a:pt x="388" y="460"/>
                </a:lnTo>
                <a:lnTo>
                  <a:pt x="388" y="461"/>
                </a:lnTo>
                <a:lnTo>
                  <a:pt x="389" y="462"/>
                </a:lnTo>
                <a:lnTo>
                  <a:pt x="389" y="463"/>
                </a:lnTo>
                <a:lnTo>
                  <a:pt x="389" y="464"/>
                </a:lnTo>
                <a:lnTo>
                  <a:pt x="390" y="467"/>
                </a:lnTo>
                <a:lnTo>
                  <a:pt x="381" y="465"/>
                </a:lnTo>
                <a:lnTo>
                  <a:pt x="380" y="464"/>
                </a:lnTo>
                <a:lnTo>
                  <a:pt x="378" y="464"/>
                </a:lnTo>
                <a:lnTo>
                  <a:pt x="376" y="463"/>
                </a:lnTo>
                <a:lnTo>
                  <a:pt x="375" y="463"/>
                </a:lnTo>
                <a:lnTo>
                  <a:pt x="374" y="463"/>
                </a:lnTo>
                <a:lnTo>
                  <a:pt x="370" y="462"/>
                </a:lnTo>
                <a:lnTo>
                  <a:pt x="369" y="462"/>
                </a:lnTo>
                <a:lnTo>
                  <a:pt x="369" y="461"/>
                </a:lnTo>
                <a:lnTo>
                  <a:pt x="368" y="462"/>
                </a:lnTo>
                <a:lnTo>
                  <a:pt x="366" y="461"/>
                </a:lnTo>
                <a:lnTo>
                  <a:pt x="365" y="461"/>
                </a:lnTo>
                <a:lnTo>
                  <a:pt x="364" y="462"/>
                </a:lnTo>
                <a:lnTo>
                  <a:pt x="361" y="464"/>
                </a:lnTo>
                <a:lnTo>
                  <a:pt x="360" y="464"/>
                </a:lnTo>
                <a:lnTo>
                  <a:pt x="359" y="465"/>
                </a:lnTo>
                <a:lnTo>
                  <a:pt x="359" y="466"/>
                </a:lnTo>
                <a:lnTo>
                  <a:pt x="359" y="467"/>
                </a:lnTo>
                <a:lnTo>
                  <a:pt x="358" y="470"/>
                </a:lnTo>
                <a:lnTo>
                  <a:pt x="358" y="471"/>
                </a:lnTo>
                <a:lnTo>
                  <a:pt x="357" y="471"/>
                </a:lnTo>
                <a:lnTo>
                  <a:pt x="357" y="472"/>
                </a:lnTo>
                <a:lnTo>
                  <a:pt x="358" y="472"/>
                </a:lnTo>
                <a:lnTo>
                  <a:pt x="358" y="474"/>
                </a:lnTo>
                <a:lnTo>
                  <a:pt x="357" y="474"/>
                </a:lnTo>
                <a:lnTo>
                  <a:pt x="356" y="474"/>
                </a:lnTo>
                <a:lnTo>
                  <a:pt x="355" y="475"/>
                </a:lnTo>
                <a:lnTo>
                  <a:pt x="354" y="475"/>
                </a:lnTo>
                <a:lnTo>
                  <a:pt x="353" y="475"/>
                </a:lnTo>
                <a:lnTo>
                  <a:pt x="353" y="474"/>
                </a:lnTo>
                <a:lnTo>
                  <a:pt x="353" y="473"/>
                </a:lnTo>
                <a:lnTo>
                  <a:pt x="352" y="473"/>
                </a:lnTo>
                <a:lnTo>
                  <a:pt x="351" y="473"/>
                </a:lnTo>
                <a:lnTo>
                  <a:pt x="350" y="473"/>
                </a:lnTo>
                <a:lnTo>
                  <a:pt x="349" y="473"/>
                </a:lnTo>
                <a:lnTo>
                  <a:pt x="349" y="474"/>
                </a:lnTo>
                <a:lnTo>
                  <a:pt x="349" y="475"/>
                </a:lnTo>
                <a:lnTo>
                  <a:pt x="348" y="475"/>
                </a:lnTo>
                <a:lnTo>
                  <a:pt x="347" y="475"/>
                </a:lnTo>
                <a:lnTo>
                  <a:pt x="347" y="474"/>
                </a:lnTo>
                <a:lnTo>
                  <a:pt x="346" y="474"/>
                </a:lnTo>
                <a:lnTo>
                  <a:pt x="345" y="474"/>
                </a:lnTo>
                <a:lnTo>
                  <a:pt x="345" y="473"/>
                </a:lnTo>
                <a:lnTo>
                  <a:pt x="344" y="473"/>
                </a:lnTo>
                <a:lnTo>
                  <a:pt x="343" y="473"/>
                </a:lnTo>
                <a:lnTo>
                  <a:pt x="343" y="472"/>
                </a:lnTo>
                <a:lnTo>
                  <a:pt x="342" y="472"/>
                </a:lnTo>
                <a:lnTo>
                  <a:pt x="341" y="472"/>
                </a:lnTo>
                <a:lnTo>
                  <a:pt x="340" y="472"/>
                </a:lnTo>
                <a:lnTo>
                  <a:pt x="340" y="471"/>
                </a:lnTo>
                <a:lnTo>
                  <a:pt x="339" y="471"/>
                </a:lnTo>
                <a:lnTo>
                  <a:pt x="338" y="471"/>
                </a:lnTo>
                <a:lnTo>
                  <a:pt x="337" y="471"/>
                </a:lnTo>
                <a:lnTo>
                  <a:pt x="336" y="471"/>
                </a:lnTo>
                <a:lnTo>
                  <a:pt x="336" y="472"/>
                </a:lnTo>
                <a:lnTo>
                  <a:pt x="335" y="473"/>
                </a:lnTo>
                <a:lnTo>
                  <a:pt x="335" y="472"/>
                </a:lnTo>
                <a:lnTo>
                  <a:pt x="334" y="472"/>
                </a:lnTo>
                <a:lnTo>
                  <a:pt x="333" y="471"/>
                </a:lnTo>
                <a:lnTo>
                  <a:pt x="332" y="471"/>
                </a:lnTo>
                <a:lnTo>
                  <a:pt x="332" y="470"/>
                </a:lnTo>
                <a:lnTo>
                  <a:pt x="331" y="470"/>
                </a:lnTo>
                <a:lnTo>
                  <a:pt x="330" y="470"/>
                </a:lnTo>
                <a:lnTo>
                  <a:pt x="330" y="469"/>
                </a:lnTo>
                <a:lnTo>
                  <a:pt x="329" y="469"/>
                </a:lnTo>
                <a:lnTo>
                  <a:pt x="328" y="469"/>
                </a:lnTo>
                <a:lnTo>
                  <a:pt x="328" y="468"/>
                </a:lnTo>
                <a:lnTo>
                  <a:pt x="327" y="468"/>
                </a:lnTo>
                <a:lnTo>
                  <a:pt x="327" y="467"/>
                </a:lnTo>
                <a:lnTo>
                  <a:pt x="326" y="467"/>
                </a:lnTo>
                <a:lnTo>
                  <a:pt x="325" y="466"/>
                </a:lnTo>
                <a:lnTo>
                  <a:pt x="324" y="466"/>
                </a:lnTo>
                <a:lnTo>
                  <a:pt x="324" y="465"/>
                </a:lnTo>
                <a:lnTo>
                  <a:pt x="323" y="465"/>
                </a:lnTo>
                <a:lnTo>
                  <a:pt x="323" y="464"/>
                </a:lnTo>
                <a:lnTo>
                  <a:pt x="324" y="464"/>
                </a:lnTo>
                <a:lnTo>
                  <a:pt x="323" y="464"/>
                </a:lnTo>
                <a:lnTo>
                  <a:pt x="323" y="463"/>
                </a:lnTo>
                <a:lnTo>
                  <a:pt x="322" y="463"/>
                </a:lnTo>
                <a:lnTo>
                  <a:pt x="322" y="462"/>
                </a:lnTo>
                <a:lnTo>
                  <a:pt x="321" y="462"/>
                </a:lnTo>
                <a:lnTo>
                  <a:pt x="320" y="461"/>
                </a:lnTo>
                <a:lnTo>
                  <a:pt x="320" y="460"/>
                </a:lnTo>
                <a:lnTo>
                  <a:pt x="319" y="460"/>
                </a:lnTo>
                <a:lnTo>
                  <a:pt x="319" y="461"/>
                </a:lnTo>
                <a:lnTo>
                  <a:pt x="317" y="461"/>
                </a:lnTo>
                <a:lnTo>
                  <a:pt x="316" y="461"/>
                </a:lnTo>
                <a:lnTo>
                  <a:pt x="316" y="460"/>
                </a:lnTo>
                <a:lnTo>
                  <a:pt x="316" y="459"/>
                </a:lnTo>
                <a:lnTo>
                  <a:pt x="316" y="458"/>
                </a:lnTo>
                <a:lnTo>
                  <a:pt x="316" y="457"/>
                </a:lnTo>
                <a:lnTo>
                  <a:pt x="315" y="457"/>
                </a:lnTo>
                <a:lnTo>
                  <a:pt x="315" y="456"/>
                </a:lnTo>
                <a:lnTo>
                  <a:pt x="315" y="455"/>
                </a:lnTo>
                <a:lnTo>
                  <a:pt x="314" y="454"/>
                </a:lnTo>
                <a:lnTo>
                  <a:pt x="313" y="454"/>
                </a:lnTo>
                <a:lnTo>
                  <a:pt x="312" y="454"/>
                </a:lnTo>
                <a:lnTo>
                  <a:pt x="311" y="454"/>
                </a:lnTo>
                <a:lnTo>
                  <a:pt x="309" y="454"/>
                </a:lnTo>
                <a:lnTo>
                  <a:pt x="308" y="453"/>
                </a:lnTo>
                <a:lnTo>
                  <a:pt x="308" y="452"/>
                </a:lnTo>
                <a:lnTo>
                  <a:pt x="307" y="452"/>
                </a:lnTo>
                <a:lnTo>
                  <a:pt x="307" y="453"/>
                </a:lnTo>
                <a:lnTo>
                  <a:pt x="307" y="452"/>
                </a:lnTo>
                <a:lnTo>
                  <a:pt x="306" y="452"/>
                </a:lnTo>
                <a:lnTo>
                  <a:pt x="305" y="452"/>
                </a:lnTo>
                <a:lnTo>
                  <a:pt x="305" y="451"/>
                </a:lnTo>
                <a:lnTo>
                  <a:pt x="304" y="451"/>
                </a:lnTo>
                <a:lnTo>
                  <a:pt x="304" y="450"/>
                </a:lnTo>
                <a:lnTo>
                  <a:pt x="303" y="450"/>
                </a:lnTo>
                <a:lnTo>
                  <a:pt x="303" y="449"/>
                </a:lnTo>
                <a:lnTo>
                  <a:pt x="302" y="450"/>
                </a:lnTo>
                <a:lnTo>
                  <a:pt x="301" y="450"/>
                </a:lnTo>
                <a:lnTo>
                  <a:pt x="300" y="450"/>
                </a:lnTo>
                <a:lnTo>
                  <a:pt x="300" y="451"/>
                </a:lnTo>
                <a:lnTo>
                  <a:pt x="300" y="452"/>
                </a:lnTo>
                <a:lnTo>
                  <a:pt x="299" y="453"/>
                </a:lnTo>
                <a:lnTo>
                  <a:pt x="298" y="453"/>
                </a:lnTo>
                <a:lnTo>
                  <a:pt x="297" y="453"/>
                </a:lnTo>
                <a:lnTo>
                  <a:pt x="296" y="454"/>
                </a:lnTo>
                <a:lnTo>
                  <a:pt x="296" y="455"/>
                </a:lnTo>
                <a:lnTo>
                  <a:pt x="295" y="455"/>
                </a:lnTo>
                <a:lnTo>
                  <a:pt x="294" y="455"/>
                </a:lnTo>
                <a:lnTo>
                  <a:pt x="293" y="455"/>
                </a:lnTo>
                <a:lnTo>
                  <a:pt x="292" y="455"/>
                </a:lnTo>
                <a:lnTo>
                  <a:pt x="291" y="456"/>
                </a:lnTo>
                <a:lnTo>
                  <a:pt x="291" y="457"/>
                </a:lnTo>
                <a:lnTo>
                  <a:pt x="290" y="457"/>
                </a:lnTo>
                <a:lnTo>
                  <a:pt x="289" y="457"/>
                </a:lnTo>
                <a:lnTo>
                  <a:pt x="289" y="458"/>
                </a:lnTo>
                <a:lnTo>
                  <a:pt x="288" y="458"/>
                </a:lnTo>
                <a:lnTo>
                  <a:pt x="287" y="459"/>
                </a:lnTo>
                <a:lnTo>
                  <a:pt x="286" y="459"/>
                </a:lnTo>
                <a:lnTo>
                  <a:pt x="286" y="460"/>
                </a:lnTo>
                <a:lnTo>
                  <a:pt x="285" y="460"/>
                </a:lnTo>
                <a:lnTo>
                  <a:pt x="285" y="459"/>
                </a:lnTo>
                <a:lnTo>
                  <a:pt x="285" y="458"/>
                </a:lnTo>
                <a:lnTo>
                  <a:pt x="284" y="458"/>
                </a:lnTo>
                <a:lnTo>
                  <a:pt x="283" y="458"/>
                </a:lnTo>
                <a:lnTo>
                  <a:pt x="283" y="459"/>
                </a:lnTo>
                <a:lnTo>
                  <a:pt x="282" y="459"/>
                </a:lnTo>
                <a:lnTo>
                  <a:pt x="282" y="460"/>
                </a:lnTo>
                <a:lnTo>
                  <a:pt x="281" y="460"/>
                </a:lnTo>
                <a:lnTo>
                  <a:pt x="280" y="460"/>
                </a:lnTo>
                <a:lnTo>
                  <a:pt x="280" y="459"/>
                </a:lnTo>
                <a:lnTo>
                  <a:pt x="279" y="458"/>
                </a:lnTo>
                <a:lnTo>
                  <a:pt x="279" y="459"/>
                </a:lnTo>
                <a:lnTo>
                  <a:pt x="278" y="459"/>
                </a:lnTo>
                <a:lnTo>
                  <a:pt x="278" y="458"/>
                </a:lnTo>
                <a:lnTo>
                  <a:pt x="277" y="458"/>
                </a:lnTo>
                <a:lnTo>
                  <a:pt x="277" y="459"/>
                </a:lnTo>
                <a:lnTo>
                  <a:pt x="276" y="459"/>
                </a:lnTo>
                <a:lnTo>
                  <a:pt x="275" y="459"/>
                </a:lnTo>
                <a:lnTo>
                  <a:pt x="274" y="459"/>
                </a:lnTo>
                <a:lnTo>
                  <a:pt x="273" y="459"/>
                </a:lnTo>
                <a:lnTo>
                  <a:pt x="272" y="458"/>
                </a:lnTo>
                <a:lnTo>
                  <a:pt x="271" y="458"/>
                </a:lnTo>
                <a:lnTo>
                  <a:pt x="270" y="459"/>
                </a:lnTo>
                <a:lnTo>
                  <a:pt x="269" y="459"/>
                </a:lnTo>
                <a:lnTo>
                  <a:pt x="269" y="458"/>
                </a:lnTo>
                <a:lnTo>
                  <a:pt x="269" y="457"/>
                </a:lnTo>
                <a:lnTo>
                  <a:pt x="268" y="457"/>
                </a:lnTo>
                <a:lnTo>
                  <a:pt x="268" y="458"/>
                </a:lnTo>
                <a:lnTo>
                  <a:pt x="267" y="458"/>
                </a:lnTo>
                <a:lnTo>
                  <a:pt x="266" y="458"/>
                </a:lnTo>
                <a:lnTo>
                  <a:pt x="265" y="459"/>
                </a:lnTo>
                <a:lnTo>
                  <a:pt x="264" y="460"/>
                </a:lnTo>
                <a:lnTo>
                  <a:pt x="263" y="459"/>
                </a:lnTo>
                <a:lnTo>
                  <a:pt x="262" y="458"/>
                </a:lnTo>
                <a:lnTo>
                  <a:pt x="261" y="458"/>
                </a:lnTo>
                <a:lnTo>
                  <a:pt x="261" y="457"/>
                </a:lnTo>
                <a:lnTo>
                  <a:pt x="260" y="456"/>
                </a:lnTo>
                <a:lnTo>
                  <a:pt x="259" y="456"/>
                </a:lnTo>
                <a:lnTo>
                  <a:pt x="259" y="457"/>
                </a:lnTo>
                <a:lnTo>
                  <a:pt x="258" y="457"/>
                </a:lnTo>
                <a:lnTo>
                  <a:pt x="258" y="456"/>
                </a:lnTo>
                <a:lnTo>
                  <a:pt x="257" y="455"/>
                </a:lnTo>
                <a:lnTo>
                  <a:pt x="257" y="454"/>
                </a:lnTo>
                <a:lnTo>
                  <a:pt x="257" y="453"/>
                </a:lnTo>
                <a:lnTo>
                  <a:pt x="256" y="453"/>
                </a:lnTo>
                <a:lnTo>
                  <a:pt x="257" y="453"/>
                </a:lnTo>
                <a:lnTo>
                  <a:pt x="257" y="452"/>
                </a:lnTo>
                <a:lnTo>
                  <a:pt x="256" y="451"/>
                </a:lnTo>
                <a:lnTo>
                  <a:pt x="256" y="452"/>
                </a:lnTo>
                <a:lnTo>
                  <a:pt x="255" y="451"/>
                </a:lnTo>
                <a:lnTo>
                  <a:pt x="254" y="450"/>
                </a:lnTo>
                <a:lnTo>
                  <a:pt x="253" y="450"/>
                </a:lnTo>
                <a:lnTo>
                  <a:pt x="252" y="450"/>
                </a:lnTo>
                <a:lnTo>
                  <a:pt x="252" y="449"/>
                </a:lnTo>
                <a:lnTo>
                  <a:pt x="251" y="449"/>
                </a:lnTo>
                <a:lnTo>
                  <a:pt x="251" y="448"/>
                </a:lnTo>
                <a:lnTo>
                  <a:pt x="250" y="448"/>
                </a:lnTo>
                <a:lnTo>
                  <a:pt x="249" y="448"/>
                </a:lnTo>
                <a:lnTo>
                  <a:pt x="249" y="447"/>
                </a:lnTo>
                <a:lnTo>
                  <a:pt x="249" y="448"/>
                </a:lnTo>
                <a:lnTo>
                  <a:pt x="248" y="448"/>
                </a:lnTo>
                <a:lnTo>
                  <a:pt x="247" y="448"/>
                </a:lnTo>
                <a:lnTo>
                  <a:pt x="247" y="449"/>
                </a:lnTo>
                <a:lnTo>
                  <a:pt x="246" y="449"/>
                </a:lnTo>
                <a:lnTo>
                  <a:pt x="245" y="448"/>
                </a:lnTo>
                <a:lnTo>
                  <a:pt x="244" y="448"/>
                </a:lnTo>
                <a:lnTo>
                  <a:pt x="244" y="447"/>
                </a:lnTo>
                <a:lnTo>
                  <a:pt x="243" y="447"/>
                </a:lnTo>
                <a:lnTo>
                  <a:pt x="243" y="448"/>
                </a:lnTo>
                <a:lnTo>
                  <a:pt x="242" y="448"/>
                </a:lnTo>
                <a:lnTo>
                  <a:pt x="242" y="447"/>
                </a:lnTo>
                <a:lnTo>
                  <a:pt x="241" y="447"/>
                </a:lnTo>
                <a:lnTo>
                  <a:pt x="240" y="447"/>
                </a:lnTo>
                <a:lnTo>
                  <a:pt x="239" y="447"/>
                </a:lnTo>
                <a:lnTo>
                  <a:pt x="238" y="447"/>
                </a:lnTo>
                <a:lnTo>
                  <a:pt x="238" y="446"/>
                </a:lnTo>
                <a:lnTo>
                  <a:pt x="237" y="446"/>
                </a:lnTo>
                <a:lnTo>
                  <a:pt x="236" y="446"/>
                </a:lnTo>
                <a:lnTo>
                  <a:pt x="235" y="446"/>
                </a:lnTo>
                <a:lnTo>
                  <a:pt x="234" y="446"/>
                </a:lnTo>
                <a:lnTo>
                  <a:pt x="234" y="447"/>
                </a:lnTo>
                <a:lnTo>
                  <a:pt x="233" y="447"/>
                </a:lnTo>
                <a:lnTo>
                  <a:pt x="232" y="447"/>
                </a:lnTo>
                <a:lnTo>
                  <a:pt x="231" y="447"/>
                </a:lnTo>
                <a:lnTo>
                  <a:pt x="230" y="448"/>
                </a:lnTo>
                <a:lnTo>
                  <a:pt x="229" y="448"/>
                </a:lnTo>
                <a:lnTo>
                  <a:pt x="229" y="449"/>
                </a:lnTo>
                <a:lnTo>
                  <a:pt x="228" y="449"/>
                </a:lnTo>
                <a:lnTo>
                  <a:pt x="228" y="450"/>
                </a:lnTo>
                <a:lnTo>
                  <a:pt x="227" y="450"/>
                </a:lnTo>
                <a:lnTo>
                  <a:pt x="224" y="450"/>
                </a:lnTo>
                <a:lnTo>
                  <a:pt x="223" y="450"/>
                </a:lnTo>
                <a:lnTo>
                  <a:pt x="223" y="451"/>
                </a:lnTo>
                <a:lnTo>
                  <a:pt x="222" y="451"/>
                </a:lnTo>
                <a:lnTo>
                  <a:pt x="220" y="451"/>
                </a:lnTo>
                <a:lnTo>
                  <a:pt x="219" y="451"/>
                </a:lnTo>
                <a:lnTo>
                  <a:pt x="218" y="451"/>
                </a:lnTo>
                <a:lnTo>
                  <a:pt x="217" y="451"/>
                </a:lnTo>
                <a:lnTo>
                  <a:pt x="216" y="451"/>
                </a:lnTo>
                <a:lnTo>
                  <a:pt x="215" y="450"/>
                </a:lnTo>
                <a:lnTo>
                  <a:pt x="214" y="450"/>
                </a:lnTo>
                <a:lnTo>
                  <a:pt x="214" y="451"/>
                </a:lnTo>
                <a:lnTo>
                  <a:pt x="213" y="451"/>
                </a:lnTo>
                <a:lnTo>
                  <a:pt x="212" y="451"/>
                </a:lnTo>
                <a:lnTo>
                  <a:pt x="211" y="451"/>
                </a:lnTo>
                <a:lnTo>
                  <a:pt x="210" y="451"/>
                </a:lnTo>
                <a:lnTo>
                  <a:pt x="209" y="451"/>
                </a:lnTo>
                <a:lnTo>
                  <a:pt x="208" y="451"/>
                </a:lnTo>
                <a:lnTo>
                  <a:pt x="207" y="451"/>
                </a:lnTo>
                <a:lnTo>
                  <a:pt x="206" y="452"/>
                </a:lnTo>
                <a:lnTo>
                  <a:pt x="205" y="452"/>
                </a:lnTo>
                <a:lnTo>
                  <a:pt x="204" y="452"/>
                </a:lnTo>
                <a:lnTo>
                  <a:pt x="203" y="452"/>
                </a:lnTo>
                <a:lnTo>
                  <a:pt x="202" y="452"/>
                </a:lnTo>
                <a:lnTo>
                  <a:pt x="201" y="453"/>
                </a:lnTo>
                <a:lnTo>
                  <a:pt x="200" y="454"/>
                </a:lnTo>
                <a:lnTo>
                  <a:pt x="199" y="454"/>
                </a:lnTo>
                <a:lnTo>
                  <a:pt x="198" y="454"/>
                </a:lnTo>
                <a:lnTo>
                  <a:pt x="197" y="454"/>
                </a:lnTo>
                <a:lnTo>
                  <a:pt x="197" y="453"/>
                </a:lnTo>
                <a:lnTo>
                  <a:pt x="197" y="452"/>
                </a:lnTo>
                <a:lnTo>
                  <a:pt x="197" y="449"/>
                </a:lnTo>
                <a:lnTo>
                  <a:pt x="197" y="448"/>
                </a:lnTo>
                <a:lnTo>
                  <a:pt x="197" y="447"/>
                </a:lnTo>
                <a:lnTo>
                  <a:pt x="197" y="446"/>
                </a:lnTo>
                <a:lnTo>
                  <a:pt x="196" y="446"/>
                </a:lnTo>
                <a:lnTo>
                  <a:pt x="196" y="445"/>
                </a:lnTo>
                <a:lnTo>
                  <a:pt x="195" y="445"/>
                </a:lnTo>
                <a:lnTo>
                  <a:pt x="195" y="444"/>
                </a:lnTo>
                <a:lnTo>
                  <a:pt x="195" y="443"/>
                </a:lnTo>
                <a:lnTo>
                  <a:pt x="195" y="442"/>
                </a:lnTo>
                <a:lnTo>
                  <a:pt x="194" y="442"/>
                </a:lnTo>
                <a:lnTo>
                  <a:pt x="194" y="441"/>
                </a:lnTo>
                <a:lnTo>
                  <a:pt x="194" y="440"/>
                </a:lnTo>
                <a:lnTo>
                  <a:pt x="193" y="440"/>
                </a:lnTo>
                <a:lnTo>
                  <a:pt x="193" y="439"/>
                </a:lnTo>
                <a:lnTo>
                  <a:pt x="193" y="438"/>
                </a:lnTo>
                <a:lnTo>
                  <a:pt x="193" y="437"/>
                </a:lnTo>
                <a:lnTo>
                  <a:pt x="192" y="437"/>
                </a:lnTo>
                <a:lnTo>
                  <a:pt x="192" y="436"/>
                </a:lnTo>
                <a:lnTo>
                  <a:pt x="192" y="435"/>
                </a:lnTo>
                <a:lnTo>
                  <a:pt x="192" y="434"/>
                </a:lnTo>
                <a:lnTo>
                  <a:pt x="191" y="434"/>
                </a:lnTo>
                <a:lnTo>
                  <a:pt x="191" y="433"/>
                </a:lnTo>
                <a:lnTo>
                  <a:pt x="191" y="432"/>
                </a:lnTo>
                <a:lnTo>
                  <a:pt x="190" y="432"/>
                </a:lnTo>
                <a:lnTo>
                  <a:pt x="190" y="431"/>
                </a:lnTo>
                <a:lnTo>
                  <a:pt x="190" y="430"/>
                </a:lnTo>
                <a:lnTo>
                  <a:pt x="190" y="429"/>
                </a:lnTo>
                <a:lnTo>
                  <a:pt x="189" y="429"/>
                </a:lnTo>
                <a:lnTo>
                  <a:pt x="189" y="428"/>
                </a:lnTo>
                <a:lnTo>
                  <a:pt x="189" y="427"/>
                </a:lnTo>
                <a:lnTo>
                  <a:pt x="188" y="427"/>
                </a:lnTo>
                <a:lnTo>
                  <a:pt x="188" y="426"/>
                </a:lnTo>
                <a:lnTo>
                  <a:pt x="188" y="425"/>
                </a:lnTo>
                <a:lnTo>
                  <a:pt x="188" y="424"/>
                </a:lnTo>
                <a:lnTo>
                  <a:pt x="187" y="424"/>
                </a:lnTo>
                <a:lnTo>
                  <a:pt x="187" y="423"/>
                </a:lnTo>
                <a:lnTo>
                  <a:pt x="187" y="422"/>
                </a:lnTo>
                <a:lnTo>
                  <a:pt x="186" y="421"/>
                </a:lnTo>
                <a:lnTo>
                  <a:pt x="186" y="420"/>
                </a:lnTo>
                <a:lnTo>
                  <a:pt x="186" y="419"/>
                </a:lnTo>
                <a:lnTo>
                  <a:pt x="185" y="419"/>
                </a:lnTo>
                <a:lnTo>
                  <a:pt x="185" y="418"/>
                </a:lnTo>
                <a:lnTo>
                  <a:pt x="185" y="417"/>
                </a:lnTo>
                <a:lnTo>
                  <a:pt x="184" y="417"/>
                </a:lnTo>
                <a:lnTo>
                  <a:pt x="184" y="416"/>
                </a:lnTo>
                <a:lnTo>
                  <a:pt x="184" y="415"/>
                </a:lnTo>
                <a:lnTo>
                  <a:pt x="184" y="414"/>
                </a:lnTo>
                <a:lnTo>
                  <a:pt x="183" y="414"/>
                </a:lnTo>
                <a:lnTo>
                  <a:pt x="183" y="413"/>
                </a:lnTo>
                <a:lnTo>
                  <a:pt x="183" y="412"/>
                </a:lnTo>
                <a:lnTo>
                  <a:pt x="182" y="412"/>
                </a:lnTo>
                <a:lnTo>
                  <a:pt x="181" y="413"/>
                </a:lnTo>
                <a:lnTo>
                  <a:pt x="180" y="413"/>
                </a:lnTo>
                <a:lnTo>
                  <a:pt x="179" y="413"/>
                </a:lnTo>
                <a:lnTo>
                  <a:pt x="176" y="413"/>
                </a:lnTo>
                <a:lnTo>
                  <a:pt x="175" y="413"/>
                </a:lnTo>
                <a:lnTo>
                  <a:pt x="174" y="412"/>
                </a:lnTo>
                <a:lnTo>
                  <a:pt x="172" y="413"/>
                </a:lnTo>
                <a:lnTo>
                  <a:pt x="160" y="414"/>
                </a:lnTo>
                <a:lnTo>
                  <a:pt x="157" y="415"/>
                </a:lnTo>
                <a:lnTo>
                  <a:pt x="151" y="415"/>
                </a:lnTo>
                <a:lnTo>
                  <a:pt x="149" y="416"/>
                </a:lnTo>
                <a:lnTo>
                  <a:pt x="147" y="416"/>
                </a:lnTo>
                <a:lnTo>
                  <a:pt x="146" y="416"/>
                </a:lnTo>
                <a:lnTo>
                  <a:pt x="145" y="417"/>
                </a:lnTo>
                <a:lnTo>
                  <a:pt x="144" y="417"/>
                </a:lnTo>
                <a:lnTo>
                  <a:pt x="142" y="417"/>
                </a:lnTo>
                <a:lnTo>
                  <a:pt x="140" y="416"/>
                </a:lnTo>
                <a:lnTo>
                  <a:pt x="139" y="416"/>
                </a:lnTo>
                <a:lnTo>
                  <a:pt x="138" y="416"/>
                </a:lnTo>
                <a:lnTo>
                  <a:pt x="137" y="416"/>
                </a:lnTo>
                <a:lnTo>
                  <a:pt x="136" y="416"/>
                </a:lnTo>
                <a:lnTo>
                  <a:pt x="135" y="415"/>
                </a:lnTo>
                <a:lnTo>
                  <a:pt x="134" y="415"/>
                </a:lnTo>
                <a:lnTo>
                  <a:pt x="133" y="414"/>
                </a:lnTo>
                <a:lnTo>
                  <a:pt x="131" y="413"/>
                </a:lnTo>
                <a:lnTo>
                  <a:pt x="131" y="412"/>
                </a:lnTo>
                <a:lnTo>
                  <a:pt x="130" y="412"/>
                </a:lnTo>
                <a:lnTo>
                  <a:pt x="129" y="412"/>
                </a:lnTo>
                <a:lnTo>
                  <a:pt x="129" y="411"/>
                </a:lnTo>
                <a:lnTo>
                  <a:pt x="129" y="410"/>
                </a:lnTo>
                <a:lnTo>
                  <a:pt x="128" y="409"/>
                </a:lnTo>
                <a:lnTo>
                  <a:pt x="128" y="408"/>
                </a:lnTo>
                <a:lnTo>
                  <a:pt x="127" y="408"/>
                </a:lnTo>
                <a:lnTo>
                  <a:pt x="128" y="407"/>
                </a:lnTo>
                <a:lnTo>
                  <a:pt x="128" y="406"/>
                </a:lnTo>
                <a:lnTo>
                  <a:pt x="129" y="406"/>
                </a:lnTo>
                <a:lnTo>
                  <a:pt x="131" y="406"/>
                </a:lnTo>
                <a:lnTo>
                  <a:pt x="133" y="406"/>
                </a:lnTo>
                <a:lnTo>
                  <a:pt x="135" y="406"/>
                </a:lnTo>
                <a:lnTo>
                  <a:pt x="137" y="406"/>
                </a:lnTo>
                <a:lnTo>
                  <a:pt x="138" y="406"/>
                </a:lnTo>
                <a:lnTo>
                  <a:pt x="139" y="406"/>
                </a:lnTo>
                <a:lnTo>
                  <a:pt x="139" y="404"/>
                </a:lnTo>
                <a:lnTo>
                  <a:pt x="139" y="403"/>
                </a:lnTo>
                <a:lnTo>
                  <a:pt x="139" y="401"/>
                </a:lnTo>
                <a:lnTo>
                  <a:pt x="137" y="401"/>
                </a:lnTo>
                <a:lnTo>
                  <a:pt x="135" y="401"/>
                </a:lnTo>
                <a:lnTo>
                  <a:pt x="134" y="401"/>
                </a:lnTo>
                <a:lnTo>
                  <a:pt x="133" y="401"/>
                </a:lnTo>
                <a:lnTo>
                  <a:pt x="133" y="400"/>
                </a:lnTo>
                <a:lnTo>
                  <a:pt x="131" y="400"/>
                </a:lnTo>
                <a:lnTo>
                  <a:pt x="131" y="399"/>
                </a:lnTo>
                <a:lnTo>
                  <a:pt x="130" y="399"/>
                </a:lnTo>
                <a:lnTo>
                  <a:pt x="129" y="398"/>
                </a:lnTo>
                <a:lnTo>
                  <a:pt x="128" y="397"/>
                </a:lnTo>
                <a:lnTo>
                  <a:pt x="127" y="397"/>
                </a:lnTo>
                <a:lnTo>
                  <a:pt x="126" y="396"/>
                </a:lnTo>
                <a:lnTo>
                  <a:pt x="125" y="396"/>
                </a:lnTo>
                <a:lnTo>
                  <a:pt x="123" y="396"/>
                </a:lnTo>
                <a:lnTo>
                  <a:pt x="121" y="396"/>
                </a:lnTo>
                <a:lnTo>
                  <a:pt x="111" y="396"/>
                </a:lnTo>
                <a:lnTo>
                  <a:pt x="106" y="396"/>
                </a:lnTo>
                <a:lnTo>
                  <a:pt x="103" y="396"/>
                </a:lnTo>
                <a:lnTo>
                  <a:pt x="102" y="396"/>
                </a:lnTo>
                <a:lnTo>
                  <a:pt x="101" y="396"/>
                </a:lnTo>
                <a:lnTo>
                  <a:pt x="98" y="397"/>
                </a:lnTo>
                <a:lnTo>
                  <a:pt x="95" y="397"/>
                </a:lnTo>
                <a:lnTo>
                  <a:pt x="92" y="397"/>
                </a:lnTo>
                <a:lnTo>
                  <a:pt x="91" y="397"/>
                </a:lnTo>
                <a:lnTo>
                  <a:pt x="90" y="398"/>
                </a:lnTo>
                <a:lnTo>
                  <a:pt x="89" y="398"/>
                </a:lnTo>
                <a:lnTo>
                  <a:pt x="88" y="398"/>
                </a:lnTo>
                <a:lnTo>
                  <a:pt x="87" y="399"/>
                </a:lnTo>
                <a:lnTo>
                  <a:pt x="85" y="399"/>
                </a:lnTo>
                <a:lnTo>
                  <a:pt x="84" y="399"/>
                </a:lnTo>
                <a:lnTo>
                  <a:pt x="84" y="398"/>
                </a:lnTo>
                <a:lnTo>
                  <a:pt x="83" y="398"/>
                </a:lnTo>
                <a:lnTo>
                  <a:pt x="83" y="397"/>
                </a:lnTo>
                <a:lnTo>
                  <a:pt x="82" y="397"/>
                </a:lnTo>
                <a:lnTo>
                  <a:pt x="81" y="397"/>
                </a:lnTo>
                <a:lnTo>
                  <a:pt x="80" y="397"/>
                </a:lnTo>
                <a:lnTo>
                  <a:pt x="79" y="397"/>
                </a:lnTo>
                <a:lnTo>
                  <a:pt x="78" y="397"/>
                </a:lnTo>
                <a:lnTo>
                  <a:pt x="76" y="396"/>
                </a:lnTo>
                <a:lnTo>
                  <a:pt x="75" y="396"/>
                </a:lnTo>
                <a:lnTo>
                  <a:pt x="76" y="395"/>
                </a:lnTo>
                <a:lnTo>
                  <a:pt x="76" y="390"/>
                </a:lnTo>
                <a:lnTo>
                  <a:pt x="77" y="388"/>
                </a:lnTo>
                <a:lnTo>
                  <a:pt x="77" y="385"/>
                </a:lnTo>
                <a:lnTo>
                  <a:pt x="77" y="383"/>
                </a:lnTo>
                <a:lnTo>
                  <a:pt x="77" y="382"/>
                </a:lnTo>
                <a:lnTo>
                  <a:pt x="76" y="381"/>
                </a:lnTo>
                <a:lnTo>
                  <a:pt x="75" y="381"/>
                </a:lnTo>
                <a:lnTo>
                  <a:pt x="75" y="380"/>
                </a:lnTo>
                <a:lnTo>
                  <a:pt x="74" y="380"/>
                </a:lnTo>
                <a:lnTo>
                  <a:pt x="74" y="379"/>
                </a:lnTo>
                <a:lnTo>
                  <a:pt x="73" y="378"/>
                </a:lnTo>
                <a:lnTo>
                  <a:pt x="73" y="377"/>
                </a:lnTo>
                <a:lnTo>
                  <a:pt x="72" y="377"/>
                </a:lnTo>
                <a:lnTo>
                  <a:pt x="71" y="377"/>
                </a:lnTo>
                <a:lnTo>
                  <a:pt x="71" y="376"/>
                </a:lnTo>
                <a:lnTo>
                  <a:pt x="71" y="375"/>
                </a:lnTo>
                <a:lnTo>
                  <a:pt x="71" y="374"/>
                </a:lnTo>
                <a:lnTo>
                  <a:pt x="71" y="373"/>
                </a:lnTo>
                <a:lnTo>
                  <a:pt x="72" y="372"/>
                </a:lnTo>
                <a:lnTo>
                  <a:pt x="72" y="371"/>
                </a:lnTo>
                <a:lnTo>
                  <a:pt x="71" y="370"/>
                </a:lnTo>
                <a:lnTo>
                  <a:pt x="70" y="370"/>
                </a:lnTo>
                <a:lnTo>
                  <a:pt x="70" y="369"/>
                </a:lnTo>
                <a:lnTo>
                  <a:pt x="69" y="370"/>
                </a:lnTo>
                <a:lnTo>
                  <a:pt x="68" y="370"/>
                </a:lnTo>
                <a:lnTo>
                  <a:pt x="68" y="371"/>
                </a:lnTo>
                <a:lnTo>
                  <a:pt x="67" y="371"/>
                </a:lnTo>
                <a:lnTo>
                  <a:pt x="66" y="371"/>
                </a:lnTo>
                <a:lnTo>
                  <a:pt x="66" y="372"/>
                </a:lnTo>
                <a:lnTo>
                  <a:pt x="65" y="373"/>
                </a:lnTo>
                <a:lnTo>
                  <a:pt x="65" y="372"/>
                </a:lnTo>
                <a:lnTo>
                  <a:pt x="64" y="372"/>
                </a:lnTo>
                <a:lnTo>
                  <a:pt x="64" y="373"/>
                </a:lnTo>
                <a:lnTo>
                  <a:pt x="63" y="373"/>
                </a:lnTo>
                <a:lnTo>
                  <a:pt x="62" y="373"/>
                </a:lnTo>
                <a:lnTo>
                  <a:pt x="61" y="373"/>
                </a:lnTo>
                <a:lnTo>
                  <a:pt x="61" y="372"/>
                </a:lnTo>
                <a:lnTo>
                  <a:pt x="58" y="372"/>
                </a:lnTo>
                <a:lnTo>
                  <a:pt x="58" y="373"/>
                </a:lnTo>
                <a:lnTo>
                  <a:pt x="57" y="373"/>
                </a:lnTo>
                <a:lnTo>
                  <a:pt x="56" y="372"/>
                </a:lnTo>
                <a:lnTo>
                  <a:pt x="56" y="371"/>
                </a:lnTo>
                <a:lnTo>
                  <a:pt x="55" y="371"/>
                </a:lnTo>
                <a:lnTo>
                  <a:pt x="54" y="371"/>
                </a:lnTo>
                <a:lnTo>
                  <a:pt x="53" y="371"/>
                </a:lnTo>
                <a:lnTo>
                  <a:pt x="52" y="371"/>
                </a:lnTo>
                <a:lnTo>
                  <a:pt x="51" y="371"/>
                </a:lnTo>
                <a:lnTo>
                  <a:pt x="50" y="371"/>
                </a:lnTo>
                <a:lnTo>
                  <a:pt x="49" y="371"/>
                </a:lnTo>
                <a:lnTo>
                  <a:pt x="49" y="372"/>
                </a:lnTo>
                <a:lnTo>
                  <a:pt x="48" y="372"/>
                </a:lnTo>
                <a:lnTo>
                  <a:pt x="48" y="373"/>
                </a:lnTo>
                <a:lnTo>
                  <a:pt x="47" y="374"/>
                </a:lnTo>
                <a:lnTo>
                  <a:pt x="46" y="374"/>
                </a:lnTo>
                <a:lnTo>
                  <a:pt x="45" y="374"/>
                </a:lnTo>
                <a:lnTo>
                  <a:pt x="45" y="373"/>
                </a:lnTo>
                <a:lnTo>
                  <a:pt x="44" y="373"/>
                </a:lnTo>
                <a:lnTo>
                  <a:pt x="44" y="374"/>
                </a:lnTo>
                <a:lnTo>
                  <a:pt x="43" y="374"/>
                </a:lnTo>
                <a:lnTo>
                  <a:pt x="42" y="374"/>
                </a:lnTo>
                <a:lnTo>
                  <a:pt x="41" y="374"/>
                </a:lnTo>
                <a:lnTo>
                  <a:pt x="39" y="374"/>
                </a:lnTo>
                <a:lnTo>
                  <a:pt x="38" y="374"/>
                </a:lnTo>
                <a:lnTo>
                  <a:pt x="38" y="375"/>
                </a:lnTo>
                <a:lnTo>
                  <a:pt x="37" y="375"/>
                </a:lnTo>
                <a:lnTo>
                  <a:pt x="36" y="375"/>
                </a:lnTo>
                <a:lnTo>
                  <a:pt x="35" y="375"/>
                </a:lnTo>
                <a:lnTo>
                  <a:pt x="34" y="375"/>
                </a:lnTo>
                <a:lnTo>
                  <a:pt x="33" y="375"/>
                </a:lnTo>
                <a:lnTo>
                  <a:pt x="32" y="376"/>
                </a:lnTo>
                <a:lnTo>
                  <a:pt x="31" y="376"/>
                </a:lnTo>
                <a:lnTo>
                  <a:pt x="30" y="376"/>
                </a:lnTo>
                <a:lnTo>
                  <a:pt x="29" y="376"/>
                </a:lnTo>
                <a:lnTo>
                  <a:pt x="29" y="377"/>
                </a:lnTo>
                <a:lnTo>
                  <a:pt x="28" y="377"/>
                </a:lnTo>
                <a:lnTo>
                  <a:pt x="28" y="376"/>
                </a:lnTo>
                <a:lnTo>
                  <a:pt x="27" y="376"/>
                </a:lnTo>
                <a:lnTo>
                  <a:pt x="26" y="376"/>
                </a:lnTo>
                <a:lnTo>
                  <a:pt x="25" y="376"/>
                </a:lnTo>
                <a:lnTo>
                  <a:pt x="25" y="377"/>
                </a:lnTo>
                <a:lnTo>
                  <a:pt x="24" y="377"/>
                </a:lnTo>
                <a:lnTo>
                  <a:pt x="23" y="377"/>
                </a:lnTo>
                <a:lnTo>
                  <a:pt x="23" y="376"/>
                </a:lnTo>
                <a:lnTo>
                  <a:pt x="22" y="377"/>
                </a:lnTo>
                <a:lnTo>
                  <a:pt x="21" y="377"/>
                </a:lnTo>
                <a:lnTo>
                  <a:pt x="20" y="377"/>
                </a:lnTo>
                <a:lnTo>
                  <a:pt x="19" y="377"/>
                </a:lnTo>
                <a:lnTo>
                  <a:pt x="18" y="377"/>
                </a:lnTo>
                <a:lnTo>
                  <a:pt x="18" y="378"/>
                </a:lnTo>
                <a:lnTo>
                  <a:pt x="17" y="377"/>
                </a:lnTo>
                <a:lnTo>
                  <a:pt x="16" y="377"/>
                </a:lnTo>
                <a:lnTo>
                  <a:pt x="14" y="377"/>
                </a:lnTo>
                <a:lnTo>
                  <a:pt x="13" y="377"/>
                </a:lnTo>
                <a:lnTo>
                  <a:pt x="13" y="378"/>
                </a:lnTo>
                <a:lnTo>
                  <a:pt x="12" y="379"/>
                </a:lnTo>
                <a:lnTo>
                  <a:pt x="13" y="379"/>
                </a:lnTo>
                <a:lnTo>
                  <a:pt x="12" y="379"/>
                </a:lnTo>
                <a:lnTo>
                  <a:pt x="11" y="381"/>
                </a:lnTo>
                <a:lnTo>
                  <a:pt x="10" y="381"/>
                </a:lnTo>
                <a:lnTo>
                  <a:pt x="11" y="381"/>
                </a:lnTo>
                <a:lnTo>
                  <a:pt x="11" y="382"/>
                </a:lnTo>
                <a:lnTo>
                  <a:pt x="11" y="383"/>
                </a:lnTo>
                <a:lnTo>
                  <a:pt x="11" y="384"/>
                </a:lnTo>
                <a:lnTo>
                  <a:pt x="10" y="384"/>
                </a:lnTo>
                <a:lnTo>
                  <a:pt x="9" y="383"/>
                </a:lnTo>
                <a:lnTo>
                  <a:pt x="8" y="383"/>
                </a:lnTo>
                <a:lnTo>
                  <a:pt x="7" y="383"/>
                </a:lnTo>
                <a:lnTo>
                  <a:pt x="7" y="384"/>
                </a:lnTo>
                <a:lnTo>
                  <a:pt x="6" y="384"/>
                </a:lnTo>
                <a:lnTo>
                  <a:pt x="5" y="383"/>
                </a:lnTo>
                <a:lnTo>
                  <a:pt x="4" y="382"/>
                </a:lnTo>
                <a:lnTo>
                  <a:pt x="3" y="382"/>
                </a:lnTo>
                <a:lnTo>
                  <a:pt x="2" y="382"/>
                </a:lnTo>
                <a:lnTo>
                  <a:pt x="1" y="381"/>
                </a:lnTo>
                <a:lnTo>
                  <a:pt x="1" y="380"/>
                </a:lnTo>
                <a:lnTo>
                  <a:pt x="1" y="379"/>
                </a:lnTo>
                <a:lnTo>
                  <a:pt x="2" y="379"/>
                </a:lnTo>
                <a:lnTo>
                  <a:pt x="2" y="378"/>
                </a:lnTo>
                <a:lnTo>
                  <a:pt x="2" y="377"/>
                </a:lnTo>
                <a:lnTo>
                  <a:pt x="1" y="377"/>
                </a:lnTo>
                <a:lnTo>
                  <a:pt x="1" y="376"/>
                </a:lnTo>
                <a:lnTo>
                  <a:pt x="2" y="376"/>
                </a:lnTo>
                <a:lnTo>
                  <a:pt x="1" y="376"/>
                </a:lnTo>
                <a:lnTo>
                  <a:pt x="1" y="375"/>
                </a:lnTo>
                <a:lnTo>
                  <a:pt x="1" y="374"/>
                </a:lnTo>
                <a:lnTo>
                  <a:pt x="0" y="374"/>
                </a:lnTo>
                <a:lnTo>
                  <a:pt x="0" y="373"/>
                </a:lnTo>
                <a:lnTo>
                  <a:pt x="0" y="372"/>
                </a:lnTo>
                <a:lnTo>
                  <a:pt x="0" y="371"/>
                </a:lnTo>
                <a:lnTo>
                  <a:pt x="0" y="370"/>
                </a:lnTo>
                <a:lnTo>
                  <a:pt x="0" y="368"/>
                </a:lnTo>
                <a:lnTo>
                  <a:pt x="0" y="367"/>
                </a:lnTo>
                <a:lnTo>
                  <a:pt x="0" y="366"/>
                </a:lnTo>
                <a:lnTo>
                  <a:pt x="0" y="365"/>
                </a:lnTo>
                <a:lnTo>
                  <a:pt x="0" y="364"/>
                </a:lnTo>
                <a:lnTo>
                  <a:pt x="0" y="363"/>
                </a:lnTo>
                <a:lnTo>
                  <a:pt x="1" y="363"/>
                </a:lnTo>
                <a:lnTo>
                  <a:pt x="3" y="362"/>
                </a:lnTo>
                <a:lnTo>
                  <a:pt x="4" y="361"/>
                </a:lnTo>
                <a:lnTo>
                  <a:pt x="4" y="360"/>
                </a:lnTo>
                <a:lnTo>
                  <a:pt x="10" y="355"/>
                </a:lnTo>
                <a:lnTo>
                  <a:pt x="16" y="350"/>
                </a:lnTo>
                <a:lnTo>
                  <a:pt x="17" y="350"/>
                </a:lnTo>
                <a:lnTo>
                  <a:pt x="26" y="337"/>
                </a:lnTo>
                <a:lnTo>
                  <a:pt x="27" y="335"/>
                </a:lnTo>
                <a:lnTo>
                  <a:pt x="31" y="321"/>
                </a:lnTo>
                <a:lnTo>
                  <a:pt x="31" y="320"/>
                </a:lnTo>
                <a:lnTo>
                  <a:pt x="32" y="315"/>
                </a:lnTo>
                <a:lnTo>
                  <a:pt x="35" y="305"/>
                </a:lnTo>
                <a:lnTo>
                  <a:pt x="36" y="303"/>
                </a:lnTo>
                <a:lnTo>
                  <a:pt x="36" y="299"/>
                </a:lnTo>
                <a:lnTo>
                  <a:pt x="37" y="296"/>
                </a:lnTo>
                <a:lnTo>
                  <a:pt x="37" y="295"/>
                </a:lnTo>
                <a:lnTo>
                  <a:pt x="39" y="286"/>
                </a:lnTo>
                <a:lnTo>
                  <a:pt x="41" y="270"/>
                </a:lnTo>
                <a:lnTo>
                  <a:pt x="44" y="265"/>
                </a:lnTo>
                <a:lnTo>
                  <a:pt x="47" y="259"/>
                </a:lnTo>
                <a:lnTo>
                  <a:pt x="51" y="254"/>
                </a:lnTo>
                <a:lnTo>
                  <a:pt x="52" y="245"/>
                </a:lnTo>
                <a:lnTo>
                  <a:pt x="52" y="243"/>
                </a:lnTo>
                <a:lnTo>
                  <a:pt x="53" y="228"/>
                </a:lnTo>
                <a:lnTo>
                  <a:pt x="53" y="227"/>
                </a:lnTo>
                <a:lnTo>
                  <a:pt x="59" y="226"/>
                </a:lnTo>
                <a:lnTo>
                  <a:pt x="90" y="221"/>
                </a:lnTo>
                <a:lnTo>
                  <a:pt x="104" y="219"/>
                </a:lnTo>
                <a:lnTo>
                  <a:pt x="105" y="219"/>
                </a:lnTo>
                <a:lnTo>
                  <a:pt x="128" y="218"/>
                </a:lnTo>
                <a:lnTo>
                  <a:pt x="128" y="217"/>
                </a:lnTo>
                <a:lnTo>
                  <a:pt x="133" y="204"/>
                </a:lnTo>
                <a:lnTo>
                  <a:pt x="132" y="196"/>
                </a:lnTo>
                <a:lnTo>
                  <a:pt x="141" y="185"/>
                </a:lnTo>
                <a:lnTo>
                  <a:pt x="149" y="173"/>
                </a:lnTo>
                <a:lnTo>
                  <a:pt x="150" y="172"/>
                </a:lnTo>
                <a:lnTo>
                  <a:pt x="166" y="156"/>
                </a:lnTo>
                <a:lnTo>
                  <a:pt x="175" y="149"/>
                </a:lnTo>
                <a:lnTo>
                  <a:pt x="197" y="132"/>
                </a:lnTo>
                <a:lnTo>
                  <a:pt x="213" y="129"/>
                </a:lnTo>
                <a:lnTo>
                  <a:pt x="217" y="128"/>
                </a:lnTo>
                <a:lnTo>
                  <a:pt x="219" y="125"/>
                </a:lnTo>
                <a:lnTo>
                  <a:pt x="222" y="120"/>
                </a:lnTo>
                <a:lnTo>
                  <a:pt x="224" y="119"/>
                </a:lnTo>
                <a:lnTo>
                  <a:pt x="227" y="115"/>
                </a:lnTo>
                <a:lnTo>
                  <a:pt x="237" y="110"/>
                </a:lnTo>
                <a:lnTo>
                  <a:pt x="240" y="109"/>
                </a:lnTo>
                <a:lnTo>
                  <a:pt x="249" y="105"/>
                </a:lnTo>
                <a:lnTo>
                  <a:pt x="252" y="104"/>
                </a:lnTo>
                <a:lnTo>
                  <a:pt x="252" y="105"/>
                </a:lnTo>
                <a:lnTo>
                  <a:pt x="252" y="106"/>
                </a:lnTo>
                <a:lnTo>
                  <a:pt x="253" y="107"/>
                </a:lnTo>
                <a:lnTo>
                  <a:pt x="254" y="107"/>
                </a:lnTo>
                <a:lnTo>
                  <a:pt x="255" y="108"/>
                </a:lnTo>
                <a:lnTo>
                  <a:pt x="256" y="109"/>
                </a:lnTo>
                <a:lnTo>
                  <a:pt x="257" y="110"/>
                </a:lnTo>
                <a:lnTo>
                  <a:pt x="257" y="111"/>
                </a:lnTo>
                <a:lnTo>
                  <a:pt x="257" y="112"/>
                </a:lnTo>
                <a:lnTo>
                  <a:pt x="258" y="114"/>
                </a:lnTo>
                <a:lnTo>
                  <a:pt x="259" y="115"/>
                </a:lnTo>
                <a:lnTo>
                  <a:pt x="259" y="116"/>
                </a:lnTo>
                <a:lnTo>
                  <a:pt x="260" y="116"/>
                </a:lnTo>
                <a:lnTo>
                  <a:pt x="260" y="117"/>
                </a:lnTo>
                <a:lnTo>
                  <a:pt x="260" y="118"/>
                </a:lnTo>
                <a:lnTo>
                  <a:pt x="262" y="121"/>
                </a:lnTo>
                <a:lnTo>
                  <a:pt x="266" y="126"/>
                </a:lnTo>
                <a:lnTo>
                  <a:pt x="266" y="125"/>
                </a:lnTo>
                <a:lnTo>
                  <a:pt x="267" y="125"/>
                </a:lnTo>
                <a:lnTo>
                  <a:pt x="267" y="124"/>
                </a:lnTo>
                <a:lnTo>
                  <a:pt x="268" y="124"/>
                </a:lnTo>
                <a:lnTo>
                  <a:pt x="268" y="123"/>
                </a:lnTo>
                <a:lnTo>
                  <a:pt x="268" y="122"/>
                </a:lnTo>
                <a:lnTo>
                  <a:pt x="268" y="121"/>
                </a:lnTo>
                <a:lnTo>
                  <a:pt x="269" y="120"/>
                </a:lnTo>
                <a:lnTo>
                  <a:pt x="269" y="119"/>
                </a:lnTo>
                <a:lnTo>
                  <a:pt x="269" y="118"/>
                </a:lnTo>
                <a:lnTo>
                  <a:pt x="270" y="117"/>
                </a:lnTo>
                <a:lnTo>
                  <a:pt x="270" y="116"/>
                </a:lnTo>
                <a:lnTo>
                  <a:pt x="271" y="116"/>
                </a:lnTo>
                <a:lnTo>
                  <a:pt x="272" y="115"/>
                </a:lnTo>
                <a:lnTo>
                  <a:pt x="273" y="114"/>
                </a:lnTo>
                <a:lnTo>
                  <a:pt x="274" y="113"/>
                </a:lnTo>
                <a:lnTo>
                  <a:pt x="275" y="112"/>
                </a:lnTo>
                <a:lnTo>
                  <a:pt x="276" y="112"/>
                </a:lnTo>
                <a:lnTo>
                  <a:pt x="277" y="111"/>
                </a:lnTo>
                <a:lnTo>
                  <a:pt x="278" y="111"/>
                </a:lnTo>
                <a:lnTo>
                  <a:pt x="279" y="110"/>
                </a:lnTo>
                <a:lnTo>
                  <a:pt x="282" y="108"/>
                </a:lnTo>
                <a:lnTo>
                  <a:pt x="283" y="108"/>
                </a:lnTo>
                <a:lnTo>
                  <a:pt x="283" y="107"/>
                </a:lnTo>
                <a:lnTo>
                  <a:pt x="284" y="107"/>
                </a:lnTo>
                <a:lnTo>
                  <a:pt x="285" y="106"/>
                </a:lnTo>
                <a:lnTo>
                  <a:pt x="286" y="106"/>
                </a:lnTo>
                <a:lnTo>
                  <a:pt x="286" y="105"/>
                </a:lnTo>
                <a:lnTo>
                  <a:pt x="288" y="104"/>
                </a:lnTo>
                <a:lnTo>
                  <a:pt x="289" y="104"/>
                </a:lnTo>
                <a:lnTo>
                  <a:pt x="291" y="103"/>
                </a:lnTo>
                <a:lnTo>
                  <a:pt x="291" y="102"/>
                </a:lnTo>
                <a:lnTo>
                  <a:pt x="292" y="102"/>
                </a:lnTo>
                <a:lnTo>
                  <a:pt x="293" y="101"/>
                </a:lnTo>
                <a:lnTo>
                  <a:pt x="294" y="101"/>
                </a:lnTo>
                <a:lnTo>
                  <a:pt x="295" y="101"/>
                </a:lnTo>
                <a:lnTo>
                  <a:pt x="296" y="100"/>
                </a:lnTo>
                <a:lnTo>
                  <a:pt x="297" y="100"/>
                </a:lnTo>
                <a:lnTo>
                  <a:pt x="298" y="100"/>
                </a:lnTo>
                <a:lnTo>
                  <a:pt x="298" y="99"/>
                </a:lnTo>
                <a:lnTo>
                  <a:pt x="300" y="99"/>
                </a:lnTo>
                <a:lnTo>
                  <a:pt x="303" y="99"/>
                </a:lnTo>
                <a:lnTo>
                  <a:pt x="303" y="98"/>
                </a:lnTo>
                <a:lnTo>
                  <a:pt x="304" y="98"/>
                </a:lnTo>
                <a:lnTo>
                  <a:pt x="307" y="98"/>
                </a:lnTo>
                <a:lnTo>
                  <a:pt x="308" y="98"/>
                </a:lnTo>
                <a:lnTo>
                  <a:pt x="309" y="98"/>
                </a:lnTo>
                <a:lnTo>
                  <a:pt x="310" y="97"/>
                </a:lnTo>
                <a:lnTo>
                  <a:pt x="312" y="97"/>
                </a:lnTo>
                <a:lnTo>
                  <a:pt x="314" y="97"/>
                </a:lnTo>
                <a:lnTo>
                  <a:pt x="315" y="97"/>
                </a:lnTo>
                <a:lnTo>
                  <a:pt x="316" y="97"/>
                </a:lnTo>
                <a:lnTo>
                  <a:pt x="317" y="96"/>
                </a:lnTo>
                <a:lnTo>
                  <a:pt x="318" y="96"/>
                </a:lnTo>
                <a:lnTo>
                  <a:pt x="318" y="95"/>
                </a:lnTo>
                <a:lnTo>
                  <a:pt x="319" y="95"/>
                </a:lnTo>
                <a:lnTo>
                  <a:pt x="320" y="94"/>
                </a:lnTo>
                <a:lnTo>
                  <a:pt x="322" y="94"/>
                </a:lnTo>
                <a:lnTo>
                  <a:pt x="324" y="93"/>
                </a:lnTo>
                <a:lnTo>
                  <a:pt x="325" y="93"/>
                </a:lnTo>
                <a:lnTo>
                  <a:pt x="326" y="93"/>
                </a:lnTo>
                <a:lnTo>
                  <a:pt x="326" y="92"/>
                </a:lnTo>
                <a:lnTo>
                  <a:pt x="328" y="91"/>
                </a:lnTo>
                <a:lnTo>
                  <a:pt x="329" y="91"/>
                </a:lnTo>
                <a:lnTo>
                  <a:pt x="330" y="91"/>
                </a:lnTo>
                <a:lnTo>
                  <a:pt x="330" y="90"/>
                </a:lnTo>
                <a:lnTo>
                  <a:pt x="331" y="90"/>
                </a:lnTo>
                <a:lnTo>
                  <a:pt x="332" y="90"/>
                </a:lnTo>
                <a:lnTo>
                  <a:pt x="332" y="89"/>
                </a:lnTo>
                <a:lnTo>
                  <a:pt x="333" y="89"/>
                </a:lnTo>
                <a:lnTo>
                  <a:pt x="334" y="88"/>
                </a:lnTo>
                <a:lnTo>
                  <a:pt x="336" y="86"/>
                </a:lnTo>
                <a:lnTo>
                  <a:pt x="337" y="86"/>
                </a:lnTo>
                <a:lnTo>
                  <a:pt x="337" y="85"/>
                </a:lnTo>
                <a:lnTo>
                  <a:pt x="338" y="85"/>
                </a:lnTo>
                <a:lnTo>
                  <a:pt x="338" y="84"/>
                </a:lnTo>
                <a:lnTo>
                  <a:pt x="339" y="84"/>
                </a:lnTo>
                <a:lnTo>
                  <a:pt x="340" y="83"/>
                </a:lnTo>
                <a:lnTo>
                  <a:pt x="340" y="82"/>
                </a:lnTo>
                <a:lnTo>
                  <a:pt x="340" y="81"/>
                </a:lnTo>
                <a:lnTo>
                  <a:pt x="341" y="81"/>
                </a:lnTo>
                <a:lnTo>
                  <a:pt x="341" y="80"/>
                </a:lnTo>
                <a:lnTo>
                  <a:pt x="342" y="80"/>
                </a:lnTo>
                <a:lnTo>
                  <a:pt x="342" y="79"/>
                </a:lnTo>
                <a:lnTo>
                  <a:pt x="342" y="78"/>
                </a:lnTo>
                <a:lnTo>
                  <a:pt x="342" y="76"/>
                </a:lnTo>
                <a:lnTo>
                  <a:pt x="336" y="66"/>
                </a:lnTo>
                <a:lnTo>
                  <a:pt x="339" y="64"/>
                </a:lnTo>
                <a:lnTo>
                  <a:pt x="346" y="59"/>
                </a:lnTo>
                <a:lnTo>
                  <a:pt x="333" y="48"/>
                </a:lnTo>
                <a:lnTo>
                  <a:pt x="333" y="45"/>
                </a:lnTo>
                <a:lnTo>
                  <a:pt x="336" y="39"/>
                </a:lnTo>
                <a:lnTo>
                  <a:pt x="330" y="37"/>
                </a:lnTo>
                <a:lnTo>
                  <a:pt x="328" y="36"/>
                </a:lnTo>
                <a:lnTo>
                  <a:pt x="329" y="35"/>
                </a:lnTo>
                <a:lnTo>
                  <a:pt x="330" y="34"/>
                </a:lnTo>
                <a:lnTo>
                  <a:pt x="331" y="32"/>
                </a:lnTo>
                <a:lnTo>
                  <a:pt x="331" y="30"/>
                </a:lnTo>
                <a:lnTo>
                  <a:pt x="332" y="26"/>
                </a:lnTo>
                <a:lnTo>
                  <a:pt x="333" y="25"/>
                </a:lnTo>
                <a:lnTo>
                  <a:pt x="334" y="24"/>
                </a:lnTo>
                <a:lnTo>
                  <a:pt x="335" y="24"/>
                </a:lnTo>
                <a:lnTo>
                  <a:pt x="336" y="23"/>
                </a:lnTo>
                <a:lnTo>
                  <a:pt x="339" y="19"/>
                </a:lnTo>
                <a:lnTo>
                  <a:pt x="341" y="19"/>
                </a:lnTo>
                <a:lnTo>
                  <a:pt x="342" y="18"/>
                </a:lnTo>
                <a:lnTo>
                  <a:pt x="344" y="18"/>
                </a:lnTo>
                <a:lnTo>
                  <a:pt x="345" y="17"/>
                </a:lnTo>
                <a:lnTo>
                  <a:pt x="345" y="16"/>
                </a:lnTo>
                <a:lnTo>
                  <a:pt x="346" y="16"/>
                </a:lnTo>
                <a:lnTo>
                  <a:pt x="349" y="15"/>
                </a:lnTo>
                <a:lnTo>
                  <a:pt x="350" y="15"/>
                </a:lnTo>
                <a:lnTo>
                  <a:pt x="351" y="14"/>
                </a:lnTo>
                <a:lnTo>
                  <a:pt x="352" y="13"/>
                </a:lnTo>
                <a:lnTo>
                  <a:pt x="353" y="13"/>
                </a:lnTo>
                <a:lnTo>
                  <a:pt x="354" y="13"/>
                </a:lnTo>
                <a:lnTo>
                  <a:pt x="354" y="12"/>
                </a:lnTo>
                <a:lnTo>
                  <a:pt x="355" y="12"/>
                </a:lnTo>
                <a:lnTo>
                  <a:pt x="356" y="11"/>
                </a:lnTo>
                <a:lnTo>
                  <a:pt x="357" y="11"/>
                </a:lnTo>
                <a:lnTo>
                  <a:pt x="358" y="10"/>
                </a:lnTo>
                <a:lnTo>
                  <a:pt x="359" y="10"/>
                </a:lnTo>
                <a:lnTo>
                  <a:pt x="360" y="10"/>
                </a:lnTo>
                <a:lnTo>
                  <a:pt x="360" y="9"/>
                </a:lnTo>
                <a:lnTo>
                  <a:pt x="361" y="9"/>
                </a:lnTo>
                <a:lnTo>
                  <a:pt x="362" y="9"/>
                </a:lnTo>
                <a:lnTo>
                  <a:pt x="362" y="8"/>
                </a:lnTo>
                <a:lnTo>
                  <a:pt x="364" y="7"/>
                </a:lnTo>
                <a:lnTo>
                  <a:pt x="368" y="7"/>
                </a:lnTo>
                <a:lnTo>
                  <a:pt x="371" y="6"/>
                </a:lnTo>
                <a:lnTo>
                  <a:pt x="372" y="6"/>
                </a:lnTo>
                <a:lnTo>
                  <a:pt x="375" y="6"/>
                </a:lnTo>
                <a:lnTo>
                  <a:pt x="378" y="6"/>
                </a:lnTo>
                <a:lnTo>
                  <a:pt x="379" y="5"/>
                </a:lnTo>
                <a:lnTo>
                  <a:pt x="381" y="5"/>
                </a:lnTo>
                <a:lnTo>
                  <a:pt x="383" y="5"/>
                </a:lnTo>
                <a:lnTo>
                  <a:pt x="385" y="5"/>
                </a:lnTo>
                <a:lnTo>
                  <a:pt x="387" y="5"/>
                </a:lnTo>
                <a:lnTo>
                  <a:pt x="397" y="3"/>
                </a:lnTo>
                <a:lnTo>
                  <a:pt x="403" y="4"/>
                </a:lnTo>
                <a:lnTo>
                  <a:pt x="418" y="4"/>
                </a:lnTo>
                <a:lnTo>
                  <a:pt x="420" y="3"/>
                </a:lnTo>
                <a:lnTo>
                  <a:pt x="422" y="3"/>
                </a:lnTo>
                <a:lnTo>
                  <a:pt x="424" y="2"/>
                </a:lnTo>
                <a:lnTo>
                  <a:pt x="425" y="2"/>
                </a:lnTo>
                <a:lnTo>
                  <a:pt x="426" y="2"/>
                </a:lnTo>
                <a:lnTo>
                  <a:pt x="429" y="1"/>
                </a:lnTo>
                <a:lnTo>
                  <a:pt x="431" y="1"/>
                </a:lnTo>
                <a:lnTo>
                  <a:pt x="434" y="0"/>
                </a:lnTo>
                <a:lnTo>
                  <a:pt x="435" y="0"/>
                </a:lnTo>
                <a:lnTo>
                  <a:pt x="437" y="3"/>
                </a:lnTo>
                <a:lnTo>
                  <a:pt x="441" y="12"/>
                </a:lnTo>
                <a:moveTo>
                  <a:pt x="1233" y="748"/>
                </a:moveTo>
                <a:lnTo>
                  <a:pt x="1232" y="748"/>
                </a:lnTo>
                <a:lnTo>
                  <a:pt x="1231" y="748"/>
                </a:lnTo>
                <a:lnTo>
                  <a:pt x="1230" y="748"/>
                </a:lnTo>
                <a:lnTo>
                  <a:pt x="1229" y="748"/>
                </a:lnTo>
                <a:lnTo>
                  <a:pt x="1229" y="749"/>
                </a:lnTo>
                <a:lnTo>
                  <a:pt x="1228" y="749"/>
                </a:lnTo>
                <a:lnTo>
                  <a:pt x="1227" y="750"/>
                </a:lnTo>
                <a:lnTo>
                  <a:pt x="1226" y="750"/>
                </a:lnTo>
                <a:lnTo>
                  <a:pt x="1225" y="750"/>
                </a:lnTo>
                <a:lnTo>
                  <a:pt x="1224" y="750"/>
                </a:lnTo>
                <a:lnTo>
                  <a:pt x="1224" y="751"/>
                </a:lnTo>
                <a:lnTo>
                  <a:pt x="1223" y="751"/>
                </a:lnTo>
                <a:lnTo>
                  <a:pt x="1223" y="750"/>
                </a:lnTo>
                <a:lnTo>
                  <a:pt x="1222" y="750"/>
                </a:lnTo>
                <a:lnTo>
                  <a:pt x="1221" y="751"/>
                </a:lnTo>
                <a:lnTo>
                  <a:pt x="1220" y="751"/>
                </a:lnTo>
                <a:lnTo>
                  <a:pt x="1220" y="752"/>
                </a:lnTo>
                <a:lnTo>
                  <a:pt x="1221" y="753"/>
                </a:lnTo>
                <a:lnTo>
                  <a:pt x="1221" y="754"/>
                </a:lnTo>
                <a:lnTo>
                  <a:pt x="1221" y="755"/>
                </a:lnTo>
                <a:lnTo>
                  <a:pt x="1221" y="754"/>
                </a:lnTo>
                <a:lnTo>
                  <a:pt x="1222" y="754"/>
                </a:lnTo>
                <a:lnTo>
                  <a:pt x="1222" y="755"/>
                </a:lnTo>
                <a:lnTo>
                  <a:pt x="1223" y="754"/>
                </a:lnTo>
                <a:lnTo>
                  <a:pt x="1224" y="753"/>
                </a:lnTo>
                <a:lnTo>
                  <a:pt x="1225" y="753"/>
                </a:lnTo>
                <a:lnTo>
                  <a:pt x="1225" y="754"/>
                </a:lnTo>
                <a:lnTo>
                  <a:pt x="1226" y="753"/>
                </a:lnTo>
                <a:lnTo>
                  <a:pt x="1227" y="753"/>
                </a:lnTo>
                <a:lnTo>
                  <a:pt x="1228" y="753"/>
                </a:lnTo>
                <a:lnTo>
                  <a:pt x="1229" y="752"/>
                </a:lnTo>
                <a:lnTo>
                  <a:pt x="1230" y="752"/>
                </a:lnTo>
                <a:lnTo>
                  <a:pt x="1230" y="751"/>
                </a:lnTo>
                <a:lnTo>
                  <a:pt x="1231" y="751"/>
                </a:lnTo>
                <a:lnTo>
                  <a:pt x="1231" y="752"/>
                </a:lnTo>
                <a:lnTo>
                  <a:pt x="1231" y="751"/>
                </a:lnTo>
                <a:lnTo>
                  <a:pt x="1231" y="750"/>
                </a:lnTo>
                <a:lnTo>
                  <a:pt x="1232" y="750"/>
                </a:lnTo>
                <a:lnTo>
                  <a:pt x="1232" y="749"/>
                </a:lnTo>
                <a:lnTo>
                  <a:pt x="1233" y="749"/>
                </a:lnTo>
                <a:lnTo>
                  <a:pt x="1234" y="749"/>
                </a:lnTo>
                <a:lnTo>
                  <a:pt x="1234" y="750"/>
                </a:lnTo>
                <a:lnTo>
                  <a:pt x="1235" y="751"/>
                </a:lnTo>
                <a:lnTo>
                  <a:pt x="1235" y="750"/>
                </a:lnTo>
                <a:lnTo>
                  <a:pt x="1235" y="749"/>
                </a:lnTo>
                <a:lnTo>
                  <a:pt x="1235" y="748"/>
                </a:lnTo>
                <a:lnTo>
                  <a:pt x="1236" y="747"/>
                </a:lnTo>
                <a:lnTo>
                  <a:pt x="1235" y="747"/>
                </a:lnTo>
                <a:lnTo>
                  <a:pt x="1234" y="747"/>
                </a:lnTo>
                <a:lnTo>
                  <a:pt x="1233" y="747"/>
                </a:lnTo>
                <a:lnTo>
                  <a:pt x="1233" y="748"/>
                </a:lnTo>
                <a:close/>
              </a:path>
            </a:pathLst>
          </a:custGeom>
          <a:solidFill>
            <a:srgbClr val="E6F5EE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2" name=""/>
          <p:cNvSpPr/>
          <p:nvPr/>
        </p:nvSpPr>
        <p:spPr>
          <a:xfrm>
            <a:off x="1289880" y="1548360"/>
            <a:ext cx="443880" cy="280800"/>
          </a:xfrm>
          <a:custGeom>
            <a:avLst/>
            <a:gdLst/>
            <a:ahLst/>
            <a:rect l="0" t="0" r="r" b="b"/>
            <a:pathLst>
              <a:path w="1233" h="780">
                <a:moveTo>
                  <a:pt x="686" y="0"/>
                </a:moveTo>
                <a:lnTo>
                  <a:pt x="687" y="0"/>
                </a:lnTo>
                <a:lnTo>
                  <a:pt x="688" y="0"/>
                </a:lnTo>
                <a:lnTo>
                  <a:pt x="689" y="0"/>
                </a:lnTo>
                <a:lnTo>
                  <a:pt x="689" y="1"/>
                </a:lnTo>
                <a:lnTo>
                  <a:pt x="690" y="1"/>
                </a:lnTo>
                <a:lnTo>
                  <a:pt x="690" y="2"/>
                </a:lnTo>
                <a:lnTo>
                  <a:pt x="691" y="2"/>
                </a:lnTo>
                <a:lnTo>
                  <a:pt x="691" y="1"/>
                </a:lnTo>
                <a:lnTo>
                  <a:pt x="692" y="1"/>
                </a:lnTo>
                <a:lnTo>
                  <a:pt x="693" y="1"/>
                </a:lnTo>
                <a:lnTo>
                  <a:pt x="694" y="1"/>
                </a:lnTo>
                <a:lnTo>
                  <a:pt x="694" y="2"/>
                </a:lnTo>
                <a:lnTo>
                  <a:pt x="694" y="1"/>
                </a:lnTo>
                <a:lnTo>
                  <a:pt x="695" y="1"/>
                </a:lnTo>
                <a:lnTo>
                  <a:pt x="695" y="2"/>
                </a:lnTo>
                <a:lnTo>
                  <a:pt x="696" y="2"/>
                </a:lnTo>
                <a:lnTo>
                  <a:pt x="697" y="2"/>
                </a:lnTo>
                <a:lnTo>
                  <a:pt x="697" y="1"/>
                </a:lnTo>
                <a:lnTo>
                  <a:pt x="697" y="2"/>
                </a:lnTo>
                <a:lnTo>
                  <a:pt x="698" y="2"/>
                </a:lnTo>
                <a:lnTo>
                  <a:pt x="698" y="1"/>
                </a:lnTo>
                <a:lnTo>
                  <a:pt x="699" y="1"/>
                </a:lnTo>
                <a:lnTo>
                  <a:pt x="699" y="2"/>
                </a:lnTo>
                <a:lnTo>
                  <a:pt x="700" y="2"/>
                </a:lnTo>
                <a:lnTo>
                  <a:pt x="701" y="2"/>
                </a:lnTo>
                <a:lnTo>
                  <a:pt x="702" y="2"/>
                </a:lnTo>
                <a:lnTo>
                  <a:pt x="704" y="2"/>
                </a:lnTo>
                <a:lnTo>
                  <a:pt x="705" y="3"/>
                </a:lnTo>
                <a:lnTo>
                  <a:pt x="706" y="3"/>
                </a:lnTo>
                <a:lnTo>
                  <a:pt x="707" y="3"/>
                </a:lnTo>
                <a:lnTo>
                  <a:pt x="708" y="3"/>
                </a:lnTo>
                <a:lnTo>
                  <a:pt x="708" y="4"/>
                </a:lnTo>
                <a:lnTo>
                  <a:pt x="709" y="4"/>
                </a:lnTo>
                <a:lnTo>
                  <a:pt x="710" y="4"/>
                </a:lnTo>
                <a:lnTo>
                  <a:pt x="711" y="5"/>
                </a:lnTo>
                <a:lnTo>
                  <a:pt x="712" y="5"/>
                </a:lnTo>
                <a:lnTo>
                  <a:pt x="713" y="5"/>
                </a:lnTo>
                <a:lnTo>
                  <a:pt x="715" y="4"/>
                </a:lnTo>
                <a:lnTo>
                  <a:pt x="716" y="4"/>
                </a:lnTo>
                <a:lnTo>
                  <a:pt x="716" y="5"/>
                </a:lnTo>
                <a:lnTo>
                  <a:pt x="717" y="5"/>
                </a:lnTo>
                <a:lnTo>
                  <a:pt x="717" y="6"/>
                </a:lnTo>
                <a:lnTo>
                  <a:pt x="718" y="7"/>
                </a:lnTo>
                <a:lnTo>
                  <a:pt x="719" y="6"/>
                </a:lnTo>
                <a:lnTo>
                  <a:pt x="720" y="7"/>
                </a:lnTo>
                <a:lnTo>
                  <a:pt x="721" y="7"/>
                </a:lnTo>
                <a:lnTo>
                  <a:pt x="722" y="8"/>
                </a:lnTo>
                <a:lnTo>
                  <a:pt x="723" y="8"/>
                </a:lnTo>
                <a:lnTo>
                  <a:pt x="722" y="9"/>
                </a:lnTo>
                <a:lnTo>
                  <a:pt x="723" y="9"/>
                </a:lnTo>
                <a:lnTo>
                  <a:pt x="724" y="9"/>
                </a:lnTo>
                <a:lnTo>
                  <a:pt x="724" y="10"/>
                </a:lnTo>
                <a:lnTo>
                  <a:pt x="725" y="10"/>
                </a:lnTo>
                <a:lnTo>
                  <a:pt x="727" y="10"/>
                </a:lnTo>
                <a:lnTo>
                  <a:pt x="728" y="10"/>
                </a:lnTo>
                <a:lnTo>
                  <a:pt x="728" y="11"/>
                </a:lnTo>
                <a:lnTo>
                  <a:pt x="729" y="11"/>
                </a:lnTo>
                <a:lnTo>
                  <a:pt x="728" y="11"/>
                </a:lnTo>
                <a:lnTo>
                  <a:pt x="728" y="12"/>
                </a:lnTo>
                <a:lnTo>
                  <a:pt x="729" y="12"/>
                </a:lnTo>
                <a:lnTo>
                  <a:pt x="730" y="12"/>
                </a:lnTo>
                <a:lnTo>
                  <a:pt x="730" y="13"/>
                </a:lnTo>
                <a:lnTo>
                  <a:pt x="730" y="14"/>
                </a:lnTo>
                <a:lnTo>
                  <a:pt x="731" y="14"/>
                </a:lnTo>
                <a:lnTo>
                  <a:pt x="732" y="14"/>
                </a:lnTo>
                <a:lnTo>
                  <a:pt x="733" y="14"/>
                </a:lnTo>
                <a:lnTo>
                  <a:pt x="733" y="15"/>
                </a:lnTo>
                <a:lnTo>
                  <a:pt x="734" y="15"/>
                </a:lnTo>
                <a:lnTo>
                  <a:pt x="735" y="15"/>
                </a:lnTo>
                <a:lnTo>
                  <a:pt x="736" y="15"/>
                </a:lnTo>
                <a:lnTo>
                  <a:pt x="736" y="16"/>
                </a:lnTo>
                <a:lnTo>
                  <a:pt x="737" y="16"/>
                </a:lnTo>
                <a:lnTo>
                  <a:pt x="738" y="16"/>
                </a:lnTo>
                <a:lnTo>
                  <a:pt x="738" y="17"/>
                </a:lnTo>
                <a:lnTo>
                  <a:pt x="739" y="17"/>
                </a:lnTo>
                <a:lnTo>
                  <a:pt x="739" y="18"/>
                </a:lnTo>
                <a:lnTo>
                  <a:pt x="740" y="18"/>
                </a:lnTo>
                <a:lnTo>
                  <a:pt x="741" y="18"/>
                </a:lnTo>
                <a:lnTo>
                  <a:pt x="742" y="19"/>
                </a:lnTo>
                <a:lnTo>
                  <a:pt x="743" y="19"/>
                </a:lnTo>
                <a:lnTo>
                  <a:pt x="744" y="19"/>
                </a:lnTo>
                <a:lnTo>
                  <a:pt x="744" y="20"/>
                </a:lnTo>
                <a:lnTo>
                  <a:pt x="745" y="20"/>
                </a:lnTo>
                <a:lnTo>
                  <a:pt x="746" y="20"/>
                </a:lnTo>
                <a:lnTo>
                  <a:pt x="746" y="21"/>
                </a:lnTo>
                <a:lnTo>
                  <a:pt x="747" y="21"/>
                </a:lnTo>
                <a:lnTo>
                  <a:pt x="748" y="21"/>
                </a:lnTo>
                <a:lnTo>
                  <a:pt x="747" y="21"/>
                </a:lnTo>
                <a:lnTo>
                  <a:pt x="747" y="22"/>
                </a:lnTo>
                <a:lnTo>
                  <a:pt x="748" y="22"/>
                </a:lnTo>
                <a:lnTo>
                  <a:pt x="748" y="23"/>
                </a:lnTo>
                <a:lnTo>
                  <a:pt x="747" y="23"/>
                </a:lnTo>
                <a:lnTo>
                  <a:pt x="748" y="23"/>
                </a:lnTo>
                <a:lnTo>
                  <a:pt x="747" y="23"/>
                </a:lnTo>
                <a:lnTo>
                  <a:pt x="748" y="23"/>
                </a:lnTo>
                <a:lnTo>
                  <a:pt x="747" y="23"/>
                </a:lnTo>
                <a:lnTo>
                  <a:pt x="747" y="24"/>
                </a:lnTo>
                <a:lnTo>
                  <a:pt x="747" y="25"/>
                </a:lnTo>
                <a:lnTo>
                  <a:pt x="748" y="25"/>
                </a:lnTo>
                <a:lnTo>
                  <a:pt x="750" y="25"/>
                </a:lnTo>
                <a:lnTo>
                  <a:pt x="751" y="25"/>
                </a:lnTo>
                <a:lnTo>
                  <a:pt x="752" y="26"/>
                </a:lnTo>
                <a:lnTo>
                  <a:pt x="753" y="26"/>
                </a:lnTo>
                <a:lnTo>
                  <a:pt x="753" y="27"/>
                </a:lnTo>
                <a:lnTo>
                  <a:pt x="754" y="27"/>
                </a:lnTo>
                <a:lnTo>
                  <a:pt x="754" y="28"/>
                </a:lnTo>
                <a:lnTo>
                  <a:pt x="755" y="28"/>
                </a:lnTo>
                <a:lnTo>
                  <a:pt x="756" y="28"/>
                </a:lnTo>
                <a:lnTo>
                  <a:pt x="757" y="28"/>
                </a:lnTo>
                <a:lnTo>
                  <a:pt x="758" y="28"/>
                </a:lnTo>
                <a:lnTo>
                  <a:pt x="759" y="28"/>
                </a:lnTo>
                <a:lnTo>
                  <a:pt x="760" y="29"/>
                </a:lnTo>
                <a:lnTo>
                  <a:pt x="761" y="29"/>
                </a:lnTo>
                <a:lnTo>
                  <a:pt x="761" y="30"/>
                </a:lnTo>
                <a:lnTo>
                  <a:pt x="762" y="30"/>
                </a:lnTo>
                <a:lnTo>
                  <a:pt x="763" y="30"/>
                </a:lnTo>
                <a:lnTo>
                  <a:pt x="763" y="31"/>
                </a:lnTo>
                <a:lnTo>
                  <a:pt x="764" y="31"/>
                </a:lnTo>
                <a:lnTo>
                  <a:pt x="764" y="32"/>
                </a:lnTo>
                <a:lnTo>
                  <a:pt x="765" y="32"/>
                </a:lnTo>
                <a:lnTo>
                  <a:pt x="766" y="32"/>
                </a:lnTo>
                <a:lnTo>
                  <a:pt x="766" y="33"/>
                </a:lnTo>
                <a:lnTo>
                  <a:pt x="767" y="33"/>
                </a:lnTo>
                <a:lnTo>
                  <a:pt x="767" y="34"/>
                </a:lnTo>
                <a:lnTo>
                  <a:pt x="768" y="34"/>
                </a:lnTo>
                <a:lnTo>
                  <a:pt x="769" y="34"/>
                </a:lnTo>
                <a:lnTo>
                  <a:pt x="770" y="34"/>
                </a:lnTo>
                <a:lnTo>
                  <a:pt x="771" y="34"/>
                </a:lnTo>
                <a:lnTo>
                  <a:pt x="771" y="35"/>
                </a:lnTo>
                <a:lnTo>
                  <a:pt x="772" y="35"/>
                </a:lnTo>
                <a:lnTo>
                  <a:pt x="773" y="35"/>
                </a:lnTo>
                <a:lnTo>
                  <a:pt x="773" y="36"/>
                </a:lnTo>
                <a:lnTo>
                  <a:pt x="774" y="36"/>
                </a:lnTo>
                <a:lnTo>
                  <a:pt x="775" y="36"/>
                </a:lnTo>
                <a:lnTo>
                  <a:pt x="776" y="36"/>
                </a:lnTo>
                <a:lnTo>
                  <a:pt x="777" y="36"/>
                </a:lnTo>
                <a:lnTo>
                  <a:pt x="777" y="37"/>
                </a:lnTo>
                <a:lnTo>
                  <a:pt x="778" y="37"/>
                </a:lnTo>
                <a:lnTo>
                  <a:pt x="778" y="38"/>
                </a:lnTo>
                <a:lnTo>
                  <a:pt x="778" y="39"/>
                </a:lnTo>
                <a:lnTo>
                  <a:pt x="779" y="39"/>
                </a:lnTo>
                <a:lnTo>
                  <a:pt x="780" y="39"/>
                </a:lnTo>
                <a:lnTo>
                  <a:pt x="780" y="40"/>
                </a:lnTo>
                <a:lnTo>
                  <a:pt x="781" y="40"/>
                </a:lnTo>
                <a:lnTo>
                  <a:pt x="782" y="40"/>
                </a:lnTo>
                <a:lnTo>
                  <a:pt x="782" y="41"/>
                </a:lnTo>
                <a:lnTo>
                  <a:pt x="783" y="42"/>
                </a:lnTo>
                <a:lnTo>
                  <a:pt x="783" y="43"/>
                </a:lnTo>
                <a:lnTo>
                  <a:pt x="784" y="43"/>
                </a:lnTo>
                <a:lnTo>
                  <a:pt x="784" y="44"/>
                </a:lnTo>
                <a:lnTo>
                  <a:pt x="785" y="44"/>
                </a:lnTo>
                <a:lnTo>
                  <a:pt x="785" y="43"/>
                </a:lnTo>
                <a:lnTo>
                  <a:pt x="786" y="43"/>
                </a:lnTo>
                <a:lnTo>
                  <a:pt x="786" y="42"/>
                </a:lnTo>
                <a:lnTo>
                  <a:pt x="787" y="42"/>
                </a:lnTo>
                <a:lnTo>
                  <a:pt x="787" y="41"/>
                </a:lnTo>
                <a:lnTo>
                  <a:pt x="788" y="41"/>
                </a:lnTo>
                <a:lnTo>
                  <a:pt x="789" y="41"/>
                </a:lnTo>
                <a:lnTo>
                  <a:pt x="789" y="40"/>
                </a:lnTo>
                <a:lnTo>
                  <a:pt x="790" y="40"/>
                </a:lnTo>
                <a:lnTo>
                  <a:pt x="790" y="39"/>
                </a:lnTo>
                <a:lnTo>
                  <a:pt x="791" y="39"/>
                </a:lnTo>
                <a:lnTo>
                  <a:pt x="791" y="38"/>
                </a:lnTo>
                <a:lnTo>
                  <a:pt x="792" y="38"/>
                </a:lnTo>
                <a:lnTo>
                  <a:pt x="793" y="38"/>
                </a:lnTo>
                <a:lnTo>
                  <a:pt x="793" y="37"/>
                </a:lnTo>
                <a:lnTo>
                  <a:pt x="794" y="37"/>
                </a:lnTo>
                <a:lnTo>
                  <a:pt x="794" y="36"/>
                </a:lnTo>
                <a:lnTo>
                  <a:pt x="795" y="36"/>
                </a:lnTo>
                <a:lnTo>
                  <a:pt x="795" y="35"/>
                </a:lnTo>
                <a:lnTo>
                  <a:pt x="796" y="35"/>
                </a:lnTo>
                <a:lnTo>
                  <a:pt x="797" y="35"/>
                </a:lnTo>
                <a:lnTo>
                  <a:pt x="797" y="34"/>
                </a:lnTo>
                <a:lnTo>
                  <a:pt x="798" y="34"/>
                </a:lnTo>
                <a:lnTo>
                  <a:pt x="798" y="33"/>
                </a:lnTo>
                <a:lnTo>
                  <a:pt x="799" y="33"/>
                </a:lnTo>
                <a:lnTo>
                  <a:pt x="799" y="32"/>
                </a:lnTo>
                <a:lnTo>
                  <a:pt x="799" y="31"/>
                </a:lnTo>
                <a:lnTo>
                  <a:pt x="798" y="31"/>
                </a:lnTo>
                <a:lnTo>
                  <a:pt x="797" y="31"/>
                </a:lnTo>
                <a:lnTo>
                  <a:pt x="797" y="30"/>
                </a:lnTo>
                <a:lnTo>
                  <a:pt x="797" y="29"/>
                </a:lnTo>
                <a:lnTo>
                  <a:pt x="798" y="29"/>
                </a:lnTo>
                <a:lnTo>
                  <a:pt x="798" y="28"/>
                </a:lnTo>
                <a:lnTo>
                  <a:pt x="799" y="28"/>
                </a:lnTo>
                <a:lnTo>
                  <a:pt x="799" y="27"/>
                </a:lnTo>
                <a:lnTo>
                  <a:pt x="800" y="26"/>
                </a:lnTo>
                <a:lnTo>
                  <a:pt x="800" y="25"/>
                </a:lnTo>
                <a:lnTo>
                  <a:pt x="801" y="25"/>
                </a:lnTo>
                <a:lnTo>
                  <a:pt x="801" y="24"/>
                </a:lnTo>
                <a:lnTo>
                  <a:pt x="801" y="22"/>
                </a:lnTo>
                <a:lnTo>
                  <a:pt x="801" y="21"/>
                </a:lnTo>
                <a:lnTo>
                  <a:pt x="802" y="21"/>
                </a:lnTo>
                <a:lnTo>
                  <a:pt x="802" y="20"/>
                </a:lnTo>
                <a:lnTo>
                  <a:pt x="801" y="20"/>
                </a:lnTo>
                <a:lnTo>
                  <a:pt x="801" y="19"/>
                </a:lnTo>
                <a:lnTo>
                  <a:pt x="802" y="19"/>
                </a:lnTo>
                <a:lnTo>
                  <a:pt x="802" y="18"/>
                </a:lnTo>
                <a:lnTo>
                  <a:pt x="803" y="18"/>
                </a:lnTo>
                <a:lnTo>
                  <a:pt x="804" y="18"/>
                </a:lnTo>
                <a:lnTo>
                  <a:pt x="805" y="18"/>
                </a:lnTo>
                <a:lnTo>
                  <a:pt x="806" y="18"/>
                </a:lnTo>
                <a:lnTo>
                  <a:pt x="807" y="18"/>
                </a:lnTo>
                <a:lnTo>
                  <a:pt x="807" y="19"/>
                </a:lnTo>
                <a:lnTo>
                  <a:pt x="808" y="19"/>
                </a:lnTo>
                <a:lnTo>
                  <a:pt x="810" y="19"/>
                </a:lnTo>
                <a:lnTo>
                  <a:pt x="811" y="19"/>
                </a:lnTo>
                <a:lnTo>
                  <a:pt x="812" y="19"/>
                </a:lnTo>
                <a:lnTo>
                  <a:pt x="812" y="20"/>
                </a:lnTo>
                <a:lnTo>
                  <a:pt x="812" y="21"/>
                </a:lnTo>
                <a:lnTo>
                  <a:pt x="812" y="22"/>
                </a:lnTo>
                <a:lnTo>
                  <a:pt x="813" y="22"/>
                </a:lnTo>
                <a:lnTo>
                  <a:pt x="814" y="22"/>
                </a:lnTo>
                <a:lnTo>
                  <a:pt x="815" y="22"/>
                </a:lnTo>
                <a:lnTo>
                  <a:pt x="815" y="23"/>
                </a:lnTo>
                <a:lnTo>
                  <a:pt x="815" y="24"/>
                </a:lnTo>
                <a:lnTo>
                  <a:pt x="815" y="25"/>
                </a:lnTo>
                <a:lnTo>
                  <a:pt x="816" y="25"/>
                </a:lnTo>
                <a:lnTo>
                  <a:pt x="816" y="26"/>
                </a:lnTo>
                <a:lnTo>
                  <a:pt x="817" y="26"/>
                </a:lnTo>
                <a:lnTo>
                  <a:pt x="818" y="26"/>
                </a:lnTo>
                <a:lnTo>
                  <a:pt x="819" y="27"/>
                </a:lnTo>
                <a:lnTo>
                  <a:pt x="820" y="27"/>
                </a:lnTo>
                <a:lnTo>
                  <a:pt x="821" y="27"/>
                </a:lnTo>
                <a:lnTo>
                  <a:pt x="822" y="27"/>
                </a:lnTo>
                <a:lnTo>
                  <a:pt x="822" y="26"/>
                </a:lnTo>
                <a:lnTo>
                  <a:pt x="822" y="27"/>
                </a:lnTo>
                <a:lnTo>
                  <a:pt x="823" y="27"/>
                </a:lnTo>
                <a:lnTo>
                  <a:pt x="823" y="26"/>
                </a:lnTo>
                <a:lnTo>
                  <a:pt x="823" y="27"/>
                </a:lnTo>
                <a:lnTo>
                  <a:pt x="824" y="27"/>
                </a:lnTo>
                <a:lnTo>
                  <a:pt x="825" y="27"/>
                </a:lnTo>
                <a:lnTo>
                  <a:pt x="826" y="27"/>
                </a:lnTo>
                <a:lnTo>
                  <a:pt x="826" y="28"/>
                </a:lnTo>
                <a:lnTo>
                  <a:pt x="827" y="28"/>
                </a:lnTo>
                <a:lnTo>
                  <a:pt x="827" y="29"/>
                </a:lnTo>
                <a:lnTo>
                  <a:pt x="828" y="29"/>
                </a:lnTo>
                <a:lnTo>
                  <a:pt x="829" y="29"/>
                </a:lnTo>
                <a:lnTo>
                  <a:pt x="829" y="28"/>
                </a:lnTo>
                <a:lnTo>
                  <a:pt x="830" y="28"/>
                </a:lnTo>
                <a:lnTo>
                  <a:pt x="830" y="27"/>
                </a:lnTo>
                <a:lnTo>
                  <a:pt x="831" y="27"/>
                </a:lnTo>
                <a:lnTo>
                  <a:pt x="832" y="27"/>
                </a:lnTo>
                <a:lnTo>
                  <a:pt x="832" y="26"/>
                </a:lnTo>
                <a:lnTo>
                  <a:pt x="832" y="25"/>
                </a:lnTo>
                <a:lnTo>
                  <a:pt x="831" y="25"/>
                </a:lnTo>
                <a:lnTo>
                  <a:pt x="831" y="24"/>
                </a:lnTo>
                <a:lnTo>
                  <a:pt x="832" y="24"/>
                </a:lnTo>
                <a:lnTo>
                  <a:pt x="832" y="23"/>
                </a:lnTo>
                <a:lnTo>
                  <a:pt x="833" y="23"/>
                </a:lnTo>
                <a:lnTo>
                  <a:pt x="834" y="23"/>
                </a:lnTo>
                <a:lnTo>
                  <a:pt x="835" y="23"/>
                </a:lnTo>
                <a:lnTo>
                  <a:pt x="835" y="22"/>
                </a:lnTo>
                <a:lnTo>
                  <a:pt x="836" y="22"/>
                </a:lnTo>
                <a:lnTo>
                  <a:pt x="836" y="21"/>
                </a:lnTo>
                <a:lnTo>
                  <a:pt x="837" y="21"/>
                </a:lnTo>
                <a:lnTo>
                  <a:pt x="837" y="20"/>
                </a:lnTo>
                <a:lnTo>
                  <a:pt x="838" y="20"/>
                </a:lnTo>
                <a:lnTo>
                  <a:pt x="838" y="19"/>
                </a:lnTo>
                <a:lnTo>
                  <a:pt x="839" y="19"/>
                </a:lnTo>
                <a:lnTo>
                  <a:pt x="839" y="18"/>
                </a:lnTo>
                <a:lnTo>
                  <a:pt x="839" y="17"/>
                </a:lnTo>
                <a:lnTo>
                  <a:pt x="840" y="17"/>
                </a:lnTo>
                <a:lnTo>
                  <a:pt x="841" y="17"/>
                </a:lnTo>
                <a:lnTo>
                  <a:pt x="841" y="16"/>
                </a:lnTo>
                <a:lnTo>
                  <a:pt x="842" y="16"/>
                </a:lnTo>
                <a:lnTo>
                  <a:pt x="842" y="15"/>
                </a:lnTo>
                <a:lnTo>
                  <a:pt x="843" y="14"/>
                </a:lnTo>
                <a:lnTo>
                  <a:pt x="843" y="13"/>
                </a:lnTo>
                <a:lnTo>
                  <a:pt x="844" y="13"/>
                </a:lnTo>
                <a:lnTo>
                  <a:pt x="845" y="13"/>
                </a:lnTo>
                <a:lnTo>
                  <a:pt x="846" y="13"/>
                </a:lnTo>
                <a:lnTo>
                  <a:pt x="847" y="13"/>
                </a:lnTo>
                <a:lnTo>
                  <a:pt x="848" y="13"/>
                </a:lnTo>
                <a:lnTo>
                  <a:pt x="849" y="13"/>
                </a:lnTo>
                <a:lnTo>
                  <a:pt x="849" y="14"/>
                </a:lnTo>
                <a:lnTo>
                  <a:pt x="850" y="14"/>
                </a:lnTo>
                <a:lnTo>
                  <a:pt x="850" y="15"/>
                </a:lnTo>
                <a:lnTo>
                  <a:pt x="850" y="16"/>
                </a:lnTo>
                <a:lnTo>
                  <a:pt x="851" y="16"/>
                </a:lnTo>
                <a:lnTo>
                  <a:pt x="852" y="16"/>
                </a:lnTo>
                <a:lnTo>
                  <a:pt x="853" y="16"/>
                </a:lnTo>
                <a:lnTo>
                  <a:pt x="853" y="17"/>
                </a:lnTo>
                <a:lnTo>
                  <a:pt x="854" y="17"/>
                </a:lnTo>
                <a:lnTo>
                  <a:pt x="855" y="17"/>
                </a:lnTo>
                <a:lnTo>
                  <a:pt x="855" y="18"/>
                </a:lnTo>
                <a:lnTo>
                  <a:pt x="856" y="18"/>
                </a:lnTo>
                <a:lnTo>
                  <a:pt x="856" y="19"/>
                </a:lnTo>
                <a:lnTo>
                  <a:pt x="857" y="19"/>
                </a:lnTo>
                <a:lnTo>
                  <a:pt x="857" y="20"/>
                </a:lnTo>
                <a:lnTo>
                  <a:pt x="857" y="21"/>
                </a:lnTo>
                <a:lnTo>
                  <a:pt x="858" y="21"/>
                </a:lnTo>
                <a:lnTo>
                  <a:pt x="859" y="21"/>
                </a:lnTo>
                <a:lnTo>
                  <a:pt x="859" y="22"/>
                </a:lnTo>
                <a:lnTo>
                  <a:pt x="860" y="22"/>
                </a:lnTo>
                <a:lnTo>
                  <a:pt x="861" y="22"/>
                </a:lnTo>
                <a:lnTo>
                  <a:pt x="861" y="23"/>
                </a:lnTo>
                <a:lnTo>
                  <a:pt x="862" y="23"/>
                </a:lnTo>
                <a:lnTo>
                  <a:pt x="863" y="23"/>
                </a:lnTo>
                <a:lnTo>
                  <a:pt x="863" y="24"/>
                </a:lnTo>
                <a:lnTo>
                  <a:pt x="863" y="23"/>
                </a:lnTo>
                <a:lnTo>
                  <a:pt x="864" y="23"/>
                </a:lnTo>
                <a:lnTo>
                  <a:pt x="864" y="24"/>
                </a:lnTo>
                <a:lnTo>
                  <a:pt x="864" y="23"/>
                </a:lnTo>
                <a:lnTo>
                  <a:pt x="865" y="23"/>
                </a:lnTo>
                <a:lnTo>
                  <a:pt x="865" y="24"/>
                </a:lnTo>
                <a:lnTo>
                  <a:pt x="866" y="24"/>
                </a:lnTo>
                <a:lnTo>
                  <a:pt x="867" y="24"/>
                </a:lnTo>
                <a:lnTo>
                  <a:pt x="867" y="23"/>
                </a:lnTo>
                <a:lnTo>
                  <a:pt x="867" y="24"/>
                </a:lnTo>
                <a:lnTo>
                  <a:pt x="868" y="24"/>
                </a:lnTo>
                <a:lnTo>
                  <a:pt x="869" y="24"/>
                </a:lnTo>
                <a:lnTo>
                  <a:pt x="870" y="24"/>
                </a:lnTo>
                <a:lnTo>
                  <a:pt x="870" y="25"/>
                </a:lnTo>
                <a:lnTo>
                  <a:pt x="871" y="25"/>
                </a:lnTo>
                <a:lnTo>
                  <a:pt x="871" y="26"/>
                </a:lnTo>
                <a:lnTo>
                  <a:pt x="871" y="27"/>
                </a:lnTo>
                <a:lnTo>
                  <a:pt x="872" y="27"/>
                </a:lnTo>
                <a:lnTo>
                  <a:pt x="872" y="26"/>
                </a:lnTo>
                <a:lnTo>
                  <a:pt x="873" y="26"/>
                </a:lnTo>
                <a:lnTo>
                  <a:pt x="873" y="27"/>
                </a:lnTo>
                <a:lnTo>
                  <a:pt x="874" y="27"/>
                </a:lnTo>
                <a:lnTo>
                  <a:pt x="874" y="26"/>
                </a:lnTo>
                <a:lnTo>
                  <a:pt x="875" y="26"/>
                </a:lnTo>
                <a:lnTo>
                  <a:pt x="875" y="27"/>
                </a:lnTo>
                <a:lnTo>
                  <a:pt x="875" y="28"/>
                </a:lnTo>
                <a:lnTo>
                  <a:pt x="874" y="28"/>
                </a:lnTo>
                <a:lnTo>
                  <a:pt x="874" y="29"/>
                </a:lnTo>
                <a:lnTo>
                  <a:pt x="873" y="29"/>
                </a:lnTo>
                <a:lnTo>
                  <a:pt x="873" y="30"/>
                </a:lnTo>
                <a:lnTo>
                  <a:pt x="873" y="31"/>
                </a:lnTo>
                <a:lnTo>
                  <a:pt x="872" y="31"/>
                </a:lnTo>
                <a:lnTo>
                  <a:pt x="872" y="32"/>
                </a:lnTo>
                <a:lnTo>
                  <a:pt x="873" y="32"/>
                </a:lnTo>
                <a:lnTo>
                  <a:pt x="873" y="33"/>
                </a:lnTo>
                <a:lnTo>
                  <a:pt x="874" y="33"/>
                </a:lnTo>
                <a:lnTo>
                  <a:pt x="874" y="34"/>
                </a:lnTo>
                <a:lnTo>
                  <a:pt x="875" y="34"/>
                </a:lnTo>
                <a:lnTo>
                  <a:pt x="875" y="35"/>
                </a:lnTo>
                <a:lnTo>
                  <a:pt x="876" y="35"/>
                </a:lnTo>
                <a:lnTo>
                  <a:pt x="877" y="36"/>
                </a:lnTo>
                <a:lnTo>
                  <a:pt x="878" y="36"/>
                </a:lnTo>
                <a:lnTo>
                  <a:pt x="879" y="37"/>
                </a:lnTo>
                <a:lnTo>
                  <a:pt x="878" y="37"/>
                </a:lnTo>
                <a:lnTo>
                  <a:pt x="879" y="37"/>
                </a:lnTo>
                <a:lnTo>
                  <a:pt x="879" y="38"/>
                </a:lnTo>
                <a:lnTo>
                  <a:pt x="880" y="38"/>
                </a:lnTo>
                <a:lnTo>
                  <a:pt x="880" y="39"/>
                </a:lnTo>
                <a:lnTo>
                  <a:pt x="881" y="39"/>
                </a:lnTo>
                <a:lnTo>
                  <a:pt x="882" y="39"/>
                </a:lnTo>
                <a:lnTo>
                  <a:pt x="882" y="40"/>
                </a:lnTo>
                <a:lnTo>
                  <a:pt x="882" y="41"/>
                </a:lnTo>
                <a:lnTo>
                  <a:pt x="883" y="41"/>
                </a:lnTo>
                <a:lnTo>
                  <a:pt x="884" y="41"/>
                </a:lnTo>
                <a:lnTo>
                  <a:pt x="884" y="42"/>
                </a:lnTo>
                <a:lnTo>
                  <a:pt x="885" y="42"/>
                </a:lnTo>
                <a:lnTo>
                  <a:pt x="886" y="42"/>
                </a:lnTo>
                <a:lnTo>
                  <a:pt x="886" y="43"/>
                </a:lnTo>
                <a:lnTo>
                  <a:pt x="887" y="43"/>
                </a:lnTo>
                <a:lnTo>
                  <a:pt x="887" y="44"/>
                </a:lnTo>
                <a:lnTo>
                  <a:pt x="888" y="44"/>
                </a:lnTo>
                <a:lnTo>
                  <a:pt x="889" y="44"/>
                </a:lnTo>
                <a:lnTo>
                  <a:pt x="889" y="45"/>
                </a:lnTo>
                <a:lnTo>
                  <a:pt x="890" y="45"/>
                </a:lnTo>
                <a:lnTo>
                  <a:pt x="891" y="45"/>
                </a:lnTo>
                <a:lnTo>
                  <a:pt x="891" y="46"/>
                </a:lnTo>
                <a:lnTo>
                  <a:pt x="892" y="46"/>
                </a:lnTo>
                <a:lnTo>
                  <a:pt x="894" y="46"/>
                </a:lnTo>
                <a:lnTo>
                  <a:pt x="894" y="47"/>
                </a:lnTo>
                <a:lnTo>
                  <a:pt x="895" y="47"/>
                </a:lnTo>
                <a:lnTo>
                  <a:pt x="895" y="48"/>
                </a:lnTo>
                <a:lnTo>
                  <a:pt x="895" y="49"/>
                </a:lnTo>
                <a:lnTo>
                  <a:pt x="896" y="49"/>
                </a:lnTo>
                <a:lnTo>
                  <a:pt x="897" y="49"/>
                </a:lnTo>
                <a:lnTo>
                  <a:pt x="898" y="49"/>
                </a:lnTo>
                <a:lnTo>
                  <a:pt x="898" y="50"/>
                </a:lnTo>
                <a:lnTo>
                  <a:pt x="899" y="50"/>
                </a:lnTo>
                <a:lnTo>
                  <a:pt x="899" y="51"/>
                </a:lnTo>
                <a:lnTo>
                  <a:pt x="898" y="51"/>
                </a:lnTo>
                <a:lnTo>
                  <a:pt x="899" y="51"/>
                </a:lnTo>
                <a:lnTo>
                  <a:pt x="899" y="52"/>
                </a:lnTo>
                <a:lnTo>
                  <a:pt x="900" y="52"/>
                </a:lnTo>
                <a:lnTo>
                  <a:pt x="900" y="51"/>
                </a:lnTo>
                <a:lnTo>
                  <a:pt x="900" y="52"/>
                </a:lnTo>
                <a:lnTo>
                  <a:pt x="900" y="53"/>
                </a:lnTo>
                <a:lnTo>
                  <a:pt x="900" y="54"/>
                </a:lnTo>
                <a:lnTo>
                  <a:pt x="901" y="54"/>
                </a:lnTo>
                <a:lnTo>
                  <a:pt x="900" y="54"/>
                </a:lnTo>
                <a:lnTo>
                  <a:pt x="901" y="54"/>
                </a:lnTo>
                <a:lnTo>
                  <a:pt x="901" y="55"/>
                </a:lnTo>
                <a:lnTo>
                  <a:pt x="901" y="56"/>
                </a:lnTo>
                <a:lnTo>
                  <a:pt x="902" y="56"/>
                </a:lnTo>
                <a:lnTo>
                  <a:pt x="902" y="55"/>
                </a:lnTo>
                <a:lnTo>
                  <a:pt x="902" y="56"/>
                </a:lnTo>
                <a:lnTo>
                  <a:pt x="903" y="55"/>
                </a:lnTo>
                <a:lnTo>
                  <a:pt x="903" y="56"/>
                </a:lnTo>
                <a:lnTo>
                  <a:pt x="904" y="56"/>
                </a:lnTo>
                <a:lnTo>
                  <a:pt x="903" y="56"/>
                </a:lnTo>
                <a:lnTo>
                  <a:pt x="903" y="57"/>
                </a:lnTo>
                <a:lnTo>
                  <a:pt x="904" y="57"/>
                </a:lnTo>
                <a:lnTo>
                  <a:pt x="905" y="58"/>
                </a:lnTo>
                <a:lnTo>
                  <a:pt x="905" y="59"/>
                </a:lnTo>
                <a:lnTo>
                  <a:pt x="905" y="60"/>
                </a:lnTo>
                <a:lnTo>
                  <a:pt x="904" y="60"/>
                </a:lnTo>
                <a:lnTo>
                  <a:pt x="905" y="61"/>
                </a:lnTo>
                <a:lnTo>
                  <a:pt x="906" y="61"/>
                </a:lnTo>
                <a:lnTo>
                  <a:pt x="906" y="62"/>
                </a:lnTo>
                <a:lnTo>
                  <a:pt x="907" y="62"/>
                </a:lnTo>
                <a:lnTo>
                  <a:pt x="908" y="62"/>
                </a:lnTo>
                <a:lnTo>
                  <a:pt x="909" y="62"/>
                </a:lnTo>
                <a:lnTo>
                  <a:pt x="909" y="61"/>
                </a:lnTo>
                <a:lnTo>
                  <a:pt x="910" y="61"/>
                </a:lnTo>
                <a:lnTo>
                  <a:pt x="910" y="62"/>
                </a:lnTo>
                <a:lnTo>
                  <a:pt x="911" y="62"/>
                </a:lnTo>
                <a:lnTo>
                  <a:pt x="912" y="62"/>
                </a:lnTo>
                <a:lnTo>
                  <a:pt x="912" y="63"/>
                </a:lnTo>
                <a:lnTo>
                  <a:pt x="912" y="64"/>
                </a:lnTo>
                <a:lnTo>
                  <a:pt x="912" y="65"/>
                </a:lnTo>
                <a:lnTo>
                  <a:pt x="912" y="66"/>
                </a:lnTo>
                <a:lnTo>
                  <a:pt x="912" y="67"/>
                </a:lnTo>
                <a:lnTo>
                  <a:pt x="913" y="67"/>
                </a:lnTo>
                <a:lnTo>
                  <a:pt x="913" y="68"/>
                </a:lnTo>
                <a:lnTo>
                  <a:pt x="914" y="68"/>
                </a:lnTo>
                <a:lnTo>
                  <a:pt x="914" y="69"/>
                </a:lnTo>
                <a:lnTo>
                  <a:pt x="915" y="69"/>
                </a:lnTo>
                <a:lnTo>
                  <a:pt x="915" y="70"/>
                </a:lnTo>
                <a:lnTo>
                  <a:pt x="916" y="70"/>
                </a:lnTo>
                <a:lnTo>
                  <a:pt x="916" y="71"/>
                </a:lnTo>
                <a:lnTo>
                  <a:pt x="917" y="71"/>
                </a:lnTo>
                <a:lnTo>
                  <a:pt x="917" y="72"/>
                </a:lnTo>
                <a:lnTo>
                  <a:pt x="918" y="72"/>
                </a:lnTo>
                <a:lnTo>
                  <a:pt x="918" y="73"/>
                </a:lnTo>
                <a:lnTo>
                  <a:pt x="919" y="73"/>
                </a:lnTo>
                <a:lnTo>
                  <a:pt x="920" y="73"/>
                </a:lnTo>
                <a:lnTo>
                  <a:pt x="920" y="74"/>
                </a:lnTo>
                <a:lnTo>
                  <a:pt x="921" y="74"/>
                </a:lnTo>
                <a:lnTo>
                  <a:pt x="921" y="75"/>
                </a:lnTo>
                <a:lnTo>
                  <a:pt x="921" y="74"/>
                </a:lnTo>
                <a:lnTo>
                  <a:pt x="921" y="75"/>
                </a:lnTo>
                <a:lnTo>
                  <a:pt x="922" y="75"/>
                </a:lnTo>
                <a:lnTo>
                  <a:pt x="922" y="76"/>
                </a:lnTo>
                <a:lnTo>
                  <a:pt x="923" y="76"/>
                </a:lnTo>
                <a:lnTo>
                  <a:pt x="923" y="75"/>
                </a:lnTo>
                <a:lnTo>
                  <a:pt x="924" y="75"/>
                </a:lnTo>
                <a:lnTo>
                  <a:pt x="924" y="76"/>
                </a:lnTo>
                <a:lnTo>
                  <a:pt x="925" y="76"/>
                </a:lnTo>
                <a:lnTo>
                  <a:pt x="925" y="77"/>
                </a:lnTo>
                <a:lnTo>
                  <a:pt x="925" y="78"/>
                </a:lnTo>
                <a:lnTo>
                  <a:pt x="925" y="79"/>
                </a:lnTo>
                <a:lnTo>
                  <a:pt x="926" y="79"/>
                </a:lnTo>
                <a:lnTo>
                  <a:pt x="926" y="80"/>
                </a:lnTo>
                <a:lnTo>
                  <a:pt x="927" y="80"/>
                </a:lnTo>
                <a:lnTo>
                  <a:pt x="928" y="80"/>
                </a:lnTo>
                <a:lnTo>
                  <a:pt x="929" y="80"/>
                </a:lnTo>
                <a:lnTo>
                  <a:pt x="929" y="81"/>
                </a:lnTo>
                <a:lnTo>
                  <a:pt x="930" y="81"/>
                </a:lnTo>
                <a:lnTo>
                  <a:pt x="931" y="81"/>
                </a:lnTo>
                <a:lnTo>
                  <a:pt x="931" y="82"/>
                </a:lnTo>
                <a:lnTo>
                  <a:pt x="932" y="82"/>
                </a:lnTo>
                <a:lnTo>
                  <a:pt x="933" y="82"/>
                </a:lnTo>
                <a:lnTo>
                  <a:pt x="934" y="82"/>
                </a:lnTo>
                <a:lnTo>
                  <a:pt x="934" y="83"/>
                </a:lnTo>
                <a:lnTo>
                  <a:pt x="935" y="83"/>
                </a:lnTo>
                <a:lnTo>
                  <a:pt x="935" y="82"/>
                </a:lnTo>
                <a:lnTo>
                  <a:pt x="936" y="83"/>
                </a:lnTo>
                <a:lnTo>
                  <a:pt x="936" y="84"/>
                </a:lnTo>
                <a:lnTo>
                  <a:pt x="937" y="84"/>
                </a:lnTo>
                <a:lnTo>
                  <a:pt x="937" y="85"/>
                </a:lnTo>
                <a:lnTo>
                  <a:pt x="938" y="85"/>
                </a:lnTo>
                <a:lnTo>
                  <a:pt x="939" y="85"/>
                </a:lnTo>
                <a:lnTo>
                  <a:pt x="939" y="86"/>
                </a:lnTo>
                <a:lnTo>
                  <a:pt x="939" y="87"/>
                </a:lnTo>
                <a:lnTo>
                  <a:pt x="940" y="87"/>
                </a:lnTo>
                <a:lnTo>
                  <a:pt x="940" y="86"/>
                </a:lnTo>
                <a:lnTo>
                  <a:pt x="940" y="87"/>
                </a:lnTo>
                <a:lnTo>
                  <a:pt x="941" y="87"/>
                </a:lnTo>
                <a:lnTo>
                  <a:pt x="941" y="86"/>
                </a:lnTo>
                <a:lnTo>
                  <a:pt x="941" y="87"/>
                </a:lnTo>
                <a:lnTo>
                  <a:pt x="942" y="87"/>
                </a:lnTo>
                <a:lnTo>
                  <a:pt x="944" y="87"/>
                </a:lnTo>
                <a:lnTo>
                  <a:pt x="944" y="88"/>
                </a:lnTo>
                <a:lnTo>
                  <a:pt x="945" y="88"/>
                </a:lnTo>
                <a:lnTo>
                  <a:pt x="946" y="88"/>
                </a:lnTo>
                <a:lnTo>
                  <a:pt x="946" y="89"/>
                </a:lnTo>
                <a:lnTo>
                  <a:pt x="947" y="89"/>
                </a:lnTo>
                <a:lnTo>
                  <a:pt x="948" y="89"/>
                </a:lnTo>
                <a:lnTo>
                  <a:pt x="948" y="90"/>
                </a:lnTo>
                <a:lnTo>
                  <a:pt x="949" y="90"/>
                </a:lnTo>
                <a:lnTo>
                  <a:pt x="950" y="90"/>
                </a:lnTo>
                <a:lnTo>
                  <a:pt x="950" y="89"/>
                </a:lnTo>
                <a:lnTo>
                  <a:pt x="951" y="89"/>
                </a:lnTo>
                <a:lnTo>
                  <a:pt x="951" y="90"/>
                </a:lnTo>
                <a:lnTo>
                  <a:pt x="951" y="91"/>
                </a:lnTo>
                <a:lnTo>
                  <a:pt x="952" y="91"/>
                </a:lnTo>
                <a:lnTo>
                  <a:pt x="952" y="92"/>
                </a:lnTo>
                <a:lnTo>
                  <a:pt x="953" y="92"/>
                </a:lnTo>
                <a:lnTo>
                  <a:pt x="954" y="92"/>
                </a:lnTo>
                <a:lnTo>
                  <a:pt x="955" y="92"/>
                </a:lnTo>
                <a:lnTo>
                  <a:pt x="956" y="92"/>
                </a:lnTo>
                <a:lnTo>
                  <a:pt x="957" y="92"/>
                </a:lnTo>
                <a:lnTo>
                  <a:pt x="957" y="93"/>
                </a:lnTo>
                <a:lnTo>
                  <a:pt x="958" y="93"/>
                </a:lnTo>
                <a:lnTo>
                  <a:pt x="958" y="94"/>
                </a:lnTo>
                <a:lnTo>
                  <a:pt x="959" y="94"/>
                </a:lnTo>
                <a:lnTo>
                  <a:pt x="959" y="95"/>
                </a:lnTo>
                <a:lnTo>
                  <a:pt x="960" y="95"/>
                </a:lnTo>
                <a:lnTo>
                  <a:pt x="961" y="95"/>
                </a:lnTo>
                <a:lnTo>
                  <a:pt x="962" y="95"/>
                </a:lnTo>
                <a:lnTo>
                  <a:pt x="963" y="95"/>
                </a:lnTo>
                <a:lnTo>
                  <a:pt x="964" y="95"/>
                </a:lnTo>
                <a:lnTo>
                  <a:pt x="964" y="96"/>
                </a:lnTo>
                <a:lnTo>
                  <a:pt x="965" y="96"/>
                </a:lnTo>
                <a:lnTo>
                  <a:pt x="965" y="97"/>
                </a:lnTo>
                <a:lnTo>
                  <a:pt x="964" y="97"/>
                </a:lnTo>
                <a:lnTo>
                  <a:pt x="965" y="97"/>
                </a:lnTo>
                <a:lnTo>
                  <a:pt x="965" y="98"/>
                </a:lnTo>
                <a:lnTo>
                  <a:pt x="966" y="98"/>
                </a:lnTo>
                <a:lnTo>
                  <a:pt x="967" y="98"/>
                </a:lnTo>
                <a:lnTo>
                  <a:pt x="967" y="99"/>
                </a:lnTo>
                <a:lnTo>
                  <a:pt x="967" y="100"/>
                </a:lnTo>
                <a:lnTo>
                  <a:pt x="967" y="101"/>
                </a:lnTo>
                <a:lnTo>
                  <a:pt x="968" y="101"/>
                </a:lnTo>
                <a:lnTo>
                  <a:pt x="969" y="101"/>
                </a:lnTo>
                <a:lnTo>
                  <a:pt x="970" y="101"/>
                </a:lnTo>
                <a:lnTo>
                  <a:pt x="970" y="102"/>
                </a:lnTo>
                <a:lnTo>
                  <a:pt x="971" y="102"/>
                </a:lnTo>
                <a:lnTo>
                  <a:pt x="972" y="102"/>
                </a:lnTo>
                <a:lnTo>
                  <a:pt x="972" y="101"/>
                </a:lnTo>
                <a:lnTo>
                  <a:pt x="972" y="100"/>
                </a:lnTo>
                <a:lnTo>
                  <a:pt x="973" y="100"/>
                </a:lnTo>
                <a:lnTo>
                  <a:pt x="973" y="99"/>
                </a:lnTo>
                <a:lnTo>
                  <a:pt x="972" y="99"/>
                </a:lnTo>
                <a:lnTo>
                  <a:pt x="972" y="98"/>
                </a:lnTo>
                <a:lnTo>
                  <a:pt x="971" y="97"/>
                </a:lnTo>
                <a:lnTo>
                  <a:pt x="971" y="96"/>
                </a:lnTo>
                <a:lnTo>
                  <a:pt x="971" y="95"/>
                </a:lnTo>
                <a:lnTo>
                  <a:pt x="970" y="95"/>
                </a:lnTo>
                <a:lnTo>
                  <a:pt x="970" y="94"/>
                </a:lnTo>
                <a:lnTo>
                  <a:pt x="971" y="94"/>
                </a:lnTo>
                <a:lnTo>
                  <a:pt x="971" y="93"/>
                </a:lnTo>
                <a:lnTo>
                  <a:pt x="970" y="93"/>
                </a:lnTo>
                <a:lnTo>
                  <a:pt x="970" y="92"/>
                </a:lnTo>
                <a:lnTo>
                  <a:pt x="971" y="92"/>
                </a:lnTo>
                <a:lnTo>
                  <a:pt x="971" y="91"/>
                </a:lnTo>
                <a:lnTo>
                  <a:pt x="970" y="90"/>
                </a:lnTo>
                <a:lnTo>
                  <a:pt x="969" y="90"/>
                </a:lnTo>
                <a:lnTo>
                  <a:pt x="968" y="90"/>
                </a:lnTo>
                <a:lnTo>
                  <a:pt x="967" y="89"/>
                </a:lnTo>
                <a:lnTo>
                  <a:pt x="966" y="88"/>
                </a:lnTo>
                <a:lnTo>
                  <a:pt x="967" y="88"/>
                </a:lnTo>
                <a:lnTo>
                  <a:pt x="967" y="87"/>
                </a:lnTo>
                <a:lnTo>
                  <a:pt x="966" y="87"/>
                </a:lnTo>
                <a:lnTo>
                  <a:pt x="966" y="86"/>
                </a:lnTo>
                <a:lnTo>
                  <a:pt x="966" y="85"/>
                </a:lnTo>
                <a:lnTo>
                  <a:pt x="965" y="85"/>
                </a:lnTo>
                <a:lnTo>
                  <a:pt x="965" y="84"/>
                </a:lnTo>
                <a:lnTo>
                  <a:pt x="964" y="84"/>
                </a:lnTo>
                <a:lnTo>
                  <a:pt x="964" y="83"/>
                </a:lnTo>
                <a:lnTo>
                  <a:pt x="964" y="82"/>
                </a:lnTo>
                <a:lnTo>
                  <a:pt x="964" y="83"/>
                </a:lnTo>
                <a:lnTo>
                  <a:pt x="963" y="83"/>
                </a:lnTo>
                <a:lnTo>
                  <a:pt x="962" y="82"/>
                </a:lnTo>
                <a:lnTo>
                  <a:pt x="962" y="81"/>
                </a:lnTo>
                <a:lnTo>
                  <a:pt x="961" y="81"/>
                </a:lnTo>
                <a:lnTo>
                  <a:pt x="961" y="82"/>
                </a:lnTo>
                <a:lnTo>
                  <a:pt x="960" y="81"/>
                </a:lnTo>
                <a:lnTo>
                  <a:pt x="960" y="80"/>
                </a:lnTo>
                <a:lnTo>
                  <a:pt x="959" y="80"/>
                </a:lnTo>
                <a:lnTo>
                  <a:pt x="958" y="80"/>
                </a:lnTo>
                <a:lnTo>
                  <a:pt x="958" y="79"/>
                </a:lnTo>
                <a:lnTo>
                  <a:pt x="959" y="79"/>
                </a:lnTo>
                <a:lnTo>
                  <a:pt x="958" y="78"/>
                </a:lnTo>
                <a:lnTo>
                  <a:pt x="957" y="77"/>
                </a:lnTo>
                <a:lnTo>
                  <a:pt x="956" y="77"/>
                </a:lnTo>
                <a:lnTo>
                  <a:pt x="956" y="76"/>
                </a:lnTo>
                <a:lnTo>
                  <a:pt x="956" y="75"/>
                </a:lnTo>
                <a:lnTo>
                  <a:pt x="957" y="75"/>
                </a:lnTo>
                <a:lnTo>
                  <a:pt x="957" y="74"/>
                </a:lnTo>
                <a:lnTo>
                  <a:pt x="958" y="74"/>
                </a:lnTo>
                <a:lnTo>
                  <a:pt x="958" y="73"/>
                </a:lnTo>
                <a:lnTo>
                  <a:pt x="958" y="72"/>
                </a:lnTo>
                <a:lnTo>
                  <a:pt x="959" y="72"/>
                </a:lnTo>
                <a:lnTo>
                  <a:pt x="960" y="72"/>
                </a:lnTo>
                <a:lnTo>
                  <a:pt x="961" y="72"/>
                </a:lnTo>
                <a:lnTo>
                  <a:pt x="961" y="71"/>
                </a:lnTo>
                <a:lnTo>
                  <a:pt x="962" y="71"/>
                </a:lnTo>
                <a:lnTo>
                  <a:pt x="962" y="72"/>
                </a:lnTo>
                <a:lnTo>
                  <a:pt x="963" y="72"/>
                </a:lnTo>
                <a:lnTo>
                  <a:pt x="963" y="73"/>
                </a:lnTo>
                <a:lnTo>
                  <a:pt x="964" y="73"/>
                </a:lnTo>
                <a:lnTo>
                  <a:pt x="964" y="74"/>
                </a:lnTo>
                <a:lnTo>
                  <a:pt x="965" y="74"/>
                </a:lnTo>
                <a:lnTo>
                  <a:pt x="966" y="74"/>
                </a:lnTo>
                <a:lnTo>
                  <a:pt x="966" y="73"/>
                </a:lnTo>
                <a:lnTo>
                  <a:pt x="966" y="74"/>
                </a:lnTo>
                <a:lnTo>
                  <a:pt x="967" y="74"/>
                </a:lnTo>
                <a:lnTo>
                  <a:pt x="967" y="75"/>
                </a:lnTo>
                <a:lnTo>
                  <a:pt x="968" y="75"/>
                </a:lnTo>
                <a:lnTo>
                  <a:pt x="969" y="75"/>
                </a:lnTo>
                <a:lnTo>
                  <a:pt x="970" y="75"/>
                </a:lnTo>
                <a:lnTo>
                  <a:pt x="970" y="76"/>
                </a:lnTo>
                <a:lnTo>
                  <a:pt x="970" y="77"/>
                </a:lnTo>
                <a:lnTo>
                  <a:pt x="971" y="77"/>
                </a:lnTo>
                <a:lnTo>
                  <a:pt x="972" y="77"/>
                </a:lnTo>
                <a:lnTo>
                  <a:pt x="974" y="77"/>
                </a:lnTo>
                <a:lnTo>
                  <a:pt x="975" y="78"/>
                </a:lnTo>
                <a:lnTo>
                  <a:pt x="976" y="78"/>
                </a:lnTo>
                <a:lnTo>
                  <a:pt x="977" y="78"/>
                </a:lnTo>
                <a:lnTo>
                  <a:pt x="977" y="79"/>
                </a:lnTo>
                <a:lnTo>
                  <a:pt x="978" y="79"/>
                </a:lnTo>
                <a:lnTo>
                  <a:pt x="978" y="80"/>
                </a:lnTo>
                <a:lnTo>
                  <a:pt x="978" y="81"/>
                </a:lnTo>
                <a:lnTo>
                  <a:pt x="978" y="82"/>
                </a:lnTo>
                <a:lnTo>
                  <a:pt x="978" y="83"/>
                </a:lnTo>
                <a:lnTo>
                  <a:pt x="979" y="83"/>
                </a:lnTo>
                <a:lnTo>
                  <a:pt x="978" y="83"/>
                </a:lnTo>
                <a:lnTo>
                  <a:pt x="978" y="84"/>
                </a:lnTo>
                <a:lnTo>
                  <a:pt x="979" y="84"/>
                </a:lnTo>
                <a:lnTo>
                  <a:pt x="979" y="85"/>
                </a:lnTo>
                <a:lnTo>
                  <a:pt x="978" y="85"/>
                </a:lnTo>
                <a:lnTo>
                  <a:pt x="978" y="86"/>
                </a:lnTo>
                <a:lnTo>
                  <a:pt x="979" y="86"/>
                </a:lnTo>
                <a:lnTo>
                  <a:pt x="979" y="87"/>
                </a:lnTo>
                <a:lnTo>
                  <a:pt x="980" y="86"/>
                </a:lnTo>
                <a:lnTo>
                  <a:pt x="980" y="85"/>
                </a:lnTo>
                <a:lnTo>
                  <a:pt x="981" y="85"/>
                </a:lnTo>
                <a:lnTo>
                  <a:pt x="981" y="86"/>
                </a:lnTo>
                <a:lnTo>
                  <a:pt x="982" y="86"/>
                </a:lnTo>
                <a:lnTo>
                  <a:pt x="982" y="85"/>
                </a:lnTo>
                <a:lnTo>
                  <a:pt x="983" y="85"/>
                </a:lnTo>
                <a:lnTo>
                  <a:pt x="983" y="84"/>
                </a:lnTo>
                <a:lnTo>
                  <a:pt x="983" y="85"/>
                </a:lnTo>
                <a:lnTo>
                  <a:pt x="984" y="85"/>
                </a:lnTo>
                <a:lnTo>
                  <a:pt x="984" y="86"/>
                </a:lnTo>
                <a:lnTo>
                  <a:pt x="984" y="87"/>
                </a:lnTo>
                <a:lnTo>
                  <a:pt x="985" y="87"/>
                </a:lnTo>
                <a:lnTo>
                  <a:pt x="985" y="88"/>
                </a:lnTo>
                <a:lnTo>
                  <a:pt x="985" y="89"/>
                </a:lnTo>
                <a:lnTo>
                  <a:pt x="986" y="89"/>
                </a:lnTo>
                <a:lnTo>
                  <a:pt x="986" y="90"/>
                </a:lnTo>
                <a:lnTo>
                  <a:pt x="985" y="90"/>
                </a:lnTo>
                <a:lnTo>
                  <a:pt x="985" y="91"/>
                </a:lnTo>
                <a:lnTo>
                  <a:pt x="986" y="91"/>
                </a:lnTo>
                <a:lnTo>
                  <a:pt x="986" y="92"/>
                </a:lnTo>
                <a:lnTo>
                  <a:pt x="987" y="92"/>
                </a:lnTo>
                <a:lnTo>
                  <a:pt x="988" y="92"/>
                </a:lnTo>
                <a:lnTo>
                  <a:pt x="988" y="93"/>
                </a:lnTo>
                <a:lnTo>
                  <a:pt x="989" y="93"/>
                </a:lnTo>
                <a:lnTo>
                  <a:pt x="990" y="93"/>
                </a:lnTo>
                <a:lnTo>
                  <a:pt x="990" y="94"/>
                </a:lnTo>
                <a:lnTo>
                  <a:pt x="991" y="94"/>
                </a:lnTo>
                <a:lnTo>
                  <a:pt x="992" y="94"/>
                </a:lnTo>
                <a:lnTo>
                  <a:pt x="993" y="94"/>
                </a:lnTo>
                <a:lnTo>
                  <a:pt x="993" y="93"/>
                </a:lnTo>
                <a:lnTo>
                  <a:pt x="994" y="93"/>
                </a:lnTo>
                <a:lnTo>
                  <a:pt x="995" y="93"/>
                </a:lnTo>
                <a:lnTo>
                  <a:pt x="995" y="94"/>
                </a:lnTo>
                <a:lnTo>
                  <a:pt x="995" y="95"/>
                </a:lnTo>
                <a:lnTo>
                  <a:pt x="995" y="96"/>
                </a:lnTo>
                <a:lnTo>
                  <a:pt x="995" y="97"/>
                </a:lnTo>
                <a:lnTo>
                  <a:pt x="996" y="97"/>
                </a:lnTo>
                <a:lnTo>
                  <a:pt x="997" y="97"/>
                </a:lnTo>
                <a:lnTo>
                  <a:pt x="998" y="97"/>
                </a:lnTo>
                <a:lnTo>
                  <a:pt x="998" y="96"/>
                </a:lnTo>
                <a:lnTo>
                  <a:pt x="998" y="95"/>
                </a:lnTo>
                <a:lnTo>
                  <a:pt x="999" y="95"/>
                </a:lnTo>
                <a:lnTo>
                  <a:pt x="1000" y="95"/>
                </a:lnTo>
                <a:lnTo>
                  <a:pt x="1000" y="96"/>
                </a:lnTo>
                <a:lnTo>
                  <a:pt x="1001" y="96"/>
                </a:lnTo>
                <a:lnTo>
                  <a:pt x="1002" y="96"/>
                </a:lnTo>
                <a:lnTo>
                  <a:pt x="1003" y="96"/>
                </a:lnTo>
                <a:lnTo>
                  <a:pt x="1003" y="97"/>
                </a:lnTo>
                <a:lnTo>
                  <a:pt x="1004" y="97"/>
                </a:lnTo>
                <a:lnTo>
                  <a:pt x="1004" y="98"/>
                </a:lnTo>
                <a:lnTo>
                  <a:pt x="1005" y="98"/>
                </a:lnTo>
                <a:lnTo>
                  <a:pt x="1005" y="99"/>
                </a:lnTo>
                <a:lnTo>
                  <a:pt x="1006" y="99"/>
                </a:lnTo>
                <a:lnTo>
                  <a:pt x="1007" y="99"/>
                </a:lnTo>
                <a:lnTo>
                  <a:pt x="1007" y="98"/>
                </a:lnTo>
                <a:lnTo>
                  <a:pt x="1007" y="99"/>
                </a:lnTo>
                <a:lnTo>
                  <a:pt x="1007" y="98"/>
                </a:lnTo>
                <a:lnTo>
                  <a:pt x="1008" y="98"/>
                </a:lnTo>
                <a:lnTo>
                  <a:pt x="1008" y="99"/>
                </a:lnTo>
                <a:lnTo>
                  <a:pt x="1009" y="99"/>
                </a:lnTo>
                <a:lnTo>
                  <a:pt x="1010" y="99"/>
                </a:lnTo>
                <a:lnTo>
                  <a:pt x="1010" y="98"/>
                </a:lnTo>
                <a:lnTo>
                  <a:pt x="1011" y="98"/>
                </a:lnTo>
                <a:lnTo>
                  <a:pt x="1011" y="97"/>
                </a:lnTo>
                <a:lnTo>
                  <a:pt x="1012" y="97"/>
                </a:lnTo>
                <a:lnTo>
                  <a:pt x="1013" y="97"/>
                </a:lnTo>
                <a:lnTo>
                  <a:pt x="1014" y="97"/>
                </a:lnTo>
                <a:lnTo>
                  <a:pt x="1015" y="97"/>
                </a:lnTo>
                <a:lnTo>
                  <a:pt x="1015" y="98"/>
                </a:lnTo>
                <a:lnTo>
                  <a:pt x="1016" y="98"/>
                </a:lnTo>
                <a:lnTo>
                  <a:pt x="1017" y="98"/>
                </a:lnTo>
                <a:lnTo>
                  <a:pt x="1018" y="98"/>
                </a:lnTo>
                <a:lnTo>
                  <a:pt x="1018" y="99"/>
                </a:lnTo>
                <a:lnTo>
                  <a:pt x="1019" y="99"/>
                </a:lnTo>
                <a:lnTo>
                  <a:pt x="1020" y="99"/>
                </a:lnTo>
                <a:lnTo>
                  <a:pt x="1020" y="98"/>
                </a:lnTo>
                <a:lnTo>
                  <a:pt x="1021" y="98"/>
                </a:lnTo>
                <a:lnTo>
                  <a:pt x="1021" y="99"/>
                </a:lnTo>
                <a:lnTo>
                  <a:pt x="1022" y="99"/>
                </a:lnTo>
                <a:lnTo>
                  <a:pt x="1022" y="100"/>
                </a:lnTo>
                <a:lnTo>
                  <a:pt x="1023" y="100"/>
                </a:lnTo>
                <a:lnTo>
                  <a:pt x="1024" y="100"/>
                </a:lnTo>
                <a:lnTo>
                  <a:pt x="1025" y="101"/>
                </a:lnTo>
                <a:lnTo>
                  <a:pt x="1026" y="101"/>
                </a:lnTo>
                <a:lnTo>
                  <a:pt x="1026" y="102"/>
                </a:lnTo>
                <a:lnTo>
                  <a:pt x="1026" y="103"/>
                </a:lnTo>
                <a:lnTo>
                  <a:pt x="1027" y="103"/>
                </a:lnTo>
                <a:lnTo>
                  <a:pt x="1027" y="104"/>
                </a:lnTo>
                <a:lnTo>
                  <a:pt x="1027" y="105"/>
                </a:lnTo>
                <a:lnTo>
                  <a:pt x="1028" y="105"/>
                </a:lnTo>
                <a:lnTo>
                  <a:pt x="1029" y="105"/>
                </a:lnTo>
                <a:lnTo>
                  <a:pt x="1029" y="106"/>
                </a:lnTo>
                <a:lnTo>
                  <a:pt x="1029" y="107"/>
                </a:lnTo>
                <a:lnTo>
                  <a:pt x="1030" y="107"/>
                </a:lnTo>
                <a:lnTo>
                  <a:pt x="1030" y="108"/>
                </a:lnTo>
                <a:lnTo>
                  <a:pt x="1031" y="108"/>
                </a:lnTo>
                <a:lnTo>
                  <a:pt x="1031" y="109"/>
                </a:lnTo>
                <a:lnTo>
                  <a:pt x="1032" y="109"/>
                </a:lnTo>
                <a:lnTo>
                  <a:pt x="1033" y="109"/>
                </a:lnTo>
                <a:lnTo>
                  <a:pt x="1034" y="109"/>
                </a:lnTo>
                <a:lnTo>
                  <a:pt x="1034" y="108"/>
                </a:lnTo>
                <a:lnTo>
                  <a:pt x="1035" y="108"/>
                </a:lnTo>
                <a:lnTo>
                  <a:pt x="1035" y="107"/>
                </a:lnTo>
                <a:lnTo>
                  <a:pt x="1036" y="107"/>
                </a:lnTo>
                <a:lnTo>
                  <a:pt x="1037" y="106"/>
                </a:lnTo>
                <a:lnTo>
                  <a:pt x="1038" y="106"/>
                </a:lnTo>
                <a:lnTo>
                  <a:pt x="1039" y="106"/>
                </a:lnTo>
                <a:lnTo>
                  <a:pt x="1039" y="107"/>
                </a:lnTo>
                <a:lnTo>
                  <a:pt x="1040" y="107"/>
                </a:lnTo>
                <a:lnTo>
                  <a:pt x="1040" y="108"/>
                </a:lnTo>
                <a:lnTo>
                  <a:pt x="1041" y="108"/>
                </a:lnTo>
                <a:lnTo>
                  <a:pt x="1040" y="108"/>
                </a:lnTo>
                <a:lnTo>
                  <a:pt x="1040" y="109"/>
                </a:lnTo>
                <a:lnTo>
                  <a:pt x="1039" y="109"/>
                </a:lnTo>
                <a:lnTo>
                  <a:pt x="1039" y="110"/>
                </a:lnTo>
                <a:lnTo>
                  <a:pt x="1039" y="111"/>
                </a:lnTo>
                <a:lnTo>
                  <a:pt x="1039" y="112"/>
                </a:lnTo>
                <a:lnTo>
                  <a:pt x="1038" y="112"/>
                </a:lnTo>
                <a:lnTo>
                  <a:pt x="1039" y="113"/>
                </a:lnTo>
                <a:lnTo>
                  <a:pt x="1039" y="114"/>
                </a:lnTo>
                <a:lnTo>
                  <a:pt x="1039" y="115"/>
                </a:lnTo>
                <a:lnTo>
                  <a:pt x="1038" y="116"/>
                </a:lnTo>
                <a:lnTo>
                  <a:pt x="1037" y="117"/>
                </a:lnTo>
                <a:lnTo>
                  <a:pt x="1036" y="118"/>
                </a:lnTo>
                <a:lnTo>
                  <a:pt x="1036" y="119"/>
                </a:lnTo>
                <a:lnTo>
                  <a:pt x="1036" y="120"/>
                </a:lnTo>
                <a:lnTo>
                  <a:pt x="1036" y="121"/>
                </a:lnTo>
                <a:lnTo>
                  <a:pt x="1037" y="121"/>
                </a:lnTo>
                <a:lnTo>
                  <a:pt x="1037" y="122"/>
                </a:lnTo>
                <a:lnTo>
                  <a:pt x="1037" y="123"/>
                </a:lnTo>
                <a:lnTo>
                  <a:pt x="1038" y="124"/>
                </a:lnTo>
                <a:lnTo>
                  <a:pt x="1039" y="124"/>
                </a:lnTo>
                <a:lnTo>
                  <a:pt x="1040" y="124"/>
                </a:lnTo>
                <a:lnTo>
                  <a:pt x="1040" y="123"/>
                </a:lnTo>
                <a:lnTo>
                  <a:pt x="1040" y="124"/>
                </a:lnTo>
                <a:lnTo>
                  <a:pt x="1040" y="123"/>
                </a:lnTo>
                <a:lnTo>
                  <a:pt x="1040" y="124"/>
                </a:lnTo>
                <a:lnTo>
                  <a:pt x="1041" y="124"/>
                </a:lnTo>
                <a:lnTo>
                  <a:pt x="1042" y="123"/>
                </a:lnTo>
                <a:lnTo>
                  <a:pt x="1042" y="124"/>
                </a:lnTo>
                <a:lnTo>
                  <a:pt x="1042" y="123"/>
                </a:lnTo>
                <a:lnTo>
                  <a:pt x="1043" y="123"/>
                </a:lnTo>
                <a:lnTo>
                  <a:pt x="1044" y="124"/>
                </a:lnTo>
                <a:lnTo>
                  <a:pt x="1044" y="123"/>
                </a:lnTo>
                <a:lnTo>
                  <a:pt x="1044" y="124"/>
                </a:lnTo>
                <a:lnTo>
                  <a:pt x="1045" y="124"/>
                </a:lnTo>
                <a:lnTo>
                  <a:pt x="1046" y="124"/>
                </a:lnTo>
                <a:lnTo>
                  <a:pt x="1045" y="124"/>
                </a:lnTo>
                <a:lnTo>
                  <a:pt x="1045" y="125"/>
                </a:lnTo>
                <a:lnTo>
                  <a:pt x="1046" y="125"/>
                </a:lnTo>
                <a:lnTo>
                  <a:pt x="1046" y="126"/>
                </a:lnTo>
                <a:lnTo>
                  <a:pt x="1047" y="126"/>
                </a:lnTo>
                <a:lnTo>
                  <a:pt x="1048" y="126"/>
                </a:lnTo>
                <a:lnTo>
                  <a:pt x="1048" y="127"/>
                </a:lnTo>
                <a:lnTo>
                  <a:pt x="1049" y="127"/>
                </a:lnTo>
                <a:lnTo>
                  <a:pt x="1050" y="127"/>
                </a:lnTo>
                <a:lnTo>
                  <a:pt x="1050" y="128"/>
                </a:lnTo>
                <a:lnTo>
                  <a:pt x="1051" y="128"/>
                </a:lnTo>
                <a:lnTo>
                  <a:pt x="1051" y="129"/>
                </a:lnTo>
                <a:lnTo>
                  <a:pt x="1052" y="129"/>
                </a:lnTo>
                <a:lnTo>
                  <a:pt x="1052" y="130"/>
                </a:lnTo>
                <a:lnTo>
                  <a:pt x="1053" y="130"/>
                </a:lnTo>
                <a:lnTo>
                  <a:pt x="1054" y="130"/>
                </a:lnTo>
                <a:lnTo>
                  <a:pt x="1055" y="130"/>
                </a:lnTo>
                <a:lnTo>
                  <a:pt x="1056" y="130"/>
                </a:lnTo>
                <a:lnTo>
                  <a:pt x="1056" y="131"/>
                </a:lnTo>
                <a:lnTo>
                  <a:pt x="1056" y="132"/>
                </a:lnTo>
                <a:lnTo>
                  <a:pt x="1057" y="133"/>
                </a:lnTo>
                <a:lnTo>
                  <a:pt x="1058" y="133"/>
                </a:lnTo>
                <a:lnTo>
                  <a:pt x="1058" y="134"/>
                </a:lnTo>
                <a:lnTo>
                  <a:pt x="1059" y="134"/>
                </a:lnTo>
                <a:lnTo>
                  <a:pt x="1059" y="135"/>
                </a:lnTo>
                <a:lnTo>
                  <a:pt x="1060" y="135"/>
                </a:lnTo>
                <a:lnTo>
                  <a:pt x="1060" y="136"/>
                </a:lnTo>
                <a:lnTo>
                  <a:pt x="1060" y="137"/>
                </a:lnTo>
                <a:lnTo>
                  <a:pt x="1060" y="138"/>
                </a:lnTo>
                <a:lnTo>
                  <a:pt x="1061" y="138"/>
                </a:lnTo>
                <a:lnTo>
                  <a:pt x="1061" y="137"/>
                </a:lnTo>
                <a:lnTo>
                  <a:pt x="1061" y="138"/>
                </a:lnTo>
                <a:lnTo>
                  <a:pt x="1062" y="138"/>
                </a:lnTo>
                <a:lnTo>
                  <a:pt x="1063" y="139"/>
                </a:lnTo>
                <a:lnTo>
                  <a:pt x="1064" y="139"/>
                </a:lnTo>
                <a:lnTo>
                  <a:pt x="1064" y="140"/>
                </a:lnTo>
                <a:lnTo>
                  <a:pt x="1065" y="140"/>
                </a:lnTo>
                <a:lnTo>
                  <a:pt x="1066" y="140"/>
                </a:lnTo>
                <a:lnTo>
                  <a:pt x="1067" y="140"/>
                </a:lnTo>
                <a:lnTo>
                  <a:pt x="1068" y="140"/>
                </a:lnTo>
                <a:lnTo>
                  <a:pt x="1068" y="141"/>
                </a:lnTo>
                <a:lnTo>
                  <a:pt x="1069" y="141"/>
                </a:lnTo>
                <a:lnTo>
                  <a:pt x="1070" y="141"/>
                </a:lnTo>
                <a:lnTo>
                  <a:pt x="1071" y="141"/>
                </a:lnTo>
                <a:lnTo>
                  <a:pt x="1072" y="141"/>
                </a:lnTo>
                <a:lnTo>
                  <a:pt x="1072" y="142"/>
                </a:lnTo>
                <a:lnTo>
                  <a:pt x="1073" y="142"/>
                </a:lnTo>
                <a:lnTo>
                  <a:pt x="1073" y="143"/>
                </a:lnTo>
                <a:lnTo>
                  <a:pt x="1074" y="143"/>
                </a:lnTo>
                <a:lnTo>
                  <a:pt x="1074" y="144"/>
                </a:lnTo>
                <a:lnTo>
                  <a:pt x="1075" y="144"/>
                </a:lnTo>
                <a:lnTo>
                  <a:pt x="1076" y="144"/>
                </a:lnTo>
                <a:lnTo>
                  <a:pt x="1077" y="144"/>
                </a:lnTo>
                <a:lnTo>
                  <a:pt x="1077" y="145"/>
                </a:lnTo>
                <a:lnTo>
                  <a:pt x="1078" y="145"/>
                </a:lnTo>
                <a:lnTo>
                  <a:pt x="1078" y="146"/>
                </a:lnTo>
                <a:lnTo>
                  <a:pt x="1078" y="145"/>
                </a:lnTo>
                <a:lnTo>
                  <a:pt x="1079" y="145"/>
                </a:lnTo>
                <a:lnTo>
                  <a:pt x="1080" y="145"/>
                </a:lnTo>
                <a:lnTo>
                  <a:pt x="1080" y="144"/>
                </a:lnTo>
                <a:lnTo>
                  <a:pt x="1080" y="143"/>
                </a:lnTo>
                <a:lnTo>
                  <a:pt x="1080" y="142"/>
                </a:lnTo>
                <a:lnTo>
                  <a:pt x="1081" y="142"/>
                </a:lnTo>
                <a:lnTo>
                  <a:pt x="1082" y="142"/>
                </a:lnTo>
                <a:lnTo>
                  <a:pt x="1082" y="141"/>
                </a:lnTo>
                <a:lnTo>
                  <a:pt x="1082" y="140"/>
                </a:lnTo>
                <a:lnTo>
                  <a:pt x="1083" y="140"/>
                </a:lnTo>
                <a:lnTo>
                  <a:pt x="1084" y="140"/>
                </a:lnTo>
                <a:lnTo>
                  <a:pt x="1084" y="139"/>
                </a:lnTo>
                <a:lnTo>
                  <a:pt x="1085" y="139"/>
                </a:lnTo>
                <a:lnTo>
                  <a:pt x="1085" y="138"/>
                </a:lnTo>
                <a:lnTo>
                  <a:pt x="1086" y="138"/>
                </a:lnTo>
                <a:lnTo>
                  <a:pt x="1087" y="138"/>
                </a:lnTo>
                <a:lnTo>
                  <a:pt x="1088" y="138"/>
                </a:lnTo>
                <a:lnTo>
                  <a:pt x="1088" y="139"/>
                </a:lnTo>
                <a:lnTo>
                  <a:pt x="1089" y="139"/>
                </a:lnTo>
                <a:lnTo>
                  <a:pt x="1090" y="139"/>
                </a:lnTo>
                <a:lnTo>
                  <a:pt x="1091" y="139"/>
                </a:lnTo>
                <a:lnTo>
                  <a:pt x="1092" y="139"/>
                </a:lnTo>
                <a:lnTo>
                  <a:pt x="1093" y="139"/>
                </a:lnTo>
                <a:lnTo>
                  <a:pt x="1093" y="140"/>
                </a:lnTo>
                <a:lnTo>
                  <a:pt x="1094" y="140"/>
                </a:lnTo>
                <a:lnTo>
                  <a:pt x="1095" y="140"/>
                </a:lnTo>
                <a:lnTo>
                  <a:pt x="1095" y="141"/>
                </a:lnTo>
                <a:lnTo>
                  <a:pt x="1096" y="141"/>
                </a:lnTo>
                <a:lnTo>
                  <a:pt x="1097" y="141"/>
                </a:lnTo>
                <a:lnTo>
                  <a:pt x="1098" y="141"/>
                </a:lnTo>
                <a:lnTo>
                  <a:pt x="1099" y="141"/>
                </a:lnTo>
                <a:lnTo>
                  <a:pt x="1099" y="142"/>
                </a:lnTo>
                <a:lnTo>
                  <a:pt x="1100" y="142"/>
                </a:lnTo>
                <a:lnTo>
                  <a:pt x="1100" y="143"/>
                </a:lnTo>
                <a:lnTo>
                  <a:pt x="1101" y="143"/>
                </a:lnTo>
                <a:lnTo>
                  <a:pt x="1102" y="144"/>
                </a:lnTo>
                <a:lnTo>
                  <a:pt x="1102" y="145"/>
                </a:lnTo>
                <a:lnTo>
                  <a:pt x="1103" y="145"/>
                </a:lnTo>
                <a:lnTo>
                  <a:pt x="1103" y="146"/>
                </a:lnTo>
                <a:lnTo>
                  <a:pt x="1104" y="147"/>
                </a:lnTo>
                <a:lnTo>
                  <a:pt x="1105" y="147"/>
                </a:lnTo>
                <a:lnTo>
                  <a:pt x="1105" y="148"/>
                </a:lnTo>
                <a:lnTo>
                  <a:pt x="1106" y="149"/>
                </a:lnTo>
                <a:lnTo>
                  <a:pt x="1106" y="150"/>
                </a:lnTo>
                <a:lnTo>
                  <a:pt x="1105" y="151"/>
                </a:lnTo>
                <a:lnTo>
                  <a:pt x="1105" y="152"/>
                </a:lnTo>
                <a:lnTo>
                  <a:pt x="1106" y="152"/>
                </a:lnTo>
                <a:lnTo>
                  <a:pt x="1107" y="152"/>
                </a:lnTo>
                <a:lnTo>
                  <a:pt x="1108" y="152"/>
                </a:lnTo>
                <a:lnTo>
                  <a:pt x="1109" y="153"/>
                </a:lnTo>
                <a:lnTo>
                  <a:pt x="1110" y="153"/>
                </a:lnTo>
                <a:lnTo>
                  <a:pt x="1111" y="153"/>
                </a:lnTo>
                <a:lnTo>
                  <a:pt x="1111" y="154"/>
                </a:lnTo>
                <a:lnTo>
                  <a:pt x="1112" y="154"/>
                </a:lnTo>
                <a:lnTo>
                  <a:pt x="1113" y="154"/>
                </a:lnTo>
                <a:lnTo>
                  <a:pt x="1114" y="154"/>
                </a:lnTo>
                <a:lnTo>
                  <a:pt x="1114" y="155"/>
                </a:lnTo>
                <a:lnTo>
                  <a:pt x="1115" y="155"/>
                </a:lnTo>
                <a:lnTo>
                  <a:pt x="1116" y="155"/>
                </a:lnTo>
                <a:lnTo>
                  <a:pt x="1117" y="155"/>
                </a:lnTo>
                <a:lnTo>
                  <a:pt x="1117" y="156"/>
                </a:lnTo>
                <a:lnTo>
                  <a:pt x="1118" y="156"/>
                </a:lnTo>
                <a:lnTo>
                  <a:pt x="1119" y="156"/>
                </a:lnTo>
                <a:lnTo>
                  <a:pt x="1119" y="157"/>
                </a:lnTo>
                <a:lnTo>
                  <a:pt x="1119" y="159"/>
                </a:lnTo>
                <a:lnTo>
                  <a:pt x="1119" y="160"/>
                </a:lnTo>
                <a:lnTo>
                  <a:pt x="1120" y="159"/>
                </a:lnTo>
                <a:lnTo>
                  <a:pt x="1121" y="159"/>
                </a:lnTo>
                <a:lnTo>
                  <a:pt x="1122" y="159"/>
                </a:lnTo>
                <a:lnTo>
                  <a:pt x="1123" y="159"/>
                </a:lnTo>
                <a:lnTo>
                  <a:pt x="1124" y="159"/>
                </a:lnTo>
                <a:lnTo>
                  <a:pt x="1124" y="158"/>
                </a:lnTo>
                <a:lnTo>
                  <a:pt x="1125" y="157"/>
                </a:lnTo>
                <a:lnTo>
                  <a:pt x="1125" y="156"/>
                </a:lnTo>
                <a:lnTo>
                  <a:pt x="1126" y="156"/>
                </a:lnTo>
                <a:lnTo>
                  <a:pt x="1126" y="155"/>
                </a:lnTo>
                <a:lnTo>
                  <a:pt x="1127" y="155"/>
                </a:lnTo>
                <a:lnTo>
                  <a:pt x="1128" y="155"/>
                </a:lnTo>
                <a:lnTo>
                  <a:pt x="1128" y="154"/>
                </a:lnTo>
                <a:lnTo>
                  <a:pt x="1129" y="154"/>
                </a:lnTo>
                <a:lnTo>
                  <a:pt x="1129" y="153"/>
                </a:lnTo>
                <a:lnTo>
                  <a:pt x="1130" y="153"/>
                </a:lnTo>
                <a:lnTo>
                  <a:pt x="1130" y="152"/>
                </a:lnTo>
                <a:lnTo>
                  <a:pt x="1131" y="152"/>
                </a:lnTo>
                <a:lnTo>
                  <a:pt x="1132" y="152"/>
                </a:lnTo>
                <a:lnTo>
                  <a:pt x="1133" y="152"/>
                </a:lnTo>
                <a:lnTo>
                  <a:pt x="1134" y="152"/>
                </a:lnTo>
                <a:lnTo>
                  <a:pt x="1135" y="152"/>
                </a:lnTo>
                <a:lnTo>
                  <a:pt x="1136" y="152"/>
                </a:lnTo>
                <a:lnTo>
                  <a:pt x="1136" y="153"/>
                </a:lnTo>
                <a:lnTo>
                  <a:pt x="1137" y="153"/>
                </a:lnTo>
                <a:lnTo>
                  <a:pt x="1138" y="154"/>
                </a:lnTo>
                <a:lnTo>
                  <a:pt x="1137" y="155"/>
                </a:lnTo>
                <a:lnTo>
                  <a:pt x="1138" y="155"/>
                </a:lnTo>
                <a:lnTo>
                  <a:pt x="1138" y="156"/>
                </a:lnTo>
                <a:lnTo>
                  <a:pt x="1139" y="156"/>
                </a:lnTo>
                <a:lnTo>
                  <a:pt x="1139" y="157"/>
                </a:lnTo>
                <a:lnTo>
                  <a:pt x="1139" y="158"/>
                </a:lnTo>
                <a:lnTo>
                  <a:pt x="1140" y="159"/>
                </a:lnTo>
                <a:lnTo>
                  <a:pt x="1140" y="160"/>
                </a:lnTo>
                <a:lnTo>
                  <a:pt x="1140" y="161"/>
                </a:lnTo>
                <a:lnTo>
                  <a:pt x="1140" y="162"/>
                </a:lnTo>
                <a:lnTo>
                  <a:pt x="1139" y="162"/>
                </a:lnTo>
                <a:lnTo>
                  <a:pt x="1140" y="163"/>
                </a:lnTo>
                <a:lnTo>
                  <a:pt x="1141" y="164"/>
                </a:lnTo>
                <a:lnTo>
                  <a:pt x="1142" y="165"/>
                </a:lnTo>
                <a:lnTo>
                  <a:pt x="1142" y="166"/>
                </a:lnTo>
                <a:lnTo>
                  <a:pt x="1143" y="167"/>
                </a:lnTo>
                <a:lnTo>
                  <a:pt x="1144" y="167"/>
                </a:lnTo>
                <a:lnTo>
                  <a:pt x="1145" y="168"/>
                </a:lnTo>
                <a:lnTo>
                  <a:pt x="1146" y="168"/>
                </a:lnTo>
                <a:lnTo>
                  <a:pt x="1146" y="169"/>
                </a:lnTo>
                <a:lnTo>
                  <a:pt x="1147" y="170"/>
                </a:lnTo>
                <a:lnTo>
                  <a:pt x="1148" y="170"/>
                </a:lnTo>
                <a:lnTo>
                  <a:pt x="1148" y="171"/>
                </a:lnTo>
                <a:lnTo>
                  <a:pt x="1147" y="171"/>
                </a:lnTo>
                <a:lnTo>
                  <a:pt x="1147" y="172"/>
                </a:lnTo>
                <a:lnTo>
                  <a:pt x="1147" y="173"/>
                </a:lnTo>
                <a:lnTo>
                  <a:pt x="1147" y="174"/>
                </a:lnTo>
                <a:lnTo>
                  <a:pt x="1146" y="174"/>
                </a:lnTo>
                <a:lnTo>
                  <a:pt x="1146" y="175"/>
                </a:lnTo>
                <a:lnTo>
                  <a:pt x="1145" y="176"/>
                </a:lnTo>
                <a:lnTo>
                  <a:pt x="1145" y="177"/>
                </a:lnTo>
                <a:lnTo>
                  <a:pt x="1146" y="177"/>
                </a:lnTo>
                <a:lnTo>
                  <a:pt x="1147" y="177"/>
                </a:lnTo>
                <a:lnTo>
                  <a:pt x="1148" y="177"/>
                </a:lnTo>
                <a:lnTo>
                  <a:pt x="1149" y="178"/>
                </a:lnTo>
                <a:lnTo>
                  <a:pt x="1150" y="178"/>
                </a:lnTo>
                <a:lnTo>
                  <a:pt x="1151" y="179"/>
                </a:lnTo>
                <a:lnTo>
                  <a:pt x="1152" y="179"/>
                </a:lnTo>
                <a:lnTo>
                  <a:pt x="1152" y="180"/>
                </a:lnTo>
                <a:lnTo>
                  <a:pt x="1153" y="181"/>
                </a:lnTo>
                <a:lnTo>
                  <a:pt x="1153" y="182"/>
                </a:lnTo>
                <a:lnTo>
                  <a:pt x="1153" y="183"/>
                </a:lnTo>
                <a:lnTo>
                  <a:pt x="1154" y="183"/>
                </a:lnTo>
                <a:lnTo>
                  <a:pt x="1154" y="184"/>
                </a:lnTo>
                <a:lnTo>
                  <a:pt x="1155" y="184"/>
                </a:lnTo>
                <a:lnTo>
                  <a:pt x="1156" y="184"/>
                </a:lnTo>
                <a:lnTo>
                  <a:pt x="1157" y="184"/>
                </a:lnTo>
                <a:lnTo>
                  <a:pt x="1159" y="184"/>
                </a:lnTo>
                <a:lnTo>
                  <a:pt x="1159" y="185"/>
                </a:lnTo>
                <a:lnTo>
                  <a:pt x="1160" y="186"/>
                </a:lnTo>
                <a:lnTo>
                  <a:pt x="1161" y="186"/>
                </a:lnTo>
                <a:lnTo>
                  <a:pt x="1162" y="186"/>
                </a:lnTo>
                <a:lnTo>
                  <a:pt x="1163" y="186"/>
                </a:lnTo>
                <a:lnTo>
                  <a:pt x="1163" y="187"/>
                </a:lnTo>
                <a:lnTo>
                  <a:pt x="1163" y="188"/>
                </a:lnTo>
                <a:lnTo>
                  <a:pt x="1163" y="189"/>
                </a:lnTo>
                <a:lnTo>
                  <a:pt x="1164" y="190"/>
                </a:lnTo>
                <a:lnTo>
                  <a:pt x="1165" y="190"/>
                </a:lnTo>
                <a:lnTo>
                  <a:pt x="1167" y="191"/>
                </a:lnTo>
                <a:lnTo>
                  <a:pt x="1169" y="193"/>
                </a:lnTo>
                <a:lnTo>
                  <a:pt x="1170" y="193"/>
                </a:lnTo>
                <a:lnTo>
                  <a:pt x="1171" y="193"/>
                </a:lnTo>
                <a:lnTo>
                  <a:pt x="1172" y="193"/>
                </a:lnTo>
                <a:lnTo>
                  <a:pt x="1172" y="194"/>
                </a:lnTo>
                <a:lnTo>
                  <a:pt x="1173" y="194"/>
                </a:lnTo>
                <a:lnTo>
                  <a:pt x="1174" y="194"/>
                </a:lnTo>
                <a:lnTo>
                  <a:pt x="1175" y="195"/>
                </a:lnTo>
                <a:lnTo>
                  <a:pt x="1174" y="195"/>
                </a:lnTo>
                <a:lnTo>
                  <a:pt x="1174" y="196"/>
                </a:lnTo>
                <a:lnTo>
                  <a:pt x="1174" y="197"/>
                </a:lnTo>
                <a:lnTo>
                  <a:pt x="1175" y="197"/>
                </a:lnTo>
                <a:lnTo>
                  <a:pt x="1176" y="198"/>
                </a:lnTo>
                <a:lnTo>
                  <a:pt x="1177" y="199"/>
                </a:lnTo>
                <a:lnTo>
                  <a:pt x="1177" y="200"/>
                </a:lnTo>
                <a:lnTo>
                  <a:pt x="1177" y="201"/>
                </a:lnTo>
                <a:lnTo>
                  <a:pt x="1178" y="201"/>
                </a:lnTo>
                <a:lnTo>
                  <a:pt x="1179" y="201"/>
                </a:lnTo>
                <a:lnTo>
                  <a:pt x="1179" y="202"/>
                </a:lnTo>
                <a:lnTo>
                  <a:pt x="1180" y="202"/>
                </a:lnTo>
                <a:lnTo>
                  <a:pt x="1180" y="203"/>
                </a:lnTo>
                <a:lnTo>
                  <a:pt x="1180" y="204"/>
                </a:lnTo>
                <a:lnTo>
                  <a:pt x="1182" y="204"/>
                </a:lnTo>
                <a:lnTo>
                  <a:pt x="1183" y="204"/>
                </a:lnTo>
                <a:lnTo>
                  <a:pt x="1184" y="204"/>
                </a:lnTo>
                <a:lnTo>
                  <a:pt x="1185" y="205"/>
                </a:lnTo>
                <a:lnTo>
                  <a:pt x="1185" y="206"/>
                </a:lnTo>
                <a:lnTo>
                  <a:pt x="1186" y="206"/>
                </a:lnTo>
                <a:lnTo>
                  <a:pt x="1186" y="207"/>
                </a:lnTo>
                <a:lnTo>
                  <a:pt x="1187" y="207"/>
                </a:lnTo>
                <a:lnTo>
                  <a:pt x="1187" y="208"/>
                </a:lnTo>
                <a:lnTo>
                  <a:pt x="1188" y="209"/>
                </a:lnTo>
                <a:lnTo>
                  <a:pt x="1189" y="209"/>
                </a:lnTo>
                <a:lnTo>
                  <a:pt x="1190" y="209"/>
                </a:lnTo>
                <a:lnTo>
                  <a:pt x="1191" y="210"/>
                </a:lnTo>
                <a:lnTo>
                  <a:pt x="1191" y="211"/>
                </a:lnTo>
                <a:lnTo>
                  <a:pt x="1193" y="213"/>
                </a:lnTo>
                <a:lnTo>
                  <a:pt x="1194" y="214"/>
                </a:lnTo>
                <a:lnTo>
                  <a:pt x="1194" y="215"/>
                </a:lnTo>
                <a:lnTo>
                  <a:pt x="1194" y="216"/>
                </a:lnTo>
                <a:lnTo>
                  <a:pt x="1193" y="216"/>
                </a:lnTo>
                <a:lnTo>
                  <a:pt x="1192" y="216"/>
                </a:lnTo>
                <a:lnTo>
                  <a:pt x="1191" y="216"/>
                </a:lnTo>
                <a:lnTo>
                  <a:pt x="1190" y="216"/>
                </a:lnTo>
                <a:lnTo>
                  <a:pt x="1189" y="216"/>
                </a:lnTo>
                <a:lnTo>
                  <a:pt x="1188" y="216"/>
                </a:lnTo>
                <a:lnTo>
                  <a:pt x="1188" y="217"/>
                </a:lnTo>
                <a:lnTo>
                  <a:pt x="1187" y="217"/>
                </a:lnTo>
                <a:lnTo>
                  <a:pt x="1186" y="217"/>
                </a:lnTo>
                <a:lnTo>
                  <a:pt x="1185" y="217"/>
                </a:lnTo>
                <a:lnTo>
                  <a:pt x="1184" y="217"/>
                </a:lnTo>
                <a:lnTo>
                  <a:pt x="1184" y="218"/>
                </a:lnTo>
                <a:lnTo>
                  <a:pt x="1183" y="217"/>
                </a:lnTo>
                <a:lnTo>
                  <a:pt x="1182" y="217"/>
                </a:lnTo>
                <a:lnTo>
                  <a:pt x="1181" y="217"/>
                </a:lnTo>
                <a:lnTo>
                  <a:pt x="1181" y="218"/>
                </a:lnTo>
                <a:lnTo>
                  <a:pt x="1180" y="218"/>
                </a:lnTo>
                <a:lnTo>
                  <a:pt x="1180" y="219"/>
                </a:lnTo>
                <a:lnTo>
                  <a:pt x="1180" y="220"/>
                </a:lnTo>
                <a:lnTo>
                  <a:pt x="1181" y="220"/>
                </a:lnTo>
                <a:lnTo>
                  <a:pt x="1181" y="221"/>
                </a:lnTo>
                <a:lnTo>
                  <a:pt x="1181" y="222"/>
                </a:lnTo>
                <a:lnTo>
                  <a:pt x="1181" y="223"/>
                </a:lnTo>
                <a:lnTo>
                  <a:pt x="1182" y="224"/>
                </a:lnTo>
                <a:lnTo>
                  <a:pt x="1182" y="225"/>
                </a:lnTo>
                <a:lnTo>
                  <a:pt x="1180" y="226"/>
                </a:lnTo>
                <a:lnTo>
                  <a:pt x="1179" y="227"/>
                </a:lnTo>
                <a:lnTo>
                  <a:pt x="1178" y="228"/>
                </a:lnTo>
                <a:lnTo>
                  <a:pt x="1178" y="229"/>
                </a:lnTo>
                <a:lnTo>
                  <a:pt x="1177" y="229"/>
                </a:lnTo>
                <a:lnTo>
                  <a:pt x="1177" y="230"/>
                </a:lnTo>
                <a:lnTo>
                  <a:pt x="1178" y="231"/>
                </a:lnTo>
                <a:lnTo>
                  <a:pt x="1179" y="231"/>
                </a:lnTo>
                <a:lnTo>
                  <a:pt x="1180" y="231"/>
                </a:lnTo>
                <a:lnTo>
                  <a:pt x="1181" y="231"/>
                </a:lnTo>
                <a:lnTo>
                  <a:pt x="1181" y="232"/>
                </a:lnTo>
                <a:lnTo>
                  <a:pt x="1182" y="233"/>
                </a:lnTo>
                <a:lnTo>
                  <a:pt x="1183" y="233"/>
                </a:lnTo>
                <a:lnTo>
                  <a:pt x="1184" y="234"/>
                </a:lnTo>
                <a:lnTo>
                  <a:pt x="1185" y="234"/>
                </a:lnTo>
                <a:lnTo>
                  <a:pt x="1186" y="234"/>
                </a:lnTo>
                <a:lnTo>
                  <a:pt x="1187" y="235"/>
                </a:lnTo>
                <a:lnTo>
                  <a:pt x="1187" y="236"/>
                </a:lnTo>
                <a:lnTo>
                  <a:pt x="1187" y="237"/>
                </a:lnTo>
                <a:lnTo>
                  <a:pt x="1187" y="238"/>
                </a:lnTo>
                <a:lnTo>
                  <a:pt x="1188" y="238"/>
                </a:lnTo>
                <a:lnTo>
                  <a:pt x="1188" y="239"/>
                </a:lnTo>
                <a:lnTo>
                  <a:pt x="1189" y="239"/>
                </a:lnTo>
                <a:lnTo>
                  <a:pt x="1189" y="240"/>
                </a:lnTo>
                <a:lnTo>
                  <a:pt x="1190" y="240"/>
                </a:lnTo>
                <a:lnTo>
                  <a:pt x="1191" y="240"/>
                </a:lnTo>
                <a:lnTo>
                  <a:pt x="1192" y="241"/>
                </a:lnTo>
                <a:lnTo>
                  <a:pt x="1193" y="241"/>
                </a:lnTo>
                <a:lnTo>
                  <a:pt x="1193" y="242"/>
                </a:lnTo>
                <a:lnTo>
                  <a:pt x="1194" y="241"/>
                </a:lnTo>
                <a:lnTo>
                  <a:pt x="1194" y="242"/>
                </a:lnTo>
                <a:lnTo>
                  <a:pt x="1194" y="243"/>
                </a:lnTo>
                <a:lnTo>
                  <a:pt x="1195" y="244"/>
                </a:lnTo>
                <a:lnTo>
                  <a:pt x="1196" y="245"/>
                </a:lnTo>
                <a:lnTo>
                  <a:pt x="1197" y="246"/>
                </a:lnTo>
                <a:lnTo>
                  <a:pt x="1198" y="246"/>
                </a:lnTo>
                <a:lnTo>
                  <a:pt x="1199" y="247"/>
                </a:lnTo>
                <a:lnTo>
                  <a:pt x="1199" y="248"/>
                </a:lnTo>
                <a:lnTo>
                  <a:pt x="1200" y="249"/>
                </a:lnTo>
                <a:lnTo>
                  <a:pt x="1201" y="250"/>
                </a:lnTo>
                <a:lnTo>
                  <a:pt x="1200" y="250"/>
                </a:lnTo>
                <a:lnTo>
                  <a:pt x="1199" y="249"/>
                </a:lnTo>
                <a:lnTo>
                  <a:pt x="1198" y="250"/>
                </a:lnTo>
                <a:lnTo>
                  <a:pt x="1197" y="250"/>
                </a:lnTo>
                <a:lnTo>
                  <a:pt x="1197" y="251"/>
                </a:lnTo>
                <a:lnTo>
                  <a:pt x="1196" y="252"/>
                </a:lnTo>
                <a:lnTo>
                  <a:pt x="1195" y="252"/>
                </a:lnTo>
                <a:lnTo>
                  <a:pt x="1194" y="253"/>
                </a:lnTo>
                <a:lnTo>
                  <a:pt x="1194" y="254"/>
                </a:lnTo>
                <a:lnTo>
                  <a:pt x="1193" y="254"/>
                </a:lnTo>
                <a:lnTo>
                  <a:pt x="1192" y="253"/>
                </a:lnTo>
                <a:lnTo>
                  <a:pt x="1191" y="253"/>
                </a:lnTo>
                <a:lnTo>
                  <a:pt x="1191" y="254"/>
                </a:lnTo>
                <a:lnTo>
                  <a:pt x="1191" y="255"/>
                </a:lnTo>
                <a:lnTo>
                  <a:pt x="1190" y="255"/>
                </a:lnTo>
                <a:lnTo>
                  <a:pt x="1190" y="256"/>
                </a:lnTo>
                <a:lnTo>
                  <a:pt x="1191" y="256"/>
                </a:lnTo>
                <a:lnTo>
                  <a:pt x="1191" y="257"/>
                </a:lnTo>
                <a:lnTo>
                  <a:pt x="1191" y="258"/>
                </a:lnTo>
                <a:lnTo>
                  <a:pt x="1191" y="259"/>
                </a:lnTo>
                <a:lnTo>
                  <a:pt x="1192" y="260"/>
                </a:lnTo>
                <a:lnTo>
                  <a:pt x="1193" y="261"/>
                </a:lnTo>
                <a:lnTo>
                  <a:pt x="1193" y="262"/>
                </a:lnTo>
                <a:lnTo>
                  <a:pt x="1195" y="264"/>
                </a:lnTo>
                <a:lnTo>
                  <a:pt x="1196" y="264"/>
                </a:lnTo>
                <a:lnTo>
                  <a:pt x="1197" y="264"/>
                </a:lnTo>
                <a:lnTo>
                  <a:pt x="1197" y="265"/>
                </a:lnTo>
                <a:lnTo>
                  <a:pt x="1198" y="265"/>
                </a:lnTo>
                <a:lnTo>
                  <a:pt x="1199" y="266"/>
                </a:lnTo>
                <a:lnTo>
                  <a:pt x="1201" y="266"/>
                </a:lnTo>
                <a:lnTo>
                  <a:pt x="1201" y="267"/>
                </a:lnTo>
                <a:lnTo>
                  <a:pt x="1201" y="268"/>
                </a:lnTo>
                <a:lnTo>
                  <a:pt x="1202" y="268"/>
                </a:lnTo>
                <a:lnTo>
                  <a:pt x="1203" y="269"/>
                </a:lnTo>
                <a:lnTo>
                  <a:pt x="1204" y="269"/>
                </a:lnTo>
                <a:lnTo>
                  <a:pt x="1205" y="270"/>
                </a:lnTo>
                <a:lnTo>
                  <a:pt x="1205" y="271"/>
                </a:lnTo>
                <a:lnTo>
                  <a:pt x="1204" y="271"/>
                </a:lnTo>
                <a:lnTo>
                  <a:pt x="1203" y="271"/>
                </a:lnTo>
                <a:lnTo>
                  <a:pt x="1203" y="270"/>
                </a:lnTo>
                <a:lnTo>
                  <a:pt x="1203" y="271"/>
                </a:lnTo>
                <a:lnTo>
                  <a:pt x="1202" y="271"/>
                </a:lnTo>
                <a:lnTo>
                  <a:pt x="1203" y="271"/>
                </a:lnTo>
                <a:lnTo>
                  <a:pt x="1203" y="272"/>
                </a:lnTo>
                <a:lnTo>
                  <a:pt x="1203" y="273"/>
                </a:lnTo>
                <a:lnTo>
                  <a:pt x="1203" y="274"/>
                </a:lnTo>
                <a:lnTo>
                  <a:pt x="1204" y="275"/>
                </a:lnTo>
                <a:lnTo>
                  <a:pt x="1205" y="275"/>
                </a:lnTo>
                <a:lnTo>
                  <a:pt x="1206" y="275"/>
                </a:lnTo>
                <a:lnTo>
                  <a:pt x="1206" y="276"/>
                </a:lnTo>
                <a:lnTo>
                  <a:pt x="1207" y="277"/>
                </a:lnTo>
                <a:lnTo>
                  <a:pt x="1208" y="278"/>
                </a:lnTo>
                <a:lnTo>
                  <a:pt x="1207" y="279"/>
                </a:lnTo>
                <a:lnTo>
                  <a:pt x="1207" y="280"/>
                </a:lnTo>
                <a:lnTo>
                  <a:pt x="1206" y="280"/>
                </a:lnTo>
                <a:lnTo>
                  <a:pt x="1205" y="281"/>
                </a:lnTo>
                <a:lnTo>
                  <a:pt x="1206" y="282"/>
                </a:lnTo>
                <a:lnTo>
                  <a:pt x="1207" y="283"/>
                </a:lnTo>
                <a:lnTo>
                  <a:pt x="1207" y="284"/>
                </a:lnTo>
                <a:lnTo>
                  <a:pt x="1208" y="285"/>
                </a:lnTo>
                <a:lnTo>
                  <a:pt x="1209" y="285"/>
                </a:lnTo>
                <a:lnTo>
                  <a:pt x="1209" y="286"/>
                </a:lnTo>
                <a:lnTo>
                  <a:pt x="1209" y="287"/>
                </a:lnTo>
                <a:lnTo>
                  <a:pt x="1210" y="287"/>
                </a:lnTo>
                <a:lnTo>
                  <a:pt x="1211" y="287"/>
                </a:lnTo>
                <a:lnTo>
                  <a:pt x="1210" y="289"/>
                </a:lnTo>
                <a:lnTo>
                  <a:pt x="1211" y="290"/>
                </a:lnTo>
                <a:lnTo>
                  <a:pt x="1211" y="291"/>
                </a:lnTo>
                <a:lnTo>
                  <a:pt x="1211" y="292"/>
                </a:lnTo>
                <a:lnTo>
                  <a:pt x="1211" y="293"/>
                </a:lnTo>
                <a:lnTo>
                  <a:pt x="1212" y="294"/>
                </a:lnTo>
                <a:lnTo>
                  <a:pt x="1213" y="294"/>
                </a:lnTo>
                <a:lnTo>
                  <a:pt x="1214" y="295"/>
                </a:lnTo>
                <a:lnTo>
                  <a:pt x="1215" y="295"/>
                </a:lnTo>
                <a:lnTo>
                  <a:pt x="1215" y="294"/>
                </a:lnTo>
                <a:lnTo>
                  <a:pt x="1216" y="295"/>
                </a:lnTo>
                <a:lnTo>
                  <a:pt x="1217" y="295"/>
                </a:lnTo>
                <a:lnTo>
                  <a:pt x="1217" y="296"/>
                </a:lnTo>
                <a:lnTo>
                  <a:pt x="1218" y="296"/>
                </a:lnTo>
                <a:lnTo>
                  <a:pt x="1219" y="296"/>
                </a:lnTo>
                <a:lnTo>
                  <a:pt x="1219" y="298"/>
                </a:lnTo>
                <a:lnTo>
                  <a:pt x="1220" y="298"/>
                </a:lnTo>
                <a:lnTo>
                  <a:pt x="1220" y="299"/>
                </a:lnTo>
                <a:lnTo>
                  <a:pt x="1221" y="299"/>
                </a:lnTo>
                <a:lnTo>
                  <a:pt x="1222" y="299"/>
                </a:lnTo>
                <a:lnTo>
                  <a:pt x="1223" y="300"/>
                </a:lnTo>
                <a:lnTo>
                  <a:pt x="1224" y="300"/>
                </a:lnTo>
                <a:lnTo>
                  <a:pt x="1225" y="301"/>
                </a:lnTo>
                <a:lnTo>
                  <a:pt x="1226" y="302"/>
                </a:lnTo>
                <a:lnTo>
                  <a:pt x="1227" y="302"/>
                </a:lnTo>
                <a:lnTo>
                  <a:pt x="1228" y="302"/>
                </a:lnTo>
                <a:lnTo>
                  <a:pt x="1229" y="303"/>
                </a:lnTo>
                <a:lnTo>
                  <a:pt x="1228" y="304"/>
                </a:lnTo>
                <a:lnTo>
                  <a:pt x="1228" y="305"/>
                </a:lnTo>
                <a:lnTo>
                  <a:pt x="1229" y="305"/>
                </a:lnTo>
                <a:lnTo>
                  <a:pt x="1230" y="305"/>
                </a:lnTo>
                <a:lnTo>
                  <a:pt x="1231" y="306"/>
                </a:lnTo>
                <a:lnTo>
                  <a:pt x="1232" y="306"/>
                </a:lnTo>
                <a:lnTo>
                  <a:pt x="1232" y="307"/>
                </a:lnTo>
                <a:lnTo>
                  <a:pt x="1233" y="307"/>
                </a:lnTo>
                <a:lnTo>
                  <a:pt x="1232" y="308"/>
                </a:lnTo>
                <a:lnTo>
                  <a:pt x="1230" y="308"/>
                </a:lnTo>
                <a:lnTo>
                  <a:pt x="1229" y="308"/>
                </a:lnTo>
                <a:lnTo>
                  <a:pt x="1228" y="308"/>
                </a:lnTo>
                <a:lnTo>
                  <a:pt x="1227" y="308"/>
                </a:lnTo>
                <a:lnTo>
                  <a:pt x="1227" y="309"/>
                </a:lnTo>
                <a:lnTo>
                  <a:pt x="1226" y="309"/>
                </a:lnTo>
                <a:lnTo>
                  <a:pt x="1225" y="309"/>
                </a:lnTo>
                <a:lnTo>
                  <a:pt x="1225" y="310"/>
                </a:lnTo>
                <a:lnTo>
                  <a:pt x="1224" y="311"/>
                </a:lnTo>
                <a:lnTo>
                  <a:pt x="1223" y="312"/>
                </a:lnTo>
                <a:lnTo>
                  <a:pt x="1223" y="313"/>
                </a:lnTo>
                <a:lnTo>
                  <a:pt x="1222" y="313"/>
                </a:lnTo>
                <a:lnTo>
                  <a:pt x="1222" y="314"/>
                </a:lnTo>
                <a:lnTo>
                  <a:pt x="1222" y="315"/>
                </a:lnTo>
                <a:lnTo>
                  <a:pt x="1221" y="315"/>
                </a:lnTo>
                <a:lnTo>
                  <a:pt x="1221" y="316"/>
                </a:lnTo>
                <a:lnTo>
                  <a:pt x="1221" y="318"/>
                </a:lnTo>
                <a:lnTo>
                  <a:pt x="1220" y="318"/>
                </a:lnTo>
                <a:lnTo>
                  <a:pt x="1219" y="319"/>
                </a:lnTo>
                <a:lnTo>
                  <a:pt x="1218" y="319"/>
                </a:lnTo>
                <a:lnTo>
                  <a:pt x="1218" y="320"/>
                </a:lnTo>
                <a:lnTo>
                  <a:pt x="1217" y="320"/>
                </a:lnTo>
                <a:lnTo>
                  <a:pt x="1217" y="319"/>
                </a:lnTo>
                <a:lnTo>
                  <a:pt x="1216" y="319"/>
                </a:lnTo>
                <a:lnTo>
                  <a:pt x="1216" y="320"/>
                </a:lnTo>
                <a:lnTo>
                  <a:pt x="1216" y="321"/>
                </a:lnTo>
                <a:lnTo>
                  <a:pt x="1217" y="321"/>
                </a:lnTo>
                <a:lnTo>
                  <a:pt x="1217" y="322"/>
                </a:lnTo>
                <a:lnTo>
                  <a:pt x="1218" y="322"/>
                </a:lnTo>
                <a:lnTo>
                  <a:pt x="1218" y="321"/>
                </a:lnTo>
                <a:lnTo>
                  <a:pt x="1219" y="322"/>
                </a:lnTo>
                <a:lnTo>
                  <a:pt x="1220" y="323"/>
                </a:lnTo>
                <a:lnTo>
                  <a:pt x="1220" y="324"/>
                </a:lnTo>
                <a:lnTo>
                  <a:pt x="1221" y="324"/>
                </a:lnTo>
                <a:lnTo>
                  <a:pt x="1223" y="324"/>
                </a:lnTo>
                <a:lnTo>
                  <a:pt x="1224" y="325"/>
                </a:lnTo>
                <a:lnTo>
                  <a:pt x="1223" y="325"/>
                </a:lnTo>
                <a:lnTo>
                  <a:pt x="1222" y="326"/>
                </a:lnTo>
                <a:lnTo>
                  <a:pt x="1222" y="327"/>
                </a:lnTo>
                <a:lnTo>
                  <a:pt x="1223" y="328"/>
                </a:lnTo>
                <a:lnTo>
                  <a:pt x="1223" y="329"/>
                </a:lnTo>
                <a:lnTo>
                  <a:pt x="1224" y="329"/>
                </a:lnTo>
                <a:lnTo>
                  <a:pt x="1223" y="330"/>
                </a:lnTo>
                <a:lnTo>
                  <a:pt x="1223" y="331"/>
                </a:lnTo>
                <a:lnTo>
                  <a:pt x="1222" y="332"/>
                </a:lnTo>
                <a:lnTo>
                  <a:pt x="1222" y="333"/>
                </a:lnTo>
                <a:lnTo>
                  <a:pt x="1221" y="334"/>
                </a:lnTo>
                <a:lnTo>
                  <a:pt x="1221" y="336"/>
                </a:lnTo>
                <a:lnTo>
                  <a:pt x="1222" y="337"/>
                </a:lnTo>
                <a:lnTo>
                  <a:pt x="1222" y="339"/>
                </a:lnTo>
                <a:lnTo>
                  <a:pt x="1221" y="340"/>
                </a:lnTo>
                <a:lnTo>
                  <a:pt x="1222" y="342"/>
                </a:lnTo>
                <a:lnTo>
                  <a:pt x="1222" y="343"/>
                </a:lnTo>
                <a:lnTo>
                  <a:pt x="1222" y="344"/>
                </a:lnTo>
                <a:lnTo>
                  <a:pt x="1221" y="344"/>
                </a:lnTo>
                <a:lnTo>
                  <a:pt x="1222" y="345"/>
                </a:lnTo>
                <a:lnTo>
                  <a:pt x="1221" y="346"/>
                </a:lnTo>
                <a:lnTo>
                  <a:pt x="1219" y="346"/>
                </a:lnTo>
                <a:lnTo>
                  <a:pt x="1219" y="345"/>
                </a:lnTo>
                <a:lnTo>
                  <a:pt x="1218" y="344"/>
                </a:lnTo>
                <a:lnTo>
                  <a:pt x="1217" y="344"/>
                </a:lnTo>
                <a:lnTo>
                  <a:pt x="1216" y="344"/>
                </a:lnTo>
                <a:lnTo>
                  <a:pt x="1215" y="344"/>
                </a:lnTo>
                <a:lnTo>
                  <a:pt x="1214" y="344"/>
                </a:lnTo>
                <a:lnTo>
                  <a:pt x="1214" y="345"/>
                </a:lnTo>
                <a:lnTo>
                  <a:pt x="1214" y="344"/>
                </a:lnTo>
                <a:lnTo>
                  <a:pt x="1213" y="344"/>
                </a:lnTo>
                <a:lnTo>
                  <a:pt x="1212" y="343"/>
                </a:lnTo>
                <a:lnTo>
                  <a:pt x="1211" y="343"/>
                </a:lnTo>
                <a:lnTo>
                  <a:pt x="1210" y="344"/>
                </a:lnTo>
                <a:lnTo>
                  <a:pt x="1209" y="344"/>
                </a:lnTo>
                <a:lnTo>
                  <a:pt x="1209" y="343"/>
                </a:lnTo>
                <a:lnTo>
                  <a:pt x="1208" y="343"/>
                </a:lnTo>
                <a:lnTo>
                  <a:pt x="1207" y="343"/>
                </a:lnTo>
                <a:lnTo>
                  <a:pt x="1206" y="343"/>
                </a:lnTo>
                <a:lnTo>
                  <a:pt x="1206" y="344"/>
                </a:lnTo>
                <a:lnTo>
                  <a:pt x="1205" y="345"/>
                </a:lnTo>
                <a:lnTo>
                  <a:pt x="1204" y="345"/>
                </a:lnTo>
                <a:lnTo>
                  <a:pt x="1204" y="346"/>
                </a:lnTo>
                <a:lnTo>
                  <a:pt x="1203" y="346"/>
                </a:lnTo>
                <a:lnTo>
                  <a:pt x="1203" y="347"/>
                </a:lnTo>
                <a:lnTo>
                  <a:pt x="1202" y="347"/>
                </a:lnTo>
                <a:lnTo>
                  <a:pt x="1201" y="347"/>
                </a:lnTo>
                <a:lnTo>
                  <a:pt x="1200" y="348"/>
                </a:lnTo>
                <a:lnTo>
                  <a:pt x="1200" y="349"/>
                </a:lnTo>
                <a:lnTo>
                  <a:pt x="1199" y="349"/>
                </a:lnTo>
                <a:lnTo>
                  <a:pt x="1199" y="350"/>
                </a:lnTo>
                <a:lnTo>
                  <a:pt x="1199" y="351"/>
                </a:lnTo>
                <a:lnTo>
                  <a:pt x="1198" y="351"/>
                </a:lnTo>
                <a:lnTo>
                  <a:pt x="1198" y="352"/>
                </a:lnTo>
                <a:lnTo>
                  <a:pt x="1198" y="353"/>
                </a:lnTo>
                <a:lnTo>
                  <a:pt x="1198" y="354"/>
                </a:lnTo>
                <a:lnTo>
                  <a:pt x="1199" y="354"/>
                </a:lnTo>
                <a:lnTo>
                  <a:pt x="1199" y="355"/>
                </a:lnTo>
                <a:lnTo>
                  <a:pt x="1199" y="356"/>
                </a:lnTo>
                <a:lnTo>
                  <a:pt x="1199" y="357"/>
                </a:lnTo>
                <a:lnTo>
                  <a:pt x="1199" y="358"/>
                </a:lnTo>
                <a:lnTo>
                  <a:pt x="1200" y="359"/>
                </a:lnTo>
                <a:lnTo>
                  <a:pt x="1201" y="360"/>
                </a:lnTo>
                <a:lnTo>
                  <a:pt x="1202" y="360"/>
                </a:lnTo>
                <a:lnTo>
                  <a:pt x="1202" y="361"/>
                </a:lnTo>
                <a:lnTo>
                  <a:pt x="1202" y="362"/>
                </a:lnTo>
                <a:lnTo>
                  <a:pt x="1203" y="363"/>
                </a:lnTo>
                <a:lnTo>
                  <a:pt x="1203" y="364"/>
                </a:lnTo>
                <a:lnTo>
                  <a:pt x="1204" y="364"/>
                </a:lnTo>
                <a:lnTo>
                  <a:pt x="1205" y="364"/>
                </a:lnTo>
                <a:lnTo>
                  <a:pt x="1205" y="365"/>
                </a:lnTo>
                <a:lnTo>
                  <a:pt x="1205" y="366"/>
                </a:lnTo>
                <a:lnTo>
                  <a:pt x="1205" y="367"/>
                </a:lnTo>
                <a:lnTo>
                  <a:pt x="1205" y="368"/>
                </a:lnTo>
                <a:lnTo>
                  <a:pt x="1205" y="369"/>
                </a:lnTo>
                <a:lnTo>
                  <a:pt x="1206" y="369"/>
                </a:lnTo>
                <a:lnTo>
                  <a:pt x="1206" y="370"/>
                </a:lnTo>
                <a:lnTo>
                  <a:pt x="1206" y="371"/>
                </a:lnTo>
                <a:lnTo>
                  <a:pt x="1207" y="371"/>
                </a:lnTo>
                <a:lnTo>
                  <a:pt x="1208" y="372"/>
                </a:lnTo>
                <a:lnTo>
                  <a:pt x="1209" y="372"/>
                </a:lnTo>
                <a:lnTo>
                  <a:pt x="1209" y="373"/>
                </a:lnTo>
                <a:lnTo>
                  <a:pt x="1209" y="374"/>
                </a:lnTo>
                <a:lnTo>
                  <a:pt x="1208" y="374"/>
                </a:lnTo>
                <a:lnTo>
                  <a:pt x="1207" y="374"/>
                </a:lnTo>
                <a:lnTo>
                  <a:pt x="1207" y="375"/>
                </a:lnTo>
                <a:lnTo>
                  <a:pt x="1206" y="375"/>
                </a:lnTo>
                <a:lnTo>
                  <a:pt x="1206" y="374"/>
                </a:lnTo>
                <a:lnTo>
                  <a:pt x="1206" y="375"/>
                </a:lnTo>
                <a:lnTo>
                  <a:pt x="1205" y="375"/>
                </a:lnTo>
                <a:lnTo>
                  <a:pt x="1204" y="375"/>
                </a:lnTo>
                <a:lnTo>
                  <a:pt x="1203" y="375"/>
                </a:lnTo>
                <a:lnTo>
                  <a:pt x="1203" y="376"/>
                </a:lnTo>
                <a:lnTo>
                  <a:pt x="1202" y="376"/>
                </a:lnTo>
                <a:lnTo>
                  <a:pt x="1202" y="377"/>
                </a:lnTo>
                <a:lnTo>
                  <a:pt x="1203" y="378"/>
                </a:lnTo>
                <a:lnTo>
                  <a:pt x="1203" y="377"/>
                </a:lnTo>
                <a:lnTo>
                  <a:pt x="1204" y="377"/>
                </a:lnTo>
                <a:lnTo>
                  <a:pt x="1205" y="377"/>
                </a:lnTo>
                <a:lnTo>
                  <a:pt x="1206" y="376"/>
                </a:lnTo>
                <a:lnTo>
                  <a:pt x="1207" y="377"/>
                </a:lnTo>
                <a:lnTo>
                  <a:pt x="1206" y="378"/>
                </a:lnTo>
                <a:lnTo>
                  <a:pt x="1205" y="378"/>
                </a:lnTo>
                <a:lnTo>
                  <a:pt x="1205" y="379"/>
                </a:lnTo>
                <a:lnTo>
                  <a:pt x="1204" y="379"/>
                </a:lnTo>
                <a:lnTo>
                  <a:pt x="1204" y="380"/>
                </a:lnTo>
                <a:lnTo>
                  <a:pt x="1203" y="380"/>
                </a:lnTo>
                <a:lnTo>
                  <a:pt x="1202" y="380"/>
                </a:lnTo>
                <a:lnTo>
                  <a:pt x="1201" y="379"/>
                </a:lnTo>
                <a:lnTo>
                  <a:pt x="1201" y="378"/>
                </a:lnTo>
                <a:lnTo>
                  <a:pt x="1200" y="378"/>
                </a:lnTo>
                <a:lnTo>
                  <a:pt x="1199" y="377"/>
                </a:lnTo>
                <a:lnTo>
                  <a:pt x="1198" y="377"/>
                </a:lnTo>
                <a:lnTo>
                  <a:pt x="1197" y="377"/>
                </a:lnTo>
                <a:lnTo>
                  <a:pt x="1197" y="376"/>
                </a:lnTo>
                <a:lnTo>
                  <a:pt x="1196" y="376"/>
                </a:lnTo>
                <a:lnTo>
                  <a:pt x="1196" y="377"/>
                </a:lnTo>
                <a:lnTo>
                  <a:pt x="1195" y="376"/>
                </a:lnTo>
                <a:lnTo>
                  <a:pt x="1194" y="376"/>
                </a:lnTo>
                <a:lnTo>
                  <a:pt x="1193" y="376"/>
                </a:lnTo>
                <a:lnTo>
                  <a:pt x="1192" y="376"/>
                </a:lnTo>
                <a:lnTo>
                  <a:pt x="1191" y="376"/>
                </a:lnTo>
                <a:lnTo>
                  <a:pt x="1190" y="376"/>
                </a:lnTo>
                <a:lnTo>
                  <a:pt x="1189" y="376"/>
                </a:lnTo>
                <a:lnTo>
                  <a:pt x="1188" y="375"/>
                </a:lnTo>
                <a:lnTo>
                  <a:pt x="1187" y="375"/>
                </a:lnTo>
                <a:lnTo>
                  <a:pt x="1186" y="374"/>
                </a:lnTo>
                <a:lnTo>
                  <a:pt x="1185" y="373"/>
                </a:lnTo>
                <a:lnTo>
                  <a:pt x="1185" y="372"/>
                </a:lnTo>
                <a:lnTo>
                  <a:pt x="1184" y="372"/>
                </a:lnTo>
                <a:lnTo>
                  <a:pt x="1184" y="371"/>
                </a:lnTo>
                <a:lnTo>
                  <a:pt x="1184" y="372"/>
                </a:lnTo>
                <a:lnTo>
                  <a:pt x="1183" y="372"/>
                </a:lnTo>
                <a:lnTo>
                  <a:pt x="1182" y="371"/>
                </a:lnTo>
                <a:lnTo>
                  <a:pt x="1181" y="371"/>
                </a:lnTo>
                <a:lnTo>
                  <a:pt x="1182" y="371"/>
                </a:lnTo>
                <a:lnTo>
                  <a:pt x="1182" y="372"/>
                </a:lnTo>
                <a:lnTo>
                  <a:pt x="1182" y="373"/>
                </a:lnTo>
                <a:lnTo>
                  <a:pt x="1181" y="372"/>
                </a:lnTo>
                <a:lnTo>
                  <a:pt x="1181" y="375"/>
                </a:lnTo>
                <a:lnTo>
                  <a:pt x="1180" y="376"/>
                </a:lnTo>
                <a:lnTo>
                  <a:pt x="1180" y="377"/>
                </a:lnTo>
                <a:lnTo>
                  <a:pt x="1180" y="378"/>
                </a:lnTo>
                <a:lnTo>
                  <a:pt x="1179" y="379"/>
                </a:lnTo>
                <a:lnTo>
                  <a:pt x="1178" y="379"/>
                </a:lnTo>
                <a:lnTo>
                  <a:pt x="1178" y="380"/>
                </a:lnTo>
                <a:lnTo>
                  <a:pt x="1178" y="381"/>
                </a:lnTo>
                <a:lnTo>
                  <a:pt x="1178" y="382"/>
                </a:lnTo>
                <a:lnTo>
                  <a:pt x="1177" y="382"/>
                </a:lnTo>
                <a:lnTo>
                  <a:pt x="1177" y="383"/>
                </a:lnTo>
                <a:lnTo>
                  <a:pt x="1177" y="382"/>
                </a:lnTo>
                <a:lnTo>
                  <a:pt x="1176" y="382"/>
                </a:lnTo>
                <a:lnTo>
                  <a:pt x="1176" y="383"/>
                </a:lnTo>
                <a:lnTo>
                  <a:pt x="1176" y="384"/>
                </a:lnTo>
                <a:lnTo>
                  <a:pt x="1176" y="385"/>
                </a:lnTo>
                <a:lnTo>
                  <a:pt x="1177" y="385"/>
                </a:lnTo>
                <a:lnTo>
                  <a:pt x="1177" y="386"/>
                </a:lnTo>
                <a:lnTo>
                  <a:pt x="1176" y="386"/>
                </a:lnTo>
                <a:lnTo>
                  <a:pt x="1175" y="387"/>
                </a:lnTo>
                <a:lnTo>
                  <a:pt x="1174" y="388"/>
                </a:lnTo>
                <a:lnTo>
                  <a:pt x="1173" y="389"/>
                </a:lnTo>
                <a:lnTo>
                  <a:pt x="1172" y="389"/>
                </a:lnTo>
                <a:lnTo>
                  <a:pt x="1171" y="388"/>
                </a:lnTo>
                <a:lnTo>
                  <a:pt x="1170" y="388"/>
                </a:lnTo>
                <a:lnTo>
                  <a:pt x="1169" y="388"/>
                </a:lnTo>
                <a:lnTo>
                  <a:pt x="1168" y="388"/>
                </a:lnTo>
                <a:lnTo>
                  <a:pt x="1167" y="387"/>
                </a:lnTo>
                <a:lnTo>
                  <a:pt x="1166" y="387"/>
                </a:lnTo>
                <a:lnTo>
                  <a:pt x="1165" y="387"/>
                </a:lnTo>
                <a:lnTo>
                  <a:pt x="1165" y="386"/>
                </a:lnTo>
                <a:lnTo>
                  <a:pt x="1164" y="386"/>
                </a:lnTo>
                <a:lnTo>
                  <a:pt x="1164" y="387"/>
                </a:lnTo>
                <a:lnTo>
                  <a:pt x="1163" y="387"/>
                </a:lnTo>
                <a:lnTo>
                  <a:pt x="1163" y="388"/>
                </a:lnTo>
                <a:lnTo>
                  <a:pt x="1163" y="389"/>
                </a:lnTo>
                <a:lnTo>
                  <a:pt x="1162" y="389"/>
                </a:lnTo>
                <a:lnTo>
                  <a:pt x="1162" y="391"/>
                </a:lnTo>
                <a:lnTo>
                  <a:pt x="1162" y="392"/>
                </a:lnTo>
                <a:lnTo>
                  <a:pt x="1162" y="393"/>
                </a:lnTo>
                <a:lnTo>
                  <a:pt x="1162" y="394"/>
                </a:lnTo>
                <a:lnTo>
                  <a:pt x="1163" y="394"/>
                </a:lnTo>
                <a:lnTo>
                  <a:pt x="1164" y="394"/>
                </a:lnTo>
                <a:lnTo>
                  <a:pt x="1164" y="395"/>
                </a:lnTo>
                <a:lnTo>
                  <a:pt x="1164" y="396"/>
                </a:lnTo>
                <a:lnTo>
                  <a:pt x="1165" y="396"/>
                </a:lnTo>
                <a:lnTo>
                  <a:pt x="1165" y="397"/>
                </a:lnTo>
                <a:lnTo>
                  <a:pt x="1164" y="399"/>
                </a:lnTo>
                <a:lnTo>
                  <a:pt x="1163" y="398"/>
                </a:lnTo>
                <a:lnTo>
                  <a:pt x="1162" y="399"/>
                </a:lnTo>
                <a:lnTo>
                  <a:pt x="1161" y="399"/>
                </a:lnTo>
                <a:lnTo>
                  <a:pt x="1161" y="400"/>
                </a:lnTo>
                <a:lnTo>
                  <a:pt x="1162" y="401"/>
                </a:lnTo>
                <a:lnTo>
                  <a:pt x="1164" y="402"/>
                </a:lnTo>
                <a:lnTo>
                  <a:pt x="1165" y="402"/>
                </a:lnTo>
                <a:lnTo>
                  <a:pt x="1166" y="402"/>
                </a:lnTo>
                <a:lnTo>
                  <a:pt x="1167" y="402"/>
                </a:lnTo>
                <a:lnTo>
                  <a:pt x="1168" y="403"/>
                </a:lnTo>
                <a:lnTo>
                  <a:pt x="1169" y="404"/>
                </a:lnTo>
                <a:lnTo>
                  <a:pt x="1170" y="404"/>
                </a:lnTo>
                <a:lnTo>
                  <a:pt x="1169" y="404"/>
                </a:lnTo>
                <a:lnTo>
                  <a:pt x="1169" y="405"/>
                </a:lnTo>
                <a:lnTo>
                  <a:pt x="1169" y="406"/>
                </a:lnTo>
                <a:lnTo>
                  <a:pt x="1169" y="407"/>
                </a:lnTo>
                <a:lnTo>
                  <a:pt x="1170" y="407"/>
                </a:lnTo>
                <a:lnTo>
                  <a:pt x="1170" y="408"/>
                </a:lnTo>
                <a:lnTo>
                  <a:pt x="1170" y="409"/>
                </a:lnTo>
                <a:lnTo>
                  <a:pt x="1171" y="410"/>
                </a:lnTo>
                <a:lnTo>
                  <a:pt x="1172" y="411"/>
                </a:lnTo>
                <a:lnTo>
                  <a:pt x="1173" y="412"/>
                </a:lnTo>
                <a:lnTo>
                  <a:pt x="1173" y="413"/>
                </a:lnTo>
                <a:lnTo>
                  <a:pt x="1172" y="413"/>
                </a:lnTo>
                <a:lnTo>
                  <a:pt x="1171" y="414"/>
                </a:lnTo>
                <a:lnTo>
                  <a:pt x="1170" y="414"/>
                </a:lnTo>
                <a:lnTo>
                  <a:pt x="1169" y="414"/>
                </a:lnTo>
                <a:lnTo>
                  <a:pt x="1168" y="414"/>
                </a:lnTo>
                <a:lnTo>
                  <a:pt x="1167" y="414"/>
                </a:lnTo>
                <a:lnTo>
                  <a:pt x="1167" y="415"/>
                </a:lnTo>
                <a:lnTo>
                  <a:pt x="1167" y="416"/>
                </a:lnTo>
                <a:lnTo>
                  <a:pt x="1167" y="417"/>
                </a:lnTo>
                <a:lnTo>
                  <a:pt x="1165" y="417"/>
                </a:lnTo>
                <a:lnTo>
                  <a:pt x="1165" y="418"/>
                </a:lnTo>
                <a:lnTo>
                  <a:pt x="1165" y="417"/>
                </a:lnTo>
                <a:lnTo>
                  <a:pt x="1164" y="418"/>
                </a:lnTo>
                <a:lnTo>
                  <a:pt x="1164" y="419"/>
                </a:lnTo>
                <a:lnTo>
                  <a:pt x="1164" y="420"/>
                </a:lnTo>
                <a:lnTo>
                  <a:pt x="1163" y="420"/>
                </a:lnTo>
                <a:lnTo>
                  <a:pt x="1163" y="421"/>
                </a:lnTo>
                <a:lnTo>
                  <a:pt x="1163" y="422"/>
                </a:lnTo>
                <a:lnTo>
                  <a:pt x="1163" y="424"/>
                </a:lnTo>
                <a:lnTo>
                  <a:pt x="1162" y="424"/>
                </a:lnTo>
                <a:lnTo>
                  <a:pt x="1162" y="425"/>
                </a:lnTo>
                <a:lnTo>
                  <a:pt x="1161" y="425"/>
                </a:lnTo>
                <a:lnTo>
                  <a:pt x="1160" y="425"/>
                </a:lnTo>
                <a:lnTo>
                  <a:pt x="1159" y="426"/>
                </a:lnTo>
                <a:lnTo>
                  <a:pt x="1158" y="426"/>
                </a:lnTo>
                <a:lnTo>
                  <a:pt x="1157" y="425"/>
                </a:lnTo>
                <a:lnTo>
                  <a:pt x="1156" y="425"/>
                </a:lnTo>
                <a:lnTo>
                  <a:pt x="1155" y="426"/>
                </a:lnTo>
                <a:lnTo>
                  <a:pt x="1155" y="427"/>
                </a:lnTo>
                <a:lnTo>
                  <a:pt x="1154" y="427"/>
                </a:lnTo>
                <a:lnTo>
                  <a:pt x="1153" y="428"/>
                </a:lnTo>
                <a:lnTo>
                  <a:pt x="1152" y="428"/>
                </a:lnTo>
                <a:lnTo>
                  <a:pt x="1151" y="429"/>
                </a:lnTo>
                <a:lnTo>
                  <a:pt x="1150" y="430"/>
                </a:lnTo>
                <a:lnTo>
                  <a:pt x="1150" y="429"/>
                </a:lnTo>
                <a:lnTo>
                  <a:pt x="1149" y="429"/>
                </a:lnTo>
                <a:lnTo>
                  <a:pt x="1149" y="430"/>
                </a:lnTo>
                <a:lnTo>
                  <a:pt x="1148" y="430"/>
                </a:lnTo>
                <a:lnTo>
                  <a:pt x="1148" y="429"/>
                </a:lnTo>
                <a:lnTo>
                  <a:pt x="1147" y="430"/>
                </a:lnTo>
                <a:lnTo>
                  <a:pt x="1147" y="431"/>
                </a:lnTo>
                <a:lnTo>
                  <a:pt x="1146" y="431"/>
                </a:lnTo>
                <a:lnTo>
                  <a:pt x="1146" y="432"/>
                </a:lnTo>
                <a:lnTo>
                  <a:pt x="1145" y="432"/>
                </a:lnTo>
                <a:lnTo>
                  <a:pt x="1144" y="433"/>
                </a:lnTo>
                <a:lnTo>
                  <a:pt x="1144" y="434"/>
                </a:lnTo>
                <a:lnTo>
                  <a:pt x="1143" y="435"/>
                </a:lnTo>
                <a:lnTo>
                  <a:pt x="1142" y="435"/>
                </a:lnTo>
                <a:lnTo>
                  <a:pt x="1143" y="435"/>
                </a:lnTo>
                <a:lnTo>
                  <a:pt x="1143" y="436"/>
                </a:lnTo>
                <a:lnTo>
                  <a:pt x="1142" y="437"/>
                </a:lnTo>
                <a:lnTo>
                  <a:pt x="1142" y="438"/>
                </a:lnTo>
                <a:lnTo>
                  <a:pt x="1141" y="438"/>
                </a:lnTo>
                <a:lnTo>
                  <a:pt x="1141" y="439"/>
                </a:lnTo>
                <a:lnTo>
                  <a:pt x="1141" y="440"/>
                </a:lnTo>
                <a:lnTo>
                  <a:pt x="1141" y="441"/>
                </a:lnTo>
                <a:lnTo>
                  <a:pt x="1142" y="441"/>
                </a:lnTo>
                <a:lnTo>
                  <a:pt x="1142" y="442"/>
                </a:lnTo>
                <a:lnTo>
                  <a:pt x="1141" y="443"/>
                </a:lnTo>
                <a:lnTo>
                  <a:pt x="1140" y="442"/>
                </a:lnTo>
                <a:lnTo>
                  <a:pt x="1139" y="442"/>
                </a:lnTo>
                <a:lnTo>
                  <a:pt x="1139" y="441"/>
                </a:lnTo>
                <a:lnTo>
                  <a:pt x="1138" y="441"/>
                </a:lnTo>
                <a:lnTo>
                  <a:pt x="1137" y="441"/>
                </a:lnTo>
                <a:lnTo>
                  <a:pt x="1137" y="442"/>
                </a:lnTo>
                <a:lnTo>
                  <a:pt x="1136" y="441"/>
                </a:lnTo>
                <a:lnTo>
                  <a:pt x="1135" y="441"/>
                </a:lnTo>
                <a:lnTo>
                  <a:pt x="1134" y="441"/>
                </a:lnTo>
                <a:lnTo>
                  <a:pt x="1135" y="441"/>
                </a:lnTo>
                <a:lnTo>
                  <a:pt x="1134" y="442"/>
                </a:lnTo>
                <a:lnTo>
                  <a:pt x="1133" y="442"/>
                </a:lnTo>
                <a:lnTo>
                  <a:pt x="1132" y="442"/>
                </a:lnTo>
                <a:lnTo>
                  <a:pt x="1131" y="442"/>
                </a:lnTo>
                <a:lnTo>
                  <a:pt x="1130" y="442"/>
                </a:lnTo>
                <a:lnTo>
                  <a:pt x="1130" y="443"/>
                </a:lnTo>
                <a:lnTo>
                  <a:pt x="1130" y="444"/>
                </a:lnTo>
                <a:lnTo>
                  <a:pt x="1129" y="443"/>
                </a:lnTo>
                <a:lnTo>
                  <a:pt x="1129" y="444"/>
                </a:lnTo>
                <a:lnTo>
                  <a:pt x="1129" y="446"/>
                </a:lnTo>
                <a:lnTo>
                  <a:pt x="1130" y="446"/>
                </a:lnTo>
                <a:lnTo>
                  <a:pt x="1130" y="447"/>
                </a:lnTo>
                <a:lnTo>
                  <a:pt x="1129" y="447"/>
                </a:lnTo>
                <a:lnTo>
                  <a:pt x="1129" y="448"/>
                </a:lnTo>
                <a:lnTo>
                  <a:pt x="1130" y="448"/>
                </a:lnTo>
                <a:lnTo>
                  <a:pt x="1130" y="449"/>
                </a:lnTo>
                <a:lnTo>
                  <a:pt x="1130" y="451"/>
                </a:lnTo>
                <a:lnTo>
                  <a:pt x="1129" y="451"/>
                </a:lnTo>
                <a:lnTo>
                  <a:pt x="1129" y="452"/>
                </a:lnTo>
                <a:lnTo>
                  <a:pt x="1129" y="453"/>
                </a:lnTo>
                <a:lnTo>
                  <a:pt x="1129" y="454"/>
                </a:lnTo>
                <a:lnTo>
                  <a:pt x="1129" y="455"/>
                </a:lnTo>
                <a:lnTo>
                  <a:pt x="1129" y="456"/>
                </a:lnTo>
                <a:lnTo>
                  <a:pt x="1129" y="457"/>
                </a:lnTo>
                <a:lnTo>
                  <a:pt x="1129" y="458"/>
                </a:lnTo>
                <a:lnTo>
                  <a:pt x="1129" y="459"/>
                </a:lnTo>
                <a:lnTo>
                  <a:pt x="1129" y="460"/>
                </a:lnTo>
                <a:lnTo>
                  <a:pt x="1129" y="461"/>
                </a:lnTo>
                <a:lnTo>
                  <a:pt x="1129" y="462"/>
                </a:lnTo>
                <a:lnTo>
                  <a:pt x="1129" y="463"/>
                </a:lnTo>
                <a:lnTo>
                  <a:pt x="1130" y="463"/>
                </a:lnTo>
                <a:lnTo>
                  <a:pt x="1130" y="464"/>
                </a:lnTo>
                <a:lnTo>
                  <a:pt x="1129" y="465"/>
                </a:lnTo>
                <a:lnTo>
                  <a:pt x="1129" y="466"/>
                </a:lnTo>
                <a:lnTo>
                  <a:pt x="1129" y="467"/>
                </a:lnTo>
                <a:lnTo>
                  <a:pt x="1129" y="468"/>
                </a:lnTo>
                <a:lnTo>
                  <a:pt x="1129" y="469"/>
                </a:lnTo>
                <a:lnTo>
                  <a:pt x="1129" y="471"/>
                </a:lnTo>
                <a:lnTo>
                  <a:pt x="1130" y="472"/>
                </a:lnTo>
                <a:lnTo>
                  <a:pt x="1130" y="473"/>
                </a:lnTo>
                <a:lnTo>
                  <a:pt x="1131" y="473"/>
                </a:lnTo>
                <a:lnTo>
                  <a:pt x="1131" y="474"/>
                </a:lnTo>
                <a:lnTo>
                  <a:pt x="1132" y="474"/>
                </a:lnTo>
                <a:lnTo>
                  <a:pt x="1132" y="473"/>
                </a:lnTo>
                <a:lnTo>
                  <a:pt x="1132" y="474"/>
                </a:lnTo>
                <a:lnTo>
                  <a:pt x="1132" y="475"/>
                </a:lnTo>
                <a:lnTo>
                  <a:pt x="1133" y="475"/>
                </a:lnTo>
                <a:lnTo>
                  <a:pt x="1133" y="476"/>
                </a:lnTo>
                <a:lnTo>
                  <a:pt x="1134" y="476"/>
                </a:lnTo>
                <a:lnTo>
                  <a:pt x="1134" y="477"/>
                </a:lnTo>
                <a:lnTo>
                  <a:pt x="1135" y="477"/>
                </a:lnTo>
                <a:lnTo>
                  <a:pt x="1135" y="478"/>
                </a:lnTo>
                <a:lnTo>
                  <a:pt x="1136" y="478"/>
                </a:lnTo>
                <a:lnTo>
                  <a:pt x="1138" y="478"/>
                </a:lnTo>
                <a:lnTo>
                  <a:pt x="1139" y="478"/>
                </a:lnTo>
                <a:lnTo>
                  <a:pt x="1140" y="478"/>
                </a:lnTo>
                <a:lnTo>
                  <a:pt x="1141" y="478"/>
                </a:lnTo>
                <a:lnTo>
                  <a:pt x="1142" y="478"/>
                </a:lnTo>
                <a:lnTo>
                  <a:pt x="1143" y="478"/>
                </a:lnTo>
                <a:lnTo>
                  <a:pt x="1144" y="478"/>
                </a:lnTo>
                <a:lnTo>
                  <a:pt x="1145" y="478"/>
                </a:lnTo>
                <a:lnTo>
                  <a:pt x="1145" y="479"/>
                </a:lnTo>
                <a:lnTo>
                  <a:pt x="1146" y="480"/>
                </a:lnTo>
                <a:lnTo>
                  <a:pt x="1147" y="480"/>
                </a:lnTo>
                <a:lnTo>
                  <a:pt x="1148" y="480"/>
                </a:lnTo>
                <a:lnTo>
                  <a:pt x="1148" y="481"/>
                </a:lnTo>
                <a:lnTo>
                  <a:pt x="1148" y="482"/>
                </a:lnTo>
                <a:lnTo>
                  <a:pt x="1149" y="482"/>
                </a:lnTo>
                <a:lnTo>
                  <a:pt x="1150" y="481"/>
                </a:lnTo>
                <a:lnTo>
                  <a:pt x="1150" y="482"/>
                </a:lnTo>
                <a:lnTo>
                  <a:pt x="1151" y="483"/>
                </a:lnTo>
                <a:lnTo>
                  <a:pt x="1151" y="484"/>
                </a:lnTo>
                <a:lnTo>
                  <a:pt x="1152" y="485"/>
                </a:lnTo>
                <a:lnTo>
                  <a:pt x="1151" y="485"/>
                </a:lnTo>
                <a:lnTo>
                  <a:pt x="1151" y="487"/>
                </a:lnTo>
                <a:lnTo>
                  <a:pt x="1152" y="487"/>
                </a:lnTo>
                <a:lnTo>
                  <a:pt x="1153" y="488"/>
                </a:lnTo>
                <a:lnTo>
                  <a:pt x="1154" y="488"/>
                </a:lnTo>
                <a:lnTo>
                  <a:pt x="1154" y="489"/>
                </a:lnTo>
                <a:lnTo>
                  <a:pt x="1154" y="490"/>
                </a:lnTo>
                <a:lnTo>
                  <a:pt x="1155" y="490"/>
                </a:lnTo>
                <a:lnTo>
                  <a:pt x="1155" y="491"/>
                </a:lnTo>
                <a:lnTo>
                  <a:pt x="1155" y="492"/>
                </a:lnTo>
                <a:lnTo>
                  <a:pt x="1156" y="493"/>
                </a:lnTo>
                <a:lnTo>
                  <a:pt x="1156" y="494"/>
                </a:lnTo>
                <a:lnTo>
                  <a:pt x="1157" y="494"/>
                </a:lnTo>
                <a:lnTo>
                  <a:pt x="1158" y="494"/>
                </a:lnTo>
                <a:lnTo>
                  <a:pt x="1158" y="495"/>
                </a:lnTo>
                <a:lnTo>
                  <a:pt x="1159" y="496"/>
                </a:lnTo>
                <a:lnTo>
                  <a:pt x="1159" y="497"/>
                </a:lnTo>
                <a:lnTo>
                  <a:pt x="1158" y="498"/>
                </a:lnTo>
                <a:lnTo>
                  <a:pt x="1157" y="498"/>
                </a:lnTo>
                <a:lnTo>
                  <a:pt x="1156" y="498"/>
                </a:lnTo>
                <a:lnTo>
                  <a:pt x="1155" y="498"/>
                </a:lnTo>
                <a:lnTo>
                  <a:pt x="1154" y="498"/>
                </a:lnTo>
                <a:lnTo>
                  <a:pt x="1154" y="497"/>
                </a:lnTo>
                <a:lnTo>
                  <a:pt x="1153" y="497"/>
                </a:lnTo>
                <a:lnTo>
                  <a:pt x="1153" y="498"/>
                </a:lnTo>
                <a:lnTo>
                  <a:pt x="1152" y="498"/>
                </a:lnTo>
                <a:lnTo>
                  <a:pt x="1152" y="499"/>
                </a:lnTo>
                <a:lnTo>
                  <a:pt x="1151" y="500"/>
                </a:lnTo>
                <a:lnTo>
                  <a:pt x="1151" y="501"/>
                </a:lnTo>
                <a:lnTo>
                  <a:pt x="1151" y="502"/>
                </a:lnTo>
                <a:lnTo>
                  <a:pt x="1150" y="503"/>
                </a:lnTo>
                <a:lnTo>
                  <a:pt x="1150" y="504"/>
                </a:lnTo>
                <a:lnTo>
                  <a:pt x="1150" y="505"/>
                </a:lnTo>
                <a:lnTo>
                  <a:pt x="1149" y="505"/>
                </a:lnTo>
                <a:lnTo>
                  <a:pt x="1148" y="505"/>
                </a:lnTo>
                <a:lnTo>
                  <a:pt x="1146" y="504"/>
                </a:lnTo>
                <a:lnTo>
                  <a:pt x="1145" y="504"/>
                </a:lnTo>
                <a:lnTo>
                  <a:pt x="1144" y="504"/>
                </a:lnTo>
                <a:lnTo>
                  <a:pt x="1144" y="503"/>
                </a:lnTo>
                <a:lnTo>
                  <a:pt x="1142" y="503"/>
                </a:lnTo>
                <a:lnTo>
                  <a:pt x="1142" y="504"/>
                </a:lnTo>
                <a:lnTo>
                  <a:pt x="1142" y="505"/>
                </a:lnTo>
                <a:lnTo>
                  <a:pt x="1142" y="506"/>
                </a:lnTo>
                <a:lnTo>
                  <a:pt x="1142" y="507"/>
                </a:lnTo>
                <a:lnTo>
                  <a:pt x="1141" y="507"/>
                </a:lnTo>
                <a:lnTo>
                  <a:pt x="1142" y="508"/>
                </a:lnTo>
                <a:lnTo>
                  <a:pt x="1142" y="509"/>
                </a:lnTo>
                <a:lnTo>
                  <a:pt x="1142" y="510"/>
                </a:lnTo>
                <a:lnTo>
                  <a:pt x="1141" y="510"/>
                </a:lnTo>
                <a:lnTo>
                  <a:pt x="1139" y="510"/>
                </a:lnTo>
                <a:lnTo>
                  <a:pt x="1138" y="510"/>
                </a:lnTo>
                <a:lnTo>
                  <a:pt x="1137" y="511"/>
                </a:lnTo>
                <a:lnTo>
                  <a:pt x="1138" y="511"/>
                </a:lnTo>
                <a:lnTo>
                  <a:pt x="1138" y="512"/>
                </a:lnTo>
                <a:lnTo>
                  <a:pt x="1139" y="512"/>
                </a:lnTo>
                <a:lnTo>
                  <a:pt x="1139" y="513"/>
                </a:lnTo>
                <a:lnTo>
                  <a:pt x="1139" y="514"/>
                </a:lnTo>
                <a:lnTo>
                  <a:pt x="1138" y="514"/>
                </a:lnTo>
                <a:lnTo>
                  <a:pt x="1137" y="514"/>
                </a:lnTo>
                <a:lnTo>
                  <a:pt x="1137" y="515"/>
                </a:lnTo>
                <a:lnTo>
                  <a:pt x="1137" y="516"/>
                </a:lnTo>
                <a:lnTo>
                  <a:pt x="1136" y="517"/>
                </a:lnTo>
                <a:lnTo>
                  <a:pt x="1135" y="516"/>
                </a:lnTo>
                <a:lnTo>
                  <a:pt x="1134" y="516"/>
                </a:lnTo>
                <a:lnTo>
                  <a:pt x="1133" y="516"/>
                </a:lnTo>
                <a:lnTo>
                  <a:pt x="1132" y="517"/>
                </a:lnTo>
                <a:lnTo>
                  <a:pt x="1133" y="517"/>
                </a:lnTo>
                <a:lnTo>
                  <a:pt x="1133" y="518"/>
                </a:lnTo>
                <a:lnTo>
                  <a:pt x="1133" y="519"/>
                </a:lnTo>
                <a:lnTo>
                  <a:pt x="1132" y="521"/>
                </a:lnTo>
                <a:lnTo>
                  <a:pt x="1132" y="522"/>
                </a:lnTo>
                <a:lnTo>
                  <a:pt x="1131" y="522"/>
                </a:lnTo>
                <a:lnTo>
                  <a:pt x="1130" y="521"/>
                </a:lnTo>
                <a:lnTo>
                  <a:pt x="1129" y="521"/>
                </a:lnTo>
                <a:lnTo>
                  <a:pt x="1129" y="520"/>
                </a:lnTo>
                <a:lnTo>
                  <a:pt x="1128" y="520"/>
                </a:lnTo>
                <a:lnTo>
                  <a:pt x="1127" y="520"/>
                </a:lnTo>
                <a:lnTo>
                  <a:pt x="1127" y="519"/>
                </a:lnTo>
                <a:lnTo>
                  <a:pt x="1126" y="520"/>
                </a:lnTo>
                <a:lnTo>
                  <a:pt x="1125" y="520"/>
                </a:lnTo>
                <a:lnTo>
                  <a:pt x="1124" y="518"/>
                </a:lnTo>
                <a:lnTo>
                  <a:pt x="1123" y="518"/>
                </a:lnTo>
                <a:lnTo>
                  <a:pt x="1122" y="518"/>
                </a:lnTo>
                <a:lnTo>
                  <a:pt x="1123" y="518"/>
                </a:lnTo>
                <a:lnTo>
                  <a:pt x="1123" y="519"/>
                </a:lnTo>
                <a:lnTo>
                  <a:pt x="1123" y="520"/>
                </a:lnTo>
                <a:lnTo>
                  <a:pt x="1122" y="520"/>
                </a:lnTo>
                <a:lnTo>
                  <a:pt x="1121" y="520"/>
                </a:lnTo>
                <a:lnTo>
                  <a:pt x="1119" y="520"/>
                </a:lnTo>
                <a:lnTo>
                  <a:pt x="1118" y="520"/>
                </a:lnTo>
                <a:lnTo>
                  <a:pt x="1117" y="520"/>
                </a:lnTo>
                <a:lnTo>
                  <a:pt x="1116" y="520"/>
                </a:lnTo>
                <a:lnTo>
                  <a:pt x="1116" y="521"/>
                </a:lnTo>
                <a:lnTo>
                  <a:pt x="1115" y="520"/>
                </a:lnTo>
                <a:lnTo>
                  <a:pt x="1115" y="521"/>
                </a:lnTo>
                <a:lnTo>
                  <a:pt x="1115" y="522"/>
                </a:lnTo>
                <a:lnTo>
                  <a:pt x="1114" y="522"/>
                </a:lnTo>
                <a:lnTo>
                  <a:pt x="1114" y="523"/>
                </a:lnTo>
                <a:lnTo>
                  <a:pt x="1114" y="524"/>
                </a:lnTo>
                <a:lnTo>
                  <a:pt x="1113" y="524"/>
                </a:lnTo>
                <a:lnTo>
                  <a:pt x="1112" y="525"/>
                </a:lnTo>
                <a:lnTo>
                  <a:pt x="1112" y="524"/>
                </a:lnTo>
                <a:lnTo>
                  <a:pt x="1112" y="523"/>
                </a:lnTo>
                <a:lnTo>
                  <a:pt x="1111" y="523"/>
                </a:lnTo>
                <a:lnTo>
                  <a:pt x="1111" y="524"/>
                </a:lnTo>
                <a:lnTo>
                  <a:pt x="1111" y="525"/>
                </a:lnTo>
                <a:lnTo>
                  <a:pt x="1110" y="524"/>
                </a:lnTo>
                <a:lnTo>
                  <a:pt x="1110" y="523"/>
                </a:lnTo>
                <a:lnTo>
                  <a:pt x="1110" y="522"/>
                </a:lnTo>
                <a:lnTo>
                  <a:pt x="1109" y="521"/>
                </a:lnTo>
                <a:lnTo>
                  <a:pt x="1108" y="521"/>
                </a:lnTo>
                <a:lnTo>
                  <a:pt x="1109" y="521"/>
                </a:lnTo>
                <a:lnTo>
                  <a:pt x="1108" y="522"/>
                </a:lnTo>
                <a:lnTo>
                  <a:pt x="1107" y="522"/>
                </a:lnTo>
                <a:lnTo>
                  <a:pt x="1106" y="522"/>
                </a:lnTo>
                <a:lnTo>
                  <a:pt x="1105" y="521"/>
                </a:lnTo>
                <a:lnTo>
                  <a:pt x="1105" y="520"/>
                </a:lnTo>
                <a:lnTo>
                  <a:pt x="1104" y="519"/>
                </a:lnTo>
                <a:lnTo>
                  <a:pt x="1104" y="518"/>
                </a:lnTo>
                <a:lnTo>
                  <a:pt x="1105" y="518"/>
                </a:lnTo>
                <a:lnTo>
                  <a:pt x="1105" y="517"/>
                </a:lnTo>
                <a:lnTo>
                  <a:pt x="1104" y="517"/>
                </a:lnTo>
                <a:lnTo>
                  <a:pt x="1103" y="517"/>
                </a:lnTo>
                <a:lnTo>
                  <a:pt x="1102" y="516"/>
                </a:lnTo>
                <a:lnTo>
                  <a:pt x="1101" y="515"/>
                </a:lnTo>
                <a:lnTo>
                  <a:pt x="1100" y="515"/>
                </a:lnTo>
                <a:lnTo>
                  <a:pt x="1100" y="514"/>
                </a:lnTo>
                <a:lnTo>
                  <a:pt x="1099" y="514"/>
                </a:lnTo>
                <a:lnTo>
                  <a:pt x="1099" y="513"/>
                </a:lnTo>
                <a:lnTo>
                  <a:pt x="1098" y="513"/>
                </a:lnTo>
                <a:lnTo>
                  <a:pt x="1097" y="513"/>
                </a:lnTo>
                <a:lnTo>
                  <a:pt x="1096" y="513"/>
                </a:lnTo>
                <a:lnTo>
                  <a:pt x="1096" y="512"/>
                </a:lnTo>
                <a:lnTo>
                  <a:pt x="1095" y="512"/>
                </a:lnTo>
                <a:lnTo>
                  <a:pt x="1095" y="511"/>
                </a:lnTo>
                <a:lnTo>
                  <a:pt x="1094" y="512"/>
                </a:lnTo>
                <a:lnTo>
                  <a:pt x="1093" y="512"/>
                </a:lnTo>
                <a:lnTo>
                  <a:pt x="1093" y="513"/>
                </a:lnTo>
                <a:lnTo>
                  <a:pt x="1092" y="513"/>
                </a:lnTo>
                <a:lnTo>
                  <a:pt x="1090" y="513"/>
                </a:lnTo>
                <a:lnTo>
                  <a:pt x="1090" y="512"/>
                </a:lnTo>
                <a:lnTo>
                  <a:pt x="1090" y="511"/>
                </a:lnTo>
                <a:lnTo>
                  <a:pt x="1089" y="511"/>
                </a:lnTo>
                <a:lnTo>
                  <a:pt x="1088" y="511"/>
                </a:lnTo>
                <a:lnTo>
                  <a:pt x="1088" y="510"/>
                </a:lnTo>
                <a:lnTo>
                  <a:pt x="1086" y="510"/>
                </a:lnTo>
                <a:lnTo>
                  <a:pt x="1085" y="510"/>
                </a:lnTo>
                <a:lnTo>
                  <a:pt x="1083" y="510"/>
                </a:lnTo>
                <a:lnTo>
                  <a:pt x="1083" y="509"/>
                </a:lnTo>
                <a:lnTo>
                  <a:pt x="1082" y="509"/>
                </a:lnTo>
                <a:lnTo>
                  <a:pt x="1081" y="509"/>
                </a:lnTo>
                <a:lnTo>
                  <a:pt x="1080" y="508"/>
                </a:lnTo>
                <a:lnTo>
                  <a:pt x="1079" y="508"/>
                </a:lnTo>
                <a:lnTo>
                  <a:pt x="1077" y="508"/>
                </a:lnTo>
                <a:lnTo>
                  <a:pt x="1076" y="508"/>
                </a:lnTo>
                <a:lnTo>
                  <a:pt x="1075" y="508"/>
                </a:lnTo>
                <a:lnTo>
                  <a:pt x="1075" y="507"/>
                </a:lnTo>
                <a:lnTo>
                  <a:pt x="1076" y="508"/>
                </a:lnTo>
                <a:lnTo>
                  <a:pt x="1076" y="507"/>
                </a:lnTo>
                <a:lnTo>
                  <a:pt x="1076" y="506"/>
                </a:lnTo>
                <a:lnTo>
                  <a:pt x="1075" y="506"/>
                </a:lnTo>
                <a:lnTo>
                  <a:pt x="1073" y="506"/>
                </a:lnTo>
                <a:lnTo>
                  <a:pt x="1072" y="505"/>
                </a:lnTo>
                <a:lnTo>
                  <a:pt x="1071" y="505"/>
                </a:lnTo>
                <a:lnTo>
                  <a:pt x="1070" y="505"/>
                </a:lnTo>
                <a:lnTo>
                  <a:pt x="1070" y="504"/>
                </a:lnTo>
                <a:lnTo>
                  <a:pt x="1070" y="503"/>
                </a:lnTo>
                <a:lnTo>
                  <a:pt x="1069" y="503"/>
                </a:lnTo>
                <a:lnTo>
                  <a:pt x="1068" y="503"/>
                </a:lnTo>
                <a:lnTo>
                  <a:pt x="1067" y="503"/>
                </a:lnTo>
                <a:lnTo>
                  <a:pt x="1067" y="502"/>
                </a:lnTo>
                <a:lnTo>
                  <a:pt x="1067" y="501"/>
                </a:lnTo>
                <a:lnTo>
                  <a:pt x="1067" y="500"/>
                </a:lnTo>
                <a:lnTo>
                  <a:pt x="1067" y="499"/>
                </a:lnTo>
                <a:lnTo>
                  <a:pt x="1066" y="499"/>
                </a:lnTo>
                <a:lnTo>
                  <a:pt x="1065" y="499"/>
                </a:lnTo>
                <a:lnTo>
                  <a:pt x="1064" y="499"/>
                </a:lnTo>
                <a:lnTo>
                  <a:pt x="1063" y="499"/>
                </a:lnTo>
                <a:lnTo>
                  <a:pt x="1063" y="500"/>
                </a:lnTo>
                <a:lnTo>
                  <a:pt x="1062" y="500"/>
                </a:lnTo>
                <a:lnTo>
                  <a:pt x="1061" y="501"/>
                </a:lnTo>
                <a:lnTo>
                  <a:pt x="1061" y="500"/>
                </a:lnTo>
                <a:lnTo>
                  <a:pt x="1060" y="500"/>
                </a:lnTo>
                <a:lnTo>
                  <a:pt x="1060" y="499"/>
                </a:lnTo>
                <a:lnTo>
                  <a:pt x="1059" y="499"/>
                </a:lnTo>
                <a:lnTo>
                  <a:pt x="1058" y="500"/>
                </a:lnTo>
                <a:lnTo>
                  <a:pt x="1057" y="500"/>
                </a:lnTo>
                <a:lnTo>
                  <a:pt x="1057" y="499"/>
                </a:lnTo>
                <a:lnTo>
                  <a:pt x="1056" y="500"/>
                </a:lnTo>
                <a:lnTo>
                  <a:pt x="1055" y="500"/>
                </a:lnTo>
                <a:lnTo>
                  <a:pt x="1054" y="500"/>
                </a:lnTo>
                <a:lnTo>
                  <a:pt x="1053" y="500"/>
                </a:lnTo>
                <a:lnTo>
                  <a:pt x="1053" y="499"/>
                </a:lnTo>
                <a:lnTo>
                  <a:pt x="1052" y="499"/>
                </a:lnTo>
                <a:lnTo>
                  <a:pt x="1052" y="500"/>
                </a:lnTo>
                <a:lnTo>
                  <a:pt x="1051" y="500"/>
                </a:lnTo>
                <a:lnTo>
                  <a:pt x="1051" y="499"/>
                </a:lnTo>
                <a:lnTo>
                  <a:pt x="1051" y="498"/>
                </a:lnTo>
                <a:lnTo>
                  <a:pt x="1050" y="498"/>
                </a:lnTo>
                <a:lnTo>
                  <a:pt x="1049" y="499"/>
                </a:lnTo>
                <a:lnTo>
                  <a:pt x="1049" y="498"/>
                </a:lnTo>
                <a:lnTo>
                  <a:pt x="1048" y="498"/>
                </a:lnTo>
                <a:lnTo>
                  <a:pt x="1048" y="497"/>
                </a:lnTo>
                <a:lnTo>
                  <a:pt x="1047" y="497"/>
                </a:lnTo>
                <a:lnTo>
                  <a:pt x="1047" y="496"/>
                </a:lnTo>
                <a:lnTo>
                  <a:pt x="1046" y="496"/>
                </a:lnTo>
                <a:lnTo>
                  <a:pt x="1045" y="495"/>
                </a:lnTo>
                <a:lnTo>
                  <a:pt x="1044" y="495"/>
                </a:lnTo>
                <a:lnTo>
                  <a:pt x="1043" y="495"/>
                </a:lnTo>
                <a:lnTo>
                  <a:pt x="1042" y="495"/>
                </a:lnTo>
                <a:lnTo>
                  <a:pt x="1042" y="494"/>
                </a:lnTo>
                <a:lnTo>
                  <a:pt x="1041" y="494"/>
                </a:lnTo>
                <a:lnTo>
                  <a:pt x="1040" y="494"/>
                </a:lnTo>
                <a:lnTo>
                  <a:pt x="1039" y="495"/>
                </a:lnTo>
                <a:lnTo>
                  <a:pt x="1038" y="495"/>
                </a:lnTo>
                <a:lnTo>
                  <a:pt x="1037" y="495"/>
                </a:lnTo>
                <a:lnTo>
                  <a:pt x="1036" y="495"/>
                </a:lnTo>
                <a:lnTo>
                  <a:pt x="1036" y="496"/>
                </a:lnTo>
                <a:lnTo>
                  <a:pt x="1036" y="497"/>
                </a:lnTo>
                <a:lnTo>
                  <a:pt x="1035" y="497"/>
                </a:lnTo>
                <a:lnTo>
                  <a:pt x="1035" y="498"/>
                </a:lnTo>
                <a:lnTo>
                  <a:pt x="1034" y="499"/>
                </a:lnTo>
                <a:lnTo>
                  <a:pt x="1032" y="500"/>
                </a:lnTo>
                <a:lnTo>
                  <a:pt x="1031" y="500"/>
                </a:lnTo>
                <a:lnTo>
                  <a:pt x="1031" y="501"/>
                </a:lnTo>
                <a:lnTo>
                  <a:pt x="1031" y="500"/>
                </a:lnTo>
                <a:lnTo>
                  <a:pt x="1030" y="500"/>
                </a:lnTo>
                <a:lnTo>
                  <a:pt x="1030" y="501"/>
                </a:lnTo>
                <a:lnTo>
                  <a:pt x="1030" y="502"/>
                </a:lnTo>
                <a:lnTo>
                  <a:pt x="1030" y="503"/>
                </a:lnTo>
                <a:lnTo>
                  <a:pt x="1029" y="503"/>
                </a:lnTo>
                <a:lnTo>
                  <a:pt x="1029" y="504"/>
                </a:lnTo>
                <a:lnTo>
                  <a:pt x="1028" y="504"/>
                </a:lnTo>
                <a:lnTo>
                  <a:pt x="1029" y="504"/>
                </a:lnTo>
                <a:lnTo>
                  <a:pt x="1029" y="505"/>
                </a:lnTo>
                <a:lnTo>
                  <a:pt x="1029" y="506"/>
                </a:lnTo>
                <a:lnTo>
                  <a:pt x="1028" y="506"/>
                </a:lnTo>
                <a:lnTo>
                  <a:pt x="1028" y="507"/>
                </a:lnTo>
                <a:lnTo>
                  <a:pt x="1029" y="508"/>
                </a:lnTo>
                <a:lnTo>
                  <a:pt x="1028" y="509"/>
                </a:lnTo>
                <a:lnTo>
                  <a:pt x="1028" y="510"/>
                </a:lnTo>
                <a:lnTo>
                  <a:pt x="1027" y="510"/>
                </a:lnTo>
                <a:lnTo>
                  <a:pt x="1027" y="511"/>
                </a:lnTo>
                <a:lnTo>
                  <a:pt x="1027" y="512"/>
                </a:lnTo>
                <a:lnTo>
                  <a:pt x="1026" y="512"/>
                </a:lnTo>
                <a:lnTo>
                  <a:pt x="1026" y="513"/>
                </a:lnTo>
                <a:lnTo>
                  <a:pt x="1026" y="514"/>
                </a:lnTo>
                <a:lnTo>
                  <a:pt x="1025" y="514"/>
                </a:lnTo>
                <a:lnTo>
                  <a:pt x="1025" y="515"/>
                </a:lnTo>
                <a:lnTo>
                  <a:pt x="1026" y="516"/>
                </a:lnTo>
                <a:lnTo>
                  <a:pt x="1027" y="516"/>
                </a:lnTo>
                <a:lnTo>
                  <a:pt x="1027" y="517"/>
                </a:lnTo>
                <a:lnTo>
                  <a:pt x="1028" y="517"/>
                </a:lnTo>
                <a:lnTo>
                  <a:pt x="1029" y="517"/>
                </a:lnTo>
                <a:lnTo>
                  <a:pt x="1029" y="518"/>
                </a:lnTo>
                <a:lnTo>
                  <a:pt x="1029" y="519"/>
                </a:lnTo>
                <a:lnTo>
                  <a:pt x="1030" y="519"/>
                </a:lnTo>
                <a:lnTo>
                  <a:pt x="1030" y="520"/>
                </a:lnTo>
                <a:lnTo>
                  <a:pt x="1031" y="520"/>
                </a:lnTo>
                <a:lnTo>
                  <a:pt x="1031" y="521"/>
                </a:lnTo>
                <a:lnTo>
                  <a:pt x="1032" y="522"/>
                </a:lnTo>
                <a:lnTo>
                  <a:pt x="1031" y="522"/>
                </a:lnTo>
                <a:lnTo>
                  <a:pt x="1032" y="522"/>
                </a:lnTo>
                <a:lnTo>
                  <a:pt x="1032" y="523"/>
                </a:lnTo>
                <a:lnTo>
                  <a:pt x="1032" y="524"/>
                </a:lnTo>
                <a:lnTo>
                  <a:pt x="1033" y="524"/>
                </a:lnTo>
                <a:lnTo>
                  <a:pt x="1034" y="524"/>
                </a:lnTo>
                <a:lnTo>
                  <a:pt x="1034" y="525"/>
                </a:lnTo>
                <a:lnTo>
                  <a:pt x="1034" y="526"/>
                </a:lnTo>
                <a:lnTo>
                  <a:pt x="1035" y="527"/>
                </a:lnTo>
                <a:lnTo>
                  <a:pt x="1035" y="528"/>
                </a:lnTo>
                <a:lnTo>
                  <a:pt x="1035" y="529"/>
                </a:lnTo>
                <a:lnTo>
                  <a:pt x="1036" y="530"/>
                </a:lnTo>
                <a:lnTo>
                  <a:pt x="1036" y="529"/>
                </a:lnTo>
                <a:lnTo>
                  <a:pt x="1037" y="529"/>
                </a:lnTo>
                <a:lnTo>
                  <a:pt x="1037" y="530"/>
                </a:lnTo>
                <a:lnTo>
                  <a:pt x="1037" y="531"/>
                </a:lnTo>
                <a:lnTo>
                  <a:pt x="1038" y="532"/>
                </a:lnTo>
                <a:lnTo>
                  <a:pt x="1039" y="532"/>
                </a:lnTo>
                <a:lnTo>
                  <a:pt x="1039" y="533"/>
                </a:lnTo>
                <a:lnTo>
                  <a:pt x="1039" y="534"/>
                </a:lnTo>
                <a:lnTo>
                  <a:pt x="1040" y="534"/>
                </a:lnTo>
                <a:lnTo>
                  <a:pt x="1040" y="535"/>
                </a:lnTo>
                <a:lnTo>
                  <a:pt x="1039" y="535"/>
                </a:lnTo>
                <a:lnTo>
                  <a:pt x="1040" y="536"/>
                </a:lnTo>
                <a:lnTo>
                  <a:pt x="1041" y="536"/>
                </a:lnTo>
                <a:lnTo>
                  <a:pt x="1041" y="537"/>
                </a:lnTo>
                <a:lnTo>
                  <a:pt x="1041" y="538"/>
                </a:lnTo>
                <a:lnTo>
                  <a:pt x="1042" y="538"/>
                </a:lnTo>
                <a:lnTo>
                  <a:pt x="1043" y="538"/>
                </a:lnTo>
                <a:lnTo>
                  <a:pt x="1043" y="539"/>
                </a:lnTo>
                <a:lnTo>
                  <a:pt x="1043" y="540"/>
                </a:lnTo>
                <a:lnTo>
                  <a:pt x="1044" y="541"/>
                </a:lnTo>
                <a:lnTo>
                  <a:pt x="1044" y="542"/>
                </a:lnTo>
                <a:lnTo>
                  <a:pt x="1045" y="542"/>
                </a:lnTo>
                <a:lnTo>
                  <a:pt x="1045" y="543"/>
                </a:lnTo>
                <a:lnTo>
                  <a:pt x="1045" y="544"/>
                </a:lnTo>
                <a:lnTo>
                  <a:pt x="1046" y="544"/>
                </a:lnTo>
                <a:lnTo>
                  <a:pt x="1047" y="544"/>
                </a:lnTo>
                <a:lnTo>
                  <a:pt x="1048" y="544"/>
                </a:lnTo>
                <a:lnTo>
                  <a:pt x="1049" y="545"/>
                </a:lnTo>
                <a:lnTo>
                  <a:pt x="1050" y="545"/>
                </a:lnTo>
                <a:lnTo>
                  <a:pt x="1050" y="546"/>
                </a:lnTo>
                <a:lnTo>
                  <a:pt x="1051" y="547"/>
                </a:lnTo>
                <a:lnTo>
                  <a:pt x="1053" y="548"/>
                </a:lnTo>
                <a:lnTo>
                  <a:pt x="1054" y="548"/>
                </a:lnTo>
                <a:lnTo>
                  <a:pt x="1055" y="548"/>
                </a:lnTo>
                <a:lnTo>
                  <a:pt x="1056" y="547"/>
                </a:lnTo>
                <a:lnTo>
                  <a:pt x="1056" y="548"/>
                </a:lnTo>
                <a:lnTo>
                  <a:pt x="1057" y="548"/>
                </a:lnTo>
                <a:lnTo>
                  <a:pt x="1058" y="548"/>
                </a:lnTo>
                <a:lnTo>
                  <a:pt x="1058" y="549"/>
                </a:lnTo>
                <a:lnTo>
                  <a:pt x="1059" y="549"/>
                </a:lnTo>
                <a:lnTo>
                  <a:pt x="1060" y="549"/>
                </a:lnTo>
                <a:lnTo>
                  <a:pt x="1060" y="550"/>
                </a:lnTo>
                <a:lnTo>
                  <a:pt x="1060" y="551"/>
                </a:lnTo>
                <a:lnTo>
                  <a:pt x="1061" y="552"/>
                </a:lnTo>
                <a:lnTo>
                  <a:pt x="1062" y="553"/>
                </a:lnTo>
                <a:lnTo>
                  <a:pt x="1063" y="554"/>
                </a:lnTo>
                <a:lnTo>
                  <a:pt x="1063" y="555"/>
                </a:lnTo>
                <a:lnTo>
                  <a:pt x="1063" y="556"/>
                </a:lnTo>
                <a:lnTo>
                  <a:pt x="1063" y="557"/>
                </a:lnTo>
                <a:lnTo>
                  <a:pt x="1063" y="558"/>
                </a:lnTo>
                <a:lnTo>
                  <a:pt x="1063" y="559"/>
                </a:lnTo>
                <a:lnTo>
                  <a:pt x="1063" y="560"/>
                </a:lnTo>
                <a:lnTo>
                  <a:pt x="1062" y="559"/>
                </a:lnTo>
                <a:lnTo>
                  <a:pt x="1062" y="560"/>
                </a:lnTo>
                <a:lnTo>
                  <a:pt x="1062" y="561"/>
                </a:lnTo>
                <a:lnTo>
                  <a:pt x="1061" y="561"/>
                </a:lnTo>
                <a:lnTo>
                  <a:pt x="1061" y="562"/>
                </a:lnTo>
                <a:lnTo>
                  <a:pt x="1061" y="563"/>
                </a:lnTo>
                <a:lnTo>
                  <a:pt x="1061" y="564"/>
                </a:lnTo>
                <a:lnTo>
                  <a:pt x="1061" y="565"/>
                </a:lnTo>
                <a:lnTo>
                  <a:pt x="1062" y="565"/>
                </a:lnTo>
                <a:lnTo>
                  <a:pt x="1062" y="566"/>
                </a:lnTo>
                <a:lnTo>
                  <a:pt x="1062" y="567"/>
                </a:lnTo>
                <a:lnTo>
                  <a:pt x="1061" y="567"/>
                </a:lnTo>
                <a:lnTo>
                  <a:pt x="1061" y="568"/>
                </a:lnTo>
                <a:lnTo>
                  <a:pt x="1062" y="568"/>
                </a:lnTo>
                <a:lnTo>
                  <a:pt x="1063" y="568"/>
                </a:lnTo>
                <a:lnTo>
                  <a:pt x="1063" y="567"/>
                </a:lnTo>
                <a:lnTo>
                  <a:pt x="1064" y="567"/>
                </a:lnTo>
                <a:lnTo>
                  <a:pt x="1065" y="567"/>
                </a:lnTo>
                <a:lnTo>
                  <a:pt x="1066" y="567"/>
                </a:lnTo>
                <a:lnTo>
                  <a:pt x="1067" y="566"/>
                </a:lnTo>
                <a:lnTo>
                  <a:pt x="1067" y="565"/>
                </a:lnTo>
                <a:lnTo>
                  <a:pt x="1068" y="565"/>
                </a:lnTo>
                <a:lnTo>
                  <a:pt x="1068" y="566"/>
                </a:lnTo>
                <a:lnTo>
                  <a:pt x="1069" y="566"/>
                </a:lnTo>
                <a:lnTo>
                  <a:pt x="1069" y="567"/>
                </a:lnTo>
                <a:lnTo>
                  <a:pt x="1071" y="567"/>
                </a:lnTo>
                <a:lnTo>
                  <a:pt x="1071" y="568"/>
                </a:lnTo>
                <a:lnTo>
                  <a:pt x="1072" y="568"/>
                </a:lnTo>
                <a:lnTo>
                  <a:pt x="1073" y="568"/>
                </a:lnTo>
                <a:lnTo>
                  <a:pt x="1074" y="568"/>
                </a:lnTo>
                <a:lnTo>
                  <a:pt x="1074" y="567"/>
                </a:lnTo>
                <a:lnTo>
                  <a:pt x="1074" y="568"/>
                </a:lnTo>
                <a:lnTo>
                  <a:pt x="1075" y="568"/>
                </a:lnTo>
                <a:lnTo>
                  <a:pt x="1076" y="568"/>
                </a:lnTo>
                <a:lnTo>
                  <a:pt x="1077" y="568"/>
                </a:lnTo>
                <a:lnTo>
                  <a:pt x="1077" y="569"/>
                </a:lnTo>
                <a:lnTo>
                  <a:pt x="1077" y="568"/>
                </a:lnTo>
                <a:lnTo>
                  <a:pt x="1078" y="568"/>
                </a:lnTo>
                <a:lnTo>
                  <a:pt x="1079" y="569"/>
                </a:lnTo>
                <a:lnTo>
                  <a:pt x="1080" y="569"/>
                </a:lnTo>
                <a:lnTo>
                  <a:pt x="1081" y="569"/>
                </a:lnTo>
                <a:lnTo>
                  <a:pt x="1082" y="569"/>
                </a:lnTo>
                <a:lnTo>
                  <a:pt x="1083" y="569"/>
                </a:lnTo>
                <a:lnTo>
                  <a:pt x="1084" y="569"/>
                </a:lnTo>
                <a:lnTo>
                  <a:pt x="1084" y="568"/>
                </a:lnTo>
                <a:lnTo>
                  <a:pt x="1085" y="568"/>
                </a:lnTo>
                <a:lnTo>
                  <a:pt x="1085" y="567"/>
                </a:lnTo>
                <a:lnTo>
                  <a:pt x="1085" y="566"/>
                </a:lnTo>
                <a:lnTo>
                  <a:pt x="1085" y="565"/>
                </a:lnTo>
                <a:lnTo>
                  <a:pt x="1086" y="565"/>
                </a:lnTo>
                <a:lnTo>
                  <a:pt x="1086" y="566"/>
                </a:lnTo>
                <a:lnTo>
                  <a:pt x="1087" y="565"/>
                </a:lnTo>
                <a:lnTo>
                  <a:pt x="1088" y="565"/>
                </a:lnTo>
                <a:lnTo>
                  <a:pt x="1089" y="565"/>
                </a:lnTo>
                <a:lnTo>
                  <a:pt x="1089" y="564"/>
                </a:lnTo>
                <a:lnTo>
                  <a:pt x="1091" y="564"/>
                </a:lnTo>
                <a:lnTo>
                  <a:pt x="1092" y="564"/>
                </a:lnTo>
                <a:lnTo>
                  <a:pt x="1094" y="565"/>
                </a:lnTo>
                <a:lnTo>
                  <a:pt x="1094" y="564"/>
                </a:lnTo>
                <a:lnTo>
                  <a:pt x="1095" y="564"/>
                </a:lnTo>
                <a:lnTo>
                  <a:pt x="1096" y="565"/>
                </a:lnTo>
                <a:lnTo>
                  <a:pt x="1096" y="566"/>
                </a:lnTo>
                <a:lnTo>
                  <a:pt x="1096" y="567"/>
                </a:lnTo>
                <a:lnTo>
                  <a:pt x="1097" y="567"/>
                </a:lnTo>
                <a:lnTo>
                  <a:pt x="1098" y="566"/>
                </a:lnTo>
                <a:lnTo>
                  <a:pt x="1099" y="566"/>
                </a:lnTo>
                <a:lnTo>
                  <a:pt x="1099" y="567"/>
                </a:lnTo>
                <a:lnTo>
                  <a:pt x="1099" y="568"/>
                </a:lnTo>
                <a:lnTo>
                  <a:pt x="1099" y="569"/>
                </a:lnTo>
                <a:lnTo>
                  <a:pt x="1099" y="570"/>
                </a:lnTo>
                <a:lnTo>
                  <a:pt x="1100" y="570"/>
                </a:lnTo>
                <a:lnTo>
                  <a:pt x="1100" y="571"/>
                </a:lnTo>
                <a:lnTo>
                  <a:pt x="1101" y="571"/>
                </a:lnTo>
                <a:lnTo>
                  <a:pt x="1101" y="572"/>
                </a:lnTo>
                <a:lnTo>
                  <a:pt x="1101" y="573"/>
                </a:lnTo>
                <a:lnTo>
                  <a:pt x="1102" y="573"/>
                </a:lnTo>
                <a:lnTo>
                  <a:pt x="1102" y="574"/>
                </a:lnTo>
                <a:lnTo>
                  <a:pt x="1101" y="574"/>
                </a:lnTo>
                <a:lnTo>
                  <a:pt x="1101" y="575"/>
                </a:lnTo>
                <a:lnTo>
                  <a:pt x="1101" y="576"/>
                </a:lnTo>
                <a:lnTo>
                  <a:pt x="1101" y="578"/>
                </a:lnTo>
                <a:lnTo>
                  <a:pt x="1102" y="578"/>
                </a:lnTo>
                <a:lnTo>
                  <a:pt x="1102" y="579"/>
                </a:lnTo>
                <a:lnTo>
                  <a:pt x="1102" y="580"/>
                </a:lnTo>
                <a:lnTo>
                  <a:pt x="1102" y="581"/>
                </a:lnTo>
                <a:lnTo>
                  <a:pt x="1102" y="582"/>
                </a:lnTo>
                <a:lnTo>
                  <a:pt x="1102" y="584"/>
                </a:lnTo>
                <a:lnTo>
                  <a:pt x="1103" y="585"/>
                </a:lnTo>
                <a:lnTo>
                  <a:pt x="1104" y="585"/>
                </a:lnTo>
                <a:lnTo>
                  <a:pt x="1104" y="584"/>
                </a:lnTo>
                <a:lnTo>
                  <a:pt x="1105" y="584"/>
                </a:lnTo>
                <a:lnTo>
                  <a:pt x="1106" y="584"/>
                </a:lnTo>
                <a:lnTo>
                  <a:pt x="1107" y="584"/>
                </a:lnTo>
                <a:lnTo>
                  <a:pt x="1108" y="584"/>
                </a:lnTo>
                <a:lnTo>
                  <a:pt x="1109" y="584"/>
                </a:lnTo>
                <a:lnTo>
                  <a:pt x="1110" y="584"/>
                </a:lnTo>
                <a:lnTo>
                  <a:pt x="1110" y="585"/>
                </a:lnTo>
                <a:lnTo>
                  <a:pt x="1111" y="585"/>
                </a:lnTo>
                <a:lnTo>
                  <a:pt x="1112" y="584"/>
                </a:lnTo>
                <a:lnTo>
                  <a:pt x="1112" y="585"/>
                </a:lnTo>
                <a:lnTo>
                  <a:pt x="1113" y="584"/>
                </a:lnTo>
                <a:lnTo>
                  <a:pt x="1114" y="583"/>
                </a:lnTo>
                <a:lnTo>
                  <a:pt x="1114" y="582"/>
                </a:lnTo>
                <a:lnTo>
                  <a:pt x="1114" y="580"/>
                </a:lnTo>
                <a:lnTo>
                  <a:pt x="1115" y="580"/>
                </a:lnTo>
                <a:lnTo>
                  <a:pt x="1116" y="580"/>
                </a:lnTo>
                <a:lnTo>
                  <a:pt x="1116" y="581"/>
                </a:lnTo>
                <a:lnTo>
                  <a:pt x="1116" y="582"/>
                </a:lnTo>
                <a:lnTo>
                  <a:pt x="1116" y="583"/>
                </a:lnTo>
                <a:lnTo>
                  <a:pt x="1116" y="584"/>
                </a:lnTo>
                <a:lnTo>
                  <a:pt x="1116" y="585"/>
                </a:lnTo>
                <a:lnTo>
                  <a:pt x="1116" y="586"/>
                </a:lnTo>
                <a:lnTo>
                  <a:pt x="1115" y="587"/>
                </a:lnTo>
                <a:lnTo>
                  <a:pt x="1115" y="588"/>
                </a:lnTo>
                <a:lnTo>
                  <a:pt x="1115" y="589"/>
                </a:lnTo>
                <a:lnTo>
                  <a:pt x="1116" y="589"/>
                </a:lnTo>
                <a:lnTo>
                  <a:pt x="1116" y="590"/>
                </a:lnTo>
                <a:lnTo>
                  <a:pt x="1115" y="590"/>
                </a:lnTo>
                <a:lnTo>
                  <a:pt x="1113" y="590"/>
                </a:lnTo>
                <a:lnTo>
                  <a:pt x="1112" y="590"/>
                </a:lnTo>
                <a:lnTo>
                  <a:pt x="1111" y="590"/>
                </a:lnTo>
                <a:lnTo>
                  <a:pt x="1110" y="590"/>
                </a:lnTo>
                <a:lnTo>
                  <a:pt x="1109" y="591"/>
                </a:lnTo>
                <a:lnTo>
                  <a:pt x="1109" y="592"/>
                </a:lnTo>
                <a:lnTo>
                  <a:pt x="1108" y="592"/>
                </a:lnTo>
                <a:lnTo>
                  <a:pt x="1108" y="593"/>
                </a:lnTo>
                <a:lnTo>
                  <a:pt x="1108" y="594"/>
                </a:lnTo>
                <a:lnTo>
                  <a:pt x="1107" y="594"/>
                </a:lnTo>
                <a:lnTo>
                  <a:pt x="1107" y="595"/>
                </a:lnTo>
                <a:lnTo>
                  <a:pt x="1106" y="596"/>
                </a:lnTo>
                <a:lnTo>
                  <a:pt x="1106" y="597"/>
                </a:lnTo>
                <a:lnTo>
                  <a:pt x="1105" y="599"/>
                </a:lnTo>
                <a:lnTo>
                  <a:pt x="1105" y="600"/>
                </a:lnTo>
                <a:lnTo>
                  <a:pt x="1105" y="601"/>
                </a:lnTo>
                <a:lnTo>
                  <a:pt x="1104" y="602"/>
                </a:lnTo>
                <a:lnTo>
                  <a:pt x="1105" y="603"/>
                </a:lnTo>
                <a:lnTo>
                  <a:pt x="1105" y="604"/>
                </a:lnTo>
                <a:lnTo>
                  <a:pt x="1106" y="604"/>
                </a:lnTo>
                <a:lnTo>
                  <a:pt x="1107" y="604"/>
                </a:lnTo>
                <a:lnTo>
                  <a:pt x="1107" y="605"/>
                </a:lnTo>
                <a:lnTo>
                  <a:pt x="1108" y="605"/>
                </a:lnTo>
                <a:lnTo>
                  <a:pt x="1109" y="605"/>
                </a:lnTo>
                <a:lnTo>
                  <a:pt x="1110" y="605"/>
                </a:lnTo>
                <a:lnTo>
                  <a:pt x="1110" y="606"/>
                </a:lnTo>
                <a:lnTo>
                  <a:pt x="1111" y="606"/>
                </a:lnTo>
                <a:lnTo>
                  <a:pt x="1112" y="606"/>
                </a:lnTo>
                <a:lnTo>
                  <a:pt x="1112" y="607"/>
                </a:lnTo>
                <a:lnTo>
                  <a:pt x="1113" y="608"/>
                </a:lnTo>
                <a:lnTo>
                  <a:pt x="1112" y="609"/>
                </a:lnTo>
                <a:lnTo>
                  <a:pt x="1111" y="609"/>
                </a:lnTo>
                <a:lnTo>
                  <a:pt x="1111" y="610"/>
                </a:lnTo>
                <a:lnTo>
                  <a:pt x="1112" y="610"/>
                </a:lnTo>
                <a:lnTo>
                  <a:pt x="1112" y="611"/>
                </a:lnTo>
                <a:lnTo>
                  <a:pt x="1111" y="611"/>
                </a:lnTo>
                <a:lnTo>
                  <a:pt x="1111" y="612"/>
                </a:lnTo>
                <a:lnTo>
                  <a:pt x="1111" y="613"/>
                </a:lnTo>
                <a:lnTo>
                  <a:pt x="1110" y="614"/>
                </a:lnTo>
                <a:lnTo>
                  <a:pt x="1109" y="614"/>
                </a:lnTo>
                <a:lnTo>
                  <a:pt x="1108" y="615"/>
                </a:lnTo>
                <a:lnTo>
                  <a:pt x="1107" y="615"/>
                </a:lnTo>
                <a:lnTo>
                  <a:pt x="1108" y="616"/>
                </a:lnTo>
                <a:lnTo>
                  <a:pt x="1108" y="617"/>
                </a:lnTo>
                <a:lnTo>
                  <a:pt x="1107" y="618"/>
                </a:lnTo>
                <a:lnTo>
                  <a:pt x="1106" y="618"/>
                </a:lnTo>
                <a:lnTo>
                  <a:pt x="1105" y="619"/>
                </a:lnTo>
                <a:lnTo>
                  <a:pt x="1105" y="620"/>
                </a:lnTo>
                <a:lnTo>
                  <a:pt x="1106" y="620"/>
                </a:lnTo>
                <a:lnTo>
                  <a:pt x="1106" y="621"/>
                </a:lnTo>
                <a:lnTo>
                  <a:pt x="1105" y="621"/>
                </a:lnTo>
                <a:lnTo>
                  <a:pt x="1105" y="622"/>
                </a:lnTo>
                <a:lnTo>
                  <a:pt x="1104" y="622"/>
                </a:lnTo>
                <a:lnTo>
                  <a:pt x="1104" y="623"/>
                </a:lnTo>
                <a:lnTo>
                  <a:pt x="1103" y="624"/>
                </a:lnTo>
                <a:lnTo>
                  <a:pt x="1103" y="625"/>
                </a:lnTo>
                <a:lnTo>
                  <a:pt x="1102" y="625"/>
                </a:lnTo>
                <a:lnTo>
                  <a:pt x="1102" y="624"/>
                </a:lnTo>
                <a:lnTo>
                  <a:pt x="1101" y="624"/>
                </a:lnTo>
                <a:lnTo>
                  <a:pt x="1101" y="623"/>
                </a:lnTo>
                <a:lnTo>
                  <a:pt x="1100" y="623"/>
                </a:lnTo>
                <a:lnTo>
                  <a:pt x="1100" y="622"/>
                </a:lnTo>
                <a:lnTo>
                  <a:pt x="1099" y="621"/>
                </a:lnTo>
                <a:lnTo>
                  <a:pt x="1098" y="620"/>
                </a:lnTo>
                <a:lnTo>
                  <a:pt x="1097" y="619"/>
                </a:lnTo>
                <a:lnTo>
                  <a:pt x="1096" y="618"/>
                </a:lnTo>
                <a:lnTo>
                  <a:pt x="1095" y="618"/>
                </a:lnTo>
                <a:lnTo>
                  <a:pt x="1095" y="617"/>
                </a:lnTo>
                <a:lnTo>
                  <a:pt x="1094" y="617"/>
                </a:lnTo>
                <a:lnTo>
                  <a:pt x="1094" y="616"/>
                </a:lnTo>
                <a:lnTo>
                  <a:pt x="1093" y="616"/>
                </a:lnTo>
                <a:lnTo>
                  <a:pt x="1092" y="615"/>
                </a:lnTo>
                <a:lnTo>
                  <a:pt x="1092" y="614"/>
                </a:lnTo>
                <a:lnTo>
                  <a:pt x="1091" y="614"/>
                </a:lnTo>
                <a:lnTo>
                  <a:pt x="1091" y="613"/>
                </a:lnTo>
                <a:lnTo>
                  <a:pt x="1090" y="612"/>
                </a:lnTo>
                <a:lnTo>
                  <a:pt x="1089" y="612"/>
                </a:lnTo>
                <a:lnTo>
                  <a:pt x="1088" y="612"/>
                </a:lnTo>
                <a:lnTo>
                  <a:pt x="1087" y="612"/>
                </a:lnTo>
                <a:lnTo>
                  <a:pt x="1086" y="612"/>
                </a:lnTo>
                <a:lnTo>
                  <a:pt x="1085" y="612"/>
                </a:lnTo>
                <a:lnTo>
                  <a:pt x="1084" y="612"/>
                </a:lnTo>
                <a:lnTo>
                  <a:pt x="1083" y="612"/>
                </a:lnTo>
                <a:lnTo>
                  <a:pt x="1082" y="612"/>
                </a:lnTo>
                <a:lnTo>
                  <a:pt x="1082" y="613"/>
                </a:lnTo>
                <a:lnTo>
                  <a:pt x="1081" y="614"/>
                </a:lnTo>
                <a:lnTo>
                  <a:pt x="1081" y="615"/>
                </a:lnTo>
                <a:lnTo>
                  <a:pt x="1081" y="616"/>
                </a:lnTo>
                <a:lnTo>
                  <a:pt x="1082" y="616"/>
                </a:lnTo>
                <a:lnTo>
                  <a:pt x="1081" y="617"/>
                </a:lnTo>
                <a:lnTo>
                  <a:pt x="1081" y="618"/>
                </a:lnTo>
                <a:lnTo>
                  <a:pt x="1082" y="618"/>
                </a:lnTo>
                <a:lnTo>
                  <a:pt x="1081" y="619"/>
                </a:lnTo>
                <a:lnTo>
                  <a:pt x="1081" y="620"/>
                </a:lnTo>
                <a:lnTo>
                  <a:pt x="1080" y="619"/>
                </a:lnTo>
                <a:lnTo>
                  <a:pt x="1080" y="618"/>
                </a:lnTo>
                <a:lnTo>
                  <a:pt x="1079" y="618"/>
                </a:lnTo>
                <a:lnTo>
                  <a:pt x="1079" y="617"/>
                </a:lnTo>
                <a:lnTo>
                  <a:pt x="1078" y="617"/>
                </a:lnTo>
                <a:lnTo>
                  <a:pt x="1078" y="616"/>
                </a:lnTo>
                <a:lnTo>
                  <a:pt x="1078" y="615"/>
                </a:lnTo>
                <a:lnTo>
                  <a:pt x="1077" y="615"/>
                </a:lnTo>
                <a:lnTo>
                  <a:pt x="1077" y="614"/>
                </a:lnTo>
                <a:lnTo>
                  <a:pt x="1076" y="613"/>
                </a:lnTo>
                <a:lnTo>
                  <a:pt x="1076" y="612"/>
                </a:lnTo>
                <a:lnTo>
                  <a:pt x="1076" y="611"/>
                </a:lnTo>
                <a:lnTo>
                  <a:pt x="1075" y="611"/>
                </a:lnTo>
                <a:lnTo>
                  <a:pt x="1074" y="610"/>
                </a:lnTo>
                <a:lnTo>
                  <a:pt x="1073" y="609"/>
                </a:lnTo>
                <a:lnTo>
                  <a:pt x="1072" y="608"/>
                </a:lnTo>
                <a:lnTo>
                  <a:pt x="1071" y="608"/>
                </a:lnTo>
                <a:lnTo>
                  <a:pt x="1070" y="608"/>
                </a:lnTo>
                <a:lnTo>
                  <a:pt x="1069" y="608"/>
                </a:lnTo>
                <a:lnTo>
                  <a:pt x="1068" y="608"/>
                </a:lnTo>
                <a:lnTo>
                  <a:pt x="1067" y="608"/>
                </a:lnTo>
                <a:lnTo>
                  <a:pt x="1067" y="607"/>
                </a:lnTo>
                <a:lnTo>
                  <a:pt x="1066" y="608"/>
                </a:lnTo>
                <a:lnTo>
                  <a:pt x="1066" y="609"/>
                </a:lnTo>
                <a:lnTo>
                  <a:pt x="1065" y="609"/>
                </a:lnTo>
                <a:lnTo>
                  <a:pt x="1064" y="609"/>
                </a:lnTo>
                <a:lnTo>
                  <a:pt x="1064" y="608"/>
                </a:lnTo>
                <a:lnTo>
                  <a:pt x="1065" y="608"/>
                </a:lnTo>
                <a:lnTo>
                  <a:pt x="1064" y="608"/>
                </a:lnTo>
                <a:lnTo>
                  <a:pt x="1063" y="608"/>
                </a:lnTo>
                <a:lnTo>
                  <a:pt x="1062" y="608"/>
                </a:lnTo>
                <a:lnTo>
                  <a:pt x="1062" y="609"/>
                </a:lnTo>
                <a:lnTo>
                  <a:pt x="1061" y="609"/>
                </a:lnTo>
                <a:lnTo>
                  <a:pt x="1062" y="609"/>
                </a:lnTo>
                <a:lnTo>
                  <a:pt x="1062" y="610"/>
                </a:lnTo>
                <a:lnTo>
                  <a:pt x="1061" y="610"/>
                </a:lnTo>
                <a:lnTo>
                  <a:pt x="1060" y="610"/>
                </a:lnTo>
                <a:lnTo>
                  <a:pt x="1060" y="611"/>
                </a:lnTo>
                <a:lnTo>
                  <a:pt x="1059" y="611"/>
                </a:lnTo>
                <a:lnTo>
                  <a:pt x="1059" y="612"/>
                </a:lnTo>
                <a:lnTo>
                  <a:pt x="1058" y="612"/>
                </a:lnTo>
                <a:lnTo>
                  <a:pt x="1057" y="612"/>
                </a:lnTo>
                <a:lnTo>
                  <a:pt x="1057" y="613"/>
                </a:lnTo>
                <a:lnTo>
                  <a:pt x="1057" y="615"/>
                </a:lnTo>
                <a:lnTo>
                  <a:pt x="1057" y="616"/>
                </a:lnTo>
                <a:lnTo>
                  <a:pt x="1058" y="616"/>
                </a:lnTo>
                <a:lnTo>
                  <a:pt x="1058" y="617"/>
                </a:lnTo>
                <a:lnTo>
                  <a:pt x="1058" y="618"/>
                </a:lnTo>
                <a:lnTo>
                  <a:pt x="1058" y="619"/>
                </a:lnTo>
                <a:lnTo>
                  <a:pt x="1059" y="619"/>
                </a:lnTo>
                <a:lnTo>
                  <a:pt x="1059" y="620"/>
                </a:lnTo>
                <a:lnTo>
                  <a:pt x="1060" y="620"/>
                </a:lnTo>
                <a:lnTo>
                  <a:pt x="1060" y="621"/>
                </a:lnTo>
                <a:lnTo>
                  <a:pt x="1060" y="622"/>
                </a:lnTo>
                <a:lnTo>
                  <a:pt x="1060" y="623"/>
                </a:lnTo>
                <a:lnTo>
                  <a:pt x="1061" y="623"/>
                </a:lnTo>
                <a:lnTo>
                  <a:pt x="1061" y="624"/>
                </a:lnTo>
                <a:lnTo>
                  <a:pt x="1061" y="625"/>
                </a:lnTo>
                <a:lnTo>
                  <a:pt x="1061" y="626"/>
                </a:lnTo>
                <a:lnTo>
                  <a:pt x="1060" y="626"/>
                </a:lnTo>
                <a:lnTo>
                  <a:pt x="1059" y="626"/>
                </a:lnTo>
                <a:lnTo>
                  <a:pt x="1059" y="627"/>
                </a:lnTo>
                <a:lnTo>
                  <a:pt x="1059" y="628"/>
                </a:lnTo>
                <a:lnTo>
                  <a:pt x="1059" y="629"/>
                </a:lnTo>
                <a:lnTo>
                  <a:pt x="1059" y="630"/>
                </a:lnTo>
                <a:lnTo>
                  <a:pt x="1061" y="630"/>
                </a:lnTo>
                <a:lnTo>
                  <a:pt x="1062" y="631"/>
                </a:lnTo>
                <a:lnTo>
                  <a:pt x="1063" y="631"/>
                </a:lnTo>
                <a:lnTo>
                  <a:pt x="1062" y="631"/>
                </a:lnTo>
                <a:lnTo>
                  <a:pt x="1062" y="632"/>
                </a:lnTo>
                <a:lnTo>
                  <a:pt x="1062" y="633"/>
                </a:lnTo>
                <a:lnTo>
                  <a:pt x="1062" y="634"/>
                </a:lnTo>
                <a:lnTo>
                  <a:pt x="1062" y="635"/>
                </a:lnTo>
                <a:lnTo>
                  <a:pt x="1062" y="636"/>
                </a:lnTo>
                <a:lnTo>
                  <a:pt x="1063" y="637"/>
                </a:lnTo>
                <a:lnTo>
                  <a:pt x="1062" y="637"/>
                </a:lnTo>
                <a:lnTo>
                  <a:pt x="1061" y="637"/>
                </a:lnTo>
                <a:lnTo>
                  <a:pt x="1060" y="637"/>
                </a:lnTo>
                <a:lnTo>
                  <a:pt x="1059" y="637"/>
                </a:lnTo>
                <a:lnTo>
                  <a:pt x="1058" y="636"/>
                </a:lnTo>
                <a:lnTo>
                  <a:pt x="1057" y="637"/>
                </a:lnTo>
                <a:lnTo>
                  <a:pt x="1058" y="637"/>
                </a:lnTo>
                <a:lnTo>
                  <a:pt x="1058" y="638"/>
                </a:lnTo>
                <a:lnTo>
                  <a:pt x="1058" y="639"/>
                </a:lnTo>
                <a:lnTo>
                  <a:pt x="1058" y="640"/>
                </a:lnTo>
                <a:lnTo>
                  <a:pt x="1058" y="641"/>
                </a:lnTo>
                <a:lnTo>
                  <a:pt x="1057" y="642"/>
                </a:lnTo>
                <a:lnTo>
                  <a:pt x="1058" y="642"/>
                </a:lnTo>
                <a:lnTo>
                  <a:pt x="1058" y="643"/>
                </a:lnTo>
                <a:lnTo>
                  <a:pt x="1057" y="644"/>
                </a:lnTo>
                <a:lnTo>
                  <a:pt x="1058" y="645"/>
                </a:lnTo>
                <a:lnTo>
                  <a:pt x="1059" y="645"/>
                </a:lnTo>
                <a:lnTo>
                  <a:pt x="1060" y="645"/>
                </a:lnTo>
                <a:lnTo>
                  <a:pt x="1061" y="645"/>
                </a:lnTo>
                <a:lnTo>
                  <a:pt x="1061" y="646"/>
                </a:lnTo>
                <a:lnTo>
                  <a:pt x="1062" y="646"/>
                </a:lnTo>
                <a:lnTo>
                  <a:pt x="1063" y="647"/>
                </a:lnTo>
                <a:lnTo>
                  <a:pt x="1063" y="648"/>
                </a:lnTo>
                <a:lnTo>
                  <a:pt x="1064" y="648"/>
                </a:lnTo>
                <a:lnTo>
                  <a:pt x="1064" y="649"/>
                </a:lnTo>
                <a:lnTo>
                  <a:pt x="1065" y="649"/>
                </a:lnTo>
                <a:lnTo>
                  <a:pt x="1066" y="649"/>
                </a:lnTo>
                <a:lnTo>
                  <a:pt x="1066" y="650"/>
                </a:lnTo>
                <a:lnTo>
                  <a:pt x="1066" y="651"/>
                </a:lnTo>
                <a:lnTo>
                  <a:pt x="1066" y="652"/>
                </a:lnTo>
                <a:lnTo>
                  <a:pt x="1067" y="653"/>
                </a:lnTo>
                <a:lnTo>
                  <a:pt x="1068" y="653"/>
                </a:lnTo>
                <a:lnTo>
                  <a:pt x="1067" y="654"/>
                </a:lnTo>
                <a:lnTo>
                  <a:pt x="1067" y="655"/>
                </a:lnTo>
                <a:lnTo>
                  <a:pt x="1067" y="656"/>
                </a:lnTo>
                <a:lnTo>
                  <a:pt x="1067" y="657"/>
                </a:lnTo>
                <a:lnTo>
                  <a:pt x="1067" y="658"/>
                </a:lnTo>
                <a:lnTo>
                  <a:pt x="1066" y="659"/>
                </a:lnTo>
                <a:lnTo>
                  <a:pt x="1067" y="659"/>
                </a:lnTo>
                <a:lnTo>
                  <a:pt x="1067" y="660"/>
                </a:lnTo>
                <a:lnTo>
                  <a:pt x="1066" y="661"/>
                </a:lnTo>
                <a:lnTo>
                  <a:pt x="1066" y="662"/>
                </a:lnTo>
                <a:lnTo>
                  <a:pt x="1066" y="663"/>
                </a:lnTo>
                <a:lnTo>
                  <a:pt x="1066" y="664"/>
                </a:lnTo>
                <a:lnTo>
                  <a:pt x="1065" y="665"/>
                </a:lnTo>
                <a:lnTo>
                  <a:pt x="1064" y="666"/>
                </a:lnTo>
                <a:lnTo>
                  <a:pt x="1064" y="667"/>
                </a:lnTo>
                <a:lnTo>
                  <a:pt x="1063" y="668"/>
                </a:lnTo>
                <a:lnTo>
                  <a:pt x="1062" y="668"/>
                </a:lnTo>
                <a:lnTo>
                  <a:pt x="1061" y="669"/>
                </a:lnTo>
                <a:lnTo>
                  <a:pt x="1060" y="670"/>
                </a:lnTo>
                <a:lnTo>
                  <a:pt x="1059" y="670"/>
                </a:lnTo>
                <a:lnTo>
                  <a:pt x="1058" y="670"/>
                </a:lnTo>
                <a:lnTo>
                  <a:pt x="1057" y="670"/>
                </a:lnTo>
                <a:lnTo>
                  <a:pt x="1057" y="671"/>
                </a:lnTo>
                <a:lnTo>
                  <a:pt x="1057" y="672"/>
                </a:lnTo>
                <a:lnTo>
                  <a:pt x="1057" y="673"/>
                </a:lnTo>
                <a:lnTo>
                  <a:pt x="1056" y="673"/>
                </a:lnTo>
                <a:lnTo>
                  <a:pt x="1056" y="672"/>
                </a:lnTo>
                <a:lnTo>
                  <a:pt x="1056" y="671"/>
                </a:lnTo>
                <a:lnTo>
                  <a:pt x="1056" y="670"/>
                </a:lnTo>
                <a:lnTo>
                  <a:pt x="1056" y="669"/>
                </a:lnTo>
                <a:lnTo>
                  <a:pt x="1055" y="669"/>
                </a:lnTo>
                <a:lnTo>
                  <a:pt x="1054" y="669"/>
                </a:lnTo>
                <a:lnTo>
                  <a:pt x="1053" y="669"/>
                </a:lnTo>
                <a:lnTo>
                  <a:pt x="1053" y="668"/>
                </a:lnTo>
                <a:lnTo>
                  <a:pt x="1052" y="668"/>
                </a:lnTo>
                <a:lnTo>
                  <a:pt x="1051" y="669"/>
                </a:lnTo>
                <a:lnTo>
                  <a:pt x="1050" y="669"/>
                </a:lnTo>
                <a:lnTo>
                  <a:pt x="1049" y="670"/>
                </a:lnTo>
                <a:lnTo>
                  <a:pt x="1048" y="671"/>
                </a:lnTo>
                <a:lnTo>
                  <a:pt x="1048" y="672"/>
                </a:lnTo>
                <a:lnTo>
                  <a:pt x="1047" y="672"/>
                </a:lnTo>
                <a:lnTo>
                  <a:pt x="1046" y="673"/>
                </a:lnTo>
                <a:lnTo>
                  <a:pt x="1045" y="673"/>
                </a:lnTo>
                <a:lnTo>
                  <a:pt x="1045" y="674"/>
                </a:lnTo>
                <a:lnTo>
                  <a:pt x="1045" y="673"/>
                </a:lnTo>
                <a:lnTo>
                  <a:pt x="1044" y="673"/>
                </a:lnTo>
                <a:lnTo>
                  <a:pt x="1044" y="674"/>
                </a:lnTo>
                <a:lnTo>
                  <a:pt x="1043" y="674"/>
                </a:lnTo>
                <a:lnTo>
                  <a:pt x="1042" y="674"/>
                </a:lnTo>
                <a:lnTo>
                  <a:pt x="1042" y="675"/>
                </a:lnTo>
                <a:lnTo>
                  <a:pt x="1041" y="675"/>
                </a:lnTo>
                <a:lnTo>
                  <a:pt x="1040" y="676"/>
                </a:lnTo>
                <a:lnTo>
                  <a:pt x="1039" y="676"/>
                </a:lnTo>
                <a:lnTo>
                  <a:pt x="1039" y="675"/>
                </a:lnTo>
                <a:lnTo>
                  <a:pt x="1038" y="675"/>
                </a:lnTo>
                <a:lnTo>
                  <a:pt x="1038" y="674"/>
                </a:lnTo>
                <a:lnTo>
                  <a:pt x="1038" y="675"/>
                </a:lnTo>
                <a:lnTo>
                  <a:pt x="1037" y="675"/>
                </a:lnTo>
                <a:lnTo>
                  <a:pt x="1037" y="674"/>
                </a:lnTo>
                <a:lnTo>
                  <a:pt x="1036" y="674"/>
                </a:lnTo>
                <a:lnTo>
                  <a:pt x="1036" y="673"/>
                </a:lnTo>
                <a:lnTo>
                  <a:pt x="1035" y="673"/>
                </a:lnTo>
                <a:lnTo>
                  <a:pt x="1034" y="672"/>
                </a:lnTo>
                <a:lnTo>
                  <a:pt x="1034" y="673"/>
                </a:lnTo>
                <a:lnTo>
                  <a:pt x="1033" y="672"/>
                </a:lnTo>
                <a:lnTo>
                  <a:pt x="1032" y="672"/>
                </a:lnTo>
                <a:lnTo>
                  <a:pt x="1032" y="671"/>
                </a:lnTo>
                <a:lnTo>
                  <a:pt x="1031" y="671"/>
                </a:lnTo>
                <a:lnTo>
                  <a:pt x="1030" y="671"/>
                </a:lnTo>
                <a:lnTo>
                  <a:pt x="1030" y="672"/>
                </a:lnTo>
                <a:lnTo>
                  <a:pt x="1029" y="671"/>
                </a:lnTo>
                <a:lnTo>
                  <a:pt x="1028" y="671"/>
                </a:lnTo>
                <a:lnTo>
                  <a:pt x="1028" y="670"/>
                </a:lnTo>
                <a:lnTo>
                  <a:pt x="1028" y="671"/>
                </a:lnTo>
                <a:lnTo>
                  <a:pt x="1027" y="671"/>
                </a:lnTo>
                <a:lnTo>
                  <a:pt x="1027" y="672"/>
                </a:lnTo>
                <a:lnTo>
                  <a:pt x="1026" y="672"/>
                </a:lnTo>
                <a:lnTo>
                  <a:pt x="1025" y="671"/>
                </a:lnTo>
                <a:lnTo>
                  <a:pt x="1025" y="670"/>
                </a:lnTo>
                <a:lnTo>
                  <a:pt x="1024" y="670"/>
                </a:lnTo>
                <a:lnTo>
                  <a:pt x="1024" y="671"/>
                </a:lnTo>
                <a:lnTo>
                  <a:pt x="1023" y="671"/>
                </a:lnTo>
                <a:lnTo>
                  <a:pt x="1023" y="670"/>
                </a:lnTo>
                <a:lnTo>
                  <a:pt x="1022" y="670"/>
                </a:lnTo>
                <a:lnTo>
                  <a:pt x="1021" y="670"/>
                </a:lnTo>
                <a:lnTo>
                  <a:pt x="1020" y="669"/>
                </a:lnTo>
                <a:lnTo>
                  <a:pt x="1019" y="668"/>
                </a:lnTo>
                <a:lnTo>
                  <a:pt x="1019" y="669"/>
                </a:lnTo>
                <a:lnTo>
                  <a:pt x="1018" y="669"/>
                </a:lnTo>
                <a:lnTo>
                  <a:pt x="1018" y="668"/>
                </a:lnTo>
                <a:lnTo>
                  <a:pt x="1018" y="669"/>
                </a:lnTo>
                <a:lnTo>
                  <a:pt x="1019" y="670"/>
                </a:lnTo>
                <a:lnTo>
                  <a:pt x="1020" y="671"/>
                </a:lnTo>
                <a:lnTo>
                  <a:pt x="1020" y="672"/>
                </a:lnTo>
                <a:lnTo>
                  <a:pt x="1020" y="673"/>
                </a:lnTo>
                <a:lnTo>
                  <a:pt x="1021" y="674"/>
                </a:lnTo>
                <a:lnTo>
                  <a:pt x="1021" y="675"/>
                </a:lnTo>
                <a:lnTo>
                  <a:pt x="1020" y="675"/>
                </a:lnTo>
                <a:lnTo>
                  <a:pt x="1019" y="675"/>
                </a:lnTo>
                <a:lnTo>
                  <a:pt x="1019" y="674"/>
                </a:lnTo>
                <a:lnTo>
                  <a:pt x="1018" y="674"/>
                </a:lnTo>
                <a:lnTo>
                  <a:pt x="1017" y="673"/>
                </a:lnTo>
                <a:lnTo>
                  <a:pt x="1016" y="673"/>
                </a:lnTo>
                <a:lnTo>
                  <a:pt x="1016" y="674"/>
                </a:lnTo>
                <a:lnTo>
                  <a:pt x="1016" y="675"/>
                </a:lnTo>
                <a:lnTo>
                  <a:pt x="1015" y="675"/>
                </a:lnTo>
                <a:lnTo>
                  <a:pt x="1015" y="676"/>
                </a:lnTo>
                <a:lnTo>
                  <a:pt x="1015" y="677"/>
                </a:lnTo>
                <a:lnTo>
                  <a:pt x="1016" y="678"/>
                </a:lnTo>
                <a:lnTo>
                  <a:pt x="1015" y="679"/>
                </a:lnTo>
                <a:lnTo>
                  <a:pt x="1015" y="680"/>
                </a:lnTo>
                <a:lnTo>
                  <a:pt x="1015" y="681"/>
                </a:lnTo>
                <a:lnTo>
                  <a:pt x="1015" y="682"/>
                </a:lnTo>
                <a:lnTo>
                  <a:pt x="1016" y="683"/>
                </a:lnTo>
                <a:lnTo>
                  <a:pt x="1016" y="684"/>
                </a:lnTo>
                <a:lnTo>
                  <a:pt x="1014" y="684"/>
                </a:lnTo>
                <a:lnTo>
                  <a:pt x="1014" y="683"/>
                </a:lnTo>
                <a:lnTo>
                  <a:pt x="1013" y="683"/>
                </a:lnTo>
                <a:lnTo>
                  <a:pt x="1012" y="682"/>
                </a:lnTo>
                <a:lnTo>
                  <a:pt x="1012" y="683"/>
                </a:lnTo>
                <a:lnTo>
                  <a:pt x="1011" y="682"/>
                </a:lnTo>
                <a:lnTo>
                  <a:pt x="1010" y="682"/>
                </a:lnTo>
                <a:lnTo>
                  <a:pt x="1010" y="681"/>
                </a:lnTo>
                <a:lnTo>
                  <a:pt x="1009" y="681"/>
                </a:lnTo>
                <a:lnTo>
                  <a:pt x="1009" y="680"/>
                </a:lnTo>
                <a:lnTo>
                  <a:pt x="1009" y="681"/>
                </a:lnTo>
                <a:lnTo>
                  <a:pt x="1008" y="681"/>
                </a:lnTo>
                <a:lnTo>
                  <a:pt x="1007" y="681"/>
                </a:lnTo>
                <a:lnTo>
                  <a:pt x="1008" y="681"/>
                </a:lnTo>
                <a:lnTo>
                  <a:pt x="1008" y="680"/>
                </a:lnTo>
                <a:lnTo>
                  <a:pt x="1007" y="680"/>
                </a:lnTo>
                <a:lnTo>
                  <a:pt x="1007" y="679"/>
                </a:lnTo>
                <a:lnTo>
                  <a:pt x="1007" y="680"/>
                </a:lnTo>
                <a:lnTo>
                  <a:pt x="1006" y="680"/>
                </a:lnTo>
                <a:lnTo>
                  <a:pt x="1006" y="679"/>
                </a:lnTo>
                <a:lnTo>
                  <a:pt x="1005" y="679"/>
                </a:lnTo>
                <a:lnTo>
                  <a:pt x="1005" y="678"/>
                </a:lnTo>
                <a:lnTo>
                  <a:pt x="1004" y="678"/>
                </a:lnTo>
                <a:lnTo>
                  <a:pt x="1004" y="677"/>
                </a:lnTo>
                <a:lnTo>
                  <a:pt x="1005" y="677"/>
                </a:lnTo>
                <a:lnTo>
                  <a:pt x="1004" y="677"/>
                </a:lnTo>
                <a:lnTo>
                  <a:pt x="1003" y="677"/>
                </a:lnTo>
                <a:lnTo>
                  <a:pt x="1004" y="676"/>
                </a:lnTo>
                <a:lnTo>
                  <a:pt x="1003" y="675"/>
                </a:lnTo>
                <a:lnTo>
                  <a:pt x="1002" y="675"/>
                </a:lnTo>
                <a:lnTo>
                  <a:pt x="1003" y="675"/>
                </a:lnTo>
                <a:lnTo>
                  <a:pt x="1003" y="674"/>
                </a:lnTo>
                <a:lnTo>
                  <a:pt x="1002" y="674"/>
                </a:lnTo>
                <a:lnTo>
                  <a:pt x="1001" y="673"/>
                </a:lnTo>
                <a:lnTo>
                  <a:pt x="1002" y="673"/>
                </a:lnTo>
                <a:lnTo>
                  <a:pt x="1003" y="673"/>
                </a:lnTo>
                <a:lnTo>
                  <a:pt x="1002" y="673"/>
                </a:lnTo>
                <a:lnTo>
                  <a:pt x="1002" y="672"/>
                </a:lnTo>
                <a:lnTo>
                  <a:pt x="1001" y="672"/>
                </a:lnTo>
                <a:lnTo>
                  <a:pt x="1001" y="671"/>
                </a:lnTo>
                <a:lnTo>
                  <a:pt x="1001" y="670"/>
                </a:lnTo>
                <a:lnTo>
                  <a:pt x="1000" y="670"/>
                </a:lnTo>
                <a:lnTo>
                  <a:pt x="1000" y="669"/>
                </a:lnTo>
                <a:lnTo>
                  <a:pt x="999" y="669"/>
                </a:lnTo>
                <a:lnTo>
                  <a:pt x="999" y="668"/>
                </a:lnTo>
                <a:lnTo>
                  <a:pt x="999" y="667"/>
                </a:lnTo>
                <a:lnTo>
                  <a:pt x="998" y="667"/>
                </a:lnTo>
                <a:lnTo>
                  <a:pt x="998" y="666"/>
                </a:lnTo>
                <a:lnTo>
                  <a:pt x="997" y="666"/>
                </a:lnTo>
                <a:lnTo>
                  <a:pt x="997" y="667"/>
                </a:lnTo>
                <a:lnTo>
                  <a:pt x="996" y="667"/>
                </a:lnTo>
                <a:lnTo>
                  <a:pt x="996" y="666"/>
                </a:lnTo>
                <a:lnTo>
                  <a:pt x="995" y="665"/>
                </a:lnTo>
                <a:lnTo>
                  <a:pt x="995" y="664"/>
                </a:lnTo>
                <a:lnTo>
                  <a:pt x="995" y="663"/>
                </a:lnTo>
                <a:lnTo>
                  <a:pt x="994" y="663"/>
                </a:lnTo>
                <a:lnTo>
                  <a:pt x="993" y="663"/>
                </a:lnTo>
                <a:lnTo>
                  <a:pt x="993" y="664"/>
                </a:lnTo>
                <a:lnTo>
                  <a:pt x="992" y="665"/>
                </a:lnTo>
                <a:lnTo>
                  <a:pt x="992" y="666"/>
                </a:lnTo>
                <a:lnTo>
                  <a:pt x="991" y="666"/>
                </a:lnTo>
                <a:lnTo>
                  <a:pt x="991" y="667"/>
                </a:lnTo>
                <a:lnTo>
                  <a:pt x="991" y="666"/>
                </a:lnTo>
                <a:lnTo>
                  <a:pt x="990" y="666"/>
                </a:lnTo>
                <a:lnTo>
                  <a:pt x="991" y="665"/>
                </a:lnTo>
                <a:lnTo>
                  <a:pt x="991" y="664"/>
                </a:lnTo>
                <a:lnTo>
                  <a:pt x="991" y="663"/>
                </a:lnTo>
                <a:lnTo>
                  <a:pt x="992" y="662"/>
                </a:lnTo>
                <a:lnTo>
                  <a:pt x="992" y="661"/>
                </a:lnTo>
                <a:lnTo>
                  <a:pt x="992" y="660"/>
                </a:lnTo>
                <a:lnTo>
                  <a:pt x="992" y="661"/>
                </a:lnTo>
                <a:lnTo>
                  <a:pt x="991" y="661"/>
                </a:lnTo>
                <a:lnTo>
                  <a:pt x="990" y="661"/>
                </a:lnTo>
                <a:lnTo>
                  <a:pt x="990" y="662"/>
                </a:lnTo>
                <a:lnTo>
                  <a:pt x="989" y="662"/>
                </a:lnTo>
                <a:lnTo>
                  <a:pt x="988" y="663"/>
                </a:lnTo>
                <a:lnTo>
                  <a:pt x="987" y="663"/>
                </a:lnTo>
                <a:lnTo>
                  <a:pt x="987" y="664"/>
                </a:lnTo>
                <a:lnTo>
                  <a:pt x="986" y="664"/>
                </a:lnTo>
                <a:lnTo>
                  <a:pt x="985" y="663"/>
                </a:lnTo>
                <a:lnTo>
                  <a:pt x="984" y="664"/>
                </a:lnTo>
                <a:lnTo>
                  <a:pt x="984" y="663"/>
                </a:lnTo>
                <a:lnTo>
                  <a:pt x="983" y="663"/>
                </a:lnTo>
                <a:lnTo>
                  <a:pt x="982" y="663"/>
                </a:lnTo>
                <a:lnTo>
                  <a:pt x="981" y="662"/>
                </a:lnTo>
                <a:lnTo>
                  <a:pt x="980" y="662"/>
                </a:lnTo>
                <a:lnTo>
                  <a:pt x="979" y="662"/>
                </a:lnTo>
                <a:lnTo>
                  <a:pt x="979" y="663"/>
                </a:lnTo>
                <a:lnTo>
                  <a:pt x="980" y="663"/>
                </a:lnTo>
                <a:lnTo>
                  <a:pt x="979" y="663"/>
                </a:lnTo>
                <a:lnTo>
                  <a:pt x="979" y="664"/>
                </a:lnTo>
                <a:lnTo>
                  <a:pt x="978" y="664"/>
                </a:lnTo>
                <a:lnTo>
                  <a:pt x="977" y="665"/>
                </a:lnTo>
                <a:lnTo>
                  <a:pt x="977" y="666"/>
                </a:lnTo>
                <a:lnTo>
                  <a:pt x="977" y="667"/>
                </a:lnTo>
                <a:lnTo>
                  <a:pt x="977" y="668"/>
                </a:lnTo>
                <a:lnTo>
                  <a:pt x="976" y="668"/>
                </a:lnTo>
                <a:lnTo>
                  <a:pt x="977" y="669"/>
                </a:lnTo>
                <a:lnTo>
                  <a:pt x="977" y="671"/>
                </a:lnTo>
                <a:lnTo>
                  <a:pt x="976" y="672"/>
                </a:lnTo>
                <a:lnTo>
                  <a:pt x="976" y="673"/>
                </a:lnTo>
                <a:lnTo>
                  <a:pt x="976" y="674"/>
                </a:lnTo>
                <a:lnTo>
                  <a:pt x="975" y="674"/>
                </a:lnTo>
                <a:lnTo>
                  <a:pt x="975" y="675"/>
                </a:lnTo>
                <a:lnTo>
                  <a:pt x="975" y="676"/>
                </a:lnTo>
                <a:lnTo>
                  <a:pt x="974" y="675"/>
                </a:lnTo>
                <a:lnTo>
                  <a:pt x="973" y="674"/>
                </a:lnTo>
                <a:lnTo>
                  <a:pt x="973" y="673"/>
                </a:lnTo>
                <a:lnTo>
                  <a:pt x="972" y="673"/>
                </a:lnTo>
                <a:lnTo>
                  <a:pt x="971" y="673"/>
                </a:lnTo>
                <a:lnTo>
                  <a:pt x="970" y="673"/>
                </a:lnTo>
                <a:lnTo>
                  <a:pt x="969" y="673"/>
                </a:lnTo>
                <a:lnTo>
                  <a:pt x="968" y="673"/>
                </a:lnTo>
                <a:lnTo>
                  <a:pt x="968" y="672"/>
                </a:lnTo>
                <a:lnTo>
                  <a:pt x="967" y="672"/>
                </a:lnTo>
                <a:lnTo>
                  <a:pt x="966" y="672"/>
                </a:lnTo>
                <a:lnTo>
                  <a:pt x="966" y="671"/>
                </a:lnTo>
                <a:lnTo>
                  <a:pt x="965" y="670"/>
                </a:lnTo>
                <a:lnTo>
                  <a:pt x="964" y="670"/>
                </a:lnTo>
                <a:lnTo>
                  <a:pt x="964" y="669"/>
                </a:lnTo>
                <a:lnTo>
                  <a:pt x="964" y="668"/>
                </a:lnTo>
                <a:lnTo>
                  <a:pt x="965" y="668"/>
                </a:lnTo>
                <a:lnTo>
                  <a:pt x="965" y="667"/>
                </a:lnTo>
                <a:lnTo>
                  <a:pt x="966" y="666"/>
                </a:lnTo>
                <a:lnTo>
                  <a:pt x="967" y="665"/>
                </a:lnTo>
                <a:lnTo>
                  <a:pt x="968" y="665"/>
                </a:lnTo>
                <a:lnTo>
                  <a:pt x="968" y="664"/>
                </a:lnTo>
                <a:lnTo>
                  <a:pt x="968" y="663"/>
                </a:lnTo>
                <a:lnTo>
                  <a:pt x="968" y="662"/>
                </a:lnTo>
                <a:lnTo>
                  <a:pt x="968" y="661"/>
                </a:lnTo>
                <a:lnTo>
                  <a:pt x="968" y="660"/>
                </a:lnTo>
                <a:lnTo>
                  <a:pt x="967" y="660"/>
                </a:lnTo>
                <a:lnTo>
                  <a:pt x="967" y="658"/>
                </a:lnTo>
                <a:lnTo>
                  <a:pt x="967" y="657"/>
                </a:lnTo>
                <a:lnTo>
                  <a:pt x="967" y="656"/>
                </a:lnTo>
                <a:lnTo>
                  <a:pt x="966" y="656"/>
                </a:lnTo>
                <a:lnTo>
                  <a:pt x="966" y="655"/>
                </a:lnTo>
                <a:lnTo>
                  <a:pt x="967" y="655"/>
                </a:lnTo>
                <a:lnTo>
                  <a:pt x="967" y="654"/>
                </a:lnTo>
                <a:lnTo>
                  <a:pt x="967" y="653"/>
                </a:lnTo>
                <a:lnTo>
                  <a:pt x="967" y="652"/>
                </a:lnTo>
                <a:lnTo>
                  <a:pt x="966" y="652"/>
                </a:lnTo>
                <a:lnTo>
                  <a:pt x="966" y="651"/>
                </a:lnTo>
                <a:lnTo>
                  <a:pt x="966" y="650"/>
                </a:lnTo>
                <a:lnTo>
                  <a:pt x="965" y="649"/>
                </a:lnTo>
                <a:lnTo>
                  <a:pt x="964" y="649"/>
                </a:lnTo>
                <a:lnTo>
                  <a:pt x="963" y="648"/>
                </a:lnTo>
                <a:lnTo>
                  <a:pt x="963" y="647"/>
                </a:lnTo>
                <a:lnTo>
                  <a:pt x="962" y="646"/>
                </a:lnTo>
                <a:lnTo>
                  <a:pt x="961" y="646"/>
                </a:lnTo>
                <a:lnTo>
                  <a:pt x="960" y="646"/>
                </a:lnTo>
                <a:lnTo>
                  <a:pt x="959" y="646"/>
                </a:lnTo>
                <a:lnTo>
                  <a:pt x="958" y="646"/>
                </a:lnTo>
                <a:lnTo>
                  <a:pt x="959" y="645"/>
                </a:lnTo>
                <a:lnTo>
                  <a:pt x="959" y="644"/>
                </a:lnTo>
                <a:lnTo>
                  <a:pt x="959" y="643"/>
                </a:lnTo>
                <a:lnTo>
                  <a:pt x="960" y="643"/>
                </a:lnTo>
                <a:lnTo>
                  <a:pt x="959" y="642"/>
                </a:lnTo>
                <a:lnTo>
                  <a:pt x="958" y="642"/>
                </a:lnTo>
                <a:lnTo>
                  <a:pt x="958" y="643"/>
                </a:lnTo>
                <a:lnTo>
                  <a:pt x="958" y="642"/>
                </a:lnTo>
                <a:lnTo>
                  <a:pt x="957" y="642"/>
                </a:lnTo>
                <a:lnTo>
                  <a:pt x="956" y="641"/>
                </a:lnTo>
                <a:lnTo>
                  <a:pt x="956" y="642"/>
                </a:lnTo>
                <a:lnTo>
                  <a:pt x="955" y="641"/>
                </a:lnTo>
                <a:lnTo>
                  <a:pt x="954" y="642"/>
                </a:lnTo>
                <a:lnTo>
                  <a:pt x="953" y="641"/>
                </a:lnTo>
                <a:lnTo>
                  <a:pt x="952" y="641"/>
                </a:lnTo>
                <a:lnTo>
                  <a:pt x="952" y="640"/>
                </a:lnTo>
                <a:lnTo>
                  <a:pt x="952" y="639"/>
                </a:lnTo>
                <a:lnTo>
                  <a:pt x="951" y="638"/>
                </a:lnTo>
                <a:lnTo>
                  <a:pt x="951" y="637"/>
                </a:lnTo>
                <a:lnTo>
                  <a:pt x="951" y="636"/>
                </a:lnTo>
                <a:lnTo>
                  <a:pt x="950" y="636"/>
                </a:lnTo>
                <a:lnTo>
                  <a:pt x="950" y="635"/>
                </a:lnTo>
                <a:lnTo>
                  <a:pt x="949" y="635"/>
                </a:lnTo>
                <a:lnTo>
                  <a:pt x="949" y="634"/>
                </a:lnTo>
                <a:lnTo>
                  <a:pt x="948" y="634"/>
                </a:lnTo>
                <a:lnTo>
                  <a:pt x="948" y="633"/>
                </a:lnTo>
                <a:lnTo>
                  <a:pt x="948" y="632"/>
                </a:lnTo>
                <a:lnTo>
                  <a:pt x="948" y="631"/>
                </a:lnTo>
                <a:lnTo>
                  <a:pt x="947" y="631"/>
                </a:lnTo>
                <a:lnTo>
                  <a:pt x="946" y="631"/>
                </a:lnTo>
                <a:lnTo>
                  <a:pt x="945" y="631"/>
                </a:lnTo>
                <a:lnTo>
                  <a:pt x="945" y="632"/>
                </a:lnTo>
                <a:lnTo>
                  <a:pt x="945" y="633"/>
                </a:lnTo>
                <a:lnTo>
                  <a:pt x="945" y="634"/>
                </a:lnTo>
                <a:lnTo>
                  <a:pt x="945" y="635"/>
                </a:lnTo>
                <a:lnTo>
                  <a:pt x="945" y="636"/>
                </a:lnTo>
                <a:lnTo>
                  <a:pt x="944" y="637"/>
                </a:lnTo>
                <a:lnTo>
                  <a:pt x="944" y="638"/>
                </a:lnTo>
                <a:lnTo>
                  <a:pt x="943" y="639"/>
                </a:lnTo>
                <a:lnTo>
                  <a:pt x="943" y="640"/>
                </a:lnTo>
                <a:lnTo>
                  <a:pt x="943" y="641"/>
                </a:lnTo>
                <a:lnTo>
                  <a:pt x="942" y="641"/>
                </a:lnTo>
                <a:lnTo>
                  <a:pt x="941" y="640"/>
                </a:lnTo>
                <a:lnTo>
                  <a:pt x="940" y="640"/>
                </a:lnTo>
                <a:lnTo>
                  <a:pt x="940" y="641"/>
                </a:lnTo>
                <a:lnTo>
                  <a:pt x="939" y="641"/>
                </a:lnTo>
                <a:lnTo>
                  <a:pt x="939" y="642"/>
                </a:lnTo>
                <a:lnTo>
                  <a:pt x="938" y="641"/>
                </a:lnTo>
                <a:lnTo>
                  <a:pt x="937" y="640"/>
                </a:lnTo>
                <a:lnTo>
                  <a:pt x="936" y="640"/>
                </a:lnTo>
                <a:lnTo>
                  <a:pt x="935" y="641"/>
                </a:lnTo>
                <a:lnTo>
                  <a:pt x="935" y="642"/>
                </a:lnTo>
                <a:lnTo>
                  <a:pt x="935" y="643"/>
                </a:lnTo>
                <a:lnTo>
                  <a:pt x="934" y="643"/>
                </a:lnTo>
                <a:lnTo>
                  <a:pt x="935" y="643"/>
                </a:lnTo>
                <a:lnTo>
                  <a:pt x="936" y="643"/>
                </a:lnTo>
                <a:lnTo>
                  <a:pt x="936" y="645"/>
                </a:lnTo>
                <a:lnTo>
                  <a:pt x="937" y="645"/>
                </a:lnTo>
                <a:lnTo>
                  <a:pt x="937" y="646"/>
                </a:lnTo>
                <a:lnTo>
                  <a:pt x="937" y="647"/>
                </a:lnTo>
                <a:lnTo>
                  <a:pt x="937" y="648"/>
                </a:lnTo>
                <a:lnTo>
                  <a:pt x="937" y="649"/>
                </a:lnTo>
                <a:lnTo>
                  <a:pt x="937" y="650"/>
                </a:lnTo>
                <a:lnTo>
                  <a:pt x="936" y="650"/>
                </a:lnTo>
                <a:lnTo>
                  <a:pt x="936" y="651"/>
                </a:lnTo>
                <a:lnTo>
                  <a:pt x="936" y="652"/>
                </a:lnTo>
                <a:lnTo>
                  <a:pt x="935" y="653"/>
                </a:lnTo>
                <a:lnTo>
                  <a:pt x="935" y="654"/>
                </a:lnTo>
                <a:lnTo>
                  <a:pt x="935" y="655"/>
                </a:lnTo>
                <a:lnTo>
                  <a:pt x="935" y="656"/>
                </a:lnTo>
                <a:lnTo>
                  <a:pt x="935" y="657"/>
                </a:lnTo>
                <a:lnTo>
                  <a:pt x="935" y="658"/>
                </a:lnTo>
                <a:lnTo>
                  <a:pt x="934" y="659"/>
                </a:lnTo>
                <a:lnTo>
                  <a:pt x="934" y="660"/>
                </a:lnTo>
                <a:lnTo>
                  <a:pt x="933" y="660"/>
                </a:lnTo>
                <a:lnTo>
                  <a:pt x="933" y="661"/>
                </a:lnTo>
                <a:lnTo>
                  <a:pt x="932" y="661"/>
                </a:lnTo>
                <a:lnTo>
                  <a:pt x="932" y="662"/>
                </a:lnTo>
                <a:lnTo>
                  <a:pt x="933" y="662"/>
                </a:lnTo>
                <a:lnTo>
                  <a:pt x="933" y="663"/>
                </a:lnTo>
                <a:lnTo>
                  <a:pt x="932" y="663"/>
                </a:lnTo>
                <a:lnTo>
                  <a:pt x="931" y="663"/>
                </a:lnTo>
                <a:lnTo>
                  <a:pt x="930" y="662"/>
                </a:lnTo>
                <a:lnTo>
                  <a:pt x="930" y="661"/>
                </a:lnTo>
                <a:lnTo>
                  <a:pt x="930" y="660"/>
                </a:lnTo>
                <a:lnTo>
                  <a:pt x="929" y="659"/>
                </a:lnTo>
                <a:lnTo>
                  <a:pt x="927" y="659"/>
                </a:lnTo>
                <a:lnTo>
                  <a:pt x="926" y="659"/>
                </a:lnTo>
                <a:lnTo>
                  <a:pt x="926" y="658"/>
                </a:lnTo>
                <a:lnTo>
                  <a:pt x="925" y="658"/>
                </a:lnTo>
                <a:lnTo>
                  <a:pt x="925" y="659"/>
                </a:lnTo>
                <a:lnTo>
                  <a:pt x="924" y="658"/>
                </a:lnTo>
                <a:lnTo>
                  <a:pt x="924" y="657"/>
                </a:lnTo>
                <a:lnTo>
                  <a:pt x="923" y="657"/>
                </a:lnTo>
                <a:lnTo>
                  <a:pt x="922" y="657"/>
                </a:lnTo>
                <a:lnTo>
                  <a:pt x="921" y="657"/>
                </a:lnTo>
                <a:lnTo>
                  <a:pt x="921" y="658"/>
                </a:lnTo>
                <a:lnTo>
                  <a:pt x="920" y="658"/>
                </a:lnTo>
                <a:lnTo>
                  <a:pt x="920" y="657"/>
                </a:lnTo>
                <a:lnTo>
                  <a:pt x="919" y="657"/>
                </a:lnTo>
                <a:lnTo>
                  <a:pt x="919" y="656"/>
                </a:lnTo>
                <a:lnTo>
                  <a:pt x="919" y="655"/>
                </a:lnTo>
                <a:lnTo>
                  <a:pt x="918" y="655"/>
                </a:lnTo>
                <a:lnTo>
                  <a:pt x="918" y="654"/>
                </a:lnTo>
                <a:lnTo>
                  <a:pt x="917" y="654"/>
                </a:lnTo>
                <a:lnTo>
                  <a:pt x="917" y="653"/>
                </a:lnTo>
                <a:lnTo>
                  <a:pt x="917" y="652"/>
                </a:lnTo>
                <a:lnTo>
                  <a:pt x="916" y="652"/>
                </a:lnTo>
                <a:lnTo>
                  <a:pt x="916" y="651"/>
                </a:lnTo>
                <a:lnTo>
                  <a:pt x="915" y="651"/>
                </a:lnTo>
                <a:lnTo>
                  <a:pt x="914" y="651"/>
                </a:lnTo>
                <a:lnTo>
                  <a:pt x="913" y="651"/>
                </a:lnTo>
                <a:lnTo>
                  <a:pt x="912" y="651"/>
                </a:lnTo>
                <a:lnTo>
                  <a:pt x="911" y="651"/>
                </a:lnTo>
                <a:lnTo>
                  <a:pt x="911" y="650"/>
                </a:lnTo>
                <a:lnTo>
                  <a:pt x="910" y="650"/>
                </a:lnTo>
                <a:lnTo>
                  <a:pt x="910" y="651"/>
                </a:lnTo>
                <a:lnTo>
                  <a:pt x="910" y="650"/>
                </a:lnTo>
                <a:lnTo>
                  <a:pt x="909" y="650"/>
                </a:lnTo>
                <a:lnTo>
                  <a:pt x="908" y="650"/>
                </a:lnTo>
                <a:lnTo>
                  <a:pt x="907" y="650"/>
                </a:lnTo>
                <a:lnTo>
                  <a:pt x="906" y="649"/>
                </a:lnTo>
                <a:lnTo>
                  <a:pt x="905" y="649"/>
                </a:lnTo>
                <a:lnTo>
                  <a:pt x="905" y="648"/>
                </a:lnTo>
                <a:lnTo>
                  <a:pt x="904" y="648"/>
                </a:lnTo>
                <a:lnTo>
                  <a:pt x="903" y="647"/>
                </a:lnTo>
                <a:lnTo>
                  <a:pt x="902" y="647"/>
                </a:lnTo>
                <a:lnTo>
                  <a:pt x="901" y="646"/>
                </a:lnTo>
                <a:lnTo>
                  <a:pt x="900" y="646"/>
                </a:lnTo>
                <a:lnTo>
                  <a:pt x="899" y="646"/>
                </a:lnTo>
                <a:lnTo>
                  <a:pt x="898" y="647"/>
                </a:lnTo>
                <a:lnTo>
                  <a:pt x="897" y="647"/>
                </a:lnTo>
                <a:lnTo>
                  <a:pt x="897" y="646"/>
                </a:lnTo>
                <a:lnTo>
                  <a:pt x="896" y="646"/>
                </a:lnTo>
                <a:lnTo>
                  <a:pt x="896" y="647"/>
                </a:lnTo>
                <a:lnTo>
                  <a:pt x="895" y="647"/>
                </a:lnTo>
                <a:lnTo>
                  <a:pt x="894" y="648"/>
                </a:lnTo>
                <a:lnTo>
                  <a:pt x="893" y="648"/>
                </a:lnTo>
                <a:lnTo>
                  <a:pt x="893" y="647"/>
                </a:lnTo>
                <a:lnTo>
                  <a:pt x="892" y="647"/>
                </a:lnTo>
                <a:lnTo>
                  <a:pt x="891" y="647"/>
                </a:lnTo>
                <a:lnTo>
                  <a:pt x="890" y="647"/>
                </a:lnTo>
                <a:lnTo>
                  <a:pt x="890" y="648"/>
                </a:lnTo>
                <a:lnTo>
                  <a:pt x="890" y="647"/>
                </a:lnTo>
                <a:lnTo>
                  <a:pt x="890" y="646"/>
                </a:lnTo>
                <a:lnTo>
                  <a:pt x="889" y="646"/>
                </a:lnTo>
                <a:lnTo>
                  <a:pt x="889" y="645"/>
                </a:lnTo>
                <a:lnTo>
                  <a:pt x="889" y="644"/>
                </a:lnTo>
                <a:lnTo>
                  <a:pt x="888" y="643"/>
                </a:lnTo>
                <a:lnTo>
                  <a:pt x="888" y="642"/>
                </a:lnTo>
                <a:lnTo>
                  <a:pt x="888" y="641"/>
                </a:lnTo>
                <a:lnTo>
                  <a:pt x="889" y="641"/>
                </a:lnTo>
                <a:lnTo>
                  <a:pt x="889" y="640"/>
                </a:lnTo>
                <a:lnTo>
                  <a:pt x="888" y="640"/>
                </a:lnTo>
                <a:lnTo>
                  <a:pt x="887" y="640"/>
                </a:lnTo>
                <a:lnTo>
                  <a:pt x="887" y="639"/>
                </a:lnTo>
                <a:lnTo>
                  <a:pt x="887" y="638"/>
                </a:lnTo>
                <a:lnTo>
                  <a:pt x="887" y="637"/>
                </a:lnTo>
                <a:lnTo>
                  <a:pt x="886" y="636"/>
                </a:lnTo>
                <a:lnTo>
                  <a:pt x="885" y="636"/>
                </a:lnTo>
                <a:lnTo>
                  <a:pt x="885" y="635"/>
                </a:lnTo>
                <a:lnTo>
                  <a:pt x="885" y="634"/>
                </a:lnTo>
                <a:lnTo>
                  <a:pt x="884" y="634"/>
                </a:lnTo>
                <a:lnTo>
                  <a:pt x="885" y="634"/>
                </a:lnTo>
                <a:lnTo>
                  <a:pt x="885" y="633"/>
                </a:lnTo>
                <a:lnTo>
                  <a:pt x="884" y="633"/>
                </a:lnTo>
                <a:lnTo>
                  <a:pt x="884" y="632"/>
                </a:lnTo>
                <a:lnTo>
                  <a:pt x="883" y="632"/>
                </a:lnTo>
                <a:lnTo>
                  <a:pt x="882" y="631"/>
                </a:lnTo>
                <a:lnTo>
                  <a:pt x="881" y="631"/>
                </a:lnTo>
                <a:lnTo>
                  <a:pt x="880" y="630"/>
                </a:lnTo>
                <a:lnTo>
                  <a:pt x="879" y="630"/>
                </a:lnTo>
                <a:lnTo>
                  <a:pt x="878" y="630"/>
                </a:lnTo>
                <a:lnTo>
                  <a:pt x="878" y="631"/>
                </a:lnTo>
                <a:lnTo>
                  <a:pt x="877" y="631"/>
                </a:lnTo>
                <a:lnTo>
                  <a:pt x="877" y="630"/>
                </a:lnTo>
                <a:lnTo>
                  <a:pt x="876" y="630"/>
                </a:lnTo>
                <a:lnTo>
                  <a:pt x="876" y="629"/>
                </a:lnTo>
                <a:lnTo>
                  <a:pt x="875" y="629"/>
                </a:lnTo>
                <a:lnTo>
                  <a:pt x="874" y="628"/>
                </a:lnTo>
                <a:lnTo>
                  <a:pt x="874" y="627"/>
                </a:lnTo>
                <a:lnTo>
                  <a:pt x="873" y="627"/>
                </a:lnTo>
                <a:lnTo>
                  <a:pt x="873" y="628"/>
                </a:lnTo>
                <a:lnTo>
                  <a:pt x="872" y="628"/>
                </a:lnTo>
                <a:lnTo>
                  <a:pt x="872" y="627"/>
                </a:lnTo>
                <a:lnTo>
                  <a:pt x="871" y="627"/>
                </a:lnTo>
                <a:lnTo>
                  <a:pt x="871" y="626"/>
                </a:lnTo>
                <a:lnTo>
                  <a:pt x="871" y="627"/>
                </a:lnTo>
                <a:lnTo>
                  <a:pt x="870" y="627"/>
                </a:lnTo>
                <a:lnTo>
                  <a:pt x="869" y="627"/>
                </a:lnTo>
                <a:lnTo>
                  <a:pt x="869" y="626"/>
                </a:lnTo>
                <a:lnTo>
                  <a:pt x="868" y="626"/>
                </a:lnTo>
                <a:lnTo>
                  <a:pt x="867" y="626"/>
                </a:lnTo>
                <a:lnTo>
                  <a:pt x="868" y="626"/>
                </a:lnTo>
                <a:lnTo>
                  <a:pt x="868" y="627"/>
                </a:lnTo>
                <a:lnTo>
                  <a:pt x="867" y="627"/>
                </a:lnTo>
                <a:lnTo>
                  <a:pt x="866" y="627"/>
                </a:lnTo>
                <a:lnTo>
                  <a:pt x="866" y="626"/>
                </a:lnTo>
                <a:lnTo>
                  <a:pt x="865" y="626"/>
                </a:lnTo>
                <a:lnTo>
                  <a:pt x="864" y="626"/>
                </a:lnTo>
                <a:lnTo>
                  <a:pt x="864" y="625"/>
                </a:lnTo>
                <a:lnTo>
                  <a:pt x="863" y="625"/>
                </a:lnTo>
                <a:lnTo>
                  <a:pt x="863" y="624"/>
                </a:lnTo>
                <a:lnTo>
                  <a:pt x="863" y="623"/>
                </a:lnTo>
                <a:lnTo>
                  <a:pt x="862" y="623"/>
                </a:lnTo>
                <a:lnTo>
                  <a:pt x="861" y="623"/>
                </a:lnTo>
                <a:lnTo>
                  <a:pt x="861" y="624"/>
                </a:lnTo>
                <a:lnTo>
                  <a:pt x="860" y="624"/>
                </a:lnTo>
                <a:lnTo>
                  <a:pt x="859" y="623"/>
                </a:lnTo>
                <a:lnTo>
                  <a:pt x="858" y="623"/>
                </a:lnTo>
                <a:lnTo>
                  <a:pt x="857" y="622"/>
                </a:lnTo>
                <a:lnTo>
                  <a:pt x="856" y="622"/>
                </a:lnTo>
                <a:lnTo>
                  <a:pt x="856" y="621"/>
                </a:lnTo>
                <a:lnTo>
                  <a:pt x="855" y="621"/>
                </a:lnTo>
                <a:lnTo>
                  <a:pt x="855" y="620"/>
                </a:lnTo>
                <a:lnTo>
                  <a:pt x="854" y="620"/>
                </a:lnTo>
                <a:lnTo>
                  <a:pt x="853" y="620"/>
                </a:lnTo>
                <a:lnTo>
                  <a:pt x="853" y="619"/>
                </a:lnTo>
                <a:lnTo>
                  <a:pt x="852" y="619"/>
                </a:lnTo>
                <a:lnTo>
                  <a:pt x="852" y="618"/>
                </a:lnTo>
                <a:lnTo>
                  <a:pt x="851" y="618"/>
                </a:lnTo>
                <a:lnTo>
                  <a:pt x="851" y="617"/>
                </a:lnTo>
                <a:lnTo>
                  <a:pt x="851" y="615"/>
                </a:lnTo>
                <a:lnTo>
                  <a:pt x="850" y="615"/>
                </a:lnTo>
                <a:lnTo>
                  <a:pt x="849" y="614"/>
                </a:lnTo>
                <a:lnTo>
                  <a:pt x="848" y="613"/>
                </a:lnTo>
                <a:lnTo>
                  <a:pt x="849" y="612"/>
                </a:lnTo>
                <a:lnTo>
                  <a:pt x="849" y="611"/>
                </a:lnTo>
                <a:lnTo>
                  <a:pt x="849" y="610"/>
                </a:lnTo>
                <a:lnTo>
                  <a:pt x="849" y="609"/>
                </a:lnTo>
                <a:lnTo>
                  <a:pt x="849" y="608"/>
                </a:lnTo>
                <a:lnTo>
                  <a:pt x="848" y="608"/>
                </a:lnTo>
                <a:lnTo>
                  <a:pt x="847" y="607"/>
                </a:lnTo>
                <a:lnTo>
                  <a:pt x="846" y="607"/>
                </a:lnTo>
                <a:lnTo>
                  <a:pt x="845" y="607"/>
                </a:lnTo>
                <a:lnTo>
                  <a:pt x="844" y="607"/>
                </a:lnTo>
                <a:lnTo>
                  <a:pt x="844" y="606"/>
                </a:lnTo>
                <a:lnTo>
                  <a:pt x="845" y="606"/>
                </a:lnTo>
                <a:lnTo>
                  <a:pt x="845" y="605"/>
                </a:lnTo>
                <a:lnTo>
                  <a:pt x="846" y="604"/>
                </a:lnTo>
                <a:lnTo>
                  <a:pt x="845" y="604"/>
                </a:lnTo>
                <a:lnTo>
                  <a:pt x="845" y="603"/>
                </a:lnTo>
                <a:lnTo>
                  <a:pt x="845" y="602"/>
                </a:lnTo>
                <a:lnTo>
                  <a:pt x="846" y="602"/>
                </a:lnTo>
                <a:lnTo>
                  <a:pt x="846" y="601"/>
                </a:lnTo>
                <a:lnTo>
                  <a:pt x="845" y="601"/>
                </a:lnTo>
                <a:lnTo>
                  <a:pt x="846" y="600"/>
                </a:lnTo>
                <a:lnTo>
                  <a:pt x="846" y="597"/>
                </a:lnTo>
                <a:lnTo>
                  <a:pt x="845" y="597"/>
                </a:lnTo>
                <a:lnTo>
                  <a:pt x="844" y="597"/>
                </a:lnTo>
                <a:lnTo>
                  <a:pt x="844" y="596"/>
                </a:lnTo>
                <a:lnTo>
                  <a:pt x="844" y="595"/>
                </a:lnTo>
                <a:lnTo>
                  <a:pt x="843" y="594"/>
                </a:lnTo>
                <a:lnTo>
                  <a:pt x="842" y="594"/>
                </a:lnTo>
                <a:lnTo>
                  <a:pt x="842" y="593"/>
                </a:lnTo>
                <a:lnTo>
                  <a:pt x="842" y="592"/>
                </a:lnTo>
                <a:lnTo>
                  <a:pt x="842" y="591"/>
                </a:lnTo>
                <a:lnTo>
                  <a:pt x="843" y="590"/>
                </a:lnTo>
                <a:lnTo>
                  <a:pt x="843" y="589"/>
                </a:lnTo>
                <a:lnTo>
                  <a:pt x="843" y="588"/>
                </a:lnTo>
                <a:lnTo>
                  <a:pt x="843" y="586"/>
                </a:lnTo>
                <a:lnTo>
                  <a:pt x="842" y="587"/>
                </a:lnTo>
                <a:lnTo>
                  <a:pt x="842" y="586"/>
                </a:lnTo>
                <a:lnTo>
                  <a:pt x="841" y="586"/>
                </a:lnTo>
                <a:lnTo>
                  <a:pt x="841" y="585"/>
                </a:lnTo>
                <a:lnTo>
                  <a:pt x="841" y="584"/>
                </a:lnTo>
                <a:lnTo>
                  <a:pt x="841" y="583"/>
                </a:lnTo>
                <a:lnTo>
                  <a:pt x="840" y="584"/>
                </a:lnTo>
                <a:lnTo>
                  <a:pt x="839" y="583"/>
                </a:lnTo>
                <a:lnTo>
                  <a:pt x="838" y="582"/>
                </a:lnTo>
                <a:lnTo>
                  <a:pt x="837" y="582"/>
                </a:lnTo>
                <a:lnTo>
                  <a:pt x="837" y="581"/>
                </a:lnTo>
                <a:lnTo>
                  <a:pt x="836" y="580"/>
                </a:lnTo>
                <a:lnTo>
                  <a:pt x="836" y="579"/>
                </a:lnTo>
                <a:lnTo>
                  <a:pt x="835" y="579"/>
                </a:lnTo>
                <a:lnTo>
                  <a:pt x="835" y="580"/>
                </a:lnTo>
                <a:lnTo>
                  <a:pt x="834" y="579"/>
                </a:lnTo>
                <a:lnTo>
                  <a:pt x="834" y="578"/>
                </a:lnTo>
                <a:lnTo>
                  <a:pt x="835" y="577"/>
                </a:lnTo>
                <a:lnTo>
                  <a:pt x="835" y="576"/>
                </a:lnTo>
                <a:lnTo>
                  <a:pt x="836" y="576"/>
                </a:lnTo>
                <a:lnTo>
                  <a:pt x="836" y="575"/>
                </a:lnTo>
                <a:lnTo>
                  <a:pt x="835" y="575"/>
                </a:lnTo>
                <a:lnTo>
                  <a:pt x="834" y="574"/>
                </a:lnTo>
                <a:lnTo>
                  <a:pt x="833" y="573"/>
                </a:lnTo>
                <a:lnTo>
                  <a:pt x="832" y="573"/>
                </a:lnTo>
                <a:lnTo>
                  <a:pt x="832" y="572"/>
                </a:lnTo>
                <a:lnTo>
                  <a:pt x="831" y="571"/>
                </a:lnTo>
                <a:lnTo>
                  <a:pt x="831" y="570"/>
                </a:lnTo>
                <a:lnTo>
                  <a:pt x="832" y="570"/>
                </a:lnTo>
                <a:lnTo>
                  <a:pt x="833" y="570"/>
                </a:lnTo>
                <a:lnTo>
                  <a:pt x="834" y="570"/>
                </a:lnTo>
                <a:lnTo>
                  <a:pt x="834" y="569"/>
                </a:lnTo>
                <a:lnTo>
                  <a:pt x="834" y="568"/>
                </a:lnTo>
                <a:lnTo>
                  <a:pt x="834" y="567"/>
                </a:lnTo>
                <a:lnTo>
                  <a:pt x="833" y="567"/>
                </a:lnTo>
                <a:lnTo>
                  <a:pt x="832" y="567"/>
                </a:lnTo>
                <a:lnTo>
                  <a:pt x="832" y="566"/>
                </a:lnTo>
                <a:lnTo>
                  <a:pt x="831" y="566"/>
                </a:lnTo>
                <a:lnTo>
                  <a:pt x="831" y="565"/>
                </a:lnTo>
                <a:lnTo>
                  <a:pt x="830" y="565"/>
                </a:lnTo>
                <a:lnTo>
                  <a:pt x="830" y="564"/>
                </a:lnTo>
                <a:lnTo>
                  <a:pt x="829" y="564"/>
                </a:lnTo>
                <a:lnTo>
                  <a:pt x="829" y="563"/>
                </a:lnTo>
                <a:lnTo>
                  <a:pt x="830" y="563"/>
                </a:lnTo>
                <a:lnTo>
                  <a:pt x="830" y="562"/>
                </a:lnTo>
                <a:lnTo>
                  <a:pt x="829" y="561"/>
                </a:lnTo>
                <a:lnTo>
                  <a:pt x="828" y="560"/>
                </a:lnTo>
                <a:lnTo>
                  <a:pt x="827" y="560"/>
                </a:lnTo>
                <a:lnTo>
                  <a:pt x="826" y="560"/>
                </a:lnTo>
                <a:lnTo>
                  <a:pt x="826" y="559"/>
                </a:lnTo>
                <a:lnTo>
                  <a:pt x="825" y="559"/>
                </a:lnTo>
                <a:lnTo>
                  <a:pt x="824" y="559"/>
                </a:lnTo>
                <a:lnTo>
                  <a:pt x="824" y="558"/>
                </a:lnTo>
                <a:lnTo>
                  <a:pt x="824" y="557"/>
                </a:lnTo>
                <a:lnTo>
                  <a:pt x="823" y="557"/>
                </a:lnTo>
                <a:lnTo>
                  <a:pt x="823" y="556"/>
                </a:lnTo>
                <a:lnTo>
                  <a:pt x="822" y="556"/>
                </a:lnTo>
                <a:lnTo>
                  <a:pt x="821" y="557"/>
                </a:lnTo>
                <a:lnTo>
                  <a:pt x="820" y="557"/>
                </a:lnTo>
                <a:lnTo>
                  <a:pt x="820" y="556"/>
                </a:lnTo>
                <a:lnTo>
                  <a:pt x="820" y="555"/>
                </a:lnTo>
                <a:lnTo>
                  <a:pt x="820" y="554"/>
                </a:lnTo>
                <a:lnTo>
                  <a:pt x="820" y="553"/>
                </a:lnTo>
                <a:lnTo>
                  <a:pt x="819" y="553"/>
                </a:lnTo>
                <a:lnTo>
                  <a:pt x="819" y="552"/>
                </a:lnTo>
                <a:lnTo>
                  <a:pt x="819" y="551"/>
                </a:lnTo>
                <a:lnTo>
                  <a:pt x="819" y="550"/>
                </a:lnTo>
                <a:lnTo>
                  <a:pt x="818" y="549"/>
                </a:lnTo>
                <a:lnTo>
                  <a:pt x="817" y="548"/>
                </a:lnTo>
                <a:lnTo>
                  <a:pt x="817" y="549"/>
                </a:lnTo>
                <a:lnTo>
                  <a:pt x="816" y="549"/>
                </a:lnTo>
                <a:lnTo>
                  <a:pt x="815" y="549"/>
                </a:lnTo>
                <a:lnTo>
                  <a:pt x="814" y="548"/>
                </a:lnTo>
                <a:lnTo>
                  <a:pt x="813" y="547"/>
                </a:lnTo>
                <a:lnTo>
                  <a:pt x="813" y="546"/>
                </a:lnTo>
                <a:lnTo>
                  <a:pt x="813" y="545"/>
                </a:lnTo>
                <a:lnTo>
                  <a:pt x="814" y="544"/>
                </a:lnTo>
                <a:lnTo>
                  <a:pt x="815" y="544"/>
                </a:lnTo>
                <a:lnTo>
                  <a:pt x="815" y="543"/>
                </a:lnTo>
                <a:lnTo>
                  <a:pt x="814" y="543"/>
                </a:lnTo>
                <a:lnTo>
                  <a:pt x="814" y="542"/>
                </a:lnTo>
                <a:lnTo>
                  <a:pt x="814" y="541"/>
                </a:lnTo>
                <a:lnTo>
                  <a:pt x="813" y="541"/>
                </a:lnTo>
                <a:lnTo>
                  <a:pt x="812" y="541"/>
                </a:lnTo>
                <a:lnTo>
                  <a:pt x="812" y="539"/>
                </a:lnTo>
                <a:lnTo>
                  <a:pt x="813" y="539"/>
                </a:lnTo>
                <a:lnTo>
                  <a:pt x="813" y="538"/>
                </a:lnTo>
                <a:lnTo>
                  <a:pt x="814" y="537"/>
                </a:lnTo>
                <a:lnTo>
                  <a:pt x="815" y="537"/>
                </a:lnTo>
                <a:lnTo>
                  <a:pt x="815" y="536"/>
                </a:lnTo>
                <a:lnTo>
                  <a:pt x="816" y="535"/>
                </a:lnTo>
                <a:lnTo>
                  <a:pt x="815" y="534"/>
                </a:lnTo>
                <a:lnTo>
                  <a:pt x="815" y="533"/>
                </a:lnTo>
                <a:lnTo>
                  <a:pt x="815" y="532"/>
                </a:lnTo>
                <a:lnTo>
                  <a:pt x="816" y="532"/>
                </a:lnTo>
                <a:lnTo>
                  <a:pt x="815" y="532"/>
                </a:lnTo>
                <a:lnTo>
                  <a:pt x="815" y="531"/>
                </a:lnTo>
                <a:lnTo>
                  <a:pt x="814" y="530"/>
                </a:lnTo>
                <a:lnTo>
                  <a:pt x="814" y="529"/>
                </a:lnTo>
                <a:lnTo>
                  <a:pt x="813" y="529"/>
                </a:lnTo>
                <a:lnTo>
                  <a:pt x="812" y="528"/>
                </a:lnTo>
                <a:lnTo>
                  <a:pt x="811" y="528"/>
                </a:lnTo>
                <a:lnTo>
                  <a:pt x="811" y="527"/>
                </a:lnTo>
                <a:lnTo>
                  <a:pt x="812" y="526"/>
                </a:lnTo>
                <a:lnTo>
                  <a:pt x="812" y="525"/>
                </a:lnTo>
                <a:lnTo>
                  <a:pt x="812" y="524"/>
                </a:lnTo>
                <a:lnTo>
                  <a:pt x="809" y="524"/>
                </a:lnTo>
                <a:lnTo>
                  <a:pt x="808" y="524"/>
                </a:lnTo>
                <a:lnTo>
                  <a:pt x="807" y="523"/>
                </a:lnTo>
                <a:lnTo>
                  <a:pt x="805" y="523"/>
                </a:lnTo>
                <a:lnTo>
                  <a:pt x="805" y="524"/>
                </a:lnTo>
                <a:lnTo>
                  <a:pt x="804" y="524"/>
                </a:lnTo>
                <a:lnTo>
                  <a:pt x="801" y="524"/>
                </a:lnTo>
                <a:lnTo>
                  <a:pt x="800" y="524"/>
                </a:lnTo>
                <a:lnTo>
                  <a:pt x="799" y="525"/>
                </a:lnTo>
                <a:lnTo>
                  <a:pt x="797" y="525"/>
                </a:lnTo>
                <a:lnTo>
                  <a:pt x="796" y="524"/>
                </a:lnTo>
                <a:lnTo>
                  <a:pt x="796" y="525"/>
                </a:lnTo>
                <a:lnTo>
                  <a:pt x="795" y="525"/>
                </a:lnTo>
                <a:lnTo>
                  <a:pt x="794" y="525"/>
                </a:lnTo>
                <a:lnTo>
                  <a:pt x="794" y="524"/>
                </a:lnTo>
                <a:lnTo>
                  <a:pt x="793" y="524"/>
                </a:lnTo>
                <a:lnTo>
                  <a:pt x="791" y="523"/>
                </a:lnTo>
                <a:lnTo>
                  <a:pt x="790" y="522"/>
                </a:lnTo>
                <a:lnTo>
                  <a:pt x="789" y="522"/>
                </a:lnTo>
                <a:lnTo>
                  <a:pt x="788" y="522"/>
                </a:lnTo>
                <a:lnTo>
                  <a:pt x="787" y="522"/>
                </a:lnTo>
                <a:lnTo>
                  <a:pt x="786" y="521"/>
                </a:lnTo>
                <a:lnTo>
                  <a:pt x="785" y="521"/>
                </a:lnTo>
                <a:lnTo>
                  <a:pt x="784" y="520"/>
                </a:lnTo>
                <a:lnTo>
                  <a:pt x="783" y="520"/>
                </a:lnTo>
                <a:lnTo>
                  <a:pt x="783" y="521"/>
                </a:lnTo>
                <a:lnTo>
                  <a:pt x="782" y="521"/>
                </a:lnTo>
                <a:lnTo>
                  <a:pt x="781" y="521"/>
                </a:lnTo>
                <a:lnTo>
                  <a:pt x="780" y="521"/>
                </a:lnTo>
                <a:lnTo>
                  <a:pt x="779" y="521"/>
                </a:lnTo>
                <a:lnTo>
                  <a:pt x="778" y="520"/>
                </a:lnTo>
                <a:lnTo>
                  <a:pt x="777" y="518"/>
                </a:lnTo>
                <a:lnTo>
                  <a:pt x="776" y="518"/>
                </a:lnTo>
                <a:lnTo>
                  <a:pt x="776" y="517"/>
                </a:lnTo>
                <a:lnTo>
                  <a:pt x="775" y="517"/>
                </a:lnTo>
                <a:lnTo>
                  <a:pt x="774" y="516"/>
                </a:lnTo>
                <a:lnTo>
                  <a:pt x="773" y="515"/>
                </a:lnTo>
                <a:lnTo>
                  <a:pt x="772" y="514"/>
                </a:lnTo>
                <a:lnTo>
                  <a:pt x="771" y="513"/>
                </a:lnTo>
                <a:lnTo>
                  <a:pt x="770" y="513"/>
                </a:lnTo>
                <a:lnTo>
                  <a:pt x="767" y="512"/>
                </a:lnTo>
                <a:lnTo>
                  <a:pt x="766" y="512"/>
                </a:lnTo>
                <a:lnTo>
                  <a:pt x="765" y="512"/>
                </a:lnTo>
                <a:lnTo>
                  <a:pt x="764" y="512"/>
                </a:lnTo>
                <a:lnTo>
                  <a:pt x="762" y="512"/>
                </a:lnTo>
                <a:lnTo>
                  <a:pt x="760" y="512"/>
                </a:lnTo>
                <a:lnTo>
                  <a:pt x="759" y="512"/>
                </a:lnTo>
                <a:lnTo>
                  <a:pt x="758" y="513"/>
                </a:lnTo>
                <a:lnTo>
                  <a:pt x="757" y="513"/>
                </a:lnTo>
                <a:lnTo>
                  <a:pt x="757" y="515"/>
                </a:lnTo>
                <a:lnTo>
                  <a:pt x="757" y="516"/>
                </a:lnTo>
                <a:lnTo>
                  <a:pt x="756" y="516"/>
                </a:lnTo>
                <a:lnTo>
                  <a:pt x="755" y="517"/>
                </a:lnTo>
                <a:lnTo>
                  <a:pt x="753" y="517"/>
                </a:lnTo>
                <a:lnTo>
                  <a:pt x="752" y="518"/>
                </a:lnTo>
                <a:lnTo>
                  <a:pt x="750" y="519"/>
                </a:lnTo>
                <a:lnTo>
                  <a:pt x="749" y="519"/>
                </a:lnTo>
                <a:lnTo>
                  <a:pt x="748" y="520"/>
                </a:lnTo>
                <a:lnTo>
                  <a:pt x="747" y="520"/>
                </a:lnTo>
                <a:lnTo>
                  <a:pt x="746" y="520"/>
                </a:lnTo>
                <a:lnTo>
                  <a:pt x="745" y="521"/>
                </a:lnTo>
                <a:lnTo>
                  <a:pt x="745" y="522"/>
                </a:lnTo>
                <a:lnTo>
                  <a:pt x="746" y="522"/>
                </a:lnTo>
                <a:lnTo>
                  <a:pt x="747" y="523"/>
                </a:lnTo>
                <a:lnTo>
                  <a:pt x="747" y="524"/>
                </a:lnTo>
                <a:lnTo>
                  <a:pt x="747" y="525"/>
                </a:lnTo>
                <a:lnTo>
                  <a:pt x="748" y="525"/>
                </a:lnTo>
                <a:lnTo>
                  <a:pt x="748" y="526"/>
                </a:lnTo>
                <a:lnTo>
                  <a:pt x="749" y="527"/>
                </a:lnTo>
                <a:lnTo>
                  <a:pt x="749" y="529"/>
                </a:lnTo>
                <a:lnTo>
                  <a:pt x="749" y="530"/>
                </a:lnTo>
                <a:lnTo>
                  <a:pt x="748" y="530"/>
                </a:lnTo>
                <a:lnTo>
                  <a:pt x="748" y="531"/>
                </a:lnTo>
                <a:lnTo>
                  <a:pt x="746" y="532"/>
                </a:lnTo>
                <a:lnTo>
                  <a:pt x="745" y="532"/>
                </a:lnTo>
                <a:lnTo>
                  <a:pt x="745" y="533"/>
                </a:lnTo>
                <a:lnTo>
                  <a:pt x="745" y="534"/>
                </a:lnTo>
                <a:lnTo>
                  <a:pt x="745" y="535"/>
                </a:lnTo>
                <a:lnTo>
                  <a:pt x="745" y="536"/>
                </a:lnTo>
                <a:lnTo>
                  <a:pt x="745" y="537"/>
                </a:lnTo>
                <a:lnTo>
                  <a:pt x="745" y="538"/>
                </a:lnTo>
                <a:lnTo>
                  <a:pt x="745" y="539"/>
                </a:lnTo>
                <a:lnTo>
                  <a:pt x="744" y="539"/>
                </a:lnTo>
                <a:lnTo>
                  <a:pt x="744" y="538"/>
                </a:lnTo>
                <a:lnTo>
                  <a:pt x="744" y="539"/>
                </a:lnTo>
                <a:lnTo>
                  <a:pt x="744" y="540"/>
                </a:lnTo>
                <a:lnTo>
                  <a:pt x="744" y="541"/>
                </a:lnTo>
                <a:lnTo>
                  <a:pt x="743" y="541"/>
                </a:lnTo>
                <a:lnTo>
                  <a:pt x="742" y="541"/>
                </a:lnTo>
                <a:lnTo>
                  <a:pt x="741" y="541"/>
                </a:lnTo>
                <a:lnTo>
                  <a:pt x="741" y="540"/>
                </a:lnTo>
                <a:lnTo>
                  <a:pt x="740" y="540"/>
                </a:lnTo>
                <a:lnTo>
                  <a:pt x="739" y="540"/>
                </a:lnTo>
                <a:lnTo>
                  <a:pt x="739" y="541"/>
                </a:lnTo>
                <a:lnTo>
                  <a:pt x="738" y="541"/>
                </a:lnTo>
                <a:lnTo>
                  <a:pt x="737" y="541"/>
                </a:lnTo>
                <a:lnTo>
                  <a:pt x="736" y="542"/>
                </a:lnTo>
                <a:lnTo>
                  <a:pt x="735" y="542"/>
                </a:lnTo>
                <a:lnTo>
                  <a:pt x="734" y="542"/>
                </a:lnTo>
                <a:lnTo>
                  <a:pt x="734" y="543"/>
                </a:lnTo>
                <a:lnTo>
                  <a:pt x="733" y="543"/>
                </a:lnTo>
                <a:lnTo>
                  <a:pt x="732" y="543"/>
                </a:lnTo>
                <a:lnTo>
                  <a:pt x="732" y="542"/>
                </a:lnTo>
                <a:lnTo>
                  <a:pt x="731" y="542"/>
                </a:lnTo>
                <a:lnTo>
                  <a:pt x="731" y="543"/>
                </a:lnTo>
                <a:lnTo>
                  <a:pt x="730" y="543"/>
                </a:lnTo>
                <a:lnTo>
                  <a:pt x="729" y="543"/>
                </a:lnTo>
                <a:lnTo>
                  <a:pt x="729" y="544"/>
                </a:lnTo>
                <a:lnTo>
                  <a:pt x="729" y="543"/>
                </a:lnTo>
                <a:lnTo>
                  <a:pt x="728" y="543"/>
                </a:lnTo>
                <a:lnTo>
                  <a:pt x="727" y="543"/>
                </a:lnTo>
                <a:lnTo>
                  <a:pt x="727" y="544"/>
                </a:lnTo>
                <a:lnTo>
                  <a:pt x="727" y="545"/>
                </a:lnTo>
                <a:lnTo>
                  <a:pt x="725" y="545"/>
                </a:lnTo>
                <a:lnTo>
                  <a:pt x="724" y="545"/>
                </a:lnTo>
                <a:lnTo>
                  <a:pt x="723" y="545"/>
                </a:lnTo>
                <a:lnTo>
                  <a:pt x="722" y="545"/>
                </a:lnTo>
                <a:lnTo>
                  <a:pt x="721" y="545"/>
                </a:lnTo>
                <a:lnTo>
                  <a:pt x="720" y="545"/>
                </a:lnTo>
                <a:lnTo>
                  <a:pt x="720" y="544"/>
                </a:lnTo>
                <a:lnTo>
                  <a:pt x="720" y="545"/>
                </a:lnTo>
                <a:lnTo>
                  <a:pt x="720" y="546"/>
                </a:lnTo>
                <a:lnTo>
                  <a:pt x="720" y="547"/>
                </a:lnTo>
                <a:lnTo>
                  <a:pt x="720" y="548"/>
                </a:lnTo>
                <a:lnTo>
                  <a:pt x="721" y="548"/>
                </a:lnTo>
                <a:lnTo>
                  <a:pt x="721" y="549"/>
                </a:lnTo>
                <a:lnTo>
                  <a:pt x="720" y="549"/>
                </a:lnTo>
                <a:lnTo>
                  <a:pt x="719" y="549"/>
                </a:lnTo>
                <a:lnTo>
                  <a:pt x="718" y="549"/>
                </a:lnTo>
                <a:lnTo>
                  <a:pt x="718" y="550"/>
                </a:lnTo>
                <a:lnTo>
                  <a:pt x="718" y="551"/>
                </a:lnTo>
                <a:lnTo>
                  <a:pt x="718" y="552"/>
                </a:lnTo>
                <a:lnTo>
                  <a:pt x="719" y="552"/>
                </a:lnTo>
                <a:lnTo>
                  <a:pt x="719" y="553"/>
                </a:lnTo>
                <a:lnTo>
                  <a:pt x="721" y="553"/>
                </a:lnTo>
                <a:lnTo>
                  <a:pt x="721" y="554"/>
                </a:lnTo>
                <a:lnTo>
                  <a:pt x="721" y="556"/>
                </a:lnTo>
                <a:lnTo>
                  <a:pt x="722" y="556"/>
                </a:lnTo>
                <a:lnTo>
                  <a:pt x="722" y="557"/>
                </a:lnTo>
                <a:lnTo>
                  <a:pt x="723" y="558"/>
                </a:lnTo>
                <a:lnTo>
                  <a:pt x="723" y="559"/>
                </a:lnTo>
                <a:lnTo>
                  <a:pt x="722" y="559"/>
                </a:lnTo>
                <a:lnTo>
                  <a:pt x="722" y="560"/>
                </a:lnTo>
                <a:lnTo>
                  <a:pt x="722" y="561"/>
                </a:lnTo>
                <a:lnTo>
                  <a:pt x="723" y="561"/>
                </a:lnTo>
                <a:lnTo>
                  <a:pt x="723" y="562"/>
                </a:lnTo>
                <a:lnTo>
                  <a:pt x="723" y="563"/>
                </a:lnTo>
                <a:lnTo>
                  <a:pt x="723" y="564"/>
                </a:lnTo>
                <a:lnTo>
                  <a:pt x="724" y="566"/>
                </a:lnTo>
                <a:lnTo>
                  <a:pt x="723" y="566"/>
                </a:lnTo>
                <a:lnTo>
                  <a:pt x="723" y="567"/>
                </a:lnTo>
                <a:lnTo>
                  <a:pt x="723" y="568"/>
                </a:lnTo>
                <a:lnTo>
                  <a:pt x="723" y="569"/>
                </a:lnTo>
                <a:lnTo>
                  <a:pt x="722" y="570"/>
                </a:lnTo>
                <a:lnTo>
                  <a:pt x="722" y="571"/>
                </a:lnTo>
                <a:lnTo>
                  <a:pt x="721" y="571"/>
                </a:lnTo>
                <a:lnTo>
                  <a:pt x="721" y="572"/>
                </a:lnTo>
                <a:lnTo>
                  <a:pt x="722" y="573"/>
                </a:lnTo>
                <a:lnTo>
                  <a:pt x="723" y="574"/>
                </a:lnTo>
                <a:lnTo>
                  <a:pt x="724" y="574"/>
                </a:lnTo>
                <a:lnTo>
                  <a:pt x="725" y="575"/>
                </a:lnTo>
                <a:lnTo>
                  <a:pt x="727" y="576"/>
                </a:lnTo>
                <a:lnTo>
                  <a:pt x="728" y="576"/>
                </a:lnTo>
                <a:lnTo>
                  <a:pt x="728" y="575"/>
                </a:lnTo>
                <a:lnTo>
                  <a:pt x="729" y="575"/>
                </a:lnTo>
                <a:lnTo>
                  <a:pt x="730" y="575"/>
                </a:lnTo>
                <a:lnTo>
                  <a:pt x="730" y="576"/>
                </a:lnTo>
                <a:lnTo>
                  <a:pt x="731" y="576"/>
                </a:lnTo>
                <a:lnTo>
                  <a:pt x="732" y="576"/>
                </a:lnTo>
                <a:lnTo>
                  <a:pt x="733" y="576"/>
                </a:lnTo>
                <a:lnTo>
                  <a:pt x="733" y="577"/>
                </a:lnTo>
                <a:lnTo>
                  <a:pt x="733" y="578"/>
                </a:lnTo>
                <a:lnTo>
                  <a:pt x="733" y="579"/>
                </a:lnTo>
                <a:lnTo>
                  <a:pt x="732" y="580"/>
                </a:lnTo>
                <a:lnTo>
                  <a:pt x="732" y="581"/>
                </a:lnTo>
                <a:lnTo>
                  <a:pt x="732" y="582"/>
                </a:lnTo>
                <a:lnTo>
                  <a:pt x="732" y="583"/>
                </a:lnTo>
                <a:lnTo>
                  <a:pt x="733" y="583"/>
                </a:lnTo>
                <a:lnTo>
                  <a:pt x="733" y="584"/>
                </a:lnTo>
                <a:lnTo>
                  <a:pt x="734" y="584"/>
                </a:lnTo>
                <a:lnTo>
                  <a:pt x="734" y="585"/>
                </a:lnTo>
                <a:lnTo>
                  <a:pt x="735" y="585"/>
                </a:lnTo>
                <a:lnTo>
                  <a:pt x="735" y="586"/>
                </a:lnTo>
                <a:lnTo>
                  <a:pt x="735" y="587"/>
                </a:lnTo>
                <a:lnTo>
                  <a:pt x="735" y="588"/>
                </a:lnTo>
                <a:lnTo>
                  <a:pt x="736" y="588"/>
                </a:lnTo>
                <a:lnTo>
                  <a:pt x="737" y="588"/>
                </a:lnTo>
                <a:lnTo>
                  <a:pt x="738" y="587"/>
                </a:lnTo>
                <a:lnTo>
                  <a:pt x="738" y="588"/>
                </a:lnTo>
                <a:lnTo>
                  <a:pt x="739" y="588"/>
                </a:lnTo>
                <a:lnTo>
                  <a:pt x="740" y="589"/>
                </a:lnTo>
                <a:lnTo>
                  <a:pt x="741" y="589"/>
                </a:lnTo>
                <a:lnTo>
                  <a:pt x="741" y="588"/>
                </a:lnTo>
                <a:lnTo>
                  <a:pt x="742" y="588"/>
                </a:lnTo>
                <a:lnTo>
                  <a:pt x="743" y="589"/>
                </a:lnTo>
                <a:lnTo>
                  <a:pt x="744" y="589"/>
                </a:lnTo>
                <a:lnTo>
                  <a:pt x="744" y="590"/>
                </a:lnTo>
                <a:lnTo>
                  <a:pt x="746" y="590"/>
                </a:lnTo>
                <a:lnTo>
                  <a:pt x="746" y="591"/>
                </a:lnTo>
                <a:lnTo>
                  <a:pt x="747" y="591"/>
                </a:lnTo>
                <a:lnTo>
                  <a:pt x="748" y="591"/>
                </a:lnTo>
                <a:lnTo>
                  <a:pt x="749" y="591"/>
                </a:lnTo>
                <a:lnTo>
                  <a:pt x="750" y="592"/>
                </a:lnTo>
                <a:lnTo>
                  <a:pt x="751" y="592"/>
                </a:lnTo>
                <a:lnTo>
                  <a:pt x="751" y="593"/>
                </a:lnTo>
                <a:lnTo>
                  <a:pt x="752" y="593"/>
                </a:lnTo>
                <a:lnTo>
                  <a:pt x="753" y="593"/>
                </a:lnTo>
                <a:lnTo>
                  <a:pt x="754" y="593"/>
                </a:lnTo>
                <a:lnTo>
                  <a:pt x="754" y="594"/>
                </a:lnTo>
                <a:lnTo>
                  <a:pt x="753" y="594"/>
                </a:lnTo>
                <a:lnTo>
                  <a:pt x="753" y="595"/>
                </a:lnTo>
                <a:lnTo>
                  <a:pt x="752" y="595"/>
                </a:lnTo>
                <a:lnTo>
                  <a:pt x="752" y="596"/>
                </a:lnTo>
                <a:lnTo>
                  <a:pt x="751" y="596"/>
                </a:lnTo>
                <a:lnTo>
                  <a:pt x="750" y="597"/>
                </a:lnTo>
                <a:lnTo>
                  <a:pt x="749" y="598"/>
                </a:lnTo>
                <a:lnTo>
                  <a:pt x="749" y="599"/>
                </a:lnTo>
                <a:lnTo>
                  <a:pt x="748" y="599"/>
                </a:lnTo>
                <a:lnTo>
                  <a:pt x="748" y="598"/>
                </a:lnTo>
                <a:lnTo>
                  <a:pt x="747" y="598"/>
                </a:lnTo>
                <a:lnTo>
                  <a:pt x="747" y="599"/>
                </a:lnTo>
                <a:lnTo>
                  <a:pt x="746" y="599"/>
                </a:lnTo>
                <a:lnTo>
                  <a:pt x="747" y="600"/>
                </a:lnTo>
                <a:lnTo>
                  <a:pt x="746" y="600"/>
                </a:lnTo>
                <a:lnTo>
                  <a:pt x="746" y="601"/>
                </a:lnTo>
                <a:lnTo>
                  <a:pt x="744" y="600"/>
                </a:lnTo>
                <a:lnTo>
                  <a:pt x="743" y="600"/>
                </a:lnTo>
                <a:lnTo>
                  <a:pt x="742" y="601"/>
                </a:lnTo>
                <a:lnTo>
                  <a:pt x="741" y="601"/>
                </a:lnTo>
                <a:lnTo>
                  <a:pt x="742" y="602"/>
                </a:lnTo>
                <a:lnTo>
                  <a:pt x="741" y="603"/>
                </a:lnTo>
                <a:lnTo>
                  <a:pt x="741" y="604"/>
                </a:lnTo>
                <a:lnTo>
                  <a:pt x="741" y="605"/>
                </a:lnTo>
                <a:lnTo>
                  <a:pt x="741" y="606"/>
                </a:lnTo>
                <a:lnTo>
                  <a:pt x="740" y="606"/>
                </a:lnTo>
                <a:lnTo>
                  <a:pt x="740" y="607"/>
                </a:lnTo>
                <a:lnTo>
                  <a:pt x="741" y="607"/>
                </a:lnTo>
                <a:lnTo>
                  <a:pt x="741" y="608"/>
                </a:lnTo>
                <a:lnTo>
                  <a:pt x="740" y="609"/>
                </a:lnTo>
                <a:lnTo>
                  <a:pt x="739" y="610"/>
                </a:lnTo>
                <a:lnTo>
                  <a:pt x="739" y="611"/>
                </a:lnTo>
                <a:lnTo>
                  <a:pt x="738" y="612"/>
                </a:lnTo>
                <a:lnTo>
                  <a:pt x="738" y="613"/>
                </a:lnTo>
                <a:lnTo>
                  <a:pt x="737" y="613"/>
                </a:lnTo>
                <a:lnTo>
                  <a:pt x="736" y="614"/>
                </a:lnTo>
                <a:lnTo>
                  <a:pt x="735" y="614"/>
                </a:lnTo>
                <a:lnTo>
                  <a:pt x="735" y="615"/>
                </a:lnTo>
                <a:lnTo>
                  <a:pt x="735" y="614"/>
                </a:lnTo>
                <a:lnTo>
                  <a:pt x="734" y="614"/>
                </a:lnTo>
                <a:lnTo>
                  <a:pt x="733" y="615"/>
                </a:lnTo>
                <a:lnTo>
                  <a:pt x="733" y="616"/>
                </a:lnTo>
                <a:lnTo>
                  <a:pt x="732" y="616"/>
                </a:lnTo>
                <a:lnTo>
                  <a:pt x="732" y="617"/>
                </a:lnTo>
                <a:lnTo>
                  <a:pt x="732" y="618"/>
                </a:lnTo>
                <a:lnTo>
                  <a:pt x="731" y="618"/>
                </a:lnTo>
                <a:lnTo>
                  <a:pt x="730" y="618"/>
                </a:lnTo>
                <a:lnTo>
                  <a:pt x="730" y="619"/>
                </a:lnTo>
                <a:lnTo>
                  <a:pt x="730" y="620"/>
                </a:lnTo>
                <a:lnTo>
                  <a:pt x="730" y="621"/>
                </a:lnTo>
                <a:lnTo>
                  <a:pt x="731" y="621"/>
                </a:lnTo>
                <a:lnTo>
                  <a:pt x="730" y="622"/>
                </a:lnTo>
                <a:lnTo>
                  <a:pt x="730" y="623"/>
                </a:lnTo>
                <a:lnTo>
                  <a:pt x="730" y="624"/>
                </a:lnTo>
                <a:lnTo>
                  <a:pt x="729" y="624"/>
                </a:lnTo>
                <a:lnTo>
                  <a:pt x="730" y="625"/>
                </a:lnTo>
                <a:lnTo>
                  <a:pt x="731" y="625"/>
                </a:lnTo>
                <a:lnTo>
                  <a:pt x="731" y="626"/>
                </a:lnTo>
                <a:lnTo>
                  <a:pt x="732" y="626"/>
                </a:lnTo>
                <a:lnTo>
                  <a:pt x="733" y="628"/>
                </a:lnTo>
                <a:lnTo>
                  <a:pt x="734" y="629"/>
                </a:lnTo>
                <a:lnTo>
                  <a:pt x="734" y="630"/>
                </a:lnTo>
                <a:lnTo>
                  <a:pt x="734" y="631"/>
                </a:lnTo>
                <a:lnTo>
                  <a:pt x="735" y="631"/>
                </a:lnTo>
                <a:lnTo>
                  <a:pt x="735" y="632"/>
                </a:lnTo>
                <a:lnTo>
                  <a:pt x="734" y="632"/>
                </a:lnTo>
                <a:lnTo>
                  <a:pt x="733" y="632"/>
                </a:lnTo>
                <a:lnTo>
                  <a:pt x="733" y="633"/>
                </a:lnTo>
                <a:lnTo>
                  <a:pt x="732" y="633"/>
                </a:lnTo>
                <a:lnTo>
                  <a:pt x="731" y="633"/>
                </a:lnTo>
                <a:lnTo>
                  <a:pt x="731" y="634"/>
                </a:lnTo>
                <a:lnTo>
                  <a:pt x="732" y="636"/>
                </a:lnTo>
                <a:lnTo>
                  <a:pt x="733" y="636"/>
                </a:lnTo>
                <a:lnTo>
                  <a:pt x="733" y="637"/>
                </a:lnTo>
                <a:lnTo>
                  <a:pt x="732" y="637"/>
                </a:lnTo>
                <a:lnTo>
                  <a:pt x="731" y="637"/>
                </a:lnTo>
                <a:lnTo>
                  <a:pt x="731" y="638"/>
                </a:lnTo>
                <a:lnTo>
                  <a:pt x="730" y="638"/>
                </a:lnTo>
                <a:lnTo>
                  <a:pt x="729" y="637"/>
                </a:lnTo>
                <a:lnTo>
                  <a:pt x="728" y="638"/>
                </a:lnTo>
                <a:lnTo>
                  <a:pt x="727" y="638"/>
                </a:lnTo>
                <a:lnTo>
                  <a:pt x="725" y="638"/>
                </a:lnTo>
                <a:lnTo>
                  <a:pt x="724" y="638"/>
                </a:lnTo>
                <a:lnTo>
                  <a:pt x="723" y="638"/>
                </a:lnTo>
                <a:lnTo>
                  <a:pt x="722" y="638"/>
                </a:lnTo>
                <a:lnTo>
                  <a:pt x="722" y="639"/>
                </a:lnTo>
                <a:lnTo>
                  <a:pt x="721" y="639"/>
                </a:lnTo>
                <a:lnTo>
                  <a:pt x="721" y="640"/>
                </a:lnTo>
                <a:lnTo>
                  <a:pt x="721" y="639"/>
                </a:lnTo>
                <a:lnTo>
                  <a:pt x="720" y="639"/>
                </a:lnTo>
                <a:lnTo>
                  <a:pt x="720" y="640"/>
                </a:lnTo>
                <a:lnTo>
                  <a:pt x="719" y="640"/>
                </a:lnTo>
                <a:lnTo>
                  <a:pt x="718" y="640"/>
                </a:lnTo>
                <a:lnTo>
                  <a:pt x="717" y="641"/>
                </a:lnTo>
                <a:lnTo>
                  <a:pt x="717" y="642"/>
                </a:lnTo>
                <a:lnTo>
                  <a:pt x="718" y="643"/>
                </a:lnTo>
                <a:lnTo>
                  <a:pt x="717" y="643"/>
                </a:lnTo>
                <a:lnTo>
                  <a:pt x="717" y="644"/>
                </a:lnTo>
                <a:lnTo>
                  <a:pt x="717" y="645"/>
                </a:lnTo>
                <a:lnTo>
                  <a:pt x="716" y="645"/>
                </a:lnTo>
                <a:lnTo>
                  <a:pt x="716" y="646"/>
                </a:lnTo>
                <a:lnTo>
                  <a:pt x="717" y="647"/>
                </a:lnTo>
                <a:lnTo>
                  <a:pt x="719" y="647"/>
                </a:lnTo>
                <a:lnTo>
                  <a:pt x="719" y="648"/>
                </a:lnTo>
                <a:lnTo>
                  <a:pt x="718" y="648"/>
                </a:lnTo>
                <a:lnTo>
                  <a:pt x="719" y="649"/>
                </a:lnTo>
                <a:lnTo>
                  <a:pt x="720" y="649"/>
                </a:lnTo>
                <a:lnTo>
                  <a:pt x="720" y="650"/>
                </a:lnTo>
                <a:lnTo>
                  <a:pt x="719" y="650"/>
                </a:lnTo>
                <a:lnTo>
                  <a:pt x="720" y="651"/>
                </a:lnTo>
                <a:lnTo>
                  <a:pt x="720" y="652"/>
                </a:lnTo>
                <a:lnTo>
                  <a:pt x="720" y="653"/>
                </a:lnTo>
                <a:lnTo>
                  <a:pt x="719" y="653"/>
                </a:lnTo>
                <a:lnTo>
                  <a:pt x="719" y="654"/>
                </a:lnTo>
                <a:lnTo>
                  <a:pt x="719" y="655"/>
                </a:lnTo>
                <a:lnTo>
                  <a:pt x="719" y="656"/>
                </a:lnTo>
                <a:lnTo>
                  <a:pt x="719" y="657"/>
                </a:lnTo>
                <a:lnTo>
                  <a:pt x="719" y="658"/>
                </a:lnTo>
                <a:lnTo>
                  <a:pt x="720" y="658"/>
                </a:lnTo>
                <a:lnTo>
                  <a:pt x="720" y="659"/>
                </a:lnTo>
                <a:lnTo>
                  <a:pt x="721" y="659"/>
                </a:lnTo>
                <a:lnTo>
                  <a:pt x="721" y="660"/>
                </a:lnTo>
                <a:lnTo>
                  <a:pt x="722" y="662"/>
                </a:lnTo>
                <a:lnTo>
                  <a:pt x="722" y="663"/>
                </a:lnTo>
                <a:lnTo>
                  <a:pt x="723" y="663"/>
                </a:lnTo>
                <a:lnTo>
                  <a:pt x="723" y="664"/>
                </a:lnTo>
                <a:lnTo>
                  <a:pt x="723" y="665"/>
                </a:lnTo>
                <a:lnTo>
                  <a:pt x="723" y="666"/>
                </a:lnTo>
                <a:lnTo>
                  <a:pt x="724" y="666"/>
                </a:lnTo>
                <a:lnTo>
                  <a:pt x="725" y="667"/>
                </a:lnTo>
                <a:lnTo>
                  <a:pt x="727" y="668"/>
                </a:lnTo>
                <a:lnTo>
                  <a:pt x="727" y="669"/>
                </a:lnTo>
                <a:lnTo>
                  <a:pt x="728" y="669"/>
                </a:lnTo>
                <a:lnTo>
                  <a:pt x="728" y="670"/>
                </a:lnTo>
                <a:lnTo>
                  <a:pt x="729" y="670"/>
                </a:lnTo>
                <a:lnTo>
                  <a:pt x="729" y="671"/>
                </a:lnTo>
                <a:lnTo>
                  <a:pt x="730" y="671"/>
                </a:lnTo>
                <a:lnTo>
                  <a:pt x="731" y="671"/>
                </a:lnTo>
                <a:lnTo>
                  <a:pt x="732" y="671"/>
                </a:lnTo>
                <a:lnTo>
                  <a:pt x="732" y="672"/>
                </a:lnTo>
                <a:lnTo>
                  <a:pt x="733" y="673"/>
                </a:lnTo>
                <a:lnTo>
                  <a:pt x="733" y="672"/>
                </a:lnTo>
                <a:lnTo>
                  <a:pt x="734" y="672"/>
                </a:lnTo>
                <a:lnTo>
                  <a:pt x="734" y="673"/>
                </a:lnTo>
                <a:lnTo>
                  <a:pt x="734" y="674"/>
                </a:lnTo>
                <a:lnTo>
                  <a:pt x="735" y="674"/>
                </a:lnTo>
                <a:lnTo>
                  <a:pt x="736" y="674"/>
                </a:lnTo>
                <a:lnTo>
                  <a:pt x="737" y="674"/>
                </a:lnTo>
                <a:lnTo>
                  <a:pt x="738" y="674"/>
                </a:lnTo>
                <a:lnTo>
                  <a:pt x="738" y="675"/>
                </a:lnTo>
                <a:lnTo>
                  <a:pt x="739" y="675"/>
                </a:lnTo>
                <a:lnTo>
                  <a:pt x="740" y="675"/>
                </a:lnTo>
                <a:lnTo>
                  <a:pt x="741" y="675"/>
                </a:lnTo>
                <a:lnTo>
                  <a:pt x="741" y="676"/>
                </a:lnTo>
                <a:lnTo>
                  <a:pt x="741" y="677"/>
                </a:lnTo>
                <a:lnTo>
                  <a:pt x="741" y="678"/>
                </a:lnTo>
                <a:lnTo>
                  <a:pt x="742" y="678"/>
                </a:lnTo>
                <a:lnTo>
                  <a:pt x="742" y="679"/>
                </a:lnTo>
                <a:lnTo>
                  <a:pt x="743" y="679"/>
                </a:lnTo>
                <a:lnTo>
                  <a:pt x="744" y="679"/>
                </a:lnTo>
                <a:lnTo>
                  <a:pt x="744" y="680"/>
                </a:lnTo>
                <a:lnTo>
                  <a:pt x="745" y="680"/>
                </a:lnTo>
                <a:lnTo>
                  <a:pt x="746" y="680"/>
                </a:lnTo>
                <a:lnTo>
                  <a:pt x="746" y="681"/>
                </a:lnTo>
                <a:lnTo>
                  <a:pt x="747" y="682"/>
                </a:lnTo>
                <a:lnTo>
                  <a:pt x="748" y="682"/>
                </a:lnTo>
                <a:lnTo>
                  <a:pt x="749" y="682"/>
                </a:lnTo>
                <a:lnTo>
                  <a:pt x="749" y="683"/>
                </a:lnTo>
                <a:lnTo>
                  <a:pt x="750" y="683"/>
                </a:lnTo>
                <a:lnTo>
                  <a:pt x="751" y="683"/>
                </a:lnTo>
                <a:lnTo>
                  <a:pt x="751" y="684"/>
                </a:lnTo>
                <a:lnTo>
                  <a:pt x="752" y="684"/>
                </a:lnTo>
                <a:lnTo>
                  <a:pt x="751" y="684"/>
                </a:lnTo>
                <a:lnTo>
                  <a:pt x="750" y="684"/>
                </a:lnTo>
                <a:lnTo>
                  <a:pt x="749" y="684"/>
                </a:lnTo>
                <a:lnTo>
                  <a:pt x="748" y="684"/>
                </a:lnTo>
                <a:lnTo>
                  <a:pt x="748" y="683"/>
                </a:lnTo>
                <a:lnTo>
                  <a:pt x="747" y="683"/>
                </a:lnTo>
                <a:lnTo>
                  <a:pt x="746" y="685"/>
                </a:lnTo>
                <a:lnTo>
                  <a:pt x="745" y="684"/>
                </a:lnTo>
                <a:lnTo>
                  <a:pt x="744" y="684"/>
                </a:lnTo>
                <a:lnTo>
                  <a:pt x="742" y="684"/>
                </a:lnTo>
                <a:lnTo>
                  <a:pt x="742" y="685"/>
                </a:lnTo>
                <a:lnTo>
                  <a:pt x="741" y="684"/>
                </a:lnTo>
                <a:lnTo>
                  <a:pt x="740" y="684"/>
                </a:lnTo>
                <a:lnTo>
                  <a:pt x="739" y="684"/>
                </a:lnTo>
                <a:lnTo>
                  <a:pt x="739" y="683"/>
                </a:lnTo>
                <a:lnTo>
                  <a:pt x="739" y="684"/>
                </a:lnTo>
                <a:lnTo>
                  <a:pt x="738" y="684"/>
                </a:lnTo>
                <a:lnTo>
                  <a:pt x="737" y="684"/>
                </a:lnTo>
                <a:lnTo>
                  <a:pt x="736" y="683"/>
                </a:lnTo>
                <a:lnTo>
                  <a:pt x="735" y="683"/>
                </a:lnTo>
                <a:lnTo>
                  <a:pt x="734" y="683"/>
                </a:lnTo>
                <a:lnTo>
                  <a:pt x="734" y="684"/>
                </a:lnTo>
                <a:lnTo>
                  <a:pt x="732" y="684"/>
                </a:lnTo>
                <a:lnTo>
                  <a:pt x="732" y="683"/>
                </a:lnTo>
                <a:lnTo>
                  <a:pt x="731" y="683"/>
                </a:lnTo>
                <a:lnTo>
                  <a:pt x="730" y="683"/>
                </a:lnTo>
                <a:lnTo>
                  <a:pt x="730" y="682"/>
                </a:lnTo>
                <a:lnTo>
                  <a:pt x="729" y="682"/>
                </a:lnTo>
                <a:lnTo>
                  <a:pt x="728" y="682"/>
                </a:lnTo>
                <a:lnTo>
                  <a:pt x="728" y="681"/>
                </a:lnTo>
                <a:lnTo>
                  <a:pt x="727" y="681"/>
                </a:lnTo>
                <a:lnTo>
                  <a:pt x="728" y="681"/>
                </a:lnTo>
                <a:lnTo>
                  <a:pt x="728" y="680"/>
                </a:lnTo>
                <a:lnTo>
                  <a:pt x="727" y="680"/>
                </a:lnTo>
                <a:lnTo>
                  <a:pt x="727" y="679"/>
                </a:lnTo>
                <a:lnTo>
                  <a:pt x="725" y="678"/>
                </a:lnTo>
                <a:lnTo>
                  <a:pt x="724" y="678"/>
                </a:lnTo>
                <a:lnTo>
                  <a:pt x="723" y="678"/>
                </a:lnTo>
                <a:lnTo>
                  <a:pt x="722" y="679"/>
                </a:lnTo>
                <a:lnTo>
                  <a:pt x="721" y="680"/>
                </a:lnTo>
                <a:lnTo>
                  <a:pt x="720" y="681"/>
                </a:lnTo>
                <a:lnTo>
                  <a:pt x="719" y="682"/>
                </a:lnTo>
                <a:lnTo>
                  <a:pt x="718" y="682"/>
                </a:lnTo>
                <a:lnTo>
                  <a:pt x="718" y="681"/>
                </a:lnTo>
                <a:lnTo>
                  <a:pt x="717" y="681"/>
                </a:lnTo>
                <a:lnTo>
                  <a:pt x="717" y="680"/>
                </a:lnTo>
                <a:lnTo>
                  <a:pt x="716" y="680"/>
                </a:lnTo>
                <a:lnTo>
                  <a:pt x="716" y="681"/>
                </a:lnTo>
                <a:lnTo>
                  <a:pt x="715" y="681"/>
                </a:lnTo>
                <a:lnTo>
                  <a:pt x="715" y="682"/>
                </a:lnTo>
                <a:lnTo>
                  <a:pt x="715" y="683"/>
                </a:lnTo>
                <a:lnTo>
                  <a:pt x="715" y="684"/>
                </a:lnTo>
                <a:lnTo>
                  <a:pt x="714" y="684"/>
                </a:lnTo>
                <a:lnTo>
                  <a:pt x="714" y="685"/>
                </a:lnTo>
                <a:lnTo>
                  <a:pt x="715" y="685"/>
                </a:lnTo>
                <a:lnTo>
                  <a:pt x="716" y="685"/>
                </a:lnTo>
                <a:lnTo>
                  <a:pt x="717" y="685"/>
                </a:lnTo>
                <a:lnTo>
                  <a:pt x="718" y="685"/>
                </a:lnTo>
                <a:lnTo>
                  <a:pt x="718" y="686"/>
                </a:lnTo>
                <a:lnTo>
                  <a:pt x="719" y="686"/>
                </a:lnTo>
                <a:lnTo>
                  <a:pt x="720" y="686"/>
                </a:lnTo>
                <a:lnTo>
                  <a:pt x="720" y="687"/>
                </a:lnTo>
                <a:lnTo>
                  <a:pt x="719" y="687"/>
                </a:lnTo>
                <a:lnTo>
                  <a:pt x="719" y="688"/>
                </a:lnTo>
                <a:lnTo>
                  <a:pt x="718" y="689"/>
                </a:lnTo>
                <a:lnTo>
                  <a:pt x="717" y="689"/>
                </a:lnTo>
                <a:lnTo>
                  <a:pt x="717" y="690"/>
                </a:lnTo>
                <a:lnTo>
                  <a:pt x="716" y="690"/>
                </a:lnTo>
                <a:lnTo>
                  <a:pt x="716" y="691"/>
                </a:lnTo>
                <a:lnTo>
                  <a:pt x="716" y="692"/>
                </a:lnTo>
                <a:lnTo>
                  <a:pt x="715" y="692"/>
                </a:lnTo>
                <a:lnTo>
                  <a:pt x="715" y="693"/>
                </a:lnTo>
                <a:lnTo>
                  <a:pt x="716" y="693"/>
                </a:lnTo>
                <a:lnTo>
                  <a:pt x="717" y="693"/>
                </a:lnTo>
                <a:lnTo>
                  <a:pt x="718" y="693"/>
                </a:lnTo>
                <a:lnTo>
                  <a:pt x="718" y="694"/>
                </a:lnTo>
                <a:lnTo>
                  <a:pt x="719" y="694"/>
                </a:lnTo>
                <a:lnTo>
                  <a:pt x="720" y="694"/>
                </a:lnTo>
                <a:lnTo>
                  <a:pt x="720" y="695"/>
                </a:lnTo>
                <a:lnTo>
                  <a:pt x="720" y="696"/>
                </a:lnTo>
                <a:lnTo>
                  <a:pt x="721" y="696"/>
                </a:lnTo>
                <a:lnTo>
                  <a:pt x="721" y="697"/>
                </a:lnTo>
                <a:lnTo>
                  <a:pt x="721" y="698"/>
                </a:lnTo>
                <a:lnTo>
                  <a:pt x="722" y="699"/>
                </a:lnTo>
                <a:lnTo>
                  <a:pt x="722" y="700"/>
                </a:lnTo>
                <a:lnTo>
                  <a:pt x="722" y="701"/>
                </a:lnTo>
                <a:lnTo>
                  <a:pt x="722" y="702"/>
                </a:lnTo>
                <a:lnTo>
                  <a:pt x="722" y="703"/>
                </a:lnTo>
                <a:lnTo>
                  <a:pt x="721" y="704"/>
                </a:lnTo>
                <a:lnTo>
                  <a:pt x="722" y="704"/>
                </a:lnTo>
                <a:lnTo>
                  <a:pt x="723" y="704"/>
                </a:lnTo>
                <a:lnTo>
                  <a:pt x="723" y="705"/>
                </a:lnTo>
                <a:lnTo>
                  <a:pt x="722" y="705"/>
                </a:lnTo>
                <a:lnTo>
                  <a:pt x="722" y="706"/>
                </a:lnTo>
                <a:lnTo>
                  <a:pt x="722" y="707"/>
                </a:lnTo>
                <a:lnTo>
                  <a:pt x="722" y="708"/>
                </a:lnTo>
                <a:lnTo>
                  <a:pt x="721" y="708"/>
                </a:lnTo>
                <a:lnTo>
                  <a:pt x="721" y="707"/>
                </a:lnTo>
                <a:lnTo>
                  <a:pt x="720" y="708"/>
                </a:lnTo>
                <a:lnTo>
                  <a:pt x="720" y="709"/>
                </a:lnTo>
                <a:lnTo>
                  <a:pt x="719" y="709"/>
                </a:lnTo>
                <a:lnTo>
                  <a:pt x="718" y="710"/>
                </a:lnTo>
                <a:lnTo>
                  <a:pt x="717" y="709"/>
                </a:lnTo>
                <a:lnTo>
                  <a:pt x="716" y="709"/>
                </a:lnTo>
                <a:lnTo>
                  <a:pt x="715" y="709"/>
                </a:lnTo>
                <a:lnTo>
                  <a:pt x="716" y="708"/>
                </a:lnTo>
                <a:lnTo>
                  <a:pt x="716" y="707"/>
                </a:lnTo>
                <a:lnTo>
                  <a:pt x="715" y="707"/>
                </a:lnTo>
                <a:lnTo>
                  <a:pt x="714" y="707"/>
                </a:lnTo>
                <a:lnTo>
                  <a:pt x="713" y="707"/>
                </a:lnTo>
                <a:lnTo>
                  <a:pt x="712" y="707"/>
                </a:lnTo>
                <a:lnTo>
                  <a:pt x="712" y="708"/>
                </a:lnTo>
                <a:lnTo>
                  <a:pt x="711" y="708"/>
                </a:lnTo>
                <a:lnTo>
                  <a:pt x="711" y="709"/>
                </a:lnTo>
                <a:lnTo>
                  <a:pt x="711" y="710"/>
                </a:lnTo>
                <a:lnTo>
                  <a:pt x="711" y="711"/>
                </a:lnTo>
                <a:lnTo>
                  <a:pt x="710" y="712"/>
                </a:lnTo>
                <a:lnTo>
                  <a:pt x="710" y="714"/>
                </a:lnTo>
                <a:lnTo>
                  <a:pt x="710" y="715"/>
                </a:lnTo>
                <a:lnTo>
                  <a:pt x="710" y="716"/>
                </a:lnTo>
                <a:lnTo>
                  <a:pt x="709" y="716"/>
                </a:lnTo>
                <a:lnTo>
                  <a:pt x="709" y="717"/>
                </a:lnTo>
                <a:lnTo>
                  <a:pt x="709" y="718"/>
                </a:lnTo>
                <a:lnTo>
                  <a:pt x="709" y="719"/>
                </a:lnTo>
                <a:lnTo>
                  <a:pt x="709" y="720"/>
                </a:lnTo>
                <a:lnTo>
                  <a:pt x="709" y="721"/>
                </a:lnTo>
                <a:lnTo>
                  <a:pt x="709" y="722"/>
                </a:lnTo>
                <a:lnTo>
                  <a:pt x="710" y="722"/>
                </a:lnTo>
                <a:lnTo>
                  <a:pt x="709" y="722"/>
                </a:lnTo>
                <a:lnTo>
                  <a:pt x="709" y="723"/>
                </a:lnTo>
                <a:lnTo>
                  <a:pt x="709" y="724"/>
                </a:lnTo>
                <a:lnTo>
                  <a:pt x="710" y="724"/>
                </a:lnTo>
                <a:lnTo>
                  <a:pt x="711" y="724"/>
                </a:lnTo>
                <a:lnTo>
                  <a:pt x="712" y="724"/>
                </a:lnTo>
                <a:lnTo>
                  <a:pt x="713" y="724"/>
                </a:lnTo>
                <a:lnTo>
                  <a:pt x="713" y="725"/>
                </a:lnTo>
                <a:lnTo>
                  <a:pt x="712" y="725"/>
                </a:lnTo>
                <a:lnTo>
                  <a:pt x="712" y="726"/>
                </a:lnTo>
                <a:lnTo>
                  <a:pt x="711" y="727"/>
                </a:lnTo>
                <a:lnTo>
                  <a:pt x="711" y="728"/>
                </a:lnTo>
                <a:lnTo>
                  <a:pt x="712" y="728"/>
                </a:lnTo>
                <a:lnTo>
                  <a:pt x="712" y="729"/>
                </a:lnTo>
                <a:lnTo>
                  <a:pt x="712" y="730"/>
                </a:lnTo>
                <a:lnTo>
                  <a:pt x="713" y="730"/>
                </a:lnTo>
                <a:lnTo>
                  <a:pt x="712" y="730"/>
                </a:lnTo>
                <a:lnTo>
                  <a:pt x="711" y="730"/>
                </a:lnTo>
                <a:lnTo>
                  <a:pt x="710" y="730"/>
                </a:lnTo>
                <a:lnTo>
                  <a:pt x="709" y="730"/>
                </a:lnTo>
                <a:lnTo>
                  <a:pt x="708" y="730"/>
                </a:lnTo>
                <a:lnTo>
                  <a:pt x="707" y="730"/>
                </a:lnTo>
                <a:lnTo>
                  <a:pt x="707" y="729"/>
                </a:lnTo>
                <a:lnTo>
                  <a:pt x="706" y="729"/>
                </a:lnTo>
                <a:lnTo>
                  <a:pt x="706" y="728"/>
                </a:lnTo>
                <a:lnTo>
                  <a:pt x="706" y="727"/>
                </a:lnTo>
                <a:lnTo>
                  <a:pt x="705" y="727"/>
                </a:lnTo>
                <a:lnTo>
                  <a:pt x="704" y="727"/>
                </a:lnTo>
                <a:lnTo>
                  <a:pt x="704" y="728"/>
                </a:lnTo>
                <a:lnTo>
                  <a:pt x="703" y="728"/>
                </a:lnTo>
                <a:lnTo>
                  <a:pt x="703" y="729"/>
                </a:lnTo>
                <a:lnTo>
                  <a:pt x="704" y="729"/>
                </a:lnTo>
                <a:lnTo>
                  <a:pt x="705" y="730"/>
                </a:lnTo>
                <a:lnTo>
                  <a:pt x="706" y="731"/>
                </a:lnTo>
                <a:lnTo>
                  <a:pt x="706" y="732"/>
                </a:lnTo>
                <a:lnTo>
                  <a:pt x="706" y="733"/>
                </a:lnTo>
                <a:lnTo>
                  <a:pt x="705" y="733"/>
                </a:lnTo>
                <a:lnTo>
                  <a:pt x="704" y="733"/>
                </a:lnTo>
                <a:lnTo>
                  <a:pt x="703" y="732"/>
                </a:lnTo>
                <a:lnTo>
                  <a:pt x="702" y="732"/>
                </a:lnTo>
                <a:lnTo>
                  <a:pt x="701" y="732"/>
                </a:lnTo>
                <a:lnTo>
                  <a:pt x="701" y="733"/>
                </a:lnTo>
                <a:lnTo>
                  <a:pt x="700" y="734"/>
                </a:lnTo>
                <a:lnTo>
                  <a:pt x="700" y="735"/>
                </a:lnTo>
                <a:lnTo>
                  <a:pt x="699" y="735"/>
                </a:lnTo>
                <a:lnTo>
                  <a:pt x="699" y="734"/>
                </a:lnTo>
                <a:lnTo>
                  <a:pt x="698" y="734"/>
                </a:lnTo>
                <a:lnTo>
                  <a:pt x="698" y="733"/>
                </a:lnTo>
                <a:lnTo>
                  <a:pt x="698" y="734"/>
                </a:lnTo>
                <a:lnTo>
                  <a:pt x="697" y="734"/>
                </a:lnTo>
                <a:lnTo>
                  <a:pt x="697" y="733"/>
                </a:lnTo>
                <a:lnTo>
                  <a:pt x="696" y="733"/>
                </a:lnTo>
                <a:lnTo>
                  <a:pt x="695" y="733"/>
                </a:lnTo>
                <a:lnTo>
                  <a:pt x="694" y="734"/>
                </a:lnTo>
                <a:lnTo>
                  <a:pt x="692" y="733"/>
                </a:lnTo>
                <a:lnTo>
                  <a:pt x="691" y="733"/>
                </a:lnTo>
                <a:lnTo>
                  <a:pt x="690" y="733"/>
                </a:lnTo>
                <a:lnTo>
                  <a:pt x="689" y="733"/>
                </a:lnTo>
                <a:lnTo>
                  <a:pt x="687" y="733"/>
                </a:lnTo>
                <a:lnTo>
                  <a:pt x="687" y="732"/>
                </a:lnTo>
                <a:lnTo>
                  <a:pt x="686" y="732"/>
                </a:lnTo>
                <a:lnTo>
                  <a:pt x="686" y="731"/>
                </a:lnTo>
                <a:lnTo>
                  <a:pt x="685" y="731"/>
                </a:lnTo>
                <a:lnTo>
                  <a:pt x="684" y="731"/>
                </a:lnTo>
                <a:lnTo>
                  <a:pt x="683" y="731"/>
                </a:lnTo>
                <a:lnTo>
                  <a:pt x="682" y="731"/>
                </a:lnTo>
                <a:lnTo>
                  <a:pt x="681" y="731"/>
                </a:lnTo>
                <a:lnTo>
                  <a:pt x="680" y="731"/>
                </a:lnTo>
                <a:lnTo>
                  <a:pt x="680" y="732"/>
                </a:lnTo>
                <a:lnTo>
                  <a:pt x="679" y="732"/>
                </a:lnTo>
                <a:lnTo>
                  <a:pt x="679" y="733"/>
                </a:lnTo>
                <a:lnTo>
                  <a:pt x="679" y="734"/>
                </a:lnTo>
                <a:lnTo>
                  <a:pt x="680" y="735"/>
                </a:lnTo>
                <a:lnTo>
                  <a:pt x="681" y="735"/>
                </a:lnTo>
                <a:lnTo>
                  <a:pt x="682" y="736"/>
                </a:lnTo>
                <a:lnTo>
                  <a:pt x="682" y="737"/>
                </a:lnTo>
                <a:lnTo>
                  <a:pt x="681" y="737"/>
                </a:lnTo>
                <a:lnTo>
                  <a:pt x="681" y="738"/>
                </a:lnTo>
                <a:lnTo>
                  <a:pt x="680" y="739"/>
                </a:lnTo>
                <a:lnTo>
                  <a:pt x="678" y="738"/>
                </a:lnTo>
                <a:lnTo>
                  <a:pt x="677" y="738"/>
                </a:lnTo>
                <a:lnTo>
                  <a:pt x="677" y="737"/>
                </a:lnTo>
                <a:lnTo>
                  <a:pt x="676" y="737"/>
                </a:lnTo>
                <a:lnTo>
                  <a:pt x="676" y="736"/>
                </a:lnTo>
                <a:lnTo>
                  <a:pt x="675" y="736"/>
                </a:lnTo>
                <a:lnTo>
                  <a:pt x="675" y="737"/>
                </a:lnTo>
                <a:lnTo>
                  <a:pt x="674" y="737"/>
                </a:lnTo>
                <a:lnTo>
                  <a:pt x="674" y="738"/>
                </a:lnTo>
                <a:lnTo>
                  <a:pt x="673" y="738"/>
                </a:lnTo>
                <a:lnTo>
                  <a:pt x="672" y="738"/>
                </a:lnTo>
                <a:lnTo>
                  <a:pt x="672" y="739"/>
                </a:lnTo>
                <a:lnTo>
                  <a:pt x="673" y="740"/>
                </a:lnTo>
                <a:lnTo>
                  <a:pt x="673" y="741"/>
                </a:lnTo>
                <a:lnTo>
                  <a:pt x="672" y="741"/>
                </a:lnTo>
                <a:lnTo>
                  <a:pt x="672" y="740"/>
                </a:lnTo>
                <a:lnTo>
                  <a:pt x="671" y="740"/>
                </a:lnTo>
                <a:lnTo>
                  <a:pt x="671" y="739"/>
                </a:lnTo>
                <a:lnTo>
                  <a:pt x="671" y="738"/>
                </a:lnTo>
                <a:lnTo>
                  <a:pt x="670" y="738"/>
                </a:lnTo>
                <a:lnTo>
                  <a:pt x="669" y="738"/>
                </a:lnTo>
                <a:lnTo>
                  <a:pt x="669" y="737"/>
                </a:lnTo>
                <a:lnTo>
                  <a:pt x="668" y="736"/>
                </a:lnTo>
                <a:lnTo>
                  <a:pt x="667" y="736"/>
                </a:lnTo>
                <a:lnTo>
                  <a:pt x="666" y="735"/>
                </a:lnTo>
                <a:lnTo>
                  <a:pt x="666" y="736"/>
                </a:lnTo>
                <a:lnTo>
                  <a:pt x="665" y="736"/>
                </a:lnTo>
                <a:lnTo>
                  <a:pt x="664" y="736"/>
                </a:lnTo>
                <a:lnTo>
                  <a:pt x="663" y="736"/>
                </a:lnTo>
                <a:lnTo>
                  <a:pt x="662" y="736"/>
                </a:lnTo>
                <a:lnTo>
                  <a:pt x="661" y="736"/>
                </a:lnTo>
                <a:lnTo>
                  <a:pt x="661" y="735"/>
                </a:lnTo>
                <a:lnTo>
                  <a:pt x="660" y="735"/>
                </a:lnTo>
                <a:lnTo>
                  <a:pt x="659" y="736"/>
                </a:lnTo>
                <a:lnTo>
                  <a:pt x="660" y="736"/>
                </a:lnTo>
                <a:lnTo>
                  <a:pt x="661" y="737"/>
                </a:lnTo>
                <a:lnTo>
                  <a:pt x="662" y="737"/>
                </a:lnTo>
                <a:lnTo>
                  <a:pt x="662" y="738"/>
                </a:lnTo>
                <a:lnTo>
                  <a:pt x="661" y="738"/>
                </a:lnTo>
                <a:lnTo>
                  <a:pt x="661" y="739"/>
                </a:lnTo>
                <a:lnTo>
                  <a:pt x="661" y="740"/>
                </a:lnTo>
                <a:lnTo>
                  <a:pt x="662" y="741"/>
                </a:lnTo>
                <a:lnTo>
                  <a:pt x="662" y="742"/>
                </a:lnTo>
                <a:lnTo>
                  <a:pt x="663" y="743"/>
                </a:lnTo>
                <a:lnTo>
                  <a:pt x="664" y="744"/>
                </a:lnTo>
                <a:lnTo>
                  <a:pt x="665" y="744"/>
                </a:lnTo>
                <a:lnTo>
                  <a:pt x="665" y="745"/>
                </a:lnTo>
                <a:lnTo>
                  <a:pt x="665" y="747"/>
                </a:lnTo>
                <a:lnTo>
                  <a:pt x="666" y="747"/>
                </a:lnTo>
                <a:lnTo>
                  <a:pt x="667" y="747"/>
                </a:lnTo>
                <a:lnTo>
                  <a:pt x="667" y="748"/>
                </a:lnTo>
                <a:lnTo>
                  <a:pt x="668" y="748"/>
                </a:lnTo>
                <a:lnTo>
                  <a:pt x="668" y="749"/>
                </a:lnTo>
                <a:lnTo>
                  <a:pt x="667" y="749"/>
                </a:lnTo>
                <a:lnTo>
                  <a:pt x="667" y="750"/>
                </a:lnTo>
                <a:lnTo>
                  <a:pt x="666" y="750"/>
                </a:lnTo>
                <a:lnTo>
                  <a:pt x="666" y="751"/>
                </a:lnTo>
                <a:lnTo>
                  <a:pt x="664" y="751"/>
                </a:lnTo>
                <a:lnTo>
                  <a:pt x="663" y="751"/>
                </a:lnTo>
                <a:lnTo>
                  <a:pt x="663" y="752"/>
                </a:lnTo>
                <a:lnTo>
                  <a:pt x="663" y="754"/>
                </a:lnTo>
                <a:lnTo>
                  <a:pt x="663" y="757"/>
                </a:lnTo>
                <a:lnTo>
                  <a:pt x="664" y="758"/>
                </a:lnTo>
                <a:lnTo>
                  <a:pt x="666" y="759"/>
                </a:lnTo>
                <a:lnTo>
                  <a:pt x="667" y="760"/>
                </a:lnTo>
                <a:lnTo>
                  <a:pt x="667" y="761"/>
                </a:lnTo>
                <a:lnTo>
                  <a:pt x="667" y="762"/>
                </a:lnTo>
                <a:lnTo>
                  <a:pt x="668" y="763"/>
                </a:lnTo>
                <a:lnTo>
                  <a:pt x="668" y="765"/>
                </a:lnTo>
                <a:lnTo>
                  <a:pt x="669" y="765"/>
                </a:lnTo>
                <a:lnTo>
                  <a:pt x="670" y="765"/>
                </a:lnTo>
                <a:lnTo>
                  <a:pt x="670" y="767"/>
                </a:lnTo>
                <a:lnTo>
                  <a:pt x="671" y="767"/>
                </a:lnTo>
                <a:lnTo>
                  <a:pt x="670" y="767"/>
                </a:lnTo>
                <a:lnTo>
                  <a:pt x="670" y="768"/>
                </a:lnTo>
                <a:lnTo>
                  <a:pt x="669" y="769"/>
                </a:lnTo>
                <a:lnTo>
                  <a:pt x="668" y="769"/>
                </a:lnTo>
                <a:lnTo>
                  <a:pt x="667" y="769"/>
                </a:lnTo>
                <a:lnTo>
                  <a:pt x="666" y="769"/>
                </a:lnTo>
                <a:lnTo>
                  <a:pt x="665" y="770"/>
                </a:lnTo>
                <a:lnTo>
                  <a:pt x="665" y="771"/>
                </a:lnTo>
                <a:lnTo>
                  <a:pt x="664" y="772"/>
                </a:lnTo>
                <a:lnTo>
                  <a:pt x="663" y="772"/>
                </a:lnTo>
                <a:lnTo>
                  <a:pt x="662" y="772"/>
                </a:lnTo>
                <a:lnTo>
                  <a:pt x="661" y="772"/>
                </a:lnTo>
                <a:lnTo>
                  <a:pt x="660" y="771"/>
                </a:lnTo>
                <a:lnTo>
                  <a:pt x="659" y="771"/>
                </a:lnTo>
                <a:lnTo>
                  <a:pt x="659" y="769"/>
                </a:lnTo>
                <a:lnTo>
                  <a:pt x="658" y="769"/>
                </a:lnTo>
                <a:lnTo>
                  <a:pt x="658" y="768"/>
                </a:lnTo>
                <a:lnTo>
                  <a:pt x="657" y="767"/>
                </a:lnTo>
                <a:lnTo>
                  <a:pt x="656" y="767"/>
                </a:lnTo>
                <a:lnTo>
                  <a:pt x="655" y="766"/>
                </a:lnTo>
                <a:lnTo>
                  <a:pt x="655" y="767"/>
                </a:lnTo>
                <a:lnTo>
                  <a:pt x="655" y="768"/>
                </a:lnTo>
                <a:lnTo>
                  <a:pt x="654" y="769"/>
                </a:lnTo>
                <a:lnTo>
                  <a:pt x="653" y="768"/>
                </a:lnTo>
                <a:lnTo>
                  <a:pt x="652" y="768"/>
                </a:lnTo>
                <a:lnTo>
                  <a:pt x="651" y="767"/>
                </a:lnTo>
                <a:lnTo>
                  <a:pt x="651" y="766"/>
                </a:lnTo>
                <a:lnTo>
                  <a:pt x="650" y="765"/>
                </a:lnTo>
                <a:lnTo>
                  <a:pt x="650" y="766"/>
                </a:lnTo>
                <a:lnTo>
                  <a:pt x="649" y="766"/>
                </a:lnTo>
                <a:lnTo>
                  <a:pt x="649" y="767"/>
                </a:lnTo>
                <a:lnTo>
                  <a:pt x="646" y="768"/>
                </a:lnTo>
                <a:lnTo>
                  <a:pt x="645" y="767"/>
                </a:lnTo>
                <a:lnTo>
                  <a:pt x="644" y="767"/>
                </a:lnTo>
                <a:lnTo>
                  <a:pt x="644" y="766"/>
                </a:lnTo>
                <a:lnTo>
                  <a:pt x="643" y="766"/>
                </a:lnTo>
                <a:lnTo>
                  <a:pt x="642" y="766"/>
                </a:lnTo>
                <a:lnTo>
                  <a:pt x="642" y="765"/>
                </a:lnTo>
                <a:lnTo>
                  <a:pt x="641" y="764"/>
                </a:lnTo>
                <a:lnTo>
                  <a:pt x="640" y="764"/>
                </a:lnTo>
                <a:lnTo>
                  <a:pt x="639" y="763"/>
                </a:lnTo>
                <a:lnTo>
                  <a:pt x="637" y="762"/>
                </a:lnTo>
                <a:lnTo>
                  <a:pt x="636" y="761"/>
                </a:lnTo>
                <a:lnTo>
                  <a:pt x="634" y="760"/>
                </a:lnTo>
                <a:lnTo>
                  <a:pt x="634" y="759"/>
                </a:lnTo>
                <a:lnTo>
                  <a:pt x="634" y="757"/>
                </a:lnTo>
                <a:lnTo>
                  <a:pt x="633" y="757"/>
                </a:lnTo>
                <a:lnTo>
                  <a:pt x="633" y="755"/>
                </a:lnTo>
                <a:lnTo>
                  <a:pt x="632" y="755"/>
                </a:lnTo>
                <a:lnTo>
                  <a:pt x="631" y="753"/>
                </a:lnTo>
                <a:lnTo>
                  <a:pt x="631" y="751"/>
                </a:lnTo>
                <a:lnTo>
                  <a:pt x="631" y="750"/>
                </a:lnTo>
                <a:lnTo>
                  <a:pt x="631" y="749"/>
                </a:lnTo>
                <a:lnTo>
                  <a:pt x="630" y="746"/>
                </a:lnTo>
                <a:lnTo>
                  <a:pt x="629" y="745"/>
                </a:lnTo>
                <a:lnTo>
                  <a:pt x="628" y="745"/>
                </a:lnTo>
                <a:lnTo>
                  <a:pt x="627" y="746"/>
                </a:lnTo>
                <a:lnTo>
                  <a:pt x="621" y="746"/>
                </a:lnTo>
                <a:lnTo>
                  <a:pt x="620" y="746"/>
                </a:lnTo>
                <a:lnTo>
                  <a:pt x="619" y="746"/>
                </a:lnTo>
                <a:lnTo>
                  <a:pt x="618" y="745"/>
                </a:lnTo>
                <a:lnTo>
                  <a:pt x="617" y="745"/>
                </a:lnTo>
                <a:lnTo>
                  <a:pt x="616" y="745"/>
                </a:lnTo>
                <a:lnTo>
                  <a:pt x="616" y="746"/>
                </a:lnTo>
                <a:lnTo>
                  <a:pt x="614" y="747"/>
                </a:lnTo>
                <a:lnTo>
                  <a:pt x="613" y="747"/>
                </a:lnTo>
                <a:lnTo>
                  <a:pt x="612" y="747"/>
                </a:lnTo>
                <a:lnTo>
                  <a:pt x="612" y="749"/>
                </a:lnTo>
                <a:lnTo>
                  <a:pt x="613" y="750"/>
                </a:lnTo>
                <a:lnTo>
                  <a:pt x="614" y="750"/>
                </a:lnTo>
                <a:lnTo>
                  <a:pt x="614" y="751"/>
                </a:lnTo>
                <a:lnTo>
                  <a:pt x="613" y="752"/>
                </a:lnTo>
                <a:lnTo>
                  <a:pt x="613" y="753"/>
                </a:lnTo>
                <a:lnTo>
                  <a:pt x="613" y="754"/>
                </a:lnTo>
                <a:lnTo>
                  <a:pt x="612" y="754"/>
                </a:lnTo>
                <a:lnTo>
                  <a:pt x="611" y="754"/>
                </a:lnTo>
                <a:lnTo>
                  <a:pt x="610" y="757"/>
                </a:lnTo>
                <a:lnTo>
                  <a:pt x="611" y="758"/>
                </a:lnTo>
                <a:lnTo>
                  <a:pt x="611" y="760"/>
                </a:lnTo>
                <a:lnTo>
                  <a:pt x="611" y="761"/>
                </a:lnTo>
                <a:lnTo>
                  <a:pt x="611" y="762"/>
                </a:lnTo>
                <a:lnTo>
                  <a:pt x="612" y="762"/>
                </a:lnTo>
                <a:lnTo>
                  <a:pt x="613" y="763"/>
                </a:lnTo>
                <a:lnTo>
                  <a:pt x="614" y="763"/>
                </a:lnTo>
                <a:lnTo>
                  <a:pt x="616" y="764"/>
                </a:lnTo>
                <a:lnTo>
                  <a:pt x="615" y="765"/>
                </a:lnTo>
                <a:lnTo>
                  <a:pt x="615" y="766"/>
                </a:lnTo>
                <a:lnTo>
                  <a:pt x="616" y="767"/>
                </a:lnTo>
                <a:lnTo>
                  <a:pt x="616" y="768"/>
                </a:lnTo>
                <a:lnTo>
                  <a:pt x="617" y="770"/>
                </a:lnTo>
                <a:lnTo>
                  <a:pt x="617" y="771"/>
                </a:lnTo>
                <a:lnTo>
                  <a:pt x="617" y="773"/>
                </a:lnTo>
                <a:lnTo>
                  <a:pt x="617" y="774"/>
                </a:lnTo>
                <a:lnTo>
                  <a:pt x="616" y="774"/>
                </a:lnTo>
                <a:lnTo>
                  <a:pt x="615" y="774"/>
                </a:lnTo>
                <a:lnTo>
                  <a:pt x="615" y="775"/>
                </a:lnTo>
                <a:lnTo>
                  <a:pt x="615" y="776"/>
                </a:lnTo>
                <a:lnTo>
                  <a:pt x="615" y="777"/>
                </a:lnTo>
                <a:lnTo>
                  <a:pt x="614" y="777"/>
                </a:lnTo>
                <a:lnTo>
                  <a:pt x="614" y="778"/>
                </a:lnTo>
                <a:lnTo>
                  <a:pt x="614" y="779"/>
                </a:lnTo>
                <a:lnTo>
                  <a:pt x="613" y="780"/>
                </a:lnTo>
                <a:lnTo>
                  <a:pt x="612" y="779"/>
                </a:lnTo>
                <a:lnTo>
                  <a:pt x="611" y="779"/>
                </a:lnTo>
                <a:lnTo>
                  <a:pt x="610" y="779"/>
                </a:lnTo>
                <a:lnTo>
                  <a:pt x="609" y="779"/>
                </a:lnTo>
                <a:lnTo>
                  <a:pt x="608" y="779"/>
                </a:lnTo>
                <a:lnTo>
                  <a:pt x="608" y="778"/>
                </a:lnTo>
                <a:lnTo>
                  <a:pt x="608" y="776"/>
                </a:lnTo>
                <a:lnTo>
                  <a:pt x="608" y="774"/>
                </a:lnTo>
                <a:lnTo>
                  <a:pt x="608" y="772"/>
                </a:lnTo>
                <a:lnTo>
                  <a:pt x="608" y="771"/>
                </a:lnTo>
                <a:lnTo>
                  <a:pt x="607" y="770"/>
                </a:lnTo>
                <a:lnTo>
                  <a:pt x="606" y="770"/>
                </a:lnTo>
                <a:lnTo>
                  <a:pt x="605" y="770"/>
                </a:lnTo>
                <a:lnTo>
                  <a:pt x="604" y="769"/>
                </a:lnTo>
                <a:lnTo>
                  <a:pt x="603" y="768"/>
                </a:lnTo>
                <a:lnTo>
                  <a:pt x="601" y="767"/>
                </a:lnTo>
                <a:lnTo>
                  <a:pt x="600" y="766"/>
                </a:lnTo>
                <a:lnTo>
                  <a:pt x="599" y="766"/>
                </a:lnTo>
                <a:lnTo>
                  <a:pt x="598" y="766"/>
                </a:lnTo>
                <a:lnTo>
                  <a:pt x="597" y="765"/>
                </a:lnTo>
                <a:lnTo>
                  <a:pt x="595" y="762"/>
                </a:lnTo>
                <a:lnTo>
                  <a:pt x="594" y="762"/>
                </a:lnTo>
                <a:lnTo>
                  <a:pt x="594" y="761"/>
                </a:lnTo>
                <a:lnTo>
                  <a:pt x="594" y="760"/>
                </a:lnTo>
                <a:lnTo>
                  <a:pt x="594" y="759"/>
                </a:lnTo>
                <a:lnTo>
                  <a:pt x="594" y="758"/>
                </a:lnTo>
                <a:lnTo>
                  <a:pt x="593" y="757"/>
                </a:lnTo>
                <a:lnTo>
                  <a:pt x="592" y="757"/>
                </a:lnTo>
                <a:lnTo>
                  <a:pt x="590" y="757"/>
                </a:lnTo>
                <a:lnTo>
                  <a:pt x="588" y="757"/>
                </a:lnTo>
                <a:lnTo>
                  <a:pt x="587" y="757"/>
                </a:lnTo>
                <a:lnTo>
                  <a:pt x="586" y="757"/>
                </a:lnTo>
                <a:lnTo>
                  <a:pt x="585" y="757"/>
                </a:lnTo>
                <a:lnTo>
                  <a:pt x="584" y="761"/>
                </a:lnTo>
                <a:lnTo>
                  <a:pt x="583" y="762"/>
                </a:lnTo>
                <a:lnTo>
                  <a:pt x="582" y="763"/>
                </a:lnTo>
                <a:lnTo>
                  <a:pt x="581" y="765"/>
                </a:lnTo>
                <a:lnTo>
                  <a:pt x="581" y="766"/>
                </a:lnTo>
                <a:lnTo>
                  <a:pt x="581" y="767"/>
                </a:lnTo>
                <a:lnTo>
                  <a:pt x="581" y="768"/>
                </a:lnTo>
                <a:lnTo>
                  <a:pt x="581" y="769"/>
                </a:lnTo>
                <a:lnTo>
                  <a:pt x="580" y="771"/>
                </a:lnTo>
                <a:lnTo>
                  <a:pt x="579" y="771"/>
                </a:lnTo>
                <a:lnTo>
                  <a:pt x="578" y="771"/>
                </a:lnTo>
                <a:lnTo>
                  <a:pt x="577" y="770"/>
                </a:lnTo>
                <a:lnTo>
                  <a:pt x="577" y="769"/>
                </a:lnTo>
                <a:lnTo>
                  <a:pt x="576" y="767"/>
                </a:lnTo>
                <a:lnTo>
                  <a:pt x="576" y="766"/>
                </a:lnTo>
                <a:lnTo>
                  <a:pt x="575" y="764"/>
                </a:lnTo>
                <a:lnTo>
                  <a:pt x="574" y="764"/>
                </a:lnTo>
                <a:lnTo>
                  <a:pt x="571" y="763"/>
                </a:lnTo>
                <a:lnTo>
                  <a:pt x="570" y="763"/>
                </a:lnTo>
                <a:lnTo>
                  <a:pt x="560" y="761"/>
                </a:lnTo>
                <a:lnTo>
                  <a:pt x="560" y="762"/>
                </a:lnTo>
                <a:lnTo>
                  <a:pt x="559" y="762"/>
                </a:lnTo>
                <a:lnTo>
                  <a:pt x="558" y="762"/>
                </a:lnTo>
                <a:lnTo>
                  <a:pt x="557" y="762"/>
                </a:lnTo>
                <a:lnTo>
                  <a:pt x="557" y="764"/>
                </a:lnTo>
                <a:lnTo>
                  <a:pt x="556" y="765"/>
                </a:lnTo>
                <a:lnTo>
                  <a:pt x="554" y="765"/>
                </a:lnTo>
                <a:lnTo>
                  <a:pt x="553" y="765"/>
                </a:lnTo>
                <a:lnTo>
                  <a:pt x="551" y="764"/>
                </a:lnTo>
                <a:lnTo>
                  <a:pt x="550" y="764"/>
                </a:lnTo>
                <a:lnTo>
                  <a:pt x="550" y="763"/>
                </a:lnTo>
                <a:lnTo>
                  <a:pt x="549" y="761"/>
                </a:lnTo>
                <a:lnTo>
                  <a:pt x="548" y="761"/>
                </a:lnTo>
                <a:lnTo>
                  <a:pt x="548" y="760"/>
                </a:lnTo>
                <a:lnTo>
                  <a:pt x="547" y="760"/>
                </a:lnTo>
                <a:lnTo>
                  <a:pt x="546" y="760"/>
                </a:lnTo>
                <a:lnTo>
                  <a:pt x="546" y="759"/>
                </a:lnTo>
                <a:lnTo>
                  <a:pt x="545" y="759"/>
                </a:lnTo>
                <a:lnTo>
                  <a:pt x="545" y="758"/>
                </a:lnTo>
                <a:lnTo>
                  <a:pt x="546" y="758"/>
                </a:lnTo>
                <a:lnTo>
                  <a:pt x="546" y="757"/>
                </a:lnTo>
                <a:lnTo>
                  <a:pt x="545" y="755"/>
                </a:lnTo>
                <a:lnTo>
                  <a:pt x="544" y="755"/>
                </a:lnTo>
                <a:lnTo>
                  <a:pt x="544" y="754"/>
                </a:lnTo>
                <a:lnTo>
                  <a:pt x="543" y="752"/>
                </a:lnTo>
                <a:lnTo>
                  <a:pt x="542" y="751"/>
                </a:lnTo>
                <a:lnTo>
                  <a:pt x="542" y="750"/>
                </a:lnTo>
                <a:lnTo>
                  <a:pt x="543" y="750"/>
                </a:lnTo>
                <a:lnTo>
                  <a:pt x="542" y="749"/>
                </a:lnTo>
                <a:lnTo>
                  <a:pt x="541" y="748"/>
                </a:lnTo>
                <a:lnTo>
                  <a:pt x="541" y="747"/>
                </a:lnTo>
                <a:lnTo>
                  <a:pt x="541" y="746"/>
                </a:lnTo>
                <a:lnTo>
                  <a:pt x="540" y="746"/>
                </a:lnTo>
                <a:lnTo>
                  <a:pt x="539" y="745"/>
                </a:lnTo>
                <a:lnTo>
                  <a:pt x="538" y="745"/>
                </a:lnTo>
                <a:lnTo>
                  <a:pt x="537" y="744"/>
                </a:lnTo>
                <a:lnTo>
                  <a:pt x="538" y="744"/>
                </a:lnTo>
                <a:lnTo>
                  <a:pt x="538" y="743"/>
                </a:lnTo>
                <a:lnTo>
                  <a:pt x="538" y="741"/>
                </a:lnTo>
                <a:lnTo>
                  <a:pt x="538" y="740"/>
                </a:lnTo>
                <a:lnTo>
                  <a:pt x="540" y="738"/>
                </a:lnTo>
                <a:lnTo>
                  <a:pt x="540" y="737"/>
                </a:lnTo>
                <a:lnTo>
                  <a:pt x="541" y="737"/>
                </a:lnTo>
                <a:lnTo>
                  <a:pt x="542" y="737"/>
                </a:lnTo>
                <a:lnTo>
                  <a:pt x="542" y="738"/>
                </a:lnTo>
                <a:lnTo>
                  <a:pt x="542" y="737"/>
                </a:lnTo>
                <a:lnTo>
                  <a:pt x="543" y="737"/>
                </a:lnTo>
                <a:lnTo>
                  <a:pt x="543" y="738"/>
                </a:lnTo>
                <a:lnTo>
                  <a:pt x="544" y="738"/>
                </a:lnTo>
                <a:lnTo>
                  <a:pt x="544" y="737"/>
                </a:lnTo>
                <a:lnTo>
                  <a:pt x="545" y="737"/>
                </a:lnTo>
                <a:lnTo>
                  <a:pt x="545" y="736"/>
                </a:lnTo>
                <a:lnTo>
                  <a:pt x="544" y="736"/>
                </a:lnTo>
                <a:lnTo>
                  <a:pt x="543" y="735"/>
                </a:lnTo>
                <a:lnTo>
                  <a:pt x="542" y="734"/>
                </a:lnTo>
                <a:lnTo>
                  <a:pt x="542" y="733"/>
                </a:lnTo>
                <a:lnTo>
                  <a:pt x="543" y="732"/>
                </a:lnTo>
                <a:lnTo>
                  <a:pt x="544" y="732"/>
                </a:lnTo>
                <a:lnTo>
                  <a:pt x="545" y="731"/>
                </a:lnTo>
                <a:lnTo>
                  <a:pt x="545" y="730"/>
                </a:lnTo>
                <a:lnTo>
                  <a:pt x="545" y="729"/>
                </a:lnTo>
                <a:lnTo>
                  <a:pt x="545" y="727"/>
                </a:lnTo>
                <a:lnTo>
                  <a:pt x="545" y="726"/>
                </a:lnTo>
                <a:lnTo>
                  <a:pt x="544" y="725"/>
                </a:lnTo>
                <a:lnTo>
                  <a:pt x="543" y="725"/>
                </a:lnTo>
                <a:lnTo>
                  <a:pt x="544" y="725"/>
                </a:lnTo>
                <a:lnTo>
                  <a:pt x="544" y="724"/>
                </a:lnTo>
                <a:lnTo>
                  <a:pt x="544" y="723"/>
                </a:lnTo>
                <a:lnTo>
                  <a:pt x="544" y="722"/>
                </a:lnTo>
                <a:lnTo>
                  <a:pt x="544" y="721"/>
                </a:lnTo>
                <a:lnTo>
                  <a:pt x="543" y="721"/>
                </a:lnTo>
                <a:lnTo>
                  <a:pt x="542" y="721"/>
                </a:lnTo>
                <a:lnTo>
                  <a:pt x="542" y="720"/>
                </a:lnTo>
                <a:lnTo>
                  <a:pt x="541" y="719"/>
                </a:lnTo>
                <a:lnTo>
                  <a:pt x="540" y="719"/>
                </a:lnTo>
                <a:lnTo>
                  <a:pt x="539" y="719"/>
                </a:lnTo>
                <a:lnTo>
                  <a:pt x="538" y="719"/>
                </a:lnTo>
                <a:lnTo>
                  <a:pt x="537" y="720"/>
                </a:lnTo>
                <a:lnTo>
                  <a:pt x="537" y="721"/>
                </a:lnTo>
                <a:lnTo>
                  <a:pt x="537" y="722"/>
                </a:lnTo>
                <a:lnTo>
                  <a:pt x="538" y="722"/>
                </a:lnTo>
                <a:lnTo>
                  <a:pt x="537" y="723"/>
                </a:lnTo>
                <a:lnTo>
                  <a:pt x="536" y="723"/>
                </a:lnTo>
                <a:lnTo>
                  <a:pt x="536" y="722"/>
                </a:lnTo>
                <a:lnTo>
                  <a:pt x="535" y="722"/>
                </a:lnTo>
                <a:lnTo>
                  <a:pt x="534" y="722"/>
                </a:lnTo>
                <a:lnTo>
                  <a:pt x="533" y="722"/>
                </a:lnTo>
                <a:lnTo>
                  <a:pt x="532" y="722"/>
                </a:lnTo>
                <a:lnTo>
                  <a:pt x="532" y="721"/>
                </a:lnTo>
                <a:lnTo>
                  <a:pt x="531" y="721"/>
                </a:lnTo>
                <a:lnTo>
                  <a:pt x="531" y="720"/>
                </a:lnTo>
                <a:lnTo>
                  <a:pt x="530" y="720"/>
                </a:lnTo>
                <a:lnTo>
                  <a:pt x="530" y="719"/>
                </a:lnTo>
                <a:lnTo>
                  <a:pt x="529" y="718"/>
                </a:lnTo>
                <a:lnTo>
                  <a:pt x="529" y="717"/>
                </a:lnTo>
                <a:lnTo>
                  <a:pt x="530" y="717"/>
                </a:lnTo>
                <a:lnTo>
                  <a:pt x="530" y="716"/>
                </a:lnTo>
                <a:lnTo>
                  <a:pt x="529" y="716"/>
                </a:lnTo>
                <a:lnTo>
                  <a:pt x="528" y="716"/>
                </a:lnTo>
                <a:lnTo>
                  <a:pt x="528" y="715"/>
                </a:lnTo>
                <a:lnTo>
                  <a:pt x="528" y="714"/>
                </a:lnTo>
                <a:lnTo>
                  <a:pt x="527" y="714"/>
                </a:lnTo>
                <a:lnTo>
                  <a:pt x="528" y="713"/>
                </a:lnTo>
                <a:lnTo>
                  <a:pt x="527" y="712"/>
                </a:lnTo>
                <a:lnTo>
                  <a:pt x="528" y="712"/>
                </a:lnTo>
                <a:lnTo>
                  <a:pt x="527" y="711"/>
                </a:lnTo>
                <a:lnTo>
                  <a:pt x="527" y="710"/>
                </a:lnTo>
                <a:lnTo>
                  <a:pt x="527" y="709"/>
                </a:lnTo>
                <a:lnTo>
                  <a:pt x="526" y="709"/>
                </a:lnTo>
                <a:lnTo>
                  <a:pt x="526" y="708"/>
                </a:lnTo>
                <a:lnTo>
                  <a:pt x="527" y="708"/>
                </a:lnTo>
                <a:lnTo>
                  <a:pt x="527" y="707"/>
                </a:lnTo>
                <a:lnTo>
                  <a:pt x="526" y="707"/>
                </a:lnTo>
                <a:lnTo>
                  <a:pt x="526" y="705"/>
                </a:lnTo>
                <a:lnTo>
                  <a:pt x="525" y="705"/>
                </a:lnTo>
                <a:lnTo>
                  <a:pt x="524" y="705"/>
                </a:lnTo>
                <a:lnTo>
                  <a:pt x="524" y="704"/>
                </a:lnTo>
                <a:lnTo>
                  <a:pt x="524" y="705"/>
                </a:lnTo>
                <a:lnTo>
                  <a:pt x="524" y="706"/>
                </a:lnTo>
                <a:lnTo>
                  <a:pt x="523" y="706"/>
                </a:lnTo>
                <a:lnTo>
                  <a:pt x="523" y="707"/>
                </a:lnTo>
                <a:lnTo>
                  <a:pt x="523" y="708"/>
                </a:lnTo>
                <a:lnTo>
                  <a:pt x="522" y="708"/>
                </a:lnTo>
                <a:lnTo>
                  <a:pt x="521" y="709"/>
                </a:lnTo>
                <a:lnTo>
                  <a:pt x="520" y="709"/>
                </a:lnTo>
                <a:lnTo>
                  <a:pt x="519" y="709"/>
                </a:lnTo>
                <a:lnTo>
                  <a:pt x="518" y="709"/>
                </a:lnTo>
                <a:lnTo>
                  <a:pt x="517" y="710"/>
                </a:lnTo>
                <a:lnTo>
                  <a:pt x="516" y="710"/>
                </a:lnTo>
                <a:lnTo>
                  <a:pt x="515" y="710"/>
                </a:lnTo>
                <a:lnTo>
                  <a:pt x="515" y="711"/>
                </a:lnTo>
                <a:lnTo>
                  <a:pt x="514" y="711"/>
                </a:lnTo>
                <a:lnTo>
                  <a:pt x="513" y="710"/>
                </a:lnTo>
                <a:lnTo>
                  <a:pt x="512" y="710"/>
                </a:lnTo>
                <a:lnTo>
                  <a:pt x="512" y="709"/>
                </a:lnTo>
                <a:lnTo>
                  <a:pt x="512" y="708"/>
                </a:lnTo>
                <a:lnTo>
                  <a:pt x="512" y="707"/>
                </a:lnTo>
                <a:lnTo>
                  <a:pt x="512" y="706"/>
                </a:lnTo>
                <a:lnTo>
                  <a:pt x="513" y="706"/>
                </a:lnTo>
                <a:lnTo>
                  <a:pt x="513" y="705"/>
                </a:lnTo>
                <a:lnTo>
                  <a:pt x="514" y="705"/>
                </a:lnTo>
                <a:lnTo>
                  <a:pt x="515" y="704"/>
                </a:lnTo>
                <a:lnTo>
                  <a:pt x="516" y="704"/>
                </a:lnTo>
                <a:lnTo>
                  <a:pt x="518" y="704"/>
                </a:lnTo>
                <a:lnTo>
                  <a:pt x="519" y="704"/>
                </a:lnTo>
                <a:lnTo>
                  <a:pt x="520" y="704"/>
                </a:lnTo>
                <a:lnTo>
                  <a:pt x="521" y="704"/>
                </a:lnTo>
                <a:lnTo>
                  <a:pt x="522" y="704"/>
                </a:lnTo>
                <a:lnTo>
                  <a:pt x="523" y="704"/>
                </a:lnTo>
                <a:lnTo>
                  <a:pt x="523" y="703"/>
                </a:lnTo>
                <a:lnTo>
                  <a:pt x="524" y="703"/>
                </a:lnTo>
                <a:lnTo>
                  <a:pt x="525" y="703"/>
                </a:lnTo>
                <a:lnTo>
                  <a:pt x="526" y="702"/>
                </a:lnTo>
                <a:lnTo>
                  <a:pt x="527" y="702"/>
                </a:lnTo>
                <a:lnTo>
                  <a:pt x="528" y="702"/>
                </a:lnTo>
                <a:lnTo>
                  <a:pt x="527" y="701"/>
                </a:lnTo>
                <a:lnTo>
                  <a:pt x="526" y="700"/>
                </a:lnTo>
                <a:lnTo>
                  <a:pt x="525" y="700"/>
                </a:lnTo>
                <a:lnTo>
                  <a:pt x="525" y="699"/>
                </a:lnTo>
                <a:lnTo>
                  <a:pt x="524" y="699"/>
                </a:lnTo>
                <a:lnTo>
                  <a:pt x="525" y="698"/>
                </a:lnTo>
                <a:lnTo>
                  <a:pt x="524" y="697"/>
                </a:lnTo>
                <a:lnTo>
                  <a:pt x="524" y="698"/>
                </a:lnTo>
                <a:lnTo>
                  <a:pt x="523" y="698"/>
                </a:lnTo>
                <a:lnTo>
                  <a:pt x="522" y="698"/>
                </a:lnTo>
                <a:lnTo>
                  <a:pt x="521" y="698"/>
                </a:lnTo>
                <a:lnTo>
                  <a:pt x="521" y="697"/>
                </a:lnTo>
                <a:lnTo>
                  <a:pt x="520" y="697"/>
                </a:lnTo>
                <a:lnTo>
                  <a:pt x="520" y="698"/>
                </a:lnTo>
                <a:lnTo>
                  <a:pt x="519" y="698"/>
                </a:lnTo>
                <a:lnTo>
                  <a:pt x="518" y="698"/>
                </a:lnTo>
                <a:lnTo>
                  <a:pt x="518" y="697"/>
                </a:lnTo>
                <a:lnTo>
                  <a:pt x="517" y="697"/>
                </a:lnTo>
                <a:lnTo>
                  <a:pt x="516" y="697"/>
                </a:lnTo>
                <a:lnTo>
                  <a:pt x="516" y="698"/>
                </a:lnTo>
                <a:lnTo>
                  <a:pt x="515" y="698"/>
                </a:lnTo>
                <a:lnTo>
                  <a:pt x="514" y="698"/>
                </a:lnTo>
                <a:lnTo>
                  <a:pt x="513" y="698"/>
                </a:lnTo>
                <a:lnTo>
                  <a:pt x="512" y="698"/>
                </a:lnTo>
                <a:lnTo>
                  <a:pt x="512" y="699"/>
                </a:lnTo>
                <a:lnTo>
                  <a:pt x="511" y="699"/>
                </a:lnTo>
                <a:lnTo>
                  <a:pt x="510" y="698"/>
                </a:lnTo>
                <a:lnTo>
                  <a:pt x="510" y="697"/>
                </a:lnTo>
                <a:lnTo>
                  <a:pt x="509" y="697"/>
                </a:lnTo>
                <a:lnTo>
                  <a:pt x="508" y="697"/>
                </a:lnTo>
                <a:lnTo>
                  <a:pt x="507" y="696"/>
                </a:lnTo>
                <a:lnTo>
                  <a:pt x="506" y="696"/>
                </a:lnTo>
                <a:lnTo>
                  <a:pt x="505" y="696"/>
                </a:lnTo>
                <a:lnTo>
                  <a:pt x="505" y="695"/>
                </a:lnTo>
                <a:lnTo>
                  <a:pt x="504" y="695"/>
                </a:lnTo>
                <a:lnTo>
                  <a:pt x="503" y="694"/>
                </a:lnTo>
                <a:lnTo>
                  <a:pt x="503" y="695"/>
                </a:lnTo>
                <a:lnTo>
                  <a:pt x="503" y="696"/>
                </a:lnTo>
                <a:lnTo>
                  <a:pt x="502" y="696"/>
                </a:lnTo>
                <a:lnTo>
                  <a:pt x="501" y="696"/>
                </a:lnTo>
                <a:lnTo>
                  <a:pt x="500" y="695"/>
                </a:lnTo>
                <a:lnTo>
                  <a:pt x="500" y="696"/>
                </a:lnTo>
                <a:lnTo>
                  <a:pt x="499" y="696"/>
                </a:lnTo>
                <a:lnTo>
                  <a:pt x="498" y="696"/>
                </a:lnTo>
                <a:lnTo>
                  <a:pt x="497" y="696"/>
                </a:lnTo>
                <a:lnTo>
                  <a:pt x="497" y="695"/>
                </a:lnTo>
                <a:lnTo>
                  <a:pt x="496" y="694"/>
                </a:lnTo>
                <a:lnTo>
                  <a:pt x="496" y="693"/>
                </a:lnTo>
                <a:lnTo>
                  <a:pt x="496" y="692"/>
                </a:lnTo>
                <a:lnTo>
                  <a:pt x="496" y="691"/>
                </a:lnTo>
                <a:lnTo>
                  <a:pt x="495" y="691"/>
                </a:lnTo>
                <a:lnTo>
                  <a:pt x="495" y="690"/>
                </a:lnTo>
                <a:lnTo>
                  <a:pt x="495" y="689"/>
                </a:lnTo>
                <a:lnTo>
                  <a:pt x="494" y="690"/>
                </a:lnTo>
                <a:lnTo>
                  <a:pt x="493" y="690"/>
                </a:lnTo>
                <a:lnTo>
                  <a:pt x="492" y="690"/>
                </a:lnTo>
                <a:lnTo>
                  <a:pt x="491" y="690"/>
                </a:lnTo>
                <a:lnTo>
                  <a:pt x="490" y="689"/>
                </a:lnTo>
                <a:lnTo>
                  <a:pt x="489" y="689"/>
                </a:lnTo>
                <a:lnTo>
                  <a:pt x="489" y="688"/>
                </a:lnTo>
                <a:lnTo>
                  <a:pt x="488" y="688"/>
                </a:lnTo>
                <a:lnTo>
                  <a:pt x="487" y="688"/>
                </a:lnTo>
                <a:lnTo>
                  <a:pt x="486" y="687"/>
                </a:lnTo>
                <a:lnTo>
                  <a:pt x="486" y="686"/>
                </a:lnTo>
                <a:lnTo>
                  <a:pt x="486" y="685"/>
                </a:lnTo>
                <a:lnTo>
                  <a:pt x="485" y="685"/>
                </a:lnTo>
                <a:lnTo>
                  <a:pt x="485" y="684"/>
                </a:lnTo>
                <a:lnTo>
                  <a:pt x="484" y="684"/>
                </a:lnTo>
                <a:lnTo>
                  <a:pt x="483" y="684"/>
                </a:lnTo>
                <a:lnTo>
                  <a:pt x="483" y="683"/>
                </a:lnTo>
                <a:lnTo>
                  <a:pt x="485" y="683"/>
                </a:lnTo>
                <a:lnTo>
                  <a:pt x="485" y="682"/>
                </a:lnTo>
                <a:lnTo>
                  <a:pt x="485" y="681"/>
                </a:lnTo>
                <a:lnTo>
                  <a:pt x="484" y="681"/>
                </a:lnTo>
                <a:lnTo>
                  <a:pt x="483" y="681"/>
                </a:lnTo>
                <a:lnTo>
                  <a:pt x="482" y="681"/>
                </a:lnTo>
                <a:lnTo>
                  <a:pt x="481" y="680"/>
                </a:lnTo>
                <a:lnTo>
                  <a:pt x="482" y="679"/>
                </a:lnTo>
                <a:lnTo>
                  <a:pt x="481" y="679"/>
                </a:lnTo>
                <a:lnTo>
                  <a:pt x="480" y="678"/>
                </a:lnTo>
                <a:lnTo>
                  <a:pt x="481" y="678"/>
                </a:lnTo>
                <a:lnTo>
                  <a:pt x="481" y="677"/>
                </a:lnTo>
                <a:lnTo>
                  <a:pt x="480" y="677"/>
                </a:lnTo>
                <a:lnTo>
                  <a:pt x="480" y="676"/>
                </a:lnTo>
                <a:lnTo>
                  <a:pt x="479" y="676"/>
                </a:lnTo>
                <a:lnTo>
                  <a:pt x="478" y="676"/>
                </a:lnTo>
                <a:lnTo>
                  <a:pt x="478" y="677"/>
                </a:lnTo>
                <a:lnTo>
                  <a:pt x="478" y="676"/>
                </a:lnTo>
                <a:lnTo>
                  <a:pt x="477" y="676"/>
                </a:lnTo>
                <a:lnTo>
                  <a:pt x="476" y="676"/>
                </a:lnTo>
                <a:lnTo>
                  <a:pt x="476" y="675"/>
                </a:lnTo>
                <a:lnTo>
                  <a:pt x="477" y="675"/>
                </a:lnTo>
                <a:lnTo>
                  <a:pt x="476" y="675"/>
                </a:lnTo>
                <a:lnTo>
                  <a:pt x="475" y="674"/>
                </a:lnTo>
                <a:lnTo>
                  <a:pt x="474" y="673"/>
                </a:lnTo>
                <a:lnTo>
                  <a:pt x="473" y="673"/>
                </a:lnTo>
                <a:lnTo>
                  <a:pt x="473" y="672"/>
                </a:lnTo>
                <a:lnTo>
                  <a:pt x="472" y="672"/>
                </a:lnTo>
                <a:lnTo>
                  <a:pt x="472" y="671"/>
                </a:lnTo>
                <a:lnTo>
                  <a:pt x="471" y="670"/>
                </a:lnTo>
                <a:lnTo>
                  <a:pt x="470" y="669"/>
                </a:lnTo>
                <a:lnTo>
                  <a:pt x="469" y="669"/>
                </a:lnTo>
                <a:lnTo>
                  <a:pt x="468" y="670"/>
                </a:lnTo>
                <a:lnTo>
                  <a:pt x="468" y="671"/>
                </a:lnTo>
                <a:lnTo>
                  <a:pt x="469" y="671"/>
                </a:lnTo>
                <a:lnTo>
                  <a:pt x="468" y="671"/>
                </a:lnTo>
                <a:lnTo>
                  <a:pt x="468" y="672"/>
                </a:lnTo>
                <a:lnTo>
                  <a:pt x="468" y="673"/>
                </a:lnTo>
                <a:lnTo>
                  <a:pt x="467" y="673"/>
                </a:lnTo>
                <a:lnTo>
                  <a:pt x="466" y="673"/>
                </a:lnTo>
                <a:lnTo>
                  <a:pt x="465" y="673"/>
                </a:lnTo>
                <a:lnTo>
                  <a:pt x="465" y="674"/>
                </a:lnTo>
                <a:lnTo>
                  <a:pt x="464" y="675"/>
                </a:lnTo>
                <a:lnTo>
                  <a:pt x="464" y="676"/>
                </a:lnTo>
                <a:lnTo>
                  <a:pt x="463" y="676"/>
                </a:lnTo>
                <a:lnTo>
                  <a:pt x="462" y="677"/>
                </a:lnTo>
                <a:lnTo>
                  <a:pt x="462" y="676"/>
                </a:lnTo>
                <a:lnTo>
                  <a:pt x="461" y="676"/>
                </a:lnTo>
                <a:lnTo>
                  <a:pt x="460" y="676"/>
                </a:lnTo>
                <a:lnTo>
                  <a:pt x="459" y="676"/>
                </a:lnTo>
                <a:lnTo>
                  <a:pt x="459" y="677"/>
                </a:lnTo>
                <a:lnTo>
                  <a:pt x="458" y="676"/>
                </a:lnTo>
                <a:lnTo>
                  <a:pt x="458" y="675"/>
                </a:lnTo>
                <a:lnTo>
                  <a:pt x="457" y="675"/>
                </a:lnTo>
                <a:lnTo>
                  <a:pt x="456" y="676"/>
                </a:lnTo>
                <a:lnTo>
                  <a:pt x="456" y="677"/>
                </a:lnTo>
                <a:lnTo>
                  <a:pt x="456" y="679"/>
                </a:lnTo>
                <a:lnTo>
                  <a:pt x="455" y="679"/>
                </a:lnTo>
                <a:lnTo>
                  <a:pt x="454" y="680"/>
                </a:lnTo>
                <a:lnTo>
                  <a:pt x="453" y="680"/>
                </a:lnTo>
                <a:lnTo>
                  <a:pt x="453" y="679"/>
                </a:lnTo>
                <a:lnTo>
                  <a:pt x="452" y="679"/>
                </a:lnTo>
                <a:lnTo>
                  <a:pt x="452" y="678"/>
                </a:lnTo>
                <a:lnTo>
                  <a:pt x="451" y="678"/>
                </a:lnTo>
                <a:lnTo>
                  <a:pt x="451" y="677"/>
                </a:lnTo>
                <a:lnTo>
                  <a:pt x="451" y="676"/>
                </a:lnTo>
                <a:lnTo>
                  <a:pt x="450" y="676"/>
                </a:lnTo>
                <a:lnTo>
                  <a:pt x="450" y="677"/>
                </a:lnTo>
                <a:lnTo>
                  <a:pt x="449" y="678"/>
                </a:lnTo>
                <a:lnTo>
                  <a:pt x="449" y="679"/>
                </a:lnTo>
                <a:lnTo>
                  <a:pt x="448" y="680"/>
                </a:lnTo>
                <a:lnTo>
                  <a:pt x="448" y="681"/>
                </a:lnTo>
                <a:lnTo>
                  <a:pt x="449" y="681"/>
                </a:lnTo>
                <a:lnTo>
                  <a:pt x="449" y="682"/>
                </a:lnTo>
                <a:lnTo>
                  <a:pt x="449" y="683"/>
                </a:lnTo>
                <a:lnTo>
                  <a:pt x="448" y="683"/>
                </a:lnTo>
                <a:lnTo>
                  <a:pt x="448" y="684"/>
                </a:lnTo>
                <a:lnTo>
                  <a:pt x="447" y="685"/>
                </a:lnTo>
                <a:lnTo>
                  <a:pt x="446" y="684"/>
                </a:lnTo>
                <a:lnTo>
                  <a:pt x="446" y="683"/>
                </a:lnTo>
                <a:lnTo>
                  <a:pt x="445" y="683"/>
                </a:lnTo>
                <a:lnTo>
                  <a:pt x="445" y="684"/>
                </a:lnTo>
                <a:lnTo>
                  <a:pt x="444" y="683"/>
                </a:lnTo>
                <a:lnTo>
                  <a:pt x="443" y="683"/>
                </a:lnTo>
                <a:lnTo>
                  <a:pt x="443" y="684"/>
                </a:lnTo>
                <a:lnTo>
                  <a:pt x="442" y="684"/>
                </a:lnTo>
                <a:lnTo>
                  <a:pt x="441" y="685"/>
                </a:lnTo>
                <a:lnTo>
                  <a:pt x="441" y="686"/>
                </a:lnTo>
                <a:lnTo>
                  <a:pt x="440" y="686"/>
                </a:lnTo>
                <a:lnTo>
                  <a:pt x="439" y="686"/>
                </a:lnTo>
                <a:lnTo>
                  <a:pt x="438" y="685"/>
                </a:lnTo>
                <a:lnTo>
                  <a:pt x="437" y="685"/>
                </a:lnTo>
                <a:lnTo>
                  <a:pt x="436" y="685"/>
                </a:lnTo>
                <a:lnTo>
                  <a:pt x="434" y="685"/>
                </a:lnTo>
                <a:lnTo>
                  <a:pt x="433" y="685"/>
                </a:lnTo>
                <a:lnTo>
                  <a:pt x="432" y="685"/>
                </a:lnTo>
                <a:lnTo>
                  <a:pt x="432" y="686"/>
                </a:lnTo>
                <a:lnTo>
                  <a:pt x="431" y="686"/>
                </a:lnTo>
                <a:lnTo>
                  <a:pt x="430" y="687"/>
                </a:lnTo>
                <a:lnTo>
                  <a:pt x="430" y="688"/>
                </a:lnTo>
                <a:lnTo>
                  <a:pt x="430" y="689"/>
                </a:lnTo>
                <a:lnTo>
                  <a:pt x="431" y="689"/>
                </a:lnTo>
                <a:lnTo>
                  <a:pt x="431" y="690"/>
                </a:lnTo>
                <a:lnTo>
                  <a:pt x="431" y="691"/>
                </a:lnTo>
                <a:lnTo>
                  <a:pt x="430" y="691"/>
                </a:lnTo>
                <a:lnTo>
                  <a:pt x="429" y="691"/>
                </a:lnTo>
                <a:lnTo>
                  <a:pt x="428" y="691"/>
                </a:lnTo>
                <a:lnTo>
                  <a:pt x="428" y="692"/>
                </a:lnTo>
                <a:lnTo>
                  <a:pt x="428" y="693"/>
                </a:lnTo>
                <a:lnTo>
                  <a:pt x="427" y="693"/>
                </a:lnTo>
                <a:lnTo>
                  <a:pt x="426" y="693"/>
                </a:lnTo>
                <a:lnTo>
                  <a:pt x="425" y="692"/>
                </a:lnTo>
                <a:lnTo>
                  <a:pt x="424" y="692"/>
                </a:lnTo>
                <a:lnTo>
                  <a:pt x="423" y="692"/>
                </a:lnTo>
                <a:lnTo>
                  <a:pt x="423" y="691"/>
                </a:lnTo>
                <a:lnTo>
                  <a:pt x="423" y="690"/>
                </a:lnTo>
                <a:lnTo>
                  <a:pt x="422" y="690"/>
                </a:lnTo>
                <a:lnTo>
                  <a:pt x="421" y="690"/>
                </a:lnTo>
                <a:lnTo>
                  <a:pt x="419" y="690"/>
                </a:lnTo>
                <a:lnTo>
                  <a:pt x="419" y="689"/>
                </a:lnTo>
                <a:lnTo>
                  <a:pt x="419" y="690"/>
                </a:lnTo>
                <a:lnTo>
                  <a:pt x="418" y="690"/>
                </a:lnTo>
                <a:lnTo>
                  <a:pt x="418" y="691"/>
                </a:lnTo>
                <a:lnTo>
                  <a:pt x="417" y="691"/>
                </a:lnTo>
                <a:lnTo>
                  <a:pt x="417" y="692"/>
                </a:lnTo>
                <a:lnTo>
                  <a:pt x="416" y="692"/>
                </a:lnTo>
                <a:lnTo>
                  <a:pt x="415" y="692"/>
                </a:lnTo>
                <a:lnTo>
                  <a:pt x="414" y="691"/>
                </a:lnTo>
                <a:lnTo>
                  <a:pt x="414" y="690"/>
                </a:lnTo>
                <a:lnTo>
                  <a:pt x="413" y="690"/>
                </a:lnTo>
                <a:lnTo>
                  <a:pt x="413" y="691"/>
                </a:lnTo>
                <a:lnTo>
                  <a:pt x="412" y="691"/>
                </a:lnTo>
                <a:lnTo>
                  <a:pt x="412" y="690"/>
                </a:lnTo>
                <a:lnTo>
                  <a:pt x="412" y="689"/>
                </a:lnTo>
                <a:lnTo>
                  <a:pt x="411" y="689"/>
                </a:lnTo>
                <a:lnTo>
                  <a:pt x="411" y="688"/>
                </a:lnTo>
                <a:lnTo>
                  <a:pt x="410" y="688"/>
                </a:lnTo>
                <a:lnTo>
                  <a:pt x="410" y="689"/>
                </a:lnTo>
                <a:lnTo>
                  <a:pt x="409" y="689"/>
                </a:lnTo>
                <a:lnTo>
                  <a:pt x="408" y="689"/>
                </a:lnTo>
                <a:lnTo>
                  <a:pt x="407" y="689"/>
                </a:lnTo>
                <a:lnTo>
                  <a:pt x="407" y="690"/>
                </a:lnTo>
                <a:lnTo>
                  <a:pt x="406" y="690"/>
                </a:lnTo>
                <a:lnTo>
                  <a:pt x="407" y="690"/>
                </a:lnTo>
                <a:lnTo>
                  <a:pt x="406" y="690"/>
                </a:lnTo>
                <a:lnTo>
                  <a:pt x="405" y="690"/>
                </a:lnTo>
                <a:lnTo>
                  <a:pt x="405" y="689"/>
                </a:lnTo>
                <a:lnTo>
                  <a:pt x="404" y="689"/>
                </a:lnTo>
                <a:lnTo>
                  <a:pt x="403" y="689"/>
                </a:lnTo>
                <a:lnTo>
                  <a:pt x="402" y="689"/>
                </a:lnTo>
                <a:lnTo>
                  <a:pt x="402" y="690"/>
                </a:lnTo>
                <a:lnTo>
                  <a:pt x="401" y="690"/>
                </a:lnTo>
                <a:lnTo>
                  <a:pt x="401" y="689"/>
                </a:lnTo>
                <a:lnTo>
                  <a:pt x="402" y="689"/>
                </a:lnTo>
                <a:lnTo>
                  <a:pt x="402" y="688"/>
                </a:lnTo>
                <a:lnTo>
                  <a:pt x="402" y="687"/>
                </a:lnTo>
                <a:lnTo>
                  <a:pt x="401" y="687"/>
                </a:lnTo>
                <a:lnTo>
                  <a:pt x="401" y="686"/>
                </a:lnTo>
                <a:lnTo>
                  <a:pt x="401" y="685"/>
                </a:lnTo>
                <a:lnTo>
                  <a:pt x="400" y="685"/>
                </a:lnTo>
                <a:lnTo>
                  <a:pt x="399" y="685"/>
                </a:lnTo>
                <a:lnTo>
                  <a:pt x="399" y="684"/>
                </a:lnTo>
                <a:lnTo>
                  <a:pt x="399" y="683"/>
                </a:lnTo>
                <a:lnTo>
                  <a:pt x="398" y="682"/>
                </a:lnTo>
                <a:lnTo>
                  <a:pt x="398" y="681"/>
                </a:lnTo>
                <a:lnTo>
                  <a:pt x="397" y="681"/>
                </a:lnTo>
                <a:lnTo>
                  <a:pt x="396" y="681"/>
                </a:lnTo>
                <a:lnTo>
                  <a:pt x="395" y="681"/>
                </a:lnTo>
                <a:lnTo>
                  <a:pt x="394" y="680"/>
                </a:lnTo>
                <a:lnTo>
                  <a:pt x="393" y="680"/>
                </a:lnTo>
                <a:lnTo>
                  <a:pt x="392" y="680"/>
                </a:lnTo>
                <a:lnTo>
                  <a:pt x="391" y="680"/>
                </a:lnTo>
                <a:lnTo>
                  <a:pt x="391" y="679"/>
                </a:lnTo>
                <a:lnTo>
                  <a:pt x="390" y="679"/>
                </a:lnTo>
                <a:lnTo>
                  <a:pt x="389" y="679"/>
                </a:lnTo>
                <a:lnTo>
                  <a:pt x="389" y="678"/>
                </a:lnTo>
                <a:lnTo>
                  <a:pt x="388" y="679"/>
                </a:lnTo>
                <a:lnTo>
                  <a:pt x="387" y="679"/>
                </a:lnTo>
                <a:lnTo>
                  <a:pt x="386" y="679"/>
                </a:lnTo>
                <a:lnTo>
                  <a:pt x="385" y="680"/>
                </a:lnTo>
                <a:lnTo>
                  <a:pt x="385" y="679"/>
                </a:lnTo>
                <a:lnTo>
                  <a:pt x="384" y="679"/>
                </a:lnTo>
                <a:lnTo>
                  <a:pt x="383" y="679"/>
                </a:lnTo>
                <a:lnTo>
                  <a:pt x="382" y="679"/>
                </a:lnTo>
                <a:lnTo>
                  <a:pt x="382" y="681"/>
                </a:lnTo>
                <a:lnTo>
                  <a:pt x="381" y="681"/>
                </a:lnTo>
                <a:lnTo>
                  <a:pt x="380" y="681"/>
                </a:lnTo>
                <a:lnTo>
                  <a:pt x="381" y="681"/>
                </a:lnTo>
                <a:lnTo>
                  <a:pt x="381" y="682"/>
                </a:lnTo>
                <a:lnTo>
                  <a:pt x="381" y="683"/>
                </a:lnTo>
                <a:lnTo>
                  <a:pt x="380" y="683"/>
                </a:lnTo>
                <a:lnTo>
                  <a:pt x="380" y="684"/>
                </a:lnTo>
                <a:lnTo>
                  <a:pt x="379" y="684"/>
                </a:lnTo>
                <a:lnTo>
                  <a:pt x="379" y="685"/>
                </a:lnTo>
                <a:lnTo>
                  <a:pt x="378" y="685"/>
                </a:lnTo>
                <a:lnTo>
                  <a:pt x="377" y="685"/>
                </a:lnTo>
                <a:lnTo>
                  <a:pt x="377" y="686"/>
                </a:lnTo>
                <a:lnTo>
                  <a:pt x="376" y="686"/>
                </a:lnTo>
                <a:lnTo>
                  <a:pt x="375" y="686"/>
                </a:lnTo>
                <a:lnTo>
                  <a:pt x="375" y="687"/>
                </a:lnTo>
                <a:lnTo>
                  <a:pt x="374" y="688"/>
                </a:lnTo>
                <a:lnTo>
                  <a:pt x="373" y="688"/>
                </a:lnTo>
                <a:lnTo>
                  <a:pt x="372" y="688"/>
                </a:lnTo>
                <a:lnTo>
                  <a:pt x="372" y="689"/>
                </a:lnTo>
                <a:lnTo>
                  <a:pt x="371" y="689"/>
                </a:lnTo>
                <a:lnTo>
                  <a:pt x="371" y="688"/>
                </a:lnTo>
                <a:lnTo>
                  <a:pt x="370" y="687"/>
                </a:lnTo>
                <a:lnTo>
                  <a:pt x="370" y="686"/>
                </a:lnTo>
                <a:lnTo>
                  <a:pt x="369" y="686"/>
                </a:lnTo>
                <a:lnTo>
                  <a:pt x="368" y="686"/>
                </a:lnTo>
                <a:lnTo>
                  <a:pt x="368" y="687"/>
                </a:lnTo>
                <a:lnTo>
                  <a:pt x="367" y="686"/>
                </a:lnTo>
                <a:lnTo>
                  <a:pt x="367" y="685"/>
                </a:lnTo>
                <a:lnTo>
                  <a:pt x="367" y="684"/>
                </a:lnTo>
                <a:lnTo>
                  <a:pt x="367" y="683"/>
                </a:lnTo>
                <a:lnTo>
                  <a:pt x="366" y="683"/>
                </a:lnTo>
                <a:lnTo>
                  <a:pt x="366" y="682"/>
                </a:lnTo>
                <a:lnTo>
                  <a:pt x="366" y="681"/>
                </a:lnTo>
                <a:lnTo>
                  <a:pt x="365" y="681"/>
                </a:lnTo>
                <a:lnTo>
                  <a:pt x="365" y="680"/>
                </a:lnTo>
                <a:lnTo>
                  <a:pt x="364" y="680"/>
                </a:lnTo>
                <a:lnTo>
                  <a:pt x="364" y="681"/>
                </a:lnTo>
                <a:lnTo>
                  <a:pt x="363" y="681"/>
                </a:lnTo>
                <a:lnTo>
                  <a:pt x="362" y="681"/>
                </a:lnTo>
                <a:lnTo>
                  <a:pt x="361" y="681"/>
                </a:lnTo>
                <a:lnTo>
                  <a:pt x="361" y="682"/>
                </a:lnTo>
                <a:lnTo>
                  <a:pt x="360" y="682"/>
                </a:lnTo>
                <a:lnTo>
                  <a:pt x="359" y="683"/>
                </a:lnTo>
                <a:lnTo>
                  <a:pt x="359" y="684"/>
                </a:lnTo>
                <a:lnTo>
                  <a:pt x="358" y="684"/>
                </a:lnTo>
                <a:lnTo>
                  <a:pt x="358" y="683"/>
                </a:lnTo>
                <a:lnTo>
                  <a:pt x="358" y="682"/>
                </a:lnTo>
                <a:lnTo>
                  <a:pt x="357" y="682"/>
                </a:lnTo>
                <a:lnTo>
                  <a:pt x="357" y="681"/>
                </a:lnTo>
                <a:lnTo>
                  <a:pt x="356" y="681"/>
                </a:lnTo>
                <a:lnTo>
                  <a:pt x="355" y="680"/>
                </a:lnTo>
                <a:lnTo>
                  <a:pt x="355" y="679"/>
                </a:lnTo>
                <a:lnTo>
                  <a:pt x="354" y="679"/>
                </a:lnTo>
                <a:lnTo>
                  <a:pt x="353" y="679"/>
                </a:lnTo>
                <a:lnTo>
                  <a:pt x="352" y="679"/>
                </a:lnTo>
                <a:lnTo>
                  <a:pt x="352" y="678"/>
                </a:lnTo>
                <a:lnTo>
                  <a:pt x="352" y="677"/>
                </a:lnTo>
                <a:lnTo>
                  <a:pt x="353" y="676"/>
                </a:lnTo>
                <a:lnTo>
                  <a:pt x="352" y="676"/>
                </a:lnTo>
                <a:lnTo>
                  <a:pt x="351" y="676"/>
                </a:lnTo>
                <a:lnTo>
                  <a:pt x="351" y="675"/>
                </a:lnTo>
                <a:lnTo>
                  <a:pt x="352" y="675"/>
                </a:lnTo>
                <a:lnTo>
                  <a:pt x="351" y="674"/>
                </a:lnTo>
                <a:lnTo>
                  <a:pt x="350" y="674"/>
                </a:lnTo>
                <a:lnTo>
                  <a:pt x="349" y="674"/>
                </a:lnTo>
                <a:lnTo>
                  <a:pt x="348" y="674"/>
                </a:lnTo>
                <a:lnTo>
                  <a:pt x="348" y="673"/>
                </a:lnTo>
                <a:lnTo>
                  <a:pt x="347" y="673"/>
                </a:lnTo>
                <a:lnTo>
                  <a:pt x="347" y="672"/>
                </a:lnTo>
                <a:lnTo>
                  <a:pt x="347" y="671"/>
                </a:lnTo>
                <a:lnTo>
                  <a:pt x="347" y="670"/>
                </a:lnTo>
                <a:lnTo>
                  <a:pt x="346" y="670"/>
                </a:lnTo>
                <a:lnTo>
                  <a:pt x="345" y="670"/>
                </a:lnTo>
                <a:lnTo>
                  <a:pt x="345" y="671"/>
                </a:lnTo>
                <a:lnTo>
                  <a:pt x="344" y="671"/>
                </a:lnTo>
                <a:lnTo>
                  <a:pt x="344" y="670"/>
                </a:lnTo>
                <a:lnTo>
                  <a:pt x="343" y="670"/>
                </a:lnTo>
                <a:lnTo>
                  <a:pt x="342" y="670"/>
                </a:lnTo>
                <a:lnTo>
                  <a:pt x="342" y="669"/>
                </a:lnTo>
                <a:lnTo>
                  <a:pt x="341" y="669"/>
                </a:lnTo>
                <a:lnTo>
                  <a:pt x="340" y="669"/>
                </a:lnTo>
                <a:lnTo>
                  <a:pt x="339" y="669"/>
                </a:lnTo>
                <a:lnTo>
                  <a:pt x="339" y="670"/>
                </a:lnTo>
                <a:lnTo>
                  <a:pt x="339" y="671"/>
                </a:lnTo>
                <a:lnTo>
                  <a:pt x="339" y="672"/>
                </a:lnTo>
                <a:lnTo>
                  <a:pt x="338" y="672"/>
                </a:lnTo>
                <a:lnTo>
                  <a:pt x="337" y="672"/>
                </a:lnTo>
                <a:lnTo>
                  <a:pt x="336" y="672"/>
                </a:lnTo>
                <a:lnTo>
                  <a:pt x="335" y="672"/>
                </a:lnTo>
                <a:lnTo>
                  <a:pt x="335" y="671"/>
                </a:lnTo>
                <a:lnTo>
                  <a:pt x="335" y="672"/>
                </a:lnTo>
                <a:lnTo>
                  <a:pt x="334" y="672"/>
                </a:lnTo>
                <a:lnTo>
                  <a:pt x="333" y="673"/>
                </a:lnTo>
                <a:lnTo>
                  <a:pt x="332" y="673"/>
                </a:lnTo>
                <a:lnTo>
                  <a:pt x="331" y="673"/>
                </a:lnTo>
                <a:lnTo>
                  <a:pt x="331" y="674"/>
                </a:lnTo>
                <a:lnTo>
                  <a:pt x="330" y="674"/>
                </a:lnTo>
                <a:lnTo>
                  <a:pt x="330" y="673"/>
                </a:lnTo>
                <a:lnTo>
                  <a:pt x="329" y="673"/>
                </a:lnTo>
                <a:lnTo>
                  <a:pt x="329" y="672"/>
                </a:lnTo>
                <a:lnTo>
                  <a:pt x="329" y="671"/>
                </a:lnTo>
                <a:lnTo>
                  <a:pt x="328" y="670"/>
                </a:lnTo>
                <a:lnTo>
                  <a:pt x="328" y="669"/>
                </a:lnTo>
                <a:lnTo>
                  <a:pt x="328" y="668"/>
                </a:lnTo>
                <a:lnTo>
                  <a:pt x="328" y="667"/>
                </a:lnTo>
                <a:lnTo>
                  <a:pt x="328" y="666"/>
                </a:lnTo>
                <a:lnTo>
                  <a:pt x="327" y="666"/>
                </a:lnTo>
                <a:lnTo>
                  <a:pt x="326" y="666"/>
                </a:lnTo>
                <a:lnTo>
                  <a:pt x="326" y="665"/>
                </a:lnTo>
                <a:lnTo>
                  <a:pt x="327" y="665"/>
                </a:lnTo>
                <a:lnTo>
                  <a:pt x="326" y="664"/>
                </a:lnTo>
                <a:lnTo>
                  <a:pt x="326" y="663"/>
                </a:lnTo>
                <a:lnTo>
                  <a:pt x="326" y="662"/>
                </a:lnTo>
                <a:lnTo>
                  <a:pt x="325" y="662"/>
                </a:lnTo>
                <a:lnTo>
                  <a:pt x="324" y="662"/>
                </a:lnTo>
                <a:lnTo>
                  <a:pt x="324" y="663"/>
                </a:lnTo>
                <a:lnTo>
                  <a:pt x="323" y="663"/>
                </a:lnTo>
                <a:lnTo>
                  <a:pt x="323" y="664"/>
                </a:lnTo>
                <a:lnTo>
                  <a:pt x="322" y="664"/>
                </a:lnTo>
                <a:lnTo>
                  <a:pt x="321" y="664"/>
                </a:lnTo>
                <a:lnTo>
                  <a:pt x="321" y="665"/>
                </a:lnTo>
                <a:lnTo>
                  <a:pt x="321" y="664"/>
                </a:lnTo>
                <a:lnTo>
                  <a:pt x="320" y="664"/>
                </a:lnTo>
                <a:lnTo>
                  <a:pt x="320" y="665"/>
                </a:lnTo>
                <a:lnTo>
                  <a:pt x="319" y="665"/>
                </a:lnTo>
                <a:lnTo>
                  <a:pt x="319" y="664"/>
                </a:lnTo>
                <a:lnTo>
                  <a:pt x="318" y="664"/>
                </a:lnTo>
                <a:lnTo>
                  <a:pt x="318" y="665"/>
                </a:lnTo>
                <a:lnTo>
                  <a:pt x="317" y="665"/>
                </a:lnTo>
                <a:lnTo>
                  <a:pt x="316" y="666"/>
                </a:lnTo>
                <a:lnTo>
                  <a:pt x="316" y="665"/>
                </a:lnTo>
                <a:lnTo>
                  <a:pt x="315" y="665"/>
                </a:lnTo>
                <a:lnTo>
                  <a:pt x="314" y="665"/>
                </a:lnTo>
                <a:lnTo>
                  <a:pt x="313" y="665"/>
                </a:lnTo>
                <a:lnTo>
                  <a:pt x="313" y="666"/>
                </a:lnTo>
                <a:lnTo>
                  <a:pt x="312" y="666"/>
                </a:lnTo>
                <a:lnTo>
                  <a:pt x="311" y="665"/>
                </a:lnTo>
                <a:lnTo>
                  <a:pt x="310" y="665"/>
                </a:lnTo>
                <a:lnTo>
                  <a:pt x="310" y="664"/>
                </a:lnTo>
                <a:lnTo>
                  <a:pt x="309" y="664"/>
                </a:lnTo>
                <a:lnTo>
                  <a:pt x="309" y="663"/>
                </a:lnTo>
                <a:lnTo>
                  <a:pt x="308" y="663"/>
                </a:lnTo>
                <a:lnTo>
                  <a:pt x="307" y="663"/>
                </a:lnTo>
                <a:lnTo>
                  <a:pt x="306" y="663"/>
                </a:lnTo>
                <a:lnTo>
                  <a:pt x="306" y="664"/>
                </a:lnTo>
                <a:lnTo>
                  <a:pt x="305" y="664"/>
                </a:lnTo>
                <a:lnTo>
                  <a:pt x="304" y="664"/>
                </a:lnTo>
                <a:lnTo>
                  <a:pt x="304" y="663"/>
                </a:lnTo>
                <a:lnTo>
                  <a:pt x="303" y="663"/>
                </a:lnTo>
                <a:lnTo>
                  <a:pt x="302" y="662"/>
                </a:lnTo>
                <a:lnTo>
                  <a:pt x="301" y="662"/>
                </a:lnTo>
                <a:lnTo>
                  <a:pt x="301" y="661"/>
                </a:lnTo>
                <a:lnTo>
                  <a:pt x="300" y="661"/>
                </a:lnTo>
                <a:lnTo>
                  <a:pt x="299" y="661"/>
                </a:lnTo>
                <a:lnTo>
                  <a:pt x="298" y="661"/>
                </a:lnTo>
                <a:lnTo>
                  <a:pt x="298" y="660"/>
                </a:lnTo>
                <a:lnTo>
                  <a:pt x="297" y="660"/>
                </a:lnTo>
                <a:lnTo>
                  <a:pt x="296" y="659"/>
                </a:lnTo>
                <a:lnTo>
                  <a:pt x="295" y="660"/>
                </a:lnTo>
                <a:lnTo>
                  <a:pt x="295" y="661"/>
                </a:lnTo>
                <a:lnTo>
                  <a:pt x="295" y="662"/>
                </a:lnTo>
                <a:lnTo>
                  <a:pt x="294" y="663"/>
                </a:lnTo>
                <a:lnTo>
                  <a:pt x="293" y="664"/>
                </a:lnTo>
                <a:lnTo>
                  <a:pt x="292" y="664"/>
                </a:lnTo>
                <a:lnTo>
                  <a:pt x="291" y="664"/>
                </a:lnTo>
                <a:lnTo>
                  <a:pt x="291" y="663"/>
                </a:lnTo>
                <a:lnTo>
                  <a:pt x="290" y="663"/>
                </a:lnTo>
                <a:lnTo>
                  <a:pt x="289" y="663"/>
                </a:lnTo>
                <a:lnTo>
                  <a:pt x="288" y="662"/>
                </a:lnTo>
                <a:lnTo>
                  <a:pt x="287" y="662"/>
                </a:lnTo>
                <a:lnTo>
                  <a:pt x="286" y="662"/>
                </a:lnTo>
                <a:lnTo>
                  <a:pt x="286" y="663"/>
                </a:lnTo>
                <a:lnTo>
                  <a:pt x="285" y="663"/>
                </a:lnTo>
                <a:lnTo>
                  <a:pt x="284" y="663"/>
                </a:lnTo>
                <a:lnTo>
                  <a:pt x="284" y="662"/>
                </a:lnTo>
                <a:lnTo>
                  <a:pt x="283" y="662"/>
                </a:lnTo>
                <a:lnTo>
                  <a:pt x="282" y="662"/>
                </a:lnTo>
                <a:lnTo>
                  <a:pt x="282" y="663"/>
                </a:lnTo>
                <a:lnTo>
                  <a:pt x="281" y="663"/>
                </a:lnTo>
                <a:lnTo>
                  <a:pt x="281" y="662"/>
                </a:lnTo>
                <a:lnTo>
                  <a:pt x="280" y="661"/>
                </a:lnTo>
                <a:lnTo>
                  <a:pt x="280" y="662"/>
                </a:lnTo>
                <a:lnTo>
                  <a:pt x="279" y="662"/>
                </a:lnTo>
                <a:lnTo>
                  <a:pt x="278" y="662"/>
                </a:lnTo>
                <a:lnTo>
                  <a:pt x="278" y="661"/>
                </a:lnTo>
                <a:lnTo>
                  <a:pt x="277" y="661"/>
                </a:lnTo>
                <a:lnTo>
                  <a:pt x="276" y="661"/>
                </a:lnTo>
                <a:lnTo>
                  <a:pt x="276" y="660"/>
                </a:lnTo>
                <a:lnTo>
                  <a:pt x="275" y="659"/>
                </a:lnTo>
                <a:lnTo>
                  <a:pt x="275" y="660"/>
                </a:lnTo>
                <a:lnTo>
                  <a:pt x="274" y="660"/>
                </a:lnTo>
                <a:lnTo>
                  <a:pt x="273" y="660"/>
                </a:lnTo>
                <a:lnTo>
                  <a:pt x="272" y="660"/>
                </a:lnTo>
                <a:lnTo>
                  <a:pt x="272" y="661"/>
                </a:lnTo>
                <a:lnTo>
                  <a:pt x="271" y="661"/>
                </a:lnTo>
                <a:lnTo>
                  <a:pt x="272" y="661"/>
                </a:lnTo>
                <a:lnTo>
                  <a:pt x="271" y="661"/>
                </a:lnTo>
                <a:lnTo>
                  <a:pt x="270" y="661"/>
                </a:lnTo>
                <a:lnTo>
                  <a:pt x="269" y="661"/>
                </a:lnTo>
                <a:lnTo>
                  <a:pt x="268" y="660"/>
                </a:lnTo>
                <a:lnTo>
                  <a:pt x="266" y="660"/>
                </a:lnTo>
                <a:lnTo>
                  <a:pt x="266" y="661"/>
                </a:lnTo>
                <a:lnTo>
                  <a:pt x="266" y="662"/>
                </a:lnTo>
                <a:lnTo>
                  <a:pt x="265" y="662"/>
                </a:lnTo>
                <a:lnTo>
                  <a:pt x="264" y="662"/>
                </a:lnTo>
                <a:lnTo>
                  <a:pt x="264" y="661"/>
                </a:lnTo>
                <a:lnTo>
                  <a:pt x="263" y="661"/>
                </a:lnTo>
                <a:lnTo>
                  <a:pt x="262" y="661"/>
                </a:lnTo>
                <a:lnTo>
                  <a:pt x="261" y="661"/>
                </a:lnTo>
                <a:lnTo>
                  <a:pt x="261" y="662"/>
                </a:lnTo>
                <a:lnTo>
                  <a:pt x="260" y="662"/>
                </a:lnTo>
                <a:lnTo>
                  <a:pt x="260" y="663"/>
                </a:lnTo>
                <a:lnTo>
                  <a:pt x="259" y="663"/>
                </a:lnTo>
                <a:lnTo>
                  <a:pt x="259" y="664"/>
                </a:lnTo>
                <a:lnTo>
                  <a:pt x="258" y="664"/>
                </a:lnTo>
                <a:lnTo>
                  <a:pt x="257" y="664"/>
                </a:lnTo>
                <a:lnTo>
                  <a:pt x="257" y="663"/>
                </a:lnTo>
                <a:lnTo>
                  <a:pt x="256" y="663"/>
                </a:lnTo>
                <a:lnTo>
                  <a:pt x="255" y="662"/>
                </a:lnTo>
                <a:lnTo>
                  <a:pt x="254" y="663"/>
                </a:lnTo>
                <a:lnTo>
                  <a:pt x="254" y="662"/>
                </a:lnTo>
                <a:lnTo>
                  <a:pt x="253" y="662"/>
                </a:lnTo>
                <a:lnTo>
                  <a:pt x="253" y="661"/>
                </a:lnTo>
                <a:lnTo>
                  <a:pt x="252" y="661"/>
                </a:lnTo>
                <a:lnTo>
                  <a:pt x="252" y="660"/>
                </a:lnTo>
                <a:lnTo>
                  <a:pt x="253" y="660"/>
                </a:lnTo>
                <a:lnTo>
                  <a:pt x="253" y="659"/>
                </a:lnTo>
                <a:lnTo>
                  <a:pt x="253" y="658"/>
                </a:lnTo>
                <a:lnTo>
                  <a:pt x="253" y="657"/>
                </a:lnTo>
                <a:lnTo>
                  <a:pt x="253" y="656"/>
                </a:lnTo>
                <a:lnTo>
                  <a:pt x="252" y="656"/>
                </a:lnTo>
                <a:lnTo>
                  <a:pt x="252" y="655"/>
                </a:lnTo>
                <a:lnTo>
                  <a:pt x="253" y="654"/>
                </a:lnTo>
                <a:lnTo>
                  <a:pt x="254" y="654"/>
                </a:lnTo>
                <a:lnTo>
                  <a:pt x="255" y="654"/>
                </a:lnTo>
                <a:lnTo>
                  <a:pt x="255" y="653"/>
                </a:lnTo>
                <a:lnTo>
                  <a:pt x="255" y="652"/>
                </a:lnTo>
                <a:lnTo>
                  <a:pt x="254" y="651"/>
                </a:lnTo>
                <a:lnTo>
                  <a:pt x="253" y="650"/>
                </a:lnTo>
                <a:lnTo>
                  <a:pt x="253" y="649"/>
                </a:lnTo>
                <a:lnTo>
                  <a:pt x="252" y="649"/>
                </a:lnTo>
                <a:lnTo>
                  <a:pt x="251" y="649"/>
                </a:lnTo>
                <a:lnTo>
                  <a:pt x="250" y="649"/>
                </a:lnTo>
                <a:lnTo>
                  <a:pt x="249" y="649"/>
                </a:lnTo>
                <a:lnTo>
                  <a:pt x="249" y="648"/>
                </a:lnTo>
                <a:lnTo>
                  <a:pt x="248" y="648"/>
                </a:lnTo>
                <a:lnTo>
                  <a:pt x="248" y="649"/>
                </a:lnTo>
                <a:lnTo>
                  <a:pt x="248" y="648"/>
                </a:lnTo>
                <a:lnTo>
                  <a:pt x="248" y="647"/>
                </a:lnTo>
                <a:lnTo>
                  <a:pt x="247" y="647"/>
                </a:lnTo>
                <a:lnTo>
                  <a:pt x="246" y="647"/>
                </a:lnTo>
                <a:lnTo>
                  <a:pt x="246" y="648"/>
                </a:lnTo>
                <a:lnTo>
                  <a:pt x="245" y="648"/>
                </a:lnTo>
                <a:lnTo>
                  <a:pt x="245" y="649"/>
                </a:lnTo>
                <a:lnTo>
                  <a:pt x="244" y="649"/>
                </a:lnTo>
                <a:lnTo>
                  <a:pt x="243" y="650"/>
                </a:lnTo>
                <a:lnTo>
                  <a:pt x="242" y="650"/>
                </a:lnTo>
                <a:lnTo>
                  <a:pt x="241" y="650"/>
                </a:lnTo>
                <a:lnTo>
                  <a:pt x="240" y="650"/>
                </a:lnTo>
                <a:lnTo>
                  <a:pt x="239" y="650"/>
                </a:lnTo>
                <a:lnTo>
                  <a:pt x="238" y="650"/>
                </a:lnTo>
                <a:lnTo>
                  <a:pt x="237" y="650"/>
                </a:lnTo>
                <a:lnTo>
                  <a:pt x="237" y="651"/>
                </a:lnTo>
                <a:lnTo>
                  <a:pt x="236" y="651"/>
                </a:lnTo>
                <a:lnTo>
                  <a:pt x="237" y="651"/>
                </a:lnTo>
                <a:lnTo>
                  <a:pt x="237" y="652"/>
                </a:lnTo>
                <a:lnTo>
                  <a:pt x="237" y="653"/>
                </a:lnTo>
                <a:lnTo>
                  <a:pt x="236" y="653"/>
                </a:lnTo>
                <a:lnTo>
                  <a:pt x="235" y="653"/>
                </a:lnTo>
                <a:lnTo>
                  <a:pt x="235" y="652"/>
                </a:lnTo>
                <a:lnTo>
                  <a:pt x="234" y="652"/>
                </a:lnTo>
                <a:lnTo>
                  <a:pt x="234" y="653"/>
                </a:lnTo>
                <a:lnTo>
                  <a:pt x="233" y="653"/>
                </a:lnTo>
                <a:lnTo>
                  <a:pt x="232" y="653"/>
                </a:lnTo>
                <a:lnTo>
                  <a:pt x="232" y="654"/>
                </a:lnTo>
                <a:lnTo>
                  <a:pt x="231" y="654"/>
                </a:lnTo>
                <a:lnTo>
                  <a:pt x="230" y="654"/>
                </a:lnTo>
                <a:lnTo>
                  <a:pt x="230" y="653"/>
                </a:lnTo>
                <a:lnTo>
                  <a:pt x="230" y="652"/>
                </a:lnTo>
                <a:lnTo>
                  <a:pt x="229" y="652"/>
                </a:lnTo>
                <a:lnTo>
                  <a:pt x="228" y="651"/>
                </a:lnTo>
                <a:lnTo>
                  <a:pt x="228" y="650"/>
                </a:lnTo>
                <a:lnTo>
                  <a:pt x="227" y="650"/>
                </a:lnTo>
                <a:lnTo>
                  <a:pt x="227" y="649"/>
                </a:lnTo>
                <a:lnTo>
                  <a:pt x="227" y="648"/>
                </a:lnTo>
                <a:lnTo>
                  <a:pt x="226" y="648"/>
                </a:lnTo>
                <a:lnTo>
                  <a:pt x="225" y="648"/>
                </a:lnTo>
                <a:lnTo>
                  <a:pt x="225" y="647"/>
                </a:lnTo>
                <a:lnTo>
                  <a:pt x="225" y="646"/>
                </a:lnTo>
                <a:lnTo>
                  <a:pt x="225" y="645"/>
                </a:lnTo>
                <a:lnTo>
                  <a:pt x="223" y="645"/>
                </a:lnTo>
                <a:lnTo>
                  <a:pt x="222" y="645"/>
                </a:lnTo>
                <a:lnTo>
                  <a:pt x="221" y="645"/>
                </a:lnTo>
                <a:lnTo>
                  <a:pt x="222" y="645"/>
                </a:lnTo>
                <a:lnTo>
                  <a:pt x="221" y="644"/>
                </a:lnTo>
                <a:lnTo>
                  <a:pt x="221" y="643"/>
                </a:lnTo>
                <a:lnTo>
                  <a:pt x="220" y="643"/>
                </a:lnTo>
                <a:lnTo>
                  <a:pt x="220" y="642"/>
                </a:lnTo>
                <a:lnTo>
                  <a:pt x="220" y="641"/>
                </a:lnTo>
                <a:lnTo>
                  <a:pt x="219" y="641"/>
                </a:lnTo>
                <a:lnTo>
                  <a:pt x="218" y="641"/>
                </a:lnTo>
                <a:lnTo>
                  <a:pt x="218" y="640"/>
                </a:lnTo>
                <a:lnTo>
                  <a:pt x="217" y="640"/>
                </a:lnTo>
                <a:lnTo>
                  <a:pt x="216" y="641"/>
                </a:lnTo>
                <a:lnTo>
                  <a:pt x="215" y="641"/>
                </a:lnTo>
                <a:lnTo>
                  <a:pt x="213" y="640"/>
                </a:lnTo>
                <a:lnTo>
                  <a:pt x="213" y="639"/>
                </a:lnTo>
                <a:lnTo>
                  <a:pt x="212" y="639"/>
                </a:lnTo>
                <a:lnTo>
                  <a:pt x="212" y="638"/>
                </a:lnTo>
                <a:lnTo>
                  <a:pt x="211" y="638"/>
                </a:lnTo>
                <a:lnTo>
                  <a:pt x="211" y="639"/>
                </a:lnTo>
                <a:lnTo>
                  <a:pt x="210" y="638"/>
                </a:lnTo>
                <a:lnTo>
                  <a:pt x="209" y="637"/>
                </a:lnTo>
                <a:lnTo>
                  <a:pt x="208" y="637"/>
                </a:lnTo>
                <a:lnTo>
                  <a:pt x="207" y="637"/>
                </a:lnTo>
                <a:lnTo>
                  <a:pt x="206" y="636"/>
                </a:lnTo>
                <a:lnTo>
                  <a:pt x="205" y="636"/>
                </a:lnTo>
                <a:lnTo>
                  <a:pt x="204" y="635"/>
                </a:lnTo>
                <a:lnTo>
                  <a:pt x="204" y="634"/>
                </a:lnTo>
                <a:lnTo>
                  <a:pt x="203" y="634"/>
                </a:lnTo>
                <a:lnTo>
                  <a:pt x="202" y="634"/>
                </a:lnTo>
                <a:lnTo>
                  <a:pt x="202" y="633"/>
                </a:lnTo>
                <a:lnTo>
                  <a:pt x="201" y="633"/>
                </a:lnTo>
                <a:lnTo>
                  <a:pt x="200" y="633"/>
                </a:lnTo>
                <a:lnTo>
                  <a:pt x="200" y="632"/>
                </a:lnTo>
                <a:lnTo>
                  <a:pt x="199" y="632"/>
                </a:lnTo>
                <a:lnTo>
                  <a:pt x="198" y="632"/>
                </a:lnTo>
                <a:lnTo>
                  <a:pt x="197" y="631"/>
                </a:lnTo>
                <a:lnTo>
                  <a:pt x="196" y="631"/>
                </a:lnTo>
                <a:lnTo>
                  <a:pt x="195" y="630"/>
                </a:lnTo>
                <a:lnTo>
                  <a:pt x="195" y="629"/>
                </a:lnTo>
                <a:lnTo>
                  <a:pt x="194" y="629"/>
                </a:lnTo>
                <a:lnTo>
                  <a:pt x="194" y="628"/>
                </a:lnTo>
                <a:lnTo>
                  <a:pt x="194" y="627"/>
                </a:lnTo>
                <a:lnTo>
                  <a:pt x="193" y="626"/>
                </a:lnTo>
                <a:lnTo>
                  <a:pt x="192" y="625"/>
                </a:lnTo>
                <a:lnTo>
                  <a:pt x="191" y="625"/>
                </a:lnTo>
                <a:lnTo>
                  <a:pt x="190" y="625"/>
                </a:lnTo>
                <a:lnTo>
                  <a:pt x="189" y="625"/>
                </a:lnTo>
                <a:lnTo>
                  <a:pt x="189" y="624"/>
                </a:lnTo>
                <a:lnTo>
                  <a:pt x="188" y="624"/>
                </a:lnTo>
                <a:lnTo>
                  <a:pt x="188" y="625"/>
                </a:lnTo>
                <a:lnTo>
                  <a:pt x="187" y="625"/>
                </a:lnTo>
                <a:lnTo>
                  <a:pt x="187" y="626"/>
                </a:lnTo>
                <a:lnTo>
                  <a:pt x="186" y="626"/>
                </a:lnTo>
                <a:lnTo>
                  <a:pt x="186" y="627"/>
                </a:lnTo>
                <a:lnTo>
                  <a:pt x="185" y="627"/>
                </a:lnTo>
                <a:lnTo>
                  <a:pt x="185" y="628"/>
                </a:lnTo>
                <a:lnTo>
                  <a:pt x="184" y="628"/>
                </a:lnTo>
                <a:lnTo>
                  <a:pt x="183" y="628"/>
                </a:lnTo>
                <a:lnTo>
                  <a:pt x="183" y="629"/>
                </a:lnTo>
                <a:lnTo>
                  <a:pt x="183" y="628"/>
                </a:lnTo>
                <a:lnTo>
                  <a:pt x="183" y="627"/>
                </a:lnTo>
                <a:lnTo>
                  <a:pt x="182" y="627"/>
                </a:lnTo>
                <a:lnTo>
                  <a:pt x="180" y="627"/>
                </a:lnTo>
                <a:lnTo>
                  <a:pt x="180" y="626"/>
                </a:lnTo>
                <a:lnTo>
                  <a:pt x="179" y="626"/>
                </a:lnTo>
                <a:lnTo>
                  <a:pt x="178" y="625"/>
                </a:lnTo>
                <a:lnTo>
                  <a:pt x="177" y="625"/>
                </a:lnTo>
                <a:lnTo>
                  <a:pt x="176" y="625"/>
                </a:lnTo>
                <a:lnTo>
                  <a:pt x="175" y="625"/>
                </a:lnTo>
                <a:lnTo>
                  <a:pt x="175" y="624"/>
                </a:lnTo>
                <a:lnTo>
                  <a:pt x="174" y="625"/>
                </a:lnTo>
                <a:lnTo>
                  <a:pt x="174" y="624"/>
                </a:lnTo>
                <a:lnTo>
                  <a:pt x="173" y="624"/>
                </a:lnTo>
                <a:lnTo>
                  <a:pt x="172" y="624"/>
                </a:lnTo>
                <a:lnTo>
                  <a:pt x="171" y="624"/>
                </a:lnTo>
                <a:lnTo>
                  <a:pt x="171" y="623"/>
                </a:lnTo>
                <a:lnTo>
                  <a:pt x="170" y="623"/>
                </a:lnTo>
                <a:lnTo>
                  <a:pt x="170" y="622"/>
                </a:lnTo>
                <a:lnTo>
                  <a:pt x="169" y="622"/>
                </a:lnTo>
                <a:lnTo>
                  <a:pt x="168" y="622"/>
                </a:lnTo>
                <a:lnTo>
                  <a:pt x="168" y="621"/>
                </a:lnTo>
                <a:lnTo>
                  <a:pt x="167" y="621"/>
                </a:lnTo>
                <a:lnTo>
                  <a:pt x="166" y="621"/>
                </a:lnTo>
                <a:lnTo>
                  <a:pt x="165" y="621"/>
                </a:lnTo>
                <a:lnTo>
                  <a:pt x="164" y="621"/>
                </a:lnTo>
                <a:lnTo>
                  <a:pt x="164" y="622"/>
                </a:lnTo>
                <a:lnTo>
                  <a:pt x="163" y="622"/>
                </a:lnTo>
                <a:lnTo>
                  <a:pt x="162" y="622"/>
                </a:lnTo>
                <a:lnTo>
                  <a:pt x="162" y="623"/>
                </a:lnTo>
                <a:lnTo>
                  <a:pt x="162" y="624"/>
                </a:lnTo>
                <a:lnTo>
                  <a:pt x="161" y="624"/>
                </a:lnTo>
                <a:lnTo>
                  <a:pt x="160" y="624"/>
                </a:lnTo>
                <a:lnTo>
                  <a:pt x="159" y="624"/>
                </a:lnTo>
                <a:lnTo>
                  <a:pt x="158" y="624"/>
                </a:lnTo>
                <a:lnTo>
                  <a:pt x="158" y="625"/>
                </a:lnTo>
                <a:lnTo>
                  <a:pt x="158" y="626"/>
                </a:lnTo>
                <a:lnTo>
                  <a:pt x="157" y="626"/>
                </a:lnTo>
                <a:lnTo>
                  <a:pt x="157" y="627"/>
                </a:lnTo>
                <a:lnTo>
                  <a:pt x="157" y="628"/>
                </a:lnTo>
                <a:lnTo>
                  <a:pt x="156" y="628"/>
                </a:lnTo>
                <a:lnTo>
                  <a:pt x="156" y="627"/>
                </a:lnTo>
                <a:lnTo>
                  <a:pt x="155" y="627"/>
                </a:lnTo>
                <a:lnTo>
                  <a:pt x="154" y="626"/>
                </a:lnTo>
                <a:lnTo>
                  <a:pt x="153" y="626"/>
                </a:lnTo>
                <a:lnTo>
                  <a:pt x="152" y="626"/>
                </a:lnTo>
                <a:lnTo>
                  <a:pt x="152" y="625"/>
                </a:lnTo>
                <a:lnTo>
                  <a:pt x="151" y="625"/>
                </a:lnTo>
                <a:lnTo>
                  <a:pt x="151" y="624"/>
                </a:lnTo>
                <a:lnTo>
                  <a:pt x="150" y="624"/>
                </a:lnTo>
                <a:lnTo>
                  <a:pt x="149" y="624"/>
                </a:lnTo>
                <a:lnTo>
                  <a:pt x="149" y="625"/>
                </a:lnTo>
                <a:lnTo>
                  <a:pt x="148" y="625"/>
                </a:lnTo>
                <a:lnTo>
                  <a:pt x="147" y="625"/>
                </a:lnTo>
                <a:lnTo>
                  <a:pt x="147" y="624"/>
                </a:lnTo>
                <a:lnTo>
                  <a:pt x="146" y="624"/>
                </a:lnTo>
                <a:lnTo>
                  <a:pt x="145" y="623"/>
                </a:lnTo>
                <a:lnTo>
                  <a:pt x="144" y="623"/>
                </a:lnTo>
                <a:lnTo>
                  <a:pt x="143" y="623"/>
                </a:lnTo>
                <a:lnTo>
                  <a:pt x="142" y="623"/>
                </a:lnTo>
                <a:lnTo>
                  <a:pt x="141" y="623"/>
                </a:lnTo>
                <a:lnTo>
                  <a:pt x="140" y="623"/>
                </a:lnTo>
                <a:lnTo>
                  <a:pt x="139" y="623"/>
                </a:lnTo>
                <a:lnTo>
                  <a:pt x="139" y="624"/>
                </a:lnTo>
                <a:lnTo>
                  <a:pt x="139" y="623"/>
                </a:lnTo>
                <a:lnTo>
                  <a:pt x="138" y="623"/>
                </a:lnTo>
                <a:lnTo>
                  <a:pt x="137" y="623"/>
                </a:lnTo>
                <a:lnTo>
                  <a:pt x="137" y="624"/>
                </a:lnTo>
                <a:lnTo>
                  <a:pt x="136" y="624"/>
                </a:lnTo>
                <a:lnTo>
                  <a:pt x="136" y="625"/>
                </a:lnTo>
                <a:lnTo>
                  <a:pt x="136" y="626"/>
                </a:lnTo>
                <a:lnTo>
                  <a:pt x="135" y="626"/>
                </a:lnTo>
                <a:lnTo>
                  <a:pt x="134" y="626"/>
                </a:lnTo>
                <a:lnTo>
                  <a:pt x="134" y="625"/>
                </a:lnTo>
                <a:lnTo>
                  <a:pt x="134" y="624"/>
                </a:lnTo>
                <a:lnTo>
                  <a:pt x="133" y="623"/>
                </a:lnTo>
                <a:lnTo>
                  <a:pt x="132" y="623"/>
                </a:lnTo>
                <a:lnTo>
                  <a:pt x="131" y="623"/>
                </a:lnTo>
                <a:lnTo>
                  <a:pt x="131" y="624"/>
                </a:lnTo>
                <a:lnTo>
                  <a:pt x="130" y="624"/>
                </a:lnTo>
                <a:lnTo>
                  <a:pt x="129" y="624"/>
                </a:lnTo>
                <a:lnTo>
                  <a:pt x="129" y="623"/>
                </a:lnTo>
                <a:lnTo>
                  <a:pt x="128" y="623"/>
                </a:lnTo>
                <a:lnTo>
                  <a:pt x="127" y="623"/>
                </a:lnTo>
                <a:lnTo>
                  <a:pt x="127" y="624"/>
                </a:lnTo>
                <a:lnTo>
                  <a:pt x="126" y="624"/>
                </a:lnTo>
                <a:lnTo>
                  <a:pt x="126" y="623"/>
                </a:lnTo>
                <a:lnTo>
                  <a:pt x="125" y="623"/>
                </a:lnTo>
                <a:lnTo>
                  <a:pt x="124" y="623"/>
                </a:lnTo>
                <a:lnTo>
                  <a:pt x="123" y="622"/>
                </a:lnTo>
                <a:lnTo>
                  <a:pt x="123" y="621"/>
                </a:lnTo>
                <a:lnTo>
                  <a:pt x="122" y="621"/>
                </a:lnTo>
                <a:lnTo>
                  <a:pt x="121" y="621"/>
                </a:lnTo>
                <a:lnTo>
                  <a:pt x="120" y="621"/>
                </a:lnTo>
                <a:lnTo>
                  <a:pt x="119" y="621"/>
                </a:lnTo>
                <a:lnTo>
                  <a:pt x="118" y="621"/>
                </a:lnTo>
                <a:lnTo>
                  <a:pt x="117" y="621"/>
                </a:lnTo>
                <a:lnTo>
                  <a:pt x="116" y="620"/>
                </a:lnTo>
                <a:lnTo>
                  <a:pt x="113" y="619"/>
                </a:lnTo>
                <a:lnTo>
                  <a:pt x="113" y="618"/>
                </a:lnTo>
                <a:lnTo>
                  <a:pt x="112" y="618"/>
                </a:lnTo>
                <a:lnTo>
                  <a:pt x="111" y="617"/>
                </a:lnTo>
                <a:lnTo>
                  <a:pt x="110" y="617"/>
                </a:lnTo>
                <a:lnTo>
                  <a:pt x="110" y="616"/>
                </a:lnTo>
                <a:lnTo>
                  <a:pt x="109" y="616"/>
                </a:lnTo>
                <a:lnTo>
                  <a:pt x="109" y="615"/>
                </a:lnTo>
                <a:lnTo>
                  <a:pt x="108" y="615"/>
                </a:lnTo>
                <a:lnTo>
                  <a:pt x="107" y="614"/>
                </a:lnTo>
                <a:lnTo>
                  <a:pt x="106" y="614"/>
                </a:lnTo>
                <a:lnTo>
                  <a:pt x="106" y="613"/>
                </a:lnTo>
                <a:lnTo>
                  <a:pt x="105" y="613"/>
                </a:lnTo>
                <a:lnTo>
                  <a:pt x="105" y="612"/>
                </a:lnTo>
                <a:lnTo>
                  <a:pt x="104" y="612"/>
                </a:lnTo>
                <a:lnTo>
                  <a:pt x="104" y="611"/>
                </a:lnTo>
                <a:lnTo>
                  <a:pt x="103" y="611"/>
                </a:lnTo>
                <a:lnTo>
                  <a:pt x="102" y="611"/>
                </a:lnTo>
                <a:lnTo>
                  <a:pt x="101" y="611"/>
                </a:lnTo>
                <a:lnTo>
                  <a:pt x="101" y="610"/>
                </a:lnTo>
                <a:lnTo>
                  <a:pt x="100" y="610"/>
                </a:lnTo>
                <a:lnTo>
                  <a:pt x="99" y="610"/>
                </a:lnTo>
                <a:lnTo>
                  <a:pt x="99" y="609"/>
                </a:lnTo>
                <a:lnTo>
                  <a:pt x="98" y="609"/>
                </a:lnTo>
                <a:lnTo>
                  <a:pt x="98" y="608"/>
                </a:lnTo>
                <a:lnTo>
                  <a:pt x="97" y="608"/>
                </a:lnTo>
                <a:lnTo>
                  <a:pt x="96" y="608"/>
                </a:lnTo>
                <a:lnTo>
                  <a:pt x="95" y="608"/>
                </a:lnTo>
                <a:lnTo>
                  <a:pt x="94" y="608"/>
                </a:lnTo>
                <a:lnTo>
                  <a:pt x="92" y="609"/>
                </a:lnTo>
                <a:lnTo>
                  <a:pt x="91" y="609"/>
                </a:lnTo>
                <a:lnTo>
                  <a:pt x="89" y="609"/>
                </a:lnTo>
                <a:lnTo>
                  <a:pt x="89" y="608"/>
                </a:lnTo>
                <a:lnTo>
                  <a:pt x="88" y="608"/>
                </a:lnTo>
                <a:lnTo>
                  <a:pt x="88" y="607"/>
                </a:lnTo>
                <a:lnTo>
                  <a:pt x="87" y="607"/>
                </a:lnTo>
                <a:lnTo>
                  <a:pt x="86" y="607"/>
                </a:lnTo>
                <a:lnTo>
                  <a:pt x="86" y="606"/>
                </a:lnTo>
                <a:lnTo>
                  <a:pt x="85" y="606"/>
                </a:lnTo>
                <a:lnTo>
                  <a:pt x="85" y="605"/>
                </a:lnTo>
                <a:lnTo>
                  <a:pt x="84" y="605"/>
                </a:lnTo>
                <a:lnTo>
                  <a:pt x="83" y="604"/>
                </a:lnTo>
                <a:lnTo>
                  <a:pt x="83" y="603"/>
                </a:lnTo>
                <a:lnTo>
                  <a:pt x="83" y="602"/>
                </a:lnTo>
                <a:lnTo>
                  <a:pt x="82" y="602"/>
                </a:lnTo>
                <a:lnTo>
                  <a:pt x="82" y="601"/>
                </a:lnTo>
                <a:lnTo>
                  <a:pt x="82" y="600"/>
                </a:lnTo>
                <a:lnTo>
                  <a:pt x="81" y="600"/>
                </a:lnTo>
                <a:lnTo>
                  <a:pt x="81" y="599"/>
                </a:lnTo>
                <a:lnTo>
                  <a:pt x="80" y="598"/>
                </a:lnTo>
                <a:lnTo>
                  <a:pt x="80" y="597"/>
                </a:lnTo>
                <a:lnTo>
                  <a:pt x="79" y="597"/>
                </a:lnTo>
                <a:lnTo>
                  <a:pt x="79" y="596"/>
                </a:lnTo>
                <a:lnTo>
                  <a:pt x="78" y="595"/>
                </a:lnTo>
                <a:lnTo>
                  <a:pt x="78" y="594"/>
                </a:lnTo>
                <a:lnTo>
                  <a:pt x="77" y="594"/>
                </a:lnTo>
                <a:lnTo>
                  <a:pt x="77" y="593"/>
                </a:lnTo>
                <a:lnTo>
                  <a:pt x="76" y="592"/>
                </a:lnTo>
                <a:lnTo>
                  <a:pt x="75" y="592"/>
                </a:lnTo>
                <a:lnTo>
                  <a:pt x="75" y="591"/>
                </a:lnTo>
                <a:lnTo>
                  <a:pt x="74" y="591"/>
                </a:lnTo>
                <a:lnTo>
                  <a:pt x="74" y="590"/>
                </a:lnTo>
                <a:lnTo>
                  <a:pt x="73" y="590"/>
                </a:lnTo>
                <a:lnTo>
                  <a:pt x="73" y="591"/>
                </a:lnTo>
                <a:lnTo>
                  <a:pt x="71" y="591"/>
                </a:lnTo>
                <a:lnTo>
                  <a:pt x="71" y="590"/>
                </a:lnTo>
                <a:lnTo>
                  <a:pt x="70" y="590"/>
                </a:lnTo>
                <a:lnTo>
                  <a:pt x="69" y="590"/>
                </a:lnTo>
                <a:lnTo>
                  <a:pt x="68" y="589"/>
                </a:lnTo>
                <a:lnTo>
                  <a:pt x="67" y="589"/>
                </a:lnTo>
                <a:lnTo>
                  <a:pt x="66" y="589"/>
                </a:lnTo>
                <a:lnTo>
                  <a:pt x="65" y="589"/>
                </a:lnTo>
                <a:lnTo>
                  <a:pt x="65" y="588"/>
                </a:lnTo>
                <a:lnTo>
                  <a:pt x="64" y="588"/>
                </a:lnTo>
                <a:lnTo>
                  <a:pt x="63" y="588"/>
                </a:lnTo>
                <a:lnTo>
                  <a:pt x="62" y="588"/>
                </a:lnTo>
                <a:lnTo>
                  <a:pt x="62" y="587"/>
                </a:lnTo>
                <a:lnTo>
                  <a:pt x="62" y="586"/>
                </a:lnTo>
                <a:lnTo>
                  <a:pt x="62" y="585"/>
                </a:lnTo>
                <a:lnTo>
                  <a:pt x="62" y="584"/>
                </a:lnTo>
                <a:lnTo>
                  <a:pt x="62" y="583"/>
                </a:lnTo>
                <a:lnTo>
                  <a:pt x="61" y="582"/>
                </a:lnTo>
                <a:lnTo>
                  <a:pt x="61" y="581"/>
                </a:lnTo>
                <a:lnTo>
                  <a:pt x="60" y="581"/>
                </a:lnTo>
                <a:lnTo>
                  <a:pt x="59" y="581"/>
                </a:lnTo>
                <a:lnTo>
                  <a:pt x="59" y="580"/>
                </a:lnTo>
                <a:lnTo>
                  <a:pt x="58" y="580"/>
                </a:lnTo>
                <a:lnTo>
                  <a:pt x="57" y="580"/>
                </a:lnTo>
                <a:lnTo>
                  <a:pt x="57" y="579"/>
                </a:lnTo>
                <a:lnTo>
                  <a:pt x="56" y="579"/>
                </a:lnTo>
                <a:lnTo>
                  <a:pt x="55" y="579"/>
                </a:lnTo>
                <a:lnTo>
                  <a:pt x="55" y="578"/>
                </a:lnTo>
                <a:lnTo>
                  <a:pt x="54" y="578"/>
                </a:lnTo>
                <a:lnTo>
                  <a:pt x="54" y="577"/>
                </a:lnTo>
                <a:lnTo>
                  <a:pt x="54" y="576"/>
                </a:lnTo>
                <a:lnTo>
                  <a:pt x="53" y="576"/>
                </a:lnTo>
                <a:lnTo>
                  <a:pt x="53" y="575"/>
                </a:lnTo>
                <a:lnTo>
                  <a:pt x="53" y="574"/>
                </a:lnTo>
                <a:lnTo>
                  <a:pt x="53" y="573"/>
                </a:lnTo>
                <a:lnTo>
                  <a:pt x="52" y="573"/>
                </a:lnTo>
                <a:lnTo>
                  <a:pt x="52" y="572"/>
                </a:lnTo>
                <a:lnTo>
                  <a:pt x="53" y="572"/>
                </a:lnTo>
                <a:lnTo>
                  <a:pt x="53" y="571"/>
                </a:lnTo>
                <a:lnTo>
                  <a:pt x="53" y="570"/>
                </a:lnTo>
                <a:lnTo>
                  <a:pt x="54" y="569"/>
                </a:lnTo>
                <a:lnTo>
                  <a:pt x="54" y="568"/>
                </a:lnTo>
                <a:lnTo>
                  <a:pt x="53" y="567"/>
                </a:lnTo>
                <a:lnTo>
                  <a:pt x="54" y="566"/>
                </a:lnTo>
                <a:lnTo>
                  <a:pt x="54" y="565"/>
                </a:lnTo>
                <a:lnTo>
                  <a:pt x="55" y="565"/>
                </a:lnTo>
                <a:lnTo>
                  <a:pt x="54" y="564"/>
                </a:lnTo>
                <a:lnTo>
                  <a:pt x="53" y="564"/>
                </a:lnTo>
                <a:lnTo>
                  <a:pt x="53" y="563"/>
                </a:lnTo>
                <a:lnTo>
                  <a:pt x="52" y="563"/>
                </a:lnTo>
                <a:lnTo>
                  <a:pt x="52" y="562"/>
                </a:lnTo>
                <a:lnTo>
                  <a:pt x="52" y="561"/>
                </a:lnTo>
                <a:lnTo>
                  <a:pt x="51" y="561"/>
                </a:lnTo>
                <a:lnTo>
                  <a:pt x="50" y="560"/>
                </a:lnTo>
                <a:lnTo>
                  <a:pt x="49" y="560"/>
                </a:lnTo>
                <a:lnTo>
                  <a:pt x="48" y="560"/>
                </a:lnTo>
                <a:lnTo>
                  <a:pt x="47" y="560"/>
                </a:lnTo>
                <a:lnTo>
                  <a:pt x="46" y="560"/>
                </a:lnTo>
                <a:lnTo>
                  <a:pt x="45" y="560"/>
                </a:lnTo>
                <a:lnTo>
                  <a:pt x="45" y="559"/>
                </a:lnTo>
                <a:lnTo>
                  <a:pt x="45" y="558"/>
                </a:lnTo>
                <a:lnTo>
                  <a:pt x="46" y="557"/>
                </a:lnTo>
                <a:lnTo>
                  <a:pt x="47" y="556"/>
                </a:lnTo>
                <a:lnTo>
                  <a:pt x="47" y="555"/>
                </a:lnTo>
                <a:lnTo>
                  <a:pt x="48" y="554"/>
                </a:lnTo>
                <a:lnTo>
                  <a:pt x="48" y="553"/>
                </a:lnTo>
                <a:lnTo>
                  <a:pt x="49" y="553"/>
                </a:lnTo>
                <a:lnTo>
                  <a:pt x="48" y="553"/>
                </a:lnTo>
                <a:lnTo>
                  <a:pt x="47" y="553"/>
                </a:lnTo>
                <a:lnTo>
                  <a:pt x="46" y="553"/>
                </a:lnTo>
                <a:lnTo>
                  <a:pt x="45" y="553"/>
                </a:lnTo>
                <a:lnTo>
                  <a:pt x="45" y="552"/>
                </a:lnTo>
                <a:lnTo>
                  <a:pt x="44" y="551"/>
                </a:lnTo>
                <a:lnTo>
                  <a:pt x="43" y="551"/>
                </a:lnTo>
                <a:lnTo>
                  <a:pt x="42" y="550"/>
                </a:lnTo>
                <a:lnTo>
                  <a:pt x="42" y="549"/>
                </a:lnTo>
                <a:lnTo>
                  <a:pt x="41" y="549"/>
                </a:lnTo>
                <a:lnTo>
                  <a:pt x="41" y="548"/>
                </a:lnTo>
                <a:lnTo>
                  <a:pt x="40" y="547"/>
                </a:lnTo>
                <a:lnTo>
                  <a:pt x="39" y="547"/>
                </a:lnTo>
                <a:lnTo>
                  <a:pt x="39" y="546"/>
                </a:lnTo>
                <a:lnTo>
                  <a:pt x="39" y="547"/>
                </a:lnTo>
                <a:lnTo>
                  <a:pt x="38" y="547"/>
                </a:lnTo>
                <a:lnTo>
                  <a:pt x="37" y="547"/>
                </a:lnTo>
                <a:lnTo>
                  <a:pt x="36" y="547"/>
                </a:lnTo>
                <a:lnTo>
                  <a:pt x="35" y="547"/>
                </a:lnTo>
                <a:lnTo>
                  <a:pt x="35" y="546"/>
                </a:lnTo>
                <a:lnTo>
                  <a:pt x="34" y="546"/>
                </a:lnTo>
                <a:lnTo>
                  <a:pt x="34" y="545"/>
                </a:lnTo>
                <a:lnTo>
                  <a:pt x="33" y="544"/>
                </a:lnTo>
                <a:lnTo>
                  <a:pt x="32" y="544"/>
                </a:lnTo>
                <a:lnTo>
                  <a:pt x="32" y="543"/>
                </a:lnTo>
                <a:lnTo>
                  <a:pt x="33" y="543"/>
                </a:lnTo>
                <a:lnTo>
                  <a:pt x="33" y="542"/>
                </a:lnTo>
                <a:lnTo>
                  <a:pt x="32" y="542"/>
                </a:lnTo>
                <a:lnTo>
                  <a:pt x="31" y="542"/>
                </a:lnTo>
                <a:lnTo>
                  <a:pt x="30" y="541"/>
                </a:lnTo>
                <a:lnTo>
                  <a:pt x="29" y="541"/>
                </a:lnTo>
                <a:lnTo>
                  <a:pt x="29" y="540"/>
                </a:lnTo>
                <a:lnTo>
                  <a:pt x="29" y="539"/>
                </a:lnTo>
                <a:lnTo>
                  <a:pt x="28" y="538"/>
                </a:lnTo>
                <a:lnTo>
                  <a:pt x="27" y="538"/>
                </a:lnTo>
                <a:lnTo>
                  <a:pt x="27" y="537"/>
                </a:lnTo>
                <a:lnTo>
                  <a:pt x="26" y="537"/>
                </a:lnTo>
                <a:lnTo>
                  <a:pt x="26" y="536"/>
                </a:lnTo>
                <a:lnTo>
                  <a:pt x="25" y="535"/>
                </a:lnTo>
                <a:lnTo>
                  <a:pt x="25" y="534"/>
                </a:lnTo>
                <a:lnTo>
                  <a:pt x="25" y="533"/>
                </a:lnTo>
                <a:lnTo>
                  <a:pt x="24" y="533"/>
                </a:lnTo>
                <a:lnTo>
                  <a:pt x="24" y="532"/>
                </a:lnTo>
                <a:lnTo>
                  <a:pt x="24" y="531"/>
                </a:lnTo>
                <a:lnTo>
                  <a:pt x="23" y="531"/>
                </a:lnTo>
                <a:lnTo>
                  <a:pt x="23" y="530"/>
                </a:lnTo>
                <a:lnTo>
                  <a:pt x="22" y="530"/>
                </a:lnTo>
                <a:lnTo>
                  <a:pt x="23" y="530"/>
                </a:lnTo>
                <a:lnTo>
                  <a:pt x="23" y="529"/>
                </a:lnTo>
                <a:lnTo>
                  <a:pt x="22" y="529"/>
                </a:lnTo>
                <a:lnTo>
                  <a:pt x="21" y="529"/>
                </a:lnTo>
                <a:lnTo>
                  <a:pt x="21" y="528"/>
                </a:lnTo>
                <a:lnTo>
                  <a:pt x="22" y="528"/>
                </a:lnTo>
                <a:lnTo>
                  <a:pt x="23" y="527"/>
                </a:lnTo>
                <a:lnTo>
                  <a:pt x="23" y="525"/>
                </a:lnTo>
                <a:lnTo>
                  <a:pt x="22" y="525"/>
                </a:lnTo>
                <a:lnTo>
                  <a:pt x="23" y="524"/>
                </a:lnTo>
                <a:lnTo>
                  <a:pt x="23" y="523"/>
                </a:lnTo>
                <a:lnTo>
                  <a:pt x="24" y="523"/>
                </a:lnTo>
                <a:lnTo>
                  <a:pt x="25" y="523"/>
                </a:lnTo>
                <a:lnTo>
                  <a:pt x="25" y="522"/>
                </a:lnTo>
                <a:lnTo>
                  <a:pt x="26" y="521"/>
                </a:lnTo>
                <a:lnTo>
                  <a:pt x="26" y="520"/>
                </a:lnTo>
                <a:lnTo>
                  <a:pt x="27" y="520"/>
                </a:lnTo>
                <a:lnTo>
                  <a:pt x="28" y="520"/>
                </a:lnTo>
                <a:lnTo>
                  <a:pt x="29" y="520"/>
                </a:lnTo>
                <a:lnTo>
                  <a:pt x="31" y="520"/>
                </a:lnTo>
                <a:lnTo>
                  <a:pt x="32" y="521"/>
                </a:lnTo>
                <a:lnTo>
                  <a:pt x="32" y="520"/>
                </a:lnTo>
                <a:lnTo>
                  <a:pt x="32" y="519"/>
                </a:lnTo>
                <a:lnTo>
                  <a:pt x="32" y="518"/>
                </a:lnTo>
                <a:lnTo>
                  <a:pt x="33" y="518"/>
                </a:lnTo>
                <a:lnTo>
                  <a:pt x="34" y="518"/>
                </a:lnTo>
                <a:lnTo>
                  <a:pt x="35" y="518"/>
                </a:lnTo>
                <a:lnTo>
                  <a:pt x="35" y="517"/>
                </a:lnTo>
                <a:lnTo>
                  <a:pt x="36" y="517"/>
                </a:lnTo>
                <a:lnTo>
                  <a:pt x="37" y="516"/>
                </a:lnTo>
                <a:lnTo>
                  <a:pt x="37" y="515"/>
                </a:lnTo>
                <a:lnTo>
                  <a:pt x="37" y="514"/>
                </a:lnTo>
                <a:lnTo>
                  <a:pt x="36" y="514"/>
                </a:lnTo>
                <a:lnTo>
                  <a:pt x="37" y="513"/>
                </a:lnTo>
                <a:lnTo>
                  <a:pt x="38" y="512"/>
                </a:lnTo>
                <a:lnTo>
                  <a:pt x="38" y="511"/>
                </a:lnTo>
                <a:lnTo>
                  <a:pt x="38" y="510"/>
                </a:lnTo>
                <a:lnTo>
                  <a:pt x="39" y="509"/>
                </a:lnTo>
                <a:lnTo>
                  <a:pt x="39" y="508"/>
                </a:lnTo>
                <a:lnTo>
                  <a:pt x="39" y="507"/>
                </a:lnTo>
                <a:lnTo>
                  <a:pt x="39" y="506"/>
                </a:lnTo>
                <a:lnTo>
                  <a:pt x="39" y="505"/>
                </a:lnTo>
                <a:lnTo>
                  <a:pt x="38" y="505"/>
                </a:lnTo>
                <a:lnTo>
                  <a:pt x="38" y="504"/>
                </a:lnTo>
                <a:lnTo>
                  <a:pt x="38" y="503"/>
                </a:lnTo>
                <a:lnTo>
                  <a:pt x="39" y="502"/>
                </a:lnTo>
                <a:lnTo>
                  <a:pt x="40" y="502"/>
                </a:lnTo>
                <a:lnTo>
                  <a:pt x="40" y="501"/>
                </a:lnTo>
                <a:lnTo>
                  <a:pt x="41" y="501"/>
                </a:lnTo>
                <a:lnTo>
                  <a:pt x="41" y="500"/>
                </a:lnTo>
                <a:lnTo>
                  <a:pt x="42" y="500"/>
                </a:lnTo>
                <a:lnTo>
                  <a:pt x="42" y="499"/>
                </a:lnTo>
                <a:lnTo>
                  <a:pt x="42" y="498"/>
                </a:lnTo>
                <a:lnTo>
                  <a:pt x="41" y="498"/>
                </a:lnTo>
                <a:lnTo>
                  <a:pt x="41" y="497"/>
                </a:lnTo>
                <a:lnTo>
                  <a:pt x="42" y="497"/>
                </a:lnTo>
                <a:lnTo>
                  <a:pt x="41" y="497"/>
                </a:lnTo>
                <a:lnTo>
                  <a:pt x="41" y="496"/>
                </a:lnTo>
                <a:lnTo>
                  <a:pt x="40" y="496"/>
                </a:lnTo>
                <a:lnTo>
                  <a:pt x="40" y="497"/>
                </a:lnTo>
                <a:lnTo>
                  <a:pt x="39" y="497"/>
                </a:lnTo>
                <a:lnTo>
                  <a:pt x="39" y="496"/>
                </a:lnTo>
                <a:lnTo>
                  <a:pt x="38" y="496"/>
                </a:lnTo>
                <a:lnTo>
                  <a:pt x="38" y="495"/>
                </a:lnTo>
                <a:lnTo>
                  <a:pt x="38" y="494"/>
                </a:lnTo>
                <a:lnTo>
                  <a:pt x="37" y="494"/>
                </a:lnTo>
                <a:lnTo>
                  <a:pt x="36" y="493"/>
                </a:lnTo>
                <a:lnTo>
                  <a:pt x="36" y="492"/>
                </a:lnTo>
                <a:lnTo>
                  <a:pt x="37" y="491"/>
                </a:lnTo>
                <a:lnTo>
                  <a:pt x="37" y="490"/>
                </a:lnTo>
                <a:lnTo>
                  <a:pt x="38" y="490"/>
                </a:lnTo>
                <a:lnTo>
                  <a:pt x="38" y="489"/>
                </a:lnTo>
                <a:lnTo>
                  <a:pt x="38" y="488"/>
                </a:lnTo>
                <a:lnTo>
                  <a:pt x="38" y="487"/>
                </a:lnTo>
                <a:lnTo>
                  <a:pt x="38" y="486"/>
                </a:lnTo>
                <a:lnTo>
                  <a:pt x="37" y="486"/>
                </a:lnTo>
                <a:lnTo>
                  <a:pt x="37" y="485"/>
                </a:lnTo>
                <a:lnTo>
                  <a:pt x="37" y="484"/>
                </a:lnTo>
                <a:lnTo>
                  <a:pt x="37" y="483"/>
                </a:lnTo>
                <a:lnTo>
                  <a:pt x="37" y="482"/>
                </a:lnTo>
                <a:lnTo>
                  <a:pt x="37" y="481"/>
                </a:lnTo>
                <a:lnTo>
                  <a:pt x="38" y="480"/>
                </a:lnTo>
                <a:lnTo>
                  <a:pt x="37" y="480"/>
                </a:lnTo>
                <a:lnTo>
                  <a:pt x="37" y="479"/>
                </a:lnTo>
                <a:lnTo>
                  <a:pt x="37" y="478"/>
                </a:lnTo>
                <a:lnTo>
                  <a:pt x="37" y="477"/>
                </a:lnTo>
                <a:lnTo>
                  <a:pt x="37" y="476"/>
                </a:lnTo>
                <a:lnTo>
                  <a:pt x="36" y="476"/>
                </a:lnTo>
                <a:lnTo>
                  <a:pt x="35" y="475"/>
                </a:lnTo>
                <a:lnTo>
                  <a:pt x="34" y="475"/>
                </a:lnTo>
                <a:lnTo>
                  <a:pt x="34" y="474"/>
                </a:lnTo>
                <a:lnTo>
                  <a:pt x="34" y="473"/>
                </a:lnTo>
                <a:lnTo>
                  <a:pt x="34" y="472"/>
                </a:lnTo>
                <a:lnTo>
                  <a:pt x="35" y="472"/>
                </a:lnTo>
                <a:lnTo>
                  <a:pt x="35" y="471"/>
                </a:lnTo>
                <a:lnTo>
                  <a:pt x="35" y="470"/>
                </a:lnTo>
                <a:lnTo>
                  <a:pt x="36" y="470"/>
                </a:lnTo>
                <a:lnTo>
                  <a:pt x="36" y="469"/>
                </a:lnTo>
                <a:lnTo>
                  <a:pt x="35" y="469"/>
                </a:lnTo>
                <a:lnTo>
                  <a:pt x="35" y="468"/>
                </a:lnTo>
                <a:lnTo>
                  <a:pt x="34" y="467"/>
                </a:lnTo>
                <a:lnTo>
                  <a:pt x="34" y="468"/>
                </a:lnTo>
                <a:lnTo>
                  <a:pt x="32" y="468"/>
                </a:lnTo>
                <a:lnTo>
                  <a:pt x="32" y="467"/>
                </a:lnTo>
                <a:lnTo>
                  <a:pt x="31" y="467"/>
                </a:lnTo>
                <a:lnTo>
                  <a:pt x="30" y="467"/>
                </a:lnTo>
                <a:lnTo>
                  <a:pt x="30" y="466"/>
                </a:lnTo>
                <a:lnTo>
                  <a:pt x="29" y="466"/>
                </a:lnTo>
                <a:lnTo>
                  <a:pt x="29" y="465"/>
                </a:lnTo>
                <a:lnTo>
                  <a:pt x="30" y="465"/>
                </a:lnTo>
                <a:lnTo>
                  <a:pt x="30" y="464"/>
                </a:lnTo>
                <a:lnTo>
                  <a:pt x="30" y="463"/>
                </a:lnTo>
                <a:lnTo>
                  <a:pt x="30" y="462"/>
                </a:lnTo>
                <a:lnTo>
                  <a:pt x="29" y="462"/>
                </a:lnTo>
                <a:lnTo>
                  <a:pt x="29" y="461"/>
                </a:lnTo>
                <a:lnTo>
                  <a:pt x="29" y="460"/>
                </a:lnTo>
                <a:lnTo>
                  <a:pt x="30" y="460"/>
                </a:lnTo>
                <a:lnTo>
                  <a:pt x="29" y="459"/>
                </a:lnTo>
                <a:lnTo>
                  <a:pt x="30" y="459"/>
                </a:lnTo>
                <a:lnTo>
                  <a:pt x="30" y="458"/>
                </a:lnTo>
                <a:lnTo>
                  <a:pt x="31" y="458"/>
                </a:lnTo>
                <a:lnTo>
                  <a:pt x="32" y="458"/>
                </a:lnTo>
                <a:lnTo>
                  <a:pt x="33" y="457"/>
                </a:lnTo>
                <a:lnTo>
                  <a:pt x="33" y="456"/>
                </a:lnTo>
                <a:lnTo>
                  <a:pt x="34" y="457"/>
                </a:lnTo>
                <a:lnTo>
                  <a:pt x="35" y="457"/>
                </a:lnTo>
                <a:lnTo>
                  <a:pt x="36" y="457"/>
                </a:lnTo>
                <a:lnTo>
                  <a:pt x="36" y="456"/>
                </a:lnTo>
                <a:lnTo>
                  <a:pt x="36" y="455"/>
                </a:lnTo>
                <a:lnTo>
                  <a:pt x="37" y="454"/>
                </a:lnTo>
                <a:lnTo>
                  <a:pt x="38" y="454"/>
                </a:lnTo>
                <a:lnTo>
                  <a:pt x="38" y="453"/>
                </a:lnTo>
                <a:lnTo>
                  <a:pt x="39" y="453"/>
                </a:lnTo>
                <a:lnTo>
                  <a:pt x="38" y="452"/>
                </a:lnTo>
                <a:lnTo>
                  <a:pt x="38" y="451"/>
                </a:lnTo>
                <a:lnTo>
                  <a:pt x="39" y="451"/>
                </a:lnTo>
                <a:lnTo>
                  <a:pt x="40" y="451"/>
                </a:lnTo>
                <a:lnTo>
                  <a:pt x="41" y="451"/>
                </a:lnTo>
                <a:lnTo>
                  <a:pt x="41" y="450"/>
                </a:lnTo>
                <a:lnTo>
                  <a:pt x="42" y="450"/>
                </a:lnTo>
                <a:lnTo>
                  <a:pt x="41" y="449"/>
                </a:lnTo>
                <a:lnTo>
                  <a:pt x="40" y="449"/>
                </a:lnTo>
                <a:lnTo>
                  <a:pt x="40" y="448"/>
                </a:lnTo>
                <a:lnTo>
                  <a:pt x="40" y="447"/>
                </a:lnTo>
                <a:lnTo>
                  <a:pt x="40" y="446"/>
                </a:lnTo>
                <a:lnTo>
                  <a:pt x="40" y="445"/>
                </a:lnTo>
                <a:lnTo>
                  <a:pt x="39" y="445"/>
                </a:lnTo>
                <a:lnTo>
                  <a:pt x="38" y="444"/>
                </a:lnTo>
                <a:lnTo>
                  <a:pt x="37" y="444"/>
                </a:lnTo>
                <a:lnTo>
                  <a:pt x="37" y="443"/>
                </a:lnTo>
                <a:lnTo>
                  <a:pt x="38" y="443"/>
                </a:lnTo>
                <a:lnTo>
                  <a:pt x="37" y="442"/>
                </a:lnTo>
                <a:lnTo>
                  <a:pt x="37" y="441"/>
                </a:lnTo>
                <a:lnTo>
                  <a:pt x="38" y="441"/>
                </a:lnTo>
                <a:lnTo>
                  <a:pt x="37" y="441"/>
                </a:lnTo>
                <a:lnTo>
                  <a:pt x="37" y="440"/>
                </a:lnTo>
                <a:lnTo>
                  <a:pt x="36" y="440"/>
                </a:lnTo>
                <a:lnTo>
                  <a:pt x="35" y="439"/>
                </a:lnTo>
                <a:lnTo>
                  <a:pt x="34" y="439"/>
                </a:lnTo>
                <a:lnTo>
                  <a:pt x="33" y="440"/>
                </a:lnTo>
                <a:lnTo>
                  <a:pt x="33" y="439"/>
                </a:lnTo>
                <a:lnTo>
                  <a:pt x="33" y="440"/>
                </a:lnTo>
                <a:lnTo>
                  <a:pt x="32" y="440"/>
                </a:lnTo>
                <a:lnTo>
                  <a:pt x="31" y="441"/>
                </a:lnTo>
                <a:lnTo>
                  <a:pt x="31" y="440"/>
                </a:lnTo>
                <a:lnTo>
                  <a:pt x="30" y="440"/>
                </a:lnTo>
                <a:lnTo>
                  <a:pt x="29" y="440"/>
                </a:lnTo>
                <a:lnTo>
                  <a:pt x="28" y="440"/>
                </a:lnTo>
                <a:lnTo>
                  <a:pt x="28" y="439"/>
                </a:lnTo>
                <a:lnTo>
                  <a:pt x="27" y="439"/>
                </a:lnTo>
                <a:lnTo>
                  <a:pt x="27" y="440"/>
                </a:lnTo>
                <a:lnTo>
                  <a:pt x="27" y="441"/>
                </a:lnTo>
                <a:lnTo>
                  <a:pt x="26" y="441"/>
                </a:lnTo>
                <a:lnTo>
                  <a:pt x="25" y="441"/>
                </a:lnTo>
                <a:lnTo>
                  <a:pt x="24" y="441"/>
                </a:lnTo>
                <a:lnTo>
                  <a:pt x="24" y="442"/>
                </a:lnTo>
                <a:lnTo>
                  <a:pt x="23" y="442"/>
                </a:lnTo>
                <a:lnTo>
                  <a:pt x="23" y="443"/>
                </a:lnTo>
                <a:lnTo>
                  <a:pt x="22" y="443"/>
                </a:lnTo>
                <a:lnTo>
                  <a:pt x="21" y="443"/>
                </a:lnTo>
                <a:lnTo>
                  <a:pt x="20" y="443"/>
                </a:lnTo>
                <a:lnTo>
                  <a:pt x="20" y="442"/>
                </a:lnTo>
                <a:lnTo>
                  <a:pt x="19" y="442"/>
                </a:lnTo>
                <a:lnTo>
                  <a:pt x="17" y="442"/>
                </a:lnTo>
                <a:lnTo>
                  <a:pt x="16" y="442"/>
                </a:lnTo>
                <a:lnTo>
                  <a:pt x="16" y="441"/>
                </a:lnTo>
                <a:lnTo>
                  <a:pt x="16" y="440"/>
                </a:lnTo>
                <a:lnTo>
                  <a:pt x="15" y="440"/>
                </a:lnTo>
                <a:lnTo>
                  <a:pt x="15" y="439"/>
                </a:lnTo>
                <a:lnTo>
                  <a:pt x="14" y="438"/>
                </a:lnTo>
                <a:lnTo>
                  <a:pt x="14" y="437"/>
                </a:lnTo>
                <a:lnTo>
                  <a:pt x="15" y="436"/>
                </a:lnTo>
                <a:lnTo>
                  <a:pt x="15" y="435"/>
                </a:lnTo>
                <a:lnTo>
                  <a:pt x="15" y="434"/>
                </a:lnTo>
                <a:lnTo>
                  <a:pt x="15" y="433"/>
                </a:lnTo>
                <a:lnTo>
                  <a:pt x="16" y="432"/>
                </a:lnTo>
                <a:lnTo>
                  <a:pt x="16" y="431"/>
                </a:lnTo>
                <a:lnTo>
                  <a:pt x="15" y="431"/>
                </a:lnTo>
                <a:lnTo>
                  <a:pt x="15" y="430"/>
                </a:lnTo>
                <a:lnTo>
                  <a:pt x="15" y="429"/>
                </a:lnTo>
                <a:lnTo>
                  <a:pt x="16" y="429"/>
                </a:lnTo>
                <a:lnTo>
                  <a:pt x="16" y="428"/>
                </a:lnTo>
                <a:lnTo>
                  <a:pt x="17" y="428"/>
                </a:lnTo>
                <a:lnTo>
                  <a:pt x="17" y="427"/>
                </a:lnTo>
                <a:lnTo>
                  <a:pt x="17" y="426"/>
                </a:lnTo>
                <a:lnTo>
                  <a:pt x="16" y="426"/>
                </a:lnTo>
                <a:lnTo>
                  <a:pt x="16" y="425"/>
                </a:lnTo>
                <a:lnTo>
                  <a:pt x="17" y="425"/>
                </a:lnTo>
                <a:lnTo>
                  <a:pt x="17" y="424"/>
                </a:lnTo>
                <a:lnTo>
                  <a:pt x="17" y="423"/>
                </a:lnTo>
                <a:lnTo>
                  <a:pt x="17" y="422"/>
                </a:lnTo>
                <a:lnTo>
                  <a:pt x="17" y="421"/>
                </a:lnTo>
                <a:lnTo>
                  <a:pt x="16" y="421"/>
                </a:lnTo>
                <a:lnTo>
                  <a:pt x="17" y="421"/>
                </a:lnTo>
                <a:lnTo>
                  <a:pt x="17" y="420"/>
                </a:lnTo>
                <a:lnTo>
                  <a:pt x="16" y="420"/>
                </a:lnTo>
                <a:lnTo>
                  <a:pt x="16" y="419"/>
                </a:lnTo>
                <a:lnTo>
                  <a:pt x="15" y="418"/>
                </a:lnTo>
                <a:lnTo>
                  <a:pt x="14" y="419"/>
                </a:lnTo>
                <a:lnTo>
                  <a:pt x="12" y="418"/>
                </a:lnTo>
                <a:lnTo>
                  <a:pt x="11" y="418"/>
                </a:lnTo>
                <a:lnTo>
                  <a:pt x="11" y="417"/>
                </a:lnTo>
                <a:lnTo>
                  <a:pt x="10" y="417"/>
                </a:lnTo>
                <a:lnTo>
                  <a:pt x="10" y="416"/>
                </a:lnTo>
                <a:lnTo>
                  <a:pt x="9" y="415"/>
                </a:lnTo>
                <a:lnTo>
                  <a:pt x="9" y="414"/>
                </a:lnTo>
                <a:lnTo>
                  <a:pt x="9" y="413"/>
                </a:lnTo>
                <a:lnTo>
                  <a:pt x="8" y="413"/>
                </a:lnTo>
                <a:lnTo>
                  <a:pt x="7" y="412"/>
                </a:lnTo>
                <a:lnTo>
                  <a:pt x="7" y="411"/>
                </a:lnTo>
                <a:lnTo>
                  <a:pt x="7" y="410"/>
                </a:lnTo>
                <a:lnTo>
                  <a:pt x="6" y="409"/>
                </a:lnTo>
                <a:lnTo>
                  <a:pt x="5" y="409"/>
                </a:lnTo>
                <a:lnTo>
                  <a:pt x="5" y="408"/>
                </a:lnTo>
                <a:lnTo>
                  <a:pt x="4" y="408"/>
                </a:lnTo>
                <a:lnTo>
                  <a:pt x="5" y="407"/>
                </a:lnTo>
                <a:lnTo>
                  <a:pt x="5" y="406"/>
                </a:lnTo>
                <a:lnTo>
                  <a:pt x="6" y="406"/>
                </a:lnTo>
                <a:lnTo>
                  <a:pt x="7" y="406"/>
                </a:lnTo>
                <a:lnTo>
                  <a:pt x="7" y="405"/>
                </a:lnTo>
                <a:lnTo>
                  <a:pt x="8" y="405"/>
                </a:lnTo>
                <a:lnTo>
                  <a:pt x="8" y="404"/>
                </a:lnTo>
                <a:lnTo>
                  <a:pt x="9" y="404"/>
                </a:lnTo>
                <a:lnTo>
                  <a:pt x="10" y="404"/>
                </a:lnTo>
                <a:lnTo>
                  <a:pt x="10" y="403"/>
                </a:lnTo>
                <a:lnTo>
                  <a:pt x="11" y="403"/>
                </a:lnTo>
                <a:lnTo>
                  <a:pt x="12" y="403"/>
                </a:lnTo>
                <a:lnTo>
                  <a:pt x="12" y="402"/>
                </a:lnTo>
                <a:lnTo>
                  <a:pt x="11" y="402"/>
                </a:lnTo>
                <a:lnTo>
                  <a:pt x="10" y="402"/>
                </a:lnTo>
                <a:lnTo>
                  <a:pt x="9" y="402"/>
                </a:lnTo>
                <a:lnTo>
                  <a:pt x="8" y="401"/>
                </a:lnTo>
                <a:lnTo>
                  <a:pt x="8" y="400"/>
                </a:lnTo>
                <a:lnTo>
                  <a:pt x="9" y="400"/>
                </a:lnTo>
                <a:lnTo>
                  <a:pt x="9" y="399"/>
                </a:lnTo>
                <a:lnTo>
                  <a:pt x="9" y="398"/>
                </a:lnTo>
                <a:lnTo>
                  <a:pt x="10" y="398"/>
                </a:lnTo>
                <a:lnTo>
                  <a:pt x="10" y="397"/>
                </a:lnTo>
                <a:lnTo>
                  <a:pt x="10" y="396"/>
                </a:lnTo>
                <a:lnTo>
                  <a:pt x="10" y="395"/>
                </a:lnTo>
                <a:lnTo>
                  <a:pt x="9" y="395"/>
                </a:lnTo>
                <a:lnTo>
                  <a:pt x="9" y="394"/>
                </a:lnTo>
                <a:lnTo>
                  <a:pt x="8" y="394"/>
                </a:lnTo>
                <a:lnTo>
                  <a:pt x="9" y="394"/>
                </a:lnTo>
                <a:lnTo>
                  <a:pt x="9" y="393"/>
                </a:lnTo>
                <a:lnTo>
                  <a:pt x="10" y="393"/>
                </a:lnTo>
                <a:lnTo>
                  <a:pt x="11" y="393"/>
                </a:lnTo>
                <a:lnTo>
                  <a:pt x="12" y="393"/>
                </a:lnTo>
                <a:lnTo>
                  <a:pt x="13" y="393"/>
                </a:lnTo>
                <a:lnTo>
                  <a:pt x="13" y="392"/>
                </a:lnTo>
                <a:lnTo>
                  <a:pt x="14" y="392"/>
                </a:lnTo>
                <a:lnTo>
                  <a:pt x="15" y="392"/>
                </a:lnTo>
                <a:lnTo>
                  <a:pt x="16" y="392"/>
                </a:lnTo>
                <a:lnTo>
                  <a:pt x="17" y="392"/>
                </a:lnTo>
                <a:lnTo>
                  <a:pt x="18" y="391"/>
                </a:lnTo>
                <a:lnTo>
                  <a:pt x="18" y="390"/>
                </a:lnTo>
                <a:lnTo>
                  <a:pt x="19" y="389"/>
                </a:lnTo>
                <a:lnTo>
                  <a:pt x="20" y="389"/>
                </a:lnTo>
                <a:lnTo>
                  <a:pt x="20" y="388"/>
                </a:lnTo>
                <a:lnTo>
                  <a:pt x="21" y="388"/>
                </a:lnTo>
                <a:lnTo>
                  <a:pt x="22" y="388"/>
                </a:lnTo>
                <a:lnTo>
                  <a:pt x="23" y="387"/>
                </a:lnTo>
                <a:lnTo>
                  <a:pt x="24" y="388"/>
                </a:lnTo>
                <a:lnTo>
                  <a:pt x="25" y="388"/>
                </a:lnTo>
                <a:lnTo>
                  <a:pt x="26" y="388"/>
                </a:lnTo>
                <a:lnTo>
                  <a:pt x="26" y="387"/>
                </a:lnTo>
                <a:lnTo>
                  <a:pt x="27" y="387"/>
                </a:lnTo>
                <a:lnTo>
                  <a:pt x="27" y="386"/>
                </a:lnTo>
                <a:lnTo>
                  <a:pt x="28" y="386"/>
                </a:lnTo>
                <a:lnTo>
                  <a:pt x="28" y="385"/>
                </a:lnTo>
                <a:lnTo>
                  <a:pt x="29" y="385"/>
                </a:lnTo>
                <a:lnTo>
                  <a:pt x="30" y="384"/>
                </a:lnTo>
                <a:lnTo>
                  <a:pt x="30" y="383"/>
                </a:lnTo>
                <a:lnTo>
                  <a:pt x="29" y="383"/>
                </a:lnTo>
                <a:lnTo>
                  <a:pt x="30" y="383"/>
                </a:lnTo>
                <a:lnTo>
                  <a:pt x="31" y="383"/>
                </a:lnTo>
                <a:lnTo>
                  <a:pt x="31" y="382"/>
                </a:lnTo>
                <a:lnTo>
                  <a:pt x="32" y="382"/>
                </a:lnTo>
                <a:lnTo>
                  <a:pt x="33" y="382"/>
                </a:lnTo>
                <a:lnTo>
                  <a:pt x="33" y="381"/>
                </a:lnTo>
                <a:lnTo>
                  <a:pt x="32" y="381"/>
                </a:lnTo>
                <a:lnTo>
                  <a:pt x="32" y="380"/>
                </a:lnTo>
                <a:lnTo>
                  <a:pt x="31" y="380"/>
                </a:lnTo>
                <a:lnTo>
                  <a:pt x="31" y="379"/>
                </a:lnTo>
                <a:lnTo>
                  <a:pt x="30" y="379"/>
                </a:lnTo>
                <a:lnTo>
                  <a:pt x="29" y="379"/>
                </a:lnTo>
                <a:lnTo>
                  <a:pt x="28" y="379"/>
                </a:lnTo>
                <a:lnTo>
                  <a:pt x="27" y="379"/>
                </a:lnTo>
                <a:lnTo>
                  <a:pt x="27" y="378"/>
                </a:lnTo>
                <a:lnTo>
                  <a:pt x="28" y="378"/>
                </a:lnTo>
                <a:lnTo>
                  <a:pt x="27" y="378"/>
                </a:lnTo>
                <a:lnTo>
                  <a:pt x="27" y="377"/>
                </a:lnTo>
                <a:lnTo>
                  <a:pt x="27" y="376"/>
                </a:lnTo>
                <a:lnTo>
                  <a:pt x="27" y="375"/>
                </a:lnTo>
                <a:lnTo>
                  <a:pt x="27" y="374"/>
                </a:lnTo>
                <a:lnTo>
                  <a:pt x="27" y="373"/>
                </a:lnTo>
                <a:lnTo>
                  <a:pt x="27" y="372"/>
                </a:lnTo>
                <a:lnTo>
                  <a:pt x="28" y="372"/>
                </a:lnTo>
                <a:lnTo>
                  <a:pt x="28" y="371"/>
                </a:lnTo>
                <a:lnTo>
                  <a:pt x="29" y="371"/>
                </a:lnTo>
                <a:lnTo>
                  <a:pt x="30" y="371"/>
                </a:lnTo>
                <a:lnTo>
                  <a:pt x="30" y="372"/>
                </a:lnTo>
                <a:lnTo>
                  <a:pt x="31" y="372"/>
                </a:lnTo>
                <a:lnTo>
                  <a:pt x="32" y="371"/>
                </a:lnTo>
                <a:lnTo>
                  <a:pt x="33" y="371"/>
                </a:lnTo>
                <a:lnTo>
                  <a:pt x="33" y="369"/>
                </a:lnTo>
                <a:lnTo>
                  <a:pt x="32" y="369"/>
                </a:lnTo>
                <a:lnTo>
                  <a:pt x="32" y="368"/>
                </a:lnTo>
                <a:lnTo>
                  <a:pt x="31" y="368"/>
                </a:lnTo>
                <a:lnTo>
                  <a:pt x="31" y="367"/>
                </a:lnTo>
                <a:lnTo>
                  <a:pt x="30" y="366"/>
                </a:lnTo>
                <a:lnTo>
                  <a:pt x="30" y="365"/>
                </a:lnTo>
                <a:lnTo>
                  <a:pt x="29" y="365"/>
                </a:lnTo>
                <a:lnTo>
                  <a:pt x="29" y="364"/>
                </a:lnTo>
                <a:lnTo>
                  <a:pt x="30" y="364"/>
                </a:lnTo>
                <a:lnTo>
                  <a:pt x="31" y="364"/>
                </a:lnTo>
                <a:lnTo>
                  <a:pt x="31" y="363"/>
                </a:lnTo>
                <a:lnTo>
                  <a:pt x="31" y="362"/>
                </a:lnTo>
                <a:lnTo>
                  <a:pt x="31" y="361"/>
                </a:lnTo>
                <a:lnTo>
                  <a:pt x="31" y="360"/>
                </a:lnTo>
                <a:lnTo>
                  <a:pt x="31" y="359"/>
                </a:lnTo>
                <a:lnTo>
                  <a:pt x="32" y="359"/>
                </a:lnTo>
                <a:lnTo>
                  <a:pt x="31" y="358"/>
                </a:lnTo>
                <a:lnTo>
                  <a:pt x="31" y="357"/>
                </a:lnTo>
                <a:lnTo>
                  <a:pt x="32" y="357"/>
                </a:lnTo>
                <a:lnTo>
                  <a:pt x="32" y="355"/>
                </a:lnTo>
                <a:lnTo>
                  <a:pt x="31" y="355"/>
                </a:lnTo>
                <a:lnTo>
                  <a:pt x="31" y="354"/>
                </a:lnTo>
                <a:lnTo>
                  <a:pt x="32" y="353"/>
                </a:lnTo>
                <a:lnTo>
                  <a:pt x="33" y="353"/>
                </a:lnTo>
                <a:lnTo>
                  <a:pt x="34" y="353"/>
                </a:lnTo>
                <a:lnTo>
                  <a:pt x="34" y="352"/>
                </a:lnTo>
                <a:lnTo>
                  <a:pt x="34" y="351"/>
                </a:lnTo>
                <a:lnTo>
                  <a:pt x="33" y="350"/>
                </a:lnTo>
                <a:lnTo>
                  <a:pt x="33" y="349"/>
                </a:lnTo>
                <a:lnTo>
                  <a:pt x="34" y="349"/>
                </a:lnTo>
                <a:lnTo>
                  <a:pt x="34" y="348"/>
                </a:lnTo>
                <a:lnTo>
                  <a:pt x="34" y="347"/>
                </a:lnTo>
                <a:lnTo>
                  <a:pt x="34" y="346"/>
                </a:lnTo>
                <a:lnTo>
                  <a:pt x="35" y="345"/>
                </a:lnTo>
                <a:lnTo>
                  <a:pt x="36" y="345"/>
                </a:lnTo>
                <a:lnTo>
                  <a:pt x="36" y="344"/>
                </a:lnTo>
                <a:lnTo>
                  <a:pt x="35" y="343"/>
                </a:lnTo>
                <a:lnTo>
                  <a:pt x="34" y="343"/>
                </a:lnTo>
                <a:lnTo>
                  <a:pt x="33" y="343"/>
                </a:lnTo>
                <a:lnTo>
                  <a:pt x="32" y="343"/>
                </a:lnTo>
                <a:lnTo>
                  <a:pt x="31" y="343"/>
                </a:lnTo>
                <a:lnTo>
                  <a:pt x="31" y="344"/>
                </a:lnTo>
                <a:lnTo>
                  <a:pt x="31" y="343"/>
                </a:lnTo>
                <a:lnTo>
                  <a:pt x="30" y="343"/>
                </a:lnTo>
                <a:lnTo>
                  <a:pt x="29" y="343"/>
                </a:lnTo>
                <a:lnTo>
                  <a:pt x="29" y="344"/>
                </a:lnTo>
                <a:lnTo>
                  <a:pt x="28" y="344"/>
                </a:lnTo>
                <a:lnTo>
                  <a:pt x="27" y="344"/>
                </a:lnTo>
                <a:lnTo>
                  <a:pt x="26" y="344"/>
                </a:lnTo>
                <a:lnTo>
                  <a:pt x="25" y="344"/>
                </a:lnTo>
                <a:lnTo>
                  <a:pt x="24" y="344"/>
                </a:lnTo>
                <a:lnTo>
                  <a:pt x="23" y="344"/>
                </a:lnTo>
                <a:lnTo>
                  <a:pt x="22" y="344"/>
                </a:lnTo>
                <a:lnTo>
                  <a:pt x="22" y="343"/>
                </a:lnTo>
                <a:lnTo>
                  <a:pt x="20" y="343"/>
                </a:lnTo>
                <a:lnTo>
                  <a:pt x="19" y="343"/>
                </a:lnTo>
                <a:lnTo>
                  <a:pt x="18" y="343"/>
                </a:lnTo>
                <a:lnTo>
                  <a:pt x="17" y="343"/>
                </a:lnTo>
                <a:lnTo>
                  <a:pt x="16" y="343"/>
                </a:lnTo>
                <a:lnTo>
                  <a:pt x="15" y="343"/>
                </a:lnTo>
                <a:lnTo>
                  <a:pt x="14" y="343"/>
                </a:lnTo>
                <a:lnTo>
                  <a:pt x="13" y="343"/>
                </a:lnTo>
                <a:lnTo>
                  <a:pt x="13" y="342"/>
                </a:lnTo>
                <a:lnTo>
                  <a:pt x="12" y="342"/>
                </a:lnTo>
                <a:lnTo>
                  <a:pt x="11" y="342"/>
                </a:lnTo>
                <a:lnTo>
                  <a:pt x="12" y="342"/>
                </a:lnTo>
                <a:lnTo>
                  <a:pt x="12" y="341"/>
                </a:lnTo>
                <a:lnTo>
                  <a:pt x="12" y="342"/>
                </a:lnTo>
                <a:lnTo>
                  <a:pt x="13" y="342"/>
                </a:lnTo>
                <a:lnTo>
                  <a:pt x="14" y="342"/>
                </a:lnTo>
                <a:lnTo>
                  <a:pt x="14" y="341"/>
                </a:lnTo>
                <a:lnTo>
                  <a:pt x="13" y="341"/>
                </a:lnTo>
                <a:lnTo>
                  <a:pt x="12" y="341"/>
                </a:lnTo>
                <a:lnTo>
                  <a:pt x="11" y="340"/>
                </a:lnTo>
                <a:lnTo>
                  <a:pt x="10" y="340"/>
                </a:lnTo>
                <a:lnTo>
                  <a:pt x="9" y="339"/>
                </a:lnTo>
                <a:lnTo>
                  <a:pt x="8" y="339"/>
                </a:lnTo>
                <a:lnTo>
                  <a:pt x="7" y="338"/>
                </a:lnTo>
                <a:lnTo>
                  <a:pt x="7" y="339"/>
                </a:lnTo>
                <a:lnTo>
                  <a:pt x="6" y="339"/>
                </a:lnTo>
                <a:lnTo>
                  <a:pt x="5" y="339"/>
                </a:lnTo>
                <a:lnTo>
                  <a:pt x="5" y="338"/>
                </a:lnTo>
                <a:lnTo>
                  <a:pt x="4" y="338"/>
                </a:lnTo>
                <a:lnTo>
                  <a:pt x="3" y="338"/>
                </a:lnTo>
                <a:lnTo>
                  <a:pt x="3" y="337"/>
                </a:lnTo>
                <a:lnTo>
                  <a:pt x="2" y="337"/>
                </a:lnTo>
                <a:lnTo>
                  <a:pt x="2" y="335"/>
                </a:lnTo>
                <a:lnTo>
                  <a:pt x="3" y="334"/>
                </a:lnTo>
                <a:lnTo>
                  <a:pt x="3" y="333"/>
                </a:lnTo>
                <a:lnTo>
                  <a:pt x="2" y="333"/>
                </a:lnTo>
                <a:lnTo>
                  <a:pt x="2" y="332"/>
                </a:lnTo>
                <a:lnTo>
                  <a:pt x="2" y="331"/>
                </a:lnTo>
                <a:lnTo>
                  <a:pt x="2" y="330"/>
                </a:lnTo>
                <a:lnTo>
                  <a:pt x="3" y="330"/>
                </a:lnTo>
                <a:lnTo>
                  <a:pt x="3" y="329"/>
                </a:lnTo>
                <a:lnTo>
                  <a:pt x="2" y="329"/>
                </a:lnTo>
                <a:lnTo>
                  <a:pt x="2" y="328"/>
                </a:lnTo>
                <a:lnTo>
                  <a:pt x="1" y="328"/>
                </a:lnTo>
                <a:lnTo>
                  <a:pt x="1" y="327"/>
                </a:lnTo>
                <a:lnTo>
                  <a:pt x="0" y="327"/>
                </a:lnTo>
                <a:lnTo>
                  <a:pt x="0" y="326"/>
                </a:lnTo>
                <a:lnTo>
                  <a:pt x="1" y="326"/>
                </a:lnTo>
                <a:lnTo>
                  <a:pt x="1" y="325"/>
                </a:lnTo>
                <a:lnTo>
                  <a:pt x="1" y="324"/>
                </a:lnTo>
                <a:lnTo>
                  <a:pt x="2" y="324"/>
                </a:lnTo>
                <a:lnTo>
                  <a:pt x="3" y="324"/>
                </a:lnTo>
                <a:lnTo>
                  <a:pt x="3" y="325"/>
                </a:lnTo>
                <a:lnTo>
                  <a:pt x="4" y="325"/>
                </a:lnTo>
                <a:lnTo>
                  <a:pt x="4" y="326"/>
                </a:lnTo>
                <a:lnTo>
                  <a:pt x="5" y="326"/>
                </a:lnTo>
                <a:lnTo>
                  <a:pt x="6" y="326"/>
                </a:lnTo>
                <a:lnTo>
                  <a:pt x="7" y="326"/>
                </a:lnTo>
                <a:lnTo>
                  <a:pt x="8" y="326"/>
                </a:lnTo>
                <a:lnTo>
                  <a:pt x="9" y="326"/>
                </a:lnTo>
                <a:lnTo>
                  <a:pt x="10" y="326"/>
                </a:lnTo>
                <a:lnTo>
                  <a:pt x="11" y="326"/>
                </a:lnTo>
                <a:lnTo>
                  <a:pt x="12" y="326"/>
                </a:lnTo>
                <a:lnTo>
                  <a:pt x="13" y="326"/>
                </a:lnTo>
                <a:lnTo>
                  <a:pt x="14" y="326"/>
                </a:lnTo>
                <a:lnTo>
                  <a:pt x="14" y="325"/>
                </a:lnTo>
                <a:lnTo>
                  <a:pt x="15" y="325"/>
                </a:lnTo>
                <a:lnTo>
                  <a:pt x="16" y="325"/>
                </a:lnTo>
                <a:lnTo>
                  <a:pt x="18" y="325"/>
                </a:lnTo>
                <a:lnTo>
                  <a:pt x="19" y="324"/>
                </a:lnTo>
                <a:lnTo>
                  <a:pt x="20" y="324"/>
                </a:lnTo>
                <a:lnTo>
                  <a:pt x="21" y="324"/>
                </a:lnTo>
                <a:lnTo>
                  <a:pt x="21" y="323"/>
                </a:lnTo>
                <a:lnTo>
                  <a:pt x="22" y="323"/>
                </a:lnTo>
                <a:lnTo>
                  <a:pt x="22" y="322"/>
                </a:lnTo>
                <a:lnTo>
                  <a:pt x="23" y="322"/>
                </a:lnTo>
                <a:lnTo>
                  <a:pt x="23" y="321"/>
                </a:lnTo>
                <a:lnTo>
                  <a:pt x="24" y="321"/>
                </a:lnTo>
                <a:lnTo>
                  <a:pt x="25" y="320"/>
                </a:lnTo>
                <a:lnTo>
                  <a:pt x="26" y="320"/>
                </a:lnTo>
                <a:lnTo>
                  <a:pt x="26" y="319"/>
                </a:lnTo>
                <a:lnTo>
                  <a:pt x="27" y="319"/>
                </a:lnTo>
                <a:lnTo>
                  <a:pt x="28" y="319"/>
                </a:lnTo>
                <a:lnTo>
                  <a:pt x="29" y="319"/>
                </a:lnTo>
                <a:lnTo>
                  <a:pt x="29" y="320"/>
                </a:lnTo>
                <a:lnTo>
                  <a:pt x="30" y="320"/>
                </a:lnTo>
                <a:lnTo>
                  <a:pt x="31" y="320"/>
                </a:lnTo>
                <a:lnTo>
                  <a:pt x="32" y="320"/>
                </a:lnTo>
                <a:lnTo>
                  <a:pt x="32" y="321"/>
                </a:lnTo>
                <a:lnTo>
                  <a:pt x="33" y="321"/>
                </a:lnTo>
                <a:lnTo>
                  <a:pt x="34" y="321"/>
                </a:lnTo>
                <a:lnTo>
                  <a:pt x="35" y="321"/>
                </a:lnTo>
                <a:lnTo>
                  <a:pt x="36" y="321"/>
                </a:lnTo>
                <a:lnTo>
                  <a:pt x="37" y="321"/>
                </a:lnTo>
                <a:lnTo>
                  <a:pt x="37" y="320"/>
                </a:lnTo>
                <a:lnTo>
                  <a:pt x="37" y="321"/>
                </a:lnTo>
                <a:lnTo>
                  <a:pt x="37" y="320"/>
                </a:lnTo>
                <a:lnTo>
                  <a:pt x="38" y="320"/>
                </a:lnTo>
                <a:lnTo>
                  <a:pt x="38" y="321"/>
                </a:lnTo>
                <a:lnTo>
                  <a:pt x="39" y="321"/>
                </a:lnTo>
                <a:lnTo>
                  <a:pt x="40" y="321"/>
                </a:lnTo>
                <a:lnTo>
                  <a:pt x="41" y="321"/>
                </a:lnTo>
                <a:lnTo>
                  <a:pt x="40" y="321"/>
                </a:lnTo>
                <a:lnTo>
                  <a:pt x="41" y="321"/>
                </a:lnTo>
                <a:lnTo>
                  <a:pt x="41" y="320"/>
                </a:lnTo>
                <a:lnTo>
                  <a:pt x="42" y="320"/>
                </a:lnTo>
                <a:lnTo>
                  <a:pt x="43" y="321"/>
                </a:lnTo>
                <a:lnTo>
                  <a:pt x="45" y="321"/>
                </a:lnTo>
                <a:lnTo>
                  <a:pt x="46" y="321"/>
                </a:lnTo>
                <a:lnTo>
                  <a:pt x="47" y="321"/>
                </a:lnTo>
                <a:lnTo>
                  <a:pt x="48" y="321"/>
                </a:lnTo>
                <a:lnTo>
                  <a:pt x="48" y="322"/>
                </a:lnTo>
                <a:lnTo>
                  <a:pt x="49" y="322"/>
                </a:lnTo>
                <a:lnTo>
                  <a:pt x="49" y="321"/>
                </a:lnTo>
                <a:lnTo>
                  <a:pt x="49" y="320"/>
                </a:lnTo>
                <a:lnTo>
                  <a:pt x="49" y="319"/>
                </a:lnTo>
                <a:lnTo>
                  <a:pt x="49" y="318"/>
                </a:lnTo>
                <a:lnTo>
                  <a:pt x="49" y="317"/>
                </a:lnTo>
                <a:lnTo>
                  <a:pt x="49" y="316"/>
                </a:lnTo>
                <a:lnTo>
                  <a:pt x="48" y="316"/>
                </a:lnTo>
                <a:lnTo>
                  <a:pt x="48" y="315"/>
                </a:lnTo>
                <a:lnTo>
                  <a:pt x="49" y="315"/>
                </a:lnTo>
                <a:lnTo>
                  <a:pt x="49" y="314"/>
                </a:lnTo>
                <a:lnTo>
                  <a:pt x="50" y="314"/>
                </a:lnTo>
                <a:lnTo>
                  <a:pt x="51" y="314"/>
                </a:lnTo>
                <a:lnTo>
                  <a:pt x="51" y="313"/>
                </a:lnTo>
                <a:lnTo>
                  <a:pt x="52" y="313"/>
                </a:lnTo>
                <a:lnTo>
                  <a:pt x="53" y="312"/>
                </a:lnTo>
                <a:lnTo>
                  <a:pt x="54" y="311"/>
                </a:lnTo>
                <a:lnTo>
                  <a:pt x="55" y="310"/>
                </a:lnTo>
                <a:lnTo>
                  <a:pt x="55" y="309"/>
                </a:lnTo>
                <a:lnTo>
                  <a:pt x="55" y="308"/>
                </a:lnTo>
                <a:lnTo>
                  <a:pt x="55" y="307"/>
                </a:lnTo>
                <a:lnTo>
                  <a:pt x="56" y="306"/>
                </a:lnTo>
                <a:lnTo>
                  <a:pt x="56" y="305"/>
                </a:lnTo>
                <a:lnTo>
                  <a:pt x="56" y="304"/>
                </a:lnTo>
                <a:lnTo>
                  <a:pt x="56" y="303"/>
                </a:lnTo>
                <a:lnTo>
                  <a:pt x="56" y="302"/>
                </a:lnTo>
                <a:lnTo>
                  <a:pt x="55" y="302"/>
                </a:lnTo>
                <a:lnTo>
                  <a:pt x="55" y="301"/>
                </a:lnTo>
                <a:lnTo>
                  <a:pt x="54" y="301"/>
                </a:lnTo>
                <a:lnTo>
                  <a:pt x="54" y="300"/>
                </a:lnTo>
                <a:lnTo>
                  <a:pt x="55" y="300"/>
                </a:lnTo>
                <a:lnTo>
                  <a:pt x="55" y="301"/>
                </a:lnTo>
                <a:lnTo>
                  <a:pt x="56" y="300"/>
                </a:lnTo>
                <a:lnTo>
                  <a:pt x="58" y="300"/>
                </a:lnTo>
                <a:lnTo>
                  <a:pt x="58" y="301"/>
                </a:lnTo>
                <a:lnTo>
                  <a:pt x="58" y="302"/>
                </a:lnTo>
                <a:lnTo>
                  <a:pt x="59" y="302"/>
                </a:lnTo>
                <a:lnTo>
                  <a:pt x="60" y="303"/>
                </a:lnTo>
                <a:lnTo>
                  <a:pt x="60" y="302"/>
                </a:lnTo>
                <a:lnTo>
                  <a:pt x="61" y="302"/>
                </a:lnTo>
                <a:lnTo>
                  <a:pt x="61" y="303"/>
                </a:lnTo>
                <a:lnTo>
                  <a:pt x="62" y="303"/>
                </a:lnTo>
                <a:lnTo>
                  <a:pt x="63" y="303"/>
                </a:lnTo>
                <a:lnTo>
                  <a:pt x="64" y="303"/>
                </a:lnTo>
                <a:lnTo>
                  <a:pt x="65" y="303"/>
                </a:lnTo>
                <a:lnTo>
                  <a:pt x="66" y="304"/>
                </a:lnTo>
                <a:lnTo>
                  <a:pt x="67" y="304"/>
                </a:lnTo>
                <a:lnTo>
                  <a:pt x="66" y="305"/>
                </a:lnTo>
                <a:lnTo>
                  <a:pt x="66" y="306"/>
                </a:lnTo>
                <a:lnTo>
                  <a:pt x="65" y="307"/>
                </a:lnTo>
                <a:lnTo>
                  <a:pt x="66" y="307"/>
                </a:lnTo>
                <a:lnTo>
                  <a:pt x="66" y="308"/>
                </a:lnTo>
                <a:lnTo>
                  <a:pt x="67" y="308"/>
                </a:lnTo>
                <a:lnTo>
                  <a:pt x="68" y="309"/>
                </a:lnTo>
                <a:lnTo>
                  <a:pt x="69" y="309"/>
                </a:lnTo>
                <a:lnTo>
                  <a:pt x="70" y="309"/>
                </a:lnTo>
                <a:lnTo>
                  <a:pt x="71" y="309"/>
                </a:lnTo>
                <a:lnTo>
                  <a:pt x="72" y="309"/>
                </a:lnTo>
                <a:lnTo>
                  <a:pt x="72" y="310"/>
                </a:lnTo>
                <a:lnTo>
                  <a:pt x="73" y="310"/>
                </a:lnTo>
                <a:lnTo>
                  <a:pt x="73" y="311"/>
                </a:lnTo>
                <a:lnTo>
                  <a:pt x="74" y="311"/>
                </a:lnTo>
                <a:lnTo>
                  <a:pt x="75" y="312"/>
                </a:lnTo>
                <a:lnTo>
                  <a:pt x="76" y="312"/>
                </a:lnTo>
                <a:lnTo>
                  <a:pt x="77" y="312"/>
                </a:lnTo>
                <a:lnTo>
                  <a:pt x="77" y="313"/>
                </a:lnTo>
                <a:lnTo>
                  <a:pt x="77" y="312"/>
                </a:lnTo>
                <a:lnTo>
                  <a:pt x="78" y="312"/>
                </a:lnTo>
                <a:lnTo>
                  <a:pt x="79" y="312"/>
                </a:lnTo>
                <a:lnTo>
                  <a:pt x="80" y="312"/>
                </a:lnTo>
                <a:lnTo>
                  <a:pt x="81" y="312"/>
                </a:lnTo>
                <a:lnTo>
                  <a:pt x="83" y="312"/>
                </a:lnTo>
                <a:lnTo>
                  <a:pt x="84" y="313"/>
                </a:lnTo>
                <a:lnTo>
                  <a:pt x="84" y="314"/>
                </a:lnTo>
                <a:lnTo>
                  <a:pt x="85" y="314"/>
                </a:lnTo>
                <a:lnTo>
                  <a:pt x="86" y="314"/>
                </a:lnTo>
                <a:lnTo>
                  <a:pt x="87" y="314"/>
                </a:lnTo>
                <a:lnTo>
                  <a:pt x="88" y="314"/>
                </a:lnTo>
                <a:lnTo>
                  <a:pt x="90" y="314"/>
                </a:lnTo>
                <a:lnTo>
                  <a:pt x="91" y="314"/>
                </a:lnTo>
                <a:lnTo>
                  <a:pt x="93" y="315"/>
                </a:lnTo>
                <a:lnTo>
                  <a:pt x="94" y="315"/>
                </a:lnTo>
                <a:lnTo>
                  <a:pt x="95" y="315"/>
                </a:lnTo>
                <a:lnTo>
                  <a:pt x="97" y="315"/>
                </a:lnTo>
                <a:lnTo>
                  <a:pt x="98" y="315"/>
                </a:lnTo>
                <a:lnTo>
                  <a:pt x="98" y="314"/>
                </a:lnTo>
                <a:lnTo>
                  <a:pt x="99" y="314"/>
                </a:lnTo>
                <a:lnTo>
                  <a:pt x="101" y="314"/>
                </a:lnTo>
                <a:lnTo>
                  <a:pt x="101" y="313"/>
                </a:lnTo>
                <a:lnTo>
                  <a:pt x="102" y="313"/>
                </a:lnTo>
                <a:lnTo>
                  <a:pt x="102" y="314"/>
                </a:lnTo>
                <a:lnTo>
                  <a:pt x="104" y="314"/>
                </a:lnTo>
                <a:lnTo>
                  <a:pt x="105" y="315"/>
                </a:lnTo>
                <a:lnTo>
                  <a:pt x="106" y="315"/>
                </a:lnTo>
                <a:lnTo>
                  <a:pt x="107" y="315"/>
                </a:lnTo>
                <a:lnTo>
                  <a:pt x="108" y="315"/>
                </a:lnTo>
                <a:lnTo>
                  <a:pt x="109" y="316"/>
                </a:lnTo>
                <a:lnTo>
                  <a:pt x="110" y="316"/>
                </a:lnTo>
                <a:lnTo>
                  <a:pt x="110" y="315"/>
                </a:lnTo>
                <a:lnTo>
                  <a:pt x="111" y="315"/>
                </a:lnTo>
                <a:lnTo>
                  <a:pt x="112" y="315"/>
                </a:lnTo>
                <a:lnTo>
                  <a:pt x="113" y="315"/>
                </a:lnTo>
                <a:lnTo>
                  <a:pt x="115" y="315"/>
                </a:lnTo>
                <a:lnTo>
                  <a:pt x="116" y="316"/>
                </a:lnTo>
                <a:lnTo>
                  <a:pt x="117" y="316"/>
                </a:lnTo>
                <a:lnTo>
                  <a:pt x="118" y="317"/>
                </a:lnTo>
                <a:lnTo>
                  <a:pt x="119" y="317"/>
                </a:lnTo>
                <a:lnTo>
                  <a:pt x="119" y="318"/>
                </a:lnTo>
                <a:lnTo>
                  <a:pt x="120" y="318"/>
                </a:lnTo>
                <a:lnTo>
                  <a:pt x="120" y="319"/>
                </a:lnTo>
                <a:lnTo>
                  <a:pt x="121" y="319"/>
                </a:lnTo>
                <a:lnTo>
                  <a:pt x="122" y="319"/>
                </a:lnTo>
                <a:lnTo>
                  <a:pt x="123" y="319"/>
                </a:lnTo>
                <a:lnTo>
                  <a:pt x="123" y="320"/>
                </a:lnTo>
                <a:lnTo>
                  <a:pt x="124" y="320"/>
                </a:lnTo>
                <a:lnTo>
                  <a:pt x="124" y="321"/>
                </a:lnTo>
                <a:lnTo>
                  <a:pt x="125" y="321"/>
                </a:lnTo>
                <a:lnTo>
                  <a:pt x="125" y="322"/>
                </a:lnTo>
                <a:lnTo>
                  <a:pt x="125" y="323"/>
                </a:lnTo>
                <a:lnTo>
                  <a:pt x="126" y="324"/>
                </a:lnTo>
                <a:lnTo>
                  <a:pt x="127" y="324"/>
                </a:lnTo>
                <a:lnTo>
                  <a:pt x="128" y="324"/>
                </a:lnTo>
                <a:lnTo>
                  <a:pt x="128" y="325"/>
                </a:lnTo>
                <a:lnTo>
                  <a:pt x="127" y="325"/>
                </a:lnTo>
                <a:lnTo>
                  <a:pt x="128" y="325"/>
                </a:lnTo>
                <a:lnTo>
                  <a:pt x="128" y="326"/>
                </a:lnTo>
                <a:lnTo>
                  <a:pt x="130" y="327"/>
                </a:lnTo>
                <a:lnTo>
                  <a:pt x="132" y="327"/>
                </a:lnTo>
                <a:lnTo>
                  <a:pt x="132" y="326"/>
                </a:lnTo>
                <a:lnTo>
                  <a:pt x="133" y="326"/>
                </a:lnTo>
                <a:lnTo>
                  <a:pt x="134" y="326"/>
                </a:lnTo>
                <a:lnTo>
                  <a:pt x="135" y="326"/>
                </a:lnTo>
                <a:lnTo>
                  <a:pt x="136" y="325"/>
                </a:lnTo>
                <a:lnTo>
                  <a:pt x="136" y="326"/>
                </a:lnTo>
                <a:lnTo>
                  <a:pt x="137" y="326"/>
                </a:lnTo>
                <a:lnTo>
                  <a:pt x="137" y="325"/>
                </a:lnTo>
                <a:lnTo>
                  <a:pt x="138" y="325"/>
                </a:lnTo>
                <a:lnTo>
                  <a:pt x="138" y="324"/>
                </a:lnTo>
                <a:lnTo>
                  <a:pt x="139" y="324"/>
                </a:lnTo>
                <a:lnTo>
                  <a:pt x="139" y="323"/>
                </a:lnTo>
                <a:lnTo>
                  <a:pt x="140" y="323"/>
                </a:lnTo>
                <a:lnTo>
                  <a:pt x="140" y="322"/>
                </a:lnTo>
                <a:lnTo>
                  <a:pt x="140" y="321"/>
                </a:lnTo>
                <a:lnTo>
                  <a:pt x="140" y="320"/>
                </a:lnTo>
                <a:lnTo>
                  <a:pt x="140" y="319"/>
                </a:lnTo>
                <a:lnTo>
                  <a:pt x="141" y="319"/>
                </a:lnTo>
                <a:lnTo>
                  <a:pt x="142" y="319"/>
                </a:lnTo>
                <a:lnTo>
                  <a:pt x="142" y="318"/>
                </a:lnTo>
                <a:lnTo>
                  <a:pt x="143" y="318"/>
                </a:lnTo>
                <a:lnTo>
                  <a:pt x="144" y="318"/>
                </a:lnTo>
                <a:lnTo>
                  <a:pt x="145" y="318"/>
                </a:lnTo>
                <a:lnTo>
                  <a:pt x="146" y="318"/>
                </a:lnTo>
                <a:lnTo>
                  <a:pt x="147" y="318"/>
                </a:lnTo>
                <a:lnTo>
                  <a:pt x="147" y="319"/>
                </a:lnTo>
                <a:lnTo>
                  <a:pt x="148" y="319"/>
                </a:lnTo>
                <a:lnTo>
                  <a:pt x="149" y="319"/>
                </a:lnTo>
                <a:lnTo>
                  <a:pt x="150" y="319"/>
                </a:lnTo>
                <a:lnTo>
                  <a:pt x="151" y="319"/>
                </a:lnTo>
                <a:lnTo>
                  <a:pt x="151" y="320"/>
                </a:lnTo>
                <a:lnTo>
                  <a:pt x="152" y="319"/>
                </a:lnTo>
                <a:lnTo>
                  <a:pt x="154" y="319"/>
                </a:lnTo>
                <a:lnTo>
                  <a:pt x="154" y="318"/>
                </a:lnTo>
                <a:lnTo>
                  <a:pt x="155" y="318"/>
                </a:lnTo>
                <a:lnTo>
                  <a:pt x="155" y="317"/>
                </a:lnTo>
                <a:lnTo>
                  <a:pt x="155" y="316"/>
                </a:lnTo>
                <a:lnTo>
                  <a:pt x="155" y="315"/>
                </a:lnTo>
                <a:lnTo>
                  <a:pt x="155" y="314"/>
                </a:lnTo>
                <a:lnTo>
                  <a:pt x="154" y="314"/>
                </a:lnTo>
                <a:lnTo>
                  <a:pt x="154" y="313"/>
                </a:lnTo>
                <a:lnTo>
                  <a:pt x="153" y="312"/>
                </a:lnTo>
                <a:lnTo>
                  <a:pt x="152" y="312"/>
                </a:lnTo>
                <a:lnTo>
                  <a:pt x="153" y="311"/>
                </a:lnTo>
                <a:lnTo>
                  <a:pt x="153" y="310"/>
                </a:lnTo>
                <a:lnTo>
                  <a:pt x="152" y="310"/>
                </a:lnTo>
                <a:lnTo>
                  <a:pt x="152" y="309"/>
                </a:lnTo>
                <a:lnTo>
                  <a:pt x="153" y="308"/>
                </a:lnTo>
                <a:lnTo>
                  <a:pt x="152" y="308"/>
                </a:lnTo>
                <a:lnTo>
                  <a:pt x="152" y="307"/>
                </a:lnTo>
                <a:lnTo>
                  <a:pt x="153" y="307"/>
                </a:lnTo>
                <a:lnTo>
                  <a:pt x="153" y="306"/>
                </a:lnTo>
                <a:lnTo>
                  <a:pt x="152" y="306"/>
                </a:lnTo>
                <a:lnTo>
                  <a:pt x="151" y="306"/>
                </a:lnTo>
                <a:lnTo>
                  <a:pt x="151" y="305"/>
                </a:lnTo>
                <a:lnTo>
                  <a:pt x="150" y="305"/>
                </a:lnTo>
                <a:lnTo>
                  <a:pt x="149" y="304"/>
                </a:lnTo>
                <a:lnTo>
                  <a:pt x="148" y="304"/>
                </a:lnTo>
                <a:lnTo>
                  <a:pt x="148" y="303"/>
                </a:lnTo>
                <a:lnTo>
                  <a:pt x="148" y="302"/>
                </a:lnTo>
                <a:lnTo>
                  <a:pt x="149" y="302"/>
                </a:lnTo>
                <a:lnTo>
                  <a:pt x="149" y="301"/>
                </a:lnTo>
                <a:lnTo>
                  <a:pt x="150" y="300"/>
                </a:lnTo>
                <a:lnTo>
                  <a:pt x="151" y="299"/>
                </a:lnTo>
                <a:lnTo>
                  <a:pt x="150" y="298"/>
                </a:lnTo>
                <a:lnTo>
                  <a:pt x="149" y="298"/>
                </a:lnTo>
                <a:lnTo>
                  <a:pt x="148" y="298"/>
                </a:lnTo>
                <a:lnTo>
                  <a:pt x="148" y="297"/>
                </a:lnTo>
                <a:lnTo>
                  <a:pt x="149" y="297"/>
                </a:lnTo>
                <a:lnTo>
                  <a:pt x="148" y="297"/>
                </a:lnTo>
                <a:lnTo>
                  <a:pt x="148" y="296"/>
                </a:lnTo>
                <a:lnTo>
                  <a:pt x="147" y="296"/>
                </a:lnTo>
                <a:lnTo>
                  <a:pt x="146" y="296"/>
                </a:lnTo>
                <a:lnTo>
                  <a:pt x="146" y="295"/>
                </a:lnTo>
                <a:lnTo>
                  <a:pt x="147" y="294"/>
                </a:lnTo>
                <a:lnTo>
                  <a:pt x="147" y="293"/>
                </a:lnTo>
                <a:lnTo>
                  <a:pt x="147" y="292"/>
                </a:lnTo>
                <a:lnTo>
                  <a:pt x="147" y="291"/>
                </a:lnTo>
                <a:lnTo>
                  <a:pt x="147" y="290"/>
                </a:lnTo>
                <a:lnTo>
                  <a:pt x="148" y="290"/>
                </a:lnTo>
                <a:lnTo>
                  <a:pt x="148" y="289"/>
                </a:lnTo>
                <a:lnTo>
                  <a:pt x="147" y="289"/>
                </a:lnTo>
                <a:lnTo>
                  <a:pt x="147" y="288"/>
                </a:lnTo>
                <a:lnTo>
                  <a:pt x="148" y="288"/>
                </a:lnTo>
                <a:lnTo>
                  <a:pt x="148" y="287"/>
                </a:lnTo>
                <a:lnTo>
                  <a:pt x="148" y="286"/>
                </a:lnTo>
                <a:lnTo>
                  <a:pt x="149" y="285"/>
                </a:lnTo>
                <a:lnTo>
                  <a:pt x="149" y="284"/>
                </a:lnTo>
                <a:lnTo>
                  <a:pt x="147" y="284"/>
                </a:lnTo>
                <a:lnTo>
                  <a:pt x="146" y="284"/>
                </a:lnTo>
                <a:lnTo>
                  <a:pt x="146" y="283"/>
                </a:lnTo>
                <a:lnTo>
                  <a:pt x="147" y="283"/>
                </a:lnTo>
                <a:lnTo>
                  <a:pt x="147" y="282"/>
                </a:lnTo>
                <a:lnTo>
                  <a:pt x="147" y="281"/>
                </a:lnTo>
                <a:lnTo>
                  <a:pt x="147" y="280"/>
                </a:lnTo>
                <a:lnTo>
                  <a:pt x="148" y="280"/>
                </a:lnTo>
                <a:lnTo>
                  <a:pt x="147" y="280"/>
                </a:lnTo>
                <a:lnTo>
                  <a:pt x="147" y="279"/>
                </a:lnTo>
                <a:lnTo>
                  <a:pt x="147" y="278"/>
                </a:lnTo>
                <a:lnTo>
                  <a:pt x="147" y="277"/>
                </a:lnTo>
                <a:lnTo>
                  <a:pt x="146" y="277"/>
                </a:lnTo>
                <a:lnTo>
                  <a:pt x="146" y="276"/>
                </a:lnTo>
                <a:lnTo>
                  <a:pt x="147" y="276"/>
                </a:lnTo>
                <a:lnTo>
                  <a:pt x="147" y="275"/>
                </a:lnTo>
                <a:lnTo>
                  <a:pt x="147" y="274"/>
                </a:lnTo>
                <a:lnTo>
                  <a:pt x="145" y="274"/>
                </a:lnTo>
                <a:lnTo>
                  <a:pt x="145" y="273"/>
                </a:lnTo>
                <a:lnTo>
                  <a:pt x="144" y="273"/>
                </a:lnTo>
                <a:lnTo>
                  <a:pt x="143" y="273"/>
                </a:lnTo>
                <a:lnTo>
                  <a:pt x="142" y="273"/>
                </a:lnTo>
                <a:lnTo>
                  <a:pt x="141" y="273"/>
                </a:lnTo>
                <a:lnTo>
                  <a:pt x="141" y="272"/>
                </a:lnTo>
                <a:lnTo>
                  <a:pt x="140" y="272"/>
                </a:lnTo>
                <a:lnTo>
                  <a:pt x="138" y="272"/>
                </a:lnTo>
                <a:lnTo>
                  <a:pt x="137" y="272"/>
                </a:lnTo>
                <a:lnTo>
                  <a:pt x="136" y="272"/>
                </a:lnTo>
                <a:lnTo>
                  <a:pt x="136" y="271"/>
                </a:lnTo>
                <a:lnTo>
                  <a:pt x="135" y="271"/>
                </a:lnTo>
                <a:lnTo>
                  <a:pt x="134" y="272"/>
                </a:lnTo>
                <a:lnTo>
                  <a:pt x="133" y="272"/>
                </a:lnTo>
                <a:lnTo>
                  <a:pt x="132" y="272"/>
                </a:lnTo>
                <a:lnTo>
                  <a:pt x="131" y="272"/>
                </a:lnTo>
                <a:lnTo>
                  <a:pt x="131" y="271"/>
                </a:lnTo>
                <a:lnTo>
                  <a:pt x="130" y="271"/>
                </a:lnTo>
                <a:lnTo>
                  <a:pt x="129" y="271"/>
                </a:lnTo>
                <a:lnTo>
                  <a:pt x="129" y="272"/>
                </a:lnTo>
                <a:lnTo>
                  <a:pt x="128" y="271"/>
                </a:lnTo>
                <a:lnTo>
                  <a:pt x="128" y="270"/>
                </a:lnTo>
                <a:lnTo>
                  <a:pt x="128" y="269"/>
                </a:lnTo>
                <a:lnTo>
                  <a:pt x="127" y="269"/>
                </a:lnTo>
                <a:lnTo>
                  <a:pt x="126" y="269"/>
                </a:lnTo>
                <a:lnTo>
                  <a:pt x="125" y="269"/>
                </a:lnTo>
                <a:lnTo>
                  <a:pt x="124" y="269"/>
                </a:lnTo>
                <a:lnTo>
                  <a:pt x="123" y="269"/>
                </a:lnTo>
                <a:lnTo>
                  <a:pt x="122" y="269"/>
                </a:lnTo>
                <a:lnTo>
                  <a:pt x="121" y="269"/>
                </a:lnTo>
                <a:lnTo>
                  <a:pt x="120" y="268"/>
                </a:lnTo>
                <a:lnTo>
                  <a:pt x="120" y="267"/>
                </a:lnTo>
                <a:lnTo>
                  <a:pt x="119" y="267"/>
                </a:lnTo>
                <a:lnTo>
                  <a:pt x="119" y="266"/>
                </a:lnTo>
                <a:lnTo>
                  <a:pt x="119" y="265"/>
                </a:lnTo>
                <a:lnTo>
                  <a:pt x="120" y="265"/>
                </a:lnTo>
                <a:lnTo>
                  <a:pt x="120" y="264"/>
                </a:lnTo>
                <a:lnTo>
                  <a:pt x="120" y="263"/>
                </a:lnTo>
                <a:lnTo>
                  <a:pt x="120" y="262"/>
                </a:lnTo>
                <a:lnTo>
                  <a:pt x="119" y="261"/>
                </a:lnTo>
                <a:lnTo>
                  <a:pt x="118" y="261"/>
                </a:lnTo>
                <a:lnTo>
                  <a:pt x="117" y="261"/>
                </a:lnTo>
                <a:lnTo>
                  <a:pt x="118" y="261"/>
                </a:lnTo>
                <a:lnTo>
                  <a:pt x="118" y="260"/>
                </a:lnTo>
                <a:lnTo>
                  <a:pt x="118" y="259"/>
                </a:lnTo>
                <a:lnTo>
                  <a:pt x="119" y="258"/>
                </a:lnTo>
                <a:lnTo>
                  <a:pt x="119" y="256"/>
                </a:lnTo>
                <a:lnTo>
                  <a:pt x="120" y="256"/>
                </a:lnTo>
                <a:lnTo>
                  <a:pt x="121" y="256"/>
                </a:lnTo>
                <a:lnTo>
                  <a:pt x="121" y="255"/>
                </a:lnTo>
                <a:lnTo>
                  <a:pt x="122" y="255"/>
                </a:lnTo>
                <a:lnTo>
                  <a:pt x="122" y="254"/>
                </a:lnTo>
                <a:lnTo>
                  <a:pt x="121" y="253"/>
                </a:lnTo>
                <a:lnTo>
                  <a:pt x="120" y="253"/>
                </a:lnTo>
                <a:lnTo>
                  <a:pt x="120" y="252"/>
                </a:lnTo>
                <a:lnTo>
                  <a:pt x="119" y="252"/>
                </a:lnTo>
                <a:lnTo>
                  <a:pt x="119" y="251"/>
                </a:lnTo>
                <a:lnTo>
                  <a:pt x="120" y="251"/>
                </a:lnTo>
                <a:lnTo>
                  <a:pt x="120" y="250"/>
                </a:lnTo>
                <a:lnTo>
                  <a:pt x="119" y="250"/>
                </a:lnTo>
                <a:lnTo>
                  <a:pt x="119" y="249"/>
                </a:lnTo>
                <a:lnTo>
                  <a:pt x="119" y="248"/>
                </a:lnTo>
                <a:lnTo>
                  <a:pt x="119" y="247"/>
                </a:lnTo>
                <a:lnTo>
                  <a:pt x="120" y="247"/>
                </a:lnTo>
                <a:lnTo>
                  <a:pt x="120" y="246"/>
                </a:lnTo>
                <a:lnTo>
                  <a:pt x="120" y="245"/>
                </a:lnTo>
                <a:lnTo>
                  <a:pt x="120" y="244"/>
                </a:lnTo>
                <a:lnTo>
                  <a:pt x="121" y="244"/>
                </a:lnTo>
                <a:lnTo>
                  <a:pt x="122" y="244"/>
                </a:lnTo>
                <a:lnTo>
                  <a:pt x="123" y="244"/>
                </a:lnTo>
                <a:lnTo>
                  <a:pt x="123" y="243"/>
                </a:lnTo>
                <a:lnTo>
                  <a:pt x="124" y="243"/>
                </a:lnTo>
                <a:lnTo>
                  <a:pt x="125" y="242"/>
                </a:lnTo>
                <a:lnTo>
                  <a:pt x="125" y="241"/>
                </a:lnTo>
                <a:lnTo>
                  <a:pt x="126" y="241"/>
                </a:lnTo>
                <a:lnTo>
                  <a:pt x="126" y="240"/>
                </a:lnTo>
                <a:lnTo>
                  <a:pt x="127" y="240"/>
                </a:lnTo>
                <a:lnTo>
                  <a:pt x="127" y="239"/>
                </a:lnTo>
                <a:lnTo>
                  <a:pt x="128" y="238"/>
                </a:lnTo>
                <a:lnTo>
                  <a:pt x="129" y="237"/>
                </a:lnTo>
                <a:lnTo>
                  <a:pt x="130" y="237"/>
                </a:lnTo>
                <a:lnTo>
                  <a:pt x="130" y="236"/>
                </a:lnTo>
                <a:lnTo>
                  <a:pt x="131" y="235"/>
                </a:lnTo>
                <a:lnTo>
                  <a:pt x="132" y="235"/>
                </a:lnTo>
                <a:lnTo>
                  <a:pt x="133" y="235"/>
                </a:lnTo>
                <a:lnTo>
                  <a:pt x="134" y="235"/>
                </a:lnTo>
                <a:lnTo>
                  <a:pt x="135" y="235"/>
                </a:lnTo>
                <a:lnTo>
                  <a:pt x="138" y="235"/>
                </a:lnTo>
                <a:lnTo>
                  <a:pt x="141" y="235"/>
                </a:lnTo>
                <a:lnTo>
                  <a:pt x="142" y="235"/>
                </a:lnTo>
                <a:lnTo>
                  <a:pt x="143" y="235"/>
                </a:lnTo>
                <a:lnTo>
                  <a:pt x="144" y="235"/>
                </a:lnTo>
                <a:lnTo>
                  <a:pt x="145" y="234"/>
                </a:lnTo>
                <a:lnTo>
                  <a:pt x="146" y="234"/>
                </a:lnTo>
                <a:lnTo>
                  <a:pt x="147" y="234"/>
                </a:lnTo>
                <a:lnTo>
                  <a:pt x="148" y="234"/>
                </a:lnTo>
                <a:lnTo>
                  <a:pt x="148" y="233"/>
                </a:lnTo>
                <a:lnTo>
                  <a:pt x="148" y="232"/>
                </a:lnTo>
                <a:lnTo>
                  <a:pt x="148" y="231"/>
                </a:lnTo>
                <a:lnTo>
                  <a:pt x="148" y="230"/>
                </a:lnTo>
                <a:lnTo>
                  <a:pt x="149" y="230"/>
                </a:lnTo>
                <a:lnTo>
                  <a:pt x="150" y="230"/>
                </a:lnTo>
                <a:lnTo>
                  <a:pt x="153" y="230"/>
                </a:lnTo>
                <a:lnTo>
                  <a:pt x="154" y="230"/>
                </a:lnTo>
                <a:lnTo>
                  <a:pt x="155" y="229"/>
                </a:lnTo>
                <a:lnTo>
                  <a:pt x="156" y="229"/>
                </a:lnTo>
                <a:lnTo>
                  <a:pt x="156" y="228"/>
                </a:lnTo>
                <a:lnTo>
                  <a:pt x="156" y="227"/>
                </a:lnTo>
                <a:lnTo>
                  <a:pt x="156" y="226"/>
                </a:lnTo>
                <a:lnTo>
                  <a:pt x="157" y="225"/>
                </a:lnTo>
                <a:lnTo>
                  <a:pt x="158" y="225"/>
                </a:lnTo>
                <a:lnTo>
                  <a:pt x="159" y="224"/>
                </a:lnTo>
                <a:lnTo>
                  <a:pt x="160" y="224"/>
                </a:lnTo>
                <a:lnTo>
                  <a:pt x="161" y="224"/>
                </a:lnTo>
                <a:lnTo>
                  <a:pt x="162" y="224"/>
                </a:lnTo>
                <a:lnTo>
                  <a:pt x="162" y="225"/>
                </a:lnTo>
                <a:lnTo>
                  <a:pt x="163" y="225"/>
                </a:lnTo>
                <a:lnTo>
                  <a:pt x="164" y="225"/>
                </a:lnTo>
                <a:lnTo>
                  <a:pt x="165" y="225"/>
                </a:lnTo>
                <a:lnTo>
                  <a:pt x="166" y="225"/>
                </a:lnTo>
                <a:lnTo>
                  <a:pt x="167" y="225"/>
                </a:lnTo>
                <a:lnTo>
                  <a:pt x="168" y="225"/>
                </a:lnTo>
                <a:lnTo>
                  <a:pt x="169" y="225"/>
                </a:lnTo>
                <a:lnTo>
                  <a:pt x="170" y="225"/>
                </a:lnTo>
                <a:lnTo>
                  <a:pt x="172" y="225"/>
                </a:lnTo>
                <a:lnTo>
                  <a:pt x="172" y="224"/>
                </a:lnTo>
                <a:lnTo>
                  <a:pt x="172" y="223"/>
                </a:lnTo>
                <a:lnTo>
                  <a:pt x="171" y="223"/>
                </a:lnTo>
                <a:lnTo>
                  <a:pt x="171" y="222"/>
                </a:lnTo>
                <a:lnTo>
                  <a:pt x="170" y="222"/>
                </a:lnTo>
                <a:lnTo>
                  <a:pt x="170" y="221"/>
                </a:lnTo>
                <a:lnTo>
                  <a:pt x="171" y="220"/>
                </a:lnTo>
                <a:lnTo>
                  <a:pt x="171" y="218"/>
                </a:lnTo>
                <a:lnTo>
                  <a:pt x="171" y="217"/>
                </a:lnTo>
                <a:lnTo>
                  <a:pt x="170" y="216"/>
                </a:lnTo>
                <a:lnTo>
                  <a:pt x="170" y="215"/>
                </a:lnTo>
                <a:lnTo>
                  <a:pt x="170" y="214"/>
                </a:lnTo>
                <a:lnTo>
                  <a:pt x="169" y="213"/>
                </a:lnTo>
                <a:lnTo>
                  <a:pt x="169" y="212"/>
                </a:lnTo>
                <a:lnTo>
                  <a:pt x="169" y="211"/>
                </a:lnTo>
                <a:lnTo>
                  <a:pt x="169" y="210"/>
                </a:lnTo>
                <a:lnTo>
                  <a:pt x="168" y="210"/>
                </a:lnTo>
                <a:lnTo>
                  <a:pt x="168" y="209"/>
                </a:lnTo>
                <a:lnTo>
                  <a:pt x="167" y="208"/>
                </a:lnTo>
                <a:lnTo>
                  <a:pt x="165" y="208"/>
                </a:lnTo>
                <a:lnTo>
                  <a:pt x="165" y="207"/>
                </a:lnTo>
                <a:lnTo>
                  <a:pt x="164" y="207"/>
                </a:lnTo>
                <a:lnTo>
                  <a:pt x="164" y="206"/>
                </a:lnTo>
                <a:lnTo>
                  <a:pt x="163" y="206"/>
                </a:lnTo>
                <a:lnTo>
                  <a:pt x="161" y="206"/>
                </a:lnTo>
                <a:lnTo>
                  <a:pt x="161" y="205"/>
                </a:lnTo>
                <a:lnTo>
                  <a:pt x="162" y="205"/>
                </a:lnTo>
                <a:lnTo>
                  <a:pt x="162" y="204"/>
                </a:lnTo>
                <a:lnTo>
                  <a:pt x="161" y="204"/>
                </a:lnTo>
                <a:lnTo>
                  <a:pt x="161" y="203"/>
                </a:lnTo>
                <a:lnTo>
                  <a:pt x="161" y="202"/>
                </a:lnTo>
                <a:lnTo>
                  <a:pt x="161" y="201"/>
                </a:lnTo>
                <a:lnTo>
                  <a:pt x="161" y="200"/>
                </a:lnTo>
                <a:lnTo>
                  <a:pt x="161" y="199"/>
                </a:lnTo>
                <a:lnTo>
                  <a:pt x="161" y="198"/>
                </a:lnTo>
                <a:lnTo>
                  <a:pt x="160" y="198"/>
                </a:lnTo>
                <a:lnTo>
                  <a:pt x="159" y="197"/>
                </a:lnTo>
                <a:lnTo>
                  <a:pt x="159" y="196"/>
                </a:lnTo>
                <a:lnTo>
                  <a:pt x="159" y="195"/>
                </a:lnTo>
                <a:lnTo>
                  <a:pt x="158" y="194"/>
                </a:lnTo>
                <a:lnTo>
                  <a:pt x="157" y="194"/>
                </a:lnTo>
                <a:lnTo>
                  <a:pt x="156" y="194"/>
                </a:lnTo>
                <a:lnTo>
                  <a:pt x="156" y="193"/>
                </a:lnTo>
                <a:lnTo>
                  <a:pt x="156" y="192"/>
                </a:lnTo>
                <a:lnTo>
                  <a:pt x="156" y="191"/>
                </a:lnTo>
                <a:lnTo>
                  <a:pt x="156" y="190"/>
                </a:lnTo>
                <a:lnTo>
                  <a:pt x="155" y="189"/>
                </a:lnTo>
                <a:lnTo>
                  <a:pt x="156" y="189"/>
                </a:lnTo>
                <a:lnTo>
                  <a:pt x="156" y="188"/>
                </a:lnTo>
                <a:lnTo>
                  <a:pt x="155" y="188"/>
                </a:lnTo>
                <a:lnTo>
                  <a:pt x="154" y="187"/>
                </a:lnTo>
                <a:lnTo>
                  <a:pt x="154" y="186"/>
                </a:lnTo>
                <a:lnTo>
                  <a:pt x="154" y="182"/>
                </a:lnTo>
                <a:lnTo>
                  <a:pt x="153" y="181"/>
                </a:lnTo>
                <a:lnTo>
                  <a:pt x="153" y="180"/>
                </a:lnTo>
                <a:lnTo>
                  <a:pt x="152" y="180"/>
                </a:lnTo>
                <a:lnTo>
                  <a:pt x="151" y="179"/>
                </a:lnTo>
                <a:lnTo>
                  <a:pt x="151" y="178"/>
                </a:lnTo>
                <a:lnTo>
                  <a:pt x="150" y="178"/>
                </a:lnTo>
                <a:lnTo>
                  <a:pt x="150" y="177"/>
                </a:lnTo>
                <a:lnTo>
                  <a:pt x="149" y="177"/>
                </a:lnTo>
                <a:lnTo>
                  <a:pt x="148" y="177"/>
                </a:lnTo>
                <a:lnTo>
                  <a:pt x="147" y="176"/>
                </a:lnTo>
                <a:lnTo>
                  <a:pt x="146" y="176"/>
                </a:lnTo>
                <a:lnTo>
                  <a:pt x="145" y="176"/>
                </a:lnTo>
                <a:lnTo>
                  <a:pt x="144" y="176"/>
                </a:lnTo>
                <a:lnTo>
                  <a:pt x="143" y="176"/>
                </a:lnTo>
                <a:lnTo>
                  <a:pt x="143" y="177"/>
                </a:lnTo>
                <a:lnTo>
                  <a:pt x="142" y="177"/>
                </a:lnTo>
                <a:lnTo>
                  <a:pt x="141" y="177"/>
                </a:lnTo>
                <a:lnTo>
                  <a:pt x="140" y="177"/>
                </a:lnTo>
                <a:lnTo>
                  <a:pt x="140" y="178"/>
                </a:lnTo>
                <a:lnTo>
                  <a:pt x="140" y="177"/>
                </a:lnTo>
                <a:lnTo>
                  <a:pt x="139" y="177"/>
                </a:lnTo>
                <a:lnTo>
                  <a:pt x="138" y="177"/>
                </a:lnTo>
                <a:lnTo>
                  <a:pt x="138" y="176"/>
                </a:lnTo>
                <a:lnTo>
                  <a:pt x="139" y="176"/>
                </a:lnTo>
                <a:lnTo>
                  <a:pt x="139" y="175"/>
                </a:lnTo>
                <a:lnTo>
                  <a:pt x="138" y="175"/>
                </a:lnTo>
                <a:lnTo>
                  <a:pt x="137" y="175"/>
                </a:lnTo>
                <a:lnTo>
                  <a:pt x="137" y="174"/>
                </a:lnTo>
                <a:lnTo>
                  <a:pt x="136" y="174"/>
                </a:lnTo>
                <a:lnTo>
                  <a:pt x="136" y="173"/>
                </a:lnTo>
                <a:lnTo>
                  <a:pt x="135" y="173"/>
                </a:lnTo>
                <a:lnTo>
                  <a:pt x="134" y="173"/>
                </a:lnTo>
                <a:lnTo>
                  <a:pt x="133" y="172"/>
                </a:lnTo>
                <a:lnTo>
                  <a:pt x="132" y="172"/>
                </a:lnTo>
                <a:lnTo>
                  <a:pt x="132" y="171"/>
                </a:lnTo>
                <a:lnTo>
                  <a:pt x="132" y="170"/>
                </a:lnTo>
                <a:lnTo>
                  <a:pt x="132" y="169"/>
                </a:lnTo>
                <a:lnTo>
                  <a:pt x="133" y="169"/>
                </a:lnTo>
                <a:lnTo>
                  <a:pt x="133" y="168"/>
                </a:lnTo>
                <a:lnTo>
                  <a:pt x="133" y="167"/>
                </a:lnTo>
                <a:lnTo>
                  <a:pt x="132" y="166"/>
                </a:lnTo>
                <a:lnTo>
                  <a:pt x="131" y="166"/>
                </a:lnTo>
                <a:lnTo>
                  <a:pt x="131" y="165"/>
                </a:lnTo>
                <a:lnTo>
                  <a:pt x="130" y="165"/>
                </a:lnTo>
                <a:lnTo>
                  <a:pt x="130" y="164"/>
                </a:lnTo>
                <a:lnTo>
                  <a:pt x="129" y="164"/>
                </a:lnTo>
                <a:lnTo>
                  <a:pt x="128" y="164"/>
                </a:lnTo>
                <a:lnTo>
                  <a:pt x="128" y="163"/>
                </a:lnTo>
                <a:lnTo>
                  <a:pt x="127" y="163"/>
                </a:lnTo>
                <a:lnTo>
                  <a:pt x="127" y="162"/>
                </a:lnTo>
                <a:lnTo>
                  <a:pt x="126" y="162"/>
                </a:lnTo>
                <a:lnTo>
                  <a:pt x="125" y="162"/>
                </a:lnTo>
                <a:lnTo>
                  <a:pt x="125" y="161"/>
                </a:lnTo>
                <a:lnTo>
                  <a:pt x="125" y="160"/>
                </a:lnTo>
                <a:lnTo>
                  <a:pt x="124" y="160"/>
                </a:lnTo>
                <a:lnTo>
                  <a:pt x="123" y="160"/>
                </a:lnTo>
                <a:lnTo>
                  <a:pt x="122" y="160"/>
                </a:lnTo>
                <a:lnTo>
                  <a:pt x="121" y="159"/>
                </a:lnTo>
                <a:lnTo>
                  <a:pt x="121" y="158"/>
                </a:lnTo>
                <a:lnTo>
                  <a:pt x="120" y="158"/>
                </a:lnTo>
                <a:lnTo>
                  <a:pt x="119" y="158"/>
                </a:lnTo>
                <a:lnTo>
                  <a:pt x="119" y="157"/>
                </a:lnTo>
                <a:lnTo>
                  <a:pt x="118" y="157"/>
                </a:lnTo>
                <a:lnTo>
                  <a:pt x="118" y="158"/>
                </a:lnTo>
                <a:lnTo>
                  <a:pt x="117" y="157"/>
                </a:lnTo>
                <a:lnTo>
                  <a:pt x="116" y="157"/>
                </a:lnTo>
                <a:lnTo>
                  <a:pt x="115" y="157"/>
                </a:lnTo>
                <a:lnTo>
                  <a:pt x="115" y="156"/>
                </a:lnTo>
                <a:lnTo>
                  <a:pt x="115" y="155"/>
                </a:lnTo>
                <a:lnTo>
                  <a:pt x="114" y="155"/>
                </a:lnTo>
                <a:lnTo>
                  <a:pt x="113" y="155"/>
                </a:lnTo>
                <a:lnTo>
                  <a:pt x="113" y="154"/>
                </a:lnTo>
                <a:lnTo>
                  <a:pt x="113" y="155"/>
                </a:lnTo>
                <a:lnTo>
                  <a:pt x="112" y="155"/>
                </a:lnTo>
                <a:lnTo>
                  <a:pt x="111" y="155"/>
                </a:lnTo>
                <a:lnTo>
                  <a:pt x="110" y="155"/>
                </a:lnTo>
                <a:lnTo>
                  <a:pt x="109" y="155"/>
                </a:lnTo>
                <a:lnTo>
                  <a:pt x="108" y="154"/>
                </a:lnTo>
                <a:lnTo>
                  <a:pt x="106" y="154"/>
                </a:lnTo>
                <a:lnTo>
                  <a:pt x="106" y="153"/>
                </a:lnTo>
                <a:lnTo>
                  <a:pt x="106" y="152"/>
                </a:lnTo>
                <a:lnTo>
                  <a:pt x="105" y="152"/>
                </a:lnTo>
                <a:lnTo>
                  <a:pt x="104" y="152"/>
                </a:lnTo>
                <a:lnTo>
                  <a:pt x="103" y="152"/>
                </a:lnTo>
                <a:lnTo>
                  <a:pt x="102" y="152"/>
                </a:lnTo>
                <a:lnTo>
                  <a:pt x="101" y="152"/>
                </a:lnTo>
                <a:lnTo>
                  <a:pt x="101" y="135"/>
                </a:lnTo>
                <a:lnTo>
                  <a:pt x="101" y="133"/>
                </a:lnTo>
                <a:lnTo>
                  <a:pt x="101" y="120"/>
                </a:lnTo>
                <a:lnTo>
                  <a:pt x="100" y="117"/>
                </a:lnTo>
                <a:lnTo>
                  <a:pt x="100" y="103"/>
                </a:lnTo>
                <a:lnTo>
                  <a:pt x="101" y="102"/>
                </a:lnTo>
                <a:lnTo>
                  <a:pt x="101" y="101"/>
                </a:lnTo>
                <a:lnTo>
                  <a:pt x="101" y="99"/>
                </a:lnTo>
                <a:lnTo>
                  <a:pt x="101" y="97"/>
                </a:lnTo>
                <a:lnTo>
                  <a:pt x="101" y="96"/>
                </a:lnTo>
                <a:lnTo>
                  <a:pt x="101" y="95"/>
                </a:lnTo>
                <a:lnTo>
                  <a:pt x="102" y="93"/>
                </a:lnTo>
                <a:lnTo>
                  <a:pt x="102" y="91"/>
                </a:lnTo>
                <a:lnTo>
                  <a:pt x="101" y="92"/>
                </a:lnTo>
                <a:lnTo>
                  <a:pt x="99" y="92"/>
                </a:lnTo>
                <a:lnTo>
                  <a:pt x="98" y="92"/>
                </a:lnTo>
                <a:lnTo>
                  <a:pt x="97" y="92"/>
                </a:lnTo>
                <a:lnTo>
                  <a:pt x="94" y="92"/>
                </a:lnTo>
                <a:lnTo>
                  <a:pt x="93" y="92"/>
                </a:lnTo>
                <a:lnTo>
                  <a:pt x="91" y="92"/>
                </a:lnTo>
                <a:lnTo>
                  <a:pt x="90" y="92"/>
                </a:lnTo>
                <a:lnTo>
                  <a:pt x="90" y="93"/>
                </a:lnTo>
                <a:lnTo>
                  <a:pt x="89" y="93"/>
                </a:lnTo>
                <a:lnTo>
                  <a:pt x="88" y="93"/>
                </a:lnTo>
                <a:lnTo>
                  <a:pt x="87" y="93"/>
                </a:lnTo>
                <a:lnTo>
                  <a:pt x="86" y="93"/>
                </a:lnTo>
                <a:lnTo>
                  <a:pt x="86" y="94"/>
                </a:lnTo>
                <a:lnTo>
                  <a:pt x="86" y="95"/>
                </a:lnTo>
                <a:lnTo>
                  <a:pt x="86" y="96"/>
                </a:lnTo>
                <a:lnTo>
                  <a:pt x="86" y="99"/>
                </a:lnTo>
                <a:lnTo>
                  <a:pt x="86" y="100"/>
                </a:lnTo>
                <a:lnTo>
                  <a:pt x="85" y="100"/>
                </a:lnTo>
                <a:lnTo>
                  <a:pt x="84" y="100"/>
                </a:lnTo>
                <a:lnTo>
                  <a:pt x="83" y="100"/>
                </a:lnTo>
                <a:lnTo>
                  <a:pt x="82" y="100"/>
                </a:lnTo>
                <a:lnTo>
                  <a:pt x="79" y="100"/>
                </a:lnTo>
                <a:lnTo>
                  <a:pt x="78" y="99"/>
                </a:lnTo>
                <a:lnTo>
                  <a:pt x="75" y="96"/>
                </a:lnTo>
                <a:lnTo>
                  <a:pt x="74" y="96"/>
                </a:lnTo>
                <a:lnTo>
                  <a:pt x="73" y="95"/>
                </a:lnTo>
                <a:lnTo>
                  <a:pt x="72" y="94"/>
                </a:lnTo>
                <a:lnTo>
                  <a:pt x="71" y="94"/>
                </a:lnTo>
                <a:lnTo>
                  <a:pt x="71" y="93"/>
                </a:lnTo>
                <a:lnTo>
                  <a:pt x="67" y="90"/>
                </a:lnTo>
                <a:lnTo>
                  <a:pt x="66" y="89"/>
                </a:lnTo>
                <a:lnTo>
                  <a:pt x="67" y="88"/>
                </a:lnTo>
                <a:lnTo>
                  <a:pt x="68" y="88"/>
                </a:lnTo>
                <a:lnTo>
                  <a:pt x="67" y="88"/>
                </a:lnTo>
                <a:lnTo>
                  <a:pt x="67" y="87"/>
                </a:lnTo>
                <a:lnTo>
                  <a:pt x="68" y="87"/>
                </a:lnTo>
                <a:lnTo>
                  <a:pt x="69" y="86"/>
                </a:lnTo>
                <a:lnTo>
                  <a:pt x="69" y="85"/>
                </a:lnTo>
                <a:lnTo>
                  <a:pt x="70" y="85"/>
                </a:lnTo>
                <a:lnTo>
                  <a:pt x="70" y="84"/>
                </a:lnTo>
                <a:lnTo>
                  <a:pt x="69" y="83"/>
                </a:lnTo>
                <a:lnTo>
                  <a:pt x="68" y="83"/>
                </a:lnTo>
                <a:lnTo>
                  <a:pt x="66" y="83"/>
                </a:lnTo>
                <a:lnTo>
                  <a:pt x="65" y="83"/>
                </a:lnTo>
                <a:lnTo>
                  <a:pt x="64" y="82"/>
                </a:lnTo>
                <a:lnTo>
                  <a:pt x="64" y="81"/>
                </a:lnTo>
                <a:lnTo>
                  <a:pt x="64" y="80"/>
                </a:lnTo>
                <a:lnTo>
                  <a:pt x="64" y="75"/>
                </a:lnTo>
                <a:lnTo>
                  <a:pt x="65" y="74"/>
                </a:lnTo>
                <a:lnTo>
                  <a:pt x="66" y="74"/>
                </a:lnTo>
                <a:lnTo>
                  <a:pt x="67" y="74"/>
                </a:lnTo>
                <a:lnTo>
                  <a:pt x="70" y="74"/>
                </a:lnTo>
                <a:lnTo>
                  <a:pt x="71" y="74"/>
                </a:lnTo>
                <a:lnTo>
                  <a:pt x="72" y="74"/>
                </a:lnTo>
                <a:lnTo>
                  <a:pt x="73" y="74"/>
                </a:lnTo>
                <a:lnTo>
                  <a:pt x="74" y="74"/>
                </a:lnTo>
                <a:lnTo>
                  <a:pt x="75" y="74"/>
                </a:lnTo>
                <a:lnTo>
                  <a:pt x="76" y="74"/>
                </a:lnTo>
                <a:lnTo>
                  <a:pt x="77" y="74"/>
                </a:lnTo>
                <a:lnTo>
                  <a:pt x="78" y="74"/>
                </a:lnTo>
                <a:lnTo>
                  <a:pt x="78" y="73"/>
                </a:lnTo>
                <a:lnTo>
                  <a:pt x="79" y="73"/>
                </a:lnTo>
                <a:lnTo>
                  <a:pt x="81" y="73"/>
                </a:lnTo>
                <a:lnTo>
                  <a:pt x="82" y="73"/>
                </a:lnTo>
                <a:lnTo>
                  <a:pt x="82" y="74"/>
                </a:lnTo>
                <a:lnTo>
                  <a:pt x="83" y="74"/>
                </a:lnTo>
                <a:lnTo>
                  <a:pt x="84" y="74"/>
                </a:lnTo>
                <a:lnTo>
                  <a:pt x="85" y="74"/>
                </a:lnTo>
                <a:lnTo>
                  <a:pt x="85" y="75"/>
                </a:lnTo>
                <a:lnTo>
                  <a:pt x="86" y="75"/>
                </a:lnTo>
                <a:lnTo>
                  <a:pt x="87" y="74"/>
                </a:lnTo>
                <a:lnTo>
                  <a:pt x="88" y="74"/>
                </a:lnTo>
                <a:lnTo>
                  <a:pt x="88" y="75"/>
                </a:lnTo>
                <a:lnTo>
                  <a:pt x="89" y="75"/>
                </a:lnTo>
                <a:lnTo>
                  <a:pt x="89" y="74"/>
                </a:lnTo>
                <a:lnTo>
                  <a:pt x="90" y="74"/>
                </a:lnTo>
                <a:lnTo>
                  <a:pt x="91" y="74"/>
                </a:lnTo>
                <a:lnTo>
                  <a:pt x="92" y="74"/>
                </a:lnTo>
                <a:lnTo>
                  <a:pt x="93" y="74"/>
                </a:lnTo>
                <a:lnTo>
                  <a:pt x="93" y="73"/>
                </a:lnTo>
                <a:lnTo>
                  <a:pt x="93" y="72"/>
                </a:lnTo>
                <a:lnTo>
                  <a:pt x="96" y="71"/>
                </a:lnTo>
                <a:lnTo>
                  <a:pt x="96" y="70"/>
                </a:lnTo>
                <a:lnTo>
                  <a:pt x="95" y="70"/>
                </a:lnTo>
                <a:lnTo>
                  <a:pt x="95" y="69"/>
                </a:lnTo>
                <a:lnTo>
                  <a:pt x="96" y="69"/>
                </a:lnTo>
                <a:lnTo>
                  <a:pt x="95" y="69"/>
                </a:lnTo>
                <a:lnTo>
                  <a:pt x="95" y="68"/>
                </a:lnTo>
                <a:lnTo>
                  <a:pt x="96" y="67"/>
                </a:lnTo>
                <a:lnTo>
                  <a:pt x="97" y="67"/>
                </a:lnTo>
                <a:lnTo>
                  <a:pt x="98" y="67"/>
                </a:lnTo>
                <a:lnTo>
                  <a:pt x="99" y="67"/>
                </a:lnTo>
                <a:lnTo>
                  <a:pt x="100" y="67"/>
                </a:lnTo>
                <a:lnTo>
                  <a:pt x="102" y="67"/>
                </a:lnTo>
                <a:lnTo>
                  <a:pt x="102" y="66"/>
                </a:lnTo>
                <a:lnTo>
                  <a:pt x="102" y="65"/>
                </a:lnTo>
                <a:lnTo>
                  <a:pt x="103" y="65"/>
                </a:lnTo>
                <a:lnTo>
                  <a:pt x="103" y="64"/>
                </a:lnTo>
                <a:lnTo>
                  <a:pt x="104" y="64"/>
                </a:lnTo>
                <a:lnTo>
                  <a:pt x="104" y="63"/>
                </a:lnTo>
                <a:lnTo>
                  <a:pt x="105" y="63"/>
                </a:lnTo>
                <a:lnTo>
                  <a:pt x="106" y="64"/>
                </a:lnTo>
                <a:lnTo>
                  <a:pt x="108" y="63"/>
                </a:lnTo>
                <a:lnTo>
                  <a:pt x="109" y="63"/>
                </a:lnTo>
                <a:lnTo>
                  <a:pt x="109" y="62"/>
                </a:lnTo>
                <a:lnTo>
                  <a:pt x="109" y="61"/>
                </a:lnTo>
                <a:lnTo>
                  <a:pt x="110" y="61"/>
                </a:lnTo>
                <a:lnTo>
                  <a:pt x="110" y="60"/>
                </a:lnTo>
                <a:lnTo>
                  <a:pt x="111" y="60"/>
                </a:lnTo>
                <a:lnTo>
                  <a:pt x="112" y="59"/>
                </a:lnTo>
                <a:lnTo>
                  <a:pt x="111" y="58"/>
                </a:lnTo>
                <a:lnTo>
                  <a:pt x="110" y="57"/>
                </a:lnTo>
                <a:lnTo>
                  <a:pt x="110" y="56"/>
                </a:lnTo>
                <a:lnTo>
                  <a:pt x="111" y="56"/>
                </a:lnTo>
                <a:lnTo>
                  <a:pt x="112" y="56"/>
                </a:lnTo>
                <a:lnTo>
                  <a:pt x="113" y="55"/>
                </a:lnTo>
                <a:lnTo>
                  <a:pt x="114" y="56"/>
                </a:lnTo>
                <a:lnTo>
                  <a:pt x="115" y="56"/>
                </a:lnTo>
                <a:lnTo>
                  <a:pt x="116" y="56"/>
                </a:lnTo>
                <a:lnTo>
                  <a:pt x="117" y="56"/>
                </a:lnTo>
                <a:lnTo>
                  <a:pt x="118" y="56"/>
                </a:lnTo>
                <a:lnTo>
                  <a:pt x="119" y="57"/>
                </a:lnTo>
                <a:lnTo>
                  <a:pt x="120" y="57"/>
                </a:lnTo>
                <a:lnTo>
                  <a:pt x="121" y="57"/>
                </a:lnTo>
                <a:lnTo>
                  <a:pt x="122" y="57"/>
                </a:lnTo>
                <a:lnTo>
                  <a:pt x="123" y="57"/>
                </a:lnTo>
                <a:lnTo>
                  <a:pt x="124" y="56"/>
                </a:lnTo>
                <a:lnTo>
                  <a:pt x="125" y="56"/>
                </a:lnTo>
                <a:lnTo>
                  <a:pt x="126" y="56"/>
                </a:lnTo>
                <a:lnTo>
                  <a:pt x="126" y="57"/>
                </a:lnTo>
                <a:lnTo>
                  <a:pt x="127" y="57"/>
                </a:lnTo>
                <a:lnTo>
                  <a:pt x="128" y="57"/>
                </a:lnTo>
                <a:lnTo>
                  <a:pt x="128" y="56"/>
                </a:lnTo>
                <a:lnTo>
                  <a:pt x="129" y="56"/>
                </a:lnTo>
                <a:lnTo>
                  <a:pt x="130" y="56"/>
                </a:lnTo>
                <a:lnTo>
                  <a:pt x="131" y="55"/>
                </a:lnTo>
                <a:lnTo>
                  <a:pt x="132" y="55"/>
                </a:lnTo>
                <a:lnTo>
                  <a:pt x="133" y="55"/>
                </a:lnTo>
                <a:lnTo>
                  <a:pt x="134" y="55"/>
                </a:lnTo>
                <a:lnTo>
                  <a:pt x="135" y="55"/>
                </a:lnTo>
                <a:lnTo>
                  <a:pt x="135" y="54"/>
                </a:lnTo>
                <a:lnTo>
                  <a:pt x="136" y="54"/>
                </a:lnTo>
                <a:lnTo>
                  <a:pt x="137" y="54"/>
                </a:lnTo>
                <a:lnTo>
                  <a:pt x="138" y="54"/>
                </a:lnTo>
                <a:lnTo>
                  <a:pt x="139" y="54"/>
                </a:lnTo>
                <a:lnTo>
                  <a:pt x="139" y="53"/>
                </a:lnTo>
                <a:lnTo>
                  <a:pt x="140" y="53"/>
                </a:lnTo>
                <a:lnTo>
                  <a:pt x="141" y="53"/>
                </a:lnTo>
                <a:lnTo>
                  <a:pt x="142" y="53"/>
                </a:lnTo>
                <a:lnTo>
                  <a:pt x="143" y="53"/>
                </a:lnTo>
                <a:lnTo>
                  <a:pt x="144" y="53"/>
                </a:lnTo>
                <a:lnTo>
                  <a:pt x="146" y="53"/>
                </a:lnTo>
                <a:lnTo>
                  <a:pt x="147" y="53"/>
                </a:lnTo>
                <a:lnTo>
                  <a:pt x="147" y="52"/>
                </a:lnTo>
                <a:lnTo>
                  <a:pt x="148" y="52"/>
                </a:lnTo>
                <a:lnTo>
                  <a:pt x="149" y="52"/>
                </a:lnTo>
                <a:lnTo>
                  <a:pt x="151" y="52"/>
                </a:lnTo>
                <a:lnTo>
                  <a:pt x="152" y="52"/>
                </a:lnTo>
                <a:lnTo>
                  <a:pt x="153" y="52"/>
                </a:lnTo>
                <a:lnTo>
                  <a:pt x="154" y="52"/>
                </a:lnTo>
                <a:lnTo>
                  <a:pt x="155" y="52"/>
                </a:lnTo>
                <a:lnTo>
                  <a:pt x="155" y="51"/>
                </a:lnTo>
                <a:lnTo>
                  <a:pt x="156" y="51"/>
                </a:lnTo>
                <a:lnTo>
                  <a:pt x="157" y="50"/>
                </a:lnTo>
                <a:lnTo>
                  <a:pt x="158" y="50"/>
                </a:lnTo>
                <a:lnTo>
                  <a:pt x="159" y="50"/>
                </a:lnTo>
                <a:lnTo>
                  <a:pt x="161" y="49"/>
                </a:lnTo>
                <a:lnTo>
                  <a:pt x="162" y="49"/>
                </a:lnTo>
                <a:lnTo>
                  <a:pt x="163" y="48"/>
                </a:lnTo>
                <a:lnTo>
                  <a:pt x="164" y="48"/>
                </a:lnTo>
                <a:lnTo>
                  <a:pt x="165" y="48"/>
                </a:lnTo>
                <a:lnTo>
                  <a:pt x="165" y="47"/>
                </a:lnTo>
                <a:lnTo>
                  <a:pt x="166" y="47"/>
                </a:lnTo>
                <a:lnTo>
                  <a:pt x="167" y="47"/>
                </a:lnTo>
                <a:lnTo>
                  <a:pt x="168" y="48"/>
                </a:lnTo>
                <a:lnTo>
                  <a:pt x="169" y="48"/>
                </a:lnTo>
                <a:lnTo>
                  <a:pt x="169" y="47"/>
                </a:lnTo>
                <a:lnTo>
                  <a:pt x="169" y="48"/>
                </a:lnTo>
                <a:lnTo>
                  <a:pt x="170" y="48"/>
                </a:lnTo>
                <a:lnTo>
                  <a:pt x="172" y="48"/>
                </a:lnTo>
                <a:lnTo>
                  <a:pt x="172" y="47"/>
                </a:lnTo>
                <a:lnTo>
                  <a:pt x="172" y="46"/>
                </a:lnTo>
                <a:lnTo>
                  <a:pt x="173" y="46"/>
                </a:lnTo>
                <a:lnTo>
                  <a:pt x="174" y="46"/>
                </a:lnTo>
                <a:lnTo>
                  <a:pt x="175" y="45"/>
                </a:lnTo>
                <a:lnTo>
                  <a:pt x="176" y="46"/>
                </a:lnTo>
                <a:lnTo>
                  <a:pt x="176" y="45"/>
                </a:lnTo>
                <a:lnTo>
                  <a:pt x="177" y="44"/>
                </a:lnTo>
                <a:lnTo>
                  <a:pt x="178" y="44"/>
                </a:lnTo>
                <a:lnTo>
                  <a:pt x="179" y="43"/>
                </a:lnTo>
                <a:lnTo>
                  <a:pt x="180" y="43"/>
                </a:lnTo>
                <a:lnTo>
                  <a:pt x="181" y="43"/>
                </a:lnTo>
                <a:lnTo>
                  <a:pt x="181" y="42"/>
                </a:lnTo>
                <a:lnTo>
                  <a:pt x="182" y="42"/>
                </a:lnTo>
                <a:lnTo>
                  <a:pt x="183" y="42"/>
                </a:lnTo>
                <a:lnTo>
                  <a:pt x="184" y="42"/>
                </a:lnTo>
                <a:lnTo>
                  <a:pt x="184" y="41"/>
                </a:lnTo>
                <a:lnTo>
                  <a:pt x="185" y="41"/>
                </a:lnTo>
                <a:lnTo>
                  <a:pt x="186" y="41"/>
                </a:lnTo>
                <a:lnTo>
                  <a:pt x="187" y="41"/>
                </a:lnTo>
                <a:lnTo>
                  <a:pt x="188" y="41"/>
                </a:lnTo>
                <a:lnTo>
                  <a:pt x="188" y="40"/>
                </a:lnTo>
                <a:lnTo>
                  <a:pt x="189" y="40"/>
                </a:lnTo>
                <a:lnTo>
                  <a:pt x="189" y="41"/>
                </a:lnTo>
                <a:lnTo>
                  <a:pt x="190" y="41"/>
                </a:lnTo>
                <a:lnTo>
                  <a:pt x="190" y="40"/>
                </a:lnTo>
                <a:lnTo>
                  <a:pt x="191" y="40"/>
                </a:lnTo>
                <a:lnTo>
                  <a:pt x="192" y="40"/>
                </a:lnTo>
                <a:lnTo>
                  <a:pt x="192" y="39"/>
                </a:lnTo>
                <a:lnTo>
                  <a:pt x="193" y="40"/>
                </a:lnTo>
                <a:lnTo>
                  <a:pt x="194" y="40"/>
                </a:lnTo>
                <a:lnTo>
                  <a:pt x="195" y="39"/>
                </a:lnTo>
                <a:lnTo>
                  <a:pt x="196" y="39"/>
                </a:lnTo>
                <a:lnTo>
                  <a:pt x="197" y="39"/>
                </a:lnTo>
                <a:lnTo>
                  <a:pt x="197" y="38"/>
                </a:lnTo>
                <a:lnTo>
                  <a:pt x="198" y="38"/>
                </a:lnTo>
                <a:lnTo>
                  <a:pt x="199" y="38"/>
                </a:lnTo>
                <a:lnTo>
                  <a:pt x="200" y="38"/>
                </a:lnTo>
                <a:lnTo>
                  <a:pt x="201" y="38"/>
                </a:lnTo>
                <a:lnTo>
                  <a:pt x="201" y="37"/>
                </a:lnTo>
                <a:lnTo>
                  <a:pt x="202" y="37"/>
                </a:lnTo>
                <a:lnTo>
                  <a:pt x="202" y="36"/>
                </a:lnTo>
                <a:lnTo>
                  <a:pt x="202" y="37"/>
                </a:lnTo>
                <a:lnTo>
                  <a:pt x="203" y="37"/>
                </a:lnTo>
                <a:lnTo>
                  <a:pt x="204" y="37"/>
                </a:lnTo>
                <a:lnTo>
                  <a:pt x="204" y="36"/>
                </a:lnTo>
                <a:lnTo>
                  <a:pt x="204" y="37"/>
                </a:lnTo>
                <a:lnTo>
                  <a:pt x="205" y="37"/>
                </a:lnTo>
                <a:lnTo>
                  <a:pt x="205" y="36"/>
                </a:lnTo>
                <a:lnTo>
                  <a:pt x="207" y="35"/>
                </a:lnTo>
                <a:lnTo>
                  <a:pt x="208" y="35"/>
                </a:lnTo>
                <a:lnTo>
                  <a:pt x="209" y="35"/>
                </a:lnTo>
                <a:lnTo>
                  <a:pt x="209" y="36"/>
                </a:lnTo>
                <a:lnTo>
                  <a:pt x="210" y="36"/>
                </a:lnTo>
                <a:lnTo>
                  <a:pt x="210" y="35"/>
                </a:lnTo>
                <a:lnTo>
                  <a:pt x="211" y="35"/>
                </a:lnTo>
                <a:lnTo>
                  <a:pt x="212" y="35"/>
                </a:lnTo>
                <a:lnTo>
                  <a:pt x="213" y="36"/>
                </a:lnTo>
                <a:lnTo>
                  <a:pt x="214" y="36"/>
                </a:lnTo>
                <a:lnTo>
                  <a:pt x="215" y="36"/>
                </a:lnTo>
                <a:lnTo>
                  <a:pt x="215" y="35"/>
                </a:lnTo>
                <a:lnTo>
                  <a:pt x="216" y="35"/>
                </a:lnTo>
                <a:lnTo>
                  <a:pt x="217" y="35"/>
                </a:lnTo>
                <a:lnTo>
                  <a:pt x="218" y="35"/>
                </a:lnTo>
                <a:lnTo>
                  <a:pt x="218" y="34"/>
                </a:lnTo>
                <a:lnTo>
                  <a:pt x="218" y="35"/>
                </a:lnTo>
                <a:lnTo>
                  <a:pt x="219" y="35"/>
                </a:lnTo>
                <a:lnTo>
                  <a:pt x="220" y="35"/>
                </a:lnTo>
                <a:lnTo>
                  <a:pt x="220" y="34"/>
                </a:lnTo>
                <a:lnTo>
                  <a:pt x="221" y="34"/>
                </a:lnTo>
                <a:lnTo>
                  <a:pt x="222" y="34"/>
                </a:lnTo>
                <a:lnTo>
                  <a:pt x="223" y="34"/>
                </a:lnTo>
                <a:lnTo>
                  <a:pt x="223" y="33"/>
                </a:lnTo>
                <a:lnTo>
                  <a:pt x="223" y="32"/>
                </a:lnTo>
                <a:lnTo>
                  <a:pt x="225" y="32"/>
                </a:lnTo>
                <a:lnTo>
                  <a:pt x="226" y="31"/>
                </a:lnTo>
                <a:lnTo>
                  <a:pt x="227" y="31"/>
                </a:lnTo>
                <a:lnTo>
                  <a:pt x="228" y="31"/>
                </a:lnTo>
                <a:lnTo>
                  <a:pt x="228" y="30"/>
                </a:lnTo>
                <a:lnTo>
                  <a:pt x="229" y="30"/>
                </a:lnTo>
                <a:lnTo>
                  <a:pt x="230" y="30"/>
                </a:lnTo>
                <a:lnTo>
                  <a:pt x="231" y="30"/>
                </a:lnTo>
                <a:lnTo>
                  <a:pt x="231" y="29"/>
                </a:lnTo>
                <a:lnTo>
                  <a:pt x="232" y="29"/>
                </a:lnTo>
                <a:lnTo>
                  <a:pt x="233" y="29"/>
                </a:lnTo>
                <a:lnTo>
                  <a:pt x="233" y="28"/>
                </a:lnTo>
                <a:lnTo>
                  <a:pt x="234" y="28"/>
                </a:lnTo>
                <a:lnTo>
                  <a:pt x="235" y="28"/>
                </a:lnTo>
                <a:lnTo>
                  <a:pt x="236" y="28"/>
                </a:lnTo>
                <a:lnTo>
                  <a:pt x="236" y="27"/>
                </a:lnTo>
                <a:lnTo>
                  <a:pt x="237" y="27"/>
                </a:lnTo>
                <a:lnTo>
                  <a:pt x="238" y="27"/>
                </a:lnTo>
                <a:lnTo>
                  <a:pt x="239" y="27"/>
                </a:lnTo>
                <a:lnTo>
                  <a:pt x="240" y="27"/>
                </a:lnTo>
                <a:lnTo>
                  <a:pt x="240" y="26"/>
                </a:lnTo>
                <a:lnTo>
                  <a:pt x="240" y="27"/>
                </a:lnTo>
                <a:lnTo>
                  <a:pt x="242" y="27"/>
                </a:lnTo>
                <a:lnTo>
                  <a:pt x="243" y="26"/>
                </a:lnTo>
                <a:lnTo>
                  <a:pt x="244" y="26"/>
                </a:lnTo>
                <a:lnTo>
                  <a:pt x="245" y="26"/>
                </a:lnTo>
                <a:lnTo>
                  <a:pt x="246" y="26"/>
                </a:lnTo>
                <a:lnTo>
                  <a:pt x="247" y="26"/>
                </a:lnTo>
                <a:lnTo>
                  <a:pt x="248" y="26"/>
                </a:lnTo>
                <a:lnTo>
                  <a:pt x="249" y="26"/>
                </a:lnTo>
                <a:lnTo>
                  <a:pt x="250" y="26"/>
                </a:lnTo>
                <a:lnTo>
                  <a:pt x="250" y="25"/>
                </a:lnTo>
                <a:lnTo>
                  <a:pt x="251" y="25"/>
                </a:lnTo>
                <a:lnTo>
                  <a:pt x="251" y="24"/>
                </a:lnTo>
                <a:lnTo>
                  <a:pt x="252" y="24"/>
                </a:lnTo>
                <a:lnTo>
                  <a:pt x="253" y="23"/>
                </a:lnTo>
                <a:lnTo>
                  <a:pt x="253" y="24"/>
                </a:lnTo>
                <a:lnTo>
                  <a:pt x="253" y="23"/>
                </a:lnTo>
                <a:lnTo>
                  <a:pt x="254" y="23"/>
                </a:lnTo>
                <a:lnTo>
                  <a:pt x="255" y="23"/>
                </a:lnTo>
                <a:lnTo>
                  <a:pt x="255" y="22"/>
                </a:lnTo>
                <a:lnTo>
                  <a:pt x="256" y="22"/>
                </a:lnTo>
                <a:lnTo>
                  <a:pt x="257" y="22"/>
                </a:lnTo>
                <a:lnTo>
                  <a:pt x="261" y="22"/>
                </a:lnTo>
                <a:lnTo>
                  <a:pt x="262" y="22"/>
                </a:lnTo>
                <a:lnTo>
                  <a:pt x="263" y="22"/>
                </a:lnTo>
                <a:lnTo>
                  <a:pt x="264" y="22"/>
                </a:lnTo>
                <a:lnTo>
                  <a:pt x="265" y="22"/>
                </a:lnTo>
                <a:lnTo>
                  <a:pt x="266" y="22"/>
                </a:lnTo>
                <a:lnTo>
                  <a:pt x="268" y="22"/>
                </a:lnTo>
                <a:lnTo>
                  <a:pt x="269" y="22"/>
                </a:lnTo>
                <a:lnTo>
                  <a:pt x="269" y="21"/>
                </a:lnTo>
                <a:lnTo>
                  <a:pt x="270" y="21"/>
                </a:lnTo>
                <a:lnTo>
                  <a:pt x="271" y="21"/>
                </a:lnTo>
                <a:lnTo>
                  <a:pt x="272" y="21"/>
                </a:lnTo>
                <a:lnTo>
                  <a:pt x="272" y="20"/>
                </a:lnTo>
                <a:lnTo>
                  <a:pt x="271" y="20"/>
                </a:lnTo>
                <a:lnTo>
                  <a:pt x="271" y="19"/>
                </a:lnTo>
                <a:lnTo>
                  <a:pt x="271" y="18"/>
                </a:lnTo>
                <a:lnTo>
                  <a:pt x="272" y="18"/>
                </a:lnTo>
                <a:lnTo>
                  <a:pt x="272" y="17"/>
                </a:lnTo>
                <a:lnTo>
                  <a:pt x="273" y="17"/>
                </a:lnTo>
                <a:lnTo>
                  <a:pt x="274" y="17"/>
                </a:lnTo>
                <a:lnTo>
                  <a:pt x="275" y="18"/>
                </a:lnTo>
                <a:lnTo>
                  <a:pt x="276" y="18"/>
                </a:lnTo>
                <a:lnTo>
                  <a:pt x="276" y="17"/>
                </a:lnTo>
                <a:lnTo>
                  <a:pt x="276" y="16"/>
                </a:lnTo>
                <a:lnTo>
                  <a:pt x="276" y="15"/>
                </a:lnTo>
                <a:lnTo>
                  <a:pt x="275" y="15"/>
                </a:lnTo>
                <a:lnTo>
                  <a:pt x="276" y="15"/>
                </a:lnTo>
                <a:lnTo>
                  <a:pt x="277" y="13"/>
                </a:lnTo>
                <a:lnTo>
                  <a:pt x="278" y="13"/>
                </a:lnTo>
                <a:lnTo>
                  <a:pt x="277" y="13"/>
                </a:lnTo>
                <a:lnTo>
                  <a:pt x="278" y="12"/>
                </a:lnTo>
                <a:lnTo>
                  <a:pt x="278" y="11"/>
                </a:lnTo>
                <a:lnTo>
                  <a:pt x="279" y="11"/>
                </a:lnTo>
                <a:lnTo>
                  <a:pt x="281" y="11"/>
                </a:lnTo>
                <a:lnTo>
                  <a:pt x="282" y="11"/>
                </a:lnTo>
                <a:lnTo>
                  <a:pt x="283" y="12"/>
                </a:lnTo>
                <a:lnTo>
                  <a:pt x="283" y="11"/>
                </a:lnTo>
                <a:lnTo>
                  <a:pt x="284" y="11"/>
                </a:lnTo>
                <a:lnTo>
                  <a:pt x="285" y="11"/>
                </a:lnTo>
                <a:lnTo>
                  <a:pt x="286" y="11"/>
                </a:lnTo>
                <a:lnTo>
                  <a:pt x="287" y="11"/>
                </a:lnTo>
                <a:lnTo>
                  <a:pt x="288" y="10"/>
                </a:lnTo>
                <a:lnTo>
                  <a:pt x="288" y="11"/>
                </a:lnTo>
                <a:lnTo>
                  <a:pt x="289" y="11"/>
                </a:lnTo>
                <a:lnTo>
                  <a:pt x="290" y="11"/>
                </a:lnTo>
                <a:lnTo>
                  <a:pt x="290" y="10"/>
                </a:lnTo>
                <a:lnTo>
                  <a:pt x="291" y="10"/>
                </a:lnTo>
                <a:lnTo>
                  <a:pt x="292" y="10"/>
                </a:lnTo>
                <a:lnTo>
                  <a:pt x="293" y="10"/>
                </a:lnTo>
                <a:lnTo>
                  <a:pt x="293" y="11"/>
                </a:lnTo>
                <a:lnTo>
                  <a:pt x="294" y="11"/>
                </a:lnTo>
                <a:lnTo>
                  <a:pt x="294" y="10"/>
                </a:lnTo>
                <a:lnTo>
                  <a:pt x="295" y="10"/>
                </a:lnTo>
                <a:lnTo>
                  <a:pt x="296" y="10"/>
                </a:lnTo>
                <a:lnTo>
                  <a:pt x="297" y="10"/>
                </a:lnTo>
                <a:lnTo>
                  <a:pt x="298" y="9"/>
                </a:lnTo>
                <a:lnTo>
                  <a:pt x="299" y="9"/>
                </a:lnTo>
                <a:lnTo>
                  <a:pt x="300" y="9"/>
                </a:lnTo>
                <a:lnTo>
                  <a:pt x="301" y="9"/>
                </a:lnTo>
                <a:lnTo>
                  <a:pt x="302" y="9"/>
                </a:lnTo>
                <a:lnTo>
                  <a:pt x="303" y="9"/>
                </a:lnTo>
                <a:lnTo>
                  <a:pt x="303" y="8"/>
                </a:lnTo>
                <a:lnTo>
                  <a:pt x="304" y="8"/>
                </a:lnTo>
                <a:lnTo>
                  <a:pt x="306" y="8"/>
                </a:lnTo>
                <a:lnTo>
                  <a:pt x="307" y="8"/>
                </a:lnTo>
                <a:lnTo>
                  <a:pt x="308" y="8"/>
                </a:lnTo>
                <a:lnTo>
                  <a:pt x="309" y="8"/>
                </a:lnTo>
                <a:lnTo>
                  <a:pt x="309" y="7"/>
                </a:lnTo>
                <a:lnTo>
                  <a:pt x="310" y="7"/>
                </a:lnTo>
                <a:lnTo>
                  <a:pt x="310" y="8"/>
                </a:lnTo>
                <a:lnTo>
                  <a:pt x="311" y="8"/>
                </a:lnTo>
                <a:lnTo>
                  <a:pt x="312" y="8"/>
                </a:lnTo>
                <a:lnTo>
                  <a:pt x="313" y="7"/>
                </a:lnTo>
                <a:lnTo>
                  <a:pt x="313" y="6"/>
                </a:lnTo>
                <a:lnTo>
                  <a:pt x="314" y="6"/>
                </a:lnTo>
                <a:lnTo>
                  <a:pt x="314" y="5"/>
                </a:lnTo>
                <a:lnTo>
                  <a:pt x="315" y="5"/>
                </a:lnTo>
                <a:lnTo>
                  <a:pt x="316" y="5"/>
                </a:lnTo>
                <a:lnTo>
                  <a:pt x="317" y="5"/>
                </a:lnTo>
                <a:lnTo>
                  <a:pt x="318" y="5"/>
                </a:lnTo>
                <a:lnTo>
                  <a:pt x="319" y="5"/>
                </a:lnTo>
                <a:lnTo>
                  <a:pt x="320" y="5"/>
                </a:lnTo>
                <a:lnTo>
                  <a:pt x="321" y="5"/>
                </a:lnTo>
                <a:lnTo>
                  <a:pt x="321" y="6"/>
                </a:lnTo>
                <a:lnTo>
                  <a:pt x="322" y="7"/>
                </a:lnTo>
                <a:lnTo>
                  <a:pt x="323" y="7"/>
                </a:lnTo>
                <a:lnTo>
                  <a:pt x="323" y="6"/>
                </a:lnTo>
                <a:lnTo>
                  <a:pt x="326" y="6"/>
                </a:lnTo>
                <a:lnTo>
                  <a:pt x="326" y="7"/>
                </a:lnTo>
                <a:lnTo>
                  <a:pt x="327" y="7"/>
                </a:lnTo>
                <a:lnTo>
                  <a:pt x="328" y="7"/>
                </a:lnTo>
                <a:lnTo>
                  <a:pt x="329" y="7"/>
                </a:lnTo>
                <a:lnTo>
                  <a:pt x="329" y="6"/>
                </a:lnTo>
                <a:lnTo>
                  <a:pt x="330" y="6"/>
                </a:lnTo>
                <a:lnTo>
                  <a:pt x="330" y="7"/>
                </a:lnTo>
                <a:lnTo>
                  <a:pt x="331" y="6"/>
                </a:lnTo>
                <a:lnTo>
                  <a:pt x="331" y="5"/>
                </a:lnTo>
                <a:lnTo>
                  <a:pt x="332" y="5"/>
                </a:lnTo>
                <a:lnTo>
                  <a:pt x="333" y="5"/>
                </a:lnTo>
                <a:lnTo>
                  <a:pt x="333" y="4"/>
                </a:lnTo>
                <a:lnTo>
                  <a:pt x="334" y="4"/>
                </a:lnTo>
                <a:lnTo>
                  <a:pt x="335" y="3"/>
                </a:lnTo>
                <a:lnTo>
                  <a:pt x="335" y="4"/>
                </a:lnTo>
                <a:lnTo>
                  <a:pt x="336" y="4"/>
                </a:lnTo>
                <a:lnTo>
                  <a:pt x="337" y="5"/>
                </a:lnTo>
                <a:lnTo>
                  <a:pt x="337" y="6"/>
                </a:lnTo>
                <a:lnTo>
                  <a:pt x="336" y="7"/>
                </a:lnTo>
                <a:lnTo>
                  <a:pt x="336" y="8"/>
                </a:lnTo>
                <a:lnTo>
                  <a:pt x="336" y="9"/>
                </a:lnTo>
                <a:lnTo>
                  <a:pt x="336" y="10"/>
                </a:lnTo>
                <a:lnTo>
                  <a:pt x="336" y="11"/>
                </a:lnTo>
                <a:lnTo>
                  <a:pt x="337" y="11"/>
                </a:lnTo>
                <a:lnTo>
                  <a:pt x="338" y="11"/>
                </a:lnTo>
                <a:lnTo>
                  <a:pt x="338" y="12"/>
                </a:lnTo>
                <a:lnTo>
                  <a:pt x="339" y="13"/>
                </a:lnTo>
                <a:lnTo>
                  <a:pt x="339" y="14"/>
                </a:lnTo>
                <a:lnTo>
                  <a:pt x="340" y="14"/>
                </a:lnTo>
                <a:lnTo>
                  <a:pt x="340" y="15"/>
                </a:lnTo>
                <a:lnTo>
                  <a:pt x="341" y="15"/>
                </a:lnTo>
                <a:lnTo>
                  <a:pt x="342" y="16"/>
                </a:lnTo>
                <a:lnTo>
                  <a:pt x="342" y="17"/>
                </a:lnTo>
                <a:lnTo>
                  <a:pt x="342" y="19"/>
                </a:lnTo>
                <a:lnTo>
                  <a:pt x="342" y="22"/>
                </a:lnTo>
                <a:lnTo>
                  <a:pt x="341" y="24"/>
                </a:lnTo>
                <a:lnTo>
                  <a:pt x="341" y="29"/>
                </a:lnTo>
                <a:lnTo>
                  <a:pt x="340" y="30"/>
                </a:lnTo>
                <a:lnTo>
                  <a:pt x="341" y="30"/>
                </a:lnTo>
                <a:lnTo>
                  <a:pt x="343" y="31"/>
                </a:lnTo>
                <a:lnTo>
                  <a:pt x="344" y="31"/>
                </a:lnTo>
                <a:lnTo>
                  <a:pt x="345" y="31"/>
                </a:lnTo>
                <a:lnTo>
                  <a:pt x="346" y="31"/>
                </a:lnTo>
                <a:lnTo>
                  <a:pt x="347" y="31"/>
                </a:lnTo>
                <a:lnTo>
                  <a:pt x="348" y="31"/>
                </a:lnTo>
                <a:lnTo>
                  <a:pt x="348" y="32"/>
                </a:lnTo>
                <a:lnTo>
                  <a:pt x="349" y="32"/>
                </a:lnTo>
                <a:lnTo>
                  <a:pt x="349" y="33"/>
                </a:lnTo>
                <a:lnTo>
                  <a:pt x="350" y="33"/>
                </a:lnTo>
                <a:lnTo>
                  <a:pt x="352" y="33"/>
                </a:lnTo>
                <a:lnTo>
                  <a:pt x="353" y="32"/>
                </a:lnTo>
                <a:lnTo>
                  <a:pt x="354" y="32"/>
                </a:lnTo>
                <a:lnTo>
                  <a:pt x="355" y="32"/>
                </a:lnTo>
                <a:lnTo>
                  <a:pt x="356" y="31"/>
                </a:lnTo>
                <a:lnTo>
                  <a:pt x="357" y="31"/>
                </a:lnTo>
                <a:lnTo>
                  <a:pt x="360" y="31"/>
                </a:lnTo>
                <a:lnTo>
                  <a:pt x="363" y="31"/>
                </a:lnTo>
                <a:lnTo>
                  <a:pt x="366" y="30"/>
                </a:lnTo>
                <a:lnTo>
                  <a:pt x="367" y="30"/>
                </a:lnTo>
                <a:lnTo>
                  <a:pt x="368" y="30"/>
                </a:lnTo>
                <a:lnTo>
                  <a:pt x="371" y="30"/>
                </a:lnTo>
                <a:lnTo>
                  <a:pt x="376" y="30"/>
                </a:lnTo>
                <a:lnTo>
                  <a:pt x="386" y="30"/>
                </a:lnTo>
                <a:lnTo>
                  <a:pt x="388" y="30"/>
                </a:lnTo>
                <a:lnTo>
                  <a:pt x="390" y="30"/>
                </a:lnTo>
                <a:lnTo>
                  <a:pt x="391" y="30"/>
                </a:lnTo>
                <a:lnTo>
                  <a:pt x="392" y="31"/>
                </a:lnTo>
                <a:lnTo>
                  <a:pt x="393" y="31"/>
                </a:lnTo>
                <a:lnTo>
                  <a:pt x="394" y="32"/>
                </a:lnTo>
                <a:lnTo>
                  <a:pt x="395" y="33"/>
                </a:lnTo>
                <a:lnTo>
                  <a:pt x="396" y="33"/>
                </a:lnTo>
                <a:lnTo>
                  <a:pt x="396" y="34"/>
                </a:lnTo>
                <a:lnTo>
                  <a:pt x="398" y="34"/>
                </a:lnTo>
                <a:lnTo>
                  <a:pt x="398" y="35"/>
                </a:lnTo>
                <a:lnTo>
                  <a:pt x="399" y="35"/>
                </a:lnTo>
                <a:lnTo>
                  <a:pt x="400" y="35"/>
                </a:lnTo>
                <a:lnTo>
                  <a:pt x="402" y="35"/>
                </a:lnTo>
                <a:lnTo>
                  <a:pt x="404" y="35"/>
                </a:lnTo>
                <a:lnTo>
                  <a:pt x="404" y="37"/>
                </a:lnTo>
                <a:lnTo>
                  <a:pt x="404" y="38"/>
                </a:lnTo>
                <a:lnTo>
                  <a:pt x="404" y="40"/>
                </a:lnTo>
                <a:lnTo>
                  <a:pt x="403" y="40"/>
                </a:lnTo>
                <a:lnTo>
                  <a:pt x="402" y="40"/>
                </a:lnTo>
                <a:lnTo>
                  <a:pt x="400" y="40"/>
                </a:lnTo>
                <a:lnTo>
                  <a:pt x="398" y="40"/>
                </a:lnTo>
                <a:lnTo>
                  <a:pt x="396" y="40"/>
                </a:lnTo>
                <a:lnTo>
                  <a:pt x="394" y="40"/>
                </a:lnTo>
                <a:lnTo>
                  <a:pt x="393" y="40"/>
                </a:lnTo>
                <a:lnTo>
                  <a:pt x="393" y="41"/>
                </a:lnTo>
                <a:lnTo>
                  <a:pt x="392" y="42"/>
                </a:lnTo>
                <a:lnTo>
                  <a:pt x="393" y="42"/>
                </a:lnTo>
                <a:lnTo>
                  <a:pt x="393" y="43"/>
                </a:lnTo>
                <a:lnTo>
                  <a:pt x="394" y="44"/>
                </a:lnTo>
                <a:lnTo>
                  <a:pt x="394" y="45"/>
                </a:lnTo>
                <a:lnTo>
                  <a:pt x="394" y="46"/>
                </a:lnTo>
                <a:lnTo>
                  <a:pt x="395" y="46"/>
                </a:lnTo>
                <a:lnTo>
                  <a:pt x="396" y="46"/>
                </a:lnTo>
                <a:lnTo>
                  <a:pt x="396" y="47"/>
                </a:lnTo>
                <a:lnTo>
                  <a:pt x="398" y="48"/>
                </a:lnTo>
                <a:lnTo>
                  <a:pt x="399" y="49"/>
                </a:lnTo>
                <a:lnTo>
                  <a:pt x="400" y="49"/>
                </a:lnTo>
                <a:lnTo>
                  <a:pt x="401" y="50"/>
                </a:lnTo>
                <a:lnTo>
                  <a:pt x="402" y="50"/>
                </a:lnTo>
                <a:lnTo>
                  <a:pt x="403" y="50"/>
                </a:lnTo>
                <a:lnTo>
                  <a:pt x="404" y="50"/>
                </a:lnTo>
                <a:lnTo>
                  <a:pt x="405" y="50"/>
                </a:lnTo>
                <a:lnTo>
                  <a:pt x="407" y="51"/>
                </a:lnTo>
                <a:lnTo>
                  <a:pt x="409" y="51"/>
                </a:lnTo>
                <a:lnTo>
                  <a:pt x="410" y="51"/>
                </a:lnTo>
                <a:lnTo>
                  <a:pt x="411" y="50"/>
                </a:lnTo>
                <a:lnTo>
                  <a:pt x="412" y="50"/>
                </a:lnTo>
                <a:lnTo>
                  <a:pt x="414" y="50"/>
                </a:lnTo>
                <a:lnTo>
                  <a:pt x="416" y="49"/>
                </a:lnTo>
                <a:lnTo>
                  <a:pt x="422" y="49"/>
                </a:lnTo>
                <a:lnTo>
                  <a:pt x="425" y="48"/>
                </a:lnTo>
                <a:lnTo>
                  <a:pt x="437" y="47"/>
                </a:lnTo>
                <a:lnTo>
                  <a:pt x="439" y="46"/>
                </a:lnTo>
                <a:lnTo>
                  <a:pt x="440" y="47"/>
                </a:lnTo>
                <a:lnTo>
                  <a:pt x="441" y="47"/>
                </a:lnTo>
                <a:lnTo>
                  <a:pt x="444" y="47"/>
                </a:lnTo>
                <a:lnTo>
                  <a:pt x="445" y="47"/>
                </a:lnTo>
                <a:lnTo>
                  <a:pt x="446" y="47"/>
                </a:lnTo>
                <a:lnTo>
                  <a:pt x="447" y="46"/>
                </a:lnTo>
                <a:lnTo>
                  <a:pt x="448" y="46"/>
                </a:lnTo>
                <a:lnTo>
                  <a:pt x="448" y="47"/>
                </a:lnTo>
                <a:lnTo>
                  <a:pt x="448" y="48"/>
                </a:lnTo>
                <a:lnTo>
                  <a:pt x="449" y="48"/>
                </a:lnTo>
                <a:lnTo>
                  <a:pt x="449" y="49"/>
                </a:lnTo>
                <a:lnTo>
                  <a:pt x="449" y="50"/>
                </a:lnTo>
                <a:lnTo>
                  <a:pt x="449" y="51"/>
                </a:lnTo>
                <a:lnTo>
                  <a:pt x="450" y="51"/>
                </a:lnTo>
                <a:lnTo>
                  <a:pt x="450" y="52"/>
                </a:lnTo>
                <a:lnTo>
                  <a:pt x="450" y="53"/>
                </a:lnTo>
                <a:lnTo>
                  <a:pt x="451" y="53"/>
                </a:lnTo>
                <a:lnTo>
                  <a:pt x="451" y="54"/>
                </a:lnTo>
                <a:lnTo>
                  <a:pt x="451" y="55"/>
                </a:lnTo>
                <a:lnTo>
                  <a:pt x="452" y="56"/>
                </a:lnTo>
                <a:lnTo>
                  <a:pt x="452" y="57"/>
                </a:lnTo>
                <a:lnTo>
                  <a:pt x="452" y="58"/>
                </a:lnTo>
                <a:lnTo>
                  <a:pt x="453" y="58"/>
                </a:lnTo>
                <a:lnTo>
                  <a:pt x="453" y="59"/>
                </a:lnTo>
                <a:lnTo>
                  <a:pt x="453" y="60"/>
                </a:lnTo>
                <a:lnTo>
                  <a:pt x="453" y="61"/>
                </a:lnTo>
                <a:lnTo>
                  <a:pt x="454" y="61"/>
                </a:lnTo>
                <a:lnTo>
                  <a:pt x="454" y="62"/>
                </a:lnTo>
                <a:lnTo>
                  <a:pt x="454" y="63"/>
                </a:lnTo>
                <a:lnTo>
                  <a:pt x="455" y="63"/>
                </a:lnTo>
                <a:lnTo>
                  <a:pt x="455" y="64"/>
                </a:lnTo>
                <a:lnTo>
                  <a:pt x="455" y="65"/>
                </a:lnTo>
                <a:lnTo>
                  <a:pt x="455" y="66"/>
                </a:lnTo>
                <a:lnTo>
                  <a:pt x="456" y="66"/>
                </a:lnTo>
                <a:lnTo>
                  <a:pt x="456" y="67"/>
                </a:lnTo>
                <a:lnTo>
                  <a:pt x="456" y="68"/>
                </a:lnTo>
                <a:lnTo>
                  <a:pt x="457" y="68"/>
                </a:lnTo>
                <a:lnTo>
                  <a:pt x="457" y="69"/>
                </a:lnTo>
                <a:lnTo>
                  <a:pt x="457" y="70"/>
                </a:lnTo>
                <a:lnTo>
                  <a:pt x="457" y="71"/>
                </a:lnTo>
                <a:lnTo>
                  <a:pt x="458" y="71"/>
                </a:lnTo>
                <a:lnTo>
                  <a:pt x="458" y="72"/>
                </a:lnTo>
                <a:lnTo>
                  <a:pt x="458" y="73"/>
                </a:lnTo>
                <a:lnTo>
                  <a:pt x="458" y="74"/>
                </a:lnTo>
                <a:lnTo>
                  <a:pt x="459" y="74"/>
                </a:lnTo>
                <a:lnTo>
                  <a:pt x="459" y="75"/>
                </a:lnTo>
                <a:lnTo>
                  <a:pt x="459" y="76"/>
                </a:lnTo>
                <a:lnTo>
                  <a:pt x="460" y="76"/>
                </a:lnTo>
                <a:lnTo>
                  <a:pt x="460" y="77"/>
                </a:lnTo>
                <a:lnTo>
                  <a:pt x="460" y="78"/>
                </a:lnTo>
                <a:lnTo>
                  <a:pt x="460" y="79"/>
                </a:lnTo>
                <a:lnTo>
                  <a:pt x="461" y="79"/>
                </a:lnTo>
                <a:lnTo>
                  <a:pt x="461" y="80"/>
                </a:lnTo>
                <a:lnTo>
                  <a:pt x="462" y="80"/>
                </a:lnTo>
                <a:lnTo>
                  <a:pt x="462" y="81"/>
                </a:lnTo>
                <a:lnTo>
                  <a:pt x="462" y="82"/>
                </a:lnTo>
                <a:lnTo>
                  <a:pt x="462" y="83"/>
                </a:lnTo>
                <a:lnTo>
                  <a:pt x="462" y="86"/>
                </a:lnTo>
                <a:lnTo>
                  <a:pt x="462" y="87"/>
                </a:lnTo>
                <a:lnTo>
                  <a:pt x="462" y="88"/>
                </a:lnTo>
                <a:lnTo>
                  <a:pt x="463" y="88"/>
                </a:lnTo>
                <a:lnTo>
                  <a:pt x="464" y="88"/>
                </a:lnTo>
                <a:lnTo>
                  <a:pt x="465" y="88"/>
                </a:lnTo>
                <a:lnTo>
                  <a:pt x="466" y="87"/>
                </a:lnTo>
                <a:lnTo>
                  <a:pt x="467" y="86"/>
                </a:lnTo>
                <a:lnTo>
                  <a:pt x="468" y="86"/>
                </a:lnTo>
                <a:lnTo>
                  <a:pt x="469" y="86"/>
                </a:lnTo>
                <a:lnTo>
                  <a:pt x="470" y="86"/>
                </a:lnTo>
                <a:lnTo>
                  <a:pt x="471" y="86"/>
                </a:lnTo>
                <a:lnTo>
                  <a:pt x="472" y="85"/>
                </a:lnTo>
                <a:lnTo>
                  <a:pt x="473" y="85"/>
                </a:lnTo>
                <a:lnTo>
                  <a:pt x="474" y="85"/>
                </a:lnTo>
                <a:lnTo>
                  <a:pt x="475" y="85"/>
                </a:lnTo>
                <a:lnTo>
                  <a:pt x="476" y="85"/>
                </a:lnTo>
                <a:lnTo>
                  <a:pt x="477" y="85"/>
                </a:lnTo>
                <a:lnTo>
                  <a:pt x="478" y="85"/>
                </a:lnTo>
                <a:lnTo>
                  <a:pt x="479" y="85"/>
                </a:lnTo>
                <a:lnTo>
                  <a:pt x="479" y="84"/>
                </a:lnTo>
                <a:lnTo>
                  <a:pt x="480" y="84"/>
                </a:lnTo>
                <a:lnTo>
                  <a:pt x="481" y="85"/>
                </a:lnTo>
                <a:lnTo>
                  <a:pt x="482" y="85"/>
                </a:lnTo>
                <a:lnTo>
                  <a:pt x="483" y="85"/>
                </a:lnTo>
                <a:lnTo>
                  <a:pt x="484" y="85"/>
                </a:lnTo>
                <a:lnTo>
                  <a:pt x="485" y="85"/>
                </a:lnTo>
                <a:lnTo>
                  <a:pt x="487" y="85"/>
                </a:lnTo>
                <a:lnTo>
                  <a:pt x="488" y="85"/>
                </a:lnTo>
                <a:lnTo>
                  <a:pt x="488" y="84"/>
                </a:lnTo>
                <a:lnTo>
                  <a:pt x="489" y="84"/>
                </a:lnTo>
                <a:lnTo>
                  <a:pt x="492" y="84"/>
                </a:lnTo>
                <a:lnTo>
                  <a:pt x="493" y="84"/>
                </a:lnTo>
                <a:lnTo>
                  <a:pt x="493" y="83"/>
                </a:lnTo>
                <a:lnTo>
                  <a:pt x="494" y="83"/>
                </a:lnTo>
                <a:lnTo>
                  <a:pt x="494" y="82"/>
                </a:lnTo>
                <a:lnTo>
                  <a:pt x="495" y="82"/>
                </a:lnTo>
                <a:lnTo>
                  <a:pt x="496" y="81"/>
                </a:lnTo>
                <a:lnTo>
                  <a:pt x="497" y="81"/>
                </a:lnTo>
                <a:lnTo>
                  <a:pt x="498" y="81"/>
                </a:lnTo>
                <a:lnTo>
                  <a:pt x="499" y="81"/>
                </a:lnTo>
                <a:lnTo>
                  <a:pt x="499" y="80"/>
                </a:lnTo>
                <a:lnTo>
                  <a:pt x="500" y="80"/>
                </a:lnTo>
                <a:lnTo>
                  <a:pt x="501" y="80"/>
                </a:lnTo>
                <a:lnTo>
                  <a:pt x="502" y="80"/>
                </a:lnTo>
                <a:lnTo>
                  <a:pt x="503" y="80"/>
                </a:lnTo>
                <a:lnTo>
                  <a:pt x="503" y="81"/>
                </a:lnTo>
                <a:lnTo>
                  <a:pt x="504" y="81"/>
                </a:lnTo>
                <a:lnTo>
                  <a:pt x="505" y="81"/>
                </a:lnTo>
                <a:lnTo>
                  <a:pt x="506" y="81"/>
                </a:lnTo>
                <a:lnTo>
                  <a:pt x="507" y="81"/>
                </a:lnTo>
                <a:lnTo>
                  <a:pt x="507" y="82"/>
                </a:lnTo>
                <a:lnTo>
                  <a:pt x="508" y="82"/>
                </a:lnTo>
                <a:lnTo>
                  <a:pt x="508" y="81"/>
                </a:lnTo>
                <a:lnTo>
                  <a:pt x="509" y="81"/>
                </a:lnTo>
                <a:lnTo>
                  <a:pt x="509" y="82"/>
                </a:lnTo>
                <a:lnTo>
                  <a:pt x="510" y="82"/>
                </a:lnTo>
                <a:lnTo>
                  <a:pt x="511" y="83"/>
                </a:lnTo>
                <a:lnTo>
                  <a:pt x="512" y="83"/>
                </a:lnTo>
                <a:lnTo>
                  <a:pt x="512" y="82"/>
                </a:lnTo>
                <a:lnTo>
                  <a:pt x="513" y="82"/>
                </a:lnTo>
                <a:lnTo>
                  <a:pt x="514" y="82"/>
                </a:lnTo>
                <a:lnTo>
                  <a:pt x="514" y="81"/>
                </a:lnTo>
                <a:lnTo>
                  <a:pt x="514" y="82"/>
                </a:lnTo>
                <a:lnTo>
                  <a:pt x="515" y="82"/>
                </a:lnTo>
                <a:lnTo>
                  <a:pt x="516" y="82"/>
                </a:lnTo>
                <a:lnTo>
                  <a:pt x="516" y="83"/>
                </a:lnTo>
                <a:lnTo>
                  <a:pt x="517" y="83"/>
                </a:lnTo>
                <a:lnTo>
                  <a:pt x="517" y="84"/>
                </a:lnTo>
                <a:lnTo>
                  <a:pt x="518" y="84"/>
                </a:lnTo>
                <a:lnTo>
                  <a:pt x="519" y="84"/>
                </a:lnTo>
                <a:lnTo>
                  <a:pt x="520" y="85"/>
                </a:lnTo>
                <a:lnTo>
                  <a:pt x="521" y="86"/>
                </a:lnTo>
                <a:lnTo>
                  <a:pt x="521" y="85"/>
                </a:lnTo>
                <a:lnTo>
                  <a:pt x="522" y="86"/>
                </a:lnTo>
                <a:lnTo>
                  <a:pt x="522" y="87"/>
                </a:lnTo>
                <a:lnTo>
                  <a:pt x="521" y="87"/>
                </a:lnTo>
                <a:lnTo>
                  <a:pt x="522" y="87"/>
                </a:lnTo>
                <a:lnTo>
                  <a:pt x="522" y="88"/>
                </a:lnTo>
                <a:lnTo>
                  <a:pt x="522" y="89"/>
                </a:lnTo>
                <a:lnTo>
                  <a:pt x="523" y="90"/>
                </a:lnTo>
                <a:lnTo>
                  <a:pt x="523" y="91"/>
                </a:lnTo>
                <a:lnTo>
                  <a:pt x="524" y="91"/>
                </a:lnTo>
                <a:lnTo>
                  <a:pt x="524" y="90"/>
                </a:lnTo>
                <a:lnTo>
                  <a:pt x="525" y="90"/>
                </a:lnTo>
                <a:lnTo>
                  <a:pt x="526" y="91"/>
                </a:lnTo>
                <a:lnTo>
                  <a:pt x="526" y="92"/>
                </a:lnTo>
                <a:lnTo>
                  <a:pt x="527" y="92"/>
                </a:lnTo>
                <a:lnTo>
                  <a:pt x="528" y="93"/>
                </a:lnTo>
                <a:lnTo>
                  <a:pt x="529" y="94"/>
                </a:lnTo>
                <a:lnTo>
                  <a:pt x="530" y="93"/>
                </a:lnTo>
                <a:lnTo>
                  <a:pt x="531" y="92"/>
                </a:lnTo>
                <a:lnTo>
                  <a:pt x="532" y="92"/>
                </a:lnTo>
                <a:lnTo>
                  <a:pt x="533" y="92"/>
                </a:lnTo>
                <a:lnTo>
                  <a:pt x="533" y="91"/>
                </a:lnTo>
                <a:lnTo>
                  <a:pt x="534" y="91"/>
                </a:lnTo>
                <a:lnTo>
                  <a:pt x="534" y="92"/>
                </a:lnTo>
                <a:lnTo>
                  <a:pt x="534" y="93"/>
                </a:lnTo>
                <a:lnTo>
                  <a:pt x="535" y="93"/>
                </a:lnTo>
                <a:lnTo>
                  <a:pt x="536" y="92"/>
                </a:lnTo>
                <a:lnTo>
                  <a:pt x="537" y="92"/>
                </a:lnTo>
                <a:lnTo>
                  <a:pt x="538" y="93"/>
                </a:lnTo>
                <a:lnTo>
                  <a:pt x="539" y="93"/>
                </a:lnTo>
                <a:lnTo>
                  <a:pt x="540" y="93"/>
                </a:lnTo>
                <a:lnTo>
                  <a:pt x="541" y="93"/>
                </a:lnTo>
                <a:lnTo>
                  <a:pt x="542" y="93"/>
                </a:lnTo>
                <a:lnTo>
                  <a:pt x="542" y="92"/>
                </a:lnTo>
                <a:lnTo>
                  <a:pt x="543" y="92"/>
                </a:lnTo>
                <a:lnTo>
                  <a:pt x="543" y="93"/>
                </a:lnTo>
                <a:lnTo>
                  <a:pt x="544" y="93"/>
                </a:lnTo>
                <a:lnTo>
                  <a:pt x="544" y="92"/>
                </a:lnTo>
                <a:lnTo>
                  <a:pt x="545" y="93"/>
                </a:lnTo>
                <a:lnTo>
                  <a:pt x="545" y="94"/>
                </a:lnTo>
                <a:lnTo>
                  <a:pt x="546" y="94"/>
                </a:lnTo>
                <a:lnTo>
                  <a:pt x="547" y="94"/>
                </a:lnTo>
                <a:lnTo>
                  <a:pt x="547" y="93"/>
                </a:lnTo>
                <a:lnTo>
                  <a:pt x="548" y="93"/>
                </a:lnTo>
                <a:lnTo>
                  <a:pt x="548" y="92"/>
                </a:lnTo>
                <a:lnTo>
                  <a:pt x="549" y="92"/>
                </a:lnTo>
                <a:lnTo>
                  <a:pt x="550" y="92"/>
                </a:lnTo>
                <a:lnTo>
                  <a:pt x="550" y="93"/>
                </a:lnTo>
                <a:lnTo>
                  <a:pt x="550" y="94"/>
                </a:lnTo>
                <a:lnTo>
                  <a:pt x="551" y="94"/>
                </a:lnTo>
                <a:lnTo>
                  <a:pt x="551" y="93"/>
                </a:lnTo>
                <a:lnTo>
                  <a:pt x="552" y="93"/>
                </a:lnTo>
                <a:lnTo>
                  <a:pt x="553" y="92"/>
                </a:lnTo>
                <a:lnTo>
                  <a:pt x="554" y="92"/>
                </a:lnTo>
                <a:lnTo>
                  <a:pt x="554" y="91"/>
                </a:lnTo>
                <a:lnTo>
                  <a:pt x="555" y="91"/>
                </a:lnTo>
                <a:lnTo>
                  <a:pt x="556" y="91"/>
                </a:lnTo>
                <a:lnTo>
                  <a:pt x="556" y="90"/>
                </a:lnTo>
                <a:lnTo>
                  <a:pt x="557" y="89"/>
                </a:lnTo>
                <a:lnTo>
                  <a:pt x="558" y="89"/>
                </a:lnTo>
                <a:lnTo>
                  <a:pt x="559" y="89"/>
                </a:lnTo>
                <a:lnTo>
                  <a:pt x="560" y="89"/>
                </a:lnTo>
                <a:lnTo>
                  <a:pt x="561" y="89"/>
                </a:lnTo>
                <a:lnTo>
                  <a:pt x="561" y="88"/>
                </a:lnTo>
                <a:lnTo>
                  <a:pt x="562" y="87"/>
                </a:lnTo>
                <a:lnTo>
                  <a:pt x="563" y="87"/>
                </a:lnTo>
                <a:lnTo>
                  <a:pt x="564" y="87"/>
                </a:lnTo>
                <a:lnTo>
                  <a:pt x="565" y="86"/>
                </a:lnTo>
                <a:lnTo>
                  <a:pt x="565" y="85"/>
                </a:lnTo>
                <a:lnTo>
                  <a:pt x="565" y="84"/>
                </a:lnTo>
                <a:lnTo>
                  <a:pt x="566" y="84"/>
                </a:lnTo>
                <a:lnTo>
                  <a:pt x="567" y="84"/>
                </a:lnTo>
                <a:lnTo>
                  <a:pt x="568" y="83"/>
                </a:lnTo>
                <a:lnTo>
                  <a:pt x="568" y="84"/>
                </a:lnTo>
                <a:lnTo>
                  <a:pt x="569" y="84"/>
                </a:lnTo>
                <a:lnTo>
                  <a:pt x="569" y="85"/>
                </a:lnTo>
                <a:lnTo>
                  <a:pt x="570" y="85"/>
                </a:lnTo>
                <a:lnTo>
                  <a:pt x="570" y="86"/>
                </a:lnTo>
                <a:lnTo>
                  <a:pt x="571" y="86"/>
                </a:lnTo>
                <a:lnTo>
                  <a:pt x="572" y="86"/>
                </a:lnTo>
                <a:lnTo>
                  <a:pt x="572" y="87"/>
                </a:lnTo>
                <a:lnTo>
                  <a:pt x="572" y="86"/>
                </a:lnTo>
                <a:lnTo>
                  <a:pt x="573" y="86"/>
                </a:lnTo>
                <a:lnTo>
                  <a:pt x="573" y="87"/>
                </a:lnTo>
                <a:lnTo>
                  <a:pt x="574" y="88"/>
                </a:lnTo>
                <a:lnTo>
                  <a:pt x="576" y="88"/>
                </a:lnTo>
                <a:lnTo>
                  <a:pt x="577" y="88"/>
                </a:lnTo>
                <a:lnTo>
                  <a:pt x="578" y="88"/>
                </a:lnTo>
                <a:lnTo>
                  <a:pt x="579" y="88"/>
                </a:lnTo>
                <a:lnTo>
                  <a:pt x="580" y="89"/>
                </a:lnTo>
                <a:lnTo>
                  <a:pt x="580" y="90"/>
                </a:lnTo>
                <a:lnTo>
                  <a:pt x="580" y="91"/>
                </a:lnTo>
                <a:lnTo>
                  <a:pt x="581" y="91"/>
                </a:lnTo>
                <a:lnTo>
                  <a:pt x="581" y="92"/>
                </a:lnTo>
                <a:lnTo>
                  <a:pt x="581" y="93"/>
                </a:lnTo>
                <a:lnTo>
                  <a:pt x="581" y="94"/>
                </a:lnTo>
                <a:lnTo>
                  <a:pt x="581" y="95"/>
                </a:lnTo>
                <a:lnTo>
                  <a:pt x="582" y="95"/>
                </a:lnTo>
                <a:lnTo>
                  <a:pt x="584" y="95"/>
                </a:lnTo>
                <a:lnTo>
                  <a:pt x="584" y="94"/>
                </a:lnTo>
                <a:lnTo>
                  <a:pt x="585" y="94"/>
                </a:lnTo>
                <a:lnTo>
                  <a:pt x="585" y="95"/>
                </a:lnTo>
                <a:lnTo>
                  <a:pt x="586" y="96"/>
                </a:lnTo>
                <a:lnTo>
                  <a:pt x="587" y="96"/>
                </a:lnTo>
                <a:lnTo>
                  <a:pt x="587" y="97"/>
                </a:lnTo>
                <a:lnTo>
                  <a:pt x="588" y="97"/>
                </a:lnTo>
                <a:lnTo>
                  <a:pt x="588" y="98"/>
                </a:lnTo>
                <a:lnTo>
                  <a:pt x="589" y="98"/>
                </a:lnTo>
                <a:lnTo>
                  <a:pt x="588" y="98"/>
                </a:lnTo>
                <a:lnTo>
                  <a:pt x="588" y="99"/>
                </a:lnTo>
                <a:lnTo>
                  <a:pt x="589" y="99"/>
                </a:lnTo>
                <a:lnTo>
                  <a:pt x="589" y="100"/>
                </a:lnTo>
                <a:lnTo>
                  <a:pt x="590" y="100"/>
                </a:lnTo>
                <a:lnTo>
                  <a:pt x="591" y="101"/>
                </a:lnTo>
                <a:lnTo>
                  <a:pt x="592" y="101"/>
                </a:lnTo>
                <a:lnTo>
                  <a:pt x="592" y="102"/>
                </a:lnTo>
                <a:lnTo>
                  <a:pt x="593" y="102"/>
                </a:lnTo>
                <a:lnTo>
                  <a:pt x="593" y="103"/>
                </a:lnTo>
                <a:lnTo>
                  <a:pt x="594" y="103"/>
                </a:lnTo>
                <a:lnTo>
                  <a:pt x="595" y="103"/>
                </a:lnTo>
                <a:lnTo>
                  <a:pt x="595" y="104"/>
                </a:lnTo>
                <a:lnTo>
                  <a:pt x="596" y="104"/>
                </a:lnTo>
                <a:lnTo>
                  <a:pt x="597" y="104"/>
                </a:lnTo>
                <a:lnTo>
                  <a:pt x="597" y="105"/>
                </a:lnTo>
                <a:lnTo>
                  <a:pt x="598" y="105"/>
                </a:lnTo>
                <a:lnTo>
                  <a:pt x="599" y="106"/>
                </a:lnTo>
                <a:lnTo>
                  <a:pt x="600" y="106"/>
                </a:lnTo>
                <a:lnTo>
                  <a:pt x="600" y="107"/>
                </a:lnTo>
                <a:lnTo>
                  <a:pt x="601" y="106"/>
                </a:lnTo>
                <a:lnTo>
                  <a:pt x="601" y="105"/>
                </a:lnTo>
                <a:lnTo>
                  <a:pt x="602" y="105"/>
                </a:lnTo>
                <a:lnTo>
                  <a:pt x="603" y="105"/>
                </a:lnTo>
                <a:lnTo>
                  <a:pt x="604" y="105"/>
                </a:lnTo>
                <a:lnTo>
                  <a:pt x="605" y="105"/>
                </a:lnTo>
                <a:lnTo>
                  <a:pt x="605" y="106"/>
                </a:lnTo>
                <a:lnTo>
                  <a:pt x="606" y="106"/>
                </a:lnTo>
                <a:lnTo>
                  <a:pt x="607" y="106"/>
                </a:lnTo>
                <a:lnTo>
                  <a:pt x="608" y="106"/>
                </a:lnTo>
                <a:lnTo>
                  <a:pt x="608" y="107"/>
                </a:lnTo>
                <a:lnTo>
                  <a:pt x="609" y="107"/>
                </a:lnTo>
                <a:lnTo>
                  <a:pt x="610" y="107"/>
                </a:lnTo>
                <a:lnTo>
                  <a:pt x="610" y="108"/>
                </a:lnTo>
                <a:lnTo>
                  <a:pt x="611" y="108"/>
                </a:lnTo>
                <a:lnTo>
                  <a:pt x="612" y="108"/>
                </a:lnTo>
                <a:lnTo>
                  <a:pt x="612" y="109"/>
                </a:lnTo>
                <a:lnTo>
                  <a:pt x="613" y="109"/>
                </a:lnTo>
                <a:lnTo>
                  <a:pt x="614" y="109"/>
                </a:lnTo>
                <a:lnTo>
                  <a:pt x="614" y="108"/>
                </a:lnTo>
                <a:lnTo>
                  <a:pt x="614" y="107"/>
                </a:lnTo>
                <a:lnTo>
                  <a:pt x="615" y="107"/>
                </a:lnTo>
                <a:lnTo>
                  <a:pt x="616" y="107"/>
                </a:lnTo>
                <a:lnTo>
                  <a:pt x="617" y="107"/>
                </a:lnTo>
                <a:lnTo>
                  <a:pt x="618" y="107"/>
                </a:lnTo>
                <a:lnTo>
                  <a:pt x="618" y="108"/>
                </a:lnTo>
                <a:lnTo>
                  <a:pt x="618" y="109"/>
                </a:lnTo>
                <a:lnTo>
                  <a:pt x="619" y="109"/>
                </a:lnTo>
                <a:lnTo>
                  <a:pt x="620" y="109"/>
                </a:lnTo>
                <a:lnTo>
                  <a:pt x="621" y="108"/>
                </a:lnTo>
                <a:lnTo>
                  <a:pt x="622" y="108"/>
                </a:lnTo>
                <a:lnTo>
                  <a:pt x="623" y="108"/>
                </a:lnTo>
                <a:lnTo>
                  <a:pt x="623" y="106"/>
                </a:lnTo>
                <a:lnTo>
                  <a:pt x="622" y="106"/>
                </a:lnTo>
                <a:lnTo>
                  <a:pt x="622" y="105"/>
                </a:lnTo>
                <a:lnTo>
                  <a:pt x="623" y="105"/>
                </a:lnTo>
                <a:lnTo>
                  <a:pt x="623" y="104"/>
                </a:lnTo>
                <a:lnTo>
                  <a:pt x="624" y="101"/>
                </a:lnTo>
                <a:lnTo>
                  <a:pt x="624" y="100"/>
                </a:lnTo>
                <a:lnTo>
                  <a:pt x="624" y="99"/>
                </a:lnTo>
                <a:lnTo>
                  <a:pt x="625" y="98"/>
                </a:lnTo>
                <a:lnTo>
                  <a:pt x="626" y="98"/>
                </a:lnTo>
                <a:lnTo>
                  <a:pt x="629" y="96"/>
                </a:lnTo>
                <a:lnTo>
                  <a:pt x="630" y="95"/>
                </a:lnTo>
                <a:lnTo>
                  <a:pt x="631" y="95"/>
                </a:lnTo>
                <a:lnTo>
                  <a:pt x="633" y="96"/>
                </a:lnTo>
                <a:lnTo>
                  <a:pt x="634" y="95"/>
                </a:lnTo>
                <a:lnTo>
                  <a:pt x="634" y="96"/>
                </a:lnTo>
                <a:lnTo>
                  <a:pt x="635" y="96"/>
                </a:lnTo>
                <a:lnTo>
                  <a:pt x="639" y="97"/>
                </a:lnTo>
                <a:lnTo>
                  <a:pt x="640" y="97"/>
                </a:lnTo>
                <a:lnTo>
                  <a:pt x="641" y="97"/>
                </a:lnTo>
                <a:lnTo>
                  <a:pt x="643" y="98"/>
                </a:lnTo>
                <a:lnTo>
                  <a:pt x="645" y="98"/>
                </a:lnTo>
                <a:lnTo>
                  <a:pt x="646" y="99"/>
                </a:lnTo>
                <a:lnTo>
                  <a:pt x="655" y="101"/>
                </a:lnTo>
                <a:lnTo>
                  <a:pt x="654" y="98"/>
                </a:lnTo>
                <a:lnTo>
                  <a:pt x="654" y="97"/>
                </a:lnTo>
                <a:lnTo>
                  <a:pt x="654" y="96"/>
                </a:lnTo>
                <a:lnTo>
                  <a:pt x="653" y="95"/>
                </a:lnTo>
                <a:lnTo>
                  <a:pt x="653" y="94"/>
                </a:lnTo>
                <a:lnTo>
                  <a:pt x="654" y="94"/>
                </a:lnTo>
                <a:lnTo>
                  <a:pt x="653" y="93"/>
                </a:lnTo>
                <a:lnTo>
                  <a:pt x="652" y="93"/>
                </a:lnTo>
                <a:lnTo>
                  <a:pt x="652" y="92"/>
                </a:lnTo>
                <a:lnTo>
                  <a:pt x="652" y="91"/>
                </a:lnTo>
                <a:lnTo>
                  <a:pt x="651" y="89"/>
                </a:lnTo>
                <a:lnTo>
                  <a:pt x="651" y="88"/>
                </a:lnTo>
                <a:lnTo>
                  <a:pt x="652" y="86"/>
                </a:lnTo>
                <a:lnTo>
                  <a:pt x="653" y="86"/>
                </a:lnTo>
                <a:lnTo>
                  <a:pt x="654" y="85"/>
                </a:lnTo>
                <a:lnTo>
                  <a:pt x="654" y="84"/>
                </a:lnTo>
                <a:lnTo>
                  <a:pt x="655" y="84"/>
                </a:lnTo>
                <a:lnTo>
                  <a:pt x="655" y="83"/>
                </a:lnTo>
                <a:lnTo>
                  <a:pt x="656" y="82"/>
                </a:lnTo>
                <a:lnTo>
                  <a:pt x="657" y="81"/>
                </a:lnTo>
                <a:lnTo>
                  <a:pt x="657" y="80"/>
                </a:lnTo>
                <a:lnTo>
                  <a:pt x="657" y="79"/>
                </a:lnTo>
                <a:lnTo>
                  <a:pt x="657" y="78"/>
                </a:lnTo>
                <a:lnTo>
                  <a:pt x="658" y="77"/>
                </a:lnTo>
                <a:lnTo>
                  <a:pt x="657" y="77"/>
                </a:lnTo>
                <a:lnTo>
                  <a:pt x="656" y="76"/>
                </a:lnTo>
                <a:lnTo>
                  <a:pt x="654" y="75"/>
                </a:lnTo>
                <a:lnTo>
                  <a:pt x="654" y="74"/>
                </a:lnTo>
                <a:lnTo>
                  <a:pt x="655" y="73"/>
                </a:lnTo>
                <a:lnTo>
                  <a:pt x="656" y="74"/>
                </a:lnTo>
                <a:lnTo>
                  <a:pt x="657" y="73"/>
                </a:lnTo>
                <a:lnTo>
                  <a:pt x="658" y="72"/>
                </a:lnTo>
                <a:lnTo>
                  <a:pt x="660" y="73"/>
                </a:lnTo>
                <a:lnTo>
                  <a:pt x="662" y="73"/>
                </a:lnTo>
                <a:lnTo>
                  <a:pt x="663" y="73"/>
                </a:lnTo>
                <a:lnTo>
                  <a:pt x="665" y="73"/>
                </a:lnTo>
                <a:lnTo>
                  <a:pt x="666" y="72"/>
                </a:lnTo>
                <a:lnTo>
                  <a:pt x="666" y="70"/>
                </a:lnTo>
                <a:lnTo>
                  <a:pt x="665" y="69"/>
                </a:lnTo>
                <a:lnTo>
                  <a:pt x="664" y="69"/>
                </a:lnTo>
                <a:lnTo>
                  <a:pt x="663" y="68"/>
                </a:lnTo>
                <a:lnTo>
                  <a:pt x="663" y="67"/>
                </a:lnTo>
                <a:lnTo>
                  <a:pt x="664" y="66"/>
                </a:lnTo>
                <a:lnTo>
                  <a:pt x="665" y="66"/>
                </a:lnTo>
                <a:lnTo>
                  <a:pt x="666" y="66"/>
                </a:lnTo>
                <a:lnTo>
                  <a:pt x="667" y="66"/>
                </a:lnTo>
                <a:lnTo>
                  <a:pt x="667" y="67"/>
                </a:lnTo>
                <a:lnTo>
                  <a:pt x="668" y="67"/>
                </a:lnTo>
                <a:lnTo>
                  <a:pt x="668" y="66"/>
                </a:lnTo>
                <a:lnTo>
                  <a:pt x="668" y="65"/>
                </a:lnTo>
                <a:lnTo>
                  <a:pt x="667" y="65"/>
                </a:lnTo>
                <a:lnTo>
                  <a:pt x="667" y="64"/>
                </a:lnTo>
                <a:lnTo>
                  <a:pt x="667" y="63"/>
                </a:lnTo>
                <a:lnTo>
                  <a:pt x="666" y="62"/>
                </a:lnTo>
                <a:lnTo>
                  <a:pt x="668" y="62"/>
                </a:lnTo>
                <a:lnTo>
                  <a:pt x="668" y="63"/>
                </a:lnTo>
                <a:lnTo>
                  <a:pt x="669" y="63"/>
                </a:lnTo>
                <a:lnTo>
                  <a:pt x="670" y="63"/>
                </a:lnTo>
                <a:lnTo>
                  <a:pt x="670" y="64"/>
                </a:lnTo>
                <a:lnTo>
                  <a:pt x="671" y="64"/>
                </a:lnTo>
                <a:lnTo>
                  <a:pt x="672" y="64"/>
                </a:lnTo>
                <a:lnTo>
                  <a:pt x="672" y="65"/>
                </a:lnTo>
                <a:lnTo>
                  <a:pt x="673" y="65"/>
                </a:lnTo>
                <a:lnTo>
                  <a:pt x="674" y="65"/>
                </a:lnTo>
                <a:lnTo>
                  <a:pt x="675" y="65"/>
                </a:lnTo>
                <a:lnTo>
                  <a:pt x="676" y="66"/>
                </a:lnTo>
                <a:lnTo>
                  <a:pt x="677" y="66"/>
                </a:lnTo>
                <a:lnTo>
                  <a:pt x="677" y="67"/>
                </a:lnTo>
                <a:lnTo>
                  <a:pt x="678" y="67"/>
                </a:lnTo>
                <a:lnTo>
                  <a:pt x="679" y="67"/>
                </a:lnTo>
                <a:lnTo>
                  <a:pt x="680" y="67"/>
                </a:lnTo>
                <a:lnTo>
                  <a:pt x="681" y="67"/>
                </a:lnTo>
                <a:lnTo>
                  <a:pt x="682" y="67"/>
                </a:lnTo>
                <a:lnTo>
                  <a:pt x="683" y="67"/>
                </a:lnTo>
                <a:lnTo>
                  <a:pt x="684" y="67"/>
                </a:lnTo>
                <a:lnTo>
                  <a:pt x="684" y="66"/>
                </a:lnTo>
                <a:lnTo>
                  <a:pt x="685" y="66"/>
                </a:lnTo>
                <a:lnTo>
                  <a:pt x="686" y="66"/>
                </a:lnTo>
                <a:lnTo>
                  <a:pt x="686" y="65"/>
                </a:lnTo>
                <a:lnTo>
                  <a:pt x="687" y="65"/>
                </a:lnTo>
                <a:lnTo>
                  <a:pt x="688" y="65"/>
                </a:lnTo>
                <a:lnTo>
                  <a:pt x="688" y="64"/>
                </a:lnTo>
                <a:lnTo>
                  <a:pt x="689" y="64"/>
                </a:lnTo>
                <a:lnTo>
                  <a:pt x="690" y="64"/>
                </a:lnTo>
                <a:lnTo>
                  <a:pt x="690" y="63"/>
                </a:lnTo>
                <a:lnTo>
                  <a:pt x="690" y="62"/>
                </a:lnTo>
                <a:lnTo>
                  <a:pt x="690" y="61"/>
                </a:lnTo>
                <a:lnTo>
                  <a:pt x="689" y="61"/>
                </a:lnTo>
                <a:lnTo>
                  <a:pt x="689" y="60"/>
                </a:lnTo>
                <a:lnTo>
                  <a:pt x="689" y="59"/>
                </a:lnTo>
                <a:lnTo>
                  <a:pt x="690" y="59"/>
                </a:lnTo>
                <a:lnTo>
                  <a:pt x="690" y="58"/>
                </a:lnTo>
                <a:lnTo>
                  <a:pt x="689" y="58"/>
                </a:lnTo>
                <a:lnTo>
                  <a:pt x="688" y="58"/>
                </a:lnTo>
                <a:lnTo>
                  <a:pt x="688" y="57"/>
                </a:lnTo>
                <a:lnTo>
                  <a:pt x="689" y="57"/>
                </a:lnTo>
                <a:lnTo>
                  <a:pt x="689" y="56"/>
                </a:lnTo>
                <a:lnTo>
                  <a:pt x="690" y="55"/>
                </a:lnTo>
                <a:lnTo>
                  <a:pt x="689" y="55"/>
                </a:lnTo>
                <a:lnTo>
                  <a:pt x="689" y="54"/>
                </a:lnTo>
                <a:lnTo>
                  <a:pt x="688" y="54"/>
                </a:lnTo>
                <a:lnTo>
                  <a:pt x="688" y="55"/>
                </a:lnTo>
                <a:lnTo>
                  <a:pt x="687" y="55"/>
                </a:lnTo>
                <a:lnTo>
                  <a:pt x="687" y="54"/>
                </a:lnTo>
                <a:lnTo>
                  <a:pt x="686" y="54"/>
                </a:lnTo>
                <a:lnTo>
                  <a:pt x="686" y="53"/>
                </a:lnTo>
                <a:lnTo>
                  <a:pt x="686" y="52"/>
                </a:lnTo>
                <a:lnTo>
                  <a:pt x="686" y="51"/>
                </a:lnTo>
                <a:lnTo>
                  <a:pt x="686" y="50"/>
                </a:lnTo>
                <a:lnTo>
                  <a:pt x="687" y="50"/>
                </a:lnTo>
                <a:lnTo>
                  <a:pt x="687" y="48"/>
                </a:lnTo>
                <a:lnTo>
                  <a:pt x="686" y="48"/>
                </a:lnTo>
                <a:lnTo>
                  <a:pt x="686" y="47"/>
                </a:lnTo>
                <a:lnTo>
                  <a:pt x="687" y="47"/>
                </a:lnTo>
                <a:lnTo>
                  <a:pt x="686" y="47"/>
                </a:lnTo>
                <a:lnTo>
                  <a:pt x="687" y="47"/>
                </a:lnTo>
                <a:lnTo>
                  <a:pt x="686" y="47"/>
                </a:lnTo>
                <a:lnTo>
                  <a:pt x="686" y="46"/>
                </a:lnTo>
                <a:lnTo>
                  <a:pt x="685" y="46"/>
                </a:lnTo>
                <a:lnTo>
                  <a:pt x="684" y="46"/>
                </a:lnTo>
                <a:lnTo>
                  <a:pt x="684" y="45"/>
                </a:lnTo>
                <a:lnTo>
                  <a:pt x="684" y="44"/>
                </a:lnTo>
                <a:lnTo>
                  <a:pt x="684" y="43"/>
                </a:lnTo>
                <a:lnTo>
                  <a:pt x="684" y="42"/>
                </a:lnTo>
                <a:lnTo>
                  <a:pt x="684" y="41"/>
                </a:lnTo>
                <a:lnTo>
                  <a:pt x="684" y="40"/>
                </a:lnTo>
                <a:lnTo>
                  <a:pt x="684" y="39"/>
                </a:lnTo>
                <a:lnTo>
                  <a:pt x="684" y="38"/>
                </a:lnTo>
                <a:lnTo>
                  <a:pt x="684" y="37"/>
                </a:lnTo>
                <a:lnTo>
                  <a:pt x="684" y="36"/>
                </a:lnTo>
                <a:lnTo>
                  <a:pt x="683" y="35"/>
                </a:lnTo>
                <a:lnTo>
                  <a:pt x="684" y="35"/>
                </a:lnTo>
                <a:lnTo>
                  <a:pt x="684" y="34"/>
                </a:lnTo>
                <a:lnTo>
                  <a:pt x="683" y="34"/>
                </a:lnTo>
                <a:lnTo>
                  <a:pt x="683" y="33"/>
                </a:lnTo>
                <a:lnTo>
                  <a:pt x="683" y="34"/>
                </a:lnTo>
                <a:lnTo>
                  <a:pt x="682" y="33"/>
                </a:lnTo>
                <a:lnTo>
                  <a:pt x="681" y="33"/>
                </a:lnTo>
                <a:lnTo>
                  <a:pt x="680" y="33"/>
                </a:lnTo>
                <a:lnTo>
                  <a:pt x="680" y="32"/>
                </a:lnTo>
                <a:lnTo>
                  <a:pt x="680" y="31"/>
                </a:lnTo>
                <a:lnTo>
                  <a:pt x="679" y="31"/>
                </a:lnTo>
                <a:lnTo>
                  <a:pt x="680" y="30"/>
                </a:lnTo>
                <a:lnTo>
                  <a:pt x="679" y="29"/>
                </a:lnTo>
                <a:lnTo>
                  <a:pt x="680" y="29"/>
                </a:lnTo>
                <a:lnTo>
                  <a:pt x="680" y="28"/>
                </a:lnTo>
                <a:lnTo>
                  <a:pt x="679" y="27"/>
                </a:lnTo>
                <a:lnTo>
                  <a:pt x="679" y="26"/>
                </a:lnTo>
                <a:lnTo>
                  <a:pt x="679" y="25"/>
                </a:lnTo>
                <a:lnTo>
                  <a:pt x="679" y="24"/>
                </a:lnTo>
                <a:lnTo>
                  <a:pt x="680" y="24"/>
                </a:lnTo>
                <a:lnTo>
                  <a:pt x="680" y="23"/>
                </a:lnTo>
                <a:lnTo>
                  <a:pt x="680" y="22"/>
                </a:lnTo>
                <a:lnTo>
                  <a:pt x="681" y="22"/>
                </a:lnTo>
                <a:lnTo>
                  <a:pt x="682" y="21"/>
                </a:lnTo>
                <a:lnTo>
                  <a:pt x="682" y="20"/>
                </a:lnTo>
                <a:lnTo>
                  <a:pt x="682" y="19"/>
                </a:lnTo>
                <a:lnTo>
                  <a:pt x="682" y="18"/>
                </a:lnTo>
                <a:lnTo>
                  <a:pt x="681" y="18"/>
                </a:lnTo>
                <a:lnTo>
                  <a:pt x="681" y="17"/>
                </a:lnTo>
                <a:lnTo>
                  <a:pt x="681" y="16"/>
                </a:lnTo>
                <a:lnTo>
                  <a:pt x="682" y="16"/>
                </a:lnTo>
                <a:lnTo>
                  <a:pt x="682" y="15"/>
                </a:lnTo>
                <a:lnTo>
                  <a:pt x="681" y="15"/>
                </a:lnTo>
                <a:lnTo>
                  <a:pt x="681" y="14"/>
                </a:lnTo>
                <a:lnTo>
                  <a:pt x="682" y="14"/>
                </a:lnTo>
                <a:lnTo>
                  <a:pt x="682" y="13"/>
                </a:lnTo>
                <a:lnTo>
                  <a:pt x="682" y="12"/>
                </a:lnTo>
                <a:lnTo>
                  <a:pt x="682" y="11"/>
                </a:lnTo>
                <a:lnTo>
                  <a:pt x="683" y="11"/>
                </a:lnTo>
                <a:lnTo>
                  <a:pt x="683" y="10"/>
                </a:lnTo>
                <a:lnTo>
                  <a:pt x="684" y="10"/>
                </a:lnTo>
                <a:lnTo>
                  <a:pt x="684" y="9"/>
                </a:lnTo>
                <a:lnTo>
                  <a:pt x="685" y="9"/>
                </a:lnTo>
                <a:lnTo>
                  <a:pt x="685" y="8"/>
                </a:lnTo>
                <a:lnTo>
                  <a:pt x="686" y="8"/>
                </a:lnTo>
                <a:lnTo>
                  <a:pt x="686" y="7"/>
                </a:lnTo>
                <a:lnTo>
                  <a:pt x="685" y="6"/>
                </a:lnTo>
                <a:lnTo>
                  <a:pt x="684" y="6"/>
                </a:lnTo>
                <a:lnTo>
                  <a:pt x="684" y="5"/>
                </a:lnTo>
                <a:lnTo>
                  <a:pt x="684" y="4"/>
                </a:lnTo>
                <a:lnTo>
                  <a:pt x="683" y="4"/>
                </a:lnTo>
                <a:lnTo>
                  <a:pt x="682" y="3"/>
                </a:lnTo>
                <a:lnTo>
                  <a:pt x="682" y="2"/>
                </a:lnTo>
                <a:lnTo>
                  <a:pt x="681" y="2"/>
                </a:lnTo>
                <a:lnTo>
                  <a:pt x="682" y="2"/>
                </a:lnTo>
                <a:lnTo>
                  <a:pt x="682" y="1"/>
                </a:lnTo>
                <a:lnTo>
                  <a:pt x="683" y="1"/>
                </a:lnTo>
                <a:lnTo>
                  <a:pt x="685" y="1"/>
                </a:lnTo>
                <a:lnTo>
                  <a:pt x="685" y="0"/>
                </a:lnTo>
                <a:lnTo>
                  <a:pt x="686" y="0"/>
                </a:lnTo>
                <a:close/>
              </a:path>
            </a:pathLst>
          </a:custGeom>
          <a:solidFill>
            <a:srgbClr val="E1F3F6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3" name=""/>
          <p:cNvSpPr/>
          <p:nvPr/>
        </p:nvSpPr>
        <p:spPr>
          <a:xfrm>
            <a:off x="1824480" y="1685520"/>
            <a:ext cx="6120" cy="3240"/>
          </a:xfrm>
          <a:custGeom>
            <a:avLst/>
            <a:gdLst/>
            <a:ahLst/>
            <a:rect l="0" t="0" r="r" b="b"/>
            <a:pathLst>
              <a:path w="17" h="9">
                <a:moveTo>
                  <a:pt x="16" y="1"/>
                </a:moveTo>
                <a:lnTo>
                  <a:pt x="16" y="2"/>
                </a:lnTo>
                <a:lnTo>
                  <a:pt x="16" y="3"/>
                </a:lnTo>
                <a:lnTo>
                  <a:pt x="16" y="4"/>
                </a:lnTo>
                <a:lnTo>
                  <a:pt x="15" y="3"/>
                </a:lnTo>
                <a:lnTo>
                  <a:pt x="15" y="2"/>
                </a:lnTo>
                <a:lnTo>
                  <a:pt x="14" y="2"/>
                </a:lnTo>
                <a:lnTo>
                  <a:pt x="13" y="2"/>
                </a:lnTo>
                <a:lnTo>
                  <a:pt x="13" y="3"/>
                </a:lnTo>
                <a:lnTo>
                  <a:pt x="12" y="3"/>
                </a:lnTo>
                <a:lnTo>
                  <a:pt x="12" y="4"/>
                </a:lnTo>
                <a:lnTo>
                  <a:pt x="12" y="6"/>
                </a:lnTo>
                <a:lnTo>
                  <a:pt x="12" y="4"/>
                </a:lnTo>
                <a:lnTo>
                  <a:pt x="11" y="4"/>
                </a:lnTo>
                <a:lnTo>
                  <a:pt x="11" y="6"/>
                </a:lnTo>
                <a:lnTo>
                  <a:pt x="9" y="6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5" y="8"/>
                </a:lnTo>
                <a:lnTo>
                  <a:pt x="5" y="7"/>
                </a:lnTo>
                <a:lnTo>
                  <a:pt x="4" y="7"/>
                </a:lnTo>
                <a:lnTo>
                  <a:pt x="3" y="8"/>
                </a:lnTo>
                <a:lnTo>
                  <a:pt x="2" y="9"/>
                </a:lnTo>
                <a:lnTo>
                  <a:pt x="2" y="8"/>
                </a:lnTo>
                <a:lnTo>
                  <a:pt x="1" y="8"/>
                </a:lnTo>
                <a:lnTo>
                  <a:pt x="1" y="9"/>
                </a:lnTo>
                <a:lnTo>
                  <a:pt x="1" y="8"/>
                </a:lnTo>
                <a:lnTo>
                  <a:pt x="1" y="7"/>
                </a:lnTo>
                <a:lnTo>
                  <a:pt x="0" y="6"/>
                </a:lnTo>
                <a:lnTo>
                  <a:pt x="0" y="4"/>
                </a:lnTo>
                <a:lnTo>
                  <a:pt x="1" y="4"/>
                </a:lnTo>
                <a:lnTo>
                  <a:pt x="2" y="3"/>
                </a:lnTo>
                <a:lnTo>
                  <a:pt x="3" y="3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5" y="3"/>
                </a:lnTo>
                <a:lnTo>
                  <a:pt x="6" y="3"/>
                </a:lnTo>
                <a:lnTo>
                  <a:pt x="7" y="3"/>
                </a:lnTo>
                <a:lnTo>
                  <a:pt x="8" y="2"/>
                </a:lnTo>
                <a:lnTo>
                  <a:pt x="9" y="2"/>
                </a:lnTo>
                <a:lnTo>
                  <a:pt x="9" y="1"/>
                </a:lnTo>
                <a:lnTo>
                  <a:pt x="11" y="1"/>
                </a:lnTo>
                <a:lnTo>
                  <a:pt x="12" y="1"/>
                </a:lnTo>
                <a:lnTo>
                  <a:pt x="13" y="1"/>
                </a:lnTo>
                <a:lnTo>
                  <a:pt x="14" y="1"/>
                </a:lnTo>
                <a:lnTo>
                  <a:pt x="14" y="0"/>
                </a:lnTo>
                <a:lnTo>
                  <a:pt x="15" y="0"/>
                </a:lnTo>
                <a:lnTo>
                  <a:pt x="16" y="0"/>
                </a:lnTo>
                <a:lnTo>
                  <a:pt x="17" y="0"/>
                </a:lnTo>
                <a:lnTo>
                  <a:pt x="16" y="1"/>
                </a:lnTo>
                <a:close/>
              </a:path>
            </a:pathLst>
          </a:custGeom>
          <a:solidFill>
            <a:srgbClr val="C6E1EE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4" name=""/>
          <p:cNvSpPr/>
          <p:nvPr/>
        </p:nvSpPr>
        <p:spPr>
          <a:xfrm>
            <a:off x="1772640" y="1541880"/>
            <a:ext cx="109800" cy="153360"/>
          </a:xfrm>
          <a:custGeom>
            <a:avLst/>
            <a:gdLst/>
            <a:ahLst/>
            <a:rect l="0" t="0" r="r" b="b"/>
            <a:pathLst>
              <a:path w="305" h="426">
                <a:moveTo>
                  <a:pt x="224" y="2"/>
                </a:moveTo>
                <a:lnTo>
                  <a:pt x="225" y="2"/>
                </a:lnTo>
                <a:lnTo>
                  <a:pt x="226" y="2"/>
                </a:lnTo>
                <a:lnTo>
                  <a:pt x="227" y="3"/>
                </a:lnTo>
                <a:lnTo>
                  <a:pt x="227" y="4"/>
                </a:lnTo>
                <a:lnTo>
                  <a:pt x="227" y="5"/>
                </a:lnTo>
                <a:lnTo>
                  <a:pt x="227" y="6"/>
                </a:lnTo>
                <a:lnTo>
                  <a:pt x="227" y="7"/>
                </a:lnTo>
                <a:lnTo>
                  <a:pt x="228" y="7"/>
                </a:lnTo>
                <a:lnTo>
                  <a:pt x="228" y="8"/>
                </a:lnTo>
                <a:lnTo>
                  <a:pt x="228" y="9"/>
                </a:lnTo>
                <a:lnTo>
                  <a:pt x="227" y="10"/>
                </a:lnTo>
                <a:lnTo>
                  <a:pt x="228" y="10"/>
                </a:lnTo>
                <a:lnTo>
                  <a:pt x="228" y="11"/>
                </a:lnTo>
                <a:lnTo>
                  <a:pt x="228" y="12"/>
                </a:lnTo>
                <a:lnTo>
                  <a:pt x="228" y="13"/>
                </a:lnTo>
                <a:lnTo>
                  <a:pt x="227" y="14"/>
                </a:lnTo>
                <a:lnTo>
                  <a:pt x="226" y="15"/>
                </a:lnTo>
                <a:lnTo>
                  <a:pt x="227" y="16"/>
                </a:lnTo>
                <a:lnTo>
                  <a:pt x="228" y="17"/>
                </a:lnTo>
                <a:lnTo>
                  <a:pt x="229" y="18"/>
                </a:lnTo>
                <a:lnTo>
                  <a:pt x="229" y="19"/>
                </a:lnTo>
                <a:lnTo>
                  <a:pt x="230" y="20"/>
                </a:lnTo>
                <a:lnTo>
                  <a:pt x="230" y="21"/>
                </a:lnTo>
                <a:lnTo>
                  <a:pt x="230" y="22"/>
                </a:lnTo>
                <a:lnTo>
                  <a:pt x="230" y="23"/>
                </a:lnTo>
                <a:lnTo>
                  <a:pt x="231" y="23"/>
                </a:lnTo>
                <a:lnTo>
                  <a:pt x="231" y="24"/>
                </a:lnTo>
                <a:lnTo>
                  <a:pt x="231" y="25"/>
                </a:lnTo>
                <a:lnTo>
                  <a:pt x="231" y="26"/>
                </a:lnTo>
                <a:lnTo>
                  <a:pt x="232" y="26"/>
                </a:lnTo>
                <a:lnTo>
                  <a:pt x="232" y="27"/>
                </a:lnTo>
                <a:lnTo>
                  <a:pt x="232" y="28"/>
                </a:lnTo>
                <a:lnTo>
                  <a:pt x="233" y="28"/>
                </a:lnTo>
                <a:lnTo>
                  <a:pt x="233" y="29"/>
                </a:lnTo>
                <a:lnTo>
                  <a:pt x="233" y="30"/>
                </a:lnTo>
                <a:lnTo>
                  <a:pt x="234" y="30"/>
                </a:lnTo>
                <a:lnTo>
                  <a:pt x="234" y="31"/>
                </a:lnTo>
                <a:lnTo>
                  <a:pt x="235" y="31"/>
                </a:lnTo>
                <a:lnTo>
                  <a:pt x="236" y="31"/>
                </a:lnTo>
                <a:lnTo>
                  <a:pt x="237" y="32"/>
                </a:lnTo>
                <a:lnTo>
                  <a:pt x="238" y="32"/>
                </a:lnTo>
                <a:lnTo>
                  <a:pt x="239" y="32"/>
                </a:lnTo>
                <a:lnTo>
                  <a:pt x="240" y="33"/>
                </a:lnTo>
                <a:lnTo>
                  <a:pt x="242" y="34"/>
                </a:lnTo>
                <a:lnTo>
                  <a:pt x="243" y="34"/>
                </a:lnTo>
                <a:lnTo>
                  <a:pt x="243" y="35"/>
                </a:lnTo>
                <a:lnTo>
                  <a:pt x="243" y="37"/>
                </a:lnTo>
                <a:lnTo>
                  <a:pt x="242" y="45"/>
                </a:lnTo>
                <a:lnTo>
                  <a:pt x="230" y="56"/>
                </a:lnTo>
                <a:lnTo>
                  <a:pt x="227" y="60"/>
                </a:lnTo>
                <a:lnTo>
                  <a:pt x="223" y="65"/>
                </a:lnTo>
                <a:lnTo>
                  <a:pt x="223" y="66"/>
                </a:lnTo>
                <a:lnTo>
                  <a:pt x="219" y="69"/>
                </a:lnTo>
                <a:lnTo>
                  <a:pt x="217" y="74"/>
                </a:lnTo>
                <a:lnTo>
                  <a:pt x="215" y="81"/>
                </a:lnTo>
                <a:lnTo>
                  <a:pt x="214" y="88"/>
                </a:lnTo>
                <a:lnTo>
                  <a:pt x="214" y="91"/>
                </a:lnTo>
                <a:lnTo>
                  <a:pt x="214" y="94"/>
                </a:lnTo>
                <a:lnTo>
                  <a:pt x="209" y="102"/>
                </a:lnTo>
                <a:lnTo>
                  <a:pt x="199" y="109"/>
                </a:lnTo>
                <a:lnTo>
                  <a:pt x="199" y="110"/>
                </a:lnTo>
                <a:lnTo>
                  <a:pt x="199" y="111"/>
                </a:lnTo>
                <a:lnTo>
                  <a:pt x="200" y="111"/>
                </a:lnTo>
                <a:lnTo>
                  <a:pt x="201" y="111"/>
                </a:lnTo>
                <a:lnTo>
                  <a:pt x="202" y="112"/>
                </a:lnTo>
                <a:lnTo>
                  <a:pt x="203" y="112"/>
                </a:lnTo>
                <a:lnTo>
                  <a:pt x="203" y="113"/>
                </a:lnTo>
                <a:lnTo>
                  <a:pt x="204" y="115"/>
                </a:lnTo>
                <a:lnTo>
                  <a:pt x="205" y="115"/>
                </a:lnTo>
                <a:lnTo>
                  <a:pt x="206" y="115"/>
                </a:lnTo>
                <a:lnTo>
                  <a:pt x="207" y="116"/>
                </a:lnTo>
                <a:lnTo>
                  <a:pt x="208" y="117"/>
                </a:lnTo>
                <a:lnTo>
                  <a:pt x="211" y="118"/>
                </a:lnTo>
                <a:lnTo>
                  <a:pt x="212" y="118"/>
                </a:lnTo>
                <a:lnTo>
                  <a:pt x="213" y="119"/>
                </a:lnTo>
                <a:lnTo>
                  <a:pt x="214" y="119"/>
                </a:lnTo>
                <a:lnTo>
                  <a:pt x="215" y="119"/>
                </a:lnTo>
                <a:lnTo>
                  <a:pt x="216" y="119"/>
                </a:lnTo>
                <a:lnTo>
                  <a:pt x="217" y="120"/>
                </a:lnTo>
                <a:lnTo>
                  <a:pt x="218" y="120"/>
                </a:lnTo>
                <a:lnTo>
                  <a:pt x="219" y="121"/>
                </a:lnTo>
                <a:lnTo>
                  <a:pt x="221" y="121"/>
                </a:lnTo>
                <a:lnTo>
                  <a:pt x="222" y="122"/>
                </a:lnTo>
                <a:lnTo>
                  <a:pt x="223" y="123"/>
                </a:lnTo>
                <a:lnTo>
                  <a:pt x="224" y="124"/>
                </a:lnTo>
                <a:lnTo>
                  <a:pt x="225" y="124"/>
                </a:lnTo>
                <a:lnTo>
                  <a:pt x="225" y="125"/>
                </a:lnTo>
                <a:lnTo>
                  <a:pt x="226" y="125"/>
                </a:lnTo>
                <a:lnTo>
                  <a:pt x="228" y="125"/>
                </a:lnTo>
                <a:lnTo>
                  <a:pt x="229" y="125"/>
                </a:lnTo>
                <a:lnTo>
                  <a:pt x="230" y="126"/>
                </a:lnTo>
                <a:lnTo>
                  <a:pt x="231" y="126"/>
                </a:lnTo>
                <a:lnTo>
                  <a:pt x="232" y="126"/>
                </a:lnTo>
                <a:lnTo>
                  <a:pt x="233" y="127"/>
                </a:lnTo>
                <a:lnTo>
                  <a:pt x="234" y="127"/>
                </a:lnTo>
                <a:lnTo>
                  <a:pt x="235" y="127"/>
                </a:lnTo>
                <a:lnTo>
                  <a:pt x="236" y="127"/>
                </a:lnTo>
                <a:lnTo>
                  <a:pt x="237" y="128"/>
                </a:lnTo>
                <a:lnTo>
                  <a:pt x="238" y="128"/>
                </a:lnTo>
                <a:lnTo>
                  <a:pt x="241" y="129"/>
                </a:lnTo>
                <a:lnTo>
                  <a:pt x="242" y="129"/>
                </a:lnTo>
                <a:lnTo>
                  <a:pt x="246" y="130"/>
                </a:lnTo>
                <a:lnTo>
                  <a:pt x="248" y="130"/>
                </a:lnTo>
                <a:lnTo>
                  <a:pt x="249" y="130"/>
                </a:lnTo>
                <a:lnTo>
                  <a:pt x="249" y="129"/>
                </a:lnTo>
                <a:lnTo>
                  <a:pt x="257" y="128"/>
                </a:lnTo>
                <a:lnTo>
                  <a:pt x="257" y="127"/>
                </a:lnTo>
                <a:lnTo>
                  <a:pt x="257" y="126"/>
                </a:lnTo>
                <a:lnTo>
                  <a:pt x="258" y="126"/>
                </a:lnTo>
                <a:lnTo>
                  <a:pt x="259" y="126"/>
                </a:lnTo>
                <a:lnTo>
                  <a:pt x="260" y="126"/>
                </a:lnTo>
                <a:lnTo>
                  <a:pt x="261" y="126"/>
                </a:lnTo>
                <a:lnTo>
                  <a:pt x="262" y="126"/>
                </a:lnTo>
                <a:lnTo>
                  <a:pt x="263" y="127"/>
                </a:lnTo>
                <a:lnTo>
                  <a:pt x="264" y="128"/>
                </a:lnTo>
                <a:lnTo>
                  <a:pt x="264" y="129"/>
                </a:lnTo>
                <a:lnTo>
                  <a:pt x="265" y="129"/>
                </a:lnTo>
                <a:lnTo>
                  <a:pt x="266" y="130"/>
                </a:lnTo>
                <a:lnTo>
                  <a:pt x="267" y="131"/>
                </a:lnTo>
                <a:lnTo>
                  <a:pt x="269" y="131"/>
                </a:lnTo>
                <a:lnTo>
                  <a:pt x="270" y="131"/>
                </a:lnTo>
                <a:lnTo>
                  <a:pt x="270" y="132"/>
                </a:lnTo>
                <a:lnTo>
                  <a:pt x="271" y="132"/>
                </a:lnTo>
                <a:lnTo>
                  <a:pt x="273" y="132"/>
                </a:lnTo>
                <a:lnTo>
                  <a:pt x="275" y="133"/>
                </a:lnTo>
                <a:lnTo>
                  <a:pt x="276" y="133"/>
                </a:lnTo>
                <a:lnTo>
                  <a:pt x="276" y="134"/>
                </a:lnTo>
                <a:lnTo>
                  <a:pt x="277" y="134"/>
                </a:lnTo>
                <a:lnTo>
                  <a:pt x="277" y="136"/>
                </a:lnTo>
                <a:lnTo>
                  <a:pt x="277" y="137"/>
                </a:lnTo>
                <a:lnTo>
                  <a:pt x="278" y="137"/>
                </a:lnTo>
                <a:lnTo>
                  <a:pt x="279" y="138"/>
                </a:lnTo>
                <a:lnTo>
                  <a:pt x="280" y="139"/>
                </a:lnTo>
                <a:lnTo>
                  <a:pt x="281" y="139"/>
                </a:lnTo>
                <a:lnTo>
                  <a:pt x="282" y="140"/>
                </a:lnTo>
                <a:lnTo>
                  <a:pt x="284" y="142"/>
                </a:lnTo>
                <a:lnTo>
                  <a:pt x="285" y="142"/>
                </a:lnTo>
                <a:lnTo>
                  <a:pt x="285" y="143"/>
                </a:lnTo>
                <a:lnTo>
                  <a:pt x="283" y="146"/>
                </a:lnTo>
                <a:lnTo>
                  <a:pt x="282" y="147"/>
                </a:lnTo>
                <a:lnTo>
                  <a:pt x="283" y="148"/>
                </a:lnTo>
                <a:lnTo>
                  <a:pt x="286" y="149"/>
                </a:lnTo>
                <a:lnTo>
                  <a:pt x="287" y="148"/>
                </a:lnTo>
                <a:lnTo>
                  <a:pt x="288" y="148"/>
                </a:lnTo>
                <a:lnTo>
                  <a:pt x="290" y="148"/>
                </a:lnTo>
                <a:lnTo>
                  <a:pt x="291" y="149"/>
                </a:lnTo>
                <a:lnTo>
                  <a:pt x="295" y="153"/>
                </a:lnTo>
                <a:lnTo>
                  <a:pt x="296" y="153"/>
                </a:lnTo>
                <a:lnTo>
                  <a:pt x="297" y="153"/>
                </a:lnTo>
                <a:lnTo>
                  <a:pt x="303" y="155"/>
                </a:lnTo>
                <a:lnTo>
                  <a:pt x="304" y="156"/>
                </a:lnTo>
                <a:lnTo>
                  <a:pt x="305" y="157"/>
                </a:lnTo>
                <a:lnTo>
                  <a:pt x="305" y="159"/>
                </a:lnTo>
                <a:lnTo>
                  <a:pt x="304" y="159"/>
                </a:lnTo>
                <a:lnTo>
                  <a:pt x="304" y="160"/>
                </a:lnTo>
                <a:lnTo>
                  <a:pt x="304" y="162"/>
                </a:lnTo>
                <a:lnTo>
                  <a:pt x="303" y="162"/>
                </a:lnTo>
                <a:lnTo>
                  <a:pt x="302" y="164"/>
                </a:lnTo>
                <a:lnTo>
                  <a:pt x="302" y="165"/>
                </a:lnTo>
                <a:lnTo>
                  <a:pt x="302" y="166"/>
                </a:lnTo>
                <a:lnTo>
                  <a:pt x="301" y="166"/>
                </a:lnTo>
                <a:lnTo>
                  <a:pt x="300" y="165"/>
                </a:lnTo>
                <a:lnTo>
                  <a:pt x="300" y="164"/>
                </a:lnTo>
                <a:lnTo>
                  <a:pt x="299" y="164"/>
                </a:lnTo>
                <a:lnTo>
                  <a:pt x="298" y="164"/>
                </a:lnTo>
                <a:lnTo>
                  <a:pt x="298" y="163"/>
                </a:lnTo>
                <a:lnTo>
                  <a:pt x="297" y="164"/>
                </a:lnTo>
                <a:lnTo>
                  <a:pt x="298" y="164"/>
                </a:lnTo>
                <a:lnTo>
                  <a:pt x="299" y="164"/>
                </a:lnTo>
                <a:lnTo>
                  <a:pt x="298" y="165"/>
                </a:lnTo>
                <a:lnTo>
                  <a:pt x="296" y="165"/>
                </a:lnTo>
                <a:lnTo>
                  <a:pt x="295" y="166"/>
                </a:lnTo>
                <a:lnTo>
                  <a:pt x="294" y="165"/>
                </a:lnTo>
                <a:lnTo>
                  <a:pt x="290" y="166"/>
                </a:lnTo>
                <a:lnTo>
                  <a:pt x="290" y="167"/>
                </a:lnTo>
                <a:lnTo>
                  <a:pt x="290" y="168"/>
                </a:lnTo>
                <a:lnTo>
                  <a:pt x="290" y="170"/>
                </a:lnTo>
                <a:lnTo>
                  <a:pt x="291" y="170"/>
                </a:lnTo>
                <a:lnTo>
                  <a:pt x="290" y="171"/>
                </a:lnTo>
                <a:lnTo>
                  <a:pt x="289" y="172"/>
                </a:lnTo>
                <a:lnTo>
                  <a:pt x="288" y="173"/>
                </a:lnTo>
                <a:lnTo>
                  <a:pt x="288" y="174"/>
                </a:lnTo>
                <a:lnTo>
                  <a:pt x="287" y="174"/>
                </a:lnTo>
                <a:lnTo>
                  <a:pt x="288" y="175"/>
                </a:lnTo>
                <a:lnTo>
                  <a:pt x="285" y="175"/>
                </a:lnTo>
                <a:lnTo>
                  <a:pt x="284" y="176"/>
                </a:lnTo>
                <a:lnTo>
                  <a:pt x="283" y="176"/>
                </a:lnTo>
                <a:lnTo>
                  <a:pt x="283" y="175"/>
                </a:lnTo>
                <a:lnTo>
                  <a:pt x="282" y="175"/>
                </a:lnTo>
                <a:lnTo>
                  <a:pt x="280" y="175"/>
                </a:lnTo>
                <a:lnTo>
                  <a:pt x="280" y="176"/>
                </a:lnTo>
                <a:lnTo>
                  <a:pt x="280" y="177"/>
                </a:lnTo>
                <a:lnTo>
                  <a:pt x="283" y="177"/>
                </a:lnTo>
                <a:lnTo>
                  <a:pt x="283" y="178"/>
                </a:lnTo>
                <a:lnTo>
                  <a:pt x="283" y="179"/>
                </a:lnTo>
                <a:lnTo>
                  <a:pt x="281" y="179"/>
                </a:lnTo>
                <a:lnTo>
                  <a:pt x="280" y="180"/>
                </a:lnTo>
                <a:lnTo>
                  <a:pt x="278" y="182"/>
                </a:lnTo>
                <a:lnTo>
                  <a:pt x="278" y="183"/>
                </a:lnTo>
                <a:lnTo>
                  <a:pt x="277" y="183"/>
                </a:lnTo>
                <a:lnTo>
                  <a:pt x="275" y="183"/>
                </a:lnTo>
                <a:lnTo>
                  <a:pt x="274" y="183"/>
                </a:lnTo>
                <a:lnTo>
                  <a:pt x="273" y="183"/>
                </a:lnTo>
                <a:lnTo>
                  <a:pt x="274" y="183"/>
                </a:lnTo>
                <a:lnTo>
                  <a:pt x="275" y="186"/>
                </a:lnTo>
                <a:lnTo>
                  <a:pt x="276" y="186"/>
                </a:lnTo>
                <a:lnTo>
                  <a:pt x="277" y="186"/>
                </a:lnTo>
                <a:lnTo>
                  <a:pt x="278" y="185"/>
                </a:lnTo>
                <a:lnTo>
                  <a:pt x="279" y="186"/>
                </a:lnTo>
                <a:lnTo>
                  <a:pt x="278" y="188"/>
                </a:lnTo>
                <a:lnTo>
                  <a:pt x="277" y="190"/>
                </a:lnTo>
                <a:lnTo>
                  <a:pt x="277" y="191"/>
                </a:lnTo>
                <a:lnTo>
                  <a:pt x="277" y="192"/>
                </a:lnTo>
                <a:lnTo>
                  <a:pt x="276" y="192"/>
                </a:lnTo>
                <a:lnTo>
                  <a:pt x="275" y="193"/>
                </a:lnTo>
                <a:lnTo>
                  <a:pt x="275" y="194"/>
                </a:lnTo>
                <a:lnTo>
                  <a:pt x="275" y="195"/>
                </a:lnTo>
                <a:lnTo>
                  <a:pt x="274" y="195"/>
                </a:lnTo>
                <a:lnTo>
                  <a:pt x="274" y="194"/>
                </a:lnTo>
                <a:lnTo>
                  <a:pt x="273" y="194"/>
                </a:lnTo>
                <a:lnTo>
                  <a:pt x="272" y="195"/>
                </a:lnTo>
                <a:lnTo>
                  <a:pt x="271" y="196"/>
                </a:lnTo>
                <a:lnTo>
                  <a:pt x="271" y="197"/>
                </a:lnTo>
                <a:lnTo>
                  <a:pt x="271" y="198"/>
                </a:lnTo>
                <a:lnTo>
                  <a:pt x="271" y="199"/>
                </a:lnTo>
                <a:lnTo>
                  <a:pt x="271" y="200"/>
                </a:lnTo>
                <a:lnTo>
                  <a:pt x="270" y="201"/>
                </a:lnTo>
                <a:lnTo>
                  <a:pt x="270" y="202"/>
                </a:lnTo>
                <a:lnTo>
                  <a:pt x="270" y="203"/>
                </a:lnTo>
                <a:lnTo>
                  <a:pt x="271" y="203"/>
                </a:lnTo>
                <a:lnTo>
                  <a:pt x="271" y="204"/>
                </a:lnTo>
                <a:lnTo>
                  <a:pt x="270" y="205"/>
                </a:lnTo>
                <a:lnTo>
                  <a:pt x="269" y="205"/>
                </a:lnTo>
                <a:lnTo>
                  <a:pt x="269" y="206"/>
                </a:lnTo>
                <a:lnTo>
                  <a:pt x="269" y="207"/>
                </a:lnTo>
                <a:lnTo>
                  <a:pt x="269" y="210"/>
                </a:lnTo>
                <a:lnTo>
                  <a:pt x="269" y="211"/>
                </a:lnTo>
                <a:lnTo>
                  <a:pt x="268" y="211"/>
                </a:lnTo>
                <a:lnTo>
                  <a:pt x="269" y="213"/>
                </a:lnTo>
                <a:lnTo>
                  <a:pt x="269" y="215"/>
                </a:lnTo>
                <a:lnTo>
                  <a:pt x="270" y="215"/>
                </a:lnTo>
                <a:lnTo>
                  <a:pt x="272" y="217"/>
                </a:lnTo>
                <a:lnTo>
                  <a:pt x="273" y="218"/>
                </a:lnTo>
                <a:lnTo>
                  <a:pt x="273" y="219"/>
                </a:lnTo>
                <a:lnTo>
                  <a:pt x="273" y="220"/>
                </a:lnTo>
                <a:lnTo>
                  <a:pt x="273" y="221"/>
                </a:lnTo>
                <a:lnTo>
                  <a:pt x="272" y="221"/>
                </a:lnTo>
                <a:lnTo>
                  <a:pt x="271" y="221"/>
                </a:lnTo>
                <a:lnTo>
                  <a:pt x="269" y="221"/>
                </a:lnTo>
                <a:lnTo>
                  <a:pt x="269" y="222"/>
                </a:lnTo>
                <a:lnTo>
                  <a:pt x="270" y="223"/>
                </a:lnTo>
                <a:lnTo>
                  <a:pt x="271" y="223"/>
                </a:lnTo>
                <a:lnTo>
                  <a:pt x="273" y="224"/>
                </a:lnTo>
                <a:lnTo>
                  <a:pt x="274" y="225"/>
                </a:lnTo>
                <a:lnTo>
                  <a:pt x="274" y="226"/>
                </a:lnTo>
                <a:lnTo>
                  <a:pt x="275" y="227"/>
                </a:lnTo>
                <a:lnTo>
                  <a:pt x="276" y="228"/>
                </a:lnTo>
                <a:lnTo>
                  <a:pt x="276" y="229"/>
                </a:lnTo>
                <a:lnTo>
                  <a:pt x="276" y="230"/>
                </a:lnTo>
                <a:lnTo>
                  <a:pt x="275" y="231"/>
                </a:lnTo>
                <a:lnTo>
                  <a:pt x="275" y="232"/>
                </a:lnTo>
                <a:lnTo>
                  <a:pt x="275" y="233"/>
                </a:lnTo>
                <a:lnTo>
                  <a:pt x="274" y="233"/>
                </a:lnTo>
                <a:lnTo>
                  <a:pt x="273" y="235"/>
                </a:lnTo>
                <a:lnTo>
                  <a:pt x="270" y="232"/>
                </a:lnTo>
                <a:lnTo>
                  <a:pt x="270" y="233"/>
                </a:lnTo>
                <a:lnTo>
                  <a:pt x="270" y="234"/>
                </a:lnTo>
                <a:lnTo>
                  <a:pt x="270" y="235"/>
                </a:lnTo>
                <a:lnTo>
                  <a:pt x="271" y="235"/>
                </a:lnTo>
                <a:lnTo>
                  <a:pt x="270" y="235"/>
                </a:lnTo>
                <a:lnTo>
                  <a:pt x="268" y="235"/>
                </a:lnTo>
                <a:lnTo>
                  <a:pt x="267" y="235"/>
                </a:lnTo>
                <a:lnTo>
                  <a:pt x="267" y="236"/>
                </a:lnTo>
                <a:lnTo>
                  <a:pt x="266" y="235"/>
                </a:lnTo>
                <a:lnTo>
                  <a:pt x="265" y="234"/>
                </a:lnTo>
                <a:lnTo>
                  <a:pt x="264" y="233"/>
                </a:lnTo>
                <a:lnTo>
                  <a:pt x="262" y="231"/>
                </a:lnTo>
                <a:lnTo>
                  <a:pt x="260" y="231"/>
                </a:lnTo>
                <a:lnTo>
                  <a:pt x="258" y="232"/>
                </a:lnTo>
                <a:lnTo>
                  <a:pt x="257" y="232"/>
                </a:lnTo>
                <a:lnTo>
                  <a:pt x="255" y="232"/>
                </a:lnTo>
                <a:lnTo>
                  <a:pt x="255" y="233"/>
                </a:lnTo>
                <a:lnTo>
                  <a:pt x="254" y="233"/>
                </a:lnTo>
                <a:lnTo>
                  <a:pt x="253" y="232"/>
                </a:lnTo>
                <a:lnTo>
                  <a:pt x="252" y="232"/>
                </a:lnTo>
                <a:lnTo>
                  <a:pt x="251" y="232"/>
                </a:lnTo>
                <a:lnTo>
                  <a:pt x="251" y="233"/>
                </a:lnTo>
                <a:lnTo>
                  <a:pt x="249" y="232"/>
                </a:lnTo>
                <a:lnTo>
                  <a:pt x="249" y="231"/>
                </a:lnTo>
                <a:lnTo>
                  <a:pt x="248" y="231"/>
                </a:lnTo>
                <a:lnTo>
                  <a:pt x="248" y="232"/>
                </a:lnTo>
                <a:lnTo>
                  <a:pt x="248" y="233"/>
                </a:lnTo>
                <a:lnTo>
                  <a:pt x="248" y="234"/>
                </a:lnTo>
                <a:lnTo>
                  <a:pt x="248" y="235"/>
                </a:lnTo>
                <a:lnTo>
                  <a:pt x="248" y="234"/>
                </a:lnTo>
                <a:lnTo>
                  <a:pt x="247" y="234"/>
                </a:lnTo>
                <a:lnTo>
                  <a:pt x="245" y="233"/>
                </a:lnTo>
                <a:lnTo>
                  <a:pt x="244" y="233"/>
                </a:lnTo>
                <a:lnTo>
                  <a:pt x="245" y="234"/>
                </a:lnTo>
                <a:lnTo>
                  <a:pt x="245" y="235"/>
                </a:lnTo>
                <a:lnTo>
                  <a:pt x="244" y="234"/>
                </a:lnTo>
                <a:lnTo>
                  <a:pt x="243" y="234"/>
                </a:lnTo>
                <a:lnTo>
                  <a:pt x="242" y="234"/>
                </a:lnTo>
                <a:lnTo>
                  <a:pt x="242" y="233"/>
                </a:lnTo>
                <a:lnTo>
                  <a:pt x="241" y="232"/>
                </a:lnTo>
                <a:lnTo>
                  <a:pt x="240" y="232"/>
                </a:lnTo>
                <a:lnTo>
                  <a:pt x="239" y="231"/>
                </a:lnTo>
                <a:lnTo>
                  <a:pt x="238" y="230"/>
                </a:lnTo>
                <a:lnTo>
                  <a:pt x="237" y="230"/>
                </a:lnTo>
                <a:lnTo>
                  <a:pt x="236" y="230"/>
                </a:lnTo>
                <a:lnTo>
                  <a:pt x="236" y="231"/>
                </a:lnTo>
                <a:lnTo>
                  <a:pt x="237" y="232"/>
                </a:lnTo>
                <a:lnTo>
                  <a:pt x="238" y="232"/>
                </a:lnTo>
                <a:lnTo>
                  <a:pt x="238" y="233"/>
                </a:lnTo>
                <a:lnTo>
                  <a:pt x="237" y="234"/>
                </a:lnTo>
                <a:lnTo>
                  <a:pt x="236" y="235"/>
                </a:lnTo>
                <a:lnTo>
                  <a:pt x="235" y="235"/>
                </a:lnTo>
                <a:lnTo>
                  <a:pt x="235" y="234"/>
                </a:lnTo>
                <a:lnTo>
                  <a:pt x="234" y="234"/>
                </a:lnTo>
                <a:lnTo>
                  <a:pt x="233" y="234"/>
                </a:lnTo>
                <a:lnTo>
                  <a:pt x="232" y="234"/>
                </a:lnTo>
                <a:lnTo>
                  <a:pt x="231" y="232"/>
                </a:lnTo>
                <a:lnTo>
                  <a:pt x="230" y="232"/>
                </a:lnTo>
                <a:lnTo>
                  <a:pt x="229" y="232"/>
                </a:lnTo>
                <a:lnTo>
                  <a:pt x="229" y="231"/>
                </a:lnTo>
                <a:lnTo>
                  <a:pt x="228" y="231"/>
                </a:lnTo>
                <a:lnTo>
                  <a:pt x="227" y="230"/>
                </a:lnTo>
                <a:lnTo>
                  <a:pt x="226" y="230"/>
                </a:lnTo>
                <a:lnTo>
                  <a:pt x="226" y="229"/>
                </a:lnTo>
                <a:lnTo>
                  <a:pt x="225" y="229"/>
                </a:lnTo>
                <a:lnTo>
                  <a:pt x="224" y="232"/>
                </a:lnTo>
                <a:lnTo>
                  <a:pt x="225" y="232"/>
                </a:lnTo>
                <a:lnTo>
                  <a:pt x="225" y="233"/>
                </a:lnTo>
                <a:lnTo>
                  <a:pt x="224" y="234"/>
                </a:lnTo>
                <a:lnTo>
                  <a:pt x="224" y="235"/>
                </a:lnTo>
                <a:lnTo>
                  <a:pt x="223" y="235"/>
                </a:lnTo>
                <a:lnTo>
                  <a:pt x="224" y="235"/>
                </a:lnTo>
                <a:lnTo>
                  <a:pt x="224" y="236"/>
                </a:lnTo>
                <a:lnTo>
                  <a:pt x="224" y="237"/>
                </a:lnTo>
                <a:lnTo>
                  <a:pt x="223" y="237"/>
                </a:lnTo>
                <a:lnTo>
                  <a:pt x="223" y="236"/>
                </a:lnTo>
                <a:lnTo>
                  <a:pt x="223" y="235"/>
                </a:lnTo>
                <a:lnTo>
                  <a:pt x="222" y="235"/>
                </a:lnTo>
                <a:lnTo>
                  <a:pt x="221" y="234"/>
                </a:lnTo>
                <a:lnTo>
                  <a:pt x="221" y="233"/>
                </a:lnTo>
                <a:lnTo>
                  <a:pt x="220" y="233"/>
                </a:lnTo>
                <a:lnTo>
                  <a:pt x="218" y="233"/>
                </a:lnTo>
                <a:lnTo>
                  <a:pt x="217" y="232"/>
                </a:lnTo>
                <a:lnTo>
                  <a:pt x="217" y="233"/>
                </a:lnTo>
                <a:lnTo>
                  <a:pt x="216" y="233"/>
                </a:lnTo>
                <a:lnTo>
                  <a:pt x="216" y="234"/>
                </a:lnTo>
                <a:lnTo>
                  <a:pt x="215" y="234"/>
                </a:lnTo>
                <a:lnTo>
                  <a:pt x="215" y="233"/>
                </a:lnTo>
                <a:lnTo>
                  <a:pt x="215" y="232"/>
                </a:lnTo>
                <a:lnTo>
                  <a:pt x="214" y="233"/>
                </a:lnTo>
                <a:lnTo>
                  <a:pt x="213" y="233"/>
                </a:lnTo>
                <a:lnTo>
                  <a:pt x="212" y="232"/>
                </a:lnTo>
                <a:lnTo>
                  <a:pt x="211" y="232"/>
                </a:lnTo>
                <a:lnTo>
                  <a:pt x="210" y="232"/>
                </a:lnTo>
                <a:lnTo>
                  <a:pt x="210" y="233"/>
                </a:lnTo>
                <a:lnTo>
                  <a:pt x="211" y="235"/>
                </a:lnTo>
                <a:lnTo>
                  <a:pt x="211" y="236"/>
                </a:lnTo>
                <a:lnTo>
                  <a:pt x="212" y="236"/>
                </a:lnTo>
                <a:lnTo>
                  <a:pt x="212" y="237"/>
                </a:lnTo>
                <a:lnTo>
                  <a:pt x="213" y="238"/>
                </a:lnTo>
                <a:lnTo>
                  <a:pt x="214" y="239"/>
                </a:lnTo>
                <a:lnTo>
                  <a:pt x="214" y="240"/>
                </a:lnTo>
                <a:lnTo>
                  <a:pt x="214" y="242"/>
                </a:lnTo>
                <a:lnTo>
                  <a:pt x="215" y="243"/>
                </a:lnTo>
                <a:lnTo>
                  <a:pt x="215" y="244"/>
                </a:lnTo>
                <a:lnTo>
                  <a:pt x="215" y="245"/>
                </a:lnTo>
                <a:lnTo>
                  <a:pt x="214" y="244"/>
                </a:lnTo>
                <a:lnTo>
                  <a:pt x="213" y="244"/>
                </a:lnTo>
                <a:lnTo>
                  <a:pt x="213" y="245"/>
                </a:lnTo>
                <a:lnTo>
                  <a:pt x="213" y="246"/>
                </a:lnTo>
                <a:lnTo>
                  <a:pt x="213" y="247"/>
                </a:lnTo>
                <a:lnTo>
                  <a:pt x="213" y="248"/>
                </a:lnTo>
                <a:lnTo>
                  <a:pt x="213" y="249"/>
                </a:lnTo>
                <a:lnTo>
                  <a:pt x="211" y="250"/>
                </a:lnTo>
                <a:lnTo>
                  <a:pt x="210" y="249"/>
                </a:lnTo>
                <a:lnTo>
                  <a:pt x="209" y="249"/>
                </a:lnTo>
                <a:lnTo>
                  <a:pt x="208" y="249"/>
                </a:lnTo>
                <a:lnTo>
                  <a:pt x="208" y="250"/>
                </a:lnTo>
                <a:lnTo>
                  <a:pt x="209" y="250"/>
                </a:lnTo>
                <a:lnTo>
                  <a:pt x="209" y="251"/>
                </a:lnTo>
                <a:lnTo>
                  <a:pt x="209" y="252"/>
                </a:lnTo>
                <a:lnTo>
                  <a:pt x="208" y="252"/>
                </a:lnTo>
                <a:lnTo>
                  <a:pt x="207" y="252"/>
                </a:lnTo>
                <a:lnTo>
                  <a:pt x="207" y="251"/>
                </a:lnTo>
                <a:lnTo>
                  <a:pt x="207" y="250"/>
                </a:lnTo>
                <a:lnTo>
                  <a:pt x="206" y="249"/>
                </a:lnTo>
                <a:lnTo>
                  <a:pt x="205" y="248"/>
                </a:lnTo>
                <a:lnTo>
                  <a:pt x="205" y="247"/>
                </a:lnTo>
                <a:lnTo>
                  <a:pt x="204" y="247"/>
                </a:lnTo>
                <a:lnTo>
                  <a:pt x="204" y="248"/>
                </a:lnTo>
                <a:lnTo>
                  <a:pt x="204" y="249"/>
                </a:lnTo>
                <a:lnTo>
                  <a:pt x="205" y="249"/>
                </a:lnTo>
                <a:lnTo>
                  <a:pt x="205" y="250"/>
                </a:lnTo>
                <a:lnTo>
                  <a:pt x="205" y="251"/>
                </a:lnTo>
                <a:lnTo>
                  <a:pt x="205" y="252"/>
                </a:lnTo>
                <a:lnTo>
                  <a:pt x="206" y="252"/>
                </a:lnTo>
                <a:lnTo>
                  <a:pt x="207" y="252"/>
                </a:lnTo>
                <a:lnTo>
                  <a:pt x="208" y="252"/>
                </a:lnTo>
                <a:lnTo>
                  <a:pt x="210" y="254"/>
                </a:lnTo>
                <a:lnTo>
                  <a:pt x="210" y="255"/>
                </a:lnTo>
                <a:lnTo>
                  <a:pt x="209" y="256"/>
                </a:lnTo>
                <a:lnTo>
                  <a:pt x="210" y="257"/>
                </a:lnTo>
                <a:lnTo>
                  <a:pt x="210" y="258"/>
                </a:lnTo>
                <a:lnTo>
                  <a:pt x="211" y="257"/>
                </a:lnTo>
                <a:lnTo>
                  <a:pt x="212" y="256"/>
                </a:lnTo>
                <a:lnTo>
                  <a:pt x="212" y="257"/>
                </a:lnTo>
                <a:lnTo>
                  <a:pt x="213" y="257"/>
                </a:lnTo>
                <a:lnTo>
                  <a:pt x="213" y="258"/>
                </a:lnTo>
                <a:lnTo>
                  <a:pt x="213" y="259"/>
                </a:lnTo>
                <a:lnTo>
                  <a:pt x="212" y="260"/>
                </a:lnTo>
                <a:lnTo>
                  <a:pt x="213" y="260"/>
                </a:lnTo>
                <a:lnTo>
                  <a:pt x="213" y="262"/>
                </a:lnTo>
                <a:lnTo>
                  <a:pt x="214" y="263"/>
                </a:lnTo>
                <a:lnTo>
                  <a:pt x="215" y="264"/>
                </a:lnTo>
                <a:lnTo>
                  <a:pt x="215" y="265"/>
                </a:lnTo>
                <a:lnTo>
                  <a:pt x="214" y="265"/>
                </a:lnTo>
                <a:lnTo>
                  <a:pt x="213" y="266"/>
                </a:lnTo>
                <a:lnTo>
                  <a:pt x="213" y="267"/>
                </a:lnTo>
                <a:lnTo>
                  <a:pt x="213" y="269"/>
                </a:lnTo>
                <a:lnTo>
                  <a:pt x="213" y="270"/>
                </a:lnTo>
                <a:lnTo>
                  <a:pt x="212" y="271"/>
                </a:lnTo>
                <a:lnTo>
                  <a:pt x="212" y="272"/>
                </a:lnTo>
                <a:lnTo>
                  <a:pt x="213" y="273"/>
                </a:lnTo>
                <a:lnTo>
                  <a:pt x="214" y="274"/>
                </a:lnTo>
                <a:lnTo>
                  <a:pt x="213" y="274"/>
                </a:lnTo>
                <a:lnTo>
                  <a:pt x="212" y="274"/>
                </a:lnTo>
                <a:lnTo>
                  <a:pt x="211" y="272"/>
                </a:lnTo>
                <a:lnTo>
                  <a:pt x="210" y="273"/>
                </a:lnTo>
                <a:lnTo>
                  <a:pt x="209" y="272"/>
                </a:lnTo>
                <a:lnTo>
                  <a:pt x="209" y="271"/>
                </a:lnTo>
                <a:lnTo>
                  <a:pt x="207" y="271"/>
                </a:lnTo>
                <a:lnTo>
                  <a:pt x="207" y="272"/>
                </a:lnTo>
                <a:lnTo>
                  <a:pt x="207" y="273"/>
                </a:lnTo>
                <a:lnTo>
                  <a:pt x="206" y="273"/>
                </a:lnTo>
                <a:lnTo>
                  <a:pt x="206" y="272"/>
                </a:lnTo>
                <a:lnTo>
                  <a:pt x="205" y="272"/>
                </a:lnTo>
                <a:lnTo>
                  <a:pt x="204" y="273"/>
                </a:lnTo>
                <a:lnTo>
                  <a:pt x="203" y="274"/>
                </a:lnTo>
                <a:lnTo>
                  <a:pt x="202" y="274"/>
                </a:lnTo>
                <a:lnTo>
                  <a:pt x="202" y="275"/>
                </a:lnTo>
                <a:lnTo>
                  <a:pt x="203" y="276"/>
                </a:lnTo>
                <a:lnTo>
                  <a:pt x="203" y="277"/>
                </a:lnTo>
                <a:lnTo>
                  <a:pt x="202" y="277"/>
                </a:lnTo>
                <a:lnTo>
                  <a:pt x="201" y="277"/>
                </a:lnTo>
                <a:lnTo>
                  <a:pt x="200" y="278"/>
                </a:lnTo>
                <a:lnTo>
                  <a:pt x="200" y="279"/>
                </a:lnTo>
                <a:lnTo>
                  <a:pt x="200" y="282"/>
                </a:lnTo>
                <a:lnTo>
                  <a:pt x="200" y="283"/>
                </a:lnTo>
                <a:lnTo>
                  <a:pt x="200" y="284"/>
                </a:lnTo>
                <a:lnTo>
                  <a:pt x="199" y="284"/>
                </a:lnTo>
                <a:lnTo>
                  <a:pt x="198" y="284"/>
                </a:lnTo>
                <a:lnTo>
                  <a:pt x="197" y="284"/>
                </a:lnTo>
                <a:lnTo>
                  <a:pt x="196" y="284"/>
                </a:lnTo>
                <a:lnTo>
                  <a:pt x="195" y="284"/>
                </a:lnTo>
                <a:lnTo>
                  <a:pt x="196" y="285"/>
                </a:lnTo>
                <a:lnTo>
                  <a:pt x="195" y="285"/>
                </a:lnTo>
                <a:lnTo>
                  <a:pt x="195" y="286"/>
                </a:lnTo>
                <a:lnTo>
                  <a:pt x="195" y="287"/>
                </a:lnTo>
                <a:lnTo>
                  <a:pt x="196" y="287"/>
                </a:lnTo>
                <a:lnTo>
                  <a:pt x="197" y="287"/>
                </a:lnTo>
                <a:lnTo>
                  <a:pt x="197" y="288"/>
                </a:lnTo>
                <a:lnTo>
                  <a:pt x="196" y="289"/>
                </a:lnTo>
                <a:lnTo>
                  <a:pt x="197" y="289"/>
                </a:lnTo>
                <a:lnTo>
                  <a:pt x="197" y="290"/>
                </a:lnTo>
                <a:lnTo>
                  <a:pt x="196" y="290"/>
                </a:lnTo>
                <a:lnTo>
                  <a:pt x="196" y="291"/>
                </a:lnTo>
                <a:lnTo>
                  <a:pt x="194" y="291"/>
                </a:lnTo>
                <a:lnTo>
                  <a:pt x="193" y="290"/>
                </a:lnTo>
                <a:lnTo>
                  <a:pt x="192" y="289"/>
                </a:lnTo>
                <a:lnTo>
                  <a:pt x="191" y="289"/>
                </a:lnTo>
                <a:lnTo>
                  <a:pt x="191" y="290"/>
                </a:lnTo>
                <a:lnTo>
                  <a:pt x="191" y="291"/>
                </a:lnTo>
                <a:lnTo>
                  <a:pt x="190" y="291"/>
                </a:lnTo>
                <a:lnTo>
                  <a:pt x="190" y="290"/>
                </a:lnTo>
                <a:lnTo>
                  <a:pt x="189" y="290"/>
                </a:lnTo>
                <a:lnTo>
                  <a:pt x="188" y="289"/>
                </a:lnTo>
                <a:lnTo>
                  <a:pt x="188" y="290"/>
                </a:lnTo>
                <a:lnTo>
                  <a:pt x="189" y="291"/>
                </a:lnTo>
                <a:lnTo>
                  <a:pt x="189" y="292"/>
                </a:lnTo>
                <a:lnTo>
                  <a:pt x="190" y="292"/>
                </a:lnTo>
                <a:lnTo>
                  <a:pt x="191" y="292"/>
                </a:lnTo>
                <a:lnTo>
                  <a:pt x="193" y="293"/>
                </a:lnTo>
                <a:lnTo>
                  <a:pt x="193" y="294"/>
                </a:lnTo>
                <a:lnTo>
                  <a:pt x="192" y="295"/>
                </a:lnTo>
                <a:lnTo>
                  <a:pt x="193" y="295"/>
                </a:lnTo>
                <a:lnTo>
                  <a:pt x="194" y="295"/>
                </a:lnTo>
                <a:lnTo>
                  <a:pt x="196" y="296"/>
                </a:lnTo>
                <a:lnTo>
                  <a:pt x="196" y="297"/>
                </a:lnTo>
                <a:lnTo>
                  <a:pt x="197" y="297"/>
                </a:lnTo>
                <a:lnTo>
                  <a:pt x="198" y="297"/>
                </a:lnTo>
                <a:lnTo>
                  <a:pt x="198" y="298"/>
                </a:lnTo>
                <a:lnTo>
                  <a:pt x="199" y="298"/>
                </a:lnTo>
                <a:lnTo>
                  <a:pt x="200" y="298"/>
                </a:lnTo>
                <a:lnTo>
                  <a:pt x="200" y="297"/>
                </a:lnTo>
                <a:lnTo>
                  <a:pt x="200" y="298"/>
                </a:lnTo>
                <a:lnTo>
                  <a:pt x="201" y="298"/>
                </a:lnTo>
                <a:lnTo>
                  <a:pt x="202" y="299"/>
                </a:lnTo>
                <a:lnTo>
                  <a:pt x="203" y="300"/>
                </a:lnTo>
                <a:lnTo>
                  <a:pt x="202" y="301"/>
                </a:lnTo>
                <a:lnTo>
                  <a:pt x="202" y="302"/>
                </a:lnTo>
                <a:lnTo>
                  <a:pt x="201" y="302"/>
                </a:lnTo>
                <a:lnTo>
                  <a:pt x="201" y="303"/>
                </a:lnTo>
                <a:lnTo>
                  <a:pt x="200" y="303"/>
                </a:lnTo>
                <a:lnTo>
                  <a:pt x="201" y="303"/>
                </a:lnTo>
                <a:lnTo>
                  <a:pt x="201" y="304"/>
                </a:lnTo>
                <a:lnTo>
                  <a:pt x="201" y="305"/>
                </a:lnTo>
                <a:lnTo>
                  <a:pt x="200" y="305"/>
                </a:lnTo>
                <a:lnTo>
                  <a:pt x="200" y="304"/>
                </a:lnTo>
                <a:lnTo>
                  <a:pt x="200" y="305"/>
                </a:lnTo>
                <a:lnTo>
                  <a:pt x="200" y="306"/>
                </a:lnTo>
                <a:lnTo>
                  <a:pt x="199" y="307"/>
                </a:lnTo>
                <a:lnTo>
                  <a:pt x="200" y="307"/>
                </a:lnTo>
                <a:lnTo>
                  <a:pt x="201" y="307"/>
                </a:lnTo>
                <a:lnTo>
                  <a:pt x="202" y="307"/>
                </a:lnTo>
                <a:lnTo>
                  <a:pt x="203" y="308"/>
                </a:lnTo>
                <a:lnTo>
                  <a:pt x="203" y="309"/>
                </a:lnTo>
                <a:lnTo>
                  <a:pt x="203" y="310"/>
                </a:lnTo>
                <a:lnTo>
                  <a:pt x="202" y="310"/>
                </a:lnTo>
                <a:lnTo>
                  <a:pt x="201" y="310"/>
                </a:lnTo>
                <a:lnTo>
                  <a:pt x="201" y="312"/>
                </a:lnTo>
                <a:lnTo>
                  <a:pt x="201" y="313"/>
                </a:lnTo>
                <a:lnTo>
                  <a:pt x="201" y="314"/>
                </a:lnTo>
                <a:lnTo>
                  <a:pt x="200" y="315"/>
                </a:lnTo>
                <a:lnTo>
                  <a:pt x="201" y="315"/>
                </a:lnTo>
                <a:lnTo>
                  <a:pt x="201" y="316"/>
                </a:lnTo>
                <a:lnTo>
                  <a:pt x="200" y="316"/>
                </a:lnTo>
                <a:lnTo>
                  <a:pt x="199" y="316"/>
                </a:lnTo>
                <a:lnTo>
                  <a:pt x="199" y="315"/>
                </a:lnTo>
                <a:lnTo>
                  <a:pt x="198" y="316"/>
                </a:lnTo>
                <a:lnTo>
                  <a:pt x="198" y="317"/>
                </a:lnTo>
                <a:lnTo>
                  <a:pt x="199" y="318"/>
                </a:lnTo>
                <a:lnTo>
                  <a:pt x="199" y="319"/>
                </a:lnTo>
                <a:lnTo>
                  <a:pt x="200" y="320"/>
                </a:lnTo>
                <a:lnTo>
                  <a:pt x="201" y="320"/>
                </a:lnTo>
                <a:lnTo>
                  <a:pt x="202" y="320"/>
                </a:lnTo>
                <a:lnTo>
                  <a:pt x="203" y="321"/>
                </a:lnTo>
                <a:lnTo>
                  <a:pt x="204" y="321"/>
                </a:lnTo>
                <a:lnTo>
                  <a:pt x="204" y="322"/>
                </a:lnTo>
                <a:lnTo>
                  <a:pt x="205" y="321"/>
                </a:lnTo>
                <a:lnTo>
                  <a:pt x="206" y="321"/>
                </a:lnTo>
                <a:lnTo>
                  <a:pt x="206" y="320"/>
                </a:lnTo>
                <a:lnTo>
                  <a:pt x="206" y="319"/>
                </a:lnTo>
                <a:lnTo>
                  <a:pt x="206" y="318"/>
                </a:lnTo>
                <a:lnTo>
                  <a:pt x="207" y="318"/>
                </a:lnTo>
                <a:lnTo>
                  <a:pt x="208" y="319"/>
                </a:lnTo>
                <a:lnTo>
                  <a:pt x="209" y="320"/>
                </a:lnTo>
                <a:lnTo>
                  <a:pt x="209" y="319"/>
                </a:lnTo>
                <a:lnTo>
                  <a:pt x="209" y="318"/>
                </a:lnTo>
                <a:lnTo>
                  <a:pt x="210" y="317"/>
                </a:lnTo>
                <a:lnTo>
                  <a:pt x="210" y="318"/>
                </a:lnTo>
                <a:lnTo>
                  <a:pt x="210" y="319"/>
                </a:lnTo>
                <a:lnTo>
                  <a:pt x="210" y="320"/>
                </a:lnTo>
                <a:lnTo>
                  <a:pt x="213" y="321"/>
                </a:lnTo>
                <a:lnTo>
                  <a:pt x="213" y="320"/>
                </a:lnTo>
                <a:lnTo>
                  <a:pt x="213" y="319"/>
                </a:lnTo>
                <a:lnTo>
                  <a:pt x="213" y="318"/>
                </a:lnTo>
                <a:lnTo>
                  <a:pt x="214" y="319"/>
                </a:lnTo>
                <a:lnTo>
                  <a:pt x="213" y="319"/>
                </a:lnTo>
                <a:lnTo>
                  <a:pt x="214" y="320"/>
                </a:lnTo>
                <a:lnTo>
                  <a:pt x="214" y="321"/>
                </a:lnTo>
                <a:lnTo>
                  <a:pt x="215" y="320"/>
                </a:lnTo>
                <a:lnTo>
                  <a:pt x="216" y="320"/>
                </a:lnTo>
                <a:lnTo>
                  <a:pt x="217" y="320"/>
                </a:lnTo>
                <a:lnTo>
                  <a:pt x="218" y="322"/>
                </a:lnTo>
                <a:lnTo>
                  <a:pt x="218" y="323"/>
                </a:lnTo>
                <a:lnTo>
                  <a:pt x="219" y="323"/>
                </a:lnTo>
                <a:lnTo>
                  <a:pt x="220" y="324"/>
                </a:lnTo>
                <a:lnTo>
                  <a:pt x="221" y="324"/>
                </a:lnTo>
                <a:lnTo>
                  <a:pt x="222" y="323"/>
                </a:lnTo>
                <a:lnTo>
                  <a:pt x="222" y="324"/>
                </a:lnTo>
                <a:lnTo>
                  <a:pt x="223" y="325"/>
                </a:lnTo>
                <a:lnTo>
                  <a:pt x="224" y="326"/>
                </a:lnTo>
                <a:lnTo>
                  <a:pt x="225" y="326"/>
                </a:lnTo>
                <a:lnTo>
                  <a:pt x="225" y="325"/>
                </a:lnTo>
                <a:lnTo>
                  <a:pt x="226" y="325"/>
                </a:lnTo>
                <a:lnTo>
                  <a:pt x="227" y="325"/>
                </a:lnTo>
                <a:lnTo>
                  <a:pt x="227" y="326"/>
                </a:lnTo>
                <a:lnTo>
                  <a:pt x="228" y="326"/>
                </a:lnTo>
                <a:lnTo>
                  <a:pt x="228" y="325"/>
                </a:lnTo>
                <a:lnTo>
                  <a:pt x="229" y="325"/>
                </a:lnTo>
                <a:lnTo>
                  <a:pt x="230" y="326"/>
                </a:lnTo>
                <a:lnTo>
                  <a:pt x="230" y="325"/>
                </a:lnTo>
                <a:lnTo>
                  <a:pt x="230" y="324"/>
                </a:lnTo>
                <a:lnTo>
                  <a:pt x="231" y="324"/>
                </a:lnTo>
                <a:lnTo>
                  <a:pt x="231" y="325"/>
                </a:lnTo>
                <a:lnTo>
                  <a:pt x="231" y="326"/>
                </a:lnTo>
                <a:lnTo>
                  <a:pt x="231" y="327"/>
                </a:lnTo>
                <a:lnTo>
                  <a:pt x="232" y="327"/>
                </a:lnTo>
                <a:lnTo>
                  <a:pt x="232" y="326"/>
                </a:lnTo>
                <a:lnTo>
                  <a:pt x="233" y="326"/>
                </a:lnTo>
                <a:lnTo>
                  <a:pt x="233" y="328"/>
                </a:lnTo>
                <a:lnTo>
                  <a:pt x="233" y="329"/>
                </a:lnTo>
                <a:lnTo>
                  <a:pt x="234" y="329"/>
                </a:lnTo>
                <a:lnTo>
                  <a:pt x="235" y="329"/>
                </a:lnTo>
                <a:lnTo>
                  <a:pt x="235" y="330"/>
                </a:lnTo>
                <a:lnTo>
                  <a:pt x="235" y="331"/>
                </a:lnTo>
                <a:lnTo>
                  <a:pt x="236" y="331"/>
                </a:lnTo>
                <a:lnTo>
                  <a:pt x="236" y="330"/>
                </a:lnTo>
                <a:lnTo>
                  <a:pt x="237" y="332"/>
                </a:lnTo>
                <a:lnTo>
                  <a:pt x="237" y="333"/>
                </a:lnTo>
                <a:lnTo>
                  <a:pt x="237" y="334"/>
                </a:lnTo>
                <a:lnTo>
                  <a:pt x="238" y="334"/>
                </a:lnTo>
                <a:lnTo>
                  <a:pt x="239" y="334"/>
                </a:lnTo>
                <a:lnTo>
                  <a:pt x="239" y="335"/>
                </a:lnTo>
                <a:lnTo>
                  <a:pt x="239" y="336"/>
                </a:lnTo>
                <a:lnTo>
                  <a:pt x="240" y="336"/>
                </a:lnTo>
                <a:lnTo>
                  <a:pt x="240" y="335"/>
                </a:lnTo>
                <a:lnTo>
                  <a:pt x="241" y="335"/>
                </a:lnTo>
                <a:lnTo>
                  <a:pt x="240" y="337"/>
                </a:lnTo>
                <a:lnTo>
                  <a:pt x="241" y="338"/>
                </a:lnTo>
                <a:lnTo>
                  <a:pt x="242" y="338"/>
                </a:lnTo>
                <a:lnTo>
                  <a:pt x="242" y="340"/>
                </a:lnTo>
                <a:lnTo>
                  <a:pt x="241" y="341"/>
                </a:lnTo>
                <a:lnTo>
                  <a:pt x="240" y="341"/>
                </a:lnTo>
                <a:lnTo>
                  <a:pt x="240" y="342"/>
                </a:lnTo>
                <a:lnTo>
                  <a:pt x="240" y="343"/>
                </a:lnTo>
                <a:lnTo>
                  <a:pt x="240" y="344"/>
                </a:lnTo>
                <a:lnTo>
                  <a:pt x="240" y="345"/>
                </a:lnTo>
                <a:lnTo>
                  <a:pt x="239" y="345"/>
                </a:lnTo>
                <a:lnTo>
                  <a:pt x="239" y="346"/>
                </a:lnTo>
                <a:lnTo>
                  <a:pt x="239" y="347"/>
                </a:lnTo>
                <a:lnTo>
                  <a:pt x="240" y="347"/>
                </a:lnTo>
                <a:lnTo>
                  <a:pt x="241" y="347"/>
                </a:lnTo>
                <a:lnTo>
                  <a:pt x="241" y="349"/>
                </a:lnTo>
                <a:lnTo>
                  <a:pt x="240" y="350"/>
                </a:lnTo>
                <a:lnTo>
                  <a:pt x="239" y="350"/>
                </a:lnTo>
                <a:lnTo>
                  <a:pt x="238" y="351"/>
                </a:lnTo>
                <a:lnTo>
                  <a:pt x="238" y="353"/>
                </a:lnTo>
                <a:lnTo>
                  <a:pt x="238" y="354"/>
                </a:lnTo>
                <a:lnTo>
                  <a:pt x="237" y="354"/>
                </a:lnTo>
                <a:lnTo>
                  <a:pt x="237" y="353"/>
                </a:lnTo>
                <a:lnTo>
                  <a:pt x="237" y="352"/>
                </a:lnTo>
                <a:lnTo>
                  <a:pt x="238" y="352"/>
                </a:lnTo>
                <a:lnTo>
                  <a:pt x="238" y="351"/>
                </a:lnTo>
                <a:lnTo>
                  <a:pt x="237" y="351"/>
                </a:lnTo>
                <a:lnTo>
                  <a:pt x="236" y="351"/>
                </a:lnTo>
                <a:lnTo>
                  <a:pt x="236" y="350"/>
                </a:lnTo>
                <a:lnTo>
                  <a:pt x="235" y="351"/>
                </a:lnTo>
                <a:lnTo>
                  <a:pt x="236" y="351"/>
                </a:lnTo>
                <a:lnTo>
                  <a:pt x="236" y="352"/>
                </a:lnTo>
                <a:lnTo>
                  <a:pt x="237" y="354"/>
                </a:lnTo>
                <a:lnTo>
                  <a:pt x="238" y="354"/>
                </a:lnTo>
                <a:lnTo>
                  <a:pt x="238" y="353"/>
                </a:lnTo>
                <a:lnTo>
                  <a:pt x="239" y="353"/>
                </a:lnTo>
                <a:lnTo>
                  <a:pt x="240" y="353"/>
                </a:lnTo>
                <a:lnTo>
                  <a:pt x="241" y="354"/>
                </a:lnTo>
                <a:lnTo>
                  <a:pt x="240" y="355"/>
                </a:lnTo>
                <a:lnTo>
                  <a:pt x="239" y="355"/>
                </a:lnTo>
                <a:lnTo>
                  <a:pt x="238" y="355"/>
                </a:lnTo>
                <a:lnTo>
                  <a:pt x="237" y="355"/>
                </a:lnTo>
                <a:lnTo>
                  <a:pt x="237" y="356"/>
                </a:lnTo>
                <a:lnTo>
                  <a:pt x="237" y="357"/>
                </a:lnTo>
                <a:lnTo>
                  <a:pt x="236" y="356"/>
                </a:lnTo>
                <a:lnTo>
                  <a:pt x="235" y="356"/>
                </a:lnTo>
                <a:lnTo>
                  <a:pt x="235" y="357"/>
                </a:lnTo>
                <a:lnTo>
                  <a:pt x="234" y="357"/>
                </a:lnTo>
                <a:lnTo>
                  <a:pt x="234" y="358"/>
                </a:lnTo>
                <a:lnTo>
                  <a:pt x="233" y="358"/>
                </a:lnTo>
                <a:lnTo>
                  <a:pt x="233" y="359"/>
                </a:lnTo>
                <a:lnTo>
                  <a:pt x="232" y="359"/>
                </a:lnTo>
                <a:lnTo>
                  <a:pt x="232" y="360"/>
                </a:lnTo>
                <a:lnTo>
                  <a:pt x="233" y="360"/>
                </a:lnTo>
                <a:lnTo>
                  <a:pt x="234" y="360"/>
                </a:lnTo>
                <a:lnTo>
                  <a:pt x="235" y="360"/>
                </a:lnTo>
                <a:lnTo>
                  <a:pt x="235" y="361"/>
                </a:lnTo>
                <a:lnTo>
                  <a:pt x="234" y="361"/>
                </a:lnTo>
                <a:lnTo>
                  <a:pt x="234" y="360"/>
                </a:lnTo>
                <a:lnTo>
                  <a:pt x="234" y="361"/>
                </a:lnTo>
                <a:lnTo>
                  <a:pt x="234" y="362"/>
                </a:lnTo>
                <a:lnTo>
                  <a:pt x="234" y="363"/>
                </a:lnTo>
                <a:lnTo>
                  <a:pt x="235" y="364"/>
                </a:lnTo>
                <a:lnTo>
                  <a:pt x="236" y="364"/>
                </a:lnTo>
                <a:lnTo>
                  <a:pt x="236" y="365"/>
                </a:lnTo>
                <a:lnTo>
                  <a:pt x="237" y="365"/>
                </a:lnTo>
                <a:lnTo>
                  <a:pt x="238" y="365"/>
                </a:lnTo>
                <a:lnTo>
                  <a:pt x="238" y="366"/>
                </a:lnTo>
                <a:lnTo>
                  <a:pt x="239" y="367"/>
                </a:lnTo>
                <a:lnTo>
                  <a:pt x="239" y="368"/>
                </a:lnTo>
                <a:lnTo>
                  <a:pt x="238" y="368"/>
                </a:lnTo>
                <a:lnTo>
                  <a:pt x="236" y="367"/>
                </a:lnTo>
                <a:lnTo>
                  <a:pt x="236" y="368"/>
                </a:lnTo>
                <a:lnTo>
                  <a:pt x="237" y="368"/>
                </a:lnTo>
                <a:lnTo>
                  <a:pt x="237" y="369"/>
                </a:lnTo>
                <a:lnTo>
                  <a:pt x="238" y="369"/>
                </a:lnTo>
                <a:lnTo>
                  <a:pt x="238" y="370"/>
                </a:lnTo>
                <a:lnTo>
                  <a:pt x="238" y="371"/>
                </a:lnTo>
                <a:lnTo>
                  <a:pt x="237" y="371"/>
                </a:lnTo>
                <a:lnTo>
                  <a:pt x="236" y="371"/>
                </a:lnTo>
                <a:lnTo>
                  <a:pt x="236" y="372"/>
                </a:lnTo>
                <a:lnTo>
                  <a:pt x="235" y="372"/>
                </a:lnTo>
                <a:lnTo>
                  <a:pt x="235" y="371"/>
                </a:lnTo>
                <a:lnTo>
                  <a:pt x="234" y="370"/>
                </a:lnTo>
                <a:lnTo>
                  <a:pt x="234" y="371"/>
                </a:lnTo>
                <a:lnTo>
                  <a:pt x="233" y="373"/>
                </a:lnTo>
                <a:lnTo>
                  <a:pt x="234" y="374"/>
                </a:lnTo>
                <a:lnTo>
                  <a:pt x="233" y="374"/>
                </a:lnTo>
                <a:lnTo>
                  <a:pt x="233" y="375"/>
                </a:lnTo>
                <a:lnTo>
                  <a:pt x="233" y="374"/>
                </a:lnTo>
                <a:lnTo>
                  <a:pt x="232" y="374"/>
                </a:lnTo>
                <a:lnTo>
                  <a:pt x="230" y="374"/>
                </a:lnTo>
                <a:lnTo>
                  <a:pt x="229" y="374"/>
                </a:lnTo>
                <a:lnTo>
                  <a:pt x="229" y="376"/>
                </a:lnTo>
                <a:lnTo>
                  <a:pt x="229" y="377"/>
                </a:lnTo>
                <a:lnTo>
                  <a:pt x="228" y="377"/>
                </a:lnTo>
                <a:lnTo>
                  <a:pt x="227" y="376"/>
                </a:lnTo>
                <a:lnTo>
                  <a:pt x="226" y="376"/>
                </a:lnTo>
                <a:lnTo>
                  <a:pt x="225" y="376"/>
                </a:lnTo>
                <a:lnTo>
                  <a:pt x="224" y="376"/>
                </a:lnTo>
                <a:lnTo>
                  <a:pt x="224" y="375"/>
                </a:lnTo>
                <a:lnTo>
                  <a:pt x="224" y="376"/>
                </a:lnTo>
                <a:lnTo>
                  <a:pt x="223" y="376"/>
                </a:lnTo>
                <a:lnTo>
                  <a:pt x="223" y="377"/>
                </a:lnTo>
                <a:lnTo>
                  <a:pt x="222" y="378"/>
                </a:lnTo>
                <a:lnTo>
                  <a:pt x="222" y="379"/>
                </a:lnTo>
                <a:lnTo>
                  <a:pt x="223" y="379"/>
                </a:lnTo>
                <a:lnTo>
                  <a:pt x="223" y="380"/>
                </a:lnTo>
                <a:lnTo>
                  <a:pt x="222" y="379"/>
                </a:lnTo>
                <a:lnTo>
                  <a:pt x="222" y="380"/>
                </a:lnTo>
                <a:lnTo>
                  <a:pt x="221" y="380"/>
                </a:lnTo>
                <a:lnTo>
                  <a:pt x="221" y="379"/>
                </a:lnTo>
                <a:lnTo>
                  <a:pt x="220" y="379"/>
                </a:lnTo>
                <a:lnTo>
                  <a:pt x="220" y="378"/>
                </a:lnTo>
                <a:lnTo>
                  <a:pt x="219" y="377"/>
                </a:lnTo>
                <a:lnTo>
                  <a:pt x="218" y="377"/>
                </a:lnTo>
                <a:lnTo>
                  <a:pt x="218" y="376"/>
                </a:lnTo>
                <a:lnTo>
                  <a:pt x="217" y="375"/>
                </a:lnTo>
                <a:lnTo>
                  <a:pt x="216" y="376"/>
                </a:lnTo>
                <a:lnTo>
                  <a:pt x="216" y="377"/>
                </a:lnTo>
                <a:lnTo>
                  <a:pt x="216" y="378"/>
                </a:lnTo>
                <a:lnTo>
                  <a:pt x="215" y="378"/>
                </a:lnTo>
                <a:lnTo>
                  <a:pt x="215" y="377"/>
                </a:lnTo>
                <a:lnTo>
                  <a:pt x="214" y="377"/>
                </a:lnTo>
                <a:lnTo>
                  <a:pt x="213" y="377"/>
                </a:lnTo>
                <a:lnTo>
                  <a:pt x="212" y="377"/>
                </a:lnTo>
                <a:lnTo>
                  <a:pt x="211" y="376"/>
                </a:lnTo>
                <a:lnTo>
                  <a:pt x="211" y="375"/>
                </a:lnTo>
                <a:lnTo>
                  <a:pt x="211" y="374"/>
                </a:lnTo>
                <a:lnTo>
                  <a:pt x="210" y="374"/>
                </a:lnTo>
                <a:lnTo>
                  <a:pt x="210" y="373"/>
                </a:lnTo>
                <a:lnTo>
                  <a:pt x="209" y="374"/>
                </a:lnTo>
                <a:lnTo>
                  <a:pt x="209" y="375"/>
                </a:lnTo>
                <a:lnTo>
                  <a:pt x="210" y="375"/>
                </a:lnTo>
                <a:lnTo>
                  <a:pt x="209" y="376"/>
                </a:lnTo>
                <a:lnTo>
                  <a:pt x="208" y="376"/>
                </a:lnTo>
                <a:lnTo>
                  <a:pt x="208" y="375"/>
                </a:lnTo>
                <a:lnTo>
                  <a:pt x="207" y="375"/>
                </a:lnTo>
                <a:lnTo>
                  <a:pt x="206" y="374"/>
                </a:lnTo>
                <a:lnTo>
                  <a:pt x="204" y="374"/>
                </a:lnTo>
                <a:lnTo>
                  <a:pt x="203" y="374"/>
                </a:lnTo>
                <a:lnTo>
                  <a:pt x="202" y="374"/>
                </a:lnTo>
                <a:lnTo>
                  <a:pt x="202" y="376"/>
                </a:lnTo>
                <a:lnTo>
                  <a:pt x="202" y="375"/>
                </a:lnTo>
                <a:lnTo>
                  <a:pt x="201" y="374"/>
                </a:lnTo>
                <a:lnTo>
                  <a:pt x="200" y="374"/>
                </a:lnTo>
                <a:lnTo>
                  <a:pt x="200" y="375"/>
                </a:lnTo>
                <a:lnTo>
                  <a:pt x="199" y="375"/>
                </a:lnTo>
                <a:lnTo>
                  <a:pt x="199" y="376"/>
                </a:lnTo>
                <a:lnTo>
                  <a:pt x="197" y="376"/>
                </a:lnTo>
                <a:lnTo>
                  <a:pt x="197" y="377"/>
                </a:lnTo>
                <a:lnTo>
                  <a:pt x="196" y="378"/>
                </a:lnTo>
                <a:lnTo>
                  <a:pt x="196" y="379"/>
                </a:lnTo>
                <a:lnTo>
                  <a:pt x="195" y="379"/>
                </a:lnTo>
                <a:lnTo>
                  <a:pt x="194" y="380"/>
                </a:lnTo>
                <a:lnTo>
                  <a:pt x="195" y="381"/>
                </a:lnTo>
                <a:lnTo>
                  <a:pt x="195" y="382"/>
                </a:lnTo>
                <a:lnTo>
                  <a:pt x="196" y="383"/>
                </a:lnTo>
                <a:lnTo>
                  <a:pt x="196" y="384"/>
                </a:lnTo>
                <a:lnTo>
                  <a:pt x="197" y="384"/>
                </a:lnTo>
                <a:lnTo>
                  <a:pt x="197" y="385"/>
                </a:lnTo>
                <a:lnTo>
                  <a:pt x="196" y="385"/>
                </a:lnTo>
                <a:lnTo>
                  <a:pt x="197" y="386"/>
                </a:lnTo>
                <a:lnTo>
                  <a:pt x="197" y="387"/>
                </a:lnTo>
                <a:lnTo>
                  <a:pt x="197" y="388"/>
                </a:lnTo>
                <a:lnTo>
                  <a:pt x="198" y="388"/>
                </a:lnTo>
                <a:lnTo>
                  <a:pt x="198" y="389"/>
                </a:lnTo>
                <a:lnTo>
                  <a:pt x="198" y="390"/>
                </a:lnTo>
                <a:lnTo>
                  <a:pt x="198" y="391"/>
                </a:lnTo>
                <a:lnTo>
                  <a:pt x="199" y="391"/>
                </a:lnTo>
                <a:lnTo>
                  <a:pt x="198" y="391"/>
                </a:lnTo>
                <a:lnTo>
                  <a:pt x="197" y="391"/>
                </a:lnTo>
                <a:lnTo>
                  <a:pt x="196" y="391"/>
                </a:lnTo>
                <a:lnTo>
                  <a:pt x="196" y="392"/>
                </a:lnTo>
                <a:lnTo>
                  <a:pt x="196" y="393"/>
                </a:lnTo>
                <a:lnTo>
                  <a:pt x="196" y="395"/>
                </a:lnTo>
                <a:lnTo>
                  <a:pt x="195" y="396"/>
                </a:lnTo>
                <a:lnTo>
                  <a:pt x="195" y="397"/>
                </a:lnTo>
                <a:lnTo>
                  <a:pt x="196" y="397"/>
                </a:lnTo>
                <a:lnTo>
                  <a:pt x="196" y="398"/>
                </a:lnTo>
                <a:lnTo>
                  <a:pt x="197" y="398"/>
                </a:lnTo>
                <a:lnTo>
                  <a:pt x="197" y="399"/>
                </a:lnTo>
                <a:lnTo>
                  <a:pt x="197" y="400"/>
                </a:lnTo>
                <a:lnTo>
                  <a:pt x="197" y="401"/>
                </a:lnTo>
                <a:lnTo>
                  <a:pt x="198" y="401"/>
                </a:lnTo>
                <a:lnTo>
                  <a:pt x="199" y="401"/>
                </a:lnTo>
                <a:lnTo>
                  <a:pt x="199" y="400"/>
                </a:lnTo>
                <a:lnTo>
                  <a:pt x="200" y="401"/>
                </a:lnTo>
                <a:lnTo>
                  <a:pt x="199" y="401"/>
                </a:lnTo>
                <a:lnTo>
                  <a:pt x="199" y="402"/>
                </a:lnTo>
                <a:lnTo>
                  <a:pt x="199" y="403"/>
                </a:lnTo>
                <a:lnTo>
                  <a:pt x="199" y="404"/>
                </a:lnTo>
                <a:lnTo>
                  <a:pt x="199" y="405"/>
                </a:lnTo>
                <a:lnTo>
                  <a:pt x="200" y="405"/>
                </a:lnTo>
                <a:lnTo>
                  <a:pt x="200" y="406"/>
                </a:lnTo>
                <a:lnTo>
                  <a:pt x="200" y="407"/>
                </a:lnTo>
                <a:lnTo>
                  <a:pt x="201" y="407"/>
                </a:lnTo>
                <a:lnTo>
                  <a:pt x="200" y="408"/>
                </a:lnTo>
                <a:lnTo>
                  <a:pt x="200" y="409"/>
                </a:lnTo>
                <a:lnTo>
                  <a:pt x="200" y="410"/>
                </a:lnTo>
                <a:lnTo>
                  <a:pt x="200" y="411"/>
                </a:lnTo>
                <a:lnTo>
                  <a:pt x="200" y="412"/>
                </a:lnTo>
                <a:lnTo>
                  <a:pt x="200" y="413"/>
                </a:lnTo>
                <a:lnTo>
                  <a:pt x="201" y="413"/>
                </a:lnTo>
                <a:lnTo>
                  <a:pt x="201" y="414"/>
                </a:lnTo>
                <a:lnTo>
                  <a:pt x="200" y="414"/>
                </a:lnTo>
                <a:lnTo>
                  <a:pt x="199" y="415"/>
                </a:lnTo>
                <a:lnTo>
                  <a:pt x="199" y="416"/>
                </a:lnTo>
                <a:lnTo>
                  <a:pt x="200" y="416"/>
                </a:lnTo>
                <a:lnTo>
                  <a:pt x="199" y="416"/>
                </a:lnTo>
                <a:lnTo>
                  <a:pt x="198" y="418"/>
                </a:lnTo>
                <a:lnTo>
                  <a:pt x="197" y="418"/>
                </a:lnTo>
                <a:lnTo>
                  <a:pt x="196" y="418"/>
                </a:lnTo>
                <a:lnTo>
                  <a:pt x="196" y="419"/>
                </a:lnTo>
                <a:lnTo>
                  <a:pt x="195" y="419"/>
                </a:lnTo>
                <a:lnTo>
                  <a:pt x="194" y="420"/>
                </a:lnTo>
                <a:lnTo>
                  <a:pt x="193" y="421"/>
                </a:lnTo>
                <a:lnTo>
                  <a:pt x="192" y="422"/>
                </a:lnTo>
                <a:lnTo>
                  <a:pt x="191" y="422"/>
                </a:lnTo>
                <a:lnTo>
                  <a:pt x="190" y="422"/>
                </a:lnTo>
                <a:lnTo>
                  <a:pt x="189" y="422"/>
                </a:lnTo>
                <a:lnTo>
                  <a:pt x="188" y="422"/>
                </a:lnTo>
                <a:lnTo>
                  <a:pt x="188" y="423"/>
                </a:lnTo>
                <a:lnTo>
                  <a:pt x="189" y="423"/>
                </a:lnTo>
                <a:lnTo>
                  <a:pt x="189" y="424"/>
                </a:lnTo>
                <a:lnTo>
                  <a:pt x="189" y="425"/>
                </a:lnTo>
                <a:lnTo>
                  <a:pt x="188" y="426"/>
                </a:lnTo>
                <a:lnTo>
                  <a:pt x="187" y="425"/>
                </a:lnTo>
                <a:lnTo>
                  <a:pt x="186" y="424"/>
                </a:lnTo>
                <a:lnTo>
                  <a:pt x="185" y="424"/>
                </a:lnTo>
                <a:lnTo>
                  <a:pt x="185" y="423"/>
                </a:lnTo>
                <a:lnTo>
                  <a:pt x="184" y="423"/>
                </a:lnTo>
                <a:lnTo>
                  <a:pt x="184" y="422"/>
                </a:lnTo>
                <a:lnTo>
                  <a:pt x="183" y="421"/>
                </a:lnTo>
                <a:lnTo>
                  <a:pt x="183" y="420"/>
                </a:lnTo>
                <a:lnTo>
                  <a:pt x="182" y="420"/>
                </a:lnTo>
                <a:lnTo>
                  <a:pt x="181" y="419"/>
                </a:lnTo>
                <a:lnTo>
                  <a:pt x="181" y="418"/>
                </a:lnTo>
                <a:lnTo>
                  <a:pt x="180" y="416"/>
                </a:lnTo>
                <a:lnTo>
                  <a:pt x="179" y="416"/>
                </a:lnTo>
                <a:lnTo>
                  <a:pt x="178" y="416"/>
                </a:lnTo>
                <a:lnTo>
                  <a:pt x="178" y="415"/>
                </a:lnTo>
                <a:lnTo>
                  <a:pt x="178" y="414"/>
                </a:lnTo>
                <a:lnTo>
                  <a:pt x="177" y="414"/>
                </a:lnTo>
                <a:lnTo>
                  <a:pt x="177" y="413"/>
                </a:lnTo>
                <a:lnTo>
                  <a:pt x="178" y="412"/>
                </a:lnTo>
                <a:lnTo>
                  <a:pt x="177" y="412"/>
                </a:lnTo>
                <a:lnTo>
                  <a:pt x="177" y="411"/>
                </a:lnTo>
                <a:lnTo>
                  <a:pt x="177" y="410"/>
                </a:lnTo>
                <a:lnTo>
                  <a:pt x="177" y="409"/>
                </a:lnTo>
                <a:lnTo>
                  <a:pt x="177" y="408"/>
                </a:lnTo>
                <a:lnTo>
                  <a:pt x="176" y="408"/>
                </a:lnTo>
                <a:lnTo>
                  <a:pt x="175" y="408"/>
                </a:lnTo>
                <a:lnTo>
                  <a:pt x="173" y="408"/>
                </a:lnTo>
                <a:lnTo>
                  <a:pt x="172" y="407"/>
                </a:lnTo>
                <a:lnTo>
                  <a:pt x="172" y="406"/>
                </a:lnTo>
                <a:lnTo>
                  <a:pt x="172" y="407"/>
                </a:lnTo>
                <a:lnTo>
                  <a:pt x="171" y="406"/>
                </a:lnTo>
                <a:lnTo>
                  <a:pt x="172" y="406"/>
                </a:lnTo>
                <a:lnTo>
                  <a:pt x="172" y="405"/>
                </a:lnTo>
                <a:lnTo>
                  <a:pt x="171" y="405"/>
                </a:lnTo>
                <a:lnTo>
                  <a:pt x="171" y="406"/>
                </a:lnTo>
                <a:lnTo>
                  <a:pt x="170" y="407"/>
                </a:lnTo>
                <a:lnTo>
                  <a:pt x="169" y="407"/>
                </a:lnTo>
                <a:lnTo>
                  <a:pt x="169" y="408"/>
                </a:lnTo>
                <a:lnTo>
                  <a:pt x="168" y="408"/>
                </a:lnTo>
                <a:lnTo>
                  <a:pt x="168" y="409"/>
                </a:lnTo>
                <a:lnTo>
                  <a:pt x="167" y="409"/>
                </a:lnTo>
                <a:lnTo>
                  <a:pt x="167" y="410"/>
                </a:lnTo>
                <a:lnTo>
                  <a:pt x="167" y="411"/>
                </a:lnTo>
                <a:lnTo>
                  <a:pt x="166" y="412"/>
                </a:lnTo>
                <a:lnTo>
                  <a:pt x="165" y="412"/>
                </a:lnTo>
                <a:lnTo>
                  <a:pt x="166" y="412"/>
                </a:lnTo>
                <a:lnTo>
                  <a:pt x="166" y="413"/>
                </a:lnTo>
                <a:lnTo>
                  <a:pt x="165" y="413"/>
                </a:lnTo>
                <a:lnTo>
                  <a:pt x="165" y="412"/>
                </a:lnTo>
                <a:lnTo>
                  <a:pt x="165" y="411"/>
                </a:lnTo>
                <a:lnTo>
                  <a:pt x="165" y="410"/>
                </a:lnTo>
                <a:lnTo>
                  <a:pt x="164" y="410"/>
                </a:lnTo>
                <a:lnTo>
                  <a:pt x="164" y="409"/>
                </a:lnTo>
                <a:lnTo>
                  <a:pt x="165" y="409"/>
                </a:lnTo>
                <a:lnTo>
                  <a:pt x="164" y="409"/>
                </a:lnTo>
                <a:lnTo>
                  <a:pt x="163" y="409"/>
                </a:lnTo>
                <a:lnTo>
                  <a:pt x="163" y="408"/>
                </a:lnTo>
                <a:lnTo>
                  <a:pt x="163" y="407"/>
                </a:lnTo>
                <a:lnTo>
                  <a:pt x="163" y="406"/>
                </a:lnTo>
                <a:lnTo>
                  <a:pt x="163" y="405"/>
                </a:lnTo>
                <a:lnTo>
                  <a:pt x="162" y="405"/>
                </a:lnTo>
                <a:lnTo>
                  <a:pt x="162" y="404"/>
                </a:lnTo>
                <a:lnTo>
                  <a:pt x="161" y="403"/>
                </a:lnTo>
                <a:lnTo>
                  <a:pt x="162" y="403"/>
                </a:lnTo>
                <a:lnTo>
                  <a:pt x="162" y="402"/>
                </a:lnTo>
                <a:lnTo>
                  <a:pt x="162" y="401"/>
                </a:lnTo>
                <a:lnTo>
                  <a:pt x="161" y="401"/>
                </a:lnTo>
                <a:lnTo>
                  <a:pt x="161" y="400"/>
                </a:lnTo>
                <a:lnTo>
                  <a:pt x="162" y="400"/>
                </a:lnTo>
                <a:lnTo>
                  <a:pt x="163" y="400"/>
                </a:lnTo>
                <a:lnTo>
                  <a:pt x="163" y="399"/>
                </a:lnTo>
                <a:lnTo>
                  <a:pt x="164" y="399"/>
                </a:lnTo>
                <a:lnTo>
                  <a:pt x="164" y="398"/>
                </a:lnTo>
                <a:lnTo>
                  <a:pt x="163" y="398"/>
                </a:lnTo>
                <a:lnTo>
                  <a:pt x="162" y="398"/>
                </a:lnTo>
                <a:lnTo>
                  <a:pt x="163" y="399"/>
                </a:lnTo>
                <a:lnTo>
                  <a:pt x="162" y="399"/>
                </a:lnTo>
                <a:lnTo>
                  <a:pt x="162" y="400"/>
                </a:lnTo>
                <a:lnTo>
                  <a:pt x="161" y="400"/>
                </a:lnTo>
                <a:lnTo>
                  <a:pt x="161" y="399"/>
                </a:lnTo>
                <a:lnTo>
                  <a:pt x="162" y="399"/>
                </a:lnTo>
                <a:lnTo>
                  <a:pt x="161" y="398"/>
                </a:lnTo>
                <a:lnTo>
                  <a:pt x="161" y="399"/>
                </a:lnTo>
                <a:lnTo>
                  <a:pt x="160" y="399"/>
                </a:lnTo>
                <a:lnTo>
                  <a:pt x="159" y="399"/>
                </a:lnTo>
                <a:lnTo>
                  <a:pt x="158" y="399"/>
                </a:lnTo>
                <a:lnTo>
                  <a:pt x="157" y="399"/>
                </a:lnTo>
                <a:lnTo>
                  <a:pt x="156" y="399"/>
                </a:lnTo>
                <a:lnTo>
                  <a:pt x="156" y="398"/>
                </a:lnTo>
                <a:lnTo>
                  <a:pt x="157" y="398"/>
                </a:lnTo>
                <a:lnTo>
                  <a:pt x="157" y="396"/>
                </a:lnTo>
                <a:lnTo>
                  <a:pt x="156" y="396"/>
                </a:lnTo>
                <a:lnTo>
                  <a:pt x="155" y="396"/>
                </a:lnTo>
                <a:lnTo>
                  <a:pt x="154" y="396"/>
                </a:lnTo>
                <a:lnTo>
                  <a:pt x="153" y="396"/>
                </a:lnTo>
                <a:lnTo>
                  <a:pt x="153" y="395"/>
                </a:lnTo>
                <a:lnTo>
                  <a:pt x="152" y="395"/>
                </a:lnTo>
                <a:lnTo>
                  <a:pt x="149" y="395"/>
                </a:lnTo>
                <a:lnTo>
                  <a:pt x="148" y="395"/>
                </a:lnTo>
                <a:lnTo>
                  <a:pt x="147" y="394"/>
                </a:lnTo>
                <a:lnTo>
                  <a:pt x="145" y="394"/>
                </a:lnTo>
                <a:lnTo>
                  <a:pt x="145" y="395"/>
                </a:lnTo>
                <a:lnTo>
                  <a:pt x="144" y="395"/>
                </a:lnTo>
                <a:lnTo>
                  <a:pt x="144" y="394"/>
                </a:lnTo>
                <a:lnTo>
                  <a:pt x="143" y="395"/>
                </a:lnTo>
                <a:lnTo>
                  <a:pt x="143" y="396"/>
                </a:lnTo>
                <a:lnTo>
                  <a:pt x="143" y="397"/>
                </a:lnTo>
                <a:lnTo>
                  <a:pt x="142" y="398"/>
                </a:lnTo>
                <a:lnTo>
                  <a:pt x="142" y="399"/>
                </a:lnTo>
                <a:lnTo>
                  <a:pt x="142" y="400"/>
                </a:lnTo>
                <a:lnTo>
                  <a:pt x="141" y="400"/>
                </a:lnTo>
                <a:lnTo>
                  <a:pt x="141" y="399"/>
                </a:lnTo>
                <a:lnTo>
                  <a:pt x="141" y="398"/>
                </a:lnTo>
                <a:lnTo>
                  <a:pt x="140" y="397"/>
                </a:lnTo>
                <a:lnTo>
                  <a:pt x="141" y="396"/>
                </a:lnTo>
                <a:lnTo>
                  <a:pt x="141" y="395"/>
                </a:lnTo>
                <a:lnTo>
                  <a:pt x="140" y="395"/>
                </a:lnTo>
                <a:lnTo>
                  <a:pt x="139" y="394"/>
                </a:lnTo>
                <a:lnTo>
                  <a:pt x="139" y="393"/>
                </a:lnTo>
                <a:lnTo>
                  <a:pt x="140" y="393"/>
                </a:lnTo>
                <a:lnTo>
                  <a:pt x="139" y="392"/>
                </a:lnTo>
                <a:lnTo>
                  <a:pt x="139" y="391"/>
                </a:lnTo>
                <a:lnTo>
                  <a:pt x="138" y="392"/>
                </a:lnTo>
                <a:lnTo>
                  <a:pt x="137" y="392"/>
                </a:lnTo>
                <a:lnTo>
                  <a:pt x="137" y="391"/>
                </a:lnTo>
                <a:lnTo>
                  <a:pt x="136" y="391"/>
                </a:lnTo>
                <a:lnTo>
                  <a:pt x="136" y="390"/>
                </a:lnTo>
                <a:lnTo>
                  <a:pt x="135" y="390"/>
                </a:lnTo>
                <a:lnTo>
                  <a:pt x="136" y="390"/>
                </a:lnTo>
                <a:lnTo>
                  <a:pt x="136" y="389"/>
                </a:lnTo>
                <a:lnTo>
                  <a:pt x="135" y="388"/>
                </a:lnTo>
                <a:lnTo>
                  <a:pt x="134" y="388"/>
                </a:lnTo>
                <a:lnTo>
                  <a:pt x="133" y="388"/>
                </a:lnTo>
                <a:lnTo>
                  <a:pt x="132" y="387"/>
                </a:lnTo>
                <a:lnTo>
                  <a:pt x="133" y="387"/>
                </a:lnTo>
                <a:lnTo>
                  <a:pt x="134" y="387"/>
                </a:lnTo>
                <a:lnTo>
                  <a:pt x="134" y="385"/>
                </a:lnTo>
                <a:lnTo>
                  <a:pt x="133" y="385"/>
                </a:lnTo>
                <a:lnTo>
                  <a:pt x="133" y="386"/>
                </a:lnTo>
                <a:lnTo>
                  <a:pt x="132" y="386"/>
                </a:lnTo>
                <a:lnTo>
                  <a:pt x="132" y="385"/>
                </a:lnTo>
                <a:lnTo>
                  <a:pt x="131" y="385"/>
                </a:lnTo>
                <a:lnTo>
                  <a:pt x="131" y="384"/>
                </a:lnTo>
                <a:lnTo>
                  <a:pt x="130" y="384"/>
                </a:lnTo>
                <a:lnTo>
                  <a:pt x="129" y="384"/>
                </a:lnTo>
                <a:lnTo>
                  <a:pt x="129" y="383"/>
                </a:lnTo>
                <a:lnTo>
                  <a:pt x="130" y="383"/>
                </a:lnTo>
                <a:lnTo>
                  <a:pt x="130" y="382"/>
                </a:lnTo>
                <a:lnTo>
                  <a:pt x="130" y="381"/>
                </a:lnTo>
                <a:lnTo>
                  <a:pt x="130" y="380"/>
                </a:lnTo>
                <a:lnTo>
                  <a:pt x="130" y="381"/>
                </a:lnTo>
                <a:lnTo>
                  <a:pt x="129" y="381"/>
                </a:lnTo>
                <a:lnTo>
                  <a:pt x="129" y="380"/>
                </a:lnTo>
                <a:lnTo>
                  <a:pt x="128" y="380"/>
                </a:lnTo>
                <a:lnTo>
                  <a:pt x="127" y="378"/>
                </a:lnTo>
                <a:lnTo>
                  <a:pt x="128" y="378"/>
                </a:lnTo>
                <a:lnTo>
                  <a:pt x="129" y="378"/>
                </a:lnTo>
                <a:lnTo>
                  <a:pt x="129" y="377"/>
                </a:lnTo>
                <a:lnTo>
                  <a:pt x="130" y="376"/>
                </a:lnTo>
                <a:lnTo>
                  <a:pt x="131" y="376"/>
                </a:lnTo>
                <a:lnTo>
                  <a:pt x="131" y="377"/>
                </a:lnTo>
                <a:lnTo>
                  <a:pt x="131" y="378"/>
                </a:lnTo>
                <a:lnTo>
                  <a:pt x="132" y="378"/>
                </a:lnTo>
                <a:lnTo>
                  <a:pt x="133" y="377"/>
                </a:lnTo>
                <a:lnTo>
                  <a:pt x="133" y="376"/>
                </a:lnTo>
                <a:lnTo>
                  <a:pt x="134" y="376"/>
                </a:lnTo>
                <a:lnTo>
                  <a:pt x="134" y="375"/>
                </a:lnTo>
                <a:lnTo>
                  <a:pt x="133" y="375"/>
                </a:lnTo>
                <a:lnTo>
                  <a:pt x="132" y="375"/>
                </a:lnTo>
                <a:lnTo>
                  <a:pt x="132" y="376"/>
                </a:lnTo>
                <a:lnTo>
                  <a:pt x="131" y="376"/>
                </a:lnTo>
                <a:lnTo>
                  <a:pt x="131" y="375"/>
                </a:lnTo>
                <a:lnTo>
                  <a:pt x="130" y="374"/>
                </a:lnTo>
                <a:lnTo>
                  <a:pt x="129" y="374"/>
                </a:lnTo>
                <a:lnTo>
                  <a:pt x="129" y="375"/>
                </a:lnTo>
                <a:lnTo>
                  <a:pt x="128" y="375"/>
                </a:lnTo>
                <a:lnTo>
                  <a:pt x="127" y="374"/>
                </a:lnTo>
                <a:lnTo>
                  <a:pt x="128" y="374"/>
                </a:lnTo>
                <a:lnTo>
                  <a:pt x="128" y="373"/>
                </a:lnTo>
                <a:lnTo>
                  <a:pt x="127" y="373"/>
                </a:lnTo>
                <a:lnTo>
                  <a:pt x="127" y="374"/>
                </a:lnTo>
                <a:lnTo>
                  <a:pt x="126" y="374"/>
                </a:lnTo>
                <a:lnTo>
                  <a:pt x="126" y="373"/>
                </a:lnTo>
                <a:lnTo>
                  <a:pt x="124" y="374"/>
                </a:lnTo>
                <a:lnTo>
                  <a:pt x="123" y="374"/>
                </a:lnTo>
                <a:lnTo>
                  <a:pt x="123" y="375"/>
                </a:lnTo>
                <a:lnTo>
                  <a:pt x="122" y="375"/>
                </a:lnTo>
                <a:lnTo>
                  <a:pt x="121" y="375"/>
                </a:lnTo>
                <a:lnTo>
                  <a:pt x="120" y="376"/>
                </a:lnTo>
                <a:lnTo>
                  <a:pt x="119" y="376"/>
                </a:lnTo>
                <a:lnTo>
                  <a:pt x="118" y="377"/>
                </a:lnTo>
                <a:lnTo>
                  <a:pt x="117" y="377"/>
                </a:lnTo>
                <a:lnTo>
                  <a:pt x="117" y="378"/>
                </a:lnTo>
                <a:lnTo>
                  <a:pt x="117" y="379"/>
                </a:lnTo>
                <a:lnTo>
                  <a:pt x="116" y="380"/>
                </a:lnTo>
                <a:lnTo>
                  <a:pt x="116" y="379"/>
                </a:lnTo>
                <a:lnTo>
                  <a:pt x="116" y="378"/>
                </a:lnTo>
                <a:lnTo>
                  <a:pt x="116" y="377"/>
                </a:lnTo>
                <a:lnTo>
                  <a:pt x="117" y="377"/>
                </a:lnTo>
                <a:lnTo>
                  <a:pt x="116" y="376"/>
                </a:lnTo>
                <a:lnTo>
                  <a:pt x="115" y="376"/>
                </a:lnTo>
                <a:lnTo>
                  <a:pt x="115" y="375"/>
                </a:lnTo>
                <a:lnTo>
                  <a:pt x="114" y="375"/>
                </a:lnTo>
                <a:lnTo>
                  <a:pt x="114" y="376"/>
                </a:lnTo>
                <a:lnTo>
                  <a:pt x="113" y="376"/>
                </a:lnTo>
                <a:lnTo>
                  <a:pt x="112" y="376"/>
                </a:lnTo>
                <a:lnTo>
                  <a:pt x="111" y="376"/>
                </a:lnTo>
                <a:lnTo>
                  <a:pt x="110" y="376"/>
                </a:lnTo>
                <a:lnTo>
                  <a:pt x="109" y="376"/>
                </a:lnTo>
                <a:lnTo>
                  <a:pt x="108" y="375"/>
                </a:lnTo>
                <a:lnTo>
                  <a:pt x="108" y="374"/>
                </a:lnTo>
                <a:lnTo>
                  <a:pt x="108" y="373"/>
                </a:lnTo>
                <a:lnTo>
                  <a:pt x="106" y="373"/>
                </a:lnTo>
                <a:lnTo>
                  <a:pt x="106" y="372"/>
                </a:lnTo>
                <a:lnTo>
                  <a:pt x="106" y="371"/>
                </a:lnTo>
                <a:lnTo>
                  <a:pt x="106" y="370"/>
                </a:lnTo>
                <a:lnTo>
                  <a:pt x="105" y="370"/>
                </a:lnTo>
                <a:lnTo>
                  <a:pt x="104" y="369"/>
                </a:lnTo>
                <a:lnTo>
                  <a:pt x="104" y="368"/>
                </a:lnTo>
                <a:lnTo>
                  <a:pt x="104" y="367"/>
                </a:lnTo>
                <a:lnTo>
                  <a:pt x="104" y="366"/>
                </a:lnTo>
                <a:lnTo>
                  <a:pt x="103" y="367"/>
                </a:lnTo>
                <a:lnTo>
                  <a:pt x="103" y="366"/>
                </a:lnTo>
                <a:lnTo>
                  <a:pt x="102" y="366"/>
                </a:lnTo>
                <a:lnTo>
                  <a:pt x="101" y="367"/>
                </a:lnTo>
                <a:lnTo>
                  <a:pt x="101" y="368"/>
                </a:lnTo>
                <a:lnTo>
                  <a:pt x="100" y="368"/>
                </a:lnTo>
                <a:lnTo>
                  <a:pt x="100" y="369"/>
                </a:lnTo>
                <a:lnTo>
                  <a:pt x="99" y="369"/>
                </a:lnTo>
                <a:lnTo>
                  <a:pt x="99" y="368"/>
                </a:lnTo>
                <a:lnTo>
                  <a:pt x="99" y="367"/>
                </a:lnTo>
                <a:lnTo>
                  <a:pt x="100" y="367"/>
                </a:lnTo>
                <a:lnTo>
                  <a:pt x="99" y="365"/>
                </a:lnTo>
                <a:lnTo>
                  <a:pt x="99" y="364"/>
                </a:lnTo>
                <a:lnTo>
                  <a:pt x="99" y="363"/>
                </a:lnTo>
                <a:lnTo>
                  <a:pt x="100" y="363"/>
                </a:lnTo>
                <a:lnTo>
                  <a:pt x="101" y="363"/>
                </a:lnTo>
                <a:lnTo>
                  <a:pt x="101" y="362"/>
                </a:lnTo>
                <a:lnTo>
                  <a:pt x="101" y="361"/>
                </a:lnTo>
                <a:lnTo>
                  <a:pt x="100" y="361"/>
                </a:lnTo>
                <a:lnTo>
                  <a:pt x="99" y="361"/>
                </a:lnTo>
                <a:lnTo>
                  <a:pt x="98" y="361"/>
                </a:lnTo>
                <a:lnTo>
                  <a:pt x="98" y="360"/>
                </a:lnTo>
                <a:lnTo>
                  <a:pt x="97" y="360"/>
                </a:lnTo>
                <a:lnTo>
                  <a:pt x="96" y="360"/>
                </a:lnTo>
                <a:lnTo>
                  <a:pt x="96" y="359"/>
                </a:lnTo>
                <a:lnTo>
                  <a:pt x="95" y="359"/>
                </a:lnTo>
                <a:lnTo>
                  <a:pt x="95" y="358"/>
                </a:lnTo>
                <a:lnTo>
                  <a:pt x="94" y="357"/>
                </a:lnTo>
                <a:lnTo>
                  <a:pt x="95" y="357"/>
                </a:lnTo>
                <a:lnTo>
                  <a:pt x="96" y="357"/>
                </a:lnTo>
                <a:lnTo>
                  <a:pt x="96" y="356"/>
                </a:lnTo>
                <a:lnTo>
                  <a:pt x="95" y="355"/>
                </a:lnTo>
                <a:lnTo>
                  <a:pt x="95" y="354"/>
                </a:lnTo>
                <a:lnTo>
                  <a:pt x="95" y="353"/>
                </a:lnTo>
                <a:lnTo>
                  <a:pt x="95" y="352"/>
                </a:lnTo>
                <a:lnTo>
                  <a:pt x="95" y="351"/>
                </a:lnTo>
                <a:lnTo>
                  <a:pt x="95" y="350"/>
                </a:lnTo>
                <a:lnTo>
                  <a:pt x="95" y="348"/>
                </a:lnTo>
                <a:lnTo>
                  <a:pt x="96" y="347"/>
                </a:lnTo>
                <a:lnTo>
                  <a:pt x="96" y="346"/>
                </a:lnTo>
                <a:lnTo>
                  <a:pt x="96" y="345"/>
                </a:lnTo>
                <a:lnTo>
                  <a:pt x="96" y="344"/>
                </a:lnTo>
                <a:lnTo>
                  <a:pt x="97" y="344"/>
                </a:lnTo>
                <a:lnTo>
                  <a:pt x="98" y="344"/>
                </a:lnTo>
                <a:lnTo>
                  <a:pt x="98" y="343"/>
                </a:lnTo>
                <a:lnTo>
                  <a:pt x="99" y="341"/>
                </a:lnTo>
                <a:lnTo>
                  <a:pt x="100" y="341"/>
                </a:lnTo>
                <a:lnTo>
                  <a:pt x="101" y="341"/>
                </a:lnTo>
                <a:lnTo>
                  <a:pt x="100" y="341"/>
                </a:lnTo>
                <a:lnTo>
                  <a:pt x="100" y="340"/>
                </a:lnTo>
                <a:lnTo>
                  <a:pt x="101" y="340"/>
                </a:lnTo>
                <a:lnTo>
                  <a:pt x="102" y="340"/>
                </a:lnTo>
                <a:lnTo>
                  <a:pt x="104" y="338"/>
                </a:lnTo>
                <a:lnTo>
                  <a:pt x="104" y="337"/>
                </a:lnTo>
                <a:lnTo>
                  <a:pt x="106" y="337"/>
                </a:lnTo>
                <a:lnTo>
                  <a:pt x="107" y="337"/>
                </a:lnTo>
                <a:lnTo>
                  <a:pt x="108" y="338"/>
                </a:lnTo>
                <a:lnTo>
                  <a:pt x="109" y="338"/>
                </a:lnTo>
                <a:lnTo>
                  <a:pt x="110" y="337"/>
                </a:lnTo>
                <a:lnTo>
                  <a:pt x="110" y="335"/>
                </a:lnTo>
                <a:lnTo>
                  <a:pt x="111" y="334"/>
                </a:lnTo>
                <a:lnTo>
                  <a:pt x="111" y="333"/>
                </a:lnTo>
                <a:lnTo>
                  <a:pt x="112" y="333"/>
                </a:lnTo>
                <a:lnTo>
                  <a:pt x="112" y="332"/>
                </a:lnTo>
                <a:lnTo>
                  <a:pt x="111" y="332"/>
                </a:lnTo>
                <a:lnTo>
                  <a:pt x="110" y="331"/>
                </a:lnTo>
                <a:lnTo>
                  <a:pt x="109" y="329"/>
                </a:lnTo>
                <a:lnTo>
                  <a:pt x="109" y="328"/>
                </a:lnTo>
                <a:lnTo>
                  <a:pt x="109" y="326"/>
                </a:lnTo>
                <a:lnTo>
                  <a:pt x="108" y="326"/>
                </a:lnTo>
                <a:lnTo>
                  <a:pt x="108" y="325"/>
                </a:lnTo>
                <a:lnTo>
                  <a:pt x="107" y="325"/>
                </a:lnTo>
                <a:lnTo>
                  <a:pt x="106" y="324"/>
                </a:lnTo>
                <a:lnTo>
                  <a:pt x="106" y="323"/>
                </a:lnTo>
                <a:lnTo>
                  <a:pt x="107" y="322"/>
                </a:lnTo>
                <a:lnTo>
                  <a:pt x="107" y="321"/>
                </a:lnTo>
                <a:lnTo>
                  <a:pt x="107" y="320"/>
                </a:lnTo>
                <a:lnTo>
                  <a:pt x="107" y="319"/>
                </a:lnTo>
                <a:lnTo>
                  <a:pt x="108" y="319"/>
                </a:lnTo>
                <a:lnTo>
                  <a:pt x="108" y="318"/>
                </a:lnTo>
                <a:lnTo>
                  <a:pt x="108" y="317"/>
                </a:lnTo>
                <a:lnTo>
                  <a:pt x="107" y="317"/>
                </a:lnTo>
                <a:lnTo>
                  <a:pt x="107" y="316"/>
                </a:lnTo>
                <a:lnTo>
                  <a:pt x="106" y="315"/>
                </a:lnTo>
                <a:lnTo>
                  <a:pt x="105" y="314"/>
                </a:lnTo>
                <a:lnTo>
                  <a:pt x="105" y="315"/>
                </a:lnTo>
                <a:lnTo>
                  <a:pt x="104" y="314"/>
                </a:lnTo>
                <a:lnTo>
                  <a:pt x="104" y="313"/>
                </a:lnTo>
                <a:lnTo>
                  <a:pt x="103" y="313"/>
                </a:lnTo>
                <a:lnTo>
                  <a:pt x="103" y="312"/>
                </a:lnTo>
                <a:lnTo>
                  <a:pt x="102" y="312"/>
                </a:lnTo>
                <a:lnTo>
                  <a:pt x="102" y="311"/>
                </a:lnTo>
                <a:lnTo>
                  <a:pt x="102" y="310"/>
                </a:lnTo>
                <a:lnTo>
                  <a:pt x="101" y="310"/>
                </a:lnTo>
                <a:lnTo>
                  <a:pt x="102" y="310"/>
                </a:lnTo>
                <a:lnTo>
                  <a:pt x="103" y="310"/>
                </a:lnTo>
                <a:lnTo>
                  <a:pt x="103" y="309"/>
                </a:lnTo>
                <a:lnTo>
                  <a:pt x="102" y="308"/>
                </a:lnTo>
                <a:lnTo>
                  <a:pt x="101" y="308"/>
                </a:lnTo>
                <a:lnTo>
                  <a:pt x="101" y="306"/>
                </a:lnTo>
                <a:lnTo>
                  <a:pt x="101" y="305"/>
                </a:lnTo>
                <a:lnTo>
                  <a:pt x="101" y="304"/>
                </a:lnTo>
                <a:lnTo>
                  <a:pt x="100" y="303"/>
                </a:lnTo>
                <a:lnTo>
                  <a:pt x="99" y="303"/>
                </a:lnTo>
                <a:lnTo>
                  <a:pt x="98" y="304"/>
                </a:lnTo>
                <a:lnTo>
                  <a:pt x="98" y="303"/>
                </a:lnTo>
                <a:lnTo>
                  <a:pt x="98" y="302"/>
                </a:lnTo>
                <a:lnTo>
                  <a:pt x="99" y="301"/>
                </a:lnTo>
                <a:lnTo>
                  <a:pt x="98" y="298"/>
                </a:lnTo>
                <a:lnTo>
                  <a:pt x="98" y="296"/>
                </a:lnTo>
                <a:lnTo>
                  <a:pt x="96" y="295"/>
                </a:lnTo>
                <a:lnTo>
                  <a:pt x="95" y="294"/>
                </a:lnTo>
                <a:lnTo>
                  <a:pt x="94" y="293"/>
                </a:lnTo>
                <a:lnTo>
                  <a:pt x="93" y="293"/>
                </a:lnTo>
                <a:lnTo>
                  <a:pt x="91" y="294"/>
                </a:lnTo>
                <a:lnTo>
                  <a:pt x="90" y="294"/>
                </a:lnTo>
                <a:lnTo>
                  <a:pt x="88" y="293"/>
                </a:lnTo>
                <a:lnTo>
                  <a:pt x="87" y="292"/>
                </a:lnTo>
                <a:lnTo>
                  <a:pt x="87" y="291"/>
                </a:lnTo>
                <a:lnTo>
                  <a:pt x="88" y="291"/>
                </a:lnTo>
                <a:lnTo>
                  <a:pt x="89" y="290"/>
                </a:lnTo>
                <a:lnTo>
                  <a:pt x="89" y="289"/>
                </a:lnTo>
                <a:lnTo>
                  <a:pt x="89" y="288"/>
                </a:lnTo>
                <a:lnTo>
                  <a:pt x="88" y="288"/>
                </a:lnTo>
                <a:lnTo>
                  <a:pt x="88" y="287"/>
                </a:lnTo>
                <a:lnTo>
                  <a:pt x="89" y="287"/>
                </a:lnTo>
                <a:lnTo>
                  <a:pt x="88" y="286"/>
                </a:lnTo>
                <a:lnTo>
                  <a:pt x="87" y="286"/>
                </a:lnTo>
                <a:lnTo>
                  <a:pt x="86" y="285"/>
                </a:lnTo>
                <a:lnTo>
                  <a:pt x="86" y="284"/>
                </a:lnTo>
                <a:lnTo>
                  <a:pt x="85" y="283"/>
                </a:lnTo>
                <a:lnTo>
                  <a:pt x="84" y="283"/>
                </a:lnTo>
                <a:lnTo>
                  <a:pt x="84" y="281"/>
                </a:lnTo>
                <a:lnTo>
                  <a:pt x="85" y="281"/>
                </a:lnTo>
                <a:lnTo>
                  <a:pt x="85" y="280"/>
                </a:lnTo>
                <a:lnTo>
                  <a:pt x="84" y="279"/>
                </a:lnTo>
                <a:lnTo>
                  <a:pt x="83" y="278"/>
                </a:lnTo>
                <a:lnTo>
                  <a:pt x="82" y="277"/>
                </a:lnTo>
                <a:lnTo>
                  <a:pt x="82" y="276"/>
                </a:lnTo>
                <a:lnTo>
                  <a:pt x="83" y="276"/>
                </a:lnTo>
                <a:lnTo>
                  <a:pt x="83" y="275"/>
                </a:lnTo>
                <a:lnTo>
                  <a:pt x="84" y="273"/>
                </a:lnTo>
                <a:lnTo>
                  <a:pt x="85" y="273"/>
                </a:lnTo>
                <a:lnTo>
                  <a:pt x="86" y="273"/>
                </a:lnTo>
                <a:lnTo>
                  <a:pt x="86" y="272"/>
                </a:lnTo>
                <a:lnTo>
                  <a:pt x="88" y="272"/>
                </a:lnTo>
                <a:lnTo>
                  <a:pt x="89" y="272"/>
                </a:lnTo>
                <a:lnTo>
                  <a:pt x="89" y="271"/>
                </a:lnTo>
                <a:lnTo>
                  <a:pt x="90" y="271"/>
                </a:lnTo>
                <a:lnTo>
                  <a:pt x="91" y="271"/>
                </a:lnTo>
                <a:lnTo>
                  <a:pt x="93" y="272"/>
                </a:lnTo>
                <a:lnTo>
                  <a:pt x="94" y="272"/>
                </a:lnTo>
                <a:lnTo>
                  <a:pt x="95" y="271"/>
                </a:lnTo>
                <a:lnTo>
                  <a:pt x="95" y="270"/>
                </a:lnTo>
                <a:lnTo>
                  <a:pt x="96" y="270"/>
                </a:lnTo>
                <a:lnTo>
                  <a:pt x="96" y="268"/>
                </a:lnTo>
                <a:lnTo>
                  <a:pt x="95" y="268"/>
                </a:lnTo>
                <a:lnTo>
                  <a:pt x="96" y="267"/>
                </a:lnTo>
                <a:lnTo>
                  <a:pt x="95" y="266"/>
                </a:lnTo>
                <a:lnTo>
                  <a:pt x="95" y="265"/>
                </a:lnTo>
                <a:lnTo>
                  <a:pt x="94" y="265"/>
                </a:lnTo>
                <a:lnTo>
                  <a:pt x="93" y="264"/>
                </a:lnTo>
                <a:lnTo>
                  <a:pt x="91" y="263"/>
                </a:lnTo>
                <a:lnTo>
                  <a:pt x="91" y="262"/>
                </a:lnTo>
                <a:lnTo>
                  <a:pt x="91" y="261"/>
                </a:lnTo>
                <a:lnTo>
                  <a:pt x="89" y="260"/>
                </a:lnTo>
                <a:lnTo>
                  <a:pt x="90" y="260"/>
                </a:lnTo>
                <a:lnTo>
                  <a:pt x="89" y="259"/>
                </a:lnTo>
                <a:lnTo>
                  <a:pt x="88" y="258"/>
                </a:lnTo>
                <a:lnTo>
                  <a:pt x="87" y="257"/>
                </a:lnTo>
                <a:lnTo>
                  <a:pt x="87" y="256"/>
                </a:lnTo>
                <a:lnTo>
                  <a:pt x="86" y="256"/>
                </a:lnTo>
                <a:lnTo>
                  <a:pt x="85" y="257"/>
                </a:lnTo>
                <a:lnTo>
                  <a:pt x="84" y="256"/>
                </a:lnTo>
                <a:lnTo>
                  <a:pt x="83" y="256"/>
                </a:lnTo>
                <a:lnTo>
                  <a:pt x="82" y="256"/>
                </a:lnTo>
                <a:lnTo>
                  <a:pt x="81" y="256"/>
                </a:lnTo>
                <a:lnTo>
                  <a:pt x="82" y="257"/>
                </a:lnTo>
                <a:lnTo>
                  <a:pt x="81" y="257"/>
                </a:lnTo>
                <a:lnTo>
                  <a:pt x="80" y="256"/>
                </a:lnTo>
                <a:lnTo>
                  <a:pt x="81" y="256"/>
                </a:lnTo>
                <a:lnTo>
                  <a:pt x="81" y="255"/>
                </a:lnTo>
                <a:lnTo>
                  <a:pt x="81" y="254"/>
                </a:lnTo>
                <a:lnTo>
                  <a:pt x="80" y="253"/>
                </a:lnTo>
                <a:lnTo>
                  <a:pt x="81" y="253"/>
                </a:lnTo>
                <a:lnTo>
                  <a:pt x="81" y="252"/>
                </a:lnTo>
                <a:lnTo>
                  <a:pt x="81" y="251"/>
                </a:lnTo>
                <a:lnTo>
                  <a:pt x="80" y="251"/>
                </a:lnTo>
                <a:lnTo>
                  <a:pt x="80" y="250"/>
                </a:lnTo>
                <a:lnTo>
                  <a:pt x="80" y="249"/>
                </a:lnTo>
                <a:lnTo>
                  <a:pt x="79" y="249"/>
                </a:lnTo>
                <a:lnTo>
                  <a:pt x="79" y="248"/>
                </a:lnTo>
                <a:lnTo>
                  <a:pt x="79" y="247"/>
                </a:lnTo>
                <a:lnTo>
                  <a:pt x="79" y="246"/>
                </a:lnTo>
                <a:lnTo>
                  <a:pt x="78" y="246"/>
                </a:lnTo>
                <a:lnTo>
                  <a:pt x="77" y="246"/>
                </a:lnTo>
                <a:lnTo>
                  <a:pt x="76" y="246"/>
                </a:lnTo>
                <a:lnTo>
                  <a:pt x="74" y="245"/>
                </a:lnTo>
                <a:lnTo>
                  <a:pt x="71" y="244"/>
                </a:lnTo>
                <a:lnTo>
                  <a:pt x="70" y="244"/>
                </a:lnTo>
                <a:lnTo>
                  <a:pt x="70" y="243"/>
                </a:lnTo>
                <a:lnTo>
                  <a:pt x="69" y="243"/>
                </a:lnTo>
                <a:lnTo>
                  <a:pt x="68" y="244"/>
                </a:lnTo>
                <a:lnTo>
                  <a:pt x="68" y="245"/>
                </a:lnTo>
                <a:lnTo>
                  <a:pt x="67" y="245"/>
                </a:lnTo>
                <a:lnTo>
                  <a:pt x="67" y="244"/>
                </a:lnTo>
                <a:lnTo>
                  <a:pt x="66" y="244"/>
                </a:lnTo>
                <a:lnTo>
                  <a:pt x="65" y="244"/>
                </a:lnTo>
                <a:lnTo>
                  <a:pt x="66" y="242"/>
                </a:lnTo>
                <a:lnTo>
                  <a:pt x="65" y="242"/>
                </a:lnTo>
                <a:lnTo>
                  <a:pt x="64" y="242"/>
                </a:lnTo>
                <a:lnTo>
                  <a:pt x="63" y="242"/>
                </a:lnTo>
                <a:lnTo>
                  <a:pt x="62" y="242"/>
                </a:lnTo>
                <a:lnTo>
                  <a:pt x="61" y="242"/>
                </a:lnTo>
                <a:lnTo>
                  <a:pt x="60" y="241"/>
                </a:lnTo>
                <a:lnTo>
                  <a:pt x="60" y="238"/>
                </a:lnTo>
                <a:lnTo>
                  <a:pt x="60" y="237"/>
                </a:lnTo>
                <a:lnTo>
                  <a:pt x="58" y="237"/>
                </a:lnTo>
                <a:lnTo>
                  <a:pt x="57" y="236"/>
                </a:lnTo>
                <a:lnTo>
                  <a:pt x="57" y="235"/>
                </a:lnTo>
                <a:lnTo>
                  <a:pt x="57" y="234"/>
                </a:lnTo>
                <a:lnTo>
                  <a:pt x="56" y="233"/>
                </a:lnTo>
                <a:lnTo>
                  <a:pt x="56" y="232"/>
                </a:lnTo>
                <a:lnTo>
                  <a:pt x="56" y="233"/>
                </a:lnTo>
                <a:lnTo>
                  <a:pt x="55" y="232"/>
                </a:lnTo>
                <a:lnTo>
                  <a:pt x="55" y="231"/>
                </a:lnTo>
                <a:lnTo>
                  <a:pt x="54" y="230"/>
                </a:lnTo>
                <a:lnTo>
                  <a:pt x="54" y="229"/>
                </a:lnTo>
                <a:lnTo>
                  <a:pt x="53" y="228"/>
                </a:lnTo>
                <a:lnTo>
                  <a:pt x="52" y="228"/>
                </a:lnTo>
                <a:lnTo>
                  <a:pt x="52" y="227"/>
                </a:lnTo>
                <a:lnTo>
                  <a:pt x="51" y="226"/>
                </a:lnTo>
                <a:lnTo>
                  <a:pt x="52" y="225"/>
                </a:lnTo>
                <a:lnTo>
                  <a:pt x="51" y="224"/>
                </a:lnTo>
                <a:lnTo>
                  <a:pt x="51" y="223"/>
                </a:lnTo>
                <a:lnTo>
                  <a:pt x="50" y="223"/>
                </a:lnTo>
                <a:lnTo>
                  <a:pt x="49" y="223"/>
                </a:lnTo>
                <a:lnTo>
                  <a:pt x="49" y="222"/>
                </a:lnTo>
                <a:lnTo>
                  <a:pt x="48" y="222"/>
                </a:lnTo>
                <a:lnTo>
                  <a:pt x="47" y="222"/>
                </a:lnTo>
                <a:lnTo>
                  <a:pt x="46" y="222"/>
                </a:lnTo>
                <a:lnTo>
                  <a:pt x="45" y="221"/>
                </a:lnTo>
                <a:lnTo>
                  <a:pt x="44" y="220"/>
                </a:lnTo>
                <a:lnTo>
                  <a:pt x="43" y="221"/>
                </a:lnTo>
                <a:lnTo>
                  <a:pt x="42" y="221"/>
                </a:lnTo>
                <a:lnTo>
                  <a:pt x="42" y="222"/>
                </a:lnTo>
                <a:lnTo>
                  <a:pt x="41" y="223"/>
                </a:lnTo>
                <a:lnTo>
                  <a:pt x="40" y="224"/>
                </a:lnTo>
                <a:lnTo>
                  <a:pt x="39" y="224"/>
                </a:lnTo>
                <a:lnTo>
                  <a:pt x="37" y="225"/>
                </a:lnTo>
                <a:lnTo>
                  <a:pt x="36" y="225"/>
                </a:lnTo>
                <a:lnTo>
                  <a:pt x="33" y="225"/>
                </a:lnTo>
                <a:lnTo>
                  <a:pt x="32" y="225"/>
                </a:lnTo>
                <a:lnTo>
                  <a:pt x="31" y="225"/>
                </a:lnTo>
                <a:lnTo>
                  <a:pt x="31" y="224"/>
                </a:lnTo>
                <a:lnTo>
                  <a:pt x="30" y="223"/>
                </a:lnTo>
                <a:lnTo>
                  <a:pt x="29" y="222"/>
                </a:lnTo>
                <a:lnTo>
                  <a:pt x="29" y="221"/>
                </a:lnTo>
                <a:lnTo>
                  <a:pt x="28" y="221"/>
                </a:lnTo>
                <a:lnTo>
                  <a:pt x="28" y="220"/>
                </a:lnTo>
                <a:lnTo>
                  <a:pt x="28" y="219"/>
                </a:lnTo>
                <a:lnTo>
                  <a:pt x="29" y="218"/>
                </a:lnTo>
                <a:lnTo>
                  <a:pt x="28" y="218"/>
                </a:lnTo>
                <a:lnTo>
                  <a:pt x="29" y="218"/>
                </a:lnTo>
                <a:lnTo>
                  <a:pt x="29" y="217"/>
                </a:lnTo>
                <a:lnTo>
                  <a:pt x="30" y="217"/>
                </a:lnTo>
                <a:lnTo>
                  <a:pt x="31" y="217"/>
                </a:lnTo>
                <a:lnTo>
                  <a:pt x="31" y="216"/>
                </a:lnTo>
                <a:lnTo>
                  <a:pt x="30" y="216"/>
                </a:lnTo>
                <a:lnTo>
                  <a:pt x="30" y="215"/>
                </a:lnTo>
                <a:lnTo>
                  <a:pt x="31" y="215"/>
                </a:lnTo>
                <a:lnTo>
                  <a:pt x="32" y="215"/>
                </a:lnTo>
                <a:lnTo>
                  <a:pt x="32" y="216"/>
                </a:lnTo>
                <a:lnTo>
                  <a:pt x="33" y="216"/>
                </a:lnTo>
                <a:lnTo>
                  <a:pt x="33" y="215"/>
                </a:lnTo>
                <a:lnTo>
                  <a:pt x="34" y="215"/>
                </a:lnTo>
                <a:lnTo>
                  <a:pt x="34" y="214"/>
                </a:lnTo>
                <a:lnTo>
                  <a:pt x="34" y="213"/>
                </a:lnTo>
                <a:lnTo>
                  <a:pt x="35" y="213"/>
                </a:lnTo>
                <a:lnTo>
                  <a:pt x="36" y="213"/>
                </a:lnTo>
                <a:lnTo>
                  <a:pt x="37" y="212"/>
                </a:lnTo>
                <a:lnTo>
                  <a:pt x="38" y="212"/>
                </a:lnTo>
                <a:lnTo>
                  <a:pt x="39" y="212"/>
                </a:lnTo>
                <a:lnTo>
                  <a:pt x="39" y="211"/>
                </a:lnTo>
                <a:lnTo>
                  <a:pt x="39" y="210"/>
                </a:lnTo>
                <a:lnTo>
                  <a:pt x="38" y="210"/>
                </a:lnTo>
                <a:lnTo>
                  <a:pt x="37" y="210"/>
                </a:lnTo>
                <a:lnTo>
                  <a:pt x="34" y="209"/>
                </a:lnTo>
                <a:lnTo>
                  <a:pt x="34" y="208"/>
                </a:lnTo>
                <a:lnTo>
                  <a:pt x="34" y="207"/>
                </a:lnTo>
                <a:lnTo>
                  <a:pt x="34" y="206"/>
                </a:lnTo>
                <a:lnTo>
                  <a:pt x="35" y="205"/>
                </a:lnTo>
                <a:lnTo>
                  <a:pt x="35" y="204"/>
                </a:lnTo>
                <a:lnTo>
                  <a:pt x="33" y="203"/>
                </a:lnTo>
                <a:lnTo>
                  <a:pt x="32" y="202"/>
                </a:lnTo>
                <a:lnTo>
                  <a:pt x="31" y="203"/>
                </a:lnTo>
                <a:lnTo>
                  <a:pt x="30" y="203"/>
                </a:lnTo>
                <a:lnTo>
                  <a:pt x="29" y="203"/>
                </a:lnTo>
                <a:lnTo>
                  <a:pt x="28" y="202"/>
                </a:lnTo>
                <a:lnTo>
                  <a:pt x="27" y="202"/>
                </a:lnTo>
                <a:lnTo>
                  <a:pt x="26" y="202"/>
                </a:lnTo>
                <a:lnTo>
                  <a:pt x="25" y="202"/>
                </a:lnTo>
                <a:lnTo>
                  <a:pt x="23" y="202"/>
                </a:lnTo>
                <a:lnTo>
                  <a:pt x="23" y="201"/>
                </a:lnTo>
                <a:lnTo>
                  <a:pt x="22" y="201"/>
                </a:lnTo>
                <a:lnTo>
                  <a:pt x="21" y="201"/>
                </a:lnTo>
                <a:lnTo>
                  <a:pt x="20" y="202"/>
                </a:lnTo>
                <a:lnTo>
                  <a:pt x="19" y="202"/>
                </a:lnTo>
                <a:lnTo>
                  <a:pt x="16" y="203"/>
                </a:lnTo>
                <a:lnTo>
                  <a:pt x="16" y="202"/>
                </a:lnTo>
                <a:lnTo>
                  <a:pt x="15" y="202"/>
                </a:lnTo>
                <a:lnTo>
                  <a:pt x="14" y="201"/>
                </a:lnTo>
                <a:lnTo>
                  <a:pt x="14" y="200"/>
                </a:lnTo>
                <a:lnTo>
                  <a:pt x="13" y="200"/>
                </a:lnTo>
                <a:lnTo>
                  <a:pt x="11" y="201"/>
                </a:lnTo>
                <a:lnTo>
                  <a:pt x="8" y="202"/>
                </a:lnTo>
                <a:lnTo>
                  <a:pt x="7" y="203"/>
                </a:lnTo>
                <a:lnTo>
                  <a:pt x="6" y="203"/>
                </a:lnTo>
                <a:lnTo>
                  <a:pt x="5" y="202"/>
                </a:lnTo>
                <a:lnTo>
                  <a:pt x="3" y="203"/>
                </a:lnTo>
                <a:lnTo>
                  <a:pt x="2" y="203"/>
                </a:lnTo>
                <a:lnTo>
                  <a:pt x="1" y="203"/>
                </a:lnTo>
                <a:lnTo>
                  <a:pt x="0" y="202"/>
                </a:lnTo>
                <a:lnTo>
                  <a:pt x="2" y="200"/>
                </a:lnTo>
                <a:lnTo>
                  <a:pt x="3" y="200"/>
                </a:lnTo>
                <a:lnTo>
                  <a:pt x="4" y="200"/>
                </a:lnTo>
                <a:lnTo>
                  <a:pt x="5" y="200"/>
                </a:lnTo>
                <a:lnTo>
                  <a:pt x="6" y="199"/>
                </a:lnTo>
                <a:lnTo>
                  <a:pt x="7" y="199"/>
                </a:lnTo>
                <a:lnTo>
                  <a:pt x="7" y="198"/>
                </a:lnTo>
                <a:lnTo>
                  <a:pt x="8" y="198"/>
                </a:lnTo>
                <a:lnTo>
                  <a:pt x="10" y="198"/>
                </a:lnTo>
                <a:lnTo>
                  <a:pt x="11" y="198"/>
                </a:lnTo>
                <a:lnTo>
                  <a:pt x="11" y="196"/>
                </a:lnTo>
                <a:lnTo>
                  <a:pt x="12" y="193"/>
                </a:lnTo>
                <a:lnTo>
                  <a:pt x="13" y="193"/>
                </a:lnTo>
                <a:lnTo>
                  <a:pt x="20" y="193"/>
                </a:lnTo>
                <a:lnTo>
                  <a:pt x="30" y="192"/>
                </a:lnTo>
                <a:lnTo>
                  <a:pt x="42" y="191"/>
                </a:lnTo>
                <a:lnTo>
                  <a:pt x="47" y="190"/>
                </a:lnTo>
                <a:lnTo>
                  <a:pt x="49" y="189"/>
                </a:lnTo>
                <a:lnTo>
                  <a:pt x="52" y="187"/>
                </a:lnTo>
                <a:lnTo>
                  <a:pt x="56" y="187"/>
                </a:lnTo>
                <a:lnTo>
                  <a:pt x="57" y="187"/>
                </a:lnTo>
                <a:lnTo>
                  <a:pt x="65" y="186"/>
                </a:lnTo>
                <a:lnTo>
                  <a:pt x="66" y="186"/>
                </a:lnTo>
                <a:lnTo>
                  <a:pt x="68" y="186"/>
                </a:lnTo>
                <a:lnTo>
                  <a:pt x="73" y="182"/>
                </a:lnTo>
                <a:lnTo>
                  <a:pt x="79" y="178"/>
                </a:lnTo>
                <a:lnTo>
                  <a:pt x="80" y="178"/>
                </a:lnTo>
                <a:lnTo>
                  <a:pt x="83" y="177"/>
                </a:lnTo>
                <a:lnTo>
                  <a:pt x="86" y="177"/>
                </a:lnTo>
                <a:lnTo>
                  <a:pt x="88" y="175"/>
                </a:lnTo>
                <a:lnTo>
                  <a:pt x="95" y="173"/>
                </a:lnTo>
                <a:lnTo>
                  <a:pt x="98" y="172"/>
                </a:lnTo>
                <a:lnTo>
                  <a:pt x="99" y="172"/>
                </a:lnTo>
                <a:lnTo>
                  <a:pt x="101" y="173"/>
                </a:lnTo>
                <a:lnTo>
                  <a:pt x="106" y="174"/>
                </a:lnTo>
                <a:lnTo>
                  <a:pt x="108" y="174"/>
                </a:lnTo>
                <a:lnTo>
                  <a:pt x="111" y="174"/>
                </a:lnTo>
                <a:lnTo>
                  <a:pt x="116" y="174"/>
                </a:lnTo>
                <a:lnTo>
                  <a:pt x="117" y="174"/>
                </a:lnTo>
                <a:lnTo>
                  <a:pt x="118" y="173"/>
                </a:lnTo>
                <a:lnTo>
                  <a:pt x="119" y="173"/>
                </a:lnTo>
                <a:lnTo>
                  <a:pt x="121" y="172"/>
                </a:lnTo>
                <a:lnTo>
                  <a:pt x="121" y="167"/>
                </a:lnTo>
                <a:lnTo>
                  <a:pt x="121" y="165"/>
                </a:lnTo>
                <a:lnTo>
                  <a:pt x="122" y="165"/>
                </a:lnTo>
                <a:lnTo>
                  <a:pt x="123" y="165"/>
                </a:lnTo>
                <a:lnTo>
                  <a:pt x="124" y="165"/>
                </a:lnTo>
                <a:lnTo>
                  <a:pt x="125" y="165"/>
                </a:lnTo>
                <a:lnTo>
                  <a:pt x="125" y="166"/>
                </a:lnTo>
                <a:lnTo>
                  <a:pt x="127" y="165"/>
                </a:lnTo>
                <a:lnTo>
                  <a:pt x="128" y="164"/>
                </a:lnTo>
                <a:lnTo>
                  <a:pt x="130" y="164"/>
                </a:lnTo>
                <a:lnTo>
                  <a:pt x="131" y="163"/>
                </a:lnTo>
                <a:lnTo>
                  <a:pt x="132" y="163"/>
                </a:lnTo>
                <a:lnTo>
                  <a:pt x="133" y="163"/>
                </a:lnTo>
                <a:lnTo>
                  <a:pt x="134" y="163"/>
                </a:lnTo>
                <a:lnTo>
                  <a:pt x="135" y="163"/>
                </a:lnTo>
                <a:lnTo>
                  <a:pt x="135" y="161"/>
                </a:lnTo>
                <a:lnTo>
                  <a:pt x="136" y="159"/>
                </a:lnTo>
                <a:lnTo>
                  <a:pt x="137" y="158"/>
                </a:lnTo>
                <a:lnTo>
                  <a:pt x="137" y="157"/>
                </a:lnTo>
                <a:lnTo>
                  <a:pt x="138" y="157"/>
                </a:lnTo>
                <a:lnTo>
                  <a:pt x="138" y="156"/>
                </a:lnTo>
                <a:lnTo>
                  <a:pt x="138" y="155"/>
                </a:lnTo>
                <a:lnTo>
                  <a:pt x="138" y="154"/>
                </a:lnTo>
                <a:lnTo>
                  <a:pt x="138" y="153"/>
                </a:lnTo>
                <a:lnTo>
                  <a:pt x="137" y="152"/>
                </a:lnTo>
                <a:lnTo>
                  <a:pt x="137" y="151"/>
                </a:lnTo>
                <a:lnTo>
                  <a:pt x="137" y="150"/>
                </a:lnTo>
                <a:lnTo>
                  <a:pt x="137" y="149"/>
                </a:lnTo>
                <a:lnTo>
                  <a:pt x="137" y="148"/>
                </a:lnTo>
                <a:lnTo>
                  <a:pt x="137" y="147"/>
                </a:lnTo>
                <a:lnTo>
                  <a:pt x="137" y="146"/>
                </a:lnTo>
                <a:lnTo>
                  <a:pt x="138" y="146"/>
                </a:lnTo>
                <a:lnTo>
                  <a:pt x="139" y="146"/>
                </a:lnTo>
                <a:lnTo>
                  <a:pt x="140" y="143"/>
                </a:lnTo>
                <a:lnTo>
                  <a:pt x="141" y="142"/>
                </a:lnTo>
                <a:lnTo>
                  <a:pt x="141" y="141"/>
                </a:lnTo>
                <a:lnTo>
                  <a:pt x="140" y="140"/>
                </a:lnTo>
                <a:lnTo>
                  <a:pt x="139" y="139"/>
                </a:lnTo>
                <a:lnTo>
                  <a:pt x="139" y="138"/>
                </a:lnTo>
                <a:lnTo>
                  <a:pt x="138" y="138"/>
                </a:lnTo>
                <a:lnTo>
                  <a:pt x="138" y="137"/>
                </a:lnTo>
                <a:lnTo>
                  <a:pt x="137" y="136"/>
                </a:lnTo>
                <a:lnTo>
                  <a:pt x="136" y="135"/>
                </a:lnTo>
                <a:lnTo>
                  <a:pt x="136" y="134"/>
                </a:lnTo>
                <a:lnTo>
                  <a:pt x="135" y="132"/>
                </a:lnTo>
                <a:lnTo>
                  <a:pt x="135" y="130"/>
                </a:lnTo>
                <a:lnTo>
                  <a:pt x="134" y="130"/>
                </a:lnTo>
                <a:lnTo>
                  <a:pt x="135" y="127"/>
                </a:lnTo>
                <a:lnTo>
                  <a:pt x="135" y="126"/>
                </a:lnTo>
                <a:lnTo>
                  <a:pt x="135" y="125"/>
                </a:lnTo>
                <a:lnTo>
                  <a:pt x="135" y="122"/>
                </a:lnTo>
                <a:lnTo>
                  <a:pt x="136" y="121"/>
                </a:lnTo>
                <a:lnTo>
                  <a:pt x="138" y="120"/>
                </a:lnTo>
                <a:lnTo>
                  <a:pt x="139" y="120"/>
                </a:lnTo>
                <a:lnTo>
                  <a:pt x="140" y="120"/>
                </a:lnTo>
                <a:lnTo>
                  <a:pt x="140" y="119"/>
                </a:lnTo>
                <a:lnTo>
                  <a:pt x="141" y="118"/>
                </a:lnTo>
                <a:lnTo>
                  <a:pt x="141" y="117"/>
                </a:lnTo>
                <a:lnTo>
                  <a:pt x="141" y="116"/>
                </a:lnTo>
                <a:lnTo>
                  <a:pt x="142" y="115"/>
                </a:lnTo>
                <a:lnTo>
                  <a:pt x="143" y="113"/>
                </a:lnTo>
                <a:lnTo>
                  <a:pt x="143" y="112"/>
                </a:lnTo>
                <a:lnTo>
                  <a:pt x="142" y="110"/>
                </a:lnTo>
                <a:lnTo>
                  <a:pt x="141" y="109"/>
                </a:lnTo>
                <a:lnTo>
                  <a:pt x="141" y="108"/>
                </a:lnTo>
                <a:lnTo>
                  <a:pt x="140" y="107"/>
                </a:lnTo>
                <a:lnTo>
                  <a:pt x="139" y="105"/>
                </a:lnTo>
                <a:lnTo>
                  <a:pt x="139" y="104"/>
                </a:lnTo>
                <a:lnTo>
                  <a:pt x="140" y="103"/>
                </a:lnTo>
                <a:lnTo>
                  <a:pt x="141" y="103"/>
                </a:lnTo>
                <a:lnTo>
                  <a:pt x="141" y="102"/>
                </a:lnTo>
                <a:lnTo>
                  <a:pt x="140" y="102"/>
                </a:lnTo>
                <a:lnTo>
                  <a:pt x="140" y="101"/>
                </a:lnTo>
                <a:lnTo>
                  <a:pt x="140" y="100"/>
                </a:lnTo>
                <a:lnTo>
                  <a:pt x="140" y="99"/>
                </a:lnTo>
                <a:lnTo>
                  <a:pt x="140" y="98"/>
                </a:lnTo>
                <a:lnTo>
                  <a:pt x="140" y="97"/>
                </a:lnTo>
                <a:lnTo>
                  <a:pt x="141" y="97"/>
                </a:lnTo>
                <a:lnTo>
                  <a:pt x="141" y="98"/>
                </a:lnTo>
                <a:lnTo>
                  <a:pt x="142" y="97"/>
                </a:lnTo>
                <a:lnTo>
                  <a:pt x="142" y="96"/>
                </a:lnTo>
                <a:lnTo>
                  <a:pt x="141" y="96"/>
                </a:lnTo>
                <a:lnTo>
                  <a:pt x="141" y="95"/>
                </a:lnTo>
                <a:lnTo>
                  <a:pt x="141" y="94"/>
                </a:lnTo>
                <a:lnTo>
                  <a:pt x="141" y="93"/>
                </a:lnTo>
                <a:lnTo>
                  <a:pt x="141" y="92"/>
                </a:lnTo>
                <a:lnTo>
                  <a:pt x="141" y="91"/>
                </a:lnTo>
                <a:lnTo>
                  <a:pt x="141" y="90"/>
                </a:lnTo>
                <a:lnTo>
                  <a:pt x="142" y="89"/>
                </a:lnTo>
                <a:lnTo>
                  <a:pt x="143" y="89"/>
                </a:lnTo>
                <a:lnTo>
                  <a:pt x="143" y="88"/>
                </a:lnTo>
                <a:lnTo>
                  <a:pt x="143" y="87"/>
                </a:lnTo>
                <a:lnTo>
                  <a:pt x="143" y="86"/>
                </a:lnTo>
                <a:lnTo>
                  <a:pt x="143" y="85"/>
                </a:lnTo>
                <a:lnTo>
                  <a:pt x="142" y="85"/>
                </a:lnTo>
                <a:lnTo>
                  <a:pt x="142" y="84"/>
                </a:lnTo>
                <a:lnTo>
                  <a:pt x="142" y="83"/>
                </a:lnTo>
                <a:lnTo>
                  <a:pt x="143" y="83"/>
                </a:lnTo>
                <a:lnTo>
                  <a:pt x="144" y="83"/>
                </a:lnTo>
                <a:lnTo>
                  <a:pt x="144" y="82"/>
                </a:lnTo>
                <a:lnTo>
                  <a:pt x="144" y="81"/>
                </a:lnTo>
                <a:lnTo>
                  <a:pt x="143" y="81"/>
                </a:lnTo>
                <a:lnTo>
                  <a:pt x="143" y="80"/>
                </a:lnTo>
                <a:lnTo>
                  <a:pt x="142" y="79"/>
                </a:lnTo>
                <a:lnTo>
                  <a:pt x="142" y="78"/>
                </a:lnTo>
                <a:lnTo>
                  <a:pt x="142" y="77"/>
                </a:lnTo>
                <a:lnTo>
                  <a:pt x="143" y="75"/>
                </a:lnTo>
                <a:lnTo>
                  <a:pt x="144" y="75"/>
                </a:lnTo>
                <a:lnTo>
                  <a:pt x="144" y="74"/>
                </a:lnTo>
                <a:lnTo>
                  <a:pt x="144" y="73"/>
                </a:lnTo>
                <a:lnTo>
                  <a:pt x="145" y="73"/>
                </a:lnTo>
                <a:lnTo>
                  <a:pt x="146" y="72"/>
                </a:lnTo>
                <a:lnTo>
                  <a:pt x="146" y="71"/>
                </a:lnTo>
                <a:lnTo>
                  <a:pt x="145" y="70"/>
                </a:lnTo>
                <a:lnTo>
                  <a:pt x="145" y="69"/>
                </a:lnTo>
                <a:lnTo>
                  <a:pt x="146" y="69"/>
                </a:lnTo>
                <a:lnTo>
                  <a:pt x="146" y="68"/>
                </a:lnTo>
                <a:lnTo>
                  <a:pt x="147" y="68"/>
                </a:lnTo>
                <a:lnTo>
                  <a:pt x="147" y="67"/>
                </a:lnTo>
                <a:lnTo>
                  <a:pt x="147" y="66"/>
                </a:lnTo>
                <a:lnTo>
                  <a:pt x="146" y="65"/>
                </a:lnTo>
                <a:lnTo>
                  <a:pt x="147" y="64"/>
                </a:lnTo>
                <a:lnTo>
                  <a:pt x="147" y="63"/>
                </a:lnTo>
                <a:lnTo>
                  <a:pt x="146" y="63"/>
                </a:lnTo>
                <a:lnTo>
                  <a:pt x="146" y="62"/>
                </a:lnTo>
                <a:lnTo>
                  <a:pt x="146" y="61"/>
                </a:lnTo>
                <a:lnTo>
                  <a:pt x="147" y="61"/>
                </a:lnTo>
                <a:lnTo>
                  <a:pt x="149" y="60"/>
                </a:lnTo>
                <a:lnTo>
                  <a:pt x="150" y="60"/>
                </a:lnTo>
                <a:lnTo>
                  <a:pt x="149" y="60"/>
                </a:lnTo>
                <a:lnTo>
                  <a:pt x="149" y="59"/>
                </a:lnTo>
                <a:lnTo>
                  <a:pt x="150" y="58"/>
                </a:lnTo>
                <a:lnTo>
                  <a:pt x="151" y="58"/>
                </a:lnTo>
                <a:lnTo>
                  <a:pt x="153" y="56"/>
                </a:lnTo>
                <a:lnTo>
                  <a:pt x="154" y="55"/>
                </a:lnTo>
                <a:lnTo>
                  <a:pt x="155" y="55"/>
                </a:lnTo>
                <a:lnTo>
                  <a:pt x="155" y="54"/>
                </a:lnTo>
                <a:lnTo>
                  <a:pt x="156" y="53"/>
                </a:lnTo>
                <a:lnTo>
                  <a:pt x="155" y="53"/>
                </a:lnTo>
                <a:lnTo>
                  <a:pt x="154" y="53"/>
                </a:lnTo>
                <a:lnTo>
                  <a:pt x="154" y="52"/>
                </a:lnTo>
                <a:lnTo>
                  <a:pt x="153" y="51"/>
                </a:lnTo>
                <a:lnTo>
                  <a:pt x="153" y="50"/>
                </a:lnTo>
                <a:lnTo>
                  <a:pt x="154" y="48"/>
                </a:lnTo>
                <a:lnTo>
                  <a:pt x="155" y="48"/>
                </a:lnTo>
                <a:lnTo>
                  <a:pt x="156" y="48"/>
                </a:lnTo>
                <a:lnTo>
                  <a:pt x="156" y="47"/>
                </a:lnTo>
                <a:lnTo>
                  <a:pt x="155" y="47"/>
                </a:lnTo>
                <a:lnTo>
                  <a:pt x="155" y="46"/>
                </a:lnTo>
                <a:lnTo>
                  <a:pt x="156" y="46"/>
                </a:lnTo>
                <a:lnTo>
                  <a:pt x="157" y="45"/>
                </a:lnTo>
                <a:lnTo>
                  <a:pt x="158" y="45"/>
                </a:lnTo>
                <a:lnTo>
                  <a:pt x="158" y="44"/>
                </a:lnTo>
                <a:lnTo>
                  <a:pt x="159" y="44"/>
                </a:lnTo>
                <a:lnTo>
                  <a:pt x="160" y="44"/>
                </a:lnTo>
                <a:lnTo>
                  <a:pt x="160" y="43"/>
                </a:lnTo>
                <a:lnTo>
                  <a:pt x="161" y="43"/>
                </a:lnTo>
                <a:lnTo>
                  <a:pt x="161" y="42"/>
                </a:lnTo>
                <a:lnTo>
                  <a:pt x="161" y="41"/>
                </a:lnTo>
                <a:lnTo>
                  <a:pt x="162" y="41"/>
                </a:lnTo>
                <a:lnTo>
                  <a:pt x="162" y="40"/>
                </a:lnTo>
                <a:lnTo>
                  <a:pt x="163" y="39"/>
                </a:lnTo>
                <a:lnTo>
                  <a:pt x="163" y="38"/>
                </a:lnTo>
                <a:lnTo>
                  <a:pt x="162" y="37"/>
                </a:lnTo>
                <a:lnTo>
                  <a:pt x="163" y="36"/>
                </a:lnTo>
                <a:lnTo>
                  <a:pt x="163" y="35"/>
                </a:lnTo>
                <a:lnTo>
                  <a:pt x="163" y="34"/>
                </a:lnTo>
                <a:lnTo>
                  <a:pt x="163" y="33"/>
                </a:lnTo>
                <a:lnTo>
                  <a:pt x="164" y="33"/>
                </a:lnTo>
                <a:lnTo>
                  <a:pt x="164" y="32"/>
                </a:lnTo>
                <a:lnTo>
                  <a:pt x="164" y="31"/>
                </a:lnTo>
                <a:lnTo>
                  <a:pt x="165" y="31"/>
                </a:lnTo>
                <a:lnTo>
                  <a:pt x="165" y="30"/>
                </a:lnTo>
                <a:lnTo>
                  <a:pt x="165" y="29"/>
                </a:lnTo>
                <a:lnTo>
                  <a:pt x="166" y="28"/>
                </a:lnTo>
                <a:lnTo>
                  <a:pt x="165" y="28"/>
                </a:lnTo>
                <a:lnTo>
                  <a:pt x="166" y="27"/>
                </a:lnTo>
                <a:lnTo>
                  <a:pt x="167" y="27"/>
                </a:lnTo>
                <a:lnTo>
                  <a:pt x="168" y="26"/>
                </a:lnTo>
                <a:lnTo>
                  <a:pt x="168" y="25"/>
                </a:lnTo>
                <a:lnTo>
                  <a:pt x="169" y="24"/>
                </a:lnTo>
                <a:lnTo>
                  <a:pt x="170" y="24"/>
                </a:lnTo>
                <a:lnTo>
                  <a:pt x="171" y="24"/>
                </a:lnTo>
                <a:lnTo>
                  <a:pt x="172" y="25"/>
                </a:lnTo>
                <a:lnTo>
                  <a:pt x="173" y="25"/>
                </a:lnTo>
                <a:lnTo>
                  <a:pt x="173" y="26"/>
                </a:lnTo>
                <a:lnTo>
                  <a:pt x="174" y="26"/>
                </a:lnTo>
                <a:lnTo>
                  <a:pt x="175" y="26"/>
                </a:lnTo>
                <a:lnTo>
                  <a:pt x="176" y="26"/>
                </a:lnTo>
                <a:lnTo>
                  <a:pt x="178" y="26"/>
                </a:lnTo>
                <a:lnTo>
                  <a:pt x="180" y="26"/>
                </a:lnTo>
                <a:lnTo>
                  <a:pt x="181" y="26"/>
                </a:lnTo>
                <a:lnTo>
                  <a:pt x="181" y="25"/>
                </a:lnTo>
                <a:lnTo>
                  <a:pt x="182" y="24"/>
                </a:lnTo>
                <a:lnTo>
                  <a:pt x="182" y="21"/>
                </a:lnTo>
                <a:lnTo>
                  <a:pt x="181" y="21"/>
                </a:lnTo>
                <a:lnTo>
                  <a:pt x="181" y="20"/>
                </a:lnTo>
                <a:lnTo>
                  <a:pt x="180" y="19"/>
                </a:lnTo>
                <a:lnTo>
                  <a:pt x="181" y="18"/>
                </a:lnTo>
                <a:lnTo>
                  <a:pt x="181" y="17"/>
                </a:lnTo>
                <a:lnTo>
                  <a:pt x="181" y="16"/>
                </a:lnTo>
                <a:lnTo>
                  <a:pt x="181" y="15"/>
                </a:lnTo>
                <a:lnTo>
                  <a:pt x="180" y="14"/>
                </a:lnTo>
                <a:lnTo>
                  <a:pt x="180" y="13"/>
                </a:lnTo>
                <a:lnTo>
                  <a:pt x="181" y="12"/>
                </a:lnTo>
                <a:lnTo>
                  <a:pt x="182" y="12"/>
                </a:lnTo>
                <a:lnTo>
                  <a:pt x="183" y="12"/>
                </a:lnTo>
                <a:lnTo>
                  <a:pt x="184" y="12"/>
                </a:lnTo>
                <a:lnTo>
                  <a:pt x="184" y="11"/>
                </a:lnTo>
                <a:lnTo>
                  <a:pt x="187" y="11"/>
                </a:lnTo>
                <a:lnTo>
                  <a:pt x="188" y="11"/>
                </a:lnTo>
                <a:lnTo>
                  <a:pt x="189" y="11"/>
                </a:lnTo>
                <a:lnTo>
                  <a:pt x="191" y="11"/>
                </a:lnTo>
                <a:lnTo>
                  <a:pt x="194" y="10"/>
                </a:lnTo>
                <a:lnTo>
                  <a:pt x="195" y="11"/>
                </a:lnTo>
                <a:lnTo>
                  <a:pt x="196" y="11"/>
                </a:lnTo>
                <a:lnTo>
                  <a:pt x="199" y="11"/>
                </a:lnTo>
                <a:lnTo>
                  <a:pt x="199" y="12"/>
                </a:lnTo>
                <a:lnTo>
                  <a:pt x="200" y="12"/>
                </a:lnTo>
                <a:lnTo>
                  <a:pt x="201" y="12"/>
                </a:lnTo>
                <a:lnTo>
                  <a:pt x="203" y="9"/>
                </a:lnTo>
                <a:lnTo>
                  <a:pt x="206" y="6"/>
                </a:lnTo>
                <a:lnTo>
                  <a:pt x="207" y="5"/>
                </a:lnTo>
                <a:lnTo>
                  <a:pt x="210" y="2"/>
                </a:lnTo>
                <a:lnTo>
                  <a:pt x="212" y="2"/>
                </a:lnTo>
                <a:lnTo>
                  <a:pt x="213" y="3"/>
                </a:lnTo>
                <a:lnTo>
                  <a:pt x="214" y="3"/>
                </a:lnTo>
                <a:lnTo>
                  <a:pt x="215" y="4"/>
                </a:lnTo>
                <a:lnTo>
                  <a:pt x="216" y="4"/>
                </a:lnTo>
                <a:lnTo>
                  <a:pt x="217" y="3"/>
                </a:lnTo>
                <a:lnTo>
                  <a:pt x="218" y="3"/>
                </a:lnTo>
                <a:lnTo>
                  <a:pt x="218" y="2"/>
                </a:lnTo>
                <a:lnTo>
                  <a:pt x="219" y="2"/>
                </a:lnTo>
                <a:lnTo>
                  <a:pt x="221" y="1"/>
                </a:lnTo>
                <a:lnTo>
                  <a:pt x="222" y="1"/>
                </a:lnTo>
                <a:lnTo>
                  <a:pt x="223" y="0"/>
                </a:lnTo>
                <a:lnTo>
                  <a:pt x="223" y="1"/>
                </a:lnTo>
                <a:lnTo>
                  <a:pt x="223" y="2"/>
                </a:lnTo>
                <a:lnTo>
                  <a:pt x="224" y="2"/>
                </a:lnTo>
                <a:close/>
              </a:path>
            </a:pathLst>
          </a:custGeom>
          <a:solidFill>
            <a:srgbClr val="C6E1EE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5" name=""/>
          <p:cNvSpPr/>
          <p:nvPr/>
        </p:nvSpPr>
        <p:spPr>
          <a:xfrm>
            <a:off x="774000" y="1181160"/>
            <a:ext cx="742680" cy="547200"/>
          </a:xfrm>
          <a:custGeom>
            <a:avLst/>
            <a:gdLst/>
            <a:ahLst/>
            <a:rect l="0" t="0" r="r" b="b"/>
            <a:pathLst>
              <a:path w="2063" h="1520">
                <a:moveTo>
                  <a:pt x="2063" y="662"/>
                </a:moveTo>
                <a:lnTo>
                  <a:pt x="2061" y="663"/>
                </a:lnTo>
                <a:lnTo>
                  <a:pt x="2061" y="664"/>
                </a:lnTo>
                <a:lnTo>
                  <a:pt x="2060" y="664"/>
                </a:lnTo>
                <a:lnTo>
                  <a:pt x="2059" y="664"/>
                </a:lnTo>
                <a:lnTo>
                  <a:pt x="2059" y="665"/>
                </a:lnTo>
                <a:lnTo>
                  <a:pt x="2058" y="665"/>
                </a:lnTo>
                <a:lnTo>
                  <a:pt x="2057" y="665"/>
                </a:lnTo>
                <a:lnTo>
                  <a:pt x="2056" y="666"/>
                </a:lnTo>
                <a:lnTo>
                  <a:pt x="2055" y="666"/>
                </a:lnTo>
                <a:lnTo>
                  <a:pt x="2054" y="667"/>
                </a:lnTo>
                <a:lnTo>
                  <a:pt x="2053" y="667"/>
                </a:lnTo>
                <a:lnTo>
                  <a:pt x="2053" y="668"/>
                </a:lnTo>
                <a:lnTo>
                  <a:pt x="2052" y="668"/>
                </a:lnTo>
                <a:lnTo>
                  <a:pt x="2051" y="668"/>
                </a:lnTo>
                <a:lnTo>
                  <a:pt x="2050" y="669"/>
                </a:lnTo>
                <a:lnTo>
                  <a:pt x="2049" y="670"/>
                </a:lnTo>
                <a:lnTo>
                  <a:pt x="2048" y="670"/>
                </a:lnTo>
                <a:lnTo>
                  <a:pt x="2045" y="671"/>
                </a:lnTo>
                <a:lnTo>
                  <a:pt x="2044" y="671"/>
                </a:lnTo>
                <a:lnTo>
                  <a:pt x="2044" y="672"/>
                </a:lnTo>
                <a:lnTo>
                  <a:pt x="2043" y="673"/>
                </a:lnTo>
                <a:lnTo>
                  <a:pt x="2041" y="673"/>
                </a:lnTo>
                <a:lnTo>
                  <a:pt x="2040" y="674"/>
                </a:lnTo>
                <a:lnTo>
                  <a:pt x="2038" y="674"/>
                </a:lnTo>
                <a:lnTo>
                  <a:pt x="2035" y="678"/>
                </a:lnTo>
                <a:lnTo>
                  <a:pt x="2034" y="679"/>
                </a:lnTo>
                <a:lnTo>
                  <a:pt x="2033" y="679"/>
                </a:lnTo>
                <a:lnTo>
                  <a:pt x="2032" y="680"/>
                </a:lnTo>
                <a:lnTo>
                  <a:pt x="2031" y="681"/>
                </a:lnTo>
                <a:lnTo>
                  <a:pt x="2030" y="685"/>
                </a:lnTo>
                <a:lnTo>
                  <a:pt x="2030" y="687"/>
                </a:lnTo>
                <a:lnTo>
                  <a:pt x="2029" y="689"/>
                </a:lnTo>
                <a:lnTo>
                  <a:pt x="2028" y="690"/>
                </a:lnTo>
                <a:lnTo>
                  <a:pt x="2027" y="691"/>
                </a:lnTo>
                <a:lnTo>
                  <a:pt x="2029" y="692"/>
                </a:lnTo>
                <a:lnTo>
                  <a:pt x="2035" y="694"/>
                </a:lnTo>
                <a:lnTo>
                  <a:pt x="2032" y="700"/>
                </a:lnTo>
                <a:lnTo>
                  <a:pt x="2032" y="703"/>
                </a:lnTo>
                <a:lnTo>
                  <a:pt x="2045" y="714"/>
                </a:lnTo>
                <a:lnTo>
                  <a:pt x="2038" y="719"/>
                </a:lnTo>
                <a:lnTo>
                  <a:pt x="2035" y="721"/>
                </a:lnTo>
                <a:lnTo>
                  <a:pt x="2041" y="731"/>
                </a:lnTo>
                <a:lnTo>
                  <a:pt x="2041" y="733"/>
                </a:lnTo>
                <a:lnTo>
                  <a:pt x="2041" y="734"/>
                </a:lnTo>
                <a:lnTo>
                  <a:pt x="2041" y="735"/>
                </a:lnTo>
                <a:lnTo>
                  <a:pt x="2040" y="735"/>
                </a:lnTo>
                <a:lnTo>
                  <a:pt x="2040" y="736"/>
                </a:lnTo>
                <a:lnTo>
                  <a:pt x="2039" y="736"/>
                </a:lnTo>
                <a:lnTo>
                  <a:pt x="2039" y="737"/>
                </a:lnTo>
                <a:lnTo>
                  <a:pt x="2039" y="738"/>
                </a:lnTo>
                <a:lnTo>
                  <a:pt x="2038" y="739"/>
                </a:lnTo>
                <a:lnTo>
                  <a:pt x="2037" y="739"/>
                </a:lnTo>
                <a:lnTo>
                  <a:pt x="2037" y="740"/>
                </a:lnTo>
                <a:lnTo>
                  <a:pt x="2036" y="740"/>
                </a:lnTo>
                <a:lnTo>
                  <a:pt x="2036" y="741"/>
                </a:lnTo>
                <a:lnTo>
                  <a:pt x="2035" y="741"/>
                </a:lnTo>
                <a:lnTo>
                  <a:pt x="2033" y="743"/>
                </a:lnTo>
                <a:lnTo>
                  <a:pt x="2032" y="744"/>
                </a:lnTo>
                <a:lnTo>
                  <a:pt x="2031" y="744"/>
                </a:lnTo>
                <a:lnTo>
                  <a:pt x="2031" y="745"/>
                </a:lnTo>
                <a:lnTo>
                  <a:pt x="2030" y="745"/>
                </a:lnTo>
                <a:lnTo>
                  <a:pt x="2029" y="745"/>
                </a:lnTo>
                <a:lnTo>
                  <a:pt x="2029" y="746"/>
                </a:lnTo>
                <a:lnTo>
                  <a:pt x="2028" y="746"/>
                </a:lnTo>
                <a:lnTo>
                  <a:pt x="2027" y="746"/>
                </a:lnTo>
                <a:lnTo>
                  <a:pt x="2025" y="747"/>
                </a:lnTo>
                <a:lnTo>
                  <a:pt x="2025" y="748"/>
                </a:lnTo>
                <a:lnTo>
                  <a:pt x="2024" y="748"/>
                </a:lnTo>
                <a:lnTo>
                  <a:pt x="2023" y="748"/>
                </a:lnTo>
                <a:lnTo>
                  <a:pt x="2021" y="749"/>
                </a:lnTo>
                <a:lnTo>
                  <a:pt x="2019" y="749"/>
                </a:lnTo>
                <a:lnTo>
                  <a:pt x="2018" y="750"/>
                </a:lnTo>
                <a:lnTo>
                  <a:pt x="2017" y="750"/>
                </a:lnTo>
                <a:lnTo>
                  <a:pt x="2017" y="751"/>
                </a:lnTo>
                <a:lnTo>
                  <a:pt x="2016" y="751"/>
                </a:lnTo>
                <a:lnTo>
                  <a:pt x="2015" y="752"/>
                </a:lnTo>
                <a:lnTo>
                  <a:pt x="2014" y="752"/>
                </a:lnTo>
                <a:lnTo>
                  <a:pt x="2013" y="752"/>
                </a:lnTo>
                <a:lnTo>
                  <a:pt x="2011" y="752"/>
                </a:lnTo>
                <a:lnTo>
                  <a:pt x="2009" y="752"/>
                </a:lnTo>
                <a:lnTo>
                  <a:pt x="2008" y="753"/>
                </a:lnTo>
                <a:lnTo>
                  <a:pt x="2007" y="753"/>
                </a:lnTo>
                <a:lnTo>
                  <a:pt x="2006" y="753"/>
                </a:lnTo>
                <a:lnTo>
                  <a:pt x="2003" y="753"/>
                </a:lnTo>
                <a:lnTo>
                  <a:pt x="2002" y="753"/>
                </a:lnTo>
                <a:lnTo>
                  <a:pt x="2002" y="754"/>
                </a:lnTo>
                <a:lnTo>
                  <a:pt x="1999" y="754"/>
                </a:lnTo>
                <a:lnTo>
                  <a:pt x="1997" y="754"/>
                </a:lnTo>
                <a:lnTo>
                  <a:pt x="1997" y="755"/>
                </a:lnTo>
                <a:lnTo>
                  <a:pt x="1996" y="755"/>
                </a:lnTo>
                <a:lnTo>
                  <a:pt x="1995" y="755"/>
                </a:lnTo>
                <a:lnTo>
                  <a:pt x="1994" y="756"/>
                </a:lnTo>
                <a:lnTo>
                  <a:pt x="1993" y="756"/>
                </a:lnTo>
                <a:lnTo>
                  <a:pt x="1992" y="756"/>
                </a:lnTo>
                <a:lnTo>
                  <a:pt x="1991" y="757"/>
                </a:lnTo>
                <a:lnTo>
                  <a:pt x="1990" y="757"/>
                </a:lnTo>
                <a:lnTo>
                  <a:pt x="1990" y="758"/>
                </a:lnTo>
                <a:lnTo>
                  <a:pt x="1988" y="759"/>
                </a:lnTo>
                <a:lnTo>
                  <a:pt x="1987" y="759"/>
                </a:lnTo>
                <a:lnTo>
                  <a:pt x="1985" y="760"/>
                </a:lnTo>
                <a:lnTo>
                  <a:pt x="1985" y="761"/>
                </a:lnTo>
                <a:lnTo>
                  <a:pt x="1984" y="761"/>
                </a:lnTo>
                <a:lnTo>
                  <a:pt x="1983" y="762"/>
                </a:lnTo>
                <a:lnTo>
                  <a:pt x="1982" y="762"/>
                </a:lnTo>
                <a:lnTo>
                  <a:pt x="1982" y="763"/>
                </a:lnTo>
                <a:lnTo>
                  <a:pt x="1981" y="763"/>
                </a:lnTo>
                <a:lnTo>
                  <a:pt x="1978" y="765"/>
                </a:lnTo>
                <a:lnTo>
                  <a:pt x="1977" y="766"/>
                </a:lnTo>
                <a:lnTo>
                  <a:pt x="1976" y="766"/>
                </a:lnTo>
                <a:lnTo>
                  <a:pt x="1975" y="767"/>
                </a:lnTo>
                <a:lnTo>
                  <a:pt x="1974" y="767"/>
                </a:lnTo>
                <a:lnTo>
                  <a:pt x="1973" y="768"/>
                </a:lnTo>
                <a:lnTo>
                  <a:pt x="1972" y="769"/>
                </a:lnTo>
                <a:lnTo>
                  <a:pt x="1971" y="770"/>
                </a:lnTo>
                <a:lnTo>
                  <a:pt x="1970" y="771"/>
                </a:lnTo>
                <a:lnTo>
                  <a:pt x="1969" y="771"/>
                </a:lnTo>
                <a:lnTo>
                  <a:pt x="1969" y="772"/>
                </a:lnTo>
                <a:lnTo>
                  <a:pt x="1968" y="773"/>
                </a:lnTo>
                <a:lnTo>
                  <a:pt x="1968" y="774"/>
                </a:lnTo>
                <a:lnTo>
                  <a:pt x="1968" y="775"/>
                </a:lnTo>
                <a:lnTo>
                  <a:pt x="1967" y="776"/>
                </a:lnTo>
                <a:lnTo>
                  <a:pt x="1967" y="777"/>
                </a:lnTo>
                <a:lnTo>
                  <a:pt x="1967" y="778"/>
                </a:lnTo>
                <a:lnTo>
                  <a:pt x="1967" y="779"/>
                </a:lnTo>
                <a:lnTo>
                  <a:pt x="1966" y="779"/>
                </a:lnTo>
                <a:lnTo>
                  <a:pt x="1966" y="780"/>
                </a:lnTo>
                <a:lnTo>
                  <a:pt x="1965" y="780"/>
                </a:lnTo>
                <a:lnTo>
                  <a:pt x="1965" y="781"/>
                </a:lnTo>
                <a:lnTo>
                  <a:pt x="1961" y="776"/>
                </a:lnTo>
                <a:lnTo>
                  <a:pt x="1959" y="773"/>
                </a:lnTo>
                <a:lnTo>
                  <a:pt x="1959" y="772"/>
                </a:lnTo>
                <a:lnTo>
                  <a:pt x="1959" y="771"/>
                </a:lnTo>
                <a:lnTo>
                  <a:pt x="1958" y="771"/>
                </a:lnTo>
                <a:lnTo>
                  <a:pt x="1958" y="770"/>
                </a:lnTo>
                <a:lnTo>
                  <a:pt x="1957" y="769"/>
                </a:lnTo>
                <a:lnTo>
                  <a:pt x="1956" y="767"/>
                </a:lnTo>
                <a:lnTo>
                  <a:pt x="1956" y="766"/>
                </a:lnTo>
                <a:lnTo>
                  <a:pt x="1956" y="765"/>
                </a:lnTo>
                <a:lnTo>
                  <a:pt x="1955" y="764"/>
                </a:lnTo>
                <a:lnTo>
                  <a:pt x="1954" y="763"/>
                </a:lnTo>
                <a:lnTo>
                  <a:pt x="1953" y="762"/>
                </a:lnTo>
                <a:lnTo>
                  <a:pt x="1952" y="762"/>
                </a:lnTo>
                <a:lnTo>
                  <a:pt x="1951" y="761"/>
                </a:lnTo>
                <a:lnTo>
                  <a:pt x="1951" y="760"/>
                </a:lnTo>
                <a:lnTo>
                  <a:pt x="1951" y="759"/>
                </a:lnTo>
                <a:lnTo>
                  <a:pt x="1948" y="760"/>
                </a:lnTo>
                <a:lnTo>
                  <a:pt x="1939" y="764"/>
                </a:lnTo>
                <a:lnTo>
                  <a:pt x="1936" y="765"/>
                </a:lnTo>
                <a:lnTo>
                  <a:pt x="1926" y="770"/>
                </a:lnTo>
                <a:lnTo>
                  <a:pt x="1923" y="774"/>
                </a:lnTo>
                <a:lnTo>
                  <a:pt x="1921" y="775"/>
                </a:lnTo>
                <a:lnTo>
                  <a:pt x="1918" y="780"/>
                </a:lnTo>
                <a:lnTo>
                  <a:pt x="1916" y="783"/>
                </a:lnTo>
                <a:lnTo>
                  <a:pt x="1912" y="784"/>
                </a:lnTo>
                <a:lnTo>
                  <a:pt x="1896" y="787"/>
                </a:lnTo>
                <a:lnTo>
                  <a:pt x="1874" y="804"/>
                </a:lnTo>
                <a:lnTo>
                  <a:pt x="1865" y="811"/>
                </a:lnTo>
                <a:lnTo>
                  <a:pt x="1849" y="827"/>
                </a:lnTo>
                <a:lnTo>
                  <a:pt x="1848" y="828"/>
                </a:lnTo>
                <a:lnTo>
                  <a:pt x="1840" y="840"/>
                </a:lnTo>
                <a:lnTo>
                  <a:pt x="1831" y="851"/>
                </a:lnTo>
                <a:lnTo>
                  <a:pt x="1832" y="859"/>
                </a:lnTo>
                <a:lnTo>
                  <a:pt x="1827" y="872"/>
                </a:lnTo>
                <a:lnTo>
                  <a:pt x="1827" y="873"/>
                </a:lnTo>
                <a:lnTo>
                  <a:pt x="1804" y="874"/>
                </a:lnTo>
                <a:lnTo>
                  <a:pt x="1803" y="874"/>
                </a:lnTo>
                <a:lnTo>
                  <a:pt x="1789" y="876"/>
                </a:lnTo>
                <a:lnTo>
                  <a:pt x="1758" y="881"/>
                </a:lnTo>
                <a:lnTo>
                  <a:pt x="1752" y="882"/>
                </a:lnTo>
                <a:lnTo>
                  <a:pt x="1752" y="883"/>
                </a:lnTo>
                <a:lnTo>
                  <a:pt x="1751" y="898"/>
                </a:lnTo>
                <a:lnTo>
                  <a:pt x="1751" y="900"/>
                </a:lnTo>
                <a:lnTo>
                  <a:pt x="1750" y="909"/>
                </a:lnTo>
                <a:lnTo>
                  <a:pt x="1746" y="914"/>
                </a:lnTo>
                <a:lnTo>
                  <a:pt x="1743" y="920"/>
                </a:lnTo>
                <a:lnTo>
                  <a:pt x="1740" y="925"/>
                </a:lnTo>
                <a:lnTo>
                  <a:pt x="1738" y="941"/>
                </a:lnTo>
                <a:lnTo>
                  <a:pt x="1736" y="950"/>
                </a:lnTo>
                <a:lnTo>
                  <a:pt x="1736" y="951"/>
                </a:lnTo>
                <a:lnTo>
                  <a:pt x="1735" y="954"/>
                </a:lnTo>
                <a:lnTo>
                  <a:pt x="1735" y="958"/>
                </a:lnTo>
                <a:lnTo>
                  <a:pt x="1734" y="960"/>
                </a:lnTo>
                <a:lnTo>
                  <a:pt x="1731" y="970"/>
                </a:lnTo>
                <a:lnTo>
                  <a:pt x="1730" y="975"/>
                </a:lnTo>
                <a:lnTo>
                  <a:pt x="1730" y="976"/>
                </a:lnTo>
                <a:lnTo>
                  <a:pt x="1726" y="990"/>
                </a:lnTo>
                <a:lnTo>
                  <a:pt x="1725" y="992"/>
                </a:lnTo>
                <a:lnTo>
                  <a:pt x="1716" y="1005"/>
                </a:lnTo>
                <a:lnTo>
                  <a:pt x="1715" y="1005"/>
                </a:lnTo>
                <a:lnTo>
                  <a:pt x="1709" y="1010"/>
                </a:lnTo>
                <a:lnTo>
                  <a:pt x="1703" y="1015"/>
                </a:lnTo>
                <a:lnTo>
                  <a:pt x="1703" y="1016"/>
                </a:lnTo>
                <a:lnTo>
                  <a:pt x="1702" y="1017"/>
                </a:lnTo>
                <a:lnTo>
                  <a:pt x="1700" y="1018"/>
                </a:lnTo>
                <a:lnTo>
                  <a:pt x="1699" y="1018"/>
                </a:lnTo>
                <a:lnTo>
                  <a:pt x="1699" y="1019"/>
                </a:lnTo>
                <a:lnTo>
                  <a:pt x="1699" y="1020"/>
                </a:lnTo>
                <a:lnTo>
                  <a:pt x="1699" y="1021"/>
                </a:lnTo>
                <a:lnTo>
                  <a:pt x="1699" y="1022"/>
                </a:lnTo>
                <a:lnTo>
                  <a:pt x="1699" y="1023"/>
                </a:lnTo>
                <a:lnTo>
                  <a:pt x="1699" y="1025"/>
                </a:lnTo>
                <a:lnTo>
                  <a:pt x="1699" y="1026"/>
                </a:lnTo>
                <a:lnTo>
                  <a:pt x="1699" y="1027"/>
                </a:lnTo>
                <a:lnTo>
                  <a:pt x="1699" y="1028"/>
                </a:lnTo>
                <a:lnTo>
                  <a:pt x="1699" y="1029"/>
                </a:lnTo>
                <a:lnTo>
                  <a:pt x="1700" y="1029"/>
                </a:lnTo>
                <a:lnTo>
                  <a:pt x="1700" y="1030"/>
                </a:lnTo>
                <a:lnTo>
                  <a:pt x="1700" y="1031"/>
                </a:lnTo>
                <a:lnTo>
                  <a:pt x="1701" y="1031"/>
                </a:lnTo>
                <a:lnTo>
                  <a:pt x="1700" y="1031"/>
                </a:lnTo>
                <a:lnTo>
                  <a:pt x="1700" y="1032"/>
                </a:lnTo>
                <a:lnTo>
                  <a:pt x="1701" y="1032"/>
                </a:lnTo>
                <a:lnTo>
                  <a:pt x="1701" y="1033"/>
                </a:lnTo>
                <a:lnTo>
                  <a:pt x="1701" y="1034"/>
                </a:lnTo>
                <a:lnTo>
                  <a:pt x="1700" y="1034"/>
                </a:lnTo>
                <a:lnTo>
                  <a:pt x="1700" y="1035"/>
                </a:lnTo>
                <a:lnTo>
                  <a:pt x="1700" y="1036"/>
                </a:lnTo>
                <a:lnTo>
                  <a:pt x="1701" y="1037"/>
                </a:lnTo>
                <a:lnTo>
                  <a:pt x="1702" y="1037"/>
                </a:lnTo>
                <a:lnTo>
                  <a:pt x="1703" y="1037"/>
                </a:lnTo>
                <a:lnTo>
                  <a:pt x="1704" y="1038"/>
                </a:lnTo>
                <a:lnTo>
                  <a:pt x="1705" y="1039"/>
                </a:lnTo>
                <a:lnTo>
                  <a:pt x="1705" y="1040"/>
                </a:lnTo>
                <a:lnTo>
                  <a:pt x="1705" y="1041"/>
                </a:lnTo>
                <a:lnTo>
                  <a:pt x="1706" y="1041"/>
                </a:lnTo>
                <a:lnTo>
                  <a:pt x="1706" y="1042"/>
                </a:lnTo>
                <a:lnTo>
                  <a:pt x="1705" y="1042"/>
                </a:lnTo>
                <a:lnTo>
                  <a:pt x="1704" y="1042"/>
                </a:lnTo>
                <a:lnTo>
                  <a:pt x="1703" y="1042"/>
                </a:lnTo>
                <a:lnTo>
                  <a:pt x="1703" y="1043"/>
                </a:lnTo>
                <a:lnTo>
                  <a:pt x="1702" y="1043"/>
                </a:lnTo>
                <a:lnTo>
                  <a:pt x="1700" y="1043"/>
                </a:lnTo>
                <a:lnTo>
                  <a:pt x="1699" y="1043"/>
                </a:lnTo>
                <a:lnTo>
                  <a:pt x="1698" y="1043"/>
                </a:lnTo>
                <a:lnTo>
                  <a:pt x="1697" y="1043"/>
                </a:lnTo>
                <a:lnTo>
                  <a:pt x="1696" y="1043"/>
                </a:lnTo>
                <a:lnTo>
                  <a:pt x="1695" y="1043"/>
                </a:lnTo>
                <a:lnTo>
                  <a:pt x="1691" y="1043"/>
                </a:lnTo>
                <a:lnTo>
                  <a:pt x="1690" y="1043"/>
                </a:lnTo>
                <a:lnTo>
                  <a:pt x="1689" y="1043"/>
                </a:lnTo>
                <a:lnTo>
                  <a:pt x="1689" y="1044"/>
                </a:lnTo>
                <a:lnTo>
                  <a:pt x="1688" y="1044"/>
                </a:lnTo>
                <a:lnTo>
                  <a:pt x="1687" y="1044"/>
                </a:lnTo>
                <a:lnTo>
                  <a:pt x="1687" y="1045"/>
                </a:lnTo>
                <a:lnTo>
                  <a:pt x="1687" y="1044"/>
                </a:lnTo>
                <a:lnTo>
                  <a:pt x="1686" y="1045"/>
                </a:lnTo>
                <a:lnTo>
                  <a:pt x="1685" y="1045"/>
                </a:lnTo>
                <a:lnTo>
                  <a:pt x="1685" y="1046"/>
                </a:lnTo>
                <a:lnTo>
                  <a:pt x="1684" y="1046"/>
                </a:lnTo>
                <a:lnTo>
                  <a:pt x="1684" y="1047"/>
                </a:lnTo>
                <a:lnTo>
                  <a:pt x="1683" y="1047"/>
                </a:lnTo>
                <a:lnTo>
                  <a:pt x="1682" y="1047"/>
                </a:lnTo>
                <a:lnTo>
                  <a:pt x="1681" y="1047"/>
                </a:lnTo>
                <a:lnTo>
                  <a:pt x="1680" y="1047"/>
                </a:lnTo>
                <a:lnTo>
                  <a:pt x="1679" y="1047"/>
                </a:lnTo>
                <a:lnTo>
                  <a:pt x="1678" y="1047"/>
                </a:lnTo>
                <a:lnTo>
                  <a:pt x="1677" y="1047"/>
                </a:lnTo>
                <a:lnTo>
                  <a:pt x="1676" y="1048"/>
                </a:lnTo>
                <a:lnTo>
                  <a:pt x="1674" y="1048"/>
                </a:lnTo>
                <a:lnTo>
                  <a:pt x="1674" y="1047"/>
                </a:lnTo>
                <a:lnTo>
                  <a:pt x="1674" y="1048"/>
                </a:lnTo>
                <a:lnTo>
                  <a:pt x="1673" y="1048"/>
                </a:lnTo>
                <a:lnTo>
                  <a:pt x="1672" y="1048"/>
                </a:lnTo>
                <a:lnTo>
                  <a:pt x="1671" y="1048"/>
                </a:lnTo>
                <a:lnTo>
                  <a:pt x="1670" y="1048"/>
                </a:lnTo>
                <a:lnTo>
                  <a:pt x="1670" y="1049"/>
                </a:lnTo>
                <a:lnTo>
                  <a:pt x="1669" y="1049"/>
                </a:lnTo>
                <a:lnTo>
                  <a:pt x="1668" y="1049"/>
                </a:lnTo>
                <a:lnTo>
                  <a:pt x="1667" y="1049"/>
                </a:lnTo>
                <a:lnTo>
                  <a:pt x="1667" y="1050"/>
                </a:lnTo>
                <a:lnTo>
                  <a:pt x="1666" y="1050"/>
                </a:lnTo>
                <a:lnTo>
                  <a:pt x="1665" y="1050"/>
                </a:lnTo>
                <a:lnTo>
                  <a:pt x="1665" y="1051"/>
                </a:lnTo>
                <a:lnTo>
                  <a:pt x="1664" y="1051"/>
                </a:lnTo>
                <a:lnTo>
                  <a:pt x="1663" y="1051"/>
                </a:lnTo>
                <a:lnTo>
                  <a:pt x="1662" y="1051"/>
                </a:lnTo>
                <a:lnTo>
                  <a:pt x="1662" y="1052"/>
                </a:lnTo>
                <a:lnTo>
                  <a:pt x="1661" y="1052"/>
                </a:lnTo>
                <a:lnTo>
                  <a:pt x="1660" y="1052"/>
                </a:lnTo>
                <a:lnTo>
                  <a:pt x="1659" y="1053"/>
                </a:lnTo>
                <a:lnTo>
                  <a:pt x="1657" y="1053"/>
                </a:lnTo>
                <a:lnTo>
                  <a:pt x="1657" y="1054"/>
                </a:lnTo>
                <a:lnTo>
                  <a:pt x="1657" y="1055"/>
                </a:lnTo>
                <a:lnTo>
                  <a:pt x="1656" y="1055"/>
                </a:lnTo>
                <a:lnTo>
                  <a:pt x="1655" y="1055"/>
                </a:lnTo>
                <a:lnTo>
                  <a:pt x="1654" y="1055"/>
                </a:lnTo>
                <a:lnTo>
                  <a:pt x="1654" y="1056"/>
                </a:lnTo>
                <a:lnTo>
                  <a:pt x="1653" y="1056"/>
                </a:lnTo>
                <a:lnTo>
                  <a:pt x="1652" y="1056"/>
                </a:lnTo>
                <a:lnTo>
                  <a:pt x="1652" y="1055"/>
                </a:lnTo>
                <a:lnTo>
                  <a:pt x="1652" y="1056"/>
                </a:lnTo>
                <a:lnTo>
                  <a:pt x="1651" y="1056"/>
                </a:lnTo>
                <a:lnTo>
                  <a:pt x="1650" y="1056"/>
                </a:lnTo>
                <a:lnTo>
                  <a:pt x="1649" y="1056"/>
                </a:lnTo>
                <a:lnTo>
                  <a:pt x="1649" y="1057"/>
                </a:lnTo>
                <a:lnTo>
                  <a:pt x="1648" y="1057"/>
                </a:lnTo>
                <a:lnTo>
                  <a:pt x="1647" y="1057"/>
                </a:lnTo>
                <a:lnTo>
                  <a:pt x="1646" y="1056"/>
                </a:lnTo>
                <a:lnTo>
                  <a:pt x="1645" y="1056"/>
                </a:lnTo>
                <a:lnTo>
                  <a:pt x="1644" y="1056"/>
                </a:lnTo>
                <a:lnTo>
                  <a:pt x="1644" y="1057"/>
                </a:lnTo>
                <a:lnTo>
                  <a:pt x="1643" y="1057"/>
                </a:lnTo>
                <a:lnTo>
                  <a:pt x="1643" y="1056"/>
                </a:lnTo>
                <a:lnTo>
                  <a:pt x="1642" y="1056"/>
                </a:lnTo>
                <a:lnTo>
                  <a:pt x="1641" y="1056"/>
                </a:lnTo>
                <a:lnTo>
                  <a:pt x="1639" y="1057"/>
                </a:lnTo>
                <a:lnTo>
                  <a:pt x="1639" y="1058"/>
                </a:lnTo>
                <a:lnTo>
                  <a:pt x="1638" y="1058"/>
                </a:lnTo>
                <a:lnTo>
                  <a:pt x="1638" y="1057"/>
                </a:lnTo>
                <a:lnTo>
                  <a:pt x="1638" y="1058"/>
                </a:lnTo>
                <a:lnTo>
                  <a:pt x="1637" y="1058"/>
                </a:lnTo>
                <a:lnTo>
                  <a:pt x="1636" y="1058"/>
                </a:lnTo>
                <a:lnTo>
                  <a:pt x="1636" y="1057"/>
                </a:lnTo>
                <a:lnTo>
                  <a:pt x="1636" y="1058"/>
                </a:lnTo>
                <a:lnTo>
                  <a:pt x="1635" y="1058"/>
                </a:lnTo>
                <a:lnTo>
                  <a:pt x="1635" y="1059"/>
                </a:lnTo>
                <a:lnTo>
                  <a:pt x="1634" y="1059"/>
                </a:lnTo>
                <a:lnTo>
                  <a:pt x="1633" y="1059"/>
                </a:lnTo>
                <a:lnTo>
                  <a:pt x="1632" y="1059"/>
                </a:lnTo>
                <a:lnTo>
                  <a:pt x="1631" y="1059"/>
                </a:lnTo>
                <a:lnTo>
                  <a:pt x="1631" y="1060"/>
                </a:lnTo>
                <a:lnTo>
                  <a:pt x="1630" y="1060"/>
                </a:lnTo>
                <a:lnTo>
                  <a:pt x="1629" y="1060"/>
                </a:lnTo>
                <a:lnTo>
                  <a:pt x="1628" y="1061"/>
                </a:lnTo>
                <a:lnTo>
                  <a:pt x="1627" y="1061"/>
                </a:lnTo>
                <a:lnTo>
                  <a:pt x="1626" y="1060"/>
                </a:lnTo>
                <a:lnTo>
                  <a:pt x="1626" y="1061"/>
                </a:lnTo>
                <a:lnTo>
                  <a:pt x="1625" y="1061"/>
                </a:lnTo>
                <a:lnTo>
                  <a:pt x="1624" y="1061"/>
                </a:lnTo>
                <a:lnTo>
                  <a:pt x="1624" y="1062"/>
                </a:lnTo>
                <a:lnTo>
                  <a:pt x="1623" y="1062"/>
                </a:lnTo>
                <a:lnTo>
                  <a:pt x="1623" y="1061"/>
                </a:lnTo>
                <a:lnTo>
                  <a:pt x="1622" y="1061"/>
                </a:lnTo>
                <a:lnTo>
                  <a:pt x="1622" y="1062"/>
                </a:lnTo>
                <a:lnTo>
                  <a:pt x="1621" y="1062"/>
                </a:lnTo>
                <a:lnTo>
                  <a:pt x="1620" y="1062"/>
                </a:lnTo>
                <a:lnTo>
                  <a:pt x="1619" y="1062"/>
                </a:lnTo>
                <a:lnTo>
                  <a:pt x="1618" y="1062"/>
                </a:lnTo>
                <a:lnTo>
                  <a:pt x="1618" y="1063"/>
                </a:lnTo>
                <a:lnTo>
                  <a:pt x="1617" y="1063"/>
                </a:lnTo>
                <a:lnTo>
                  <a:pt x="1616" y="1063"/>
                </a:lnTo>
                <a:lnTo>
                  <a:pt x="1615" y="1063"/>
                </a:lnTo>
                <a:lnTo>
                  <a:pt x="1615" y="1064"/>
                </a:lnTo>
                <a:lnTo>
                  <a:pt x="1614" y="1064"/>
                </a:lnTo>
                <a:lnTo>
                  <a:pt x="1613" y="1064"/>
                </a:lnTo>
                <a:lnTo>
                  <a:pt x="1612" y="1065"/>
                </a:lnTo>
                <a:lnTo>
                  <a:pt x="1611" y="1065"/>
                </a:lnTo>
                <a:lnTo>
                  <a:pt x="1610" y="1066"/>
                </a:lnTo>
                <a:lnTo>
                  <a:pt x="1610" y="1067"/>
                </a:lnTo>
                <a:lnTo>
                  <a:pt x="1609" y="1066"/>
                </a:lnTo>
                <a:lnTo>
                  <a:pt x="1608" y="1067"/>
                </a:lnTo>
                <a:lnTo>
                  <a:pt x="1607" y="1067"/>
                </a:lnTo>
                <a:lnTo>
                  <a:pt x="1606" y="1067"/>
                </a:lnTo>
                <a:lnTo>
                  <a:pt x="1606" y="1068"/>
                </a:lnTo>
                <a:lnTo>
                  <a:pt x="1606" y="1069"/>
                </a:lnTo>
                <a:lnTo>
                  <a:pt x="1604" y="1069"/>
                </a:lnTo>
                <a:lnTo>
                  <a:pt x="1603" y="1069"/>
                </a:lnTo>
                <a:lnTo>
                  <a:pt x="1603" y="1068"/>
                </a:lnTo>
                <a:lnTo>
                  <a:pt x="1603" y="1069"/>
                </a:lnTo>
                <a:lnTo>
                  <a:pt x="1602" y="1069"/>
                </a:lnTo>
                <a:lnTo>
                  <a:pt x="1601" y="1068"/>
                </a:lnTo>
                <a:lnTo>
                  <a:pt x="1600" y="1068"/>
                </a:lnTo>
                <a:lnTo>
                  <a:pt x="1599" y="1068"/>
                </a:lnTo>
                <a:lnTo>
                  <a:pt x="1599" y="1069"/>
                </a:lnTo>
                <a:lnTo>
                  <a:pt x="1598" y="1069"/>
                </a:lnTo>
                <a:lnTo>
                  <a:pt x="1597" y="1069"/>
                </a:lnTo>
                <a:lnTo>
                  <a:pt x="1596" y="1070"/>
                </a:lnTo>
                <a:lnTo>
                  <a:pt x="1595" y="1070"/>
                </a:lnTo>
                <a:lnTo>
                  <a:pt x="1593" y="1071"/>
                </a:lnTo>
                <a:lnTo>
                  <a:pt x="1592" y="1071"/>
                </a:lnTo>
                <a:lnTo>
                  <a:pt x="1591" y="1071"/>
                </a:lnTo>
                <a:lnTo>
                  <a:pt x="1590" y="1072"/>
                </a:lnTo>
                <a:lnTo>
                  <a:pt x="1589" y="1072"/>
                </a:lnTo>
                <a:lnTo>
                  <a:pt x="1589" y="1073"/>
                </a:lnTo>
                <a:lnTo>
                  <a:pt x="1588" y="1073"/>
                </a:lnTo>
                <a:lnTo>
                  <a:pt x="1587" y="1073"/>
                </a:lnTo>
                <a:lnTo>
                  <a:pt x="1586" y="1073"/>
                </a:lnTo>
                <a:lnTo>
                  <a:pt x="1585" y="1073"/>
                </a:lnTo>
                <a:lnTo>
                  <a:pt x="1583" y="1073"/>
                </a:lnTo>
                <a:lnTo>
                  <a:pt x="1582" y="1073"/>
                </a:lnTo>
                <a:lnTo>
                  <a:pt x="1581" y="1073"/>
                </a:lnTo>
                <a:lnTo>
                  <a:pt x="1581" y="1074"/>
                </a:lnTo>
                <a:lnTo>
                  <a:pt x="1580" y="1074"/>
                </a:lnTo>
                <a:lnTo>
                  <a:pt x="1578" y="1074"/>
                </a:lnTo>
                <a:lnTo>
                  <a:pt x="1577" y="1074"/>
                </a:lnTo>
                <a:lnTo>
                  <a:pt x="1576" y="1074"/>
                </a:lnTo>
                <a:lnTo>
                  <a:pt x="1575" y="1074"/>
                </a:lnTo>
                <a:lnTo>
                  <a:pt x="1574" y="1074"/>
                </a:lnTo>
                <a:lnTo>
                  <a:pt x="1573" y="1074"/>
                </a:lnTo>
                <a:lnTo>
                  <a:pt x="1573" y="1075"/>
                </a:lnTo>
                <a:lnTo>
                  <a:pt x="1572" y="1075"/>
                </a:lnTo>
                <a:lnTo>
                  <a:pt x="1571" y="1075"/>
                </a:lnTo>
                <a:lnTo>
                  <a:pt x="1570" y="1075"/>
                </a:lnTo>
                <a:lnTo>
                  <a:pt x="1569" y="1075"/>
                </a:lnTo>
                <a:lnTo>
                  <a:pt x="1569" y="1076"/>
                </a:lnTo>
                <a:lnTo>
                  <a:pt x="1568" y="1076"/>
                </a:lnTo>
                <a:lnTo>
                  <a:pt x="1567" y="1076"/>
                </a:lnTo>
                <a:lnTo>
                  <a:pt x="1566" y="1076"/>
                </a:lnTo>
                <a:lnTo>
                  <a:pt x="1565" y="1076"/>
                </a:lnTo>
                <a:lnTo>
                  <a:pt x="1564" y="1077"/>
                </a:lnTo>
                <a:lnTo>
                  <a:pt x="1563" y="1077"/>
                </a:lnTo>
                <a:lnTo>
                  <a:pt x="1562" y="1077"/>
                </a:lnTo>
                <a:lnTo>
                  <a:pt x="1562" y="1078"/>
                </a:lnTo>
                <a:lnTo>
                  <a:pt x="1561" y="1078"/>
                </a:lnTo>
                <a:lnTo>
                  <a:pt x="1560" y="1078"/>
                </a:lnTo>
                <a:lnTo>
                  <a:pt x="1560" y="1077"/>
                </a:lnTo>
                <a:lnTo>
                  <a:pt x="1559" y="1077"/>
                </a:lnTo>
                <a:lnTo>
                  <a:pt x="1558" y="1077"/>
                </a:lnTo>
                <a:lnTo>
                  <a:pt x="1557" y="1078"/>
                </a:lnTo>
                <a:lnTo>
                  <a:pt x="1556" y="1078"/>
                </a:lnTo>
                <a:lnTo>
                  <a:pt x="1555" y="1078"/>
                </a:lnTo>
                <a:lnTo>
                  <a:pt x="1554" y="1078"/>
                </a:lnTo>
                <a:lnTo>
                  <a:pt x="1553" y="1078"/>
                </a:lnTo>
                <a:lnTo>
                  <a:pt x="1552" y="1077"/>
                </a:lnTo>
                <a:lnTo>
                  <a:pt x="1551" y="1077"/>
                </a:lnTo>
                <a:lnTo>
                  <a:pt x="1550" y="1077"/>
                </a:lnTo>
                <a:lnTo>
                  <a:pt x="1549" y="1077"/>
                </a:lnTo>
                <a:lnTo>
                  <a:pt x="1548" y="1077"/>
                </a:lnTo>
                <a:lnTo>
                  <a:pt x="1547" y="1076"/>
                </a:lnTo>
                <a:lnTo>
                  <a:pt x="1546" y="1077"/>
                </a:lnTo>
                <a:lnTo>
                  <a:pt x="1545" y="1077"/>
                </a:lnTo>
                <a:lnTo>
                  <a:pt x="1544" y="1077"/>
                </a:lnTo>
                <a:lnTo>
                  <a:pt x="1544" y="1078"/>
                </a:lnTo>
                <a:lnTo>
                  <a:pt x="1545" y="1079"/>
                </a:lnTo>
                <a:lnTo>
                  <a:pt x="1546" y="1080"/>
                </a:lnTo>
                <a:lnTo>
                  <a:pt x="1545" y="1081"/>
                </a:lnTo>
                <a:lnTo>
                  <a:pt x="1544" y="1081"/>
                </a:lnTo>
                <a:lnTo>
                  <a:pt x="1544" y="1082"/>
                </a:lnTo>
                <a:lnTo>
                  <a:pt x="1543" y="1082"/>
                </a:lnTo>
                <a:lnTo>
                  <a:pt x="1543" y="1083"/>
                </a:lnTo>
                <a:lnTo>
                  <a:pt x="1543" y="1084"/>
                </a:lnTo>
                <a:lnTo>
                  <a:pt x="1542" y="1084"/>
                </a:lnTo>
                <a:lnTo>
                  <a:pt x="1540" y="1085"/>
                </a:lnTo>
                <a:lnTo>
                  <a:pt x="1539" y="1084"/>
                </a:lnTo>
                <a:lnTo>
                  <a:pt x="1538" y="1084"/>
                </a:lnTo>
                <a:lnTo>
                  <a:pt x="1538" y="1085"/>
                </a:lnTo>
                <a:lnTo>
                  <a:pt x="1537" y="1085"/>
                </a:lnTo>
                <a:lnTo>
                  <a:pt x="1537" y="1086"/>
                </a:lnTo>
                <a:lnTo>
                  <a:pt x="1536" y="1086"/>
                </a:lnTo>
                <a:lnTo>
                  <a:pt x="1536" y="1087"/>
                </a:lnTo>
                <a:lnTo>
                  <a:pt x="1536" y="1088"/>
                </a:lnTo>
                <a:lnTo>
                  <a:pt x="1534" y="1088"/>
                </a:lnTo>
                <a:lnTo>
                  <a:pt x="1533" y="1088"/>
                </a:lnTo>
                <a:lnTo>
                  <a:pt x="1532" y="1088"/>
                </a:lnTo>
                <a:lnTo>
                  <a:pt x="1531" y="1088"/>
                </a:lnTo>
                <a:lnTo>
                  <a:pt x="1530" y="1088"/>
                </a:lnTo>
                <a:lnTo>
                  <a:pt x="1529" y="1089"/>
                </a:lnTo>
                <a:lnTo>
                  <a:pt x="1529" y="1090"/>
                </a:lnTo>
                <a:lnTo>
                  <a:pt x="1530" y="1090"/>
                </a:lnTo>
                <a:lnTo>
                  <a:pt x="1529" y="1090"/>
                </a:lnTo>
                <a:lnTo>
                  <a:pt x="1529" y="1091"/>
                </a:lnTo>
                <a:lnTo>
                  <a:pt x="1530" y="1091"/>
                </a:lnTo>
                <a:lnTo>
                  <a:pt x="1530" y="1092"/>
                </a:lnTo>
                <a:lnTo>
                  <a:pt x="1527" y="1093"/>
                </a:lnTo>
                <a:lnTo>
                  <a:pt x="1527" y="1094"/>
                </a:lnTo>
                <a:lnTo>
                  <a:pt x="1527" y="1095"/>
                </a:lnTo>
                <a:lnTo>
                  <a:pt x="1526" y="1095"/>
                </a:lnTo>
                <a:lnTo>
                  <a:pt x="1525" y="1095"/>
                </a:lnTo>
                <a:lnTo>
                  <a:pt x="1524" y="1095"/>
                </a:lnTo>
                <a:lnTo>
                  <a:pt x="1523" y="1095"/>
                </a:lnTo>
                <a:lnTo>
                  <a:pt x="1523" y="1096"/>
                </a:lnTo>
                <a:lnTo>
                  <a:pt x="1522" y="1096"/>
                </a:lnTo>
                <a:lnTo>
                  <a:pt x="1522" y="1095"/>
                </a:lnTo>
                <a:lnTo>
                  <a:pt x="1521" y="1095"/>
                </a:lnTo>
                <a:lnTo>
                  <a:pt x="1520" y="1096"/>
                </a:lnTo>
                <a:lnTo>
                  <a:pt x="1519" y="1096"/>
                </a:lnTo>
                <a:lnTo>
                  <a:pt x="1519" y="1095"/>
                </a:lnTo>
                <a:lnTo>
                  <a:pt x="1518" y="1095"/>
                </a:lnTo>
                <a:lnTo>
                  <a:pt x="1517" y="1095"/>
                </a:lnTo>
                <a:lnTo>
                  <a:pt x="1516" y="1095"/>
                </a:lnTo>
                <a:lnTo>
                  <a:pt x="1516" y="1094"/>
                </a:lnTo>
                <a:lnTo>
                  <a:pt x="1515" y="1094"/>
                </a:lnTo>
                <a:lnTo>
                  <a:pt x="1513" y="1094"/>
                </a:lnTo>
                <a:lnTo>
                  <a:pt x="1512" y="1094"/>
                </a:lnTo>
                <a:lnTo>
                  <a:pt x="1512" y="1095"/>
                </a:lnTo>
                <a:lnTo>
                  <a:pt x="1511" y="1095"/>
                </a:lnTo>
                <a:lnTo>
                  <a:pt x="1510" y="1095"/>
                </a:lnTo>
                <a:lnTo>
                  <a:pt x="1509" y="1095"/>
                </a:lnTo>
                <a:lnTo>
                  <a:pt x="1508" y="1095"/>
                </a:lnTo>
                <a:lnTo>
                  <a:pt x="1507" y="1095"/>
                </a:lnTo>
                <a:lnTo>
                  <a:pt x="1506" y="1095"/>
                </a:lnTo>
                <a:lnTo>
                  <a:pt x="1505" y="1095"/>
                </a:lnTo>
                <a:lnTo>
                  <a:pt x="1504" y="1095"/>
                </a:lnTo>
                <a:lnTo>
                  <a:pt x="1501" y="1095"/>
                </a:lnTo>
                <a:lnTo>
                  <a:pt x="1500" y="1095"/>
                </a:lnTo>
                <a:lnTo>
                  <a:pt x="1499" y="1095"/>
                </a:lnTo>
                <a:lnTo>
                  <a:pt x="1498" y="1096"/>
                </a:lnTo>
                <a:lnTo>
                  <a:pt x="1498" y="1101"/>
                </a:lnTo>
                <a:lnTo>
                  <a:pt x="1498" y="1102"/>
                </a:lnTo>
                <a:lnTo>
                  <a:pt x="1498" y="1103"/>
                </a:lnTo>
                <a:lnTo>
                  <a:pt x="1499" y="1104"/>
                </a:lnTo>
                <a:lnTo>
                  <a:pt x="1500" y="1104"/>
                </a:lnTo>
                <a:lnTo>
                  <a:pt x="1502" y="1104"/>
                </a:lnTo>
                <a:lnTo>
                  <a:pt x="1503" y="1104"/>
                </a:lnTo>
                <a:lnTo>
                  <a:pt x="1504" y="1105"/>
                </a:lnTo>
                <a:lnTo>
                  <a:pt x="1504" y="1106"/>
                </a:lnTo>
                <a:lnTo>
                  <a:pt x="1503" y="1106"/>
                </a:lnTo>
                <a:lnTo>
                  <a:pt x="1503" y="1107"/>
                </a:lnTo>
                <a:lnTo>
                  <a:pt x="1502" y="1108"/>
                </a:lnTo>
                <a:lnTo>
                  <a:pt x="1501" y="1108"/>
                </a:lnTo>
                <a:lnTo>
                  <a:pt x="1501" y="1109"/>
                </a:lnTo>
                <a:lnTo>
                  <a:pt x="1502" y="1109"/>
                </a:lnTo>
                <a:lnTo>
                  <a:pt x="1501" y="1109"/>
                </a:lnTo>
                <a:lnTo>
                  <a:pt x="1500" y="1110"/>
                </a:lnTo>
                <a:lnTo>
                  <a:pt x="1501" y="1111"/>
                </a:lnTo>
                <a:lnTo>
                  <a:pt x="1505" y="1114"/>
                </a:lnTo>
                <a:lnTo>
                  <a:pt x="1505" y="1115"/>
                </a:lnTo>
                <a:lnTo>
                  <a:pt x="1506" y="1115"/>
                </a:lnTo>
                <a:lnTo>
                  <a:pt x="1507" y="1116"/>
                </a:lnTo>
                <a:lnTo>
                  <a:pt x="1508" y="1117"/>
                </a:lnTo>
                <a:lnTo>
                  <a:pt x="1509" y="1117"/>
                </a:lnTo>
                <a:lnTo>
                  <a:pt x="1512" y="1120"/>
                </a:lnTo>
                <a:lnTo>
                  <a:pt x="1513" y="1121"/>
                </a:lnTo>
                <a:lnTo>
                  <a:pt x="1516" y="1121"/>
                </a:lnTo>
                <a:lnTo>
                  <a:pt x="1517" y="1121"/>
                </a:lnTo>
                <a:lnTo>
                  <a:pt x="1518" y="1121"/>
                </a:lnTo>
                <a:lnTo>
                  <a:pt x="1519" y="1121"/>
                </a:lnTo>
                <a:lnTo>
                  <a:pt x="1520" y="1121"/>
                </a:lnTo>
                <a:lnTo>
                  <a:pt x="1520" y="1120"/>
                </a:lnTo>
                <a:lnTo>
                  <a:pt x="1520" y="1117"/>
                </a:lnTo>
                <a:lnTo>
                  <a:pt x="1520" y="1116"/>
                </a:lnTo>
                <a:lnTo>
                  <a:pt x="1520" y="1115"/>
                </a:lnTo>
                <a:lnTo>
                  <a:pt x="1520" y="1114"/>
                </a:lnTo>
                <a:lnTo>
                  <a:pt x="1521" y="1114"/>
                </a:lnTo>
                <a:lnTo>
                  <a:pt x="1522" y="1114"/>
                </a:lnTo>
                <a:lnTo>
                  <a:pt x="1523" y="1114"/>
                </a:lnTo>
                <a:lnTo>
                  <a:pt x="1524" y="1114"/>
                </a:lnTo>
                <a:lnTo>
                  <a:pt x="1524" y="1113"/>
                </a:lnTo>
                <a:lnTo>
                  <a:pt x="1525" y="1113"/>
                </a:lnTo>
                <a:lnTo>
                  <a:pt x="1527" y="1113"/>
                </a:lnTo>
                <a:lnTo>
                  <a:pt x="1528" y="1113"/>
                </a:lnTo>
                <a:lnTo>
                  <a:pt x="1531" y="1113"/>
                </a:lnTo>
                <a:lnTo>
                  <a:pt x="1532" y="1113"/>
                </a:lnTo>
                <a:lnTo>
                  <a:pt x="1533" y="1113"/>
                </a:lnTo>
                <a:lnTo>
                  <a:pt x="1535" y="1113"/>
                </a:lnTo>
                <a:lnTo>
                  <a:pt x="1536" y="1112"/>
                </a:lnTo>
                <a:lnTo>
                  <a:pt x="1536" y="1114"/>
                </a:lnTo>
                <a:lnTo>
                  <a:pt x="1535" y="1116"/>
                </a:lnTo>
                <a:lnTo>
                  <a:pt x="1535" y="1117"/>
                </a:lnTo>
                <a:lnTo>
                  <a:pt x="1535" y="1118"/>
                </a:lnTo>
                <a:lnTo>
                  <a:pt x="1535" y="1120"/>
                </a:lnTo>
                <a:lnTo>
                  <a:pt x="1535" y="1122"/>
                </a:lnTo>
                <a:lnTo>
                  <a:pt x="1535" y="1123"/>
                </a:lnTo>
                <a:lnTo>
                  <a:pt x="1534" y="1124"/>
                </a:lnTo>
                <a:lnTo>
                  <a:pt x="1534" y="1138"/>
                </a:lnTo>
                <a:lnTo>
                  <a:pt x="1535" y="1141"/>
                </a:lnTo>
                <a:lnTo>
                  <a:pt x="1535" y="1154"/>
                </a:lnTo>
                <a:lnTo>
                  <a:pt x="1535" y="1156"/>
                </a:lnTo>
                <a:lnTo>
                  <a:pt x="1535" y="1173"/>
                </a:lnTo>
                <a:lnTo>
                  <a:pt x="1536" y="1173"/>
                </a:lnTo>
                <a:lnTo>
                  <a:pt x="1537" y="1173"/>
                </a:lnTo>
                <a:lnTo>
                  <a:pt x="1538" y="1173"/>
                </a:lnTo>
                <a:lnTo>
                  <a:pt x="1539" y="1173"/>
                </a:lnTo>
                <a:lnTo>
                  <a:pt x="1540" y="1173"/>
                </a:lnTo>
                <a:lnTo>
                  <a:pt x="1540" y="1174"/>
                </a:lnTo>
                <a:lnTo>
                  <a:pt x="1540" y="1175"/>
                </a:lnTo>
                <a:lnTo>
                  <a:pt x="1542" y="1175"/>
                </a:lnTo>
                <a:lnTo>
                  <a:pt x="1543" y="1176"/>
                </a:lnTo>
                <a:lnTo>
                  <a:pt x="1544" y="1176"/>
                </a:lnTo>
                <a:lnTo>
                  <a:pt x="1545" y="1176"/>
                </a:lnTo>
                <a:lnTo>
                  <a:pt x="1546" y="1176"/>
                </a:lnTo>
                <a:lnTo>
                  <a:pt x="1547" y="1176"/>
                </a:lnTo>
                <a:lnTo>
                  <a:pt x="1547" y="1175"/>
                </a:lnTo>
                <a:lnTo>
                  <a:pt x="1547" y="1176"/>
                </a:lnTo>
                <a:lnTo>
                  <a:pt x="1548" y="1176"/>
                </a:lnTo>
                <a:lnTo>
                  <a:pt x="1549" y="1176"/>
                </a:lnTo>
                <a:lnTo>
                  <a:pt x="1549" y="1177"/>
                </a:lnTo>
                <a:lnTo>
                  <a:pt x="1549" y="1178"/>
                </a:lnTo>
                <a:lnTo>
                  <a:pt x="1550" y="1178"/>
                </a:lnTo>
                <a:lnTo>
                  <a:pt x="1551" y="1178"/>
                </a:lnTo>
                <a:lnTo>
                  <a:pt x="1552" y="1179"/>
                </a:lnTo>
                <a:lnTo>
                  <a:pt x="1552" y="1178"/>
                </a:lnTo>
                <a:lnTo>
                  <a:pt x="1553" y="1178"/>
                </a:lnTo>
                <a:lnTo>
                  <a:pt x="1553" y="1179"/>
                </a:lnTo>
                <a:lnTo>
                  <a:pt x="1554" y="1179"/>
                </a:lnTo>
                <a:lnTo>
                  <a:pt x="1555" y="1179"/>
                </a:lnTo>
                <a:lnTo>
                  <a:pt x="1555" y="1180"/>
                </a:lnTo>
                <a:lnTo>
                  <a:pt x="1556" y="1181"/>
                </a:lnTo>
                <a:lnTo>
                  <a:pt x="1557" y="1181"/>
                </a:lnTo>
                <a:lnTo>
                  <a:pt x="1558" y="1181"/>
                </a:lnTo>
                <a:lnTo>
                  <a:pt x="1559" y="1181"/>
                </a:lnTo>
                <a:lnTo>
                  <a:pt x="1559" y="1182"/>
                </a:lnTo>
                <a:lnTo>
                  <a:pt x="1559" y="1183"/>
                </a:lnTo>
                <a:lnTo>
                  <a:pt x="1560" y="1183"/>
                </a:lnTo>
                <a:lnTo>
                  <a:pt x="1561" y="1183"/>
                </a:lnTo>
                <a:lnTo>
                  <a:pt x="1561" y="1184"/>
                </a:lnTo>
                <a:lnTo>
                  <a:pt x="1562" y="1184"/>
                </a:lnTo>
                <a:lnTo>
                  <a:pt x="1562" y="1185"/>
                </a:lnTo>
                <a:lnTo>
                  <a:pt x="1563" y="1185"/>
                </a:lnTo>
                <a:lnTo>
                  <a:pt x="1564" y="1185"/>
                </a:lnTo>
                <a:lnTo>
                  <a:pt x="1564" y="1186"/>
                </a:lnTo>
                <a:lnTo>
                  <a:pt x="1565" y="1186"/>
                </a:lnTo>
                <a:lnTo>
                  <a:pt x="1565" y="1187"/>
                </a:lnTo>
                <a:lnTo>
                  <a:pt x="1566" y="1187"/>
                </a:lnTo>
                <a:lnTo>
                  <a:pt x="1567" y="1188"/>
                </a:lnTo>
                <a:lnTo>
                  <a:pt x="1567" y="1189"/>
                </a:lnTo>
                <a:lnTo>
                  <a:pt x="1567" y="1190"/>
                </a:lnTo>
                <a:lnTo>
                  <a:pt x="1566" y="1190"/>
                </a:lnTo>
                <a:lnTo>
                  <a:pt x="1566" y="1191"/>
                </a:lnTo>
                <a:lnTo>
                  <a:pt x="1566" y="1192"/>
                </a:lnTo>
                <a:lnTo>
                  <a:pt x="1566" y="1193"/>
                </a:lnTo>
                <a:lnTo>
                  <a:pt x="1567" y="1193"/>
                </a:lnTo>
                <a:lnTo>
                  <a:pt x="1568" y="1194"/>
                </a:lnTo>
                <a:lnTo>
                  <a:pt x="1569" y="1194"/>
                </a:lnTo>
                <a:lnTo>
                  <a:pt x="1570" y="1194"/>
                </a:lnTo>
                <a:lnTo>
                  <a:pt x="1570" y="1195"/>
                </a:lnTo>
                <a:lnTo>
                  <a:pt x="1571" y="1195"/>
                </a:lnTo>
                <a:lnTo>
                  <a:pt x="1571" y="1196"/>
                </a:lnTo>
                <a:lnTo>
                  <a:pt x="1572" y="1196"/>
                </a:lnTo>
                <a:lnTo>
                  <a:pt x="1573" y="1196"/>
                </a:lnTo>
                <a:lnTo>
                  <a:pt x="1573" y="1197"/>
                </a:lnTo>
                <a:lnTo>
                  <a:pt x="1572" y="1197"/>
                </a:lnTo>
                <a:lnTo>
                  <a:pt x="1572" y="1198"/>
                </a:lnTo>
                <a:lnTo>
                  <a:pt x="1573" y="1198"/>
                </a:lnTo>
                <a:lnTo>
                  <a:pt x="1574" y="1198"/>
                </a:lnTo>
                <a:lnTo>
                  <a:pt x="1574" y="1199"/>
                </a:lnTo>
                <a:lnTo>
                  <a:pt x="1574" y="1198"/>
                </a:lnTo>
                <a:lnTo>
                  <a:pt x="1575" y="1198"/>
                </a:lnTo>
                <a:lnTo>
                  <a:pt x="1576" y="1198"/>
                </a:lnTo>
                <a:lnTo>
                  <a:pt x="1577" y="1198"/>
                </a:lnTo>
                <a:lnTo>
                  <a:pt x="1577" y="1197"/>
                </a:lnTo>
                <a:lnTo>
                  <a:pt x="1578" y="1197"/>
                </a:lnTo>
                <a:lnTo>
                  <a:pt x="1579" y="1197"/>
                </a:lnTo>
                <a:lnTo>
                  <a:pt x="1580" y="1197"/>
                </a:lnTo>
                <a:lnTo>
                  <a:pt x="1581" y="1197"/>
                </a:lnTo>
                <a:lnTo>
                  <a:pt x="1582" y="1198"/>
                </a:lnTo>
                <a:lnTo>
                  <a:pt x="1583" y="1198"/>
                </a:lnTo>
                <a:lnTo>
                  <a:pt x="1584" y="1198"/>
                </a:lnTo>
                <a:lnTo>
                  <a:pt x="1584" y="1199"/>
                </a:lnTo>
                <a:lnTo>
                  <a:pt x="1585" y="1199"/>
                </a:lnTo>
                <a:lnTo>
                  <a:pt x="1585" y="1200"/>
                </a:lnTo>
                <a:lnTo>
                  <a:pt x="1586" y="1201"/>
                </a:lnTo>
                <a:lnTo>
                  <a:pt x="1587" y="1201"/>
                </a:lnTo>
                <a:lnTo>
                  <a:pt x="1587" y="1202"/>
                </a:lnTo>
                <a:lnTo>
                  <a:pt x="1588" y="1203"/>
                </a:lnTo>
                <a:lnTo>
                  <a:pt x="1588" y="1207"/>
                </a:lnTo>
                <a:lnTo>
                  <a:pt x="1588" y="1208"/>
                </a:lnTo>
                <a:lnTo>
                  <a:pt x="1589" y="1209"/>
                </a:lnTo>
                <a:lnTo>
                  <a:pt x="1590" y="1209"/>
                </a:lnTo>
                <a:lnTo>
                  <a:pt x="1590" y="1210"/>
                </a:lnTo>
                <a:lnTo>
                  <a:pt x="1589" y="1210"/>
                </a:lnTo>
                <a:lnTo>
                  <a:pt x="1590" y="1211"/>
                </a:lnTo>
                <a:lnTo>
                  <a:pt x="1590" y="1212"/>
                </a:lnTo>
                <a:lnTo>
                  <a:pt x="1590" y="1213"/>
                </a:lnTo>
                <a:lnTo>
                  <a:pt x="1590" y="1214"/>
                </a:lnTo>
                <a:lnTo>
                  <a:pt x="1590" y="1215"/>
                </a:lnTo>
                <a:lnTo>
                  <a:pt x="1591" y="1215"/>
                </a:lnTo>
                <a:lnTo>
                  <a:pt x="1592" y="1215"/>
                </a:lnTo>
                <a:lnTo>
                  <a:pt x="1593" y="1216"/>
                </a:lnTo>
                <a:lnTo>
                  <a:pt x="1593" y="1217"/>
                </a:lnTo>
                <a:lnTo>
                  <a:pt x="1593" y="1218"/>
                </a:lnTo>
                <a:lnTo>
                  <a:pt x="1594" y="1219"/>
                </a:lnTo>
                <a:lnTo>
                  <a:pt x="1595" y="1219"/>
                </a:lnTo>
                <a:lnTo>
                  <a:pt x="1595" y="1220"/>
                </a:lnTo>
                <a:lnTo>
                  <a:pt x="1595" y="1221"/>
                </a:lnTo>
                <a:lnTo>
                  <a:pt x="1595" y="1222"/>
                </a:lnTo>
                <a:lnTo>
                  <a:pt x="1595" y="1223"/>
                </a:lnTo>
                <a:lnTo>
                  <a:pt x="1595" y="1224"/>
                </a:lnTo>
                <a:lnTo>
                  <a:pt x="1595" y="1225"/>
                </a:lnTo>
                <a:lnTo>
                  <a:pt x="1596" y="1225"/>
                </a:lnTo>
                <a:lnTo>
                  <a:pt x="1596" y="1226"/>
                </a:lnTo>
                <a:lnTo>
                  <a:pt x="1595" y="1226"/>
                </a:lnTo>
                <a:lnTo>
                  <a:pt x="1595" y="1227"/>
                </a:lnTo>
                <a:lnTo>
                  <a:pt x="1597" y="1227"/>
                </a:lnTo>
                <a:lnTo>
                  <a:pt x="1598" y="1227"/>
                </a:lnTo>
                <a:lnTo>
                  <a:pt x="1598" y="1228"/>
                </a:lnTo>
                <a:lnTo>
                  <a:pt x="1599" y="1228"/>
                </a:lnTo>
                <a:lnTo>
                  <a:pt x="1599" y="1229"/>
                </a:lnTo>
                <a:lnTo>
                  <a:pt x="1601" y="1229"/>
                </a:lnTo>
                <a:lnTo>
                  <a:pt x="1602" y="1230"/>
                </a:lnTo>
                <a:lnTo>
                  <a:pt x="1602" y="1231"/>
                </a:lnTo>
                <a:lnTo>
                  <a:pt x="1603" y="1231"/>
                </a:lnTo>
                <a:lnTo>
                  <a:pt x="1603" y="1232"/>
                </a:lnTo>
                <a:lnTo>
                  <a:pt x="1603" y="1233"/>
                </a:lnTo>
                <a:lnTo>
                  <a:pt x="1603" y="1234"/>
                </a:lnTo>
                <a:lnTo>
                  <a:pt x="1604" y="1235"/>
                </a:lnTo>
                <a:lnTo>
                  <a:pt x="1604" y="1236"/>
                </a:lnTo>
                <a:lnTo>
                  <a:pt x="1604" y="1237"/>
                </a:lnTo>
                <a:lnTo>
                  <a:pt x="1605" y="1238"/>
                </a:lnTo>
                <a:lnTo>
                  <a:pt x="1605" y="1239"/>
                </a:lnTo>
                <a:lnTo>
                  <a:pt x="1605" y="1241"/>
                </a:lnTo>
                <a:lnTo>
                  <a:pt x="1604" y="1242"/>
                </a:lnTo>
                <a:lnTo>
                  <a:pt x="1604" y="1243"/>
                </a:lnTo>
                <a:lnTo>
                  <a:pt x="1605" y="1243"/>
                </a:lnTo>
                <a:lnTo>
                  <a:pt x="1605" y="1244"/>
                </a:lnTo>
                <a:lnTo>
                  <a:pt x="1606" y="1244"/>
                </a:lnTo>
                <a:lnTo>
                  <a:pt x="1606" y="1245"/>
                </a:lnTo>
                <a:lnTo>
                  <a:pt x="1606" y="1246"/>
                </a:lnTo>
                <a:lnTo>
                  <a:pt x="1604" y="1246"/>
                </a:lnTo>
                <a:lnTo>
                  <a:pt x="1603" y="1246"/>
                </a:lnTo>
                <a:lnTo>
                  <a:pt x="1602" y="1246"/>
                </a:lnTo>
                <a:lnTo>
                  <a:pt x="1601" y="1246"/>
                </a:lnTo>
                <a:lnTo>
                  <a:pt x="1600" y="1246"/>
                </a:lnTo>
                <a:lnTo>
                  <a:pt x="1599" y="1246"/>
                </a:lnTo>
                <a:lnTo>
                  <a:pt x="1598" y="1246"/>
                </a:lnTo>
                <a:lnTo>
                  <a:pt x="1597" y="1246"/>
                </a:lnTo>
                <a:lnTo>
                  <a:pt x="1596" y="1246"/>
                </a:lnTo>
                <a:lnTo>
                  <a:pt x="1596" y="1245"/>
                </a:lnTo>
                <a:lnTo>
                  <a:pt x="1595" y="1245"/>
                </a:lnTo>
                <a:lnTo>
                  <a:pt x="1594" y="1245"/>
                </a:lnTo>
                <a:lnTo>
                  <a:pt x="1593" y="1245"/>
                </a:lnTo>
                <a:lnTo>
                  <a:pt x="1592" y="1246"/>
                </a:lnTo>
                <a:lnTo>
                  <a:pt x="1591" y="1246"/>
                </a:lnTo>
                <a:lnTo>
                  <a:pt x="1590" y="1247"/>
                </a:lnTo>
                <a:lnTo>
                  <a:pt x="1590" y="1248"/>
                </a:lnTo>
                <a:lnTo>
                  <a:pt x="1590" y="1249"/>
                </a:lnTo>
                <a:lnTo>
                  <a:pt x="1590" y="1250"/>
                </a:lnTo>
                <a:lnTo>
                  <a:pt x="1589" y="1250"/>
                </a:lnTo>
                <a:lnTo>
                  <a:pt x="1588" y="1251"/>
                </a:lnTo>
                <a:lnTo>
                  <a:pt x="1587" y="1251"/>
                </a:lnTo>
                <a:lnTo>
                  <a:pt x="1584" y="1251"/>
                </a:lnTo>
                <a:lnTo>
                  <a:pt x="1583" y="1251"/>
                </a:lnTo>
                <a:lnTo>
                  <a:pt x="1582" y="1251"/>
                </a:lnTo>
                <a:lnTo>
                  <a:pt x="1582" y="1252"/>
                </a:lnTo>
                <a:lnTo>
                  <a:pt x="1582" y="1253"/>
                </a:lnTo>
                <a:lnTo>
                  <a:pt x="1582" y="1254"/>
                </a:lnTo>
                <a:lnTo>
                  <a:pt x="1582" y="1255"/>
                </a:lnTo>
                <a:lnTo>
                  <a:pt x="1581" y="1255"/>
                </a:lnTo>
                <a:lnTo>
                  <a:pt x="1580" y="1255"/>
                </a:lnTo>
                <a:lnTo>
                  <a:pt x="1579" y="1255"/>
                </a:lnTo>
                <a:lnTo>
                  <a:pt x="1578" y="1256"/>
                </a:lnTo>
                <a:lnTo>
                  <a:pt x="1577" y="1256"/>
                </a:lnTo>
                <a:lnTo>
                  <a:pt x="1576" y="1256"/>
                </a:lnTo>
                <a:lnTo>
                  <a:pt x="1575" y="1256"/>
                </a:lnTo>
                <a:lnTo>
                  <a:pt x="1572" y="1256"/>
                </a:lnTo>
                <a:lnTo>
                  <a:pt x="1569" y="1256"/>
                </a:lnTo>
                <a:lnTo>
                  <a:pt x="1568" y="1256"/>
                </a:lnTo>
                <a:lnTo>
                  <a:pt x="1567" y="1256"/>
                </a:lnTo>
                <a:lnTo>
                  <a:pt x="1566" y="1256"/>
                </a:lnTo>
                <a:lnTo>
                  <a:pt x="1565" y="1256"/>
                </a:lnTo>
                <a:lnTo>
                  <a:pt x="1564" y="1257"/>
                </a:lnTo>
                <a:lnTo>
                  <a:pt x="1564" y="1258"/>
                </a:lnTo>
                <a:lnTo>
                  <a:pt x="1563" y="1258"/>
                </a:lnTo>
                <a:lnTo>
                  <a:pt x="1562" y="1259"/>
                </a:lnTo>
                <a:lnTo>
                  <a:pt x="1561" y="1260"/>
                </a:lnTo>
                <a:lnTo>
                  <a:pt x="1561" y="1261"/>
                </a:lnTo>
                <a:lnTo>
                  <a:pt x="1560" y="1261"/>
                </a:lnTo>
                <a:lnTo>
                  <a:pt x="1560" y="1262"/>
                </a:lnTo>
                <a:lnTo>
                  <a:pt x="1559" y="1262"/>
                </a:lnTo>
                <a:lnTo>
                  <a:pt x="1559" y="1263"/>
                </a:lnTo>
                <a:lnTo>
                  <a:pt x="1558" y="1264"/>
                </a:lnTo>
                <a:lnTo>
                  <a:pt x="1557" y="1264"/>
                </a:lnTo>
                <a:lnTo>
                  <a:pt x="1557" y="1265"/>
                </a:lnTo>
                <a:lnTo>
                  <a:pt x="1556" y="1265"/>
                </a:lnTo>
                <a:lnTo>
                  <a:pt x="1555" y="1265"/>
                </a:lnTo>
                <a:lnTo>
                  <a:pt x="1554" y="1265"/>
                </a:lnTo>
                <a:lnTo>
                  <a:pt x="1554" y="1266"/>
                </a:lnTo>
                <a:lnTo>
                  <a:pt x="1554" y="1267"/>
                </a:lnTo>
                <a:lnTo>
                  <a:pt x="1554" y="1268"/>
                </a:lnTo>
                <a:lnTo>
                  <a:pt x="1553" y="1268"/>
                </a:lnTo>
                <a:lnTo>
                  <a:pt x="1553" y="1269"/>
                </a:lnTo>
                <a:lnTo>
                  <a:pt x="1553" y="1270"/>
                </a:lnTo>
                <a:lnTo>
                  <a:pt x="1553" y="1271"/>
                </a:lnTo>
                <a:lnTo>
                  <a:pt x="1554" y="1271"/>
                </a:lnTo>
                <a:lnTo>
                  <a:pt x="1554" y="1272"/>
                </a:lnTo>
                <a:lnTo>
                  <a:pt x="1553" y="1272"/>
                </a:lnTo>
                <a:lnTo>
                  <a:pt x="1553" y="1273"/>
                </a:lnTo>
                <a:lnTo>
                  <a:pt x="1554" y="1273"/>
                </a:lnTo>
                <a:lnTo>
                  <a:pt x="1554" y="1274"/>
                </a:lnTo>
                <a:lnTo>
                  <a:pt x="1555" y="1274"/>
                </a:lnTo>
                <a:lnTo>
                  <a:pt x="1556" y="1275"/>
                </a:lnTo>
                <a:lnTo>
                  <a:pt x="1556" y="1276"/>
                </a:lnTo>
                <a:lnTo>
                  <a:pt x="1555" y="1276"/>
                </a:lnTo>
                <a:lnTo>
                  <a:pt x="1555" y="1277"/>
                </a:lnTo>
                <a:lnTo>
                  <a:pt x="1554" y="1277"/>
                </a:lnTo>
                <a:lnTo>
                  <a:pt x="1553" y="1277"/>
                </a:lnTo>
                <a:lnTo>
                  <a:pt x="1553" y="1279"/>
                </a:lnTo>
                <a:lnTo>
                  <a:pt x="1552" y="1280"/>
                </a:lnTo>
                <a:lnTo>
                  <a:pt x="1552" y="1281"/>
                </a:lnTo>
                <a:lnTo>
                  <a:pt x="1552" y="1282"/>
                </a:lnTo>
                <a:lnTo>
                  <a:pt x="1551" y="1282"/>
                </a:lnTo>
                <a:lnTo>
                  <a:pt x="1552" y="1282"/>
                </a:lnTo>
                <a:lnTo>
                  <a:pt x="1553" y="1282"/>
                </a:lnTo>
                <a:lnTo>
                  <a:pt x="1554" y="1283"/>
                </a:lnTo>
                <a:lnTo>
                  <a:pt x="1554" y="1284"/>
                </a:lnTo>
                <a:lnTo>
                  <a:pt x="1554" y="1285"/>
                </a:lnTo>
                <a:lnTo>
                  <a:pt x="1554" y="1286"/>
                </a:lnTo>
                <a:lnTo>
                  <a:pt x="1553" y="1286"/>
                </a:lnTo>
                <a:lnTo>
                  <a:pt x="1553" y="1287"/>
                </a:lnTo>
                <a:lnTo>
                  <a:pt x="1553" y="1288"/>
                </a:lnTo>
                <a:lnTo>
                  <a:pt x="1554" y="1288"/>
                </a:lnTo>
                <a:lnTo>
                  <a:pt x="1554" y="1289"/>
                </a:lnTo>
                <a:lnTo>
                  <a:pt x="1555" y="1290"/>
                </a:lnTo>
                <a:lnTo>
                  <a:pt x="1556" y="1290"/>
                </a:lnTo>
                <a:lnTo>
                  <a:pt x="1557" y="1290"/>
                </a:lnTo>
                <a:lnTo>
                  <a:pt x="1558" y="1290"/>
                </a:lnTo>
                <a:lnTo>
                  <a:pt x="1559" y="1290"/>
                </a:lnTo>
                <a:lnTo>
                  <a:pt x="1560" y="1290"/>
                </a:lnTo>
                <a:lnTo>
                  <a:pt x="1561" y="1290"/>
                </a:lnTo>
                <a:lnTo>
                  <a:pt x="1562" y="1290"/>
                </a:lnTo>
                <a:lnTo>
                  <a:pt x="1562" y="1291"/>
                </a:lnTo>
                <a:lnTo>
                  <a:pt x="1562" y="1292"/>
                </a:lnTo>
                <a:lnTo>
                  <a:pt x="1563" y="1293"/>
                </a:lnTo>
                <a:lnTo>
                  <a:pt x="1563" y="1292"/>
                </a:lnTo>
                <a:lnTo>
                  <a:pt x="1564" y="1292"/>
                </a:lnTo>
                <a:lnTo>
                  <a:pt x="1565" y="1292"/>
                </a:lnTo>
                <a:lnTo>
                  <a:pt x="1565" y="1293"/>
                </a:lnTo>
                <a:lnTo>
                  <a:pt x="1566" y="1293"/>
                </a:lnTo>
                <a:lnTo>
                  <a:pt x="1567" y="1293"/>
                </a:lnTo>
                <a:lnTo>
                  <a:pt x="1568" y="1293"/>
                </a:lnTo>
                <a:lnTo>
                  <a:pt x="1569" y="1292"/>
                </a:lnTo>
                <a:lnTo>
                  <a:pt x="1570" y="1292"/>
                </a:lnTo>
                <a:lnTo>
                  <a:pt x="1570" y="1293"/>
                </a:lnTo>
                <a:lnTo>
                  <a:pt x="1571" y="1293"/>
                </a:lnTo>
                <a:lnTo>
                  <a:pt x="1572" y="1293"/>
                </a:lnTo>
                <a:lnTo>
                  <a:pt x="1574" y="1293"/>
                </a:lnTo>
                <a:lnTo>
                  <a:pt x="1575" y="1293"/>
                </a:lnTo>
                <a:lnTo>
                  <a:pt x="1575" y="1294"/>
                </a:lnTo>
                <a:lnTo>
                  <a:pt x="1576" y="1294"/>
                </a:lnTo>
                <a:lnTo>
                  <a:pt x="1577" y="1294"/>
                </a:lnTo>
                <a:lnTo>
                  <a:pt x="1578" y="1294"/>
                </a:lnTo>
                <a:lnTo>
                  <a:pt x="1579" y="1294"/>
                </a:lnTo>
                <a:lnTo>
                  <a:pt x="1579" y="1295"/>
                </a:lnTo>
                <a:lnTo>
                  <a:pt x="1581" y="1295"/>
                </a:lnTo>
                <a:lnTo>
                  <a:pt x="1581" y="1296"/>
                </a:lnTo>
                <a:lnTo>
                  <a:pt x="1581" y="1297"/>
                </a:lnTo>
                <a:lnTo>
                  <a:pt x="1580" y="1297"/>
                </a:lnTo>
                <a:lnTo>
                  <a:pt x="1580" y="1298"/>
                </a:lnTo>
                <a:lnTo>
                  <a:pt x="1581" y="1298"/>
                </a:lnTo>
                <a:lnTo>
                  <a:pt x="1581" y="1299"/>
                </a:lnTo>
                <a:lnTo>
                  <a:pt x="1581" y="1300"/>
                </a:lnTo>
                <a:lnTo>
                  <a:pt x="1581" y="1301"/>
                </a:lnTo>
                <a:lnTo>
                  <a:pt x="1582" y="1301"/>
                </a:lnTo>
                <a:lnTo>
                  <a:pt x="1581" y="1301"/>
                </a:lnTo>
                <a:lnTo>
                  <a:pt x="1581" y="1302"/>
                </a:lnTo>
                <a:lnTo>
                  <a:pt x="1581" y="1303"/>
                </a:lnTo>
                <a:lnTo>
                  <a:pt x="1581" y="1304"/>
                </a:lnTo>
                <a:lnTo>
                  <a:pt x="1580" y="1304"/>
                </a:lnTo>
                <a:lnTo>
                  <a:pt x="1580" y="1305"/>
                </a:lnTo>
                <a:lnTo>
                  <a:pt x="1581" y="1305"/>
                </a:lnTo>
                <a:lnTo>
                  <a:pt x="1583" y="1305"/>
                </a:lnTo>
                <a:lnTo>
                  <a:pt x="1583" y="1306"/>
                </a:lnTo>
                <a:lnTo>
                  <a:pt x="1582" y="1307"/>
                </a:lnTo>
                <a:lnTo>
                  <a:pt x="1582" y="1308"/>
                </a:lnTo>
                <a:lnTo>
                  <a:pt x="1582" y="1309"/>
                </a:lnTo>
                <a:lnTo>
                  <a:pt x="1581" y="1309"/>
                </a:lnTo>
                <a:lnTo>
                  <a:pt x="1581" y="1310"/>
                </a:lnTo>
                <a:lnTo>
                  <a:pt x="1582" y="1310"/>
                </a:lnTo>
                <a:lnTo>
                  <a:pt x="1582" y="1311"/>
                </a:lnTo>
                <a:lnTo>
                  <a:pt x="1581" y="1311"/>
                </a:lnTo>
                <a:lnTo>
                  <a:pt x="1581" y="1312"/>
                </a:lnTo>
                <a:lnTo>
                  <a:pt x="1581" y="1313"/>
                </a:lnTo>
                <a:lnTo>
                  <a:pt x="1581" y="1314"/>
                </a:lnTo>
                <a:lnTo>
                  <a:pt x="1581" y="1315"/>
                </a:lnTo>
                <a:lnTo>
                  <a:pt x="1580" y="1316"/>
                </a:lnTo>
                <a:lnTo>
                  <a:pt x="1580" y="1317"/>
                </a:lnTo>
                <a:lnTo>
                  <a:pt x="1581" y="1317"/>
                </a:lnTo>
                <a:lnTo>
                  <a:pt x="1582" y="1317"/>
                </a:lnTo>
                <a:lnTo>
                  <a:pt x="1582" y="1318"/>
                </a:lnTo>
                <a:lnTo>
                  <a:pt x="1583" y="1318"/>
                </a:lnTo>
                <a:lnTo>
                  <a:pt x="1582" y="1318"/>
                </a:lnTo>
                <a:lnTo>
                  <a:pt x="1582" y="1319"/>
                </a:lnTo>
                <a:lnTo>
                  <a:pt x="1583" y="1319"/>
                </a:lnTo>
                <a:lnTo>
                  <a:pt x="1584" y="1319"/>
                </a:lnTo>
                <a:lnTo>
                  <a:pt x="1585" y="1320"/>
                </a:lnTo>
                <a:lnTo>
                  <a:pt x="1584" y="1321"/>
                </a:lnTo>
                <a:lnTo>
                  <a:pt x="1583" y="1322"/>
                </a:lnTo>
                <a:lnTo>
                  <a:pt x="1583" y="1323"/>
                </a:lnTo>
                <a:lnTo>
                  <a:pt x="1582" y="1323"/>
                </a:lnTo>
                <a:lnTo>
                  <a:pt x="1582" y="1324"/>
                </a:lnTo>
                <a:lnTo>
                  <a:pt x="1582" y="1325"/>
                </a:lnTo>
                <a:lnTo>
                  <a:pt x="1583" y="1325"/>
                </a:lnTo>
                <a:lnTo>
                  <a:pt x="1584" y="1326"/>
                </a:lnTo>
                <a:lnTo>
                  <a:pt x="1585" y="1326"/>
                </a:lnTo>
                <a:lnTo>
                  <a:pt x="1585" y="1327"/>
                </a:lnTo>
                <a:lnTo>
                  <a:pt x="1586" y="1327"/>
                </a:lnTo>
                <a:lnTo>
                  <a:pt x="1587" y="1327"/>
                </a:lnTo>
                <a:lnTo>
                  <a:pt x="1587" y="1328"/>
                </a:lnTo>
                <a:lnTo>
                  <a:pt x="1586" y="1328"/>
                </a:lnTo>
                <a:lnTo>
                  <a:pt x="1586" y="1329"/>
                </a:lnTo>
                <a:lnTo>
                  <a:pt x="1587" y="1329"/>
                </a:lnTo>
                <a:lnTo>
                  <a:pt x="1586" y="1330"/>
                </a:lnTo>
                <a:lnTo>
                  <a:pt x="1586" y="1331"/>
                </a:lnTo>
                <a:lnTo>
                  <a:pt x="1587" y="1331"/>
                </a:lnTo>
                <a:lnTo>
                  <a:pt x="1587" y="1332"/>
                </a:lnTo>
                <a:lnTo>
                  <a:pt x="1586" y="1333"/>
                </a:lnTo>
                <a:lnTo>
                  <a:pt x="1587" y="1333"/>
                </a:lnTo>
                <a:lnTo>
                  <a:pt x="1588" y="1334"/>
                </a:lnTo>
                <a:lnTo>
                  <a:pt x="1588" y="1335"/>
                </a:lnTo>
                <a:lnTo>
                  <a:pt x="1589" y="1335"/>
                </a:lnTo>
                <a:lnTo>
                  <a:pt x="1589" y="1336"/>
                </a:lnTo>
                <a:lnTo>
                  <a:pt x="1589" y="1337"/>
                </a:lnTo>
                <a:lnTo>
                  <a:pt x="1589" y="1338"/>
                </a:lnTo>
                <a:lnTo>
                  <a:pt x="1589" y="1339"/>
                </a:lnTo>
                <a:lnTo>
                  <a:pt x="1588" y="1339"/>
                </a:lnTo>
                <a:lnTo>
                  <a:pt x="1588" y="1340"/>
                </a:lnTo>
                <a:lnTo>
                  <a:pt x="1586" y="1340"/>
                </a:lnTo>
                <a:lnTo>
                  <a:pt x="1585" y="1341"/>
                </a:lnTo>
                <a:lnTo>
                  <a:pt x="1585" y="1340"/>
                </a:lnTo>
                <a:lnTo>
                  <a:pt x="1584" y="1340"/>
                </a:lnTo>
                <a:lnTo>
                  <a:pt x="1583" y="1340"/>
                </a:lnTo>
                <a:lnTo>
                  <a:pt x="1582" y="1340"/>
                </a:lnTo>
                <a:lnTo>
                  <a:pt x="1581" y="1340"/>
                </a:lnTo>
                <a:lnTo>
                  <a:pt x="1581" y="1339"/>
                </a:lnTo>
                <a:lnTo>
                  <a:pt x="1580" y="1339"/>
                </a:lnTo>
                <a:lnTo>
                  <a:pt x="1579" y="1339"/>
                </a:lnTo>
                <a:lnTo>
                  <a:pt x="1578" y="1339"/>
                </a:lnTo>
                <a:lnTo>
                  <a:pt x="1577" y="1339"/>
                </a:lnTo>
                <a:lnTo>
                  <a:pt x="1576" y="1339"/>
                </a:lnTo>
                <a:lnTo>
                  <a:pt x="1576" y="1340"/>
                </a:lnTo>
                <a:lnTo>
                  <a:pt x="1575" y="1340"/>
                </a:lnTo>
                <a:lnTo>
                  <a:pt x="1574" y="1340"/>
                </a:lnTo>
                <a:lnTo>
                  <a:pt x="1574" y="1341"/>
                </a:lnTo>
                <a:lnTo>
                  <a:pt x="1574" y="1342"/>
                </a:lnTo>
                <a:lnTo>
                  <a:pt x="1574" y="1343"/>
                </a:lnTo>
                <a:lnTo>
                  <a:pt x="1574" y="1344"/>
                </a:lnTo>
                <a:lnTo>
                  <a:pt x="1573" y="1344"/>
                </a:lnTo>
                <a:lnTo>
                  <a:pt x="1573" y="1345"/>
                </a:lnTo>
                <a:lnTo>
                  <a:pt x="1572" y="1345"/>
                </a:lnTo>
                <a:lnTo>
                  <a:pt x="1572" y="1346"/>
                </a:lnTo>
                <a:lnTo>
                  <a:pt x="1571" y="1346"/>
                </a:lnTo>
                <a:lnTo>
                  <a:pt x="1571" y="1347"/>
                </a:lnTo>
                <a:lnTo>
                  <a:pt x="1570" y="1347"/>
                </a:lnTo>
                <a:lnTo>
                  <a:pt x="1570" y="1346"/>
                </a:lnTo>
                <a:lnTo>
                  <a:pt x="1569" y="1347"/>
                </a:lnTo>
                <a:lnTo>
                  <a:pt x="1568" y="1347"/>
                </a:lnTo>
                <a:lnTo>
                  <a:pt x="1567" y="1347"/>
                </a:lnTo>
                <a:lnTo>
                  <a:pt x="1566" y="1347"/>
                </a:lnTo>
                <a:lnTo>
                  <a:pt x="1566" y="1348"/>
                </a:lnTo>
                <a:lnTo>
                  <a:pt x="1564" y="1348"/>
                </a:lnTo>
                <a:lnTo>
                  <a:pt x="1562" y="1347"/>
                </a:lnTo>
                <a:lnTo>
                  <a:pt x="1562" y="1346"/>
                </a:lnTo>
                <a:lnTo>
                  <a:pt x="1561" y="1346"/>
                </a:lnTo>
                <a:lnTo>
                  <a:pt x="1562" y="1346"/>
                </a:lnTo>
                <a:lnTo>
                  <a:pt x="1562" y="1345"/>
                </a:lnTo>
                <a:lnTo>
                  <a:pt x="1561" y="1345"/>
                </a:lnTo>
                <a:lnTo>
                  <a:pt x="1560" y="1345"/>
                </a:lnTo>
                <a:lnTo>
                  <a:pt x="1559" y="1344"/>
                </a:lnTo>
                <a:lnTo>
                  <a:pt x="1559" y="1343"/>
                </a:lnTo>
                <a:lnTo>
                  <a:pt x="1559" y="1342"/>
                </a:lnTo>
                <a:lnTo>
                  <a:pt x="1558" y="1342"/>
                </a:lnTo>
                <a:lnTo>
                  <a:pt x="1558" y="1341"/>
                </a:lnTo>
                <a:lnTo>
                  <a:pt x="1557" y="1341"/>
                </a:lnTo>
                <a:lnTo>
                  <a:pt x="1557" y="1340"/>
                </a:lnTo>
                <a:lnTo>
                  <a:pt x="1556" y="1340"/>
                </a:lnTo>
                <a:lnTo>
                  <a:pt x="1555" y="1340"/>
                </a:lnTo>
                <a:lnTo>
                  <a:pt x="1554" y="1340"/>
                </a:lnTo>
                <a:lnTo>
                  <a:pt x="1554" y="1339"/>
                </a:lnTo>
                <a:lnTo>
                  <a:pt x="1553" y="1339"/>
                </a:lnTo>
                <a:lnTo>
                  <a:pt x="1553" y="1338"/>
                </a:lnTo>
                <a:lnTo>
                  <a:pt x="1552" y="1338"/>
                </a:lnTo>
                <a:lnTo>
                  <a:pt x="1551" y="1337"/>
                </a:lnTo>
                <a:lnTo>
                  <a:pt x="1550" y="1337"/>
                </a:lnTo>
                <a:lnTo>
                  <a:pt x="1549" y="1336"/>
                </a:lnTo>
                <a:lnTo>
                  <a:pt x="1547" y="1336"/>
                </a:lnTo>
                <a:lnTo>
                  <a:pt x="1546" y="1336"/>
                </a:lnTo>
                <a:lnTo>
                  <a:pt x="1545" y="1336"/>
                </a:lnTo>
                <a:lnTo>
                  <a:pt x="1544" y="1336"/>
                </a:lnTo>
                <a:lnTo>
                  <a:pt x="1544" y="1337"/>
                </a:lnTo>
                <a:lnTo>
                  <a:pt x="1543" y="1337"/>
                </a:lnTo>
                <a:lnTo>
                  <a:pt x="1542" y="1336"/>
                </a:lnTo>
                <a:lnTo>
                  <a:pt x="1541" y="1336"/>
                </a:lnTo>
                <a:lnTo>
                  <a:pt x="1540" y="1336"/>
                </a:lnTo>
                <a:lnTo>
                  <a:pt x="1539" y="1336"/>
                </a:lnTo>
                <a:lnTo>
                  <a:pt x="1538" y="1335"/>
                </a:lnTo>
                <a:lnTo>
                  <a:pt x="1536" y="1335"/>
                </a:lnTo>
                <a:lnTo>
                  <a:pt x="1536" y="1334"/>
                </a:lnTo>
                <a:lnTo>
                  <a:pt x="1535" y="1334"/>
                </a:lnTo>
                <a:lnTo>
                  <a:pt x="1535" y="1335"/>
                </a:lnTo>
                <a:lnTo>
                  <a:pt x="1533" y="1335"/>
                </a:lnTo>
                <a:lnTo>
                  <a:pt x="1532" y="1335"/>
                </a:lnTo>
                <a:lnTo>
                  <a:pt x="1532" y="1336"/>
                </a:lnTo>
                <a:lnTo>
                  <a:pt x="1531" y="1336"/>
                </a:lnTo>
                <a:lnTo>
                  <a:pt x="1529" y="1336"/>
                </a:lnTo>
                <a:lnTo>
                  <a:pt x="1528" y="1336"/>
                </a:lnTo>
                <a:lnTo>
                  <a:pt x="1527" y="1336"/>
                </a:lnTo>
                <a:lnTo>
                  <a:pt x="1525" y="1335"/>
                </a:lnTo>
                <a:lnTo>
                  <a:pt x="1524" y="1335"/>
                </a:lnTo>
                <a:lnTo>
                  <a:pt x="1522" y="1335"/>
                </a:lnTo>
                <a:lnTo>
                  <a:pt x="1521" y="1335"/>
                </a:lnTo>
                <a:lnTo>
                  <a:pt x="1520" y="1335"/>
                </a:lnTo>
                <a:lnTo>
                  <a:pt x="1519" y="1335"/>
                </a:lnTo>
                <a:lnTo>
                  <a:pt x="1518" y="1335"/>
                </a:lnTo>
                <a:lnTo>
                  <a:pt x="1518" y="1334"/>
                </a:lnTo>
                <a:lnTo>
                  <a:pt x="1517" y="1333"/>
                </a:lnTo>
                <a:lnTo>
                  <a:pt x="1515" y="1333"/>
                </a:lnTo>
                <a:lnTo>
                  <a:pt x="1514" y="1333"/>
                </a:lnTo>
                <a:lnTo>
                  <a:pt x="1513" y="1333"/>
                </a:lnTo>
                <a:lnTo>
                  <a:pt x="1512" y="1333"/>
                </a:lnTo>
                <a:lnTo>
                  <a:pt x="1511" y="1333"/>
                </a:lnTo>
                <a:lnTo>
                  <a:pt x="1511" y="1334"/>
                </a:lnTo>
                <a:lnTo>
                  <a:pt x="1511" y="1333"/>
                </a:lnTo>
                <a:lnTo>
                  <a:pt x="1510" y="1333"/>
                </a:lnTo>
                <a:lnTo>
                  <a:pt x="1509" y="1333"/>
                </a:lnTo>
                <a:lnTo>
                  <a:pt x="1508" y="1332"/>
                </a:lnTo>
                <a:lnTo>
                  <a:pt x="1507" y="1332"/>
                </a:lnTo>
                <a:lnTo>
                  <a:pt x="1507" y="1331"/>
                </a:lnTo>
                <a:lnTo>
                  <a:pt x="1506" y="1331"/>
                </a:lnTo>
                <a:lnTo>
                  <a:pt x="1506" y="1330"/>
                </a:lnTo>
                <a:lnTo>
                  <a:pt x="1505" y="1330"/>
                </a:lnTo>
                <a:lnTo>
                  <a:pt x="1504" y="1330"/>
                </a:lnTo>
                <a:lnTo>
                  <a:pt x="1503" y="1330"/>
                </a:lnTo>
                <a:lnTo>
                  <a:pt x="1502" y="1330"/>
                </a:lnTo>
                <a:lnTo>
                  <a:pt x="1501" y="1329"/>
                </a:lnTo>
                <a:lnTo>
                  <a:pt x="1500" y="1329"/>
                </a:lnTo>
                <a:lnTo>
                  <a:pt x="1500" y="1328"/>
                </a:lnTo>
                <a:lnTo>
                  <a:pt x="1499" y="1328"/>
                </a:lnTo>
                <a:lnTo>
                  <a:pt x="1500" y="1327"/>
                </a:lnTo>
                <a:lnTo>
                  <a:pt x="1500" y="1326"/>
                </a:lnTo>
                <a:lnTo>
                  <a:pt x="1501" y="1325"/>
                </a:lnTo>
                <a:lnTo>
                  <a:pt x="1500" y="1325"/>
                </a:lnTo>
                <a:lnTo>
                  <a:pt x="1499" y="1324"/>
                </a:lnTo>
                <a:lnTo>
                  <a:pt x="1498" y="1324"/>
                </a:lnTo>
                <a:lnTo>
                  <a:pt x="1497" y="1324"/>
                </a:lnTo>
                <a:lnTo>
                  <a:pt x="1496" y="1324"/>
                </a:lnTo>
                <a:lnTo>
                  <a:pt x="1495" y="1324"/>
                </a:lnTo>
                <a:lnTo>
                  <a:pt x="1495" y="1323"/>
                </a:lnTo>
                <a:lnTo>
                  <a:pt x="1494" y="1323"/>
                </a:lnTo>
                <a:lnTo>
                  <a:pt x="1494" y="1324"/>
                </a:lnTo>
                <a:lnTo>
                  <a:pt x="1493" y="1323"/>
                </a:lnTo>
                <a:lnTo>
                  <a:pt x="1492" y="1323"/>
                </a:lnTo>
                <a:lnTo>
                  <a:pt x="1492" y="1322"/>
                </a:lnTo>
                <a:lnTo>
                  <a:pt x="1492" y="1321"/>
                </a:lnTo>
                <a:lnTo>
                  <a:pt x="1490" y="1321"/>
                </a:lnTo>
                <a:lnTo>
                  <a:pt x="1489" y="1322"/>
                </a:lnTo>
                <a:lnTo>
                  <a:pt x="1489" y="1321"/>
                </a:lnTo>
                <a:lnTo>
                  <a:pt x="1488" y="1321"/>
                </a:lnTo>
                <a:lnTo>
                  <a:pt x="1488" y="1322"/>
                </a:lnTo>
                <a:lnTo>
                  <a:pt x="1489" y="1322"/>
                </a:lnTo>
                <a:lnTo>
                  <a:pt x="1489" y="1323"/>
                </a:lnTo>
                <a:lnTo>
                  <a:pt x="1490" y="1323"/>
                </a:lnTo>
                <a:lnTo>
                  <a:pt x="1490" y="1324"/>
                </a:lnTo>
                <a:lnTo>
                  <a:pt x="1490" y="1325"/>
                </a:lnTo>
                <a:lnTo>
                  <a:pt x="1490" y="1326"/>
                </a:lnTo>
                <a:lnTo>
                  <a:pt x="1490" y="1327"/>
                </a:lnTo>
                <a:lnTo>
                  <a:pt x="1489" y="1328"/>
                </a:lnTo>
                <a:lnTo>
                  <a:pt x="1489" y="1329"/>
                </a:lnTo>
                <a:lnTo>
                  <a:pt x="1489" y="1330"/>
                </a:lnTo>
                <a:lnTo>
                  <a:pt x="1489" y="1331"/>
                </a:lnTo>
                <a:lnTo>
                  <a:pt x="1488" y="1332"/>
                </a:lnTo>
                <a:lnTo>
                  <a:pt x="1487" y="1333"/>
                </a:lnTo>
                <a:lnTo>
                  <a:pt x="1486" y="1334"/>
                </a:lnTo>
                <a:lnTo>
                  <a:pt x="1485" y="1334"/>
                </a:lnTo>
                <a:lnTo>
                  <a:pt x="1485" y="1335"/>
                </a:lnTo>
                <a:lnTo>
                  <a:pt x="1484" y="1335"/>
                </a:lnTo>
                <a:lnTo>
                  <a:pt x="1483" y="1335"/>
                </a:lnTo>
                <a:lnTo>
                  <a:pt x="1483" y="1336"/>
                </a:lnTo>
                <a:lnTo>
                  <a:pt x="1482" y="1336"/>
                </a:lnTo>
                <a:lnTo>
                  <a:pt x="1482" y="1337"/>
                </a:lnTo>
                <a:lnTo>
                  <a:pt x="1483" y="1337"/>
                </a:lnTo>
                <a:lnTo>
                  <a:pt x="1483" y="1338"/>
                </a:lnTo>
                <a:lnTo>
                  <a:pt x="1483" y="1339"/>
                </a:lnTo>
                <a:lnTo>
                  <a:pt x="1483" y="1340"/>
                </a:lnTo>
                <a:lnTo>
                  <a:pt x="1483" y="1341"/>
                </a:lnTo>
                <a:lnTo>
                  <a:pt x="1483" y="1342"/>
                </a:lnTo>
                <a:lnTo>
                  <a:pt x="1483" y="1343"/>
                </a:lnTo>
                <a:lnTo>
                  <a:pt x="1482" y="1343"/>
                </a:lnTo>
                <a:lnTo>
                  <a:pt x="1482" y="1342"/>
                </a:lnTo>
                <a:lnTo>
                  <a:pt x="1481" y="1342"/>
                </a:lnTo>
                <a:lnTo>
                  <a:pt x="1480" y="1342"/>
                </a:lnTo>
                <a:lnTo>
                  <a:pt x="1479" y="1342"/>
                </a:lnTo>
                <a:lnTo>
                  <a:pt x="1477" y="1342"/>
                </a:lnTo>
                <a:lnTo>
                  <a:pt x="1476" y="1341"/>
                </a:lnTo>
                <a:lnTo>
                  <a:pt x="1475" y="1341"/>
                </a:lnTo>
                <a:lnTo>
                  <a:pt x="1475" y="1342"/>
                </a:lnTo>
                <a:lnTo>
                  <a:pt x="1474" y="1342"/>
                </a:lnTo>
                <a:lnTo>
                  <a:pt x="1475" y="1342"/>
                </a:lnTo>
                <a:lnTo>
                  <a:pt x="1474" y="1342"/>
                </a:lnTo>
                <a:lnTo>
                  <a:pt x="1473" y="1342"/>
                </a:lnTo>
                <a:lnTo>
                  <a:pt x="1472" y="1342"/>
                </a:lnTo>
                <a:lnTo>
                  <a:pt x="1472" y="1341"/>
                </a:lnTo>
                <a:lnTo>
                  <a:pt x="1471" y="1341"/>
                </a:lnTo>
                <a:lnTo>
                  <a:pt x="1471" y="1342"/>
                </a:lnTo>
                <a:lnTo>
                  <a:pt x="1471" y="1341"/>
                </a:lnTo>
                <a:lnTo>
                  <a:pt x="1471" y="1342"/>
                </a:lnTo>
                <a:lnTo>
                  <a:pt x="1470" y="1342"/>
                </a:lnTo>
                <a:lnTo>
                  <a:pt x="1469" y="1342"/>
                </a:lnTo>
                <a:lnTo>
                  <a:pt x="1468" y="1342"/>
                </a:lnTo>
                <a:lnTo>
                  <a:pt x="1467" y="1342"/>
                </a:lnTo>
                <a:lnTo>
                  <a:pt x="1466" y="1342"/>
                </a:lnTo>
                <a:lnTo>
                  <a:pt x="1466" y="1341"/>
                </a:lnTo>
                <a:lnTo>
                  <a:pt x="1465" y="1341"/>
                </a:lnTo>
                <a:lnTo>
                  <a:pt x="1464" y="1341"/>
                </a:lnTo>
                <a:lnTo>
                  <a:pt x="1463" y="1341"/>
                </a:lnTo>
                <a:lnTo>
                  <a:pt x="1463" y="1340"/>
                </a:lnTo>
                <a:lnTo>
                  <a:pt x="1462" y="1340"/>
                </a:lnTo>
                <a:lnTo>
                  <a:pt x="1461" y="1340"/>
                </a:lnTo>
                <a:lnTo>
                  <a:pt x="1460" y="1340"/>
                </a:lnTo>
                <a:lnTo>
                  <a:pt x="1459" y="1340"/>
                </a:lnTo>
                <a:lnTo>
                  <a:pt x="1458" y="1340"/>
                </a:lnTo>
                <a:lnTo>
                  <a:pt x="1458" y="1339"/>
                </a:lnTo>
                <a:lnTo>
                  <a:pt x="1457" y="1339"/>
                </a:lnTo>
                <a:lnTo>
                  <a:pt x="1457" y="1340"/>
                </a:lnTo>
                <a:lnTo>
                  <a:pt x="1456" y="1340"/>
                </a:lnTo>
                <a:lnTo>
                  <a:pt x="1456" y="1339"/>
                </a:lnTo>
                <a:lnTo>
                  <a:pt x="1455" y="1339"/>
                </a:lnTo>
                <a:lnTo>
                  <a:pt x="1454" y="1339"/>
                </a:lnTo>
                <a:lnTo>
                  <a:pt x="1453" y="1339"/>
                </a:lnTo>
                <a:lnTo>
                  <a:pt x="1453" y="1338"/>
                </a:lnTo>
                <a:lnTo>
                  <a:pt x="1452" y="1338"/>
                </a:lnTo>
                <a:lnTo>
                  <a:pt x="1452" y="1337"/>
                </a:lnTo>
                <a:lnTo>
                  <a:pt x="1451" y="1337"/>
                </a:lnTo>
                <a:lnTo>
                  <a:pt x="1451" y="1336"/>
                </a:lnTo>
                <a:lnTo>
                  <a:pt x="1450" y="1336"/>
                </a:lnTo>
                <a:lnTo>
                  <a:pt x="1449" y="1336"/>
                </a:lnTo>
                <a:lnTo>
                  <a:pt x="1449" y="1335"/>
                </a:lnTo>
                <a:lnTo>
                  <a:pt x="1448" y="1335"/>
                </a:lnTo>
                <a:lnTo>
                  <a:pt x="1448" y="1336"/>
                </a:lnTo>
                <a:lnTo>
                  <a:pt x="1447" y="1336"/>
                </a:lnTo>
                <a:lnTo>
                  <a:pt x="1445" y="1336"/>
                </a:lnTo>
                <a:lnTo>
                  <a:pt x="1445" y="1335"/>
                </a:lnTo>
                <a:lnTo>
                  <a:pt x="1444" y="1335"/>
                </a:lnTo>
                <a:lnTo>
                  <a:pt x="1443" y="1335"/>
                </a:lnTo>
                <a:lnTo>
                  <a:pt x="1443" y="1334"/>
                </a:lnTo>
                <a:lnTo>
                  <a:pt x="1442" y="1334"/>
                </a:lnTo>
                <a:lnTo>
                  <a:pt x="1441" y="1334"/>
                </a:lnTo>
                <a:lnTo>
                  <a:pt x="1441" y="1333"/>
                </a:lnTo>
                <a:lnTo>
                  <a:pt x="1440" y="1333"/>
                </a:lnTo>
                <a:lnTo>
                  <a:pt x="1440" y="1332"/>
                </a:lnTo>
                <a:lnTo>
                  <a:pt x="1439" y="1332"/>
                </a:lnTo>
                <a:lnTo>
                  <a:pt x="1438" y="1332"/>
                </a:lnTo>
                <a:lnTo>
                  <a:pt x="1438" y="1331"/>
                </a:lnTo>
                <a:lnTo>
                  <a:pt x="1438" y="1332"/>
                </a:lnTo>
                <a:lnTo>
                  <a:pt x="1438" y="1331"/>
                </a:lnTo>
                <a:lnTo>
                  <a:pt x="1437" y="1331"/>
                </a:lnTo>
                <a:lnTo>
                  <a:pt x="1437" y="1330"/>
                </a:lnTo>
                <a:lnTo>
                  <a:pt x="1436" y="1330"/>
                </a:lnTo>
                <a:lnTo>
                  <a:pt x="1436" y="1329"/>
                </a:lnTo>
                <a:lnTo>
                  <a:pt x="1435" y="1328"/>
                </a:lnTo>
                <a:lnTo>
                  <a:pt x="1434" y="1328"/>
                </a:lnTo>
                <a:lnTo>
                  <a:pt x="1433" y="1328"/>
                </a:lnTo>
                <a:lnTo>
                  <a:pt x="1432" y="1328"/>
                </a:lnTo>
                <a:lnTo>
                  <a:pt x="1432" y="1327"/>
                </a:lnTo>
                <a:lnTo>
                  <a:pt x="1431" y="1327"/>
                </a:lnTo>
                <a:lnTo>
                  <a:pt x="1431" y="1326"/>
                </a:lnTo>
                <a:lnTo>
                  <a:pt x="1430" y="1326"/>
                </a:lnTo>
                <a:lnTo>
                  <a:pt x="1429" y="1326"/>
                </a:lnTo>
                <a:lnTo>
                  <a:pt x="1428" y="1326"/>
                </a:lnTo>
                <a:lnTo>
                  <a:pt x="1428" y="1325"/>
                </a:lnTo>
                <a:lnTo>
                  <a:pt x="1427" y="1325"/>
                </a:lnTo>
                <a:lnTo>
                  <a:pt x="1427" y="1326"/>
                </a:lnTo>
                <a:lnTo>
                  <a:pt x="1426" y="1326"/>
                </a:lnTo>
                <a:lnTo>
                  <a:pt x="1425" y="1326"/>
                </a:lnTo>
                <a:lnTo>
                  <a:pt x="1424" y="1326"/>
                </a:lnTo>
                <a:lnTo>
                  <a:pt x="1423" y="1325"/>
                </a:lnTo>
                <a:lnTo>
                  <a:pt x="1423" y="1324"/>
                </a:lnTo>
                <a:lnTo>
                  <a:pt x="1422" y="1324"/>
                </a:lnTo>
                <a:lnTo>
                  <a:pt x="1422" y="1323"/>
                </a:lnTo>
                <a:lnTo>
                  <a:pt x="1423" y="1323"/>
                </a:lnTo>
                <a:lnTo>
                  <a:pt x="1422" y="1323"/>
                </a:lnTo>
                <a:lnTo>
                  <a:pt x="1421" y="1323"/>
                </a:lnTo>
                <a:lnTo>
                  <a:pt x="1421" y="1322"/>
                </a:lnTo>
                <a:lnTo>
                  <a:pt x="1421" y="1321"/>
                </a:lnTo>
                <a:lnTo>
                  <a:pt x="1420" y="1321"/>
                </a:lnTo>
                <a:lnTo>
                  <a:pt x="1420" y="1320"/>
                </a:lnTo>
                <a:lnTo>
                  <a:pt x="1419" y="1320"/>
                </a:lnTo>
                <a:lnTo>
                  <a:pt x="1418" y="1320"/>
                </a:lnTo>
                <a:lnTo>
                  <a:pt x="1418" y="1321"/>
                </a:lnTo>
                <a:lnTo>
                  <a:pt x="1417" y="1321"/>
                </a:lnTo>
                <a:lnTo>
                  <a:pt x="1417" y="1322"/>
                </a:lnTo>
                <a:lnTo>
                  <a:pt x="1416" y="1322"/>
                </a:lnTo>
                <a:lnTo>
                  <a:pt x="1416" y="1323"/>
                </a:lnTo>
                <a:lnTo>
                  <a:pt x="1414" y="1323"/>
                </a:lnTo>
                <a:lnTo>
                  <a:pt x="1413" y="1323"/>
                </a:lnTo>
                <a:lnTo>
                  <a:pt x="1412" y="1323"/>
                </a:lnTo>
                <a:lnTo>
                  <a:pt x="1411" y="1323"/>
                </a:lnTo>
                <a:lnTo>
                  <a:pt x="1411" y="1324"/>
                </a:lnTo>
                <a:lnTo>
                  <a:pt x="1410" y="1324"/>
                </a:lnTo>
                <a:lnTo>
                  <a:pt x="1409" y="1324"/>
                </a:lnTo>
                <a:lnTo>
                  <a:pt x="1408" y="1323"/>
                </a:lnTo>
                <a:lnTo>
                  <a:pt x="1407" y="1323"/>
                </a:lnTo>
                <a:lnTo>
                  <a:pt x="1407" y="1322"/>
                </a:lnTo>
                <a:lnTo>
                  <a:pt x="1407" y="1321"/>
                </a:lnTo>
                <a:lnTo>
                  <a:pt x="1406" y="1321"/>
                </a:lnTo>
                <a:lnTo>
                  <a:pt x="1405" y="1321"/>
                </a:lnTo>
                <a:lnTo>
                  <a:pt x="1405" y="1320"/>
                </a:lnTo>
                <a:lnTo>
                  <a:pt x="1404" y="1320"/>
                </a:lnTo>
                <a:lnTo>
                  <a:pt x="1403" y="1320"/>
                </a:lnTo>
                <a:lnTo>
                  <a:pt x="1402" y="1320"/>
                </a:lnTo>
                <a:lnTo>
                  <a:pt x="1402" y="1319"/>
                </a:lnTo>
                <a:lnTo>
                  <a:pt x="1402" y="1318"/>
                </a:lnTo>
                <a:lnTo>
                  <a:pt x="1401" y="1318"/>
                </a:lnTo>
                <a:lnTo>
                  <a:pt x="1400" y="1318"/>
                </a:lnTo>
                <a:lnTo>
                  <a:pt x="1399" y="1318"/>
                </a:lnTo>
                <a:lnTo>
                  <a:pt x="1399" y="1317"/>
                </a:lnTo>
                <a:lnTo>
                  <a:pt x="1397" y="1317"/>
                </a:lnTo>
                <a:lnTo>
                  <a:pt x="1397" y="1318"/>
                </a:lnTo>
                <a:lnTo>
                  <a:pt x="1396" y="1318"/>
                </a:lnTo>
                <a:lnTo>
                  <a:pt x="1396" y="1317"/>
                </a:lnTo>
                <a:lnTo>
                  <a:pt x="1395" y="1317"/>
                </a:lnTo>
                <a:lnTo>
                  <a:pt x="1395" y="1318"/>
                </a:lnTo>
                <a:lnTo>
                  <a:pt x="1395" y="1317"/>
                </a:lnTo>
                <a:lnTo>
                  <a:pt x="1394" y="1317"/>
                </a:lnTo>
                <a:lnTo>
                  <a:pt x="1394" y="1316"/>
                </a:lnTo>
                <a:lnTo>
                  <a:pt x="1393" y="1316"/>
                </a:lnTo>
                <a:lnTo>
                  <a:pt x="1392" y="1315"/>
                </a:lnTo>
                <a:lnTo>
                  <a:pt x="1392" y="1314"/>
                </a:lnTo>
                <a:lnTo>
                  <a:pt x="1392" y="1313"/>
                </a:lnTo>
                <a:lnTo>
                  <a:pt x="1391" y="1313"/>
                </a:lnTo>
                <a:lnTo>
                  <a:pt x="1391" y="1312"/>
                </a:lnTo>
                <a:lnTo>
                  <a:pt x="1390" y="1313"/>
                </a:lnTo>
                <a:lnTo>
                  <a:pt x="1389" y="1313"/>
                </a:lnTo>
                <a:lnTo>
                  <a:pt x="1388" y="1313"/>
                </a:lnTo>
                <a:lnTo>
                  <a:pt x="1387" y="1314"/>
                </a:lnTo>
                <a:lnTo>
                  <a:pt x="1386" y="1314"/>
                </a:lnTo>
                <a:lnTo>
                  <a:pt x="1385" y="1314"/>
                </a:lnTo>
                <a:lnTo>
                  <a:pt x="1385" y="1313"/>
                </a:lnTo>
                <a:lnTo>
                  <a:pt x="1384" y="1313"/>
                </a:lnTo>
                <a:lnTo>
                  <a:pt x="1383" y="1313"/>
                </a:lnTo>
                <a:lnTo>
                  <a:pt x="1383" y="1314"/>
                </a:lnTo>
                <a:lnTo>
                  <a:pt x="1382" y="1314"/>
                </a:lnTo>
                <a:lnTo>
                  <a:pt x="1381" y="1315"/>
                </a:lnTo>
                <a:lnTo>
                  <a:pt x="1380" y="1315"/>
                </a:lnTo>
                <a:lnTo>
                  <a:pt x="1380" y="1316"/>
                </a:lnTo>
                <a:lnTo>
                  <a:pt x="1379" y="1316"/>
                </a:lnTo>
                <a:lnTo>
                  <a:pt x="1379" y="1317"/>
                </a:lnTo>
                <a:lnTo>
                  <a:pt x="1379" y="1318"/>
                </a:lnTo>
                <a:lnTo>
                  <a:pt x="1379" y="1319"/>
                </a:lnTo>
                <a:lnTo>
                  <a:pt x="1379" y="1320"/>
                </a:lnTo>
                <a:lnTo>
                  <a:pt x="1378" y="1320"/>
                </a:lnTo>
                <a:lnTo>
                  <a:pt x="1377" y="1320"/>
                </a:lnTo>
                <a:lnTo>
                  <a:pt x="1376" y="1320"/>
                </a:lnTo>
                <a:lnTo>
                  <a:pt x="1376" y="1319"/>
                </a:lnTo>
                <a:lnTo>
                  <a:pt x="1375" y="1318"/>
                </a:lnTo>
                <a:lnTo>
                  <a:pt x="1374" y="1318"/>
                </a:lnTo>
                <a:lnTo>
                  <a:pt x="1373" y="1317"/>
                </a:lnTo>
                <a:lnTo>
                  <a:pt x="1373" y="1316"/>
                </a:lnTo>
                <a:lnTo>
                  <a:pt x="1372" y="1315"/>
                </a:lnTo>
                <a:lnTo>
                  <a:pt x="1372" y="1314"/>
                </a:lnTo>
                <a:lnTo>
                  <a:pt x="1372" y="1313"/>
                </a:lnTo>
                <a:lnTo>
                  <a:pt x="1371" y="1313"/>
                </a:lnTo>
                <a:lnTo>
                  <a:pt x="1369" y="1312"/>
                </a:lnTo>
                <a:lnTo>
                  <a:pt x="1368" y="1312"/>
                </a:lnTo>
                <a:lnTo>
                  <a:pt x="1367" y="1312"/>
                </a:lnTo>
                <a:lnTo>
                  <a:pt x="1367" y="1311"/>
                </a:lnTo>
                <a:lnTo>
                  <a:pt x="1366" y="1310"/>
                </a:lnTo>
                <a:lnTo>
                  <a:pt x="1366" y="1311"/>
                </a:lnTo>
                <a:lnTo>
                  <a:pt x="1366" y="1310"/>
                </a:lnTo>
                <a:lnTo>
                  <a:pt x="1365" y="1310"/>
                </a:lnTo>
                <a:lnTo>
                  <a:pt x="1364" y="1310"/>
                </a:lnTo>
                <a:lnTo>
                  <a:pt x="1363" y="1310"/>
                </a:lnTo>
                <a:lnTo>
                  <a:pt x="1363" y="1308"/>
                </a:lnTo>
                <a:lnTo>
                  <a:pt x="1363" y="1307"/>
                </a:lnTo>
                <a:lnTo>
                  <a:pt x="1363" y="1306"/>
                </a:lnTo>
                <a:lnTo>
                  <a:pt x="1363" y="1305"/>
                </a:lnTo>
                <a:lnTo>
                  <a:pt x="1362" y="1305"/>
                </a:lnTo>
                <a:lnTo>
                  <a:pt x="1361" y="1305"/>
                </a:lnTo>
                <a:lnTo>
                  <a:pt x="1361" y="1304"/>
                </a:lnTo>
                <a:lnTo>
                  <a:pt x="1361" y="1303"/>
                </a:lnTo>
                <a:lnTo>
                  <a:pt x="1360" y="1303"/>
                </a:lnTo>
                <a:lnTo>
                  <a:pt x="1360" y="1302"/>
                </a:lnTo>
                <a:lnTo>
                  <a:pt x="1359" y="1302"/>
                </a:lnTo>
                <a:lnTo>
                  <a:pt x="1358" y="1302"/>
                </a:lnTo>
                <a:lnTo>
                  <a:pt x="1358" y="1303"/>
                </a:lnTo>
                <a:lnTo>
                  <a:pt x="1357" y="1303"/>
                </a:lnTo>
                <a:lnTo>
                  <a:pt x="1357" y="1304"/>
                </a:lnTo>
                <a:lnTo>
                  <a:pt x="1356" y="1304"/>
                </a:lnTo>
                <a:lnTo>
                  <a:pt x="1355" y="1303"/>
                </a:lnTo>
                <a:lnTo>
                  <a:pt x="1354" y="1303"/>
                </a:lnTo>
                <a:lnTo>
                  <a:pt x="1353" y="1303"/>
                </a:lnTo>
                <a:lnTo>
                  <a:pt x="1353" y="1304"/>
                </a:lnTo>
                <a:lnTo>
                  <a:pt x="1353" y="1303"/>
                </a:lnTo>
                <a:lnTo>
                  <a:pt x="1352" y="1303"/>
                </a:lnTo>
                <a:lnTo>
                  <a:pt x="1351" y="1303"/>
                </a:lnTo>
                <a:lnTo>
                  <a:pt x="1351" y="1302"/>
                </a:lnTo>
                <a:lnTo>
                  <a:pt x="1351" y="1301"/>
                </a:lnTo>
                <a:lnTo>
                  <a:pt x="1351" y="1300"/>
                </a:lnTo>
                <a:lnTo>
                  <a:pt x="1350" y="1300"/>
                </a:lnTo>
                <a:lnTo>
                  <a:pt x="1350" y="1301"/>
                </a:lnTo>
                <a:lnTo>
                  <a:pt x="1349" y="1301"/>
                </a:lnTo>
                <a:lnTo>
                  <a:pt x="1348" y="1301"/>
                </a:lnTo>
                <a:lnTo>
                  <a:pt x="1347" y="1301"/>
                </a:lnTo>
                <a:lnTo>
                  <a:pt x="1346" y="1301"/>
                </a:lnTo>
                <a:lnTo>
                  <a:pt x="1345" y="1301"/>
                </a:lnTo>
                <a:lnTo>
                  <a:pt x="1344" y="1301"/>
                </a:lnTo>
                <a:lnTo>
                  <a:pt x="1343" y="1301"/>
                </a:lnTo>
                <a:lnTo>
                  <a:pt x="1343" y="1300"/>
                </a:lnTo>
                <a:lnTo>
                  <a:pt x="1342" y="1300"/>
                </a:lnTo>
                <a:lnTo>
                  <a:pt x="1341" y="1300"/>
                </a:lnTo>
                <a:lnTo>
                  <a:pt x="1341" y="1301"/>
                </a:lnTo>
                <a:lnTo>
                  <a:pt x="1340" y="1300"/>
                </a:lnTo>
                <a:lnTo>
                  <a:pt x="1340" y="1301"/>
                </a:lnTo>
                <a:lnTo>
                  <a:pt x="1340" y="1302"/>
                </a:lnTo>
                <a:lnTo>
                  <a:pt x="1341" y="1302"/>
                </a:lnTo>
                <a:lnTo>
                  <a:pt x="1341" y="1303"/>
                </a:lnTo>
                <a:lnTo>
                  <a:pt x="1339" y="1303"/>
                </a:lnTo>
                <a:lnTo>
                  <a:pt x="1338" y="1303"/>
                </a:lnTo>
                <a:lnTo>
                  <a:pt x="1338" y="1302"/>
                </a:lnTo>
                <a:lnTo>
                  <a:pt x="1337" y="1302"/>
                </a:lnTo>
                <a:lnTo>
                  <a:pt x="1336" y="1302"/>
                </a:lnTo>
                <a:lnTo>
                  <a:pt x="1334" y="1302"/>
                </a:lnTo>
                <a:lnTo>
                  <a:pt x="1333" y="1302"/>
                </a:lnTo>
                <a:lnTo>
                  <a:pt x="1332" y="1302"/>
                </a:lnTo>
                <a:lnTo>
                  <a:pt x="1332" y="1301"/>
                </a:lnTo>
                <a:lnTo>
                  <a:pt x="1331" y="1301"/>
                </a:lnTo>
                <a:lnTo>
                  <a:pt x="1330" y="1302"/>
                </a:lnTo>
                <a:lnTo>
                  <a:pt x="1330" y="1301"/>
                </a:lnTo>
                <a:lnTo>
                  <a:pt x="1329" y="1302"/>
                </a:lnTo>
                <a:lnTo>
                  <a:pt x="1328" y="1303"/>
                </a:lnTo>
                <a:lnTo>
                  <a:pt x="1328" y="1304"/>
                </a:lnTo>
                <a:lnTo>
                  <a:pt x="1327" y="1304"/>
                </a:lnTo>
                <a:lnTo>
                  <a:pt x="1326" y="1304"/>
                </a:lnTo>
                <a:lnTo>
                  <a:pt x="1326" y="1303"/>
                </a:lnTo>
                <a:lnTo>
                  <a:pt x="1325" y="1304"/>
                </a:lnTo>
                <a:lnTo>
                  <a:pt x="1325" y="1303"/>
                </a:lnTo>
                <a:lnTo>
                  <a:pt x="1324" y="1303"/>
                </a:lnTo>
                <a:lnTo>
                  <a:pt x="1324" y="1304"/>
                </a:lnTo>
                <a:lnTo>
                  <a:pt x="1323" y="1304"/>
                </a:lnTo>
                <a:lnTo>
                  <a:pt x="1323" y="1305"/>
                </a:lnTo>
                <a:lnTo>
                  <a:pt x="1322" y="1305"/>
                </a:lnTo>
                <a:lnTo>
                  <a:pt x="1320" y="1306"/>
                </a:lnTo>
                <a:lnTo>
                  <a:pt x="1319" y="1306"/>
                </a:lnTo>
                <a:lnTo>
                  <a:pt x="1317" y="1306"/>
                </a:lnTo>
                <a:lnTo>
                  <a:pt x="1316" y="1306"/>
                </a:lnTo>
                <a:lnTo>
                  <a:pt x="1315" y="1306"/>
                </a:lnTo>
                <a:lnTo>
                  <a:pt x="1315" y="1305"/>
                </a:lnTo>
                <a:lnTo>
                  <a:pt x="1314" y="1305"/>
                </a:lnTo>
                <a:lnTo>
                  <a:pt x="1313" y="1305"/>
                </a:lnTo>
                <a:lnTo>
                  <a:pt x="1313" y="1306"/>
                </a:lnTo>
                <a:lnTo>
                  <a:pt x="1313" y="1305"/>
                </a:lnTo>
                <a:lnTo>
                  <a:pt x="1313" y="1306"/>
                </a:lnTo>
                <a:lnTo>
                  <a:pt x="1309" y="1306"/>
                </a:lnTo>
                <a:lnTo>
                  <a:pt x="1308" y="1306"/>
                </a:lnTo>
                <a:lnTo>
                  <a:pt x="1307" y="1306"/>
                </a:lnTo>
                <a:lnTo>
                  <a:pt x="1305" y="1306"/>
                </a:lnTo>
                <a:lnTo>
                  <a:pt x="1305" y="1305"/>
                </a:lnTo>
                <a:lnTo>
                  <a:pt x="1305" y="1306"/>
                </a:lnTo>
                <a:lnTo>
                  <a:pt x="1305" y="1307"/>
                </a:lnTo>
                <a:lnTo>
                  <a:pt x="1305" y="1308"/>
                </a:lnTo>
                <a:lnTo>
                  <a:pt x="1304" y="1308"/>
                </a:lnTo>
                <a:lnTo>
                  <a:pt x="1304" y="1309"/>
                </a:lnTo>
                <a:lnTo>
                  <a:pt x="1303" y="1309"/>
                </a:lnTo>
                <a:lnTo>
                  <a:pt x="1302" y="1309"/>
                </a:lnTo>
                <a:lnTo>
                  <a:pt x="1302" y="1308"/>
                </a:lnTo>
                <a:lnTo>
                  <a:pt x="1301" y="1308"/>
                </a:lnTo>
                <a:lnTo>
                  <a:pt x="1301" y="1309"/>
                </a:lnTo>
                <a:lnTo>
                  <a:pt x="1300" y="1309"/>
                </a:lnTo>
                <a:lnTo>
                  <a:pt x="1298" y="1310"/>
                </a:lnTo>
                <a:lnTo>
                  <a:pt x="1297" y="1310"/>
                </a:lnTo>
                <a:lnTo>
                  <a:pt x="1296" y="1310"/>
                </a:lnTo>
                <a:lnTo>
                  <a:pt x="1296" y="1309"/>
                </a:lnTo>
                <a:lnTo>
                  <a:pt x="1295" y="1309"/>
                </a:lnTo>
                <a:lnTo>
                  <a:pt x="1295" y="1310"/>
                </a:lnTo>
                <a:lnTo>
                  <a:pt x="1294" y="1310"/>
                </a:lnTo>
                <a:lnTo>
                  <a:pt x="1293" y="1310"/>
                </a:lnTo>
                <a:lnTo>
                  <a:pt x="1292" y="1310"/>
                </a:lnTo>
                <a:lnTo>
                  <a:pt x="1291" y="1310"/>
                </a:lnTo>
                <a:lnTo>
                  <a:pt x="1290" y="1310"/>
                </a:lnTo>
                <a:lnTo>
                  <a:pt x="1290" y="1311"/>
                </a:lnTo>
                <a:lnTo>
                  <a:pt x="1289" y="1311"/>
                </a:lnTo>
                <a:lnTo>
                  <a:pt x="1288" y="1311"/>
                </a:lnTo>
                <a:lnTo>
                  <a:pt x="1287" y="1311"/>
                </a:lnTo>
                <a:lnTo>
                  <a:pt x="1286" y="1311"/>
                </a:lnTo>
                <a:lnTo>
                  <a:pt x="1285" y="1311"/>
                </a:lnTo>
                <a:lnTo>
                  <a:pt x="1284" y="1311"/>
                </a:lnTo>
                <a:lnTo>
                  <a:pt x="1284" y="1310"/>
                </a:lnTo>
                <a:lnTo>
                  <a:pt x="1283" y="1310"/>
                </a:lnTo>
                <a:lnTo>
                  <a:pt x="1282" y="1310"/>
                </a:lnTo>
                <a:lnTo>
                  <a:pt x="1282" y="1311"/>
                </a:lnTo>
                <a:lnTo>
                  <a:pt x="1281" y="1311"/>
                </a:lnTo>
                <a:lnTo>
                  <a:pt x="1280" y="1312"/>
                </a:lnTo>
                <a:lnTo>
                  <a:pt x="1279" y="1312"/>
                </a:lnTo>
                <a:lnTo>
                  <a:pt x="1278" y="1312"/>
                </a:lnTo>
                <a:lnTo>
                  <a:pt x="1277" y="1312"/>
                </a:lnTo>
                <a:lnTo>
                  <a:pt x="1276" y="1312"/>
                </a:lnTo>
                <a:lnTo>
                  <a:pt x="1275" y="1312"/>
                </a:lnTo>
                <a:lnTo>
                  <a:pt x="1275" y="1313"/>
                </a:lnTo>
                <a:lnTo>
                  <a:pt x="1274" y="1313"/>
                </a:lnTo>
                <a:lnTo>
                  <a:pt x="1273" y="1313"/>
                </a:lnTo>
                <a:lnTo>
                  <a:pt x="1272" y="1313"/>
                </a:lnTo>
                <a:lnTo>
                  <a:pt x="1271" y="1313"/>
                </a:lnTo>
                <a:lnTo>
                  <a:pt x="1271" y="1314"/>
                </a:lnTo>
                <a:lnTo>
                  <a:pt x="1270" y="1314"/>
                </a:lnTo>
                <a:lnTo>
                  <a:pt x="1269" y="1314"/>
                </a:lnTo>
                <a:lnTo>
                  <a:pt x="1269" y="1315"/>
                </a:lnTo>
                <a:lnTo>
                  <a:pt x="1268" y="1315"/>
                </a:lnTo>
                <a:lnTo>
                  <a:pt x="1267" y="1315"/>
                </a:lnTo>
                <a:lnTo>
                  <a:pt x="1266" y="1314"/>
                </a:lnTo>
                <a:lnTo>
                  <a:pt x="1265" y="1314"/>
                </a:lnTo>
                <a:lnTo>
                  <a:pt x="1264" y="1314"/>
                </a:lnTo>
                <a:lnTo>
                  <a:pt x="1264" y="1313"/>
                </a:lnTo>
                <a:lnTo>
                  <a:pt x="1263" y="1313"/>
                </a:lnTo>
                <a:lnTo>
                  <a:pt x="1262" y="1313"/>
                </a:lnTo>
                <a:lnTo>
                  <a:pt x="1262" y="1314"/>
                </a:lnTo>
                <a:lnTo>
                  <a:pt x="1262" y="1313"/>
                </a:lnTo>
                <a:lnTo>
                  <a:pt x="1261" y="1313"/>
                </a:lnTo>
                <a:lnTo>
                  <a:pt x="1261" y="1314"/>
                </a:lnTo>
                <a:lnTo>
                  <a:pt x="1260" y="1314"/>
                </a:lnTo>
                <a:lnTo>
                  <a:pt x="1260" y="1313"/>
                </a:lnTo>
                <a:lnTo>
                  <a:pt x="1259" y="1313"/>
                </a:lnTo>
                <a:lnTo>
                  <a:pt x="1259" y="1312"/>
                </a:lnTo>
                <a:lnTo>
                  <a:pt x="1259" y="1311"/>
                </a:lnTo>
                <a:lnTo>
                  <a:pt x="1259" y="1310"/>
                </a:lnTo>
                <a:lnTo>
                  <a:pt x="1259" y="1308"/>
                </a:lnTo>
                <a:lnTo>
                  <a:pt x="1259" y="1307"/>
                </a:lnTo>
                <a:lnTo>
                  <a:pt x="1257" y="1307"/>
                </a:lnTo>
                <a:lnTo>
                  <a:pt x="1256" y="1307"/>
                </a:lnTo>
                <a:lnTo>
                  <a:pt x="1256" y="1306"/>
                </a:lnTo>
                <a:lnTo>
                  <a:pt x="1255" y="1306"/>
                </a:lnTo>
                <a:lnTo>
                  <a:pt x="1255" y="1307"/>
                </a:lnTo>
                <a:lnTo>
                  <a:pt x="1254" y="1307"/>
                </a:lnTo>
                <a:lnTo>
                  <a:pt x="1253" y="1307"/>
                </a:lnTo>
                <a:lnTo>
                  <a:pt x="1252" y="1307"/>
                </a:lnTo>
                <a:lnTo>
                  <a:pt x="1251" y="1307"/>
                </a:lnTo>
                <a:lnTo>
                  <a:pt x="1250" y="1307"/>
                </a:lnTo>
                <a:lnTo>
                  <a:pt x="1250" y="1308"/>
                </a:lnTo>
                <a:lnTo>
                  <a:pt x="1249" y="1308"/>
                </a:lnTo>
                <a:lnTo>
                  <a:pt x="1249" y="1309"/>
                </a:lnTo>
                <a:lnTo>
                  <a:pt x="1249" y="1310"/>
                </a:lnTo>
                <a:lnTo>
                  <a:pt x="1248" y="1310"/>
                </a:lnTo>
                <a:lnTo>
                  <a:pt x="1247" y="1310"/>
                </a:lnTo>
                <a:lnTo>
                  <a:pt x="1247" y="1311"/>
                </a:lnTo>
                <a:lnTo>
                  <a:pt x="1246" y="1312"/>
                </a:lnTo>
                <a:lnTo>
                  <a:pt x="1245" y="1312"/>
                </a:lnTo>
                <a:lnTo>
                  <a:pt x="1245" y="1313"/>
                </a:lnTo>
                <a:lnTo>
                  <a:pt x="1244" y="1313"/>
                </a:lnTo>
                <a:lnTo>
                  <a:pt x="1244" y="1312"/>
                </a:lnTo>
                <a:lnTo>
                  <a:pt x="1243" y="1312"/>
                </a:lnTo>
                <a:lnTo>
                  <a:pt x="1243" y="1313"/>
                </a:lnTo>
                <a:lnTo>
                  <a:pt x="1242" y="1313"/>
                </a:lnTo>
                <a:lnTo>
                  <a:pt x="1241" y="1313"/>
                </a:lnTo>
                <a:lnTo>
                  <a:pt x="1240" y="1313"/>
                </a:lnTo>
                <a:lnTo>
                  <a:pt x="1240" y="1312"/>
                </a:lnTo>
                <a:lnTo>
                  <a:pt x="1239" y="1312"/>
                </a:lnTo>
                <a:lnTo>
                  <a:pt x="1239" y="1313"/>
                </a:lnTo>
                <a:lnTo>
                  <a:pt x="1238" y="1313"/>
                </a:lnTo>
                <a:lnTo>
                  <a:pt x="1237" y="1314"/>
                </a:lnTo>
                <a:lnTo>
                  <a:pt x="1237" y="1313"/>
                </a:lnTo>
                <a:lnTo>
                  <a:pt x="1235" y="1314"/>
                </a:lnTo>
                <a:lnTo>
                  <a:pt x="1234" y="1314"/>
                </a:lnTo>
                <a:lnTo>
                  <a:pt x="1234" y="1315"/>
                </a:lnTo>
                <a:lnTo>
                  <a:pt x="1233" y="1316"/>
                </a:lnTo>
                <a:lnTo>
                  <a:pt x="1232" y="1317"/>
                </a:lnTo>
                <a:lnTo>
                  <a:pt x="1231" y="1317"/>
                </a:lnTo>
                <a:lnTo>
                  <a:pt x="1231" y="1318"/>
                </a:lnTo>
                <a:lnTo>
                  <a:pt x="1232" y="1318"/>
                </a:lnTo>
                <a:lnTo>
                  <a:pt x="1232" y="1319"/>
                </a:lnTo>
                <a:lnTo>
                  <a:pt x="1231" y="1319"/>
                </a:lnTo>
                <a:lnTo>
                  <a:pt x="1231" y="1320"/>
                </a:lnTo>
                <a:lnTo>
                  <a:pt x="1230" y="1320"/>
                </a:lnTo>
                <a:lnTo>
                  <a:pt x="1230" y="1319"/>
                </a:lnTo>
                <a:lnTo>
                  <a:pt x="1229" y="1319"/>
                </a:lnTo>
                <a:lnTo>
                  <a:pt x="1229" y="1320"/>
                </a:lnTo>
                <a:lnTo>
                  <a:pt x="1229" y="1319"/>
                </a:lnTo>
                <a:lnTo>
                  <a:pt x="1227" y="1319"/>
                </a:lnTo>
                <a:lnTo>
                  <a:pt x="1226" y="1319"/>
                </a:lnTo>
                <a:lnTo>
                  <a:pt x="1225" y="1318"/>
                </a:lnTo>
                <a:lnTo>
                  <a:pt x="1224" y="1318"/>
                </a:lnTo>
                <a:lnTo>
                  <a:pt x="1224" y="1319"/>
                </a:lnTo>
                <a:lnTo>
                  <a:pt x="1223" y="1319"/>
                </a:lnTo>
                <a:lnTo>
                  <a:pt x="1222" y="1319"/>
                </a:lnTo>
                <a:lnTo>
                  <a:pt x="1222" y="1320"/>
                </a:lnTo>
                <a:lnTo>
                  <a:pt x="1221" y="1320"/>
                </a:lnTo>
                <a:lnTo>
                  <a:pt x="1221" y="1319"/>
                </a:lnTo>
                <a:lnTo>
                  <a:pt x="1220" y="1319"/>
                </a:lnTo>
                <a:lnTo>
                  <a:pt x="1220" y="1320"/>
                </a:lnTo>
                <a:lnTo>
                  <a:pt x="1220" y="1319"/>
                </a:lnTo>
                <a:lnTo>
                  <a:pt x="1219" y="1319"/>
                </a:lnTo>
                <a:lnTo>
                  <a:pt x="1218" y="1319"/>
                </a:lnTo>
                <a:lnTo>
                  <a:pt x="1217" y="1319"/>
                </a:lnTo>
                <a:lnTo>
                  <a:pt x="1217" y="1320"/>
                </a:lnTo>
                <a:lnTo>
                  <a:pt x="1216" y="1320"/>
                </a:lnTo>
                <a:lnTo>
                  <a:pt x="1216" y="1319"/>
                </a:lnTo>
                <a:lnTo>
                  <a:pt x="1215" y="1319"/>
                </a:lnTo>
                <a:lnTo>
                  <a:pt x="1215" y="1320"/>
                </a:lnTo>
                <a:lnTo>
                  <a:pt x="1214" y="1320"/>
                </a:lnTo>
                <a:lnTo>
                  <a:pt x="1213" y="1320"/>
                </a:lnTo>
                <a:lnTo>
                  <a:pt x="1212" y="1320"/>
                </a:lnTo>
                <a:lnTo>
                  <a:pt x="1212" y="1321"/>
                </a:lnTo>
                <a:lnTo>
                  <a:pt x="1212" y="1322"/>
                </a:lnTo>
                <a:lnTo>
                  <a:pt x="1211" y="1322"/>
                </a:lnTo>
                <a:lnTo>
                  <a:pt x="1211" y="1323"/>
                </a:lnTo>
                <a:lnTo>
                  <a:pt x="1211" y="1322"/>
                </a:lnTo>
                <a:lnTo>
                  <a:pt x="1211" y="1323"/>
                </a:lnTo>
                <a:lnTo>
                  <a:pt x="1210" y="1322"/>
                </a:lnTo>
                <a:lnTo>
                  <a:pt x="1209" y="1322"/>
                </a:lnTo>
                <a:lnTo>
                  <a:pt x="1209" y="1323"/>
                </a:lnTo>
                <a:lnTo>
                  <a:pt x="1208" y="1323"/>
                </a:lnTo>
                <a:lnTo>
                  <a:pt x="1207" y="1322"/>
                </a:lnTo>
                <a:lnTo>
                  <a:pt x="1206" y="1321"/>
                </a:lnTo>
                <a:lnTo>
                  <a:pt x="1206" y="1320"/>
                </a:lnTo>
                <a:lnTo>
                  <a:pt x="1205" y="1320"/>
                </a:lnTo>
                <a:lnTo>
                  <a:pt x="1205" y="1319"/>
                </a:lnTo>
                <a:lnTo>
                  <a:pt x="1204" y="1319"/>
                </a:lnTo>
                <a:lnTo>
                  <a:pt x="1204" y="1320"/>
                </a:lnTo>
                <a:lnTo>
                  <a:pt x="1203" y="1320"/>
                </a:lnTo>
                <a:lnTo>
                  <a:pt x="1202" y="1320"/>
                </a:lnTo>
                <a:lnTo>
                  <a:pt x="1201" y="1320"/>
                </a:lnTo>
                <a:lnTo>
                  <a:pt x="1200" y="1320"/>
                </a:lnTo>
                <a:lnTo>
                  <a:pt x="1199" y="1320"/>
                </a:lnTo>
                <a:lnTo>
                  <a:pt x="1199" y="1319"/>
                </a:lnTo>
                <a:lnTo>
                  <a:pt x="1198" y="1319"/>
                </a:lnTo>
                <a:lnTo>
                  <a:pt x="1197" y="1319"/>
                </a:lnTo>
                <a:lnTo>
                  <a:pt x="1196" y="1319"/>
                </a:lnTo>
                <a:lnTo>
                  <a:pt x="1196" y="1320"/>
                </a:lnTo>
                <a:lnTo>
                  <a:pt x="1195" y="1320"/>
                </a:lnTo>
                <a:lnTo>
                  <a:pt x="1194" y="1320"/>
                </a:lnTo>
                <a:lnTo>
                  <a:pt x="1193" y="1320"/>
                </a:lnTo>
                <a:lnTo>
                  <a:pt x="1193" y="1321"/>
                </a:lnTo>
                <a:lnTo>
                  <a:pt x="1194" y="1321"/>
                </a:lnTo>
                <a:lnTo>
                  <a:pt x="1194" y="1322"/>
                </a:lnTo>
                <a:lnTo>
                  <a:pt x="1193" y="1322"/>
                </a:lnTo>
                <a:lnTo>
                  <a:pt x="1193" y="1323"/>
                </a:lnTo>
                <a:lnTo>
                  <a:pt x="1192" y="1323"/>
                </a:lnTo>
                <a:lnTo>
                  <a:pt x="1191" y="1323"/>
                </a:lnTo>
                <a:lnTo>
                  <a:pt x="1191" y="1324"/>
                </a:lnTo>
                <a:lnTo>
                  <a:pt x="1190" y="1325"/>
                </a:lnTo>
                <a:lnTo>
                  <a:pt x="1190" y="1324"/>
                </a:lnTo>
                <a:lnTo>
                  <a:pt x="1189" y="1324"/>
                </a:lnTo>
                <a:lnTo>
                  <a:pt x="1189" y="1325"/>
                </a:lnTo>
                <a:lnTo>
                  <a:pt x="1188" y="1325"/>
                </a:lnTo>
                <a:lnTo>
                  <a:pt x="1187" y="1324"/>
                </a:lnTo>
                <a:lnTo>
                  <a:pt x="1186" y="1325"/>
                </a:lnTo>
                <a:lnTo>
                  <a:pt x="1187" y="1325"/>
                </a:lnTo>
                <a:lnTo>
                  <a:pt x="1186" y="1326"/>
                </a:lnTo>
                <a:lnTo>
                  <a:pt x="1185" y="1326"/>
                </a:lnTo>
                <a:lnTo>
                  <a:pt x="1184" y="1326"/>
                </a:lnTo>
                <a:lnTo>
                  <a:pt x="1184" y="1327"/>
                </a:lnTo>
                <a:lnTo>
                  <a:pt x="1183" y="1327"/>
                </a:lnTo>
                <a:lnTo>
                  <a:pt x="1182" y="1327"/>
                </a:lnTo>
                <a:lnTo>
                  <a:pt x="1181" y="1327"/>
                </a:lnTo>
                <a:lnTo>
                  <a:pt x="1180" y="1327"/>
                </a:lnTo>
                <a:lnTo>
                  <a:pt x="1179" y="1327"/>
                </a:lnTo>
                <a:lnTo>
                  <a:pt x="1178" y="1327"/>
                </a:lnTo>
                <a:lnTo>
                  <a:pt x="1177" y="1327"/>
                </a:lnTo>
                <a:lnTo>
                  <a:pt x="1176" y="1327"/>
                </a:lnTo>
                <a:lnTo>
                  <a:pt x="1176" y="1326"/>
                </a:lnTo>
                <a:lnTo>
                  <a:pt x="1175" y="1326"/>
                </a:lnTo>
                <a:lnTo>
                  <a:pt x="1175" y="1327"/>
                </a:lnTo>
                <a:lnTo>
                  <a:pt x="1174" y="1327"/>
                </a:lnTo>
                <a:lnTo>
                  <a:pt x="1175" y="1328"/>
                </a:lnTo>
                <a:lnTo>
                  <a:pt x="1174" y="1328"/>
                </a:lnTo>
                <a:lnTo>
                  <a:pt x="1174" y="1329"/>
                </a:lnTo>
                <a:lnTo>
                  <a:pt x="1175" y="1329"/>
                </a:lnTo>
                <a:lnTo>
                  <a:pt x="1174" y="1329"/>
                </a:lnTo>
                <a:lnTo>
                  <a:pt x="1173" y="1329"/>
                </a:lnTo>
                <a:lnTo>
                  <a:pt x="1172" y="1329"/>
                </a:lnTo>
                <a:lnTo>
                  <a:pt x="1171" y="1329"/>
                </a:lnTo>
                <a:lnTo>
                  <a:pt x="1171" y="1328"/>
                </a:lnTo>
                <a:lnTo>
                  <a:pt x="1170" y="1328"/>
                </a:lnTo>
                <a:lnTo>
                  <a:pt x="1169" y="1328"/>
                </a:lnTo>
                <a:lnTo>
                  <a:pt x="1168" y="1327"/>
                </a:lnTo>
                <a:lnTo>
                  <a:pt x="1167" y="1327"/>
                </a:lnTo>
                <a:lnTo>
                  <a:pt x="1167" y="1326"/>
                </a:lnTo>
                <a:lnTo>
                  <a:pt x="1167" y="1327"/>
                </a:lnTo>
                <a:lnTo>
                  <a:pt x="1167" y="1328"/>
                </a:lnTo>
                <a:lnTo>
                  <a:pt x="1166" y="1328"/>
                </a:lnTo>
                <a:lnTo>
                  <a:pt x="1166" y="1329"/>
                </a:lnTo>
                <a:lnTo>
                  <a:pt x="1165" y="1329"/>
                </a:lnTo>
                <a:lnTo>
                  <a:pt x="1165" y="1328"/>
                </a:lnTo>
                <a:lnTo>
                  <a:pt x="1165" y="1329"/>
                </a:lnTo>
                <a:lnTo>
                  <a:pt x="1163" y="1329"/>
                </a:lnTo>
                <a:lnTo>
                  <a:pt x="1163" y="1328"/>
                </a:lnTo>
                <a:lnTo>
                  <a:pt x="1163" y="1329"/>
                </a:lnTo>
                <a:lnTo>
                  <a:pt x="1162" y="1329"/>
                </a:lnTo>
                <a:lnTo>
                  <a:pt x="1162" y="1330"/>
                </a:lnTo>
                <a:lnTo>
                  <a:pt x="1161" y="1330"/>
                </a:lnTo>
                <a:lnTo>
                  <a:pt x="1161" y="1331"/>
                </a:lnTo>
                <a:lnTo>
                  <a:pt x="1161" y="1332"/>
                </a:lnTo>
                <a:lnTo>
                  <a:pt x="1160" y="1332"/>
                </a:lnTo>
                <a:lnTo>
                  <a:pt x="1160" y="1333"/>
                </a:lnTo>
                <a:lnTo>
                  <a:pt x="1159" y="1333"/>
                </a:lnTo>
                <a:lnTo>
                  <a:pt x="1158" y="1333"/>
                </a:lnTo>
                <a:lnTo>
                  <a:pt x="1157" y="1333"/>
                </a:lnTo>
                <a:lnTo>
                  <a:pt x="1156" y="1333"/>
                </a:lnTo>
                <a:lnTo>
                  <a:pt x="1155" y="1333"/>
                </a:lnTo>
                <a:lnTo>
                  <a:pt x="1155" y="1332"/>
                </a:lnTo>
                <a:lnTo>
                  <a:pt x="1154" y="1332"/>
                </a:lnTo>
                <a:lnTo>
                  <a:pt x="1153" y="1332"/>
                </a:lnTo>
                <a:lnTo>
                  <a:pt x="1152" y="1333"/>
                </a:lnTo>
                <a:lnTo>
                  <a:pt x="1153" y="1333"/>
                </a:lnTo>
                <a:lnTo>
                  <a:pt x="1152" y="1333"/>
                </a:lnTo>
                <a:lnTo>
                  <a:pt x="1152" y="1334"/>
                </a:lnTo>
                <a:lnTo>
                  <a:pt x="1151" y="1334"/>
                </a:lnTo>
                <a:lnTo>
                  <a:pt x="1150" y="1334"/>
                </a:lnTo>
                <a:lnTo>
                  <a:pt x="1150" y="1335"/>
                </a:lnTo>
                <a:lnTo>
                  <a:pt x="1149" y="1335"/>
                </a:lnTo>
                <a:lnTo>
                  <a:pt x="1147" y="1335"/>
                </a:lnTo>
                <a:lnTo>
                  <a:pt x="1147" y="1336"/>
                </a:lnTo>
                <a:lnTo>
                  <a:pt x="1146" y="1336"/>
                </a:lnTo>
                <a:lnTo>
                  <a:pt x="1145" y="1336"/>
                </a:lnTo>
                <a:lnTo>
                  <a:pt x="1144" y="1336"/>
                </a:lnTo>
                <a:lnTo>
                  <a:pt x="1144" y="1337"/>
                </a:lnTo>
                <a:lnTo>
                  <a:pt x="1144" y="1340"/>
                </a:lnTo>
                <a:lnTo>
                  <a:pt x="1144" y="1341"/>
                </a:lnTo>
                <a:lnTo>
                  <a:pt x="1144" y="1342"/>
                </a:lnTo>
                <a:lnTo>
                  <a:pt x="1143" y="1342"/>
                </a:lnTo>
                <a:lnTo>
                  <a:pt x="1144" y="1342"/>
                </a:lnTo>
                <a:lnTo>
                  <a:pt x="1144" y="1343"/>
                </a:lnTo>
                <a:lnTo>
                  <a:pt x="1144" y="1344"/>
                </a:lnTo>
                <a:lnTo>
                  <a:pt x="1145" y="1344"/>
                </a:lnTo>
                <a:lnTo>
                  <a:pt x="1145" y="1345"/>
                </a:lnTo>
                <a:lnTo>
                  <a:pt x="1145" y="1346"/>
                </a:lnTo>
                <a:lnTo>
                  <a:pt x="1146" y="1346"/>
                </a:lnTo>
                <a:lnTo>
                  <a:pt x="1145" y="1346"/>
                </a:lnTo>
                <a:lnTo>
                  <a:pt x="1145" y="1347"/>
                </a:lnTo>
                <a:lnTo>
                  <a:pt x="1144" y="1347"/>
                </a:lnTo>
                <a:lnTo>
                  <a:pt x="1143" y="1347"/>
                </a:lnTo>
                <a:lnTo>
                  <a:pt x="1143" y="1348"/>
                </a:lnTo>
                <a:lnTo>
                  <a:pt x="1143" y="1349"/>
                </a:lnTo>
                <a:lnTo>
                  <a:pt x="1142" y="1349"/>
                </a:lnTo>
                <a:lnTo>
                  <a:pt x="1141" y="1349"/>
                </a:lnTo>
                <a:lnTo>
                  <a:pt x="1141" y="1350"/>
                </a:lnTo>
                <a:lnTo>
                  <a:pt x="1140" y="1350"/>
                </a:lnTo>
                <a:lnTo>
                  <a:pt x="1140" y="1351"/>
                </a:lnTo>
                <a:lnTo>
                  <a:pt x="1139" y="1352"/>
                </a:lnTo>
                <a:lnTo>
                  <a:pt x="1139" y="1353"/>
                </a:lnTo>
                <a:lnTo>
                  <a:pt x="1139" y="1354"/>
                </a:lnTo>
                <a:lnTo>
                  <a:pt x="1139" y="1356"/>
                </a:lnTo>
                <a:lnTo>
                  <a:pt x="1138" y="1356"/>
                </a:lnTo>
                <a:lnTo>
                  <a:pt x="1138" y="1357"/>
                </a:lnTo>
                <a:lnTo>
                  <a:pt x="1137" y="1357"/>
                </a:lnTo>
                <a:lnTo>
                  <a:pt x="1137" y="1358"/>
                </a:lnTo>
                <a:lnTo>
                  <a:pt x="1136" y="1359"/>
                </a:lnTo>
                <a:lnTo>
                  <a:pt x="1136" y="1360"/>
                </a:lnTo>
                <a:lnTo>
                  <a:pt x="1136" y="1361"/>
                </a:lnTo>
                <a:lnTo>
                  <a:pt x="1135" y="1362"/>
                </a:lnTo>
                <a:lnTo>
                  <a:pt x="1135" y="1363"/>
                </a:lnTo>
                <a:lnTo>
                  <a:pt x="1135" y="1364"/>
                </a:lnTo>
                <a:lnTo>
                  <a:pt x="1134" y="1364"/>
                </a:lnTo>
                <a:lnTo>
                  <a:pt x="1133" y="1364"/>
                </a:lnTo>
                <a:lnTo>
                  <a:pt x="1133" y="1365"/>
                </a:lnTo>
                <a:lnTo>
                  <a:pt x="1132" y="1366"/>
                </a:lnTo>
                <a:lnTo>
                  <a:pt x="1132" y="1365"/>
                </a:lnTo>
                <a:lnTo>
                  <a:pt x="1131" y="1365"/>
                </a:lnTo>
                <a:lnTo>
                  <a:pt x="1130" y="1366"/>
                </a:lnTo>
                <a:lnTo>
                  <a:pt x="1129" y="1366"/>
                </a:lnTo>
                <a:lnTo>
                  <a:pt x="1129" y="1367"/>
                </a:lnTo>
                <a:lnTo>
                  <a:pt x="1128" y="1367"/>
                </a:lnTo>
                <a:lnTo>
                  <a:pt x="1128" y="1368"/>
                </a:lnTo>
                <a:lnTo>
                  <a:pt x="1127" y="1368"/>
                </a:lnTo>
                <a:lnTo>
                  <a:pt x="1127" y="1369"/>
                </a:lnTo>
                <a:lnTo>
                  <a:pt x="1126" y="1370"/>
                </a:lnTo>
                <a:lnTo>
                  <a:pt x="1125" y="1370"/>
                </a:lnTo>
                <a:lnTo>
                  <a:pt x="1125" y="1371"/>
                </a:lnTo>
                <a:lnTo>
                  <a:pt x="1124" y="1371"/>
                </a:lnTo>
                <a:lnTo>
                  <a:pt x="1123" y="1371"/>
                </a:lnTo>
                <a:lnTo>
                  <a:pt x="1123" y="1372"/>
                </a:lnTo>
                <a:lnTo>
                  <a:pt x="1122" y="1372"/>
                </a:lnTo>
                <a:lnTo>
                  <a:pt x="1121" y="1372"/>
                </a:lnTo>
                <a:lnTo>
                  <a:pt x="1120" y="1372"/>
                </a:lnTo>
                <a:lnTo>
                  <a:pt x="1119" y="1372"/>
                </a:lnTo>
                <a:lnTo>
                  <a:pt x="1119" y="1371"/>
                </a:lnTo>
                <a:lnTo>
                  <a:pt x="1118" y="1372"/>
                </a:lnTo>
                <a:lnTo>
                  <a:pt x="1117" y="1372"/>
                </a:lnTo>
                <a:lnTo>
                  <a:pt x="1116" y="1372"/>
                </a:lnTo>
                <a:lnTo>
                  <a:pt x="1114" y="1372"/>
                </a:lnTo>
                <a:lnTo>
                  <a:pt x="1114" y="1373"/>
                </a:lnTo>
                <a:lnTo>
                  <a:pt x="1113" y="1373"/>
                </a:lnTo>
                <a:lnTo>
                  <a:pt x="1112" y="1373"/>
                </a:lnTo>
                <a:lnTo>
                  <a:pt x="1111" y="1373"/>
                </a:lnTo>
                <a:lnTo>
                  <a:pt x="1111" y="1372"/>
                </a:lnTo>
                <a:lnTo>
                  <a:pt x="1110" y="1372"/>
                </a:lnTo>
                <a:lnTo>
                  <a:pt x="1109" y="1372"/>
                </a:lnTo>
                <a:lnTo>
                  <a:pt x="1109" y="1373"/>
                </a:lnTo>
                <a:lnTo>
                  <a:pt x="1108" y="1373"/>
                </a:lnTo>
                <a:lnTo>
                  <a:pt x="1107" y="1373"/>
                </a:lnTo>
                <a:lnTo>
                  <a:pt x="1106" y="1373"/>
                </a:lnTo>
                <a:lnTo>
                  <a:pt x="1105" y="1373"/>
                </a:lnTo>
                <a:lnTo>
                  <a:pt x="1105" y="1374"/>
                </a:lnTo>
                <a:lnTo>
                  <a:pt x="1104" y="1374"/>
                </a:lnTo>
                <a:lnTo>
                  <a:pt x="1103" y="1374"/>
                </a:lnTo>
                <a:lnTo>
                  <a:pt x="1103" y="1375"/>
                </a:lnTo>
                <a:lnTo>
                  <a:pt x="1101" y="1375"/>
                </a:lnTo>
                <a:lnTo>
                  <a:pt x="1100" y="1375"/>
                </a:lnTo>
                <a:lnTo>
                  <a:pt x="1099" y="1375"/>
                </a:lnTo>
                <a:lnTo>
                  <a:pt x="1099" y="1376"/>
                </a:lnTo>
                <a:lnTo>
                  <a:pt x="1098" y="1376"/>
                </a:lnTo>
                <a:lnTo>
                  <a:pt x="1098" y="1377"/>
                </a:lnTo>
                <a:lnTo>
                  <a:pt x="1097" y="1377"/>
                </a:lnTo>
                <a:lnTo>
                  <a:pt x="1096" y="1377"/>
                </a:lnTo>
                <a:lnTo>
                  <a:pt x="1096" y="1378"/>
                </a:lnTo>
                <a:lnTo>
                  <a:pt x="1095" y="1378"/>
                </a:lnTo>
                <a:lnTo>
                  <a:pt x="1095" y="1379"/>
                </a:lnTo>
                <a:lnTo>
                  <a:pt x="1095" y="1380"/>
                </a:lnTo>
                <a:lnTo>
                  <a:pt x="1094" y="1380"/>
                </a:lnTo>
                <a:lnTo>
                  <a:pt x="1094" y="1381"/>
                </a:lnTo>
                <a:lnTo>
                  <a:pt x="1094" y="1382"/>
                </a:lnTo>
                <a:lnTo>
                  <a:pt x="1094" y="1383"/>
                </a:lnTo>
                <a:lnTo>
                  <a:pt x="1093" y="1383"/>
                </a:lnTo>
                <a:lnTo>
                  <a:pt x="1093" y="1384"/>
                </a:lnTo>
                <a:lnTo>
                  <a:pt x="1093" y="1385"/>
                </a:lnTo>
                <a:lnTo>
                  <a:pt x="1092" y="1385"/>
                </a:lnTo>
                <a:lnTo>
                  <a:pt x="1092" y="1386"/>
                </a:lnTo>
                <a:lnTo>
                  <a:pt x="1091" y="1386"/>
                </a:lnTo>
                <a:lnTo>
                  <a:pt x="1090" y="1386"/>
                </a:lnTo>
                <a:lnTo>
                  <a:pt x="1089" y="1386"/>
                </a:lnTo>
                <a:lnTo>
                  <a:pt x="1089" y="1387"/>
                </a:lnTo>
                <a:lnTo>
                  <a:pt x="1088" y="1386"/>
                </a:lnTo>
                <a:lnTo>
                  <a:pt x="1087" y="1386"/>
                </a:lnTo>
                <a:lnTo>
                  <a:pt x="1087" y="1385"/>
                </a:lnTo>
                <a:lnTo>
                  <a:pt x="1086" y="1385"/>
                </a:lnTo>
                <a:lnTo>
                  <a:pt x="1085" y="1384"/>
                </a:lnTo>
                <a:lnTo>
                  <a:pt x="1084" y="1384"/>
                </a:lnTo>
                <a:lnTo>
                  <a:pt x="1084" y="1383"/>
                </a:lnTo>
                <a:lnTo>
                  <a:pt x="1084" y="1382"/>
                </a:lnTo>
                <a:lnTo>
                  <a:pt x="1083" y="1382"/>
                </a:lnTo>
                <a:lnTo>
                  <a:pt x="1082" y="1382"/>
                </a:lnTo>
                <a:lnTo>
                  <a:pt x="1081" y="1382"/>
                </a:lnTo>
                <a:lnTo>
                  <a:pt x="1079" y="1382"/>
                </a:lnTo>
                <a:lnTo>
                  <a:pt x="1078" y="1382"/>
                </a:lnTo>
                <a:lnTo>
                  <a:pt x="1077" y="1382"/>
                </a:lnTo>
                <a:lnTo>
                  <a:pt x="1076" y="1381"/>
                </a:lnTo>
                <a:lnTo>
                  <a:pt x="1073" y="1381"/>
                </a:lnTo>
                <a:lnTo>
                  <a:pt x="1073" y="1380"/>
                </a:lnTo>
                <a:lnTo>
                  <a:pt x="1072" y="1380"/>
                </a:lnTo>
                <a:lnTo>
                  <a:pt x="1071" y="1380"/>
                </a:lnTo>
                <a:lnTo>
                  <a:pt x="1071" y="1379"/>
                </a:lnTo>
                <a:lnTo>
                  <a:pt x="1070" y="1378"/>
                </a:lnTo>
                <a:lnTo>
                  <a:pt x="1070" y="1377"/>
                </a:lnTo>
                <a:lnTo>
                  <a:pt x="1069" y="1376"/>
                </a:lnTo>
                <a:lnTo>
                  <a:pt x="1068" y="1375"/>
                </a:lnTo>
                <a:lnTo>
                  <a:pt x="1067" y="1374"/>
                </a:lnTo>
                <a:lnTo>
                  <a:pt x="1066" y="1374"/>
                </a:lnTo>
                <a:lnTo>
                  <a:pt x="1065" y="1374"/>
                </a:lnTo>
                <a:lnTo>
                  <a:pt x="1065" y="1373"/>
                </a:lnTo>
                <a:lnTo>
                  <a:pt x="1064" y="1373"/>
                </a:lnTo>
                <a:lnTo>
                  <a:pt x="1063" y="1373"/>
                </a:lnTo>
                <a:lnTo>
                  <a:pt x="1063" y="1372"/>
                </a:lnTo>
                <a:lnTo>
                  <a:pt x="1063" y="1371"/>
                </a:lnTo>
                <a:lnTo>
                  <a:pt x="1062" y="1371"/>
                </a:lnTo>
                <a:lnTo>
                  <a:pt x="1061" y="1371"/>
                </a:lnTo>
                <a:lnTo>
                  <a:pt x="1060" y="1372"/>
                </a:lnTo>
                <a:lnTo>
                  <a:pt x="1059" y="1372"/>
                </a:lnTo>
                <a:lnTo>
                  <a:pt x="1058" y="1372"/>
                </a:lnTo>
                <a:lnTo>
                  <a:pt x="1057" y="1372"/>
                </a:lnTo>
                <a:lnTo>
                  <a:pt x="1057" y="1373"/>
                </a:lnTo>
                <a:lnTo>
                  <a:pt x="1058" y="1373"/>
                </a:lnTo>
                <a:lnTo>
                  <a:pt x="1057" y="1374"/>
                </a:lnTo>
                <a:lnTo>
                  <a:pt x="1056" y="1374"/>
                </a:lnTo>
                <a:lnTo>
                  <a:pt x="1055" y="1374"/>
                </a:lnTo>
                <a:lnTo>
                  <a:pt x="1054" y="1375"/>
                </a:lnTo>
                <a:lnTo>
                  <a:pt x="1053" y="1375"/>
                </a:lnTo>
                <a:lnTo>
                  <a:pt x="1052" y="1375"/>
                </a:lnTo>
                <a:lnTo>
                  <a:pt x="1051" y="1376"/>
                </a:lnTo>
                <a:lnTo>
                  <a:pt x="1050" y="1376"/>
                </a:lnTo>
                <a:lnTo>
                  <a:pt x="1049" y="1376"/>
                </a:lnTo>
                <a:lnTo>
                  <a:pt x="1048" y="1376"/>
                </a:lnTo>
                <a:lnTo>
                  <a:pt x="1046" y="1376"/>
                </a:lnTo>
                <a:lnTo>
                  <a:pt x="1045" y="1376"/>
                </a:lnTo>
                <a:lnTo>
                  <a:pt x="1045" y="1375"/>
                </a:lnTo>
                <a:lnTo>
                  <a:pt x="1044" y="1375"/>
                </a:lnTo>
                <a:lnTo>
                  <a:pt x="1043" y="1375"/>
                </a:lnTo>
                <a:lnTo>
                  <a:pt x="1042" y="1375"/>
                </a:lnTo>
                <a:lnTo>
                  <a:pt x="1041" y="1375"/>
                </a:lnTo>
                <a:lnTo>
                  <a:pt x="1040" y="1375"/>
                </a:lnTo>
                <a:lnTo>
                  <a:pt x="1039" y="1376"/>
                </a:lnTo>
                <a:lnTo>
                  <a:pt x="1038" y="1376"/>
                </a:lnTo>
                <a:lnTo>
                  <a:pt x="1037" y="1376"/>
                </a:lnTo>
                <a:lnTo>
                  <a:pt x="1036" y="1378"/>
                </a:lnTo>
                <a:lnTo>
                  <a:pt x="1035" y="1379"/>
                </a:lnTo>
                <a:lnTo>
                  <a:pt x="1034" y="1380"/>
                </a:lnTo>
                <a:lnTo>
                  <a:pt x="1033" y="1380"/>
                </a:lnTo>
                <a:lnTo>
                  <a:pt x="1032" y="1381"/>
                </a:lnTo>
                <a:lnTo>
                  <a:pt x="1030" y="1381"/>
                </a:lnTo>
                <a:lnTo>
                  <a:pt x="1029" y="1381"/>
                </a:lnTo>
                <a:lnTo>
                  <a:pt x="1028" y="1382"/>
                </a:lnTo>
                <a:lnTo>
                  <a:pt x="1027" y="1382"/>
                </a:lnTo>
                <a:lnTo>
                  <a:pt x="1026" y="1382"/>
                </a:lnTo>
                <a:lnTo>
                  <a:pt x="1025" y="1383"/>
                </a:lnTo>
                <a:lnTo>
                  <a:pt x="1025" y="1384"/>
                </a:lnTo>
                <a:lnTo>
                  <a:pt x="1023" y="1384"/>
                </a:lnTo>
                <a:lnTo>
                  <a:pt x="1023" y="1385"/>
                </a:lnTo>
                <a:lnTo>
                  <a:pt x="1022" y="1385"/>
                </a:lnTo>
                <a:lnTo>
                  <a:pt x="1021" y="1385"/>
                </a:lnTo>
                <a:lnTo>
                  <a:pt x="1021" y="1386"/>
                </a:lnTo>
                <a:lnTo>
                  <a:pt x="1020" y="1386"/>
                </a:lnTo>
                <a:lnTo>
                  <a:pt x="1019" y="1386"/>
                </a:lnTo>
                <a:lnTo>
                  <a:pt x="1018" y="1386"/>
                </a:lnTo>
                <a:lnTo>
                  <a:pt x="1018" y="1387"/>
                </a:lnTo>
                <a:lnTo>
                  <a:pt x="1017" y="1387"/>
                </a:lnTo>
                <a:lnTo>
                  <a:pt x="1016" y="1388"/>
                </a:lnTo>
                <a:lnTo>
                  <a:pt x="1015" y="1388"/>
                </a:lnTo>
                <a:lnTo>
                  <a:pt x="1014" y="1389"/>
                </a:lnTo>
                <a:lnTo>
                  <a:pt x="1013" y="1389"/>
                </a:lnTo>
                <a:lnTo>
                  <a:pt x="1011" y="1389"/>
                </a:lnTo>
                <a:lnTo>
                  <a:pt x="1010" y="1389"/>
                </a:lnTo>
                <a:lnTo>
                  <a:pt x="1009" y="1389"/>
                </a:lnTo>
                <a:lnTo>
                  <a:pt x="1008" y="1389"/>
                </a:lnTo>
                <a:lnTo>
                  <a:pt x="1007" y="1390"/>
                </a:lnTo>
                <a:lnTo>
                  <a:pt x="1006" y="1390"/>
                </a:lnTo>
                <a:lnTo>
                  <a:pt x="1005" y="1390"/>
                </a:lnTo>
                <a:lnTo>
                  <a:pt x="1005" y="1391"/>
                </a:lnTo>
                <a:lnTo>
                  <a:pt x="1004" y="1391"/>
                </a:lnTo>
                <a:lnTo>
                  <a:pt x="1003" y="1391"/>
                </a:lnTo>
                <a:lnTo>
                  <a:pt x="1002" y="1391"/>
                </a:lnTo>
                <a:lnTo>
                  <a:pt x="1002" y="1392"/>
                </a:lnTo>
                <a:lnTo>
                  <a:pt x="999" y="1392"/>
                </a:lnTo>
                <a:lnTo>
                  <a:pt x="998" y="1392"/>
                </a:lnTo>
                <a:lnTo>
                  <a:pt x="997" y="1392"/>
                </a:lnTo>
                <a:lnTo>
                  <a:pt x="997" y="1393"/>
                </a:lnTo>
                <a:lnTo>
                  <a:pt x="996" y="1393"/>
                </a:lnTo>
                <a:lnTo>
                  <a:pt x="995" y="1394"/>
                </a:lnTo>
                <a:lnTo>
                  <a:pt x="994" y="1394"/>
                </a:lnTo>
                <a:lnTo>
                  <a:pt x="993" y="1394"/>
                </a:lnTo>
                <a:lnTo>
                  <a:pt x="992" y="1394"/>
                </a:lnTo>
                <a:lnTo>
                  <a:pt x="991" y="1394"/>
                </a:lnTo>
                <a:lnTo>
                  <a:pt x="991" y="1395"/>
                </a:lnTo>
                <a:lnTo>
                  <a:pt x="990" y="1395"/>
                </a:lnTo>
                <a:lnTo>
                  <a:pt x="989" y="1395"/>
                </a:lnTo>
                <a:lnTo>
                  <a:pt x="988" y="1395"/>
                </a:lnTo>
                <a:lnTo>
                  <a:pt x="988" y="1396"/>
                </a:lnTo>
                <a:lnTo>
                  <a:pt x="987" y="1396"/>
                </a:lnTo>
                <a:lnTo>
                  <a:pt x="987" y="1397"/>
                </a:lnTo>
                <a:lnTo>
                  <a:pt x="988" y="1398"/>
                </a:lnTo>
                <a:lnTo>
                  <a:pt x="989" y="1398"/>
                </a:lnTo>
                <a:lnTo>
                  <a:pt x="990" y="1398"/>
                </a:lnTo>
                <a:lnTo>
                  <a:pt x="990" y="1399"/>
                </a:lnTo>
                <a:lnTo>
                  <a:pt x="989" y="1399"/>
                </a:lnTo>
                <a:lnTo>
                  <a:pt x="989" y="1400"/>
                </a:lnTo>
                <a:lnTo>
                  <a:pt x="989" y="1401"/>
                </a:lnTo>
                <a:lnTo>
                  <a:pt x="988" y="1402"/>
                </a:lnTo>
                <a:lnTo>
                  <a:pt x="988" y="1403"/>
                </a:lnTo>
                <a:lnTo>
                  <a:pt x="987" y="1404"/>
                </a:lnTo>
                <a:lnTo>
                  <a:pt x="986" y="1404"/>
                </a:lnTo>
                <a:lnTo>
                  <a:pt x="985" y="1404"/>
                </a:lnTo>
                <a:lnTo>
                  <a:pt x="985" y="1405"/>
                </a:lnTo>
                <a:lnTo>
                  <a:pt x="984" y="1405"/>
                </a:lnTo>
                <a:lnTo>
                  <a:pt x="983" y="1406"/>
                </a:lnTo>
                <a:lnTo>
                  <a:pt x="982" y="1406"/>
                </a:lnTo>
                <a:lnTo>
                  <a:pt x="981" y="1407"/>
                </a:lnTo>
                <a:lnTo>
                  <a:pt x="980" y="1407"/>
                </a:lnTo>
                <a:lnTo>
                  <a:pt x="979" y="1408"/>
                </a:lnTo>
                <a:lnTo>
                  <a:pt x="978" y="1409"/>
                </a:lnTo>
                <a:lnTo>
                  <a:pt x="977" y="1410"/>
                </a:lnTo>
                <a:lnTo>
                  <a:pt x="976" y="1410"/>
                </a:lnTo>
                <a:lnTo>
                  <a:pt x="975" y="1410"/>
                </a:lnTo>
                <a:lnTo>
                  <a:pt x="974" y="1410"/>
                </a:lnTo>
                <a:lnTo>
                  <a:pt x="973" y="1410"/>
                </a:lnTo>
                <a:lnTo>
                  <a:pt x="972" y="1410"/>
                </a:lnTo>
                <a:lnTo>
                  <a:pt x="970" y="1411"/>
                </a:lnTo>
                <a:lnTo>
                  <a:pt x="969" y="1411"/>
                </a:lnTo>
                <a:lnTo>
                  <a:pt x="969" y="1412"/>
                </a:lnTo>
                <a:lnTo>
                  <a:pt x="969" y="1411"/>
                </a:lnTo>
                <a:lnTo>
                  <a:pt x="968" y="1411"/>
                </a:lnTo>
                <a:lnTo>
                  <a:pt x="968" y="1412"/>
                </a:lnTo>
                <a:lnTo>
                  <a:pt x="967" y="1412"/>
                </a:lnTo>
                <a:lnTo>
                  <a:pt x="966" y="1413"/>
                </a:lnTo>
                <a:lnTo>
                  <a:pt x="965" y="1413"/>
                </a:lnTo>
                <a:lnTo>
                  <a:pt x="965" y="1414"/>
                </a:lnTo>
                <a:lnTo>
                  <a:pt x="964" y="1414"/>
                </a:lnTo>
                <a:lnTo>
                  <a:pt x="964" y="1415"/>
                </a:lnTo>
                <a:lnTo>
                  <a:pt x="963" y="1415"/>
                </a:lnTo>
                <a:lnTo>
                  <a:pt x="962" y="1415"/>
                </a:lnTo>
                <a:lnTo>
                  <a:pt x="961" y="1415"/>
                </a:lnTo>
                <a:lnTo>
                  <a:pt x="960" y="1414"/>
                </a:lnTo>
                <a:lnTo>
                  <a:pt x="960" y="1413"/>
                </a:lnTo>
                <a:lnTo>
                  <a:pt x="959" y="1413"/>
                </a:lnTo>
                <a:lnTo>
                  <a:pt x="959" y="1414"/>
                </a:lnTo>
                <a:lnTo>
                  <a:pt x="958" y="1414"/>
                </a:lnTo>
                <a:lnTo>
                  <a:pt x="957" y="1414"/>
                </a:lnTo>
                <a:lnTo>
                  <a:pt x="956" y="1415"/>
                </a:lnTo>
                <a:lnTo>
                  <a:pt x="956" y="1414"/>
                </a:lnTo>
                <a:lnTo>
                  <a:pt x="955" y="1413"/>
                </a:lnTo>
                <a:lnTo>
                  <a:pt x="955" y="1412"/>
                </a:lnTo>
                <a:lnTo>
                  <a:pt x="954" y="1412"/>
                </a:lnTo>
                <a:lnTo>
                  <a:pt x="954" y="1411"/>
                </a:lnTo>
                <a:lnTo>
                  <a:pt x="954" y="1410"/>
                </a:lnTo>
                <a:lnTo>
                  <a:pt x="953" y="1410"/>
                </a:lnTo>
                <a:lnTo>
                  <a:pt x="952" y="1410"/>
                </a:lnTo>
                <a:lnTo>
                  <a:pt x="952" y="1409"/>
                </a:lnTo>
                <a:lnTo>
                  <a:pt x="951" y="1410"/>
                </a:lnTo>
                <a:lnTo>
                  <a:pt x="950" y="1410"/>
                </a:lnTo>
                <a:lnTo>
                  <a:pt x="949" y="1410"/>
                </a:lnTo>
                <a:lnTo>
                  <a:pt x="948" y="1410"/>
                </a:lnTo>
                <a:lnTo>
                  <a:pt x="948" y="1409"/>
                </a:lnTo>
                <a:lnTo>
                  <a:pt x="947" y="1409"/>
                </a:lnTo>
                <a:lnTo>
                  <a:pt x="944" y="1410"/>
                </a:lnTo>
                <a:lnTo>
                  <a:pt x="941" y="1410"/>
                </a:lnTo>
                <a:lnTo>
                  <a:pt x="940" y="1410"/>
                </a:lnTo>
                <a:lnTo>
                  <a:pt x="939" y="1410"/>
                </a:lnTo>
                <a:lnTo>
                  <a:pt x="938" y="1410"/>
                </a:lnTo>
                <a:lnTo>
                  <a:pt x="938" y="1411"/>
                </a:lnTo>
                <a:lnTo>
                  <a:pt x="936" y="1412"/>
                </a:lnTo>
                <a:lnTo>
                  <a:pt x="936" y="1413"/>
                </a:lnTo>
                <a:lnTo>
                  <a:pt x="937" y="1413"/>
                </a:lnTo>
                <a:lnTo>
                  <a:pt x="936" y="1413"/>
                </a:lnTo>
                <a:lnTo>
                  <a:pt x="935" y="1414"/>
                </a:lnTo>
                <a:lnTo>
                  <a:pt x="935" y="1415"/>
                </a:lnTo>
                <a:lnTo>
                  <a:pt x="933" y="1415"/>
                </a:lnTo>
                <a:lnTo>
                  <a:pt x="932" y="1415"/>
                </a:lnTo>
                <a:lnTo>
                  <a:pt x="930" y="1415"/>
                </a:lnTo>
                <a:lnTo>
                  <a:pt x="929" y="1416"/>
                </a:lnTo>
                <a:lnTo>
                  <a:pt x="928" y="1416"/>
                </a:lnTo>
                <a:lnTo>
                  <a:pt x="927" y="1415"/>
                </a:lnTo>
                <a:lnTo>
                  <a:pt x="927" y="1414"/>
                </a:lnTo>
                <a:lnTo>
                  <a:pt x="926" y="1414"/>
                </a:lnTo>
                <a:lnTo>
                  <a:pt x="926" y="1415"/>
                </a:lnTo>
                <a:lnTo>
                  <a:pt x="924" y="1415"/>
                </a:lnTo>
                <a:lnTo>
                  <a:pt x="923" y="1414"/>
                </a:lnTo>
                <a:lnTo>
                  <a:pt x="922" y="1414"/>
                </a:lnTo>
                <a:lnTo>
                  <a:pt x="919" y="1415"/>
                </a:lnTo>
                <a:lnTo>
                  <a:pt x="918" y="1415"/>
                </a:lnTo>
                <a:lnTo>
                  <a:pt x="917" y="1415"/>
                </a:lnTo>
                <a:lnTo>
                  <a:pt x="916" y="1416"/>
                </a:lnTo>
                <a:lnTo>
                  <a:pt x="914" y="1417"/>
                </a:lnTo>
                <a:lnTo>
                  <a:pt x="913" y="1417"/>
                </a:lnTo>
                <a:lnTo>
                  <a:pt x="912" y="1418"/>
                </a:lnTo>
                <a:lnTo>
                  <a:pt x="911" y="1418"/>
                </a:lnTo>
                <a:lnTo>
                  <a:pt x="911" y="1417"/>
                </a:lnTo>
                <a:lnTo>
                  <a:pt x="911" y="1416"/>
                </a:lnTo>
                <a:lnTo>
                  <a:pt x="908" y="1416"/>
                </a:lnTo>
                <a:lnTo>
                  <a:pt x="906" y="1416"/>
                </a:lnTo>
                <a:lnTo>
                  <a:pt x="905" y="1416"/>
                </a:lnTo>
                <a:lnTo>
                  <a:pt x="905" y="1417"/>
                </a:lnTo>
                <a:lnTo>
                  <a:pt x="904" y="1417"/>
                </a:lnTo>
                <a:lnTo>
                  <a:pt x="904" y="1416"/>
                </a:lnTo>
                <a:lnTo>
                  <a:pt x="905" y="1416"/>
                </a:lnTo>
                <a:lnTo>
                  <a:pt x="905" y="1415"/>
                </a:lnTo>
                <a:lnTo>
                  <a:pt x="903" y="1414"/>
                </a:lnTo>
                <a:lnTo>
                  <a:pt x="902" y="1415"/>
                </a:lnTo>
                <a:lnTo>
                  <a:pt x="901" y="1415"/>
                </a:lnTo>
                <a:lnTo>
                  <a:pt x="900" y="1415"/>
                </a:lnTo>
                <a:lnTo>
                  <a:pt x="900" y="1414"/>
                </a:lnTo>
                <a:lnTo>
                  <a:pt x="899" y="1414"/>
                </a:lnTo>
                <a:lnTo>
                  <a:pt x="898" y="1414"/>
                </a:lnTo>
                <a:lnTo>
                  <a:pt x="897" y="1414"/>
                </a:lnTo>
                <a:lnTo>
                  <a:pt x="897" y="1413"/>
                </a:lnTo>
                <a:lnTo>
                  <a:pt x="895" y="1413"/>
                </a:lnTo>
                <a:lnTo>
                  <a:pt x="894" y="1413"/>
                </a:lnTo>
                <a:lnTo>
                  <a:pt x="893" y="1413"/>
                </a:lnTo>
                <a:lnTo>
                  <a:pt x="892" y="1413"/>
                </a:lnTo>
                <a:lnTo>
                  <a:pt x="890" y="1413"/>
                </a:lnTo>
                <a:lnTo>
                  <a:pt x="890" y="1414"/>
                </a:lnTo>
                <a:lnTo>
                  <a:pt x="889" y="1413"/>
                </a:lnTo>
                <a:lnTo>
                  <a:pt x="889" y="1412"/>
                </a:lnTo>
                <a:lnTo>
                  <a:pt x="889" y="1411"/>
                </a:lnTo>
                <a:lnTo>
                  <a:pt x="887" y="1411"/>
                </a:lnTo>
                <a:lnTo>
                  <a:pt x="886" y="1411"/>
                </a:lnTo>
                <a:lnTo>
                  <a:pt x="885" y="1411"/>
                </a:lnTo>
                <a:lnTo>
                  <a:pt x="885" y="1412"/>
                </a:lnTo>
                <a:lnTo>
                  <a:pt x="884" y="1412"/>
                </a:lnTo>
                <a:lnTo>
                  <a:pt x="883" y="1411"/>
                </a:lnTo>
                <a:lnTo>
                  <a:pt x="882" y="1411"/>
                </a:lnTo>
                <a:lnTo>
                  <a:pt x="882" y="1410"/>
                </a:lnTo>
                <a:lnTo>
                  <a:pt x="881" y="1410"/>
                </a:lnTo>
                <a:lnTo>
                  <a:pt x="880" y="1410"/>
                </a:lnTo>
                <a:lnTo>
                  <a:pt x="879" y="1410"/>
                </a:lnTo>
                <a:lnTo>
                  <a:pt x="878" y="1409"/>
                </a:lnTo>
                <a:lnTo>
                  <a:pt x="877" y="1409"/>
                </a:lnTo>
                <a:lnTo>
                  <a:pt x="877" y="1410"/>
                </a:lnTo>
                <a:lnTo>
                  <a:pt x="875" y="1411"/>
                </a:lnTo>
                <a:lnTo>
                  <a:pt x="874" y="1411"/>
                </a:lnTo>
                <a:lnTo>
                  <a:pt x="872" y="1412"/>
                </a:lnTo>
                <a:lnTo>
                  <a:pt x="871" y="1412"/>
                </a:lnTo>
                <a:lnTo>
                  <a:pt x="870" y="1411"/>
                </a:lnTo>
                <a:lnTo>
                  <a:pt x="868" y="1411"/>
                </a:lnTo>
                <a:lnTo>
                  <a:pt x="867" y="1411"/>
                </a:lnTo>
                <a:lnTo>
                  <a:pt x="866" y="1410"/>
                </a:lnTo>
                <a:lnTo>
                  <a:pt x="865" y="1410"/>
                </a:lnTo>
                <a:lnTo>
                  <a:pt x="865" y="1409"/>
                </a:lnTo>
                <a:lnTo>
                  <a:pt x="864" y="1408"/>
                </a:lnTo>
                <a:lnTo>
                  <a:pt x="863" y="1408"/>
                </a:lnTo>
                <a:lnTo>
                  <a:pt x="863" y="1407"/>
                </a:lnTo>
                <a:lnTo>
                  <a:pt x="863" y="1406"/>
                </a:lnTo>
                <a:lnTo>
                  <a:pt x="862" y="1405"/>
                </a:lnTo>
                <a:lnTo>
                  <a:pt x="861" y="1403"/>
                </a:lnTo>
                <a:lnTo>
                  <a:pt x="860" y="1403"/>
                </a:lnTo>
                <a:lnTo>
                  <a:pt x="859" y="1403"/>
                </a:lnTo>
                <a:lnTo>
                  <a:pt x="857" y="1403"/>
                </a:lnTo>
                <a:lnTo>
                  <a:pt x="856" y="1403"/>
                </a:lnTo>
                <a:lnTo>
                  <a:pt x="856" y="1402"/>
                </a:lnTo>
                <a:lnTo>
                  <a:pt x="856" y="1401"/>
                </a:lnTo>
                <a:lnTo>
                  <a:pt x="855" y="1400"/>
                </a:lnTo>
                <a:lnTo>
                  <a:pt x="855" y="1399"/>
                </a:lnTo>
                <a:lnTo>
                  <a:pt x="855" y="1398"/>
                </a:lnTo>
                <a:lnTo>
                  <a:pt x="854" y="1398"/>
                </a:lnTo>
                <a:lnTo>
                  <a:pt x="854" y="1397"/>
                </a:lnTo>
                <a:lnTo>
                  <a:pt x="853" y="1397"/>
                </a:lnTo>
                <a:lnTo>
                  <a:pt x="854" y="1396"/>
                </a:lnTo>
                <a:lnTo>
                  <a:pt x="855" y="1396"/>
                </a:lnTo>
                <a:lnTo>
                  <a:pt x="855" y="1395"/>
                </a:lnTo>
                <a:lnTo>
                  <a:pt x="854" y="1394"/>
                </a:lnTo>
                <a:lnTo>
                  <a:pt x="854" y="1393"/>
                </a:lnTo>
                <a:lnTo>
                  <a:pt x="855" y="1393"/>
                </a:lnTo>
                <a:lnTo>
                  <a:pt x="855" y="1392"/>
                </a:lnTo>
                <a:lnTo>
                  <a:pt x="854" y="1391"/>
                </a:lnTo>
                <a:lnTo>
                  <a:pt x="855" y="1390"/>
                </a:lnTo>
                <a:lnTo>
                  <a:pt x="854" y="1389"/>
                </a:lnTo>
                <a:lnTo>
                  <a:pt x="853" y="1388"/>
                </a:lnTo>
                <a:lnTo>
                  <a:pt x="852" y="1387"/>
                </a:lnTo>
                <a:lnTo>
                  <a:pt x="853" y="1386"/>
                </a:lnTo>
                <a:lnTo>
                  <a:pt x="852" y="1386"/>
                </a:lnTo>
                <a:lnTo>
                  <a:pt x="852" y="1385"/>
                </a:lnTo>
                <a:lnTo>
                  <a:pt x="853" y="1385"/>
                </a:lnTo>
                <a:lnTo>
                  <a:pt x="853" y="1384"/>
                </a:lnTo>
                <a:lnTo>
                  <a:pt x="853" y="1383"/>
                </a:lnTo>
                <a:lnTo>
                  <a:pt x="852" y="1383"/>
                </a:lnTo>
                <a:lnTo>
                  <a:pt x="847" y="1383"/>
                </a:lnTo>
                <a:lnTo>
                  <a:pt x="846" y="1383"/>
                </a:lnTo>
                <a:lnTo>
                  <a:pt x="845" y="1382"/>
                </a:lnTo>
                <a:lnTo>
                  <a:pt x="845" y="1381"/>
                </a:lnTo>
                <a:lnTo>
                  <a:pt x="844" y="1381"/>
                </a:lnTo>
                <a:lnTo>
                  <a:pt x="843" y="1382"/>
                </a:lnTo>
                <a:lnTo>
                  <a:pt x="842" y="1382"/>
                </a:lnTo>
                <a:lnTo>
                  <a:pt x="841" y="1383"/>
                </a:lnTo>
                <a:lnTo>
                  <a:pt x="839" y="1382"/>
                </a:lnTo>
                <a:lnTo>
                  <a:pt x="838" y="1382"/>
                </a:lnTo>
                <a:lnTo>
                  <a:pt x="838" y="1381"/>
                </a:lnTo>
                <a:lnTo>
                  <a:pt x="838" y="1382"/>
                </a:lnTo>
                <a:lnTo>
                  <a:pt x="837" y="1382"/>
                </a:lnTo>
                <a:lnTo>
                  <a:pt x="836" y="1383"/>
                </a:lnTo>
                <a:lnTo>
                  <a:pt x="836" y="1384"/>
                </a:lnTo>
                <a:lnTo>
                  <a:pt x="836" y="1385"/>
                </a:lnTo>
                <a:lnTo>
                  <a:pt x="835" y="1385"/>
                </a:lnTo>
                <a:lnTo>
                  <a:pt x="834" y="1385"/>
                </a:lnTo>
                <a:lnTo>
                  <a:pt x="833" y="1386"/>
                </a:lnTo>
                <a:lnTo>
                  <a:pt x="833" y="1387"/>
                </a:lnTo>
                <a:lnTo>
                  <a:pt x="832" y="1387"/>
                </a:lnTo>
                <a:lnTo>
                  <a:pt x="831" y="1387"/>
                </a:lnTo>
                <a:lnTo>
                  <a:pt x="831" y="1386"/>
                </a:lnTo>
                <a:lnTo>
                  <a:pt x="830" y="1385"/>
                </a:lnTo>
                <a:lnTo>
                  <a:pt x="829" y="1385"/>
                </a:lnTo>
                <a:lnTo>
                  <a:pt x="829" y="1384"/>
                </a:lnTo>
                <a:lnTo>
                  <a:pt x="828" y="1384"/>
                </a:lnTo>
                <a:lnTo>
                  <a:pt x="827" y="1384"/>
                </a:lnTo>
                <a:lnTo>
                  <a:pt x="827" y="1383"/>
                </a:lnTo>
                <a:lnTo>
                  <a:pt x="827" y="1384"/>
                </a:lnTo>
                <a:lnTo>
                  <a:pt x="826" y="1384"/>
                </a:lnTo>
                <a:lnTo>
                  <a:pt x="825" y="1383"/>
                </a:lnTo>
                <a:lnTo>
                  <a:pt x="825" y="1382"/>
                </a:lnTo>
                <a:lnTo>
                  <a:pt x="824" y="1382"/>
                </a:lnTo>
                <a:lnTo>
                  <a:pt x="823" y="1382"/>
                </a:lnTo>
                <a:lnTo>
                  <a:pt x="822" y="1382"/>
                </a:lnTo>
                <a:lnTo>
                  <a:pt x="822" y="1381"/>
                </a:lnTo>
                <a:lnTo>
                  <a:pt x="821" y="1381"/>
                </a:lnTo>
                <a:lnTo>
                  <a:pt x="819" y="1381"/>
                </a:lnTo>
                <a:lnTo>
                  <a:pt x="818" y="1381"/>
                </a:lnTo>
                <a:lnTo>
                  <a:pt x="817" y="1380"/>
                </a:lnTo>
                <a:lnTo>
                  <a:pt x="815" y="1379"/>
                </a:lnTo>
                <a:lnTo>
                  <a:pt x="815" y="1380"/>
                </a:lnTo>
                <a:lnTo>
                  <a:pt x="814" y="1380"/>
                </a:lnTo>
                <a:lnTo>
                  <a:pt x="813" y="1381"/>
                </a:lnTo>
                <a:lnTo>
                  <a:pt x="812" y="1381"/>
                </a:lnTo>
                <a:lnTo>
                  <a:pt x="812" y="1380"/>
                </a:lnTo>
                <a:lnTo>
                  <a:pt x="811" y="1380"/>
                </a:lnTo>
                <a:lnTo>
                  <a:pt x="809" y="1379"/>
                </a:lnTo>
                <a:lnTo>
                  <a:pt x="808" y="1379"/>
                </a:lnTo>
                <a:lnTo>
                  <a:pt x="806" y="1379"/>
                </a:lnTo>
                <a:lnTo>
                  <a:pt x="805" y="1379"/>
                </a:lnTo>
                <a:lnTo>
                  <a:pt x="803" y="1379"/>
                </a:lnTo>
                <a:lnTo>
                  <a:pt x="803" y="1380"/>
                </a:lnTo>
                <a:lnTo>
                  <a:pt x="802" y="1381"/>
                </a:lnTo>
                <a:lnTo>
                  <a:pt x="802" y="1382"/>
                </a:lnTo>
                <a:lnTo>
                  <a:pt x="802" y="1383"/>
                </a:lnTo>
                <a:lnTo>
                  <a:pt x="802" y="1384"/>
                </a:lnTo>
                <a:lnTo>
                  <a:pt x="802" y="1385"/>
                </a:lnTo>
                <a:lnTo>
                  <a:pt x="799" y="1385"/>
                </a:lnTo>
                <a:lnTo>
                  <a:pt x="798" y="1385"/>
                </a:lnTo>
                <a:lnTo>
                  <a:pt x="796" y="1385"/>
                </a:lnTo>
                <a:lnTo>
                  <a:pt x="796" y="1386"/>
                </a:lnTo>
                <a:lnTo>
                  <a:pt x="796" y="1387"/>
                </a:lnTo>
                <a:lnTo>
                  <a:pt x="797" y="1387"/>
                </a:lnTo>
                <a:lnTo>
                  <a:pt x="798" y="1389"/>
                </a:lnTo>
                <a:lnTo>
                  <a:pt x="797" y="1390"/>
                </a:lnTo>
                <a:lnTo>
                  <a:pt x="796" y="1391"/>
                </a:lnTo>
                <a:lnTo>
                  <a:pt x="796" y="1393"/>
                </a:lnTo>
                <a:lnTo>
                  <a:pt x="796" y="1395"/>
                </a:lnTo>
                <a:lnTo>
                  <a:pt x="795" y="1395"/>
                </a:lnTo>
                <a:lnTo>
                  <a:pt x="794" y="1396"/>
                </a:lnTo>
                <a:lnTo>
                  <a:pt x="794" y="1397"/>
                </a:lnTo>
                <a:lnTo>
                  <a:pt x="792" y="1397"/>
                </a:lnTo>
                <a:lnTo>
                  <a:pt x="791" y="1397"/>
                </a:lnTo>
                <a:lnTo>
                  <a:pt x="791" y="1396"/>
                </a:lnTo>
                <a:lnTo>
                  <a:pt x="791" y="1395"/>
                </a:lnTo>
                <a:lnTo>
                  <a:pt x="790" y="1395"/>
                </a:lnTo>
                <a:lnTo>
                  <a:pt x="790" y="1396"/>
                </a:lnTo>
                <a:lnTo>
                  <a:pt x="789" y="1397"/>
                </a:lnTo>
                <a:lnTo>
                  <a:pt x="789" y="1398"/>
                </a:lnTo>
                <a:lnTo>
                  <a:pt x="788" y="1398"/>
                </a:lnTo>
                <a:lnTo>
                  <a:pt x="787" y="1399"/>
                </a:lnTo>
                <a:lnTo>
                  <a:pt x="786" y="1399"/>
                </a:lnTo>
                <a:lnTo>
                  <a:pt x="785" y="1399"/>
                </a:lnTo>
                <a:lnTo>
                  <a:pt x="784" y="1399"/>
                </a:lnTo>
                <a:lnTo>
                  <a:pt x="783" y="1399"/>
                </a:lnTo>
                <a:lnTo>
                  <a:pt x="783" y="1400"/>
                </a:lnTo>
                <a:lnTo>
                  <a:pt x="783" y="1402"/>
                </a:lnTo>
                <a:lnTo>
                  <a:pt x="782" y="1402"/>
                </a:lnTo>
                <a:lnTo>
                  <a:pt x="781" y="1402"/>
                </a:lnTo>
                <a:lnTo>
                  <a:pt x="781" y="1401"/>
                </a:lnTo>
                <a:lnTo>
                  <a:pt x="780" y="1401"/>
                </a:lnTo>
                <a:lnTo>
                  <a:pt x="780" y="1402"/>
                </a:lnTo>
                <a:lnTo>
                  <a:pt x="779" y="1402"/>
                </a:lnTo>
                <a:lnTo>
                  <a:pt x="779" y="1403"/>
                </a:lnTo>
                <a:lnTo>
                  <a:pt x="778" y="1403"/>
                </a:lnTo>
                <a:lnTo>
                  <a:pt x="776" y="1403"/>
                </a:lnTo>
                <a:lnTo>
                  <a:pt x="775" y="1404"/>
                </a:lnTo>
                <a:lnTo>
                  <a:pt x="774" y="1404"/>
                </a:lnTo>
                <a:lnTo>
                  <a:pt x="774" y="1405"/>
                </a:lnTo>
                <a:lnTo>
                  <a:pt x="773" y="1406"/>
                </a:lnTo>
                <a:lnTo>
                  <a:pt x="771" y="1406"/>
                </a:lnTo>
                <a:lnTo>
                  <a:pt x="770" y="1406"/>
                </a:lnTo>
                <a:lnTo>
                  <a:pt x="769" y="1405"/>
                </a:lnTo>
                <a:lnTo>
                  <a:pt x="769" y="1406"/>
                </a:lnTo>
                <a:lnTo>
                  <a:pt x="768" y="1408"/>
                </a:lnTo>
                <a:lnTo>
                  <a:pt x="769" y="1409"/>
                </a:lnTo>
                <a:lnTo>
                  <a:pt x="769" y="1410"/>
                </a:lnTo>
                <a:lnTo>
                  <a:pt x="770" y="1413"/>
                </a:lnTo>
                <a:lnTo>
                  <a:pt x="770" y="1414"/>
                </a:lnTo>
                <a:lnTo>
                  <a:pt x="771" y="1415"/>
                </a:lnTo>
                <a:lnTo>
                  <a:pt x="771" y="1416"/>
                </a:lnTo>
                <a:lnTo>
                  <a:pt x="770" y="1417"/>
                </a:lnTo>
                <a:lnTo>
                  <a:pt x="770" y="1418"/>
                </a:lnTo>
                <a:lnTo>
                  <a:pt x="769" y="1418"/>
                </a:lnTo>
                <a:lnTo>
                  <a:pt x="768" y="1419"/>
                </a:lnTo>
                <a:lnTo>
                  <a:pt x="767" y="1420"/>
                </a:lnTo>
                <a:lnTo>
                  <a:pt x="765" y="1421"/>
                </a:lnTo>
                <a:lnTo>
                  <a:pt x="764" y="1420"/>
                </a:lnTo>
                <a:lnTo>
                  <a:pt x="763" y="1420"/>
                </a:lnTo>
                <a:lnTo>
                  <a:pt x="762" y="1420"/>
                </a:lnTo>
                <a:lnTo>
                  <a:pt x="761" y="1422"/>
                </a:lnTo>
                <a:lnTo>
                  <a:pt x="760" y="1422"/>
                </a:lnTo>
                <a:lnTo>
                  <a:pt x="760" y="1423"/>
                </a:lnTo>
                <a:lnTo>
                  <a:pt x="760" y="1424"/>
                </a:lnTo>
                <a:lnTo>
                  <a:pt x="759" y="1424"/>
                </a:lnTo>
                <a:lnTo>
                  <a:pt x="758" y="1424"/>
                </a:lnTo>
                <a:lnTo>
                  <a:pt x="757" y="1424"/>
                </a:lnTo>
                <a:lnTo>
                  <a:pt x="754" y="1425"/>
                </a:lnTo>
                <a:lnTo>
                  <a:pt x="753" y="1425"/>
                </a:lnTo>
                <a:lnTo>
                  <a:pt x="751" y="1425"/>
                </a:lnTo>
                <a:lnTo>
                  <a:pt x="750" y="1425"/>
                </a:lnTo>
                <a:lnTo>
                  <a:pt x="749" y="1424"/>
                </a:lnTo>
                <a:lnTo>
                  <a:pt x="748" y="1424"/>
                </a:lnTo>
                <a:lnTo>
                  <a:pt x="747" y="1424"/>
                </a:lnTo>
                <a:lnTo>
                  <a:pt x="745" y="1425"/>
                </a:lnTo>
                <a:lnTo>
                  <a:pt x="744" y="1425"/>
                </a:lnTo>
                <a:lnTo>
                  <a:pt x="743" y="1425"/>
                </a:lnTo>
                <a:lnTo>
                  <a:pt x="742" y="1425"/>
                </a:lnTo>
                <a:lnTo>
                  <a:pt x="741" y="1425"/>
                </a:lnTo>
                <a:lnTo>
                  <a:pt x="741" y="1426"/>
                </a:lnTo>
                <a:lnTo>
                  <a:pt x="740" y="1426"/>
                </a:lnTo>
                <a:lnTo>
                  <a:pt x="739" y="1427"/>
                </a:lnTo>
                <a:lnTo>
                  <a:pt x="737" y="1428"/>
                </a:lnTo>
                <a:lnTo>
                  <a:pt x="735" y="1428"/>
                </a:lnTo>
                <a:lnTo>
                  <a:pt x="734" y="1428"/>
                </a:lnTo>
                <a:lnTo>
                  <a:pt x="733" y="1428"/>
                </a:lnTo>
                <a:lnTo>
                  <a:pt x="732" y="1428"/>
                </a:lnTo>
                <a:lnTo>
                  <a:pt x="730" y="1428"/>
                </a:lnTo>
                <a:lnTo>
                  <a:pt x="729" y="1428"/>
                </a:lnTo>
                <a:lnTo>
                  <a:pt x="727" y="1428"/>
                </a:lnTo>
                <a:lnTo>
                  <a:pt x="726" y="1428"/>
                </a:lnTo>
                <a:lnTo>
                  <a:pt x="726" y="1427"/>
                </a:lnTo>
                <a:lnTo>
                  <a:pt x="725" y="1427"/>
                </a:lnTo>
                <a:lnTo>
                  <a:pt x="723" y="1428"/>
                </a:lnTo>
                <a:lnTo>
                  <a:pt x="722" y="1428"/>
                </a:lnTo>
                <a:lnTo>
                  <a:pt x="722" y="1427"/>
                </a:lnTo>
                <a:lnTo>
                  <a:pt x="721" y="1427"/>
                </a:lnTo>
                <a:lnTo>
                  <a:pt x="721" y="1426"/>
                </a:lnTo>
                <a:lnTo>
                  <a:pt x="721" y="1425"/>
                </a:lnTo>
                <a:lnTo>
                  <a:pt x="721" y="1424"/>
                </a:lnTo>
                <a:lnTo>
                  <a:pt x="721" y="1423"/>
                </a:lnTo>
                <a:lnTo>
                  <a:pt x="721" y="1422"/>
                </a:lnTo>
                <a:lnTo>
                  <a:pt x="720" y="1422"/>
                </a:lnTo>
                <a:lnTo>
                  <a:pt x="719" y="1422"/>
                </a:lnTo>
                <a:lnTo>
                  <a:pt x="717" y="1420"/>
                </a:lnTo>
                <a:lnTo>
                  <a:pt x="716" y="1420"/>
                </a:lnTo>
                <a:lnTo>
                  <a:pt x="716" y="1419"/>
                </a:lnTo>
                <a:lnTo>
                  <a:pt x="716" y="1418"/>
                </a:lnTo>
                <a:lnTo>
                  <a:pt x="714" y="1418"/>
                </a:lnTo>
                <a:lnTo>
                  <a:pt x="713" y="1418"/>
                </a:lnTo>
                <a:lnTo>
                  <a:pt x="713" y="1417"/>
                </a:lnTo>
                <a:lnTo>
                  <a:pt x="712" y="1417"/>
                </a:lnTo>
                <a:lnTo>
                  <a:pt x="711" y="1417"/>
                </a:lnTo>
                <a:lnTo>
                  <a:pt x="709" y="1417"/>
                </a:lnTo>
                <a:lnTo>
                  <a:pt x="709" y="1416"/>
                </a:lnTo>
                <a:lnTo>
                  <a:pt x="708" y="1416"/>
                </a:lnTo>
                <a:lnTo>
                  <a:pt x="708" y="1417"/>
                </a:lnTo>
                <a:lnTo>
                  <a:pt x="707" y="1417"/>
                </a:lnTo>
                <a:lnTo>
                  <a:pt x="707" y="1416"/>
                </a:lnTo>
                <a:lnTo>
                  <a:pt x="706" y="1416"/>
                </a:lnTo>
                <a:lnTo>
                  <a:pt x="705" y="1416"/>
                </a:lnTo>
                <a:lnTo>
                  <a:pt x="705" y="1417"/>
                </a:lnTo>
                <a:lnTo>
                  <a:pt x="704" y="1417"/>
                </a:lnTo>
                <a:lnTo>
                  <a:pt x="703" y="1417"/>
                </a:lnTo>
                <a:lnTo>
                  <a:pt x="701" y="1416"/>
                </a:lnTo>
                <a:lnTo>
                  <a:pt x="700" y="1416"/>
                </a:lnTo>
                <a:lnTo>
                  <a:pt x="700" y="1417"/>
                </a:lnTo>
                <a:lnTo>
                  <a:pt x="700" y="1418"/>
                </a:lnTo>
                <a:lnTo>
                  <a:pt x="699" y="1418"/>
                </a:lnTo>
                <a:lnTo>
                  <a:pt x="699" y="1419"/>
                </a:lnTo>
                <a:lnTo>
                  <a:pt x="699" y="1418"/>
                </a:lnTo>
                <a:lnTo>
                  <a:pt x="698" y="1418"/>
                </a:lnTo>
                <a:lnTo>
                  <a:pt x="697" y="1418"/>
                </a:lnTo>
                <a:lnTo>
                  <a:pt x="696" y="1419"/>
                </a:lnTo>
                <a:lnTo>
                  <a:pt x="695" y="1419"/>
                </a:lnTo>
                <a:lnTo>
                  <a:pt x="694" y="1417"/>
                </a:lnTo>
                <a:lnTo>
                  <a:pt x="693" y="1415"/>
                </a:lnTo>
                <a:lnTo>
                  <a:pt x="693" y="1414"/>
                </a:lnTo>
                <a:lnTo>
                  <a:pt x="692" y="1414"/>
                </a:lnTo>
                <a:lnTo>
                  <a:pt x="690" y="1415"/>
                </a:lnTo>
                <a:lnTo>
                  <a:pt x="688" y="1414"/>
                </a:lnTo>
                <a:lnTo>
                  <a:pt x="687" y="1414"/>
                </a:lnTo>
                <a:lnTo>
                  <a:pt x="687" y="1413"/>
                </a:lnTo>
                <a:lnTo>
                  <a:pt x="687" y="1412"/>
                </a:lnTo>
                <a:lnTo>
                  <a:pt x="686" y="1412"/>
                </a:lnTo>
                <a:lnTo>
                  <a:pt x="685" y="1413"/>
                </a:lnTo>
                <a:lnTo>
                  <a:pt x="685" y="1412"/>
                </a:lnTo>
                <a:lnTo>
                  <a:pt x="684" y="1412"/>
                </a:lnTo>
                <a:lnTo>
                  <a:pt x="685" y="1412"/>
                </a:lnTo>
                <a:lnTo>
                  <a:pt x="685" y="1411"/>
                </a:lnTo>
                <a:lnTo>
                  <a:pt x="685" y="1410"/>
                </a:lnTo>
                <a:lnTo>
                  <a:pt x="684" y="1410"/>
                </a:lnTo>
                <a:lnTo>
                  <a:pt x="683" y="1411"/>
                </a:lnTo>
                <a:lnTo>
                  <a:pt x="681" y="1411"/>
                </a:lnTo>
                <a:lnTo>
                  <a:pt x="680" y="1411"/>
                </a:lnTo>
                <a:lnTo>
                  <a:pt x="679" y="1413"/>
                </a:lnTo>
                <a:lnTo>
                  <a:pt x="679" y="1414"/>
                </a:lnTo>
                <a:lnTo>
                  <a:pt x="679" y="1415"/>
                </a:lnTo>
                <a:lnTo>
                  <a:pt x="679" y="1416"/>
                </a:lnTo>
                <a:lnTo>
                  <a:pt x="679" y="1417"/>
                </a:lnTo>
                <a:lnTo>
                  <a:pt x="678" y="1417"/>
                </a:lnTo>
                <a:lnTo>
                  <a:pt x="678" y="1418"/>
                </a:lnTo>
                <a:lnTo>
                  <a:pt x="677" y="1418"/>
                </a:lnTo>
                <a:lnTo>
                  <a:pt x="676" y="1418"/>
                </a:lnTo>
                <a:lnTo>
                  <a:pt x="678" y="1420"/>
                </a:lnTo>
                <a:lnTo>
                  <a:pt x="677" y="1420"/>
                </a:lnTo>
                <a:lnTo>
                  <a:pt x="676" y="1420"/>
                </a:lnTo>
                <a:lnTo>
                  <a:pt x="675" y="1420"/>
                </a:lnTo>
                <a:lnTo>
                  <a:pt x="673" y="1420"/>
                </a:lnTo>
                <a:lnTo>
                  <a:pt x="671" y="1420"/>
                </a:lnTo>
                <a:lnTo>
                  <a:pt x="670" y="1419"/>
                </a:lnTo>
                <a:lnTo>
                  <a:pt x="670" y="1418"/>
                </a:lnTo>
                <a:lnTo>
                  <a:pt x="669" y="1418"/>
                </a:lnTo>
                <a:lnTo>
                  <a:pt x="668" y="1418"/>
                </a:lnTo>
                <a:lnTo>
                  <a:pt x="668" y="1419"/>
                </a:lnTo>
                <a:lnTo>
                  <a:pt x="666" y="1419"/>
                </a:lnTo>
                <a:lnTo>
                  <a:pt x="665" y="1418"/>
                </a:lnTo>
                <a:lnTo>
                  <a:pt x="664" y="1417"/>
                </a:lnTo>
                <a:lnTo>
                  <a:pt x="663" y="1417"/>
                </a:lnTo>
                <a:lnTo>
                  <a:pt x="660" y="1417"/>
                </a:lnTo>
                <a:lnTo>
                  <a:pt x="657" y="1417"/>
                </a:lnTo>
                <a:lnTo>
                  <a:pt x="655" y="1418"/>
                </a:lnTo>
                <a:lnTo>
                  <a:pt x="654" y="1418"/>
                </a:lnTo>
                <a:lnTo>
                  <a:pt x="651" y="1418"/>
                </a:lnTo>
                <a:lnTo>
                  <a:pt x="649" y="1417"/>
                </a:lnTo>
                <a:lnTo>
                  <a:pt x="648" y="1417"/>
                </a:lnTo>
                <a:lnTo>
                  <a:pt x="647" y="1417"/>
                </a:lnTo>
                <a:lnTo>
                  <a:pt x="648" y="1417"/>
                </a:lnTo>
                <a:lnTo>
                  <a:pt x="648" y="1416"/>
                </a:lnTo>
                <a:lnTo>
                  <a:pt x="648" y="1415"/>
                </a:lnTo>
                <a:lnTo>
                  <a:pt x="647" y="1414"/>
                </a:lnTo>
                <a:lnTo>
                  <a:pt x="646" y="1414"/>
                </a:lnTo>
                <a:lnTo>
                  <a:pt x="645" y="1414"/>
                </a:lnTo>
                <a:lnTo>
                  <a:pt x="645" y="1413"/>
                </a:lnTo>
                <a:lnTo>
                  <a:pt x="646" y="1413"/>
                </a:lnTo>
                <a:lnTo>
                  <a:pt x="646" y="1412"/>
                </a:lnTo>
                <a:lnTo>
                  <a:pt x="645" y="1412"/>
                </a:lnTo>
                <a:lnTo>
                  <a:pt x="645" y="1411"/>
                </a:lnTo>
                <a:lnTo>
                  <a:pt x="644" y="1411"/>
                </a:lnTo>
                <a:lnTo>
                  <a:pt x="643" y="1412"/>
                </a:lnTo>
                <a:lnTo>
                  <a:pt x="642" y="1412"/>
                </a:lnTo>
                <a:lnTo>
                  <a:pt x="642" y="1411"/>
                </a:lnTo>
                <a:lnTo>
                  <a:pt x="641" y="1411"/>
                </a:lnTo>
                <a:lnTo>
                  <a:pt x="640" y="1410"/>
                </a:lnTo>
                <a:lnTo>
                  <a:pt x="639" y="1410"/>
                </a:lnTo>
                <a:lnTo>
                  <a:pt x="639" y="1411"/>
                </a:lnTo>
                <a:lnTo>
                  <a:pt x="637" y="1412"/>
                </a:lnTo>
                <a:lnTo>
                  <a:pt x="636" y="1412"/>
                </a:lnTo>
                <a:lnTo>
                  <a:pt x="636" y="1411"/>
                </a:lnTo>
                <a:lnTo>
                  <a:pt x="635" y="1411"/>
                </a:lnTo>
                <a:lnTo>
                  <a:pt x="635" y="1410"/>
                </a:lnTo>
                <a:lnTo>
                  <a:pt x="634" y="1410"/>
                </a:lnTo>
                <a:lnTo>
                  <a:pt x="634" y="1411"/>
                </a:lnTo>
                <a:lnTo>
                  <a:pt x="633" y="1411"/>
                </a:lnTo>
                <a:lnTo>
                  <a:pt x="632" y="1412"/>
                </a:lnTo>
                <a:lnTo>
                  <a:pt x="631" y="1411"/>
                </a:lnTo>
                <a:lnTo>
                  <a:pt x="630" y="1410"/>
                </a:lnTo>
                <a:lnTo>
                  <a:pt x="628" y="1410"/>
                </a:lnTo>
                <a:lnTo>
                  <a:pt x="627" y="1410"/>
                </a:lnTo>
                <a:lnTo>
                  <a:pt x="627" y="1409"/>
                </a:lnTo>
                <a:lnTo>
                  <a:pt x="626" y="1409"/>
                </a:lnTo>
                <a:lnTo>
                  <a:pt x="625" y="1408"/>
                </a:lnTo>
                <a:lnTo>
                  <a:pt x="625" y="1407"/>
                </a:lnTo>
                <a:lnTo>
                  <a:pt x="626" y="1406"/>
                </a:lnTo>
                <a:lnTo>
                  <a:pt x="625" y="1406"/>
                </a:lnTo>
                <a:lnTo>
                  <a:pt x="624" y="1406"/>
                </a:lnTo>
                <a:lnTo>
                  <a:pt x="623" y="1407"/>
                </a:lnTo>
                <a:lnTo>
                  <a:pt x="623" y="1409"/>
                </a:lnTo>
                <a:lnTo>
                  <a:pt x="622" y="1409"/>
                </a:lnTo>
                <a:lnTo>
                  <a:pt x="621" y="1410"/>
                </a:lnTo>
                <a:lnTo>
                  <a:pt x="621" y="1411"/>
                </a:lnTo>
                <a:lnTo>
                  <a:pt x="620" y="1411"/>
                </a:lnTo>
                <a:lnTo>
                  <a:pt x="620" y="1412"/>
                </a:lnTo>
                <a:lnTo>
                  <a:pt x="619" y="1412"/>
                </a:lnTo>
                <a:lnTo>
                  <a:pt x="618" y="1412"/>
                </a:lnTo>
                <a:lnTo>
                  <a:pt x="614" y="1412"/>
                </a:lnTo>
                <a:lnTo>
                  <a:pt x="614" y="1413"/>
                </a:lnTo>
                <a:lnTo>
                  <a:pt x="613" y="1413"/>
                </a:lnTo>
                <a:lnTo>
                  <a:pt x="613" y="1414"/>
                </a:lnTo>
                <a:lnTo>
                  <a:pt x="613" y="1415"/>
                </a:lnTo>
                <a:lnTo>
                  <a:pt x="612" y="1415"/>
                </a:lnTo>
                <a:lnTo>
                  <a:pt x="612" y="1416"/>
                </a:lnTo>
                <a:lnTo>
                  <a:pt x="612" y="1417"/>
                </a:lnTo>
                <a:lnTo>
                  <a:pt x="611" y="1417"/>
                </a:lnTo>
                <a:lnTo>
                  <a:pt x="611" y="1418"/>
                </a:lnTo>
                <a:lnTo>
                  <a:pt x="611" y="1420"/>
                </a:lnTo>
                <a:lnTo>
                  <a:pt x="610" y="1422"/>
                </a:lnTo>
                <a:lnTo>
                  <a:pt x="611" y="1423"/>
                </a:lnTo>
                <a:lnTo>
                  <a:pt x="613" y="1425"/>
                </a:lnTo>
                <a:lnTo>
                  <a:pt x="614" y="1425"/>
                </a:lnTo>
                <a:lnTo>
                  <a:pt x="616" y="1427"/>
                </a:lnTo>
                <a:lnTo>
                  <a:pt x="616" y="1429"/>
                </a:lnTo>
                <a:lnTo>
                  <a:pt x="618" y="1430"/>
                </a:lnTo>
                <a:lnTo>
                  <a:pt x="618" y="1431"/>
                </a:lnTo>
                <a:lnTo>
                  <a:pt x="617" y="1431"/>
                </a:lnTo>
                <a:lnTo>
                  <a:pt x="616" y="1431"/>
                </a:lnTo>
                <a:lnTo>
                  <a:pt x="615" y="1431"/>
                </a:lnTo>
                <a:lnTo>
                  <a:pt x="614" y="1431"/>
                </a:lnTo>
                <a:lnTo>
                  <a:pt x="613" y="1431"/>
                </a:lnTo>
                <a:lnTo>
                  <a:pt x="612" y="1430"/>
                </a:lnTo>
                <a:lnTo>
                  <a:pt x="612" y="1431"/>
                </a:lnTo>
                <a:lnTo>
                  <a:pt x="611" y="1431"/>
                </a:lnTo>
                <a:lnTo>
                  <a:pt x="610" y="1431"/>
                </a:lnTo>
                <a:lnTo>
                  <a:pt x="609" y="1431"/>
                </a:lnTo>
                <a:lnTo>
                  <a:pt x="609" y="1432"/>
                </a:lnTo>
                <a:lnTo>
                  <a:pt x="608" y="1433"/>
                </a:lnTo>
                <a:lnTo>
                  <a:pt x="607" y="1433"/>
                </a:lnTo>
                <a:lnTo>
                  <a:pt x="606" y="1434"/>
                </a:lnTo>
                <a:lnTo>
                  <a:pt x="606" y="1435"/>
                </a:lnTo>
                <a:lnTo>
                  <a:pt x="606" y="1436"/>
                </a:lnTo>
                <a:lnTo>
                  <a:pt x="607" y="1436"/>
                </a:lnTo>
                <a:lnTo>
                  <a:pt x="607" y="1437"/>
                </a:lnTo>
                <a:lnTo>
                  <a:pt x="606" y="1438"/>
                </a:lnTo>
                <a:lnTo>
                  <a:pt x="605" y="1438"/>
                </a:lnTo>
                <a:lnTo>
                  <a:pt x="605" y="1439"/>
                </a:lnTo>
                <a:lnTo>
                  <a:pt x="603" y="1440"/>
                </a:lnTo>
                <a:lnTo>
                  <a:pt x="599" y="1443"/>
                </a:lnTo>
                <a:lnTo>
                  <a:pt x="597" y="1445"/>
                </a:lnTo>
                <a:lnTo>
                  <a:pt x="596" y="1445"/>
                </a:lnTo>
                <a:lnTo>
                  <a:pt x="595" y="1445"/>
                </a:lnTo>
                <a:lnTo>
                  <a:pt x="594" y="1445"/>
                </a:lnTo>
                <a:lnTo>
                  <a:pt x="593" y="1444"/>
                </a:lnTo>
                <a:lnTo>
                  <a:pt x="592" y="1444"/>
                </a:lnTo>
                <a:lnTo>
                  <a:pt x="589" y="1448"/>
                </a:lnTo>
                <a:lnTo>
                  <a:pt x="589" y="1449"/>
                </a:lnTo>
                <a:lnTo>
                  <a:pt x="590" y="1449"/>
                </a:lnTo>
                <a:lnTo>
                  <a:pt x="590" y="1450"/>
                </a:lnTo>
                <a:lnTo>
                  <a:pt x="589" y="1451"/>
                </a:lnTo>
                <a:lnTo>
                  <a:pt x="588" y="1452"/>
                </a:lnTo>
                <a:lnTo>
                  <a:pt x="589" y="1453"/>
                </a:lnTo>
                <a:lnTo>
                  <a:pt x="590" y="1453"/>
                </a:lnTo>
                <a:lnTo>
                  <a:pt x="590" y="1454"/>
                </a:lnTo>
                <a:lnTo>
                  <a:pt x="589" y="1454"/>
                </a:lnTo>
                <a:lnTo>
                  <a:pt x="588" y="1455"/>
                </a:lnTo>
                <a:lnTo>
                  <a:pt x="588" y="1457"/>
                </a:lnTo>
                <a:lnTo>
                  <a:pt x="589" y="1457"/>
                </a:lnTo>
                <a:lnTo>
                  <a:pt x="590" y="1458"/>
                </a:lnTo>
                <a:lnTo>
                  <a:pt x="589" y="1459"/>
                </a:lnTo>
                <a:lnTo>
                  <a:pt x="589" y="1460"/>
                </a:lnTo>
                <a:lnTo>
                  <a:pt x="589" y="1461"/>
                </a:lnTo>
                <a:lnTo>
                  <a:pt x="589" y="1462"/>
                </a:lnTo>
                <a:lnTo>
                  <a:pt x="588" y="1462"/>
                </a:lnTo>
                <a:lnTo>
                  <a:pt x="587" y="1462"/>
                </a:lnTo>
                <a:lnTo>
                  <a:pt x="586" y="1463"/>
                </a:lnTo>
                <a:lnTo>
                  <a:pt x="586" y="1464"/>
                </a:lnTo>
                <a:lnTo>
                  <a:pt x="586" y="1466"/>
                </a:lnTo>
                <a:lnTo>
                  <a:pt x="585" y="1466"/>
                </a:lnTo>
                <a:lnTo>
                  <a:pt x="584" y="1466"/>
                </a:lnTo>
                <a:lnTo>
                  <a:pt x="583" y="1466"/>
                </a:lnTo>
                <a:lnTo>
                  <a:pt x="582" y="1466"/>
                </a:lnTo>
                <a:lnTo>
                  <a:pt x="580" y="1466"/>
                </a:lnTo>
                <a:lnTo>
                  <a:pt x="579" y="1467"/>
                </a:lnTo>
                <a:lnTo>
                  <a:pt x="580" y="1469"/>
                </a:lnTo>
                <a:lnTo>
                  <a:pt x="580" y="1470"/>
                </a:lnTo>
                <a:lnTo>
                  <a:pt x="581" y="1470"/>
                </a:lnTo>
                <a:lnTo>
                  <a:pt x="581" y="1471"/>
                </a:lnTo>
                <a:lnTo>
                  <a:pt x="580" y="1472"/>
                </a:lnTo>
                <a:lnTo>
                  <a:pt x="580" y="1473"/>
                </a:lnTo>
                <a:lnTo>
                  <a:pt x="579" y="1474"/>
                </a:lnTo>
                <a:lnTo>
                  <a:pt x="579" y="1475"/>
                </a:lnTo>
                <a:lnTo>
                  <a:pt x="578" y="1476"/>
                </a:lnTo>
                <a:lnTo>
                  <a:pt x="578" y="1477"/>
                </a:lnTo>
                <a:lnTo>
                  <a:pt x="577" y="1479"/>
                </a:lnTo>
                <a:lnTo>
                  <a:pt x="577" y="1480"/>
                </a:lnTo>
                <a:lnTo>
                  <a:pt x="577" y="1481"/>
                </a:lnTo>
                <a:lnTo>
                  <a:pt x="577" y="1482"/>
                </a:lnTo>
                <a:lnTo>
                  <a:pt x="577" y="1483"/>
                </a:lnTo>
                <a:lnTo>
                  <a:pt x="577" y="1484"/>
                </a:lnTo>
                <a:lnTo>
                  <a:pt x="576" y="1485"/>
                </a:lnTo>
                <a:lnTo>
                  <a:pt x="575" y="1485"/>
                </a:lnTo>
                <a:lnTo>
                  <a:pt x="574" y="1485"/>
                </a:lnTo>
                <a:lnTo>
                  <a:pt x="574" y="1487"/>
                </a:lnTo>
                <a:lnTo>
                  <a:pt x="576" y="1488"/>
                </a:lnTo>
                <a:lnTo>
                  <a:pt x="576" y="1489"/>
                </a:lnTo>
                <a:lnTo>
                  <a:pt x="576" y="1490"/>
                </a:lnTo>
                <a:lnTo>
                  <a:pt x="575" y="1491"/>
                </a:lnTo>
                <a:lnTo>
                  <a:pt x="574" y="1491"/>
                </a:lnTo>
                <a:lnTo>
                  <a:pt x="574" y="1492"/>
                </a:lnTo>
                <a:lnTo>
                  <a:pt x="573" y="1493"/>
                </a:lnTo>
                <a:lnTo>
                  <a:pt x="573" y="1494"/>
                </a:lnTo>
                <a:lnTo>
                  <a:pt x="574" y="1494"/>
                </a:lnTo>
                <a:lnTo>
                  <a:pt x="573" y="1495"/>
                </a:lnTo>
                <a:lnTo>
                  <a:pt x="572" y="1496"/>
                </a:lnTo>
                <a:lnTo>
                  <a:pt x="571" y="1497"/>
                </a:lnTo>
                <a:lnTo>
                  <a:pt x="571" y="1498"/>
                </a:lnTo>
                <a:lnTo>
                  <a:pt x="572" y="1498"/>
                </a:lnTo>
                <a:lnTo>
                  <a:pt x="573" y="1499"/>
                </a:lnTo>
                <a:lnTo>
                  <a:pt x="573" y="1500"/>
                </a:lnTo>
                <a:lnTo>
                  <a:pt x="573" y="1499"/>
                </a:lnTo>
                <a:lnTo>
                  <a:pt x="572" y="1499"/>
                </a:lnTo>
                <a:lnTo>
                  <a:pt x="572" y="1500"/>
                </a:lnTo>
                <a:lnTo>
                  <a:pt x="572" y="1501"/>
                </a:lnTo>
                <a:lnTo>
                  <a:pt x="571" y="1501"/>
                </a:lnTo>
                <a:lnTo>
                  <a:pt x="570" y="1501"/>
                </a:lnTo>
                <a:lnTo>
                  <a:pt x="570" y="1502"/>
                </a:lnTo>
                <a:lnTo>
                  <a:pt x="570" y="1503"/>
                </a:lnTo>
                <a:lnTo>
                  <a:pt x="570" y="1504"/>
                </a:lnTo>
                <a:lnTo>
                  <a:pt x="569" y="1504"/>
                </a:lnTo>
                <a:lnTo>
                  <a:pt x="568" y="1504"/>
                </a:lnTo>
                <a:lnTo>
                  <a:pt x="568" y="1505"/>
                </a:lnTo>
                <a:lnTo>
                  <a:pt x="567" y="1505"/>
                </a:lnTo>
                <a:lnTo>
                  <a:pt x="566" y="1505"/>
                </a:lnTo>
                <a:lnTo>
                  <a:pt x="565" y="1505"/>
                </a:lnTo>
                <a:lnTo>
                  <a:pt x="563" y="1505"/>
                </a:lnTo>
                <a:lnTo>
                  <a:pt x="562" y="1506"/>
                </a:lnTo>
                <a:lnTo>
                  <a:pt x="561" y="1506"/>
                </a:lnTo>
                <a:lnTo>
                  <a:pt x="560" y="1506"/>
                </a:lnTo>
                <a:lnTo>
                  <a:pt x="560" y="1505"/>
                </a:lnTo>
                <a:lnTo>
                  <a:pt x="559" y="1505"/>
                </a:lnTo>
                <a:lnTo>
                  <a:pt x="558" y="1506"/>
                </a:lnTo>
                <a:lnTo>
                  <a:pt x="557" y="1507"/>
                </a:lnTo>
                <a:lnTo>
                  <a:pt x="557" y="1508"/>
                </a:lnTo>
                <a:lnTo>
                  <a:pt x="555" y="1508"/>
                </a:lnTo>
                <a:lnTo>
                  <a:pt x="554" y="1508"/>
                </a:lnTo>
                <a:lnTo>
                  <a:pt x="553" y="1508"/>
                </a:lnTo>
                <a:lnTo>
                  <a:pt x="552" y="1508"/>
                </a:lnTo>
                <a:lnTo>
                  <a:pt x="551" y="1508"/>
                </a:lnTo>
                <a:lnTo>
                  <a:pt x="551" y="1507"/>
                </a:lnTo>
                <a:lnTo>
                  <a:pt x="550" y="1507"/>
                </a:lnTo>
                <a:lnTo>
                  <a:pt x="549" y="1507"/>
                </a:lnTo>
                <a:lnTo>
                  <a:pt x="548" y="1507"/>
                </a:lnTo>
                <a:lnTo>
                  <a:pt x="547" y="1508"/>
                </a:lnTo>
                <a:lnTo>
                  <a:pt x="546" y="1508"/>
                </a:lnTo>
                <a:lnTo>
                  <a:pt x="546" y="1507"/>
                </a:lnTo>
                <a:lnTo>
                  <a:pt x="545" y="1506"/>
                </a:lnTo>
                <a:lnTo>
                  <a:pt x="545" y="1505"/>
                </a:lnTo>
                <a:lnTo>
                  <a:pt x="544" y="1505"/>
                </a:lnTo>
                <a:lnTo>
                  <a:pt x="544" y="1506"/>
                </a:lnTo>
                <a:lnTo>
                  <a:pt x="543" y="1507"/>
                </a:lnTo>
                <a:lnTo>
                  <a:pt x="540" y="1509"/>
                </a:lnTo>
                <a:lnTo>
                  <a:pt x="539" y="1509"/>
                </a:lnTo>
                <a:lnTo>
                  <a:pt x="539" y="1508"/>
                </a:lnTo>
                <a:lnTo>
                  <a:pt x="537" y="1508"/>
                </a:lnTo>
                <a:lnTo>
                  <a:pt x="537" y="1509"/>
                </a:lnTo>
                <a:lnTo>
                  <a:pt x="536" y="1509"/>
                </a:lnTo>
                <a:lnTo>
                  <a:pt x="535" y="1508"/>
                </a:lnTo>
                <a:lnTo>
                  <a:pt x="534" y="1508"/>
                </a:lnTo>
                <a:lnTo>
                  <a:pt x="533" y="1508"/>
                </a:lnTo>
                <a:lnTo>
                  <a:pt x="532" y="1508"/>
                </a:lnTo>
                <a:lnTo>
                  <a:pt x="531" y="1510"/>
                </a:lnTo>
                <a:lnTo>
                  <a:pt x="530" y="1510"/>
                </a:lnTo>
                <a:lnTo>
                  <a:pt x="529" y="1510"/>
                </a:lnTo>
                <a:lnTo>
                  <a:pt x="528" y="1510"/>
                </a:lnTo>
                <a:lnTo>
                  <a:pt x="527" y="1510"/>
                </a:lnTo>
                <a:lnTo>
                  <a:pt x="527" y="1509"/>
                </a:lnTo>
                <a:lnTo>
                  <a:pt x="526" y="1509"/>
                </a:lnTo>
                <a:lnTo>
                  <a:pt x="525" y="1509"/>
                </a:lnTo>
                <a:lnTo>
                  <a:pt x="524" y="1509"/>
                </a:lnTo>
                <a:lnTo>
                  <a:pt x="523" y="1509"/>
                </a:lnTo>
                <a:lnTo>
                  <a:pt x="521" y="1509"/>
                </a:lnTo>
                <a:lnTo>
                  <a:pt x="520" y="1509"/>
                </a:lnTo>
                <a:lnTo>
                  <a:pt x="520" y="1510"/>
                </a:lnTo>
                <a:lnTo>
                  <a:pt x="520" y="1511"/>
                </a:lnTo>
                <a:lnTo>
                  <a:pt x="518" y="1511"/>
                </a:lnTo>
                <a:lnTo>
                  <a:pt x="517" y="1511"/>
                </a:lnTo>
                <a:lnTo>
                  <a:pt x="516" y="1511"/>
                </a:lnTo>
                <a:lnTo>
                  <a:pt x="515" y="1511"/>
                </a:lnTo>
                <a:lnTo>
                  <a:pt x="515" y="1512"/>
                </a:lnTo>
                <a:lnTo>
                  <a:pt x="514" y="1511"/>
                </a:lnTo>
                <a:lnTo>
                  <a:pt x="513" y="1511"/>
                </a:lnTo>
                <a:lnTo>
                  <a:pt x="513" y="1510"/>
                </a:lnTo>
                <a:lnTo>
                  <a:pt x="512" y="1510"/>
                </a:lnTo>
                <a:lnTo>
                  <a:pt x="511" y="1510"/>
                </a:lnTo>
                <a:lnTo>
                  <a:pt x="510" y="1510"/>
                </a:lnTo>
                <a:lnTo>
                  <a:pt x="510" y="1509"/>
                </a:lnTo>
                <a:lnTo>
                  <a:pt x="511" y="1509"/>
                </a:lnTo>
                <a:lnTo>
                  <a:pt x="510" y="1509"/>
                </a:lnTo>
                <a:lnTo>
                  <a:pt x="510" y="1508"/>
                </a:lnTo>
                <a:lnTo>
                  <a:pt x="509" y="1509"/>
                </a:lnTo>
                <a:lnTo>
                  <a:pt x="509" y="1510"/>
                </a:lnTo>
                <a:lnTo>
                  <a:pt x="506" y="1510"/>
                </a:lnTo>
                <a:lnTo>
                  <a:pt x="505" y="1510"/>
                </a:lnTo>
                <a:lnTo>
                  <a:pt x="505" y="1511"/>
                </a:lnTo>
                <a:lnTo>
                  <a:pt x="503" y="1512"/>
                </a:lnTo>
                <a:lnTo>
                  <a:pt x="502" y="1512"/>
                </a:lnTo>
                <a:lnTo>
                  <a:pt x="501" y="1514"/>
                </a:lnTo>
                <a:lnTo>
                  <a:pt x="501" y="1515"/>
                </a:lnTo>
                <a:lnTo>
                  <a:pt x="501" y="1517"/>
                </a:lnTo>
                <a:lnTo>
                  <a:pt x="501" y="1518"/>
                </a:lnTo>
                <a:lnTo>
                  <a:pt x="500" y="1518"/>
                </a:lnTo>
                <a:lnTo>
                  <a:pt x="500" y="1519"/>
                </a:lnTo>
                <a:lnTo>
                  <a:pt x="500" y="1520"/>
                </a:lnTo>
                <a:lnTo>
                  <a:pt x="499" y="1520"/>
                </a:lnTo>
                <a:lnTo>
                  <a:pt x="498" y="1520"/>
                </a:lnTo>
                <a:lnTo>
                  <a:pt x="498" y="1519"/>
                </a:lnTo>
                <a:lnTo>
                  <a:pt x="497" y="1519"/>
                </a:lnTo>
                <a:lnTo>
                  <a:pt x="496" y="1519"/>
                </a:lnTo>
                <a:lnTo>
                  <a:pt x="496" y="1518"/>
                </a:lnTo>
                <a:lnTo>
                  <a:pt x="495" y="1518"/>
                </a:lnTo>
                <a:lnTo>
                  <a:pt x="494" y="1518"/>
                </a:lnTo>
                <a:lnTo>
                  <a:pt x="494" y="1517"/>
                </a:lnTo>
                <a:lnTo>
                  <a:pt x="493" y="1517"/>
                </a:lnTo>
                <a:lnTo>
                  <a:pt x="493" y="1516"/>
                </a:lnTo>
                <a:lnTo>
                  <a:pt x="492" y="1516"/>
                </a:lnTo>
                <a:lnTo>
                  <a:pt x="493" y="1516"/>
                </a:lnTo>
                <a:lnTo>
                  <a:pt x="493" y="1515"/>
                </a:lnTo>
                <a:lnTo>
                  <a:pt x="492" y="1515"/>
                </a:lnTo>
                <a:lnTo>
                  <a:pt x="492" y="1514"/>
                </a:lnTo>
                <a:lnTo>
                  <a:pt x="491" y="1514"/>
                </a:lnTo>
                <a:lnTo>
                  <a:pt x="491" y="1515"/>
                </a:lnTo>
                <a:lnTo>
                  <a:pt x="490" y="1515"/>
                </a:lnTo>
                <a:lnTo>
                  <a:pt x="490" y="1516"/>
                </a:lnTo>
                <a:lnTo>
                  <a:pt x="489" y="1516"/>
                </a:lnTo>
                <a:lnTo>
                  <a:pt x="489" y="1517"/>
                </a:lnTo>
                <a:lnTo>
                  <a:pt x="488" y="1517"/>
                </a:lnTo>
                <a:lnTo>
                  <a:pt x="487" y="1517"/>
                </a:lnTo>
                <a:lnTo>
                  <a:pt x="487" y="1518"/>
                </a:lnTo>
                <a:lnTo>
                  <a:pt x="486" y="1518"/>
                </a:lnTo>
                <a:lnTo>
                  <a:pt x="486" y="1517"/>
                </a:lnTo>
                <a:lnTo>
                  <a:pt x="485" y="1517"/>
                </a:lnTo>
                <a:lnTo>
                  <a:pt x="485" y="1516"/>
                </a:lnTo>
                <a:lnTo>
                  <a:pt x="484" y="1516"/>
                </a:lnTo>
                <a:lnTo>
                  <a:pt x="484" y="1515"/>
                </a:lnTo>
                <a:lnTo>
                  <a:pt x="485" y="1515"/>
                </a:lnTo>
                <a:lnTo>
                  <a:pt x="485" y="1514"/>
                </a:lnTo>
                <a:lnTo>
                  <a:pt x="484" y="1514"/>
                </a:lnTo>
                <a:lnTo>
                  <a:pt x="484" y="1513"/>
                </a:lnTo>
                <a:lnTo>
                  <a:pt x="483" y="1513"/>
                </a:lnTo>
                <a:lnTo>
                  <a:pt x="483" y="1512"/>
                </a:lnTo>
                <a:lnTo>
                  <a:pt x="482" y="1512"/>
                </a:lnTo>
                <a:lnTo>
                  <a:pt x="482" y="1511"/>
                </a:lnTo>
                <a:lnTo>
                  <a:pt x="482" y="1512"/>
                </a:lnTo>
                <a:lnTo>
                  <a:pt x="481" y="1512"/>
                </a:lnTo>
                <a:lnTo>
                  <a:pt x="481" y="1511"/>
                </a:lnTo>
                <a:lnTo>
                  <a:pt x="480" y="1511"/>
                </a:lnTo>
                <a:lnTo>
                  <a:pt x="479" y="1511"/>
                </a:lnTo>
                <a:lnTo>
                  <a:pt x="479" y="1510"/>
                </a:lnTo>
                <a:lnTo>
                  <a:pt x="478" y="1510"/>
                </a:lnTo>
                <a:lnTo>
                  <a:pt x="479" y="1510"/>
                </a:lnTo>
                <a:lnTo>
                  <a:pt x="478" y="1510"/>
                </a:lnTo>
                <a:lnTo>
                  <a:pt x="477" y="1510"/>
                </a:lnTo>
                <a:lnTo>
                  <a:pt x="477" y="1509"/>
                </a:lnTo>
                <a:lnTo>
                  <a:pt x="476" y="1509"/>
                </a:lnTo>
                <a:lnTo>
                  <a:pt x="475" y="1509"/>
                </a:lnTo>
                <a:lnTo>
                  <a:pt x="474" y="1509"/>
                </a:lnTo>
                <a:lnTo>
                  <a:pt x="474" y="1508"/>
                </a:lnTo>
                <a:lnTo>
                  <a:pt x="473" y="1508"/>
                </a:lnTo>
                <a:lnTo>
                  <a:pt x="472" y="1508"/>
                </a:lnTo>
                <a:lnTo>
                  <a:pt x="472" y="1507"/>
                </a:lnTo>
                <a:lnTo>
                  <a:pt x="473" y="1507"/>
                </a:lnTo>
                <a:lnTo>
                  <a:pt x="474" y="1507"/>
                </a:lnTo>
                <a:lnTo>
                  <a:pt x="474" y="1506"/>
                </a:lnTo>
                <a:lnTo>
                  <a:pt x="474" y="1505"/>
                </a:lnTo>
                <a:lnTo>
                  <a:pt x="473" y="1505"/>
                </a:lnTo>
                <a:lnTo>
                  <a:pt x="473" y="1504"/>
                </a:lnTo>
                <a:lnTo>
                  <a:pt x="472" y="1504"/>
                </a:lnTo>
                <a:lnTo>
                  <a:pt x="471" y="1504"/>
                </a:lnTo>
                <a:lnTo>
                  <a:pt x="471" y="1503"/>
                </a:lnTo>
                <a:lnTo>
                  <a:pt x="470" y="1503"/>
                </a:lnTo>
                <a:lnTo>
                  <a:pt x="470" y="1502"/>
                </a:lnTo>
                <a:lnTo>
                  <a:pt x="470" y="1501"/>
                </a:lnTo>
                <a:lnTo>
                  <a:pt x="470" y="1500"/>
                </a:lnTo>
                <a:lnTo>
                  <a:pt x="469" y="1500"/>
                </a:lnTo>
                <a:lnTo>
                  <a:pt x="467" y="1500"/>
                </a:lnTo>
                <a:lnTo>
                  <a:pt x="466" y="1500"/>
                </a:lnTo>
                <a:lnTo>
                  <a:pt x="465" y="1500"/>
                </a:lnTo>
                <a:lnTo>
                  <a:pt x="465" y="1499"/>
                </a:lnTo>
                <a:lnTo>
                  <a:pt x="464" y="1499"/>
                </a:lnTo>
                <a:lnTo>
                  <a:pt x="463" y="1499"/>
                </a:lnTo>
                <a:lnTo>
                  <a:pt x="462" y="1499"/>
                </a:lnTo>
                <a:lnTo>
                  <a:pt x="461" y="1499"/>
                </a:lnTo>
                <a:lnTo>
                  <a:pt x="460" y="1499"/>
                </a:lnTo>
                <a:lnTo>
                  <a:pt x="460" y="1500"/>
                </a:lnTo>
                <a:lnTo>
                  <a:pt x="459" y="1500"/>
                </a:lnTo>
                <a:lnTo>
                  <a:pt x="459" y="1501"/>
                </a:lnTo>
                <a:lnTo>
                  <a:pt x="459" y="1502"/>
                </a:lnTo>
                <a:lnTo>
                  <a:pt x="458" y="1503"/>
                </a:lnTo>
                <a:lnTo>
                  <a:pt x="458" y="1502"/>
                </a:lnTo>
                <a:lnTo>
                  <a:pt x="457" y="1502"/>
                </a:lnTo>
                <a:lnTo>
                  <a:pt x="456" y="1502"/>
                </a:lnTo>
                <a:lnTo>
                  <a:pt x="456" y="1501"/>
                </a:lnTo>
                <a:lnTo>
                  <a:pt x="456" y="1500"/>
                </a:lnTo>
                <a:lnTo>
                  <a:pt x="456" y="1499"/>
                </a:lnTo>
                <a:lnTo>
                  <a:pt x="456" y="1497"/>
                </a:lnTo>
                <a:lnTo>
                  <a:pt x="455" y="1497"/>
                </a:lnTo>
                <a:lnTo>
                  <a:pt x="456" y="1497"/>
                </a:lnTo>
                <a:lnTo>
                  <a:pt x="456" y="1496"/>
                </a:lnTo>
                <a:lnTo>
                  <a:pt x="455" y="1496"/>
                </a:lnTo>
                <a:lnTo>
                  <a:pt x="454" y="1496"/>
                </a:lnTo>
                <a:lnTo>
                  <a:pt x="454" y="1495"/>
                </a:lnTo>
                <a:lnTo>
                  <a:pt x="453" y="1495"/>
                </a:lnTo>
                <a:lnTo>
                  <a:pt x="452" y="1496"/>
                </a:lnTo>
                <a:lnTo>
                  <a:pt x="452" y="1495"/>
                </a:lnTo>
                <a:lnTo>
                  <a:pt x="451" y="1495"/>
                </a:lnTo>
                <a:lnTo>
                  <a:pt x="450" y="1495"/>
                </a:lnTo>
                <a:lnTo>
                  <a:pt x="449" y="1495"/>
                </a:lnTo>
                <a:lnTo>
                  <a:pt x="449" y="1496"/>
                </a:lnTo>
                <a:lnTo>
                  <a:pt x="448" y="1496"/>
                </a:lnTo>
                <a:lnTo>
                  <a:pt x="447" y="1496"/>
                </a:lnTo>
                <a:lnTo>
                  <a:pt x="447" y="1497"/>
                </a:lnTo>
                <a:lnTo>
                  <a:pt x="446" y="1497"/>
                </a:lnTo>
                <a:lnTo>
                  <a:pt x="446" y="1498"/>
                </a:lnTo>
                <a:lnTo>
                  <a:pt x="446" y="1499"/>
                </a:lnTo>
                <a:lnTo>
                  <a:pt x="445" y="1499"/>
                </a:lnTo>
                <a:lnTo>
                  <a:pt x="445" y="1498"/>
                </a:lnTo>
                <a:lnTo>
                  <a:pt x="444" y="1498"/>
                </a:lnTo>
                <a:lnTo>
                  <a:pt x="444" y="1497"/>
                </a:lnTo>
                <a:lnTo>
                  <a:pt x="444" y="1496"/>
                </a:lnTo>
                <a:lnTo>
                  <a:pt x="445" y="1496"/>
                </a:lnTo>
                <a:lnTo>
                  <a:pt x="445" y="1495"/>
                </a:lnTo>
                <a:lnTo>
                  <a:pt x="444" y="1495"/>
                </a:lnTo>
                <a:lnTo>
                  <a:pt x="444" y="1494"/>
                </a:lnTo>
                <a:lnTo>
                  <a:pt x="444" y="1493"/>
                </a:lnTo>
                <a:lnTo>
                  <a:pt x="443" y="1493"/>
                </a:lnTo>
                <a:lnTo>
                  <a:pt x="442" y="1493"/>
                </a:lnTo>
                <a:lnTo>
                  <a:pt x="441" y="1493"/>
                </a:lnTo>
                <a:lnTo>
                  <a:pt x="441" y="1492"/>
                </a:lnTo>
                <a:lnTo>
                  <a:pt x="440" y="1492"/>
                </a:lnTo>
                <a:lnTo>
                  <a:pt x="439" y="1492"/>
                </a:lnTo>
                <a:lnTo>
                  <a:pt x="438" y="1492"/>
                </a:lnTo>
                <a:lnTo>
                  <a:pt x="438" y="1493"/>
                </a:lnTo>
                <a:lnTo>
                  <a:pt x="438" y="1492"/>
                </a:lnTo>
                <a:lnTo>
                  <a:pt x="437" y="1492"/>
                </a:lnTo>
                <a:lnTo>
                  <a:pt x="437" y="1493"/>
                </a:lnTo>
                <a:lnTo>
                  <a:pt x="436" y="1493"/>
                </a:lnTo>
                <a:lnTo>
                  <a:pt x="436" y="1492"/>
                </a:lnTo>
                <a:lnTo>
                  <a:pt x="435" y="1492"/>
                </a:lnTo>
                <a:lnTo>
                  <a:pt x="434" y="1492"/>
                </a:lnTo>
                <a:lnTo>
                  <a:pt x="434" y="1491"/>
                </a:lnTo>
                <a:lnTo>
                  <a:pt x="434" y="1492"/>
                </a:lnTo>
                <a:lnTo>
                  <a:pt x="433" y="1492"/>
                </a:lnTo>
                <a:lnTo>
                  <a:pt x="433" y="1491"/>
                </a:lnTo>
                <a:lnTo>
                  <a:pt x="432" y="1491"/>
                </a:lnTo>
                <a:lnTo>
                  <a:pt x="431" y="1491"/>
                </a:lnTo>
                <a:lnTo>
                  <a:pt x="431" y="1490"/>
                </a:lnTo>
                <a:lnTo>
                  <a:pt x="430" y="1490"/>
                </a:lnTo>
                <a:lnTo>
                  <a:pt x="430" y="1489"/>
                </a:lnTo>
                <a:lnTo>
                  <a:pt x="430" y="1488"/>
                </a:lnTo>
                <a:lnTo>
                  <a:pt x="430" y="1487"/>
                </a:lnTo>
                <a:lnTo>
                  <a:pt x="429" y="1487"/>
                </a:lnTo>
                <a:lnTo>
                  <a:pt x="429" y="1486"/>
                </a:lnTo>
                <a:lnTo>
                  <a:pt x="430" y="1486"/>
                </a:lnTo>
                <a:lnTo>
                  <a:pt x="430" y="1485"/>
                </a:lnTo>
                <a:lnTo>
                  <a:pt x="431" y="1485"/>
                </a:lnTo>
                <a:lnTo>
                  <a:pt x="431" y="1484"/>
                </a:lnTo>
                <a:lnTo>
                  <a:pt x="430" y="1484"/>
                </a:lnTo>
                <a:lnTo>
                  <a:pt x="431" y="1484"/>
                </a:lnTo>
                <a:lnTo>
                  <a:pt x="431" y="1483"/>
                </a:lnTo>
                <a:lnTo>
                  <a:pt x="430" y="1483"/>
                </a:lnTo>
                <a:lnTo>
                  <a:pt x="431" y="1483"/>
                </a:lnTo>
                <a:lnTo>
                  <a:pt x="430" y="1483"/>
                </a:lnTo>
                <a:lnTo>
                  <a:pt x="430" y="1482"/>
                </a:lnTo>
                <a:lnTo>
                  <a:pt x="429" y="1482"/>
                </a:lnTo>
                <a:lnTo>
                  <a:pt x="428" y="1482"/>
                </a:lnTo>
                <a:lnTo>
                  <a:pt x="427" y="1481"/>
                </a:lnTo>
                <a:lnTo>
                  <a:pt x="426" y="1481"/>
                </a:lnTo>
                <a:lnTo>
                  <a:pt x="425" y="1481"/>
                </a:lnTo>
                <a:lnTo>
                  <a:pt x="424" y="1480"/>
                </a:lnTo>
                <a:lnTo>
                  <a:pt x="424" y="1479"/>
                </a:lnTo>
                <a:lnTo>
                  <a:pt x="424" y="1478"/>
                </a:lnTo>
                <a:lnTo>
                  <a:pt x="424" y="1477"/>
                </a:lnTo>
                <a:lnTo>
                  <a:pt x="425" y="1476"/>
                </a:lnTo>
                <a:lnTo>
                  <a:pt x="425" y="1475"/>
                </a:lnTo>
                <a:lnTo>
                  <a:pt x="426" y="1475"/>
                </a:lnTo>
                <a:lnTo>
                  <a:pt x="426" y="1474"/>
                </a:lnTo>
                <a:lnTo>
                  <a:pt x="426" y="1473"/>
                </a:lnTo>
                <a:lnTo>
                  <a:pt x="427" y="1473"/>
                </a:lnTo>
                <a:lnTo>
                  <a:pt x="427" y="1472"/>
                </a:lnTo>
                <a:lnTo>
                  <a:pt x="426" y="1472"/>
                </a:lnTo>
                <a:lnTo>
                  <a:pt x="426" y="1471"/>
                </a:lnTo>
                <a:lnTo>
                  <a:pt x="426" y="1470"/>
                </a:lnTo>
                <a:lnTo>
                  <a:pt x="427" y="1470"/>
                </a:lnTo>
                <a:lnTo>
                  <a:pt x="427" y="1469"/>
                </a:lnTo>
                <a:lnTo>
                  <a:pt x="427" y="1468"/>
                </a:lnTo>
                <a:lnTo>
                  <a:pt x="427" y="1467"/>
                </a:lnTo>
                <a:lnTo>
                  <a:pt x="426" y="1467"/>
                </a:lnTo>
                <a:lnTo>
                  <a:pt x="427" y="1467"/>
                </a:lnTo>
                <a:lnTo>
                  <a:pt x="427" y="1466"/>
                </a:lnTo>
                <a:lnTo>
                  <a:pt x="427" y="1465"/>
                </a:lnTo>
                <a:lnTo>
                  <a:pt x="427" y="1464"/>
                </a:lnTo>
                <a:lnTo>
                  <a:pt x="426" y="1464"/>
                </a:lnTo>
                <a:lnTo>
                  <a:pt x="426" y="1463"/>
                </a:lnTo>
                <a:lnTo>
                  <a:pt x="425" y="1463"/>
                </a:lnTo>
                <a:lnTo>
                  <a:pt x="424" y="1463"/>
                </a:lnTo>
                <a:lnTo>
                  <a:pt x="424" y="1462"/>
                </a:lnTo>
                <a:lnTo>
                  <a:pt x="424" y="1461"/>
                </a:lnTo>
                <a:lnTo>
                  <a:pt x="423" y="1461"/>
                </a:lnTo>
                <a:lnTo>
                  <a:pt x="423" y="1460"/>
                </a:lnTo>
                <a:lnTo>
                  <a:pt x="422" y="1460"/>
                </a:lnTo>
                <a:lnTo>
                  <a:pt x="423" y="1460"/>
                </a:lnTo>
                <a:lnTo>
                  <a:pt x="422" y="1460"/>
                </a:lnTo>
                <a:lnTo>
                  <a:pt x="422" y="1459"/>
                </a:lnTo>
                <a:lnTo>
                  <a:pt x="421" y="1459"/>
                </a:lnTo>
                <a:lnTo>
                  <a:pt x="421" y="1458"/>
                </a:lnTo>
                <a:lnTo>
                  <a:pt x="422" y="1458"/>
                </a:lnTo>
                <a:lnTo>
                  <a:pt x="423" y="1457"/>
                </a:lnTo>
                <a:lnTo>
                  <a:pt x="424" y="1457"/>
                </a:lnTo>
                <a:lnTo>
                  <a:pt x="424" y="1456"/>
                </a:lnTo>
                <a:lnTo>
                  <a:pt x="424" y="1455"/>
                </a:lnTo>
                <a:lnTo>
                  <a:pt x="423" y="1454"/>
                </a:lnTo>
                <a:lnTo>
                  <a:pt x="422" y="1454"/>
                </a:lnTo>
                <a:lnTo>
                  <a:pt x="422" y="1453"/>
                </a:lnTo>
                <a:lnTo>
                  <a:pt x="421" y="1453"/>
                </a:lnTo>
                <a:lnTo>
                  <a:pt x="420" y="1453"/>
                </a:lnTo>
                <a:lnTo>
                  <a:pt x="419" y="1453"/>
                </a:lnTo>
                <a:lnTo>
                  <a:pt x="419" y="1452"/>
                </a:lnTo>
                <a:lnTo>
                  <a:pt x="419" y="1451"/>
                </a:lnTo>
                <a:lnTo>
                  <a:pt x="418" y="1451"/>
                </a:lnTo>
                <a:lnTo>
                  <a:pt x="418" y="1450"/>
                </a:lnTo>
                <a:lnTo>
                  <a:pt x="417" y="1450"/>
                </a:lnTo>
                <a:lnTo>
                  <a:pt x="417" y="1449"/>
                </a:lnTo>
                <a:lnTo>
                  <a:pt x="416" y="1449"/>
                </a:lnTo>
                <a:lnTo>
                  <a:pt x="416" y="1448"/>
                </a:lnTo>
                <a:lnTo>
                  <a:pt x="417" y="1448"/>
                </a:lnTo>
                <a:lnTo>
                  <a:pt x="417" y="1447"/>
                </a:lnTo>
                <a:lnTo>
                  <a:pt x="418" y="1447"/>
                </a:lnTo>
                <a:lnTo>
                  <a:pt x="418" y="1446"/>
                </a:lnTo>
                <a:lnTo>
                  <a:pt x="418" y="1445"/>
                </a:lnTo>
                <a:lnTo>
                  <a:pt x="419" y="1445"/>
                </a:lnTo>
                <a:lnTo>
                  <a:pt x="419" y="1444"/>
                </a:lnTo>
                <a:lnTo>
                  <a:pt x="418" y="1444"/>
                </a:lnTo>
                <a:lnTo>
                  <a:pt x="418" y="1443"/>
                </a:lnTo>
                <a:lnTo>
                  <a:pt x="417" y="1443"/>
                </a:lnTo>
                <a:lnTo>
                  <a:pt x="418" y="1442"/>
                </a:lnTo>
                <a:lnTo>
                  <a:pt x="417" y="1442"/>
                </a:lnTo>
                <a:lnTo>
                  <a:pt x="416" y="1441"/>
                </a:lnTo>
                <a:lnTo>
                  <a:pt x="415" y="1441"/>
                </a:lnTo>
                <a:lnTo>
                  <a:pt x="415" y="1442"/>
                </a:lnTo>
                <a:lnTo>
                  <a:pt x="414" y="1442"/>
                </a:lnTo>
                <a:lnTo>
                  <a:pt x="413" y="1442"/>
                </a:lnTo>
                <a:lnTo>
                  <a:pt x="412" y="1442"/>
                </a:lnTo>
                <a:lnTo>
                  <a:pt x="411" y="1442"/>
                </a:lnTo>
                <a:lnTo>
                  <a:pt x="411" y="1441"/>
                </a:lnTo>
                <a:lnTo>
                  <a:pt x="410" y="1441"/>
                </a:lnTo>
                <a:lnTo>
                  <a:pt x="410" y="1440"/>
                </a:lnTo>
                <a:lnTo>
                  <a:pt x="411" y="1440"/>
                </a:lnTo>
                <a:lnTo>
                  <a:pt x="411" y="1439"/>
                </a:lnTo>
                <a:lnTo>
                  <a:pt x="411" y="1438"/>
                </a:lnTo>
                <a:lnTo>
                  <a:pt x="411" y="1437"/>
                </a:lnTo>
                <a:lnTo>
                  <a:pt x="410" y="1437"/>
                </a:lnTo>
                <a:lnTo>
                  <a:pt x="411" y="1437"/>
                </a:lnTo>
                <a:lnTo>
                  <a:pt x="411" y="1436"/>
                </a:lnTo>
                <a:lnTo>
                  <a:pt x="410" y="1436"/>
                </a:lnTo>
                <a:lnTo>
                  <a:pt x="410" y="1435"/>
                </a:lnTo>
                <a:lnTo>
                  <a:pt x="411" y="1435"/>
                </a:lnTo>
                <a:lnTo>
                  <a:pt x="411" y="1434"/>
                </a:lnTo>
                <a:lnTo>
                  <a:pt x="410" y="1434"/>
                </a:lnTo>
                <a:lnTo>
                  <a:pt x="410" y="1433"/>
                </a:lnTo>
                <a:lnTo>
                  <a:pt x="410" y="1432"/>
                </a:lnTo>
                <a:lnTo>
                  <a:pt x="409" y="1432"/>
                </a:lnTo>
                <a:lnTo>
                  <a:pt x="409" y="1431"/>
                </a:lnTo>
                <a:lnTo>
                  <a:pt x="408" y="1431"/>
                </a:lnTo>
                <a:lnTo>
                  <a:pt x="408" y="1430"/>
                </a:lnTo>
                <a:lnTo>
                  <a:pt x="407" y="1430"/>
                </a:lnTo>
                <a:lnTo>
                  <a:pt x="407" y="1429"/>
                </a:lnTo>
                <a:lnTo>
                  <a:pt x="406" y="1429"/>
                </a:lnTo>
                <a:lnTo>
                  <a:pt x="406" y="1428"/>
                </a:lnTo>
                <a:lnTo>
                  <a:pt x="406" y="1426"/>
                </a:lnTo>
                <a:lnTo>
                  <a:pt x="406" y="1425"/>
                </a:lnTo>
                <a:lnTo>
                  <a:pt x="407" y="1424"/>
                </a:lnTo>
                <a:lnTo>
                  <a:pt x="407" y="1423"/>
                </a:lnTo>
                <a:lnTo>
                  <a:pt x="406" y="1423"/>
                </a:lnTo>
                <a:lnTo>
                  <a:pt x="406" y="1422"/>
                </a:lnTo>
                <a:lnTo>
                  <a:pt x="407" y="1421"/>
                </a:lnTo>
                <a:lnTo>
                  <a:pt x="407" y="1419"/>
                </a:lnTo>
                <a:lnTo>
                  <a:pt x="407" y="1418"/>
                </a:lnTo>
                <a:lnTo>
                  <a:pt x="407" y="1417"/>
                </a:lnTo>
                <a:lnTo>
                  <a:pt x="407" y="1415"/>
                </a:lnTo>
                <a:lnTo>
                  <a:pt x="408" y="1414"/>
                </a:lnTo>
                <a:lnTo>
                  <a:pt x="409" y="1414"/>
                </a:lnTo>
                <a:lnTo>
                  <a:pt x="410" y="1413"/>
                </a:lnTo>
                <a:lnTo>
                  <a:pt x="410" y="1412"/>
                </a:lnTo>
                <a:lnTo>
                  <a:pt x="411" y="1411"/>
                </a:lnTo>
                <a:lnTo>
                  <a:pt x="412" y="1410"/>
                </a:lnTo>
                <a:lnTo>
                  <a:pt x="413" y="1410"/>
                </a:lnTo>
                <a:lnTo>
                  <a:pt x="413" y="1409"/>
                </a:lnTo>
                <a:lnTo>
                  <a:pt x="414" y="1409"/>
                </a:lnTo>
                <a:lnTo>
                  <a:pt x="415" y="1408"/>
                </a:lnTo>
                <a:lnTo>
                  <a:pt x="415" y="1407"/>
                </a:lnTo>
                <a:lnTo>
                  <a:pt x="415" y="1406"/>
                </a:lnTo>
                <a:lnTo>
                  <a:pt x="415" y="1405"/>
                </a:lnTo>
                <a:lnTo>
                  <a:pt x="416" y="1405"/>
                </a:lnTo>
                <a:lnTo>
                  <a:pt x="416" y="1404"/>
                </a:lnTo>
                <a:lnTo>
                  <a:pt x="416" y="1403"/>
                </a:lnTo>
                <a:lnTo>
                  <a:pt x="417" y="1403"/>
                </a:lnTo>
                <a:lnTo>
                  <a:pt x="418" y="1402"/>
                </a:lnTo>
                <a:lnTo>
                  <a:pt x="417" y="1402"/>
                </a:lnTo>
                <a:lnTo>
                  <a:pt x="417" y="1401"/>
                </a:lnTo>
                <a:lnTo>
                  <a:pt x="417" y="1402"/>
                </a:lnTo>
                <a:lnTo>
                  <a:pt x="416" y="1402"/>
                </a:lnTo>
                <a:lnTo>
                  <a:pt x="416" y="1401"/>
                </a:lnTo>
                <a:lnTo>
                  <a:pt x="415" y="1401"/>
                </a:lnTo>
                <a:lnTo>
                  <a:pt x="414" y="1401"/>
                </a:lnTo>
                <a:lnTo>
                  <a:pt x="413" y="1402"/>
                </a:lnTo>
                <a:lnTo>
                  <a:pt x="412" y="1402"/>
                </a:lnTo>
                <a:lnTo>
                  <a:pt x="411" y="1402"/>
                </a:lnTo>
                <a:lnTo>
                  <a:pt x="410" y="1402"/>
                </a:lnTo>
                <a:lnTo>
                  <a:pt x="409" y="1402"/>
                </a:lnTo>
                <a:lnTo>
                  <a:pt x="409" y="1403"/>
                </a:lnTo>
                <a:lnTo>
                  <a:pt x="409" y="1404"/>
                </a:lnTo>
                <a:lnTo>
                  <a:pt x="408" y="1404"/>
                </a:lnTo>
                <a:lnTo>
                  <a:pt x="407" y="1404"/>
                </a:lnTo>
                <a:lnTo>
                  <a:pt x="407" y="1403"/>
                </a:lnTo>
                <a:lnTo>
                  <a:pt x="407" y="1402"/>
                </a:lnTo>
                <a:lnTo>
                  <a:pt x="406" y="1402"/>
                </a:lnTo>
                <a:lnTo>
                  <a:pt x="406" y="1401"/>
                </a:lnTo>
                <a:lnTo>
                  <a:pt x="405" y="1402"/>
                </a:lnTo>
                <a:lnTo>
                  <a:pt x="404" y="1402"/>
                </a:lnTo>
                <a:lnTo>
                  <a:pt x="403" y="1402"/>
                </a:lnTo>
                <a:lnTo>
                  <a:pt x="402" y="1402"/>
                </a:lnTo>
                <a:lnTo>
                  <a:pt x="402" y="1403"/>
                </a:lnTo>
                <a:lnTo>
                  <a:pt x="401" y="1403"/>
                </a:lnTo>
                <a:lnTo>
                  <a:pt x="400" y="1402"/>
                </a:lnTo>
                <a:lnTo>
                  <a:pt x="399" y="1401"/>
                </a:lnTo>
                <a:lnTo>
                  <a:pt x="398" y="1401"/>
                </a:lnTo>
                <a:lnTo>
                  <a:pt x="398" y="1402"/>
                </a:lnTo>
                <a:lnTo>
                  <a:pt x="398" y="1403"/>
                </a:lnTo>
                <a:lnTo>
                  <a:pt x="398" y="1404"/>
                </a:lnTo>
                <a:lnTo>
                  <a:pt x="397" y="1404"/>
                </a:lnTo>
                <a:lnTo>
                  <a:pt x="396" y="1404"/>
                </a:lnTo>
                <a:lnTo>
                  <a:pt x="395" y="1403"/>
                </a:lnTo>
                <a:lnTo>
                  <a:pt x="395" y="1402"/>
                </a:lnTo>
                <a:lnTo>
                  <a:pt x="394" y="1401"/>
                </a:lnTo>
                <a:lnTo>
                  <a:pt x="393" y="1401"/>
                </a:lnTo>
                <a:lnTo>
                  <a:pt x="393" y="1402"/>
                </a:lnTo>
                <a:lnTo>
                  <a:pt x="392" y="1402"/>
                </a:lnTo>
                <a:lnTo>
                  <a:pt x="391" y="1401"/>
                </a:lnTo>
                <a:lnTo>
                  <a:pt x="390" y="1400"/>
                </a:lnTo>
                <a:lnTo>
                  <a:pt x="390" y="1399"/>
                </a:lnTo>
                <a:lnTo>
                  <a:pt x="389" y="1399"/>
                </a:lnTo>
                <a:lnTo>
                  <a:pt x="388" y="1399"/>
                </a:lnTo>
                <a:lnTo>
                  <a:pt x="388" y="1401"/>
                </a:lnTo>
                <a:lnTo>
                  <a:pt x="387" y="1402"/>
                </a:lnTo>
                <a:lnTo>
                  <a:pt x="386" y="1402"/>
                </a:lnTo>
                <a:lnTo>
                  <a:pt x="385" y="1401"/>
                </a:lnTo>
                <a:lnTo>
                  <a:pt x="384" y="1401"/>
                </a:lnTo>
                <a:lnTo>
                  <a:pt x="383" y="1401"/>
                </a:lnTo>
                <a:lnTo>
                  <a:pt x="383" y="1402"/>
                </a:lnTo>
                <a:lnTo>
                  <a:pt x="382" y="1402"/>
                </a:lnTo>
                <a:lnTo>
                  <a:pt x="382" y="1403"/>
                </a:lnTo>
                <a:lnTo>
                  <a:pt x="381" y="1403"/>
                </a:lnTo>
                <a:lnTo>
                  <a:pt x="381" y="1405"/>
                </a:lnTo>
                <a:lnTo>
                  <a:pt x="380" y="1405"/>
                </a:lnTo>
                <a:lnTo>
                  <a:pt x="379" y="1405"/>
                </a:lnTo>
                <a:lnTo>
                  <a:pt x="378" y="1406"/>
                </a:lnTo>
                <a:lnTo>
                  <a:pt x="377" y="1405"/>
                </a:lnTo>
                <a:lnTo>
                  <a:pt x="376" y="1404"/>
                </a:lnTo>
                <a:lnTo>
                  <a:pt x="375" y="1403"/>
                </a:lnTo>
                <a:lnTo>
                  <a:pt x="374" y="1403"/>
                </a:lnTo>
                <a:lnTo>
                  <a:pt x="373" y="1403"/>
                </a:lnTo>
                <a:lnTo>
                  <a:pt x="373" y="1405"/>
                </a:lnTo>
                <a:lnTo>
                  <a:pt x="372" y="1405"/>
                </a:lnTo>
                <a:lnTo>
                  <a:pt x="370" y="1404"/>
                </a:lnTo>
                <a:lnTo>
                  <a:pt x="369" y="1404"/>
                </a:lnTo>
                <a:lnTo>
                  <a:pt x="369" y="1405"/>
                </a:lnTo>
                <a:lnTo>
                  <a:pt x="368" y="1405"/>
                </a:lnTo>
                <a:lnTo>
                  <a:pt x="368" y="1404"/>
                </a:lnTo>
                <a:lnTo>
                  <a:pt x="368" y="1403"/>
                </a:lnTo>
                <a:lnTo>
                  <a:pt x="367" y="1403"/>
                </a:lnTo>
                <a:lnTo>
                  <a:pt x="366" y="1403"/>
                </a:lnTo>
                <a:lnTo>
                  <a:pt x="364" y="1402"/>
                </a:lnTo>
                <a:lnTo>
                  <a:pt x="362" y="1402"/>
                </a:lnTo>
                <a:lnTo>
                  <a:pt x="361" y="1403"/>
                </a:lnTo>
                <a:lnTo>
                  <a:pt x="360" y="1403"/>
                </a:lnTo>
                <a:lnTo>
                  <a:pt x="359" y="1403"/>
                </a:lnTo>
                <a:lnTo>
                  <a:pt x="358" y="1404"/>
                </a:lnTo>
                <a:lnTo>
                  <a:pt x="357" y="1404"/>
                </a:lnTo>
                <a:lnTo>
                  <a:pt x="356" y="1405"/>
                </a:lnTo>
                <a:lnTo>
                  <a:pt x="355" y="1405"/>
                </a:lnTo>
                <a:lnTo>
                  <a:pt x="354" y="1405"/>
                </a:lnTo>
                <a:lnTo>
                  <a:pt x="354" y="1404"/>
                </a:lnTo>
                <a:lnTo>
                  <a:pt x="353" y="1404"/>
                </a:lnTo>
                <a:lnTo>
                  <a:pt x="352" y="1404"/>
                </a:lnTo>
                <a:lnTo>
                  <a:pt x="351" y="1404"/>
                </a:lnTo>
                <a:lnTo>
                  <a:pt x="350" y="1404"/>
                </a:lnTo>
                <a:lnTo>
                  <a:pt x="350" y="1403"/>
                </a:lnTo>
                <a:lnTo>
                  <a:pt x="349" y="1402"/>
                </a:lnTo>
                <a:lnTo>
                  <a:pt x="349" y="1401"/>
                </a:lnTo>
                <a:lnTo>
                  <a:pt x="348" y="1401"/>
                </a:lnTo>
                <a:lnTo>
                  <a:pt x="347" y="1401"/>
                </a:lnTo>
                <a:lnTo>
                  <a:pt x="346" y="1400"/>
                </a:lnTo>
                <a:lnTo>
                  <a:pt x="346" y="1399"/>
                </a:lnTo>
                <a:lnTo>
                  <a:pt x="346" y="1398"/>
                </a:lnTo>
                <a:lnTo>
                  <a:pt x="345" y="1398"/>
                </a:lnTo>
                <a:lnTo>
                  <a:pt x="344" y="1397"/>
                </a:lnTo>
                <a:lnTo>
                  <a:pt x="343" y="1397"/>
                </a:lnTo>
                <a:lnTo>
                  <a:pt x="343" y="1396"/>
                </a:lnTo>
                <a:lnTo>
                  <a:pt x="342" y="1397"/>
                </a:lnTo>
                <a:lnTo>
                  <a:pt x="341" y="1397"/>
                </a:lnTo>
                <a:lnTo>
                  <a:pt x="340" y="1397"/>
                </a:lnTo>
                <a:lnTo>
                  <a:pt x="339" y="1397"/>
                </a:lnTo>
                <a:lnTo>
                  <a:pt x="338" y="1398"/>
                </a:lnTo>
                <a:lnTo>
                  <a:pt x="337" y="1398"/>
                </a:lnTo>
                <a:lnTo>
                  <a:pt x="336" y="1398"/>
                </a:lnTo>
                <a:lnTo>
                  <a:pt x="335" y="1399"/>
                </a:lnTo>
                <a:lnTo>
                  <a:pt x="334" y="1399"/>
                </a:lnTo>
                <a:lnTo>
                  <a:pt x="333" y="1399"/>
                </a:lnTo>
                <a:lnTo>
                  <a:pt x="332" y="1398"/>
                </a:lnTo>
                <a:lnTo>
                  <a:pt x="331" y="1398"/>
                </a:lnTo>
                <a:lnTo>
                  <a:pt x="331" y="1397"/>
                </a:lnTo>
                <a:lnTo>
                  <a:pt x="330" y="1397"/>
                </a:lnTo>
                <a:lnTo>
                  <a:pt x="329" y="1397"/>
                </a:lnTo>
                <a:lnTo>
                  <a:pt x="328" y="1396"/>
                </a:lnTo>
                <a:lnTo>
                  <a:pt x="327" y="1395"/>
                </a:lnTo>
                <a:lnTo>
                  <a:pt x="326" y="1395"/>
                </a:lnTo>
                <a:lnTo>
                  <a:pt x="325" y="1394"/>
                </a:lnTo>
                <a:lnTo>
                  <a:pt x="324" y="1394"/>
                </a:lnTo>
                <a:lnTo>
                  <a:pt x="323" y="1393"/>
                </a:lnTo>
                <a:lnTo>
                  <a:pt x="323" y="1392"/>
                </a:lnTo>
                <a:lnTo>
                  <a:pt x="322" y="1392"/>
                </a:lnTo>
                <a:lnTo>
                  <a:pt x="321" y="1391"/>
                </a:lnTo>
                <a:lnTo>
                  <a:pt x="320" y="1391"/>
                </a:lnTo>
                <a:lnTo>
                  <a:pt x="319" y="1391"/>
                </a:lnTo>
                <a:lnTo>
                  <a:pt x="318" y="1390"/>
                </a:lnTo>
                <a:lnTo>
                  <a:pt x="316" y="1390"/>
                </a:lnTo>
                <a:lnTo>
                  <a:pt x="315" y="1390"/>
                </a:lnTo>
                <a:lnTo>
                  <a:pt x="314" y="1391"/>
                </a:lnTo>
                <a:lnTo>
                  <a:pt x="313" y="1391"/>
                </a:lnTo>
                <a:lnTo>
                  <a:pt x="312" y="1391"/>
                </a:lnTo>
                <a:lnTo>
                  <a:pt x="311" y="1391"/>
                </a:lnTo>
                <a:lnTo>
                  <a:pt x="311" y="1390"/>
                </a:lnTo>
                <a:lnTo>
                  <a:pt x="310" y="1390"/>
                </a:lnTo>
                <a:lnTo>
                  <a:pt x="308" y="1390"/>
                </a:lnTo>
                <a:lnTo>
                  <a:pt x="307" y="1389"/>
                </a:lnTo>
                <a:lnTo>
                  <a:pt x="306" y="1389"/>
                </a:lnTo>
                <a:lnTo>
                  <a:pt x="306" y="1388"/>
                </a:lnTo>
                <a:lnTo>
                  <a:pt x="306" y="1387"/>
                </a:lnTo>
                <a:lnTo>
                  <a:pt x="305" y="1387"/>
                </a:lnTo>
                <a:lnTo>
                  <a:pt x="304" y="1386"/>
                </a:lnTo>
                <a:lnTo>
                  <a:pt x="303" y="1385"/>
                </a:lnTo>
                <a:lnTo>
                  <a:pt x="302" y="1384"/>
                </a:lnTo>
                <a:lnTo>
                  <a:pt x="301" y="1384"/>
                </a:lnTo>
                <a:lnTo>
                  <a:pt x="300" y="1384"/>
                </a:lnTo>
                <a:lnTo>
                  <a:pt x="299" y="1384"/>
                </a:lnTo>
                <a:lnTo>
                  <a:pt x="298" y="1384"/>
                </a:lnTo>
                <a:lnTo>
                  <a:pt x="296" y="1385"/>
                </a:lnTo>
                <a:lnTo>
                  <a:pt x="295" y="1385"/>
                </a:lnTo>
                <a:lnTo>
                  <a:pt x="294" y="1385"/>
                </a:lnTo>
                <a:lnTo>
                  <a:pt x="294" y="1384"/>
                </a:lnTo>
                <a:lnTo>
                  <a:pt x="294" y="1383"/>
                </a:lnTo>
                <a:lnTo>
                  <a:pt x="293" y="1382"/>
                </a:lnTo>
                <a:lnTo>
                  <a:pt x="292" y="1381"/>
                </a:lnTo>
                <a:lnTo>
                  <a:pt x="291" y="1380"/>
                </a:lnTo>
                <a:lnTo>
                  <a:pt x="290" y="1379"/>
                </a:lnTo>
                <a:lnTo>
                  <a:pt x="289" y="1378"/>
                </a:lnTo>
                <a:lnTo>
                  <a:pt x="288" y="1378"/>
                </a:lnTo>
                <a:lnTo>
                  <a:pt x="288" y="1377"/>
                </a:lnTo>
                <a:lnTo>
                  <a:pt x="288" y="1376"/>
                </a:lnTo>
                <a:lnTo>
                  <a:pt x="288" y="1375"/>
                </a:lnTo>
                <a:lnTo>
                  <a:pt x="286" y="1375"/>
                </a:lnTo>
                <a:lnTo>
                  <a:pt x="285" y="1375"/>
                </a:lnTo>
                <a:lnTo>
                  <a:pt x="284" y="1375"/>
                </a:lnTo>
                <a:lnTo>
                  <a:pt x="284" y="1374"/>
                </a:lnTo>
                <a:lnTo>
                  <a:pt x="284" y="1373"/>
                </a:lnTo>
                <a:lnTo>
                  <a:pt x="283" y="1373"/>
                </a:lnTo>
                <a:lnTo>
                  <a:pt x="283" y="1374"/>
                </a:lnTo>
                <a:lnTo>
                  <a:pt x="281" y="1374"/>
                </a:lnTo>
                <a:lnTo>
                  <a:pt x="280" y="1374"/>
                </a:lnTo>
                <a:lnTo>
                  <a:pt x="279" y="1373"/>
                </a:lnTo>
                <a:lnTo>
                  <a:pt x="278" y="1372"/>
                </a:lnTo>
                <a:lnTo>
                  <a:pt x="278" y="1371"/>
                </a:lnTo>
                <a:lnTo>
                  <a:pt x="277" y="1370"/>
                </a:lnTo>
                <a:lnTo>
                  <a:pt x="277" y="1369"/>
                </a:lnTo>
                <a:lnTo>
                  <a:pt x="277" y="1368"/>
                </a:lnTo>
                <a:lnTo>
                  <a:pt x="277" y="1367"/>
                </a:lnTo>
                <a:lnTo>
                  <a:pt x="278" y="1366"/>
                </a:lnTo>
                <a:lnTo>
                  <a:pt x="279" y="1366"/>
                </a:lnTo>
                <a:lnTo>
                  <a:pt x="278" y="1365"/>
                </a:lnTo>
                <a:lnTo>
                  <a:pt x="278" y="1364"/>
                </a:lnTo>
                <a:lnTo>
                  <a:pt x="278" y="1363"/>
                </a:lnTo>
                <a:lnTo>
                  <a:pt x="279" y="1362"/>
                </a:lnTo>
                <a:lnTo>
                  <a:pt x="279" y="1361"/>
                </a:lnTo>
                <a:lnTo>
                  <a:pt x="279" y="1360"/>
                </a:lnTo>
                <a:lnTo>
                  <a:pt x="279" y="1359"/>
                </a:lnTo>
                <a:lnTo>
                  <a:pt x="277" y="1358"/>
                </a:lnTo>
                <a:lnTo>
                  <a:pt x="276" y="1357"/>
                </a:lnTo>
                <a:lnTo>
                  <a:pt x="275" y="1358"/>
                </a:lnTo>
                <a:lnTo>
                  <a:pt x="275" y="1359"/>
                </a:lnTo>
                <a:lnTo>
                  <a:pt x="275" y="1360"/>
                </a:lnTo>
                <a:lnTo>
                  <a:pt x="274" y="1360"/>
                </a:lnTo>
                <a:lnTo>
                  <a:pt x="273" y="1361"/>
                </a:lnTo>
                <a:lnTo>
                  <a:pt x="272" y="1362"/>
                </a:lnTo>
                <a:lnTo>
                  <a:pt x="271" y="1361"/>
                </a:lnTo>
                <a:lnTo>
                  <a:pt x="270" y="1361"/>
                </a:lnTo>
                <a:lnTo>
                  <a:pt x="269" y="1361"/>
                </a:lnTo>
                <a:lnTo>
                  <a:pt x="268" y="1361"/>
                </a:lnTo>
                <a:lnTo>
                  <a:pt x="267" y="1362"/>
                </a:lnTo>
                <a:lnTo>
                  <a:pt x="266" y="1362"/>
                </a:lnTo>
                <a:lnTo>
                  <a:pt x="266" y="1363"/>
                </a:lnTo>
                <a:lnTo>
                  <a:pt x="265" y="1364"/>
                </a:lnTo>
                <a:lnTo>
                  <a:pt x="264" y="1365"/>
                </a:lnTo>
                <a:lnTo>
                  <a:pt x="262" y="1365"/>
                </a:lnTo>
                <a:lnTo>
                  <a:pt x="261" y="1364"/>
                </a:lnTo>
                <a:lnTo>
                  <a:pt x="260" y="1364"/>
                </a:lnTo>
                <a:lnTo>
                  <a:pt x="259" y="1364"/>
                </a:lnTo>
                <a:lnTo>
                  <a:pt x="258" y="1364"/>
                </a:lnTo>
                <a:lnTo>
                  <a:pt x="258" y="1366"/>
                </a:lnTo>
                <a:lnTo>
                  <a:pt x="259" y="1367"/>
                </a:lnTo>
                <a:lnTo>
                  <a:pt x="259" y="1368"/>
                </a:lnTo>
                <a:lnTo>
                  <a:pt x="258" y="1368"/>
                </a:lnTo>
                <a:lnTo>
                  <a:pt x="257" y="1367"/>
                </a:lnTo>
                <a:lnTo>
                  <a:pt x="255" y="1367"/>
                </a:lnTo>
                <a:lnTo>
                  <a:pt x="254" y="1367"/>
                </a:lnTo>
                <a:lnTo>
                  <a:pt x="253" y="1367"/>
                </a:lnTo>
                <a:lnTo>
                  <a:pt x="253" y="1366"/>
                </a:lnTo>
                <a:lnTo>
                  <a:pt x="251" y="1366"/>
                </a:lnTo>
                <a:lnTo>
                  <a:pt x="250" y="1366"/>
                </a:lnTo>
                <a:lnTo>
                  <a:pt x="249" y="1366"/>
                </a:lnTo>
                <a:lnTo>
                  <a:pt x="247" y="1366"/>
                </a:lnTo>
                <a:lnTo>
                  <a:pt x="246" y="1366"/>
                </a:lnTo>
                <a:lnTo>
                  <a:pt x="246" y="1367"/>
                </a:lnTo>
                <a:lnTo>
                  <a:pt x="245" y="1368"/>
                </a:lnTo>
                <a:lnTo>
                  <a:pt x="241" y="1368"/>
                </a:lnTo>
                <a:lnTo>
                  <a:pt x="240" y="1367"/>
                </a:lnTo>
                <a:lnTo>
                  <a:pt x="239" y="1367"/>
                </a:lnTo>
                <a:lnTo>
                  <a:pt x="239" y="1366"/>
                </a:lnTo>
                <a:lnTo>
                  <a:pt x="239" y="1365"/>
                </a:lnTo>
                <a:lnTo>
                  <a:pt x="239" y="1364"/>
                </a:lnTo>
                <a:lnTo>
                  <a:pt x="240" y="1363"/>
                </a:lnTo>
                <a:lnTo>
                  <a:pt x="239" y="1362"/>
                </a:lnTo>
                <a:lnTo>
                  <a:pt x="240" y="1360"/>
                </a:lnTo>
                <a:lnTo>
                  <a:pt x="240" y="1359"/>
                </a:lnTo>
                <a:lnTo>
                  <a:pt x="240" y="1358"/>
                </a:lnTo>
                <a:lnTo>
                  <a:pt x="239" y="1357"/>
                </a:lnTo>
                <a:lnTo>
                  <a:pt x="239" y="1356"/>
                </a:lnTo>
                <a:lnTo>
                  <a:pt x="238" y="1355"/>
                </a:lnTo>
                <a:lnTo>
                  <a:pt x="238" y="1354"/>
                </a:lnTo>
                <a:lnTo>
                  <a:pt x="236" y="1352"/>
                </a:lnTo>
                <a:lnTo>
                  <a:pt x="235" y="1351"/>
                </a:lnTo>
                <a:lnTo>
                  <a:pt x="235" y="1350"/>
                </a:lnTo>
                <a:lnTo>
                  <a:pt x="235" y="1348"/>
                </a:lnTo>
                <a:lnTo>
                  <a:pt x="234" y="1348"/>
                </a:lnTo>
                <a:lnTo>
                  <a:pt x="234" y="1347"/>
                </a:lnTo>
                <a:lnTo>
                  <a:pt x="233" y="1347"/>
                </a:lnTo>
                <a:lnTo>
                  <a:pt x="232" y="1347"/>
                </a:lnTo>
                <a:lnTo>
                  <a:pt x="231" y="1347"/>
                </a:lnTo>
                <a:lnTo>
                  <a:pt x="230" y="1347"/>
                </a:lnTo>
                <a:lnTo>
                  <a:pt x="229" y="1347"/>
                </a:lnTo>
                <a:lnTo>
                  <a:pt x="228" y="1348"/>
                </a:lnTo>
                <a:lnTo>
                  <a:pt x="227" y="1348"/>
                </a:lnTo>
                <a:lnTo>
                  <a:pt x="226" y="1348"/>
                </a:lnTo>
                <a:lnTo>
                  <a:pt x="225" y="1347"/>
                </a:lnTo>
                <a:lnTo>
                  <a:pt x="224" y="1347"/>
                </a:lnTo>
                <a:lnTo>
                  <a:pt x="223" y="1346"/>
                </a:lnTo>
                <a:lnTo>
                  <a:pt x="222" y="1345"/>
                </a:lnTo>
                <a:lnTo>
                  <a:pt x="222" y="1344"/>
                </a:lnTo>
                <a:lnTo>
                  <a:pt x="222" y="1343"/>
                </a:lnTo>
                <a:lnTo>
                  <a:pt x="221" y="1343"/>
                </a:lnTo>
                <a:lnTo>
                  <a:pt x="221" y="1342"/>
                </a:lnTo>
                <a:lnTo>
                  <a:pt x="222" y="1342"/>
                </a:lnTo>
                <a:lnTo>
                  <a:pt x="221" y="1341"/>
                </a:lnTo>
                <a:lnTo>
                  <a:pt x="221" y="1340"/>
                </a:lnTo>
                <a:lnTo>
                  <a:pt x="220" y="1340"/>
                </a:lnTo>
                <a:lnTo>
                  <a:pt x="220" y="1339"/>
                </a:lnTo>
                <a:lnTo>
                  <a:pt x="221" y="1339"/>
                </a:lnTo>
                <a:lnTo>
                  <a:pt x="221" y="1338"/>
                </a:lnTo>
                <a:lnTo>
                  <a:pt x="220" y="1337"/>
                </a:lnTo>
                <a:lnTo>
                  <a:pt x="219" y="1336"/>
                </a:lnTo>
                <a:lnTo>
                  <a:pt x="220" y="1336"/>
                </a:lnTo>
                <a:lnTo>
                  <a:pt x="221" y="1336"/>
                </a:lnTo>
                <a:lnTo>
                  <a:pt x="223" y="1335"/>
                </a:lnTo>
                <a:lnTo>
                  <a:pt x="223" y="1334"/>
                </a:lnTo>
                <a:lnTo>
                  <a:pt x="222" y="1334"/>
                </a:lnTo>
                <a:lnTo>
                  <a:pt x="222" y="1333"/>
                </a:lnTo>
                <a:lnTo>
                  <a:pt x="223" y="1333"/>
                </a:lnTo>
                <a:lnTo>
                  <a:pt x="224" y="1333"/>
                </a:lnTo>
                <a:lnTo>
                  <a:pt x="225" y="1333"/>
                </a:lnTo>
                <a:lnTo>
                  <a:pt x="226" y="1333"/>
                </a:lnTo>
                <a:lnTo>
                  <a:pt x="227" y="1333"/>
                </a:lnTo>
                <a:lnTo>
                  <a:pt x="227" y="1332"/>
                </a:lnTo>
                <a:lnTo>
                  <a:pt x="227" y="1330"/>
                </a:lnTo>
                <a:lnTo>
                  <a:pt x="226" y="1328"/>
                </a:lnTo>
                <a:lnTo>
                  <a:pt x="226" y="1327"/>
                </a:lnTo>
                <a:lnTo>
                  <a:pt x="226" y="1326"/>
                </a:lnTo>
                <a:lnTo>
                  <a:pt x="227" y="1326"/>
                </a:lnTo>
                <a:lnTo>
                  <a:pt x="228" y="1326"/>
                </a:lnTo>
                <a:lnTo>
                  <a:pt x="229" y="1326"/>
                </a:lnTo>
                <a:lnTo>
                  <a:pt x="231" y="1327"/>
                </a:lnTo>
                <a:lnTo>
                  <a:pt x="231" y="1326"/>
                </a:lnTo>
                <a:lnTo>
                  <a:pt x="232" y="1326"/>
                </a:lnTo>
                <a:lnTo>
                  <a:pt x="231" y="1325"/>
                </a:lnTo>
                <a:lnTo>
                  <a:pt x="228" y="1322"/>
                </a:lnTo>
                <a:lnTo>
                  <a:pt x="228" y="1320"/>
                </a:lnTo>
                <a:lnTo>
                  <a:pt x="227" y="1319"/>
                </a:lnTo>
                <a:lnTo>
                  <a:pt x="226" y="1318"/>
                </a:lnTo>
                <a:lnTo>
                  <a:pt x="225" y="1318"/>
                </a:lnTo>
                <a:lnTo>
                  <a:pt x="225" y="1317"/>
                </a:lnTo>
                <a:lnTo>
                  <a:pt x="224" y="1316"/>
                </a:lnTo>
                <a:lnTo>
                  <a:pt x="224" y="1315"/>
                </a:lnTo>
                <a:lnTo>
                  <a:pt x="224" y="1314"/>
                </a:lnTo>
                <a:lnTo>
                  <a:pt x="225" y="1314"/>
                </a:lnTo>
                <a:lnTo>
                  <a:pt x="225" y="1313"/>
                </a:lnTo>
                <a:lnTo>
                  <a:pt x="225" y="1312"/>
                </a:lnTo>
                <a:lnTo>
                  <a:pt x="226" y="1312"/>
                </a:lnTo>
                <a:lnTo>
                  <a:pt x="226" y="1311"/>
                </a:lnTo>
                <a:lnTo>
                  <a:pt x="227" y="1310"/>
                </a:lnTo>
                <a:lnTo>
                  <a:pt x="228" y="1310"/>
                </a:lnTo>
                <a:lnTo>
                  <a:pt x="228" y="1309"/>
                </a:lnTo>
                <a:lnTo>
                  <a:pt x="228" y="1308"/>
                </a:lnTo>
                <a:lnTo>
                  <a:pt x="228" y="1307"/>
                </a:lnTo>
                <a:lnTo>
                  <a:pt x="228" y="1305"/>
                </a:lnTo>
                <a:lnTo>
                  <a:pt x="227" y="1305"/>
                </a:lnTo>
                <a:lnTo>
                  <a:pt x="227" y="1304"/>
                </a:lnTo>
                <a:lnTo>
                  <a:pt x="226" y="1303"/>
                </a:lnTo>
                <a:lnTo>
                  <a:pt x="226" y="1302"/>
                </a:lnTo>
                <a:lnTo>
                  <a:pt x="227" y="1302"/>
                </a:lnTo>
                <a:lnTo>
                  <a:pt x="227" y="1301"/>
                </a:lnTo>
                <a:lnTo>
                  <a:pt x="226" y="1301"/>
                </a:lnTo>
                <a:lnTo>
                  <a:pt x="225" y="1301"/>
                </a:lnTo>
                <a:lnTo>
                  <a:pt x="225" y="1300"/>
                </a:lnTo>
                <a:lnTo>
                  <a:pt x="225" y="1299"/>
                </a:lnTo>
                <a:lnTo>
                  <a:pt x="225" y="1298"/>
                </a:lnTo>
                <a:lnTo>
                  <a:pt x="224" y="1298"/>
                </a:lnTo>
                <a:lnTo>
                  <a:pt x="223" y="1298"/>
                </a:lnTo>
                <a:lnTo>
                  <a:pt x="223" y="1297"/>
                </a:lnTo>
                <a:lnTo>
                  <a:pt x="222" y="1296"/>
                </a:lnTo>
                <a:lnTo>
                  <a:pt x="222" y="1295"/>
                </a:lnTo>
                <a:lnTo>
                  <a:pt x="222" y="1294"/>
                </a:lnTo>
                <a:lnTo>
                  <a:pt x="221" y="1293"/>
                </a:lnTo>
                <a:lnTo>
                  <a:pt x="220" y="1292"/>
                </a:lnTo>
                <a:lnTo>
                  <a:pt x="219" y="1291"/>
                </a:lnTo>
                <a:lnTo>
                  <a:pt x="219" y="1290"/>
                </a:lnTo>
                <a:lnTo>
                  <a:pt x="220" y="1289"/>
                </a:lnTo>
                <a:lnTo>
                  <a:pt x="220" y="1288"/>
                </a:lnTo>
                <a:lnTo>
                  <a:pt x="219" y="1287"/>
                </a:lnTo>
                <a:lnTo>
                  <a:pt x="218" y="1286"/>
                </a:lnTo>
                <a:lnTo>
                  <a:pt x="217" y="1285"/>
                </a:lnTo>
                <a:lnTo>
                  <a:pt x="216" y="1285"/>
                </a:lnTo>
                <a:lnTo>
                  <a:pt x="215" y="1284"/>
                </a:lnTo>
                <a:lnTo>
                  <a:pt x="214" y="1283"/>
                </a:lnTo>
                <a:lnTo>
                  <a:pt x="214" y="1282"/>
                </a:lnTo>
                <a:lnTo>
                  <a:pt x="213" y="1281"/>
                </a:lnTo>
                <a:lnTo>
                  <a:pt x="211" y="1280"/>
                </a:lnTo>
                <a:lnTo>
                  <a:pt x="210" y="1279"/>
                </a:lnTo>
                <a:lnTo>
                  <a:pt x="209" y="1278"/>
                </a:lnTo>
                <a:lnTo>
                  <a:pt x="208" y="1278"/>
                </a:lnTo>
                <a:lnTo>
                  <a:pt x="207" y="1277"/>
                </a:lnTo>
                <a:lnTo>
                  <a:pt x="206" y="1276"/>
                </a:lnTo>
                <a:lnTo>
                  <a:pt x="205" y="1276"/>
                </a:lnTo>
                <a:lnTo>
                  <a:pt x="204" y="1275"/>
                </a:lnTo>
                <a:lnTo>
                  <a:pt x="203" y="1275"/>
                </a:lnTo>
                <a:lnTo>
                  <a:pt x="203" y="1274"/>
                </a:lnTo>
                <a:lnTo>
                  <a:pt x="202" y="1274"/>
                </a:lnTo>
                <a:lnTo>
                  <a:pt x="202" y="1273"/>
                </a:lnTo>
                <a:lnTo>
                  <a:pt x="201" y="1273"/>
                </a:lnTo>
                <a:lnTo>
                  <a:pt x="200" y="1273"/>
                </a:lnTo>
                <a:lnTo>
                  <a:pt x="199" y="1273"/>
                </a:lnTo>
                <a:lnTo>
                  <a:pt x="198" y="1273"/>
                </a:lnTo>
                <a:lnTo>
                  <a:pt x="198" y="1272"/>
                </a:lnTo>
                <a:lnTo>
                  <a:pt x="197" y="1272"/>
                </a:lnTo>
                <a:lnTo>
                  <a:pt x="196" y="1271"/>
                </a:lnTo>
                <a:lnTo>
                  <a:pt x="194" y="1271"/>
                </a:lnTo>
                <a:lnTo>
                  <a:pt x="193" y="1271"/>
                </a:lnTo>
                <a:lnTo>
                  <a:pt x="191" y="1271"/>
                </a:lnTo>
                <a:lnTo>
                  <a:pt x="190" y="1271"/>
                </a:lnTo>
                <a:lnTo>
                  <a:pt x="189" y="1271"/>
                </a:lnTo>
                <a:lnTo>
                  <a:pt x="189" y="1272"/>
                </a:lnTo>
                <a:lnTo>
                  <a:pt x="188" y="1272"/>
                </a:lnTo>
                <a:lnTo>
                  <a:pt x="187" y="1271"/>
                </a:lnTo>
                <a:lnTo>
                  <a:pt x="184" y="1271"/>
                </a:lnTo>
                <a:lnTo>
                  <a:pt x="183" y="1271"/>
                </a:lnTo>
                <a:lnTo>
                  <a:pt x="183" y="1272"/>
                </a:lnTo>
                <a:lnTo>
                  <a:pt x="183" y="1273"/>
                </a:lnTo>
                <a:lnTo>
                  <a:pt x="183" y="1274"/>
                </a:lnTo>
                <a:lnTo>
                  <a:pt x="183" y="1275"/>
                </a:lnTo>
                <a:lnTo>
                  <a:pt x="182" y="1275"/>
                </a:lnTo>
                <a:lnTo>
                  <a:pt x="181" y="1274"/>
                </a:lnTo>
                <a:lnTo>
                  <a:pt x="180" y="1274"/>
                </a:lnTo>
                <a:lnTo>
                  <a:pt x="179" y="1274"/>
                </a:lnTo>
                <a:lnTo>
                  <a:pt x="179" y="1275"/>
                </a:lnTo>
                <a:lnTo>
                  <a:pt x="178" y="1276"/>
                </a:lnTo>
                <a:lnTo>
                  <a:pt x="177" y="1276"/>
                </a:lnTo>
                <a:lnTo>
                  <a:pt x="176" y="1275"/>
                </a:lnTo>
                <a:lnTo>
                  <a:pt x="175" y="1274"/>
                </a:lnTo>
                <a:lnTo>
                  <a:pt x="175" y="1273"/>
                </a:lnTo>
                <a:lnTo>
                  <a:pt x="175" y="1272"/>
                </a:lnTo>
                <a:lnTo>
                  <a:pt x="174" y="1271"/>
                </a:lnTo>
                <a:lnTo>
                  <a:pt x="174" y="1270"/>
                </a:lnTo>
                <a:lnTo>
                  <a:pt x="173" y="1269"/>
                </a:lnTo>
                <a:lnTo>
                  <a:pt x="173" y="1268"/>
                </a:lnTo>
                <a:lnTo>
                  <a:pt x="174" y="1267"/>
                </a:lnTo>
                <a:lnTo>
                  <a:pt x="174" y="1266"/>
                </a:lnTo>
                <a:lnTo>
                  <a:pt x="174" y="1265"/>
                </a:lnTo>
                <a:lnTo>
                  <a:pt x="174" y="1263"/>
                </a:lnTo>
                <a:lnTo>
                  <a:pt x="174" y="1262"/>
                </a:lnTo>
                <a:lnTo>
                  <a:pt x="174" y="1261"/>
                </a:lnTo>
                <a:lnTo>
                  <a:pt x="174" y="1260"/>
                </a:lnTo>
                <a:lnTo>
                  <a:pt x="173" y="1259"/>
                </a:lnTo>
                <a:lnTo>
                  <a:pt x="173" y="1258"/>
                </a:lnTo>
                <a:lnTo>
                  <a:pt x="171" y="1257"/>
                </a:lnTo>
                <a:lnTo>
                  <a:pt x="171" y="1255"/>
                </a:lnTo>
                <a:lnTo>
                  <a:pt x="171" y="1254"/>
                </a:lnTo>
                <a:lnTo>
                  <a:pt x="172" y="1254"/>
                </a:lnTo>
                <a:lnTo>
                  <a:pt x="173" y="1254"/>
                </a:lnTo>
                <a:lnTo>
                  <a:pt x="173" y="1253"/>
                </a:lnTo>
                <a:lnTo>
                  <a:pt x="172" y="1252"/>
                </a:lnTo>
                <a:lnTo>
                  <a:pt x="171" y="1252"/>
                </a:lnTo>
                <a:lnTo>
                  <a:pt x="170" y="1252"/>
                </a:lnTo>
                <a:lnTo>
                  <a:pt x="169" y="1252"/>
                </a:lnTo>
                <a:lnTo>
                  <a:pt x="168" y="1251"/>
                </a:lnTo>
                <a:lnTo>
                  <a:pt x="167" y="1251"/>
                </a:lnTo>
                <a:lnTo>
                  <a:pt x="166" y="1251"/>
                </a:lnTo>
                <a:lnTo>
                  <a:pt x="165" y="1251"/>
                </a:lnTo>
                <a:lnTo>
                  <a:pt x="164" y="1250"/>
                </a:lnTo>
                <a:lnTo>
                  <a:pt x="162" y="1250"/>
                </a:lnTo>
                <a:lnTo>
                  <a:pt x="161" y="1250"/>
                </a:lnTo>
                <a:lnTo>
                  <a:pt x="160" y="1250"/>
                </a:lnTo>
                <a:lnTo>
                  <a:pt x="159" y="1250"/>
                </a:lnTo>
                <a:lnTo>
                  <a:pt x="158" y="1251"/>
                </a:lnTo>
                <a:lnTo>
                  <a:pt x="157" y="1251"/>
                </a:lnTo>
                <a:lnTo>
                  <a:pt x="156" y="1251"/>
                </a:lnTo>
                <a:lnTo>
                  <a:pt x="156" y="1250"/>
                </a:lnTo>
                <a:lnTo>
                  <a:pt x="155" y="1250"/>
                </a:lnTo>
                <a:lnTo>
                  <a:pt x="154" y="1250"/>
                </a:lnTo>
                <a:lnTo>
                  <a:pt x="153" y="1249"/>
                </a:lnTo>
                <a:lnTo>
                  <a:pt x="151" y="1249"/>
                </a:lnTo>
                <a:lnTo>
                  <a:pt x="150" y="1248"/>
                </a:lnTo>
                <a:lnTo>
                  <a:pt x="150" y="1247"/>
                </a:lnTo>
                <a:lnTo>
                  <a:pt x="151" y="1246"/>
                </a:lnTo>
                <a:lnTo>
                  <a:pt x="150" y="1246"/>
                </a:lnTo>
                <a:lnTo>
                  <a:pt x="150" y="1245"/>
                </a:lnTo>
                <a:lnTo>
                  <a:pt x="149" y="1245"/>
                </a:lnTo>
                <a:lnTo>
                  <a:pt x="148" y="1245"/>
                </a:lnTo>
                <a:lnTo>
                  <a:pt x="147" y="1245"/>
                </a:lnTo>
                <a:lnTo>
                  <a:pt x="147" y="1246"/>
                </a:lnTo>
                <a:lnTo>
                  <a:pt x="146" y="1246"/>
                </a:lnTo>
                <a:lnTo>
                  <a:pt x="145" y="1246"/>
                </a:lnTo>
                <a:lnTo>
                  <a:pt x="144" y="1246"/>
                </a:lnTo>
                <a:lnTo>
                  <a:pt x="143" y="1246"/>
                </a:lnTo>
                <a:lnTo>
                  <a:pt x="143" y="1247"/>
                </a:lnTo>
                <a:lnTo>
                  <a:pt x="142" y="1247"/>
                </a:lnTo>
                <a:lnTo>
                  <a:pt x="141" y="1247"/>
                </a:lnTo>
                <a:lnTo>
                  <a:pt x="140" y="1246"/>
                </a:lnTo>
                <a:lnTo>
                  <a:pt x="139" y="1246"/>
                </a:lnTo>
                <a:lnTo>
                  <a:pt x="138" y="1246"/>
                </a:lnTo>
                <a:lnTo>
                  <a:pt x="137" y="1246"/>
                </a:lnTo>
                <a:lnTo>
                  <a:pt x="137" y="1247"/>
                </a:lnTo>
                <a:lnTo>
                  <a:pt x="136" y="1247"/>
                </a:lnTo>
                <a:lnTo>
                  <a:pt x="136" y="1248"/>
                </a:lnTo>
                <a:lnTo>
                  <a:pt x="135" y="1248"/>
                </a:lnTo>
                <a:lnTo>
                  <a:pt x="134" y="1248"/>
                </a:lnTo>
                <a:lnTo>
                  <a:pt x="133" y="1248"/>
                </a:lnTo>
                <a:lnTo>
                  <a:pt x="132" y="1248"/>
                </a:lnTo>
                <a:lnTo>
                  <a:pt x="131" y="1248"/>
                </a:lnTo>
                <a:lnTo>
                  <a:pt x="131" y="1249"/>
                </a:lnTo>
                <a:lnTo>
                  <a:pt x="130" y="1249"/>
                </a:lnTo>
                <a:lnTo>
                  <a:pt x="129" y="1249"/>
                </a:lnTo>
                <a:lnTo>
                  <a:pt x="129" y="1250"/>
                </a:lnTo>
                <a:lnTo>
                  <a:pt x="129" y="1251"/>
                </a:lnTo>
                <a:lnTo>
                  <a:pt x="129" y="1252"/>
                </a:lnTo>
                <a:lnTo>
                  <a:pt x="130" y="1253"/>
                </a:lnTo>
                <a:lnTo>
                  <a:pt x="129" y="1253"/>
                </a:lnTo>
                <a:lnTo>
                  <a:pt x="128" y="1253"/>
                </a:lnTo>
                <a:lnTo>
                  <a:pt x="128" y="1254"/>
                </a:lnTo>
                <a:lnTo>
                  <a:pt x="127" y="1254"/>
                </a:lnTo>
                <a:lnTo>
                  <a:pt x="126" y="1254"/>
                </a:lnTo>
                <a:lnTo>
                  <a:pt x="126" y="1253"/>
                </a:lnTo>
                <a:lnTo>
                  <a:pt x="125" y="1253"/>
                </a:lnTo>
                <a:lnTo>
                  <a:pt x="125" y="1252"/>
                </a:lnTo>
                <a:lnTo>
                  <a:pt x="125" y="1251"/>
                </a:lnTo>
                <a:lnTo>
                  <a:pt x="124" y="1250"/>
                </a:lnTo>
                <a:lnTo>
                  <a:pt x="124" y="1249"/>
                </a:lnTo>
                <a:lnTo>
                  <a:pt x="123" y="1247"/>
                </a:lnTo>
                <a:lnTo>
                  <a:pt x="122" y="1246"/>
                </a:lnTo>
                <a:lnTo>
                  <a:pt x="122" y="1244"/>
                </a:lnTo>
                <a:lnTo>
                  <a:pt x="122" y="1243"/>
                </a:lnTo>
                <a:lnTo>
                  <a:pt x="122" y="1242"/>
                </a:lnTo>
                <a:lnTo>
                  <a:pt x="120" y="1242"/>
                </a:lnTo>
                <a:lnTo>
                  <a:pt x="118" y="1242"/>
                </a:lnTo>
                <a:lnTo>
                  <a:pt x="117" y="1242"/>
                </a:lnTo>
                <a:lnTo>
                  <a:pt x="117" y="1243"/>
                </a:lnTo>
                <a:lnTo>
                  <a:pt x="117" y="1244"/>
                </a:lnTo>
                <a:lnTo>
                  <a:pt x="116" y="1245"/>
                </a:lnTo>
                <a:lnTo>
                  <a:pt x="115" y="1245"/>
                </a:lnTo>
                <a:lnTo>
                  <a:pt x="114" y="1245"/>
                </a:lnTo>
                <a:lnTo>
                  <a:pt x="113" y="1245"/>
                </a:lnTo>
                <a:lnTo>
                  <a:pt x="112" y="1245"/>
                </a:lnTo>
                <a:lnTo>
                  <a:pt x="111" y="1244"/>
                </a:lnTo>
                <a:lnTo>
                  <a:pt x="110" y="1243"/>
                </a:lnTo>
                <a:lnTo>
                  <a:pt x="110" y="1242"/>
                </a:lnTo>
                <a:lnTo>
                  <a:pt x="110" y="1241"/>
                </a:lnTo>
                <a:lnTo>
                  <a:pt x="109" y="1240"/>
                </a:lnTo>
                <a:lnTo>
                  <a:pt x="109" y="1239"/>
                </a:lnTo>
                <a:lnTo>
                  <a:pt x="109" y="1238"/>
                </a:lnTo>
                <a:lnTo>
                  <a:pt x="108" y="1238"/>
                </a:lnTo>
                <a:lnTo>
                  <a:pt x="107" y="1238"/>
                </a:lnTo>
                <a:lnTo>
                  <a:pt x="107" y="1239"/>
                </a:lnTo>
                <a:lnTo>
                  <a:pt x="106" y="1239"/>
                </a:lnTo>
                <a:lnTo>
                  <a:pt x="105" y="1240"/>
                </a:lnTo>
                <a:lnTo>
                  <a:pt x="104" y="1240"/>
                </a:lnTo>
                <a:lnTo>
                  <a:pt x="103" y="1240"/>
                </a:lnTo>
                <a:lnTo>
                  <a:pt x="102" y="1241"/>
                </a:lnTo>
                <a:lnTo>
                  <a:pt x="101" y="1242"/>
                </a:lnTo>
                <a:lnTo>
                  <a:pt x="101" y="1243"/>
                </a:lnTo>
                <a:lnTo>
                  <a:pt x="100" y="1243"/>
                </a:lnTo>
                <a:lnTo>
                  <a:pt x="99" y="1243"/>
                </a:lnTo>
                <a:lnTo>
                  <a:pt x="97" y="1244"/>
                </a:lnTo>
                <a:lnTo>
                  <a:pt x="96" y="1243"/>
                </a:lnTo>
                <a:lnTo>
                  <a:pt x="95" y="1242"/>
                </a:lnTo>
                <a:lnTo>
                  <a:pt x="94" y="1241"/>
                </a:lnTo>
                <a:lnTo>
                  <a:pt x="94" y="1240"/>
                </a:lnTo>
                <a:lnTo>
                  <a:pt x="93" y="1239"/>
                </a:lnTo>
                <a:lnTo>
                  <a:pt x="92" y="1239"/>
                </a:lnTo>
                <a:lnTo>
                  <a:pt x="91" y="1240"/>
                </a:lnTo>
                <a:lnTo>
                  <a:pt x="91" y="1241"/>
                </a:lnTo>
                <a:lnTo>
                  <a:pt x="90" y="1241"/>
                </a:lnTo>
                <a:lnTo>
                  <a:pt x="90" y="1240"/>
                </a:lnTo>
                <a:lnTo>
                  <a:pt x="90" y="1237"/>
                </a:lnTo>
                <a:lnTo>
                  <a:pt x="90" y="1236"/>
                </a:lnTo>
                <a:lnTo>
                  <a:pt x="90" y="1235"/>
                </a:lnTo>
                <a:lnTo>
                  <a:pt x="89" y="1235"/>
                </a:lnTo>
                <a:lnTo>
                  <a:pt x="88" y="1235"/>
                </a:lnTo>
                <a:lnTo>
                  <a:pt x="87" y="1234"/>
                </a:lnTo>
                <a:lnTo>
                  <a:pt x="87" y="1233"/>
                </a:lnTo>
                <a:lnTo>
                  <a:pt x="87" y="1232"/>
                </a:lnTo>
                <a:lnTo>
                  <a:pt x="88" y="1231"/>
                </a:lnTo>
                <a:lnTo>
                  <a:pt x="89" y="1231"/>
                </a:lnTo>
                <a:lnTo>
                  <a:pt x="89" y="1230"/>
                </a:lnTo>
                <a:lnTo>
                  <a:pt x="90" y="1230"/>
                </a:lnTo>
                <a:lnTo>
                  <a:pt x="89" y="1229"/>
                </a:lnTo>
                <a:lnTo>
                  <a:pt x="89" y="1228"/>
                </a:lnTo>
                <a:lnTo>
                  <a:pt x="88" y="1227"/>
                </a:lnTo>
                <a:lnTo>
                  <a:pt x="89" y="1226"/>
                </a:lnTo>
                <a:lnTo>
                  <a:pt x="90" y="1226"/>
                </a:lnTo>
                <a:lnTo>
                  <a:pt x="90" y="1225"/>
                </a:lnTo>
                <a:lnTo>
                  <a:pt x="91" y="1224"/>
                </a:lnTo>
                <a:lnTo>
                  <a:pt x="91" y="1223"/>
                </a:lnTo>
                <a:lnTo>
                  <a:pt x="92" y="1222"/>
                </a:lnTo>
                <a:lnTo>
                  <a:pt x="93" y="1222"/>
                </a:lnTo>
                <a:lnTo>
                  <a:pt x="94" y="1222"/>
                </a:lnTo>
                <a:lnTo>
                  <a:pt x="95" y="1222"/>
                </a:lnTo>
                <a:lnTo>
                  <a:pt x="96" y="1223"/>
                </a:lnTo>
                <a:lnTo>
                  <a:pt x="97" y="1223"/>
                </a:lnTo>
                <a:lnTo>
                  <a:pt x="98" y="1224"/>
                </a:lnTo>
                <a:lnTo>
                  <a:pt x="99" y="1223"/>
                </a:lnTo>
                <a:lnTo>
                  <a:pt x="99" y="1222"/>
                </a:lnTo>
                <a:lnTo>
                  <a:pt x="99" y="1221"/>
                </a:lnTo>
                <a:lnTo>
                  <a:pt x="100" y="1221"/>
                </a:lnTo>
                <a:lnTo>
                  <a:pt x="101" y="1221"/>
                </a:lnTo>
                <a:lnTo>
                  <a:pt x="102" y="1220"/>
                </a:lnTo>
                <a:lnTo>
                  <a:pt x="103" y="1221"/>
                </a:lnTo>
                <a:lnTo>
                  <a:pt x="104" y="1222"/>
                </a:lnTo>
                <a:lnTo>
                  <a:pt x="104" y="1223"/>
                </a:lnTo>
                <a:lnTo>
                  <a:pt x="105" y="1223"/>
                </a:lnTo>
                <a:lnTo>
                  <a:pt x="106" y="1222"/>
                </a:lnTo>
                <a:lnTo>
                  <a:pt x="107" y="1221"/>
                </a:lnTo>
                <a:lnTo>
                  <a:pt x="108" y="1220"/>
                </a:lnTo>
                <a:lnTo>
                  <a:pt x="109" y="1219"/>
                </a:lnTo>
                <a:lnTo>
                  <a:pt x="111" y="1218"/>
                </a:lnTo>
                <a:lnTo>
                  <a:pt x="112" y="1218"/>
                </a:lnTo>
                <a:lnTo>
                  <a:pt x="113" y="1218"/>
                </a:lnTo>
                <a:lnTo>
                  <a:pt x="113" y="1219"/>
                </a:lnTo>
                <a:lnTo>
                  <a:pt x="115" y="1220"/>
                </a:lnTo>
                <a:lnTo>
                  <a:pt x="115" y="1221"/>
                </a:lnTo>
                <a:lnTo>
                  <a:pt x="116" y="1222"/>
                </a:lnTo>
                <a:lnTo>
                  <a:pt x="117" y="1222"/>
                </a:lnTo>
                <a:lnTo>
                  <a:pt x="117" y="1223"/>
                </a:lnTo>
                <a:lnTo>
                  <a:pt x="118" y="1223"/>
                </a:lnTo>
                <a:lnTo>
                  <a:pt x="118" y="1224"/>
                </a:lnTo>
                <a:lnTo>
                  <a:pt x="118" y="1225"/>
                </a:lnTo>
                <a:lnTo>
                  <a:pt x="119" y="1225"/>
                </a:lnTo>
                <a:lnTo>
                  <a:pt x="120" y="1225"/>
                </a:lnTo>
                <a:lnTo>
                  <a:pt x="121" y="1225"/>
                </a:lnTo>
                <a:lnTo>
                  <a:pt x="122" y="1225"/>
                </a:lnTo>
                <a:lnTo>
                  <a:pt x="123" y="1225"/>
                </a:lnTo>
                <a:lnTo>
                  <a:pt x="124" y="1225"/>
                </a:lnTo>
                <a:lnTo>
                  <a:pt x="124" y="1224"/>
                </a:lnTo>
                <a:lnTo>
                  <a:pt x="125" y="1224"/>
                </a:lnTo>
                <a:lnTo>
                  <a:pt x="126" y="1224"/>
                </a:lnTo>
                <a:lnTo>
                  <a:pt x="127" y="1223"/>
                </a:lnTo>
                <a:lnTo>
                  <a:pt x="128" y="1223"/>
                </a:lnTo>
                <a:lnTo>
                  <a:pt x="128" y="1222"/>
                </a:lnTo>
                <a:lnTo>
                  <a:pt x="128" y="1221"/>
                </a:lnTo>
                <a:lnTo>
                  <a:pt x="129" y="1220"/>
                </a:lnTo>
                <a:lnTo>
                  <a:pt x="129" y="1219"/>
                </a:lnTo>
                <a:lnTo>
                  <a:pt x="131" y="1218"/>
                </a:lnTo>
                <a:lnTo>
                  <a:pt x="133" y="1218"/>
                </a:lnTo>
                <a:lnTo>
                  <a:pt x="134" y="1218"/>
                </a:lnTo>
                <a:lnTo>
                  <a:pt x="135" y="1218"/>
                </a:lnTo>
                <a:lnTo>
                  <a:pt x="136" y="1218"/>
                </a:lnTo>
                <a:lnTo>
                  <a:pt x="137" y="1217"/>
                </a:lnTo>
                <a:lnTo>
                  <a:pt x="138" y="1217"/>
                </a:lnTo>
                <a:lnTo>
                  <a:pt x="140" y="1216"/>
                </a:lnTo>
                <a:lnTo>
                  <a:pt x="142" y="1215"/>
                </a:lnTo>
                <a:lnTo>
                  <a:pt x="143" y="1215"/>
                </a:lnTo>
                <a:lnTo>
                  <a:pt x="144" y="1215"/>
                </a:lnTo>
                <a:lnTo>
                  <a:pt x="145" y="1215"/>
                </a:lnTo>
                <a:lnTo>
                  <a:pt x="146" y="1215"/>
                </a:lnTo>
                <a:lnTo>
                  <a:pt x="147" y="1214"/>
                </a:lnTo>
                <a:lnTo>
                  <a:pt x="147" y="1213"/>
                </a:lnTo>
                <a:lnTo>
                  <a:pt x="147" y="1212"/>
                </a:lnTo>
                <a:lnTo>
                  <a:pt x="148" y="1211"/>
                </a:lnTo>
                <a:lnTo>
                  <a:pt x="148" y="1210"/>
                </a:lnTo>
                <a:lnTo>
                  <a:pt x="147" y="1209"/>
                </a:lnTo>
                <a:lnTo>
                  <a:pt x="147" y="1208"/>
                </a:lnTo>
                <a:lnTo>
                  <a:pt x="147" y="1207"/>
                </a:lnTo>
                <a:lnTo>
                  <a:pt x="148" y="1207"/>
                </a:lnTo>
                <a:lnTo>
                  <a:pt x="149" y="1206"/>
                </a:lnTo>
                <a:lnTo>
                  <a:pt x="149" y="1205"/>
                </a:lnTo>
                <a:lnTo>
                  <a:pt x="149" y="1204"/>
                </a:lnTo>
                <a:lnTo>
                  <a:pt x="147" y="1201"/>
                </a:lnTo>
                <a:lnTo>
                  <a:pt x="147" y="1200"/>
                </a:lnTo>
                <a:lnTo>
                  <a:pt x="145" y="1199"/>
                </a:lnTo>
                <a:lnTo>
                  <a:pt x="144" y="1198"/>
                </a:lnTo>
                <a:lnTo>
                  <a:pt x="144" y="1197"/>
                </a:lnTo>
                <a:lnTo>
                  <a:pt x="143" y="1197"/>
                </a:lnTo>
                <a:lnTo>
                  <a:pt x="143" y="1196"/>
                </a:lnTo>
                <a:lnTo>
                  <a:pt x="142" y="1195"/>
                </a:lnTo>
                <a:lnTo>
                  <a:pt x="141" y="1195"/>
                </a:lnTo>
                <a:lnTo>
                  <a:pt x="140" y="1195"/>
                </a:lnTo>
                <a:lnTo>
                  <a:pt x="139" y="1196"/>
                </a:lnTo>
                <a:lnTo>
                  <a:pt x="138" y="1196"/>
                </a:lnTo>
                <a:lnTo>
                  <a:pt x="137" y="1196"/>
                </a:lnTo>
                <a:lnTo>
                  <a:pt x="136" y="1195"/>
                </a:lnTo>
                <a:lnTo>
                  <a:pt x="135" y="1195"/>
                </a:lnTo>
                <a:lnTo>
                  <a:pt x="135" y="1194"/>
                </a:lnTo>
                <a:lnTo>
                  <a:pt x="136" y="1194"/>
                </a:lnTo>
                <a:lnTo>
                  <a:pt x="136" y="1193"/>
                </a:lnTo>
                <a:lnTo>
                  <a:pt x="135" y="1193"/>
                </a:lnTo>
                <a:lnTo>
                  <a:pt x="134" y="1192"/>
                </a:lnTo>
                <a:lnTo>
                  <a:pt x="132" y="1191"/>
                </a:lnTo>
                <a:lnTo>
                  <a:pt x="131" y="1191"/>
                </a:lnTo>
                <a:lnTo>
                  <a:pt x="130" y="1191"/>
                </a:lnTo>
                <a:lnTo>
                  <a:pt x="130" y="1190"/>
                </a:lnTo>
                <a:lnTo>
                  <a:pt x="129" y="1189"/>
                </a:lnTo>
                <a:lnTo>
                  <a:pt x="129" y="1188"/>
                </a:lnTo>
                <a:lnTo>
                  <a:pt x="129" y="1186"/>
                </a:lnTo>
                <a:lnTo>
                  <a:pt x="129" y="1185"/>
                </a:lnTo>
                <a:lnTo>
                  <a:pt x="128" y="1184"/>
                </a:lnTo>
                <a:lnTo>
                  <a:pt x="128" y="1183"/>
                </a:lnTo>
                <a:lnTo>
                  <a:pt x="127" y="1182"/>
                </a:lnTo>
                <a:lnTo>
                  <a:pt x="126" y="1180"/>
                </a:lnTo>
                <a:lnTo>
                  <a:pt x="126" y="1179"/>
                </a:lnTo>
                <a:lnTo>
                  <a:pt x="128" y="1178"/>
                </a:lnTo>
                <a:lnTo>
                  <a:pt x="128" y="1177"/>
                </a:lnTo>
                <a:lnTo>
                  <a:pt x="128" y="1175"/>
                </a:lnTo>
                <a:lnTo>
                  <a:pt x="128" y="1174"/>
                </a:lnTo>
                <a:lnTo>
                  <a:pt x="129" y="1174"/>
                </a:lnTo>
                <a:lnTo>
                  <a:pt x="130" y="1174"/>
                </a:lnTo>
                <a:lnTo>
                  <a:pt x="131" y="1173"/>
                </a:lnTo>
                <a:lnTo>
                  <a:pt x="132" y="1172"/>
                </a:lnTo>
                <a:lnTo>
                  <a:pt x="133" y="1171"/>
                </a:lnTo>
                <a:lnTo>
                  <a:pt x="133" y="1170"/>
                </a:lnTo>
                <a:lnTo>
                  <a:pt x="134" y="1170"/>
                </a:lnTo>
                <a:lnTo>
                  <a:pt x="135" y="1169"/>
                </a:lnTo>
                <a:lnTo>
                  <a:pt x="136" y="1169"/>
                </a:lnTo>
                <a:lnTo>
                  <a:pt x="136" y="1168"/>
                </a:lnTo>
                <a:lnTo>
                  <a:pt x="136" y="1167"/>
                </a:lnTo>
                <a:lnTo>
                  <a:pt x="135" y="1166"/>
                </a:lnTo>
                <a:lnTo>
                  <a:pt x="133" y="1165"/>
                </a:lnTo>
                <a:lnTo>
                  <a:pt x="132" y="1164"/>
                </a:lnTo>
                <a:lnTo>
                  <a:pt x="130" y="1163"/>
                </a:lnTo>
                <a:lnTo>
                  <a:pt x="129" y="1162"/>
                </a:lnTo>
                <a:lnTo>
                  <a:pt x="128" y="1162"/>
                </a:lnTo>
                <a:lnTo>
                  <a:pt x="128" y="1161"/>
                </a:lnTo>
                <a:lnTo>
                  <a:pt x="128" y="1160"/>
                </a:lnTo>
                <a:lnTo>
                  <a:pt x="130" y="1158"/>
                </a:lnTo>
                <a:lnTo>
                  <a:pt x="130" y="1157"/>
                </a:lnTo>
                <a:lnTo>
                  <a:pt x="129" y="1156"/>
                </a:lnTo>
                <a:lnTo>
                  <a:pt x="129" y="1155"/>
                </a:lnTo>
                <a:lnTo>
                  <a:pt x="128" y="1154"/>
                </a:lnTo>
                <a:lnTo>
                  <a:pt x="128" y="1153"/>
                </a:lnTo>
                <a:lnTo>
                  <a:pt x="128" y="1152"/>
                </a:lnTo>
                <a:lnTo>
                  <a:pt x="128" y="1151"/>
                </a:lnTo>
                <a:lnTo>
                  <a:pt x="128" y="1150"/>
                </a:lnTo>
                <a:lnTo>
                  <a:pt x="127" y="1149"/>
                </a:lnTo>
                <a:lnTo>
                  <a:pt x="128" y="1148"/>
                </a:lnTo>
                <a:lnTo>
                  <a:pt x="128" y="1147"/>
                </a:lnTo>
                <a:lnTo>
                  <a:pt x="129" y="1145"/>
                </a:lnTo>
                <a:lnTo>
                  <a:pt x="129" y="1144"/>
                </a:lnTo>
                <a:lnTo>
                  <a:pt x="129" y="1143"/>
                </a:lnTo>
                <a:lnTo>
                  <a:pt x="129" y="1142"/>
                </a:lnTo>
                <a:lnTo>
                  <a:pt x="128" y="1142"/>
                </a:lnTo>
                <a:lnTo>
                  <a:pt x="127" y="1142"/>
                </a:lnTo>
                <a:lnTo>
                  <a:pt x="126" y="1142"/>
                </a:lnTo>
                <a:lnTo>
                  <a:pt x="125" y="1142"/>
                </a:lnTo>
                <a:lnTo>
                  <a:pt x="124" y="1142"/>
                </a:lnTo>
                <a:lnTo>
                  <a:pt x="123" y="1141"/>
                </a:lnTo>
                <a:lnTo>
                  <a:pt x="123" y="1140"/>
                </a:lnTo>
                <a:lnTo>
                  <a:pt x="123" y="1139"/>
                </a:lnTo>
                <a:lnTo>
                  <a:pt x="122" y="1138"/>
                </a:lnTo>
                <a:lnTo>
                  <a:pt x="121" y="1137"/>
                </a:lnTo>
                <a:lnTo>
                  <a:pt x="119" y="1135"/>
                </a:lnTo>
                <a:lnTo>
                  <a:pt x="119" y="1134"/>
                </a:lnTo>
                <a:lnTo>
                  <a:pt x="119" y="1133"/>
                </a:lnTo>
                <a:lnTo>
                  <a:pt x="119" y="1132"/>
                </a:lnTo>
                <a:lnTo>
                  <a:pt x="119" y="1130"/>
                </a:lnTo>
                <a:lnTo>
                  <a:pt x="118" y="1129"/>
                </a:lnTo>
                <a:lnTo>
                  <a:pt x="118" y="1127"/>
                </a:lnTo>
                <a:lnTo>
                  <a:pt x="119" y="1125"/>
                </a:lnTo>
                <a:lnTo>
                  <a:pt x="119" y="1123"/>
                </a:lnTo>
                <a:lnTo>
                  <a:pt x="119" y="1122"/>
                </a:lnTo>
                <a:lnTo>
                  <a:pt x="118" y="1120"/>
                </a:lnTo>
                <a:lnTo>
                  <a:pt x="117" y="1118"/>
                </a:lnTo>
                <a:lnTo>
                  <a:pt x="117" y="1117"/>
                </a:lnTo>
                <a:lnTo>
                  <a:pt x="117" y="1116"/>
                </a:lnTo>
                <a:lnTo>
                  <a:pt x="118" y="1116"/>
                </a:lnTo>
                <a:lnTo>
                  <a:pt x="118" y="1115"/>
                </a:lnTo>
                <a:lnTo>
                  <a:pt x="117" y="1113"/>
                </a:lnTo>
                <a:lnTo>
                  <a:pt x="117" y="1111"/>
                </a:lnTo>
                <a:lnTo>
                  <a:pt x="117" y="1110"/>
                </a:lnTo>
                <a:lnTo>
                  <a:pt x="118" y="1109"/>
                </a:lnTo>
                <a:lnTo>
                  <a:pt x="119" y="1108"/>
                </a:lnTo>
                <a:lnTo>
                  <a:pt x="120" y="1108"/>
                </a:lnTo>
                <a:lnTo>
                  <a:pt x="121" y="1108"/>
                </a:lnTo>
                <a:lnTo>
                  <a:pt x="121" y="1107"/>
                </a:lnTo>
                <a:lnTo>
                  <a:pt x="121" y="1106"/>
                </a:lnTo>
                <a:lnTo>
                  <a:pt x="123" y="1105"/>
                </a:lnTo>
                <a:lnTo>
                  <a:pt x="123" y="1103"/>
                </a:lnTo>
                <a:lnTo>
                  <a:pt x="124" y="1102"/>
                </a:lnTo>
                <a:lnTo>
                  <a:pt x="124" y="1101"/>
                </a:lnTo>
                <a:lnTo>
                  <a:pt x="124" y="1100"/>
                </a:lnTo>
                <a:lnTo>
                  <a:pt x="123" y="1100"/>
                </a:lnTo>
                <a:lnTo>
                  <a:pt x="123" y="1098"/>
                </a:lnTo>
                <a:lnTo>
                  <a:pt x="123" y="1097"/>
                </a:lnTo>
                <a:lnTo>
                  <a:pt x="123" y="1096"/>
                </a:lnTo>
                <a:lnTo>
                  <a:pt x="123" y="1095"/>
                </a:lnTo>
                <a:lnTo>
                  <a:pt x="122" y="1095"/>
                </a:lnTo>
                <a:lnTo>
                  <a:pt x="121" y="1095"/>
                </a:lnTo>
                <a:lnTo>
                  <a:pt x="120" y="1095"/>
                </a:lnTo>
                <a:lnTo>
                  <a:pt x="119" y="1095"/>
                </a:lnTo>
                <a:lnTo>
                  <a:pt x="119" y="1094"/>
                </a:lnTo>
                <a:lnTo>
                  <a:pt x="118" y="1093"/>
                </a:lnTo>
                <a:lnTo>
                  <a:pt x="118" y="1092"/>
                </a:lnTo>
                <a:lnTo>
                  <a:pt x="117" y="1091"/>
                </a:lnTo>
                <a:lnTo>
                  <a:pt x="116" y="1090"/>
                </a:lnTo>
                <a:lnTo>
                  <a:pt x="115" y="1090"/>
                </a:lnTo>
                <a:lnTo>
                  <a:pt x="113" y="1090"/>
                </a:lnTo>
                <a:lnTo>
                  <a:pt x="112" y="1090"/>
                </a:lnTo>
                <a:lnTo>
                  <a:pt x="111" y="1090"/>
                </a:lnTo>
                <a:lnTo>
                  <a:pt x="110" y="1090"/>
                </a:lnTo>
                <a:lnTo>
                  <a:pt x="110" y="1089"/>
                </a:lnTo>
                <a:lnTo>
                  <a:pt x="109" y="1088"/>
                </a:lnTo>
                <a:lnTo>
                  <a:pt x="108" y="1088"/>
                </a:lnTo>
                <a:lnTo>
                  <a:pt x="107" y="1087"/>
                </a:lnTo>
                <a:lnTo>
                  <a:pt x="105" y="1086"/>
                </a:lnTo>
                <a:lnTo>
                  <a:pt x="105" y="1085"/>
                </a:lnTo>
                <a:lnTo>
                  <a:pt x="103" y="1084"/>
                </a:lnTo>
                <a:lnTo>
                  <a:pt x="102" y="1083"/>
                </a:lnTo>
                <a:lnTo>
                  <a:pt x="101" y="1083"/>
                </a:lnTo>
                <a:lnTo>
                  <a:pt x="100" y="1084"/>
                </a:lnTo>
                <a:lnTo>
                  <a:pt x="99" y="1084"/>
                </a:lnTo>
                <a:lnTo>
                  <a:pt x="98" y="1083"/>
                </a:lnTo>
                <a:lnTo>
                  <a:pt x="96" y="1083"/>
                </a:lnTo>
                <a:lnTo>
                  <a:pt x="95" y="1083"/>
                </a:lnTo>
                <a:lnTo>
                  <a:pt x="94" y="1083"/>
                </a:lnTo>
                <a:lnTo>
                  <a:pt x="94" y="1082"/>
                </a:lnTo>
                <a:lnTo>
                  <a:pt x="93" y="1081"/>
                </a:lnTo>
                <a:lnTo>
                  <a:pt x="92" y="1081"/>
                </a:lnTo>
                <a:lnTo>
                  <a:pt x="92" y="1080"/>
                </a:lnTo>
                <a:lnTo>
                  <a:pt x="91" y="1080"/>
                </a:lnTo>
                <a:lnTo>
                  <a:pt x="89" y="1080"/>
                </a:lnTo>
                <a:lnTo>
                  <a:pt x="88" y="1080"/>
                </a:lnTo>
                <a:lnTo>
                  <a:pt x="87" y="1080"/>
                </a:lnTo>
                <a:lnTo>
                  <a:pt x="86" y="1080"/>
                </a:lnTo>
                <a:lnTo>
                  <a:pt x="83" y="1079"/>
                </a:lnTo>
                <a:lnTo>
                  <a:pt x="82" y="1079"/>
                </a:lnTo>
                <a:lnTo>
                  <a:pt x="81" y="1078"/>
                </a:lnTo>
                <a:lnTo>
                  <a:pt x="80" y="1078"/>
                </a:lnTo>
                <a:lnTo>
                  <a:pt x="79" y="1078"/>
                </a:lnTo>
                <a:lnTo>
                  <a:pt x="77" y="1078"/>
                </a:lnTo>
                <a:lnTo>
                  <a:pt x="75" y="1078"/>
                </a:lnTo>
                <a:lnTo>
                  <a:pt x="74" y="1078"/>
                </a:lnTo>
                <a:lnTo>
                  <a:pt x="72" y="1078"/>
                </a:lnTo>
                <a:lnTo>
                  <a:pt x="71" y="1078"/>
                </a:lnTo>
                <a:lnTo>
                  <a:pt x="70" y="1078"/>
                </a:lnTo>
                <a:lnTo>
                  <a:pt x="68" y="1078"/>
                </a:lnTo>
                <a:lnTo>
                  <a:pt x="67" y="1078"/>
                </a:lnTo>
                <a:lnTo>
                  <a:pt x="65" y="1078"/>
                </a:lnTo>
                <a:lnTo>
                  <a:pt x="64" y="1078"/>
                </a:lnTo>
                <a:lnTo>
                  <a:pt x="64" y="1077"/>
                </a:lnTo>
                <a:lnTo>
                  <a:pt x="63" y="1077"/>
                </a:lnTo>
                <a:lnTo>
                  <a:pt x="61" y="1077"/>
                </a:lnTo>
                <a:lnTo>
                  <a:pt x="60" y="1077"/>
                </a:lnTo>
                <a:lnTo>
                  <a:pt x="59" y="1076"/>
                </a:lnTo>
                <a:lnTo>
                  <a:pt x="58" y="1076"/>
                </a:lnTo>
                <a:lnTo>
                  <a:pt x="57" y="1077"/>
                </a:lnTo>
                <a:lnTo>
                  <a:pt x="56" y="1078"/>
                </a:lnTo>
                <a:lnTo>
                  <a:pt x="56" y="1079"/>
                </a:lnTo>
                <a:lnTo>
                  <a:pt x="56" y="1080"/>
                </a:lnTo>
                <a:lnTo>
                  <a:pt x="56" y="1081"/>
                </a:lnTo>
                <a:lnTo>
                  <a:pt x="56" y="1082"/>
                </a:lnTo>
                <a:lnTo>
                  <a:pt x="55" y="1082"/>
                </a:lnTo>
                <a:lnTo>
                  <a:pt x="54" y="1083"/>
                </a:lnTo>
                <a:lnTo>
                  <a:pt x="53" y="1083"/>
                </a:lnTo>
                <a:lnTo>
                  <a:pt x="52" y="1083"/>
                </a:lnTo>
                <a:lnTo>
                  <a:pt x="52" y="1084"/>
                </a:lnTo>
                <a:lnTo>
                  <a:pt x="51" y="1085"/>
                </a:lnTo>
                <a:lnTo>
                  <a:pt x="51" y="1086"/>
                </a:lnTo>
                <a:lnTo>
                  <a:pt x="52" y="1087"/>
                </a:lnTo>
                <a:lnTo>
                  <a:pt x="53" y="1089"/>
                </a:lnTo>
                <a:lnTo>
                  <a:pt x="53" y="1090"/>
                </a:lnTo>
                <a:lnTo>
                  <a:pt x="52" y="1090"/>
                </a:lnTo>
                <a:lnTo>
                  <a:pt x="51" y="1090"/>
                </a:lnTo>
                <a:lnTo>
                  <a:pt x="50" y="1090"/>
                </a:lnTo>
                <a:lnTo>
                  <a:pt x="49" y="1090"/>
                </a:lnTo>
                <a:lnTo>
                  <a:pt x="48" y="1090"/>
                </a:lnTo>
                <a:lnTo>
                  <a:pt x="47" y="1091"/>
                </a:lnTo>
                <a:lnTo>
                  <a:pt x="46" y="1091"/>
                </a:lnTo>
                <a:lnTo>
                  <a:pt x="45" y="1091"/>
                </a:lnTo>
                <a:lnTo>
                  <a:pt x="44" y="1091"/>
                </a:lnTo>
                <a:lnTo>
                  <a:pt x="43" y="1090"/>
                </a:lnTo>
                <a:lnTo>
                  <a:pt x="42" y="1090"/>
                </a:lnTo>
                <a:lnTo>
                  <a:pt x="41" y="1091"/>
                </a:lnTo>
                <a:lnTo>
                  <a:pt x="40" y="1090"/>
                </a:lnTo>
                <a:lnTo>
                  <a:pt x="39" y="1090"/>
                </a:lnTo>
                <a:lnTo>
                  <a:pt x="38" y="1090"/>
                </a:lnTo>
                <a:lnTo>
                  <a:pt x="37" y="1089"/>
                </a:lnTo>
                <a:lnTo>
                  <a:pt x="37" y="1088"/>
                </a:lnTo>
                <a:lnTo>
                  <a:pt x="36" y="1087"/>
                </a:lnTo>
                <a:lnTo>
                  <a:pt x="35" y="1086"/>
                </a:lnTo>
                <a:lnTo>
                  <a:pt x="34" y="1086"/>
                </a:lnTo>
                <a:lnTo>
                  <a:pt x="33" y="1086"/>
                </a:lnTo>
                <a:lnTo>
                  <a:pt x="31" y="1085"/>
                </a:lnTo>
                <a:lnTo>
                  <a:pt x="30" y="1085"/>
                </a:lnTo>
                <a:lnTo>
                  <a:pt x="29" y="1084"/>
                </a:lnTo>
                <a:lnTo>
                  <a:pt x="28" y="1083"/>
                </a:lnTo>
                <a:lnTo>
                  <a:pt x="27" y="1083"/>
                </a:lnTo>
                <a:lnTo>
                  <a:pt x="27" y="1082"/>
                </a:lnTo>
                <a:lnTo>
                  <a:pt x="28" y="1081"/>
                </a:lnTo>
                <a:lnTo>
                  <a:pt x="28" y="1080"/>
                </a:lnTo>
                <a:lnTo>
                  <a:pt x="27" y="1079"/>
                </a:lnTo>
                <a:lnTo>
                  <a:pt x="27" y="1078"/>
                </a:lnTo>
                <a:lnTo>
                  <a:pt x="26" y="1077"/>
                </a:lnTo>
                <a:lnTo>
                  <a:pt x="25" y="1076"/>
                </a:lnTo>
                <a:lnTo>
                  <a:pt x="25" y="1075"/>
                </a:lnTo>
                <a:lnTo>
                  <a:pt x="24" y="1073"/>
                </a:lnTo>
                <a:lnTo>
                  <a:pt x="24" y="1072"/>
                </a:lnTo>
                <a:lnTo>
                  <a:pt x="23" y="1072"/>
                </a:lnTo>
                <a:lnTo>
                  <a:pt x="23" y="1071"/>
                </a:lnTo>
                <a:lnTo>
                  <a:pt x="23" y="1070"/>
                </a:lnTo>
                <a:lnTo>
                  <a:pt x="23" y="1069"/>
                </a:lnTo>
                <a:lnTo>
                  <a:pt x="23" y="1068"/>
                </a:lnTo>
                <a:lnTo>
                  <a:pt x="23" y="1067"/>
                </a:lnTo>
                <a:lnTo>
                  <a:pt x="24" y="1067"/>
                </a:lnTo>
                <a:lnTo>
                  <a:pt x="24" y="1066"/>
                </a:lnTo>
                <a:lnTo>
                  <a:pt x="24" y="1065"/>
                </a:lnTo>
                <a:lnTo>
                  <a:pt x="23" y="1064"/>
                </a:lnTo>
                <a:lnTo>
                  <a:pt x="23" y="1063"/>
                </a:lnTo>
                <a:lnTo>
                  <a:pt x="22" y="1063"/>
                </a:lnTo>
                <a:lnTo>
                  <a:pt x="22" y="1062"/>
                </a:lnTo>
                <a:lnTo>
                  <a:pt x="21" y="1060"/>
                </a:lnTo>
                <a:lnTo>
                  <a:pt x="20" y="1060"/>
                </a:lnTo>
                <a:lnTo>
                  <a:pt x="20" y="1059"/>
                </a:lnTo>
                <a:lnTo>
                  <a:pt x="19" y="1059"/>
                </a:lnTo>
                <a:lnTo>
                  <a:pt x="18" y="1058"/>
                </a:lnTo>
                <a:lnTo>
                  <a:pt x="18" y="1056"/>
                </a:lnTo>
                <a:lnTo>
                  <a:pt x="18" y="1055"/>
                </a:lnTo>
                <a:lnTo>
                  <a:pt x="18" y="1054"/>
                </a:lnTo>
                <a:lnTo>
                  <a:pt x="19" y="1053"/>
                </a:lnTo>
                <a:lnTo>
                  <a:pt x="20" y="1053"/>
                </a:lnTo>
                <a:lnTo>
                  <a:pt x="20" y="1052"/>
                </a:lnTo>
                <a:lnTo>
                  <a:pt x="21" y="1051"/>
                </a:lnTo>
                <a:lnTo>
                  <a:pt x="22" y="1050"/>
                </a:lnTo>
                <a:lnTo>
                  <a:pt x="22" y="1049"/>
                </a:lnTo>
                <a:lnTo>
                  <a:pt x="23" y="1049"/>
                </a:lnTo>
                <a:lnTo>
                  <a:pt x="24" y="1049"/>
                </a:lnTo>
                <a:lnTo>
                  <a:pt x="25" y="1049"/>
                </a:lnTo>
                <a:lnTo>
                  <a:pt x="26" y="1050"/>
                </a:lnTo>
                <a:lnTo>
                  <a:pt x="27" y="1050"/>
                </a:lnTo>
                <a:lnTo>
                  <a:pt x="27" y="1049"/>
                </a:lnTo>
                <a:lnTo>
                  <a:pt x="28" y="1050"/>
                </a:lnTo>
                <a:lnTo>
                  <a:pt x="28" y="1051"/>
                </a:lnTo>
                <a:lnTo>
                  <a:pt x="29" y="1051"/>
                </a:lnTo>
                <a:lnTo>
                  <a:pt x="30" y="1050"/>
                </a:lnTo>
                <a:lnTo>
                  <a:pt x="31" y="1049"/>
                </a:lnTo>
                <a:lnTo>
                  <a:pt x="31" y="1048"/>
                </a:lnTo>
                <a:lnTo>
                  <a:pt x="31" y="1046"/>
                </a:lnTo>
                <a:lnTo>
                  <a:pt x="31" y="1045"/>
                </a:lnTo>
                <a:lnTo>
                  <a:pt x="31" y="1044"/>
                </a:lnTo>
                <a:lnTo>
                  <a:pt x="31" y="1043"/>
                </a:lnTo>
                <a:lnTo>
                  <a:pt x="31" y="1042"/>
                </a:lnTo>
                <a:lnTo>
                  <a:pt x="30" y="1042"/>
                </a:lnTo>
                <a:lnTo>
                  <a:pt x="30" y="1041"/>
                </a:lnTo>
                <a:lnTo>
                  <a:pt x="29" y="1040"/>
                </a:lnTo>
                <a:lnTo>
                  <a:pt x="29" y="1039"/>
                </a:lnTo>
                <a:lnTo>
                  <a:pt x="28" y="1039"/>
                </a:lnTo>
                <a:lnTo>
                  <a:pt x="27" y="1039"/>
                </a:lnTo>
                <a:lnTo>
                  <a:pt x="26" y="1039"/>
                </a:lnTo>
                <a:lnTo>
                  <a:pt x="26" y="1040"/>
                </a:lnTo>
                <a:lnTo>
                  <a:pt x="25" y="1040"/>
                </a:lnTo>
                <a:lnTo>
                  <a:pt x="24" y="1040"/>
                </a:lnTo>
                <a:lnTo>
                  <a:pt x="23" y="1040"/>
                </a:lnTo>
                <a:lnTo>
                  <a:pt x="23" y="1041"/>
                </a:lnTo>
                <a:lnTo>
                  <a:pt x="22" y="1041"/>
                </a:lnTo>
                <a:lnTo>
                  <a:pt x="21" y="1040"/>
                </a:lnTo>
                <a:lnTo>
                  <a:pt x="21" y="1038"/>
                </a:lnTo>
                <a:lnTo>
                  <a:pt x="21" y="1037"/>
                </a:lnTo>
                <a:lnTo>
                  <a:pt x="20" y="1036"/>
                </a:lnTo>
                <a:lnTo>
                  <a:pt x="20" y="1035"/>
                </a:lnTo>
                <a:lnTo>
                  <a:pt x="19" y="1035"/>
                </a:lnTo>
                <a:lnTo>
                  <a:pt x="19" y="1034"/>
                </a:lnTo>
                <a:lnTo>
                  <a:pt x="20" y="1032"/>
                </a:lnTo>
                <a:lnTo>
                  <a:pt x="20" y="1031"/>
                </a:lnTo>
                <a:lnTo>
                  <a:pt x="19" y="1031"/>
                </a:lnTo>
                <a:lnTo>
                  <a:pt x="19" y="1030"/>
                </a:lnTo>
                <a:lnTo>
                  <a:pt x="19" y="1029"/>
                </a:lnTo>
                <a:lnTo>
                  <a:pt x="18" y="1029"/>
                </a:lnTo>
                <a:lnTo>
                  <a:pt x="17" y="1029"/>
                </a:lnTo>
                <a:lnTo>
                  <a:pt x="17" y="1028"/>
                </a:lnTo>
                <a:lnTo>
                  <a:pt x="17" y="1027"/>
                </a:lnTo>
                <a:lnTo>
                  <a:pt x="16" y="1027"/>
                </a:lnTo>
                <a:lnTo>
                  <a:pt x="15" y="1027"/>
                </a:lnTo>
                <a:lnTo>
                  <a:pt x="14" y="1027"/>
                </a:lnTo>
                <a:lnTo>
                  <a:pt x="14" y="1026"/>
                </a:lnTo>
                <a:lnTo>
                  <a:pt x="14" y="1025"/>
                </a:lnTo>
                <a:lnTo>
                  <a:pt x="14" y="1024"/>
                </a:lnTo>
                <a:lnTo>
                  <a:pt x="14" y="1023"/>
                </a:lnTo>
                <a:lnTo>
                  <a:pt x="13" y="1023"/>
                </a:lnTo>
                <a:lnTo>
                  <a:pt x="13" y="1022"/>
                </a:lnTo>
                <a:lnTo>
                  <a:pt x="12" y="1021"/>
                </a:lnTo>
                <a:lnTo>
                  <a:pt x="12" y="1020"/>
                </a:lnTo>
                <a:lnTo>
                  <a:pt x="11" y="1019"/>
                </a:lnTo>
                <a:lnTo>
                  <a:pt x="11" y="1018"/>
                </a:lnTo>
                <a:lnTo>
                  <a:pt x="10" y="1018"/>
                </a:lnTo>
                <a:lnTo>
                  <a:pt x="9" y="1018"/>
                </a:lnTo>
                <a:lnTo>
                  <a:pt x="8" y="1019"/>
                </a:lnTo>
                <a:lnTo>
                  <a:pt x="7" y="1018"/>
                </a:lnTo>
                <a:lnTo>
                  <a:pt x="6" y="1018"/>
                </a:lnTo>
                <a:lnTo>
                  <a:pt x="6" y="1016"/>
                </a:lnTo>
                <a:lnTo>
                  <a:pt x="6" y="1015"/>
                </a:lnTo>
                <a:lnTo>
                  <a:pt x="4" y="1015"/>
                </a:lnTo>
                <a:lnTo>
                  <a:pt x="4" y="1014"/>
                </a:lnTo>
                <a:lnTo>
                  <a:pt x="5" y="1014"/>
                </a:lnTo>
                <a:lnTo>
                  <a:pt x="5" y="1013"/>
                </a:lnTo>
                <a:lnTo>
                  <a:pt x="5" y="1012"/>
                </a:lnTo>
                <a:lnTo>
                  <a:pt x="4" y="1011"/>
                </a:lnTo>
                <a:lnTo>
                  <a:pt x="4" y="1010"/>
                </a:lnTo>
                <a:lnTo>
                  <a:pt x="4" y="1009"/>
                </a:lnTo>
                <a:lnTo>
                  <a:pt x="5" y="1009"/>
                </a:lnTo>
                <a:lnTo>
                  <a:pt x="5" y="1007"/>
                </a:lnTo>
                <a:lnTo>
                  <a:pt x="3" y="1005"/>
                </a:lnTo>
                <a:lnTo>
                  <a:pt x="1" y="1004"/>
                </a:lnTo>
                <a:lnTo>
                  <a:pt x="0" y="1004"/>
                </a:lnTo>
                <a:lnTo>
                  <a:pt x="1" y="1004"/>
                </a:lnTo>
                <a:lnTo>
                  <a:pt x="2" y="1003"/>
                </a:lnTo>
                <a:lnTo>
                  <a:pt x="4" y="1003"/>
                </a:lnTo>
                <a:lnTo>
                  <a:pt x="5" y="1003"/>
                </a:lnTo>
                <a:lnTo>
                  <a:pt x="7" y="1002"/>
                </a:lnTo>
                <a:lnTo>
                  <a:pt x="8" y="1001"/>
                </a:lnTo>
                <a:lnTo>
                  <a:pt x="8" y="1000"/>
                </a:lnTo>
                <a:lnTo>
                  <a:pt x="9" y="998"/>
                </a:lnTo>
                <a:lnTo>
                  <a:pt x="9" y="997"/>
                </a:lnTo>
                <a:lnTo>
                  <a:pt x="9" y="996"/>
                </a:lnTo>
                <a:lnTo>
                  <a:pt x="10" y="996"/>
                </a:lnTo>
                <a:lnTo>
                  <a:pt x="11" y="995"/>
                </a:lnTo>
                <a:lnTo>
                  <a:pt x="12" y="995"/>
                </a:lnTo>
                <a:lnTo>
                  <a:pt x="13" y="995"/>
                </a:lnTo>
                <a:lnTo>
                  <a:pt x="14" y="995"/>
                </a:lnTo>
                <a:lnTo>
                  <a:pt x="16" y="995"/>
                </a:lnTo>
                <a:lnTo>
                  <a:pt x="18" y="995"/>
                </a:lnTo>
                <a:lnTo>
                  <a:pt x="20" y="996"/>
                </a:lnTo>
                <a:lnTo>
                  <a:pt x="21" y="996"/>
                </a:lnTo>
                <a:lnTo>
                  <a:pt x="22" y="996"/>
                </a:lnTo>
                <a:lnTo>
                  <a:pt x="23" y="996"/>
                </a:lnTo>
                <a:lnTo>
                  <a:pt x="25" y="995"/>
                </a:lnTo>
                <a:lnTo>
                  <a:pt x="26" y="995"/>
                </a:lnTo>
                <a:lnTo>
                  <a:pt x="28" y="995"/>
                </a:lnTo>
                <a:lnTo>
                  <a:pt x="30" y="995"/>
                </a:lnTo>
                <a:lnTo>
                  <a:pt x="32" y="994"/>
                </a:lnTo>
                <a:lnTo>
                  <a:pt x="33" y="994"/>
                </a:lnTo>
                <a:lnTo>
                  <a:pt x="33" y="993"/>
                </a:lnTo>
                <a:lnTo>
                  <a:pt x="34" y="993"/>
                </a:lnTo>
                <a:lnTo>
                  <a:pt x="34" y="992"/>
                </a:lnTo>
                <a:lnTo>
                  <a:pt x="35" y="990"/>
                </a:lnTo>
                <a:lnTo>
                  <a:pt x="35" y="989"/>
                </a:lnTo>
                <a:lnTo>
                  <a:pt x="36" y="989"/>
                </a:lnTo>
                <a:lnTo>
                  <a:pt x="36" y="988"/>
                </a:lnTo>
                <a:lnTo>
                  <a:pt x="35" y="988"/>
                </a:lnTo>
                <a:lnTo>
                  <a:pt x="35" y="987"/>
                </a:lnTo>
                <a:lnTo>
                  <a:pt x="36" y="986"/>
                </a:lnTo>
                <a:lnTo>
                  <a:pt x="37" y="986"/>
                </a:lnTo>
                <a:lnTo>
                  <a:pt x="38" y="985"/>
                </a:lnTo>
                <a:lnTo>
                  <a:pt x="38" y="984"/>
                </a:lnTo>
                <a:lnTo>
                  <a:pt x="38" y="983"/>
                </a:lnTo>
                <a:lnTo>
                  <a:pt x="39" y="983"/>
                </a:lnTo>
                <a:lnTo>
                  <a:pt x="40" y="982"/>
                </a:lnTo>
                <a:lnTo>
                  <a:pt x="41" y="982"/>
                </a:lnTo>
                <a:lnTo>
                  <a:pt x="41" y="981"/>
                </a:lnTo>
                <a:lnTo>
                  <a:pt x="41" y="980"/>
                </a:lnTo>
                <a:lnTo>
                  <a:pt x="41" y="979"/>
                </a:lnTo>
                <a:lnTo>
                  <a:pt x="41" y="978"/>
                </a:lnTo>
                <a:lnTo>
                  <a:pt x="40" y="976"/>
                </a:lnTo>
                <a:lnTo>
                  <a:pt x="40" y="975"/>
                </a:lnTo>
                <a:lnTo>
                  <a:pt x="39" y="974"/>
                </a:lnTo>
                <a:lnTo>
                  <a:pt x="39" y="973"/>
                </a:lnTo>
                <a:lnTo>
                  <a:pt x="39" y="972"/>
                </a:lnTo>
                <a:lnTo>
                  <a:pt x="39" y="971"/>
                </a:lnTo>
                <a:lnTo>
                  <a:pt x="38" y="970"/>
                </a:lnTo>
                <a:lnTo>
                  <a:pt x="38" y="969"/>
                </a:lnTo>
                <a:lnTo>
                  <a:pt x="37" y="968"/>
                </a:lnTo>
                <a:lnTo>
                  <a:pt x="37" y="967"/>
                </a:lnTo>
                <a:lnTo>
                  <a:pt x="36" y="967"/>
                </a:lnTo>
                <a:lnTo>
                  <a:pt x="35" y="967"/>
                </a:lnTo>
                <a:lnTo>
                  <a:pt x="34" y="967"/>
                </a:lnTo>
                <a:lnTo>
                  <a:pt x="34" y="966"/>
                </a:lnTo>
                <a:lnTo>
                  <a:pt x="33" y="965"/>
                </a:lnTo>
                <a:lnTo>
                  <a:pt x="32" y="965"/>
                </a:lnTo>
                <a:lnTo>
                  <a:pt x="32" y="966"/>
                </a:lnTo>
                <a:lnTo>
                  <a:pt x="31" y="966"/>
                </a:lnTo>
                <a:lnTo>
                  <a:pt x="31" y="963"/>
                </a:lnTo>
                <a:lnTo>
                  <a:pt x="31" y="961"/>
                </a:lnTo>
                <a:lnTo>
                  <a:pt x="31" y="960"/>
                </a:lnTo>
                <a:lnTo>
                  <a:pt x="32" y="959"/>
                </a:lnTo>
                <a:lnTo>
                  <a:pt x="33" y="957"/>
                </a:lnTo>
                <a:lnTo>
                  <a:pt x="34" y="956"/>
                </a:lnTo>
                <a:lnTo>
                  <a:pt x="35" y="955"/>
                </a:lnTo>
                <a:lnTo>
                  <a:pt x="36" y="955"/>
                </a:lnTo>
                <a:lnTo>
                  <a:pt x="37" y="954"/>
                </a:lnTo>
                <a:lnTo>
                  <a:pt x="38" y="954"/>
                </a:lnTo>
                <a:lnTo>
                  <a:pt x="38" y="953"/>
                </a:lnTo>
                <a:lnTo>
                  <a:pt x="38" y="952"/>
                </a:lnTo>
                <a:lnTo>
                  <a:pt x="38" y="951"/>
                </a:lnTo>
                <a:lnTo>
                  <a:pt x="38" y="950"/>
                </a:lnTo>
                <a:lnTo>
                  <a:pt x="37" y="949"/>
                </a:lnTo>
                <a:lnTo>
                  <a:pt x="37" y="948"/>
                </a:lnTo>
                <a:lnTo>
                  <a:pt x="38" y="947"/>
                </a:lnTo>
                <a:lnTo>
                  <a:pt x="39" y="946"/>
                </a:lnTo>
                <a:lnTo>
                  <a:pt x="39" y="945"/>
                </a:lnTo>
                <a:lnTo>
                  <a:pt x="40" y="944"/>
                </a:lnTo>
                <a:lnTo>
                  <a:pt x="41" y="944"/>
                </a:lnTo>
                <a:lnTo>
                  <a:pt x="41" y="943"/>
                </a:lnTo>
                <a:lnTo>
                  <a:pt x="42" y="942"/>
                </a:lnTo>
                <a:lnTo>
                  <a:pt x="43" y="941"/>
                </a:lnTo>
                <a:lnTo>
                  <a:pt x="43" y="940"/>
                </a:lnTo>
                <a:lnTo>
                  <a:pt x="42" y="939"/>
                </a:lnTo>
                <a:lnTo>
                  <a:pt x="40" y="939"/>
                </a:lnTo>
                <a:lnTo>
                  <a:pt x="40" y="938"/>
                </a:lnTo>
                <a:lnTo>
                  <a:pt x="42" y="938"/>
                </a:lnTo>
                <a:lnTo>
                  <a:pt x="44" y="936"/>
                </a:lnTo>
                <a:lnTo>
                  <a:pt x="45" y="936"/>
                </a:lnTo>
                <a:lnTo>
                  <a:pt x="46" y="935"/>
                </a:lnTo>
                <a:lnTo>
                  <a:pt x="46" y="934"/>
                </a:lnTo>
                <a:lnTo>
                  <a:pt x="46" y="932"/>
                </a:lnTo>
                <a:lnTo>
                  <a:pt x="47" y="931"/>
                </a:lnTo>
                <a:lnTo>
                  <a:pt x="49" y="931"/>
                </a:lnTo>
                <a:lnTo>
                  <a:pt x="50" y="931"/>
                </a:lnTo>
                <a:lnTo>
                  <a:pt x="51" y="932"/>
                </a:lnTo>
                <a:lnTo>
                  <a:pt x="52" y="932"/>
                </a:lnTo>
                <a:lnTo>
                  <a:pt x="53" y="932"/>
                </a:lnTo>
                <a:lnTo>
                  <a:pt x="54" y="932"/>
                </a:lnTo>
                <a:lnTo>
                  <a:pt x="55" y="932"/>
                </a:lnTo>
                <a:lnTo>
                  <a:pt x="56" y="930"/>
                </a:lnTo>
                <a:lnTo>
                  <a:pt x="57" y="930"/>
                </a:lnTo>
                <a:lnTo>
                  <a:pt x="58" y="930"/>
                </a:lnTo>
                <a:lnTo>
                  <a:pt x="60" y="929"/>
                </a:lnTo>
                <a:lnTo>
                  <a:pt x="62" y="929"/>
                </a:lnTo>
                <a:lnTo>
                  <a:pt x="63" y="928"/>
                </a:lnTo>
                <a:lnTo>
                  <a:pt x="64" y="928"/>
                </a:lnTo>
                <a:lnTo>
                  <a:pt x="66" y="928"/>
                </a:lnTo>
                <a:lnTo>
                  <a:pt x="68" y="928"/>
                </a:lnTo>
                <a:lnTo>
                  <a:pt x="69" y="928"/>
                </a:lnTo>
                <a:lnTo>
                  <a:pt x="70" y="928"/>
                </a:lnTo>
                <a:lnTo>
                  <a:pt x="70" y="929"/>
                </a:lnTo>
                <a:lnTo>
                  <a:pt x="70" y="930"/>
                </a:lnTo>
                <a:lnTo>
                  <a:pt x="71" y="930"/>
                </a:lnTo>
                <a:lnTo>
                  <a:pt x="72" y="930"/>
                </a:lnTo>
                <a:lnTo>
                  <a:pt x="73" y="929"/>
                </a:lnTo>
                <a:lnTo>
                  <a:pt x="73" y="930"/>
                </a:lnTo>
                <a:lnTo>
                  <a:pt x="74" y="930"/>
                </a:lnTo>
                <a:lnTo>
                  <a:pt x="75" y="931"/>
                </a:lnTo>
                <a:lnTo>
                  <a:pt x="76" y="931"/>
                </a:lnTo>
                <a:lnTo>
                  <a:pt x="77" y="931"/>
                </a:lnTo>
                <a:lnTo>
                  <a:pt x="78" y="931"/>
                </a:lnTo>
                <a:lnTo>
                  <a:pt x="81" y="929"/>
                </a:lnTo>
                <a:lnTo>
                  <a:pt x="83" y="927"/>
                </a:lnTo>
                <a:lnTo>
                  <a:pt x="85" y="926"/>
                </a:lnTo>
                <a:lnTo>
                  <a:pt x="86" y="925"/>
                </a:lnTo>
                <a:lnTo>
                  <a:pt x="87" y="923"/>
                </a:lnTo>
                <a:lnTo>
                  <a:pt x="89" y="922"/>
                </a:lnTo>
                <a:lnTo>
                  <a:pt x="91" y="920"/>
                </a:lnTo>
                <a:lnTo>
                  <a:pt x="93" y="919"/>
                </a:lnTo>
                <a:lnTo>
                  <a:pt x="94" y="918"/>
                </a:lnTo>
                <a:lnTo>
                  <a:pt x="95" y="918"/>
                </a:lnTo>
                <a:lnTo>
                  <a:pt x="96" y="916"/>
                </a:lnTo>
                <a:lnTo>
                  <a:pt x="97" y="915"/>
                </a:lnTo>
                <a:lnTo>
                  <a:pt x="98" y="913"/>
                </a:lnTo>
                <a:lnTo>
                  <a:pt x="100" y="912"/>
                </a:lnTo>
                <a:lnTo>
                  <a:pt x="101" y="912"/>
                </a:lnTo>
                <a:lnTo>
                  <a:pt x="102" y="912"/>
                </a:lnTo>
                <a:lnTo>
                  <a:pt x="103" y="912"/>
                </a:lnTo>
                <a:lnTo>
                  <a:pt x="104" y="913"/>
                </a:lnTo>
                <a:lnTo>
                  <a:pt x="105" y="913"/>
                </a:lnTo>
                <a:lnTo>
                  <a:pt x="107" y="911"/>
                </a:lnTo>
                <a:lnTo>
                  <a:pt x="107" y="910"/>
                </a:lnTo>
                <a:lnTo>
                  <a:pt x="108" y="909"/>
                </a:lnTo>
                <a:lnTo>
                  <a:pt x="109" y="907"/>
                </a:lnTo>
                <a:lnTo>
                  <a:pt x="108" y="906"/>
                </a:lnTo>
                <a:lnTo>
                  <a:pt x="109" y="905"/>
                </a:lnTo>
                <a:lnTo>
                  <a:pt x="110" y="905"/>
                </a:lnTo>
                <a:lnTo>
                  <a:pt x="113" y="905"/>
                </a:lnTo>
                <a:lnTo>
                  <a:pt x="114" y="905"/>
                </a:lnTo>
                <a:lnTo>
                  <a:pt x="116" y="905"/>
                </a:lnTo>
                <a:lnTo>
                  <a:pt x="118" y="905"/>
                </a:lnTo>
                <a:lnTo>
                  <a:pt x="120" y="905"/>
                </a:lnTo>
                <a:lnTo>
                  <a:pt x="121" y="906"/>
                </a:lnTo>
                <a:lnTo>
                  <a:pt x="123" y="907"/>
                </a:lnTo>
                <a:lnTo>
                  <a:pt x="124" y="907"/>
                </a:lnTo>
                <a:lnTo>
                  <a:pt x="125" y="906"/>
                </a:lnTo>
                <a:lnTo>
                  <a:pt x="126" y="906"/>
                </a:lnTo>
                <a:lnTo>
                  <a:pt x="127" y="906"/>
                </a:lnTo>
                <a:lnTo>
                  <a:pt x="127" y="905"/>
                </a:lnTo>
                <a:lnTo>
                  <a:pt x="127" y="904"/>
                </a:lnTo>
                <a:lnTo>
                  <a:pt x="125" y="904"/>
                </a:lnTo>
                <a:lnTo>
                  <a:pt x="125" y="903"/>
                </a:lnTo>
                <a:lnTo>
                  <a:pt x="124" y="903"/>
                </a:lnTo>
                <a:lnTo>
                  <a:pt x="123" y="902"/>
                </a:lnTo>
                <a:lnTo>
                  <a:pt x="123" y="901"/>
                </a:lnTo>
                <a:lnTo>
                  <a:pt x="121" y="899"/>
                </a:lnTo>
                <a:lnTo>
                  <a:pt x="120" y="898"/>
                </a:lnTo>
                <a:lnTo>
                  <a:pt x="118" y="897"/>
                </a:lnTo>
                <a:lnTo>
                  <a:pt x="117" y="896"/>
                </a:lnTo>
                <a:lnTo>
                  <a:pt x="117" y="895"/>
                </a:lnTo>
                <a:lnTo>
                  <a:pt x="117" y="894"/>
                </a:lnTo>
                <a:lnTo>
                  <a:pt x="118" y="894"/>
                </a:lnTo>
                <a:lnTo>
                  <a:pt x="119" y="893"/>
                </a:lnTo>
                <a:lnTo>
                  <a:pt x="119" y="892"/>
                </a:lnTo>
                <a:lnTo>
                  <a:pt x="119" y="890"/>
                </a:lnTo>
                <a:lnTo>
                  <a:pt x="119" y="889"/>
                </a:lnTo>
                <a:lnTo>
                  <a:pt x="120" y="888"/>
                </a:lnTo>
                <a:lnTo>
                  <a:pt x="121" y="887"/>
                </a:lnTo>
                <a:lnTo>
                  <a:pt x="122" y="887"/>
                </a:lnTo>
                <a:lnTo>
                  <a:pt x="123" y="888"/>
                </a:lnTo>
                <a:lnTo>
                  <a:pt x="124" y="888"/>
                </a:lnTo>
                <a:lnTo>
                  <a:pt x="126" y="889"/>
                </a:lnTo>
                <a:lnTo>
                  <a:pt x="127" y="889"/>
                </a:lnTo>
                <a:lnTo>
                  <a:pt x="128" y="890"/>
                </a:lnTo>
                <a:lnTo>
                  <a:pt x="129" y="891"/>
                </a:lnTo>
                <a:lnTo>
                  <a:pt x="130" y="892"/>
                </a:lnTo>
                <a:lnTo>
                  <a:pt x="132" y="893"/>
                </a:lnTo>
                <a:lnTo>
                  <a:pt x="133" y="894"/>
                </a:lnTo>
                <a:lnTo>
                  <a:pt x="134" y="894"/>
                </a:lnTo>
                <a:lnTo>
                  <a:pt x="135" y="894"/>
                </a:lnTo>
                <a:lnTo>
                  <a:pt x="136" y="894"/>
                </a:lnTo>
                <a:lnTo>
                  <a:pt x="137" y="893"/>
                </a:lnTo>
                <a:lnTo>
                  <a:pt x="139" y="894"/>
                </a:lnTo>
                <a:lnTo>
                  <a:pt x="140" y="895"/>
                </a:lnTo>
                <a:lnTo>
                  <a:pt x="142" y="895"/>
                </a:lnTo>
                <a:lnTo>
                  <a:pt x="144" y="895"/>
                </a:lnTo>
                <a:lnTo>
                  <a:pt x="145" y="895"/>
                </a:lnTo>
                <a:lnTo>
                  <a:pt x="146" y="894"/>
                </a:lnTo>
                <a:lnTo>
                  <a:pt x="147" y="893"/>
                </a:lnTo>
                <a:lnTo>
                  <a:pt x="148" y="893"/>
                </a:lnTo>
                <a:lnTo>
                  <a:pt x="149" y="893"/>
                </a:lnTo>
                <a:lnTo>
                  <a:pt x="150" y="894"/>
                </a:lnTo>
                <a:lnTo>
                  <a:pt x="153" y="895"/>
                </a:lnTo>
                <a:lnTo>
                  <a:pt x="154" y="895"/>
                </a:lnTo>
                <a:lnTo>
                  <a:pt x="156" y="895"/>
                </a:lnTo>
                <a:lnTo>
                  <a:pt x="157" y="895"/>
                </a:lnTo>
                <a:lnTo>
                  <a:pt x="158" y="893"/>
                </a:lnTo>
                <a:lnTo>
                  <a:pt x="159" y="892"/>
                </a:lnTo>
                <a:lnTo>
                  <a:pt x="159" y="891"/>
                </a:lnTo>
                <a:lnTo>
                  <a:pt x="160" y="891"/>
                </a:lnTo>
                <a:lnTo>
                  <a:pt x="161" y="891"/>
                </a:lnTo>
                <a:lnTo>
                  <a:pt x="162" y="890"/>
                </a:lnTo>
                <a:lnTo>
                  <a:pt x="163" y="890"/>
                </a:lnTo>
                <a:lnTo>
                  <a:pt x="163" y="889"/>
                </a:lnTo>
                <a:lnTo>
                  <a:pt x="164" y="887"/>
                </a:lnTo>
                <a:lnTo>
                  <a:pt x="166" y="886"/>
                </a:lnTo>
                <a:lnTo>
                  <a:pt x="167" y="886"/>
                </a:lnTo>
                <a:lnTo>
                  <a:pt x="169" y="885"/>
                </a:lnTo>
                <a:lnTo>
                  <a:pt x="170" y="884"/>
                </a:lnTo>
                <a:lnTo>
                  <a:pt x="172" y="884"/>
                </a:lnTo>
                <a:lnTo>
                  <a:pt x="173" y="884"/>
                </a:lnTo>
                <a:lnTo>
                  <a:pt x="174" y="883"/>
                </a:lnTo>
                <a:lnTo>
                  <a:pt x="175" y="882"/>
                </a:lnTo>
                <a:lnTo>
                  <a:pt x="176" y="881"/>
                </a:lnTo>
                <a:lnTo>
                  <a:pt x="177" y="880"/>
                </a:lnTo>
                <a:lnTo>
                  <a:pt x="178" y="879"/>
                </a:lnTo>
                <a:lnTo>
                  <a:pt x="180" y="878"/>
                </a:lnTo>
                <a:lnTo>
                  <a:pt x="182" y="876"/>
                </a:lnTo>
                <a:lnTo>
                  <a:pt x="184" y="875"/>
                </a:lnTo>
                <a:lnTo>
                  <a:pt x="185" y="874"/>
                </a:lnTo>
                <a:lnTo>
                  <a:pt x="186" y="873"/>
                </a:lnTo>
                <a:lnTo>
                  <a:pt x="188" y="873"/>
                </a:lnTo>
                <a:lnTo>
                  <a:pt x="189" y="873"/>
                </a:lnTo>
                <a:lnTo>
                  <a:pt x="190" y="874"/>
                </a:lnTo>
                <a:lnTo>
                  <a:pt x="191" y="875"/>
                </a:lnTo>
                <a:lnTo>
                  <a:pt x="191" y="876"/>
                </a:lnTo>
                <a:lnTo>
                  <a:pt x="192" y="876"/>
                </a:lnTo>
                <a:lnTo>
                  <a:pt x="192" y="877"/>
                </a:lnTo>
                <a:lnTo>
                  <a:pt x="192" y="878"/>
                </a:lnTo>
                <a:lnTo>
                  <a:pt x="192" y="880"/>
                </a:lnTo>
                <a:lnTo>
                  <a:pt x="192" y="881"/>
                </a:lnTo>
                <a:lnTo>
                  <a:pt x="192" y="883"/>
                </a:lnTo>
                <a:lnTo>
                  <a:pt x="192" y="884"/>
                </a:lnTo>
                <a:lnTo>
                  <a:pt x="192" y="885"/>
                </a:lnTo>
                <a:lnTo>
                  <a:pt x="193" y="886"/>
                </a:lnTo>
                <a:lnTo>
                  <a:pt x="193" y="887"/>
                </a:lnTo>
                <a:lnTo>
                  <a:pt x="194" y="888"/>
                </a:lnTo>
                <a:lnTo>
                  <a:pt x="195" y="889"/>
                </a:lnTo>
                <a:lnTo>
                  <a:pt x="196" y="889"/>
                </a:lnTo>
                <a:lnTo>
                  <a:pt x="197" y="890"/>
                </a:lnTo>
                <a:lnTo>
                  <a:pt x="198" y="890"/>
                </a:lnTo>
                <a:lnTo>
                  <a:pt x="199" y="891"/>
                </a:lnTo>
                <a:lnTo>
                  <a:pt x="200" y="891"/>
                </a:lnTo>
                <a:lnTo>
                  <a:pt x="201" y="892"/>
                </a:lnTo>
                <a:lnTo>
                  <a:pt x="201" y="893"/>
                </a:lnTo>
                <a:lnTo>
                  <a:pt x="200" y="894"/>
                </a:lnTo>
                <a:lnTo>
                  <a:pt x="200" y="895"/>
                </a:lnTo>
                <a:lnTo>
                  <a:pt x="199" y="896"/>
                </a:lnTo>
                <a:lnTo>
                  <a:pt x="198" y="897"/>
                </a:lnTo>
                <a:lnTo>
                  <a:pt x="197" y="898"/>
                </a:lnTo>
                <a:lnTo>
                  <a:pt x="197" y="899"/>
                </a:lnTo>
                <a:lnTo>
                  <a:pt x="196" y="899"/>
                </a:lnTo>
                <a:lnTo>
                  <a:pt x="196" y="900"/>
                </a:lnTo>
                <a:lnTo>
                  <a:pt x="196" y="901"/>
                </a:lnTo>
                <a:lnTo>
                  <a:pt x="196" y="902"/>
                </a:lnTo>
                <a:lnTo>
                  <a:pt x="196" y="903"/>
                </a:lnTo>
                <a:lnTo>
                  <a:pt x="195" y="904"/>
                </a:lnTo>
                <a:lnTo>
                  <a:pt x="196" y="904"/>
                </a:lnTo>
                <a:lnTo>
                  <a:pt x="197" y="905"/>
                </a:lnTo>
                <a:lnTo>
                  <a:pt x="197" y="906"/>
                </a:lnTo>
                <a:lnTo>
                  <a:pt x="198" y="908"/>
                </a:lnTo>
                <a:lnTo>
                  <a:pt x="199" y="908"/>
                </a:lnTo>
                <a:lnTo>
                  <a:pt x="199" y="909"/>
                </a:lnTo>
                <a:lnTo>
                  <a:pt x="198" y="910"/>
                </a:lnTo>
                <a:lnTo>
                  <a:pt x="198" y="911"/>
                </a:lnTo>
                <a:lnTo>
                  <a:pt x="199" y="912"/>
                </a:lnTo>
                <a:lnTo>
                  <a:pt x="200" y="911"/>
                </a:lnTo>
                <a:lnTo>
                  <a:pt x="201" y="911"/>
                </a:lnTo>
                <a:lnTo>
                  <a:pt x="202" y="910"/>
                </a:lnTo>
                <a:lnTo>
                  <a:pt x="203" y="910"/>
                </a:lnTo>
                <a:lnTo>
                  <a:pt x="204" y="910"/>
                </a:lnTo>
                <a:lnTo>
                  <a:pt x="205" y="910"/>
                </a:lnTo>
                <a:lnTo>
                  <a:pt x="206" y="910"/>
                </a:lnTo>
                <a:lnTo>
                  <a:pt x="207" y="909"/>
                </a:lnTo>
                <a:lnTo>
                  <a:pt x="209" y="908"/>
                </a:lnTo>
                <a:lnTo>
                  <a:pt x="210" y="907"/>
                </a:lnTo>
                <a:lnTo>
                  <a:pt x="210" y="908"/>
                </a:lnTo>
                <a:lnTo>
                  <a:pt x="211" y="908"/>
                </a:lnTo>
                <a:lnTo>
                  <a:pt x="212" y="909"/>
                </a:lnTo>
                <a:lnTo>
                  <a:pt x="213" y="909"/>
                </a:lnTo>
                <a:lnTo>
                  <a:pt x="214" y="909"/>
                </a:lnTo>
                <a:lnTo>
                  <a:pt x="215" y="909"/>
                </a:lnTo>
                <a:lnTo>
                  <a:pt x="216" y="909"/>
                </a:lnTo>
                <a:lnTo>
                  <a:pt x="217" y="910"/>
                </a:lnTo>
                <a:lnTo>
                  <a:pt x="218" y="911"/>
                </a:lnTo>
                <a:lnTo>
                  <a:pt x="219" y="910"/>
                </a:lnTo>
                <a:lnTo>
                  <a:pt x="219" y="908"/>
                </a:lnTo>
                <a:lnTo>
                  <a:pt x="219" y="907"/>
                </a:lnTo>
                <a:lnTo>
                  <a:pt x="219" y="906"/>
                </a:lnTo>
                <a:lnTo>
                  <a:pt x="220" y="906"/>
                </a:lnTo>
                <a:lnTo>
                  <a:pt x="221" y="904"/>
                </a:lnTo>
                <a:lnTo>
                  <a:pt x="222" y="904"/>
                </a:lnTo>
                <a:lnTo>
                  <a:pt x="222" y="903"/>
                </a:lnTo>
                <a:lnTo>
                  <a:pt x="221" y="902"/>
                </a:lnTo>
                <a:lnTo>
                  <a:pt x="222" y="902"/>
                </a:lnTo>
                <a:lnTo>
                  <a:pt x="223" y="902"/>
                </a:lnTo>
                <a:lnTo>
                  <a:pt x="224" y="901"/>
                </a:lnTo>
                <a:lnTo>
                  <a:pt x="225" y="902"/>
                </a:lnTo>
                <a:lnTo>
                  <a:pt x="225" y="903"/>
                </a:lnTo>
                <a:lnTo>
                  <a:pt x="226" y="903"/>
                </a:lnTo>
                <a:lnTo>
                  <a:pt x="227" y="904"/>
                </a:lnTo>
                <a:lnTo>
                  <a:pt x="228" y="904"/>
                </a:lnTo>
                <a:lnTo>
                  <a:pt x="229" y="904"/>
                </a:lnTo>
                <a:lnTo>
                  <a:pt x="230" y="904"/>
                </a:lnTo>
                <a:lnTo>
                  <a:pt x="229" y="902"/>
                </a:lnTo>
                <a:lnTo>
                  <a:pt x="229" y="901"/>
                </a:lnTo>
                <a:lnTo>
                  <a:pt x="230" y="901"/>
                </a:lnTo>
                <a:lnTo>
                  <a:pt x="231" y="900"/>
                </a:lnTo>
                <a:lnTo>
                  <a:pt x="232" y="900"/>
                </a:lnTo>
                <a:lnTo>
                  <a:pt x="233" y="900"/>
                </a:lnTo>
                <a:lnTo>
                  <a:pt x="234" y="901"/>
                </a:lnTo>
                <a:lnTo>
                  <a:pt x="235" y="900"/>
                </a:lnTo>
                <a:lnTo>
                  <a:pt x="236" y="900"/>
                </a:lnTo>
                <a:lnTo>
                  <a:pt x="237" y="900"/>
                </a:lnTo>
                <a:lnTo>
                  <a:pt x="238" y="900"/>
                </a:lnTo>
                <a:lnTo>
                  <a:pt x="240" y="901"/>
                </a:lnTo>
                <a:lnTo>
                  <a:pt x="241" y="902"/>
                </a:lnTo>
                <a:lnTo>
                  <a:pt x="242" y="901"/>
                </a:lnTo>
                <a:lnTo>
                  <a:pt x="243" y="901"/>
                </a:lnTo>
                <a:lnTo>
                  <a:pt x="244" y="900"/>
                </a:lnTo>
                <a:lnTo>
                  <a:pt x="245" y="899"/>
                </a:lnTo>
                <a:lnTo>
                  <a:pt x="246" y="898"/>
                </a:lnTo>
                <a:lnTo>
                  <a:pt x="247" y="898"/>
                </a:lnTo>
                <a:lnTo>
                  <a:pt x="248" y="898"/>
                </a:lnTo>
                <a:lnTo>
                  <a:pt x="248" y="897"/>
                </a:lnTo>
                <a:lnTo>
                  <a:pt x="249" y="897"/>
                </a:lnTo>
                <a:lnTo>
                  <a:pt x="250" y="896"/>
                </a:lnTo>
                <a:lnTo>
                  <a:pt x="251" y="896"/>
                </a:lnTo>
                <a:lnTo>
                  <a:pt x="251" y="897"/>
                </a:lnTo>
                <a:lnTo>
                  <a:pt x="251" y="898"/>
                </a:lnTo>
                <a:lnTo>
                  <a:pt x="251" y="899"/>
                </a:lnTo>
                <a:lnTo>
                  <a:pt x="252" y="899"/>
                </a:lnTo>
                <a:lnTo>
                  <a:pt x="253" y="899"/>
                </a:lnTo>
                <a:lnTo>
                  <a:pt x="254" y="899"/>
                </a:lnTo>
                <a:lnTo>
                  <a:pt x="254" y="900"/>
                </a:lnTo>
                <a:lnTo>
                  <a:pt x="255" y="901"/>
                </a:lnTo>
                <a:lnTo>
                  <a:pt x="255" y="902"/>
                </a:lnTo>
                <a:lnTo>
                  <a:pt x="254" y="903"/>
                </a:lnTo>
                <a:lnTo>
                  <a:pt x="255" y="904"/>
                </a:lnTo>
                <a:lnTo>
                  <a:pt x="255" y="905"/>
                </a:lnTo>
                <a:lnTo>
                  <a:pt x="256" y="906"/>
                </a:lnTo>
                <a:lnTo>
                  <a:pt x="256" y="905"/>
                </a:lnTo>
                <a:lnTo>
                  <a:pt x="257" y="905"/>
                </a:lnTo>
                <a:lnTo>
                  <a:pt x="257" y="904"/>
                </a:lnTo>
                <a:lnTo>
                  <a:pt x="257" y="903"/>
                </a:lnTo>
                <a:lnTo>
                  <a:pt x="258" y="902"/>
                </a:lnTo>
                <a:lnTo>
                  <a:pt x="258" y="901"/>
                </a:lnTo>
                <a:lnTo>
                  <a:pt x="259" y="901"/>
                </a:lnTo>
                <a:lnTo>
                  <a:pt x="260" y="901"/>
                </a:lnTo>
                <a:lnTo>
                  <a:pt x="260" y="902"/>
                </a:lnTo>
                <a:lnTo>
                  <a:pt x="261" y="902"/>
                </a:lnTo>
                <a:lnTo>
                  <a:pt x="262" y="902"/>
                </a:lnTo>
                <a:lnTo>
                  <a:pt x="263" y="901"/>
                </a:lnTo>
                <a:lnTo>
                  <a:pt x="264" y="901"/>
                </a:lnTo>
                <a:lnTo>
                  <a:pt x="265" y="901"/>
                </a:lnTo>
                <a:lnTo>
                  <a:pt x="265" y="900"/>
                </a:lnTo>
                <a:lnTo>
                  <a:pt x="267" y="899"/>
                </a:lnTo>
                <a:lnTo>
                  <a:pt x="267" y="898"/>
                </a:lnTo>
                <a:lnTo>
                  <a:pt x="268" y="897"/>
                </a:lnTo>
                <a:lnTo>
                  <a:pt x="270" y="897"/>
                </a:lnTo>
                <a:lnTo>
                  <a:pt x="271" y="897"/>
                </a:lnTo>
                <a:lnTo>
                  <a:pt x="271" y="896"/>
                </a:lnTo>
                <a:lnTo>
                  <a:pt x="271" y="895"/>
                </a:lnTo>
                <a:lnTo>
                  <a:pt x="272" y="895"/>
                </a:lnTo>
                <a:lnTo>
                  <a:pt x="273" y="894"/>
                </a:lnTo>
                <a:lnTo>
                  <a:pt x="274" y="893"/>
                </a:lnTo>
                <a:lnTo>
                  <a:pt x="274" y="892"/>
                </a:lnTo>
                <a:lnTo>
                  <a:pt x="274" y="890"/>
                </a:lnTo>
                <a:lnTo>
                  <a:pt x="274" y="889"/>
                </a:lnTo>
                <a:lnTo>
                  <a:pt x="274" y="888"/>
                </a:lnTo>
                <a:lnTo>
                  <a:pt x="275" y="887"/>
                </a:lnTo>
                <a:lnTo>
                  <a:pt x="275" y="885"/>
                </a:lnTo>
                <a:lnTo>
                  <a:pt x="277" y="883"/>
                </a:lnTo>
                <a:lnTo>
                  <a:pt x="278" y="882"/>
                </a:lnTo>
                <a:lnTo>
                  <a:pt x="279" y="882"/>
                </a:lnTo>
                <a:lnTo>
                  <a:pt x="279" y="881"/>
                </a:lnTo>
                <a:lnTo>
                  <a:pt x="280" y="880"/>
                </a:lnTo>
                <a:lnTo>
                  <a:pt x="280" y="879"/>
                </a:lnTo>
                <a:lnTo>
                  <a:pt x="281" y="878"/>
                </a:lnTo>
                <a:lnTo>
                  <a:pt x="282" y="878"/>
                </a:lnTo>
                <a:lnTo>
                  <a:pt x="283" y="878"/>
                </a:lnTo>
                <a:lnTo>
                  <a:pt x="284" y="877"/>
                </a:lnTo>
                <a:lnTo>
                  <a:pt x="285" y="877"/>
                </a:lnTo>
                <a:lnTo>
                  <a:pt x="285" y="876"/>
                </a:lnTo>
                <a:lnTo>
                  <a:pt x="284" y="875"/>
                </a:lnTo>
                <a:lnTo>
                  <a:pt x="284" y="874"/>
                </a:lnTo>
                <a:lnTo>
                  <a:pt x="284" y="873"/>
                </a:lnTo>
                <a:lnTo>
                  <a:pt x="285" y="873"/>
                </a:lnTo>
                <a:lnTo>
                  <a:pt x="285" y="872"/>
                </a:lnTo>
                <a:lnTo>
                  <a:pt x="285" y="871"/>
                </a:lnTo>
                <a:lnTo>
                  <a:pt x="285" y="870"/>
                </a:lnTo>
                <a:lnTo>
                  <a:pt x="286" y="870"/>
                </a:lnTo>
                <a:lnTo>
                  <a:pt x="286" y="869"/>
                </a:lnTo>
                <a:lnTo>
                  <a:pt x="285" y="868"/>
                </a:lnTo>
                <a:lnTo>
                  <a:pt x="284" y="867"/>
                </a:lnTo>
                <a:lnTo>
                  <a:pt x="284" y="866"/>
                </a:lnTo>
                <a:lnTo>
                  <a:pt x="283" y="865"/>
                </a:lnTo>
                <a:lnTo>
                  <a:pt x="283" y="863"/>
                </a:lnTo>
                <a:lnTo>
                  <a:pt x="284" y="863"/>
                </a:lnTo>
                <a:lnTo>
                  <a:pt x="285" y="862"/>
                </a:lnTo>
                <a:lnTo>
                  <a:pt x="285" y="861"/>
                </a:lnTo>
                <a:lnTo>
                  <a:pt x="286" y="861"/>
                </a:lnTo>
                <a:lnTo>
                  <a:pt x="287" y="861"/>
                </a:lnTo>
                <a:lnTo>
                  <a:pt x="288" y="861"/>
                </a:lnTo>
                <a:lnTo>
                  <a:pt x="288" y="860"/>
                </a:lnTo>
                <a:lnTo>
                  <a:pt x="289" y="860"/>
                </a:lnTo>
                <a:lnTo>
                  <a:pt x="289" y="859"/>
                </a:lnTo>
                <a:lnTo>
                  <a:pt x="290" y="858"/>
                </a:lnTo>
                <a:lnTo>
                  <a:pt x="290" y="857"/>
                </a:lnTo>
                <a:lnTo>
                  <a:pt x="291" y="857"/>
                </a:lnTo>
                <a:lnTo>
                  <a:pt x="291" y="856"/>
                </a:lnTo>
                <a:lnTo>
                  <a:pt x="290" y="855"/>
                </a:lnTo>
                <a:lnTo>
                  <a:pt x="290" y="854"/>
                </a:lnTo>
                <a:lnTo>
                  <a:pt x="291" y="854"/>
                </a:lnTo>
                <a:lnTo>
                  <a:pt x="291" y="853"/>
                </a:lnTo>
                <a:lnTo>
                  <a:pt x="291" y="852"/>
                </a:lnTo>
                <a:lnTo>
                  <a:pt x="292" y="851"/>
                </a:lnTo>
                <a:lnTo>
                  <a:pt x="291" y="850"/>
                </a:lnTo>
                <a:lnTo>
                  <a:pt x="292" y="849"/>
                </a:lnTo>
                <a:lnTo>
                  <a:pt x="292" y="848"/>
                </a:lnTo>
                <a:lnTo>
                  <a:pt x="292" y="847"/>
                </a:lnTo>
                <a:lnTo>
                  <a:pt x="293" y="846"/>
                </a:lnTo>
                <a:lnTo>
                  <a:pt x="293" y="844"/>
                </a:lnTo>
                <a:lnTo>
                  <a:pt x="294" y="843"/>
                </a:lnTo>
                <a:lnTo>
                  <a:pt x="295" y="842"/>
                </a:lnTo>
                <a:lnTo>
                  <a:pt x="296" y="842"/>
                </a:lnTo>
                <a:lnTo>
                  <a:pt x="296" y="843"/>
                </a:lnTo>
                <a:lnTo>
                  <a:pt x="297" y="843"/>
                </a:lnTo>
                <a:lnTo>
                  <a:pt x="297" y="842"/>
                </a:lnTo>
                <a:lnTo>
                  <a:pt x="298" y="841"/>
                </a:lnTo>
                <a:lnTo>
                  <a:pt x="300" y="841"/>
                </a:lnTo>
                <a:lnTo>
                  <a:pt x="301" y="841"/>
                </a:lnTo>
                <a:lnTo>
                  <a:pt x="302" y="841"/>
                </a:lnTo>
                <a:lnTo>
                  <a:pt x="302" y="840"/>
                </a:lnTo>
                <a:lnTo>
                  <a:pt x="302" y="839"/>
                </a:lnTo>
                <a:lnTo>
                  <a:pt x="303" y="838"/>
                </a:lnTo>
                <a:lnTo>
                  <a:pt x="303" y="837"/>
                </a:lnTo>
                <a:lnTo>
                  <a:pt x="304" y="837"/>
                </a:lnTo>
                <a:lnTo>
                  <a:pt x="304" y="836"/>
                </a:lnTo>
                <a:lnTo>
                  <a:pt x="305" y="835"/>
                </a:lnTo>
                <a:lnTo>
                  <a:pt x="305" y="836"/>
                </a:lnTo>
                <a:lnTo>
                  <a:pt x="306" y="836"/>
                </a:lnTo>
                <a:lnTo>
                  <a:pt x="307" y="836"/>
                </a:lnTo>
                <a:lnTo>
                  <a:pt x="308" y="836"/>
                </a:lnTo>
                <a:lnTo>
                  <a:pt x="310" y="835"/>
                </a:lnTo>
                <a:lnTo>
                  <a:pt x="311" y="835"/>
                </a:lnTo>
                <a:lnTo>
                  <a:pt x="312" y="834"/>
                </a:lnTo>
                <a:lnTo>
                  <a:pt x="312" y="833"/>
                </a:lnTo>
                <a:lnTo>
                  <a:pt x="313" y="832"/>
                </a:lnTo>
                <a:lnTo>
                  <a:pt x="314" y="832"/>
                </a:lnTo>
                <a:lnTo>
                  <a:pt x="315" y="831"/>
                </a:lnTo>
                <a:lnTo>
                  <a:pt x="316" y="831"/>
                </a:lnTo>
                <a:lnTo>
                  <a:pt x="316" y="832"/>
                </a:lnTo>
                <a:lnTo>
                  <a:pt x="317" y="832"/>
                </a:lnTo>
                <a:lnTo>
                  <a:pt x="317" y="833"/>
                </a:lnTo>
                <a:lnTo>
                  <a:pt x="318" y="832"/>
                </a:lnTo>
                <a:lnTo>
                  <a:pt x="320" y="832"/>
                </a:lnTo>
                <a:lnTo>
                  <a:pt x="322" y="832"/>
                </a:lnTo>
                <a:lnTo>
                  <a:pt x="323" y="832"/>
                </a:lnTo>
                <a:lnTo>
                  <a:pt x="325" y="832"/>
                </a:lnTo>
                <a:lnTo>
                  <a:pt x="325" y="833"/>
                </a:lnTo>
                <a:lnTo>
                  <a:pt x="325" y="834"/>
                </a:lnTo>
                <a:lnTo>
                  <a:pt x="325" y="835"/>
                </a:lnTo>
                <a:lnTo>
                  <a:pt x="326" y="835"/>
                </a:lnTo>
                <a:lnTo>
                  <a:pt x="327" y="835"/>
                </a:lnTo>
                <a:lnTo>
                  <a:pt x="328" y="836"/>
                </a:lnTo>
                <a:lnTo>
                  <a:pt x="329" y="836"/>
                </a:lnTo>
                <a:lnTo>
                  <a:pt x="330" y="837"/>
                </a:lnTo>
                <a:lnTo>
                  <a:pt x="331" y="837"/>
                </a:lnTo>
                <a:lnTo>
                  <a:pt x="332" y="837"/>
                </a:lnTo>
                <a:lnTo>
                  <a:pt x="333" y="837"/>
                </a:lnTo>
                <a:lnTo>
                  <a:pt x="333" y="836"/>
                </a:lnTo>
                <a:lnTo>
                  <a:pt x="334" y="836"/>
                </a:lnTo>
                <a:lnTo>
                  <a:pt x="335" y="836"/>
                </a:lnTo>
                <a:lnTo>
                  <a:pt x="336" y="836"/>
                </a:lnTo>
                <a:lnTo>
                  <a:pt x="337" y="836"/>
                </a:lnTo>
                <a:lnTo>
                  <a:pt x="338" y="836"/>
                </a:lnTo>
                <a:lnTo>
                  <a:pt x="339" y="837"/>
                </a:lnTo>
                <a:lnTo>
                  <a:pt x="340" y="838"/>
                </a:lnTo>
                <a:lnTo>
                  <a:pt x="342" y="838"/>
                </a:lnTo>
                <a:lnTo>
                  <a:pt x="343" y="838"/>
                </a:lnTo>
                <a:lnTo>
                  <a:pt x="344" y="837"/>
                </a:lnTo>
                <a:lnTo>
                  <a:pt x="345" y="836"/>
                </a:lnTo>
                <a:lnTo>
                  <a:pt x="346" y="836"/>
                </a:lnTo>
                <a:lnTo>
                  <a:pt x="348" y="835"/>
                </a:lnTo>
                <a:lnTo>
                  <a:pt x="348" y="834"/>
                </a:lnTo>
                <a:lnTo>
                  <a:pt x="349" y="834"/>
                </a:lnTo>
                <a:lnTo>
                  <a:pt x="350" y="834"/>
                </a:lnTo>
                <a:lnTo>
                  <a:pt x="350" y="835"/>
                </a:lnTo>
                <a:lnTo>
                  <a:pt x="351" y="835"/>
                </a:lnTo>
                <a:lnTo>
                  <a:pt x="352" y="835"/>
                </a:lnTo>
                <a:lnTo>
                  <a:pt x="353" y="835"/>
                </a:lnTo>
                <a:lnTo>
                  <a:pt x="354" y="836"/>
                </a:lnTo>
                <a:lnTo>
                  <a:pt x="355" y="836"/>
                </a:lnTo>
                <a:lnTo>
                  <a:pt x="356" y="836"/>
                </a:lnTo>
                <a:lnTo>
                  <a:pt x="357" y="836"/>
                </a:lnTo>
                <a:lnTo>
                  <a:pt x="358" y="836"/>
                </a:lnTo>
                <a:lnTo>
                  <a:pt x="358" y="837"/>
                </a:lnTo>
                <a:lnTo>
                  <a:pt x="358" y="838"/>
                </a:lnTo>
                <a:lnTo>
                  <a:pt x="358" y="839"/>
                </a:lnTo>
                <a:lnTo>
                  <a:pt x="360" y="839"/>
                </a:lnTo>
                <a:lnTo>
                  <a:pt x="361" y="839"/>
                </a:lnTo>
                <a:lnTo>
                  <a:pt x="361" y="838"/>
                </a:lnTo>
                <a:lnTo>
                  <a:pt x="363" y="838"/>
                </a:lnTo>
                <a:lnTo>
                  <a:pt x="364" y="838"/>
                </a:lnTo>
                <a:lnTo>
                  <a:pt x="365" y="838"/>
                </a:lnTo>
                <a:lnTo>
                  <a:pt x="366" y="838"/>
                </a:lnTo>
                <a:lnTo>
                  <a:pt x="368" y="838"/>
                </a:lnTo>
                <a:lnTo>
                  <a:pt x="370" y="838"/>
                </a:lnTo>
                <a:lnTo>
                  <a:pt x="370" y="837"/>
                </a:lnTo>
                <a:lnTo>
                  <a:pt x="371" y="837"/>
                </a:lnTo>
                <a:lnTo>
                  <a:pt x="372" y="837"/>
                </a:lnTo>
                <a:lnTo>
                  <a:pt x="373" y="837"/>
                </a:lnTo>
                <a:lnTo>
                  <a:pt x="374" y="837"/>
                </a:lnTo>
                <a:lnTo>
                  <a:pt x="375" y="837"/>
                </a:lnTo>
                <a:lnTo>
                  <a:pt x="376" y="838"/>
                </a:lnTo>
                <a:lnTo>
                  <a:pt x="378" y="837"/>
                </a:lnTo>
                <a:lnTo>
                  <a:pt x="379" y="837"/>
                </a:lnTo>
                <a:lnTo>
                  <a:pt x="380" y="837"/>
                </a:lnTo>
                <a:lnTo>
                  <a:pt x="381" y="837"/>
                </a:lnTo>
                <a:lnTo>
                  <a:pt x="381" y="836"/>
                </a:lnTo>
                <a:lnTo>
                  <a:pt x="381" y="835"/>
                </a:lnTo>
                <a:lnTo>
                  <a:pt x="382" y="835"/>
                </a:lnTo>
                <a:lnTo>
                  <a:pt x="384" y="836"/>
                </a:lnTo>
                <a:lnTo>
                  <a:pt x="385" y="836"/>
                </a:lnTo>
                <a:lnTo>
                  <a:pt x="386" y="836"/>
                </a:lnTo>
                <a:lnTo>
                  <a:pt x="386" y="835"/>
                </a:lnTo>
                <a:lnTo>
                  <a:pt x="386" y="834"/>
                </a:lnTo>
                <a:lnTo>
                  <a:pt x="387" y="833"/>
                </a:lnTo>
                <a:lnTo>
                  <a:pt x="388" y="833"/>
                </a:lnTo>
                <a:lnTo>
                  <a:pt x="389" y="834"/>
                </a:lnTo>
                <a:lnTo>
                  <a:pt x="389" y="833"/>
                </a:lnTo>
                <a:lnTo>
                  <a:pt x="390" y="833"/>
                </a:lnTo>
                <a:lnTo>
                  <a:pt x="390" y="832"/>
                </a:lnTo>
                <a:lnTo>
                  <a:pt x="389" y="831"/>
                </a:lnTo>
                <a:lnTo>
                  <a:pt x="389" y="830"/>
                </a:lnTo>
                <a:lnTo>
                  <a:pt x="388" y="830"/>
                </a:lnTo>
                <a:lnTo>
                  <a:pt x="388" y="829"/>
                </a:lnTo>
                <a:lnTo>
                  <a:pt x="388" y="828"/>
                </a:lnTo>
                <a:lnTo>
                  <a:pt x="388" y="827"/>
                </a:lnTo>
                <a:lnTo>
                  <a:pt x="388" y="826"/>
                </a:lnTo>
                <a:lnTo>
                  <a:pt x="389" y="825"/>
                </a:lnTo>
                <a:lnTo>
                  <a:pt x="389" y="824"/>
                </a:lnTo>
                <a:lnTo>
                  <a:pt x="390" y="823"/>
                </a:lnTo>
                <a:lnTo>
                  <a:pt x="391" y="823"/>
                </a:lnTo>
                <a:lnTo>
                  <a:pt x="391" y="822"/>
                </a:lnTo>
                <a:lnTo>
                  <a:pt x="392" y="822"/>
                </a:lnTo>
                <a:lnTo>
                  <a:pt x="393" y="822"/>
                </a:lnTo>
                <a:lnTo>
                  <a:pt x="394" y="821"/>
                </a:lnTo>
                <a:lnTo>
                  <a:pt x="395" y="821"/>
                </a:lnTo>
                <a:lnTo>
                  <a:pt x="395" y="820"/>
                </a:lnTo>
                <a:lnTo>
                  <a:pt x="396" y="820"/>
                </a:lnTo>
                <a:lnTo>
                  <a:pt x="397" y="820"/>
                </a:lnTo>
                <a:lnTo>
                  <a:pt x="397" y="819"/>
                </a:lnTo>
                <a:lnTo>
                  <a:pt x="398" y="819"/>
                </a:lnTo>
                <a:lnTo>
                  <a:pt x="399" y="819"/>
                </a:lnTo>
                <a:lnTo>
                  <a:pt x="402" y="819"/>
                </a:lnTo>
                <a:lnTo>
                  <a:pt x="403" y="819"/>
                </a:lnTo>
                <a:lnTo>
                  <a:pt x="404" y="819"/>
                </a:lnTo>
                <a:lnTo>
                  <a:pt x="405" y="819"/>
                </a:lnTo>
                <a:lnTo>
                  <a:pt x="406" y="819"/>
                </a:lnTo>
                <a:lnTo>
                  <a:pt x="406" y="818"/>
                </a:lnTo>
                <a:lnTo>
                  <a:pt x="406" y="819"/>
                </a:lnTo>
                <a:lnTo>
                  <a:pt x="407" y="819"/>
                </a:lnTo>
                <a:lnTo>
                  <a:pt x="408" y="818"/>
                </a:lnTo>
                <a:lnTo>
                  <a:pt x="410" y="818"/>
                </a:lnTo>
                <a:lnTo>
                  <a:pt x="412" y="817"/>
                </a:lnTo>
                <a:lnTo>
                  <a:pt x="413" y="816"/>
                </a:lnTo>
                <a:lnTo>
                  <a:pt x="415" y="816"/>
                </a:lnTo>
                <a:lnTo>
                  <a:pt x="416" y="816"/>
                </a:lnTo>
                <a:lnTo>
                  <a:pt x="417" y="815"/>
                </a:lnTo>
                <a:lnTo>
                  <a:pt x="417" y="814"/>
                </a:lnTo>
                <a:lnTo>
                  <a:pt x="418" y="814"/>
                </a:lnTo>
                <a:lnTo>
                  <a:pt x="418" y="813"/>
                </a:lnTo>
                <a:lnTo>
                  <a:pt x="418" y="812"/>
                </a:lnTo>
                <a:lnTo>
                  <a:pt x="419" y="808"/>
                </a:lnTo>
                <a:lnTo>
                  <a:pt x="419" y="807"/>
                </a:lnTo>
                <a:lnTo>
                  <a:pt x="419" y="806"/>
                </a:lnTo>
                <a:lnTo>
                  <a:pt x="420" y="805"/>
                </a:lnTo>
                <a:lnTo>
                  <a:pt x="420" y="804"/>
                </a:lnTo>
                <a:lnTo>
                  <a:pt x="420" y="802"/>
                </a:lnTo>
                <a:lnTo>
                  <a:pt x="420" y="801"/>
                </a:lnTo>
                <a:lnTo>
                  <a:pt x="420" y="800"/>
                </a:lnTo>
                <a:lnTo>
                  <a:pt x="422" y="799"/>
                </a:lnTo>
                <a:lnTo>
                  <a:pt x="424" y="798"/>
                </a:lnTo>
                <a:lnTo>
                  <a:pt x="426" y="798"/>
                </a:lnTo>
                <a:lnTo>
                  <a:pt x="427" y="798"/>
                </a:lnTo>
                <a:lnTo>
                  <a:pt x="430" y="798"/>
                </a:lnTo>
                <a:lnTo>
                  <a:pt x="431" y="799"/>
                </a:lnTo>
                <a:lnTo>
                  <a:pt x="432" y="798"/>
                </a:lnTo>
                <a:lnTo>
                  <a:pt x="433" y="798"/>
                </a:lnTo>
                <a:lnTo>
                  <a:pt x="434" y="798"/>
                </a:lnTo>
                <a:lnTo>
                  <a:pt x="435" y="799"/>
                </a:lnTo>
                <a:lnTo>
                  <a:pt x="436" y="798"/>
                </a:lnTo>
                <a:lnTo>
                  <a:pt x="437" y="798"/>
                </a:lnTo>
                <a:lnTo>
                  <a:pt x="438" y="798"/>
                </a:lnTo>
                <a:lnTo>
                  <a:pt x="440" y="798"/>
                </a:lnTo>
                <a:lnTo>
                  <a:pt x="441" y="798"/>
                </a:lnTo>
                <a:lnTo>
                  <a:pt x="441" y="797"/>
                </a:lnTo>
                <a:lnTo>
                  <a:pt x="441" y="796"/>
                </a:lnTo>
                <a:lnTo>
                  <a:pt x="442" y="796"/>
                </a:lnTo>
                <a:lnTo>
                  <a:pt x="443" y="796"/>
                </a:lnTo>
                <a:lnTo>
                  <a:pt x="446" y="796"/>
                </a:lnTo>
                <a:lnTo>
                  <a:pt x="447" y="796"/>
                </a:lnTo>
                <a:lnTo>
                  <a:pt x="448" y="795"/>
                </a:lnTo>
                <a:lnTo>
                  <a:pt x="449" y="795"/>
                </a:lnTo>
                <a:lnTo>
                  <a:pt x="451" y="794"/>
                </a:lnTo>
                <a:lnTo>
                  <a:pt x="453" y="793"/>
                </a:lnTo>
                <a:lnTo>
                  <a:pt x="454" y="792"/>
                </a:lnTo>
                <a:lnTo>
                  <a:pt x="455" y="791"/>
                </a:lnTo>
                <a:lnTo>
                  <a:pt x="456" y="790"/>
                </a:lnTo>
                <a:lnTo>
                  <a:pt x="456" y="789"/>
                </a:lnTo>
                <a:lnTo>
                  <a:pt x="457" y="789"/>
                </a:lnTo>
                <a:lnTo>
                  <a:pt x="458" y="789"/>
                </a:lnTo>
                <a:lnTo>
                  <a:pt x="458" y="790"/>
                </a:lnTo>
                <a:lnTo>
                  <a:pt x="459" y="790"/>
                </a:lnTo>
                <a:lnTo>
                  <a:pt x="460" y="790"/>
                </a:lnTo>
                <a:lnTo>
                  <a:pt x="461" y="790"/>
                </a:lnTo>
                <a:lnTo>
                  <a:pt x="462" y="790"/>
                </a:lnTo>
                <a:lnTo>
                  <a:pt x="463" y="790"/>
                </a:lnTo>
                <a:lnTo>
                  <a:pt x="464" y="790"/>
                </a:lnTo>
                <a:lnTo>
                  <a:pt x="464" y="789"/>
                </a:lnTo>
                <a:lnTo>
                  <a:pt x="465" y="788"/>
                </a:lnTo>
                <a:lnTo>
                  <a:pt x="466" y="787"/>
                </a:lnTo>
                <a:lnTo>
                  <a:pt x="467" y="786"/>
                </a:lnTo>
                <a:lnTo>
                  <a:pt x="468" y="786"/>
                </a:lnTo>
                <a:lnTo>
                  <a:pt x="469" y="785"/>
                </a:lnTo>
                <a:lnTo>
                  <a:pt x="469" y="784"/>
                </a:lnTo>
                <a:lnTo>
                  <a:pt x="468" y="783"/>
                </a:lnTo>
                <a:lnTo>
                  <a:pt x="469" y="782"/>
                </a:lnTo>
                <a:lnTo>
                  <a:pt x="470" y="782"/>
                </a:lnTo>
                <a:lnTo>
                  <a:pt x="471" y="782"/>
                </a:lnTo>
                <a:lnTo>
                  <a:pt x="473" y="781"/>
                </a:lnTo>
                <a:lnTo>
                  <a:pt x="475" y="781"/>
                </a:lnTo>
                <a:lnTo>
                  <a:pt x="476" y="781"/>
                </a:lnTo>
                <a:lnTo>
                  <a:pt x="477" y="781"/>
                </a:lnTo>
                <a:lnTo>
                  <a:pt x="477" y="780"/>
                </a:lnTo>
                <a:lnTo>
                  <a:pt x="478" y="780"/>
                </a:lnTo>
                <a:lnTo>
                  <a:pt x="478" y="781"/>
                </a:lnTo>
                <a:lnTo>
                  <a:pt x="479" y="781"/>
                </a:lnTo>
                <a:lnTo>
                  <a:pt x="480" y="780"/>
                </a:lnTo>
                <a:lnTo>
                  <a:pt x="482" y="779"/>
                </a:lnTo>
                <a:lnTo>
                  <a:pt x="482" y="778"/>
                </a:lnTo>
                <a:lnTo>
                  <a:pt x="483" y="778"/>
                </a:lnTo>
                <a:lnTo>
                  <a:pt x="484" y="778"/>
                </a:lnTo>
                <a:lnTo>
                  <a:pt x="485" y="778"/>
                </a:lnTo>
                <a:lnTo>
                  <a:pt x="486" y="777"/>
                </a:lnTo>
                <a:lnTo>
                  <a:pt x="487" y="776"/>
                </a:lnTo>
                <a:lnTo>
                  <a:pt x="488" y="775"/>
                </a:lnTo>
                <a:lnTo>
                  <a:pt x="489" y="775"/>
                </a:lnTo>
                <a:lnTo>
                  <a:pt x="489" y="774"/>
                </a:lnTo>
                <a:lnTo>
                  <a:pt x="489" y="773"/>
                </a:lnTo>
                <a:lnTo>
                  <a:pt x="490" y="773"/>
                </a:lnTo>
                <a:lnTo>
                  <a:pt x="491" y="773"/>
                </a:lnTo>
                <a:lnTo>
                  <a:pt x="491" y="772"/>
                </a:lnTo>
                <a:lnTo>
                  <a:pt x="492" y="771"/>
                </a:lnTo>
                <a:lnTo>
                  <a:pt x="493" y="771"/>
                </a:lnTo>
                <a:lnTo>
                  <a:pt x="494" y="771"/>
                </a:lnTo>
                <a:lnTo>
                  <a:pt x="495" y="771"/>
                </a:lnTo>
                <a:lnTo>
                  <a:pt x="495" y="770"/>
                </a:lnTo>
                <a:lnTo>
                  <a:pt x="496" y="771"/>
                </a:lnTo>
                <a:lnTo>
                  <a:pt x="497" y="771"/>
                </a:lnTo>
                <a:lnTo>
                  <a:pt x="498" y="771"/>
                </a:lnTo>
                <a:lnTo>
                  <a:pt x="499" y="770"/>
                </a:lnTo>
                <a:lnTo>
                  <a:pt x="499" y="769"/>
                </a:lnTo>
                <a:lnTo>
                  <a:pt x="500" y="769"/>
                </a:lnTo>
                <a:lnTo>
                  <a:pt x="501" y="768"/>
                </a:lnTo>
                <a:lnTo>
                  <a:pt x="502" y="768"/>
                </a:lnTo>
                <a:lnTo>
                  <a:pt x="505" y="767"/>
                </a:lnTo>
                <a:lnTo>
                  <a:pt x="506" y="766"/>
                </a:lnTo>
                <a:lnTo>
                  <a:pt x="507" y="765"/>
                </a:lnTo>
                <a:lnTo>
                  <a:pt x="508" y="764"/>
                </a:lnTo>
                <a:lnTo>
                  <a:pt x="510" y="764"/>
                </a:lnTo>
                <a:lnTo>
                  <a:pt x="512" y="764"/>
                </a:lnTo>
                <a:lnTo>
                  <a:pt x="513" y="764"/>
                </a:lnTo>
                <a:lnTo>
                  <a:pt x="514" y="764"/>
                </a:lnTo>
                <a:lnTo>
                  <a:pt x="515" y="764"/>
                </a:lnTo>
                <a:lnTo>
                  <a:pt x="516" y="763"/>
                </a:lnTo>
                <a:lnTo>
                  <a:pt x="517" y="763"/>
                </a:lnTo>
                <a:lnTo>
                  <a:pt x="517" y="762"/>
                </a:lnTo>
                <a:lnTo>
                  <a:pt x="518" y="761"/>
                </a:lnTo>
                <a:lnTo>
                  <a:pt x="519" y="760"/>
                </a:lnTo>
                <a:lnTo>
                  <a:pt x="520" y="760"/>
                </a:lnTo>
                <a:lnTo>
                  <a:pt x="520" y="759"/>
                </a:lnTo>
                <a:lnTo>
                  <a:pt x="520" y="758"/>
                </a:lnTo>
                <a:lnTo>
                  <a:pt x="521" y="758"/>
                </a:lnTo>
                <a:lnTo>
                  <a:pt x="522" y="758"/>
                </a:lnTo>
                <a:lnTo>
                  <a:pt x="523" y="757"/>
                </a:lnTo>
                <a:lnTo>
                  <a:pt x="524" y="756"/>
                </a:lnTo>
                <a:lnTo>
                  <a:pt x="525" y="756"/>
                </a:lnTo>
                <a:lnTo>
                  <a:pt x="525" y="755"/>
                </a:lnTo>
                <a:lnTo>
                  <a:pt x="526" y="756"/>
                </a:lnTo>
                <a:lnTo>
                  <a:pt x="527" y="756"/>
                </a:lnTo>
                <a:lnTo>
                  <a:pt x="527" y="757"/>
                </a:lnTo>
                <a:lnTo>
                  <a:pt x="528" y="757"/>
                </a:lnTo>
                <a:lnTo>
                  <a:pt x="528" y="756"/>
                </a:lnTo>
                <a:lnTo>
                  <a:pt x="529" y="756"/>
                </a:lnTo>
                <a:lnTo>
                  <a:pt x="532" y="753"/>
                </a:lnTo>
                <a:lnTo>
                  <a:pt x="533" y="752"/>
                </a:lnTo>
                <a:lnTo>
                  <a:pt x="534" y="752"/>
                </a:lnTo>
                <a:lnTo>
                  <a:pt x="536" y="752"/>
                </a:lnTo>
                <a:lnTo>
                  <a:pt x="537" y="752"/>
                </a:lnTo>
                <a:lnTo>
                  <a:pt x="538" y="751"/>
                </a:lnTo>
                <a:lnTo>
                  <a:pt x="538" y="752"/>
                </a:lnTo>
                <a:lnTo>
                  <a:pt x="539" y="752"/>
                </a:lnTo>
                <a:lnTo>
                  <a:pt x="540" y="752"/>
                </a:lnTo>
                <a:lnTo>
                  <a:pt x="540" y="753"/>
                </a:lnTo>
                <a:lnTo>
                  <a:pt x="541" y="753"/>
                </a:lnTo>
                <a:lnTo>
                  <a:pt x="542" y="753"/>
                </a:lnTo>
                <a:lnTo>
                  <a:pt x="544" y="753"/>
                </a:lnTo>
                <a:lnTo>
                  <a:pt x="545" y="753"/>
                </a:lnTo>
                <a:lnTo>
                  <a:pt x="547" y="752"/>
                </a:lnTo>
                <a:lnTo>
                  <a:pt x="548" y="752"/>
                </a:lnTo>
                <a:lnTo>
                  <a:pt x="550" y="751"/>
                </a:lnTo>
                <a:lnTo>
                  <a:pt x="551" y="751"/>
                </a:lnTo>
                <a:lnTo>
                  <a:pt x="551" y="750"/>
                </a:lnTo>
                <a:lnTo>
                  <a:pt x="552" y="749"/>
                </a:lnTo>
                <a:lnTo>
                  <a:pt x="553" y="748"/>
                </a:lnTo>
                <a:lnTo>
                  <a:pt x="554" y="748"/>
                </a:lnTo>
                <a:lnTo>
                  <a:pt x="555" y="748"/>
                </a:lnTo>
                <a:lnTo>
                  <a:pt x="557" y="747"/>
                </a:lnTo>
                <a:lnTo>
                  <a:pt x="559" y="747"/>
                </a:lnTo>
                <a:lnTo>
                  <a:pt x="560" y="747"/>
                </a:lnTo>
                <a:lnTo>
                  <a:pt x="561" y="747"/>
                </a:lnTo>
                <a:lnTo>
                  <a:pt x="562" y="746"/>
                </a:lnTo>
                <a:lnTo>
                  <a:pt x="563" y="746"/>
                </a:lnTo>
                <a:lnTo>
                  <a:pt x="564" y="747"/>
                </a:lnTo>
                <a:lnTo>
                  <a:pt x="565" y="747"/>
                </a:lnTo>
                <a:lnTo>
                  <a:pt x="566" y="746"/>
                </a:lnTo>
                <a:lnTo>
                  <a:pt x="568" y="744"/>
                </a:lnTo>
                <a:lnTo>
                  <a:pt x="568" y="743"/>
                </a:lnTo>
                <a:lnTo>
                  <a:pt x="568" y="742"/>
                </a:lnTo>
                <a:lnTo>
                  <a:pt x="569" y="741"/>
                </a:lnTo>
                <a:lnTo>
                  <a:pt x="569" y="740"/>
                </a:lnTo>
                <a:lnTo>
                  <a:pt x="570" y="740"/>
                </a:lnTo>
                <a:lnTo>
                  <a:pt x="571" y="739"/>
                </a:lnTo>
                <a:lnTo>
                  <a:pt x="572" y="738"/>
                </a:lnTo>
                <a:lnTo>
                  <a:pt x="573" y="738"/>
                </a:lnTo>
                <a:lnTo>
                  <a:pt x="573" y="737"/>
                </a:lnTo>
                <a:lnTo>
                  <a:pt x="572" y="736"/>
                </a:lnTo>
                <a:lnTo>
                  <a:pt x="572" y="735"/>
                </a:lnTo>
                <a:lnTo>
                  <a:pt x="573" y="734"/>
                </a:lnTo>
                <a:lnTo>
                  <a:pt x="574" y="734"/>
                </a:lnTo>
                <a:lnTo>
                  <a:pt x="575" y="733"/>
                </a:lnTo>
                <a:lnTo>
                  <a:pt x="576" y="733"/>
                </a:lnTo>
                <a:lnTo>
                  <a:pt x="577" y="732"/>
                </a:lnTo>
                <a:lnTo>
                  <a:pt x="578" y="732"/>
                </a:lnTo>
                <a:lnTo>
                  <a:pt x="579" y="732"/>
                </a:lnTo>
                <a:lnTo>
                  <a:pt x="581" y="732"/>
                </a:lnTo>
                <a:lnTo>
                  <a:pt x="583" y="732"/>
                </a:lnTo>
                <a:lnTo>
                  <a:pt x="584" y="732"/>
                </a:lnTo>
                <a:lnTo>
                  <a:pt x="585" y="732"/>
                </a:lnTo>
                <a:lnTo>
                  <a:pt x="586" y="732"/>
                </a:lnTo>
                <a:lnTo>
                  <a:pt x="587" y="732"/>
                </a:lnTo>
                <a:lnTo>
                  <a:pt x="589" y="731"/>
                </a:lnTo>
                <a:lnTo>
                  <a:pt x="594" y="731"/>
                </a:lnTo>
                <a:lnTo>
                  <a:pt x="594" y="732"/>
                </a:lnTo>
                <a:lnTo>
                  <a:pt x="596" y="732"/>
                </a:lnTo>
                <a:lnTo>
                  <a:pt x="598" y="733"/>
                </a:lnTo>
                <a:lnTo>
                  <a:pt x="599" y="732"/>
                </a:lnTo>
                <a:lnTo>
                  <a:pt x="600" y="732"/>
                </a:lnTo>
                <a:lnTo>
                  <a:pt x="600" y="731"/>
                </a:lnTo>
                <a:lnTo>
                  <a:pt x="601" y="730"/>
                </a:lnTo>
                <a:lnTo>
                  <a:pt x="602" y="728"/>
                </a:lnTo>
                <a:lnTo>
                  <a:pt x="603" y="728"/>
                </a:lnTo>
                <a:lnTo>
                  <a:pt x="603" y="727"/>
                </a:lnTo>
                <a:lnTo>
                  <a:pt x="602" y="727"/>
                </a:lnTo>
                <a:lnTo>
                  <a:pt x="601" y="726"/>
                </a:lnTo>
                <a:lnTo>
                  <a:pt x="600" y="725"/>
                </a:lnTo>
                <a:lnTo>
                  <a:pt x="600" y="723"/>
                </a:lnTo>
                <a:lnTo>
                  <a:pt x="599" y="722"/>
                </a:lnTo>
                <a:lnTo>
                  <a:pt x="599" y="721"/>
                </a:lnTo>
                <a:lnTo>
                  <a:pt x="598" y="721"/>
                </a:lnTo>
                <a:lnTo>
                  <a:pt x="598" y="720"/>
                </a:lnTo>
                <a:lnTo>
                  <a:pt x="599" y="720"/>
                </a:lnTo>
                <a:lnTo>
                  <a:pt x="600" y="721"/>
                </a:lnTo>
                <a:lnTo>
                  <a:pt x="600" y="720"/>
                </a:lnTo>
                <a:lnTo>
                  <a:pt x="600" y="719"/>
                </a:lnTo>
                <a:lnTo>
                  <a:pt x="601" y="717"/>
                </a:lnTo>
                <a:lnTo>
                  <a:pt x="601" y="715"/>
                </a:lnTo>
                <a:lnTo>
                  <a:pt x="602" y="715"/>
                </a:lnTo>
                <a:lnTo>
                  <a:pt x="603" y="715"/>
                </a:lnTo>
                <a:lnTo>
                  <a:pt x="605" y="715"/>
                </a:lnTo>
                <a:lnTo>
                  <a:pt x="607" y="714"/>
                </a:lnTo>
                <a:lnTo>
                  <a:pt x="608" y="714"/>
                </a:lnTo>
                <a:lnTo>
                  <a:pt x="609" y="713"/>
                </a:lnTo>
                <a:lnTo>
                  <a:pt x="611" y="713"/>
                </a:lnTo>
                <a:lnTo>
                  <a:pt x="611" y="712"/>
                </a:lnTo>
                <a:lnTo>
                  <a:pt x="612" y="712"/>
                </a:lnTo>
                <a:lnTo>
                  <a:pt x="612" y="710"/>
                </a:lnTo>
                <a:lnTo>
                  <a:pt x="612" y="709"/>
                </a:lnTo>
                <a:lnTo>
                  <a:pt x="612" y="708"/>
                </a:lnTo>
                <a:lnTo>
                  <a:pt x="610" y="707"/>
                </a:lnTo>
                <a:lnTo>
                  <a:pt x="610" y="706"/>
                </a:lnTo>
                <a:lnTo>
                  <a:pt x="610" y="705"/>
                </a:lnTo>
                <a:lnTo>
                  <a:pt x="611" y="705"/>
                </a:lnTo>
                <a:lnTo>
                  <a:pt x="611" y="704"/>
                </a:lnTo>
                <a:lnTo>
                  <a:pt x="610" y="703"/>
                </a:lnTo>
                <a:lnTo>
                  <a:pt x="609" y="702"/>
                </a:lnTo>
                <a:lnTo>
                  <a:pt x="608" y="701"/>
                </a:lnTo>
                <a:lnTo>
                  <a:pt x="607" y="700"/>
                </a:lnTo>
                <a:lnTo>
                  <a:pt x="607" y="699"/>
                </a:lnTo>
                <a:lnTo>
                  <a:pt x="607" y="698"/>
                </a:lnTo>
                <a:lnTo>
                  <a:pt x="607" y="696"/>
                </a:lnTo>
                <a:lnTo>
                  <a:pt x="606" y="695"/>
                </a:lnTo>
                <a:lnTo>
                  <a:pt x="605" y="693"/>
                </a:lnTo>
                <a:lnTo>
                  <a:pt x="604" y="692"/>
                </a:lnTo>
                <a:lnTo>
                  <a:pt x="605" y="690"/>
                </a:lnTo>
                <a:lnTo>
                  <a:pt x="605" y="688"/>
                </a:lnTo>
                <a:lnTo>
                  <a:pt x="606" y="687"/>
                </a:lnTo>
                <a:lnTo>
                  <a:pt x="607" y="686"/>
                </a:lnTo>
                <a:lnTo>
                  <a:pt x="611" y="684"/>
                </a:lnTo>
                <a:lnTo>
                  <a:pt x="609" y="684"/>
                </a:lnTo>
                <a:lnTo>
                  <a:pt x="608" y="683"/>
                </a:lnTo>
                <a:lnTo>
                  <a:pt x="607" y="683"/>
                </a:lnTo>
                <a:lnTo>
                  <a:pt x="607" y="682"/>
                </a:lnTo>
                <a:lnTo>
                  <a:pt x="606" y="682"/>
                </a:lnTo>
                <a:lnTo>
                  <a:pt x="605" y="681"/>
                </a:lnTo>
                <a:lnTo>
                  <a:pt x="605" y="680"/>
                </a:lnTo>
                <a:lnTo>
                  <a:pt x="604" y="679"/>
                </a:lnTo>
                <a:lnTo>
                  <a:pt x="603" y="677"/>
                </a:lnTo>
                <a:lnTo>
                  <a:pt x="602" y="676"/>
                </a:lnTo>
                <a:lnTo>
                  <a:pt x="602" y="675"/>
                </a:lnTo>
                <a:lnTo>
                  <a:pt x="601" y="673"/>
                </a:lnTo>
                <a:lnTo>
                  <a:pt x="601" y="672"/>
                </a:lnTo>
                <a:lnTo>
                  <a:pt x="601" y="671"/>
                </a:lnTo>
                <a:lnTo>
                  <a:pt x="602" y="669"/>
                </a:lnTo>
                <a:lnTo>
                  <a:pt x="602" y="668"/>
                </a:lnTo>
                <a:lnTo>
                  <a:pt x="602" y="667"/>
                </a:lnTo>
                <a:lnTo>
                  <a:pt x="604" y="666"/>
                </a:lnTo>
                <a:lnTo>
                  <a:pt x="607" y="665"/>
                </a:lnTo>
                <a:lnTo>
                  <a:pt x="605" y="663"/>
                </a:lnTo>
                <a:lnTo>
                  <a:pt x="609" y="656"/>
                </a:lnTo>
                <a:lnTo>
                  <a:pt x="609" y="652"/>
                </a:lnTo>
                <a:lnTo>
                  <a:pt x="609" y="651"/>
                </a:lnTo>
                <a:lnTo>
                  <a:pt x="610" y="651"/>
                </a:lnTo>
                <a:lnTo>
                  <a:pt x="611" y="651"/>
                </a:lnTo>
                <a:lnTo>
                  <a:pt x="612" y="651"/>
                </a:lnTo>
                <a:lnTo>
                  <a:pt x="613" y="651"/>
                </a:lnTo>
                <a:lnTo>
                  <a:pt x="614" y="650"/>
                </a:lnTo>
                <a:lnTo>
                  <a:pt x="615" y="650"/>
                </a:lnTo>
                <a:lnTo>
                  <a:pt x="615" y="651"/>
                </a:lnTo>
                <a:lnTo>
                  <a:pt x="616" y="652"/>
                </a:lnTo>
                <a:lnTo>
                  <a:pt x="618" y="652"/>
                </a:lnTo>
                <a:lnTo>
                  <a:pt x="618" y="651"/>
                </a:lnTo>
                <a:lnTo>
                  <a:pt x="619" y="651"/>
                </a:lnTo>
                <a:lnTo>
                  <a:pt x="620" y="651"/>
                </a:lnTo>
                <a:lnTo>
                  <a:pt x="620" y="650"/>
                </a:lnTo>
                <a:lnTo>
                  <a:pt x="621" y="650"/>
                </a:lnTo>
                <a:lnTo>
                  <a:pt x="621" y="651"/>
                </a:lnTo>
                <a:lnTo>
                  <a:pt x="622" y="651"/>
                </a:lnTo>
                <a:lnTo>
                  <a:pt x="623" y="651"/>
                </a:lnTo>
                <a:lnTo>
                  <a:pt x="623" y="650"/>
                </a:lnTo>
                <a:lnTo>
                  <a:pt x="624" y="650"/>
                </a:lnTo>
                <a:lnTo>
                  <a:pt x="624" y="649"/>
                </a:lnTo>
                <a:lnTo>
                  <a:pt x="625" y="648"/>
                </a:lnTo>
                <a:lnTo>
                  <a:pt x="626" y="648"/>
                </a:lnTo>
                <a:lnTo>
                  <a:pt x="627" y="648"/>
                </a:lnTo>
                <a:lnTo>
                  <a:pt x="628" y="647"/>
                </a:lnTo>
                <a:lnTo>
                  <a:pt x="629" y="647"/>
                </a:lnTo>
                <a:lnTo>
                  <a:pt x="630" y="647"/>
                </a:lnTo>
                <a:lnTo>
                  <a:pt x="631" y="646"/>
                </a:lnTo>
                <a:lnTo>
                  <a:pt x="632" y="647"/>
                </a:lnTo>
                <a:lnTo>
                  <a:pt x="633" y="646"/>
                </a:lnTo>
                <a:lnTo>
                  <a:pt x="634" y="646"/>
                </a:lnTo>
                <a:lnTo>
                  <a:pt x="635" y="646"/>
                </a:lnTo>
                <a:lnTo>
                  <a:pt x="635" y="645"/>
                </a:lnTo>
                <a:lnTo>
                  <a:pt x="636" y="645"/>
                </a:lnTo>
                <a:lnTo>
                  <a:pt x="637" y="645"/>
                </a:lnTo>
                <a:lnTo>
                  <a:pt x="637" y="646"/>
                </a:lnTo>
                <a:lnTo>
                  <a:pt x="637" y="645"/>
                </a:lnTo>
                <a:lnTo>
                  <a:pt x="638" y="645"/>
                </a:lnTo>
                <a:lnTo>
                  <a:pt x="639" y="645"/>
                </a:lnTo>
                <a:lnTo>
                  <a:pt x="640" y="645"/>
                </a:lnTo>
                <a:lnTo>
                  <a:pt x="640" y="644"/>
                </a:lnTo>
                <a:lnTo>
                  <a:pt x="639" y="643"/>
                </a:lnTo>
                <a:lnTo>
                  <a:pt x="638" y="641"/>
                </a:lnTo>
                <a:lnTo>
                  <a:pt x="636" y="641"/>
                </a:lnTo>
                <a:lnTo>
                  <a:pt x="635" y="640"/>
                </a:lnTo>
                <a:lnTo>
                  <a:pt x="634" y="640"/>
                </a:lnTo>
                <a:lnTo>
                  <a:pt x="632" y="640"/>
                </a:lnTo>
                <a:lnTo>
                  <a:pt x="630" y="640"/>
                </a:lnTo>
                <a:lnTo>
                  <a:pt x="629" y="639"/>
                </a:lnTo>
                <a:lnTo>
                  <a:pt x="628" y="639"/>
                </a:lnTo>
                <a:lnTo>
                  <a:pt x="627" y="638"/>
                </a:lnTo>
                <a:lnTo>
                  <a:pt x="626" y="638"/>
                </a:lnTo>
                <a:lnTo>
                  <a:pt x="626" y="637"/>
                </a:lnTo>
                <a:lnTo>
                  <a:pt x="623" y="636"/>
                </a:lnTo>
                <a:lnTo>
                  <a:pt x="622" y="635"/>
                </a:lnTo>
                <a:lnTo>
                  <a:pt x="622" y="634"/>
                </a:lnTo>
                <a:lnTo>
                  <a:pt x="621" y="634"/>
                </a:lnTo>
                <a:lnTo>
                  <a:pt x="621" y="633"/>
                </a:lnTo>
                <a:lnTo>
                  <a:pt x="620" y="632"/>
                </a:lnTo>
                <a:lnTo>
                  <a:pt x="620" y="631"/>
                </a:lnTo>
                <a:lnTo>
                  <a:pt x="620" y="630"/>
                </a:lnTo>
                <a:lnTo>
                  <a:pt x="622" y="629"/>
                </a:lnTo>
                <a:lnTo>
                  <a:pt x="623" y="628"/>
                </a:lnTo>
                <a:lnTo>
                  <a:pt x="625" y="627"/>
                </a:lnTo>
                <a:lnTo>
                  <a:pt x="626" y="627"/>
                </a:lnTo>
                <a:lnTo>
                  <a:pt x="628" y="627"/>
                </a:lnTo>
                <a:lnTo>
                  <a:pt x="629" y="627"/>
                </a:lnTo>
                <a:lnTo>
                  <a:pt x="632" y="625"/>
                </a:lnTo>
                <a:lnTo>
                  <a:pt x="633" y="624"/>
                </a:lnTo>
                <a:lnTo>
                  <a:pt x="634" y="624"/>
                </a:lnTo>
                <a:lnTo>
                  <a:pt x="636" y="623"/>
                </a:lnTo>
                <a:lnTo>
                  <a:pt x="637" y="622"/>
                </a:lnTo>
                <a:lnTo>
                  <a:pt x="638" y="621"/>
                </a:lnTo>
                <a:lnTo>
                  <a:pt x="639" y="621"/>
                </a:lnTo>
                <a:lnTo>
                  <a:pt x="639" y="620"/>
                </a:lnTo>
                <a:lnTo>
                  <a:pt x="640" y="620"/>
                </a:lnTo>
                <a:lnTo>
                  <a:pt x="642" y="619"/>
                </a:lnTo>
                <a:lnTo>
                  <a:pt x="643" y="619"/>
                </a:lnTo>
                <a:lnTo>
                  <a:pt x="644" y="619"/>
                </a:lnTo>
                <a:lnTo>
                  <a:pt x="646" y="619"/>
                </a:lnTo>
                <a:lnTo>
                  <a:pt x="647" y="619"/>
                </a:lnTo>
                <a:lnTo>
                  <a:pt x="649" y="619"/>
                </a:lnTo>
                <a:lnTo>
                  <a:pt x="650" y="619"/>
                </a:lnTo>
                <a:lnTo>
                  <a:pt x="650" y="620"/>
                </a:lnTo>
                <a:lnTo>
                  <a:pt x="651" y="620"/>
                </a:lnTo>
                <a:lnTo>
                  <a:pt x="652" y="620"/>
                </a:lnTo>
                <a:lnTo>
                  <a:pt x="652" y="619"/>
                </a:lnTo>
                <a:lnTo>
                  <a:pt x="653" y="619"/>
                </a:lnTo>
                <a:lnTo>
                  <a:pt x="654" y="619"/>
                </a:lnTo>
                <a:lnTo>
                  <a:pt x="655" y="619"/>
                </a:lnTo>
                <a:lnTo>
                  <a:pt x="656" y="620"/>
                </a:lnTo>
                <a:lnTo>
                  <a:pt x="657" y="620"/>
                </a:lnTo>
                <a:lnTo>
                  <a:pt x="657" y="619"/>
                </a:lnTo>
                <a:lnTo>
                  <a:pt x="657" y="618"/>
                </a:lnTo>
                <a:lnTo>
                  <a:pt x="658" y="617"/>
                </a:lnTo>
                <a:lnTo>
                  <a:pt x="658" y="616"/>
                </a:lnTo>
                <a:lnTo>
                  <a:pt x="658" y="615"/>
                </a:lnTo>
                <a:lnTo>
                  <a:pt x="657" y="614"/>
                </a:lnTo>
                <a:lnTo>
                  <a:pt x="657" y="612"/>
                </a:lnTo>
                <a:lnTo>
                  <a:pt x="657" y="609"/>
                </a:lnTo>
                <a:lnTo>
                  <a:pt x="656" y="609"/>
                </a:lnTo>
                <a:lnTo>
                  <a:pt x="655" y="608"/>
                </a:lnTo>
                <a:lnTo>
                  <a:pt x="655" y="607"/>
                </a:lnTo>
                <a:lnTo>
                  <a:pt x="655" y="606"/>
                </a:lnTo>
                <a:lnTo>
                  <a:pt x="655" y="605"/>
                </a:lnTo>
                <a:lnTo>
                  <a:pt x="656" y="604"/>
                </a:lnTo>
                <a:lnTo>
                  <a:pt x="656" y="603"/>
                </a:lnTo>
                <a:lnTo>
                  <a:pt x="656" y="602"/>
                </a:lnTo>
                <a:lnTo>
                  <a:pt x="655" y="602"/>
                </a:lnTo>
                <a:lnTo>
                  <a:pt x="654" y="602"/>
                </a:lnTo>
                <a:lnTo>
                  <a:pt x="653" y="602"/>
                </a:lnTo>
                <a:lnTo>
                  <a:pt x="652" y="602"/>
                </a:lnTo>
                <a:lnTo>
                  <a:pt x="651" y="602"/>
                </a:lnTo>
                <a:lnTo>
                  <a:pt x="648" y="601"/>
                </a:lnTo>
                <a:lnTo>
                  <a:pt x="648" y="600"/>
                </a:lnTo>
                <a:lnTo>
                  <a:pt x="648" y="599"/>
                </a:lnTo>
                <a:lnTo>
                  <a:pt x="649" y="598"/>
                </a:lnTo>
                <a:lnTo>
                  <a:pt x="650" y="597"/>
                </a:lnTo>
                <a:lnTo>
                  <a:pt x="651" y="595"/>
                </a:lnTo>
                <a:lnTo>
                  <a:pt x="652" y="594"/>
                </a:lnTo>
                <a:lnTo>
                  <a:pt x="652" y="593"/>
                </a:lnTo>
                <a:lnTo>
                  <a:pt x="652" y="592"/>
                </a:lnTo>
                <a:lnTo>
                  <a:pt x="652" y="591"/>
                </a:lnTo>
                <a:lnTo>
                  <a:pt x="653" y="590"/>
                </a:lnTo>
                <a:lnTo>
                  <a:pt x="653" y="589"/>
                </a:lnTo>
                <a:lnTo>
                  <a:pt x="654" y="588"/>
                </a:lnTo>
                <a:lnTo>
                  <a:pt x="654" y="584"/>
                </a:lnTo>
                <a:lnTo>
                  <a:pt x="648" y="575"/>
                </a:lnTo>
                <a:lnTo>
                  <a:pt x="641" y="564"/>
                </a:lnTo>
                <a:lnTo>
                  <a:pt x="633" y="550"/>
                </a:lnTo>
                <a:lnTo>
                  <a:pt x="633" y="549"/>
                </a:lnTo>
                <a:lnTo>
                  <a:pt x="633" y="548"/>
                </a:lnTo>
                <a:lnTo>
                  <a:pt x="633" y="547"/>
                </a:lnTo>
                <a:lnTo>
                  <a:pt x="632" y="546"/>
                </a:lnTo>
                <a:lnTo>
                  <a:pt x="633" y="546"/>
                </a:lnTo>
                <a:lnTo>
                  <a:pt x="632" y="545"/>
                </a:lnTo>
                <a:lnTo>
                  <a:pt x="632" y="544"/>
                </a:lnTo>
                <a:lnTo>
                  <a:pt x="632" y="542"/>
                </a:lnTo>
                <a:lnTo>
                  <a:pt x="631" y="541"/>
                </a:lnTo>
                <a:lnTo>
                  <a:pt x="631" y="540"/>
                </a:lnTo>
                <a:lnTo>
                  <a:pt x="630" y="540"/>
                </a:lnTo>
                <a:lnTo>
                  <a:pt x="630" y="539"/>
                </a:lnTo>
                <a:lnTo>
                  <a:pt x="629" y="538"/>
                </a:lnTo>
                <a:lnTo>
                  <a:pt x="629" y="537"/>
                </a:lnTo>
                <a:lnTo>
                  <a:pt x="630" y="537"/>
                </a:lnTo>
                <a:lnTo>
                  <a:pt x="630" y="536"/>
                </a:lnTo>
                <a:lnTo>
                  <a:pt x="629" y="536"/>
                </a:lnTo>
                <a:lnTo>
                  <a:pt x="628" y="535"/>
                </a:lnTo>
                <a:lnTo>
                  <a:pt x="627" y="534"/>
                </a:lnTo>
                <a:lnTo>
                  <a:pt x="627" y="533"/>
                </a:lnTo>
                <a:lnTo>
                  <a:pt x="627" y="532"/>
                </a:lnTo>
                <a:lnTo>
                  <a:pt x="627" y="531"/>
                </a:lnTo>
                <a:lnTo>
                  <a:pt x="627" y="530"/>
                </a:lnTo>
                <a:lnTo>
                  <a:pt x="627" y="529"/>
                </a:lnTo>
                <a:lnTo>
                  <a:pt x="627" y="528"/>
                </a:lnTo>
                <a:lnTo>
                  <a:pt x="627" y="527"/>
                </a:lnTo>
                <a:lnTo>
                  <a:pt x="627" y="526"/>
                </a:lnTo>
                <a:lnTo>
                  <a:pt x="626" y="525"/>
                </a:lnTo>
                <a:lnTo>
                  <a:pt x="626" y="524"/>
                </a:lnTo>
                <a:lnTo>
                  <a:pt x="626" y="523"/>
                </a:lnTo>
                <a:lnTo>
                  <a:pt x="625" y="522"/>
                </a:lnTo>
                <a:lnTo>
                  <a:pt x="624" y="521"/>
                </a:lnTo>
                <a:lnTo>
                  <a:pt x="622" y="521"/>
                </a:lnTo>
                <a:lnTo>
                  <a:pt x="622" y="520"/>
                </a:lnTo>
                <a:lnTo>
                  <a:pt x="621" y="520"/>
                </a:lnTo>
                <a:lnTo>
                  <a:pt x="621" y="519"/>
                </a:lnTo>
                <a:lnTo>
                  <a:pt x="622" y="518"/>
                </a:lnTo>
                <a:lnTo>
                  <a:pt x="622" y="517"/>
                </a:lnTo>
                <a:lnTo>
                  <a:pt x="622" y="514"/>
                </a:lnTo>
                <a:lnTo>
                  <a:pt x="622" y="510"/>
                </a:lnTo>
                <a:lnTo>
                  <a:pt x="622" y="509"/>
                </a:lnTo>
                <a:lnTo>
                  <a:pt x="622" y="507"/>
                </a:lnTo>
                <a:lnTo>
                  <a:pt x="623" y="506"/>
                </a:lnTo>
                <a:lnTo>
                  <a:pt x="623" y="505"/>
                </a:lnTo>
                <a:lnTo>
                  <a:pt x="623" y="503"/>
                </a:lnTo>
                <a:lnTo>
                  <a:pt x="622" y="502"/>
                </a:lnTo>
                <a:lnTo>
                  <a:pt x="622" y="501"/>
                </a:lnTo>
                <a:lnTo>
                  <a:pt x="622" y="500"/>
                </a:lnTo>
                <a:lnTo>
                  <a:pt x="622" y="499"/>
                </a:lnTo>
                <a:lnTo>
                  <a:pt x="621" y="499"/>
                </a:lnTo>
                <a:lnTo>
                  <a:pt x="621" y="495"/>
                </a:lnTo>
                <a:lnTo>
                  <a:pt x="620" y="492"/>
                </a:lnTo>
                <a:lnTo>
                  <a:pt x="620" y="490"/>
                </a:lnTo>
                <a:lnTo>
                  <a:pt x="620" y="488"/>
                </a:lnTo>
                <a:lnTo>
                  <a:pt x="619" y="485"/>
                </a:lnTo>
                <a:lnTo>
                  <a:pt x="618" y="483"/>
                </a:lnTo>
                <a:lnTo>
                  <a:pt x="617" y="482"/>
                </a:lnTo>
                <a:lnTo>
                  <a:pt x="617" y="481"/>
                </a:lnTo>
                <a:lnTo>
                  <a:pt x="618" y="480"/>
                </a:lnTo>
                <a:lnTo>
                  <a:pt x="619" y="479"/>
                </a:lnTo>
                <a:lnTo>
                  <a:pt x="619" y="478"/>
                </a:lnTo>
                <a:lnTo>
                  <a:pt x="620" y="476"/>
                </a:lnTo>
                <a:lnTo>
                  <a:pt x="620" y="474"/>
                </a:lnTo>
                <a:lnTo>
                  <a:pt x="621" y="473"/>
                </a:lnTo>
                <a:lnTo>
                  <a:pt x="621" y="471"/>
                </a:lnTo>
                <a:lnTo>
                  <a:pt x="622" y="470"/>
                </a:lnTo>
                <a:lnTo>
                  <a:pt x="623" y="468"/>
                </a:lnTo>
                <a:lnTo>
                  <a:pt x="623" y="467"/>
                </a:lnTo>
                <a:lnTo>
                  <a:pt x="622" y="467"/>
                </a:lnTo>
                <a:lnTo>
                  <a:pt x="621" y="465"/>
                </a:lnTo>
                <a:lnTo>
                  <a:pt x="619" y="463"/>
                </a:lnTo>
                <a:lnTo>
                  <a:pt x="617" y="461"/>
                </a:lnTo>
                <a:lnTo>
                  <a:pt x="617" y="460"/>
                </a:lnTo>
                <a:lnTo>
                  <a:pt x="615" y="459"/>
                </a:lnTo>
                <a:lnTo>
                  <a:pt x="614" y="458"/>
                </a:lnTo>
                <a:lnTo>
                  <a:pt x="612" y="457"/>
                </a:lnTo>
                <a:lnTo>
                  <a:pt x="610" y="457"/>
                </a:lnTo>
                <a:lnTo>
                  <a:pt x="609" y="456"/>
                </a:lnTo>
                <a:lnTo>
                  <a:pt x="608" y="456"/>
                </a:lnTo>
                <a:lnTo>
                  <a:pt x="607" y="455"/>
                </a:lnTo>
                <a:lnTo>
                  <a:pt x="606" y="455"/>
                </a:lnTo>
                <a:lnTo>
                  <a:pt x="604" y="453"/>
                </a:lnTo>
                <a:lnTo>
                  <a:pt x="604" y="452"/>
                </a:lnTo>
                <a:lnTo>
                  <a:pt x="604" y="451"/>
                </a:lnTo>
                <a:lnTo>
                  <a:pt x="603" y="450"/>
                </a:lnTo>
                <a:lnTo>
                  <a:pt x="602" y="450"/>
                </a:lnTo>
                <a:lnTo>
                  <a:pt x="602" y="449"/>
                </a:lnTo>
                <a:lnTo>
                  <a:pt x="602" y="448"/>
                </a:lnTo>
                <a:lnTo>
                  <a:pt x="603" y="447"/>
                </a:lnTo>
                <a:lnTo>
                  <a:pt x="603" y="446"/>
                </a:lnTo>
                <a:lnTo>
                  <a:pt x="602" y="445"/>
                </a:lnTo>
                <a:lnTo>
                  <a:pt x="601" y="444"/>
                </a:lnTo>
                <a:lnTo>
                  <a:pt x="600" y="444"/>
                </a:lnTo>
                <a:lnTo>
                  <a:pt x="600" y="445"/>
                </a:lnTo>
                <a:lnTo>
                  <a:pt x="600" y="446"/>
                </a:lnTo>
                <a:lnTo>
                  <a:pt x="599" y="446"/>
                </a:lnTo>
                <a:lnTo>
                  <a:pt x="598" y="447"/>
                </a:lnTo>
                <a:lnTo>
                  <a:pt x="597" y="447"/>
                </a:lnTo>
                <a:lnTo>
                  <a:pt x="595" y="447"/>
                </a:lnTo>
                <a:lnTo>
                  <a:pt x="592" y="447"/>
                </a:lnTo>
                <a:lnTo>
                  <a:pt x="590" y="448"/>
                </a:lnTo>
                <a:lnTo>
                  <a:pt x="588" y="448"/>
                </a:lnTo>
                <a:lnTo>
                  <a:pt x="587" y="449"/>
                </a:lnTo>
                <a:lnTo>
                  <a:pt x="586" y="449"/>
                </a:lnTo>
                <a:lnTo>
                  <a:pt x="585" y="448"/>
                </a:lnTo>
                <a:lnTo>
                  <a:pt x="586" y="447"/>
                </a:lnTo>
                <a:lnTo>
                  <a:pt x="586" y="446"/>
                </a:lnTo>
                <a:lnTo>
                  <a:pt x="585" y="446"/>
                </a:lnTo>
                <a:lnTo>
                  <a:pt x="584" y="445"/>
                </a:lnTo>
                <a:lnTo>
                  <a:pt x="582" y="443"/>
                </a:lnTo>
                <a:lnTo>
                  <a:pt x="581" y="443"/>
                </a:lnTo>
                <a:lnTo>
                  <a:pt x="581" y="442"/>
                </a:lnTo>
                <a:lnTo>
                  <a:pt x="582" y="442"/>
                </a:lnTo>
                <a:lnTo>
                  <a:pt x="582" y="441"/>
                </a:lnTo>
                <a:lnTo>
                  <a:pt x="583" y="441"/>
                </a:lnTo>
                <a:lnTo>
                  <a:pt x="583" y="440"/>
                </a:lnTo>
                <a:lnTo>
                  <a:pt x="582" y="440"/>
                </a:lnTo>
                <a:lnTo>
                  <a:pt x="581" y="440"/>
                </a:lnTo>
                <a:lnTo>
                  <a:pt x="580" y="439"/>
                </a:lnTo>
                <a:lnTo>
                  <a:pt x="579" y="439"/>
                </a:lnTo>
                <a:lnTo>
                  <a:pt x="578" y="439"/>
                </a:lnTo>
                <a:lnTo>
                  <a:pt x="577" y="439"/>
                </a:lnTo>
                <a:lnTo>
                  <a:pt x="576" y="439"/>
                </a:lnTo>
                <a:lnTo>
                  <a:pt x="576" y="438"/>
                </a:lnTo>
                <a:lnTo>
                  <a:pt x="576" y="437"/>
                </a:lnTo>
                <a:lnTo>
                  <a:pt x="577" y="437"/>
                </a:lnTo>
                <a:lnTo>
                  <a:pt x="578" y="436"/>
                </a:lnTo>
                <a:lnTo>
                  <a:pt x="579" y="435"/>
                </a:lnTo>
                <a:lnTo>
                  <a:pt x="580" y="435"/>
                </a:lnTo>
                <a:lnTo>
                  <a:pt x="581" y="435"/>
                </a:lnTo>
                <a:lnTo>
                  <a:pt x="581" y="433"/>
                </a:lnTo>
                <a:lnTo>
                  <a:pt x="582" y="432"/>
                </a:lnTo>
                <a:lnTo>
                  <a:pt x="583" y="432"/>
                </a:lnTo>
                <a:lnTo>
                  <a:pt x="584" y="432"/>
                </a:lnTo>
                <a:lnTo>
                  <a:pt x="584" y="431"/>
                </a:lnTo>
                <a:lnTo>
                  <a:pt x="586" y="431"/>
                </a:lnTo>
                <a:lnTo>
                  <a:pt x="586" y="430"/>
                </a:lnTo>
                <a:lnTo>
                  <a:pt x="588" y="429"/>
                </a:lnTo>
                <a:lnTo>
                  <a:pt x="589" y="428"/>
                </a:lnTo>
                <a:lnTo>
                  <a:pt x="590" y="427"/>
                </a:lnTo>
                <a:lnTo>
                  <a:pt x="591" y="427"/>
                </a:lnTo>
                <a:lnTo>
                  <a:pt x="591" y="426"/>
                </a:lnTo>
                <a:lnTo>
                  <a:pt x="592" y="425"/>
                </a:lnTo>
                <a:lnTo>
                  <a:pt x="592" y="424"/>
                </a:lnTo>
                <a:lnTo>
                  <a:pt x="594" y="424"/>
                </a:lnTo>
                <a:lnTo>
                  <a:pt x="595" y="423"/>
                </a:lnTo>
                <a:lnTo>
                  <a:pt x="596" y="423"/>
                </a:lnTo>
                <a:lnTo>
                  <a:pt x="597" y="423"/>
                </a:lnTo>
                <a:lnTo>
                  <a:pt x="598" y="424"/>
                </a:lnTo>
                <a:lnTo>
                  <a:pt x="599" y="423"/>
                </a:lnTo>
                <a:lnTo>
                  <a:pt x="599" y="422"/>
                </a:lnTo>
                <a:lnTo>
                  <a:pt x="600" y="422"/>
                </a:lnTo>
                <a:lnTo>
                  <a:pt x="601" y="423"/>
                </a:lnTo>
                <a:lnTo>
                  <a:pt x="603" y="425"/>
                </a:lnTo>
                <a:lnTo>
                  <a:pt x="605" y="425"/>
                </a:lnTo>
                <a:lnTo>
                  <a:pt x="606" y="425"/>
                </a:lnTo>
                <a:lnTo>
                  <a:pt x="608" y="424"/>
                </a:lnTo>
                <a:lnTo>
                  <a:pt x="609" y="424"/>
                </a:lnTo>
                <a:lnTo>
                  <a:pt x="610" y="422"/>
                </a:lnTo>
                <a:lnTo>
                  <a:pt x="611" y="422"/>
                </a:lnTo>
                <a:lnTo>
                  <a:pt x="613" y="421"/>
                </a:lnTo>
                <a:lnTo>
                  <a:pt x="615" y="421"/>
                </a:lnTo>
                <a:lnTo>
                  <a:pt x="616" y="421"/>
                </a:lnTo>
                <a:lnTo>
                  <a:pt x="616" y="422"/>
                </a:lnTo>
                <a:lnTo>
                  <a:pt x="617" y="423"/>
                </a:lnTo>
                <a:lnTo>
                  <a:pt x="618" y="424"/>
                </a:lnTo>
                <a:lnTo>
                  <a:pt x="620" y="424"/>
                </a:lnTo>
                <a:lnTo>
                  <a:pt x="621" y="423"/>
                </a:lnTo>
                <a:lnTo>
                  <a:pt x="623" y="422"/>
                </a:lnTo>
                <a:lnTo>
                  <a:pt x="624" y="421"/>
                </a:lnTo>
                <a:lnTo>
                  <a:pt x="625" y="420"/>
                </a:lnTo>
                <a:lnTo>
                  <a:pt x="626" y="420"/>
                </a:lnTo>
                <a:lnTo>
                  <a:pt x="626" y="418"/>
                </a:lnTo>
                <a:lnTo>
                  <a:pt x="628" y="416"/>
                </a:lnTo>
                <a:lnTo>
                  <a:pt x="630" y="415"/>
                </a:lnTo>
                <a:lnTo>
                  <a:pt x="631" y="415"/>
                </a:lnTo>
                <a:lnTo>
                  <a:pt x="631" y="416"/>
                </a:lnTo>
                <a:lnTo>
                  <a:pt x="632" y="416"/>
                </a:lnTo>
                <a:lnTo>
                  <a:pt x="632" y="417"/>
                </a:lnTo>
                <a:lnTo>
                  <a:pt x="633" y="417"/>
                </a:lnTo>
                <a:lnTo>
                  <a:pt x="635" y="416"/>
                </a:lnTo>
                <a:lnTo>
                  <a:pt x="636" y="416"/>
                </a:lnTo>
                <a:lnTo>
                  <a:pt x="637" y="417"/>
                </a:lnTo>
                <a:lnTo>
                  <a:pt x="639" y="417"/>
                </a:lnTo>
                <a:lnTo>
                  <a:pt x="640" y="417"/>
                </a:lnTo>
                <a:lnTo>
                  <a:pt x="641" y="417"/>
                </a:lnTo>
                <a:lnTo>
                  <a:pt x="642" y="416"/>
                </a:lnTo>
                <a:lnTo>
                  <a:pt x="644" y="416"/>
                </a:lnTo>
                <a:lnTo>
                  <a:pt x="648" y="415"/>
                </a:lnTo>
                <a:lnTo>
                  <a:pt x="649" y="414"/>
                </a:lnTo>
                <a:lnTo>
                  <a:pt x="650" y="414"/>
                </a:lnTo>
                <a:lnTo>
                  <a:pt x="651" y="413"/>
                </a:lnTo>
                <a:lnTo>
                  <a:pt x="651" y="412"/>
                </a:lnTo>
                <a:lnTo>
                  <a:pt x="651" y="411"/>
                </a:lnTo>
                <a:lnTo>
                  <a:pt x="650" y="411"/>
                </a:lnTo>
                <a:lnTo>
                  <a:pt x="650" y="410"/>
                </a:lnTo>
                <a:lnTo>
                  <a:pt x="651" y="410"/>
                </a:lnTo>
                <a:lnTo>
                  <a:pt x="652" y="410"/>
                </a:lnTo>
                <a:lnTo>
                  <a:pt x="652" y="411"/>
                </a:lnTo>
                <a:lnTo>
                  <a:pt x="653" y="411"/>
                </a:lnTo>
                <a:lnTo>
                  <a:pt x="654" y="412"/>
                </a:lnTo>
                <a:lnTo>
                  <a:pt x="655" y="412"/>
                </a:lnTo>
                <a:lnTo>
                  <a:pt x="658" y="412"/>
                </a:lnTo>
                <a:lnTo>
                  <a:pt x="659" y="412"/>
                </a:lnTo>
                <a:lnTo>
                  <a:pt x="661" y="413"/>
                </a:lnTo>
                <a:lnTo>
                  <a:pt x="662" y="415"/>
                </a:lnTo>
                <a:lnTo>
                  <a:pt x="663" y="415"/>
                </a:lnTo>
                <a:lnTo>
                  <a:pt x="665" y="415"/>
                </a:lnTo>
                <a:lnTo>
                  <a:pt x="666" y="415"/>
                </a:lnTo>
                <a:lnTo>
                  <a:pt x="667" y="415"/>
                </a:lnTo>
                <a:lnTo>
                  <a:pt x="668" y="414"/>
                </a:lnTo>
                <a:lnTo>
                  <a:pt x="669" y="413"/>
                </a:lnTo>
                <a:lnTo>
                  <a:pt x="670" y="412"/>
                </a:lnTo>
                <a:lnTo>
                  <a:pt x="671" y="411"/>
                </a:lnTo>
                <a:lnTo>
                  <a:pt x="672" y="411"/>
                </a:lnTo>
                <a:lnTo>
                  <a:pt x="673" y="411"/>
                </a:lnTo>
                <a:lnTo>
                  <a:pt x="674" y="412"/>
                </a:lnTo>
                <a:lnTo>
                  <a:pt x="676" y="412"/>
                </a:lnTo>
                <a:lnTo>
                  <a:pt x="678" y="411"/>
                </a:lnTo>
                <a:lnTo>
                  <a:pt x="680" y="410"/>
                </a:lnTo>
                <a:lnTo>
                  <a:pt x="681" y="410"/>
                </a:lnTo>
                <a:lnTo>
                  <a:pt x="683" y="409"/>
                </a:lnTo>
                <a:lnTo>
                  <a:pt x="684" y="408"/>
                </a:lnTo>
                <a:lnTo>
                  <a:pt x="685" y="407"/>
                </a:lnTo>
                <a:lnTo>
                  <a:pt x="686" y="407"/>
                </a:lnTo>
                <a:lnTo>
                  <a:pt x="686" y="406"/>
                </a:lnTo>
                <a:lnTo>
                  <a:pt x="686" y="405"/>
                </a:lnTo>
                <a:lnTo>
                  <a:pt x="687" y="405"/>
                </a:lnTo>
                <a:lnTo>
                  <a:pt x="688" y="406"/>
                </a:lnTo>
                <a:lnTo>
                  <a:pt x="689" y="406"/>
                </a:lnTo>
                <a:lnTo>
                  <a:pt x="690" y="407"/>
                </a:lnTo>
                <a:lnTo>
                  <a:pt x="691" y="407"/>
                </a:lnTo>
                <a:lnTo>
                  <a:pt x="691" y="406"/>
                </a:lnTo>
                <a:lnTo>
                  <a:pt x="691" y="405"/>
                </a:lnTo>
                <a:lnTo>
                  <a:pt x="692" y="405"/>
                </a:lnTo>
                <a:lnTo>
                  <a:pt x="693" y="404"/>
                </a:lnTo>
                <a:lnTo>
                  <a:pt x="695" y="404"/>
                </a:lnTo>
                <a:lnTo>
                  <a:pt x="696" y="404"/>
                </a:lnTo>
                <a:lnTo>
                  <a:pt x="696" y="403"/>
                </a:lnTo>
                <a:lnTo>
                  <a:pt x="697" y="403"/>
                </a:lnTo>
                <a:lnTo>
                  <a:pt x="698" y="403"/>
                </a:lnTo>
                <a:lnTo>
                  <a:pt x="699" y="404"/>
                </a:lnTo>
                <a:lnTo>
                  <a:pt x="701" y="404"/>
                </a:lnTo>
                <a:lnTo>
                  <a:pt x="702" y="403"/>
                </a:lnTo>
                <a:lnTo>
                  <a:pt x="704" y="402"/>
                </a:lnTo>
                <a:lnTo>
                  <a:pt x="705" y="402"/>
                </a:lnTo>
                <a:lnTo>
                  <a:pt x="707" y="401"/>
                </a:lnTo>
                <a:lnTo>
                  <a:pt x="708" y="401"/>
                </a:lnTo>
                <a:lnTo>
                  <a:pt x="709" y="402"/>
                </a:lnTo>
                <a:lnTo>
                  <a:pt x="710" y="402"/>
                </a:lnTo>
                <a:lnTo>
                  <a:pt x="710" y="401"/>
                </a:lnTo>
                <a:lnTo>
                  <a:pt x="711" y="401"/>
                </a:lnTo>
                <a:lnTo>
                  <a:pt x="712" y="400"/>
                </a:lnTo>
                <a:lnTo>
                  <a:pt x="713" y="400"/>
                </a:lnTo>
                <a:lnTo>
                  <a:pt x="714" y="399"/>
                </a:lnTo>
                <a:lnTo>
                  <a:pt x="715" y="399"/>
                </a:lnTo>
                <a:lnTo>
                  <a:pt x="715" y="400"/>
                </a:lnTo>
                <a:lnTo>
                  <a:pt x="716" y="400"/>
                </a:lnTo>
                <a:lnTo>
                  <a:pt x="716" y="401"/>
                </a:lnTo>
                <a:lnTo>
                  <a:pt x="717" y="401"/>
                </a:lnTo>
                <a:lnTo>
                  <a:pt x="718" y="401"/>
                </a:lnTo>
                <a:lnTo>
                  <a:pt x="719" y="400"/>
                </a:lnTo>
                <a:lnTo>
                  <a:pt x="721" y="400"/>
                </a:lnTo>
                <a:lnTo>
                  <a:pt x="721" y="399"/>
                </a:lnTo>
                <a:lnTo>
                  <a:pt x="723" y="399"/>
                </a:lnTo>
                <a:lnTo>
                  <a:pt x="724" y="398"/>
                </a:lnTo>
                <a:lnTo>
                  <a:pt x="724" y="397"/>
                </a:lnTo>
                <a:lnTo>
                  <a:pt x="725" y="397"/>
                </a:lnTo>
                <a:lnTo>
                  <a:pt x="728" y="396"/>
                </a:lnTo>
                <a:lnTo>
                  <a:pt x="728" y="395"/>
                </a:lnTo>
                <a:lnTo>
                  <a:pt x="728" y="394"/>
                </a:lnTo>
                <a:lnTo>
                  <a:pt x="730" y="393"/>
                </a:lnTo>
                <a:lnTo>
                  <a:pt x="732" y="392"/>
                </a:lnTo>
                <a:lnTo>
                  <a:pt x="733" y="391"/>
                </a:lnTo>
                <a:lnTo>
                  <a:pt x="735" y="391"/>
                </a:lnTo>
                <a:lnTo>
                  <a:pt x="736" y="392"/>
                </a:lnTo>
                <a:lnTo>
                  <a:pt x="737" y="391"/>
                </a:lnTo>
                <a:lnTo>
                  <a:pt x="738" y="391"/>
                </a:lnTo>
                <a:lnTo>
                  <a:pt x="739" y="390"/>
                </a:lnTo>
                <a:lnTo>
                  <a:pt x="740" y="391"/>
                </a:lnTo>
                <a:lnTo>
                  <a:pt x="741" y="391"/>
                </a:lnTo>
                <a:lnTo>
                  <a:pt x="742" y="391"/>
                </a:lnTo>
                <a:lnTo>
                  <a:pt x="742" y="390"/>
                </a:lnTo>
                <a:lnTo>
                  <a:pt x="743" y="390"/>
                </a:lnTo>
                <a:lnTo>
                  <a:pt x="744" y="389"/>
                </a:lnTo>
                <a:lnTo>
                  <a:pt x="746" y="389"/>
                </a:lnTo>
                <a:lnTo>
                  <a:pt x="747" y="389"/>
                </a:lnTo>
                <a:lnTo>
                  <a:pt x="748" y="390"/>
                </a:lnTo>
                <a:lnTo>
                  <a:pt x="749" y="391"/>
                </a:lnTo>
                <a:lnTo>
                  <a:pt x="749" y="392"/>
                </a:lnTo>
                <a:lnTo>
                  <a:pt x="751" y="394"/>
                </a:lnTo>
                <a:lnTo>
                  <a:pt x="751" y="395"/>
                </a:lnTo>
                <a:lnTo>
                  <a:pt x="753" y="397"/>
                </a:lnTo>
                <a:lnTo>
                  <a:pt x="754" y="398"/>
                </a:lnTo>
                <a:lnTo>
                  <a:pt x="754" y="399"/>
                </a:lnTo>
                <a:lnTo>
                  <a:pt x="755" y="399"/>
                </a:lnTo>
                <a:lnTo>
                  <a:pt x="756" y="399"/>
                </a:lnTo>
                <a:lnTo>
                  <a:pt x="756" y="400"/>
                </a:lnTo>
                <a:lnTo>
                  <a:pt x="757" y="401"/>
                </a:lnTo>
                <a:lnTo>
                  <a:pt x="758" y="403"/>
                </a:lnTo>
                <a:lnTo>
                  <a:pt x="759" y="404"/>
                </a:lnTo>
                <a:lnTo>
                  <a:pt x="760" y="404"/>
                </a:lnTo>
                <a:lnTo>
                  <a:pt x="762" y="404"/>
                </a:lnTo>
                <a:lnTo>
                  <a:pt x="763" y="404"/>
                </a:lnTo>
                <a:lnTo>
                  <a:pt x="765" y="404"/>
                </a:lnTo>
                <a:lnTo>
                  <a:pt x="767" y="403"/>
                </a:lnTo>
                <a:lnTo>
                  <a:pt x="768" y="403"/>
                </a:lnTo>
                <a:lnTo>
                  <a:pt x="769" y="403"/>
                </a:lnTo>
                <a:lnTo>
                  <a:pt x="771" y="402"/>
                </a:lnTo>
                <a:lnTo>
                  <a:pt x="772" y="402"/>
                </a:lnTo>
                <a:lnTo>
                  <a:pt x="773" y="402"/>
                </a:lnTo>
                <a:lnTo>
                  <a:pt x="774" y="402"/>
                </a:lnTo>
                <a:lnTo>
                  <a:pt x="774" y="403"/>
                </a:lnTo>
                <a:lnTo>
                  <a:pt x="774" y="404"/>
                </a:lnTo>
                <a:lnTo>
                  <a:pt x="774" y="405"/>
                </a:lnTo>
                <a:lnTo>
                  <a:pt x="775" y="406"/>
                </a:lnTo>
                <a:lnTo>
                  <a:pt x="776" y="407"/>
                </a:lnTo>
                <a:lnTo>
                  <a:pt x="777" y="407"/>
                </a:lnTo>
                <a:lnTo>
                  <a:pt x="778" y="406"/>
                </a:lnTo>
                <a:lnTo>
                  <a:pt x="779" y="406"/>
                </a:lnTo>
                <a:lnTo>
                  <a:pt x="780" y="405"/>
                </a:lnTo>
                <a:lnTo>
                  <a:pt x="782" y="405"/>
                </a:lnTo>
                <a:lnTo>
                  <a:pt x="783" y="405"/>
                </a:lnTo>
                <a:lnTo>
                  <a:pt x="783" y="404"/>
                </a:lnTo>
                <a:lnTo>
                  <a:pt x="785" y="404"/>
                </a:lnTo>
                <a:lnTo>
                  <a:pt x="787" y="404"/>
                </a:lnTo>
                <a:lnTo>
                  <a:pt x="789" y="404"/>
                </a:lnTo>
                <a:lnTo>
                  <a:pt x="790" y="403"/>
                </a:lnTo>
                <a:lnTo>
                  <a:pt x="791" y="403"/>
                </a:lnTo>
                <a:lnTo>
                  <a:pt x="792" y="403"/>
                </a:lnTo>
                <a:lnTo>
                  <a:pt x="798" y="406"/>
                </a:lnTo>
                <a:lnTo>
                  <a:pt x="802" y="407"/>
                </a:lnTo>
                <a:lnTo>
                  <a:pt x="809" y="410"/>
                </a:lnTo>
                <a:lnTo>
                  <a:pt x="816" y="408"/>
                </a:lnTo>
                <a:lnTo>
                  <a:pt x="819" y="405"/>
                </a:lnTo>
                <a:lnTo>
                  <a:pt x="820" y="393"/>
                </a:lnTo>
                <a:lnTo>
                  <a:pt x="817" y="388"/>
                </a:lnTo>
                <a:lnTo>
                  <a:pt x="815" y="385"/>
                </a:lnTo>
                <a:lnTo>
                  <a:pt x="806" y="381"/>
                </a:lnTo>
                <a:lnTo>
                  <a:pt x="791" y="373"/>
                </a:lnTo>
                <a:lnTo>
                  <a:pt x="791" y="372"/>
                </a:lnTo>
                <a:lnTo>
                  <a:pt x="790" y="365"/>
                </a:lnTo>
                <a:lnTo>
                  <a:pt x="792" y="362"/>
                </a:lnTo>
                <a:lnTo>
                  <a:pt x="792" y="361"/>
                </a:lnTo>
                <a:lnTo>
                  <a:pt x="792" y="357"/>
                </a:lnTo>
                <a:lnTo>
                  <a:pt x="792" y="355"/>
                </a:lnTo>
                <a:lnTo>
                  <a:pt x="792" y="354"/>
                </a:lnTo>
                <a:lnTo>
                  <a:pt x="795" y="351"/>
                </a:lnTo>
                <a:lnTo>
                  <a:pt x="795" y="350"/>
                </a:lnTo>
                <a:lnTo>
                  <a:pt x="796" y="350"/>
                </a:lnTo>
                <a:lnTo>
                  <a:pt x="797" y="348"/>
                </a:lnTo>
                <a:lnTo>
                  <a:pt x="797" y="345"/>
                </a:lnTo>
                <a:lnTo>
                  <a:pt x="797" y="344"/>
                </a:lnTo>
                <a:lnTo>
                  <a:pt x="797" y="342"/>
                </a:lnTo>
                <a:lnTo>
                  <a:pt x="797" y="341"/>
                </a:lnTo>
                <a:lnTo>
                  <a:pt x="796" y="340"/>
                </a:lnTo>
                <a:lnTo>
                  <a:pt x="796" y="339"/>
                </a:lnTo>
                <a:lnTo>
                  <a:pt x="796" y="338"/>
                </a:lnTo>
                <a:lnTo>
                  <a:pt x="797" y="337"/>
                </a:lnTo>
                <a:lnTo>
                  <a:pt x="797" y="336"/>
                </a:lnTo>
                <a:lnTo>
                  <a:pt x="797" y="332"/>
                </a:lnTo>
                <a:lnTo>
                  <a:pt x="800" y="330"/>
                </a:lnTo>
                <a:lnTo>
                  <a:pt x="802" y="329"/>
                </a:lnTo>
                <a:lnTo>
                  <a:pt x="803" y="329"/>
                </a:lnTo>
                <a:lnTo>
                  <a:pt x="805" y="329"/>
                </a:lnTo>
                <a:lnTo>
                  <a:pt x="807" y="328"/>
                </a:lnTo>
                <a:lnTo>
                  <a:pt x="813" y="309"/>
                </a:lnTo>
                <a:lnTo>
                  <a:pt x="821" y="296"/>
                </a:lnTo>
                <a:lnTo>
                  <a:pt x="831" y="275"/>
                </a:lnTo>
                <a:lnTo>
                  <a:pt x="836" y="265"/>
                </a:lnTo>
                <a:lnTo>
                  <a:pt x="837" y="256"/>
                </a:lnTo>
                <a:lnTo>
                  <a:pt x="840" y="247"/>
                </a:lnTo>
                <a:lnTo>
                  <a:pt x="845" y="244"/>
                </a:lnTo>
                <a:lnTo>
                  <a:pt x="845" y="242"/>
                </a:lnTo>
                <a:lnTo>
                  <a:pt x="849" y="229"/>
                </a:lnTo>
                <a:lnTo>
                  <a:pt x="850" y="227"/>
                </a:lnTo>
                <a:lnTo>
                  <a:pt x="850" y="224"/>
                </a:lnTo>
                <a:lnTo>
                  <a:pt x="850" y="223"/>
                </a:lnTo>
                <a:lnTo>
                  <a:pt x="851" y="222"/>
                </a:lnTo>
                <a:lnTo>
                  <a:pt x="852" y="220"/>
                </a:lnTo>
                <a:lnTo>
                  <a:pt x="854" y="219"/>
                </a:lnTo>
                <a:lnTo>
                  <a:pt x="855" y="217"/>
                </a:lnTo>
                <a:lnTo>
                  <a:pt x="856" y="216"/>
                </a:lnTo>
                <a:lnTo>
                  <a:pt x="856" y="214"/>
                </a:lnTo>
                <a:lnTo>
                  <a:pt x="857" y="212"/>
                </a:lnTo>
                <a:lnTo>
                  <a:pt x="857" y="211"/>
                </a:lnTo>
                <a:lnTo>
                  <a:pt x="858" y="210"/>
                </a:lnTo>
                <a:lnTo>
                  <a:pt x="858" y="209"/>
                </a:lnTo>
                <a:lnTo>
                  <a:pt x="858" y="208"/>
                </a:lnTo>
                <a:lnTo>
                  <a:pt x="859" y="206"/>
                </a:lnTo>
                <a:lnTo>
                  <a:pt x="859" y="205"/>
                </a:lnTo>
                <a:lnTo>
                  <a:pt x="858" y="203"/>
                </a:lnTo>
                <a:lnTo>
                  <a:pt x="858" y="201"/>
                </a:lnTo>
                <a:lnTo>
                  <a:pt x="859" y="201"/>
                </a:lnTo>
                <a:lnTo>
                  <a:pt x="860" y="201"/>
                </a:lnTo>
                <a:lnTo>
                  <a:pt x="861" y="201"/>
                </a:lnTo>
                <a:lnTo>
                  <a:pt x="862" y="201"/>
                </a:lnTo>
                <a:lnTo>
                  <a:pt x="863" y="200"/>
                </a:lnTo>
                <a:lnTo>
                  <a:pt x="864" y="200"/>
                </a:lnTo>
                <a:lnTo>
                  <a:pt x="865" y="201"/>
                </a:lnTo>
                <a:lnTo>
                  <a:pt x="867" y="200"/>
                </a:lnTo>
                <a:lnTo>
                  <a:pt x="868" y="200"/>
                </a:lnTo>
                <a:lnTo>
                  <a:pt x="869" y="199"/>
                </a:lnTo>
                <a:lnTo>
                  <a:pt x="870" y="200"/>
                </a:lnTo>
                <a:lnTo>
                  <a:pt x="871" y="201"/>
                </a:lnTo>
                <a:lnTo>
                  <a:pt x="873" y="201"/>
                </a:lnTo>
                <a:lnTo>
                  <a:pt x="874" y="201"/>
                </a:lnTo>
                <a:lnTo>
                  <a:pt x="875" y="202"/>
                </a:lnTo>
                <a:lnTo>
                  <a:pt x="875" y="203"/>
                </a:lnTo>
                <a:lnTo>
                  <a:pt x="876" y="204"/>
                </a:lnTo>
                <a:lnTo>
                  <a:pt x="877" y="204"/>
                </a:lnTo>
                <a:lnTo>
                  <a:pt x="878" y="205"/>
                </a:lnTo>
                <a:lnTo>
                  <a:pt x="879" y="206"/>
                </a:lnTo>
                <a:lnTo>
                  <a:pt x="882" y="205"/>
                </a:lnTo>
                <a:lnTo>
                  <a:pt x="883" y="205"/>
                </a:lnTo>
                <a:lnTo>
                  <a:pt x="884" y="205"/>
                </a:lnTo>
                <a:lnTo>
                  <a:pt x="885" y="206"/>
                </a:lnTo>
                <a:lnTo>
                  <a:pt x="886" y="206"/>
                </a:lnTo>
                <a:lnTo>
                  <a:pt x="887" y="206"/>
                </a:lnTo>
                <a:lnTo>
                  <a:pt x="888" y="205"/>
                </a:lnTo>
                <a:lnTo>
                  <a:pt x="889" y="205"/>
                </a:lnTo>
                <a:lnTo>
                  <a:pt x="889" y="206"/>
                </a:lnTo>
                <a:lnTo>
                  <a:pt x="890" y="207"/>
                </a:lnTo>
                <a:lnTo>
                  <a:pt x="891" y="208"/>
                </a:lnTo>
                <a:lnTo>
                  <a:pt x="892" y="208"/>
                </a:lnTo>
                <a:lnTo>
                  <a:pt x="892" y="209"/>
                </a:lnTo>
                <a:lnTo>
                  <a:pt x="893" y="210"/>
                </a:lnTo>
                <a:lnTo>
                  <a:pt x="893" y="211"/>
                </a:lnTo>
                <a:lnTo>
                  <a:pt x="894" y="211"/>
                </a:lnTo>
                <a:lnTo>
                  <a:pt x="895" y="211"/>
                </a:lnTo>
                <a:lnTo>
                  <a:pt x="896" y="211"/>
                </a:lnTo>
                <a:lnTo>
                  <a:pt x="897" y="210"/>
                </a:lnTo>
                <a:lnTo>
                  <a:pt x="898" y="210"/>
                </a:lnTo>
                <a:lnTo>
                  <a:pt x="898" y="211"/>
                </a:lnTo>
                <a:lnTo>
                  <a:pt x="899" y="211"/>
                </a:lnTo>
                <a:lnTo>
                  <a:pt x="900" y="212"/>
                </a:lnTo>
                <a:lnTo>
                  <a:pt x="901" y="212"/>
                </a:lnTo>
                <a:lnTo>
                  <a:pt x="902" y="212"/>
                </a:lnTo>
                <a:lnTo>
                  <a:pt x="902" y="213"/>
                </a:lnTo>
                <a:lnTo>
                  <a:pt x="903" y="213"/>
                </a:lnTo>
                <a:lnTo>
                  <a:pt x="904" y="215"/>
                </a:lnTo>
                <a:lnTo>
                  <a:pt x="905" y="215"/>
                </a:lnTo>
                <a:lnTo>
                  <a:pt x="906" y="215"/>
                </a:lnTo>
                <a:lnTo>
                  <a:pt x="907" y="215"/>
                </a:lnTo>
                <a:lnTo>
                  <a:pt x="908" y="215"/>
                </a:lnTo>
                <a:lnTo>
                  <a:pt x="908" y="216"/>
                </a:lnTo>
                <a:lnTo>
                  <a:pt x="907" y="217"/>
                </a:lnTo>
                <a:lnTo>
                  <a:pt x="908" y="217"/>
                </a:lnTo>
                <a:lnTo>
                  <a:pt x="909" y="217"/>
                </a:lnTo>
                <a:lnTo>
                  <a:pt x="910" y="217"/>
                </a:lnTo>
                <a:lnTo>
                  <a:pt x="912" y="218"/>
                </a:lnTo>
                <a:lnTo>
                  <a:pt x="913" y="219"/>
                </a:lnTo>
                <a:lnTo>
                  <a:pt x="914" y="219"/>
                </a:lnTo>
                <a:lnTo>
                  <a:pt x="915" y="219"/>
                </a:lnTo>
                <a:lnTo>
                  <a:pt x="916" y="219"/>
                </a:lnTo>
                <a:lnTo>
                  <a:pt x="918" y="220"/>
                </a:lnTo>
                <a:lnTo>
                  <a:pt x="919" y="220"/>
                </a:lnTo>
                <a:lnTo>
                  <a:pt x="919" y="222"/>
                </a:lnTo>
                <a:lnTo>
                  <a:pt x="920" y="222"/>
                </a:lnTo>
                <a:lnTo>
                  <a:pt x="921" y="221"/>
                </a:lnTo>
                <a:lnTo>
                  <a:pt x="922" y="221"/>
                </a:lnTo>
                <a:lnTo>
                  <a:pt x="923" y="221"/>
                </a:lnTo>
                <a:lnTo>
                  <a:pt x="924" y="221"/>
                </a:lnTo>
                <a:lnTo>
                  <a:pt x="925" y="221"/>
                </a:lnTo>
                <a:lnTo>
                  <a:pt x="926" y="221"/>
                </a:lnTo>
                <a:lnTo>
                  <a:pt x="927" y="222"/>
                </a:lnTo>
                <a:lnTo>
                  <a:pt x="928" y="222"/>
                </a:lnTo>
                <a:lnTo>
                  <a:pt x="929" y="222"/>
                </a:lnTo>
                <a:lnTo>
                  <a:pt x="931" y="223"/>
                </a:lnTo>
                <a:lnTo>
                  <a:pt x="932" y="223"/>
                </a:lnTo>
                <a:lnTo>
                  <a:pt x="932" y="224"/>
                </a:lnTo>
                <a:lnTo>
                  <a:pt x="933" y="224"/>
                </a:lnTo>
                <a:lnTo>
                  <a:pt x="934" y="224"/>
                </a:lnTo>
                <a:lnTo>
                  <a:pt x="935" y="224"/>
                </a:lnTo>
                <a:lnTo>
                  <a:pt x="935" y="225"/>
                </a:lnTo>
                <a:lnTo>
                  <a:pt x="936" y="225"/>
                </a:lnTo>
                <a:lnTo>
                  <a:pt x="937" y="225"/>
                </a:lnTo>
                <a:lnTo>
                  <a:pt x="938" y="225"/>
                </a:lnTo>
                <a:lnTo>
                  <a:pt x="938" y="226"/>
                </a:lnTo>
                <a:lnTo>
                  <a:pt x="939" y="227"/>
                </a:lnTo>
                <a:lnTo>
                  <a:pt x="940" y="227"/>
                </a:lnTo>
                <a:lnTo>
                  <a:pt x="940" y="226"/>
                </a:lnTo>
                <a:lnTo>
                  <a:pt x="941" y="225"/>
                </a:lnTo>
                <a:lnTo>
                  <a:pt x="943" y="225"/>
                </a:lnTo>
                <a:lnTo>
                  <a:pt x="944" y="225"/>
                </a:lnTo>
                <a:lnTo>
                  <a:pt x="945" y="225"/>
                </a:lnTo>
                <a:lnTo>
                  <a:pt x="946" y="225"/>
                </a:lnTo>
                <a:lnTo>
                  <a:pt x="947" y="224"/>
                </a:lnTo>
                <a:lnTo>
                  <a:pt x="947" y="225"/>
                </a:lnTo>
                <a:lnTo>
                  <a:pt x="948" y="225"/>
                </a:lnTo>
                <a:lnTo>
                  <a:pt x="950" y="226"/>
                </a:lnTo>
                <a:lnTo>
                  <a:pt x="953" y="227"/>
                </a:lnTo>
                <a:lnTo>
                  <a:pt x="956" y="227"/>
                </a:lnTo>
                <a:lnTo>
                  <a:pt x="959" y="226"/>
                </a:lnTo>
                <a:lnTo>
                  <a:pt x="961" y="226"/>
                </a:lnTo>
                <a:lnTo>
                  <a:pt x="963" y="225"/>
                </a:lnTo>
                <a:lnTo>
                  <a:pt x="965" y="223"/>
                </a:lnTo>
                <a:lnTo>
                  <a:pt x="966" y="223"/>
                </a:lnTo>
                <a:lnTo>
                  <a:pt x="967" y="223"/>
                </a:lnTo>
                <a:lnTo>
                  <a:pt x="969" y="223"/>
                </a:lnTo>
                <a:lnTo>
                  <a:pt x="969" y="224"/>
                </a:lnTo>
                <a:lnTo>
                  <a:pt x="970" y="224"/>
                </a:lnTo>
                <a:lnTo>
                  <a:pt x="971" y="223"/>
                </a:lnTo>
                <a:lnTo>
                  <a:pt x="972" y="223"/>
                </a:lnTo>
                <a:lnTo>
                  <a:pt x="974" y="224"/>
                </a:lnTo>
                <a:lnTo>
                  <a:pt x="975" y="224"/>
                </a:lnTo>
                <a:lnTo>
                  <a:pt x="976" y="224"/>
                </a:lnTo>
                <a:lnTo>
                  <a:pt x="977" y="223"/>
                </a:lnTo>
                <a:lnTo>
                  <a:pt x="978" y="223"/>
                </a:lnTo>
                <a:lnTo>
                  <a:pt x="978" y="224"/>
                </a:lnTo>
                <a:lnTo>
                  <a:pt x="979" y="224"/>
                </a:lnTo>
                <a:lnTo>
                  <a:pt x="981" y="224"/>
                </a:lnTo>
                <a:lnTo>
                  <a:pt x="983" y="224"/>
                </a:lnTo>
                <a:lnTo>
                  <a:pt x="985" y="223"/>
                </a:lnTo>
                <a:lnTo>
                  <a:pt x="986" y="223"/>
                </a:lnTo>
                <a:lnTo>
                  <a:pt x="987" y="223"/>
                </a:lnTo>
                <a:lnTo>
                  <a:pt x="988" y="223"/>
                </a:lnTo>
                <a:lnTo>
                  <a:pt x="989" y="224"/>
                </a:lnTo>
                <a:lnTo>
                  <a:pt x="990" y="225"/>
                </a:lnTo>
                <a:lnTo>
                  <a:pt x="991" y="225"/>
                </a:lnTo>
                <a:lnTo>
                  <a:pt x="992" y="226"/>
                </a:lnTo>
                <a:lnTo>
                  <a:pt x="993" y="226"/>
                </a:lnTo>
                <a:lnTo>
                  <a:pt x="995" y="225"/>
                </a:lnTo>
                <a:lnTo>
                  <a:pt x="997" y="225"/>
                </a:lnTo>
                <a:lnTo>
                  <a:pt x="998" y="224"/>
                </a:lnTo>
                <a:lnTo>
                  <a:pt x="1000" y="224"/>
                </a:lnTo>
                <a:lnTo>
                  <a:pt x="1002" y="224"/>
                </a:lnTo>
                <a:lnTo>
                  <a:pt x="1004" y="224"/>
                </a:lnTo>
                <a:lnTo>
                  <a:pt x="1005" y="224"/>
                </a:lnTo>
                <a:lnTo>
                  <a:pt x="1006" y="224"/>
                </a:lnTo>
                <a:lnTo>
                  <a:pt x="1006" y="223"/>
                </a:lnTo>
                <a:lnTo>
                  <a:pt x="1007" y="224"/>
                </a:lnTo>
                <a:lnTo>
                  <a:pt x="1008" y="223"/>
                </a:lnTo>
                <a:lnTo>
                  <a:pt x="1009" y="223"/>
                </a:lnTo>
                <a:lnTo>
                  <a:pt x="1012" y="223"/>
                </a:lnTo>
                <a:lnTo>
                  <a:pt x="1015" y="223"/>
                </a:lnTo>
                <a:lnTo>
                  <a:pt x="1016" y="224"/>
                </a:lnTo>
                <a:lnTo>
                  <a:pt x="1017" y="225"/>
                </a:lnTo>
                <a:lnTo>
                  <a:pt x="1019" y="226"/>
                </a:lnTo>
                <a:lnTo>
                  <a:pt x="1021" y="227"/>
                </a:lnTo>
                <a:lnTo>
                  <a:pt x="1023" y="228"/>
                </a:lnTo>
                <a:lnTo>
                  <a:pt x="1024" y="228"/>
                </a:lnTo>
                <a:lnTo>
                  <a:pt x="1024" y="229"/>
                </a:lnTo>
                <a:lnTo>
                  <a:pt x="1024" y="230"/>
                </a:lnTo>
                <a:lnTo>
                  <a:pt x="1025" y="231"/>
                </a:lnTo>
                <a:lnTo>
                  <a:pt x="1029" y="234"/>
                </a:lnTo>
                <a:lnTo>
                  <a:pt x="1029" y="235"/>
                </a:lnTo>
                <a:lnTo>
                  <a:pt x="1030" y="237"/>
                </a:lnTo>
                <a:lnTo>
                  <a:pt x="1031" y="238"/>
                </a:lnTo>
                <a:lnTo>
                  <a:pt x="1032" y="237"/>
                </a:lnTo>
                <a:lnTo>
                  <a:pt x="1033" y="238"/>
                </a:lnTo>
                <a:lnTo>
                  <a:pt x="1033" y="237"/>
                </a:lnTo>
                <a:lnTo>
                  <a:pt x="1034" y="237"/>
                </a:lnTo>
                <a:lnTo>
                  <a:pt x="1035" y="236"/>
                </a:lnTo>
                <a:lnTo>
                  <a:pt x="1035" y="235"/>
                </a:lnTo>
                <a:lnTo>
                  <a:pt x="1035" y="234"/>
                </a:lnTo>
                <a:lnTo>
                  <a:pt x="1035" y="233"/>
                </a:lnTo>
                <a:lnTo>
                  <a:pt x="1036" y="232"/>
                </a:lnTo>
                <a:lnTo>
                  <a:pt x="1037" y="232"/>
                </a:lnTo>
                <a:lnTo>
                  <a:pt x="1038" y="231"/>
                </a:lnTo>
                <a:lnTo>
                  <a:pt x="1040" y="231"/>
                </a:lnTo>
                <a:lnTo>
                  <a:pt x="1041" y="231"/>
                </a:lnTo>
                <a:lnTo>
                  <a:pt x="1043" y="231"/>
                </a:lnTo>
                <a:lnTo>
                  <a:pt x="1044" y="230"/>
                </a:lnTo>
                <a:lnTo>
                  <a:pt x="1045" y="229"/>
                </a:lnTo>
                <a:lnTo>
                  <a:pt x="1045" y="228"/>
                </a:lnTo>
                <a:lnTo>
                  <a:pt x="1047" y="226"/>
                </a:lnTo>
                <a:lnTo>
                  <a:pt x="1049" y="225"/>
                </a:lnTo>
                <a:lnTo>
                  <a:pt x="1050" y="225"/>
                </a:lnTo>
                <a:lnTo>
                  <a:pt x="1051" y="224"/>
                </a:lnTo>
                <a:lnTo>
                  <a:pt x="1053" y="224"/>
                </a:lnTo>
                <a:lnTo>
                  <a:pt x="1053" y="223"/>
                </a:lnTo>
                <a:lnTo>
                  <a:pt x="1055" y="221"/>
                </a:lnTo>
                <a:lnTo>
                  <a:pt x="1056" y="219"/>
                </a:lnTo>
                <a:lnTo>
                  <a:pt x="1057" y="218"/>
                </a:lnTo>
                <a:lnTo>
                  <a:pt x="1059" y="218"/>
                </a:lnTo>
                <a:lnTo>
                  <a:pt x="1061" y="218"/>
                </a:lnTo>
                <a:lnTo>
                  <a:pt x="1062" y="218"/>
                </a:lnTo>
                <a:lnTo>
                  <a:pt x="1062" y="217"/>
                </a:lnTo>
                <a:lnTo>
                  <a:pt x="1063" y="217"/>
                </a:lnTo>
                <a:lnTo>
                  <a:pt x="1064" y="217"/>
                </a:lnTo>
                <a:lnTo>
                  <a:pt x="1065" y="218"/>
                </a:lnTo>
                <a:lnTo>
                  <a:pt x="1066" y="219"/>
                </a:lnTo>
                <a:lnTo>
                  <a:pt x="1067" y="219"/>
                </a:lnTo>
                <a:lnTo>
                  <a:pt x="1068" y="219"/>
                </a:lnTo>
                <a:lnTo>
                  <a:pt x="1069" y="218"/>
                </a:lnTo>
                <a:lnTo>
                  <a:pt x="1071" y="218"/>
                </a:lnTo>
                <a:lnTo>
                  <a:pt x="1072" y="219"/>
                </a:lnTo>
                <a:lnTo>
                  <a:pt x="1073" y="218"/>
                </a:lnTo>
                <a:lnTo>
                  <a:pt x="1074" y="218"/>
                </a:lnTo>
                <a:lnTo>
                  <a:pt x="1076" y="217"/>
                </a:lnTo>
                <a:lnTo>
                  <a:pt x="1077" y="217"/>
                </a:lnTo>
                <a:lnTo>
                  <a:pt x="1079" y="217"/>
                </a:lnTo>
                <a:lnTo>
                  <a:pt x="1081" y="218"/>
                </a:lnTo>
                <a:lnTo>
                  <a:pt x="1082" y="218"/>
                </a:lnTo>
                <a:lnTo>
                  <a:pt x="1084" y="218"/>
                </a:lnTo>
                <a:lnTo>
                  <a:pt x="1086" y="218"/>
                </a:lnTo>
                <a:lnTo>
                  <a:pt x="1086" y="217"/>
                </a:lnTo>
                <a:lnTo>
                  <a:pt x="1086" y="215"/>
                </a:lnTo>
                <a:lnTo>
                  <a:pt x="1086" y="214"/>
                </a:lnTo>
                <a:lnTo>
                  <a:pt x="1087" y="212"/>
                </a:lnTo>
                <a:lnTo>
                  <a:pt x="1088" y="210"/>
                </a:lnTo>
                <a:lnTo>
                  <a:pt x="1089" y="209"/>
                </a:lnTo>
                <a:lnTo>
                  <a:pt x="1090" y="209"/>
                </a:lnTo>
                <a:lnTo>
                  <a:pt x="1095" y="203"/>
                </a:lnTo>
                <a:lnTo>
                  <a:pt x="1097" y="201"/>
                </a:lnTo>
                <a:lnTo>
                  <a:pt x="1099" y="200"/>
                </a:lnTo>
                <a:lnTo>
                  <a:pt x="1100" y="199"/>
                </a:lnTo>
                <a:lnTo>
                  <a:pt x="1100" y="198"/>
                </a:lnTo>
                <a:lnTo>
                  <a:pt x="1100" y="197"/>
                </a:lnTo>
                <a:lnTo>
                  <a:pt x="1100" y="196"/>
                </a:lnTo>
                <a:lnTo>
                  <a:pt x="1100" y="195"/>
                </a:lnTo>
                <a:lnTo>
                  <a:pt x="1100" y="194"/>
                </a:lnTo>
                <a:lnTo>
                  <a:pt x="1100" y="193"/>
                </a:lnTo>
                <a:lnTo>
                  <a:pt x="1098" y="191"/>
                </a:lnTo>
                <a:lnTo>
                  <a:pt x="1098" y="190"/>
                </a:lnTo>
                <a:lnTo>
                  <a:pt x="1099" y="189"/>
                </a:lnTo>
                <a:lnTo>
                  <a:pt x="1099" y="188"/>
                </a:lnTo>
                <a:lnTo>
                  <a:pt x="1099" y="187"/>
                </a:lnTo>
                <a:lnTo>
                  <a:pt x="1100" y="186"/>
                </a:lnTo>
                <a:lnTo>
                  <a:pt x="1100" y="185"/>
                </a:lnTo>
                <a:lnTo>
                  <a:pt x="1101" y="184"/>
                </a:lnTo>
                <a:lnTo>
                  <a:pt x="1100" y="183"/>
                </a:lnTo>
                <a:lnTo>
                  <a:pt x="1100" y="181"/>
                </a:lnTo>
                <a:lnTo>
                  <a:pt x="1100" y="180"/>
                </a:lnTo>
                <a:lnTo>
                  <a:pt x="1099" y="179"/>
                </a:lnTo>
                <a:lnTo>
                  <a:pt x="1099" y="178"/>
                </a:lnTo>
                <a:lnTo>
                  <a:pt x="1098" y="178"/>
                </a:lnTo>
                <a:lnTo>
                  <a:pt x="1096" y="176"/>
                </a:lnTo>
                <a:lnTo>
                  <a:pt x="1095" y="176"/>
                </a:lnTo>
                <a:lnTo>
                  <a:pt x="1095" y="174"/>
                </a:lnTo>
                <a:lnTo>
                  <a:pt x="1094" y="173"/>
                </a:lnTo>
                <a:lnTo>
                  <a:pt x="1093" y="172"/>
                </a:lnTo>
                <a:lnTo>
                  <a:pt x="1093" y="171"/>
                </a:lnTo>
                <a:lnTo>
                  <a:pt x="1093" y="170"/>
                </a:lnTo>
                <a:lnTo>
                  <a:pt x="1093" y="168"/>
                </a:lnTo>
                <a:lnTo>
                  <a:pt x="1093" y="166"/>
                </a:lnTo>
                <a:lnTo>
                  <a:pt x="1092" y="163"/>
                </a:lnTo>
                <a:lnTo>
                  <a:pt x="1092" y="161"/>
                </a:lnTo>
                <a:lnTo>
                  <a:pt x="1092" y="159"/>
                </a:lnTo>
                <a:lnTo>
                  <a:pt x="1089" y="139"/>
                </a:lnTo>
                <a:lnTo>
                  <a:pt x="1088" y="127"/>
                </a:lnTo>
                <a:lnTo>
                  <a:pt x="1087" y="126"/>
                </a:lnTo>
                <a:lnTo>
                  <a:pt x="1087" y="125"/>
                </a:lnTo>
                <a:lnTo>
                  <a:pt x="1087" y="123"/>
                </a:lnTo>
                <a:lnTo>
                  <a:pt x="1086" y="122"/>
                </a:lnTo>
                <a:lnTo>
                  <a:pt x="1086" y="121"/>
                </a:lnTo>
                <a:lnTo>
                  <a:pt x="1086" y="120"/>
                </a:lnTo>
                <a:lnTo>
                  <a:pt x="1086" y="119"/>
                </a:lnTo>
                <a:lnTo>
                  <a:pt x="1085" y="119"/>
                </a:lnTo>
                <a:lnTo>
                  <a:pt x="1085" y="118"/>
                </a:lnTo>
                <a:lnTo>
                  <a:pt x="1086" y="117"/>
                </a:lnTo>
                <a:lnTo>
                  <a:pt x="1086" y="116"/>
                </a:lnTo>
                <a:lnTo>
                  <a:pt x="1087" y="115"/>
                </a:lnTo>
                <a:lnTo>
                  <a:pt x="1086" y="115"/>
                </a:lnTo>
                <a:lnTo>
                  <a:pt x="1086" y="113"/>
                </a:lnTo>
                <a:lnTo>
                  <a:pt x="1087" y="113"/>
                </a:lnTo>
                <a:lnTo>
                  <a:pt x="1086" y="113"/>
                </a:lnTo>
                <a:lnTo>
                  <a:pt x="1086" y="112"/>
                </a:lnTo>
                <a:lnTo>
                  <a:pt x="1087" y="112"/>
                </a:lnTo>
                <a:lnTo>
                  <a:pt x="1087" y="111"/>
                </a:lnTo>
                <a:lnTo>
                  <a:pt x="1087" y="110"/>
                </a:lnTo>
                <a:lnTo>
                  <a:pt x="1088" y="110"/>
                </a:lnTo>
                <a:lnTo>
                  <a:pt x="1087" y="109"/>
                </a:lnTo>
                <a:lnTo>
                  <a:pt x="1087" y="108"/>
                </a:lnTo>
                <a:lnTo>
                  <a:pt x="1088" y="108"/>
                </a:lnTo>
                <a:lnTo>
                  <a:pt x="1088" y="107"/>
                </a:lnTo>
                <a:lnTo>
                  <a:pt x="1088" y="106"/>
                </a:lnTo>
                <a:lnTo>
                  <a:pt x="1089" y="105"/>
                </a:lnTo>
                <a:lnTo>
                  <a:pt x="1090" y="104"/>
                </a:lnTo>
                <a:lnTo>
                  <a:pt x="1090" y="103"/>
                </a:lnTo>
                <a:lnTo>
                  <a:pt x="1091" y="102"/>
                </a:lnTo>
                <a:lnTo>
                  <a:pt x="1091" y="101"/>
                </a:lnTo>
                <a:lnTo>
                  <a:pt x="1092" y="100"/>
                </a:lnTo>
                <a:lnTo>
                  <a:pt x="1093" y="100"/>
                </a:lnTo>
                <a:lnTo>
                  <a:pt x="1094" y="100"/>
                </a:lnTo>
                <a:lnTo>
                  <a:pt x="1094" y="99"/>
                </a:lnTo>
                <a:lnTo>
                  <a:pt x="1094" y="98"/>
                </a:lnTo>
                <a:lnTo>
                  <a:pt x="1095" y="98"/>
                </a:lnTo>
                <a:lnTo>
                  <a:pt x="1095" y="97"/>
                </a:lnTo>
                <a:lnTo>
                  <a:pt x="1096" y="97"/>
                </a:lnTo>
                <a:lnTo>
                  <a:pt x="1096" y="96"/>
                </a:lnTo>
                <a:lnTo>
                  <a:pt x="1097" y="96"/>
                </a:lnTo>
                <a:lnTo>
                  <a:pt x="1098" y="96"/>
                </a:lnTo>
                <a:lnTo>
                  <a:pt x="1098" y="95"/>
                </a:lnTo>
                <a:lnTo>
                  <a:pt x="1098" y="94"/>
                </a:lnTo>
                <a:lnTo>
                  <a:pt x="1099" y="94"/>
                </a:lnTo>
                <a:lnTo>
                  <a:pt x="1099" y="93"/>
                </a:lnTo>
                <a:lnTo>
                  <a:pt x="1099" y="92"/>
                </a:lnTo>
                <a:lnTo>
                  <a:pt x="1099" y="91"/>
                </a:lnTo>
                <a:lnTo>
                  <a:pt x="1100" y="91"/>
                </a:lnTo>
                <a:lnTo>
                  <a:pt x="1100" y="90"/>
                </a:lnTo>
                <a:lnTo>
                  <a:pt x="1100" y="89"/>
                </a:lnTo>
                <a:lnTo>
                  <a:pt x="1100" y="88"/>
                </a:lnTo>
                <a:lnTo>
                  <a:pt x="1100" y="87"/>
                </a:lnTo>
                <a:lnTo>
                  <a:pt x="1101" y="86"/>
                </a:lnTo>
                <a:lnTo>
                  <a:pt x="1102" y="85"/>
                </a:lnTo>
                <a:lnTo>
                  <a:pt x="1102" y="84"/>
                </a:lnTo>
                <a:lnTo>
                  <a:pt x="1103" y="83"/>
                </a:lnTo>
                <a:lnTo>
                  <a:pt x="1105" y="82"/>
                </a:lnTo>
                <a:lnTo>
                  <a:pt x="1105" y="81"/>
                </a:lnTo>
                <a:lnTo>
                  <a:pt x="1106" y="80"/>
                </a:lnTo>
                <a:lnTo>
                  <a:pt x="1107" y="80"/>
                </a:lnTo>
                <a:lnTo>
                  <a:pt x="1108" y="79"/>
                </a:lnTo>
                <a:lnTo>
                  <a:pt x="1109" y="78"/>
                </a:lnTo>
                <a:lnTo>
                  <a:pt x="1109" y="79"/>
                </a:lnTo>
                <a:lnTo>
                  <a:pt x="1110" y="79"/>
                </a:lnTo>
                <a:lnTo>
                  <a:pt x="1111" y="78"/>
                </a:lnTo>
                <a:lnTo>
                  <a:pt x="1112" y="78"/>
                </a:lnTo>
                <a:lnTo>
                  <a:pt x="1113" y="78"/>
                </a:lnTo>
                <a:lnTo>
                  <a:pt x="1113" y="77"/>
                </a:lnTo>
                <a:lnTo>
                  <a:pt x="1114" y="77"/>
                </a:lnTo>
                <a:lnTo>
                  <a:pt x="1116" y="77"/>
                </a:lnTo>
                <a:lnTo>
                  <a:pt x="1118" y="77"/>
                </a:lnTo>
                <a:lnTo>
                  <a:pt x="1119" y="77"/>
                </a:lnTo>
                <a:lnTo>
                  <a:pt x="1120" y="77"/>
                </a:lnTo>
                <a:lnTo>
                  <a:pt x="1133" y="76"/>
                </a:lnTo>
                <a:lnTo>
                  <a:pt x="1148" y="77"/>
                </a:lnTo>
                <a:lnTo>
                  <a:pt x="1149" y="77"/>
                </a:lnTo>
                <a:lnTo>
                  <a:pt x="1149" y="76"/>
                </a:lnTo>
                <a:lnTo>
                  <a:pt x="1150" y="76"/>
                </a:lnTo>
                <a:lnTo>
                  <a:pt x="1151" y="75"/>
                </a:lnTo>
                <a:lnTo>
                  <a:pt x="1152" y="74"/>
                </a:lnTo>
                <a:lnTo>
                  <a:pt x="1153" y="74"/>
                </a:lnTo>
                <a:lnTo>
                  <a:pt x="1153" y="73"/>
                </a:lnTo>
                <a:lnTo>
                  <a:pt x="1154" y="73"/>
                </a:lnTo>
                <a:lnTo>
                  <a:pt x="1155" y="72"/>
                </a:lnTo>
                <a:lnTo>
                  <a:pt x="1156" y="71"/>
                </a:lnTo>
                <a:lnTo>
                  <a:pt x="1157" y="71"/>
                </a:lnTo>
                <a:lnTo>
                  <a:pt x="1158" y="71"/>
                </a:lnTo>
                <a:lnTo>
                  <a:pt x="1159" y="71"/>
                </a:lnTo>
                <a:lnTo>
                  <a:pt x="1160" y="71"/>
                </a:lnTo>
                <a:lnTo>
                  <a:pt x="1161" y="70"/>
                </a:lnTo>
                <a:lnTo>
                  <a:pt x="1162" y="70"/>
                </a:lnTo>
                <a:lnTo>
                  <a:pt x="1162" y="71"/>
                </a:lnTo>
                <a:lnTo>
                  <a:pt x="1163" y="71"/>
                </a:lnTo>
                <a:lnTo>
                  <a:pt x="1163" y="72"/>
                </a:lnTo>
                <a:lnTo>
                  <a:pt x="1164" y="72"/>
                </a:lnTo>
                <a:lnTo>
                  <a:pt x="1180" y="66"/>
                </a:lnTo>
                <a:lnTo>
                  <a:pt x="1181" y="66"/>
                </a:lnTo>
                <a:lnTo>
                  <a:pt x="1181" y="65"/>
                </a:lnTo>
                <a:lnTo>
                  <a:pt x="1182" y="65"/>
                </a:lnTo>
                <a:lnTo>
                  <a:pt x="1182" y="64"/>
                </a:lnTo>
                <a:lnTo>
                  <a:pt x="1182" y="63"/>
                </a:lnTo>
                <a:lnTo>
                  <a:pt x="1182" y="62"/>
                </a:lnTo>
                <a:lnTo>
                  <a:pt x="1182" y="61"/>
                </a:lnTo>
                <a:lnTo>
                  <a:pt x="1183" y="61"/>
                </a:lnTo>
                <a:lnTo>
                  <a:pt x="1183" y="60"/>
                </a:lnTo>
                <a:lnTo>
                  <a:pt x="1184" y="60"/>
                </a:lnTo>
                <a:lnTo>
                  <a:pt x="1184" y="59"/>
                </a:lnTo>
                <a:lnTo>
                  <a:pt x="1185" y="59"/>
                </a:lnTo>
                <a:lnTo>
                  <a:pt x="1185" y="58"/>
                </a:lnTo>
                <a:lnTo>
                  <a:pt x="1186" y="57"/>
                </a:lnTo>
                <a:lnTo>
                  <a:pt x="1188" y="56"/>
                </a:lnTo>
                <a:lnTo>
                  <a:pt x="1189" y="56"/>
                </a:lnTo>
                <a:lnTo>
                  <a:pt x="1190" y="55"/>
                </a:lnTo>
                <a:lnTo>
                  <a:pt x="1191" y="54"/>
                </a:lnTo>
                <a:lnTo>
                  <a:pt x="1191" y="53"/>
                </a:lnTo>
                <a:lnTo>
                  <a:pt x="1192" y="52"/>
                </a:lnTo>
                <a:lnTo>
                  <a:pt x="1194" y="51"/>
                </a:lnTo>
                <a:lnTo>
                  <a:pt x="1196" y="50"/>
                </a:lnTo>
                <a:lnTo>
                  <a:pt x="1197" y="48"/>
                </a:lnTo>
                <a:lnTo>
                  <a:pt x="1197" y="47"/>
                </a:lnTo>
                <a:lnTo>
                  <a:pt x="1198" y="47"/>
                </a:lnTo>
                <a:lnTo>
                  <a:pt x="1198" y="46"/>
                </a:lnTo>
                <a:lnTo>
                  <a:pt x="1198" y="45"/>
                </a:lnTo>
                <a:lnTo>
                  <a:pt x="1198" y="44"/>
                </a:lnTo>
                <a:lnTo>
                  <a:pt x="1197" y="43"/>
                </a:lnTo>
                <a:lnTo>
                  <a:pt x="1196" y="42"/>
                </a:lnTo>
                <a:lnTo>
                  <a:pt x="1196" y="40"/>
                </a:lnTo>
                <a:lnTo>
                  <a:pt x="1196" y="39"/>
                </a:lnTo>
                <a:lnTo>
                  <a:pt x="1197" y="39"/>
                </a:lnTo>
                <a:lnTo>
                  <a:pt x="1197" y="38"/>
                </a:lnTo>
                <a:lnTo>
                  <a:pt x="1200" y="37"/>
                </a:lnTo>
                <a:lnTo>
                  <a:pt x="1201" y="36"/>
                </a:lnTo>
                <a:lnTo>
                  <a:pt x="1201" y="35"/>
                </a:lnTo>
                <a:lnTo>
                  <a:pt x="1201" y="34"/>
                </a:lnTo>
                <a:lnTo>
                  <a:pt x="1201" y="33"/>
                </a:lnTo>
                <a:lnTo>
                  <a:pt x="1200" y="33"/>
                </a:lnTo>
                <a:lnTo>
                  <a:pt x="1200" y="32"/>
                </a:lnTo>
                <a:lnTo>
                  <a:pt x="1198" y="31"/>
                </a:lnTo>
                <a:lnTo>
                  <a:pt x="1198" y="30"/>
                </a:lnTo>
                <a:lnTo>
                  <a:pt x="1197" y="30"/>
                </a:lnTo>
                <a:lnTo>
                  <a:pt x="1196" y="29"/>
                </a:lnTo>
                <a:lnTo>
                  <a:pt x="1194" y="28"/>
                </a:lnTo>
                <a:lnTo>
                  <a:pt x="1194" y="26"/>
                </a:lnTo>
                <a:lnTo>
                  <a:pt x="1194" y="24"/>
                </a:lnTo>
                <a:lnTo>
                  <a:pt x="1193" y="23"/>
                </a:lnTo>
                <a:lnTo>
                  <a:pt x="1194" y="22"/>
                </a:lnTo>
                <a:lnTo>
                  <a:pt x="1193" y="21"/>
                </a:lnTo>
                <a:lnTo>
                  <a:pt x="1194" y="21"/>
                </a:lnTo>
                <a:lnTo>
                  <a:pt x="1194" y="20"/>
                </a:lnTo>
                <a:lnTo>
                  <a:pt x="1194" y="19"/>
                </a:lnTo>
                <a:lnTo>
                  <a:pt x="1194" y="18"/>
                </a:lnTo>
                <a:lnTo>
                  <a:pt x="1195" y="18"/>
                </a:lnTo>
                <a:lnTo>
                  <a:pt x="1195" y="17"/>
                </a:lnTo>
                <a:lnTo>
                  <a:pt x="1196" y="17"/>
                </a:lnTo>
                <a:lnTo>
                  <a:pt x="1197" y="16"/>
                </a:lnTo>
                <a:lnTo>
                  <a:pt x="1198" y="16"/>
                </a:lnTo>
                <a:lnTo>
                  <a:pt x="1199" y="16"/>
                </a:lnTo>
                <a:lnTo>
                  <a:pt x="1199" y="15"/>
                </a:lnTo>
                <a:lnTo>
                  <a:pt x="1200" y="15"/>
                </a:lnTo>
                <a:lnTo>
                  <a:pt x="1201" y="14"/>
                </a:lnTo>
                <a:lnTo>
                  <a:pt x="1202" y="14"/>
                </a:lnTo>
                <a:lnTo>
                  <a:pt x="1203" y="14"/>
                </a:lnTo>
                <a:lnTo>
                  <a:pt x="1203" y="13"/>
                </a:lnTo>
                <a:lnTo>
                  <a:pt x="1204" y="13"/>
                </a:lnTo>
                <a:lnTo>
                  <a:pt x="1204" y="12"/>
                </a:lnTo>
                <a:lnTo>
                  <a:pt x="1204" y="11"/>
                </a:lnTo>
                <a:lnTo>
                  <a:pt x="1204" y="10"/>
                </a:lnTo>
                <a:lnTo>
                  <a:pt x="1204" y="9"/>
                </a:lnTo>
                <a:lnTo>
                  <a:pt x="1204" y="8"/>
                </a:lnTo>
                <a:lnTo>
                  <a:pt x="1205" y="8"/>
                </a:lnTo>
                <a:lnTo>
                  <a:pt x="1205" y="7"/>
                </a:lnTo>
                <a:lnTo>
                  <a:pt x="1206" y="7"/>
                </a:lnTo>
                <a:lnTo>
                  <a:pt x="1206" y="6"/>
                </a:lnTo>
                <a:lnTo>
                  <a:pt x="1207" y="6"/>
                </a:lnTo>
                <a:lnTo>
                  <a:pt x="1208" y="6"/>
                </a:lnTo>
                <a:lnTo>
                  <a:pt x="1208" y="5"/>
                </a:lnTo>
                <a:lnTo>
                  <a:pt x="1209" y="5"/>
                </a:lnTo>
                <a:lnTo>
                  <a:pt x="1210" y="5"/>
                </a:lnTo>
                <a:lnTo>
                  <a:pt x="1211" y="5"/>
                </a:lnTo>
                <a:lnTo>
                  <a:pt x="1211" y="6"/>
                </a:lnTo>
                <a:lnTo>
                  <a:pt x="1213" y="6"/>
                </a:lnTo>
                <a:lnTo>
                  <a:pt x="1214" y="5"/>
                </a:lnTo>
                <a:lnTo>
                  <a:pt x="1215" y="5"/>
                </a:lnTo>
                <a:lnTo>
                  <a:pt x="1216" y="5"/>
                </a:lnTo>
                <a:lnTo>
                  <a:pt x="1217" y="4"/>
                </a:lnTo>
                <a:lnTo>
                  <a:pt x="1218" y="4"/>
                </a:lnTo>
                <a:lnTo>
                  <a:pt x="1219" y="5"/>
                </a:lnTo>
                <a:lnTo>
                  <a:pt x="1221" y="5"/>
                </a:lnTo>
                <a:lnTo>
                  <a:pt x="1222" y="5"/>
                </a:lnTo>
                <a:lnTo>
                  <a:pt x="1222" y="6"/>
                </a:lnTo>
                <a:lnTo>
                  <a:pt x="1222" y="5"/>
                </a:lnTo>
                <a:lnTo>
                  <a:pt x="1223" y="5"/>
                </a:lnTo>
                <a:lnTo>
                  <a:pt x="1225" y="5"/>
                </a:lnTo>
                <a:lnTo>
                  <a:pt x="1227" y="4"/>
                </a:lnTo>
                <a:lnTo>
                  <a:pt x="1227" y="3"/>
                </a:lnTo>
                <a:lnTo>
                  <a:pt x="1228" y="3"/>
                </a:lnTo>
                <a:lnTo>
                  <a:pt x="1230" y="3"/>
                </a:lnTo>
                <a:lnTo>
                  <a:pt x="1232" y="4"/>
                </a:lnTo>
                <a:lnTo>
                  <a:pt x="1236" y="5"/>
                </a:lnTo>
                <a:lnTo>
                  <a:pt x="1239" y="7"/>
                </a:lnTo>
                <a:lnTo>
                  <a:pt x="1243" y="7"/>
                </a:lnTo>
                <a:lnTo>
                  <a:pt x="1244" y="7"/>
                </a:lnTo>
                <a:lnTo>
                  <a:pt x="1245" y="8"/>
                </a:lnTo>
                <a:lnTo>
                  <a:pt x="1246" y="8"/>
                </a:lnTo>
                <a:lnTo>
                  <a:pt x="1247" y="8"/>
                </a:lnTo>
                <a:lnTo>
                  <a:pt x="1251" y="9"/>
                </a:lnTo>
                <a:lnTo>
                  <a:pt x="1252" y="9"/>
                </a:lnTo>
                <a:lnTo>
                  <a:pt x="1253" y="10"/>
                </a:lnTo>
                <a:lnTo>
                  <a:pt x="1254" y="10"/>
                </a:lnTo>
                <a:lnTo>
                  <a:pt x="1255" y="11"/>
                </a:lnTo>
                <a:lnTo>
                  <a:pt x="1257" y="11"/>
                </a:lnTo>
                <a:lnTo>
                  <a:pt x="1258" y="11"/>
                </a:lnTo>
                <a:lnTo>
                  <a:pt x="1259" y="10"/>
                </a:lnTo>
                <a:lnTo>
                  <a:pt x="1260" y="10"/>
                </a:lnTo>
                <a:lnTo>
                  <a:pt x="1261" y="10"/>
                </a:lnTo>
                <a:lnTo>
                  <a:pt x="1263" y="9"/>
                </a:lnTo>
                <a:lnTo>
                  <a:pt x="1264" y="8"/>
                </a:lnTo>
                <a:lnTo>
                  <a:pt x="1263" y="7"/>
                </a:lnTo>
                <a:lnTo>
                  <a:pt x="1262" y="6"/>
                </a:lnTo>
                <a:lnTo>
                  <a:pt x="1262" y="5"/>
                </a:lnTo>
                <a:lnTo>
                  <a:pt x="1262" y="4"/>
                </a:lnTo>
                <a:lnTo>
                  <a:pt x="1263" y="4"/>
                </a:lnTo>
                <a:lnTo>
                  <a:pt x="1266" y="4"/>
                </a:lnTo>
                <a:lnTo>
                  <a:pt x="1268" y="4"/>
                </a:lnTo>
                <a:lnTo>
                  <a:pt x="1269" y="4"/>
                </a:lnTo>
                <a:lnTo>
                  <a:pt x="1271" y="4"/>
                </a:lnTo>
                <a:lnTo>
                  <a:pt x="1272" y="3"/>
                </a:lnTo>
                <a:lnTo>
                  <a:pt x="1273" y="3"/>
                </a:lnTo>
                <a:lnTo>
                  <a:pt x="1274" y="4"/>
                </a:lnTo>
                <a:lnTo>
                  <a:pt x="1275" y="4"/>
                </a:lnTo>
                <a:lnTo>
                  <a:pt x="1276" y="3"/>
                </a:lnTo>
                <a:lnTo>
                  <a:pt x="1278" y="3"/>
                </a:lnTo>
                <a:lnTo>
                  <a:pt x="1279" y="2"/>
                </a:lnTo>
                <a:lnTo>
                  <a:pt x="1280" y="1"/>
                </a:lnTo>
                <a:lnTo>
                  <a:pt x="1281" y="1"/>
                </a:lnTo>
                <a:lnTo>
                  <a:pt x="1282" y="0"/>
                </a:lnTo>
                <a:lnTo>
                  <a:pt x="1284" y="0"/>
                </a:lnTo>
                <a:lnTo>
                  <a:pt x="1285" y="1"/>
                </a:lnTo>
                <a:lnTo>
                  <a:pt x="1286" y="1"/>
                </a:lnTo>
                <a:lnTo>
                  <a:pt x="1287" y="1"/>
                </a:lnTo>
                <a:lnTo>
                  <a:pt x="1288" y="1"/>
                </a:lnTo>
                <a:lnTo>
                  <a:pt x="1288" y="0"/>
                </a:lnTo>
                <a:lnTo>
                  <a:pt x="1289" y="0"/>
                </a:lnTo>
                <a:lnTo>
                  <a:pt x="1290" y="0"/>
                </a:lnTo>
                <a:lnTo>
                  <a:pt x="1291" y="1"/>
                </a:lnTo>
                <a:lnTo>
                  <a:pt x="1291" y="4"/>
                </a:lnTo>
                <a:lnTo>
                  <a:pt x="1292" y="4"/>
                </a:lnTo>
                <a:lnTo>
                  <a:pt x="1293" y="4"/>
                </a:lnTo>
                <a:lnTo>
                  <a:pt x="1294" y="4"/>
                </a:lnTo>
                <a:lnTo>
                  <a:pt x="1294" y="5"/>
                </a:lnTo>
                <a:lnTo>
                  <a:pt x="1295" y="6"/>
                </a:lnTo>
                <a:lnTo>
                  <a:pt x="1296" y="7"/>
                </a:lnTo>
                <a:lnTo>
                  <a:pt x="1296" y="8"/>
                </a:lnTo>
                <a:lnTo>
                  <a:pt x="1295" y="9"/>
                </a:lnTo>
                <a:lnTo>
                  <a:pt x="1294" y="9"/>
                </a:lnTo>
                <a:lnTo>
                  <a:pt x="1294" y="10"/>
                </a:lnTo>
                <a:lnTo>
                  <a:pt x="1294" y="11"/>
                </a:lnTo>
                <a:lnTo>
                  <a:pt x="1294" y="12"/>
                </a:lnTo>
                <a:lnTo>
                  <a:pt x="1294" y="13"/>
                </a:lnTo>
                <a:lnTo>
                  <a:pt x="1293" y="13"/>
                </a:lnTo>
                <a:lnTo>
                  <a:pt x="1293" y="14"/>
                </a:lnTo>
                <a:lnTo>
                  <a:pt x="1293" y="15"/>
                </a:lnTo>
                <a:lnTo>
                  <a:pt x="1294" y="15"/>
                </a:lnTo>
                <a:lnTo>
                  <a:pt x="1295" y="15"/>
                </a:lnTo>
                <a:lnTo>
                  <a:pt x="1296" y="16"/>
                </a:lnTo>
                <a:lnTo>
                  <a:pt x="1297" y="16"/>
                </a:lnTo>
                <a:lnTo>
                  <a:pt x="1297" y="17"/>
                </a:lnTo>
                <a:lnTo>
                  <a:pt x="1297" y="18"/>
                </a:lnTo>
                <a:lnTo>
                  <a:pt x="1297" y="19"/>
                </a:lnTo>
                <a:lnTo>
                  <a:pt x="1298" y="20"/>
                </a:lnTo>
                <a:lnTo>
                  <a:pt x="1299" y="20"/>
                </a:lnTo>
                <a:lnTo>
                  <a:pt x="1299" y="21"/>
                </a:lnTo>
                <a:lnTo>
                  <a:pt x="1298" y="22"/>
                </a:lnTo>
                <a:lnTo>
                  <a:pt x="1297" y="22"/>
                </a:lnTo>
                <a:lnTo>
                  <a:pt x="1296" y="23"/>
                </a:lnTo>
                <a:lnTo>
                  <a:pt x="1296" y="24"/>
                </a:lnTo>
                <a:lnTo>
                  <a:pt x="1296" y="25"/>
                </a:lnTo>
                <a:lnTo>
                  <a:pt x="1295" y="25"/>
                </a:lnTo>
                <a:lnTo>
                  <a:pt x="1294" y="25"/>
                </a:lnTo>
                <a:lnTo>
                  <a:pt x="1292" y="24"/>
                </a:lnTo>
                <a:lnTo>
                  <a:pt x="1291" y="24"/>
                </a:lnTo>
                <a:lnTo>
                  <a:pt x="1291" y="25"/>
                </a:lnTo>
                <a:lnTo>
                  <a:pt x="1290" y="26"/>
                </a:lnTo>
                <a:lnTo>
                  <a:pt x="1289" y="26"/>
                </a:lnTo>
                <a:lnTo>
                  <a:pt x="1288" y="26"/>
                </a:lnTo>
                <a:lnTo>
                  <a:pt x="1286" y="26"/>
                </a:lnTo>
                <a:lnTo>
                  <a:pt x="1286" y="27"/>
                </a:lnTo>
                <a:lnTo>
                  <a:pt x="1286" y="28"/>
                </a:lnTo>
                <a:lnTo>
                  <a:pt x="1286" y="29"/>
                </a:lnTo>
                <a:lnTo>
                  <a:pt x="1285" y="30"/>
                </a:lnTo>
                <a:lnTo>
                  <a:pt x="1284" y="31"/>
                </a:lnTo>
                <a:lnTo>
                  <a:pt x="1284" y="32"/>
                </a:lnTo>
                <a:lnTo>
                  <a:pt x="1285" y="32"/>
                </a:lnTo>
                <a:lnTo>
                  <a:pt x="1286" y="32"/>
                </a:lnTo>
                <a:lnTo>
                  <a:pt x="1288" y="32"/>
                </a:lnTo>
                <a:lnTo>
                  <a:pt x="1289" y="33"/>
                </a:lnTo>
                <a:lnTo>
                  <a:pt x="1289" y="34"/>
                </a:lnTo>
                <a:lnTo>
                  <a:pt x="1289" y="35"/>
                </a:lnTo>
                <a:lnTo>
                  <a:pt x="1291" y="35"/>
                </a:lnTo>
                <a:lnTo>
                  <a:pt x="1292" y="36"/>
                </a:lnTo>
                <a:lnTo>
                  <a:pt x="1292" y="37"/>
                </a:lnTo>
                <a:lnTo>
                  <a:pt x="1290" y="37"/>
                </a:lnTo>
                <a:lnTo>
                  <a:pt x="1289" y="37"/>
                </a:lnTo>
                <a:lnTo>
                  <a:pt x="1290" y="37"/>
                </a:lnTo>
                <a:lnTo>
                  <a:pt x="1291" y="38"/>
                </a:lnTo>
                <a:lnTo>
                  <a:pt x="1291" y="39"/>
                </a:lnTo>
                <a:lnTo>
                  <a:pt x="1292" y="40"/>
                </a:lnTo>
                <a:lnTo>
                  <a:pt x="1294" y="39"/>
                </a:lnTo>
                <a:lnTo>
                  <a:pt x="1295" y="39"/>
                </a:lnTo>
                <a:lnTo>
                  <a:pt x="1296" y="40"/>
                </a:lnTo>
                <a:lnTo>
                  <a:pt x="1298" y="41"/>
                </a:lnTo>
                <a:lnTo>
                  <a:pt x="1300" y="42"/>
                </a:lnTo>
                <a:lnTo>
                  <a:pt x="1301" y="43"/>
                </a:lnTo>
                <a:lnTo>
                  <a:pt x="1302" y="44"/>
                </a:lnTo>
                <a:lnTo>
                  <a:pt x="1303" y="43"/>
                </a:lnTo>
                <a:lnTo>
                  <a:pt x="1304" y="42"/>
                </a:lnTo>
                <a:lnTo>
                  <a:pt x="1305" y="42"/>
                </a:lnTo>
                <a:lnTo>
                  <a:pt x="1306" y="43"/>
                </a:lnTo>
                <a:lnTo>
                  <a:pt x="1308" y="44"/>
                </a:lnTo>
                <a:lnTo>
                  <a:pt x="1310" y="44"/>
                </a:lnTo>
                <a:lnTo>
                  <a:pt x="1311" y="45"/>
                </a:lnTo>
                <a:lnTo>
                  <a:pt x="1312" y="46"/>
                </a:lnTo>
                <a:lnTo>
                  <a:pt x="1313" y="47"/>
                </a:lnTo>
                <a:lnTo>
                  <a:pt x="1313" y="48"/>
                </a:lnTo>
                <a:lnTo>
                  <a:pt x="1314" y="48"/>
                </a:lnTo>
                <a:lnTo>
                  <a:pt x="1315" y="48"/>
                </a:lnTo>
                <a:lnTo>
                  <a:pt x="1316" y="48"/>
                </a:lnTo>
                <a:lnTo>
                  <a:pt x="1317" y="48"/>
                </a:lnTo>
                <a:lnTo>
                  <a:pt x="1316" y="50"/>
                </a:lnTo>
                <a:lnTo>
                  <a:pt x="1315" y="51"/>
                </a:lnTo>
                <a:lnTo>
                  <a:pt x="1313" y="52"/>
                </a:lnTo>
                <a:lnTo>
                  <a:pt x="1312" y="53"/>
                </a:lnTo>
                <a:lnTo>
                  <a:pt x="1310" y="54"/>
                </a:lnTo>
                <a:lnTo>
                  <a:pt x="1310" y="55"/>
                </a:lnTo>
                <a:lnTo>
                  <a:pt x="1310" y="56"/>
                </a:lnTo>
                <a:lnTo>
                  <a:pt x="1310" y="57"/>
                </a:lnTo>
                <a:lnTo>
                  <a:pt x="1309" y="58"/>
                </a:lnTo>
                <a:lnTo>
                  <a:pt x="1308" y="58"/>
                </a:lnTo>
                <a:lnTo>
                  <a:pt x="1306" y="59"/>
                </a:lnTo>
                <a:lnTo>
                  <a:pt x="1305" y="59"/>
                </a:lnTo>
                <a:lnTo>
                  <a:pt x="1304" y="60"/>
                </a:lnTo>
                <a:lnTo>
                  <a:pt x="1304" y="61"/>
                </a:lnTo>
                <a:lnTo>
                  <a:pt x="1305" y="62"/>
                </a:lnTo>
                <a:lnTo>
                  <a:pt x="1306" y="63"/>
                </a:lnTo>
                <a:lnTo>
                  <a:pt x="1307" y="63"/>
                </a:lnTo>
                <a:lnTo>
                  <a:pt x="1308" y="63"/>
                </a:lnTo>
                <a:lnTo>
                  <a:pt x="1309" y="64"/>
                </a:lnTo>
                <a:lnTo>
                  <a:pt x="1310" y="65"/>
                </a:lnTo>
                <a:lnTo>
                  <a:pt x="1311" y="65"/>
                </a:lnTo>
                <a:lnTo>
                  <a:pt x="1312" y="65"/>
                </a:lnTo>
                <a:lnTo>
                  <a:pt x="1313" y="65"/>
                </a:lnTo>
                <a:lnTo>
                  <a:pt x="1314" y="65"/>
                </a:lnTo>
                <a:lnTo>
                  <a:pt x="1316" y="65"/>
                </a:lnTo>
                <a:lnTo>
                  <a:pt x="1317" y="65"/>
                </a:lnTo>
                <a:lnTo>
                  <a:pt x="1318" y="66"/>
                </a:lnTo>
                <a:lnTo>
                  <a:pt x="1318" y="67"/>
                </a:lnTo>
                <a:lnTo>
                  <a:pt x="1319" y="67"/>
                </a:lnTo>
                <a:lnTo>
                  <a:pt x="1319" y="68"/>
                </a:lnTo>
                <a:lnTo>
                  <a:pt x="1320" y="68"/>
                </a:lnTo>
                <a:lnTo>
                  <a:pt x="1320" y="67"/>
                </a:lnTo>
                <a:lnTo>
                  <a:pt x="1321" y="67"/>
                </a:lnTo>
                <a:lnTo>
                  <a:pt x="1324" y="70"/>
                </a:lnTo>
                <a:lnTo>
                  <a:pt x="1326" y="71"/>
                </a:lnTo>
                <a:lnTo>
                  <a:pt x="1327" y="70"/>
                </a:lnTo>
                <a:lnTo>
                  <a:pt x="1329" y="70"/>
                </a:lnTo>
                <a:lnTo>
                  <a:pt x="1330" y="70"/>
                </a:lnTo>
                <a:lnTo>
                  <a:pt x="1332" y="71"/>
                </a:lnTo>
                <a:lnTo>
                  <a:pt x="1335" y="72"/>
                </a:lnTo>
                <a:lnTo>
                  <a:pt x="1336" y="72"/>
                </a:lnTo>
                <a:lnTo>
                  <a:pt x="1338" y="73"/>
                </a:lnTo>
                <a:lnTo>
                  <a:pt x="1340" y="74"/>
                </a:lnTo>
                <a:lnTo>
                  <a:pt x="1340" y="75"/>
                </a:lnTo>
                <a:lnTo>
                  <a:pt x="1340" y="76"/>
                </a:lnTo>
                <a:lnTo>
                  <a:pt x="1340" y="77"/>
                </a:lnTo>
                <a:lnTo>
                  <a:pt x="1341" y="77"/>
                </a:lnTo>
                <a:lnTo>
                  <a:pt x="1344" y="79"/>
                </a:lnTo>
                <a:lnTo>
                  <a:pt x="1345" y="80"/>
                </a:lnTo>
                <a:lnTo>
                  <a:pt x="1346" y="80"/>
                </a:lnTo>
                <a:lnTo>
                  <a:pt x="1347" y="81"/>
                </a:lnTo>
                <a:lnTo>
                  <a:pt x="1348" y="81"/>
                </a:lnTo>
                <a:lnTo>
                  <a:pt x="1349" y="81"/>
                </a:lnTo>
                <a:lnTo>
                  <a:pt x="1351" y="80"/>
                </a:lnTo>
                <a:lnTo>
                  <a:pt x="1352" y="79"/>
                </a:lnTo>
                <a:lnTo>
                  <a:pt x="1353" y="79"/>
                </a:lnTo>
                <a:lnTo>
                  <a:pt x="1354" y="79"/>
                </a:lnTo>
                <a:lnTo>
                  <a:pt x="1355" y="80"/>
                </a:lnTo>
                <a:lnTo>
                  <a:pt x="1355" y="81"/>
                </a:lnTo>
                <a:lnTo>
                  <a:pt x="1355" y="82"/>
                </a:lnTo>
                <a:lnTo>
                  <a:pt x="1356" y="84"/>
                </a:lnTo>
                <a:lnTo>
                  <a:pt x="1357" y="84"/>
                </a:lnTo>
                <a:lnTo>
                  <a:pt x="1359" y="84"/>
                </a:lnTo>
                <a:lnTo>
                  <a:pt x="1359" y="85"/>
                </a:lnTo>
                <a:lnTo>
                  <a:pt x="1360" y="86"/>
                </a:lnTo>
                <a:lnTo>
                  <a:pt x="1362" y="86"/>
                </a:lnTo>
                <a:lnTo>
                  <a:pt x="1362" y="87"/>
                </a:lnTo>
                <a:lnTo>
                  <a:pt x="1362" y="89"/>
                </a:lnTo>
                <a:lnTo>
                  <a:pt x="1360" y="90"/>
                </a:lnTo>
                <a:lnTo>
                  <a:pt x="1360" y="91"/>
                </a:lnTo>
                <a:lnTo>
                  <a:pt x="1360" y="92"/>
                </a:lnTo>
                <a:lnTo>
                  <a:pt x="1359" y="92"/>
                </a:lnTo>
                <a:lnTo>
                  <a:pt x="1360" y="93"/>
                </a:lnTo>
                <a:lnTo>
                  <a:pt x="1361" y="94"/>
                </a:lnTo>
                <a:lnTo>
                  <a:pt x="1361" y="95"/>
                </a:lnTo>
                <a:lnTo>
                  <a:pt x="1361" y="96"/>
                </a:lnTo>
                <a:lnTo>
                  <a:pt x="1361" y="98"/>
                </a:lnTo>
                <a:lnTo>
                  <a:pt x="1362" y="98"/>
                </a:lnTo>
                <a:lnTo>
                  <a:pt x="1362" y="99"/>
                </a:lnTo>
                <a:lnTo>
                  <a:pt x="1363" y="99"/>
                </a:lnTo>
                <a:lnTo>
                  <a:pt x="1363" y="100"/>
                </a:lnTo>
                <a:lnTo>
                  <a:pt x="1364" y="100"/>
                </a:lnTo>
                <a:lnTo>
                  <a:pt x="1365" y="100"/>
                </a:lnTo>
                <a:lnTo>
                  <a:pt x="1365" y="101"/>
                </a:lnTo>
                <a:lnTo>
                  <a:pt x="1365" y="102"/>
                </a:lnTo>
                <a:lnTo>
                  <a:pt x="1365" y="103"/>
                </a:lnTo>
                <a:lnTo>
                  <a:pt x="1366" y="103"/>
                </a:lnTo>
                <a:lnTo>
                  <a:pt x="1367" y="104"/>
                </a:lnTo>
                <a:lnTo>
                  <a:pt x="1369" y="104"/>
                </a:lnTo>
                <a:lnTo>
                  <a:pt x="1369" y="103"/>
                </a:lnTo>
                <a:lnTo>
                  <a:pt x="1370" y="103"/>
                </a:lnTo>
                <a:lnTo>
                  <a:pt x="1371" y="103"/>
                </a:lnTo>
                <a:lnTo>
                  <a:pt x="1372" y="103"/>
                </a:lnTo>
                <a:lnTo>
                  <a:pt x="1372" y="104"/>
                </a:lnTo>
                <a:lnTo>
                  <a:pt x="1373" y="104"/>
                </a:lnTo>
                <a:lnTo>
                  <a:pt x="1373" y="105"/>
                </a:lnTo>
                <a:lnTo>
                  <a:pt x="1375" y="106"/>
                </a:lnTo>
                <a:lnTo>
                  <a:pt x="1376" y="106"/>
                </a:lnTo>
                <a:lnTo>
                  <a:pt x="1377" y="107"/>
                </a:lnTo>
                <a:lnTo>
                  <a:pt x="1378" y="107"/>
                </a:lnTo>
                <a:lnTo>
                  <a:pt x="1379" y="107"/>
                </a:lnTo>
                <a:lnTo>
                  <a:pt x="1380" y="108"/>
                </a:lnTo>
                <a:lnTo>
                  <a:pt x="1381" y="110"/>
                </a:lnTo>
                <a:lnTo>
                  <a:pt x="1382" y="110"/>
                </a:lnTo>
                <a:lnTo>
                  <a:pt x="1383" y="110"/>
                </a:lnTo>
                <a:lnTo>
                  <a:pt x="1384" y="110"/>
                </a:lnTo>
                <a:lnTo>
                  <a:pt x="1385" y="110"/>
                </a:lnTo>
                <a:lnTo>
                  <a:pt x="1387" y="110"/>
                </a:lnTo>
                <a:lnTo>
                  <a:pt x="1389" y="110"/>
                </a:lnTo>
                <a:lnTo>
                  <a:pt x="1390" y="110"/>
                </a:lnTo>
                <a:lnTo>
                  <a:pt x="1392" y="110"/>
                </a:lnTo>
                <a:lnTo>
                  <a:pt x="1392" y="111"/>
                </a:lnTo>
                <a:lnTo>
                  <a:pt x="1393" y="112"/>
                </a:lnTo>
                <a:lnTo>
                  <a:pt x="1394" y="112"/>
                </a:lnTo>
                <a:lnTo>
                  <a:pt x="1397" y="114"/>
                </a:lnTo>
                <a:lnTo>
                  <a:pt x="1399" y="115"/>
                </a:lnTo>
                <a:lnTo>
                  <a:pt x="1401" y="117"/>
                </a:lnTo>
                <a:lnTo>
                  <a:pt x="1401" y="118"/>
                </a:lnTo>
                <a:lnTo>
                  <a:pt x="1401" y="120"/>
                </a:lnTo>
                <a:lnTo>
                  <a:pt x="1402" y="120"/>
                </a:lnTo>
                <a:lnTo>
                  <a:pt x="1402" y="121"/>
                </a:lnTo>
                <a:lnTo>
                  <a:pt x="1403" y="121"/>
                </a:lnTo>
                <a:lnTo>
                  <a:pt x="1403" y="122"/>
                </a:lnTo>
                <a:lnTo>
                  <a:pt x="1404" y="122"/>
                </a:lnTo>
                <a:lnTo>
                  <a:pt x="1404" y="123"/>
                </a:lnTo>
                <a:lnTo>
                  <a:pt x="1405" y="123"/>
                </a:lnTo>
                <a:lnTo>
                  <a:pt x="1407" y="123"/>
                </a:lnTo>
                <a:lnTo>
                  <a:pt x="1409" y="122"/>
                </a:lnTo>
                <a:lnTo>
                  <a:pt x="1411" y="122"/>
                </a:lnTo>
                <a:lnTo>
                  <a:pt x="1412" y="122"/>
                </a:lnTo>
                <a:lnTo>
                  <a:pt x="1413" y="122"/>
                </a:lnTo>
                <a:lnTo>
                  <a:pt x="1414" y="123"/>
                </a:lnTo>
                <a:lnTo>
                  <a:pt x="1415" y="123"/>
                </a:lnTo>
                <a:lnTo>
                  <a:pt x="1416" y="123"/>
                </a:lnTo>
                <a:lnTo>
                  <a:pt x="1418" y="123"/>
                </a:lnTo>
                <a:lnTo>
                  <a:pt x="1420" y="123"/>
                </a:lnTo>
                <a:lnTo>
                  <a:pt x="1421" y="122"/>
                </a:lnTo>
                <a:lnTo>
                  <a:pt x="1422" y="122"/>
                </a:lnTo>
                <a:lnTo>
                  <a:pt x="1423" y="122"/>
                </a:lnTo>
                <a:lnTo>
                  <a:pt x="1424" y="121"/>
                </a:lnTo>
                <a:lnTo>
                  <a:pt x="1424" y="120"/>
                </a:lnTo>
                <a:lnTo>
                  <a:pt x="1425" y="119"/>
                </a:lnTo>
                <a:lnTo>
                  <a:pt x="1427" y="119"/>
                </a:lnTo>
                <a:lnTo>
                  <a:pt x="1429" y="119"/>
                </a:lnTo>
                <a:lnTo>
                  <a:pt x="1430" y="118"/>
                </a:lnTo>
                <a:lnTo>
                  <a:pt x="1431" y="117"/>
                </a:lnTo>
                <a:lnTo>
                  <a:pt x="1432" y="117"/>
                </a:lnTo>
                <a:lnTo>
                  <a:pt x="1433" y="117"/>
                </a:lnTo>
                <a:lnTo>
                  <a:pt x="1434" y="118"/>
                </a:lnTo>
                <a:lnTo>
                  <a:pt x="1438" y="118"/>
                </a:lnTo>
                <a:lnTo>
                  <a:pt x="1440" y="118"/>
                </a:lnTo>
                <a:lnTo>
                  <a:pt x="1441" y="119"/>
                </a:lnTo>
                <a:lnTo>
                  <a:pt x="1442" y="119"/>
                </a:lnTo>
                <a:lnTo>
                  <a:pt x="1445" y="118"/>
                </a:lnTo>
                <a:lnTo>
                  <a:pt x="1447" y="117"/>
                </a:lnTo>
                <a:lnTo>
                  <a:pt x="1449" y="117"/>
                </a:lnTo>
                <a:lnTo>
                  <a:pt x="1450" y="118"/>
                </a:lnTo>
                <a:lnTo>
                  <a:pt x="1451" y="119"/>
                </a:lnTo>
                <a:lnTo>
                  <a:pt x="1451" y="120"/>
                </a:lnTo>
                <a:lnTo>
                  <a:pt x="1451" y="121"/>
                </a:lnTo>
                <a:lnTo>
                  <a:pt x="1451" y="123"/>
                </a:lnTo>
                <a:lnTo>
                  <a:pt x="1451" y="124"/>
                </a:lnTo>
                <a:lnTo>
                  <a:pt x="1452" y="125"/>
                </a:lnTo>
                <a:lnTo>
                  <a:pt x="1453" y="126"/>
                </a:lnTo>
                <a:lnTo>
                  <a:pt x="1454" y="126"/>
                </a:lnTo>
                <a:lnTo>
                  <a:pt x="1455" y="127"/>
                </a:lnTo>
                <a:lnTo>
                  <a:pt x="1456" y="127"/>
                </a:lnTo>
                <a:lnTo>
                  <a:pt x="1456" y="129"/>
                </a:lnTo>
                <a:lnTo>
                  <a:pt x="1456" y="130"/>
                </a:lnTo>
                <a:lnTo>
                  <a:pt x="1457" y="130"/>
                </a:lnTo>
                <a:lnTo>
                  <a:pt x="1459" y="131"/>
                </a:lnTo>
                <a:lnTo>
                  <a:pt x="1460" y="131"/>
                </a:lnTo>
                <a:lnTo>
                  <a:pt x="1462" y="131"/>
                </a:lnTo>
                <a:lnTo>
                  <a:pt x="1463" y="132"/>
                </a:lnTo>
                <a:lnTo>
                  <a:pt x="1464" y="132"/>
                </a:lnTo>
                <a:lnTo>
                  <a:pt x="1465" y="132"/>
                </a:lnTo>
                <a:lnTo>
                  <a:pt x="1465" y="133"/>
                </a:lnTo>
                <a:lnTo>
                  <a:pt x="1465" y="134"/>
                </a:lnTo>
                <a:lnTo>
                  <a:pt x="1465" y="135"/>
                </a:lnTo>
                <a:lnTo>
                  <a:pt x="1466" y="136"/>
                </a:lnTo>
                <a:lnTo>
                  <a:pt x="1466" y="137"/>
                </a:lnTo>
                <a:lnTo>
                  <a:pt x="1466" y="138"/>
                </a:lnTo>
                <a:lnTo>
                  <a:pt x="1467" y="139"/>
                </a:lnTo>
                <a:lnTo>
                  <a:pt x="1468" y="139"/>
                </a:lnTo>
                <a:lnTo>
                  <a:pt x="1470" y="138"/>
                </a:lnTo>
                <a:lnTo>
                  <a:pt x="1471" y="138"/>
                </a:lnTo>
                <a:lnTo>
                  <a:pt x="1472" y="138"/>
                </a:lnTo>
                <a:lnTo>
                  <a:pt x="1474" y="139"/>
                </a:lnTo>
                <a:lnTo>
                  <a:pt x="1475" y="139"/>
                </a:lnTo>
                <a:lnTo>
                  <a:pt x="1476" y="139"/>
                </a:lnTo>
                <a:lnTo>
                  <a:pt x="1477" y="138"/>
                </a:lnTo>
                <a:lnTo>
                  <a:pt x="1478" y="138"/>
                </a:lnTo>
                <a:lnTo>
                  <a:pt x="1479" y="138"/>
                </a:lnTo>
                <a:lnTo>
                  <a:pt x="1480" y="138"/>
                </a:lnTo>
                <a:lnTo>
                  <a:pt x="1482" y="138"/>
                </a:lnTo>
                <a:lnTo>
                  <a:pt x="1483" y="138"/>
                </a:lnTo>
                <a:lnTo>
                  <a:pt x="1484" y="138"/>
                </a:lnTo>
                <a:lnTo>
                  <a:pt x="1484" y="137"/>
                </a:lnTo>
                <a:lnTo>
                  <a:pt x="1484" y="136"/>
                </a:lnTo>
                <a:lnTo>
                  <a:pt x="1484" y="135"/>
                </a:lnTo>
                <a:lnTo>
                  <a:pt x="1484" y="133"/>
                </a:lnTo>
                <a:lnTo>
                  <a:pt x="1485" y="133"/>
                </a:lnTo>
                <a:lnTo>
                  <a:pt x="1487" y="133"/>
                </a:lnTo>
                <a:lnTo>
                  <a:pt x="1488" y="134"/>
                </a:lnTo>
                <a:lnTo>
                  <a:pt x="1489" y="134"/>
                </a:lnTo>
                <a:lnTo>
                  <a:pt x="1490" y="134"/>
                </a:lnTo>
                <a:lnTo>
                  <a:pt x="1491" y="134"/>
                </a:lnTo>
                <a:lnTo>
                  <a:pt x="1492" y="134"/>
                </a:lnTo>
                <a:lnTo>
                  <a:pt x="1494" y="133"/>
                </a:lnTo>
                <a:lnTo>
                  <a:pt x="1495" y="134"/>
                </a:lnTo>
                <a:lnTo>
                  <a:pt x="1495" y="135"/>
                </a:lnTo>
                <a:lnTo>
                  <a:pt x="1496" y="135"/>
                </a:lnTo>
                <a:lnTo>
                  <a:pt x="1495" y="137"/>
                </a:lnTo>
                <a:lnTo>
                  <a:pt x="1495" y="138"/>
                </a:lnTo>
                <a:lnTo>
                  <a:pt x="1495" y="139"/>
                </a:lnTo>
                <a:lnTo>
                  <a:pt x="1494" y="141"/>
                </a:lnTo>
                <a:lnTo>
                  <a:pt x="1495" y="143"/>
                </a:lnTo>
                <a:lnTo>
                  <a:pt x="1495" y="144"/>
                </a:lnTo>
                <a:lnTo>
                  <a:pt x="1496" y="145"/>
                </a:lnTo>
                <a:lnTo>
                  <a:pt x="1497" y="147"/>
                </a:lnTo>
                <a:lnTo>
                  <a:pt x="1498" y="147"/>
                </a:lnTo>
                <a:lnTo>
                  <a:pt x="1500" y="149"/>
                </a:lnTo>
                <a:lnTo>
                  <a:pt x="1501" y="150"/>
                </a:lnTo>
                <a:lnTo>
                  <a:pt x="1504" y="150"/>
                </a:lnTo>
                <a:lnTo>
                  <a:pt x="1505" y="150"/>
                </a:lnTo>
                <a:lnTo>
                  <a:pt x="1506" y="150"/>
                </a:lnTo>
                <a:lnTo>
                  <a:pt x="1507" y="151"/>
                </a:lnTo>
                <a:lnTo>
                  <a:pt x="1508" y="152"/>
                </a:lnTo>
                <a:lnTo>
                  <a:pt x="1509" y="152"/>
                </a:lnTo>
                <a:lnTo>
                  <a:pt x="1510" y="151"/>
                </a:lnTo>
                <a:lnTo>
                  <a:pt x="1511" y="151"/>
                </a:lnTo>
                <a:lnTo>
                  <a:pt x="1512" y="152"/>
                </a:lnTo>
                <a:lnTo>
                  <a:pt x="1515" y="153"/>
                </a:lnTo>
                <a:lnTo>
                  <a:pt x="1517" y="154"/>
                </a:lnTo>
                <a:lnTo>
                  <a:pt x="1519" y="155"/>
                </a:lnTo>
                <a:lnTo>
                  <a:pt x="1520" y="155"/>
                </a:lnTo>
                <a:lnTo>
                  <a:pt x="1521" y="156"/>
                </a:lnTo>
                <a:lnTo>
                  <a:pt x="1522" y="157"/>
                </a:lnTo>
                <a:lnTo>
                  <a:pt x="1523" y="158"/>
                </a:lnTo>
                <a:lnTo>
                  <a:pt x="1521" y="158"/>
                </a:lnTo>
                <a:lnTo>
                  <a:pt x="1520" y="158"/>
                </a:lnTo>
                <a:lnTo>
                  <a:pt x="1519" y="158"/>
                </a:lnTo>
                <a:lnTo>
                  <a:pt x="1519" y="159"/>
                </a:lnTo>
                <a:lnTo>
                  <a:pt x="1520" y="159"/>
                </a:lnTo>
                <a:lnTo>
                  <a:pt x="1520" y="160"/>
                </a:lnTo>
                <a:lnTo>
                  <a:pt x="1522" y="162"/>
                </a:lnTo>
                <a:lnTo>
                  <a:pt x="1523" y="164"/>
                </a:lnTo>
                <a:lnTo>
                  <a:pt x="1524" y="166"/>
                </a:lnTo>
                <a:lnTo>
                  <a:pt x="1524" y="167"/>
                </a:lnTo>
                <a:lnTo>
                  <a:pt x="1524" y="168"/>
                </a:lnTo>
                <a:lnTo>
                  <a:pt x="1525" y="169"/>
                </a:lnTo>
                <a:lnTo>
                  <a:pt x="1527" y="170"/>
                </a:lnTo>
                <a:lnTo>
                  <a:pt x="1529" y="172"/>
                </a:lnTo>
                <a:lnTo>
                  <a:pt x="1530" y="173"/>
                </a:lnTo>
                <a:lnTo>
                  <a:pt x="1530" y="174"/>
                </a:lnTo>
                <a:lnTo>
                  <a:pt x="1531" y="176"/>
                </a:lnTo>
                <a:lnTo>
                  <a:pt x="1531" y="177"/>
                </a:lnTo>
                <a:lnTo>
                  <a:pt x="1530" y="178"/>
                </a:lnTo>
                <a:lnTo>
                  <a:pt x="1529" y="179"/>
                </a:lnTo>
                <a:lnTo>
                  <a:pt x="1530" y="180"/>
                </a:lnTo>
                <a:lnTo>
                  <a:pt x="1530" y="181"/>
                </a:lnTo>
                <a:lnTo>
                  <a:pt x="1529" y="181"/>
                </a:lnTo>
                <a:lnTo>
                  <a:pt x="1530" y="182"/>
                </a:lnTo>
                <a:lnTo>
                  <a:pt x="1531" y="182"/>
                </a:lnTo>
                <a:lnTo>
                  <a:pt x="1533" y="183"/>
                </a:lnTo>
                <a:lnTo>
                  <a:pt x="1534" y="183"/>
                </a:lnTo>
                <a:lnTo>
                  <a:pt x="1535" y="184"/>
                </a:lnTo>
                <a:lnTo>
                  <a:pt x="1535" y="185"/>
                </a:lnTo>
                <a:lnTo>
                  <a:pt x="1534" y="186"/>
                </a:lnTo>
                <a:lnTo>
                  <a:pt x="1533" y="187"/>
                </a:lnTo>
                <a:lnTo>
                  <a:pt x="1533" y="188"/>
                </a:lnTo>
                <a:lnTo>
                  <a:pt x="1534" y="189"/>
                </a:lnTo>
                <a:lnTo>
                  <a:pt x="1533" y="190"/>
                </a:lnTo>
                <a:lnTo>
                  <a:pt x="1532" y="191"/>
                </a:lnTo>
                <a:lnTo>
                  <a:pt x="1532" y="192"/>
                </a:lnTo>
                <a:lnTo>
                  <a:pt x="1534" y="193"/>
                </a:lnTo>
                <a:lnTo>
                  <a:pt x="1536" y="196"/>
                </a:lnTo>
                <a:lnTo>
                  <a:pt x="1537" y="199"/>
                </a:lnTo>
                <a:lnTo>
                  <a:pt x="1538" y="200"/>
                </a:lnTo>
                <a:lnTo>
                  <a:pt x="1538" y="201"/>
                </a:lnTo>
                <a:lnTo>
                  <a:pt x="1539" y="202"/>
                </a:lnTo>
                <a:lnTo>
                  <a:pt x="1541" y="204"/>
                </a:lnTo>
                <a:lnTo>
                  <a:pt x="1541" y="205"/>
                </a:lnTo>
                <a:lnTo>
                  <a:pt x="1542" y="206"/>
                </a:lnTo>
                <a:lnTo>
                  <a:pt x="1543" y="207"/>
                </a:lnTo>
                <a:lnTo>
                  <a:pt x="1544" y="208"/>
                </a:lnTo>
                <a:lnTo>
                  <a:pt x="1545" y="210"/>
                </a:lnTo>
                <a:lnTo>
                  <a:pt x="1546" y="210"/>
                </a:lnTo>
                <a:lnTo>
                  <a:pt x="1547" y="210"/>
                </a:lnTo>
                <a:lnTo>
                  <a:pt x="1547" y="211"/>
                </a:lnTo>
                <a:lnTo>
                  <a:pt x="1547" y="212"/>
                </a:lnTo>
                <a:lnTo>
                  <a:pt x="1547" y="213"/>
                </a:lnTo>
                <a:lnTo>
                  <a:pt x="1548" y="214"/>
                </a:lnTo>
                <a:lnTo>
                  <a:pt x="1550" y="215"/>
                </a:lnTo>
                <a:lnTo>
                  <a:pt x="1550" y="216"/>
                </a:lnTo>
                <a:lnTo>
                  <a:pt x="1551" y="217"/>
                </a:lnTo>
                <a:lnTo>
                  <a:pt x="1552" y="218"/>
                </a:lnTo>
                <a:lnTo>
                  <a:pt x="1553" y="219"/>
                </a:lnTo>
                <a:lnTo>
                  <a:pt x="1554" y="221"/>
                </a:lnTo>
                <a:lnTo>
                  <a:pt x="1555" y="222"/>
                </a:lnTo>
                <a:lnTo>
                  <a:pt x="1556" y="222"/>
                </a:lnTo>
                <a:lnTo>
                  <a:pt x="1556" y="223"/>
                </a:lnTo>
                <a:lnTo>
                  <a:pt x="1556" y="224"/>
                </a:lnTo>
                <a:lnTo>
                  <a:pt x="1557" y="224"/>
                </a:lnTo>
                <a:lnTo>
                  <a:pt x="1557" y="225"/>
                </a:lnTo>
                <a:lnTo>
                  <a:pt x="1558" y="224"/>
                </a:lnTo>
                <a:lnTo>
                  <a:pt x="1560" y="224"/>
                </a:lnTo>
                <a:lnTo>
                  <a:pt x="1562" y="224"/>
                </a:lnTo>
                <a:lnTo>
                  <a:pt x="1564" y="225"/>
                </a:lnTo>
                <a:lnTo>
                  <a:pt x="1565" y="225"/>
                </a:lnTo>
                <a:lnTo>
                  <a:pt x="1566" y="226"/>
                </a:lnTo>
                <a:lnTo>
                  <a:pt x="1567" y="227"/>
                </a:lnTo>
                <a:lnTo>
                  <a:pt x="1568" y="227"/>
                </a:lnTo>
                <a:lnTo>
                  <a:pt x="1569" y="228"/>
                </a:lnTo>
                <a:lnTo>
                  <a:pt x="1570" y="229"/>
                </a:lnTo>
                <a:lnTo>
                  <a:pt x="1571" y="230"/>
                </a:lnTo>
                <a:lnTo>
                  <a:pt x="1571" y="231"/>
                </a:lnTo>
                <a:lnTo>
                  <a:pt x="1571" y="232"/>
                </a:lnTo>
                <a:lnTo>
                  <a:pt x="1571" y="233"/>
                </a:lnTo>
                <a:lnTo>
                  <a:pt x="1571" y="234"/>
                </a:lnTo>
                <a:lnTo>
                  <a:pt x="1572" y="234"/>
                </a:lnTo>
                <a:lnTo>
                  <a:pt x="1572" y="235"/>
                </a:lnTo>
                <a:lnTo>
                  <a:pt x="1574" y="236"/>
                </a:lnTo>
                <a:lnTo>
                  <a:pt x="1574" y="239"/>
                </a:lnTo>
                <a:lnTo>
                  <a:pt x="1573" y="240"/>
                </a:lnTo>
                <a:lnTo>
                  <a:pt x="1573" y="241"/>
                </a:lnTo>
                <a:lnTo>
                  <a:pt x="1575" y="244"/>
                </a:lnTo>
                <a:lnTo>
                  <a:pt x="1577" y="244"/>
                </a:lnTo>
                <a:lnTo>
                  <a:pt x="1577" y="245"/>
                </a:lnTo>
                <a:lnTo>
                  <a:pt x="1577" y="246"/>
                </a:lnTo>
                <a:lnTo>
                  <a:pt x="1578" y="247"/>
                </a:lnTo>
                <a:lnTo>
                  <a:pt x="1579" y="247"/>
                </a:lnTo>
                <a:lnTo>
                  <a:pt x="1579" y="248"/>
                </a:lnTo>
                <a:lnTo>
                  <a:pt x="1580" y="248"/>
                </a:lnTo>
                <a:lnTo>
                  <a:pt x="1580" y="249"/>
                </a:lnTo>
                <a:lnTo>
                  <a:pt x="1582" y="252"/>
                </a:lnTo>
                <a:lnTo>
                  <a:pt x="1583" y="253"/>
                </a:lnTo>
                <a:lnTo>
                  <a:pt x="1581" y="257"/>
                </a:lnTo>
                <a:lnTo>
                  <a:pt x="1580" y="263"/>
                </a:lnTo>
                <a:lnTo>
                  <a:pt x="1579" y="266"/>
                </a:lnTo>
                <a:lnTo>
                  <a:pt x="1580" y="266"/>
                </a:lnTo>
                <a:lnTo>
                  <a:pt x="1580" y="267"/>
                </a:lnTo>
                <a:lnTo>
                  <a:pt x="1584" y="267"/>
                </a:lnTo>
                <a:lnTo>
                  <a:pt x="1585" y="268"/>
                </a:lnTo>
                <a:lnTo>
                  <a:pt x="1585" y="269"/>
                </a:lnTo>
                <a:lnTo>
                  <a:pt x="1585" y="270"/>
                </a:lnTo>
                <a:lnTo>
                  <a:pt x="1584" y="270"/>
                </a:lnTo>
                <a:lnTo>
                  <a:pt x="1584" y="271"/>
                </a:lnTo>
                <a:lnTo>
                  <a:pt x="1583" y="271"/>
                </a:lnTo>
                <a:lnTo>
                  <a:pt x="1583" y="272"/>
                </a:lnTo>
                <a:lnTo>
                  <a:pt x="1583" y="274"/>
                </a:lnTo>
                <a:lnTo>
                  <a:pt x="1581" y="275"/>
                </a:lnTo>
                <a:lnTo>
                  <a:pt x="1581" y="276"/>
                </a:lnTo>
                <a:lnTo>
                  <a:pt x="1581" y="277"/>
                </a:lnTo>
                <a:lnTo>
                  <a:pt x="1580" y="279"/>
                </a:lnTo>
                <a:lnTo>
                  <a:pt x="1580" y="281"/>
                </a:lnTo>
                <a:lnTo>
                  <a:pt x="1578" y="282"/>
                </a:lnTo>
                <a:lnTo>
                  <a:pt x="1578" y="283"/>
                </a:lnTo>
                <a:lnTo>
                  <a:pt x="1577" y="284"/>
                </a:lnTo>
                <a:lnTo>
                  <a:pt x="1577" y="285"/>
                </a:lnTo>
                <a:lnTo>
                  <a:pt x="1577" y="286"/>
                </a:lnTo>
                <a:lnTo>
                  <a:pt x="1576" y="287"/>
                </a:lnTo>
                <a:lnTo>
                  <a:pt x="1575" y="289"/>
                </a:lnTo>
                <a:lnTo>
                  <a:pt x="1573" y="290"/>
                </a:lnTo>
                <a:lnTo>
                  <a:pt x="1572" y="291"/>
                </a:lnTo>
                <a:lnTo>
                  <a:pt x="1571" y="292"/>
                </a:lnTo>
                <a:lnTo>
                  <a:pt x="1571" y="293"/>
                </a:lnTo>
                <a:lnTo>
                  <a:pt x="1570" y="293"/>
                </a:lnTo>
                <a:lnTo>
                  <a:pt x="1570" y="294"/>
                </a:lnTo>
                <a:lnTo>
                  <a:pt x="1569" y="294"/>
                </a:lnTo>
                <a:lnTo>
                  <a:pt x="1569" y="295"/>
                </a:lnTo>
                <a:lnTo>
                  <a:pt x="1570" y="297"/>
                </a:lnTo>
                <a:lnTo>
                  <a:pt x="1571" y="298"/>
                </a:lnTo>
                <a:lnTo>
                  <a:pt x="1574" y="302"/>
                </a:lnTo>
                <a:lnTo>
                  <a:pt x="1573" y="303"/>
                </a:lnTo>
                <a:lnTo>
                  <a:pt x="1576" y="310"/>
                </a:lnTo>
                <a:lnTo>
                  <a:pt x="1579" y="313"/>
                </a:lnTo>
                <a:lnTo>
                  <a:pt x="1579" y="318"/>
                </a:lnTo>
                <a:lnTo>
                  <a:pt x="1579" y="319"/>
                </a:lnTo>
                <a:lnTo>
                  <a:pt x="1580" y="320"/>
                </a:lnTo>
                <a:lnTo>
                  <a:pt x="1580" y="321"/>
                </a:lnTo>
                <a:lnTo>
                  <a:pt x="1580" y="322"/>
                </a:lnTo>
                <a:lnTo>
                  <a:pt x="1580" y="323"/>
                </a:lnTo>
                <a:lnTo>
                  <a:pt x="1579" y="324"/>
                </a:lnTo>
                <a:lnTo>
                  <a:pt x="1578" y="326"/>
                </a:lnTo>
                <a:lnTo>
                  <a:pt x="1577" y="326"/>
                </a:lnTo>
                <a:lnTo>
                  <a:pt x="1572" y="330"/>
                </a:lnTo>
                <a:lnTo>
                  <a:pt x="1570" y="333"/>
                </a:lnTo>
                <a:lnTo>
                  <a:pt x="1568" y="334"/>
                </a:lnTo>
                <a:lnTo>
                  <a:pt x="1564" y="337"/>
                </a:lnTo>
                <a:lnTo>
                  <a:pt x="1558" y="346"/>
                </a:lnTo>
                <a:lnTo>
                  <a:pt x="1552" y="354"/>
                </a:lnTo>
                <a:lnTo>
                  <a:pt x="1549" y="367"/>
                </a:lnTo>
                <a:lnTo>
                  <a:pt x="1548" y="373"/>
                </a:lnTo>
                <a:lnTo>
                  <a:pt x="1548" y="376"/>
                </a:lnTo>
                <a:lnTo>
                  <a:pt x="1548" y="378"/>
                </a:lnTo>
                <a:lnTo>
                  <a:pt x="1550" y="380"/>
                </a:lnTo>
                <a:lnTo>
                  <a:pt x="1551" y="381"/>
                </a:lnTo>
                <a:lnTo>
                  <a:pt x="1553" y="381"/>
                </a:lnTo>
                <a:lnTo>
                  <a:pt x="1555" y="383"/>
                </a:lnTo>
                <a:lnTo>
                  <a:pt x="1556" y="384"/>
                </a:lnTo>
                <a:lnTo>
                  <a:pt x="1557" y="384"/>
                </a:lnTo>
                <a:lnTo>
                  <a:pt x="1558" y="387"/>
                </a:lnTo>
                <a:lnTo>
                  <a:pt x="1558" y="388"/>
                </a:lnTo>
                <a:lnTo>
                  <a:pt x="1559" y="391"/>
                </a:lnTo>
                <a:lnTo>
                  <a:pt x="1561" y="395"/>
                </a:lnTo>
                <a:lnTo>
                  <a:pt x="1561" y="397"/>
                </a:lnTo>
                <a:lnTo>
                  <a:pt x="1560" y="398"/>
                </a:lnTo>
                <a:lnTo>
                  <a:pt x="1563" y="398"/>
                </a:lnTo>
                <a:lnTo>
                  <a:pt x="1567" y="400"/>
                </a:lnTo>
                <a:lnTo>
                  <a:pt x="1569" y="403"/>
                </a:lnTo>
                <a:lnTo>
                  <a:pt x="1566" y="407"/>
                </a:lnTo>
                <a:lnTo>
                  <a:pt x="1568" y="408"/>
                </a:lnTo>
                <a:lnTo>
                  <a:pt x="1567" y="409"/>
                </a:lnTo>
                <a:lnTo>
                  <a:pt x="1575" y="408"/>
                </a:lnTo>
                <a:lnTo>
                  <a:pt x="1578" y="406"/>
                </a:lnTo>
                <a:lnTo>
                  <a:pt x="1580" y="406"/>
                </a:lnTo>
                <a:lnTo>
                  <a:pt x="1583" y="407"/>
                </a:lnTo>
                <a:lnTo>
                  <a:pt x="1585" y="406"/>
                </a:lnTo>
                <a:lnTo>
                  <a:pt x="1587" y="406"/>
                </a:lnTo>
                <a:lnTo>
                  <a:pt x="1588" y="407"/>
                </a:lnTo>
                <a:lnTo>
                  <a:pt x="1589" y="406"/>
                </a:lnTo>
                <a:lnTo>
                  <a:pt x="1591" y="407"/>
                </a:lnTo>
                <a:lnTo>
                  <a:pt x="1593" y="408"/>
                </a:lnTo>
                <a:lnTo>
                  <a:pt x="1593" y="409"/>
                </a:lnTo>
                <a:lnTo>
                  <a:pt x="1594" y="410"/>
                </a:lnTo>
                <a:lnTo>
                  <a:pt x="1595" y="412"/>
                </a:lnTo>
                <a:lnTo>
                  <a:pt x="1596" y="412"/>
                </a:lnTo>
                <a:lnTo>
                  <a:pt x="1597" y="412"/>
                </a:lnTo>
                <a:lnTo>
                  <a:pt x="1598" y="412"/>
                </a:lnTo>
                <a:lnTo>
                  <a:pt x="1599" y="413"/>
                </a:lnTo>
                <a:lnTo>
                  <a:pt x="1599" y="414"/>
                </a:lnTo>
                <a:lnTo>
                  <a:pt x="1600" y="414"/>
                </a:lnTo>
                <a:lnTo>
                  <a:pt x="1601" y="414"/>
                </a:lnTo>
                <a:lnTo>
                  <a:pt x="1603" y="415"/>
                </a:lnTo>
                <a:lnTo>
                  <a:pt x="1605" y="415"/>
                </a:lnTo>
                <a:lnTo>
                  <a:pt x="1608" y="415"/>
                </a:lnTo>
                <a:lnTo>
                  <a:pt x="1610" y="416"/>
                </a:lnTo>
                <a:lnTo>
                  <a:pt x="1612" y="417"/>
                </a:lnTo>
                <a:lnTo>
                  <a:pt x="1613" y="417"/>
                </a:lnTo>
                <a:lnTo>
                  <a:pt x="1613" y="415"/>
                </a:lnTo>
                <a:lnTo>
                  <a:pt x="1617" y="412"/>
                </a:lnTo>
                <a:lnTo>
                  <a:pt x="1618" y="412"/>
                </a:lnTo>
                <a:lnTo>
                  <a:pt x="1619" y="413"/>
                </a:lnTo>
                <a:lnTo>
                  <a:pt x="1621" y="414"/>
                </a:lnTo>
                <a:lnTo>
                  <a:pt x="1622" y="416"/>
                </a:lnTo>
                <a:lnTo>
                  <a:pt x="1623" y="418"/>
                </a:lnTo>
                <a:lnTo>
                  <a:pt x="1626" y="419"/>
                </a:lnTo>
                <a:lnTo>
                  <a:pt x="1629" y="421"/>
                </a:lnTo>
                <a:lnTo>
                  <a:pt x="1630" y="420"/>
                </a:lnTo>
                <a:lnTo>
                  <a:pt x="1634" y="421"/>
                </a:lnTo>
                <a:lnTo>
                  <a:pt x="1638" y="421"/>
                </a:lnTo>
                <a:lnTo>
                  <a:pt x="1639" y="422"/>
                </a:lnTo>
                <a:lnTo>
                  <a:pt x="1642" y="421"/>
                </a:lnTo>
                <a:lnTo>
                  <a:pt x="1650" y="420"/>
                </a:lnTo>
                <a:lnTo>
                  <a:pt x="1658" y="420"/>
                </a:lnTo>
                <a:lnTo>
                  <a:pt x="1663" y="420"/>
                </a:lnTo>
                <a:lnTo>
                  <a:pt x="1665" y="420"/>
                </a:lnTo>
                <a:lnTo>
                  <a:pt x="1667" y="420"/>
                </a:lnTo>
                <a:lnTo>
                  <a:pt x="1668" y="420"/>
                </a:lnTo>
                <a:lnTo>
                  <a:pt x="1673" y="420"/>
                </a:lnTo>
                <a:lnTo>
                  <a:pt x="1677" y="420"/>
                </a:lnTo>
                <a:lnTo>
                  <a:pt x="1681" y="422"/>
                </a:lnTo>
                <a:lnTo>
                  <a:pt x="1686" y="425"/>
                </a:lnTo>
                <a:lnTo>
                  <a:pt x="1690" y="427"/>
                </a:lnTo>
                <a:lnTo>
                  <a:pt x="1691" y="426"/>
                </a:lnTo>
                <a:lnTo>
                  <a:pt x="1692" y="426"/>
                </a:lnTo>
                <a:lnTo>
                  <a:pt x="1697" y="425"/>
                </a:lnTo>
                <a:lnTo>
                  <a:pt x="1699" y="427"/>
                </a:lnTo>
                <a:lnTo>
                  <a:pt x="1705" y="426"/>
                </a:lnTo>
                <a:lnTo>
                  <a:pt x="1712" y="428"/>
                </a:lnTo>
                <a:lnTo>
                  <a:pt x="1715" y="428"/>
                </a:lnTo>
                <a:lnTo>
                  <a:pt x="1717" y="426"/>
                </a:lnTo>
                <a:lnTo>
                  <a:pt x="1719" y="426"/>
                </a:lnTo>
                <a:lnTo>
                  <a:pt x="1722" y="426"/>
                </a:lnTo>
                <a:lnTo>
                  <a:pt x="1727" y="426"/>
                </a:lnTo>
                <a:lnTo>
                  <a:pt x="1730" y="425"/>
                </a:lnTo>
                <a:lnTo>
                  <a:pt x="1732" y="425"/>
                </a:lnTo>
                <a:lnTo>
                  <a:pt x="1733" y="425"/>
                </a:lnTo>
                <a:lnTo>
                  <a:pt x="1734" y="424"/>
                </a:lnTo>
                <a:lnTo>
                  <a:pt x="1736" y="424"/>
                </a:lnTo>
                <a:lnTo>
                  <a:pt x="1738" y="423"/>
                </a:lnTo>
                <a:lnTo>
                  <a:pt x="1744" y="424"/>
                </a:lnTo>
                <a:lnTo>
                  <a:pt x="1747" y="423"/>
                </a:lnTo>
                <a:lnTo>
                  <a:pt x="1748" y="423"/>
                </a:lnTo>
                <a:lnTo>
                  <a:pt x="1749" y="424"/>
                </a:lnTo>
                <a:lnTo>
                  <a:pt x="1750" y="424"/>
                </a:lnTo>
                <a:lnTo>
                  <a:pt x="1751" y="425"/>
                </a:lnTo>
                <a:lnTo>
                  <a:pt x="1752" y="426"/>
                </a:lnTo>
                <a:lnTo>
                  <a:pt x="1755" y="427"/>
                </a:lnTo>
                <a:lnTo>
                  <a:pt x="1756" y="427"/>
                </a:lnTo>
                <a:lnTo>
                  <a:pt x="1757" y="428"/>
                </a:lnTo>
                <a:lnTo>
                  <a:pt x="1758" y="428"/>
                </a:lnTo>
                <a:lnTo>
                  <a:pt x="1758" y="427"/>
                </a:lnTo>
                <a:lnTo>
                  <a:pt x="1759" y="427"/>
                </a:lnTo>
                <a:lnTo>
                  <a:pt x="1760" y="427"/>
                </a:lnTo>
                <a:lnTo>
                  <a:pt x="1763" y="427"/>
                </a:lnTo>
                <a:lnTo>
                  <a:pt x="1764" y="427"/>
                </a:lnTo>
                <a:lnTo>
                  <a:pt x="1766" y="427"/>
                </a:lnTo>
                <a:lnTo>
                  <a:pt x="1767" y="428"/>
                </a:lnTo>
                <a:lnTo>
                  <a:pt x="1771" y="427"/>
                </a:lnTo>
                <a:lnTo>
                  <a:pt x="1772" y="427"/>
                </a:lnTo>
                <a:lnTo>
                  <a:pt x="1773" y="427"/>
                </a:lnTo>
                <a:lnTo>
                  <a:pt x="1780" y="429"/>
                </a:lnTo>
                <a:lnTo>
                  <a:pt x="1781" y="429"/>
                </a:lnTo>
                <a:lnTo>
                  <a:pt x="1782" y="429"/>
                </a:lnTo>
                <a:lnTo>
                  <a:pt x="1784" y="430"/>
                </a:lnTo>
                <a:lnTo>
                  <a:pt x="1786" y="430"/>
                </a:lnTo>
                <a:lnTo>
                  <a:pt x="1787" y="429"/>
                </a:lnTo>
                <a:lnTo>
                  <a:pt x="1788" y="429"/>
                </a:lnTo>
                <a:lnTo>
                  <a:pt x="1789" y="430"/>
                </a:lnTo>
                <a:lnTo>
                  <a:pt x="1791" y="430"/>
                </a:lnTo>
                <a:lnTo>
                  <a:pt x="1792" y="430"/>
                </a:lnTo>
                <a:lnTo>
                  <a:pt x="1793" y="430"/>
                </a:lnTo>
                <a:lnTo>
                  <a:pt x="1794" y="431"/>
                </a:lnTo>
                <a:lnTo>
                  <a:pt x="1795" y="431"/>
                </a:lnTo>
                <a:lnTo>
                  <a:pt x="1796" y="432"/>
                </a:lnTo>
                <a:lnTo>
                  <a:pt x="1797" y="433"/>
                </a:lnTo>
                <a:lnTo>
                  <a:pt x="1798" y="433"/>
                </a:lnTo>
                <a:lnTo>
                  <a:pt x="1799" y="433"/>
                </a:lnTo>
                <a:lnTo>
                  <a:pt x="1800" y="433"/>
                </a:lnTo>
                <a:lnTo>
                  <a:pt x="1801" y="432"/>
                </a:lnTo>
                <a:lnTo>
                  <a:pt x="1802" y="432"/>
                </a:lnTo>
                <a:lnTo>
                  <a:pt x="1803" y="433"/>
                </a:lnTo>
                <a:lnTo>
                  <a:pt x="1804" y="433"/>
                </a:lnTo>
                <a:lnTo>
                  <a:pt x="1804" y="432"/>
                </a:lnTo>
                <a:lnTo>
                  <a:pt x="1804" y="431"/>
                </a:lnTo>
                <a:lnTo>
                  <a:pt x="1805" y="432"/>
                </a:lnTo>
                <a:lnTo>
                  <a:pt x="1808" y="433"/>
                </a:lnTo>
                <a:lnTo>
                  <a:pt x="1810" y="434"/>
                </a:lnTo>
                <a:lnTo>
                  <a:pt x="1812" y="435"/>
                </a:lnTo>
                <a:lnTo>
                  <a:pt x="1814" y="436"/>
                </a:lnTo>
                <a:lnTo>
                  <a:pt x="1816" y="437"/>
                </a:lnTo>
                <a:lnTo>
                  <a:pt x="1817" y="437"/>
                </a:lnTo>
                <a:lnTo>
                  <a:pt x="1819" y="438"/>
                </a:lnTo>
                <a:lnTo>
                  <a:pt x="1820" y="439"/>
                </a:lnTo>
                <a:lnTo>
                  <a:pt x="1823" y="439"/>
                </a:lnTo>
                <a:lnTo>
                  <a:pt x="1823" y="440"/>
                </a:lnTo>
                <a:lnTo>
                  <a:pt x="1823" y="441"/>
                </a:lnTo>
                <a:lnTo>
                  <a:pt x="1824" y="442"/>
                </a:lnTo>
                <a:lnTo>
                  <a:pt x="1827" y="443"/>
                </a:lnTo>
                <a:lnTo>
                  <a:pt x="1831" y="445"/>
                </a:lnTo>
                <a:lnTo>
                  <a:pt x="1833" y="446"/>
                </a:lnTo>
                <a:lnTo>
                  <a:pt x="1839" y="449"/>
                </a:lnTo>
                <a:lnTo>
                  <a:pt x="1844" y="451"/>
                </a:lnTo>
                <a:lnTo>
                  <a:pt x="1847" y="452"/>
                </a:lnTo>
                <a:lnTo>
                  <a:pt x="1851" y="454"/>
                </a:lnTo>
                <a:lnTo>
                  <a:pt x="1854" y="455"/>
                </a:lnTo>
                <a:lnTo>
                  <a:pt x="1862" y="460"/>
                </a:lnTo>
                <a:lnTo>
                  <a:pt x="1865" y="461"/>
                </a:lnTo>
                <a:lnTo>
                  <a:pt x="1868" y="462"/>
                </a:lnTo>
                <a:lnTo>
                  <a:pt x="1869" y="463"/>
                </a:lnTo>
                <a:lnTo>
                  <a:pt x="1869" y="464"/>
                </a:lnTo>
                <a:lnTo>
                  <a:pt x="1872" y="467"/>
                </a:lnTo>
                <a:lnTo>
                  <a:pt x="1874" y="469"/>
                </a:lnTo>
                <a:lnTo>
                  <a:pt x="1878" y="470"/>
                </a:lnTo>
                <a:lnTo>
                  <a:pt x="1878" y="471"/>
                </a:lnTo>
                <a:lnTo>
                  <a:pt x="1879" y="473"/>
                </a:lnTo>
                <a:lnTo>
                  <a:pt x="1880" y="475"/>
                </a:lnTo>
                <a:lnTo>
                  <a:pt x="1880" y="476"/>
                </a:lnTo>
                <a:lnTo>
                  <a:pt x="1880" y="477"/>
                </a:lnTo>
                <a:lnTo>
                  <a:pt x="1881" y="478"/>
                </a:lnTo>
                <a:lnTo>
                  <a:pt x="1883" y="477"/>
                </a:lnTo>
                <a:lnTo>
                  <a:pt x="1885" y="477"/>
                </a:lnTo>
                <a:lnTo>
                  <a:pt x="1888" y="478"/>
                </a:lnTo>
                <a:lnTo>
                  <a:pt x="1892" y="479"/>
                </a:lnTo>
                <a:lnTo>
                  <a:pt x="1897" y="482"/>
                </a:lnTo>
                <a:lnTo>
                  <a:pt x="1903" y="484"/>
                </a:lnTo>
                <a:lnTo>
                  <a:pt x="1909" y="490"/>
                </a:lnTo>
                <a:lnTo>
                  <a:pt x="1910" y="491"/>
                </a:lnTo>
                <a:lnTo>
                  <a:pt x="1913" y="495"/>
                </a:lnTo>
                <a:lnTo>
                  <a:pt x="1914" y="496"/>
                </a:lnTo>
                <a:lnTo>
                  <a:pt x="1916" y="496"/>
                </a:lnTo>
                <a:lnTo>
                  <a:pt x="1917" y="496"/>
                </a:lnTo>
                <a:lnTo>
                  <a:pt x="1918" y="496"/>
                </a:lnTo>
                <a:lnTo>
                  <a:pt x="1920" y="496"/>
                </a:lnTo>
                <a:lnTo>
                  <a:pt x="1921" y="497"/>
                </a:lnTo>
                <a:lnTo>
                  <a:pt x="1922" y="497"/>
                </a:lnTo>
                <a:lnTo>
                  <a:pt x="1923" y="498"/>
                </a:lnTo>
                <a:lnTo>
                  <a:pt x="1924" y="498"/>
                </a:lnTo>
                <a:lnTo>
                  <a:pt x="1926" y="498"/>
                </a:lnTo>
                <a:lnTo>
                  <a:pt x="1928" y="499"/>
                </a:lnTo>
                <a:lnTo>
                  <a:pt x="1929" y="499"/>
                </a:lnTo>
                <a:lnTo>
                  <a:pt x="1930" y="499"/>
                </a:lnTo>
                <a:lnTo>
                  <a:pt x="1930" y="500"/>
                </a:lnTo>
                <a:lnTo>
                  <a:pt x="1930" y="499"/>
                </a:lnTo>
                <a:lnTo>
                  <a:pt x="1931" y="499"/>
                </a:lnTo>
                <a:lnTo>
                  <a:pt x="1932" y="500"/>
                </a:lnTo>
                <a:lnTo>
                  <a:pt x="1933" y="500"/>
                </a:lnTo>
                <a:lnTo>
                  <a:pt x="1934" y="501"/>
                </a:lnTo>
                <a:lnTo>
                  <a:pt x="1935" y="502"/>
                </a:lnTo>
                <a:lnTo>
                  <a:pt x="1936" y="503"/>
                </a:lnTo>
                <a:lnTo>
                  <a:pt x="1938" y="505"/>
                </a:lnTo>
                <a:lnTo>
                  <a:pt x="1941" y="504"/>
                </a:lnTo>
                <a:lnTo>
                  <a:pt x="1950" y="503"/>
                </a:lnTo>
                <a:lnTo>
                  <a:pt x="1956" y="503"/>
                </a:lnTo>
                <a:lnTo>
                  <a:pt x="1967" y="501"/>
                </a:lnTo>
                <a:lnTo>
                  <a:pt x="1976" y="500"/>
                </a:lnTo>
                <a:lnTo>
                  <a:pt x="1977" y="501"/>
                </a:lnTo>
                <a:lnTo>
                  <a:pt x="1977" y="503"/>
                </a:lnTo>
                <a:lnTo>
                  <a:pt x="1975" y="506"/>
                </a:lnTo>
                <a:lnTo>
                  <a:pt x="1972" y="507"/>
                </a:lnTo>
                <a:lnTo>
                  <a:pt x="1970" y="513"/>
                </a:lnTo>
                <a:lnTo>
                  <a:pt x="1970" y="522"/>
                </a:lnTo>
                <a:lnTo>
                  <a:pt x="1968" y="529"/>
                </a:lnTo>
                <a:lnTo>
                  <a:pt x="1972" y="529"/>
                </a:lnTo>
                <a:lnTo>
                  <a:pt x="1977" y="531"/>
                </a:lnTo>
                <a:lnTo>
                  <a:pt x="1981" y="531"/>
                </a:lnTo>
                <a:lnTo>
                  <a:pt x="1986" y="531"/>
                </a:lnTo>
                <a:lnTo>
                  <a:pt x="1988" y="535"/>
                </a:lnTo>
                <a:lnTo>
                  <a:pt x="1989" y="537"/>
                </a:lnTo>
                <a:lnTo>
                  <a:pt x="1990" y="539"/>
                </a:lnTo>
                <a:lnTo>
                  <a:pt x="1991" y="541"/>
                </a:lnTo>
                <a:lnTo>
                  <a:pt x="1993" y="543"/>
                </a:lnTo>
                <a:lnTo>
                  <a:pt x="1995" y="547"/>
                </a:lnTo>
                <a:lnTo>
                  <a:pt x="1997" y="554"/>
                </a:lnTo>
                <a:lnTo>
                  <a:pt x="1999" y="560"/>
                </a:lnTo>
                <a:lnTo>
                  <a:pt x="2002" y="565"/>
                </a:lnTo>
                <a:lnTo>
                  <a:pt x="2003" y="567"/>
                </a:lnTo>
                <a:lnTo>
                  <a:pt x="2004" y="571"/>
                </a:lnTo>
                <a:lnTo>
                  <a:pt x="2005" y="573"/>
                </a:lnTo>
                <a:lnTo>
                  <a:pt x="2012" y="585"/>
                </a:lnTo>
                <a:lnTo>
                  <a:pt x="2016" y="591"/>
                </a:lnTo>
                <a:lnTo>
                  <a:pt x="2017" y="605"/>
                </a:lnTo>
                <a:lnTo>
                  <a:pt x="2020" y="609"/>
                </a:lnTo>
                <a:lnTo>
                  <a:pt x="2023" y="611"/>
                </a:lnTo>
                <a:lnTo>
                  <a:pt x="2029" y="616"/>
                </a:lnTo>
                <a:lnTo>
                  <a:pt x="2029" y="617"/>
                </a:lnTo>
                <a:lnTo>
                  <a:pt x="2039" y="625"/>
                </a:lnTo>
                <a:lnTo>
                  <a:pt x="2061" y="644"/>
                </a:lnTo>
                <a:lnTo>
                  <a:pt x="2063" y="662"/>
                </a:lnTo>
                <a:close/>
              </a:path>
            </a:pathLst>
          </a:custGeom>
          <a:solidFill>
            <a:srgbClr val="FCFEC5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6" name=""/>
          <p:cNvSpPr/>
          <p:nvPr/>
        </p:nvSpPr>
        <p:spPr>
          <a:xfrm>
            <a:off x="2284200" y="214020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7" name=""/>
          <p:cNvSpPr/>
          <p:nvPr/>
        </p:nvSpPr>
        <p:spPr>
          <a:xfrm>
            <a:off x="2263320" y="21373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3"/>
                </a:move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8" name=""/>
          <p:cNvSpPr/>
          <p:nvPr/>
        </p:nvSpPr>
        <p:spPr>
          <a:xfrm>
            <a:off x="2269800" y="2135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9" name=""/>
          <p:cNvSpPr/>
          <p:nvPr/>
        </p:nvSpPr>
        <p:spPr>
          <a:xfrm>
            <a:off x="2271600" y="21358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" name=""/>
          <p:cNvSpPr/>
          <p:nvPr/>
        </p:nvSpPr>
        <p:spPr>
          <a:xfrm>
            <a:off x="2266560" y="2135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" name=""/>
          <p:cNvSpPr/>
          <p:nvPr/>
        </p:nvSpPr>
        <p:spPr>
          <a:xfrm>
            <a:off x="2266200" y="21355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" name=""/>
          <p:cNvSpPr/>
          <p:nvPr/>
        </p:nvSpPr>
        <p:spPr>
          <a:xfrm>
            <a:off x="2266920" y="213156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3" name=""/>
          <p:cNvSpPr/>
          <p:nvPr/>
        </p:nvSpPr>
        <p:spPr>
          <a:xfrm>
            <a:off x="2265840" y="213084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1"/>
                </a:moveTo>
                <a:lnTo>
                  <a:pt x="2" y="0"/>
                </a:lnTo>
                <a:lnTo>
                  <a:pt x="3" y="1"/>
                </a:lnTo>
                <a:lnTo>
                  <a:pt x="3" y="2"/>
                </a:lnTo>
                <a:lnTo>
                  <a:pt x="3" y="4"/>
                </a:lnTo>
                <a:lnTo>
                  <a:pt x="3" y="2"/>
                </a:lnTo>
                <a:lnTo>
                  <a:pt x="3" y="4"/>
                </a:lnTo>
                <a:lnTo>
                  <a:pt x="5" y="4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" name=""/>
          <p:cNvSpPr/>
          <p:nvPr/>
        </p:nvSpPr>
        <p:spPr>
          <a:xfrm>
            <a:off x="2260080" y="21301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5" name=""/>
          <p:cNvSpPr/>
          <p:nvPr/>
        </p:nvSpPr>
        <p:spPr>
          <a:xfrm>
            <a:off x="2266560" y="21272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6" name=""/>
          <p:cNvSpPr/>
          <p:nvPr/>
        </p:nvSpPr>
        <p:spPr>
          <a:xfrm>
            <a:off x="2282400" y="2126160"/>
            <a:ext cx="3600" cy="3240"/>
          </a:xfrm>
          <a:custGeom>
            <a:avLst/>
            <a:gdLst/>
            <a:ahLst/>
            <a:rect l="0" t="0" r="r" b="b"/>
            <a:pathLst>
              <a:path w="10" h="9">
                <a:moveTo>
                  <a:pt x="9" y="2"/>
                </a:moveTo>
                <a:lnTo>
                  <a:pt x="7" y="2"/>
                </a:lnTo>
                <a:lnTo>
                  <a:pt x="7" y="3"/>
                </a:lnTo>
                <a:lnTo>
                  <a:pt x="6" y="3"/>
                </a:lnTo>
                <a:lnTo>
                  <a:pt x="6" y="4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6" y="5"/>
                </a:lnTo>
                <a:lnTo>
                  <a:pt x="5" y="5"/>
                </a:lnTo>
                <a:lnTo>
                  <a:pt x="5" y="4"/>
                </a:lnTo>
                <a:lnTo>
                  <a:pt x="5" y="5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2" y="6"/>
                </a:lnTo>
                <a:lnTo>
                  <a:pt x="2" y="7"/>
                </a:lnTo>
                <a:lnTo>
                  <a:pt x="2" y="9"/>
                </a:lnTo>
                <a:lnTo>
                  <a:pt x="1" y="7"/>
                </a:lnTo>
                <a:lnTo>
                  <a:pt x="2" y="7"/>
                </a:lnTo>
                <a:lnTo>
                  <a:pt x="2" y="6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2" y="5"/>
                </a:lnTo>
                <a:lnTo>
                  <a:pt x="3" y="4"/>
                </a:lnTo>
                <a:lnTo>
                  <a:pt x="4" y="3"/>
                </a:lnTo>
                <a:lnTo>
                  <a:pt x="5" y="3"/>
                </a:lnTo>
                <a:lnTo>
                  <a:pt x="6" y="2"/>
                </a:lnTo>
                <a:lnTo>
                  <a:pt x="7" y="0"/>
                </a:lnTo>
                <a:lnTo>
                  <a:pt x="9" y="0"/>
                </a:lnTo>
                <a:lnTo>
                  <a:pt x="10" y="0"/>
                </a:lnTo>
                <a:lnTo>
                  <a:pt x="10" y="2"/>
                </a:lnTo>
                <a:lnTo>
                  <a:pt x="9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7" name=""/>
          <p:cNvSpPr/>
          <p:nvPr/>
        </p:nvSpPr>
        <p:spPr>
          <a:xfrm>
            <a:off x="2267640" y="2122920"/>
            <a:ext cx="5400" cy="4320"/>
          </a:xfrm>
          <a:custGeom>
            <a:avLst/>
            <a:gdLst/>
            <a:ahLst/>
            <a:rect l="0" t="0" r="r" b="b"/>
            <a:pathLst>
              <a:path w="15" h="12">
                <a:moveTo>
                  <a:pt x="10" y="1"/>
                </a:moveTo>
                <a:lnTo>
                  <a:pt x="11" y="2"/>
                </a:lnTo>
                <a:lnTo>
                  <a:pt x="11" y="1"/>
                </a:lnTo>
                <a:lnTo>
                  <a:pt x="12" y="1"/>
                </a:lnTo>
                <a:lnTo>
                  <a:pt x="12" y="2"/>
                </a:lnTo>
                <a:lnTo>
                  <a:pt x="12" y="3"/>
                </a:lnTo>
                <a:lnTo>
                  <a:pt x="12" y="4"/>
                </a:lnTo>
                <a:lnTo>
                  <a:pt x="14" y="5"/>
                </a:lnTo>
                <a:lnTo>
                  <a:pt x="15" y="5"/>
                </a:lnTo>
                <a:lnTo>
                  <a:pt x="15" y="6"/>
                </a:lnTo>
                <a:lnTo>
                  <a:pt x="14" y="6"/>
                </a:lnTo>
                <a:lnTo>
                  <a:pt x="12" y="6"/>
                </a:lnTo>
                <a:lnTo>
                  <a:pt x="12" y="5"/>
                </a:lnTo>
                <a:lnTo>
                  <a:pt x="11" y="5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6" y="9"/>
                </a:lnTo>
                <a:lnTo>
                  <a:pt x="6" y="10"/>
                </a:lnTo>
                <a:lnTo>
                  <a:pt x="6" y="11"/>
                </a:lnTo>
                <a:lnTo>
                  <a:pt x="5" y="11"/>
                </a:lnTo>
                <a:lnTo>
                  <a:pt x="4" y="11"/>
                </a:lnTo>
                <a:lnTo>
                  <a:pt x="3" y="11"/>
                </a:lnTo>
                <a:lnTo>
                  <a:pt x="3" y="12"/>
                </a:lnTo>
                <a:lnTo>
                  <a:pt x="3" y="11"/>
                </a:lnTo>
                <a:lnTo>
                  <a:pt x="3" y="10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1" y="9"/>
                </a:lnTo>
                <a:lnTo>
                  <a:pt x="1" y="10"/>
                </a:lnTo>
                <a:lnTo>
                  <a:pt x="2" y="10"/>
                </a:lnTo>
                <a:lnTo>
                  <a:pt x="2" y="9"/>
                </a:lnTo>
                <a:lnTo>
                  <a:pt x="3" y="9"/>
                </a:lnTo>
                <a:lnTo>
                  <a:pt x="3" y="10"/>
                </a:lnTo>
                <a:lnTo>
                  <a:pt x="4" y="9"/>
                </a:lnTo>
                <a:lnTo>
                  <a:pt x="3" y="9"/>
                </a:lnTo>
                <a:lnTo>
                  <a:pt x="4" y="9"/>
                </a:lnTo>
                <a:lnTo>
                  <a:pt x="5" y="9"/>
                </a:lnTo>
                <a:lnTo>
                  <a:pt x="5" y="10"/>
                </a:lnTo>
                <a:lnTo>
                  <a:pt x="5" y="9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3" y="6"/>
                </a:lnTo>
                <a:lnTo>
                  <a:pt x="3" y="7"/>
                </a:lnTo>
                <a:lnTo>
                  <a:pt x="2" y="6"/>
                </a:lnTo>
                <a:lnTo>
                  <a:pt x="2" y="5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2" y="5"/>
                </a:lnTo>
                <a:lnTo>
                  <a:pt x="1" y="5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6" y="3"/>
                </a:lnTo>
                <a:lnTo>
                  <a:pt x="6" y="2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7" y="1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9" y="1"/>
                </a:lnTo>
                <a:lnTo>
                  <a:pt x="10" y="0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" name=""/>
          <p:cNvSpPr/>
          <p:nvPr/>
        </p:nvSpPr>
        <p:spPr>
          <a:xfrm>
            <a:off x="2265120" y="2121480"/>
            <a:ext cx="2880" cy="3600"/>
          </a:xfrm>
          <a:custGeom>
            <a:avLst/>
            <a:gdLst/>
            <a:ahLst/>
            <a:rect l="0" t="0" r="r" b="b"/>
            <a:pathLst>
              <a:path w="8" h="10">
                <a:moveTo>
                  <a:pt x="6" y="1"/>
                </a:moveTo>
                <a:lnTo>
                  <a:pt x="7" y="1"/>
                </a:lnTo>
                <a:lnTo>
                  <a:pt x="8" y="1"/>
                </a:lnTo>
                <a:lnTo>
                  <a:pt x="8" y="2"/>
                </a:lnTo>
                <a:lnTo>
                  <a:pt x="7" y="2"/>
                </a:lnTo>
                <a:lnTo>
                  <a:pt x="6" y="2"/>
                </a:lnTo>
                <a:lnTo>
                  <a:pt x="6" y="3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4" y="6"/>
                </a:lnTo>
                <a:lnTo>
                  <a:pt x="6" y="6"/>
                </a:lnTo>
                <a:lnTo>
                  <a:pt x="6" y="8"/>
                </a:lnTo>
                <a:lnTo>
                  <a:pt x="4" y="8"/>
                </a:lnTo>
                <a:lnTo>
                  <a:pt x="4" y="9"/>
                </a:lnTo>
                <a:lnTo>
                  <a:pt x="6" y="9"/>
                </a:lnTo>
                <a:lnTo>
                  <a:pt x="6" y="10"/>
                </a:lnTo>
                <a:lnTo>
                  <a:pt x="4" y="10"/>
                </a:lnTo>
                <a:lnTo>
                  <a:pt x="3" y="10"/>
                </a:lnTo>
                <a:lnTo>
                  <a:pt x="3" y="9"/>
                </a:lnTo>
                <a:lnTo>
                  <a:pt x="3" y="10"/>
                </a:lnTo>
                <a:lnTo>
                  <a:pt x="2" y="10"/>
                </a:lnTo>
                <a:lnTo>
                  <a:pt x="1" y="10"/>
                </a:lnTo>
                <a:lnTo>
                  <a:pt x="0" y="10"/>
                </a:lnTo>
                <a:lnTo>
                  <a:pt x="1" y="10"/>
                </a:lnTo>
                <a:lnTo>
                  <a:pt x="1" y="9"/>
                </a:lnTo>
                <a:lnTo>
                  <a:pt x="2" y="9"/>
                </a:lnTo>
                <a:lnTo>
                  <a:pt x="3" y="9"/>
                </a:lnTo>
                <a:lnTo>
                  <a:pt x="3" y="8"/>
                </a:lnTo>
                <a:lnTo>
                  <a:pt x="3" y="6"/>
                </a:lnTo>
                <a:lnTo>
                  <a:pt x="2" y="6"/>
                </a:lnTo>
                <a:lnTo>
                  <a:pt x="3" y="5"/>
                </a:ln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4" y="4"/>
                </a:lnTo>
                <a:lnTo>
                  <a:pt x="3" y="3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6" y="0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" name=""/>
          <p:cNvSpPr/>
          <p:nvPr/>
        </p:nvSpPr>
        <p:spPr>
          <a:xfrm>
            <a:off x="2269440" y="21225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" name=""/>
          <p:cNvSpPr/>
          <p:nvPr/>
        </p:nvSpPr>
        <p:spPr>
          <a:xfrm>
            <a:off x="2268000" y="212040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4" y="1"/>
                </a:moveTo>
                <a:lnTo>
                  <a:pt x="5" y="1"/>
                </a:lnTo>
                <a:lnTo>
                  <a:pt x="6" y="2"/>
                </a:lnTo>
                <a:lnTo>
                  <a:pt x="6" y="4"/>
                </a:lnTo>
                <a:lnTo>
                  <a:pt x="5" y="4"/>
                </a:lnTo>
                <a:lnTo>
                  <a:pt x="5" y="5"/>
                </a:lnTo>
                <a:lnTo>
                  <a:pt x="5" y="6"/>
                </a:lnTo>
                <a:lnTo>
                  <a:pt x="6" y="6"/>
                </a:lnTo>
                <a:lnTo>
                  <a:pt x="6" y="5"/>
                </a:lnTo>
                <a:lnTo>
                  <a:pt x="6" y="6"/>
                </a:lnTo>
                <a:lnTo>
                  <a:pt x="5" y="6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4" y="6"/>
                </a:lnTo>
                <a:lnTo>
                  <a:pt x="5" y="6"/>
                </a:lnTo>
                <a:lnTo>
                  <a:pt x="5" y="5"/>
                </a:ln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1" name=""/>
          <p:cNvSpPr/>
          <p:nvPr/>
        </p:nvSpPr>
        <p:spPr>
          <a:xfrm>
            <a:off x="2266560" y="2121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" name=""/>
          <p:cNvSpPr/>
          <p:nvPr/>
        </p:nvSpPr>
        <p:spPr>
          <a:xfrm>
            <a:off x="2269440" y="211752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2" y="3"/>
                </a:move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2334600" y="21837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2331000" y="2179080"/>
            <a:ext cx="3600" cy="3600"/>
          </a:xfrm>
          <a:custGeom>
            <a:avLst/>
            <a:gdLst/>
            <a:ahLst/>
            <a:rect l="0" t="0" r="r" b="b"/>
            <a:pathLst>
              <a:path w="10" h="10">
                <a:moveTo>
                  <a:pt x="3" y="0"/>
                </a:moveTo>
                <a:lnTo>
                  <a:pt x="4" y="0"/>
                </a:lnTo>
                <a:lnTo>
                  <a:pt x="5" y="0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2"/>
                </a:lnTo>
                <a:lnTo>
                  <a:pt x="8" y="3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8" y="5"/>
                </a:lnTo>
                <a:lnTo>
                  <a:pt x="9" y="6"/>
                </a:lnTo>
                <a:lnTo>
                  <a:pt x="10" y="6"/>
                </a:lnTo>
                <a:lnTo>
                  <a:pt x="10" y="8"/>
                </a:lnTo>
                <a:lnTo>
                  <a:pt x="10" y="9"/>
                </a:lnTo>
                <a:lnTo>
                  <a:pt x="10" y="10"/>
                </a:lnTo>
                <a:lnTo>
                  <a:pt x="9" y="10"/>
                </a:lnTo>
                <a:lnTo>
                  <a:pt x="9" y="9"/>
                </a:lnTo>
                <a:lnTo>
                  <a:pt x="8" y="9"/>
                </a:lnTo>
                <a:lnTo>
                  <a:pt x="7" y="8"/>
                </a:lnTo>
                <a:lnTo>
                  <a:pt x="6" y="6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5" name=""/>
          <p:cNvSpPr/>
          <p:nvPr/>
        </p:nvSpPr>
        <p:spPr>
          <a:xfrm>
            <a:off x="2293920" y="216900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0" y="6"/>
                </a:move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6"/>
                </a:lnTo>
                <a:lnTo>
                  <a:pt x="0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6" name=""/>
          <p:cNvSpPr/>
          <p:nvPr/>
        </p:nvSpPr>
        <p:spPr>
          <a:xfrm>
            <a:off x="2291040" y="215964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1" y="1"/>
                </a:moveTo>
                <a:lnTo>
                  <a:pt x="3" y="1"/>
                </a:lnTo>
                <a:lnTo>
                  <a:pt x="3" y="2"/>
                </a:lnTo>
                <a:lnTo>
                  <a:pt x="3" y="3"/>
                </a:lnTo>
                <a:lnTo>
                  <a:pt x="4" y="3"/>
                </a:lnTo>
                <a:lnTo>
                  <a:pt x="4" y="5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3" y="3"/>
                </a:lnTo>
                <a:lnTo>
                  <a:pt x="3" y="2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" name=""/>
          <p:cNvSpPr/>
          <p:nvPr/>
        </p:nvSpPr>
        <p:spPr>
          <a:xfrm>
            <a:off x="2331360" y="21582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" name=""/>
          <p:cNvSpPr/>
          <p:nvPr/>
        </p:nvSpPr>
        <p:spPr>
          <a:xfrm>
            <a:off x="2329920" y="215712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4" y="1"/>
                </a:move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" name=""/>
          <p:cNvSpPr/>
          <p:nvPr/>
        </p:nvSpPr>
        <p:spPr>
          <a:xfrm>
            <a:off x="2285280" y="213588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3"/>
                </a:move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" name=""/>
          <p:cNvSpPr/>
          <p:nvPr/>
        </p:nvSpPr>
        <p:spPr>
          <a:xfrm>
            <a:off x="2287080" y="21261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1" name=""/>
          <p:cNvSpPr/>
          <p:nvPr/>
        </p:nvSpPr>
        <p:spPr>
          <a:xfrm>
            <a:off x="2283480" y="2060640"/>
            <a:ext cx="64080" cy="125640"/>
          </a:xfrm>
          <a:custGeom>
            <a:avLst/>
            <a:gdLst/>
            <a:ahLst/>
            <a:rect l="0" t="0" r="r" b="b"/>
            <a:pathLst>
              <a:path w="178" h="349">
                <a:moveTo>
                  <a:pt x="139" y="1"/>
                </a:moveTo>
                <a:lnTo>
                  <a:pt x="140" y="1"/>
                </a:lnTo>
                <a:lnTo>
                  <a:pt x="140" y="0"/>
                </a:lnTo>
                <a:lnTo>
                  <a:pt x="140" y="1"/>
                </a:lnTo>
                <a:lnTo>
                  <a:pt x="141" y="1"/>
                </a:lnTo>
                <a:lnTo>
                  <a:pt x="142" y="1"/>
                </a:lnTo>
                <a:lnTo>
                  <a:pt x="142" y="3"/>
                </a:lnTo>
                <a:lnTo>
                  <a:pt x="143" y="3"/>
                </a:lnTo>
                <a:lnTo>
                  <a:pt x="144" y="3"/>
                </a:lnTo>
                <a:lnTo>
                  <a:pt x="145" y="4"/>
                </a:lnTo>
                <a:lnTo>
                  <a:pt x="145" y="5"/>
                </a:lnTo>
                <a:lnTo>
                  <a:pt x="145" y="6"/>
                </a:lnTo>
                <a:lnTo>
                  <a:pt x="145" y="7"/>
                </a:lnTo>
                <a:lnTo>
                  <a:pt x="146" y="8"/>
                </a:lnTo>
                <a:lnTo>
                  <a:pt x="147" y="8"/>
                </a:lnTo>
                <a:lnTo>
                  <a:pt x="147" y="9"/>
                </a:lnTo>
                <a:lnTo>
                  <a:pt x="147" y="10"/>
                </a:lnTo>
                <a:lnTo>
                  <a:pt x="148" y="10"/>
                </a:lnTo>
                <a:lnTo>
                  <a:pt x="148" y="11"/>
                </a:lnTo>
                <a:lnTo>
                  <a:pt x="149" y="11"/>
                </a:lnTo>
                <a:lnTo>
                  <a:pt x="150" y="11"/>
                </a:lnTo>
                <a:lnTo>
                  <a:pt x="151" y="11"/>
                </a:lnTo>
                <a:lnTo>
                  <a:pt x="151" y="10"/>
                </a:lnTo>
                <a:lnTo>
                  <a:pt x="152" y="10"/>
                </a:lnTo>
                <a:lnTo>
                  <a:pt x="151" y="10"/>
                </a:lnTo>
                <a:lnTo>
                  <a:pt x="151" y="11"/>
                </a:lnTo>
                <a:lnTo>
                  <a:pt x="150" y="12"/>
                </a:lnTo>
                <a:lnTo>
                  <a:pt x="150" y="13"/>
                </a:lnTo>
                <a:lnTo>
                  <a:pt x="151" y="13"/>
                </a:lnTo>
                <a:lnTo>
                  <a:pt x="152" y="14"/>
                </a:lnTo>
                <a:lnTo>
                  <a:pt x="152" y="15"/>
                </a:lnTo>
                <a:lnTo>
                  <a:pt x="154" y="15"/>
                </a:lnTo>
                <a:lnTo>
                  <a:pt x="154" y="16"/>
                </a:lnTo>
                <a:lnTo>
                  <a:pt x="155" y="16"/>
                </a:lnTo>
                <a:lnTo>
                  <a:pt x="156" y="16"/>
                </a:lnTo>
                <a:lnTo>
                  <a:pt x="156" y="17"/>
                </a:lnTo>
                <a:lnTo>
                  <a:pt x="155" y="18"/>
                </a:lnTo>
                <a:lnTo>
                  <a:pt x="155" y="17"/>
                </a:lnTo>
                <a:lnTo>
                  <a:pt x="155" y="18"/>
                </a:lnTo>
                <a:lnTo>
                  <a:pt x="155" y="19"/>
                </a:lnTo>
                <a:lnTo>
                  <a:pt x="155" y="18"/>
                </a:lnTo>
                <a:lnTo>
                  <a:pt x="156" y="18"/>
                </a:lnTo>
                <a:lnTo>
                  <a:pt x="157" y="17"/>
                </a:lnTo>
                <a:lnTo>
                  <a:pt x="157" y="16"/>
                </a:lnTo>
                <a:lnTo>
                  <a:pt x="158" y="16"/>
                </a:lnTo>
                <a:lnTo>
                  <a:pt x="159" y="17"/>
                </a:lnTo>
                <a:lnTo>
                  <a:pt x="160" y="17"/>
                </a:lnTo>
                <a:lnTo>
                  <a:pt x="161" y="17"/>
                </a:lnTo>
                <a:lnTo>
                  <a:pt x="160" y="17"/>
                </a:lnTo>
                <a:lnTo>
                  <a:pt x="160" y="18"/>
                </a:lnTo>
                <a:lnTo>
                  <a:pt x="161" y="18"/>
                </a:lnTo>
                <a:lnTo>
                  <a:pt x="162" y="18"/>
                </a:lnTo>
                <a:lnTo>
                  <a:pt x="162" y="19"/>
                </a:lnTo>
                <a:lnTo>
                  <a:pt x="163" y="19"/>
                </a:lnTo>
                <a:lnTo>
                  <a:pt x="164" y="19"/>
                </a:lnTo>
                <a:lnTo>
                  <a:pt x="165" y="19"/>
                </a:lnTo>
                <a:lnTo>
                  <a:pt x="166" y="19"/>
                </a:lnTo>
                <a:lnTo>
                  <a:pt x="168" y="19"/>
                </a:lnTo>
                <a:lnTo>
                  <a:pt x="169" y="20"/>
                </a:lnTo>
                <a:lnTo>
                  <a:pt x="170" y="19"/>
                </a:lnTo>
                <a:lnTo>
                  <a:pt x="171" y="19"/>
                </a:lnTo>
                <a:lnTo>
                  <a:pt x="172" y="19"/>
                </a:lnTo>
                <a:lnTo>
                  <a:pt x="171" y="19"/>
                </a:lnTo>
                <a:lnTo>
                  <a:pt x="171" y="20"/>
                </a:lnTo>
                <a:lnTo>
                  <a:pt x="171" y="21"/>
                </a:lnTo>
                <a:lnTo>
                  <a:pt x="171" y="22"/>
                </a:lnTo>
                <a:lnTo>
                  <a:pt x="171" y="23"/>
                </a:lnTo>
                <a:lnTo>
                  <a:pt x="171" y="24"/>
                </a:lnTo>
                <a:lnTo>
                  <a:pt x="171" y="25"/>
                </a:lnTo>
                <a:lnTo>
                  <a:pt x="172" y="25"/>
                </a:lnTo>
                <a:lnTo>
                  <a:pt x="172" y="26"/>
                </a:lnTo>
                <a:lnTo>
                  <a:pt x="172" y="27"/>
                </a:lnTo>
                <a:lnTo>
                  <a:pt x="172" y="28"/>
                </a:lnTo>
                <a:lnTo>
                  <a:pt x="172" y="29"/>
                </a:lnTo>
                <a:lnTo>
                  <a:pt x="173" y="29"/>
                </a:lnTo>
                <a:lnTo>
                  <a:pt x="173" y="30"/>
                </a:lnTo>
                <a:lnTo>
                  <a:pt x="174" y="30"/>
                </a:lnTo>
                <a:lnTo>
                  <a:pt x="175" y="30"/>
                </a:lnTo>
                <a:lnTo>
                  <a:pt x="175" y="29"/>
                </a:lnTo>
                <a:lnTo>
                  <a:pt x="176" y="29"/>
                </a:lnTo>
                <a:lnTo>
                  <a:pt x="177" y="30"/>
                </a:lnTo>
                <a:lnTo>
                  <a:pt x="177" y="31"/>
                </a:lnTo>
                <a:lnTo>
                  <a:pt x="178" y="31"/>
                </a:lnTo>
                <a:lnTo>
                  <a:pt x="178" y="30"/>
                </a:lnTo>
                <a:lnTo>
                  <a:pt x="178" y="31"/>
                </a:lnTo>
                <a:lnTo>
                  <a:pt x="178" y="32"/>
                </a:lnTo>
                <a:lnTo>
                  <a:pt x="177" y="32"/>
                </a:lnTo>
                <a:lnTo>
                  <a:pt x="176" y="33"/>
                </a:lnTo>
                <a:lnTo>
                  <a:pt x="175" y="34"/>
                </a:lnTo>
                <a:lnTo>
                  <a:pt x="174" y="34"/>
                </a:lnTo>
                <a:lnTo>
                  <a:pt x="172" y="35"/>
                </a:lnTo>
                <a:lnTo>
                  <a:pt x="171" y="35"/>
                </a:lnTo>
                <a:lnTo>
                  <a:pt x="171" y="36"/>
                </a:lnTo>
                <a:lnTo>
                  <a:pt x="170" y="37"/>
                </a:lnTo>
                <a:lnTo>
                  <a:pt x="170" y="38"/>
                </a:lnTo>
                <a:lnTo>
                  <a:pt x="169" y="38"/>
                </a:lnTo>
                <a:lnTo>
                  <a:pt x="168" y="38"/>
                </a:lnTo>
                <a:lnTo>
                  <a:pt x="168" y="39"/>
                </a:lnTo>
                <a:lnTo>
                  <a:pt x="168" y="40"/>
                </a:lnTo>
                <a:lnTo>
                  <a:pt x="165" y="43"/>
                </a:lnTo>
                <a:lnTo>
                  <a:pt x="164" y="44"/>
                </a:lnTo>
                <a:lnTo>
                  <a:pt x="164" y="45"/>
                </a:lnTo>
                <a:lnTo>
                  <a:pt x="163" y="45"/>
                </a:lnTo>
                <a:lnTo>
                  <a:pt x="163" y="46"/>
                </a:lnTo>
                <a:lnTo>
                  <a:pt x="163" y="47"/>
                </a:lnTo>
                <a:lnTo>
                  <a:pt x="163" y="48"/>
                </a:lnTo>
                <a:lnTo>
                  <a:pt x="163" y="49"/>
                </a:lnTo>
                <a:lnTo>
                  <a:pt x="163" y="50"/>
                </a:lnTo>
                <a:lnTo>
                  <a:pt x="162" y="50"/>
                </a:lnTo>
                <a:lnTo>
                  <a:pt x="162" y="51"/>
                </a:lnTo>
                <a:lnTo>
                  <a:pt x="162" y="52"/>
                </a:lnTo>
                <a:lnTo>
                  <a:pt x="162" y="53"/>
                </a:lnTo>
                <a:lnTo>
                  <a:pt x="162" y="56"/>
                </a:lnTo>
                <a:lnTo>
                  <a:pt x="162" y="57"/>
                </a:lnTo>
                <a:lnTo>
                  <a:pt x="162" y="58"/>
                </a:lnTo>
                <a:lnTo>
                  <a:pt x="162" y="59"/>
                </a:lnTo>
                <a:lnTo>
                  <a:pt x="163" y="59"/>
                </a:lnTo>
                <a:lnTo>
                  <a:pt x="163" y="60"/>
                </a:lnTo>
                <a:lnTo>
                  <a:pt x="163" y="61"/>
                </a:lnTo>
                <a:lnTo>
                  <a:pt x="162" y="61"/>
                </a:lnTo>
                <a:lnTo>
                  <a:pt x="162" y="62"/>
                </a:lnTo>
                <a:lnTo>
                  <a:pt x="163" y="62"/>
                </a:lnTo>
                <a:lnTo>
                  <a:pt x="164" y="62"/>
                </a:lnTo>
                <a:lnTo>
                  <a:pt x="164" y="65"/>
                </a:lnTo>
                <a:lnTo>
                  <a:pt x="164" y="66"/>
                </a:lnTo>
                <a:lnTo>
                  <a:pt x="164" y="67"/>
                </a:lnTo>
                <a:lnTo>
                  <a:pt x="164" y="68"/>
                </a:lnTo>
                <a:lnTo>
                  <a:pt x="164" y="69"/>
                </a:lnTo>
                <a:lnTo>
                  <a:pt x="165" y="69"/>
                </a:lnTo>
                <a:lnTo>
                  <a:pt x="165" y="70"/>
                </a:lnTo>
                <a:lnTo>
                  <a:pt x="166" y="71"/>
                </a:lnTo>
                <a:lnTo>
                  <a:pt x="166" y="72"/>
                </a:lnTo>
                <a:lnTo>
                  <a:pt x="167" y="72"/>
                </a:lnTo>
                <a:lnTo>
                  <a:pt x="168" y="72"/>
                </a:lnTo>
                <a:lnTo>
                  <a:pt x="168" y="73"/>
                </a:lnTo>
                <a:lnTo>
                  <a:pt x="167" y="73"/>
                </a:lnTo>
                <a:lnTo>
                  <a:pt x="166" y="72"/>
                </a:lnTo>
                <a:lnTo>
                  <a:pt x="166" y="73"/>
                </a:lnTo>
                <a:lnTo>
                  <a:pt x="166" y="74"/>
                </a:lnTo>
                <a:lnTo>
                  <a:pt x="167" y="74"/>
                </a:lnTo>
                <a:lnTo>
                  <a:pt x="167" y="75"/>
                </a:lnTo>
                <a:lnTo>
                  <a:pt x="167" y="77"/>
                </a:lnTo>
                <a:lnTo>
                  <a:pt x="167" y="78"/>
                </a:lnTo>
                <a:lnTo>
                  <a:pt x="167" y="79"/>
                </a:lnTo>
                <a:lnTo>
                  <a:pt x="167" y="80"/>
                </a:lnTo>
                <a:lnTo>
                  <a:pt x="166" y="80"/>
                </a:lnTo>
                <a:lnTo>
                  <a:pt x="165" y="81"/>
                </a:lnTo>
                <a:lnTo>
                  <a:pt x="164" y="81"/>
                </a:lnTo>
                <a:lnTo>
                  <a:pt x="164" y="82"/>
                </a:lnTo>
                <a:lnTo>
                  <a:pt x="164" y="83"/>
                </a:lnTo>
                <a:lnTo>
                  <a:pt x="165" y="83"/>
                </a:lnTo>
                <a:lnTo>
                  <a:pt x="165" y="84"/>
                </a:lnTo>
                <a:lnTo>
                  <a:pt x="165" y="85"/>
                </a:lnTo>
                <a:lnTo>
                  <a:pt x="164" y="85"/>
                </a:lnTo>
                <a:lnTo>
                  <a:pt x="164" y="86"/>
                </a:lnTo>
                <a:lnTo>
                  <a:pt x="163" y="86"/>
                </a:lnTo>
                <a:lnTo>
                  <a:pt x="163" y="87"/>
                </a:lnTo>
                <a:lnTo>
                  <a:pt x="162" y="87"/>
                </a:lnTo>
                <a:lnTo>
                  <a:pt x="162" y="88"/>
                </a:lnTo>
                <a:lnTo>
                  <a:pt x="162" y="89"/>
                </a:lnTo>
                <a:lnTo>
                  <a:pt x="161" y="89"/>
                </a:lnTo>
                <a:lnTo>
                  <a:pt x="160" y="90"/>
                </a:lnTo>
                <a:lnTo>
                  <a:pt x="160" y="91"/>
                </a:lnTo>
                <a:lnTo>
                  <a:pt x="160" y="92"/>
                </a:lnTo>
                <a:lnTo>
                  <a:pt x="160" y="93"/>
                </a:lnTo>
                <a:lnTo>
                  <a:pt x="159" y="93"/>
                </a:lnTo>
                <a:lnTo>
                  <a:pt x="159" y="94"/>
                </a:lnTo>
                <a:lnTo>
                  <a:pt x="159" y="95"/>
                </a:lnTo>
                <a:lnTo>
                  <a:pt x="159" y="96"/>
                </a:lnTo>
                <a:lnTo>
                  <a:pt x="159" y="97"/>
                </a:lnTo>
                <a:lnTo>
                  <a:pt x="158" y="98"/>
                </a:lnTo>
                <a:lnTo>
                  <a:pt x="158" y="99"/>
                </a:lnTo>
                <a:lnTo>
                  <a:pt x="158" y="100"/>
                </a:lnTo>
                <a:lnTo>
                  <a:pt x="158" y="101"/>
                </a:lnTo>
                <a:lnTo>
                  <a:pt x="158" y="102"/>
                </a:lnTo>
                <a:lnTo>
                  <a:pt x="158" y="103"/>
                </a:lnTo>
                <a:lnTo>
                  <a:pt x="157" y="103"/>
                </a:lnTo>
                <a:lnTo>
                  <a:pt x="156" y="105"/>
                </a:lnTo>
                <a:lnTo>
                  <a:pt x="156" y="106"/>
                </a:lnTo>
                <a:lnTo>
                  <a:pt x="155" y="106"/>
                </a:lnTo>
                <a:lnTo>
                  <a:pt x="155" y="107"/>
                </a:lnTo>
                <a:lnTo>
                  <a:pt x="155" y="108"/>
                </a:lnTo>
                <a:lnTo>
                  <a:pt x="154" y="108"/>
                </a:lnTo>
                <a:lnTo>
                  <a:pt x="154" y="109"/>
                </a:lnTo>
                <a:lnTo>
                  <a:pt x="153" y="109"/>
                </a:lnTo>
                <a:lnTo>
                  <a:pt x="152" y="110"/>
                </a:lnTo>
                <a:lnTo>
                  <a:pt x="152" y="111"/>
                </a:lnTo>
                <a:lnTo>
                  <a:pt x="151" y="111"/>
                </a:lnTo>
                <a:lnTo>
                  <a:pt x="151" y="112"/>
                </a:lnTo>
                <a:lnTo>
                  <a:pt x="150" y="112"/>
                </a:lnTo>
                <a:lnTo>
                  <a:pt x="150" y="113"/>
                </a:lnTo>
                <a:lnTo>
                  <a:pt x="149" y="113"/>
                </a:lnTo>
                <a:lnTo>
                  <a:pt x="148" y="114"/>
                </a:lnTo>
                <a:lnTo>
                  <a:pt x="148" y="115"/>
                </a:lnTo>
                <a:lnTo>
                  <a:pt x="148" y="116"/>
                </a:lnTo>
                <a:lnTo>
                  <a:pt x="148" y="117"/>
                </a:lnTo>
                <a:lnTo>
                  <a:pt x="148" y="118"/>
                </a:lnTo>
                <a:lnTo>
                  <a:pt x="148" y="119"/>
                </a:lnTo>
                <a:lnTo>
                  <a:pt x="148" y="120"/>
                </a:lnTo>
                <a:lnTo>
                  <a:pt x="147" y="121"/>
                </a:lnTo>
                <a:lnTo>
                  <a:pt x="147" y="122"/>
                </a:lnTo>
                <a:lnTo>
                  <a:pt x="146" y="122"/>
                </a:lnTo>
                <a:lnTo>
                  <a:pt x="146" y="123"/>
                </a:lnTo>
                <a:lnTo>
                  <a:pt x="145" y="123"/>
                </a:lnTo>
                <a:lnTo>
                  <a:pt x="145" y="124"/>
                </a:lnTo>
                <a:lnTo>
                  <a:pt x="144" y="124"/>
                </a:lnTo>
                <a:lnTo>
                  <a:pt x="144" y="125"/>
                </a:lnTo>
                <a:lnTo>
                  <a:pt x="144" y="126"/>
                </a:lnTo>
                <a:lnTo>
                  <a:pt x="144" y="128"/>
                </a:lnTo>
                <a:lnTo>
                  <a:pt x="144" y="129"/>
                </a:lnTo>
                <a:lnTo>
                  <a:pt x="145" y="130"/>
                </a:lnTo>
                <a:lnTo>
                  <a:pt x="145" y="131"/>
                </a:lnTo>
                <a:lnTo>
                  <a:pt x="145" y="132"/>
                </a:lnTo>
                <a:lnTo>
                  <a:pt x="146" y="132"/>
                </a:lnTo>
                <a:lnTo>
                  <a:pt x="146" y="133"/>
                </a:lnTo>
                <a:lnTo>
                  <a:pt x="147" y="133"/>
                </a:lnTo>
                <a:lnTo>
                  <a:pt x="146" y="134"/>
                </a:lnTo>
                <a:lnTo>
                  <a:pt x="146" y="135"/>
                </a:lnTo>
                <a:lnTo>
                  <a:pt x="145" y="135"/>
                </a:lnTo>
                <a:lnTo>
                  <a:pt x="145" y="136"/>
                </a:lnTo>
                <a:lnTo>
                  <a:pt x="144" y="136"/>
                </a:lnTo>
                <a:lnTo>
                  <a:pt x="144" y="137"/>
                </a:lnTo>
                <a:lnTo>
                  <a:pt x="143" y="137"/>
                </a:lnTo>
                <a:lnTo>
                  <a:pt x="143" y="138"/>
                </a:lnTo>
                <a:lnTo>
                  <a:pt x="143" y="139"/>
                </a:lnTo>
                <a:lnTo>
                  <a:pt x="143" y="140"/>
                </a:lnTo>
                <a:lnTo>
                  <a:pt x="143" y="141"/>
                </a:lnTo>
                <a:lnTo>
                  <a:pt x="143" y="142"/>
                </a:lnTo>
                <a:lnTo>
                  <a:pt x="143" y="143"/>
                </a:lnTo>
                <a:lnTo>
                  <a:pt x="143" y="144"/>
                </a:lnTo>
                <a:lnTo>
                  <a:pt x="143" y="145"/>
                </a:lnTo>
                <a:lnTo>
                  <a:pt x="143" y="146"/>
                </a:lnTo>
                <a:lnTo>
                  <a:pt x="143" y="147"/>
                </a:lnTo>
                <a:lnTo>
                  <a:pt x="142" y="148"/>
                </a:lnTo>
                <a:lnTo>
                  <a:pt x="142" y="149"/>
                </a:lnTo>
                <a:lnTo>
                  <a:pt x="142" y="150"/>
                </a:lnTo>
                <a:lnTo>
                  <a:pt x="141" y="151"/>
                </a:lnTo>
                <a:lnTo>
                  <a:pt x="141" y="152"/>
                </a:lnTo>
                <a:lnTo>
                  <a:pt x="141" y="153"/>
                </a:lnTo>
                <a:lnTo>
                  <a:pt x="140" y="153"/>
                </a:lnTo>
                <a:lnTo>
                  <a:pt x="140" y="154"/>
                </a:lnTo>
                <a:lnTo>
                  <a:pt x="140" y="155"/>
                </a:lnTo>
                <a:lnTo>
                  <a:pt x="140" y="157"/>
                </a:lnTo>
                <a:lnTo>
                  <a:pt x="140" y="158"/>
                </a:lnTo>
                <a:lnTo>
                  <a:pt x="140" y="159"/>
                </a:lnTo>
                <a:lnTo>
                  <a:pt x="140" y="160"/>
                </a:lnTo>
                <a:lnTo>
                  <a:pt x="139" y="160"/>
                </a:lnTo>
                <a:lnTo>
                  <a:pt x="139" y="161"/>
                </a:lnTo>
                <a:lnTo>
                  <a:pt x="139" y="162"/>
                </a:lnTo>
                <a:lnTo>
                  <a:pt x="138" y="162"/>
                </a:lnTo>
                <a:lnTo>
                  <a:pt x="138" y="163"/>
                </a:lnTo>
                <a:lnTo>
                  <a:pt x="138" y="164"/>
                </a:lnTo>
                <a:lnTo>
                  <a:pt x="138" y="165"/>
                </a:lnTo>
                <a:lnTo>
                  <a:pt x="138" y="166"/>
                </a:lnTo>
                <a:lnTo>
                  <a:pt x="138" y="167"/>
                </a:lnTo>
                <a:lnTo>
                  <a:pt x="137" y="167"/>
                </a:lnTo>
                <a:lnTo>
                  <a:pt x="137" y="168"/>
                </a:lnTo>
                <a:lnTo>
                  <a:pt x="138" y="168"/>
                </a:lnTo>
                <a:lnTo>
                  <a:pt x="137" y="168"/>
                </a:lnTo>
                <a:lnTo>
                  <a:pt x="137" y="169"/>
                </a:lnTo>
                <a:lnTo>
                  <a:pt x="137" y="170"/>
                </a:lnTo>
                <a:lnTo>
                  <a:pt x="136" y="170"/>
                </a:lnTo>
                <a:lnTo>
                  <a:pt x="136" y="172"/>
                </a:lnTo>
                <a:lnTo>
                  <a:pt x="136" y="173"/>
                </a:lnTo>
                <a:lnTo>
                  <a:pt x="136" y="176"/>
                </a:lnTo>
                <a:lnTo>
                  <a:pt x="136" y="177"/>
                </a:lnTo>
                <a:lnTo>
                  <a:pt x="136" y="178"/>
                </a:lnTo>
                <a:lnTo>
                  <a:pt x="135" y="178"/>
                </a:lnTo>
                <a:lnTo>
                  <a:pt x="135" y="179"/>
                </a:lnTo>
                <a:lnTo>
                  <a:pt x="134" y="180"/>
                </a:lnTo>
                <a:lnTo>
                  <a:pt x="134" y="181"/>
                </a:lnTo>
                <a:lnTo>
                  <a:pt x="134" y="182"/>
                </a:lnTo>
                <a:lnTo>
                  <a:pt x="134" y="183"/>
                </a:lnTo>
                <a:lnTo>
                  <a:pt x="134" y="184"/>
                </a:lnTo>
                <a:lnTo>
                  <a:pt x="134" y="185"/>
                </a:lnTo>
                <a:lnTo>
                  <a:pt x="134" y="186"/>
                </a:lnTo>
                <a:lnTo>
                  <a:pt x="135" y="186"/>
                </a:lnTo>
                <a:lnTo>
                  <a:pt x="134" y="187"/>
                </a:lnTo>
                <a:lnTo>
                  <a:pt x="134" y="189"/>
                </a:lnTo>
                <a:lnTo>
                  <a:pt x="133" y="189"/>
                </a:lnTo>
                <a:lnTo>
                  <a:pt x="133" y="190"/>
                </a:lnTo>
                <a:lnTo>
                  <a:pt x="133" y="191"/>
                </a:lnTo>
                <a:lnTo>
                  <a:pt x="133" y="192"/>
                </a:lnTo>
                <a:lnTo>
                  <a:pt x="132" y="193"/>
                </a:lnTo>
                <a:lnTo>
                  <a:pt x="132" y="194"/>
                </a:lnTo>
                <a:lnTo>
                  <a:pt x="131" y="196"/>
                </a:lnTo>
                <a:lnTo>
                  <a:pt x="131" y="197"/>
                </a:lnTo>
                <a:lnTo>
                  <a:pt x="131" y="198"/>
                </a:lnTo>
                <a:lnTo>
                  <a:pt x="131" y="199"/>
                </a:lnTo>
                <a:lnTo>
                  <a:pt x="131" y="201"/>
                </a:lnTo>
                <a:lnTo>
                  <a:pt x="130" y="202"/>
                </a:lnTo>
                <a:lnTo>
                  <a:pt x="130" y="203"/>
                </a:lnTo>
                <a:lnTo>
                  <a:pt x="130" y="204"/>
                </a:lnTo>
                <a:lnTo>
                  <a:pt x="129" y="204"/>
                </a:lnTo>
                <a:lnTo>
                  <a:pt x="129" y="205"/>
                </a:lnTo>
                <a:lnTo>
                  <a:pt x="128" y="205"/>
                </a:lnTo>
                <a:lnTo>
                  <a:pt x="127" y="207"/>
                </a:lnTo>
                <a:lnTo>
                  <a:pt x="127" y="208"/>
                </a:lnTo>
                <a:lnTo>
                  <a:pt x="126" y="210"/>
                </a:lnTo>
                <a:lnTo>
                  <a:pt x="126" y="211"/>
                </a:lnTo>
                <a:lnTo>
                  <a:pt x="126" y="212"/>
                </a:lnTo>
                <a:lnTo>
                  <a:pt x="126" y="213"/>
                </a:lnTo>
                <a:lnTo>
                  <a:pt x="126" y="214"/>
                </a:lnTo>
                <a:lnTo>
                  <a:pt x="125" y="214"/>
                </a:lnTo>
                <a:lnTo>
                  <a:pt x="125" y="215"/>
                </a:lnTo>
                <a:lnTo>
                  <a:pt x="124" y="215"/>
                </a:lnTo>
                <a:lnTo>
                  <a:pt x="124" y="216"/>
                </a:lnTo>
                <a:lnTo>
                  <a:pt x="124" y="217"/>
                </a:lnTo>
                <a:lnTo>
                  <a:pt x="124" y="218"/>
                </a:lnTo>
                <a:lnTo>
                  <a:pt x="125" y="219"/>
                </a:lnTo>
                <a:lnTo>
                  <a:pt x="125" y="220"/>
                </a:lnTo>
                <a:lnTo>
                  <a:pt x="125" y="221"/>
                </a:lnTo>
                <a:lnTo>
                  <a:pt x="124" y="221"/>
                </a:lnTo>
                <a:lnTo>
                  <a:pt x="124" y="223"/>
                </a:lnTo>
                <a:lnTo>
                  <a:pt x="125" y="224"/>
                </a:lnTo>
                <a:lnTo>
                  <a:pt x="125" y="225"/>
                </a:lnTo>
                <a:lnTo>
                  <a:pt x="124" y="225"/>
                </a:lnTo>
                <a:lnTo>
                  <a:pt x="124" y="224"/>
                </a:lnTo>
                <a:lnTo>
                  <a:pt x="124" y="225"/>
                </a:lnTo>
                <a:lnTo>
                  <a:pt x="123" y="226"/>
                </a:lnTo>
                <a:lnTo>
                  <a:pt x="123" y="227"/>
                </a:lnTo>
                <a:lnTo>
                  <a:pt x="121" y="227"/>
                </a:lnTo>
                <a:lnTo>
                  <a:pt x="120" y="228"/>
                </a:lnTo>
                <a:lnTo>
                  <a:pt x="120" y="229"/>
                </a:lnTo>
                <a:lnTo>
                  <a:pt x="120" y="230"/>
                </a:lnTo>
                <a:lnTo>
                  <a:pt x="119" y="230"/>
                </a:lnTo>
                <a:lnTo>
                  <a:pt x="119" y="231"/>
                </a:lnTo>
                <a:lnTo>
                  <a:pt x="119" y="232"/>
                </a:lnTo>
                <a:lnTo>
                  <a:pt x="119" y="233"/>
                </a:lnTo>
                <a:lnTo>
                  <a:pt x="118" y="234"/>
                </a:lnTo>
                <a:lnTo>
                  <a:pt x="118" y="235"/>
                </a:lnTo>
                <a:lnTo>
                  <a:pt x="117" y="237"/>
                </a:lnTo>
                <a:lnTo>
                  <a:pt x="117" y="238"/>
                </a:lnTo>
                <a:lnTo>
                  <a:pt x="117" y="239"/>
                </a:lnTo>
                <a:lnTo>
                  <a:pt x="116" y="239"/>
                </a:lnTo>
                <a:lnTo>
                  <a:pt x="116" y="240"/>
                </a:lnTo>
                <a:lnTo>
                  <a:pt x="115" y="241"/>
                </a:lnTo>
                <a:lnTo>
                  <a:pt x="114" y="241"/>
                </a:lnTo>
                <a:lnTo>
                  <a:pt x="114" y="242"/>
                </a:lnTo>
                <a:lnTo>
                  <a:pt x="113" y="243"/>
                </a:lnTo>
                <a:lnTo>
                  <a:pt x="112" y="246"/>
                </a:lnTo>
                <a:lnTo>
                  <a:pt x="111" y="248"/>
                </a:lnTo>
                <a:lnTo>
                  <a:pt x="110" y="249"/>
                </a:lnTo>
                <a:lnTo>
                  <a:pt x="109" y="249"/>
                </a:lnTo>
                <a:lnTo>
                  <a:pt x="109" y="250"/>
                </a:lnTo>
                <a:lnTo>
                  <a:pt x="108" y="250"/>
                </a:lnTo>
                <a:lnTo>
                  <a:pt x="107" y="250"/>
                </a:lnTo>
                <a:lnTo>
                  <a:pt x="107" y="251"/>
                </a:lnTo>
                <a:lnTo>
                  <a:pt x="106" y="251"/>
                </a:lnTo>
                <a:lnTo>
                  <a:pt x="106" y="252"/>
                </a:lnTo>
                <a:lnTo>
                  <a:pt x="105" y="252"/>
                </a:lnTo>
                <a:lnTo>
                  <a:pt x="105" y="253"/>
                </a:lnTo>
                <a:lnTo>
                  <a:pt x="105" y="254"/>
                </a:lnTo>
                <a:lnTo>
                  <a:pt x="105" y="255"/>
                </a:lnTo>
                <a:lnTo>
                  <a:pt x="106" y="255"/>
                </a:lnTo>
                <a:lnTo>
                  <a:pt x="106" y="256"/>
                </a:lnTo>
                <a:lnTo>
                  <a:pt x="106" y="257"/>
                </a:lnTo>
                <a:lnTo>
                  <a:pt x="106" y="258"/>
                </a:lnTo>
                <a:lnTo>
                  <a:pt x="105" y="258"/>
                </a:lnTo>
                <a:lnTo>
                  <a:pt x="105" y="259"/>
                </a:lnTo>
                <a:lnTo>
                  <a:pt x="104" y="259"/>
                </a:lnTo>
                <a:lnTo>
                  <a:pt x="104" y="260"/>
                </a:lnTo>
                <a:lnTo>
                  <a:pt x="104" y="261"/>
                </a:lnTo>
                <a:lnTo>
                  <a:pt x="104" y="262"/>
                </a:lnTo>
                <a:lnTo>
                  <a:pt x="103" y="262"/>
                </a:lnTo>
                <a:lnTo>
                  <a:pt x="102" y="262"/>
                </a:lnTo>
                <a:lnTo>
                  <a:pt x="102" y="263"/>
                </a:lnTo>
                <a:lnTo>
                  <a:pt x="101" y="263"/>
                </a:lnTo>
                <a:lnTo>
                  <a:pt x="101" y="264"/>
                </a:lnTo>
                <a:lnTo>
                  <a:pt x="100" y="264"/>
                </a:lnTo>
                <a:lnTo>
                  <a:pt x="100" y="265"/>
                </a:lnTo>
                <a:lnTo>
                  <a:pt x="99" y="265"/>
                </a:lnTo>
                <a:lnTo>
                  <a:pt x="99" y="266"/>
                </a:lnTo>
                <a:lnTo>
                  <a:pt x="98" y="266"/>
                </a:lnTo>
                <a:lnTo>
                  <a:pt x="97" y="267"/>
                </a:lnTo>
                <a:lnTo>
                  <a:pt x="96" y="267"/>
                </a:lnTo>
                <a:lnTo>
                  <a:pt x="95" y="268"/>
                </a:lnTo>
                <a:lnTo>
                  <a:pt x="94" y="269"/>
                </a:lnTo>
                <a:lnTo>
                  <a:pt x="93" y="270"/>
                </a:lnTo>
                <a:lnTo>
                  <a:pt x="92" y="270"/>
                </a:lnTo>
                <a:lnTo>
                  <a:pt x="91" y="270"/>
                </a:lnTo>
                <a:lnTo>
                  <a:pt x="91" y="271"/>
                </a:lnTo>
                <a:lnTo>
                  <a:pt x="91" y="272"/>
                </a:lnTo>
                <a:lnTo>
                  <a:pt x="90" y="272"/>
                </a:lnTo>
                <a:lnTo>
                  <a:pt x="90" y="273"/>
                </a:lnTo>
                <a:lnTo>
                  <a:pt x="90" y="274"/>
                </a:lnTo>
                <a:lnTo>
                  <a:pt x="89" y="275"/>
                </a:lnTo>
                <a:lnTo>
                  <a:pt x="89" y="276"/>
                </a:lnTo>
                <a:lnTo>
                  <a:pt x="89" y="277"/>
                </a:lnTo>
                <a:lnTo>
                  <a:pt x="89" y="278"/>
                </a:lnTo>
                <a:lnTo>
                  <a:pt x="89" y="279"/>
                </a:lnTo>
                <a:lnTo>
                  <a:pt x="88" y="280"/>
                </a:lnTo>
                <a:lnTo>
                  <a:pt x="87" y="280"/>
                </a:lnTo>
                <a:lnTo>
                  <a:pt x="87" y="281"/>
                </a:lnTo>
                <a:lnTo>
                  <a:pt x="86" y="282"/>
                </a:lnTo>
                <a:lnTo>
                  <a:pt x="86" y="283"/>
                </a:lnTo>
                <a:lnTo>
                  <a:pt x="86" y="284"/>
                </a:lnTo>
                <a:lnTo>
                  <a:pt x="85" y="284"/>
                </a:lnTo>
                <a:lnTo>
                  <a:pt x="85" y="285"/>
                </a:lnTo>
                <a:lnTo>
                  <a:pt x="85" y="287"/>
                </a:lnTo>
                <a:lnTo>
                  <a:pt x="84" y="288"/>
                </a:lnTo>
                <a:lnTo>
                  <a:pt x="84" y="289"/>
                </a:lnTo>
                <a:lnTo>
                  <a:pt x="84" y="290"/>
                </a:lnTo>
                <a:lnTo>
                  <a:pt x="84" y="291"/>
                </a:lnTo>
                <a:lnTo>
                  <a:pt x="83" y="292"/>
                </a:lnTo>
                <a:lnTo>
                  <a:pt x="83" y="294"/>
                </a:lnTo>
                <a:lnTo>
                  <a:pt x="82" y="295"/>
                </a:lnTo>
                <a:lnTo>
                  <a:pt x="82" y="296"/>
                </a:lnTo>
                <a:lnTo>
                  <a:pt x="82" y="297"/>
                </a:lnTo>
                <a:lnTo>
                  <a:pt x="80" y="297"/>
                </a:lnTo>
                <a:lnTo>
                  <a:pt x="80" y="298"/>
                </a:lnTo>
                <a:lnTo>
                  <a:pt x="80" y="299"/>
                </a:lnTo>
                <a:lnTo>
                  <a:pt x="79" y="300"/>
                </a:lnTo>
                <a:lnTo>
                  <a:pt x="79" y="301"/>
                </a:lnTo>
                <a:lnTo>
                  <a:pt x="79" y="302"/>
                </a:lnTo>
                <a:lnTo>
                  <a:pt x="79" y="303"/>
                </a:lnTo>
                <a:lnTo>
                  <a:pt x="78" y="303"/>
                </a:lnTo>
                <a:lnTo>
                  <a:pt x="78" y="304"/>
                </a:lnTo>
                <a:lnTo>
                  <a:pt x="78" y="305"/>
                </a:lnTo>
                <a:lnTo>
                  <a:pt x="78" y="306"/>
                </a:lnTo>
                <a:lnTo>
                  <a:pt x="77" y="307"/>
                </a:lnTo>
                <a:lnTo>
                  <a:pt x="77" y="311"/>
                </a:lnTo>
                <a:lnTo>
                  <a:pt x="78" y="312"/>
                </a:lnTo>
                <a:lnTo>
                  <a:pt x="78" y="319"/>
                </a:lnTo>
                <a:lnTo>
                  <a:pt x="78" y="324"/>
                </a:lnTo>
                <a:lnTo>
                  <a:pt x="78" y="325"/>
                </a:lnTo>
                <a:lnTo>
                  <a:pt x="77" y="326"/>
                </a:lnTo>
                <a:lnTo>
                  <a:pt x="77" y="327"/>
                </a:lnTo>
                <a:lnTo>
                  <a:pt x="77" y="328"/>
                </a:lnTo>
                <a:lnTo>
                  <a:pt x="78" y="328"/>
                </a:lnTo>
                <a:lnTo>
                  <a:pt x="77" y="330"/>
                </a:lnTo>
                <a:lnTo>
                  <a:pt x="77" y="331"/>
                </a:lnTo>
                <a:lnTo>
                  <a:pt x="78" y="331"/>
                </a:lnTo>
                <a:lnTo>
                  <a:pt x="78" y="334"/>
                </a:lnTo>
                <a:lnTo>
                  <a:pt x="78" y="335"/>
                </a:lnTo>
                <a:lnTo>
                  <a:pt x="78" y="336"/>
                </a:lnTo>
                <a:lnTo>
                  <a:pt x="77" y="336"/>
                </a:lnTo>
                <a:lnTo>
                  <a:pt x="77" y="337"/>
                </a:lnTo>
                <a:lnTo>
                  <a:pt x="76" y="338"/>
                </a:lnTo>
                <a:lnTo>
                  <a:pt x="76" y="339"/>
                </a:lnTo>
                <a:lnTo>
                  <a:pt x="75" y="339"/>
                </a:lnTo>
                <a:lnTo>
                  <a:pt x="74" y="340"/>
                </a:lnTo>
                <a:lnTo>
                  <a:pt x="73" y="340"/>
                </a:lnTo>
                <a:lnTo>
                  <a:pt x="73" y="341"/>
                </a:lnTo>
                <a:lnTo>
                  <a:pt x="73" y="342"/>
                </a:lnTo>
                <a:lnTo>
                  <a:pt x="73" y="343"/>
                </a:lnTo>
                <a:lnTo>
                  <a:pt x="73" y="344"/>
                </a:lnTo>
                <a:lnTo>
                  <a:pt x="73" y="345"/>
                </a:lnTo>
                <a:lnTo>
                  <a:pt x="74" y="346"/>
                </a:lnTo>
                <a:lnTo>
                  <a:pt x="74" y="347"/>
                </a:lnTo>
                <a:lnTo>
                  <a:pt x="75" y="347"/>
                </a:lnTo>
                <a:lnTo>
                  <a:pt x="75" y="348"/>
                </a:lnTo>
                <a:lnTo>
                  <a:pt x="75" y="349"/>
                </a:lnTo>
                <a:lnTo>
                  <a:pt x="74" y="349"/>
                </a:lnTo>
                <a:lnTo>
                  <a:pt x="73" y="348"/>
                </a:lnTo>
                <a:lnTo>
                  <a:pt x="73" y="347"/>
                </a:lnTo>
                <a:lnTo>
                  <a:pt x="72" y="347"/>
                </a:lnTo>
                <a:lnTo>
                  <a:pt x="72" y="346"/>
                </a:lnTo>
                <a:lnTo>
                  <a:pt x="71" y="346"/>
                </a:lnTo>
                <a:lnTo>
                  <a:pt x="71" y="345"/>
                </a:lnTo>
                <a:lnTo>
                  <a:pt x="71" y="346"/>
                </a:lnTo>
                <a:lnTo>
                  <a:pt x="70" y="346"/>
                </a:lnTo>
                <a:lnTo>
                  <a:pt x="69" y="345"/>
                </a:lnTo>
                <a:lnTo>
                  <a:pt x="68" y="344"/>
                </a:lnTo>
                <a:lnTo>
                  <a:pt x="67" y="344"/>
                </a:lnTo>
                <a:lnTo>
                  <a:pt x="66" y="343"/>
                </a:lnTo>
                <a:lnTo>
                  <a:pt x="65" y="343"/>
                </a:lnTo>
                <a:lnTo>
                  <a:pt x="64" y="344"/>
                </a:lnTo>
                <a:lnTo>
                  <a:pt x="64" y="345"/>
                </a:lnTo>
                <a:lnTo>
                  <a:pt x="65" y="346"/>
                </a:lnTo>
                <a:lnTo>
                  <a:pt x="64" y="346"/>
                </a:lnTo>
                <a:lnTo>
                  <a:pt x="64" y="347"/>
                </a:lnTo>
                <a:lnTo>
                  <a:pt x="63" y="347"/>
                </a:lnTo>
                <a:lnTo>
                  <a:pt x="62" y="347"/>
                </a:lnTo>
                <a:lnTo>
                  <a:pt x="62" y="346"/>
                </a:lnTo>
                <a:lnTo>
                  <a:pt x="61" y="346"/>
                </a:lnTo>
                <a:lnTo>
                  <a:pt x="61" y="345"/>
                </a:lnTo>
                <a:lnTo>
                  <a:pt x="61" y="344"/>
                </a:lnTo>
                <a:lnTo>
                  <a:pt x="61" y="342"/>
                </a:lnTo>
                <a:lnTo>
                  <a:pt x="62" y="342"/>
                </a:lnTo>
                <a:lnTo>
                  <a:pt x="62" y="341"/>
                </a:lnTo>
                <a:lnTo>
                  <a:pt x="61" y="341"/>
                </a:lnTo>
                <a:lnTo>
                  <a:pt x="61" y="340"/>
                </a:lnTo>
                <a:lnTo>
                  <a:pt x="60" y="339"/>
                </a:lnTo>
                <a:lnTo>
                  <a:pt x="60" y="338"/>
                </a:lnTo>
                <a:lnTo>
                  <a:pt x="59" y="337"/>
                </a:lnTo>
                <a:lnTo>
                  <a:pt x="59" y="336"/>
                </a:lnTo>
                <a:lnTo>
                  <a:pt x="59" y="335"/>
                </a:lnTo>
                <a:lnTo>
                  <a:pt x="60" y="335"/>
                </a:lnTo>
                <a:lnTo>
                  <a:pt x="60" y="334"/>
                </a:lnTo>
                <a:lnTo>
                  <a:pt x="60" y="333"/>
                </a:lnTo>
                <a:lnTo>
                  <a:pt x="61" y="333"/>
                </a:lnTo>
                <a:lnTo>
                  <a:pt x="61" y="332"/>
                </a:lnTo>
                <a:lnTo>
                  <a:pt x="61" y="331"/>
                </a:lnTo>
                <a:lnTo>
                  <a:pt x="60" y="330"/>
                </a:lnTo>
                <a:lnTo>
                  <a:pt x="61" y="330"/>
                </a:lnTo>
                <a:lnTo>
                  <a:pt x="62" y="330"/>
                </a:lnTo>
                <a:lnTo>
                  <a:pt x="62" y="329"/>
                </a:lnTo>
                <a:lnTo>
                  <a:pt x="61" y="328"/>
                </a:lnTo>
                <a:lnTo>
                  <a:pt x="61" y="327"/>
                </a:lnTo>
                <a:lnTo>
                  <a:pt x="61" y="326"/>
                </a:lnTo>
                <a:lnTo>
                  <a:pt x="59" y="319"/>
                </a:lnTo>
                <a:lnTo>
                  <a:pt x="59" y="318"/>
                </a:lnTo>
                <a:lnTo>
                  <a:pt x="59" y="317"/>
                </a:lnTo>
                <a:lnTo>
                  <a:pt x="58" y="317"/>
                </a:lnTo>
                <a:lnTo>
                  <a:pt x="58" y="316"/>
                </a:lnTo>
                <a:lnTo>
                  <a:pt x="58" y="315"/>
                </a:lnTo>
                <a:lnTo>
                  <a:pt x="57" y="314"/>
                </a:lnTo>
                <a:lnTo>
                  <a:pt x="56" y="313"/>
                </a:lnTo>
                <a:lnTo>
                  <a:pt x="56" y="312"/>
                </a:lnTo>
                <a:lnTo>
                  <a:pt x="56" y="311"/>
                </a:lnTo>
                <a:lnTo>
                  <a:pt x="56" y="310"/>
                </a:lnTo>
                <a:lnTo>
                  <a:pt x="55" y="310"/>
                </a:lnTo>
                <a:lnTo>
                  <a:pt x="55" y="309"/>
                </a:lnTo>
                <a:lnTo>
                  <a:pt x="55" y="308"/>
                </a:lnTo>
                <a:lnTo>
                  <a:pt x="55" y="307"/>
                </a:lnTo>
                <a:lnTo>
                  <a:pt x="54" y="307"/>
                </a:lnTo>
                <a:lnTo>
                  <a:pt x="53" y="305"/>
                </a:lnTo>
                <a:lnTo>
                  <a:pt x="52" y="304"/>
                </a:lnTo>
                <a:lnTo>
                  <a:pt x="52" y="303"/>
                </a:lnTo>
                <a:lnTo>
                  <a:pt x="51" y="303"/>
                </a:lnTo>
                <a:lnTo>
                  <a:pt x="51" y="302"/>
                </a:lnTo>
                <a:lnTo>
                  <a:pt x="51" y="301"/>
                </a:lnTo>
                <a:lnTo>
                  <a:pt x="50" y="301"/>
                </a:lnTo>
                <a:lnTo>
                  <a:pt x="50" y="300"/>
                </a:lnTo>
                <a:lnTo>
                  <a:pt x="49" y="300"/>
                </a:lnTo>
                <a:lnTo>
                  <a:pt x="48" y="299"/>
                </a:lnTo>
                <a:lnTo>
                  <a:pt x="47" y="299"/>
                </a:lnTo>
                <a:lnTo>
                  <a:pt x="47" y="298"/>
                </a:lnTo>
                <a:lnTo>
                  <a:pt x="46" y="298"/>
                </a:lnTo>
                <a:lnTo>
                  <a:pt x="45" y="297"/>
                </a:lnTo>
                <a:lnTo>
                  <a:pt x="44" y="297"/>
                </a:lnTo>
                <a:lnTo>
                  <a:pt x="44" y="296"/>
                </a:lnTo>
                <a:lnTo>
                  <a:pt x="43" y="296"/>
                </a:lnTo>
                <a:lnTo>
                  <a:pt x="42" y="296"/>
                </a:lnTo>
                <a:lnTo>
                  <a:pt x="42" y="295"/>
                </a:lnTo>
                <a:lnTo>
                  <a:pt x="41" y="295"/>
                </a:lnTo>
                <a:lnTo>
                  <a:pt x="40" y="295"/>
                </a:lnTo>
                <a:lnTo>
                  <a:pt x="39" y="294"/>
                </a:lnTo>
                <a:lnTo>
                  <a:pt x="38" y="293"/>
                </a:lnTo>
                <a:lnTo>
                  <a:pt x="38" y="292"/>
                </a:lnTo>
                <a:lnTo>
                  <a:pt x="37" y="292"/>
                </a:lnTo>
                <a:lnTo>
                  <a:pt x="37" y="291"/>
                </a:lnTo>
                <a:lnTo>
                  <a:pt x="36" y="291"/>
                </a:lnTo>
                <a:lnTo>
                  <a:pt x="36" y="290"/>
                </a:lnTo>
                <a:lnTo>
                  <a:pt x="35" y="290"/>
                </a:lnTo>
                <a:lnTo>
                  <a:pt x="34" y="290"/>
                </a:lnTo>
                <a:lnTo>
                  <a:pt x="35" y="290"/>
                </a:lnTo>
                <a:lnTo>
                  <a:pt x="34" y="290"/>
                </a:lnTo>
                <a:lnTo>
                  <a:pt x="33" y="290"/>
                </a:lnTo>
                <a:lnTo>
                  <a:pt x="33" y="289"/>
                </a:lnTo>
                <a:lnTo>
                  <a:pt x="32" y="289"/>
                </a:lnTo>
                <a:lnTo>
                  <a:pt x="32" y="288"/>
                </a:lnTo>
                <a:lnTo>
                  <a:pt x="31" y="288"/>
                </a:lnTo>
                <a:lnTo>
                  <a:pt x="30" y="287"/>
                </a:lnTo>
                <a:lnTo>
                  <a:pt x="29" y="287"/>
                </a:lnTo>
                <a:lnTo>
                  <a:pt x="28" y="286"/>
                </a:lnTo>
                <a:lnTo>
                  <a:pt x="27" y="285"/>
                </a:lnTo>
                <a:lnTo>
                  <a:pt x="27" y="284"/>
                </a:lnTo>
                <a:lnTo>
                  <a:pt x="26" y="284"/>
                </a:lnTo>
                <a:lnTo>
                  <a:pt x="26" y="283"/>
                </a:lnTo>
                <a:lnTo>
                  <a:pt x="26" y="282"/>
                </a:lnTo>
                <a:lnTo>
                  <a:pt x="26" y="283"/>
                </a:lnTo>
                <a:lnTo>
                  <a:pt x="27" y="283"/>
                </a:lnTo>
                <a:lnTo>
                  <a:pt x="27" y="284"/>
                </a:lnTo>
                <a:lnTo>
                  <a:pt x="28" y="283"/>
                </a:lnTo>
                <a:lnTo>
                  <a:pt x="27" y="283"/>
                </a:lnTo>
                <a:lnTo>
                  <a:pt x="27" y="282"/>
                </a:lnTo>
                <a:lnTo>
                  <a:pt x="26" y="282"/>
                </a:lnTo>
                <a:lnTo>
                  <a:pt x="26" y="281"/>
                </a:lnTo>
                <a:lnTo>
                  <a:pt x="25" y="280"/>
                </a:lnTo>
                <a:lnTo>
                  <a:pt x="24" y="279"/>
                </a:lnTo>
                <a:lnTo>
                  <a:pt x="23" y="278"/>
                </a:lnTo>
                <a:lnTo>
                  <a:pt x="23" y="277"/>
                </a:lnTo>
                <a:lnTo>
                  <a:pt x="23" y="276"/>
                </a:lnTo>
                <a:lnTo>
                  <a:pt x="23" y="277"/>
                </a:lnTo>
                <a:lnTo>
                  <a:pt x="24" y="276"/>
                </a:lnTo>
                <a:lnTo>
                  <a:pt x="23" y="276"/>
                </a:lnTo>
                <a:lnTo>
                  <a:pt x="24" y="276"/>
                </a:lnTo>
                <a:lnTo>
                  <a:pt x="23" y="276"/>
                </a:lnTo>
                <a:lnTo>
                  <a:pt x="23" y="275"/>
                </a:lnTo>
                <a:lnTo>
                  <a:pt x="23" y="276"/>
                </a:lnTo>
                <a:lnTo>
                  <a:pt x="22" y="275"/>
                </a:lnTo>
                <a:lnTo>
                  <a:pt x="21" y="276"/>
                </a:lnTo>
                <a:lnTo>
                  <a:pt x="21" y="275"/>
                </a:lnTo>
                <a:lnTo>
                  <a:pt x="21" y="274"/>
                </a:lnTo>
                <a:lnTo>
                  <a:pt x="20" y="274"/>
                </a:lnTo>
                <a:lnTo>
                  <a:pt x="20" y="273"/>
                </a:lnTo>
                <a:lnTo>
                  <a:pt x="20" y="272"/>
                </a:lnTo>
                <a:lnTo>
                  <a:pt x="20" y="271"/>
                </a:lnTo>
                <a:lnTo>
                  <a:pt x="20" y="270"/>
                </a:lnTo>
                <a:lnTo>
                  <a:pt x="21" y="270"/>
                </a:lnTo>
                <a:lnTo>
                  <a:pt x="22" y="269"/>
                </a:lnTo>
                <a:lnTo>
                  <a:pt x="22" y="268"/>
                </a:lnTo>
                <a:lnTo>
                  <a:pt x="22" y="266"/>
                </a:lnTo>
                <a:lnTo>
                  <a:pt x="21" y="266"/>
                </a:lnTo>
                <a:lnTo>
                  <a:pt x="21" y="267"/>
                </a:lnTo>
                <a:lnTo>
                  <a:pt x="20" y="266"/>
                </a:lnTo>
                <a:lnTo>
                  <a:pt x="20" y="265"/>
                </a:lnTo>
                <a:lnTo>
                  <a:pt x="20" y="264"/>
                </a:lnTo>
                <a:lnTo>
                  <a:pt x="19" y="263"/>
                </a:lnTo>
                <a:lnTo>
                  <a:pt x="19" y="262"/>
                </a:lnTo>
                <a:lnTo>
                  <a:pt x="18" y="261"/>
                </a:lnTo>
                <a:lnTo>
                  <a:pt x="18" y="259"/>
                </a:lnTo>
                <a:lnTo>
                  <a:pt x="17" y="258"/>
                </a:lnTo>
                <a:lnTo>
                  <a:pt x="17" y="257"/>
                </a:lnTo>
                <a:lnTo>
                  <a:pt x="16" y="256"/>
                </a:lnTo>
                <a:lnTo>
                  <a:pt x="15" y="256"/>
                </a:lnTo>
                <a:lnTo>
                  <a:pt x="16" y="256"/>
                </a:lnTo>
                <a:lnTo>
                  <a:pt x="16" y="255"/>
                </a:lnTo>
                <a:lnTo>
                  <a:pt x="16" y="254"/>
                </a:lnTo>
                <a:lnTo>
                  <a:pt x="15" y="253"/>
                </a:lnTo>
                <a:lnTo>
                  <a:pt x="15" y="252"/>
                </a:lnTo>
                <a:lnTo>
                  <a:pt x="14" y="251"/>
                </a:lnTo>
                <a:lnTo>
                  <a:pt x="15" y="251"/>
                </a:lnTo>
                <a:lnTo>
                  <a:pt x="15" y="250"/>
                </a:lnTo>
                <a:lnTo>
                  <a:pt x="14" y="249"/>
                </a:lnTo>
                <a:lnTo>
                  <a:pt x="14" y="248"/>
                </a:lnTo>
                <a:lnTo>
                  <a:pt x="14" y="247"/>
                </a:lnTo>
                <a:lnTo>
                  <a:pt x="13" y="247"/>
                </a:lnTo>
                <a:lnTo>
                  <a:pt x="13" y="246"/>
                </a:lnTo>
                <a:lnTo>
                  <a:pt x="13" y="245"/>
                </a:lnTo>
                <a:lnTo>
                  <a:pt x="13" y="243"/>
                </a:lnTo>
                <a:lnTo>
                  <a:pt x="13" y="242"/>
                </a:lnTo>
                <a:lnTo>
                  <a:pt x="13" y="241"/>
                </a:lnTo>
                <a:lnTo>
                  <a:pt x="12" y="241"/>
                </a:lnTo>
                <a:lnTo>
                  <a:pt x="12" y="240"/>
                </a:lnTo>
                <a:lnTo>
                  <a:pt x="12" y="239"/>
                </a:lnTo>
                <a:lnTo>
                  <a:pt x="11" y="239"/>
                </a:lnTo>
                <a:lnTo>
                  <a:pt x="11" y="238"/>
                </a:lnTo>
                <a:lnTo>
                  <a:pt x="10" y="238"/>
                </a:lnTo>
                <a:lnTo>
                  <a:pt x="10" y="237"/>
                </a:lnTo>
                <a:lnTo>
                  <a:pt x="9" y="237"/>
                </a:lnTo>
                <a:lnTo>
                  <a:pt x="9" y="236"/>
                </a:lnTo>
                <a:lnTo>
                  <a:pt x="8" y="236"/>
                </a:lnTo>
                <a:lnTo>
                  <a:pt x="8" y="235"/>
                </a:lnTo>
                <a:lnTo>
                  <a:pt x="7" y="234"/>
                </a:lnTo>
                <a:lnTo>
                  <a:pt x="6" y="233"/>
                </a:lnTo>
                <a:lnTo>
                  <a:pt x="5" y="233"/>
                </a:lnTo>
                <a:lnTo>
                  <a:pt x="4" y="233"/>
                </a:lnTo>
                <a:lnTo>
                  <a:pt x="3" y="232"/>
                </a:lnTo>
                <a:lnTo>
                  <a:pt x="3" y="231"/>
                </a:lnTo>
                <a:lnTo>
                  <a:pt x="3" y="232"/>
                </a:lnTo>
                <a:lnTo>
                  <a:pt x="2" y="231"/>
                </a:lnTo>
                <a:lnTo>
                  <a:pt x="1" y="230"/>
                </a:lnTo>
                <a:lnTo>
                  <a:pt x="1" y="231"/>
                </a:lnTo>
                <a:lnTo>
                  <a:pt x="0" y="230"/>
                </a:lnTo>
                <a:lnTo>
                  <a:pt x="0" y="229"/>
                </a:lnTo>
                <a:lnTo>
                  <a:pt x="1" y="228"/>
                </a:lnTo>
                <a:lnTo>
                  <a:pt x="0" y="227"/>
                </a:lnTo>
                <a:lnTo>
                  <a:pt x="0" y="226"/>
                </a:lnTo>
                <a:lnTo>
                  <a:pt x="1" y="226"/>
                </a:lnTo>
                <a:lnTo>
                  <a:pt x="1" y="225"/>
                </a:lnTo>
                <a:lnTo>
                  <a:pt x="2" y="224"/>
                </a:lnTo>
                <a:lnTo>
                  <a:pt x="1" y="225"/>
                </a:lnTo>
                <a:lnTo>
                  <a:pt x="1" y="226"/>
                </a:lnTo>
                <a:lnTo>
                  <a:pt x="2" y="225"/>
                </a:lnTo>
                <a:lnTo>
                  <a:pt x="3" y="224"/>
                </a:lnTo>
                <a:lnTo>
                  <a:pt x="4" y="224"/>
                </a:lnTo>
                <a:lnTo>
                  <a:pt x="5" y="224"/>
                </a:lnTo>
                <a:lnTo>
                  <a:pt x="5" y="223"/>
                </a:lnTo>
                <a:lnTo>
                  <a:pt x="5" y="222"/>
                </a:lnTo>
                <a:lnTo>
                  <a:pt x="4" y="222"/>
                </a:lnTo>
                <a:lnTo>
                  <a:pt x="4" y="219"/>
                </a:lnTo>
                <a:lnTo>
                  <a:pt x="4" y="218"/>
                </a:lnTo>
                <a:lnTo>
                  <a:pt x="3" y="218"/>
                </a:lnTo>
                <a:lnTo>
                  <a:pt x="4" y="217"/>
                </a:lnTo>
                <a:lnTo>
                  <a:pt x="4" y="216"/>
                </a:lnTo>
                <a:lnTo>
                  <a:pt x="4" y="215"/>
                </a:lnTo>
                <a:lnTo>
                  <a:pt x="5" y="215"/>
                </a:lnTo>
                <a:lnTo>
                  <a:pt x="5" y="214"/>
                </a:lnTo>
                <a:lnTo>
                  <a:pt x="4" y="214"/>
                </a:lnTo>
                <a:lnTo>
                  <a:pt x="5" y="214"/>
                </a:lnTo>
                <a:lnTo>
                  <a:pt x="5" y="213"/>
                </a:lnTo>
                <a:lnTo>
                  <a:pt x="5" y="212"/>
                </a:lnTo>
                <a:lnTo>
                  <a:pt x="5" y="213"/>
                </a:lnTo>
                <a:lnTo>
                  <a:pt x="5" y="214"/>
                </a:lnTo>
                <a:lnTo>
                  <a:pt x="6" y="214"/>
                </a:lnTo>
                <a:lnTo>
                  <a:pt x="6" y="212"/>
                </a:lnTo>
                <a:lnTo>
                  <a:pt x="6" y="211"/>
                </a:lnTo>
                <a:lnTo>
                  <a:pt x="7" y="211"/>
                </a:lnTo>
                <a:lnTo>
                  <a:pt x="7" y="210"/>
                </a:lnTo>
                <a:lnTo>
                  <a:pt x="7" y="209"/>
                </a:lnTo>
                <a:lnTo>
                  <a:pt x="8" y="209"/>
                </a:lnTo>
                <a:lnTo>
                  <a:pt x="8" y="208"/>
                </a:lnTo>
                <a:lnTo>
                  <a:pt x="7" y="208"/>
                </a:lnTo>
                <a:lnTo>
                  <a:pt x="7" y="209"/>
                </a:lnTo>
                <a:lnTo>
                  <a:pt x="6" y="209"/>
                </a:lnTo>
                <a:lnTo>
                  <a:pt x="6" y="207"/>
                </a:lnTo>
                <a:lnTo>
                  <a:pt x="6" y="206"/>
                </a:lnTo>
                <a:lnTo>
                  <a:pt x="7" y="206"/>
                </a:lnTo>
                <a:lnTo>
                  <a:pt x="8" y="206"/>
                </a:lnTo>
                <a:lnTo>
                  <a:pt x="7" y="206"/>
                </a:lnTo>
                <a:lnTo>
                  <a:pt x="7" y="205"/>
                </a:lnTo>
                <a:lnTo>
                  <a:pt x="7" y="204"/>
                </a:lnTo>
                <a:lnTo>
                  <a:pt x="8" y="203"/>
                </a:lnTo>
                <a:lnTo>
                  <a:pt x="8" y="202"/>
                </a:lnTo>
                <a:lnTo>
                  <a:pt x="9" y="202"/>
                </a:lnTo>
                <a:lnTo>
                  <a:pt x="8" y="202"/>
                </a:lnTo>
                <a:lnTo>
                  <a:pt x="8" y="201"/>
                </a:lnTo>
                <a:lnTo>
                  <a:pt x="9" y="200"/>
                </a:lnTo>
                <a:lnTo>
                  <a:pt x="9" y="199"/>
                </a:lnTo>
                <a:lnTo>
                  <a:pt x="10" y="198"/>
                </a:lnTo>
                <a:lnTo>
                  <a:pt x="10" y="199"/>
                </a:lnTo>
                <a:lnTo>
                  <a:pt x="9" y="200"/>
                </a:lnTo>
                <a:lnTo>
                  <a:pt x="10" y="200"/>
                </a:lnTo>
                <a:lnTo>
                  <a:pt x="10" y="199"/>
                </a:lnTo>
                <a:lnTo>
                  <a:pt x="10" y="200"/>
                </a:lnTo>
                <a:lnTo>
                  <a:pt x="11" y="200"/>
                </a:lnTo>
                <a:lnTo>
                  <a:pt x="11" y="199"/>
                </a:lnTo>
                <a:lnTo>
                  <a:pt x="11" y="198"/>
                </a:lnTo>
                <a:lnTo>
                  <a:pt x="10" y="198"/>
                </a:lnTo>
                <a:lnTo>
                  <a:pt x="10" y="197"/>
                </a:lnTo>
                <a:lnTo>
                  <a:pt x="9" y="197"/>
                </a:lnTo>
                <a:lnTo>
                  <a:pt x="11" y="197"/>
                </a:lnTo>
                <a:lnTo>
                  <a:pt x="12" y="196"/>
                </a:lnTo>
                <a:lnTo>
                  <a:pt x="12" y="195"/>
                </a:lnTo>
                <a:lnTo>
                  <a:pt x="11" y="195"/>
                </a:lnTo>
                <a:lnTo>
                  <a:pt x="11" y="196"/>
                </a:lnTo>
                <a:lnTo>
                  <a:pt x="11" y="195"/>
                </a:lnTo>
                <a:lnTo>
                  <a:pt x="10" y="194"/>
                </a:lnTo>
                <a:lnTo>
                  <a:pt x="11" y="193"/>
                </a:lnTo>
                <a:lnTo>
                  <a:pt x="10" y="193"/>
                </a:lnTo>
                <a:lnTo>
                  <a:pt x="10" y="192"/>
                </a:lnTo>
                <a:lnTo>
                  <a:pt x="10" y="191"/>
                </a:lnTo>
                <a:lnTo>
                  <a:pt x="11" y="191"/>
                </a:lnTo>
                <a:lnTo>
                  <a:pt x="11" y="190"/>
                </a:lnTo>
                <a:lnTo>
                  <a:pt x="10" y="190"/>
                </a:lnTo>
                <a:lnTo>
                  <a:pt x="9" y="191"/>
                </a:lnTo>
                <a:lnTo>
                  <a:pt x="9" y="190"/>
                </a:lnTo>
                <a:lnTo>
                  <a:pt x="10" y="190"/>
                </a:lnTo>
                <a:lnTo>
                  <a:pt x="10" y="189"/>
                </a:lnTo>
                <a:lnTo>
                  <a:pt x="10" y="188"/>
                </a:lnTo>
                <a:lnTo>
                  <a:pt x="11" y="188"/>
                </a:lnTo>
                <a:lnTo>
                  <a:pt x="11" y="187"/>
                </a:lnTo>
                <a:lnTo>
                  <a:pt x="11" y="186"/>
                </a:lnTo>
                <a:lnTo>
                  <a:pt x="10" y="186"/>
                </a:lnTo>
                <a:lnTo>
                  <a:pt x="9" y="186"/>
                </a:lnTo>
                <a:lnTo>
                  <a:pt x="8" y="186"/>
                </a:lnTo>
                <a:lnTo>
                  <a:pt x="8" y="185"/>
                </a:lnTo>
                <a:lnTo>
                  <a:pt x="8" y="184"/>
                </a:lnTo>
                <a:lnTo>
                  <a:pt x="8" y="183"/>
                </a:lnTo>
                <a:lnTo>
                  <a:pt x="9" y="183"/>
                </a:lnTo>
                <a:lnTo>
                  <a:pt x="10" y="184"/>
                </a:lnTo>
                <a:lnTo>
                  <a:pt x="10" y="183"/>
                </a:lnTo>
                <a:lnTo>
                  <a:pt x="11" y="183"/>
                </a:lnTo>
                <a:lnTo>
                  <a:pt x="11" y="182"/>
                </a:lnTo>
                <a:lnTo>
                  <a:pt x="10" y="181"/>
                </a:lnTo>
                <a:lnTo>
                  <a:pt x="10" y="179"/>
                </a:lnTo>
                <a:lnTo>
                  <a:pt x="10" y="178"/>
                </a:lnTo>
                <a:lnTo>
                  <a:pt x="10" y="176"/>
                </a:lnTo>
                <a:lnTo>
                  <a:pt x="11" y="176"/>
                </a:lnTo>
                <a:lnTo>
                  <a:pt x="10" y="175"/>
                </a:lnTo>
                <a:lnTo>
                  <a:pt x="10" y="174"/>
                </a:lnTo>
                <a:lnTo>
                  <a:pt x="10" y="173"/>
                </a:lnTo>
                <a:lnTo>
                  <a:pt x="10" y="172"/>
                </a:lnTo>
                <a:lnTo>
                  <a:pt x="10" y="171"/>
                </a:lnTo>
                <a:lnTo>
                  <a:pt x="10" y="170"/>
                </a:lnTo>
                <a:lnTo>
                  <a:pt x="10" y="169"/>
                </a:lnTo>
                <a:lnTo>
                  <a:pt x="11" y="169"/>
                </a:lnTo>
                <a:lnTo>
                  <a:pt x="11" y="168"/>
                </a:lnTo>
                <a:lnTo>
                  <a:pt x="11" y="167"/>
                </a:lnTo>
                <a:lnTo>
                  <a:pt x="12" y="167"/>
                </a:lnTo>
                <a:lnTo>
                  <a:pt x="12" y="166"/>
                </a:lnTo>
                <a:lnTo>
                  <a:pt x="13" y="166"/>
                </a:lnTo>
                <a:lnTo>
                  <a:pt x="13" y="165"/>
                </a:lnTo>
                <a:lnTo>
                  <a:pt x="14" y="165"/>
                </a:lnTo>
                <a:lnTo>
                  <a:pt x="13" y="164"/>
                </a:lnTo>
                <a:lnTo>
                  <a:pt x="12" y="164"/>
                </a:lnTo>
                <a:lnTo>
                  <a:pt x="13" y="163"/>
                </a:lnTo>
                <a:lnTo>
                  <a:pt x="13" y="161"/>
                </a:lnTo>
                <a:lnTo>
                  <a:pt x="13" y="159"/>
                </a:lnTo>
                <a:lnTo>
                  <a:pt x="14" y="159"/>
                </a:lnTo>
                <a:lnTo>
                  <a:pt x="15" y="159"/>
                </a:lnTo>
                <a:lnTo>
                  <a:pt x="15" y="158"/>
                </a:lnTo>
                <a:lnTo>
                  <a:pt x="16" y="157"/>
                </a:lnTo>
                <a:lnTo>
                  <a:pt x="16" y="156"/>
                </a:lnTo>
                <a:lnTo>
                  <a:pt x="17" y="156"/>
                </a:lnTo>
                <a:lnTo>
                  <a:pt x="17" y="155"/>
                </a:lnTo>
                <a:lnTo>
                  <a:pt x="16" y="155"/>
                </a:lnTo>
                <a:lnTo>
                  <a:pt x="16" y="156"/>
                </a:lnTo>
                <a:lnTo>
                  <a:pt x="15" y="157"/>
                </a:lnTo>
                <a:lnTo>
                  <a:pt x="15" y="158"/>
                </a:lnTo>
                <a:lnTo>
                  <a:pt x="14" y="158"/>
                </a:lnTo>
                <a:lnTo>
                  <a:pt x="14" y="159"/>
                </a:lnTo>
                <a:lnTo>
                  <a:pt x="12" y="159"/>
                </a:lnTo>
                <a:lnTo>
                  <a:pt x="12" y="158"/>
                </a:lnTo>
                <a:lnTo>
                  <a:pt x="12" y="157"/>
                </a:lnTo>
                <a:lnTo>
                  <a:pt x="13" y="157"/>
                </a:lnTo>
                <a:lnTo>
                  <a:pt x="13" y="156"/>
                </a:lnTo>
                <a:lnTo>
                  <a:pt x="14" y="155"/>
                </a:lnTo>
                <a:lnTo>
                  <a:pt x="13" y="155"/>
                </a:lnTo>
                <a:lnTo>
                  <a:pt x="13" y="154"/>
                </a:lnTo>
                <a:lnTo>
                  <a:pt x="14" y="154"/>
                </a:lnTo>
                <a:lnTo>
                  <a:pt x="14" y="153"/>
                </a:lnTo>
                <a:lnTo>
                  <a:pt x="15" y="153"/>
                </a:lnTo>
                <a:lnTo>
                  <a:pt x="16" y="152"/>
                </a:lnTo>
                <a:lnTo>
                  <a:pt x="17" y="153"/>
                </a:lnTo>
                <a:lnTo>
                  <a:pt x="17" y="152"/>
                </a:lnTo>
                <a:lnTo>
                  <a:pt x="17" y="151"/>
                </a:lnTo>
                <a:lnTo>
                  <a:pt x="18" y="151"/>
                </a:lnTo>
                <a:lnTo>
                  <a:pt x="19" y="152"/>
                </a:lnTo>
                <a:lnTo>
                  <a:pt x="20" y="151"/>
                </a:lnTo>
                <a:lnTo>
                  <a:pt x="21" y="151"/>
                </a:lnTo>
                <a:lnTo>
                  <a:pt x="21" y="150"/>
                </a:lnTo>
                <a:lnTo>
                  <a:pt x="20" y="150"/>
                </a:lnTo>
                <a:lnTo>
                  <a:pt x="20" y="149"/>
                </a:lnTo>
                <a:lnTo>
                  <a:pt x="20" y="148"/>
                </a:lnTo>
                <a:lnTo>
                  <a:pt x="20" y="149"/>
                </a:lnTo>
                <a:lnTo>
                  <a:pt x="21" y="148"/>
                </a:lnTo>
                <a:lnTo>
                  <a:pt x="22" y="148"/>
                </a:lnTo>
                <a:lnTo>
                  <a:pt x="23" y="147"/>
                </a:lnTo>
                <a:lnTo>
                  <a:pt x="23" y="146"/>
                </a:lnTo>
                <a:lnTo>
                  <a:pt x="24" y="146"/>
                </a:lnTo>
                <a:lnTo>
                  <a:pt x="24" y="145"/>
                </a:lnTo>
                <a:lnTo>
                  <a:pt x="24" y="144"/>
                </a:lnTo>
                <a:lnTo>
                  <a:pt x="25" y="144"/>
                </a:lnTo>
                <a:lnTo>
                  <a:pt x="25" y="143"/>
                </a:lnTo>
                <a:lnTo>
                  <a:pt x="25" y="142"/>
                </a:lnTo>
                <a:lnTo>
                  <a:pt x="26" y="142"/>
                </a:lnTo>
                <a:lnTo>
                  <a:pt x="26" y="141"/>
                </a:lnTo>
                <a:lnTo>
                  <a:pt x="25" y="140"/>
                </a:lnTo>
                <a:lnTo>
                  <a:pt x="26" y="138"/>
                </a:lnTo>
                <a:lnTo>
                  <a:pt x="26" y="137"/>
                </a:lnTo>
                <a:lnTo>
                  <a:pt x="27" y="136"/>
                </a:lnTo>
                <a:lnTo>
                  <a:pt x="27" y="135"/>
                </a:lnTo>
                <a:lnTo>
                  <a:pt x="28" y="135"/>
                </a:lnTo>
                <a:lnTo>
                  <a:pt x="29" y="134"/>
                </a:lnTo>
                <a:lnTo>
                  <a:pt x="29" y="133"/>
                </a:lnTo>
                <a:lnTo>
                  <a:pt x="30" y="132"/>
                </a:lnTo>
                <a:lnTo>
                  <a:pt x="30" y="131"/>
                </a:lnTo>
                <a:lnTo>
                  <a:pt x="30" y="130"/>
                </a:lnTo>
                <a:lnTo>
                  <a:pt x="31" y="130"/>
                </a:lnTo>
                <a:lnTo>
                  <a:pt x="32" y="130"/>
                </a:lnTo>
                <a:lnTo>
                  <a:pt x="32" y="129"/>
                </a:lnTo>
                <a:lnTo>
                  <a:pt x="33" y="129"/>
                </a:lnTo>
                <a:lnTo>
                  <a:pt x="34" y="128"/>
                </a:lnTo>
                <a:lnTo>
                  <a:pt x="34" y="127"/>
                </a:lnTo>
                <a:lnTo>
                  <a:pt x="35" y="127"/>
                </a:lnTo>
                <a:lnTo>
                  <a:pt x="35" y="126"/>
                </a:lnTo>
                <a:lnTo>
                  <a:pt x="35" y="125"/>
                </a:lnTo>
                <a:lnTo>
                  <a:pt x="36" y="125"/>
                </a:lnTo>
                <a:lnTo>
                  <a:pt x="36" y="124"/>
                </a:lnTo>
                <a:lnTo>
                  <a:pt x="36" y="123"/>
                </a:lnTo>
                <a:lnTo>
                  <a:pt x="37" y="122"/>
                </a:lnTo>
                <a:lnTo>
                  <a:pt x="37" y="121"/>
                </a:lnTo>
                <a:lnTo>
                  <a:pt x="35" y="121"/>
                </a:lnTo>
                <a:lnTo>
                  <a:pt x="35" y="122"/>
                </a:lnTo>
                <a:lnTo>
                  <a:pt x="34" y="123"/>
                </a:lnTo>
                <a:lnTo>
                  <a:pt x="34" y="124"/>
                </a:lnTo>
                <a:lnTo>
                  <a:pt x="33" y="124"/>
                </a:lnTo>
                <a:lnTo>
                  <a:pt x="33" y="125"/>
                </a:lnTo>
                <a:lnTo>
                  <a:pt x="31" y="125"/>
                </a:lnTo>
                <a:lnTo>
                  <a:pt x="31" y="124"/>
                </a:lnTo>
                <a:lnTo>
                  <a:pt x="32" y="124"/>
                </a:lnTo>
                <a:lnTo>
                  <a:pt x="34" y="121"/>
                </a:lnTo>
                <a:lnTo>
                  <a:pt x="35" y="121"/>
                </a:lnTo>
                <a:lnTo>
                  <a:pt x="35" y="120"/>
                </a:lnTo>
                <a:lnTo>
                  <a:pt x="35" y="119"/>
                </a:lnTo>
                <a:lnTo>
                  <a:pt x="36" y="118"/>
                </a:lnTo>
                <a:lnTo>
                  <a:pt x="37" y="118"/>
                </a:lnTo>
                <a:lnTo>
                  <a:pt x="39" y="118"/>
                </a:lnTo>
                <a:lnTo>
                  <a:pt x="39" y="117"/>
                </a:lnTo>
                <a:lnTo>
                  <a:pt x="39" y="116"/>
                </a:lnTo>
                <a:lnTo>
                  <a:pt x="40" y="116"/>
                </a:lnTo>
                <a:lnTo>
                  <a:pt x="40" y="115"/>
                </a:lnTo>
                <a:lnTo>
                  <a:pt x="41" y="115"/>
                </a:lnTo>
                <a:lnTo>
                  <a:pt x="41" y="114"/>
                </a:lnTo>
                <a:lnTo>
                  <a:pt x="41" y="113"/>
                </a:lnTo>
                <a:lnTo>
                  <a:pt x="40" y="113"/>
                </a:lnTo>
                <a:lnTo>
                  <a:pt x="39" y="112"/>
                </a:lnTo>
                <a:lnTo>
                  <a:pt x="40" y="112"/>
                </a:lnTo>
                <a:lnTo>
                  <a:pt x="40" y="111"/>
                </a:lnTo>
                <a:lnTo>
                  <a:pt x="40" y="110"/>
                </a:lnTo>
                <a:lnTo>
                  <a:pt x="41" y="108"/>
                </a:lnTo>
                <a:lnTo>
                  <a:pt x="42" y="107"/>
                </a:lnTo>
                <a:lnTo>
                  <a:pt x="43" y="106"/>
                </a:lnTo>
                <a:lnTo>
                  <a:pt x="43" y="105"/>
                </a:lnTo>
                <a:lnTo>
                  <a:pt x="43" y="106"/>
                </a:lnTo>
                <a:lnTo>
                  <a:pt x="43" y="107"/>
                </a:lnTo>
                <a:lnTo>
                  <a:pt x="42" y="108"/>
                </a:lnTo>
                <a:lnTo>
                  <a:pt x="42" y="109"/>
                </a:lnTo>
                <a:lnTo>
                  <a:pt x="42" y="108"/>
                </a:lnTo>
                <a:lnTo>
                  <a:pt x="41" y="108"/>
                </a:lnTo>
                <a:lnTo>
                  <a:pt x="41" y="110"/>
                </a:lnTo>
                <a:lnTo>
                  <a:pt x="40" y="111"/>
                </a:lnTo>
                <a:lnTo>
                  <a:pt x="41" y="112"/>
                </a:lnTo>
                <a:lnTo>
                  <a:pt x="41" y="111"/>
                </a:lnTo>
                <a:lnTo>
                  <a:pt x="41" y="110"/>
                </a:lnTo>
                <a:lnTo>
                  <a:pt x="42" y="110"/>
                </a:lnTo>
                <a:lnTo>
                  <a:pt x="42" y="111"/>
                </a:lnTo>
                <a:lnTo>
                  <a:pt x="43" y="111"/>
                </a:lnTo>
                <a:lnTo>
                  <a:pt x="43" y="110"/>
                </a:lnTo>
                <a:lnTo>
                  <a:pt x="42" y="109"/>
                </a:lnTo>
                <a:lnTo>
                  <a:pt x="43" y="108"/>
                </a:lnTo>
                <a:lnTo>
                  <a:pt x="44" y="106"/>
                </a:lnTo>
                <a:lnTo>
                  <a:pt x="44" y="107"/>
                </a:lnTo>
                <a:lnTo>
                  <a:pt x="44" y="108"/>
                </a:lnTo>
                <a:lnTo>
                  <a:pt x="44" y="107"/>
                </a:lnTo>
                <a:lnTo>
                  <a:pt x="45" y="106"/>
                </a:lnTo>
                <a:lnTo>
                  <a:pt x="44" y="105"/>
                </a:lnTo>
                <a:lnTo>
                  <a:pt x="45" y="105"/>
                </a:lnTo>
                <a:lnTo>
                  <a:pt x="44" y="105"/>
                </a:lnTo>
                <a:lnTo>
                  <a:pt x="44" y="104"/>
                </a:lnTo>
                <a:lnTo>
                  <a:pt x="44" y="103"/>
                </a:lnTo>
                <a:lnTo>
                  <a:pt x="45" y="102"/>
                </a:lnTo>
                <a:lnTo>
                  <a:pt x="46" y="103"/>
                </a:lnTo>
                <a:lnTo>
                  <a:pt x="47" y="103"/>
                </a:lnTo>
                <a:lnTo>
                  <a:pt x="47" y="102"/>
                </a:lnTo>
                <a:lnTo>
                  <a:pt x="47" y="101"/>
                </a:lnTo>
                <a:lnTo>
                  <a:pt x="47" y="100"/>
                </a:lnTo>
                <a:lnTo>
                  <a:pt x="47" y="99"/>
                </a:lnTo>
                <a:lnTo>
                  <a:pt x="48" y="98"/>
                </a:lnTo>
                <a:lnTo>
                  <a:pt x="50" y="97"/>
                </a:lnTo>
                <a:lnTo>
                  <a:pt x="50" y="96"/>
                </a:lnTo>
                <a:lnTo>
                  <a:pt x="50" y="95"/>
                </a:lnTo>
                <a:lnTo>
                  <a:pt x="50" y="94"/>
                </a:lnTo>
                <a:lnTo>
                  <a:pt x="51" y="93"/>
                </a:lnTo>
                <a:lnTo>
                  <a:pt x="51" y="92"/>
                </a:lnTo>
                <a:lnTo>
                  <a:pt x="52" y="92"/>
                </a:lnTo>
                <a:lnTo>
                  <a:pt x="52" y="91"/>
                </a:lnTo>
                <a:lnTo>
                  <a:pt x="53" y="91"/>
                </a:lnTo>
                <a:lnTo>
                  <a:pt x="53" y="90"/>
                </a:lnTo>
                <a:lnTo>
                  <a:pt x="53" y="89"/>
                </a:lnTo>
                <a:lnTo>
                  <a:pt x="54" y="89"/>
                </a:lnTo>
                <a:lnTo>
                  <a:pt x="55" y="87"/>
                </a:lnTo>
                <a:lnTo>
                  <a:pt x="56" y="87"/>
                </a:lnTo>
                <a:lnTo>
                  <a:pt x="56" y="86"/>
                </a:lnTo>
                <a:lnTo>
                  <a:pt x="57" y="84"/>
                </a:lnTo>
                <a:lnTo>
                  <a:pt x="58" y="84"/>
                </a:lnTo>
                <a:lnTo>
                  <a:pt x="58" y="83"/>
                </a:lnTo>
                <a:lnTo>
                  <a:pt x="59" y="81"/>
                </a:lnTo>
                <a:lnTo>
                  <a:pt x="59" y="80"/>
                </a:lnTo>
                <a:lnTo>
                  <a:pt x="60" y="80"/>
                </a:lnTo>
                <a:lnTo>
                  <a:pt x="60" y="79"/>
                </a:lnTo>
                <a:lnTo>
                  <a:pt x="60" y="78"/>
                </a:lnTo>
                <a:lnTo>
                  <a:pt x="60" y="77"/>
                </a:lnTo>
                <a:lnTo>
                  <a:pt x="61" y="77"/>
                </a:lnTo>
                <a:lnTo>
                  <a:pt x="61" y="76"/>
                </a:lnTo>
                <a:lnTo>
                  <a:pt x="61" y="75"/>
                </a:lnTo>
                <a:lnTo>
                  <a:pt x="61" y="74"/>
                </a:lnTo>
                <a:lnTo>
                  <a:pt x="62" y="73"/>
                </a:lnTo>
                <a:lnTo>
                  <a:pt x="62" y="72"/>
                </a:lnTo>
                <a:lnTo>
                  <a:pt x="63" y="72"/>
                </a:lnTo>
                <a:lnTo>
                  <a:pt x="64" y="72"/>
                </a:lnTo>
                <a:lnTo>
                  <a:pt x="65" y="71"/>
                </a:lnTo>
                <a:lnTo>
                  <a:pt x="66" y="72"/>
                </a:lnTo>
                <a:lnTo>
                  <a:pt x="67" y="72"/>
                </a:lnTo>
                <a:lnTo>
                  <a:pt x="66" y="72"/>
                </a:lnTo>
                <a:lnTo>
                  <a:pt x="66" y="71"/>
                </a:lnTo>
                <a:lnTo>
                  <a:pt x="66" y="70"/>
                </a:lnTo>
                <a:lnTo>
                  <a:pt x="65" y="70"/>
                </a:lnTo>
                <a:lnTo>
                  <a:pt x="66" y="70"/>
                </a:lnTo>
                <a:lnTo>
                  <a:pt x="66" y="69"/>
                </a:lnTo>
                <a:lnTo>
                  <a:pt x="66" y="68"/>
                </a:lnTo>
                <a:lnTo>
                  <a:pt x="67" y="67"/>
                </a:lnTo>
                <a:lnTo>
                  <a:pt x="68" y="66"/>
                </a:lnTo>
                <a:lnTo>
                  <a:pt x="69" y="66"/>
                </a:lnTo>
                <a:lnTo>
                  <a:pt x="70" y="66"/>
                </a:lnTo>
                <a:lnTo>
                  <a:pt x="71" y="66"/>
                </a:lnTo>
                <a:lnTo>
                  <a:pt x="72" y="66"/>
                </a:lnTo>
                <a:lnTo>
                  <a:pt x="72" y="65"/>
                </a:lnTo>
                <a:lnTo>
                  <a:pt x="73" y="65"/>
                </a:lnTo>
                <a:lnTo>
                  <a:pt x="75" y="62"/>
                </a:lnTo>
                <a:lnTo>
                  <a:pt x="75" y="61"/>
                </a:lnTo>
                <a:lnTo>
                  <a:pt x="75" y="60"/>
                </a:lnTo>
                <a:lnTo>
                  <a:pt x="76" y="59"/>
                </a:lnTo>
                <a:lnTo>
                  <a:pt x="77" y="59"/>
                </a:lnTo>
                <a:lnTo>
                  <a:pt x="77" y="58"/>
                </a:lnTo>
                <a:lnTo>
                  <a:pt x="78" y="58"/>
                </a:lnTo>
                <a:lnTo>
                  <a:pt x="79" y="58"/>
                </a:lnTo>
                <a:lnTo>
                  <a:pt x="79" y="57"/>
                </a:lnTo>
                <a:lnTo>
                  <a:pt x="79" y="56"/>
                </a:lnTo>
                <a:lnTo>
                  <a:pt x="80" y="55"/>
                </a:lnTo>
                <a:lnTo>
                  <a:pt x="80" y="54"/>
                </a:lnTo>
                <a:lnTo>
                  <a:pt x="80" y="53"/>
                </a:lnTo>
                <a:lnTo>
                  <a:pt x="80" y="52"/>
                </a:lnTo>
                <a:lnTo>
                  <a:pt x="79" y="52"/>
                </a:lnTo>
                <a:lnTo>
                  <a:pt x="80" y="52"/>
                </a:lnTo>
                <a:lnTo>
                  <a:pt x="80" y="51"/>
                </a:lnTo>
                <a:lnTo>
                  <a:pt x="79" y="51"/>
                </a:lnTo>
                <a:lnTo>
                  <a:pt x="79" y="50"/>
                </a:lnTo>
                <a:lnTo>
                  <a:pt x="79" y="49"/>
                </a:lnTo>
                <a:lnTo>
                  <a:pt x="80" y="49"/>
                </a:lnTo>
                <a:lnTo>
                  <a:pt x="80" y="48"/>
                </a:lnTo>
                <a:lnTo>
                  <a:pt x="82" y="47"/>
                </a:lnTo>
                <a:lnTo>
                  <a:pt x="82" y="48"/>
                </a:lnTo>
                <a:lnTo>
                  <a:pt x="83" y="48"/>
                </a:lnTo>
                <a:lnTo>
                  <a:pt x="83" y="47"/>
                </a:lnTo>
                <a:lnTo>
                  <a:pt x="82" y="47"/>
                </a:lnTo>
                <a:lnTo>
                  <a:pt x="82" y="46"/>
                </a:lnTo>
                <a:lnTo>
                  <a:pt x="83" y="46"/>
                </a:lnTo>
                <a:lnTo>
                  <a:pt x="83" y="45"/>
                </a:lnTo>
                <a:lnTo>
                  <a:pt x="84" y="44"/>
                </a:lnTo>
                <a:lnTo>
                  <a:pt x="84" y="43"/>
                </a:lnTo>
                <a:lnTo>
                  <a:pt x="85" y="42"/>
                </a:lnTo>
                <a:lnTo>
                  <a:pt x="85" y="41"/>
                </a:lnTo>
                <a:lnTo>
                  <a:pt x="85" y="40"/>
                </a:lnTo>
                <a:lnTo>
                  <a:pt x="86" y="40"/>
                </a:lnTo>
                <a:lnTo>
                  <a:pt x="86" y="39"/>
                </a:lnTo>
                <a:lnTo>
                  <a:pt x="87" y="38"/>
                </a:lnTo>
                <a:lnTo>
                  <a:pt x="87" y="37"/>
                </a:lnTo>
                <a:lnTo>
                  <a:pt x="88" y="37"/>
                </a:lnTo>
                <a:lnTo>
                  <a:pt x="88" y="36"/>
                </a:lnTo>
                <a:lnTo>
                  <a:pt x="89" y="36"/>
                </a:lnTo>
                <a:lnTo>
                  <a:pt x="89" y="35"/>
                </a:lnTo>
                <a:lnTo>
                  <a:pt x="90" y="35"/>
                </a:lnTo>
                <a:lnTo>
                  <a:pt x="90" y="34"/>
                </a:lnTo>
                <a:lnTo>
                  <a:pt x="90" y="33"/>
                </a:lnTo>
                <a:lnTo>
                  <a:pt x="90" y="31"/>
                </a:lnTo>
                <a:lnTo>
                  <a:pt x="91" y="31"/>
                </a:lnTo>
                <a:lnTo>
                  <a:pt x="92" y="30"/>
                </a:lnTo>
                <a:lnTo>
                  <a:pt x="92" y="29"/>
                </a:lnTo>
                <a:lnTo>
                  <a:pt x="93" y="28"/>
                </a:lnTo>
                <a:lnTo>
                  <a:pt x="94" y="27"/>
                </a:lnTo>
                <a:lnTo>
                  <a:pt x="95" y="27"/>
                </a:lnTo>
                <a:lnTo>
                  <a:pt x="96" y="26"/>
                </a:lnTo>
                <a:lnTo>
                  <a:pt x="97" y="26"/>
                </a:lnTo>
                <a:lnTo>
                  <a:pt x="97" y="25"/>
                </a:lnTo>
                <a:lnTo>
                  <a:pt x="98" y="25"/>
                </a:lnTo>
                <a:lnTo>
                  <a:pt x="99" y="25"/>
                </a:lnTo>
                <a:lnTo>
                  <a:pt x="99" y="24"/>
                </a:lnTo>
                <a:lnTo>
                  <a:pt x="100" y="24"/>
                </a:lnTo>
                <a:lnTo>
                  <a:pt x="101" y="24"/>
                </a:lnTo>
                <a:lnTo>
                  <a:pt x="102" y="24"/>
                </a:lnTo>
                <a:lnTo>
                  <a:pt x="103" y="24"/>
                </a:lnTo>
                <a:lnTo>
                  <a:pt x="103" y="23"/>
                </a:lnTo>
                <a:lnTo>
                  <a:pt x="104" y="23"/>
                </a:lnTo>
                <a:lnTo>
                  <a:pt x="105" y="23"/>
                </a:lnTo>
                <a:lnTo>
                  <a:pt x="105" y="22"/>
                </a:lnTo>
                <a:lnTo>
                  <a:pt x="106" y="22"/>
                </a:lnTo>
                <a:lnTo>
                  <a:pt x="106" y="21"/>
                </a:lnTo>
                <a:lnTo>
                  <a:pt x="107" y="21"/>
                </a:lnTo>
                <a:lnTo>
                  <a:pt x="108" y="21"/>
                </a:lnTo>
                <a:lnTo>
                  <a:pt x="109" y="20"/>
                </a:lnTo>
                <a:lnTo>
                  <a:pt x="110" y="20"/>
                </a:lnTo>
                <a:lnTo>
                  <a:pt x="111" y="20"/>
                </a:lnTo>
                <a:lnTo>
                  <a:pt x="112" y="19"/>
                </a:lnTo>
                <a:lnTo>
                  <a:pt x="112" y="20"/>
                </a:lnTo>
                <a:lnTo>
                  <a:pt x="113" y="20"/>
                </a:lnTo>
                <a:lnTo>
                  <a:pt x="114" y="20"/>
                </a:lnTo>
                <a:lnTo>
                  <a:pt x="115" y="20"/>
                </a:lnTo>
                <a:lnTo>
                  <a:pt x="115" y="19"/>
                </a:lnTo>
                <a:lnTo>
                  <a:pt x="116" y="19"/>
                </a:lnTo>
                <a:lnTo>
                  <a:pt x="117" y="19"/>
                </a:lnTo>
                <a:lnTo>
                  <a:pt x="118" y="19"/>
                </a:lnTo>
                <a:lnTo>
                  <a:pt x="119" y="19"/>
                </a:lnTo>
                <a:lnTo>
                  <a:pt x="120" y="19"/>
                </a:lnTo>
                <a:lnTo>
                  <a:pt x="120" y="18"/>
                </a:lnTo>
                <a:lnTo>
                  <a:pt x="121" y="18"/>
                </a:lnTo>
                <a:lnTo>
                  <a:pt x="122" y="18"/>
                </a:lnTo>
                <a:lnTo>
                  <a:pt x="122" y="17"/>
                </a:lnTo>
                <a:lnTo>
                  <a:pt x="123" y="17"/>
                </a:lnTo>
                <a:lnTo>
                  <a:pt x="123" y="16"/>
                </a:lnTo>
                <a:lnTo>
                  <a:pt x="124" y="16"/>
                </a:lnTo>
                <a:lnTo>
                  <a:pt x="124" y="15"/>
                </a:lnTo>
                <a:lnTo>
                  <a:pt x="124" y="16"/>
                </a:lnTo>
                <a:lnTo>
                  <a:pt x="125" y="15"/>
                </a:lnTo>
                <a:lnTo>
                  <a:pt x="126" y="15"/>
                </a:lnTo>
                <a:lnTo>
                  <a:pt x="127" y="15"/>
                </a:lnTo>
                <a:lnTo>
                  <a:pt x="128" y="16"/>
                </a:lnTo>
                <a:lnTo>
                  <a:pt x="128" y="17"/>
                </a:lnTo>
                <a:lnTo>
                  <a:pt x="129" y="17"/>
                </a:lnTo>
                <a:lnTo>
                  <a:pt x="129" y="18"/>
                </a:lnTo>
                <a:lnTo>
                  <a:pt x="129" y="19"/>
                </a:lnTo>
                <a:lnTo>
                  <a:pt x="130" y="19"/>
                </a:lnTo>
                <a:lnTo>
                  <a:pt x="130" y="18"/>
                </a:lnTo>
                <a:lnTo>
                  <a:pt x="129" y="17"/>
                </a:lnTo>
                <a:lnTo>
                  <a:pt x="129" y="16"/>
                </a:lnTo>
                <a:lnTo>
                  <a:pt x="129" y="15"/>
                </a:lnTo>
                <a:lnTo>
                  <a:pt x="128" y="15"/>
                </a:lnTo>
                <a:lnTo>
                  <a:pt x="128" y="14"/>
                </a:lnTo>
                <a:lnTo>
                  <a:pt x="127" y="14"/>
                </a:lnTo>
                <a:lnTo>
                  <a:pt x="126" y="14"/>
                </a:lnTo>
                <a:lnTo>
                  <a:pt x="126" y="13"/>
                </a:lnTo>
                <a:lnTo>
                  <a:pt x="125" y="13"/>
                </a:lnTo>
                <a:lnTo>
                  <a:pt x="126" y="12"/>
                </a:lnTo>
                <a:lnTo>
                  <a:pt x="126" y="11"/>
                </a:lnTo>
                <a:lnTo>
                  <a:pt x="127" y="11"/>
                </a:lnTo>
                <a:lnTo>
                  <a:pt x="127" y="10"/>
                </a:lnTo>
                <a:lnTo>
                  <a:pt x="128" y="10"/>
                </a:lnTo>
                <a:lnTo>
                  <a:pt x="128" y="9"/>
                </a:lnTo>
                <a:lnTo>
                  <a:pt x="128" y="8"/>
                </a:lnTo>
                <a:lnTo>
                  <a:pt x="129" y="8"/>
                </a:lnTo>
                <a:lnTo>
                  <a:pt x="129" y="7"/>
                </a:lnTo>
                <a:lnTo>
                  <a:pt x="129" y="6"/>
                </a:lnTo>
                <a:lnTo>
                  <a:pt x="130" y="6"/>
                </a:lnTo>
                <a:lnTo>
                  <a:pt x="131" y="6"/>
                </a:lnTo>
                <a:lnTo>
                  <a:pt x="131" y="5"/>
                </a:lnTo>
                <a:lnTo>
                  <a:pt x="132" y="5"/>
                </a:lnTo>
                <a:lnTo>
                  <a:pt x="132" y="4"/>
                </a:lnTo>
                <a:lnTo>
                  <a:pt x="133" y="3"/>
                </a:lnTo>
                <a:lnTo>
                  <a:pt x="134" y="3"/>
                </a:lnTo>
                <a:lnTo>
                  <a:pt x="134" y="1"/>
                </a:lnTo>
                <a:lnTo>
                  <a:pt x="134" y="3"/>
                </a:lnTo>
                <a:lnTo>
                  <a:pt x="135" y="3"/>
                </a:lnTo>
                <a:lnTo>
                  <a:pt x="136" y="3"/>
                </a:lnTo>
                <a:lnTo>
                  <a:pt x="136" y="1"/>
                </a:lnTo>
                <a:lnTo>
                  <a:pt x="137" y="0"/>
                </a:lnTo>
                <a:lnTo>
                  <a:pt x="137" y="1"/>
                </a:lnTo>
                <a:lnTo>
                  <a:pt x="139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" name=""/>
          <p:cNvSpPr/>
          <p:nvPr/>
        </p:nvSpPr>
        <p:spPr>
          <a:xfrm>
            <a:off x="2287080" y="212004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0" y="5"/>
                </a:move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3" name=""/>
          <p:cNvSpPr/>
          <p:nvPr/>
        </p:nvSpPr>
        <p:spPr>
          <a:xfrm>
            <a:off x="2287440" y="211824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3"/>
                </a:move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4" name=""/>
          <p:cNvSpPr/>
          <p:nvPr/>
        </p:nvSpPr>
        <p:spPr>
          <a:xfrm>
            <a:off x="2289960" y="21146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5" name=""/>
          <p:cNvSpPr/>
          <p:nvPr/>
        </p:nvSpPr>
        <p:spPr>
          <a:xfrm>
            <a:off x="2294280" y="210528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0" y="5"/>
                </a:moveTo>
                <a:lnTo>
                  <a:pt x="2" y="2"/>
                </a:lnTo>
                <a:lnTo>
                  <a:pt x="2" y="0"/>
                </a:lnTo>
                <a:lnTo>
                  <a:pt x="5" y="0"/>
                </a:lnTo>
                <a:lnTo>
                  <a:pt x="7" y="0"/>
                </a:lnTo>
                <a:lnTo>
                  <a:pt x="7" y="2"/>
                </a:lnTo>
                <a:lnTo>
                  <a:pt x="5" y="2"/>
                </a:lnTo>
                <a:lnTo>
                  <a:pt x="5" y="3"/>
                </a:lnTo>
                <a:lnTo>
                  <a:pt x="5" y="5"/>
                </a:lnTo>
                <a:lnTo>
                  <a:pt x="4" y="5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6" name=""/>
          <p:cNvSpPr/>
          <p:nvPr/>
        </p:nvSpPr>
        <p:spPr>
          <a:xfrm>
            <a:off x="2345400" y="20772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7" name=""/>
          <p:cNvSpPr/>
          <p:nvPr/>
        </p:nvSpPr>
        <p:spPr>
          <a:xfrm>
            <a:off x="2339280" y="20656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" name=""/>
          <p:cNvSpPr/>
          <p:nvPr/>
        </p:nvSpPr>
        <p:spPr>
          <a:xfrm>
            <a:off x="2396520" y="20433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9" name=""/>
          <p:cNvSpPr/>
          <p:nvPr/>
        </p:nvSpPr>
        <p:spPr>
          <a:xfrm>
            <a:off x="2402280" y="2037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0" name=""/>
          <p:cNvSpPr/>
          <p:nvPr/>
        </p:nvSpPr>
        <p:spPr>
          <a:xfrm>
            <a:off x="2084400" y="21758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1" name=""/>
          <p:cNvSpPr/>
          <p:nvPr/>
        </p:nvSpPr>
        <p:spPr>
          <a:xfrm>
            <a:off x="2084760" y="21751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2" name=""/>
          <p:cNvSpPr/>
          <p:nvPr/>
        </p:nvSpPr>
        <p:spPr>
          <a:xfrm>
            <a:off x="2095560" y="21751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3" name=""/>
          <p:cNvSpPr/>
          <p:nvPr/>
        </p:nvSpPr>
        <p:spPr>
          <a:xfrm>
            <a:off x="2087280" y="21747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4" name=""/>
          <p:cNvSpPr/>
          <p:nvPr/>
        </p:nvSpPr>
        <p:spPr>
          <a:xfrm>
            <a:off x="2091240" y="2173320"/>
            <a:ext cx="2160" cy="2880"/>
          </a:xfrm>
          <a:custGeom>
            <a:avLst/>
            <a:gdLst/>
            <a:ahLst/>
            <a:rect l="0" t="0" r="r" b="b"/>
            <a:pathLst>
              <a:path w="6" h="8">
                <a:moveTo>
                  <a:pt x="1" y="1"/>
                </a:moveTo>
                <a:lnTo>
                  <a:pt x="2" y="1"/>
                </a:lnTo>
                <a:lnTo>
                  <a:pt x="2" y="3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3" y="5"/>
                </a:lnTo>
                <a:lnTo>
                  <a:pt x="3" y="4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3" y="5"/>
                </a:lnTo>
                <a:lnTo>
                  <a:pt x="3" y="6"/>
                </a:lnTo>
                <a:lnTo>
                  <a:pt x="5" y="7"/>
                </a:lnTo>
                <a:lnTo>
                  <a:pt x="3" y="7"/>
                </a:lnTo>
                <a:lnTo>
                  <a:pt x="3" y="6"/>
                </a:lnTo>
                <a:lnTo>
                  <a:pt x="3" y="7"/>
                </a:lnTo>
                <a:lnTo>
                  <a:pt x="3" y="8"/>
                </a:lnTo>
                <a:lnTo>
                  <a:pt x="3" y="7"/>
                </a:lnTo>
                <a:lnTo>
                  <a:pt x="2" y="7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5" name=""/>
          <p:cNvSpPr/>
          <p:nvPr/>
        </p:nvSpPr>
        <p:spPr>
          <a:xfrm>
            <a:off x="2088360" y="21740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1"/>
                </a:moveTo>
                <a:lnTo>
                  <a:pt x="3" y="3"/>
                </a:ln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6" name=""/>
          <p:cNvSpPr/>
          <p:nvPr/>
        </p:nvSpPr>
        <p:spPr>
          <a:xfrm>
            <a:off x="2088360" y="21740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1"/>
                </a:moveTo>
                <a:lnTo>
                  <a:pt x="3" y="3"/>
                </a:ln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1" y="1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7" name=""/>
          <p:cNvSpPr/>
          <p:nvPr/>
        </p:nvSpPr>
        <p:spPr>
          <a:xfrm>
            <a:off x="2092320" y="21733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8" name=""/>
          <p:cNvSpPr/>
          <p:nvPr/>
        </p:nvSpPr>
        <p:spPr>
          <a:xfrm>
            <a:off x="2091600" y="2171520"/>
            <a:ext cx="5040" cy="3960"/>
          </a:xfrm>
          <a:custGeom>
            <a:avLst/>
            <a:gdLst/>
            <a:ahLst/>
            <a:rect l="0" t="0" r="r" b="b"/>
            <a:pathLst>
              <a:path w="14" h="11">
                <a:moveTo>
                  <a:pt x="11" y="1"/>
                </a:moveTo>
                <a:lnTo>
                  <a:pt x="12" y="1"/>
                </a:lnTo>
                <a:lnTo>
                  <a:pt x="12" y="2"/>
                </a:lnTo>
                <a:lnTo>
                  <a:pt x="13" y="2"/>
                </a:lnTo>
                <a:lnTo>
                  <a:pt x="12" y="2"/>
                </a:lnTo>
                <a:lnTo>
                  <a:pt x="13" y="2"/>
                </a:lnTo>
                <a:lnTo>
                  <a:pt x="14" y="4"/>
                </a:lnTo>
                <a:lnTo>
                  <a:pt x="14" y="5"/>
                </a:lnTo>
                <a:lnTo>
                  <a:pt x="13" y="5"/>
                </a:lnTo>
                <a:lnTo>
                  <a:pt x="13" y="6"/>
                </a:lnTo>
                <a:lnTo>
                  <a:pt x="13" y="5"/>
                </a:lnTo>
                <a:lnTo>
                  <a:pt x="13" y="6"/>
                </a:lnTo>
                <a:lnTo>
                  <a:pt x="13" y="7"/>
                </a:lnTo>
                <a:lnTo>
                  <a:pt x="13" y="8"/>
                </a:lnTo>
                <a:lnTo>
                  <a:pt x="14" y="8"/>
                </a:lnTo>
                <a:lnTo>
                  <a:pt x="14" y="9"/>
                </a:lnTo>
                <a:lnTo>
                  <a:pt x="13" y="9"/>
                </a:lnTo>
                <a:lnTo>
                  <a:pt x="14" y="9"/>
                </a:lnTo>
                <a:lnTo>
                  <a:pt x="14" y="10"/>
                </a:lnTo>
                <a:lnTo>
                  <a:pt x="14" y="9"/>
                </a:lnTo>
                <a:lnTo>
                  <a:pt x="13" y="9"/>
                </a:lnTo>
                <a:lnTo>
                  <a:pt x="13" y="10"/>
                </a:lnTo>
                <a:lnTo>
                  <a:pt x="12" y="9"/>
                </a:lnTo>
                <a:lnTo>
                  <a:pt x="12" y="8"/>
                </a:lnTo>
                <a:lnTo>
                  <a:pt x="12" y="7"/>
                </a:lnTo>
                <a:lnTo>
                  <a:pt x="12" y="6"/>
                </a:lnTo>
                <a:lnTo>
                  <a:pt x="11" y="6"/>
                </a:lnTo>
                <a:lnTo>
                  <a:pt x="11" y="7"/>
                </a:lnTo>
                <a:lnTo>
                  <a:pt x="10" y="7"/>
                </a:lnTo>
                <a:lnTo>
                  <a:pt x="10" y="8"/>
                </a:lnTo>
                <a:lnTo>
                  <a:pt x="10" y="9"/>
                </a:lnTo>
                <a:lnTo>
                  <a:pt x="11" y="9"/>
                </a:lnTo>
                <a:lnTo>
                  <a:pt x="10" y="9"/>
                </a:lnTo>
                <a:lnTo>
                  <a:pt x="10" y="10"/>
                </a:lnTo>
                <a:lnTo>
                  <a:pt x="11" y="10"/>
                </a:lnTo>
                <a:lnTo>
                  <a:pt x="11" y="11"/>
                </a:lnTo>
                <a:lnTo>
                  <a:pt x="10" y="11"/>
                </a:lnTo>
                <a:lnTo>
                  <a:pt x="10" y="10"/>
                </a:lnTo>
                <a:lnTo>
                  <a:pt x="10" y="9"/>
                </a:lnTo>
                <a:lnTo>
                  <a:pt x="10" y="8"/>
                </a:lnTo>
                <a:lnTo>
                  <a:pt x="9" y="9"/>
                </a:lnTo>
                <a:lnTo>
                  <a:pt x="7" y="9"/>
                </a:lnTo>
                <a:lnTo>
                  <a:pt x="9" y="9"/>
                </a:lnTo>
                <a:lnTo>
                  <a:pt x="9" y="8"/>
                </a:lnTo>
                <a:lnTo>
                  <a:pt x="7" y="8"/>
                </a:lnTo>
                <a:lnTo>
                  <a:pt x="7" y="7"/>
                </a:lnTo>
                <a:lnTo>
                  <a:pt x="7" y="6"/>
                </a:lnTo>
                <a:lnTo>
                  <a:pt x="7" y="7"/>
                </a:lnTo>
                <a:lnTo>
                  <a:pt x="6" y="6"/>
                </a:lnTo>
                <a:lnTo>
                  <a:pt x="5" y="6"/>
                </a:lnTo>
                <a:lnTo>
                  <a:pt x="5" y="7"/>
                </a:lnTo>
                <a:lnTo>
                  <a:pt x="4" y="6"/>
                </a:lnTo>
                <a:lnTo>
                  <a:pt x="4" y="5"/>
                </a:lnTo>
                <a:lnTo>
                  <a:pt x="2" y="5"/>
                </a:lnTo>
                <a:lnTo>
                  <a:pt x="1" y="5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9" name=""/>
          <p:cNvSpPr/>
          <p:nvPr/>
        </p:nvSpPr>
        <p:spPr>
          <a:xfrm>
            <a:off x="2088720" y="2172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0" name=""/>
          <p:cNvSpPr/>
          <p:nvPr/>
        </p:nvSpPr>
        <p:spPr>
          <a:xfrm>
            <a:off x="2089440" y="21726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1" name=""/>
          <p:cNvSpPr/>
          <p:nvPr/>
        </p:nvSpPr>
        <p:spPr>
          <a:xfrm>
            <a:off x="2082600" y="2169360"/>
            <a:ext cx="7920" cy="6120"/>
          </a:xfrm>
          <a:custGeom>
            <a:avLst/>
            <a:gdLst/>
            <a:ahLst/>
            <a:rect l="0" t="0" r="r" b="b"/>
            <a:pathLst>
              <a:path w="22" h="17">
                <a:moveTo>
                  <a:pt x="20" y="0"/>
                </a:moveTo>
                <a:lnTo>
                  <a:pt x="22" y="1"/>
                </a:lnTo>
                <a:lnTo>
                  <a:pt x="20" y="2"/>
                </a:lnTo>
                <a:lnTo>
                  <a:pt x="20" y="3"/>
                </a:lnTo>
                <a:lnTo>
                  <a:pt x="20" y="4"/>
                </a:lnTo>
                <a:lnTo>
                  <a:pt x="19" y="4"/>
                </a:lnTo>
                <a:lnTo>
                  <a:pt x="18" y="4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7" y="6"/>
                </a:lnTo>
                <a:lnTo>
                  <a:pt x="17" y="7"/>
                </a:lnTo>
                <a:lnTo>
                  <a:pt x="18" y="7"/>
                </a:lnTo>
                <a:lnTo>
                  <a:pt x="18" y="8"/>
                </a:lnTo>
                <a:lnTo>
                  <a:pt x="17" y="8"/>
                </a:lnTo>
                <a:lnTo>
                  <a:pt x="17" y="9"/>
                </a:lnTo>
                <a:lnTo>
                  <a:pt x="17" y="8"/>
                </a:lnTo>
                <a:lnTo>
                  <a:pt x="16" y="8"/>
                </a:lnTo>
                <a:lnTo>
                  <a:pt x="15" y="8"/>
                </a:lnTo>
                <a:lnTo>
                  <a:pt x="15" y="9"/>
                </a:lnTo>
                <a:lnTo>
                  <a:pt x="15" y="8"/>
                </a:lnTo>
                <a:lnTo>
                  <a:pt x="16" y="8"/>
                </a:lnTo>
                <a:lnTo>
                  <a:pt x="16" y="9"/>
                </a:lnTo>
                <a:lnTo>
                  <a:pt x="17" y="10"/>
                </a:lnTo>
                <a:lnTo>
                  <a:pt x="16" y="10"/>
                </a:lnTo>
                <a:lnTo>
                  <a:pt x="16" y="11"/>
                </a:lnTo>
                <a:lnTo>
                  <a:pt x="15" y="11"/>
                </a:lnTo>
                <a:lnTo>
                  <a:pt x="16" y="11"/>
                </a:lnTo>
                <a:lnTo>
                  <a:pt x="16" y="13"/>
                </a:lnTo>
                <a:lnTo>
                  <a:pt x="17" y="13"/>
                </a:lnTo>
                <a:lnTo>
                  <a:pt x="17" y="14"/>
                </a:lnTo>
                <a:lnTo>
                  <a:pt x="16" y="14"/>
                </a:lnTo>
                <a:lnTo>
                  <a:pt x="16" y="15"/>
                </a:lnTo>
                <a:lnTo>
                  <a:pt x="16" y="14"/>
                </a:lnTo>
                <a:lnTo>
                  <a:pt x="15" y="14"/>
                </a:lnTo>
                <a:lnTo>
                  <a:pt x="15" y="15"/>
                </a:lnTo>
                <a:lnTo>
                  <a:pt x="14" y="15"/>
                </a:lnTo>
                <a:lnTo>
                  <a:pt x="14" y="14"/>
                </a:lnTo>
                <a:lnTo>
                  <a:pt x="14" y="13"/>
                </a:lnTo>
                <a:lnTo>
                  <a:pt x="14" y="11"/>
                </a:lnTo>
                <a:lnTo>
                  <a:pt x="13" y="11"/>
                </a:lnTo>
                <a:lnTo>
                  <a:pt x="12" y="13"/>
                </a:lnTo>
                <a:lnTo>
                  <a:pt x="11" y="13"/>
                </a:lnTo>
                <a:lnTo>
                  <a:pt x="10" y="13"/>
                </a:lnTo>
                <a:lnTo>
                  <a:pt x="10" y="14"/>
                </a:lnTo>
                <a:lnTo>
                  <a:pt x="9" y="14"/>
                </a:lnTo>
                <a:lnTo>
                  <a:pt x="8" y="14"/>
                </a:lnTo>
                <a:lnTo>
                  <a:pt x="9" y="15"/>
                </a:lnTo>
                <a:lnTo>
                  <a:pt x="9" y="14"/>
                </a:lnTo>
                <a:lnTo>
                  <a:pt x="9" y="15"/>
                </a:lnTo>
                <a:lnTo>
                  <a:pt x="8" y="16"/>
                </a:lnTo>
                <a:lnTo>
                  <a:pt x="8" y="15"/>
                </a:lnTo>
                <a:lnTo>
                  <a:pt x="8" y="16"/>
                </a:lnTo>
                <a:lnTo>
                  <a:pt x="7" y="16"/>
                </a:lnTo>
                <a:lnTo>
                  <a:pt x="7" y="15"/>
                </a:lnTo>
                <a:lnTo>
                  <a:pt x="6" y="15"/>
                </a:lnTo>
                <a:lnTo>
                  <a:pt x="6" y="14"/>
                </a:lnTo>
                <a:lnTo>
                  <a:pt x="5" y="14"/>
                </a:lnTo>
                <a:lnTo>
                  <a:pt x="5" y="15"/>
                </a:lnTo>
                <a:lnTo>
                  <a:pt x="4" y="15"/>
                </a:lnTo>
                <a:lnTo>
                  <a:pt x="4" y="16"/>
                </a:lnTo>
                <a:lnTo>
                  <a:pt x="3" y="16"/>
                </a:lnTo>
                <a:lnTo>
                  <a:pt x="2" y="16"/>
                </a:lnTo>
                <a:lnTo>
                  <a:pt x="2" y="17"/>
                </a:lnTo>
                <a:lnTo>
                  <a:pt x="2" y="16"/>
                </a:lnTo>
                <a:lnTo>
                  <a:pt x="0" y="16"/>
                </a:lnTo>
                <a:lnTo>
                  <a:pt x="0" y="15"/>
                </a:lnTo>
                <a:lnTo>
                  <a:pt x="0" y="14"/>
                </a:lnTo>
                <a:lnTo>
                  <a:pt x="0" y="13"/>
                </a:lnTo>
                <a:lnTo>
                  <a:pt x="2" y="13"/>
                </a:lnTo>
                <a:lnTo>
                  <a:pt x="2" y="11"/>
                </a:lnTo>
                <a:lnTo>
                  <a:pt x="3" y="11"/>
                </a:lnTo>
                <a:lnTo>
                  <a:pt x="3" y="10"/>
                </a:lnTo>
                <a:lnTo>
                  <a:pt x="2" y="10"/>
                </a:lnTo>
                <a:lnTo>
                  <a:pt x="2" y="9"/>
                </a:lnTo>
                <a:lnTo>
                  <a:pt x="3" y="9"/>
                </a:lnTo>
                <a:lnTo>
                  <a:pt x="4" y="9"/>
                </a:lnTo>
                <a:lnTo>
                  <a:pt x="4" y="8"/>
                </a:lnTo>
                <a:lnTo>
                  <a:pt x="5" y="8"/>
                </a:lnTo>
                <a:lnTo>
                  <a:pt x="5" y="7"/>
                </a:lnTo>
                <a:lnTo>
                  <a:pt x="6" y="7"/>
                </a:lnTo>
                <a:lnTo>
                  <a:pt x="6" y="6"/>
                </a:lnTo>
                <a:lnTo>
                  <a:pt x="7" y="6"/>
                </a:lnTo>
                <a:lnTo>
                  <a:pt x="8" y="6"/>
                </a:lnTo>
                <a:lnTo>
                  <a:pt x="9" y="6"/>
                </a:lnTo>
                <a:lnTo>
                  <a:pt x="9" y="7"/>
                </a:lnTo>
                <a:lnTo>
                  <a:pt x="10" y="6"/>
                </a:lnTo>
                <a:lnTo>
                  <a:pt x="11" y="5"/>
                </a:lnTo>
                <a:lnTo>
                  <a:pt x="12" y="5"/>
                </a:lnTo>
                <a:lnTo>
                  <a:pt x="13" y="5"/>
                </a:lnTo>
                <a:lnTo>
                  <a:pt x="14" y="4"/>
                </a:lnTo>
                <a:lnTo>
                  <a:pt x="15" y="4"/>
                </a:lnTo>
                <a:lnTo>
                  <a:pt x="15" y="3"/>
                </a:lnTo>
                <a:lnTo>
                  <a:pt x="16" y="3"/>
                </a:lnTo>
                <a:lnTo>
                  <a:pt x="17" y="2"/>
                </a:lnTo>
                <a:lnTo>
                  <a:pt x="18" y="2"/>
                </a:lnTo>
                <a:lnTo>
                  <a:pt x="17" y="2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2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" name=""/>
          <p:cNvSpPr/>
          <p:nvPr/>
        </p:nvSpPr>
        <p:spPr>
          <a:xfrm>
            <a:off x="2089080" y="21715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3" name=""/>
          <p:cNvSpPr/>
          <p:nvPr/>
        </p:nvSpPr>
        <p:spPr>
          <a:xfrm>
            <a:off x="2084400" y="217044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6" y="0"/>
                </a:move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6" y="1"/>
                </a:lnTo>
                <a:lnTo>
                  <a:pt x="5" y="1"/>
                </a:lnTo>
                <a:lnTo>
                  <a:pt x="5" y="2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5" y="0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" name=""/>
          <p:cNvSpPr/>
          <p:nvPr/>
        </p:nvSpPr>
        <p:spPr>
          <a:xfrm>
            <a:off x="2090520" y="21690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5" name=""/>
          <p:cNvSpPr/>
          <p:nvPr/>
        </p:nvSpPr>
        <p:spPr>
          <a:xfrm>
            <a:off x="2089440" y="21690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6" name=""/>
          <p:cNvSpPr/>
          <p:nvPr/>
        </p:nvSpPr>
        <p:spPr>
          <a:xfrm>
            <a:off x="2084040" y="2168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7" name=""/>
          <p:cNvSpPr/>
          <p:nvPr/>
        </p:nvSpPr>
        <p:spPr>
          <a:xfrm>
            <a:off x="2084760" y="2161440"/>
            <a:ext cx="16560" cy="11520"/>
          </a:xfrm>
          <a:custGeom>
            <a:avLst/>
            <a:gdLst/>
            <a:ahLst/>
            <a:rect l="0" t="0" r="r" b="b"/>
            <a:pathLst>
              <a:path w="46" h="32">
                <a:moveTo>
                  <a:pt x="24" y="1"/>
                </a:moveTo>
                <a:lnTo>
                  <a:pt x="25" y="1"/>
                </a:lnTo>
                <a:lnTo>
                  <a:pt x="26" y="1"/>
                </a:lnTo>
                <a:lnTo>
                  <a:pt x="28" y="1"/>
                </a:lnTo>
                <a:lnTo>
                  <a:pt x="29" y="2"/>
                </a:lnTo>
                <a:lnTo>
                  <a:pt x="28" y="2"/>
                </a:lnTo>
                <a:lnTo>
                  <a:pt x="27" y="3"/>
                </a:lnTo>
                <a:lnTo>
                  <a:pt x="27" y="4"/>
                </a:lnTo>
                <a:lnTo>
                  <a:pt x="28" y="4"/>
                </a:lnTo>
                <a:lnTo>
                  <a:pt x="30" y="3"/>
                </a:lnTo>
                <a:lnTo>
                  <a:pt x="30" y="2"/>
                </a:lnTo>
                <a:lnTo>
                  <a:pt x="32" y="2"/>
                </a:lnTo>
                <a:lnTo>
                  <a:pt x="33" y="3"/>
                </a:lnTo>
                <a:lnTo>
                  <a:pt x="32" y="3"/>
                </a:lnTo>
                <a:lnTo>
                  <a:pt x="32" y="4"/>
                </a:lnTo>
                <a:lnTo>
                  <a:pt x="33" y="4"/>
                </a:lnTo>
                <a:lnTo>
                  <a:pt x="34" y="4"/>
                </a:lnTo>
                <a:lnTo>
                  <a:pt x="34" y="5"/>
                </a:lnTo>
                <a:lnTo>
                  <a:pt x="33" y="5"/>
                </a:lnTo>
                <a:lnTo>
                  <a:pt x="33" y="6"/>
                </a:lnTo>
                <a:lnTo>
                  <a:pt x="34" y="6"/>
                </a:lnTo>
                <a:lnTo>
                  <a:pt x="35" y="6"/>
                </a:lnTo>
                <a:lnTo>
                  <a:pt x="36" y="7"/>
                </a:lnTo>
                <a:lnTo>
                  <a:pt x="36" y="6"/>
                </a:lnTo>
                <a:lnTo>
                  <a:pt x="38" y="6"/>
                </a:lnTo>
                <a:lnTo>
                  <a:pt x="39" y="6"/>
                </a:lnTo>
                <a:lnTo>
                  <a:pt x="40" y="6"/>
                </a:lnTo>
                <a:lnTo>
                  <a:pt x="40" y="5"/>
                </a:lnTo>
                <a:lnTo>
                  <a:pt x="40" y="6"/>
                </a:lnTo>
                <a:lnTo>
                  <a:pt x="39" y="7"/>
                </a:lnTo>
                <a:lnTo>
                  <a:pt x="38" y="7"/>
                </a:lnTo>
                <a:lnTo>
                  <a:pt x="38" y="8"/>
                </a:lnTo>
                <a:lnTo>
                  <a:pt x="36" y="8"/>
                </a:lnTo>
                <a:lnTo>
                  <a:pt x="35" y="9"/>
                </a:lnTo>
                <a:lnTo>
                  <a:pt x="33" y="10"/>
                </a:lnTo>
                <a:lnTo>
                  <a:pt x="32" y="12"/>
                </a:lnTo>
                <a:lnTo>
                  <a:pt x="31" y="12"/>
                </a:lnTo>
                <a:lnTo>
                  <a:pt x="30" y="10"/>
                </a:lnTo>
                <a:lnTo>
                  <a:pt x="29" y="10"/>
                </a:lnTo>
                <a:lnTo>
                  <a:pt x="29" y="9"/>
                </a:lnTo>
                <a:lnTo>
                  <a:pt x="28" y="9"/>
                </a:lnTo>
                <a:lnTo>
                  <a:pt x="28" y="10"/>
                </a:lnTo>
                <a:lnTo>
                  <a:pt x="27" y="10"/>
                </a:lnTo>
                <a:lnTo>
                  <a:pt x="27" y="12"/>
                </a:lnTo>
                <a:lnTo>
                  <a:pt x="26" y="12"/>
                </a:lnTo>
                <a:lnTo>
                  <a:pt x="26" y="13"/>
                </a:lnTo>
                <a:lnTo>
                  <a:pt x="25" y="12"/>
                </a:lnTo>
                <a:lnTo>
                  <a:pt x="25" y="13"/>
                </a:lnTo>
                <a:lnTo>
                  <a:pt x="25" y="14"/>
                </a:lnTo>
                <a:lnTo>
                  <a:pt x="26" y="14"/>
                </a:lnTo>
                <a:lnTo>
                  <a:pt x="27" y="14"/>
                </a:lnTo>
                <a:lnTo>
                  <a:pt x="27" y="15"/>
                </a:lnTo>
                <a:lnTo>
                  <a:pt x="28" y="15"/>
                </a:lnTo>
                <a:lnTo>
                  <a:pt x="28" y="16"/>
                </a:lnTo>
                <a:lnTo>
                  <a:pt x="28" y="17"/>
                </a:lnTo>
                <a:lnTo>
                  <a:pt x="29" y="17"/>
                </a:lnTo>
                <a:lnTo>
                  <a:pt x="29" y="16"/>
                </a:lnTo>
                <a:lnTo>
                  <a:pt x="29" y="15"/>
                </a:lnTo>
                <a:lnTo>
                  <a:pt x="30" y="14"/>
                </a:lnTo>
                <a:lnTo>
                  <a:pt x="31" y="14"/>
                </a:lnTo>
                <a:lnTo>
                  <a:pt x="32" y="14"/>
                </a:lnTo>
                <a:lnTo>
                  <a:pt x="33" y="14"/>
                </a:lnTo>
                <a:lnTo>
                  <a:pt x="33" y="15"/>
                </a:lnTo>
                <a:lnTo>
                  <a:pt x="33" y="16"/>
                </a:lnTo>
                <a:lnTo>
                  <a:pt x="34" y="16"/>
                </a:lnTo>
                <a:lnTo>
                  <a:pt x="34" y="15"/>
                </a:lnTo>
                <a:lnTo>
                  <a:pt x="34" y="14"/>
                </a:lnTo>
                <a:lnTo>
                  <a:pt x="34" y="13"/>
                </a:lnTo>
                <a:lnTo>
                  <a:pt x="34" y="12"/>
                </a:lnTo>
                <a:lnTo>
                  <a:pt x="35" y="12"/>
                </a:lnTo>
                <a:lnTo>
                  <a:pt x="36" y="12"/>
                </a:lnTo>
                <a:lnTo>
                  <a:pt x="36" y="10"/>
                </a:lnTo>
                <a:lnTo>
                  <a:pt x="38" y="9"/>
                </a:lnTo>
                <a:lnTo>
                  <a:pt x="39" y="9"/>
                </a:lnTo>
                <a:lnTo>
                  <a:pt x="39" y="10"/>
                </a:lnTo>
                <a:lnTo>
                  <a:pt x="39" y="12"/>
                </a:lnTo>
                <a:lnTo>
                  <a:pt x="40" y="12"/>
                </a:lnTo>
                <a:lnTo>
                  <a:pt x="40" y="10"/>
                </a:lnTo>
                <a:lnTo>
                  <a:pt x="40" y="9"/>
                </a:lnTo>
                <a:lnTo>
                  <a:pt x="41" y="9"/>
                </a:lnTo>
                <a:lnTo>
                  <a:pt x="41" y="10"/>
                </a:lnTo>
                <a:lnTo>
                  <a:pt x="41" y="12"/>
                </a:lnTo>
                <a:lnTo>
                  <a:pt x="40" y="12"/>
                </a:lnTo>
                <a:lnTo>
                  <a:pt x="40" y="13"/>
                </a:lnTo>
                <a:lnTo>
                  <a:pt x="40" y="14"/>
                </a:lnTo>
                <a:lnTo>
                  <a:pt x="40" y="15"/>
                </a:lnTo>
                <a:lnTo>
                  <a:pt x="40" y="14"/>
                </a:lnTo>
                <a:lnTo>
                  <a:pt x="41" y="14"/>
                </a:lnTo>
                <a:lnTo>
                  <a:pt x="41" y="15"/>
                </a:lnTo>
                <a:lnTo>
                  <a:pt x="41" y="16"/>
                </a:lnTo>
                <a:lnTo>
                  <a:pt x="42" y="15"/>
                </a:lnTo>
                <a:lnTo>
                  <a:pt x="41" y="15"/>
                </a:lnTo>
                <a:lnTo>
                  <a:pt x="41" y="13"/>
                </a:lnTo>
                <a:lnTo>
                  <a:pt x="42" y="13"/>
                </a:lnTo>
                <a:lnTo>
                  <a:pt x="42" y="12"/>
                </a:lnTo>
                <a:lnTo>
                  <a:pt x="43" y="12"/>
                </a:lnTo>
                <a:lnTo>
                  <a:pt x="43" y="13"/>
                </a:lnTo>
                <a:lnTo>
                  <a:pt x="43" y="14"/>
                </a:lnTo>
                <a:lnTo>
                  <a:pt x="44" y="14"/>
                </a:lnTo>
                <a:lnTo>
                  <a:pt x="45" y="14"/>
                </a:lnTo>
                <a:lnTo>
                  <a:pt x="46" y="15"/>
                </a:lnTo>
                <a:lnTo>
                  <a:pt x="45" y="15"/>
                </a:lnTo>
                <a:lnTo>
                  <a:pt x="46" y="16"/>
                </a:lnTo>
                <a:lnTo>
                  <a:pt x="46" y="17"/>
                </a:lnTo>
                <a:lnTo>
                  <a:pt x="45" y="16"/>
                </a:lnTo>
                <a:lnTo>
                  <a:pt x="44" y="16"/>
                </a:lnTo>
                <a:lnTo>
                  <a:pt x="43" y="17"/>
                </a:lnTo>
                <a:lnTo>
                  <a:pt x="43" y="18"/>
                </a:lnTo>
                <a:lnTo>
                  <a:pt x="44" y="19"/>
                </a:lnTo>
                <a:lnTo>
                  <a:pt x="45" y="19"/>
                </a:lnTo>
                <a:lnTo>
                  <a:pt x="45" y="21"/>
                </a:lnTo>
                <a:lnTo>
                  <a:pt x="44" y="21"/>
                </a:lnTo>
                <a:lnTo>
                  <a:pt x="44" y="20"/>
                </a:lnTo>
                <a:lnTo>
                  <a:pt x="43" y="20"/>
                </a:lnTo>
                <a:lnTo>
                  <a:pt x="43" y="21"/>
                </a:lnTo>
                <a:lnTo>
                  <a:pt x="44" y="21"/>
                </a:lnTo>
                <a:lnTo>
                  <a:pt x="44" y="22"/>
                </a:lnTo>
                <a:lnTo>
                  <a:pt x="43" y="22"/>
                </a:lnTo>
                <a:lnTo>
                  <a:pt x="43" y="23"/>
                </a:lnTo>
                <a:lnTo>
                  <a:pt x="42" y="22"/>
                </a:lnTo>
                <a:lnTo>
                  <a:pt x="42" y="23"/>
                </a:lnTo>
                <a:lnTo>
                  <a:pt x="42" y="24"/>
                </a:lnTo>
                <a:lnTo>
                  <a:pt x="41" y="24"/>
                </a:lnTo>
                <a:lnTo>
                  <a:pt x="41" y="23"/>
                </a:lnTo>
                <a:lnTo>
                  <a:pt x="40" y="23"/>
                </a:lnTo>
                <a:lnTo>
                  <a:pt x="40" y="22"/>
                </a:lnTo>
                <a:lnTo>
                  <a:pt x="39" y="22"/>
                </a:lnTo>
                <a:lnTo>
                  <a:pt x="39" y="21"/>
                </a:lnTo>
                <a:lnTo>
                  <a:pt x="40" y="21"/>
                </a:lnTo>
                <a:lnTo>
                  <a:pt x="40" y="20"/>
                </a:lnTo>
                <a:lnTo>
                  <a:pt x="39" y="20"/>
                </a:lnTo>
                <a:lnTo>
                  <a:pt x="38" y="20"/>
                </a:lnTo>
                <a:lnTo>
                  <a:pt x="36" y="19"/>
                </a:lnTo>
                <a:lnTo>
                  <a:pt x="35" y="19"/>
                </a:lnTo>
                <a:lnTo>
                  <a:pt x="35" y="18"/>
                </a:lnTo>
                <a:lnTo>
                  <a:pt x="34" y="18"/>
                </a:lnTo>
                <a:lnTo>
                  <a:pt x="34" y="19"/>
                </a:lnTo>
                <a:lnTo>
                  <a:pt x="33" y="19"/>
                </a:lnTo>
                <a:lnTo>
                  <a:pt x="33" y="20"/>
                </a:lnTo>
                <a:lnTo>
                  <a:pt x="33" y="21"/>
                </a:lnTo>
                <a:lnTo>
                  <a:pt x="33" y="22"/>
                </a:lnTo>
                <a:lnTo>
                  <a:pt x="34" y="22"/>
                </a:lnTo>
                <a:lnTo>
                  <a:pt x="33" y="23"/>
                </a:lnTo>
                <a:lnTo>
                  <a:pt x="33" y="22"/>
                </a:lnTo>
                <a:lnTo>
                  <a:pt x="33" y="21"/>
                </a:lnTo>
                <a:lnTo>
                  <a:pt x="32" y="21"/>
                </a:lnTo>
                <a:lnTo>
                  <a:pt x="32" y="22"/>
                </a:lnTo>
                <a:lnTo>
                  <a:pt x="31" y="23"/>
                </a:lnTo>
                <a:lnTo>
                  <a:pt x="32" y="23"/>
                </a:lnTo>
                <a:lnTo>
                  <a:pt x="33" y="23"/>
                </a:lnTo>
                <a:lnTo>
                  <a:pt x="33" y="24"/>
                </a:lnTo>
                <a:lnTo>
                  <a:pt x="33" y="26"/>
                </a:lnTo>
                <a:lnTo>
                  <a:pt x="34" y="26"/>
                </a:lnTo>
                <a:lnTo>
                  <a:pt x="35" y="27"/>
                </a:lnTo>
                <a:lnTo>
                  <a:pt x="36" y="27"/>
                </a:lnTo>
                <a:lnTo>
                  <a:pt x="36" y="28"/>
                </a:lnTo>
                <a:lnTo>
                  <a:pt x="38" y="28"/>
                </a:lnTo>
                <a:lnTo>
                  <a:pt x="36" y="29"/>
                </a:lnTo>
                <a:lnTo>
                  <a:pt x="35" y="29"/>
                </a:lnTo>
                <a:lnTo>
                  <a:pt x="34" y="29"/>
                </a:lnTo>
                <a:lnTo>
                  <a:pt x="34" y="30"/>
                </a:lnTo>
                <a:lnTo>
                  <a:pt x="35" y="30"/>
                </a:lnTo>
                <a:lnTo>
                  <a:pt x="35" y="31"/>
                </a:lnTo>
                <a:lnTo>
                  <a:pt x="36" y="30"/>
                </a:lnTo>
                <a:lnTo>
                  <a:pt x="36" y="31"/>
                </a:lnTo>
                <a:lnTo>
                  <a:pt x="36" y="32"/>
                </a:lnTo>
                <a:lnTo>
                  <a:pt x="35" y="32"/>
                </a:lnTo>
                <a:lnTo>
                  <a:pt x="35" y="31"/>
                </a:lnTo>
                <a:lnTo>
                  <a:pt x="34" y="31"/>
                </a:lnTo>
                <a:lnTo>
                  <a:pt x="34" y="32"/>
                </a:lnTo>
                <a:lnTo>
                  <a:pt x="33" y="32"/>
                </a:lnTo>
                <a:lnTo>
                  <a:pt x="33" y="31"/>
                </a:lnTo>
                <a:lnTo>
                  <a:pt x="32" y="31"/>
                </a:lnTo>
                <a:lnTo>
                  <a:pt x="32" y="30"/>
                </a:lnTo>
                <a:lnTo>
                  <a:pt x="33" y="30"/>
                </a:lnTo>
                <a:lnTo>
                  <a:pt x="33" y="29"/>
                </a:lnTo>
                <a:lnTo>
                  <a:pt x="32" y="28"/>
                </a:lnTo>
                <a:lnTo>
                  <a:pt x="30" y="30"/>
                </a:lnTo>
                <a:lnTo>
                  <a:pt x="30" y="29"/>
                </a:lnTo>
                <a:lnTo>
                  <a:pt x="29" y="29"/>
                </a:lnTo>
                <a:lnTo>
                  <a:pt x="29" y="28"/>
                </a:lnTo>
                <a:lnTo>
                  <a:pt x="29" y="27"/>
                </a:lnTo>
                <a:lnTo>
                  <a:pt x="28" y="27"/>
                </a:lnTo>
                <a:lnTo>
                  <a:pt x="28" y="28"/>
                </a:lnTo>
                <a:lnTo>
                  <a:pt x="28" y="27"/>
                </a:lnTo>
                <a:lnTo>
                  <a:pt x="26" y="26"/>
                </a:lnTo>
                <a:lnTo>
                  <a:pt x="26" y="27"/>
                </a:lnTo>
                <a:lnTo>
                  <a:pt x="26" y="28"/>
                </a:lnTo>
                <a:lnTo>
                  <a:pt x="25" y="28"/>
                </a:lnTo>
                <a:lnTo>
                  <a:pt x="25" y="29"/>
                </a:lnTo>
                <a:lnTo>
                  <a:pt x="24" y="29"/>
                </a:lnTo>
                <a:lnTo>
                  <a:pt x="23" y="29"/>
                </a:lnTo>
                <a:lnTo>
                  <a:pt x="23" y="28"/>
                </a:lnTo>
                <a:lnTo>
                  <a:pt x="22" y="28"/>
                </a:lnTo>
                <a:lnTo>
                  <a:pt x="23" y="28"/>
                </a:lnTo>
                <a:lnTo>
                  <a:pt x="23" y="27"/>
                </a:lnTo>
                <a:lnTo>
                  <a:pt x="23" y="26"/>
                </a:lnTo>
                <a:lnTo>
                  <a:pt x="22" y="26"/>
                </a:lnTo>
                <a:lnTo>
                  <a:pt x="21" y="26"/>
                </a:lnTo>
                <a:lnTo>
                  <a:pt x="20" y="26"/>
                </a:lnTo>
                <a:lnTo>
                  <a:pt x="20" y="25"/>
                </a:lnTo>
                <a:lnTo>
                  <a:pt x="20" y="24"/>
                </a:lnTo>
                <a:lnTo>
                  <a:pt x="19" y="23"/>
                </a:lnTo>
                <a:lnTo>
                  <a:pt x="19" y="22"/>
                </a:lnTo>
                <a:lnTo>
                  <a:pt x="19" y="21"/>
                </a:lnTo>
                <a:lnTo>
                  <a:pt x="18" y="21"/>
                </a:lnTo>
                <a:lnTo>
                  <a:pt x="17" y="21"/>
                </a:lnTo>
                <a:lnTo>
                  <a:pt x="16" y="21"/>
                </a:lnTo>
                <a:lnTo>
                  <a:pt x="15" y="21"/>
                </a:lnTo>
                <a:lnTo>
                  <a:pt x="15" y="22"/>
                </a:lnTo>
                <a:lnTo>
                  <a:pt x="14" y="22"/>
                </a:lnTo>
                <a:lnTo>
                  <a:pt x="14" y="21"/>
                </a:lnTo>
                <a:lnTo>
                  <a:pt x="13" y="22"/>
                </a:lnTo>
                <a:lnTo>
                  <a:pt x="11" y="22"/>
                </a:lnTo>
                <a:lnTo>
                  <a:pt x="10" y="22"/>
                </a:lnTo>
                <a:lnTo>
                  <a:pt x="10" y="21"/>
                </a:lnTo>
                <a:lnTo>
                  <a:pt x="9" y="21"/>
                </a:lnTo>
                <a:lnTo>
                  <a:pt x="9" y="22"/>
                </a:lnTo>
                <a:lnTo>
                  <a:pt x="8" y="22"/>
                </a:lnTo>
                <a:lnTo>
                  <a:pt x="7" y="20"/>
                </a:lnTo>
                <a:lnTo>
                  <a:pt x="6" y="20"/>
                </a:lnTo>
                <a:lnTo>
                  <a:pt x="6" y="21"/>
                </a:lnTo>
                <a:lnTo>
                  <a:pt x="5" y="21"/>
                </a:lnTo>
                <a:lnTo>
                  <a:pt x="4" y="21"/>
                </a:lnTo>
                <a:lnTo>
                  <a:pt x="4" y="22"/>
                </a:lnTo>
                <a:lnTo>
                  <a:pt x="3" y="22"/>
                </a:lnTo>
                <a:lnTo>
                  <a:pt x="2" y="22"/>
                </a:lnTo>
                <a:lnTo>
                  <a:pt x="1" y="21"/>
                </a:lnTo>
                <a:lnTo>
                  <a:pt x="1" y="20"/>
                </a:lnTo>
                <a:lnTo>
                  <a:pt x="1" y="19"/>
                </a:lnTo>
                <a:lnTo>
                  <a:pt x="1" y="18"/>
                </a:lnTo>
                <a:lnTo>
                  <a:pt x="1" y="17"/>
                </a:lnTo>
                <a:lnTo>
                  <a:pt x="0" y="17"/>
                </a:lnTo>
                <a:lnTo>
                  <a:pt x="1" y="16"/>
                </a:lnTo>
                <a:lnTo>
                  <a:pt x="1" y="15"/>
                </a:lnTo>
                <a:lnTo>
                  <a:pt x="2" y="15"/>
                </a:lnTo>
                <a:lnTo>
                  <a:pt x="3" y="15"/>
                </a:lnTo>
                <a:lnTo>
                  <a:pt x="4" y="15"/>
                </a:lnTo>
                <a:lnTo>
                  <a:pt x="4" y="14"/>
                </a:lnTo>
                <a:lnTo>
                  <a:pt x="4" y="13"/>
                </a:lnTo>
                <a:lnTo>
                  <a:pt x="5" y="13"/>
                </a:lnTo>
                <a:lnTo>
                  <a:pt x="6" y="12"/>
                </a:lnTo>
                <a:lnTo>
                  <a:pt x="7" y="12"/>
                </a:lnTo>
                <a:lnTo>
                  <a:pt x="7" y="10"/>
                </a:lnTo>
                <a:lnTo>
                  <a:pt x="7" y="9"/>
                </a:lnTo>
                <a:lnTo>
                  <a:pt x="8" y="9"/>
                </a:lnTo>
                <a:lnTo>
                  <a:pt x="8" y="8"/>
                </a:lnTo>
                <a:lnTo>
                  <a:pt x="9" y="8"/>
                </a:lnTo>
                <a:lnTo>
                  <a:pt x="10" y="8"/>
                </a:lnTo>
                <a:lnTo>
                  <a:pt x="10" y="9"/>
                </a:lnTo>
                <a:lnTo>
                  <a:pt x="11" y="9"/>
                </a:lnTo>
                <a:lnTo>
                  <a:pt x="12" y="9"/>
                </a:lnTo>
                <a:lnTo>
                  <a:pt x="12" y="8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lnTo>
                  <a:pt x="13" y="6"/>
                </a:lnTo>
                <a:lnTo>
                  <a:pt x="14" y="6"/>
                </a:lnTo>
                <a:lnTo>
                  <a:pt x="14" y="5"/>
                </a:lnTo>
                <a:lnTo>
                  <a:pt x="15" y="5"/>
                </a:lnTo>
                <a:lnTo>
                  <a:pt x="16" y="5"/>
                </a:lnTo>
                <a:lnTo>
                  <a:pt x="16" y="4"/>
                </a:lnTo>
                <a:lnTo>
                  <a:pt x="16" y="3"/>
                </a:lnTo>
                <a:lnTo>
                  <a:pt x="17" y="3"/>
                </a:lnTo>
                <a:lnTo>
                  <a:pt x="18" y="3"/>
                </a:lnTo>
                <a:lnTo>
                  <a:pt x="19" y="4"/>
                </a:lnTo>
                <a:lnTo>
                  <a:pt x="19" y="3"/>
                </a:lnTo>
                <a:lnTo>
                  <a:pt x="20" y="3"/>
                </a:lnTo>
                <a:lnTo>
                  <a:pt x="20" y="2"/>
                </a:lnTo>
                <a:lnTo>
                  <a:pt x="21" y="2"/>
                </a:lnTo>
                <a:lnTo>
                  <a:pt x="22" y="2"/>
                </a:lnTo>
                <a:lnTo>
                  <a:pt x="22" y="1"/>
                </a:lnTo>
                <a:lnTo>
                  <a:pt x="23" y="1"/>
                </a:lnTo>
                <a:lnTo>
                  <a:pt x="23" y="0"/>
                </a:lnTo>
                <a:lnTo>
                  <a:pt x="24" y="0"/>
                </a:lnTo>
                <a:lnTo>
                  <a:pt x="2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8" name=""/>
          <p:cNvSpPr/>
          <p:nvPr/>
        </p:nvSpPr>
        <p:spPr>
          <a:xfrm>
            <a:off x="2095920" y="21754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0"/>
                </a:move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9" name=""/>
          <p:cNvSpPr/>
          <p:nvPr/>
        </p:nvSpPr>
        <p:spPr>
          <a:xfrm>
            <a:off x="2097000" y="2175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0" name=""/>
          <p:cNvSpPr/>
          <p:nvPr/>
        </p:nvSpPr>
        <p:spPr>
          <a:xfrm>
            <a:off x="2097000" y="21726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1" name=""/>
          <p:cNvSpPr/>
          <p:nvPr/>
        </p:nvSpPr>
        <p:spPr>
          <a:xfrm>
            <a:off x="2099520" y="2170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2" name=""/>
          <p:cNvSpPr/>
          <p:nvPr/>
        </p:nvSpPr>
        <p:spPr>
          <a:xfrm>
            <a:off x="2099160" y="21700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3" name=""/>
          <p:cNvSpPr/>
          <p:nvPr/>
        </p:nvSpPr>
        <p:spPr>
          <a:xfrm>
            <a:off x="2097360" y="2170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4" name=""/>
          <p:cNvSpPr/>
          <p:nvPr/>
        </p:nvSpPr>
        <p:spPr>
          <a:xfrm>
            <a:off x="2098080" y="21697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5" name=""/>
          <p:cNvSpPr/>
          <p:nvPr/>
        </p:nvSpPr>
        <p:spPr>
          <a:xfrm>
            <a:off x="2099520" y="2169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6" name=""/>
          <p:cNvSpPr/>
          <p:nvPr/>
        </p:nvSpPr>
        <p:spPr>
          <a:xfrm>
            <a:off x="2099520" y="2169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7" name=""/>
          <p:cNvSpPr/>
          <p:nvPr/>
        </p:nvSpPr>
        <p:spPr>
          <a:xfrm>
            <a:off x="2097720" y="216828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3" y="2"/>
                </a:lnTo>
                <a:lnTo>
                  <a:pt x="3" y="4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" name=""/>
          <p:cNvSpPr/>
          <p:nvPr/>
        </p:nvSpPr>
        <p:spPr>
          <a:xfrm>
            <a:off x="2097000" y="2168280"/>
            <a:ext cx="360" cy="1080"/>
          </a:xfrm>
          <a:custGeom>
            <a:avLst/>
            <a:gdLst/>
            <a:ahLst/>
            <a:rect l="0" t="0" r="r" b="b"/>
            <a:pathLst>
              <a:path w="1" h="3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9" name=""/>
          <p:cNvSpPr/>
          <p:nvPr/>
        </p:nvSpPr>
        <p:spPr>
          <a:xfrm>
            <a:off x="2098080" y="2168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0" name=""/>
          <p:cNvSpPr/>
          <p:nvPr/>
        </p:nvSpPr>
        <p:spPr>
          <a:xfrm>
            <a:off x="2099160" y="216432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2"/>
                </a:move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1" name=""/>
          <p:cNvSpPr/>
          <p:nvPr/>
        </p:nvSpPr>
        <p:spPr>
          <a:xfrm>
            <a:off x="2099520" y="21636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2" name=""/>
          <p:cNvSpPr/>
          <p:nvPr/>
        </p:nvSpPr>
        <p:spPr>
          <a:xfrm>
            <a:off x="2097360" y="216288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3" y="2"/>
                </a:move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3" name=""/>
          <p:cNvSpPr/>
          <p:nvPr/>
        </p:nvSpPr>
        <p:spPr>
          <a:xfrm>
            <a:off x="2097720" y="21625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" name=""/>
          <p:cNvSpPr/>
          <p:nvPr/>
        </p:nvSpPr>
        <p:spPr>
          <a:xfrm>
            <a:off x="2097000" y="21618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3" y="0"/>
                </a:move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1" y="1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5" name=""/>
          <p:cNvSpPr/>
          <p:nvPr/>
        </p:nvSpPr>
        <p:spPr>
          <a:xfrm>
            <a:off x="2101680" y="21618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6" name=""/>
          <p:cNvSpPr/>
          <p:nvPr/>
        </p:nvSpPr>
        <p:spPr>
          <a:xfrm>
            <a:off x="2072880" y="217620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4" y="0"/>
                </a:moveTo>
                <a:lnTo>
                  <a:pt x="6" y="2"/>
                </a:lnTo>
                <a:lnTo>
                  <a:pt x="6" y="4"/>
                </a:lnTo>
                <a:lnTo>
                  <a:pt x="6" y="2"/>
                </a:lnTo>
                <a:lnTo>
                  <a:pt x="4" y="1"/>
                </a:lnTo>
                <a:lnTo>
                  <a:pt x="3" y="2"/>
                </a:lnTo>
                <a:lnTo>
                  <a:pt x="4" y="4"/>
                </a:lnTo>
                <a:lnTo>
                  <a:pt x="6" y="4"/>
                </a:lnTo>
                <a:lnTo>
                  <a:pt x="6" y="5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1" y="5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7" name=""/>
          <p:cNvSpPr/>
          <p:nvPr/>
        </p:nvSpPr>
        <p:spPr>
          <a:xfrm>
            <a:off x="2073600" y="21747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8" name=""/>
          <p:cNvSpPr/>
          <p:nvPr/>
        </p:nvSpPr>
        <p:spPr>
          <a:xfrm>
            <a:off x="2072520" y="2174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9" name=""/>
          <p:cNvSpPr/>
          <p:nvPr/>
        </p:nvSpPr>
        <p:spPr>
          <a:xfrm>
            <a:off x="2073960" y="21744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0" name=""/>
          <p:cNvSpPr/>
          <p:nvPr/>
        </p:nvSpPr>
        <p:spPr>
          <a:xfrm>
            <a:off x="2421360" y="15206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noFill/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1" name=""/>
          <p:cNvSpPr/>
          <p:nvPr/>
        </p:nvSpPr>
        <p:spPr>
          <a:xfrm>
            <a:off x="2421720" y="15206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2" name=""/>
          <p:cNvSpPr/>
          <p:nvPr/>
        </p:nvSpPr>
        <p:spPr>
          <a:xfrm>
            <a:off x="2421720" y="15206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3" name=""/>
          <p:cNvSpPr/>
          <p:nvPr/>
        </p:nvSpPr>
        <p:spPr>
          <a:xfrm>
            <a:off x="2421720" y="15206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4" name=""/>
          <p:cNvSpPr/>
          <p:nvPr/>
        </p:nvSpPr>
        <p:spPr>
          <a:xfrm>
            <a:off x="2427840" y="15138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5" name=""/>
          <p:cNvSpPr/>
          <p:nvPr/>
        </p:nvSpPr>
        <p:spPr>
          <a:xfrm>
            <a:off x="2432880" y="15084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6" name=""/>
          <p:cNvSpPr/>
          <p:nvPr/>
        </p:nvSpPr>
        <p:spPr>
          <a:xfrm>
            <a:off x="2432880" y="150840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7" name=""/>
          <p:cNvSpPr/>
          <p:nvPr/>
        </p:nvSpPr>
        <p:spPr>
          <a:xfrm>
            <a:off x="2433600" y="1508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8" name=""/>
          <p:cNvSpPr/>
          <p:nvPr/>
        </p:nvSpPr>
        <p:spPr>
          <a:xfrm>
            <a:off x="2417400" y="1485720"/>
            <a:ext cx="60840" cy="41040"/>
          </a:xfrm>
          <a:custGeom>
            <a:avLst/>
            <a:gdLst/>
            <a:ahLst/>
            <a:rect l="0" t="0" r="r" b="b"/>
            <a:pathLst>
              <a:path w="169" h="114">
                <a:moveTo>
                  <a:pt x="11" y="98"/>
                </a:moveTo>
                <a:lnTo>
                  <a:pt x="11" y="99"/>
                </a:lnTo>
                <a:lnTo>
                  <a:pt x="11" y="100"/>
                </a:lnTo>
                <a:lnTo>
                  <a:pt x="12" y="100"/>
                </a:lnTo>
                <a:lnTo>
                  <a:pt x="12" y="101"/>
                </a:lnTo>
                <a:lnTo>
                  <a:pt x="11" y="101"/>
                </a:lnTo>
                <a:lnTo>
                  <a:pt x="11" y="102"/>
                </a:lnTo>
                <a:lnTo>
                  <a:pt x="12" y="101"/>
                </a:lnTo>
                <a:lnTo>
                  <a:pt x="13" y="101"/>
                </a:lnTo>
                <a:lnTo>
                  <a:pt x="13" y="100"/>
                </a:lnTo>
                <a:lnTo>
                  <a:pt x="15" y="99"/>
                </a:lnTo>
                <a:lnTo>
                  <a:pt x="16" y="99"/>
                </a:lnTo>
                <a:lnTo>
                  <a:pt x="16" y="98"/>
                </a:lnTo>
                <a:lnTo>
                  <a:pt x="17" y="98"/>
                </a:lnTo>
                <a:lnTo>
                  <a:pt x="17" y="97"/>
                </a:lnTo>
                <a:lnTo>
                  <a:pt x="16" y="97"/>
                </a:lnTo>
                <a:lnTo>
                  <a:pt x="17" y="97"/>
                </a:lnTo>
                <a:lnTo>
                  <a:pt x="17" y="96"/>
                </a:lnTo>
                <a:lnTo>
                  <a:pt x="16" y="96"/>
                </a:lnTo>
                <a:lnTo>
                  <a:pt x="17" y="96"/>
                </a:lnTo>
                <a:lnTo>
                  <a:pt x="17" y="97"/>
                </a:lnTo>
                <a:lnTo>
                  <a:pt x="17" y="96"/>
                </a:lnTo>
                <a:lnTo>
                  <a:pt x="18" y="96"/>
                </a:lnTo>
                <a:lnTo>
                  <a:pt x="18" y="95"/>
                </a:lnTo>
                <a:lnTo>
                  <a:pt x="18" y="94"/>
                </a:lnTo>
                <a:lnTo>
                  <a:pt x="18" y="93"/>
                </a:lnTo>
                <a:lnTo>
                  <a:pt x="19" y="93"/>
                </a:lnTo>
                <a:lnTo>
                  <a:pt x="19" y="92"/>
                </a:lnTo>
                <a:lnTo>
                  <a:pt x="18" y="92"/>
                </a:lnTo>
                <a:lnTo>
                  <a:pt x="18" y="91"/>
                </a:lnTo>
                <a:lnTo>
                  <a:pt x="17" y="91"/>
                </a:lnTo>
                <a:lnTo>
                  <a:pt x="17" y="90"/>
                </a:lnTo>
                <a:lnTo>
                  <a:pt x="16" y="90"/>
                </a:lnTo>
                <a:lnTo>
                  <a:pt x="15" y="90"/>
                </a:lnTo>
                <a:lnTo>
                  <a:pt x="15" y="88"/>
                </a:lnTo>
                <a:lnTo>
                  <a:pt x="16" y="88"/>
                </a:lnTo>
                <a:lnTo>
                  <a:pt x="16" y="87"/>
                </a:lnTo>
                <a:lnTo>
                  <a:pt x="16" y="86"/>
                </a:lnTo>
                <a:lnTo>
                  <a:pt x="17" y="86"/>
                </a:lnTo>
                <a:lnTo>
                  <a:pt x="17" y="85"/>
                </a:lnTo>
                <a:lnTo>
                  <a:pt x="18" y="85"/>
                </a:lnTo>
                <a:lnTo>
                  <a:pt x="18" y="84"/>
                </a:lnTo>
                <a:lnTo>
                  <a:pt x="19" y="84"/>
                </a:lnTo>
                <a:lnTo>
                  <a:pt x="20" y="83"/>
                </a:lnTo>
                <a:lnTo>
                  <a:pt x="21" y="83"/>
                </a:lnTo>
                <a:lnTo>
                  <a:pt x="21" y="82"/>
                </a:lnTo>
                <a:lnTo>
                  <a:pt x="21" y="81"/>
                </a:lnTo>
                <a:lnTo>
                  <a:pt x="22" y="81"/>
                </a:lnTo>
                <a:lnTo>
                  <a:pt x="22" y="80"/>
                </a:lnTo>
                <a:lnTo>
                  <a:pt x="23" y="80"/>
                </a:lnTo>
                <a:lnTo>
                  <a:pt x="24" y="80"/>
                </a:lnTo>
                <a:lnTo>
                  <a:pt x="24" y="79"/>
                </a:lnTo>
                <a:lnTo>
                  <a:pt x="25" y="79"/>
                </a:lnTo>
                <a:lnTo>
                  <a:pt x="25" y="78"/>
                </a:lnTo>
                <a:lnTo>
                  <a:pt x="25" y="77"/>
                </a:lnTo>
                <a:lnTo>
                  <a:pt x="26" y="77"/>
                </a:lnTo>
                <a:lnTo>
                  <a:pt x="27" y="77"/>
                </a:lnTo>
                <a:lnTo>
                  <a:pt x="27" y="76"/>
                </a:lnTo>
                <a:lnTo>
                  <a:pt x="28" y="76"/>
                </a:lnTo>
                <a:lnTo>
                  <a:pt x="29" y="76"/>
                </a:lnTo>
                <a:lnTo>
                  <a:pt x="28" y="76"/>
                </a:lnTo>
                <a:lnTo>
                  <a:pt x="28" y="77"/>
                </a:lnTo>
                <a:lnTo>
                  <a:pt x="28" y="76"/>
                </a:lnTo>
                <a:lnTo>
                  <a:pt x="28" y="77"/>
                </a:lnTo>
                <a:lnTo>
                  <a:pt x="29" y="77"/>
                </a:lnTo>
                <a:lnTo>
                  <a:pt x="29" y="76"/>
                </a:lnTo>
                <a:lnTo>
                  <a:pt x="29" y="75"/>
                </a:lnTo>
                <a:lnTo>
                  <a:pt x="30" y="75"/>
                </a:lnTo>
                <a:lnTo>
                  <a:pt x="30" y="74"/>
                </a:lnTo>
                <a:lnTo>
                  <a:pt x="31" y="74"/>
                </a:lnTo>
                <a:lnTo>
                  <a:pt x="31" y="72"/>
                </a:lnTo>
                <a:lnTo>
                  <a:pt x="32" y="72"/>
                </a:lnTo>
                <a:lnTo>
                  <a:pt x="33" y="72"/>
                </a:lnTo>
                <a:lnTo>
                  <a:pt x="33" y="71"/>
                </a:lnTo>
                <a:lnTo>
                  <a:pt x="34" y="71"/>
                </a:lnTo>
                <a:lnTo>
                  <a:pt x="35" y="71"/>
                </a:lnTo>
                <a:lnTo>
                  <a:pt x="35" y="70"/>
                </a:lnTo>
                <a:lnTo>
                  <a:pt x="34" y="70"/>
                </a:lnTo>
                <a:lnTo>
                  <a:pt x="35" y="70"/>
                </a:lnTo>
                <a:lnTo>
                  <a:pt x="34" y="70"/>
                </a:lnTo>
                <a:lnTo>
                  <a:pt x="34" y="69"/>
                </a:lnTo>
                <a:lnTo>
                  <a:pt x="35" y="69"/>
                </a:lnTo>
                <a:lnTo>
                  <a:pt x="35" y="68"/>
                </a:lnTo>
                <a:lnTo>
                  <a:pt x="36" y="68"/>
                </a:lnTo>
                <a:lnTo>
                  <a:pt x="37" y="68"/>
                </a:lnTo>
                <a:lnTo>
                  <a:pt x="37" y="67"/>
                </a:lnTo>
                <a:lnTo>
                  <a:pt x="38" y="67"/>
                </a:lnTo>
                <a:lnTo>
                  <a:pt x="38" y="66"/>
                </a:lnTo>
                <a:lnTo>
                  <a:pt x="39" y="66"/>
                </a:lnTo>
                <a:lnTo>
                  <a:pt x="39" y="65"/>
                </a:lnTo>
                <a:lnTo>
                  <a:pt x="40" y="65"/>
                </a:lnTo>
                <a:lnTo>
                  <a:pt x="40" y="64"/>
                </a:lnTo>
                <a:lnTo>
                  <a:pt x="41" y="64"/>
                </a:lnTo>
                <a:lnTo>
                  <a:pt x="42" y="64"/>
                </a:lnTo>
                <a:lnTo>
                  <a:pt x="42" y="63"/>
                </a:lnTo>
                <a:lnTo>
                  <a:pt x="43" y="63"/>
                </a:lnTo>
                <a:lnTo>
                  <a:pt x="42" y="63"/>
                </a:lnTo>
                <a:lnTo>
                  <a:pt x="42" y="64"/>
                </a:lnTo>
                <a:lnTo>
                  <a:pt x="43" y="64"/>
                </a:lnTo>
                <a:lnTo>
                  <a:pt x="44" y="64"/>
                </a:lnTo>
                <a:lnTo>
                  <a:pt x="44" y="63"/>
                </a:lnTo>
                <a:lnTo>
                  <a:pt x="45" y="63"/>
                </a:lnTo>
                <a:lnTo>
                  <a:pt x="46" y="63"/>
                </a:lnTo>
                <a:lnTo>
                  <a:pt x="46" y="62"/>
                </a:lnTo>
                <a:lnTo>
                  <a:pt x="46" y="63"/>
                </a:lnTo>
                <a:lnTo>
                  <a:pt x="46" y="62"/>
                </a:lnTo>
                <a:lnTo>
                  <a:pt x="47" y="62"/>
                </a:lnTo>
                <a:lnTo>
                  <a:pt x="48" y="62"/>
                </a:lnTo>
                <a:lnTo>
                  <a:pt x="48" y="61"/>
                </a:lnTo>
                <a:lnTo>
                  <a:pt x="50" y="61"/>
                </a:lnTo>
                <a:lnTo>
                  <a:pt x="48" y="61"/>
                </a:lnTo>
                <a:lnTo>
                  <a:pt x="48" y="62"/>
                </a:lnTo>
                <a:lnTo>
                  <a:pt x="50" y="62"/>
                </a:lnTo>
                <a:lnTo>
                  <a:pt x="50" y="61"/>
                </a:lnTo>
                <a:lnTo>
                  <a:pt x="51" y="61"/>
                </a:lnTo>
                <a:lnTo>
                  <a:pt x="50" y="61"/>
                </a:lnTo>
                <a:lnTo>
                  <a:pt x="51" y="61"/>
                </a:lnTo>
                <a:lnTo>
                  <a:pt x="52" y="61"/>
                </a:lnTo>
                <a:lnTo>
                  <a:pt x="52" y="60"/>
                </a:lnTo>
                <a:lnTo>
                  <a:pt x="52" y="59"/>
                </a:lnTo>
                <a:lnTo>
                  <a:pt x="52" y="57"/>
                </a:lnTo>
                <a:lnTo>
                  <a:pt x="52" y="56"/>
                </a:lnTo>
                <a:lnTo>
                  <a:pt x="53" y="56"/>
                </a:lnTo>
                <a:lnTo>
                  <a:pt x="53" y="55"/>
                </a:lnTo>
                <a:lnTo>
                  <a:pt x="54" y="55"/>
                </a:lnTo>
                <a:lnTo>
                  <a:pt x="54" y="54"/>
                </a:lnTo>
                <a:lnTo>
                  <a:pt x="55" y="54"/>
                </a:lnTo>
                <a:lnTo>
                  <a:pt x="55" y="53"/>
                </a:lnTo>
                <a:lnTo>
                  <a:pt x="56" y="53"/>
                </a:lnTo>
                <a:lnTo>
                  <a:pt x="57" y="53"/>
                </a:lnTo>
                <a:lnTo>
                  <a:pt x="57" y="52"/>
                </a:lnTo>
                <a:lnTo>
                  <a:pt x="58" y="52"/>
                </a:lnTo>
                <a:lnTo>
                  <a:pt x="59" y="52"/>
                </a:lnTo>
                <a:lnTo>
                  <a:pt x="59" y="51"/>
                </a:lnTo>
                <a:lnTo>
                  <a:pt x="60" y="51"/>
                </a:lnTo>
                <a:lnTo>
                  <a:pt x="61" y="51"/>
                </a:lnTo>
                <a:lnTo>
                  <a:pt x="61" y="50"/>
                </a:lnTo>
                <a:lnTo>
                  <a:pt x="62" y="50"/>
                </a:lnTo>
                <a:lnTo>
                  <a:pt x="62" y="49"/>
                </a:lnTo>
                <a:lnTo>
                  <a:pt x="63" y="49"/>
                </a:lnTo>
                <a:lnTo>
                  <a:pt x="64" y="49"/>
                </a:lnTo>
                <a:lnTo>
                  <a:pt x="64" y="48"/>
                </a:lnTo>
                <a:lnTo>
                  <a:pt x="65" y="47"/>
                </a:lnTo>
                <a:lnTo>
                  <a:pt x="66" y="46"/>
                </a:lnTo>
                <a:lnTo>
                  <a:pt x="66" y="45"/>
                </a:lnTo>
                <a:lnTo>
                  <a:pt x="67" y="45"/>
                </a:lnTo>
                <a:lnTo>
                  <a:pt x="67" y="44"/>
                </a:lnTo>
                <a:lnTo>
                  <a:pt x="68" y="44"/>
                </a:lnTo>
                <a:lnTo>
                  <a:pt x="69" y="45"/>
                </a:lnTo>
                <a:lnTo>
                  <a:pt x="69" y="46"/>
                </a:lnTo>
                <a:lnTo>
                  <a:pt x="68" y="46"/>
                </a:lnTo>
                <a:lnTo>
                  <a:pt x="69" y="46"/>
                </a:lnTo>
                <a:lnTo>
                  <a:pt x="69" y="47"/>
                </a:lnTo>
                <a:lnTo>
                  <a:pt x="70" y="47"/>
                </a:lnTo>
                <a:lnTo>
                  <a:pt x="71" y="47"/>
                </a:lnTo>
                <a:lnTo>
                  <a:pt x="72" y="47"/>
                </a:lnTo>
                <a:lnTo>
                  <a:pt x="72" y="46"/>
                </a:lnTo>
                <a:lnTo>
                  <a:pt x="73" y="46"/>
                </a:lnTo>
                <a:lnTo>
                  <a:pt x="74" y="46"/>
                </a:lnTo>
                <a:lnTo>
                  <a:pt x="74" y="45"/>
                </a:lnTo>
                <a:lnTo>
                  <a:pt x="75" y="45"/>
                </a:lnTo>
                <a:lnTo>
                  <a:pt x="76" y="45"/>
                </a:lnTo>
                <a:lnTo>
                  <a:pt x="77" y="45"/>
                </a:lnTo>
                <a:lnTo>
                  <a:pt x="77" y="46"/>
                </a:lnTo>
                <a:lnTo>
                  <a:pt x="78" y="46"/>
                </a:lnTo>
                <a:lnTo>
                  <a:pt x="78" y="45"/>
                </a:lnTo>
                <a:lnTo>
                  <a:pt x="78" y="46"/>
                </a:lnTo>
                <a:lnTo>
                  <a:pt x="79" y="46"/>
                </a:lnTo>
                <a:lnTo>
                  <a:pt x="79" y="47"/>
                </a:lnTo>
                <a:lnTo>
                  <a:pt x="79" y="46"/>
                </a:lnTo>
                <a:lnTo>
                  <a:pt x="80" y="46"/>
                </a:lnTo>
                <a:lnTo>
                  <a:pt x="80" y="45"/>
                </a:lnTo>
                <a:lnTo>
                  <a:pt x="80" y="44"/>
                </a:lnTo>
                <a:lnTo>
                  <a:pt x="79" y="44"/>
                </a:lnTo>
                <a:lnTo>
                  <a:pt x="78" y="44"/>
                </a:lnTo>
                <a:lnTo>
                  <a:pt x="77" y="44"/>
                </a:lnTo>
                <a:lnTo>
                  <a:pt x="77" y="43"/>
                </a:lnTo>
                <a:lnTo>
                  <a:pt x="77" y="44"/>
                </a:lnTo>
                <a:lnTo>
                  <a:pt x="77" y="43"/>
                </a:lnTo>
                <a:lnTo>
                  <a:pt x="76" y="43"/>
                </a:lnTo>
                <a:lnTo>
                  <a:pt x="76" y="41"/>
                </a:lnTo>
                <a:lnTo>
                  <a:pt x="76" y="40"/>
                </a:lnTo>
                <a:lnTo>
                  <a:pt x="77" y="40"/>
                </a:lnTo>
                <a:lnTo>
                  <a:pt x="77" y="39"/>
                </a:lnTo>
                <a:lnTo>
                  <a:pt x="78" y="39"/>
                </a:lnTo>
                <a:lnTo>
                  <a:pt x="78" y="38"/>
                </a:lnTo>
                <a:lnTo>
                  <a:pt x="79" y="38"/>
                </a:lnTo>
                <a:lnTo>
                  <a:pt x="80" y="38"/>
                </a:lnTo>
                <a:lnTo>
                  <a:pt x="80" y="37"/>
                </a:lnTo>
                <a:lnTo>
                  <a:pt x="79" y="37"/>
                </a:lnTo>
                <a:lnTo>
                  <a:pt x="79" y="36"/>
                </a:lnTo>
                <a:lnTo>
                  <a:pt x="80" y="36"/>
                </a:lnTo>
                <a:lnTo>
                  <a:pt x="80" y="37"/>
                </a:lnTo>
                <a:lnTo>
                  <a:pt x="81" y="37"/>
                </a:lnTo>
                <a:lnTo>
                  <a:pt x="82" y="37"/>
                </a:lnTo>
                <a:lnTo>
                  <a:pt x="83" y="37"/>
                </a:lnTo>
                <a:lnTo>
                  <a:pt x="83" y="36"/>
                </a:lnTo>
                <a:lnTo>
                  <a:pt x="82" y="36"/>
                </a:lnTo>
                <a:lnTo>
                  <a:pt x="82" y="35"/>
                </a:lnTo>
                <a:lnTo>
                  <a:pt x="82" y="34"/>
                </a:lnTo>
                <a:lnTo>
                  <a:pt x="82" y="33"/>
                </a:lnTo>
                <a:lnTo>
                  <a:pt x="82" y="32"/>
                </a:lnTo>
                <a:lnTo>
                  <a:pt x="83" y="32"/>
                </a:lnTo>
                <a:lnTo>
                  <a:pt x="83" y="33"/>
                </a:lnTo>
                <a:lnTo>
                  <a:pt x="83" y="34"/>
                </a:lnTo>
                <a:lnTo>
                  <a:pt x="82" y="34"/>
                </a:lnTo>
                <a:lnTo>
                  <a:pt x="82" y="35"/>
                </a:lnTo>
                <a:lnTo>
                  <a:pt x="83" y="35"/>
                </a:lnTo>
                <a:lnTo>
                  <a:pt x="84" y="35"/>
                </a:lnTo>
                <a:lnTo>
                  <a:pt x="84" y="36"/>
                </a:lnTo>
                <a:lnTo>
                  <a:pt x="85" y="36"/>
                </a:lnTo>
                <a:lnTo>
                  <a:pt x="86" y="36"/>
                </a:lnTo>
                <a:lnTo>
                  <a:pt x="86" y="35"/>
                </a:lnTo>
                <a:lnTo>
                  <a:pt x="86" y="36"/>
                </a:lnTo>
                <a:lnTo>
                  <a:pt x="86" y="35"/>
                </a:lnTo>
                <a:lnTo>
                  <a:pt x="87" y="35"/>
                </a:lnTo>
                <a:lnTo>
                  <a:pt x="87" y="34"/>
                </a:lnTo>
                <a:lnTo>
                  <a:pt x="87" y="33"/>
                </a:lnTo>
                <a:lnTo>
                  <a:pt x="87" y="34"/>
                </a:lnTo>
                <a:lnTo>
                  <a:pt x="88" y="34"/>
                </a:lnTo>
                <a:lnTo>
                  <a:pt x="89" y="34"/>
                </a:lnTo>
                <a:lnTo>
                  <a:pt x="89" y="33"/>
                </a:lnTo>
                <a:lnTo>
                  <a:pt x="90" y="33"/>
                </a:lnTo>
                <a:lnTo>
                  <a:pt x="91" y="33"/>
                </a:lnTo>
                <a:lnTo>
                  <a:pt x="91" y="32"/>
                </a:lnTo>
                <a:lnTo>
                  <a:pt x="92" y="32"/>
                </a:lnTo>
                <a:lnTo>
                  <a:pt x="92" y="31"/>
                </a:lnTo>
                <a:lnTo>
                  <a:pt x="93" y="31"/>
                </a:lnTo>
                <a:lnTo>
                  <a:pt x="93" y="30"/>
                </a:lnTo>
                <a:lnTo>
                  <a:pt x="93" y="29"/>
                </a:lnTo>
                <a:lnTo>
                  <a:pt x="92" y="28"/>
                </a:lnTo>
                <a:lnTo>
                  <a:pt x="91" y="28"/>
                </a:lnTo>
                <a:lnTo>
                  <a:pt x="91" y="27"/>
                </a:lnTo>
                <a:lnTo>
                  <a:pt x="92" y="27"/>
                </a:lnTo>
                <a:lnTo>
                  <a:pt x="93" y="27"/>
                </a:lnTo>
                <a:lnTo>
                  <a:pt x="93" y="26"/>
                </a:lnTo>
                <a:lnTo>
                  <a:pt x="92" y="26"/>
                </a:lnTo>
                <a:lnTo>
                  <a:pt x="93" y="26"/>
                </a:lnTo>
                <a:lnTo>
                  <a:pt x="93" y="27"/>
                </a:lnTo>
                <a:lnTo>
                  <a:pt x="92" y="27"/>
                </a:lnTo>
                <a:lnTo>
                  <a:pt x="92" y="28"/>
                </a:lnTo>
                <a:lnTo>
                  <a:pt x="93" y="28"/>
                </a:lnTo>
                <a:lnTo>
                  <a:pt x="93" y="29"/>
                </a:lnTo>
                <a:lnTo>
                  <a:pt x="94" y="30"/>
                </a:lnTo>
                <a:lnTo>
                  <a:pt x="94" y="31"/>
                </a:lnTo>
                <a:lnTo>
                  <a:pt x="94" y="30"/>
                </a:lnTo>
                <a:lnTo>
                  <a:pt x="95" y="30"/>
                </a:lnTo>
                <a:lnTo>
                  <a:pt x="96" y="30"/>
                </a:lnTo>
                <a:lnTo>
                  <a:pt x="96" y="31"/>
                </a:lnTo>
                <a:lnTo>
                  <a:pt x="97" y="31"/>
                </a:lnTo>
                <a:lnTo>
                  <a:pt x="98" y="30"/>
                </a:lnTo>
                <a:lnTo>
                  <a:pt x="99" y="30"/>
                </a:lnTo>
                <a:lnTo>
                  <a:pt x="100" y="30"/>
                </a:lnTo>
                <a:lnTo>
                  <a:pt x="100" y="29"/>
                </a:lnTo>
                <a:lnTo>
                  <a:pt x="100" y="30"/>
                </a:lnTo>
                <a:lnTo>
                  <a:pt x="100" y="29"/>
                </a:lnTo>
                <a:lnTo>
                  <a:pt x="100" y="28"/>
                </a:lnTo>
                <a:lnTo>
                  <a:pt x="100" y="27"/>
                </a:lnTo>
                <a:lnTo>
                  <a:pt x="101" y="27"/>
                </a:lnTo>
                <a:lnTo>
                  <a:pt x="101" y="26"/>
                </a:lnTo>
                <a:lnTo>
                  <a:pt x="102" y="26"/>
                </a:lnTo>
                <a:lnTo>
                  <a:pt x="103" y="26"/>
                </a:lnTo>
                <a:lnTo>
                  <a:pt x="104" y="26"/>
                </a:lnTo>
                <a:lnTo>
                  <a:pt x="104" y="27"/>
                </a:lnTo>
                <a:lnTo>
                  <a:pt x="105" y="27"/>
                </a:lnTo>
                <a:lnTo>
                  <a:pt x="105" y="28"/>
                </a:lnTo>
                <a:lnTo>
                  <a:pt x="106" y="28"/>
                </a:lnTo>
                <a:lnTo>
                  <a:pt x="107" y="28"/>
                </a:lnTo>
                <a:lnTo>
                  <a:pt x="107" y="27"/>
                </a:lnTo>
                <a:lnTo>
                  <a:pt x="108" y="27"/>
                </a:lnTo>
                <a:lnTo>
                  <a:pt x="109" y="27"/>
                </a:lnTo>
                <a:lnTo>
                  <a:pt x="110" y="27"/>
                </a:lnTo>
                <a:lnTo>
                  <a:pt x="110" y="26"/>
                </a:lnTo>
                <a:lnTo>
                  <a:pt x="110" y="27"/>
                </a:lnTo>
                <a:lnTo>
                  <a:pt x="111" y="27"/>
                </a:lnTo>
                <a:lnTo>
                  <a:pt x="111" y="28"/>
                </a:lnTo>
                <a:lnTo>
                  <a:pt x="112" y="28"/>
                </a:lnTo>
                <a:lnTo>
                  <a:pt x="112" y="29"/>
                </a:lnTo>
                <a:lnTo>
                  <a:pt x="113" y="29"/>
                </a:lnTo>
                <a:lnTo>
                  <a:pt x="114" y="29"/>
                </a:lnTo>
                <a:lnTo>
                  <a:pt x="114" y="28"/>
                </a:lnTo>
                <a:lnTo>
                  <a:pt x="114" y="27"/>
                </a:lnTo>
                <a:lnTo>
                  <a:pt x="113" y="27"/>
                </a:lnTo>
                <a:lnTo>
                  <a:pt x="114" y="27"/>
                </a:lnTo>
                <a:lnTo>
                  <a:pt x="113" y="27"/>
                </a:lnTo>
                <a:lnTo>
                  <a:pt x="113" y="26"/>
                </a:lnTo>
                <a:lnTo>
                  <a:pt x="113" y="25"/>
                </a:lnTo>
                <a:lnTo>
                  <a:pt x="114" y="25"/>
                </a:lnTo>
                <a:lnTo>
                  <a:pt x="114" y="24"/>
                </a:lnTo>
                <a:lnTo>
                  <a:pt x="114" y="25"/>
                </a:lnTo>
                <a:lnTo>
                  <a:pt x="115" y="25"/>
                </a:lnTo>
                <a:lnTo>
                  <a:pt x="115" y="24"/>
                </a:lnTo>
                <a:lnTo>
                  <a:pt x="115" y="25"/>
                </a:lnTo>
                <a:lnTo>
                  <a:pt x="116" y="25"/>
                </a:lnTo>
                <a:lnTo>
                  <a:pt x="116" y="24"/>
                </a:lnTo>
                <a:lnTo>
                  <a:pt x="115" y="23"/>
                </a:lnTo>
                <a:lnTo>
                  <a:pt x="116" y="24"/>
                </a:lnTo>
                <a:lnTo>
                  <a:pt x="116" y="25"/>
                </a:lnTo>
                <a:lnTo>
                  <a:pt x="117" y="25"/>
                </a:lnTo>
                <a:lnTo>
                  <a:pt x="117" y="24"/>
                </a:lnTo>
                <a:lnTo>
                  <a:pt x="117" y="22"/>
                </a:lnTo>
                <a:lnTo>
                  <a:pt x="117" y="21"/>
                </a:lnTo>
                <a:lnTo>
                  <a:pt x="118" y="21"/>
                </a:lnTo>
                <a:lnTo>
                  <a:pt x="119" y="20"/>
                </a:lnTo>
                <a:lnTo>
                  <a:pt x="120" y="20"/>
                </a:lnTo>
                <a:lnTo>
                  <a:pt x="120" y="19"/>
                </a:lnTo>
                <a:lnTo>
                  <a:pt x="121" y="19"/>
                </a:lnTo>
                <a:lnTo>
                  <a:pt x="122" y="19"/>
                </a:lnTo>
                <a:lnTo>
                  <a:pt x="123" y="20"/>
                </a:lnTo>
                <a:lnTo>
                  <a:pt x="124" y="20"/>
                </a:lnTo>
                <a:lnTo>
                  <a:pt x="125" y="20"/>
                </a:lnTo>
                <a:lnTo>
                  <a:pt x="125" y="19"/>
                </a:lnTo>
                <a:lnTo>
                  <a:pt x="124" y="19"/>
                </a:lnTo>
                <a:lnTo>
                  <a:pt x="124" y="18"/>
                </a:lnTo>
                <a:lnTo>
                  <a:pt x="124" y="17"/>
                </a:lnTo>
                <a:lnTo>
                  <a:pt x="124" y="18"/>
                </a:lnTo>
                <a:lnTo>
                  <a:pt x="125" y="18"/>
                </a:lnTo>
                <a:lnTo>
                  <a:pt x="125" y="19"/>
                </a:lnTo>
                <a:lnTo>
                  <a:pt x="125" y="18"/>
                </a:lnTo>
                <a:lnTo>
                  <a:pt x="126" y="18"/>
                </a:lnTo>
                <a:lnTo>
                  <a:pt x="126" y="17"/>
                </a:lnTo>
                <a:lnTo>
                  <a:pt x="125" y="17"/>
                </a:lnTo>
                <a:lnTo>
                  <a:pt x="125" y="16"/>
                </a:lnTo>
                <a:lnTo>
                  <a:pt x="126" y="16"/>
                </a:lnTo>
                <a:lnTo>
                  <a:pt x="126" y="15"/>
                </a:lnTo>
                <a:lnTo>
                  <a:pt x="126" y="14"/>
                </a:lnTo>
                <a:lnTo>
                  <a:pt x="127" y="14"/>
                </a:lnTo>
                <a:lnTo>
                  <a:pt x="128" y="13"/>
                </a:lnTo>
                <a:lnTo>
                  <a:pt x="129" y="13"/>
                </a:lnTo>
                <a:lnTo>
                  <a:pt x="130" y="14"/>
                </a:lnTo>
                <a:lnTo>
                  <a:pt x="130" y="13"/>
                </a:lnTo>
                <a:lnTo>
                  <a:pt x="131" y="13"/>
                </a:lnTo>
                <a:lnTo>
                  <a:pt x="131" y="14"/>
                </a:lnTo>
                <a:lnTo>
                  <a:pt x="130" y="14"/>
                </a:lnTo>
                <a:lnTo>
                  <a:pt x="130" y="15"/>
                </a:lnTo>
                <a:lnTo>
                  <a:pt x="131" y="15"/>
                </a:lnTo>
                <a:lnTo>
                  <a:pt x="131" y="16"/>
                </a:lnTo>
                <a:lnTo>
                  <a:pt x="133" y="16"/>
                </a:lnTo>
                <a:lnTo>
                  <a:pt x="133" y="15"/>
                </a:lnTo>
                <a:lnTo>
                  <a:pt x="134" y="15"/>
                </a:lnTo>
                <a:lnTo>
                  <a:pt x="135" y="15"/>
                </a:lnTo>
                <a:lnTo>
                  <a:pt x="136" y="15"/>
                </a:lnTo>
                <a:lnTo>
                  <a:pt x="138" y="15"/>
                </a:lnTo>
                <a:lnTo>
                  <a:pt x="138" y="14"/>
                </a:lnTo>
                <a:lnTo>
                  <a:pt x="137" y="13"/>
                </a:lnTo>
                <a:lnTo>
                  <a:pt x="136" y="13"/>
                </a:lnTo>
                <a:lnTo>
                  <a:pt x="135" y="13"/>
                </a:lnTo>
                <a:lnTo>
                  <a:pt x="134" y="13"/>
                </a:lnTo>
                <a:lnTo>
                  <a:pt x="134" y="12"/>
                </a:lnTo>
                <a:lnTo>
                  <a:pt x="133" y="12"/>
                </a:lnTo>
                <a:lnTo>
                  <a:pt x="133" y="11"/>
                </a:lnTo>
                <a:lnTo>
                  <a:pt x="133" y="10"/>
                </a:lnTo>
                <a:lnTo>
                  <a:pt x="134" y="10"/>
                </a:lnTo>
                <a:lnTo>
                  <a:pt x="135" y="9"/>
                </a:lnTo>
                <a:lnTo>
                  <a:pt x="136" y="9"/>
                </a:lnTo>
                <a:lnTo>
                  <a:pt x="136" y="8"/>
                </a:lnTo>
                <a:lnTo>
                  <a:pt x="137" y="8"/>
                </a:lnTo>
                <a:lnTo>
                  <a:pt x="138" y="7"/>
                </a:lnTo>
                <a:lnTo>
                  <a:pt x="138" y="6"/>
                </a:lnTo>
                <a:lnTo>
                  <a:pt x="139" y="6"/>
                </a:lnTo>
                <a:lnTo>
                  <a:pt x="139" y="5"/>
                </a:lnTo>
                <a:lnTo>
                  <a:pt x="140" y="5"/>
                </a:lnTo>
                <a:lnTo>
                  <a:pt x="141" y="5"/>
                </a:lnTo>
                <a:lnTo>
                  <a:pt x="141" y="4"/>
                </a:lnTo>
                <a:lnTo>
                  <a:pt x="142" y="4"/>
                </a:lnTo>
                <a:lnTo>
                  <a:pt x="142" y="5"/>
                </a:lnTo>
                <a:lnTo>
                  <a:pt x="143" y="5"/>
                </a:lnTo>
                <a:lnTo>
                  <a:pt x="143" y="4"/>
                </a:lnTo>
                <a:lnTo>
                  <a:pt x="143" y="5"/>
                </a:lnTo>
                <a:lnTo>
                  <a:pt x="143" y="4"/>
                </a:lnTo>
                <a:lnTo>
                  <a:pt x="144" y="4"/>
                </a:lnTo>
                <a:lnTo>
                  <a:pt x="144" y="3"/>
                </a:lnTo>
                <a:lnTo>
                  <a:pt x="145" y="3"/>
                </a:lnTo>
                <a:lnTo>
                  <a:pt x="145" y="2"/>
                </a:lnTo>
                <a:lnTo>
                  <a:pt x="146" y="2"/>
                </a:lnTo>
                <a:lnTo>
                  <a:pt x="147" y="2"/>
                </a:lnTo>
                <a:lnTo>
                  <a:pt x="148" y="2"/>
                </a:lnTo>
                <a:lnTo>
                  <a:pt x="148" y="3"/>
                </a:lnTo>
                <a:lnTo>
                  <a:pt x="149" y="3"/>
                </a:lnTo>
                <a:lnTo>
                  <a:pt x="149" y="4"/>
                </a:lnTo>
                <a:lnTo>
                  <a:pt x="149" y="5"/>
                </a:lnTo>
                <a:lnTo>
                  <a:pt x="150" y="5"/>
                </a:lnTo>
                <a:lnTo>
                  <a:pt x="151" y="5"/>
                </a:lnTo>
                <a:lnTo>
                  <a:pt x="151" y="4"/>
                </a:lnTo>
                <a:lnTo>
                  <a:pt x="152" y="4"/>
                </a:lnTo>
                <a:lnTo>
                  <a:pt x="153" y="4"/>
                </a:lnTo>
                <a:lnTo>
                  <a:pt x="153" y="3"/>
                </a:lnTo>
                <a:lnTo>
                  <a:pt x="154" y="3"/>
                </a:lnTo>
                <a:lnTo>
                  <a:pt x="154" y="2"/>
                </a:lnTo>
                <a:lnTo>
                  <a:pt x="154" y="1"/>
                </a:lnTo>
                <a:lnTo>
                  <a:pt x="155" y="1"/>
                </a:lnTo>
                <a:lnTo>
                  <a:pt x="156" y="1"/>
                </a:lnTo>
                <a:lnTo>
                  <a:pt x="156" y="2"/>
                </a:lnTo>
                <a:lnTo>
                  <a:pt x="157" y="2"/>
                </a:lnTo>
                <a:lnTo>
                  <a:pt x="158" y="2"/>
                </a:lnTo>
                <a:lnTo>
                  <a:pt x="158" y="1"/>
                </a:lnTo>
                <a:lnTo>
                  <a:pt x="158" y="0"/>
                </a:lnTo>
                <a:lnTo>
                  <a:pt x="159" y="0"/>
                </a:lnTo>
                <a:lnTo>
                  <a:pt x="159" y="1"/>
                </a:lnTo>
                <a:lnTo>
                  <a:pt x="159" y="2"/>
                </a:lnTo>
                <a:lnTo>
                  <a:pt x="158" y="2"/>
                </a:lnTo>
                <a:lnTo>
                  <a:pt x="159" y="3"/>
                </a:lnTo>
                <a:lnTo>
                  <a:pt x="160" y="4"/>
                </a:lnTo>
                <a:lnTo>
                  <a:pt x="162" y="4"/>
                </a:lnTo>
                <a:lnTo>
                  <a:pt x="162" y="3"/>
                </a:lnTo>
                <a:lnTo>
                  <a:pt x="163" y="3"/>
                </a:lnTo>
                <a:lnTo>
                  <a:pt x="163" y="2"/>
                </a:lnTo>
                <a:lnTo>
                  <a:pt x="164" y="2"/>
                </a:lnTo>
                <a:lnTo>
                  <a:pt x="164" y="1"/>
                </a:lnTo>
                <a:lnTo>
                  <a:pt x="165" y="1"/>
                </a:lnTo>
                <a:lnTo>
                  <a:pt x="166" y="1"/>
                </a:lnTo>
                <a:lnTo>
                  <a:pt x="166" y="2"/>
                </a:lnTo>
                <a:lnTo>
                  <a:pt x="167" y="2"/>
                </a:lnTo>
                <a:lnTo>
                  <a:pt x="168" y="1"/>
                </a:lnTo>
                <a:lnTo>
                  <a:pt x="169" y="2"/>
                </a:lnTo>
                <a:lnTo>
                  <a:pt x="168" y="2"/>
                </a:lnTo>
                <a:lnTo>
                  <a:pt x="167" y="2"/>
                </a:lnTo>
                <a:lnTo>
                  <a:pt x="166" y="2"/>
                </a:lnTo>
                <a:lnTo>
                  <a:pt x="166" y="3"/>
                </a:lnTo>
                <a:lnTo>
                  <a:pt x="166" y="2"/>
                </a:lnTo>
                <a:lnTo>
                  <a:pt x="165" y="2"/>
                </a:lnTo>
                <a:lnTo>
                  <a:pt x="164" y="2"/>
                </a:lnTo>
                <a:lnTo>
                  <a:pt x="164" y="1"/>
                </a:lnTo>
                <a:lnTo>
                  <a:pt x="164" y="2"/>
                </a:lnTo>
                <a:lnTo>
                  <a:pt x="164" y="3"/>
                </a:lnTo>
                <a:lnTo>
                  <a:pt x="163" y="3"/>
                </a:lnTo>
                <a:lnTo>
                  <a:pt x="163" y="4"/>
                </a:lnTo>
                <a:lnTo>
                  <a:pt x="162" y="4"/>
                </a:lnTo>
                <a:lnTo>
                  <a:pt x="161" y="4"/>
                </a:lnTo>
                <a:lnTo>
                  <a:pt x="160" y="4"/>
                </a:lnTo>
                <a:lnTo>
                  <a:pt x="159" y="4"/>
                </a:lnTo>
                <a:lnTo>
                  <a:pt x="158" y="3"/>
                </a:lnTo>
                <a:lnTo>
                  <a:pt x="158" y="2"/>
                </a:lnTo>
                <a:lnTo>
                  <a:pt x="159" y="2"/>
                </a:lnTo>
                <a:lnTo>
                  <a:pt x="159" y="1"/>
                </a:lnTo>
                <a:lnTo>
                  <a:pt x="158" y="1"/>
                </a:lnTo>
                <a:lnTo>
                  <a:pt x="158" y="2"/>
                </a:lnTo>
                <a:lnTo>
                  <a:pt x="157" y="2"/>
                </a:lnTo>
                <a:lnTo>
                  <a:pt x="156" y="2"/>
                </a:lnTo>
                <a:lnTo>
                  <a:pt x="156" y="1"/>
                </a:lnTo>
                <a:lnTo>
                  <a:pt x="155" y="1"/>
                </a:lnTo>
                <a:lnTo>
                  <a:pt x="155" y="2"/>
                </a:lnTo>
                <a:lnTo>
                  <a:pt x="154" y="2"/>
                </a:lnTo>
                <a:lnTo>
                  <a:pt x="154" y="3"/>
                </a:lnTo>
                <a:lnTo>
                  <a:pt x="153" y="4"/>
                </a:lnTo>
                <a:lnTo>
                  <a:pt x="152" y="4"/>
                </a:lnTo>
                <a:lnTo>
                  <a:pt x="151" y="4"/>
                </a:lnTo>
                <a:lnTo>
                  <a:pt x="151" y="5"/>
                </a:lnTo>
                <a:lnTo>
                  <a:pt x="150" y="5"/>
                </a:lnTo>
                <a:lnTo>
                  <a:pt x="150" y="6"/>
                </a:lnTo>
                <a:lnTo>
                  <a:pt x="149" y="6"/>
                </a:lnTo>
                <a:lnTo>
                  <a:pt x="149" y="5"/>
                </a:lnTo>
                <a:lnTo>
                  <a:pt x="148" y="5"/>
                </a:lnTo>
                <a:lnTo>
                  <a:pt x="148" y="4"/>
                </a:lnTo>
                <a:lnTo>
                  <a:pt x="149" y="4"/>
                </a:lnTo>
                <a:lnTo>
                  <a:pt x="148" y="4"/>
                </a:lnTo>
                <a:lnTo>
                  <a:pt x="148" y="3"/>
                </a:lnTo>
                <a:lnTo>
                  <a:pt x="147" y="3"/>
                </a:lnTo>
                <a:lnTo>
                  <a:pt x="146" y="2"/>
                </a:lnTo>
                <a:lnTo>
                  <a:pt x="146" y="3"/>
                </a:lnTo>
                <a:lnTo>
                  <a:pt x="145" y="3"/>
                </a:lnTo>
                <a:lnTo>
                  <a:pt x="145" y="4"/>
                </a:lnTo>
                <a:lnTo>
                  <a:pt x="145" y="5"/>
                </a:lnTo>
                <a:lnTo>
                  <a:pt x="145" y="4"/>
                </a:lnTo>
                <a:lnTo>
                  <a:pt x="146" y="4"/>
                </a:lnTo>
                <a:lnTo>
                  <a:pt x="145" y="5"/>
                </a:lnTo>
                <a:lnTo>
                  <a:pt x="144" y="5"/>
                </a:lnTo>
                <a:lnTo>
                  <a:pt x="143" y="5"/>
                </a:lnTo>
                <a:lnTo>
                  <a:pt x="142" y="5"/>
                </a:lnTo>
                <a:lnTo>
                  <a:pt x="141" y="5"/>
                </a:lnTo>
                <a:lnTo>
                  <a:pt x="141" y="6"/>
                </a:lnTo>
                <a:lnTo>
                  <a:pt x="140" y="6"/>
                </a:lnTo>
                <a:lnTo>
                  <a:pt x="140" y="7"/>
                </a:lnTo>
                <a:lnTo>
                  <a:pt x="139" y="7"/>
                </a:lnTo>
                <a:lnTo>
                  <a:pt x="139" y="8"/>
                </a:lnTo>
                <a:lnTo>
                  <a:pt x="138" y="8"/>
                </a:lnTo>
                <a:lnTo>
                  <a:pt x="138" y="9"/>
                </a:lnTo>
                <a:lnTo>
                  <a:pt x="137" y="9"/>
                </a:lnTo>
                <a:lnTo>
                  <a:pt x="136" y="9"/>
                </a:lnTo>
                <a:lnTo>
                  <a:pt x="136" y="10"/>
                </a:lnTo>
                <a:lnTo>
                  <a:pt x="135" y="10"/>
                </a:lnTo>
                <a:lnTo>
                  <a:pt x="135" y="12"/>
                </a:lnTo>
                <a:lnTo>
                  <a:pt x="136" y="12"/>
                </a:lnTo>
                <a:lnTo>
                  <a:pt x="137" y="12"/>
                </a:lnTo>
                <a:lnTo>
                  <a:pt x="137" y="13"/>
                </a:lnTo>
                <a:lnTo>
                  <a:pt x="138" y="13"/>
                </a:lnTo>
                <a:lnTo>
                  <a:pt x="139" y="14"/>
                </a:lnTo>
                <a:lnTo>
                  <a:pt x="139" y="15"/>
                </a:lnTo>
                <a:lnTo>
                  <a:pt x="138" y="15"/>
                </a:lnTo>
                <a:lnTo>
                  <a:pt x="138" y="16"/>
                </a:lnTo>
                <a:lnTo>
                  <a:pt x="136" y="16"/>
                </a:lnTo>
                <a:lnTo>
                  <a:pt x="134" y="16"/>
                </a:lnTo>
                <a:lnTo>
                  <a:pt x="133" y="16"/>
                </a:lnTo>
                <a:lnTo>
                  <a:pt x="132" y="16"/>
                </a:lnTo>
                <a:lnTo>
                  <a:pt x="131" y="16"/>
                </a:lnTo>
                <a:lnTo>
                  <a:pt x="131" y="17"/>
                </a:lnTo>
                <a:lnTo>
                  <a:pt x="130" y="17"/>
                </a:lnTo>
                <a:lnTo>
                  <a:pt x="130" y="16"/>
                </a:lnTo>
                <a:lnTo>
                  <a:pt x="130" y="15"/>
                </a:lnTo>
                <a:lnTo>
                  <a:pt x="129" y="15"/>
                </a:lnTo>
                <a:lnTo>
                  <a:pt x="128" y="15"/>
                </a:lnTo>
                <a:lnTo>
                  <a:pt x="127" y="15"/>
                </a:lnTo>
                <a:lnTo>
                  <a:pt x="127" y="17"/>
                </a:lnTo>
                <a:lnTo>
                  <a:pt x="126" y="17"/>
                </a:lnTo>
                <a:lnTo>
                  <a:pt x="126" y="18"/>
                </a:lnTo>
                <a:lnTo>
                  <a:pt x="126" y="19"/>
                </a:lnTo>
                <a:lnTo>
                  <a:pt x="126" y="20"/>
                </a:lnTo>
                <a:lnTo>
                  <a:pt x="125" y="20"/>
                </a:lnTo>
                <a:lnTo>
                  <a:pt x="125" y="21"/>
                </a:lnTo>
                <a:lnTo>
                  <a:pt x="124" y="21"/>
                </a:lnTo>
                <a:lnTo>
                  <a:pt x="123" y="21"/>
                </a:lnTo>
                <a:lnTo>
                  <a:pt x="122" y="21"/>
                </a:lnTo>
                <a:lnTo>
                  <a:pt x="122" y="20"/>
                </a:lnTo>
                <a:lnTo>
                  <a:pt x="121" y="20"/>
                </a:lnTo>
                <a:lnTo>
                  <a:pt x="120" y="20"/>
                </a:lnTo>
                <a:lnTo>
                  <a:pt x="120" y="21"/>
                </a:lnTo>
                <a:lnTo>
                  <a:pt x="119" y="21"/>
                </a:lnTo>
                <a:lnTo>
                  <a:pt x="118" y="21"/>
                </a:lnTo>
                <a:lnTo>
                  <a:pt x="118" y="22"/>
                </a:lnTo>
                <a:lnTo>
                  <a:pt x="118" y="23"/>
                </a:lnTo>
                <a:lnTo>
                  <a:pt x="118" y="24"/>
                </a:lnTo>
                <a:lnTo>
                  <a:pt x="118" y="25"/>
                </a:lnTo>
                <a:lnTo>
                  <a:pt x="117" y="25"/>
                </a:lnTo>
                <a:lnTo>
                  <a:pt x="117" y="26"/>
                </a:lnTo>
                <a:lnTo>
                  <a:pt x="116" y="26"/>
                </a:lnTo>
                <a:lnTo>
                  <a:pt x="115" y="26"/>
                </a:lnTo>
                <a:lnTo>
                  <a:pt x="115" y="25"/>
                </a:lnTo>
                <a:lnTo>
                  <a:pt x="114" y="25"/>
                </a:lnTo>
                <a:lnTo>
                  <a:pt x="114" y="26"/>
                </a:lnTo>
                <a:lnTo>
                  <a:pt x="114" y="27"/>
                </a:lnTo>
                <a:lnTo>
                  <a:pt x="115" y="27"/>
                </a:lnTo>
                <a:lnTo>
                  <a:pt x="115" y="28"/>
                </a:lnTo>
                <a:lnTo>
                  <a:pt x="115" y="29"/>
                </a:lnTo>
                <a:lnTo>
                  <a:pt x="114" y="30"/>
                </a:lnTo>
                <a:lnTo>
                  <a:pt x="113" y="30"/>
                </a:lnTo>
                <a:lnTo>
                  <a:pt x="112" y="30"/>
                </a:lnTo>
                <a:lnTo>
                  <a:pt x="112" y="29"/>
                </a:lnTo>
                <a:lnTo>
                  <a:pt x="111" y="29"/>
                </a:lnTo>
                <a:lnTo>
                  <a:pt x="111" y="28"/>
                </a:lnTo>
                <a:lnTo>
                  <a:pt x="110" y="28"/>
                </a:lnTo>
                <a:lnTo>
                  <a:pt x="110" y="27"/>
                </a:lnTo>
                <a:lnTo>
                  <a:pt x="109" y="27"/>
                </a:lnTo>
                <a:lnTo>
                  <a:pt x="109" y="28"/>
                </a:lnTo>
                <a:lnTo>
                  <a:pt x="108" y="28"/>
                </a:lnTo>
                <a:lnTo>
                  <a:pt x="107" y="28"/>
                </a:lnTo>
                <a:lnTo>
                  <a:pt x="107" y="29"/>
                </a:lnTo>
                <a:lnTo>
                  <a:pt x="106" y="29"/>
                </a:lnTo>
                <a:lnTo>
                  <a:pt x="105" y="29"/>
                </a:lnTo>
                <a:lnTo>
                  <a:pt x="105" y="28"/>
                </a:lnTo>
                <a:lnTo>
                  <a:pt x="104" y="28"/>
                </a:lnTo>
                <a:lnTo>
                  <a:pt x="104" y="27"/>
                </a:lnTo>
                <a:lnTo>
                  <a:pt x="103" y="27"/>
                </a:lnTo>
                <a:lnTo>
                  <a:pt x="102" y="27"/>
                </a:lnTo>
                <a:lnTo>
                  <a:pt x="103" y="27"/>
                </a:lnTo>
                <a:lnTo>
                  <a:pt x="102" y="27"/>
                </a:lnTo>
                <a:lnTo>
                  <a:pt x="102" y="28"/>
                </a:lnTo>
                <a:lnTo>
                  <a:pt x="101" y="28"/>
                </a:lnTo>
                <a:lnTo>
                  <a:pt x="101" y="30"/>
                </a:lnTo>
                <a:lnTo>
                  <a:pt x="101" y="31"/>
                </a:lnTo>
                <a:lnTo>
                  <a:pt x="100" y="31"/>
                </a:lnTo>
                <a:lnTo>
                  <a:pt x="99" y="31"/>
                </a:lnTo>
                <a:lnTo>
                  <a:pt x="99" y="32"/>
                </a:lnTo>
                <a:lnTo>
                  <a:pt x="100" y="31"/>
                </a:lnTo>
                <a:lnTo>
                  <a:pt x="100" y="32"/>
                </a:lnTo>
                <a:lnTo>
                  <a:pt x="100" y="33"/>
                </a:lnTo>
                <a:lnTo>
                  <a:pt x="99" y="33"/>
                </a:lnTo>
                <a:lnTo>
                  <a:pt x="99" y="32"/>
                </a:lnTo>
                <a:lnTo>
                  <a:pt x="98" y="32"/>
                </a:lnTo>
                <a:lnTo>
                  <a:pt x="97" y="32"/>
                </a:lnTo>
                <a:lnTo>
                  <a:pt x="96" y="32"/>
                </a:lnTo>
                <a:lnTo>
                  <a:pt x="95" y="32"/>
                </a:lnTo>
                <a:lnTo>
                  <a:pt x="95" y="33"/>
                </a:lnTo>
                <a:lnTo>
                  <a:pt x="94" y="33"/>
                </a:lnTo>
                <a:lnTo>
                  <a:pt x="93" y="33"/>
                </a:lnTo>
                <a:lnTo>
                  <a:pt x="92" y="33"/>
                </a:lnTo>
                <a:lnTo>
                  <a:pt x="91" y="33"/>
                </a:lnTo>
                <a:lnTo>
                  <a:pt x="91" y="34"/>
                </a:lnTo>
                <a:lnTo>
                  <a:pt x="90" y="34"/>
                </a:lnTo>
                <a:lnTo>
                  <a:pt x="89" y="35"/>
                </a:lnTo>
                <a:lnTo>
                  <a:pt x="88" y="36"/>
                </a:lnTo>
                <a:lnTo>
                  <a:pt x="87" y="36"/>
                </a:lnTo>
                <a:lnTo>
                  <a:pt x="87" y="37"/>
                </a:lnTo>
                <a:lnTo>
                  <a:pt x="88" y="37"/>
                </a:lnTo>
                <a:lnTo>
                  <a:pt x="86" y="37"/>
                </a:lnTo>
                <a:lnTo>
                  <a:pt x="85" y="37"/>
                </a:lnTo>
                <a:lnTo>
                  <a:pt x="84" y="37"/>
                </a:lnTo>
                <a:lnTo>
                  <a:pt x="84" y="38"/>
                </a:lnTo>
                <a:lnTo>
                  <a:pt x="83" y="38"/>
                </a:lnTo>
                <a:lnTo>
                  <a:pt x="82" y="38"/>
                </a:lnTo>
                <a:lnTo>
                  <a:pt x="83" y="39"/>
                </a:lnTo>
                <a:lnTo>
                  <a:pt x="84" y="39"/>
                </a:lnTo>
                <a:lnTo>
                  <a:pt x="85" y="40"/>
                </a:lnTo>
                <a:lnTo>
                  <a:pt x="84" y="40"/>
                </a:lnTo>
                <a:lnTo>
                  <a:pt x="84" y="39"/>
                </a:lnTo>
                <a:lnTo>
                  <a:pt x="83" y="39"/>
                </a:lnTo>
                <a:lnTo>
                  <a:pt x="82" y="39"/>
                </a:lnTo>
                <a:lnTo>
                  <a:pt x="81" y="39"/>
                </a:lnTo>
                <a:lnTo>
                  <a:pt x="80" y="39"/>
                </a:lnTo>
                <a:lnTo>
                  <a:pt x="79" y="39"/>
                </a:lnTo>
                <a:lnTo>
                  <a:pt x="79" y="40"/>
                </a:lnTo>
                <a:lnTo>
                  <a:pt x="78" y="40"/>
                </a:lnTo>
                <a:lnTo>
                  <a:pt x="78" y="41"/>
                </a:lnTo>
                <a:lnTo>
                  <a:pt x="77" y="41"/>
                </a:lnTo>
                <a:lnTo>
                  <a:pt x="78" y="41"/>
                </a:lnTo>
                <a:lnTo>
                  <a:pt x="78" y="42"/>
                </a:lnTo>
                <a:lnTo>
                  <a:pt x="79" y="42"/>
                </a:lnTo>
                <a:lnTo>
                  <a:pt x="80" y="43"/>
                </a:lnTo>
                <a:lnTo>
                  <a:pt x="81" y="43"/>
                </a:lnTo>
                <a:lnTo>
                  <a:pt x="82" y="43"/>
                </a:lnTo>
                <a:lnTo>
                  <a:pt x="82" y="44"/>
                </a:lnTo>
                <a:lnTo>
                  <a:pt x="83" y="44"/>
                </a:lnTo>
                <a:lnTo>
                  <a:pt x="83" y="45"/>
                </a:lnTo>
                <a:lnTo>
                  <a:pt x="82" y="45"/>
                </a:lnTo>
                <a:lnTo>
                  <a:pt x="82" y="46"/>
                </a:lnTo>
                <a:lnTo>
                  <a:pt x="81" y="46"/>
                </a:lnTo>
                <a:lnTo>
                  <a:pt x="81" y="47"/>
                </a:lnTo>
                <a:lnTo>
                  <a:pt x="80" y="47"/>
                </a:lnTo>
                <a:lnTo>
                  <a:pt x="79" y="47"/>
                </a:lnTo>
                <a:lnTo>
                  <a:pt x="78" y="47"/>
                </a:lnTo>
                <a:lnTo>
                  <a:pt x="77" y="47"/>
                </a:lnTo>
                <a:lnTo>
                  <a:pt x="77" y="46"/>
                </a:lnTo>
                <a:lnTo>
                  <a:pt x="76" y="46"/>
                </a:lnTo>
                <a:lnTo>
                  <a:pt x="75" y="46"/>
                </a:lnTo>
                <a:lnTo>
                  <a:pt x="74" y="46"/>
                </a:lnTo>
                <a:lnTo>
                  <a:pt x="74" y="47"/>
                </a:lnTo>
                <a:lnTo>
                  <a:pt x="73" y="46"/>
                </a:lnTo>
                <a:lnTo>
                  <a:pt x="73" y="47"/>
                </a:lnTo>
                <a:lnTo>
                  <a:pt x="72" y="47"/>
                </a:lnTo>
                <a:lnTo>
                  <a:pt x="71" y="47"/>
                </a:lnTo>
                <a:lnTo>
                  <a:pt x="70" y="47"/>
                </a:lnTo>
                <a:lnTo>
                  <a:pt x="69" y="47"/>
                </a:lnTo>
                <a:lnTo>
                  <a:pt x="68" y="46"/>
                </a:lnTo>
                <a:lnTo>
                  <a:pt x="68" y="45"/>
                </a:lnTo>
                <a:lnTo>
                  <a:pt x="67" y="45"/>
                </a:lnTo>
                <a:lnTo>
                  <a:pt x="67" y="46"/>
                </a:lnTo>
                <a:lnTo>
                  <a:pt x="66" y="47"/>
                </a:lnTo>
                <a:lnTo>
                  <a:pt x="66" y="48"/>
                </a:lnTo>
                <a:lnTo>
                  <a:pt x="65" y="48"/>
                </a:lnTo>
                <a:lnTo>
                  <a:pt x="65" y="49"/>
                </a:lnTo>
                <a:lnTo>
                  <a:pt x="64" y="49"/>
                </a:lnTo>
                <a:lnTo>
                  <a:pt x="64" y="50"/>
                </a:lnTo>
                <a:lnTo>
                  <a:pt x="63" y="51"/>
                </a:lnTo>
                <a:lnTo>
                  <a:pt x="62" y="51"/>
                </a:lnTo>
                <a:lnTo>
                  <a:pt x="61" y="52"/>
                </a:lnTo>
                <a:lnTo>
                  <a:pt x="60" y="52"/>
                </a:lnTo>
                <a:lnTo>
                  <a:pt x="60" y="53"/>
                </a:lnTo>
                <a:lnTo>
                  <a:pt x="59" y="53"/>
                </a:lnTo>
                <a:lnTo>
                  <a:pt x="58" y="53"/>
                </a:lnTo>
                <a:lnTo>
                  <a:pt x="58" y="54"/>
                </a:lnTo>
                <a:lnTo>
                  <a:pt x="57" y="54"/>
                </a:lnTo>
                <a:lnTo>
                  <a:pt x="56" y="54"/>
                </a:lnTo>
                <a:lnTo>
                  <a:pt x="55" y="54"/>
                </a:lnTo>
                <a:lnTo>
                  <a:pt x="55" y="55"/>
                </a:lnTo>
                <a:lnTo>
                  <a:pt x="54" y="55"/>
                </a:lnTo>
                <a:lnTo>
                  <a:pt x="54" y="56"/>
                </a:lnTo>
                <a:lnTo>
                  <a:pt x="54" y="57"/>
                </a:lnTo>
                <a:lnTo>
                  <a:pt x="53" y="57"/>
                </a:lnTo>
                <a:lnTo>
                  <a:pt x="54" y="57"/>
                </a:lnTo>
                <a:lnTo>
                  <a:pt x="53" y="57"/>
                </a:lnTo>
                <a:lnTo>
                  <a:pt x="53" y="58"/>
                </a:lnTo>
                <a:lnTo>
                  <a:pt x="53" y="59"/>
                </a:lnTo>
                <a:lnTo>
                  <a:pt x="52" y="59"/>
                </a:lnTo>
                <a:lnTo>
                  <a:pt x="53" y="59"/>
                </a:lnTo>
                <a:lnTo>
                  <a:pt x="53" y="60"/>
                </a:lnTo>
                <a:lnTo>
                  <a:pt x="52" y="60"/>
                </a:lnTo>
                <a:lnTo>
                  <a:pt x="52" y="61"/>
                </a:lnTo>
                <a:lnTo>
                  <a:pt x="51" y="61"/>
                </a:lnTo>
                <a:lnTo>
                  <a:pt x="52" y="61"/>
                </a:lnTo>
                <a:lnTo>
                  <a:pt x="51" y="61"/>
                </a:lnTo>
                <a:lnTo>
                  <a:pt x="51" y="62"/>
                </a:lnTo>
                <a:lnTo>
                  <a:pt x="50" y="62"/>
                </a:lnTo>
                <a:lnTo>
                  <a:pt x="48" y="62"/>
                </a:lnTo>
                <a:lnTo>
                  <a:pt x="47" y="62"/>
                </a:lnTo>
                <a:lnTo>
                  <a:pt x="47" y="63"/>
                </a:lnTo>
                <a:lnTo>
                  <a:pt x="46" y="63"/>
                </a:lnTo>
                <a:lnTo>
                  <a:pt x="45" y="63"/>
                </a:lnTo>
                <a:lnTo>
                  <a:pt x="44" y="63"/>
                </a:lnTo>
                <a:lnTo>
                  <a:pt x="44" y="64"/>
                </a:lnTo>
                <a:lnTo>
                  <a:pt x="43" y="64"/>
                </a:lnTo>
                <a:lnTo>
                  <a:pt x="42" y="64"/>
                </a:lnTo>
                <a:lnTo>
                  <a:pt x="41" y="64"/>
                </a:lnTo>
                <a:lnTo>
                  <a:pt x="41" y="65"/>
                </a:lnTo>
                <a:lnTo>
                  <a:pt x="40" y="65"/>
                </a:lnTo>
                <a:lnTo>
                  <a:pt x="40" y="66"/>
                </a:lnTo>
                <a:lnTo>
                  <a:pt x="40" y="65"/>
                </a:lnTo>
                <a:lnTo>
                  <a:pt x="39" y="65"/>
                </a:lnTo>
                <a:lnTo>
                  <a:pt x="39" y="66"/>
                </a:lnTo>
                <a:lnTo>
                  <a:pt x="40" y="66"/>
                </a:lnTo>
                <a:lnTo>
                  <a:pt x="39" y="66"/>
                </a:lnTo>
                <a:lnTo>
                  <a:pt x="39" y="67"/>
                </a:lnTo>
                <a:lnTo>
                  <a:pt x="38" y="68"/>
                </a:lnTo>
                <a:lnTo>
                  <a:pt x="38" y="69"/>
                </a:lnTo>
                <a:lnTo>
                  <a:pt x="38" y="70"/>
                </a:lnTo>
                <a:lnTo>
                  <a:pt x="37" y="70"/>
                </a:lnTo>
                <a:lnTo>
                  <a:pt x="37" y="71"/>
                </a:lnTo>
                <a:lnTo>
                  <a:pt x="36" y="71"/>
                </a:lnTo>
                <a:lnTo>
                  <a:pt x="35" y="71"/>
                </a:lnTo>
                <a:lnTo>
                  <a:pt x="34" y="71"/>
                </a:lnTo>
                <a:lnTo>
                  <a:pt x="34" y="72"/>
                </a:lnTo>
                <a:lnTo>
                  <a:pt x="33" y="72"/>
                </a:lnTo>
                <a:lnTo>
                  <a:pt x="32" y="72"/>
                </a:lnTo>
                <a:lnTo>
                  <a:pt x="32" y="74"/>
                </a:lnTo>
                <a:lnTo>
                  <a:pt x="32" y="75"/>
                </a:lnTo>
                <a:lnTo>
                  <a:pt x="32" y="76"/>
                </a:lnTo>
                <a:lnTo>
                  <a:pt x="33" y="76"/>
                </a:lnTo>
                <a:lnTo>
                  <a:pt x="33" y="77"/>
                </a:lnTo>
                <a:lnTo>
                  <a:pt x="33" y="78"/>
                </a:lnTo>
                <a:lnTo>
                  <a:pt x="32" y="78"/>
                </a:lnTo>
                <a:lnTo>
                  <a:pt x="31" y="78"/>
                </a:lnTo>
                <a:lnTo>
                  <a:pt x="30" y="78"/>
                </a:lnTo>
                <a:lnTo>
                  <a:pt x="31" y="78"/>
                </a:lnTo>
                <a:lnTo>
                  <a:pt x="31" y="77"/>
                </a:lnTo>
                <a:lnTo>
                  <a:pt x="31" y="78"/>
                </a:lnTo>
                <a:lnTo>
                  <a:pt x="31" y="77"/>
                </a:lnTo>
                <a:lnTo>
                  <a:pt x="31" y="78"/>
                </a:lnTo>
                <a:lnTo>
                  <a:pt x="32" y="78"/>
                </a:lnTo>
                <a:lnTo>
                  <a:pt x="32" y="77"/>
                </a:lnTo>
                <a:lnTo>
                  <a:pt x="33" y="77"/>
                </a:lnTo>
                <a:lnTo>
                  <a:pt x="32" y="76"/>
                </a:lnTo>
                <a:lnTo>
                  <a:pt x="32" y="74"/>
                </a:lnTo>
                <a:lnTo>
                  <a:pt x="32" y="72"/>
                </a:lnTo>
                <a:lnTo>
                  <a:pt x="32" y="74"/>
                </a:lnTo>
                <a:lnTo>
                  <a:pt x="31" y="74"/>
                </a:lnTo>
                <a:lnTo>
                  <a:pt x="30" y="75"/>
                </a:lnTo>
                <a:lnTo>
                  <a:pt x="30" y="76"/>
                </a:lnTo>
                <a:lnTo>
                  <a:pt x="30" y="75"/>
                </a:lnTo>
                <a:lnTo>
                  <a:pt x="30" y="76"/>
                </a:lnTo>
                <a:lnTo>
                  <a:pt x="30" y="77"/>
                </a:lnTo>
                <a:lnTo>
                  <a:pt x="29" y="77"/>
                </a:lnTo>
                <a:lnTo>
                  <a:pt x="28" y="77"/>
                </a:lnTo>
                <a:lnTo>
                  <a:pt x="27" y="77"/>
                </a:lnTo>
                <a:lnTo>
                  <a:pt x="27" y="78"/>
                </a:lnTo>
                <a:lnTo>
                  <a:pt x="26" y="78"/>
                </a:lnTo>
                <a:lnTo>
                  <a:pt x="26" y="79"/>
                </a:lnTo>
                <a:lnTo>
                  <a:pt x="25" y="79"/>
                </a:lnTo>
                <a:lnTo>
                  <a:pt x="25" y="80"/>
                </a:lnTo>
                <a:lnTo>
                  <a:pt x="24" y="80"/>
                </a:lnTo>
                <a:lnTo>
                  <a:pt x="24" y="81"/>
                </a:lnTo>
                <a:lnTo>
                  <a:pt x="23" y="81"/>
                </a:lnTo>
                <a:lnTo>
                  <a:pt x="22" y="81"/>
                </a:lnTo>
                <a:lnTo>
                  <a:pt x="22" y="82"/>
                </a:lnTo>
                <a:lnTo>
                  <a:pt x="24" y="82"/>
                </a:lnTo>
                <a:lnTo>
                  <a:pt x="24" y="81"/>
                </a:lnTo>
                <a:lnTo>
                  <a:pt x="25" y="81"/>
                </a:lnTo>
                <a:lnTo>
                  <a:pt x="26" y="81"/>
                </a:lnTo>
                <a:lnTo>
                  <a:pt x="27" y="81"/>
                </a:lnTo>
                <a:lnTo>
                  <a:pt x="28" y="80"/>
                </a:lnTo>
                <a:lnTo>
                  <a:pt x="28" y="79"/>
                </a:lnTo>
                <a:lnTo>
                  <a:pt x="28" y="78"/>
                </a:lnTo>
                <a:lnTo>
                  <a:pt x="28" y="79"/>
                </a:lnTo>
                <a:lnTo>
                  <a:pt x="28" y="80"/>
                </a:lnTo>
                <a:lnTo>
                  <a:pt x="28" y="81"/>
                </a:lnTo>
                <a:lnTo>
                  <a:pt x="27" y="81"/>
                </a:lnTo>
                <a:lnTo>
                  <a:pt x="27" y="82"/>
                </a:lnTo>
                <a:lnTo>
                  <a:pt x="26" y="82"/>
                </a:lnTo>
                <a:lnTo>
                  <a:pt x="25" y="82"/>
                </a:lnTo>
                <a:lnTo>
                  <a:pt x="24" y="82"/>
                </a:lnTo>
                <a:lnTo>
                  <a:pt x="24" y="83"/>
                </a:lnTo>
                <a:lnTo>
                  <a:pt x="25" y="83"/>
                </a:lnTo>
                <a:lnTo>
                  <a:pt x="24" y="83"/>
                </a:lnTo>
                <a:lnTo>
                  <a:pt x="23" y="83"/>
                </a:lnTo>
                <a:lnTo>
                  <a:pt x="22" y="83"/>
                </a:lnTo>
                <a:lnTo>
                  <a:pt x="21" y="83"/>
                </a:lnTo>
                <a:lnTo>
                  <a:pt x="21" y="84"/>
                </a:lnTo>
                <a:lnTo>
                  <a:pt x="20" y="84"/>
                </a:lnTo>
                <a:lnTo>
                  <a:pt x="19" y="85"/>
                </a:lnTo>
                <a:lnTo>
                  <a:pt x="19" y="86"/>
                </a:lnTo>
                <a:lnTo>
                  <a:pt x="19" y="87"/>
                </a:lnTo>
                <a:lnTo>
                  <a:pt x="20" y="87"/>
                </a:lnTo>
                <a:lnTo>
                  <a:pt x="20" y="89"/>
                </a:lnTo>
                <a:lnTo>
                  <a:pt x="19" y="89"/>
                </a:lnTo>
                <a:lnTo>
                  <a:pt x="19" y="90"/>
                </a:lnTo>
                <a:lnTo>
                  <a:pt x="19" y="91"/>
                </a:lnTo>
                <a:lnTo>
                  <a:pt x="20" y="91"/>
                </a:lnTo>
                <a:lnTo>
                  <a:pt x="19" y="91"/>
                </a:lnTo>
                <a:lnTo>
                  <a:pt x="20" y="91"/>
                </a:lnTo>
                <a:lnTo>
                  <a:pt x="20" y="92"/>
                </a:lnTo>
                <a:lnTo>
                  <a:pt x="20" y="93"/>
                </a:lnTo>
                <a:lnTo>
                  <a:pt x="19" y="93"/>
                </a:lnTo>
                <a:lnTo>
                  <a:pt x="19" y="94"/>
                </a:lnTo>
                <a:lnTo>
                  <a:pt x="19" y="95"/>
                </a:lnTo>
                <a:lnTo>
                  <a:pt x="19" y="96"/>
                </a:lnTo>
                <a:lnTo>
                  <a:pt x="18" y="96"/>
                </a:lnTo>
                <a:lnTo>
                  <a:pt x="18" y="97"/>
                </a:lnTo>
                <a:lnTo>
                  <a:pt x="18" y="99"/>
                </a:lnTo>
                <a:lnTo>
                  <a:pt x="19" y="99"/>
                </a:lnTo>
                <a:lnTo>
                  <a:pt x="19" y="100"/>
                </a:lnTo>
                <a:lnTo>
                  <a:pt x="19" y="99"/>
                </a:lnTo>
                <a:lnTo>
                  <a:pt x="18" y="99"/>
                </a:lnTo>
                <a:lnTo>
                  <a:pt x="17" y="99"/>
                </a:lnTo>
                <a:lnTo>
                  <a:pt x="17" y="100"/>
                </a:lnTo>
                <a:lnTo>
                  <a:pt x="16" y="100"/>
                </a:lnTo>
                <a:lnTo>
                  <a:pt x="16" y="101"/>
                </a:lnTo>
                <a:lnTo>
                  <a:pt x="17" y="101"/>
                </a:lnTo>
                <a:lnTo>
                  <a:pt x="18" y="101"/>
                </a:lnTo>
                <a:lnTo>
                  <a:pt x="18" y="100"/>
                </a:lnTo>
                <a:lnTo>
                  <a:pt x="18" y="101"/>
                </a:lnTo>
                <a:lnTo>
                  <a:pt x="17" y="101"/>
                </a:lnTo>
                <a:lnTo>
                  <a:pt x="16" y="101"/>
                </a:lnTo>
                <a:lnTo>
                  <a:pt x="15" y="101"/>
                </a:lnTo>
                <a:lnTo>
                  <a:pt x="15" y="102"/>
                </a:lnTo>
                <a:lnTo>
                  <a:pt x="14" y="102"/>
                </a:lnTo>
                <a:lnTo>
                  <a:pt x="14" y="103"/>
                </a:lnTo>
                <a:lnTo>
                  <a:pt x="14" y="104"/>
                </a:lnTo>
                <a:lnTo>
                  <a:pt x="14" y="105"/>
                </a:lnTo>
                <a:lnTo>
                  <a:pt x="15" y="105"/>
                </a:lnTo>
                <a:lnTo>
                  <a:pt x="15" y="106"/>
                </a:lnTo>
                <a:lnTo>
                  <a:pt x="16" y="106"/>
                </a:lnTo>
                <a:lnTo>
                  <a:pt x="16" y="107"/>
                </a:lnTo>
                <a:lnTo>
                  <a:pt x="17" y="107"/>
                </a:lnTo>
                <a:lnTo>
                  <a:pt x="17" y="108"/>
                </a:lnTo>
                <a:lnTo>
                  <a:pt x="17" y="109"/>
                </a:lnTo>
                <a:lnTo>
                  <a:pt x="17" y="110"/>
                </a:lnTo>
                <a:lnTo>
                  <a:pt x="18" y="110"/>
                </a:lnTo>
                <a:lnTo>
                  <a:pt x="18" y="111"/>
                </a:lnTo>
                <a:lnTo>
                  <a:pt x="19" y="111"/>
                </a:lnTo>
                <a:lnTo>
                  <a:pt x="19" y="110"/>
                </a:lnTo>
                <a:lnTo>
                  <a:pt x="18" y="109"/>
                </a:lnTo>
                <a:lnTo>
                  <a:pt x="18" y="108"/>
                </a:lnTo>
                <a:lnTo>
                  <a:pt x="18" y="107"/>
                </a:lnTo>
                <a:lnTo>
                  <a:pt x="18" y="106"/>
                </a:lnTo>
                <a:lnTo>
                  <a:pt x="17" y="106"/>
                </a:lnTo>
                <a:lnTo>
                  <a:pt x="17" y="105"/>
                </a:lnTo>
                <a:lnTo>
                  <a:pt x="16" y="105"/>
                </a:lnTo>
                <a:lnTo>
                  <a:pt x="17" y="105"/>
                </a:lnTo>
                <a:lnTo>
                  <a:pt x="17" y="106"/>
                </a:lnTo>
                <a:lnTo>
                  <a:pt x="18" y="106"/>
                </a:lnTo>
                <a:lnTo>
                  <a:pt x="18" y="107"/>
                </a:lnTo>
                <a:lnTo>
                  <a:pt x="18" y="108"/>
                </a:lnTo>
                <a:lnTo>
                  <a:pt x="18" y="109"/>
                </a:lnTo>
                <a:lnTo>
                  <a:pt x="19" y="109"/>
                </a:lnTo>
                <a:lnTo>
                  <a:pt x="19" y="110"/>
                </a:lnTo>
                <a:lnTo>
                  <a:pt x="20" y="111"/>
                </a:lnTo>
                <a:lnTo>
                  <a:pt x="20" y="110"/>
                </a:lnTo>
                <a:lnTo>
                  <a:pt x="20" y="111"/>
                </a:lnTo>
                <a:lnTo>
                  <a:pt x="20" y="110"/>
                </a:lnTo>
                <a:lnTo>
                  <a:pt x="20" y="109"/>
                </a:lnTo>
                <a:lnTo>
                  <a:pt x="20" y="108"/>
                </a:lnTo>
                <a:lnTo>
                  <a:pt x="21" y="108"/>
                </a:lnTo>
                <a:lnTo>
                  <a:pt x="21" y="107"/>
                </a:lnTo>
                <a:lnTo>
                  <a:pt x="20" y="107"/>
                </a:lnTo>
                <a:lnTo>
                  <a:pt x="21" y="108"/>
                </a:lnTo>
                <a:lnTo>
                  <a:pt x="20" y="108"/>
                </a:lnTo>
                <a:lnTo>
                  <a:pt x="20" y="109"/>
                </a:lnTo>
                <a:lnTo>
                  <a:pt x="20" y="110"/>
                </a:lnTo>
                <a:lnTo>
                  <a:pt x="21" y="110"/>
                </a:lnTo>
                <a:lnTo>
                  <a:pt x="21" y="111"/>
                </a:lnTo>
                <a:lnTo>
                  <a:pt x="22" y="111"/>
                </a:lnTo>
                <a:lnTo>
                  <a:pt x="22" y="112"/>
                </a:lnTo>
                <a:lnTo>
                  <a:pt x="23" y="112"/>
                </a:lnTo>
                <a:lnTo>
                  <a:pt x="23" y="113"/>
                </a:lnTo>
                <a:lnTo>
                  <a:pt x="23" y="114"/>
                </a:lnTo>
                <a:lnTo>
                  <a:pt x="21" y="114"/>
                </a:lnTo>
                <a:lnTo>
                  <a:pt x="20" y="114"/>
                </a:lnTo>
                <a:lnTo>
                  <a:pt x="19" y="114"/>
                </a:lnTo>
                <a:lnTo>
                  <a:pt x="18" y="114"/>
                </a:lnTo>
                <a:lnTo>
                  <a:pt x="17" y="114"/>
                </a:lnTo>
                <a:lnTo>
                  <a:pt x="16" y="114"/>
                </a:lnTo>
                <a:lnTo>
                  <a:pt x="15" y="114"/>
                </a:lnTo>
                <a:lnTo>
                  <a:pt x="14" y="113"/>
                </a:lnTo>
                <a:lnTo>
                  <a:pt x="13" y="113"/>
                </a:lnTo>
                <a:lnTo>
                  <a:pt x="12" y="113"/>
                </a:lnTo>
                <a:lnTo>
                  <a:pt x="11" y="113"/>
                </a:lnTo>
                <a:lnTo>
                  <a:pt x="10" y="113"/>
                </a:lnTo>
                <a:lnTo>
                  <a:pt x="10" y="112"/>
                </a:lnTo>
                <a:lnTo>
                  <a:pt x="10" y="111"/>
                </a:lnTo>
                <a:lnTo>
                  <a:pt x="10" y="110"/>
                </a:lnTo>
                <a:lnTo>
                  <a:pt x="10" y="109"/>
                </a:lnTo>
                <a:lnTo>
                  <a:pt x="10" y="108"/>
                </a:lnTo>
                <a:lnTo>
                  <a:pt x="10" y="107"/>
                </a:lnTo>
                <a:lnTo>
                  <a:pt x="10" y="106"/>
                </a:lnTo>
                <a:lnTo>
                  <a:pt x="10" y="105"/>
                </a:lnTo>
                <a:lnTo>
                  <a:pt x="11" y="105"/>
                </a:lnTo>
                <a:lnTo>
                  <a:pt x="10" y="105"/>
                </a:lnTo>
                <a:lnTo>
                  <a:pt x="10" y="104"/>
                </a:lnTo>
                <a:lnTo>
                  <a:pt x="11" y="104"/>
                </a:lnTo>
                <a:lnTo>
                  <a:pt x="11" y="103"/>
                </a:lnTo>
                <a:lnTo>
                  <a:pt x="11" y="102"/>
                </a:lnTo>
                <a:lnTo>
                  <a:pt x="10" y="102"/>
                </a:lnTo>
                <a:lnTo>
                  <a:pt x="10" y="101"/>
                </a:lnTo>
                <a:lnTo>
                  <a:pt x="9" y="101"/>
                </a:lnTo>
                <a:lnTo>
                  <a:pt x="9" y="102"/>
                </a:lnTo>
                <a:lnTo>
                  <a:pt x="8" y="102"/>
                </a:lnTo>
                <a:lnTo>
                  <a:pt x="7" y="102"/>
                </a:lnTo>
                <a:lnTo>
                  <a:pt x="6" y="102"/>
                </a:lnTo>
                <a:lnTo>
                  <a:pt x="6" y="103"/>
                </a:lnTo>
                <a:lnTo>
                  <a:pt x="6" y="104"/>
                </a:lnTo>
                <a:lnTo>
                  <a:pt x="5" y="105"/>
                </a:lnTo>
                <a:lnTo>
                  <a:pt x="5" y="106"/>
                </a:lnTo>
                <a:lnTo>
                  <a:pt x="5" y="107"/>
                </a:lnTo>
                <a:lnTo>
                  <a:pt x="5" y="109"/>
                </a:lnTo>
                <a:lnTo>
                  <a:pt x="5" y="110"/>
                </a:lnTo>
                <a:lnTo>
                  <a:pt x="5" y="111"/>
                </a:lnTo>
                <a:lnTo>
                  <a:pt x="4" y="111"/>
                </a:lnTo>
                <a:lnTo>
                  <a:pt x="4" y="112"/>
                </a:lnTo>
                <a:lnTo>
                  <a:pt x="3" y="112"/>
                </a:lnTo>
                <a:lnTo>
                  <a:pt x="2" y="112"/>
                </a:lnTo>
                <a:lnTo>
                  <a:pt x="1" y="112"/>
                </a:lnTo>
                <a:lnTo>
                  <a:pt x="0" y="112"/>
                </a:lnTo>
                <a:lnTo>
                  <a:pt x="0" y="111"/>
                </a:lnTo>
                <a:lnTo>
                  <a:pt x="1" y="111"/>
                </a:lnTo>
                <a:lnTo>
                  <a:pt x="2" y="111"/>
                </a:lnTo>
                <a:lnTo>
                  <a:pt x="2" y="110"/>
                </a:lnTo>
                <a:lnTo>
                  <a:pt x="3" y="110"/>
                </a:lnTo>
                <a:lnTo>
                  <a:pt x="3" y="109"/>
                </a:lnTo>
                <a:lnTo>
                  <a:pt x="4" y="109"/>
                </a:lnTo>
                <a:lnTo>
                  <a:pt x="4" y="106"/>
                </a:lnTo>
                <a:lnTo>
                  <a:pt x="5" y="106"/>
                </a:lnTo>
                <a:lnTo>
                  <a:pt x="5" y="105"/>
                </a:lnTo>
                <a:lnTo>
                  <a:pt x="5" y="104"/>
                </a:lnTo>
                <a:lnTo>
                  <a:pt x="6" y="103"/>
                </a:lnTo>
                <a:lnTo>
                  <a:pt x="6" y="102"/>
                </a:lnTo>
                <a:lnTo>
                  <a:pt x="7" y="102"/>
                </a:lnTo>
                <a:lnTo>
                  <a:pt x="8" y="102"/>
                </a:lnTo>
                <a:lnTo>
                  <a:pt x="9" y="102"/>
                </a:lnTo>
                <a:lnTo>
                  <a:pt x="9" y="101"/>
                </a:lnTo>
                <a:lnTo>
                  <a:pt x="10" y="101"/>
                </a:lnTo>
                <a:lnTo>
                  <a:pt x="10" y="102"/>
                </a:lnTo>
                <a:lnTo>
                  <a:pt x="11" y="102"/>
                </a:lnTo>
                <a:lnTo>
                  <a:pt x="11" y="101"/>
                </a:lnTo>
                <a:lnTo>
                  <a:pt x="12" y="101"/>
                </a:lnTo>
                <a:lnTo>
                  <a:pt x="12" y="100"/>
                </a:lnTo>
                <a:lnTo>
                  <a:pt x="11" y="100"/>
                </a:lnTo>
                <a:lnTo>
                  <a:pt x="11" y="99"/>
                </a:lnTo>
                <a:lnTo>
                  <a:pt x="11" y="98"/>
                </a:lnTo>
                <a:moveTo>
                  <a:pt x="17" y="111"/>
                </a:moveTo>
                <a:lnTo>
                  <a:pt x="16" y="110"/>
                </a:lnTo>
                <a:lnTo>
                  <a:pt x="17" y="111"/>
                </a:lnTo>
                <a:moveTo>
                  <a:pt x="13" y="104"/>
                </a:moveTo>
                <a:lnTo>
                  <a:pt x="13" y="103"/>
                </a:lnTo>
                <a:lnTo>
                  <a:pt x="14" y="102"/>
                </a:lnTo>
                <a:lnTo>
                  <a:pt x="13" y="102"/>
                </a:lnTo>
                <a:lnTo>
                  <a:pt x="12" y="103"/>
                </a:lnTo>
                <a:lnTo>
                  <a:pt x="13" y="104"/>
                </a:lnTo>
                <a:moveTo>
                  <a:pt x="15" y="100"/>
                </a:moveTo>
                <a:lnTo>
                  <a:pt x="15" y="101"/>
                </a:lnTo>
                <a:lnTo>
                  <a:pt x="15" y="100"/>
                </a:lnTo>
                <a:moveTo>
                  <a:pt x="18" y="88"/>
                </a:moveTo>
                <a:lnTo>
                  <a:pt x="18" y="87"/>
                </a:lnTo>
                <a:lnTo>
                  <a:pt x="18" y="86"/>
                </a:lnTo>
                <a:lnTo>
                  <a:pt x="18" y="87"/>
                </a:lnTo>
                <a:lnTo>
                  <a:pt x="17" y="87"/>
                </a:lnTo>
                <a:lnTo>
                  <a:pt x="17" y="88"/>
                </a:lnTo>
                <a:lnTo>
                  <a:pt x="16" y="88"/>
                </a:lnTo>
                <a:lnTo>
                  <a:pt x="16" y="89"/>
                </a:lnTo>
                <a:lnTo>
                  <a:pt x="16" y="90"/>
                </a:lnTo>
                <a:lnTo>
                  <a:pt x="17" y="90"/>
                </a:lnTo>
                <a:lnTo>
                  <a:pt x="18" y="90"/>
                </a:lnTo>
                <a:lnTo>
                  <a:pt x="19" y="90"/>
                </a:lnTo>
                <a:lnTo>
                  <a:pt x="18" y="90"/>
                </a:lnTo>
                <a:lnTo>
                  <a:pt x="18" y="89"/>
                </a:lnTo>
                <a:lnTo>
                  <a:pt x="18" y="88"/>
                </a:lnTo>
                <a:moveTo>
                  <a:pt x="19" y="88"/>
                </a:moveTo>
                <a:lnTo>
                  <a:pt x="20" y="88"/>
                </a:lnTo>
                <a:lnTo>
                  <a:pt x="19" y="88"/>
                </a:lnTo>
                <a:lnTo>
                  <a:pt x="19" y="87"/>
                </a:lnTo>
                <a:lnTo>
                  <a:pt x="19" y="88"/>
                </a:lnTo>
                <a:moveTo>
                  <a:pt x="25" y="79"/>
                </a:moveTo>
                <a:lnTo>
                  <a:pt x="25" y="80"/>
                </a:lnTo>
                <a:lnTo>
                  <a:pt x="25" y="79"/>
                </a:lnTo>
                <a:moveTo>
                  <a:pt x="26" y="79"/>
                </a:moveTo>
                <a:lnTo>
                  <a:pt x="26" y="78"/>
                </a:lnTo>
                <a:lnTo>
                  <a:pt x="26" y="79"/>
                </a:lnTo>
                <a:moveTo>
                  <a:pt x="27" y="77"/>
                </a:moveTo>
                <a:lnTo>
                  <a:pt x="27" y="77"/>
                </a:lnTo>
                <a:moveTo>
                  <a:pt x="35" y="71"/>
                </a:moveTo>
                <a:lnTo>
                  <a:pt x="36" y="71"/>
                </a:lnTo>
                <a:lnTo>
                  <a:pt x="36" y="70"/>
                </a:lnTo>
                <a:lnTo>
                  <a:pt x="37" y="70"/>
                </a:lnTo>
                <a:lnTo>
                  <a:pt x="38" y="70"/>
                </a:lnTo>
                <a:lnTo>
                  <a:pt x="38" y="69"/>
                </a:lnTo>
                <a:lnTo>
                  <a:pt x="38" y="68"/>
                </a:lnTo>
                <a:lnTo>
                  <a:pt x="37" y="68"/>
                </a:lnTo>
                <a:lnTo>
                  <a:pt x="36" y="68"/>
                </a:lnTo>
                <a:lnTo>
                  <a:pt x="36" y="69"/>
                </a:lnTo>
                <a:lnTo>
                  <a:pt x="35" y="69"/>
                </a:lnTo>
                <a:lnTo>
                  <a:pt x="35" y="70"/>
                </a:lnTo>
                <a:lnTo>
                  <a:pt x="35" y="71"/>
                </a:lnTo>
                <a:moveTo>
                  <a:pt x="37" y="68"/>
                </a:moveTo>
                <a:lnTo>
                  <a:pt x="37" y="67"/>
                </a:lnTo>
                <a:lnTo>
                  <a:pt x="37" y="68"/>
                </a:lnTo>
                <a:lnTo>
                  <a:pt x="36" y="68"/>
                </a:lnTo>
                <a:lnTo>
                  <a:pt x="37" y="68"/>
                </a:lnTo>
                <a:moveTo>
                  <a:pt x="38" y="68"/>
                </a:moveTo>
                <a:lnTo>
                  <a:pt x="38" y="67"/>
                </a:lnTo>
                <a:lnTo>
                  <a:pt x="38" y="66"/>
                </a:lnTo>
                <a:lnTo>
                  <a:pt x="38" y="67"/>
                </a:lnTo>
                <a:lnTo>
                  <a:pt x="37" y="67"/>
                </a:lnTo>
                <a:lnTo>
                  <a:pt x="37" y="68"/>
                </a:lnTo>
                <a:lnTo>
                  <a:pt x="38" y="68"/>
                </a:lnTo>
                <a:moveTo>
                  <a:pt x="47" y="62"/>
                </a:moveTo>
                <a:lnTo>
                  <a:pt x="46" y="63"/>
                </a:lnTo>
                <a:lnTo>
                  <a:pt x="47" y="63"/>
                </a:lnTo>
                <a:lnTo>
                  <a:pt x="47" y="62"/>
                </a:lnTo>
                <a:moveTo>
                  <a:pt x="51" y="61"/>
                </a:moveTo>
                <a:lnTo>
                  <a:pt x="52" y="61"/>
                </a:lnTo>
                <a:lnTo>
                  <a:pt x="52" y="60"/>
                </a:lnTo>
                <a:lnTo>
                  <a:pt x="52" y="61"/>
                </a:lnTo>
                <a:lnTo>
                  <a:pt x="51" y="61"/>
                </a:lnTo>
                <a:moveTo>
                  <a:pt x="64" y="49"/>
                </a:moveTo>
                <a:lnTo>
                  <a:pt x="63" y="49"/>
                </a:lnTo>
                <a:lnTo>
                  <a:pt x="64" y="50"/>
                </a:lnTo>
                <a:lnTo>
                  <a:pt x="64" y="49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9" name=""/>
          <p:cNvSpPr/>
          <p:nvPr/>
        </p:nvSpPr>
        <p:spPr>
          <a:xfrm>
            <a:off x="2493000" y="1454760"/>
            <a:ext cx="9000" cy="14400"/>
          </a:xfrm>
          <a:custGeom>
            <a:avLst/>
            <a:gdLst/>
            <a:ahLst/>
            <a:rect l="0" t="0" r="r" b="b"/>
            <a:pathLst>
              <a:path w="25" h="40">
                <a:moveTo>
                  <a:pt x="23" y="1"/>
                </a:moveTo>
                <a:lnTo>
                  <a:pt x="24" y="2"/>
                </a:lnTo>
                <a:lnTo>
                  <a:pt x="25" y="3"/>
                </a:lnTo>
                <a:lnTo>
                  <a:pt x="24" y="3"/>
                </a:lnTo>
                <a:lnTo>
                  <a:pt x="23" y="3"/>
                </a:lnTo>
                <a:lnTo>
                  <a:pt x="23" y="2"/>
                </a:lnTo>
                <a:lnTo>
                  <a:pt x="22" y="2"/>
                </a:lnTo>
                <a:lnTo>
                  <a:pt x="22" y="1"/>
                </a:lnTo>
                <a:lnTo>
                  <a:pt x="20" y="1"/>
                </a:lnTo>
                <a:lnTo>
                  <a:pt x="19" y="1"/>
                </a:lnTo>
                <a:lnTo>
                  <a:pt x="19" y="2"/>
                </a:lnTo>
                <a:lnTo>
                  <a:pt x="20" y="2"/>
                </a:lnTo>
                <a:lnTo>
                  <a:pt x="21" y="3"/>
                </a:lnTo>
                <a:lnTo>
                  <a:pt x="22" y="3"/>
                </a:lnTo>
                <a:lnTo>
                  <a:pt x="23" y="3"/>
                </a:lnTo>
                <a:lnTo>
                  <a:pt x="23" y="4"/>
                </a:lnTo>
                <a:lnTo>
                  <a:pt x="23" y="5"/>
                </a:lnTo>
                <a:lnTo>
                  <a:pt x="22" y="5"/>
                </a:lnTo>
                <a:lnTo>
                  <a:pt x="21" y="7"/>
                </a:lnTo>
                <a:lnTo>
                  <a:pt x="21" y="8"/>
                </a:lnTo>
                <a:lnTo>
                  <a:pt x="20" y="8"/>
                </a:lnTo>
                <a:lnTo>
                  <a:pt x="19" y="8"/>
                </a:lnTo>
                <a:lnTo>
                  <a:pt x="19" y="9"/>
                </a:lnTo>
                <a:lnTo>
                  <a:pt x="20" y="9"/>
                </a:lnTo>
                <a:lnTo>
                  <a:pt x="20" y="10"/>
                </a:lnTo>
                <a:lnTo>
                  <a:pt x="19" y="11"/>
                </a:lnTo>
                <a:lnTo>
                  <a:pt x="18" y="11"/>
                </a:lnTo>
                <a:lnTo>
                  <a:pt x="17" y="11"/>
                </a:lnTo>
                <a:lnTo>
                  <a:pt x="17" y="10"/>
                </a:lnTo>
                <a:lnTo>
                  <a:pt x="17" y="11"/>
                </a:lnTo>
                <a:lnTo>
                  <a:pt x="16" y="11"/>
                </a:lnTo>
                <a:lnTo>
                  <a:pt x="16" y="12"/>
                </a:lnTo>
                <a:lnTo>
                  <a:pt x="15" y="12"/>
                </a:lnTo>
                <a:lnTo>
                  <a:pt x="15" y="11"/>
                </a:lnTo>
                <a:lnTo>
                  <a:pt x="14" y="11"/>
                </a:lnTo>
                <a:lnTo>
                  <a:pt x="13" y="11"/>
                </a:lnTo>
                <a:lnTo>
                  <a:pt x="13" y="10"/>
                </a:lnTo>
                <a:lnTo>
                  <a:pt x="12" y="10"/>
                </a:lnTo>
                <a:lnTo>
                  <a:pt x="12" y="11"/>
                </a:lnTo>
                <a:lnTo>
                  <a:pt x="12" y="12"/>
                </a:lnTo>
                <a:lnTo>
                  <a:pt x="12" y="13"/>
                </a:lnTo>
                <a:lnTo>
                  <a:pt x="11" y="14"/>
                </a:lnTo>
                <a:lnTo>
                  <a:pt x="9" y="14"/>
                </a:lnTo>
                <a:lnTo>
                  <a:pt x="9" y="15"/>
                </a:lnTo>
                <a:lnTo>
                  <a:pt x="9" y="16"/>
                </a:lnTo>
                <a:lnTo>
                  <a:pt x="7" y="16"/>
                </a:lnTo>
                <a:lnTo>
                  <a:pt x="7" y="17"/>
                </a:lnTo>
                <a:lnTo>
                  <a:pt x="7" y="18"/>
                </a:lnTo>
                <a:lnTo>
                  <a:pt x="8" y="18"/>
                </a:lnTo>
                <a:lnTo>
                  <a:pt x="8" y="19"/>
                </a:lnTo>
                <a:lnTo>
                  <a:pt x="9" y="20"/>
                </a:lnTo>
                <a:lnTo>
                  <a:pt x="9" y="21"/>
                </a:lnTo>
                <a:lnTo>
                  <a:pt x="9" y="22"/>
                </a:lnTo>
                <a:lnTo>
                  <a:pt x="8" y="22"/>
                </a:lnTo>
                <a:lnTo>
                  <a:pt x="8" y="23"/>
                </a:lnTo>
                <a:lnTo>
                  <a:pt x="7" y="23"/>
                </a:lnTo>
                <a:lnTo>
                  <a:pt x="7" y="24"/>
                </a:lnTo>
                <a:lnTo>
                  <a:pt x="7" y="25"/>
                </a:lnTo>
                <a:lnTo>
                  <a:pt x="7" y="26"/>
                </a:lnTo>
                <a:lnTo>
                  <a:pt x="6" y="26"/>
                </a:lnTo>
                <a:lnTo>
                  <a:pt x="6" y="27"/>
                </a:lnTo>
                <a:lnTo>
                  <a:pt x="5" y="28"/>
                </a:lnTo>
                <a:lnTo>
                  <a:pt x="6" y="28"/>
                </a:lnTo>
                <a:lnTo>
                  <a:pt x="6" y="29"/>
                </a:lnTo>
                <a:lnTo>
                  <a:pt x="5" y="29"/>
                </a:lnTo>
                <a:lnTo>
                  <a:pt x="5" y="30"/>
                </a:lnTo>
                <a:lnTo>
                  <a:pt x="4" y="30"/>
                </a:lnTo>
                <a:lnTo>
                  <a:pt x="4" y="31"/>
                </a:lnTo>
                <a:lnTo>
                  <a:pt x="3" y="31"/>
                </a:lnTo>
                <a:lnTo>
                  <a:pt x="3" y="32"/>
                </a:lnTo>
                <a:lnTo>
                  <a:pt x="2" y="33"/>
                </a:lnTo>
                <a:lnTo>
                  <a:pt x="1" y="34"/>
                </a:lnTo>
                <a:lnTo>
                  <a:pt x="3" y="34"/>
                </a:lnTo>
                <a:lnTo>
                  <a:pt x="3" y="35"/>
                </a:lnTo>
                <a:lnTo>
                  <a:pt x="2" y="35"/>
                </a:lnTo>
                <a:lnTo>
                  <a:pt x="2" y="36"/>
                </a:lnTo>
                <a:lnTo>
                  <a:pt x="2" y="37"/>
                </a:lnTo>
                <a:lnTo>
                  <a:pt x="2" y="38"/>
                </a:lnTo>
                <a:lnTo>
                  <a:pt x="3" y="37"/>
                </a:lnTo>
                <a:lnTo>
                  <a:pt x="4" y="38"/>
                </a:lnTo>
                <a:lnTo>
                  <a:pt x="3" y="38"/>
                </a:lnTo>
                <a:lnTo>
                  <a:pt x="2" y="38"/>
                </a:lnTo>
                <a:lnTo>
                  <a:pt x="2" y="39"/>
                </a:lnTo>
                <a:lnTo>
                  <a:pt x="2" y="40"/>
                </a:lnTo>
                <a:lnTo>
                  <a:pt x="2" y="39"/>
                </a:lnTo>
                <a:lnTo>
                  <a:pt x="1" y="39"/>
                </a:lnTo>
                <a:lnTo>
                  <a:pt x="1" y="38"/>
                </a:lnTo>
                <a:lnTo>
                  <a:pt x="0" y="38"/>
                </a:lnTo>
                <a:lnTo>
                  <a:pt x="0" y="37"/>
                </a:lnTo>
                <a:lnTo>
                  <a:pt x="0" y="36"/>
                </a:lnTo>
                <a:lnTo>
                  <a:pt x="1" y="36"/>
                </a:lnTo>
                <a:lnTo>
                  <a:pt x="1" y="35"/>
                </a:lnTo>
                <a:lnTo>
                  <a:pt x="1" y="34"/>
                </a:lnTo>
                <a:lnTo>
                  <a:pt x="1" y="33"/>
                </a:lnTo>
                <a:lnTo>
                  <a:pt x="2" y="33"/>
                </a:lnTo>
                <a:lnTo>
                  <a:pt x="2" y="32"/>
                </a:lnTo>
                <a:lnTo>
                  <a:pt x="2" y="31"/>
                </a:lnTo>
                <a:lnTo>
                  <a:pt x="3" y="31"/>
                </a:lnTo>
                <a:lnTo>
                  <a:pt x="3" y="30"/>
                </a:lnTo>
                <a:lnTo>
                  <a:pt x="4" y="29"/>
                </a:lnTo>
                <a:lnTo>
                  <a:pt x="5" y="29"/>
                </a:lnTo>
                <a:lnTo>
                  <a:pt x="5" y="28"/>
                </a:lnTo>
                <a:lnTo>
                  <a:pt x="4" y="28"/>
                </a:lnTo>
                <a:lnTo>
                  <a:pt x="4" y="27"/>
                </a:lnTo>
                <a:lnTo>
                  <a:pt x="4" y="26"/>
                </a:lnTo>
                <a:lnTo>
                  <a:pt x="5" y="26"/>
                </a:lnTo>
                <a:lnTo>
                  <a:pt x="5" y="25"/>
                </a:lnTo>
                <a:lnTo>
                  <a:pt x="5" y="24"/>
                </a:lnTo>
                <a:lnTo>
                  <a:pt x="6" y="23"/>
                </a:lnTo>
                <a:lnTo>
                  <a:pt x="6" y="22"/>
                </a:lnTo>
                <a:lnTo>
                  <a:pt x="7" y="22"/>
                </a:lnTo>
                <a:lnTo>
                  <a:pt x="8" y="22"/>
                </a:lnTo>
                <a:lnTo>
                  <a:pt x="8" y="21"/>
                </a:lnTo>
                <a:lnTo>
                  <a:pt x="8" y="20"/>
                </a:lnTo>
                <a:lnTo>
                  <a:pt x="8" y="19"/>
                </a:lnTo>
                <a:lnTo>
                  <a:pt x="7" y="19"/>
                </a:lnTo>
                <a:lnTo>
                  <a:pt x="7" y="18"/>
                </a:lnTo>
                <a:lnTo>
                  <a:pt x="6" y="18"/>
                </a:lnTo>
                <a:lnTo>
                  <a:pt x="6" y="17"/>
                </a:lnTo>
                <a:lnTo>
                  <a:pt x="6" y="16"/>
                </a:lnTo>
                <a:lnTo>
                  <a:pt x="6" y="15"/>
                </a:lnTo>
                <a:lnTo>
                  <a:pt x="7" y="15"/>
                </a:lnTo>
                <a:lnTo>
                  <a:pt x="8" y="15"/>
                </a:lnTo>
                <a:lnTo>
                  <a:pt x="8" y="14"/>
                </a:lnTo>
                <a:lnTo>
                  <a:pt x="8" y="15"/>
                </a:lnTo>
                <a:lnTo>
                  <a:pt x="9" y="15"/>
                </a:lnTo>
                <a:lnTo>
                  <a:pt x="9" y="14"/>
                </a:lnTo>
                <a:lnTo>
                  <a:pt x="9" y="13"/>
                </a:lnTo>
                <a:lnTo>
                  <a:pt x="11" y="13"/>
                </a:lnTo>
                <a:lnTo>
                  <a:pt x="11" y="11"/>
                </a:lnTo>
                <a:lnTo>
                  <a:pt x="11" y="10"/>
                </a:lnTo>
                <a:lnTo>
                  <a:pt x="12" y="9"/>
                </a:lnTo>
                <a:lnTo>
                  <a:pt x="13" y="9"/>
                </a:lnTo>
                <a:lnTo>
                  <a:pt x="14" y="10"/>
                </a:lnTo>
                <a:lnTo>
                  <a:pt x="14" y="11"/>
                </a:lnTo>
                <a:lnTo>
                  <a:pt x="15" y="11"/>
                </a:lnTo>
                <a:lnTo>
                  <a:pt x="16" y="11"/>
                </a:lnTo>
                <a:lnTo>
                  <a:pt x="16" y="10"/>
                </a:lnTo>
                <a:lnTo>
                  <a:pt x="17" y="10"/>
                </a:lnTo>
                <a:lnTo>
                  <a:pt x="18" y="10"/>
                </a:lnTo>
                <a:lnTo>
                  <a:pt x="18" y="9"/>
                </a:lnTo>
                <a:lnTo>
                  <a:pt x="19" y="8"/>
                </a:lnTo>
                <a:lnTo>
                  <a:pt x="20" y="8"/>
                </a:lnTo>
                <a:lnTo>
                  <a:pt x="20" y="7"/>
                </a:lnTo>
                <a:lnTo>
                  <a:pt x="21" y="7"/>
                </a:lnTo>
                <a:lnTo>
                  <a:pt x="21" y="5"/>
                </a:lnTo>
                <a:lnTo>
                  <a:pt x="22" y="5"/>
                </a:lnTo>
                <a:lnTo>
                  <a:pt x="22" y="4"/>
                </a:lnTo>
                <a:lnTo>
                  <a:pt x="21" y="4"/>
                </a:lnTo>
                <a:lnTo>
                  <a:pt x="20" y="4"/>
                </a:lnTo>
                <a:lnTo>
                  <a:pt x="20" y="3"/>
                </a:lnTo>
                <a:lnTo>
                  <a:pt x="19" y="3"/>
                </a:lnTo>
                <a:lnTo>
                  <a:pt x="18" y="3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19" y="0"/>
                </a:lnTo>
                <a:lnTo>
                  <a:pt x="20" y="0"/>
                </a:lnTo>
                <a:lnTo>
                  <a:pt x="21" y="0"/>
                </a:lnTo>
                <a:lnTo>
                  <a:pt x="22" y="0"/>
                </a:lnTo>
                <a:lnTo>
                  <a:pt x="22" y="1"/>
                </a:lnTo>
                <a:lnTo>
                  <a:pt x="23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0" name=""/>
          <p:cNvSpPr/>
          <p:nvPr/>
        </p:nvSpPr>
        <p:spPr>
          <a:xfrm>
            <a:off x="2614320" y="1413000"/>
            <a:ext cx="13680" cy="17640"/>
          </a:xfrm>
          <a:custGeom>
            <a:avLst/>
            <a:gdLst/>
            <a:ahLst/>
            <a:rect l="0" t="0" r="r" b="b"/>
            <a:pathLst>
              <a:path w="38" h="49">
                <a:moveTo>
                  <a:pt x="2" y="3"/>
                </a:moveTo>
                <a:lnTo>
                  <a:pt x="2" y="4"/>
                </a:lnTo>
                <a:lnTo>
                  <a:pt x="2" y="5"/>
                </a:lnTo>
                <a:lnTo>
                  <a:pt x="2" y="6"/>
                </a:lnTo>
                <a:lnTo>
                  <a:pt x="1" y="6"/>
                </a:lnTo>
                <a:lnTo>
                  <a:pt x="1" y="8"/>
                </a:lnTo>
                <a:lnTo>
                  <a:pt x="1" y="9"/>
                </a:lnTo>
                <a:lnTo>
                  <a:pt x="0" y="9"/>
                </a:lnTo>
                <a:lnTo>
                  <a:pt x="0" y="10"/>
                </a:lnTo>
                <a:lnTo>
                  <a:pt x="0" y="11"/>
                </a:lnTo>
                <a:lnTo>
                  <a:pt x="1" y="11"/>
                </a:lnTo>
                <a:lnTo>
                  <a:pt x="1" y="12"/>
                </a:lnTo>
                <a:lnTo>
                  <a:pt x="1" y="13"/>
                </a:lnTo>
                <a:lnTo>
                  <a:pt x="1" y="14"/>
                </a:lnTo>
                <a:lnTo>
                  <a:pt x="1" y="15"/>
                </a:lnTo>
                <a:lnTo>
                  <a:pt x="1" y="16"/>
                </a:lnTo>
                <a:lnTo>
                  <a:pt x="1" y="17"/>
                </a:lnTo>
                <a:lnTo>
                  <a:pt x="2" y="17"/>
                </a:lnTo>
                <a:lnTo>
                  <a:pt x="2" y="18"/>
                </a:lnTo>
                <a:lnTo>
                  <a:pt x="2" y="19"/>
                </a:lnTo>
                <a:lnTo>
                  <a:pt x="3" y="19"/>
                </a:lnTo>
                <a:lnTo>
                  <a:pt x="5" y="19"/>
                </a:lnTo>
                <a:lnTo>
                  <a:pt x="6" y="20"/>
                </a:lnTo>
                <a:lnTo>
                  <a:pt x="6" y="21"/>
                </a:lnTo>
                <a:lnTo>
                  <a:pt x="7" y="22"/>
                </a:lnTo>
                <a:lnTo>
                  <a:pt x="6" y="22"/>
                </a:lnTo>
                <a:lnTo>
                  <a:pt x="7" y="22"/>
                </a:lnTo>
                <a:lnTo>
                  <a:pt x="7" y="23"/>
                </a:lnTo>
                <a:lnTo>
                  <a:pt x="7" y="24"/>
                </a:lnTo>
                <a:lnTo>
                  <a:pt x="8" y="24"/>
                </a:lnTo>
                <a:lnTo>
                  <a:pt x="10" y="25"/>
                </a:lnTo>
                <a:lnTo>
                  <a:pt x="11" y="25"/>
                </a:lnTo>
                <a:lnTo>
                  <a:pt x="12" y="25"/>
                </a:lnTo>
                <a:lnTo>
                  <a:pt x="12" y="26"/>
                </a:lnTo>
                <a:lnTo>
                  <a:pt x="13" y="26"/>
                </a:lnTo>
                <a:lnTo>
                  <a:pt x="13" y="27"/>
                </a:lnTo>
                <a:lnTo>
                  <a:pt x="14" y="28"/>
                </a:lnTo>
                <a:lnTo>
                  <a:pt x="14" y="29"/>
                </a:lnTo>
                <a:lnTo>
                  <a:pt x="14" y="30"/>
                </a:lnTo>
                <a:lnTo>
                  <a:pt x="15" y="29"/>
                </a:lnTo>
                <a:lnTo>
                  <a:pt x="16" y="29"/>
                </a:lnTo>
                <a:lnTo>
                  <a:pt x="17" y="28"/>
                </a:lnTo>
                <a:lnTo>
                  <a:pt x="18" y="28"/>
                </a:lnTo>
                <a:lnTo>
                  <a:pt x="19" y="29"/>
                </a:lnTo>
                <a:lnTo>
                  <a:pt x="20" y="29"/>
                </a:lnTo>
                <a:lnTo>
                  <a:pt x="20" y="30"/>
                </a:lnTo>
                <a:lnTo>
                  <a:pt x="19" y="30"/>
                </a:lnTo>
                <a:lnTo>
                  <a:pt x="19" y="31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9" y="34"/>
                </a:lnTo>
                <a:lnTo>
                  <a:pt x="20" y="35"/>
                </a:lnTo>
                <a:lnTo>
                  <a:pt x="22" y="35"/>
                </a:lnTo>
                <a:lnTo>
                  <a:pt x="22" y="34"/>
                </a:lnTo>
                <a:lnTo>
                  <a:pt x="23" y="34"/>
                </a:lnTo>
                <a:lnTo>
                  <a:pt x="23" y="33"/>
                </a:lnTo>
                <a:lnTo>
                  <a:pt x="23" y="32"/>
                </a:lnTo>
                <a:lnTo>
                  <a:pt x="22" y="31"/>
                </a:lnTo>
                <a:lnTo>
                  <a:pt x="21" y="30"/>
                </a:lnTo>
                <a:lnTo>
                  <a:pt x="22" y="29"/>
                </a:lnTo>
                <a:lnTo>
                  <a:pt x="22" y="28"/>
                </a:lnTo>
                <a:lnTo>
                  <a:pt x="23" y="28"/>
                </a:lnTo>
                <a:lnTo>
                  <a:pt x="24" y="27"/>
                </a:lnTo>
                <a:lnTo>
                  <a:pt x="25" y="27"/>
                </a:lnTo>
                <a:lnTo>
                  <a:pt x="26" y="27"/>
                </a:lnTo>
                <a:lnTo>
                  <a:pt x="26" y="28"/>
                </a:lnTo>
                <a:lnTo>
                  <a:pt x="27" y="28"/>
                </a:lnTo>
                <a:lnTo>
                  <a:pt x="27" y="29"/>
                </a:lnTo>
                <a:lnTo>
                  <a:pt x="27" y="30"/>
                </a:lnTo>
                <a:lnTo>
                  <a:pt x="27" y="31"/>
                </a:lnTo>
                <a:lnTo>
                  <a:pt x="26" y="31"/>
                </a:lnTo>
                <a:lnTo>
                  <a:pt x="26" y="32"/>
                </a:lnTo>
                <a:lnTo>
                  <a:pt x="27" y="32"/>
                </a:lnTo>
                <a:lnTo>
                  <a:pt x="27" y="33"/>
                </a:lnTo>
                <a:lnTo>
                  <a:pt x="28" y="33"/>
                </a:lnTo>
                <a:lnTo>
                  <a:pt x="28" y="34"/>
                </a:lnTo>
                <a:lnTo>
                  <a:pt x="28" y="35"/>
                </a:lnTo>
                <a:lnTo>
                  <a:pt x="28" y="37"/>
                </a:lnTo>
                <a:lnTo>
                  <a:pt x="29" y="37"/>
                </a:lnTo>
                <a:lnTo>
                  <a:pt x="30" y="38"/>
                </a:lnTo>
                <a:lnTo>
                  <a:pt x="30" y="39"/>
                </a:lnTo>
                <a:lnTo>
                  <a:pt x="30" y="40"/>
                </a:lnTo>
                <a:lnTo>
                  <a:pt x="30" y="41"/>
                </a:lnTo>
                <a:lnTo>
                  <a:pt x="30" y="42"/>
                </a:lnTo>
                <a:lnTo>
                  <a:pt x="31" y="42"/>
                </a:lnTo>
                <a:lnTo>
                  <a:pt x="32" y="42"/>
                </a:lnTo>
                <a:lnTo>
                  <a:pt x="33" y="42"/>
                </a:lnTo>
                <a:lnTo>
                  <a:pt x="33" y="43"/>
                </a:lnTo>
                <a:lnTo>
                  <a:pt x="33" y="44"/>
                </a:lnTo>
                <a:lnTo>
                  <a:pt x="32" y="44"/>
                </a:lnTo>
                <a:lnTo>
                  <a:pt x="32" y="45"/>
                </a:lnTo>
                <a:lnTo>
                  <a:pt x="31" y="47"/>
                </a:lnTo>
                <a:lnTo>
                  <a:pt x="32" y="48"/>
                </a:lnTo>
                <a:lnTo>
                  <a:pt x="33" y="48"/>
                </a:lnTo>
                <a:lnTo>
                  <a:pt x="34" y="48"/>
                </a:lnTo>
                <a:lnTo>
                  <a:pt x="35" y="48"/>
                </a:lnTo>
                <a:lnTo>
                  <a:pt x="36" y="48"/>
                </a:lnTo>
                <a:lnTo>
                  <a:pt x="37" y="49"/>
                </a:lnTo>
                <a:lnTo>
                  <a:pt x="38" y="49"/>
                </a:lnTo>
                <a:lnTo>
                  <a:pt x="37" y="49"/>
                </a:lnTo>
                <a:lnTo>
                  <a:pt x="36" y="49"/>
                </a:lnTo>
                <a:lnTo>
                  <a:pt x="36" y="48"/>
                </a:lnTo>
                <a:lnTo>
                  <a:pt x="35" y="48"/>
                </a:lnTo>
                <a:lnTo>
                  <a:pt x="34" y="48"/>
                </a:lnTo>
                <a:lnTo>
                  <a:pt x="33" y="48"/>
                </a:lnTo>
                <a:lnTo>
                  <a:pt x="32" y="48"/>
                </a:lnTo>
                <a:lnTo>
                  <a:pt x="31" y="47"/>
                </a:lnTo>
                <a:lnTo>
                  <a:pt x="31" y="46"/>
                </a:lnTo>
                <a:lnTo>
                  <a:pt x="31" y="45"/>
                </a:lnTo>
                <a:lnTo>
                  <a:pt x="31" y="44"/>
                </a:lnTo>
                <a:lnTo>
                  <a:pt x="31" y="43"/>
                </a:lnTo>
                <a:lnTo>
                  <a:pt x="31" y="42"/>
                </a:lnTo>
                <a:lnTo>
                  <a:pt x="30" y="42"/>
                </a:lnTo>
                <a:lnTo>
                  <a:pt x="30" y="41"/>
                </a:lnTo>
                <a:lnTo>
                  <a:pt x="29" y="41"/>
                </a:lnTo>
                <a:lnTo>
                  <a:pt x="29" y="40"/>
                </a:lnTo>
                <a:lnTo>
                  <a:pt x="29" y="39"/>
                </a:lnTo>
                <a:lnTo>
                  <a:pt x="28" y="38"/>
                </a:lnTo>
                <a:lnTo>
                  <a:pt x="28" y="37"/>
                </a:lnTo>
                <a:lnTo>
                  <a:pt x="27" y="37"/>
                </a:lnTo>
                <a:lnTo>
                  <a:pt x="27" y="35"/>
                </a:lnTo>
                <a:lnTo>
                  <a:pt x="27" y="34"/>
                </a:lnTo>
                <a:lnTo>
                  <a:pt x="27" y="33"/>
                </a:lnTo>
                <a:lnTo>
                  <a:pt x="27" y="32"/>
                </a:lnTo>
                <a:lnTo>
                  <a:pt x="26" y="32"/>
                </a:lnTo>
                <a:lnTo>
                  <a:pt x="26" y="31"/>
                </a:lnTo>
                <a:lnTo>
                  <a:pt x="26" y="30"/>
                </a:lnTo>
                <a:lnTo>
                  <a:pt x="27" y="30"/>
                </a:lnTo>
                <a:lnTo>
                  <a:pt x="27" y="29"/>
                </a:lnTo>
                <a:lnTo>
                  <a:pt x="27" y="28"/>
                </a:lnTo>
                <a:lnTo>
                  <a:pt x="26" y="28"/>
                </a:lnTo>
                <a:lnTo>
                  <a:pt x="25" y="28"/>
                </a:lnTo>
                <a:lnTo>
                  <a:pt x="24" y="28"/>
                </a:lnTo>
                <a:lnTo>
                  <a:pt x="23" y="28"/>
                </a:lnTo>
                <a:lnTo>
                  <a:pt x="23" y="29"/>
                </a:lnTo>
                <a:lnTo>
                  <a:pt x="22" y="29"/>
                </a:lnTo>
                <a:lnTo>
                  <a:pt x="22" y="30"/>
                </a:lnTo>
                <a:lnTo>
                  <a:pt x="22" y="31"/>
                </a:lnTo>
                <a:lnTo>
                  <a:pt x="23" y="32"/>
                </a:lnTo>
                <a:lnTo>
                  <a:pt x="24" y="33"/>
                </a:lnTo>
                <a:lnTo>
                  <a:pt x="23" y="34"/>
                </a:lnTo>
                <a:lnTo>
                  <a:pt x="23" y="35"/>
                </a:lnTo>
                <a:lnTo>
                  <a:pt x="22" y="35"/>
                </a:lnTo>
                <a:lnTo>
                  <a:pt x="21" y="35"/>
                </a:lnTo>
                <a:lnTo>
                  <a:pt x="20" y="35"/>
                </a:lnTo>
                <a:lnTo>
                  <a:pt x="19" y="35"/>
                </a:lnTo>
                <a:lnTo>
                  <a:pt x="18" y="34"/>
                </a:lnTo>
                <a:lnTo>
                  <a:pt x="18" y="33"/>
                </a:lnTo>
                <a:lnTo>
                  <a:pt x="17" y="32"/>
                </a:lnTo>
                <a:lnTo>
                  <a:pt x="18" y="32"/>
                </a:lnTo>
                <a:lnTo>
                  <a:pt x="18" y="31"/>
                </a:lnTo>
                <a:lnTo>
                  <a:pt x="19" y="31"/>
                </a:lnTo>
                <a:lnTo>
                  <a:pt x="19" y="30"/>
                </a:lnTo>
                <a:lnTo>
                  <a:pt x="19" y="29"/>
                </a:lnTo>
                <a:lnTo>
                  <a:pt x="18" y="29"/>
                </a:lnTo>
                <a:lnTo>
                  <a:pt x="18" y="28"/>
                </a:lnTo>
                <a:lnTo>
                  <a:pt x="17" y="29"/>
                </a:lnTo>
                <a:lnTo>
                  <a:pt x="16" y="29"/>
                </a:lnTo>
                <a:lnTo>
                  <a:pt x="16" y="30"/>
                </a:lnTo>
                <a:lnTo>
                  <a:pt x="15" y="30"/>
                </a:lnTo>
                <a:lnTo>
                  <a:pt x="14" y="30"/>
                </a:lnTo>
                <a:lnTo>
                  <a:pt x="14" y="29"/>
                </a:lnTo>
                <a:lnTo>
                  <a:pt x="14" y="28"/>
                </a:lnTo>
                <a:lnTo>
                  <a:pt x="13" y="28"/>
                </a:lnTo>
                <a:lnTo>
                  <a:pt x="13" y="27"/>
                </a:lnTo>
                <a:lnTo>
                  <a:pt x="12" y="26"/>
                </a:lnTo>
                <a:lnTo>
                  <a:pt x="11" y="26"/>
                </a:lnTo>
                <a:lnTo>
                  <a:pt x="11" y="25"/>
                </a:lnTo>
                <a:lnTo>
                  <a:pt x="10" y="25"/>
                </a:lnTo>
                <a:lnTo>
                  <a:pt x="8" y="25"/>
                </a:lnTo>
                <a:lnTo>
                  <a:pt x="8" y="24"/>
                </a:lnTo>
                <a:lnTo>
                  <a:pt x="7" y="24"/>
                </a:lnTo>
                <a:lnTo>
                  <a:pt x="7" y="23"/>
                </a:lnTo>
                <a:lnTo>
                  <a:pt x="6" y="23"/>
                </a:lnTo>
                <a:lnTo>
                  <a:pt x="6" y="22"/>
                </a:lnTo>
                <a:lnTo>
                  <a:pt x="6" y="21"/>
                </a:lnTo>
                <a:lnTo>
                  <a:pt x="6" y="20"/>
                </a:lnTo>
                <a:lnTo>
                  <a:pt x="5" y="20"/>
                </a:lnTo>
                <a:lnTo>
                  <a:pt x="5" y="19"/>
                </a:lnTo>
                <a:lnTo>
                  <a:pt x="4" y="19"/>
                </a:lnTo>
                <a:lnTo>
                  <a:pt x="3" y="19"/>
                </a:lnTo>
                <a:lnTo>
                  <a:pt x="2" y="19"/>
                </a:lnTo>
                <a:lnTo>
                  <a:pt x="2" y="18"/>
                </a:lnTo>
                <a:lnTo>
                  <a:pt x="2" y="17"/>
                </a:lnTo>
                <a:lnTo>
                  <a:pt x="1" y="17"/>
                </a:lnTo>
                <a:lnTo>
                  <a:pt x="1" y="16"/>
                </a:lnTo>
                <a:lnTo>
                  <a:pt x="0" y="16"/>
                </a:lnTo>
                <a:lnTo>
                  <a:pt x="0" y="15"/>
                </a:lnTo>
                <a:lnTo>
                  <a:pt x="1" y="14"/>
                </a:lnTo>
                <a:lnTo>
                  <a:pt x="1" y="13"/>
                </a:lnTo>
                <a:lnTo>
                  <a:pt x="1" y="12"/>
                </a:lnTo>
                <a:lnTo>
                  <a:pt x="0" y="12"/>
                </a:ln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moveTo>
                  <a:pt x="31" y="46"/>
                </a:moveTo>
                <a:lnTo>
                  <a:pt x="31" y="45"/>
                </a:lnTo>
                <a:lnTo>
                  <a:pt x="32" y="45"/>
                </a:lnTo>
                <a:lnTo>
                  <a:pt x="32" y="44"/>
                </a:lnTo>
                <a:lnTo>
                  <a:pt x="31" y="44"/>
                </a:lnTo>
                <a:lnTo>
                  <a:pt x="31" y="45"/>
                </a:lnTo>
                <a:lnTo>
                  <a:pt x="31" y="46"/>
                </a:lnTo>
                <a:moveTo>
                  <a:pt x="32" y="44"/>
                </a:moveTo>
                <a:lnTo>
                  <a:pt x="33" y="43"/>
                </a:lnTo>
                <a:lnTo>
                  <a:pt x="32" y="43"/>
                </a:lnTo>
                <a:lnTo>
                  <a:pt x="32" y="42"/>
                </a:lnTo>
                <a:lnTo>
                  <a:pt x="31" y="43"/>
                </a:lnTo>
                <a:lnTo>
                  <a:pt x="31" y="44"/>
                </a:lnTo>
                <a:lnTo>
                  <a:pt x="32" y="44"/>
                </a:lnTo>
                <a:moveTo>
                  <a:pt x="30" y="40"/>
                </a:moveTo>
                <a:lnTo>
                  <a:pt x="30" y="39"/>
                </a:lnTo>
                <a:lnTo>
                  <a:pt x="30" y="38"/>
                </a:lnTo>
                <a:lnTo>
                  <a:pt x="29" y="38"/>
                </a:lnTo>
                <a:lnTo>
                  <a:pt x="28" y="38"/>
                </a:lnTo>
                <a:lnTo>
                  <a:pt x="29" y="38"/>
                </a:lnTo>
                <a:lnTo>
                  <a:pt x="29" y="39"/>
                </a:lnTo>
                <a:lnTo>
                  <a:pt x="29" y="40"/>
                </a:lnTo>
                <a:lnTo>
                  <a:pt x="30" y="40"/>
                </a:lnTo>
                <a:moveTo>
                  <a:pt x="25" y="27"/>
                </a:moveTo>
                <a:lnTo>
                  <a:pt x="24" y="27"/>
                </a:lnTo>
                <a:lnTo>
                  <a:pt x="25" y="28"/>
                </a:lnTo>
                <a:lnTo>
                  <a:pt x="26" y="28"/>
                </a:lnTo>
                <a:lnTo>
                  <a:pt x="26" y="27"/>
                </a:lnTo>
                <a:lnTo>
                  <a:pt x="25" y="27"/>
                </a:lnTo>
                <a:moveTo>
                  <a:pt x="1" y="17"/>
                </a:moveTo>
                <a:lnTo>
                  <a:pt x="1" y="17"/>
                </a:lnTo>
                <a:moveTo>
                  <a:pt x="1" y="14"/>
                </a:moveTo>
                <a:lnTo>
                  <a:pt x="1" y="14"/>
                </a:lnTo>
                <a:moveTo>
                  <a:pt x="1" y="8"/>
                </a:moveTo>
                <a:lnTo>
                  <a:pt x="1" y="7"/>
                </a:lnTo>
                <a:lnTo>
                  <a:pt x="0" y="8"/>
                </a:lnTo>
                <a:lnTo>
                  <a:pt x="1" y="8"/>
                </a:lnTo>
                <a:moveTo>
                  <a:pt x="3" y="2"/>
                </a:moveTo>
                <a:lnTo>
                  <a:pt x="3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1" name=""/>
          <p:cNvSpPr/>
          <p:nvPr/>
        </p:nvSpPr>
        <p:spPr>
          <a:xfrm>
            <a:off x="2284200" y="214020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2" name=""/>
          <p:cNvSpPr/>
          <p:nvPr/>
        </p:nvSpPr>
        <p:spPr>
          <a:xfrm>
            <a:off x="2263320" y="21373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3"/>
                </a:move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3" name=""/>
          <p:cNvSpPr/>
          <p:nvPr/>
        </p:nvSpPr>
        <p:spPr>
          <a:xfrm>
            <a:off x="2269800" y="2135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4" name=""/>
          <p:cNvSpPr/>
          <p:nvPr/>
        </p:nvSpPr>
        <p:spPr>
          <a:xfrm>
            <a:off x="2271600" y="21358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5" name=""/>
          <p:cNvSpPr/>
          <p:nvPr/>
        </p:nvSpPr>
        <p:spPr>
          <a:xfrm>
            <a:off x="2266560" y="2135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6" name=""/>
          <p:cNvSpPr/>
          <p:nvPr/>
        </p:nvSpPr>
        <p:spPr>
          <a:xfrm>
            <a:off x="2266200" y="21355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7" name=""/>
          <p:cNvSpPr/>
          <p:nvPr/>
        </p:nvSpPr>
        <p:spPr>
          <a:xfrm>
            <a:off x="2266920" y="213156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8" name=""/>
          <p:cNvSpPr/>
          <p:nvPr/>
        </p:nvSpPr>
        <p:spPr>
          <a:xfrm>
            <a:off x="2265840" y="213084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1"/>
                </a:moveTo>
                <a:lnTo>
                  <a:pt x="2" y="0"/>
                </a:lnTo>
                <a:lnTo>
                  <a:pt x="3" y="1"/>
                </a:lnTo>
                <a:lnTo>
                  <a:pt x="3" y="2"/>
                </a:lnTo>
                <a:lnTo>
                  <a:pt x="3" y="4"/>
                </a:lnTo>
                <a:lnTo>
                  <a:pt x="3" y="2"/>
                </a:lnTo>
                <a:lnTo>
                  <a:pt x="3" y="4"/>
                </a:lnTo>
                <a:lnTo>
                  <a:pt x="5" y="4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9" name=""/>
          <p:cNvSpPr/>
          <p:nvPr/>
        </p:nvSpPr>
        <p:spPr>
          <a:xfrm>
            <a:off x="2260080" y="21301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0" name=""/>
          <p:cNvSpPr/>
          <p:nvPr/>
        </p:nvSpPr>
        <p:spPr>
          <a:xfrm>
            <a:off x="2266560" y="21272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1" name=""/>
          <p:cNvSpPr/>
          <p:nvPr/>
        </p:nvSpPr>
        <p:spPr>
          <a:xfrm>
            <a:off x="2282400" y="2126160"/>
            <a:ext cx="3600" cy="3240"/>
          </a:xfrm>
          <a:custGeom>
            <a:avLst/>
            <a:gdLst/>
            <a:ahLst/>
            <a:rect l="0" t="0" r="r" b="b"/>
            <a:pathLst>
              <a:path w="10" h="9">
                <a:moveTo>
                  <a:pt x="9" y="2"/>
                </a:moveTo>
                <a:lnTo>
                  <a:pt x="7" y="2"/>
                </a:lnTo>
                <a:lnTo>
                  <a:pt x="7" y="3"/>
                </a:lnTo>
                <a:lnTo>
                  <a:pt x="6" y="3"/>
                </a:lnTo>
                <a:lnTo>
                  <a:pt x="6" y="4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6" y="5"/>
                </a:lnTo>
                <a:lnTo>
                  <a:pt x="5" y="5"/>
                </a:lnTo>
                <a:lnTo>
                  <a:pt x="5" y="4"/>
                </a:lnTo>
                <a:lnTo>
                  <a:pt x="5" y="5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2" y="6"/>
                </a:lnTo>
                <a:lnTo>
                  <a:pt x="2" y="7"/>
                </a:lnTo>
                <a:lnTo>
                  <a:pt x="2" y="9"/>
                </a:lnTo>
                <a:lnTo>
                  <a:pt x="1" y="7"/>
                </a:lnTo>
                <a:lnTo>
                  <a:pt x="2" y="7"/>
                </a:lnTo>
                <a:lnTo>
                  <a:pt x="2" y="6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2" y="5"/>
                </a:lnTo>
                <a:lnTo>
                  <a:pt x="3" y="4"/>
                </a:lnTo>
                <a:lnTo>
                  <a:pt x="4" y="3"/>
                </a:lnTo>
                <a:lnTo>
                  <a:pt x="5" y="3"/>
                </a:lnTo>
                <a:lnTo>
                  <a:pt x="6" y="2"/>
                </a:lnTo>
                <a:lnTo>
                  <a:pt x="7" y="0"/>
                </a:lnTo>
                <a:lnTo>
                  <a:pt x="9" y="0"/>
                </a:lnTo>
                <a:lnTo>
                  <a:pt x="10" y="0"/>
                </a:lnTo>
                <a:lnTo>
                  <a:pt x="10" y="2"/>
                </a:lnTo>
                <a:lnTo>
                  <a:pt x="9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2" name=""/>
          <p:cNvSpPr/>
          <p:nvPr/>
        </p:nvSpPr>
        <p:spPr>
          <a:xfrm>
            <a:off x="2267640" y="2122920"/>
            <a:ext cx="5400" cy="4320"/>
          </a:xfrm>
          <a:custGeom>
            <a:avLst/>
            <a:gdLst/>
            <a:ahLst/>
            <a:rect l="0" t="0" r="r" b="b"/>
            <a:pathLst>
              <a:path w="15" h="12">
                <a:moveTo>
                  <a:pt x="10" y="1"/>
                </a:moveTo>
                <a:lnTo>
                  <a:pt x="11" y="2"/>
                </a:lnTo>
                <a:lnTo>
                  <a:pt x="11" y="1"/>
                </a:lnTo>
                <a:lnTo>
                  <a:pt x="12" y="1"/>
                </a:lnTo>
                <a:lnTo>
                  <a:pt x="12" y="2"/>
                </a:lnTo>
                <a:lnTo>
                  <a:pt x="12" y="3"/>
                </a:lnTo>
                <a:lnTo>
                  <a:pt x="12" y="4"/>
                </a:lnTo>
                <a:lnTo>
                  <a:pt x="14" y="5"/>
                </a:lnTo>
                <a:lnTo>
                  <a:pt x="15" y="5"/>
                </a:lnTo>
                <a:lnTo>
                  <a:pt x="15" y="6"/>
                </a:lnTo>
                <a:lnTo>
                  <a:pt x="14" y="6"/>
                </a:lnTo>
                <a:lnTo>
                  <a:pt x="12" y="6"/>
                </a:lnTo>
                <a:lnTo>
                  <a:pt x="12" y="5"/>
                </a:lnTo>
                <a:lnTo>
                  <a:pt x="11" y="5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6" y="9"/>
                </a:lnTo>
                <a:lnTo>
                  <a:pt x="6" y="10"/>
                </a:lnTo>
                <a:lnTo>
                  <a:pt x="6" y="11"/>
                </a:lnTo>
                <a:lnTo>
                  <a:pt x="5" y="11"/>
                </a:lnTo>
                <a:lnTo>
                  <a:pt x="4" y="11"/>
                </a:lnTo>
                <a:lnTo>
                  <a:pt x="3" y="11"/>
                </a:lnTo>
                <a:lnTo>
                  <a:pt x="3" y="12"/>
                </a:lnTo>
                <a:lnTo>
                  <a:pt x="3" y="11"/>
                </a:lnTo>
                <a:lnTo>
                  <a:pt x="3" y="10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1" y="9"/>
                </a:lnTo>
                <a:lnTo>
                  <a:pt x="1" y="10"/>
                </a:lnTo>
                <a:lnTo>
                  <a:pt x="2" y="10"/>
                </a:lnTo>
                <a:lnTo>
                  <a:pt x="2" y="9"/>
                </a:lnTo>
                <a:lnTo>
                  <a:pt x="3" y="9"/>
                </a:lnTo>
                <a:lnTo>
                  <a:pt x="3" y="10"/>
                </a:lnTo>
                <a:lnTo>
                  <a:pt x="4" y="9"/>
                </a:lnTo>
                <a:lnTo>
                  <a:pt x="3" y="9"/>
                </a:lnTo>
                <a:lnTo>
                  <a:pt x="4" y="9"/>
                </a:lnTo>
                <a:lnTo>
                  <a:pt x="5" y="9"/>
                </a:lnTo>
                <a:lnTo>
                  <a:pt x="5" y="10"/>
                </a:lnTo>
                <a:lnTo>
                  <a:pt x="5" y="9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3" y="6"/>
                </a:lnTo>
                <a:lnTo>
                  <a:pt x="3" y="7"/>
                </a:lnTo>
                <a:lnTo>
                  <a:pt x="2" y="6"/>
                </a:lnTo>
                <a:lnTo>
                  <a:pt x="2" y="5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2" y="5"/>
                </a:lnTo>
                <a:lnTo>
                  <a:pt x="1" y="5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6" y="3"/>
                </a:lnTo>
                <a:lnTo>
                  <a:pt x="6" y="2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7" y="1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9" y="1"/>
                </a:lnTo>
                <a:lnTo>
                  <a:pt x="10" y="0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3" name=""/>
          <p:cNvSpPr/>
          <p:nvPr/>
        </p:nvSpPr>
        <p:spPr>
          <a:xfrm>
            <a:off x="2265120" y="2121480"/>
            <a:ext cx="2880" cy="3600"/>
          </a:xfrm>
          <a:custGeom>
            <a:avLst/>
            <a:gdLst/>
            <a:ahLst/>
            <a:rect l="0" t="0" r="r" b="b"/>
            <a:pathLst>
              <a:path w="8" h="10">
                <a:moveTo>
                  <a:pt x="6" y="1"/>
                </a:moveTo>
                <a:lnTo>
                  <a:pt x="7" y="1"/>
                </a:lnTo>
                <a:lnTo>
                  <a:pt x="8" y="1"/>
                </a:lnTo>
                <a:lnTo>
                  <a:pt x="8" y="2"/>
                </a:lnTo>
                <a:lnTo>
                  <a:pt x="7" y="2"/>
                </a:lnTo>
                <a:lnTo>
                  <a:pt x="6" y="2"/>
                </a:lnTo>
                <a:lnTo>
                  <a:pt x="6" y="3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4" y="6"/>
                </a:lnTo>
                <a:lnTo>
                  <a:pt x="6" y="6"/>
                </a:lnTo>
                <a:lnTo>
                  <a:pt x="6" y="8"/>
                </a:lnTo>
                <a:lnTo>
                  <a:pt x="4" y="8"/>
                </a:lnTo>
                <a:lnTo>
                  <a:pt x="4" y="9"/>
                </a:lnTo>
                <a:lnTo>
                  <a:pt x="6" y="9"/>
                </a:lnTo>
                <a:lnTo>
                  <a:pt x="6" y="10"/>
                </a:lnTo>
                <a:lnTo>
                  <a:pt x="4" y="10"/>
                </a:lnTo>
                <a:lnTo>
                  <a:pt x="3" y="10"/>
                </a:lnTo>
                <a:lnTo>
                  <a:pt x="3" y="9"/>
                </a:lnTo>
                <a:lnTo>
                  <a:pt x="3" y="10"/>
                </a:lnTo>
                <a:lnTo>
                  <a:pt x="2" y="10"/>
                </a:lnTo>
                <a:lnTo>
                  <a:pt x="1" y="10"/>
                </a:lnTo>
                <a:lnTo>
                  <a:pt x="0" y="10"/>
                </a:lnTo>
                <a:lnTo>
                  <a:pt x="1" y="10"/>
                </a:lnTo>
                <a:lnTo>
                  <a:pt x="1" y="9"/>
                </a:lnTo>
                <a:lnTo>
                  <a:pt x="2" y="9"/>
                </a:lnTo>
                <a:lnTo>
                  <a:pt x="3" y="9"/>
                </a:lnTo>
                <a:lnTo>
                  <a:pt x="3" y="8"/>
                </a:lnTo>
                <a:lnTo>
                  <a:pt x="3" y="6"/>
                </a:lnTo>
                <a:lnTo>
                  <a:pt x="2" y="6"/>
                </a:lnTo>
                <a:lnTo>
                  <a:pt x="3" y="5"/>
                </a:ln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4" y="4"/>
                </a:lnTo>
                <a:lnTo>
                  <a:pt x="3" y="3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6" y="0"/>
                </a:lnTo>
                <a:lnTo>
                  <a:pt x="6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4" name=""/>
          <p:cNvSpPr/>
          <p:nvPr/>
        </p:nvSpPr>
        <p:spPr>
          <a:xfrm>
            <a:off x="2269440" y="21225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5" name=""/>
          <p:cNvSpPr/>
          <p:nvPr/>
        </p:nvSpPr>
        <p:spPr>
          <a:xfrm>
            <a:off x="2268000" y="212040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4" y="1"/>
                </a:moveTo>
                <a:lnTo>
                  <a:pt x="5" y="1"/>
                </a:lnTo>
                <a:lnTo>
                  <a:pt x="6" y="2"/>
                </a:lnTo>
                <a:lnTo>
                  <a:pt x="6" y="4"/>
                </a:lnTo>
                <a:lnTo>
                  <a:pt x="5" y="4"/>
                </a:lnTo>
                <a:lnTo>
                  <a:pt x="5" y="5"/>
                </a:lnTo>
                <a:lnTo>
                  <a:pt x="5" y="6"/>
                </a:lnTo>
                <a:lnTo>
                  <a:pt x="6" y="6"/>
                </a:lnTo>
                <a:lnTo>
                  <a:pt x="6" y="5"/>
                </a:lnTo>
                <a:lnTo>
                  <a:pt x="6" y="6"/>
                </a:lnTo>
                <a:lnTo>
                  <a:pt x="5" y="6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4" y="6"/>
                </a:lnTo>
                <a:lnTo>
                  <a:pt x="5" y="6"/>
                </a:lnTo>
                <a:lnTo>
                  <a:pt x="5" y="5"/>
                </a:ln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6" name=""/>
          <p:cNvSpPr/>
          <p:nvPr/>
        </p:nvSpPr>
        <p:spPr>
          <a:xfrm>
            <a:off x="2266560" y="2121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7" name=""/>
          <p:cNvSpPr/>
          <p:nvPr/>
        </p:nvSpPr>
        <p:spPr>
          <a:xfrm>
            <a:off x="2269440" y="211752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2" y="3"/>
                </a:move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8" name=""/>
          <p:cNvSpPr/>
          <p:nvPr/>
        </p:nvSpPr>
        <p:spPr>
          <a:xfrm>
            <a:off x="2334600" y="21837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9" name=""/>
          <p:cNvSpPr/>
          <p:nvPr/>
        </p:nvSpPr>
        <p:spPr>
          <a:xfrm>
            <a:off x="2331000" y="2179080"/>
            <a:ext cx="3600" cy="3600"/>
          </a:xfrm>
          <a:custGeom>
            <a:avLst/>
            <a:gdLst/>
            <a:ahLst/>
            <a:rect l="0" t="0" r="r" b="b"/>
            <a:pathLst>
              <a:path w="10" h="10">
                <a:moveTo>
                  <a:pt x="3" y="0"/>
                </a:moveTo>
                <a:lnTo>
                  <a:pt x="4" y="0"/>
                </a:lnTo>
                <a:lnTo>
                  <a:pt x="5" y="0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2"/>
                </a:lnTo>
                <a:lnTo>
                  <a:pt x="8" y="3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8" y="5"/>
                </a:lnTo>
                <a:lnTo>
                  <a:pt x="9" y="6"/>
                </a:lnTo>
                <a:lnTo>
                  <a:pt x="10" y="6"/>
                </a:lnTo>
                <a:lnTo>
                  <a:pt x="10" y="8"/>
                </a:lnTo>
                <a:lnTo>
                  <a:pt x="10" y="9"/>
                </a:lnTo>
                <a:lnTo>
                  <a:pt x="10" y="10"/>
                </a:lnTo>
                <a:lnTo>
                  <a:pt x="9" y="10"/>
                </a:lnTo>
                <a:lnTo>
                  <a:pt x="9" y="9"/>
                </a:lnTo>
                <a:lnTo>
                  <a:pt x="8" y="9"/>
                </a:lnTo>
                <a:lnTo>
                  <a:pt x="7" y="8"/>
                </a:lnTo>
                <a:lnTo>
                  <a:pt x="6" y="6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0" name=""/>
          <p:cNvSpPr/>
          <p:nvPr/>
        </p:nvSpPr>
        <p:spPr>
          <a:xfrm>
            <a:off x="2293920" y="216900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0" y="6"/>
                </a:move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6"/>
                </a:lnTo>
                <a:lnTo>
                  <a:pt x="0" y="6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1" name=""/>
          <p:cNvSpPr/>
          <p:nvPr/>
        </p:nvSpPr>
        <p:spPr>
          <a:xfrm>
            <a:off x="2291040" y="215964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1" y="1"/>
                </a:moveTo>
                <a:lnTo>
                  <a:pt x="3" y="1"/>
                </a:lnTo>
                <a:lnTo>
                  <a:pt x="3" y="2"/>
                </a:lnTo>
                <a:lnTo>
                  <a:pt x="3" y="3"/>
                </a:lnTo>
                <a:lnTo>
                  <a:pt x="4" y="3"/>
                </a:lnTo>
                <a:lnTo>
                  <a:pt x="4" y="5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3" y="3"/>
                </a:lnTo>
                <a:lnTo>
                  <a:pt x="3" y="2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2" name=""/>
          <p:cNvSpPr/>
          <p:nvPr/>
        </p:nvSpPr>
        <p:spPr>
          <a:xfrm>
            <a:off x="2331360" y="21582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3" name=""/>
          <p:cNvSpPr/>
          <p:nvPr/>
        </p:nvSpPr>
        <p:spPr>
          <a:xfrm>
            <a:off x="2329920" y="215712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4" y="1"/>
                </a:move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4" name=""/>
          <p:cNvSpPr/>
          <p:nvPr/>
        </p:nvSpPr>
        <p:spPr>
          <a:xfrm>
            <a:off x="2285280" y="213588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3"/>
                </a:move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lnTo>
                  <a:pt x="0" y="3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5" name=""/>
          <p:cNvSpPr/>
          <p:nvPr/>
        </p:nvSpPr>
        <p:spPr>
          <a:xfrm>
            <a:off x="2287080" y="21261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6" name=""/>
          <p:cNvSpPr/>
          <p:nvPr/>
        </p:nvSpPr>
        <p:spPr>
          <a:xfrm>
            <a:off x="2283480" y="2060640"/>
            <a:ext cx="64080" cy="125640"/>
          </a:xfrm>
          <a:custGeom>
            <a:avLst/>
            <a:gdLst/>
            <a:ahLst/>
            <a:rect l="0" t="0" r="r" b="b"/>
            <a:pathLst>
              <a:path w="178" h="349">
                <a:moveTo>
                  <a:pt x="139" y="1"/>
                </a:moveTo>
                <a:lnTo>
                  <a:pt x="140" y="1"/>
                </a:lnTo>
                <a:lnTo>
                  <a:pt x="140" y="0"/>
                </a:lnTo>
                <a:lnTo>
                  <a:pt x="140" y="1"/>
                </a:lnTo>
                <a:lnTo>
                  <a:pt x="141" y="1"/>
                </a:lnTo>
                <a:lnTo>
                  <a:pt x="142" y="1"/>
                </a:lnTo>
                <a:lnTo>
                  <a:pt x="142" y="3"/>
                </a:lnTo>
                <a:lnTo>
                  <a:pt x="143" y="3"/>
                </a:lnTo>
                <a:lnTo>
                  <a:pt x="144" y="3"/>
                </a:lnTo>
                <a:lnTo>
                  <a:pt x="145" y="4"/>
                </a:lnTo>
                <a:lnTo>
                  <a:pt x="145" y="5"/>
                </a:lnTo>
                <a:lnTo>
                  <a:pt x="145" y="6"/>
                </a:lnTo>
                <a:lnTo>
                  <a:pt x="145" y="7"/>
                </a:lnTo>
                <a:lnTo>
                  <a:pt x="146" y="8"/>
                </a:lnTo>
                <a:lnTo>
                  <a:pt x="147" y="8"/>
                </a:lnTo>
                <a:lnTo>
                  <a:pt x="147" y="9"/>
                </a:lnTo>
                <a:lnTo>
                  <a:pt x="147" y="10"/>
                </a:lnTo>
                <a:lnTo>
                  <a:pt x="148" y="10"/>
                </a:lnTo>
                <a:lnTo>
                  <a:pt x="148" y="11"/>
                </a:lnTo>
                <a:lnTo>
                  <a:pt x="149" y="11"/>
                </a:lnTo>
                <a:lnTo>
                  <a:pt x="150" y="11"/>
                </a:lnTo>
                <a:lnTo>
                  <a:pt x="151" y="11"/>
                </a:lnTo>
                <a:lnTo>
                  <a:pt x="151" y="10"/>
                </a:lnTo>
                <a:lnTo>
                  <a:pt x="152" y="10"/>
                </a:lnTo>
                <a:lnTo>
                  <a:pt x="151" y="10"/>
                </a:lnTo>
                <a:lnTo>
                  <a:pt x="151" y="11"/>
                </a:lnTo>
                <a:lnTo>
                  <a:pt x="150" y="12"/>
                </a:lnTo>
                <a:lnTo>
                  <a:pt x="150" y="13"/>
                </a:lnTo>
                <a:lnTo>
                  <a:pt x="151" y="13"/>
                </a:lnTo>
                <a:lnTo>
                  <a:pt x="152" y="14"/>
                </a:lnTo>
                <a:lnTo>
                  <a:pt x="152" y="15"/>
                </a:lnTo>
                <a:lnTo>
                  <a:pt x="154" y="15"/>
                </a:lnTo>
                <a:lnTo>
                  <a:pt x="154" y="16"/>
                </a:lnTo>
                <a:lnTo>
                  <a:pt x="155" y="16"/>
                </a:lnTo>
                <a:lnTo>
                  <a:pt x="156" y="16"/>
                </a:lnTo>
                <a:lnTo>
                  <a:pt x="156" y="17"/>
                </a:lnTo>
                <a:lnTo>
                  <a:pt x="155" y="18"/>
                </a:lnTo>
                <a:lnTo>
                  <a:pt x="155" y="17"/>
                </a:lnTo>
                <a:lnTo>
                  <a:pt x="155" y="18"/>
                </a:lnTo>
                <a:lnTo>
                  <a:pt x="155" y="19"/>
                </a:lnTo>
                <a:lnTo>
                  <a:pt x="155" y="18"/>
                </a:lnTo>
                <a:lnTo>
                  <a:pt x="156" y="18"/>
                </a:lnTo>
                <a:lnTo>
                  <a:pt x="157" y="17"/>
                </a:lnTo>
                <a:lnTo>
                  <a:pt x="157" y="16"/>
                </a:lnTo>
                <a:lnTo>
                  <a:pt x="158" y="16"/>
                </a:lnTo>
                <a:lnTo>
                  <a:pt x="159" y="17"/>
                </a:lnTo>
                <a:lnTo>
                  <a:pt x="160" y="17"/>
                </a:lnTo>
                <a:lnTo>
                  <a:pt x="161" y="17"/>
                </a:lnTo>
                <a:lnTo>
                  <a:pt x="160" y="17"/>
                </a:lnTo>
                <a:lnTo>
                  <a:pt x="160" y="18"/>
                </a:lnTo>
                <a:lnTo>
                  <a:pt x="161" y="18"/>
                </a:lnTo>
                <a:lnTo>
                  <a:pt x="162" y="18"/>
                </a:lnTo>
                <a:lnTo>
                  <a:pt x="162" y="19"/>
                </a:lnTo>
                <a:lnTo>
                  <a:pt x="163" y="19"/>
                </a:lnTo>
                <a:lnTo>
                  <a:pt x="164" y="19"/>
                </a:lnTo>
                <a:lnTo>
                  <a:pt x="165" y="19"/>
                </a:lnTo>
                <a:lnTo>
                  <a:pt x="166" y="19"/>
                </a:lnTo>
                <a:lnTo>
                  <a:pt x="168" y="19"/>
                </a:lnTo>
                <a:lnTo>
                  <a:pt x="169" y="20"/>
                </a:lnTo>
                <a:lnTo>
                  <a:pt x="170" y="19"/>
                </a:lnTo>
                <a:lnTo>
                  <a:pt x="171" y="19"/>
                </a:lnTo>
                <a:lnTo>
                  <a:pt x="172" y="19"/>
                </a:lnTo>
                <a:lnTo>
                  <a:pt x="171" y="19"/>
                </a:lnTo>
                <a:lnTo>
                  <a:pt x="171" y="20"/>
                </a:lnTo>
                <a:lnTo>
                  <a:pt x="171" y="21"/>
                </a:lnTo>
                <a:lnTo>
                  <a:pt x="171" y="22"/>
                </a:lnTo>
                <a:lnTo>
                  <a:pt x="171" y="23"/>
                </a:lnTo>
                <a:lnTo>
                  <a:pt x="171" y="24"/>
                </a:lnTo>
                <a:lnTo>
                  <a:pt x="171" y="25"/>
                </a:lnTo>
                <a:lnTo>
                  <a:pt x="172" y="25"/>
                </a:lnTo>
                <a:lnTo>
                  <a:pt x="172" y="26"/>
                </a:lnTo>
                <a:lnTo>
                  <a:pt x="172" y="27"/>
                </a:lnTo>
                <a:lnTo>
                  <a:pt x="172" y="28"/>
                </a:lnTo>
                <a:lnTo>
                  <a:pt x="172" y="29"/>
                </a:lnTo>
                <a:lnTo>
                  <a:pt x="173" y="29"/>
                </a:lnTo>
                <a:lnTo>
                  <a:pt x="173" y="30"/>
                </a:lnTo>
                <a:lnTo>
                  <a:pt x="174" y="30"/>
                </a:lnTo>
                <a:lnTo>
                  <a:pt x="175" y="30"/>
                </a:lnTo>
                <a:lnTo>
                  <a:pt x="175" y="29"/>
                </a:lnTo>
                <a:lnTo>
                  <a:pt x="176" y="29"/>
                </a:lnTo>
                <a:lnTo>
                  <a:pt x="177" y="30"/>
                </a:lnTo>
                <a:lnTo>
                  <a:pt x="177" y="31"/>
                </a:lnTo>
                <a:lnTo>
                  <a:pt x="178" y="31"/>
                </a:lnTo>
                <a:lnTo>
                  <a:pt x="178" y="30"/>
                </a:lnTo>
                <a:lnTo>
                  <a:pt x="178" y="31"/>
                </a:lnTo>
                <a:lnTo>
                  <a:pt x="178" y="32"/>
                </a:lnTo>
                <a:lnTo>
                  <a:pt x="177" y="32"/>
                </a:lnTo>
                <a:lnTo>
                  <a:pt x="176" y="33"/>
                </a:lnTo>
                <a:lnTo>
                  <a:pt x="175" y="34"/>
                </a:lnTo>
                <a:lnTo>
                  <a:pt x="174" y="34"/>
                </a:lnTo>
                <a:lnTo>
                  <a:pt x="172" y="35"/>
                </a:lnTo>
                <a:lnTo>
                  <a:pt x="171" y="35"/>
                </a:lnTo>
                <a:lnTo>
                  <a:pt x="171" y="36"/>
                </a:lnTo>
                <a:lnTo>
                  <a:pt x="170" y="37"/>
                </a:lnTo>
                <a:lnTo>
                  <a:pt x="170" y="38"/>
                </a:lnTo>
                <a:lnTo>
                  <a:pt x="169" y="38"/>
                </a:lnTo>
                <a:lnTo>
                  <a:pt x="168" y="38"/>
                </a:lnTo>
                <a:lnTo>
                  <a:pt x="168" y="39"/>
                </a:lnTo>
                <a:lnTo>
                  <a:pt x="168" y="40"/>
                </a:lnTo>
                <a:lnTo>
                  <a:pt x="165" y="43"/>
                </a:lnTo>
                <a:lnTo>
                  <a:pt x="164" y="44"/>
                </a:lnTo>
                <a:lnTo>
                  <a:pt x="164" y="45"/>
                </a:lnTo>
                <a:lnTo>
                  <a:pt x="163" y="45"/>
                </a:lnTo>
                <a:lnTo>
                  <a:pt x="163" y="46"/>
                </a:lnTo>
                <a:lnTo>
                  <a:pt x="163" y="47"/>
                </a:lnTo>
                <a:lnTo>
                  <a:pt x="163" y="48"/>
                </a:lnTo>
                <a:lnTo>
                  <a:pt x="163" y="49"/>
                </a:lnTo>
                <a:lnTo>
                  <a:pt x="163" y="50"/>
                </a:lnTo>
                <a:lnTo>
                  <a:pt x="162" y="50"/>
                </a:lnTo>
                <a:lnTo>
                  <a:pt x="162" y="51"/>
                </a:lnTo>
                <a:lnTo>
                  <a:pt x="162" y="52"/>
                </a:lnTo>
                <a:lnTo>
                  <a:pt x="162" y="53"/>
                </a:lnTo>
                <a:lnTo>
                  <a:pt x="162" y="56"/>
                </a:lnTo>
                <a:lnTo>
                  <a:pt x="162" y="57"/>
                </a:lnTo>
                <a:lnTo>
                  <a:pt x="162" y="58"/>
                </a:lnTo>
                <a:lnTo>
                  <a:pt x="162" y="59"/>
                </a:lnTo>
                <a:lnTo>
                  <a:pt x="163" y="59"/>
                </a:lnTo>
                <a:lnTo>
                  <a:pt x="163" y="60"/>
                </a:lnTo>
                <a:lnTo>
                  <a:pt x="163" y="61"/>
                </a:lnTo>
                <a:lnTo>
                  <a:pt x="162" y="61"/>
                </a:lnTo>
                <a:lnTo>
                  <a:pt x="162" y="62"/>
                </a:lnTo>
                <a:lnTo>
                  <a:pt x="163" y="62"/>
                </a:lnTo>
                <a:lnTo>
                  <a:pt x="164" y="62"/>
                </a:lnTo>
                <a:lnTo>
                  <a:pt x="164" y="65"/>
                </a:lnTo>
                <a:lnTo>
                  <a:pt x="164" y="66"/>
                </a:lnTo>
                <a:lnTo>
                  <a:pt x="164" y="67"/>
                </a:lnTo>
                <a:lnTo>
                  <a:pt x="164" y="68"/>
                </a:lnTo>
                <a:lnTo>
                  <a:pt x="164" y="69"/>
                </a:lnTo>
                <a:lnTo>
                  <a:pt x="165" y="69"/>
                </a:lnTo>
                <a:lnTo>
                  <a:pt x="165" y="70"/>
                </a:lnTo>
                <a:lnTo>
                  <a:pt x="166" y="71"/>
                </a:lnTo>
                <a:lnTo>
                  <a:pt x="166" y="72"/>
                </a:lnTo>
                <a:lnTo>
                  <a:pt x="167" y="72"/>
                </a:lnTo>
                <a:lnTo>
                  <a:pt x="168" y="72"/>
                </a:lnTo>
                <a:lnTo>
                  <a:pt x="168" y="73"/>
                </a:lnTo>
                <a:lnTo>
                  <a:pt x="167" y="73"/>
                </a:lnTo>
                <a:lnTo>
                  <a:pt x="166" y="72"/>
                </a:lnTo>
                <a:lnTo>
                  <a:pt x="166" y="73"/>
                </a:lnTo>
                <a:lnTo>
                  <a:pt x="166" y="74"/>
                </a:lnTo>
                <a:lnTo>
                  <a:pt x="167" y="74"/>
                </a:lnTo>
                <a:lnTo>
                  <a:pt x="167" y="75"/>
                </a:lnTo>
                <a:lnTo>
                  <a:pt x="167" y="77"/>
                </a:lnTo>
                <a:lnTo>
                  <a:pt x="167" y="78"/>
                </a:lnTo>
                <a:lnTo>
                  <a:pt x="167" y="79"/>
                </a:lnTo>
                <a:lnTo>
                  <a:pt x="167" y="80"/>
                </a:lnTo>
                <a:lnTo>
                  <a:pt x="166" y="80"/>
                </a:lnTo>
                <a:lnTo>
                  <a:pt x="165" y="81"/>
                </a:lnTo>
                <a:lnTo>
                  <a:pt x="164" y="81"/>
                </a:lnTo>
                <a:lnTo>
                  <a:pt x="164" y="82"/>
                </a:lnTo>
                <a:lnTo>
                  <a:pt x="164" y="83"/>
                </a:lnTo>
                <a:lnTo>
                  <a:pt x="165" y="83"/>
                </a:lnTo>
                <a:lnTo>
                  <a:pt x="165" y="84"/>
                </a:lnTo>
                <a:lnTo>
                  <a:pt x="165" y="85"/>
                </a:lnTo>
                <a:lnTo>
                  <a:pt x="164" y="85"/>
                </a:lnTo>
                <a:lnTo>
                  <a:pt x="164" y="86"/>
                </a:lnTo>
                <a:lnTo>
                  <a:pt x="163" y="86"/>
                </a:lnTo>
                <a:lnTo>
                  <a:pt x="163" y="87"/>
                </a:lnTo>
                <a:lnTo>
                  <a:pt x="162" y="87"/>
                </a:lnTo>
                <a:lnTo>
                  <a:pt x="162" y="88"/>
                </a:lnTo>
                <a:lnTo>
                  <a:pt x="162" y="89"/>
                </a:lnTo>
                <a:lnTo>
                  <a:pt x="161" y="89"/>
                </a:lnTo>
                <a:lnTo>
                  <a:pt x="160" y="90"/>
                </a:lnTo>
                <a:lnTo>
                  <a:pt x="160" y="91"/>
                </a:lnTo>
                <a:lnTo>
                  <a:pt x="160" y="92"/>
                </a:lnTo>
                <a:lnTo>
                  <a:pt x="160" y="93"/>
                </a:lnTo>
                <a:lnTo>
                  <a:pt x="159" y="93"/>
                </a:lnTo>
                <a:lnTo>
                  <a:pt x="159" y="94"/>
                </a:lnTo>
                <a:lnTo>
                  <a:pt x="159" y="95"/>
                </a:lnTo>
                <a:lnTo>
                  <a:pt x="159" y="96"/>
                </a:lnTo>
                <a:lnTo>
                  <a:pt x="159" y="97"/>
                </a:lnTo>
                <a:lnTo>
                  <a:pt x="158" y="98"/>
                </a:lnTo>
                <a:lnTo>
                  <a:pt x="158" y="99"/>
                </a:lnTo>
                <a:lnTo>
                  <a:pt x="158" y="100"/>
                </a:lnTo>
                <a:lnTo>
                  <a:pt x="158" y="101"/>
                </a:lnTo>
                <a:lnTo>
                  <a:pt x="158" y="102"/>
                </a:lnTo>
                <a:lnTo>
                  <a:pt x="158" y="103"/>
                </a:lnTo>
                <a:lnTo>
                  <a:pt x="157" y="103"/>
                </a:lnTo>
                <a:lnTo>
                  <a:pt x="156" y="105"/>
                </a:lnTo>
                <a:lnTo>
                  <a:pt x="156" y="106"/>
                </a:lnTo>
                <a:lnTo>
                  <a:pt x="155" y="106"/>
                </a:lnTo>
                <a:lnTo>
                  <a:pt x="155" y="107"/>
                </a:lnTo>
                <a:lnTo>
                  <a:pt x="155" y="108"/>
                </a:lnTo>
                <a:lnTo>
                  <a:pt x="154" y="108"/>
                </a:lnTo>
                <a:lnTo>
                  <a:pt x="154" y="109"/>
                </a:lnTo>
                <a:lnTo>
                  <a:pt x="153" y="109"/>
                </a:lnTo>
                <a:lnTo>
                  <a:pt x="152" y="110"/>
                </a:lnTo>
                <a:lnTo>
                  <a:pt x="152" y="111"/>
                </a:lnTo>
                <a:lnTo>
                  <a:pt x="151" y="111"/>
                </a:lnTo>
                <a:lnTo>
                  <a:pt x="151" y="112"/>
                </a:lnTo>
                <a:lnTo>
                  <a:pt x="150" y="112"/>
                </a:lnTo>
                <a:lnTo>
                  <a:pt x="150" y="113"/>
                </a:lnTo>
                <a:lnTo>
                  <a:pt x="149" y="113"/>
                </a:lnTo>
                <a:lnTo>
                  <a:pt x="148" y="114"/>
                </a:lnTo>
                <a:lnTo>
                  <a:pt x="148" y="115"/>
                </a:lnTo>
                <a:lnTo>
                  <a:pt x="148" y="116"/>
                </a:lnTo>
                <a:lnTo>
                  <a:pt x="148" y="117"/>
                </a:lnTo>
                <a:lnTo>
                  <a:pt x="148" y="118"/>
                </a:lnTo>
                <a:lnTo>
                  <a:pt x="148" y="119"/>
                </a:lnTo>
                <a:lnTo>
                  <a:pt x="148" y="120"/>
                </a:lnTo>
                <a:lnTo>
                  <a:pt x="147" y="121"/>
                </a:lnTo>
                <a:lnTo>
                  <a:pt x="147" y="122"/>
                </a:lnTo>
                <a:lnTo>
                  <a:pt x="146" y="122"/>
                </a:lnTo>
                <a:lnTo>
                  <a:pt x="146" y="123"/>
                </a:lnTo>
                <a:lnTo>
                  <a:pt x="145" y="123"/>
                </a:lnTo>
                <a:lnTo>
                  <a:pt x="145" y="124"/>
                </a:lnTo>
                <a:lnTo>
                  <a:pt x="144" y="124"/>
                </a:lnTo>
                <a:lnTo>
                  <a:pt x="144" y="125"/>
                </a:lnTo>
                <a:lnTo>
                  <a:pt x="144" y="126"/>
                </a:lnTo>
                <a:lnTo>
                  <a:pt x="144" y="128"/>
                </a:lnTo>
                <a:lnTo>
                  <a:pt x="144" y="129"/>
                </a:lnTo>
                <a:lnTo>
                  <a:pt x="145" y="130"/>
                </a:lnTo>
                <a:lnTo>
                  <a:pt x="145" y="131"/>
                </a:lnTo>
                <a:lnTo>
                  <a:pt x="145" y="132"/>
                </a:lnTo>
                <a:lnTo>
                  <a:pt x="146" y="132"/>
                </a:lnTo>
                <a:lnTo>
                  <a:pt x="146" y="133"/>
                </a:lnTo>
                <a:lnTo>
                  <a:pt x="147" y="133"/>
                </a:lnTo>
                <a:lnTo>
                  <a:pt x="146" y="134"/>
                </a:lnTo>
                <a:lnTo>
                  <a:pt x="146" y="135"/>
                </a:lnTo>
                <a:lnTo>
                  <a:pt x="145" y="135"/>
                </a:lnTo>
                <a:lnTo>
                  <a:pt x="145" y="136"/>
                </a:lnTo>
                <a:lnTo>
                  <a:pt x="144" y="136"/>
                </a:lnTo>
                <a:lnTo>
                  <a:pt x="144" y="137"/>
                </a:lnTo>
                <a:lnTo>
                  <a:pt x="143" y="137"/>
                </a:lnTo>
                <a:lnTo>
                  <a:pt x="143" y="138"/>
                </a:lnTo>
                <a:lnTo>
                  <a:pt x="143" y="139"/>
                </a:lnTo>
                <a:lnTo>
                  <a:pt x="143" y="140"/>
                </a:lnTo>
                <a:lnTo>
                  <a:pt x="143" y="141"/>
                </a:lnTo>
                <a:lnTo>
                  <a:pt x="143" y="142"/>
                </a:lnTo>
                <a:lnTo>
                  <a:pt x="143" y="143"/>
                </a:lnTo>
                <a:lnTo>
                  <a:pt x="143" y="144"/>
                </a:lnTo>
                <a:lnTo>
                  <a:pt x="143" y="145"/>
                </a:lnTo>
                <a:lnTo>
                  <a:pt x="143" y="146"/>
                </a:lnTo>
                <a:lnTo>
                  <a:pt x="143" y="147"/>
                </a:lnTo>
                <a:lnTo>
                  <a:pt x="142" y="148"/>
                </a:lnTo>
                <a:lnTo>
                  <a:pt x="142" y="149"/>
                </a:lnTo>
                <a:lnTo>
                  <a:pt x="142" y="150"/>
                </a:lnTo>
                <a:lnTo>
                  <a:pt x="141" y="151"/>
                </a:lnTo>
                <a:lnTo>
                  <a:pt x="141" y="152"/>
                </a:lnTo>
                <a:lnTo>
                  <a:pt x="141" y="153"/>
                </a:lnTo>
                <a:lnTo>
                  <a:pt x="140" y="153"/>
                </a:lnTo>
                <a:lnTo>
                  <a:pt x="140" y="154"/>
                </a:lnTo>
                <a:lnTo>
                  <a:pt x="140" y="155"/>
                </a:lnTo>
                <a:lnTo>
                  <a:pt x="140" y="157"/>
                </a:lnTo>
                <a:lnTo>
                  <a:pt x="140" y="158"/>
                </a:lnTo>
                <a:lnTo>
                  <a:pt x="140" y="159"/>
                </a:lnTo>
                <a:lnTo>
                  <a:pt x="140" y="160"/>
                </a:lnTo>
                <a:lnTo>
                  <a:pt x="139" y="160"/>
                </a:lnTo>
                <a:lnTo>
                  <a:pt x="139" y="161"/>
                </a:lnTo>
                <a:lnTo>
                  <a:pt x="139" y="162"/>
                </a:lnTo>
                <a:lnTo>
                  <a:pt x="138" y="162"/>
                </a:lnTo>
                <a:lnTo>
                  <a:pt x="138" y="163"/>
                </a:lnTo>
                <a:lnTo>
                  <a:pt x="138" y="164"/>
                </a:lnTo>
                <a:lnTo>
                  <a:pt x="138" y="165"/>
                </a:lnTo>
                <a:lnTo>
                  <a:pt x="138" y="166"/>
                </a:lnTo>
                <a:lnTo>
                  <a:pt x="138" y="167"/>
                </a:lnTo>
                <a:lnTo>
                  <a:pt x="137" y="167"/>
                </a:lnTo>
                <a:lnTo>
                  <a:pt x="137" y="168"/>
                </a:lnTo>
                <a:lnTo>
                  <a:pt x="138" y="168"/>
                </a:lnTo>
                <a:lnTo>
                  <a:pt x="137" y="168"/>
                </a:lnTo>
                <a:lnTo>
                  <a:pt x="137" y="169"/>
                </a:lnTo>
                <a:lnTo>
                  <a:pt x="137" y="170"/>
                </a:lnTo>
                <a:lnTo>
                  <a:pt x="136" y="170"/>
                </a:lnTo>
                <a:lnTo>
                  <a:pt x="136" y="172"/>
                </a:lnTo>
                <a:lnTo>
                  <a:pt x="136" y="173"/>
                </a:lnTo>
                <a:lnTo>
                  <a:pt x="136" y="176"/>
                </a:lnTo>
                <a:lnTo>
                  <a:pt x="136" y="177"/>
                </a:lnTo>
                <a:lnTo>
                  <a:pt x="136" y="178"/>
                </a:lnTo>
                <a:lnTo>
                  <a:pt x="135" y="178"/>
                </a:lnTo>
                <a:lnTo>
                  <a:pt x="135" y="179"/>
                </a:lnTo>
                <a:lnTo>
                  <a:pt x="134" y="180"/>
                </a:lnTo>
                <a:lnTo>
                  <a:pt x="134" y="181"/>
                </a:lnTo>
                <a:lnTo>
                  <a:pt x="134" y="182"/>
                </a:lnTo>
                <a:lnTo>
                  <a:pt x="134" y="183"/>
                </a:lnTo>
                <a:lnTo>
                  <a:pt x="134" y="184"/>
                </a:lnTo>
                <a:lnTo>
                  <a:pt x="134" y="185"/>
                </a:lnTo>
                <a:lnTo>
                  <a:pt x="134" y="186"/>
                </a:lnTo>
                <a:lnTo>
                  <a:pt x="135" y="186"/>
                </a:lnTo>
                <a:lnTo>
                  <a:pt x="134" y="187"/>
                </a:lnTo>
                <a:lnTo>
                  <a:pt x="134" y="189"/>
                </a:lnTo>
                <a:lnTo>
                  <a:pt x="133" y="189"/>
                </a:lnTo>
                <a:lnTo>
                  <a:pt x="133" y="190"/>
                </a:lnTo>
                <a:lnTo>
                  <a:pt x="133" y="191"/>
                </a:lnTo>
                <a:lnTo>
                  <a:pt x="133" y="192"/>
                </a:lnTo>
                <a:lnTo>
                  <a:pt x="132" y="193"/>
                </a:lnTo>
                <a:lnTo>
                  <a:pt x="132" y="194"/>
                </a:lnTo>
                <a:lnTo>
                  <a:pt x="131" y="196"/>
                </a:lnTo>
                <a:lnTo>
                  <a:pt x="131" y="197"/>
                </a:lnTo>
                <a:lnTo>
                  <a:pt x="131" y="198"/>
                </a:lnTo>
                <a:lnTo>
                  <a:pt x="131" y="199"/>
                </a:lnTo>
                <a:lnTo>
                  <a:pt x="131" y="201"/>
                </a:lnTo>
                <a:lnTo>
                  <a:pt x="130" y="202"/>
                </a:lnTo>
                <a:lnTo>
                  <a:pt x="130" y="203"/>
                </a:lnTo>
                <a:lnTo>
                  <a:pt x="130" y="204"/>
                </a:lnTo>
                <a:lnTo>
                  <a:pt x="129" y="204"/>
                </a:lnTo>
                <a:lnTo>
                  <a:pt x="129" y="205"/>
                </a:lnTo>
                <a:lnTo>
                  <a:pt x="128" y="205"/>
                </a:lnTo>
                <a:lnTo>
                  <a:pt x="127" y="207"/>
                </a:lnTo>
                <a:lnTo>
                  <a:pt x="127" y="208"/>
                </a:lnTo>
                <a:lnTo>
                  <a:pt x="126" y="210"/>
                </a:lnTo>
                <a:lnTo>
                  <a:pt x="126" y="211"/>
                </a:lnTo>
                <a:lnTo>
                  <a:pt x="126" y="212"/>
                </a:lnTo>
                <a:lnTo>
                  <a:pt x="126" y="213"/>
                </a:lnTo>
                <a:lnTo>
                  <a:pt x="126" y="214"/>
                </a:lnTo>
                <a:lnTo>
                  <a:pt x="125" y="214"/>
                </a:lnTo>
                <a:lnTo>
                  <a:pt x="125" y="215"/>
                </a:lnTo>
                <a:lnTo>
                  <a:pt x="124" y="215"/>
                </a:lnTo>
                <a:lnTo>
                  <a:pt x="124" y="216"/>
                </a:lnTo>
                <a:lnTo>
                  <a:pt x="124" y="217"/>
                </a:lnTo>
                <a:lnTo>
                  <a:pt x="124" y="218"/>
                </a:lnTo>
                <a:lnTo>
                  <a:pt x="125" y="219"/>
                </a:lnTo>
                <a:lnTo>
                  <a:pt x="125" y="220"/>
                </a:lnTo>
                <a:lnTo>
                  <a:pt x="125" y="221"/>
                </a:lnTo>
                <a:lnTo>
                  <a:pt x="124" y="221"/>
                </a:lnTo>
                <a:lnTo>
                  <a:pt x="124" y="223"/>
                </a:lnTo>
                <a:lnTo>
                  <a:pt x="125" y="224"/>
                </a:lnTo>
                <a:lnTo>
                  <a:pt x="125" y="225"/>
                </a:lnTo>
                <a:lnTo>
                  <a:pt x="124" y="225"/>
                </a:lnTo>
                <a:lnTo>
                  <a:pt x="124" y="224"/>
                </a:lnTo>
                <a:lnTo>
                  <a:pt x="124" y="225"/>
                </a:lnTo>
                <a:lnTo>
                  <a:pt x="123" y="226"/>
                </a:lnTo>
                <a:lnTo>
                  <a:pt x="123" y="227"/>
                </a:lnTo>
                <a:lnTo>
                  <a:pt x="121" y="227"/>
                </a:lnTo>
                <a:lnTo>
                  <a:pt x="120" y="228"/>
                </a:lnTo>
                <a:lnTo>
                  <a:pt x="120" y="229"/>
                </a:lnTo>
                <a:lnTo>
                  <a:pt x="120" y="230"/>
                </a:lnTo>
                <a:lnTo>
                  <a:pt x="119" y="230"/>
                </a:lnTo>
                <a:lnTo>
                  <a:pt x="119" y="231"/>
                </a:lnTo>
                <a:lnTo>
                  <a:pt x="119" y="232"/>
                </a:lnTo>
                <a:lnTo>
                  <a:pt x="119" y="233"/>
                </a:lnTo>
                <a:lnTo>
                  <a:pt x="118" y="234"/>
                </a:lnTo>
                <a:lnTo>
                  <a:pt x="118" y="235"/>
                </a:lnTo>
                <a:lnTo>
                  <a:pt x="117" y="237"/>
                </a:lnTo>
                <a:lnTo>
                  <a:pt x="117" y="238"/>
                </a:lnTo>
                <a:lnTo>
                  <a:pt x="117" y="239"/>
                </a:lnTo>
                <a:lnTo>
                  <a:pt x="116" y="239"/>
                </a:lnTo>
                <a:lnTo>
                  <a:pt x="116" y="240"/>
                </a:lnTo>
                <a:lnTo>
                  <a:pt x="115" y="241"/>
                </a:lnTo>
                <a:lnTo>
                  <a:pt x="114" y="241"/>
                </a:lnTo>
                <a:lnTo>
                  <a:pt x="114" y="242"/>
                </a:lnTo>
                <a:lnTo>
                  <a:pt x="113" y="243"/>
                </a:lnTo>
                <a:lnTo>
                  <a:pt x="112" y="246"/>
                </a:lnTo>
                <a:lnTo>
                  <a:pt x="111" y="248"/>
                </a:lnTo>
                <a:lnTo>
                  <a:pt x="110" y="249"/>
                </a:lnTo>
                <a:lnTo>
                  <a:pt x="109" y="249"/>
                </a:lnTo>
                <a:lnTo>
                  <a:pt x="109" y="250"/>
                </a:lnTo>
                <a:lnTo>
                  <a:pt x="108" y="250"/>
                </a:lnTo>
                <a:lnTo>
                  <a:pt x="107" y="250"/>
                </a:lnTo>
                <a:lnTo>
                  <a:pt x="107" y="251"/>
                </a:lnTo>
                <a:lnTo>
                  <a:pt x="106" y="251"/>
                </a:lnTo>
                <a:lnTo>
                  <a:pt x="106" y="252"/>
                </a:lnTo>
                <a:lnTo>
                  <a:pt x="105" y="252"/>
                </a:lnTo>
                <a:lnTo>
                  <a:pt x="105" y="253"/>
                </a:lnTo>
                <a:lnTo>
                  <a:pt x="105" y="254"/>
                </a:lnTo>
                <a:lnTo>
                  <a:pt x="105" y="255"/>
                </a:lnTo>
                <a:lnTo>
                  <a:pt x="106" y="255"/>
                </a:lnTo>
                <a:lnTo>
                  <a:pt x="106" y="256"/>
                </a:lnTo>
                <a:lnTo>
                  <a:pt x="106" y="257"/>
                </a:lnTo>
                <a:lnTo>
                  <a:pt x="106" y="258"/>
                </a:lnTo>
                <a:lnTo>
                  <a:pt x="105" y="258"/>
                </a:lnTo>
                <a:lnTo>
                  <a:pt x="105" y="259"/>
                </a:lnTo>
                <a:lnTo>
                  <a:pt x="104" y="259"/>
                </a:lnTo>
                <a:lnTo>
                  <a:pt x="104" y="260"/>
                </a:lnTo>
                <a:lnTo>
                  <a:pt x="104" y="261"/>
                </a:lnTo>
                <a:lnTo>
                  <a:pt x="104" y="262"/>
                </a:lnTo>
                <a:lnTo>
                  <a:pt x="103" y="262"/>
                </a:lnTo>
                <a:lnTo>
                  <a:pt x="102" y="262"/>
                </a:lnTo>
                <a:lnTo>
                  <a:pt x="102" y="263"/>
                </a:lnTo>
                <a:lnTo>
                  <a:pt x="101" y="263"/>
                </a:lnTo>
                <a:lnTo>
                  <a:pt x="101" y="264"/>
                </a:lnTo>
                <a:lnTo>
                  <a:pt x="100" y="264"/>
                </a:lnTo>
                <a:lnTo>
                  <a:pt x="100" y="265"/>
                </a:lnTo>
                <a:lnTo>
                  <a:pt x="99" y="265"/>
                </a:lnTo>
                <a:lnTo>
                  <a:pt x="99" y="266"/>
                </a:lnTo>
                <a:lnTo>
                  <a:pt x="98" y="266"/>
                </a:lnTo>
                <a:lnTo>
                  <a:pt x="97" y="267"/>
                </a:lnTo>
                <a:lnTo>
                  <a:pt x="96" y="267"/>
                </a:lnTo>
                <a:lnTo>
                  <a:pt x="95" y="268"/>
                </a:lnTo>
                <a:lnTo>
                  <a:pt x="94" y="269"/>
                </a:lnTo>
                <a:lnTo>
                  <a:pt x="93" y="270"/>
                </a:lnTo>
                <a:lnTo>
                  <a:pt x="92" y="270"/>
                </a:lnTo>
                <a:lnTo>
                  <a:pt x="91" y="270"/>
                </a:lnTo>
                <a:lnTo>
                  <a:pt x="91" y="271"/>
                </a:lnTo>
                <a:lnTo>
                  <a:pt x="91" y="272"/>
                </a:lnTo>
                <a:lnTo>
                  <a:pt x="90" y="272"/>
                </a:lnTo>
                <a:lnTo>
                  <a:pt x="90" y="273"/>
                </a:lnTo>
                <a:lnTo>
                  <a:pt x="90" y="274"/>
                </a:lnTo>
                <a:lnTo>
                  <a:pt x="89" y="275"/>
                </a:lnTo>
                <a:lnTo>
                  <a:pt x="89" y="276"/>
                </a:lnTo>
                <a:lnTo>
                  <a:pt x="89" y="277"/>
                </a:lnTo>
                <a:lnTo>
                  <a:pt x="89" y="278"/>
                </a:lnTo>
                <a:lnTo>
                  <a:pt x="89" y="279"/>
                </a:lnTo>
                <a:lnTo>
                  <a:pt x="88" y="280"/>
                </a:lnTo>
                <a:lnTo>
                  <a:pt x="87" y="280"/>
                </a:lnTo>
                <a:lnTo>
                  <a:pt x="87" y="281"/>
                </a:lnTo>
                <a:lnTo>
                  <a:pt x="86" y="282"/>
                </a:lnTo>
                <a:lnTo>
                  <a:pt x="86" y="283"/>
                </a:lnTo>
                <a:lnTo>
                  <a:pt x="86" y="284"/>
                </a:lnTo>
                <a:lnTo>
                  <a:pt x="85" y="284"/>
                </a:lnTo>
                <a:lnTo>
                  <a:pt x="85" y="285"/>
                </a:lnTo>
                <a:lnTo>
                  <a:pt x="85" y="287"/>
                </a:lnTo>
                <a:lnTo>
                  <a:pt x="84" y="288"/>
                </a:lnTo>
                <a:lnTo>
                  <a:pt x="84" y="289"/>
                </a:lnTo>
                <a:lnTo>
                  <a:pt x="84" y="290"/>
                </a:lnTo>
                <a:lnTo>
                  <a:pt x="84" y="291"/>
                </a:lnTo>
                <a:lnTo>
                  <a:pt x="83" y="292"/>
                </a:lnTo>
                <a:lnTo>
                  <a:pt x="83" y="294"/>
                </a:lnTo>
                <a:lnTo>
                  <a:pt x="82" y="295"/>
                </a:lnTo>
                <a:lnTo>
                  <a:pt x="82" y="296"/>
                </a:lnTo>
                <a:lnTo>
                  <a:pt x="82" y="297"/>
                </a:lnTo>
                <a:lnTo>
                  <a:pt x="80" y="297"/>
                </a:lnTo>
                <a:lnTo>
                  <a:pt x="80" y="298"/>
                </a:lnTo>
                <a:lnTo>
                  <a:pt x="80" y="299"/>
                </a:lnTo>
                <a:lnTo>
                  <a:pt x="79" y="300"/>
                </a:lnTo>
                <a:lnTo>
                  <a:pt x="79" y="301"/>
                </a:lnTo>
                <a:lnTo>
                  <a:pt x="79" y="302"/>
                </a:lnTo>
                <a:lnTo>
                  <a:pt x="79" y="303"/>
                </a:lnTo>
                <a:lnTo>
                  <a:pt x="78" y="303"/>
                </a:lnTo>
                <a:lnTo>
                  <a:pt x="78" y="304"/>
                </a:lnTo>
                <a:lnTo>
                  <a:pt x="78" y="305"/>
                </a:lnTo>
                <a:lnTo>
                  <a:pt x="78" y="306"/>
                </a:lnTo>
                <a:lnTo>
                  <a:pt x="77" y="307"/>
                </a:lnTo>
                <a:lnTo>
                  <a:pt x="77" y="311"/>
                </a:lnTo>
                <a:lnTo>
                  <a:pt x="78" y="312"/>
                </a:lnTo>
                <a:lnTo>
                  <a:pt x="78" y="319"/>
                </a:lnTo>
                <a:lnTo>
                  <a:pt x="78" y="324"/>
                </a:lnTo>
                <a:lnTo>
                  <a:pt x="78" y="325"/>
                </a:lnTo>
                <a:lnTo>
                  <a:pt x="77" y="326"/>
                </a:lnTo>
                <a:lnTo>
                  <a:pt x="77" y="327"/>
                </a:lnTo>
                <a:lnTo>
                  <a:pt x="77" y="328"/>
                </a:lnTo>
                <a:lnTo>
                  <a:pt x="78" y="328"/>
                </a:lnTo>
                <a:lnTo>
                  <a:pt x="77" y="330"/>
                </a:lnTo>
                <a:lnTo>
                  <a:pt x="77" y="331"/>
                </a:lnTo>
                <a:lnTo>
                  <a:pt x="78" y="331"/>
                </a:lnTo>
                <a:lnTo>
                  <a:pt x="78" y="334"/>
                </a:lnTo>
                <a:lnTo>
                  <a:pt x="78" y="335"/>
                </a:lnTo>
                <a:lnTo>
                  <a:pt x="78" y="336"/>
                </a:lnTo>
                <a:lnTo>
                  <a:pt x="77" y="336"/>
                </a:lnTo>
                <a:lnTo>
                  <a:pt x="77" y="337"/>
                </a:lnTo>
                <a:lnTo>
                  <a:pt x="76" y="338"/>
                </a:lnTo>
                <a:lnTo>
                  <a:pt x="76" y="339"/>
                </a:lnTo>
                <a:lnTo>
                  <a:pt x="75" y="339"/>
                </a:lnTo>
                <a:lnTo>
                  <a:pt x="74" y="340"/>
                </a:lnTo>
                <a:lnTo>
                  <a:pt x="73" y="340"/>
                </a:lnTo>
                <a:lnTo>
                  <a:pt x="73" y="341"/>
                </a:lnTo>
                <a:lnTo>
                  <a:pt x="73" y="342"/>
                </a:lnTo>
                <a:lnTo>
                  <a:pt x="73" y="343"/>
                </a:lnTo>
                <a:lnTo>
                  <a:pt x="73" y="344"/>
                </a:lnTo>
                <a:lnTo>
                  <a:pt x="73" y="345"/>
                </a:lnTo>
                <a:lnTo>
                  <a:pt x="74" y="346"/>
                </a:lnTo>
                <a:lnTo>
                  <a:pt x="74" y="347"/>
                </a:lnTo>
                <a:lnTo>
                  <a:pt x="75" y="347"/>
                </a:lnTo>
                <a:lnTo>
                  <a:pt x="75" y="348"/>
                </a:lnTo>
                <a:lnTo>
                  <a:pt x="75" y="349"/>
                </a:lnTo>
                <a:lnTo>
                  <a:pt x="74" y="349"/>
                </a:lnTo>
                <a:lnTo>
                  <a:pt x="73" y="348"/>
                </a:lnTo>
                <a:lnTo>
                  <a:pt x="73" y="347"/>
                </a:lnTo>
                <a:lnTo>
                  <a:pt x="72" y="347"/>
                </a:lnTo>
                <a:lnTo>
                  <a:pt x="72" y="346"/>
                </a:lnTo>
                <a:lnTo>
                  <a:pt x="71" y="346"/>
                </a:lnTo>
                <a:lnTo>
                  <a:pt x="71" y="345"/>
                </a:lnTo>
                <a:lnTo>
                  <a:pt x="71" y="346"/>
                </a:lnTo>
                <a:lnTo>
                  <a:pt x="70" y="346"/>
                </a:lnTo>
                <a:lnTo>
                  <a:pt x="69" y="345"/>
                </a:lnTo>
                <a:lnTo>
                  <a:pt x="68" y="344"/>
                </a:lnTo>
                <a:lnTo>
                  <a:pt x="67" y="344"/>
                </a:lnTo>
                <a:lnTo>
                  <a:pt x="66" y="343"/>
                </a:lnTo>
                <a:lnTo>
                  <a:pt x="65" y="343"/>
                </a:lnTo>
                <a:lnTo>
                  <a:pt x="64" y="344"/>
                </a:lnTo>
                <a:lnTo>
                  <a:pt x="64" y="345"/>
                </a:lnTo>
                <a:lnTo>
                  <a:pt x="65" y="346"/>
                </a:lnTo>
                <a:lnTo>
                  <a:pt x="64" y="346"/>
                </a:lnTo>
                <a:lnTo>
                  <a:pt x="64" y="347"/>
                </a:lnTo>
                <a:lnTo>
                  <a:pt x="63" y="347"/>
                </a:lnTo>
                <a:lnTo>
                  <a:pt x="62" y="347"/>
                </a:lnTo>
                <a:lnTo>
                  <a:pt x="62" y="346"/>
                </a:lnTo>
                <a:lnTo>
                  <a:pt x="61" y="346"/>
                </a:lnTo>
                <a:lnTo>
                  <a:pt x="61" y="345"/>
                </a:lnTo>
                <a:lnTo>
                  <a:pt x="61" y="344"/>
                </a:lnTo>
                <a:lnTo>
                  <a:pt x="61" y="342"/>
                </a:lnTo>
                <a:lnTo>
                  <a:pt x="62" y="342"/>
                </a:lnTo>
                <a:lnTo>
                  <a:pt x="62" y="341"/>
                </a:lnTo>
                <a:lnTo>
                  <a:pt x="61" y="341"/>
                </a:lnTo>
                <a:lnTo>
                  <a:pt x="61" y="340"/>
                </a:lnTo>
                <a:lnTo>
                  <a:pt x="60" y="339"/>
                </a:lnTo>
                <a:lnTo>
                  <a:pt x="60" y="338"/>
                </a:lnTo>
                <a:lnTo>
                  <a:pt x="59" y="337"/>
                </a:lnTo>
                <a:lnTo>
                  <a:pt x="59" y="336"/>
                </a:lnTo>
                <a:lnTo>
                  <a:pt x="59" y="335"/>
                </a:lnTo>
                <a:lnTo>
                  <a:pt x="60" y="335"/>
                </a:lnTo>
                <a:lnTo>
                  <a:pt x="60" y="334"/>
                </a:lnTo>
                <a:lnTo>
                  <a:pt x="60" y="333"/>
                </a:lnTo>
                <a:lnTo>
                  <a:pt x="61" y="333"/>
                </a:lnTo>
                <a:lnTo>
                  <a:pt x="61" y="332"/>
                </a:lnTo>
                <a:lnTo>
                  <a:pt x="61" y="331"/>
                </a:lnTo>
                <a:lnTo>
                  <a:pt x="60" y="330"/>
                </a:lnTo>
                <a:lnTo>
                  <a:pt x="61" y="330"/>
                </a:lnTo>
                <a:lnTo>
                  <a:pt x="62" y="330"/>
                </a:lnTo>
                <a:lnTo>
                  <a:pt x="62" y="329"/>
                </a:lnTo>
                <a:lnTo>
                  <a:pt x="61" y="328"/>
                </a:lnTo>
                <a:lnTo>
                  <a:pt x="61" y="327"/>
                </a:lnTo>
                <a:lnTo>
                  <a:pt x="61" y="326"/>
                </a:lnTo>
                <a:lnTo>
                  <a:pt x="59" y="319"/>
                </a:lnTo>
                <a:lnTo>
                  <a:pt x="59" y="318"/>
                </a:lnTo>
                <a:lnTo>
                  <a:pt x="59" y="317"/>
                </a:lnTo>
                <a:lnTo>
                  <a:pt x="58" y="317"/>
                </a:lnTo>
                <a:lnTo>
                  <a:pt x="58" y="316"/>
                </a:lnTo>
                <a:lnTo>
                  <a:pt x="58" y="315"/>
                </a:lnTo>
                <a:lnTo>
                  <a:pt x="57" y="314"/>
                </a:lnTo>
                <a:lnTo>
                  <a:pt x="56" y="313"/>
                </a:lnTo>
                <a:lnTo>
                  <a:pt x="56" y="312"/>
                </a:lnTo>
                <a:lnTo>
                  <a:pt x="56" y="311"/>
                </a:lnTo>
                <a:lnTo>
                  <a:pt x="56" y="310"/>
                </a:lnTo>
                <a:lnTo>
                  <a:pt x="55" y="310"/>
                </a:lnTo>
                <a:lnTo>
                  <a:pt x="55" y="309"/>
                </a:lnTo>
                <a:lnTo>
                  <a:pt x="55" y="308"/>
                </a:lnTo>
                <a:lnTo>
                  <a:pt x="55" y="307"/>
                </a:lnTo>
                <a:lnTo>
                  <a:pt x="54" y="307"/>
                </a:lnTo>
                <a:lnTo>
                  <a:pt x="53" y="305"/>
                </a:lnTo>
                <a:lnTo>
                  <a:pt x="52" y="304"/>
                </a:lnTo>
                <a:lnTo>
                  <a:pt x="52" y="303"/>
                </a:lnTo>
                <a:lnTo>
                  <a:pt x="51" y="303"/>
                </a:lnTo>
                <a:lnTo>
                  <a:pt x="51" y="302"/>
                </a:lnTo>
                <a:lnTo>
                  <a:pt x="51" y="301"/>
                </a:lnTo>
                <a:lnTo>
                  <a:pt x="50" y="301"/>
                </a:lnTo>
                <a:lnTo>
                  <a:pt x="50" y="300"/>
                </a:lnTo>
                <a:lnTo>
                  <a:pt x="49" y="300"/>
                </a:lnTo>
                <a:lnTo>
                  <a:pt x="48" y="299"/>
                </a:lnTo>
                <a:lnTo>
                  <a:pt x="47" y="299"/>
                </a:lnTo>
                <a:lnTo>
                  <a:pt x="47" y="298"/>
                </a:lnTo>
                <a:lnTo>
                  <a:pt x="46" y="298"/>
                </a:lnTo>
                <a:lnTo>
                  <a:pt x="45" y="297"/>
                </a:lnTo>
                <a:lnTo>
                  <a:pt x="44" y="297"/>
                </a:lnTo>
                <a:lnTo>
                  <a:pt x="44" y="296"/>
                </a:lnTo>
                <a:lnTo>
                  <a:pt x="43" y="296"/>
                </a:lnTo>
                <a:lnTo>
                  <a:pt x="42" y="296"/>
                </a:lnTo>
                <a:lnTo>
                  <a:pt x="42" y="295"/>
                </a:lnTo>
                <a:lnTo>
                  <a:pt x="41" y="295"/>
                </a:lnTo>
                <a:lnTo>
                  <a:pt x="40" y="295"/>
                </a:lnTo>
                <a:lnTo>
                  <a:pt x="39" y="294"/>
                </a:lnTo>
                <a:lnTo>
                  <a:pt x="38" y="293"/>
                </a:lnTo>
                <a:lnTo>
                  <a:pt x="38" y="292"/>
                </a:lnTo>
                <a:lnTo>
                  <a:pt x="37" y="292"/>
                </a:lnTo>
                <a:lnTo>
                  <a:pt x="37" y="291"/>
                </a:lnTo>
                <a:lnTo>
                  <a:pt x="36" y="291"/>
                </a:lnTo>
                <a:lnTo>
                  <a:pt x="36" y="290"/>
                </a:lnTo>
                <a:lnTo>
                  <a:pt x="35" y="290"/>
                </a:lnTo>
                <a:lnTo>
                  <a:pt x="34" y="290"/>
                </a:lnTo>
                <a:lnTo>
                  <a:pt x="35" y="290"/>
                </a:lnTo>
                <a:lnTo>
                  <a:pt x="34" y="290"/>
                </a:lnTo>
                <a:lnTo>
                  <a:pt x="33" y="290"/>
                </a:lnTo>
                <a:lnTo>
                  <a:pt x="33" y="289"/>
                </a:lnTo>
                <a:lnTo>
                  <a:pt x="32" y="289"/>
                </a:lnTo>
                <a:lnTo>
                  <a:pt x="32" y="288"/>
                </a:lnTo>
                <a:lnTo>
                  <a:pt x="31" y="288"/>
                </a:lnTo>
                <a:lnTo>
                  <a:pt x="30" y="287"/>
                </a:lnTo>
                <a:lnTo>
                  <a:pt x="29" y="287"/>
                </a:lnTo>
                <a:lnTo>
                  <a:pt x="28" y="286"/>
                </a:lnTo>
                <a:lnTo>
                  <a:pt x="27" y="285"/>
                </a:lnTo>
                <a:lnTo>
                  <a:pt x="27" y="284"/>
                </a:lnTo>
                <a:lnTo>
                  <a:pt x="26" y="284"/>
                </a:lnTo>
                <a:lnTo>
                  <a:pt x="26" y="283"/>
                </a:lnTo>
                <a:lnTo>
                  <a:pt x="26" y="282"/>
                </a:lnTo>
                <a:lnTo>
                  <a:pt x="26" y="283"/>
                </a:lnTo>
                <a:lnTo>
                  <a:pt x="27" y="283"/>
                </a:lnTo>
                <a:lnTo>
                  <a:pt x="27" y="284"/>
                </a:lnTo>
                <a:lnTo>
                  <a:pt x="28" y="283"/>
                </a:lnTo>
                <a:lnTo>
                  <a:pt x="27" y="283"/>
                </a:lnTo>
                <a:lnTo>
                  <a:pt x="27" y="282"/>
                </a:lnTo>
                <a:lnTo>
                  <a:pt x="26" y="282"/>
                </a:lnTo>
                <a:lnTo>
                  <a:pt x="26" y="281"/>
                </a:lnTo>
                <a:lnTo>
                  <a:pt x="25" y="280"/>
                </a:lnTo>
                <a:lnTo>
                  <a:pt x="24" y="279"/>
                </a:lnTo>
                <a:lnTo>
                  <a:pt x="23" y="278"/>
                </a:lnTo>
                <a:lnTo>
                  <a:pt x="23" y="277"/>
                </a:lnTo>
                <a:lnTo>
                  <a:pt x="23" y="276"/>
                </a:lnTo>
                <a:lnTo>
                  <a:pt x="23" y="277"/>
                </a:lnTo>
                <a:lnTo>
                  <a:pt x="24" y="276"/>
                </a:lnTo>
                <a:lnTo>
                  <a:pt x="23" y="276"/>
                </a:lnTo>
                <a:lnTo>
                  <a:pt x="24" y="276"/>
                </a:lnTo>
                <a:lnTo>
                  <a:pt x="23" y="276"/>
                </a:lnTo>
                <a:lnTo>
                  <a:pt x="23" y="275"/>
                </a:lnTo>
                <a:lnTo>
                  <a:pt x="23" y="276"/>
                </a:lnTo>
                <a:lnTo>
                  <a:pt x="22" y="275"/>
                </a:lnTo>
                <a:lnTo>
                  <a:pt x="21" y="276"/>
                </a:lnTo>
                <a:lnTo>
                  <a:pt x="21" y="275"/>
                </a:lnTo>
                <a:lnTo>
                  <a:pt x="21" y="274"/>
                </a:lnTo>
                <a:lnTo>
                  <a:pt x="20" y="274"/>
                </a:lnTo>
                <a:lnTo>
                  <a:pt x="20" y="273"/>
                </a:lnTo>
                <a:lnTo>
                  <a:pt x="20" y="272"/>
                </a:lnTo>
                <a:lnTo>
                  <a:pt x="20" y="271"/>
                </a:lnTo>
                <a:lnTo>
                  <a:pt x="20" y="270"/>
                </a:lnTo>
                <a:lnTo>
                  <a:pt x="21" y="270"/>
                </a:lnTo>
                <a:lnTo>
                  <a:pt x="22" y="269"/>
                </a:lnTo>
                <a:lnTo>
                  <a:pt x="22" y="268"/>
                </a:lnTo>
                <a:lnTo>
                  <a:pt x="22" y="266"/>
                </a:lnTo>
                <a:lnTo>
                  <a:pt x="21" y="266"/>
                </a:lnTo>
                <a:lnTo>
                  <a:pt x="21" y="267"/>
                </a:lnTo>
                <a:lnTo>
                  <a:pt x="20" y="266"/>
                </a:lnTo>
                <a:lnTo>
                  <a:pt x="20" y="265"/>
                </a:lnTo>
                <a:lnTo>
                  <a:pt x="20" y="264"/>
                </a:lnTo>
                <a:lnTo>
                  <a:pt x="19" y="263"/>
                </a:lnTo>
                <a:lnTo>
                  <a:pt x="19" y="262"/>
                </a:lnTo>
                <a:lnTo>
                  <a:pt x="18" y="261"/>
                </a:lnTo>
                <a:lnTo>
                  <a:pt x="18" y="259"/>
                </a:lnTo>
                <a:lnTo>
                  <a:pt x="17" y="258"/>
                </a:lnTo>
                <a:lnTo>
                  <a:pt x="17" y="257"/>
                </a:lnTo>
                <a:lnTo>
                  <a:pt x="16" y="256"/>
                </a:lnTo>
                <a:lnTo>
                  <a:pt x="15" y="256"/>
                </a:lnTo>
                <a:lnTo>
                  <a:pt x="16" y="256"/>
                </a:lnTo>
                <a:lnTo>
                  <a:pt x="16" y="255"/>
                </a:lnTo>
                <a:lnTo>
                  <a:pt x="16" y="254"/>
                </a:lnTo>
                <a:lnTo>
                  <a:pt x="15" y="253"/>
                </a:lnTo>
                <a:lnTo>
                  <a:pt x="15" y="252"/>
                </a:lnTo>
                <a:lnTo>
                  <a:pt x="14" y="251"/>
                </a:lnTo>
                <a:lnTo>
                  <a:pt x="15" y="251"/>
                </a:lnTo>
                <a:lnTo>
                  <a:pt x="15" y="250"/>
                </a:lnTo>
                <a:lnTo>
                  <a:pt x="14" y="249"/>
                </a:lnTo>
                <a:lnTo>
                  <a:pt x="14" y="248"/>
                </a:lnTo>
                <a:lnTo>
                  <a:pt x="14" y="247"/>
                </a:lnTo>
                <a:lnTo>
                  <a:pt x="13" y="247"/>
                </a:lnTo>
                <a:lnTo>
                  <a:pt x="13" y="246"/>
                </a:lnTo>
                <a:lnTo>
                  <a:pt x="13" y="245"/>
                </a:lnTo>
                <a:lnTo>
                  <a:pt x="13" y="243"/>
                </a:lnTo>
                <a:lnTo>
                  <a:pt x="13" y="242"/>
                </a:lnTo>
                <a:lnTo>
                  <a:pt x="13" y="241"/>
                </a:lnTo>
                <a:lnTo>
                  <a:pt x="12" y="241"/>
                </a:lnTo>
                <a:lnTo>
                  <a:pt x="12" y="240"/>
                </a:lnTo>
                <a:lnTo>
                  <a:pt x="12" y="239"/>
                </a:lnTo>
                <a:lnTo>
                  <a:pt x="11" y="239"/>
                </a:lnTo>
                <a:lnTo>
                  <a:pt x="11" y="238"/>
                </a:lnTo>
                <a:lnTo>
                  <a:pt x="10" y="238"/>
                </a:lnTo>
                <a:lnTo>
                  <a:pt x="10" y="237"/>
                </a:lnTo>
                <a:lnTo>
                  <a:pt x="9" y="237"/>
                </a:lnTo>
                <a:lnTo>
                  <a:pt x="9" y="236"/>
                </a:lnTo>
                <a:lnTo>
                  <a:pt x="8" y="236"/>
                </a:lnTo>
                <a:lnTo>
                  <a:pt x="8" y="235"/>
                </a:lnTo>
                <a:lnTo>
                  <a:pt x="7" y="234"/>
                </a:lnTo>
                <a:lnTo>
                  <a:pt x="6" y="233"/>
                </a:lnTo>
                <a:lnTo>
                  <a:pt x="5" y="233"/>
                </a:lnTo>
                <a:lnTo>
                  <a:pt x="4" y="233"/>
                </a:lnTo>
                <a:lnTo>
                  <a:pt x="3" y="232"/>
                </a:lnTo>
                <a:lnTo>
                  <a:pt x="3" y="231"/>
                </a:lnTo>
                <a:lnTo>
                  <a:pt x="3" y="232"/>
                </a:lnTo>
                <a:lnTo>
                  <a:pt x="2" y="231"/>
                </a:lnTo>
                <a:lnTo>
                  <a:pt x="1" y="230"/>
                </a:lnTo>
                <a:lnTo>
                  <a:pt x="1" y="231"/>
                </a:lnTo>
                <a:lnTo>
                  <a:pt x="0" y="230"/>
                </a:lnTo>
                <a:lnTo>
                  <a:pt x="0" y="229"/>
                </a:lnTo>
                <a:lnTo>
                  <a:pt x="1" y="228"/>
                </a:lnTo>
                <a:lnTo>
                  <a:pt x="0" y="227"/>
                </a:lnTo>
                <a:lnTo>
                  <a:pt x="0" y="226"/>
                </a:lnTo>
                <a:lnTo>
                  <a:pt x="1" y="226"/>
                </a:lnTo>
                <a:lnTo>
                  <a:pt x="1" y="225"/>
                </a:lnTo>
                <a:lnTo>
                  <a:pt x="2" y="224"/>
                </a:lnTo>
                <a:lnTo>
                  <a:pt x="1" y="225"/>
                </a:lnTo>
                <a:lnTo>
                  <a:pt x="1" y="226"/>
                </a:lnTo>
                <a:lnTo>
                  <a:pt x="2" y="225"/>
                </a:lnTo>
                <a:lnTo>
                  <a:pt x="3" y="224"/>
                </a:lnTo>
                <a:lnTo>
                  <a:pt x="4" y="224"/>
                </a:lnTo>
                <a:lnTo>
                  <a:pt x="5" y="224"/>
                </a:lnTo>
                <a:lnTo>
                  <a:pt x="5" y="223"/>
                </a:lnTo>
                <a:lnTo>
                  <a:pt x="5" y="222"/>
                </a:lnTo>
                <a:lnTo>
                  <a:pt x="4" y="222"/>
                </a:lnTo>
                <a:lnTo>
                  <a:pt x="4" y="219"/>
                </a:lnTo>
                <a:lnTo>
                  <a:pt x="4" y="218"/>
                </a:lnTo>
                <a:lnTo>
                  <a:pt x="3" y="218"/>
                </a:lnTo>
                <a:lnTo>
                  <a:pt x="4" y="217"/>
                </a:lnTo>
                <a:lnTo>
                  <a:pt x="4" y="216"/>
                </a:lnTo>
                <a:lnTo>
                  <a:pt x="4" y="215"/>
                </a:lnTo>
                <a:lnTo>
                  <a:pt x="5" y="215"/>
                </a:lnTo>
                <a:lnTo>
                  <a:pt x="5" y="214"/>
                </a:lnTo>
                <a:lnTo>
                  <a:pt x="4" y="214"/>
                </a:lnTo>
                <a:lnTo>
                  <a:pt x="5" y="214"/>
                </a:lnTo>
                <a:lnTo>
                  <a:pt x="5" y="213"/>
                </a:lnTo>
                <a:lnTo>
                  <a:pt x="5" y="212"/>
                </a:lnTo>
                <a:lnTo>
                  <a:pt x="5" y="213"/>
                </a:lnTo>
                <a:lnTo>
                  <a:pt x="5" y="214"/>
                </a:lnTo>
                <a:lnTo>
                  <a:pt x="6" y="214"/>
                </a:lnTo>
                <a:lnTo>
                  <a:pt x="6" y="212"/>
                </a:lnTo>
                <a:lnTo>
                  <a:pt x="6" y="211"/>
                </a:lnTo>
                <a:lnTo>
                  <a:pt x="7" y="211"/>
                </a:lnTo>
                <a:lnTo>
                  <a:pt x="7" y="210"/>
                </a:lnTo>
                <a:lnTo>
                  <a:pt x="7" y="209"/>
                </a:lnTo>
                <a:lnTo>
                  <a:pt x="8" y="209"/>
                </a:lnTo>
                <a:lnTo>
                  <a:pt x="8" y="208"/>
                </a:lnTo>
                <a:lnTo>
                  <a:pt x="7" y="208"/>
                </a:lnTo>
                <a:lnTo>
                  <a:pt x="7" y="209"/>
                </a:lnTo>
                <a:lnTo>
                  <a:pt x="6" y="209"/>
                </a:lnTo>
                <a:lnTo>
                  <a:pt x="6" y="207"/>
                </a:lnTo>
                <a:lnTo>
                  <a:pt x="6" y="206"/>
                </a:lnTo>
                <a:lnTo>
                  <a:pt x="7" y="206"/>
                </a:lnTo>
                <a:lnTo>
                  <a:pt x="8" y="206"/>
                </a:lnTo>
                <a:lnTo>
                  <a:pt x="7" y="206"/>
                </a:lnTo>
                <a:lnTo>
                  <a:pt x="7" y="205"/>
                </a:lnTo>
                <a:lnTo>
                  <a:pt x="7" y="204"/>
                </a:lnTo>
                <a:lnTo>
                  <a:pt x="8" y="203"/>
                </a:lnTo>
                <a:lnTo>
                  <a:pt x="8" y="202"/>
                </a:lnTo>
                <a:lnTo>
                  <a:pt x="9" y="202"/>
                </a:lnTo>
                <a:lnTo>
                  <a:pt x="8" y="202"/>
                </a:lnTo>
                <a:lnTo>
                  <a:pt x="8" y="201"/>
                </a:lnTo>
                <a:lnTo>
                  <a:pt x="9" y="200"/>
                </a:lnTo>
                <a:lnTo>
                  <a:pt x="9" y="199"/>
                </a:lnTo>
                <a:lnTo>
                  <a:pt x="10" y="198"/>
                </a:lnTo>
                <a:lnTo>
                  <a:pt x="10" y="199"/>
                </a:lnTo>
                <a:lnTo>
                  <a:pt x="9" y="200"/>
                </a:lnTo>
                <a:lnTo>
                  <a:pt x="10" y="200"/>
                </a:lnTo>
                <a:lnTo>
                  <a:pt x="10" y="199"/>
                </a:lnTo>
                <a:lnTo>
                  <a:pt x="10" y="200"/>
                </a:lnTo>
                <a:lnTo>
                  <a:pt x="11" y="200"/>
                </a:lnTo>
                <a:lnTo>
                  <a:pt x="11" y="199"/>
                </a:lnTo>
                <a:lnTo>
                  <a:pt x="11" y="198"/>
                </a:lnTo>
                <a:lnTo>
                  <a:pt x="10" y="198"/>
                </a:lnTo>
                <a:lnTo>
                  <a:pt x="10" y="197"/>
                </a:lnTo>
                <a:lnTo>
                  <a:pt x="9" y="197"/>
                </a:lnTo>
                <a:lnTo>
                  <a:pt x="11" y="197"/>
                </a:lnTo>
                <a:lnTo>
                  <a:pt x="12" y="196"/>
                </a:lnTo>
                <a:lnTo>
                  <a:pt x="12" y="195"/>
                </a:lnTo>
                <a:lnTo>
                  <a:pt x="11" y="195"/>
                </a:lnTo>
                <a:lnTo>
                  <a:pt x="11" y="196"/>
                </a:lnTo>
                <a:lnTo>
                  <a:pt x="11" y="195"/>
                </a:lnTo>
                <a:lnTo>
                  <a:pt x="10" y="194"/>
                </a:lnTo>
                <a:lnTo>
                  <a:pt x="11" y="193"/>
                </a:lnTo>
                <a:lnTo>
                  <a:pt x="10" y="193"/>
                </a:lnTo>
                <a:lnTo>
                  <a:pt x="10" y="192"/>
                </a:lnTo>
                <a:lnTo>
                  <a:pt x="10" y="191"/>
                </a:lnTo>
                <a:lnTo>
                  <a:pt x="11" y="191"/>
                </a:lnTo>
                <a:lnTo>
                  <a:pt x="11" y="190"/>
                </a:lnTo>
                <a:lnTo>
                  <a:pt x="10" y="190"/>
                </a:lnTo>
                <a:lnTo>
                  <a:pt x="9" y="191"/>
                </a:lnTo>
                <a:lnTo>
                  <a:pt x="9" y="190"/>
                </a:lnTo>
                <a:lnTo>
                  <a:pt x="10" y="190"/>
                </a:lnTo>
                <a:lnTo>
                  <a:pt x="10" y="189"/>
                </a:lnTo>
                <a:lnTo>
                  <a:pt x="10" y="188"/>
                </a:lnTo>
                <a:lnTo>
                  <a:pt x="11" y="188"/>
                </a:lnTo>
                <a:lnTo>
                  <a:pt x="11" y="187"/>
                </a:lnTo>
                <a:lnTo>
                  <a:pt x="11" y="186"/>
                </a:lnTo>
                <a:lnTo>
                  <a:pt x="10" y="186"/>
                </a:lnTo>
                <a:lnTo>
                  <a:pt x="9" y="186"/>
                </a:lnTo>
                <a:lnTo>
                  <a:pt x="8" y="186"/>
                </a:lnTo>
                <a:lnTo>
                  <a:pt x="8" y="185"/>
                </a:lnTo>
                <a:lnTo>
                  <a:pt x="8" y="184"/>
                </a:lnTo>
                <a:lnTo>
                  <a:pt x="8" y="183"/>
                </a:lnTo>
                <a:lnTo>
                  <a:pt x="9" y="183"/>
                </a:lnTo>
                <a:lnTo>
                  <a:pt x="10" y="184"/>
                </a:lnTo>
                <a:lnTo>
                  <a:pt x="10" y="183"/>
                </a:lnTo>
                <a:lnTo>
                  <a:pt x="11" y="183"/>
                </a:lnTo>
                <a:lnTo>
                  <a:pt x="11" y="182"/>
                </a:lnTo>
                <a:lnTo>
                  <a:pt x="10" y="181"/>
                </a:lnTo>
                <a:lnTo>
                  <a:pt x="10" y="179"/>
                </a:lnTo>
                <a:lnTo>
                  <a:pt x="10" y="178"/>
                </a:lnTo>
                <a:lnTo>
                  <a:pt x="10" y="176"/>
                </a:lnTo>
                <a:lnTo>
                  <a:pt x="11" y="176"/>
                </a:lnTo>
                <a:lnTo>
                  <a:pt x="10" y="175"/>
                </a:lnTo>
                <a:lnTo>
                  <a:pt x="10" y="174"/>
                </a:lnTo>
                <a:lnTo>
                  <a:pt x="10" y="173"/>
                </a:lnTo>
                <a:lnTo>
                  <a:pt x="10" y="172"/>
                </a:lnTo>
                <a:lnTo>
                  <a:pt x="10" y="171"/>
                </a:lnTo>
                <a:lnTo>
                  <a:pt x="10" y="170"/>
                </a:lnTo>
                <a:lnTo>
                  <a:pt x="10" y="169"/>
                </a:lnTo>
                <a:lnTo>
                  <a:pt x="11" y="169"/>
                </a:lnTo>
                <a:lnTo>
                  <a:pt x="11" y="168"/>
                </a:lnTo>
                <a:lnTo>
                  <a:pt x="11" y="167"/>
                </a:lnTo>
                <a:lnTo>
                  <a:pt x="12" y="167"/>
                </a:lnTo>
                <a:lnTo>
                  <a:pt x="12" y="166"/>
                </a:lnTo>
                <a:lnTo>
                  <a:pt x="13" y="166"/>
                </a:lnTo>
                <a:lnTo>
                  <a:pt x="13" y="165"/>
                </a:lnTo>
                <a:lnTo>
                  <a:pt x="14" y="165"/>
                </a:lnTo>
                <a:lnTo>
                  <a:pt x="13" y="164"/>
                </a:lnTo>
                <a:lnTo>
                  <a:pt x="12" y="164"/>
                </a:lnTo>
                <a:lnTo>
                  <a:pt x="13" y="163"/>
                </a:lnTo>
                <a:lnTo>
                  <a:pt x="13" y="161"/>
                </a:lnTo>
                <a:lnTo>
                  <a:pt x="13" y="159"/>
                </a:lnTo>
                <a:lnTo>
                  <a:pt x="14" y="159"/>
                </a:lnTo>
                <a:lnTo>
                  <a:pt x="15" y="159"/>
                </a:lnTo>
                <a:lnTo>
                  <a:pt x="15" y="158"/>
                </a:lnTo>
                <a:lnTo>
                  <a:pt x="16" y="157"/>
                </a:lnTo>
                <a:lnTo>
                  <a:pt x="16" y="156"/>
                </a:lnTo>
                <a:lnTo>
                  <a:pt x="17" y="156"/>
                </a:lnTo>
                <a:lnTo>
                  <a:pt x="17" y="155"/>
                </a:lnTo>
                <a:lnTo>
                  <a:pt x="16" y="155"/>
                </a:lnTo>
                <a:lnTo>
                  <a:pt x="16" y="156"/>
                </a:lnTo>
                <a:lnTo>
                  <a:pt x="15" y="157"/>
                </a:lnTo>
                <a:lnTo>
                  <a:pt x="15" y="158"/>
                </a:lnTo>
                <a:lnTo>
                  <a:pt x="14" y="158"/>
                </a:lnTo>
                <a:lnTo>
                  <a:pt x="14" y="159"/>
                </a:lnTo>
                <a:lnTo>
                  <a:pt x="12" y="159"/>
                </a:lnTo>
                <a:lnTo>
                  <a:pt x="12" y="158"/>
                </a:lnTo>
                <a:lnTo>
                  <a:pt x="12" y="157"/>
                </a:lnTo>
                <a:lnTo>
                  <a:pt x="13" y="157"/>
                </a:lnTo>
                <a:lnTo>
                  <a:pt x="13" y="156"/>
                </a:lnTo>
                <a:lnTo>
                  <a:pt x="14" y="155"/>
                </a:lnTo>
                <a:lnTo>
                  <a:pt x="13" y="155"/>
                </a:lnTo>
                <a:lnTo>
                  <a:pt x="13" y="154"/>
                </a:lnTo>
                <a:lnTo>
                  <a:pt x="14" y="154"/>
                </a:lnTo>
                <a:lnTo>
                  <a:pt x="14" y="153"/>
                </a:lnTo>
                <a:lnTo>
                  <a:pt x="15" y="153"/>
                </a:lnTo>
                <a:lnTo>
                  <a:pt x="16" y="152"/>
                </a:lnTo>
                <a:lnTo>
                  <a:pt x="17" y="153"/>
                </a:lnTo>
                <a:lnTo>
                  <a:pt x="17" y="152"/>
                </a:lnTo>
                <a:lnTo>
                  <a:pt x="17" y="151"/>
                </a:lnTo>
                <a:lnTo>
                  <a:pt x="18" y="151"/>
                </a:lnTo>
                <a:lnTo>
                  <a:pt x="19" y="152"/>
                </a:lnTo>
                <a:lnTo>
                  <a:pt x="20" y="151"/>
                </a:lnTo>
                <a:lnTo>
                  <a:pt x="21" y="151"/>
                </a:lnTo>
                <a:lnTo>
                  <a:pt x="21" y="150"/>
                </a:lnTo>
                <a:lnTo>
                  <a:pt x="20" y="150"/>
                </a:lnTo>
                <a:lnTo>
                  <a:pt x="20" y="149"/>
                </a:lnTo>
                <a:lnTo>
                  <a:pt x="20" y="148"/>
                </a:lnTo>
                <a:lnTo>
                  <a:pt x="20" y="149"/>
                </a:lnTo>
                <a:lnTo>
                  <a:pt x="21" y="148"/>
                </a:lnTo>
                <a:lnTo>
                  <a:pt x="22" y="148"/>
                </a:lnTo>
                <a:lnTo>
                  <a:pt x="23" y="147"/>
                </a:lnTo>
                <a:lnTo>
                  <a:pt x="23" y="146"/>
                </a:lnTo>
                <a:lnTo>
                  <a:pt x="24" y="146"/>
                </a:lnTo>
                <a:lnTo>
                  <a:pt x="24" y="145"/>
                </a:lnTo>
                <a:lnTo>
                  <a:pt x="24" y="144"/>
                </a:lnTo>
                <a:lnTo>
                  <a:pt x="25" y="144"/>
                </a:lnTo>
                <a:lnTo>
                  <a:pt x="25" y="143"/>
                </a:lnTo>
                <a:lnTo>
                  <a:pt x="25" y="142"/>
                </a:lnTo>
                <a:lnTo>
                  <a:pt x="26" y="142"/>
                </a:lnTo>
                <a:lnTo>
                  <a:pt x="26" y="141"/>
                </a:lnTo>
                <a:lnTo>
                  <a:pt x="25" y="140"/>
                </a:lnTo>
                <a:lnTo>
                  <a:pt x="26" y="138"/>
                </a:lnTo>
                <a:lnTo>
                  <a:pt x="26" y="137"/>
                </a:lnTo>
                <a:lnTo>
                  <a:pt x="27" y="136"/>
                </a:lnTo>
                <a:lnTo>
                  <a:pt x="27" y="135"/>
                </a:lnTo>
                <a:lnTo>
                  <a:pt x="28" y="135"/>
                </a:lnTo>
                <a:lnTo>
                  <a:pt x="29" y="134"/>
                </a:lnTo>
                <a:lnTo>
                  <a:pt x="29" y="133"/>
                </a:lnTo>
                <a:lnTo>
                  <a:pt x="30" y="132"/>
                </a:lnTo>
                <a:lnTo>
                  <a:pt x="30" y="131"/>
                </a:lnTo>
                <a:lnTo>
                  <a:pt x="30" y="130"/>
                </a:lnTo>
                <a:lnTo>
                  <a:pt x="31" y="130"/>
                </a:lnTo>
                <a:lnTo>
                  <a:pt x="32" y="130"/>
                </a:lnTo>
                <a:lnTo>
                  <a:pt x="32" y="129"/>
                </a:lnTo>
                <a:lnTo>
                  <a:pt x="33" y="129"/>
                </a:lnTo>
                <a:lnTo>
                  <a:pt x="34" y="128"/>
                </a:lnTo>
                <a:lnTo>
                  <a:pt x="34" y="127"/>
                </a:lnTo>
                <a:lnTo>
                  <a:pt x="35" y="127"/>
                </a:lnTo>
                <a:lnTo>
                  <a:pt x="35" y="126"/>
                </a:lnTo>
                <a:lnTo>
                  <a:pt x="35" y="125"/>
                </a:lnTo>
                <a:lnTo>
                  <a:pt x="36" y="125"/>
                </a:lnTo>
                <a:lnTo>
                  <a:pt x="36" y="124"/>
                </a:lnTo>
                <a:lnTo>
                  <a:pt x="36" y="123"/>
                </a:lnTo>
                <a:lnTo>
                  <a:pt x="37" y="122"/>
                </a:lnTo>
                <a:lnTo>
                  <a:pt x="37" y="121"/>
                </a:lnTo>
                <a:lnTo>
                  <a:pt x="35" y="121"/>
                </a:lnTo>
                <a:lnTo>
                  <a:pt x="35" y="122"/>
                </a:lnTo>
                <a:lnTo>
                  <a:pt x="34" y="123"/>
                </a:lnTo>
                <a:lnTo>
                  <a:pt x="34" y="124"/>
                </a:lnTo>
                <a:lnTo>
                  <a:pt x="33" y="124"/>
                </a:lnTo>
                <a:lnTo>
                  <a:pt x="33" y="125"/>
                </a:lnTo>
                <a:lnTo>
                  <a:pt x="31" y="125"/>
                </a:lnTo>
                <a:lnTo>
                  <a:pt x="31" y="124"/>
                </a:lnTo>
                <a:lnTo>
                  <a:pt x="32" y="124"/>
                </a:lnTo>
                <a:lnTo>
                  <a:pt x="34" y="121"/>
                </a:lnTo>
                <a:lnTo>
                  <a:pt x="35" y="121"/>
                </a:lnTo>
                <a:lnTo>
                  <a:pt x="35" y="120"/>
                </a:lnTo>
                <a:lnTo>
                  <a:pt x="35" y="119"/>
                </a:lnTo>
                <a:lnTo>
                  <a:pt x="36" y="118"/>
                </a:lnTo>
                <a:lnTo>
                  <a:pt x="37" y="118"/>
                </a:lnTo>
                <a:lnTo>
                  <a:pt x="39" y="118"/>
                </a:lnTo>
                <a:lnTo>
                  <a:pt x="39" y="117"/>
                </a:lnTo>
                <a:lnTo>
                  <a:pt x="39" y="116"/>
                </a:lnTo>
                <a:lnTo>
                  <a:pt x="40" y="116"/>
                </a:lnTo>
                <a:lnTo>
                  <a:pt x="40" y="115"/>
                </a:lnTo>
                <a:lnTo>
                  <a:pt x="41" y="115"/>
                </a:lnTo>
                <a:lnTo>
                  <a:pt x="41" y="114"/>
                </a:lnTo>
                <a:lnTo>
                  <a:pt x="41" y="113"/>
                </a:lnTo>
                <a:lnTo>
                  <a:pt x="40" y="113"/>
                </a:lnTo>
                <a:lnTo>
                  <a:pt x="39" y="112"/>
                </a:lnTo>
                <a:lnTo>
                  <a:pt x="40" y="112"/>
                </a:lnTo>
                <a:lnTo>
                  <a:pt x="40" y="111"/>
                </a:lnTo>
                <a:lnTo>
                  <a:pt x="40" y="110"/>
                </a:lnTo>
                <a:lnTo>
                  <a:pt x="41" y="108"/>
                </a:lnTo>
                <a:lnTo>
                  <a:pt x="42" y="107"/>
                </a:lnTo>
                <a:lnTo>
                  <a:pt x="43" y="106"/>
                </a:lnTo>
                <a:lnTo>
                  <a:pt x="43" y="105"/>
                </a:lnTo>
                <a:lnTo>
                  <a:pt x="43" y="106"/>
                </a:lnTo>
                <a:lnTo>
                  <a:pt x="43" y="107"/>
                </a:lnTo>
                <a:lnTo>
                  <a:pt x="42" y="108"/>
                </a:lnTo>
                <a:lnTo>
                  <a:pt x="42" y="109"/>
                </a:lnTo>
                <a:lnTo>
                  <a:pt x="42" y="108"/>
                </a:lnTo>
                <a:lnTo>
                  <a:pt x="41" y="108"/>
                </a:lnTo>
                <a:lnTo>
                  <a:pt x="41" y="110"/>
                </a:lnTo>
                <a:lnTo>
                  <a:pt x="40" y="111"/>
                </a:lnTo>
                <a:lnTo>
                  <a:pt x="41" y="112"/>
                </a:lnTo>
                <a:lnTo>
                  <a:pt x="41" y="111"/>
                </a:lnTo>
                <a:lnTo>
                  <a:pt x="41" y="110"/>
                </a:lnTo>
                <a:lnTo>
                  <a:pt x="42" y="110"/>
                </a:lnTo>
                <a:lnTo>
                  <a:pt x="42" y="111"/>
                </a:lnTo>
                <a:lnTo>
                  <a:pt x="43" y="111"/>
                </a:lnTo>
                <a:lnTo>
                  <a:pt x="43" y="110"/>
                </a:lnTo>
                <a:lnTo>
                  <a:pt x="42" y="109"/>
                </a:lnTo>
                <a:lnTo>
                  <a:pt x="43" y="108"/>
                </a:lnTo>
                <a:lnTo>
                  <a:pt x="44" y="106"/>
                </a:lnTo>
                <a:lnTo>
                  <a:pt x="44" y="107"/>
                </a:lnTo>
                <a:lnTo>
                  <a:pt x="44" y="108"/>
                </a:lnTo>
                <a:lnTo>
                  <a:pt x="44" y="107"/>
                </a:lnTo>
                <a:lnTo>
                  <a:pt x="45" y="106"/>
                </a:lnTo>
                <a:lnTo>
                  <a:pt x="44" y="105"/>
                </a:lnTo>
                <a:lnTo>
                  <a:pt x="45" y="105"/>
                </a:lnTo>
                <a:lnTo>
                  <a:pt x="44" y="105"/>
                </a:lnTo>
                <a:lnTo>
                  <a:pt x="44" y="104"/>
                </a:lnTo>
                <a:lnTo>
                  <a:pt x="44" y="103"/>
                </a:lnTo>
                <a:lnTo>
                  <a:pt x="45" y="102"/>
                </a:lnTo>
                <a:lnTo>
                  <a:pt x="46" y="103"/>
                </a:lnTo>
                <a:lnTo>
                  <a:pt x="47" y="103"/>
                </a:lnTo>
                <a:lnTo>
                  <a:pt x="47" y="102"/>
                </a:lnTo>
                <a:lnTo>
                  <a:pt x="47" y="101"/>
                </a:lnTo>
                <a:lnTo>
                  <a:pt x="47" y="100"/>
                </a:lnTo>
                <a:lnTo>
                  <a:pt x="47" y="99"/>
                </a:lnTo>
                <a:lnTo>
                  <a:pt x="48" y="98"/>
                </a:lnTo>
                <a:lnTo>
                  <a:pt x="50" y="97"/>
                </a:lnTo>
                <a:lnTo>
                  <a:pt x="50" y="96"/>
                </a:lnTo>
                <a:lnTo>
                  <a:pt x="50" y="95"/>
                </a:lnTo>
                <a:lnTo>
                  <a:pt x="50" y="94"/>
                </a:lnTo>
                <a:lnTo>
                  <a:pt x="51" y="93"/>
                </a:lnTo>
                <a:lnTo>
                  <a:pt x="51" y="92"/>
                </a:lnTo>
                <a:lnTo>
                  <a:pt x="52" y="92"/>
                </a:lnTo>
                <a:lnTo>
                  <a:pt x="52" y="91"/>
                </a:lnTo>
                <a:lnTo>
                  <a:pt x="53" y="91"/>
                </a:lnTo>
                <a:lnTo>
                  <a:pt x="53" y="90"/>
                </a:lnTo>
                <a:lnTo>
                  <a:pt x="53" y="89"/>
                </a:lnTo>
                <a:lnTo>
                  <a:pt x="54" y="89"/>
                </a:lnTo>
                <a:lnTo>
                  <a:pt x="55" y="87"/>
                </a:lnTo>
                <a:lnTo>
                  <a:pt x="56" y="87"/>
                </a:lnTo>
                <a:lnTo>
                  <a:pt x="56" y="86"/>
                </a:lnTo>
                <a:lnTo>
                  <a:pt x="57" y="84"/>
                </a:lnTo>
                <a:lnTo>
                  <a:pt x="58" y="84"/>
                </a:lnTo>
                <a:lnTo>
                  <a:pt x="58" y="83"/>
                </a:lnTo>
                <a:lnTo>
                  <a:pt x="59" y="81"/>
                </a:lnTo>
                <a:lnTo>
                  <a:pt x="59" y="80"/>
                </a:lnTo>
                <a:lnTo>
                  <a:pt x="60" y="80"/>
                </a:lnTo>
                <a:lnTo>
                  <a:pt x="60" y="79"/>
                </a:lnTo>
                <a:lnTo>
                  <a:pt x="60" y="78"/>
                </a:lnTo>
                <a:lnTo>
                  <a:pt x="60" y="77"/>
                </a:lnTo>
                <a:lnTo>
                  <a:pt x="61" y="77"/>
                </a:lnTo>
                <a:lnTo>
                  <a:pt x="61" y="76"/>
                </a:lnTo>
                <a:lnTo>
                  <a:pt x="61" y="75"/>
                </a:lnTo>
                <a:lnTo>
                  <a:pt x="61" y="74"/>
                </a:lnTo>
                <a:lnTo>
                  <a:pt x="62" y="73"/>
                </a:lnTo>
                <a:lnTo>
                  <a:pt x="62" y="72"/>
                </a:lnTo>
                <a:lnTo>
                  <a:pt x="63" y="72"/>
                </a:lnTo>
                <a:lnTo>
                  <a:pt x="64" y="72"/>
                </a:lnTo>
                <a:lnTo>
                  <a:pt x="65" y="71"/>
                </a:lnTo>
                <a:lnTo>
                  <a:pt x="66" y="72"/>
                </a:lnTo>
                <a:lnTo>
                  <a:pt x="67" y="72"/>
                </a:lnTo>
                <a:lnTo>
                  <a:pt x="66" y="72"/>
                </a:lnTo>
                <a:lnTo>
                  <a:pt x="66" y="71"/>
                </a:lnTo>
                <a:lnTo>
                  <a:pt x="66" y="70"/>
                </a:lnTo>
                <a:lnTo>
                  <a:pt x="65" y="70"/>
                </a:lnTo>
                <a:lnTo>
                  <a:pt x="66" y="70"/>
                </a:lnTo>
                <a:lnTo>
                  <a:pt x="66" y="69"/>
                </a:lnTo>
                <a:lnTo>
                  <a:pt x="66" y="68"/>
                </a:lnTo>
                <a:lnTo>
                  <a:pt x="67" y="67"/>
                </a:lnTo>
                <a:lnTo>
                  <a:pt x="68" y="66"/>
                </a:lnTo>
                <a:lnTo>
                  <a:pt x="69" y="66"/>
                </a:lnTo>
                <a:lnTo>
                  <a:pt x="70" y="66"/>
                </a:lnTo>
                <a:lnTo>
                  <a:pt x="71" y="66"/>
                </a:lnTo>
                <a:lnTo>
                  <a:pt x="72" y="66"/>
                </a:lnTo>
                <a:lnTo>
                  <a:pt x="72" y="65"/>
                </a:lnTo>
                <a:lnTo>
                  <a:pt x="73" y="65"/>
                </a:lnTo>
                <a:lnTo>
                  <a:pt x="75" y="62"/>
                </a:lnTo>
                <a:lnTo>
                  <a:pt x="75" y="61"/>
                </a:lnTo>
                <a:lnTo>
                  <a:pt x="75" y="60"/>
                </a:lnTo>
                <a:lnTo>
                  <a:pt x="76" y="59"/>
                </a:lnTo>
                <a:lnTo>
                  <a:pt x="77" y="59"/>
                </a:lnTo>
                <a:lnTo>
                  <a:pt x="77" y="58"/>
                </a:lnTo>
                <a:lnTo>
                  <a:pt x="78" y="58"/>
                </a:lnTo>
                <a:lnTo>
                  <a:pt x="79" y="58"/>
                </a:lnTo>
                <a:lnTo>
                  <a:pt x="79" y="57"/>
                </a:lnTo>
                <a:lnTo>
                  <a:pt x="79" y="56"/>
                </a:lnTo>
                <a:lnTo>
                  <a:pt x="80" y="55"/>
                </a:lnTo>
                <a:lnTo>
                  <a:pt x="80" y="54"/>
                </a:lnTo>
                <a:lnTo>
                  <a:pt x="80" y="53"/>
                </a:lnTo>
                <a:lnTo>
                  <a:pt x="80" y="52"/>
                </a:lnTo>
                <a:lnTo>
                  <a:pt x="79" y="52"/>
                </a:lnTo>
                <a:lnTo>
                  <a:pt x="80" y="52"/>
                </a:lnTo>
                <a:lnTo>
                  <a:pt x="80" y="51"/>
                </a:lnTo>
                <a:lnTo>
                  <a:pt x="79" y="51"/>
                </a:lnTo>
                <a:lnTo>
                  <a:pt x="79" y="50"/>
                </a:lnTo>
                <a:lnTo>
                  <a:pt x="79" y="49"/>
                </a:lnTo>
                <a:lnTo>
                  <a:pt x="80" y="49"/>
                </a:lnTo>
                <a:lnTo>
                  <a:pt x="80" y="48"/>
                </a:lnTo>
                <a:lnTo>
                  <a:pt x="82" y="47"/>
                </a:lnTo>
                <a:lnTo>
                  <a:pt x="82" y="48"/>
                </a:lnTo>
                <a:lnTo>
                  <a:pt x="83" y="48"/>
                </a:lnTo>
                <a:lnTo>
                  <a:pt x="83" y="47"/>
                </a:lnTo>
                <a:lnTo>
                  <a:pt x="82" y="47"/>
                </a:lnTo>
                <a:lnTo>
                  <a:pt x="82" y="46"/>
                </a:lnTo>
                <a:lnTo>
                  <a:pt x="83" y="46"/>
                </a:lnTo>
                <a:lnTo>
                  <a:pt x="83" y="45"/>
                </a:lnTo>
                <a:lnTo>
                  <a:pt x="84" y="44"/>
                </a:lnTo>
                <a:lnTo>
                  <a:pt x="84" y="43"/>
                </a:lnTo>
                <a:lnTo>
                  <a:pt x="85" y="42"/>
                </a:lnTo>
                <a:lnTo>
                  <a:pt x="85" y="41"/>
                </a:lnTo>
                <a:lnTo>
                  <a:pt x="85" y="40"/>
                </a:lnTo>
                <a:lnTo>
                  <a:pt x="86" y="40"/>
                </a:lnTo>
                <a:lnTo>
                  <a:pt x="86" y="39"/>
                </a:lnTo>
                <a:lnTo>
                  <a:pt x="87" y="38"/>
                </a:lnTo>
                <a:lnTo>
                  <a:pt x="87" y="37"/>
                </a:lnTo>
                <a:lnTo>
                  <a:pt x="88" y="37"/>
                </a:lnTo>
                <a:lnTo>
                  <a:pt x="88" y="36"/>
                </a:lnTo>
                <a:lnTo>
                  <a:pt x="89" y="36"/>
                </a:lnTo>
                <a:lnTo>
                  <a:pt x="89" y="35"/>
                </a:lnTo>
                <a:lnTo>
                  <a:pt x="90" y="35"/>
                </a:lnTo>
                <a:lnTo>
                  <a:pt x="90" y="34"/>
                </a:lnTo>
                <a:lnTo>
                  <a:pt x="90" y="33"/>
                </a:lnTo>
                <a:lnTo>
                  <a:pt x="90" y="31"/>
                </a:lnTo>
                <a:lnTo>
                  <a:pt x="91" y="31"/>
                </a:lnTo>
                <a:lnTo>
                  <a:pt x="92" y="30"/>
                </a:lnTo>
                <a:lnTo>
                  <a:pt x="92" y="29"/>
                </a:lnTo>
                <a:lnTo>
                  <a:pt x="93" y="28"/>
                </a:lnTo>
                <a:lnTo>
                  <a:pt x="94" y="27"/>
                </a:lnTo>
                <a:lnTo>
                  <a:pt x="95" y="27"/>
                </a:lnTo>
                <a:lnTo>
                  <a:pt x="96" y="26"/>
                </a:lnTo>
                <a:lnTo>
                  <a:pt x="97" y="26"/>
                </a:lnTo>
                <a:lnTo>
                  <a:pt x="97" y="25"/>
                </a:lnTo>
                <a:lnTo>
                  <a:pt x="98" y="25"/>
                </a:lnTo>
                <a:lnTo>
                  <a:pt x="99" y="25"/>
                </a:lnTo>
                <a:lnTo>
                  <a:pt x="99" y="24"/>
                </a:lnTo>
                <a:lnTo>
                  <a:pt x="100" y="24"/>
                </a:lnTo>
                <a:lnTo>
                  <a:pt x="101" y="24"/>
                </a:lnTo>
                <a:lnTo>
                  <a:pt x="102" y="24"/>
                </a:lnTo>
                <a:lnTo>
                  <a:pt x="103" y="24"/>
                </a:lnTo>
                <a:lnTo>
                  <a:pt x="103" y="23"/>
                </a:lnTo>
                <a:lnTo>
                  <a:pt x="104" y="23"/>
                </a:lnTo>
                <a:lnTo>
                  <a:pt x="105" y="23"/>
                </a:lnTo>
                <a:lnTo>
                  <a:pt x="105" y="22"/>
                </a:lnTo>
                <a:lnTo>
                  <a:pt x="106" y="22"/>
                </a:lnTo>
                <a:lnTo>
                  <a:pt x="106" y="21"/>
                </a:lnTo>
                <a:lnTo>
                  <a:pt x="107" y="21"/>
                </a:lnTo>
                <a:lnTo>
                  <a:pt x="108" y="21"/>
                </a:lnTo>
                <a:lnTo>
                  <a:pt x="109" y="20"/>
                </a:lnTo>
                <a:lnTo>
                  <a:pt x="110" y="20"/>
                </a:lnTo>
                <a:lnTo>
                  <a:pt x="111" y="20"/>
                </a:lnTo>
                <a:lnTo>
                  <a:pt x="112" y="19"/>
                </a:lnTo>
                <a:lnTo>
                  <a:pt x="112" y="20"/>
                </a:lnTo>
                <a:lnTo>
                  <a:pt x="113" y="20"/>
                </a:lnTo>
                <a:lnTo>
                  <a:pt x="114" y="20"/>
                </a:lnTo>
                <a:lnTo>
                  <a:pt x="115" y="20"/>
                </a:lnTo>
                <a:lnTo>
                  <a:pt x="115" y="19"/>
                </a:lnTo>
                <a:lnTo>
                  <a:pt x="116" y="19"/>
                </a:lnTo>
                <a:lnTo>
                  <a:pt x="117" y="19"/>
                </a:lnTo>
                <a:lnTo>
                  <a:pt x="118" y="19"/>
                </a:lnTo>
                <a:lnTo>
                  <a:pt x="119" y="19"/>
                </a:lnTo>
                <a:lnTo>
                  <a:pt x="120" y="19"/>
                </a:lnTo>
                <a:lnTo>
                  <a:pt x="120" y="18"/>
                </a:lnTo>
                <a:lnTo>
                  <a:pt x="121" y="18"/>
                </a:lnTo>
                <a:lnTo>
                  <a:pt x="122" y="18"/>
                </a:lnTo>
                <a:lnTo>
                  <a:pt x="122" y="17"/>
                </a:lnTo>
                <a:lnTo>
                  <a:pt x="123" y="17"/>
                </a:lnTo>
                <a:lnTo>
                  <a:pt x="123" y="16"/>
                </a:lnTo>
                <a:lnTo>
                  <a:pt x="124" y="16"/>
                </a:lnTo>
                <a:lnTo>
                  <a:pt x="124" y="15"/>
                </a:lnTo>
                <a:lnTo>
                  <a:pt x="124" y="16"/>
                </a:lnTo>
                <a:lnTo>
                  <a:pt x="125" y="15"/>
                </a:lnTo>
                <a:lnTo>
                  <a:pt x="126" y="15"/>
                </a:lnTo>
                <a:lnTo>
                  <a:pt x="127" y="15"/>
                </a:lnTo>
                <a:lnTo>
                  <a:pt x="128" y="16"/>
                </a:lnTo>
                <a:lnTo>
                  <a:pt x="128" y="17"/>
                </a:lnTo>
                <a:lnTo>
                  <a:pt x="129" y="17"/>
                </a:lnTo>
                <a:lnTo>
                  <a:pt x="129" y="18"/>
                </a:lnTo>
                <a:lnTo>
                  <a:pt x="129" y="19"/>
                </a:lnTo>
                <a:lnTo>
                  <a:pt x="130" y="19"/>
                </a:lnTo>
                <a:lnTo>
                  <a:pt x="130" y="18"/>
                </a:lnTo>
                <a:lnTo>
                  <a:pt x="129" y="17"/>
                </a:lnTo>
                <a:lnTo>
                  <a:pt x="129" y="16"/>
                </a:lnTo>
                <a:lnTo>
                  <a:pt x="129" y="15"/>
                </a:lnTo>
                <a:lnTo>
                  <a:pt x="128" y="15"/>
                </a:lnTo>
                <a:lnTo>
                  <a:pt x="128" y="14"/>
                </a:lnTo>
                <a:lnTo>
                  <a:pt x="127" y="14"/>
                </a:lnTo>
                <a:lnTo>
                  <a:pt x="126" y="14"/>
                </a:lnTo>
                <a:lnTo>
                  <a:pt x="126" y="13"/>
                </a:lnTo>
                <a:lnTo>
                  <a:pt x="125" y="13"/>
                </a:lnTo>
                <a:lnTo>
                  <a:pt x="126" y="12"/>
                </a:lnTo>
                <a:lnTo>
                  <a:pt x="126" y="11"/>
                </a:lnTo>
                <a:lnTo>
                  <a:pt x="127" y="11"/>
                </a:lnTo>
                <a:lnTo>
                  <a:pt x="127" y="10"/>
                </a:lnTo>
                <a:lnTo>
                  <a:pt x="128" y="10"/>
                </a:lnTo>
                <a:lnTo>
                  <a:pt x="128" y="9"/>
                </a:lnTo>
                <a:lnTo>
                  <a:pt x="128" y="8"/>
                </a:lnTo>
                <a:lnTo>
                  <a:pt x="129" y="8"/>
                </a:lnTo>
                <a:lnTo>
                  <a:pt x="129" y="7"/>
                </a:lnTo>
                <a:lnTo>
                  <a:pt x="129" y="6"/>
                </a:lnTo>
                <a:lnTo>
                  <a:pt x="130" y="6"/>
                </a:lnTo>
                <a:lnTo>
                  <a:pt x="131" y="6"/>
                </a:lnTo>
                <a:lnTo>
                  <a:pt x="131" y="5"/>
                </a:lnTo>
                <a:lnTo>
                  <a:pt x="132" y="5"/>
                </a:lnTo>
                <a:lnTo>
                  <a:pt x="132" y="4"/>
                </a:lnTo>
                <a:lnTo>
                  <a:pt x="133" y="3"/>
                </a:lnTo>
                <a:lnTo>
                  <a:pt x="134" y="3"/>
                </a:lnTo>
                <a:lnTo>
                  <a:pt x="134" y="1"/>
                </a:lnTo>
                <a:lnTo>
                  <a:pt x="134" y="3"/>
                </a:lnTo>
                <a:lnTo>
                  <a:pt x="135" y="3"/>
                </a:lnTo>
                <a:lnTo>
                  <a:pt x="136" y="3"/>
                </a:lnTo>
                <a:lnTo>
                  <a:pt x="136" y="1"/>
                </a:lnTo>
                <a:lnTo>
                  <a:pt x="137" y="0"/>
                </a:lnTo>
                <a:lnTo>
                  <a:pt x="137" y="1"/>
                </a:lnTo>
                <a:lnTo>
                  <a:pt x="139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7" name=""/>
          <p:cNvSpPr/>
          <p:nvPr/>
        </p:nvSpPr>
        <p:spPr>
          <a:xfrm>
            <a:off x="2287080" y="212004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0" y="5"/>
                </a:move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8" name=""/>
          <p:cNvSpPr/>
          <p:nvPr/>
        </p:nvSpPr>
        <p:spPr>
          <a:xfrm>
            <a:off x="2287440" y="211824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3"/>
                </a:move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3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9" name=""/>
          <p:cNvSpPr/>
          <p:nvPr/>
        </p:nvSpPr>
        <p:spPr>
          <a:xfrm>
            <a:off x="2289960" y="21146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0" name=""/>
          <p:cNvSpPr/>
          <p:nvPr/>
        </p:nvSpPr>
        <p:spPr>
          <a:xfrm>
            <a:off x="2294280" y="210528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0" y="5"/>
                </a:moveTo>
                <a:lnTo>
                  <a:pt x="2" y="2"/>
                </a:lnTo>
                <a:lnTo>
                  <a:pt x="2" y="0"/>
                </a:lnTo>
                <a:lnTo>
                  <a:pt x="5" y="0"/>
                </a:lnTo>
                <a:lnTo>
                  <a:pt x="7" y="0"/>
                </a:lnTo>
                <a:lnTo>
                  <a:pt x="7" y="2"/>
                </a:lnTo>
                <a:lnTo>
                  <a:pt x="5" y="2"/>
                </a:lnTo>
                <a:lnTo>
                  <a:pt x="5" y="3"/>
                </a:lnTo>
                <a:lnTo>
                  <a:pt x="5" y="5"/>
                </a:lnTo>
                <a:lnTo>
                  <a:pt x="4" y="5"/>
                </a:lnTo>
                <a:lnTo>
                  <a:pt x="0" y="5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1" name=""/>
          <p:cNvSpPr/>
          <p:nvPr/>
        </p:nvSpPr>
        <p:spPr>
          <a:xfrm>
            <a:off x="2345400" y="20772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2" name=""/>
          <p:cNvSpPr/>
          <p:nvPr/>
        </p:nvSpPr>
        <p:spPr>
          <a:xfrm>
            <a:off x="2339280" y="20656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3" name=""/>
          <p:cNvSpPr/>
          <p:nvPr/>
        </p:nvSpPr>
        <p:spPr>
          <a:xfrm>
            <a:off x="2396520" y="20433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4" name=""/>
          <p:cNvSpPr/>
          <p:nvPr/>
        </p:nvSpPr>
        <p:spPr>
          <a:xfrm>
            <a:off x="2402280" y="2037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5" name=""/>
          <p:cNvSpPr/>
          <p:nvPr/>
        </p:nvSpPr>
        <p:spPr>
          <a:xfrm>
            <a:off x="2084400" y="21758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6" name=""/>
          <p:cNvSpPr/>
          <p:nvPr/>
        </p:nvSpPr>
        <p:spPr>
          <a:xfrm>
            <a:off x="2084760" y="21751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7" name=""/>
          <p:cNvSpPr/>
          <p:nvPr/>
        </p:nvSpPr>
        <p:spPr>
          <a:xfrm>
            <a:off x="2095560" y="21751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8" name=""/>
          <p:cNvSpPr/>
          <p:nvPr/>
        </p:nvSpPr>
        <p:spPr>
          <a:xfrm>
            <a:off x="2087280" y="21747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9" name=""/>
          <p:cNvSpPr/>
          <p:nvPr/>
        </p:nvSpPr>
        <p:spPr>
          <a:xfrm>
            <a:off x="2091240" y="2173320"/>
            <a:ext cx="2160" cy="2880"/>
          </a:xfrm>
          <a:custGeom>
            <a:avLst/>
            <a:gdLst/>
            <a:ahLst/>
            <a:rect l="0" t="0" r="r" b="b"/>
            <a:pathLst>
              <a:path w="6" h="8">
                <a:moveTo>
                  <a:pt x="1" y="1"/>
                </a:moveTo>
                <a:lnTo>
                  <a:pt x="2" y="1"/>
                </a:lnTo>
                <a:lnTo>
                  <a:pt x="2" y="3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3" y="5"/>
                </a:lnTo>
                <a:lnTo>
                  <a:pt x="3" y="4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3" y="5"/>
                </a:lnTo>
                <a:lnTo>
                  <a:pt x="3" y="6"/>
                </a:lnTo>
                <a:lnTo>
                  <a:pt x="5" y="7"/>
                </a:lnTo>
                <a:lnTo>
                  <a:pt x="3" y="7"/>
                </a:lnTo>
                <a:lnTo>
                  <a:pt x="3" y="6"/>
                </a:lnTo>
                <a:lnTo>
                  <a:pt x="3" y="7"/>
                </a:lnTo>
                <a:lnTo>
                  <a:pt x="3" y="8"/>
                </a:lnTo>
                <a:lnTo>
                  <a:pt x="3" y="7"/>
                </a:lnTo>
                <a:lnTo>
                  <a:pt x="2" y="7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0" name=""/>
          <p:cNvSpPr/>
          <p:nvPr/>
        </p:nvSpPr>
        <p:spPr>
          <a:xfrm>
            <a:off x="2088360" y="21740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1"/>
                </a:moveTo>
                <a:lnTo>
                  <a:pt x="3" y="3"/>
                </a:ln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1" name=""/>
          <p:cNvSpPr/>
          <p:nvPr/>
        </p:nvSpPr>
        <p:spPr>
          <a:xfrm>
            <a:off x="2092320" y="21733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2" name=""/>
          <p:cNvSpPr/>
          <p:nvPr/>
        </p:nvSpPr>
        <p:spPr>
          <a:xfrm>
            <a:off x="2091600" y="2171520"/>
            <a:ext cx="5040" cy="3960"/>
          </a:xfrm>
          <a:custGeom>
            <a:avLst/>
            <a:gdLst/>
            <a:ahLst/>
            <a:rect l="0" t="0" r="r" b="b"/>
            <a:pathLst>
              <a:path w="14" h="11">
                <a:moveTo>
                  <a:pt x="11" y="1"/>
                </a:moveTo>
                <a:lnTo>
                  <a:pt x="12" y="1"/>
                </a:lnTo>
                <a:lnTo>
                  <a:pt x="12" y="2"/>
                </a:lnTo>
                <a:lnTo>
                  <a:pt x="13" y="2"/>
                </a:lnTo>
                <a:lnTo>
                  <a:pt x="12" y="2"/>
                </a:lnTo>
                <a:lnTo>
                  <a:pt x="13" y="2"/>
                </a:lnTo>
                <a:lnTo>
                  <a:pt x="14" y="4"/>
                </a:lnTo>
                <a:lnTo>
                  <a:pt x="14" y="5"/>
                </a:lnTo>
                <a:lnTo>
                  <a:pt x="13" y="5"/>
                </a:lnTo>
                <a:lnTo>
                  <a:pt x="13" y="6"/>
                </a:lnTo>
                <a:lnTo>
                  <a:pt x="13" y="5"/>
                </a:lnTo>
                <a:lnTo>
                  <a:pt x="13" y="6"/>
                </a:lnTo>
                <a:lnTo>
                  <a:pt x="13" y="7"/>
                </a:lnTo>
                <a:lnTo>
                  <a:pt x="13" y="8"/>
                </a:lnTo>
                <a:lnTo>
                  <a:pt x="14" y="8"/>
                </a:lnTo>
                <a:lnTo>
                  <a:pt x="14" y="9"/>
                </a:lnTo>
                <a:lnTo>
                  <a:pt x="13" y="9"/>
                </a:lnTo>
                <a:lnTo>
                  <a:pt x="14" y="9"/>
                </a:lnTo>
                <a:lnTo>
                  <a:pt x="14" y="10"/>
                </a:lnTo>
                <a:lnTo>
                  <a:pt x="14" y="9"/>
                </a:lnTo>
                <a:lnTo>
                  <a:pt x="13" y="9"/>
                </a:lnTo>
                <a:lnTo>
                  <a:pt x="13" y="10"/>
                </a:lnTo>
                <a:lnTo>
                  <a:pt x="12" y="9"/>
                </a:lnTo>
                <a:lnTo>
                  <a:pt x="12" y="8"/>
                </a:lnTo>
                <a:lnTo>
                  <a:pt x="12" y="7"/>
                </a:lnTo>
                <a:lnTo>
                  <a:pt x="12" y="6"/>
                </a:lnTo>
                <a:lnTo>
                  <a:pt x="11" y="6"/>
                </a:lnTo>
                <a:lnTo>
                  <a:pt x="11" y="7"/>
                </a:lnTo>
                <a:lnTo>
                  <a:pt x="10" y="7"/>
                </a:lnTo>
                <a:lnTo>
                  <a:pt x="10" y="8"/>
                </a:lnTo>
                <a:lnTo>
                  <a:pt x="10" y="9"/>
                </a:lnTo>
                <a:lnTo>
                  <a:pt x="11" y="9"/>
                </a:lnTo>
                <a:lnTo>
                  <a:pt x="10" y="9"/>
                </a:lnTo>
                <a:lnTo>
                  <a:pt x="10" y="10"/>
                </a:lnTo>
                <a:lnTo>
                  <a:pt x="11" y="10"/>
                </a:lnTo>
                <a:lnTo>
                  <a:pt x="11" y="11"/>
                </a:lnTo>
                <a:lnTo>
                  <a:pt x="10" y="11"/>
                </a:lnTo>
                <a:lnTo>
                  <a:pt x="10" y="10"/>
                </a:lnTo>
                <a:lnTo>
                  <a:pt x="10" y="9"/>
                </a:lnTo>
                <a:lnTo>
                  <a:pt x="10" y="8"/>
                </a:lnTo>
                <a:lnTo>
                  <a:pt x="9" y="9"/>
                </a:lnTo>
                <a:lnTo>
                  <a:pt x="7" y="9"/>
                </a:lnTo>
                <a:lnTo>
                  <a:pt x="9" y="9"/>
                </a:lnTo>
                <a:lnTo>
                  <a:pt x="9" y="8"/>
                </a:lnTo>
                <a:lnTo>
                  <a:pt x="7" y="8"/>
                </a:lnTo>
                <a:lnTo>
                  <a:pt x="7" y="7"/>
                </a:lnTo>
                <a:lnTo>
                  <a:pt x="7" y="6"/>
                </a:lnTo>
                <a:lnTo>
                  <a:pt x="7" y="7"/>
                </a:lnTo>
                <a:lnTo>
                  <a:pt x="6" y="6"/>
                </a:lnTo>
                <a:lnTo>
                  <a:pt x="5" y="6"/>
                </a:lnTo>
                <a:lnTo>
                  <a:pt x="5" y="7"/>
                </a:lnTo>
                <a:lnTo>
                  <a:pt x="4" y="6"/>
                </a:lnTo>
                <a:lnTo>
                  <a:pt x="4" y="5"/>
                </a:lnTo>
                <a:lnTo>
                  <a:pt x="2" y="5"/>
                </a:lnTo>
                <a:lnTo>
                  <a:pt x="1" y="5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3" name=""/>
          <p:cNvSpPr/>
          <p:nvPr/>
        </p:nvSpPr>
        <p:spPr>
          <a:xfrm>
            <a:off x="2088720" y="2172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4" name=""/>
          <p:cNvSpPr/>
          <p:nvPr/>
        </p:nvSpPr>
        <p:spPr>
          <a:xfrm>
            <a:off x="2089440" y="21726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5" name=""/>
          <p:cNvSpPr/>
          <p:nvPr/>
        </p:nvSpPr>
        <p:spPr>
          <a:xfrm>
            <a:off x="2082600" y="2169360"/>
            <a:ext cx="7920" cy="6120"/>
          </a:xfrm>
          <a:custGeom>
            <a:avLst/>
            <a:gdLst/>
            <a:ahLst/>
            <a:rect l="0" t="0" r="r" b="b"/>
            <a:pathLst>
              <a:path w="22" h="17">
                <a:moveTo>
                  <a:pt x="20" y="0"/>
                </a:moveTo>
                <a:lnTo>
                  <a:pt x="22" y="1"/>
                </a:lnTo>
                <a:lnTo>
                  <a:pt x="20" y="2"/>
                </a:lnTo>
                <a:lnTo>
                  <a:pt x="20" y="3"/>
                </a:lnTo>
                <a:lnTo>
                  <a:pt x="20" y="4"/>
                </a:lnTo>
                <a:lnTo>
                  <a:pt x="19" y="4"/>
                </a:lnTo>
                <a:lnTo>
                  <a:pt x="18" y="4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7" y="6"/>
                </a:lnTo>
                <a:lnTo>
                  <a:pt x="17" y="7"/>
                </a:lnTo>
                <a:lnTo>
                  <a:pt x="18" y="7"/>
                </a:lnTo>
                <a:lnTo>
                  <a:pt x="18" y="8"/>
                </a:lnTo>
                <a:lnTo>
                  <a:pt x="17" y="8"/>
                </a:lnTo>
                <a:lnTo>
                  <a:pt x="17" y="9"/>
                </a:lnTo>
                <a:lnTo>
                  <a:pt x="17" y="8"/>
                </a:lnTo>
                <a:lnTo>
                  <a:pt x="16" y="8"/>
                </a:lnTo>
                <a:lnTo>
                  <a:pt x="15" y="8"/>
                </a:lnTo>
                <a:lnTo>
                  <a:pt x="15" y="9"/>
                </a:lnTo>
                <a:lnTo>
                  <a:pt x="15" y="8"/>
                </a:lnTo>
                <a:lnTo>
                  <a:pt x="16" y="8"/>
                </a:lnTo>
                <a:lnTo>
                  <a:pt x="16" y="9"/>
                </a:lnTo>
                <a:lnTo>
                  <a:pt x="17" y="10"/>
                </a:lnTo>
                <a:lnTo>
                  <a:pt x="16" y="10"/>
                </a:lnTo>
                <a:lnTo>
                  <a:pt x="16" y="11"/>
                </a:lnTo>
                <a:lnTo>
                  <a:pt x="15" y="11"/>
                </a:lnTo>
                <a:lnTo>
                  <a:pt x="16" y="11"/>
                </a:lnTo>
                <a:lnTo>
                  <a:pt x="16" y="13"/>
                </a:lnTo>
                <a:lnTo>
                  <a:pt x="17" y="13"/>
                </a:lnTo>
                <a:lnTo>
                  <a:pt x="17" y="14"/>
                </a:lnTo>
                <a:lnTo>
                  <a:pt x="16" y="14"/>
                </a:lnTo>
                <a:lnTo>
                  <a:pt x="16" y="15"/>
                </a:lnTo>
                <a:lnTo>
                  <a:pt x="16" y="14"/>
                </a:lnTo>
                <a:lnTo>
                  <a:pt x="15" y="14"/>
                </a:lnTo>
                <a:lnTo>
                  <a:pt x="15" y="15"/>
                </a:lnTo>
                <a:lnTo>
                  <a:pt x="14" y="15"/>
                </a:lnTo>
                <a:lnTo>
                  <a:pt x="14" y="14"/>
                </a:lnTo>
                <a:lnTo>
                  <a:pt x="14" y="13"/>
                </a:lnTo>
                <a:lnTo>
                  <a:pt x="14" y="11"/>
                </a:lnTo>
                <a:lnTo>
                  <a:pt x="13" y="11"/>
                </a:lnTo>
                <a:lnTo>
                  <a:pt x="12" y="13"/>
                </a:lnTo>
                <a:lnTo>
                  <a:pt x="11" y="13"/>
                </a:lnTo>
                <a:lnTo>
                  <a:pt x="10" y="13"/>
                </a:lnTo>
                <a:lnTo>
                  <a:pt x="10" y="14"/>
                </a:lnTo>
                <a:lnTo>
                  <a:pt x="9" y="14"/>
                </a:lnTo>
                <a:lnTo>
                  <a:pt x="8" y="14"/>
                </a:lnTo>
                <a:lnTo>
                  <a:pt x="9" y="15"/>
                </a:lnTo>
                <a:lnTo>
                  <a:pt x="9" y="14"/>
                </a:lnTo>
                <a:lnTo>
                  <a:pt x="9" y="15"/>
                </a:lnTo>
                <a:lnTo>
                  <a:pt x="8" y="16"/>
                </a:lnTo>
                <a:lnTo>
                  <a:pt x="8" y="15"/>
                </a:lnTo>
                <a:lnTo>
                  <a:pt x="8" y="16"/>
                </a:lnTo>
                <a:lnTo>
                  <a:pt x="7" y="16"/>
                </a:lnTo>
                <a:lnTo>
                  <a:pt x="7" y="15"/>
                </a:lnTo>
                <a:lnTo>
                  <a:pt x="6" y="15"/>
                </a:lnTo>
                <a:lnTo>
                  <a:pt x="6" y="14"/>
                </a:lnTo>
                <a:lnTo>
                  <a:pt x="5" y="14"/>
                </a:lnTo>
                <a:lnTo>
                  <a:pt x="5" y="15"/>
                </a:lnTo>
                <a:lnTo>
                  <a:pt x="4" y="15"/>
                </a:lnTo>
                <a:lnTo>
                  <a:pt x="4" y="16"/>
                </a:lnTo>
                <a:lnTo>
                  <a:pt x="3" y="16"/>
                </a:lnTo>
                <a:lnTo>
                  <a:pt x="2" y="16"/>
                </a:lnTo>
                <a:lnTo>
                  <a:pt x="2" y="17"/>
                </a:lnTo>
                <a:lnTo>
                  <a:pt x="2" y="16"/>
                </a:lnTo>
                <a:lnTo>
                  <a:pt x="0" y="16"/>
                </a:lnTo>
                <a:lnTo>
                  <a:pt x="0" y="15"/>
                </a:lnTo>
                <a:lnTo>
                  <a:pt x="0" y="14"/>
                </a:lnTo>
                <a:lnTo>
                  <a:pt x="0" y="13"/>
                </a:lnTo>
                <a:lnTo>
                  <a:pt x="2" y="13"/>
                </a:lnTo>
                <a:lnTo>
                  <a:pt x="2" y="11"/>
                </a:lnTo>
                <a:lnTo>
                  <a:pt x="3" y="11"/>
                </a:lnTo>
                <a:lnTo>
                  <a:pt x="3" y="10"/>
                </a:lnTo>
                <a:lnTo>
                  <a:pt x="2" y="10"/>
                </a:lnTo>
                <a:lnTo>
                  <a:pt x="2" y="9"/>
                </a:lnTo>
                <a:lnTo>
                  <a:pt x="3" y="9"/>
                </a:lnTo>
                <a:lnTo>
                  <a:pt x="4" y="9"/>
                </a:lnTo>
                <a:lnTo>
                  <a:pt x="4" y="8"/>
                </a:lnTo>
                <a:lnTo>
                  <a:pt x="5" y="8"/>
                </a:lnTo>
                <a:lnTo>
                  <a:pt x="5" y="7"/>
                </a:lnTo>
                <a:lnTo>
                  <a:pt x="6" y="7"/>
                </a:lnTo>
                <a:lnTo>
                  <a:pt x="6" y="6"/>
                </a:lnTo>
                <a:lnTo>
                  <a:pt x="7" y="6"/>
                </a:lnTo>
                <a:lnTo>
                  <a:pt x="8" y="6"/>
                </a:lnTo>
                <a:lnTo>
                  <a:pt x="9" y="6"/>
                </a:lnTo>
                <a:lnTo>
                  <a:pt x="9" y="7"/>
                </a:lnTo>
                <a:lnTo>
                  <a:pt x="10" y="6"/>
                </a:lnTo>
                <a:lnTo>
                  <a:pt x="11" y="5"/>
                </a:lnTo>
                <a:lnTo>
                  <a:pt x="12" y="5"/>
                </a:lnTo>
                <a:lnTo>
                  <a:pt x="13" y="5"/>
                </a:lnTo>
                <a:lnTo>
                  <a:pt x="14" y="4"/>
                </a:lnTo>
                <a:lnTo>
                  <a:pt x="15" y="4"/>
                </a:lnTo>
                <a:lnTo>
                  <a:pt x="15" y="3"/>
                </a:lnTo>
                <a:lnTo>
                  <a:pt x="16" y="3"/>
                </a:lnTo>
                <a:lnTo>
                  <a:pt x="17" y="2"/>
                </a:lnTo>
                <a:lnTo>
                  <a:pt x="18" y="2"/>
                </a:lnTo>
                <a:lnTo>
                  <a:pt x="17" y="2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2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6" name=""/>
          <p:cNvSpPr/>
          <p:nvPr/>
        </p:nvSpPr>
        <p:spPr>
          <a:xfrm>
            <a:off x="2089080" y="21715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7" name=""/>
          <p:cNvSpPr/>
          <p:nvPr/>
        </p:nvSpPr>
        <p:spPr>
          <a:xfrm>
            <a:off x="2084400" y="217044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6" y="0"/>
                </a:move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6" y="1"/>
                </a:lnTo>
                <a:lnTo>
                  <a:pt x="5" y="1"/>
                </a:lnTo>
                <a:lnTo>
                  <a:pt x="5" y="2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5" y="0"/>
                </a:lnTo>
                <a:lnTo>
                  <a:pt x="6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8" name=""/>
          <p:cNvSpPr/>
          <p:nvPr/>
        </p:nvSpPr>
        <p:spPr>
          <a:xfrm>
            <a:off x="2090520" y="21690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9" name=""/>
          <p:cNvSpPr/>
          <p:nvPr/>
        </p:nvSpPr>
        <p:spPr>
          <a:xfrm>
            <a:off x="2089440" y="21690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0" name=""/>
          <p:cNvSpPr/>
          <p:nvPr/>
        </p:nvSpPr>
        <p:spPr>
          <a:xfrm>
            <a:off x="2084040" y="2168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1" name=""/>
          <p:cNvSpPr/>
          <p:nvPr/>
        </p:nvSpPr>
        <p:spPr>
          <a:xfrm>
            <a:off x="2084760" y="2161440"/>
            <a:ext cx="16560" cy="11520"/>
          </a:xfrm>
          <a:custGeom>
            <a:avLst/>
            <a:gdLst/>
            <a:ahLst/>
            <a:rect l="0" t="0" r="r" b="b"/>
            <a:pathLst>
              <a:path w="46" h="32">
                <a:moveTo>
                  <a:pt x="24" y="1"/>
                </a:moveTo>
                <a:lnTo>
                  <a:pt x="25" y="1"/>
                </a:lnTo>
                <a:lnTo>
                  <a:pt x="26" y="1"/>
                </a:lnTo>
                <a:lnTo>
                  <a:pt x="28" y="1"/>
                </a:lnTo>
                <a:lnTo>
                  <a:pt x="29" y="2"/>
                </a:lnTo>
                <a:lnTo>
                  <a:pt x="28" y="2"/>
                </a:lnTo>
                <a:lnTo>
                  <a:pt x="27" y="3"/>
                </a:lnTo>
                <a:lnTo>
                  <a:pt x="27" y="4"/>
                </a:lnTo>
                <a:lnTo>
                  <a:pt x="28" y="4"/>
                </a:lnTo>
                <a:lnTo>
                  <a:pt x="30" y="3"/>
                </a:lnTo>
                <a:lnTo>
                  <a:pt x="30" y="2"/>
                </a:lnTo>
                <a:lnTo>
                  <a:pt x="32" y="2"/>
                </a:lnTo>
                <a:lnTo>
                  <a:pt x="33" y="3"/>
                </a:lnTo>
                <a:lnTo>
                  <a:pt x="32" y="3"/>
                </a:lnTo>
                <a:lnTo>
                  <a:pt x="32" y="4"/>
                </a:lnTo>
                <a:lnTo>
                  <a:pt x="33" y="4"/>
                </a:lnTo>
                <a:lnTo>
                  <a:pt x="34" y="4"/>
                </a:lnTo>
                <a:lnTo>
                  <a:pt x="34" y="5"/>
                </a:lnTo>
                <a:lnTo>
                  <a:pt x="33" y="5"/>
                </a:lnTo>
                <a:lnTo>
                  <a:pt x="33" y="6"/>
                </a:lnTo>
                <a:lnTo>
                  <a:pt x="34" y="6"/>
                </a:lnTo>
                <a:lnTo>
                  <a:pt x="35" y="6"/>
                </a:lnTo>
                <a:lnTo>
                  <a:pt x="36" y="7"/>
                </a:lnTo>
                <a:lnTo>
                  <a:pt x="36" y="6"/>
                </a:lnTo>
                <a:lnTo>
                  <a:pt x="38" y="6"/>
                </a:lnTo>
                <a:lnTo>
                  <a:pt x="39" y="6"/>
                </a:lnTo>
                <a:lnTo>
                  <a:pt x="40" y="6"/>
                </a:lnTo>
                <a:lnTo>
                  <a:pt x="40" y="5"/>
                </a:lnTo>
                <a:lnTo>
                  <a:pt x="40" y="6"/>
                </a:lnTo>
                <a:lnTo>
                  <a:pt x="39" y="7"/>
                </a:lnTo>
                <a:lnTo>
                  <a:pt x="38" y="7"/>
                </a:lnTo>
                <a:lnTo>
                  <a:pt x="38" y="8"/>
                </a:lnTo>
                <a:lnTo>
                  <a:pt x="36" y="8"/>
                </a:lnTo>
                <a:lnTo>
                  <a:pt x="35" y="9"/>
                </a:lnTo>
                <a:lnTo>
                  <a:pt x="33" y="10"/>
                </a:lnTo>
                <a:lnTo>
                  <a:pt x="32" y="12"/>
                </a:lnTo>
                <a:lnTo>
                  <a:pt x="31" y="12"/>
                </a:lnTo>
                <a:lnTo>
                  <a:pt x="30" y="10"/>
                </a:lnTo>
                <a:lnTo>
                  <a:pt x="29" y="10"/>
                </a:lnTo>
                <a:lnTo>
                  <a:pt x="29" y="9"/>
                </a:lnTo>
                <a:lnTo>
                  <a:pt x="28" y="9"/>
                </a:lnTo>
                <a:lnTo>
                  <a:pt x="28" y="10"/>
                </a:lnTo>
                <a:lnTo>
                  <a:pt x="27" y="10"/>
                </a:lnTo>
                <a:lnTo>
                  <a:pt x="27" y="12"/>
                </a:lnTo>
                <a:lnTo>
                  <a:pt x="26" y="12"/>
                </a:lnTo>
                <a:lnTo>
                  <a:pt x="26" y="13"/>
                </a:lnTo>
                <a:lnTo>
                  <a:pt x="25" y="12"/>
                </a:lnTo>
                <a:lnTo>
                  <a:pt x="25" y="13"/>
                </a:lnTo>
                <a:lnTo>
                  <a:pt x="25" y="14"/>
                </a:lnTo>
                <a:lnTo>
                  <a:pt x="26" y="14"/>
                </a:lnTo>
                <a:lnTo>
                  <a:pt x="27" y="14"/>
                </a:lnTo>
                <a:lnTo>
                  <a:pt x="27" y="15"/>
                </a:lnTo>
                <a:lnTo>
                  <a:pt x="28" y="15"/>
                </a:lnTo>
                <a:lnTo>
                  <a:pt x="28" y="16"/>
                </a:lnTo>
                <a:lnTo>
                  <a:pt x="28" y="17"/>
                </a:lnTo>
                <a:lnTo>
                  <a:pt x="29" y="17"/>
                </a:lnTo>
                <a:lnTo>
                  <a:pt x="29" y="16"/>
                </a:lnTo>
                <a:lnTo>
                  <a:pt x="29" y="15"/>
                </a:lnTo>
                <a:lnTo>
                  <a:pt x="30" y="14"/>
                </a:lnTo>
                <a:lnTo>
                  <a:pt x="31" y="14"/>
                </a:lnTo>
                <a:lnTo>
                  <a:pt x="32" y="14"/>
                </a:lnTo>
                <a:lnTo>
                  <a:pt x="33" y="14"/>
                </a:lnTo>
                <a:lnTo>
                  <a:pt x="33" y="15"/>
                </a:lnTo>
                <a:lnTo>
                  <a:pt x="33" y="16"/>
                </a:lnTo>
                <a:lnTo>
                  <a:pt x="34" y="16"/>
                </a:lnTo>
                <a:lnTo>
                  <a:pt x="34" y="15"/>
                </a:lnTo>
                <a:lnTo>
                  <a:pt x="34" y="14"/>
                </a:lnTo>
                <a:lnTo>
                  <a:pt x="34" y="13"/>
                </a:lnTo>
                <a:lnTo>
                  <a:pt x="34" y="12"/>
                </a:lnTo>
                <a:lnTo>
                  <a:pt x="35" y="12"/>
                </a:lnTo>
                <a:lnTo>
                  <a:pt x="36" y="12"/>
                </a:lnTo>
                <a:lnTo>
                  <a:pt x="36" y="10"/>
                </a:lnTo>
                <a:lnTo>
                  <a:pt x="38" y="9"/>
                </a:lnTo>
                <a:lnTo>
                  <a:pt x="39" y="9"/>
                </a:lnTo>
                <a:lnTo>
                  <a:pt x="39" y="10"/>
                </a:lnTo>
                <a:lnTo>
                  <a:pt x="39" y="12"/>
                </a:lnTo>
                <a:lnTo>
                  <a:pt x="40" y="12"/>
                </a:lnTo>
                <a:lnTo>
                  <a:pt x="40" y="10"/>
                </a:lnTo>
                <a:lnTo>
                  <a:pt x="40" y="9"/>
                </a:lnTo>
                <a:lnTo>
                  <a:pt x="41" y="9"/>
                </a:lnTo>
                <a:lnTo>
                  <a:pt x="41" y="10"/>
                </a:lnTo>
                <a:lnTo>
                  <a:pt x="41" y="12"/>
                </a:lnTo>
                <a:lnTo>
                  <a:pt x="40" y="12"/>
                </a:lnTo>
                <a:lnTo>
                  <a:pt x="40" y="13"/>
                </a:lnTo>
                <a:lnTo>
                  <a:pt x="40" y="14"/>
                </a:lnTo>
                <a:lnTo>
                  <a:pt x="40" y="15"/>
                </a:lnTo>
                <a:lnTo>
                  <a:pt x="40" y="14"/>
                </a:lnTo>
                <a:lnTo>
                  <a:pt x="41" y="14"/>
                </a:lnTo>
                <a:lnTo>
                  <a:pt x="41" y="15"/>
                </a:lnTo>
                <a:lnTo>
                  <a:pt x="41" y="16"/>
                </a:lnTo>
                <a:lnTo>
                  <a:pt x="42" y="15"/>
                </a:lnTo>
                <a:lnTo>
                  <a:pt x="41" y="15"/>
                </a:lnTo>
                <a:lnTo>
                  <a:pt x="41" y="13"/>
                </a:lnTo>
                <a:lnTo>
                  <a:pt x="42" y="13"/>
                </a:lnTo>
                <a:lnTo>
                  <a:pt x="42" y="12"/>
                </a:lnTo>
                <a:lnTo>
                  <a:pt x="43" y="12"/>
                </a:lnTo>
                <a:lnTo>
                  <a:pt x="43" y="13"/>
                </a:lnTo>
                <a:lnTo>
                  <a:pt x="43" y="14"/>
                </a:lnTo>
                <a:lnTo>
                  <a:pt x="44" y="14"/>
                </a:lnTo>
                <a:lnTo>
                  <a:pt x="45" y="14"/>
                </a:lnTo>
                <a:lnTo>
                  <a:pt x="46" y="15"/>
                </a:lnTo>
                <a:lnTo>
                  <a:pt x="45" y="15"/>
                </a:lnTo>
                <a:lnTo>
                  <a:pt x="46" y="16"/>
                </a:lnTo>
                <a:lnTo>
                  <a:pt x="46" y="17"/>
                </a:lnTo>
                <a:lnTo>
                  <a:pt x="45" y="16"/>
                </a:lnTo>
                <a:lnTo>
                  <a:pt x="44" y="16"/>
                </a:lnTo>
                <a:lnTo>
                  <a:pt x="43" y="17"/>
                </a:lnTo>
                <a:lnTo>
                  <a:pt x="43" y="18"/>
                </a:lnTo>
                <a:lnTo>
                  <a:pt x="44" y="19"/>
                </a:lnTo>
                <a:lnTo>
                  <a:pt x="45" y="19"/>
                </a:lnTo>
                <a:lnTo>
                  <a:pt x="45" y="21"/>
                </a:lnTo>
                <a:lnTo>
                  <a:pt x="44" y="21"/>
                </a:lnTo>
                <a:lnTo>
                  <a:pt x="44" y="20"/>
                </a:lnTo>
                <a:lnTo>
                  <a:pt x="43" y="20"/>
                </a:lnTo>
                <a:lnTo>
                  <a:pt x="43" y="21"/>
                </a:lnTo>
                <a:lnTo>
                  <a:pt x="44" y="21"/>
                </a:lnTo>
                <a:lnTo>
                  <a:pt x="44" y="22"/>
                </a:lnTo>
                <a:lnTo>
                  <a:pt x="43" y="22"/>
                </a:lnTo>
                <a:lnTo>
                  <a:pt x="43" y="23"/>
                </a:lnTo>
                <a:lnTo>
                  <a:pt x="42" y="22"/>
                </a:lnTo>
                <a:lnTo>
                  <a:pt x="42" y="23"/>
                </a:lnTo>
                <a:lnTo>
                  <a:pt x="42" y="24"/>
                </a:lnTo>
                <a:lnTo>
                  <a:pt x="41" y="24"/>
                </a:lnTo>
                <a:lnTo>
                  <a:pt x="41" y="23"/>
                </a:lnTo>
                <a:lnTo>
                  <a:pt x="40" y="23"/>
                </a:lnTo>
                <a:lnTo>
                  <a:pt x="40" y="22"/>
                </a:lnTo>
                <a:lnTo>
                  <a:pt x="39" y="22"/>
                </a:lnTo>
                <a:lnTo>
                  <a:pt x="39" y="21"/>
                </a:lnTo>
                <a:lnTo>
                  <a:pt x="40" y="21"/>
                </a:lnTo>
                <a:lnTo>
                  <a:pt x="40" y="20"/>
                </a:lnTo>
                <a:lnTo>
                  <a:pt x="39" y="20"/>
                </a:lnTo>
                <a:lnTo>
                  <a:pt x="38" y="20"/>
                </a:lnTo>
                <a:lnTo>
                  <a:pt x="36" y="19"/>
                </a:lnTo>
                <a:lnTo>
                  <a:pt x="35" y="19"/>
                </a:lnTo>
                <a:lnTo>
                  <a:pt x="35" y="18"/>
                </a:lnTo>
                <a:lnTo>
                  <a:pt x="34" y="18"/>
                </a:lnTo>
                <a:lnTo>
                  <a:pt x="34" y="19"/>
                </a:lnTo>
                <a:lnTo>
                  <a:pt x="33" y="19"/>
                </a:lnTo>
                <a:lnTo>
                  <a:pt x="33" y="20"/>
                </a:lnTo>
                <a:lnTo>
                  <a:pt x="33" y="21"/>
                </a:lnTo>
                <a:lnTo>
                  <a:pt x="33" y="22"/>
                </a:lnTo>
                <a:lnTo>
                  <a:pt x="34" y="22"/>
                </a:lnTo>
                <a:lnTo>
                  <a:pt x="33" y="23"/>
                </a:lnTo>
                <a:lnTo>
                  <a:pt x="33" y="22"/>
                </a:lnTo>
                <a:lnTo>
                  <a:pt x="33" y="21"/>
                </a:lnTo>
                <a:lnTo>
                  <a:pt x="32" y="21"/>
                </a:lnTo>
                <a:lnTo>
                  <a:pt x="32" y="22"/>
                </a:lnTo>
                <a:lnTo>
                  <a:pt x="31" y="23"/>
                </a:lnTo>
                <a:lnTo>
                  <a:pt x="32" y="23"/>
                </a:lnTo>
                <a:lnTo>
                  <a:pt x="33" y="23"/>
                </a:lnTo>
                <a:lnTo>
                  <a:pt x="33" y="24"/>
                </a:lnTo>
                <a:lnTo>
                  <a:pt x="33" y="26"/>
                </a:lnTo>
                <a:lnTo>
                  <a:pt x="34" y="26"/>
                </a:lnTo>
                <a:lnTo>
                  <a:pt x="35" y="27"/>
                </a:lnTo>
                <a:lnTo>
                  <a:pt x="36" y="27"/>
                </a:lnTo>
                <a:lnTo>
                  <a:pt x="36" y="28"/>
                </a:lnTo>
                <a:lnTo>
                  <a:pt x="38" y="28"/>
                </a:lnTo>
                <a:lnTo>
                  <a:pt x="36" y="29"/>
                </a:lnTo>
                <a:lnTo>
                  <a:pt x="35" y="29"/>
                </a:lnTo>
                <a:lnTo>
                  <a:pt x="34" y="29"/>
                </a:lnTo>
                <a:lnTo>
                  <a:pt x="34" y="30"/>
                </a:lnTo>
                <a:lnTo>
                  <a:pt x="35" y="30"/>
                </a:lnTo>
                <a:lnTo>
                  <a:pt x="35" y="31"/>
                </a:lnTo>
                <a:lnTo>
                  <a:pt x="36" y="30"/>
                </a:lnTo>
                <a:lnTo>
                  <a:pt x="36" y="31"/>
                </a:lnTo>
                <a:lnTo>
                  <a:pt x="36" y="32"/>
                </a:lnTo>
                <a:lnTo>
                  <a:pt x="35" y="32"/>
                </a:lnTo>
                <a:lnTo>
                  <a:pt x="35" y="31"/>
                </a:lnTo>
                <a:lnTo>
                  <a:pt x="34" y="31"/>
                </a:lnTo>
                <a:lnTo>
                  <a:pt x="34" y="32"/>
                </a:lnTo>
                <a:lnTo>
                  <a:pt x="33" y="32"/>
                </a:lnTo>
                <a:lnTo>
                  <a:pt x="33" y="31"/>
                </a:lnTo>
                <a:lnTo>
                  <a:pt x="32" y="31"/>
                </a:lnTo>
                <a:lnTo>
                  <a:pt x="32" y="30"/>
                </a:lnTo>
                <a:lnTo>
                  <a:pt x="33" y="30"/>
                </a:lnTo>
                <a:lnTo>
                  <a:pt x="33" y="29"/>
                </a:lnTo>
                <a:lnTo>
                  <a:pt x="32" y="28"/>
                </a:lnTo>
                <a:lnTo>
                  <a:pt x="30" y="30"/>
                </a:lnTo>
                <a:lnTo>
                  <a:pt x="30" y="29"/>
                </a:lnTo>
                <a:lnTo>
                  <a:pt x="29" y="29"/>
                </a:lnTo>
                <a:lnTo>
                  <a:pt x="29" y="28"/>
                </a:lnTo>
                <a:lnTo>
                  <a:pt x="29" y="27"/>
                </a:lnTo>
                <a:lnTo>
                  <a:pt x="28" y="27"/>
                </a:lnTo>
                <a:lnTo>
                  <a:pt x="28" y="28"/>
                </a:lnTo>
                <a:lnTo>
                  <a:pt x="28" y="27"/>
                </a:lnTo>
                <a:lnTo>
                  <a:pt x="26" y="26"/>
                </a:lnTo>
                <a:lnTo>
                  <a:pt x="26" y="27"/>
                </a:lnTo>
                <a:lnTo>
                  <a:pt x="26" y="28"/>
                </a:lnTo>
                <a:lnTo>
                  <a:pt x="25" y="28"/>
                </a:lnTo>
                <a:lnTo>
                  <a:pt x="25" y="29"/>
                </a:lnTo>
                <a:lnTo>
                  <a:pt x="24" y="29"/>
                </a:lnTo>
                <a:lnTo>
                  <a:pt x="23" y="29"/>
                </a:lnTo>
                <a:lnTo>
                  <a:pt x="23" y="28"/>
                </a:lnTo>
                <a:lnTo>
                  <a:pt x="22" y="28"/>
                </a:lnTo>
                <a:lnTo>
                  <a:pt x="23" y="28"/>
                </a:lnTo>
                <a:lnTo>
                  <a:pt x="23" y="27"/>
                </a:lnTo>
                <a:lnTo>
                  <a:pt x="23" y="26"/>
                </a:lnTo>
                <a:lnTo>
                  <a:pt x="22" y="26"/>
                </a:lnTo>
                <a:lnTo>
                  <a:pt x="21" y="26"/>
                </a:lnTo>
                <a:lnTo>
                  <a:pt x="20" y="26"/>
                </a:lnTo>
                <a:lnTo>
                  <a:pt x="20" y="25"/>
                </a:lnTo>
                <a:lnTo>
                  <a:pt x="20" y="24"/>
                </a:lnTo>
                <a:lnTo>
                  <a:pt x="19" y="23"/>
                </a:lnTo>
                <a:lnTo>
                  <a:pt x="19" y="22"/>
                </a:lnTo>
                <a:lnTo>
                  <a:pt x="19" y="21"/>
                </a:lnTo>
                <a:lnTo>
                  <a:pt x="18" y="21"/>
                </a:lnTo>
                <a:lnTo>
                  <a:pt x="17" y="21"/>
                </a:lnTo>
                <a:lnTo>
                  <a:pt x="16" y="21"/>
                </a:lnTo>
                <a:lnTo>
                  <a:pt x="15" y="21"/>
                </a:lnTo>
                <a:lnTo>
                  <a:pt x="15" y="22"/>
                </a:lnTo>
                <a:lnTo>
                  <a:pt x="14" y="22"/>
                </a:lnTo>
                <a:lnTo>
                  <a:pt x="14" y="21"/>
                </a:lnTo>
                <a:lnTo>
                  <a:pt x="13" y="22"/>
                </a:lnTo>
                <a:lnTo>
                  <a:pt x="11" y="22"/>
                </a:lnTo>
                <a:lnTo>
                  <a:pt x="10" y="22"/>
                </a:lnTo>
                <a:lnTo>
                  <a:pt x="10" y="21"/>
                </a:lnTo>
                <a:lnTo>
                  <a:pt x="9" y="21"/>
                </a:lnTo>
                <a:lnTo>
                  <a:pt x="9" y="22"/>
                </a:lnTo>
                <a:lnTo>
                  <a:pt x="8" y="22"/>
                </a:lnTo>
                <a:lnTo>
                  <a:pt x="7" y="20"/>
                </a:lnTo>
                <a:lnTo>
                  <a:pt x="6" y="20"/>
                </a:lnTo>
                <a:lnTo>
                  <a:pt x="6" y="21"/>
                </a:lnTo>
                <a:lnTo>
                  <a:pt x="5" y="21"/>
                </a:lnTo>
                <a:lnTo>
                  <a:pt x="4" y="21"/>
                </a:lnTo>
                <a:lnTo>
                  <a:pt x="4" y="22"/>
                </a:lnTo>
                <a:lnTo>
                  <a:pt x="3" y="22"/>
                </a:lnTo>
                <a:lnTo>
                  <a:pt x="2" y="22"/>
                </a:lnTo>
                <a:lnTo>
                  <a:pt x="1" y="21"/>
                </a:lnTo>
                <a:lnTo>
                  <a:pt x="1" y="20"/>
                </a:lnTo>
                <a:lnTo>
                  <a:pt x="1" y="19"/>
                </a:lnTo>
                <a:lnTo>
                  <a:pt x="1" y="18"/>
                </a:lnTo>
                <a:lnTo>
                  <a:pt x="1" y="17"/>
                </a:lnTo>
                <a:lnTo>
                  <a:pt x="0" y="17"/>
                </a:lnTo>
                <a:lnTo>
                  <a:pt x="1" y="16"/>
                </a:lnTo>
                <a:lnTo>
                  <a:pt x="1" y="15"/>
                </a:lnTo>
                <a:lnTo>
                  <a:pt x="2" y="15"/>
                </a:lnTo>
                <a:lnTo>
                  <a:pt x="3" y="15"/>
                </a:lnTo>
                <a:lnTo>
                  <a:pt x="4" y="15"/>
                </a:lnTo>
                <a:lnTo>
                  <a:pt x="4" y="14"/>
                </a:lnTo>
                <a:lnTo>
                  <a:pt x="4" y="13"/>
                </a:lnTo>
                <a:lnTo>
                  <a:pt x="5" y="13"/>
                </a:lnTo>
                <a:lnTo>
                  <a:pt x="6" y="12"/>
                </a:lnTo>
                <a:lnTo>
                  <a:pt x="7" y="12"/>
                </a:lnTo>
                <a:lnTo>
                  <a:pt x="7" y="10"/>
                </a:lnTo>
                <a:lnTo>
                  <a:pt x="7" y="9"/>
                </a:lnTo>
                <a:lnTo>
                  <a:pt x="8" y="9"/>
                </a:lnTo>
                <a:lnTo>
                  <a:pt x="8" y="8"/>
                </a:lnTo>
                <a:lnTo>
                  <a:pt x="9" y="8"/>
                </a:lnTo>
                <a:lnTo>
                  <a:pt x="10" y="8"/>
                </a:lnTo>
                <a:lnTo>
                  <a:pt x="10" y="9"/>
                </a:lnTo>
                <a:lnTo>
                  <a:pt x="11" y="9"/>
                </a:lnTo>
                <a:lnTo>
                  <a:pt x="12" y="9"/>
                </a:lnTo>
                <a:lnTo>
                  <a:pt x="12" y="8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lnTo>
                  <a:pt x="13" y="6"/>
                </a:lnTo>
                <a:lnTo>
                  <a:pt x="14" y="6"/>
                </a:lnTo>
                <a:lnTo>
                  <a:pt x="14" y="5"/>
                </a:lnTo>
                <a:lnTo>
                  <a:pt x="15" y="5"/>
                </a:lnTo>
                <a:lnTo>
                  <a:pt x="16" y="5"/>
                </a:lnTo>
                <a:lnTo>
                  <a:pt x="16" y="4"/>
                </a:lnTo>
                <a:lnTo>
                  <a:pt x="16" y="3"/>
                </a:lnTo>
                <a:lnTo>
                  <a:pt x="17" y="3"/>
                </a:lnTo>
                <a:lnTo>
                  <a:pt x="18" y="3"/>
                </a:lnTo>
                <a:lnTo>
                  <a:pt x="19" y="4"/>
                </a:lnTo>
                <a:lnTo>
                  <a:pt x="19" y="3"/>
                </a:lnTo>
                <a:lnTo>
                  <a:pt x="20" y="3"/>
                </a:lnTo>
                <a:lnTo>
                  <a:pt x="20" y="2"/>
                </a:lnTo>
                <a:lnTo>
                  <a:pt x="21" y="2"/>
                </a:lnTo>
                <a:lnTo>
                  <a:pt x="22" y="2"/>
                </a:lnTo>
                <a:lnTo>
                  <a:pt x="22" y="1"/>
                </a:lnTo>
                <a:lnTo>
                  <a:pt x="23" y="1"/>
                </a:lnTo>
                <a:lnTo>
                  <a:pt x="23" y="0"/>
                </a:lnTo>
                <a:lnTo>
                  <a:pt x="24" y="0"/>
                </a:lnTo>
                <a:lnTo>
                  <a:pt x="24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2" name=""/>
          <p:cNvSpPr/>
          <p:nvPr/>
        </p:nvSpPr>
        <p:spPr>
          <a:xfrm>
            <a:off x="2095920" y="21754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0"/>
                </a:move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3" name=""/>
          <p:cNvSpPr/>
          <p:nvPr/>
        </p:nvSpPr>
        <p:spPr>
          <a:xfrm>
            <a:off x="2097000" y="2175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4" name=""/>
          <p:cNvSpPr/>
          <p:nvPr/>
        </p:nvSpPr>
        <p:spPr>
          <a:xfrm>
            <a:off x="2097000" y="21726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5" name=""/>
          <p:cNvSpPr/>
          <p:nvPr/>
        </p:nvSpPr>
        <p:spPr>
          <a:xfrm>
            <a:off x="2099520" y="2170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6" name=""/>
          <p:cNvSpPr/>
          <p:nvPr/>
        </p:nvSpPr>
        <p:spPr>
          <a:xfrm>
            <a:off x="2099160" y="21700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7" name=""/>
          <p:cNvSpPr/>
          <p:nvPr/>
        </p:nvSpPr>
        <p:spPr>
          <a:xfrm>
            <a:off x="2097360" y="2170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8" name=""/>
          <p:cNvSpPr/>
          <p:nvPr/>
        </p:nvSpPr>
        <p:spPr>
          <a:xfrm>
            <a:off x="2098080" y="21697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9" name=""/>
          <p:cNvSpPr/>
          <p:nvPr/>
        </p:nvSpPr>
        <p:spPr>
          <a:xfrm>
            <a:off x="2099520" y="2169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0" name=""/>
          <p:cNvSpPr/>
          <p:nvPr/>
        </p:nvSpPr>
        <p:spPr>
          <a:xfrm>
            <a:off x="2097720" y="216828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3" y="2"/>
                </a:lnTo>
                <a:lnTo>
                  <a:pt x="3" y="4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1" name=""/>
          <p:cNvSpPr/>
          <p:nvPr/>
        </p:nvSpPr>
        <p:spPr>
          <a:xfrm>
            <a:off x="2097000" y="2168280"/>
            <a:ext cx="360" cy="1080"/>
          </a:xfrm>
          <a:custGeom>
            <a:avLst/>
            <a:gdLst/>
            <a:ahLst/>
            <a:rect l="0" t="0" r="r" b="b"/>
            <a:pathLst>
              <a:path w="1" h="3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2" name=""/>
          <p:cNvSpPr/>
          <p:nvPr/>
        </p:nvSpPr>
        <p:spPr>
          <a:xfrm>
            <a:off x="2098080" y="2168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3" name=""/>
          <p:cNvSpPr/>
          <p:nvPr/>
        </p:nvSpPr>
        <p:spPr>
          <a:xfrm>
            <a:off x="2099160" y="216432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2"/>
                </a:move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4" name=""/>
          <p:cNvSpPr/>
          <p:nvPr/>
        </p:nvSpPr>
        <p:spPr>
          <a:xfrm>
            <a:off x="2099520" y="21636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5" name=""/>
          <p:cNvSpPr/>
          <p:nvPr/>
        </p:nvSpPr>
        <p:spPr>
          <a:xfrm>
            <a:off x="2097360" y="216288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3" y="2"/>
                </a:move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3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6" name=""/>
          <p:cNvSpPr/>
          <p:nvPr/>
        </p:nvSpPr>
        <p:spPr>
          <a:xfrm>
            <a:off x="2097720" y="21625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7" name=""/>
          <p:cNvSpPr/>
          <p:nvPr/>
        </p:nvSpPr>
        <p:spPr>
          <a:xfrm>
            <a:off x="2097000" y="21618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3" y="0"/>
                </a:move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1" y="1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8" name=""/>
          <p:cNvSpPr/>
          <p:nvPr/>
        </p:nvSpPr>
        <p:spPr>
          <a:xfrm>
            <a:off x="2101680" y="21618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9" name=""/>
          <p:cNvSpPr/>
          <p:nvPr/>
        </p:nvSpPr>
        <p:spPr>
          <a:xfrm>
            <a:off x="2072880" y="217620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4" y="0"/>
                </a:moveTo>
                <a:lnTo>
                  <a:pt x="6" y="2"/>
                </a:lnTo>
                <a:lnTo>
                  <a:pt x="6" y="4"/>
                </a:lnTo>
                <a:lnTo>
                  <a:pt x="6" y="2"/>
                </a:lnTo>
                <a:lnTo>
                  <a:pt x="4" y="1"/>
                </a:lnTo>
                <a:lnTo>
                  <a:pt x="3" y="2"/>
                </a:lnTo>
                <a:lnTo>
                  <a:pt x="4" y="4"/>
                </a:lnTo>
                <a:lnTo>
                  <a:pt x="6" y="4"/>
                </a:lnTo>
                <a:lnTo>
                  <a:pt x="6" y="5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1" y="5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0" name=""/>
          <p:cNvSpPr/>
          <p:nvPr/>
        </p:nvSpPr>
        <p:spPr>
          <a:xfrm>
            <a:off x="2073600" y="21747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1" name=""/>
          <p:cNvSpPr/>
          <p:nvPr/>
        </p:nvSpPr>
        <p:spPr>
          <a:xfrm>
            <a:off x="2072520" y="2174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2" name=""/>
          <p:cNvSpPr/>
          <p:nvPr/>
        </p:nvSpPr>
        <p:spPr>
          <a:xfrm>
            <a:off x="2073960" y="21744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3" name=""/>
          <p:cNvSpPr/>
          <p:nvPr/>
        </p:nvSpPr>
        <p:spPr>
          <a:xfrm>
            <a:off x="2062800" y="2759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4" name=""/>
          <p:cNvSpPr/>
          <p:nvPr/>
        </p:nvSpPr>
        <p:spPr>
          <a:xfrm>
            <a:off x="2063520" y="27586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5" name=""/>
          <p:cNvSpPr/>
          <p:nvPr/>
        </p:nvSpPr>
        <p:spPr>
          <a:xfrm>
            <a:off x="2067120" y="26863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6" name=""/>
          <p:cNvSpPr/>
          <p:nvPr/>
        </p:nvSpPr>
        <p:spPr>
          <a:xfrm>
            <a:off x="2078280" y="26618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7" name=""/>
          <p:cNvSpPr/>
          <p:nvPr/>
        </p:nvSpPr>
        <p:spPr>
          <a:xfrm>
            <a:off x="2099520" y="2610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8" name=""/>
          <p:cNvSpPr/>
          <p:nvPr/>
        </p:nvSpPr>
        <p:spPr>
          <a:xfrm>
            <a:off x="2097000" y="25851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9" name=""/>
          <p:cNvSpPr/>
          <p:nvPr/>
        </p:nvSpPr>
        <p:spPr>
          <a:xfrm>
            <a:off x="2208960" y="24357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0" name=""/>
          <p:cNvSpPr/>
          <p:nvPr/>
        </p:nvSpPr>
        <p:spPr>
          <a:xfrm>
            <a:off x="2210040" y="24357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1" name=""/>
          <p:cNvSpPr/>
          <p:nvPr/>
        </p:nvSpPr>
        <p:spPr>
          <a:xfrm>
            <a:off x="2211480" y="24357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2" name=""/>
          <p:cNvSpPr/>
          <p:nvPr/>
        </p:nvSpPr>
        <p:spPr>
          <a:xfrm>
            <a:off x="1996560" y="24105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4"/>
                </a:moveTo>
                <a:lnTo>
                  <a:pt x="1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4" y="0"/>
                </a:lnTo>
                <a:lnTo>
                  <a:pt x="5" y="1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3" name=""/>
          <p:cNvSpPr/>
          <p:nvPr/>
        </p:nvSpPr>
        <p:spPr>
          <a:xfrm>
            <a:off x="2212200" y="24350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4" name=""/>
          <p:cNvSpPr/>
          <p:nvPr/>
        </p:nvSpPr>
        <p:spPr>
          <a:xfrm>
            <a:off x="2029320" y="241272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4" y="6"/>
                </a:moveTo>
                <a:lnTo>
                  <a:pt x="3" y="6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2" y="3"/>
                </a:lnTo>
                <a:lnTo>
                  <a:pt x="3" y="2"/>
                </a:lnTo>
                <a:lnTo>
                  <a:pt x="5" y="0"/>
                </a:lnTo>
                <a:lnTo>
                  <a:pt x="6" y="0"/>
                </a:lnTo>
                <a:lnTo>
                  <a:pt x="6" y="3"/>
                </a:lnTo>
                <a:lnTo>
                  <a:pt x="6" y="4"/>
                </a:lnTo>
                <a:lnTo>
                  <a:pt x="4" y="5"/>
                </a:lnTo>
                <a:lnTo>
                  <a:pt x="4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5" name=""/>
          <p:cNvSpPr/>
          <p:nvPr/>
        </p:nvSpPr>
        <p:spPr>
          <a:xfrm>
            <a:off x="2208960" y="24321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6" name=""/>
          <p:cNvSpPr/>
          <p:nvPr/>
        </p:nvSpPr>
        <p:spPr>
          <a:xfrm>
            <a:off x="2014920" y="240048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3" y="5"/>
                </a:move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3"/>
                </a:lnTo>
                <a:lnTo>
                  <a:pt x="7" y="3"/>
                </a:lnTo>
                <a:lnTo>
                  <a:pt x="7" y="4"/>
                </a:lnTo>
                <a:lnTo>
                  <a:pt x="6" y="5"/>
                </a:lnTo>
                <a:lnTo>
                  <a:pt x="3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7" name=""/>
          <p:cNvSpPr/>
          <p:nvPr/>
        </p:nvSpPr>
        <p:spPr>
          <a:xfrm>
            <a:off x="2037240" y="2400480"/>
            <a:ext cx="5760" cy="2880"/>
          </a:xfrm>
          <a:custGeom>
            <a:avLst/>
            <a:gdLst/>
            <a:ahLst/>
            <a:rect l="0" t="0" r="r" b="b"/>
            <a:pathLst>
              <a:path fill="none" w="16" h="8">
                <a:moveTo>
                  <a:pt x="15" y="0"/>
                </a:moveTo>
                <a:lnTo>
                  <a:pt x="16" y="1"/>
                </a:lnTo>
                <a:lnTo>
                  <a:pt x="16" y="0"/>
                </a:lnTo>
                <a:lnTo>
                  <a:pt x="16" y="1"/>
                </a:lnTo>
                <a:lnTo>
                  <a:pt x="16" y="2"/>
                </a:lnTo>
                <a:lnTo>
                  <a:pt x="16" y="3"/>
                </a:lnTo>
                <a:lnTo>
                  <a:pt x="16" y="4"/>
                </a:lnTo>
                <a:lnTo>
                  <a:pt x="15" y="5"/>
                </a:lnTo>
                <a:lnTo>
                  <a:pt x="14" y="5"/>
                </a:lnTo>
                <a:lnTo>
                  <a:pt x="13" y="6"/>
                </a:lnTo>
                <a:lnTo>
                  <a:pt x="12" y="6"/>
                </a:lnTo>
                <a:lnTo>
                  <a:pt x="9" y="8"/>
                </a:lnTo>
                <a:lnTo>
                  <a:pt x="3" y="8"/>
                </a:lnTo>
                <a:lnTo>
                  <a:pt x="0" y="8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1" y="3"/>
                </a:lnTo>
                <a:lnTo>
                  <a:pt x="2" y="3"/>
                </a:lnTo>
                <a:lnTo>
                  <a:pt x="3" y="2"/>
                </a:lnTo>
                <a:lnTo>
                  <a:pt x="8" y="1"/>
                </a:lnTo>
                <a:lnTo>
                  <a:pt x="10" y="1"/>
                </a:lnTo>
                <a:lnTo>
                  <a:pt x="11" y="1"/>
                </a:lnTo>
                <a:lnTo>
                  <a:pt x="12" y="0"/>
                </a:lnTo>
                <a:lnTo>
                  <a:pt x="13" y="0"/>
                </a:lnTo>
                <a:lnTo>
                  <a:pt x="14" y="0"/>
                </a:lnTo>
                <a:lnTo>
                  <a:pt x="1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8" name=""/>
          <p:cNvSpPr/>
          <p:nvPr/>
        </p:nvSpPr>
        <p:spPr>
          <a:xfrm>
            <a:off x="2013120" y="23950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2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9" name=""/>
          <p:cNvSpPr/>
          <p:nvPr/>
        </p:nvSpPr>
        <p:spPr>
          <a:xfrm>
            <a:off x="2008800" y="2393280"/>
            <a:ext cx="4680" cy="4680"/>
          </a:xfrm>
          <a:custGeom>
            <a:avLst/>
            <a:gdLst/>
            <a:ahLst/>
            <a:rect l="0" t="0" r="r" b="b"/>
            <a:pathLst>
              <a:path fill="none" w="13" h="13">
                <a:moveTo>
                  <a:pt x="11" y="1"/>
                </a:moveTo>
                <a:lnTo>
                  <a:pt x="11" y="3"/>
                </a:lnTo>
                <a:lnTo>
                  <a:pt x="10" y="4"/>
                </a:lnTo>
                <a:lnTo>
                  <a:pt x="8" y="4"/>
                </a:lnTo>
                <a:lnTo>
                  <a:pt x="5" y="6"/>
                </a:lnTo>
                <a:lnTo>
                  <a:pt x="4" y="7"/>
                </a:lnTo>
                <a:lnTo>
                  <a:pt x="3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7" y="9"/>
                </a:lnTo>
                <a:lnTo>
                  <a:pt x="8" y="8"/>
                </a:lnTo>
                <a:lnTo>
                  <a:pt x="9" y="8"/>
                </a:lnTo>
                <a:lnTo>
                  <a:pt x="10" y="7"/>
                </a:lnTo>
                <a:lnTo>
                  <a:pt x="12" y="7"/>
                </a:lnTo>
                <a:lnTo>
                  <a:pt x="13" y="7"/>
                </a:lnTo>
                <a:lnTo>
                  <a:pt x="13" y="8"/>
                </a:lnTo>
                <a:lnTo>
                  <a:pt x="12" y="9"/>
                </a:lnTo>
                <a:lnTo>
                  <a:pt x="10" y="9"/>
                </a:lnTo>
                <a:lnTo>
                  <a:pt x="9" y="9"/>
                </a:lnTo>
                <a:lnTo>
                  <a:pt x="8" y="10"/>
                </a:lnTo>
                <a:lnTo>
                  <a:pt x="5" y="12"/>
                </a:lnTo>
                <a:lnTo>
                  <a:pt x="4" y="12"/>
                </a:lnTo>
                <a:lnTo>
                  <a:pt x="2" y="13"/>
                </a:lnTo>
                <a:lnTo>
                  <a:pt x="1" y="12"/>
                </a:lnTo>
                <a:lnTo>
                  <a:pt x="0" y="12"/>
                </a:lnTo>
                <a:lnTo>
                  <a:pt x="0" y="11"/>
                </a:lnTo>
                <a:lnTo>
                  <a:pt x="0" y="8"/>
                </a:lnTo>
                <a:lnTo>
                  <a:pt x="1" y="7"/>
                </a:lnTo>
                <a:lnTo>
                  <a:pt x="4" y="4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11" y="0"/>
                </a:lnTo>
                <a:lnTo>
                  <a:pt x="1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080" rIns="360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0" name=""/>
          <p:cNvSpPr/>
          <p:nvPr/>
        </p:nvSpPr>
        <p:spPr>
          <a:xfrm>
            <a:off x="2012400" y="2392920"/>
            <a:ext cx="5040" cy="3600"/>
          </a:xfrm>
          <a:custGeom>
            <a:avLst/>
            <a:gdLst/>
            <a:ahLst/>
            <a:rect l="0" t="0" r="r" b="b"/>
            <a:pathLst>
              <a:path fill="none" w="14" h="10">
                <a:moveTo>
                  <a:pt x="13" y="2"/>
                </a:moveTo>
                <a:lnTo>
                  <a:pt x="14" y="3"/>
                </a:lnTo>
                <a:lnTo>
                  <a:pt x="14" y="4"/>
                </a:lnTo>
                <a:lnTo>
                  <a:pt x="13" y="6"/>
                </a:lnTo>
                <a:lnTo>
                  <a:pt x="12" y="8"/>
                </a:lnTo>
                <a:lnTo>
                  <a:pt x="10" y="9"/>
                </a:lnTo>
                <a:lnTo>
                  <a:pt x="9" y="9"/>
                </a:lnTo>
                <a:lnTo>
                  <a:pt x="7" y="10"/>
                </a:lnTo>
                <a:lnTo>
                  <a:pt x="6" y="9"/>
                </a:lnTo>
                <a:lnTo>
                  <a:pt x="5" y="9"/>
                </a:lnTo>
                <a:lnTo>
                  <a:pt x="5" y="8"/>
                </a:lnTo>
                <a:lnTo>
                  <a:pt x="6" y="8"/>
                </a:lnTo>
                <a:lnTo>
                  <a:pt x="7" y="8"/>
                </a:lnTo>
                <a:lnTo>
                  <a:pt x="9" y="8"/>
                </a:lnTo>
                <a:lnTo>
                  <a:pt x="10" y="7"/>
                </a:lnTo>
                <a:lnTo>
                  <a:pt x="11" y="7"/>
                </a:lnTo>
                <a:lnTo>
                  <a:pt x="11" y="6"/>
                </a:lnTo>
                <a:lnTo>
                  <a:pt x="11" y="4"/>
                </a:lnTo>
                <a:lnTo>
                  <a:pt x="11" y="3"/>
                </a:lnTo>
                <a:lnTo>
                  <a:pt x="11" y="2"/>
                </a:lnTo>
                <a:lnTo>
                  <a:pt x="9" y="2"/>
                </a:lnTo>
                <a:lnTo>
                  <a:pt x="7" y="3"/>
                </a:lnTo>
                <a:lnTo>
                  <a:pt x="6" y="3"/>
                </a:lnTo>
                <a:lnTo>
                  <a:pt x="5" y="3"/>
                </a:lnTo>
                <a:lnTo>
                  <a:pt x="3" y="3"/>
                </a:lnTo>
                <a:lnTo>
                  <a:pt x="2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4" y="2"/>
                </a:lnTo>
                <a:lnTo>
                  <a:pt x="6" y="1"/>
                </a:lnTo>
                <a:lnTo>
                  <a:pt x="7" y="1"/>
                </a:lnTo>
                <a:lnTo>
                  <a:pt x="10" y="0"/>
                </a:lnTo>
                <a:lnTo>
                  <a:pt x="11" y="0"/>
                </a:lnTo>
                <a:lnTo>
                  <a:pt x="12" y="0"/>
                </a:lnTo>
                <a:lnTo>
                  <a:pt x="12" y="1"/>
                </a:lnTo>
                <a:lnTo>
                  <a:pt x="1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1" name=""/>
          <p:cNvSpPr/>
          <p:nvPr/>
        </p:nvSpPr>
        <p:spPr>
          <a:xfrm>
            <a:off x="2035080" y="2391480"/>
            <a:ext cx="5760" cy="2160"/>
          </a:xfrm>
          <a:custGeom>
            <a:avLst/>
            <a:gdLst/>
            <a:ahLst/>
            <a:rect l="0" t="0" r="r" b="b"/>
            <a:pathLst>
              <a:path fill="none" w="16" h="6">
                <a:moveTo>
                  <a:pt x="15" y="3"/>
                </a:moveTo>
                <a:lnTo>
                  <a:pt x="13" y="3"/>
                </a:lnTo>
                <a:lnTo>
                  <a:pt x="11" y="3"/>
                </a:lnTo>
                <a:lnTo>
                  <a:pt x="9" y="3"/>
                </a:lnTo>
                <a:lnTo>
                  <a:pt x="7" y="3"/>
                </a:lnTo>
                <a:lnTo>
                  <a:pt x="6" y="4"/>
                </a:lnTo>
                <a:lnTo>
                  <a:pt x="5" y="6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1" y="3"/>
                </a:lnTo>
                <a:lnTo>
                  <a:pt x="2" y="2"/>
                </a:lnTo>
                <a:lnTo>
                  <a:pt x="3" y="2"/>
                </a:lnTo>
                <a:lnTo>
                  <a:pt x="5" y="1"/>
                </a:lnTo>
                <a:lnTo>
                  <a:pt x="7" y="1"/>
                </a:lnTo>
                <a:lnTo>
                  <a:pt x="9" y="1"/>
                </a:lnTo>
                <a:lnTo>
                  <a:pt x="12" y="0"/>
                </a:lnTo>
                <a:lnTo>
                  <a:pt x="13" y="0"/>
                </a:lnTo>
                <a:lnTo>
                  <a:pt x="14" y="0"/>
                </a:lnTo>
                <a:lnTo>
                  <a:pt x="15" y="0"/>
                </a:lnTo>
                <a:lnTo>
                  <a:pt x="16" y="2"/>
                </a:lnTo>
                <a:lnTo>
                  <a:pt x="16" y="3"/>
                </a:lnTo>
                <a:lnTo>
                  <a:pt x="1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2" name=""/>
          <p:cNvSpPr/>
          <p:nvPr/>
        </p:nvSpPr>
        <p:spPr>
          <a:xfrm>
            <a:off x="2022120" y="2389680"/>
            <a:ext cx="3600" cy="2520"/>
          </a:xfrm>
          <a:custGeom>
            <a:avLst/>
            <a:gdLst/>
            <a:ahLst/>
            <a:rect l="0" t="0" r="r" b="b"/>
            <a:pathLst>
              <a:path fill="none" w="10" h="7">
                <a:moveTo>
                  <a:pt x="2" y="7"/>
                </a:moveTo>
                <a:lnTo>
                  <a:pt x="1" y="7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5" y="1"/>
                </a:lnTo>
                <a:lnTo>
                  <a:pt x="6" y="1"/>
                </a:lnTo>
                <a:lnTo>
                  <a:pt x="7" y="0"/>
                </a:lnTo>
                <a:lnTo>
                  <a:pt x="8" y="1"/>
                </a:lnTo>
                <a:lnTo>
                  <a:pt x="10" y="2"/>
                </a:lnTo>
                <a:lnTo>
                  <a:pt x="10" y="3"/>
                </a:lnTo>
                <a:lnTo>
                  <a:pt x="10" y="4"/>
                </a:lnTo>
                <a:lnTo>
                  <a:pt x="9" y="6"/>
                </a:lnTo>
                <a:lnTo>
                  <a:pt x="8" y="6"/>
                </a:lnTo>
                <a:lnTo>
                  <a:pt x="6" y="6"/>
                </a:lnTo>
                <a:lnTo>
                  <a:pt x="5" y="7"/>
                </a:lnTo>
                <a:lnTo>
                  <a:pt x="3" y="7"/>
                </a:lnTo>
                <a:lnTo>
                  <a:pt x="2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3" name=""/>
          <p:cNvSpPr/>
          <p:nvPr/>
        </p:nvSpPr>
        <p:spPr>
          <a:xfrm>
            <a:off x="2044440" y="23896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5"/>
                </a:moveTo>
                <a:lnTo>
                  <a:pt x="1" y="5"/>
                </a:lnTo>
                <a:lnTo>
                  <a:pt x="1" y="4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4" y="2"/>
                </a:lnTo>
                <a:lnTo>
                  <a:pt x="4" y="4"/>
                </a:lnTo>
                <a:lnTo>
                  <a:pt x="3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4" name=""/>
          <p:cNvSpPr/>
          <p:nvPr/>
        </p:nvSpPr>
        <p:spPr>
          <a:xfrm>
            <a:off x="2006280" y="238608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6" y="3"/>
                </a:moveTo>
                <a:lnTo>
                  <a:pt x="6" y="5"/>
                </a:lnTo>
                <a:lnTo>
                  <a:pt x="4" y="5"/>
                </a:lnTo>
                <a:lnTo>
                  <a:pt x="3" y="5"/>
                </a:lnTo>
                <a:lnTo>
                  <a:pt x="2" y="3"/>
                </a:lnTo>
                <a:lnTo>
                  <a:pt x="1" y="3"/>
                </a:lnTo>
                <a:lnTo>
                  <a:pt x="1" y="5"/>
                </a:lnTo>
                <a:lnTo>
                  <a:pt x="0" y="3"/>
                </a:lnTo>
                <a:lnTo>
                  <a:pt x="1" y="2"/>
                </a:lnTo>
                <a:lnTo>
                  <a:pt x="2" y="2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7" y="2"/>
                </a:lnTo>
                <a:lnTo>
                  <a:pt x="7" y="3"/>
                </a:lnTo>
                <a:lnTo>
                  <a:pt x="6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5" name=""/>
          <p:cNvSpPr/>
          <p:nvPr/>
        </p:nvSpPr>
        <p:spPr>
          <a:xfrm>
            <a:off x="2013120" y="23864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2" y="0"/>
                </a:move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6" name=""/>
          <p:cNvSpPr/>
          <p:nvPr/>
        </p:nvSpPr>
        <p:spPr>
          <a:xfrm>
            <a:off x="2008800" y="238500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5" y="6"/>
                </a:moveTo>
                <a:lnTo>
                  <a:pt x="4" y="6"/>
                </a:lnTo>
                <a:lnTo>
                  <a:pt x="3" y="6"/>
                </a:lnTo>
                <a:lnTo>
                  <a:pt x="1" y="6"/>
                </a:lnTo>
                <a:lnTo>
                  <a:pt x="1" y="5"/>
                </a:lnTo>
                <a:lnTo>
                  <a:pt x="0" y="4"/>
                </a:lnTo>
                <a:lnTo>
                  <a:pt x="0" y="2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5" y="4"/>
                </a:lnTo>
                <a:lnTo>
                  <a:pt x="5" y="5"/>
                </a:lnTo>
                <a:lnTo>
                  <a:pt x="5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7" name=""/>
          <p:cNvSpPr/>
          <p:nvPr/>
        </p:nvSpPr>
        <p:spPr>
          <a:xfrm>
            <a:off x="2043720" y="23875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5"/>
                </a:move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4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8" name=""/>
          <p:cNvSpPr/>
          <p:nvPr/>
        </p:nvSpPr>
        <p:spPr>
          <a:xfrm>
            <a:off x="2009520" y="23842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9" name=""/>
          <p:cNvSpPr/>
          <p:nvPr/>
        </p:nvSpPr>
        <p:spPr>
          <a:xfrm>
            <a:off x="2009880" y="23828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1" y="3"/>
                </a:move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3"/>
                </a:lnTo>
                <a:lnTo>
                  <a:pt x="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0" name=""/>
          <p:cNvSpPr/>
          <p:nvPr/>
        </p:nvSpPr>
        <p:spPr>
          <a:xfrm>
            <a:off x="2013840" y="23832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1" name=""/>
          <p:cNvSpPr/>
          <p:nvPr/>
        </p:nvSpPr>
        <p:spPr>
          <a:xfrm>
            <a:off x="2013480" y="23828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2" name=""/>
          <p:cNvSpPr/>
          <p:nvPr/>
        </p:nvSpPr>
        <p:spPr>
          <a:xfrm>
            <a:off x="2014200" y="2382840"/>
            <a:ext cx="2160" cy="3960"/>
          </a:xfrm>
          <a:custGeom>
            <a:avLst/>
            <a:gdLst/>
            <a:ahLst/>
            <a:rect l="0" t="0" r="r" b="b"/>
            <a:pathLst>
              <a:path fill="none" w="6" h="11">
                <a:moveTo>
                  <a:pt x="2" y="11"/>
                </a:moveTo>
                <a:lnTo>
                  <a:pt x="1" y="11"/>
                </a:lnTo>
                <a:lnTo>
                  <a:pt x="0" y="11"/>
                </a:lnTo>
                <a:lnTo>
                  <a:pt x="0" y="9"/>
                </a:lnTo>
                <a:lnTo>
                  <a:pt x="1" y="9"/>
                </a:lnTo>
                <a:lnTo>
                  <a:pt x="2" y="9"/>
                </a:lnTo>
                <a:lnTo>
                  <a:pt x="2" y="8"/>
                </a:lnTo>
                <a:lnTo>
                  <a:pt x="4" y="7"/>
                </a:lnTo>
                <a:lnTo>
                  <a:pt x="4" y="5"/>
                </a:lnTo>
                <a:lnTo>
                  <a:pt x="4" y="4"/>
                </a:lnTo>
                <a:lnTo>
                  <a:pt x="4" y="3"/>
                </a:lnTo>
                <a:lnTo>
                  <a:pt x="2" y="3"/>
                </a:lnTo>
                <a:lnTo>
                  <a:pt x="2" y="2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2"/>
                </a:lnTo>
                <a:lnTo>
                  <a:pt x="5" y="2"/>
                </a:lnTo>
                <a:lnTo>
                  <a:pt x="6" y="3"/>
                </a:lnTo>
                <a:lnTo>
                  <a:pt x="6" y="4"/>
                </a:lnTo>
                <a:lnTo>
                  <a:pt x="5" y="7"/>
                </a:lnTo>
                <a:lnTo>
                  <a:pt x="5" y="8"/>
                </a:lnTo>
                <a:lnTo>
                  <a:pt x="4" y="9"/>
                </a:lnTo>
                <a:lnTo>
                  <a:pt x="2" y="10"/>
                </a:lnTo>
                <a:lnTo>
                  <a:pt x="2" y="1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3" name=""/>
          <p:cNvSpPr/>
          <p:nvPr/>
        </p:nvSpPr>
        <p:spPr>
          <a:xfrm>
            <a:off x="2012760" y="23821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4" name=""/>
          <p:cNvSpPr/>
          <p:nvPr/>
        </p:nvSpPr>
        <p:spPr>
          <a:xfrm>
            <a:off x="2011680" y="238176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2" y="3"/>
                </a:moveTo>
                <a:lnTo>
                  <a:pt x="2" y="5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5" name=""/>
          <p:cNvSpPr/>
          <p:nvPr/>
        </p:nvSpPr>
        <p:spPr>
          <a:xfrm>
            <a:off x="2012760" y="238104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5"/>
                </a:moveTo>
                <a:lnTo>
                  <a:pt x="4" y="5"/>
                </a:lnTo>
                <a:lnTo>
                  <a:pt x="2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4" y="2"/>
                </a:lnTo>
                <a:lnTo>
                  <a:pt x="5" y="4"/>
                </a:lnTo>
                <a:lnTo>
                  <a:pt x="5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6" name=""/>
          <p:cNvSpPr/>
          <p:nvPr/>
        </p:nvSpPr>
        <p:spPr>
          <a:xfrm>
            <a:off x="2039040" y="2383200"/>
            <a:ext cx="3240" cy="3240"/>
          </a:xfrm>
          <a:custGeom>
            <a:avLst/>
            <a:gdLst/>
            <a:ahLst/>
            <a:rect l="0" t="0" r="r" b="b"/>
            <a:pathLst>
              <a:path fill="none" w="9" h="9">
                <a:moveTo>
                  <a:pt x="1" y="9"/>
                </a:moveTo>
                <a:lnTo>
                  <a:pt x="0" y="8"/>
                </a:lnTo>
                <a:lnTo>
                  <a:pt x="0" y="7"/>
                </a:lnTo>
                <a:lnTo>
                  <a:pt x="0" y="5"/>
                </a:lnTo>
                <a:lnTo>
                  <a:pt x="0" y="4"/>
                </a:lnTo>
                <a:lnTo>
                  <a:pt x="2" y="4"/>
                </a:lnTo>
                <a:lnTo>
                  <a:pt x="3" y="3"/>
                </a:lnTo>
                <a:lnTo>
                  <a:pt x="7" y="1"/>
                </a:lnTo>
                <a:lnTo>
                  <a:pt x="8" y="0"/>
                </a:lnTo>
                <a:lnTo>
                  <a:pt x="8" y="1"/>
                </a:lnTo>
                <a:lnTo>
                  <a:pt x="9" y="2"/>
                </a:lnTo>
                <a:lnTo>
                  <a:pt x="8" y="3"/>
                </a:lnTo>
                <a:lnTo>
                  <a:pt x="7" y="4"/>
                </a:lnTo>
                <a:lnTo>
                  <a:pt x="6" y="4"/>
                </a:lnTo>
                <a:lnTo>
                  <a:pt x="5" y="5"/>
                </a:lnTo>
                <a:lnTo>
                  <a:pt x="3" y="5"/>
                </a:lnTo>
                <a:lnTo>
                  <a:pt x="2" y="7"/>
                </a:lnTo>
                <a:lnTo>
                  <a:pt x="1" y="9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7" name=""/>
          <p:cNvSpPr/>
          <p:nvPr/>
        </p:nvSpPr>
        <p:spPr>
          <a:xfrm>
            <a:off x="2043360" y="2382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8" name=""/>
          <p:cNvSpPr/>
          <p:nvPr/>
        </p:nvSpPr>
        <p:spPr>
          <a:xfrm>
            <a:off x="2046240" y="237816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3" y="3"/>
                </a:moveTo>
                <a:lnTo>
                  <a:pt x="3" y="5"/>
                </a:lnTo>
                <a:lnTo>
                  <a:pt x="2" y="3"/>
                </a:ln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5" y="3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9" name=""/>
          <p:cNvSpPr/>
          <p:nvPr/>
        </p:nvSpPr>
        <p:spPr>
          <a:xfrm>
            <a:off x="2029320" y="2373840"/>
            <a:ext cx="2880" cy="2160"/>
          </a:xfrm>
          <a:custGeom>
            <a:avLst/>
            <a:gdLst/>
            <a:ahLst/>
            <a:rect l="0" t="0" r="r" b="b"/>
            <a:pathLst>
              <a:path fill="none" w="8" h="6">
                <a:moveTo>
                  <a:pt x="6" y="5"/>
                </a:moveTo>
                <a:lnTo>
                  <a:pt x="5" y="6"/>
                </a:lnTo>
                <a:lnTo>
                  <a:pt x="4" y="5"/>
                </a:lnTo>
                <a:lnTo>
                  <a:pt x="3" y="5"/>
                </a:lnTo>
                <a:lnTo>
                  <a:pt x="0" y="2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5" y="1"/>
                </a:lnTo>
                <a:lnTo>
                  <a:pt x="8" y="2"/>
                </a:lnTo>
                <a:lnTo>
                  <a:pt x="6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0" name=""/>
          <p:cNvSpPr/>
          <p:nvPr/>
        </p:nvSpPr>
        <p:spPr>
          <a:xfrm>
            <a:off x="2175120" y="2389320"/>
            <a:ext cx="2160" cy="3240"/>
          </a:xfrm>
          <a:custGeom>
            <a:avLst/>
            <a:gdLst/>
            <a:ahLst/>
            <a:rect l="0" t="0" r="r" b="b"/>
            <a:pathLst>
              <a:path fill="none" w="6" h="9">
                <a:moveTo>
                  <a:pt x="5" y="9"/>
                </a:moveTo>
                <a:lnTo>
                  <a:pt x="3" y="9"/>
                </a:lnTo>
                <a:lnTo>
                  <a:pt x="0" y="6"/>
                </a:lnTo>
                <a:lnTo>
                  <a:pt x="0" y="4"/>
                </a:lnTo>
                <a:lnTo>
                  <a:pt x="0" y="2"/>
                </a:lnTo>
                <a:lnTo>
                  <a:pt x="2" y="1"/>
                </a:lnTo>
                <a:lnTo>
                  <a:pt x="4" y="0"/>
                </a:lnTo>
                <a:lnTo>
                  <a:pt x="5" y="1"/>
                </a:lnTo>
                <a:lnTo>
                  <a:pt x="6" y="2"/>
                </a:lnTo>
                <a:lnTo>
                  <a:pt x="6" y="4"/>
                </a:lnTo>
                <a:lnTo>
                  <a:pt x="6" y="6"/>
                </a:lnTo>
                <a:lnTo>
                  <a:pt x="5" y="9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1" name=""/>
          <p:cNvSpPr/>
          <p:nvPr/>
        </p:nvSpPr>
        <p:spPr>
          <a:xfrm>
            <a:off x="2050920" y="23742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4"/>
                </a:move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4" y="3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2" name=""/>
          <p:cNvSpPr/>
          <p:nvPr/>
        </p:nvSpPr>
        <p:spPr>
          <a:xfrm>
            <a:off x="2033640" y="237204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0"/>
                </a:move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3" name=""/>
          <p:cNvSpPr/>
          <p:nvPr/>
        </p:nvSpPr>
        <p:spPr>
          <a:xfrm>
            <a:off x="2032560" y="236736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6" y="7"/>
                </a:moveTo>
                <a:lnTo>
                  <a:pt x="5" y="7"/>
                </a:lnTo>
                <a:lnTo>
                  <a:pt x="4" y="5"/>
                </a:ln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5" y="4"/>
                </a:lnTo>
                <a:lnTo>
                  <a:pt x="6" y="5"/>
                </a:lnTo>
                <a:lnTo>
                  <a:pt x="6" y="6"/>
                </a:lnTo>
                <a:lnTo>
                  <a:pt x="6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4" name=""/>
          <p:cNvSpPr/>
          <p:nvPr/>
        </p:nvSpPr>
        <p:spPr>
          <a:xfrm>
            <a:off x="2029320" y="2366280"/>
            <a:ext cx="3600" cy="1800"/>
          </a:xfrm>
          <a:custGeom>
            <a:avLst/>
            <a:gdLst/>
            <a:ahLst/>
            <a:rect l="0" t="0" r="r" b="b"/>
            <a:pathLst>
              <a:path fill="none" w="10" h="5">
                <a:moveTo>
                  <a:pt x="3" y="5"/>
                </a:move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2" y="1"/>
                </a:lnTo>
                <a:lnTo>
                  <a:pt x="3" y="0"/>
                </a:lnTo>
                <a:lnTo>
                  <a:pt x="5" y="0"/>
                </a:lnTo>
                <a:lnTo>
                  <a:pt x="6" y="1"/>
                </a:lnTo>
                <a:lnTo>
                  <a:pt x="8" y="1"/>
                </a:lnTo>
                <a:lnTo>
                  <a:pt x="9" y="3"/>
                </a:lnTo>
                <a:lnTo>
                  <a:pt x="10" y="3"/>
                </a:lnTo>
                <a:lnTo>
                  <a:pt x="10" y="4"/>
                </a:lnTo>
                <a:lnTo>
                  <a:pt x="9" y="4"/>
                </a:lnTo>
                <a:lnTo>
                  <a:pt x="8" y="4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5" name=""/>
          <p:cNvSpPr/>
          <p:nvPr/>
        </p:nvSpPr>
        <p:spPr>
          <a:xfrm>
            <a:off x="2005200" y="23634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6" name=""/>
          <p:cNvSpPr/>
          <p:nvPr/>
        </p:nvSpPr>
        <p:spPr>
          <a:xfrm>
            <a:off x="2004840" y="2361960"/>
            <a:ext cx="4320" cy="2520"/>
          </a:xfrm>
          <a:custGeom>
            <a:avLst/>
            <a:gdLst/>
            <a:ahLst/>
            <a:rect l="0" t="0" r="r" b="b"/>
            <a:pathLst>
              <a:path fill="none" w="12" h="7">
                <a:moveTo>
                  <a:pt x="11" y="1"/>
                </a:moveTo>
                <a:lnTo>
                  <a:pt x="12" y="2"/>
                </a:lnTo>
                <a:lnTo>
                  <a:pt x="11" y="2"/>
                </a:lnTo>
                <a:lnTo>
                  <a:pt x="11" y="3"/>
                </a:lnTo>
                <a:lnTo>
                  <a:pt x="11" y="4"/>
                </a:lnTo>
                <a:lnTo>
                  <a:pt x="10" y="4"/>
                </a:lnTo>
                <a:lnTo>
                  <a:pt x="9" y="4"/>
                </a:lnTo>
                <a:lnTo>
                  <a:pt x="8" y="4"/>
                </a:lnTo>
                <a:lnTo>
                  <a:pt x="8" y="5"/>
                </a:lnTo>
                <a:lnTo>
                  <a:pt x="7" y="5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3" y="4"/>
                </a:lnTo>
                <a:lnTo>
                  <a:pt x="4" y="4"/>
                </a:lnTo>
                <a:lnTo>
                  <a:pt x="5" y="4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2"/>
                </a:lnTo>
                <a:lnTo>
                  <a:pt x="5" y="2"/>
                </a:lnTo>
                <a:lnTo>
                  <a:pt x="4" y="2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2" y="2"/>
                </a:lnTo>
                <a:lnTo>
                  <a:pt x="3" y="2"/>
                </a:lnTo>
                <a:lnTo>
                  <a:pt x="4" y="1"/>
                </a:lnTo>
                <a:lnTo>
                  <a:pt x="5" y="1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7" name=""/>
          <p:cNvSpPr/>
          <p:nvPr/>
        </p:nvSpPr>
        <p:spPr>
          <a:xfrm>
            <a:off x="1947960" y="23227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8" name=""/>
          <p:cNvSpPr/>
          <p:nvPr/>
        </p:nvSpPr>
        <p:spPr>
          <a:xfrm>
            <a:off x="1938960" y="2321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9" name=""/>
          <p:cNvSpPr/>
          <p:nvPr/>
        </p:nvSpPr>
        <p:spPr>
          <a:xfrm>
            <a:off x="1946880" y="2321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0" name=""/>
          <p:cNvSpPr/>
          <p:nvPr/>
        </p:nvSpPr>
        <p:spPr>
          <a:xfrm>
            <a:off x="1937520" y="23205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3"/>
                </a:move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1" name=""/>
          <p:cNvSpPr/>
          <p:nvPr/>
        </p:nvSpPr>
        <p:spPr>
          <a:xfrm>
            <a:off x="1941480" y="2320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2" name=""/>
          <p:cNvSpPr/>
          <p:nvPr/>
        </p:nvSpPr>
        <p:spPr>
          <a:xfrm>
            <a:off x="1950120" y="23180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3" name=""/>
          <p:cNvSpPr/>
          <p:nvPr/>
        </p:nvSpPr>
        <p:spPr>
          <a:xfrm>
            <a:off x="1969560" y="2305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4" name=""/>
          <p:cNvSpPr/>
          <p:nvPr/>
        </p:nvSpPr>
        <p:spPr>
          <a:xfrm>
            <a:off x="1973520" y="2304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5" name=""/>
          <p:cNvSpPr/>
          <p:nvPr/>
        </p:nvSpPr>
        <p:spPr>
          <a:xfrm>
            <a:off x="1973160" y="2304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6" name=""/>
          <p:cNvSpPr/>
          <p:nvPr/>
        </p:nvSpPr>
        <p:spPr>
          <a:xfrm>
            <a:off x="1976400" y="22870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7" name=""/>
          <p:cNvSpPr/>
          <p:nvPr/>
        </p:nvSpPr>
        <p:spPr>
          <a:xfrm>
            <a:off x="1978200" y="22845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8" name=""/>
          <p:cNvSpPr/>
          <p:nvPr/>
        </p:nvSpPr>
        <p:spPr>
          <a:xfrm>
            <a:off x="1914480" y="2280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9" name=""/>
          <p:cNvSpPr/>
          <p:nvPr/>
        </p:nvSpPr>
        <p:spPr>
          <a:xfrm>
            <a:off x="2081160" y="2283840"/>
            <a:ext cx="4680" cy="3600"/>
          </a:xfrm>
          <a:custGeom>
            <a:avLst/>
            <a:gdLst/>
            <a:ahLst/>
            <a:rect l="0" t="0" r="r" b="b"/>
            <a:pathLst>
              <a:path fill="none" w="13" h="10">
                <a:moveTo>
                  <a:pt x="7" y="10"/>
                </a:moveTo>
                <a:lnTo>
                  <a:pt x="5" y="10"/>
                </a:lnTo>
                <a:lnTo>
                  <a:pt x="3" y="9"/>
                </a:lnTo>
                <a:lnTo>
                  <a:pt x="1" y="8"/>
                </a:lnTo>
                <a:lnTo>
                  <a:pt x="0" y="5"/>
                </a:lnTo>
                <a:lnTo>
                  <a:pt x="1" y="2"/>
                </a:lnTo>
                <a:lnTo>
                  <a:pt x="3" y="1"/>
                </a:lnTo>
                <a:lnTo>
                  <a:pt x="5" y="0"/>
                </a:lnTo>
                <a:lnTo>
                  <a:pt x="7" y="0"/>
                </a:lnTo>
                <a:lnTo>
                  <a:pt x="9" y="1"/>
                </a:lnTo>
                <a:lnTo>
                  <a:pt x="12" y="2"/>
                </a:lnTo>
                <a:lnTo>
                  <a:pt x="13" y="3"/>
                </a:lnTo>
                <a:lnTo>
                  <a:pt x="12" y="6"/>
                </a:lnTo>
                <a:lnTo>
                  <a:pt x="10" y="8"/>
                </a:lnTo>
                <a:lnTo>
                  <a:pt x="9" y="9"/>
                </a:lnTo>
                <a:lnTo>
                  <a:pt x="7" y="1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0" name=""/>
          <p:cNvSpPr/>
          <p:nvPr/>
        </p:nvSpPr>
        <p:spPr>
          <a:xfrm>
            <a:off x="1931040" y="22676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1"/>
                </a:move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2" y="1"/>
                </a:ln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1" name=""/>
          <p:cNvSpPr/>
          <p:nvPr/>
        </p:nvSpPr>
        <p:spPr>
          <a:xfrm>
            <a:off x="2054520" y="227304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5" y="7"/>
                </a:moveTo>
                <a:lnTo>
                  <a:pt x="4" y="7"/>
                </a:lnTo>
                <a:lnTo>
                  <a:pt x="3" y="7"/>
                </a:lnTo>
                <a:lnTo>
                  <a:pt x="1" y="7"/>
                </a:lnTo>
                <a:lnTo>
                  <a:pt x="1" y="6"/>
                </a:lnTo>
                <a:lnTo>
                  <a:pt x="0" y="5"/>
                </a:lnTo>
                <a:lnTo>
                  <a:pt x="1" y="3"/>
                </a:lnTo>
                <a:lnTo>
                  <a:pt x="1" y="2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2"/>
                </a:lnTo>
                <a:lnTo>
                  <a:pt x="7" y="4"/>
                </a:lnTo>
                <a:lnTo>
                  <a:pt x="7" y="5"/>
                </a:lnTo>
                <a:lnTo>
                  <a:pt x="6" y="6"/>
                </a:lnTo>
                <a:lnTo>
                  <a:pt x="5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2" name=""/>
          <p:cNvSpPr/>
          <p:nvPr/>
        </p:nvSpPr>
        <p:spPr>
          <a:xfrm>
            <a:off x="1996920" y="2259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3" name=""/>
          <p:cNvSpPr/>
          <p:nvPr/>
        </p:nvSpPr>
        <p:spPr>
          <a:xfrm>
            <a:off x="1976040" y="22550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4" name=""/>
          <p:cNvSpPr/>
          <p:nvPr/>
        </p:nvSpPr>
        <p:spPr>
          <a:xfrm>
            <a:off x="1965600" y="2252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5" name=""/>
          <p:cNvSpPr/>
          <p:nvPr/>
        </p:nvSpPr>
        <p:spPr>
          <a:xfrm>
            <a:off x="1913040" y="2250000"/>
            <a:ext cx="79200" cy="74160"/>
          </a:xfrm>
          <a:custGeom>
            <a:avLst/>
            <a:gdLst/>
            <a:ahLst/>
            <a:rect l="0" t="0" r="r" b="b"/>
            <a:pathLst>
              <a:path fill="none" w="220" h="206">
                <a:moveTo>
                  <a:pt x="189" y="3"/>
                </a:moveTo>
                <a:lnTo>
                  <a:pt x="190" y="6"/>
                </a:lnTo>
                <a:lnTo>
                  <a:pt x="191" y="9"/>
                </a:lnTo>
                <a:lnTo>
                  <a:pt x="192" y="11"/>
                </a:lnTo>
                <a:lnTo>
                  <a:pt x="193" y="11"/>
                </a:lnTo>
                <a:lnTo>
                  <a:pt x="193" y="12"/>
                </a:lnTo>
                <a:lnTo>
                  <a:pt x="194" y="12"/>
                </a:lnTo>
                <a:lnTo>
                  <a:pt x="195" y="12"/>
                </a:lnTo>
                <a:lnTo>
                  <a:pt x="195" y="13"/>
                </a:lnTo>
                <a:lnTo>
                  <a:pt x="195" y="14"/>
                </a:lnTo>
                <a:lnTo>
                  <a:pt x="196" y="14"/>
                </a:lnTo>
                <a:lnTo>
                  <a:pt x="197" y="15"/>
                </a:lnTo>
                <a:lnTo>
                  <a:pt x="198" y="16"/>
                </a:lnTo>
                <a:lnTo>
                  <a:pt x="199" y="16"/>
                </a:lnTo>
                <a:lnTo>
                  <a:pt x="200" y="16"/>
                </a:lnTo>
                <a:lnTo>
                  <a:pt x="201" y="17"/>
                </a:lnTo>
                <a:lnTo>
                  <a:pt x="202" y="17"/>
                </a:lnTo>
                <a:lnTo>
                  <a:pt x="203" y="17"/>
                </a:lnTo>
                <a:lnTo>
                  <a:pt x="202" y="17"/>
                </a:lnTo>
                <a:lnTo>
                  <a:pt x="203" y="17"/>
                </a:lnTo>
                <a:lnTo>
                  <a:pt x="204" y="17"/>
                </a:lnTo>
                <a:lnTo>
                  <a:pt x="203" y="17"/>
                </a:lnTo>
                <a:lnTo>
                  <a:pt x="204" y="17"/>
                </a:lnTo>
                <a:lnTo>
                  <a:pt x="205" y="17"/>
                </a:lnTo>
                <a:lnTo>
                  <a:pt x="206" y="17"/>
                </a:lnTo>
                <a:lnTo>
                  <a:pt x="207" y="16"/>
                </a:lnTo>
                <a:lnTo>
                  <a:pt x="208" y="16"/>
                </a:lnTo>
                <a:lnTo>
                  <a:pt x="209" y="16"/>
                </a:lnTo>
                <a:lnTo>
                  <a:pt x="209" y="15"/>
                </a:lnTo>
                <a:lnTo>
                  <a:pt x="210" y="15"/>
                </a:lnTo>
                <a:lnTo>
                  <a:pt x="210" y="16"/>
                </a:lnTo>
                <a:lnTo>
                  <a:pt x="211" y="16"/>
                </a:lnTo>
                <a:lnTo>
                  <a:pt x="212" y="19"/>
                </a:lnTo>
                <a:lnTo>
                  <a:pt x="212" y="21"/>
                </a:lnTo>
                <a:lnTo>
                  <a:pt x="212" y="22"/>
                </a:lnTo>
                <a:lnTo>
                  <a:pt x="213" y="23"/>
                </a:lnTo>
                <a:lnTo>
                  <a:pt x="213" y="24"/>
                </a:lnTo>
                <a:lnTo>
                  <a:pt x="213" y="25"/>
                </a:lnTo>
                <a:lnTo>
                  <a:pt x="214" y="26"/>
                </a:lnTo>
                <a:lnTo>
                  <a:pt x="214" y="27"/>
                </a:lnTo>
                <a:lnTo>
                  <a:pt x="214" y="28"/>
                </a:lnTo>
                <a:lnTo>
                  <a:pt x="214" y="30"/>
                </a:lnTo>
                <a:lnTo>
                  <a:pt x="215" y="31"/>
                </a:lnTo>
                <a:lnTo>
                  <a:pt x="215" y="32"/>
                </a:lnTo>
                <a:lnTo>
                  <a:pt x="215" y="33"/>
                </a:lnTo>
                <a:lnTo>
                  <a:pt x="216" y="34"/>
                </a:lnTo>
                <a:lnTo>
                  <a:pt x="216" y="35"/>
                </a:lnTo>
                <a:lnTo>
                  <a:pt x="216" y="37"/>
                </a:lnTo>
                <a:lnTo>
                  <a:pt x="216" y="39"/>
                </a:lnTo>
                <a:lnTo>
                  <a:pt x="216" y="42"/>
                </a:lnTo>
                <a:lnTo>
                  <a:pt x="216" y="44"/>
                </a:lnTo>
                <a:lnTo>
                  <a:pt x="216" y="46"/>
                </a:lnTo>
                <a:lnTo>
                  <a:pt x="217" y="47"/>
                </a:lnTo>
                <a:lnTo>
                  <a:pt x="217" y="48"/>
                </a:lnTo>
                <a:lnTo>
                  <a:pt x="217" y="49"/>
                </a:lnTo>
                <a:lnTo>
                  <a:pt x="217" y="48"/>
                </a:lnTo>
                <a:lnTo>
                  <a:pt x="217" y="49"/>
                </a:lnTo>
                <a:lnTo>
                  <a:pt x="218" y="49"/>
                </a:lnTo>
                <a:lnTo>
                  <a:pt x="219" y="49"/>
                </a:lnTo>
                <a:lnTo>
                  <a:pt x="218" y="49"/>
                </a:lnTo>
                <a:lnTo>
                  <a:pt x="218" y="50"/>
                </a:lnTo>
                <a:lnTo>
                  <a:pt x="219" y="50"/>
                </a:lnTo>
                <a:lnTo>
                  <a:pt x="219" y="51"/>
                </a:lnTo>
                <a:lnTo>
                  <a:pt x="219" y="52"/>
                </a:lnTo>
                <a:lnTo>
                  <a:pt x="219" y="53"/>
                </a:lnTo>
                <a:lnTo>
                  <a:pt x="220" y="53"/>
                </a:lnTo>
                <a:lnTo>
                  <a:pt x="219" y="54"/>
                </a:lnTo>
                <a:lnTo>
                  <a:pt x="218" y="53"/>
                </a:lnTo>
                <a:lnTo>
                  <a:pt x="217" y="53"/>
                </a:lnTo>
                <a:lnTo>
                  <a:pt x="216" y="53"/>
                </a:lnTo>
                <a:lnTo>
                  <a:pt x="215" y="53"/>
                </a:lnTo>
                <a:lnTo>
                  <a:pt x="214" y="53"/>
                </a:lnTo>
                <a:lnTo>
                  <a:pt x="213" y="55"/>
                </a:lnTo>
                <a:lnTo>
                  <a:pt x="213" y="56"/>
                </a:lnTo>
                <a:lnTo>
                  <a:pt x="212" y="56"/>
                </a:lnTo>
                <a:lnTo>
                  <a:pt x="212" y="57"/>
                </a:lnTo>
                <a:lnTo>
                  <a:pt x="211" y="57"/>
                </a:lnTo>
                <a:lnTo>
                  <a:pt x="210" y="58"/>
                </a:lnTo>
                <a:lnTo>
                  <a:pt x="209" y="58"/>
                </a:lnTo>
                <a:lnTo>
                  <a:pt x="209" y="59"/>
                </a:lnTo>
                <a:lnTo>
                  <a:pt x="209" y="58"/>
                </a:lnTo>
                <a:lnTo>
                  <a:pt x="209" y="59"/>
                </a:lnTo>
                <a:lnTo>
                  <a:pt x="208" y="59"/>
                </a:lnTo>
                <a:lnTo>
                  <a:pt x="208" y="60"/>
                </a:lnTo>
                <a:lnTo>
                  <a:pt x="207" y="60"/>
                </a:lnTo>
                <a:lnTo>
                  <a:pt x="207" y="61"/>
                </a:lnTo>
                <a:lnTo>
                  <a:pt x="207" y="62"/>
                </a:lnTo>
                <a:lnTo>
                  <a:pt x="206" y="62"/>
                </a:lnTo>
                <a:lnTo>
                  <a:pt x="206" y="63"/>
                </a:lnTo>
                <a:lnTo>
                  <a:pt x="205" y="63"/>
                </a:lnTo>
                <a:lnTo>
                  <a:pt x="205" y="64"/>
                </a:lnTo>
                <a:lnTo>
                  <a:pt x="204" y="65"/>
                </a:lnTo>
                <a:lnTo>
                  <a:pt x="203" y="65"/>
                </a:lnTo>
                <a:lnTo>
                  <a:pt x="202" y="64"/>
                </a:lnTo>
                <a:lnTo>
                  <a:pt x="202" y="63"/>
                </a:lnTo>
                <a:lnTo>
                  <a:pt x="202" y="62"/>
                </a:lnTo>
                <a:lnTo>
                  <a:pt x="201" y="62"/>
                </a:lnTo>
                <a:lnTo>
                  <a:pt x="201" y="61"/>
                </a:lnTo>
                <a:lnTo>
                  <a:pt x="202" y="62"/>
                </a:lnTo>
                <a:lnTo>
                  <a:pt x="202" y="61"/>
                </a:lnTo>
                <a:lnTo>
                  <a:pt x="201" y="61"/>
                </a:lnTo>
                <a:lnTo>
                  <a:pt x="201" y="60"/>
                </a:lnTo>
                <a:lnTo>
                  <a:pt x="201" y="59"/>
                </a:lnTo>
                <a:lnTo>
                  <a:pt x="201" y="58"/>
                </a:lnTo>
                <a:lnTo>
                  <a:pt x="200" y="58"/>
                </a:lnTo>
                <a:lnTo>
                  <a:pt x="200" y="57"/>
                </a:lnTo>
                <a:lnTo>
                  <a:pt x="201" y="56"/>
                </a:lnTo>
                <a:lnTo>
                  <a:pt x="202" y="56"/>
                </a:lnTo>
                <a:lnTo>
                  <a:pt x="203" y="56"/>
                </a:lnTo>
                <a:lnTo>
                  <a:pt x="204" y="56"/>
                </a:lnTo>
                <a:lnTo>
                  <a:pt x="205" y="56"/>
                </a:lnTo>
                <a:lnTo>
                  <a:pt x="204" y="56"/>
                </a:lnTo>
                <a:lnTo>
                  <a:pt x="204" y="55"/>
                </a:lnTo>
                <a:lnTo>
                  <a:pt x="205" y="55"/>
                </a:lnTo>
                <a:lnTo>
                  <a:pt x="206" y="54"/>
                </a:lnTo>
                <a:lnTo>
                  <a:pt x="205" y="54"/>
                </a:lnTo>
                <a:lnTo>
                  <a:pt x="205" y="53"/>
                </a:lnTo>
                <a:lnTo>
                  <a:pt x="206" y="53"/>
                </a:lnTo>
                <a:lnTo>
                  <a:pt x="206" y="52"/>
                </a:lnTo>
                <a:lnTo>
                  <a:pt x="207" y="52"/>
                </a:lnTo>
                <a:lnTo>
                  <a:pt x="207" y="53"/>
                </a:lnTo>
                <a:lnTo>
                  <a:pt x="207" y="52"/>
                </a:lnTo>
                <a:lnTo>
                  <a:pt x="206" y="52"/>
                </a:lnTo>
                <a:lnTo>
                  <a:pt x="205" y="53"/>
                </a:lnTo>
                <a:lnTo>
                  <a:pt x="205" y="55"/>
                </a:lnTo>
                <a:lnTo>
                  <a:pt x="204" y="55"/>
                </a:lnTo>
                <a:lnTo>
                  <a:pt x="203" y="55"/>
                </a:lnTo>
                <a:lnTo>
                  <a:pt x="203" y="54"/>
                </a:lnTo>
                <a:lnTo>
                  <a:pt x="202" y="54"/>
                </a:lnTo>
                <a:lnTo>
                  <a:pt x="202" y="55"/>
                </a:lnTo>
                <a:lnTo>
                  <a:pt x="201" y="54"/>
                </a:lnTo>
                <a:lnTo>
                  <a:pt x="200" y="55"/>
                </a:lnTo>
                <a:lnTo>
                  <a:pt x="199" y="55"/>
                </a:lnTo>
                <a:lnTo>
                  <a:pt x="198" y="55"/>
                </a:lnTo>
                <a:lnTo>
                  <a:pt x="197" y="54"/>
                </a:lnTo>
                <a:lnTo>
                  <a:pt x="197" y="55"/>
                </a:lnTo>
                <a:lnTo>
                  <a:pt x="196" y="55"/>
                </a:lnTo>
                <a:lnTo>
                  <a:pt x="195" y="55"/>
                </a:lnTo>
                <a:lnTo>
                  <a:pt x="196" y="55"/>
                </a:lnTo>
                <a:lnTo>
                  <a:pt x="196" y="56"/>
                </a:lnTo>
                <a:lnTo>
                  <a:pt x="197" y="56"/>
                </a:lnTo>
                <a:lnTo>
                  <a:pt x="198" y="56"/>
                </a:lnTo>
                <a:lnTo>
                  <a:pt x="198" y="58"/>
                </a:lnTo>
                <a:lnTo>
                  <a:pt x="199" y="58"/>
                </a:lnTo>
                <a:lnTo>
                  <a:pt x="199" y="59"/>
                </a:lnTo>
                <a:lnTo>
                  <a:pt x="200" y="59"/>
                </a:lnTo>
                <a:lnTo>
                  <a:pt x="200" y="60"/>
                </a:lnTo>
                <a:lnTo>
                  <a:pt x="200" y="61"/>
                </a:lnTo>
                <a:lnTo>
                  <a:pt x="202" y="63"/>
                </a:lnTo>
                <a:lnTo>
                  <a:pt x="202" y="65"/>
                </a:lnTo>
                <a:lnTo>
                  <a:pt x="201" y="64"/>
                </a:lnTo>
                <a:lnTo>
                  <a:pt x="201" y="63"/>
                </a:lnTo>
                <a:lnTo>
                  <a:pt x="199" y="64"/>
                </a:lnTo>
                <a:lnTo>
                  <a:pt x="199" y="65"/>
                </a:lnTo>
                <a:lnTo>
                  <a:pt x="199" y="66"/>
                </a:lnTo>
                <a:lnTo>
                  <a:pt x="199" y="67"/>
                </a:lnTo>
                <a:lnTo>
                  <a:pt x="199" y="68"/>
                </a:lnTo>
                <a:lnTo>
                  <a:pt x="199" y="69"/>
                </a:lnTo>
                <a:lnTo>
                  <a:pt x="198" y="70"/>
                </a:lnTo>
                <a:lnTo>
                  <a:pt x="197" y="70"/>
                </a:lnTo>
                <a:lnTo>
                  <a:pt x="197" y="71"/>
                </a:lnTo>
                <a:lnTo>
                  <a:pt x="196" y="71"/>
                </a:lnTo>
                <a:lnTo>
                  <a:pt x="196" y="72"/>
                </a:lnTo>
                <a:lnTo>
                  <a:pt x="195" y="72"/>
                </a:lnTo>
                <a:lnTo>
                  <a:pt x="195" y="73"/>
                </a:lnTo>
                <a:lnTo>
                  <a:pt x="196" y="72"/>
                </a:lnTo>
                <a:lnTo>
                  <a:pt x="196" y="73"/>
                </a:lnTo>
                <a:lnTo>
                  <a:pt x="195" y="73"/>
                </a:lnTo>
                <a:lnTo>
                  <a:pt x="195" y="74"/>
                </a:lnTo>
                <a:lnTo>
                  <a:pt x="195" y="75"/>
                </a:lnTo>
                <a:lnTo>
                  <a:pt x="194" y="76"/>
                </a:lnTo>
                <a:lnTo>
                  <a:pt x="193" y="76"/>
                </a:lnTo>
                <a:lnTo>
                  <a:pt x="192" y="77"/>
                </a:lnTo>
                <a:lnTo>
                  <a:pt x="191" y="76"/>
                </a:lnTo>
                <a:lnTo>
                  <a:pt x="190" y="76"/>
                </a:lnTo>
                <a:lnTo>
                  <a:pt x="189" y="77"/>
                </a:lnTo>
                <a:lnTo>
                  <a:pt x="188" y="77"/>
                </a:lnTo>
                <a:lnTo>
                  <a:pt x="188" y="78"/>
                </a:lnTo>
                <a:lnTo>
                  <a:pt x="187" y="78"/>
                </a:lnTo>
                <a:lnTo>
                  <a:pt x="187" y="79"/>
                </a:lnTo>
                <a:lnTo>
                  <a:pt x="187" y="80"/>
                </a:lnTo>
                <a:lnTo>
                  <a:pt x="187" y="81"/>
                </a:lnTo>
                <a:lnTo>
                  <a:pt x="186" y="81"/>
                </a:lnTo>
                <a:lnTo>
                  <a:pt x="187" y="82"/>
                </a:lnTo>
                <a:lnTo>
                  <a:pt x="187" y="83"/>
                </a:lnTo>
                <a:lnTo>
                  <a:pt x="188" y="84"/>
                </a:lnTo>
                <a:lnTo>
                  <a:pt x="188" y="85"/>
                </a:lnTo>
                <a:lnTo>
                  <a:pt x="187" y="86"/>
                </a:lnTo>
                <a:lnTo>
                  <a:pt x="186" y="86"/>
                </a:lnTo>
                <a:lnTo>
                  <a:pt x="186" y="87"/>
                </a:lnTo>
                <a:lnTo>
                  <a:pt x="185" y="87"/>
                </a:lnTo>
                <a:lnTo>
                  <a:pt x="184" y="87"/>
                </a:lnTo>
                <a:lnTo>
                  <a:pt x="183" y="87"/>
                </a:lnTo>
                <a:lnTo>
                  <a:pt x="183" y="88"/>
                </a:lnTo>
                <a:lnTo>
                  <a:pt x="183" y="89"/>
                </a:lnTo>
                <a:lnTo>
                  <a:pt x="183" y="90"/>
                </a:lnTo>
                <a:lnTo>
                  <a:pt x="184" y="90"/>
                </a:lnTo>
                <a:lnTo>
                  <a:pt x="184" y="91"/>
                </a:lnTo>
                <a:lnTo>
                  <a:pt x="183" y="92"/>
                </a:lnTo>
                <a:lnTo>
                  <a:pt x="183" y="93"/>
                </a:lnTo>
                <a:lnTo>
                  <a:pt x="183" y="94"/>
                </a:lnTo>
                <a:lnTo>
                  <a:pt x="182" y="94"/>
                </a:lnTo>
                <a:lnTo>
                  <a:pt x="182" y="95"/>
                </a:lnTo>
                <a:lnTo>
                  <a:pt x="182" y="96"/>
                </a:lnTo>
                <a:lnTo>
                  <a:pt x="182" y="97"/>
                </a:lnTo>
                <a:lnTo>
                  <a:pt x="181" y="97"/>
                </a:lnTo>
                <a:lnTo>
                  <a:pt x="181" y="98"/>
                </a:lnTo>
                <a:lnTo>
                  <a:pt x="180" y="98"/>
                </a:lnTo>
                <a:lnTo>
                  <a:pt x="180" y="99"/>
                </a:lnTo>
                <a:lnTo>
                  <a:pt x="179" y="100"/>
                </a:lnTo>
                <a:lnTo>
                  <a:pt x="179" y="101"/>
                </a:lnTo>
                <a:lnTo>
                  <a:pt x="179" y="102"/>
                </a:lnTo>
                <a:lnTo>
                  <a:pt x="179" y="103"/>
                </a:lnTo>
                <a:lnTo>
                  <a:pt x="178" y="102"/>
                </a:lnTo>
                <a:lnTo>
                  <a:pt x="178" y="103"/>
                </a:lnTo>
                <a:lnTo>
                  <a:pt x="177" y="103"/>
                </a:lnTo>
                <a:lnTo>
                  <a:pt x="177" y="104"/>
                </a:lnTo>
                <a:lnTo>
                  <a:pt x="176" y="104"/>
                </a:lnTo>
                <a:lnTo>
                  <a:pt x="176" y="105"/>
                </a:lnTo>
                <a:lnTo>
                  <a:pt x="177" y="105"/>
                </a:lnTo>
                <a:lnTo>
                  <a:pt x="177" y="106"/>
                </a:lnTo>
                <a:lnTo>
                  <a:pt x="177" y="107"/>
                </a:lnTo>
                <a:lnTo>
                  <a:pt x="177" y="108"/>
                </a:lnTo>
                <a:lnTo>
                  <a:pt x="176" y="108"/>
                </a:lnTo>
                <a:lnTo>
                  <a:pt x="176" y="109"/>
                </a:lnTo>
                <a:lnTo>
                  <a:pt x="177" y="109"/>
                </a:lnTo>
                <a:lnTo>
                  <a:pt x="177" y="108"/>
                </a:lnTo>
                <a:lnTo>
                  <a:pt x="177" y="107"/>
                </a:lnTo>
                <a:lnTo>
                  <a:pt x="177" y="106"/>
                </a:lnTo>
                <a:lnTo>
                  <a:pt x="177" y="105"/>
                </a:lnTo>
                <a:lnTo>
                  <a:pt x="178" y="105"/>
                </a:lnTo>
                <a:lnTo>
                  <a:pt x="178" y="107"/>
                </a:lnTo>
                <a:lnTo>
                  <a:pt x="178" y="108"/>
                </a:lnTo>
                <a:lnTo>
                  <a:pt x="178" y="109"/>
                </a:lnTo>
                <a:lnTo>
                  <a:pt x="178" y="110"/>
                </a:lnTo>
                <a:lnTo>
                  <a:pt x="177" y="112"/>
                </a:lnTo>
                <a:lnTo>
                  <a:pt x="177" y="113"/>
                </a:lnTo>
                <a:lnTo>
                  <a:pt x="177" y="114"/>
                </a:lnTo>
                <a:lnTo>
                  <a:pt x="176" y="114"/>
                </a:lnTo>
                <a:lnTo>
                  <a:pt x="175" y="114"/>
                </a:lnTo>
                <a:lnTo>
                  <a:pt x="175" y="115"/>
                </a:lnTo>
                <a:lnTo>
                  <a:pt x="174" y="115"/>
                </a:lnTo>
                <a:lnTo>
                  <a:pt x="174" y="116"/>
                </a:lnTo>
                <a:lnTo>
                  <a:pt x="174" y="117"/>
                </a:lnTo>
                <a:lnTo>
                  <a:pt x="173" y="118"/>
                </a:lnTo>
                <a:lnTo>
                  <a:pt x="173" y="119"/>
                </a:lnTo>
                <a:lnTo>
                  <a:pt x="173" y="120"/>
                </a:lnTo>
                <a:lnTo>
                  <a:pt x="172" y="122"/>
                </a:lnTo>
                <a:lnTo>
                  <a:pt x="172" y="124"/>
                </a:lnTo>
                <a:lnTo>
                  <a:pt x="172" y="125"/>
                </a:lnTo>
                <a:lnTo>
                  <a:pt x="172" y="127"/>
                </a:lnTo>
                <a:lnTo>
                  <a:pt x="172" y="129"/>
                </a:lnTo>
                <a:lnTo>
                  <a:pt x="172" y="130"/>
                </a:lnTo>
                <a:lnTo>
                  <a:pt x="172" y="129"/>
                </a:lnTo>
                <a:lnTo>
                  <a:pt x="171" y="130"/>
                </a:lnTo>
                <a:lnTo>
                  <a:pt x="170" y="130"/>
                </a:lnTo>
                <a:lnTo>
                  <a:pt x="170" y="131"/>
                </a:lnTo>
                <a:lnTo>
                  <a:pt x="169" y="131"/>
                </a:lnTo>
                <a:lnTo>
                  <a:pt x="169" y="132"/>
                </a:lnTo>
                <a:lnTo>
                  <a:pt x="168" y="132"/>
                </a:lnTo>
                <a:lnTo>
                  <a:pt x="168" y="131"/>
                </a:lnTo>
                <a:lnTo>
                  <a:pt x="168" y="132"/>
                </a:lnTo>
                <a:lnTo>
                  <a:pt x="168" y="133"/>
                </a:lnTo>
                <a:lnTo>
                  <a:pt x="168" y="134"/>
                </a:lnTo>
                <a:lnTo>
                  <a:pt x="168" y="135"/>
                </a:lnTo>
                <a:lnTo>
                  <a:pt x="165" y="135"/>
                </a:lnTo>
                <a:lnTo>
                  <a:pt x="165" y="136"/>
                </a:lnTo>
                <a:lnTo>
                  <a:pt x="165" y="137"/>
                </a:lnTo>
                <a:lnTo>
                  <a:pt x="166" y="138"/>
                </a:lnTo>
                <a:lnTo>
                  <a:pt x="167" y="138"/>
                </a:lnTo>
                <a:lnTo>
                  <a:pt x="168" y="138"/>
                </a:lnTo>
                <a:lnTo>
                  <a:pt x="168" y="139"/>
                </a:lnTo>
                <a:lnTo>
                  <a:pt x="169" y="139"/>
                </a:lnTo>
                <a:lnTo>
                  <a:pt x="170" y="139"/>
                </a:lnTo>
                <a:lnTo>
                  <a:pt x="170" y="140"/>
                </a:lnTo>
                <a:lnTo>
                  <a:pt x="171" y="140"/>
                </a:lnTo>
                <a:lnTo>
                  <a:pt x="171" y="139"/>
                </a:lnTo>
                <a:lnTo>
                  <a:pt x="172" y="139"/>
                </a:lnTo>
                <a:lnTo>
                  <a:pt x="172" y="138"/>
                </a:lnTo>
                <a:lnTo>
                  <a:pt x="171" y="137"/>
                </a:lnTo>
                <a:lnTo>
                  <a:pt x="171" y="136"/>
                </a:lnTo>
                <a:lnTo>
                  <a:pt x="172" y="136"/>
                </a:lnTo>
                <a:lnTo>
                  <a:pt x="171" y="135"/>
                </a:lnTo>
                <a:lnTo>
                  <a:pt x="171" y="134"/>
                </a:lnTo>
                <a:lnTo>
                  <a:pt x="171" y="133"/>
                </a:lnTo>
                <a:lnTo>
                  <a:pt x="170" y="133"/>
                </a:lnTo>
                <a:lnTo>
                  <a:pt x="170" y="132"/>
                </a:lnTo>
                <a:lnTo>
                  <a:pt x="171" y="132"/>
                </a:lnTo>
                <a:lnTo>
                  <a:pt x="171" y="131"/>
                </a:lnTo>
                <a:lnTo>
                  <a:pt x="171" y="130"/>
                </a:lnTo>
                <a:lnTo>
                  <a:pt x="172" y="130"/>
                </a:lnTo>
                <a:lnTo>
                  <a:pt x="172" y="131"/>
                </a:lnTo>
                <a:lnTo>
                  <a:pt x="172" y="133"/>
                </a:lnTo>
                <a:lnTo>
                  <a:pt x="173" y="134"/>
                </a:lnTo>
                <a:lnTo>
                  <a:pt x="173" y="135"/>
                </a:lnTo>
                <a:lnTo>
                  <a:pt x="173" y="136"/>
                </a:lnTo>
                <a:lnTo>
                  <a:pt x="173" y="137"/>
                </a:lnTo>
                <a:lnTo>
                  <a:pt x="173" y="138"/>
                </a:lnTo>
                <a:lnTo>
                  <a:pt x="174" y="138"/>
                </a:lnTo>
                <a:lnTo>
                  <a:pt x="174" y="139"/>
                </a:lnTo>
                <a:lnTo>
                  <a:pt x="174" y="140"/>
                </a:lnTo>
                <a:lnTo>
                  <a:pt x="175" y="140"/>
                </a:lnTo>
                <a:lnTo>
                  <a:pt x="175" y="141"/>
                </a:lnTo>
                <a:lnTo>
                  <a:pt x="174" y="141"/>
                </a:lnTo>
                <a:lnTo>
                  <a:pt x="174" y="140"/>
                </a:lnTo>
                <a:lnTo>
                  <a:pt x="173" y="140"/>
                </a:lnTo>
                <a:lnTo>
                  <a:pt x="173" y="141"/>
                </a:lnTo>
                <a:lnTo>
                  <a:pt x="172" y="141"/>
                </a:lnTo>
                <a:lnTo>
                  <a:pt x="172" y="142"/>
                </a:lnTo>
                <a:lnTo>
                  <a:pt x="172" y="141"/>
                </a:lnTo>
                <a:lnTo>
                  <a:pt x="171" y="141"/>
                </a:lnTo>
                <a:lnTo>
                  <a:pt x="171" y="142"/>
                </a:lnTo>
                <a:lnTo>
                  <a:pt x="170" y="143"/>
                </a:lnTo>
                <a:lnTo>
                  <a:pt x="170" y="142"/>
                </a:lnTo>
                <a:lnTo>
                  <a:pt x="169" y="142"/>
                </a:lnTo>
                <a:lnTo>
                  <a:pt x="168" y="142"/>
                </a:lnTo>
                <a:lnTo>
                  <a:pt x="168" y="143"/>
                </a:lnTo>
                <a:lnTo>
                  <a:pt x="167" y="144"/>
                </a:lnTo>
                <a:lnTo>
                  <a:pt x="167" y="145"/>
                </a:lnTo>
                <a:lnTo>
                  <a:pt x="167" y="146"/>
                </a:lnTo>
                <a:lnTo>
                  <a:pt x="166" y="146"/>
                </a:lnTo>
                <a:lnTo>
                  <a:pt x="165" y="146"/>
                </a:lnTo>
                <a:lnTo>
                  <a:pt x="165" y="147"/>
                </a:lnTo>
                <a:lnTo>
                  <a:pt x="165" y="148"/>
                </a:lnTo>
                <a:lnTo>
                  <a:pt x="165" y="151"/>
                </a:lnTo>
                <a:lnTo>
                  <a:pt x="164" y="152"/>
                </a:lnTo>
                <a:lnTo>
                  <a:pt x="164" y="153"/>
                </a:lnTo>
                <a:lnTo>
                  <a:pt x="163" y="153"/>
                </a:lnTo>
                <a:lnTo>
                  <a:pt x="163" y="152"/>
                </a:lnTo>
                <a:lnTo>
                  <a:pt x="162" y="152"/>
                </a:lnTo>
                <a:lnTo>
                  <a:pt x="161" y="152"/>
                </a:lnTo>
                <a:lnTo>
                  <a:pt x="160" y="152"/>
                </a:lnTo>
                <a:lnTo>
                  <a:pt x="159" y="152"/>
                </a:lnTo>
                <a:lnTo>
                  <a:pt x="159" y="153"/>
                </a:lnTo>
                <a:lnTo>
                  <a:pt x="158" y="153"/>
                </a:lnTo>
                <a:lnTo>
                  <a:pt x="158" y="152"/>
                </a:lnTo>
                <a:lnTo>
                  <a:pt x="157" y="152"/>
                </a:lnTo>
                <a:lnTo>
                  <a:pt x="156" y="152"/>
                </a:lnTo>
                <a:lnTo>
                  <a:pt x="156" y="153"/>
                </a:lnTo>
                <a:lnTo>
                  <a:pt x="156" y="152"/>
                </a:lnTo>
                <a:lnTo>
                  <a:pt x="156" y="151"/>
                </a:lnTo>
                <a:lnTo>
                  <a:pt x="157" y="151"/>
                </a:lnTo>
                <a:lnTo>
                  <a:pt x="158" y="151"/>
                </a:lnTo>
                <a:lnTo>
                  <a:pt x="158" y="150"/>
                </a:lnTo>
                <a:lnTo>
                  <a:pt x="159" y="150"/>
                </a:lnTo>
                <a:lnTo>
                  <a:pt x="159" y="151"/>
                </a:lnTo>
                <a:lnTo>
                  <a:pt x="160" y="151"/>
                </a:lnTo>
                <a:lnTo>
                  <a:pt x="161" y="150"/>
                </a:lnTo>
                <a:lnTo>
                  <a:pt x="161" y="151"/>
                </a:lnTo>
                <a:lnTo>
                  <a:pt x="162" y="151"/>
                </a:lnTo>
                <a:lnTo>
                  <a:pt x="163" y="150"/>
                </a:lnTo>
                <a:lnTo>
                  <a:pt x="163" y="151"/>
                </a:lnTo>
                <a:lnTo>
                  <a:pt x="163" y="150"/>
                </a:lnTo>
                <a:lnTo>
                  <a:pt x="164" y="150"/>
                </a:lnTo>
                <a:lnTo>
                  <a:pt x="163" y="149"/>
                </a:lnTo>
                <a:lnTo>
                  <a:pt x="162" y="149"/>
                </a:lnTo>
                <a:lnTo>
                  <a:pt x="161" y="149"/>
                </a:lnTo>
                <a:lnTo>
                  <a:pt x="162" y="150"/>
                </a:lnTo>
                <a:lnTo>
                  <a:pt x="162" y="151"/>
                </a:lnTo>
                <a:lnTo>
                  <a:pt x="161" y="150"/>
                </a:lnTo>
                <a:lnTo>
                  <a:pt x="160" y="150"/>
                </a:lnTo>
                <a:lnTo>
                  <a:pt x="159" y="150"/>
                </a:lnTo>
                <a:lnTo>
                  <a:pt x="158" y="150"/>
                </a:lnTo>
                <a:lnTo>
                  <a:pt x="155" y="152"/>
                </a:lnTo>
                <a:lnTo>
                  <a:pt x="156" y="152"/>
                </a:lnTo>
                <a:lnTo>
                  <a:pt x="156" y="153"/>
                </a:lnTo>
                <a:lnTo>
                  <a:pt x="155" y="153"/>
                </a:lnTo>
                <a:lnTo>
                  <a:pt x="154" y="153"/>
                </a:lnTo>
                <a:lnTo>
                  <a:pt x="153" y="153"/>
                </a:lnTo>
                <a:lnTo>
                  <a:pt x="152" y="153"/>
                </a:lnTo>
                <a:lnTo>
                  <a:pt x="152" y="152"/>
                </a:lnTo>
                <a:lnTo>
                  <a:pt x="151" y="153"/>
                </a:lnTo>
                <a:lnTo>
                  <a:pt x="150" y="153"/>
                </a:lnTo>
                <a:lnTo>
                  <a:pt x="149" y="154"/>
                </a:lnTo>
                <a:lnTo>
                  <a:pt x="148" y="154"/>
                </a:lnTo>
                <a:lnTo>
                  <a:pt x="147" y="156"/>
                </a:lnTo>
                <a:lnTo>
                  <a:pt x="146" y="157"/>
                </a:lnTo>
                <a:lnTo>
                  <a:pt x="146" y="156"/>
                </a:lnTo>
                <a:lnTo>
                  <a:pt x="145" y="157"/>
                </a:lnTo>
                <a:lnTo>
                  <a:pt x="144" y="158"/>
                </a:lnTo>
                <a:lnTo>
                  <a:pt x="143" y="158"/>
                </a:lnTo>
                <a:lnTo>
                  <a:pt x="143" y="159"/>
                </a:lnTo>
                <a:lnTo>
                  <a:pt x="142" y="160"/>
                </a:lnTo>
                <a:lnTo>
                  <a:pt x="142" y="161"/>
                </a:lnTo>
                <a:lnTo>
                  <a:pt x="141" y="161"/>
                </a:lnTo>
                <a:lnTo>
                  <a:pt x="140" y="161"/>
                </a:lnTo>
                <a:lnTo>
                  <a:pt x="140" y="162"/>
                </a:lnTo>
                <a:lnTo>
                  <a:pt x="139" y="163"/>
                </a:lnTo>
                <a:lnTo>
                  <a:pt x="139" y="164"/>
                </a:lnTo>
                <a:lnTo>
                  <a:pt x="138" y="165"/>
                </a:lnTo>
                <a:lnTo>
                  <a:pt x="138" y="164"/>
                </a:lnTo>
                <a:lnTo>
                  <a:pt x="137" y="165"/>
                </a:lnTo>
                <a:lnTo>
                  <a:pt x="136" y="165"/>
                </a:lnTo>
                <a:lnTo>
                  <a:pt x="136" y="166"/>
                </a:lnTo>
                <a:lnTo>
                  <a:pt x="135" y="167"/>
                </a:lnTo>
                <a:lnTo>
                  <a:pt x="135" y="168"/>
                </a:lnTo>
                <a:lnTo>
                  <a:pt x="134" y="170"/>
                </a:lnTo>
                <a:lnTo>
                  <a:pt x="134" y="171"/>
                </a:lnTo>
                <a:lnTo>
                  <a:pt x="134" y="172"/>
                </a:lnTo>
                <a:lnTo>
                  <a:pt x="133" y="174"/>
                </a:lnTo>
                <a:lnTo>
                  <a:pt x="133" y="177"/>
                </a:lnTo>
                <a:lnTo>
                  <a:pt x="132" y="178"/>
                </a:lnTo>
                <a:lnTo>
                  <a:pt x="132" y="179"/>
                </a:lnTo>
                <a:lnTo>
                  <a:pt x="132" y="180"/>
                </a:lnTo>
                <a:lnTo>
                  <a:pt x="131" y="180"/>
                </a:lnTo>
                <a:lnTo>
                  <a:pt x="131" y="179"/>
                </a:lnTo>
                <a:lnTo>
                  <a:pt x="132" y="179"/>
                </a:lnTo>
                <a:lnTo>
                  <a:pt x="131" y="179"/>
                </a:lnTo>
                <a:lnTo>
                  <a:pt x="132" y="179"/>
                </a:lnTo>
                <a:lnTo>
                  <a:pt x="132" y="178"/>
                </a:lnTo>
                <a:lnTo>
                  <a:pt x="132" y="177"/>
                </a:lnTo>
                <a:lnTo>
                  <a:pt x="131" y="175"/>
                </a:lnTo>
                <a:lnTo>
                  <a:pt x="130" y="177"/>
                </a:lnTo>
                <a:lnTo>
                  <a:pt x="130" y="178"/>
                </a:lnTo>
                <a:lnTo>
                  <a:pt x="130" y="179"/>
                </a:lnTo>
                <a:lnTo>
                  <a:pt x="129" y="179"/>
                </a:lnTo>
                <a:lnTo>
                  <a:pt x="129" y="180"/>
                </a:lnTo>
                <a:lnTo>
                  <a:pt x="129" y="181"/>
                </a:lnTo>
                <a:lnTo>
                  <a:pt x="129" y="180"/>
                </a:lnTo>
                <a:lnTo>
                  <a:pt x="129" y="179"/>
                </a:lnTo>
                <a:lnTo>
                  <a:pt x="130" y="179"/>
                </a:lnTo>
                <a:lnTo>
                  <a:pt x="130" y="180"/>
                </a:lnTo>
                <a:lnTo>
                  <a:pt x="131" y="180"/>
                </a:lnTo>
                <a:lnTo>
                  <a:pt x="132" y="180"/>
                </a:lnTo>
                <a:lnTo>
                  <a:pt x="131" y="181"/>
                </a:lnTo>
                <a:lnTo>
                  <a:pt x="131" y="182"/>
                </a:lnTo>
                <a:lnTo>
                  <a:pt x="130" y="182"/>
                </a:lnTo>
                <a:lnTo>
                  <a:pt x="129" y="182"/>
                </a:lnTo>
                <a:lnTo>
                  <a:pt x="128" y="182"/>
                </a:lnTo>
                <a:lnTo>
                  <a:pt x="127" y="183"/>
                </a:lnTo>
                <a:lnTo>
                  <a:pt x="126" y="184"/>
                </a:lnTo>
                <a:lnTo>
                  <a:pt x="126" y="183"/>
                </a:lnTo>
                <a:lnTo>
                  <a:pt x="125" y="182"/>
                </a:lnTo>
                <a:lnTo>
                  <a:pt x="124" y="182"/>
                </a:lnTo>
                <a:lnTo>
                  <a:pt x="123" y="182"/>
                </a:lnTo>
                <a:lnTo>
                  <a:pt x="123" y="181"/>
                </a:lnTo>
                <a:lnTo>
                  <a:pt x="123" y="180"/>
                </a:lnTo>
                <a:lnTo>
                  <a:pt x="124" y="180"/>
                </a:lnTo>
                <a:lnTo>
                  <a:pt x="124" y="181"/>
                </a:lnTo>
                <a:lnTo>
                  <a:pt x="125" y="181"/>
                </a:lnTo>
                <a:lnTo>
                  <a:pt x="127" y="181"/>
                </a:lnTo>
                <a:lnTo>
                  <a:pt x="128" y="180"/>
                </a:lnTo>
                <a:lnTo>
                  <a:pt x="128" y="179"/>
                </a:lnTo>
                <a:lnTo>
                  <a:pt x="129" y="178"/>
                </a:lnTo>
                <a:lnTo>
                  <a:pt x="129" y="177"/>
                </a:lnTo>
                <a:lnTo>
                  <a:pt x="128" y="175"/>
                </a:lnTo>
                <a:lnTo>
                  <a:pt x="128" y="177"/>
                </a:lnTo>
                <a:lnTo>
                  <a:pt x="128" y="178"/>
                </a:lnTo>
                <a:lnTo>
                  <a:pt x="127" y="178"/>
                </a:lnTo>
                <a:lnTo>
                  <a:pt x="126" y="177"/>
                </a:lnTo>
                <a:lnTo>
                  <a:pt x="126" y="178"/>
                </a:lnTo>
                <a:lnTo>
                  <a:pt x="125" y="177"/>
                </a:lnTo>
                <a:lnTo>
                  <a:pt x="125" y="178"/>
                </a:lnTo>
                <a:lnTo>
                  <a:pt x="124" y="178"/>
                </a:lnTo>
                <a:lnTo>
                  <a:pt x="124" y="179"/>
                </a:lnTo>
                <a:lnTo>
                  <a:pt x="123" y="180"/>
                </a:lnTo>
                <a:lnTo>
                  <a:pt x="122" y="180"/>
                </a:lnTo>
                <a:lnTo>
                  <a:pt x="121" y="179"/>
                </a:lnTo>
                <a:lnTo>
                  <a:pt x="120" y="179"/>
                </a:lnTo>
                <a:lnTo>
                  <a:pt x="119" y="179"/>
                </a:lnTo>
                <a:lnTo>
                  <a:pt x="118" y="179"/>
                </a:lnTo>
                <a:lnTo>
                  <a:pt x="116" y="180"/>
                </a:lnTo>
                <a:lnTo>
                  <a:pt x="115" y="180"/>
                </a:lnTo>
                <a:lnTo>
                  <a:pt x="114" y="181"/>
                </a:lnTo>
                <a:lnTo>
                  <a:pt x="113" y="182"/>
                </a:lnTo>
                <a:lnTo>
                  <a:pt x="112" y="182"/>
                </a:lnTo>
                <a:lnTo>
                  <a:pt x="111" y="183"/>
                </a:lnTo>
                <a:lnTo>
                  <a:pt x="110" y="183"/>
                </a:lnTo>
                <a:lnTo>
                  <a:pt x="110" y="182"/>
                </a:lnTo>
                <a:lnTo>
                  <a:pt x="110" y="181"/>
                </a:lnTo>
                <a:lnTo>
                  <a:pt x="109" y="181"/>
                </a:lnTo>
                <a:lnTo>
                  <a:pt x="108" y="181"/>
                </a:lnTo>
                <a:lnTo>
                  <a:pt x="107" y="181"/>
                </a:lnTo>
                <a:lnTo>
                  <a:pt x="106" y="181"/>
                </a:lnTo>
                <a:lnTo>
                  <a:pt x="106" y="182"/>
                </a:lnTo>
                <a:lnTo>
                  <a:pt x="105" y="182"/>
                </a:lnTo>
                <a:lnTo>
                  <a:pt x="104" y="183"/>
                </a:lnTo>
                <a:lnTo>
                  <a:pt x="103" y="184"/>
                </a:lnTo>
                <a:lnTo>
                  <a:pt x="103" y="187"/>
                </a:lnTo>
                <a:lnTo>
                  <a:pt x="102" y="187"/>
                </a:lnTo>
                <a:lnTo>
                  <a:pt x="102" y="189"/>
                </a:lnTo>
                <a:lnTo>
                  <a:pt x="102" y="190"/>
                </a:lnTo>
                <a:lnTo>
                  <a:pt x="101" y="190"/>
                </a:lnTo>
                <a:lnTo>
                  <a:pt x="101" y="191"/>
                </a:lnTo>
                <a:lnTo>
                  <a:pt x="101" y="193"/>
                </a:lnTo>
                <a:lnTo>
                  <a:pt x="101" y="194"/>
                </a:lnTo>
                <a:lnTo>
                  <a:pt x="102" y="194"/>
                </a:lnTo>
                <a:lnTo>
                  <a:pt x="101" y="194"/>
                </a:lnTo>
                <a:lnTo>
                  <a:pt x="101" y="195"/>
                </a:lnTo>
                <a:lnTo>
                  <a:pt x="100" y="195"/>
                </a:lnTo>
                <a:lnTo>
                  <a:pt x="100" y="194"/>
                </a:lnTo>
                <a:lnTo>
                  <a:pt x="100" y="193"/>
                </a:lnTo>
                <a:lnTo>
                  <a:pt x="99" y="193"/>
                </a:lnTo>
                <a:lnTo>
                  <a:pt x="98" y="193"/>
                </a:lnTo>
                <a:lnTo>
                  <a:pt x="99" y="193"/>
                </a:lnTo>
                <a:lnTo>
                  <a:pt x="98" y="194"/>
                </a:lnTo>
                <a:lnTo>
                  <a:pt x="97" y="193"/>
                </a:lnTo>
                <a:lnTo>
                  <a:pt x="97" y="194"/>
                </a:lnTo>
                <a:lnTo>
                  <a:pt x="97" y="195"/>
                </a:lnTo>
                <a:lnTo>
                  <a:pt x="98" y="195"/>
                </a:lnTo>
                <a:lnTo>
                  <a:pt x="99" y="195"/>
                </a:lnTo>
                <a:lnTo>
                  <a:pt x="99" y="194"/>
                </a:lnTo>
                <a:lnTo>
                  <a:pt x="99" y="193"/>
                </a:lnTo>
                <a:lnTo>
                  <a:pt x="99" y="194"/>
                </a:lnTo>
                <a:lnTo>
                  <a:pt x="99" y="195"/>
                </a:lnTo>
                <a:lnTo>
                  <a:pt x="100" y="195"/>
                </a:lnTo>
                <a:lnTo>
                  <a:pt x="101" y="195"/>
                </a:lnTo>
                <a:lnTo>
                  <a:pt x="102" y="195"/>
                </a:lnTo>
                <a:lnTo>
                  <a:pt x="103" y="196"/>
                </a:lnTo>
                <a:lnTo>
                  <a:pt x="103" y="197"/>
                </a:lnTo>
                <a:lnTo>
                  <a:pt x="103" y="198"/>
                </a:lnTo>
                <a:lnTo>
                  <a:pt x="102" y="198"/>
                </a:lnTo>
                <a:lnTo>
                  <a:pt x="101" y="198"/>
                </a:lnTo>
                <a:lnTo>
                  <a:pt x="102" y="199"/>
                </a:lnTo>
                <a:lnTo>
                  <a:pt x="101" y="200"/>
                </a:lnTo>
                <a:lnTo>
                  <a:pt x="101" y="199"/>
                </a:lnTo>
                <a:lnTo>
                  <a:pt x="100" y="199"/>
                </a:lnTo>
                <a:lnTo>
                  <a:pt x="99" y="200"/>
                </a:lnTo>
                <a:lnTo>
                  <a:pt x="99" y="201"/>
                </a:lnTo>
                <a:lnTo>
                  <a:pt x="100" y="201"/>
                </a:lnTo>
                <a:lnTo>
                  <a:pt x="100" y="202"/>
                </a:lnTo>
                <a:lnTo>
                  <a:pt x="99" y="202"/>
                </a:lnTo>
                <a:lnTo>
                  <a:pt x="98" y="201"/>
                </a:lnTo>
                <a:lnTo>
                  <a:pt x="98" y="200"/>
                </a:lnTo>
                <a:lnTo>
                  <a:pt x="99" y="199"/>
                </a:lnTo>
                <a:lnTo>
                  <a:pt x="98" y="199"/>
                </a:lnTo>
                <a:lnTo>
                  <a:pt x="98" y="198"/>
                </a:lnTo>
                <a:lnTo>
                  <a:pt x="97" y="198"/>
                </a:lnTo>
                <a:lnTo>
                  <a:pt x="96" y="198"/>
                </a:lnTo>
                <a:lnTo>
                  <a:pt x="95" y="198"/>
                </a:lnTo>
                <a:lnTo>
                  <a:pt x="94" y="198"/>
                </a:lnTo>
                <a:lnTo>
                  <a:pt x="93" y="198"/>
                </a:lnTo>
                <a:lnTo>
                  <a:pt x="93" y="199"/>
                </a:lnTo>
                <a:lnTo>
                  <a:pt x="92" y="199"/>
                </a:lnTo>
                <a:lnTo>
                  <a:pt x="91" y="200"/>
                </a:lnTo>
                <a:lnTo>
                  <a:pt x="91" y="201"/>
                </a:lnTo>
                <a:lnTo>
                  <a:pt x="91" y="202"/>
                </a:lnTo>
                <a:lnTo>
                  <a:pt x="91" y="203"/>
                </a:lnTo>
                <a:lnTo>
                  <a:pt x="92" y="204"/>
                </a:lnTo>
                <a:lnTo>
                  <a:pt x="91" y="204"/>
                </a:lnTo>
                <a:lnTo>
                  <a:pt x="91" y="203"/>
                </a:lnTo>
                <a:lnTo>
                  <a:pt x="90" y="204"/>
                </a:lnTo>
                <a:lnTo>
                  <a:pt x="89" y="204"/>
                </a:lnTo>
                <a:lnTo>
                  <a:pt x="89" y="203"/>
                </a:lnTo>
                <a:lnTo>
                  <a:pt x="88" y="204"/>
                </a:lnTo>
                <a:lnTo>
                  <a:pt x="88" y="205"/>
                </a:lnTo>
                <a:lnTo>
                  <a:pt x="88" y="206"/>
                </a:lnTo>
                <a:lnTo>
                  <a:pt x="86" y="204"/>
                </a:lnTo>
                <a:lnTo>
                  <a:pt x="87" y="204"/>
                </a:lnTo>
                <a:lnTo>
                  <a:pt x="87" y="203"/>
                </a:lnTo>
                <a:lnTo>
                  <a:pt x="87" y="202"/>
                </a:lnTo>
                <a:lnTo>
                  <a:pt x="88" y="201"/>
                </a:lnTo>
                <a:lnTo>
                  <a:pt x="87" y="201"/>
                </a:lnTo>
                <a:lnTo>
                  <a:pt x="86" y="200"/>
                </a:lnTo>
                <a:lnTo>
                  <a:pt x="85" y="199"/>
                </a:lnTo>
                <a:lnTo>
                  <a:pt x="86" y="199"/>
                </a:lnTo>
                <a:lnTo>
                  <a:pt x="86" y="198"/>
                </a:lnTo>
                <a:lnTo>
                  <a:pt x="87" y="198"/>
                </a:lnTo>
                <a:lnTo>
                  <a:pt x="88" y="197"/>
                </a:lnTo>
                <a:lnTo>
                  <a:pt x="88" y="196"/>
                </a:lnTo>
                <a:lnTo>
                  <a:pt x="87" y="196"/>
                </a:lnTo>
                <a:lnTo>
                  <a:pt x="87" y="197"/>
                </a:lnTo>
                <a:lnTo>
                  <a:pt x="86" y="198"/>
                </a:lnTo>
                <a:lnTo>
                  <a:pt x="85" y="198"/>
                </a:lnTo>
                <a:lnTo>
                  <a:pt x="84" y="198"/>
                </a:lnTo>
                <a:lnTo>
                  <a:pt x="84" y="199"/>
                </a:lnTo>
                <a:lnTo>
                  <a:pt x="85" y="199"/>
                </a:lnTo>
                <a:lnTo>
                  <a:pt x="85" y="201"/>
                </a:lnTo>
                <a:lnTo>
                  <a:pt x="84" y="201"/>
                </a:lnTo>
                <a:lnTo>
                  <a:pt x="84" y="200"/>
                </a:lnTo>
                <a:lnTo>
                  <a:pt x="83" y="199"/>
                </a:lnTo>
                <a:lnTo>
                  <a:pt x="82" y="199"/>
                </a:lnTo>
                <a:lnTo>
                  <a:pt x="82" y="200"/>
                </a:lnTo>
                <a:lnTo>
                  <a:pt x="82" y="201"/>
                </a:lnTo>
                <a:lnTo>
                  <a:pt x="81" y="201"/>
                </a:lnTo>
                <a:lnTo>
                  <a:pt x="81" y="200"/>
                </a:lnTo>
                <a:lnTo>
                  <a:pt x="81" y="201"/>
                </a:lnTo>
                <a:lnTo>
                  <a:pt x="80" y="202"/>
                </a:lnTo>
                <a:lnTo>
                  <a:pt x="79" y="203"/>
                </a:lnTo>
                <a:lnTo>
                  <a:pt x="79" y="202"/>
                </a:lnTo>
                <a:lnTo>
                  <a:pt x="78" y="201"/>
                </a:lnTo>
                <a:lnTo>
                  <a:pt x="78" y="200"/>
                </a:lnTo>
                <a:lnTo>
                  <a:pt x="79" y="200"/>
                </a:lnTo>
                <a:lnTo>
                  <a:pt x="80" y="200"/>
                </a:lnTo>
                <a:lnTo>
                  <a:pt x="80" y="199"/>
                </a:lnTo>
                <a:lnTo>
                  <a:pt x="80" y="198"/>
                </a:lnTo>
                <a:lnTo>
                  <a:pt x="81" y="198"/>
                </a:lnTo>
                <a:lnTo>
                  <a:pt x="81" y="196"/>
                </a:lnTo>
                <a:lnTo>
                  <a:pt x="80" y="195"/>
                </a:lnTo>
                <a:lnTo>
                  <a:pt x="79" y="194"/>
                </a:lnTo>
                <a:lnTo>
                  <a:pt x="78" y="194"/>
                </a:lnTo>
                <a:lnTo>
                  <a:pt x="78" y="193"/>
                </a:lnTo>
                <a:lnTo>
                  <a:pt x="76" y="193"/>
                </a:lnTo>
                <a:lnTo>
                  <a:pt x="74" y="192"/>
                </a:lnTo>
                <a:lnTo>
                  <a:pt x="70" y="192"/>
                </a:lnTo>
                <a:lnTo>
                  <a:pt x="69" y="192"/>
                </a:lnTo>
                <a:lnTo>
                  <a:pt x="68" y="192"/>
                </a:lnTo>
                <a:lnTo>
                  <a:pt x="67" y="192"/>
                </a:lnTo>
                <a:lnTo>
                  <a:pt x="67" y="191"/>
                </a:lnTo>
                <a:lnTo>
                  <a:pt x="66" y="191"/>
                </a:lnTo>
                <a:lnTo>
                  <a:pt x="65" y="191"/>
                </a:lnTo>
                <a:lnTo>
                  <a:pt x="62" y="191"/>
                </a:lnTo>
                <a:lnTo>
                  <a:pt x="60" y="191"/>
                </a:lnTo>
                <a:lnTo>
                  <a:pt x="59" y="191"/>
                </a:lnTo>
                <a:lnTo>
                  <a:pt x="58" y="191"/>
                </a:lnTo>
                <a:lnTo>
                  <a:pt x="57" y="191"/>
                </a:lnTo>
                <a:lnTo>
                  <a:pt x="56" y="191"/>
                </a:lnTo>
                <a:lnTo>
                  <a:pt x="54" y="192"/>
                </a:lnTo>
                <a:lnTo>
                  <a:pt x="54" y="193"/>
                </a:lnTo>
                <a:lnTo>
                  <a:pt x="53" y="193"/>
                </a:lnTo>
                <a:lnTo>
                  <a:pt x="52" y="193"/>
                </a:lnTo>
                <a:lnTo>
                  <a:pt x="51" y="192"/>
                </a:lnTo>
                <a:lnTo>
                  <a:pt x="50" y="192"/>
                </a:lnTo>
                <a:lnTo>
                  <a:pt x="50" y="191"/>
                </a:lnTo>
                <a:lnTo>
                  <a:pt x="49" y="190"/>
                </a:lnTo>
                <a:lnTo>
                  <a:pt x="49" y="189"/>
                </a:lnTo>
                <a:lnTo>
                  <a:pt x="49" y="188"/>
                </a:lnTo>
                <a:lnTo>
                  <a:pt x="48" y="187"/>
                </a:lnTo>
                <a:lnTo>
                  <a:pt x="47" y="187"/>
                </a:lnTo>
                <a:lnTo>
                  <a:pt x="47" y="186"/>
                </a:lnTo>
                <a:lnTo>
                  <a:pt x="46" y="185"/>
                </a:lnTo>
                <a:lnTo>
                  <a:pt x="45" y="185"/>
                </a:lnTo>
                <a:lnTo>
                  <a:pt x="44" y="184"/>
                </a:lnTo>
                <a:lnTo>
                  <a:pt x="42" y="184"/>
                </a:lnTo>
                <a:lnTo>
                  <a:pt x="41" y="184"/>
                </a:lnTo>
                <a:lnTo>
                  <a:pt x="40" y="184"/>
                </a:lnTo>
                <a:lnTo>
                  <a:pt x="39" y="184"/>
                </a:lnTo>
                <a:lnTo>
                  <a:pt x="38" y="185"/>
                </a:lnTo>
                <a:lnTo>
                  <a:pt x="37" y="185"/>
                </a:lnTo>
                <a:lnTo>
                  <a:pt x="35" y="185"/>
                </a:lnTo>
                <a:lnTo>
                  <a:pt x="35" y="184"/>
                </a:lnTo>
                <a:lnTo>
                  <a:pt x="34" y="183"/>
                </a:lnTo>
                <a:lnTo>
                  <a:pt x="33" y="183"/>
                </a:lnTo>
                <a:lnTo>
                  <a:pt x="33" y="182"/>
                </a:lnTo>
                <a:lnTo>
                  <a:pt x="33" y="181"/>
                </a:lnTo>
                <a:lnTo>
                  <a:pt x="32" y="181"/>
                </a:lnTo>
                <a:lnTo>
                  <a:pt x="32" y="180"/>
                </a:lnTo>
                <a:lnTo>
                  <a:pt x="31" y="180"/>
                </a:lnTo>
                <a:lnTo>
                  <a:pt x="30" y="180"/>
                </a:lnTo>
                <a:lnTo>
                  <a:pt x="28" y="179"/>
                </a:lnTo>
                <a:lnTo>
                  <a:pt x="26" y="179"/>
                </a:lnTo>
                <a:lnTo>
                  <a:pt x="25" y="179"/>
                </a:lnTo>
                <a:lnTo>
                  <a:pt x="24" y="178"/>
                </a:lnTo>
                <a:lnTo>
                  <a:pt x="23" y="178"/>
                </a:lnTo>
                <a:lnTo>
                  <a:pt x="23" y="177"/>
                </a:lnTo>
                <a:lnTo>
                  <a:pt x="22" y="177"/>
                </a:lnTo>
                <a:lnTo>
                  <a:pt x="22" y="175"/>
                </a:lnTo>
                <a:lnTo>
                  <a:pt x="21" y="175"/>
                </a:lnTo>
                <a:lnTo>
                  <a:pt x="21" y="174"/>
                </a:lnTo>
                <a:lnTo>
                  <a:pt x="20" y="174"/>
                </a:lnTo>
                <a:lnTo>
                  <a:pt x="19" y="173"/>
                </a:lnTo>
                <a:lnTo>
                  <a:pt x="18" y="173"/>
                </a:lnTo>
                <a:lnTo>
                  <a:pt x="16" y="172"/>
                </a:lnTo>
                <a:lnTo>
                  <a:pt x="15" y="171"/>
                </a:lnTo>
                <a:lnTo>
                  <a:pt x="14" y="171"/>
                </a:lnTo>
                <a:lnTo>
                  <a:pt x="13" y="171"/>
                </a:lnTo>
                <a:lnTo>
                  <a:pt x="12" y="171"/>
                </a:lnTo>
                <a:lnTo>
                  <a:pt x="9" y="170"/>
                </a:lnTo>
                <a:lnTo>
                  <a:pt x="8" y="170"/>
                </a:lnTo>
                <a:lnTo>
                  <a:pt x="7" y="170"/>
                </a:lnTo>
                <a:lnTo>
                  <a:pt x="7" y="169"/>
                </a:lnTo>
                <a:lnTo>
                  <a:pt x="7" y="168"/>
                </a:lnTo>
                <a:lnTo>
                  <a:pt x="7" y="167"/>
                </a:lnTo>
                <a:lnTo>
                  <a:pt x="6" y="167"/>
                </a:lnTo>
                <a:lnTo>
                  <a:pt x="6" y="166"/>
                </a:lnTo>
                <a:lnTo>
                  <a:pt x="6" y="165"/>
                </a:lnTo>
                <a:lnTo>
                  <a:pt x="6" y="164"/>
                </a:lnTo>
                <a:lnTo>
                  <a:pt x="6" y="163"/>
                </a:lnTo>
                <a:lnTo>
                  <a:pt x="6" y="162"/>
                </a:lnTo>
                <a:lnTo>
                  <a:pt x="7" y="162"/>
                </a:lnTo>
                <a:lnTo>
                  <a:pt x="7" y="161"/>
                </a:lnTo>
                <a:lnTo>
                  <a:pt x="7" y="160"/>
                </a:lnTo>
                <a:lnTo>
                  <a:pt x="8" y="159"/>
                </a:lnTo>
                <a:lnTo>
                  <a:pt x="8" y="157"/>
                </a:lnTo>
                <a:lnTo>
                  <a:pt x="8" y="156"/>
                </a:lnTo>
                <a:lnTo>
                  <a:pt x="8" y="155"/>
                </a:lnTo>
                <a:lnTo>
                  <a:pt x="8" y="154"/>
                </a:lnTo>
                <a:lnTo>
                  <a:pt x="8" y="153"/>
                </a:lnTo>
                <a:lnTo>
                  <a:pt x="8" y="152"/>
                </a:lnTo>
                <a:lnTo>
                  <a:pt x="8" y="151"/>
                </a:lnTo>
                <a:lnTo>
                  <a:pt x="7" y="151"/>
                </a:lnTo>
                <a:lnTo>
                  <a:pt x="7" y="150"/>
                </a:lnTo>
                <a:lnTo>
                  <a:pt x="8" y="150"/>
                </a:lnTo>
                <a:lnTo>
                  <a:pt x="8" y="149"/>
                </a:lnTo>
                <a:lnTo>
                  <a:pt x="8" y="148"/>
                </a:lnTo>
                <a:lnTo>
                  <a:pt x="8" y="147"/>
                </a:lnTo>
                <a:lnTo>
                  <a:pt x="7" y="146"/>
                </a:lnTo>
                <a:lnTo>
                  <a:pt x="8" y="146"/>
                </a:lnTo>
                <a:lnTo>
                  <a:pt x="7" y="146"/>
                </a:lnTo>
                <a:lnTo>
                  <a:pt x="7" y="145"/>
                </a:lnTo>
                <a:lnTo>
                  <a:pt x="7" y="144"/>
                </a:lnTo>
                <a:lnTo>
                  <a:pt x="6" y="141"/>
                </a:lnTo>
                <a:lnTo>
                  <a:pt x="6" y="140"/>
                </a:lnTo>
                <a:lnTo>
                  <a:pt x="5" y="140"/>
                </a:lnTo>
                <a:lnTo>
                  <a:pt x="5" y="138"/>
                </a:lnTo>
                <a:lnTo>
                  <a:pt x="4" y="138"/>
                </a:lnTo>
                <a:lnTo>
                  <a:pt x="3" y="137"/>
                </a:lnTo>
                <a:lnTo>
                  <a:pt x="2" y="137"/>
                </a:lnTo>
                <a:lnTo>
                  <a:pt x="1" y="137"/>
                </a:lnTo>
                <a:lnTo>
                  <a:pt x="1" y="135"/>
                </a:lnTo>
                <a:lnTo>
                  <a:pt x="1" y="134"/>
                </a:lnTo>
                <a:lnTo>
                  <a:pt x="2" y="134"/>
                </a:lnTo>
                <a:lnTo>
                  <a:pt x="2" y="133"/>
                </a:lnTo>
                <a:lnTo>
                  <a:pt x="3" y="133"/>
                </a:lnTo>
                <a:lnTo>
                  <a:pt x="2" y="132"/>
                </a:lnTo>
                <a:lnTo>
                  <a:pt x="3" y="131"/>
                </a:lnTo>
                <a:lnTo>
                  <a:pt x="3" y="130"/>
                </a:lnTo>
                <a:lnTo>
                  <a:pt x="4" y="129"/>
                </a:lnTo>
                <a:lnTo>
                  <a:pt x="4" y="128"/>
                </a:lnTo>
                <a:lnTo>
                  <a:pt x="4" y="127"/>
                </a:lnTo>
                <a:lnTo>
                  <a:pt x="4" y="125"/>
                </a:lnTo>
                <a:lnTo>
                  <a:pt x="3" y="123"/>
                </a:lnTo>
                <a:lnTo>
                  <a:pt x="3" y="122"/>
                </a:lnTo>
                <a:lnTo>
                  <a:pt x="3" y="121"/>
                </a:lnTo>
                <a:lnTo>
                  <a:pt x="3" y="120"/>
                </a:lnTo>
                <a:lnTo>
                  <a:pt x="3" y="119"/>
                </a:lnTo>
                <a:lnTo>
                  <a:pt x="3" y="118"/>
                </a:lnTo>
                <a:lnTo>
                  <a:pt x="3" y="117"/>
                </a:lnTo>
                <a:lnTo>
                  <a:pt x="2" y="115"/>
                </a:lnTo>
                <a:lnTo>
                  <a:pt x="2" y="114"/>
                </a:lnTo>
                <a:lnTo>
                  <a:pt x="2" y="112"/>
                </a:lnTo>
                <a:lnTo>
                  <a:pt x="1" y="112"/>
                </a:lnTo>
                <a:lnTo>
                  <a:pt x="1" y="111"/>
                </a:lnTo>
                <a:lnTo>
                  <a:pt x="1" y="110"/>
                </a:lnTo>
                <a:lnTo>
                  <a:pt x="0" y="109"/>
                </a:lnTo>
                <a:lnTo>
                  <a:pt x="0" y="108"/>
                </a:lnTo>
                <a:lnTo>
                  <a:pt x="1" y="108"/>
                </a:lnTo>
                <a:lnTo>
                  <a:pt x="2" y="108"/>
                </a:lnTo>
                <a:lnTo>
                  <a:pt x="3" y="106"/>
                </a:lnTo>
                <a:lnTo>
                  <a:pt x="4" y="105"/>
                </a:lnTo>
                <a:lnTo>
                  <a:pt x="5" y="104"/>
                </a:lnTo>
                <a:lnTo>
                  <a:pt x="5" y="103"/>
                </a:lnTo>
                <a:lnTo>
                  <a:pt x="5" y="102"/>
                </a:lnTo>
                <a:lnTo>
                  <a:pt x="6" y="102"/>
                </a:lnTo>
                <a:lnTo>
                  <a:pt x="6" y="101"/>
                </a:lnTo>
                <a:lnTo>
                  <a:pt x="6" y="100"/>
                </a:lnTo>
                <a:lnTo>
                  <a:pt x="6" y="99"/>
                </a:lnTo>
                <a:lnTo>
                  <a:pt x="5" y="99"/>
                </a:lnTo>
                <a:lnTo>
                  <a:pt x="5" y="98"/>
                </a:lnTo>
                <a:lnTo>
                  <a:pt x="4" y="98"/>
                </a:lnTo>
                <a:lnTo>
                  <a:pt x="4" y="97"/>
                </a:lnTo>
                <a:lnTo>
                  <a:pt x="3" y="97"/>
                </a:lnTo>
                <a:lnTo>
                  <a:pt x="2" y="96"/>
                </a:lnTo>
                <a:lnTo>
                  <a:pt x="2" y="95"/>
                </a:lnTo>
                <a:lnTo>
                  <a:pt x="2" y="94"/>
                </a:lnTo>
                <a:lnTo>
                  <a:pt x="2" y="93"/>
                </a:lnTo>
                <a:lnTo>
                  <a:pt x="2" y="92"/>
                </a:lnTo>
                <a:lnTo>
                  <a:pt x="2" y="91"/>
                </a:lnTo>
                <a:lnTo>
                  <a:pt x="2" y="90"/>
                </a:lnTo>
                <a:lnTo>
                  <a:pt x="2" y="89"/>
                </a:lnTo>
                <a:lnTo>
                  <a:pt x="3" y="88"/>
                </a:lnTo>
                <a:lnTo>
                  <a:pt x="3" y="89"/>
                </a:lnTo>
                <a:lnTo>
                  <a:pt x="4" y="89"/>
                </a:lnTo>
                <a:lnTo>
                  <a:pt x="5" y="89"/>
                </a:lnTo>
                <a:lnTo>
                  <a:pt x="4" y="88"/>
                </a:lnTo>
                <a:lnTo>
                  <a:pt x="4" y="87"/>
                </a:lnTo>
                <a:lnTo>
                  <a:pt x="3" y="87"/>
                </a:lnTo>
                <a:lnTo>
                  <a:pt x="4" y="86"/>
                </a:lnTo>
                <a:lnTo>
                  <a:pt x="4" y="87"/>
                </a:lnTo>
                <a:lnTo>
                  <a:pt x="5" y="87"/>
                </a:lnTo>
                <a:lnTo>
                  <a:pt x="5" y="88"/>
                </a:lnTo>
                <a:lnTo>
                  <a:pt x="5" y="89"/>
                </a:lnTo>
                <a:lnTo>
                  <a:pt x="6" y="88"/>
                </a:lnTo>
                <a:lnTo>
                  <a:pt x="5" y="88"/>
                </a:lnTo>
                <a:lnTo>
                  <a:pt x="5" y="87"/>
                </a:lnTo>
                <a:lnTo>
                  <a:pt x="5" y="86"/>
                </a:lnTo>
                <a:lnTo>
                  <a:pt x="6" y="86"/>
                </a:lnTo>
                <a:lnTo>
                  <a:pt x="6" y="87"/>
                </a:lnTo>
                <a:lnTo>
                  <a:pt x="7" y="87"/>
                </a:lnTo>
                <a:lnTo>
                  <a:pt x="7" y="86"/>
                </a:lnTo>
                <a:lnTo>
                  <a:pt x="6" y="85"/>
                </a:lnTo>
                <a:lnTo>
                  <a:pt x="5" y="84"/>
                </a:lnTo>
                <a:lnTo>
                  <a:pt x="5" y="83"/>
                </a:lnTo>
                <a:lnTo>
                  <a:pt x="6" y="82"/>
                </a:lnTo>
                <a:lnTo>
                  <a:pt x="6" y="81"/>
                </a:lnTo>
                <a:lnTo>
                  <a:pt x="7" y="80"/>
                </a:lnTo>
                <a:lnTo>
                  <a:pt x="9" y="81"/>
                </a:lnTo>
                <a:lnTo>
                  <a:pt x="10" y="80"/>
                </a:lnTo>
                <a:lnTo>
                  <a:pt x="12" y="80"/>
                </a:lnTo>
                <a:lnTo>
                  <a:pt x="13" y="80"/>
                </a:lnTo>
                <a:lnTo>
                  <a:pt x="13" y="79"/>
                </a:lnTo>
                <a:lnTo>
                  <a:pt x="14" y="79"/>
                </a:lnTo>
                <a:lnTo>
                  <a:pt x="15" y="78"/>
                </a:lnTo>
                <a:lnTo>
                  <a:pt x="17" y="77"/>
                </a:lnTo>
                <a:lnTo>
                  <a:pt x="17" y="76"/>
                </a:lnTo>
                <a:lnTo>
                  <a:pt x="18" y="75"/>
                </a:lnTo>
                <a:lnTo>
                  <a:pt x="19" y="74"/>
                </a:lnTo>
                <a:lnTo>
                  <a:pt x="19" y="73"/>
                </a:lnTo>
                <a:lnTo>
                  <a:pt x="20" y="73"/>
                </a:lnTo>
                <a:lnTo>
                  <a:pt x="21" y="73"/>
                </a:lnTo>
                <a:lnTo>
                  <a:pt x="22" y="73"/>
                </a:lnTo>
                <a:lnTo>
                  <a:pt x="23" y="72"/>
                </a:lnTo>
                <a:lnTo>
                  <a:pt x="24" y="71"/>
                </a:lnTo>
                <a:lnTo>
                  <a:pt x="25" y="71"/>
                </a:lnTo>
                <a:lnTo>
                  <a:pt x="25" y="70"/>
                </a:lnTo>
                <a:lnTo>
                  <a:pt x="28" y="69"/>
                </a:lnTo>
                <a:lnTo>
                  <a:pt x="30" y="67"/>
                </a:lnTo>
                <a:lnTo>
                  <a:pt x="31" y="66"/>
                </a:lnTo>
                <a:lnTo>
                  <a:pt x="32" y="67"/>
                </a:lnTo>
                <a:lnTo>
                  <a:pt x="32" y="66"/>
                </a:lnTo>
                <a:lnTo>
                  <a:pt x="31" y="66"/>
                </a:lnTo>
                <a:lnTo>
                  <a:pt x="30" y="66"/>
                </a:lnTo>
                <a:lnTo>
                  <a:pt x="32" y="65"/>
                </a:lnTo>
                <a:lnTo>
                  <a:pt x="32" y="64"/>
                </a:lnTo>
                <a:lnTo>
                  <a:pt x="33" y="64"/>
                </a:lnTo>
                <a:lnTo>
                  <a:pt x="34" y="63"/>
                </a:lnTo>
                <a:lnTo>
                  <a:pt x="35" y="62"/>
                </a:lnTo>
                <a:lnTo>
                  <a:pt x="35" y="61"/>
                </a:lnTo>
                <a:lnTo>
                  <a:pt x="37" y="59"/>
                </a:lnTo>
                <a:lnTo>
                  <a:pt x="39" y="58"/>
                </a:lnTo>
                <a:lnTo>
                  <a:pt x="41" y="57"/>
                </a:lnTo>
                <a:lnTo>
                  <a:pt x="42" y="57"/>
                </a:lnTo>
                <a:lnTo>
                  <a:pt x="43" y="57"/>
                </a:lnTo>
                <a:lnTo>
                  <a:pt x="44" y="56"/>
                </a:lnTo>
                <a:lnTo>
                  <a:pt x="45" y="56"/>
                </a:lnTo>
                <a:lnTo>
                  <a:pt x="45" y="55"/>
                </a:lnTo>
                <a:lnTo>
                  <a:pt x="46" y="55"/>
                </a:lnTo>
                <a:lnTo>
                  <a:pt x="47" y="54"/>
                </a:lnTo>
                <a:lnTo>
                  <a:pt x="49" y="53"/>
                </a:lnTo>
                <a:lnTo>
                  <a:pt x="50" y="53"/>
                </a:lnTo>
                <a:lnTo>
                  <a:pt x="51" y="53"/>
                </a:lnTo>
                <a:lnTo>
                  <a:pt x="52" y="52"/>
                </a:lnTo>
                <a:lnTo>
                  <a:pt x="53" y="51"/>
                </a:lnTo>
                <a:lnTo>
                  <a:pt x="54" y="50"/>
                </a:lnTo>
                <a:lnTo>
                  <a:pt x="55" y="49"/>
                </a:lnTo>
                <a:lnTo>
                  <a:pt x="55" y="48"/>
                </a:lnTo>
                <a:lnTo>
                  <a:pt x="55" y="47"/>
                </a:lnTo>
                <a:lnTo>
                  <a:pt x="55" y="46"/>
                </a:lnTo>
                <a:lnTo>
                  <a:pt x="55" y="45"/>
                </a:lnTo>
                <a:lnTo>
                  <a:pt x="56" y="45"/>
                </a:lnTo>
                <a:lnTo>
                  <a:pt x="56" y="46"/>
                </a:lnTo>
                <a:lnTo>
                  <a:pt x="57" y="46"/>
                </a:lnTo>
                <a:lnTo>
                  <a:pt x="57" y="45"/>
                </a:lnTo>
                <a:lnTo>
                  <a:pt x="58" y="44"/>
                </a:lnTo>
                <a:lnTo>
                  <a:pt x="58" y="45"/>
                </a:lnTo>
                <a:lnTo>
                  <a:pt x="60" y="45"/>
                </a:lnTo>
                <a:lnTo>
                  <a:pt x="61" y="44"/>
                </a:lnTo>
                <a:lnTo>
                  <a:pt x="62" y="45"/>
                </a:lnTo>
                <a:lnTo>
                  <a:pt x="62" y="46"/>
                </a:lnTo>
                <a:lnTo>
                  <a:pt x="63" y="46"/>
                </a:lnTo>
                <a:lnTo>
                  <a:pt x="63" y="47"/>
                </a:lnTo>
                <a:lnTo>
                  <a:pt x="63" y="46"/>
                </a:lnTo>
                <a:lnTo>
                  <a:pt x="63" y="47"/>
                </a:lnTo>
                <a:lnTo>
                  <a:pt x="63" y="48"/>
                </a:lnTo>
                <a:lnTo>
                  <a:pt x="64" y="47"/>
                </a:lnTo>
                <a:lnTo>
                  <a:pt x="64" y="46"/>
                </a:lnTo>
                <a:lnTo>
                  <a:pt x="64" y="45"/>
                </a:lnTo>
                <a:lnTo>
                  <a:pt x="63" y="45"/>
                </a:lnTo>
                <a:lnTo>
                  <a:pt x="63" y="44"/>
                </a:lnTo>
                <a:lnTo>
                  <a:pt x="62" y="44"/>
                </a:lnTo>
                <a:lnTo>
                  <a:pt x="62" y="43"/>
                </a:lnTo>
                <a:lnTo>
                  <a:pt x="61" y="43"/>
                </a:lnTo>
                <a:lnTo>
                  <a:pt x="61" y="42"/>
                </a:lnTo>
                <a:lnTo>
                  <a:pt x="62" y="41"/>
                </a:lnTo>
                <a:lnTo>
                  <a:pt x="63" y="41"/>
                </a:lnTo>
                <a:lnTo>
                  <a:pt x="63" y="42"/>
                </a:lnTo>
                <a:lnTo>
                  <a:pt x="64" y="42"/>
                </a:lnTo>
                <a:lnTo>
                  <a:pt x="64" y="41"/>
                </a:lnTo>
                <a:lnTo>
                  <a:pt x="63" y="41"/>
                </a:lnTo>
                <a:lnTo>
                  <a:pt x="64" y="41"/>
                </a:lnTo>
                <a:lnTo>
                  <a:pt x="63" y="40"/>
                </a:lnTo>
                <a:lnTo>
                  <a:pt x="64" y="40"/>
                </a:lnTo>
                <a:lnTo>
                  <a:pt x="64" y="39"/>
                </a:lnTo>
                <a:lnTo>
                  <a:pt x="65" y="39"/>
                </a:lnTo>
                <a:lnTo>
                  <a:pt x="64" y="39"/>
                </a:lnTo>
                <a:lnTo>
                  <a:pt x="64" y="38"/>
                </a:lnTo>
                <a:lnTo>
                  <a:pt x="63" y="38"/>
                </a:lnTo>
                <a:lnTo>
                  <a:pt x="63" y="39"/>
                </a:lnTo>
                <a:lnTo>
                  <a:pt x="63" y="38"/>
                </a:lnTo>
                <a:lnTo>
                  <a:pt x="62" y="38"/>
                </a:lnTo>
                <a:lnTo>
                  <a:pt x="62" y="37"/>
                </a:lnTo>
                <a:lnTo>
                  <a:pt x="62" y="38"/>
                </a:lnTo>
                <a:lnTo>
                  <a:pt x="61" y="38"/>
                </a:lnTo>
                <a:lnTo>
                  <a:pt x="61" y="39"/>
                </a:lnTo>
                <a:lnTo>
                  <a:pt x="60" y="39"/>
                </a:lnTo>
                <a:lnTo>
                  <a:pt x="60" y="40"/>
                </a:lnTo>
                <a:lnTo>
                  <a:pt x="60" y="41"/>
                </a:lnTo>
                <a:lnTo>
                  <a:pt x="60" y="40"/>
                </a:lnTo>
                <a:lnTo>
                  <a:pt x="60" y="39"/>
                </a:lnTo>
                <a:lnTo>
                  <a:pt x="59" y="40"/>
                </a:lnTo>
                <a:lnTo>
                  <a:pt x="59" y="41"/>
                </a:lnTo>
                <a:lnTo>
                  <a:pt x="58" y="41"/>
                </a:lnTo>
                <a:lnTo>
                  <a:pt x="57" y="41"/>
                </a:lnTo>
                <a:lnTo>
                  <a:pt x="56" y="41"/>
                </a:lnTo>
                <a:lnTo>
                  <a:pt x="57" y="41"/>
                </a:lnTo>
                <a:lnTo>
                  <a:pt x="57" y="42"/>
                </a:lnTo>
                <a:lnTo>
                  <a:pt x="56" y="43"/>
                </a:lnTo>
                <a:lnTo>
                  <a:pt x="56" y="42"/>
                </a:lnTo>
                <a:lnTo>
                  <a:pt x="55" y="42"/>
                </a:lnTo>
                <a:lnTo>
                  <a:pt x="55" y="43"/>
                </a:lnTo>
                <a:lnTo>
                  <a:pt x="55" y="44"/>
                </a:lnTo>
                <a:lnTo>
                  <a:pt x="54" y="44"/>
                </a:lnTo>
                <a:lnTo>
                  <a:pt x="53" y="44"/>
                </a:lnTo>
                <a:lnTo>
                  <a:pt x="53" y="45"/>
                </a:lnTo>
                <a:lnTo>
                  <a:pt x="52" y="45"/>
                </a:lnTo>
                <a:lnTo>
                  <a:pt x="51" y="45"/>
                </a:lnTo>
                <a:lnTo>
                  <a:pt x="51" y="46"/>
                </a:lnTo>
                <a:lnTo>
                  <a:pt x="51" y="45"/>
                </a:lnTo>
                <a:lnTo>
                  <a:pt x="51" y="46"/>
                </a:lnTo>
                <a:lnTo>
                  <a:pt x="50" y="46"/>
                </a:lnTo>
                <a:lnTo>
                  <a:pt x="50" y="45"/>
                </a:lnTo>
                <a:lnTo>
                  <a:pt x="50" y="44"/>
                </a:lnTo>
                <a:lnTo>
                  <a:pt x="51" y="44"/>
                </a:lnTo>
                <a:lnTo>
                  <a:pt x="52" y="44"/>
                </a:lnTo>
                <a:lnTo>
                  <a:pt x="52" y="43"/>
                </a:lnTo>
                <a:lnTo>
                  <a:pt x="51" y="42"/>
                </a:lnTo>
                <a:lnTo>
                  <a:pt x="51" y="41"/>
                </a:lnTo>
                <a:lnTo>
                  <a:pt x="51" y="40"/>
                </a:lnTo>
                <a:lnTo>
                  <a:pt x="51" y="39"/>
                </a:lnTo>
                <a:lnTo>
                  <a:pt x="50" y="39"/>
                </a:lnTo>
                <a:lnTo>
                  <a:pt x="50" y="38"/>
                </a:lnTo>
                <a:lnTo>
                  <a:pt x="50" y="37"/>
                </a:lnTo>
                <a:lnTo>
                  <a:pt x="51" y="37"/>
                </a:lnTo>
                <a:lnTo>
                  <a:pt x="51" y="35"/>
                </a:lnTo>
                <a:lnTo>
                  <a:pt x="52" y="35"/>
                </a:lnTo>
                <a:lnTo>
                  <a:pt x="53" y="34"/>
                </a:lnTo>
                <a:lnTo>
                  <a:pt x="54" y="34"/>
                </a:lnTo>
                <a:lnTo>
                  <a:pt x="55" y="35"/>
                </a:lnTo>
                <a:lnTo>
                  <a:pt x="55" y="34"/>
                </a:lnTo>
                <a:lnTo>
                  <a:pt x="55" y="33"/>
                </a:lnTo>
                <a:lnTo>
                  <a:pt x="55" y="32"/>
                </a:lnTo>
                <a:lnTo>
                  <a:pt x="56" y="32"/>
                </a:lnTo>
                <a:lnTo>
                  <a:pt x="56" y="31"/>
                </a:lnTo>
                <a:lnTo>
                  <a:pt x="57" y="31"/>
                </a:lnTo>
                <a:lnTo>
                  <a:pt x="56" y="32"/>
                </a:lnTo>
                <a:lnTo>
                  <a:pt x="57" y="32"/>
                </a:lnTo>
                <a:lnTo>
                  <a:pt x="58" y="32"/>
                </a:lnTo>
                <a:lnTo>
                  <a:pt x="57" y="32"/>
                </a:lnTo>
                <a:lnTo>
                  <a:pt x="57" y="31"/>
                </a:lnTo>
                <a:lnTo>
                  <a:pt x="58" y="31"/>
                </a:lnTo>
                <a:lnTo>
                  <a:pt x="59" y="30"/>
                </a:lnTo>
                <a:lnTo>
                  <a:pt x="59" y="29"/>
                </a:lnTo>
                <a:lnTo>
                  <a:pt x="60" y="28"/>
                </a:lnTo>
                <a:lnTo>
                  <a:pt x="59" y="27"/>
                </a:lnTo>
                <a:lnTo>
                  <a:pt x="60" y="26"/>
                </a:lnTo>
                <a:lnTo>
                  <a:pt x="61" y="27"/>
                </a:lnTo>
                <a:lnTo>
                  <a:pt x="62" y="27"/>
                </a:lnTo>
                <a:lnTo>
                  <a:pt x="62" y="26"/>
                </a:lnTo>
                <a:lnTo>
                  <a:pt x="62" y="25"/>
                </a:lnTo>
                <a:lnTo>
                  <a:pt x="63" y="25"/>
                </a:lnTo>
                <a:lnTo>
                  <a:pt x="64" y="25"/>
                </a:lnTo>
                <a:lnTo>
                  <a:pt x="65" y="25"/>
                </a:lnTo>
                <a:lnTo>
                  <a:pt x="65" y="26"/>
                </a:lnTo>
                <a:lnTo>
                  <a:pt x="66" y="26"/>
                </a:lnTo>
                <a:lnTo>
                  <a:pt x="65" y="26"/>
                </a:lnTo>
                <a:lnTo>
                  <a:pt x="65" y="27"/>
                </a:lnTo>
                <a:lnTo>
                  <a:pt x="65" y="28"/>
                </a:lnTo>
                <a:lnTo>
                  <a:pt x="66" y="28"/>
                </a:lnTo>
                <a:lnTo>
                  <a:pt x="67" y="28"/>
                </a:lnTo>
                <a:lnTo>
                  <a:pt x="68" y="27"/>
                </a:lnTo>
                <a:lnTo>
                  <a:pt x="68" y="28"/>
                </a:lnTo>
                <a:lnTo>
                  <a:pt x="69" y="28"/>
                </a:lnTo>
                <a:lnTo>
                  <a:pt x="70" y="28"/>
                </a:lnTo>
                <a:lnTo>
                  <a:pt x="70" y="29"/>
                </a:lnTo>
                <a:lnTo>
                  <a:pt x="70" y="28"/>
                </a:lnTo>
                <a:lnTo>
                  <a:pt x="71" y="28"/>
                </a:lnTo>
                <a:lnTo>
                  <a:pt x="71" y="29"/>
                </a:lnTo>
                <a:lnTo>
                  <a:pt x="72" y="29"/>
                </a:lnTo>
                <a:lnTo>
                  <a:pt x="72" y="30"/>
                </a:lnTo>
                <a:lnTo>
                  <a:pt x="73" y="30"/>
                </a:lnTo>
                <a:lnTo>
                  <a:pt x="73" y="31"/>
                </a:lnTo>
                <a:lnTo>
                  <a:pt x="74" y="31"/>
                </a:lnTo>
                <a:lnTo>
                  <a:pt x="73" y="32"/>
                </a:lnTo>
                <a:lnTo>
                  <a:pt x="74" y="32"/>
                </a:lnTo>
                <a:lnTo>
                  <a:pt x="74" y="31"/>
                </a:lnTo>
                <a:lnTo>
                  <a:pt x="75" y="31"/>
                </a:lnTo>
                <a:lnTo>
                  <a:pt x="75" y="30"/>
                </a:lnTo>
                <a:lnTo>
                  <a:pt x="76" y="29"/>
                </a:lnTo>
                <a:lnTo>
                  <a:pt x="76" y="30"/>
                </a:lnTo>
                <a:lnTo>
                  <a:pt x="77" y="31"/>
                </a:lnTo>
                <a:lnTo>
                  <a:pt x="77" y="30"/>
                </a:lnTo>
                <a:lnTo>
                  <a:pt x="78" y="30"/>
                </a:lnTo>
                <a:lnTo>
                  <a:pt x="78" y="31"/>
                </a:lnTo>
                <a:lnTo>
                  <a:pt x="78" y="32"/>
                </a:lnTo>
                <a:lnTo>
                  <a:pt x="79" y="33"/>
                </a:lnTo>
                <a:lnTo>
                  <a:pt x="79" y="34"/>
                </a:lnTo>
                <a:lnTo>
                  <a:pt x="78" y="34"/>
                </a:lnTo>
                <a:lnTo>
                  <a:pt x="79" y="34"/>
                </a:lnTo>
                <a:lnTo>
                  <a:pt x="79" y="33"/>
                </a:lnTo>
                <a:lnTo>
                  <a:pt x="80" y="33"/>
                </a:lnTo>
                <a:lnTo>
                  <a:pt x="81" y="33"/>
                </a:lnTo>
                <a:lnTo>
                  <a:pt x="83" y="32"/>
                </a:lnTo>
                <a:lnTo>
                  <a:pt x="83" y="31"/>
                </a:lnTo>
                <a:lnTo>
                  <a:pt x="84" y="31"/>
                </a:lnTo>
                <a:lnTo>
                  <a:pt x="84" y="30"/>
                </a:lnTo>
                <a:lnTo>
                  <a:pt x="84" y="31"/>
                </a:lnTo>
                <a:lnTo>
                  <a:pt x="84" y="32"/>
                </a:lnTo>
                <a:lnTo>
                  <a:pt x="83" y="32"/>
                </a:lnTo>
                <a:lnTo>
                  <a:pt x="83" y="33"/>
                </a:lnTo>
                <a:lnTo>
                  <a:pt x="84" y="33"/>
                </a:lnTo>
                <a:lnTo>
                  <a:pt x="85" y="33"/>
                </a:lnTo>
                <a:lnTo>
                  <a:pt x="85" y="32"/>
                </a:lnTo>
                <a:lnTo>
                  <a:pt x="86" y="32"/>
                </a:lnTo>
                <a:lnTo>
                  <a:pt x="86" y="31"/>
                </a:lnTo>
                <a:lnTo>
                  <a:pt x="87" y="31"/>
                </a:lnTo>
                <a:lnTo>
                  <a:pt x="87" y="32"/>
                </a:lnTo>
                <a:lnTo>
                  <a:pt x="87" y="31"/>
                </a:lnTo>
                <a:lnTo>
                  <a:pt x="88" y="31"/>
                </a:lnTo>
                <a:lnTo>
                  <a:pt x="86" y="30"/>
                </a:lnTo>
                <a:lnTo>
                  <a:pt x="85" y="30"/>
                </a:lnTo>
                <a:lnTo>
                  <a:pt x="84" y="29"/>
                </a:lnTo>
                <a:lnTo>
                  <a:pt x="83" y="29"/>
                </a:lnTo>
                <a:lnTo>
                  <a:pt x="83" y="30"/>
                </a:lnTo>
                <a:lnTo>
                  <a:pt x="84" y="30"/>
                </a:lnTo>
                <a:lnTo>
                  <a:pt x="83" y="30"/>
                </a:lnTo>
                <a:lnTo>
                  <a:pt x="83" y="29"/>
                </a:lnTo>
                <a:lnTo>
                  <a:pt x="83" y="28"/>
                </a:lnTo>
                <a:lnTo>
                  <a:pt x="83" y="27"/>
                </a:lnTo>
                <a:lnTo>
                  <a:pt x="83" y="26"/>
                </a:lnTo>
                <a:lnTo>
                  <a:pt x="83" y="25"/>
                </a:lnTo>
                <a:lnTo>
                  <a:pt x="85" y="25"/>
                </a:lnTo>
                <a:lnTo>
                  <a:pt x="86" y="25"/>
                </a:lnTo>
                <a:lnTo>
                  <a:pt x="86" y="26"/>
                </a:lnTo>
                <a:lnTo>
                  <a:pt x="87" y="26"/>
                </a:lnTo>
                <a:lnTo>
                  <a:pt x="86" y="26"/>
                </a:lnTo>
                <a:lnTo>
                  <a:pt x="86" y="25"/>
                </a:lnTo>
                <a:lnTo>
                  <a:pt x="85" y="25"/>
                </a:lnTo>
                <a:lnTo>
                  <a:pt x="84" y="25"/>
                </a:lnTo>
                <a:lnTo>
                  <a:pt x="84" y="24"/>
                </a:lnTo>
                <a:lnTo>
                  <a:pt x="84" y="23"/>
                </a:lnTo>
                <a:lnTo>
                  <a:pt x="84" y="22"/>
                </a:lnTo>
                <a:lnTo>
                  <a:pt x="85" y="22"/>
                </a:lnTo>
                <a:lnTo>
                  <a:pt x="86" y="22"/>
                </a:lnTo>
                <a:lnTo>
                  <a:pt x="86" y="21"/>
                </a:lnTo>
                <a:lnTo>
                  <a:pt x="87" y="20"/>
                </a:lnTo>
                <a:lnTo>
                  <a:pt x="88" y="19"/>
                </a:lnTo>
                <a:lnTo>
                  <a:pt x="88" y="18"/>
                </a:lnTo>
                <a:lnTo>
                  <a:pt x="89" y="18"/>
                </a:lnTo>
                <a:lnTo>
                  <a:pt x="90" y="18"/>
                </a:lnTo>
                <a:lnTo>
                  <a:pt x="91" y="17"/>
                </a:lnTo>
                <a:lnTo>
                  <a:pt x="92" y="17"/>
                </a:lnTo>
                <a:lnTo>
                  <a:pt x="93" y="17"/>
                </a:lnTo>
                <a:lnTo>
                  <a:pt x="94" y="17"/>
                </a:lnTo>
                <a:lnTo>
                  <a:pt x="95" y="17"/>
                </a:lnTo>
                <a:lnTo>
                  <a:pt x="95" y="16"/>
                </a:lnTo>
                <a:lnTo>
                  <a:pt x="96" y="16"/>
                </a:lnTo>
                <a:lnTo>
                  <a:pt x="97" y="16"/>
                </a:lnTo>
                <a:lnTo>
                  <a:pt x="98" y="16"/>
                </a:lnTo>
                <a:lnTo>
                  <a:pt x="97" y="16"/>
                </a:lnTo>
                <a:lnTo>
                  <a:pt x="99" y="16"/>
                </a:lnTo>
                <a:lnTo>
                  <a:pt x="100" y="16"/>
                </a:lnTo>
                <a:lnTo>
                  <a:pt x="100" y="15"/>
                </a:lnTo>
                <a:lnTo>
                  <a:pt x="101" y="16"/>
                </a:lnTo>
                <a:lnTo>
                  <a:pt x="102" y="16"/>
                </a:lnTo>
                <a:lnTo>
                  <a:pt x="102" y="17"/>
                </a:lnTo>
                <a:lnTo>
                  <a:pt x="102" y="18"/>
                </a:lnTo>
                <a:lnTo>
                  <a:pt x="102" y="19"/>
                </a:lnTo>
                <a:lnTo>
                  <a:pt x="102" y="18"/>
                </a:lnTo>
                <a:lnTo>
                  <a:pt x="103" y="18"/>
                </a:lnTo>
                <a:lnTo>
                  <a:pt x="103" y="19"/>
                </a:lnTo>
                <a:lnTo>
                  <a:pt x="104" y="20"/>
                </a:lnTo>
                <a:lnTo>
                  <a:pt x="105" y="20"/>
                </a:lnTo>
                <a:lnTo>
                  <a:pt x="106" y="20"/>
                </a:lnTo>
                <a:lnTo>
                  <a:pt x="107" y="20"/>
                </a:lnTo>
                <a:lnTo>
                  <a:pt x="108" y="20"/>
                </a:lnTo>
                <a:lnTo>
                  <a:pt x="108" y="21"/>
                </a:lnTo>
                <a:lnTo>
                  <a:pt x="108" y="22"/>
                </a:lnTo>
                <a:lnTo>
                  <a:pt x="109" y="23"/>
                </a:lnTo>
                <a:lnTo>
                  <a:pt x="110" y="22"/>
                </a:lnTo>
                <a:lnTo>
                  <a:pt x="110" y="21"/>
                </a:lnTo>
                <a:lnTo>
                  <a:pt x="110" y="20"/>
                </a:lnTo>
                <a:lnTo>
                  <a:pt x="110" y="19"/>
                </a:lnTo>
                <a:lnTo>
                  <a:pt x="110" y="18"/>
                </a:lnTo>
                <a:lnTo>
                  <a:pt x="109" y="18"/>
                </a:lnTo>
                <a:lnTo>
                  <a:pt x="110" y="18"/>
                </a:lnTo>
                <a:lnTo>
                  <a:pt x="111" y="18"/>
                </a:lnTo>
                <a:lnTo>
                  <a:pt x="111" y="19"/>
                </a:lnTo>
                <a:lnTo>
                  <a:pt x="112" y="19"/>
                </a:lnTo>
                <a:lnTo>
                  <a:pt x="111" y="20"/>
                </a:lnTo>
                <a:lnTo>
                  <a:pt x="112" y="21"/>
                </a:lnTo>
                <a:lnTo>
                  <a:pt x="112" y="22"/>
                </a:lnTo>
                <a:lnTo>
                  <a:pt x="113" y="22"/>
                </a:lnTo>
                <a:lnTo>
                  <a:pt x="112" y="22"/>
                </a:lnTo>
                <a:lnTo>
                  <a:pt x="112" y="23"/>
                </a:lnTo>
                <a:lnTo>
                  <a:pt x="111" y="23"/>
                </a:lnTo>
                <a:lnTo>
                  <a:pt x="111" y="24"/>
                </a:lnTo>
                <a:lnTo>
                  <a:pt x="111" y="25"/>
                </a:lnTo>
                <a:lnTo>
                  <a:pt x="112" y="25"/>
                </a:lnTo>
                <a:lnTo>
                  <a:pt x="112" y="24"/>
                </a:lnTo>
                <a:lnTo>
                  <a:pt x="111" y="24"/>
                </a:lnTo>
                <a:lnTo>
                  <a:pt x="111" y="23"/>
                </a:lnTo>
                <a:lnTo>
                  <a:pt x="112" y="23"/>
                </a:lnTo>
                <a:lnTo>
                  <a:pt x="112" y="22"/>
                </a:lnTo>
                <a:lnTo>
                  <a:pt x="113" y="23"/>
                </a:lnTo>
                <a:lnTo>
                  <a:pt x="114" y="23"/>
                </a:lnTo>
                <a:lnTo>
                  <a:pt x="114" y="22"/>
                </a:lnTo>
                <a:lnTo>
                  <a:pt x="114" y="23"/>
                </a:lnTo>
                <a:lnTo>
                  <a:pt x="114" y="22"/>
                </a:lnTo>
                <a:lnTo>
                  <a:pt x="115" y="21"/>
                </a:lnTo>
                <a:lnTo>
                  <a:pt x="115" y="20"/>
                </a:lnTo>
                <a:lnTo>
                  <a:pt x="116" y="20"/>
                </a:lnTo>
                <a:lnTo>
                  <a:pt x="116" y="19"/>
                </a:lnTo>
                <a:lnTo>
                  <a:pt x="116" y="18"/>
                </a:lnTo>
                <a:lnTo>
                  <a:pt x="115" y="18"/>
                </a:lnTo>
                <a:lnTo>
                  <a:pt x="115" y="17"/>
                </a:lnTo>
                <a:lnTo>
                  <a:pt x="116" y="18"/>
                </a:lnTo>
                <a:lnTo>
                  <a:pt x="117" y="18"/>
                </a:lnTo>
                <a:lnTo>
                  <a:pt x="118" y="18"/>
                </a:lnTo>
                <a:lnTo>
                  <a:pt x="119" y="18"/>
                </a:lnTo>
                <a:lnTo>
                  <a:pt x="120" y="18"/>
                </a:lnTo>
                <a:lnTo>
                  <a:pt x="120" y="17"/>
                </a:lnTo>
                <a:lnTo>
                  <a:pt x="121" y="17"/>
                </a:lnTo>
                <a:lnTo>
                  <a:pt x="121" y="18"/>
                </a:lnTo>
                <a:lnTo>
                  <a:pt x="122" y="19"/>
                </a:lnTo>
                <a:lnTo>
                  <a:pt x="122" y="20"/>
                </a:lnTo>
                <a:lnTo>
                  <a:pt x="123" y="20"/>
                </a:lnTo>
                <a:lnTo>
                  <a:pt x="123" y="21"/>
                </a:lnTo>
                <a:lnTo>
                  <a:pt x="124" y="22"/>
                </a:lnTo>
                <a:lnTo>
                  <a:pt x="125" y="22"/>
                </a:lnTo>
                <a:lnTo>
                  <a:pt x="126" y="23"/>
                </a:lnTo>
                <a:lnTo>
                  <a:pt x="127" y="23"/>
                </a:lnTo>
                <a:lnTo>
                  <a:pt x="127" y="22"/>
                </a:lnTo>
                <a:lnTo>
                  <a:pt x="128" y="22"/>
                </a:lnTo>
                <a:lnTo>
                  <a:pt x="127" y="23"/>
                </a:lnTo>
                <a:lnTo>
                  <a:pt x="126" y="23"/>
                </a:lnTo>
                <a:lnTo>
                  <a:pt x="125" y="23"/>
                </a:lnTo>
                <a:lnTo>
                  <a:pt x="124" y="24"/>
                </a:lnTo>
                <a:lnTo>
                  <a:pt x="123" y="24"/>
                </a:lnTo>
                <a:lnTo>
                  <a:pt x="122" y="25"/>
                </a:lnTo>
                <a:lnTo>
                  <a:pt x="123" y="25"/>
                </a:lnTo>
                <a:lnTo>
                  <a:pt x="123" y="26"/>
                </a:lnTo>
                <a:lnTo>
                  <a:pt x="124" y="26"/>
                </a:lnTo>
                <a:lnTo>
                  <a:pt x="124" y="25"/>
                </a:lnTo>
                <a:lnTo>
                  <a:pt x="125" y="26"/>
                </a:lnTo>
                <a:lnTo>
                  <a:pt x="126" y="27"/>
                </a:lnTo>
                <a:lnTo>
                  <a:pt x="126" y="26"/>
                </a:lnTo>
                <a:lnTo>
                  <a:pt x="125" y="25"/>
                </a:lnTo>
                <a:lnTo>
                  <a:pt x="126" y="25"/>
                </a:lnTo>
                <a:lnTo>
                  <a:pt x="127" y="25"/>
                </a:lnTo>
                <a:lnTo>
                  <a:pt x="127" y="26"/>
                </a:lnTo>
                <a:lnTo>
                  <a:pt x="127" y="25"/>
                </a:lnTo>
                <a:lnTo>
                  <a:pt x="126" y="25"/>
                </a:lnTo>
                <a:lnTo>
                  <a:pt x="125" y="24"/>
                </a:lnTo>
                <a:lnTo>
                  <a:pt x="125" y="23"/>
                </a:lnTo>
                <a:lnTo>
                  <a:pt x="126" y="23"/>
                </a:lnTo>
                <a:lnTo>
                  <a:pt x="127" y="23"/>
                </a:lnTo>
                <a:lnTo>
                  <a:pt x="128" y="23"/>
                </a:lnTo>
                <a:lnTo>
                  <a:pt x="128" y="22"/>
                </a:lnTo>
                <a:lnTo>
                  <a:pt x="128" y="21"/>
                </a:lnTo>
                <a:lnTo>
                  <a:pt x="127" y="21"/>
                </a:lnTo>
                <a:lnTo>
                  <a:pt x="127" y="20"/>
                </a:lnTo>
                <a:lnTo>
                  <a:pt x="128" y="20"/>
                </a:lnTo>
                <a:lnTo>
                  <a:pt x="128" y="21"/>
                </a:lnTo>
                <a:lnTo>
                  <a:pt x="128" y="20"/>
                </a:lnTo>
                <a:lnTo>
                  <a:pt x="129" y="20"/>
                </a:lnTo>
                <a:lnTo>
                  <a:pt x="130" y="20"/>
                </a:lnTo>
                <a:lnTo>
                  <a:pt x="131" y="20"/>
                </a:lnTo>
                <a:lnTo>
                  <a:pt x="131" y="19"/>
                </a:lnTo>
                <a:lnTo>
                  <a:pt x="131" y="18"/>
                </a:lnTo>
                <a:lnTo>
                  <a:pt x="132" y="18"/>
                </a:lnTo>
                <a:lnTo>
                  <a:pt x="133" y="18"/>
                </a:lnTo>
                <a:lnTo>
                  <a:pt x="133" y="19"/>
                </a:lnTo>
                <a:lnTo>
                  <a:pt x="134" y="19"/>
                </a:lnTo>
                <a:lnTo>
                  <a:pt x="135" y="19"/>
                </a:lnTo>
                <a:lnTo>
                  <a:pt x="136" y="19"/>
                </a:lnTo>
                <a:lnTo>
                  <a:pt x="137" y="19"/>
                </a:lnTo>
                <a:lnTo>
                  <a:pt x="137" y="20"/>
                </a:lnTo>
                <a:lnTo>
                  <a:pt x="136" y="20"/>
                </a:lnTo>
                <a:lnTo>
                  <a:pt x="137" y="20"/>
                </a:lnTo>
                <a:lnTo>
                  <a:pt x="137" y="19"/>
                </a:lnTo>
                <a:lnTo>
                  <a:pt x="138" y="18"/>
                </a:lnTo>
                <a:lnTo>
                  <a:pt x="137" y="18"/>
                </a:lnTo>
                <a:lnTo>
                  <a:pt x="136" y="18"/>
                </a:lnTo>
                <a:lnTo>
                  <a:pt x="135" y="18"/>
                </a:lnTo>
                <a:lnTo>
                  <a:pt x="134" y="18"/>
                </a:lnTo>
                <a:lnTo>
                  <a:pt x="133" y="18"/>
                </a:lnTo>
                <a:lnTo>
                  <a:pt x="132" y="18"/>
                </a:lnTo>
                <a:lnTo>
                  <a:pt x="133" y="18"/>
                </a:lnTo>
                <a:lnTo>
                  <a:pt x="134" y="18"/>
                </a:lnTo>
                <a:lnTo>
                  <a:pt x="135" y="18"/>
                </a:lnTo>
                <a:lnTo>
                  <a:pt x="136" y="17"/>
                </a:lnTo>
                <a:lnTo>
                  <a:pt x="137" y="17"/>
                </a:lnTo>
                <a:lnTo>
                  <a:pt x="137" y="16"/>
                </a:lnTo>
                <a:lnTo>
                  <a:pt x="138" y="16"/>
                </a:lnTo>
                <a:lnTo>
                  <a:pt x="138" y="15"/>
                </a:lnTo>
                <a:lnTo>
                  <a:pt x="139" y="15"/>
                </a:lnTo>
                <a:lnTo>
                  <a:pt x="139" y="14"/>
                </a:lnTo>
                <a:lnTo>
                  <a:pt x="139" y="13"/>
                </a:lnTo>
                <a:lnTo>
                  <a:pt x="140" y="12"/>
                </a:lnTo>
                <a:lnTo>
                  <a:pt x="140" y="11"/>
                </a:lnTo>
                <a:lnTo>
                  <a:pt x="140" y="10"/>
                </a:lnTo>
                <a:lnTo>
                  <a:pt x="141" y="10"/>
                </a:lnTo>
                <a:lnTo>
                  <a:pt x="144" y="10"/>
                </a:lnTo>
                <a:lnTo>
                  <a:pt x="145" y="10"/>
                </a:lnTo>
                <a:lnTo>
                  <a:pt x="145" y="11"/>
                </a:lnTo>
                <a:lnTo>
                  <a:pt x="146" y="11"/>
                </a:lnTo>
                <a:lnTo>
                  <a:pt x="146" y="12"/>
                </a:lnTo>
                <a:lnTo>
                  <a:pt x="147" y="12"/>
                </a:lnTo>
                <a:lnTo>
                  <a:pt x="147" y="13"/>
                </a:lnTo>
                <a:lnTo>
                  <a:pt x="148" y="13"/>
                </a:lnTo>
                <a:lnTo>
                  <a:pt x="149" y="13"/>
                </a:lnTo>
                <a:lnTo>
                  <a:pt x="150" y="14"/>
                </a:lnTo>
                <a:lnTo>
                  <a:pt x="151" y="14"/>
                </a:lnTo>
                <a:lnTo>
                  <a:pt x="152" y="14"/>
                </a:lnTo>
                <a:lnTo>
                  <a:pt x="151" y="13"/>
                </a:lnTo>
                <a:lnTo>
                  <a:pt x="152" y="13"/>
                </a:lnTo>
                <a:lnTo>
                  <a:pt x="151" y="13"/>
                </a:lnTo>
                <a:lnTo>
                  <a:pt x="151" y="12"/>
                </a:lnTo>
                <a:lnTo>
                  <a:pt x="152" y="12"/>
                </a:lnTo>
                <a:lnTo>
                  <a:pt x="152" y="13"/>
                </a:lnTo>
                <a:lnTo>
                  <a:pt x="153" y="13"/>
                </a:lnTo>
                <a:lnTo>
                  <a:pt x="154" y="12"/>
                </a:lnTo>
                <a:lnTo>
                  <a:pt x="154" y="11"/>
                </a:lnTo>
                <a:lnTo>
                  <a:pt x="156" y="11"/>
                </a:lnTo>
                <a:lnTo>
                  <a:pt x="154" y="10"/>
                </a:lnTo>
                <a:lnTo>
                  <a:pt x="153" y="10"/>
                </a:lnTo>
                <a:lnTo>
                  <a:pt x="153" y="9"/>
                </a:lnTo>
                <a:lnTo>
                  <a:pt x="154" y="9"/>
                </a:lnTo>
                <a:lnTo>
                  <a:pt x="155" y="9"/>
                </a:lnTo>
                <a:lnTo>
                  <a:pt x="155" y="8"/>
                </a:lnTo>
                <a:lnTo>
                  <a:pt x="157" y="7"/>
                </a:lnTo>
                <a:lnTo>
                  <a:pt x="158" y="7"/>
                </a:lnTo>
                <a:lnTo>
                  <a:pt x="159" y="7"/>
                </a:lnTo>
                <a:lnTo>
                  <a:pt x="160" y="7"/>
                </a:lnTo>
                <a:lnTo>
                  <a:pt x="160" y="8"/>
                </a:lnTo>
                <a:lnTo>
                  <a:pt x="161" y="8"/>
                </a:lnTo>
                <a:lnTo>
                  <a:pt x="161" y="9"/>
                </a:lnTo>
                <a:lnTo>
                  <a:pt x="162" y="9"/>
                </a:lnTo>
                <a:lnTo>
                  <a:pt x="163" y="9"/>
                </a:lnTo>
                <a:lnTo>
                  <a:pt x="163" y="10"/>
                </a:lnTo>
                <a:lnTo>
                  <a:pt x="164" y="10"/>
                </a:lnTo>
                <a:lnTo>
                  <a:pt x="164" y="11"/>
                </a:lnTo>
                <a:lnTo>
                  <a:pt x="165" y="11"/>
                </a:lnTo>
                <a:lnTo>
                  <a:pt x="166" y="11"/>
                </a:lnTo>
                <a:lnTo>
                  <a:pt x="166" y="12"/>
                </a:lnTo>
                <a:lnTo>
                  <a:pt x="167" y="12"/>
                </a:lnTo>
                <a:lnTo>
                  <a:pt x="168" y="13"/>
                </a:lnTo>
                <a:lnTo>
                  <a:pt x="169" y="13"/>
                </a:lnTo>
                <a:lnTo>
                  <a:pt x="170" y="13"/>
                </a:lnTo>
                <a:lnTo>
                  <a:pt x="170" y="14"/>
                </a:lnTo>
                <a:lnTo>
                  <a:pt x="171" y="14"/>
                </a:lnTo>
                <a:lnTo>
                  <a:pt x="172" y="14"/>
                </a:lnTo>
                <a:lnTo>
                  <a:pt x="174" y="14"/>
                </a:lnTo>
                <a:lnTo>
                  <a:pt x="175" y="14"/>
                </a:lnTo>
                <a:lnTo>
                  <a:pt x="176" y="14"/>
                </a:lnTo>
                <a:lnTo>
                  <a:pt x="175" y="14"/>
                </a:lnTo>
                <a:lnTo>
                  <a:pt x="175" y="15"/>
                </a:lnTo>
                <a:lnTo>
                  <a:pt x="175" y="16"/>
                </a:lnTo>
                <a:lnTo>
                  <a:pt x="175" y="17"/>
                </a:lnTo>
                <a:lnTo>
                  <a:pt x="175" y="19"/>
                </a:lnTo>
                <a:lnTo>
                  <a:pt x="175" y="20"/>
                </a:lnTo>
                <a:lnTo>
                  <a:pt x="176" y="20"/>
                </a:lnTo>
                <a:lnTo>
                  <a:pt x="176" y="19"/>
                </a:lnTo>
                <a:lnTo>
                  <a:pt x="177" y="19"/>
                </a:lnTo>
                <a:lnTo>
                  <a:pt x="177" y="18"/>
                </a:lnTo>
                <a:lnTo>
                  <a:pt x="177" y="17"/>
                </a:lnTo>
                <a:lnTo>
                  <a:pt x="178" y="17"/>
                </a:lnTo>
                <a:lnTo>
                  <a:pt x="178" y="16"/>
                </a:lnTo>
                <a:lnTo>
                  <a:pt x="178" y="17"/>
                </a:lnTo>
                <a:lnTo>
                  <a:pt x="179" y="17"/>
                </a:lnTo>
                <a:lnTo>
                  <a:pt x="179" y="18"/>
                </a:lnTo>
                <a:lnTo>
                  <a:pt x="178" y="19"/>
                </a:lnTo>
                <a:lnTo>
                  <a:pt x="179" y="20"/>
                </a:lnTo>
                <a:lnTo>
                  <a:pt x="179" y="21"/>
                </a:lnTo>
                <a:lnTo>
                  <a:pt x="178" y="21"/>
                </a:lnTo>
                <a:lnTo>
                  <a:pt x="177" y="21"/>
                </a:lnTo>
                <a:lnTo>
                  <a:pt x="176" y="21"/>
                </a:lnTo>
                <a:lnTo>
                  <a:pt x="176" y="22"/>
                </a:lnTo>
                <a:lnTo>
                  <a:pt x="177" y="22"/>
                </a:lnTo>
                <a:lnTo>
                  <a:pt x="177" y="21"/>
                </a:lnTo>
                <a:lnTo>
                  <a:pt x="178" y="22"/>
                </a:lnTo>
                <a:lnTo>
                  <a:pt x="179" y="22"/>
                </a:lnTo>
                <a:lnTo>
                  <a:pt x="178" y="22"/>
                </a:lnTo>
                <a:lnTo>
                  <a:pt x="178" y="23"/>
                </a:lnTo>
                <a:lnTo>
                  <a:pt x="179" y="23"/>
                </a:lnTo>
                <a:lnTo>
                  <a:pt x="179" y="24"/>
                </a:lnTo>
                <a:lnTo>
                  <a:pt x="180" y="24"/>
                </a:lnTo>
                <a:lnTo>
                  <a:pt x="179" y="25"/>
                </a:lnTo>
                <a:lnTo>
                  <a:pt x="180" y="26"/>
                </a:lnTo>
                <a:lnTo>
                  <a:pt x="180" y="27"/>
                </a:lnTo>
                <a:lnTo>
                  <a:pt x="181" y="27"/>
                </a:lnTo>
                <a:lnTo>
                  <a:pt x="180" y="27"/>
                </a:lnTo>
                <a:lnTo>
                  <a:pt x="181" y="27"/>
                </a:lnTo>
                <a:lnTo>
                  <a:pt x="181" y="28"/>
                </a:lnTo>
                <a:lnTo>
                  <a:pt x="181" y="27"/>
                </a:lnTo>
                <a:lnTo>
                  <a:pt x="180" y="26"/>
                </a:lnTo>
                <a:lnTo>
                  <a:pt x="180" y="25"/>
                </a:lnTo>
                <a:lnTo>
                  <a:pt x="181" y="24"/>
                </a:lnTo>
                <a:lnTo>
                  <a:pt x="183" y="24"/>
                </a:lnTo>
                <a:lnTo>
                  <a:pt x="183" y="25"/>
                </a:lnTo>
                <a:lnTo>
                  <a:pt x="183" y="24"/>
                </a:lnTo>
                <a:lnTo>
                  <a:pt x="183" y="23"/>
                </a:lnTo>
                <a:lnTo>
                  <a:pt x="182" y="22"/>
                </a:lnTo>
                <a:lnTo>
                  <a:pt x="182" y="21"/>
                </a:lnTo>
                <a:lnTo>
                  <a:pt x="182" y="20"/>
                </a:lnTo>
                <a:lnTo>
                  <a:pt x="182" y="19"/>
                </a:lnTo>
                <a:lnTo>
                  <a:pt x="181" y="18"/>
                </a:lnTo>
                <a:lnTo>
                  <a:pt x="181" y="16"/>
                </a:lnTo>
                <a:lnTo>
                  <a:pt x="181" y="15"/>
                </a:lnTo>
                <a:lnTo>
                  <a:pt x="180" y="15"/>
                </a:lnTo>
                <a:lnTo>
                  <a:pt x="181" y="15"/>
                </a:lnTo>
                <a:lnTo>
                  <a:pt x="182" y="15"/>
                </a:lnTo>
                <a:lnTo>
                  <a:pt x="182" y="14"/>
                </a:lnTo>
                <a:lnTo>
                  <a:pt x="181" y="14"/>
                </a:lnTo>
                <a:lnTo>
                  <a:pt x="180" y="14"/>
                </a:lnTo>
                <a:lnTo>
                  <a:pt x="179" y="14"/>
                </a:lnTo>
                <a:lnTo>
                  <a:pt x="178" y="14"/>
                </a:lnTo>
                <a:lnTo>
                  <a:pt x="178" y="13"/>
                </a:lnTo>
                <a:lnTo>
                  <a:pt x="177" y="13"/>
                </a:lnTo>
                <a:lnTo>
                  <a:pt x="177" y="11"/>
                </a:lnTo>
                <a:lnTo>
                  <a:pt x="177" y="10"/>
                </a:lnTo>
                <a:lnTo>
                  <a:pt x="178" y="10"/>
                </a:lnTo>
                <a:lnTo>
                  <a:pt x="178" y="9"/>
                </a:lnTo>
                <a:lnTo>
                  <a:pt x="178" y="8"/>
                </a:lnTo>
                <a:lnTo>
                  <a:pt x="178" y="7"/>
                </a:lnTo>
                <a:lnTo>
                  <a:pt x="179" y="6"/>
                </a:lnTo>
                <a:lnTo>
                  <a:pt x="180" y="6"/>
                </a:lnTo>
                <a:lnTo>
                  <a:pt x="180" y="5"/>
                </a:lnTo>
                <a:lnTo>
                  <a:pt x="181" y="5"/>
                </a:lnTo>
                <a:lnTo>
                  <a:pt x="182" y="5"/>
                </a:lnTo>
                <a:lnTo>
                  <a:pt x="183" y="6"/>
                </a:lnTo>
                <a:lnTo>
                  <a:pt x="184" y="6"/>
                </a:lnTo>
                <a:lnTo>
                  <a:pt x="184" y="5"/>
                </a:lnTo>
                <a:lnTo>
                  <a:pt x="185" y="5"/>
                </a:lnTo>
                <a:lnTo>
                  <a:pt x="185" y="4"/>
                </a:lnTo>
                <a:lnTo>
                  <a:pt x="186" y="4"/>
                </a:lnTo>
                <a:lnTo>
                  <a:pt x="186" y="3"/>
                </a:lnTo>
                <a:lnTo>
                  <a:pt x="187" y="3"/>
                </a:lnTo>
                <a:lnTo>
                  <a:pt x="187" y="2"/>
                </a:lnTo>
                <a:lnTo>
                  <a:pt x="187" y="1"/>
                </a:lnTo>
                <a:lnTo>
                  <a:pt x="188" y="0"/>
                </a:lnTo>
                <a:lnTo>
                  <a:pt x="188" y="1"/>
                </a:lnTo>
                <a:lnTo>
                  <a:pt x="188" y="2"/>
                </a:lnTo>
                <a:lnTo>
                  <a:pt x="189" y="2"/>
                </a:lnTo>
                <a:lnTo>
                  <a:pt x="189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6" name=""/>
          <p:cNvSpPr/>
          <p:nvPr/>
        </p:nvSpPr>
        <p:spPr>
          <a:xfrm>
            <a:off x="1976040" y="224172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0" y="6"/>
                </a:moveTo>
                <a:lnTo>
                  <a:pt x="1" y="4"/>
                </a:lnTo>
                <a:lnTo>
                  <a:pt x="2" y="2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2" y="4"/>
                </a:lnTo>
                <a:lnTo>
                  <a:pt x="1" y="6"/>
                </a:lnTo>
                <a:lnTo>
                  <a:pt x="0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7" name=""/>
          <p:cNvSpPr/>
          <p:nvPr/>
        </p:nvSpPr>
        <p:spPr>
          <a:xfrm>
            <a:off x="1975680" y="2235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8" name=""/>
          <p:cNvSpPr/>
          <p:nvPr/>
        </p:nvSpPr>
        <p:spPr>
          <a:xfrm>
            <a:off x="1971360" y="22334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9" name=""/>
          <p:cNvSpPr/>
          <p:nvPr/>
        </p:nvSpPr>
        <p:spPr>
          <a:xfrm>
            <a:off x="1969200" y="223056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3" y="3"/>
                </a:moveTo>
                <a:lnTo>
                  <a:pt x="2" y="3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3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0" name=""/>
          <p:cNvSpPr/>
          <p:nvPr/>
        </p:nvSpPr>
        <p:spPr>
          <a:xfrm>
            <a:off x="1971000" y="2229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0"/>
                </a:moveTo>
                <a:lnTo>
                  <a:pt x="4" y="0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1" name=""/>
          <p:cNvSpPr/>
          <p:nvPr/>
        </p:nvSpPr>
        <p:spPr>
          <a:xfrm>
            <a:off x="1949400" y="22266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1"/>
                </a:moveTo>
                <a:lnTo>
                  <a:pt x="2" y="2"/>
                </a:lnTo>
                <a:lnTo>
                  <a:pt x="2" y="4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2" name=""/>
          <p:cNvSpPr/>
          <p:nvPr/>
        </p:nvSpPr>
        <p:spPr>
          <a:xfrm>
            <a:off x="1932120" y="22219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3" name=""/>
          <p:cNvSpPr/>
          <p:nvPr/>
        </p:nvSpPr>
        <p:spPr>
          <a:xfrm>
            <a:off x="1973520" y="22219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4" name=""/>
          <p:cNvSpPr/>
          <p:nvPr/>
        </p:nvSpPr>
        <p:spPr>
          <a:xfrm>
            <a:off x="1976040" y="2220840"/>
            <a:ext cx="2880" cy="3600"/>
          </a:xfrm>
          <a:custGeom>
            <a:avLst/>
            <a:gdLst/>
            <a:ahLst/>
            <a:rect l="0" t="0" r="r" b="b"/>
            <a:pathLst>
              <a:path fill="none" w="8" h="10">
                <a:moveTo>
                  <a:pt x="5" y="0"/>
                </a:move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8" y="2"/>
                </a:lnTo>
                <a:lnTo>
                  <a:pt x="8" y="4"/>
                </a:lnTo>
                <a:lnTo>
                  <a:pt x="8" y="5"/>
                </a:lnTo>
                <a:lnTo>
                  <a:pt x="7" y="5"/>
                </a:lnTo>
                <a:lnTo>
                  <a:pt x="7" y="6"/>
                </a:lnTo>
                <a:lnTo>
                  <a:pt x="7" y="7"/>
                </a:lnTo>
                <a:lnTo>
                  <a:pt x="7" y="8"/>
                </a:lnTo>
                <a:lnTo>
                  <a:pt x="6" y="8"/>
                </a:lnTo>
                <a:lnTo>
                  <a:pt x="6" y="7"/>
                </a:lnTo>
                <a:lnTo>
                  <a:pt x="6" y="8"/>
                </a:lnTo>
                <a:lnTo>
                  <a:pt x="6" y="9"/>
                </a:lnTo>
                <a:lnTo>
                  <a:pt x="5" y="9"/>
                </a:lnTo>
                <a:lnTo>
                  <a:pt x="5" y="10"/>
                </a:lnTo>
                <a:lnTo>
                  <a:pt x="5" y="9"/>
                </a:lnTo>
                <a:lnTo>
                  <a:pt x="5" y="10"/>
                </a:lnTo>
                <a:lnTo>
                  <a:pt x="4" y="10"/>
                </a:lnTo>
                <a:lnTo>
                  <a:pt x="2" y="10"/>
                </a:lnTo>
                <a:lnTo>
                  <a:pt x="2" y="9"/>
                </a:lnTo>
                <a:lnTo>
                  <a:pt x="2" y="10"/>
                </a:lnTo>
                <a:lnTo>
                  <a:pt x="2" y="9"/>
                </a:lnTo>
                <a:lnTo>
                  <a:pt x="1" y="9"/>
                </a:lnTo>
                <a:lnTo>
                  <a:pt x="0" y="9"/>
                </a:lnTo>
                <a:lnTo>
                  <a:pt x="0" y="8"/>
                </a:lnTo>
                <a:lnTo>
                  <a:pt x="1" y="8"/>
                </a:lnTo>
                <a:lnTo>
                  <a:pt x="1" y="7"/>
                </a:lnTo>
                <a:lnTo>
                  <a:pt x="0" y="7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2" y="2"/>
                </a:lnTo>
                <a:lnTo>
                  <a:pt x="4" y="2"/>
                </a:lnTo>
                <a:lnTo>
                  <a:pt x="4" y="1"/>
                </a:lnTo>
                <a:lnTo>
                  <a:pt x="4" y="2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5" name=""/>
          <p:cNvSpPr/>
          <p:nvPr/>
        </p:nvSpPr>
        <p:spPr>
          <a:xfrm>
            <a:off x="1964520" y="221976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4" y="2"/>
                </a:move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6"/>
                </a:lnTo>
                <a:lnTo>
                  <a:pt x="0" y="6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6" name=""/>
          <p:cNvSpPr/>
          <p:nvPr/>
        </p:nvSpPr>
        <p:spPr>
          <a:xfrm>
            <a:off x="1928520" y="221652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5" y="4"/>
                </a:moveTo>
                <a:lnTo>
                  <a:pt x="4" y="6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0" y="6"/>
                </a:lnTo>
                <a:lnTo>
                  <a:pt x="2" y="7"/>
                </a:lnTo>
                <a:lnTo>
                  <a:pt x="2" y="6"/>
                </a:lnTo>
                <a:lnTo>
                  <a:pt x="2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7" name=""/>
          <p:cNvSpPr/>
          <p:nvPr/>
        </p:nvSpPr>
        <p:spPr>
          <a:xfrm>
            <a:off x="1971720" y="22161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1" y="4"/>
                </a:lnTo>
                <a:lnTo>
                  <a:pt x="0" y="2"/>
                </a:lnTo>
                <a:lnTo>
                  <a:pt x="1" y="0"/>
                </a:lnTo>
                <a:lnTo>
                  <a:pt x="3" y="2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8" name=""/>
          <p:cNvSpPr/>
          <p:nvPr/>
        </p:nvSpPr>
        <p:spPr>
          <a:xfrm>
            <a:off x="1966320" y="2215440"/>
            <a:ext cx="10080" cy="6840"/>
          </a:xfrm>
          <a:custGeom>
            <a:avLst/>
            <a:gdLst/>
            <a:ahLst/>
            <a:rect l="0" t="0" r="r" b="b"/>
            <a:pathLst>
              <a:path fill="none" w="28" h="19">
                <a:moveTo>
                  <a:pt x="15" y="2"/>
                </a:moveTo>
                <a:lnTo>
                  <a:pt x="16" y="4"/>
                </a:lnTo>
                <a:lnTo>
                  <a:pt x="17" y="5"/>
                </a:lnTo>
                <a:lnTo>
                  <a:pt x="18" y="5"/>
                </a:lnTo>
                <a:lnTo>
                  <a:pt x="18" y="4"/>
                </a:lnTo>
                <a:lnTo>
                  <a:pt x="20" y="4"/>
                </a:lnTo>
                <a:lnTo>
                  <a:pt x="20" y="5"/>
                </a:lnTo>
                <a:lnTo>
                  <a:pt x="21" y="4"/>
                </a:lnTo>
                <a:lnTo>
                  <a:pt x="21" y="3"/>
                </a:lnTo>
                <a:lnTo>
                  <a:pt x="23" y="3"/>
                </a:lnTo>
                <a:lnTo>
                  <a:pt x="24" y="2"/>
                </a:lnTo>
                <a:lnTo>
                  <a:pt x="25" y="2"/>
                </a:lnTo>
                <a:lnTo>
                  <a:pt x="26" y="2"/>
                </a:lnTo>
                <a:lnTo>
                  <a:pt x="26" y="3"/>
                </a:lnTo>
                <a:lnTo>
                  <a:pt x="27" y="3"/>
                </a:lnTo>
                <a:lnTo>
                  <a:pt x="28" y="3"/>
                </a:lnTo>
                <a:lnTo>
                  <a:pt x="28" y="4"/>
                </a:lnTo>
                <a:lnTo>
                  <a:pt x="28" y="5"/>
                </a:lnTo>
                <a:lnTo>
                  <a:pt x="27" y="6"/>
                </a:lnTo>
                <a:lnTo>
                  <a:pt x="27" y="7"/>
                </a:lnTo>
                <a:lnTo>
                  <a:pt x="27" y="8"/>
                </a:lnTo>
                <a:lnTo>
                  <a:pt x="27" y="10"/>
                </a:lnTo>
                <a:lnTo>
                  <a:pt x="26" y="11"/>
                </a:lnTo>
                <a:lnTo>
                  <a:pt x="26" y="12"/>
                </a:lnTo>
                <a:lnTo>
                  <a:pt x="26" y="13"/>
                </a:lnTo>
                <a:lnTo>
                  <a:pt x="26" y="16"/>
                </a:lnTo>
                <a:lnTo>
                  <a:pt x="26" y="18"/>
                </a:lnTo>
                <a:lnTo>
                  <a:pt x="25" y="18"/>
                </a:lnTo>
                <a:lnTo>
                  <a:pt x="25" y="19"/>
                </a:lnTo>
                <a:lnTo>
                  <a:pt x="24" y="19"/>
                </a:lnTo>
                <a:lnTo>
                  <a:pt x="23" y="18"/>
                </a:lnTo>
                <a:lnTo>
                  <a:pt x="23" y="17"/>
                </a:lnTo>
                <a:lnTo>
                  <a:pt x="23" y="16"/>
                </a:lnTo>
                <a:lnTo>
                  <a:pt x="23" y="15"/>
                </a:lnTo>
                <a:lnTo>
                  <a:pt x="22" y="15"/>
                </a:lnTo>
                <a:lnTo>
                  <a:pt x="22" y="14"/>
                </a:lnTo>
                <a:lnTo>
                  <a:pt x="22" y="13"/>
                </a:lnTo>
                <a:lnTo>
                  <a:pt x="21" y="12"/>
                </a:lnTo>
                <a:lnTo>
                  <a:pt x="20" y="12"/>
                </a:lnTo>
                <a:lnTo>
                  <a:pt x="20" y="11"/>
                </a:lnTo>
                <a:lnTo>
                  <a:pt x="19" y="11"/>
                </a:lnTo>
                <a:lnTo>
                  <a:pt x="18" y="11"/>
                </a:lnTo>
                <a:lnTo>
                  <a:pt x="17" y="11"/>
                </a:lnTo>
                <a:lnTo>
                  <a:pt x="17" y="12"/>
                </a:lnTo>
                <a:lnTo>
                  <a:pt x="17" y="11"/>
                </a:lnTo>
                <a:lnTo>
                  <a:pt x="16" y="11"/>
                </a:lnTo>
                <a:lnTo>
                  <a:pt x="15" y="11"/>
                </a:lnTo>
                <a:lnTo>
                  <a:pt x="14" y="11"/>
                </a:lnTo>
                <a:lnTo>
                  <a:pt x="13" y="11"/>
                </a:lnTo>
                <a:lnTo>
                  <a:pt x="13" y="12"/>
                </a:lnTo>
                <a:lnTo>
                  <a:pt x="12" y="12"/>
                </a:lnTo>
                <a:lnTo>
                  <a:pt x="12" y="11"/>
                </a:lnTo>
                <a:lnTo>
                  <a:pt x="11" y="11"/>
                </a:lnTo>
                <a:lnTo>
                  <a:pt x="10" y="11"/>
                </a:lnTo>
                <a:lnTo>
                  <a:pt x="9" y="11"/>
                </a:lnTo>
                <a:lnTo>
                  <a:pt x="9" y="12"/>
                </a:lnTo>
                <a:lnTo>
                  <a:pt x="8" y="12"/>
                </a:lnTo>
                <a:lnTo>
                  <a:pt x="7" y="13"/>
                </a:lnTo>
                <a:lnTo>
                  <a:pt x="5" y="13"/>
                </a:lnTo>
                <a:lnTo>
                  <a:pt x="5" y="14"/>
                </a:lnTo>
                <a:lnTo>
                  <a:pt x="4" y="14"/>
                </a:lnTo>
                <a:lnTo>
                  <a:pt x="3" y="14"/>
                </a:lnTo>
                <a:lnTo>
                  <a:pt x="2" y="15"/>
                </a:lnTo>
                <a:lnTo>
                  <a:pt x="1" y="15"/>
                </a:lnTo>
                <a:lnTo>
                  <a:pt x="0" y="15"/>
                </a:lnTo>
                <a:lnTo>
                  <a:pt x="0" y="14"/>
                </a:lnTo>
                <a:lnTo>
                  <a:pt x="0" y="15"/>
                </a:lnTo>
                <a:lnTo>
                  <a:pt x="0" y="14"/>
                </a:lnTo>
                <a:lnTo>
                  <a:pt x="1" y="13"/>
                </a:lnTo>
                <a:lnTo>
                  <a:pt x="1" y="12"/>
                </a:lnTo>
                <a:lnTo>
                  <a:pt x="2" y="12"/>
                </a:lnTo>
                <a:lnTo>
                  <a:pt x="2" y="11"/>
                </a:lnTo>
                <a:lnTo>
                  <a:pt x="2" y="10"/>
                </a:lnTo>
                <a:lnTo>
                  <a:pt x="3" y="8"/>
                </a:lnTo>
                <a:lnTo>
                  <a:pt x="4" y="7"/>
                </a:lnTo>
                <a:lnTo>
                  <a:pt x="5" y="7"/>
                </a:lnTo>
                <a:lnTo>
                  <a:pt x="7" y="7"/>
                </a:lnTo>
                <a:lnTo>
                  <a:pt x="8" y="7"/>
                </a:lnTo>
                <a:lnTo>
                  <a:pt x="7" y="7"/>
                </a:lnTo>
                <a:lnTo>
                  <a:pt x="5" y="6"/>
                </a:lnTo>
                <a:lnTo>
                  <a:pt x="7" y="5"/>
                </a:lnTo>
                <a:lnTo>
                  <a:pt x="5" y="5"/>
                </a:lnTo>
                <a:lnTo>
                  <a:pt x="7" y="5"/>
                </a:lnTo>
                <a:lnTo>
                  <a:pt x="7" y="4"/>
                </a:lnTo>
                <a:lnTo>
                  <a:pt x="7" y="3"/>
                </a:lnTo>
                <a:lnTo>
                  <a:pt x="5" y="3"/>
                </a:lnTo>
                <a:lnTo>
                  <a:pt x="7" y="2"/>
                </a:lnTo>
                <a:lnTo>
                  <a:pt x="8" y="3"/>
                </a:lnTo>
                <a:lnTo>
                  <a:pt x="8" y="2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1" y="3"/>
                </a:lnTo>
                <a:lnTo>
                  <a:pt x="11" y="2"/>
                </a:lnTo>
                <a:lnTo>
                  <a:pt x="12" y="2"/>
                </a:lnTo>
                <a:lnTo>
                  <a:pt x="12" y="1"/>
                </a:lnTo>
                <a:lnTo>
                  <a:pt x="13" y="1"/>
                </a:lnTo>
                <a:lnTo>
                  <a:pt x="14" y="1"/>
                </a:lnTo>
                <a:lnTo>
                  <a:pt x="14" y="0"/>
                </a:lnTo>
                <a:lnTo>
                  <a:pt x="15" y="1"/>
                </a:lnTo>
                <a:lnTo>
                  <a:pt x="1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240" rIns="360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9" name=""/>
          <p:cNvSpPr/>
          <p:nvPr/>
        </p:nvSpPr>
        <p:spPr>
          <a:xfrm>
            <a:off x="1970640" y="22147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2"/>
                </a:move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0" name=""/>
          <p:cNvSpPr/>
          <p:nvPr/>
        </p:nvSpPr>
        <p:spPr>
          <a:xfrm>
            <a:off x="1971720" y="22129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1" name=""/>
          <p:cNvSpPr/>
          <p:nvPr/>
        </p:nvSpPr>
        <p:spPr>
          <a:xfrm>
            <a:off x="1974240" y="2211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2" name=""/>
          <p:cNvSpPr/>
          <p:nvPr/>
        </p:nvSpPr>
        <p:spPr>
          <a:xfrm>
            <a:off x="1972080" y="2211120"/>
            <a:ext cx="6480" cy="5040"/>
          </a:xfrm>
          <a:custGeom>
            <a:avLst/>
            <a:gdLst/>
            <a:ahLst/>
            <a:rect l="0" t="0" r="r" b="b"/>
            <a:pathLst>
              <a:path fill="none" w="18" h="14">
                <a:moveTo>
                  <a:pt x="18" y="1"/>
                </a:moveTo>
                <a:lnTo>
                  <a:pt x="18" y="2"/>
                </a:lnTo>
                <a:lnTo>
                  <a:pt x="18" y="3"/>
                </a:lnTo>
                <a:lnTo>
                  <a:pt x="17" y="3"/>
                </a:lnTo>
                <a:lnTo>
                  <a:pt x="16" y="5"/>
                </a:lnTo>
                <a:lnTo>
                  <a:pt x="16" y="6"/>
                </a:lnTo>
                <a:lnTo>
                  <a:pt x="15" y="7"/>
                </a:lnTo>
                <a:lnTo>
                  <a:pt x="15" y="8"/>
                </a:lnTo>
                <a:lnTo>
                  <a:pt x="15" y="10"/>
                </a:lnTo>
                <a:lnTo>
                  <a:pt x="15" y="11"/>
                </a:lnTo>
                <a:lnTo>
                  <a:pt x="14" y="12"/>
                </a:lnTo>
                <a:lnTo>
                  <a:pt x="14" y="13"/>
                </a:lnTo>
                <a:lnTo>
                  <a:pt x="13" y="13"/>
                </a:lnTo>
                <a:lnTo>
                  <a:pt x="13" y="14"/>
                </a:lnTo>
                <a:lnTo>
                  <a:pt x="13" y="13"/>
                </a:lnTo>
                <a:lnTo>
                  <a:pt x="12" y="13"/>
                </a:lnTo>
                <a:lnTo>
                  <a:pt x="11" y="14"/>
                </a:lnTo>
                <a:lnTo>
                  <a:pt x="10" y="14"/>
                </a:lnTo>
                <a:lnTo>
                  <a:pt x="10" y="13"/>
                </a:lnTo>
                <a:lnTo>
                  <a:pt x="10" y="12"/>
                </a:lnTo>
                <a:lnTo>
                  <a:pt x="10" y="11"/>
                </a:lnTo>
                <a:lnTo>
                  <a:pt x="9" y="11"/>
                </a:lnTo>
                <a:lnTo>
                  <a:pt x="9" y="10"/>
                </a:lnTo>
                <a:lnTo>
                  <a:pt x="9" y="8"/>
                </a:lnTo>
                <a:lnTo>
                  <a:pt x="8" y="8"/>
                </a:lnTo>
                <a:lnTo>
                  <a:pt x="8" y="7"/>
                </a:lnTo>
                <a:lnTo>
                  <a:pt x="9" y="7"/>
                </a:lnTo>
                <a:lnTo>
                  <a:pt x="8" y="7"/>
                </a:lnTo>
                <a:lnTo>
                  <a:pt x="8" y="6"/>
                </a:lnTo>
                <a:lnTo>
                  <a:pt x="9" y="6"/>
                </a:lnTo>
                <a:lnTo>
                  <a:pt x="8" y="6"/>
                </a:lnTo>
                <a:lnTo>
                  <a:pt x="8" y="7"/>
                </a:lnTo>
                <a:lnTo>
                  <a:pt x="7" y="7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8" y="1"/>
                </a:lnTo>
                <a:lnTo>
                  <a:pt x="8" y="2"/>
                </a:lnTo>
                <a:lnTo>
                  <a:pt x="8" y="3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8" y="3"/>
                </a:lnTo>
                <a:lnTo>
                  <a:pt x="9" y="3"/>
                </a:lnTo>
                <a:lnTo>
                  <a:pt x="10" y="2"/>
                </a:lnTo>
                <a:lnTo>
                  <a:pt x="11" y="2"/>
                </a:lnTo>
                <a:lnTo>
                  <a:pt x="12" y="2"/>
                </a:lnTo>
                <a:lnTo>
                  <a:pt x="12" y="1"/>
                </a:lnTo>
                <a:lnTo>
                  <a:pt x="14" y="1"/>
                </a:lnTo>
                <a:lnTo>
                  <a:pt x="14" y="2"/>
                </a:lnTo>
                <a:lnTo>
                  <a:pt x="15" y="2"/>
                </a:lnTo>
                <a:lnTo>
                  <a:pt x="16" y="2"/>
                </a:lnTo>
                <a:lnTo>
                  <a:pt x="17" y="2"/>
                </a:lnTo>
                <a:lnTo>
                  <a:pt x="17" y="1"/>
                </a:lnTo>
                <a:lnTo>
                  <a:pt x="18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3" name=""/>
          <p:cNvSpPr/>
          <p:nvPr/>
        </p:nvSpPr>
        <p:spPr>
          <a:xfrm>
            <a:off x="1928520" y="22010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4" name=""/>
          <p:cNvSpPr/>
          <p:nvPr/>
        </p:nvSpPr>
        <p:spPr>
          <a:xfrm>
            <a:off x="1996200" y="22046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5" name=""/>
          <p:cNvSpPr/>
          <p:nvPr/>
        </p:nvSpPr>
        <p:spPr>
          <a:xfrm>
            <a:off x="1991520" y="2200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6" name=""/>
          <p:cNvSpPr/>
          <p:nvPr/>
        </p:nvSpPr>
        <p:spPr>
          <a:xfrm>
            <a:off x="1915200" y="219636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1"/>
                </a:move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7" name=""/>
          <p:cNvSpPr/>
          <p:nvPr/>
        </p:nvSpPr>
        <p:spPr>
          <a:xfrm>
            <a:off x="1926720" y="21956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0" y="3"/>
                </a:lnTo>
                <a:lnTo>
                  <a:pt x="3" y="1"/>
                </a:lnTo>
                <a:lnTo>
                  <a:pt x="4" y="0"/>
                </a:lnTo>
                <a:lnTo>
                  <a:pt x="4" y="1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8" name=""/>
          <p:cNvSpPr/>
          <p:nvPr/>
        </p:nvSpPr>
        <p:spPr>
          <a:xfrm>
            <a:off x="1904400" y="21942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9" name=""/>
          <p:cNvSpPr/>
          <p:nvPr/>
        </p:nvSpPr>
        <p:spPr>
          <a:xfrm>
            <a:off x="1927800" y="2194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0" name=""/>
          <p:cNvSpPr/>
          <p:nvPr/>
        </p:nvSpPr>
        <p:spPr>
          <a:xfrm>
            <a:off x="1903680" y="2193840"/>
            <a:ext cx="2520" cy="5040"/>
          </a:xfrm>
          <a:custGeom>
            <a:avLst/>
            <a:gdLst/>
            <a:ahLst/>
            <a:rect l="0" t="0" r="r" b="b"/>
            <a:pathLst>
              <a:path fill="none" w="7" h="14">
                <a:moveTo>
                  <a:pt x="6" y="2"/>
                </a:moveTo>
                <a:lnTo>
                  <a:pt x="7" y="2"/>
                </a:lnTo>
                <a:lnTo>
                  <a:pt x="7" y="3"/>
                </a:lnTo>
                <a:lnTo>
                  <a:pt x="6" y="4"/>
                </a:lnTo>
                <a:lnTo>
                  <a:pt x="4" y="5"/>
                </a:lnTo>
                <a:lnTo>
                  <a:pt x="4" y="6"/>
                </a:lnTo>
                <a:lnTo>
                  <a:pt x="4" y="7"/>
                </a:lnTo>
                <a:lnTo>
                  <a:pt x="4" y="9"/>
                </a:lnTo>
                <a:lnTo>
                  <a:pt x="3" y="10"/>
                </a:lnTo>
                <a:lnTo>
                  <a:pt x="3" y="11"/>
                </a:lnTo>
                <a:lnTo>
                  <a:pt x="2" y="11"/>
                </a:lnTo>
                <a:lnTo>
                  <a:pt x="2" y="12"/>
                </a:lnTo>
                <a:lnTo>
                  <a:pt x="3" y="12"/>
                </a:lnTo>
                <a:lnTo>
                  <a:pt x="3" y="13"/>
                </a:lnTo>
                <a:lnTo>
                  <a:pt x="3" y="14"/>
                </a:lnTo>
                <a:lnTo>
                  <a:pt x="2" y="14"/>
                </a:lnTo>
                <a:lnTo>
                  <a:pt x="2" y="13"/>
                </a:lnTo>
                <a:lnTo>
                  <a:pt x="1" y="13"/>
                </a:lnTo>
                <a:lnTo>
                  <a:pt x="1" y="11"/>
                </a:lnTo>
                <a:lnTo>
                  <a:pt x="0" y="9"/>
                </a:lnTo>
                <a:lnTo>
                  <a:pt x="1" y="7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3" y="3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1" name=""/>
          <p:cNvSpPr/>
          <p:nvPr/>
        </p:nvSpPr>
        <p:spPr>
          <a:xfrm>
            <a:off x="1904040" y="21927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2" name=""/>
          <p:cNvSpPr/>
          <p:nvPr/>
        </p:nvSpPr>
        <p:spPr>
          <a:xfrm>
            <a:off x="1920960" y="21924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3" name=""/>
          <p:cNvSpPr/>
          <p:nvPr/>
        </p:nvSpPr>
        <p:spPr>
          <a:xfrm>
            <a:off x="1911960" y="21916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0"/>
                </a:moveTo>
                <a:lnTo>
                  <a:pt x="4" y="2"/>
                </a:lnTo>
                <a:lnTo>
                  <a:pt x="2" y="3"/>
                </a:lnTo>
                <a:lnTo>
                  <a:pt x="2" y="5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4" name=""/>
          <p:cNvSpPr/>
          <p:nvPr/>
        </p:nvSpPr>
        <p:spPr>
          <a:xfrm>
            <a:off x="2028600" y="21981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2"/>
                </a:move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0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5" name=""/>
          <p:cNvSpPr/>
          <p:nvPr/>
        </p:nvSpPr>
        <p:spPr>
          <a:xfrm>
            <a:off x="1911600" y="2191320"/>
            <a:ext cx="36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6" name=""/>
          <p:cNvSpPr/>
          <p:nvPr/>
        </p:nvSpPr>
        <p:spPr>
          <a:xfrm>
            <a:off x="1911600" y="219060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1"/>
                </a:move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7" name=""/>
          <p:cNvSpPr/>
          <p:nvPr/>
        </p:nvSpPr>
        <p:spPr>
          <a:xfrm>
            <a:off x="1911600" y="2190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8" name=""/>
          <p:cNvSpPr/>
          <p:nvPr/>
        </p:nvSpPr>
        <p:spPr>
          <a:xfrm>
            <a:off x="2027520" y="21963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9" name=""/>
          <p:cNvSpPr/>
          <p:nvPr/>
        </p:nvSpPr>
        <p:spPr>
          <a:xfrm>
            <a:off x="2048400" y="21974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4"/>
                </a:moveTo>
                <a:lnTo>
                  <a:pt x="0" y="4"/>
                </a:lnTo>
                <a:lnTo>
                  <a:pt x="2" y="2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0" name=""/>
          <p:cNvSpPr/>
          <p:nvPr/>
        </p:nvSpPr>
        <p:spPr>
          <a:xfrm>
            <a:off x="2041560" y="21967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1" y="4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1" name=""/>
          <p:cNvSpPr/>
          <p:nvPr/>
        </p:nvSpPr>
        <p:spPr>
          <a:xfrm>
            <a:off x="2026440" y="21952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2" name=""/>
          <p:cNvSpPr/>
          <p:nvPr/>
        </p:nvSpPr>
        <p:spPr>
          <a:xfrm>
            <a:off x="2044080" y="21967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3" name=""/>
          <p:cNvSpPr/>
          <p:nvPr/>
        </p:nvSpPr>
        <p:spPr>
          <a:xfrm>
            <a:off x="2016720" y="2194560"/>
            <a:ext cx="7200" cy="4320"/>
          </a:xfrm>
          <a:custGeom>
            <a:avLst/>
            <a:gdLst/>
            <a:ahLst/>
            <a:rect l="0" t="0" r="r" b="b"/>
            <a:pathLst>
              <a:path fill="none" w="20" h="12">
                <a:moveTo>
                  <a:pt x="11" y="1"/>
                </a:moveTo>
                <a:lnTo>
                  <a:pt x="12" y="2"/>
                </a:lnTo>
                <a:lnTo>
                  <a:pt x="14" y="2"/>
                </a:lnTo>
                <a:lnTo>
                  <a:pt x="14" y="1"/>
                </a:lnTo>
                <a:lnTo>
                  <a:pt x="15" y="1"/>
                </a:lnTo>
                <a:lnTo>
                  <a:pt x="15" y="2"/>
                </a:lnTo>
                <a:lnTo>
                  <a:pt x="16" y="2"/>
                </a:lnTo>
                <a:lnTo>
                  <a:pt x="16" y="1"/>
                </a:lnTo>
                <a:lnTo>
                  <a:pt x="17" y="1"/>
                </a:lnTo>
                <a:lnTo>
                  <a:pt x="19" y="2"/>
                </a:lnTo>
                <a:lnTo>
                  <a:pt x="20" y="2"/>
                </a:lnTo>
                <a:lnTo>
                  <a:pt x="20" y="3"/>
                </a:lnTo>
                <a:lnTo>
                  <a:pt x="20" y="5"/>
                </a:lnTo>
                <a:lnTo>
                  <a:pt x="19" y="5"/>
                </a:lnTo>
                <a:lnTo>
                  <a:pt x="18" y="5"/>
                </a:lnTo>
                <a:lnTo>
                  <a:pt x="17" y="5"/>
                </a:lnTo>
                <a:lnTo>
                  <a:pt x="16" y="6"/>
                </a:lnTo>
                <a:lnTo>
                  <a:pt x="15" y="7"/>
                </a:lnTo>
                <a:lnTo>
                  <a:pt x="14" y="7"/>
                </a:lnTo>
                <a:lnTo>
                  <a:pt x="12" y="7"/>
                </a:lnTo>
                <a:lnTo>
                  <a:pt x="12" y="6"/>
                </a:lnTo>
                <a:lnTo>
                  <a:pt x="11" y="6"/>
                </a:lnTo>
                <a:lnTo>
                  <a:pt x="11" y="7"/>
                </a:lnTo>
                <a:lnTo>
                  <a:pt x="10" y="7"/>
                </a:lnTo>
                <a:lnTo>
                  <a:pt x="9" y="7"/>
                </a:lnTo>
                <a:lnTo>
                  <a:pt x="8" y="8"/>
                </a:lnTo>
                <a:lnTo>
                  <a:pt x="8" y="9"/>
                </a:lnTo>
                <a:lnTo>
                  <a:pt x="7" y="9"/>
                </a:lnTo>
                <a:lnTo>
                  <a:pt x="5" y="11"/>
                </a:lnTo>
                <a:lnTo>
                  <a:pt x="4" y="11"/>
                </a:lnTo>
                <a:lnTo>
                  <a:pt x="4" y="10"/>
                </a:lnTo>
                <a:lnTo>
                  <a:pt x="3" y="11"/>
                </a:lnTo>
                <a:lnTo>
                  <a:pt x="2" y="11"/>
                </a:lnTo>
                <a:lnTo>
                  <a:pt x="2" y="12"/>
                </a:lnTo>
                <a:lnTo>
                  <a:pt x="1" y="11"/>
                </a:lnTo>
                <a:lnTo>
                  <a:pt x="1" y="12"/>
                </a:lnTo>
                <a:lnTo>
                  <a:pt x="0" y="12"/>
                </a:lnTo>
                <a:lnTo>
                  <a:pt x="0" y="11"/>
                </a:lnTo>
                <a:lnTo>
                  <a:pt x="0" y="10"/>
                </a:lnTo>
                <a:lnTo>
                  <a:pt x="0" y="11"/>
                </a:lnTo>
                <a:lnTo>
                  <a:pt x="1" y="11"/>
                </a:lnTo>
                <a:lnTo>
                  <a:pt x="1" y="10"/>
                </a:lnTo>
                <a:lnTo>
                  <a:pt x="2" y="10"/>
                </a:lnTo>
                <a:lnTo>
                  <a:pt x="2" y="9"/>
                </a:lnTo>
                <a:lnTo>
                  <a:pt x="1" y="9"/>
                </a:lnTo>
                <a:lnTo>
                  <a:pt x="2" y="9"/>
                </a:lnTo>
                <a:lnTo>
                  <a:pt x="2" y="8"/>
                </a:lnTo>
                <a:lnTo>
                  <a:pt x="3" y="7"/>
                </a:lnTo>
                <a:lnTo>
                  <a:pt x="4" y="6"/>
                </a:lnTo>
                <a:lnTo>
                  <a:pt x="4" y="5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3" y="1"/>
                </a:lnTo>
                <a:lnTo>
                  <a:pt x="4" y="1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8" y="2"/>
                </a:lnTo>
                <a:lnTo>
                  <a:pt x="8" y="1"/>
                </a:lnTo>
                <a:lnTo>
                  <a:pt x="9" y="0"/>
                </a:lnTo>
                <a:lnTo>
                  <a:pt x="9" y="1"/>
                </a:lnTo>
                <a:lnTo>
                  <a:pt x="10" y="1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4" name=""/>
          <p:cNvSpPr/>
          <p:nvPr/>
        </p:nvSpPr>
        <p:spPr>
          <a:xfrm>
            <a:off x="2044440" y="21963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5" name=""/>
          <p:cNvSpPr/>
          <p:nvPr/>
        </p:nvSpPr>
        <p:spPr>
          <a:xfrm>
            <a:off x="2050560" y="21963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4" y="0"/>
                </a:moveTo>
                <a:lnTo>
                  <a:pt x="5" y="0"/>
                </a:lnTo>
                <a:lnTo>
                  <a:pt x="5" y="2"/>
                </a:lnTo>
                <a:lnTo>
                  <a:pt x="4" y="4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6" name=""/>
          <p:cNvSpPr/>
          <p:nvPr/>
        </p:nvSpPr>
        <p:spPr>
          <a:xfrm>
            <a:off x="2017080" y="219312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2" y="2"/>
                </a:moveTo>
                <a:lnTo>
                  <a:pt x="2" y="3"/>
                </a:lnTo>
                <a:lnTo>
                  <a:pt x="2" y="5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7" name=""/>
          <p:cNvSpPr/>
          <p:nvPr/>
        </p:nvSpPr>
        <p:spPr>
          <a:xfrm>
            <a:off x="2016000" y="21931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0"/>
                </a:move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8" name=""/>
          <p:cNvSpPr/>
          <p:nvPr/>
        </p:nvSpPr>
        <p:spPr>
          <a:xfrm>
            <a:off x="1911960" y="218628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5" y="1"/>
                </a:moveTo>
                <a:lnTo>
                  <a:pt x="4" y="2"/>
                </a:lnTo>
                <a:lnTo>
                  <a:pt x="2" y="2"/>
                </a:ln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9" name=""/>
          <p:cNvSpPr/>
          <p:nvPr/>
        </p:nvSpPr>
        <p:spPr>
          <a:xfrm>
            <a:off x="2016720" y="2192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0" name=""/>
          <p:cNvSpPr/>
          <p:nvPr/>
        </p:nvSpPr>
        <p:spPr>
          <a:xfrm>
            <a:off x="2036880" y="21934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3"/>
                </a:moveTo>
                <a:lnTo>
                  <a:pt x="5" y="4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1" name=""/>
          <p:cNvSpPr/>
          <p:nvPr/>
        </p:nvSpPr>
        <p:spPr>
          <a:xfrm>
            <a:off x="2016720" y="2191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2" name=""/>
          <p:cNvSpPr/>
          <p:nvPr/>
        </p:nvSpPr>
        <p:spPr>
          <a:xfrm>
            <a:off x="2039760" y="2192760"/>
            <a:ext cx="5040" cy="5040"/>
          </a:xfrm>
          <a:custGeom>
            <a:avLst/>
            <a:gdLst/>
            <a:ahLst/>
            <a:rect l="0" t="0" r="r" b="b"/>
            <a:pathLst>
              <a:path fill="none" w="14" h="14">
                <a:moveTo>
                  <a:pt x="13" y="1"/>
                </a:moveTo>
                <a:lnTo>
                  <a:pt x="13" y="0"/>
                </a:lnTo>
                <a:lnTo>
                  <a:pt x="14" y="0"/>
                </a:lnTo>
                <a:lnTo>
                  <a:pt x="14" y="1"/>
                </a:lnTo>
                <a:lnTo>
                  <a:pt x="14" y="2"/>
                </a:lnTo>
                <a:lnTo>
                  <a:pt x="14" y="3"/>
                </a:lnTo>
                <a:lnTo>
                  <a:pt x="13" y="3"/>
                </a:lnTo>
                <a:lnTo>
                  <a:pt x="12" y="4"/>
                </a:lnTo>
                <a:lnTo>
                  <a:pt x="11" y="4"/>
                </a:lnTo>
                <a:lnTo>
                  <a:pt x="11" y="5"/>
                </a:lnTo>
                <a:lnTo>
                  <a:pt x="11" y="6"/>
                </a:lnTo>
                <a:lnTo>
                  <a:pt x="12" y="6"/>
                </a:lnTo>
                <a:lnTo>
                  <a:pt x="12" y="7"/>
                </a:lnTo>
                <a:lnTo>
                  <a:pt x="13" y="7"/>
                </a:lnTo>
                <a:lnTo>
                  <a:pt x="14" y="7"/>
                </a:lnTo>
                <a:lnTo>
                  <a:pt x="14" y="8"/>
                </a:lnTo>
                <a:lnTo>
                  <a:pt x="13" y="8"/>
                </a:lnTo>
                <a:lnTo>
                  <a:pt x="12" y="8"/>
                </a:lnTo>
                <a:lnTo>
                  <a:pt x="11" y="8"/>
                </a:lnTo>
                <a:lnTo>
                  <a:pt x="11" y="9"/>
                </a:lnTo>
                <a:lnTo>
                  <a:pt x="10" y="9"/>
                </a:lnTo>
                <a:lnTo>
                  <a:pt x="10" y="10"/>
                </a:lnTo>
                <a:lnTo>
                  <a:pt x="10" y="11"/>
                </a:lnTo>
                <a:lnTo>
                  <a:pt x="10" y="10"/>
                </a:lnTo>
                <a:lnTo>
                  <a:pt x="8" y="10"/>
                </a:lnTo>
                <a:lnTo>
                  <a:pt x="7" y="10"/>
                </a:lnTo>
                <a:lnTo>
                  <a:pt x="7" y="11"/>
                </a:lnTo>
                <a:lnTo>
                  <a:pt x="7" y="10"/>
                </a:lnTo>
                <a:lnTo>
                  <a:pt x="6" y="10"/>
                </a:lnTo>
                <a:lnTo>
                  <a:pt x="5" y="10"/>
                </a:lnTo>
                <a:lnTo>
                  <a:pt x="5" y="9"/>
                </a:lnTo>
                <a:lnTo>
                  <a:pt x="4" y="9"/>
                </a:lnTo>
                <a:lnTo>
                  <a:pt x="4" y="10"/>
                </a:lnTo>
                <a:lnTo>
                  <a:pt x="3" y="10"/>
                </a:lnTo>
                <a:lnTo>
                  <a:pt x="2" y="10"/>
                </a:lnTo>
                <a:lnTo>
                  <a:pt x="2" y="11"/>
                </a:lnTo>
                <a:lnTo>
                  <a:pt x="2" y="12"/>
                </a:lnTo>
                <a:lnTo>
                  <a:pt x="3" y="12"/>
                </a:lnTo>
                <a:lnTo>
                  <a:pt x="3" y="14"/>
                </a:lnTo>
                <a:lnTo>
                  <a:pt x="3" y="12"/>
                </a:lnTo>
                <a:lnTo>
                  <a:pt x="3" y="14"/>
                </a:lnTo>
                <a:lnTo>
                  <a:pt x="2" y="14"/>
                </a:lnTo>
                <a:lnTo>
                  <a:pt x="2" y="12"/>
                </a:lnTo>
                <a:lnTo>
                  <a:pt x="1" y="12"/>
                </a:lnTo>
                <a:lnTo>
                  <a:pt x="1" y="14"/>
                </a:lnTo>
                <a:lnTo>
                  <a:pt x="0" y="14"/>
                </a:lnTo>
                <a:lnTo>
                  <a:pt x="0" y="12"/>
                </a:lnTo>
                <a:lnTo>
                  <a:pt x="1" y="12"/>
                </a:lnTo>
                <a:lnTo>
                  <a:pt x="1" y="11"/>
                </a:lnTo>
                <a:lnTo>
                  <a:pt x="1" y="10"/>
                </a:lnTo>
                <a:lnTo>
                  <a:pt x="1" y="9"/>
                </a:lnTo>
                <a:lnTo>
                  <a:pt x="1" y="8"/>
                </a:lnTo>
                <a:lnTo>
                  <a:pt x="2" y="8"/>
                </a:lnTo>
                <a:lnTo>
                  <a:pt x="3" y="8"/>
                </a:lnTo>
                <a:lnTo>
                  <a:pt x="2" y="8"/>
                </a:lnTo>
                <a:lnTo>
                  <a:pt x="3" y="8"/>
                </a:lnTo>
                <a:lnTo>
                  <a:pt x="4" y="7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6" y="3"/>
                </a:lnTo>
                <a:lnTo>
                  <a:pt x="6" y="2"/>
                </a:lnTo>
                <a:lnTo>
                  <a:pt x="8" y="1"/>
                </a:lnTo>
                <a:lnTo>
                  <a:pt x="10" y="1"/>
                </a:lnTo>
                <a:lnTo>
                  <a:pt x="11" y="1"/>
                </a:lnTo>
                <a:lnTo>
                  <a:pt x="11" y="0"/>
                </a:lnTo>
                <a:lnTo>
                  <a:pt x="12" y="0"/>
                </a:lnTo>
                <a:lnTo>
                  <a:pt x="13" y="0"/>
                </a:lnTo>
                <a:lnTo>
                  <a:pt x="1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3" name=""/>
          <p:cNvSpPr/>
          <p:nvPr/>
        </p:nvSpPr>
        <p:spPr>
          <a:xfrm>
            <a:off x="2044800" y="21927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4" name=""/>
          <p:cNvSpPr/>
          <p:nvPr/>
        </p:nvSpPr>
        <p:spPr>
          <a:xfrm>
            <a:off x="2045880" y="2190240"/>
            <a:ext cx="5760" cy="8280"/>
          </a:xfrm>
          <a:custGeom>
            <a:avLst/>
            <a:gdLst/>
            <a:ahLst/>
            <a:rect l="0" t="0" r="r" b="b"/>
            <a:pathLst>
              <a:path fill="none" w="16" h="23">
                <a:moveTo>
                  <a:pt x="14" y="1"/>
                </a:moveTo>
                <a:lnTo>
                  <a:pt x="15" y="1"/>
                </a:lnTo>
                <a:lnTo>
                  <a:pt x="16" y="1"/>
                </a:lnTo>
                <a:lnTo>
                  <a:pt x="16" y="2"/>
                </a:lnTo>
                <a:lnTo>
                  <a:pt x="16" y="3"/>
                </a:lnTo>
                <a:lnTo>
                  <a:pt x="15" y="3"/>
                </a:lnTo>
                <a:lnTo>
                  <a:pt x="15" y="4"/>
                </a:lnTo>
                <a:lnTo>
                  <a:pt x="14" y="4"/>
                </a:lnTo>
                <a:lnTo>
                  <a:pt x="12" y="4"/>
                </a:lnTo>
                <a:lnTo>
                  <a:pt x="12" y="5"/>
                </a:lnTo>
                <a:lnTo>
                  <a:pt x="11" y="5"/>
                </a:lnTo>
                <a:lnTo>
                  <a:pt x="9" y="6"/>
                </a:lnTo>
                <a:lnTo>
                  <a:pt x="9" y="7"/>
                </a:lnTo>
                <a:lnTo>
                  <a:pt x="11" y="7"/>
                </a:lnTo>
                <a:lnTo>
                  <a:pt x="9" y="7"/>
                </a:lnTo>
                <a:lnTo>
                  <a:pt x="9" y="8"/>
                </a:lnTo>
                <a:lnTo>
                  <a:pt x="8" y="9"/>
                </a:lnTo>
                <a:lnTo>
                  <a:pt x="8" y="10"/>
                </a:lnTo>
                <a:lnTo>
                  <a:pt x="8" y="11"/>
                </a:lnTo>
                <a:lnTo>
                  <a:pt x="9" y="11"/>
                </a:lnTo>
                <a:lnTo>
                  <a:pt x="9" y="12"/>
                </a:lnTo>
                <a:lnTo>
                  <a:pt x="11" y="12"/>
                </a:lnTo>
                <a:lnTo>
                  <a:pt x="11" y="13"/>
                </a:lnTo>
                <a:lnTo>
                  <a:pt x="9" y="13"/>
                </a:lnTo>
                <a:lnTo>
                  <a:pt x="9" y="14"/>
                </a:lnTo>
                <a:lnTo>
                  <a:pt x="8" y="14"/>
                </a:lnTo>
                <a:lnTo>
                  <a:pt x="8" y="15"/>
                </a:lnTo>
                <a:lnTo>
                  <a:pt x="8" y="16"/>
                </a:lnTo>
                <a:lnTo>
                  <a:pt x="7" y="16"/>
                </a:lnTo>
                <a:lnTo>
                  <a:pt x="8" y="18"/>
                </a:lnTo>
                <a:lnTo>
                  <a:pt x="8" y="19"/>
                </a:lnTo>
                <a:lnTo>
                  <a:pt x="8" y="20"/>
                </a:lnTo>
                <a:lnTo>
                  <a:pt x="9" y="20"/>
                </a:lnTo>
                <a:lnTo>
                  <a:pt x="9" y="21"/>
                </a:lnTo>
                <a:lnTo>
                  <a:pt x="8" y="22"/>
                </a:lnTo>
                <a:lnTo>
                  <a:pt x="7" y="22"/>
                </a:lnTo>
                <a:lnTo>
                  <a:pt x="6" y="23"/>
                </a:lnTo>
                <a:lnTo>
                  <a:pt x="5" y="23"/>
                </a:lnTo>
                <a:lnTo>
                  <a:pt x="6" y="23"/>
                </a:lnTo>
                <a:lnTo>
                  <a:pt x="6" y="22"/>
                </a:lnTo>
                <a:lnTo>
                  <a:pt x="5" y="22"/>
                </a:lnTo>
                <a:lnTo>
                  <a:pt x="5" y="21"/>
                </a:lnTo>
                <a:lnTo>
                  <a:pt x="6" y="21"/>
                </a:lnTo>
                <a:lnTo>
                  <a:pt x="5" y="20"/>
                </a:lnTo>
                <a:lnTo>
                  <a:pt x="4" y="21"/>
                </a:lnTo>
                <a:lnTo>
                  <a:pt x="4" y="20"/>
                </a:lnTo>
                <a:lnTo>
                  <a:pt x="4" y="19"/>
                </a:lnTo>
                <a:lnTo>
                  <a:pt x="5" y="19"/>
                </a:lnTo>
                <a:lnTo>
                  <a:pt x="5" y="18"/>
                </a:lnTo>
                <a:lnTo>
                  <a:pt x="4" y="18"/>
                </a:lnTo>
                <a:lnTo>
                  <a:pt x="4" y="16"/>
                </a:lnTo>
                <a:lnTo>
                  <a:pt x="4" y="18"/>
                </a:lnTo>
                <a:lnTo>
                  <a:pt x="4" y="19"/>
                </a:lnTo>
                <a:lnTo>
                  <a:pt x="3" y="19"/>
                </a:lnTo>
                <a:lnTo>
                  <a:pt x="2" y="19"/>
                </a:lnTo>
                <a:lnTo>
                  <a:pt x="2" y="18"/>
                </a:lnTo>
                <a:lnTo>
                  <a:pt x="2" y="16"/>
                </a:lnTo>
                <a:lnTo>
                  <a:pt x="3" y="16"/>
                </a:lnTo>
                <a:lnTo>
                  <a:pt x="3" y="15"/>
                </a:lnTo>
                <a:lnTo>
                  <a:pt x="4" y="14"/>
                </a:lnTo>
                <a:lnTo>
                  <a:pt x="4" y="13"/>
                </a:lnTo>
                <a:lnTo>
                  <a:pt x="5" y="13"/>
                </a:lnTo>
                <a:lnTo>
                  <a:pt x="5" y="14"/>
                </a:lnTo>
                <a:lnTo>
                  <a:pt x="6" y="14"/>
                </a:lnTo>
                <a:lnTo>
                  <a:pt x="6" y="13"/>
                </a:lnTo>
                <a:lnTo>
                  <a:pt x="7" y="13"/>
                </a:lnTo>
                <a:lnTo>
                  <a:pt x="7" y="12"/>
                </a:lnTo>
                <a:lnTo>
                  <a:pt x="6" y="12"/>
                </a:lnTo>
                <a:lnTo>
                  <a:pt x="7" y="12"/>
                </a:lnTo>
                <a:lnTo>
                  <a:pt x="7" y="11"/>
                </a:lnTo>
                <a:lnTo>
                  <a:pt x="7" y="10"/>
                </a:lnTo>
                <a:lnTo>
                  <a:pt x="6" y="10"/>
                </a:lnTo>
                <a:lnTo>
                  <a:pt x="6" y="11"/>
                </a:lnTo>
                <a:lnTo>
                  <a:pt x="6" y="10"/>
                </a:lnTo>
                <a:lnTo>
                  <a:pt x="5" y="10"/>
                </a:lnTo>
                <a:lnTo>
                  <a:pt x="4" y="10"/>
                </a:lnTo>
                <a:lnTo>
                  <a:pt x="3" y="11"/>
                </a:lnTo>
                <a:lnTo>
                  <a:pt x="2" y="12"/>
                </a:lnTo>
                <a:lnTo>
                  <a:pt x="2" y="11"/>
                </a:lnTo>
                <a:lnTo>
                  <a:pt x="1" y="10"/>
                </a:lnTo>
                <a:lnTo>
                  <a:pt x="1" y="11"/>
                </a:ln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1" y="9"/>
                </a:lnTo>
                <a:lnTo>
                  <a:pt x="0" y="9"/>
                </a:lnTo>
                <a:lnTo>
                  <a:pt x="0" y="8"/>
                </a:lnTo>
                <a:lnTo>
                  <a:pt x="0" y="9"/>
                </a:lnTo>
                <a:lnTo>
                  <a:pt x="0" y="8"/>
                </a:lnTo>
                <a:lnTo>
                  <a:pt x="1" y="7"/>
                </a:lnTo>
                <a:lnTo>
                  <a:pt x="1" y="6"/>
                </a:lnTo>
                <a:lnTo>
                  <a:pt x="2" y="6"/>
                </a:lnTo>
                <a:lnTo>
                  <a:pt x="3" y="5"/>
                </a:lnTo>
                <a:lnTo>
                  <a:pt x="4" y="6"/>
                </a:lnTo>
                <a:lnTo>
                  <a:pt x="4" y="5"/>
                </a:lnTo>
                <a:lnTo>
                  <a:pt x="5" y="6"/>
                </a:lnTo>
                <a:lnTo>
                  <a:pt x="4" y="6"/>
                </a:lnTo>
                <a:lnTo>
                  <a:pt x="4" y="7"/>
                </a:lnTo>
                <a:lnTo>
                  <a:pt x="5" y="7"/>
                </a:lnTo>
                <a:lnTo>
                  <a:pt x="5" y="6"/>
                </a:lnTo>
                <a:lnTo>
                  <a:pt x="6" y="6"/>
                </a:lnTo>
                <a:lnTo>
                  <a:pt x="6" y="5"/>
                </a:lnTo>
                <a:lnTo>
                  <a:pt x="7" y="5"/>
                </a:lnTo>
                <a:lnTo>
                  <a:pt x="7" y="4"/>
                </a:lnTo>
                <a:lnTo>
                  <a:pt x="6" y="4"/>
                </a:lnTo>
                <a:lnTo>
                  <a:pt x="6" y="3"/>
                </a:lnTo>
                <a:lnTo>
                  <a:pt x="6" y="2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7" y="2"/>
                </a:lnTo>
                <a:lnTo>
                  <a:pt x="8" y="3"/>
                </a:lnTo>
                <a:lnTo>
                  <a:pt x="8" y="2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11" y="1"/>
                </a:lnTo>
                <a:lnTo>
                  <a:pt x="12" y="1"/>
                </a:lnTo>
                <a:lnTo>
                  <a:pt x="12" y="0"/>
                </a:lnTo>
                <a:lnTo>
                  <a:pt x="13" y="0"/>
                </a:lnTo>
                <a:lnTo>
                  <a:pt x="13" y="1"/>
                </a:lnTo>
                <a:lnTo>
                  <a:pt x="1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5" name=""/>
          <p:cNvSpPr/>
          <p:nvPr/>
        </p:nvSpPr>
        <p:spPr>
          <a:xfrm>
            <a:off x="2055600" y="218628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4" y="3"/>
                </a:moveTo>
                <a:lnTo>
                  <a:pt x="4" y="4"/>
                </a:lnTo>
                <a:lnTo>
                  <a:pt x="3" y="4"/>
                </a:lnTo>
                <a:lnTo>
                  <a:pt x="2" y="6"/>
                </a:lnTo>
                <a:lnTo>
                  <a:pt x="2" y="4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6" name=""/>
          <p:cNvSpPr/>
          <p:nvPr/>
        </p:nvSpPr>
        <p:spPr>
          <a:xfrm>
            <a:off x="2059560" y="218664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3" y="1"/>
                </a:moveTo>
                <a:lnTo>
                  <a:pt x="4" y="1"/>
                </a:lnTo>
                <a:lnTo>
                  <a:pt x="4" y="2"/>
                </a:lnTo>
                <a:lnTo>
                  <a:pt x="5" y="1"/>
                </a:lnTo>
                <a:lnTo>
                  <a:pt x="7" y="1"/>
                </a:lnTo>
                <a:lnTo>
                  <a:pt x="7" y="2"/>
                </a:ln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4" y="2"/>
                </a:lnTo>
                <a:lnTo>
                  <a:pt x="3" y="2"/>
                </a:lnTo>
                <a:lnTo>
                  <a:pt x="2" y="3"/>
                </a:lnTo>
                <a:lnTo>
                  <a:pt x="1" y="5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7" name=""/>
          <p:cNvSpPr/>
          <p:nvPr/>
        </p:nvSpPr>
        <p:spPr>
          <a:xfrm>
            <a:off x="2059200" y="21844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0" y="5"/>
                </a:move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2" y="1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3" y="3"/>
                </a:lnTo>
                <a:lnTo>
                  <a:pt x="2" y="4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0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8" name=""/>
          <p:cNvSpPr/>
          <p:nvPr/>
        </p:nvSpPr>
        <p:spPr>
          <a:xfrm>
            <a:off x="2088000" y="218664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2" y="3"/>
                </a:move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9" name=""/>
          <p:cNvSpPr/>
          <p:nvPr/>
        </p:nvSpPr>
        <p:spPr>
          <a:xfrm>
            <a:off x="2035080" y="2181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0" name=""/>
          <p:cNvSpPr/>
          <p:nvPr/>
        </p:nvSpPr>
        <p:spPr>
          <a:xfrm>
            <a:off x="2060640" y="21837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lnTo>
                  <a:pt x="1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1" name=""/>
          <p:cNvSpPr/>
          <p:nvPr/>
        </p:nvSpPr>
        <p:spPr>
          <a:xfrm>
            <a:off x="2088720" y="21855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4" y="0"/>
                </a:move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3" y="1"/>
                </a:lnTo>
                <a:lnTo>
                  <a:pt x="1" y="1"/>
                </a:lnTo>
                <a:lnTo>
                  <a:pt x="1" y="2"/>
                </a:lnTo>
                <a:lnTo>
                  <a:pt x="1" y="4"/>
                </a:lnTo>
                <a:lnTo>
                  <a:pt x="0" y="2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2" name=""/>
          <p:cNvSpPr/>
          <p:nvPr/>
        </p:nvSpPr>
        <p:spPr>
          <a:xfrm>
            <a:off x="2035800" y="21801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3" name=""/>
          <p:cNvSpPr/>
          <p:nvPr/>
        </p:nvSpPr>
        <p:spPr>
          <a:xfrm>
            <a:off x="2078280" y="21837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3" y="0"/>
                </a:moveTo>
                <a:lnTo>
                  <a:pt x="4" y="0"/>
                </a:lnTo>
                <a:lnTo>
                  <a:pt x="4" y="1"/>
                </a:lnTo>
                <a:lnTo>
                  <a:pt x="6" y="1"/>
                </a:lnTo>
                <a:lnTo>
                  <a:pt x="6" y="3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4" name=""/>
          <p:cNvSpPr/>
          <p:nvPr/>
        </p:nvSpPr>
        <p:spPr>
          <a:xfrm>
            <a:off x="2077200" y="21834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3"/>
                </a:moveTo>
                <a:lnTo>
                  <a:pt x="5" y="4"/>
                </a:lnTo>
                <a:lnTo>
                  <a:pt x="5" y="3"/>
                </a:lnTo>
                <a:lnTo>
                  <a:pt x="3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0" y="3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5" y="1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5" name=""/>
          <p:cNvSpPr/>
          <p:nvPr/>
        </p:nvSpPr>
        <p:spPr>
          <a:xfrm>
            <a:off x="2079360" y="2182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6" name=""/>
          <p:cNvSpPr/>
          <p:nvPr/>
        </p:nvSpPr>
        <p:spPr>
          <a:xfrm>
            <a:off x="2091960" y="21834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7" name=""/>
          <p:cNvSpPr/>
          <p:nvPr/>
        </p:nvSpPr>
        <p:spPr>
          <a:xfrm>
            <a:off x="2081520" y="2181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8" name=""/>
          <p:cNvSpPr/>
          <p:nvPr/>
        </p:nvSpPr>
        <p:spPr>
          <a:xfrm>
            <a:off x="2081880" y="21819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9" name=""/>
          <p:cNvSpPr/>
          <p:nvPr/>
        </p:nvSpPr>
        <p:spPr>
          <a:xfrm>
            <a:off x="2077920" y="21808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2"/>
                </a:moveTo>
                <a:lnTo>
                  <a:pt x="1" y="3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3" y="5"/>
                </a:lnTo>
                <a:lnTo>
                  <a:pt x="1" y="5"/>
                </a:lnTo>
                <a:lnTo>
                  <a:pt x="1" y="3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0" name=""/>
          <p:cNvSpPr/>
          <p:nvPr/>
        </p:nvSpPr>
        <p:spPr>
          <a:xfrm>
            <a:off x="2076840" y="21805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1" name=""/>
          <p:cNvSpPr/>
          <p:nvPr/>
        </p:nvSpPr>
        <p:spPr>
          <a:xfrm>
            <a:off x="2091600" y="21819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1"/>
                </a:moveTo>
                <a:lnTo>
                  <a:pt x="5" y="1"/>
                </a:lnTo>
                <a:lnTo>
                  <a:pt x="5" y="3"/>
                </a:lnTo>
                <a:lnTo>
                  <a:pt x="3" y="3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3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2" name=""/>
          <p:cNvSpPr/>
          <p:nvPr/>
        </p:nvSpPr>
        <p:spPr>
          <a:xfrm>
            <a:off x="2077920" y="21805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3" name=""/>
          <p:cNvSpPr/>
          <p:nvPr/>
        </p:nvSpPr>
        <p:spPr>
          <a:xfrm>
            <a:off x="2069640" y="21794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4" name=""/>
          <p:cNvSpPr/>
          <p:nvPr/>
        </p:nvSpPr>
        <p:spPr>
          <a:xfrm>
            <a:off x="2093400" y="218160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5" y="2"/>
                </a:moveTo>
                <a:lnTo>
                  <a:pt x="5" y="3"/>
                </a:lnTo>
                <a:lnTo>
                  <a:pt x="6" y="3"/>
                </a:lnTo>
                <a:lnTo>
                  <a:pt x="5" y="3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5" name=""/>
          <p:cNvSpPr/>
          <p:nvPr/>
        </p:nvSpPr>
        <p:spPr>
          <a:xfrm>
            <a:off x="2069280" y="2179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6" name=""/>
          <p:cNvSpPr/>
          <p:nvPr/>
        </p:nvSpPr>
        <p:spPr>
          <a:xfrm>
            <a:off x="2084760" y="2180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7" name=""/>
          <p:cNvSpPr/>
          <p:nvPr/>
        </p:nvSpPr>
        <p:spPr>
          <a:xfrm>
            <a:off x="2071080" y="21794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8" name=""/>
          <p:cNvSpPr/>
          <p:nvPr/>
        </p:nvSpPr>
        <p:spPr>
          <a:xfrm>
            <a:off x="2088000" y="2180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9" name=""/>
          <p:cNvSpPr/>
          <p:nvPr/>
        </p:nvSpPr>
        <p:spPr>
          <a:xfrm>
            <a:off x="2085120" y="21801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0" name=""/>
          <p:cNvSpPr/>
          <p:nvPr/>
        </p:nvSpPr>
        <p:spPr>
          <a:xfrm>
            <a:off x="2088360" y="21805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1" name=""/>
          <p:cNvSpPr/>
          <p:nvPr/>
        </p:nvSpPr>
        <p:spPr>
          <a:xfrm>
            <a:off x="2087640" y="21801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1"/>
                </a:move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2" name=""/>
          <p:cNvSpPr/>
          <p:nvPr/>
        </p:nvSpPr>
        <p:spPr>
          <a:xfrm>
            <a:off x="2086920" y="2179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3" name=""/>
          <p:cNvSpPr/>
          <p:nvPr/>
        </p:nvSpPr>
        <p:spPr>
          <a:xfrm>
            <a:off x="2077920" y="2178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4" name=""/>
          <p:cNvSpPr/>
          <p:nvPr/>
        </p:nvSpPr>
        <p:spPr>
          <a:xfrm>
            <a:off x="2094840" y="2179800"/>
            <a:ext cx="3600" cy="2160"/>
          </a:xfrm>
          <a:custGeom>
            <a:avLst/>
            <a:gdLst/>
            <a:ahLst/>
            <a:rect l="0" t="0" r="r" b="b"/>
            <a:pathLst>
              <a:path fill="none" w="10" h="6">
                <a:moveTo>
                  <a:pt x="10" y="0"/>
                </a:moveTo>
                <a:lnTo>
                  <a:pt x="10" y="1"/>
                </a:lnTo>
                <a:lnTo>
                  <a:pt x="8" y="1"/>
                </a:lnTo>
                <a:lnTo>
                  <a:pt x="8" y="2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1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3" y="4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5" y="1"/>
                </a:lnTo>
                <a:lnTo>
                  <a:pt x="8" y="1"/>
                </a:lnTo>
                <a:lnTo>
                  <a:pt x="8" y="0"/>
                </a:lnTo>
                <a:lnTo>
                  <a:pt x="1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5" name=""/>
          <p:cNvSpPr/>
          <p:nvPr/>
        </p:nvSpPr>
        <p:spPr>
          <a:xfrm>
            <a:off x="2088720" y="217800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2" y="0"/>
                </a:moveTo>
                <a:lnTo>
                  <a:pt x="3" y="2"/>
                </a:lnTo>
                <a:lnTo>
                  <a:pt x="3" y="3"/>
                </a:lnTo>
                <a:lnTo>
                  <a:pt x="3" y="5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6" name=""/>
          <p:cNvSpPr/>
          <p:nvPr/>
        </p:nvSpPr>
        <p:spPr>
          <a:xfrm>
            <a:off x="2084040" y="21776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7" name=""/>
          <p:cNvSpPr/>
          <p:nvPr/>
        </p:nvSpPr>
        <p:spPr>
          <a:xfrm>
            <a:off x="2078280" y="2176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8" name=""/>
          <p:cNvSpPr/>
          <p:nvPr/>
        </p:nvSpPr>
        <p:spPr>
          <a:xfrm>
            <a:off x="2072880" y="217620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4" y="0"/>
                </a:moveTo>
                <a:lnTo>
                  <a:pt x="6" y="2"/>
                </a:lnTo>
                <a:lnTo>
                  <a:pt x="6" y="4"/>
                </a:lnTo>
                <a:lnTo>
                  <a:pt x="6" y="2"/>
                </a:lnTo>
                <a:lnTo>
                  <a:pt x="4" y="1"/>
                </a:lnTo>
                <a:lnTo>
                  <a:pt x="3" y="2"/>
                </a:lnTo>
                <a:lnTo>
                  <a:pt x="4" y="4"/>
                </a:lnTo>
                <a:lnTo>
                  <a:pt x="6" y="4"/>
                </a:lnTo>
                <a:lnTo>
                  <a:pt x="6" y="5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1" y="5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9" name=""/>
          <p:cNvSpPr/>
          <p:nvPr/>
        </p:nvSpPr>
        <p:spPr>
          <a:xfrm>
            <a:off x="2081880" y="21765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0" name=""/>
          <p:cNvSpPr/>
          <p:nvPr/>
        </p:nvSpPr>
        <p:spPr>
          <a:xfrm>
            <a:off x="2081160" y="21758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1" name=""/>
          <p:cNvSpPr/>
          <p:nvPr/>
        </p:nvSpPr>
        <p:spPr>
          <a:xfrm>
            <a:off x="2073600" y="21747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2" name=""/>
          <p:cNvSpPr/>
          <p:nvPr/>
        </p:nvSpPr>
        <p:spPr>
          <a:xfrm>
            <a:off x="2084400" y="2175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3" name=""/>
          <p:cNvSpPr/>
          <p:nvPr/>
        </p:nvSpPr>
        <p:spPr>
          <a:xfrm>
            <a:off x="2073960" y="21744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4" name=""/>
          <p:cNvSpPr/>
          <p:nvPr/>
        </p:nvSpPr>
        <p:spPr>
          <a:xfrm>
            <a:off x="2084760" y="21751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5" name=""/>
          <p:cNvSpPr/>
          <p:nvPr/>
        </p:nvSpPr>
        <p:spPr>
          <a:xfrm>
            <a:off x="2087280" y="21747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6" name=""/>
          <p:cNvSpPr/>
          <p:nvPr/>
        </p:nvSpPr>
        <p:spPr>
          <a:xfrm>
            <a:off x="2095920" y="21754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0"/>
                </a:move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7" name=""/>
          <p:cNvSpPr/>
          <p:nvPr/>
        </p:nvSpPr>
        <p:spPr>
          <a:xfrm>
            <a:off x="2095560" y="21751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8" name=""/>
          <p:cNvSpPr/>
          <p:nvPr/>
        </p:nvSpPr>
        <p:spPr>
          <a:xfrm>
            <a:off x="2097000" y="2175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9" name=""/>
          <p:cNvSpPr/>
          <p:nvPr/>
        </p:nvSpPr>
        <p:spPr>
          <a:xfrm>
            <a:off x="2074680" y="21729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0" name=""/>
          <p:cNvSpPr/>
          <p:nvPr/>
        </p:nvSpPr>
        <p:spPr>
          <a:xfrm>
            <a:off x="2088360" y="21740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3"/>
                </a:move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1" y="1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1" name=""/>
          <p:cNvSpPr/>
          <p:nvPr/>
        </p:nvSpPr>
        <p:spPr>
          <a:xfrm>
            <a:off x="2091240" y="2173320"/>
            <a:ext cx="2160" cy="2880"/>
          </a:xfrm>
          <a:custGeom>
            <a:avLst/>
            <a:gdLst/>
            <a:ahLst/>
            <a:rect l="0" t="0" r="r" b="b"/>
            <a:pathLst>
              <a:path fill="none" w="6" h="8">
                <a:moveTo>
                  <a:pt x="1" y="1"/>
                </a:moveTo>
                <a:lnTo>
                  <a:pt x="2" y="1"/>
                </a:lnTo>
                <a:lnTo>
                  <a:pt x="2" y="3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3" y="5"/>
                </a:lnTo>
                <a:lnTo>
                  <a:pt x="3" y="4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3" y="5"/>
                </a:lnTo>
                <a:lnTo>
                  <a:pt x="3" y="6"/>
                </a:lnTo>
                <a:lnTo>
                  <a:pt x="5" y="7"/>
                </a:lnTo>
                <a:lnTo>
                  <a:pt x="3" y="7"/>
                </a:lnTo>
                <a:lnTo>
                  <a:pt x="3" y="6"/>
                </a:lnTo>
                <a:lnTo>
                  <a:pt x="3" y="7"/>
                </a:lnTo>
                <a:lnTo>
                  <a:pt x="3" y="8"/>
                </a:lnTo>
                <a:lnTo>
                  <a:pt x="3" y="7"/>
                </a:lnTo>
                <a:lnTo>
                  <a:pt x="2" y="7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2" name=""/>
          <p:cNvSpPr/>
          <p:nvPr/>
        </p:nvSpPr>
        <p:spPr>
          <a:xfrm>
            <a:off x="2074320" y="2171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3" name=""/>
          <p:cNvSpPr/>
          <p:nvPr/>
        </p:nvSpPr>
        <p:spPr>
          <a:xfrm>
            <a:off x="2092320" y="21733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4" name=""/>
          <p:cNvSpPr/>
          <p:nvPr/>
        </p:nvSpPr>
        <p:spPr>
          <a:xfrm>
            <a:off x="2088720" y="21726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5" name=""/>
          <p:cNvSpPr/>
          <p:nvPr/>
        </p:nvSpPr>
        <p:spPr>
          <a:xfrm>
            <a:off x="2089440" y="21726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6" name=""/>
          <p:cNvSpPr/>
          <p:nvPr/>
        </p:nvSpPr>
        <p:spPr>
          <a:xfrm>
            <a:off x="2097000" y="21726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7" name=""/>
          <p:cNvSpPr/>
          <p:nvPr/>
        </p:nvSpPr>
        <p:spPr>
          <a:xfrm>
            <a:off x="2089080" y="21715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8" name=""/>
          <p:cNvSpPr/>
          <p:nvPr/>
        </p:nvSpPr>
        <p:spPr>
          <a:xfrm>
            <a:off x="2091600" y="2171520"/>
            <a:ext cx="5040" cy="3960"/>
          </a:xfrm>
          <a:custGeom>
            <a:avLst/>
            <a:gdLst/>
            <a:ahLst/>
            <a:rect l="0" t="0" r="r" b="b"/>
            <a:pathLst>
              <a:path fill="none" w="14" h="11">
                <a:moveTo>
                  <a:pt x="11" y="1"/>
                </a:moveTo>
                <a:lnTo>
                  <a:pt x="12" y="1"/>
                </a:lnTo>
                <a:lnTo>
                  <a:pt x="12" y="2"/>
                </a:lnTo>
                <a:lnTo>
                  <a:pt x="13" y="2"/>
                </a:lnTo>
                <a:lnTo>
                  <a:pt x="12" y="2"/>
                </a:lnTo>
                <a:lnTo>
                  <a:pt x="13" y="2"/>
                </a:lnTo>
                <a:lnTo>
                  <a:pt x="14" y="4"/>
                </a:lnTo>
                <a:lnTo>
                  <a:pt x="14" y="5"/>
                </a:lnTo>
                <a:lnTo>
                  <a:pt x="13" y="5"/>
                </a:lnTo>
                <a:lnTo>
                  <a:pt x="13" y="6"/>
                </a:lnTo>
                <a:lnTo>
                  <a:pt x="13" y="5"/>
                </a:lnTo>
                <a:lnTo>
                  <a:pt x="13" y="6"/>
                </a:lnTo>
                <a:lnTo>
                  <a:pt x="13" y="7"/>
                </a:lnTo>
                <a:lnTo>
                  <a:pt x="13" y="8"/>
                </a:lnTo>
                <a:lnTo>
                  <a:pt x="14" y="8"/>
                </a:lnTo>
                <a:lnTo>
                  <a:pt x="14" y="9"/>
                </a:lnTo>
                <a:lnTo>
                  <a:pt x="13" y="9"/>
                </a:lnTo>
                <a:lnTo>
                  <a:pt x="14" y="9"/>
                </a:lnTo>
                <a:lnTo>
                  <a:pt x="14" y="10"/>
                </a:lnTo>
                <a:lnTo>
                  <a:pt x="14" y="9"/>
                </a:lnTo>
                <a:lnTo>
                  <a:pt x="13" y="9"/>
                </a:lnTo>
                <a:lnTo>
                  <a:pt x="13" y="10"/>
                </a:lnTo>
                <a:lnTo>
                  <a:pt x="12" y="9"/>
                </a:lnTo>
                <a:lnTo>
                  <a:pt x="12" y="8"/>
                </a:lnTo>
                <a:lnTo>
                  <a:pt x="12" y="7"/>
                </a:lnTo>
                <a:lnTo>
                  <a:pt x="12" y="6"/>
                </a:lnTo>
                <a:lnTo>
                  <a:pt x="11" y="6"/>
                </a:lnTo>
                <a:lnTo>
                  <a:pt x="11" y="7"/>
                </a:lnTo>
                <a:lnTo>
                  <a:pt x="10" y="7"/>
                </a:lnTo>
                <a:lnTo>
                  <a:pt x="10" y="8"/>
                </a:lnTo>
                <a:lnTo>
                  <a:pt x="10" y="9"/>
                </a:lnTo>
                <a:lnTo>
                  <a:pt x="11" y="9"/>
                </a:lnTo>
                <a:lnTo>
                  <a:pt x="10" y="9"/>
                </a:lnTo>
                <a:lnTo>
                  <a:pt x="10" y="10"/>
                </a:lnTo>
                <a:lnTo>
                  <a:pt x="11" y="10"/>
                </a:lnTo>
                <a:lnTo>
                  <a:pt x="11" y="11"/>
                </a:lnTo>
                <a:lnTo>
                  <a:pt x="10" y="11"/>
                </a:lnTo>
                <a:lnTo>
                  <a:pt x="10" y="10"/>
                </a:lnTo>
                <a:lnTo>
                  <a:pt x="10" y="9"/>
                </a:lnTo>
                <a:lnTo>
                  <a:pt x="10" y="8"/>
                </a:lnTo>
                <a:lnTo>
                  <a:pt x="9" y="9"/>
                </a:lnTo>
                <a:lnTo>
                  <a:pt x="7" y="9"/>
                </a:lnTo>
                <a:lnTo>
                  <a:pt x="9" y="9"/>
                </a:lnTo>
                <a:lnTo>
                  <a:pt x="9" y="8"/>
                </a:lnTo>
                <a:lnTo>
                  <a:pt x="7" y="8"/>
                </a:lnTo>
                <a:lnTo>
                  <a:pt x="7" y="7"/>
                </a:lnTo>
                <a:lnTo>
                  <a:pt x="7" y="6"/>
                </a:lnTo>
                <a:lnTo>
                  <a:pt x="7" y="7"/>
                </a:lnTo>
                <a:lnTo>
                  <a:pt x="6" y="6"/>
                </a:lnTo>
                <a:lnTo>
                  <a:pt x="5" y="6"/>
                </a:lnTo>
                <a:lnTo>
                  <a:pt x="5" y="7"/>
                </a:lnTo>
                <a:lnTo>
                  <a:pt x="4" y="6"/>
                </a:lnTo>
                <a:lnTo>
                  <a:pt x="4" y="5"/>
                </a:lnTo>
                <a:lnTo>
                  <a:pt x="2" y="5"/>
                </a:lnTo>
                <a:lnTo>
                  <a:pt x="1" y="5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9" name=""/>
          <p:cNvSpPr/>
          <p:nvPr/>
        </p:nvSpPr>
        <p:spPr>
          <a:xfrm>
            <a:off x="2084400" y="217044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6" y="0"/>
                </a:move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6" y="1"/>
                </a:lnTo>
                <a:lnTo>
                  <a:pt x="5" y="1"/>
                </a:lnTo>
                <a:lnTo>
                  <a:pt x="5" y="2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5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0" name=""/>
          <p:cNvSpPr/>
          <p:nvPr/>
        </p:nvSpPr>
        <p:spPr>
          <a:xfrm>
            <a:off x="2082600" y="2169360"/>
            <a:ext cx="7920" cy="6120"/>
          </a:xfrm>
          <a:custGeom>
            <a:avLst/>
            <a:gdLst/>
            <a:ahLst/>
            <a:rect l="0" t="0" r="r" b="b"/>
            <a:pathLst>
              <a:path fill="none" w="22" h="17">
                <a:moveTo>
                  <a:pt x="20" y="0"/>
                </a:moveTo>
                <a:lnTo>
                  <a:pt x="22" y="1"/>
                </a:lnTo>
                <a:lnTo>
                  <a:pt x="20" y="2"/>
                </a:lnTo>
                <a:lnTo>
                  <a:pt x="20" y="3"/>
                </a:lnTo>
                <a:lnTo>
                  <a:pt x="20" y="4"/>
                </a:lnTo>
                <a:lnTo>
                  <a:pt x="19" y="4"/>
                </a:lnTo>
                <a:lnTo>
                  <a:pt x="18" y="4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7" y="6"/>
                </a:lnTo>
                <a:lnTo>
                  <a:pt x="17" y="7"/>
                </a:lnTo>
                <a:lnTo>
                  <a:pt x="18" y="7"/>
                </a:lnTo>
                <a:lnTo>
                  <a:pt x="18" y="8"/>
                </a:lnTo>
                <a:lnTo>
                  <a:pt x="17" y="8"/>
                </a:lnTo>
                <a:lnTo>
                  <a:pt x="17" y="9"/>
                </a:lnTo>
                <a:lnTo>
                  <a:pt x="17" y="8"/>
                </a:lnTo>
                <a:lnTo>
                  <a:pt x="16" y="8"/>
                </a:lnTo>
                <a:lnTo>
                  <a:pt x="15" y="8"/>
                </a:lnTo>
                <a:lnTo>
                  <a:pt x="15" y="9"/>
                </a:lnTo>
                <a:lnTo>
                  <a:pt x="15" y="8"/>
                </a:lnTo>
                <a:lnTo>
                  <a:pt x="16" y="8"/>
                </a:lnTo>
                <a:lnTo>
                  <a:pt x="16" y="9"/>
                </a:lnTo>
                <a:lnTo>
                  <a:pt x="17" y="10"/>
                </a:lnTo>
                <a:lnTo>
                  <a:pt x="16" y="10"/>
                </a:lnTo>
                <a:lnTo>
                  <a:pt x="16" y="11"/>
                </a:lnTo>
                <a:lnTo>
                  <a:pt x="15" y="11"/>
                </a:lnTo>
                <a:lnTo>
                  <a:pt x="16" y="11"/>
                </a:lnTo>
                <a:lnTo>
                  <a:pt x="16" y="13"/>
                </a:lnTo>
                <a:lnTo>
                  <a:pt x="17" y="13"/>
                </a:lnTo>
                <a:lnTo>
                  <a:pt x="17" y="14"/>
                </a:lnTo>
                <a:lnTo>
                  <a:pt x="16" y="14"/>
                </a:lnTo>
                <a:lnTo>
                  <a:pt x="16" y="15"/>
                </a:lnTo>
                <a:lnTo>
                  <a:pt x="16" y="14"/>
                </a:lnTo>
                <a:lnTo>
                  <a:pt x="15" y="14"/>
                </a:lnTo>
                <a:lnTo>
                  <a:pt x="15" y="15"/>
                </a:lnTo>
                <a:lnTo>
                  <a:pt x="14" y="15"/>
                </a:lnTo>
                <a:lnTo>
                  <a:pt x="14" y="14"/>
                </a:lnTo>
                <a:lnTo>
                  <a:pt x="14" y="13"/>
                </a:lnTo>
                <a:lnTo>
                  <a:pt x="14" y="11"/>
                </a:lnTo>
                <a:lnTo>
                  <a:pt x="13" y="11"/>
                </a:lnTo>
                <a:lnTo>
                  <a:pt x="12" y="13"/>
                </a:lnTo>
                <a:lnTo>
                  <a:pt x="11" y="13"/>
                </a:lnTo>
                <a:lnTo>
                  <a:pt x="10" y="13"/>
                </a:lnTo>
                <a:lnTo>
                  <a:pt x="10" y="14"/>
                </a:lnTo>
                <a:lnTo>
                  <a:pt x="9" y="14"/>
                </a:lnTo>
                <a:lnTo>
                  <a:pt x="8" y="14"/>
                </a:lnTo>
                <a:lnTo>
                  <a:pt x="9" y="15"/>
                </a:lnTo>
                <a:lnTo>
                  <a:pt x="9" y="14"/>
                </a:lnTo>
                <a:lnTo>
                  <a:pt x="9" y="15"/>
                </a:lnTo>
                <a:lnTo>
                  <a:pt x="8" y="16"/>
                </a:lnTo>
                <a:lnTo>
                  <a:pt x="8" y="15"/>
                </a:lnTo>
                <a:lnTo>
                  <a:pt x="8" y="16"/>
                </a:lnTo>
                <a:lnTo>
                  <a:pt x="7" y="16"/>
                </a:lnTo>
                <a:lnTo>
                  <a:pt x="7" y="15"/>
                </a:lnTo>
                <a:lnTo>
                  <a:pt x="6" y="15"/>
                </a:lnTo>
                <a:lnTo>
                  <a:pt x="6" y="14"/>
                </a:lnTo>
                <a:lnTo>
                  <a:pt x="5" y="14"/>
                </a:lnTo>
                <a:lnTo>
                  <a:pt x="5" y="15"/>
                </a:lnTo>
                <a:lnTo>
                  <a:pt x="4" y="15"/>
                </a:lnTo>
                <a:lnTo>
                  <a:pt x="4" y="16"/>
                </a:lnTo>
                <a:lnTo>
                  <a:pt x="3" y="16"/>
                </a:lnTo>
                <a:lnTo>
                  <a:pt x="2" y="16"/>
                </a:lnTo>
                <a:lnTo>
                  <a:pt x="2" y="17"/>
                </a:lnTo>
                <a:lnTo>
                  <a:pt x="2" y="16"/>
                </a:lnTo>
                <a:lnTo>
                  <a:pt x="0" y="16"/>
                </a:lnTo>
                <a:lnTo>
                  <a:pt x="0" y="15"/>
                </a:lnTo>
                <a:lnTo>
                  <a:pt x="0" y="14"/>
                </a:lnTo>
                <a:lnTo>
                  <a:pt x="0" y="13"/>
                </a:lnTo>
                <a:lnTo>
                  <a:pt x="2" y="13"/>
                </a:lnTo>
                <a:lnTo>
                  <a:pt x="2" y="11"/>
                </a:lnTo>
                <a:lnTo>
                  <a:pt x="3" y="11"/>
                </a:lnTo>
                <a:lnTo>
                  <a:pt x="3" y="10"/>
                </a:lnTo>
                <a:lnTo>
                  <a:pt x="2" y="10"/>
                </a:lnTo>
                <a:lnTo>
                  <a:pt x="2" y="9"/>
                </a:lnTo>
                <a:lnTo>
                  <a:pt x="3" y="9"/>
                </a:lnTo>
                <a:lnTo>
                  <a:pt x="4" y="9"/>
                </a:lnTo>
                <a:lnTo>
                  <a:pt x="4" y="8"/>
                </a:lnTo>
                <a:lnTo>
                  <a:pt x="5" y="8"/>
                </a:lnTo>
                <a:lnTo>
                  <a:pt x="5" y="7"/>
                </a:lnTo>
                <a:lnTo>
                  <a:pt x="6" y="7"/>
                </a:lnTo>
                <a:lnTo>
                  <a:pt x="6" y="6"/>
                </a:lnTo>
                <a:lnTo>
                  <a:pt x="7" y="6"/>
                </a:lnTo>
                <a:lnTo>
                  <a:pt x="8" y="6"/>
                </a:lnTo>
                <a:lnTo>
                  <a:pt x="9" y="6"/>
                </a:lnTo>
                <a:lnTo>
                  <a:pt x="9" y="7"/>
                </a:lnTo>
                <a:lnTo>
                  <a:pt x="10" y="6"/>
                </a:lnTo>
                <a:lnTo>
                  <a:pt x="11" y="5"/>
                </a:lnTo>
                <a:lnTo>
                  <a:pt x="12" y="5"/>
                </a:lnTo>
                <a:lnTo>
                  <a:pt x="13" y="5"/>
                </a:lnTo>
                <a:lnTo>
                  <a:pt x="14" y="4"/>
                </a:lnTo>
                <a:lnTo>
                  <a:pt x="15" y="4"/>
                </a:lnTo>
                <a:lnTo>
                  <a:pt x="15" y="3"/>
                </a:lnTo>
                <a:lnTo>
                  <a:pt x="16" y="3"/>
                </a:lnTo>
                <a:lnTo>
                  <a:pt x="17" y="2"/>
                </a:lnTo>
                <a:lnTo>
                  <a:pt x="18" y="2"/>
                </a:lnTo>
                <a:lnTo>
                  <a:pt x="17" y="2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2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520" rIns="360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1" name=""/>
          <p:cNvSpPr/>
          <p:nvPr/>
        </p:nvSpPr>
        <p:spPr>
          <a:xfrm>
            <a:off x="2099520" y="2170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2" name=""/>
          <p:cNvSpPr/>
          <p:nvPr/>
        </p:nvSpPr>
        <p:spPr>
          <a:xfrm>
            <a:off x="2097360" y="2170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3" name=""/>
          <p:cNvSpPr/>
          <p:nvPr/>
        </p:nvSpPr>
        <p:spPr>
          <a:xfrm>
            <a:off x="2099160" y="21700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1"/>
                </a:move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4" name=""/>
          <p:cNvSpPr/>
          <p:nvPr/>
        </p:nvSpPr>
        <p:spPr>
          <a:xfrm>
            <a:off x="2089440" y="2169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5" name=""/>
          <p:cNvSpPr/>
          <p:nvPr/>
        </p:nvSpPr>
        <p:spPr>
          <a:xfrm>
            <a:off x="2098080" y="21697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6" name=""/>
          <p:cNvSpPr/>
          <p:nvPr/>
        </p:nvSpPr>
        <p:spPr>
          <a:xfrm>
            <a:off x="2099520" y="2169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7" name=""/>
          <p:cNvSpPr/>
          <p:nvPr/>
        </p:nvSpPr>
        <p:spPr>
          <a:xfrm>
            <a:off x="2090520" y="2169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8" name=""/>
          <p:cNvSpPr/>
          <p:nvPr/>
        </p:nvSpPr>
        <p:spPr>
          <a:xfrm>
            <a:off x="2084040" y="2168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9" name=""/>
          <p:cNvSpPr/>
          <p:nvPr/>
        </p:nvSpPr>
        <p:spPr>
          <a:xfrm>
            <a:off x="2097000" y="216828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0" name=""/>
          <p:cNvSpPr/>
          <p:nvPr/>
        </p:nvSpPr>
        <p:spPr>
          <a:xfrm>
            <a:off x="2098080" y="2168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1" name=""/>
          <p:cNvSpPr/>
          <p:nvPr/>
        </p:nvSpPr>
        <p:spPr>
          <a:xfrm>
            <a:off x="2097720" y="216828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1" y="1"/>
                </a:moveTo>
                <a:lnTo>
                  <a:pt x="1" y="2"/>
                </a:lnTo>
                <a:lnTo>
                  <a:pt x="3" y="2"/>
                </a:lnTo>
                <a:lnTo>
                  <a:pt x="3" y="4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2" name=""/>
          <p:cNvSpPr/>
          <p:nvPr/>
        </p:nvSpPr>
        <p:spPr>
          <a:xfrm>
            <a:off x="2080800" y="21664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1" y="2"/>
                </a:move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3"/>
                </a:lnTo>
                <a:lnTo>
                  <a:pt x="4" y="5"/>
                </a:lnTo>
                <a:lnTo>
                  <a:pt x="2" y="5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3" name=""/>
          <p:cNvSpPr/>
          <p:nvPr/>
        </p:nvSpPr>
        <p:spPr>
          <a:xfrm>
            <a:off x="2075040" y="216612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5" y="0"/>
                </a:moveTo>
                <a:lnTo>
                  <a:pt x="6" y="0"/>
                </a:lnTo>
                <a:lnTo>
                  <a:pt x="6" y="2"/>
                </a:ln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1" y="6"/>
                </a:lnTo>
                <a:lnTo>
                  <a:pt x="0" y="4"/>
                </a:lnTo>
                <a:lnTo>
                  <a:pt x="1" y="2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4" name=""/>
          <p:cNvSpPr/>
          <p:nvPr/>
        </p:nvSpPr>
        <p:spPr>
          <a:xfrm>
            <a:off x="2082600" y="21636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5" name=""/>
          <p:cNvSpPr/>
          <p:nvPr/>
        </p:nvSpPr>
        <p:spPr>
          <a:xfrm>
            <a:off x="2108520" y="21657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6" name=""/>
          <p:cNvSpPr/>
          <p:nvPr/>
        </p:nvSpPr>
        <p:spPr>
          <a:xfrm>
            <a:off x="2082600" y="21632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7" name=""/>
          <p:cNvSpPr/>
          <p:nvPr/>
        </p:nvSpPr>
        <p:spPr>
          <a:xfrm>
            <a:off x="2099160" y="21643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4" y="2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8" name=""/>
          <p:cNvSpPr/>
          <p:nvPr/>
        </p:nvSpPr>
        <p:spPr>
          <a:xfrm>
            <a:off x="2107800" y="21646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2" y="1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9" name=""/>
          <p:cNvSpPr/>
          <p:nvPr/>
        </p:nvSpPr>
        <p:spPr>
          <a:xfrm>
            <a:off x="2099520" y="21636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0" name=""/>
          <p:cNvSpPr/>
          <p:nvPr/>
        </p:nvSpPr>
        <p:spPr>
          <a:xfrm>
            <a:off x="2097360" y="216288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3"/>
                </a:move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1" name=""/>
          <p:cNvSpPr/>
          <p:nvPr/>
        </p:nvSpPr>
        <p:spPr>
          <a:xfrm>
            <a:off x="2075760" y="21603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1"/>
                </a:move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1"/>
                </a:lnTo>
                <a:lnTo>
                  <a:pt x="3" y="0"/>
                </a:lnTo>
                <a:lnTo>
                  <a:pt x="5" y="1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2" name=""/>
          <p:cNvSpPr/>
          <p:nvPr/>
        </p:nvSpPr>
        <p:spPr>
          <a:xfrm>
            <a:off x="2097720" y="21625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3" name=""/>
          <p:cNvSpPr/>
          <p:nvPr/>
        </p:nvSpPr>
        <p:spPr>
          <a:xfrm>
            <a:off x="2097000" y="21618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1" y="0"/>
                </a:move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1" y="1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4" name=""/>
          <p:cNvSpPr/>
          <p:nvPr/>
        </p:nvSpPr>
        <p:spPr>
          <a:xfrm>
            <a:off x="2101680" y="21618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5" name=""/>
          <p:cNvSpPr/>
          <p:nvPr/>
        </p:nvSpPr>
        <p:spPr>
          <a:xfrm>
            <a:off x="2115000" y="21632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6" name=""/>
          <p:cNvSpPr/>
          <p:nvPr/>
        </p:nvSpPr>
        <p:spPr>
          <a:xfrm>
            <a:off x="2108520" y="21603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1"/>
                </a:moveTo>
                <a:lnTo>
                  <a:pt x="2" y="1"/>
                </a:lnTo>
                <a:lnTo>
                  <a:pt x="2" y="3"/>
                </a:ln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7" name=""/>
          <p:cNvSpPr/>
          <p:nvPr/>
        </p:nvSpPr>
        <p:spPr>
          <a:xfrm>
            <a:off x="2111040" y="2160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8" name=""/>
          <p:cNvSpPr/>
          <p:nvPr/>
        </p:nvSpPr>
        <p:spPr>
          <a:xfrm>
            <a:off x="2074320" y="2155320"/>
            <a:ext cx="3960" cy="6120"/>
          </a:xfrm>
          <a:custGeom>
            <a:avLst/>
            <a:gdLst/>
            <a:ahLst/>
            <a:rect l="0" t="0" r="r" b="b"/>
            <a:pathLst>
              <a:path fill="none" w="11" h="17">
                <a:moveTo>
                  <a:pt x="6" y="1"/>
                </a:move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lnTo>
                  <a:pt x="6" y="3"/>
                </a:lnTo>
                <a:lnTo>
                  <a:pt x="7" y="3"/>
                </a:lnTo>
                <a:lnTo>
                  <a:pt x="8" y="4"/>
                </a:lnTo>
                <a:lnTo>
                  <a:pt x="8" y="5"/>
                </a:lnTo>
                <a:lnTo>
                  <a:pt x="9" y="7"/>
                </a:lnTo>
                <a:lnTo>
                  <a:pt x="9" y="8"/>
                </a:lnTo>
                <a:lnTo>
                  <a:pt x="8" y="8"/>
                </a:lnTo>
                <a:lnTo>
                  <a:pt x="9" y="8"/>
                </a:lnTo>
                <a:lnTo>
                  <a:pt x="10" y="9"/>
                </a:lnTo>
                <a:lnTo>
                  <a:pt x="10" y="11"/>
                </a:lnTo>
                <a:lnTo>
                  <a:pt x="10" y="13"/>
                </a:lnTo>
                <a:lnTo>
                  <a:pt x="11" y="14"/>
                </a:lnTo>
                <a:lnTo>
                  <a:pt x="11" y="16"/>
                </a:lnTo>
                <a:lnTo>
                  <a:pt x="11" y="17"/>
                </a:lnTo>
                <a:lnTo>
                  <a:pt x="11" y="16"/>
                </a:lnTo>
                <a:lnTo>
                  <a:pt x="10" y="16"/>
                </a:lnTo>
                <a:lnTo>
                  <a:pt x="9" y="14"/>
                </a:lnTo>
                <a:lnTo>
                  <a:pt x="9" y="13"/>
                </a:lnTo>
                <a:lnTo>
                  <a:pt x="8" y="11"/>
                </a:lnTo>
                <a:lnTo>
                  <a:pt x="8" y="10"/>
                </a:lnTo>
                <a:lnTo>
                  <a:pt x="8" y="9"/>
                </a:lnTo>
                <a:lnTo>
                  <a:pt x="7" y="9"/>
                </a:lnTo>
                <a:lnTo>
                  <a:pt x="6" y="8"/>
                </a:lnTo>
                <a:lnTo>
                  <a:pt x="6" y="7"/>
                </a:lnTo>
                <a:lnTo>
                  <a:pt x="5" y="5"/>
                </a:lnTo>
                <a:lnTo>
                  <a:pt x="4" y="5"/>
                </a:lnTo>
                <a:lnTo>
                  <a:pt x="2" y="4"/>
                </a:lnTo>
                <a:lnTo>
                  <a:pt x="2" y="3"/>
                </a:lnTo>
                <a:lnTo>
                  <a:pt x="2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2"/>
                </a:lnTo>
                <a:lnTo>
                  <a:pt x="4" y="1"/>
                </a:lnTo>
                <a:lnTo>
                  <a:pt x="5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520" rIns="360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9" name=""/>
          <p:cNvSpPr/>
          <p:nvPr/>
        </p:nvSpPr>
        <p:spPr>
          <a:xfrm>
            <a:off x="2108880" y="21578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0" name=""/>
          <p:cNvSpPr/>
          <p:nvPr/>
        </p:nvSpPr>
        <p:spPr>
          <a:xfrm>
            <a:off x="2107440" y="21574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1" name=""/>
          <p:cNvSpPr/>
          <p:nvPr/>
        </p:nvSpPr>
        <p:spPr>
          <a:xfrm>
            <a:off x="2108880" y="215712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2" name=""/>
          <p:cNvSpPr/>
          <p:nvPr/>
        </p:nvSpPr>
        <p:spPr>
          <a:xfrm>
            <a:off x="2106720" y="2155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3" name=""/>
          <p:cNvSpPr/>
          <p:nvPr/>
        </p:nvSpPr>
        <p:spPr>
          <a:xfrm>
            <a:off x="2138760" y="21582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4" name=""/>
          <p:cNvSpPr/>
          <p:nvPr/>
        </p:nvSpPr>
        <p:spPr>
          <a:xfrm>
            <a:off x="2117880" y="21553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0"/>
                </a:moveTo>
                <a:lnTo>
                  <a:pt x="4" y="3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5" name=""/>
          <p:cNvSpPr/>
          <p:nvPr/>
        </p:nvSpPr>
        <p:spPr>
          <a:xfrm>
            <a:off x="2126160" y="21549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6" name=""/>
          <p:cNvSpPr/>
          <p:nvPr/>
        </p:nvSpPr>
        <p:spPr>
          <a:xfrm>
            <a:off x="2123640" y="21531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1"/>
                </a:move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7" name=""/>
          <p:cNvSpPr/>
          <p:nvPr/>
        </p:nvSpPr>
        <p:spPr>
          <a:xfrm>
            <a:off x="2334600" y="21837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8" name=""/>
          <p:cNvSpPr/>
          <p:nvPr/>
        </p:nvSpPr>
        <p:spPr>
          <a:xfrm>
            <a:off x="2331000" y="2179080"/>
            <a:ext cx="3600" cy="3600"/>
          </a:xfrm>
          <a:custGeom>
            <a:avLst/>
            <a:gdLst/>
            <a:ahLst/>
            <a:rect l="0" t="0" r="r" b="b"/>
            <a:pathLst>
              <a:path fill="none" w="10" h="10">
                <a:moveTo>
                  <a:pt x="8" y="1"/>
                </a:moveTo>
                <a:lnTo>
                  <a:pt x="8" y="2"/>
                </a:lnTo>
                <a:lnTo>
                  <a:pt x="8" y="3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8" y="5"/>
                </a:lnTo>
                <a:lnTo>
                  <a:pt x="9" y="6"/>
                </a:lnTo>
                <a:lnTo>
                  <a:pt x="10" y="6"/>
                </a:lnTo>
                <a:lnTo>
                  <a:pt x="10" y="8"/>
                </a:lnTo>
                <a:lnTo>
                  <a:pt x="10" y="9"/>
                </a:lnTo>
                <a:lnTo>
                  <a:pt x="10" y="10"/>
                </a:lnTo>
                <a:lnTo>
                  <a:pt x="9" y="10"/>
                </a:lnTo>
                <a:lnTo>
                  <a:pt x="9" y="9"/>
                </a:lnTo>
                <a:lnTo>
                  <a:pt x="8" y="9"/>
                </a:lnTo>
                <a:lnTo>
                  <a:pt x="7" y="8"/>
                </a:lnTo>
                <a:lnTo>
                  <a:pt x="6" y="6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9" name=""/>
          <p:cNvSpPr/>
          <p:nvPr/>
        </p:nvSpPr>
        <p:spPr>
          <a:xfrm>
            <a:off x="2130120" y="21488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0" name=""/>
          <p:cNvSpPr/>
          <p:nvPr/>
        </p:nvSpPr>
        <p:spPr>
          <a:xfrm>
            <a:off x="2293920" y="216900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1" y="6"/>
                </a:moveTo>
                <a:lnTo>
                  <a:pt x="0" y="6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1" name=""/>
          <p:cNvSpPr/>
          <p:nvPr/>
        </p:nvSpPr>
        <p:spPr>
          <a:xfrm>
            <a:off x="2291040" y="215964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1" y="0"/>
                </a:moveTo>
                <a:lnTo>
                  <a:pt x="3" y="1"/>
                </a:lnTo>
                <a:lnTo>
                  <a:pt x="3" y="2"/>
                </a:lnTo>
                <a:lnTo>
                  <a:pt x="3" y="3"/>
                </a:lnTo>
                <a:lnTo>
                  <a:pt x="4" y="3"/>
                </a:lnTo>
                <a:lnTo>
                  <a:pt x="4" y="5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3" y="3"/>
                </a:lnTo>
                <a:lnTo>
                  <a:pt x="3" y="2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2" name=""/>
          <p:cNvSpPr/>
          <p:nvPr/>
        </p:nvSpPr>
        <p:spPr>
          <a:xfrm>
            <a:off x="2331360" y="21582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3" name=""/>
          <p:cNvSpPr/>
          <p:nvPr/>
        </p:nvSpPr>
        <p:spPr>
          <a:xfrm>
            <a:off x="2329920" y="215712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5" y="1"/>
                </a:move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1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4" name=""/>
          <p:cNvSpPr/>
          <p:nvPr/>
        </p:nvSpPr>
        <p:spPr>
          <a:xfrm>
            <a:off x="2194200" y="2135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5" name=""/>
          <p:cNvSpPr/>
          <p:nvPr/>
        </p:nvSpPr>
        <p:spPr>
          <a:xfrm>
            <a:off x="2194920" y="21351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6" name=""/>
          <p:cNvSpPr/>
          <p:nvPr/>
        </p:nvSpPr>
        <p:spPr>
          <a:xfrm>
            <a:off x="2188080" y="2127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7" name=""/>
          <p:cNvSpPr/>
          <p:nvPr/>
        </p:nvSpPr>
        <p:spPr>
          <a:xfrm>
            <a:off x="2183400" y="2127600"/>
            <a:ext cx="6840" cy="3600"/>
          </a:xfrm>
          <a:custGeom>
            <a:avLst/>
            <a:gdLst/>
            <a:ahLst/>
            <a:rect l="0" t="0" r="r" b="b"/>
            <a:pathLst>
              <a:path fill="none" w="19" h="10">
                <a:moveTo>
                  <a:pt x="17" y="0"/>
                </a:moveTo>
                <a:lnTo>
                  <a:pt x="17" y="1"/>
                </a:lnTo>
                <a:lnTo>
                  <a:pt x="17" y="2"/>
                </a:lnTo>
                <a:lnTo>
                  <a:pt x="17" y="3"/>
                </a:lnTo>
                <a:lnTo>
                  <a:pt x="18" y="3"/>
                </a:lnTo>
                <a:lnTo>
                  <a:pt x="18" y="2"/>
                </a:lnTo>
                <a:lnTo>
                  <a:pt x="19" y="3"/>
                </a:lnTo>
                <a:lnTo>
                  <a:pt x="18" y="3"/>
                </a:lnTo>
                <a:lnTo>
                  <a:pt x="19" y="3"/>
                </a:lnTo>
                <a:lnTo>
                  <a:pt x="19" y="4"/>
                </a:lnTo>
                <a:lnTo>
                  <a:pt x="18" y="4"/>
                </a:lnTo>
                <a:lnTo>
                  <a:pt x="18" y="5"/>
                </a:lnTo>
                <a:lnTo>
                  <a:pt x="18" y="6"/>
                </a:lnTo>
                <a:lnTo>
                  <a:pt x="18" y="7"/>
                </a:lnTo>
                <a:lnTo>
                  <a:pt x="18" y="9"/>
                </a:lnTo>
                <a:lnTo>
                  <a:pt x="18" y="10"/>
                </a:lnTo>
                <a:lnTo>
                  <a:pt x="18" y="9"/>
                </a:lnTo>
                <a:lnTo>
                  <a:pt x="17" y="9"/>
                </a:lnTo>
                <a:lnTo>
                  <a:pt x="17" y="10"/>
                </a:lnTo>
                <a:lnTo>
                  <a:pt x="16" y="10"/>
                </a:lnTo>
                <a:lnTo>
                  <a:pt x="17" y="10"/>
                </a:lnTo>
                <a:lnTo>
                  <a:pt x="17" y="9"/>
                </a:lnTo>
                <a:lnTo>
                  <a:pt x="16" y="9"/>
                </a:lnTo>
                <a:lnTo>
                  <a:pt x="15" y="9"/>
                </a:lnTo>
                <a:lnTo>
                  <a:pt x="15" y="10"/>
                </a:lnTo>
                <a:lnTo>
                  <a:pt x="15" y="9"/>
                </a:lnTo>
                <a:lnTo>
                  <a:pt x="14" y="9"/>
                </a:lnTo>
                <a:lnTo>
                  <a:pt x="14" y="7"/>
                </a:lnTo>
                <a:lnTo>
                  <a:pt x="13" y="7"/>
                </a:lnTo>
                <a:lnTo>
                  <a:pt x="12" y="7"/>
                </a:lnTo>
                <a:lnTo>
                  <a:pt x="12" y="9"/>
                </a:lnTo>
                <a:lnTo>
                  <a:pt x="11" y="9"/>
                </a:lnTo>
                <a:lnTo>
                  <a:pt x="9" y="9"/>
                </a:lnTo>
                <a:lnTo>
                  <a:pt x="8" y="9"/>
                </a:lnTo>
                <a:lnTo>
                  <a:pt x="7" y="7"/>
                </a:lnTo>
                <a:lnTo>
                  <a:pt x="5" y="7"/>
                </a:lnTo>
                <a:lnTo>
                  <a:pt x="3" y="7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4" y="2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7" y="5"/>
                </a:lnTo>
                <a:lnTo>
                  <a:pt x="7" y="4"/>
                </a:lnTo>
                <a:lnTo>
                  <a:pt x="8" y="4"/>
                </a:lnTo>
                <a:lnTo>
                  <a:pt x="8" y="3"/>
                </a:lnTo>
                <a:lnTo>
                  <a:pt x="9" y="3"/>
                </a:lnTo>
                <a:lnTo>
                  <a:pt x="9" y="2"/>
                </a:lnTo>
                <a:lnTo>
                  <a:pt x="9" y="1"/>
                </a:lnTo>
                <a:lnTo>
                  <a:pt x="11" y="1"/>
                </a:lnTo>
                <a:lnTo>
                  <a:pt x="12" y="1"/>
                </a:lnTo>
                <a:lnTo>
                  <a:pt x="13" y="1"/>
                </a:lnTo>
                <a:lnTo>
                  <a:pt x="13" y="2"/>
                </a:lnTo>
                <a:lnTo>
                  <a:pt x="14" y="2"/>
                </a:lnTo>
                <a:lnTo>
                  <a:pt x="15" y="2"/>
                </a:lnTo>
                <a:lnTo>
                  <a:pt x="15" y="1"/>
                </a:lnTo>
                <a:lnTo>
                  <a:pt x="16" y="0"/>
                </a:lnTo>
                <a:lnTo>
                  <a:pt x="17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8" name=""/>
          <p:cNvSpPr/>
          <p:nvPr/>
        </p:nvSpPr>
        <p:spPr>
          <a:xfrm>
            <a:off x="2263320" y="2137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3"/>
                </a:move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9" name=""/>
          <p:cNvSpPr/>
          <p:nvPr/>
        </p:nvSpPr>
        <p:spPr>
          <a:xfrm>
            <a:off x="2284200" y="214020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0" name=""/>
          <p:cNvSpPr/>
          <p:nvPr/>
        </p:nvSpPr>
        <p:spPr>
          <a:xfrm>
            <a:off x="2266560" y="2135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1" name=""/>
          <p:cNvSpPr/>
          <p:nvPr/>
        </p:nvSpPr>
        <p:spPr>
          <a:xfrm>
            <a:off x="2269800" y="2135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2" name=""/>
          <p:cNvSpPr/>
          <p:nvPr/>
        </p:nvSpPr>
        <p:spPr>
          <a:xfrm>
            <a:off x="2187000" y="21243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3" name=""/>
          <p:cNvSpPr/>
          <p:nvPr/>
        </p:nvSpPr>
        <p:spPr>
          <a:xfrm>
            <a:off x="2185920" y="21240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4" name=""/>
          <p:cNvSpPr/>
          <p:nvPr/>
        </p:nvSpPr>
        <p:spPr>
          <a:xfrm>
            <a:off x="2266200" y="21355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5" name=""/>
          <p:cNvSpPr/>
          <p:nvPr/>
        </p:nvSpPr>
        <p:spPr>
          <a:xfrm>
            <a:off x="2271600" y="21358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6" name=""/>
          <p:cNvSpPr/>
          <p:nvPr/>
        </p:nvSpPr>
        <p:spPr>
          <a:xfrm>
            <a:off x="2194200" y="2123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7" name=""/>
          <p:cNvSpPr/>
          <p:nvPr/>
        </p:nvSpPr>
        <p:spPr>
          <a:xfrm>
            <a:off x="2195280" y="21229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8" name=""/>
          <p:cNvSpPr/>
          <p:nvPr/>
        </p:nvSpPr>
        <p:spPr>
          <a:xfrm>
            <a:off x="2285280" y="213588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3"/>
                </a:move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lnTo>
                  <a:pt x="0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9" name=""/>
          <p:cNvSpPr/>
          <p:nvPr/>
        </p:nvSpPr>
        <p:spPr>
          <a:xfrm>
            <a:off x="2266920" y="21315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0" name=""/>
          <p:cNvSpPr/>
          <p:nvPr/>
        </p:nvSpPr>
        <p:spPr>
          <a:xfrm>
            <a:off x="2260080" y="21301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1" name=""/>
          <p:cNvSpPr/>
          <p:nvPr/>
        </p:nvSpPr>
        <p:spPr>
          <a:xfrm>
            <a:off x="2265840" y="213084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2" y="1"/>
                </a:moveTo>
                <a:lnTo>
                  <a:pt x="2" y="0"/>
                </a:lnTo>
                <a:lnTo>
                  <a:pt x="3" y="1"/>
                </a:lnTo>
                <a:lnTo>
                  <a:pt x="3" y="2"/>
                </a:lnTo>
                <a:lnTo>
                  <a:pt x="3" y="4"/>
                </a:lnTo>
                <a:lnTo>
                  <a:pt x="3" y="2"/>
                </a:lnTo>
                <a:lnTo>
                  <a:pt x="3" y="4"/>
                </a:lnTo>
                <a:lnTo>
                  <a:pt x="5" y="4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2" name=""/>
          <p:cNvSpPr/>
          <p:nvPr/>
        </p:nvSpPr>
        <p:spPr>
          <a:xfrm>
            <a:off x="2202840" y="21182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3" name=""/>
          <p:cNvSpPr/>
          <p:nvPr/>
        </p:nvSpPr>
        <p:spPr>
          <a:xfrm>
            <a:off x="2266560" y="21272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4" name=""/>
          <p:cNvSpPr/>
          <p:nvPr/>
        </p:nvSpPr>
        <p:spPr>
          <a:xfrm>
            <a:off x="2207880" y="2116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5" name=""/>
          <p:cNvSpPr/>
          <p:nvPr/>
        </p:nvSpPr>
        <p:spPr>
          <a:xfrm>
            <a:off x="2207160" y="2116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6" name=""/>
          <p:cNvSpPr/>
          <p:nvPr/>
        </p:nvSpPr>
        <p:spPr>
          <a:xfrm>
            <a:off x="2208600" y="21160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7" name=""/>
          <p:cNvSpPr/>
          <p:nvPr/>
        </p:nvSpPr>
        <p:spPr>
          <a:xfrm>
            <a:off x="2206800" y="211572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8" name=""/>
          <p:cNvSpPr/>
          <p:nvPr/>
        </p:nvSpPr>
        <p:spPr>
          <a:xfrm>
            <a:off x="2209680" y="21153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9" name=""/>
          <p:cNvSpPr/>
          <p:nvPr/>
        </p:nvSpPr>
        <p:spPr>
          <a:xfrm>
            <a:off x="2282400" y="2126160"/>
            <a:ext cx="3600" cy="3240"/>
          </a:xfrm>
          <a:custGeom>
            <a:avLst/>
            <a:gdLst/>
            <a:ahLst/>
            <a:rect l="0" t="0" r="r" b="b"/>
            <a:pathLst>
              <a:path fill="none" w="10" h="9">
                <a:moveTo>
                  <a:pt x="10" y="2"/>
                </a:moveTo>
                <a:lnTo>
                  <a:pt x="9" y="2"/>
                </a:lnTo>
                <a:lnTo>
                  <a:pt x="7" y="2"/>
                </a:lnTo>
                <a:lnTo>
                  <a:pt x="7" y="3"/>
                </a:lnTo>
                <a:lnTo>
                  <a:pt x="6" y="3"/>
                </a:lnTo>
                <a:lnTo>
                  <a:pt x="6" y="4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6" y="5"/>
                </a:lnTo>
                <a:lnTo>
                  <a:pt x="5" y="5"/>
                </a:lnTo>
                <a:lnTo>
                  <a:pt x="5" y="4"/>
                </a:lnTo>
                <a:lnTo>
                  <a:pt x="5" y="5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2" y="6"/>
                </a:lnTo>
                <a:lnTo>
                  <a:pt x="2" y="7"/>
                </a:lnTo>
                <a:lnTo>
                  <a:pt x="2" y="9"/>
                </a:lnTo>
                <a:lnTo>
                  <a:pt x="1" y="7"/>
                </a:lnTo>
                <a:lnTo>
                  <a:pt x="2" y="7"/>
                </a:lnTo>
                <a:lnTo>
                  <a:pt x="2" y="6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2" y="5"/>
                </a:lnTo>
                <a:lnTo>
                  <a:pt x="3" y="4"/>
                </a:lnTo>
                <a:lnTo>
                  <a:pt x="4" y="3"/>
                </a:lnTo>
                <a:lnTo>
                  <a:pt x="5" y="3"/>
                </a:lnTo>
                <a:lnTo>
                  <a:pt x="6" y="2"/>
                </a:lnTo>
                <a:lnTo>
                  <a:pt x="7" y="0"/>
                </a:lnTo>
                <a:lnTo>
                  <a:pt x="9" y="0"/>
                </a:lnTo>
                <a:lnTo>
                  <a:pt x="10" y="0"/>
                </a:lnTo>
                <a:lnTo>
                  <a:pt x="1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0" name=""/>
          <p:cNvSpPr/>
          <p:nvPr/>
        </p:nvSpPr>
        <p:spPr>
          <a:xfrm>
            <a:off x="2287080" y="21261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1" name=""/>
          <p:cNvSpPr/>
          <p:nvPr/>
        </p:nvSpPr>
        <p:spPr>
          <a:xfrm>
            <a:off x="2267640" y="2122920"/>
            <a:ext cx="5400" cy="4320"/>
          </a:xfrm>
          <a:custGeom>
            <a:avLst/>
            <a:gdLst/>
            <a:ahLst/>
            <a:rect l="0" t="0" r="r" b="b"/>
            <a:pathLst>
              <a:path fill="none" w="15" h="12">
                <a:moveTo>
                  <a:pt x="10" y="0"/>
                </a:moveTo>
                <a:lnTo>
                  <a:pt x="10" y="1"/>
                </a:lnTo>
                <a:lnTo>
                  <a:pt x="11" y="2"/>
                </a:lnTo>
                <a:lnTo>
                  <a:pt x="11" y="1"/>
                </a:lnTo>
                <a:lnTo>
                  <a:pt x="12" y="1"/>
                </a:lnTo>
                <a:lnTo>
                  <a:pt x="12" y="2"/>
                </a:lnTo>
                <a:lnTo>
                  <a:pt x="12" y="3"/>
                </a:lnTo>
                <a:lnTo>
                  <a:pt x="12" y="4"/>
                </a:lnTo>
                <a:lnTo>
                  <a:pt x="14" y="5"/>
                </a:lnTo>
                <a:lnTo>
                  <a:pt x="15" y="5"/>
                </a:lnTo>
                <a:lnTo>
                  <a:pt x="15" y="6"/>
                </a:lnTo>
                <a:lnTo>
                  <a:pt x="14" y="6"/>
                </a:lnTo>
                <a:lnTo>
                  <a:pt x="12" y="6"/>
                </a:lnTo>
                <a:lnTo>
                  <a:pt x="12" y="5"/>
                </a:lnTo>
                <a:lnTo>
                  <a:pt x="11" y="5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6" y="9"/>
                </a:lnTo>
                <a:lnTo>
                  <a:pt x="6" y="10"/>
                </a:lnTo>
                <a:lnTo>
                  <a:pt x="6" y="11"/>
                </a:lnTo>
                <a:lnTo>
                  <a:pt x="5" y="11"/>
                </a:lnTo>
                <a:lnTo>
                  <a:pt x="4" y="11"/>
                </a:lnTo>
                <a:lnTo>
                  <a:pt x="3" y="11"/>
                </a:lnTo>
                <a:lnTo>
                  <a:pt x="3" y="12"/>
                </a:lnTo>
                <a:lnTo>
                  <a:pt x="3" y="11"/>
                </a:lnTo>
                <a:lnTo>
                  <a:pt x="3" y="10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1" y="9"/>
                </a:lnTo>
                <a:lnTo>
                  <a:pt x="1" y="10"/>
                </a:lnTo>
                <a:lnTo>
                  <a:pt x="2" y="10"/>
                </a:lnTo>
                <a:lnTo>
                  <a:pt x="2" y="9"/>
                </a:lnTo>
                <a:lnTo>
                  <a:pt x="3" y="9"/>
                </a:lnTo>
                <a:lnTo>
                  <a:pt x="3" y="10"/>
                </a:lnTo>
                <a:lnTo>
                  <a:pt x="4" y="9"/>
                </a:lnTo>
                <a:lnTo>
                  <a:pt x="3" y="9"/>
                </a:lnTo>
                <a:lnTo>
                  <a:pt x="4" y="9"/>
                </a:lnTo>
                <a:lnTo>
                  <a:pt x="5" y="9"/>
                </a:lnTo>
                <a:lnTo>
                  <a:pt x="5" y="10"/>
                </a:lnTo>
                <a:lnTo>
                  <a:pt x="5" y="9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3" y="6"/>
                </a:lnTo>
                <a:lnTo>
                  <a:pt x="3" y="7"/>
                </a:lnTo>
                <a:lnTo>
                  <a:pt x="2" y="6"/>
                </a:lnTo>
                <a:lnTo>
                  <a:pt x="2" y="5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2" y="5"/>
                </a:lnTo>
                <a:lnTo>
                  <a:pt x="1" y="5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6" y="3"/>
                </a:lnTo>
                <a:lnTo>
                  <a:pt x="6" y="2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7" y="1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9" y="1"/>
                </a:lnTo>
                <a:lnTo>
                  <a:pt x="10" y="0"/>
                </a:lnTo>
                <a:lnTo>
                  <a:pt x="9" y="0"/>
                </a:lnTo>
                <a:lnTo>
                  <a:pt x="1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2" name=""/>
          <p:cNvSpPr/>
          <p:nvPr/>
        </p:nvSpPr>
        <p:spPr>
          <a:xfrm>
            <a:off x="2269440" y="21225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3" name=""/>
          <p:cNvSpPr/>
          <p:nvPr/>
        </p:nvSpPr>
        <p:spPr>
          <a:xfrm>
            <a:off x="2265120" y="2121480"/>
            <a:ext cx="2880" cy="3600"/>
          </a:xfrm>
          <a:custGeom>
            <a:avLst/>
            <a:gdLst/>
            <a:ahLst/>
            <a:rect l="0" t="0" r="r" b="b"/>
            <a:pathLst>
              <a:path fill="none" w="8" h="10">
                <a:moveTo>
                  <a:pt x="6" y="0"/>
                </a:move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8" y="2"/>
                </a:lnTo>
                <a:lnTo>
                  <a:pt x="7" y="2"/>
                </a:lnTo>
                <a:lnTo>
                  <a:pt x="6" y="2"/>
                </a:lnTo>
                <a:lnTo>
                  <a:pt x="6" y="3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4" y="6"/>
                </a:lnTo>
                <a:lnTo>
                  <a:pt x="6" y="6"/>
                </a:lnTo>
                <a:lnTo>
                  <a:pt x="6" y="8"/>
                </a:lnTo>
                <a:lnTo>
                  <a:pt x="4" y="8"/>
                </a:lnTo>
                <a:lnTo>
                  <a:pt x="4" y="9"/>
                </a:lnTo>
                <a:lnTo>
                  <a:pt x="6" y="9"/>
                </a:lnTo>
                <a:lnTo>
                  <a:pt x="6" y="10"/>
                </a:lnTo>
                <a:lnTo>
                  <a:pt x="4" y="10"/>
                </a:lnTo>
                <a:lnTo>
                  <a:pt x="3" y="10"/>
                </a:lnTo>
                <a:lnTo>
                  <a:pt x="3" y="9"/>
                </a:lnTo>
                <a:lnTo>
                  <a:pt x="3" y="10"/>
                </a:lnTo>
                <a:lnTo>
                  <a:pt x="2" y="10"/>
                </a:lnTo>
                <a:lnTo>
                  <a:pt x="1" y="10"/>
                </a:lnTo>
                <a:lnTo>
                  <a:pt x="0" y="10"/>
                </a:lnTo>
                <a:lnTo>
                  <a:pt x="1" y="10"/>
                </a:lnTo>
                <a:lnTo>
                  <a:pt x="1" y="9"/>
                </a:lnTo>
                <a:lnTo>
                  <a:pt x="2" y="9"/>
                </a:lnTo>
                <a:lnTo>
                  <a:pt x="3" y="9"/>
                </a:lnTo>
                <a:lnTo>
                  <a:pt x="3" y="8"/>
                </a:lnTo>
                <a:lnTo>
                  <a:pt x="3" y="6"/>
                </a:lnTo>
                <a:lnTo>
                  <a:pt x="2" y="6"/>
                </a:lnTo>
                <a:lnTo>
                  <a:pt x="3" y="5"/>
                </a:ln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4" y="4"/>
                </a:lnTo>
                <a:lnTo>
                  <a:pt x="3" y="3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4" name=""/>
          <p:cNvSpPr/>
          <p:nvPr/>
        </p:nvSpPr>
        <p:spPr>
          <a:xfrm>
            <a:off x="2266560" y="2121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5" name=""/>
          <p:cNvSpPr/>
          <p:nvPr/>
        </p:nvSpPr>
        <p:spPr>
          <a:xfrm>
            <a:off x="2199240" y="2111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6" name=""/>
          <p:cNvSpPr/>
          <p:nvPr/>
        </p:nvSpPr>
        <p:spPr>
          <a:xfrm>
            <a:off x="2268000" y="212040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4" y="1"/>
                </a:moveTo>
                <a:lnTo>
                  <a:pt x="5" y="1"/>
                </a:lnTo>
                <a:lnTo>
                  <a:pt x="6" y="2"/>
                </a:lnTo>
                <a:lnTo>
                  <a:pt x="6" y="4"/>
                </a:lnTo>
                <a:lnTo>
                  <a:pt x="5" y="4"/>
                </a:lnTo>
                <a:lnTo>
                  <a:pt x="5" y="5"/>
                </a:lnTo>
                <a:lnTo>
                  <a:pt x="5" y="6"/>
                </a:lnTo>
                <a:lnTo>
                  <a:pt x="6" y="6"/>
                </a:lnTo>
                <a:lnTo>
                  <a:pt x="6" y="5"/>
                </a:lnTo>
                <a:lnTo>
                  <a:pt x="6" y="6"/>
                </a:lnTo>
                <a:lnTo>
                  <a:pt x="5" y="6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4" y="6"/>
                </a:lnTo>
                <a:lnTo>
                  <a:pt x="5" y="6"/>
                </a:lnTo>
                <a:lnTo>
                  <a:pt x="5" y="5"/>
                </a:ln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7" name=""/>
          <p:cNvSpPr/>
          <p:nvPr/>
        </p:nvSpPr>
        <p:spPr>
          <a:xfrm>
            <a:off x="2269440" y="211752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3"/>
                </a:move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2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8" name=""/>
          <p:cNvSpPr/>
          <p:nvPr/>
        </p:nvSpPr>
        <p:spPr>
          <a:xfrm>
            <a:off x="2287080" y="212004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0" y="5"/>
                </a:move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9" name=""/>
          <p:cNvSpPr/>
          <p:nvPr/>
        </p:nvSpPr>
        <p:spPr>
          <a:xfrm>
            <a:off x="2287440" y="21182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3"/>
                </a:move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0" name=""/>
          <p:cNvSpPr/>
          <p:nvPr/>
        </p:nvSpPr>
        <p:spPr>
          <a:xfrm>
            <a:off x="2289960" y="21146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1" name=""/>
          <p:cNvSpPr/>
          <p:nvPr/>
        </p:nvSpPr>
        <p:spPr>
          <a:xfrm>
            <a:off x="2222280" y="20959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2" name=""/>
          <p:cNvSpPr/>
          <p:nvPr/>
        </p:nvSpPr>
        <p:spPr>
          <a:xfrm>
            <a:off x="2219760" y="20944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3" name=""/>
          <p:cNvSpPr/>
          <p:nvPr/>
        </p:nvSpPr>
        <p:spPr>
          <a:xfrm>
            <a:off x="2214360" y="209376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4" name=""/>
          <p:cNvSpPr/>
          <p:nvPr/>
        </p:nvSpPr>
        <p:spPr>
          <a:xfrm>
            <a:off x="2294280" y="210528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0" y="5"/>
                </a:moveTo>
                <a:lnTo>
                  <a:pt x="2" y="2"/>
                </a:lnTo>
                <a:lnTo>
                  <a:pt x="2" y="0"/>
                </a:lnTo>
                <a:lnTo>
                  <a:pt x="5" y="0"/>
                </a:lnTo>
                <a:lnTo>
                  <a:pt x="7" y="0"/>
                </a:lnTo>
                <a:lnTo>
                  <a:pt x="7" y="2"/>
                </a:lnTo>
                <a:lnTo>
                  <a:pt x="5" y="2"/>
                </a:lnTo>
                <a:lnTo>
                  <a:pt x="5" y="3"/>
                </a:lnTo>
                <a:lnTo>
                  <a:pt x="5" y="5"/>
                </a:lnTo>
                <a:lnTo>
                  <a:pt x="4" y="5"/>
                </a:lnTo>
                <a:lnTo>
                  <a:pt x="0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5" name=""/>
          <p:cNvSpPr/>
          <p:nvPr/>
        </p:nvSpPr>
        <p:spPr>
          <a:xfrm>
            <a:off x="2215440" y="209304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3" y="4"/>
                </a:move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6" y="2"/>
                </a:lnTo>
                <a:lnTo>
                  <a:pt x="6" y="4"/>
                </a:lnTo>
                <a:lnTo>
                  <a:pt x="4" y="4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6" name=""/>
          <p:cNvSpPr/>
          <p:nvPr/>
        </p:nvSpPr>
        <p:spPr>
          <a:xfrm>
            <a:off x="2222640" y="20941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7" name=""/>
          <p:cNvSpPr/>
          <p:nvPr/>
        </p:nvSpPr>
        <p:spPr>
          <a:xfrm>
            <a:off x="2219400" y="20919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8" name=""/>
          <p:cNvSpPr/>
          <p:nvPr/>
        </p:nvSpPr>
        <p:spPr>
          <a:xfrm>
            <a:off x="2214360" y="20908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9" name=""/>
          <p:cNvSpPr/>
          <p:nvPr/>
        </p:nvSpPr>
        <p:spPr>
          <a:xfrm>
            <a:off x="2224440" y="209196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5" y="1"/>
                </a:moveTo>
                <a:lnTo>
                  <a:pt x="6" y="1"/>
                </a:lnTo>
                <a:lnTo>
                  <a:pt x="6" y="4"/>
                </a:lnTo>
                <a:lnTo>
                  <a:pt x="5" y="4"/>
                </a:lnTo>
                <a:lnTo>
                  <a:pt x="3" y="4"/>
                </a:lnTo>
                <a:lnTo>
                  <a:pt x="2" y="5"/>
                </a:lnTo>
                <a:lnTo>
                  <a:pt x="1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0" name=""/>
          <p:cNvSpPr/>
          <p:nvPr/>
        </p:nvSpPr>
        <p:spPr>
          <a:xfrm>
            <a:off x="2219760" y="2088000"/>
            <a:ext cx="4680" cy="5400"/>
          </a:xfrm>
          <a:custGeom>
            <a:avLst/>
            <a:gdLst/>
            <a:ahLst/>
            <a:rect l="0" t="0" r="r" b="b"/>
            <a:pathLst>
              <a:path fill="none" w="13" h="15">
                <a:moveTo>
                  <a:pt x="8" y="1"/>
                </a:moveTo>
                <a:lnTo>
                  <a:pt x="9" y="2"/>
                </a:lnTo>
                <a:lnTo>
                  <a:pt x="9" y="3"/>
                </a:lnTo>
                <a:lnTo>
                  <a:pt x="9" y="4"/>
                </a:lnTo>
                <a:lnTo>
                  <a:pt x="8" y="4"/>
                </a:lnTo>
                <a:lnTo>
                  <a:pt x="9" y="4"/>
                </a:lnTo>
                <a:lnTo>
                  <a:pt x="10" y="3"/>
                </a:lnTo>
                <a:lnTo>
                  <a:pt x="10" y="2"/>
                </a:lnTo>
                <a:lnTo>
                  <a:pt x="12" y="2"/>
                </a:lnTo>
                <a:lnTo>
                  <a:pt x="12" y="3"/>
                </a:lnTo>
                <a:lnTo>
                  <a:pt x="12" y="6"/>
                </a:lnTo>
                <a:lnTo>
                  <a:pt x="13" y="8"/>
                </a:lnTo>
                <a:lnTo>
                  <a:pt x="13" y="9"/>
                </a:lnTo>
                <a:lnTo>
                  <a:pt x="12" y="10"/>
                </a:lnTo>
                <a:lnTo>
                  <a:pt x="10" y="11"/>
                </a:lnTo>
                <a:lnTo>
                  <a:pt x="9" y="12"/>
                </a:lnTo>
                <a:lnTo>
                  <a:pt x="7" y="13"/>
                </a:lnTo>
                <a:lnTo>
                  <a:pt x="6" y="14"/>
                </a:lnTo>
                <a:lnTo>
                  <a:pt x="6" y="15"/>
                </a:lnTo>
                <a:lnTo>
                  <a:pt x="5" y="14"/>
                </a:lnTo>
                <a:lnTo>
                  <a:pt x="4" y="14"/>
                </a:lnTo>
                <a:lnTo>
                  <a:pt x="3" y="14"/>
                </a:lnTo>
                <a:lnTo>
                  <a:pt x="2" y="14"/>
                </a:lnTo>
                <a:lnTo>
                  <a:pt x="0" y="12"/>
                </a:lnTo>
                <a:lnTo>
                  <a:pt x="0" y="11"/>
                </a:lnTo>
                <a:lnTo>
                  <a:pt x="0" y="9"/>
                </a:lnTo>
                <a:lnTo>
                  <a:pt x="0" y="7"/>
                </a:lnTo>
                <a:lnTo>
                  <a:pt x="1" y="6"/>
                </a:lnTo>
                <a:lnTo>
                  <a:pt x="1" y="4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8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800" rIns="36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1" name=""/>
          <p:cNvSpPr/>
          <p:nvPr/>
        </p:nvSpPr>
        <p:spPr>
          <a:xfrm>
            <a:off x="2226600" y="2089080"/>
            <a:ext cx="6840" cy="5760"/>
          </a:xfrm>
          <a:custGeom>
            <a:avLst/>
            <a:gdLst/>
            <a:ahLst/>
            <a:rect l="0" t="0" r="r" b="b"/>
            <a:pathLst>
              <a:path fill="none" w="19" h="16">
                <a:moveTo>
                  <a:pt x="15" y="2"/>
                </a:moveTo>
                <a:lnTo>
                  <a:pt x="16" y="2"/>
                </a:lnTo>
                <a:lnTo>
                  <a:pt x="17" y="2"/>
                </a:lnTo>
                <a:lnTo>
                  <a:pt x="16" y="2"/>
                </a:lnTo>
                <a:lnTo>
                  <a:pt x="16" y="3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8" y="7"/>
                </a:lnTo>
                <a:lnTo>
                  <a:pt x="18" y="8"/>
                </a:lnTo>
                <a:lnTo>
                  <a:pt x="19" y="8"/>
                </a:lnTo>
                <a:lnTo>
                  <a:pt x="19" y="9"/>
                </a:lnTo>
                <a:lnTo>
                  <a:pt x="18" y="9"/>
                </a:lnTo>
                <a:lnTo>
                  <a:pt x="17" y="9"/>
                </a:lnTo>
                <a:lnTo>
                  <a:pt x="17" y="10"/>
                </a:lnTo>
                <a:lnTo>
                  <a:pt x="18" y="10"/>
                </a:lnTo>
                <a:lnTo>
                  <a:pt x="18" y="11"/>
                </a:lnTo>
                <a:lnTo>
                  <a:pt x="17" y="11"/>
                </a:lnTo>
                <a:lnTo>
                  <a:pt x="17" y="12"/>
                </a:lnTo>
                <a:lnTo>
                  <a:pt x="16" y="12"/>
                </a:lnTo>
                <a:lnTo>
                  <a:pt x="15" y="12"/>
                </a:lnTo>
                <a:lnTo>
                  <a:pt x="15" y="13"/>
                </a:lnTo>
                <a:lnTo>
                  <a:pt x="14" y="13"/>
                </a:lnTo>
                <a:lnTo>
                  <a:pt x="14" y="12"/>
                </a:lnTo>
                <a:lnTo>
                  <a:pt x="15" y="12"/>
                </a:lnTo>
                <a:lnTo>
                  <a:pt x="15" y="11"/>
                </a:lnTo>
                <a:lnTo>
                  <a:pt x="14" y="11"/>
                </a:lnTo>
                <a:lnTo>
                  <a:pt x="13" y="10"/>
                </a:lnTo>
                <a:lnTo>
                  <a:pt x="11" y="10"/>
                </a:lnTo>
                <a:lnTo>
                  <a:pt x="10" y="10"/>
                </a:lnTo>
                <a:lnTo>
                  <a:pt x="9" y="10"/>
                </a:lnTo>
                <a:lnTo>
                  <a:pt x="8" y="10"/>
                </a:lnTo>
                <a:lnTo>
                  <a:pt x="7" y="11"/>
                </a:lnTo>
                <a:lnTo>
                  <a:pt x="6" y="11"/>
                </a:lnTo>
                <a:lnTo>
                  <a:pt x="6" y="12"/>
                </a:lnTo>
                <a:lnTo>
                  <a:pt x="5" y="13"/>
                </a:lnTo>
                <a:lnTo>
                  <a:pt x="5" y="15"/>
                </a:lnTo>
                <a:lnTo>
                  <a:pt x="5" y="16"/>
                </a:lnTo>
                <a:lnTo>
                  <a:pt x="4" y="16"/>
                </a:lnTo>
                <a:lnTo>
                  <a:pt x="4" y="15"/>
                </a:lnTo>
                <a:lnTo>
                  <a:pt x="3" y="15"/>
                </a:lnTo>
                <a:lnTo>
                  <a:pt x="2" y="15"/>
                </a:lnTo>
                <a:lnTo>
                  <a:pt x="1" y="13"/>
                </a:lnTo>
                <a:lnTo>
                  <a:pt x="0" y="12"/>
                </a:lnTo>
                <a:lnTo>
                  <a:pt x="1" y="12"/>
                </a:lnTo>
                <a:lnTo>
                  <a:pt x="2" y="11"/>
                </a:lnTo>
                <a:lnTo>
                  <a:pt x="3" y="11"/>
                </a:lnTo>
                <a:lnTo>
                  <a:pt x="3" y="10"/>
                </a:lnTo>
                <a:lnTo>
                  <a:pt x="3" y="9"/>
                </a:lnTo>
                <a:lnTo>
                  <a:pt x="2" y="8"/>
                </a:lnTo>
                <a:lnTo>
                  <a:pt x="2" y="7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3" y="4"/>
                </a:lnTo>
                <a:lnTo>
                  <a:pt x="4" y="4"/>
                </a:lnTo>
                <a:lnTo>
                  <a:pt x="5" y="5"/>
                </a:lnTo>
                <a:lnTo>
                  <a:pt x="5" y="6"/>
                </a:lnTo>
                <a:lnTo>
                  <a:pt x="6" y="6"/>
                </a:lnTo>
                <a:lnTo>
                  <a:pt x="6" y="7"/>
                </a:lnTo>
                <a:lnTo>
                  <a:pt x="7" y="7"/>
                </a:lnTo>
                <a:lnTo>
                  <a:pt x="8" y="7"/>
                </a:lnTo>
                <a:lnTo>
                  <a:pt x="9" y="7"/>
                </a:lnTo>
                <a:lnTo>
                  <a:pt x="10" y="6"/>
                </a:lnTo>
                <a:lnTo>
                  <a:pt x="10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11" y="2"/>
                </a:lnTo>
                <a:lnTo>
                  <a:pt x="13" y="1"/>
                </a:lnTo>
                <a:lnTo>
                  <a:pt x="13" y="0"/>
                </a:lnTo>
                <a:lnTo>
                  <a:pt x="14" y="0"/>
                </a:lnTo>
                <a:lnTo>
                  <a:pt x="14" y="1"/>
                </a:lnTo>
                <a:lnTo>
                  <a:pt x="15" y="1"/>
                </a:lnTo>
                <a:lnTo>
                  <a:pt x="1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160" rIns="3600" bIns="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2" name=""/>
          <p:cNvSpPr/>
          <p:nvPr/>
        </p:nvSpPr>
        <p:spPr>
          <a:xfrm>
            <a:off x="2226960" y="2087280"/>
            <a:ext cx="3240" cy="1800"/>
          </a:xfrm>
          <a:custGeom>
            <a:avLst/>
            <a:gdLst/>
            <a:ahLst/>
            <a:rect l="0" t="0" r="r" b="b"/>
            <a:pathLst>
              <a:path fill="none" w="9" h="5">
                <a:moveTo>
                  <a:pt x="3" y="1"/>
                </a:moveTo>
                <a:lnTo>
                  <a:pt x="4" y="1"/>
                </a:lnTo>
                <a:lnTo>
                  <a:pt x="5" y="1"/>
                </a:lnTo>
                <a:lnTo>
                  <a:pt x="7" y="1"/>
                </a:lnTo>
                <a:lnTo>
                  <a:pt x="8" y="1"/>
                </a:lnTo>
                <a:lnTo>
                  <a:pt x="9" y="2"/>
                </a:lnTo>
                <a:lnTo>
                  <a:pt x="8" y="2"/>
                </a:lnTo>
                <a:lnTo>
                  <a:pt x="7" y="2"/>
                </a:lnTo>
                <a:lnTo>
                  <a:pt x="5" y="2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8" y="3"/>
                </a:lnTo>
                <a:lnTo>
                  <a:pt x="7" y="3"/>
                </a:lnTo>
                <a:lnTo>
                  <a:pt x="7" y="5"/>
                </a:lnTo>
                <a:lnTo>
                  <a:pt x="5" y="5"/>
                </a:lnTo>
                <a:lnTo>
                  <a:pt x="4" y="5"/>
                </a:lnTo>
                <a:lnTo>
                  <a:pt x="5" y="3"/>
                </a:lnTo>
                <a:lnTo>
                  <a:pt x="4" y="5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3" name=""/>
          <p:cNvSpPr/>
          <p:nvPr/>
        </p:nvSpPr>
        <p:spPr>
          <a:xfrm>
            <a:off x="2242440" y="2077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4" name=""/>
          <p:cNvSpPr/>
          <p:nvPr/>
        </p:nvSpPr>
        <p:spPr>
          <a:xfrm>
            <a:off x="2250720" y="20700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5" name=""/>
          <p:cNvSpPr/>
          <p:nvPr/>
        </p:nvSpPr>
        <p:spPr>
          <a:xfrm>
            <a:off x="2264400" y="20718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6" name=""/>
          <p:cNvSpPr/>
          <p:nvPr/>
        </p:nvSpPr>
        <p:spPr>
          <a:xfrm>
            <a:off x="2251080" y="2068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7" name=""/>
          <p:cNvSpPr/>
          <p:nvPr/>
        </p:nvSpPr>
        <p:spPr>
          <a:xfrm>
            <a:off x="2252880" y="2067840"/>
            <a:ext cx="2520" cy="3240"/>
          </a:xfrm>
          <a:custGeom>
            <a:avLst/>
            <a:gdLst/>
            <a:ahLst/>
            <a:rect l="0" t="0" r="r" b="b"/>
            <a:pathLst>
              <a:path fill="none" w="7" h="9">
                <a:moveTo>
                  <a:pt x="6" y="1"/>
                </a:moveTo>
                <a:lnTo>
                  <a:pt x="6" y="2"/>
                </a:lnTo>
                <a:lnTo>
                  <a:pt x="4" y="2"/>
                </a:lnTo>
                <a:lnTo>
                  <a:pt x="4" y="3"/>
                </a:lnTo>
                <a:lnTo>
                  <a:pt x="4" y="5"/>
                </a:lnTo>
                <a:lnTo>
                  <a:pt x="4" y="6"/>
                </a:lnTo>
                <a:lnTo>
                  <a:pt x="6" y="6"/>
                </a:lnTo>
                <a:lnTo>
                  <a:pt x="4" y="6"/>
                </a:lnTo>
                <a:lnTo>
                  <a:pt x="4" y="7"/>
                </a:lnTo>
                <a:lnTo>
                  <a:pt x="3" y="7"/>
                </a:lnTo>
                <a:lnTo>
                  <a:pt x="3" y="8"/>
                </a:lnTo>
                <a:lnTo>
                  <a:pt x="3" y="9"/>
                </a:lnTo>
                <a:lnTo>
                  <a:pt x="2" y="9"/>
                </a:lnTo>
                <a:lnTo>
                  <a:pt x="3" y="9"/>
                </a:lnTo>
                <a:lnTo>
                  <a:pt x="3" y="8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2" y="7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8" name=""/>
          <p:cNvSpPr/>
          <p:nvPr/>
        </p:nvSpPr>
        <p:spPr>
          <a:xfrm>
            <a:off x="2261880" y="2067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9" name=""/>
          <p:cNvSpPr/>
          <p:nvPr/>
        </p:nvSpPr>
        <p:spPr>
          <a:xfrm>
            <a:off x="2250360" y="20649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0" name=""/>
          <p:cNvSpPr/>
          <p:nvPr/>
        </p:nvSpPr>
        <p:spPr>
          <a:xfrm>
            <a:off x="2249640" y="20646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1"/>
                </a:move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1" name=""/>
          <p:cNvSpPr/>
          <p:nvPr/>
        </p:nvSpPr>
        <p:spPr>
          <a:xfrm>
            <a:off x="2345400" y="20772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4"/>
                </a:move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2" name=""/>
          <p:cNvSpPr/>
          <p:nvPr/>
        </p:nvSpPr>
        <p:spPr>
          <a:xfrm>
            <a:off x="2269080" y="2064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3" name=""/>
          <p:cNvSpPr/>
          <p:nvPr/>
        </p:nvSpPr>
        <p:spPr>
          <a:xfrm>
            <a:off x="2270520" y="20631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4" name=""/>
          <p:cNvSpPr/>
          <p:nvPr/>
        </p:nvSpPr>
        <p:spPr>
          <a:xfrm>
            <a:off x="2264040" y="2062080"/>
            <a:ext cx="5040" cy="4320"/>
          </a:xfrm>
          <a:custGeom>
            <a:avLst/>
            <a:gdLst/>
            <a:ahLst/>
            <a:rect l="0" t="0" r="r" b="b"/>
            <a:pathLst>
              <a:path fill="none" w="14" h="12">
                <a:moveTo>
                  <a:pt x="4" y="3"/>
                </a:moveTo>
                <a:lnTo>
                  <a:pt x="5" y="3"/>
                </a:lnTo>
                <a:lnTo>
                  <a:pt x="5" y="4"/>
                </a:lnTo>
                <a:lnTo>
                  <a:pt x="5" y="5"/>
                </a:lnTo>
                <a:lnTo>
                  <a:pt x="7" y="5"/>
                </a:lnTo>
                <a:lnTo>
                  <a:pt x="7" y="6"/>
                </a:lnTo>
                <a:lnTo>
                  <a:pt x="9" y="7"/>
                </a:lnTo>
                <a:lnTo>
                  <a:pt x="10" y="7"/>
                </a:lnTo>
                <a:lnTo>
                  <a:pt x="11" y="7"/>
                </a:lnTo>
                <a:lnTo>
                  <a:pt x="11" y="6"/>
                </a:lnTo>
                <a:lnTo>
                  <a:pt x="11" y="7"/>
                </a:lnTo>
                <a:lnTo>
                  <a:pt x="12" y="7"/>
                </a:lnTo>
                <a:lnTo>
                  <a:pt x="13" y="6"/>
                </a:lnTo>
                <a:lnTo>
                  <a:pt x="14" y="6"/>
                </a:lnTo>
                <a:lnTo>
                  <a:pt x="14" y="7"/>
                </a:lnTo>
                <a:lnTo>
                  <a:pt x="13" y="7"/>
                </a:lnTo>
                <a:lnTo>
                  <a:pt x="14" y="7"/>
                </a:lnTo>
                <a:lnTo>
                  <a:pt x="13" y="7"/>
                </a:lnTo>
                <a:lnTo>
                  <a:pt x="13" y="8"/>
                </a:lnTo>
                <a:lnTo>
                  <a:pt x="12" y="7"/>
                </a:lnTo>
                <a:lnTo>
                  <a:pt x="11" y="8"/>
                </a:lnTo>
                <a:lnTo>
                  <a:pt x="10" y="9"/>
                </a:lnTo>
                <a:lnTo>
                  <a:pt x="11" y="9"/>
                </a:lnTo>
                <a:lnTo>
                  <a:pt x="11" y="10"/>
                </a:lnTo>
                <a:lnTo>
                  <a:pt x="12" y="12"/>
                </a:lnTo>
                <a:lnTo>
                  <a:pt x="11" y="12"/>
                </a:lnTo>
                <a:lnTo>
                  <a:pt x="10" y="12"/>
                </a:lnTo>
                <a:lnTo>
                  <a:pt x="9" y="12"/>
                </a:lnTo>
                <a:lnTo>
                  <a:pt x="8" y="10"/>
                </a:lnTo>
                <a:lnTo>
                  <a:pt x="8" y="9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5" name=""/>
          <p:cNvSpPr/>
          <p:nvPr/>
        </p:nvSpPr>
        <p:spPr>
          <a:xfrm>
            <a:off x="2269080" y="20628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6" name=""/>
          <p:cNvSpPr/>
          <p:nvPr/>
        </p:nvSpPr>
        <p:spPr>
          <a:xfrm>
            <a:off x="2268720" y="2062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7" name=""/>
          <p:cNvSpPr/>
          <p:nvPr/>
        </p:nvSpPr>
        <p:spPr>
          <a:xfrm>
            <a:off x="2270160" y="2062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8" name=""/>
          <p:cNvSpPr/>
          <p:nvPr/>
        </p:nvSpPr>
        <p:spPr>
          <a:xfrm>
            <a:off x="2268360" y="2061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9" name=""/>
          <p:cNvSpPr/>
          <p:nvPr/>
        </p:nvSpPr>
        <p:spPr>
          <a:xfrm>
            <a:off x="2266560" y="20613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0" name=""/>
          <p:cNvSpPr/>
          <p:nvPr/>
        </p:nvSpPr>
        <p:spPr>
          <a:xfrm>
            <a:off x="2261520" y="20595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1" name=""/>
          <p:cNvSpPr/>
          <p:nvPr/>
        </p:nvSpPr>
        <p:spPr>
          <a:xfrm>
            <a:off x="2258280" y="20584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2" name=""/>
          <p:cNvSpPr/>
          <p:nvPr/>
        </p:nvSpPr>
        <p:spPr>
          <a:xfrm>
            <a:off x="2274480" y="2060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3" name=""/>
          <p:cNvSpPr/>
          <p:nvPr/>
        </p:nvSpPr>
        <p:spPr>
          <a:xfrm>
            <a:off x="2265120" y="20588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3"/>
                </a:move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1"/>
                </a:lnTo>
                <a:lnTo>
                  <a:pt x="4" y="1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4" name=""/>
          <p:cNvSpPr/>
          <p:nvPr/>
        </p:nvSpPr>
        <p:spPr>
          <a:xfrm>
            <a:off x="2272320" y="20592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1"/>
                </a:moveTo>
                <a:lnTo>
                  <a:pt x="2" y="0"/>
                </a:lnTo>
                <a:lnTo>
                  <a:pt x="2" y="1"/>
                </a:lnTo>
                <a:lnTo>
                  <a:pt x="2" y="2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5" name=""/>
          <p:cNvSpPr/>
          <p:nvPr/>
        </p:nvSpPr>
        <p:spPr>
          <a:xfrm>
            <a:off x="2272680" y="20577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3" y="0"/>
                </a:move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6" name=""/>
          <p:cNvSpPr/>
          <p:nvPr/>
        </p:nvSpPr>
        <p:spPr>
          <a:xfrm>
            <a:off x="2262600" y="20552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7" name=""/>
          <p:cNvSpPr/>
          <p:nvPr/>
        </p:nvSpPr>
        <p:spPr>
          <a:xfrm>
            <a:off x="2271240" y="20559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8" name=""/>
          <p:cNvSpPr/>
          <p:nvPr/>
        </p:nvSpPr>
        <p:spPr>
          <a:xfrm>
            <a:off x="2339280" y="20656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9" name=""/>
          <p:cNvSpPr/>
          <p:nvPr/>
        </p:nvSpPr>
        <p:spPr>
          <a:xfrm>
            <a:off x="2275920" y="2055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0" name=""/>
          <p:cNvSpPr/>
          <p:nvPr/>
        </p:nvSpPr>
        <p:spPr>
          <a:xfrm>
            <a:off x="2283480" y="2060640"/>
            <a:ext cx="64080" cy="125640"/>
          </a:xfrm>
          <a:custGeom>
            <a:avLst/>
            <a:gdLst/>
            <a:ahLst/>
            <a:rect l="0" t="0" r="r" b="b"/>
            <a:pathLst>
              <a:path fill="none" w="178" h="349">
                <a:moveTo>
                  <a:pt x="141" y="1"/>
                </a:moveTo>
                <a:lnTo>
                  <a:pt x="142" y="1"/>
                </a:lnTo>
                <a:lnTo>
                  <a:pt x="142" y="3"/>
                </a:lnTo>
                <a:lnTo>
                  <a:pt x="143" y="3"/>
                </a:lnTo>
                <a:lnTo>
                  <a:pt x="144" y="3"/>
                </a:lnTo>
                <a:lnTo>
                  <a:pt x="145" y="4"/>
                </a:lnTo>
                <a:lnTo>
                  <a:pt x="145" y="5"/>
                </a:lnTo>
                <a:lnTo>
                  <a:pt x="145" y="6"/>
                </a:lnTo>
                <a:lnTo>
                  <a:pt x="145" y="7"/>
                </a:lnTo>
                <a:lnTo>
                  <a:pt x="146" y="8"/>
                </a:lnTo>
                <a:lnTo>
                  <a:pt x="147" y="8"/>
                </a:lnTo>
                <a:lnTo>
                  <a:pt x="147" y="9"/>
                </a:lnTo>
                <a:lnTo>
                  <a:pt x="147" y="10"/>
                </a:lnTo>
                <a:lnTo>
                  <a:pt x="148" y="10"/>
                </a:lnTo>
                <a:lnTo>
                  <a:pt x="148" y="11"/>
                </a:lnTo>
                <a:lnTo>
                  <a:pt x="149" y="11"/>
                </a:lnTo>
                <a:lnTo>
                  <a:pt x="150" y="11"/>
                </a:lnTo>
                <a:lnTo>
                  <a:pt x="151" y="11"/>
                </a:lnTo>
                <a:lnTo>
                  <a:pt x="151" y="10"/>
                </a:lnTo>
                <a:lnTo>
                  <a:pt x="152" y="10"/>
                </a:lnTo>
                <a:lnTo>
                  <a:pt x="151" y="10"/>
                </a:lnTo>
                <a:lnTo>
                  <a:pt x="151" y="11"/>
                </a:lnTo>
                <a:lnTo>
                  <a:pt x="150" y="12"/>
                </a:lnTo>
                <a:lnTo>
                  <a:pt x="150" y="13"/>
                </a:lnTo>
                <a:lnTo>
                  <a:pt x="151" y="13"/>
                </a:lnTo>
                <a:lnTo>
                  <a:pt x="152" y="14"/>
                </a:lnTo>
                <a:lnTo>
                  <a:pt x="152" y="15"/>
                </a:lnTo>
                <a:lnTo>
                  <a:pt x="154" y="15"/>
                </a:lnTo>
                <a:lnTo>
                  <a:pt x="154" y="16"/>
                </a:lnTo>
                <a:lnTo>
                  <a:pt x="155" y="16"/>
                </a:lnTo>
                <a:lnTo>
                  <a:pt x="156" y="16"/>
                </a:lnTo>
                <a:lnTo>
                  <a:pt x="156" y="17"/>
                </a:lnTo>
                <a:lnTo>
                  <a:pt x="155" y="18"/>
                </a:lnTo>
                <a:lnTo>
                  <a:pt x="155" y="17"/>
                </a:lnTo>
                <a:lnTo>
                  <a:pt x="155" y="18"/>
                </a:lnTo>
                <a:lnTo>
                  <a:pt x="155" y="19"/>
                </a:lnTo>
                <a:lnTo>
                  <a:pt x="155" y="18"/>
                </a:lnTo>
                <a:lnTo>
                  <a:pt x="156" y="18"/>
                </a:lnTo>
                <a:lnTo>
                  <a:pt x="157" y="17"/>
                </a:lnTo>
                <a:lnTo>
                  <a:pt x="157" y="16"/>
                </a:lnTo>
                <a:lnTo>
                  <a:pt x="158" y="16"/>
                </a:lnTo>
                <a:lnTo>
                  <a:pt x="159" y="17"/>
                </a:lnTo>
                <a:lnTo>
                  <a:pt x="160" y="17"/>
                </a:lnTo>
                <a:lnTo>
                  <a:pt x="161" y="17"/>
                </a:lnTo>
                <a:lnTo>
                  <a:pt x="160" y="17"/>
                </a:lnTo>
                <a:lnTo>
                  <a:pt x="160" y="18"/>
                </a:lnTo>
                <a:lnTo>
                  <a:pt x="161" y="18"/>
                </a:lnTo>
                <a:lnTo>
                  <a:pt x="162" y="18"/>
                </a:lnTo>
                <a:lnTo>
                  <a:pt x="162" y="19"/>
                </a:lnTo>
                <a:lnTo>
                  <a:pt x="163" y="19"/>
                </a:lnTo>
                <a:lnTo>
                  <a:pt x="164" y="19"/>
                </a:lnTo>
                <a:lnTo>
                  <a:pt x="165" y="19"/>
                </a:lnTo>
                <a:lnTo>
                  <a:pt x="166" y="19"/>
                </a:lnTo>
                <a:lnTo>
                  <a:pt x="168" y="19"/>
                </a:lnTo>
                <a:lnTo>
                  <a:pt x="169" y="20"/>
                </a:lnTo>
                <a:lnTo>
                  <a:pt x="170" y="19"/>
                </a:lnTo>
                <a:lnTo>
                  <a:pt x="171" y="19"/>
                </a:lnTo>
                <a:lnTo>
                  <a:pt x="172" y="19"/>
                </a:lnTo>
                <a:lnTo>
                  <a:pt x="171" y="19"/>
                </a:lnTo>
                <a:lnTo>
                  <a:pt x="171" y="20"/>
                </a:lnTo>
                <a:lnTo>
                  <a:pt x="171" y="21"/>
                </a:lnTo>
                <a:lnTo>
                  <a:pt x="171" y="22"/>
                </a:lnTo>
                <a:lnTo>
                  <a:pt x="171" y="23"/>
                </a:lnTo>
                <a:lnTo>
                  <a:pt x="171" y="24"/>
                </a:lnTo>
                <a:lnTo>
                  <a:pt x="171" y="25"/>
                </a:lnTo>
                <a:lnTo>
                  <a:pt x="172" y="25"/>
                </a:lnTo>
                <a:lnTo>
                  <a:pt x="172" y="26"/>
                </a:lnTo>
                <a:lnTo>
                  <a:pt x="172" y="27"/>
                </a:lnTo>
                <a:lnTo>
                  <a:pt x="172" y="28"/>
                </a:lnTo>
                <a:lnTo>
                  <a:pt x="172" y="29"/>
                </a:lnTo>
                <a:lnTo>
                  <a:pt x="173" y="29"/>
                </a:lnTo>
                <a:lnTo>
                  <a:pt x="173" y="30"/>
                </a:lnTo>
                <a:lnTo>
                  <a:pt x="174" y="30"/>
                </a:lnTo>
                <a:lnTo>
                  <a:pt x="175" y="30"/>
                </a:lnTo>
                <a:lnTo>
                  <a:pt x="175" y="29"/>
                </a:lnTo>
                <a:lnTo>
                  <a:pt x="176" y="29"/>
                </a:lnTo>
                <a:lnTo>
                  <a:pt x="177" y="30"/>
                </a:lnTo>
                <a:lnTo>
                  <a:pt x="177" y="31"/>
                </a:lnTo>
                <a:lnTo>
                  <a:pt x="178" y="31"/>
                </a:lnTo>
                <a:lnTo>
                  <a:pt x="178" y="30"/>
                </a:lnTo>
                <a:lnTo>
                  <a:pt x="178" y="31"/>
                </a:lnTo>
                <a:lnTo>
                  <a:pt x="178" y="32"/>
                </a:lnTo>
                <a:lnTo>
                  <a:pt x="177" y="32"/>
                </a:lnTo>
                <a:lnTo>
                  <a:pt x="176" y="33"/>
                </a:lnTo>
                <a:lnTo>
                  <a:pt x="175" y="34"/>
                </a:lnTo>
                <a:lnTo>
                  <a:pt x="174" y="34"/>
                </a:lnTo>
                <a:lnTo>
                  <a:pt x="172" y="35"/>
                </a:lnTo>
                <a:lnTo>
                  <a:pt x="171" y="35"/>
                </a:lnTo>
                <a:lnTo>
                  <a:pt x="171" y="36"/>
                </a:lnTo>
                <a:lnTo>
                  <a:pt x="170" y="37"/>
                </a:lnTo>
                <a:lnTo>
                  <a:pt x="170" y="38"/>
                </a:lnTo>
                <a:lnTo>
                  <a:pt x="169" y="38"/>
                </a:lnTo>
                <a:lnTo>
                  <a:pt x="168" y="38"/>
                </a:lnTo>
                <a:lnTo>
                  <a:pt x="168" y="39"/>
                </a:lnTo>
                <a:lnTo>
                  <a:pt x="168" y="40"/>
                </a:lnTo>
                <a:lnTo>
                  <a:pt x="165" y="43"/>
                </a:lnTo>
                <a:lnTo>
                  <a:pt x="164" y="44"/>
                </a:lnTo>
                <a:lnTo>
                  <a:pt x="164" y="45"/>
                </a:lnTo>
                <a:lnTo>
                  <a:pt x="163" y="45"/>
                </a:lnTo>
                <a:lnTo>
                  <a:pt x="163" y="46"/>
                </a:lnTo>
                <a:lnTo>
                  <a:pt x="163" y="47"/>
                </a:lnTo>
                <a:lnTo>
                  <a:pt x="163" y="48"/>
                </a:lnTo>
                <a:lnTo>
                  <a:pt x="163" y="49"/>
                </a:lnTo>
                <a:lnTo>
                  <a:pt x="163" y="50"/>
                </a:lnTo>
                <a:lnTo>
                  <a:pt x="162" y="50"/>
                </a:lnTo>
                <a:lnTo>
                  <a:pt x="162" y="51"/>
                </a:lnTo>
                <a:lnTo>
                  <a:pt x="162" y="52"/>
                </a:lnTo>
                <a:lnTo>
                  <a:pt x="162" y="53"/>
                </a:lnTo>
                <a:lnTo>
                  <a:pt x="162" y="56"/>
                </a:lnTo>
                <a:lnTo>
                  <a:pt x="162" y="57"/>
                </a:lnTo>
                <a:lnTo>
                  <a:pt x="162" y="58"/>
                </a:lnTo>
                <a:lnTo>
                  <a:pt x="162" y="59"/>
                </a:lnTo>
                <a:lnTo>
                  <a:pt x="163" y="59"/>
                </a:lnTo>
                <a:lnTo>
                  <a:pt x="163" y="60"/>
                </a:lnTo>
                <a:lnTo>
                  <a:pt x="163" y="61"/>
                </a:lnTo>
                <a:lnTo>
                  <a:pt x="162" y="61"/>
                </a:lnTo>
                <a:lnTo>
                  <a:pt x="162" y="62"/>
                </a:lnTo>
                <a:lnTo>
                  <a:pt x="163" y="62"/>
                </a:lnTo>
                <a:lnTo>
                  <a:pt x="164" y="62"/>
                </a:lnTo>
                <a:lnTo>
                  <a:pt x="164" y="65"/>
                </a:lnTo>
                <a:lnTo>
                  <a:pt x="164" y="66"/>
                </a:lnTo>
                <a:lnTo>
                  <a:pt x="164" y="67"/>
                </a:lnTo>
                <a:lnTo>
                  <a:pt x="164" y="68"/>
                </a:lnTo>
                <a:lnTo>
                  <a:pt x="164" y="69"/>
                </a:lnTo>
                <a:lnTo>
                  <a:pt x="165" y="69"/>
                </a:lnTo>
                <a:lnTo>
                  <a:pt x="165" y="70"/>
                </a:lnTo>
                <a:lnTo>
                  <a:pt x="166" y="71"/>
                </a:lnTo>
                <a:lnTo>
                  <a:pt x="166" y="72"/>
                </a:lnTo>
                <a:lnTo>
                  <a:pt x="167" y="72"/>
                </a:lnTo>
                <a:lnTo>
                  <a:pt x="168" y="72"/>
                </a:lnTo>
                <a:lnTo>
                  <a:pt x="168" y="73"/>
                </a:lnTo>
                <a:lnTo>
                  <a:pt x="167" y="73"/>
                </a:lnTo>
                <a:lnTo>
                  <a:pt x="166" y="72"/>
                </a:lnTo>
                <a:lnTo>
                  <a:pt x="166" y="73"/>
                </a:lnTo>
                <a:lnTo>
                  <a:pt x="166" y="74"/>
                </a:lnTo>
                <a:lnTo>
                  <a:pt x="167" y="74"/>
                </a:lnTo>
                <a:lnTo>
                  <a:pt x="167" y="75"/>
                </a:lnTo>
                <a:lnTo>
                  <a:pt x="167" y="77"/>
                </a:lnTo>
                <a:lnTo>
                  <a:pt x="167" y="78"/>
                </a:lnTo>
                <a:lnTo>
                  <a:pt x="167" y="79"/>
                </a:lnTo>
                <a:lnTo>
                  <a:pt x="167" y="80"/>
                </a:lnTo>
                <a:lnTo>
                  <a:pt x="166" y="80"/>
                </a:lnTo>
                <a:lnTo>
                  <a:pt x="165" y="81"/>
                </a:lnTo>
                <a:lnTo>
                  <a:pt x="164" y="81"/>
                </a:lnTo>
                <a:lnTo>
                  <a:pt x="164" y="82"/>
                </a:lnTo>
                <a:lnTo>
                  <a:pt x="164" y="83"/>
                </a:lnTo>
                <a:lnTo>
                  <a:pt x="165" y="83"/>
                </a:lnTo>
                <a:lnTo>
                  <a:pt x="165" y="84"/>
                </a:lnTo>
                <a:lnTo>
                  <a:pt x="165" y="85"/>
                </a:lnTo>
                <a:lnTo>
                  <a:pt x="164" y="85"/>
                </a:lnTo>
                <a:lnTo>
                  <a:pt x="164" y="86"/>
                </a:lnTo>
                <a:lnTo>
                  <a:pt x="163" y="86"/>
                </a:lnTo>
                <a:lnTo>
                  <a:pt x="163" y="87"/>
                </a:lnTo>
                <a:lnTo>
                  <a:pt x="162" y="87"/>
                </a:lnTo>
                <a:lnTo>
                  <a:pt x="162" y="88"/>
                </a:lnTo>
                <a:lnTo>
                  <a:pt x="162" y="89"/>
                </a:lnTo>
                <a:lnTo>
                  <a:pt x="161" y="89"/>
                </a:lnTo>
                <a:lnTo>
                  <a:pt x="160" y="90"/>
                </a:lnTo>
                <a:lnTo>
                  <a:pt x="160" y="91"/>
                </a:lnTo>
                <a:lnTo>
                  <a:pt x="160" y="92"/>
                </a:lnTo>
                <a:lnTo>
                  <a:pt x="160" y="93"/>
                </a:lnTo>
                <a:lnTo>
                  <a:pt x="159" y="93"/>
                </a:lnTo>
                <a:lnTo>
                  <a:pt x="159" y="94"/>
                </a:lnTo>
                <a:lnTo>
                  <a:pt x="159" y="95"/>
                </a:lnTo>
                <a:lnTo>
                  <a:pt x="159" y="96"/>
                </a:lnTo>
                <a:lnTo>
                  <a:pt x="159" y="97"/>
                </a:lnTo>
                <a:lnTo>
                  <a:pt x="158" y="98"/>
                </a:lnTo>
                <a:lnTo>
                  <a:pt x="158" y="99"/>
                </a:lnTo>
                <a:lnTo>
                  <a:pt x="158" y="100"/>
                </a:lnTo>
                <a:lnTo>
                  <a:pt x="158" y="101"/>
                </a:lnTo>
                <a:lnTo>
                  <a:pt x="158" y="102"/>
                </a:lnTo>
                <a:lnTo>
                  <a:pt x="158" y="103"/>
                </a:lnTo>
                <a:lnTo>
                  <a:pt x="157" y="103"/>
                </a:lnTo>
                <a:lnTo>
                  <a:pt x="156" y="105"/>
                </a:lnTo>
                <a:lnTo>
                  <a:pt x="156" y="106"/>
                </a:lnTo>
                <a:lnTo>
                  <a:pt x="155" y="106"/>
                </a:lnTo>
                <a:lnTo>
                  <a:pt x="155" y="107"/>
                </a:lnTo>
                <a:lnTo>
                  <a:pt x="155" y="108"/>
                </a:lnTo>
                <a:lnTo>
                  <a:pt x="154" y="108"/>
                </a:lnTo>
                <a:lnTo>
                  <a:pt x="154" y="109"/>
                </a:lnTo>
                <a:lnTo>
                  <a:pt x="153" y="109"/>
                </a:lnTo>
                <a:lnTo>
                  <a:pt x="152" y="110"/>
                </a:lnTo>
                <a:lnTo>
                  <a:pt x="152" y="111"/>
                </a:lnTo>
                <a:lnTo>
                  <a:pt x="151" y="111"/>
                </a:lnTo>
                <a:lnTo>
                  <a:pt x="151" y="112"/>
                </a:lnTo>
                <a:lnTo>
                  <a:pt x="150" y="112"/>
                </a:lnTo>
                <a:lnTo>
                  <a:pt x="150" y="113"/>
                </a:lnTo>
                <a:lnTo>
                  <a:pt x="149" y="113"/>
                </a:lnTo>
                <a:lnTo>
                  <a:pt x="148" y="114"/>
                </a:lnTo>
                <a:lnTo>
                  <a:pt x="148" y="115"/>
                </a:lnTo>
                <a:lnTo>
                  <a:pt x="148" y="116"/>
                </a:lnTo>
                <a:lnTo>
                  <a:pt x="148" y="117"/>
                </a:lnTo>
                <a:lnTo>
                  <a:pt x="148" y="118"/>
                </a:lnTo>
                <a:lnTo>
                  <a:pt x="148" y="119"/>
                </a:lnTo>
                <a:lnTo>
                  <a:pt x="148" y="120"/>
                </a:lnTo>
                <a:lnTo>
                  <a:pt x="147" y="121"/>
                </a:lnTo>
                <a:lnTo>
                  <a:pt x="147" y="122"/>
                </a:lnTo>
                <a:lnTo>
                  <a:pt x="146" y="122"/>
                </a:lnTo>
                <a:lnTo>
                  <a:pt x="146" y="123"/>
                </a:lnTo>
                <a:lnTo>
                  <a:pt x="145" y="123"/>
                </a:lnTo>
                <a:lnTo>
                  <a:pt x="145" y="124"/>
                </a:lnTo>
                <a:lnTo>
                  <a:pt x="144" y="124"/>
                </a:lnTo>
                <a:lnTo>
                  <a:pt x="144" y="125"/>
                </a:lnTo>
                <a:lnTo>
                  <a:pt x="144" y="126"/>
                </a:lnTo>
                <a:lnTo>
                  <a:pt x="144" y="128"/>
                </a:lnTo>
                <a:lnTo>
                  <a:pt x="144" y="129"/>
                </a:lnTo>
                <a:lnTo>
                  <a:pt x="145" y="130"/>
                </a:lnTo>
                <a:lnTo>
                  <a:pt x="145" y="131"/>
                </a:lnTo>
                <a:lnTo>
                  <a:pt x="145" y="132"/>
                </a:lnTo>
                <a:lnTo>
                  <a:pt x="146" y="132"/>
                </a:lnTo>
                <a:lnTo>
                  <a:pt x="146" y="133"/>
                </a:lnTo>
                <a:lnTo>
                  <a:pt x="147" y="133"/>
                </a:lnTo>
                <a:lnTo>
                  <a:pt x="146" y="134"/>
                </a:lnTo>
                <a:lnTo>
                  <a:pt x="146" y="135"/>
                </a:lnTo>
                <a:lnTo>
                  <a:pt x="145" y="135"/>
                </a:lnTo>
                <a:lnTo>
                  <a:pt x="145" y="136"/>
                </a:lnTo>
                <a:lnTo>
                  <a:pt x="144" y="136"/>
                </a:lnTo>
                <a:lnTo>
                  <a:pt x="144" y="137"/>
                </a:lnTo>
                <a:lnTo>
                  <a:pt x="143" y="137"/>
                </a:lnTo>
                <a:lnTo>
                  <a:pt x="143" y="138"/>
                </a:lnTo>
                <a:lnTo>
                  <a:pt x="143" y="139"/>
                </a:lnTo>
                <a:lnTo>
                  <a:pt x="143" y="140"/>
                </a:lnTo>
                <a:lnTo>
                  <a:pt x="143" y="141"/>
                </a:lnTo>
                <a:lnTo>
                  <a:pt x="143" y="142"/>
                </a:lnTo>
                <a:lnTo>
                  <a:pt x="143" y="143"/>
                </a:lnTo>
                <a:lnTo>
                  <a:pt x="143" y="144"/>
                </a:lnTo>
                <a:lnTo>
                  <a:pt x="143" y="145"/>
                </a:lnTo>
                <a:lnTo>
                  <a:pt x="143" y="146"/>
                </a:lnTo>
                <a:lnTo>
                  <a:pt x="143" y="147"/>
                </a:lnTo>
                <a:lnTo>
                  <a:pt x="142" y="148"/>
                </a:lnTo>
                <a:lnTo>
                  <a:pt x="142" y="149"/>
                </a:lnTo>
                <a:lnTo>
                  <a:pt x="142" y="150"/>
                </a:lnTo>
                <a:lnTo>
                  <a:pt x="141" y="151"/>
                </a:lnTo>
                <a:lnTo>
                  <a:pt x="141" y="152"/>
                </a:lnTo>
                <a:lnTo>
                  <a:pt x="141" y="153"/>
                </a:lnTo>
                <a:lnTo>
                  <a:pt x="140" y="153"/>
                </a:lnTo>
                <a:lnTo>
                  <a:pt x="140" y="154"/>
                </a:lnTo>
                <a:lnTo>
                  <a:pt x="140" y="155"/>
                </a:lnTo>
                <a:lnTo>
                  <a:pt x="140" y="157"/>
                </a:lnTo>
                <a:lnTo>
                  <a:pt x="140" y="158"/>
                </a:lnTo>
                <a:lnTo>
                  <a:pt x="140" y="159"/>
                </a:lnTo>
                <a:lnTo>
                  <a:pt x="140" y="160"/>
                </a:lnTo>
                <a:lnTo>
                  <a:pt x="139" y="160"/>
                </a:lnTo>
                <a:lnTo>
                  <a:pt x="139" y="161"/>
                </a:lnTo>
                <a:lnTo>
                  <a:pt x="139" y="162"/>
                </a:lnTo>
                <a:lnTo>
                  <a:pt x="138" y="162"/>
                </a:lnTo>
                <a:lnTo>
                  <a:pt x="138" y="163"/>
                </a:lnTo>
                <a:lnTo>
                  <a:pt x="138" y="164"/>
                </a:lnTo>
                <a:lnTo>
                  <a:pt x="138" y="165"/>
                </a:lnTo>
                <a:lnTo>
                  <a:pt x="138" y="166"/>
                </a:lnTo>
                <a:lnTo>
                  <a:pt x="138" y="167"/>
                </a:lnTo>
                <a:lnTo>
                  <a:pt x="137" y="167"/>
                </a:lnTo>
                <a:lnTo>
                  <a:pt x="137" y="168"/>
                </a:lnTo>
                <a:lnTo>
                  <a:pt x="138" y="168"/>
                </a:lnTo>
                <a:lnTo>
                  <a:pt x="137" y="168"/>
                </a:lnTo>
                <a:lnTo>
                  <a:pt x="137" y="169"/>
                </a:lnTo>
                <a:lnTo>
                  <a:pt x="137" y="170"/>
                </a:lnTo>
                <a:lnTo>
                  <a:pt x="136" y="170"/>
                </a:lnTo>
                <a:lnTo>
                  <a:pt x="136" y="172"/>
                </a:lnTo>
                <a:lnTo>
                  <a:pt x="136" y="173"/>
                </a:lnTo>
                <a:lnTo>
                  <a:pt x="136" y="176"/>
                </a:lnTo>
                <a:lnTo>
                  <a:pt x="136" y="177"/>
                </a:lnTo>
                <a:lnTo>
                  <a:pt x="136" y="178"/>
                </a:lnTo>
                <a:lnTo>
                  <a:pt x="135" y="178"/>
                </a:lnTo>
                <a:lnTo>
                  <a:pt x="135" y="179"/>
                </a:lnTo>
                <a:lnTo>
                  <a:pt x="134" y="180"/>
                </a:lnTo>
                <a:lnTo>
                  <a:pt x="134" y="181"/>
                </a:lnTo>
                <a:lnTo>
                  <a:pt x="134" y="182"/>
                </a:lnTo>
                <a:lnTo>
                  <a:pt x="134" y="183"/>
                </a:lnTo>
                <a:lnTo>
                  <a:pt x="134" y="184"/>
                </a:lnTo>
                <a:lnTo>
                  <a:pt x="134" y="185"/>
                </a:lnTo>
                <a:lnTo>
                  <a:pt x="134" y="186"/>
                </a:lnTo>
                <a:lnTo>
                  <a:pt x="135" y="186"/>
                </a:lnTo>
                <a:lnTo>
                  <a:pt x="134" y="187"/>
                </a:lnTo>
                <a:lnTo>
                  <a:pt x="134" y="189"/>
                </a:lnTo>
                <a:lnTo>
                  <a:pt x="133" y="189"/>
                </a:lnTo>
                <a:lnTo>
                  <a:pt x="133" y="190"/>
                </a:lnTo>
                <a:lnTo>
                  <a:pt x="133" y="191"/>
                </a:lnTo>
                <a:lnTo>
                  <a:pt x="133" y="192"/>
                </a:lnTo>
                <a:lnTo>
                  <a:pt x="132" y="193"/>
                </a:lnTo>
                <a:lnTo>
                  <a:pt x="132" y="194"/>
                </a:lnTo>
                <a:lnTo>
                  <a:pt x="131" y="196"/>
                </a:lnTo>
                <a:lnTo>
                  <a:pt x="131" y="197"/>
                </a:lnTo>
                <a:lnTo>
                  <a:pt x="131" y="198"/>
                </a:lnTo>
                <a:lnTo>
                  <a:pt x="131" y="199"/>
                </a:lnTo>
                <a:lnTo>
                  <a:pt x="131" y="201"/>
                </a:lnTo>
                <a:lnTo>
                  <a:pt x="130" y="202"/>
                </a:lnTo>
                <a:lnTo>
                  <a:pt x="130" y="203"/>
                </a:lnTo>
                <a:lnTo>
                  <a:pt x="130" y="204"/>
                </a:lnTo>
                <a:lnTo>
                  <a:pt x="129" y="204"/>
                </a:lnTo>
                <a:lnTo>
                  <a:pt x="129" y="205"/>
                </a:lnTo>
                <a:lnTo>
                  <a:pt x="128" y="205"/>
                </a:lnTo>
                <a:lnTo>
                  <a:pt x="127" y="207"/>
                </a:lnTo>
                <a:lnTo>
                  <a:pt x="127" y="208"/>
                </a:lnTo>
                <a:lnTo>
                  <a:pt x="126" y="210"/>
                </a:lnTo>
                <a:lnTo>
                  <a:pt x="126" y="211"/>
                </a:lnTo>
                <a:lnTo>
                  <a:pt x="126" y="212"/>
                </a:lnTo>
                <a:lnTo>
                  <a:pt x="126" y="213"/>
                </a:lnTo>
                <a:lnTo>
                  <a:pt x="126" y="214"/>
                </a:lnTo>
                <a:lnTo>
                  <a:pt x="125" y="214"/>
                </a:lnTo>
                <a:lnTo>
                  <a:pt x="125" y="215"/>
                </a:lnTo>
                <a:lnTo>
                  <a:pt x="124" y="215"/>
                </a:lnTo>
                <a:lnTo>
                  <a:pt x="124" y="216"/>
                </a:lnTo>
                <a:lnTo>
                  <a:pt x="124" y="217"/>
                </a:lnTo>
                <a:lnTo>
                  <a:pt x="124" y="218"/>
                </a:lnTo>
                <a:lnTo>
                  <a:pt x="125" y="219"/>
                </a:lnTo>
                <a:lnTo>
                  <a:pt x="125" y="220"/>
                </a:lnTo>
                <a:lnTo>
                  <a:pt x="125" y="221"/>
                </a:lnTo>
                <a:lnTo>
                  <a:pt x="124" y="221"/>
                </a:lnTo>
                <a:lnTo>
                  <a:pt x="124" y="223"/>
                </a:lnTo>
                <a:lnTo>
                  <a:pt x="125" y="224"/>
                </a:lnTo>
                <a:lnTo>
                  <a:pt x="125" y="225"/>
                </a:lnTo>
                <a:lnTo>
                  <a:pt x="124" y="225"/>
                </a:lnTo>
                <a:lnTo>
                  <a:pt x="124" y="224"/>
                </a:lnTo>
                <a:lnTo>
                  <a:pt x="124" y="225"/>
                </a:lnTo>
                <a:lnTo>
                  <a:pt x="123" y="226"/>
                </a:lnTo>
                <a:lnTo>
                  <a:pt x="123" y="227"/>
                </a:lnTo>
                <a:lnTo>
                  <a:pt x="121" y="227"/>
                </a:lnTo>
                <a:lnTo>
                  <a:pt x="120" y="228"/>
                </a:lnTo>
                <a:lnTo>
                  <a:pt x="120" y="229"/>
                </a:lnTo>
                <a:lnTo>
                  <a:pt x="120" y="230"/>
                </a:lnTo>
                <a:lnTo>
                  <a:pt x="119" y="230"/>
                </a:lnTo>
                <a:lnTo>
                  <a:pt x="119" y="231"/>
                </a:lnTo>
                <a:lnTo>
                  <a:pt x="119" y="232"/>
                </a:lnTo>
                <a:lnTo>
                  <a:pt x="119" y="233"/>
                </a:lnTo>
                <a:lnTo>
                  <a:pt x="118" y="234"/>
                </a:lnTo>
                <a:lnTo>
                  <a:pt x="118" y="235"/>
                </a:lnTo>
                <a:lnTo>
                  <a:pt x="117" y="237"/>
                </a:lnTo>
                <a:lnTo>
                  <a:pt x="117" y="238"/>
                </a:lnTo>
                <a:lnTo>
                  <a:pt x="117" y="239"/>
                </a:lnTo>
                <a:lnTo>
                  <a:pt x="116" y="239"/>
                </a:lnTo>
                <a:lnTo>
                  <a:pt x="116" y="240"/>
                </a:lnTo>
                <a:lnTo>
                  <a:pt x="115" y="241"/>
                </a:lnTo>
                <a:lnTo>
                  <a:pt x="114" y="241"/>
                </a:lnTo>
                <a:lnTo>
                  <a:pt x="114" y="242"/>
                </a:lnTo>
                <a:lnTo>
                  <a:pt x="113" y="243"/>
                </a:lnTo>
                <a:lnTo>
                  <a:pt x="112" y="246"/>
                </a:lnTo>
                <a:lnTo>
                  <a:pt x="111" y="248"/>
                </a:lnTo>
                <a:lnTo>
                  <a:pt x="110" y="249"/>
                </a:lnTo>
                <a:lnTo>
                  <a:pt x="109" y="249"/>
                </a:lnTo>
                <a:lnTo>
                  <a:pt x="109" y="250"/>
                </a:lnTo>
                <a:lnTo>
                  <a:pt x="108" y="250"/>
                </a:lnTo>
                <a:lnTo>
                  <a:pt x="107" y="250"/>
                </a:lnTo>
                <a:lnTo>
                  <a:pt x="107" y="251"/>
                </a:lnTo>
                <a:lnTo>
                  <a:pt x="106" y="251"/>
                </a:lnTo>
                <a:lnTo>
                  <a:pt x="106" y="252"/>
                </a:lnTo>
                <a:lnTo>
                  <a:pt x="105" y="252"/>
                </a:lnTo>
                <a:lnTo>
                  <a:pt x="105" y="253"/>
                </a:lnTo>
                <a:lnTo>
                  <a:pt x="105" y="254"/>
                </a:lnTo>
                <a:lnTo>
                  <a:pt x="105" y="255"/>
                </a:lnTo>
                <a:lnTo>
                  <a:pt x="106" y="255"/>
                </a:lnTo>
                <a:lnTo>
                  <a:pt x="106" y="256"/>
                </a:lnTo>
                <a:lnTo>
                  <a:pt x="106" y="257"/>
                </a:lnTo>
                <a:lnTo>
                  <a:pt x="106" y="258"/>
                </a:lnTo>
                <a:lnTo>
                  <a:pt x="105" y="258"/>
                </a:lnTo>
                <a:lnTo>
                  <a:pt x="105" y="259"/>
                </a:lnTo>
                <a:lnTo>
                  <a:pt x="104" y="259"/>
                </a:lnTo>
                <a:lnTo>
                  <a:pt x="104" y="260"/>
                </a:lnTo>
                <a:lnTo>
                  <a:pt x="104" y="261"/>
                </a:lnTo>
                <a:lnTo>
                  <a:pt x="104" y="262"/>
                </a:lnTo>
                <a:lnTo>
                  <a:pt x="103" y="262"/>
                </a:lnTo>
                <a:lnTo>
                  <a:pt x="102" y="262"/>
                </a:lnTo>
                <a:lnTo>
                  <a:pt x="102" y="263"/>
                </a:lnTo>
                <a:lnTo>
                  <a:pt x="101" y="263"/>
                </a:lnTo>
                <a:lnTo>
                  <a:pt x="101" y="264"/>
                </a:lnTo>
                <a:lnTo>
                  <a:pt x="100" y="264"/>
                </a:lnTo>
                <a:lnTo>
                  <a:pt x="100" y="265"/>
                </a:lnTo>
                <a:lnTo>
                  <a:pt x="99" y="265"/>
                </a:lnTo>
                <a:lnTo>
                  <a:pt x="99" y="266"/>
                </a:lnTo>
                <a:lnTo>
                  <a:pt x="98" y="266"/>
                </a:lnTo>
                <a:lnTo>
                  <a:pt x="97" y="267"/>
                </a:lnTo>
                <a:lnTo>
                  <a:pt x="96" y="267"/>
                </a:lnTo>
                <a:lnTo>
                  <a:pt x="95" y="268"/>
                </a:lnTo>
                <a:lnTo>
                  <a:pt x="94" y="269"/>
                </a:lnTo>
                <a:lnTo>
                  <a:pt x="93" y="270"/>
                </a:lnTo>
                <a:lnTo>
                  <a:pt x="92" y="270"/>
                </a:lnTo>
                <a:lnTo>
                  <a:pt x="91" y="270"/>
                </a:lnTo>
                <a:lnTo>
                  <a:pt x="91" y="271"/>
                </a:lnTo>
                <a:lnTo>
                  <a:pt x="91" y="272"/>
                </a:lnTo>
                <a:lnTo>
                  <a:pt x="90" y="272"/>
                </a:lnTo>
                <a:lnTo>
                  <a:pt x="90" y="273"/>
                </a:lnTo>
                <a:lnTo>
                  <a:pt x="90" y="274"/>
                </a:lnTo>
                <a:lnTo>
                  <a:pt x="89" y="275"/>
                </a:lnTo>
                <a:lnTo>
                  <a:pt x="89" y="276"/>
                </a:lnTo>
                <a:lnTo>
                  <a:pt x="89" y="277"/>
                </a:lnTo>
                <a:lnTo>
                  <a:pt x="89" y="278"/>
                </a:lnTo>
                <a:lnTo>
                  <a:pt x="89" y="279"/>
                </a:lnTo>
                <a:lnTo>
                  <a:pt x="88" y="280"/>
                </a:lnTo>
                <a:lnTo>
                  <a:pt x="87" y="280"/>
                </a:lnTo>
                <a:lnTo>
                  <a:pt x="87" y="281"/>
                </a:lnTo>
                <a:lnTo>
                  <a:pt x="86" y="282"/>
                </a:lnTo>
                <a:lnTo>
                  <a:pt x="86" y="283"/>
                </a:lnTo>
                <a:lnTo>
                  <a:pt x="86" y="284"/>
                </a:lnTo>
                <a:lnTo>
                  <a:pt x="85" y="284"/>
                </a:lnTo>
                <a:lnTo>
                  <a:pt x="85" y="285"/>
                </a:lnTo>
                <a:lnTo>
                  <a:pt x="85" y="287"/>
                </a:lnTo>
                <a:lnTo>
                  <a:pt x="84" y="288"/>
                </a:lnTo>
                <a:lnTo>
                  <a:pt x="84" y="289"/>
                </a:lnTo>
                <a:lnTo>
                  <a:pt x="84" y="290"/>
                </a:lnTo>
                <a:lnTo>
                  <a:pt x="84" y="291"/>
                </a:lnTo>
                <a:lnTo>
                  <a:pt x="83" y="292"/>
                </a:lnTo>
                <a:lnTo>
                  <a:pt x="83" y="294"/>
                </a:lnTo>
                <a:lnTo>
                  <a:pt x="82" y="295"/>
                </a:lnTo>
                <a:lnTo>
                  <a:pt x="82" y="296"/>
                </a:lnTo>
                <a:lnTo>
                  <a:pt x="82" y="297"/>
                </a:lnTo>
                <a:lnTo>
                  <a:pt x="80" y="297"/>
                </a:lnTo>
                <a:lnTo>
                  <a:pt x="80" y="298"/>
                </a:lnTo>
                <a:lnTo>
                  <a:pt x="80" y="299"/>
                </a:lnTo>
                <a:lnTo>
                  <a:pt x="79" y="300"/>
                </a:lnTo>
                <a:lnTo>
                  <a:pt x="79" y="301"/>
                </a:lnTo>
                <a:lnTo>
                  <a:pt x="79" y="302"/>
                </a:lnTo>
                <a:lnTo>
                  <a:pt x="79" y="303"/>
                </a:lnTo>
                <a:lnTo>
                  <a:pt x="78" y="303"/>
                </a:lnTo>
                <a:lnTo>
                  <a:pt x="78" y="304"/>
                </a:lnTo>
                <a:lnTo>
                  <a:pt x="78" y="305"/>
                </a:lnTo>
                <a:lnTo>
                  <a:pt x="78" y="306"/>
                </a:lnTo>
                <a:lnTo>
                  <a:pt x="77" y="307"/>
                </a:lnTo>
                <a:lnTo>
                  <a:pt x="77" y="311"/>
                </a:lnTo>
                <a:lnTo>
                  <a:pt x="78" y="312"/>
                </a:lnTo>
                <a:lnTo>
                  <a:pt x="78" y="319"/>
                </a:lnTo>
                <a:lnTo>
                  <a:pt x="78" y="324"/>
                </a:lnTo>
                <a:lnTo>
                  <a:pt x="78" y="325"/>
                </a:lnTo>
                <a:lnTo>
                  <a:pt x="77" y="326"/>
                </a:lnTo>
                <a:lnTo>
                  <a:pt x="77" y="327"/>
                </a:lnTo>
                <a:lnTo>
                  <a:pt x="77" y="328"/>
                </a:lnTo>
                <a:lnTo>
                  <a:pt x="78" y="328"/>
                </a:lnTo>
                <a:lnTo>
                  <a:pt x="77" y="330"/>
                </a:lnTo>
                <a:lnTo>
                  <a:pt x="77" y="331"/>
                </a:lnTo>
                <a:lnTo>
                  <a:pt x="78" y="331"/>
                </a:lnTo>
                <a:lnTo>
                  <a:pt x="78" y="334"/>
                </a:lnTo>
                <a:lnTo>
                  <a:pt x="78" y="335"/>
                </a:lnTo>
                <a:lnTo>
                  <a:pt x="78" y="336"/>
                </a:lnTo>
                <a:lnTo>
                  <a:pt x="77" y="336"/>
                </a:lnTo>
                <a:lnTo>
                  <a:pt x="77" y="337"/>
                </a:lnTo>
                <a:lnTo>
                  <a:pt x="76" y="338"/>
                </a:lnTo>
                <a:lnTo>
                  <a:pt x="76" y="339"/>
                </a:lnTo>
                <a:lnTo>
                  <a:pt x="75" y="339"/>
                </a:lnTo>
                <a:lnTo>
                  <a:pt x="74" y="340"/>
                </a:lnTo>
                <a:lnTo>
                  <a:pt x="73" y="340"/>
                </a:lnTo>
                <a:lnTo>
                  <a:pt x="73" y="341"/>
                </a:lnTo>
                <a:lnTo>
                  <a:pt x="73" y="342"/>
                </a:lnTo>
                <a:lnTo>
                  <a:pt x="73" y="343"/>
                </a:lnTo>
                <a:lnTo>
                  <a:pt x="73" y="344"/>
                </a:lnTo>
                <a:lnTo>
                  <a:pt x="73" y="345"/>
                </a:lnTo>
                <a:lnTo>
                  <a:pt x="74" y="346"/>
                </a:lnTo>
                <a:lnTo>
                  <a:pt x="74" y="347"/>
                </a:lnTo>
                <a:lnTo>
                  <a:pt x="75" y="347"/>
                </a:lnTo>
                <a:lnTo>
                  <a:pt x="75" y="348"/>
                </a:lnTo>
                <a:lnTo>
                  <a:pt x="75" y="349"/>
                </a:lnTo>
                <a:lnTo>
                  <a:pt x="74" y="349"/>
                </a:lnTo>
                <a:lnTo>
                  <a:pt x="73" y="348"/>
                </a:lnTo>
                <a:lnTo>
                  <a:pt x="73" y="347"/>
                </a:lnTo>
                <a:lnTo>
                  <a:pt x="72" y="347"/>
                </a:lnTo>
                <a:lnTo>
                  <a:pt x="72" y="346"/>
                </a:lnTo>
                <a:lnTo>
                  <a:pt x="71" y="346"/>
                </a:lnTo>
                <a:lnTo>
                  <a:pt x="71" y="345"/>
                </a:lnTo>
                <a:lnTo>
                  <a:pt x="71" y="346"/>
                </a:lnTo>
                <a:lnTo>
                  <a:pt x="70" y="346"/>
                </a:lnTo>
                <a:lnTo>
                  <a:pt x="69" y="345"/>
                </a:lnTo>
                <a:lnTo>
                  <a:pt x="68" y="344"/>
                </a:lnTo>
                <a:lnTo>
                  <a:pt x="67" y="344"/>
                </a:lnTo>
                <a:lnTo>
                  <a:pt x="66" y="343"/>
                </a:lnTo>
                <a:lnTo>
                  <a:pt x="65" y="343"/>
                </a:lnTo>
                <a:lnTo>
                  <a:pt x="64" y="344"/>
                </a:lnTo>
                <a:lnTo>
                  <a:pt x="64" y="345"/>
                </a:lnTo>
                <a:lnTo>
                  <a:pt x="65" y="346"/>
                </a:lnTo>
                <a:lnTo>
                  <a:pt x="64" y="346"/>
                </a:lnTo>
                <a:lnTo>
                  <a:pt x="64" y="347"/>
                </a:lnTo>
                <a:lnTo>
                  <a:pt x="63" y="347"/>
                </a:lnTo>
                <a:lnTo>
                  <a:pt x="62" y="347"/>
                </a:lnTo>
                <a:lnTo>
                  <a:pt x="62" y="346"/>
                </a:lnTo>
                <a:lnTo>
                  <a:pt x="61" y="346"/>
                </a:lnTo>
                <a:lnTo>
                  <a:pt x="61" y="345"/>
                </a:lnTo>
                <a:lnTo>
                  <a:pt x="61" y="344"/>
                </a:lnTo>
                <a:lnTo>
                  <a:pt x="61" y="342"/>
                </a:lnTo>
                <a:lnTo>
                  <a:pt x="62" y="342"/>
                </a:lnTo>
                <a:lnTo>
                  <a:pt x="62" y="341"/>
                </a:lnTo>
                <a:lnTo>
                  <a:pt x="61" y="341"/>
                </a:lnTo>
                <a:lnTo>
                  <a:pt x="61" y="340"/>
                </a:lnTo>
                <a:lnTo>
                  <a:pt x="60" y="339"/>
                </a:lnTo>
                <a:lnTo>
                  <a:pt x="60" y="338"/>
                </a:lnTo>
                <a:lnTo>
                  <a:pt x="59" y="337"/>
                </a:lnTo>
                <a:lnTo>
                  <a:pt x="59" y="336"/>
                </a:lnTo>
                <a:lnTo>
                  <a:pt x="59" y="335"/>
                </a:lnTo>
                <a:lnTo>
                  <a:pt x="60" y="335"/>
                </a:lnTo>
                <a:lnTo>
                  <a:pt x="60" y="334"/>
                </a:lnTo>
                <a:lnTo>
                  <a:pt x="60" y="333"/>
                </a:lnTo>
                <a:lnTo>
                  <a:pt x="61" y="333"/>
                </a:lnTo>
                <a:lnTo>
                  <a:pt x="61" y="332"/>
                </a:lnTo>
                <a:lnTo>
                  <a:pt x="61" y="331"/>
                </a:lnTo>
                <a:lnTo>
                  <a:pt x="60" y="330"/>
                </a:lnTo>
                <a:lnTo>
                  <a:pt x="61" y="330"/>
                </a:lnTo>
                <a:lnTo>
                  <a:pt x="62" y="330"/>
                </a:lnTo>
                <a:lnTo>
                  <a:pt x="62" y="329"/>
                </a:lnTo>
                <a:lnTo>
                  <a:pt x="61" y="328"/>
                </a:lnTo>
                <a:lnTo>
                  <a:pt x="61" y="327"/>
                </a:lnTo>
                <a:lnTo>
                  <a:pt x="61" y="326"/>
                </a:lnTo>
                <a:lnTo>
                  <a:pt x="59" y="319"/>
                </a:lnTo>
                <a:lnTo>
                  <a:pt x="59" y="318"/>
                </a:lnTo>
                <a:lnTo>
                  <a:pt x="59" y="317"/>
                </a:lnTo>
                <a:lnTo>
                  <a:pt x="58" y="317"/>
                </a:lnTo>
                <a:lnTo>
                  <a:pt x="58" y="316"/>
                </a:lnTo>
                <a:lnTo>
                  <a:pt x="58" y="315"/>
                </a:lnTo>
                <a:lnTo>
                  <a:pt x="57" y="314"/>
                </a:lnTo>
                <a:lnTo>
                  <a:pt x="56" y="313"/>
                </a:lnTo>
                <a:lnTo>
                  <a:pt x="56" y="312"/>
                </a:lnTo>
                <a:lnTo>
                  <a:pt x="56" y="311"/>
                </a:lnTo>
                <a:lnTo>
                  <a:pt x="56" y="310"/>
                </a:lnTo>
                <a:lnTo>
                  <a:pt x="55" y="310"/>
                </a:lnTo>
                <a:lnTo>
                  <a:pt x="55" y="309"/>
                </a:lnTo>
                <a:lnTo>
                  <a:pt x="55" y="308"/>
                </a:lnTo>
                <a:lnTo>
                  <a:pt x="55" y="307"/>
                </a:lnTo>
                <a:lnTo>
                  <a:pt x="54" y="307"/>
                </a:lnTo>
                <a:lnTo>
                  <a:pt x="53" y="305"/>
                </a:lnTo>
                <a:lnTo>
                  <a:pt x="52" y="304"/>
                </a:lnTo>
                <a:lnTo>
                  <a:pt x="52" y="303"/>
                </a:lnTo>
                <a:lnTo>
                  <a:pt x="51" y="303"/>
                </a:lnTo>
                <a:lnTo>
                  <a:pt x="51" y="302"/>
                </a:lnTo>
                <a:lnTo>
                  <a:pt x="51" y="301"/>
                </a:lnTo>
                <a:lnTo>
                  <a:pt x="50" y="301"/>
                </a:lnTo>
                <a:lnTo>
                  <a:pt x="50" y="300"/>
                </a:lnTo>
                <a:lnTo>
                  <a:pt x="49" y="300"/>
                </a:lnTo>
                <a:lnTo>
                  <a:pt x="48" y="299"/>
                </a:lnTo>
                <a:lnTo>
                  <a:pt x="47" y="299"/>
                </a:lnTo>
                <a:lnTo>
                  <a:pt x="47" y="298"/>
                </a:lnTo>
                <a:lnTo>
                  <a:pt x="46" y="298"/>
                </a:lnTo>
                <a:lnTo>
                  <a:pt x="45" y="297"/>
                </a:lnTo>
                <a:lnTo>
                  <a:pt x="44" y="297"/>
                </a:lnTo>
                <a:lnTo>
                  <a:pt x="44" y="296"/>
                </a:lnTo>
                <a:lnTo>
                  <a:pt x="43" y="296"/>
                </a:lnTo>
                <a:lnTo>
                  <a:pt x="42" y="296"/>
                </a:lnTo>
                <a:lnTo>
                  <a:pt x="42" y="295"/>
                </a:lnTo>
                <a:lnTo>
                  <a:pt x="41" y="295"/>
                </a:lnTo>
                <a:lnTo>
                  <a:pt x="40" y="295"/>
                </a:lnTo>
                <a:lnTo>
                  <a:pt x="39" y="294"/>
                </a:lnTo>
                <a:lnTo>
                  <a:pt x="38" y="293"/>
                </a:lnTo>
                <a:lnTo>
                  <a:pt x="38" y="292"/>
                </a:lnTo>
                <a:lnTo>
                  <a:pt x="37" y="292"/>
                </a:lnTo>
                <a:lnTo>
                  <a:pt x="37" y="291"/>
                </a:lnTo>
                <a:lnTo>
                  <a:pt x="36" y="291"/>
                </a:lnTo>
                <a:lnTo>
                  <a:pt x="36" y="290"/>
                </a:lnTo>
                <a:lnTo>
                  <a:pt x="35" y="290"/>
                </a:lnTo>
                <a:lnTo>
                  <a:pt x="34" y="290"/>
                </a:lnTo>
                <a:lnTo>
                  <a:pt x="35" y="290"/>
                </a:lnTo>
                <a:lnTo>
                  <a:pt x="34" y="290"/>
                </a:lnTo>
                <a:lnTo>
                  <a:pt x="33" y="290"/>
                </a:lnTo>
                <a:lnTo>
                  <a:pt x="33" y="289"/>
                </a:lnTo>
                <a:lnTo>
                  <a:pt x="32" y="289"/>
                </a:lnTo>
                <a:lnTo>
                  <a:pt x="32" y="288"/>
                </a:lnTo>
                <a:lnTo>
                  <a:pt x="31" y="288"/>
                </a:lnTo>
                <a:lnTo>
                  <a:pt x="30" y="287"/>
                </a:lnTo>
                <a:lnTo>
                  <a:pt x="29" y="287"/>
                </a:lnTo>
                <a:lnTo>
                  <a:pt x="28" y="286"/>
                </a:lnTo>
                <a:lnTo>
                  <a:pt x="27" y="285"/>
                </a:lnTo>
                <a:lnTo>
                  <a:pt x="27" y="284"/>
                </a:lnTo>
                <a:lnTo>
                  <a:pt x="26" y="284"/>
                </a:lnTo>
                <a:lnTo>
                  <a:pt x="26" y="283"/>
                </a:lnTo>
                <a:lnTo>
                  <a:pt x="26" y="282"/>
                </a:lnTo>
                <a:lnTo>
                  <a:pt x="26" y="283"/>
                </a:lnTo>
                <a:lnTo>
                  <a:pt x="27" y="283"/>
                </a:lnTo>
                <a:lnTo>
                  <a:pt x="27" y="284"/>
                </a:lnTo>
                <a:lnTo>
                  <a:pt x="28" y="283"/>
                </a:lnTo>
                <a:lnTo>
                  <a:pt x="27" y="283"/>
                </a:lnTo>
                <a:lnTo>
                  <a:pt x="27" y="282"/>
                </a:lnTo>
                <a:lnTo>
                  <a:pt x="26" y="282"/>
                </a:lnTo>
                <a:lnTo>
                  <a:pt x="26" y="281"/>
                </a:lnTo>
                <a:lnTo>
                  <a:pt x="25" y="280"/>
                </a:lnTo>
                <a:lnTo>
                  <a:pt x="24" y="279"/>
                </a:lnTo>
                <a:lnTo>
                  <a:pt x="23" y="278"/>
                </a:lnTo>
                <a:lnTo>
                  <a:pt x="23" y="277"/>
                </a:lnTo>
                <a:lnTo>
                  <a:pt x="23" y="276"/>
                </a:lnTo>
                <a:lnTo>
                  <a:pt x="23" y="277"/>
                </a:lnTo>
                <a:lnTo>
                  <a:pt x="24" y="276"/>
                </a:lnTo>
                <a:lnTo>
                  <a:pt x="23" y="276"/>
                </a:lnTo>
                <a:lnTo>
                  <a:pt x="24" y="276"/>
                </a:lnTo>
                <a:lnTo>
                  <a:pt x="23" y="276"/>
                </a:lnTo>
                <a:lnTo>
                  <a:pt x="23" y="275"/>
                </a:lnTo>
                <a:lnTo>
                  <a:pt x="23" y="276"/>
                </a:lnTo>
                <a:lnTo>
                  <a:pt x="22" y="275"/>
                </a:lnTo>
                <a:lnTo>
                  <a:pt x="21" y="276"/>
                </a:lnTo>
                <a:lnTo>
                  <a:pt x="21" y="275"/>
                </a:lnTo>
                <a:lnTo>
                  <a:pt x="21" y="274"/>
                </a:lnTo>
                <a:lnTo>
                  <a:pt x="20" y="274"/>
                </a:lnTo>
                <a:lnTo>
                  <a:pt x="20" y="273"/>
                </a:lnTo>
                <a:lnTo>
                  <a:pt x="20" y="272"/>
                </a:lnTo>
                <a:lnTo>
                  <a:pt x="20" y="271"/>
                </a:lnTo>
                <a:lnTo>
                  <a:pt x="20" y="270"/>
                </a:lnTo>
                <a:lnTo>
                  <a:pt x="21" y="270"/>
                </a:lnTo>
                <a:lnTo>
                  <a:pt x="22" y="269"/>
                </a:lnTo>
                <a:lnTo>
                  <a:pt x="22" y="268"/>
                </a:lnTo>
                <a:lnTo>
                  <a:pt x="22" y="266"/>
                </a:lnTo>
                <a:lnTo>
                  <a:pt x="21" y="266"/>
                </a:lnTo>
                <a:lnTo>
                  <a:pt x="21" y="267"/>
                </a:lnTo>
                <a:lnTo>
                  <a:pt x="20" y="266"/>
                </a:lnTo>
                <a:lnTo>
                  <a:pt x="20" y="265"/>
                </a:lnTo>
                <a:lnTo>
                  <a:pt x="20" y="264"/>
                </a:lnTo>
                <a:lnTo>
                  <a:pt x="19" y="263"/>
                </a:lnTo>
                <a:lnTo>
                  <a:pt x="19" y="262"/>
                </a:lnTo>
                <a:lnTo>
                  <a:pt x="18" y="261"/>
                </a:lnTo>
                <a:lnTo>
                  <a:pt x="18" y="259"/>
                </a:lnTo>
                <a:lnTo>
                  <a:pt x="17" y="258"/>
                </a:lnTo>
                <a:lnTo>
                  <a:pt x="17" y="257"/>
                </a:lnTo>
                <a:lnTo>
                  <a:pt x="16" y="256"/>
                </a:lnTo>
                <a:lnTo>
                  <a:pt x="15" y="256"/>
                </a:lnTo>
                <a:lnTo>
                  <a:pt x="16" y="256"/>
                </a:lnTo>
                <a:lnTo>
                  <a:pt x="16" y="255"/>
                </a:lnTo>
                <a:lnTo>
                  <a:pt x="16" y="254"/>
                </a:lnTo>
                <a:lnTo>
                  <a:pt x="15" y="253"/>
                </a:lnTo>
                <a:lnTo>
                  <a:pt x="15" y="252"/>
                </a:lnTo>
                <a:lnTo>
                  <a:pt x="14" y="251"/>
                </a:lnTo>
                <a:lnTo>
                  <a:pt x="15" y="251"/>
                </a:lnTo>
                <a:lnTo>
                  <a:pt x="15" y="250"/>
                </a:lnTo>
                <a:lnTo>
                  <a:pt x="14" y="249"/>
                </a:lnTo>
                <a:lnTo>
                  <a:pt x="14" y="248"/>
                </a:lnTo>
                <a:lnTo>
                  <a:pt x="14" y="247"/>
                </a:lnTo>
                <a:lnTo>
                  <a:pt x="13" y="247"/>
                </a:lnTo>
                <a:lnTo>
                  <a:pt x="13" y="246"/>
                </a:lnTo>
                <a:lnTo>
                  <a:pt x="13" y="245"/>
                </a:lnTo>
                <a:lnTo>
                  <a:pt x="13" y="243"/>
                </a:lnTo>
                <a:lnTo>
                  <a:pt x="13" y="242"/>
                </a:lnTo>
                <a:lnTo>
                  <a:pt x="13" y="241"/>
                </a:lnTo>
                <a:lnTo>
                  <a:pt x="12" y="241"/>
                </a:lnTo>
                <a:lnTo>
                  <a:pt x="12" y="240"/>
                </a:lnTo>
                <a:lnTo>
                  <a:pt x="12" y="239"/>
                </a:lnTo>
                <a:lnTo>
                  <a:pt x="11" y="239"/>
                </a:lnTo>
                <a:lnTo>
                  <a:pt x="11" y="238"/>
                </a:lnTo>
                <a:lnTo>
                  <a:pt x="10" y="238"/>
                </a:lnTo>
                <a:lnTo>
                  <a:pt x="10" y="237"/>
                </a:lnTo>
                <a:lnTo>
                  <a:pt x="9" y="237"/>
                </a:lnTo>
                <a:lnTo>
                  <a:pt x="9" y="236"/>
                </a:lnTo>
                <a:lnTo>
                  <a:pt x="8" y="236"/>
                </a:lnTo>
                <a:lnTo>
                  <a:pt x="8" y="235"/>
                </a:lnTo>
                <a:lnTo>
                  <a:pt x="7" y="234"/>
                </a:lnTo>
                <a:lnTo>
                  <a:pt x="6" y="233"/>
                </a:lnTo>
                <a:lnTo>
                  <a:pt x="5" y="233"/>
                </a:lnTo>
                <a:lnTo>
                  <a:pt x="4" y="233"/>
                </a:lnTo>
                <a:lnTo>
                  <a:pt x="3" y="232"/>
                </a:lnTo>
                <a:lnTo>
                  <a:pt x="3" y="231"/>
                </a:lnTo>
                <a:lnTo>
                  <a:pt x="3" y="232"/>
                </a:lnTo>
                <a:lnTo>
                  <a:pt x="2" y="231"/>
                </a:lnTo>
                <a:lnTo>
                  <a:pt x="1" y="230"/>
                </a:lnTo>
                <a:lnTo>
                  <a:pt x="1" y="231"/>
                </a:lnTo>
                <a:lnTo>
                  <a:pt x="0" y="230"/>
                </a:lnTo>
                <a:lnTo>
                  <a:pt x="0" y="229"/>
                </a:lnTo>
                <a:lnTo>
                  <a:pt x="1" y="228"/>
                </a:lnTo>
                <a:lnTo>
                  <a:pt x="0" y="227"/>
                </a:lnTo>
                <a:lnTo>
                  <a:pt x="0" y="226"/>
                </a:lnTo>
                <a:lnTo>
                  <a:pt x="1" y="226"/>
                </a:lnTo>
                <a:lnTo>
                  <a:pt x="1" y="225"/>
                </a:lnTo>
                <a:lnTo>
                  <a:pt x="2" y="224"/>
                </a:lnTo>
                <a:lnTo>
                  <a:pt x="1" y="225"/>
                </a:lnTo>
                <a:lnTo>
                  <a:pt x="1" y="226"/>
                </a:lnTo>
                <a:lnTo>
                  <a:pt x="2" y="225"/>
                </a:lnTo>
                <a:lnTo>
                  <a:pt x="3" y="224"/>
                </a:lnTo>
                <a:lnTo>
                  <a:pt x="4" y="224"/>
                </a:lnTo>
                <a:lnTo>
                  <a:pt x="5" y="224"/>
                </a:lnTo>
                <a:lnTo>
                  <a:pt x="5" y="223"/>
                </a:lnTo>
                <a:lnTo>
                  <a:pt x="5" y="222"/>
                </a:lnTo>
                <a:lnTo>
                  <a:pt x="4" y="222"/>
                </a:lnTo>
                <a:lnTo>
                  <a:pt x="4" y="219"/>
                </a:lnTo>
                <a:lnTo>
                  <a:pt x="4" y="218"/>
                </a:lnTo>
                <a:lnTo>
                  <a:pt x="3" y="218"/>
                </a:lnTo>
                <a:lnTo>
                  <a:pt x="4" y="217"/>
                </a:lnTo>
                <a:lnTo>
                  <a:pt x="4" y="216"/>
                </a:lnTo>
                <a:lnTo>
                  <a:pt x="4" y="215"/>
                </a:lnTo>
                <a:lnTo>
                  <a:pt x="5" y="215"/>
                </a:lnTo>
                <a:lnTo>
                  <a:pt x="5" y="214"/>
                </a:lnTo>
                <a:lnTo>
                  <a:pt x="4" y="214"/>
                </a:lnTo>
                <a:lnTo>
                  <a:pt x="5" y="214"/>
                </a:lnTo>
                <a:lnTo>
                  <a:pt x="5" y="213"/>
                </a:lnTo>
                <a:lnTo>
                  <a:pt x="5" y="212"/>
                </a:lnTo>
                <a:lnTo>
                  <a:pt x="5" y="213"/>
                </a:lnTo>
                <a:lnTo>
                  <a:pt x="5" y="214"/>
                </a:lnTo>
                <a:lnTo>
                  <a:pt x="6" y="214"/>
                </a:lnTo>
                <a:lnTo>
                  <a:pt x="6" y="212"/>
                </a:lnTo>
                <a:lnTo>
                  <a:pt x="6" y="211"/>
                </a:lnTo>
                <a:lnTo>
                  <a:pt x="7" y="211"/>
                </a:lnTo>
                <a:lnTo>
                  <a:pt x="7" y="210"/>
                </a:lnTo>
                <a:lnTo>
                  <a:pt x="7" y="209"/>
                </a:lnTo>
                <a:lnTo>
                  <a:pt x="8" y="209"/>
                </a:lnTo>
                <a:lnTo>
                  <a:pt x="8" y="208"/>
                </a:lnTo>
                <a:lnTo>
                  <a:pt x="7" y="208"/>
                </a:lnTo>
                <a:lnTo>
                  <a:pt x="7" y="209"/>
                </a:lnTo>
                <a:lnTo>
                  <a:pt x="6" y="209"/>
                </a:lnTo>
                <a:lnTo>
                  <a:pt x="6" y="207"/>
                </a:lnTo>
                <a:lnTo>
                  <a:pt x="6" y="206"/>
                </a:lnTo>
                <a:lnTo>
                  <a:pt x="7" y="206"/>
                </a:lnTo>
                <a:lnTo>
                  <a:pt x="8" y="206"/>
                </a:lnTo>
                <a:lnTo>
                  <a:pt x="7" y="206"/>
                </a:lnTo>
                <a:lnTo>
                  <a:pt x="7" y="205"/>
                </a:lnTo>
                <a:lnTo>
                  <a:pt x="7" y="204"/>
                </a:lnTo>
                <a:lnTo>
                  <a:pt x="8" y="203"/>
                </a:lnTo>
                <a:lnTo>
                  <a:pt x="8" y="202"/>
                </a:lnTo>
                <a:lnTo>
                  <a:pt x="9" y="202"/>
                </a:lnTo>
                <a:lnTo>
                  <a:pt x="8" y="202"/>
                </a:lnTo>
                <a:lnTo>
                  <a:pt x="8" y="201"/>
                </a:lnTo>
                <a:lnTo>
                  <a:pt x="9" y="200"/>
                </a:lnTo>
                <a:lnTo>
                  <a:pt x="9" y="199"/>
                </a:lnTo>
                <a:lnTo>
                  <a:pt x="10" y="198"/>
                </a:lnTo>
                <a:lnTo>
                  <a:pt x="10" y="199"/>
                </a:lnTo>
                <a:lnTo>
                  <a:pt x="9" y="200"/>
                </a:lnTo>
                <a:lnTo>
                  <a:pt x="10" y="200"/>
                </a:lnTo>
                <a:lnTo>
                  <a:pt x="10" y="199"/>
                </a:lnTo>
                <a:lnTo>
                  <a:pt x="10" y="200"/>
                </a:lnTo>
                <a:lnTo>
                  <a:pt x="11" y="200"/>
                </a:lnTo>
                <a:lnTo>
                  <a:pt x="11" y="199"/>
                </a:lnTo>
                <a:lnTo>
                  <a:pt x="11" y="198"/>
                </a:lnTo>
                <a:lnTo>
                  <a:pt x="10" y="198"/>
                </a:lnTo>
                <a:lnTo>
                  <a:pt x="10" y="197"/>
                </a:lnTo>
                <a:lnTo>
                  <a:pt x="9" y="197"/>
                </a:lnTo>
                <a:lnTo>
                  <a:pt x="11" y="197"/>
                </a:lnTo>
                <a:lnTo>
                  <a:pt x="12" y="196"/>
                </a:lnTo>
                <a:lnTo>
                  <a:pt x="12" y="195"/>
                </a:lnTo>
                <a:lnTo>
                  <a:pt x="11" y="195"/>
                </a:lnTo>
                <a:lnTo>
                  <a:pt x="11" y="196"/>
                </a:lnTo>
                <a:lnTo>
                  <a:pt x="11" y="195"/>
                </a:lnTo>
                <a:lnTo>
                  <a:pt x="10" y="194"/>
                </a:lnTo>
                <a:lnTo>
                  <a:pt x="11" y="193"/>
                </a:lnTo>
                <a:lnTo>
                  <a:pt x="10" y="193"/>
                </a:lnTo>
                <a:lnTo>
                  <a:pt x="10" y="192"/>
                </a:lnTo>
                <a:lnTo>
                  <a:pt x="10" y="191"/>
                </a:lnTo>
                <a:lnTo>
                  <a:pt x="11" y="191"/>
                </a:lnTo>
                <a:lnTo>
                  <a:pt x="11" y="190"/>
                </a:lnTo>
                <a:lnTo>
                  <a:pt x="10" y="190"/>
                </a:lnTo>
                <a:lnTo>
                  <a:pt x="9" y="191"/>
                </a:lnTo>
                <a:lnTo>
                  <a:pt x="9" y="190"/>
                </a:lnTo>
                <a:lnTo>
                  <a:pt x="10" y="190"/>
                </a:lnTo>
                <a:lnTo>
                  <a:pt x="10" y="189"/>
                </a:lnTo>
                <a:lnTo>
                  <a:pt x="10" y="188"/>
                </a:lnTo>
                <a:lnTo>
                  <a:pt x="11" y="188"/>
                </a:lnTo>
                <a:lnTo>
                  <a:pt x="11" y="187"/>
                </a:lnTo>
                <a:lnTo>
                  <a:pt x="11" y="186"/>
                </a:lnTo>
                <a:lnTo>
                  <a:pt x="10" y="186"/>
                </a:lnTo>
                <a:lnTo>
                  <a:pt x="9" y="186"/>
                </a:lnTo>
                <a:lnTo>
                  <a:pt x="8" y="186"/>
                </a:lnTo>
                <a:lnTo>
                  <a:pt x="8" y="185"/>
                </a:lnTo>
                <a:lnTo>
                  <a:pt x="8" y="184"/>
                </a:lnTo>
                <a:lnTo>
                  <a:pt x="8" y="183"/>
                </a:lnTo>
                <a:lnTo>
                  <a:pt x="9" y="183"/>
                </a:lnTo>
                <a:lnTo>
                  <a:pt x="10" y="184"/>
                </a:lnTo>
                <a:lnTo>
                  <a:pt x="10" y="183"/>
                </a:lnTo>
                <a:lnTo>
                  <a:pt x="11" y="183"/>
                </a:lnTo>
                <a:lnTo>
                  <a:pt x="11" y="182"/>
                </a:lnTo>
                <a:lnTo>
                  <a:pt x="10" y="181"/>
                </a:lnTo>
                <a:lnTo>
                  <a:pt x="10" y="179"/>
                </a:lnTo>
                <a:lnTo>
                  <a:pt x="10" y="178"/>
                </a:lnTo>
                <a:lnTo>
                  <a:pt x="10" y="176"/>
                </a:lnTo>
                <a:lnTo>
                  <a:pt x="11" y="176"/>
                </a:lnTo>
                <a:lnTo>
                  <a:pt x="10" y="175"/>
                </a:lnTo>
                <a:lnTo>
                  <a:pt x="10" y="174"/>
                </a:lnTo>
                <a:lnTo>
                  <a:pt x="10" y="173"/>
                </a:lnTo>
                <a:lnTo>
                  <a:pt x="10" y="172"/>
                </a:lnTo>
                <a:lnTo>
                  <a:pt x="10" y="171"/>
                </a:lnTo>
                <a:lnTo>
                  <a:pt x="10" y="170"/>
                </a:lnTo>
                <a:lnTo>
                  <a:pt x="10" y="169"/>
                </a:lnTo>
                <a:lnTo>
                  <a:pt x="11" y="169"/>
                </a:lnTo>
                <a:lnTo>
                  <a:pt x="11" y="168"/>
                </a:lnTo>
                <a:lnTo>
                  <a:pt x="11" y="167"/>
                </a:lnTo>
                <a:lnTo>
                  <a:pt x="12" y="167"/>
                </a:lnTo>
                <a:lnTo>
                  <a:pt x="12" y="166"/>
                </a:lnTo>
                <a:lnTo>
                  <a:pt x="13" y="166"/>
                </a:lnTo>
                <a:lnTo>
                  <a:pt x="13" y="165"/>
                </a:lnTo>
                <a:lnTo>
                  <a:pt x="14" y="165"/>
                </a:lnTo>
                <a:lnTo>
                  <a:pt x="13" y="164"/>
                </a:lnTo>
                <a:lnTo>
                  <a:pt x="12" y="164"/>
                </a:lnTo>
                <a:lnTo>
                  <a:pt x="13" y="163"/>
                </a:lnTo>
                <a:lnTo>
                  <a:pt x="13" y="161"/>
                </a:lnTo>
                <a:lnTo>
                  <a:pt x="13" y="159"/>
                </a:lnTo>
                <a:lnTo>
                  <a:pt x="14" y="159"/>
                </a:lnTo>
                <a:lnTo>
                  <a:pt x="15" y="159"/>
                </a:lnTo>
                <a:lnTo>
                  <a:pt x="15" y="158"/>
                </a:lnTo>
                <a:lnTo>
                  <a:pt x="16" y="157"/>
                </a:lnTo>
                <a:lnTo>
                  <a:pt x="16" y="156"/>
                </a:lnTo>
                <a:lnTo>
                  <a:pt x="17" y="156"/>
                </a:lnTo>
                <a:lnTo>
                  <a:pt x="17" y="155"/>
                </a:lnTo>
                <a:lnTo>
                  <a:pt x="16" y="155"/>
                </a:lnTo>
                <a:lnTo>
                  <a:pt x="16" y="156"/>
                </a:lnTo>
                <a:lnTo>
                  <a:pt x="15" y="157"/>
                </a:lnTo>
                <a:lnTo>
                  <a:pt x="15" y="158"/>
                </a:lnTo>
                <a:lnTo>
                  <a:pt x="14" y="158"/>
                </a:lnTo>
                <a:lnTo>
                  <a:pt x="14" y="159"/>
                </a:lnTo>
                <a:lnTo>
                  <a:pt x="12" y="159"/>
                </a:lnTo>
                <a:lnTo>
                  <a:pt x="12" y="158"/>
                </a:lnTo>
                <a:lnTo>
                  <a:pt x="12" y="157"/>
                </a:lnTo>
                <a:lnTo>
                  <a:pt x="13" y="157"/>
                </a:lnTo>
                <a:lnTo>
                  <a:pt x="13" y="156"/>
                </a:lnTo>
                <a:lnTo>
                  <a:pt x="14" y="155"/>
                </a:lnTo>
                <a:lnTo>
                  <a:pt x="13" y="155"/>
                </a:lnTo>
                <a:lnTo>
                  <a:pt x="13" y="154"/>
                </a:lnTo>
                <a:lnTo>
                  <a:pt x="14" y="154"/>
                </a:lnTo>
                <a:lnTo>
                  <a:pt x="14" y="153"/>
                </a:lnTo>
                <a:lnTo>
                  <a:pt x="15" y="153"/>
                </a:lnTo>
                <a:lnTo>
                  <a:pt x="16" y="152"/>
                </a:lnTo>
                <a:lnTo>
                  <a:pt x="17" y="153"/>
                </a:lnTo>
                <a:lnTo>
                  <a:pt x="17" y="152"/>
                </a:lnTo>
                <a:lnTo>
                  <a:pt x="17" y="151"/>
                </a:lnTo>
                <a:lnTo>
                  <a:pt x="18" y="151"/>
                </a:lnTo>
                <a:lnTo>
                  <a:pt x="19" y="152"/>
                </a:lnTo>
                <a:lnTo>
                  <a:pt x="20" y="151"/>
                </a:lnTo>
                <a:lnTo>
                  <a:pt x="21" y="151"/>
                </a:lnTo>
                <a:lnTo>
                  <a:pt x="21" y="150"/>
                </a:lnTo>
                <a:lnTo>
                  <a:pt x="20" y="150"/>
                </a:lnTo>
                <a:lnTo>
                  <a:pt x="20" y="149"/>
                </a:lnTo>
                <a:lnTo>
                  <a:pt x="20" y="148"/>
                </a:lnTo>
                <a:lnTo>
                  <a:pt x="20" y="149"/>
                </a:lnTo>
                <a:lnTo>
                  <a:pt x="21" y="148"/>
                </a:lnTo>
                <a:lnTo>
                  <a:pt x="22" y="148"/>
                </a:lnTo>
                <a:lnTo>
                  <a:pt x="23" y="147"/>
                </a:lnTo>
                <a:lnTo>
                  <a:pt x="23" y="146"/>
                </a:lnTo>
                <a:lnTo>
                  <a:pt x="24" y="146"/>
                </a:lnTo>
                <a:lnTo>
                  <a:pt x="24" y="145"/>
                </a:lnTo>
                <a:lnTo>
                  <a:pt x="24" y="144"/>
                </a:lnTo>
                <a:lnTo>
                  <a:pt x="25" y="144"/>
                </a:lnTo>
                <a:lnTo>
                  <a:pt x="25" y="143"/>
                </a:lnTo>
                <a:lnTo>
                  <a:pt x="25" y="142"/>
                </a:lnTo>
                <a:lnTo>
                  <a:pt x="26" y="142"/>
                </a:lnTo>
                <a:lnTo>
                  <a:pt x="26" y="141"/>
                </a:lnTo>
                <a:lnTo>
                  <a:pt x="25" y="140"/>
                </a:lnTo>
                <a:lnTo>
                  <a:pt x="26" y="138"/>
                </a:lnTo>
                <a:lnTo>
                  <a:pt x="26" y="137"/>
                </a:lnTo>
                <a:lnTo>
                  <a:pt x="27" y="136"/>
                </a:lnTo>
                <a:lnTo>
                  <a:pt x="27" y="135"/>
                </a:lnTo>
                <a:lnTo>
                  <a:pt x="28" y="135"/>
                </a:lnTo>
                <a:lnTo>
                  <a:pt x="29" y="134"/>
                </a:lnTo>
                <a:lnTo>
                  <a:pt x="29" y="133"/>
                </a:lnTo>
                <a:lnTo>
                  <a:pt x="30" y="132"/>
                </a:lnTo>
                <a:lnTo>
                  <a:pt x="30" y="131"/>
                </a:lnTo>
                <a:lnTo>
                  <a:pt x="30" y="130"/>
                </a:lnTo>
                <a:lnTo>
                  <a:pt x="31" y="130"/>
                </a:lnTo>
                <a:lnTo>
                  <a:pt x="32" y="130"/>
                </a:lnTo>
                <a:lnTo>
                  <a:pt x="32" y="129"/>
                </a:lnTo>
                <a:lnTo>
                  <a:pt x="33" y="129"/>
                </a:lnTo>
                <a:lnTo>
                  <a:pt x="34" y="128"/>
                </a:lnTo>
                <a:lnTo>
                  <a:pt x="34" y="127"/>
                </a:lnTo>
                <a:lnTo>
                  <a:pt x="35" y="127"/>
                </a:lnTo>
                <a:lnTo>
                  <a:pt x="35" y="126"/>
                </a:lnTo>
                <a:lnTo>
                  <a:pt x="35" y="125"/>
                </a:lnTo>
                <a:lnTo>
                  <a:pt x="36" y="125"/>
                </a:lnTo>
                <a:lnTo>
                  <a:pt x="36" y="124"/>
                </a:lnTo>
                <a:lnTo>
                  <a:pt x="36" y="123"/>
                </a:lnTo>
                <a:lnTo>
                  <a:pt x="37" y="122"/>
                </a:lnTo>
                <a:lnTo>
                  <a:pt x="37" y="121"/>
                </a:lnTo>
                <a:lnTo>
                  <a:pt x="35" y="121"/>
                </a:lnTo>
                <a:lnTo>
                  <a:pt x="35" y="122"/>
                </a:lnTo>
                <a:lnTo>
                  <a:pt x="34" y="123"/>
                </a:lnTo>
                <a:lnTo>
                  <a:pt x="34" y="124"/>
                </a:lnTo>
                <a:lnTo>
                  <a:pt x="33" y="124"/>
                </a:lnTo>
                <a:lnTo>
                  <a:pt x="33" y="125"/>
                </a:lnTo>
                <a:lnTo>
                  <a:pt x="31" y="125"/>
                </a:lnTo>
                <a:lnTo>
                  <a:pt x="31" y="124"/>
                </a:lnTo>
                <a:lnTo>
                  <a:pt x="32" y="124"/>
                </a:lnTo>
                <a:lnTo>
                  <a:pt x="34" y="121"/>
                </a:lnTo>
                <a:lnTo>
                  <a:pt x="35" y="121"/>
                </a:lnTo>
                <a:lnTo>
                  <a:pt x="35" y="120"/>
                </a:lnTo>
                <a:lnTo>
                  <a:pt x="35" y="119"/>
                </a:lnTo>
                <a:lnTo>
                  <a:pt x="36" y="118"/>
                </a:lnTo>
                <a:lnTo>
                  <a:pt x="37" y="118"/>
                </a:lnTo>
                <a:lnTo>
                  <a:pt x="39" y="118"/>
                </a:lnTo>
                <a:lnTo>
                  <a:pt x="39" y="117"/>
                </a:lnTo>
                <a:lnTo>
                  <a:pt x="39" y="116"/>
                </a:lnTo>
                <a:lnTo>
                  <a:pt x="40" y="116"/>
                </a:lnTo>
                <a:lnTo>
                  <a:pt x="40" y="115"/>
                </a:lnTo>
                <a:lnTo>
                  <a:pt x="41" y="115"/>
                </a:lnTo>
                <a:lnTo>
                  <a:pt x="41" y="114"/>
                </a:lnTo>
                <a:lnTo>
                  <a:pt x="41" y="113"/>
                </a:lnTo>
                <a:lnTo>
                  <a:pt x="40" y="113"/>
                </a:lnTo>
                <a:lnTo>
                  <a:pt x="39" y="112"/>
                </a:lnTo>
                <a:lnTo>
                  <a:pt x="40" y="112"/>
                </a:lnTo>
                <a:lnTo>
                  <a:pt x="40" y="111"/>
                </a:lnTo>
                <a:lnTo>
                  <a:pt x="40" y="110"/>
                </a:lnTo>
                <a:lnTo>
                  <a:pt x="41" y="108"/>
                </a:lnTo>
                <a:lnTo>
                  <a:pt x="42" y="107"/>
                </a:lnTo>
                <a:lnTo>
                  <a:pt x="43" y="106"/>
                </a:lnTo>
                <a:lnTo>
                  <a:pt x="43" y="105"/>
                </a:lnTo>
                <a:lnTo>
                  <a:pt x="43" y="106"/>
                </a:lnTo>
                <a:lnTo>
                  <a:pt x="43" y="107"/>
                </a:lnTo>
                <a:lnTo>
                  <a:pt x="42" y="108"/>
                </a:lnTo>
                <a:lnTo>
                  <a:pt x="42" y="109"/>
                </a:lnTo>
                <a:lnTo>
                  <a:pt x="42" y="108"/>
                </a:lnTo>
                <a:lnTo>
                  <a:pt x="41" y="108"/>
                </a:lnTo>
                <a:lnTo>
                  <a:pt x="41" y="110"/>
                </a:lnTo>
                <a:lnTo>
                  <a:pt x="40" y="111"/>
                </a:lnTo>
                <a:lnTo>
                  <a:pt x="41" y="112"/>
                </a:lnTo>
                <a:lnTo>
                  <a:pt x="41" y="111"/>
                </a:lnTo>
                <a:lnTo>
                  <a:pt x="41" y="110"/>
                </a:lnTo>
                <a:lnTo>
                  <a:pt x="42" y="110"/>
                </a:lnTo>
                <a:lnTo>
                  <a:pt x="42" y="111"/>
                </a:lnTo>
                <a:lnTo>
                  <a:pt x="43" y="111"/>
                </a:lnTo>
                <a:lnTo>
                  <a:pt x="43" y="110"/>
                </a:lnTo>
                <a:lnTo>
                  <a:pt x="42" y="109"/>
                </a:lnTo>
                <a:lnTo>
                  <a:pt x="43" y="108"/>
                </a:lnTo>
                <a:lnTo>
                  <a:pt x="44" y="106"/>
                </a:lnTo>
                <a:lnTo>
                  <a:pt x="44" y="107"/>
                </a:lnTo>
                <a:lnTo>
                  <a:pt x="44" y="108"/>
                </a:lnTo>
                <a:lnTo>
                  <a:pt x="44" y="107"/>
                </a:lnTo>
                <a:lnTo>
                  <a:pt x="45" y="106"/>
                </a:lnTo>
                <a:lnTo>
                  <a:pt x="44" y="105"/>
                </a:lnTo>
                <a:lnTo>
                  <a:pt x="45" y="105"/>
                </a:lnTo>
                <a:lnTo>
                  <a:pt x="44" y="105"/>
                </a:lnTo>
                <a:lnTo>
                  <a:pt x="44" y="104"/>
                </a:lnTo>
                <a:lnTo>
                  <a:pt x="44" y="103"/>
                </a:lnTo>
                <a:lnTo>
                  <a:pt x="45" y="102"/>
                </a:lnTo>
                <a:lnTo>
                  <a:pt x="46" y="103"/>
                </a:lnTo>
                <a:lnTo>
                  <a:pt x="47" y="103"/>
                </a:lnTo>
                <a:lnTo>
                  <a:pt x="47" y="102"/>
                </a:lnTo>
                <a:lnTo>
                  <a:pt x="47" y="101"/>
                </a:lnTo>
                <a:lnTo>
                  <a:pt x="47" y="100"/>
                </a:lnTo>
                <a:lnTo>
                  <a:pt x="47" y="99"/>
                </a:lnTo>
                <a:lnTo>
                  <a:pt x="48" y="98"/>
                </a:lnTo>
                <a:lnTo>
                  <a:pt x="50" y="97"/>
                </a:lnTo>
                <a:lnTo>
                  <a:pt x="50" y="96"/>
                </a:lnTo>
                <a:lnTo>
                  <a:pt x="50" y="95"/>
                </a:lnTo>
                <a:lnTo>
                  <a:pt x="50" y="94"/>
                </a:lnTo>
                <a:lnTo>
                  <a:pt x="51" y="93"/>
                </a:lnTo>
                <a:lnTo>
                  <a:pt x="51" y="92"/>
                </a:lnTo>
                <a:lnTo>
                  <a:pt x="52" y="92"/>
                </a:lnTo>
                <a:lnTo>
                  <a:pt x="52" y="91"/>
                </a:lnTo>
                <a:lnTo>
                  <a:pt x="53" y="91"/>
                </a:lnTo>
                <a:lnTo>
                  <a:pt x="53" y="90"/>
                </a:lnTo>
                <a:lnTo>
                  <a:pt x="53" y="89"/>
                </a:lnTo>
                <a:lnTo>
                  <a:pt x="54" y="89"/>
                </a:lnTo>
                <a:lnTo>
                  <a:pt x="55" y="87"/>
                </a:lnTo>
                <a:lnTo>
                  <a:pt x="56" y="87"/>
                </a:lnTo>
                <a:lnTo>
                  <a:pt x="56" y="86"/>
                </a:lnTo>
                <a:lnTo>
                  <a:pt x="57" y="84"/>
                </a:lnTo>
                <a:lnTo>
                  <a:pt x="58" y="84"/>
                </a:lnTo>
                <a:lnTo>
                  <a:pt x="58" y="83"/>
                </a:lnTo>
                <a:lnTo>
                  <a:pt x="59" y="81"/>
                </a:lnTo>
                <a:lnTo>
                  <a:pt x="59" y="80"/>
                </a:lnTo>
                <a:lnTo>
                  <a:pt x="60" y="80"/>
                </a:lnTo>
                <a:lnTo>
                  <a:pt x="60" y="79"/>
                </a:lnTo>
                <a:lnTo>
                  <a:pt x="60" y="78"/>
                </a:lnTo>
                <a:lnTo>
                  <a:pt x="60" y="77"/>
                </a:lnTo>
                <a:lnTo>
                  <a:pt x="61" y="77"/>
                </a:lnTo>
                <a:lnTo>
                  <a:pt x="61" y="76"/>
                </a:lnTo>
                <a:lnTo>
                  <a:pt x="61" y="75"/>
                </a:lnTo>
                <a:lnTo>
                  <a:pt x="61" y="74"/>
                </a:lnTo>
                <a:lnTo>
                  <a:pt x="62" y="73"/>
                </a:lnTo>
                <a:lnTo>
                  <a:pt x="62" y="72"/>
                </a:lnTo>
                <a:lnTo>
                  <a:pt x="63" y="72"/>
                </a:lnTo>
                <a:lnTo>
                  <a:pt x="64" y="72"/>
                </a:lnTo>
                <a:lnTo>
                  <a:pt x="65" y="71"/>
                </a:lnTo>
                <a:lnTo>
                  <a:pt x="66" y="72"/>
                </a:lnTo>
                <a:lnTo>
                  <a:pt x="67" y="72"/>
                </a:lnTo>
                <a:lnTo>
                  <a:pt x="66" y="72"/>
                </a:lnTo>
                <a:lnTo>
                  <a:pt x="66" y="71"/>
                </a:lnTo>
                <a:lnTo>
                  <a:pt x="66" y="70"/>
                </a:lnTo>
                <a:lnTo>
                  <a:pt x="65" y="70"/>
                </a:lnTo>
                <a:lnTo>
                  <a:pt x="66" y="70"/>
                </a:lnTo>
                <a:lnTo>
                  <a:pt x="66" y="69"/>
                </a:lnTo>
                <a:lnTo>
                  <a:pt x="66" y="68"/>
                </a:lnTo>
                <a:lnTo>
                  <a:pt x="67" y="67"/>
                </a:lnTo>
                <a:lnTo>
                  <a:pt x="68" y="66"/>
                </a:lnTo>
                <a:lnTo>
                  <a:pt x="69" y="66"/>
                </a:lnTo>
                <a:lnTo>
                  <a:pt x="70" y="66"/>
                </a:lnTo>
                <a:lnTo>
                  <a:pt x="71" y="66"/>
                </a:lnTo>
                <a:lnTo>
                  <a:pt x="72" y="66"/>
                </a:lnTo>
                <a:lnTo>
                  <a:pt x="72" y="65"/>
                </a:lnTo>
                <a:lnTo>
                  <a:pt x="73" y="65"/>
                </a:lnTo>
                <a:lnTo>
                  <a:pt x="75" y="62"/>
                </a:lnTo>
                <a:lnTo>
                  <a:pt x="75" y="61"/>
                </a:lnTo>
                <a:lnTo>
                  <a:pt x="75" y="60"/>
                </a:lnTo>
                <a:lnTo>
                  <a:pt x="76" y="59"/>
                </a:lnTo>
                <a:lnTo>
                  <a:pt x="77" y="59"/>
                </a:lnTo>
                <a:lnTo>
                  <a:pt x="77" y="58"/>
                </a:lnTo>
                <a:lnTo>
                  <a:pt x="78" y="58"/>
                </a:lnTo>
                <a:lnTo>
                  <a:pt x="79" y="58"/>
                </a:lnTo>
                <a:lnTo>
                  <a:pt x="79" y="57"/>
                </a:lnTo>
                <a:lnTo>
                  <a:pt x="79" y="56"/>
                </a:lnTo>
                <a:lnTo>
                  <a:pt x="80" y="55"/>
                </a:lnTo>
                <a:lnTo>
                  <a:pt x="80" y="54"/>
                </a:lnTo>
                <a:lnTo>
                  <a:pt x="80" y="53"/>
                </a:lnTo>
                <a:lnTo>
                  <a:pt x="80" y="52"/>
                </a:lnTo>
                <a:lnTo>
                  <a:pt x="79" y="52"/>
                </a:lnTo>
                <a:lnTo>
                  <a:pt x="80" y="52"/>
                </a:lnTo>
                <a:lnTo>
                  <a:pt x="80" y="51"/>
                </a:lnTo>
                <a:lnTo>
                  <a:pt x="79" y="51"/>
                </a:lnTo>
                <a:lnTo>
                  <a:pt x="79" y="50"/>
                </a:lnTo>
                <a:lnTo>
                  <a:pt x="79" y="49"/>
                </a:lnTo>
                <a:lnTo>
                  <a:pt x="80" y="49"/>
                </a:lnTo>
                <a:lnTo>
                  <a:pt x="80" y="48"/>
                </a:lnTo>
                <a:lnTo>
                  <a:pt x="82" y="47"/>
                </a:lnTo>
                <a:lnTo>
                  <a:pt x="82" y="48"/>
                </a:lnTo>
                <a:lnTo>
                  <a:pt x="83" y="48"/>
                </a:lnTo>
                <a:lnTo>
                  <a:pt x="83" y="47"/>
                </a:lnTo>
                <a:lnTo>
                  <a:pt x="82" y="47"/>
                </a:lnTo>
                <a:lnTo>
                  <a:pt x="82" y="46"/>
                </a:lnTo>
                <a:lnTo>
                  <a:pt x="83" y="46"/>
                </a:lnTo>
                <a:lnTo>
                  <a:pt x="83" y="45"/>
                </a:lnTo>
                <a:lnTo>
                  <a:pt x="84" y="44"/>
                </a:lnTo>
                <a:lnTo>
                  <a:pt x="84" y="43"/>
                </a:lnTo>
                <a:lnTo>
                  <a:pt x="85" y="42"/>
                </a:lnTo>
                <a:lnTo>
                  <a:pt x="85" y="41"/>
                </a:lnTo>
                <a:lnTo>
                  <a:pt x="85" y="40"/>
                </a:lnTo>
                <a:lnTo>
                  <a:pt x="86" y="40"/>
                </a:lnTo>
                <a:lnTo>
                  <a:pt x="86" y="39"/>
                </a:lnTo>
                <a:lnTo>
                  <a:pt x="87" y="38"/>
                </a:lnTo>
                <a:lnTo>
                  <a:pt x="87" y="37"/>
                </a:lnTo>
                <a:lnTo>
                  <a:pt x="88" y="37"/>
                </a:lnTo>
                <a:lnTo>
                  <a:pt x="88" y="36"/>
                </a:lnTo>
                <a:lnTo>
                  <a:pt x="89" y="36"/>
                </a:lnTo>
                <a:lnTo>
                  <a:pt x="89" y="35"/>
                </a:lnTo>
                <a:lnTo>
                  <a:pt x="90" y="35"/>
                </a:lnTo>
                <a:lnTo>
                  <a:pt x="90" y="34"/>
                </a:lnTo>
                <a:lnTo>
                  <a:pt x="90" y="33"/>
                </a:lnTo>
                <a:lnTo>
                  <a:pt x="90" y="31"/>
                </a:lnTo>
                <a:lnTo>
                  <a:pt x="91" y="31"/>
                </a:lnTo>
                <a:lnTo>
                  <a:pt x="92" y="30"/>
                </a:lnTo>
                <a:lnTo>
                  <a:pt x="92" y="29"/>
                </a:lnTo>
                <a:lnTo>
                  <a:pt x="93" y="28"/>
                </a:lnTo>
                <a:lnTo>
                  <a:pt x="94" y="27"/>
                </a:lnTo>
                <a:lnTo>
                  <a:pt x="95" y="27"/>
                </a:lnTo>
                <a:lnTo>
                  <a:pt x="96" y="26"/>
                </a:lnTo>
                <a:lnTo>
                  <a:pt x="97" y="26"/>
                </a:lnTo>
                <a:lnTo>
                  <a:pt x="97" y="25"/>
                </a:lnTo>
                <a:lnTo>
                  <a:pt x="98" y="25"/>
                </a:lnTo>
                <a:lnTo>
                  <a:pt x="99" y="25"/>
                </a:lnTo>
                <a:lnTo>
                  <a:pt x="99" y="24"/>
                </a:lnTo>
                <a:lnTo>
                  <a:pt x="100" y="24"/>
                </a:lnTo>
                <a:lnTo>
                  <a:pt x="101" y="24"/>
                </a:lnTo>
                <a:lnTo>
                  <a:pt x="102" y="24"/>
                </a:lnTo>
                <a:lnTo>
                  <a:pt x="103" y="24"/>
                </a:lnTo>
                <a:lnTo>
                  <a:pt x="103" y="23"/>
                </a:lnTo>
                <a:lnTo>
                  <a:pt x="104" y="23"/>
                </a:lnTo>
                <a:lnTo>
                  <a:pt x="105" y="23"/>
                </a:lnTo>
                <a:lnTo>
                  <a:pt x="105" y="22"/>
                </a:lnTo>
                <a:lnTo>
                  <a:pt x="106" y="22"/>
                </a:lnTo>
                <a:lnTo>
                  <a:pt x="106" y="21"/>
                </a:lnTo>
                <a:lnTo>
                  <a:pt x="107" y="21"/>
                </a:lnTo>
                <a:lnTo>
                  <a:pt x="108" y="21"/>
                </a:lnTo>
                <a:lnTo>
                  <a:pt x="109" y="20"/>
                </a:lnTo>
                <a:lnTo>
                  <a:pt x="110" y="20"/>
                </a:lnTo>
                <a:lnTo>
                  <a:pt x="111" y="20"/>
                </a:lnTo>
                <a:lnTo>
                  <a:pt x="112" y="19"/>
                </a:lnTo>
                <a:lnTo>
                  <a:pt x="112" y="20"/>
                </a:lnTo>
                <a:lnTo>
                  <a:pt x="113" y="20"/>
                </a:lnTo>
                <a:lnTo>
                  <a:pt x="114" y="20"/>
                </a:lnTo>
                <a:lnTo>
                  <a:pt x="115" y="20"/>
                </a:lnTo>
                <a:lnTo>
                  <a:pt x="115" y="19"/>
                </a:lnTo>
                <a:lnTo>
                  <a:pt x="116" y="19"/>
                </a:lnTo>
                <a:lnTo>
                  <a:pt x="117" y="19"/>
                </a:lnTo>
                <a:lnTo>
                  <a:pt x="118" y="19"/>
                </a:lnTo>
                <a:lnTo>
                  <a:pt x="119" y="19"/>
                </a:lnTo>
                <a:lnTo>
                  <a:pt x="120" y="19"/>
                </a:lnTo>
                <a:lnTo>
                  <a:pt x="120" y="18"/>
                </a:lnTo>
                <a:lnTo>
                  <a:pt x="121" y="18"/>
                </a:lnTo>
                <a:lnTo>
                  <a:pt x="122" y="18"/>
                </a:lnTo>
                <a:lnTo>
                  <a:pt x="122" y="17"/>
                </a:lnTo>
                <a:lnTo>
                  <a:pt x="123" y="17"/>
                </a:lnTo>
                <a:lnTo>
                  <a:pt x="123" y="16"/>
                </a:lnTo>
                <a:lnTo>
                  <a:pt x="124" y="16"/>
                </a:lnTo>
                <a:lnTo>
                  <a:pt x="124" y="15"/>
                </a:lnTo>
                <a:lnTo>
                  <a:pt x="124" y="16"/>
                </a:lnTo>
                <a:lnTo>
                  <a:pt x="125" y="15"/>
                </a:lnTo>
                <a:lnTo>
                  <a:pt x="126" y="15"/>
                </a:lnTo>
                <a:lnTo>
                  <a:pt x="127" y="15"/>
                </a:lnTo>
                <a:lnTo>
                  <a:pt x="128" y="16"/>
                </a:lnTo>
                <a:lnTo>
                  <a:pt x="128" y="17"/>
                </a:lnTo>
                <a:lnTo>
                  <a:pt x="129" y="17"/>
                </a:lnTo>
                <a:lnTo>
                  <a:pt x="129" y="18"/>
                </a:lnTo>
                <a:lnTo>
                  <a:pt x="129" y="19"/>
                </a:lnTo>
                <a:lnTo>
                  <a:pt x="130" y="19"/>
                </a:lnTo>
                <a:lnTo>
                  <a:pt x="130" y="18"/>
                </a:lnTo>
                <a:lnTo>
                  <a:pt x="129" y="17"/>
                </a:lnTo>
                <a:lnTo>
                  <a:pt x="129" y="16"/>
                </a:lnTo>
                <a:lnTo>
                  <a:pt x="129" y="15"/>
                </a:lnTo>
                <a:lnTo>
                  <a:pt x="128" y="15"/>
                </a:lnTo>
                <a:lnTo>
                  <a:pt x="128" y="14"/>
                </a:lnTo>
                <a:lnTo>
                  <a:pt x="127" y="14"/>
                </a:lnTo>
                <a:lnTo>
                  <a:pt x="126" y="14"/>
                </a:lnTo>
                <a:lnTo>
                  <a:pt x="126" y="13"/>
                </a:lnTo>
                <a:lnTo>
                  <a:pt x="125" y="13"/>
                </a:lnTo>
                <a:lnTo>
                  <a:pt x="126" y="12"/>
                </a:lnTo>
                <a:lnTo>
                  <a:pt x="126" y="11"/>
                </a:lnTo>
                <a:lnTo>
                  <a:pt x="127" y="11"/>
                </a:lnTo>
                <a:lnTo>
                  <a:pt x="127" y="10"/>
                </a:lnTo>
                <a:lnTo>
                  <a:pt x="128" y="10"/>
                </a:lnTo>
                <a:lnTo>
                  <a:pt x="128" y="9"/>
                </a:lnTo>
                <a:lnTo>
                  <a:pt x="128" y="8"/>
                </a:lnTo>
                <a:lnTo>
                  <a:pt x="129" y="8"/>
                </a:lnTo>
                <a:lnTo>
                  <a:pt x="129" y="7"/>
                </a:lnTo>
                <a:lnTo>
                  <a:pt x="129" y="6"/>
                </a:lnTo>
                <a:lnTo>
                  <a:pt x="130" y="6"/>
                </a:lnTo>
                <a:lnTo>
                  <a:pt x="131" y="6"/>
                </a:lnTo>
                <a:lnTo>
                  <a:pt x="131" y="5"/>
                </a:lnTo>
                <a:lnTo>
                  <a:pt x="132" y="5"/>
                </a:lnTo>
                <a:lnTo>
                  <a:pt x="132" y="4"/>
                </a:lnTo>
                <a:lnTo>
                  <a:pt x="133" y="3"/>
                </a:lnTo>
                <a:lnTo>
                  <a:pt x="134" y="3"/>
                </a:lnTo>
                <a:lnTo>
                  <a:pt x="134" y="1"/>
                </a:lnTo>
                <a:lnTo>
                  <a:pt x="134" y="3"/>
                </a:lnTo>
                <a:lnTo>
                  <a:pt x="135" y="3"/>
                </a:lnTo>
                <a:lnTo>
                  <a:pt x="136" y="3"/>
                </a:lnTo>
                <a:lnTo>
                  <a:pt x="136" y="1"/>
                </a:lnTo>
                <a:lnTo>
                  <a:pt x="137" y="0"/>
                </a:lnTo>
                <a:lnTo>
                  <a:pt x="137" y="1"/>
                </a:lnTo>
                <a:lnTo>
                  <a:pt x="139" y="1"/>
                </a:lnTo>
                <a:lnTo>
                  <a:pt x="140" y="1"/>
                </a:lnTo>
                <a:lnTo>
                  <a:pt x="140" y="0"/>
                </a:lnTo>
                <a:lnTo>
                  <a:pt x="140" y="1"/>
                </a:lnTo>
                <a:lnTo>
                  <a:pt x="14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1" name=""/>
          <p:cNvSpPr/>
          <p:nvPr/>
        </p:nvSpPr>
        <p:spPr>
          <a:xfrm>
            <a:off x="2278440" y="204912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3"/>
                </a:move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3" y="3"/>
                </a:lnTo>
                <a:lnTo>
                  <a:pt x="3" y="2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2" name=""/>
          <p:cNvSpPr/>
          <p:nvPr/>
        </p:nvSpPr>
        <p:spPr>
          <a:xfrm>
            <a:off x="2268720" y="20466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3" name=""/>
          <p:cNvSpPr/>
          <p:nvPr/>
        </p:nvSpPr>
        <p:spPr>
          <a:xfrm>
            <a:off x="2271600" y="204732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2"/>
                </a:moveTo>
                <a:lnTo>
                  <a:pt x="5" y="2"/>
                </a:lnTo>
                <a:lnTo>
                  <a:pt x="5" y="4"/>
                </a:lnTo>
                <a:lnTo>
                  <a:pt x="5" y="2"/>
                </a:lnTo>
                <a:lnTo>
                  <a:pt x="4" y="2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4" y="1"/>
                </a:lnTo>
                <a:lnTo>
                  <a:pt x="5" y="0"/>
                </a:lnTo>
                <a:lnTo>
                  <a:pt x="6" y="0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4" name=""/>
          <p:cNvSpPr/>
          <p:nvPr/>
        </p:nvSpPr>
        <p:spPr>
          <a:xfrm>
            <a:off x="2270880" y="204696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2" y="2"/>
                </a:moveTo>
                <a:lnTo>
                  <a:pt x="0" y="2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5" name=""/>
          <p:cNvSpPr/>
          <p:nvPr/>
        </p:nvSpPr>
        <p:spPr>
          <a:xfrm>
            <a:off x="2268000" y="204660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6" y="1"/>
                </a:moveTo>
                <a:lnTo>
                  <a:pt x="6" y="2"/>
                </a:lnTo>
                <a:lnTo>
                  <a:pt x="6" y="4"/>
                </a:lnTo>
                <a:lnTo>
                  <a:pt x="5" y="5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6"/>
                </a:lnTo>
                <a:lnTo>
                  <a:pt x="2" y="5"/>
                </a:lnTo>
                <a:lnTo>
                  <a:pt x="2" y="4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6" y="1"/>
                </a:lnTo>
                <a:lnTo>
                  <a:pt x="7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6" name=""/>
          <p:cNvSpPr/>
          <p:nvPr/>
        </p:nvSpPr>
        <p:spPr>
          <a:xfrm>
            <a:off x="2271960" y="2047320"/>
            <a:ext cx="7200" cy="10080"/>
          </a:xfrm>
          <a:custGeom>
            <a:avLst/>
            <a:gdLst/>
            <a:ahLst/>
            <a:rect l="0" t="0" r="r" b="b"/>
            <a:pathLst>
              <a:path fill="none" w="20" h="28">
                <a:moveTo>
                  <a:pt x="9" y="3"/>
                </a:moveTo>
                <a:lnTo>
                  <a:pt x="10" y="4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lnTo>
                  <a:pt x="12" y="4"/>
                </a:lnTo>
                <a:lnTo>
                  <a:pt x="13" y="4"/>
                </a:lnTo>
                <a:lnTo>
                  <a:pt x="13" y="5"/>
                </a:lnTo>
                <a:lnTo>
                  <a:pt x="15" y="6"/>
                </a:lnTo>
                <a:lnTo>
                  <a:pt x="16" y="7"/>
                </a:lnTo>
                <a:lnTo>
                  <a:pt x="15" y="7"/>
                </a:lnTo>
                <a:lnTo>
                  <a:pt x="15" y="8"/>
                </a:lnTo>
                <a:lnTo>
                  <a:pt x="14" y="8"/>
                </a:lnTo>
                <a:lnTo>
                  <a:pt x="15" y="9"/>
                </a:lnTo>
                <a:lnTo>
                  <a:pt x="16" y="10"/>
                </a:lnTo>
                <a:lnTo>
                  <a:pt x="18" y="10"/>
                </a:lnTo>
                <a:lnTo>
                  <a:pt x="19" y="10"/>
                </a:lnTo>
                <a:lnTo>
                  <a:pt x="20" y="10"/>
                </a:lnTo>
                <a:lnTo>
                  <a:pt x="19" y="12"/>
                </a:lnTo>
                <a:lnTo>
                  <a:pt x="18" y="12"/>
                </a:lnTo>
                <a:lnTo>
                  <a:pt x="18" y="13"/>
                </a:lnTo>
                <a:lnTo>
                  <a:pt x="17" y="13"/>
                </a:lnTo>
                <a:lnTo>
                  <a:pt x="17" y="12"/>
                </a:lnTo>
                <a:lnTo>
                  <a:pt x="16" y="11"/>
                </a:lnTo>
                <a:lnTo>
                  <a:pt x="15" y="11"/>
                </a:lnTo>
                <a:lnTo>
                  <a:pt x="15" y="12"/>
                </a:lnTo>
                <a:lnTo>
                  <a:pt x="14" y="12"/>
                </a:lnTo>
                <a:lnTo>
                  <a:pt x="13" y="12"/>
                </a:lnTo>
                <a:lnTo>
                  <a:pt x="13" y="13"/>
                </a:lnTo>
                <a:lnTo>
                  <a:pt x="12" y="14"/>
                </a:lnTo>
                <a:lnTo>
                  <a:pt x="12" y="15"/>
                </a:lnTo>
                <a:lnTo>
                  <a:pt x="13" y="15"/>
                </a:lnTo>
                <a:lnTo>
                  <a:pt x="12" y="16"/>
                </a:lnTo>
                <a:lnTo>
                  <a:pt x="13" y="17"/>
                </a:lnTo>
                <a:lnTo>
                  <a:pt x="12" y="17"/>
                </a:lnTo>
                <a:lnTo>
                  <a:pt x="13" y="17"/>
                </a:lnTo>
                <a:lnTo>
                  <a:pt x="14" y="17"/>
                </a:lnTo>
                <a:lnTo>
                  <a:pt x="14" y="18"/>
                </a:lnTo>
                <a:lnTo>
                  <a:pt x="15" y="18"/>
                </a:lnTo>
                <a:lnTo>
                  <a:pt x="14" y="18"/>
                </a:lnTo>
                <a:lnTo>
                  <a:pt x="14" y="19"/>
                </a:lnTo>
                <a:lnTo>
                  <a:pt x="15" y="19"/>
                </a:lnTo>
                <a:lnTo>
                  <a:pt x="16" y="18"/>
                </a:lnTo>
                <a:lnTo>
                  <a:pt x="16" y="19"/>
                </a:lnTo>
                <a:lnTo>
                  <a:pt x="17" y="19"/>
                </a:lnTo>
                <a:lnTo>
                  <a:pt x="17" y="18"/>
                </a:lnTo>
                <a:lnTo>
                  <a:pt x="17" y="19"/>
                </a:lnTo>
                <a:lnTo>
                  <a:pt x="17" y="21"/>
                </a:lnTo>
                <a:lnTo>
                  <a:pt x="16" y="21"/>
                </a:lnTo>
                <a:lnTo>
                  <a:pt x="16" y="20"/>
                </a:lnTo>
                <a:lnTo>
                  <a:pt x="15" y="19"/>
                </a:lnTo>
                <a:lnTo>
                  <a:pt x="14" y="20"/>
                </a:lnTo>
                <a:lnTo>
                  <a:pt x="13" y="20"/>
                </a:lnTo>
                <a:lnTo>
                  <a:pt x="12" y="21"/>
                </a:lnTo>
                <a:lnTo>
                  <a:pt x="11" y="21"/>
                </a:lnTo>
                <a:lnTo>
                  <a:pt x="10" y="22"/>
                </a:lnTo>
                <a:lnTo>
                  <a:pt x="9" y="23"/>
                </a:lnTo>
                <a:lnTo>
                  <a:pt x="8" y="23"/>
                </a:lnTo>
                <a:lnTo>
                  <a:pt x="8" y="25"/>
                </a:lnTo>
                <a:lnTo>
                  <a:pt x="8" y="26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0" y="27"/>
                </a:lnTo>
                <a:lnTo>
                  <a:pt x="10" y="28"/>
                </a:lnTo>
                <a:lnTo>
                  <a:pt x="9" y="28"/>
                </a:lnTo>
                <a:lnTo>
                  <a:pt x="6" y="27"/>
                </a:lnTo>
                <a:lnTo>
                  <a:pt x="5" y="26"/>
                </a:lnTo>
                <a:lnTo>
                  <a:pt x="4" y="26"/>
                </a:lnTo>
                <a:lnTo>
                  <a:pt x="3" y="25"/>
                </a:lnTo>
                <a:lnTo>
                  <a:pt x="3" y="23"/>
                </a:lnTo>
                <a:lnTo>
                  <a:pt x="2" y="23"/>
                </a:lnTo>
                <a:lnTo>
                  <a:pt x="2" y="22"/>
                </a:lnTo>
                <a:lnTo>
                  <a:pt x="3" y="22"/>
                </a:lnTo>
                <a:lnTo>
                  <a:pt x="2" y="22"/>
                </a:lnTo>
                <a:lnTo>
                  <a:pt x="2" y="21"/>
                </a:lnTo>
                <a:lnTo>
                  <a:pt x="2" y="22"/>
                </a:lnTo>
                <a:lnTo>
                  <a:pt x="1" y="23"/>
                </a:lnTo>
                <a:lnTo>
                  <a:pt x="1" y="22"/>
                </a:lnTo>
                <a:lnTo>
                  <a:pt x="0" y="22"/>
                </a:lnTo>
                <a:lnTo>
                  <a:pt x="1" y="22"/>
                </a:lnTo>
                <a:lnTo>
                  <a:pt x="0" y="22"/>
                </a:lnTo>
                <a:lnTo>
                  <a:pt x="0" y="21"/>
                </a:lnTo>
                <a:lnTo>
                  <a:pt x="0" y="22"/>
                </a:lnTo>
                <a:lnTo>
                  <a:pt x="1" y="21"/>
                </a:lnTo>
                <a:lnTo>
                  <a:pt x="1" y="20"/>
                </a:lnTo>
                <a:lnTo>
                  <a:pt x="2" y="20"/>
                </a:lnTo>
                <a:lnTo>
                  <a:pt x="1" y="20"/>
                </a:lnTo>
                <a:lnTo>
                  <a:pt x="2" y="20"/>
                </a:lnTo>
                <a:lnTo>
                  <a:pt x="1" y="20"/>
                </a:lnTo>
                <a:lnTo>
                  <a:pt x="1" y="19"/>
                </a:lnTo>
                <a:lnTo>
                  <a:pt x="2" y="19"/>
                </a:lnTo>
                <a:lnTo>
                  <a:pt x="1" y="19"/>
                </a:lnTo>
                <a:lnTo>
                  <a:pt x="1" y="20"/>
                </a:lnTo>
                <a:lnTo>
                  <a:pt x="0" y="20"/>
                </a:lnTo>
                <a:lnTo>
                  <a:pt x="0" y="19"/>
                </a:lnTo>
                <a:lnTo>
                  <a:pt x="0" y="18"/>
                </a:lnTo>
                <a:lnTo>
                  <a:pt x="0" y="17"/>
                </a:lnTo>
                <a:lnTo>
                  <a:pt x="1" y="16"/>
                </a:lnTo>
                <a:lnTo>
                  <a:pt x="2" y="16"/>
                </a:lnTo>
                <a:lnTo>
                  <a:pt x="2" y="15"/>
                </a:lnTo>
                <a:lnTo>
                  <a:pt x="3" y="15"/>
                </a:lnTo>
                <a:lnTo>
                  <a:pt x="3" y="16"/>
                </a:lnTo>
                <a:lnTo>
                  <a:pt x="4" y="15"/>
                </a:lnTo>
                <a:lnTo>
                  <a:pt x="5" y="16"/>
                </a:lnTo>
                <a:lnTo>
                  <a:pt x="6" y="16"/>
                </a:lnTo>
                <a:lnTo>
                  <a:pt x="6" y="15"/>
                </a:lnTo>
                <a:lnTo>
                  <a:pt x="5" y="15"/>
                </a:lnTo>
                <a:lnTo>
                  <a:pt x="4" y="15"/>
                </a:lnTo>
                <a:lnTo>
                  <a:pt x="3" y="14"/>
                </a:lnTo>
                <a:lnTo>
                  <a:pt x="3" y="13"/>
                </a:lnTo>
                <a:lnTo>
                  <a:pt x="3" y="11"/>
                </a:lnTo>
                <a:lnTo>
                  <a:pt x="3" y="10"/>
                </a:lnTo>
                <a:lnTo>
                  <a:pt x="3" y="9"/>
                </a:lnTo>
                <a:lnTo>
                  <a:pt x="2" y="9"/>
                </a:lnTo>
                <a:lnTo>
                  <a:pt x="2" y="8"/>
                </a:lnTo>
                <a:lnTo>
                  <a:pt x="1" y="8"/>
                </a:lnTo>
                <a:lnTo>
                  <a:pt x="1" y="7"/>
                </a:lnTo>
                <a:lnTo>
                  <a:pt x="1" y="6"/>
                </a:lnTo>
                <a:lnTo>
                  <a:pt x="2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8" y="3"/>
                </a:lnTo>
                <a:lnTo>
                  <a:pt x="6" y="3"/>
                </a:lnTo>
                <a:lnTo>
                  <a:pt x="6" y="2"/>
                </a:lnTo>
                <a:lnTo>
                  <a:pt x="9" y="0"/>
                </a:lnTo>
                <a:lnTo>
                  <a:pt x="11" y="0"/>
                </a:lnTo>
                <a:lnTo>
                  <a:pt x="10" y="1"/>
                </a:lnTo>
                <a:lnTo>
                  <a:pt x="10" y="2"/>
                </a:lnTo>
                <a:lnTo>
                  <a:pt x="9" y="2"/>
                </a:lnTo>
                <a:lnTo>
                  <a:pt x="9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7" name=""/>
          <p:cNvSpPr/>
          <p:nvPr/>
        </p:nvSpPr>
        <p:spPr>
          <a:xfrm>
            <a:off x="2270520" y="20466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8" name=""/>
          <p:cNvSpPr/>
          <p:nvPr/>
        </p:nvSpPr>
        <p:spPr>
          <a:xfrm>
            <a:off x="2271600" y="20433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9" name=""/>
          <p:cNvSpPr/>
          <p:nvPr/>
        </p:nvSpPr>
        <p:spPr>
          <a:xfrm>
            <a:off x="2281320" y="20358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1"/>
                </a:move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lnTo>
                  <a:pt x="0" y="4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0" name=""/>
          <p:cNvSpPr/>
          <p:nvPr/>
        </p:nvSpPr>
        <p:spPr>
          <a:xfrm>
            <a:off x="2279880" y="20358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1" y="2"/>
                </a:move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1" name=""/>
          <p:cNvSpPr/>
          <p:nvPr/>
        </p:nvSpPr>
        <p:spPr>
          <a:xfrm>
            <a:off x="2270520" y="2030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2" name=""/>
          <p:cNvSpPr/>
          <p:nvPr/>
        </p:nvSpPr>
        <p:spPr>
          <a:xfrm>
            <a:off x="2267640" y="2030040"/>
            <a:ext cx="3960" cy="3240"/>
          </a:xfrm>
          <a:custGeom>
            <a:avLst/>
            <a:gdLst/>
            <a:ahLst/>
            <a:rect l="0" t="0" r="r" b="b"/>
            <a:pathLst>
              <a:path fill="none" w="11" h="9">
                <a:moveTo>
                  <a:pt x="5" y="1"/>
                </a:moveTo>
                <a:lnTo>
                  <a:pt x="7" y="1"/>
                </a:lnTo>
                <a:lnTo>
                  <a:pt x="8" y="1"/>
                </a:lnTo>
                <a:lnTo>
                  <a:pt x="9" y="2"/>
                </a:lnTo>
                <a:lnTo>
                  <a:pt x="9" y="3"/>
                </a:lnTo>
                <a:lnTo>
                  <a:pt x="10" y="4"/>
                </a:lnTo>
                <a:lnTo>
                  <a:pt x="11" y="6"/>
                </a:lnTo>
                <a:lnTo>
                  <a:pt x="10" y="8"/>
                </a:lnTo>
                <a:lnTo>
                  <a:pt x="8" y="8"/>
                </a:lnTo>
                <a:lnTo>
                  <a:pt x="7" y="8"/>
                </a:lnTo>
                <a:lnTo>
                  <a:pt x="5" y="8"/>
                </a:lnTo>
                <a:lnTo>
                  <a:pt x="4" y="8"/>
                </a:lnTo>
                <a:lnTo>
                  <a:pt x="3" y="8"/>
                </a:lnTo>
                <a:lnTo>
                  <a:pt x="3" y="9"/>
                </a:lnTo>
                <a:lnTo>
                  <a:pt x="2" y="9"/>
                </a:lnTo>
                <a:lnTo>
                  <a:pt x="2" y="8"/>
                </a:lnTo>
                <a:lnTo>
                  <a:pt x="1" y="8"/>
                </a:lnTo>
                <a:lnTo>
                  <a:pt x="1" y="6"/>
                </a:lnTo>
                <a:lnTo>
                  <a:pt x="0" y="5"/>
                </a:lnTo>
                <a:lnTo>
                  <a:pt x="1" y="3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3" name=""/>
          <p:cNvSpPr/>
          <p:nvPr/>
        </p:nvSpPr>
        <p:spPr>
          <a:xfrm>
            <a:off x="2271240" y="20296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1" y="4"/>
                </a:lnTo>
                <a:lnTo>
                  <a:pt x="1" y="3"/>
                </a:lnTo>
                <a:lnTo>
                  <a:pt x="3" y="3"/>
                </a:lnTo>
                <a:lnTo>
                  <a:pt x="1" y="3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4" name=""/>
          <p:cNvSpPr/>
          <p:nvPr/>
        </p:nvSpPr>
        <p:spPr>
          <a:xfrm>
            <a:off x="2269440" y="202860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3" y="1"/>
                </a:move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5" name=""/>
          <p:cNvSpPr/>
          <p:nvPr/>
        </p:nvSpPr>
        <p:spPr>
          <a:xfrm>
            <a:off x="2279520" y="202860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3" y="0"/>
                </a:moveTo>
                <a:lnTo>
                  <a:pt x="2" y="2"/>
                </a:lnTo>
                <a:lnTo>
                  <a:pt x="3" y="2"/>
                </a:lnTo>
                <a:lnTo>
                  <a:pt x="3" y="3"/>
                </a:lnTo>
                <a:lnTo>
                  <a:pt x="4" y="2"/>
                </a:lnTo>
                <a:lnTo>
                  <a:pt x="5" y="0"/>
                </a:lnTo>
                <a:lnTo>
                  <a:pt x="6" y="0"/>
                </a:lnTo>
                <a:lnTo>
                  <a:pt x="6" y="2"/>
                </a:lnTo>
                <a:lnTo>
                  <a:pt x="5" y="3"/>
                </a:lnTo>
                <a:lnTo>
                  <a:pt x="4" y="4"/>
                </a:lnTo>
                <a:lnTo>
                  <a:pt x="3" y="4"/>
                </a:lnTo>
                <a:lnTo>
                  <a:pt x="3" y="6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6" name=""/>
          <p:cNvSpPr/>
          <p:nvPr/>
        </p:nvSpPr>
        <p:spPr>
          <a:xfrm>
            <a:off x="2281320" y="202608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4" y="0"/>
                </a:move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5" y="4"/>
                </a:lnTo>
                <a:lnTo>
                  <a:pt x="5" y="3"/>
                </a:lnTo>
                <a:lnTo>
                  <a:pt x="4" y="3"/>
                </a:lnTo>
                <a:lnTo>
                  <a:pt x="3" y="4"/>
                </a:lnTo>
                <a:lnTo>
                  <a:pt x="3" y="3"/>
                </a:lnTo>
                <a:lnTo>
                  <a:pt x="2" y="4"/>
                </a:lnTo>
                <a:lnTo>
                  <a:pt x="2" y="5"/>
                </a:lnTo>
                <a:lnTo>
                  <a:pt x="2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2" y="1"/>
                </a:lnTo>
                <a:lnTo>
                  <a:pt x="2" y="3"/>
                </a:lnTo>
                <a:lnTo>
                  <a:pt x="3" y="3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7" name=""/>
          <p:cNvSpPr/>
          <p:nvPr/>
        </p:nvSpPr>
        <p:spPr>
          <a:xfrm>
            <a:off x="2282400" y="2025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8" name=""/>
          <p:cNvSpPr/>
          <p:nvPr/>
        </p:nvSpPr>
        <p:spPr>
          <a:xfrm>
            <a:off x="2281680" y="20246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9" name=""/>
          <p:cNvSpPr/>
          <p:nvPr/>
        </p:nvSpPr>
        <p:spPr>
          <a:xfrm>
            <a:off x="2396520" y="20433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1" y="0"/>
                </a:move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0" name=""/>
          <p:cNvSpPr/>
          <p:nvPr/>
        </p:nvSpPr>
        <p:spPr>
          <a:xfrm>
            <a:off x="2278440" y="2019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1" name=""/>
          <p:cNvSpPr/>
          <p:nvPr/>
        </p:nvSpPr>
        <p:spPr>
          <a:xfrm>
            <a:off x="2279160" y="2019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2" name=""/>
          <p:cNvSpPr/>
          <p:nvPr/>
        </p:nvSpPr>
        <p:spPr>
          <a:xfrm>
            <a:off x="2297520" y="202068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3" y="1"/>
                </a:moveTo>
                <a:lnTo>
                  <a:pt x="3" y="3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6" y="3"/>
                </a:lnTo>
                <a:lnTo>
                  <a:pt x="6" y="1"/>
                </a:lnTo>
                <a:lnTo>
                  <a:pt x="6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3" name=""/>
          <p:cNvSpPr/>
          <p:nvPr/>
        </p:nvSpPr>
        <p:spPr>
          <a:xfrm>
            <a:off x="2402280" y="2037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4" name=""/>
          <p:cNvSpPr/>
          <p:nvPr/>
        </p:nvSpPr>
        <p:spPr>
          <a:xfrm>
            <a:off x="2286720" y="20167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5" name=""/>
          <p:cNvSpPr/>
          <p:nvPr/>
        </p:nvSpPr>
        <p:spPr>
          <a:xfrm>
            <a:off x="2283120" y="20156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5" y="2"/>
                </a:lnTo>
                <a:lnTo>
                  <a:pt x="5" y="3"/>
                </a:lnTo>
                <a:lnTo>
                  <a:pt x="4" y="4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6" name=""/>
          <p:cNvSpPr/>
          <p:nvPr/>
        </p:nvSpPr>
        <p:spPr>
          <a:xfrm>
            <a:off x="2275920" y="20138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7" name=""/>
          <p:cNvSpPr/>
          <p:nvPr/>
        </p:nvSpPr>
        <p:spPr>
          <a:xfrm>
            <a:off x="2282400" y="20145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8" name=""/>
          <p:cNvSpPr/>
          <p:nvPr/>
        </p:nvSpPr>
        <p:spPr>
          <a:xfrm>
            <a:off x="2286720" y="20149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9" name=""/>
          <p:cNvSpPr/>
          <p:nvPr/>
        </p:nvSpPr>
        <p:spPr>
          <a:xfrm>
            <a:off x="2275920" y="20124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0" name=""/>
          <p:cNvSpPr/>
          <p:nvPr/>
        </p:nvSpPr>
        <p:spPr>
          <a:xfrm>
            <a:off x="2287080" y="20142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1" name=""/>
          <p:cNvSpPr/>
          <p:nvPr/>
        </p:nvSpPr>
        <p:spPr>
          <a:xfrm>
            <a:off x="2274480" y="201168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3"/>
                </a:moveTo>
                <a:lnTo>
                  <a:pt x="4" y="3"/>
                </a:lnTo>
                <a:lnTo>
                  <a:pt x="3" y="3"/>
                </a:lnTo>
                <a:lnTo>
                  <a:pt x="2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2"/>
                </a:lnTo>
                <a:lnTo>
                  <a:pt x="6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2" name=""/>
          <p:cNvSpPr/>
          <p:nvPr/>
        </p:nvSpPr>
        <p:spPr>
          <a:xfrm>
            <a:off x="2286000" y="201240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5" y="4"/>
                </a:moveTo>
                <a:lnTo>
                  <a:pt x="3" y="5"/>
                </a:lnTo>
                <a:lnTo>
                  <a:pt x="3" y="6"/>
                </a:lnTo>
                <a:lnTo>
                  <a:pt x="2" y="7"/>
                </a:lnTo>
                <a:lnTo>
                  <a:pt x="0" y="5"/>
                </a:lnTo>
                <a:lnTo>
                  <a:pt x="1" y="4"/>
                </a:lnTo>
                <a:lnTo>
                  <a:pt x="2" y="4"/>
                </a:lnTo>
                <a:lnTo>
                  <a:pt x="3" y="4"/>
                </a:lnTo>
                <a:lnTo>
                  <a:pt x="3" y="2"/>
                </a:lnTo>
                <a:lnTo>
                  <a:pt x="3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  <a:lnTo>
                  <a:pt x="5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3" name=""/>
          <p:cNvSpPr/>
          <p:nvPr/>
        </p:nvSpPr>
        <p:spPr>
          <a:xfrm>
            <a:off x="2279520" y="2010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4" name=""/>
          <p:cNvSpPr/>
          <p:nvPr/>
        </p:nvSpPr>
        <p:spPr>
          <a:xfrm>
            <a:off x="2271240" y="2009880"/>
            <a:ext cx="3600" cy="1800"/>
          </a:xfrm>
          <a:custGeom>
            <a:avLst/>
            <a:gdLst/>
            <a:ahLst/>
            <a:rect l="0" t="0" r="r" b="b"/>
            <a:pathLst>
              <a:path fill="none" w="10" h="5">
                <a:moveTo>
                  <a:pt x="10" y="2"/>
                </a:moveTo>
                <a:lnTo>
                  <a:pt x="9" y="2"/>
                </a:lnTo>
                <a:lnTo>
                  <a:pt x="8" y="2"/>
                </a:lnTo>
                <a:lnTo>
                  <a:pt x="7" y="4"/>
                </a:lnTo>
                <a:lnTo>
                  <a:pt x="7" y="5"/>
                </a:lnTo>
                <a:lnTo>
                  <a:pt x="6" y="5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7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1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5" name=""/>
          <p:cNvSpPr/>
          <p:nvPr/>
        </p:nvSpPr>
        <p:spPr>
          <a:xfrm>
            <a:off x="2275920" y="20095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6" name=""/>
          <p:cNvSpPr/>
          <p:nvPr/>
        </p:nvSpPr>
        <p:spPr>
          <a:xfrm>
            <a:off x="2275200" y="20095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7" name=""/>
          <p:cNvSpPr/>
          <p:nvPr/>
        </p:nvSpPr>
        <p:spPr>
          <a:xfrm>
            <a:off x="2270160" y="20080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2"/>
                </a:move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1" y="2"/>
                </a:lnTo>
                <a:lnTo>
                  <a:pt x="1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8" name=""/>
          <p:cNvSpPr/>
          <p:nvPr/>
        </p:nvSpPr>
        <p:spPr>
          <a:xfrm>
            <a:off x="2279160" y="200916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5" y="0"/>
                </a:moveTo>
                <a:lnTo>
                  <a:pt x="5" y="2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5" y="6"/>
                </a:ln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9" name=""/>
          <p:cNvSpPr/>
          <p:nvPr/>
        </p:nvSpPr>
        <p:spPr>
          <a:xfrm>
            <a:off x="2270520" y="20073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0" name=""/>
          <p:cNvSpPr/>
          <p:nvPr/>
        </p:nvSpPr>
        <p:spPr>
          <a:xfrm>
            <a:off x="2293560" y="20109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1" name=""/>
          <p:cNvSpPr/>
          <p:nvPr/>
        </p:nvSpPr>
        <p:spPr>
          <a:xfrm>
            <a:off x="2292840" y="2010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2" name=""/>
          <p:cNvSpPr/>
          <p:nvPr/>
        </p:nvSpPr>
        <p:spPr>
          <a:xfrm>
            <a:off x="2270880" y="2007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3" name=""/>
          <p:cNvSpPr/>
          <p:nvPr/>
        </p:nvSpPr>
        <p:spPr>
          <a:xfrm>
            <a:off x="2286360" y="20091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4" name=""/>
          <p:cNvSpPr/>
          <p:nvPr/>
        </p:nvSpPr>
        <p:spPr>
          <a:xfrm>
            <a:off x="2268720" y="20062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5" y="1"/>
                </a:lnTo>
                <a:lnTo>
                  <a:pt x="3" y="1"/>
                </a:lnTo>
                <a:lnTo>
                  <a:pt x="3" y="2"/>
                </a:lnTo>
                <a:lnTo>
                  <a:pt x="2" y="4"/>
                </a:lnTo>
                <a:lnTo>
                  <a:pt x="0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5" name=""/>
          <p:cNvSpPr/>
          <p:nvPr/>
        </p:nvSpPr>
        <p:spPr>
          <a:xfrm>
            <a:off x="2294640" y="2009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6" name=""/>
          <p:cNvSpPr/>
          <p:nvPr/>
        </p:nvSpPr>
        <p:spPr>
          <a:xfrm>
            <a:off x="2293560" y="20088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1" y="0"/>
                </a:move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7" name=""/>
          <p:cNvSpPr/>
          <p:nvPr/>
        </p:nvSpPr>
        <p:spPr>
          <a:xfrm>
            <a:off x="2286720" y="20052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8" name=""/>
          <p:cNvSpPr/>
          <p:nvPr/>
        </p:nvSpPr>
        <p:spPr>
          <a:xfrm>
            <a:off x="2286000" y="20041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9" name=""/>
          <p:cNvSpPr/>
          <p:nvPr/>
        </p:nvSpPr>
        <p:spPr>
          <a:xfrm>
            <a:off x="2289240" y="20023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0" name=""/>
          <p:cNvSpPr/>
          <p:nvPr/>
        </p:nvSpPr>
        <p:spPr>
          <a:xfrm>
            <a:off x="2290320" y="20005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0"/>
                </a:moveTo>
                <a:lnTo>
                  <a:pt x="2" y="1"/>
                </a:lnTo>
                <a:lnTo>
                  <a:pt x="4" y="1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1" name=""/>
          <p:cNvSpPr/>
          <p:nvPr/>
        </p:nvSpPr>
        <p:spPr>
          <a:xfrm>
            <a:off x="2291400" y="20001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4" y="4"/>
                </a:moveTo>
                <a:lnTo>
                  <a:pt x="2" y="4"/>
                </a:lnTo>
                <a:lnTo>
                  <a:pt x="1" y="4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5" y="2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2" name=""/>
          <p:cNvSpPr/>
          <p:nvPr/>
        </p:nvSpPr>
        <p:spPr>
          <a:xfrm>
            <a:off x="2294640" y="1999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3" name=""/>
          <p:cNvSpPr/>
          <p:nvPr/>
        </p:nvSpPr>
        <p:spPr>
          <a:xfrm>
            <a:off x="2292840" y="199908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3" y="2"/>
                </a:moveTo>
                <a:lnTo>
                  <a:pt x="4" y="2"/>
                </a:lnTo>
                <a:lnTo>
                  <a:pt x="5" y="3"/>
                </a:lnTo>
                <a:lnTo>
                  <a:pt x="4" y="3"/>
                </a:lnTo>
                <a:lnTo>
                  <a:pt x="5" y="4"/>
                </a:lnTo>
                <a:lnTo>
                  <a:pt x="5" y="5"/>
                </a:lnTo>
                <a:lnTo>
                  <a:pt x="7" y="5"/>
                </a:lnTo>
                <a:lnTo>
                  <a:pt x="5" y="5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4" name=""/>
          <p:cNvSpPr/>
          <p:nvPr/>
        </p:nvSpPr>
        <p:spPr>
          <a:xfrm>
            <a:off x="2305440" y="19983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5" name=""/>
          <p:cNvSpPr/>
          <p:nvPr/>
        </p:nvSpPr>
        <p:spPr>
          <a:xfrm>
            <a:off x="2304720" y="19976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6" name=""/>
          <p:cNvSpPr/>
          <p:nvPr/>
        </p:nvSpPr>
        <p:spPr>
          <a:xfrm>
            <a:off x="2295360" y="19940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7" name=""/>
          <p:cNvSpPr/>
          <p:nvPr/>
        </p:nvSpPr>
        <p:spPr>
          <a:xfrm>
            <a:off x="2297520" y="19918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3"/>
                </a:moveTo>
                <a:lnTo>
                  <a:pt x="4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1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8" name=""/>
          <p:cNvSpPr/>
          <p:nvPr/>
        </p:nvSpPr>
        <p:spPr>
          <a:xfrm>
            <a:off x="2298960" y="19911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2"/>
                </a:moveTo>
                <a:lnTo>
                  <a:pt x="2" y="4"/>
                </a:lnTo>
                <a:lnTo>
                  <a:pt x="4" y="4"/>
                </a:lnTo>
                <a:lnTo>
                  <a:pt x="4" y="5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  <a:lnTo>
                  <a:pt x="4" y="1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9" name=""/>
          <p:cNvSpPr/>
          <p:nvPr/>
        </p:nvSpPr>
        <p:spPr>
          <a:xfrm>
            <a:off x="2291400" y="19890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0" name=""/>
          <p:cNvSpPr/>
          <p:nvPr/>
        </p:nvSpPr>
        <p:spPr>
          <a:xfrm>
            <a:off x="2300400" y="1989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1" name=""/>
          <p:cNvSpPr/>
          <p:nvPr/>
        </p:nvSpPr>
        <p:spPr>
          <a:xfrm>
            <a:off x="2301120" y="19850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2" name=""/>
          <p:cNvSpPr/>
          <p:nvPr/>
        </p:nvSpPr>
        <p:spPr>
          <a:xfrm>
            <a:off x="2317320" y="1982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3" name=""/>
          <p:cNvSpPr/>
          <p:nvPr/>
        </p:nvSpPr>
        <p:spPr>
          <a:xfrm>
            <a:off x="2318400" y="1980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4" name=""/>
          <p:cNvSpPr/>
          <p:nvPr/>
        </p:nvSpPr>
        <p:spPr>
          <a:xfrm>
            <a:off x="2318760" y="19807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5" name=""/>
          <p:cNvSpPr/>
          <p:nvPr/>
        </p:nvSpPr>
        <p:spPr>
          <a:xfrm>
            <a:off x="2316240" y="198036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2" y="0"/>
                </a:moveTo>
                <a:lnTo>
                  <a:pt x="3" y="0"/>
                </a:lnTo>
                <a:lnTo>
                  <a:pt x="3" y="1"/>
                </a:lnTo>
                <a:lnTo>
                  <a:pt x="5" y="1"/>
                </a:lnTo>
                <a:lnTo>
                  <a:pt x="6" y="2"/>
                </a:lnTo>
                <a:lnTo>
                  <a:pt x="6" y="4"/>
                </a:lnTo>
                <a:lnTo>
                  <a:pt x="7" y="4"/>
                </a:lnTo>
                <a:lnTo>
                  <a:pt x="6" y="4"/>
                </a:lnTo>
                <a:lnTo>
                  <a:pt x="5" y="2"/>
                </a:lnTo>
                <a:lnTo>
                  <a:pt x="5" y="4"/>
                </a:lnTo>
                <a:lnTo>
                  <a:pt x="2" y="2"/>
                </a:lnTo>
                <a:lnTo>
                  <a:pt x="2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2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6" name=""/>
          <p:cNvSpPr/>
          <p:nvPr/>
        </p:nvSpPr>
        <p:spPr>
          <a:xfrm>
            <a:off x="2317680" y="19800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7" name=""/>
          <p:cNvSpPr/>
          <p:nvPr/>
        </p:nvSpPr>
        <p:spPr>
          <a:xfrm>
            <a:off x="2309040" y="19742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8" name=""/>
          <p:cNvSpPr/>
          <p:nvPr/>
        </p:nvSpPr>
        <p:spPr>
          <a:xfrm>
            <a:off x="2322000" y="1975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9" name=""/>
          <p:cNvSpPr/>
          <p:nvPr/>
        </p:nvSpPr>
        <p:spPr>
          <a:xfrm>
            <a:off x="2321280" y="19753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0" name=""/>
          <p:cNvSpPr/>
          <p:nvPr/>
        </p:nvSpPr>
        <p:spPr>
          <a:xfrm>
            <a:off x="2320200" y="1974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1" name=""/>
          <p:cNvSpPr/>
          <p:nvPr/>
        </p:nvSpPr>
        <p:spPr>
          <a:xfrm>
            <a:off x="2309400" y="19728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2" name=""/>
          <p:cNvSpPr/>
          <p:nvPr/>
        </p:nvSpPr>
        <p:spPr>
          <a:xfrm>
            <a:off x="2320920" y="19746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4"/>
                </a:move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3" name=""/>
          <p:cNvSpPr/>
          <p:nvPr/>
        </p:nvSpPr>
        <p:spPr>
          <a:xfrm>
            <a:off x="2313720" y="19731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1"/>
                </a:move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4" name=""/>
          <p:cNvSpPr/>
          <p:nvPr/>
        </p:nvSpPr>
        <p:spPr>
          <a:xfrm>
            <a:off x="2308680" y="1972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5" name=""/>
          <p:cNvSpPr/>
          <p:nvPr/>
        </p:nvSpPr>
        <p:spPr>
          <a:xfrm>
            <a:off x="2311560" y="1972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6" name=""/>
          <p:cNvSpPr/>
          <p:nvPr/>
        </p:nvSpPr>
        <p:spPr>
          <a:xfrm>
            <a:off x="2311200" y="1971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7" name=""/>
          <p:cNvSpPr/>
          <p:nvPr/>
        </p:nvSpPr>
        <p:spPr>
          <a:xfrm>
            <a:off x="2319480" y="1969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8" name=""/>
          <p:cNvSpPr/>
          <p:nvPr/>
        </p:nvSpPr>
        <p:spPr>
          <a:xfrm>
            <a:off x="2319120" y="19699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9" name=""/>
          <p:cNvSpPr/>
          <p:nvPr/>
        </p:nvSpPr>
        <p:spPr>
          <a:xfrm>
            <a:off x="2319120" y="1969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0" name=""/>
          <p:cNvSpPr/>
          <p:nvPr/>
        </p:nvSpPr>
        <p:spPr>
          <a:xfrm>
            <a:off x="2317320" y="1968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1" name=""/>
          <p:cNvSpPr/>
          <p:nvPr/>
        </p:nvSpPr>
        <p:spPr>
          <a:xfrm>
            <a:off x="2319120" y="19677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4"/>
                </a:move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  <a:lnTo>
                  <a:pt x="2" y="3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2" name=""/>
          <p:cNvSpPr/>
          <p:nvPr/>
        </p:nvSpPr>
        <p:spPr>
          <a:xfrm>
            <a:off x="2321640" y="19677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3" name=""/>
          <p:cNvSpPr/>
          <p:nvPr/>
        </p:nvSpPr>
        <p:spPr>
          <a:xfrm>
            <a:off x="2315520" y="196560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4" y="1"/>
                </a:moveTo>
                <a:lnTo>
                  <a:pt x="4" y="3"/>
                </a:lnTo>
                <a:lnTo>
                  <a:pt x="5" y="3"/>
                </a:lnTo>
                <a:lnTo>
                  <a:pt x="6" y="3"/>
                </a:lnTo>
                <a:lnTo>
                  <a:pt x="7" y="1"/>
                </a:lnTo>
                <a:lnTo>
                  <a:pt x="6" y="3"/>
                </a:lnTo>
                <a:lnTo>
                  <a:pt x="6" y="4"/>
                </a:lnTo>
                <a:lnTo>
                  <a:pt x="5" y="4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4" name=""/>
          <p:cNvSpPr/>
          <p:nvPr/>
        </p:nvSpPr>
        <p:spPr>
          <a:xfrm>
            <a:off x="2317680" y="1966320"/>
            <a:ext cx="3960" cy="2160"/>
          </a:xfrm>
          <a:custGeom>
            <a:avLst/>
            <a:gdLst/>
            <a:ahLst/>
            <a:rect l="0" t="0" r="r" b="b"/>
            <a:pathLst>
              <a:path fill="none" w="11" h="6">
                <a:moveTo>
                  <a:pt x="10" y="0"/>
                </a:moveTo>
                <a:lnTo>
                  <a:pt x="11" y="1"/>
                </a:lnTo>
                <a:lnTo>
                  <a:pt x="10" y="2"/>
                </a:lnTo>
                <a:lnTo>
                  <a:pt x="9" y="2"/>
                </a:lnTo>
                <a:lnTo>
                  <a:pt x="8" y="2"/>
                </a:lnTo>
                <a:lnTo>
                  <a:pt x="9" y="2"/>
                </a:lnTo>
                <a:lnTo>
                  <a:pt x="9" y="3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8" y="5"/>
                </a:lnTo>
                <a:lnTo>
                  <a:pt x="7" y="5"/>
                </a:lnTo>
                <a:lnTo>
                  <a:pt x="6" y="5"/>
                </a:lnTo>
                <a:lnTo>
                  <a:pt x="5" y="6"/>
                </a:lnTo>
                <a:lnTo>
                  <a:pt x="4" y="6"/>
                </a:lnTo>
                <a:lnTo>
                  <a:pt x="3" y="5"/>
                </a:lnTo>
                <a:lnTo>
                  <a:pt x="3" y="6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3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6" y="1"/>
                </a:lnTo>
                <a:lnTo>
                  <a:pt x="7" y="1"/>
                </a:lnTo>
                <a:lnTo>
                  <a:pt x="8" y="0"/>
                </a:lnTo>
                <a:lnTo>
                  <a:pt x="9" y="0"/>
                </a:lnTo>
                <a:lnTo>
                  <a:pt x="10" y="1"/>
                </a:lnTo>
                <a:lnTo>
                  <a:pt x="1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5" name=""/>
          <p:cNvSpPr/>
          <p:nvPr/>
        </p:nvSpPr>
        <p:spPr>
          <a:xfrm>
            <a:off x="2319480" y="19659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2"/>
                </a:move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6" name=""/>
          <p:cNvSpPr/>
          <p:nvPr/>
        </p:nvSpPr>
        <p:spPr>
          <a:xfrm>
            <a:off x="2318040" y="196452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3"/>
                </a:moveTo>
                <a:lnTo>
                  <a:pt x="5" y="4"/>
                </a:lnTo>
                <a:lnTo>
                  <a:pt x="5" y="5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4" y="2"/>
                </a:lnTo>
                <a:lnTo>
                  <a:pt x="5" y="0"/>
                </a:lnTo>
                <a:lnTo>
                  <a:pt x="5" y="2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7" name=""/>
          <p:cNvSpPr/>
          <p:nvPr/>
        </p:nvSpPr>
        <p:spPr>
          <a:xfrm>
            <a:off x="2318400" y="19641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8" name=""/>
          <p:cNvSpPr/>
          <p:nvPr/>
        </p:nvSpPr>
        <p:spPr>
          <a:xfrm>
            <a:off x="2316240" y="1961640"/>
            <a:ext cx="3240" cy="2520"/>
          </a:xfrm>
          <a:custGeom>
            <a:avLst/>
            <a:gdLst/>
            <a:ahLst/>
            <a:rect l="0" t="0" r="r" b="b"/>
            <a:pathLst>
              <a:path fill="none" w="9" h="7">
                <a:moveTo>
                  <a:pt x="9" y="3"/>
                </a:moveTo>
                <a:lnTo>
                  <a:pt x="9" y="5"/>
                </a:lnTo>
                <a:lnTo>
                  <a:pt x="8" y="5"/>
                </a:lnTo>
                <a:lnTo>
                  <a:pt x="7" y="5"/>
                </a:lnTo>
                <a:lnTo>
                  <a:pt x="6" y="7"/>
                </a:lnTo>
                <a:lnTo>
                  <a:pt x="6" y="5"/>
                </a:lnTo>
                <a:lnTo>
                  <a:pt x="6" y="7"/>
                </a:lnTo>
                <a:lnTo>
                  <a:pt x="5" y="7"/>
                </a:lnTo>
                <a:lnTo>
                  <a:pt x="5" y="5"/>
                </a:lnTo>
                <a:lnTo>
                  <a:pt x="4" y="4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4" y="0"/>
                </a:lnTo>
                <a:lnTo>
                  <a:pt x="4" y="2"/>
                </a:lnTo>
                <a:lnTo>
                  <a:pt x="5" y="2"/>
                </a:lnTo>
                <a:lnTo>
                  <a:pt x="7" y="2"/>
                </a:lnTo>
                <a:lnTo>
                  <a:pt x="8" y="0"/>
                </a:lnTo>
                <a:lnTo>
                  <a:pt x="8" y="2"/>
                </a:lnTo>
                <a:lnTo>
                  <a:pt x="9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9" name=""/>
          <p:cNvSpPr/>
          <p:nvPr/>
        </p:nvSpPr>
        <p:spPr>
          <a:xfrm>
            <a:off x="2316240" y="196092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3" y="0"/>
                </a:moveTo>
                <a:lnTo>
                  <a:pt x="5" y="0"/>
                </a:lnTo>
                <a:lnTo>
                  <a:pt x="5" y="1"/>
                </a:lnTo>
                <a:lnTo>
                  <a:pt x="3" y="1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0" name=""/>
          <p:cNvSpPr/>
          <p:nvPr/>
        </p:nvSpPr>
        <p:spPr>
          <a:xfrm>
            <a:off x="2320560" y="196128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1"/>
                </a:moveTo>
                <a:lnTo>
                  <a:pt x="5" y="1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1" name=""/>
          <p:cNvSpPr/>
          <p:nvPr/>
        </p:nvSpPr>
        <p:spPr>
          <a:xfrm>
            <a:off x="2319480" y="196056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2" name=""/>
          <p:cNvSpPr/>
          <p:nvPr/>
        </p:nvSpPr>
        <p:spPr>
          <a:xfrm>
            <a:off x="2323080" y="195912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1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3" name=""/>
          <p:cNvSpPr/>
          <p:nvPr/>
        </p:nvSpPr>
        <p:spPr>
          <a:xfrm>
            <a:off x="2323800" y="19587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4" name=""/>
          <p:cNvSpPr/>
          <p:nvPr/>
        </p:nvSpPr>
        <p:spPr>
          <a:xfrm>
            <a:off x="2327760" y="19591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5" name=""/>
          <p:cNvSpPr/>
          <p:nvPr/>
        </p:nvSpPr>
        <p:spPr>
          <a:xfrm>
            <a:off x="2327760" y="19573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6" name=""/>
          <p:cNvSpPr/>
          <p:nvPr/>
        </p:nvSpPr>
        <p:spPr>
          <a:xfrm>
            <a:off x="2325960" y="19573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3" y="1"/>
                </a:moveTo>
                <a:lnTo>
                  <a:pt x="1" y="1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7" name=""/>
          <p:cNvSpPr/>
          <p:nvPr/>
        </p:nvSpPr>
        <p:spPr>
          <a:xfrm>
            <a:off x="2331000" y="1957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1"/>
                </a:moveTo>
                <a:lnTo>
                  <a:pt x="3" y="3"/>
                </a:lnTo>
                <a:lnTo>
                  <a:pt x="3" y="1"/>
                </a:lnTo>
                <a:lnTo>
                  <a:pt x="1" y="1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8" name=""/>
          <p:cNvSpPr/>
          <p:nvPr/>
        </p:nvSpPr>
        <p:spPr>
          <a:xfrm>
            <a:off x="2327400" y="1956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9" name=""/>
          <p:cNvSpPr/>
          <p:nvPr/>
        </p:nvSpPr>
        <p:spPr>
          <a:xfrm>
            <a:off x="2319480" y="19548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0" name=""/>
          <p:cNvSpPr/>
          <p:nvPr/>
        </p:nvSpPr>
        <p:spPr>
          <a:xfrm>
            <a:off x="2319840" y="19522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1" name=""/>
          <p:cNvSpPr/>
          <p:nvPr/>
        </p:nvSpPr>
        <p:spPr>
          <a:xfrm>
            <a:off x="2320200" y="1951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2" name=""/>
          <p:cNvSpPr/>
          <p:nvPr/>
        </p:nvSpPr>
        <p:spPr>
          <a:xfrm>
            <a:off x="2319120" y="1951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3" name=""/>
          <p:cNvSpPr/>
          <p:nvPr/>
        </p:nvSpPr>
        <p:spPr>
          <a:xfrm>
            <a:off x="2319840" y="19512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4" name=""/>
          <p:cNvSpPr/>
          <p:nvPr/>
        </p:nvSpPr>
        <p:spPr>
          <a:xfrm>
            <a:off x="2335320" y="19526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5" name=""/>
          <p:cNvSpPr/>
          <p:nvPr/>
        </p:nvSpPr>
        <p:spPr>
          <a:xfrm>
            <a:off x="2320560" y="1948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4"/>
                </a:move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6" name=""/>
          <p:cNvSpPr/>
          <p:nvPr/>
        </p:nvSpPr>
        <p:spPr>
          <a:xfrm>
            <a:off x="2336760" y="19504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7" name=""/>
          <p:cNvSpPr/>
          <p:nvPr/>
        </p:nvSpPr>
        <p:spPr>
          <a:xfrm>
            <a:off x="2321280" y="19479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1"/>
                </a:move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8" name=""/>
          <p:cNvSpPr/>
          <p:nvPr/>
        </p:nvSpPr>
        <p:spPr>
          <a:xfrm>
            <a:off x="2336040" y="1950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9" name=""/>
          <p:cNvSpPr/>
          <p:nvPr/>
        </p:nvSpPr>
        <p:spPr>
          <a:xfrm>
            <a:off x="2335680" y="1950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0" name=""/>
          <p:cNvSpPr/>
          <p:nvPr/>
        </p:nvSpPr>
        <p:spPr>
          <a:xfrm>
            <a:off x="2335680" y="19476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1" name=""/>
          <p:cNvSpPr/>
          <p:nvPr/>
        </p:nvSpPr>
        <p:spPr>
          <a:xfrm>
            <a:off x="2336760" y="1947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2" name=""/>
          <p:cNvSpPr/>
          <p:nvPr/>
        </p:nvSpPr>
        <p:spPr>
          <a:xfrm>
            <a:off x="2337120" y="1946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3" name=""/>
          <p:cNvSpPr/>
          <p:nvPr/>
        </p:nvSpPr>
        <p:spPr>
          <a:xfrm>
            <a:off x="2338200" y="19472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4" name=""/>
          <p:cNvSpPr/>
          <p:nvPr/>
        </p:nvSpPr>
        <p:spPr>
          <a:xfrm>
            <a:off x="2336400" y="19458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5" name=""/>
          <p:cNvSpPr/>
          <p:nvPr/>
        </p:nvSpPr>
        <p:spPr>
          <a:xfrm>
            <a:off x="2336400" y="19458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6" name=""/>
          <p:cNvSpPr/>
          <p:nvPr/>
        </p:nvSpPr>
        <p:spPr>
          <a:xfrm>
            <a:off x="2336040" y="19454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7" name=""/>
          <p:cNvSpPr/>
          <p:nvPr/>
        </p:nvSpPr>
        <p:spPr>
          <a:xfrm>
            <a:off x="2335320" y="1945080"/>
            <a:ext cx="1440" cy="360"/>
          </a:xfrm>
          <a:custGeom>
            <a:avLst/>
            <a:gdLst/>
            <a:ahLst/>
            <a:rect l="0" t="0" r="r" b="b"/>
            <a:pathLst>
              <a:path fill="none" w="4" h="1">
                <a:moveTo>
                  <a:pt x="4" y="1"/>
                </a:moveTo>
                <a:lnTo>
                  <a:pt x="3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8" name=""/>
          <p:cNvSpPr/>
          <p:nvPr/>
        </p:nvSpPr>
        <p:spPr>
          <a:xfrm>
            <a:off x="2344320" y="1946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9" name=""/>
          <p:cNvSpPr/>
          <p:nvPr/>
        </p:nvSpPr>
        <p:spPr>
          <a:xfrm>
            <a:off x="2334600" y="194292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4" y="3"/>
                </a:move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lnTo>
                  <a:pt x="2" y="4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lnTo>
                  <a:pt x="4" y="1"/>
                </a:lnTo>
                <a:lnTo>
                  <a:pt x="2" y="3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0" name=""/>
          <p:cNvSpPr/>
          <p:nvPr/>
        </p:nvSpPr>
        <p:spPr>
          <a:xfrm>
            <a:off x="2343240" y="19440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3" y="4"/>
                </a:moveTo>
                <a:lnTo>
                  <a:pt x="2" y="4"/>
                </a:lnTo>
                <a:lnTo>
                  <a:pt x="0" y="5"/>
                </a:lnTo>
                <a:lnTo>
                  <a:pt x="0" y="4"/>
                </a:lnTo>
                <a:lnTo>
                  <a:pt x="2" y="3"/>
                </a:lnTo>
                <a:lnTo>
                  <a:pt x="3" y="3"/>
                </a:lnTo>
                <a:lnTo>
                  <a:pt x="4" y="3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1" name=""/>
          <p:cNvSpPr/>
          <p:nvPr/>
        </p:nvSpPr>
        <p:spPr>
          <a:xfrm>
            <a:off x="2343240" y="194220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1" y="2"/>
                </a:moveTo>
                <a:lnTo>
                  <a:pt x="2" y="3"/>
                </a:lnTo>
                <a:lnTo>
                  <a:pt x="4" y="3"/>
                </a:lnTo>
                <a:lnTo>
                  <a:pt x="5" y="3"/>
                </a:lnTo>
                <a:lnTo>
                  <a:pt x="4" y="4"/>
                </a:lnTo>
                <a:lnTo>
                  <a:pt x="2" y="4"/>
                </a:lnTo>
                <a:lnTo>
                  <a:pt x="2" y="6"/>
                </a:lnTo>
                <a:lnTo>
                  <a:pt x="0" y="6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3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2" name=""/>
          <p:cNvSpPr/>
          <p:nvPr/>
        </p:nvSpPr>
        <p:spPr>
          <a:xfrm>
            <a:off x="2341080" y="1938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3" name=""/>
          <p:cNvSpPr/>
          <p:nvPr/>
        </p:nvSpPr>
        <p:spPr>
          <a:xfrm>
            <a:off x="2340720" y="19386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4" name=""/>
          <p:cNvSpPr/>
          <p:nvPr/>
        </p:nvSpPr>
        <p:spPr>
          <a:xfrm>
            <a:off x="2339640" y="193536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5" y="0"/>
                </a:move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5" name=""/>
          <p:cNvSpPr/>
          <p:nvPr/>
        </p:nvSpPr>
        <p:spPr>
          <a:xfrm>
            <a:off x="2344320" y="19346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2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3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6" name=""/>
          <p:cNvSpPr/>
          <p:nvPr/>
        </p:nvSpPr>
        <p:spPr>
          <a:xfrm>
            <a:off x="2342160" y="1933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4" y="1"/>
                </a:lnTo>
                <a:lnTo>
                  <a:pt x="2" y="1"/>
                </a:lnTo>
                <a:lnTo>
                  <a:pt x="4" y="3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7" name=""/>
          <p:cNvSpPr/>
          <p:nvPr/>
        </p:nvSpPr>
        <p:spPr>
          <a:xfrm>
            <a:off x="2341440" y="19328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8" name=""/>
          <p:cNvSpPr/>
          <p:nvPr/>
        </p:nvSpPr>
        <p:spPr>
          <a:xfrm>
            <a:off x="2343240" y="19332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9" name=""/>
          <p:cNvSpPr/>
          <p:nvPr/>
        </p:nvSpPr>
        <p:spPr>
          <a:xfrm>
            <a:off x="2341800" y="193104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4" y="1"/>
                </a:moveTo>
                <a:lnTo>
                  <a:pt x="6" y="3"/>
                </a:lnTo>
                <a:lnTo>
                  <a:pt x="4" y="3"/>
                </a:lnTo>
                <a:lnTo>
                  <a:pt x="4" y="5"/>
                </a:lnTo>
                <a:lnTo>
                  <a:pt x="3" y="5"/>
                </a:lnTo>
                <a:lnTo>
                  <a:pt x="2" y="6"/>
                </a:lnTo>
                <a:lnTo>
                  <a:pt x="0" y="6"/>
                </a:lnTo>
                <a:lnTo>
                  <a:pt x="0" y="5"/>
                </a:lnTo>
                <a:lnTo>
                  <a:pt x="2" y="5"/>
                </a:lnTo>
                <a:lnTo>
                  <a:pt x="3" y="3"/>
                </a:lnTo>
                <a:lnTo>
                  <a:pt x="3" y="1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0" name=""/>
          <p:cNvSpPr/>
          <p:nvPr/>
        </p:nvSpPr>
        <p:spPr>
          <a:xfrm>
            <a:off x="2336040" y="192780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5" y="1"/>
                </a:moveTo>
                <a:lnTo>
                  <a:pt x="5" y="3"/>
                </a:lnTo>
                <a:lnTo>
                  <a:pt x="4" y="3"/>
                </a:ln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1" name=""/>
          <p:cNvSpPr/>
          <p:nvPr/>
        </p:nvSpPr>
        <p:spPr>
          <a:xfrm>
            <a:off x="2354760" y="1929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2" name=""/>
          <p:cNvSpPr/>
          <p:nvPr/>
        </p:nvSpPr>
        <p:spPr>
          <a:xfrm>
            <a:off x="2355480" y="1928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3" name=""/>
          <p:cNvSpPr/>
          <p:nvPr/>
        </p:nvSpPr>
        <p:spPr>
          <a:xfrm>
            <a:off x="2336040" y="19220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4" name=""/>
          <p:cNvSpPr/>
          <p:nvPr/>
        </p:nvSpPr>
        <p:spPr>
          <a:xfrm>
            <a:off x="2345040" y="192276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5" name=""/>
          <p:cNvSpPr/>
          <p:nvPr/>
        </p:nvSpPr>
        <p:spPr>
          <a:xfrm>
            <a:off x="2337480" y="19209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6" name=""/>
          <p:cNvSpPr/>
          <p:nvPr/>
        </p:nvSpPr>
        <p:spPr>
          <a:xfrm>
            <a:off x="2336760" y="1920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7" name=""/>
          <p:cNvSpPr/>
          <p:nvPr/>
        </p:nvSpPr>
        <p:spPr>
          <a:xfrm>
            <a:off x="2340360" y="192060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5" y="1"/>
                </a:moveTo>
                <a:lnTo>
                  <a:pt x="7" y="2"/>
                </a:lnTo>
                <a:lnTo>
                  <a:pt x="5" y="2"/>
                </a:lnTo>
                <a:lnTo>
                  <a:pt x="5" y="4"/>
                </a:lnTo>
                <a:lnTo>
                  <a:pt x="7" y="4"/>
                </a:lnTo>
                <a:lnTo>
                  <a:pt x="5" y="4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3" y="0"/>
                </a:lnTo>
                <a:lnTo>
                  <a:pt x="3" y="1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8" name=""/>
          <p:cNvSpPr/>
          <p:nvPr/>
        </p:nvSpPr>
        <p:spPr>
          <a:xfrm>
            <a:off x="2340000" y="1918800"/>
            <a:ext cx="3960" cy="3240"/>
          </a:xfrm>
          <a:custGeom>
            <a:avLst/>
            <a:gdLst/>
            <a:ahLst/>
            <a:rect l="0" t="0" r="r" b="b"/>
            <a:pathLst>
              <a:path fill="none" w="11" h="9">
                <a:moveTo>
                  <a:pt x="9" y="3"/>
                </a:moveTo>
                <a:lnTo>
                  <a:pt x="9" y="4"/>
                </a:lnTo>
                <a:lnTo>
                  <a:pt x="10" y="4"/>
                </a:lnTo>
                <a:lnTo>
                  <a:pt x="11" y="4"/>
                </a:lnTo>
                <a:lnTo>
                  <a:pt x="11" y="5"/>
                </a:lnTo>
                <a:lnTo>
                  <a:pt x="10" y="5"/>
                </a:lnTo>
                <a:lnTo>
                  <a:pt x="10" y="6"/>
                </a:lnTo>
                <a:lnTo>
                  <a:pt x="10" y="7"/>
                </a:lnTo>
                <a:lnTo>
                  <a:pt x="9" y="9"/>
                </a:lnTo>
                <a:lnTo>
                  <a:pt x="9" y="7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6" y="6"/>
                </a:lnTo>
                <a:lnTo>
                  <a:pt x="5" y="6"/>
                </a:lnTo>
                <a:lnTo>
                  <a:pt x="4" y="5"/>
                </a:ln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8" y="2"/>
                </a:lnTo>
                <a:lnTo>
                  <a:pt x="9" y="2"/>
                </a:lnTo>
                <a:lnTo>
                  <a:pt x="10" y="2"/>
                </a:lnTo>
                <a:lnTo>
                  <a:pt x="9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9" name=""/>
          <p:cNvSpPr/>
          <p:nvPr/>
        </p:nvSpPr>
        <p:spPr>
          <a:xfrm>
            <a:off x="2333880" y="1917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0" name=""/>
          <p:cNvSpPr/>
          <p:nvPr/>
        </p:nvSpPr>
        <p:spPr>
          <a:xfrm>
            <a:off x="2342520" y="19180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1" name=""/>
          <p:cNvSpPr/>
          <p:nvPr/>
        </p:nvSpPr>
        <p:spPr>
          <a:xfrm>
            <a:off x="2343600" y="19180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2" name=""/>
          <p:cNvSpPr/>
          <p:nvPr/>
        </p:nvSpPr>
        <p:spPr>
          <a:xfrm>
            <a:off x="2342880" y="1917720"/>
            <a:ext cx="4320" cy="5040"/>
          </a:xfrm>
          <a:custGeom>
            <a:avLst/>
            <a:gdLst/>
            <a:ahLst/>
            <a:rect l="0" t="0" r="r" b="b"/>
            <a:pathLst>
              <a:path fill="none" w="12" h="14">
                <a:moveTo>
                  <a:pt x="11" y="3"/>
                </a:moveTo>
                <a:lnTo>
                  <a:pt x="11" y="4"/>
                </a:lnTo>
                <a:lnTo>
                  <a:pt x="11" y="3"/>
                </a:lnTo>
                <a:lnTo>
                  <a:pt x="11" y="4"/>
                </a:lnTo>
                <a:lnTo>
                  <a:pt x="11" y="5"/>
                </a:lnTo>
                <a:lnTo>
                  <a:pt x="12" y="5"/>
                </a:lnTo>
                <a:lnTo>
                  <a:pt x="11" y="6"/>
                </a:lnTo>
                <a:lnTo>
                  <a:pt x="12" y="6"/>
                </a:lnTo>
                <a:lnTo>
                  <a:pt x="12" y="7"/>
                </a:lnTo>
                <a:lnTo>
                  <a:pt x="12" y="8"/>
                </a:lnTo>
                <a:lnTo>
                  <a:pt x="11" y="8"/>
                </a:lnTo>
                <a:lnTo>
                  <a:pt x="10" y="8"/>
                </a:lnTo>
                <a:lnTo>
                  <a:pt x="10" y="9"/>
                </a:lnTo>
                <a:lnTo>
                  <a:pt x="11" y="9"/>
                </a:lnTo>
                <a:lnTo>
                  <a:pt x="12" y="9"/>
                </a:lnTo>
                <a:lnTo>
                  <a:pt x="11" y="11"/>
                </a:lnTo>
                <a:lnTo>
                  <a:pt x="10" y="11"/>
                </a:lnTo>
                <a:lnTo>
                  <a:pt x="10" y="12"/>
                </a:lnTo>
                <a:lnTo>
                  <a:pt x="10" y="13"/>
                </a:lnTo>
                <a:lnTo>
                  <a:pt x="9" y="13"/>
                </a:lnTo>
                <a:lnTo>
                  <a:pt x="9" y="14"/>
                </a:lnTo>
                <a:lnTo>
                  <a:pt x="10" y="14"/>
                </a:lnTo>
                <a:lnTo>
                  <a:pt x="9" y="14"/>
                </a:lnTo>
                <a:lnTo>
                  <a:pt x="8" y="14"/>
                </a:lnTo>
                <a:lnTo>
                  <a:pt x="9" y="14"/>
                </a:lnTo>
                <a:lnTo>
                  <a:pt x="8" y="14"/>
                </a:lnTo>
                <a:lnTo>
                  <a:pt x="6" y="14"/>
                </a:lnTo>
                <a:lnTo>
                  <a:pt x="6" y="13"/>
                </a:lnTo>
                <a:lnTo>
                  <a:pt x="6" y="12"/>
                </a:lnTo>
                <a:lnTo>
                  <a:pt x="4" y="11"/>
                </a:lnTo>
                <a:lnTo>
                  <a:pt x="4" y="12"/>
                </a:lnTo>
                <a:lnTo>
                  <a:pt x="3" y="12"/>
                </a:lnTo>
                <a:lnTo>
                  <a:pt x="4" y="11"/>
                </a:lnTo>
                <a:lnTo>
                  <a:pt x="4" y="9"/>
                </a:lnTo>
                <a:lnTo>
                  <a:pt x="3" y="8"/>
                </a:lnTo>
                <a:lnTo>
                  <a:pt x="2" y="7"/>
                </a:lnTo>
                <a:lnTo>
                  <a:pt x="3" y="7"/>
                </a:lnTo>
                <a:lnTo>
                  <a:pt x="2" y="6"/>
                </a:lnTo>
                <a:lnTo>
                  <a:pt x="1" y="6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3"/>
                </a:lnTo>
                <a:lnTo>
                  <a:pt x="3" y="3"/>
                </a:lnTo>
                <a:lnTo>
                  <a:pt x="4" y="2"/>
                </a:lnTo>
                <a:lnTo>
                  <a:pt x="5" y="2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8" y="0"/>
                </a:lnTo>
                <a:lnTo>
                  <a:pt x="9" y="0"/>
                </a:lnTo>
                <a:lnTo>
                  <a:pt x="9" y="1"/>
                </a:lnTo>
                <a:lnTo>
                  <a:pt x="9" y="2"/>
                </a:lnTo>
                <a:lnTo>
                  <a:pt x="10" y="2"/>
                </a:lnTo>
                <a:lnTo>
                  <a:pt x="1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3" name=""/>
          <p:cNvSpPr/>
          <p:nvPr/>
        </p:nvSpPr>
        <p:spPr>
          <a:xfrm>
            <a:off x="2345760" y="191736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2"/>
                </a:moveTo>
                <a:lnTo>
                  <a:pt x="3" y="5"/>
                </a:lnTo>
                <a:lnTo>
                  <a:pt x="2" y="5"/>
                </a:lnTo>
                <a:lnTo>
                  <a:pt x="2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2" y="2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4" name=""/>
          <p:cNvSpPr/>
          <p:nvPr/>
        </p:nvSpPr>
        <p:spPr>
          <a:xfrm>
            <a:off x="2345760" y="19166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5" name=""/>
          <p:cNvSpPr/>
          <p:nvPr/>
        </p:nvSpPr>
        <p:spPr>
          <a:xfrm>
            <a:off x="2347560" y="191664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4" y="3"/>
                </a:moveTo>
                <a:lnTo>
                  <a:pt x="4" y="5"/>
                </a:lnTo>
                <a:lnTo>
                  <a:pt x="5" y="5"/>
                </a:lnTo>
                <a:lnTo>
                  <a:pt x="6" y="5"/>
                </a:lnTo>
                <a:lnTo>
                  <a:pt x="7" y="3"/>
                </a:lnTo>
                <a:lnTo>
                  <a:pt x="7" y="5"/>
                </a:lnTo>
                <a:lnTo>
                  <a:pt x="6" y="5"/>
                </a:lnTo>
                <a:lnTo>
                  <a:pt x="6" y="6"/>
                </a:lnTo>
                <a:lnTo>
                  <a:pt x="5" y="6"/>
                </a:lnTo>
                <a:lnTo>
                  <a:pt x="4" y="5"/>
                </a:lnTo>
                <a:lnTo>
                  <a:pt x="3" y="6"/>
                </a:lnTo>
                <a:lnTo>
                  <a:pt x="4" y="6"/>
                </a:lnTo>
                <a:lnTo>
                  <a:pt x="3" y="7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0" y="5"/>
                </a:lnTo>
                <a:lnTo>
                  <a:pt x="1" y="5"/>
                </a:lnTo>
                <a:lnTo>
                  <a:pt x="3" y="5"/>
                </a:lnTo>
                <a:lnTo>
                  <a:pt x="4" y="3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6" name=""/>
          <p:cNvSpPr/>
          <p:nvPr/>
        </p:nvSpPr>
        <p:spPr>
          <a:xfrm>
            <a:off x="2346840" y="1915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7" name=""/>
          <p:cNvSpPr/>
          <p:nvPr/>
        </p:nvSpPr>
        <p:spPr>
          <a:xfrm>
            <a:off x="2347200" y="19155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8" name=""/>
          <p:cNvSpPr/>
          <p:nvPr/>
        </p:nvSpPr>
        <p:spPr>
          <a:xfrm>
            <a:off x="2340360" y="191268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2" y="5"/>
                </a:move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2" y="3"/>
                </a:lnTo>
                <a:lnTo>
                  <a:pt x="2" y="4"/>
                </a:lnTo>
                <a:lnTo>
                  <a:pt x="2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9" name=""/>
          <p:cNvSpPr/>
          <p:nvPr/>
        </p:nvSpPr>
        <p:spPr>
          <a:xfrm>
            <a:off x="2346120" y="19116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0" name=""/>
          <p:cNvSpPr/>
          <p:nvPr/>
        </p:nvSpPr>
        <p:spPr>
          <a:xfrm>
            <a:off x="2347200" y="19090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1" name=""/>
          <p:cNvSpPr/>
          <p:nvPr/>
        </p:nvSpPr>
        <p:spPr>
          <a:xfrm>
            <a:off x="2354400" y="19105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2" name=""/>
          <p:cNvSpPr/>
          <p:nvPr/>
        </p:nvSpPr>
        <p:spPr>
          <a:xfrm>
            <a:off x="2352960" y="1909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3" name=""/>
          <p:cNvSpPr/>
          <p:nvPr/>
        </p:nvSpPr>
        <p:spPr>
          <a:xfrm>
            <a:off x="2333520" y="19062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4" name=""/>
          <p:cNvSpPr/>
          <p:nvPr/>
        </p:nvSpPr>
        <p:spPr>
          <a:xfrm>
            <a:off x="2333880" y="19054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4"/>
                </a:moveTo>
                <a:lnTo>
                  <a:pt x="1" y="0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5" name=""/>
          <p:cNvSpPr/>
          <p:nvPr/>
        </p:nvSpPr>
        <p:spPr>
          <a:xfrm>
            <a:off x="2332800" y="19047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2"/>
                </a:moveTo>
                <a:lnTo>
                  <a:pt x="5" y="2"/>
                </a:lnTo>
                <a:lnTo>
                  <a:pt x="5" y="4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6" name=""/>
          <p:cNvSpPr/>
          <p:nvPr/>
        </p:nvSpPr>
        <p:spPr>
          <a:xfrm>
            <a:off x="2352960" y="19083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3" y="1"/>
                </a:lnTo>
                <a:lnTo>
                  <a:pt x="4" y="1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7" name=""/>
          <p:cNvSpPr/>
          <p:nvPr/>
        </p:nvSpPr>
        <p:spPr>
          <a:xfrm>
            <a:off x="2346480" y="1906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8" name=""/>
          <p:cNvSpPr/>
          <p:nvPr/>
        </p:nvSpPr>
        <p:spPr>
          <a:xfrm>
            <a:off x="2333520" y="1904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9" name=""/>
          <p:cNvSpPr/>
          <p:nvPr/>
        </p:nvSpPr>
        <p:spPr>
          <a:xfrm>
            <a:off x="2334600" y="1904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0" name=""/>
          <p:cNvSpPr/>
          <p:nvPr/>
        </p:nvSpPr>
        <p:spPr>
          <a:xfrm>
            <a:off x="2336040" y="1904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1" name=""/>
          <p:cNvSpPr/>
          <p:nvPr/>
        </p:nvSpPr>
        <p:spPr>
          <a:xfrm>
            <a:off x="2353320" y="19072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2" name=""/>
          <p:cNvSpPr/>
          <p:nvPr/>
        </p:nvSpPr>
        <p:spPr>
          <a:xfrm>
            <a:off x="2346480" y="19054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3" name=""/>
          <p:cNvSpPr/>
          <p:nvPr/>
        </p:nvSpPr>
        <p:spPr>
          <a:xfrm>
            <a:off x="2336400" y="190404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3" y="0"/>
                </a:move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4" name=""/>
          <p:cNvSpPr/>
          <p:nvPr/>
        </p:nvSpPr>
        <p:spPr>
          <a:xfrm>
            <a:off x="2338920" y="19022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5" name=""/>
          <p:cNvSpPr/>
          <p:nvPr/>
        </p:nvSpPr>
        <p:spPr>
          <a:xfrm>
            <a:off x="2347920" y="19015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6" name=""/>
          <p:cNvSpPr/>
          <p:nvPr/>
        </p:nvSpPr>
        <p:spPr>
          <a:xfrm>
            <a:off x="2347200" y="1901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7" name=""/>
          <p:cNvSpPr/>
          <p:nvPr/>
        </p:nvSpPr>
        <p:spPr>
          <a:xfrm>
            <a:off x="2351880" y="19015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8" name=""/>
          <p:cNvSpPr/>
          <p:nvPr/>
        </p:nvSpPr>
        <p:spPr>
          <a:xfrm>
            <a:off x="2354040" y="19008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9" name=""/>
          <p:cNvSpPr/>
          <p:nvPr/>
        </p:nvSpPr>
        <p:spPr>
          <a:xfrm>
            <a:off x="2354760" y="1900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0" name=""/>
          <p:cNvSpPr/>
          <p:nvPr/>
        </p:nvSpPr>
        <p:spPr>
          <a:xfrm>
            <a:off x="2354760" y="1899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1" name=""/>
          <p:cNvSpPr/>
          <p:nvPr/>
        </p:nvSpPr>
        <p:spPr>
          <a:xfrm>
            <a:off x="2354040" y="189900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2" name=""/>
          <p:cNvSpPr/>
          <p:nvPr/>
        </p:nvSpPr>
        <p:spPr>
          <a:xfrm>
            <a:off x="2354040" y="189792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2" y="1"/>
                </a:moveTo>
                <a:lnTo>
                  <a:pt x="2" y="3"/>
                </a:lnTo>
                <a:lnTo>
                  <a:pt x="3" y="3"/>
                </a:lnTo>
                <a:lnTo>
                  <a:pt x="5" y="4"/>
                </a:lnTo>
                <a:lnTo>
                  <a:pt x="6" y="4"/>
                </a:lnTo>
                <a:lnTo>
                  <a:pt x="7" y="4"/>
                </a:lnTo>
                <a:lnTo>
                  <a:pt x="7" y="5"/>
                </a:lnTo>
                <a:lnTo>
                  <a:pt x="6" y="4"/>
                </a:ln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3" name=""/>
          <p:cNvSpPr/>
          <p:nvPr/>
        </p:nvSpPr>
        <p:spPr>
          <a:xfrm>
            <a:off x="2353680" y="18975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4" name=""/>
          <p:cNvSpPr/>
          <p:nvPr/>
        </p:nvSpPr>
        <p:spPr>
          <a:xfrm>
            <a:off x="2347560" y="189648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1" y="5"/>
                </a:moveTo>
                <a:lnTo>
                  <a:pt x="1" y="6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5" name=""/>
          <p:cNvSpPr/>
          <p:nvPr/>
        </p:nvSpPr>
        <p:spPr>
          <a:xfrm>
            <a:off x="2354400" y="18972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6" name=""/>
          <p:cNvSpPr/>
          <p:nvPr/>
        </p:nvSpPr>
        <p:spPr>
          <a:xfrm>
            <a:off x="2353320" y="1896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7" name=""/>
          <p:cNvSpPr/>
          <p:nvPr/>
        </p:nvSpPr>
        <p:spPr>
          <a:xfrm>
            <a:off x="2349000" y="1895400"/>
            <a:ext cx="5400" cy="5400"/>
          </a:xfrm>
          <a:custGeom>
            <a:avLst/>
            <a:gdLst/>
            <a:ahLst/>
            <a:rect l="0" t="0" r="r" b="b"/>
            <a:pathLst>
              <a:path fill="none" w="15" h="15">
                <a:moveTo>
                  <a:pt x="8" y="1"/>
                </a:moveTo>
                <a:lnTo>
                  <a:pt x="8" y="2"/>
                </a:lnTo>
                <a:lnTo>
                  <a:pt x="8" y="3"/>
                </a:lnTo>
                <a:lnTo>
                  <a:pt x="9" y="4"/>
                </a:lnTo>
                <a:lnTo>
                  <a:pt x="9" y="5"/>
                </a:lnTo>
                <a:lnTo>
                  <a:pt x="10" y="7"/>
                </a:lnTo>
                <a:lnTo>
                  <a:pt x="12" y="7"/>
                </a:lnTo>
                <a:lnTo>
                  <a:pt x="12" y="8"/>
                </a:lnTo>
                <a:lnTo>
                  <a:pt x="12" y="7"/>
                </a:lnTo>
                <a:lnTo>
                  <a:pt x="13" y="8"/>
                </a:lnTo>
                <a:lnTo>
                  <a:pt x="13" y="9"/>
                </a:lnTo>
                <a:lnTo>
                  <a:pt x="14" y="9"/>
                </a:lnTo>
                <a:lnTo>
                  <a:pt x="14" y="10"/>
                </a:lnTo>
                <a:lnTo>
                  <a:pt x="15" y="11"/>
                </a:lnTo>
                <a:lnTo>
                  <a:pt x="14" y="11"/>
                </a:lnTo>
                <a:lnTo>
                  <a:pt x="14" y="12"/>
                </a:lnTo>
                <a:lnTo>
                  <a:pt x="14" y="13"/>
                </a:lnTo>
                <a:lnTo>
                  <a:pt x="13" y="13"/>
                </a:lnTo>
                <a:lnTo>
                  <a:pt x="13" y="14"/>
                </a:lnTo>
                <a:lnTo>
                  <a:pt x="13" y="15"/>
                </a:lnTo>
                <a:lnTo>
                  <a:pt x="12" y="15"/>
                </a:lnTo>
                <a:lnTo>
                  <a:pt x="12" y="14"/>
                </a:lnTo>
                <a:lnTo>
                  <a:pt x="13" y="13"/>
                </a:lnTo>
                <a:lnTo>
                  <a:pt x="12" y="13"/>
                </a:lnTo>
                <a:lnTo>
                  <a:pt x="11" y="13"/>
                </a:lnTo>
                <a:lnTo>
                  <a:pt x="11" y="14"/>
                </a:lnTo>
                <a:lnTo>
                  <a:pt x="10" y="14"/>
                </a:lnTo>
                <a:lnTo>
                  <a:pt x="10" y="13"/>
                </a:lnTo>
                <a:lnTo>
                  <a:pt x="9" y="13"/>
                </a:lnTo>
                <a:lnTo>
                  <a:pt x="9" y="14"/>
                </a:lnTo>
                <a:lnTo>
                  <a:pt x="9" y="13"/>
                </a:lnTo>
                <a:lnTo>
                  <a:pt x="9" y="12"/>
                </a:lnTo>
                <a:lnTo>
                  <a:pt x="9" y="13"/>
                </a:lnTo>
                <a:lnTo>
                  <a:pt x="8" y="13"/>
                </a:lnTo>
                <a:lnTo>
                  <a:pt x="8" y="12"/>
                </a:lnTo>
                <a:lnTo>
                  <a:pt x="8" y="10"/>
                </a:lnTo>
                <a:lnTo>
                  <a:pt x="7" y="10"/>
                </a:lnTo>
                <a:lnTo>
                  <a:pt x="5" y="10"/>
                </a:lnTo>
                <a:lnTo>
                  <a:pt x="5" y="9"/>
                </a:lnTo>
                <a:lnTo>
                  <a:pt x="5" y="8"/>
                </a:lnTo>
                <a:lnTo>
                  <a:pt x="4" y="8"/>
                </a:lnTo>
                <a:lnTo>
                  <a:pt x="2" y="9"/>
                </a:lnTo>
                <a:lnTo>
                  <a:pt x="1" y="9"/>
                </a:ln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2" y="2"/>
                </a:lnTo>
                <a:lnTo>
                  <a:pt x="1" y="2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800" rIns="36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8" name=""/>
          <p:cNvSpPr/>
          <p:nvPr/>
        </p:nvSpPr>
        <p:spPr>
          <a:xfrm>
            <a:off x="2354400" y="1895400"/>
            <a:ext cx="3240" cy="2520"/>
          </a:xfrm>
          <a:custGeom>
            <a:avLst/>
            <a:gdLst/>
            <a:ahLst/>
            <a:rect l="0" t="0" r="r" b="b"/>
            <a:pathLst>
              <a:path fill="none" w="9" h="7">
                <a:moveTo>
                  <a:pt x="2" y="1"/>
                </a:moveTo>
                <a:lnTo>
                  <a:pt x="3" y="1"/>
                </a:lnTo>
                <a:lnTo>
                  <a:pt x="4" y="2"/>
                </a:lnTo>
                <a:lnTo>
                  <a:pt x="3" y="2"/>
                </a:lnTo>
                <a:lnTo>
                  <a:pt x="2" y="4"/>
                </a:lnTo>
                <a:lnTo>
                  <a:pt x="3" y="5"/>
                </a:lnTo>
                <a:lnTo>
                  <a:pt x="4" y="5"/>
                </a:lnTo>
                <a:lnTo>
                  <a:pt x="6" y="5"/>
                </a:lnTo>
                <a:lnTo>
                  <a:pt x="6" y="6"/>
                </a:lnTo>
                <a:lnTo>
                  <a:pt x="6" y="5"/>
                </a:lnTo>
                <a:lnTo>
                  <a:pt x="9" y="5"/>
                </a:lnTo>
                <a:lnTo>
                  <a:pt x="9" y="6"/>
                </a:lnTo>
                <a:lnTo>
                  <a:pt x="9" y="7"/>
                </a:lnTo>
                <a:lnTo>
                  <a:pt x="7" y="7"/>
                </a:lnTo>
                <a:lnTo>
                  <a:pt x="7" y="6"/>
                </a:lnTo>
                <a:lnTo>
                  <a:pt x="6" y="7"/>
                </a:lnTo>
                <a:lnTo>
                  <a:pt x="5" y="7"/>
                </a:lnTo>
                <a:lnTo>
                  <a:pt x="4" y="6"/>
                </a:lnTo>
                <a:lnTo>
                  <a:pt x="4" y="7"/>
                </a:lnTo>
                <a:lnTo>
                  <a:pt x="3" y="6"/>
                </a:lnTo>
                <a:lnTo>
                  <a:pt x="2" y="6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9" name=""/>
          <p:cNvSpPr/>
          <p:nvPr/>
        </p:nvSpPr>
        <p:spPr>
          <a:xfrm>
            <a:off x="2352960" y="18950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0" name=""/>
          <p:cNvSpPr/>
          <p:nvPr/>
        </p:nvSpPr>
        <p:spPr>
          <a:xfrm>
            <a:off x="2344680" y="1893960"/>
            <a:ext cx="3960" cy="3240"/>
          </a:xfrm>
          <a:custGeom>
            <a:avLst/>
            <a:gdLst/>
            <a:ahLst/>
            <a:rect l="0" t="0" r="r" b="b"/>
            <a:pathLst>
              <a:path fill="none" w="11" h="9">
                <a:moveTo>
                  <a:pt x="11" y="2"/>
                </a:moveTo>
                <a:lnTo>
                  <a:pt x="10" y="3"/>
                </a:lnTo>
                <a:lnTo>
                  <a:pt x="10" y="4"/>
                </a:lnTo>
                <a:lnTo>
                  <a:pt x="9" y="5"/>
                </a:lnTo>
                <a:lnTo>
                  <a:pt x="9" y="6"/>
                </a:lnTo>
                <a:lnTo>
                  <a:pt x="7" y="6"/>
                </a:lnTo>
                <a:lnTo>
                  <a:pt x="7" y="8"/>
                </a:lnTo>
                <a:lnTo>
                  <a:pt x="1" y="9"/>
                </a:lnTo>
                <a:lnTo>
                  <a:pt x="0" y="9"/>
                </a:lnTo>
                <a:lnTo>
                  <a:pt x="0" y="8"/>
                </a:lnTo>
                <a:lnTo>
                  <a:pt x="1" y="8"/>
                </a:lnTo>
                <a:lnTo>
                  <a:pt x="2" y="5"/>
                </a:lnTo>
                <a:lnTo>
                  <a:pt x="3" y="5"/>
                </a:lnTo>
                <a:lnTo>
                  <a:pt x="4" y="4"/>
                </a:lnTo>
                <a:lnTo>
                  <a:pt x="5" y="3"/>
                </a:lnTo>
                <a:lnTo>
                  <a:pt x="5" y="2"/>
                </a:lnTo>
                <a:lnTo>
                  <a:pt x="6" y="2"/>
                </a:lnTo>
                <a:lnTo>
                  <a:pt x="7" y="1"/>
                </a:lnTo>
                <a:lnTo>
                  <a:pt x="9" y="1"/>
                </a:lnTo>
                <a:lnTo>
                  <a:pt x="10" y="1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lnTo>
                  <a:pt x="1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1" name=""/>
          <p:cNvSpPr/>
          <p:nvPr/>
        </p:nvSpPr>
        <p:spPr>
          <a:xfrm>
            <a:off x="2352600" y="1894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2" name=""/>
          <p:cNvSpPr/>
          <p:nvPr/>
        </p:nvSpPr>
        <p:spPr>
          <a:xfrm>
            <a:off x="2354400" y="1894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3" name=""/>
          <p:cNvSpPr/>
          <p:nvPr/>
        </p:nvSpPr>
        <p:spPr>
          <a:xfrm>
            <a:off x="2353320" y="18943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4" name=""/>
          <p:cNvSpPr/>
          <p:nvPr/>
        </p:nvSpPr>
        <p:spPr>
          <a:xfrm>
            <a:off x="2354400" y="1893240"/>
            <a:ext cx="3960" cy="3240"/>
          </a:xfrm>
          <a:custGeom>
            <a:avLst/>
            <a:gdLst/>
            <a:ahLst/>
            <a:rect l="0" t="0" r="r" b="b"/>
            <a:pathLst>
              <a:path fill="none" w="11" h="9">
                <a:moveTo>
                  <a:pt x="6" y="1"/>
                </a:moveTo>
                <a:lnTo>
                  <a:pt x="7" y="1"/>
                </a:lnTo>
                <a:lnTo>
                  <a:pt x="9" y="3"/>
                </a:lnTo>
                <a:lnTo>
                  <a:pt x="10" y="3"/>
                </a:lnTo>
                <a:lnTo>
                  <a:pt x="10" y="4"/>
                </a:lnTo>
                <a:lnTo>
                  <a:pt x="9" y="3"/>
                </a:lnTo>
                <a:lnTo>
                  <a:pt x="7" y="4"/>
                </a:lnTo>
                <a:lnTo>
                  <a:pt x="7" y="5"/>
                </a:lnTo>
                <a:lnTo>
                  <a:pt x="9" y="5"/>
                </a:lnTo>
                <a:lnTo>
                  <a:pt x="9" y="6"/>
                </a:lnTo>
                <a:lnTo>
                  <a:pt x="9" y="7"/>
                </a:lnTo>
                <a:lnTo>
                  <a:pt x="10" y="7"/>
                </a:lnTo>
                <a:lnTo>
                  <a:pt x="10" y="8"/>
                </a:lnTo>
                <a:lnTo>
                  <a:pt x="11" y="8"/>
                </a:lnTo>
                <a:lnTo>
                  <a:pt x="10" y="8"/>
                </a:lnTo>
                <a:lnTo>
                  <a:pt x="10" y="9"/>
                </a:lnTo>
                <a:lnTo>
                  <a:pt x="9" y="9"/>
                </a:lnTo>
                <a:lnTo>
                  <a:pt x="7" y="8"/>
                </a:lnTo>
                <a:lnTo>
                  <a:pt x="6" y="8"/>
                </a:lnTo>
                <a:lnTo>
                  <a:pt x="5" y="7"/>
                </a:lnTo>
                <a:lnTo>
                  <a:pt x="4" y="6"/>
                </a:lnTo>
                <a:lnTo>
                  <a:pt x="3" y="5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5" name=""/>
          <p:cNvSpPr/>
          <p:nvPr/>
        </p:nvSpPr>
        <p:spPr>
          <a:xfrm>
            <a:off x="2357640" y="18936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6" name=""/>
          <p:cNvSpPr/>
          <p:nvPr/>
        </p:nvSpPr>
        <p:spPr>
          <a:xfrm>
            <a:off x="2347560" y="18914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7" name=""/>
          <p:cNvSpPr/>
          <p:nvPr/>
        </p:nvSpPr>
        <p:spPr>
          <a:xfrm>
            <a:off x="2346840" y="18914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8" name=""/>
          <p:cNvSpPr/>
          <p:nvPr/>
        </p:nvSpPr>
        <p:spPr>
          <a:xfrm>
            <a:off x="2358720" y="1893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9" name=""/>
          <p:cNvSpPr/>
          <p:nvPr/>
        </p:nvSpPr>
        <p:spPr>
          <a:xfrm>
            <a:off x="2347560" y="1891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0" name=""/>
          <p:cNvSpPr/>
          <p:nvPr/>
        </p:nvSpPr>
        <p:spPr>
          <a:xfrm>
            <a:off x="2355480" y="189216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1" y="2"/>
                </a:move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2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1" name=""/>
          <p:cNvSpPr/>
          <p:nvPr/>
        </p:nvSpPr>
        <p:spPr>
          <a:xfrm>
            <a:off x="2347560" y="18907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2" name=""/>
          <p:cNvSpPr/>
          <p:nvPr/>
        </p:nvSpPr>
        <p:spPr>
          <a:xfrm>
            <a:off x="2356560" y="189180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1"/>
                </a:moveTo>
                <a:lnTo>
                  <a:pt x="5" y="1"/>
                </a:lnTo>
                <a:lnTo>
                  <a:pt x="6" y="2"/>
                </a:lnTo>
                <a:lnTo>
                  <a:pt x="6" y="4"/>
                </a:lnTo>
                <a:lnTo>
                  <a:pt x="5" y="4"/>
                </a:lnTo>
                <a:lnTo>
                  <a:pt x="5" y="2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5" y="1"/>
                </a:lnTo>
                <a:lnTo>
                  <a:pt x="6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3" name=""/>
          <p:cNvSpPr/>
          <p:nvPr/>
        </p:nvSpPr>
        <p:spPr>
          <a:xfrm>
            <a:off x="2344680" y="1889280"/>
            <a:ext cx="2880" cy="2520"/>
          </a:xfrm>
          <a:custGeom>
            <a:avLst/>
            <a:gdLst/>
            <a:ahLst/>
            <a:rect l="0" t="0" r="r" b="b"/>
            <a:pathLst>
              <a:path fill="none" w="8" h="7">
                <a:moveTo>
                  <a:pt x="3" y="7"/>
                </a:moveTo>
                <a:lnTo>
                  <a:pt x="2" y="7"/>
                </a:lnTo>
                <a:lnTo>
                  <a:pt x="1" y="6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4" y="0"/>
                </a:lnTo>
                <a:lnTo>
                  <a:pt x="5" y="1"/>
                </a:lnTo>
                <a:lnTo>
                  <a:pt x="5" y="2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8" y="4"/>
                </a:lnTo>
                <a:lnTo>
                  <a:pt x="8" y="6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4" name=""/>
          <p:cNvSpPr/>
          <p:nvPr/>
        </p:nvSpPr>
        <p:spPr>
          <a:xfrm>
            <a:off x="2349000" y="1889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5" name=""/>
          <p:cNvSpPr/>
          <p:nvPr/>
        </p:nvSpPr>
        <p:spPr>
          <a:xfrm>
            <a:off x="2349720" y="18892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6" name=""/>
          <p:cNvSpPr/>
          <p:nvPr/>
        </p:nvSpPr>
        <p:spPr>
          <a:xfrm>
            <a:off x="2348280" y="18889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4"/>
                </a:move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7" name=""/>
          <p:cNvSpPr/>
          <p:nvPr/>
        </p:nvSpPr>
        <p:spPr>
          <a:xfrm>
            <a:off x="2349360" y="1888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8" name=""/>
          <p:cNvSpPr/>
          <p:nvPr/>
        </p:nvSpPr>
        <p:spPr>
          <a:xfrm>
            <a:off x="2356560" y="18896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9" name=""/>
          <p:cNvSpPr/>
          <p:nvPr/>
        </p:nvSpPr>
        <p:spPr>
          <a:xfrm>
            <a:off x="2351520" y="1888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0" name=""/>
          <p:cNvSpPr/>
          <p:nvPr/>
        </p:nvSpPr>
        <p:spPr>
          <a:xfrm>
            <a:off x="2351520" y="18889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3" y="3"/>
                </a:move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1" name=""/>
          <p:cNvSpPr/>
          <p:nvPr/>
        </p:nvSpPr>
        <p:spPr>
          <a:xfrm>
            <a:off x="2354400" y="18889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2" name=""/>
          <p:cNvSpPr/>
          <p:nvPr/>
        </p:nvSpPr>
        <p:spPr>
          <a:xfrm>
            <a:off x="2348640" y="1887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3" name=""/>
          <p:cNvSpPr/>
          <p:nvPr/>
        </p:nvSpPr>
        <p:spPr>
          <a:xfrm>
            <a:off x="2350800" y="18882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2" y="1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4" name=""/>
          <p:cNvSpPr/>
          <p:nvPr/>
        </p:nvSpPr>
        <p:spPr>
          <a:xfrm>
            <a:off x="2351520" y="18882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5" name=""/>
          <p:cNvSpPr/>
          <p:nvPr/>
        </p:nvSpPr>
        <p:spPr>
          <a:xfrm>
            <a:off x="2358000" y="1889280"/>
            <a:ext cx="3600" cy="5040"/>
          </a:xfrm>
          <a:custGeom>
            <a:avLst/>
            <a:gdLst/>
            <a:ahLst/>
            <a:rect l="0" t="0" r="r" b="b"/>
            <a:pathLst>
              <a:path fill="none" w="10" h="14">
                <a:moveTo>
                  <a:pt x="9" y="3"/>
                </a:moveTo>
                <a:lnTo>
                  <a:pt x="9" y="4"/>
                </a:lnTo>
                <a:lnTo>
                  <a:pt x="10" y="4"/>
                </a:lnTo>
                <a:lnTo>
                  <a:pt x="10" y="5"/>
                </a:lnTo>
                <a:lnTo>
                  <a:pt x="9" y="4"/>
                </a:lnTo>
                <a:lnTo>
                  <a:pt x="8" y="4"/>
                </a:lnTo>
                <a:lnTo>
                  <a:pt x="6" y="5"/>
                </a:lnTo>
                <a:lnTo>
                  <a:pt x="8" y="5"/>
                </a:lnTo>
                <a:lnTo>
                  <a:pt x="9" y="5"/>
                </a:lnTo>
                <a:lnTo>
                  <a:pt x="10" y="6"/>
                </a:lnTo>
                <a:lnTo>
                  <a:pt x="9" y="7"/>
                </a:lnTo>
                <a:lnTo>
                  <a:pt x="10" y="7"/>
                </a:lnTo>
                <a:lnTo>
                  <a:pt x="10" y="8"/>
                </a:lnTo>
                <a:lnTo>
                  <a:pt x="9" y="8"/>
                </a:lnTo>
                <a:lnTo>
                  <a:pt x="8" y="9"/>
                </a:lnTo>
                <a:lnTo>
                  <a:pt x="6" y="9"/>
                </a:lnTo>
                <a:lnTo>
                  <a:pt x="6" y="10"/>
                </a:lnTo>
                <a:lnTo>
                  <a:pt x="6" y="11"/>
                </a:lnTo>
                <a:lnTo>
                  <a:pt x="8" y="12"/>
                </a:lnTo>
                <a:lnTo>
                  <a:pt x="8" y="13"/>
                </a:lnTo>
                <a:lnTo>
                  <a:pt x="8" y="14"/>
                </a:lnTo>
                <a:lnTo>
                  <a:pt x="6" y="14"/>
                </a:lnTo>
                <a:lnTo>
                  <a:pt x="6" y="13"/>
                </a:lnTo>
                <a:lnTo>
                  <a:pt x="5" y="13"/>
                </a:lnTo>
                <a:lnTo>
                  <a:pt x="4" y="12"/>
                </a:lnTo>
                <a:lnTo>
                  <a:pt x="4" y="11"/>
                </a:lnTo>
                <a:lnTo>
                  <a:pt x="3" y="10"/>
                </a:lnTo>
                <a:lnTo>
                  <a:pt x="4" y="10"/>
                </a:lnTo>
                <a:lnTo>
                  <a:pt x="4" y="9"/>
                </a:lnTo>
                <a:lnTo>
                  <a:pt x="4" y="8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2" y="0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  <a:lnTo>
                  <a:pt x="5" y="3"/>
                </a:lnTo>
                <a:lnTo>
                  <a:pt x="6" y="1"/>
                </a:lnTo>
                <a:lnTo>
                  <a:pt x="8" y="1"/>
                </a:lnTo>
                <a:lnTo>
                  <a:pt x="9" y="1"/>
                </a:lnTo>
                <a:lnTo>
                  <a:pt x="9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6" name=""/>
          <p:cNvSpPr/>
          <p:nvPr/>
        </p:nvSpPr>
        <p:spPr>
          <a:xfrm>
            <a:off x="2349360" y="18874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3"/>
                </a:moveTo>
                <a:lnTo>
                  <a:pt x="5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3" y="3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7" name=""/>
          <p:cNvSpPr/>
          <p:nvPr/>
        </p:nvSpPr>
        <p:spPr>
          <a:xfrm>
            <a:off x="2351880" y="188784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5" y="3"/>
                </a:moveTo>
                <a:lnTo>
                  <a:pt x="5" y="4"/>
                </a:lnTo>
                <a:lnTo>
                  <a:pt x="7" y="4"/>
                </a:lnTo>
                <a:lnTo>
                  <a:pt x="5" y="5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8" name=""/>
          <p:cNvSpPr/>
          <p:nvPr/>
        </p:nvSpPr>
        <p:spPr>
          <a:xfrm>
            <a:off x="2361960" y="188928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0" y="3"/>
                </a:move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9" name=""/>
          <p:cNvSpPr/>
          <p:nvPr/>
        </p:nvSpPr>
        <p:spPr>
          <a:xfrm>
            <a:off x="2350440" y="1887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0" name=""/>
          <p:cNvSpPr/>
          <p:nvPr/>
        </p:nvSpPr>
        <p:spPr>
          <a:xfrm>
            <a:off x="2361600" y="18889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1" name=""/>
          <p:cNvSpPr/>
          <p:nvPr/>
        </p:nvSpPr>
        <p:spPr>
          <a:xfrm>
            <a:off x="2361600" y="1888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2" name=""/>
          <p:cNvSpPr/>
          <p:nvPr/>
        </p:nvSpPr>
        <p:spPr>
          <a:xfrm>
            <a:off x="2341440" y="188460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3" y="3"/>
                </a:move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5" y="1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3" name=""/>
          <p:cNvSpPr/>
          <p:nvPr/>
        </p:nvSpPr>
        <p:spPr>
          <a:xfrm>
            <a:off x="2346120" y="1885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4" name=""/>
          <p:cNvSpPr/>
          <p:nvPr/>
        </p:nvSpPr>
        <p:spPr>
          <a:xfrm>
            <a:off x="2341800" y="1883880"/>
            <a:ext cx="3600" cy="5400"/>
          </a:xfrm>
          <a:custGeom>
            <a:avLst/>
            <a:gdLst/>
            <a:ahLst/>
            <a:rect l="0" t="0" r="r" b="b"/>
            <a:pathLst>
              <a:path fill="none" w="10" h="15">
                <a:moveTo>
                  <a:pt x="4" y="0"/>
                </a:moveTo>
                <a:lnTo>
                  <a:pt x="5" y="1"/>
                </a:lnTo>
                <a:lnTo>
                  <a:pt x="5" y="2"/>
                </a:lnTo>
                <a:lnTo>
                  <a:pt x="6" y="2"/>
                </a:lnTo>
                <a:lnTo>
                  <a:pt x="7" y="3"/>
                </a:lnTo>
                <a:lnTo>
                  <a:pt x="7" y="4"/>
                </a:lnTo>
                <a:lnTo>
                  <a:pt x="8" y="5"/>
                </a:lnTo>
                <a:lnTo>
                  <a:pt x="9" y="5"/>
                </a:lnTo>
                <a:lnTo>
                  <a:pt x="9" y="6"/>
                </a:lnTo>
                <a:lnTo>
                  <a:pt x="9" y="7"/>
                </a:lnTo>
                <a:lnTo>
                  <a:pt x="9" y="8"/>
                </a:lnTo>
                <a:lnTo>
                  <a:pt x="10" y="9"/>
                </a:lnTo>
                <a:lnTo>
                  <a:pt x="10" y="10"/>
                </a:lnTo>
                <a:lnTo>
                  <a:pt x="10" y="11"/>
                </a:lnTo>
                <a:lnTo>
                  <a:pt x="9" y="11"/>
                </a:lnTo>
                <a:lnTo>
                  <a:pt x="8" y="12"/>
                </a:lnTo>
                <a:lnTo>
                  <a:pt x="7" y="12"/>
                </a:lnTo>
                <a:lnTo>
                  <a:pt x="6" y="12"/>
                </a:lnTo>
                <a:lnTo>
                  <a:pt x="6" y="14"/>
                </a:lnTo>
                <a:lnTo>
                  <a:pt x="5" y="14"/>
                </a:lnTo>
                <a:lnTo>
                  <a:pt x="5" y="15"/>
                </a:lnTo>
                <a:lnTo>
                  <a:pt x="4" y="15"/>
                </a:lnTo>
                <a:lnTo>
                  <a:pt x="4" y="14"/>
                </a:lnTo>
                <a:lnTo>
                  <a:pt x="2" y="14"/>
                </a:lnTo>
                <a:lnTo>
                  <a:pt x="2" y="12"/>
                </a:lnTo>
                <a:lnTo>
                  <a:pt x="1" y="12"/>
                </a:lnTo>
                <a:lnTo>
                  <a:pt x="1" y="11"/>
                </a:lnTo>
                <a:lnTo>
                  <a:pt x="0" y="11"/>
                </a:lnTo>
                <a:lnTo>
                  <a:pt x="1" y="10"/>
                </a:lnTo>
                <a:lnTo>
                  <a:pt x="2" y="10"/>
                </a:lnTo>
                <a:lnTo>
                  <a:pt x="2" y="9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800" rIns="36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5" name=""/>
          <p:cNvSpPr/>
          <p:nvPr/>
        </p:nvSpPr>
        <p:spPr>
          <a:xfrm>
            <a:off x="2346480" y="18846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6" name=""/>
          <p:cNvSpPr/>
          <p:nvPr/>
        </p:nvSpPr>
        <p:spPr>
          <a:xfrm>
            <a:off x="2359080" y="188640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4" y="2"/>
                </a:moveTo>
                <a:lnTo>
                  <a:pt x="4" y="3"/>
                </a:lnTo>
                <a:lnTo>
                  <a:pt x="5" y="4"/>
                </a:lnTo>
                <a:lnTo>
                  <a:pt x="7" y="4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0" y="6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3" y="2"/>
                </a:ln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7" name=""/>
          <p:cNvSpPr/>
          <p:nvPr/>
        </p:nvSpPr>
        <p:spPr>
          <a:xfrm>
            <a:off x="2346120" y="18838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8" name=""/>
          <p:cNvSpPr/>
          <p:nvPr/>
        </p:nvSpPr>
        <p:spPr>
          <a:xfrm>
            <a:off x="2342880" y="18831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9" name=""/>
          <p:cNvSpPr/>
          <p:nvPr/>
        </p:nvSpPr>
        <p:spPr>
          <a:xfrm>
            <a:off x="2360880" y="18860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4" y="3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0" name=""/>
          <p:cNvSpPr/>
          <p:nvPr/>
        </p:nvSpPr>
        <p:spPr>
          <a:xfrm>
            <a:off x="2344320" y="188352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5" y="4"/>
                </a:move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1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5" y="3"/>
                </a:lnTo>
                <a:lnTo>
                  <a:pt x="5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1" name=""/>
          <p:cNvSpPr/>
          <p:nvPr/>
        </p:nvSpPr>
        <p:spPr>
          <a:xfrm>
            <a:off x="2351880" y="18828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2" name=""/>
          <p:cNvSpPr/>
          <p:nvPr/>
        </p:nvSpPr>
        <p:spPr>
          <a:xfrm>
            <a:off x="2345040" y="1880640"/>
            <a:ext cx="13680" cy="9360"/>
          </a:xfrm>
          <a:custGeom>
            <a:avLst/>
            <a:gdLst/>
            <a:ahLst/>
            <a:rect l="0" t="0" r="r" b="b"/>
            <a:pathLst>
              <a:path fill="none" w="38" h="26">
                <a:moveTo>
                  <a:pt x="4" y="3"/>
                </a:move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  <a:lnTo>
                  <a:pt x="7" y="3"/>
                </a:lnTo>
                <a:lnTo>
                  <a:pt x="8" y="4"/>
                </a:lnTo>
                <a:lnTo>
                  <a:pt x="9" y="4"/>
                </a:lnTo>
                <a:lnTo>
                  <a:pt x="11" y="4"/>
                </a:lnTo>
                <a:lnTo>
                  <a:pt x="12" y="4"/>
                </a:lnTo>
                <a:lnTo>
                  <a:pt x="13" y="4"/>
                </a:lnTo>
                <a:lnTo>
                  <a:pt x="14" y="3"/>
                </a:lnTo>
                <a:lnTo>
                  <a:pt x="15" y="3"/>
                </a:lnTo>
                <a:lnTo>
                  <a:pt x="16" y="3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9" y="7"/>
                </a:lnTo>
                <a:lnTo>
                  <a:pt x="19" y="8"/>
                </a:lnTo>
                <a:lnTo>
                  <a:pt x="20" y="8"/>
                </a:lnTo>
                <a:lnTo>
                  <a:pt x="22" y="8"/>
                </a:lnTo>
                <a:lnTo>
                  <a:pt x="23" y="8"/>
                </a:lnTo>
                <a:lnTo>
                  <a:pt x="24" y="8"/>
                </a:lnTo>
                <a:lnTo>
                  <a:pt x="26" y="8"/>
                </a:lnTo>
                <a:lnTo>
                  <a:pt x="28" y="8"/>
                </a:lnTo>
                <a:lnTo>
                  <a:pt x="29" y="8"/>
                </a:lnTo>
                <a:lnTo>
                  <a:pt x="29" y="9"/>
                </a:lnTo>
                <a:lnTo>
                  <a:pt x="30" y="9"/>
                </a:lnTo>
                <a:lnTo>
                  <a:pt x="31" y="9"/>
                </a:lnTo>
                <a:lnTo>
                  <a:pt x="32" y="9"/>
                </a:lnTo>
                <a:lnTo>
                  <a:pt x="33" y="9"/>
                </a:lnTo>
                <a:lnTo>
                  <a:pt x="34" y="9"/>
                </a:lnTo>
                <a:lnTo>
                  <a:pt x="34" y="10"/>
                </a:lnTo>
                <a:lnTo>
                  <a:pt x="34" y="11"/>
                </a:lnTo>
                <a:lnTo>
                  <a:pt x="33" y="11"/>
                </a:lnTo>
                <a:lnTo>
                  <a:pt x="33" y="12"/>
                </a:lnTo>
                <a:lnTo>
                  <a:pt x="33" y="11"/>
                </a:lnTo>
                <a:lnTo>
                  <a:pt x="32" y="11"/>
                </a:lnTo>
                <a:lnTo>
                  <a:pt x="31" y="11"/>
                </a:lnTo>
                <a:lnTo>
                  <a:pt x="30" y="11"/>
                </a:lnTo>
                <a:lnTo>
                  <a:pt x="30" y="12"/>
                </a:lnTo>
                <a:lnTo>
                  <a:pt x="30" y="13"/>
                </a:lnTo>
                <a:lnTo>
                  <a:pt x="31" y="13"/>
                </a:lnTo>
                <a:lnTo>
                  <a:pt x="32" y="13"/>
                </a:lnTo>
                <a:lnTo>
                  <a:pt x="33" y="13"/>
                </a:lnTo>
                <a:lnTo>
                  <a:pt x="34" y="13"/>
                </a:lnTo>
                <a:lnTo>
                  <a:pt x="34" y="14"/>
                </a:lnTo>
                <a:lnTo>
                  <a:pt x="35" y="15"/>
                </a:lnTo>
                <a:lnTo>
                  <a:pt x="36" y="16"/>
                </a:lnTo>
                <a:lnTo>
                  <a:pt x="37" y="17"/>
                </a:lnTo>
                <a:lnTo>
                  <a:pt x="37" y="18"/>
                </a:lnTo>
                <a:lnTo>
                  <a:pt x="38" y="18"/>
                </a:lnTo>
                <a:lnTo>
                  <a:pt x="38" y="17"/>
                </a:lnTo>
                <a:lnTo>
                  <a:pt x="38" y="18"/>
                </a:lnTo>
                <a:lnTo>
                  <a:pt x="37" y="18"/>
                </a:lnTo>
                <a:lnTo>
                  <a:pt x="37" y="19"/>
                </a:lnTo>
                <a:lnTo>
                  <a:pt x="38" y="19"/>
                </a:lnTo>
                <a:lnTo>
                  <a:pt x="37" y="24"/>
                </a:lnTo>
                <a:lnTo>
                  <a:pt x="36" y="25"/>
                </a:lnTo>
                <a:lnTo>
                  <a:pt x="36" y="26"/>
                </a:lnTo>
                <a:lnTo>
                  <a:pt x="35" y="26"/>
                </a:lnTo>
                <a:lnTo>
                  <a:pt x="34" y="26"/>
                </a:lnTo>
                <a:lnTo>
                  <a:pt x="33" y="26"/>
                </a:lnTo>
                <a:lnTo>
                  <a:pt x="32" y="26"/>
                </a:lnTo>
                <a:lnTo>
                  <a:pt x="31" y="25"/>
                </a:lnTo>
                <a:lnTo>
                  <a:pt x="30" y="25"/>
                </a:lnTo>
                <a:lnTo>
                  <a:pt x="30" y="24"/>
                </a:lnTo>
                <a:lnTo>
                  <a:pt x="29" y="24"/>
                </a:lnTo>
                <a:lnTo>
                  <a:pt x="28" y="24"/>
                </a:lnTo>
                <a:lnTo>
                  <a:pt x="27" y="23"/>
                </a:lnTo>
                <a:lnTo>
                  <a:pt x="26" y="23"/>
                </a:lnTo>
                <a:lnTo>
                  <a:pt x="25" y="22"/>
                </a:lnTo>
                <a:lnTo>
                  <a:pt x="24" y="22"/>
                </a:lnTo>
                <a:lnTo>
                  <a:pt x="23" y="22"/>
                </a:lnTo>
                <a:lnTo>
                  <a:pt x="23" y="21"/>
                </a:lnTo>
                <a:lnTo>
                  <a:pt x="22" y="21"/>
                </a:lnTo>
                <a:lnTo>
                  <a:pt x="20" y="21"/>
                </a:lnTo>
                <a:lnTo>
                  <a:pt x="19" y="21"/>
                </a:lnTo>
                <a:lnTo>
                  <a:pt x="18" y="21"/>
                </a:lnTo>
                <a:lnTo>
                  <a:pt x="17" y="21"/>
                </a:lnTo>
                <a:lnTo>
                  <a:pt x="17" y="19"/>
                </a:lnTo>
                <a:lnTo>
                  <a:pt x="16" y="19"/>
                </a:lnTo>
                <a:lnTo>
                  <a:pt x="14" y="19"/>
                </a:lnTo>
                <a:lnTo>
                  <a:pt x="13" y="18"/>
                </a:lnTo>
                <a:lnTo>
                  <a:pt x="12" y="18"/>
                </a:lnTo>
                <a:lnTo>
                  <a:pt x="11" y="19"/>
                </a:lnTo>
                <a:lnTo>
                  <a:pt x="10" y="21"/>
                </a:lnTo>
                <a:lnTo>
                  <a:pt x="9" y="21"/>
                </a:lnTo>
                <a:lnTo>
                  <a:pt x="8" y="21"/>
                </a:lnTo>
                <a:lnTo>
                  <a:pt x="8" y="19"/>
                </a:lnTo>
                <a:lnTo>
                  <a:pt x="8" y="18"/>
                </a:lnTo>
                <a:lnTo>
                  <a:pt x="7" y="17"/>
                </a:lnTo>
                <a:lnTo>
                  <a:pt x="6" y="15"/>
                </a:lnTo>
                <a:lnTo>
                  <a:pt x="5" y="15"/>
                </a:lnTo>
                <a:lnTo>
                  <a:pt x="5" y="14"/>
                </a:lnTo>
                <a:lnTo>
                  <a:pt x="4" y="14"/>
                </a:lnTo>
                <a:lnTo>
                  <a:pt x="4" y="13"/>
                </a:lnTo>
                <a:lnTo>
                  <a:pt x="5" y="12"/>
                </a:lnTo>
                <a:lnTo>
                  <a:pt x="5" y="11"/>
                </a:lnTo>
                <a:lnTo>
                  <a:pt x="5" y="9"/>
                </a:lnTo>
                <a:lnTo>
                  <a:pt x="4" y="8"/>
                </a:lnTo>
                <a:lnTo>
                  <a:pt x="4" y="7"/>
                </a:lnTo>
                <a:lnTo>
                  <a:pt x="3" y="6"/>
                </a:lnTo>
                <a:lnTo>
                  <a:pt x="2" y="5"/>
                </a:lnTo>
                <a:lnTo>
                  <a:pt x="2" y="4"/>
                </a:lnTo>
                <a:lnTo>
                  <a:pt x="1" y="3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2" y="0"/>
                </a:lnTo>
                <a:lnTo>
                  <a:pt x="2" y="1"/>
                </a:lnTo>
                <a:lnTo>
                  <a:pt x="4" y="2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3" name=""/>
          <p:cNvSpPr/>
          <p:nvPr/>
        </p:nvSpPr>
        <p:spPr>
          <a:xfrm>
            <a:off x="2347560" y="188028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5" y="1"/>
                </a:moveTo>
                <a:lnTo>
                  <a:pt x="7" y="1"/>
                </a:lnTo>
                <a:lnTo>
                  <a:pt x="7" y="3"/>
                </a:lnTo>
                <a:lnTo>
                  <a:pt x="5" y="3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4" name=""/>
          <p:cNvSpPr/>
          <p:nvPr/>
        </p:nvSpPr>
        <p:spPr>
          <a:xfrm>
            <a:off x="2351880" y="188028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3" y="1"/>
                </a:move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7" y="2"/>
                </a:lnTo>
                <a:lnTo>
                  <a:pt x="7" y="1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lnTo>
                  <a:pt x="6" y="3"/>
                </a:ln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3" y="5"/>
                </a:lnTo>
                <a:lnTo>
                  <a:pt x="2" y="7"/>
                </a:lnTo>
                <a:lnTo>
                  <a:pt x="1" y="7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5" name=""/>
          <p:cNvSpPr/>
          <p:nvPr/>
        </p:nvSpPr>
        <p:spPr>
          <a:xfrm>
            <a:off x="2351160" y="18792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4"/>
                </a:move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6" name=""/>
          <p:cNvSpPr/>
          <p:nvPr/>
        </p:nvSpPr>
        <p:spPr>
          <a:xfrm>
            <a:off x="2371680" y="18824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2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5" y="2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7" name=""/>
          <p:cNvSpPr/>
          <p:nvPr/>
        </p:nvSpPr>
        <p:spPr>
          <a:xfrm>
            <a:off x="2352960" y="18792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8" name=""/>
          <p:cNvSpPr/>
          <p:nvPr/>
        </p:nvSpPr>
        <p:spPr>
          <a:xfrm>
            <a:off x="2354400" y="1878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9" name=""/>
          <p:cNvSpPr/>
          <p:nvPr/>
        </p:nvSpPr>
        <p:spPr>
          <a:xfrm>
            <a:off x="2354040" y="1878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0" name=""/>
          <p:cNvSpPr/>
          <p:nvPr/>
        </p:nvSpPr>
        <p:spPr>
          <a:xfrm>
            <a:off x="2357640" y="1879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1" name=""/>
          <p:cNvSpPr/>
          <p:nvPr/>
        </p:nvSpPr>
        <p:spPr>
          <a:xfrm>
            <a:off x="2370600" y="1881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2" name=""/>
          <p:cNvSpPr/>
          <p:nvPr/>
        </p:nvSpPr>
        <p:spPr>
          <a:xfrm>
            <a:off x="2366280" y="18799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3" name=""/>
          <p:cNvSpPr/>
          <p:nvPr/>
        </p:nvSpPr>
        <p:spPr>
          <a:xfrm>
            <a:off x="2362680" y="18792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4" name=""/>
          <p:cNvSpPr/>
          <p:nvPr/>
        </p:nvSpPr>
        <p:spPr>
          <a:xfrm>
            <a:off x="2344680" y="1875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5" name=""/>
          <p:cNvSpPr/>
          <p:nvPr/>
        </p:nvSpPr>
        <p:spPr>
          <a:xfrm>
            <a:off x="2367720" y="18799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0"/>
                </a:move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6" name=""/>
          <p:cNvSpPr/>
          <p:nvPr/>
        </p:nvSpPr>
        <p:spPr>
          <a:xfrm>
            <a:off x="2364120" y="18792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7" name=""/>
          <p:cNvSpPr/>
          <p:nvPr/>
        </p:nvSpPr>
        <p:spPr>
          <a:xfrm>
            <a:off x="2369160" y="18799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5"/>
                </a:move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3"/>
                </a:lnTo>
                <a:lnTo>
                  <a:pt x="2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8" name=""/>
          <p:cNvSpPr/>
          <p:nvPr/>
        </p:nvSpPr>
        <p:spPr>
          <a:xfrm>
            <a:off x="2355480" y="187776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4" y="0"/>
                </a:moveTo>
                <a:lnTo>
                  <a:pt x="6" y="0"/>
                </a:lnTo>
                <a:lnTo>
                  <a:pt x="7" y="1"/>
                </a:lnTo>
                <a:lnTo>
                  <a:pt x="6" y="2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1" y="4"/>
                </a:lnTo>
                <a:lnTo>
                  <a:pt x="0" y="4"/>
                </a:lnTo>
                <a:lnTo>
                  <a:pt x="0" y="1"/>
                </a:lnTo>
                <a:lnTo>
                  <a:pt x="1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9" name=""/>
          <p:cNvSpPr/>
          <p:nvPr/>
        </p:nvSpPr>
        <p:spPr>
          <a:xfrm>
            <a:off x="2369880" y="18799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0" name=""/>
          <p:cNvSpPr/>
          <p:nvPr/>
        </p:nvSpPr>
        <p:spPr>
          <a:xfrm>
            <a:off x="2356200" y="1877400"/>
            <a:ext cx="5040" cy="2160"/>
          </a:xfrm>
          <a:custGeom>
            <a:avLst/>
            <a:gdLst/>
            <a:ahLst/>
            <a:rect l="0" t="0" r="r" b="b"/>
            <a:pathLst>
              <a:path fill="none" w="14" h="6">
                <a:moveTo>
                  <a:pt x="13" y="0"/>
                </a:moveTo>
                <a:lnTo>
                  <a:pt x="13" y="1"/>
                </a:lnTo>
                <a:lnTo>
                  <a:pt x="13" y="2"/>
                </a:lnTo>
                <a:lnTo>
                  <a:pt x="14" y="4"/>
                </a:lnTo>
                <a:lnTo>
                  <a:pt x="13" y="5"/>
                </a:lnTo>
                <a:lnTo>
                  <a:pt x="13" y="6"/>
                </a:lnTo>
                <a:lnTo>
                  <a:pt x="12" y="6"/>
                </a:lnTo>
                <a:lnTo>
                  <a:pt x="12" y="5"/>
                </a:lnTo>
                <a:lnTo>
                  <a:pt x="11" y="4"/>
                </a:lnTo>
                <a:lnTo>
                  <a:pt x="11" y="5"/>
                </a:lnTo>
                <a:lnTo>
                  <a:pt x="10" y="5"/>
                </a:lnTo>
                <a:lnTo>
                  <a:pt x="11" y="5"/>
                </a:lnTo>
                <a:lnTo>
                  <a:pt x="11" y="6"/>
                </a:lnTo>
                <a:lnTo>
                  <a:pt x="11" y="5"/>
                </a:lnTo>
                <a:lnTo>
                  <a:pt x="10" y="6"/>
                </a:lnTo>
                <a:lnTo>
                  <a:pt x="8" y="5"/>
                </a:lnTo>
                <a:lnTo>
                  <a:pt x="7" y="5"/>
                </a:lnTo>
                <a:lnTo>
                  <a:pt x="6" y="6"/>
                </a:lnTo>
                <a:lnTo>
                  <a:pt x="5" y="5"/>
                </a:ln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3" y="5"/>
                </a:lnTo>
                <a:lnTo>
                  <a:pt x="1" y="6"/>
                </a:lnTo>
                <a:lnTo>
                  <a:pt x="0" y="5"/>
                </a:lnTo>
                <a:lnTo>
                  <a:pt x="1" y="4"/>
                </a:lnTo>
                <a:lnTo>
                  <a:pt x="5" y="4"/>
                </a:lnTo>
                <a:lnTo>
                  <a:pt x="5" y="2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11" y="1"/>
                </a:lnTo>
                <a:lnTo>
                  <a:pt x="12" y="0"/>
                </a:lnTo>
                <a:lnTo>
                  <a:pt x="1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1" name=""/>
          <p:cNvSpPr/>
          <p:nvPr/>
        </p:nvSpPr>
        <p:spPr>
          <a:xfrm>
            <a:off x="2358720" y="18770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2" name=""/>
          <p:cNvSpPr/>
          <p:nvPr/>
        </p:nvSpPr>
        <p:spPr>
          <a:xfrm>
            <a:off x="2345760" y="187488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3" y="2"/>
                </a:move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1" y="2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3" name=""/>
          <p:cNvSpPr/>
          <p:nvPr/>
        </p:nvSpPr>
        <p:spPr>
          <a:xfrm>
            <a:off x="2349000" y="1874880"/>
            <a:ext cx="6480" cy="5040"/>
          </a:xfrm>
          <a:custGeom>
            <a:avLst/>
            <a:gdLst/>
            <a:ahLst/>
            <a:rect l="0" t="0" r="r" b="b"/>
            <a:pathLst>
              <a:path fill="none" w="18" h="14">
                <a:moveTo>
                  <a:pt x="13" y="3"/>
                </a:moveTo>
                <a:lnTo>
                  <a:pt x="14" y="3"/>
                </a:lnTo>
                <a:lnTo>
                  <a:pt x="14" y="2"/>
                </a:lnTo>
                <a:lnTo>
                  <a:pt x="15" y="2"/>
                </a:lnTo>
                <a:lnTo>
                  <a:pt x="16" y="2"/>
                </a:lnTo>
                <a:lnTo>
                  <a:pt x="16" y="3"/>
                </a:lnTo>
                <a:lnTo>
                  <a:pt x="16" y="4"/>
                </a:lnTo>
                <a:lnTo>
                  <a:pt x="16" y="5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6" y="6"/>
                </a:lnTo>
                <a:lnTo>
                  <a:pt x="17" y="8"/>
                </a:lnTo>
                <a:lnTo>
                  <a:pt x="17" y="9"/>
                </a:lnTo>
                <a:lnTo>
                  <a:pt x="17" y="10"/>
                </a:lnTo>
                <a:lnTo>
                  <a:pt x="16" y="11"/>
                </a:lnTo>
                <a:lnTo>
                  <a:pt x="17" y="12"/>
                </a:lnTo>
                <a:lnTo>
                  <a:pt x="16" y="14"/>
                </a:lnTo>
                <a:lnTo>
                  <a:pt x="16" y="12"/>
                </a:lnTo>
                <a:lnTo>
                  <a:pt x="15" y="12"/>
                </a:lnTo>
                <a:lnTo>
                  <a:pt x="14" y="12"/>
                </a:lnTo>
                <a:lnTo>
                  <a:pt x="14" y="11"/>
                </a:lnTo>
                <a:lnTo>
                  <a:pt x="11" y="11"/>
                </a:lnTo>
                <a:lnTo>
                  <a:pt x="10" y="11"/>
                </a:lnTo>
                <a:lnTo>
                  <a:pt x="9" y="11"/>
                </a:lnTo>
                <a:lnTo>
                  <a:pt x="8" y="10"/>
                </a:lnTo>
                <a:lnTo>
                  <a:pt x="7" y="10"/>
                </a:lnTo>
                <a:lnTo>
                  <a:pt x="5" y="9"/>
                </a:lnTo>
                <a:lnTo>
                  <a:pt x="4" y="8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2" y="5"/>
                </a:lnTo>
                <a:lnTo>
                  <a:pt x="1" y="5"/>
                </a:lnTo>
                <a:lnTo>
                  <a:pt x="2" y="5"/>
                </a:lnTo>
                <a:lnTo>
                  <a:pt x="3" y="5"/>
                </a:lnTo>
                <a:lnTo>
                  <a:pt x="4" y="5"/>
                </a:lnTo>
                <a:lnTo>
                  <a:pt x="5" y="5"/>
                </a:lnTo>
                <a:lnTo>
                  <a:pt x="5" y="4"/>
                </a:lnTo>
                <a:lnTo>
                  <a:pt x="6" y="4"/>
                </a:lnTo>
                <a:lnTo>
                  <a:pt x="7" y="4"/>
                </a:lnTo>
                <a:lnTo>
                  <a:pt x="8" y="4"/>
                </a:lnTo>
                <a:lnTo>
                  <a:pt x="9" y="4"/>
                </a:lnTo>
                <a:lnTo>
                  <a:pt x="9" y="3"/>
                </a:lnTo>
                <a:lnTo>
                  <a:pt x="10" y="2"/>
                </a:lnTo>
                <a:lnTo>
                  <a:pt x="11" y="0"/>
                </a:lnTo>
                <a:lnTo>
                  <a:pt x="13" y="0"/>
                </a:lnTo>
                <a:lnTo>
                  <a:pt x="13" y="2"/>
                </a:lnTo>
                <a:lnTo>
                  <a:pt x="1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4" name=""/>
          <p:cNvSpPr/>
          <p:nvPr/>
        </p:nvSpPr>
        <p:spPr>
          <a:xfrm>
            <a:off x="2362320" y="1872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5" name=""/>
          <p:cNvSpPr/>
          <p:nvPr/>
        </p:nvSpPr>
        <p:spPr>
          <a:xfrm>
            <a:off x="2361960" y="18712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3"/>
                </a:moveTo>
                <a:lnTo>
                  <a:pt x="4" y="3"/>
                </a:lnTo>
                <a:lnTo>
                  <a:pt x="4" y="5"/>
                </a:lnTo>
                <a:lnTo>
                  <a:pt x="3" y="5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3" y="2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6" name=""/>
          <p:cNvSpPr/>
          <p:nvPr/>
        </p:nvSpPr>
        <p:spPr>
          <a:xfrm>
            <a:off x="2356200" y="1870200"/>
            <a:ext cx="5760" cy="2520"/>
          </a:xfrm>
          <a:custGeom>
            <a:avLst/>
            <a:gdLst/>
            <a:ahLst/>
            <a:rect l="0" t="0" r="r" b="b"/>
            <a:pathLst>
              <a:path fill="none" w="16" h="7">
                <a:moveTo>
                  <a:pt x="10" y="0"/>
                </a:moveTo>
                <a:lnTo>
                  <a:pt x="9" y="0"/>
                </a:lnTo>
                <a:lnTo>
                  <a:pt x="8" y="1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2" y="2"/>
                </a:lnTo>
                <a:lnTo>
                  <a:pt x="13" y="2"/>
                </a:lnTo>
                <a:lnTo>
                  <a:pt x="15" y="3"/>
                </a:lnTo>
                <a:lnTo>
                  <a:pt x="15" y="5"/>
                </a:lnTo>
                <a:lnTo>
                  <a:pt x="13" y="5"/>
                </a:lnTo>
                <a:lnTo>
                  <a:pt x="13" y="6"/>
                </a:lnTo>
                <a:lnTo>
                  <a:pt x="15" y="6"/>
                </a:lnTo>
                <a:lnTo>
                  <a:pt x="15" y="7"/>
                </a:lnTo>
                <a:lnTo>
                  <a:pt x="16" y="7"/>
                </a:lnTo>
                <a:lnTo>
                  <a:pt x="15" y="7"/>
                </a:lnTo>
                <a:lnTo>
                  <a:pt x="13" y="7"/>
                </a:lnTo>
                <a:lnTo>
                  <a:pt x="12" y="7"/>
                </a:lnTo>
                <a:lnTo>
                  <a:pt x="11" y="6"/>
                </a:lnTo>
                <a:lnTo>
                  <a:pt x="9" y="6"/>
                </a:lnTo>
                <a:lnTo>
                  <a:pt x="8" y="7"/>
                </a:lnTo>
                <a:lnTo>
                  <a:pt x="8" y="6"/>
                </a:lnTo>
                <a:lnTo>
                  <a:pt x="8" y="5"/>
                </a:lnTo>
                <a:lnTo>
                  <a:pt x="7" y="5"/>
                </a:lnTo>
                <a:lnTo>
                  <a:pt x="6" y="5"/>
                </a:lnTo>
                <a:lnTo>
                  <a:pt x="7" y="6"/>
                </a:lnTo>
                <a:lnTo>
                  <a:pt x="7" y="7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2" y="6"/>
                </a:lnTo>
                <a:lnTo>
                  <a:pt x="1" y="6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3" y="1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7" name=""/>
          <p:cNvSpPr/>
          <p:nvPr/>
        </p:nvSpPr>
        <p:spPr>
          <a:xfrm>
            <a:off x="2356920" y="18691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8" name=""/>
          <p:cNvSpPr/>
          <p:nvPr/>
        </p:nvSpPr>
        <p:spPr>
          <a:xfrm>
            <a:off x="2334960" y="18651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9" name=""/>
          <p:cNvSpPr/>
          <p:nvPr/>
        </p:nvSpPr>
        <p:spPr>
          <a:xfrm>
            <a:off x="2355480" y="18680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0" name=""/>
          <p:cNvSpPr/>
          <p:nvPr/>
        </p:nvSpPr>
        <p:spPr>
          <a:xfrm>
            <a:off x="2357640" y="186804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1"/>
                </a:move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1" name=""/>
          <p:cNvSpPr/>
          <p:nvPr/>
        </p:nvSpPr>
        <p:spPr>
          <a:xfrm>
            <a:off x="2349000" y="18655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5"/>
                </a:move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4" y="3"/>
                </a:lnTo>
                <a:lnTo>
                  <a:pt x="3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2" name=""/>
          <p:cNvSpPr/>
          <p:nvPr/>
        </p:nvSpPr>
        <p:spPr>
          <a:xfrm>
            <a:off x="2350440" y="18651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3" name=""/>
          <p:cNvSpPr/>
          <p:nvPr/>
        </p:nvSpPr>
        <p:spPr>
          <a:xfrm>
            <a:off x="2351520" y="1864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4" name=""/>
          <p:cNvSpPr/>
          <p:nvPr/>
        </p:nvSpPr>
        <p:spPr>
          <a:xfrm>
            <a:off x="2357640" y="18655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5" name=""/>
          <p:cNvSpPr/>
          <p:nvPr/>
        </p:nvSpPr>
        <p:spPr>
          <a:xfrm>
            <a:off x="2358720" y="18655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6" name=""/>
          <p:cNvSpPr/>
          <p:nvPr/>
        </p:nvSpPr>
        <p:spPr>
          <a:xfrm>
            <a:off x="2348640" y="186372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7" y="4"/>
                </a:moveTo>
                <a:lnTo>
                  <a:pt x="7" y="5"/>
                </a:lnTo>
                <a:lnTo>
                  <a:pt x="6" y="5"/>
                </a:lnTo>
                <a:lnTo>
                  <a:pt x="6" y="7"/>
                </a:lnTo>
                <a:lnTo>
                  <a:pt x="5" y="7"/>
                </a:lnTo>
                <a:lnTo>
                  <a:pt x="3" y="4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5" y="3"/>
                </a:lnTo>
                <a:lnTo>
                  <a:pt x="7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7" name=""/>
          <p:cNvSpPr/>
          <p:nvPr/>
        </p:nvSpPr>
        <p:spPr>
          <a:xfrm>
            <a:off x="2347560" y="18633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8" name=""/>
          <p:cNvSpPr/>
          <p:nvPr/>
        </p:nvSpPr>
        <p:spPr>
          <a:xfrm>
            <a:off x="2360880" y="1864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9" name=""/>
          <p:cNvSpPr/>
          <p:nvPr/>
        </p:nvSpPr>
        <p:spPr>
          <a:xfrm>
            <a:off x="2356200" y="18637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0" name=""/>
          <p:cNvSpPr/>
          <p:nvPr/>
        </p:nvSpPr>
        <p:spPr>
          <a:xfrm>
            <a:off x="2363760" y="1863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1" name=""/>
          <p:cNvSpPr/>
          <p:nvPr/>
        </p:nvSpPr>
        <p:spPr>
          <a:xfrm>
            <a:off x="2360520" y="18622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2"/>
                </a:move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0" y="4"/>
                </a:lnTo>
                <a:lnTo>
                  <a:pt x="0" y="2"/>
                </a:lnTo>
                <a:lnTo>
                  <a:pt x="1" y="0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2" name=""/>
          <p:cNvSpPr/>
          <p:nvPr/>
        </p:nvSpPr>
        <p:spPr>
          <a:xfrm>
            <a:off x="2364120" y="18626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3" name=""/>
          <p:cNvSpPr/>
          <p:nvPr/>
        </p:nvSpPr>
        <p:spPr>
          <a:xfrm>
            <a:off x="2364840" y="18626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4" y="1"/>
                </a:moveTo>
                <a:lnTo>
                  <a:pt x="5" y="1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4" name=""/>
          <p:cNvSpPr/>
          <p:nvPr/>
        </p:nvSpPr>
        <p:spPr>
          <a:xfrm>
            <a:off x="2360880" y="1860120"/>
            <a:ext cx="4320" cy="2520"/>
          </a:xfrm>
          <a:custGeom>
            <a:avLst/>
            <a:gdLst/>
            <a:ahLst/>
            <a:rect l="0" t="0" r="r" b="b"/>
            <a:pathLst>
              <a:path fill="none" w="12" h="7">
                <a:moveTo>
                  <a:pt x="5" y="5"/>
                </a:moveTo>
                <a:lnTo>
                  <a:pt x="8" y="5"/>
                </a:lnTo>
                <a:lnTo>
                  <a:pt x="8" y="4"/>
                </a:lnTo>
                <a:lnTo>
                  <a:pt x="9" y="4"/>
                </a:lnTo>
                <a:lnTo>
                  <a:pt x="10" y="4"/>
                </a:lnTo>
                <a:lnTo>
                  <a:pt x="11" y="3"/>
                </a:lnTo>
                <a:lnTo>
                  <a:pt x="11" y="4"/>
                </a:lnTo>
                <a:lnTo>
                  <a:pt x="10" y="4"/>
                </a:lnTo>
                <a:lnTo>
                  <a:pt x="11" y="4"/>
                </a:lnTo>
                <a:lnTo>
                  <a:pt x="11" y="5"/>
                </a:lnTo>
                <a:lnTo>
                  <a:pt x="12" y="5"/>
                </a:lnTo>
                <a:lnTo>
                  <a:pt x="11" y="6"/>
                </a:lnTo>
                <a:lnTo>
                  <a:pt x="11" y="5"/>
                </a:lnTo>
                <a:lnTo>
                  <a:pt x="10" y="5"/>
                </a:lnTo>
                <a:lnTo>
                  <a:pt x="9" y="5"/>
                </a:lnTo>
                <a:lnTo>
                  <a:pt x="8" y="6"/>
                </a:lnTo>
                <a:lnTo>
                  <a:pt x="8" y="5"/>
                </a:lnTo>
                <a:lnTo>
                  <a:pt x="6" y="6"/>
                </a:lnTo>
                <a:lnTo>
                  <a:pt x="6" y="5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1" y="7"/>
                </a:lnTo>
                <a:lnTo>
                  <a:pt x="0" y="7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4" y="3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5" name=""/>
          <p:cNvSpPr/>
          <p:nvPr/>
        </p:nvSpPr>
        <p:spPr>
          <a:xfrm>
            <a:off x="2359800" y="18594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6" name=""/>
          <p:cNvSpPr/>
          <p:nvPr/>
        </p:nvSpPr>
        <p:spPr>
          <a:xfrm>
            <a:off x="2361960" y="18597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7" name=""/>
          <p:cNvSpPr/>
          <p:nvPr/>
        </p:nvSpPr>
        <p:spPr>
          <a:xfrm>
            <a:off x="2371680" y="18608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5" y="1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8" name=""/>
          <p:cNvSpPr/>
          <p:nvPr/>
        </p:nvSpPr>
        <p:spPr>
          <a:xfrm>
            <a:off x="2373480" y="1860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0"/>
                </a:moveTo>
                <a:lnTo>
                  <a:pt x="3" y="1"/>
                </a:lnTo>
                <a:lnTo>
                  <a:pt x="4" y="3"/>
                </a:lnTo>
                <a:lnTo>
                  <a:pt x="3" y="4"/>
                </a:lnTo>
                <a:lnTo>
                  <a:pt x="3" y="3"/>
                </a:lnTo>
                <a:lnTo>
                  <a:pt x="3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9" name=""/>
          <p:cNvSpPr/>
          <p:nvPr/>
        </p:nvSpPr>
        <p:spPr>
          <a:xfrm>
            <a:off x="2372400" y="1858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0" name=""/>
          <p:cNvSpPr/>
          <p:nvPr/>
        </p:nvSpPr>
        <p:spPr>
          <a:xfrm>
            <a:off x="2372040" y="1858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1" name=""/>
          <p:cNvSpPr/>
          <p:nvPr/>
        </p:nvSpPr>
        <p:spPr>
          <a:xfrm>
            <a:off x="2367000" y="18572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3" y="0"/>
                </a:moveTo>
                <a:lnTo>
                  <a:pt x="4" y="2"/>
                </a:lnTo>
                <a:lnTo>
                  <a:pt x="3" y="2"/>
                </a:lnTo>
                <a:lnTo>
                  <a:pt x="1" y="0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2" name=""/>
          <p:cNvSpPr/>
          <p:nvPr/>
        </p:nvSpPr>
        <p:spPr>
          <a:xfrm>
            <a:off x="2368080" y="18572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3" name=""/>
          <p:cNvSpPr/>
          <p:nvPr/>
        </p:nvSpPr>
        <p:spPr>
          <a:xfrm>
            <a:off x="2368800" y="1855800"/>
            <a:ext cx="2160" cy="1080"/>
          </a:xfrm>
          <a:custGeom>
            <a:avLst/>
            <a:gdLst/>
            <a:ahLst/>
            <a:rect l="0" t="0" r="r" b="b"/>
            <a:pathLst>
              <a:path fill="none" w="6" h="3">
                <a:moveTo>
                  <a:pt x="3" y="3"/>
                </a:moveTo>
                <a:lnTo>
                  <a:pt x="4" y="1"/>
                </a:lnTo>
                <a:lnTo>
                  <a:pt x="6" y="1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1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4" name=""/>
          <p:cNvSpPr/>
          <p:nvPr/>
        </p:nvSpPr>
        <p:spPr>
          <a:xfrm>
            <a:off x="2327760" y="179424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3" y="0"/>
                </a:lnTo>
                <a:lnTo>
                  <a:pt x="3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5" name=""/>
          <p:cNvSpPr/>
          <p:nvPr/>
        </p:nvSpPr>
        <p:spPr>
          <a:xfrm>
            <a:off x="2262240" y="1711800"/>
            <a:ext cx="4680" cy="1440"/>
          </a:xfrm>
          <a:custGeom>
            <a:avLst/>
            <a:gdLst/>
            <a:ahLst/>
            <a:rect l="0" t="0" r="r" b="b"/>
            <a:pathLst>
              <a:path fill="none" w="13" h="4">
                <a:moveTo>
                  <a:pt x="8" y="0"/>
                </a:move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11" y="1"/>
                </a:lnTo>
                <a:lnTo>
                  <a:pt x="11" y="3"/>
                </a:lnTo>
                <a:lnTo>
                  <a:pt x="13" y="3"/>
                </a:lnTo>
                <a:lnTo>
                  <a:pt x="11" y="4"/>
                </a:lnTo>
                <a:lnTo>
                  <a:pt x="10" y="4"/>
                </a:lnTo>
                <a:lnTo>
                  <a:pt x="9" y="3"/>
                </a:lnTo>
                <a:lnTo>
                  <a:pt x="8" y="3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3" y="3"/>
                </a:lnTo>
                <a:lnTo>
                  <a:pt x="2" y="1"/>
                </a:lnTo>
                <a:lnTo>
                  <a:pt x="0" y="1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6" name=""/>
          <p:cNvSpPr/>
          <p:nvPr/>
        </p:nvSpPr>
        <p:spPr>
          <a:xfrm>
            <a:off x="2279880" y="1680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7" name=""/>
          <p:cNvSpPr/>
          <p:nvPr/>
        </p:nvSpPr>
        <p:spPr>
          <a:xfrm>
            <a:off x="2287440" y="167436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1" y="6"/>
                </a:move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1" y="2"/>
                </a:lnTo>
                <a:lnTo>
                  <a:pt x="1" y="1"/>
                </a:lnTo>
                <a:lnTo>
                  <a:pt x="3" y="0"/>
                </a:lnTo>
                <a:lnTo>
                  <a:pt x="3" y="1"/>
                </a:lnTo>
                <a:lnTo>
                  <a:pt x="3" y="4"/>
                </a:lnTo>
                <a:lnTo>
                  <a:pt x="4" y="4"/>
                </a:lnTo>
                <a:lnTo>
                  <a:pt x="4" y="5"/>
                </a:lnTo>
                <a:lnTo>
                  <a:pt x="1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8" name=""/>
          <p:cNvSpPr/>
          <p:nvPr/>
        </p:nvSpPr>
        <p:spPr>
          <a:xfrm>
            <a:off x="2292480" y="1668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9" name=""/>
          <p:cNvSpPr/>
          <p:nvPr/>
        </p:nvSpPr>
        <p:spPr>
          <a:xfrm>
            <a:off x="2298240" y="1667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0" name=""/>
          <p:cNvSpPr/>
          <p:nvPr/>
        </p:nvSpPr>
        <p:spPr>
          <a:xfrm>
            <a:off x="2301120" y="1663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1" name=""/>
          <p:cNvSpPr/>
          <p:nvPr/>
        </p:nvSpPr>
        <p:spPr>
          <a:xfrm>
            <a:off x="2307240" y="16578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2" name=""/>
          <p:cNvSpPr/>
          <p:nvPr/>
        </p:nvSpPr>
        <p:spPr>
          <a:xfrm>
            <a:off x="2312280" y="1651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3" name=""/>
          <p:cNvSpPr/>
          <p:nvPr/>
        </p:nvSpPr>
        <p:spPr>
          <a:xfrm>
            <a:off x="2313000" y="165096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3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4" name=""/>
          <p:cNvSpPr/>
          <p:nvPr/>
        </p:nvSpPr>
        <p:spPr>
          <a:xfrm>
            <a:off x="2334960" y="16398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5" name=""/>
          <p:cNvSpPr/>
          <p:nvPr/>
        </p:nvSpPr>
        <p:spPr>
          <a:xfrm>
            <a:off x="2355480" y="1638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6" name=""/>
          <p:cNvSpPr/>
          <p:nvPr/>
        </p:nvSpPr>
        <p:spPr>
          <a:xfrm>
            <a:off x="2276280" y="1618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7" name=""/>
          <p:cNvSpPr/>
          <p:nvPr/>
        </p:nvSpPr>
        <p:spPr>
          <a:xfrm>
            <a:off x="2333520" y="1612080"/>
            <a:ext cx="3240" cy="1800"/>
          </a:xfrm>
          <a:custGeom>
            <a:avLst/>
            <a:gdLst/>
            <a:ahLst/>
            <a:rect l="0" t="0" r="r" b="b"/>
            <a:pathLst>
              <a:path fill="none" w="9" h="5">
                <a:moveTo>
                  <a:pt x="5" y="2"/>
                </a:move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2" y="5"/>
                </a:lnTo>
                <a:lnTo>
                  <a:pt x="0" y="5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9" y="0"/>
                </a:lnTo>
                <a:lnTo>
                  <a:pt x="7" y="0"/>
                </a:lnTo>
                <a:lnTo>
                  <a:pt x="7" y="1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8" name=""/>
          <p:cNvSpPr/>
          <p:nvPr/>
        </p:nvSpPr>
        <p:spPr>
          <a:xfrm>
            <a:off x="2256840" y="1600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9" name=""/>
          <p:cNvSpPr/>
          <p:nvPr/>
        </p:nvSpPr>
        <p:spPr>
          <a:xfrm>
            <a:off x="2257920" y="1599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0" name=""/>
          <p:cNvSpPr/>
          <p:nvPr/>
        </p:nvSpPr>
        <p:spPr>
          <a:xfrm>
            <a:off x="2331000" y="16092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1" name=""/>
          <p:cNvSpPr/>
          <p:nvPr/>
        </p:nvSpPr>
        <p:spPr>
          <a:xfrm>
            <a:off x="2352960" y="1611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0"/>
                </a:move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2" name=""/>
          <p:cNvSpPr/>
          <p:nvPr/>
        </p:nvSpPr>
        <p:spPr>
          <a:xfrm>
            <a:off x="2296440" y="160092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3" name=""/>
          <p:cNvSpPr/>
          <p:nvPr/>
        </p:nvSpPr>
        <p:spPr>
          <a:xfrm>
            <a:off x="2304000" y="15948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0"/>
                </a:move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lnTo>
                  <a:pt x="2" y="5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4" name=""/>
          <p:cNvSpPr/>
          <p:nvPr/>
        </p:nvSpPr>
        <p:spPr>
          <a:xfrm>
            <a:off x="2301840" y="159372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3" y="0"/>
                </a:moveTo>
                <a:lnTo>
                  <a:pt x="5" y="0"/>
                </a:lnTo>
                <a:lnTo>
                  <a:pt x="5" y="1"/>
                </a:lnTo>
                <a:lnTo>
                  <a:pt x="3" y="1"/>
                </a:lnTo>
                <a:lnTo>
                  <a:pt x="3" y="2"/>
                </a:lnTo>
                <a:lnTo>
                  <a:pt x="5" y="2"/>
                </a:lnTo>
                <a:lnTo>
                  <a:pt x="5" y="4"/>
                </a:lnTo>
                <a:lnTo>
                  <a:pt x="3" y="5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5" name=""/>
          <p:cNvSpPr/>
          <p:nvPr/>
        </p:nvSpPr>
        <p:spPr>
          <a:xfrm>
            <a:off x="2303280" y="15937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6" name=""/>
          <p:cNvSpPr/>
          <p:nvPr/>
        </p:nvSpPr>
        <p:spPr>
          <a:xfrm>
            <a:off x="2304720" y="1593360"/>
            <a:ext cx="2880" cy="3960"/>
          </a:xfrm>
          <a:custGeom>
            <a:avLst/>
            <a:gdLst/>
            <a:ahLst/>
            <a:rect l="0" t="0" r="r" b="b"/>
            <a:pathLst>
              <a:path fill="none" w="8" h="11">
                <a:moveTo>
                  <a:pt x="1" y="0"/>
                </a:move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4" y="4"/>
                </a:lnTo>
                <a:lnTo>
                  <a:pt x="5" y="4"/>
                </a:lnTo>
                <a:lnTo>
                  <a:pt x="6" y="6"/>
                </a:lnTo>
                <a:lnTo>
                  <a:pt x="8" y="7"/>
                </a:lnTo>
                <a:lnTo>
                  <a:pt x="6" y="7"/>
                </a:lnTo>
                <a:lnTo>
                  <a:pt x="6" y="8"/>
                </a:lnTo>
                <a:lnTo>
                  <a:pt x="6" y="10"/>
                </a:lnTo>
                <a:lnTo>
                  <a:pt x="6" y="11"/>
                </a:lnTo>
                <a:lnTo>
                  <a:pt x="8" y="11"/>
                </a:lnTo>
                <a:lnTo>
                  <a:pt x="6" y="11"/>
                </a:lnTo>
                <a:lnTo>
                  <a:pt x="5" y="11"/>
                </a:lnTo>
                <a:lnTo>
                  <a:pt x="5" y="10"/>
                </a:lnTo>
                <a:lnTo>
                  <a:pt x="4" y="8"/>
                </a:lnTo>
                <a:lnTo>
                  <a:pt x="3" y="8"/>
                </a:lnTo>
                <a:lnTo>
                  <a:pt x="4" y="7"/>
                </a:lnTo>
                <a:lnTo>
                  <a:pt x="3" y="6"/>
                </a:lnTo>
                <a:lnTo>
                  <a:pt x="3" y="5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7" name=""/>
          <p:cNvSpPr/>
          <p:nvPr/>
        </p:nvSpPr>
        <p:spPr>
          <a:xfrm>
            <a:off x="2312640" y="15915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8" name=""/>
          <p:cNvSpPr/>
          <p:nvPr/>
        </p:nvSpPr>
        <p:spPr>
          <a:xfrm>
            <a:off x="2302920" y="1587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9" name=""/>
          <p:cNvSpPr/>
          <p:nvPr/>
        </p:nvSpPr>
        <p:spPr>
          <a:xfrm>
            <a:off x="2306160" y="15858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2" y="4"/>
                </a:moveTo>
                <a:lnTo>
                  <a:pt x="3" y="4"/>
                </a:lnTo>
                <a:lnTo>
                  <a:pt x="5" y="4"/>
                </a:lnTo>
                <a:lnTo>
                  <a:pt x="5" y="5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2" y="2"/>
                </a:lnTo>
                <a:lnTo>
                  <a:pt x="2" y="3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0" name=""/>
          <p:cNvSpPr/>
          <p:nvPr/>
        </p:nvSpPr>
        <p:spPr>
          <a:xfrm>
            <a:off x="2308320" y="15814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2"/>
                </a:moveTo>
                <a:lnTo>
                  <a:pt x="4" y="2"/>
                </a:lnTo>
                <a:lnTo>
                  <a:pt x="4" y="3"/>
                </a:lnTo>
                <a:lnTo>
                  <a:pt x="3" y="2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1" name=""/>
          <p:cNvSpPr/>
          <p:nvPr/>
        </p:nvSpPr>
        <p:spPr>
          <a:xfrm>
            <a:off x="2309760" y="15800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2" name=""/>
          <p:cNvSpPr/>
          <p:nvPr/>
        </p:nvSpPr>
        <p:spPr>
          <a:xfrm>
            <a:off x="2311200" y="15793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1"/>
                </a:moveTo>
                <a:lnTo>
                  <a:pt x="2" y="1"/>
                </a:lnTo>
                <a:lnTo>
                  <a:pt x="3" y="1"/>
                </a:lnTo>
                <a:lnTo>
                  <a:pt x="5" y="1"/>
                </a:lnTo>
                <a:lnTo>
                  <a:pt x="3" y="1"/>
                </a:lnTo>
                <a:lnTo>
                  <a:pt x="3" y="3"/>
                </a:lnTo>
                <a:lnTo>
                  <a:pt x="5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3" name=""/>
          <p:cNvSpPr/>
          <p:nvPr/>
        </p:nvSpPr>
        <p:spPr>
          <a:xfrm>
            <a:off x="2311560" y="1578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2"/>
                </a:move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4" name=""/>
          <p:cNvSpPr/>
          <p:nvPr/>
        </p:nvSpPr>
        <p:spPr>
          <a:xfrm>
            <a:off x="2315520" y="156096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1" y="0"/>
                </a:move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5" name=""/>
          <p:cNvSpPr/>
          <p:nvPr/>
        </p:nvSpPr>
        <p:spPr>
          <a:xfrm>
            <a:off x="2244960" y="15516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6" name=""/>
          <p:cNvSpPr/>
          <p:nvPr/>
        </p:nvSpPr>
        <p:spPr>
          <a:xfrm>
            <a:off x="2243880" y="15505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4"/>
                </a:move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2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7" name=""/>
          <p:cNvSpPr/>
          <p:nvPr/>
        </p:nvSpPr>
        <p:spPr>
          <a:xfrm>
            <a:off x="2314080" y="15577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8" name=""/>
          <p:cNvSpPr/>
          <p:nvPr/>
        </p:nvSpPr>
        <p:spPr>
          <a:xfrm>
            <a:off x="2341440" y="1560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1"/>
                </a:lnTo>
                <a:lnTo>
                  <a:pt x="4" y="2"/>
                </a:lnTo>
                <a:lnTo>
                  <a:pt x="2" y="4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9" name=""/>
          <p:cNvSpPr/>
          <p:nvPr/>
        </p:nvSpPr>
        <p:spPr>
          <a:xfrm>
            <a:off x="2341800" y="1559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0" name=""/>
          <p:cNvSpPr/>
          <p:nvPr/>
        </p:nvSpPr>
        <p:spPr>
          <a:xfrm>
            <a:off x="2319840" y="15526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1" name=""/>
          <p:cNvSpPr/>
          <p:nvPr/>
        </p:nvSpPr>
        <p:spPr>
          <a:xfrm>
            <a:off x="2322000" y="15523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2" name=""/>
          <p:cNvSpPr/>
          <p:nvPr/>
        </p:nvSpPr>
        <p:spPr>
          <a:xfrm>
            <a:off x="2329200" y="1548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0"/>
                </a:move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3" name=""/>
          <p:cNvSpPr/>
          <p:nvPr/>
        </p:nvSpPr>
        <p:spPr>
          <a:xfrm>
            <a:off x="2333160" y="1549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4" name=""/>
          <p:cNvSpPr/>
          <p:nvPr/>
        </p:nvSpPr>
        <p:spPr>
          <a:xfrm>
            <a:off x="2330640" y="15487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5" name=""/>
          <p:cNvSpPr/>
          <p:nvPr/>
        </p:nvSpPr>
        <p:spPr>
          <a:xfrm>
            <a:off x="2369880" y="155448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3" y="2"/>
                </a:moveTo>
                <a:lnTo>
                  <a:pt x="3" y="3"/>
                </a:lnTo>
                <a:lnTo>
                  <a:pt x="4" y="2"/>
                </a:lnTo>
                <a:lnTo>
                  <a:pt x="4" y="3"/>
                </a:lnTo>
                <a:lnTo>
                  <a:pt x="6" y="3"/>
                </a:lnTo>
                <a:lnTo>
                  <a:pt x="4" y="3"/>
                </a:lnTo>
                <a:lnTo>
                  <a:pt x="6" y="3"/>
                </a:lnTo>
                <a:lnTo>
                  <a:pt x="6" y="4"/>
                </a:lnTo>
                <a:lnTo>
                  <a:pt x="7" y="4"/>
                </a:lnTo>
                <a:lnTo>
                  <a:pt x="6" y="6"/>
                </a:lnTo>
                <a:lnTo>
                  <a:pt x="4" y="6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6" name=""/>
          <p:cNvSpPr/>
          <p:nvPr/>
        </p:nvSpPr>
        <p:spPr>
          <a:xfrm>
            <a:off x="2373840" y="15541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7" name=""/>
          <p:cNvSpPr/>
          <p:nvPr/>
        </p:nvSpPr>
        <p:spPr>
          <a:xfrm>
            <a:off x="2374920" y="15537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0"/>
                </a:moveTo>
                <a:lnTo>
                  <a:pt x="1" y="0"/>
                </a:lnTo>
                <a:lnTo>
                  <a:pt x="1" y="2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8" name=""/>
          <p:cNvSpPr/>
          <p:nvPr/>
        </p:nvSpPr>
        <p:spPr>
          <a:xfrm>
            <a:off x="2372400" y="15534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9" name=""/>
          <p:cNvSpPr/>
          <p:nvPr/>
        </p:nvSpPr>
        <p:spPr>
          <a:xfrm>
            <a:off x="2373120" y="15534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4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0" name=""/>
          <p:cNvSpPr/>
          <p:nvPr/>
        </p:nvSpPr>
        <p:spPr>
          <a:xfrm>
            <a:off x="2360160" y="15494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1" name=""/>
          <p:cNvSpPr/>
          <p:nvPr/>
        </p:nvSpPr>
        <p:spPr>
          <a:xfrm>
            <a:off x="2356920" y="1548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2" name=""/>
          <p:cNvSpPr/>
          <p:nvPr/>
        </p:nvSpPr>
        <p:spPr>
          <a:xfrm>
            <a:off x="2384280" y="1552320"/>
            <a:ext cx="2160" cy="3240"/>
          </a:xfrm>
          <a:custGeom>
            <a:avLst/>
            <a:gdLst/>
            <a:ahLst/>
            <a:rect l="0" t="0" r="r" b="b"/>
            <a:pathLst>
              <a:path fill="none" w="6" h="9">
                <a:moveTo>
                  <a:pt x="4" y="2"/>
                </a:moveTo>
                <a:lnTo>
                  <a:pt x="4" y="3"/>
                </a:lnTo>
                <a:lnTo>
                  <a:pt x="6" y="3"/>
                </a:lnTo>
                <a:lnTo>
                  <a:pt x="4" y="5"/>
                </a:lnTo>
                <a:lnTo>
                  <a:pt x="6" y="5"/>
                </a:lnTo>
                <a:lnTo>
                  <a:pt x="6" y="6"/>
                </a:lnTo>
                <a:lnTo>
                  <a:pt x="4" y="7"/>
                </a:lnTo>
                <a:lnTo>
                  <a:pt x="3" y="8"/>
                </a:lnTo>
                <a:lnTo>
                  <a:pt x="2" y="8"/>
                </a:lnTo>
                <a:lnTo>
                  <a:pt x="2" y="9"/>
                </a:lnTo>
                <a:lnTo>
                  <a:pt x="1" y="9"/>
                </a:lnTo>
                <a:lnTo>
                  <a:pt x="1" y="8"/>
                </a:lnTo>
                <a:lnTo>
                  <a:pt x="0" y="8"/>
                </a:lnTo>
                <a:lnTo>
                  <a:pt x="0" y="7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2" y="6"/>
                </a:lnTo>
                <a:lnTo>
                  <a:pt x="3" y="6"/>
                </a:lnTo>
                <a:lnTo>
                  <a:pt x="2" y="5"/>
                </a:lnTo>
                <a:lnTo>
                  <a:pt x="3" y="5"/>
                </a:lnTo>
                <a:lnTo>
                  <a:pt x="3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3" name=""/>
          <p:cNvSpPr/>
          <p:nvPr/>
        </p:nvSpPr>
        <p:spPr>
          <a:xfrm>
            <a:off x="2357280" y="1548360"/>
            <a:ext cx="3600" cy="2880"/>
          </a:xfrm>
          <a:custGeom>
            <a:avLst/>
            <a:gdLst/>
            <a:ahLst/>
            <a:rect l="0" t="0" r="r" b="b"/>
            <a:pathLst>
              <a:path fill="none" w="10" h="8">
                <a:moveTo>
                  <a:pt x="9" y="0"/>
                </a:moveTo>
                <a:lnTo>
                  <a:pt x="7" y="0"/>
                </a:lnTo>
                <a:lnTo>
                  <a:pt x="7" y="2"/>
                </a:lnTo>
                <a:lnTo>
                  <a:pt x="6" y="3"/>
                </a:lnTo>
                <a:lnTo>
                  <a:pt x="7" y="4"/>
                </a:lnTo>
                <a:lnTo>
                  <a:pt x="9" y="5"/>
                </a:lnTo>
                <a:lnTo>
                  <a:pt x="7" y="5"/>
                </a:lnTo>
                <a:lnTo>
                  <a:pt x="9" y="6"/>
                </a:lnTo>
                <a:lnTo>
                  <a:pt x="7" y="6"/>
                </a:lnTo>
                <a:lnTo>
                  <a:pt x="6" y="6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5" y="6"/>
                </a:lnTo>
                <a:lnTo>
                  <a:pt x="4" y="7"/>
                </a:lnTo>
                <a:lnTo>
                  <a:pt x="5" y="7"/>
                </a:lnTo>
                <a:lnTo>
                  <a:pt x="4" y="7"/>
                </a:lnTo>
                <a:lnTo>
                  <a:pt x="4" y="8"/>
                </a:lnTo>
                <a:lnTo>
                  <a:pt x="3" y="8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6" y="0"/>
                </a:lnTo>
                <a:lnTo>
                  <a:pt x="7" y="0"/>
                </a:lnTo>
                <a:lnTo>
                  <a:pt x="9" y="0"/>
                </a:lnTo>
                <a:lnTo>
                  <a:pt x="10" y="0"/>
                </a:lnTo>
                <a:lnTo>
                  <a:pt x="9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4" name=""/>
          <p:cNvSpPr/>
          <p:nvPr/>
        </p:nvSpPr>
        <p:spPr>
          <a:xfrm>
            <a:off x="2360880" y="15476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5" name=""/>
          <p:cNvSpPr/>
          <p:nvPr/>
        </p:nvSpPr>
        <p:spPr>
          <a:xfrm>
            <a:off x="2366280" y="15480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6" name=""/>
          <p:cNvSpPr/>
          <p:nvPr/>
        </p:nvSpPr>
        <p:spPr>
          <a:xfrm>
            <a:off x="2363040" y="1547640"/>
            <a:ext cx="2160" cy="720"/>
          </a:xfrm>
          <a:custGeom>
            <a:avLst/>
            <a:gdLst/>
            <a:ahLst/>
            <a:rect l="0" t="0" r="r" b="b"/>
            <a:pathLst>
              <a:path fill="none" w="6" h="2">
                <a:moveTo>
                  <a:pt x="6" y="0"/>
                </a:moveTo>
                <a:lnTo>
                  <a:pt x="6" y="2"/>
                </a:lnTo>
                <a:lnTo>
                  <a:pt x="5" y="2"/>
                </a:lnTo>
                <a:lnTo>
                  <a:pt x="3" y="2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7" name=""/>
          <p:cNvSpPr/>
          <p:nvPr/>
        </p:nvSpPr>
        <p:spPr>
          <a:xfrm>
            <a:off x="2356200" y="1545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8" name=""/>
          <p:cNvSpPr/>
          <p:nvPr/>
        </p:nvSpPr>
        <p:spPr>
          <a:xfrm>
            <a:off x="2360880" y="15462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1" y="2"/>
                </a:moveTo>
                <a:lnTo>
                  <a:pt x="2" y="2"/>
                </a:lnTo>
                <a:lnTo>
                  <a:pt x="3" y="2"/>
                </a:lnTo>
                <a:lnTo>
                  <a:pt x="3" y="4"/>
                </a:ln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9" name=""/>
          <p:cNvSpPr/>
          <p:nvPr/>
        </p:nvSpPr>
        <p:spPr>
          <a:xfrm>
            <a:off x="2372040" y="1547640"/>
            <a:ext cx="2160" cy="720"/>
          </a:xfrm>
          <a:custGeom>
            <a:avLst/>
            <a:gdLst/>
            <a:ahLst/>
            <a:rect l="0" t="0" r="r" b="b"/>
            <a:pathLst>
              <a:path fill="none" w="6" h="2">
                <a:moveTo>
                  <a:pt x="6" y="2"/>
                </a:move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6" y="0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0" name=""/>
          <p:cNvSpPr/>
          <p:nvPr/>
        </p:nvSpPr>
        <p:spPr>
          <a:xfrm>
            <a:off x="2367720" y="1547280"/>
            <a:ext cx="4320" cy="1800"/>
          </a:xfrm>
          <a:custGeom>
            <a:avLst/>
            <a:gdLst/>
            <a:ahLst/>
            <a:rect l="0" t="0" r="r" b="b"/>
            <a:pathLst>
              <a:path fill="none" w="12" h="5">
                <a:moveTo>
                  <a:pt x="11" y="0"/>
                </a:moveTo>
                <a:lnTo>
                  <a:pt x="11" y="1"/>
                </a:lnTo>
                <a:lnTo>
                  <a:pt x="12" y="1"/>
                </a:lnTo>
                <a:lnTo>
                  <a:pt x="11" y="2"/>
                </a:lnTo>
                <a:lnTo>
                  <a:pt x="10" y="2"/>
                </a:lnTo>
                <a:lnTo>
                  <a:pt x="9" y="2"/>
                </a:lnTo>
                <a:lnTo>
                  <a:pt x="10" y="2"/>
                </a:lnTo>
                <a:lnTo>
                  <a:pt x="9" y="3"/>
                </a:lnTo>
                <a:lnTo>
                  <a:pt x="8" y="3"/>
                </a:lnTo>
                <a:lnTo>
                  <a:pt x="6" y="5"/>
                </a:lnTo>
                <a:lnTo>
                  <a:pt x="6" y="3"/>
                </a:lnTo>
                <a:lnTo>
                  <a:pt x="6" y="2"/>
                </a:lnTo>
                <a:lnTo>
                  <a:pt x="8" y="2"/>
                </a:lnTo>
                <a:lnTo>
                  <a:pt x="6" y="1"/>
                </a:lnTo>
                <a:lnTo>
                  <a:pt x="5" y="1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1" name=""/>
          <p:cNvSpPr/>
          <p:nvPr/>
        </p:nvSpPr>
        <p:spPr>
          <a:xfrm>
            <a:off x="2363400" y="1545120"/>
            <a:ext cx="6480" cy="2160"/>
          </a:xfrm>
          <a:custGeom>
            <a:avLst/>
            <a:gdLst/>
            <a:ahLst/>
            <a:rect l="0" t="0" r="r" b="b"/>
            <a:pathLst>
              <a:path fill="none" w="18" h="6">
                <a:moveTo>
                  <a:pt x="4" y="0"/>
                </a:move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lnTo>
                  <a:pt x="5" y="2"/>
                </a:lnTo>
                <a:lnTo>
                  <a:pt x="7" y="2"/>
                </a:lnTo>
                <a:lnTo>
                  <a:pt x="8" y="3"/>
                </a:lnTo>
                <a:lnTo>
                  <a:pt x="9" y="3"/>
                </a:lnTo>
                <a:lnTo>
                  <a:pt x="11" y="3"/>
                </a:lnTo>
                <a:lnTo>
                  <a:pt x="12" y="3"/>
                </a:lnTo>
                <a:lnTo>
                  <a:pt x="13" y="3"/>
                </a:lnTo>
                <a:lnTo>
                  <a:pt x="13" y="2"/>
                </a:lnTo>
                <a:lnTo>
                  <a:pt x="13" y="3"/>
                </a:lnTo>
                <a:lnTo>
                  <a:pt x="14" y="3"/>
                </a:lnTo>
                <a:lnTo>
                  <a:pt x="14" y="2"/>
                </a:lnTo>
                <a:lnTo>
                  <a:pt x="14" y="3"/>
                </a:lnTo>
                <a:lnTo>
                  <a:pt x="15" y="3"/>
                </a:lnTo>
                <a:lnTo>
                  <a:pt x="15" y="4"/>
                </a:lnTo>
                <a:lnTo>
                  <a:pt x="16" y="4"/>
                </a:lnTo>
                <a:lnTo>
                  <a:pt x="17" y="4"/>
                </a:lnTo>
                <a:lnTo>
                  <a:pt x="18" y="4"/>
                </a:lnTo>
                <a:lnTo>
                  <a:pt x="18" y="5"/>
                </a:lnTo>
                <a:lnTo>
                  <a:pt x="18" y="4"/>
                </a:lnTo>
                <a:lnTo>
                  <a:pt x="18" y="5"/>
                </a:lnTo>
                <a:lnTo>
                  <a:pt x="17" y="5"/>
                </a:lnTo>
                <a:lnTo>
                  <a:pt x="16" y="6"/>
                </a:lnTo>
                <a:lnTo>
                  <a:pt x="16" y="5"/>
                </a:lnTo>
                <a:lnTo>
                  <a:pt x="15" y="5"/>
                </a:lnTo>
                <a:lnTo>
                  <a:pt x="14" y="5"/>
                </a:lnTo>
                <a:lnTo>
                  <a:pt x="13" y="5"/>
                </a:lnTo>
                <a:lnTo>
                  <a:pt x="12" y="5"/>
                </a:lnTo>
                <a:lnTo>
                  <a:pt x="11" y="4"/>
                </a:lnTo>
                <a:lnTo>
                  <a:pt x="10" y="4"/>
                </a:lnTo>
                <a:lnTo>
                  <a:pt x="9" y="4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8" y="5"/>
                </a:lnTo>
                <a:lnTo>
                  <a:pt x="8" y="4"/>
                </a:lnTo>
                <a:lnTo>
                  <a:pt x="7" y="4"/>
                </a:lnTo>
                <a:lnTo>
                  <a:pt x="5" y="4"/>
                </a:lnTo>
                <a:lnTo>
                  <a:pt x="4" y="4"/>
                </a:lnTo>
                <a:lnTo>
                  <a:pt x="4" y="3"/>
                </a:lnTo>
                <a:lnTo>
                  <a:pt x="3" y="3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2" name=""/>
          <p:cNvSpPr/>
          <p:nvPr/>
        </p:nvSpPr>
        <p:spPr>
          <a:xfrm>
            <a:off x="2357640" y="15436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0"/>
                </a:move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3" name=""/>
          <p:cNvSpPr/>
          <p:nvPr/>
        </p:nvSpPr>
        <p:spPr>
          <a:xfrm>
            <a:off x="2379240" y="154656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4" name=""/>
          <p:cNvSpPr/>
          <p:nvPr/>
        </p:nvSpPr>
        <p:spPr>
          <a:xfrm>
            <a:off x="2381400" y="15393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1" y="2"/>
                </a:moveTo>
                <a:lnTo>
                  <a:pt x="2" y="2"/>
                </a:ln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5" name=""/>
          <p:cNvSpPr/>
          <p:nvPr/>
        </p:nvSpPr>
        <p:spPr>
          <a:xfrm>
            <a:off x="2381400" y="15375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1"/>
                </a:move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6" name=""/>
          <p:cNvSpPr/>
          <p:nvPr/>
        </p:nvSpPr>
        <p:spPr>
          <a:xfrm>
            <a:off x="2382840" y="1537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7" name=""/>
          <p:cNvSpPr/>
          <p:nvPr/>
        </p:nvSpPr>
        <p:spPr>
          <a:xfrm>
            <a:off x="2377800" y="1535760"/>
            <a:ext cx="3240" cy="2520"/>
          </a:xfrm>
          <a:custGeom>
            <a:avLst/>
            <a:gdLst/>
            <a:ahLst/>
            <a:rect l="0" t="0" r="r" b="b"/>
            <a:pathLst>
              <a:path fill="none" w="9" h="7">
                <a:moveTo>
                  <a:pt x="3" y="1"/>
                </a:move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8" y="1"/>
                </a:lnTo>
                <a:lnTo>
                  <a:pt x="9" y="2"/>
                </a:lnTo>
                <a:lnTo>
                  <a:pt x="9" y="4"/>
                </a:lnTo>
                <a:lnTo>
                  <a:pt x="8" y="5"/>
                </a:lnTo>
                <a:lnTo>
                  <a:pt x="8" y="6"/>
                </a:lnTo>
                <a:lnTo>
                  <a:pt x="6" y="6"/>
                </a:lnTo>
                <a:lnTo>
                  <a:pt x="5" y="6"/>
                </a:lnTo>
                <a:lnTo>
                  <a:pt x="5" y="7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8" name=""/>
          <p:cNvSpPr/>
          <p:nvPr/>
        </p:nvSpPr>
        <p:spPr>
          <a:xfrm>
            <a:off x="2380680" y="1532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9" name=""/>
          <p:cNvSpPr/>
          <p:nvPr/>
        </p:nvSpPr>
        <p:spPr>
          <a:xfrm>
            <a:off x="2402640" y="152820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5" y="2"/>
                </a:moveTo>
                <a:lnTo>
                  <a:pt x="6" y="2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0" name=""/>
          <p:cNvSpPr/>
          <p:nvPr/>
        </p:nvSpPr>
        <p:spPr>
          <a:xfrm>
            <a:off x="2405880" y="15271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1" name=""/>
          <p:cNvSpPr/>
          <p:nvPr/>
        </p:nvSpPr>
        <p:spPr>
          <a:xfrm>
            <a:off x="2423160" y="15249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2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2" name=""/>
          <p:cNvSpPr/>
          <p:nvPr/>
        </p:nvSpPr>
        <p:spPr>
          <a:xfrm>
            <a:off x="2302200" y="1504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3" name=""/>
          <p:cNvSpPr/>
          <p:nvPr/>
        </p:nvSpPr>
        <p:spPr>
          <a:xfrm>
            <a:off x="2421720" y="15220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0" y="2"/>
                </a:lnTo>
                <a:lnTo>
                  <a:pt x="2" y="4"/>
                </a:lnTo>
                <a:lnTo>
                  <a:pt x="2" y="2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4" name=""/>
          <p:cNvSpPr/>
          <p:nvPr/>
        </p:nvSpPr>
        <p:spPr>
          <a:xfrm>
            <a:off x="2422800" y="15213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5" name=""/>
          <p:cNvSpPr/>
          <p:nvPr/>
        </p:nvSpPr>
        <p:spPr>
          <a:xfrm>
            <a:off x="2421360" y="1519920"/>
            <a:ext cx="2520" cy="2880"/>
          </a:xfrm>
          <a:custGeom>
            <a:avLst/>
            <a:gdLst/>
            <a:ahLst/>
            <a:rect l="0" t="0" r="r" b="b"/>
            <a:pathLst>
              <a:path fill="none" w="7" h="8">
                <a:moveTo>
                  <a:pt x="3" y="3"/>
                </a:move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1" y="5"/>
                </a:lnTo>
                <a:lnTo>
                  <a:pt x="1" y="6"/>
                </a:lnTo>
                <a:lnTo>
                  <a:pt x="0" y="6"/>
                </a:lnTo>
                <a:lnTo>
                  <a:pt x="0" y="8"/>
                </a:lnTo>
                <a:lnTo>
                  <a:pt x="1" y="6"/>
                </a:lnTo>
                <a:lnTo>
                  <a:pt x="3" y="6"/>
                </a:lnTo>
                <a:lnTo>
                  <a:pt x="3" y="5"/>
                </a:lnTo>
                <a:lnTo>
                  <a:pt x="5" y="4"/>
                </a:lnTo>
                <a:lnTo>
                  <a:pt x="6" y="4"/>
                </a:lnTo>
                <a:lnTo>
                  <a:pt x="6" y="3"/>
                </a:lnTo>
                <a:lnTo>
                  <a:pt x="7" y="3"/>
                </a:lnTo>
                <a:lnTo>
                  <a:pt x="7" y="2"/>
                </a:lnTo>
                <a:lnTo>
                  <a:pt x="6" y="2"/>
                </a:lnTo>
                <a:lnTo>
                  <a:pt x="7" y="2"/>
                </a:lnTo>
                <a:lnTo>
                  <a:pt x="7" y="0"/>
                </a:lnTo>
                <a:lnTo>
                  <a:pt x="6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6" name=""/>
          <p:cNvSpPr/>
          <p:nvPr/>
        </p:nvSpPr>
        <p:spPr>
          <a:xfrm>
            <a:off x="2307600" y="150048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3"/>
                </a:move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6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7" name=""/>
          <p:cNvSpPr/>
          <p:nvPr/>
        </p:nvSpPr>
        <p:spPr>
          <a:xfrm>
            <a:off x="2424240" y="1516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8" name=""/>
          <p:cNvSpPr/>
          <p:nvPr/>
        </p:nvSpPr>
        <p:spPr>
          <a:xfrm>
            <a:off x="2423160" y="15163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1"/>
                </a:moveTo>
                <a:lnTo>
                  <a:pt x="1" y="1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1" y="5"/>
                </a:lnTo>
                <a:lnTo>
                  <a:pt x="3" y="5"/>
                </a:ln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3" y="3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9" name=""/>
          <p:cNvSpPr/>
          <p:nvPr/>
        </p:nvSpPr>
        <p:spPr>
          <a:xfrm>
            <a:off x="2426400" y="15138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0" name=""/>
          <p:cNvSpPr/>
          <p:nvPr/>
        </p:nvSpPr>
        <p:spPr>
          <a:xfrm>
            <a:off x="2426760" y="15134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1" name=""/>
          <p:cNvSpPr/>
          <p:nvPr/>
        </p:nvSpPr>
        <p:spPr>
          <a:xfrm>
            <a:off x="2427840" y="15138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2" name=""/>
          <p:cNvSpPr/>
          <p:nvPr/>
        </p:nvSpPr>
        <p:spPr>
          <a:xfrm>
            <a:off x="2427120" y="15130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3" name=""/>
          <p:cNvSpPr/>
          <p:nvPr/>
        </p:nvSpPr>
        <p:spPr>
          <a:xfrm>
            <a:off x="2428560" y="151056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1"/>
                </a:moveTo>
                <a:lnTo>
                  <a:pt x="3" y="1"/>
                </a:lnTo>
                <a:lnTo>
                  <a:pt x="5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4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2" y="2"/>
                </a:lnTo>
                <a:lnTo>
                  <a:pt x="3" y="2"/>
                </a:lnTo>
                <a:lnTo>
                  <a:pt x="5" y="2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4" name=""/>
          <p:cNvSpPr/>
          <p:nvPr/>
        </p:nvSpPr>
        <p:spPr>
          <a:xfrm>
            <a:off x="2430000" y="15102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3" y="0"/>
                </a:ln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3" y="3"/>
                </a:lnTo>
                <a:lnTo>
                  <a:pt x="4" y="3"/>
                </a:lnTo>
                <a:lnTo>
                  <a:pt x="4" y="2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5" name=""/>
          <p:cNvSpPr/>
          <p:nvPr/>
        </p:nvSpPr>
        <p:spPr>
          <a:xfrm>
            <a:off x="2430360" y="1509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6" name=""/>
          <p:cNvSpPr/>
          <p:nvPr/>
        </p:nvSpPr>
        <p:spPr>
          <a:xfrm>
            <a:off x="2430720" y="15094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1"/>
                </a:move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7" name=""/>
          <p:cNvSpPr/>
          <p:nvPr/>
        </p:nvSpPr>
        <p:spPr>
          <a:xfrm>
            <a:off x="2432520" y="150804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2"/>
                </a:moveTo>
                <a:lnTo>
                  <a:pt x="6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3" y="4"/>
                </a:ln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8" name=""/>
          <p:cNvSpPr/>
          <p:nvPr/>
        </p:nvSpPr>
        <p:spPr>
          <a:xfrm>
            <a:off x="2433960" y="1508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9" name=""/>
          <p:cNvSpPr/>
          <p:nvPr/>
        </p:nvSpPr>
        <p:spPr>
          <a:xfrm>
            <a:off x="2435400" y="15073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0" name=""/>
          <p:cNvSpPr/>
          <p:nvPr/>
        </p:nvSpPr>
        <p:spPr>
          <a:xfrm>
            <a:off x="2625120" y="14277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2" y="4"/>
                </a:ln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1" name=""/>
          <p:cNvSpPr/>
          <p:nvPr/>
        </p:nvSpPr>
        <p:spPr>
          <a:xfrm>
            <a:off x="2624040" y="14263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4" y="3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2" name=""/>
          <p:cNvSpPr/>
          <p:nvPr/>
        </p:nvSpPr>
        <p:spPr>
          <a:xfrm>
            <a:off x="2614680" y="14191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3" name=""/>
          <p:cNvSpPr/>
          <p:nvPr/>
        </p:nvSpPr>
        <p:spPr>
          <a:xfrm>
            <a:off x="2614680" y="14180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4" name=""/>
          <p:cNvSpPr/>
          <p:nvPr/>
        </p:nvSpPr>
        <p:spPr>
          <a:xfrm>
            <a:off x="2614320" y="14162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3"/>
                </a:moveTo>
                <a:lnTo>
                  <a:pt x="2" y="3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5" name=""/>
          <p:cNvSpPr/>
          <p:nvPr/>
        </p:nvSpPr>
        <p:spPr>
          <a:xfrm>
            <a:off x="774000" y="1019880"/>
            <a:ext cx="1998360" cy="1228320"/>
          </a:xfrm>
          <a:custGeom>
            <a:avLst/>
            <a:gdLst/>
            <a:ahLst/>
            <a:rect l="0" t="0" r="r" b="b"/>
            <a:pathLst>
              <a:path fill="none" w="5551" h="3412">
                <a:moveTo>
                  <a:pt x="4516" y="2"/>
                </a:moveTo>
                <a:lnTo>
                  <a:pt x="4517" y="2"/>
                </a:lnTo>
                <a:lnTo>
                  <a:pt x="4518" y="2"/>
                </a:lnTo>
                <a:lnTo>
                  <a:pt x="4519" y="2"/>
                </a:lnTo>
                <a:lnTo>
                  <a:pt x="4519" y="3"/>
                </a:lnTo>
                <a:lnTo>
                  <a:pt x="4520" y="3"/>
                </a:lnTo>
                <a:lnTo>
                  <a:pt x="4521" y="3"/>
                </a:lnTo>
                <a:lnTo>
                  <a:pt x="4521" y="4"/>
                </a:lnTo>
                <a:lnTo>
                  <a:pt x="4522" y="4"/>
                </a:lnTo>
                <a:lnTo>
                  <a:pt x="4522" y="5"/>
                </a:lnTo>
                <a:lnTo>
                  <a:pt x="4522" y="6"/>
                </a:lnTo>
                <a:lnTo>
                  <a:pt x="4523" y="6"/>
                </a:lnTo>
                <a:lnTo>
                  <a:pt x="4524" y="7"/>
                </a:lnTo>
                <a:lnTo>
                  <a:pt x="4525" y="7"/>
                </a:lnTo>
                <a:lnTo>
                  <a:pt x="4525" y="8"/>
                </a:lnTo>
                <a:lnTo>
                  <a:pt x="4526" y="8"/>
                </a:lnTo>
                <a:lnTo>
                  <a:pt x="4526" y="7"/>
                </a:lnTo>
                <a:lnTo>
                  <a:pt x="4527" y="7"/>
                </a:lnTo>
                <a:lnTo>
                  <a:pt x="4528" y="7"/>
                </a:lnTo>
                <a:lnTo>
                  <a:pt x="4529" y="7"/>
                </a:lnTo>
                <a:lnTo>
                  <a:pt x="4530" y="7"/>
                </a:lnTo>
                <a:lnTo>
                  <a:pt x="4531" y="7"/>
                </a:lnTo>
                <a:lnTo>
                  <a:pt x="4532" y="8"/>
                </a:lnTo>
                <a:lnTo>
                  <a:pt x="4533" y="8"/>
                </a:lnTo>
                <a:lnTo>
                  <a:pt x="4534" y="8"/>
                </a:lnTo>
                <a:lnTo>
                  <a:pt x="4535" y="8"/>
                </a:lnTo>
                <a:lnTo>
                  <a:pt x="4536" y="8"/>
                </a:lnTo>
                <a:lnTo>
                  <a:pt x="4539" y="8"/>
                </a:lnTo>
                <a:lnTo>
                  <a:pt x="4540" y="8"/>
                </a:lnTo>
                <a:lnTo>
                  <a:pt x="4541" y="9"/>
                </a:lnTo>
                <a:lnTo>
                  <a:pt x="4542" y="10"/>
                </a:lnTo>
                <a:lnTo>
                  <a:pt x="4544" y="10"/>
                </a:lnTo>
                <a:lnTo>
                  <a:pt x="4546" y="12"/>
                </a:lnTo>
                <a:lnTo>
                  <a:pt x="4548" y="13"/>
                </a:lnTo>
                <a:lnTo>
                  <a:pt x="4549" y="13"/>
                </a:lnTo>
                <a:lnTo>
                  <a:pt x="4551" y="15"/>
                </a:lnTo>
                <a:lnTo>
                  <a:pt x="4551" y="16"/>
                </a:lnTo>
                <a:lnTo>
                  <a:pt x="4552" y="16"/>
                </a:lnTo>
                <a:lnTo>
                  <a:pt x="4552" y="17"/>
                </a:lnTo>
                <a:lnTo>
                  <a:pt x="4553" y="17"/>
                </a:lnTo>
                <a:lnTo>
                  <a:pt x="4554" y="18"/>
                </a:lnTo>
                <a:lnTo>
                  <a:pt x="4554" y="17"/>
                </a:lnTo>
                <a:lnTo>
                  <a:pt x="4555" y="17"/>
                </a:lnTo>
                <a:lnTo>
                  <a:pt x="4557" y="17"/>
                </a:lnTo>
                <a:lnTo>
                  <a:pt x="4558" y="17"/>
                </a:lnTo>
                <a:lnTo>
                  <a:pt x="4558" y="18"/>
                </a:lnTo>
                <a:lnTo>
                  <a:pt x="4558" y="19"/>
                </a:lnTo>
                <a:lnTo>
                  <a:pt x="4558" y="20"/>
                </a:lnTo>
                <a:lnTo>
                  <a:pt x="4559" y="20"/>
                </a:lnTo>
                <a:lnTo>
                  <a:pt x="4560" y="20"/>
                </a:lnTo>
                <a:lnTo>
                  <a:pt x="4560" y="21"/>
                </a:lnTo>
                <a:lnTo>
                  <a:pt x="4561" y="21"/>
                </a:lnTo>
                <a:lnTo>
                  <a:pt x="4561" y="22"/>
                </a:lnTo>
                <a:lnTo>
                  <a:pt x="4562" y="22"/>
                </a:lnTo>
                <a:lnTo>
                  <a:pt x="4563" y="22"/>
                </a:lnTo>
                <a:lnTo>
                  <a:pt x="4564" y="22"/>
                </a:lnTo>
                <a:lnTo>
                  <a:pt x="4565" y="22"/>
                </a:lnTo>
                <a:lnTo>
                  <a:pt x="4565" y="21"/>
                </a:lnTo>
                <a:lnTo>
                  <a:pt x="4566" y="21"/>
                </a:lnTo>
                <a:lnTo>
                  <a:pt x="4566" y="20"/>
                </a:lnTo>
                <a:lnTo>
                  <a:pt x="4567" y="20"/>
                </a:lnTo>
                <a:lnTo>
                  <a:pt x="4568" y="20"/>
                </a:lnTo>
                <a:lnTo>
                  <a:pt x="4570" y="19"/>
                </a:lnTo>
                <a:lnTo>
                  <a:pt x="4571" y="19"/>
                </a:lnTo>
                <a:lnTo>
                  <a:pt x="4572" y="19"/>
                </a:lnTo>
                <a:lnTo>
                  <a:pt x="4573" y="19"/>
                </a:lnTo>
                <a:lnTo>
                  <a:pt x="4574" y="19"/>
                </a:lnTo>
                <a:lnTo>
                  <a:pt x="4574" y="20"/>
                </a:lnTo>
                <a:lnTo>
                  <a:pt x="4574" y="21"/>
                </a:lnTo>
                <a:lnTo>
                  <a:pt x="4575" y="21"/>
                </a:lnTo>
                <a:lnTo>
                  <a:pt x="4576" y="22"/>
                </a:lnTo>
                <a:lnTo>
                  <a:pt x="4577" y="22"/>
                </a:lnTo>
                <a:lnTo>
                  <a:pt x="4577" y="23"/>
                </a:lnTo>
                <a:lnTo>
                  <a:pt x="4578" y="23"/>
                </a:lnTo>
                <a:lnTo>
                  <a:pt x="4579" y="24"/>
                </a:lnTo>
                <a:lnTo>
                  <a:pt x="4580" y="24"/>
                </a:lnTo>
                <a:lnTo>
                  <a:pt x="4580" y="25"/>
                </a:lnTo>
                <a:lnTo>
                  <a:pt x="4581" y="25"/>
                </a:lnTo>
                <a:lnTo>
                  <a:pt x="4581" y="26"/>
                </a:lnTo>
                <a:lnTo>
                  <a:pt x="4582" y="27"/>
                </a:lnTo>
                <a:lnTo>
                  <a:pt x="4582" y="28"/>
                </a:lnTo>
                <a:lnTo>
                  <a:pt x="4583" y="29"/>
                </a:lnTo>
                <a:lnTo>
                  <a:pt x="4584" y="30"/>
                </a:lnTo>
                <a:lnTo>
                  <a:pt x="4584" y="31"/>
                </a:lnTo>
                <a:lnTo>
                  <a:pt x="4585" y="32"/>
                </a:lnTo>
                <a:lnTo>
                  <a:pt x="4586" y="32"/>
                </a:lnTo>
                <a:lnTo>
                  <a:pt x="4587" y="32"/>
                </a:lnTo>
                <a:lnTo>
                  <a:pt x="4588" y="32"/>
                </a:lnTo>
                <a:lnTo>
                  <a:pt x="4588" y="33"/>
                </a:lnTo>
                <a:lnTo>
                  <a:pt x="4589" y="33"/>
                </a:lnTo>
                <a:lnTo>
                  <a:pt x="4589" y="34"/>
                </a:lnTo>
                <a:lnTo>
                  <a:pt x="4590" y="34"/>
                </a:lnTo>
                <a:lnTo>
                  <a:pt x="4590" y="35"/>
                </a:lnTo>
                <a:lnTo>
                  <a:pt x="4591" y="36"/>
                </a:lnTo>
                <a:lnTo>
                  <a:pt x="4592" y="36"/>
                </a:lnTo>
                <a:lnTo>
                  <a:pt x="4593" y="36"/>
                </a:lnTo>
                <a:lnTo>
                  <a:pt x="4594" y="36"/>
                </a:lnTo>
                <a:lnTo>
                  <a:pt x="4595" y="36"/>
                </a:lnTo>
                <a:lnTo>
                  <a:pt x="4596" y="37"/>
                </a:lnTo>
                <a:lnTo>
                  <a:pt x="4597" y="37"/>
                </a:lnTo>
                <a:lnTo>
                  <a:pt x="4598" y="37"/>
                </a:lnTo>
                <a:lnTo>
                  <a:pt x="4600" y="37"/>
                </a:lnTo>
                <a:lnTo>
                  <a:pt x="4603" y="37"/>
                </a:lnTo>
                <a:lnTo>
                  <a:pt x="4605" y="37"/>
                </a:lnTo>
                <a:lnTo>
                  <a:pt x="4606" y="37"/>
                </a:lnTo>
                <a:lnTo>
                  <a:pt x="4607" y="37"/>
                </a:lnTo>
                <a:lnTo>
                  <a:pt x="4608" y="37"/>
                </a:lnTo>
                <a:lnTo>
                  <a:pt x="4609" y="37"/>
                </a:lnTo>
                <a:lnTo>
                  <a:pt x="4610" y="37"/>
                </a:lnTo>
                <a:lnTo>
                  <a:pt x="4611" y="37"/>
                </a:lnTo>
                <a:lnTo>
                  <a:pt x="4612" y="37"/>
                </a:lnTo>
                <a:lnTo>
                  <a:pt x="4613" y="37"/>
                </a:lnTo>
                <a:lnTo>
                  <a:pt x="4613" y="38"/>
                </a:lnTo>
                <a:lnTo>
                  <a:pt x="4614" y="38"/>
                </a:lnTo>
                <a:lnTo>
                  <a:pt x="4615" y="38"/>
                </a:lnTo>
                <a:lnTo>
                  <a:pt x="4616" y="38"/>
                </a:lnTo>
                <a:lnTo>
                  <a:pt x="4617" y="39"/>
                </a:lnTo>
                <a:lnTo>
                  <a:pt x="4616" y="40"/>
                </a:lnTo>
                <a:lnTo>
                  <a:pt x="4616" y="41"/>
                </a:lnTo>
                <a:lnTo>
                  <a:pt x="4615" y="41"/>
                </a:lnTo>
                <a:lnTo>
                  <a:pt x="4615" y="42"/>
                </a:lnTo>
                <a:lnTo>
                  <a:pt x="4616" y="42"/>
                </a:lnTo>
                <a:lnTo>
                  <a:pt x="4617" y="43"/>
                </a:lnTo>
                <a:lnTo>
                  <a:pt x="4618" y="43"/>
                </a:lnTo>
                <a:lnTo>
                  <a:pt x="4619" y="43"/>
                </a:lnTo>
                <a:lnTo>
                  <a:pt x="4620" y="43"/>
                </a:lnTo>
                <a:lnTo>
                  <a:pt x="4622" y="44"/>
                </a:lnTo>
                <a:lnTo>
                  <a:pt x="4623" y="43"/>
                </a:lnTo>
                <a:lnTo>
                  <a:pt x="4624" y="43"/>
                </a:lnTo>
                <a:lnTo>
                  <a:pt x="4625" y="43"/>
                </a:lnTo>
                <a:lnTo>
                  <a:pt x="4626" y="43"/>
                </a:lnTo>
                <a:lnTo>
                  <a:pt x="4627" y="43"/>
                </a:lnTo>
                <a:lnTo>
                  <a:pt x="4627" y="44"/>
                </a:lnTo>
                <a:lnTo>
                  <a:pt x="4627" y="45"/>
                </a:lnTo>
                <a:lnTo>
                  <a:pt x="4628" y="45"/>
                </a:lnTo>
                <a:lnTo>
                  <a:pt x="4628" y="46"/>
                </a:lnTo>
                <a:lnTo>
                  <a:pt x="4628" y="47"/>
                </a:lnTo>
                <a:lnTo>
                  <a:pt x="4629" y="47"/>
                </a:lnTo>
                <a:lnTo>
                  <a:pt x="4629" y="48"/>
                </a:lnTo>
                <a:lnTo>
                  <a:pt x="4630" y="48"/>
                </a:lnTo>
                <a:lnTo>
                  <a:pt x="4631" y="48"/>
                </a:lnTo>
                <a:lnTo>
                  <a:pt x="4632" y="48"/>
                </a:lnTo>
                <a:lnTo>
                  <a:pt x="4632" y="47"/>
                </a:lnTo>
                <a:lnTo>
                  <a:pt x="4633" y="46"/>
                </a:lnTo>
                <a:lnTo>
                  <a:pt x="4633" y="45"/>
                </a:lnTo>
                <a:lnTo>
                  <a:pt x="4632" y="45"/>
                </a:lnTo>
                <a:lnTo>
                  <a:pt x="4632" y="44"/>
                </a:lnTo>
                <a:lnTo>
                  <a:pt x="4631" y="43"/>
                </a:lnTo>
                <a:lnTo>
                  <a:pt x="4631" y="42"/>
                </a:lnTo>
                <a:lnTo>
                  <a:pt x="4631" y="41"/>
                </a:lnTo>
                <a:lnTo>
                  <a:pt x="4632" y="41"/>
                </a:lnTo>
                <a:lnTo>
                  <a:pt x="4634" y="40"/>
                </a:lnTo>
                <a:lnTo>
                  <a:pt x="4636" y="39"/>
                </a:lnTo>
                <a:lnTo>
                  <a:pt x="4637" y="39"/>
                </a:lnTo>
                <a:lnTo>
                  <a:pt x="4638" y="39"/>
                </a:lnTo>
                <a:lnTo>
                  <a:pt x="4638" y="38"/>
                </a:lnTo>
                <a:lnTo>
                  <a:pt x="4639" y="38"/>
                </a:lnTo>
                <a:lnTo>
                  <a:pt x="4641" y="38"/>
                </a:lnTo>
                <a:lnTo>
                  <a:pt x="4642" y="38"/>
                </a:lnTo>
                <a:lnTo>
                  <a:pt x="4643" y="38"/>
                </a:lnTo>
                <a:lnTo>
                  <a:pt x="4644" y="37"/>
                </a:lnTo>
                <a:lnTo>
                  <a:pt x="4645" y="37"/>
                </a:lnTo>
                <a:lnTo>
                  <a:pt x="4646" y="37"/>
                </a:lnTo>
                <a:lnTo>
                  <a:pt x="4647" y="37"/>
                </a:lnTo>
                <a:lnTo>
                  <a:pt x="4648" y="37"/>
                </a:lnTo>
                <a:lnTo>
                  <a:pt x="4651" y="37"/>
                </a:lnTo>
                <a:lnTo>
                  <a:pt x="4653" y="37"/>
                </a:lnTo>
                <a:lnTo>
                  <a:pt x="4654" y="37"/>
                </a:lnTo>
                <a:lnTo>
                  <a:pt x="4655" y="37"/>
                </a:lnTo>
                <a:lnTo>
                  <a:pt x="4656" y="37"/>
                </a:lnTo>
                <a:lnTo>
                  <a:pt x="4656" y="38"/>
                </a:lnTo>
                <a:lnTo>
                  <a:pt x="4658" y="38"/>
                </a:lnTo>
                <a:lnTo>
                  <a:pt x="4659" y="38"/>
                </a:lnTo>
                <a:lnTo>
                  <a:pt x="4660" y="38"/>
                </a:lnTo>
                <a:lnTo>
                  <a:pt x="4661" y="38"/>
                </a:lnTo>
                <a:lnTo>
                  <a:pt x="4661" y="39"/>
                </a:lnTo>
                <a:lnTo>
                  <a:pt x="4662" y="39"/>
                </a:lnTo>
                <a:lnTo>
                  <a:pt x="4663" y="39"/>
                </a:lnTo>
                <a:lnTo>
                  <a:pt x="4667" y="41"/>
                </a:lnTo>
                <a:lnTo>
                  <a:pt x="4667" y="42"/>
                </a:lnTo>
                <a:lnTo>
                  <a:pt x="4668" y="42"/>
                </a:lnTo>
                <a:lnTo>
                  <a:pt x="4668" y="43"/>
                </a:lnTo>
                <a:lnTo>
                  <a:pt x="4669" y="43"/>
                </a:lnTo>
                <a:lnTo>
                  <a:pt x="4670" y="43"/>
                </a:lnTo>
                <a:lnTo>
                  <a:pt x="4671" y="43"/>
                </a:lnTo>
                <a:lnTo>
                  <a:pt x="4671" y="44"/>
                </a:lnTo>
                <a:lnTo>
                  <a:pt x="4672" y="44"/>
                </a:lnTo>
                <a:lnTo>
                  <a:pt x="4673" y="44"/>
                </a:lnTo>
                <a:lnTo>
                  <a:pt x="4674" y="44"/>
                </a:lnTo>
                <a:lnTo>
                  <a:pt x="4675" y="45"/>
                </a:lnTo>
                <a:lnTo>
                  <a:pt x="4676" y="45"/>
                </a:lnTo>
                <a:lnTo>
                  <a:pt x="4677" y="45"/>
                </a:lnTo>
                <a:lnTo>
                  <a:pt x="4678" y="45"/>
                </a:lnTo>
                <a:lnTo>
                  <a:pt x="4679" y="46"/>
                </a:lnTo>
                <a:lnTo>
                  <a:pt x="4680" y="46"/>
                </a:lnTo>
                <a:lnTo>
                  <a:pt x="4681" y="47"/>
                </a:lnTo>
                <a:lnTo>
                  <a:pt x="4682" y="47"/>
                </a:lnTo>
                <a:lnTo>
                  <a:pt x="4683" y="47"/>
                </a:lnTo>
                <a:lnTo>
                  <a:pt x="4684" y="47"/>
                </a:lnTo>
                <a:lnTo>
                  <a:pt x="4685" y="47"/>
                </a:lnTo>
                <a:lnTo>
                  <a:pt x="4686" y="48"/>
                </a:lnTo>
                <a:lnTo>
                  <a:pt x="4687" y="48"/>
                </a:lnTo>
                <a:lnTo>
                  <a:pt x="4687" y="49"/>
                </a:lnTo>
                <a:lnTo>
                  <a:pt x="4686" y="49"/>
                </a:lnTo>
                <a:lnTo>
                  <a:pt x="4686" y="50"/>
                </a:lnTo>
                <a:lnTo>
                  <a:pt x="4686" y="51"/>
                </a:lnTo>
                <a:lnTo>
                  <a:pt x="4687" y="52"/>
                </a:lnTo>
                <a:lnTo>
                  <a:pt x="4687" y="53"/>
                </a:lnTo>
                <a:lnTo>
                  <a:pt x="4688" y="53"/>
                </a:lnTo>
                <a:lnTo>
                  <a:pt x="4689" y="53"/>
                </a:lnTo>
                <a:lnTo>
                  <a:pt x="4690" y="52"/>
                </a:lnTo>
                <a:lnTo>
                  <a:pt x="4691" y="52"/>
                </a:lnTo>
                <a:lnTo>
                  <a:pt x="4692" y="51"/>
                </a:lnTo>
                <a:lnTo>
                  <a:pt x="4692" y="50"/>
                </a:lnTo>
                <a:lnTo>
                  <a:pt x="4693" y="50"/>
                </a:lnTo>
                <a:lnTo>
                  <a:pt x="4694" y="50"/>
                </a:lnTo>
                <a:lnTo>
                  <a:pt x="4695" y="50"/>
                </a:lnTo>
                <a:lnTo>
                  <a:pt x="4696" y="49"/>
                </a:lnTo>
                <a:lnTo>
                  <a:pt x="4697" y="50"/>
                </a:lnTo>
                <a:lnTo>
                  <a:pt x="4698" y="50"/>
                </a:lnTo>
                <a:lnTo>
                  <a:pt x="4698" y="51"/>
                </a:lnTo>
                <a:lnTo>
                  <a:pt x="4699" y="51"/>
                </a:lnTo>
                <a:lnTo>
                  <a:pt x="4699" y="52"/>
                </a:lnTo>
                <a:lnTo>
                  <a:pt x="4699" y="53"/>
                </a:lnTo>
                <a:lnTo>
                  <a:pt x="4699" y="54"/>
                </a:lnTo>
                <a:lnTo>
                  <a:pt x="4700" y="54"/>
                </a:lnTo>
                <a:lnTo>
                  <a:pt x="4700" y="55"/>
                </a:lnTo>
                <a:lnTo>
                  <a:pt x="4702" y="56"/>
                </a:lnTo>
                <a:lnTo>
                  <a:pt x="4702" y="57"/>
                </a:lnTo>
                <a:lnTo>
                  <a:pt x="4703" y="57"/>
                </a:lnTo>
                <a:lnTo>
                  <a:pt x="4704" y="58"/>
                </a:lnTo>
                <a:lnTo>
                  <a:pt x="4705" y="58"/>
                </a:lnTo>
                <a:lnTo>
                  <a:pt x="4706" y="58"/>
                </a:lnTo>
                <a:lnTo>
                  <a:pt x="4707" y="58"/>
                </a:lnTo>
                <a:lnTo>
                  <a:pt x="4708" y="58"/>
                </a:lnTo>
                <a:lnTo>
                  <a:pt x="4708" y="59"/>
                </a:lnTo>
                <a:lnTo>
                  <a:pt x="4709" y="59"/>
                </a:lnTo>
                <a:lnTo>
                  <a:pt x="4709" y="60"/>
                </a:lnTo>
                <a:lnTo>
                  <a:pt x="4708" y="60"/>
                </a:lnTo>
                <a:lnTo>
                  <a:pt x="4707" y="60"/>
                </a:lnTo>
                <a:lnTo>
                  <a:pt x="4707" y="61"/>
                </a:lnTo>
                <a:lnTo>
                  <a:pt x="4707" y="62"/>
                </a:lnTo>
                <a:lnTo>
                  <a:pt x="4707" y="63"/>
                </a:lnTo>
                <a:lnTo>
                  <a:pt x="4707" y="64"/>
                </a:lnTo>
                <a:lnTo>
                  <a:pt x="4706" y="65"/>
                </a:lnTo>
                <a:lnTo>
                  <a:pt x="4704" y="65"/>
                </a:lnTo>
                <a:lnTo>
                  <a:pt x="4703" y="65"/>
                </a:lnTo>
                <a:lnTo>
                  <a:pt x="4702" y="66"/>
                </a:lnTo>
                <a:lnTo>
                  <a:pt x="4701" y="66"/>
                </a:lnTo>
                <a:lnTo>
                  <a:pt x="4701" y="67"/>
                </a:lnTo>
                <a:lnTo>
                  <a:pt x="4701" y="69"/>
                </a:lnTo>
                <a:lnTo>
                  <a:pt x="4701" y="70"/>
                </a:lnTo>
                <a:lnTo>
                  <a:pt x="4701" y="71"/>
                </a:lnTo>
                <a:lnTo>
                  <a:pt x="4701" y="72"/>
                </a:lnTo>
                <a:lnTo>
                  <a:pt x="4702" y="72"/>
                </a:lnTo>
                <a:lnTo>
                  <a:pt x="4703" y="72"/>
                </a:lnTo>
                <a:lnTo>
                  <a:pt x="4704" y="72"/>
                </a:lnTo>
                <a:lnTo>
                  <a:pt x="4704" y="71"/>
                </a:lnTo>
                <a:lnTo>
                  <a:pt x="4705" y="71"/>
                </a:lnTo>
                <a:lnTo>
                  <a:pt x="4705" y="70"/>
                </a:lnTo>
                <a:lnTo>
                  <a:pt x="4706" y="70"/>
                </a:lnTo>
                <a:lnTo>
                  <a:pt x="4707" y="70"/>
                </a:lnTo>
                <a:lnTo>
                  <a:pt x="4708" y="70"/>
                </a:lnTo>
                <a:lnTo>
                  <a:pt x="4709" y="70"/>
                </a:lnTo>
                <a:lnTo>
                  <a:pt x="4710" y="69"/>
                </a:lnTo>
                <a:lnTo>
                  <a:pt x="4711" y="69"/>
                </a:lnTo>
                <a:lnTo>
                  <a:pt x="4711" y="68"/>
                </a:lnTo>
                <a:lnTo>
                  <a:pt x="4712" y="68"/>
                </a:lnTo>
                <a:lnTo>
                  <a:pt x="4712" y="69"/>
                </a:lnTo>
                <a:lnTo>
                  <a:pt x="4713" y="69"/>
                </a:lnTo>
                <a:lnTo>
                  <a:pt x="4714" y="69"/>
                </a:lnTo>
                <a:lnTo>
                  <a:pt x="4715" y="69"/>
                </a:lnTo>
                <a:lnTo>
                  <a:pt x="4716" y="68"/>
                </a:lnTo>
                <a:lnTo>
                  <a:pt x="4716" y="69"/>
                </a:lnTo>
                <a:lnTo>
                  <a:pt x="4717" y="69"/>
                </a:lnTo>
                <a:lnTo>
                  <a:pt x="4718" y="69"/>
                </a:lnTo>
                <a:lnTo>
                  <a:pt x="4718" y="70"/>
                </a:lnTo>
                <a:lnTo>
                  <a:pt x="4718" y="72"/>
                </a:lnTo>
                <a:lnTo>
                  <a:pt x="4719" y="72"/>
                </a:lnTo>
                <a:lnTo>
                  <a:pt x="4719" y="73"/>
                </a:lnTo>
                <a:lnTo>
                  <a:pt x="4720" y="73"/>
                </a:lnTo>
                <a:lnTo>
                  <a:pt x="4720" y="74"/>
                </a:lnTo>
                <a:lnTo>
                  <a:pt x="4721" y="74"/>
                </a:lnTo>
                <a:lnTo>
                  <a:pt x="4722" y="75"/>
                </a:lnTo>
                <a:lnTo>
                  <a:pt x="4723" y="75"/>
                </a:lnTo>
                <a:lnTo>
                  <a:pt x="4723" y="76"/>
                </a:lnTo>
                <a:lnTo>
                  <a:pt x="4724" y="77"/>
                </a:lnTo>
                <a:lnTo>
                  <a:pt x="4725" y="77"/>
                </a:lnTo>
                <a:lnTo>
                  <a:pt x="4725" y="78"/>
                </a:lnTo>
                <a:lnTo>
                  <a:pt x="4725" y="79"/>
                </a:lnTo>
                <a:lnTo>
                  <a:pt x="4725" y="80"/>
                </a:lnTo>
                <a:lnTo>
                  <a:pt x="4726" y="80"/>
                </a:lnTo>
                <a:lnTo>
                  <a:pt x="4727" y="80"/>
                </a:lnTo>
                <a:lnTo>
                  <a:pt x="4727" y="81"/>
                </a:lnTo>
                <a:lnTo>
                  <a:pt x="4728" y="82"/>
                </a:lnTo>
                <a:lnTo>
                  <a:pt x="4729" y="83"/>
                </a:lnTo>
                <a:lnTo>
                  <a:pt x="4730" y="83"/>
                </a:lnTo>
                <a:lnTo>
                  <a:pt x="4730" y="82"/>
                </a:lnTo>
                <a:lnTo>
                  <a:pt x="4731" y="82"/>
                </a:lnTo>
                <a:lnTo>
                  <a:pt x="4732" y="81"/>
                </a:lnTo>
                <a:lnTo>
                  <a:pt x="4732" y="79"/>
                </a:lnTo>
                <a:lnTo>
                  <a:pt x="4733" y="79"/>
                </a:lnTo>
                <a:lnTo>
                  <a:pt x="4734" y="79"/>
                </a:lnTo>
                <a:lnTo>
                  <a:pt x="4735" y="79"/>
                </a:lnTo>
                <a:lnTo>
                  <a:pt x="4736" y="79"/>
                </a:lnTo>
                <a:lnTo>
                  <a:pt x="4738" y="80"/>
                </a:lnTo>
                <a:lnTo>
                  <a:pt x="4740" y="81"/>
                </a:lnTo>
                <a:lnTo>
                  <a:pt x="4741" y="81"/>
                </a:lnTo>
                <a:lnTo>
                  <a:pt x="4742" y="81"/>
                </a:lnTo>
                <a:lnTo>
                  <a:pt x="4742" y="82"/>
                </a:lnTo>
                <a:lnTo>
                  <a:pt x="4742" y="83"/>
                </a:lnTo>
                <a:lnTo>
                  <a:pt x="4741" y="83"/>
                </a:lnTo>
                <a:lnTo>
                  <a:pt x="4740" y="83"/>
                </a:lnTo>
                <a:lnTo>
                  <a:pt x="4739" y="83"/>
                </a:lnTo>
                <a:lnTo>
                  <a:pt x="4737" y="83"/>
                </a:lnTo>
                <a:lnTo>
                  <a:pt x="4736" y="84"/>
                </a:lnTo>
                <a:lnTo>
                  <a:pt x="4735" y="84"/>
                </a:lnTo>
                <a:lnTo>
                  <a:pt x="4735" y="85"/>
                </a:lnTo>
                <a:lnTo>
                  <a:pt x="4736" y="87"/>
                </a:lnTo>
                <a:lnTo>
                  <a:pt x="4737" y="88"/>
                </a:lnTo>
                <a:lnTo>
                  <a:pt x="4737" y="89"/>
                </a:lnTo>
                <a:lnTo>
                  <a:pt x="4738" y="90"/>
                </a:lnTo>
                <a:lnTo>
                  <a:pt x="4737" y="91"/>
                </a:lnTo>
                <a:lnTo>
                  <a:pt x="4736" y="91"/>
                </a:lnTo>
                <a:lnTo>
                  <a:pt x="4733" y="91"/>
                </a:lnTo>
                <a:lnTo>
                  <a:pt x="4732" y="91"/>
                </a:lnTo>
                <a:lnTo>
                  <a:pt x="4731" y="91"/>
                </a:lnTo>
                <a:lnTo>
                  <a:pt x="4730" y="91"/>
                </a:lnTo>
                <a:lnTo>
                  <a:pt x="4730" y="92"/>
                </a:lnTo>
                <a:lnTo>
                  <a:pt x="4729" y="92"/>
                </a:lnTo>
                <a:lnTo>
                  <a:pt x="4729" y="93"/>
                </a:lnTo>
                <a:lnTo>
                  <a:pt x="4728" y="94"/>
                </a:lnTo>
                <a:lnTo>
                  <a:pt x="4728" y="96"/>
                </a:lnTo>
                <a:lnTo>
                  <a:pt x="4729" y="97"/>
                </a:lnTo>
                <a:lnTo>
                  <a:pt x="4729" y="98"/>
                </a:lnTo>
                <a:lnTo>
                  <a:pt x="4730" y="98"/>
                </a:lnTo>
                <a:lnTo>
                  <a:pt x="4730" y="99"/>
                </a:lnTo>
                <a:lnTo>
                  <a:pt x="4731" y="99"/>
                </a:lnTo>
                <a:lnTo>
                  <a:pt x="4731" y="100"/>
                </a:lnTo>
                <a:lnTo>
                  <a:pt x="4732" y="100"/>
                </a:lnTo>
                <a:lnTo>
                  <a:pt x="4733" y="101"/>
                </a:lnTo>
                <a:lnTo>
                  <a:pt x="4734" y="101"/>
                </a:lnTo>
                <a:lnTo>
                  <a:pt x="4735" y="101"/>
                </a:lnTo>
                <a:lnTo>
                  <a:pt x="4736" y="101"/>
                </a:lnTo>
                <a:lnTo>
                  <a:pt x="4736" y="100"/>
                </a:lnTo>
                <a:lnTo>
                  <a:pt x="4736" y="99"/>
                </a:lnTo>
                <a:lnTo>
                  <a:pt x="4737" y="99"/>
                </a:lnTo>
                <a:lnTo>
                  <a:pt x="4737" y="98"/>
                </a:lnTo>
                <a:lnTo>
                  <a:pt x="4738" y="98"/>
                </a:lnTo>
                <a:lnTo>
                  <a:pt x="4740" y="99"/>
                </a:lnTo>
                <a:lnTo>
                  <a:pt x="4741" y="100"/>
                </a:lnTo>
                <a:lnTo>
                  <a:pt x="4742" y="100"/>
                </a:lnTo>
                <a:lnTo>
                  <a:pt x="4742" y="101"/>
                </a:lnTo>
                <a:lnTo>
                  <a:pt x="4743" y="101"/>
                </a:lnTo>
                <a:lnTo>
                  <a:pt x="4747" y="103"/>
                </a:lnTo>
                <a:lnTo>
                  <a:pt x="4748" y="104"/>
                </a:lnTo>
                <a:lnTo>
                  <a:pt x="4749" y="105"/>
                </a:lnTo>
                <a:lnTo>
                  <a:pt x="4750" y="106"/>
                </a:lnTo>
                <a:lnTo>
                  <a:pt x="4750" y="107"/>
                </a:lnTo>
                <a:lnTo>
                  <a:pt x="4749" y="108"/>
                </a:lnTo>
                <a:lnTo>
                  <a:pt x="4749" y="109"/>
                </a:lnTo>
                <a:lnTo>
                  <a:pt x="4749" y="110"/>
                </a:lnTo>
                <a:lnTo>
                  <a:pt x="4748" y="110"/>
                </a:lnTo>
                <a:lnTo>
                  <a:pt x="4748" y="111"/>
                </a:lnTo>
                <a:lnTo>
                  <a:pt x="4748" y="112"/>
                </a:lnTo>
                <a:lnTo>
                  <a:pt x="4749" y="112"/>
                </a:lnTo>
                <a:lnTo>
                  <a:pt x="4749" y="113"/>
                </a:lnTo>
                <a:lnTo>
                  <a:pt x="4750" y="113"/>
                </a:lnTo>
                <a:lnTo>
                  <a:pt x="4750" y="112"/>
                </a:lnTo>
                <a:lnTo>
                  <a:pt x="4751" y="112"/>
                </a:lnTo>
                <a:lnTo>
                  <a:pt x="4752" y="112"/>
                </a:lnTo>
                <a:lnTo>
                  <a:pt x="4754" y="112"/>
                </a:lnTo>
                <a:lnTo>
                  <a:pt x="4754" y="111"/>
                </a:lnTo>
                <a:lnTo>
                  <a:pt x="4755" y="111"/>
                </a:lnTo>
                <a:lnTo>
                  <a:pt x="4755" y="112"/>
                </a:lnTo>
                <a:lnTo>
                  <a:pt x="4756" y="112"/>
                </a:lnTo>
                <a:lnTo>
                  <a:pt x="4756" y="113"/>
                </a:lnTo>
                <a:lnTo>
                  <a:pt x="4757" y="114"/>
                </a:lnTo>
                <a:lnTo>
                  <a:pt x="4758" y="115"/>
                </a:lnTo>
                <a:lnTo>
                  <a:pt x="4759" y="116"/>
                </a:lnTo>
                <a:lnTo>
                  <a:pt x="4760" y="116"/>
                </a:lnTo>
                <a:lnTo>
                  <a:pt x="4761" y="117"/>
                </a:lnTo>
                <a:lnTo>
                  <a:pt x="4761" y="118"/>
                </a:lnTo>
                <a:lnTo>
                  <a:pt x="4763" y="119"/>
                </a:lnTo>
                <a:lnTo>
                  <a:pt x="4763" y="121"/>
                </a:lnTo>
                <a:lnTo>
                  <a:pt x="4763" y="122"/>
                </a:lnTo>
                <a:lnTo>
                  <a:pt x="4763" y="123"/>
                </a:lnTo>
                <a:lnTo>
                  <a:pt x="4763" y="124"/>
                </a:lnTo>
                <a:lnTo>
                  <a:pt x="4762" y="124"/>
                </a:lnTo>
                <a:lnTo>
                  <a:pt x="4761" y="124"/>
                </a:lnTo>
                <a:lnTo>
                  <a:pt x="4761" y="125"/>
                </a:lnTo>
                <a:lnTo>
                  <a:pt x="4760" y="125"/>
                </a:lnTo>
                <a:lnTo>
                  <a:pt x="4760" y="126"/>
                </a:lnTo>
                <a:lnTo>
                  <a:pt x="4760" y="127"/>
                </a:lnTo>
                <a:lnTo>
                  <a:pt x="4760" y="128"/>
                </a:lnTo>
                <a:lnTo>
                  <a:pt x="4761" y="129"/>
                </a:lnTo>
                <a:lnTo>
                  <a:pt x="4762" y="129"/>
                </a:lnTo>
                <a:lnTo>
                  <a:pt x="4763" y="129"/>
                </a:lnTo>
                <a:lnTo>
                  <a:pt x="4766" y="129"/>
                </a:lnTo>
                <a:lnTo>
                  <a:pt x="4767" y="129"/>
                </a:lnTo>
                <a:lnTo>
                  <a:pt x="4768" y="129"/>
                </a:lnTo>
                <a:lnTo>
                  <a:pt x="4769" y="129"/>
                </a:lnTo>
                <a:lnTo>
                  <a:pt x="4770" y="130"/>
                </a:lnTo>
                <a:lnTo>
                  <a:pt x="4771" y="130"/>
                </a:lnTo>
                <a:lnTo>
                  <a:pt x="4770" y="131"/>
                </a:lnTo>
                <a:lnTo>
                  <a:pt x="4770" y="132"/>
                </a:lnTo>
                <a:lnTo>
                  <a:pt x="4769" y="131"/>
                </a:lnTo>
                <a:lnTo>
                  <a:pt x="4768" y="131"/>
                </a:lnTo>
                <a:lnTo>
                  <a:pt x="4767" y="131"/>
                </a:lnTo>
                <a:lnTo>
                  <a:pt x="4767" y="132"/>
                </a:lnTo>
                <a:lnTo>
                  <a:pt x="4766" y="132"/>
                </a:lnTo>
                <a:lnTo>
                  <a:pt x="4765" y="133"/>
                </a:lnTo>
                <a:lnTo>
                  <a:pt x="4764" y="133"/>
                </a:lnTo>
                <a:lnTo>
                  <a:pt x="4763" y="133"/>
                </a:lnTo>
                <a:lnTo>
                  <a:pt x="4763" y="134"/>
                </a:lnTo>
                <a:lnTo>
                  <a:pt x="4762" y="134"/>
                </a:lnTo>
                <a:lnTo>
                  <a:pt x="4761" y="135"/>
                </a:lnTo>
                <a:lnTo>
                  <a:pt x="4760" y="135"/>
                </a:lnTo>
                <a:lnTo>
                  <a:pt x="4760" y="136"/>
                </a:lnTo>
                <a:lnTo>
                  <a:pt x="4759" y="136"/>
                </a:lnTo>
                <a:lnTo>
                  <a:pt x="4759" y="137"/>
                </a:lnTo>
                <a:lnTo>
                  <a:pt x="4758" y="137"/>
                </a:lnTo>
                <a:lnTo>
                  <a:pt x="4758" y="138"/>
                </a:lnTo>
                <a:lnTo>
                  <a:pt x="4758" y="139"/>
                </a:lnTo>
                <a:lnTo>
                  <a:pt x="4759" y="139"/>
                </a:lnTo>
                <a:lnTo>
                  <a:pt x="4760" y="140"/>
                </a:lnTo>
                <a:lnTo>
                  <a:pt x="4761" y="140"/>
                </a:lnTo>
                <a:lnTo>
                  <a:pt x="4762" y="140"/>
                </a:lnTo>
                <a:lnTo>
                  <a:pt x="4762" y="141"/>
                </a:lnTo>
                <a:lnTo>
                  <a:pt x="4763" y="141"/>
                </a:lnTo>
                <a:lnTo>
                  <a:pt x="4764" y="141"/>
                </a:lnTo>
                <a:lnTo>
                  <a:pt x="4765" y="141"/>
                </a:lnTo>
                <a:lnTo>
                  <a:pt x="4766" y="141"/>
                </a:lnTo>
                <a:lnTo>
                  <a:pt x="4767" y="141"/>
                </a:lnTo>
                <a:lnTo>
                  <a:pt x="4768" y="141"/>
                </a:lnTo>
                <a:lnTo>
                  <a:pt x="4768" y="142"/>
                </a:lnTo>
                <a:lnTo>
                  <a:pt x="4769" y="142"/>
                </a:lnTo>
                <a:lnTo>
                  <a:pt x="4770" y="143"/>
                </a:lnTo>
                <a:lnTo>
                  <a:pt x="4771" y="143"/>
                </a:lnTo>
                <a:lnTo>
                  <a:pt x="4772" y="143"/>
                </a:lnTo>
                <a:lnTo>
                  <a:pt x="4773" y="143"/>
                </a:lnTo>
                <a:lnTo>
                  <a:pt x="4774" y="144"/>
                </a:lnTo>
                <a:lnTo>
                  <a:pt x="4775" y="144"/>
                </a:lnTo>
                <a:lnTo>
                  <a:pt x="4776" y="144"/>
                </a:lnTo>
                <a:lnTo>
                  <a:pt x="4777" y="144"/>
                </a:lnTo>
                <a:lnTo>
                  <a:pt x="4780" y="146"/>
                </a:lnTo>
                <a:lnTo>
                  <a:pt x="4781" y="146"/>
                </a:lnTo>
                <a:lnTo>
                  <a:pt x="4782" y="147"/>
                </a:lnTo>
                <a:lnTo>
                  <a:pt x="4782" y="148"/>
                </a:lnTo>
                <a:lnTo>
                  <a:pt x="4781" y="149"/>
                </a:lnTo>
                <a:lnTo>
                  <a:pt x="4781" y="150"/>
                </a:lnTo>
                <a:lnTo>
                  <a:pt x="4780" y="150"/>
                </a:lnTo>
                <a:lnTo>
                  <a:pt x="4780" y="151"/>
                </a:lnTo>
                <a:lnTo>
                  <a:pt x="4780" y="152"/>
                </a:lnTo>
                <a:lnTo>
                  <a:pt x="4780" y="153"/>
                </a:lnTo>
                <a:lnTo>
                  <a:pt x="4779" y="153"/>
                </a:lnTo>
                <a:lnTo>
                  <a:pt x="4779" y="154"/>
                </a:lnTo>
                <a:lnTo>
                  <a:pt x="4778" y="154"/>
                </a:lnTo>
                <a:lnTo>
                  <a:pt x="4778" y="155"/>
                </a:lnTo>
                <a:lnTo>
                  <a:pt x="4778" y="156"/>
                </a:lnTo>
                <a:lnTo>
                  <a:pt x="4778" y="157"/>
                </a:lnTo>
                <a:lnTo>
                  <a:pt x="4777" y="157"/>
                </a:lnTo>
                <a:lnTo>
                  <a:pt x="4776" y="156"/>
                </a:lnTo>
                <a:lnTo>
                  <a:pt x="4775" y="156"/>
                </a:lnTo>
                <a:lnTo>
                  <a:pt x="4774" y="156"/>
                </a:lnTo>
                <a:lnTo>
                  <a:pt x="4772" y="157"/>
                </a:lnTo>
                <a:lnTo>
                  <a:pt x="4771" y="158"/>
                </a:lnTo>
                <a:lnTo>
                  <a:pt x="4771" y="159"/>
                </a:lnTo>
                <a:lnTo>
                  <a:pt x="4771" y="160"/>
                </a:lnTo>
                <a:lnTo>
                  <a:pt x="4772" y="160"/>
                </a:lnTo>
                <a:lnTo>
                  <a:pt x="4772" y="161"/>
                </a:lnTo>
                <a:lnTo>
                  <a:pt x="4773" y="161"/>
                </a:lnTo>
                <a:lnTo>
                  <a:pt x="4773" y="162"/>
                </a:lnTo>
                <a:lnTo>
                  <a:pt x="4773" y="163"/>
                </a:lnTo>
                <a:lnTo>
                  <a:pt x="4773" y="164"/>
                </a:lnTo>
                <a:lnTo>
                  <a:pt x="4773" y="165"/>
                </a:lnTo>
                <a:lnTo>
                  <a:pt x="4773" y="166"/>
                </a:lnTo>
                <a:lnTo>
                  <a:pt x="4774" y="166"/>
                </a:lnTo>
                <a:lnTo>
                  <a:pt x="4774" y="167"/>
                </a:lnTo>
                <a:lnTo>
                  <a:pt x="4775" y="167"/>
                </a:lnTo>
                <a:lnTo>
                  <a:pt x="4776" y="167"/>
                </a:lnTo>
                <a:lnTo>
                  <a:pt x="4777" y="168"/>
                </a:lnTo>
                <a:lnTo>
                  <a:pt x="4777" y="169"/>
                </a:lnTo>
                <a:lnTo>
                  <a:pt x="4778" y="170"/>
                </a:lnTo>
                <a:lnTo>
                  <a:pt x="4779" y="171"/>
                </a:lnTo>
                <a:lnTo>
                  <a:pt x="4780" y="172"/>
                </a:lnTo>
                <a:lnTo>
                  <a:pt x="4781" y="173"/>
                </a:lnTo>
                <a:lnTo>
                  <a:pt x="4782" y="174"/>
                </a:lnTo>
                <a:lnTo>
                  <a:pt x="4783" y="176"/>
                </a:lnTo>
                <a:lnTo>
                  <a:pt x="4783" y="177"/>
                </a:lnTo>
                <a:lnTo>
                  <a:pt x="4784" y="178"/>
                </a:lnTo>
                <a:lnTo>
                  <a:pt x="4785" y="179"/>
                </a:lnTo>
                <a:lnTo>
                  <a:pt x="4786" y="180"/>
                </a:lnTo>
                <a:lnTo>
                  <a:pt x="4786" y="181"/>
                </a:lnTo>
                <a:lnTo>
                  <a:pt x="4787" y="183"/>
                </a:lnTo>
                <a:lnTo>
                  <a:pt x="4788" y="183"/>
                </a:lnTo>
                <a:lnTo>
                  <a:pt x="4788" y="184"/>
                </a:lnTo>
                <a:lnTo>
                  <a:pt x="4789" y="184"/>
                </a:lnTo>
                <a:lnTo>
                  <a:pt x="4790" y="184"/>
                </a:lnTo>
                <a:lnTo>
                  <a:pt x="4791" y="185"/>
                </a:lnTo>
                <a:lnTo>
                  <a:pt x="4791" y="186"/>
                </a:lnTo>
                <a:lnTo>
                  <a:pt x="4791" y="187"/>
                </a:lnTo>
                <a:lnTo>
                  <a:pt x="4792" y="188"/>
                </a:lnTo>
                <a:lnTo>
                  <a:pt x="4793" y="188"/>
                </a:lnTo>
                <a:lnTo>
                  <a:pt x="4794" y="188"/>
                </a:lnTo>
                <a:lnTo>
                  <a:pt x="4795" y="188"/>
                </a:lnTo>
                <a:lnTo>
                  <a:pt x="4796" y="188"/>
                </a:lnTo>
                <a:lnTo>
                  <a:pt x="4797" y="189"/>
                </a:lnTo>
                <a:lnTo>
                  <a:pt x="4797" y="190"/>
                </a:lnTo>
                <a:lnTo>
                  <a:pt x="4797" y="191"/>
                </a:lnTo>
                <a:lnTo>
                  <a:pt x="4796" y="191"/>
                </a:lnTo>
                <a:lnTo>
                  <a:pt x="4796" y="192"/>
                </a:lnTo>
                <a:lnTo>
                  <a:pt x="4796" y="193"/>
                </a:lnTo>
                <a:lnTo>
                  <a:pt x="4797" y="194"/>
                </a:lnTo>
                <a:lnTo>
                  <a:pt x="4798" y="196"/>
                </a:lnTo>
                <a:lnTo>
                  <a:pt x="4798" y="197"/>
                </a:lnTo>
                <a:lnTo>
                  <a:pt x="4797" y="198"/>
                </a:lnTo>
                <a:lnTo>
                  <a:pt x="4797" y="199"/>
                </a:lnTo>
                <a:lnTo>
                  <a:pt x="4796" y="199"/>
                </a:lnTo>
                <a:lnTo>
                  <a:pt x="4795" y="199"/>
                </a:lnTo>
                <a:lnTo>
                  <a:pt x="4794" y="199"/>
                </a:lnTo>
                <a:lnTo>
                  <a:pt x="4792" y="201"/>
                </a:lnTo>
                <a:lnTo>
                  <a:pt x="4792" y="202"/>
                </a:lnTo>
                <a:lnTo>
                  <a:pt x="4793" y="202"/>
                </a:lnTo>
                <a:lnTo>
                  <a:pt x="4794" y="203"/>
                </a:lnTo>
                <a:lnTo>
                  <a:pt x="4795" y="204"/>
                </a:lnTo>
                <a:lnTo>
                  <a:pt x="4796" y="204"/>
                </a:lnTo>
                <a:lnTo>
                  <a:pt x="4797" y="205"/>
                </a:lnTo>
                <a:lnTo>
                  <a:pt x="4798" y="205"/>
                </a:lnTo>
                <a:lnTo>
                  <a:pt x="4799" y="205"/>
                </a:lnTo>
                <a:lnTo>
                  <a:pt x="4801" y="206"/>
                </a:lnTo>
                <a:lnTo>
                  <a:pt x="4803" y="206"/>
                </a:lnTo>
                <a:lnTo>
                  <a:pt x="4807" y="208"/>
                </a:lnTo>
                <a:lnTo>
                  <a:pt x="4807" y="209"/>
                </a:lnTo>
                <a:lnTo>
                  <a:pt x="4807" y="210"/>
                </a:lnTo>
                <a:lnTo>
                  <a:pt x="4806" y="210"/>
                </a:lnTo>
                <a:lnTo>
                  <a:pt x="4806" y="211"/>
                </a:lnTo>
                <a:lnTo>
                  <a:pt x="4805" y="211"/>
                </a:lnTo>
                <a:lnTo>
                  <a:pt x="4804" y="212"/>
                </a:lnTo>
                <a:lnTo>
                  <a:pt x="4804" y="213"/>
                </a:lnTo>
                <a:lnTo>
                  <a:pt x="4804" y="214"/>
                </a:lnTo>
                <a:lnTo>
                  <a:pt x="4804" y="215"/>
                </a:lnTo>
                <a:lnTo>
                  <a:pt x="4803" y="215"/>
                </a:lnTo>
                <a:lnTo>
                  <a:pt x="4803" y="216"/>
                </a:lnTo>
                <a:lnTo>
                  <a:pt x="4802" y="217"/>
                </a:lnTo>
                <a:lnTo>
                  <a:pt x="4802" y="218"/>
                </a:lnTo>
                <a:lnTo>
                  <a:pt x="4803" y="218"/>
                </a:lnTo>
                <a:lnTo>
                  <a:pt x="4803" y="219"/>
                </a:lnTo>
                <a:lnTo>
                  <a:pt x="4804" y="219"/>
                </a:lnTo>
                <a:lnTo>
                  <a:pt x="4804" y="220"/>
                </a:lnTo>
                <a:lnTo>
                  <a:pt x="4805" y="220"/>
                </a:lnTo>
                <a:lnTo>
                  <a:pt x="4806" y="220"/>
                </a:lnTo>
                <a:lnTo>
                  <a:pt x="4811" y="220"/>
                </a:lnTo>
                <a:lnTo>
                  <a:pt x="4812" y="220"/>
                </a:lnTo>
                <a:lnTo>
                  <a:pt x="4812" y="221"/>
                </a:lnTo>
                <a:lnTo>
                  <a:pt x="4813" y="221"/>
                </a:lnTo>
                <a:lnTo>
                  <a:pt x="4813" y="222"/>
                </a:lnTo>
                <a:lnTo>
                  <a:pt x="4814" y="222"/>
                </a:lnTo>
                <a:lnTo>
                  <a:pt x="4814" y="223"/>
                </a:lnTo>
                <a:lnTo>
                  <a:pt x="4815" y="225"/>
                </a:lnTo>
                <a:lnTo>
                  <a:pt x="4815" y="226"/>
                </a:lnTo>
                <a:lnTo>
                  <a:pt x="4814" y="227"/>
                </a:lnTo>
                <a:lnTo>
                  <a:pt x="4813" y="227"/>
                </a:lnTo>
                <a:lnTo>
                  <a:pt x="4812" y="228"/>
                </a:lnTo>
                <a:lnTo>
                  <a:pt x="4811" y="228"/>
                </a:lnTo>
                <a:lnTo>
                  <a:pt x="4810" y="227"/>
                </a:lnTo>
                <a:lnTo>
                  <a:pt x="4808" y="227"/>
                </a:lnTo>
                <a:lnTo>
                  <a:pt x="4807" y="227"/>
                </a:lnTo>
                <a:lnTo>
                  <a:pt x="4806" y="228"/>
                </a:lnTo>
                <a:lnTo>
                  <a:pt x="4805" y="228"/>
                </a:lnTo>
                <a:lnTo>
                  <a:pt x="4805" y="229"/>
                </a:lnTo>
                <a:lnTo>
                  <a:pt x="4805" y="230"/>
                </a:lnTo>
                <a:lnTo>
                  <a:pt x="4804" y="231"/>
                </a:lnTo>
                <a:lnTo>
                  <a:pt x="4805" y="232"/>
                </a:lnTo>
                <a:lnTo>
                  <a:pt x="4805" y="234"/>
                </a:lnTo>
                <a:lnTo>
                  <a:pt x="4806" y="235"/>
                </a:lnTo>
                <a:lnTo>
                  <a:pt x="4807" y="236"/>
                </a:lnTo>
                <a:lnTo>
                  <a:pt x="4808" y="237"/>
                </a:lnTo>
                <a:lnTo>
                  <a:pt x="4809" y="237"/>
                </a:lnTo>
                <a:lnTo>
                  <a:pt x="4811" y="237"/>
                </a:lnTo>
                <a:lnTo>
                  <a:pt x="4812" y="237"/>
                </a:lnTo>
                <a:lnTo>
                  <a:pt x="4813" y="237"/>
                </a:lnTo>
                <a:lnTo>
                  <a:pt x="4814" y="236"/>
                </a:lnTo>
                <a:lnTo>
                  <a:pt x="4814" y="235"/>
                </a:lnTo>
                <a:lnTo>
                  <a:pt x="4814" y="234"/>
                </a:lnTo>
                <a:lnTo>
                  <a:pt x="4813" y="234"/>
                </a:lnTo>
                <a:lnTo>
                  <a:pt x="4812" y="233"/>
                </a:lnTo>
                <a:lnTo>
                  <a:pt x="4811" y="232"/>
                </a:lnTo>
                <a:lnTo>
                  <a:pt x="4810" y="232"/>
                </a:lnTo>
                <a:lnTo>
                  <a:pt x="4810" y="231"/>
                </a:lnTo>
                <a:lnTo>
                  <a:pt x="4810" y="230"/>
                </a:lnTo>
                <a:lnTo>
                  <a:pt x="4811" y="230"/>
                </a:lnTo>
                <a:lnTo>
                  <a:pt x="4811" y="229"/>
                </a:lnTo>
                <a:lnTo>
                  <a:pt x="4812" y="229"/>
                </a:lnTo>
                <a:lnTo>
                  <a:pt x="4814" y="229"/>
                </a:lnTo>
                <a:lnTo>
                  <a:pt x="4816" y="229"/>
                </a:lnTo>
                <a:lnTo>
                  <a:pt x="4817" y="228"/>
                </a:lnTo>
                <a:lnTo>
                  <a:pt x="4819" y="228"/>
                </a:lnTo>
                <a:lnTo>
                  <a:pt x="4820" y="229"/>
                </a:lnTo>
                <a:lnTo>
                  <a:pt x="4820" y="231"/>
                </a:lnTo>
                <a:lnTo>
                  <a:pt x="4820" y="232"/>
                </a:lnTo>
                <a:lnTo>
                  <a:pt x="4819" y="233"/>
                </a:lnTo>
                <a:lnTo>
                  <a:pt x="4818" y="234"/>
                </a:lnTo>
                <a:lnTo>
                  <a:pt x="4817" y="235"/>
                </a:lnTo>
                <a:lnTo>
                  <a:pt x="4816" y="236"/>
                </a:lnTo>
                <a:lnTo>
                  <a:pt x="4815" y="237"/>
                </a:lnTo>
                <a:lnTo>
                  <a:pt x="4814" y="239"/>
                </a:lnTo>
                <a:lnTo>
                  <a:pt x="4813" y="240"/>
                </a:lnTo>
                <a:lnTo>
                  <a:pt x="4812" y="241"/>
                </a:lnTo>
                <a:lnTo>
                  <a:pt x="4812" y="242"/>
                </a:lnTo>
                <a:lnTo>
                  <a:pt x="4813" y="243"/>
                </a:lnTo>
                <a:lnTo>
                  <a:pt x="4813" y="244"/>
                </a:lnTo>
                <a:lnTo>
                  <a:pt x="4814" y="248"/>
                </a:lnTo>
                <a:lnTo>
                  <a:pt x="4814" y="249"/>
                </a:lnTo>
                <a:lnTo>
                  <a:pt x="4814" y="251"/>
                </a:lnTo>
                <a:lnTo>
                  <a:pt x="4814" y="252"/>
                </a:lnTo>
                <a:lnTo>
                  <a:pt x="4814" y="253"/>
                </a:lnTo>
                <a:lnTo>
                  <a:pt x="4814" y="255"/>
                </a:lnTo>
                <a:lnTo>
                  <a:pt x="4814" y="256"/>
                </a:lnTo>
                <a:lnTo>
                  <a:pt x="4815" y="256"/>
                </a:lnTo>
                <a:lnTo>
                  <a:pt x="4815" y="257"/>
                </a:lnTo>
                <a:lnTo>
                  <a:pt x="4816" y="257"/>
                </a:lnTo>
                <a:lnTo>
                  <a:pt x="4817" y="257"/>
                </a:lnTo>
                <a:lnTo>
                  <a:pt x="4817" y="258"/>
                </a:lnTo>
                <a:lnTo>
                  <a:pt x="4819" y="259"/>
                </a:lnTo>
                <a:lnTo>
                  <a:pt x="4821" y="260"/>
                </a:lnTo>
                <a:lnTo>
                  <a:pt x="4822" y="262"/>
                </a:lnTo>
                <a:lnTo>
                  <a:pt x="4823" y="263"/>
                </a:lnTo>
                <a:lnTo>
                  <a:pt x="4824" y="264"/>
                </a:lnTo>
                <a:lnTo>
                  <a:pt x="4824" y="265"/>
                </a:lnTo>
                <a:lnTo>
                  <a:pt x="4825" y="266"/>
                </a:lnTo>
                <a:lnTo>
                  <a:pt x="4826" y="266"/>
                </a:lnTo>
                <a:lnTo>
                  <a:pt x="4826" y="267"/>
                </a:lnTo>
                <a:lnTo>
                  <a:pt x="4828" y="267"/>
                </a:lnTo>
                <a:lnTo>
                  <a:pt x="4830" y="268"/>
                </a:lnTo>
                <a:lnTo>
                  <a:pt x="4831" y="269"/>
                </a:lnTo>
                <a:lnTo>
                  <a:pt x="4832" y="270"/>
                </a:lnTo>
                <a:lnTo>
                  <a:pt x="4834" y="271"/>
                </a:lnTo>
                <a:lnTo>
                  <a:pt x="4834" y="272"/>
                </a:lnTo>
                <a:lnTo>
                  <a:pt x="4835" y="272"/>
                </a:lnTo>
                <a:lnTo>
                  <a:pt x="4835" y="273"/>
                </a:lnTo>
                <a:lnTo>
                  <a:pt x="4836" y="274"/>
                </a:lnTo>
                <a:lnTo>
                  <a:pt x="4837" y="276"/>
                </a:lnTo>
                <a:lnTo>
                  <a:pt x="4838" y="278"/>
                </a:lnTo>
                <a:lnTo>
                  <a:pt x="4840" y="280"/>
                </a:lnTo>
                <a:lnTo>
                  <a:pt x="4841" y="282"/>
                </a:lnTo>
                <a:lnTo>
                  <a:pt x="4842" y="284"/>
                </a:lnTo>
                <a:lnTo>
                  <a:pt x="4843" y="286"/>
                </a:lnTo>
                <a:lnTo>
                  <a:pt x="4844" y="286"/>
                </a:lnTo>
                <a:lnTo>
                  <a:pt x="4845" y="287"/>
                </a:lnTo>
                <a:lnTo>
                  <a:pt x="4846" y="287"/>
                </a:lnTo>
                <a:lnTo>
                  <a:pt x="4847" y="287"/>
                </a:lnTo>
                <a:lnTo>
                  <a:pt x="4848" y="287"/>
                </a:lnTo>
                <a:lnTo>
                  <a:pt x="4848" y="288"/>
                </a:lnTo>
                <a:lnTo>
                  <a:pt x="4849" y="288"/>
                </a:lnTo>
                <a:lnTo>
                  <a:pt x="4849" y="290"/>
                </a:lnTo>
                <a:lnTo>
                  <a:pt x="4848" y="291"/>
                </a:lnTo>
                <a:lnTo>
                  <a:pt x="4848" y="292"/>
                </a:lnTo>
                <a:lnTo>
                  <a:pt x="4847" y="292"/>
                </a:lnTo>
                <a:lnTo>
                  <a:pt x="4847" y="293"/>
                </a:lnTo>
                <a:lnTo>
                  <a:pt x="4847" y="294"/>
                </a:lnTo>
                <a:lnTo>
                  <a:pt x="4847" y="295"/>
                </a:lnTo>
                <a:lnTo>
                  <a:pt x="4848" y="296"/>
                </a:lnTo>
                <a:lnTo>
                  <a:pt x="4848" y="297"/>
                </a:lnTo>
                <a:lnTo>
                  <a:pt x="4850" y="300"/>
                </a:lnTo>
                <a:lnTo>
                  <a:pt x="4852" y="301"/>
                </a:lnTo>
                <a:lnTo>
                  <a:pt x="4853" y="302"/>
                </a:lnTo>
                <a:lnTo>
                  <a:pt x="4853" y="303"/>
                </a:lnTo>
                <a:lnTo>
                  <a:pt x="4855" y="305"/>
                </a:lnTo>
                <a:lnTo>
                  <a:pt x="4855" y="306"/>
                </a:lnTo>
                <a:lnTo>
                  <a:pt x="4855" y="307"/>
                </a:lnTo>
                <a:lnTo>
                  <a:pt x="4854" y="308"/>
                </a:lnTo>
                <a:lnTo>
                  <a:pt x="4854" y="309"/>
                </a:lnTo>
                <a:lnTo>
                  <a:pt x="4853" y="310"/>
                </a:lnTo>
                <a:lnTo>
                  <a:pt x="4851" y="310"/>
                </a:lnTo>
                <a:lnTo>
                  <a:pt x="4850" y="311"/>
                </a:lnTo>
                <a:lnTo>
                  <a:pt x="4850" y="312"/>
                </a:lnTo>
                <a:lnTo>
                  <a:pt x="4850" y="313"/>
                </a:lnTo>
                <a:lnTo>
                  <a:pt x="4850" y="314"/>
                </a:lnTo>
                <a:lnTo>
                  <a:pt x="4849" y="315"/>
                </a:lnTo>
                <a:lnTo>
                  <a:pt x="4848" y="315"/>
                </a:lnTo>
                <a:lnTo>
                  <a:pt x="4848" y="316"/>
                </a:lnTo>
                <a:lnTo>
                  <a:pt x="4848" y="317"/>
                </a:lnTo>
                <a:lnTo>
                  <a:pt x="4848" y="318"/>
                </a:lnTo>
                <a:lnTo>
                  <a:pt x="4849" y="318"/>
                </a:lnTo>
                <a:lnTo>
                  <a:pt x="4850" y="319"/>
                </a:lnTo>
                <a:lnTo>
                  <a:pt x="4851" y="319"/>
                </a:lnTo>
                <a:lnTo>
                  <a:pt x="4853" y="319"/>
                </a:lnTo>
                <a:lnTo>
                  <a:pt x="4854" y="320"/>
                </a:lnTo>
                <a:lnTo>
                  <a:pt x="4855" y="321"/>
                </a:lnTo>
                <a:lnTo>
                  <a:pt x="4855" y="322"/>
                </a:lnTo>
                <a:lnTo>
                  <a:pt x="4855" y="323"/>
                </a:lnTo>
                <a:lnTo>
                  <a:pt x="4854" y="324"/>
                </a:lnTo>
                <a:lnTo>
                  <a:pt x="4854" y="325"/>
                </a:lnTo>
                <a:lnTo>
                  <a:pt x="4853" y="326"/>
                </a:lnTo>
                <a:lnTo>
                  <a:pt x="4852" y="327"/>
                </a:lnTo>
                <a:lnTo>
                  <a:pt x="4852" y="328"/>
                </a:lnTo>
                <a:lnTo>
                  <a:pt x="4851" y="329"/>
                </a:lnTo>
                <a:lnTo>
                  <a:pt x="4851" y="330"/>
                </a:lnTo>
                <a:lnTo>
                  <a:pt x="4852" y="331"/>
                </a:lnTo>
                <a:lnTo>
                  <a:pt x="4852" y="332"/>
                </a:lnTo>
                <a:lnTo>
                  <a:pt x="4853" y="332"/>
                </a:lnTo>
                <a:lnTo>
                  <a:pt x="4853" y="333"/>
                </a:lnTo>
                <a:lnTo>
                  <a:pt x="4854" y="334"/>
                </a:lnTo>
                <a:lnTo>
                  <a:pt x="4855" y="335"/>
                </a:lnTo>
                <a:lnTo>
                  <a:pt x="4856" y="336"/>
                </a:lnTo>
                <a:lnTo>
                  <a:pt x="4858" y="336"/>
                </a:lnTo>
                <a:lnTo>
                  <a:pt x="4860" y="336"/>
                </a:lnTo>
                <a:lnTo>
                  <a:pt x="4861" y="337"/>
                </a:lnTo>
                <a:lnTo>
                  <a:pt x="4862" y="337"/>
                </a:lnTo>
                <a:lnTo>
                  <a:pt x="4863" y="337"/>
                </a:lnTo>
                <a:lnTo>
                  <a:pt x="4864" y="338"/>
                </a:lnTo>
                <a:lnTo>
                  <a:pt x="4865" y="338"/>
                </a:lnTo>
                <a:lnTo>
                  <a:pt x="4866" y="338"/>
                </a:lnTo>
                <a:lnTo>
                  <a:pt x="4867" y="339"/>
                </a:lnTo>
                <a:lnTo>
                  <a:pt x="4869" y="339"/>
                </a:lnTo>
                <a:lnTo>
                  <a:pt x="4870" y="339"/>
                </a:lnTo>
                <a:lnTo>
                  <a:pt x="4872" y="340"/>
                </a:lnTo>
                <a:lnTo>
                  <a:pt x="4874" y="340"/>
                </a:lnTo>
                <a:lnTo>
                  <a:pt x="4875" y="340"/>
                </a:lnTo>
                <a:lnTo>
                  <a:pt x="4876" y="341"/>
                </a:lnTo>
                <a:lnTo>
                  <a:pt x="4876" y="342"/>
                </a:lnTo>
                <a:lnTo>
                  <a:pt x="4876" y="343"/>
                </a:lnTo>
                <a:lnTo>
                  <a:pt x="4876" y="346"/>
                </a:lnTo>
                <a:lnTo>
                  <a:pt x="4876" y="347"/>
                </a:lnTo>
                <a:lnTo>
                  <a:pt x="4875" y="348"/>
                </a:lnTo>
                <a:lnTo>
                  <a:pt x="4875" y="349"/>
                </a:lnTo>
                <a:lnTo>
                  <a:pt x="4874" y="351"/>
                </a:lnTo>
                <a:lnTo>
                  <a:pt x="4873" y="352"/>
                </a:lnTo>
                <a:lnTo>
                  <a:pt x="4871" y="354"/>
                </a:lnTo>
                <a:lnTo>
                  <a:pt x="4870" y="354"/>
                </a:lnTo>
                <a:lnTo>
                  <a:pt x="4870" y="355"/>
                </a:lnTo>
                <a:lnTo>
                  <a:pt x="4868" y="356"/>
                </a:lnTo>
                <a:lnTo>
                  <a:pt x="4868" y="358"/>
                </a:lnTo>
                <a:lnTo>
                  <a:pt x="4867" y="359"/>
                </a:lnTo>
                <a:lnTo>
                  <a:pt x="4867" y="361"/>
                </a:lnTo>
                <a:lnTo>
                  <a:pt x="4866" y="361"/>
                </a:lnTo>
                <a:lnTo>
                  <a:pt x="4866" y="363"/>
                </a:lnTo>
                <a:lnTo>
                  <a:pt x="4866" y="365"/>
                </a:lnTo>
                <a:lnTo>
                  <a:pt x="4866" y="366"/>
                </a:lnTo>
                <a:lnTo>
                  <a:pt x="4867" y="367"/>
                </a:lnTo>
                <a:lnTo>
                  <a:pt x="4870" y="370"/>
                </a:lnTo>
                <a:lnTo>
                  <a:pt x="4870" y="371"/>
                </a:lnTo>
                <a:lnTo>
                  <a:pt x="4870" y="372"/>
                </a:lnTo>
                <a:lnTo>
                  <a:pt x="4871" y="372"/>
                </a:lnTo>
                <a:lnTo>
                  <a:pt x="4870" y="374"/>
                </a:lnTo>
                <a:lnTo>
                  <a:pt x="4870" y="375"/>
                </a:lnTo>
                <a:lnTo>
                  <a:pt x="4869" y="377"/>
                </a:lnTo>
                <a:lnTo>
                  <a:pt x="4869" y="380"/>
                </a:lnTo>
                <a:lnTo>
                  <a:pt x="4869" y="381"/>
                </a:lnTo>
                <a:lnTo>
                  <a:pt x="4869" y="382"/>
                </a:lnTo>
                <a:lnTo>
                  <a:pt x="4870" y="383"/>
                </a:lnTo>
                <a:lnTo>
                  <a:pt x="4870" y="385"/>
                </a:lnTo>
                <a:lnTo>
                  <a:pt x="4872" y="386"/>
                </a:lnTo>
                <a:lnTo>
                  <a:pt x="4873" y="386"/>
                </a:lnTo>
                <a:lnTo>
                  <a:pt x="4874" y="387"/>
                </a:lnTo>
                <a:lnTo>
                  <a:pt x="4876" y="387"/>
                </a:lnTo>
                <a:lnTo>
                  <a:pt x="4878" y="387"/>
                </a:lnTo>
                <a:lnTo>
                  <a:pt x="4880" y="387"/>
                </a:lnTo>
                <a:lnTo>
                  <a:pt x="4881" y="388"/>
                </a:lnTo>
                <a:lnTo>
                  <a:pt x="4882" y="388"/>
                </a:lnTo>
                <a:lnTo>
                  <a:pt x="4882" y="389"/>
                </a:lnTo>
                <a:lnTo>
                  <a:pt x="4882" y="390"/>
                </a:lnTo>
                <a:lnTo>
                  <a:pt x="4882" y="391"/>
                </a:lnTo>
                <a:lnTo>
                  <a:pt x="4882" y="393"/>
                </a:lnTo>
                <a:lnTo>
                  <a:pt x="4882" y="395"/>
                </a:lnTo>
                <a:lnTo>
                  <a:pt x="4883" y="396"/>
                </a:lnTo>
                <a:lnTo>
                  <a:pt x="4883" y="397"/>
                </a:lnTo>
                <a:lnTo>
                  <a:pt x="4884" y="398"/>
                </a:lnTo>
                <a:lnTo>
                  <a:pt x="4885" y="400"/>
                </a:lnTo>
                <a:lnTo>
                  <a:pt x="4887" y="400"/>
                </a:lnTo>
                <a:lnTo>
                  <a:pt x="4889" y="401"/>
                </a:lnTo>
                <a:lnTo>
                  <a:pt x="4891" y="402"/>
                </a:lnTo>
                <a:lnTo>
                  <a:pt x="4891" y="403"/>
                </a:lnTo>
                <a:lnTo>
                  <a:pt x="4892" y="403"/>
                </a:lnTo>
                <a:lnTo>
                  <a:pt x="4893" y="404"/>
                </a:lnTo>
                <a:lnTo>
                  <a:pt x="4894" y="406"/>
                </a:lnTo>
                <a:lnTo>
                  <a:pt x="4895" y="407"/>
                </a:lnTo>
                <a:lnTo>
                  <a:pt x="4896" y="407"/>
                </a:lnTo>
                <a:lnTo>
                  <a:pt x="4897" y="407"/>
                </a:lnTo>
                <a:lnTo>
                  <a:pt x="4898" y="407"/>
                </a:lnTo>
                <a:lnTo>
                  <a:pt x="4899" y="407"/>
                </a:lnTo>
                <a:lnTo>
                  <a:pt x="4900" y="407"/>
                </a:lnTo>
                <a:lnTo>
                  <a:pt x="4900" y="408"/>
                </a:lnTo>
                <a:lnTo>
                  <a:pt x="4901" y="408"/>
                </a:lnTo>
                <a:lnTo>
                  <a:pt x="4902" y="408"/>
                </a:lnTo>
                <a:lnTo>
                  <a:pt x="4903" y="408"/>
                </a:lnTo>
                <a:lnTo>
                  <a:pt x="4904" y="408"/>
                </a:lnTo>
                <a:lnTo>
                  <a:pt x="4905" y="408"/>
                </a:lnTo>
                <a:lnTo>
                  <a:pt x="4905" y="407"/>
                </a:lnTo>
                <a:lnTo>
                  <a:pt x="4906" y="407"/>
                </a:lnTo>
                <a:lnTo>
                  <a:pt x="4907" y="406"/>
                </a:lnTo>
                <a:lnTo>
                  <a:pt x="4908" y="406"/>
                </a:lnTo>
                <a:lnTo>
                  <a:pt x="4909" y="406"/>
                </a:lnTo>
                <a:lnTo>
                  <a:pt x="4910" y="407"/>
                </a:lnTo>
                <a:lnTo>
                  <a:pt x="4911" y="407"/>
                </a:lnTo>
                <a:lnTo>
                  <a:pt x="4912" y="408"/>
                </a:lnTo>
                <a:lnTo>
                  <a:pt x="4913" y="408"/>
                </a:lnTo>
                <a:lnTo>
                  <a:pt x="4914" y="409"/>
                </a:lnTo>
                <a:lnTo>
                  <a:pt x="4915" y="409"/>
                </a:lnTo>
                <a:lnTo>
                  <a:pt x="4916" y="410"/>
                </a:lnTo>
                <a:lnTo>
                  <a:pt x="4917" y="410"/>
                </a:lnTo>
                <a:lnTo>
                  <a:pt x="4920" y="411"/>
                </a:lnTo>
                <a:lnTo>
                  <a:pt x="4921" y="411"/>
                </a:lnTo>
                <a:lnTo>
                  <a:pt x="4922" y="411"/>
                </a:lnTo>
                <a:lnTo>
                  <a:pt x="4923" y="411"/>
                </a:lnTo>
                <a:lnTo>
                  <a:pt x="4925" y="411"/>
                </a:lnTo>
                <a:lnTo>
                  <a:pt x="4926" y="412"/>
                </a:lnTo>
                <a:lnTo>
                  <a:pt x="4929" y="412"/>
                </a:lnTo>
                <a:lnTo>
                  <a:pt x="4930" y="412"/>
                </a:lnTo>
                <a:lnTo>
                  <a:pt x="4931" y="411"/>
                </a:lnTo>
                <a:lnTo>
                  <a:pt x="4932" y="410"/>
                </a:lnTo>
                <a:lnTo>
                  <a:pt x="4933" y="410"/>
                </a:lnTo>
                <a:lnTo>
                  <a:pt x="4934" y="409"/>
                </a:lnTo>
                <a:lnTo>
                  <a:pt x="4936" y="409"/>
                </a:lnTo>
                <a:lnTo>
                  <a:pt x="4937" y="409"/>
                </a:lnTo>
                <a:lnTo>
                  <a:pt x="4938" y="409"/>
                </a:lnTo>
                <a:lnTo>
                  <a:pt x="4939" y="410"/>
                </a:lnTo>
                <a:lnTo>
                  <a:pt x="4940" y="411"/>
                </a:lnTo>
                <a:lnTo>
                  <a:pt x="4941" y="411"/>
                </a:lnTo>
                <a:lnTo>
                  <a:pt x="4942" y="412"/>
                </a:lnTo>
                <a:lnTo>
                  <a:pt x="4942" y="411"/>
                </a:lnTo>
                <a:lnTo>
                  <a:pt x="4943" y="411"/>
                </a:lnTo>
                <a:lnTo>
                  <a:pt x="4944" y="410"/>
                </a:lnTo>
                <a:lnTo>
                  <a:pt x="4945" y="410"/>
                </a:lnTo>
                <a:lnTo>
                  <a:pt x="4945" y="409"/>
                </a:lnTo>
                <a:lnTo>
                  <a:pt x="4945" y="408"/>
                </a:lnTo>
                <a:lnTo>
                  <a:pt x="4945" y="407"/>
                </a:lnTo>
                <a:lnTo>
                  <a:pt x="4946" y="407"/>
                </a:lnTo>
                <a:lnTo>
                  <a:pt x="4948" y="407"/>
                </a:lnTo>
                <a:lnTo>
                  <a:pt x="4950" y="407"/>
                </a:lnTo>
                <a:lnTo>
                  <a:pt x="4952" y="407"/>
                </a:lnTo>
                <a:lnTo>
                  <a:pt x="4954" y="407"/>
                </a:lnTo>
                <a:lnTo>
                  <a:pt x="4956" y="407"/>
                </a:lnTo>
                <a:lnTo>
                  <a:pt x="4958" y="406"/>
                </a:lnTo>
                <a:lnTo>
                  <a:pt x="4959" y="406"/>
                </a:lnTo>
                <a:lnTo>
                  <a:pt x="4959" y="405"/>
                </a:lnTo>
                <a:lnTo>
                  <a:pt x="4960" y="405"/>
                </a:lnTo>
                <a:lnTo>
                  <a:pt x="4961" y="405"/>
                </a:lnTo>
                <a:lnTo>
                  <a:pt x="4962" y="405"/>
                </a:lnTo>
                <a:lnTo>
                  <a:pt x="4964" y="406"/>
                </a:lnTo>
                <a:lnTo>
                  <a:pt x="4966" y="406"/>
                </a:lnTo>
                <a:lnTo>
                  <a:pt x="4967" y="407"/>
                </a:lnTo>
                <a:lnTo>
                  <a:pt x="4968" y="407"/>
                </a:lnTo>
                <a:lnTo>
                  <a:pt x="4970" y="408"/>
                </a:lnTo>
                <a:lnTo>
                  <a:pt x="4972" y="408"/>
                </a:lnTo>
                <a:lnTo>
                  <a:pt x="4974" y="409"/>
                </a:lnTo>
                <a:lnTo>
                  <a:pt x="4975" y="409"/>
                </a:lnTo>
                <a:lnTo>
                  <a:pt x="4976" y="409"/>
                </a:lnTo>
                <a:lnTo>
                  <a:pt x="4977" y="409"/>
                </a:lnTo>
                <a:lnTo>
                  <a:pt x="4977" y="408"/>
                </a:lnTo>
                <a:lnTo>
                  <a:pt x="4978" y="408"/>
                </a:lnTo>
                <a:lnTo>
                  <a:pt x="4978" y="407"/>
                </a:lnTo>
                <a:lnTo>
                  <a:pt x="4978" y="406"/>
                </a:lnTo>
                <a:lnTo>
                  <a:pt x="4979" y="406"/>
                </a:lnTo>
                <a:lnTo>
                  <a:pt x="4980" y="406"/>
                </a:lnTo>
                <a:lnTo>
                  <a:pt x="4981" y="407"/>
                </a:lnTo>
                <a:lnTo>
                  <a:pt x="4983" y="407"/>
                </a:lnTo>
                <a:lnTo>
                  <a:pt x="4984" y="408"/>
                </a:lnTo>
                <a:lnTo>
                  <a:pt x="4984" y="409"/>
                </a:lnTo>
                <a:lnTo>
                  <a:pt x="4984" y="410"/>
                </a:lnTo>
                <a:lnTo>
                  <a:pt x="4984" y="411"/>
                </a:lnTo>
                <a:lnTo>
                  <a:pt x="4983" y="411"/>
                </a:lnTo>
                <a:lnTo>
                  <a:pt x="4982" y="412"/>
                </a:lnTo>
                <a:lnTo>
                  <a:pt x="4980" y="414"/>
                </a:lnTo>
                <a:lnTo>
                  <a:pt x="4980" y="415"/>
                </a:lnTo>
                <a:lnTo>
                  <a:pt x="4979" y="416"/>
                </a:lnTo>
                <a:lnTo>
                  <a:pt x="4979" y="417"/>
                </a:lnTo>
                <a:lnTo>
                  <a:pt x="4979" y="418"/>
                </a:lnTo>
                <a:lnTo>
                  <a:pt x="4980" y="418"/>
                </a:lnTo>
                <a:lnTo>
                  <a:pt x="4981" y="419"/>
                </a:lnTo>
                <a:lnTo>
                  <a:pt x="4982" y="419"/>
                </a:lnTo>
                <a:lnTo>
                  <a:pt x="4983" y="419"/>
                </a:lnTo>
                <a:lnTo>
                  <a:pt x="4984" y="419"/>
                </a:lnTo>
                <a:lnTo>
                  <a:pt x="4984" y="418"/>
                </a:lnTo>
                <a:lnTo>
                  <a:pt x="4985" y="418"/>
                </a:lnTo>
                <a:lnTo>
                  <a:pt x="4986" y="418"/>
                </a:lnTo>
                <a:lnTo>
                  <a:pt x="4988" y="417"/>
                </a:lnTo>
                <a:lnTo>
                  <a:pt x="4989" y="417"/>
                </a:lnTo>
                <a:lnTo>
                  <a:pt x="4991" y="417"/>
                </a:lnTo>
                <a:lnTo>
                  <a:pt x="4992" y="417"/>
                </a:lnTo>
                <a:lnTo>
                  <a:pt x="4994" y="418"/>
                </a:lnTo>
                <a:lnTo>
                  <a:pt x="4995" y="419"/>
                </a:lnTo>
                <a:lnTo>
                  <a:pt x="4996" y="420"/>
                </a:lnTo>
                <a:lnTo>
                  <a:pt x="4997" y="420"/>
                </a:lnTo>
                <a:lnTo>
                  <a:pt x="4999" y="420"/>
                </a:lnTo>
                <a:lnTo>
                  <a:pt x="5002" y="420"/>
                </a:lnTo>
                <a:lnTo>
                  <a:pt x="5003" y="421"/>
                </a:lnTo>
                <a:lnTo>
                  <a:pt x="5004" y="422"/>
                </a:lnTo>
                <a:lnTo>
                  <a:pt x="5004" y="423"/>
                </a:lnTo>
                <a:lnTo>
                  <a:pt x="5005" y="425"/>
                </a:lnTo>
                <a:lnTo>
                  <a:pt x="5006" y="427"/>
                </a:lnTo>
                <a:lnTo>
                  <a:pt x="5006" y="428"/>
                </a:lnTo>
                <a:lnTo>
                  <a:pt x="5007" y="428"/>
                </a:lnTo>
                <a:lnTo>
                  <a:pt x="5007" y="429"/>
                </a:lnTo>
                <a:lnTo>
                  <a:pt x="5008" y="430"/>
                </a:lnTo>
                <a:lnTo>
                  <a:pt x="5009" y="430"/>
                </a:lnTo>
                <a:lnTo>
                  <a:pt x="5010" y="431"/>
                </a:lnTo>
                <a:lnTo>
                  <a:pt x="5011" y="431"/>
                </a:lnTo>
                <a:lnTo>
                  <a:pt x="5014" y="431"/>
                </a:lnTo>
                <a:lnTo>
                  <a:pt x="5015" y="431"/>
                </a:lnTo>
                <a:lnTo>
                  <a:pt x="5016" y="429"/>
                </a:lnTo>
                <a:lnTo>
                  <a:pt x="5017" y="428"/>
                </a:lnTo>
                <a:lnTo>
                  <a:pt x="5018" y="428"/>
                </a:lnTo>
                <a:lnTo>
                  <a:pt x="5019" y="427"/>
                </a:lnTo>
                <a:lnTo>
                  <a:pt x="5021" y="426"/>
                </a:lnTo>
                <a:lnTo>
                  <a:pt x="5022" y="426"/>
                </a:lnTo>
                <a:lnTo>
                  <a:pt x="5024" y="427"/>
                </a:lnTo>
                <a:lnTo>
                  <a:pt x="5026" y="427"/>
                </a:lnTo>
                <a:lnTo>
                  <a:pt x="5027" y="428"/>
                </a:lnTo>
                <a:lnTo>
                  <a:pt x="5028" y="428"/>
                </a:lnTo>
                <a:lnTo>
                  <a:pt x="5028" y="429"/>
                </a:lnTo>
                <a:lnTo>
                  <a:pt x="5029" y="429"/>
                </a:lnTo>
                <a:lnTo>
                  <a:pt x="5029" y="430"/>
                </a:lnTo>
                <a:lnTo>
                  <a:pt x="5030" y="430"/>
                </a:lnTo>
                <a:lnTo>
                  <a:pt x="5030" y="431"/>
                </a:lnTo>
                <a:lnTo>
                  <a:pt x="5031" y="431"/>
                </a:lnTo>
                <a:lnTo>
                  <a:pt x="5032" y="431"/>
                </a:lnTo>
                <a:lnTo>
                  <a:pt x="5033" y="431"/>
                </a:lnTo>
                <a:lnTo>
                  <a:pt x="5034" y="431"/>
                </a:lnTo>
                <a:lnTo>
                  <a:pt x="5035" y="430"/>
                </a:lnTo>
                <a:lnTo>
                  <a:pt x="5036" y="430"/>
                </a:lnTo>
                <a:lnTo>
                  <a:pt x="5036" y="429"/>
                </a:lnTo>
                <a:lnTo>
                  <a:pt x="5036" y="428"/>
                </a:lnTo>
                <a:lnTo>
                  <a:pt x="5035" y="427"/>
                </a:lnTo>
                <a:lnTo>
                  <a:pt x="5035" y="426"/>
                </a:lnTo>
                <a:lnTo>
                  <a:pt x="5035" y="425"/>
                </a:lnTo>
                <a:lnTo>
                  <a:pt x="5035" y="424"/>
                </a:lnTo>
                <a:lnTo>
                  <a:pt x="5036" y="424"/>
                </a:lnTo>
                <a:lnTo>
                  <a:pt x="5037" y="423"/>
                </a:lnTo>
                <a:lnTo>
                  <a:pt x="5038" y="422"/>
                </a:lnTo>
                <a:lnTo>
                  <a:pt x="5039" y="422"/>
                </a:lnTo>
                <a:lnTo>
                  <a:pt x="5041" y="422"/>
                </a:lnTo>
                <a:lnTo>
                  <a:pt x="5042" y="422"/>
                </a:lnTo>
                <a:lnTo>
                  <a:pt x="5043" y="423"/>
                </a:lnTo>
                <a:lnTo>
                  <a:pt x="5044" y="423"/>
                </a:lnTo>
                <a:lnTo>
                  <a:pt x="5045" y="423"/>
                </a:lnTo>
                <a:lnTo>
                  <a:pt x="5046" y="423"/>
                </a:lnTo>
                <a:lnTo>
                  <a:pt x="5048" y="424"/>
                </a:lnTo>
                <a:lnTo>
                  <a:pt x="5049" y="425"/>
                </a:lnTo>
                <a:lnTo>
                  <a:pt x="5050" y="426"/>
                </a:lnTo>
                <a:lnTo>
                  <a:pt x="5051" y="427"/>
                </a:lnTo>
                <a:lnTo>
                  <a:pt x="5051" y="428"/>
                </a:lnTo>
                <a:lnTo>
                  <a:pt x="5051" y="430"/>
                </a:lnTo>
                <a:lnTo>
                  <a:pt x="5051" y="432"/>
                </a:lnTo>
                <a:lnTo>
                  <a:pt x="5051" y="434"/>
                </a:lnTo>
                <a:lnTo>
                  <a:pt x="5051" y="435"/>
                </a:lnTo>
                <a:lnTo>
                  <a:pt x="5052" y="436"/>
                </a:lnTo>
                <a:lnTo>
                  <a:pt x="5052" y="437"/>
                </a:lnTo>
                <a:lnTo>
                  <a:pt x="5053" y="438"/>
                </a:lnTo>
                <a:lnTo>
                  <a:pt x="5054" y="438"/>
                </a:lnTo>
                <a:lnTo>
                  <a:pt x="5054" y="439"/>
                </a:lnTo>
                <a:lnTo>
                  <a:pt x="5055" y="439"/>
                </a:lnTo>
                <a:lnTo>
                  <a:pt x="5057" y="439"/>
                </a:lnTo>
                <a:lnTo>
                  <a:pt x="5058" y="439"/>
                </a:lnTo>
                <a:lnTo>
                  <a:pt x="5059" y="438"/>
                </a:lnTo>
                <a:lnTo>
                  <a:pt x="5060" y="437"/>
                </a:lnTo>
                <a:lnTo>
                  <a:pt x="5061" y="437"/>
                </a:lnTo>
                <a:lnTo>
                  <a:pt x="5062" y="437"/>
                </a:lnTo>
                <a:lnTo>
                  <a:pt x="5065" y="437"/>
                </a:lnTo>
                <a:lnTo>
                  <a:pt x="5066" y="437"/>
                </a:lnTo>
                <a:lnTo>
                  <a:pt x="5067" y="438"/>
                </a:lnTo>
                <a:lnTo>
                  <a:pt x="5068" y="439"/>
                </a:lnTo>
                <a:lnTo>
                  <a:pt x="5069" y="439"/>
                </a:lnTo>
                <a:lnTo>
                  <a:pt x="5069" y="440"/>
                </a:lnTo>
                <a:lnTo>
                  <a:pt x="5069" y="441"/>
                </a:lnTo>
                <a:lnTo>
                  <a:pt x="5069" y="442"/>
                </a:lnTo>
                <a:lnTo>
                  <a:pt x="5069" y="443"/>
                </a:lnTo>
                <a:lnTo>
                  <a:pt x="5069" y="444"/>
                </a:lnTo>
                <a:lnTo>
                  <a:pt x="5069" y="446"/>
                </a:lnTo>
                <a:lnTo>
                  <a:pt x="5070" y="447"/>
                </a:lnTo>
                <a:lnTo>
                  <a:pt x="5071" y="448"/>
                </a:lnTo>
                <a:lnTo>
                  <a:pt x="5072" y="449"/>
                </a:lnTo>
                <a:lnTo>
                  <a:pt x="5073" y="449"/>
                </a:lnTo>
                <a:lnTo>
                  <a:pt x="5075" y="449"/>
                </a:lnTo>
                <a:lnTo>
                  <a:pt x="5076" y="449"/>
                </a:lnTo>
                <a:lnTo>
                  <a:pt x="5077" y="449"/>
                </a:lnTo>
                <a:lnTo>
                  <a:pt x="5078" y="449"/>
                </a:lnTo>
                <a:lnTo>
                  <a:pt x="5079" y="449"/>
                </a:lnTo>
                <a:lnTo>
                  <a:pt x="5079" y="450"/>
                </a:lnTo>
                <a:lnTo>
                  <a:pt x="5079" y="451"/>
                </a:lnTo>
                <a:lnTo>
                  <a:pt x="5079" y="452"/>
                </a:lnTo>
                <a:lnTo>
                  <a:pt x="5078" y="453"/>
                </a:lnTo>
                <a:lnTo>
                  <a:pt x="5078" y="454"/>
                </a:lnTo>
                <a:lnTo>
                  <a:pt x="5078" y="455"/>
                </a:lnTo>
                <a:lnTo>
                  <a:pt x="5079" y="456"/>
                </a:lnTo>
                <a:lnTo>
                  <a:pt x="5080" y="456"/>
                </a:lnTo>
                <a:lnTo>
                  <a:pt x="5081" y="456"/>
                </a:lnTo>
                <a:lnTo>
                  <a:pt x="5083" y="456"/>
                </a:lnTo>
                <a:lnTo>
                  <a:pt x="5084" y="457"/>
                </a:lnTo>
                <a:lnTo>
                  <a:pt x="5085" y="457"/>
                </a:lnTo>
                <a:lnTo>
                  <a:pt x="5085" y="458"/>
                </a:lnTo>
                <a:lnTo>
                  <a:pt x="5085" y="459"/>
                </a:lnTo>
                <a:lnTo>
                  <a:pt x="5085" y="460"/>
                </a:lnTo>
                <a:lnTo>
                  <a:pt x="5084" y="461"/>
                </a:lnTo>
                <a:lnTo>
                  <a:pt x="5084" y="462"/>
                </a:lnTo>
                <a:lnTo>
                  <a:pt x="5084" y="463"/>
                </a:lnTo>
                <a:lnTo>
                  <a:pt x="5085" y="463"/>
                </a:lnTo>
                <a:lnTo>
                  <a:pt x="5086" y="464"/>
                </a:lnTo>
                <a:lnTo>
                  <a:pt x="5088" y="464"/>
                </a:lnTo>
                <a:lnTo>
                  <a:pt x="5089" y="464"/>
                </a:lnTo>
                <a:lnTo>
                  <a:pt x="5090" y="464"/>
                </a:lnTo>
                <a:lnTo>
                  <a:pt x="5091" y="465"/>
                </a:lnTo>
                <a:lnTo>
                  <a:pt x="5093" y="465"/>
                </a:lnTo>
                <a:lnTo>
                  <a:pt x="5093" y="466"/>
                </a:lnTo>
                <a:lnTo>
                  <a:pt x="5094" y="466"/>
                </a:lnTo>
                <a:lnTo>
                  <a:pt x="5095" y="467"/>
                </a:lnTo>
                <a:lnTo>
                  <a:pt x="5095" y="468"/>
                </a:lnTo>
                <a:lnTo>
                  <a:pt x="5096" y="469"/>
                </a:lnTo>
                <a:lnTo>
                  <a:pt x="5097" y="470"/>
                </a:lnTo>
                <a:lnTo>
                  <a:pt x="5098" y="470"/>
                </a:lnTo>
                <a:lnTo>
                  <a:pt x="5099" y="471"/>
                </a:lnTo>
                <a:lnTo>
                  <a:pt x="5100" y="471"/>
                </a:lnTo>
                <a:lnTo>
                  <a:pt x="5101" y="471"/>
                </a:lnTo>
                <a:lnTo>
                  <a:pt x="5101" y="472"/>
                </a:lnTo>
                <a:lnTo>
                  <a:pt x="5102" y="472"/>
                </a:lnTo>
                <a:lnTo>
                  <a:pt x="5103" y="473"/>
                </a:lnTo>
                <a:lnTo>
                  <a:pt x="5104" y="473"/>
                </a:lnTo>
                <a:lnTo>
                  <a:pt x="5104" y="474"/>
                </a:lnTo>
                <a:lnTo>
                  <a:pt x="5105" y="474"/>
                </a:lnTo>
                <a:lnTo>
                  <a:pt x="5106" y="475"/>
                </a:lnTo>
                <a:lnTo>
                  <a:pt x="5108" y="476"/>
                </a:lnTo>
                <a:lnTo>
                  <a:pt x="5109" y="477"/>
                </a:lnTo>
                <a:lnTo>
                  <a:pt x="5110" y="477"/>
                </a:lnTo>
                <a:lnTo>
                  <a:pt x="5111" y="479"/>
                </a:lnTo>
                <a:lnTo>
                  <a:pt x="5112" y="480"/>
                </a:lnTo>
                <a:lnTo>
                  <a:pt x="5113" y="481"/>
                </a:lnTo>
                <a:lnTo>
                  <a:pt x="5114" y="481"/>
                </a:lnTo>
                <a:lnTo>
                  <a:pt x="5116" y="481"/>
                </a:lnTo>
                <a:lnTo>
                  <a:pt x="5117" y="481"/>
                </a:lnTo>
                <a:lnTo>
                  <a:pt x="5118" y="481"/>
                </a:lnTo>
                <a:lnTo>
                  <a:pt x="5119" y="480"/>
                </a:lnTo>
                <a:lnTo>
                  <a:pt x="5121" y="480"/>
                </a:lnTo>
                <a:lnTo>
                  <a:pt x="5123" y="479"/>
                </a:lnTo>
                <a:lnTo>
                  <a:pt x="5125" y="478"/>
                </a:lnTo>
                <a:lnTo>
                  <a:pt x="5127" y="477"/>
                </a:lnTo>
                <a:lnTo>
                  <a:pt x="5128" y="477"/>
                </a:lnTo>
                <a:lnTo>
                  <a:pt x="5129" y="477"/>
                </a:lnTo>
                <a:lnTo>
                  <a:pt x="5130" y="477"/>
                </a:lnTo>
                <a:lnTo>
                  <a:pt x="5131" y="477"/>
                </a:lnTo>
                <a:lnTo>
                  <a:pt x="5132" y="477"/>
                </a:lnTo>
                <a:lnTo>
                  <a:pt x="5133" y="477"/>
                </a:lnTo>
                <a:lnTo>
                  <a:pt x="5134" y="477"/>
                </a:lnTo>
                <a:lnTo>
                  <a:pt x="5135" y="477"/>
                </a:lnTo>
                <a:lnTo>
                  <a:pt x="5135" y="478"/>
                </a:lnTo>
                <a:lnTo>
                  <a:pt x="5135" y="479"/>
                </a:lnTo>
                <a:lnTo>
                  <a:pt x="5136" y="479"/>
                </a:lnTo>
                <a:lnTo>
                  <a:pt x="5136" y="480"/>
                </a:lnTo>
                <a:lnTo>
                  <a:pt x="5136" y="481"/>
                </a:lnTo>
                <a:lnTo>
                  <a:pt x="5137" y="481"/>
                </a:lnTo>
                <a:lnTo>
                  <a:pt x="5137" y="482"/>
                </a:lnTo>
                <a:lnTo>
                  <a:pt x="5138" y="482"/>
                </a:lnTo>
                <a:lnTo>
                  <a:pt x="5139" y="482"/>
                </a:lnTo>
                <a:lnTo>
                  <a:pt x="5141" y="482"/>
                </a:lnTo>
                <a:lnTo>
                  <a:pt x="5142" y="482"/>
                </a:lnTo>
                <a:lnTo>
                  <a:pt x="5143" y="482"/>
                </a:lnTo>
                <a:lnTo>
                  <a:pt x="5143" y="481"/>
                </a:lnTo>
                <a:lnTo>
                  <a:pt x="5144" y="481"/>
                </a:lnTo>
                <a:lnTo>
                  <a:pt x="5145" y="480"/>
                </a:lnTo>
                <a:lnTo>
                  <a:pt x="5146" y="479"/>
                </a:lnTo>
                <a:lnTo>
                  <a:pt x="5147" y="479"/>
                </a:lnTo>
                <a:lnTo>
                  <a:pt x="5149" y="479"/>
                </a:lnTo>
                <a:lnTo>
                  <a:pt x="5152" y="479"/>
                </a:lnTo>
                <a:lnTo>
                  <a:pt x="5153" y="479"/>
                </a:lnTo>
                <a:lnTo>
                  <a:pt x="5153" y="480"/>
                </a:lnTo>
                <a:lnTo>
                  <a:pt x="5154" y="480"/>
                </a:lnTo>
                <a:lnTo>
                  <a:pt x="5154" y="481"/>
                </a:lnTo>
                <a:lnTo>
                  <a:pt x="5154" y="482"/>
                </a:lnTo>
                <a:lnTo>
                  <a:pt x="5154" y="483"/>
                </a:lnTo>
                <a:lnTo>
                  <a:pt x="5153" y="483"/>
                </a:lnTo>
                <a:lnTo>
                  <a:pt x="5153" y="484"/>
                </a:lnTo>
                <a:lnTo>
                  <a:pt x="5152" y="484"/>
                </a:lnTo>
                <a:lnTo>
                  <a:pt x="5151" y="485"/>
                </a:lnTo>
                <a:lnTo>
                  <a:pt x="5150" y="486"/>
                </a:lnTo>
                <a:lnTo>
                  <a:pt x="5149" y="487"/>
                </a:lnTo>
                <a:lnTo>
                  <a:pt x="5148" y="488"/>
                </a:lnTo>
                <a:lnTo>
                  <a:pt x="5147" y="489"/>
                </a:lnTo>
                <a:lnTo>
                  <a:pt x="5147" y="490"/>
                </a:lnTo>
                <a:lnTo>
                  <a:pt x="5147" y="491"/>
                </a:lnTo>
                <a:lnTo>
                  <a:pt x="5146" y="491"/>
                </a:lnTo>
                <a:lnTo>
                  <a:pt x="5146" y="492"/>
                </a:lnTo>
                <a:lnTo>
                  <a:pt x="5146" y="493"/>
                </a:lnTo>
                <a:lnTo>
                  <a:pt x="5145" y="494"/>
                </a:lnTo>
                <a:lnTo>
                  <a:pt x="5145" y="495"/>
                </a:lnTo>
                <a:lnTo>
                  <a:pt x="5144" y="496"/>
                </a:lnTo>
                <a:lnTo>
                  <a:pt x="5144" y="497"/>
                </a:lnTo>
                <a:lnTo>
                  <a:pt x="5144" y="498"/>
                </a:lnTo>
                <a:lnTo>
                  <a:pt x="5143" y="499"/>
                </a:lnTo>
                <a:lnTo>
                  <a:pt x="5143" y="500"/>
                </a:lnTo>
                <a:lnTo>
                  <a:pt x="5142" y="501"/>
                </a:lnTo>
                <a:lnTo>
                  <a:pt x="5141" y="502"/>
                </a:lnTo>
                <a:lnTo>
                  <a:pt x="5141" y="503"/>
                </a:lnTo>
                <a:lnTo>
                  <a:pt x="5140" y="503"/>
                </a:lnTo>
                <a:lnTo>
                  <a:pt x="5140" y="504"/>
                </a:lnTo>
                <a:lnTo>
                  <a:pt x="5139" y="505"/>
                </a:lnTo>
                <a:lnTo>
                  <a:pt x="5139" y="506"/>
                </a:lnTo>
                <a:lnTo>
                  <a:pt x="5139" y="507"/>
                </a:lnTo>
                <a:lnTo>
                  <a:pt x="5140" y="507"/>
                </a:lnTo>
                <a:lnTo>
                  <a:pt x="5140" y="508"/>
                </a:lnTo>
                <a:lnTo>
                  <a:pt x="5141" y="508"/>
                </a:lnTo>
                <a:lnTo>
                  <a:pt x="5142" y="508"/>
                </a:lnTo>
                <a:lnTo>
                  <a:pt x="5143" y="508"/>
                </a:lnTo>
                <a:lnTo>
                  <a:pt x="5144" y="508"/>
                </a:lnTo>
                <a:lnTo>
                  <a:pt x="5145" y="508"/>
                </a:lnTo>
                <a:lnTo>
                  <a:pt x="5145" y="509"/>
                </a:lnTo>
                <a:lnTo>
                  <a:pt x="5146" y="509"/>
                </a:lnTo>
                <a:lnTo>
                  <a:pt x="5147" y="509"/>
                </a:lnTo>
                <a:lnTo>
                  <a:pt x="5147" y="510"/>
                </a:lnTo>
                <a:lnTo>
                  <a:pt x="5147" y="511"/>
                </a:lnTo>
                <a:lnTo>
                  <a:pt x="5147" y="512"/>
                </a:lnTo>
                <a:lnTo>
                  <a:pt x="5147" y="514"/>
                </a:lnTo>
                <a:lnTo>
                  <a:pt x="5147" y="515"/>
                </a:lnTo>
                <a:lnTo>
                  <a:pt x="5147" y="517"/>
                </a:lnTo>
                <a:lnTo>
                  <a:pt x="5147" y="518"/>
                </a:lnTo>
                <a:lnTo>
                  <a:pt x="5148" y="518"/>
                </a:lnTo>
                <a:lnTo>
                  <a:pt x="5148" y="519"/>
                </a:lnTo>
                <a:lnTo>
                  <a:pt x="5149" y="519"/>
                </a:lnTo>
                <a:lnTo>
                  <a:pt x="5149" y="520"/>
                </a:lnTo>
                <a:lnTo>
                  <a:pt x="5150" y="520"/>
                </a:lnTo>
                <a:lnTo>
                  <a:pt x="5150" y="519"/>
                </a:lnTo>
                <a:lnTo>
                  <a:pt x="5151" y="519"/>
                </a:lnTo>
                <a:lnTo>
                  <a:pt x="5152" y="519"/>
                </a:lnTo>
                <a:lnTo>
                  <a:pt x="5153" y="519"/>
                </a:lnTo>
                <a:lnTo>
                  <a:pt x="5153" y="518"/>
                </a:lnTo>
                <a:lnTo>
                  <a:pt x="5154" y="518"/>
                </a:lnTo>
                <a:lnTo>
                  <a:pt x="5155" y="518"/>
                </a:lnTo>
                <a:lnTo>
                  <a:pt x="5155" y="517"/>
                </a:lnTo>
                <a:lnTo>
                  <a:pt x="5156" y="517"/>
                </a:lnTo>
                <a:lnTo>
                  <a:pt x="5157" y="517"/>
                </a:lnTo>
                <a:lnTo>
                  <a:pt x="5157" y="516"/>
                </a:lnTo>
                <a:lnTo>
                  <a:pt x="5158" y="516"/>
                </a:lnTo>
                <a:lnTo>
                  <a:pt x="5158" y="517"/>
                </a:lnTo>
                <a:lnTo>
                  <a:pt x="5159" y="517"/>
                </a:lnTo>
                <a:lnTo>
                  <a:pt x="5160" y="517"/>
                </a:lnTo>
                <a:lnTo>
                  <a:pt x="5160" y="518"/>
                </a:lnTo>
                <a:lnTo>
                  <a:pt x="5161" y="519"/>
                </a:lnTo>
                <a:lnTo>
                  <a:pt x="5161" y="520"/>
                </a:lnTo>
                <a:lnTo>
                  <a:pt x="5161" y="521"/>
                </a:lnTo>
                <a:lnTo>
                  <a:pt x="5160" y="522"/>
                </a:lnTo>
                <a:lnTo>
                  <a:pt x="5159" y="523"/>
                </a:lnTo>
                <a:lnTo>
                  <a:pt x="5158" y="523"/>
                </a:lnTo>
                <a:lnTo>
                  <a:pt x="5158" y="524"/>
                </a:lnTo>
                <a:lnTo>
                  <a:pt x="5158" y="525"/>
                </a:lnTo>
                <a:lnTo>
                  <a:pt x="5159" y="526"/>
                </a:lnTo>
                <a:lnTo>
                  <a:pt x="5159" y="527"/>
                </a:lnTo>
                <a:lnTo>
                  <a:pt x="5160" y="528"/>
                </a:lnTo>
                <a:lnTo>
                  <a:pt x="5160" y="529"/>
                </a:lnTo>
                <a:lnTo>
                  <a:pt x="5161" y="530"/>
                </a:lnTo>
                <a:lnTo>
                  <a:pt x="5161" y="531"/>
                </a:lnTo>
                <a:lnTo>
                  <a:pt x="5161" y="532"/>
                </a:lnTo>
                <a:lnTo>
                  <a:pt x="5161" y="533"/>
                </a:lnTo>
                <a:lnTo>
                  <a:pt x="5162" y="533"/>
                </a:lnTo>
                <a:lnTo>
                  <a:pt x="5163" y="533"/>
                </a:lnTo>
                <a:lnTo>
                  <a:pt x="5163" y="534"/>
                </a:lnTo>
                <a:lnTo>
                  <a:pt x="5164" y="534"/>
                </a:lnTo>
                <a:lnTo>
                  <a:pt x="5165" y="534"/>
                </a:lnTo>
                <a:lnTo>
                  <a:pt x="5166" y="535"/>
                </a:lnTo>
                <a:lnTo>
                  <a:pt x="5166" y="536"/>
                </a:lnTo>
                <a:lnTo>
                  <a:pt x="5166" y="537"/>
                </a:lnTo>
                <a:lnTo>
                  <a:pt x="5167" y="537"/>
                </a:lnTo>
                <a:lnTo>
                  <a:pt x="5167" y="538"/>
                </a:lnTo>
                <a:lnTo>
                  <a:pt x="5167" y="539"/>
                </a:lnTo>
                <a:lnTo>
                  <a:pt x="5167" y="540"/>
                </a:lnTo>
                <a:lnTo>
                  <a:pt x="5166" y="540"/>
                </a:lnTo>
                <a:lnTo>
                  <a:pt x="5166" y="541"/>
                </a:lnTo>
                <a:lnTo>
                  <a:pt x="5165" y="541"/>
                </a:lnTo>
                <a:lnTo>
                  <a:pt x="5165" y="542"/>
                </a:lnTo>
                <a:lnTo>
                  <a:pt x="5164" y="542"/>
                </a:lnTo>
                <a:lnTo>
                  <a:pt x="5164" y="543"/>
                </a:lnTo>
                <a:lnTo>
                  <a:pt x="5163" y="543"/>
                </a:lnTo>
                <a:lnTo>
                  <a:pt x="5162" y="543"/>
                </a:lnTo>
                <a:lnTo>
                  <a:pt x="5162" y="544"/>
                </a:lnTo>
                <a:lnTo>
                  <a:pt x="5161" y="544"/>
                </a:lnTo>
                <a:lnTo>
                  <a:pt x="5161" y="545"/>
                </a:lnTo>
                <a:lnTo>
                  <a:pt x="5161" y="546"/>
                </a:lnTo>
                <a:lnTo>
                  <a:pt x="5160" y="546"/>
                </a:lnTo>
                <a:lnTo>
                  <a:pt x="5160" y="547"/>
                </a:lnTo>
                <a:lnTo>
                  <a:pt x="5160" y="548"/>
                </a:lnTo>
                <a:lnTo>
                  <a:pt x="5160" y="550"/>
                </a:lnTo>
                <a:lnTo>
                  <a:pt x="5160" y="551"/>
                </a:lnTo>
                <a:lnTo>
                  <a:pt x="5159" y="551"/>
                </a:lnTo>
                <a:lnTo>
                  <a:pt x="5158" y="551"/>
                </a:lnTo>
                <a:lnTo>
                  <a:pt x="5157" y="552"/>
                </a:lnTo>
                <a:lnTo>
                  <a:pt x="5156" y="552"/>
                </a:lnTo>
                <a:lnTo>
                  <a:pt x="5156" y="553"/>
                </a:lnTo>
                <a:lnTo>
                  <a:pt x="5155" y="554"/>
                </a:lnTo>
                <a:lnTo>
                  <a:pt x="5154" y="555"/>
                </a:lnTo>
                <a:lnTo>
                  <a:pt x="5153" y="555"/>
                </a:lnTo>
                <a:lnTo>
                  <a:pt x="5153" y="556"/>
                </a:lnTo>
                <a:lnTo>
                  <a:pt x="5152" y="556"/>
                </a:lnTo>
                <a:lnTo>
                  <a:pt x="5152" y="557"/>
                </a:lnTo>
                <a:lnTo>
                  <a:pt x="5151" y="557"/>
                </a:lnTo>
                <a:lnTo>
                  <a:pt x="5151" y="558"/>
                </a:lnTo>
                <a:lnTo>
                  <a:pt x="5151" y="559"/>
                </a:lnTo>
                <a:lnTo>
                  <a:pt x="5151" y="560"/>
                </a:lnTo>
                <a:lnTo>
                  <a:pt x="5152" y="560"/>
                </a:lnTo>
                <a:lnTo>
                  <a:pt x="5153" y="560"/>
                </a:lnTo>
                <a:lnTo>
                  <a:pt x="5153" y="561"/>
                </a:lnTo>
                <a:lnTo>
                  <a:pt x="5153" y="562"/>
                </a:lnTo>
                <a:lnTo>
                  <a:pt x="5153" y="563"/>
                </a:lnTo>
                <a:lnTo>
                  <a:pt x="5153" y="564"/>
                </a:lnTo>
                <a:lnTo>
                  <a:pt x="5154" y="564"/>
                </a:lnTo>
                <a:lnTo>
                  <a:pt x="5154" y="565"/>
                </a:lnTo>
                <a:lnTo>
                  <a:pt x="5155" y="565"/>
                </a:lnTo>
                <a:lnTo>
                  <a:pt x="5156" y="565"/>
                </a:lnTo>
                <a:lnTo>
                  <a:pt x="5156" y="566"/>
                </a:lnTo>
                <a:lnTo>
                  <a:pt x="5157" y="566"/>
                </a:lnTo>
                <a:lnTo>
                  <a:pt x="5158" y="566"/>
                </a:lnTo>
                <a:lnTo>
                  <a:pt x="5158" y="567"/>
                </a:lnTo>
                <a:lnTo>
                  <a:pt x="5159" y="568"/>
                </a:lnTo>
                <a:lnTo>
                  <a:pt x="5160" y="569"/>
                </a:lnTo>
                <a:lnTo>
                  <a:pt x="5161" y="570"/>
                </a:lnTo>
                <a:lnTo>
                  <a:pt x="5164" y="572"/>
                </a:lnTo>
                <a:lnTo>
                  <a:pt x="5167" y="574"/>
                </a:lnTo>
                <a:lnTo>
                  <a:pt x="5169" y="575"/>
                </a:lnTo>
                <a:lnTo>
                  <a:pt x="5170" y="576"/>
                </a:lnTo>
                <a:lnTo>
                  <a:pt x="5171" y="577"/>
                </a:lnTo>
                <a:lnTo>
                  <a:pt x="5171" y="578"/>
                </a:lnTo>
                <a:lnTo>
                  <a:pt x="5172" y="578"/>
                </a:lnTo>
                <a:lnTo>
                  <a:pt x="5173" y="579"/>
                </a:lnTo>
                <a:lnTo>
                  <a:pt x="5174" y="580"/>
                </a:lnTo>
                <a:lnTo>
                  <a:pt x="5174" y="582"/>
                </a:lnTo>
                <a:lnTo>
                  <a:pt x="5175" y="583"/>
                </a:lnTo>
                <a:lnTo>
                  <a:pt x="5177" y="585"/>
                </a:lnTo>
                <a:lnTo>
                  <a:pt x="5177" y="586"/>
                </a:lnTo>
                <a:lnTo>
                  <a:pt x="5178" y="586"/>
                </a:lnTo>
                <a:lnTo>
                  <a:pt x="5178" y="587"/>
                </a:lnTo>
                <a:lnTo>
                  <a:pt x="5178" y="588"/>
                </a:lnTo>
                <a:lnTo>
                  <a:pt x="5178" y="591"/>
                </a:lnTo>
                <a:lnTo>
                  <a:pt x="5178" y="592"/>
                </a:lnTo>
                <a:lnTo>
                  <a:pt x="5178" y="595"/>
                </a:lnTo>
                <a:lnTo>
                  <a:pt x="5178" y="596"/>
                </a:lnTo>
                <a:lnTo>
                  <a:pt x="5179" y="597"/>
                </a:lnTo>
                <a:lnTo>
                  <a:pt x="5179" y="598"/>
                </a:lnTo>
                <a:lnTo>
                  <a:pt x="5179" y="599"/>
                </a:lnTo>
                <a:lnTo>
                  <a:pt x="5180" y="599"/>
                </a:lnTo>
                <a:lnTo>
                  <a:pt x="5181" y="599"/>
                </a:lnTo>
                <a:lnTo>
                  <a:pt x="5182" y="601"/>
                </a:lnTo>
                <a:lnTo>
                  <a:pt x="5184" y="601"/>
                </a:lnTo>
                <a:lnTo>
                  <a:pt x="5186" y="601"/>
                </a:lnTo>
                <a:lnTo>
                  <a:pt x="5193" y="601"/>
                </a:lnTo>
                <a:lnTo>
                  <a:pt x="5198" y="600"/>
                </a:lnTo>
                <a:lnTo>
                  <a:pt x="5199" y="599"/>
                </a:lnTo>
                <a:lnTo>
                  <a:pt x="5200" y="599"/>
                </a:lnTo>
                <a:lnTo>
                  <a:pt x="5201" y="598"/>
                </a:lnTo>
                <a:lnTo>
                  <a:pt x="5202" y="598"/>
                </a:lnTo>
                <a:lnTo>
                  <a:pt x="5202" y="597"/>
                </a:lnTo>
                <a:lnTo>
                  <a:pt x="5203" y="597"/>
                </a:lnTo>
                <a:lnTo>
                  <a:pt x="5205" y="597"/>
                </a:lnTo>
                <a:lnTo>
                  <a:pt x="5206" y="596"/>
                </a:lnTo>
                <a:lnTo>
                  <a:pt x="5208" y="596"/>
                </a:lnTo>
                <a:lnTo>
                  <a:pt x="5209" y="597"/>
                </a:lnTo>
                <a:lnTo>
                  <a:pt x="5210" y="597"/>
                </a:lnTo>
                <a:lnTo>
                  <a:pt x="5212" y="597"/>
                </a:lnTo>
                <a:lnTo>
                  <a:pt x="5213" y="597"/>
                </a:lnTo>
                <a:lnTo>
                  <a:pt x="5215" y="597"/>
                </a:lnTo>
                <a:lnTo>
                  <a:pt x="5216" y="597"/>
                </a:lnTo>
                <a:lnTo>
                  <a:pt x="5217" y="597"/>
                </a:lnTo>
                <a:lnTo>
                  <a:pt x="5218" y="596"/>
                </a:lnTo>
                <a:lnTo>
                  <a:pt x="5219" y="596"/>
                </a:lnTo>
                <a:lnTo>
                  <a:pt x="5221" y="596"/>
                </a:lnTo>
                <a:lnTo>
                  <a:pt x="5221" y="595"/>
                </a:lnTo>
                <a:lnTo>
                  <a:pt x="5222" y="595"/>
                </a:lnTo>
                <a:lnTo>
                  <a:pt x="5223" y="595"/>
                </a:lnTo>
                <a:lnTo>
                  <a:pt x="5224" y="596"/>
                </a:lnTo>
                <a:lnTo>
                  <a:pt x="5226" y="596"/>
                </a:lnTo>
                <a:lnTo>
                  <a:pt x="5228" y="596"/>
                </a:lnTo>
                <a:lnTo>
                  <a:pt x="5230" y="596"/>
                </a:lnTo>
                <a:lnTo>
                  <a:pt x="5231" y="597"/>
                </a:lnTo>
                <a:lnTo>
                  <a:pt x="5232" y="597"/>
                </a:lnTo>
                <a:lnTo>
                  <a:pt x="5232" y="598"/>
                </a:lnTo>
                <a:lnTo>
                  <a:pt x="5232" y="599"/>
                </a:lnTo>
                <a:lnTo>
                  <a:pt x="5232" y="601"/>
                </a:lnTo>
                <a:lnTo>
                  <a:pt x="5232" y="602"/>
                </a:lnTo>
                <a:lnTo>
                  <a:pt x="5233" y="602"/>
                </a:lnTo>
                <a:lnTo>
                  <a:pt x="5233" y="603"/>
                </a:lnTo>
                <a:lnTo>
                  <a:pt x="5235" y="604"/>
                </a:lnTo>
                <a:lnTo>
                  <a:pt x="5236" y="604"/>
                </a:lnTo>
                <a:lnTo>
                  <a:pt x="5237" y="604"/>
                </a:lnTo>
                <a:lnTo>
                  <a:pt x="5238" y="604"/>
                </a:lnTo>
                <a:lnTo>
                  <a:pt x="5239" y="604"/>
                </a:lnTo>
                <a:lnTo>
                  <a:pt x="5240" y="603"/>
                </a:lnTo>
                <a:lnTo>
                  <a:pt x="5241" y="603"/>
                </a:lnTo>
                <a:lnTo>
                  <a:pt x="5241" y="602"/>
                </a:lnTo>
                <a:lnTo>
                  <a:pt x="5242" y="602"/>
                </a:lnTo>
                <a:lnTo>
                  <a:pt x="5242" y="601"/>
                </a:lnTo>
                <a:lnTo>
                  <a:pt x="5243" y="600"/>
                </a:lnTo>
                <a:lnTo>
                  <a:pt x="5244" y="600"/>
                </a:lnTo>
                <a:lnTo>
                  <a:pt x="5245" y="599"/>
                </a:lnTo>
                <a:lnTo>
                  <a:pt x="5246" y="599"/>
                </a:lnTo>
                <a:lnTo>
                  <a:pt x="5247" y="599"/>
                </a:lnTo>
                <a:lnTo>
                  <a:pt x="5248" y="599"/>
                </a:lnTo>
                <a:lnTo>
                  <a:pt x="5249" y="600"/>
                </a:lnTo>
                <a:lnTo>
                  <a:pt x="5251" y="601"/>
                </a:lnTo>
                <a:lnTo>
                  <a:pt x="5251" y="602"/>
                </a:lnTo>
                <a:lnTo>
                  <a:pt x="5252" y="602"/>
                </a:lnTo>
                <a:lnTo>
                  <a:pt x="5253" y="602"/>
                </a:lnTo>
                <a:lnTo>
                  <a:pt x="5255" y="603"/>
                </a:lnTo>
                <a:lnTo>
                  <a:pt x="5256" y="603"/>
                </a:lnTo>
                <a:lnTo>
                  <a:pt x="5257" y="603"/>
                </a:lnTo>
                <a:lnTo>
                  <a:pt x="5258" y="603"/>
                </a:lnTo>
                <a:lnTo>
                  <a:pt x="5259" y="603"/>
                </a:lnTo>
                <a:lnTo>
                  <a:pt x="5260" y="602"/>
                </a:lnTo>
                <a:lnTo>
                  <a:pt x="5261" y="602"/>
                </a:lnTo>
                <a:lnTo>
                  <a:pt x="5263" y="602"/>
                </a:lnTo>
                <a:lnTo>
                  <a:pt x="5264" y="602"/>
                </a:lnTo>
                <a:lnTo>
                  <a:pt x="5267" y="603"/>
                </a:lnTo>
                <a:lnTo>
                  <a:pt x="5269" y="603"/>
                </a:lnTo>
                <a:lnTo>
                  <a:pt x="5270" y="603"/>
                </a:lnTo>
                <a:lnTo>
                  <a:pt x="5271" y="603"/>
                </a:lnTo>
                <a:lnTo>
                  <a:pt x="5271" y="602"/>
                </a:lnTo>
                <a:lnTo>
                  <a:pt x="5271" y="600"/>
                </a:lnTo>
                <a:lnTo>
                  <a:pt x="5272" y="600"/>
                </a:lnTo>
                <a:lnTo>
                  <a:pt x="5272" y="599"/>
                </a:lnTo>
                <a:lnTo>
                  <a:pt x="5273" y="599"/>
                </a:lnTo>
                <a:lnTo>
                  <a:pt x="5274" y="599"/>
                </a:lnTo>
                <a:lnTo>
                  <a:pt x="5275" y="599"/>
                </a:lnTo>
                <a:lnTo>
                  <a:pt x="5276" y="599"/>
                </a:lnTo>
                <a:lnTo>
                  <a:pt x="5277" y="599"/>
                </a:lnTo>
                <a:lnTo>
                  <a:pt x="5277" y="600"/>
                </a:lnTo>
                <a:lnTo>
                  <a:pt x="5278" y="600"/>
                </a:lnTo>
                <a:lnTo>
                  <a:pt x="5279" y="600"/>
                </a:lnTo>
                <a:lnTo>
                  <a:pt x="5281" y="600"/>
                </a:lnTo>
                <a:lnTo>
                  <a:pt x="5282" y="600"/>
                </a:lnTo>
                <a:lnTo>
                  <a:pt x="5287" y="600"/>
                </a:lnTo>
                <a:lnTo>
                  <a:pt x="5288" y="599"/>
                </a:lnTo>
                <a:lnTo>
                  <a:pt x="5289" y="599"/>
                </a:lnTo>
                <a:lnTo>
                  <a:pt x="5290" y="599"/>
                </a:lnTo>
                <a:lnTo>
                  <a:pt x="5290" y="598"/>
                </a:lnTo>
                <a:lnTo>
                  <a:pt x="5292" y="598"/>
                </a:lnTo>
                <a:lnTo>
                  <a:pt x="5292" y="599"/>
                </a:lnTo>
                <a:lnTo>
                  <a:pt x="5293" y="599"/>
                </a:lnTo>
                <a:lnTo>
                  <a:pt x="5294" y="599"/>
                </a:lnTo>
                <a:lnTo>
                  <a:pt x="5295" y="599"/>
                </a:lnTo>
                <a:lnTo>
                  <a:pt x="5296" y="599"/>
                </a:lnTo>
                <a:lnTo>
                  <a:pt x="5297" y="599"/>
                </a:lnTo>
                <a:lnTo>
                  <a:pt x="5297" y="598"/>
                </a:lnTo>
                <a:lnTo>
                  <a:pt x="5298" y="598"/>
                </a:lnTo>
                <a:lnTo>
                  <a:pt x="5298" y="597"/>
                </a:lnTo>
                <a:lnTo>
                  <a:pt x="5298" y="596"/>
                </a:lnTo>
                <a:lnTo>
                  <a:pt x="5299" y="595"/>
                </a:lnTo>
                <a:lnTo>
                  <a:pt x="5300" y="594"/>
                </a:lnTo>
                <a:lnTo>
                  <a:pt x="5301" y="594"/>
                </a:lnTo>
                <a:lnTo>
                  <a:pt x="5303" y="594"/>
                </a:lnTo>
                <a:lnTo>
                  <a:pt x="5304" y="594"/>
                </a:lnTo>
                <a:lnTo>
                  <a:pt x="5305" y="594"/>
                </a:lnTo>
                <a:lnTo>
                  <a:pt x="5306" y="595"/>
                </a:lnTo>
                <a:lnTo>
                  <a:pt x="5307" y="595"/>
                </a:lnTo>
                <a:lnTo>
                  <a:pt x="5308" y="595"/>
                </a:lnTo>
                <a:lnTo>
                  <a:pt x="5309" y="596"/>
                </a:lnTo>
                <a:lnTo>
                  <a:pt x="5310" y="596"/>
                </a:lnTo>
                <a:lnTo>
                  <a:pt x="5312" y="597"/>
                </a:lnTo>
                <a:lnTo>
                  <a:pt x="5313" y="597"/>
                </a:lnTo>
                <a:lnTo>
                  <a:pt x="5315" y="598"/>
                </a:lnTo>
                <a:lnTo>
                  <a:pt x="5316" y="598"/>
                </a:lnTo>
                <a:lnTo>
                  <a:pt x="5317" y="598"/>
                </a:lnTo>
                <a:lnTo>
                  <a:pt x="5318" y="598"/>
                </a:lnTo>
                <a:lnTo>
                  <a:pt x="5319" y="598"/>
                </a:lnTo>
                <a:lnTo>
                  <a:pt x="5321" y="598"/>
                </a:lnTo>
                <a:lnTo>
                  <a:pt x="5322" y="598"/>
                </a:lnTo>
                <a:lnTo>
                  <a:pt x="5323" y="598"/>
                </a:lnTo>
                <a:lnTo>
                  <a:pt x="5324" y="598"/>
                </a:lnTo>
                <a:lnTo>
                  <a:pt x="5325" y="598"/>
                </a:lnTo>
                <a:lnTo>
                  <a:pt x="5325" y="597"/>
                </a:lnTo>
                <a:lnTo>
                  <a:pt x="5326" y="597"/>
                </a:lnTo>
                <a:lnTo>
                  <a:pt x="5326" y="596"/>
                </a:lnTo>
                <a:lnTo>
                  <a:pt x="5327" y="596"/>
                </a:lnTo>
                <a:lnTo>
                  <a:pt x="5327" y="595"/>
                </a:lnTo>
                <a:lnTo>
                  <a:pt x="5327" y="594"/>
                </a:lnTo>
                <a:lnTo>
                  <a:pt x="5326" y="594"/>
                </a:lnTo>
                <a:lnTo>
                  <a:pt x="5326" y="593"/>
                </a:lnTo>
                <a:lnTo>
                  <a:pt x="5325" y="593"/>
                </a:lnTo>
                <a:lnTo>
                  <a:pt x="5325" y="592"/>
                </a:lnTo>
                <a:lnTo>
                  <a:pt x="5325" y="591"/>
                </a:lnTo>
                <a:lnTo>
                  <a:pt x="5326" y="591"/>
                </a:lnTo>
                <a:lnTo>
                  <a:pt x="5326" y="590"/>
                </a:lnTo>
                <a:lnTo>
                  <a:pt x="5326" y="589"/>
                </a:lnTo>
                <a:lnTo>
                  <a:pt x="5327" y="588"/>
                </a:lnTo>
                <a:lnTo>
                  <a:pt x="5327" y="587"/>
                </a:lnTo>
                <a:lnTo>
                  <a:pt x="5328" y="587"/>
                </a:lnTo>
                <a:lnTo>
                  <a:pt x="5328" y="586"/>
                </a:lnTo>
                <a:lnTo>
                  <a:pt x="5329" y="586"/>
                </a:lnTo>
                <a:lnTo>
                  <a:pt x="5329" y="585"/>
                </a:lnTo>
                <a:lnTo>
                  <a:pt x="5330" y="585"/>
                </a:lnTo>
                <a:lnTo>
                  <a:pt x="5331" y="585"/>
                </a:lnTo>
                <a:lnTo>
                  <a:pt x="5331" y="584"/>
                </a:lnTo>
                <a:lnTo>
                  <a:pt x="5332" y="584"/>
                </a:lnTo>
                <a:lnTo>
                  <a:pt x="5332" y="583"/>
                </a:lnTo>
                <a:lnTo>
                  <a:pt x="5333" y="583"/>
                </a:lnTo>
                <a:lnTo>
                  <a:pt x="5334" y="583"/>
                </a:lnTo>
                <a:lnTo>
                  <a:pt x="5334" y="582"/>
                </a:lnTo>
                <a:lnTo>
                  <a:pt x="5334" y="581"/>
                </a:lnTo>
                <a:lnTo>
                  <a:pt x="5334" y="580"/>
                </a:lnTo>
                <a:lnTo>
                  <a:pt x="5333" y="579"/>
                </a:lnTo>
                <a:lnTo>
                  <a:pt x="5333" y="578"/>
                </a:lnTo>
                <a:lnTo>
                  <a:pt x="5332" y="578"/>
                </a:lnTo>
                <a:lnTo>
                  <a:pt x="5332" y="577"/>
                </a:lnTo>
                <a:lnTo>
                  <a:pt x="5331" y="577"/>
                </a:lnTo>
                <a:lnTo>
                  <a:pt x="5331" y="576"/>
                </a:lnTo>
                <a:lnTo>
                  <a:pt x="5331" y="575"/>
                </a:lnTo>
                <a:lnTo>
                  <a:pt x="5332" y="574"/>
                </a:lnTo>
                <a:lnTo>
                  <a:pt x="5333" y="574"/>
                </a:lnTo>
                <a:lnTo>
                  <a:pt x="5333" y="573"/>
                </a:lnTo>
                <a:lnTo>
                  <a:pt x="5334" y="573"/>
                </a:lnTo>
                <a:lnTo>
                  <a:pt x="5335" y="573"/>
                </a:lnTo>
                <a:lnTo>
                  <a:pt x="5336" y="573"/>
                </a:lnTo>
                <a:lnTo>
                  <a:pt x="5337" y="573"/>
                </a:lnTo>
                <a:lnTo>
                  <a:pt x="5338" y="573"/>
                </a:lnTo>
                <a:lnTo>
                  <a:pt x="5338" y="574"/>
                </a:lnTo>
                <a:lnTo>
                  <a:pt x="5339" y="574"/>
                </a:lnTo>
                <a:lnTo>
                  <a:pt x="5339" y="575"/>
                </a:lnTo>
                <a:lnTo>
                  <a:pt x="5340" y="575"/>
                </a:lnTo>
                <a:lnTo>
                  <a:pt x="5341" y="576"/>
                </a:lnTo>
                <a:lnTo>
                  <a:pt x="5342" y="576"/>
                </a:lnTo>
                <a:lnTo>
                  <a:pt x="5342" y="577"/>
                </a:lnTo>
                <a:lnTo>
                  <a:pt x="5344" y="577"/>
                </a:lnTo>
                <a:lnTo>
                  <a:pt x="5345" y="576"/>
                </a:lnTo>
                <a:lnTo>
                  <a:pt x="5346" y="576"/>
                </a:lnTo>
                <a:lnTo>
                  <a:pt x="5347" y="575"/>
                </a:lnTo>
                <a:lnTo>
                  <a:pt x="5347" y="574"/>
                </a:lnTo>
                <a:lnTo>
                  <a:pt x="5348" y="574"/>
                </a:lnTo>
                <a:lnTo>
                  <a:pt x="5348" y="573"/>
                </a:lnTo>
                <a:lnTo>
                  <a:pt x="5349" y="572"/>
                </a:lnTo>
                <a:lnTo>
                  <a:pt x="5350" y="571"/>
                </a:lnTo>
                <a:lnTo>
                  <a:pt x="5350" y="570"/>
                </a:lnTo>
                <a:lnTo>
                  <a:pt x="5351" y="569"/>
                </a:lnTo>
                <a:lnTo>
                  <a:pt x="5355" y="568"/>
                </a:lnTo>
                <a:lnTo>
                  <a:pt x="5356" y="567"/>
                </a:lnTo>
                <a:lnTo>
                  <a:pt x="5361" y="566"/>
                </a:lnTo>
                <a:lnTo>
                  <a:pt x="5362" y="566"/>
                </a:lnTo>
                <a:lnTo>
                  <a:pt x="5364" y="564"/>
                </a:lnTo>
                <a:lnTo>
                  <a:pt x="5365" y="562"/>
                </a:lnTo>
                <a:lnTo>
                  <a:pt x="5365" y="560"/>
                </a:lnTo>
                <a:lnTo>
                  <a:pt x="5366" y="559"/>
                </a:lnTo>
                <a:lnTo>
                  <a:pt x="5367" y="558"/>
                </a:lnTo>
                <a:lnTo>
                  <a:pt x="5368" y="558"/>
                </a:lnTo>
                <a:lnTo>
                  <a:pt x="5368" y="557"/>
                </a:lnTo>
                <a:lnTo>
                  <a:pt x="5369" y="557"/>
                </a:lnTo>
                <a:lnTo>
                  <a:pt x="5370" y="557"/>
                </a:lnTo>
                <a:lnTo>
                  <a:pt x="5371" y="556"/>
                </a:lnTo>
                <a:lnTo>
                  <a:pt x="5372" y="556"/>
                </a:lnTo>
                <a:lnTo>
                  <a:pt x="5373" y="556"/>
                </a:lnTo>
                <a:lnTo>
                  <a:pt x="5374" y="556"/>
                </a:lnTo>
                <a:lnTo>
                  <a:pt x="5375" y="556"/>
                </a:lnTo>
                <a:lnTo>
                  <a:pt x="5376" y="556"/>
                </a:lnTo>
                <a:lnTo>
                  <a:pt x="5378" y="556"/>
                </a:lnTo>
                <a:lnTo>
                  <a:pt x="5380" y="556"/>
                </a:lnTo>
                <a:lnTo>
                  <a:pt x="5381" y="556"/>
                </a:lnTo>
                <a:lnTo>
                  <a:pt x="5382" y="556"/>
                </a:lnTo>
                <a:lnTo>
                  <a:pt x="5383" y="556"/>
                </a:lnTo>
                <a:lnTo>
                  <a:pt x="5384" y="557"/>
                </a:lnTo>
                <a:lnTo>
                  <a:pt x="5385" y="557"/>
                </a:lnTo>
                <a:lnTo>
                  <a:pt x="5386" y="558"/>
                </a:lnTo>
                <a:lnTo>
                  <a:pt x="5387" y="558"/>
                </a:lnTo>
                <a:lnTo>
                  <a:pt x="5389" y="559"/>
                </a:lnTo>
                <a:lnTo>
                  <a:pt x="5390" y="559"/>
                </a:lnTo>
                <a:lnTo>
                  <a:pt x="5391" y="559"/>
                </a:lnTo>
                <a:lnTo>
                  <a:pt x="5392" y="559"/>
                </a:lnTo>
                <a:lnTo>
                  <a:pt x="5392" y="558"/>
                </a:lnTo>
                <a:lnTo>
                  <a:pt x="5393" y="558"/>
                </a:lnTo>
                <a:lnTo>
                  <a:pt x="5394" y="558"/>
                </a:lnTo>
                <a:lnTo>
                  <a:pt x="5395" y="558"/>
                </a:lnTo>
                <a:lnTo>
                  <a:pt x="5395" y="557"/>
                </a:lnTo>
                <a:lnTo>
                  <a:pt x="5396" y="557"/>
                </a:lnTo>
                <a:lnTo>
                  <a:pt x="5397" y="557"/>
                </a:lnTo>
                <a:lnTo>
                  <a:pt x="5398" y="557"/>
                </a:lnTo>
                <a:lnTo>
                  <a:pt x="5398" y="556"/>
                </a:lnTo>
                <a:lnTo>
                  <a:pt x="5399" y="556"/>
                </a:lnTo>
                <a:lnTo>
                  <a:pt x="5399" y="557"/>
                </a:lnTo>
                <a:lnTo>
                  <a:pt x="5400" y="557"/>
                </a:lnTo>
                <a:lnTo>
                  <a:pt x="5401" y="557"/>
                </a:lnTo>
                <a:lnTo>
                  <a:pt x="5401" y="558"/>
                </a:lnTo>
                <a:lnTo>
                  <a:pt x="5402" y="558"/>
                </a:lnTo>
                <a:lnTo>
                  <a:pt x="5404" y="558"/>
                </a:lnTo>
                <a:lnTo>
                  <a:pt x="5406" y="558"/>
                </a:lnTo>
                <a:lnTo>
                  <a:pt x="5406" y="557"/>
                </a:lnTo>
                <a:lnTo>
                  <a:pt x="5407" y="557"/>
                </a:lnTo>
                <a:lnTo>
                  <a:pt x="5408" y="557"/>
                </a:lnTo>
                <a:lnTo>
                  <a:pt x="5409" y="558"/>
                </a:lnTo>
                <a:lnTo>
                  <a:pt x="5410" y="558"/>
                </a:lnTo>
                <a:lnTo>
                  <a:pt x="5411" y="557"/>
                </a:lnTo>
                <a:lnTo>
                  <a:pt x="5412" y="557"/>
                </a:lnTo>
                <a:lnTo>
                  <a:pt x="5412" y="556"/>
                </a:lnTo>
                <a:lnTo>
                  <a:pt x="5413" y="555"/>
                </a:lnTo>
                <a:lnTo>
                  <a:pt x="5414" y="553"/>
                </a:lnTo>
                <a:lnTo>
                  <a:pt x="5414" y="551"/>
                </a:lnTo>
                <a:lnTo>
                  <a:pt x="5415" y="550"/>
                </a:lnTo>
                <a:lnTo>
                  <a:pt x="5416" y="549"/>
                </a:lnTo>
                <a:lnTo>
                  <a:pt x="5417" y="549"/>
                </a:lnTo>
                <a:lnTo>
                  <a:pt x="5418" y="549"/>
                </a:lnTo>
                <a:lnTo>
                  <a:pt x="5419" y="549"/>
                </a:lnTo>
                <a:lnTo>
                  <a:pt x="5419" y="550"/>
                </a:lnTo>
                <a:lnTo>
                  <a:pt x="5421" y="550"/>
                </a:lnTo>
                <a:lnTo>
                  <a:pt x="5422" y="551"/>
                </a:lnTo>
                <a:lnTo>
                  <a:pt x="5423" y="551"/>
                </a:lnTo>
                <a:lnTo>
                  <a:pt x="5425" y="551"/>
                </a:lnTo>
                <a:lnTo>
                  <a:pt x="5425" y="550"/>
                </a:lnTo>
                <a:lnTo>
                  <a:pt x="5426" y="550"/>
                </a:lnTo>
                <a:lnTo>
                  <a:pt x="5427" y="549"/>
                </a:lnTo>
                <a:lnTo>
                  <a:pt x="5427" y="548"/>
                </a:lnTo>
                <a:lnTo>
                  <a:pt x="5427" y="546"/>
                </a:lnTo>
                <a:lnTo>
                  <a:pt x="5427" y="545"/>
                </a:lnTo>
                <a:lnTo>
                  <a:pt x="5427" y="544"/>
                </a:lnTo>
                <a:lnTo>
                  <a:pt x="5428" y="544"/>
                </a:lnTo>
                <a:lnTo>
                  <a:pt x="5429" y="544"/>
                </a:lnTo>
                <a:lnTo>
                  <a:pt x="5429" y="543"/>
                </a:lnTo>
                <a:lnTo>
                  <a:pt x="5430" y="543"/>
                </a:lnTo>
                <a:lnTo>
                  <a:pt x="5431" y="543"/>
                </a:lnTo>
                <a:lnTo>
                  <a:pt x="5432" y="543"/>
                </a:lnTo>
                <a:lnTo>
                  <a:pt x="5433" y="543"/>
                </a:lnTo>
                <a:lnTo>
                  <a:pt x="5434" y="543"/>
                </a:lnTo>
                <a:lnTo>
                  <a:pt x="5435" y="543"/>
                </a:lnTo>
                <a:lnTo>
                  <a:pt x="5435" y="542"/>
                </a:lnTo>
                <a:lnTo>
                  <a:pt x="5436" y="542"/>
                </a:lnTo>
                <a:lnTo>
                  <a:pt x="5437" y="541"/>
                </a:lnTo>
                <a:lnTo>
                  <a:pt x="5438" y="541"/>
                </a:lnTo>
                <a:lnTo>
                  <a:pt x="5440" y="541"/>
                </a:lnTo>
                <a:lnTo>
                  <a:pt x="5441" y="541"/>
                </a:lnTo>
                <a:lnTo>
                  <a:pt x="5441" y="540"/>
                </a:lnTo>
                <a:lnTo>
                  <a:pt x="5442" y="540"/>
                </a:lnTo>
                <a:lnTo>
                  <a:pt x="5444" y="540"/>
                </a:lnTo>
                <a:lnTo>
                  <a:pt x="5445" y="539"/>
                </a:lnTo>
                <a:lnTo>
                  <a:pt x="5446" y="539"/>
                </a:lnTo>
                <a:lnTo>
                  <a:pt x="5447" y="538"/>
                </a:lnTo>
                <a:lnTo>
                  <a:pt x="5448" y="538"/>
                </a:lnTo>
                <a:lnTo>
                  <a:pt x="5449" y="538"/>
                </a:lnTo>
                <a:lnTo>
                  <a:pt x="5450" y="538"/>
                </a:lnTo>
                <a:lnTo>
                  <a:pt x="5450" y="539"/>
                </a:lnTo>
                <a:lnTo>
                  <a:pt x="5451" y="539"/>
                </a:lnTo>
                <a:lnTo>
                  <a:pt x="5451" y="538"/>
                </a:lnTo>
                <a:lnTo>
                  <a:pt x="5452" y="538"/>
                </a:lnTo>
                <a:lnTo>
                  <a:pt x="5453" y="538"/>
                </a:lnTo>
                <a:lnTo>
                  <a:pt x="5454" y="538"/>
                </a:lnTo>
                <a:lnTo>
                  <a:pt x="5454" y="537"/>
                </a:lnTo>
                <a:lnTo>
                  <a:pt x="5455" y="536"/>
                </a:lnTo>
                <a:lnTo>
                  <a:pt x="5456" y="535"/>
                </a:lnTo>
                <a:lnTo>
                  <a:pt x="5457" y="535"/>
                </a:lnTo>
                <a:lnTo>
                  <a:pt x="5458" y="534"/>
                </a:lnTo>
                <a:lnTo>
                  <a:pt x="5459" y="535"/>
                </a:lnTo>
                <a:lnTo>
                  <a:pt x="5460" y="535"/>
                </a:lnTo>
                <a:lnTo>
                  <a:pt x="5462" y="535"/>
                </a:lnTo>
                <a:lnTo>
                  <a:pt x="5463" y="535"/>
                </a:lnTo>
                <a:lnTo>
                  <a:pt x="5464" y="535"/>
                </a:lnTo>
                <a:lnTo>
                  <a:pt x="5465" y="535"/>
                </a:lnTo>
                <a:lnTo>
                  <a:pt x="5465" y="534"/>
                </a:lnTo>
                <a:lnTo>
                  <a:pt x="5466" y="534"/>
                </a:lnTo>
                <a:lnTo>
                  <a:pt x="5466" y="533"/>
                </a:lnTo>
                <a:lnTo>
                  <a:pt x="5468" y="532"/>
                </a:lnTo>
                <a:lnTo>
                  <a:pt x="5469" y="531"/>
                </a:lnTo>
                <a:lnTo>
                  <a:pt x="5470" y="530"/>
                </a:lnTo>
                <a:lnTo>
                  <a:pt x="5471" y="530"/>
                </a:lnTo>
                <a:lnTo>
                  <a:pt x="5473" y="530"/>
                </a:lnTo>
                <a:lnTo>
                  <a:pt x="5474" y="530"/>
                </a:lnTo>
                <a:lnTo>
                  <a:pt x="5475" y="530"/>
                </a:lnTo>
                <a:lnTo>
                  <a:pt x="5476" y="530"/>
                </a:lnTo>
                <a:lnTo>
                  <a:pt x="5477" y="530"/>
                </a:lnTo>
                <a:lnTo>
                  <a:pt x="5478" y="530"/>
                </a:lnTo>
                <a:lnTo>
                  <a:pt x="5479" y="530"/>
                </a:lnTo>
                <a:lnTo>
                  <a:pt x="5480" y="530"/>
                </a:lnTo>
                <a:lnTo>
                  <a:pt x="5480" y="531"/>
                </a:lnTo>
                <a:lnTo>
                  <a:pt x="5481" y="531"/>
                </a:lnTo>
                <a:lnTo>
                  <a:pt x="5482" y="531"/>
                </a:lnTo>
                <a:lnTo>
                  <a:pt x="5483" y="531"/>
                </a:lnTo>
                <a:lnTo>
                  <a:pt x="5485" y="530"/>
                </a:lnTo>
                <a:lnTo>
                  <a:pt x="5486" y="530"/>
                </a:lnTo>
                <a:lnTo>
                  <a:pt x="5487" y="530"/>
                </a:lnTo>
                <a:lnTo>
                  <a:pt x="5488" y="529"/>
                </a:lnTo>
                <a:lnTo>
                  <a:pt x="5489" y="529"/>
                </a:lnTo>
                <a:lnTo>
                  <a:pt x="5489" y="528"/>
                </a:lnTo>
                <a:lnTo>
                  <a:pt x="5490" y="528"/>
                </a:lnTo>
                <a:lnTo>
                  <a:pt x="5492" y="528"/>
                </a:lnTo>
                <a:lnTo>
                  <a:pt x="5493" y="528"/>
                </a:lnTo>
                <a:lnTo>
                  <a:pt x="5494" y="527"/>
                </a:lnTo>
                <a:lnTo>
                  <a:pt x="5495" y="527"/>
                </a:lnTo>
                <a:lnTo>
                  <a:pt x="5496" y="526"/>
                </a:lnTo>
                <a:lnTo>
                  <a:pt x="5497" y="526"/>
                </a:lnTo>
                <a:lnTo>
                  <a:pt x="5498" y="526"/>
                </a:lnTo>
                <a:lnTo>
                  <a:pt x="5499" y="526"/>
                </a:lnTo>
                <a:lnTo>
                  <a:pt x="5500" y="527"/>
                </a:lnTo>
                <a:lnTo>
                  <a:pt x="5502" y="527"/>
                </a:lnTo>
                <a:lnTo>
                  <a:pt x="5503" y="528"/>
                </a:lnTo>
                <a:lnTo>
                  <a:pt x="5504" y="528"/>
                </a:lnTo>
                <a:lnTo>
                  <a:pt x="5505" y="528"/>
                </a:lnTo>
                <a:lnTo>
                  <a:pt x="5506" y="528"/>
                </a:lnTo>
                <a:lnTo>
                  <a:pt x="5507" y="528"/>
                </a:lnTo>
                <a:lnTo>
                  <a:pt x="5508" y="527"/>
                </a:lnTo>
                <a:lnTo>
                  <a:pt x="5509" y="527"/>
                </a:lnTo>
                <a:lnTo>
                  <a:pt x="5510" y="527"/>
                </a:lnTo>
                <a:lnTo>
                  <a:pt x="5511" y="527"/>
                </a:lnTo>
                <a:lnTo>
                  <a:pt x="5512" y="528"/>
                </a:lnTo>
                <a:lnTo>
                  <a:pt x="5512" y="527"/>
                </a:lnTo>
                <a:lnTo>
                  <a:pt x="5513" y="527"/>
                </a:lnTo>
                <a:lnTo>
                  <a:pt x="5514" y="527"/>
                </a:lnTo>
                <a:lnTo>
                  <a:pt x="5515" y="528"/>
                </a:lnTo>
                <a:lnTo>
                  <a:pt x="5516" y="528"/>
                </a:lnTo>
                <a:lnTo>
                  <a:pt x="5517" y="529"/>
                </a:lnTo>
                <a:lnTo>
                  <a:pt x="5518" y="530"/>
                </a:lnTo>
                <a:lnTo>
                  <a:pt x="5521" y="531"/>
                </a:lnTo>
                <a:lnTo>
                  <a:pt x="5522" y="532"/>
                </a:lnTo>
                <a:lnTo>
                  <a:pt x="5523" y="531"/>
                </a:lnTo>
                <a:lnTo>
                  <a:pt x="5524" y="531"/>
                </a:lnTo>
                <a:lnTo>
                  <a:pt x="5525" y="531"/>
                </a:lnTo>
                <a:lnTo>
                  <a:pt x="5526" y="531"/>
                </a:lnTo>
                <a:lnTo>
                  <a:pt x="5527" y="530"/>
                </a:lnTo>
                <a:lnTo>
                  <a:pt x="5528" y="529"/>
                </a:lnTo>
                <a:lnTo>
                  <a:pt x="5529" y="527"/>
                </a:lnTo>
                <a:lnTo>
                  <a:pt x="5530" y="526"/>
                </a:lnTo>
                <a:lnTo>
                  <a:pt x="5532" y="525"/>
                </a:lnTo>
                <a:lnTo>
                  <a:pt x="5533" y="524"/>
                </a:lnTo>
                <a:lnTo>
                  <a:pt x="5534" y="524"/>
                </a:lnTo>
                <a:lnTo>
                  <a:pt x="5536" y="523"/>
                </a:lnTo>
                <a:lnTo>
                  <a:pt x="5537" y="523"/>
                </a:lnTo>
                <a:lnTo>
                  <a:pt x="5541" y="524"/>
                </a:lnTo>
                <a:lnTo>
                  <a:pt x="5543" y="525"/>
                </a:lnTo>
                <a:lnTo>
                  <a:pt x="5545" y="525"/>
                </a:lnTo>
                <a:lnTo>
                  <a:pt x="5546" y="524"/>
                </a:lnTo>
                <a:lnTo>
                  <a:pt x="5547" y="524"/>
                </a:lnTo>
                <a:lnTo>
                  <a:pt x="5547" y="523"/>
                </a:lnTo>
                <a:lnTo>
                  <a:pt x="5548" y="522"/>
                </a:lnTo>
                <a:lnTo>
                  <a:pt x="5549" y="523"/>
                </a:lnTo>
                <a:lnTo>
                  <a:pt x="5550" y="523"/>
                </a:lnTo>
                <a:lnTo>
                  <a:pt x="5550" y="524"/>
                </a:lnTo>
                <a:lnTo>
                  <a:pt x="5551" y="525"/>
                </a:lnTo>
                <a:lnTo>
                  <a:pt x="5551" y="527"/>
                </a:lnTo>
                <a:lnTo>
                  <a:pt x="5550" y="529"/>
                </a:lnTo>
                <a:lnTo>
                  <a:pt x="5549" y="529"/>
                </a:lnTo>
                <a:lnTo>
                  <a:pt x="5548" y="530"/>
                </a:lnTo>
                <a:lnTo>
                  <a:pt x="5546" y="531"/>
                </a:lnTo>
                <a:lnTo>
                  <a:pt x="5543" y="532"/>
                </a:lnTo>
                <a:lnTo>
                  <a:pt x="5542" y="532"/>
                </a:lnTo>
                <a:lnTo>
                  <a:pt x="5541" y="533"/>
                </a:lnTo>
                <a:lnTo>
                  <a:pt x="5539" y="533"/>
                </a:lnTo>
                <a:lnTo>
                  <a:pt x="5538" y="533"/>
                </a:lnTo>
                <a:lnTo>
                  <a:pt x="5537" y="534"/>
                </a:lnTo>
                <a:lnTo>
                  <a:pt x="5535" y="534"/>
                </a:lnTo>
                <a:lnTo>
                  <a:pt x="5534" y="534"/>
                </a:lnTo>
                <a:lnTo>
                  <a:pt x="5533" y="535"/>
                </a:lnTo>
                <a:lnTo>
                  <a:pt x="5532" y="535"/>
                </a:lnTo>
                <a:lnTo>
                  <a:pt x="5530" y="535"/>
                </a:lnTo>
                <a:lnTo>
                  <a:pt x="5528" y="536"/>
                </a:lnTo>
                <a:lnTo>
                  <a:pt x="5527" y="537"/>
                </a:lnTo>
                <a:lnTo>
                  <a:pt x="5526" y="537"/>
                </a:lnTo>
                <a:lnTo>
                  <a:pt x="5525" y="537"/>
                </a:lnTo>
                <a:lnTo>
                  <a:pt x="5525" y="538"/>
                </a:lnTo>
                <a:lnTo>
                  <a:pt x="5524" y="539"/>
                </a:lnTo>
                <a:lnTo>
                  <a:pt x="5523" y="540"/>
                </a:lnTo>
                <a:lnTo>
                  <a:pt x="5522" y="540"/>
                </a:lnTo>
                <a:lnTo>
                  <a:pt x="5521" y="540"/>
                </a:lnTo>
                <a:lnTo>
                  <a:pt x="5519" y="541"/>
                </a:lnTo>
                <a:lnTo>
                  <a:pt x="5518" y="541"/>
                </a:lnTo>
                <a:lnTo>
                  <a:pt x="5517" y="542"/>
                </a:lnTo>
                <a:lnTo>
                  <a:pt x="5516" y="542"/>
                </a:lnTo>
                <a:lnTo>
                  <a:pt x="5515" y="542"/>
                </a:lnTo>
                <a:lnTo>
                  <a:pt x="5514" y="543"/>
                </a:lnTo>
                <a:lnTo>
                  <a:pt x="5513" y="544"/>
                </a:lnTo>
                <a:lnTo>
                  <a:pt x="5513" y="545"/>
                </a:lnTo>
                <a:lnTo>
                  <a:pt x="5513" y="547"/>
                </a:lnTo>
                <a:lnTo>
                  <a:pt x="5513" y="548"/>
                </a:lnTo>
                <a:lnTo>
                  <a:pt x="5513" y="549"/>
                </a:lnTo>
                <a:lnTo>
                  <a:pt x="5513" y="550"/>
                </a:lnTo>
                <a:lnTo>
                  <a:pt x="5513" y="551"/>
                </a:lnTo>
                <a:lnTo>
                  <a:pt x="5513" y="552"/>
                </a:lnTo>
                <a:lnTo>
                  <a:pt x="5513" y="553"/>
                </a:lnTo>
                <a:lnTo>
                  <a:pt x="5513" y="554"/>
                </a:lnTo>
                <a:lnTo>
                  <a:pt x="5512" y="555"/>
                </a:lnTo>
                <a:lnTo>
                  <a:pt x="5511" y="556"/>
                </a:lnTo>
                <a:lnTo>
                  <a:pt x="5510" y="556"/>
                </a:lnTo>
                <a:lnTo>
                  <a:pt x="5510" y="557"/>
                </a:lnTo>
                <a:lnTo>
                  <a:pt x="5509" y="559"/>
                </a:lnTo>
                <a:lnTo>
                  <a:pt x="5509" y="560"/>
                </a:lnTo>
                <a:lnTo>
                  <a:pt x="5508" y="560"/>
                </a:lnTo>
                <a:lnTo>
                  <a:pt x="5506" y="561"/>
                </a:lnTo>
                <a:lnTo>
                  <a:pt x="5506" y="562"/>
                </a:lnTo>
                <a:lnTo>
                  <a:pt x="5505" y="563"/>
                </a:lnTo>
                <a:lnTo>
                  <a:pt x="5504" y="563"/>
                </a:lnTo>
                <a:lnTo>
                  <a:pt x="5504" y="564"/>
                </a:lnTo>
                <a:lnTo>
                  <a:pt x="5504" y="565"/>
                </a:lnTo>
                <a:lnTo>
                  <a:pt x="5503" y="565"/>
                </a:lnTo>
                <a:lnTo>
                  <a:pt x="5502" y="565"/>
                </a:lnTo>
                <a:lnTo>
                  <a:pt x="5502" y="566"/>
                </a:lnTo>
                <a:lnTo>
                  <a:pt x="5502" y="567"/>
                </a:lnTo>
                <a:lnTo>
                  <a:pt x="5502" y="568"/>
                </a:lnTo>
                <a:lnTo>
                  <a:pt x="5502" y="569"/>
                </a:lnTo>
                <a:lnTo>
                  <a:pt x="5502" y="570"/>
                </a:lnTo>
                <a:lnTo>
                  <a:pt x="5502" y="571"/>
                </a:lnTo>
                <a:lnTo>
                  <a:pt x="5502" y="572"/>
                </a:lnTo>
                <a:lnTo>
                  <a:pt x="5503" y="572"/>
                </a:lnTo>
                <a:lnTo>
                  <a:pt x="5504" y="572"/>
                </a:lnTo>
                <a:lnTo>
                  <a:pt x="5504" y="573"/>
                </a:lnTo>
                <a:lnTo>
                  <a:pt x="5505" y="574"/>
                </a:lnTo>
                <a:lnTo>
                  <a:pt x="5506" y="574"/>
                </a:lnTo>
                <a:lnTo>
                  <a:pt x="5506" y="575"/>
                </a:lnTo>
                <a:lnTo>
                  <a:pt x="5506" y="576"/>
                </a:lnTo>
                <a:lnTo>
                  <a:pt x="5507" y="576"/>
                </a:lnTo>
                <a:lnTo>
                  <a:pt x="5507" y="577"/>
                </a:lnTo>
                <a:lnTo>
                  <a:pt x="5507" y="578"/>
                </a:lnTo>
                <a:lnTo>
                  <a:pt x="5507" y="579"/>
                </a:lnTo>
                <a:lnTo>
                  <a:pt x="5510" y="579"/>
                </a:lnTo>
                <a:lnTo>
                  <a:pt x="5511" y="579"/>
                </a:lnTo>
                <a:lnTo>
                  <a:pt x="5511" y="580"/>
                </a:lnTo>
                <a:lnTo>
                  <a:pt x="5512" y="580"/>
                </a:lnTo>
                <a:lnTo>
                  <a:pt x="5512" y="581"/>
                </a:lnTo>
                <a:lnTo>
                  <a:pt x="5513" y="581"/>
                </a:lnTo>
                <a:lnTo>
                  <a:pt x="5513" y="582"/>
                </a:lnTo>
                <a:lnTo>
                  <a:pt x="5513" y="583"/>
                </a:lnTo>
                <a:lnTo>
                  <a:pt x="5512" y="583"/>
                </a:lnTo>
                <a:lnTo>
                  <a:pt x="5512" y="584"/>
                </a:lnTo>
                <a:lnTo>
                  <a:pt x="5513" y="584"/>
                </a:lnTo>
                <a:lnTo>
                  <a:pt x="5513" y="585"/>
                </a:lnTo>
                <a:lnTo>
                  <a:pt x="5513" y="586"/>
                </a:lnTo>
                <a:lnTo>
                  <a:pt x="5513" y="587"/>
                </a:lnTo>
                <a:lnTo>
                  <a:pt x="5512" y="587"/>
                </a:lnTo>
                <a:lnTo>
                  <a:pt x="5513" y="587"/>
                </a:lnTo>
                <a:lnTo>
                  <a:pt x="5513" y="588"/>
                </a:lnTo>
                <a:lnTo>
                  <a:pt x="5514" y="588"/>
                </a:lnTo>
                <a:lnTo>
                  <a:pt x="5514" y="589"/>
                </a:lnTo>
                <a:lnTo>
                  <a:pt x="5515" y="589"/>
                </a:lnTo>
                <a:lnTo>
                  <a:pt x="5516" y="589"/>
                </a:lnTo>
                <a:lnTo>
                  <a:pt x="5516" y="590"/>
                </a:lnTo>
                <a:lnTo>
                  <a:pt x="5517" y="590"/>
                </a:lnTo>
                <a:lnTo>
                  <a:pt x="5517" y="591"/>
                </a:lnTo>
                <a:lnTo>
                  <a:pt x="5518" y="591"/>
                </a:lnTo>
                <a:lnTo>
                  <a:pt x="5518" y="592"/>
                </a:lnTo>
                <a:lnTo>
                  <a:pt x="5519" y="592"/>
                </a:lnTo>
                <a:lnTo>
                  <a:pt x="5519" y="593"/>
                </a:lnTo>
                <a:lnTo>
                  <a:pt x="5520" y="593"/>
                </a:lnTo>
                <a:lnTo>
                  <a:pt x="5521" y="593"/>
                </a:lnTo>
                <a:lnTo>
                  <a:pt x="5521" y="594"/>
                </a:lnTo>
                <a:lnTo>
                  <a:pt x="5522" y="594"/>
                </a:lnTo>
                <a:lnTo>
                  <a:pt x="5522" y="595"/>
                </a:lnTo>
                <a:lnTo>
                  <a:pt x="5522" y="596"/>
                </a:lnTo>
                <a:lnTo>
                  <a:pt x="5522" y="597"/>
                </a:lnTo>
                <a:lnTo>
                  <a:pt x="5522" y="598"/>
                </a:lnTo>
                <a:lnTo>
                  <a:pt x="5522" y="599"/>
                </a:lnTo>
                <a:lnTo>
                  <a:pt x="5521" y="599"/>
                </a:lnTo>
                <a:lnTo>
                  <a:pt x="5521" y="600"/>
                </a:lnTo>
                <a:lnTo>
                  <a:pt x="5520" y="600"/>
                </a:lnTo>
                <a:lnTo>
                  <a:pt x="5520" y="601"/>
                </a:lnTo>
                <a:lnTo>
                  <a:pt x="5520" y="602"/>
                </a:lnTo>
                <a:lnTo>
                  <a:pt x="5519" y="602"/>
                </a:lnTo>
                <a:lnTo>
                  <a:pt x="5518" y="603"/>
                </a:lnTo>
                <a:lnTo>
                  <a:pt x="5517" y="604"/>
                </a:lnTo>
                <a:lnTo>
                  <a:pt x="5517" y="605"/>
                </a:lnTo>
                <a:lnTo>
                  <a:pt x="5516" y="605"/>
                </a:lnTo>
                <a:lnTo>
                  <a:pt x="5516" y="606"/>
                </a:lnTo>
                <a:lnTo>
                  <a:pt x="5515" y="606"/>
                </a:lnTo>
                <a:lnTo>
                  <a:pt x="5514" y="606"/>
                </a:lnTo>
                <a:lnTo>
                  <a:pt x="5514" y="607"/>
                </a:lnTo>
                <a:lnTo>
                  <a:pt x="5514" y="608"/>
                </a:lnTo>
                <a:lnTo>
                  <a:pt x="5514" y="609"/>
                </a:lnTo>
                <a:lnTo>
                  <a:pt x="5514" y="610"/>
                </a:lnTo>
                <a:lnTo>
                  <a:pt x="5514" y="611"/>
                </a:lnTo>
                <a:lnTo>
                  <a:pt x="5513" y="612"/>
                </a:lnTo>
                <a:lnTo>
                  <a:pt x="5512" y="612"/>
                </a:lnTo>
                <a:lnTo>
                  <a:pt x="5511" y="612"/>
                </a:lnTo>
                <a:lnTo>
                  <a:pt x="5511" y="613"/>
                </a:lnTo>
                <a:lnTo>
                  <a:pt x="5510" y="614"/>
                </a:lnTo>
                <a:lnTo>
                  <a:pt x="5509" y="614"/>
                </a:lnTo>
                <a:lnTo>
                  <a:pt x="5509" y="615"/>
                </a:lnTo>
                <a:lnTo>
                  <a:pt x="5509" y="616"/>
                </a:lnTo>
                <a:lnTo>
                  <a:pt x="5508" y="616"/>
                </a:lnTo>
                <a:lnTo>
                  <a:pt x="5508" y="617"/>
                </a:lnTo>
                <a:lnTo>
                  <a:pt x="5507" y="617"/>
                </a:lnTo>
                <a:lnTo>
                  <a:pt x="5506" y="617"/>
                </a:lnTo>
                <a:lnTo>
                  <a:pt x="5506" y="618"/>
                </a:lnTo>
                <a:lnTo>
                  <a:pt x="5505" y="618"/>
                </a:lnTo>
                <a:lnTo>
                  <a:pt x="5504" y="618"/>
                </a:lnTo>
                <a:lnTo>
                  <a:pt x="5504" y="619"/>
                </a:lnTo>
                <a:lnTo>
                  <a:pt x="5504" y="620"/>
                </a:lnTo>
                <a:lnTo>
                  <a:pt x="5504" y="621"/>
                </a:lnTo>
                <a:lnTo>
                  <a:pt x="5504" y="622"/>
                </a:lnTo>
                <a:lnTo>
                  <a:pt x="5503" y="622"/>
                </a:lnTo>
                <a:lnTo>
                  <a:pt x="5503" y="623"/>
                </a:lnTo>
                <a:lnTo>
                  <a:pt x="5502" y="623"/>
                </a:lnTo>
                <a:lnTo>
                  <a:pt x="5501" y="623"/>
                </a:lnTo>
                <a:lnTo>
                  <a:pt x="5501" y="624"/>
                </a:lnTo>
                <a:lnTo>
                  <a:pt x="5500" y="624"/>
                </a:lnTo>
                <a:lnTo>
                  <a:pt x="5499" y="624"/>
                </a:lnTo>
                <a:lnTo>
                  <a:pt x="5498" y="625"/>
                </a:lnTo>
                <a:lnTo>
                  <a:pt x="5498" y="626"/>
                </a:lnTo>
                <a:lnTo>
                  <a:pt x="5497" y="626"/>
                </a:lnTo>
                <a:lnTo>
                  <a:pt x="5496" y="626"/>
                </a:lnTo>
                <a:lnTo>
                  <a:pt x="5495" y="626"/>
                </a:lnTo>
                <a:lnTo>
                  <a:pt x="5493" y="626"/>
                </a:lnTo>
                <a:lnTo>
                  <a:pt x="5492" y="626"/>
                </a:lnTo>
                <a:lnTo>
                  <a:pt x="5491" y="626"/>
                </a:lnTo>
                <a:lnTo>
                  <a:pt x="5490" y="626"/>
                </a:lnTo>
                <a:lnTo>
                  <a:pt x="5490" y="627"/>
                </a:lnTo>
                <a:lnTo>
                  <a:pt x="5489" y="627"/>
                </a:lnTo>
                <a:lnTo>
                  <a:pt x="5488" y="627"/>
                </a:lnTo>
                <a:lnTo>
                  <a:pt x="5487" y="627"/>
                </a:lnTo>
                <a:lnTo>
                  <a:pt x="5486" y="627"/>
                </a:lnTo>
                <a:lnTo>
                  <a:pt x="5485" y="627"/>
                </a:lnTo>
                <a:lnTo>
                  <a:pt x="5485" y="626"/>
                </a:lnTo>
                <a:lnTo>
                  <a:pt x="5484" y="626"/>
                </a:lnTo>
                <a:lnTo>
                  <a:pt x="5483" y="626"/>
                </a:lnTo>
                <a:lnTo>
                  <a:pt x="5483" y="627"/>
                </a:lnTo>
                <a:lnTo>
                  <a:pt x="5482" y="627"/>
                </a:lnTo>
                <a:lnTo>
                  <a:pt x="5481" y="627"/>
                </a:lnTo>
                <a:lnTo>
                  <a:pt x="5480" y="628"/>
                </a:lnTo>
                <a:lnTo>
                  <a:pt x="5479" y="629"/>
                </a:lnTo>
                <a:lnTo>
                  <a:pt x="5478" y="630"/>
                </a:lnTo>
                <a:lnTo>
                  <a:pt x="5477" y="630"/>
                </a:lnTo>
                <a:lnTo>
                  <a:pt x="5477" y="631"/>
                </a:lnTo>
                <a:lnTo>
                  <a:pt x="5476" y="631"/>
                </a:lnTo>
                <a:lnTo>
                  <a:pt x="5476" y="632"/>
                </a:lnTo>
                <a:lnTo>
                  <a:pt x="5476" y="633"/>
                </a:lnTo>
                <a:lnTo>
                  <a:pt x="5476" y="634"/>
                </a:lnTo>
                <a:lnTo>
                  <a:pt x="5475" y="635"/>
                </a:lnTo>
                <a:lnTo>
                  <a:pt x="5474" y="635"/>
                </a:lnTo>
                <a:lnTo>
                  <a:pt x="5474" y="636"/>
                </a:lnTo>
                <a:lnTo>
                  <a:pt x="5473" y="636"/>
                </a:lnTo>
                <a:lnTo>
                  <a:pt x="5471" y="636"/>
                </a:lnTo>
                <a:lnTo>
                  <a:pt x="5470" y="636"/>
                </a:lnTo>
                <a:lnTo>
                  <a:pt x="5470" y="637"/>
                </a:lnTo>
                <a:lnTo>
                  <a:pt x="5469" y="637"/>
                </a:lnTo>
                <a:lnTo>
                  <a:pt x="5469" y="638"/>
                </a:lnTo>
                <a:lnTo>
                  <a:pt x="5468" y="638"/>
                </a:lnTo>
                <a:lnTo>
                  <a:pt x="5468" y="639"/>
                </a:lnTo>
                <a:lnTo>
                  <a:pt x="5468" y="640"/>
                </a:lnTo>
                <a:lnTo>
                  <a:pt x="5468" y="641"/>
                </a:lnTo>
                <a:lnTo>
                  <a:pt x="5467" y="641"/>
                </a:lnTo>
                <a:lnTo>
                  <a:pt x="5467" y="642"/>
                </a:lnTo>
                <a:lnTo>
                  <a:pt x="5467" y="643"/>
                </a:lnTo>
                <a:lnTo>
                  <a:pt x="5467" y="644"/>
                </a:lnTo>
                <a:lnTo>
                  <a:pt x="5467" y="645"/>
                </a:lnTo>
                <a:lnTo>
                  <a:pt x="5466" y="645"/>
                </a:lnTo>
                <a:lnTo>
                  <a:pt x="5466" y="646"/>
                </a:lnTo>
                <a:lnTo>
                  <a:pt x="5467" y="646"/>
                </a:lnTo>
                <a:lnTo>
                  <a:pt x="5467" y="647"/>
                </a:lnTo>
                <a:lnTo>
                  <a:pt x="5467" y="648"/>
                </a:lnTo>
                <a:lnTo>
                  <a:pt x="5468" y="648"/>
                </a:lnTo>
                <a:lnTo>
                  <a:pt x="5469" y="648"/>
                </a:lnTo>
                <a:lnTo>
                  <a:pt x="5470" y="649"/>
                </a:lnTo>
                <a:lnTo>
                  <a:pt x="5471" y="650"/>
                </a:lnTo>
                <a:lnTo>
                  <a:pt x="5472" y="651"/>
                </a:lnTo>
                <a:lnTo>
                  <a:pt x="5472" y="652"/>
                </a:lnTo>
                <a:lnTo>
                  <a:pt x="5473" y="653"/>
                </a:lnTo>
                <a:lnTo>
                  <a:pt x="5473" y="655"/>
                </a:lnTo>
                <a:lnTo>
                  <a:pt x="5473" y="657"/>
                </a:lnTo>
                <a:lnTo>
                  <a:pt x="5473" y="658"/>
                </a:lnTo>
                <a:lnTo>
                  <a:pt x="5473" y="659"/>
                </a:lnTo>
                <a:lnTo>
                  <a:pt x="5473" y="660"/>
                </a:lnTo>
                <a:lnTo>
                  <a:pt x="5472" y="661"/>
                </a:lnTo>
                <a:lnTo>
                  <a:pt x="5470" y="662"/>
                </a:lnTo>
                <a:lnTo>
                  <a:pt x="5466" y="662"/>
                </a:lnTo>
                <a:lnTo>
                  <a:pt x="5465" y="662"/>
                </a:lnTo>
                <a:lnTo>
                  <a:pt x="5465" y="663"/>
                </a:lnTo>
                <a:lnTo>
                  <a:pt x="5464" y="663"/>
                </a:lnTo>
                <a:lnTo>
                  <a:pt x="5464" y="664"/>
                </a:lnTo>
                <a:lnTo>
                  <a:pt x="5463" y="665"/>
                </a:lnTo>
                <a:lnTo>
                  <a:pt x="5463" y="666"/>
                </a:lnTo>
                <a:lnTo>
                  <a:pt x="5463" y="667"/>
                </a:lnTo>
                <a:lnTo>
                  <a:pt x="5463" y="668"/>
                </a:lnTo>
                <a:lnTo>
                  <a:pt x="5462" y="668"/>
                </a:lnTo>
                <a:lnTo>
                  <a:pt x="5462" y="669"/>
                </a:lnTo>
                <a:lnTo>
                  <a:pt x="5461" y="669"/>
                </a:lnTo>
                <a:lnTo>
                  <a:pt x="5461" y="671"/>
                </a:lnTo>
                <a:lnTo>
                  <a:pt x="5460" y="672"/>
                </a:lnTo>
                <a:lnTo>
                  <a:pt x="5459" y="673"/>
                </a:lnTo>
                <a:lnTo>
                  <a:pt x="5458" y="673"/>
                </a:lnTo>
                <a:lnTo>
                  <a:pt x="5458" y="674"/>
                </a:lnTo>
                <a:lnTo>
                  <a:pt x="5458" y="675"/>
                </a:lnTo>
                <a:lnTo>
                  <a:pt x="5459" y="675"/>
                </a:lnTo>
                <a:lnTo>
                  <a:pt x="5459" y="676"/>
                </a:lnTo>
                <a:lnTo>
                  <a:pt x="5459" y="677"/>
                </a:lnTo>
                <a:lnTo>
                  <a:pt x="5459" y="678"/>
                </a:lnTo>
                <a:lnTo>
                  <a:pt x="5459" y="679"/>
                </a:lnTo>
                <a:lnTo>
                  <a:pt x="5458" y="679"/>
                </a:lnTo>
                <a:lnTo>
                  <a:pt x="5458" y="680"/>
                </a:lnTo>
                <a:lnTo>
                  <a:pt x="5457" y="681"/>
                </a:lnTo>
                <a:lnTo>
                  <a:pt x="5457" y="682"/>
                </a:lnTo>
                <a:lnTo>
                  <a:pt x="5456" y="683"/>
                </a:lnTo>
                <a:lnTo>
                  <a:pt x="5456" y="684"/>
                </a:lnTo>
                <a:lnTo>
                  <a:pt x="5456" y="685"/>
                </a:lnTo>
                <a:lnTo>
                  <a:pt x="5456" y="686"/>
                </a:lnTo>
                <a:lnTo>
                  <a:pt x="5456" y="687"/>
                </a:lnTo>
                <a:lnTo>
                  <a:pt x="5455" y="688"/>
                </a:lnTo>
                <a:lnTo>
                  <a:pt x="5454" y="688"/>
                </a:lnTo>
                <a:lnTo>
                  <a:pt x="5454" y="689"/>
                </a:lnTo>
                <a:lnTo>
                  <a:pt x="5454" y="691"/>
                </a:lnTo>
                <a:lnTo>
                  <a:pt x="5455" y="692"/>
                </a:lnTo>
                <a:lnTo>
                  <a:pt x="5456" y="693"/>
                </a:lnTo>
                <a:lnTo>
                  <a:pt x="5456" y="694"/>
                </a:lnTo>
                <a:lnTo>
                  <a:pt x="5457" y="694"/>
                </a:lnTo>
                <a:lnTo>
                  <a:pt x="5457" y="695"/>
                </a:lnTo>
                <a:lnTo>
                  <a:pt x="5456" y="695"/>
                </a:lnTo>
                <a:lnTo>
                  <a:pt x="5456" y="696"/>
                </a:lnTo>
                <a:lnTo>
                  <a:pt x="5455" y="696"/>
                </a:lnTo>
                <a:lnTo>
                  <a:pt x="5455" y="697"/>
                </a:lnTo>
                <a:lnTo>
                  <a:pt x="5455" y="698"/>
                </a:lnTo>
                <a:lnTo>
                  <a:pt x="5454" y="698"/>
                </a:lnTo>
                <a:lnTo>
                  <a:pt x="5454" y="699"/>
                </a:lnTo>
                <a:lnTo>
                  <a:pt x="5454" y="700"/>
                </a:lnTo>
                <a:lnTo>
                  <a:pt x="5454" y="701"/>
                </a:lnTo>
                <a:lnTo>
                  <a:pt x="5455" y="701"/>
                </a:lnTo>
                <a:lnTo>
                  <a:pt x="5455" y="702"/>
                </a:lnTo>
                <a:lnTo>
                  <a:pt x="5455" y="703"/>
                </a:lnTo>
                <a:lnTo>
                  <a:pt x="5455" y="704"/>
                </a:lnTo>
                <a:lnTo>
                  <a:pt x="5454" y="704"/>
                </a:lnTo>
                <a:lnTo>
                  <a:pt x="5454" y="705"/>
                </a:lnTo>
                <a:lnTo>
                  <a:pt x="5454" y="706"/>
                </a:lnTo>
                <a:lnTo>
                  <a:pt x="5454" y="708"/>
                </a:lnTo>
                <a:lnTo>
                  <a:pt x="5453" y="708"/>
                </a:lnTo>
                <a:lnTo>
                  <a:pt x="5453" y="709"/>
                </a:lnTo>
                <a:lnTo>
                  <a:pt x="5452" y="709"/>
                </a:lnTo>
                <a:lnTo>
                  <a:pt x="5452" y="710"/>
                </a:lnTo>
                <a:lnTo>
                  <a:pt x="5451" y="710"/>
                </a:lnTo>
                <a:lnTo>
                  <a:pt x="5450" y="711"/>
                </a:lnTo>
                <a:lnTo>
                  <a:pt x="5449" y="711"/>
                </a:lnTo>
                <a:lnTo>
                  <a:pt x="5448" y="711"/>
                </a:lnTo>
                <a:lnTo>
                  <a:pt x="5447" y="711"/>
                </a:lnTo>
                <a:lnTo>
                  <a:pt x="5447" y="712"/>
                </a:lnTo>
                <a:lnTo>
                  <a:pt x="5446" y="712"/>
                </a:lnTo>
                <a:lnTo>
                  <a:pt x="5445" y="713"/>
                </a:lnTo>
                <a:lnTo>
                  <a:pt x="5444" y="714"/>
                </a:lnTo>
                <a:lnTo>
                  <a:pt x="5444" y="715"/>
                </a:lnTo>
                <a:lnTo>
                  <a:pt x="5444" y="716"/>
                </a:lnTo>
                <a:lnTo>
                  <a:pt x="5443" y="716"/>
                </a:lnTo>
                <a:lnTo>
                  <a:pt x="5443" y="717"/>
                </a:lnTo>
                <a:lnTo>
                  <a:pt x="5443" y="718"/>
                </a:lnTo>
                <a:lnTo>
                  <a:pt x="5442" y="720"/>
                </a:lnTo>
                <a:lnTo>
                  <a:pt x="5441" y="721"/>
                </a:lnTo>
                <a:lnTo>
                  <a:pt x="5440" y="721"/>
                </a:lnTo>
                <a:lnTo>
                  <a:pt x="5440" y="722"/>
                </a:lnTo>
                <a:lnTo>
                  <a:pt x="5441" y="722"/>
                </a:lnTo>
                <a:lnTo>
                  <a:pt x="5440" y="723"/>
                </a:lnTo>
                <a:lnTo>
                  <a:pt x="5439" y="724"/>
                </a:lnTo>
                <a:lnTo>
                  <a:pt x="5439" y="725"/>
                </a:lnTo>
                <a:lnTo>
                  <a:pt x="5438" y="726"/>
                </a:lnTo>
                <a:lnTo>
                  <a:pt x="5439" y="727"/>
                </a:lnTo>
                <a:lnTo>
                  <a:pt x="5439" y="728"/>
                </a:lnTo>
                <a:lnTo>
                  <a:pt x="5440" y="728"/>
                </a:lnTo>
                <a:lnTo>
                  <a:pt x="5441" y="728"/>
                </a:lnTo>
                <a:lnTo>
                  <a:pt x="5442" y="728"/>
                </a:lnTo>
                <a:lnTo>
                  <a:pt x="5443" y="728"/>
                </a:lnTo>
                <a:lnTo>
                  <a:pt x="5444" y="729"/>
                </a:lnTo>
                <a:lnTo>
                  <a:pt x="5445" y="729"/>
                </a:lnTo>
                <a:lnTo>
                  <a:pt x="5445" y="730"/>
                </a:lnTo>
                <a:lnTo>
                  <a:pt x="5446" y="730"/>
                </a:lnTo>
                <a:lnTo>
                  <a:pt x="5446" y="731"/>
                </a:lnTo>
                <a:lnTo>
                  <a:pt x="5446" y="732"/>
                </a:lnTo>
                <a:lnTo>
                  <a:pt x="5447" y="732"/>
                </a:lnTo>
                <a:lnTo>
                  <a:pt x="5447" y="733"/>
                </a:lnTo>
                <a:lnTo>
                  <a:pt x="5447" y="734"/>
                </a:lnTo>
                <a:lnTo>
                  <a:pt x="5447" y="735"/>
                </a:lnTo>
                <a:lnTo>
                  <a:pt x="5446" y="735"/>
                </a:lnTo>
                <a:lnTo>
                  <a:pt x="5446" y="736"/>
                </a:lnTo>
                <a:lnTo>
                  <a:pt x="5445" y="736"/>
                </a:lnTo>
                <a:lnTo>
                  <a:pt x="5444" y="736"/>
                </a:lnTo>
                <a:lnTo>
                  <a:pt x="5444" y="737"/>
                </a:lnTo>
                <a:lnTo>
                  <a:pt x="5442" y="737"/>
                </a:lnTo>
                <a:lnTo>
                  <a:pt x="5441" y="737"/>
                </a:lnTo>
                <a:lnTo>
                  <a:pt x="5441" y="738"/>
                </a:lnTo>
                <a:lnTo>
                  <a:pt x="5440" y="738"/>
                </a:lnTo>
                <a:lnTo>
                  <a:pt x="5440" y="739"/>
                </a:lnTo>
                <a:lnTo>
                  <a:pt x="5441" y="740"/>
                </a:lnTo>
                <a:lnTo>
                  <a:pt x="5443" y="740"/>
                </a:lnTo>
                <a:lnTo>
                  <a:pt x="5444" y="740"/>
                </a:lnTo>
                <a:lnTo>
                  <a:pt x="5445" y="740"/>
                </a:lnTo>
                <a:lnTo>
                  <a:pt x="5445" y="741"/>
                </a:lnTo>
                <a:lnTo>
                  <a:pt x="5444" y="741"/>
                </a:lnTo>
                <a:lnTo>
                  <a:pt x="5444" y="742"/>
                </a:lnTo>
                <a:lnTo>
                  <a:pt x="5444" y="743"/>
                </a:lnTo>
                <a:lnTo>
                  <a:pt x="5444" y="744"/>
                </a:lnTo>
                <a:lnTo>
                  <a:pt x="5444" y="745"/>
                </a:lnTo>
                <a:lnTo>
                  <a:pt x="5445" y="745"/>
                </a:lnTo>
                <a:lnTo>
                  <a:pt x="5445" y="746"/>
                </a:lnTo>
                <a:lnTo>
                  <a:pt x="5445" y="747"/>
                </a:lnTo>
                <a:lnTo>
                  <a:pt x="5444" y="747"/>
                </a:lnTo>
                <a:lnTo>
                  <a:pt x="5444" y="748"/>
                </a:lnTo>
                <a:lnTo>
                  <a:pt x="5443" y="748"/>
                </a:lnTo>
                <a:lnTo>
                  <a:pt x="5442" y="749"/>
                </a:lnTo>
                <a:lnTo>
                  <a:pt x="5442" y="748"/>
                </a:lnTo>
                <a:lnTo>
                  <a:pt x="5441" y="748"/>
                </a:lnTo>
                <a:lnTo>
                  <a:pt x="5440" y="748"/>
                </a:lnTo>
                <a:lnTo>
                  <a:pt x="5439" y="749"/>
                </a:lnTo>
                <a:lnTo>
                  <a:pt x="5440" y="749"/>
                </a:lnTo>
                <a:lnTo>
                  <a:pt x="5441" y="749"/>
                </a:lnTo>
                <a:lnTo>
                  <a:pt x="5441" y="750"/>
                </a:lnTo>
                <a:lnTo>
                  <a:pt x="5441" y="751"/>
                </a:lnTo>
                <a:lnTo>
                  <a:pt x="5440" y="751"/>
                </a:lnTo>
                <a:lnTo>
                  <a:pt x="5439" y="751"/>
                </a:lnTo>
                <a:lnTo>
                  <a:pt x="5439" y="752"/>
                </a:lnTo>
                <a:lnTo>
                  <a:pt x="5439" y="753"/>
                </a:lnTo>
                <a:lnTo>
                  <a:pt x="5438" y="753"/>
                </a:lnTo>
                <a:lnTo>
                  <a:pt x="5437" y="753"/>
                </a:lnTo>
                <a:lnTo>
                  <a:pt x="5437" y="752"/>
                </a:lnTo>
                <a:lnTo>
                  <a:pt x="5437" y="751"/>
                </a:lnTo>
                <a:lnTo>
                  <a:pt x="5436" y="751"/>
                </a:lnTo>
                <a:lnTo>
                  <a:pt x="5436" y="750"/>
                </a:lnTo>
                <a:lnTo>
                  <a:pt x="5435" y="750"/>
                </a:lnTo>
                <a:lnTo>
                  <a:pt x="5435" y="751"/>
                </a:lnTo>
                <a:lnTo>
                  <a:pt x="5434" y="751"/>
                </a:lnTo>
                <a:lnTo>
                  <a:pt x="5434" y="752"/>
                </a:lnTo>
                <a:lnTo>
                  <a:pt x="5434" y="753"/>
                </a:lnTo>
                <a:lnTo>
                  <a:pt x="5434" y="754"/>
                </a:lnTo>
                <a:lnTo>
                  <a:pt x="5433" y="754"/>
                </a:lnTo>
                <a:lnTo>
                  <a:pt x="5433" y="755"/>
                </a:lnTo>
                <a:lnTo>
                  <a:pt x="5432" y="755"/>
                </a:lnTo>
                <a:lnTo>
                  <a:pt x="5431" y="756"/>
                </a:lnTo>
                <a:lnTo>
                  <a:pt x="5430" y="756"/>
                </a:lnTo>
                <a:lnTo>
                  <a:pt x="5430" y="757"/>
                </a:lnTo>
                <a:lnTo>
                  <a:pt x="5429" y="757"/>
                </a:lnTo>
                <a:lnTo>
                  <a:pt x="5428" y="757"/>
                </a:lnTo>
                <a:lnTo>
                  <a:pt x="5427" y="757"/>
                </a:lnTo>
                <a:lnTo>
                  <a:pt x="5426" y="757"/>
                </a:lnTo>
                <a:lnTo>
                  <a:pt x="5425" y="757"/>
                </a:lnTo>
                <a:lnTo>
                  <a:pt x="5425" y="758"/>
                </a:lnTo>
                <a:lnTo>
                  <a:pt x="5424" y="758"/>
                </a:lnTo>
                <a:lnTo>
                  <a:pt x="5424" y="759"/>
                </a:lnTo>
                <a:lnTo>
                  <a:pt x="5424" y="760"/>
                </a:lnTo>
                <a:lnTo>
                  <a:pt x="5425" y="761"/>
                </a:lnTo>
                <a:lnTo>
                  <a:pt x="5425" y="762"/>
                </a:lnTo>
                <a:lnTo>
                  <a:pt x="5425" y="763"/>
                </a:lnTo>
                <a:lnTo>
                  <a:pt x="5426" y="763"/>
                </a:lnTo>
                <a:lnTo>
                  <a:pt x="5426" y="764"/>
                </a:lnTo>
                <a:lnTo>
                  <a:pt x="5427" y="764"/>
                </a:lnTo>
                <a:lnTo>
                  <a:pt x="5427" y="765"/>
                </a:lnTo>
                <a:lnTo>
                  <a:pt x="5428" y="765"/>
                </a:lnTo>
                <a:lnTo>
                  <a:pt x="5428" y="766"/>
                </a:lnTo>
                <a:lnTo>
                  <a:pt x="5429" y="766"/>
                </a:lnTo>
                <a:lnTo>
                  <a:pt x="5429" y="767"/>
                </a:lnTo>
                <a:lnTo>
                  <a:pt x="5429" y="768"/>
                </a:lnTo>
                <a:lnTo>
                  <a:pt x="5428" y="769"/>
                </a:lnTo>
                <a:lnTo>
                  <a:pt x="5428" y="770"/>
                </a:lnTo>
                <a:lnTo>
                  <a:pt x="5427" y="771"/>
                </a:lnTo>
                <a:lnTo>
                  <a:pt x="5426" y="772"/>
                </a:lnTo>
                <a:lnTo>
                  <a:pt x="5425" y="772"/>
                </a:lnTo>
                <a:lnTo>
                  <a:pt x="5425" y="773"/>
                </a:lnTo>
                <a:lnTo>
                  <a:pt x="5424" y="774"/>
                </a:lnTo>
                <a:lnTo>
                  <a:pt x="5424" y="775"/>
                </a:lnTo>
                <a:lnTo>
                  <a:pt x="5423" y="775"/>
                </a:lnTo>
                <a:lnTo>
                  <a:pt x="5423" y="776"/>
                </a:lnTo>
                <a:lnTo>
                  <a:pt x="5423" y="777"/>
                </a:lnTo>
                <a:lnTo>
                  <a:pt x="5423" y="778"/>
                </a:lnTo>
                <a:lnTo>
                  <a:pt x="5424" y="778"/>
                </a:lnTo>
                <a:lnTo>
                  <a:pt x="5423" y="778"/>
                </a:lnTo>
                <a:lnTo>
                  <a:pt x="5423" y="779"/>
                </a:lnTo>
                <a:lnTo>
                  <a:pt x="5423" y="780"/>
                </a:lnTo>
                <a:lnTo>
                  <a:pt x="5422" y="780"/>
                </a:lnTo>
                <a:lnTo>
                  <a:pt x="5421" y="780"/>
                </a:lnTo>
                <a:lnTo>
                  <a:pt x="5421" y="779"/>
                </a:lnTo>
                <a:lnTo>
                  <a:pt x="5420" y="779"/>
                </a:lnTo>
                <a:lnTo>
                  <a:pt x="5419" y="779"/>
                </a:lnTo>
                <a:lnTo>
                  <a:pt x="5419" y="780"/>
                </a:lnTo>
                <a:lnTo>
                  <a:pt x="5418" y="780"/>
                </a:lnTo>
                <a:lnTo>
                  <a:pt x="5417" y="780"/>
                </a:lnTo>
                <a:lnTo>
                  <a:pt x="5417" y="781"/>
                </a:lnTo>
                <a:lnTo>
                  <a:pt x="5416" y="781"/>
                </a:lnTo>
                <a:lnTo>
                  <a:pt x="5416" y="782"/>
                </a:lnTo>
                <a:lnTo>
                  <a:pt x="5417" y="782"/>
                </a:lnTo>
                <a:lnTo>
                  <a:pt x="5417" y="783"/>
                </a:lnTo>
                <a:lnTo>
                  <a:pt x="5418" y="783"/>
                </a:lnTo>
                <a:lnTo>
                  <a:pt x="5418" y="784"/>
                </a:lnTo>
                <a:lnTo>
                  <a:pt x="5417" y="784"/>
                </a:lnTo>
                <a:lnTo>
                  <a:pt x="5417" y="785"/>
                </a:lnTo>
                <a:lnTo>
                  <a:pt x="5416" y="785"/>
                </a:lnTo>
                <a:lnTo>
                  <a:pt x="5415" y="785"/>
                </a:lnTo>
                <a:lnTo>
                  <a:pt x="5415" y="786"/>
                </a:lnTo>
                <a:lnTo>
                  <a:pt x="5416" y="786"/>
                </a:lnTo>
                <a:lnTo>
                  <a:pt x="5416" y="787"/>
                </a:lnTo>
                <a:lnTo>
                  <a:pt x="5415" y="787"/>
                </a:lnTo>
                <a:lnTo>
                  <a:pt x="5415" y="788"/>
                </a:lnTo>
                <a:lnTo>
                  <a:pt x="5414" y="788"/>
                </a:lnTo>
                <a:lnTo>
                  <a:pt x="5414" y="787"/>
                </a:lnTo>
                <a:lnTo>
                  <a:pt x="5413" y="787"/>
                </a:lnTo>
                <a:lnTo>
                  <a:pt x="5413" y="786"/>
                </a:lnTo>
                <a:lnTo>
                  <a:pt x="5412" y="786"/>
                </a:lnTo>
                <a:lnTo>
                  <a:pt x="5412" y="785"/>
                </a:lnTo>
                <a:lnTo>
                  <a:pt x="5411" y="785"/>
                </a:lnTo>
                <a:lnTo>
                  <a:pt x="5411" y="784"/>
                </a:lnTo>
                <a:lnTo>
                  <a:pt x="5410" y="784"/>
                </a:lnTo>
                <a:lnTo>
                  <a:pt x="5410" y="785"/>
                </a:lnTo>
                <a:lnTo>
                  <a:pt x="5409" y="785"/>
                </a:lnTo>
                <a:lnTo>
                  <a:pt x="5408" y="785"/>
                </a:lnTo>
                <a:lnTo>
                  <a:pt x="5408" y="786"/>
                </a:lnTo>
                <a:lnTo>
                  <a:pt x="5408" y="787"/>
                </a:lnTo>
                <a:lnTo>
                  <a:pt x="5408" y="788"/>
                </a:lnTo>
                <a:lnTo>
                  <a:pt x="5407" y="788"/>
                </a:lnTo>
                <a:lnTo>
                  <a:pt x="5407" y="787"/>
                </a:lnTo>
                <a:lnTo>
                  <a:pt x="5406" y="787"/>
                </a:lnTo>
                <a:lnTo>
                  <a:pt x="5406" y="788"/>
                </a:lnTo>
                <a:lnTo>
                  <a:pt x="5406" y="789"/>
                </a:lnTo>
                <a:lnTo>
                  <a:pt x="5406" y="790"/>
                </a:lnTo>
                <a:lnTo>
                  <a:pt x="5407" y="790"/>
                </a:lnTo>
                <a:lnTo>
                  <a:pt x="5407" y="791"/>
                </a:lnTo>
                <a:lnTo>
                  <a:pt x="5406" y="791"/>
                </a:lnTo>
                <a:lnTo>
                  <a:pt x="5405" y="791"/>
                </a:lnTo>
                <a:lnTo>
                  <a:pt x="5405" y="790"/>
                </a:lnTo>
                <a:lnTo>
                  <a:pt x="5404" y="790"/>
                </a:lnTo>
                <a:lnTo>
                  <a:pt x="5404" y="791"/>
                </a:lnTo>
                <a:lnTo>
                  <a:pt x="5404" y="792"/>
                </a:lnTo>
                <a:lnTo>
                  <a:pt x="5404" y="793"/>
                </a:lnTo>
                <a:lnTo>
                  <a:pt x="5404" y="794"/>
                </a:lnTo>
                <a:lnTo>
                  <a:pt x="5404" y="795"/>
                </a:lnTo>
                <a:lnTo>
                  <a:pt x="5405" y="795"/>
                </a:lnTo>
                <a:lnTo>
                  <a:pt x="5406" y="795"/>
                </a:lnTo>
                <a:lnTo>
                  <a:pt x="5407" y="795"/>
                </a:lnTo>
                <a:lnTo>
                  <a:pt x="5407" y="796"/>
                </a:lnTo>
                <a:lnTo>
                  <a:pt x="5408" y="796"/>
                </a:lnTo>
                <a:lnTo>
                  <a:pt x="5408" y="797"/>
                </a:lnTo>
                <a:lnTo>
                  <a:pt x="5407" y="797"/>
                </a:lnTo>
                <a:lnTo>
                  <a:pt x="5406" y="797"/>
                </a:lnTo>
                <a:lnTo>
                  <a:pt x="5406" y="796"/>
                </a:lnTo>
                <a:lnTo>
                  <a:pt x="5404" y="796"/>
                </a:lnTo>
                <a:lnTo>
                  <a:pt x="5404" y="797"/>
                </a:lnTo>
                <a:lnTo>
                  <a:pt x="5404" y="798"/>
                </a:lnTo>
                <a:lnTo>
                  <a:pt x="5404" y="799"/>
                </a:lnTo>
                <a:lnTo>
                  <a:pt x="5405" y="799"/>
                </a:lnTo>
                <a:lnTo>
                  <a:pt x="5405" y="800"/>
                </a:lnTo>
                <a:lnTo>
                  <a:pt x="5406" y="800"/>
                </a:lnTo>
                <a:lnTo>
                  <a:pt x="5406" y="801"/>
                </a:lnTo>
                <a:lnTo>
                  <a:pt x="5405" y="801"/>
                </a:lnTo>
                <a:lnTo>
                  <a:pt x="5404" y="801"/>
                </a:lnTo>
                <a:lnTo>
                  <a:pt x="5403" y="801"/>
                </a:lnTo>
                <a:lnTo>
                  <a:pt x="5402" y="802"/>
                </a:lnTo>
                <a:lnTo>
                  <a:pt x="5402" y="803"/>
                </a:lnTo>
                <a:lnTo>
                  <a:pt x="5402" y="804"/>
                </a:lnTo>
                <a:lnTo>
                  <a:pt x="5401" y="804"/>
                </a:lnTo>
                <a:lnTo>
                  <a:pt x="5401" y="805"/>
                </a:lnTo>
                <a:lnTo>
                  <a:pt x="5402" y="805"/>
                </a:lnTo>
                <a:lnTo>
                  <a:pt x="5401" y="805"/>
                </a:lnTo>
                <a:lnTo>
                  <a:pt x="5402" y="805"/>
                </a:lnTo>
                <a:lnTo>
                  <a:pt x="5402" y="804"/>
                </a:lnTo>
                <a:lnTo>
                  <a:pt x="5403" y="804"/>
                </a:lnTo>
                <a:lnTo>
                  <a:pt x="5403" y="805"/>
                </a:lnTo>
                <a:lnTo>
                  <a:pt x="5404" y="805"/>
                </a:lnTo>
                <a:lnTo>
                  <a:pt x="5404" y="806"/>
                </a:lnTo>
                <a:lnTo>
                  <a:pt x="5404" y="805"/>
                </a:lnTo>
                <a:lnTo>
                  <a:pt x="5405" y="805"/>
                </a:lnTo>
                <a:lnTo>
                  <a:pt x="5406" y="806"/>
                </a:lnTo>
                <a:lnTo>
                  <a:pt x="5405" y="806"/>
                </a:lnTo>
                <a:lnTo>
                  <a:pt x="5405" y="807"/>
                </a:lnTo>
                <a:lnTo>
                  <a:pt x="5406" y="807"/>
                </a:lnTo>
                <a:lnTo>
                  <a:pt x="5406" y="808"/>
                </a:lnTo>
                <a:lnTo>
                  <a:pt x="5406" y="809"/>
                </a:lnTo>
                <a:lnTo>
                  <a:pt x="5405" y="809"/>
                </a:lnTo>
                <a:lnTo>
                  <a:pt x="5404" y="809"/>
                </a:lnTo>
                <a:lnTo>
                  <a:pt x="5403" y="809"/>
                </a:lnTo>
                <a:lnTo>
                  <a:pt x="5402" y="809"/>
                </a:lnTo>
                <a:lnTo>
                  <a:pt x="5402" y="810"/>
                </a:lnTo>
                <a:lnTo>
                  <a:pt x="5402" y="811"/>
                </a:lnTo>
                <a:lnTo>
                  <a:pt x="5403" y="811"/>
                </a:lnTo>
                <a:lnTo>
                  <a:pt x="5404" y="811"/>
                </a:lnTo>
                <a:lnTo>
                  <a:pt x="5404" y="812"/>
                </a:lnTo>
                <a:lnTo>
                  <a:pt x="5405" y="812"/>
                </a:lnTo>
                <a:lnTo>
                  <a:pt x="5405" y="813"/>
                </a:lnTo>
                <a:lnTo>
                  <a:pt x="5404" y="813"/>
                </a:lnTo>
                <a:lnTo>
                  <a:pt x="5403" y="813"/>
                </a:lnTo>
                <a:lnTo>
                  <a:pt x="5403" y="812"/>
                </a:lnTo>
                <a:lnTo>
                  <a:pt x="5402" y="812"/>
                </a:lnTo>
                <a:lnTo>
                  <a:pt x="5401" y="812"/>
                </a:lnTo>
                <a:lnTo>
                  <a:pt x="5401" y="813"/>
                </a:lnTo>
                <a:lnTo>
                  <a:pt x="5401" y="814"/>
                </a:lnTo>
                <a:lnTo>
                  <a:pt x="5400" y="814"/>
                </a:lnTo>
                <a:lnTo>
                  <a:pt x="5400" y="813"/>
                </a:lnTo>
                <a:lnTo>
                  <a:pt x="5399" y="813"/>
                </a:lnTo>
                <a:lnTo>
                  <a:pt x="5399" y="814"/>
                </a:lnTo>
                <a:lnTo>
                  <a:pt x="5400" y="814"/>
                </a:lnTo>
                <a:lnTo>
                  <a:pt x="5399" y="814"/>
                </a:lnTo>
                <a:lnTo>
                  <a:pt x="5399" y="815"/>
                </a:lnTo>
                <a:lnTo>
                  <a:pt x="5399" y="816"/>
                </a:lnTo>
                <a:lnTo>
                  <a:pt x="5400" y="816"/>
                </a:lnTo>
                <a:lnTo>
                  <a:pt x="5400" y="817"/>
                </a:lnTo>
                <a:lnTo>
                  <a:pt x="5400" y="818"/>
                </a:lnTo>
                <a:lnTo>
                  <a:pt x="5399" y="818"/>
                </a:lnTo>
                <a:lnTo>
                  <a:pt x="5398" y="818"/>
                </a:lnTo>
                <a:lnTo>
                  <a:pt x="5398" y="817"/>
                </a:lnTo>
                <a:lnTo>
                  <a:pt x="5397" y="817"/>
                </a:lnTo>
                <a:lnTo>
                  <a:pt x="5397" y="818"/>
                </a:lnTo>
                <a:lnTo>
                  <a:pt x="5396" y="818"/>
                </a:lnTo>
                <a:lnTo>
                  <a:pt x="5396" y="817"/>
                </a:lnTo>
                <a:lnTo>
                  <a:pt x="5395" y="817"/>
                </a:lnTo>
                <a:lnTo>
                  <a:pt x="5395" y="818"/>
                </a:lnTo>
                <a:lnTo>
                  <a:pt x="5396" y="818"/>
                </a:lnTo>
                <a:lnTo>
                  <a:pt x="5395" y="818"/>
                </a:lnTo>
                <a:lnTo>
                  <a:pt x="5394" y="818"/>
                </a:lnTo>
                <a:lnTo>
                  <a:pt x="5394" y="819"/>
                </a:lnTo>
                <a:lnTo>
                  <a:pt x="5394" y="818"/>
                </a:lnTo>
                <a:lnTo>
                  <a:pt x="5393" y="818"/>
                </a:lnTo>
                <a:lnTo>
                  <a:pt x="5394" y="818"/>
                </a:lnTo>
                <a:lnTo>
                  <a:pt x="5394" y="819"/>
                </a:lnTo>
                <a:lnTo>
                  <a:pt x="5393" y="819"/>
                </a:lnTo>
                <a:lnTo>
                  <a:pt x="5393" y="820"/>
                </a:lnTo>
                <a:lnTo>
                  <a:pt x="5392" y="820"/>
                </a:lnTo>
                <a:lnTo>
                  <a:pt x="5393" y="820"/>
                </a:lnTo>
                <a:lnTo>
                  <a:pt x="5393" y="819"/>
                </a:lnTo>
                <a:lnTo>
                  <a:pt x="5392" y="819"/>
                </a:lnTo>
                <a:lnTo>
                  <a:pt x="5391" y="819"/>
                </a:lnTo>
                <a:lnTo>
                  <a:pt x="5391" y="820"/>
                </a:lnTo>
                <a:lnTo>
                  <a:pt x="5390" y="820"/>
                </a:lnTo>
                <a:lnTo>
                  <a:pt x="5391" y="820"/>
                </a:lnTo>
                <a:lnTo>
                  <a:pt x="5390" y="820"/>
                </a:lnTo>
                <a:lnTo>
                  <a:pt x="5390" y="821"/>
                </a:lnTo>
                <a:lnTo>
                  <a:pt x="5389" y="821"/>
                </a:lnTo>
                <a:lnTo>
                  <a:pt x="5388" y="821"/>
                </a:lnTo>
                <a:lnTo>
                  <a:pt x="5387" y="821"/>
                </a:lnTo>
                <a:lnTo>
                  <a:pt x="5387" y="822"/>
                </a:lnTo>
                <a:lnTo>
                  <a:pt x="5386" y="822"/>
                </a:lnTo>
                <a:lnTo>
                  <a:pt x="5385" y="822"/>
                </a:lnTo>
                <a:lnTo>
                  <a:pt x="5385" y="823"/>
                </a:lnTo>
                <a:lnTo>
                  <a:pt x="5384" y="824"/>
                </a:lnTo>
                <a:lnTo>
                  <a:pt x="5384" y="823"/>
                </a:lnTo>
                <a:lnTo>
                  <a:pt x="5384" y="824"/>
                </a:lnTo>
                <a:lnTo>
                  <a:pt x="5384" y="823"/>
                </a:lnTo>
                <a:lnTo>
                  <a:pt x="5383" y="823"/>
                </a:lnTo>
                <a:lnTo>
                  <a:pt x="5383" y="824"/>
                </a:lnTo>
                <a:lnTo>
                  <a:pt x="5382" y="824"/>
                </a:lnTo>
                <a:lnTo>
                  <a:pt x="5381" y="824"/>
                </a:lnTo>
                <a:lnTo>
                  <a:pt x="5380" y="824"/>
                </a:lnTo>
                <a:lnTo>
                  <a:pt x="5381" y="824"/>
                </a:lnTo>
                <a:lnTo>
                  <a:pt x="5380" y="825"/>
                </a:lnTo>
                <a:lnTo>
                  <a:pt x="5379" y="825"/>
                </a:lnTo>
                <a:lnTo>
                  <a:pt x="5379" y="826"/>
                </a:lnTo>
                <a:lnTo>
                  <a:pt x="5379" y="825"/>
                </a:lnTo>
                <a:lnTo>
                  <a:pt x="5380" y="825"/>
                </a:lnTo>
                <a:lnTo>
                  <a:pt x="5380" y="826"/>
                </a:lnTo>
                <a:lnTo>
                  <a:pt x="5379" y="826"/>
                </a:lnTo>
                <a:lnTo>
                  <a:pt x="5379" y="827"/>
                </a:lnTo>
                <a:lnTo>
                  <a:pt x="5378" y="827"/>
                </a:lnTo>
                <a:lnTo>
                  <a:pt x="5378" y="828"/>
                </a:lnTo>
                <a:lnTo>
                  <a:pt x="5379" y="828"/>
                </a:lnTo>
                <a:lnTo>
                  <a:pt x="5378" y="828"/>
                </a:lnTo>
                <a:lnTo>
                  <a:pt x="5377" y="828"/>
                </a:lnTo>
                <a:lnTo>
                  <a:pt x="5377" y="829"/>
                </a:lnTo>
                <a:lnTo>
                  <a:pt x="5378" y="829"/>
                </a:lnTo>
                <a:lnTo>
                  <a:pt x="5377" y="830"/>
                </a:lnTo>
                <a:lnTo>
                  <a:pt x="5377" y="829"/>
                </a:lnTo>
                <a:lnTo>
                  <a:pt x="5377" y="830"/>
                </a:lnTo>
                <a:lnTo>
                  <a:pt x="5376" y="831"/>
                </a:lnTo>
                <a:lnTo>
                  <a:pt x="5377" y="831"/>
                </a:lnTo>
                <a:lnTo>
                  <a:pt x="5377" y="832"/>
                </a:lnTo>
                <a:lnTo>
                  <a:pt x="5376" y="832"/>
                </a:lnTo>
                <a:lnTo>
                  <a:pt x="5375" y="832"/>
                </a:lnTo>
                <a:lnTo>
                  <a:pt x="5376" y="832"/>
                </a:lnTo>
                <a:lnTo>
                  <a:pt x="5375" y="832"/>
                </a:lnTo>
                <a:lnTo>
                  <a:pt x="5375" y="833"/>
                </a:lnTo>
                <a:lnTo>
                  <a:pt x="5374" y="834"/>
                </a:lnTo>
                <a:lnTo>
                  <a:pt x="5375" y="834"/>
                </a:lnTo>
                <a:lnTo>
                  <a:pt x="5375" y="835"/>
                </a:lnTo>
                <a:lnTo>
                  <a:pt x="5374" y="835"/>
                </a:lnTo>
                <a:lnTo>
                  <a:pt x="5375" y="835"/>
                </a:lnTo>
                <a:lnTo>
                  <a:pt x="5375" y="836"/>
                </a:lnTo>
                <a:lnTo>
                  <a:pt x="5374" y="837"/>
                </a:lnTo>
                <a:lnTo>
                  <a:pt x="5375" y="837"/>
                </a:lnTo>
                <a:lnTo>
                  <a:pt x="5375" y="838"/>
                </a:lnTo>
                <a:lnTo>
                  <a:pt x="5375" y="839"/>
                </a:lnTo>
                <a:lnTo>
                  <a:pt x="5374" y="838"/>
                </a:lnTo>
                <a:lnTo>
                  <a:pt x="5374" y="839"/>
                </a:lnTo>
                <a:lnTo>
                  <a:pt x="5373" y="839"/>
                </a:lnTo>
                <a:lnTo>
                  <a:pt x="5373" y="840"/>
                </a:lnTo>
                <a:lnTo>
                  <a:pt x="5373" y="841"/>
                </a:lnTo>
                <a:lnTo>
                  <a:pt x="5373" y="842"/>
                </a:lnTo>
                <a:lnTo>
                  <a:pt x="5374" y="842"/>
                </a:lnTo>
                <a:lnTo>
                  <a:pt x="5373" y="842"/>
                </a:lnTo>
                <a:lnTo>
                  <a:pt x="5373" y="843"/>
                </a:lnTo>
                <a:lnTo>
                  <a:pt x="5372" y="843"/>
                </a:lnTo>
                <a:lnTo>
                  <a:pt x="5371" y="843"/>
                </a:lnTo>
                <a:lnTo>
                  <a:pt x="5371" y="844"/>
                </a:lnTo>
                <a:lnTo>
                  <a:pt x="5372" y="844"/>
                </a:lnTo>
                <a:lnTo>
                  <a:pt x="5373" y="844"/>
                </a:lnTo>
                <a:lnTo>
                  <a:pt x="5373" y="845"/>
                </a:lnTo>
                <a:lnTo>
                  <a:pt x="5372" y="845"/>
                </a:lnTo>
                <a:lnTo>
                  <a:pt x="5371" y="845"/>
                </a:lnTo>
                <a:lnTo>
                  <a:pt x="5372" y="845"/>
                </a:lnTo>
                <a:lnTo>
                  <a:pt x="5372" y="846"/>
                </a:lnTo>
                <a:lnTo>
                  <a:pt x="5371" y="846"/>
                </a:lnTo>
                <a:lnTo>
                  <a:pt x="5371" y="847"/>
                </a:lnTo>
                <a:lnTo>
                  <a:pt x="5371" y="846"/>
                </a:lnTo>
                <a:lnTo>
                  <a:pt x="5372" y="846"/>
                </a:lnTo>
                <a:lnTo>
                  <a:pt x="5372" y="847"/>
                </a:lnTo>
                <a:lnTo>
                  <a:pt x="5371" y="847"/>
                </a:lnTo>
                <a:lnTo>
                  <a:pt x="5370" y="847"/>
                </a:lnTo>
                <a:lnTo>
                  <a:pt x="5370" y="848"/>
                </a:lnTo>
                <a:lnTo>
                  <a:pt x="5372" y="848"/>
                </a:lnTo>
                <a:lnTo>
                  <a:pt x="5371" y="848"/>
                </a:lnTo>
                <a:lnTo>
                  <a:pt x="5371" y="849"/>
                </a:lnTo>
                <a:lnTo>
                  <a:pt x="5371" y="848"/>
                </a:lnTo>
                <a:lnTo>
                  <a:pt x="5372" y="848"/>
                </a:lnTo>
                <a:lnTo>
                  <a:pt x="5372" y="849"/>
                </a:lnTo>
                <a:lnTo>
                  <a:pt x="5371" y="849"/>
                </a:lnTo>
                <a:lnTo>
                  <a:pt x="5371" y="850"/>
                </a:lnTo>
                <a:lnTo>
                  <a:pt x="5370" y="850"/>
                </a:lnTo>
                <a:lnTo>
                  <a:pt x="5370" y="851"/>
                </a:lnTo>
                <a:lnTo>
                  <a:pt x="5371" y="851"/>
                </a:lnTo>
                <a:lnTo>
                  <a:pt x="5371" y="850"/>
                </a:lnTo>
                <a:lnTo>
                  <a:pt x="5372" y="850"/>
                </a:lnTo>
                <a:lnTo>
                  <a:pt x="5371" y="851"/>
                </a:lnTo>
                <a:lnTo>
                  <a:pt x="5372" y="851"/>
                </a:lnTo>
                <a:lnTo>
                  <a:pt x="5371" y="851"/>
                </a:lnTo>
                <a:lnTo>
                  <a:pt x="5370" y="851"/>
                </a:lnTo>
                <a:lnTo>
                  <a:pt x="5370" y="852"/>
                </a:lnTo>
                <a:lnTo>
                  <a:pt x="5371" y="852"/>
                </a:lnTo>
                <a:lnTo>
                  <a:pt x="5372" y="852"/>
                </a:lnTo>
                <a:lnTo>
                  <a:pt x="5371" y="852"/>
                </a:lnTo>
                <a:lnTo>
                  <a:pt x="5372" y="852"/>
                </a:lnTo>
                <a:lnTo>
                  <a:pt x="5372" y="853"/>
                </a:lnTo>
                <a:lnTo>
                  <a:pt x="5372" y="852"/>
                </a:lnTo>
                <a:lnTo>
                  <a:pt x="5372" y="853"/>
                </a:lnTo>
                <a:lnTo>
                  <a:pt x="5373" y="853"/>
                </a:lnTo>
                <a:lnTo>
                  <a:pt x="5373" y="854"/>
                </a:lnTo>
                <a:lnTo>
                  <a:pt x="5373" y="855"/>
                </a:lnTo>
                <a:lnTo>
                  <a:pt x="5373" y="856"/>
                </a:lnTo>
                <a:lnTo>
                  <a:pt x="5374" y="856"/>
                </a:lnTo>
                <a:lnTo>
                  <a:pt x="5374" y="857"/>
                </a:lnTo>
                <a:lnTo>
                  <a:pt x="5374" y="858"/>
                </a:lnTo>
                <a:lnTo>
                  <a:pt x="5374" y="859"/>
                </a:lnTo>
                <a:lnTo>
                  <a:pt x="5373" y="859"/>
                </a:lnTo>
                <a:lnTo>
                  <a:pt x="5374" y="859"/>
                </a:lnTo>
                <a:lnTo>
                  <a:pt x="5374" y="860"/>
                </a:lnTo>
                <a:lnTo>
                  <a:pt x="5373" y="861"/>
                </a:lnTo>
                <a:lnTo>
                  <a:pt x="5374" y="861"/>
                </a:lnTo>
                <a:lnTo>
                  <a:pt x="5375" y="861"/>
                </a:lnTo>
                <a:lnTo>
                  <a:pt x="5374" y="861"/>
                </a:lnTo>
                <a:lnTo>
                  <a:pt x="5374" y="862"/>
                </a:lnTo>
                <a:lnTo>
                  <a:pt x="5373" y="862"/>
                </a:lnTo>
                <a:lnTo>
                  <a:pt x="5373" y="863"/>
                </a:lnTo>
                <a:lnTo>
                  <a:pt x="5374" y="863"/>
                </a:lnTo>
                <a:lnTo>
                  <a:pt x="5374" y="862"/>
                </a:lnTo>
                <a:lnTo>
                  <a:pt x="5375" y="862"/>
                </a:lnTo>
                <a:lnTo>
                  <a:pt x="5374" y="862"/>
                </a:lnTo>
                <a:lnTo>
                  <a:pt x="5374" y="863"/>
                </a:lnTo>
                <a:lnTo>
                  <a:pt x="5374" y="862"/>
                </a:lnTo>
                <a:lnTo>
                  <a:pt x="5375" y="863"/>
                </a:lnTo>
                <a:lnTo>
                  <a:pt x="5374" y="863"/>
                </a:lnTo>
                <a:lnTo>
                  <a:pt x="5375" y="863"/>
                </a:lnTo>
                <a:lnTo>
                  <a:pt x="5374" y="863"/>
                </a:lnTo>
                <a:lnTo>
                  <a:pt x="5374" y="864"/>
                </a:lnTo>
                <a:lnTo>
                  <a:pt x="5373" y="863"/>
                </a:lnTo>
                <a:lnTo>
                  <a:pt x="5374" y="863"/>
                </a:lnTo>
                <a:lnTo>
                  <a:pt x="5373" y="863"/>
                </a:lnTo>
                <a:lnTo>
                  <a:pt x="5372" y="863"/>
                </a:lnTo>
                <a:lnTo>
                  <a:pt x="5372" y="864"/>
                </a:lnTo>
                <a:lnTo>
                  <a:pt x="5371" y="864"/>
                </a:lnTo>
                <a:lnTo>
                  <a:pt x="5372" y="864"/>
                </a:lnTo>
                <a:lnTo>
                  <a:pt x="5372" y="865"/>
                </a:lnTo>
                <a:lnTo>
                  <a:pt x="5371" y="865"/>
                </a:lnTo>
                <a:lnTo>
                  <a:pt x="5371" y="864"/>
                </a:lnTo>
                <a:lnTo>
                  <a:pt x="5371" y="865"/>
                </a:lnTo>
                <a:lnTo>
                  <a:pt x="5371" y="866"/>
                </a:lnTo>
                <a:lnTo>
                  <a:pt x="5371" y="865"/>
                </a:lnTo>
                <a:lnTo>
                  <a:pt x="5370" y="865"/>
                </a:lnTo>
                <a:lnTo>
                  <a:pt x="5370" y="866"/>
                </a:lnTo>
                <a:lnTo>
                  <a:pt x="5369" y="866"/>
                </a:lnTo>
                <a:lnTo>
                  <a:pt x="5369" y="867"/>
                </a:lnTo>
                <a:lnTo>
                  <a:pt x="5369" y="866"/>
                </a:lnTo>
                <a:lnTo>
                  <a:pt x="5368" y="866"/>
                </a:lnTo>
                <a:lnTo>
                  <a:pt x="5368" y="867"/>
                </a:lnTo>
                <a:lnTo>
                  <a:pt x="5368" y="868"/>
                </a:lnTo>
                <a:lnTo>
                  <a:pt x="5368" y="867"/>
                </a:lnTo>
                <a:lnTo>
                  <a:pt x="5367" y="867"/>
                </a:lnTo>
                <a:lnTo>
                  <a:pt x="5367" y="868"/>
                </a:lnTo>
                <a:lnTo>
                  <a:pt x="5366" y="868"/>
                </a:lnTo>
                <a:lnTo>
                  <a:pt x="5366" y="869"/>
                </a:lnTo>
                <a:lnTo>
                  <a:pt x="5365" y="869"/>
                </a:lnTo>
                <a:lnTo>
                  <a:pt x="5366" y="869"/>
                </a:lnTo>
                <a:lnTo>
                  <a:pt x="5366" y="870"/>
                </a:lnTo>
                <a:lnTo>
                  <a:pt x="5365" y="870"/>
                </a:lnTo>
                <a:lnTo>
                  <a:pt x="5366" y="870"/>
                </a:lnTo>
                <a:lnTo>
                  <a:pt x="5365" y="870"/>
                </a:lnTo>
                <a:lnTo>
                  <a:pt x="5365" y="871"/>
                </a:lnTo>
                <a:lnTo>
                  <a:pt x="5364" y="871"/>
                </a:lnTo>
                <a:lnTo>
                  <a:pt x="5363" y="871"/>
                </a:lnTo>
                <a:lnTo>
                  <a:pt x="5362" y="871"/>
                </a:lnTo>
                <a:lnTo>
                  <a:pt x="5362" y="872"/>
                </a:lnTo>
                <a:lnTo>
                  <a:pt x="5361" y="872"/>
                </a:lnTo>
                <a:lnTo>
                  <a:pt x="5360" y="872"/>
                </a:lnTo>
                <a:lnTo>
                  <a:pt x="5360" y="873"/>
                </a:lnTo>
                <a:lnTo>
                  <a:pt x="5360" y="874"/>
                </a:lnTo>
                <a:lnTo>
                  <a:pt x="5359" y="874"/>
                </a:lnTo>
                <a:lnTo>
                  <a:pt x="5359" y="873"/>
                </a:lnTo>
                <a:lnTo>
                  <a:pt x="5358" y="873"/>
                </a:lnTo>
                <a:lnTo>
                  <a:pt x="5358" y="874"/>
                </a:lnTo>
                <a:lnTo>
                  <a:pt x="5358" y="875"/>
                </a:lnTo>
                <a:lnTo>
                  <a:pt x="5358" y="874"/>
                </a:lnTo>
                <a:lnTo>
                  <a:pt x="5357" y="874"/>
                </a:lnTo>
                <a:lnTo>
                  <a:pt x="5357" y="873"/>
                </a:lnTo>
                <a:lnTo>
                  <a:pt x="5356" y="873"/>
                </a:lnTo>
                <a:lnTo>
                  <a:pt x="5355" y="873"/>
                </a:lnTo>
                <a:lnTo>
                  <a:pt x="5354" y="873"/>
                </a:lnTo>
                <a:lnTo>
                  <a:pt x="5355" y="873"/>
                </a:lnTo>
                <a:lnTo>
                  <a:pt x="5355" y="872"/>
                </a:lnTo>
                <a:lnTo>
                  <a:pt x="5354" y="872"/>
                </a:lnTo>
                <a:lnTo>
                  <a:pt x="5354" y="873"/>
                </a:lnTo>
                <a:lnTo>
                  <a:pt x="5354" y="872"/>
                </a:lnTo>
                <a:lnTo>
                  <a:pt x="5353" y="872"/>
                </a:lnTo>
                <a:lnTo>
                  <a:pt x="5352" y="872"/>
                </a:lnTo>
                <a:lnTo>
                  <a:pt x="5352" y="871"/>
                </a:lnTo>
                <a:lnTo>
                  <a:pt x="5351" y="871"/>
                </a:lnTo>
                <a:lnTo>
                  <a:pt x="5352" y="871"/>
                </a:lnTo>
                <a:lnTo>
                  <a:pt x="5351" y="871"/>
                </a:lnTo>
                <a:lnTo>
                  <a:pt x="5350" y="870"/>
                </a:lnTo>
                <a:lnTo>
                  <a:pt x="5349" y="870"/>
                </a:lnTo>
                <a:lnTo>
                  <a:pt x="5273" y="850"/>
                </a:lnTo>
                <a:lnTo>
                  <a:pt x="5272" y="850"/>
                </a:lnTo>
                <a:lnTo>
                  <a:pt x="5272" y="849"/>
                </a:lnTo>
                <a:lnTo>
                  <a:pt x="5271" y="849"/>
                </a:lnTo>
                <a:lnTo>
                  <a:pt x="5271" y="848"/>
                </a:lnTo>
                <a:lnTo>
                  <a:pt x="5270" y="848"/>
                </a:lnTo>
                <a:lnTo>
                  <a:pt x="5269" y="848"/>
                </a:lnTo>
                <a:lnTo>
                  <a:pt x="5268" y="848"/>
                </a:lnTo>
                <a:lnTo>
                  <a:pt x="5267" y="847"/>
                </a:lnTo>
                <a:lnTo>
                  <a:pt x="5266" y="847"/>
                </a:lnTo>
                <a:lnTo>
                  <a:pt x="5266" y="846"/>
                </a:lnTo>
                <a:lnTo>
                  <a:pt x="5265" y="845"/>
                </a:lnTo>
                <a:lnTo>
                  <a:pt x="5265" y="843"/>
                </a:lnTo>
                <a:lnTo>
                  <a:pt x="5265" y="842"/>
                </a:lnTo>
                <a:lnTo>
                  <a:pt x="5262" y="841"/>
                </a:lnTo>
                <a:lnTo>
                  <a:pt x="5260" y="841"/>
                </a:lnTo>
                <a:lnTo>
                  <a:pt x="5260" y="842"/>
                </a:lnTo>
                <a:lnTo>
                  <a:pt x="5260" y="843"/>
                </a:lnTo>
                <a:lnTo>
                  <a:pt x="5258" y="844"/>
                </a:lnTo>
                <a:lnTo>
                  <a:pt x="5257" y="844"/>
                </a:lnTo>
                <a:lnTo>
                  <a:pt x="5257" y="845"/>
                </a:lnTo>
                <a:lnTo>
                  <a:pt x="5257" y="846"/>
                </a:lnTo>
                <a:lnTo>
                  <a:pt x="5256" y="846"/>
                </a:lnTo>
                <a:lnTo>
                  <a:pt x="5254" y="848"/>
                </a:lnTo>
                <a:lnTo>
                  <a:pt x="5254" y="849"/>
                </a:lnTo>
                <a:lnTo>
                  <a:pt x="5253" y="850"/>
                </a:lnTo>
                <a:lnTo>
                  <a:pt x="5253" y="851"/>
                </a:lnTo>
                <a:lnTo>
                  <a:pt x="5252" y="852"/>
                </a:lnTo>
                <a:lnTo>
                  <a:pt x="5252" y="853"/>
                </a:lnTo>
                <a:lnTo>
                  <a:pt x="5253" y="854"/>
                </a:lnTo>
                <a:lnTo>
                  <a:pt x="5252" y="854"/>
                </a:lnTo>
                <a:lnTo>
                  <a:pt x="5251" y="854"/>
                </a:lnTo>
                <a:lnTo>
                  <a:pt x="5250" y="854"/>
                </a:lnTo>
                <a:lnTo>
                  <a:pt x="5249" y="853"/>
                </a:lnTo>
                <a:lnTo>
                  <a:pt x="5248" y="853"/>
                </a:lnTo>
                <a:lnTo>
                  <a:pt x="5247" y="853"/>
                </a:lnTo>
                <a:lnTo>
                  <a:pt x="5246" y="853"/>
                </a:lnTo>
                <a:lnTo>
                  <a:pt x="5245" y="853"/>
                </a:lnTo>
                <a:lnTo>
                  <a:pt x="5245" y="854"/>
                </a:lnTo>
                <a:lnTo>
                  <a:pt x="5244" y="854"/>
                </a:lnTo>
                <a:lnTo>
                  <a:pt x="5243" y="854"/>
                </a:lnTo>
                <a:lnTo>
                  <a:pt x="5242" y="856"/>
                </a:lnTo>
                <a:lnTo>
                  <a:pt x="5241" y="858"/>
                </a:lnTo>
                <a:lnTo>
                  <a:pt x="5240" y="860"/>
                </a:lnTo>
                <a:lnTo>
                  <a:pt x="5242" y="861"/>
                </a:lnTo>
                <a:lnTo>
                  <a:pt x="5244" y="861"/>
                </a:lnTo>
                <a:lnTo>
                  <a:pt x="5243" y="862"/>
                </a:lnTo>
                <a:lnTo>
                  <a:pt x="5244" y="862"/>
                </a:lnTo>
                <a:lnTo>
                  <a:pt x="5244" y="863"/>
                </a:lnTo>
                <a:lnTo>
                  <a:pt x="5244" y="864"/>
                </a:lnTo>
                <a:lnTo>
                  <a:pt x="5243" y="864"/>
                </a:lnTo>
                <a:lnTo>
                  <a:pt x="5242" y="865"/>
                </a:lnTo>
                <a:lnTo>
                  <a:pt x="5242" y="866"/>
                </a:lnTo>
                <a:lnTo>
                  <a:pt x="5239" y="867"/>
                </a:lnTo>
                <a:lnTo>
                  <a:pt x="5238" y="869"/>
                </a:lnTo>
                <a:lnTo>
                  <a:pt x="5237" y="870"/>
                </a:lnTo>
                <a:lnTo>
                  <a:pt x="5236" y="870"/>
                </a:lnTo>
                <a:lnTo>
                  <a:pt x="5234" y="871"/>
                </a:lnTo>
                <a:lnTo>
                  <a:pt x="5233" y="871"/>
                </a:lnTo>
                <a:lnTo>
                  <a:pt x="5233" y="872"/>
                </a:lnTo>
                <a:lnTo>
                  <a:pt x="5232" y="872"/>
                </a:lnTo>
                <a:lnTo>
                  <a:pt x="5232" y="873"/>
                </a:lnTo>
                <a:lnTo>
                  <a:pt x="5231" y="874"/>
                </a:lnTo>
                <a:lnTo>
                  <a:pt x="5230" y="874"/>
                </a:lnTo>
                <a:lnTo>
                  <a:pt x="5229" y="875"/>
                </a:lnTo>
                <a:lnTo>
                  <a:pt x="5228" y="875"/>
                </a:lnTo>
                <a:lnTo>
                  <a:pt x="5227" y="876"/>
                </a:lnTo>
                <a:lnTo>
                  <a:pt x="5226" y="876"/>
                </a:lnTo>
                <a:lnTo>
                  <a:pt x="5225" y="876"/>
                </a:lnTo>
                <a:lnTo>
                  <a:pt x="5225" y="878"/>
                </a:lnTo>
                <a:lnTo>
                  <a:pt x="5226" y="878"/>
                </a:lnTo>
                <a:lnTo>
                  <a:pt x="5227" y="879"/>
                </a:lnTo>
                <a:lnTo>
                  <a:pt x="5226" y="879"/>
                </a:lnTo>
                <a:lnTo>
                  <a:pt x="5225" y="880"/>
                </a:lnTo>
                <a:lnTo>
                  <a:pt x="5224" y="880"/>
                </a:lnTo>
                <a:lnTo>
                  <a:pt x="5223" y="880"/>
                </a:lnTo>
                <a:lnTo>
                  <a:pt x="5222" y="879"/>
                </a:lnTo>
                <a:lnTo>
                  <a:pt x="5221" y="879"/>
                </a:lnTo>
                <a:lnTo>
                  <a:pt x="5220" y="879"/>
                </a:lnTo>
                <a:lnTo>
                  <a:pt x="5218" y="878"/>
                </a:lnTo>
                <a:lnTo>
                  <a:pt x="5217" y="878"/>
                </a:lnTo>
                <a:lnTo>
                  <a:pt x="5216" y="878"/>
                </a:lnTo>
                <a:lnTo>
                  <a:pt x="5215" y="878"/>
                </a:lnTo>
                <a:lnTo>
                  <a:pt x="5214" y="878"/>
                </a:lnTo>
                <a:lnTo>
                  <a:pt x="5214" y="877"/>
                </a:lnTo>
                <a:lnTo>
                  <a:pt x="5213" y="878"/>
                </a:lnTo>
                <a:lnTo>
                  <a:pt x="5212" y="879"/>
                </a:lnTo>
                <a:lnTo>
                  <a:pt x="5211" y="880"/>
                </a:lnTo>
                <a:lnTo>
                  <a:pt x="5210" y="880"/>
                </a:lnTo>
                <a:lnTo>
                  <a:pt x="5209" y="880"/>
                </a:lnTo>
                <a:lnTo>
                  <a:pt x="5209" y="881"/>
                </a:lnTo>
                <a:lnTo>
                  <a:pt x="5209" y="882"/>
                </a:lnTo>
                <a:lnTo>
                  <a:pt x="5208" y="883"/>
                </a:lnTo>
                <a:lnTo>
                  <a:pt x="5207" y="884"/>
                </a:lnTo>
                <a:lnTo>
                  <a:pt x="5206" y="884"/>
                </a:lnTo>
                <a:lnTo>
                  <a:pt x="5205" y="884"/>
                </a:lnTo>
                <a:lnTo>
                  <a:pt x="5205" y="883"/>
                </a:lnTo>
                <a:lnTo>
                  <a:pt x="5204" y="884"/>
                </a:lnTo>
                <a:lnTo>
                  <a:pt x="5203" y="884"/>
                </a:lnTo>
                <a:lnTo>
                  <a:pt x="5202" y="885"/>
                </a:lnTo>
                <a:lnTo>
                  <a:pt x="5201" y="885"/>
                </a:lnTo>
                <a:lnTo>
                  <a:pt x="5200" y="885"/>
                </a:lnTo>
                <a:lnTo>
                  <a:pt x="5200" y="884"/>
                </a:lnTo>
                <a:lnTo>
                  <a:pt x="5199" y="883"/>
                </a:lnTo>
                <a:lnTo>
                  <a:pt x="5198" y="883"/>
                </a:lnTo>
                <a:lnTo>
                  <a:pt x="5197" y="883"/>
                </a:lnTo>
                <a:lnTo>
                  <a:pt x="5196" y="883"/>
                </a:lnTo>
                <a:lnTo>
                  <a:pt x="5195" y="882"/>
                </a:lnTo>
                <a:lnTo>
                  <a:pt x="5194" y="882"/>
                </a:lnTo>
                <a:lnTo>
                  <a:pt x="5193" y="883"/>
                </a:lnTo>
                <a:lnTo>
                  <a:pt x="5192" y="883"/>
                </a:lnTo>
                <a:lnTo>
                  <a:pt x="5190" y="883"/>
                </a:lnTo>
                <a:lnTo>
                  <a:pt x="5189" y="884"/>
                </a:lnTo>
                <a:lnTo>
                  <a:pt x="5189" y="885"/>
                </a:lnTo>
                <a:lnTo>
                  <a:pt x="5190" y="886"/>
                </a:lnTo>
                <a:lnTo>
                  <a:pt x="5190" y="887"/>
                </a:lnTo>
                <a:lnTo>
                  <a:pt x="5190" y="888"/>
                </a:lnTo>
                <a:lnTo>
                  <a:pt x="5189" y="887"/>
                </a:lnTo>
                <a:lnTo>
                  <a:pt x="5189" y="888"/>
                </a:lnTo>
                <a:lnTo>
                  <a:pt x="5187" y="889"/>
                </a:lnTo>
                <a:lnTo>
                  <a:pt x="5186" y="889"/>
                </a:lnTo>
                <a:lnTo>
                  <a:pt x="5185" y="889"/>
                </a:lnTo>
                <a:lnTo>
                  <a:pt x="5184" y="889"/>
                </a:lnTo>
                <a:lnTo>
                  <a:pt x="5183" y="890"/>
                </a:lnTo>
                <a:lnTo>
                  <a:pt x="5181" y="890"/>
                </a:lnTo>
                <a:lnTo>
                  <a:pt x="5180" y="890"/>
                </a:lnTo>
                <a:lnTo>
                  <a:pt x="5179" y="891"/>
                </a:lnTo>
                <a:lnTo>
                  <a:pt x="5178" y="892"/>
                </a:lnTo>
                <a:lnTo>
                  <a:pt x="5178" y="893"/>
                </a:lnTo>
                <a:lnTo>
                  <a:pt x="5178" y="895"/>
                </a:lnTo>
                <a:lnTo>
                  <a:pt x="5179" y="895"/>
                </a:lnTo>
                <a:lnTo>
                  <a:pt x="5180" y="895"/>
                </a:lnTo>
                <a:lnTo>
                  <a:pt x="5181" y="895"/>
                </a:lnTo>
                <a:lnTo>
                  <a:pt x="5182" y="895"/>
                </a:lnTo>
                <a:lnTo>
                  <a:pt x="5183" y="896"/>
                </a:lnTo>
                <a:lnTo>
                  <a:pt x="5183" y="897"/>
                </a:lnTo>
                <a:lnTo>
                  <a:pt x="5183" y="898"/>
                </a:lnTo>
                <a:lnTo>
                  <a:pt x="5183" y="899"/>
                </a:lnTo>
                <a:lnTo>
                  <a:pt x="5184" y="899"/>
                </a:lnTo>
                <a:lnTo>
                  <a:pt x="5185" y="899"/>
                </a:lnTo>
                <a:lnTo>
                  <a:pt x="5187" y="899"/>
                </a:lnTo>
                <a:lnTo>
                  <a:pt x="5187" y="900"/>
                </a:lnTo>
                <a:lnTo>
                  <a:pt x="5188" y="902"/>
                </a:lnTo>
                <a:lnTo>
                  <a:pt x="5190" y="902"/>
                </a:lnTo>
                <a:lnTo>
                  <a:pt x="5190" y="903"/>
                </a:lnTo>
                <a:lnTo>
                  <a:pt x="5190" y="905"/>
                </a:lnTo>
                <a:lnTo>
                  <a:pt x="5190" y="906"/>
                </a:lnTo>
                <a:lnTo>
                  <a:pt x="5191" y="906"/>
                </a:lnTo>
                <a:lnTo>
                  <a:pt x="5195" y="919"/>
                </a:lnTo>
                <a:lnTo>
                  <a:pt x="5196" y="924"/>
                </a:lnTo>
                <a:lnTo>
                  <a:pt x="5202" y="948"/>
                </a:lnTo>
                <a:lnTo>
                  <a:pt x="5209" y="974"/>
                </a:lnTo>
                <a:lnTo>
                  <a:pt x="5208" y="974"/>
                </a:lnTo>
                <a:lnTo>
                  <a:pt x="5208" y="975"/>
                </a:lnTo>
                <a:lnTo>
                  <a:pt x="5207" y="975"/>
                </a:lnTo>
                <a:lnTo>
                  <a:pt x="5206" y="975"/>
                </a:lnTo>
                <a:lnTo>
                  <a:pt x="5205" y="976"/>
                </a:lnTo>
                <a:lnTo>
                  <a:pt x="5205" y="978"/>
                </a:lnTo>
                <a:lnTo>
                  <a:pt x="5205" y="979"/>
                </a:lnTo>
                <a:lnTo>
                  <a:pt x="5205" y="980"/>
                </a:lnTo>
                <a:lnTo>
                  <a:pt x="5204" y="980"/>
                </a:lnTo>
                <a:lnTo>
                  <a:pt x="5204" y="981"/>
                </a:lnTo>
                <a:lnTo>
                  <a:pt x="5204" y="982"/>
                </a:lnTo>
                <a:lnTo>
                  <a:pt x="5203" y="982"/>
                </a:lnTo>
                <a:lnTo>
                  <a:pt x="5204" y="982"/>
                </a:lnTo>
                <a:lnTo>
                  <a:pt x="5204" y="983"/>
                </a:lnTo>
                <a:lnTo>
                  <a:pt x="5204" y="984"/>
                </a:lnTo>
                <a:lnTo>
                  <a:pt x="5205" y="984"/>
                </a:lnTo>
                <a:lnTo>
                  <a:pt x="5206" y="984"/>
                </a:lnTo>
                <a:lnTo>
                  <a:pt x="5206" y="985"/>
                </a:lnTo>
                <a:lnTo>
                  <a:pt x="5205" y="986"/>
                </a:lnTo>
                <a:lnTo>
                  <a:pt x="5205" y="988"/>
                </a:lnTo>
                <a:lnTo>
                  <a:pt x="5205" y="989"/>
                </a:lnTo>
                <a:lnTo>
                  <a:pt x="5204" y="990"/>
                </a:lnTo>
                <a:lnTo>
                  <a:pt x="5203" y="990"/>
                </a:lnTo>
                <a:lnTo>
                  <a:pt x="5203" y="991"/>
                </a:lnTo>
                <a:lnTo>
                  <a:pt x="5203" y="992"/>
                </a:lnTo>
                <a:lnTo>
                  <a:pt x="5203" y="993"/>
                </a:lnTo>
                <a:lnTo>
                  <a:pt x="5203" y="994"/>
                </a:lnTo>
                <a:lnTo>
                  <a:pt x="5202" y="994"/>
                </a:lnTo>
                <a:lnTo>
                  <a:pt x="5202" y="995"/>
                </a:lnTo>
                <a:lnTo>
                  <a:pt x="5201" y="996"/>
                </a:lnTo>
                <a:lnTo>
                  <a:pt x="5202" y="997"/>
                </a:lnTo>
                <a:lnTo>
                  <a:pt x="5202" y="998"/>
                </a:lnTo>
                <a:lnTo>
                  <a:pt x="5202" y="999"/>
                </a:lnTo>
                <a:lnTo>
                  <a:pt x="5201" y="999"/>
                </a:lnTo>
                <a:lnTo>
                  <a:pt x="5201" y="1000"/>
                </a:lnTo>
                <a:lnTo>
                  <a:pt x="5202" y="1000"/>
                </a:lnTo>
                <a:lnTo>
                  <a:pt x="5201" y="1000"/>
                </a:lnTo>
                <a:lnTo>
                  <a:pt x="5201" y="1001"/>
                </a:lnTo>
                <a:lnTo>
                  <a:pt x="5201" y="1002"/>
                </a:lnTo>
                <a:lnTo>
                  <a:pt x="5202" y="1002"/>
                </a:lnTo>
                <a:lnTo>
                  <a:pt x="5202" y="1003"/>
                </a:lnTo>
                <a:lnTo>
                  <a:pt x="5202" y="1004"/>
                </a:lnTo>
                <a:lnTo>
                  <a:pt x="5202" y="1005"/>
                </a:lnTo>
                <a:lnTo>
                  <a:pt x="5203" y="1005"/>
                </a:lnTo>
                <a:lnTo>
                  <a:pt x="5202" y="1005"/>
                </a:lnTo>
                <a:lnTo>
                  <a:pt x="5202" y="1006"/>
                </a:lnTo>
                <a:lnTo>
                  <a:pt x="5201" y="1006"/>
                </a:lnTo>
                <a:lnTo>
                  <a:pt x="5201" y="1007"/>
                </a:lnTo>
                <a:lnTo>
                  <a:pt x="5202" y="1007"/>
                </a:lnTo>
                <a:lnTo>
                  <a:pt x="5202" y="1008"/>
                </a:lnTo>
                <a:lnTo>
                  <a:pt x="5202" y="1009"/>
                </a:lnTo>
                <a:lnTo>
                  <a:pt x="5201" y="1009"/>
                </a:lnTo>
                <a:lnTo>
                  <a:pt x="5201" y="1010"/>
                </a:lnTo>
                <a:lnTo>
                  <a:pt x="5201" y="1011"/>
                </a:lnTo>
                <a:lnTo>
                  <a:pt x="5202" y="1011"/>
                </a:lnTo>
                <a:lnTo>
                  <a:pt x="5202" y="1012"/>
                </a:lnTo>
                <a:lnTo>
                  <a:pt x="5203" y="1012"/>
                </a:lnTo>
                <a:lnTo>
                  <a:pt x="5203" y="1013"/>
                </a:lnTo>
                <a:lnTo>
                  <a:pt x="5203" y="1014"/>
                </a:lnTo>
                <a:lnTo>
                  <a:pt x="5203" y="1015"/>
                </a:lnTo>
                <a:lnTo>
                  <a:pt x="5202" y="1015"/>
                </a:lnTo>
                <a:lnTo>
                  <a:pt x="5203" y="1015"/>
                </a:lnTo>
                <a:lnTo>
                  <a:pt x="5203" y="1016"/>
                </a:lnTo>
                <a:lnTo>
                  <a:pt x="5202" y="1016"/>
                </a:lnTo>
                <a:lnTo>
                  <a:pt x="5201" y="1017"/>
                </a:lnTo>
                <a:lnTo>
                  <a:pt x="5202" y="1017"/>
                </a:lnTo>
                <a:lnTo>
                  <a:pt x="5202" y="1018"/>
                </a:lnTo>
                <a:lnTo>
                  <a:pt x="5201" y="1018"/>
                </a:lnTo>
                <a:lnTo>
                  <a:pt x="5202" y="1019"/>
                </a:lnTo>
                <a:lnTo>
                  <a:pt x="5203" y="1019"/>
                </a:lnTo>
                <a:lnTo>
                  <a:pt x="5204" y="1019"/>
                </a:lnTo>
                <a:lnTo>
                  <a:pt x="5204" y="1020"/>
                </a:lnTo>
                <a:lnTo>
                  <a:pt x="5203" y="1020"/>
                </a:lnTo>
                <a:lnTo>
                  <a:pt x="5203" y="1021"/>
                </a:lnTo>
                <a:lnTo>
                  <a:pt x="5202" y="1021"/>
                </a:lnTo>
                <a:lnTo>
                  <a:pt x="5202" y="1020"/>
                </a:lnTo>
                <a:lnTo>
                  <a:pt x="5201" y="1020"/>
                </a:lnTo>
                <a:lnTo>
                  <a:pt x="5200" y="1021"/>
                </a:lnTo>
                <a:lnTo>
                  <a:pt x="5200" y="1022"/>
                </a:lnTo>
                <a:lnTo>
                  <a:pt x="5201" y="1022"/>
                </a:lnTo>
                <a:lnTo>
                  <a:pt x="5201" y="1023"/>
                </a:lnTo>
                <a:lnTo>
                  <a:pt x="5201" y="1024"/>
                </a:lnTo>
                <a:lnTo>
                  <a:pt x="5200" y="1024"/>
                </a:lnTo>
                <a:lnTo>
                  <a:pt x="5200" y="1023"/>
                </a:lnTo>
                <a:lnTo>
                  <a:pt x="5199" y="1023"/>
                </a:lnTo>
                <a:lnTo>
                  <a:pt x="5199" y="1024"/>
                </a:lnTo>
                <a:lnTo>
                  <a:pt x="5200" y="1024"/>
                </a:lnTo>
                <a:lnTo>
                  <a:pt x="5200" y="1025"/>
                </a:lnTo>
                <a:lnTo>
                  <a:pt x="5200" y="1026"/>
                </a:lnTo>
                <a:lnTo>
                  <a:pt x="5200" y="1027"/>
                </a:lnTo>
                <a:lnTo>
                  <a:pt x="5201" y="1027"/>
                </a:lnTo>
                <a:lnTo>
                  <a:pt x="5202" y="1028"/>
                </a:lnTo>
                <a:lnTo>
                  <a:pt x="5203" y="1028"/>
                </a:lnTo>
                <a:lnTo>
                  <a:pt x="5204" y="1029"/>
                </a:lnTo>
                <a:lnTo>
                  <a:pt x="5205" y="1029"/>
                </a:lnTo>
                <a:lnTo>
                  <a:pt x="5205" y="1030"/>
                </a:lnTo>
                <a:lnTo>
                  <a:pt x="5206" y="1030"/>
                </a:lnTo>
                <a:lnTo>
                  <a:pt x="5207" y="1030"/>
                </a:lnTo>
                <a:lnTo>
                  <a:pt x="5208" y="1030"/>
                </a:lnTo>
                <a:lnTo>
                  <a:pt x="5209" y="1030"/>
                </a:lnTo>
                <a:lnTo>
                  <a:pt x="5210" y="1030"/>
                </a:lnTo>
                <a:lnTo>
                  <a:pt x="5210" y="1031"/>
                </a:lnTo>
                <a:lnTo>
                  <a:pt x="5210" y="1032"/>
                </a:lnTo>
                <a:lnTo>
                  <a:pt x="5210" y="1033"/>
                </a:lnTo>
                <a:lnTo>
                  <a:pt x="5210" y="1034"/>
                </a:lnTo>
                <a:lnTo>
                  <a:pt x="5209" y="1035"/>
                </a:lnTo>
                <a:lnTo>
                  <a:pt x="5209" y="1036"/>
                </a:lnTo>
                <a:lnTo>
                  <a:pt x="5209" y="1037"/>
                </a:lnTo>
                <a:lnTo>
                  <a:pt x="5210" y="1039"/>
                </a:lnTo>
                <a:lnTo>
                  <a:pt x="5210" y="1040"/>
                </a:lnTo>
                <a:lnTo>
                  <a:pt x="5209" y="1041"/>
                </a:lnTo>
                <a:lnTo>
                  <a:pt x="5208" y="1041"/>
                </a:lnTo>
                <a:lnTo>
                  <a:pt x="5207" y="1042"/>
                </a:lnTo>
                <a:lnTo>
                  <a:pt x="5206" y="1043"/>
                </a:lnTo>
                <a:lnTo>
                  <a:pt x="5206" y="1046"/>
                </a:lnTo>
                <a:lnTo>
                  <a:pt x="5206" y="1050"/>
                </a:lnTo>
                <a:lnTo>
                  <a:pt x="5205" y="1051"/>
                </a:lnTo>
                <a:lnTo>
                  <a:pt x="5205" y="1052"/>
                </a:lnTo>
                <a:lnTo>
                  <a:pt x="5205" y="1054"/>
                </a:lnTo>
                <a:lnTo>
                  <a:pt x="5204" y="1054"/>
                </a:lnTo>
                <a:lnTo>
                  <a:pt x="5203" y="1055"/>
                </a:lnTo>
                <a:lnTo>
                  <a:pt x="5201" y="1057"/>
                </a:lnTo>
                <a:lnTo>
                  <a:pt x="5200" y="1058"/>
                </a:lnTo>
                <a:lnTo>
                  <a:pt x="5200" y="1059"/>
                </a:lnTo>
                <a:lnTo>
                  <a:pt x="5200" y="1060"/>
                </a:lnTo>
                <a:lnTo>
                  <a:pt x="5201" y="1061"/>
                </a:lnTo>
                <a:lnTo>
                  <a:pt x="5201" y="1062"/>
                </a:lnTo>
                <a:lnTo>
                  <a:pt x="5202" y="1062"/>
                </a:lnTo>
                <a:lnTo>
                  <a:pt x="5201" y="1064"/>
                </a:lnTo>
                <a:lnTo>
                  <a:pt x="5201" y="1065"/>
                </a:lnTo>
                <a:lnTo>
                  <a:pt x="5201" y="1067"/>
                </a:lnTo>
                <a:lnTo>
                  <a:pt x="5198" y="1070"/>
                </a:lnTo>
                <a:lnTo>
                  <a:pt x="5197" y="1071"/>
                </a:lnTo>
                <a:lnTo>
                  <a:pt x="5197" y="1073"/>
                </a:lnTo>
                <a:lnTo>
                  <a:pt x="5197" y="1074"/>
                </a:lnTo>
                <a:lnTo>
                  <a:pt x="5196" y="1074"/>
                </a:lnTo>
                <a:lnTo>
                  <a:pt x="5195" y="1074"/>
                </a:lnTo>
                <a:lnTo>
                  <a:pt x="5193" y="1074"/>
                </a:lnTo>
                <a:lnTo>
                  <a:pt x="5192" y="1074"/>
                </a:lnTo>
                <a:lnTo>
                  <a:pt x="5192" y="1075"/>
                </a:lnTo>
                <a:lnTo>
                  <a:pt x="5193" y="1076"/>
                </a:lnTo>
                <a:lnTo>
                  <a:pt x="5192" y="1076"/>
                </a:lnTo>
                <a:lnTo>
                  <a:pt x="5191" y="1078"/>
                </a:lnTo>
                <a:lnTo>
                  <a:pt x="5190" y="1078"/>
                </a:lnTo>
                <a:lnTo>
                  <a:pt x="5190" y="1079"/>
                </a:lnTo>
                <a:lnTo>
                  <a:pt x="5191" y="1079"/>
                </a:lnTo>
                <a:lnTo>
                  <a:pt x="5191" y="1080"/>
                </a:lnTo>
                <a:lnTo>
                  <a:pt x="5192" y="1080"/>
                </a:lnTo>
                <a:lnTo>
                  <a:pt x="5192" y="1082"/>
                </a:lnTo>
                <a:lnTo>
                  <a:pt x="5192" y="1083"/>
                </a:lnTo>
                <a:lnTo>
                  <a:pt x="5192" y="1084"/>
                </a:lnTo>
                <a:lnTo>
                  <a:pt x="5193" y="1084"/>
                </a:lnTo>
                <a:lnTo>
                  <a:pt x="5194" y="1085"/>
                </a:lnTo>
                <a:lnTo>
                  <a:pt x="5195" y="1084"/>
                </a:lnTo>
                <a:lnTo>
                  <a:pt x="5195" y="1085"/>
                </a:lnTo>
                <a:lnTo>
                  <a:pt x="5195" y="1086"/>
                </a:lnTo>
                <a:lnTo>
                  <a:pt x="5195" y="1087"/>
                </a:lnTo>
                <a:lnTo>
                  <a:pt x="5194" y="1088"/>
                </a:lnTo>
                <a:lnTo>
                  <a:pt x="5193" y="1088"/>
                </a:lnTo>
                <a:lnTo>
                  <a:pt x="5193" y="1089"/>
                </a:lnTo>
                <a:lnTo>
                  <a:pt x="5192" y="1089"/>
                </a:lnTo>
                <a:lnTo>
                  <a:pt x="5191" y="1090"/>
                </a:lnTo>
                <a:lnTo>
                  <a:pt x="5190" y="1090"/>
                </a:lnTo>
                <a:lnTo>
                  <a:pt x="5190" y="1089"/>
                </a:lnTo>
                <a:lnTo>
                  <a:pt x="5189" y="1089"/>
                </a:lnTo>
                <a:lnTo>
                  <a:pt x="5188" y="1089"/>
                </a:lnTo>
                <a:lnTo>
                  <a:pt x="5187" y="1089"/>
                </a:lnTo>
                <a:lnTo>
                  <a:pt x="5186" y="1089"/>
                </a:lnTo>
                <a:lnTo>
                  <a:pt x="5185" y="1088"/>
                </a:lnTo>
                <a:lnTo>
                  <a:pt x="5184" y="1089"/>
                </a:lnTo>
                <a:lnTo>
                  <a:pt x="5183" y="1090"/>
                </a:lnTo>
                <a:lnTo>
                  <a:pt x="5183" y="1091"/>
                </a:lnTo>
                <a:lnTo>
                  <a:pt x="5185" y="1093"/>
                </a:lnTo>
                <a:lnTo>
                  <a:pt x="5185" y="1094"/>
                </a:lnTo>
                <a:lnTo>
                  <a:pt x="5185" y="1095"/>
                </a:lnTo>
                <a:lnTo>
                  <a:pt x="5183" y="1095"/>
                </a:lnTo>
                <a:lnTo>
                  <a:pt x="5180" y="1095"/>
                </a:lnTo>
                <a:lnTo>
                  <a:pt x="5179" y="1095"/>
                </a:lnTo>
                <a:lnTo>
                  <a:pt x="5178" y="1094"/>
                </a:lnTo>
                <a:lnTo>
                  <a:pt x="5177" y="1094"/>
                </a:lnTo>
                <a:lnTo>
                  <a:pt x="5176" y="1094"/>
                </a:lnTo>
                <a:lnTo>
                  <a:pt x="5175" y="1094"/>
                </a:lnTo>
                <a:lnTo>
                  <a:pt x="5174" y="1095"/>
                </a:lnTo>
                <a:lnTo>
                  <a:pt x="5172" y="1096"/>
                </a:lnTo>
                <a:lnTo>
                  <a:pt x="5171" y="1095"/>
                </a:lnTo>
                <a:lnTo>
                  <a:pt x="5170" y="1095"/>
                </a:lnTo>
                <a:lnTo>
                  <a:pt x="5169" y="1095"/>
                </a:lnTo>
                <a:lnTo>
                  <a:pt x="5168" y="1094"/>
                </a:lnTo>
                <a:lnTo>
                  <a:pt x="5167" y="1093"/>
                </a:lnTo>
                <a:lnTo>
                  <a:pt x="5166" y="1093"/>
                </a:lnTo>
                <a:lnTo>
                  <a:pt x="5164" y="1093"/>
                </a:lnTo>
                <a:lnTo>
                  <a:pt x="5163" y="1094"/>
                </a:lnTo>
                <a:lnTo>
                  <a:pt x="5162" y="1096"/>
                </a:lnTo>
                <a:lnTo>
                  <a:pt x="5162" y="1097"/>
                </a:lnTo>
                <a:lnTo>
                  <a:pt x="5161" y="1098"/>
                </a:lnTo>
                <a:lnTo>
                  <a:pt x="5159" y="1097"/>
                </a:lnTo>
                <a:lnTo>
                  <a:pt x="5158" y="1098"/>
                </a:lnTo>
                <a:lnTo>
                  <a:pt x="5157" y="1098"/>
                </a:lnTo>
                <a:lnTo>
                  <a:pt x="5156" y="1098"/>
                </a:lnTo>
                <a:lnTo>
                  <a:pt x="5156" y="1097"/>
                </a:lnTo>
                <a:lnTo>
                  <a:pt x="5155" y="1097"/>
                </a:lnTo>
                <a:lnTo>
                  <a:pt x="5154" y="1096"/>
                </a:lnTo>
                <a:lnTo>
                  <a:pt x="5153" y="1096"/>
                </a:lnTo>
                <a:lnTo>
                  <a:pt x="5151" y="1097"/>
                </a:lnTo>
                <a:lnTo>
                  <a:pt x="5148" y="1099"/>
                </a:lnTo>
                <a:lnTo>
                  <a:pt x="5147" y="1099"/>
                </a:lnTo>
                <a:lnTo>
                  <a:pt x="5146" y="1100"/>
                </a:lnTo>
                <a:lnTo>
                  <a:pt x="5145" y="1100"/>
                </a:lnTo>
                <a:lnTo>
                  <a:pt x="5143" y="1100"/>
                </a:lnTo>
                <a:lnTo>
                  <a:pt x="5142" y="1100"/>
                </a:lnTo>
                <a:lnTo>
                  <a:pt x="5141" y="1101"/>
                </a:lnTo>
                <a:lnTo>
                  <a:pt x="5140" y="1102"/>
                </a:lnTo>
                <a:lnTo>
                  <a:pt x="5139" y="1103"/>
                </a:lnTo>
                <a:lnTo>
                  <a:pt x="5136" y="1104"/>
                </a:lnTo>
                <a:lnTo>
                  <a:pt x="5134" y="1104"/>
                </a:lnTo>
                <a:lnTo>
                  <a:pt x="5133" y="1105"/>
                </a:lnTo>
                <a:lnTo>
                  <a:pt x="5132" y="1106"/>
                </a:lnTo>
                <a:lnTo>
                  <a:pt x="5131" y="1107"/>
                </a:lnTo>
                <a:lnTo>
                  <a:pt x="5130" y="1109"/>
                </a:lnTo>
                <a:lnTo>
                  <a:pt x="5129" y="1109"/>
                </a:lnTo>
                <a:lnTo>
                  <a:pt x="5129" y="1108"/>
                </a:lnTo>
                <a:lnTo>
                  <a:pt x="5128" y="1109"/>
                </a:lnTo>
                <a:lnTo>
                  <a:pt x="5130" y="1111"/>
                </a:lnTo>
                <a:lnTo>
                  <a:pt x="5131" y="1111"/>
                </a:lnTo>
                <a:lnTo>
                  <a:pt x="5132" y="1111"/>
                </a:lnTo>
                <a:lnTo>
                  <a:pt x="5132" y="1112"/>
                </a:lnTo>
                <a:lnTo>
                  <a:pt x="5133" y="1113"/>
                </a:lnTo>
                <a:lnTo>
                  <a:pt x="5134" y="1113"/>
                </a:lnTo>
                <a:lnTo>
                  <a:pt x="5135" y="1113"/>
                </a:lnTo>
                <a:lnTo>
                  <a:pt x="5136" y="1112"/>
                </a:lnTo>
                <a:lnTo>
                  <a:pt x="5138" y="1112"/>
                </a:lnTo>
                <a:lnTo>
                  <a:pt x="5139" y="1112"/>
                </a:lnTo>
                <a:lnTo>
                  <a:pt x="5140" y="1112"/>
                </a:lnTo>
                <a:lnTo>
                  <a:pt x="5142" y="1112"/>
                </a:lnTo>
                <a:lnTo>
                  <a:pt x="5142" y="1113"/>
                </a:lnTo>
                <a:lnTo>
                  <a:pt x="5144" y="1113"/>
                </a:lnTo>
                <a:lnTo>
                  <a:pt x="5145" y="1114"/>
                </a:lnTo>
                <a:lnTo>
                  <a:pt x="5145" y="1115"/>
                </a:lnTo>
                <a:lnTo>
                  <a:pt x="5146" y="1116"/>
                </a:lnTo>
                <a:lnTo>
                  <a:pt x="5146" y="1118"/>
                </a:lnTo>
                <a:lnTo>
                  <a:pt x="5147" y="1118"/>
                </a:lnTo>
                <a:lnTo>
                  <a:pt x="5148" y="1119"/>
                </a:lnTo>
                <a:lnTo>
                  <a:pt x="5148" y="1120"/>
                </a:lnTo>
                <a:lnTo>
                  <a:pt x="5149" y="1122"/>
                </a:lnTo>
                <a:lnTo>
                  <a:pt x="5149" y="1123"/>
                </a:lnTo>
                <a:lnTo>
                  <a:pt x="5147" y="1127"/>
                </a:lnTo>
                <a:lnTo>
                  <a:pt x="5146" y="1126"/>
                </a:lnTo>
                <a:lnTo>
                  <a:pt x="5145" y="1126"/>
                </a:lnTo>
                <a:lnTo>
                  <a:pt x="5144" y="1126"/>
                </a:lnTo>
                <a:lnTo>
                  <a:pt x="5143" y="1126"/>
                </a:lnTo>
                <a:lnTo>
                  <a:pt x="5143" y="1127"/>
                </a:lnTo>
                <a:lnTo>
                  <a:pt x="5143" y="1128"/>
                </a:lnTo>
                <a:lnTo>
                  <a:pt x="5144" y="1129"/>
                </a:lnTo>
                <a:lnTo>
                  <a:pt x="5143" y="1132"/>
                </a:lnTo>
                <a:lnTo>
                  <a:pt x="5146" y="1133"/>
                </a:lnTo>
                <a:lnTo>
                  <a:pt x="5146" y="1137"/>
                </a:lnTo>
                <a:lnTo>
                  <a:pt x="5146" y="1138"/>
                </a:lnTo>
                <a:lnTo>
                  <a:pt x="5147" y="1138"/>
                </a:lnTo>
                <a:lnTo>
                  <a:pt x="5148" y="1138"/>
                </a:lnTo>
                <a:lnTo>
                  <a:pt x="5149" y="1139"/>
                </a:lnTo>
                <a:lnTo>
                  <a:pt x="5150" y="1140"/>
                </a:lnTo>
                <a:lnTo>
                  <a:pt x="5149" y="1140"/>
                </a:lnTo>
                <a:lnTo>
                  <a:pt x="5148" y="1140"/>
                </a:lnTo>
                <a:lnTo>
                  <a:pt x="5148" y="1139"/>
                </a:lnTo>
                <a:lnTo>
                  <a:pt x="5147" y="1139"/>
                </a:lnTo>
                <a:lnTo>
                  <a:pt x="5146" y="1139"/>
                </a:lnTo>
                <a:lnTo>
                  <a:pt x="5145" y="1139"/>
                </a:lnTo>
                <a:lnTo>
                  <a:pt x="5144" y="1139"/>
                </a:lnTo>
                <a:lnTo>
                  <a:pt x="5143" y="1138"/>
                </a:lnTo>
                <a:lnTo>
                  <a:pt x="5143" y="1137"/>
                </a:lnTo>
                <a:lnTo>
                  <a:pt x="5143" y="1136"/>
                </a:lnTo>
                <a:lnTo>
                  <a:pt x="5143" y="1135"/>
                </a:lnTo>
                <a:lnTo>
                  <a:pt x="5143" y="1134"/>
                </a:lnTo>
                <a:lnTo>
                  <a:pt x="5143" y="1133"/>
                </a:lnTo>
                <a:lnTo>
                  <a:pt x="5142" y="1133"/>
                </a:lnTo>
                <a:lnTo>
                  <a:pt x="5142" y="1132"/>
                </a:lnTo>
                <a:lnTo>
                  <a:pt x="5141" y="1132"/>
                </a:lnTo>
                <a:lnTo>
                  <a:pt x="5141" y="1131"/>
                </a:lnTo>
                <a:lnTo>
                  <a:pt x="5141" y="1130"/>
                </a:lnTo>
                <a:lnTo>
                  <a:pt x="5140" y="1129"/>
                </a:lnTo>
                <a:lnTo>
                  <a:pt x="5140" y="1128"/>
                </a:lnTo>
                <a:lnTo>
                  <a:pt x="5139" y="1128"/>
                </a:lnTo>
                <a:lnTo>
                  <a:pt x="5139" y="1127"/>
                </a:lnTo>
                <a:lnTo>
                  <a:pt x="5139" y="1126"/>
                </a:lnTo>
                <a:lnTo>
                  <a:pt x="5139" y="1125"/>
                </a:lnTo>
                <a:lnTo>
                  <a:pt x="5139" y="1124"/>
                </a:lnTo>
                <a:lnTo>
                  <a:pt x="5138" y="1124"/>
                </a:lnTo>
                <a:lnTo>
                  <a:pt x="5138" y="1123"/>
                </a:lnTo>
                <a:lnTo>
                  <a:pt x="5138" y="1122"/>
                </a:lnTo>
                <a:lnTo>
                  <a:pt x="5139" y="1122"/>
                </a:lnTo>
                <a:lnTo>
                  <a:pt x="5139" y="1121"/>
                </a:lnTo>
                <a:lnTo>
                  <a:pt x="5139" y="1120"/>
                </a:lnTo>
                <a:lnTo>
                  <a:pt x="5138" y="1120"/>
                </a:lnTo>
                <a:lnTo>
                  <a:pt x="5137" y="1120"/>
                </a:lnTo>
                <a:lnTo>
                  <a:pt x="5136" y="1120"/>
                </a:lnTo>
                <a:lnTo>
                  <a:pt x="5135" y="1120"/>
                </a:lnTo>
                <a:lnTo>
                  <a:pt x="5135" y="1121"/>
                </a:lnTo>
                <a:lnTo>
                  <a:pt x="5134" y="1121"/>
                </a:lnTo>
                <a:lnTo>
                  <a:pt x="5134" y="1122"/>
                </a:lnTo>
                <a:lnTo>
                  <a:pt x="5134" y="1123"/>
                </a:lnTo>
                <a:lnTo>
                  <a:pt x="5135" y="1124"/>
                </a:lnTo>
                <a:lnTo>
                  <a:pt x="5136" y="1125"/>
                </a:lnTo>
                <a:lnTo>
                  <a:pt x="5135" y="1126"/>
                </a:lnTo>
                <a:lnTo>
                  <a:pt x="5135" y="1127"/>
                </a:lnTo>
                <a:lnTo>
                  <a:pt x="5134" y="1127"/>
                </a:lnTo>
                <a:lnTo>
                  <a:pt x="5133" y="1127"/>
                </a:lnTo>
                <a:lnTo>
                  <a:pt x="5132" y="1127"/>
                </a:lnTo>
                <a:lnTo>
                  <a:pt x="5131" y="1127"/>
                </a:lnTo>
                <a:lnTo>
                  <a:pt x="5130" y="1126"/>
                </a:lnTo>
                <a:lnTo>
                  <a:pt x="5130" y="1125"/>
                </a:lnTo>
                <a:lnTo>
                  <a:pt x="5129" y="1124"/>
                </a:lnTo>
                <a:lnTo>
                  <a:pt x="5130" y="1124"/>
                </a:lnTo>
                <a:lnTo>
                  <a:pt x="5130" y="1123"/>
                </a:lnTo>
                <a:lnTo>
                  <a:pt x="5131" y="1123"/>
                </a:lnTo>
                <a:lnTo>
                  <a:pt x="5131" y="1122"/>
                </a:lnTo>
                <a:lnTo>
                  <a:pt x="5131" y="1121"/>
                </a:lnTo>
                <a:lnTo>
                  <a:pt x="5130" y="1121"/>
                </a:lnTo>
                <a:lnTo>
                  <a:pt x="5130" y="1120"/>
                </a:lnTo>
                <a:lnTo>
                  <a:pt x="5129" y="1121"/>
                </a:lnTo>
                <a:lnTo>
                  <a:pt x="5128" y="1121"/>
                </a:lnTo>
                <a:lnTo>
                  <a:pt x="5128" y="1122"/>
                </a:lnTo>
                <a:lnTo>
                  <a:pt x="5127" y="1122"/>
                </a:lnTo>
                <a:lnTo>
                  <a:pt x="5126" y="1122"/>
                </a:lnTo>
                <a:lnTo>
                  <a:pt x="5126" y="1121"/>
                </a:lnTo>
                <a:lnTo>
                  <a:pt x="5126" y="1120"/>
                </a:lnTo>
                <a:lnTo>
                  <a:pt x="5125" y="1120"/>
                </a:lnTo>
                <a:lnTo>
                  <a:pt x="5125" y="1119"/>
                </a:lnTo>
                <a:lnTo>
                  <a:pt x="5124" y="1118"/>
                </a:lnTo>
                <a:lnTo>
                  <a:pt x="5123" y="1118"/>
                </a:lnTo>
                <a:lnTo>
                  <a:pt x="5123" y="1117"/>
                </a:lnTo>
                <a:lnTo>
                  <a:pt x="5122" y="1117"/>
                </a:lnTo>
                <a:lnTo>
                  <a:pt x="5121" y="1117"/>
                </a:lnTo>
                <a:lnTo>
                  <a:pt x="5121" y="1116"/>
                </a:lnTo>
                <a:lnTo>
                  <a:pt x="5120" y="1116"/>
                </a:lnTo>
                <a:lnTo>
                  <a:pt x="5120" y="1115"/>
                </a:lnTo>
                <a:lnTo>
                  <a:pt x="5119" y="1115"/>
                </a:lnTo>
                <a:lnTo>
                  <a:pt x="5119" y="1114"/>
                </a:lnTo>
                <a:lnTo>
                  <a:pt x="5119" y="1113"/>
                </a:lnTo>
                <a:lnTo>
                  <a:pt x="5119" y="1112"/>
                </a:lnTo>
                <a:lnTo>
                  <a:pt x="5118" y="1112"/>
                </a:lnTo>
                <a:lnTo>
                  <a:pt x="5118" y="1111"/>
                </a:lnTo>
                <a:lnTo>
                  <a:pt x="5117" y="1111"/>
                </a:lnTo>
                <a:lnTo>
                  <a:pt x="5116" y="1111"/>
                </a:lnTo>
                <a:lnTo>
                  <a:pt x="5115" y="1111"/>
                </a:lnTo>
                <a:lnTo>
                  <a:pt x="5115" y="1110"/>
                </a:lnTo>
                <a:lnTo>
                  <a:pt x="5115" y="1109"/>
                </a:lnTo>
                <a:lnTo>
                  <a:pt x="5114" y="1109"/>
                </a:lnTo>
                <a:lnTo>
                  <a:pt x="5114" y="1108"/>
                </a:lnTo>
                <a:lnTo>
                  <a:pt x="5113" y="1108"/>
                </a:lnTo>
                <a:lnTo>
                  <a:pt x="5113" y="1107"/>
                </a:lnTo>
                <a:lnTo>
                  <a:pt x="5114" y="1106"/>
                </a:lnTo>
                <a:lnTo>
                  <a:pt x="5114" y="1105"/>
                </a:lnTo>
                <a:lnTo>
                  <a:pt x="5114" y="1104"/>
                </a:lnTo>
                <a:lnTo>
                  <a:pt x="5113" y="1104"/>
                </a:lnTo>
                <a:lnTo>
                  <a:pt x="5113" y="1103"/>
                </a:lnTo>
                <a:lnTo>
                  <a:pt x="5113" y="1102"/>
                </a:lnTo>
                <a:lnTo>
                  <a:pt x="5113" y="1101"/>
                </a:lnTo>
                <a:lnTo>
                  <a:pt x="5113" y="1100"/>
                </a:lnTo>
                <a:lnTo>
                  <a:pt x="5113" y="1099"/>
                </a:lnTo>
                <a:lnTo>
                  <a:pt x="5114" y="1099"/>
                </a:lnTo>
                <a:lnTo>
                  <a:pt x="5114" y="1098"/>
                </a:lnTo>
                <a:lnTo>
                  <a:pt x="5114" y="1097"/>
                </a:lnTo>
                <a:lnTo>
                  <a:pt x="5114" y="1096"/>
                </a:lnTo>
                <a:lnTo>
                  <a:pt x="5114" y="1095"/>
                </a:lnTo>
                <a:lnTo>
                  <a:pt x="5115" y="1095"/>
                </a:lnTo>
                <a:lnTo>
                  <a:pt x="5116" y="1094"/>
                </a:lnTo>
                <a:lnTo>
                  <a:pt x="5116" y="1093"/>
                </a:lnTo>
                <a:lnTo>
                  <a:pt x="5115" y="1092"/>
                </a:lnTo>
                <a:lnTo>
                  <a:pt x="5116" y="1091"/>
                </a:lnTo>
                <a:lnTo>
                  <a:pt x="5116" y="1090"/>
                </a:lnTo>
                <a:lnTo>
                  <a:pt x="5115" y="1090"/>
                </a:lnTo>
                <a:lnTo>
                  <a:pt x="5114" y="1090"/>
                </a:lnTo>
                <a:lnTo>
                  <a:pt x="5113" y="1091"/>
                </a:lnTo>
                <a:lnTo>
                  <a:pt x="5112" y="1091"/>
                </a:lnTo>
                <a:lnTo>
                  <a:pt x="5111" y="1090"/>
                </a:lnTo>
                <a:lnTo>
                  <a:pt x="5110" y="1090"/>
                </a:lnTo>
                <a:lnTo>
                  <a:pt x="5109" y="1090"/>
                </a:lnTo>
                <a:lnTo>
                  <a:pt x="5108" y="1090"/>
                </a:lnTo>
                <a:lnTo>
                  <a:pt x="5108" y="1089"/>
                </a:lnTo>
                <a:lnTo>
                  <a:pt x="5107" y="1089"/>
                </a:lnTo>
                <a:lnTo>
                  <a:pt x="5106" y="1090"/>
                </a:lnTo>
                <a:lnTo>
                  <a:pt x="5105" y="1090"/>
                </a:lnTo>
                <a:lnTo>
                  <a:pt x="5105" y="1091"/>
                </a:lnTo>
                <a:lnTo>
                  <a:pt x="5104" y="1091"/>
                </a:lnTo>
                <a:lnTo>
                  <a:pt x="5104" y="1090"/>
                </a:lnTo>
                <a:lnTo>
                  <a:pt x="5103" y="1090"/>
                </a:lnTo>
                <a:lnTo>
                  <a:pt x="5102" y="1090"/>
                </a:lnTo>
                <a:lnTo>
                  <a:pt x="5102" y="1089"/>
                </a:lnTo>
                <a:lnTo>
                  <a:pt x="5101" y="1089"/>
                </a:lnTo>
                <a:lnTo>
                  <a:pt x="5101" y="1088"/>
                </a:lnTo>
                <a:lnTo>
                  <a:pt x="5102" y="1088"/>
                </a:lnTo>
                <a:lnTo>
                  <a:pt x="5104" y="1088"/>
                </a:lnTo>
                <a:lnTo>
                  <a:pt x="5104" y="1087"/>
                </a:lnTo>
                <a:lnTo>
                  <a:pt x="5103" y="1087"/>
                </a:lnTo>
                <a:lnTo>
                  <a:pt x="5103" y="1086"/>
                </a:lnTo>
                <a:lnTo>
                  <a:pt x="5103" y="1085"/>
                </a:lnTo>
                <a:lnTo>
                  <a:pt x="5104" y="1085"/>
                </a:lnTo>
                <a:lnTo>
                  <a:pt x="5104" y="1084"/>
                </a:lnTo>
                <a:lnTo>
                  <a:pt x="5105" y="1084"/>
                </a:lnTo>
                <a:lnTo>
                  <a:pt x="5105" y="1083"/>
                </a:lnTo>
                <a:lnTo>
                  <a:pt x="5104" y="1083"/>
                </a:lnTo>
                <a:lnTo>
                  <a:pt x="5104" y="1082"/>
                </a:lnTo>
                <a:lnTo>
                  <a:pt x="5103" y="1082"/>
                </a:lnTo>
                <a:lnTo>
                  <a:pt x="5102" y="1082"/>
                </a:lnTo>
                <a:lnTo>
                  <a:pt x="5101" y="1082"/>
                </a:lnTo>
                <a:lnTo>
                  <a:pt x="5100" y="1083"/>
                </a:lnTo>
                <a:lnTo>
                  <a:pt x="5099" y="1083"/>
                </a:lnTo>
                <a:lnTo>
                  <a:pt x="5098" y="1084"/>
                </a:lnTo>
                <a:lnTo>
                  <a:pt x="5097" y="1084"/>
                </a:lnTo>
                <a:lnTo>
                  <a:pt x="5095" y="1084"/>
                </a:lnTo>
                <a:lnTo>
                  <a:pt x="5094" y="1084"/>
                </a:lnTo>
                <a:lnTo>
                  <a:pt x="5093" y="1084"/>
                </a:lnTo>
                <a:lnTo>
                  <a:pt x="5092" y="1083"/>
                </a:lnTo>
                <a:lnTo>
                  <a:pt x="5091" y="1083"/>
                </a:lnTo>
                <a:lnTo>
                  <a:pt x="5090" y="1083"/>
                </a:lnTo>
                <a:lnTo>
                  <a:pt x="5089" y="1083"/>
                </a:lnTo>
                <a:lnTo>
                  <a:pt x="5088" y="1083"/>
                </a:lnTo>
                <a:lnTo>
                  <a:pt x="5088" y="1082"/>
                </a:lnTo>
                <a:lnTo>
                  <a:pt x="5088" y="1081"/>
                </a:lnTo>
                <a:lnTo>
                  <a:pt x="5088" y="1080"/>
                </a:lnTo>
                <a:lnTo>
                  <a:pt x="5086" y="1080"/>
                </a:lnTo>
                <a:lnTo>
                  <a:pt x="5085" y="1080"/>
                </a:lnTo>
                <a:lnTo>
                  <a:pt x="5084" y="1080"/>
                </a:lnTo>
                <a:lnTo>
                  <a:pt x="5083" y="1080"/>
                </a:lnTo>
                <a:lnTo>
                  <a:pt x="5082" y="1081"/>
                </a:lnTo>
                <a:lnTo>
                  <a:pt x="5081" y="1081"/>
                </a:lnTo>
                <a:lnTo>
                  <a:pt x="5081" y="1082"/>
                </a:lnTo>
                <a:lnTo>
                  <a:pt x="5081" y="1083"/>
                </a:lnTo>
                <a:lnTo>
                  <a:pt x="5082" y="1083"/>
                </a:lnTo>
                <a:lnTo>
                  <a:pt x="5083" y="1083"/>
                </a:lnTo>
                <a:lnTo>
                  <a:pt x="5084" y="1083"/>
                </a:lnTo>
                <a:lnTo>
                  <a:pt x="5085" y="1083"/>
                </a:lnTo>
                <a:lnTo>
                  <a:pt x="5084" y="1084"/>
                </a:lnTo>
                <a:lnTo>
                  <a:pt x="5083" y="1084"/>
                </a:lnTo>
                <a:lnTo>
                  <a:pt x="5082" y="1084"/>
                </a:lnTo>
                <a:lnTo>
                  <a:pt x="5082" y="1083"/>
                </a:lnTo>
                <a:lnTo>
                  <a:pt x="5080" y="1083"/>
                </a:lnTo>
                <a:lnTo>
                  <a:pt x="5080" y="1084"/>
                </a:lnTo>
                <a:lnTo>
                  <a:pt x="5079" y="1084"/>
                </a:lnTo>
                <a:lnTo>
                  <a:pt x="5079" y="1085"/>
                </a:lnTo>
                <a:lnTo>
                  <a:pt x="5079" y="1086"/>
                </a:lnTo>
                <a:lnTo>
                  <a:pt x="5079" y="1087"/>
                </a:lnTo>
                <a:lnTo>
                  <a:pt x="5080" y="1087"/>
                </a:lnTo>
                <a:lnTo>
                  <a:pt x="5080" y="1088"/>
                </a:lnTo>
                <a:lnTo>
                  <a:pt x="5080" y="1089"/>
                </a:lnTo>
                <a:lnTo>
                  <a:pt x="5081" y="1089"/>
                </a:lnTo>
                <a:lnTo>
                  <a:pt x="5080" y="1089"/>
                </a:lnTo>
                <a:lnTo>
                  <a:pt x="5079" y="1089"/>
                </a:lnTo>
                <a:lnTo>
                  <a:pt x="5078" y="1089"/>
                </a:lnTo>
                <a:lnTo>
                  <a:pt x="5078" y="1090"/>
                </a:lnTo>
                <a:lnTo>
                  <a:pt x="5078" y="1091"/>
                </a:lnTo>
                <a:lnTo>
                  <a:pt x="5078" y="1092"/>
                </a:lnTo>
                <a:lnTo>
                  <a:pt x="5078" y="1093"/>
                </a:lnTo>
                <a:lnTo>
                  <a:pt x="5077" y="1093"/>
                </a:lnTo>
                <a:lnTo>
                  <a:pt x="5077" y="1094"/>
                </a:lnTo>
                <a:lnTo>
                  <a:pt x="5078" y="1094"/>
                </a:lnTo>
                <a:lnTo>
                  <a:pt x="5077" y="1094"/>
                </a:lnTo>
                <a:lnTo>
                  <a:pt x="5077" y="1095"/>
                </a:lnTo>
                <a:lnTo>
                  <a:pt x="5076" y="1095"/>
                </a:lnTo>
                <a:lnTo>
                  <a:pt x="5076" y="1096"/>
                </a:lnTo>
                <a:lnTo>
                  <a:pt x="5075" y="1096"/>
                </a:lnTo>
                <a:lnTo>
                  <a:pt x="5076" y="1097"/>
                </a:lnTo>
                <a:lnTo>
                  <a:pt x="5075" y="1097"/>
                </a:lnTo>
                <a:lnTo>
                  <a:pt x="5075" y="1098"/>
                </a:lnTo>
                <a:lnTo>
                  <a:pt x="5075" y="1099"/>
                </a:lnTo>
                <a:lnTo>
                  <a:pt x="5074" y="1099"/>
                </a:lnTo>
                <a:lnTo>
                  <a:pt x="5074" y="1100"/>
                </a:lnTo>
                <a:lnTo>
                  <a:pt x="5075" y="1100"/>
                </a:lnTo>
                <a:lnTo>
                  <a:pt x="5075" y="1101"/>
                </a:lnTo>
                <a:lnTo>
                  <a:pt x="5075" y="1102"/>
                </a:lnTo>
                <a:lnTo>
                  <a:pt x="5074" y="1102"/>
                </a:lnTo>
                <a:lnTo>
                  <a:pt x="5074" y="1103"/>
                </a:lnTo>
                <a:lnTo>
                  <a:pt x="5073" y="1104"/>
                </a:lnTo>
                <a:lnTo>
                  <a:pt x="5073" y="1105"/>
                </a:lnTo>
                <a:lnTo>
                  <a:pt x="5073" y="1106"/>
                </a:lnTo>
                <a:lnTo>
                  <a:pt x="5072" y="1106"/>
                </a:lnTo>
                <a:lnTo>
                  <a:pt x="5072" y="1107"/>
                </a:lnTo>
                <a:lnTo>
                  <a:pt x="5072" y="1108"/>
                </a:lnTo>
                <a:lnTo>
                  <a:pt x="5071" y="1108"/>
                </a:lnTo>
                <a:lnTo>
                  <a:pt x="5071" y="1109"/>
                </a:lnTo>
                <a:lnTo>
                  <a:pt x="5071" y="1110"/>
                </a:lnTo>
                <a:lnTo>
                  <a:pt x="5071" y="1111"/>
                </a:lnTo>
                <a:lnTo>
                  <a:pt x="5072" y="1112"/>
                </a:lnTo>
                <a:lnTo>
                  <a:pt x="5072" y="1113"/>
                </a:lnTo>
                <a:lnTo>
                  <a:pt x="5073" y="1113"/>
                </a:lnTo>
                <a:lnTo>
                  <a:pt x="5074" y="1113"/>
                </a:lnTo>
                <a:lnTo>
                  <a:pt x="5075" y="1113"/>
                </a:lnTo>
                <a:lnTo>
                  <a:pt x="5075" y="1114"/>
                </a:lnTo>
                <a:lnTo>
                  <a:pt x="5074" y="1114"/>
                </a:lnTo>
                <a:lnTo>
                  <a:pt x="5073" y="1114"/>
                </a:lnTo>
                <a:lnTo>
                  <a:pt x="5073" y="1113"/>
                </a:lnTo>
                <a:lnTo>
                  <a:pt x="5072" y="1114"/>
                </a:lnTo>
                <a:lnTo>
                  <a:pt x="5072" y="1115"/>
                </a:lnTo>
                <a:lnTo>
                  <a:pt x="5072" y="1116"/>
                </a:lnTo>
                <a:lnTo>
                  <a:pt x="5072" y="1117"/>
                </a:lnTo>
                <a:lnTo>
                  <a:pt x="5073" y="1117"/>
                </a:lnTo>
                <a:lnTo>
                  <a:pt x="5072" y="1117"/>
                </a:lnTo>
                <a:lnTo>
                  <a:pt x="5071" y="1117"/>
                </a:lnTo>
                <a:lnTo>
                  <a:pt x="5071" y="1116"/>
                </a:lnTo>
                <a:lnTo>
                  <a:pt x="5070" y="1116"/>
                </a:lnTo>
                <a:lnTo>
                  <a:pt x="5070" y="1117"/>
                </a:lnTo>
                <a:lnTo>
                  <a:pt x="5069" y="1117"/>
                </a:lnTo>
                <a:lnTo>
                  <a:pt x="5070" y="1117"/>
                </a:lnTo>
                <a:lnTo>
                  <a:pt x="5070" y="1118"/>
                </a:lnTo>
                <a:lnTo>
                  <a:pt x="5071" y="1118"/>
                </a:lnTo>
                <a:lnTo>
                  <a:pt x="5070" y="1119"/>
                </a:lnTo>
                <a:lnTo>
                  <a:pt x="5070" y="1120"/>
                </a:lnTo>
                <a:lnTo>
                  <a:pt x="5071" y="1120"/>
                </a:lnTo>
                <a:lnTo>
                  <a:pt x="5072" y="1120"/>
                </a:lnTo>
                <a:lnTo>
                  <a:pt x="5072" y="1121"/>
                </a:lnTo>
                <a:lnTo>
                  <a:pt x="5071" y="1121"/>
                </a:lnTo>
                <a:lnTo>
                  <a:pt x="5070" y="1121"/>
                </a:lnTo>
                <a:lnTo>
                  <a:pt x="5070" y="1122"/>
                </a:lnTo>
                <a:lnTo>
                  <a:pt x="5070" y="1123"/>
                </a:lnTo>
                <a:lnTo>
                  <a:pt x="5069" y="1123"/>
                </a:lnTo>
                <a:lnTo>
                  <a:pt x="5069" y="1124"/>
                </a:lnTo>
                <a:lnTo>
                  <a:pt x="5068" y="1124"/>
                </a:lnTo>
                <a:lnTo>
                  <a:pt x="5069" y="1125"/>
                </a:lnTo>
                <a:lnTo>
                  <a:pt x="5068" y="1125"/>
                </a:lnTo>
                <a:lnTo>
                  <a:pt x="5068" y="1126"/>
                </a:lnTo>
                <a:lnTo>
                  <a:pt x="5069" y="1126"/>
                </a:lnTo>
                <a:lnTo>
                  <a:pt x="5069" y="1127"/>
                </a:lnTo>
                <a:lnTo>
                  <a:pt x="5069" y="1128"/>
                </a:lnTo>
                <a:lnTo>
                  <a:pt x="5069" y="1129"/>
                </a:lnTo>
                <a:lnTo>
                  <a:pt x="5069" y="1130"/>
                </a:lnTo>
                <a:lnTo>
                  <a:pt x="5069" y="1131"/>
                </a:lnTo>
                <a:lnTo>
                  <a:pt x="5068" y="1131"/>
                </a:lnTo>
                <a:lnTo>
                  <a:pt x="5068" y="1132"/>
                </a:lnTo>
                <a:lnTo>
                  <a:pt x="5069" y="1132"/>
                </a:lnTo>
                <a:lnTo>
                  <a:pt x="5069" y="1133"/>
                </a:lnTo>
                <a:lnTo>
                  <a:pt x="5069" y="1134"/>
                </a:lnTo>
                <a:lnTo>
                  <a:pt x="5069" y="1135"/>
                </a:lnTo>
                <a:lnTo>
                  <a:pt x="5068" y="1136"/>
                </a:lnTo>
                <a:lnTo>
                  <a:pt x="5068" y="1137"/>
                </a:lnTo>
                <a:lnTo>
                  <a:pt x="5067" y="1137"/>
                </a:lnTo>
                <a:lnTo>
                  <a:pt x="5068" y="1137"/>
                </a:lnTo>
                <a:lnTo>
                  <a:pt x="5068" y="1138"/>
                </a:lnTo>
                <a:lnTo>
                  <a:pt x="5067" y="1138"/>
                </a:lnTo>
                <a:lnTo>
                  <a:pt x="5066" y="1138"/>
                </a:lnTo>
                <a:lnTo>
                  <a:pt x="5066" y="1139"/>
                </a:lnTo>
                <a:lnTo>
                  <a:pt x="5065" y="1139"/>
                </a:lnTo>
                <a:lnTo>
                  <a:pt x="5064" y="1139"/>
                </a:lnTo>
                <a:lnTo>
                  <a:pt x="5063" y="1139"/>
                </a:lnTo>
                <a:lnTo>
                  <a:pt x="5062" y="1139"/>
                </a:lnTo>
                <a:lnTo>
                  <a:pt x="5061" y="1139"/>
                </a:lnTo>
                <a:lnTo>
                  <a:pt x="5061" y="1140"/>
                </a:lnTo>
                <a:lnTo>
                  <a:pt x="5060" y="1140"/>
                </a:lnTo>
                <a:lnTo>
                  <a:pt x="5060" y="1139"/>
                </a:lnTo>
                <a:lnTo>
                  <a:pt x="5060" y="1138"/>
                </a:lnTo>
                <a:lnTo>
                  <a:pt x="5059" y="1138"/>
                </a:lnTo>
                <a:lnTo>
                  <a:pt x="5059" y="1137"/>
                </a:lnTo>
                <a:lnTo>
                  <a:pt x="5058" y="1137"/>
                </a:lnTo>
                <a:lnTo>
                  <a:pt x="5058" y="1136"/>
                </a:lnTo>
                <a:lnTo>
                  <a:pt x="5057" y="1136"/>
                </a:lnTo>
                <a:lnTo>
                  <a:pt x="5056" y="1136"/>
                </a:lnTo>
                <a:lnTo>
                  <a:pt x="5056" y="1137"/>
                </a:lnTo>
                <a:lnTo>
                  <a:pt x="5055" y="1137"/>
                </a:lnTo>
                <a:lnTo>
                  <a:pt x="5055" y="1138"/>
                </a:lnTo>
                <a:lnTo>
                  <a:pt x="5056" y="1138"/>
                </a:lnTo>
                <a:lnTo>
                  <a:pt x="5057" y="1138"/>
                </a:lnTo>
                <a:lnTo>
                  <a:pt x="5057" y="1139"/>
                </a:lnTo>
                <a:lnTo>
                  <a:pt x="5056" y="1139"/>
                </a:lnTo>
                <a:lnTo>
                  <a:pt x="5056" y="1140"/>
                </a:lnTo>
                <a:lnTo>
                  <a:pt x="5056" y="1141"/>
                </a:lnTo>
                <a:lnTo>
                  <a:pt x="5055" y="1141"/>
                </a:lnTo>
                <a:lnTo>
                  <a:pt x="5054" y="1141"/>
                </a:lnTo>
                <a:lnTo>
                  <a:pt x="5054" y="1142"/>
                </a:lnTo>
                <a:lnTo>
                  <a:pt x="5053" y="1142"/>
                </a:lnTo>
                <a:lnTo>
                  <a:pt x="5053" y="1143"/>
                </a:lnTo>
                <a:lnTo>
                  <a:pt x="5052" y="1143"/>
                </a:lnTo>
                <a:lnTo>
                  <a:pt x="5053" y="1144"/>
                </a:lnTo>
                <a:lnTo>
                  <a:pt x="5054" y="1144"/>
                </a:lnTo>
                <a:lnTo>
                  <a:pt x="5053" y="1144"/>
                </a:lnTo>
                <a:lnTo>
                  <a:pt x="5052" y="1144"/>
                </a:lnTo>
                <a:lnTo>
                  <a:pt x="5052" y="1145"/>
                </a:lnTo>
                <a:lnTo>
                  <a:pt x="5052" y="1146"/>
                </a:lnTo>
                <a:lnTo>
                  <a:pt x="5051" y="1146"/>
                </a:lnTo>
                <a:lnTo>
                  <a:pt x="5051" y="1145"/>
                </a:lnTo>
                <a:lnTo>
                  <a:pt x="5051" y="1146"/>
                </a:lnTo>
                <a:lnTo>
                  <a:pt x="5050" y="1146"/>
                </a:lnTo>
                <a:lnTo>
                  <a:pt x="5050" y="1145"/>
                </a:lnTo>
                <a:lnTo>
                  <a:pt x="5050" y="1144"/>
                </a:lnTo>
                <a:lnTo>
                  <a:pt x="5049" y="1144"/>
                </a:lnTo>
                <a:lnTo>
                  <a:pt x="5049" y="1143"/>
                </a:lnTo>
                <a:lnTo>
                  <a:pt x="5048" y="1143"/>
                </a:lnTo>
                <a:lnTo>
                  <a:pt x="5047" y="1142"/>
                </a:lnTo>
                <a:lnTo>
                  <a:pt x="5047" y="1141"/>
                </a:lnTo>
                <a:lnTo>
                  <a:pt x="5046" y="1141"/>
                </a:lnTo>
                <a:lnTo>
                  <a:pt x="5046" y="1140"/>
                </a:lnTo>
                <a:lnTo>
                  <a:pt x="5045" y="1140"/>
                </a:lnTo>
                <a:lnTo>
                  <a:pt x="5044" y="1140"/>
                </a:lnTo>
                <a:lnTo>
                  <a:pt x="5043" y="1140"/>
                </a:lnTo>
                <a:lnTo>
                  <a:pt x="5043" y="1139"/>
                </a:lnTo>
                <a:lnTo>
                  <a:pt x="5043" y="1138"/>
                </a:lnTo>
                <a:lnTo>
                  <a:pt x="5042" y="1138"/>
                </a:lnTo>
                <a:lnTo>
                  <a:pt x="5041" y="1138"/>
                </a:lnTo>
                <a:lnTo>
                  <a:pt x="5041" y="1139"/>
                </a:lnTo>
                <a:lnTo>
                  <a:pt x="5040" y="1139"/>
                </a:lnTo>
                <a:lnTo>
                  <a:pt x="5039" y="1139"/>
                </a:lnTo>
                <a:lnTo>
                  <a:pt x="5039" y="1138"/>
                </a:lnTo>
                <a:lnTo>
                  <a:pt x="5038" y="1137"/>
                </a:lnTo>
                <a:lnTo>
                  <a:pt x="5037" y="1137"/>
                </a:lnTo>
                <a:lnTo>
                  <a:pt x="5037" y="1138"/>
                </a:lnTo>
                <a:lnTo>
                  <a:pt x="5037" y="1139"/>
                </a:lnTo>
                <a:lnTo>
                  <a:pt x="5037" y="1140"/>
                </a:lnTo>
                <a:lnTo>
                  <a:pt x="5036" y="1140"/>
                </a:lnTo>
                <a:lnTo>
                  <a:pt x="5035" y="1139"/>
                </a:lnTo>
                <a:lnTo>
                  <a:pt x="5034" y="1139"/>
                </a:lnTo>
                <a:lnTo>
                  <a:pt x="5035" y="1138"/>
                </a:lnTo>
                <a:lnTo>
                  <a:pt x="5035" y="1137"/>
                </a:lnTo>
                <a:lnTo>
                  <a:pt x="5035" y="1136"/>
                </a:lnTo>
                <a:lnTo>
                  <a:pt x="5034" y="1136"/>
                </a:lnTo>
                <a:lnTo>
                  <a:pt x="5033" y="1137"/>
                </a:lnTo>
                <a:lnTo>
                  <a:pt x="5032" y="1138"/>
                </a:lnTo>
                <a:lnTo>
                  <a:pt x="5033" y="1139"/>
                </a:lnTo>
                <a:lnTo>
                  <a:pt x="5034" y="1139"/>
                </a:lnTo>
                <a:lnTo>
                  <a:pt x="5034" y="1140"/>
                </a:lnTo>
                <a:lnTo>
                  <a:pt x="5033" y="1140"/>
                </a:lnTo>
                <a:lnTo>
                  <a:pt x="5033" y="1141"/>
                </a:lnTo>
                <a:lnTo>
                  <a:pt x="5034" y="1141"/>
                </a:lnTo>
                <a:lnTo>
                  <a:pt x="5033" y="1141"/>
                </a:lnTo>
                <a:lnTo>
                  <a:pt x="5032" y="1141"/>
                </a:lnTo>
                <a:lnTo>
                  <a:pt x="5032" y="1140"/>
                </a:lnTo>
                <a:lnTo>
                  <a:pt x="5032" y="1139"/>
                </a:lnTo>
                <a:lnTo>
                  <a:pt x="5031" y="1139"/>
                </a:lnTo>
                <a:lnTo>
                  <a:pt x="5031" y="1140"/>
                </a:lnTo>
                <a:lnTo>
                  <a:pt x="5030" y="1140"/>
                </a:lnTo>
                <a:lnTo>
                  <a:pt x="5030" y="1141"/>
                </a:lnTo>
                <a:lnTo>
                  <a:pt x="5030" y="1142"/>
                </a:lnTo>
                <a:lnTo>
                  <a:pt x="5029" y="1142"/>
                </a:lnTo>
                <a:lnTo>
                  <a:pt x="5030" y="1142"/>
                </a:lnTo>
                <a:lnTo>
                  <a:pt x="5030" y="1143"/>
                </a:lnTo>
                <a:lnTo>
                  <a:pt x="5031" y="1143"/>
                </a:lnTo>
                <a:lnTo>
                  <a:pt x="5031" y="1144"/>
                </a:lnTo>
                <a:lnTo>
                  <a:pt x="5030" y="1144"/>
                </a:lnTo>
                <a:lnTo>
                  <a:pt x="5029" y="1143"/>
                </a:lnTo>
                <a:lnTo>
                  <a:pt x="5029" y="1144"/>
                </a:lnTo>
                <a:lnTo>
                  <a:pt x="5028" y="1144"/>
                </a:lnTo>
                <a:lnTo>
                  <a:pt x="5027" y="1144"/>
                </a:lnTo>
                <a:lnTo>
                  <a:pt x="5027" y="1143"/>
                </a:lnTo>
                <a:lnTo>
                  <a:pt x="5026" y="1143"/>
                </a:lnTo>
                <a:lnTo>
                  <a:pt x="5026" y="1144"/>
                </a:lnTo>
                <a:lnTo>
                  <a:pt x="5026" y="1145"/>
                </a:lnTo>
                <a:lnTo>
                  <a:pt x="5025" y="1145"/>
                </a:lnTo>
                <a:lnTo>
                  <a:pt x="5025" y="1144"/>
                </a:lnTo>
                <a:lnTo>
                  <a:pt x="5024" y="1144"/>
                </a:lnTo>
                <a:lnTo>
                  <a:pt x="5024" y="1145"/>
                </a:lnTo>
                <a:lnTo>
                  <a:pt x="5023" y="1145"/>
                </a:lnTo>
                <a:lnTo>
                  <a:pt x="5023" y="1146"/>
                </a:lnTo>
                <a:lnTo>
                  <a:pt x="5022" y="1147"/>
                </a:lnTo>
                <a:lnTo>
                  <a:pt x="5023" y="1148"/>
                </a:lnTo>
                <a:lnTo>
                  <a:pt x="5024" y="1148"/>
                </a:lnTo>
                <a:lnTo>
                  <a:pt x="5025" y="1149"/>
                </a:lnTo>
                <a:lnTo>
                  <a:pt x="5025" y="1150"/>
                </a:lnTo>
                <a:lnTo>
                  <a:pt x="5024" y="1150"/>
                </a:lnTo>
                <a:lnTo>
                  <a:pt x="5024" y="1151"/>
                </a:lnTo>
                <a:lnTo>
                  <a:pt x="5023" y="1151"/>
                </a:lnTo>
                <a:lnTo>
                  <a:pt x="5022" y="1151"/>
                </a:lnTo>
                <a:lnTo>
                  <a:pt x="5022" y="1150"/>
                </a:lnTo>
                <a:lnTo>
                  <a:pt x="5021" y="1150"/>
                </a:lnTo>
                <a:lnTo>
                  <a:pt x="5020" y="1150"/>
                </a:lnTo>
                <a:lnTo>
                  <a:pt x="5020" y="1151"/>
                </a:lnTo>
                <a:lnTo>
                  <a:pt x="5019" y="1151"/>
                </a:lnTo>
                <a:lnTo>
                  <a:pt x="5020" y="1151"/>
                </a:lnTo>
                <a:lnTo>
                  <a:pt x="5021" y="1152"/>
                </a:lnTo>
                <a:lnTo>
                  <a:pt x="5022" y="1152"/>
                </a:lnTo>
                <a:lnTo>
                  <a:pt x="5022" y="1151"/>
                </a:lnTo>
                <a:lnTo>
                  <a:pt x="5023" y="1151"/>
                </a:lnTo>
                <a:lnTo>
                  <a:pt x="5023" y="1152"/>
                </a:lnTo>
                <a:lnTo>
                  <a:pt x="5022" y="1153"/>
                </a:lnTo>
                <a:lnTo>
                  <a:pt x="5021" y="1153"/>
                </a:lnTo>
                <a:lnTo>
                  <a:pt x="5020" y="1153"/>
                </a:lnTo>
                <a:lnTo>
                  <a:pt x="5020" y="1154"/>
                </a:lnTo>
                <a:lnTo>
                  <a:pt x="5021" y="1154"/>
                </a:lnTo>
                <a:lnTo>
                  <a:pt x="5022" y="1154"/>
                </a:lnTo>
                <a:lnTo>
                  <a:pt x="5023" y="1154"/>
                </a:lnTo>
                <a:lnTo>
                  <a:pt x="5022" y="1155"/>
                </a:lnTo>
                <a:lnTo>
                  <a:pt x="5022" y="1156"/>
                </a:lnTo>
                <a:lnTo>
                  <a:pt x="5021" y="1156"/>
                </a:lnTo>
                <a:lnTo>
                  <a:pt x="5020" y="1156"/>
                </a:lnTo>
                <a:lnTo>
                  <a:pt x="5019" y="1156"/>
                </a:lnTo>
                <a:lnTo>
                  <a:pt x="5018" y="1156"/>
                </a:lnTo>
                <a:lnTo>
                  <a:pt x="5018" y="1157"/>
                </a:lnTo>
                <a:lnTo>
                  <a:pt x="5018" y="1158"/>
                </a:lnTo>
                <a:lnTo>
                  <a:pt x="5018" y="1159"/>
                </a:lnTo>
                <a:lnTo>
                  <a:pt x="5019" y="1159"/>
                </a:lnTo>
                <a:lnTo>
                  <a:pt x="5019" y="1158"/>
                </a:lnTo>
                <a:lnTo>
                  <a:pt x="5020" y="1158"/>
                </a:lnTo>
                <a:lnTo>
                  <a:pt x="5021" y="1159"/>
                </a:lnTo>
                <a:lnTo>
                  <a:pt x="5020" y="1159"/>
                </a:lnTo>
                <a:lnTo>
                  <a:pt x="5020" y="1160"/>
                </a:lnTo>
                <a:lnTo>
                  <a:pt x="5020" y="1161"/>
                </a:lnTo>
                <a:lnTo>
                  <a:pt x="5021" y="1161"/>
                </a:lnTo>
                <a:lnTo>
                  <a:pt x="5022" y="1161"/>
                </a:lnTo>
                <a:lnTo>
                  <a:pt x="5022" y="1162"/>
                </a:lnTo>
                <a:lnTo>
                  <a:pt x="5021" y="1162"/>
                </a:lnTo>
                <a:lnTo>
                  <a:pt x="5020" y="1162"/>
                </a:lnTo>
                <a:lnTo>
                  <a:pt x="5019" y="1162"/>
                </a:lnTo>
                <a:lnTo>
                  <a:pt x="5019" y="1163"/>
                </a:lnTo>
                <a:lnTo>
                  <a:pt x="5019" y="1164"/>
                </a:lnTo>
                <a:lnTo>
                  <a:pt x="5018" y="1164"/>
                </a:lnTo>
                <a:lnTo>
                  <a:pt x="5017" y="1164"/>
                </a:lnTo>
                <a:lnTo>
                  <a:pt x="5016" y="1164"/>
                </a:lnTo>
                <a:lnTo>
                  <a:pt x="5016" y="1165"/>
                </a:lnTo>
                <a:lnTo>
                  <a:pt x="5017" y="1165"/>
                </a:lnTo>
                <a:lnTo>
                  <a:pt x="5017" y="1166"/>
                </a:lnTo>
                <a:lnTo>
                  <a:pt x="5015" y="1166"/>
                </a:lnTo>
                <a:lnTo>
                  <a:pt x="5014" y="1166"/>
                </a:lnTo>
                <a:lnTo>
                  <a:pt x="5014" y="1167"/>
                </a:lnTo>
                <a:lnTo>
                  <a:pt x="5014" y="1168"/>
                </a:lnTo>
                <a:lnTo>
                  <a:pt x="5013" y="1168"/>
                </a:lnTo>
                <a:lnTo>
                  <a:pt x="5012" y="1168"/>
                </a:lnTo>
                <a:lnTo>
                  <a:pt x="5013" y="1169"/>
                </a:lnTo>
                <a:lnTo>
                  <a:pt x="5012" y="1169"/>
                </a:lnTo>
                <a:lnTo>
                  <a:pt x="5011" y="1169"/>
                </a:lnTo>
                <a:lnTo>
                  <a:pt x="5011" y="1168"/>
                </a:lnTo>
                <a:lnTo>
                  <a:pt x="5011" y="1169"/>
                </a:lnTo>
                <a:lnTo>
                  <a:pt x="5010" y="1169"/>
                </a:lnTo>
                <a:lnTo>
                  <a:pt x="5010" y="1168"/>
                </a:lnTo>
                <a:lnTo>
                  <a:pt x="5009" y="1168"/>
                </a:lnTo>
                <a:lnTo>
                  <a:pt x="5009" y="1167"/>
                </a:lnTo>
                <a:lnTo>
                  <a:pt x="5008" y="1167"/>
                </a:lnTo>
                <a:lnTo>
                  <a:pt x="5008" y="1168"/>
                </a:lnTo>
                <a:lnTo>
                  <a:pt x="5009" y="1169"/>
                </a:lnTo>
                <a:lnTo>
                  <a:pt x="5008" y="1169"/>
                </a:lnTo>
                <a:lnTo>
                  <a:pt x="5007" y="1169"/>
                </a:lnTo>
                <a:lnTo>
                  <a:pt x="5006" y="1169"/>
                </a:lnTo>
                <a:lnTo>
                  <a:pt x="5005" y="1170"/>
                </a:lnTo>
                <a:lnTo>
                  <a:pt x="5006" y="1171"/>
                </a:lnTo>
                <a:lnTo>
                  <a:pt x="5005" y="1171"/>
                </a:lnTo>
                <a:lnTo>
                  <a:pt x="5005" y="1172"/>
                </a:lnTo>
                <a:lnTo>
                  <a:pt x="5004" y="1173"/>
                </a:lnTo>
                <a:lnTo>
                  <a:pt x="5003" y="1173"/>
                </a:lnTo>
                <a:lnTo>
                  <a:pt x="5002" y="1174"/>
                </a:lnTo>
                <a:lnTo>
                  <a:pt x="5001" y="1174"/>
                </a:lnTo>
                <a:lnTo>
                  <a:pt x="5001" y="1173"/>
                </a:lnTo>
                <a:lnTo>
                  <a:pt x="5001" y="1174"/>
                </a:lnTo>
                <a:lnTo>
                  <a:pt x="5000" y="1174"/>
                </a:lnTo>
                <a:lnTo>
                  <a:pt x="4999" y="1174"/>
                </a:lnTo>
                <a:lnTo>
                  <a:pt x="4999" y="1173"/>
                </a:lnTo>
                <a:lnTo>
                  <a:pt x="4998" y="1174"/>
                </a:lnTo>
                <a:lnTo>
                  <a:pt x="4997" y="1175"/>
                </a:lnTo>
                <a:lnTo>
                  <a:pt x="4997" y="1176"/>
                </a:lnTo>
                <a:lnTo>
                  <a:pt x="4997" y="1177"/>
                </a:lnTo>
                <a:lnTo>
                  <a:pt x="4998" y="1177"/>
                </a:lnTo>
                <a:lnTo>
                  <a:pt x="4998" y="1178"/>
                </a:lnTo>
                <a:lnTo>
                  <a:pt x="4998" y="1179"/>
                </a:lnTo>
                <a:lnTo>
                  <a:pt x="4997" y="1180"/>
                </a:lnTo>
                <a:lnTo>
                  <a:pt x="4996" y="1180"/>
                </a:lnTo>
                <a:lnTo>
                  <a:pt x="4996" y="1181"/>
                </a:lnTo>
                <a:lnTo>
                  <a:pt x="4995" y="1182"/>
                </a:lnTo>
                <a:lnTo>
                  <a:pt x="4994" y="1182"/>
                </a:lnTo>
                <a:lnTo>
                  <a:pt x="4993" y="1182"/>
                </a:lnTo>
                <a:lnTo>
                  <a:pt x="4993" y="1181"/>
                </a:lnTo>
                <a:lnTo>
                  <a:pt x="4992" y="1181"/>
                </a:lnTo>
                <a:lnTo>
                  <a:pt x="4992" y="1180"/>
                </a:lnTo>
                <a:lnTo>
                  <a:pt x="4991" y="1180"/>
                </a:lnTo>
                <a:lnTo>
                  <a:pt x="4991" y="1181"/>
                </a:lnTo>
                <a:lnTo>
                  <a:pt x="4990" y="1181"/>
                </a:lnTo>
                <a:lnTo>
                  <a:pt x="4989" y="1180"/>
                </a:lnTo>
                <a:lnTo>
                  <a:pt x="4988" y="1180"/>
                </a:lnTo>
                <a:lnTo>
                  <a:pt x="4987" y="1180"/>
                </a:lnTo>
                <a:lnTo>
                  <a:pt x="4986" y="1179"/>
                </a:lnTo>
                <a:lnTo>
                  <a:pt x="4985" y="1179"/>
                </a:lnTo>
                <a:lnTo>
                  <a:pt x="4983" y="1179"/>
                </a:lnTo>
                <a:lnTo>
                  <a:pt x="4982" y="1179"/>
                </a:lnTo>
                <a:lnTo>
                  <a:pt x="4982" y="1180"/>
                </a:lnTo>
                <a:lnTo>
                  <a:pt x="4981" y="1180"/>
                </a:lnTo>
                <a:lnTo>
                  <a:pt x="4981" y="1179"/>
                </a:lnTo>
                <a:lnTo>
                  <a:pt x="4980" y="1179"/>
                </a:lnTo>
                <a:lnTo>
                  <a:pt x="4980" y="1178"/>
                </a:lnTo>
                <a:lnTo>
                  <a:pt x="4979" y="1178"/>
                </a:lnTo>
                <a:lnTo>
                  <a:pt x="4978" y="1178"/>
                </a:lnTo>
                <a:lnTo>
                  <a:pt x="4978" y="1179"/>
                </a:lnTo>
                <a:lnTo>
                  <a:pt x="4977" y="1179"/>
                </a:lnTo>
                <a:lnTo>
                  <a:pt x="4976" y="1179"/>
                </a:lnTo>
                <a:lnTo>
                  <a:pt x="4976" y="1180"/>
                </a:lnTo>
                <a:lnTo>
                  <a:pt x="4975" y="1180"/>
                </a:lnTo>
                <a:lnTo>
                  <a:pt x="4975" y="1181"/>
                </a:lnTo>
                <a:lnTo>
                  <a:pt x="4974" y="1181"/>
                </a:lnTo>
                <a:lnTo>
                  <a:pt x="4974" y="1182"/>
                </a:lnTo>
                <a:lnTo>
                  <a:pt x="4973" y="1182"/>
                </a:lnTo>
                <a:lnTo>
                  <a:pt x="4972" y="1181"/>
                </a:lnTo>
                <a:lnTo>
                  <a:pt x="4971" y="1181"/>
                </a:lnTo>
                <a:lnTo>
                  <a:pt x="4971" y="1180"/>
                </a:lnTo>
                <a:lnTo>
                  <a:pt x="4970" y="1180"/>
                </a:lnTo>
                <a:lnTo>
                  <a:pt x="4969" y="1179"/>
                </a:lnTo>
                <a:lnTo>
                  <a:pt x="4968" y="1179"/>
                </a:lnTo>
                <a:lnTo>
                  <a:pt x="4968" y="1180"/>
                </a:lnTo>
                <a:lnTo>
                  <a:pt x="4967" y="1180"/>
                </a:lnTo>
                <a:lnTo>
                  <a:pt x="4966" y="1180"/>
                </a:lnTo>
                <a:lnTo>
                  <a:pt x="4965" y="1180"/>
                </a:lnTo>
                <a:lnTo>
                  <a:pt x="4965" y="1181"/>
                </a:lnTo>
                <a:lnTo>
                  <a:pt x="4965" y="1182"/>
                </a:lnTo>
                <a:lnTo>
                  <a:pt x="4965" y="1183"/>
                </a:lnTo>
                <a:lnTo>
                  <a:pt x="4964" y="1183"/>
                </a:lnTo>
                <a:lnTo>
                  <a:pt x="4963" y="1183"/>
                </a:lnTo>
                <a:lnTo>
                  <a:pt x="4962" y="1183"/>
                </a:lnTo>
                <a:lnTo>
                  <a:pt x="4961" y="1183"/>
                </a:lnTo>
                <a:lnTo>
                  <a:pt x="4960" y="1183"/>
                </a:lnTo>
                <a:lnTo>
                  <a:pt x="4958" y="1183"/>
                </a:lnTo>
                <a:lnTo>
                  <a:pt x="4957" y="1183"/>
                </a:lnTo>
                <a:lnTo>
                  <a:pt x="4956" y="1183"/>
                </a:lnTo>
                <a:lnTo>
                  <a:pt x="4955" y="1183"/>
                </a:lnTo>
                <a:lnTo>
                  <a:pt x="4954" y="1182"/>
                </a:lnTo>
                <a:lnTo>
                  <a:pt x="4953" y="1181"/>
                </a:lnTo>
                <a:lnTo>
                  <a:pt x="4952" y="1182"/>
                </a:lnTo>
                <a:lnTo>
                  <a:pt x="4951" y="1181"/>
                </a:lnTo>
                <a:lnTo>
                  <a:pt x="4950" y="1181"/>
                </a:lnTo>
                <a:lnTo>
                  <a:pt x="4938" y="1180"/>
                </a:lnTo>
                <a:lnTo>
                  <a:pt x="4920" y="1181"/>
                </a:lnTo>
                <a:lnTo>
                  <a:pt x="4917" y="1182"/>
                </a:lnTo>
                <a:lnTo>
                  <a:pt x="4914" y="1183"/>
                </a:lnTo>
                <a:lnTo>
                  <a:pt x="4915" y="1184"/>
                </a:lnTo>
                <a:lnTo>
                  <a:pt x="4916" y="1185"/>
                </a:lnTo>
                <a:lnTo>
                  <a:pt x="4917" y="1185"/>
                </a:lnTo>
                <a:lnTo>
                  <a:pt x="4917" y="1186"/>
                </a:lnTo>
                <a:lnTo>
                  <a:pt x="4918" y="1186"/>
                </a:lnTo>
                <a:lnTo>
                  <a:pt x="4920" y="1188"/>
                </a:lnTo>
                <a:lnTo>
                  <a:pt x="4921" y="1188"/>
                </a:lnTo>
                <a:lnTo>
                  <a:pt x="4921" y="1189"/>
                </a:lnTo>
                <a:lnTo>
                  <a:pt x="4921" y="1190"/>
                </a:lnTo>
                <a:lnTo>
                  <a:pt x="4921" y="1191"/>
                </a:lnTo>
                <a:lnTo>
                  <a:pt x="4921" y="1192"/>
                </a:lnTo>
                <a:lnTo>
                  <a:pt x="4921" y="1193"/>
                </a:lnTo>
                <a:lnTo>
                  <a:pt x="4922" y="1193"/>
                </a:lnTo>
                <a:lnTo>
                  <a:pt x="4922" y="1194"/>
                </a:lnTo>
                <a:lnTo>
                  <a:pt x="4922" y="1195"/>
                </a:lnTo>
                <a:lnTo>
                  <a:pt x="4921" y="1195"/>
                </a:lnTo>
                <a:lnTo>
                  <a:pt x="4921" y="1197"/>
                </a:lnTo>
                <a:lnTo>
                  <a:pt x="4921" y="1198"/>
                </a:lnTo>
                <a:lnTo>
                  <a:pt x="4921" y="1199"/>
                </a:lnTo>
                <a:lnTo>
                  <a:pt x="4921" y="1200"/>
                </a:lnTo>
                <a:lnTo>
                  <a:pt x="4921" y="1201"/>
                </a:lnTo>
                <a:lnTo>
                  <a:pt x="4921" y="1202"/>
                </a:lnTo>
                <a:lnTo>
                  <a:pt x="4922" y="1202"/>
                </a:lnTo>
                <a:lnTo>
                  <a:pt x="4922" y="1203"/>
                </a:lnTo>
                <a:lnTo>
                  <a:pt x="4921" y="1203"/>
                </a:lnTo>
                <a:lnTo>
                  <a:pt x="4922" y="1204"/>
                </a:lnTo>
                <a:lnTo>
                  <a:pt x="4923" y="1205"/>
                </a:lnTo>
                <a:lnTo>
                  <a:pt x="4924" y="1205"/>
                </a:lnTo>
                <a:lnTo>
                  <a:pt x="4924" y="1206"/>
                </a:lnTo>
                <a:lnTo>
                  <a:pt x="4924" y="1207"/>
                </a:lnTo>
                <a:lnTo>
                  <a:pt x="4925" y="1208"/>
                </a:lnTo>
                <a:lnTo>
                  <a:pt x="4925" y="1209"/>
                </a:lnTo>
                <a:lnTo>
                  <a:pt x="4925" y="1210"/>
                </a:lnTo>
                <a:lnTo>
                  <a:pt x="4926" y="1211"/>
                </a:lnTo>
                <a:lnTo>
                  <a:pt x="4927" y="1212"/>
                </a:lnTo>
                <a:lnTo>
                  <a:pt x="4927" y="1213"/>
                </a:lnTo>
                <a:lnTo>
                  <a:pt x="4928" y="1213"/>
                </a:lnTo>
                <a:lnTo>
                  <a:pt x="4929" y="1213"/>
                </a:lnTo>
                <a:lnTo>
                  <a:pt x="4930" y="1214"/>
                </a:lnTo>
                <a:lnTo>
                  <a:pt x="4930" y="1215"/>
                </a:lnTo>
                <a:lnTo>
                  <a:pt x="4931" y="1215"/>
                </a:lnTo>
                <a:lnTo>
                  <a:pt x="4931" y="1216"/>
                </a:lnTo>
                <a:lnTo>
                  <a:pt x="4932" y="1216"/>
                </a:lnTo>
                <a:lnTo>
                  <a:pt x="4933" y="1216"/>
                </a:lnTo>
                <a:lnTo>
                  <a:pt x="4934" y="1216"/>
                </a:lnTo>
                <a:lnTo>
                  <a:pt x="4934" y="1217"/>
                </a:lnTo>
                <a:lnTo>
                  <a:pt x="4935" y="1217"/>
                </a:lnTo>
                <a:lnTo>
                  <a:pt x="4936" y="1217"/>
                </a:lnTo>
                <a:lnTo>
                  <a:pt x="4936" y="1218"/>
                </a:lnTo>
                <a:lnTo>
                  <a:pt x="4936" y="1219"/>
                </a:lnTo>
                <a:lnTo>
                  <a:pt x="4937" y="1219"/>
                </a:lnTo>
                <a:lnTo>
                  <a:pt x="4937" y="1220"/>
                </a:lnTo>
                <a:lnTo>
                  <a:pt x="4937" y="1221"/>
                </a:lnTo>
                <a:lnTo>
                  <a:pt x="4938" y="1221"/>
                </a:lnTo>
                <a:lnTo>
                  <a:pt x="4939" y="1221"/>
                </a:lnTo>
                <a:lnTo>
                  <a:pt x="4939" y="1222"/>
                </a:lnTo>
                <a:lnTo>
                  <a:pt x="4938" y="1222"/>
                </a:lnTo>
                <a:lnTo>
                  <a:pt x="4938" y="1223"/>
                </a:lnTo>
                <a:lnTo>
                  <a:pt x="4939" y="1224"/>
                </a:lnTo>
                <a:lnTo>
                  <a:pt x="4940" y="1224"/>
                </a:lnTo>
                <a:lnTo>
                  <a:pt x="4939" y="1224"/>
                </a:lnTo>
                <a:lnTo>
                  <a:pt x="4939" y="1225"/>
                </a:lnTo>
                <a:lnTo>
                  <a:pt x="4940" y="1225"/>
                </a:lnTo>
                <a:lnTo>
                  <a:pt x="4940" y="1226"/>
                </a:lnTo>
                <a:lnTo>
                  <a:pt x="4940" y="1227"/>
                </a:lnTo>
                <a:lnTo>
                  <a:pt x="4939" y="1227"/>
                </a:lnTo>
                <a:lnTo>
                  <a:pt x="4939" y="1228"/>
                </a:lnTo>
                <a:lnTo>
                  <a:pt x="4938" y="1228"/>
                </a:lnTo>
                <a:lnTo>
                  <a:pt x="4938" y="1229"/>
                </a:lnTo>
                <a:lnTo>
                  <a:pt x="4938" y="1230"/>
                </a:lnTo>
                <a:lnTo>
                  <a:pt x="4939" y="1230"/>
                </a:lnTo>
                <a:lnTo>
                  <a:pt x="4938" y="1230"/>
                </a:lnTo>
                <a:lnTo>
                  <a:pt x="4938" y="1231"/>
                </a:lnTo>
                <a:lnTo>
                  <a:pt x="4937" y="1231"/>
                </a:lnTo>
                <a:lnTo>
                  <a:pt x="4937" y="1232"/>
                </a:lnTo>
                <a:lnTo>
                  <a:pt x="4936" y="1232"/>
                </a:lnTo>
                <a:lnTo>
                  <a:pt x="4935" y="1233"/>
                </a:lnTo>
                <a:lnTo>
                  <a:pt x="4935" y="1234"/>
                </a:lnTo>
                <a:lnTo>
                  <a:pt x="4934" y="1234"/>
                </a:lnTo>
                <a:lnTo>
                  <a:pt x="4933" y="1234"/>
                </a:lnTo>
                <a:lnTo>
                  <a:pt x="4933" y="1235"/>
                </a:lnTo>
                <a:lnTo>
                  <a:pt x="4934" y="1236"/>
                </a:lnTo>
                <a:lnTo>
                  <a:pt x="4933" y="1236"/>
                </a:lnTo>
                <a:lnTo>
                  <a:pt x="4933" y="1237"/>
                </a:lnTo>
                <a:lnTo>
                  <a:pt x="4933" y="1238"/>
                </a:lnTo>
                <a:lnTo>
                  <a:pt x="4933" y="1239"/>
                </a:lnTo>
                <a:lnTo>
                  <a:pt x="4934" y="1239"/>
                </a:lnTo>
                <a:lnTo>
                  <a:pt x="4933" y="1240"/>
                </a:lnTo>
                <a:lnTo>
                  <a:pt x="4932" y="1240"/>
                </a:lnTo>
                <a:lnTo>
                  <a:pt x="4931" y="1240"/>
                </a:lnTo>
                <a:lnTo>
                  <a:pt x="4931" y="1241"/>
                </a:lnTo>
                <a:lnTo>
                  <a:pt x="4931" y="1242"/>
                </a:lnTo>
                <a:lnTo>
                  <a:pt x="4931" y="1243"/>
                </a:lnTo>
                <a:lnTo>
                  <a:pt x="4930" y="1244"/>
                </a:lnTo>
                <a:lnTo>
                  <a:pt x="4930" y="1243"/>
                </a:lnTo>
                <a:lnTo>
                  <a:pt x="4929" y="1243"/>
                </a:lnTo>
                <a:lnTo>
                  <a:pt x="4928" y="1244"/>
                </a:lnTo>
                <a:lnTo>
                  <a:pt x="4927" y="1244"/>
                </a:lnTo>
                <a:lnTo>
                  <a:pt x="4927" y="1245"/>
                </a:lnTo>
                <a:lnTo>
                  <a:pt x="4926" y="1245"/>
                </a:lnTo>
                <a:lnTo>
                  <a:pt x="4926" y="1246"/>
                </a:lnTo>
                <a:lnTo>
                  <a:pt x="4925" y="1246"/>
                </a:lnTo>
                <a:lnTo>
                  <a:pt x="4924" y="1246"/>
                </a:lnTo>
                <a:lnTo>
                  <a:pt x="4923" y="1246"/>
                </a:lnTo>
                <a:lnTo>
                  <a:pt x="4923" y="1247"/>
                </a:lnTo>
                <a:lnTo>
                  <a:pt x="4923" y="1248"/>
                </a:lnTo>
                <a:lnTo>
                  <a:pt x="4922" y="1248"/>
                </a:lnTo>
                <a:lnTo>
                  <a:pt x="4921" y="1248"/>
                </a:lnTo>
                <a:lnTo>
                  <a:pt x="4921" y="1247"/>
                </a:lnTo>
                <a:lnTo>
                  <a:pt x="4920" y="1247"/>
                </a:lnTo>
                <a:lnTo>
                  <a:pt x="4921" y="1246"/>
                </a:lnTo>
                <a:lnTo>
                  <a:pt x="4921" y="1245"/>
                </a:lnTo>
                <a:lnTo>
                  <a:pt x="4920" y="1245"/>
                </a:lnTo>
                <a:lnTo>
                  <a:pt x="4919" y="1245"/>
                </a:lnTo>
                <a:lnTo>
                  <a:pt x="4919" y="1246"/>
                </a:lnTo>
                <a:lnTo>
                  <a:pt x="4919" y="1247"/>
                </a:lnTo>
                <a:lnTo>
                  <a:pt x="4918" y="1247"/>
                </a:lnTo>
                <a:lnTo>
                  <a:pt x="4918" y="1246"/>
                </a:lnTo>
                <a:lnTo>
                  <a:pt x="4918" y="1245"/>
                </a:lnTo>
                <a:lnTo>
                  <a:pt x="4917" y="1245"/>
                </a:lnTo>
                <a:lnTo>
                  <a:pt x="4916" y="1245"/>
                </a:lnTo>
                <a:lnTo>
                  <a:pt x="4915" y="1245"/>
                </a:lnTo>
                <a:lnTo>
                  <a:pt x="4915" y="1244"/>
                </a:lnTo>
                <a:lnTo>
                  <a:pt x="4915" y="1243"/>
                </a:lnTo>
                <a:lnTo>
                  <a:pt x="4916" y="1243"/>
                </a:lnTo>
                <a:lnTo>
                  <a:pt x="4915" y="1242"/>
                </a:lnTo>
                <a:lnTo>
                  <a:pt x="4915" y="1243"/>
                </a:lnTo>
                <a:lnTo>
                  <a:pt x="4914" y="1243"/>
                </a:lnTo>
                <a:lnTo>
                  <a:pt x="4913" y="1243"/>
                </a:lnTo>
                <a:lnTo>
                  <a:pt x="4913" y="1242"/>
                </a:lnTo>
                <a:lnTo>
                  <a:pt x="4912" y="1242"/>
                </a:lnTo>
                <a:lnTo>
                  <a:pt x="4912" y="1241"/>
                </a:lnTo>
                <a:lnTo>
                  <a:pt x="4913" y="1241"/>
                </a:lnTo>
                <a:lnTo>
                  <a:pt x="4913" y="1240"/>
                </a:lnTo>
                <a:lnTo>
                  <a:pt x="4912" y="1240"/>
                </a:lnTo>
                <a:lnTo>
                  <a:pt x="4911" y="1241"/>
                </a:lnTo>
                <a:lnTo>
                  <a:pt x="4911" y="1242"/>
                </a:lnTo>
                <a:lnTo>
                  <a:pt x="4911" y="1243"/>
                </a:lnTo>
                <a:lnTo>
                  <a:pt x="4910" y="1243"/>
                </a:lnTo>
                <a:lnTo>
                  <a:pt x="4910" y="1242"/>
                </a:lnTo>
                <a:lnTo>
                  <a:pt x="4910" y="1241"/>
                </a:lnTo>
                <a:lnTo>
                  <a:pt x="4909" y="1241"/>
                </a:lnTo>
                <a:lnTo>
                  <a:pt x="4908" y="1241"/>
                </a:lnTo>
                <a:lnTo>
                  <a:pt x="4907" y="1241"/>
                </a:lnTo>
                <a:lnTo>
                  <a:pt x="4907" y="1240"/>
                </a:lnTo>
                <a:lnTo>
                  <a:pt x="4907" y="1239"/>
                </a:lnTo>
                <a:lnTo>
                  <a:pt x="4907" y="1240"/>
                </a:lnTo>
                <a:lnTo>
                  <a:pt x="4906" y="1240"/>
                </a:lnTo>
                <a:lnTo>
                  <a:pt x="4906" y="1239"/>
                </a:lnTo>
                <a:lnTo>
                  <a:pt x="4905" y="1239"/>
                </a:lnTo>
                <a:lnTo>
                  <a:pt x="4905" y="1240"/>
                </a:lnTo>
                <a:lnTo>
                  <a:pt x="4904" y="1240"/>
                </a:lnTo>
                <a:lnTo>
                  <a:pt x="4904" y="1241"/>
                </a:lnTo>
                <a:lnTo>
                  <a:pt x="4904" y="1242"/>
                </a:lnTo>
                <a:lnTo>
                  <a:pt x="4903" y="1242"/>
                </a:lnTo>
                <a:lnTo>
                  <a:pt x="4903" y="1241"/>
                </a:lnTo>
                <a:lnTo>
                  <a:pt x="4902" y="1241"/>
                </a:lnTo>
                <a:lnTo>
                  <a:pt x="4902" y="1240"/>
                </a:lnTo>
                <a:lnTo>
                  <a:pt x="4901" y="1240"/>
                </a:lnTo>
                <a:lnTo>
                  <a:pt x="4900" y="1240"/>
                </a:lnTo>
                <a:lnTo>
                  <a:pt x="4900" y="1241"/>
                </a:lnTo>
                <a:lnTo>
                  <a:pt x="4900" y="1242"/>
                </a:lnTo>
                <a:lnTo>
                  <a:pt x="4900" y="1243"/>
                </a:lnTo>
                <a:lnTo>
                  <a:pt x="4901" y="1243"/>
                </a:lnTo>
                <a:lnTo>
                  <a:pt x="4901" y="1244"/>
                </a:lnTo>
                <a:lnTo>
                  <a:pt x="4900" y="1244"/>
                </a:lnTo>
                <a:lnTo>
                  <a:pt x="4899" y="1244"/>
                </a:lnTo>
                <a:lnTo>
                  <a:pt x="4899" y="1243"/>
                </a:lnTo>
                <a:lnTo>
                  <a:pt x="4898" y="1243"/>
                </a:lnTo>
                <a:lnTo>
                  <a:pt x="4898" y="1242"/>
                </a:lnTo>
                <a:lnTo>
                  <a:pt x="4897" y="1242"/>
                </a:lnTo>
                <a:lnTo>
                  <a:pt x="4897" y="1243"/>
                </a:lnTo>
                <a:lnTo>
                  <a:pt x="4897" y="1244"/>
                </a:lnTo>
                <a:lnTo>
                  <a:pt x="4896" y="1244"/>
                </a:lnTo>
                <a:lnTo>
                  <a:pt x="4896" y="1243"/>
                </a:lnTo>
                <a:lnTo>
                  <a:pt x="4895" y="1243"/>
                </a:lnTo>
                <a:lnTo>
                  <a:pt x="4895" y="1242"/>
                </a:lnTo>
                <a:lnTo>
                  <a:pt x="4894" y="1242"/>
                </a:lnTo>
                <a:lnTo>
                  <a:pt x="4893" y="1242"/>
                </a:lnTo>
                <a:lnTo>
                  <a:pt x="4893" y="1243"/>
                </a:lnTo>
                <a:lnTo>
                  <a:pt x="4893" y="1244"/>
                </a:lnTo>
                <a:lnTo>
                  <a:pt x="4892" y="1243"/>
                </a:lnTo>
                <a:lnTo>
                  <a:pt x="4892" y="1242"/>
                </a:lnTo>
                <a:lnTo>
                  <a:pt x="4891" y="1242"/>
                </a:lnTo>
                <a:lnTo>
                  <a:pt x="4890" y="1242"/>
                </a:lnTo>
                <a:lnTo>
                  <a:pt x="4888" y="1242"/>
                </a:lnTo>
                <a:lnTo>
                  <a:pt x="4887" y="1242"/>
                </a:lnTo>
                <a:lnTo>
                  <a:pt x="4887" y="1243"/>
                </a:lnTo>
                <a:lnTo>
                  <a:pt x="4885" y="1243"/>
                </a:lnTo>
                <a:lnTo>
                  <a:pt x="4884" y="1242"/>
                </a:lnTo>
                <a:lnTo>
                  <a:pt x="4883" y="1242"/>
                </a:lnTo>
                <a:lnTo>
                  <a:pt x="4883" y="1243"/>
                </a:lnTo>
                <a:lnTo>
                  <a:pt x="4882" y="1243"/>
                </a:lnTo>
                <a:lnTo>
                  <a:pt x="4882" y="1242"/>
                </a:lnTo>
                <a:lnTo>
                  <a:pt x="4881" y="1242"/>
                </a:lnTo>
                <a:lnTo>
                  <a:pt x="4880" y="1242"/>
                </a:lnTo>
                <a:lnTo>
                  <a:pt x="4881" y="1243"/>
                </a:lnTo>
                <a:lnTo>
                  <a:pt x="4881" y="1244"/>
                </a:lnTo>
                <a:lnTo>
                  <a:pt x="4880" y="1244"/>
                </a:lnTo>
                <a:lnTo>
                  <a:pt x="4879" y="1244"/>
                </a:lnTo>
                <a:lnTo>
                  <a:pt x="4879" y="1243"/>
                </a:lnTo>
                <a:lnTo>
                  <a:pt x="4878" y="1243"/>
                </a:lnTo>
                <a:lnTo>
                  <a:pt x="4878" y="1242"/>
                </a:lnTo>
                <a:lnTo>
                  <a:pt x="4877" y="1242"/>
                </a:lnTo>
                <a:lnTo>
                  <a:pt x="4877" y="1241"/>
                </a:lnTo>
                <a:lnTo>
                  <a:pt x="4876" y="1242"/>
                </a:lnTo>
                <a:lnTo>
                  <a:pt x="4875" y="1242"/>
                </a:lnTo>
                <a:lnTo>
                  <a:pt x="4874" y="1242"/>
                </a:lnTo>
                <a:lnTo>
                  <a:pt x="4873" y="1242"/>
                </a:lnTo>
                <a:lnTo>
                  <a:pt x="4872" y="1241"/>
                </a:lnTo>
                <a:lnTo>
                  <a:pt x="4871" y="1240"/>
                </a:lnTo>
                <a:lnTo>
                  <a:pt x="4871" y="1239"/>
                </a:lnTo>
                <a:lnTo>
                  <a:pt x="4870" y="1239"/>
                </a:lnTo>
                <a:lnTo>
                  <a:pt x="4870" y="1238"/>
                </a:lnTo>
                <a:lnTo>
                  <a:pt x="4871" y="1237"/>
                </a:lnTo>
                <a:lnTo>
                  <a:pt x="4870" y="1237"/>
                </a:lnTo>
                <a:lnTo>
                  <a:pt x="4869" y="1237"/>
                </a:lnTo>
                <a:lnTo>
                  <a:pt x="4869" y="1238"/>
                </a:lnTo>
                <a:lnTo>
                  <a:pt x="4868" y="1238"/>
                </a:lnTo>
                <a:lnTo>
                  <a:pt x="4868" y="1237"/>
                </a:lnTo>
                <a:lnTo>
                  <a:pt x="4867" y="1237"/>
                </a:lnTo>
                <a:lnTo>
                  <a:pt x="4866" y="1237"/>
                </a:lnTo>
                <a:lnTo>
                  <a:pt x="4865" y="1237"/>
                </a:lnTo>
                <a:lnTo>
                  <a:pt x="4864" y="1237"/>
                </a:lnTo>
                <a:lnTo>
                  <a:pt x="4865" y="1237"/>
                </a:lnTo>
                <a:lnTo>
                  <a:pt x="4865" y="1236"/>
                </a:lnTo>
                <a:lnTo>
                  <a:pt x="4864" y="1236"/>
                </a:lnTo>
                <a:lnTo>
                  <a:pt x="4863" y="1236"/>
                </a:lnTo>
                <a:lnTo>
                  <a:pt x="4863" y="1237"/>
                </a:lnTo>
                <a:lnTo>
                  <a:pt x="4863" y="1238"/>
                </a:lnTo>
                <a:lnTo>
                  <a:pt x="4864" y="1238"/>
                </a:lnTo>
                <a:lnTo>
                  <a:pt x="4863" y="1238"/>
                </a:lnTo>
                <a:lnTo>
                  <a:pt x="4862" y="1238"/>
                </a:lnTo>
                <a:lnTo>
                  <a:pt x="4861" y="1238"/>
                </a:lnTo>
                <a:lnTo>
                  <a:pt x="4860" y="1238"/>
                </a:lnTo>
                <a:lnTo>
                  <a:pt x="4859" y="1239"/>
                </a:lnTo>
                <a:lnTo>
                  <a:pt x="4859" y="1238"/>
                </a:lnTo>
                <a:lnTo>
                  <a:pt x="4858" y="1238"/>
                </a:lnTo>
                <a:lnTo>
                  <a:pt x="4858" y="1237"/>
                </a:lnTo>
                <a:lnTo>
                  <a:pt x="4858" y="1236"/>
                </a:lnTo>
                <a:lnTo>
                  <a:pt x="4857" y="1236"/>
                </a:lnTo>
                <a:lnTo>
                  <a:pt x="4856" y="1236"/>
                </a:lnTo>
                <a:lnTo>
                  <a:pt x="4855" y="1237"/>
                </a:lnTo>
                <a:lnTo>
                  <a:pt x="4855" y="1236"/>
                </a:lnTo>
                <a:lnTo>
                  <a:pt x="4854" y="1236"/>
                </a:lnTo>
                <a:lnTo>
                  <a:pt x="4854" y="1237"/>
                </a:lnTo>
                <a:lnTo>
                  <a:pt x="4854" y="1238"/>
                </a:lnTo>
                <a:lnTo>
                  <a:pt x="4853" y="1238"/>
                </a:lnTo>
                <a:lnTo>
                  <a:pt x="4852" y="1238"/>
                </a:lnTo>
                <a:lnTo>
                  <a:pt x="4852" y="1237"/>
                </a:lnTo>
                <a:lnTo>
                  <a:pt x="4851" y="1237"/>
                </a:lnTo>
                <a:lnTo>
                  <a:pt x="4850" y="1237"/>
                </a:lnTo>
                <a:lnTo>
                  <a:pt x="4849" y="1236"/>
                </a:lnTo>
                <a:lnTo>
                  <a:pt x="4848" y="1236"/>
                </a:lnTo>
                <a:lnTo>
                  <a:pt x="4847" y="1236"/>
                </a:lnTo>
                <a:lnTo>
                  <a:pt x="4847" y="1237"/>
                </a:lnTo>
                <a:lnTo>
                  <a:pt x="4845" y="1237"/>
                </a:lnTo>
                <a:lnTo>
                  <a:pt x="4845" y="1236"/>
                </a:lnTo>
                <a:lnTo>
                  <a:pt x="4844" y="1236"/>
                </a:lnTo>
                <a:lnTo>
                  <a:pt x="4844" y="1235"/>
                </a:lnTo>
                <a:lnTo>
                  <a:pt x="4846" y="1235"/>
                </a:lnTo>
                <a:lnTo>
                  <a:pt x="4847" y="1235"/>
                </a:lnTo>
                <a:lnTo>
                  <a:pt x="4847" y="1234"/>
                </a:lnTo>
                <a:lnTo>
                  <a:pt x="4847" y="1233"/>
                </a:lnTo>
                <a:lnTo>
                  <a:pt x="4846" y="1233"/>
                </a:lnTo>
                <a:lnTo>
                  <a:pt x="4845" y="1233"/>
                </a:lnTo>
                <a:lnTo>
                  <a:pt x="4844" y="1234"/>
                </a:lnTo>
                <a:lnTo>
                  <a:pt x="4843" y="1234"/>
                </a:lnTo>
                <a:lnTo>
                  <a:pt x="4842" y="1233"/>
                </a:lnTo>
                <a:lnTo>
                  <a:pt x="4843" y="1233"/>
                </a:lnTo>
                <a:lnTo>
                  <a:pt x="4843" y="1232"/>
                </a:lnTo>
                <a:lnTo>
                  <a:pt x="4842" y="1232"/>
                </a:lnTo>
                <a:lnTo>
                  <a:pt x="4841" y="1232"/>
                </a:lnTo>
                <a:lnTo>
                  <a:pt x="4840" y="1232"/>
                </a:lnTo>
                <a:lnTo>
                  <a:pt x="4841" y="1232"/>
                </a:lnTo>
                <a:lnTo>
                  <a:pt x="4841" y="1231"/>
                </a:lnTo>
                <a:lnTo>
                  <a:pt x="4840" y="1231"/>
                </a:lnTo>
                <a:lnTo>
                  <a:pt x="4839" y="1231"/>
                </a:lnTo>
                <a:lnTo>
                  <a:pt x="4839" y="1232"/>
                </a:lnTo>
                <a:lnTo>
                  <a:pt x="4838" y="1232"/>
                </a:lnTo>
                <a:lnTo>
                  <a:pt x="4837" y="1232"/>
                </a:lnTo>
                <a:lnTo>
                  <a:pt x="4837" y="1231"/>
                </a:lnTo>
                <a:lnTo>
                  <a:pt x="4837" y="1230"/>
                </a:lnTo>
                <a:lnTo>
                  <a:pt x="4836" y="1230"/>
                </a:lnTo>
                <a:lnTo>
                  <a:pt x="4836" y="1231"/>
                </a:lnTo>
                <a:lnTo>
                  <a:pt x="4835" y="1231"/>
                </a:lnTo>
                <a:lnTo>
                  <a:pt x="4835" y="1232"/>
                </a:lnTo>
                <a:lnTo>
                  <a:pt x="4834" y="1231"/>
                </a:lnTo>
                <a:lnTo>
                  <a:pt x="4834" y="1230"/>
                </a:lnTo>
                <a:lnTo>
                  <a:pt x="4833" y="1230"/>
                </a:lnTo>
                <a:lnTo>
                  <a:pt x="4832" y="1230"/>
                </a:lnTo>
                <a:lnTo>
                  <a:pt x="4831" y="1230"/>
                </a:lnTo>
                <a:lnTo>
                  <a:pt x="4831" y="1229"/>
                </a:lnTo>
                <a:lnTo>
                  <a:pt x="4832" y="1229"/>
                </a:lnTo>
                <a:lnTo>
                  <a:pt x="4832" y="1228"/>
                </a:lnTo>
                <a:lnTo>
                  <a:pt x="4833" y="1227"/>
                </a:lnTo>
                <a:lnTo>
                  <a:pt x="4834" y="1227"/>
                </a:lnTo>
                <a:lnTo>
                  <a:pt x="4835" y="1227"/>
                </a:lnTo>
                <a:lnTo>
                  <a:pt x="4834" y="1226"/>
                </a:lnTo>
                <a:lnTo>
                  <a:pt x="4835" y="1226"/>
                </a:lnTo>
                <a:lnTo>
                  <a:pt x="4835" y="1225"/>
                </a:lnTo>
                <a:lnTo>
                  <a:pt x="4836" y="1225"/>
                </a:lnTo>
                <a:lnTo>
                  <a:pt x="4838" y="1225"/>
                </a:lnTo>
                <a:lnTo>
                  <a:pt x="4838" y="1224"/>
                </a:lnTo>
                <a:lnTo>
                  <a:pt x="4836" y="1224"/>
                </a:lnTo>
                <a:lnTo>
                  <a:pt x="4835" y="1224"/>
                </a:lnTo>
                <a:lnTo>
                  <a:pt x="4834" y="1224"/>
                </a:lnTo>
                <a:lnTo>
                  <a:pt x="4833" y="1224"/>
                </a:lnTo>
                <a:lnTo>
                  <a:pt x="4832" y="1223"/>
                </a:lnTo>
                <a:lnTo>
                  <a:pt x="4833" y="1223"/>
                </a:lnTo>
                <a:lnTo>
                  <a:pt x="4833" y="1222"/>
                </a:lnTo>
                <a:lnTo>
                  <a:pt x="4832" y="1222"/>
                </a:lnTo>
                <a:lnTo>
                  <a:pt x="4831" y="1222"/>
                </a:lnTo>
                <a:lnTo>
                  <a:pt x="4830" y="1222"/>
                </a:lnTo>
                <a:lnTo>
                  <a:pt x="4830" y="1221"/>
                </a:lnTo>
                <a:lnTo>
                  <a:pt x="4831" y="1221"/>
                </a:lnTo>
                <a:lnTo>
                  <a:pt x="4831" y="1220"/>
                </a:lnTo>
                <a:lnTo>
                  <a:pt x="4831" y="1219"/>
                </a:lnTo>
                <a:lnTo>
                  <a:pt x="4830" y="1219"/>
                </a:lnTo>
                <a:lnTo>
                  <a:pt x="4830" y="1220"/>
                </a:lnTo>
                <a:lnTo>
                  <a:pt x="4829" y="1220"/>
                </a:lnTo>
                <a:lnTo>
                  <a:pt x="4829" y="1219"/>
                </a:lnTo>
                <a:lnTo>
                  <a:pt x="4828" y="1219"/>
                </a:lnTo>
                <a:lnTo>
                  <a:pt x="4828" y="1218"/>
                </a:lnTo>
                <a:lnTo>
                  <a:pt x="4827" y="1218"/>
                </a:lnTo>
                <a:lnTo>
                  <a:pt x="4826" y="1218"/>
                </a:lnTo>
                <a:lnTo>
                  <a:pt x="4826" y="1217"/>
                </a:lnTo>
                <a:lnTo>
                  <a:pt x="4825" y="1217"/>
                </a:lnTo>
                <a:lnTo>
                  <a:pt x="4825" y="1216"/>
                </a:lnTo>
                <a:lnTo>
                  <a:pt x="4826" y="1215"/>
                </a:lnTo>
                <a:lnTo>
                  <a:pt x="4826" y="1214"/>
                </a:lnTo>
                <a:lnTo>
                  <a:pt x="4827" y="1214"/>
                </a:lnTo>
                <a:lnTo>
                  <a:pt x="4827" y="1215"/>
                </a:lnTo>
                <a:lnTo>
                  <a:pt x="4828" y="1215"/>
                </a:lnTo>
                <a:lnTo>
                  <a:pt x="4829" y="1214"/>
                </a:lnTo>
                <a:lnTo>
                  <a:pt x="4829" y="1213"/>
                </a:lnTo>
                <a:lnTo>
                  <a:pt x="4828" y="1213"/>
                </a:lnTo>
                <a:lnTo>
                  <a:pt x="4828" y="1214"/>
                </a:lnTo>
                <a:lnTo>
                  <a:pt x="4827" y="1214"/>
                </a:lnTo>
                <a:lnTo>
                  <a:pt x="4826" y="1214"/>
                </a:lnTo>
                <a:lnTo>
                  <a:pt x="4826" y="1213"/>
                </a:lnTo>
                <a:lnTo>
                  <a:pt x="4826" y="1212"/>
                </a:lnTo>
                <a:lnTo>
                  <a:pt x="4826" y="1211"/>
                </a:lnTo>
                <a:lnTo>
                  <a:pt x="4826" y="1210"/>
                </a:lnTo>
                <a:lnTo>
                  <a:pt x="4826" y="1209"/>
                </a:lnTo>
                <a:lnTo>
                  <a:pt x="4825" y="1209"/>
                </a:lnTo>
                <a:lnTo>
                  <a:pt x="4825" y="1210"/>
                </a:lnTo>
                <a:lnTo>
                  <a:pt x="4823" y="1210"/>
                </a:lnTo>
                <a:lnTo>
                  <a:pt x="4823" y="1209"/>
                </a:lnTo>
                <a:lnTo>
                  <a:pt x="4822" y="1209"/>
                </a:lnTo>
                <a:lnTo>
                  <a:pt x="4822" y="1208"/>
                </a:lnTo>
                <a:lnTo>
                  <a:pt x="4822" y="1207"/>
                </a:lnTo>
                <a:lnTo>
                  <a:pt x="4821" y="1207"/>
                </a:lnTo>
                <a:lnTo>
                  <a:pt x="4820" y="1207"/>
                </a:lnTo>
                <a:lnTo>
                  <a:pt x="4820" y="1206"/>
                </a:lnTo>
                <a:lnTo>
                  <a:pt x="4819" y="1206"/>
                </a:lnTo>
                <a:lnTo>
                  <a:pt x="4818" y="1206"/>
                </a:lnTo>
                <a:lnTo>
                  <a:pt x="4817" y="1206"/>
                </a:lnTo>
                <a:lnTo>
                  <a:pt x="4817" y="1207"/>
                </a:lnTo>
                <a:lnTo>
                  <a:pt x="4816" y="1207"/>
                </a:lnTo>
                <a:lnTo>
                  <a:pt x="4816" y="1206"/>
                </a:lnTo>
                <a:lnTo>
                  <a:pt x="4815" y="1206"/>
                </a:lnTo>
                <a:lnTo>
                  <a:pt x="4816" y="1205"/>
                </a:lnTo>
                <a:lnTo>
                  <a:pt x="4817" y="1205"/>
                </a:lnTo>
                <a:lnTo>
                  <a:pt x="4817" y="1204"/>
                </a:lnTo>
                <a:lnTo>
                  <a:pt x="4817" y="1203"/>
                </a:lnTo>
                <a:lnTo>
                  <a:pt x="4816" y="1203"/>
                </a:lnTo>
                <a:lnTo>
                  <a:pt x="4816" y="1202"/>
                </a:lnTo>
                <a:lnTo>
                  <a:pt x="4815" y="1202"/>
                </a:lnTo>
                <a:lnTo>
                  <a:pt x="4815" y="1203"/>
                </a:lnTo>
                <a:lnTo>
                  <a:pt x="4814" y="1203"/>
                </a:lnTo>
                <a:lnTo>
                  <a:pt x="4814" y="1204"/>
                </a:lnTo>
                <a:lnTo>
                  <a:pt x="4813" y="1204"/>
                </a:lnTo>
                <a:lnTo>
                  <a:pt x="4812" y="1204"/>
                </a:lnTo>
                <a:lnTo>
                  <a:pt x="4811" y="1204"/>
                </a:lnTo>
                <a:lnTo>
                  <a:pt x="4811" y="1205"/>
                </a:lnTo>
                <a:lnTo>
                  <a:pt x="4810" y="1205"/>
                </a:lnTo>
                <a:lnTo>
                  <a:pt x="4809" y="1206"/>
                </a:lnTo>
                <a:lnTo>
                  <a:pt x="4809" y="1207"/>
                </a:lnTo>
                <a:lnTo>
                  <a:pt x="4809" y="1208"/>
                </a:lnTo>
                <a:lnTo>
                  <a:pt x="4808" y="1208"/>
                </a:lnTo>
                <a:lnTo>
                  <a:pt x="4808" y="1209"/>
                </a:lnTo>
                <a:lnTo>
                  <a:pt x="4808" y="1210"/>
                </a:lnTo>
                <a:lnTo>
                  <a:pt x="4808" y="1211"/>
                </a:lnTo>
                <a:lnTo>
                  <a:pt x="4807" y="1212"/>
                </a:lnTo>
                <a:lnTo>
                  <a:pt x="4806" y="1212"/>
                </a:lnTo>
                <a:lnTo>
                  <a:pt x="4806" y="1211"/>
                </a:lnTo>
                <a:lnTo>
                  <a:pt x="4806" y="1210"/>
                </a:lnTo>
                <a:lnTo>
                  <a:pt x="4805" y="1209"/>
                </a:lnTo>
                <a:lnTo>
                  <a:pt x="4804" y="1209"/>
                </a:lnTo>
                <a:lnTo>
                  <a:pt x="4804" y="1210"/>
                </a:lnTo>
                <a:lnTo>
                  <a:pt x="4803" y="1210"/>
                </a:lnTo>
                <a:lnTo>
                  <a:pt x="4803" y="1212"/>
                </a:lnTo>
                <a:lnTo>
                  <a:pt x="4803" y="1213"/>
                </a:lnTo>
                <a:lnTo>
                  <a:pt x="4804" y="1214"/>
                </a:lnTo>
                <a:lnTo>
                  <a:pt x="4803" y="1214"/>
                </a:lnTo>
                <a:lnTo>
                  <a:pt x="4803" y="1215"/>
                </a:lnTo>
                <a:lnTo>
                  <a:pt x="4802" y="1214"/>
                </a:lnTo>
                <a:lnTo>
                  <a:pt x="4801" y="1214"/>
                </a:lnTo>
                <a:lnTo>
                  <a:pt x="4801" y="1213"/>
                </a:lnTo>
                <a:lnTo>
                  <a:pt x="4801" y="1212"/>
                </a:lnTo>
                <a:lnTo>
                  <a:pt x="4800" y="1211"/>
                </a:lnTo>
                <a:lnTo>
                  <a:pt x="4799" y="1211"/>
                </a:lnTo>
                <a:lnTo>
                  <a:pt x="4798" y="1211"/>
                </a:lnTo>
                <a:lnTo>
                  <a:pt x="4798" y="1210"/>
                </a:lnTo>
                <a:lnTo>
                  <a:pt x="4797" y="1210"/>
                </a:lnTo>
                <a:lnTo>
                  <a:pt x="4797" y="1209"/>
                </a:lnTo>
                <a:lnTo>
                  <a:pt x="4795" y="1209"/>
                </a:lnTo>
                <a:lnTo>
                  <a:pt x="4794" y="1209"/>
                </a:lnTo>
                <a:lnTo>
                  <a:pt x="4794" y="1210"/>
                </a:lnTo>
                <a:lnTo>
                  <a:pt x="4795" y="1210"/>
                </a:lnTo>
                <a:lnTo>
                  <a:pt x="4796" y="1211"/>
                </a:lnTo>
                <a:lnTo>
                  <a:pt x="4797" y="1211"/>
                </a:lnTo>
                <a:lnTo>
                  <a:pt x="4798" y="1211"/>
                </a:lnTo>
                <a:lnTo>
                  <a:pt x="4798" y="1212"/>
                </a:lnTo>
                <a:lnTo>
                  <a:pt x="4798" y="1213"/>
                </a:lnTo>
                <a:lnTo>
                  <a:pt x="4797" y="1213"/>
                </a:lnTo>
                <a:lnTo>
                  <a:pt x="4796" y="1214"/>
                </a:lnTo>
                <a:lnTo>
                  <a:pt x="4796" y="1215"/>
                </a:lnTo>
                <a:lnTo>
                  <a:pt x="4795" y="1215"/>
                </a:lnTo>
                <a:lnTo>
                  <a:pt x="4794" y="1215"/>
                </a:lnTo>
                <a:lnTo>
                  <a:pt x="4794" y="1216"/>
                </a:lnTo>
                <a:lnTo>
                  <a:pt x="4795" y="1216"/>
                </a:lnTo>
                <a:lnTo>
                  <a:pt x="4795" y="1217"/>
                </a:lnTo>
                <a:lnTo>
                  <a:pt x="4794" y="1218"/>
                </a:lnTo>
                <a:lnTo>
                  <a:pt x="4793" y="1218"/>
                </a:lnTo>
                <a:lnTo>
                  <a:pt x="4792" y="1218"/>
                </a:lnTo>
                <a:lnTo>
                  <a:pt x="4792" y="1217"/>
                </a:lnTo>
                <a:lnTo>
                  <a:pt x="4792" y="1218"/>
                </a:lnTo>
                <a:lnTo>
                  <a:pt x="4791" y="1218"/>
                </a:lnTo>
                <a:lnTo>
                  <a:pt x="4791" y="1219"/>
                </a:lnTo>
                <a:lnTo>
                  <a:pt x="4790" y="1219"/>
                </a:lnTo>
                <a:lnTo>
                  <a:pt x="4790" y="1218"/>
                </a:lnTo>
                <a:lnTo>
                  <a:pt x="4789" y="1218"/>
                </a:lnTo>
                <a:lnTo>
                  <a:pt x="4788" y="1218"/>
                </a:lnTo>
                <a:lnTo>
                  <a:pt x="4788" y="1217"/>
                </a:lnTo>
                <a:lnTo>
                  <a:pt x="4787" y="1217"/>
                </a:lnTo>
                <a:lnTo>
                  <a:pt x="4787" y="1218"/>
                </a:lnTo>
                <a:lnTo>
                  <a:pt x="4787" y="1219"/>
                </a:lnTo>
                <a:lnTo>
                  <a:pt x="4787" y="1220"/>
                </a:lnTo>
                <a:lnTo>
                  <a:pt x="4786" y="1221"/>
                </a:lnTo>
                <a:lnTo>
                  <a:pt x="4785" y="1221"/>
                </a:lnTo>
                <a:lnTo>
                  <a:pt x="4785" y="1222"/>
                </a:lnTo>
                <a:lnTo>
                  <a:pt x="4785" y="1223"/>
                </a:lnTo>
                <a:lnTo>
                  <a:pt x="4783" y="1223"/>
                </a:lnTo>
                <a:lnTo>
                  <a:pt x="4783" y="1224"/>
                </a:lnTo>
                <a:lnTo>
                  <a:pt x="4783" y="1225"/>
                </a:lnTo>
                <a:lnTo>
                  <a:pt x="4784" y="1225"/>
                </a:lnTo>
                <a:lnTo>
                  <a:pt x="4784" y="1226"/>
                </a:lnTo>
                <a:lnTo>
                  <a:pt x="4785" y="1227"/>
                </a:lnTo>
                <a:lnTo>
                  <a:pt x="4785" y="1228"/>
                </a:lnTo>
                <a:lnTo>
                  <a:pt x="4785" y="1229"/>
                </a:lnTo>
                <a:lnTo>
                  <a:pt x="4784" y="1229"/>
                </a:lnTo>
                <a:lnTo>
                  <a:pt x="4784" y="1230"/>
                </a:lnTo>
                <a:lnTo>
                  <a:pt x="4783" y="1230"/>
                </a:lnTo>
                <a:lnTo>
                  <a:pt x="4783" y="1231"/>
                </a:lnTo>
                <a:lnTo>
                  <a:pt x="4783" y="1232"/>
                </a:lnTo>
                <a:lnTo>
                  <a:pt x="4783" y="1233"/>
                </a:lnTo>
                <a:lnTo>
                  <a:pt x="4782" y="1233"/>
                </a:lnTo>
                <a:lnTo>
                  <a:pt x="4782" y="1234"/>
                </a:lnTo>
                <a:lnTo>
                  <a:pt x="4781" y="1235"/>
                </a:lnTo>
                <a:lnTo>
                  <a:pt x="4782" y="1235"/>
                </a:lnTo>
                <a:lnTo>
                  <a:pt x="4782" y="1236"/>
                </a:lnTo>
                <a:lnTo>
                  <a:pt x="4781" y="1236"/>
                </a:lnTo>
                <a:lnTo>
                  <a:pt x="4781" y="1237"/>
                </a:lnTo>
                <a:lnTo>
                  <a:pt x="4780" y="1237"/>
                </a:lnTo>
                <a:lnTo>
                  <a:pt x="4780" y="1238"/>
                </a:lnTo>
                <a:lnTo>
                  <a:pt x="4779" y="1238"/>
                </a:lnTo>
                <a:lnTo>
                  <a:pt x="4779" y="1239"/>
                </a:lnTo>
                <a:lnTo>
                  <a:pt x="4778" y="1240"/>
                </a:lnTo>
                <a:lnTo>
                  <a:pt x="4777" y="1241"/>
                </a:lnTo>
                <a:lnTo>
                  <a:pt x="4779" y="1241"/>
                </a:lnTo>
                <a:lnTo>
                  <a:pt x="4779" y="1242"/>
                </a:lnTo>
                <a:lnTo>
                  <a:pt x="4778" y="1242"/>
                </a:lnTo>
                <a:lnTo>
                  <a:pt x="4778" y="1243"/>
                </a:lnTo>
                <a:lnTo>
                  <a:pt x="4778" y="1244"/>
                </a:lnTo>
                <a:lnTo>
                  <a:pt x="4778" y="1245"/>
                </a:lnTo>
                <a:lnTo>
                  <a:pt x="4779" y="1244"/>
                </a:lnTo>
                <a:lnTo>
                  <a:pt x="4780" y="1245"/>
                </a:lnTo>
                <a:lnTo>
                  <a:pt x="4779" y="1245"/>
                </a:lnTo>
                <a:lnTo>
                  <a:pt x="4778" y="1245"/>
                </a:lnTo>
                <a:lnTo>
                  <a:pt x="4778" y="1246"/>
                </a:lnTo>
                <a:lnTo>
                  <a:pt x="4779" y="1246"/>
                </a:lnTo>
                <a:lnTo>
                  <a:pt x="4779" y="1247"/>
                </a:lnTo>
                <a:lnTo>
                  <a:pt x="4780" y="1247"/>
                </a:lnTo>
                <a:lnTo>
                  <a:pt x="4780" y="1248"/>
                </a:lnTo>
                <a:lnTo>
                  <a:pt x="4780" y="1249"/>
                </a:lnTo>
                <a:lnTo>
                  <a:pt x="4779" y="1249"/>
                </a:lnTo>
                <a:lnTo>
                  <a:pt x="4779" y="1250"/>
                </a:lnTo>
                <a:lnTo>
                  <a:pt x="4778" y="1250"/>
                </a:lnTo>
                <a:lnTo>
                  <a:pt x="4777" y="1250"/>
                </a:lnTo>
                <a:lnTo>
                  <a:pt x="4776" y="1250"/>
                </a:lnTo>
                <a:lnTo>
                  <a:pt x="4775" y="1250"/>
                </a:lnTo>
                <a:lnTo>
                  <a:pt x="4775" y="1249"/>
                </a:lnTo>
                <a:lnTo>
                  <a:pt x="4777" y="1249"/>
                </a:lnTo>
                <a:lnTo>
                  <a:pt x="4778" y="1248"/>
                </a:lnTo>
                <a:lnTo>
                  <a:pt x="4777" y="1247"/>
                </a:lnTo>
                <a:lnTo>
                  <a:pt x="4776" y="1247"/>
                </a:lnTo>
                <a:lnTo>
                  <a:pt x="4775" y="1247"/>
                </a:lnTo>
                <a:lnTo>
                  <a:pt x="4775" y="1248"/>
                </a:lnTo>
                <a:lnTo>
                  <a:pt x="4774" y="1248"/>
                </a:lnTo>
                <a:lnTo>
                  <a:pt x="4773" y="1248"/>
                </a:lnTo>
                <a:lnTo>
                  <a:pt x="4773" y="1249"/>
                </a:lnTo>
                <a:lnTo>
                  <a:pt x="4772" y="1249"/>
                </a:lnTo>
                <a:lnTo>
                  <a:pt x="4771" y="1249"/>
                </a:lnTo>
                <a:lnTo>
                  <a:pt x="4770" y="1250"/>
                </a:lnTo>
                <a:lnTo>
                  <a:pt x="4770" y="1251"/>
                </a:lnTo>
                <a:lnTo>
                  <a:pt x="4771" y="1251"/>
                </a:lnTo>
                <a:lnTo>
                  <a:pt x="4771" y="1252"/>
                </a:lnTo>
                <a:lnTo>
                  <a:pt x="4770" y="1252"/>
                </a:lnTo>
                <a:lnTo>
                  <a:pt x="4770" y="1251"/>
                </a:lnTo>
                <a:lnTo>
                  <a:pt x="4769" y="1251"/>
                </a:lnTo>
                <a:lnTo>
                  <a:pt x="4768" y="1252"/>
                </a:lnTo>
                <a:lnTo>
                  <a:pt x="4768" y="1253"/>
                </a:lnTo>
                <a:lnTo>
                  <a:pt x="4768" y="1254"/>
                </a:lnTo>
                <a:lnTo>
                  <a:pt x="4767" y="1254"/>
                </a:lnTo>
                <a:lnTo>
                  <a:pt x="4767" y="1255"/>
                </a:lnTo>
                <a:lnTo>
                  <a:pt x="4766" y="1255"/>
                </a:lnTo>
                <a:lnTo>
                  <a:pt x="4765" y="1256"/>
                </a:lnTo>
                <a:lnTo>
                  <a:pt x="4764" y="1257"/>
                </a:lnTo>
                <a:lnTo>
                  <a:pt x="4764" y="1258"/>
                </a:lnTo>
                <a:lnTo>
                  <a:pt x="4764" y="1260"/>
                </a:lnTo>
                <a:lnTo>
                  <a:pt x="4763" y="1261"/>
                </a:lnTo>
                <a:lnTo>
                  <a:pt x="4762" y="1261"/>
                </a:lnTo>
                <a:lnTo>
                  <a:pt x="4761" y="1261"/>
                </a:lnTo>
                <a:lnTo>
                  <a:pt x="4760" y="1262"/>
                </a:lnTo>
                <a:lnTo>
                  <a:pt x="4760" y="1263"/>
                </a:lnTo>
                <a:lnTo>
                  <a:pt x="4760" y="1264"/>
                </a:lnTo>
                <a:lnTo>
                  <a:pt x="4759" y="1265"/>
                </a:lnTo>
                <a:lnTo>
                  <a:pt x="4759" y="1266"/>
                </a:lnTo>
                <a:lnTo>
                  <a:pt x="4758" y="1266"/>
                </a:lnTo>
                <a:lnTo>
                  <a:pt x="4757" y="1266"/>
                </a:lnTo>
                <a:lnTo>
                  <a:pt x="4758" y="1267"/>
                </a:lnTo>
                <a:lnTo>
                  <a:pt x="4758" y="1268"/>
                </a:lnTo>
                <a:lnTo>
                  <a:pt x="4757" y="1269"/>
                </a:lnTo>
                <a:lnTo>
                  <a:pt x="4756" y="1270"/>
                </a:lnTo>
                <a:lnTo>
                  <a:pt x="4755" y="1270"/>
                </a:lnTo>
                <a:lnTo>
                  <a:pt x="4754" y="1270"/>
                </a:lnTo>
                <a:lnTo>
                  <a:pt x="4753" y="1270"/>
                </a:lnTo>
                <a:lnTo>
                  <a:pt x="4753" y="1271"/>
                </a:lnTo>
                <a:lnTo>
                  <a:pt x="4752" y="1272"/>
                </a:lnTo>
                <a:lnTo>
                  <a:pt x="4751" y="1273"/>
                </a:lnTo>
                <a:lnTo>
                  <a:pt x="4750" y="1273"/>
                </a:lnTo>
                <a:lnTo>
                  <a:pt x="4749" y="1273"/>
                </a:lnTo>
                <a:lnTo>
                  <a:pt x="4749" y="1274"/>
                </a:lnTo>
                <a:lnTo>
                  <a:pt x="4748" y="1274"/>
                </a:lnTo>
                <a:lnTo>
                  <a:pt x="4748" y="1275"/>
                </a:lnTo>
                <a:lnTo>
                  <a:pt x="4747" y="1275"/>
                </a:lnTo>
                <a:lnTo>
                  <a:pt x="4747" y="1276"/>
                </a:lnTo>
                <a:lnTo>
                  <a:pt x="4746" y="1276"/>
                </a:lnTo>
                <a:lnTo>
                  <a:pt x="4745" y="1276"/>
                </a:lnTo>
                <a:lnTo>
                  <a:pt x="4744" y="1276"/>
                </a:lnTo>
                <a:lnTo>
                  <a:pt x="4743" y="1276"/>
                </a:lnTo>
                <a:lnTo>
                  <a:pt x="4742" y="1276"/>
                </a:lnTo>
                <a:lnTo>
                  <a:pt x="4742" y="1277"/>
                </a:lnTo>
                <a:lnTo>
                  <a:pt x="4742" y="1278"/>
                </a:lnTo>
                <a:lnTo>
                  <a:pt x="4743" y="1279"/>
                </a:lnTo>
                <a:lnTo>
                  <a:pt x="4744" y="1279"/>
                </a:lnTo>
                <a:lnTo>
                  <a:pt x="4744" y="1280"/>
                </a:lnTo>
                <a:lnTo>
                  <a:pt x="4743" y="1280"/>
                </a:lnTo>
                <a:lnTo>
                  <a:pt x="4743" y="1281"/>
                </a:lnTo>
                <a:lnTo>
                  <a:pt x="4743" y="1282"/>
                </a:lnTo>
                <a:lnTo>
                  <a:pt x="4742" y="1282"/>
                </a:lnTo>
                <a:lnTo>
                  <a:pt x="4741" y="1281"/>
                </a:lnTo>
                <a:lnTo>
                  <a:pt x="4741" y="1282"/>
                </a:lnTo>
                <a:lnTo>
                  <a:pt x="4740" y="1282"/>
                </a:lnTo>
                <a:lnTo>
                  <a:pt x="4741" y="1283"/>
                </a:lnTo>
                <a:lnTo>
                  <a:pt x="4741" y="1284"/>
                </a:lnTo>
                <a:lnTo>
                  <a:pt x="4741" y="1285"/>
                </a:lnTo>
                <a:lnTo>
                  <a:pt x="4740" y="1285"/>
                </a:lnTo>
                <a:lnTo>
                  <a:pt x="4739" y="1285"/>
                </a:lnTo>
                <a:lnTo>
                  <a:pt x="4738" y="1285"/>
                </a:lnTo>
                <a:lnTo>
                  <a:pt x="4738" y="1286"/>
                </a:lnTo>
                <a:lnTo>
                  <a:pt x="4738" y="1287"/>
                </a:lnTo>
                <a:lnTo>
                  <a:pt x="4739" y="1287"/>
                </a:lnTo>
                <a:lnTo>
                  <a:pt x="4739" y="1288"/>
                </a:lnTo>
                <a:lnTo>
                  <a:pt x="4738" y="1288"/>
                </a:lnTo>
                <a:lnTo>
                  <a:pt x="4737" y="1289"/>
                </a:lnTo>
                <a:lnTo>
                  <a:pt x="4736" y="1289"/>
                </a:lnTo>
                <a:lnTo>
                  <a:pt x="4736" y="1290"/>
                </a:lnTo>
                <a:lnTo>
                  <a:pt x="4736" y="1291"/>
                </a:lnTo>
                <a:lnTo>
                  <a:pt x="4735" y="1291"/>
                </a:lnTo>
                <a:lnTo>
                  <a:pt x="4735" y="1292"/>
                </a:lnTo>
                <a:lnTo>
                  <a:pt x="4735" y="1293"/>
                </a:lnTo>
                <a:lnTo>
                  <a:pt x="4734" y="1293"/>
                </a:lnTo>
                <a:lnTo>
                  <a:pt x="4733" y="1292"/>
                </a:lnTo>
                <a:lnTo>
                  <a:pt x="4732" y="1292"/>
                </a:lnTo>
                <a:lnTo>
                  <a:pt x="4731" y="1293"/>
                </a:lnTo>
                <a:lnTo>
                  <a:pt x="4730" y="1293"/>
                </a:lnTo>
                <a:lnTo>
                  <a:pt x="4730" y="1294"/>
                </a:lnTo>
                <a:lnTo>
                  <a:pt x="4729" y="1294"/>
                </a:lnTo>
                <a:lnTo>
                  <a:pt x="4730" y="1294"/>
                </a:lnTo>
                <a:lnTo>
                  <a:pt x="4730" y="1295"/>
                </a:lnTo>
                <a:lnTo>
                  <a:pt x="4731" y="1294"/>
                </a:lnTo>
                <a:lnTo>
                  <a:pt x="4732" y="1294"/>
                </a:lnTo>
                <a:lnTo>
                  <a:pt x="4733" y="1294"/>
                </a:lnTo>
                <a:lnTo>
                  <a:pt x="4733" y="1295"/>
                </a:lnTo>
                <a:lnTo>
                  <a:pt x="4734" y="1296"/>
                </a:lnTo>
                <a:lnTo>
                  <a:pt x="4733" y="1296"/>
                </a:lnTo>
                <a:lnTo>
                  <a:pt x="4732" y="1296"/>
                </a:lnTo>
                <a:lnTo>
                  <a:pt x="4731" y="1296"/>
                </a:lnTo>
                <a:lnTo>
                  <a:pt x="4731" y="1297"/>
                </a:lnTo>
                <a:lnTo>
                  <a:pt x="4731" y="1296"/>
                </a:lnTo>
                <a:lnTo>
                  <a:pt x="4730" y="1296"/>
                </a:lnTo>
                <a:lnTo>
                  <a:pt x="4729" y="1296"/>
                </a:lnTo>
                <a:lnTo>
                  <a:pt x="4729" y="1295"/>
                </a:lnTo>
                <a:lnTo>
                  <a:pt x="4729" y="1296"/>
                </a:lnTo>
                <a:lnTo>
                  <a:pt x="4729" y="1297"/>
                </a:lnTo>
                <a:lnTo>
                  <a:pt x="4728" y="1297"/>
                </a:lnTo>
                <a:lnTo>
                  <a:pt x="4728" y="1298"/>
                </a:lnTo>
                <a:lnTo>
                  <a:pt x="4727" y="1298"/>
                </a:lnTo>
                <a:lnTo>
                  <a:pt x="4726" y="1298"/>
                </a:lnTo>
                <a:lnTo>
                  <a:pt x="4725" y="1298"/>
                </a:lnTo>
                <a:lnTo>
                  <a:pt x="4724" y="1298"/>
                </a:lnTo>
                <a:lnTo>
                  <a:pt x="4723" y="1297"/>
                </a:lnTo>
                <a:lnTo>
                  <a:pt x="4723" y="1296"/>
                </a:lnTo>
                <a:lnTo>
                  <a:pt x="4724" y="1296"/>
                </a:lnTo>
                <a:lnTo>
                  <a:pt x="4724" y="1295"/>
                </a:lnTo>
                <a:lnTo>
                  <a:pt x="4723" y="1295"/>
                </a:lnTo>
                <a:lnTo>
                  <a:pt x="4723" y="1296"/>
                </a:lnTo>
                <a:lnTo>
                  <a:pt x="4722" y="1296"/>
                </a:lnTo>
                <a:lnTo>
                  <a:pt x="4721" y="1296"/>
                </a:lnTo>
                <a:lnTo>
                  <a:pt x="4721" y="1295"/>
                </a:lnTo>
                <a:lnTo>
                  <a:pt x="4720" y="1295"/>
                </a:lnTo>
                <a:lnTo>
                  <a:pt x="4720" y="1296"/>
                </a:lnTo>
                <a:lnTo>
                  <a:pt x="4719" y="1296"/>
                </a:lnTo>
                <a:lnTo>
                  <a:pt x="4719" y="1297"/>
                </a:lnTo>
                <a:lnTo>
                  <a:pt x="4718" y="1298"/>
                </a:lnTo>
                <a:lnTo>
                  <a:pt x="4717" y="1298"/>
                </a:lnTo>
                <a:lnTo>
                  <a:pt x="4716" y="1298"/>
                </a:lnTo>
                <a:lnTo>
                  <a:pt x="4716" y="1299"/>
                </a:lnTo>
                <a:lnTo>
                  <a:pt x="4715" y="1299"/>
                </a:lnTo>
                <a:lnTo>
                  <a:pt x="4715" y="1300"/>
                </a:lnTo>
                <a:lnTo>
                  <a:pt x="4714" y="1300"/>
                </a:lnTo>
                <a:lnTo>
                  <a:pt x="4714" y="1299"/>
                </a:lnTo>
                <a:lnTo>
                  <a:pt x="4713" y="1299"/>
                </a:lnTo>
                <a:lnTo>
                  <a:pt x="4713" y="1298"/>
                </a:lnTo>
                <a:lnTo>
                  <a:pt x="4714" y="1298"/>
                </a:lnTo>
                <a:lnTo>
                  <a:pt x="4713" y="1298"/>
                </a:lnTo>
                <a:lnTo>
                  <a:pt x="4713" y="1297"/>
                </a:lnTo>
                <a:lnTo>
                  <a:pt x="4712" y="1297"/>
                </a:lnTo>
                <a:lnTo>
                  <a:pt x="4711" y="1296"/>
                </a:lnTo>
                <a:lnTo>
                  <a:pt x="4711" y="1297"/>
                </a:lnTo>
                <a:lnTo>
                  <a:pt x="4710" y="1297"/>
                </a:lnTo>
                <a:lnTo>
                  <a:pt x="4710" y="1298"/>
                </a:lnTo>
                <a:lnTo>
                  <a:pt x="4710" y="1299"/>
                </a:lnTo>
                <a:lnTo>
                  <a:pt x="4710" y="1298"/>
                </a:lnTo>
                <a:lnTo>
                  <a:pt x="4711" y="1298"/>
                </a:lnTo>
                <a:lnTo>
                  <a:pt x="4710" y="1299"/>
                </a:lnTo>
                <a:lnTo>
                  <a:pt x="4709" y="1299"/>
                </a:lnTo>
                <a:lnTo>
                  <a:pt x="4708" y="1299"/>
                </a:lnTo>
                <a:lnTo>
                  <a:pt x="4707" y="1299"/>
                </a:lnTo>
                <a:lnTo>
                  <a:pt x="4706" y="1299"/>
                </a:lnTo>
                <a:lnTo>
                  <a:pt x="4706" y="1300"/>
                </a:lnTo>
                <a:lnTo>
                  <a:pt x="4705" y="1300"/>
                </a:lnTo>
                <a:lnTo>
                  <a:pt x="4705" y="1301"/>
                </a:lnTo>
                <a:lnTo>
                  <a:pt x="4704" y="1301"/>
                </a:lnTo>
                <a:lnTo>
                  <a:pt x="4704" y="1302"/>
                </a:lnTo>
                <a:lnTo>
                  <a:pt x="4703" y="1302"/>
                </a:lnTo>
                <a:lnTo>
                  <a:pt x="4703" y="1303"/>
                </a:lnTo>
                <a:lnTo>
                  <a:pt x="4702" y="1303"/>
                </a:lnTo>
                <a:lnTo>
                  <a:pt x="4701" y="1303"/>
                </a:lnTo>
                <a:lnTo>
                  <a:pt x="4701" y="1304"/>
                </a:lnTo>
                <a:lnTo>
                  <a:pt x="4700" y="1304"/>
                </a:lnTo>
                <a:lnTo>
                  <a:pt x="4700" y="1306"/>
                </a:lnTo>
                <a:lnTo>
                  <a:pt x="4701" y="1306"/>
                </a:lnTo>
                <a:lnTo>
                  <a:pt x="4702" y="1306"/>
                </a:lnTo>
                <a:lnTo>
                  <a:pt x="4702" y="1307"/>
                </a:lnTo>
                <a:lnTo>
                  <a:pt x="4703" y="1307"/>
                </a:lnTo>
                <a:lnTo>
                  <a:pt x="4704" y="1308"/>
                </a:lnTo>
                <a:lnTo>
                  <a:pt x="4704" y="1309"/>
                </a:lnTo>
                <a:lnTo>
                  <a:pt x="4703" y="1309"/>
                </a:lnTo>
                <a:lnTo>
                  <a:pt x="4703" y="1310"/>
                </a:lnTo>
                <a:lnTo>
                  <a:pt x="4701" y="1310"/>
                </a:lnTo>
                <a:lnTo>
                  <a:pt x="4699" y="1310"/>
                </a:lnTo>
                <a:lnTo>
                  <a:pt x="4698" y="1310"/>
                </a:lnTo>
                <a:lnTo>
                  <a:pt x="4697" y="1310"/>
                </a:lnTo>
                <a:lnTo>
                  <a:pt x="4696" y="1310"/>
                </a:lnTo>
                <a:lnTo>
                  <a:pt x="4696" y="1311"/>
                </a:lnTo>
                <a:lnTo>
                  <a:pt x="4695" y="1311"/>
                </a:lnTo>
                <a:lnTo>
                  <a:pt x="4695" y="1310"/>
                </a:lnTo>
                <a:lnTo>
                  <a:pt x="4695" y="1309"/>
                </a:lnTo>
                <a:lnTo>
                  <a:pt x="4694" y="1309"/>
                </a:lnTo>
                <a:lnTo>
                  <a:pt x="4693" y="1309"/>
                </a:lnTo>
                <a:lnTo>
                  <a:pt x="4692" y="1309"/>
                </a:lnTo>
                <a:lnTo>
                  <a:pt x="4692" y="1311"/>
                </a:lnTo>
                <a:lnTo>
                  <a:pt x="4691" y="1311"/>
                </a:lnTo>
                <a:lnTo>
                  <a:pt x="4691" y="1312"/>
                </a:lnTo>
                <a:lnTo>
                  <a:pt x="4691" y="1313"/>
                </a:lnTo>
                <a:lnTo>
                  <a:pt x="4691" y="1314"/>
                </a:lnTo>
                <a:lnTo>
                  <a:pt x="4690" y="1314"/>
                </a:lnTo>
                <a:lnTo>
                  <a:pt x="4690" y="1315"/>
                </a:lnTo>
                <a:lnTo>
                  <a:pt x="4689" y="1315"/>
                </a:lnTo>
                <a:lnTo>
                  <a:pt x="4688" y="1315"/>
                </a:lnTo>
                <a:lnTo>
                  <a:pt x="4687" y="1315"/>
                </a:lnTo>
                <a:lnTo>
                  <a:pt x="4687" y="1314"/>
                </a:lnTo>
                <a:lnTo>
                  <a:pt x="4686" y="1314"/>
                </a:lnTo>
                <a:lnTo>
                  <a:pt x="4685" y="1314"/>
                </a:lnTo>
                <a:lnTo>
                  <a:pt x="4685" y="1315"/>
                </a:lnTo>
                <a:lnTo>
                  <a:pt x="4684" y="1315"/>
                </a:lnTo>
                <a:lnTo>
                  <a:pt x="4683" y="1315"/>
                </a:lnTo>
                <a:lnTo>
                  <a:pt x="4683" y="1316"/>
                </a:lnTo>
                <a:lnTo>
                  <a:pt x="4683" y="1317"/>
                </a:lnTo>
                <a:lnTo>
                  <a:pt x="4683" y="1318"/>
                </a:lnTo>
                <a:lnTo>
                  <a:pt x="4683" y="1319"/>
                </a:lnTo>
                <a:lnTo>
                  <a:pt x="4682" y="1319"/>
                </a:lnTo>
                <a:lnTo>
                  <a:pt x="4682" y="1320"/>
                </a:lnTo>
                <a:lnTo>
                  <a:pt x="4681" y="1320"/>
                </a:lnTo>
                <a:lnTo>
                  <a:pt x="4680" y="1320"/>
                </a:lnTo>
                <a:lnTo>
                  <a:pt x="4680" y="1319"/>
                </a:lnTo>
                <a:lnTo>
                  <a:pt x="4679" y="1319"/>
                </a:lnTo>
                <a:lnTo>
                  <a:pt x="4679" y="1320"/>
                </a:lnTo>
                <a:lnTo>
                  <a:pt x="4679" y="1321"/>
                </a:lnTo>
                <a:lnTo>
                  <a:pt x="4680" y="1321"/>
                </a:lnTo>
                <a:lnTo>
                  <a:pt x="4680" y="1322"/>
                </a:lnTo>
                <a:lnTo>
                  <a:pt x="4680" y="1323"/>
                </a:lnTo>
                <a:lnTo>
                  <a:pt x="4679" y="1324"/>
                </a:lnTo>
                <a:lnTo>
                  <a:pt x="4678" y="1324"/>
                </a:lnTo>
                <a:lnTo>
                  <a:pt x="4677" y="1324"/>
                </a:lnTo>
                <a:lnTo>
                  <a:pt x="4677" y="1323"/>
                </a:lnTo>
                <a:lnTo>
                  <a:pt x="4676" y="1323"/>
                </a:lnTo>
                <a:lnTo>
                  <a:pt x="4676" y="1322"/>
                </a:lnTo>
                <a:lnTo>
                  <a:pt x="4675" y="1322"/>
                </a:lnTo>
                <a:lnTo>
                  <a:pt x="4675" y="1321"/>
                </a:lnTo>
                <a:lnTo>
                  <a:pt x="4674" y="1321"/>
                </a:lnTo>
                <a:lnTo>
                  <a:pt x="4674" y="1322"/>
                </a:lnTo>
                <a:lnTo>
                  <a:pt x="4673" y="1322"/>
                </a:lnTo>
                <a:lnTo>
                  <a:pt x="4672" y="1322"/>
                </a:lnTo>
                <a:lnTo>
                  <a:pt x="4672" y="1323"/>
                </a:lnTo>
                <a:lnTo>
                  <a:pt x="4671" y="1323"/>
                </a:lnTo>
                <a:lnTo>
                  <a:pt x="4670" y="1323"/>
                </a:lnTo>
                <a:lnTo>
                  <a:pt x="4670" y="1322"/>
                </a:lnTo>
                <a:lnTo>
                  <a:pt x="4669" y="1322"/>
                </a:lnTo>
                <a:lnTo>
                  <a:pt x="4669" y="1321"/>
                </a:lnTo>
                <a:lnTo>
                  <a:pt x="4668" y="1321"/>
                </a:lnTo>
                <a:lnTo>
                  <a:pt x="4667" y="1321"/>
                </a:lnTo>
                <a:lnTo>
                  <a:pt x="4668" y="1321"/>
                </a:lnTo>
                <a:lnTo>
                  <a:pt x="4667" y="1321"/>
                </a:lnTo>
                <a:lnTo>
                  <a:pt x="4667" y="1322"/>
                </a:lnTo>
                <a:lnTo>
                  <a:pt x="4666" y="1322"/>
                </a:lnTo>
                <a:lnTo>
                  <a:pt x="4666" y="1324"/>
                </a:lnTo>
                <a:lnTo>
                  <a:pt x="4666" y="1325"/>
                </a:lnTo>
                <a:lnTo>
                  <a:pt x="4665" y="1325"/>
                </a:lnTo>
                <a:lnTo>
                  <a:pt x="4664" y="1325"/>
                </a:lnTo>
                <a:lnTo>
                  <a:pt x="4664" y="1326"/>
                </a:lnTo>
                <a:lnTo>
                  <a:pt x="4665" y="1325"/>
                </a:lnTo>
                <a:lnTo>
                  <a:pt x="4665" y="1326"/>
                </a:lnTo>
                <a:lnTo>
                  <a:pt x="4665" y="1327"/>
                </a:lnTo>
                <a:lnTo>
                  <a:pt x="4664" y="1327"/>
                </a:lnTo>
                <a:lnTo>
                  <a:pt x="4664" y="1326"/>
                </a:lnTo>
                <a:lnTo>
                  <a:pt x="4663" y="1326"/>
                </a:lnTo>
                <a:lnTo>
                  <a:pt x="4662" y="1326"/>
                </a:lnTo>
                <a:lnTo>
                  <a:pt x="4661" y="1326"/>
                </a:lnTo>
                <a:lnTo>
                  <a:pt x="4660" y="1326"/>
                </a:lnTo>
                <a:lnTo>
                  <a:pt x="4660" y="1327"/>
                </a:lnTo>
                <a:lnTo>
                  <a:pt x="4659" y="1327"/>
                </a:lnTo>
                <a:lnTo>
                  <a:pt x="4658" y="1327"/>
                </a:lnTo>
                <a:lnTo>
                  <a:pt x="4657" y="1327"/>
                </a:lnTo>
                <a:lnTo>
                  <a:pt x="4656" y="1327"/>
                </a:lnTo>
                <a:lnTo>
                  <a:pt x="4656" y="1328"/>
                </a:lnTo>
                <a:lnTo>
                  <a:pt x="4655" y="1328"/>
                </a:lnTo>
                <a:lnTo>
                  <a:pt x="4654" y="1329"/>
                </a:lnTo>
                <a:lnTo>
                  <a:pt x="4653" y="1330"/>
                </a:lnTo>
                <a:lnTo>
                  <a:pt x="4652" y="1330"/>
                </a:lnTo>
                <a:lnTo>
                  <a:pt x="4652" y="1331"/>
                </a:lnTo>
                <a:lnTo>
                  <a:pt x="4653" y="1331"/>
                </a:lnTo>
                <a:lnTo>
                  <a:pt x="4651" y="1331"/>
                </a:lnTo>
                <a:lnTo>
                  <a:pt x="4650" y="1331"/>
                </a:lnTo>
                <a:lnTo>
                  <a:pt x="4649" y="1331"/>
                </a:lnTo>
                <a:lnTo>
                  <a:pt x="4649" y="1332"/>
                </a:lnTo>
                <a:lnTo>
                  <a:pt x="4648" y="1332"/>
                </a:lnTo>
                <a:lnTo>
                  <a:pt x="4647" y="1332"/>
                </a:lnTo>
                <a:lnTo>
                  <a:pt x="4648" y="1333"/>
                </a:lnTo>
                <a:lnTo>
                  <a:pt x="4649" y="1333"/>
                </a:lnTo>
                <a:lnTo>
                  <a:pt x="4650" y="1334"/>
                </a:lnTo>
                <a:lnTo>
                  <a:pt x="4649" y="1334"/>
                </a:lnTo>
                <a:lnTo>
                  <a:pt x="4649" y="1333"/>
                </a:lnTo>
                <a:lnTo>
                  <a:pt x="4648" y="1333"/>
                </a:lnTo>
                <a:lnTo>
                  <a:pt x="4647" y="1333"/>
                </a:lnTo>
                <a:lnTo>
                  <a:pt x="4646" y="1333"/>
                </a:lnTo>
                <a:lnTo>
                  <a:pt x="4645" y="1333"/>
                </a:lnTo>
                <a:lnTo>
                  <a:pt x="4644" y="1333"/>
                </a:lnTo>
                <a:lnTo>
                  <a:pt x="4644" y="1334"/>
                </a:lnTo>
                <a:lnTo>
                  <a:pt x="4643" y="1334"/>
                </a:lnTo>
                <a:lnTo>
                  <a:pt x="4643" y="1335"/>
                </a:lnTo>
                <a:lnTo>
                  <a:pt x="4642" y="1335"/>
                </a:lnTo>
                <a:lnTo>
                  <a:pt x="4643" y="1335"/>
                </a:lnTo>
                <a:lnTo>
                  <a:pt x="4643" y="1336"/>
                </a:lnTo>
                <a:lnTo>
                  <a:pt x="4644" y="1336"/>
                </a:lnTo>
                <a:lnTo>
                  <a:pt x="4645" y="1337"/>
                </a:lnTo>
                <a:lnTo>
                  <a:pt x="4646" y="1337"/>
                </a:lnTo>
                <a:lnTo>
                  <a:pt x="4647" y="1337"/>
                </a:lnTo>
                <a:lnTo>
                  <a:pt x="4647" y="1338"/>
                </a:lnTo>
                <a:lnTo>
                  <a:pt x="4648" y="1338"/>
                </a:lnTo>
                <a:lnTo>
                  <a:pt x="4648" y="1339"/>
                </a:lnTo>
                <a:lnTo>
                  <a:pt x="4647" y="1339"/>
                </a:lnTo>
                <a:lnTo>
                  <a:pt x="4647" y="1340"/>
                </a:lnTo>
                <a:lnTo>
                  <a:pt x="4646" y="1340"/>
                </a:lnTo>
                <a:lnTo>
                  <a:pt x="4646" y="1341"/>
                </a:lnTo>
                <a:lnTo>
                  <a:pt x="4645" y="1341"/>
                </a:lnTo>
                <a:lnTo>
                  <a:pt x="4644" y="1341"/>
                </a:lnTo>
                <a:lnTo>
                  <a:pt x="4643" y="1341"/>
                </a:lnTo>
                <a:lnTo>
                  <a:pt x="4642" y="1341"/>
                </a:lnTo>
                <a:lnTo>
                  <a:pt x="4642" y="1340"/>
                </a:lnTo>
                <a:lnTo>
                  <a:pt x="4641" y="1340"/>
                </a:lnTo>
                <a:lnTo>
                  <a:pt x="4640" y="1340"/>
                </a:lnTo>
                <a:lnTo>
                  <a:pt x="4639" y="1340"/>
                </a:lnTo>
                <a:lnTo>
                  <a:pt x="4639" y="1341"/>
                </a:lnTo>
                <a:lnTo>
                  <a:pt x="4638" y="1340"/>
                </a:lnTo>
                <a:lnTo>
                  <a:pt x="4638" y="1341"/>
                </a:lnTo>
                <a:lnTo>
                  <a:pt x="4637" y="1341"/>
                </a:lnTo>
                <a:lnTo>
                  <a:pt x="4636" y="1341"/>
                </a:lnTo>
                <a:lnTo>
                  <a:pt x="4635" y="1341"/>
                </a:lnTo>
                <a:lnTo>
                  <a:pt x="4634" y="1341"/>
                </a:lnTo>
                <a:lnTo>
                  <a:pt x="4633" y="1340"/>
                </a:lnTo>
                <a:lnTo>
                  <a:pt x="4633" y="1339"/>
                </a:lnTo>
                <a:lnTo>
                  <a:pt x="4632" y="1339"/>
                </a:lnTo>
                <a:lnTo>
                  <a:pt x="4632" y="1340"/>
                </a:lnTo>
                <a:lnTo>
                  <a:pt x="4631" y="1341"/>
                </a:lnTo>
                <a:lnTo>
                  <a:pt x="4631" y="1342"/>
                </a:lnTo>
                <a:lnTo>
                  <a:pt x="4630" y="1342"/>
                </a:lnTo>
                <a:lnTo>
                  <a:pt x="4630" y="1343"/>
                </a:lnTo>
                <a:lnTo>
                  <a:pt x="4629" y="1343"/>
                </a:lnTo>
                <a:lnTo>
                  <a:pt x="4629" y="1344"/>
                </a:lnTo>
                <a:lnTo>
                  <a:pt x="4628" y="1345"/>
                </a:lnTo>
                <a:lnTo>
                  <a:pt x="4627" y="1345"/>
                </a:lnTo>
                <a:lnTo>
                  <a:pt x="4626" y="1346"/>
                </a:lnTo>
                <a:lnTo>
                  <a:pt x="4625" y="1346"/>
                </a:lnTo>
                <a:lnTo>
                  <a:pt x="4625" y="1347"/>
                </a:lnTo>
                <a:lnTo>
                  <a:pt x="4624" y="1347"/>
                </a:lnTo>
                <a:lnTo>
                  <a:pt x="4623" y="1347"/>
                </a:lnTo>
                <a:lnTo>
                  <a:pt x="4623" y="1348"/>
                </a:lnTo>
                <a:lnTo>
                  <a:pt x="4622" y="1348"/>
                </a:lnTo>
                <a:lnTo>
                  <a:pt x="4621" y="1348"/>
                </a:lnTo>
                <a:lnTo>
                  <a:pt x="4620" y="1348"/>
                </a:lnTo>
                <a:lnTo>
                  <a:pt x="4620" y="1349"/>
                </a:lnTo>
                <a:lnTo>
                  <a:pt x="4619" y="1349"/>
                </a:lnTo>
                <a:lnTo>
                  <a:pt x="4619" y="1350"/>
                </a:lnTo>
                <a:lnTo>
                  <a:pt x="4619" y="1351"/>
                </a:lnTo>
                <a:lnTo>
                  <a:pt x="4618" y="1351"/>
                </a:lnTo>
                <a:lnTo>
                  <a:pt x="4619" y="1351"/>
                </a:lnTo>
                <a:lnTo>
                  <a:pt x="4618" y="1351"/>
                </a:lnTo>
                <a:lnTo>
                  <a:pt x="4618" y="1352"/>
                </a:lnTo>
                <a:lnTo>
                  <a:pt x="4618" y="1353"/>
                </a:lnTo>
                <a:lnTo>
                  <a:pt x="4617" y="1353"/>
                </a:lnTo>
                <a:lnTo>
                  <a:pt x="4618" y="1353"/>
                </a:lnTo>
                <a:lnTo>
                  <a:pt x="4618" y="1354"/>
                </a:lnTo>
                <a:lnTo>
                  <a:pt x="4617" y="1354"/>
                </a:lnTo>
                <a:lnTo>
                  <a:pt x="4617" y="1355"/>
                </a:lnTo>
                <a:lnTo>
                  <a:pt x="4616" y="1355"/>
                </a:lnTo>
                <a:lnTo>
                  <a:pt x="4617" y="1355"/>
                </a:lnTo>
                <a:lnTo>
                  <a:pt x="4616" y="1355"/>
                </a:lnTo>
                <a:lnTo>
                  <a:pt x="4616" y="1356"/>
                </a:lnTo>
                <a:lnTo>
                  <a:pt x="4615" y="1356"/>
                </a:lnTo>
                <a:lnTo>
                  <a:pt x="4614" y="1356"/>
                </a:lnTo>
                <a:lnTo>
                  <a:pt x="4613" y="1356"/>
                </a:lnTo>
                <a:lnTo>
                  <a:pt x="4613" y="1357"/>
                </a:lnTo>
                <a:lnTo>
                  <a:pt x="4612" y="1357"/>
                </a:lnTo>
                <a:lnTo>
                  <a:pt x="4611" y="1357"/>
                </a:lnTo>
                <a:lnTo>
                  <a:pt x="4610" y="1357"/>
                </a:lnTo>
                <a:lnTo>
                  <a:pt x="4610" y="1358"/>
                </a:lnTo>
                <a:lnTo>
                  <a:pt x="4609" y="1358"/>
                </a:lnTo>
                <a:lnTo>
                  <a:pt x="4608" y="1358"/>
                </a:lnTo>
                <a:lnTo>
                  <a:pt x="4607" y="1358"/>
                </a:lnTo>
                <a:lnTo>
                  <a:pt x="4607" y="1359"/>
                </a:lnTo>
                <a:lnTo>
                  <a:pt x="4606" y="1359"/>
                </a:lnTo>
                <a:lnTo>
                  <a:pt x="4606" y="1360"/>
                </a:lnTo>
                <a:lnTo>
                  <a:pt x="4606" y="1359"/>
                </a:lnTo>
                <a:lnTo>
                  <a:pt x="4605" y="1359"/>
                </a:lnTo>
                <a:lnTo>
                  <a:pt x="4605" y="1360"/>
                </a:lnTo>
                <a:lnTo>
                  <a:pt x="4606" y="1360"/>
                </a:lnTo>
                <a:lnTo>
                  <a:pt x="4605" y="1360"/>
                </a:lnTo>
                <a:lnTo>
                  <a:pt x="4605" y="1361"/>
                </a:lnTo>
                <a:lnTo>
                  <a:pt x="4604" y="1362"/>
                </a:lnTo>
                <a:lnTo>
                  <a:pt x="4604" y="1363"/>
                </a:lnTo>
                <a:lnTo>
                  <a:pt x="4604" y="1364"/>
                </a:lnTo>
                <a:lnTo>
                  <a:pt x="4603" y="1364"/>
                </a:lnTo>
                <a:lnTo>
                  <a:pt x="4603" y="1365"/>
                </a:lnTo>
                <a:lnTo>
                  <a:pt x="4602" y="1365"/>
                </a:lnTo>
                <a:lnTo>
                  <a:pt x="4601" y="1365"/>
                </a:lnTo>
                <a:lnTo>
                  <a:pt x="4600" y="1365"/>
                </a:lnTo>
                <a:lnTo>
                  <a:pt x="4600" y="1366"/>
                </a:lnTo>
                <a:lnTo>
                  <a:pt x="4599" y="1366"/>
                </a:lnTo>
                <a:lnTo>
                  <a:pt x="4598" y="1366"/>
                </a:lnTo>
                <a:lnTo>
                  <a:pt x="4598" y="1367"/>
                </a:lnTo>
                <a:lnTo>
                  <a:pt x="4598" y="1368"/>
                </a:lnTo>
                <a:lnTo>
                  <a:pt x="4598" y="1369"/>
                </a:lnTo>
                <a:lnTo>
                  <a:pt x="4599" y="1369"/>
                </a:lnTo>
                <a:lnTo>
                  <a:pt x="4599" y="1370"/>
                </a:lnTo>
                <a:lnTo>
                  <a:pt x="4599" y="1371"/>
                </a:lnTo>
                <a:lnTo>
                  <a:pt x="4598" y="1371"/>
                </a:lnTo>
                <a:lnTo>
                  <a:pt x="4597" y="1371"/>
                </a:lnTo>
                <a:lnTo>
                  <a:pt x="4596" y="1371"/>
                </a:lnTo>
                <a:lnTo>
                  <a:pt x="4597" y="1371"/>
                </a:lnTo>
                <a:lnTo>
                  <a:pt x="4597" y="1370"/>
                </a:lnTo>
                <a:lnTo>
                  <a:pt x="4597" y="1371"/>
                </a:lnTo>
                <a:lnTo>
                  <a:pt x="4597" y="1370"/>
                </a:lnTo>
                <a:lnTo>
                  <a:pt x="4597" y="1371"/>
                </a:lnTo>
                <a:lnTo>
                  <a:pt x="4598" y="1371"/>
                </a:lnTo>
                <a:lnTo>
                  <a:pt x="4598" y="1370"/>
                </a:lnTo>
                <a:lnTo>
                  <a:pt x="4599" y="1370"/>
                </a:lnTo>
                <a:lnTo>
                  <a:pt x="4598" y="1369"/>
                </a:lnTo>
                <a:lnTo>
                  <a:pt x="4598" y="1367"/>
                </a:lnTo>
                <a:lnTo>
                  <a:pt x="4598" y="1366"/>
                </a:lnTo>
                <a:lnTo>
                  <a:pt x="4598" y="1367"/>
                </a:lnTo>
                <a:lnTo>
                  <a:pt x="4597" y="1367"/>
                </a:lnTo>
                <a:lnTo>
                  <a:pt x="4596" y="1368"/>
                </a:lnTo>
                <a:lnTo>
                  <a:pt x="4596" y="1369"/>
                </a:lnTo>
                <a:lnTo>
                  <a:pt x="4596" y="1368"/>
                </a:lnTo>
                <a:lnTo>
                  <a:pt x="4596" y="1369"/>
                </a:lnTo>
                <a:lnTo>
                  <a:pt x="4596" y="1370"/>
                </a:lnTo>
                <a:lnTo>
                  <a:pt x="4595" y="1370"/>
                </a:lnTo>
                <a:lnTo>
                  <a:pt x="4594" y="1370"/>
                </a:lnTo>
                <a:lnTo>
                  <a:pt x="4593" y="1370"/>
                </a:lnTo>
                <a:lnTo>
                  <a:pt x="4593" y="1371"/>
                </a:lnTo>
                <a:lnTo>
                  <a:pt x="4592" y="1371"/>
                </a:lnTo>
                <a:lnTo>
                  <a:pt x="4592" y="1372"/>
                </a:lnTo>
                <a:lnTo>
                  <a:pt x="4591" y="1372"/>
                </a:lnTo>
                <a:lnTo>
                  <a:pt x="4591" y="1373"/>
                </a:lnTo>
                <a:lnTo>
                  <a:pt x="4590" y="1373"/>
                </a:lnTo>
                <a:lnTo>
                  <a:pt x="4590" y="1374"/>
                </a:lnTo>
                <a:lnTo>
                  <a:pt x="4589" y="1374"/>
                </a:lnTo>
                <a:lnTo>
                  <a:pt x="4588" y="1374"/>
                </a:lnTo>
                <a:lnTo>
                  <a:pt x="4588" y="1375"/>
                </a:lnTo>
                <a:lnTo>
                  <a:pt x="4590" y="1375"/>
                </a:lnTo>
                <a:lnTo>
                  <a:pt x="4590" y="1374"/>
                </a:lnTo>
                <a:lnTo>
                  <a:pt x="4591" y="1374"/>
                </a:lnTo>
                <a:lnTo>
                  <a:pt x="4592" y="1374"/>
                </a:lnTo>
                <a:lnTo>
                  <a:pt x="4593" y="1374"/>
                </a:lnTo>
                <a:lnTo>
                  <a:pt x="4594" y="1373"/>
                </a:lnTo>
                <a:lnTo>
                  <a:pt x="4594" y="1372"/>
                </a:lnTo>
                <a:lnTo>
                  <a:pt x="4594" y="1371"/>
                </a:lnTo>
                <a:lnTo>
                  <a:pt x="4594" y="1372"/>
                </a:lnTo>
                <a:lnTo>
                  <a:pt x="4594" y="1373"/>
                </a:lnTo>
                <a:lnTo>
                  <a:pt x="4594" y="1374"/>
                </a:lnTo>
                <a:lnTo>
                  <a:pt x="4593" y="1374"/>
                </a:lnTo>
                <a:lnTo>
                  <a:pt x="4593" y="1375"/>
                </a:lnTo>
                <a:lnTo>
                  <a:pt x="4592" y="1375"/>
                </a:lnTo>
                <a:lnTo>
                  <a:pt x="4591" y="1375"/>
                </a:lnTo>
                <a:lnTo>
                  <a:pt x="4590" y="1375"/>
                </a:lnTo>
                <a:lnTo>
                  <a:pt x="4590" y="1376"/>
                </a:lnTo>
                <a:lnTo>
                  <a:pt x="4591" y="1376"/>
                </a:lnTo>
                <a:lnTo>
                  <a:pt x="4590" y="1376"/>
                </a:lnTo>
                <a:lnTo>
                  <a:pt x="4589" y="1376"/>
                </a:lnTo>
                <a:lnTo>
                  <a:pt x="4588" y="1376"/>
                </a:lnTo>
                <a:lnTo>
                  <a:pt x="4587" y="1376"/>
                </a:lnTo>
                <a:lnTo>
                  <a:pt x="4587" y="1377"/>
                </a:lnTo>
                <a:lnTo>
                  <a:pt x="4586" y="1377"/>
                </a:lnTo>
                <a:lnTo>
                  <a:pt x="4585" y="1378"/>
                </a:lnTo>
                <a:lnTo>
                  <a:pt x="4585" y="1379"/>
                </a:lnTo>
                <a:lnTo>
                  <a:pt x="4585" y="1380"/>
                </a:lnTo>
                <a:lnTo>
                  <a:pt x="4586" y="1380"/>
                </a:lnTo>
                <a:lnTo>
                  <a:pt x="4586" y="1382"/>
                </a:lnTo>
                <a:lnTo>
                  <a:pt x="4585" y="1382"/>
                </a:lnTo>
                <a:lnTo>
                  <a:pt x="4585" y="1383"/>
                </a:lnTo>
                <a:lnTo>
                  <a:pt x="4585" y="1384"/>
                </a:lnTo>
                <a:lnTo>
                  <a:pt x="4586" y="1384"/>
                </a:lnTo>
                <a:lnTo>
                  <a:pt x="4585" y="1384"/>
                </a:lnTo>
                <a:lnTo>
                  <a:pt x="4586" y="1384"/>
                </a:lnTo>
                <a:lnTo>
                  <a:pt x="4586" y="1385"/>
                </a:lnTo>
                <a:lnTo>
                  <a:pt x="4586" y="1386"/>
                </a:lnTo>
                <a:lnTo>
                  <a:pt x="4585" y="1386"/>
                </a:lnTo>
                <a:lnTo>
                  <a:pt x="4585" y="1387"/>
                </a:lnTo>
                <a:lnTo>
                  <a:pt x="4585" y="1388"/>
                </a:lnTo>
                <a:lnTo>
                  <a:pt x="4585" y="1389"/>
                </a:lnTo>
                <a:lnTo>
                  <a:pt x="4584" y="1389"/>
                </a:lnTo>
                <a:lnTo>
                  <a:pt x="4584" y="1390"/>
                </a:lnTo>
                <a:lnTo>
                  <a:pt x="4584" y="1392"/>
                </a:lnTo>
                <a:lnTo>
                  <a:pt x="4585" y="1392"/>
                </a:lnTo>
                <a:lnTo>
                  <a:pt x="4585" y="1393"/>
                </a:lnTo>
                <a:lnTo>
                  <a:pt x="4585" y="1392"/>
                </a:lnTo>
                <a:lnTo>
                  <a:pt x="4584" y="1392"/>
                </a:lnTo>
                <a:lnTo>
                  <a:pt x="4583" y="1392"/>
                </a:lnTo>
                <a:lnTo>
                  <a:pt x="4583" y="1393"/>
                </a:lnTo>
                <a:lnTo>
                  <a:pt x="4582" y="1393"/>
                </a:lnTo>
                <a:lnTo>
                  <a:pt x="4582" y="1394"/>
                </a:lnTo>
                <a:lnTo>
                  <a:pt x="4583" y="1394"/>
                </a:lnTo>
                <a:lnTo>
                  <a:pt x="4584" y="1394"/>
                </a:lnTo>
                <a:lnTo>
                  <a:pt x="4584" y="1393"/>
                </a:lnTo>
                <a:lnTo>
                  <a:pt x="4584" y="1394"/>
                </a:lnTo>
                <a:lnTo>
                  <a:pt x="4583" y="1394"/>
                </a:lnTo>
                <a:lnTo>
                  <a:pt x="4582" y="1394"/>
                </a:lnTo>
                <a:lnTo>
                  <a:pt x="4581" y="1394"/>
                </a:lnTo>
                <a:lnTo>
                  <a:pt x="4581" y="1395"/>
                </a:lnTo>
                <a:lnTo>
                  <a:pt x="4580" y="1395"/>
                </a:lnTo>
                <a:lnTo>
                  <a:pt x="4580" y="1396"/>
                </a:lnTo>
                <a:lnTo>
                  <a:pt x="4580" y="1397"/>
                </a:lnTo>
                <a:lnTo>
                  <a:pt x="4580" y="1398"/>
                </a:lnTo>
                <a:lnTo>
                  <a:pt x="4581" y="1398"/>
                </a:lnTo>
                <a:lnTo>
                  <a:pt x="4581" y="1399"/>
                </a:lnTo>
                <a:lnTo>
                  <a:pt x="4582" y="1399"/>
                </a:lnTo>
                <a:lnTo>
                  <a:pt x="4582" y="1400"/>
                </a:lnTo>
                <a:lnTo>
                  <a:pt x="4583" y="1400"/>
                </a:lnTo>
                <a:lnTo>
                  <a:pt x="4583" y="1401"/>
                </a:lnTo>
                <a:lnTo>
                  <a:pt x="4583" y="1402"/>
                </a:lnTo>
                <a:lnTo>
                  <a:pt x="4583" y="1403"/>
                </a:lnTo>
                <a:lnTo>
                  <a:pt x="4584" y="1403"/>
                </a:lnTo>
                <a:lnTo>
                  <a:pt x="4584" y="1404"/>
                </a:lnTo>
                <a:lnTo>
                  <a:pt x="4585" y="1404"/>
                </a:lnTo>
                <a:lnTo>
                  <a:pt x="4585" y="1403"/>
                </a:lnTo>
                <a:lnTo>
                  <a:pt x="4584" y="1402"/>
                </a:lnTo>
                <a:lnTo>
                  <a:pt x="4584" y="1401"/>
                </a:lnTo>
                <a:lnTo>
                  <a:pt x="4584" y="1400"/>
                </a:lnTo>
                <a:lnTo>
                  <a:pt x="4584" y="1399"/>
                </a:lnTo>
                <a:lnTo>
                  <a:pt x="4583" y="1399"/>
                </a:lnTo>
                <a:lnTo>
                  <a:pt x="4583" y="1398"/>
                </a:lnTo>
                <a:lnTo>
                  <a:pt x="4582" y="1398"/>
                </a:lnTo>
                <a:lnTo>
                  <a:pt x="4583" y="1398"/>
                </a:lnTo>
                <a:lnTo>
                  <a:pt x="4583" y="1399"/>
                </a:lnTo>
                <a:lnTo>
                  <a:pt x="4584" y="1399"/>
                </a:lnTo>
                <a:lnTo>
                  <a:pt x="4584" y="1400"/>
                </a:lnTo>
                <a:lnTo>
                  <a:pt x="4584" y="1401"/>
                </a:lnTo>
                <a:lnTo>
                  <a:pt x="4584" y="1402"/>
                </a:lnTo>
                <a:lnTo>
                  <a:pt x="4585" y="1402"/>
                </a:lnTo>
                <a:lnTo>
                  <a:pt x="4585" y="1403"/>
                </a:lnTo>
                <a:lnTo>
                  <a:pt x="4586" y="1404"/>
                </a:lnTo>
                <a:lnTo>
                  <a:pt x="4586" y="1403"/>
                </a:lnTo>
                <a:lnTo>
                  <a:pt x="4586" y="1404"/>
                </a:lnTo>
                <a:lnTo>
                  <a:pt x="4586" y="1403"/>
                </a:lnTo>
                <a:lnTo>
                  <a:pt x="4586" y="1402"/>
                </a:lnTo>
                <a:lnTo>
                  <a:pt x="4586" y="1401"/>
                </a:lnTo>
                <a:lnTo>
                  <a:pt x="4587" y="1401"/>
                </a:lnTo>
                <a:lnTo>
                  <a:pt x="4587" y="1400"/>
                </a:lnTo>
                <a:lnTo>
                  <a:pt x="4586" y="1400"/>
                </a:lnTo>
                <a:lnTo>
                  <a:pt x="4587" y="1401"/>
                </a:lnTo>
                <a:lnTo>
                  <a:pt x="4586" y="1401"/>
                </a:lnTo>
                <a:lnTo>
                  <a:pt x="4586" y="1402"/>
                </a:lnTo>
                <a:lnTo>
                  <a:pt x="4586" y="1403"/>
                </a:lnTo>
                <a:lnTo>
                  <a:pt x="4587" y="1403"/>
                </a:lnTo>
                <a:lnTo>
                  <a:pt x="4587" y="1404"/>
                </a:lnTo>
                <a:lnTo>
                  <a:pt x="4588" y="1404"/>
                </a:lnTo>
                <a:lnTo>
                  <a:pt x="4588" y="1405"/>
                </a:lnTo>
                <a:lnTo>
                  <a:pt x="4589" y="1405"/>
                </a:lnTo>
                <a:lnTo>
                  <a:pt x="4589" y="1406"/>
                </a:lnTo>
                <a:lnTo>
                  <a:pt x="4589" y="1407"/>
                </a:lnTo>
                <a:lnTo>
                  <a:pt x="4587" y="1407"/>
                </a:lnTo>
                <a:lnTo>
                  <a:pt x="4586" y="1407"/>
                </a:lnTo>
                <a:lnTo>
                  <a:pt x="4585" y="1407"/>
                </a:lnTo>
                <a:lnTo>
                  <a:pt x="4584" y="1407"/>
                </a:lnTo>
                <a:lnTo>
                  <a:pt x="4583" y="1407"/>
                </a:lnTo>
                <a:lnTo>
                  <a:pt x="4582" y="1407"/>
                </a:lnTo>
                <a:lnTo>
                  <a:pt x="4581" y="1407"/>
                </a:lnTo>
                <a:lnTo>
                  <a:pt x="4580" y="1406"/>
                </a:lnTo>
                <a:lnTo>
                  <a:pt x="4579" y="1406"/>
                </a:lnTo>
                <a:lnTo>
                  <a:pt x="4578" y="1406"/>
                </a:lnTo>
                <a:lnTo>
                  <a:pt x="4577" y="1406"/>
                </a:lnTo>
                <a:lnTo>
                  <a:pt x="4576" y="1406"/>
                </a:lnTo>
                <a:lnTo>
                  <a:pt x="4576" y="1405"/>
                </a:lnTo>
                <a:lnTo>
                  <a:pt x="4576" y="1404"/>
                </a:lnTo>
                <a:lnTo>
                  <a:pt x="4576" y="1403"/>
                </a:lnTo>
                <a:lnTo>
                  <a:pt x="4576" y="1402"/>
                </a:lnTo>
                <a:lnTo>
                  <a:pt x="4576" y="1401"/>
                </a:lnTo>
                <a:lnTo>
                  <a:pt x="4576" y="1400"/>
                </a:lnTo>
                <a:lnTo>
                  <a:pt x="4576" y="1399"/>
                </a:lnTo>
                <a:lnTo>
                  <a:pt x="4576" y="1398"/>
                </a:lnTo>
                <a:lnTo>
                  <a:pt x="4577" y="1398"/>
                </a:lnTo>
                <a:lnTo>
                  <a:pt x="4576" y="1398"/>
                </a:lnTo>
                <a:lnTo>
                  <a:pt x="4576" y="1397"/>
                </a:lnTo>
                <a:lnTo>
                  <a:pt x="4577" y="1397"/>
                </a:lnTo>
                <a:lnTo>
                  <a:pt x="4577" y="1396"/>
                </a:lnTo>
                <a:lnTo>
                  <a:pt x="4577" y="1395"/>
                </a:lnTo>
                <a:lnTo>
                  <a:pt x="4576" y="1395"/>
                </a:lnTo>
                <a:lnTo>
                  <a:pt x="4576" y="1394"/>
                </a:lnTo>
                <a:lnTo>
                  <a:pt x="4575" y="1394"/>
                </a:lnTo>
                <a:lnTo>
                  <a:pt x="4575" y="1395"/>
                </a:lnTo>
                <a:lnTo>
                  <a:pt x="4574" y="1395"/>
                </a:lnTo>
                <a:lnTo>
                  <a:pt x="4573" y="1395"/>
                </a:lnTo>
                <a:lnTo>
                  <a:pt x="4572" y="1395"/>
                </a:lnTo>
                <a:lnTo>
                  <a:pt x="4572" y="1396"/>
                </a:lnTo>
                <a:lnTo>
                  <a:pt x="4572" y="1397"/>
                </a:lnTo>
                <a:lnTo>
                  <a:pt x="4571" y="1398"/>
                </a:lnTo>
                <a:lnTo>
                  <a:pt x="4571" y="1399"/>
                </a:lnTo>
                <a:lnTo>
                  <a:pt x="4571" y="1400"/>
                </a:lnTo>
                <a:lnTo>
                  <a:pt x="4571" y="1402"/>
                </a:lnTo>
                <a:lnTo>
                  <a:pt x="4571" y="1403"/>
                </a:lnTo>
                <a:lnTo>
                  <a:pt x="4571" y="1404"/>
                </a:lnTo>
                <a:lnTo>
                  <a:pt x="4570" y="1404"/>
                </a:lnTo>
                <a:lnTo>
                  <a:pt x="4570" y="1405"/>
                </a:lnTo>
                <a:lnTo>
                  <a:pt x="4569" y="1405"/>
                </a:lnTo>
                <a:lnTo>
                  <a:pt x="4568" y="1405"/>
                </a:lnTo>
                <a:lnTo>
                  <a:pt x="4567" y="1405"/>
                </a:lnTo>
                <a:lnTo>
                  <a:pt x="4566" y="1405"/>
                </a:lnTo>
                <a:lnTo>
                  <a:pt x="4566" y="1406"/>
                </a:lnTo>
                <a:lnTo>
                  <a:pt x="4565" y="1405"/>
                </a:lnTo>
                <a:lnTo>
                  <a:pt x="4564" y="1404"/>
                </a:lnTo>
                <a:lnTo>
                  <a:pt x="4563" y="1404"/>
                </a:lnTo>
                <a:lnTo>
                  <a:pt x="4564" y="1404"/>
                </a:lnTo>
                <a:lnTo>
                  <a:pt x="4563" y="1405"/>
                </a:lnTo>
                <a:lnTo>
                  <a:pt x="4561" y="1405"/>
                </a:lnTo>
                <a:lnTo>
                  <a:pt x="4560" y="1405"/>
                </a:lnTo>
                <a:lnTo>
                  <a:pt x="4557" y="1406"/>
                </a:lnTo>
                <a:lnTo>
                  <a:pt x="4556" y="1406"/>
                </a:lnTo>
                <a:lnTo>
                  <a:pt x="4556" y="1407"/>
                </a:lnTo>
                <a:lnTo>
                  <a:pt x="4555" y="1407"/>
                </a:lnTo>
                <a:lnTo>
                  <a:pt x="4554" y="1407"/>
                </a:lnTo>
                <a:lnTo>
                  <a:pt x="4552" y="1408"/>
                </a:lnTo>
                <a:lnTo>
                  <a:pt x="4551" y="1408"/>
                </a:lnTo>
                <a:lnTo>
                  <a:pt x="4548" y="1407"/>
                </a:lnTo>
                <a:lnTo>
                  <a:pt x="4547" y="1406"/>
                </a:lnTo>
                <a:lnTo>
                  <a:pt x="4546" y="1406"/>
                </a:lnTo>
                <a:lnTo>
                  <a:pt x="4544" y="1406"/>
                </a:lnTo>
                <a:lnTo>
                  <a:pt x="4543" y="1406"/>
                </a:lnTo>
                <a:lnTo>
                  <a:pt x="4542" y="1406"/>
                </a:lnTo>
                <a:lnTo>
                  <a:pt x="4542" y="1405"/>
                </a:lnTo>
                <a:lnTo>
                  <a:pt x="4541" y="1405"/>
                </a:lnTo>
                <a:lnTo>
                  <a:pt x="4541" y="1406"/>
                </a:lnTo>
                <a:lnTo>
                  <a:pt x="4539" y="1406"/>
                </a:lnTo>
                <a:lnTo>
                  <a:pt x="4539" y="1405"/>
                </a:lnTo>
                <a:lnTo>
                  <a:pt x="4538" y="1405"/>
                </a:lnTo>
                <a:lnTo>
                  <a:pt x="4537" y="1405"/>
                </a:lnTo>
                <a:lnTo>
                  <a:pt x="4536" y="1405"/>
                </a:lnTo>
                <a:lnTo>
                  <a:pt x="4537" y="1405"/>
                </a:lnTo>
                <a:lnTo>
                  <a:pt x="4537" y="1404"/>
                </a:lnTo>
                <a:lnTo>
                  <a:pt x="4536" y="1404"/>
                </a:lnTo>
                <a:lnTo>
                  <a:pt x="4535" y="1405"/>
                </a:lnTo>
                <a:lnTo>
                  <a:pt x="4534" y="1405"/>
                </a:lnTo>
                <a:lnTo>
                  <a:pt x="4533" y="1405"/>
                </a:lnTo>
                <a:lnTo>
                  <a:pt x="4532" y="1405"/>
                </a:lnTo>
                <a:lnTo>
                  <a:pt x="4532" y="1406"/>
                </a:lnTo>
                <a:lnTo>
                  <a:pt x="4531" y="1406"/>
                </a:lnTo>
                <a:lnTo>
                  <a:pt x="4529" y="1406"/>
                </a:lnTo>
                <a:lnTo>
                  <a:pt x="4528" y="1406"/>
                </a:lnTo>
                <a:lnTo>
                  <a:pt x="4528" y="1405"/>
                </a:lnTo>
                <a:lnTo>
                  <a:pt x="4524" y="1407"/>
                </a:lnTo>
                <a:lnTo>
                  <a:pt x="4523" y="1405"/>
                </a:lnTo>
                <a:lnTo>
                  <a:pt x="4522" y="1405"/>
                </a:lnTo>
                <a:lnTo>
                  <a:pt x="4520" y="1404"/>
                </a:lnTo>
                <a:lnTo>
                  <a:pt x="4520" y="1403"/>
                </a:lnTo>
                <a:lnTo>
                  <a:pt x="4520" y="1402"/>
                </a:lnTo>
                <a:lnTo>
                  <a:pt x="4519" y="1402"/>
                </a:lnTo>
                <a:lnTo>
                  <a:pt x="4520" y="1404"/>
                </a:lnTo>
                <a:lnTo>
                  <a:pt x="4520" y="1405"/>
                </a:lnTo>
                <a:lnTo>
                  <a:pt x="4519" y="1405"/>
                </a:lnTo>
                <a:lnTo>
                  <a:pt x="4518" y="1405"/>
                </a:lnTo>
                <a:lnTo>
                  <a:pt x="4518" y="1406"/>
                </a:lnTo>
                <a:lnTo>
                  <a:pt x="4519" y="1406"/>
                </a:lnTo>
                <a:lnTo>
                  <a:pt x="4519" y="1407"/>
                </a:lnTo>
                <a:lnTo>
                  <a:pt x="4519" y="1408"/>
                </a:lnTo>
                <a:lnTo>
                  <a:pt x="4518" y="1408"/>
                </a:lnTo>
                <a:lnTo>
                  <a:pt x="4518" y="1409"/>
                </a:lnTo>
                <a:lnTo>
                  <a:pt x="4517" y="1409"/>
                </a:lnTo>
                <a:lnTo>
                  <a:pt x="4517" y="1410"/>
                </a:lnTo>
                <a:lnTo>
                  <a:pt x="4516" y="1410"/>
                </a:lnTo>
                <a:lnTo>
                  <a:pt x="4515" y="1411"/>
                </a:lnTo>
                <a:lnTo>
                  <a:pt x="4514" y="1411"/>
                </a:lnTo>
                <a:lnTo>
                  <a:pt x="4513" y="1410"/>
                </a:lnTo>
                <a:lnTo>
                  <a:pt x="4514" y="1410"/>
                </a:lnTo>
                <a:lnTo>
                  <a:pt x="4513" y="1410"/>
                </a:lnTo>
                <a:lnTo>
                  <a:pt x="4512" y="1410"/>
                </a:lnTo>
                <a:lnTo>
                  <a:pt x="4512" y="1411"/>
                </a:lnTo>
                <a:lnTo>
                  <a:pt x="4512" y="1412"/>
                </a:lnTo>
                <a:lnTo>
                  <a:pt x="4511" y="1412"/>
                </a:lnTo>
                <a:lnTo>
                  <a:pt x="4510" y="1412"/>
                </a:lnTo>
                <a:lnTo>
                  <a:pt x="4511" y="1412"/>
                </a:lnTo>
                <a:lnTo>
                  <a:pt x="4511" y="1411"/>
                </a:lnTo>
                <a:lnTo>
                  <a:pt x="4510" y="1410"/>
                </a:lnTo>
                <a:lnTo>
                  <a:pt x="4510" y="1409"/>
                </a:lnTo>
                <a:lnTo>
                  <a:pt x="4509" y="1409"/>
                </a:lnTo>
                <a:lnTo>
                  <a:pt x="4508" y="1409"/>
                </a:lnTo>
                <a:lnTo>
                  <a:pt x="4508" y="1411"/>
                </a:lnTo>
                <a:lnTo>
                  <a:pt x="4506" y="1411"/>
                </a:lnTo>
                <a:lnTo>
                  <a:pt x="4506" y="1412"/>
                </a:lnTo>
                <a:lnTo>
                  <a:pt x="4505" y="1412"/>
                </a:lnTo>
                <a:lnTo>
                  <a:pt x="4504" y="1412"/>
                </a:lnTo>
                <a:lnTo>
                  <a:pt x="4503" y="1412"/>
                </a:lnTo>
                <a:lnTo>
                  <a:pt x="4503" y="1413"/>
                </a:lnTo>
                <a:lnTo>
                  <a:pt x="4504" y="1413"/>
                </a:lnTo>
                <a:lnTo>
                  <a:pt x="4503" y="1413"/>
                </a:lnTo>
                <a:lnTo>
                  <a:pt x="4502" y="1413"/>
                </a:lnTo>
                <a:lnTo>
                  <a:pt x="4502" y="1414"/>
                </a:lnTo>
                <a:lnTo>
                  <a:pt x="4501" y="1414"/>
                </a:lnTo>
                <a:lnTo>
                  <a:pt x="4501" y="1415"/>
                </a:lnTo>
                <a:lnTo>
                  <a:pt x="4500" y="1415"/>
                </a:lnTo>
                <a:lnTo>
                  <a:pt x="4499" y="1415"/>
                </a:lnTo>
                <a:lnTo>
                  <a:pt x="4498" y="1414"/>
                </a:lnTo>
                <a:lnTo>
                  <a:pt x="4498" y="1415"/>
                </a:lnTo>
                <a:lnTo>
                  <a:pt x="4497" y="1415"/>
                </a:lnTo>
                <a:lnTo>
                  <a:pt x="4496" y="1416"/>
                </a:lnTo>
                <a:lnTo>
                  <a:pt x="4496" y="1415"/>
                </a:lnTo>
                <a:lnTo>
                  <a:pt x="4496" y="1414"/>
                </a:lnTo>
                <a:lnTo>
                  <a:pt x="4497" y="1413"/>
                </a:lnTo>
                <a:lnTo>
                  <a:pt x="4498" y="1413"/>
                </a:lnTo>
                <a:lnTo>
                  <a:pt x="4499" y="1413"/>
                </a:lnTo>
                <a:lnTo>
                  <a:pt x="4499" y="1412"/>
                </a:lnTo>
                <a:lnTo>
                  <a:pt x="4498" y="1412"/>
                </a:lnTo>
                <a:lnTo>
                  <a:pt x="4497" y="1413"/>
                </a:lnTo>
                <a:lnTo>
                  <a:pt x="4497" y="1412"/>
                </a:lnTo>
                <a:lnTo>
                  <a:pt x="4497" y="1411"/>
                </a:lnTo>
                <a:lnTo>
                  <a:pt x="4497" y="1410"/>
                </a:lnTo>
                <a:lnTo>
                  <a:pt x="4498" y="1410"/>
                </a:lnTo>
                <a:lnTo>
                  <a:pt x="4498" y="1409"/>
                </a:lnTo>
                <a:lnTo>
                  <a:pt x="4498" y="1408"/>
                </a:lnTo>
                <a:lnTo>
                  <a:pt x="4498" y="1409"/>
                </a:lnTo>
                <a:lnTo>
                  <a:pt x="4497" y="1410"/>
                </a:lnTo>
                <a:lnTo>
                  <a:pt x="4496" y="1410"/>
                </a:lnTo>
                <a:lnTo>
                  <a:pt x="4497" y="1411"/>
                </a:lnTo>
                <a:lnTo>
                  <a:pt x="4497" y="1412"/>
                </a:lnTo>
                <a:lnTo>
                  <a:pt x="4496" y="1413"/>
                </a:lnTo>
                <a:lnTo>
                  <a:pt x="4495" y="1413"/>
                </a:lnTo>
                <a:lnTo>
                  <a:pt x="4494" y="1413"/>
                </a:lnTo>
                <a:lnTo>
                  <a:pt x="4492" y="1413"/>
                </a:lnTo>
                <a:lnTo>
                  <a:pt x="4492" y="1412"/>
                </a:lnTo>
                <a:lnTo>
                  <a:pt x="4491" y="1412"/>
                </a:lnTo>
                <a:lnTo>
                  <a:pt x="4491" y="1413"/>
                </a:lnTo>
                <a:lnTo>
                  <a:pt x="4490" y="1413"/>
                </a:lnTo>
                <a:lnTo>
                  <a:pt x="4489" y="1413"/>
                </a:lnTo>
                <a:lnTo>
                  <a:pt x="4488" y="1412"/>
                </a:lnTo>
                <a:lnTo>
                  <a:pt x="4488" y="1411"/>
                </a:lnTo>
                <a:lnTo>
                  <a:pt x="4487" y="1410"/>
                </a:lnTo>
                <a:lnTo>
                  <a:pt x="4487" y="1409"/>
                </a:lnTo>
                <a:lnTo>
                  <a:pt x="4486" y="1409"/>
                </a:lnTo>
                <a:lnTo>
                  <a:pt x="4486" y="1410"/>
                </a:lnTo>
                <a:lnTo>
                  <a:pt x="4488" y="1412"/>
                </a:lnTo>
                <a:lnTo>
                  <a:pt x="4487" y="1412"/>
                </a:lnTo>
                <a:lnTo>
                  <a:pt x="4485" y="1412"/>
                </a:lnTo>
                <a:lnTo>
                  <a:pt x="4485" y="1413"/>
                </a:lnTo>
                <a:lnTo>
                  <a:pt x="4486" y="1414"/>
                </a:lnTo>
                <a:lnTo>
                  <a:pt x="4485" y="1414"/>
                </a:lnTo>
                <a:lnTo>
                  <a:pt x="4484" y="1413"/>
                </a:lnTo>
                <a:lnTo>
                  <a:pt x="4483" y="1413"/>
                </a:lnTo>
                <a:lnTo>
                  <a:pt x="4483" y="1414"/>
                </a:lnTo>
                <a:lnTo>
                  <a:pt x="4484" y="1414"/>
                </a:lnTo>
                <a:lnTo>
                  <a:pt x="4485" y="1414"/>
                </a:lnTo>
                <a:lnTo>
                  <a:pt x="4486" y="1416"/>
                </a:lnTo>
                <a:lnTo>
                  <a:pt x="4485" y="1416"/>
                </a:lnTo>
                <a:lnTo>
                  <a:pt x="4485" y="1417"/>
                </a:lnTo>
                <a:lnTo>
                  <a:pt x="4486" y="1418"/>
                </a:lnTo>
                <a:lnTo>
                  <a:pt x="4487" y="1418"/>
                </a:lnTo>
                <a:lnTo>
                  <a:pt x="4486" y="1419"/>
                </a:lnTo>
                <a:lnTo>
                  <a:pt x="4485" y="1418"/>
                </a:lnTo>
                <a:lnTo>
                  <a:pt x="4484" y="1419"/>
                </a:lnTo>
                <a:lnTo>
                  <a:pt x="4483" y="1419"/>
                </a:lnTo>
                <a:lnTo>
                  <a:pt x="4482" y="1418"/>
                </a:lnTo>
                <a:lnTo>
                  <a:pt x="4481" y="1418"/>
                </a:lnTo>
                <a:lnTo>
                  <a:pt x="4480" y="1419"/>
                </a:lnTo>
                <a:lnTo>
                  <a:pt x="4480" y="1420"/>
                </a:lnTo>
                <a:lnTo>
                  <a:pt x="4481" y="1420"/>
                </a:lnTo>
                <a:lnTo>
                  <a:pt x="4481" y="1421"/>
                </a:lnTo>
                <a:lnTo>
                  <a:pt x="4480" y="1421"/>
                </a:lnTo>
                <a:lnTo>
                  <a:pt x="4478" y="1421"/>
                </a:lnTo>
                <a:lnTo>
                  <a:pt x="4477" y="1421"/>
                </a:lnTo>
                <a:lnTo>
                  <a:pt x="4476" y="1421"/>
                </a:lnTo>
                <a:lnTo>
                  <a:pt x="4476" y="1422"/>
                </a:lnTo>
                <a:lnTo>
                  <a:pt x="4475" y="1422"/>
                </a:lnTo>
                <a:lnTo>
                  <a:pt x="4474" y="1423"/>
                </a:lnTo>
                <a:lnTo>
                  <a:pt x="4474" y="1424"/>
                </a:lnTo>
                <a:lnTo>
                  <a:pt x="4473" y="1424"/>
                </a:lnTo>
                <a:lnTo>
                  <a:pt x="4472" y="1423"/>
                </a:lnTo>
                <a:lnTo>
                  <a:pt x="4472" y="1422"/>
                </a:lnTo>
                <a:lnTo>
                  <a:pt x="4473" y="1422"/>
                </a:lnTo>
                <a:lnTo>
                  <a:pt x="4472" y="1422"/>
                </a:lnTo>
                <a:lnTo>
                  <a:pt x="4471" y="1421"/>
                </a:lnTo>
                <a:lnTo>
                  <a:pt x="4470" y="1421"/>
                </a:lnTo>
                <a:lnTo>
                  <a:pt x="4470" y="1420"/>
                </a:lnTo>
                <a:lnTo>
                  <a:pt x="4469" y="1421"/>
                </a:lnTo>
                <a:lnTo>
                  <a:pt x="4470" y="1422"/>
                </a:lnTo>
                <a:lnTo>
                  <a:pt x="4469" y="1422"/>
                </a:lnTo>
                <a:lnTo>
                  <a:pt x="4468" y="1422"/>
                </a:lnTo>
                <a:lnTo>
                  <a:pt x="4468" y="1421"/>
                </a:lnTo>
                <a:lnTo>
                  <a:pt x="4466" y="1422"/>
                </a:lnTo>
                <a:lnTo>
                  <a:pt x="4464" y="1422"/>
                </a:lnTo>
                <a:lnTo>
                  <a:pt x="4463" y="1422"/>
                </a:lnTo>
                <a:lnTo>
                  <a:pt x="4462" y="1422"/>
                </a:lnTo>
                <a:lnTo>
                  <a:pt x="4462" y="1421"/>
                </a:lnTo>
                <a:lnTo>
                  <a:pt x="4462" y="1420"/>
                </a:lnTo>
                <a:lnTo>
                  <a:pt x="4462" y="1421"/>
                </a:lnTo>
                <a:lnTo>
                  <a:pt x="4461" y="1422"/>
                </a:lnTo>
                <a:lnTo>
                  <a:pt x="4460" y="1422"/>
                </a:lnTo>
                <a:lnTo>
                  <a:pt x="4459" y="1422"/>
                </a:lnTo>
                <a:lnTo>
                  <a:pt x="4459" y="1423"/>
                </a:lnTo>
                <a:lnTo>
                  <a:pt x="4460" y="1423"/>
                </a:lnTo>
                <a:lnTo>
                  <a:pt x="4461" y="1423"/>
                </a:lnTo>
                <a:lnTo>
                  <a:pt x="4461" y="1424"/>
                </a:lnTo>
                <a:lnTo>
                  <a:pt x="4460" y="1424"/>
                </a:lnTo>
                <a:lnTo>
                  <a:pt x="4458" y="1425"/>
                </a:lnTo>
                <a:lnTo>
                  <a:pt x="4458" y="1426"/>
                </a:lnTo>
                <a:lnTo>
                  <a:pt x="4458" y="1427"/>
                </a:lnTo>
                <a:lnTo>
                  <a:pt x="4458" y="1428"/>
                </a:lnTo>
                <a:lnTo>
                  <a:pt x="4456" y="1428"/>
                </a:lnTo>
                <a:lnTo>
                  <a:pt x="4456" y="1427"/>
                </a:lnTo>
                <a:lnTo>
                  <a:pt x="4453" y="1428"/>
                </a:lnTo>
                <a:lnTo>
                  <a:pt x="4452" y="1427"/>
                </a:lnTo>
                <a:lnTo>
                  <a:pt x="4449" y="1428"/>
                </a:lnTo>
                <a:lnTo>
                  <a:pt x="4447" y="1428"/>
                </a:lnTo>
                <a:lnTo>
                  <a:pt x="4447" y="1429"/>
                </a:lnTo>
                <a:lnTo>
                  <a:pt x="4446" y="1429"/>
                </a:lnTo>
                <a:lnTo>
                  <a:pt x="4447" y="1431"/>
                </a:lnTo>
                <a:lnTo>
                  <a:pt x="4445" y="1432"/>
                </a:lnTo>
                <a:lnTo>
                  <a:pt x="4444" y="1430"/>
                </a:lnTo>
                <a:lnTo>
                  <a:pt x="4443" y="1430"/>
                </a:lnTo>
                <a:lnTo>
                  <a:pt x="4442" y="1431"/>
                </a:lnTo>
                <a:lnTo>
                  <a:pt x="4444" y="1432"/>
                </a:lnTo>
                <a:lnTo>
                  <a:pt x="4436" y="1435"/>
                </a:lnTo>
                <a:lnTo>
                  <a:pt x="4434" y="1434"/>
                </a:lnTo>
                <a:lnTo>
                  <a:pt x="4434" y="1435"/>
                </a:lnTo>
                <a:lnTo>
                  <a:pt x="4433" y="1435"/>
                </a:lnTo>
                <a:lnTo>
                  <a:pt x="4433" y="1436"/>
                </a:lnTo>
                <a:lnTo>
                  <a:pt x="4433" y="1437"/>
                </a:lnTo>
                <a:lnTo>
                  <a:pt x="4432" y="1437"/>
                </a:lnTo>
                <a:lnTo>
                  <a:pt x="4431" y="1436"/>
                </a:lnTo>
                <a:lnTo>
                  <a:pt x="4430" y="1435"/>
                </a:lnTo>
                <a:lnTo>
                  <a:pt x="4429" y="1435"/>
                </a:lnTo>
                <a:lnTo>
                  <a:pt x="4429" y="1436"/>
                </a:lnTo>
                <a:lnTo>
                  <a:pt x="4430" y="1436"/>
                </a:lnTo>
                <a:lnTo>
                  <a:pt x="4429" y="1436"/>
                </a:lnTo>
                <a:lnTo>
                  <a:pt x="4429" y="1437"/>
                </a:lnTo>
                <a:lnTo>
                  <a:pt x="4429" y="1438"/>
                </a:lnTo>
                <a:lnTo>
                  <a:pt x="4428" y="1439"/>
                </a:lnTo>
                <a:lnTo>
                  <a:pt x="4427" y="1439"/>
                </a:lnTo>
                <a:lnTo>
                  <a:pt x="4427" y="1440"/>
                </a:lnTo>
                <a:lnTo>
                  <a:pt x="4428" y="1440"/>
                </a:lnTo>
                <a:lnTo>
                  <a:pt x="4427" y="1440"/>
                </a:lnTo>
                <a:lnTo>
                  <a:pt x="4427" y="1441"/>
                </a:lnTo>
                <a:lnTo>
                  <a:pt x="4427" y="1440"/>
                </a:lnTo>
                <a:lnTo>
                  <a:pt x="4426" y="1440"/>
                </a:lnTo>
                <a:lnTo>
                  <a:pt x="4425" y="1441"/>
                </a:lnTo>
                <a:lnTo>
                  <a:pt x="4424" y="1441"/>
                </a:lnTo>
                <a:lnTo>
                  <a:pt x="4424" y="1442"/>
                </a:lnTo>
                <a:lnTo>
                  <a:pt x="4423" y="1442"/>
                </a:lnTo>
                <a:lnTo>
                  <a:pt x="4423" y="1441"/>
                </a:lnTo>
                <a:lnTo>
                  <a:pt x="4424" y="1441"/>
                </a:lnTo>
                <a:lnTo>
                  <a:pt x="4423" y="1440"/>
                </a:lnTo>
                <a:lnTo>
                  <a:pt x="4422" y="1440"/>
                </a:lnTo>
                <a:lnTo>
                  <a:pt x="4422" y="1441"/>
                </a:lnTo>
                <a:lnTo>
                  <a:pt x="4423" y="1441"/>
                </a:lnTo>
                <a:lnTo>
                  <a:pt x="4422" y="1442"/>
                </a:lnTo>
                <a:lnTo>
                  <a:pt x="4422" y="1443"/>
                </a:lnTo>
                <a:lnTo>
                  <a:pt x="4422" y="1444"/>
                </a:lnTo>
                <a:lnTo>
                  <a:pt x="4422" y="1445"/>
                </a:lnTo>
                <a:lnTo>
                  <a:pt x="4423" y="1445"/>
                </a:lnTo>
                <a:lnTo>
                  <a:pt x="4423" y="1446"/>
                </a:lnTo>
                <a:lnTo>
                  <a:pt x="4422" y="1446"/>
                </a:lnTo>
                <a:lnTo>
                  <a:pt x="4421" y="1445"/>
                </a:lnTo>
                <a:lnTo>
                  <a:pt x="4419" y="1447"/>
                </a:lnTo>
                <a:lnTo>
                  <a:pt x="4418" y="1447"/>
                </a:lnTo>
                <a:lnTo>
                  <a:pt x="4417" y="1447"/>
                </a:lnTo>
                <a:lnTo>
                  <a:pt x="4417" y="1448"/>
                </a:lnTo>
                <a:lnTo>
                  <a:pt x="4417" y="1447"/>
                </a:lnTo>
                <a:lnTo>
                  <a:pt x="4416" y="1447"/>
                </a:lnTo>
                <a:lnTo>
                  <a:pt x="4417" y="1448"/>
                </a:lnTo>
                <a:lnTo>
                  <a:pt x="4416" y="1448"/>
                </a:lnTo>
                <a:lnTo>
                  <a:pt x="4416" y="1449"/>
                </a:lnTo>
                <a:lnTo>
                  <a:pt x="4415" y="1449"/>
                </a:lnTo>
                <a:lnTo>
                  <a:pt x="4415" y="1448"/>
                </a:lnTo>
                <a:lnTo>
                  <a:pt x="4413" y="1448"/>
                </a:lnTo>
                <a:lnTo>
                  <a:pt x="4412" y="1449"/>
                </a:lnTo>
                <a:lnTo>
                  <a:pt x="4412" y="1447"/>
                </a:lnTo>
                <a:lnTo>
                  <a:pt x="4411" y="1447"/>
                </a:lnTo>
                <a:lnTo>
                  <a:pt x="4408" y="1447"/>
                </a:lnTo>
                <a:lnTo>
                  <a:pt x="4407" y="1448"/>
                </a:lnTo>
                <a:lnTo>
                  <a:pt x="4406" y="1448"/>
                </a:lnTo>
                <a:lnTo>
                  <a:pt x="4406" y="1449"/>
                </a:lnTo>
                <a:lnTo>
                  <a:pt x="4403" y="1450"/>
                </a:lnTo>
                <a:lnTo>
                  <a:pt x="4402" y="1451"/>
                </a:lnTo>
                <a:lnTo>
                  <a:pt x="4401" y="1451"/>
                </a:lnTo>
                <a:lnTo>
                  <a:pt x="4402" y="1452"/>
                </a:lnTo>
                <a:lnTo>
                  <a:pt x="4399" y="1454"/>
                </a:lnTo>
                <a:lnTo>
                  <a:pt x="4399" y="1453"/>
                </a:lnTo>
                <a:lnTo>
                  <a:pt x="4398" y="1453"/>
                </a:lnTo>
                <a:lnTo>
                  <a:pt x="4398" y="1454"/>
                </a:lnTo>
                <a:lnTo>
                  <a:pt x="4399" y="1454"/>
                </a:lnTo>
                <a:lnTo>
                  <a:pt x="4400" y="1455"/>
                </a:lnTo>
                <a:lnTo>
                  <a:pt x="4400" y="1456"/>
                </a:lnTo>
                <a:lnTo>
                  <a:pt x="4399" y="1456"/>
                </a:lnTo>
                <a:lnTo>
                  <a:pt x="4398" y="1454"/>
                </a:lnTo>
                <a:lnTo>
                  <a:pt x="4397" y="1455"/>
                </a:lnTo>
                <a:lnTo>
                  <a:pt x="4395" y="1457"/>
                </a:lnTo>
                <a:lnTo>
                  <a:pt x="4394" y="1457"/>
                </a:lnTo>
                <a:lnTo>
                  <a:pt x="4393" y="1456"/>
                </a:lnTo>
                <a:lnTo>
                  <a:pt x="4393" y="1457"/>
                </a:lnTo>
                <a:lnTo>
                  <a:pt x="4394" y="1457"/>
                </a:lnTo>
                <a:lnTo>
                  <a:pt x="4395" y="1458"/>
                </a:lnTo>
                <a:lnTo>
                  <a:pt x="4395" y="1459"/>
                </a:lnTo>
                <a:lnTo>
                  <a:pt x="4393" y="1460"/>
                </a:lnTo>
                <a:lnTo>
                  <a:pt x="4393" y="1461"/>
                </a:lnTo>
                <a:lnTo>
                  <a:pt x="4393" y="1462"/>
                </a:lnTo>
                <a:lnTo>
                  <a:pt x="4392" y="1462"/>
                </a:lnTo>
                <a:lnTo>
                  <a:pt x="4391" y="1462"/>
                </a:lnTo>
                <a:lnTo>
                  <a:pt x="4390" y="1462"/>
                </a:lnTo>
                <a:lnTo>
                  <a:pt x="4390" y="1463"/>
                </a:lnTo>
                <a:lnTo>
                  <a:pt x="4390" y="1464"/>
                </a:lnTo>
                <a:lnTo>
                  <a:pt x="4389" y="1464"/>
                </a:lnTo>
                <a:lnTo>
                  <a:pt x="4389" y="1463"/>
                </a:lnTo>
                <a:lnTo>
                  <a:pt x="4388" y="1463"/>
                </a:lnTo>
                <a:lnTo>
                  <a:pt x="4387" y="1464"/>
                </a:lnTo>
                <a:lnTo>
                  <a:pt x="4386" y="1464"/>
                </a:lnTo>
                <a:lnTo>
                  <a:pt x="4385" y="1465"/>
                </a:lnTo>
                <a:lnTo>
                  <a:pt x="4384" y="1466"/>
                </a:lnTo>
                <a:lnTo>
                  <a:pt x="4384" y="1467"/>
                </a:lnTo>
                <a:lnTo>
                  <a:pt x="4383" y="1467"/>
                </a:lnTo>
                <a:lnTo>
                  <a:pt x="4382" y="1467"/>
                </a:lnTo>
                <a:lnTo>
                  <a:pt x="4381" y="1468"/>
                </a:lnTo>
                <a:lnTo>
                  <a:pt x="4381" y="1469"/>
                </a:lnTo>
                <a:lnTo>
                  <a:pt x="4382" y="1469"/>
                </a:lnTo>
                <a:lnTo>
                  <a:pt x="4382" y="1470"/>
                </a:lnTo>
                <a:lnTo>
                  <a:pt x="4381" y="1471"/>
                </a:lnTo>
                <a:lnTo>
                  <a:pt x="4380" y="1471"/>
                </a:lnTo>
                <a:lnTo>
                  <a:pt x="4379" y="1471"/>
                </a:lnTo>
                <a:lnTo>
                  <a:pt x="4379" y="1472"/>
                </a:lnTo>
                <a:lnTo>
                  <a:pt x="4380" y="1472"/>
                </a:lnTo>
                <a:lnTo>
                  <a:pt x="4381" y="1472"/>
                </a:lnTo>
                <a:lnTo>
                  <a:pt x="4382" y="1472"/>
                </a:lnTo>
                <a:lnTo>
                  <a:pt x="4381" y="1473"/>
                </a:lnTo>
                <a:lnTo>
                  <a:pt x="4382" y="1473"/>
                </a:lnTo>
                <a:lnTo>
                  <a:pt x="4383" y="1473"/>
                </a:lnTo>
                <a:lnTo>
                  <a:pt x="4384" y="1474"/>
                </a:lnTo>
                <a:lnTo>
                  <a:pt x="4385" y="1474"/>
                </a:lnTo>
                <a:lnTo>
                  <a:pt x="4386" y="1474"/>
                </a:lnTo>
                <a:lnTo>
                  <a:pt x="4385" y="1475"/>
                </a:lnTo>
                <a:lnTo>
                  <a:pt x="4385" y="1474"/>
                </a:lnTo>
                <a:lnTo>
                  <a:pt x="4384" y="1474"/>
                </a:lnTo>
                <a:lnTo>
                  <a:pt x="4383" y="1474"/>
                </a:lnTo>
                <a:lnTo>
                  <a:pt x="4383" y="1475"/>
                </a:lnTo>
                <a:lnTo>
                  <a:pt x="4382" y="1475"/>
                </a:lnTo>
                <a:lnTo>
                  <a:pt x="4381" y="1475"/>
                </a:lnTo>
                <a:lnTo>
                  <a:pt x="4381" y="1476"/>
                </a:lnTo>
                <a:lnTo>
                  <a:pt x="4380" y="1476"/>
                </a:lnTo>
                <a:lnTo>
                  <a:pt x="4379" y="1477"/>
                </a:lnTo>
                <a:lnTo>
                  <a:pt x="4378" y="1477"/>
                </a:lnTo>
                <a:lnTo>
                  <a:pt x="4378" y="1478"/>
                </a:lnTo>
                <a:lnTo>
                  <a:pt x="4379" y="1478"/>
                </a:lnTo>
                <a:lnTo>
                  <a:pt x="4378" y="1478"/>
                </a:lnTo>
                <a:lnTo>
                  <a:pt x="4377" y="1478"/>
                </a:lnTo>
                <a:lnTo>
                  <a:pt x="4376" y="1478"/>
                </a:lnTo>
                <a:lnTo>
                  <a:pt x="4375" y="1478"/>
                </a:lnTo>
                <a:lnTo>
                  <a:pt x="4375" y="1477"/>
                </a:lnTo>
                <a:lnTo>
                  <a:pt x="4374" y="1477"/>
                </a:lnTo>
                <a:lnTo>
                  <a:pt x="4374" y="1478"/>
                </a:lnTo>
                <a:lnTo>
                  <a:pt x="4375" y="1479"/>
                </a:lnTo>
                <a:lnTo>
                  <a:pt x="4375" y="1480"/>
                </a:lnTo>
                <a:lnTo>
                  <a:pt x="4375" y="1481"/>
                </a:lnTo>
                <a:lnTo>
                  <a:pt x="4376" y="1481"/>
                </a:lnTo>
                <a:lnTo>
                  <a:pt x="4377" y="1482"/>
                </a:lnTo>
                <a:lnTo>
                  <a:pt x="4377" y="1483"/>
                </a:lnTo>
                <a:lnTo>
                  <a:pt x="4377" y="1484"/>
                </a:lnTo>
                <a:lnTo>
                  <a:pt x="4376" y="1483"/>
                </a:lnTo>
                <a:lnTo>
                  <a:pt x="4375" y="1483"/>
                </a:lnTo>
                <a:lnTo>
                  <a:pt x="4374" y="1483"/>
                </a:lnTo>
                <a:lnTo>
                  <a:pt x="4374" y="1482"/>
                </a:lnTo>
                <a:lnTo>
                  <a:pt x="4373" y="1482"/>
                </a:lnTo>
                <a:lnTo>
                  <a:pt x="4370" y="1483"/>
                </a:lnTo>
                <a:lnTo>
                  <a:pt x="4369" y="1483"/>
                </a:lnTo>
                <a:lnTo>
                  <a:pt x="4368" y="1485"/>
                </a:lnTo>
                <a:lnTo>
                  <a:pt x="4368" y="1486"/>
                </a:lnTo>
                <a:lnTo>
                  <a:pt x="4368" y="1487"/>
                </a:lnTo>
                <a:lnTo>
                  <a:pt x="4367" y="1486"/>
                </a:lnTo>
                <a:lnTo>
                  <a:pt x="4366" y="1486"/>
                </a:lnTo>
                <a:lnTo>
                  <a:pt x="4366" y="1485"/>
                </a:lnTo>
                <a:lnTo>
                  <a:pt x="4365" y="1485"/>
                </a:lnTo>
                <a:lnTo>
                  <a:pt x="4365" y="1484"/>
                </a:lnTo>
                <a:lnTo>
                  <a:pt x="4364" y="1484"/>
                </a:lnTo>
                <a:lnTo>
                  <a:pt x="4363" y="1484"/>
                </a:lnTo>
                <a:lnTo>
                  <a:pt x="4362" y="1484"/>
                </a:lnTo>
                <a:lnTo>
                  <a:pt x="4362" y="1485"/>
                </a:lnTo>
                <a:lnTo>
                  <a:pt x="4362" y="1486"/>
                </a:lnTo>
                <a:lnTo>
                  <a:pt x="4363" y="1486"/>
                </a:lnTo>
                <a:lnTo>
                  <a:pt x="4364" y="1487"/>
                </a:lnTo>
                <a:lnTo>
                  <a:pt x="4364" y="1488"/>
                </a:lnTo>
                <a:lnTo>
                  <a:pt x="4363" y="1488"/>
                </a:lnTo>
                <a:lnTo>
                  <a:pt x="4363" y="1487"/>
                </a:lnTo>
                <a:lnTo>
                  <a:pt x="4362" y="1487"/>
                </a:lnTo>
                <a:lnTo>
                  <a:pt x="4361" y="1487"/>
                </a:lnTo>
                <a:lnTo>
                  <a:pt x="4360" y="1486"/>
                </a:lnTo>
                <a:lnTo>
                  <a:pt x="4359" y="1486"/>
                </a:lnTo>
                <a:lnTo>
                  <a:pt x="4358" y="1486"/>
                </a:lnTo>
                <a:lnTo>
                  <a:pt x="4357" y="1485"/>
                </a:lnTo>
                <a:lnTo>
                  <a:pt x="4357" y="1486"/>
                </a:lnTo>
                <a:lnTo>
                  <a:pt x="4357" y="1487"/>
                </a:lnTo>
                <a:lnTo>
                  <a:pt x="4359" y="1488"/>
                </a:lnTo>
                <a:lnTo>
                  <a:pt x="4360" y="1489"/>
                </a:lnTo>
                <a:lnTo>
                  <a:pt x="4362" y="1490"/>
                </a:lnTo>
                <a:lnTo>
                  <a:pt x="4362" y="1491"/>
                </a:lnTo>
                <a:lnTo>
                  <a:pt x="4362" y="1492"/>
                </a:lnTo>
                <a:lnTo>
                  <a:pt x="4362" y="1493"/>
                </a:lnTo>
                <a:lnTo>
                  <a:pt x="4362" y="1494"/>
                </a:lnTo>
                <a:lnTo>
                  <a:pt x="4361" y="1494"/>
                </a:lnTo>
                <a:lnTo>
                  <a:pt x="4360" y="1495"/>
                </a:lnTo>
                <a:lnTo>
                  <a:pt x="4359" y="1496"/>
                </a:lnTo>
                <a:lnTo>
                  <a:pt x="4358" y="1495"/>
                </a:lnTo>
                <a:lnTo>
                  <a:pt x="4357" y="1495"/>
                </a:lnTo>
                <a:lnTo>
                  <a:pt x="4356" y="1495"/>
                </a:lnTo>
                <a:lnTo>
                  <a:pt x="4356" y="1494"/>
                </a:lnTo>
                <a:lnTo>
                  <a:pt x="4357" y="1494"/>
                </a:lnTo>
                <a:lnTo>
                  <a:pt x="4356" y="1493"/>
                </a:lnTo>
                <a:lnTo>
                  <a:pt x="4355" y="1493"/>
                </a:lnTo>
                <a:lnTo>
                  <a:pt x="4354" y="1493"/>
                </a:lnTo>
                <a:lnTo>
                  <a:pt x="4354" y="1492"/>
                </a:lnTo>
                <a:lnTo>
                  <a:pt x="4354" y="1491"/>
                </a:lnTo>
                <a:lnTo>
                  <a:pt x="4353" y="1490"/>
                </a:lnTo>
                <a:lnTo>
                  <a:pt x="4353" y="1489"/>
                </a:lnTo>
                <a:lnTo>
                  <a:pt x="4353" y="1488"/>
                </a:lnTo>
                <a:lnTo>
                  <a:pt x="4352" y="1488"/>
                </a:lnTo>
                <a:lnTo>
                  <a:pt x="4352" y="1487"/>
                </a:lnTo>
                <a:lnTo>
                  <a:pt x="4351" y="1487"/>
                </a:lnTo>
                <a:lnTo>
                  <a:pt x="4350" y="1487"/>
                </a:lnTo>
                <a:lnTo>
                  <a:pt x="4349" y="1487"/>
                </a:lnTo>
                <a:lnTo>
                  <a:pt x="4348" y="1487"/>
                </a:lnTo>
                <a:lnTo>
                  <a:pt x="4348" y="1486"/>
                </a:lnTo>
                <a:lnTo>
                  <a:pt x="4347" y="1486"/>
                </a:lnTo>
                <a:lnTo>
                  <a:pt x="4346" y="1486"/>
                </a:lnTo>
                <a:lnTo>
                  <a:pt x="4346" y="1487"/>
                </a:lnTo>
                <a:lnTo>
                  <a:pt x="4347" y="1487"/>
                </a:lnTo>
                <a:lnTo>
                  <a:pt x="4348" y="1487"/>
                </a:lnTo>
                <a:lnTo>
                  <a:pt x="4348" y="1488"/>
                </a:lnTo>
                <a:lnTo>
                  <a:pt x="4349" y="1488"/>
                </a:lnTo>
                <a:lnTo>
                  <a:pt x="4348" y="1489"/>
                </a:lnTo>
                <a:lnTo>
                  <a:pt x="4347" y="1490"/>
                </a:lnTo>
                <a:lnTo>
                  <a:pt x="4345" y="1490"/>
                </a:lnTo>
                <a:lnTo>
                  <a:pt x="4345" y="1489"/>
                </a:lnTo>
                <a:lnTo>
                  <a:pt x="4345" y="1488"/>
                </a:lnTo>
                <a:lnTo>
                  <a:pt x="4344" y="1488"/>
                </a:lnTo>
                <a:lnTo>
                  <a:pt x="4343" y="1488"/>
                </a:lnTo>
                <a:lnTo>
                  <a:pt x="4343" y="1489"/>
                </a:lnTo>
                <a:lnTo>
                  <a:pt x="4342" y="1489"/>
                </a:lnTo>
                <a:lnTo>
                  <a:pt x="4342" y="1488"/>
                </a:lnTo>
                <a:lnTo>
                  <a:pt x="4341" y="1488"/>
                </a:lnTo>
                <a:lnTo>
                  <a:pt x="4340" y="1488"/>
                </a:lnTo>
                <a:lnTo>
                  <a:pt x="4339" y="1489"/>
                </a:lnTo>
                <a:lnTo>
                  <a:pt x="4339" y="1490"/>
                </a:lnTo>
                <a:lnTo>
                  <a:pt x="4340" y="1490"/>
                </a:lnTo>
                <a:lnTo>
                  <a:pt x="4341" y="1490"/>
                </a:lnTo>
                <a:lnTo>
                  <a:pt x="4341" y="1491"/>
                </a:lnTo>
                <a:lnTo>
                  <a:pt x="4341" y="1492"/>
                </a:lnTo>
                <a:lnTo>
                  <a:pt x="4341" y="1493"/>
                </a:lnTo>
                <a:lnTo>
                  <a:pt x="4340" y="1493"/>
                </a:lnTo>
                <a:lnTo>
                  <a:pt x="4339" y="1494"/>
                </a:lnTo>
                <a:lnTo>
                  <a:pt x="4339" y="1493"/>
                </a:lnTo>
                <a:lnTo>
                  <a:pt x="4338" y="1494"/>
                </a:lnTo>
                <a:lnTo>
                  <a:pt x="4337" y="1495"/>
                </a:lnTo>
                <a:lnTo>
                  <a:pt x="4336" y="1495"/>
                </a:lnTo>
                <a:lnTo>
                  <a:pt x="4336" y="1496"/>
                </a:lnTo>
                <a:lnTo>
                  <a:pt x="4337" y="1496"/>
                </a:lnTo>
                <a:lnTo>
                  <a:pt x="4336" y="1497"/>
                </a:lnTo>
                <a:lnTo>
                  <a:pt x="4337" y="1497"/>
                </a:lnTo>
                <a:lnTo>
                  <a:pt x="4338" y="1496"/>
                </a:lnTo>
                <a:lnTo>
                  <a:pt x="4339" y="1496"/>
                </a:lnTo>
                <a:lnTo>
                  <a:pt x="4340" y="1496"/>
                </a:lnTo>
                <a:lnTo>
                  <a:pt x="4339" y="1497"/>
                </a:lnTo>
                <a:lnTo>
                  <a:pt x="4340" y="1497"/>
                </a:lnTo>
                <a:lnTo>
                  <a:pt x="4341" y="1497"/>
                </a:lnTo>
                <a:lnTo>
                  <a:pt x="4342" y="1497"/>
                </a:lnTo>
                <a:lnTo>
                  <a:pt x="4343" y="1497"/>
                </a:lnTo>
                <a:lnTo>
                  <a:pt x="4343" y="1498"/>
                </a:lnTo>
                <a:lnTo>
                  <a:pt x="4344" y="1498"/>
                </a:lnTo>
                <a:lnTo>
                  <a:pt x="4345" y="1498"/>
                </a:lnTo>
                <a:lnTo>
                  <a:pt x="4346" y="1499"/>
                </a:lnTo>
                <a:lnTo>
                  <a:pt x="4346" y="1500"/>
                </a:lnTo>
                <a:lnTo>
                  <a:pt x="4345" y="1501"/>
                </a:lnTo>
                <a:lnTo>
                  <a:pt x="4345" y="1502"/>
                </a:lnTo>
                <a:lnTo>
                  <a:pt x="4345" y="1503"/>
                </a:lnTo>
                <a:lnTo>
                  <a:pt x="4344" y="1503"/>
                </a:lnTo>
                <a:lnTo>
                  <a:pt x="4344" y="1504"/>
                </a:lnTo>
                <a:lnTo>
                  <a:pt x="4343" y="1504"/>
                </a:lnTo>
                <a:lnTo>
                  <a:pt x="4343" y="1503"/>
                </a:lnTo>
                <a:lnTo>
                  <a:pt x="4343" y="1502"/>
                </a:lnTo>
                <a:lnTo>
                  <a:pt x="4342" y="1502"/>
                </a:lnTo>
                <a:lnTo>
                  <a:pt x="4342" y="1503"/>
                </a:lnTo>
                <a:lnTo>
                  <a:pt x="4342" y="1504"/>
                </a:lnTo>
                <a:lnTo>
                  <a:pt x="4341" y="1504"/>
                </a:lnTo>
                <a:lnTo>
                  <a:pt x="4340" y="1504"/>
                </a:lnTo>
                <a:lnTo>
                  <a:pt x="4339" y="1504"/>
                </a:lnTo>
                <a:lnTo>
                  <a:pt x="4338" y="1504"/>
                </a:lnTo>
                <a:lnTo>
                  <a:pt x="4337" y="1504"/>
                </a:lnTo>
                <a:lnTo>
                  <a:pt x="4336" y="1504"/>
                </a:lnTo>
                <a:lnTo>
                  <a:pt x="4336" y="1503"/>
                </a:lnTo>
                <a:lnTo>
                  <a:pt x="4335" y="1503"/>
                </a:lnTo>
                <a:lnTo>
                  <a:pt x="4334" y="1503"/>
                </a:lnTo>
                <a:lnTo>
                  <a:pt x="4333" y="1502"/>
                </a:lnTo>
                <a:lnTo>
                  <a:pt x="4332" y="1502"/>
                </a:lnTo>
                <a:lnTo>
                  <a:pt x="4332" y="1503"/>
                </a:lnTo>
                <a:lnTo>
                  <a:pt x="4331" y="1503"/>
                </a:lnTo>
                <a:lnTo>
                  <a:pt x="4331" y="1504"/>
                </a:lnTo>
                <a:lnTo>
                  <a:pt x="4330" y="1504"/>
                </a:lnTo>
                <a:lnTo>
                  <a:pt x="4330" y="1505"/>
                </a:lnTo>
                <a:lnTo>
                  <a:pt x="4329" y="1505"/>
                </a:lnTo>
                <a:lnTo>
                  <a:pt x="4328" y="1506"/>
                </a:lnTo>
                <a:lnTo>
                  <a:pt x="4328" y="1507"/>
                </a:lnTo>
                <a:lnTo>
                  <a:pt x="4328" y="1508"/>
                </a:lnTo>
                <a:lnTo>
                  <a:pt x="4327" y="1508"/>
                </a:lnTo>
                <a:lnTo>
                  <a:pt x="4326" y="1508"/>
                </a:lnTo>
                <a:lnTo>
                  <a:pt x="4325" y="1508"/>
                </a:lnTo>
                <a:lnTo>
                  <a:pt x="4324" y="1508"/>
                </a:lnTo>
                <a:lnTo>
                  <a:pt x="4322" y="1509"/>
                </a:lnTo>
                <a:lnTo>
                  <a:pt x="4322" y="1508"/>
                </a:lnTo>
                <a:lnTo>
                  <a:pt x="4321" y="1508"/>
                </a:lnTo>
                <a:lnTo>
                  <a:pt x="4319" y="1509"/>
                </a:lnTo>
                <a:lnTo>
                  <a:pt x="4318" y="1509"/>
                </a:lnTo>
                <a:lnTo>
                  <a:pt x="4317" y="1509"/>
                </a:lnTo>
                <a:lnTo>
                  <a:pt x="4316" y="1509"/>
                </a:lnTo>
                <a:lnTo>
                  <a:pt x="4315" y="1508"/>
                </a:lnTo>
                <a:lnTo>
                  <a:pt x="4314" y="1508"/>
                </a:lnTo>
                <a:lnTo>
                  <a:pt x="4313" y="1508"/>
                </a:lnTo>
                <a:lnTo>
                  <a:pt x="4312" y="1508"/>
                </a:lnTo>
                <a:lnTo>
                  <a:pt x="4311" y="1508"/>
                </a:lnTo>
                <a:lnTo>
                  <a:pt x="4310" y="1508"/>
                </a:lnTo>
                <a:lnTo>
                  <a:pt x="4310" y="1509"/>
                </a:lnTo>
                <a:lnTo>
                  <a:pt x="4310" y="1510"/>
                </a:lnTo>
                <a:lnTo>
                  <a:pt x="4309" y="1510"/>
                </a:lnTo>
                <a:lnTo>
                  <a:pt x="4309" y="1511"/>
                </a:lnTo>
                <a:lnTo>
                  <a:pt x="4308" y="1511"/>
                </a:lnTo>
                <a:lnTo>
                  <a:pt x="4307" y="1511"/>
                </a:lnTo>
                <a:lnTo>
                  <a:pt x="4306" y="1511"/>
                </a:lnTo>
                <a:lnTo>
                  <a:pt x="4305" y="1511"/>
                </a:lnTo>
                <a:lnTo>
                  <a:pt x="4304" y="1511"/>
                </a:lnTo>
                <a:lnTo>
                  <a:pt x="4304" y="1510"/>
                </a:lnTo>
                <a:lnTo>
                  <a:pt x="4303" y="1510"/>
                </a:lnTo>
                <a:lnTo>
                  <a:pt x="4302" y="1510"/>
                </a:lnTo>
                <a:lnTo>
                  <a:pt x="4301" y="1511"/>
                </a:lnTo>
                <a:lnTo>
                  <a:pt x="4301" y="1512"/>
                </a:lnTo>
                <a:lnTo>
                  <a:pt x="4301" y="1513"/>
                </a:lnTo>
                <a:lnTo>
                  <a:pt x="4301" y="1512"/>
                </a:lnTo>
                <a:lnTo>
                  <a:pt x="4302" y="1512"/>
                </a:lnTo>
                <a:lnTo>
                  <a:pt x="4303" y="1511"/>
                </a:lnTo>
                <a:lnTo>
                  <a:pt x="4304" y="1511"/>
                </a:lnTo>
                <a:lnTo>
                  <a:pt x="4304" y="1512"/>
                </a:lnTo>
                <a:lnTo>
                  <a:pt x="4303" y="1512"/>
                </a:lnTo>
                <a:lnTo>
                  <a:pt x="4303" y="1513"/>
                </a:lnTo>
                <a:lnTo>
                  <a:pt x="4302" y="1513"/>
                </a:lnTo>
                <a:lnTo>
                  <a:pt x="4302" y="1514"/>
                </a:lnTo>
                <a:lnTo>
                  <a:pt x="4301" y="1514"/>
                </a:lnTo>
                <a:lnTo>
                  <a:pt x="4301" y="1515"/>
                </a:lnTo>
                <a:lnTo>
                  <a:pt x="4301" y="1516"/>
                </a:lnTo>
                <a:lnTo>
                  <a:pt x="4300" y="1516"/>
                </a:lnTo>
                <a:lnTo>
                  <a:pt x="4300" y="1517"/>
                </a:lnTo>
                <a:lnTo>
                  <a:pt x="4299" y="1518"/>
                </a:lnTo>
                <a:lnTo>
                  <a:pt x="4298" y="1518"/>
                </a:lnTo>
                <a:lnTo>
                  <a:pt x="4297" y="1518"/>
                </a:lnTo>
                <a:lnTo>
                  <a:pt x="4296" y="1518"/>
                </a:lnTo>
                <a:lnTo>
                  <a:pt x="4295" y="1518"/>
                </a:lnTo>
                <a:lnTo>
                  <a:pt x="4294" y="1518"/>
                </a:lnTo>
                <a:lnTo>
                  <a:pt x="4293" y="1518"/>
                </a:lnTo>
                <a:lnTo>
                  <a:pt x="4293" y="1517"/>
                </a:lnTo>
                <a:lnTo>
                  <a:pt x="4293" y="1516"/>
                </a:lnTo>
                <a:lnTo>
                  <a:pt x="4293" y="1515"/>
                </a:lnTo>
                <a:lnTo>
                  <a:pt x="4293" y="1514"/>
                </a:lnTo>
                <a:lnTo>
                  <a:pt x="4292" y="1514"/>
                </a:lnTo>
                <a:lnTo>
                  <a:pt x="4292" y="1513"/>
                </a:lnTo>
                <a:lnTo>
                  <a:pt x="4291" y="1513"/>
                </a:lnTo>
                <a:lnTo>
                  <a:pt x="4291" y="1512"/>
                </a:lnTo>
                <a:lnTo>
                  <a:pt x="4292" y="1512"/>
                </a:lnTo>
                <a:lnTo>
                  <a:pt x="4293" y="1512"/>
                </a:lnTo>
                <a:lnTo>
                  <a:pt x="4294" y="1512"/>
                </a:lnTo>
                <a:lnTo>
                  <a:pt x="4294" y="1511"/>
                </a:lnTo>
                <a:lnTo>
                  <a:pt x="4293" y="1511"/>
                </a:lnTo>
                <a:lnTo>
                  <a:pt x="4293" y="1510"/>
                </a:lnTo>
                <a:lnTo>
                  <a:pt x="4293" y="1509"/>
                </a:lnTo>
                <a:lnTo>
                  <a:pt x="4294" y="1510"/>
                </a:lnTo>
                <a:lnTo>
                  <a:pt x="4294" y="1509"/>
                </a:lnTo>
                <a:lnTo>
                  <a:pt x="4293" y="1509"/>
                </a:lnTo>
                <a:lnTo>
                  <a:pt x="4292" y="1509"/>
                </a:lnTo>
                <a:lnTo>
                  <a:pt x="4291" y="1508"/>
                </a:lnTo>
                <a:lnTo>
                  <a:pt x="4291" y="1506"/>
                </a:lnTo>
                <a:lnTo>
                  <a:pt x="4291" y="1505"/>
                </a:lnTo>
                <a:lnTo>
                  <a:pt x="4291" y="1504"/>
                </a:lnTo>
                <a:lnTo>
                  <a:pt x="4292" y="1503"/>
                </a:lnTo>
                <a:lnTo>
                  <a:pt x="4293" y="1503"/>
                </a:lnTo>
                <a:lnTo>
                  <a:pt x="4292" y="1503"/>
                </a:lnTo>
                <a:lnTo>
                  <a:pt x="4292" y="1502"/>
                </a:lnTo>
                <a:lnTo>
                  <a:pt x="4292" y="1501"/>
                </a:lnTo>
                <a:lnTo>
                  <a:pt x="4291" y="1501"/>
                </a:lnTo>
                <a:lnTo>
                  <a:pt x="4290" y="1501"/>
                </a:lnTo>
                <a:lnTo>
                  <a:pt x="4289" y="1501"/>
                </a:lnTo>
                <a:lnTo>
                  <a:pt x="4289" y="1500"/>
                </a:lnTo>
                <a:lnTo>
                  <a:pt x="4289" y="1499"/>
                </a:lnTo>
                <a:lnTo>
                  <a:pt x="4289" y="1498"/>
                </a:lnTo>
                <a:lnTo>
                  <a:pt x="4290" y="1498"/>
                </a:lnTo>
                <a:lnTo>
                  <a:pt x="4290" y="1497"/>
                </a:lnTo>
                <a:lnTo>
                  <a:pt x="4291" y="1497"/>
                </a:lnTo>
                <a:lnTo>
                  <a:pt x="4291" y="1496"/>
                </a:lnTo>
                <a:lnTo>
                  <a:pt x="4292" y="1496"/>
                </a:lnTo>
                <a:lnTo>
                  <a:pt x="4292" y="1495"/>
                </a:lnTo>
                <a:lnTo>
                  <a:pt x="4294" y="1495"/>
                </a:lnTo>
                <a:lnTo>
                  <a:pt x="4295" y="1495"/>
                </a:lnTo>
                <a:lnTo>
                  <a:pt x="4296" y="1495"/>
                </a:lnTo>
                <a:lnTo>
                  <a:pt x="4297" y="1495"/>
                </a:lnTo>
                <a:lnTo>
                  <a:pt x="4298" y="1495"/>
                </a:lnTo>
                <a:lnTo>
                  <a:pt x="4298" y="1496"/>
                </a:lnTo>
                <a:lnTo>
                  <a:pt x="4299" y="1496"/>
                </a:lnTo>
                <a:lnTo>
                  <a:pt x="4299" y="1497"/>
                </a:lnTo>
                <a:lnTo>
                  <a:pt x="4301" y="1497"/>
                </a:lnTo>
                <a:lnTo>
                  <a:pt x="4302" y="1497"/>
                </a:lnTo>
                <a:lnTo>
                  <a:pt x="4302" y="1496"/>
                </a:lnTo>
                <a:lnTo>
                  <a:pt x="4302" y="1495"/>
                </a:lnTo>
                <a:lnTo>
                  <a:pt x="4303" y="1494"/>
                </a:lnTo>
                <a:lnTo>
                  <a:pt x="4303" y="1495"/>
                </a:lnTo>
                <a:lnTo>
                  <a:pt x="4305" y="1495"/>
                </a:lnTo>
                <a:lnTo>
                  <a:pt x="4305" y="1494"/>
                </a:lnTo>
                <a:lnTo>
                  <a:pt x="4306" y="1494"/>
                </a:lnTo>
                <a:lnTo>
                  <a:pt x="4306" y="1493"/>
                </a:lnTo>
                <a:lnTo>
                  <a:pt x="4308" y="1493"/>
                </a:lnTo>
                <a:lnTo>
                  <a:pt x="4309" y="1493"/>
                </a:lnTo>
                <a:lnTo>
                  <a:pt x="4310" y="1493"/>
                </a:lnTo>
                <a:lnTo>
                  <a:pt x="4311" y="1493"/>
                </a:lnTo>
                <a:lnTo>
                  <a:pt x="4312" y="1492"/>
                </a:lnTo>
                <a:lnTo>
                  <a:pt x="4312" y="1491"/>
                </a:lnTo>
                <a:lnTo>
                  <a:pt x="4312" y="1490"/>
                </a:lnTo>
                <a:lnTo>
                  <a:pt x="4311" y="1490"/>
                </a:lnTo>
                <a:lnTo>
                  <a:pt x="4310" y="1490"/>
                </a:lnTo>
                <a:lnTo>
                  <a:pt x="4310" y="1489"/>
                </a:lnTo>
                <a:lnTo>
                  <a:pt x="4311" y="1488"/>
                </a:lnTo>
                <a:lnTo>
                  <a:pt x="4311" y="1487"/>
                </a:lnTo>
                <a:lnTo>
                  <a:pt x="4312" y="1487"/>
                </a:lnTo>
                <a:lnTo>
                  <a:pt x="4312" y="1486"/>
                </a:lnTo>
                <a:lnTo>
                  <a:pt x="4312" y="1485"/>
                </a:lnTo>
                <a:lnTo>
                  <a:pt x="4313" y="1485"/>
                </a:lnTo>
                <a:lnTo>
                  <a:pt x="4313" y="1486"/>
                </a:lnTo>
                <a:lnTo>
                  <a:pt x="4314" y="1486"/>
                </a:lnTo>
                <a:lnTo>
                  <a:pt x="4314" y="1485"/>
                </a:lnTo>
                <a:lnTo>
                  <a:pt x="4314" y="1484"/>
                </a:lnTo>
                <a:lnTo>
                  <a:pt x="4315" y="1484"/>
                </a:lnTo>
                <a:lnTo>
                  <a:pt x="4315" y="1485"/>
                </a:lnTo>
                <a:lnTo>
                  <a:pt x="4316" y="1485"/>
                </a:lnTo>
                <a:lnTo>
                  <a:pt x="4317" y="1485"/>
                </a:lnTo>
                <a:lnTo>
                  <a:pt x="4317" y="1486"/>
                </a:lnTo>
                <a:lnTo>
                  <a:pt x="4318" y="1486"/>
                </a:lnTo>
                <a:lnTo>
                  <a:pt x="4318" y="1487"/>
                </a:lnTo>
                <a:lnTo>
                  <a:pt x="4320" y="1487"/>
                </a:lnTo>
                <a:lnTo>
                  <a:pt x="4320" y="1488"/>
                </a:lnTo>
                <a:lnTo>
                  <a:pt x="4320" y="1487"/>
                </a:lnTo>
                <a:lnTo>
                  <a:pt x="4321" y="1487"/>
                </a:lnTo>
                <a:lnTo>
                  <a:pt x="4322" y="1487"/>
                </a:lnTo>
                <a:lnTo>
                  <a:pt x="4323" y="1487"/>
                </a:lnTo>
                <a:lnTo>
                  <a:pt x="4323" y="1488"/>
                </a:lnTo>
                <a:lnTo>
                  <a:pt x="4324" y="1488"/>
                </a:lnTo>
                <a:lnTo>
                  <a:pt x="4325" y="1488"/>
                </a:lnTo>
                <a:lnTo>
                  <a:pt x="4325" y="1487"/>
                </a:lnTo>
                <a:lnTo>
                  <a:pt x="4326" y="1487"/>
                </a:lnTo>
                <a:lnTo>
                  <a:pt x="4327" y="1487"/>
                </a:lnTo>
                <a:lnTo>
                  <a:pt x="4327" y="1486"/>
                </a:lnTo>
                <a:lnTo>
                  <a:pt x="4328" y="1486"/>
                </a:lnTo>
                <a:lnTo>
                  <a:pt x="4328" y="1485"/>
                </a:lnTo>
                <a:lnTo>
                  <a:pt x="4329" y="1485"/>
                </a:lnTo>
                <a:lnTo>
                  <a:pt x="4330" y="1484"/>
                </a:lnTo>
                <a:lnTo>
                  <a:pt x="4331" y="1484"/>
                </a:lnTo>
                <a:lnTo>
                  <a:pt x="4332" y="1484"/>
                </a:lnTo>
                <a:lnTo>
                  <a:pt x="4333" y="1483"/>
                </a:lnTo>
                <a:lnTo>
                  <a:pt x="4334" y="1483"/>
                </a:lnTo>
                <a:lnTo>
                  <a:pt x="4335" y="1483"/>
                </a:lnTo>
                <a:lnTo>
                  <a:pt x="4336" y="1483"/>
                </a:lnTo>
                <a:lnTo>
                  <a:pt x="4336" y="1482"/>
                </a:lnTo>
                <a:lnTo>
                  <a:pt x="4337" y="1482"/>
                </a:lnTo>
                <a:lnTo>
                  <a:pt x="4339" y="1482"/>
                </a:lnTo>
                <a:lnTo>
                  <a:pt x="4338" y="1481"/>
                </a:lnTo>
                <a:lnTo>
                  <a:pt x="4339" y="1481"/>
                </a:lnTo>
                <a:lnTo>
                  <a:pt x="4340" y="1481"/>
                </a:lnTo>
                <a:lnTo>
                  <a:pt x="4340" y="1480"/>
                </a:lnTo>
                <a:lnTo>
                  <a:pt x="4341" y="1481"/>
                </a:lnTo>
                <a:lnTo>
                  <a:pt x="4342" y="1480"/>
                </a:lnTo>
                <a:lnTo>
                  <a:pt x="4342" y="1479"/>
                </a:lnTo>
                <a:lnTo>
                  <a:pt x="4343" y="1479"/>
                </a:lnTo>
                <a:lnTo>
                  <a:pt x="4343" y="1478"/>
                </a:lnTo>
                <a:lnTo>
                  <a:pt x="4343" y="1477"/>
                </a:lnTo>
                <a:lnTo>
                  <a:pt x="4342" y="1477"/>
                </a:lnTo>
                <a:lnTo>
                  <a:pt x="4342" y="1476"/>
                </a:lnTo>
                <a:lnTo>
                  <a:pt x="4343" y="1476"/>
                </a:lnTo>
                <a:lnTo>
                  <a:pt x="4342" y="1476"/>
                </a:lnTo>
                <a:lnTo>
                  <a:pt x="4342" y="1475"/>
                </a:lnTo>
                <a:lnTo>
                  <a:pt x="4341" y="1475"/>
                </a:lnTo>
                <a:lnTo>
                  <a:pt x="4340" y="1475"/>
                </a:lnTo>
                <a:lnTo>
                  <a:pt x="4340" y="1474"/>
                </a:lnTo>
                <a:lnTo>
                  <a:pt x="4339" y="1473"/>
                </a:lnTo>
                <a:lnTo>
                  <a:pt x="4338" y="1473"/>
                </a:lnTo>
                <a:lnTo>
                  <a:pt x="4337" y="1472"/>
                </a:lnTo>
                <a:lnTo>
                  <a:pt x="4335" y="1473"/>
                </a:lnTo>
                <a:lnTo>
                  <a:pt x="4335" y="1472"/>
                </a:lnTo>
                <a:lnTo>
                  <a:pt x="4335" y="1471"/>
                </a:lnTo>
                <a:lnTo>
                  <a:pt x="4335" y="1470"/>
                </a:lnTo>
                <a:lnTo>
                  <a:pt x="4334" y="1471"/>
                </a:lnTo>
                <a:lnTo>
                  <a:pt x="4334" y="1470"/>
                </a:lnTo>
                <a:lnTo>
                  <a:pt x="4334" y="1469"/>
                </a:lnTo>
                <a:lnTo>
                  <a:pt x="4335" y="1469"/>
                </a:lnTo>
                <a:lnTo>
                  <a:pt x="4336" y="1469"/>
                </a:lnTo>
                <a:lnTo>
                  <a:pt x="4336" y="1468"/>
                </a:lnTo>
                <a:lnTo>
                  <a:pt x="4335" y="1468"/>
                </a:lnTo>
                <a:lnTo>
                  <a:pt x="4334" y="1468"/>
                </a:lnTo>
                <a:lnTo>
                  <a:pt x="4334" y="1467"/>
                </a:lnTo>
                <a:lnTo>
                  <a:pt x="4335" y="1467"/>
                </a:lnTo>
                <a:lnTo>
                  <a:pt x="4336" y="1467"/>
                </a:lnTo>
                <a:lnTo>
                  <a:pt x="4337" y="1467"/>
                </a:lnTo>
                <a:lnTo>
                  <a:pt x="4338" y="1467"/>
                </a:lnTo>
                <a:lnTo>
                  <a:pt x="4338" y="1466"/>
                </a:lnTo>
                <a:lnTo>
                  <a:pt x="4339" y="1466"/>
                </a:lnTo>
                <a:lnTo>
                  <a:pt x="4339" y="1465"/>
                </a:lnTo>
                <a:lnTo>
                  <a:pt x="4337" y="1465"/>
                </a:lnTo>
                <a:lnTo>
                  <a:pt x="4337" y="1464"/>
                </a:lnTo>
                <a:lnTo>
                  <a:pt x="4336" y="1464"/>
                </a:lnTo>
                <a:lnTo>
                  <a:pt x="4336" y="1463"/>
                </a:lnTo>
                <a:lnTo>
                  <a:pt x="4335" y="1463"/>
                </a:lnTo>
                <a:lnTo>
                  <a:pt x="4335" y="1464"/>
                </a:lnTo>
                <a:lnTo>
                  <a:pt x="4334" y="1463"/>
                </a:lnTo>
                <a:lnTo>
                  <a:pt x="4334" y="1462"/>
                </a:lnTo>
                <a:lnTo>
                  <a:pt x="4335" y="1462"/>
                </a:lnTo>
                <a:lnTo>
                  <a:pt x="4336" y="1462"/>
                </a:lnTo>
                <a:lnTo>
                  <a:pt x="4337" y="1462"/>
                </a:lnTo>
                <a:lnTo>
                  <a:pt x="4337" y="1461"/>
                </a:lnTo>
                <a:lnTo>
                  <a:pt x="4338" y="1461"/>
                </a:lnTo>
                <a:lnTo>
                  <a:pt x="4339" y="1462"/>
                </a:lnTo>
                <a:lnTo>
                  <a:pt x="4340" y="1462"/>
                </a:lnTo>
                <a:lnTo>
                  <a:pt x="4341" y="1462"/>
                </a:lnTo>
                <a:lnTo>
                  <a:pt x="4342" y="1462"/>
                </a:lnTo>
                <a:lnTo>
                  <a:pt x="4343" y="1461"/>
                </a:lnTo>
                <a:lnTo>
                  <a:pt x="4343" y="1460"/>
                </a:lnTo>
                <a:lnTo>
                  <a:pt x="4342" y="1459"/>
                </a:lnTo>
                <a:lnTo>
                  <a:pt x="4341" y="1458"/>
                </a:lnTo>
                <a:lnTo>
                  <a:pt x="4342" y="1458"/>
                </a:lnTo>
                <a:lnTo>
                  <a:pt x="4343" y="1458"/>
                </a:lnTo>
                <a:lnTo>
                  <a:pt x="4344" y="1458"/>
                </a:lnTo>
                <a:lnTo>
                  <a:pt x="4345" y="1458"/>
                </a:lnTo>
                <a:lnTo>
                  <a:pt x="4346" y="1459"/>
                </a:lnTo>
                <a:lnTo>
                  <a:pt x="4347" y="1459"/>
                </a:lnTo>
                <a:lnTo>
                  <a:pt x="4347" y="1458"/>
                </a:lnTo>
                <a:lnTo>
                  <a:pt x="4347" y="1457"/>
                </a:lnTo>
                <a:lnTo>
                  <a:pt x="4346" y="1457"/>
                </a:lnTo>
                <a:lnTo>
                  <a:pt x="4346" y="1456"/>
                </a:lnTo>
                <a:lnTo>
                  <a:pt x="4345" y="1455"/>
                </a:lnTo>
                <a:lnTo>
                  <a:pt x="4346" y="1454"/>
                </a:lnTo>
                <a:lnTo>
                  <a:pt x="4347" y="1454"/>
                </a:lnTo>
                <a:lnTo>
                  <a:pt x="4347" y="1453"/>
                </a:lnTo>
                <a:lnTo>
                  <a:pt x="4346" y="1453"/>
                </a:lnTo>
                <a:lnTo>
                  <a:pt x="4347" y="1452"/>
                </a:lnTo>
                <a:lnTo>
                  <a:pt x="4347" y="1451"/>
                </a:lnTo>
                <a:lnTo>
                  <a:pt x="4348" y="1451"/>
                </a:lnTo>
                <a:lnTo>
                  <a:pt x="4349" y="1451"/>
                </a:lnTo>
                <a:lnTo>
                  <a:pt x="4351" y="1452"/>
                </a:lnTo>
                <a:lnTo>
                  <a:pt x="4354" y="1452"/>
                </a:lnTo>
                <a:lnTo>
                  <a:pt x="4355" y="1452"/>
                </a:lnTo>
                <a:lnTo>
                  <a:pt x="4356" y="1452"/>
                </a:lnTo>
                <a:lnTo>
                  <a:pt x="4357" y="1452"/>
                </a:lnTo>
                <a:lnTo>
                  <a:pt x="4358" y="1452"/>
                </a:lnTo>
                <a:lnTo>
                  <a:pt x="4359" y="1451"/>
                </a:lnTo>
                <a:lnTo>
                  <a:pt x="4361" y="1450"/>
                </a:lnTo>
                <a:lnTo>
                  <a:pt x="4362" y="1450"/>
                </a:lnTo>
                <a:lnTo>
                  <a:pt x="4362" y="1449"/>
                </a:lnTo>
                <a:lnTo>
                  <a:pt x="4362" y="1450"/>
                </a:lnTo>
                <a:lnTo>
                  <a:pt x="4363" y="1450"/>
                </a:lnTo>
                <a:lnTo>
                  <a:pt x="4363" y="1449"/>
                </a:lnTo>
                <a:lnTo>
                  <a:pt x="4364" y="1449"/>
                </a:lnTo>
                <a:lnTo>
                  <a:pt x="4365" y="1449"/>
                </a:lnTo>
                <a:lnTo>
                  <a:pt x="4364" y="1449"/>
                </a:lnTo>
                <a:lnTo>
                  <a:pt x="4363" y="1449"/>
                </a:lnTo>
                <a:lnTo>
                  <a:pt x="4361" y="1449"/>
                </a:lnTo>
                <a:lnTo>
                  <a:pt x="4360" y="1449"/>
                </a:lnTo>
                <a:lnTo>
                  <a:pt x="4359" y="1449"/>
                </a:lnTo>
                <a:lnTo>
                  <a:pt x="4358" y="1450"/>
                </a:lnTo>
                <a:lnTo>
                  <a:pt x="4356" y="1450"/>
                </a:lnTo>
                <a:lnTo>
                  <a:pt x="4355" y="1451"/>
                </a:lnTo>
                <a:lnTo>
                  <a:pt x="4354" y="1451"/>
                </a:lnTo>
                <a:lnTo>
                  <a:pt x="4352" y="1451"/>
                </a:lnTo>
                <a:lnTo>
                  <a:pt x="4351" y="1451"/>
                </a:lnTo>
                <a:lnTo>
                  <a:pt x="4349" y="1451"/>
                </a:lnTo>
                <a:lnTo>
                  <a:pt x="4349" y="1450"/>
                </a:lnTo>
                <a:lnTo>
                  <a:pt x="4348" y="1450"/>
                </a:lnTo>
                <a:lnTo>
                  <a:pt x="4347" y="1450"/>
                </a:lnTo>
                <a:lnTo>
                  <a:pt x="4346" y="1449"/>
                </a:lnTo>
                <a:lnTo>
                  <a:pt x="4345" y="1448"/>
                </a:lnTo>
                <a:lnTo>
                  <a:pt x="4345" y="1449"/>
                </a:lnTo>
                <a:lnTo>
                  <a:pt x="4344" y="1450"/>
                </a:lnTo>
                <a:lnTo>
                  <a:pt x="4345" y="1450"/>
                </a:lnTo>
                <a:lnTo>
                  <a:pt x="4345" y="1451"/>
                </a:lnTo>
                <a:lnTo>
                  <a:pt x="4345" y="1452"/>
                </a:lnTo>
                <a:lnTo>
                  <a:pt x="4345" y="1453"/>
                </a:lnTo>
                <a:lnTo>
                  <a:pt x="4344" y="1453"/>
                </a:lnTo>
                <a:lnTo>
                  <a:pt x="4343" y="1453"/>
                </a:lnTo>
                <a:lnTo>
                  <a:pt x="4343" y="1454"/>
                </a:lnTo>
                <a:lnTo>
                  <a:pt x="4342" y="1454"/>
                </a:lnTo>
                <a:lnTo>
                  <a:pt x="4341" y="1454"/>
                </a:lnTo>
                <a:lnTo>
                  <a:pt x="4340" y="1455"/>
                </a:lnTo>
                <a:lnTo>
                  <a:pt x="4339" y="1455"/>
                </a:lnTo>
                <a:lnTo>
                  <a:pt x="4338" y="1455"/>
                </a:lnTo>
                <a:lnTo>
                  <a:pt x="4338" y="1456"/>
                </a:lnTo>
                <a:lnTo>
                  <a:pt x="4337" y="1456"/>
                </a:lnTo>
                <a:lnTo>
                  <a:pt x="4334" y="1456"/>
                </a:lnTo>
                <a:lnTo>
                  <a:pt x="4333" y="1457"/>
                </a:lnTo>
                <a:lnTo>
                  <a:pt x="4332" y="1457"/>
                </a:lnTo>
                <a:lnTo>
                  <a:pt x="4332" y="1456"/>
                </a:lnTo>
                <a:lnTo>
                  <a:pt x="4331" y="1457"/>
                </a:lnTo>
                <a:lnTo>
                  <a:pt x="4331" y="1458"/>
                </a:lnTo>
                <a:lnTo>
                  <a:pt x="4330" y="1457"/>
                </a:lnTo>
                <a:lnTo>
                  <a:pt x="4330" y="1456"/>
                </a:lnTo>
                <a:lnTo>
                  <a:pt x="4329" y="1456"/>
                </a:lnTo>
                <a:lnTo>
                  <a:pt x="4328" y="1456"/>
                </a:lnTo>
                <a:lnTo>
                  <a:pt x="4328" y="1457"/>
                </a:lnTo>
                <a:lnTo>
                  <a:pt x="4328" y="1459"/>
                </a:lnTo>
                <a:lnTo>
                  <a:pt x="4327" y="1459"/>
                </a:lnTo>
                <a:lnTo>
                  <a:pt x="4326" y="1461"/>
                </a:lnTo>
                <a:lnTo>
                  <a:pt x="4326" y="1459"/>
                </a:lnTo>
                <a:lnTo>
                  <a:pt x="4323" y="1459"/>
                </a:lnTo>
                <a:lnTo>
                  <a:pt x="4324" y="1458"/>
                </a:lnTo>
                <a:lnTo>
                  <a:pt x="4324" y="1457"/>
                </a:lnTo>
                <a:lnTo>
                  <a:pt x="4324" y="1456"/>
                </a:lnTo>
                <a:lnTo>
                  <a:pt x="4324" y="1455"/>
                </a:lnTo>
                <a:lnTo>
                  <a:pt x="4323" y="1455"/>
                </a:lnTo>
                <a:lnTo>
                  <a:pt x="4322" y="1455"/>
                </a:lnTo>
                <a:lnTo>
                  <a:pt x="4321" y="1455"/>
                </a:lnTo>
                <a:lnTo>
                  <a:pt x="4321" y="1454"/>
                </a:lnTo>
                <a:lnTo>
                  <a:pt x="4322" y="1453"/>
                </a:lnTo>
                <a:lnTo>
                  <a:pt x="4323" y="1451"/>
                </a:lnTo>
                <a:lnTo>
                  <a:pt x="4323" y="1449"/>
                </a:lnTo>
                <a:lnTo>
                  <a:pt x="4324" y="1449"/>
                </a:lnTo>
                <a:lnTo>
                  <a:pt x="4324" y="1448"/>
                </a:lnTo>
                <a:lnTo>
                  <a:pt x="4323" y="1448"/>
                </a:lnTo>
                <a:lnTo>
                  <a:pt x="4323" y="1449"/>
                </a:lnTo>
                <a:lnTo>
                  <a:pt x="4323" y="1448"/>
                </a:lnTo>
                <a:lnTo>
                  <a:pt x="4322" y="1448"/>
                </a:lnTo>
                <a:lnTo>
                  <a:pt x="4322" y="1447"/>
                </a:lnTo>
                <a:lnTo>
                  <a:pt x="4321" y="1447"/>
                </a:lnTo>
                <a:lnTo>
                  <a:pt x="4321" y="1446"/>
                </a:lnTo>
                <a:lnTo>
                  <a:pt x="4321" y="1447"/>
                </a:lnTo>
                <a:lnTo>
                  <a:pt x="4321" y="1448"/>
                </a:lnTo>
                <a:lnTo>
                  <a:pt x="4321" y="1449"/>
                </a:lnTo>
                <a:lnTo>
                  <a:pt x="4321" y="1450"/>
                </a:lnTo>
                <a:lnTo>
                  <a:pt x="4320" y="1450"/>
                </a:lnTo>
                <a:lnTo>
                  <a:pt x="4320" y="1451"/>
                </a:lnTo>
                <a:lnTo>
                  <a:pt x="4319" y="1451"/>
                </a:lnTo>
                <a:lnTo>
                  <a:pt x="4319" y="1452"/>
                </a:lnTo>
                <a:lnTo>
                  <a:pt x="4318" y="1452"/>
                </a:lnTo>
                <a:lnTo>
                  <a:pt x="4317" y="1453"/>
                </a:lnTo>
                <a:lnTo>
                  <a:pt x="4316" y="1453"/>
                </a:lnTo>
                <a:lnTo>
                  <a:pt x="4316" y="1452"/>
                </a:lnTo>
                <a:lnTo>
                  <a:pt x="4315" y="1452"/>
                </a:lnTo>
                <a:lnTo>
                  <a:pt x="4314" y="1452"/>
                </a:lnTo>
                <a:lnTo>
                  <a:pt x="4314" y="1451"/>
                </a:lnTo>
                <a:lnTo>
                  <a:pt x="4313" y="1451"/>
                </a:lnTo>
                <a:lnTo>
                  <a:pt x="4312" y="1451"/>
                </a:lnTo>
                <a:lnTo>
                  <a:pt x="4311" y="1451"/>
                </a:lnTo>
                <a:lnTo>
                  <a:pt x="4311" y="1452"/>
                </a:lnTo>
                <a:lnTo>
                  <a:pt x="4310" y="1451"/>
                </a:lnTo>
                <a:lnTo>
                  <a:pt x="4310" y="1450"/>
                </a:lnTo>
                <a:lnTo>
                  <a:pt x="4310" y="1449"/>
                </a:lnTo>
                <a:lnTo>
                  <a:pt x="4310" y="1450"/>
                </a:lnTo>
                <a:lnTo>
                  <a:pt x="4311" y="1448"/>
                </a:lnTo>
                <a:lnTo>
                  <a:pt x="4312" y="1448"/>
                </a:lnTo>
                <a:lnTo>
                  <a:pt x="4312" y="1447"/>
                </a:lnTo>
                <a:lnTo>
                  <a:pt x="4313" y="1448"/>
                </a:lnTo>
                <a:lnTo>
                  <a:pt x="4313" y="1447"/>
                </a:lnTo>
                <a:lnTo>
                  <a:pt x="4314" y="1446"/>
                </a:lnTo>
                <a:lnTo>
                  <a:pt x="4314" y="1444"/>
                </a:lnTo>
                <a:lnTo>
                  <a:pt x="4313" y="1444"/>
                </a:lnTo>
                <a:lnTo>
                  <a:pt x="4312" y="1445"/>
                </a:lnTo>
                <a:lnTo>
                  <a:pt x="4311" y="1446"/>
                </a:lnTo>
                <a:lnTo>
                  <a:pt x="4310" y="1446"/>
                </a:lnTo>
                <a:lnTo>
                  <a:pt x="4312" y="1447"/>
                </a:lnTo>
                <a:lnTo>
                  <a:pt x="4310" y="1448"/>
                </a:lnTo>
                <a:lnTo>
                  <a:pt x="4310" y="1449"/>
                </a:lnTo>
                <a:lnTo>
                  <a:pt x="4309" y="1449"/>
                </a:lnTo>
                <a:lnTo>
                  <a:pt x="4308" y="1449"/>
                </a:lnTo>
                <a:lnTo>
                  <a:pt x="4308" y="1448"/>
                </a:lnTo>
                <a:lnTo>
                  <a:pt x="4307" y="1449"/>
                </a:lnTo>
                <a:lnTo>
                  <a:pt x="4307" y="1450"/>
                </a:lnTo>
                <a:lnTo>
                  <a:pt x="4306" y="1451"/>
                </a:lnTo>
                <a:lnTo>
                  <a:pt x="4305" y="1451"/>
                </a:lnTo>
                <a:lnTo>
                  <a:pt x="4304" y="1451"/>
                </a:lnTo>
                <a:lnTo>
                  <a:pt x="4304" y="1450"/>
                </a:lnTo>
                <a:lnTo>
                  <a:pt x="4303" y="1450"/>
                </a:lnTo>
                <a:lnTo>
                  <a:pt x="4304" y="1449"/>
                </a:lnTo>
                <a:lnTo>
                  <a:pt x="4305" y="1449"/>
                </a:lnTo>
                <a:lnTo>
                  <a:pt x="4305" y="1448"/>
                </a:lnTo>
                <a:lnTo>
                  <a:pt x="4305" y="1447"/>
                </a:lnTo>
                <a:lnTo>
                  <a:pt x="4306" y="1447"/>
                </a:lnTo>
                <a:lnTo>
                  <a:pt x="4306" y="1446"/>
                </a:lnTo>
                <a:lnTo>
                  <a:pt x="4305" y="1446"/>
                </a:lnTo>
                <a:lnTo>
                  <a:pt x="4305" y="1445"/>
                </a:lnTo>
                <a:lnTo>
                  <a:pt x="4306" y="1444"/>
                </a:lnTo>
                <a:lnTo>
                  <a:pt x="4306" y="1443"/>
                </a:lnTo>
                <a:lnTo>
                  <a:pt x="4306" y="1442"/>
                </a:lnTo>
                <a:lnTo>
                  <a:pt x="4308" y="1441"/>
                </a:lnTo>
                <a:lnTo>
                  <a:pt x="4309" y="1441"/>
                </a:lnTo>
                <a:lnTo>
                  <a:pt x="4310" y="1441"/>
                </a:lnTo>
                <a:lnTo>
                  <a:pt x="4310" y="1440"/>
                </a:lnTo>
                <a:lnTo>
                  <a:pt x="4311" y="1440"/>
                </a:lnTo>
                <a:lnTo>
                  <a:pt x="4312" y="1440"/>
                </a:lnTo>
                <a:lnTo>
                  <a:pt x="4312" y="1439"/>
                </a:lnTo>
                <a:lnTo>
                  <a:pt x="4313" y="1439"/>
                </a:lnTo>
                <a:lnTo>
                  <a:pt x="4313" y="1438"/>
                </a:lnTo>
                <a:lnTo>
                  <a:pt x="4314" y="1438"/>
                </a:lnTo>
                <a:lnTo>
                  <a:pt x="4315" y="1438"/>
                </a:lnTo>
                <a:lnTo>
                  <a:pt x="4316" y="1439"/>
                </a:lnTo>
                <a:lnTo>
                  <a:pt x="4316" y="1440"/>
                </a:lnTo>
                <a:lnTo>
                  <a:pt x="4317" y="1440"/>
                </a:lnTo>
                <a:lnTo>
                  <a:pt x="4318" y="1440"/>
                </a:lnTo>
                <a:lnTo>
                  <a:pt x="4318" y="1439"/>
                </a:lnTo>
                <a:lnTo>
                  <a:pt x="4319" y="1439"/>
                </a:lnTo>
                <a:lnTo>
                  <a:pt x="4320" y="1438"/>
                </a:lnTo>
                <a:lnTo>
                  <a:pt x="4321" y="1438"/>
                </a:lnTo>
                <a:lnTo>
                  <a:pt x="4321" y="1437"/>
                </a:lnTo>
                <a:lnTo>
                  <a:pt x="4322" y="1437"/>
                </a:lnTo>
                <a:lnTo>
                  <a:pt x="4323" y="1437"/>
                </a:lnTo>
                <a:lnTo>
                  <a:pt x="4324" y="1436"/>
                </a:lnTo>
                <a:lnTo>
                  <a:pt x="4323" y="1436"/>
                </a:lnTo>
                <a:lnTo>
                  <a:pt x="4322" y="1436"/>
                </a:lnTo>
                <a:lnTo>
                  <a:pt x="4322" y="1437"/>
                </a:lnTo>
                <a:lnTo>
                  <a:pt x="4321" y="1437"/>
                </a:lnTo>
                <a:lnTo>
                  <a:pt x="4320" y="1438"/>
                </a:lnTo>
                <a:lnTo>
                  <a:pt x="4319" y="1438"/>
                </a:lnTo>
                <a:lnTo>
                  <a:pt x="4318" y="1438"/>
                </a:lnTo>
                <a:lnTo>
                  <a:pt x="4318" y="1439"/>
                </a:lnTo>
                <a:lnTo>
                  <a:pt x="4317" y="1438"/>
                </a:lnTo>
                <a:lnTo>
                  <a:pt x="4316" y="1437"/>
                </a:lnTo>
                <a:lnTo>
                  <a:pt x="4314" y="1436"/>
                </a:lnTo>
                <a:lnTo>
                  <a:pt x="4313" y="1436"/>
                </a:lnTo>
                <a:lnTo>
                  <a:pt x="4313" y="1437"/>
                </a:lnTo>
                <a:lnTo>
                  <a:pt x="4312" y="1437"/>
                </a:lnTo>
                <a:lnTo>
                  <a:pt x="4311" y="1437"/>
                </a:lnTo>
                <a:lnTo>
                  <a:pt x="4310" y="1438"/>
                </a:lnTo>
                <a:lnTo>
                  <a:pt x="4310" y="1439"/>
                </a:lnTo>
                <a:lnTo>
                  <a:pt x="4309" y="1439"/>
                </a:lnTo>
                <a:lnTo>
                  <a:pt x="4309" y="1440"/>
                </a:lnTo>
                <a:lnTo>
                  <a:pt x="4308" y="1440"/>
                </a:lnTo>
                <a:lnTo>
                  <a:pt x="4308" y="1438"/>
                </a:lnTo>
                <a:lnTo>
                  <a:pt x="4307" y="1438"/>
                </a:lnTo>
                <a:lnTo>
                  <a:pt x="4307" y="1437"/>
                </a:lnTo>
                <a:lnTo>
                  <a:pt x="4306" y="1437"/>
                </a:lnTo>
                <a:lnTo>
                  <a:pt x="4306" y="1438"/>
                </a:lnTo>
                <a:lnTo>
                  <a:pt x="4306" y="1439"/>
                </a:lnTo>
                <a:lnTo>
                  <a:pt x="4305" y="1439"/>
                </a:lnTo>
                <a:lnTo>
                  <a:pt x="4305" y="1440"/>
                </a:lnTo>
                <a:lnTo>
                  <a:pt x="4302" y="1440"/>
                </a:lnTo>
                <a:lnTo>
                  <a:pt x="4301" y="1437"/>
                </a:lnTo>
                <a:lnTo>
                  <a:pt x="4301" y="1436"/>
                </a:lnTo>
                <a:lnTo>
                  <a:pt x="4302" y="1436"/>
                </a:lnTo>
                <a:lnTo>
                  <a:pt x="4302" y="1435"/>
                </a:lnTo>
                <a:lnTo>
                  <a:pt x="4302" y="1434"/>
                </a:lnTo>
                <a:lnTo>
                  <a:pt x="4302" y="1433"/>
                </a:lnTo>
                <a:lnTo>
                  <a:pt x="4304" y="1432"/>
                </a:lnTo>
                <a:lnTo>
                  <a:pt x="4304" y="1431"/>
                </a:lnTo>
                <a:lnTo>
                  <a:pt x="4306" y="1431"/>
                </a:lnTo>
                <a:lnTo>
                  <a:pt x="4307" y="1431"/>
                </a:lnTo>
                <a:lnTo>
                  <a:pt x="4308" y="1430"/>
                </a:lnTo>
                <a:lnTo>
                  <a:pt x="4308" y="1429"/>
                </a:lnTo>
                <a:lnTo>
                  <a:pt x="4308" y="1428"/>
                </a:lnTo>
                <a:lnTo>
                  <a:pt x="4309" y="1429"/>
                </a:lnTo>
                <a:lnTo>
                  <a:pt x="4310" y="1429"/>
                </a:lnTo>
                <a:lnTo>
                  <a:pt x="4312" y="1428"/>
                </a:lnTo>
                <a:lnTo>
                  <a:pt x="4313" y="1428"/>
                </a:lnTo>
                <a:lnTo>
                  <a:pt x="4314" y="1428"/>
                </a:lnTo>
                <a:lnTo>
                  <a:pt x="4316" y="1428"/>
                </a:lnTo>
                <a:lnTo>
                  <a:pt x="4317" y="1428"/>
                </a:lnTo>
                <a:lnTo>
                  <a:pt x="4318" y="1428"/>
                </a:lnTo>
                <a:lnTo>
                  <a:pt x="4319" y="1427"/>
                </a:lnTo>
                <a:lnTo>
                  <a:pt x="4320" y="1427"/>
                </a:lnTo>
                <a:lnTo>
                  <a:pt x="4321" y="1427"/>
                </a:lnTo>
                <a:lnTo>
                  <a:pt x="4322" y="1427"/>
                </a:lnTo>
                <a:lnTo>
                  <a:pt x="4322" y="1426"/>
                </a:lnTo>
                <a:lnTo>
                  <a:pt x="4323" y="1425"/>
                </a:lnTo>
                <a:lnTo>
                  <a:pt x="4323" y="1424"/>
                </a:lnTo>
                <a:lnTo>
                  <a:pt x="4322" y="1424"/>
                </a:lnTo>
                <a:lnTo>
                  <a:pt x="4321" y="1424"/>
                </a:lnTo>
                <a:lnTo>
                  <a:pt x="4322" y="1423"/>
                </a:lnTo>
                <a:lnTo>
                  <a:pt x="4323" y="1423"/>
                </a:lnTo>
                <a:lnTo>
                  <a:pt x="4324" y="1423"/>
                </a:lnTo>
                <a:lnTo>
                  <a:pt x="4325" y="1422"/>
                </a:lnTo>
                <a:lnTo>
                  <a:pt x="4326" y="1422"/>
                </a:lnTo>
                <a:lnTo>
                  <a:pt x="4326" y="1423"/>
                </a:lnTo>
                <a:lnTo>
                  <a:pt x="4327" y="1423"/>
                </a:lnTo>
                <a:lnTo>
                  <a:pt x="4328" y="1424"/>
                </a:lnTo>
                <a:lnTo>
                  <a:pt x="4328" y="1425"/>
                </a:lnTo>
                <a:lnTo>
                  <a:pt x="4329" y="1427"/>
                </a:lnTo>
                <a:lnTo>
                  <a:pt x="4329" y="1428"/>
                </a:lnTo>
                <a:lnTo>
                  <a:pt x="4329" y="1429"/>
                </a:lnTo>
                <a:lnTo>
                  <a:pt x="4330" y="1429"/>
                </a:lnTo>
                <a:lnTo>
                  <a:pt x="4331" y="1429"/>
                </a:lnTo>
                <a:lnTo>
                  <a:pt x="4332" y="1428"/>
                </a:lnTo>
                <a:lnTo>
                  <a:pt x="4331" y="1428"/>
                </a:lnTo>
                <a:lnTo>
                  <a:pt x="4330" y="1428"/>
                </a:lnTo>
                <a:lnTo>
                  <a:pt x="4329" y="1427"/>
                </a:lnTo>
                <a:lnTo>
                  <a:pt x="4329" y="1426"/>
                </a:lnTo>
                <a:lnTo>
                  <a:pt x="4329" y="1425"/>
                </a:lnTo>
                <a:lnTo>
                  <a:pt x="4328" y="1424"/>
                </a:lnTo>
                <a:lnTo>
                  <a:pt x="4327" y="1423"/>
                </a:lnTo>
                <a:lnTo>
                  <a:pt x="4327" y="1422"/>
                </a:lnTo>
                <a:lnTo>
                  <a:pt x="4326" y="1422"/>
                </a:lnTo>
                <a:lnTo>
                  <a:pt x="4326" y="1421"/>
                </a:lnTo>
                <a:lnTo>
                  <a:pt x="4327" y="1421"/>
                </a:lnTo>
                <a:lnTo>
                  <a:pt x="4326" y="1421"/>
                </a:lnTo>
                <a:lnTo>
                  <a:pt x="4326" y="1420"/>
                </a:lnTo>
                <a:lnTo>
                  <a:pt x="4327" y="1419"/>
                </a:lnTo>
                <a:lnTo>
                  <a:pt x="4327" y="1418"/>
                </a:lnTo>
                <a:lnTo>
                  <a:pt x="4326" y="1417"/>
                </a:lnTo>
                <a:lnTo>
                  <a:pt x="4325" y="1417"/>
                </a:lnTo>
                <a:lnTo>
                  <a:pt x="4325" y="1416"/>
                </a:lnTo>
                <a:lnTo>
                  <a:pt x="4324" y="1415"/>
                </a:lnTo>
                <a:lnTo>
                  <a:pt x="4323" y="1414"/>
                </a:lnTo>
                <a:lnTo>
                  <a:pt x="4322" y="1414"/>
                </a:lnTo>
                <a:lnTo>
                  <a:pt x="4322" y="1413"/>
                </a:lnTo>
                <a:lnTo>
                  <a:pt x="4323" y="1413"/>
                </a:lnTo>
                <a:lnTo>
                  <a:pt x="4324" y="1413"/>
                </a:lnTo>
                <a:lnTo>
                  <a:pt x="4325" y="1412"/>
                </a:lnTo>
                <a:lnTo>
                  <a:pt x="4325" y="1411"/>
                </a:lnTo>
                <a:lnTo>
                  <a:pt x="4325" y="1410"/>
                </a:lnTo>
                <a:lnTo>
                  <a:pt x="4325" y="1409"/>
                </a:lnTo>
                <a:lnTo>
                  <a:pt x="4324" y="1409"/>
                </a:lnTo>
                <a:lnTo>
                  <a:pt x="4324" y="1408"/>
                </a:lnTo>
                <a:lnTo>
                  <a:pt x="4324" y="1407"/>
                </a:lnTo>
                <a:lnTo>
                  <a:pt x="4325" y="1407"/>
                </a:lnTo>
                <a:lnTo>
                  <a:pt x="4326" y="1407"/>
                </a:lnTo>
                <a:lnTo>
                  <a:pt x="4326" y="1406"/>
                </a:lnTo>
                <a:lnTo>
                  <a:pt x="4327" y="1406"/>
                </a:lnTo>
                <a:lnTo>
                  <a:pt x="4327" y="1405"/>
                </a:lnTo>
                <a:lnTo>
                  <a:pt x="4328" y="1405"/>
                </a:lnTo>
                <a:lnTo>
                  <a:pt x="4328" y="1404"/>
                </a:lnTo>
                <a:lnTo>
                  <a:pt x="4329" y="1404"/>
                </a:lnTo>
                <a:lnTo>
                  <a:pt x="4329" y="1403"/>
                </a:lnTo>
                <a:lnTo>
                  <a:pt x="4330" y="1402"/>
                </a:lnTo>
                <a:lnTo>
                  <a:pt x="4329" y="1402"/>
                </a:lnTo>
                <a:lnTo>
                  <a:pt x="4329" y="1401"/>
                </a:lnTo>
                <a:lnTo>
                  <a:pt x="4330" y="1401"/>
                </a:lnTo>
                <a:lnTo>
                  <a:pt x="4330" y="1402"/>
                </a:lnTo>
                <a:lnTo>
                  <a:pt x="4331" y="1402"/>
                </a:lnTo>
                <a:lnTo>
                  <a:pt x="4332" y="1402"/>
                </a:lnTo>
                <a:lnTo>
                  <a:pt x="4333" y="1402"/>
                </a:lnTo>
                <a:lnTo>
                  <a:pt x="4334" y="1402"/>
                </a:lnTo>
                <a:lnTo>
                  <a:pt x="4335" y="1402"/>
                </a:lnTo>
                <a:lnTo>
                  <a:pt x="4335" y="1401"/>
                </a:lnTo>
                <a:lnTo>
                  <a:pt x="4336" y="1401"/>
                </a:lnTo>
                <a:lnTo>
                  <a:pt x="4337" y="1400"/>
                </a:lnTo>
                <a:lnTo>
                  <a:pt x="4338" y="1400"/>
                </a:lnTo>
                <a:lnTo>
                  <a:pt x="4338" y="1399"/>
                </a:lnTo>
                <a:lnTo>
                  <a:pt x="4338" y="1398"/>
                </a:lnTo>
                <a:lnTo>
                  <a:pt x="4339" y="1398"/>
                </a:lnTo>
                <a:lnTo>
                  <a:pt x="4340" y="1398"/>
                </a:lnTo>
                <a:lnTo>
                  <a:pt x="4341" y="1398"/>
                </a:lnTo>
                <a:lnTo>
                  <a:pt x="4341" y="1397"/>
                </a:lnTo>
                <a:lnTo>
                  <a:pt x="4342" y="1396"/>
                </a:lnTo>
                <a:lnTo>
                  <a:pt x="4343" y="1396"/>
                </a:lnTo>
                <a:lnTo>
                  <a:pt x="4344" y="1395"/>
                </a:lnTo>
                <a:lnTo>
                  <a:pt x="4344" y="1394"/>
                </a:lnTo>
                <a:lnTo>
                  <a:pt x="4345" y="1394"/>
                </a:lnTo>
                <a:lnTo>
                  <a:pt x="4346" y="1395"/>
                </a:lnTo>
                <a:lnTo>
                  <a:pt x="4346" y="1396"/>
                </a:lnTo>
                <a:lnTo>
                  <a:pt x="4347" y="1396"/>
                </a:lnTo>
                <a:lnTo>
                  <a:pt x="4348" y="1397"/>
                </a:lnTo>
                <a:lnTo>
                  <a:pt x="4348" y="1396"/>
                </a:lnTo>
                <a:lnTo>
                  <a:pt x="4349" y="1395"/>
                </a:lnTo>
                <a:lnTo>
                  <a:pt x="4350" y="1395"/>
                </a:lnTo>
                <a:lnTo>
                  <a:pt x="4351" y="1394"/>
                </a:lnTo>
                <a:lnTo>
                  <a:pt x="4352" y="1394"/>
                </a:lnTo>
                <a:lnTo>
                  <a:pt x="4352" y="1393"/>
                </a:lnTo>
                <a:lnTo>
                  <a:pt x="4352" y="1392"/>
                </a:lnTo>
                <a:lnTo>
                  <a:pt x="4353" y="1392"/>
                </a:lnTo>
                <a:lnTo>
                  <a:pt x="4354" y="1391"/>
                </a:lnTo>
                <a:lnTo>
                  <a:pt x="4355" y="1390"/>
                </a:lnTo>
                <a:lnTo>
                  <a:pt x="4356" y="1390"/>
                </a:lnTo>
                <a:lnTo>
                  <a:pt x="4355" y="1389"/>
                </a:lnTo>
                <a:lnTo>
                  <a:pt x="4355" y="1388"/>
                </a:lnTo>
                <a:lnTo>
                  <a:pt x="4355" y="1387"/>
                </a:lnTo>
                <a:lnTo>
                  <a:pt x="4354" y="1388"/>
                </a:lnTo>
                <a:lnTo>
                  <a:pt x="4353" y="1388"/>
                </a:lnTo>
                <a:lnTo>
                  <a:pt x="4350" y="1389"/>
                </a:lnTo>
                <a:lnTo>
                  <a:pt x="4350" y="1388"/>
                </a:lnTo>
                <a:lnTo>
                  <a:pt x="4352" y="1388"/>
                </a:lnTo>
                <a:lnTo>
                  <a:pt x="4353" y="1388"/>
                </a:lnTo>
                <a:lnTo>
                  <a:pt x="4354" y="1386"/>
                </a:lnTo>
                <a:lnTo>
                  <a:pt x="4355" y="1386"/>
                </a:lnTo>
                <a:lnTo>
                  <a:pt x="4355" y="1385"/>
                </a:lnTo>
                <a:lnTo>
                  <a:pt x="4356" y="1385"/>
                </a:lnTo>
                <a:lnTo>
                  <a:pt x="4355" y="1384"/>
                </a:lnTo>
                <a:lnTo>
                  <a:pt x="4357" y="1384"/>
                </a:lnTo>
                <a:lnTo>
                  <a:pt x="4358" y="1384"/>
                </a:lnTo>
                <a:lnTo>
                  <a:pt x="4359" y="1384"/>
                </a:lnTo>
                <a:lnTo>
                  <a:pt x="4360" y="1384"/>
                </a:lnTo>
                <a:lnTo>
                  <a:pt x="4361" y="1384"/>
                </a:lnTo>
                <a:lnTo>
                  <a:pt x="4361" y="1383"/>
                </a:lnTo>
                <a:lnTo>
                  <a:pt x="4362" y="1382"/>
                </a:lnTo>
                <a:lnTo>
                  <a:pt x="4362" y="1381"/>
                </a:lnTo>
                <a:lnTo>
                  <a:pt x="4363" y="1382"/>
                </a:lnTo>
                <a:lnTo>
                  <a:pt x="4363" y="1381"/>
                </a:lnTo>
                <a:lnTo>
                  <a:pt x="4365" y="1380"/>
                </a:lnTo>
                <a:lnTo>
                  <a:pt x="4365" y="1379"/>
                </a:lnTo>
                <a:lnTo>
                  <a:pt x="4365" y="1378"/>
                </a:lnTo>
                <a:lnTo>
                  <a:pt x="4366" y="1377"/>
                </a:lnTo>
                <a:lnTo>
                  <a:pt x="4366" y="1376"/>
                </a:lnTo>
                <a:lnTo>
                  <a:pt x="4367" y="1376"/>
                </a:lnTo>
                <a:lnTo>
                  <a:pt x="4368" y="1375"/>
                </a:lnTo>
                <a:lnTo>
                  <a:pt x="4368" y="1376"/>
                </a:lnTo>
                <a:lnTo>
                  <a:pt x="4369" y="1376"/>
                </a:lnTo>
                <a:lnTo>
                  <a:pt x="4370" y="1375"/>
                </a:lnTo>
                <a:lnTo>
                  <a:pt x="4371" y="1375"/>
                </a:lnTo>
                <a:lnTo>
                  <a:pt x="4372" y="1374"/>
                </a:lnTo>
                <a:lnTo>
                  <a:pt x="4372" y="1373"/>
                </a:lnTo>
                <a:lnTo>
                  <a:pt x="4372" y="1372"/>
                </a:lnTo>
                <a:lnTo>
                  <a:pt x="4372" y="1371"/>
                </a:lnTo>
                <a:lnTo>
                  <a:pt x="4372" y="1370"/>
                </a:lnTo>
                <a:lnTo>
                  <a:pt x="4372" y="1369"/>
                </a:lnTo>
                <a:lnTo>
                  <a:pt x="4371" y="1369"/>
                </a:lnTo>
                <a:lnTo>
                  <a:pt x="4370" y="1369"/>
                </a:lnTo>
                <a:lnTo>
                  <a:pt x="4371" y="1368"/>
                </a:lnTo>
                <a:lnTo>
                  <a:pt x="4368" y="1368"/>
                </a:lnTo>
                <a:lnTo>
                  <a:pt x="4368" y="1367"/>
                </a:lnTo>
                <a:lnTo>
                  <a:pt x="4367" y="1367"/>
                </a:lnTo>
                <a:lnTo>
                  <a:pt x="4368" y="1367"/>
                </a:lnTo>
                <a:lnTo>
                  <a:pt x="4373" y="1367"/>
                </a:lnTo>
                <a:lnTo>
                  <a:pt x="4373" y="1368"/>
                </a:lnTo>
                <a:lnTo>
                  <a:pt x="4374" y="1368"/>
                </a:lnTo>
                <a:lnTo>
                  <a:pt x="4375" y="1368"/>
                </a:lnTo>
                <a:lnTo>
                  <a:pt x="4375" y="1367"/>
                </a:lnTo>
                <a:lnTo>
                  <a:pt x="4376" y="1367"/>
                </a:lnTo>
                <a:lnTo>
                  <a:pt x="4376" y="1366"/>
                </a:lnTo>
                <a:lnTo>
                  <a:pt x="4377" y="1366"/>
                </a:lnTo>
                <a:lnTo>
                  <a:pt x="4378" y="1366"/>
                </a:lnTo>
                <a:lnTo>
                  <a:pt x="4379" y="1365"/>
                </a:lnTo>
                <a:lnTo>
                  <a:pt x="4379" y="1364"/>
                </a:lnTo>
                <a:lnTo>
                  <a:pt x="4380" y="1364"/>
                </a:lnTo>
                <a:lnTo>
                  <a:pt x="4380" y="1363"/>
                </a:lnTo>
                <a:lnTo>
                  <a:pt x="4379" y="1363"/>
                </a:lnTo>
                <a:lnTo>
                  <a:pt x="4379" y="1362"/>
                </a:lnTo>
                <a:lnTo>
                  <a:pt x="4380" y="1362"/>
                </a:lnTo>
                <a:lnTo>
                  <a:pt x="4380" y="1359"/>
                </a:lnTo>
                <a:lnTo>
                  <a:pt x="4380" y="1358"/>
                </a:lnTo>
                <a:lnTo>
                  <a:pt x="4380" y="1357"/>
                </a:lnTo>
                <a:lnTo>
                  <a:pt x="4379" y="1357"/>
                </a:lnTo>
                <a:lnTo>
                  <a:pt x="4378" y="1355"/>
                </a:lnTo>
                <a:lnTo>
                  <a:pt x="4375" y="1356"/>
                </a:lnTo>
                <a:lnTo>
                  <a:pt x="4375" y="1355"/>
                </a:lnTo>
                <a:lnTo>
                  <a:pt x="4378" y="1354"/>
                </a:lnTo>
                <a:lnTo>
                  <a:pt x="4379" y="1354"/>
                </a:lnTo>
                <a:lnTo>
                  <a:pt x="4379" y="1356"/>
                </a:lnTo>
                <a:lnTo>
                  <a:pt x="4380" y="1356"/>
                </a:lnTo>
                <a:lnTo>
                  <a:pt x="4381" y="1356"/>
                </a:lnTo>
                <a:lnTo>
                  <a:pt x="4381" y="1355"/>
                </a:lnTo>
                <a:lnTo>
                  <a:pt x="4383" y="1354"/>
                </a:lnTo>
                <a:lnTo>
                  <a:pt x="4384" y="1353"/>
                </a:lnTo>
                <a:lnTo>
                  <a:pt x="4384" y="1354"/>
                </a:lnTo>
                <a:lnTo>
                  <a:pt x="4385" y="1354"/>
                </a:lnTo>
                <a:lnTo>
                  <a:pt x="4385" y="1353"/>
                </a:lnTo>
                <a:lnTo>
                  <a:pt x="4386" y="1354"/>
                </a:lnTo>
                <a:lnTo>
                  <a:pt x="4386" y="1353"/>
                </a:lnTo>
                <a:lnTo>
                  <a:pt x="4385" y="1352"/>
                </a:lnTo>
                <a:lnTo>
                  <a:pt x="4385" y="1351"/>
                </a:lnTo>
                <a:lnTo>
                  <a:pt x="4386" y="1352"/>
                </a:lnTo>
                <a:lnTo>
                  <a:pt x="4387" y="1351"/>
                </a:lnTo>
                <a:lnTo>
                  <a:pt x="4387" y="1352"/>
                </a:lnTo>
                <a:lnTo>
                  <a:pt x="4388" y="1351"/>
                </a:lnTo>
                <a:lnTo>
                  <a:pt x="4389" y="1351"/>
                </a:lnTo>
                <a:lnTo>
                  <a:pt x="4389" y="1350"/>
                </a:lnTo>
                <a:lnTo>
                  <a:pt x="4388" y="1349"/>
                </a:lnTo>
                <a:lnTo>
                  <a:pt x="4389" y="1349"/>
                </a:lnTo>
                <a:lnTo>
                  <a:pt x="4390" y="1349"/>
                </a:lnTo>
                <a:lnTo>
                  <a:pt x="4390" y="1348"/>
                </a:lnTo>
                <a:lnTo>
                  <a:pt x="4390" y="1347"/>
                </a:lnTo>
                <a:lnTo>
                  <a:pt x="4390" y="1346"/>
                </a:lnTo>
                <a:lnTo>
                  <a:pt x="4389" y="1345"/>
                </a:lnTo>
                <a:lnTo>
                  <a:pt x="4390" y="1345"/>
                </a:lnTo>
                <a:lnTo>
                  <a:pt x="4390" y="1344"/>
                </a:lnTo>
                <a:lnTo>
                  <a:pt x="4390" y="1345"/>
                </a:lnTo>
                <a:lnTo>
                  <a:pt x="4391" y="1345"/>
                </a:lnTo>
                <a:lnTo>
                  <a:pt x="4392" y="1345"/>
                </a:lnTo>
                <a:lnTo>
                  <a:pt x="4392" y="1344"/>
                </a:lnTo>
                <a:lnTo>
                  <a:pt x="4393" y="1344"/>
                </a:lnTo>
                <a:lnTo>
                  <a:pt x="4394" y="1343"/>
                </a:lnTo>
                <a:lnTo>
                  <a:pt x="4394" y="1342"/>
                </a:lnTo>
                <a:lnTo>
                  <a:pt x="4394" y="1341"/>
                </a:lnTo>
                <a:lnTo>
                  <a:pt x="4393" y="1341"/>
                </a:lnTo>
                <a:lnTo>
                  <a:pt x="4394" y="1341"/>
                </a:lnTo>
                <a:lnTo>
                  <a:pt x="4395" y="1340"/>
                </a:lnTo>
                <a:lnTo>
                  <a:pt x="4395" y="1339"/>
                </a:lnTo>
                <a:lnTo>
                  <a:pt x="4396" y="1339"/>
                </a:lnTo>
                <a:lnTo>
                  <a:pt x="4397" y="1338"/>
                </a:lnTo>
                <a:lnTo>
                  <a:pt x="4396" y="1338"/>
                </a:lnTo>
                <a:lnTo>
                  <a:pt x="4395" y="1338"/>
                </a:lnTo>
                <a:lnTo>
                  <a:pt x="4394" y="1338"/>
                </a:lnTo>
                <a:lnTo>
                  <a:pt x="4395" y="1337"/>
                </a:lnTo>
                <a:lnTo>
                  <a:pt x="4394" y="1335"/>
                </a:lnTo>
                <a:lnTo>
                  <a:pt x="4393" y="1334"/>
                </a:lnTo>
                <a:lnTo>
                  <a:pt x="4391" y="1333"/>
                </a:lnTo>
                <a:lnTo>
                  <a:pt x="4392" y="1333"/>
                </a:lnTo>
                <a:lnTo>
                  <a:pt x="4392" y="1332"/>
                </a:lnTo>
                <a:lnTo>
                  <a:pt x="4391" y="1332"/>
                </a:lnTo>
                <a:lnTo>
                  <a:pt x="4391" y="1331"/>
                </a:lnTo>
                <a:lnTo>
                  <a:pt x="4390" y="1331"/>
                </a:lnTo>
                <a:lnTo>
                  <a:pt x="4389" y="1330"/>
                </a:lnTo>
                <a:lnTo>
                  <a:pt x="4389" y="1329"/>
                </a:lnTo>
                <a:lnTo>
                  <a:pt x="4388" y="1328"/>
                </a:lnTo>
                <a:lnTo>
                  <a:pt x="4387" y="1328"/>
                </a:lnTo>
                <a:lnTo>
                  <a:pt x="4386" y="1327"/>
                </a:lnTo>
                <a:lnTo>
                  <a:pt x="4385" y="1326"/>
                </a:lnTo>
                <a:lnTo>
                  <a:pt x="4383" y="1325"/>
                </a:lnTo>
                <a:lnTo>
                  <a:pt x="4383" y="1324"/>
                </a:lnTo>
                <a:lnTo>
                  <a:pt x="4384" y="1324"/>
                </a:lnTo>
                <a:lnTo>
                  <a:pt x="4384" y="1323"/>
                </a:lnTo>
                <a:lnTo>
                  <a:pt x="4385" y="1323"/>
                </a:lnTo>
                <a:lnTo>
                  <a:pt x="4385" y="1322"/>
                </a:lnTo>
                <a:lnTo>
                  <a:pt x="4385" y="1321"/>
                </a:lnTo>
                <a:lnTo>
                  <a:pt x="4386" y="1321"/>
                </a:lnTo>
                <a:lnTo>
                  <a:pt x="4386" y="1320"/>
                </a:lnTo>
                <a:lnTo>
                  <a:pt x="4386" y="1319"/>
                </a:lnTo>
                <a:lnTo>
                  <a:pt x="4386" y="1318"/>
                </a:lnTo>
                <a:lnTo>
                  <a:pt x="4385" y="1318"/>
                </a:lnTo>
                <a:lnTo>
                  <a:pt x="4384" y="1318"/>
                </a:lnTo>
                <a:lnTo>
                  <a:pt x="4384" y="1319"/>
                </a:lnTo>
                <a:lnTo>
                  <a:pt x="4383" y="1319"/>
                </a:lnTo>
                <a:lnTo>
                  <a:pt x="4382" y="1319"/>
                </a:lnTo>
                <a:lnTo>
                  <a:pt x="4381" y="1319"/>
                </a:lnTo>
                <a:lnTo>
                  <a:pt x="4380" y="1319"/>
                </a:lnTo>
                <a:lnTo>
                  <a:pt x="4380" y="1320"/>
                </a:lnTo>
                <a:lnTo>
                  <a:pt x="4379" y="1319"/>
                </a:lnTo>
                <a:lnTo>
                  <a:pt x="4378" y="1320"/>
                </a:lnTo>
                <a:lnTo>
                  <a:pt x="4377" y="1320"/>
                </a:lnTo>
                <a:lnTo>
                  <a:pt x="4376" y="1320"/>
                </a:lnTo>
                <a:lnTo>
                  <a:pt x="4376" y="1318"/>
                </a:lnTo>
                <a:lnTo>
                  <a:pt x="4377" y="1318"/>
                </a:lnTo>
                <a:lnTo>
                  <a:pt x="4377" y="1317"/>
                </a:lnTo>
                <a:lnTo>
                  <a:pt x="4376" y="1317"/>
                </a:lnTo>
                <a:lnTo>
                  <a:pt x="4376" y="1318"/>
                </a:lnTo>
                <a:lnTo>
                  <a:pt x="4377" y="1315"/>
                </a:lnTo>
                <a:lnTo>
                  <a:pt x="4375" y="1317"/>
                </a:lnTo>
                <a:lnTo>
                  <a:pt x="4375" y="1318"/>
                </a:lnTo>
                <a:lnTo>
                  <a:pt x="4375" y="1319"/>
                </a:lnTo>
                <a:lnTo>
                  <a:pt x="4372" y="1317"/>
                </a:lnTo>
                <a:lnTo>
                  <a:pt x="4371" y="1317"/>
                </a:lnTo>
                <a:lnTo>
                  <a:pt x="4371" y="1316"/>
                </a:lnTo>
                <a:lnTo>
                  <a:pt x="4369" y="1315"/>
                </a:lnTo>
                <a:lnTo>
                  <a:pt x="4372" y="1312"/>
                </a:lnTo>
                <a:lnTo>
                  <a:pt x="4370" y="1312"/>
                </a:lnTo>
                <a:lnTo>
                  <a:pt x="4369" y="1313"/>
                </a:lnTo>
                <a:lnTo>
                  <a:pt x="4368" y="1313"/>
                </a:lnTo>
                <a:lnTo>
                  <a:pt x="4370" y="1311"/>
                </a:lnTo>
                <a:lnTo>
                  <a:pt x="4369" y="1311"/>
                </a:lnTo>
                <a:lnTo>
                  <a:pt x="4368" y="1311"/>
                </a:lnTo>
                <a:lnTo>
                  <a:pt x="4368" y="1310"/>
                </a:lnTo>
                <a:lnTo>
                  <a:pt x="4368" y="1309"/>
                </a:lnTo>
                <a:lnTo>
                  <a:pt x="4367" y="1308"/>
                </a:lnTo>
                <a:lnTo>
                  <a:pt x="4367" y="1307"/>
                </a:lnTo>
                <a:lnTo>
                  <a:pt x="4367" y="1306"/>
                </a:lnTo>
                <a:lnTo>
                  <a:pt x="4367" y="1305"/>
                </a:lnTo>
                <a:lnTo>
                  <a:pt x="4366" y="1305"/>
                </a:lnTo>
                <a:lnTo>
                  <a:pt x="4366" y="1304"/>
                </a:lnTo>
                <a:lnTo>
                  <a:pt x="4365" y="1304"/>
                </a:lnTo>
                <a:lnTo>
                  <a:pt x="4366" y="1304"/>
                </a:lnTo>
                <a:lnTo>
                  <a:pt x="4367" y="1304"/>
                </a:lnTo>
                <a:lnTo>
                  <a:pt x="4367" y="1302"/>
                </a:lnTo>
                <a:lnTo>
                  <a:pt x="4365" y="1302"/>
                </a:lnTo>
                <a:lnTo>
                  <a:pt x="4364" y="1302"/>
                </a:lnTo>
                <a:lnTo>
                  <a:pt x="4363" y="1302"/>
                </a:lnTo>
                <a:lnTo>
                  <a:pt x="4363" y="1303"/>
                </a:lnTo>
                <a:lnTo>
                  <a:pt x="4363" y="1304"/>
                </a:lnTo>
                <a:lnTo>
                  <a:pt x="4364" y="1304"/>
                </a:lnTo>
                <a:lnTo>
                  <a:pt x="4365" y="1304"/>
                </a:lnTo>
                <a:lnTo>
                  <a:pt x="4365" y="1305"/>
                </a:lnTo>
                <a:lnTo>
                  <a:pt x="4362" y="1305"/>
                </a:lnTo>
                <a:lnTo>
                  <a:pt x="4361" y="1305"/>
                </a:lnTo>
                <a:lnTo>
                  <a:pt x="4360" y="1304"/>
                </a:lnTo>
                <a:lnTo>
                  <a:pt x="4359" y="1303"/>
                </a:lnTo>
                <a:lnTo>
                  <a:pt x="4359" y="1304"/>
                </a:lnTo>
                <a:lnTo>
                  <a:pt x="4358" y="1303"/>
                </a:lnTo>
                <a:lnTo>
                  <a:pt x="4358" y="1302"/>
                </a:lnTo>
                <a:lnTo>
                  <a:pt x="4357" y="1300"/>
                </a:lnTo>
                <a:lnTo>
                  <a:pt x="4357" y="1299"/>
                </a:lnTo>
                <a:lnTo>
                  <a:pt x="4357" y="1298"/>
                </a:lnTo>
                <a:lnTo>
                  <a:pt x="4357" y="1296"/>
                </a:lnTo>
                <a:lnTo>
                  <a:pt x="4356" y="1296"/>
                </a:lnTo>
                <a:lnTo>
                  <a:pt x="4356" y="1295"/>
                </a:lnTo>
                <a:lnTo>
                  <a:pt x="4356" y="1294"/>
                </a:lnTo>
                <a:lnTo>
                  <a:pt x="4357" y="1294"/>
                </a:lnTo>
                <a:lnTo>
                  <a:pt x="4357" y="1293"/>
                </a:lnTo>
                <a:lnTo>
                  <a:pt x="4356" y="1293"/>
                </a:lnTo>
                <a:lnTo>
                  <a:pt x="4356" y="1292"/>
                </a:lnTo>
                <a:lnTo>
                  <a:pt x="4355" y="1292"/>
                </a:lnTo>
                <a:lnTo>
                  <a:pt x="4355" y="1291"/>
                </a:lnTo>
                <a:lnTo>
                  <a:pt x="4355" y="1290"/>
                </a:lnTo>
                <a:lnTo>
                  <a:pt x="4356" y="1290"/>
                </a:lnTo>
                <a:lnTo>
                  <a:pt x="4356" y="1289"/>
                </a:lnTo>
                <a:lnTo>
                  <a:pt x="4357" y="1289"/>
                </a:lnTo>
                <a:lnTo>
                  <a:pt x="4357" y="1288"/>
                </a:lnTo>
                <a:lnTo>
                  <a:pt x="4358" y="1288"/>
                </a:lnTo>
                <a:lnTo>
                  <a:pt x="4358" y="1287"/>
                </a:lnTo>
                <a:lnTo>
                  <a:pt x="4357" y="1287"/>
                </a:lnTo>
                <a:lnTo>
                  <a:pt x="4356" y="1287"/>
                </a:lnTo>
                <a:lnTo>
                  <a:pt x="4356" y="1288"/>
                </a:lnTo>
                <a:lnTo>
                  <a:pt x="4355" y="1288"/>
                </a:lnTo>
                <a:lnTo>
                  <a:pt x="4354" y="1289"/>
                </a:lnTo>
                <a:lnTo>
                  <a:pt x="4353" y="1289"/>
                </a:lnTo>
                <a:lnTo>
                  <a:pt x="4353" y="1290"/>
                </a:lnTo>
                <a:lnTo>
                  <a:pt x="4353" y="1291"/>
                </a:lnTo>
                <a:lnTo>
                  <a:pt x="4353" y="1292"/>
                </a:lnTo>
                <a:lnTo>
                  <a:pt x="4352" y="1292"/>
                </a:lnTo>
                <a:lnTo>
                  <a:pt x="4351" y="1292"/>
                </a:lnTo>
                <a:lnTo>
                  <a:pt x="4351" y="1293"/>
                </a:lnTo>
                <a:lnTo>
                  <a:pt x="4352" y="1294"/>
                </a:lnTo>
                <a:lnTo>
                  <a:pt x="4352" y="1295"/>
                </a:lnTo>
                <a:lnTo>
                  <a:pt x="4351" y="1295"/>
                </a:lnTo>
                <a:lnTo>
                  <a:pt x="4351" y="1296"/>
                </a:lnTo>
                <a:lnTo>
                  <a:pt x="4350" y="1297"/>
                </a:lnTo>
                <a:lnTo>
                  <a:pt x="4350" y="1296"/>
                </a:lnTo>
                <a:lnTo>
                  <a:pt x="4349" y="1296"/>
                </a:lnTo>
                <a:lnTo>
                  <a:pt x="4349" y="1297"/>
                </a:lnTo>
                <a:lnTo>
                  <a:pt x="4348" y="1297"/>
                </a:lnTo>
                <a:lnTo>
                  <a:pt x="4348" y="1296"/>
                </a:lnTo>
                <a:lnTo>
                  <a:pt x="4347" y="1296"/>
                </a:lnTo>
                <a:lnTo>
                  <a:pt x="4346" y="1296"/>
                </a:lnTo>
                <a:lnTo>
                  <a:pt x="4345" y="1297"/>
                </a:lnTo>
                <a:lnTo>
                  <a:pt x="4346" y="1298"/>
                </a:lnTo>
                <a:lnTo>
                  <a:pt x="4347" y="1297"/>
                </a:lnTo>
                <a:lnTo>
                  <a:pt x="4348" y="1297"/>
                </a:lnTo>
                <a:lnTo>
                  <a:pt x="4349" y="1298"/>
                </a:lnTo>
                <a:lnTo>
                  <a:pt x="4348" y="1299"/>
                </a:lnTo>
                <a:lnTo>
                  <a:pt x="4348" y="1298"/>
                </a:lnTo>
                <a:lnTo>
                  <a:pt x="4348" y="1299"/>
                </a:lnTo>
                <a:lnTo>
                  <a:pt x="4347" y="1299"/>
                </a:lnTo>
                <a:lnTo>
                  <a:pt x="4347" y="1301"/>
                </a:lnTo>
                <a:lnTo>
                  <a:pt x="4346" y="1301"/>
                </a:lnTo>
                <a:lnTo>
                  <a:pt x="4345" y="1301"/>
                </a:lnTo>
                <a:lnTo>
                  <a:pt x="4345" y="1300"/>
                </a:lnTo>
                <a:lnTo>
                  <a:pt x="4344" y="1301"/>
                </a:lnTo>
                <a:lnTo>
                  <a:pt x="4343" y="1301"/>
                </a:lnTo>
                <a:lnTo>
                  <a:pt x="4343" y="1300"/>
                </a:lnTo>
                <a:lnTo>
                  <a:pt x="4343" y="1299"/>
                </a:lnTo>
                <a:lnTo>
                  <a:pt x="4343" y="1298"/>
                </a:lnTo>
                <a:lnTo>
                  <a:pt x="4343" y="1299"/>
                </a:lnTo>
                <a:lnTo>
                  <a:pt x="4343" y="1301"/>
                </a:lnTo>
                <a:lnTo>
                  <a:pt x="4343" y="1302"/>
                </a:lnTo>
                <a:lnTo>
                  <a:pt x="4342" y="1303"/>
                </a:lnTo>
                <a:lnTo>
                  <a:pt x="4342" y="1302"/>
                </a:lnTo>
                <a:lnTo>
                  <a:pt x="4342" y="1301"/>
                </a:lnTo>
                <a:lnTo>
                  <a:pt x="4341" y="1301"/>
                </a:lnTo>
                <a:lnTo>
                  <a:pt x="4341" y="1302"/>
                </a:lnTo>
                <a:lnTo>
                  <a:pt x="4341" y="1303"/>
                </a:lnTo>
                <a:lnTo>
                  <a:pt x="4339" y="1303"/>
                </a:lnTo>
                <a:lnTo>
                  <a:pt x="4339" y="1302"/>
                </a:lnTo>
                <a:lnTo>
                  <a:pt x="4339" y="1301"/>
                </a:lnTo>
                <a:lnTo>
                  <a:pt x="4339" y="1300"/>
                </a:lnTo>
                <a:lnTo>
                  <a:pt x="4339" y="1301"/>
                </a:lnTo>
                <a:lnTo>
                  <a:pt x="4339" y="1302"/>
                </a:lnTo>
                <a:lnTo>
                  <a:pt x="4338" y="1302"/>
                </a:lnTo>
                <a:lnTo>
                  <a:pt x="4338" y="1301"/>
                </a:lnTo>
                <a:lnTo>
                  <a:pt x="4337" y="1300"/>
                </a:lnTo>
                <a:lnTo>
                  <a:pt x="4336" y="1300"/>
                </a:lnTo>
                <a:lnTo>
                  <a:pt x="4337" y="1300"/>
                </a:lnTo>
                <a:lnTo>
                  <a:pt x="4336" y="1300"/>
                </a:lnTo>
                <a:lnTo>
                  <a:pt x="4336" y="1299"/>
                </a:lnTo>
                <a:lnTo>
                  <a:pt x="4336" y="1300"/>
                </a:lnTo>
                <a:lnTo>
                  <a:pt x="4335" y="1300"/>
                </a:lnTo>
                <a:lnTo>
                  <a:pt x="4334" y="1301"/>
                </a:lnTo>
                <a:lnTo>
                  <a:pt x="4332" y="1301"/>
                </a:lnTo>
                <a:lnTo>
                  <a:pt x="4332" y="1302"/>
                </a:lnTo>
                <a:lnTo>
                  <a:pt x="4332" y="1301"/>
                </a:lnTo>
                <a:lnTo>
                  <a:pt x="4331" y="1301"/>
                </a:lnTo>
                <a:lnTo>
                  <a:pt x="4332" y="1301"/>
                </a:lnTo>
                <a:lnTo>
                  <a:pt x="4331" y="1301"/>
                </a:lnTo>
                <a:lnTo>
                  <a:pt x="4331" y="1299"/>
                </a:lnTo>
                <a:lnTo>
                  <a:pt x="4332" y="1299"/>
                </a:lnTo>
                <a:lnTo>
                  <a:pt x="4332" y="1298"/>
                </a:lnTo>
                <a:lnTo>
                  <a:pt x="4331" y="1298"/>
                </a:lnTo>
                <a:lnTo>
                  <a:pt x="4331" y="1299"/>
                </a:lnTo>
                <a:lnTo>
                  <a:pt x="4331" y="1300"/>
                </a:lnTo>
                <a:lnTo>
                  <a:pt x="4331" y="1301"/>
                </a:lnTo>
                <a:lnTo>
                  <a:pt x="4330" y="1301"/>
                </a:lnTo>
                <a:lnTo>
                  <a:pt x="4329" y="1301"/>
                </a:lnTo>
                <a:lnTo>
                  <a:pt x="4328" y="1300"/>
                </a:lnTo>
                <a:lnTo>
                  <a:pt x="4328" y="1299"/>
                </a:lnTo>
                <a:lnTo>
                  <a:pt x="4328" y="1298"/>
                </a:lnTo>
                <a:lnTo>
                  <a:pt x="4327" y="1298"/>
                </a:lnTo>
                <a:lnTo>
                  <a:pt x="4326" y="1298"/>
                </a:lnTo>
                <a:lnTo>
                  <a:pt x="4326" y="1297"/>
                </a:lnTo>
                <a:lnTo>
                  <a:pt x="4327" y="1297"/>
                </a:lnTo>
                <a:lnTo>
                  <a:pt x="4326" y="1297"/>
                </a:lnTo>
                <a:lnTo>
                  <a:pt x="4325" y="1297"/>
                </a:lnTo>
                <a:lnTo>
                  <a:pt x="4324" y="1297"/>
                </a:lnTo>
                <a:lnTo>
                  <a:pt x="4322" y="1297"/>
                </a:lnTo>
                <a:lnTo>
                  <a:pt x="4320" y="1297"/>
                </a:lnTo>
                <a:lnTo>
                  <a:pt x="4320" y="1296"/>
                </a:lnTo>
                <a:lnTo>
                  <a:pt x="4320" y="1295"/>
                </a:lnTo>
                <a:lnTo>
                  <a:pt x="4319" y="1296"/>
                </a:lnTo>
                <a:lnTo>
                  <a:pt x="4320" y="1297"/>
                </a:lnTo>
                <a:lnTo>
                  <a:pt x="4316" y="1297"/>
                </a:lnTo>
                <a:lnTo>
                  <a:pt x="4316" y="1296"/>
                </a:lnTo>
                <a:lnTo>
                  <a:pt x="4316" y="1297"/>
                </a:lnTo>
                <a:lnTo>
                  <a:pt x="4317" y="1297"/>
                </a:lnTo>
                <a:lnTo>
                  <a:pt x="4320" y="1297"/>
                </a:lnTo>
                <a:lnTo>
                  <a:pt x="4319" y="1298"/>
                </a:lnTo>
                <a:lnTo>
                  <a:pt x="4320" y="1300"/>
                </a:lnTo>
                <a:lnTo>
                  <a:pt x="4320" y="1301"/>
                </a:lnTo>
                <a:lnTo>
                  <a:pt x="4320" y="1302"/>
                </a:lnTo>
                <a:lnTo>
                  <a:pt x="4316" y="1301"/>
                </a:lnTo>
                <a:lnTo>
                  <a:pt x="4315" y="1301"/>
                </a:lnTo>
                <a:lnTo>
                  <a:pt x="4313" y="1301"/>
                </a:lnTo>
                <a:lnTo>
                  <a:pt x="4311" y="1300"/>
                </a:lnTo>
                <a:lnTo>
                  <a:pt x="4311" y="1299"/>
                </a:lnTo>
                <a:lnTo>
                  <a:pt x="4311" y="1298"/>
                </a:lnTo>
                <a:lnTo>
                  <a:pt x="4310" y="1298"/>
                </a:lnTo>
                <a:lnTo>
                  <a:pt x="4307" y="1299"/>
                </a:lnTo>
                <a:lnTo>
                  <a:pt x="4307" y="1298"/>
                </a:lnTo>
                <a:lnTo>
                  <a:pt x="4306" y="1297"/>
                </a:lnTo>
                <a:lnTo>
                  <a:pt x="4306" y="1296"/>
                </a:lnTo>
                <a:lnTo>
                  <a:pt x="4306" y="1295"/>
                </a:lnTo>
                <a:lnTo>
                  <a:pt x="4307" y="1295"/>
                </a:lnTo>
                <a:lnTo>
                  <a:pt x="4308" y="1295"/>
                </a:lnTo>
                <a:lnTo>
                  <a:pt x="4308" y="1294"/>
                </a:lnTo>
                <a:lnTo>
                  <a:pt x="4305" y="1294"/>
                </a:lnTo>
                <a:lnTo>
                  <a:pt x="4304" y="1294"/>
                </a:lnTo>
                <a:lnTo>
                  <a:pt x="4304" y="1295"/>
                </a:lnTo>
                <a:lnTo>
                  <a:pt x="4303" y="1295"/>
                </a:lnTo>
                <a:lnTo>
                  <a:pt x="4303" y="1296"/>
                </a:lnTo>
                <a:lnTo>
                  <a:pt x="4304" y="1296"/>
                </a:lnTo>
                <a:lnTo>
                  <a:pt x="4304" y="1297"/>
                </a:lnTo>
                <a:lnTo>
                  <a:pt x="4302" y="1297"/>
                </a:lnTo>
                <a:lnTo>
                  <a:pt x="4302" y="1300"/>
                </a:lnTo>
                <a:lnTo>
                  <a:pt x="4301" y="1300"/>
                </a:lnTo>
                <a:lnTo>
                  <a:pt x="4299" y="1300"/>
                </a:lnTo>
                <a:lnTo>
                  <a:pt x="4300" y="1298"/>
                </a:lnTo>
                <a:lnTo>
                  <a:pt x="4301" y="1298"/>
                </a:lnTo>
                <a:lnTo>
                  <a:pt x="4301" y="1297"/>
                </a:lnTo>
                <a:lnTo>
                  <a:pt x="4300" y="1297"/>
                </a:lnTo>
                <a:lnTo>
                  <a:pt x="4299" y="1297"/>
                </a:lnTo>
                <a:lnTo>
                  <a:pt x="4298" y="1297"/>
                </a:lnTo>
                <a:lnTo>
                  <a:pt x="4298" y="1295"/>
                </a:lnTo>
                <a:lnTo>
                  <a:pt x="4297" y="1295"/>
                </a:lnTo>
                <a:lnTo>
                  <a:pt x="4296" y="1296"/>
                </a:lnTo>
                <a:lnTo>
                  <a:pt x="4297" y="1296"/>
                </a:lnTo>
                <a:lnTo>
                  <a:pt x="4297" y="1297"/>
                </a:lnTo>
                <a:lnTo>
                  <a:pt x="4297" y="1298"/>
                </a:lnTo>
                <a:lnTo>
                  <a:pt x="4296" y="1298"/>
                </a:lnTo>
                <a:lnTo>
                  <a:pt x="4295" y="1298"/>
                </a:lnTo>
                <a:lnTo>
                  <a:pt x="4294" y="1297"/>
                </a:lnTo>
                <a:lnTo>
                  <a:pt x="4293" y="1297"/>
                </a:lnTo>
                <a:lnTo>
                  <a:pt x="4292" y="1298"/>
                </a:lnTo>
                <a:lnTo>
                  <a:pt x="4291" y="1298"/>
                </a:lnTo>
                <a:lnTo>
                  <a:pt x="4290" y="1298"/>
                </a:lnTo>
                <a:lnTo>
                  <a:pt x="4289" y="1298"/>
                </a:lnTo>
                <a:lnTo>
                  <a:pt x="4289" y="1299"/>
                </a:lnTo>
                <a:lnTo>
                  <a:pt x="4288" y="1299"/>
                </a:lnTo>
                <a:lnTo>
                  <a:pt x="4288" y="1300"/>
                </a:lnTo>
                <a:lnTo>
                  <a:pt x="4289" y="1300"/>
                </a:lnTo>
                <a:lnTo>
                  <a:pt x="4289" y="1302"/>
                </a:lnTo>
                <a:lnTo>
                  <a:pt x="4288" y="1303"/>
                </a:lnTo>
                <a:lnTo>
                  <a:pt x="4287" y="1303"/>
                </a:lnTo>
                <a:lnTo>
                  <a:pt x="4287" y="1304"/>
                </a:lnTo>
                <a:lnTo>
                  <a:pt x="4288" y="1305"/>
                </a:lnTo>
                <a:lnTo>
                  <a:pt x="4287" y="1305"/>
                </a:lnTo>
                <a:lnTo>
                  <a:pt x="4286" y="1305"/>
                </a:lnTo>
                <a:lnTo>
                  <a:pt x="4287" y="1306"/>
                </a:lnTo>
                <a:lnTo>
                  <a:pt x="4286" y="1306"/>
                </a:lnTo>
                <a:lnTo>
                  <a:pt x="4285" y="1305"/>
                </a:lnTo>
                <a:lnTo>
                  <a:pt x="4284" y="1305"/>
                </a:lnTo>
                <a:lnTo>
                  <a:pt x="4284" y="1304"/>
                </a:lnTo>
                <a:lnTo>
                  <a:pt x="4283" y="1303"/>
                </a:lnTo>
                <a:lnTo>
                  <a:pt x="4282" y="1303"/>
                </a:lnTo>
                <a:lnTo>
                  <a:pt x="4281" y="1303"/>
                </a:lnTo>
                <a:lnTo>
                  <a:pt x="4280" y="1303"/>
                </a:lnTo>
                <a:lnTo>
                  <a:pt x="4279" y="1304"/>
                </a:lnTo>
                <a:lnTo>
                  <a:pt x="4278" y="1304"/>
                </a:lnTo>
                <a:lnTo>
                  <a:pt x="4278" y="1305"/>
                </a:lnTo>
                <a:lnTo>
                  <a:pt x="4278" y="1306"/>
                </a:lnTo>
                <a:lnTo>
                  <a:pt x="4279" y="1307"/>
                </a:lnTo>
                <a:lnTo>
                  <a:pt x="4279" y="1308"/>
                </a:lnTo>
                <a:lnTo>
                  <a:pt x="4278" y="1308"/>
                </a:lnTo>
                <a:lnTo>
                  <a:pt x="4277" y="1308"/>
                </a:lnTo>
                <a:lnTo>
                  <a:pt x="4277" y="1309"/>
                </a:lnTo>
                <a:lnTo>
                  <a:pt x="4278" y="1309"/>
                </a:lnTo>
                <a:lnTo>
                  <a:pt x="4278" y="1311"/>
                </a:lnTo>
                <a:lnTo>
                  <a:pt x="4279" y="1311"/>
                </a:lnTo>
                <a:lnTo>
                  <a:pt x="4279" y="1312"/>
                </a:lnTo>
                <a:lnTo>
                  <a:pt x="4280" y="1312"/>
                </a:lnTo>
                <a:lnTo>
                  <a:pt x="4280" y="1311"/>
                </a:lnTo>
                <a:lnTo>
                  <a:pt x="4283" y="1311"/>
                </a:lnTo>
                <a:lnTo>
                  <a:pt x="4283" y="1312"/>
                </a:lnTo>
                <a:lnTo>
                  <a:pt x="4283" y="1314"/>
                </a:lnTo>
                <a:lnTo>
                  <a:pt x="4284" y="1314"/>
                </a:lnTo>
                <a:lnTo>
                  <a:pt x="4284" y="1315"/>
                </a:lnTo>
                <a:lnTo>
                  <a:pt x="4283" y="1315"/>
                </a:lnTo>
                <a:lnTo>
                  <a:pt x="4282" y="1315"/>
                </a:lnTo>
                <a:lnTo>
                  <a:pt x="4282" y="1314"/>
                </a:lnTo>
                <a:lnTo>
                  <a:pt x="4281" y="1314"/>
                </a:lnTo>
                <a:lnTo>
                  <a:pt x="4279" y="1315"/>
                </a:lnTo>
                <a:lnTo>
                  <a:pt x="4277" y="1316"/>
                </a:lnTo>
                <a:lnTo>
                  <a:pt x="4276" y="1316"/>
                </a:lnTo>
                <a:lnTo>
                  <a:pt x="4276" y="1317"/>
                </a:lnTo>
                <a:lnTo>
                  <a:pt x="4275" y="1317"/>
                </a:lnTo>
                <a:lnTo>
                  <a:pt x="4272" y="1317"/>
                </a:lnTo>
                <a:lnTo>
                  <a:pt x="4271" y="1318"/>
                </a:lnTo>
                <a:lnTo>
                  <a:pt x="4270" y="1318"/>
                </a:lnTo>
                <a:lnTo>
                  <a:pt x="4269" y="1318"/>
                </a:lnTo>
                <a:lnTo>
                  <a:pt x="4268" y="1318"/>
                </a:lnTo>
                <a:lnTo>
                  <a:pt x="4267" y="1318"/>
                </a:lnTo>
                <a:lnTo>
                  <a:pt x="4266" y="1318"/>
                </a:lnTo>
                <a:lnTo>
                  <a:pt x="4265" y="1319"/>
                </a:lnTo>
                <a:lnTo>
                  <a:pt x="4265" y="1320"/>
                </a:lnTo>
                <a:lnTo>
                  <a:pt x="4265" y="1321"/>
                </a:lnTo>
                <a:lnTo>
                  <a:pt x="4266" y="1321"/>
                </a:lnTo>
                <a:lnTo>
                  <a:pt x="4266" y="1322"/>
                </a:lnTo>
                <a:lnTo>
                  <a:pt x="4265" y="1322"/>
                </a:lnTo>
                <a:lnTo>
                  <a:pt x="4264" y="1322"/>
                </a:lnTo>
                <a:lnTo>
                  <a:pt x="4264" y="1323"/>
                </a:lnTo>
                <a:lnTo>
                  <a:pt x="4263" y="1324"/>
                </a:lnTo>
                <a:lnTo>
                  <a:pt x="4263" y="1325"/>
                </a:lnTo>
                <a:lnTo>
                  <a:pt x="4263" y="1326"/>
                </a:lnTo>
                <a:lnTo>
                  <a:pt x="4262" y="1327"/>
                </a:lnTo>
                <a:lnTo>
                  <a:pt x="4261" y="1328"/>
                </a:lnTo>
                <a:lnTo>
                  <a:pt x="4260" y="1329"/>
                </a:lnTo>
                <a:lnTo>
                  <a:pt x="4260" y="1330"/>
                </a:lnTo>
                <a:lnTo>
                  <a:pt x="4259" y="1329"/>
                </a:lnTo>
                <a:lnTo>
                  <a:pt x="4258" y="1330"/>
                </a:lnTo>
                <a:lnTo>
                  <a:pt x="4257" y="1331"/>
                </a:lnTo>
                <a:lnTo>
                  <a:pt x="4256" y="1331"/>
                </a:lnTo>
                <a:lnTo>
                  <a:pt x="4255" y="1332"/>
                </a:lnTo>
                <a:lnTo>
                  <a:pt x="4254" y="1332"/>
                </a:lnTo>
                <a:lnTo>
                  <a:pt x="4254" y="1333"/>
                </a:lnTo>
                <a:lnTo>
                  <a:pt x="4253" y="1333"/>
                </a:lnTo>
                <a:lnTo>
                  <a:pt x="4254" y="1334"/>
                </a:lnTo>
                <a:lnTo>
                  <a:pt x="4255" y="1333"/>
                </a:lnTo>
                <a:lnTo>
                  <a:pt x="4256" y="1334"/>
                </a:lnTo>
                <a:lnTo>
                  <a:pt x="4255" y="1335"/>
                </a:lnTo>
                <a:lnTo>
                  <a:pt x="4254" y="1336"/>
                </a:lnTo>
                <a:lnTo>
                  <a:pt x="4253" y="1336"/>
                </a:lnTo>
                <a:lnTo>
                  <a:pt x="4253" y="1335"/>
                </a:lnTo>
                <a:lnTo>
                  <a:pt x="4252" y="1335"/>
                </a:lnTo>
                <a:lnTo>
                  <a:pt x="4251" y="1336"/>
                </a:lnTo>
                <a:lnTo>
                  <a:pt x="4251" y="1337"/>
                </a:lnTo>
                <a:lnTo>
                  <a:pt x="4251" y="1338"/>
                </a:lnTo>
                <a:lnTo>
                  <a:pt x="4250" y="1338"/>
                </a:lnTo>
                <a:lnTo>
                  <a:pt x="4249" y="1339"/>
                </a:lnTo>
                <a:lnTo>
                  <a:pt x="4249" y="1338"/>
                </a:lnTo>
                <a:lnTo>
                  <a:pt x="4247" y="1338"/>
                </a:lnTo>
                <a:lnTo>
                  <a:pt x="4246" y="1339"/>
                </a:lnTo>
                <a:lnTo>
                  <a:pt x="4245" y="1339"/>
                </a:lnTo>
                <a:lnTo>
                  <a:pt x="4245" y="1340"/>
                </a:lnTo>
                <a:lnTo>
                  <a:pt x="4246" y="1341"/>
                </a:lnTo>
                <a:lnTo>
                  <a:pt x="4247" y="1341"/>
                </a:lnTo>
                <a:lnTo>
                  <a:pt x="4246" y="1342"/>
                </a:lnTo>
                <a:lnTo>
                  <a:pt x="4245" y="1341"/>
                </a:lnTo>
                <a:lnTo>
                  <a:pt x="4245" y="1342"/>
                </a:lnTo>
                <a:lnTo>
                  <a:pt x="4246" y="1342"/>
                </a:lnTo>
                <a:lnTo>
                  <a:pt x="4245" y="1343"/>
                </a:lnTo>
                <a:lnTo>
                  <a:pt x="4245" y="1344"/>
                </a:lnTo>
                <a:lnTo>
                  <a:pt x="4246" y="1344"/>
                </a:lnTo>
                <a:lnTo>
                  <a:pt x="4246" y="1345"/>
                </a:lnTo>
                <a:lnTo>
                  <a:pt x="4246" y="1346"/>
                </a:lnTo>
                <a:lnTo>
                  <a:pt x="4245" y="1346"/>
                </a:lnTo>
                <a:lnTo>
                  <a:pt x="4243" y="1345"/>
                </a:lnTo>
                <a:lnTo>
                  <a:pt x="4244" y="1346"/>
                </a:lnTo>
                <a:lnTo>
                  <a:pt x="4243" y="1347"/>
                </a:lnTo>
                <a:lnTo>
                  <a:pt x="4242" y="1347"/>
                </a:lnTo>
                <a:lnTo>
                  <a:pt x="4243" y="1349"/>
                </a:lnTo>
                <a:lnTo>
                  <a:pt x="4244" y="1349"/>
                </a:lnTo>
                <a:lnTo>
                  <a:pt x="4244" y="1348"/>
                </a:lnTo>
                <a:lnTo>
                  <a:pt x="4244" y="1349"/>
                </a:lnTo>
                <a:lnTo>
                  <a:pt x="4245" y="1349"/>
                </a:lnTo>
                <a:lnTo>
                  <a:pt x="4244" y="1349"/>
                </a:lnTo>
                <a:lnTo>
                  <a:pt x="4244" y="1350"/>
                </a:lnTo>
                <a:lnTo>
                  <a:pt x="4244" y="1351"/>
                </a:lnTo>
                <a:lnTo>
                  <a:pt x="4243" y="1351"/>
                </a:lnTo>
                <a:lnTo>
                  <a:pt x="4241" y="1351"/>
                </a:lnTo>
                <a:lnTo>
                  <a:pt x="4240" y="1352"/>
                </a:lnTo>
                <a:lnTo>
                  <a:pt x="4239" y="1353"/>
                </a:lnTo>
                <a:lnTo>
                  <a:pt x="4238" y="1353"/>
                </a:lnTo>
                <a:lnTo>
                  <a:pt x="4237" y="1354"/>
                </a:lnTo>
                <a:lnTo>
                  <a:pt x="4236" y="1354"/>
                </a:lnTo>
                <a:lnTo>
                  <a:pt x="4236" y="1355"/>
                </a:lnTo>
                <a:lnTo>
                  <a:pt x="4237" y="1358"/>
                </a:lnTo>
                <a:lnTo>
                  <a:pt x="4237" y="1359"/>
                </a:lnTo>
                <a:lnTo>
                  <a:pt x="4238" y="1359"/>
                </a:lnTo>
                <a:lnTo>
                  <a:pt x="4238" y="1360"/>
                </a:lnTo>
                <a:lnTo>
                  <a:pt x="4238" y="1361"/>
                </a:lnTo>
                <a:lnTo>
                  <a:pt x="4237" y="1361"/>
                </a:lnTo>
                <a:lnTo>
                  <a:pt x="4237" y="1362"/>
                </a:lnTo>
                <a:lnTo>
                  <a:pt x="4236" y="1362"/>
                </a:lnTo>
                <a:lnTo>
                  <a:pt x="4236" y="1363"/>
                </a:lnTo>
                <a:lnTo>
                  <a:pt x="4236" y="1364"/>
                </a:lnTo>
                <a:lnTo>
                  <a:pt x="4235" y="1364"/>
                </a:lnTo>
                <a:lnTo>
                  <a:pt x="4235" y="1363"/>
                </a:lnTo>
                <a:lnTo>
                  <a:pt x="4235" y="1364"/>
                </a:lnTo>
                <a:lnTo>
                  <a:pt x="4234" y="1365"/>
                </a:lnTo>
                <a:lnTo>
                  <a:pt x="4233" y="1365"/>
                </a:lnTo>
                <a:lnTo>
                  <a:pt x="4233" y="1366"/>
                </a:lnTo>
                <a:lnTo>
                  <a:pt x="4232" y="1366"/>
                </a:lnTo>
                <a:lnTo>
                  <a:pt x="4232" y="1367"/>
                </a:lnTo>
                <a:lnTo>
                  <a:pt x="4231" y="1367"/>
                </a:lnTo>
                <a:lnTo>
                  <a:pt x="4230" y="1368"/>
                </a:lnTo>
                <a:lnTo>
                  <a:pt x="4228" y="1368"/>
                </a:lnTo>
                <a:lnTo>
                  <a:pt x="4228" y="1367"/>
                </a:lnTo>
                <a:lnTo>
                  <a:pt x="4227" y="1367"/>
                </a:lnTo>
                <a:lnTo>
                  <a:pt x="4225" y="1367"/>
                </a:lnTo>
                <a:lnTo>
                  <a:pt x="4224" y="1367"/>
                </a:lnTo>
                <a:lnTo>
                  <a:pt x="4224" y="1368"/>
                </a:lnTo>
                <a:lnTo>
                  <a:pt x="4223" y="1368"/>
                </a:lnTo>
                <a:lnTo>
                  <a:pt x="4222" y="1368"/>
                </a:lnTo>
                <a:lnTo>
                  <a:pt x="4221" y="1368"/>
                </a:lnTo>
                <a:lnTo>
                  <a:pt x="4220" y="1368"/>
                </a:lnTo>
                <a:lnTo>
                  <a:pt x="4220" y="1369"/>
                </a:lnTo>
                <a:lnTo>
                  <a:pt x="4219" y="1369"/>
                </a:lnTo>
                <a:lnTo>
                  <a:pt x="4218" y="1369"/>
                </a:lnTo>
                <a:lnTo>
                  <a:pt x="4218" y="1370"/>
                </a:lnTo>
                <a:lnTo>
                  <a:pt x="4217" y="1371"/>
                </a:lnTo>
                <a:lnTo>
                  <a:pt x="4216" y="1371"/>
                </a:lnTo>
                <a:lnTo>
                  <a:pt x="4216" y="1372"/>
                </a:lnTo>
                <a:lnTo>
                  <a:pt x="4215" y="1372"/>
                </a:lnTo>
                <a:lnTo>
                  <a:pt x="4214" y="1372"/>
                </a:lnTo>
                <a:lnTo>
                  <a:pt x="4213" y="1372"/>
                </a:lnTo>
                <a:lnTo>
                  <a:pt x="4213" y="1373"/>
                </a:lnTo>
                <a:lnTo>
                  <a:pt x="4212" y="1373"/>
                </a:lnTo>
                <a:lnTo>
                  <a:pt x="4211" y="1373"/>
                </a:lnTo>
                <a:lnTo>
                  <a:pt x="4211" y="1374"/>
                </a:lnTo>
                <a:lnTo>
                  <a:pt x="4210" y="1374"/>
                </a:lnTo>
                <a:lnTo>
                  <a:pt x="4209" y="1374"/>
                </a:lnTo>
                <a:lnTo>
                  <a:pt x="4209" y="1375"/>
                </a:lnTo>
                <a:lnTo>
                  <a:pt x="4208" y="1375"/>
                </a:lnTo>
                <a:lnTo>
                  <a:pt x="4207" y="1375"/>
                </a:lnTo>
                <a:lnTo>
                  <a:pt x="4206" y="1375"/>
                </a:lnTo>
                <a:lnTo>
                  <a:pt x="4206" y="1376"/>
                </a:lnTo>
                <a:lnTo>
                  <a:pt x="4205" y="1376"/>
                </a:lnTo>
                <a:lnTo>
                  <a:pt x="4204" y="1376"/>
                </a:lnTo>
                <a:lnTo>
                  <a:pt x="4202" y="1377"/>
                </a:lnTo>
                <a:lnTo>
                  <a:pt x="4201" y="1377"/>
                </a:lnTo>
                <a:lnTo>
                  <a:pt x="4199" y="1378"/>
                </a:lnTo>
                <a:lnTo>
                  <a:pt x="4197" y="1378"/>
                </a:lnTo>
                <a:lnTo>
                  <a:pt x="4197" y="1379"/>
                </a:lnTo>
                <a:lnTo>
                  <a:pt x="4195" y="1379"/>
                </a:lnTo>
                <a:lnTo>
                  <a:pt x="4194" y="1379"/>
                </a:lnTo>
                <a:lnTo>
                  <a:pt x="4194" y="1380"/>
                </a:lnTo>
                <a:lnTo>
                  <a:pt x="4193" y="1381"/>
                </a:lnTo>
                <a:lnTo>
                  <a:pt x="4193" y="1380"/>
                </a:lnTo>
                <a:lnTo>
                  <a:pt x="4192" y="1380"/>
                </a:lnTo>
                <a:lnTo>
                  <a:pt x="4191" y="1380"/>
                </a:lnTo>
                <a:lnTo>
                  <a:pt x="4189" y="1381"/>
                </a:lnTo>
                <a:lnTo>
                  <a:pt x="4187" y="1381"/>
                </a:lnTo>
                <a:lnTo>
                  <a:pt x="4187" y="1382"/>
                </a:lnTo>
                <a:lnTo>
                  <a:pt x="4186" y="1382"/>
                </a:lnTo>
                <a:lnTo>
                  <a:pt x="4185" y="1383"/>
                </a:lnTo>
                <a:lnTo>
                  <a:pt x="4184" y="1383"/>
                </a:lnTo>
                <a:lnTo>
                  <a:pt x="4184" y="1384"/>
                </a:lnTo>
                <a:lnTo>
                  <a:pt x="4183" y="1386"/>
                </a:lnTo>
                <a:lnTo>
                  <a:pt x="4183" y="1388"/>
                </a:lnTo>
                <a:lnTo>
                  <a:pt x="4182" y="1388"/>
                </a:lnTo>
                <a:lnTo>
                  <a:pt x="4181" y="1388"/>
                </a:lnTo>
                <a:lnTo>
                  <a:pt x="4180" y="1388"/>
                </a:lnTo>
                <a:lnTo>
                  <a:pt x="4179" y="1388"/>
                </a:lnTo>
                <a:lnTo>
                  <a:pt x="4178" y="1389"/>
                </a:lnTo>
                <a:lnTo>
                  <a:pt x="4177" y="1389"/>
                </a:lnTo>
                <a:lnTo>
                  <a:pt x="4176" y="1389"/>
                </a:lnTo>
                <a:lnTo>
                  <a:pt x="4175" y="1389"/>
                </a:lnTo>
                <a:lnTo>
                  <a:pt x="4174" y="1389"/>
                </a:lnTo>
                <a:lnTo>
                  <a:pt x="4174" y="1390"/>
                </a:lnTo>
                <a:lnTo>
                  <a:pt x="4173" y="1390"/>
                </a:lnTo>
                <a:lnTo>
                  <a:pt x="4173" y="1391"/>
                </a:lnTo>
                <a:lnTo>
                  <a:pt x="4172" y="1392"/>
                </a:lnTo>
                <a:lnTo>
                  <a:pt x="4171" y="1392"/>
                </a:lnTo>
                <a:lnTo>
                  <a:pt x="4169" y="1392"/>
                </a:lnTo>
                <a:lnTo>
                  <a:pt x="4168" y="1393"/>
                </a:lnTo>
                <a:lnTo>
                  <a:pt x="4167" y="1393"/>
                </a:lnTo>
                <a:lnTo>
                  <a:pt x="4165" y="1393"/>
                </a:lnTo>
                <a:lnTo>
                  <a:pt x="4165" y="1394"/>
                </a:lnTo>
                <a:lnTo>
                  <a:pt x="4164" y="1394"/>
                </a:lnTo>
                <a:lnTo>
                  <a:pt x="4163" y="1394"/>
                </a:lnTo>
                <a:lnTo>
                  <a:pt x="4163" y="1395"/>
                </a:lnTo>
                <a:lnTo>
                  <a:pt x="4162" y="1395"/>
                </a:lnTo>
                <a:lnTo>
                  <a:pt x="4162" y="1394"/>
                </a:lnTo>
                <a:lnTo>
                  <a:pt x="4160" y="1395"/>
                </a:lnTo>
                <a:lnTo>
                  <a:pt x="4159" y="1395"/>
                </a:lnTo>
                <a:lnTo>
                  <a:pt x="4158" y="1395"/>
                </a:lnTo>
                <a:lnTo>
                  <a:pt x="4157" y="1396"/>
                </a:lnTo>
                <a:lnTo>
                  <a:pt x="4157" y="1397"/>
                </a:lnTo>
                <a:lnTo>
                  <a:pt x="4156" y="1397"/>
                </a:lnTo>
                <a:lnTo>
                  <a:pt x="4155" y="1397"/>
                </a:lnTo>
                <a:lnTo>
                  <a:pt x="4154" y="1397"/>
                </a:lnTo>
                <a:lnTo>
                  <a:pt x="4154" y="1398"/>
                </a:lnTo>
                <a:lnTo>
                  <a:pt x="4153" y="1398"/>
                </a:lnTo>
                <a:lnTo>
                  <a:pt x="4153" y="1397"/>
                </a:lnTo>
                <a:lnTo>
                  <a:pt x="4152" y="1397"/>
                </a:lnTo>
                <a:lnTo>
                  <a:pt x="4151" y="1397"/>
                </a:lnTo>
                <a:lnTo>
                  <a:pt x="4150" y="1398"/>
                </a:lnTo>
                <a:lnTo>
                  <a:pt x="4149" y="1399"/>
                </a:lnTo>
                <a:lnTo>
                  <a:pt x="4149" y="1400"/>
                </a:lnTo>
                <a:lnTo>
                  <a:pt x="4148" y="1401"/>
                </a:lnTo>
                <a:lnTo>
                  <a:pt x="4148" y="1403"/>
                </a:lnTo>
                <a:lnTo>
                  <a:pt x="4147" y="1404"/>
                </a:lnTo>
                <a:lnTo>
                  <a:pt x="4147" y="1405"/>
                </a:lnTo>
                <a:lnTo>
                  <a:pt x="4148" y="1405"/>
                </a:lnTo>
                <a:lnTo>
                  <a:pt x="4148" y="1404"/>
                </a:lnTo>
                <a:lnTo>
                  <a:pt x="4148" y="1405"/>
                </a:lnTo>
                <a:lnTo>
                  <a:pt x="4149" y="1405"/>
                </a:lnTo>
                <a:lnTo>
                  <a:pt x="4149" y="1406"/>
                </a:lnTo>
                <a:lnTo>
                  <a:pt x="4149" y="1407"/>
                </a:lnTo>
                <a:lnTo>
                  <a:pt x="4148" y="1407"/>
                </a:lnTo>
                <a:lnTo>
                  <a:pt x="4148" y="1406"/>
                </a:lnTo>
                <a:lnTo>
                  <a:pt x="4147" y="1407"/>
                </a:lnTo>
                <a:lnTo>
                  <a:pt x="4146" y="1406"/>
                </a:lnTo>
                <a:lnTo>
                  <a:pt x="4145" y="1407"/>
                </a:lnTo>
                <a:lnTo>
                  <a:pt x="4144" y="1407"/>
                </a:lnTo>
                <a:lnTo>
                  <a:pt x="4143" y="1407"/>
                </a:lnTo>
                <a:lnTo>
                  <a:pt x="4142" y="1407"/>
                </a:lnTo>
                <a:lnTo>
                  <a:pt x="4142" y="1408"/>
                </a:lnTo>
                <a:lnTo>
                  <a:pt x="4141" y="1408"/>
                </a:lnTo>
                <a:lnTo>
                  <a:pt x="4140" y="1408"/>
                </a:lnTo>
                <a:lnTo>
                  <a:pt x="4140" y="1409"/>
                </a:lnTo>
                <a:lnTo>
                  <a:pt x="4139" y="1410"/>
                </a:lnTo>
                <a:lnTo>
                  <a:pt x="4138" y="1410"/>
                </a:lnTo>
                <a:lnTo>
                  <a:pt x="4139" y="1410"/>
                </a:lnTo>
                <a:lnTo>
                  <a:pt x="4138" y="1410"/>
                </a:lnTo>
                <a:lnTo>
                  <a:pt x="4138" y="1411"/>
                </a:lnTo>
                <a:lnTo>
                  <a:pt x="4136" y="1412"/>
                </a:lnTo>
                <a:lnTo>
                  <a:pt x="4135" y="1412"/>
                </a:lnTo>
                <a:lnTo>
                  <a:pt x="4134" y="1413"/>
                </a:lnTo>
                <a:lnTo>
                  <a:pt x="4134" y="1414"/>
                </a:lnTo>
                <a:lnTo>
                  <a:pt x="4133" y="1414"/>
                </a:lnTo>
                <a:lnTo>
                  <a:pt x="4133" y="1415"/>
                </a:lnTo>
                <a:lnTo>
                  <a:pt x="4132" y="1416"/>
                </a:lnTo>
                <a:lnTo>
                  <a:pt x="4132" y="1417"/>
                </a:lnTo>
                <a:lnTo>
                  <a:pt x="4131" y="1418"/>
                </a:lnTo>
                <a:lnTo>
                  <a:pt x="4131" y="1420"/>
                </a:lnTo>
                <a:lnTo>
                  <a:pt x="4131" y="1421"/>
                </a:lnTo>
                <a:lnTo>
                  <a:pt x="4130" y="1422"/>
                </a:lnTo>
                <a:lnTo>
                  <a:pt x="4130" y="1423"/>
                </a:lnTo>
                <a:lnTo>
                  <a:pt x="4129" y="1425"/>
                </a:lnTo>
                <a:lnTo>
                  <a:pt x="4129" y="1426"/>
                </a:lnTo>
                <a:lnTo>
                  <a:pt x="4128" y="1428"/>
                </a:lnTo>
                <a:lnTo>
                  <a:pt x="4128" y="1429"/>
                </a:lnTo>
                <a:lnTo>
                  <a:pt x="4127" y="1430"/>
                </a:lnTo>
                <a:lnTo>
                  <a:pt x="4127" y="1431"/>
                </a:lnTo>
                <a:lnTo>
                  <a:pt x="4126" y="1432"/>
                </a:lnTo>
                <a:lnTo>
                  <a:pt x="4125" y="1433"/>
                </a:lnTo>
                <a:lnTo>
                  <a:pt x="4125" y="1434"/>
                </a:lnTo>
                <a:lnTo>
                  <a:pt x="4125" y="1436"/>
                </a:lnTo>
                <a:lnTo>
                  <a:pt x="4124" y="1438"/>
                </a:lnTo>
                <a:lnTo>
                  <a:pt x="4124" y="1440"/>
                </a:lnTo>
                <a:lnTo>
                  <a:pt x="4125" y="1440"/>
                </a:lnTo>
                <a:lnTo>
                  <a:pt x="4126" y="1440"/>
                </a:lnTo>
                <a:lnTo>
                  <a:pt x="4126" y="1441"/>
                </a:lnTo>
                <a:lnTo>
                  <a:pt x="4127" y="1442"/>
                </a:lnTo>
                <a:lnTo>
                  <a:pt x="4128" y="1443"/>
                </a:lnTo>
                <a:lnTo>
                  <a:pt x="4128" y="1445"/>
                </a:lnTo>
                <a:lnTo>
                  <a:pt x="4129" y="1445"/>
                </a:lnTo>
                <a:lnTo>
                  <a:pt x="4128" y="1445"/>
                </a:lnTo>
                <a:lnTo>
                  <a:pt x="4128" y="1446"/>
                </a:lnTo>
                <a:lnTo>
                  <a:pt x="4127" y="1446"/>
                </a:lnTo>
                <a:lnTo>
                  <a:pt x="4127" y="1447"/>
                </a:lnTo>
                <a:lnTo>
                  <a:pt x="4127" y="1446"/>
                </a:lnTo>
                <a:lnTo>
                  <a:pt x="4128" y="1446"/>
                </a:lnTo>
                <a:lnTo>
                  <a:pt x="4128" y="1447"/>
                </a:lnTo>
                <a:lnTo>
                  <a:pt x="4128" y="1448"/>
                </a:lnTo>
                <a:lnTo>
                  <a:pt x="4127" y="1448"/>
                </a:lnTo>
                <a:lnTo>
                  <a:pt x="4127" y="1449"/>
                </a:lnTo>
                <a:lnTo>
                  <a:pt x="4126" y="1450"/>
                </a:lnTo>
                <a:lnTo>
                  <a:pt x="4126" y="1451"/>
                </a:lnTo>
                <a:lnTo>
                  <a:pt x="4125" y="1451"/>
                </a:lnTo>
                <a:lnTo>
                  <a:pt x="4126" y="1451"/>
                </a:lnTo>
                <a:lnTo>
                  <a:pt x="4124" y="1452"/>
                </a:lnTo>
                <a:lnTo>
                  <a:pt x="4123" y="1453"/>
                </a:lnTo>
                <a:lnTo>
                  <a:pt x="4122" y="1453"/>
                </a:lnTo>
                <a:lnTo>
                  <a:pt x="4121" y="1453"/>
                </a:lnTo>
                <a:lnTo>
                  <a:pt x="4120" y="1454"/>
                </a:lnTo>
                <a:lnTo>
                  <a:pt x="4119" y="1453"/>
                </a:lnTo>
                <a:lnTo>
                  <a:pt x="4119" y="1452"/>
                </a:lnTo>
                <a:lnTo>
                  <a:pt x="4118" y="1453"/>
                </a:lnTo>
                <a:lnTo>
                  <a:pt x="4118" y="1452"/>
                </a:lnTo>
                <a:lnTo>
                  <a:pt x="4118" y="1453"/>
                </a:lnTo>
                <a:lnTo>
                  <a:pt x="4117" y="1453"/>
                </a:lnTo>
                <a:lnTo>
                  <a:pt x="4117" y="1454"/>
                </a:lnTo>
                <a:lnTo>
                  <a:pt x="4116" y="1456"/>
                </a:lnTo>
                <a:lnTo>
                  <a:pt x="4115" y="1456"/>
                </a:lnTo>
                <a:lnTo>
                  <a:pt x="4114" y="1458"/>
                </a:lnTo>
                <a:lnTo>
                  <a:pt x="4113" y="1459"/>
                </a:lnTo>
                <a:lnTo>
                  <a:pt x="4112" y="1460"/>
                </a:lnTo>
                <a:lnTo>
                  <a:pt x="4113" y="1460"/>
                </a:lnTo>
                <a:lnTo>
                  <a:pt x="4112" y="1461"/>
                </a:lnTo>
                <a:lnTo>
                  <a:pt x="4111" y="1461"/>
                </a:lnTo>
                <a:lnTo>
                  <a:pt x="4111" y="1462"/>
                </a:lnTo>
                <a:lnTo>
                  <a:pt x="4110" y="1462"/>
                </a:lnTo>
                <a:lnTo>
                  <a:pt x="4110" y="1463"/>
                </a:lnTo>
                <a:lnTo>
                  <a:pt x="4109" y="1463"/>
                </a:lnTo>
                <a:lnTo>
                  <a:pt x="4109" y="1464"/>
                </a:lnTo>
                <a:lnTo>
                  <a:pt x="4110" y="1465"/>
                </a:lnTo>
                <a:lnTo>
                  <a:pt x="4110" y="1466"/>
                </a:lnTo>
                <a:lnTo>
                  <a:pt x="4108" y="1467"/>
                </a:lnTo>
                <a:lnTo>
                  <a:pt x="4107" y="1467"/>
                </a:lnTo>
                <a:lnTo>
                  <a:pt x="4106" y="1468"/>
                </a:lnTo>
                <a:lnTo>
                  <a:pt x="4104" y="1470"/>
                </a:lnTo>
                <a:lnTo>
                  <a:pt x="4104" y="1471"/>
                </a:lnTo>
                <a:lnTo>
                  <a:pt x="4104" y="1472"/>
                </a:lnTo>
                <a:lnTo>
                  <a:pt x="4103" y="1471"/>
                </a:lnTo>
                <a:lnTo>
                  <a:pt x="4101" y="1472"/>
                </a:lnTo>
                <a:lnTo>
                  <a:pt x="4100" y="1472"/>
                </a:lnTo>
                <a:lnTo>
                  <a:pt x="4100" y="1471"/>
                </a:lnTo>
                <a:lnTo>
                  <a:pt x="4099" y="1471"/>
                </a:lnTo>
                <a:lnTo>
                  <a:pt x="4099" y="1472"/>
                </a:lnTo>
                <a:lnTo>
                  <a:pt x="4099" y="1473"/>
                </a:lnTo>
                <a:lnTo>
                  <a:pt x="4097" y="1474"/>
                </a:lnTo>
                <a:lnTo>
                  <a:pt x="4096" y="1475"/>
                </a:lnTo>
                <a:lnTo>
                  <a:pt x="4094" y="1477"/>
                </a:lnTo>
                <a:lnTo>
                  <a:pt x="4093" y="1477"/>
                </a:lnTo>
                <a:lnTo>
                  <a:pt x="4092" y="1478"/>
                </a:lnTo>
                <a:lnTo>
                  <a:pt x="4091" y="1478"/>
                </a:lnTo>
                <a:lnTo>
                  <a:pt x="4091" y="1477"/>
                </a:lnTo>
                <a:lnTo>
                  <a:pt x="4091" y="1476"/>
                </a:lnTo>
                <a:lnTo>
                  <a:pt x="4092" y="1475"/>
                </a:lnTo>
                <a:lnTo>
                  <a:pt x="4093" y="1474"/>
                </a:lnTo>
                <a:lnTo>
                  <a:pt x="4095" y="1473"/>
                </a:lnTo>
                <a:lnTo>
                  <a:pt x="4097" y="1472"/>
                </a:lnTo>
                <a:lnTo>
                  <a:pt x="4099" y="1471"/>
                </a:lnTo>
                <a:lnTo>
                  <a:pt x="4099" y="1470"/>
                </a:lnTo>
                <a:lnTo>
                  <a:pt x="4098" y="1471"/>
                </a:lnTo>
                <a:lnTo>
                  <a:pt x="4097" y="1471"/>
                </a:lnTo>
                <a:lnTo>
                  <a:pt x="4096" y="1471"/>
                </a:lnTo>
                <a:lnTo>
                  <a:pt x="4095" y="1472"/>
                </a:lnTo>
                <a:lnTo>
                  <a:pt x="4095" y="1471"/>
                </a:lnTo>
                <a:lnTo>
                  <a:pt x="4094" y="1472"/>
                </a:lnTo>
                <a:lnTo>
                  <a:pt x="4093" y="1472"/>
                </a:lnTo>
                <a:lnTo>
                  <a:pt x="4093" y="1473"/>
                </a:lnTo>
                <a:lnTo>
                  <a:pt x="4092" y="1473"/>
                </a:lnTo>
                <a:lnTo>
                  <a:pt x="4091" y="1473"/>
                </a:lnTo>
                <a:lnTo>
                  <a:pt x="4090" y="1474"/>
                </a:lnTo>
                <a:lnTo>
                  <a:pt x="4089" y="1474"/>
                </a:lnTo>
                <a:lnTo>
                  <a:pt x="4089" y="1473"/>
                </a:lnTo>
                <a:lnTo>
                  <a:pt x="4088" y="1473"/>
                </a:lnTo>
                <a:lnTo>
                  <a:pt x="4088" y="1472"/>
                </a:lnTo>
                <a:lnTo>
                  <a:pt x="4089" y="1472"/>
                </a:lnTo>
                <a:lnTo>
                  <a:pt x="4089" y="1471"/>
                </a:lnTo>
                <a:lnTo>
                  <a:pt x="4088" y="1471"/>
                </a:lnTo>
                <a:lnTo>
                  <a:pt x="4088" y="1470"/>
                </a:lnTo>
                <a:lnTo>
                  <a:pt x="4088" y="1469"/>
                </a:lnTo>
                <a:lnTo>
                  <a:pt x="4088" y="1468"/>
                </a:lnTo>
                <a:lnTo>
                  <a:pt x="4088" y="1471"/>
                </a:lnTo>
                <a:lnTo>
                  <a:pt x="4089" y="1471"/>
                </a:lnTo>
                <a:lnTo>
                  <a:pt x="4089" y="1472"/>
                </a:lnTo>
                <a:lnTo>
                  <a:pt x="4088" y="1471"/>
                </a:lnTo>
                <a:lnTo>
                  <a:pt x="4088" y="1472"/>
                </a:lnTo>
                <a:lnTo>
                  <a:pt x="4088" y="1473"/>
                </a:lnTo>
                <a:lnTo>
                  <a:pt x="4087" y="1473"/>
                </a:lnTo>
                <a:lnTo>
                  <a:pt x="4086" y="1474"/>
                </a:lnTo>
                <a:lnTo>
                  <a:pt x="4084" y="1475"/>
                </a:lnTo>
                <a:lnTo>
                  <a:pt x="4084" y="1476"/>
                </a:lnTo>
                <a:lnTo>
                  <a:pt x="4083" y="1476"/>
                </a:lnTo>
                <a:lnTo>
                  <a:pt x="4082" y="1476"/>
                </a:lnTo>
                <a:lnTo>
                  <a:pt x="4080" y="1476"/>
                </a:lnTo>
                <a:lnTo>
                  <a:pt x="4079" y="1476"/>
                </a:lnTo>
                <a:lnTo>
                  <a:pt x="4076" y="1476"/>
                </a:lnTo>
                <a:lnTo>
                  <a:pt x="4074" y="1475"/>
                </a:lnTo>
                <a:lnTo>
                  <a:pt x="4074" y="1476"/>
                </a:lnTo>
                <a:lnTo>
                  <a:pt x="4073" y="1475"/>
                </a:lnTo>
                <a:lnTo>
                  <a:pt x="4072" y="1474"/>
                </a:lnTo>
                <a:lnTo>
                  <a:pt x="4071" y="1474"/>
                </a:lnTo>
                <a:lnTo>
                  <a:pt x="4070" y="1474"/>
                </a:lnTo>
                <a:lnTo>
                  <a:pt x="4068" y="1474"/>
                </a:lnTo>
                <a:lnTo>
                  <a:pt x="4067" y="1474"/>
                </a:lnTo>
                <a:lnTo>
                  <a:pt x="4066" y="1474"/>
                </a:lnTo>
                <a:lnTo>
                  <a:pt x="4067" y="1474"/>
                </a:lnTo>
                <a:lnTo>
                  <a:pt x="4066" y="1474"/>
                </a:lnTo>
                <a:lnTo>
                  <a:pt x="4065" y="1474"/>
                </a:lnTo>
                <a:lnTo>
                  <a:pt x="4065" y="1475"/>
                </a:lnTo>
                <a:lnTo>
                  <a:pt x="4064" y="1475"/>
                </a:lnTo>
                <a:lnTo>
                  <a:pt x="4063" y="1475"/>
                </a:lnTo>
                <a:lnTo>
                  <a:pt x="4062" y="1475"/>
                </a:lnTo>
                <a:lnTo>
                  <a:pt x="4061" y="1475"/>
                </a:lnTo>
                <a:lnTo>
                  <a:pt x="4060" y="1475"/>
                </a:lnTo>
                <a:lnTo>
                  <a:pt x="4059" y="1474"/>
                </a:lnTo>
                <a:lnTo>
                  <a:pt x="4059" y="1475"/>
                </a:lnTo>
                <a:lnTo>
                  <a:pt x="4060" y="1476"/>
                </a:lnTo>
                <a:lnTo>
                  <a:pt x="4061" y="1476"/>
                </a:lnTo>
                <a:lnTo>
                  <a:pt x="4063" y="1478"/>
                </a:lnTo>
                <a:lnTo>
                  <a:pt x="4063" y="1479"/>
                </a:lnTo>
                <a:lnTo>
                  <a:pt x="4062" y="1479"/>
                </a:lnTo>
                <a:lnTo>
                  <a:pt x="4061" y="1479"/>
                </a:lnTo>
                <a:lnTo>
                  <a:pt x="4059" y="1478"/>
                </a:lnTo>
                <a:lnTo>
                  <a:pt x="4059" y="1479"/>
                </a:lnTo>
                <a:lnTo>
                  <a:pt x="4060" y="1479"/>
                </a:lnTo>
                <a:lnTo>
                  <a:pt x="4060" y="1480"/>
                </a:lnTo>
                <a:lnTo>
                  <a:pt x="4060" y="1481"/>
                </a:lnTo>
                <a:lnTo>
                  <a:pt x="4056" y="1479"/>
                </a:lnTo>
                <a:lnTo>
                  <a:pt x="4056" y="1480"/>
                </a:lnTo>
                <a:lnTo>
                  <a:pt x="4057" y="1481"/>
                </a:lnTo>
                <a:lnTo>
                  <a:pt x="4057" y="1482"/>
                </a:lnTo>
                <a:lnTo>
                  <a:pt x="4056" y="1482"/>
                </a:lnTo>
                <a:lnTo>
                  <a:pt x="4055" y="1482"/>
                </a:lnTo>
                <a:lnTo>
                  <a:pt x="4054" y="1481"/>
                </a:lnTo>
                <a:lnTo>
                  <a:pt x="4053" y="1481"/>
                </a:lnTo>
                <a:lnTo>
                  <a:pt x="4053" y="1482"/>
                </a:lnTo>
                <a:lnTo>
                  <a:pt x="4054" y="1482"/>
                </a:lnTo>
                <a:lnTo>
                  <a:pt x="4054" y="1483"/>
                </a:lnTo>
                <a:lnTo>
                  <a:pt x="4054" y="1484"/>
                </a:lnTo>
                <a:lnTo>
                  <a:pt x="4054" y="1485"/>
                </a:lnTo>
                <a:lnTo>
                  <a:pt x="4055" y="1485"/>
                </a:lnTo>
                <a:lnTo>
                  <a:pt x="4058" y="1485"/>
                </a:lnTo>
                <a:lnTo>
                  <a:pt x="4059" y="1486"/>
                </a:lnTo>
                <a:lnTo>
                  <a:pt x="4059" y="1487"/>
                </a:lnTo>
                <a:lnTo>
                  <a:pt x="4061" y="1489"/>
                </a:lnTo>
                <a:lnTo>
                  <a:pt x="4061" y="1490"/>
                </a:lnTo>
                <a:lnTo>
                  <a:pt x="4062" y="1491"/>
                </a:lnTo>
                <a:lnTo>
                  <a:pt x="4063" y="1490"/>
                </a:lnTo>
                <a:lnTo>
                  <a:pt x="4064" y="1489"/>
                </a:lnTo>
                <a:lnTo>
                  <a:pt x="4066" y="1487"/>
                </a:lnTo>
                <a:lnTo>
                  <a:pt x="4067" y="1486"/>
                </a:lnTo>
                <a:lnTo>
                  <a:pt x="4067" y="1485"/>
                </a:lnTo>
                <a:lnTo>
                  <a:pt x="4068" y="1485"/>
                </a:lnTo>
                <a:lnTo>
                  <a:pt x="4067" y="1484"/>
                </a:lnTo>
                <a:lnTo>
                  <a:pt x="4066" y="1483"/>
                </a:lnTo>
                <a:lnTo>
                  <a:pt x="4068" y="1482"/>
                </a:lnTo>
                <a:lnTo>
                  <a:pt x="4069" y="1484"/>
                </a:lnTo>
                <a:lnTo>
                  <a:pt x="4069" y="1485"/>
                </a:lnTo>
                <a:lnTo>
                  <a:pt x="4068" y="1488"/>
                </a:lnTo>
                <a:lnTo>
                  <a:pt x="4066" y="1490"/>
                </a:lnTo>
                <a:lnTo>
                  <a:pt x="4065" y="1492"/>
                </a:lnTo>
                <a:lnTo>
                  <a:pt x="4065" y="1493"/>
                </a:lnTo>
                <a:lnTo>
                  <a:pt x="4064" y="1493"/>
                </a:lnTo>
                <a:lnTo>
                  <a:pt x="4062" y="1495"/>
                </a:lnTo>
                <a:lnTo>
                  <a:pt x="4060" y="1496"/>
                </a:lnTo>
                <a:lnTo>
                  <a:pt x="4057" y="1498"/>
                </a:lnTo>
                <a:lnTo>
                  <a:pt x="4056" y="1498"/>
                </a:lnTo>
                <a:lnTo>
                  <a:pt x="4054" y="1496"/>
                </a:lnTo>
                <a:lnTo>
                  <a:pt x="4055" y="1496"/>
                </a:lnTo>
                <a:lnTo>
                  <a:pt x="4055" y="1495"/>
                </a:lnTo>
                <a:lnTo>
                  <a:pt x="4054" y="1494"/>
                </a:lnTo>
                <a:lnTo>
                  <a:pt x="4053" y="1493"/>
                </a:lnTo>
                <a:lnTo>
                  <a:pt x="4053" y="1489"/>
                </a:lnTo>
                <a:lnTo>
                  <a:pt x="4053" y="1488"/>
                </a:lnTo>
                <a:lnTo>
                  <a:pt x="4052" y="1488"/>
                </a:lnTo>
                <a:lnTo>
                  <a:pt x="4051" y="1488"/>
                </a:lnTo>
                <a:lnTo>
                  <a:pt x="4052" y="1489"/>
                </a:lnTo>
                <a:lnTo>
                  <a:pt x="4052" y="1495"/>
                </a:lnTo>
                <a:lnTo>
                  <a:pt x="4050" y="1494"/>
                </a:lnTo>
                <a:lnTo>
                  <a:pt x="4049" y="1494"/>
                </a:lnTo>
                <a:lnTo>
                  <a:pt x="4049" y="1489"/>
                </a:lnTo>
                <a:lnTo>
                  <a:pt x="4049" y="1488"/>
                </a:lnTo>
                <a:lnTo>
                  <a:pt x="4050" y="1487"/>
                </a:lnTo>
                <a:lnTo>
                  <a:pt x="4051" y="1487"/>
                </a:lnTo>
                <a:lnTo>
                  <a:pt x="4052" y="1486"/>
                </a:lnTo>
                <a:lnTo>
                  <a:pt x="4053" y="1486"/>
                </a:lnTo>
                <a:lnTo>
                  <a:pt x="4054" y="1485"/>
                </a:lnTo>
                <a:lnTo>
                  <a:pt x="4054" y="1484"/>
                </a:lnTo>
                <a:lnTo>
                  <a:pt x="4053" y="1485"/>
                </a:lnTo>
                <a:lnTo>
                  <a:pt x="4052" y="1485"/>
                </a:lnTo>
                <a:lnTo>
                  <a:pt x="4050" y="1486"/>
                </a:lnTo>
                <a:lnTo>
                  <a:pt x="4049" y="1487"/>
                </a:lnTo>
                <a:lnTo>
                  <a:pt x="4048" y="1488"/>
                </a:lnTo>
                <a:lnTo>
                  <a:pt x="4047" y="1489"/>
                </a:lnTo>
                <a:lnTo>
                  <a:pt x="4047" y="1490"/>
                </a:lnTo>
                <a:lnTo>
                  <a:pt x="4047" y="1493"/>
                </a:lnTo>
                <a:lnTo>
                  <a:pt x="4045" y="1492"/>
                </a:lnTo>
                <a:lnTo>
                  <a:pt x="4045" y="1487"/>
                </a:lnTo>
                <a:lnTo>
                  <a:pt x="4044" y="1487"/>
                </a:lnTo>
                <a:lnTo>
                  <a:pt x="4044" y="1486"/>
                </a:lnTo>
                <a:lnTo>
                  <a:pt x="4043" y="1487"/>
                </a:lnTo>
                <a:lnTo>
                  <a:pt x="4042" y="1488"/>
                </a:lnTo>
                <a:lnTo>
                  <a:pt x="4042" y="1487"/>
                </a:lnTo>
                <a:lnTo>
                  <a:pt x="4041" y="1487"/>
                </a:lnTo>
                <a:lnTo>
                  <a:pt x="4040" y="1487"/>
                </a:lnTo>
                <a:lnTo>
                  <a:pt x="4039" y="1487"/>
                </a:lnTo>
                <a:lnTo>
                  <a:pt x="4039" y="1486"/>
                </a:lnTo>
                <a:lnTo>
                  <a:pt x="4038" y="1486"/>
                </a:lnTo>
                <a:lnTo>
                  <a:pt x="4038" y="1485"/>
                </a:lnTo>
                <a:lnTo>
                  <a:pt x="4038" y="1486"/>
                </a:lnTo>
                <a:lnTo>
                  <a:pt x="4037" y="1486"/>
                </a:lnTo>
                <a:lnTo>
                  <a:pt x="4036" y="1486"/>
                </a:lnTo>
                <a:lnTo>
                  <a:pt x="4036" y="1485"/>
                </a:lnTo>
                <a:lnTo>
                  <a:pt x="4036" y="1486"/>
                </a:lnTo>
                <a:lnTo>
                  <a:pt x="4035" y="1486"/>
                </a:lnTo>
                <a:lnTo>
                  <a:pt x="4034" y="1486"/>
                </a:lnTo>
                <a:lnTo>
                  <a:pt x="4033" y="1485"/>
                </a:lnTo>
                <a:lnTo>
                  <a:pt x="4032" y="1484"/>
                </a:lnTo>
                <a:lnTo>
                  <a:pt x="4030" y="1483"/>
                </a:lnTo>
                <a:lnTo>
                  <a:pt x="4029" y="1482"/>
                </a:lnTo>
                <a:lnTo>
                  <a:pt x="4028" y="1480"/>
                </a:lnTo>
                <a:lnTo>
                  <a:pt x="4028" y="1479"/>
                </a:lnTo>
                <a:lnTo>
                  <a:pt x="4027" y="1479"/>
                </a:lnTo>
                <a:lnTo>
                  <a:pt x="4027" y="1478"/>
                </a:lnTo>
                <a:lnTo>
                  <a:pt x="4027" y="1477"/>
                </a:lnTo>
                <a:lnTo>
                  <a:pt x="4026" y="1476"/>
                </a:lnTo>
                <a:lnTo>
                  <a:pt x="4026" y="1475"/>
                </a:lnTo>
                <a:lnTo>
                  <a:pt x="4025" y="1475"/>
                </a:lnTo>
                <a:lnTo>
                  <a:pt x="4025" y="1474"/>
                </a:lnTo>
                <a:lnTo>
                  <a:pt x="4024" y="1474"/>
                </a:lnTo>
                <a:lnTo>
                  <a:pt x="4024" y="1473"/>
                </a:lnTo>
                <a:lnTo>
                  <a:pt x="4023" y="1472"/>
                </a:lnTo>
                <a:lnTo>
                  <a:pt x="4022" y="1472"/>
                </a:lnTo>
                <a:lnTo>
                  <a:pt x="4023" y="1471"/>
                </a:lnTo>
                <a:lnTo>
                  <a:pt x="4022" y="1470"/>
                </a:lnTo>
                <a:lnTo>
                  <a:pt x="4020" y="1470"/>
                </a:lnTo>
                <a:lnTo>
                  <a:pt x="4020" y="1469"/>
                </a:lnTo>
                <a:lnTo>
                  <a:pt x="4018" y="1468"/>
                </a:lnTo>
                <a:lnTo>
                  <a:pt x="4017" y="1468"/>
                </a:lnTo>
                <a:lnTo>
                  <a:pt x="4017" y="1467"/>
                </a:lnTo>
                <a:lnTo>
                  <a:pt x="4017" y="1468"/>
                </a:lnTo>
                <a:lnTo>
                  <a:pt x="4016" y="1468"/>
                </a:lnTo>
                <a:lnTo>
                  <a:pt x="4015" y="1468"/>
                </a:lnTo>
                <a:lnTo>
                  <a:pt x="4014" y="1468"/>
                </a:lnTo>
                <a:lnTo>
                  <a:pt x="4014" y="1467"/>
                </a:lnTo>
                <a:lnTo>
                  <a:pt x="4011" y="1467"/>
                </a:lnTo>
                <a:lnTo>
                  <a:pt x="4010" y="1467"/>
                </a:lnTo>
                <a:lnTo>
                  <a:pt x="4009" y="1467"/>
                </a:lnTo>
                <a:lnTo>
                  <a:pt x="4008" y="1467"/>
                </a:lnTo>
                <a:lnTo>
                  <a:pt x="4008" y="1468"/>
                </a:lnTo>
                <a:lnTo>
                  <a:pt x="4007" y="1468"/>
                </a:lnTo>
                <a:lnTo>
                  <a:pt x="4006" y="1468"/>
                </a:lnTo>
                <a:lnTo>
                  <a:pt x="4006" y="1469"/>
                </a:lnTo>
                <a:lnTo>
                  <a:pt x="4007" y="1471"/>
                </a:lnTo>
                <a:lnTo>
                  <a:pt x="4006" y="1471"/>
                </a:lnTo>
                <a:lnTo>
                  <a:pt x="4005" y="1472"/>
                </a:lnTo>
                <a:lnTo>
                  <a:pt x="4004" y="1468"/>
                </a:lnTo>
                <a:lnTo>
                  <a:pt x="4003" y="1469"/>
                </a:lnTo>
                <a:lnTo>
                  <a:pt x="3999" y="1470"/>
                </a:lnTo>
                <a:lnTo>
                  <a:pt x="4000" y="1472"/>
                </a:lnTo>
                <a:lnTo>
                  <a:pt x="4000" y="1473"/>
                </a:lnTo>
                <a:lnTo>
                  <a:pt x="4000" y="1472"/>
                </a:lnTo>
                <a:lnTo>
                  <a:pt x="3999" y="1471"/>
                </a:lnTo>
                <a:lnTo>
                  <a:pt x="3999" y="1472"/>
                </a:lnTo>
                <a:lnTo>
                  <a:pt x="4000" y="1472"/>
                </a:lnTo>
                <a:lnTo>
                  <a:pt x="4000" y="1473"/>
                </a:lnTo>
                <a:lnTo>
                  <a:pt x="3999" y="1472"/>
                </a:lnTo>
                <a:lnTo>
                  <a:pt x="3998" y="1471"/>
                </a:lnTo>
                <a:lnTo>
                  <a:pt x="3998" y="1472"/>
                </a:lnTo>
                <a:lnTo>
                  <a:pt x="3999" y="1473"/>
                </a:lnTo>
                <a:lnTo>
                  <a:pt x="3998" y="1473"/>
                </a:lnTo>
                <a:lnTo>
                  <a:pt x="3998" y="1472"/>
                </a:lnTo>
                <a:lnTo>
                  <a:pt x="3997" y="1471"/>
                </a:lnTo>
                <a:lnTo>
                  <a:pt x="3996" y="1472"/>
                </a:lnTo>
                <a:lnTo>
                  <a:pt x="3995" y="1472"/>
                </a:lnTo>
                <a:lnTo>
                  <a:pt x="3995" y="1473"/>
                </a:lnTo>
                <a:lnTo>
                  <a:pt x="3996" y="1473"/>
                </a:lnTo>
                <a:lnTo>
                  <a:pt x="3995" y="1473"/>
                </a:lnTo>
                <a:lnTo>
                  <a:pt x="3994" y="1473"/>
                </a:lnTo>
                <a:lnTo>
                  <a:pt x="3995" y="1474"/>
                </a:lnTo>
                <a:lnTo>
                  <a:pt x="3994" y="1474"/>
                </a:lnTo>
                <a:lnTo>
                  <a:pt x="3994" y="1475"/>
                </a:lnTo>
                <a:lnTo>
                  <a:pt x="3993" y="1475"/>
                </a:lnTo>
                <a:lnTo>
                  <a:pt x="3992" y="1475"/>
                </a:lnTo>
                <a:lnTo>
                  <a:pt x="3992" y="1476"/>
                </a:lnTo>
                <a:lnTo>
                  <a:pt x="3997" y="1479"/>
                </a:lnTo>
                <a:lnTo>
                  <a:pt x="3996" y="1480"/>
                </a:lnTo>
                <a:lnTo>
                  <a:pt x="3995" y="1482"/>
                </a:lnTo>
                <a:lnTo>
                  <a:pt x="3994" y="1482"/>
                </a:lnTo>
                <a:lnTo>
                  <a:pt x="3993" y="1482"/>
                </a:lnTo>
                <a:lnTo>
                  <a:pt x="3992" y="1481"/>
                </a:lnTo>
                <a:lnTo>
                  <a:pt x="3989" y="1480"/>
                </a:lnTo>
                <a:lnTo>
                  <a:pt x="3988" y="1480"/>
                </a:lnTo>
                <a:lnTo>
                  <a:pt x="3987" y="1480"/>
                </a:lnTo>
                <a:lnTo>
                  <a:pt x="3986" y="1481"/>
                </a:lnTo>
                <a:lnTo>
                  <a:pt x="3987" y="1481"/>
                </a:lnTo>
                <a:lnTo>
                  <a:pt x="3987" y="1482"/>
                </a:lnTo>
                <a:lnTo>
                  <a:pt x="3989" y="1482"/>
                </a:lnTo>
                <a:lnTo>
                  <a:pt x="3990" y="1483"/>
                </a:lnTo>
                <a:lnTo>
                  <a:pt x="3991" y="1483"/>
                </a:lnTo>
                <a:lnTo>
                  <a:pt x="3993" y="1484"/>
                </a:lnTo>
                <a:lnTo>
                  <a:pt x="3994" y="1488"/>
                </a:lnTo>
                <a:lnTo>
                  <a:pt x="3995" y="1488"/>
                </a:lnTo>
                <a:lnTo>
                  <a:pt x="3996" y="1489"/>
                </a:lnTo>
                <a:lnTo>
                  <a:pt x="3996" y="1490"/>
                </a:lnTo>
                <a:lnTo>
                  <a:pt x="3995" y="1491"/>
                </a:lnTo>
                <a:lnTo>
                  <a:pt x="3995" y="1492"/>
                </a:lnTo>
                <a:lnTo>
                  <a:pt x="3996" y="1493"/>
                </a:lnTo>
                <a:lnTo>
                  <a:pt x="3995" y="1492"/>
                </a:lnTo>
                <a:lnTo>
                  <a:pt x="3994" y="1492"/>
                </a:lnTo>
                <a:lnTo>
                  <a:pt x="3992" y="1491"/>
                </a:lnTo>
                <a:lnTo>
                  <a:pt x="3992" y="1490"/>
                </a:lnTo>
                <a:lnTo>
                  <a:pt x="3992" y="1489"/>
                </a:lnTo>
                <a:lnTo>
                  <a:pt x="3991" y="1485"/>
                </a:lnTo>
                <a:lnTo>
                  <a:pt x="3990" y="1485"/>
                </a:lnTo>
                <a:lnTo>
                  <a:pt x="3989" y="1485"/>
                </a:lnTo>
                <a:lnTo>
                  <a:pt x="3990" y="1485"/>
                </a:lnTo>
                <a:lnTo>
                  <a:pt x="3990" y="1486"/>
                </a:lnTo>
                <a:lnTo>
                  <a:pt x="3990" y="1487"/>
                </a:lnTo>
                <a:lnTo>
                  <a:pt x="3990" y="1488"/>
                </a:lnTo>
                <a:lnTo>
                  <a:pt x="3990" y="1489"/>
                </a:lnTo>
                <a:lnTo>
                  <a:pt x="3991" y="1490"/>
                </a:lnTo>
                <a:lnTo>
                  <a:pt x="3991" y="1491"/>
                </a:lnTo>
                <a:lnTo>
                  <a:pt x="3992" y="1492"/>
                </a:lnTo>
                <a:lnTo>
                  <a:pt x="3992" y="1493"/>
                </a:lnTo>
                <a:lnTo>
                  <a:pt x="3991" y="1492"/>
                </a:lnTo>
                <a:lnTo>
                  <a:pt x="3990" y="1492"/>
                </a:lnTo>
                <a:lnTo>
                  <a:pt x="3989" y="1492"/>
                </a:lnTo>
                <a:lnTo>
                  <a:pt x="3989" y="1491"/>
                </a:lnTo>
                <a:lnTo>
                  <a:pt x="3988" y="1491"/>
                </a:lnTo>
                <a:lnTo>
                  <a:pt x="3987" y="1491"/>
                </a:lnTo>
                <a:lnTo>
                  <a:pt x="3986" y="1491"/>
                </a:lnTo>
                <a:lnTo>
                  <a:pt x="3986" y="1490"/>
                </a:lnTo>
                <a:lnTo>
                  <a:pt x="3985" y="1491"/>
                </a:lnTo>
                <a:lnTo>
                  <a:pt x="3986" y="1491"/>
                </a:lnTo>
                <a:lnTo>
                  <a:pt x="3986" y="1492"/>
                </a:lnTo>
                <a:lnTo>
                  <a:pt x="3988" y="1492"/>
                </a:lnTo>
                <a:lnTo>
                  <a:pt x="3989" y="1493"/>
                </a:lnTo>
                <a:lnTo>
                  <a:pt x="3990" y="1493"/>
                </a:lnTo>
                <a:lnTo>
                  <a:pt x="3991" y="1493"/>
                </a:lnTo>
                <a:lnTo>
                  <a:pt x="3992" y="1493"/>
                </a:lnTo>
                <a:lnTo>
                  <a:pt x="3993" y="1493"/>
                </a:lnTo>
                <a:lnTo>
                  <a:pt x="3994" y="1494"/>
                </a:lnTo>
                <a:lnTo>
                  <a:pt x="3997" y="1495"/>
                </a:lnTo>
                <a:lnTo>
                  <a:pt x="4000" y="1495"/>
                </a:lnTo>
                <a:lnTo>
                  <a:pt x="4000" y="1496"/>
                </a:lnTo>
                <a:lnTo>
                  <a:pt x="4000" y="1497"/>
                </a:lnTo>
                <a:lnTo>
                  <a:pt x="3995" y="1496"/>
                </a:lnTo>
                <a:lnTo>
                  <a:pt x="3994" y="1496"/>
                </a:lnTo>
                <a:lnTo>
                  <a:pt x="3989" y="1494"/>
                </a:lnTo>
                <a:lnTo>
                  <a:pt x="3988" y="1494"/>
                </a:lnTo>
                <a:lnTo>
                  <a:pt x="3987" y="1494"/>
                </a:lnTo>
                <a:lnTo>
                  <a:pt x="3986" y="1493"/>
                </a:lnTo>
                <a:lnTo>
                  <a:pt x="3985" y="1492"/>
                </a:lnTo>
                <a:lnTo>
                  <a:pt x="3985" y="1491"/>
                </a:lnTo>
                <a:lnTo>
                  <a:pt x="3984" y="1491"/>
                </a:lnTo>
                <a:lnTo>
                  <a:pt x="3985" y="1491"/>
                </a:lnTo>
                <a:lnTo>
                  <a:pt x="3985" y="1492"/>
                </a:lnTo>
                <a:lnTo>
                  <a:pt x="3985" y="1493"/>
                </a:lnTo>
                <a:lnTo>
                  <a:pt x="3986" y="1493"/>
                </a:lnTo>
                <a:lnTo>
                  <a:pt x="3986" y="1494"/>
                </a:lnTo>
                <a:lnTo>
                  <a:pt x="3987" y="1494"/>
                </a:lnTo>
                <a:lnTo>
                  <a:pt x="3987" y="1495"/>
                </a:lnTo>
                <a:lnTo>
                  <a:pt x="3989" y="1495"/>
                </a:lnTo>
                <a:lnTo>
                  <a:pt x="3990" y="1495"/>
                </a:lnTo>
                <a:lnTo>
                  <a:pt x="3990" y="1497"/>
                </a:lnTo>
                <a:lnTo>
                  <a:pt x="3991" y="1498"/>
                </a:lnTo>
                <a:lnTo>
                  <a:pt x="3992" y="1496"/>
                </a:lnTo>
                <a:lnTo>
                  <a:pt x="3995" y="1497"/>
                </a:lnTo>
                <a:lnTo>
                  <a:pt x="3994" y="1499"/>
                </a:lnTo>
                <a:lnTo>
                  <a:pt x="3995" y="1499"/>
                </a:lnTo>
                <a:lnTo>
                  <a:pt x="3996" y="1497"/>
                </a:lnTo>
                <a:lnTo>
                  <a:pt x="3998" y="1498"/>
                </a:lnTo>
                <a:lnTo>
                  <a:pt x="3996" y="1501"/>
                </a:lnTo>
                <a:lnTo>
                  <a:pt x="3996" y="1502"/>
                </a:lnTo>
                <a:lnTo>
                  <a:pt x="3997" y="1503"/>
                </a:lnTo>
                <a:lnTo>
                  <a:pt x="3996" y="1504"/>
                </a:lnTo>
                <a:lnTo>
                  <a:pt x="3994" y="1503"/>
                </a:lnTo>
                <a:lnTo>
                  <a:pt x="3993" y="1502"/>
                </a:lnTo>
                <a:lnTo>
                  <a:pt x="3991" y="1502"/>
                </a:lnTo>
                <a:lnTo>
                  <a:pt x="3987" y="1500"/>
                </a:lnTo>
                <a:lnTo>
                  <a:pt x="3987" y="1501"/>
                </a:lnTo>
                <a:lnTo>
                  <a:pt x="3986" y="1501"/>
                </a:lnTo>
                <a:lnTo>
                  <a:pt x="3985" y="1501"/>
                </a:lnTo>
                <a:lnTo>
                  <a:pt x="3984" y="1501"/>
                </a:lnTo>
                <a:lnTo>
                  <a:pt x="3982" y="1500"/>
                </a:lnTo>
                <a:lnTo>
                  <a:pt x="3982" y="1501"/>
                </a:lnTo>
                <a:lnTo>
                  <a:pt x="3983" y="1501"/>
                </a:lnTo>
                <a:lnTo>
                  <a:pt x="3984" y="1501"/>
                </a:lnTo>
                <a:lnTo>
                  <a:pt x="3985" y="1502"/>
                </a:lnTo>
                <a:lnTo>
                  <a:pt x="3986" y="1502"/>
                </a:lnTo>
                <a:lnTo>
                  <a:pt x="3987" y="1502"/>
                </a:lnTo>
                <a:lnTo>
                  <a:pt x="3989" y="1503"/>
                </a:lnTo>
                <a:lnTo>
                  <a:pt x="3988" y="1505"/>
                </a:lnTo>
                <a:lnTo>
                  <a:pt x="3987" y="1504"/>
                </a:lnTo>
                <a:lnTo>
                  <a:pt x="3983" y="1503"/>
                </a:lnTo>
                <a:lnTo>
                  <a:pt x="3982" y="1504"/>
                </a:lnTo>
                <a:lnTo>
                  <a:pt x="3987" y="1506"/>
                </a:lnTo>
                <a:lnTo>
                  <a:pt x="3987" y="1507"/>
                </a:lnTo>
                <a:lnTo>
                  <a:pt x="3986" y="1507"/>
                </a:lnTo>
                <a:lnTo>
                  <a:pt x="3984" y="1507"/>
                </a:lnTo>
                <a:lnTo>
                  <a:pt x="3981" y="1506"/>
                </a:lnTo>
                <a:lnTo>
                  <a:pt x="3980" y="1506"/>
                </a:lnTo>
                <a:lnTo>
                  <a:pt x="3979" y="1505"/>
                </a:lnTo>
                <a:lnTo>
                  <a:pt x="3978" y="1505"/>
                </a:lnTo>
                <a:lnTo>
                  <a:pt x="3978" y="1506"/>
                </a:lnTo>
                <a:lnTo>
                  <a:pt x="3977" y="1506"/>
                </a:lnTo>
                <a:lnTo>
                  <a:pt x="3975" y="1508"/>
                </a:lnTo>
                <a:lnTo>
                  <a:pt x="3975" y="1509"/>
                </a:lnTo>
                <a:lnTo>
                  <a:pt x="3974" y="1510"/>
                </a:lnTo>
                <a:lnTo>
                  <a:pt x="3974" y="1511"/>
                </a:lnTo>
                <a:lnTo>
                  <a:pt x="3974" y="1512"/>
                </a:lnTo>
                <a:lnTo>
                  <a:pt x="3973" y="1512"/>
                </a:lnTo>
                <a:lnTo>
                  <a:pt x="3974" y="1513"/>
                </a:lnTo>
                <a:lnTo>
                  <a:pt x="3975" y="1513"/>
                </a:lnTo>
                <a:lnTo>
                  <a:pt x="3975" y="1514"/>
                </a:lnTo>
                <a:lnTo>
                  <a:pt x="3974" y="1514"/>
                </a:lnTo>
                <a:lnTo>
                  <a:pt x="3973" y="1514"/>
                </a:lnTo>
                <a:lnTo>
                  <a:pt x="3975" y="1515"/>
                </a:lnTo>
                <a:lnTo>
                  <a:pt x="3976" y="1515"/>
                </a:lnTo>
                <a:lnTo>
                  <a:pt x="3976" y="1519"/>
                </a:lnTo>
                <a:lnTo>
                  <a:pt x="3977" y="1519"/>
                </a:lnTo>
                <a:lnTo>
                  <a:pt x="3977" y="1516"/>
                </a:lnTo>
                <a:lnTo>
                  <a:pt x="3979" y="1515"/>
                </a:lnTo>
                <a:lnTo>
                  <a:pt x="3983" y="1515"/>
                </a:lnTo>
                <a:lnTo>
                  <a:pt x="3983" y="1518"/>
                </a:lnTo>
                <a:lnTo>
                  <a:pt x="3985" y="1518"/>
                </a:lnTo>
                <a:lnTo>
                  <a:pt x="3985" y="1515"/>
                </a:lnTo>
                <a:lnTo>
                  <a:pt x="3986" y="1515"/>
                </a:lnTo>
                <a:lnTo>
                  <a:pt x="3986" y="1524"/>
                </a:lnTo>
                <a:lnTo>
                  <a:pt x="3976" y="1524"/>
                </a:lnTo>
                <a:lnTo>
                  <a:pt x="3976" y="1523"/>
                </a:lnTo>
                <a:lnTo>
                  <a:pt x="3973" y="1523"/>
                </a:lnTo>
                <a:lnTo>
                  <a:pt x="3973" y="1524"/>
                </a:lnTo>
                <a:lnTo>
                  <a:pt x="3973" y="1525"/>
                </a:lnTo>
                <a:lnTo>
                  <a:pt x="3974" y="1525"/>
                </a:lnTo>
                <a:lnTo>
                  <a:pt x="3974" y="1527"/>
                </a:lnTo>
                <a:lnTo>
                  <a:pt x="3975" y="1527"/>
                </a:lnTo>
                <a:lnTo>
                  <a:pt x="3975" y="1529"/>
                </a:lnTo>
                <a:lnTo>
                  <a:pt x="3973" y="1529"/>
                </a:lnTo>
                <a:lnTo>
                  <a:pt x="3974" y="1529"/>
                </a:lnTo>
                <a:lnTo>
                  <a:pt x="3974" y="1530"/>
                </a:lnTo>
                <a:lnTo>
                  <a:pt x="3974" y="1531"/>
                </a:lnTo>
                <a:lnTo>
                  <a:pt x="3974" y="1532"/>
                </a:lnTo>
                <a:lnTo>
                  <a:pt x="3975" y="1533"/>
                </a:lnTo>
                <a:lnTo>
                  <a:pt x="3975" y="1534"/>
                </a:lnTo>
                <a:lnTo>
                  <a:pt x="3975" y="1535"/>
                </a:lnTo>
                <a:lnTo>
                  <a:pt x="3976" y="1536"/>
                </a:lnTo>
                <a:lnTo>
                  <a:pt x="3976" y="1537"/>
                </a:lnTo>
                <a:lnTo>
                  <a:pt x="3977" y="1539"/>
                </a:lnTo>
                <a:lnTo>
                  <a:pt x="3977" y="1540"/>
                </a:lnTo>
                <a:lnTo>
                  <a:pt x="3978" y="1541"/>
                </a:lnTo>
                <a:lnTo>
                  <a:pt x="3978" y="1542"/>
                </a:lnTo>
                <a:lnTo>
                  <a:pt x="3977" y="1542"/>
                </a:lnTo>
                <a:lnTo>
                  <a:pt x="3978" y="1542"/>
                </a:lnTo>
                <a:lnTo>
                  <a:pt x="3979" y="1543"/>
                </a:lnTo>
                <a:lnTo>
                  <a:pt x="3980" y="1544"/>
                </a:lnTo>
                <a:lnTo>
                  <a:pt x="3980" y="1545"/>
                </a:lnTo>
                <a:lnTo>
                  <a:pt x="3981" y="1546"/>
                </a:lnTo>
                <a:lnTo>
                  <a:pt x="3981" y="1547"/>
                </a:lnTo>
                <a:lnTo>
                  <a:pt x="3982" y="1547"/>
                </a:lnTo>
                <a:lnTo>
                  <a:pt x="3982" y="1548"/>
                </a:lnTo>
                <a:lnTo>
                  <a:pt x="3982" y="1549"/>
                </a:lnTo>
                <a:lnTo>
                  <a:pt x="3983" y="1550"/>
                </a:lnTo>
                <a:lnTo>
                  <a:pt x="3983" y="1551"/>
                </a:lnTo>
                <a:lnTo>
                  <a:pt x="3984" y="1552"/>
                </a:lnTo>
                <a:lnTo>
                  <a:pt x="3985" y="1553"/>
                </a:lnTo>
                <a:lnTo>
                  <a:pt x="3986" y="1554"/>
                </a:lnTo>
                <a:lnTo>
                  <a:pt x="3986" y="1555"/>
                </a:lnTo>
                <a:lnTo>
                  <a:pt x="3987" y="1556"/>
                </a:lnTo>
                <a:lnTo>
                  <a:pt x="3987" y="1557"/>
                </a:lnTo>
                <a:lnTo>
                  <a:pt x="3988" y="1557"/>
                </a:lnTo>
                <a:lnTo>
                  <a:pt x="3989" y="1557"/>
                </a:lnTo>
                <a:lnTo>
                  <a:pt x="3989" y="1558"/>
                </a:lnTo>
                <a:lnTo>
                  <a:pt x="3989" y="1559"/>
                </a:lnTo>
                <a:lnTo>
                  <a:pt x="3990" y="1559"/>
                </a:lnTo>
                <a:lnTo>
                  <a:pt x="3990" y="1558"/>
                </a:lnTo>
                <a:lnTo>
                  <a:pt x="3990" y="1557"/>
                </a:lnTo>
                <a:lnTo>
                  <a:pt x="3991" y="1556"/>
                </a:lnTo>
                <a:lnTo>
                  <a:pt x="3992" y="1557"/>
                </a:lnTo>
                <a:lnTo>
                  <a:pt x="3993" y="1556"/>
                </a:lnTo>
                <a:lnTo>
                  <a:pt x="3994" y="1557"/>
                </a:lnTo>
                <a:lnTo>
                  <a:pt x="3996" y="1555"/>
                </a:lnTo>
                <a:lnTo>
                  <a:pt x="3997" y="1556"/>
                </a:lnTo>
                <a:lnTo>
                  <a:pt x="3998" y="1556"/>
                </a:lnTo>
                <a:lnTo>
                  <a:pt x="3995" y="1558"/>
                </a:lnTo>
                <a:lnTo>
                  <a:pt x="3996" y="1559"/>
                </a:lnTo>
                <a:lnTo>
                  <a:pt x="3999" y="1556"/>
                </a:lnTo>
                <a:lnTo>
                  <a:pt x="4003" y="1555"/>
                </a:lnTo>
                <a:lnTo>
                  <a:pt x="4005" y="1554"/>
                </a:lnTo>
                <a:lnTo>
                  <a:pt x="4006" y="1555"/>
                </a:lnTo>
                <a:lnTo>
                  <a:pt x="4004" y="1556"/>
                </a:lnTo>
                <a:lnTo>
                  <a:pt x="4004" y="1557"/>
                </a:lnTo>
                <a:lnTo>
                  <a:pt x="4001" y="1558"/>
                </a:lnTo>
                <a:lnTo>
                  <a:pt x="4000" y="1558"/>
                </a:lnTo>
                <a:lnTo>
                  <a:pt x="3999" y="1558"/>
                </a:lnTo>
                <a:lnTo>
                  <a:pt x="3999" y="1559"/>
                </a:lnTo>
                <a:lnTo>
                  <a:pt x="4000" y="1560"/>
                </a:lnTo>
                <a:lnTo>
                  <a:pt x="4001" y="1559"/>
                </a:lnTo>
                <a:lnTo>
                  <a:pt x="4001" y="1560"/>
                </a:lnTo>
                <a:lnTo>
                  <a:pt x="4002" y="1559"/>
                </a:lnTo>
                <a:lnTo>
                  <a:pt x="4001" y="1560"/>
                </a:lnTo>
                <a:lnTo>
                  <a:pt x="4000" y="1561"/>
                </a:lnTo>
                <a:lnTo>
                  <a:pt x="3997" y="1563"/>
                </a:lnTo>
                <a:lnTo>
                  <a:pt x="3997" y="1564"/>
                </a:lnTo>
                <a:lnTo>
                  <a:pt x="3997" y="1565"/>
                </a:lnTo>
                <a:lnTo>
                  <a:pt x="3998" y="1565"/>
                </a:lnTo>
                <a:lnTo>
                  <a:pt x="3999" y="1565"/>
                </a:lnTo>
                <a:lnTo>
                  <a:pt x="4000" y="1566"/>
                </a:lnTo>
                <a:lnTo>
                  <a:pt x="4000" y="1567"/>
                </a:lnTo>
                <a:lnTo>
                  <a:pt x="4001" y="1567"/>
                </a:lnTo>
                <a:lnTo>
                  <a:pt x="4001" y="1566"/>
                </a:lnTo>
                <a:lnTo>
                  <a:pt x="4002" y="1567"/>
                </a:lnTo>
                <a:lnTo>
                  <a:pt x="4004" y="1567"/>
                </a:lnTo>
                <a:lnTo>
                  <a:pt x="4004" y="1568"/>
                </a:lnTo>
                <a:lnTo>
                  <a:pt x="4005" y="1568"/>
                </a:lnTo>
                <a:lnTo>
                  <a:pt x="4006" y="1568"/>
                </a:lnTo>
                <a:lnTo>
                  <a:pt x="4007" y="1569"/>
                </a:lnTo>
                <a:lnTo>
                  <a:pt x="4007" y="1570"/>
                </a:lnTo>
                <a:lnTo>
                  <a:pt x="4007" y="1571"/>
                </a:lnTo>
                <a:lnTo>
                  <a:pt x="4008" y="1571"/>
                </a:lnTo>
                <a:lnTo>
                  <a:pt x="4008" y="1572"/>
                </a:lnTo>
                <a:lnTo>
                  <a:pt x="4009" y="1573"/>
                </a:lnTo>
                <a:lnTo>
                  <a:pt x="4010" y="1572"/>
                </a:lnTo>
                <a:lnTo>
                  <a:pt x="4011" y="1572"/>
                </a:lnTo>
                <a:lnTo>
                  <a:pt x="4012" y="1572"/>
                </a:lnTo>
                <a:lnTo>
                  <a:pt x="4014" y="1573"/>
                </a:lnTo>
                <a:lnTo>
                  <a:pt x="4014" y="1574"/>
                </a:lnTo>
                <a:lnTo>
                  <a:pt x="4015" y="1574"/>
                </a:lnTo>
                <a:lnTo>
                  <a:pt x="4016" y="1574"/>
                </a:lnTo>
                <a:lnTo>
                  <a:pt x="4016" y="1575"/>
                </a:lnTo>
                <a:lnTo>
                  <a:pt x="4017" y="1575"/>
                </a:lnTo>
                <a:lnTo>
                  <a:pt x="4017" y="1576"/>
                </a:lnTo>
                <a:lnTo>
                  <a:pt x="4018" y="1576"/>
                </a:lnTo>
                <a:lnTo>
                  <a:pt x="4017" y="1576"/>
                </a:lnTo>
                <a:lnTo>
                  <a:pt x="4017" y="1577"/>
                </a:lnTo>
                <a:lnTo>
                  <a:pt x="4016" y="1578"/>
                </a:lnTo>
                <a:lnTo>
                  <a:pt x="4017" y="1578"/>
                </a:lnTo>
                <a:lnTo>
                  <a:pt x="4019" y="1578"/>
                </a:lnTo>
                <a:lnTo>
                  <a:pt x="4020" y="1578"/>
                </a:lnTo>
                <a:lnTo>
                  <a:pt x="4020" y="1577"/>
                </a:lnTo>
                <a:lnTo>
                  <a:pt x="4020" y="1578"/>
                </a:lnTo>
                <a:lnTo>
                  <a:pt x="4020" y="1577"/>
                </a:lnTo>
                <a:lnTo>
                  <a:pt x="4022" y="1577"/>
                </a:lnTo>
                <a:lnTo>
                  <a:pt x="4023" y="1577"/>
                </a:lnTo>
                <a:lnTo>
                  <a:pt x="4024" y="1578"/>
                </a:lnTo>
                <a:lnTo>
                  <a:pt x="4025" y="1578"/>
                </a:lnTo>
                <a:lnTo>
                  <a:pt x="4026" y="1578"/>
                </a:lnTo>
                <a:lnTo>
                  <a:pt x="4028" y="1578"/>
                </a:lnTo>
                <a:lnTo>
                  <a:pt x="4029" y="1578"/>
                </a:lnTo>
                <a:lnTo>
                  <a:pt x="4030" y="1578"/>
                </a:lnTo>
                <a:lnTo>
                  <a:pt x="4031" y="1578"/>
                </a:lnTo>
                <a:lnTo>
                  <a:pt x="4032" y="1579"/>
                </a:lnTo>
                <a:lnTo>
                  <a:pt x="4034" y="1579"/>
                </a:lnTo>
                <a:lnTo>
                  <a:pt x="4034" y="1580"/>
                </a:lnTo>
                <a:lnTo>
                  <a:pt x="4035" y="1580"/>
                </a:lnTo>
                <a:lnTo>
                  <a:pt x="4035" y="1579"/>
                </a:lnTo>
                <a:lnTo>
                  <a:pt x="4036" y="1580"/>
                </a:lnTo>
                <a:lnTo>
                  <a:pt x="4037" y="1580"/>
                </a:lnTo>
                <a:lnTo>
                  <a:pt x="4038" y="1580"/>
                </a:lnTo>
                <a:lnTo>
                  <a:pt x="4038" y="1581"/>
                </a:lnTo>
                <a:lnTo>
                  <a:pt x="4038" y="1580"/>
                </a:lnTo>
                <a:lnTo>
                  <a:pt x="4039" y="1580"/>
                </a:lnTo>
                <a:lnTo>
                  <a:pt x="4040" y="1580"/>
                </a:lnTo>
                <a:lnTo>
                  <a:pt x="4040" y="1581"/>
                </a:lnTo>
                <a:lnTo>
                  <a:pt x="4039" y="1581"/>
                </a:lnTo>
                <a:lnTo>
                  <a:pt x="4041" y="1581"/>
                </a:lnTo>
                <a:lnTo>
                  <a:pt x="4042" y="1582"/>
                </a:lnTo>
                <a:lnTo>
                  <a:pt x="4042" y="1583"/>
                </a:lnTo>
                <a:lnTo>
                  <a:pt x="4042" y="1584"/>
                </a:lnTo>
                <a:lnTo>
                  <a:pt x="4042" y="1583"/>
                </a:lnTo>
                <a:lnTo>
                  <a:pt x="4042" y="1581"/>
                </a:lnTo>
                <a:lnTo>
                  <a:pt x="4048" y="1581"/>
                </a:lnTo>
                <a:lnTo>
                  <a:pt x="4048" y="1582"/>
                </a:lnTo>
                <a:lnTo>
                  <a:pt x="4048" y="1583"/>
                </a:lnTo>
                <a:lnTo>
                  <a:pt x="4047" y="1583"/>
                </a:lnTo>
                <a:lnTo>
                  <a:pt x="4047" y="1584"/>
                </a:lnTo>
                <a:lnTo>
                  <a:pt x="4048" y="1585"/>
                </a:lnTo>
                <a:lnTo>
                  <a:pt x="4048" y="1584"/>
                </a:lnTo>
                <a:lnTo>
                  <a:pt x="4048" y="1583"/>
                </a:lnTo>
                <a:lnTo>
                  <a:pt x="4049" y="1582"/>
                </a:lnTo>
                <a:lnTo>
                  <a:pt x="4050" y="1582"/>
                </a:lnTo>
                <a:lnTo>
                  <a:pt x="4051" y="1582"/>
                </a:lnTo>
                <a:lnTo>
                  <a:pt x="4053" y="1582"/>
                </a:lnTo>
                <a:lnTo>
                  <a:pt x="4055" y="1582"/>
                </a:lnTo>
                <a:lnTo>
                  <a:pt x="4056" y="1583"/>
                </a:lnTo>
                <a:lnTo>
                  <a:pt x="4056" y="1585"/>
                </a:lnTo>
                <a:lnTo>
                  <a:pt x="4057" y="1585"/>
                </a:lnTo>
                <a:lnTo>
                  <a:pt x="4057" y="1587"/>
                </a:lnTo>
                <a:lnTo>
                  <a:pt x="4058" y="1587"/>
                </a:lnTo>
                <a:lnTo>
                  <a:pt x="4059" y="1588"/>
                </a:lnTo>
                <a:lnTo>
                  <a:pt x="4060" y="1587"/>
                </a:lnTo>
                <a:lnTo>
                  <a:pt x="4061" y="1587"/>
                </a:lnTo>
                <a:lnTo>
                  <a:pt x="4062" y="1588"/>
                </a:lnTo>
                <a:lnTo>
                  <a:pt x="4064" y="1588"/>
                </a:lnTo>
                <a:lnTo>
                  <a:pt x="4065" y="1588"/>
                </a:lnTo>
                <a:lnTo>
                  <a:pt x="4066" y="1588"/>
                </a:lnTo>
                <a:lnTo>
                  <a:pt x="4066" y="1587"/>
                </a:lnTo>
                <a:lnTo>
                  <a:pt x="4065" y="1587"/>
                </a:lnTo>
                <a:lnTo>
                  <a:pt x="4065" y="1586"/>
                </a:lnTo>
                <a:lnTo>
                  <a:pt x="4065" y="1585"/>
                </a:lnTo>
                <a:lnTo>
                  <a:pt x="4065" y="1584"/>
                </a:lnTo>
                <a:lnTo>
                  <a:pt x="4066" y="1584"/>
                </a:lnTo>
                <a:lnTo>
                  <a:pt x="4066" y="1583"/>
                </a:lnTo>
                <a:lnTo>
                  <a:pt x="4067" y="1584"/>
                </a:lnTo>
                <a:lnTo>
                  <a:pt x="4068" y="1584"/>
                </a:lnTo>
                <a:lnTo>
                  <a:pt x="4068" y="1583"/>
                </a:lnTo>
                <a:lnTo>
                  <a:pt x="4069" y="1583"/>
                </a:lnTo>
                <a:lnTo>
                  <a:pt x="4069" y="1582"/>
                </a:lnTo>
                <a:lnTo>
                  <a:pt x="4068" y="1582"/>
                </a:lnTo>
                <a:lnTo>
                  <a:pt x="4068" y="1581"/>
                </a:lnTo>
                <a:lnTo>
                  <a:pt x="4070" y="1580"/>
                </a:lnTo>
                <a:lnTo>
                  <a:pt x="4071" y="1580"/>
                </a:lnTo>
                <a:lnTo>
                  <a:pt x="4071" y="1581"/>
                </a:lnTo>
                <a:lnTo>
                  <a:pt x="4071" y="1582"/>
                </a:lnTo>
                <a:lnTo>
                  <a:pt x="4072" y="1582"/>
                </a:lnTo>
                <a:lnTo>
                  <a:pt x="4072" y="1581"/>
                </a:lnTo>
                <a:lnTo>
                  <a:pt x="4073" y="1581"/>
                </a:lnTo>
                <a:lnTo>
                  <a:pt x="4074" y="1581"/>
                </a:lnTo>
                <a:lnTo>
                  <a:pt x="4074" y="1582"/>
                </a:lnTo>
                <a:lnTo>
                  <a:pt x="4073" y="1582"/>
                </a:lnTo>
                <a:lnTo>
                  <a:pt x="4074" y="1582"/>
                </a:lnTo>
                <a:lnTo>
                  <a:pt x="4075" y="1582"/>
                </a:lnTo>
                <a:lnTo>
                  <a:pt x="4075" y="1583"/>
                </a:lnTo>
                <a:lnTo>
                  <a:pt x="4076" y="1583"/>
                </a:lnTo>
                <a:lnTo>
                  <a:pt x="4076" y="1584"/>
                </a:lnTo>
                <a:lnTo>
                  <a:pt x="4077" y="1584"/>
                </a:lnTo>
                <a:lnTo>
                  <a:pt x="4078" y="1584"/>
                </a:lnTo>
                <a:lnTo>
                  <a:pt x="4079" y="1584"/>
                </a:lnTo>
                <a:lnTo>
                  <a:pt x="4080" y="1584"/>
                </a:lnTo>
                <a:lnTo>
                  <a:pt x="4081" y="1584"/>
                </a:lnTo>
                <a:lnTo>
                  <a:pt x="4082" y="1584"/>
                </a:lnTo>
                <a:lnTo>
                  <a:pt x="4083" y="1584"/>
                </a:lnTo>
                <a:lnTo>
                  <a:pt x="4084" y="1583"/>
                </a:lnTo>
                <a:lnTo>
                  <a:pt x="4084" y="1581"/>
                </a:lnTo>
                <a:lnTo>
                  <a:pt x="4083" y="1581"/>
                </a:lnTo>
                <a:lnTo>
                  <a:pt x="4083" y="1580"/>
                </a:lnTo>
                <a:lnTo>
                  <a:pt x="4084" y="1580"/>
                </a:lnTo>
                <a:lnTo>
                  <a:pt x="4083" y="1579"/>
                </a:lnTo>
                <a:lnTo>
                  <a:pt x="4083" y="1578"/>
                </a:lnTo>
                <a:lnTo>
                  <a:pt x="4083" y="1577"/>
                </a:lnTo>
                <a:lnTo>
                  <a:pt x="4085" y="1577"/>
                </a:lnTo>
                <a:lnTo>
                  <a:pt x="4087" y="1577"/>
                </a:lnTo>
                <a:lnTo>
                  <a:pt x="4087" y="1578"/>
                </a:lnTo>
                <a:lnTo>
                  <a:pt x="4087" y="1580"/>
                </a:lnTo>
                <a:lnTo>
                  <a:pt x="4088" y="1580"/>
                </a:lnTo>
                <a:lnTo>
                  <a:pt x="4090" y="1580"/>
                </a:lnTo>
                <a:lnTo>
                  <a:pt x="4090" y="1579"/>
                </a:lnTo>
                <a:lnTo>
                  <a:pt x="4091" y="1578"/>
                </a:lnTo>
                <a:lnTo>
                  <a:pt x="4091" y="1579"/>
                </a:lnTo>
                <a:lnTo>
                  <a:pt x="4096" y="1582"/>
                </a:lnTo>
                <a:lnTo>
                  <a:pt x="4097" y="1583"/>
                </a:lnTo>
                <a:lnTo>
                  <a:pt x="4096" y="1583"/>
                </a:lnTo>
                <a:lnTo>
                  <a:pt x="4095" y="1584"/>
                </a:lnTo>
                <a:lnTo>
                  <a:pt x="4096" y="1584"/>
                </a:lnTo>
                <a:lnTo>
                  <a:pt x="4097" y="1584"/>
                </a:lnTo>
                <a:lnTo>
                  <a:pt x="4098" y="1584"/>
                </a:lnTo>
                <a:lnTo>
                  <a:pt x="4098" y="1586"/>
                </a:lnTo>
                <a:lnTo>
                  <a:pt x="4098" y="1587"/>
                </a:lnTo>
                <a:lnTo>
                  <a:pt x="4099" y="1587"/>
                </a:lnTo>
                <a:lnTo>
                  <a:pt x="4099" y="1588"/>
                </a:lnTo>
                <a:lnTo>
                  <a:pt x="4099" y="1589"/>
                </a:lnTo>
                <a:lnTo>
                  <a:pt x="4099" y="1590"/>
                </a:lnTo>
                <a:lnTo>
                  <a:pt x="4098" y="1590"/>
                </a:lnTo>
                <a:lnTo>
                  <a:pt x="4098" y="1591"/>
                </a:lnTo>
                <a:lnTo>
                  <a:pt x="4099" y="1592"/>
                </a:lnTo>
                <a:lnTo>
                  <a:pt x="4099" y="1593"/>
                </a:lnTo>
                <a:lnTo>
                  <a:pt x="4100" y="1594"/>
                </a:lnTo>
                <a:lnTo>
                  <a:pt x="4101" y="1597"/>
                </a:lnTo>
                <a:lnTo>
                  <a:pt x="4102" y="1597"/>
                </a:lnTo>
                <a:lnTo>
                  <a:pt x="4104" y="1597"/>
                </a:lnTo>
                <a:lnTo>
                  <a:pt x="4105" y="1598"/>
                </a:lnTo>
                <a:lnTo>
                  <a:pt x="4107" y="1599"/>
                </a:lnTo>
                <a:lnTo>
                  <a:pt x="4107" y="1600"/>
                </a:lnTo>
                <a:lnTo>
                  <a:pt x="4108" y="1600"/>
                </a:lnTo>
                <a:lnTo>
                  <a:pt x="4109" y="1601"/>
                </a:lnTo>
                <a:lnTo>
                  <a:pt x="4109" y="1604"/>
                </a:lnTo>
                <a:lnTo>
                  <a:pt x="4110" y="1607"/>
                </a:lnTo>
                <a:lnTo>
                  <a:pt x="4110" y="1608"/>
                </a:lnTo>
                <a:lnTo>
                  <a:pt x="4109" y="1609"/>
                </a:lnTo>
                <a:lnTo>
                  <a:pt x="4108" y="1609"/>
                </a:lnTo>
                <a:lnTo>
                  <a:pt x="4107" y="1609"/>
                </a:lnTo>
                <a:lnTo>
                  <a:pt x="4107" y="1610"/>
                </a:lnTo>
                <a:lnTo>
                  <a:pt x="4107" y="1611"/>
                </a:lnTo>
                <a:lnTo>
                  <a:pt x="4108" y="1611"/>
                </a:lnTo>
                <a:lnTo>
                  <a:pt x="4109" y="1611"/>
                </a:lnTo>
                <a:lnTo>
                  <a:pt x="4110" y="1612"/>
                </a:lnTo>
                <a:lnTo>
                  <a:pt x="4109" y="1613"/>
                </a:lnTo>
                <a:lnTo>
                  <a:pt x="4109" y="1614"/>
                </a:lnTo>
                <a:lnTo>
                  <a:pt x="4108" y="1614"/>
                </a:lnTo>
                <a:lnTo>
                  <a:pt x="4108" y="1615"/>
                </a:lnTo>
                <a:lnTo>
                  <a:pt x="4109" y="1615"/>
                </a:lnTo>
                <a:lnTo>
                  <a:pt x="4109" y="1614"/>
                </a:lnTo>
                <a:lnTo>
                  <a:pt x="4112" y="1615"/>
                </a:lnTo>
                <a:lnTo>
                  <a:pt x="4112" y="1614"/>
                </a:lnTo>
                <a:lnTo>
                  <a:pt x="4113" y="1614"/>
                </a:lnTo>
                <a:lnTo>
                  <a:pt x="4115" y="1614"/>
                </a:lnTo>
                <a:lnTo>
                  <a:pt x="4115" y="1615"/>
                </a:lnTo>
                <a:lnTo>
                  <a:pt x="4116" y="1616"/>
                </a:lnTo>
                <a:lnTo>
                  <a:pt x="4117" y="1615"/>
                </a:lnTo>
                <a:lnTo>
                  <a:pt x="4118" y="1614"/>
                </a:lnTo>
                <a:lnTo>
                  <a:pt x="4118" y="1613"/>
                </a:lnTo>
                <a:lnTo>
                  <a:pt x="4119" y="1613"/>
                </a:lnTo>
                <a:lnTo>
                  <a:pt x="4120" y="1613"/>
                </a:lnTo>
                <a:lnTo>
                  <a:pt x="4120" y="1614"/>
                </a:lnTo>
                <a:lnTo>
                  <a:pt x="4121" y="1615"/>
                </a:lnTo>
                <a:lnTo>
                  <a:pt x="4122" y="1615"/>
                </a:lnTo>
                <a:lnTo>
                  <a:pt x="4122" y="1614"/>
                </a:lnTo>
                <a:lnTo>
                  <a:pt x="4123" y="1614"/>
                </a:lnTo>
                <a:lnTo>
                  <a:pt x="4123" y="1613"/>
                </a:lnTo>
                <a:lnTo>
                  <a:pt x="4124" y="1613"/>
                </a:lnTo>
                <a:lnTo>
                  <a:pt x="4125" y="1613"/>
                </a:lnTo>
                <a:lnTo>
                  <a:pt x="4126" y="1613"/>
                </a:lnTo>
                <a:lnTo>
                  <a:pt x="4126" y="1612"/>
                </a:lnTo>
                <a:lnTo>
                  <a:pt x="4127" y="1612"/>
                </a:lnTo>
                <a:lnTo>
                  <a:pt x="4127" y="1613"/>
                </a:lnTo>
                <a:lnTo>
                  <a:pt x="4128" y="1613"/>
                </a:lnTo>
                <a:lnTo>
                  <a:pt x="4127" y="1614"/>
                </a:lnTo>
                <a:lnTo>
                  <a:pt x="4128" y="1614"/>
                </a:lnTo>
                <a:lnTo>
                  <a:pt x="4128" y="1615"/>
                </a:lnTo>
                <a:lnTo>
                  <a:pt x="4126" y="1616"/>
                </a:lnTo>
                <a:lnTo>
                  <a:pt x="4126" y="1615"/>
                </a:lnTo>
                <a:lnTo>
                  <a:pt x="4125" y="1616"/>
                </a:lnTo>
                <a:lnTo>
                  <a:pt x="4124" y="1616"/>
                </a:lnTo>
                <a:lnTo>
                  <a:pt x="4124" y="1617"/>
                </a:lnTo>
                <a:lnTo>
                  <a:pt x="4123" y="1617"/>
                </a:lnTo>
                <a:lnTo>
                  <a:pt x="4122" y="1617"/>
                </a:lnTo>
                <a:lnTo>
                  <a:pt x="4121" y="1617"/>
                </a:lnTo>
                <a:lnTo>
                  <a:pt x="4120" y="1617"/>
                </a:lnTo>
                <a:lnTo>
                  <a:pt x="4119" y="1616"/>
                </a:lnTo>
                <a:lnTo>
                  <a:pt x="4118" y="1616"/>
                </a:lnTo>
                <a:lnTo>
                  <a:pt x="4118" y="1617"/>
                </a:lnTo>
                <a:lnTo>
                  <a:pt x="4117" y="1618"/>
                </a:lnTo>
                <a:lnTo>
                  <a:pt x="4118" y="1619"/>
                </a:lnTo>
                <a:lnTo>
                  <a:pt x="4119" y="1619"/>
                </a:lnTo>
                <a:lnTo>
                  <a:pt x="4119" y="1620"/>
                </a:lnTo>
                <a:lnTo>
                  <a:pt x="4120" y="1620"/>
                </a:lnTo>
                <a:lnTo>
                  <a:pt x="4121" y="1621"/>
                </a:lnTo>
                <a:lnTo>
                  <a:pt x="4122" y="1621"/>
                </a:lnTo>
                <a:lnTo>
                  <a:pt x="4123" y="1622"/>
                </a:lnTo>
                <a:lnTo>
                  <a:pt x="4124" y="1624"/>
                </a:lnTo>
                <a:lnTo>
                  <a:pt x="4125" y="1624"/>
                </a:lnTo>
                <a:lnTo>
                  <a:pt x="4126" y="1625"/>
                </a:lnTo>
                <a:lnTo>
                  <a:pt x="4126" y="1626"/>
                </a:lnTo>
                <a:lnTo>
                  <a:pt x="4125" y="1625"/>
                </a:lnTo>
                <a:lnTo>
                  <a:pt x="4121" y="1622"/>
                </a:lnTo>
                <a:lnTo>
                  <a:pt x="4119" y="1620"/>
                </a:lnTo>
                <a:lnTo>
                  <a:pt x="4121" y="1622"/>
                </a:lnTo>
                <a:lnTo>
                  <a:pt x="4123" y="1624"/>
                </a:lnTo>
                <a:lnTo>
                  <a:pt x="4125" y="1627"/>
                </a:lnTo>
                <a:lnTo>
                  <a:pt x="4124" y="1627"/>
                </a:lnTo>
                <a:lnTo>
                  <a:pt x="4123" y="1627"/>
                </a:lnTo>
                <a:lnTo>
                  <a:pt x="4123" y="1625"/>
                </a:lnTo>
                <a:lnTo>
                  <a:pt x="4122" y="1624"/>
                </a:lnTo>
                <a:lnTo>
                  <a:pt x="4121" y="1623"/>
                </a:lnTo>
                <a:lnTo>
                  <a:pt x="4119" y="1622"/>
                </a:lnTo>
                <a:lnTo>
                  <a:pt x="4118" y="1621"/>
                </a:lnTo>
                <a:lnTo>
                  <a:pt x="4117" y="1621"/>
                </a:lnTo>
                <a:lnTo>
                  <a:pt x="4116" y="1621"/>
                </a:lnTo>
                <a:lnTo>
                  <a:pt x="4115" y="1621"/>
                </a:lnTo>
                <a:lnTo>
                  <a:pt x="4112" y="1621"/>
                </a:lnTo>
                <a:lnTo>
                  <a:pt x="4111" y="1621"/>
                </a:lnTo>
                <a:lnTo>
                  <a:pt x="4111" y="1622"/>
                </a:lnTo>
                <a:lnTo>
                  <a:pt x="4110" y="1622"/>
                </a:lnTo>
                <a:lnTo>
                  <a:pt x="4109" y="1622"/>
                </a:lnTo>
                <a:lnTo>
                  <a:pt x="4108" y="1621"/>
                </a:lnTo>
                <a:lnTo>
                  <a:pt x="4107" y="1620"/>
                </a:lnTo>
                <a:lnTo>
                  <a:pt x="4106" y="1620"/>
                </a:lnTo>
                <a:lnTo>
                  <a:pt x="4105" y="1620"/>
                </a:lnTo>
                <a:lnTo>
                  <a:pt x="4104" y="1620"/>
                </a:lnTo>
                <a:lnTo>
                  <a:pt x="4103" y="1620"/>
                </a:lnTo>
                <a:lnTo>
                  <a:pt x="4103" y="1621"/>
                </a:lnTo>
                <a:lnTo>
                  <a:pt x="4104" y="1621"/>
                </a:lnTo>
                <a:lnTo>
                  <a:pt x="4104" y="1622"/>
                </a:lnTo>
                <a:lnTo>
                  <a:pt x="4104" y="1623"/>
                </a:lnTo>
                <a:lnTo>
                  <a:pt x="4104" y="1624"/>
                </a:lnTo>
                <a:lnTo>
                  <a:pt x="4104" y="1626"/>
                </a:lnTo>
                <a:lnTo>
                  <a:pt x="4103" y="1626"/>
                </a:lnTo>
                <a:lnTo>
                  <a:pt x="4103" y="1627"/>
                </a:lnTo>
                <a:lnTo>
                  <a:pt x="4102" y="1627"/>
                </a:lnTo>
                <a:lnTo>
                  <a:pt x="4101" y="1627"/>
                </a:lnTo>
                <a:lnTo>
                  <a:pt x="4101" y="1628"/>
                </a:lnTo>
                <a:lnTo>
                  <a:pt x="4100" y="1628"/>
                </a:lnTo>
                <a:lnTo>
                  <a:pt x="4099" y="1630"/>
                </a:lnTo>
                <a:lnTo>
                  <a:pt x="4098" y="1631"/>
                </a:lnTo>
                <a:lnTo>
                  <a:pt x="4097" y="1633"/>
                </a:lnTo>
                <a:lnTo>
                  <a:pt x="4097" y="1634"/>
                </a:lnTo>
                <a:lnTo>
                  <a:pt x="4096" y="1635"/>
                </a:lnTo>
                <a:lnTo>
                  <a:pt x="4095" y="1637"/>
                </a:lnTo>
                <a:lnTo>
                  <a:pt x="4094" y="1639"/>
                </a:lnTo>
                <a:lnTo>
                  <a:pt x="4094" y="1640"/>
                </a:lnTo>
                <a:lnTo>
                  <a:pt x="4093" y="1640"/>
                </a:lnTo>
                <a:lnTo>
                  <a:pt x="4092" y="1641"/>
                </a:lnTo>
                <a:lnTo>
                  <a:pt x="4091" y="1640"/>
                </a:lnTo>
                <a:lnTo>
                  <a:pt x="4091" y="1641"/>
                </a:lnTo>
                <a:lnTo>
                  <a:pt x="4092" y="1641"/>
                </a:lnTo>
                <a:lnTo>
                  <a:pt x="4093" y="1641"/>
                </a:lnTo>
                <a:lnTo>
                  <a:pt x="4093" y="1642"/>
                </a:lnTo>
                <a:lnTo>
                  <a:pt x="4093" y="1644"/>
                </a:lnTo>
                <a:lnTo>
                  <a:pt x="4094" y="1644"/>
                </a:lnTo>
                <a:lnTo>
                  <a:pt x="4094" y="1645"/>
                </a:lnTo>
                <a:lnTo>
                  <a:pt x="4095" y="1645"/>
                </a:lnTo>
                <a:lnTo>
                  <a:pt x="4095" y="1646"/>
                </a:lnTo>
                <a:lnTo>
                  <a:pt x="4094" y="1647"/>
                </a:lnTo>
                <a:lnTo>
                  <a:pt x="4094" y="1648"/>
                </a:lnTo>
                <a:lnTo>
                  <a:pt x="4094" y="1649"/>
                </a:lnTo>
                <a:lnTo>
                  <a:pt x="4094" y="1650"/>
                </a:lnTo>
                <a:lnTo>
                  <a:pt x="4093" y="1650"/>
                </a:lnTo>
                <a:lnTo>
                  <a:pt x="4093" y="1651"/>
                </a:lnTo>
                <a:lnTo>
                  <a:pt x="4093" y="1652"/>
                </a:lnTo>
                <a:lnTo>
                  <a:pt x="4094" y="1654"/>
                </a:lnTo>
                <a:lnTo>
                  <a:pt x="4094" y="1655"/>
                </a:lnTo>
                <a:lnTo>
                  <a:pt x="4095" y="1656"/>
                </a:lnTo>
                <a:lnTo>
                  <a:pt x="4095" y="1658"/>
                </a:lnTo>
                <a:lnTo>
                  <a:pt x="4094" y="1658"/>
                </a:lnTo>
                <a:lnTo>
                  <a:pt x="4093" y="1658"/>
                </a:lnTo>
                <a:lnTo>
                  <a:pt x="4092" y="1657"/>
                </a:lnTo>
                <a:lnTo>
                  <a:pt x="4091" y="1656"/>
                </a:lnTo>
                <a:lnTo>
                  <a:pt x="4090" y="1656"/>
                </a:lnTo>
                <a:lnTo>
                  <a:pt x="4090" y="1658"/>
                </a:lnTo>
                <a:lnTo>
                  <a:pt x="4091" y="1658"/>
                </a:lnTo>
                <a:lnTo>
                  <a:pt x="4091" y="1657"/>
                </a:lnTo>
                <a:lnTo>
                  <a:pt x="4091" y="1658"/>
                </a:lnTo>
                <a:lnTo>
                  <a:pt x="4092" y="1658"/>
                </a:lnTo>
                <a:lnTo>
                  <a:pt x="4091" y="1658"/>
                </a:lnTo>
                <a:lnTo>
                  <a:pt x="4091" y="1659"/>
                </a:lnTo>
                <a:lnTo>
                  <a:pt x="4090" y="1659"/>
                </a:lnTo>
                <a:lnTo>
                  <a:pt x="4090" y="1660"/>
                </a:lnTo>
                <a:lnTo>
                  <a:pt x="4090" y="1661"/>
                </a:lnTo>
                <a:lnTo>
                  <a:pt x="4089" y="1661"/>
                </a:lnTo>
                <a:lnTo>
                  <a:pt x="4090" y="1661"/>
                </a:lnTo>
                <a:lnTo>
                  <a:pt x="4091" y="1660"/>
                </a:lnTo>
                <a:lnTo>
                  <a:pt x="4092" y="1659"/>
                </a:lnTo>
                <a:lnTo>
                  <a:pt x="4093" y="1659"/>
                </a:lnTo>
                <a:lnTo>
                  <a:pt x="4094" y="1659"/>
                </a:lnTo>
                <a:lnTo>
                  <a:pt x="4095" y="1659"/>
                </a:lnTo>
                <a:lnTo>
                  <a:pt x="4096" y="1659"/>
                </a:lnTo>
                <a:lnTo>
                  <a:pt x="4096" y="1660"/>
                </a:lnTo>
                <a:lnTo>
                  <a:pt x="4096" y="1661"/>
                </a:lnTo>
                <a:lnTo>
                  <a:pt x="4097" y="1663"/>
                </a:lnTo>
                <a:lnTo>
                  <a:pt x="4098" y="1663"/>
                </a:lnTo>
                <a:lnTo>
                  <a:pt x="4098" y="1664"/>
                </a:lnTo>
                <a:lnTo>
                  <a:pt x="4098" y="1666"/>
                </a:lnTo>
                <a:lnTo>
                  <a:pt x="4099" y="1666"/>
                </a:lnTo>
                <a:lnTo>
                  <a:pt x="4100" y="1666"/>
                </a:lnTo>
                <a:lnTo>
                  <a:pt x="4101" y="1667"/>
                </a:lnTo>
                <a:lnTo>
                  <a:pt x="4104" y="1667"/>
                </a:lnTo>
                <a:lnTo>
                  <a:pt x="4105" y="1668"/>
                </a:lnTo>
                <a:lnTo>
                  <a:pt x="4105" y="1669"/>
                </a:lnTo>
                <a:lnTo>
                  <a:pt x="4106" y="1669"/>
                </a:lnTo>
                <a:lnTo>
                  <a:pt x="4106" y="1670"/>
                </a:lnTo>
                <a:lnTo>
                  <a:pt x="4107" y="1670"/>
                </a:lnTo>
                <a:lnTo>
                  <a:pt x="4107" y="1671"/>
                </a:lnTo>
                <a:lnTo>
                  <a:pt x="4108" y="1671"/>
                </a:lnTo>
                <a:lnTo>
                  <a:pt x="4110" y="1673"/>
                </a:lnTo>
                <a:lnTo>
                  <a:pt x="4111" y="1673"/>
                </a:lnTo>
                <a:lnTo>
                  <a:pt x="4112" y="1672"/>
                </a:lnTo>
                <a:lnTo>
                  <a:pt x="4112" y="1673"/>
                </a:lnTo>
                <a:lnTo>
                  <a:pt x="4113" y="1673"/>
                </a:lnTo>
                <a:lnTo>
                  <a:pt x="4113" y="1671"/>
                </a:lnTo>
                <a:lnTo>
                  <a:pt x="4113" y="1670"/>
                </a:lnTo>
                <a:lnTo>
                  <a:pt x="4114" y="1671"/>
                </a:lnTo>
                <a:lnTo>
                  <a:pt x="4115" y="1671"/>
                </a:lnTo>
                <a:lnTo>
                  <a:pt x="4116" y="1671"/>
                </a:lnTo>
                <a:lnTo>
                  <a:pt x="4118" y="1672"/>
                </a:lnTo>
                <a:lnTo>
                  <a:pt x="4117" y="1675"/>
                </a:lnTo>
                <a:lnTo>
                  <a:pt x="4119" y="1675"/>
                </a:lnTo>
                <a:lnTo>
                  <a:pt x="4119" y="1673"/>
                </a:lnTo>
                <a:lnTo>
                  <a:pt x="4119" y="1672"/>
                </a:lnTo>
                <a:lnTo>
                  <a:pt x="4120" y="1672"/>
                </a:lnTo>
                <a:lnTo>
                  <a:pt x="4121" y="1672"/>
                </a:lnTo>
                <a:lnTo>
                  <a:pt x="4123" y="1674"/>
                </a:lnTo>
                <a:lnTo>
                  <a:pt x="4124" y="1674"/>
                </a:lnTo>
                <a:lnTo>
                  <a:pt x="4126" y="1673"/>
                </a:lnTo>
                <a:lnTo>
                  <a:pt x="4126" y="1674"/>
                </a:lnTo>
                <a:lnTo>
                  <a:pt x="4127" y="1675"/>
                </a:lnTo>
                <a:lnTo>
                  <a:pt x="4126" y="1676"/>
                </a:lnTo>
                <a:lnTo>
                  <a:pt x="4126" y="1678"/>
                </a:lnTo>
                <a:lnTo>
                  <a:pt x="4127" y="1678"/>
                </a:lnTo>
                <a:lnTo>
                  <a:pt x="4127" y="1679"/>
                </a:lnTo>
                <a:lnTo>
                  <a:pt x="4124" y="1685"/>
                </a:lnTo>
                <a:lnTo>
                  <a:pt x="4125" y="1685"/>
                </a:lnTo>
                <a:lnTo>
                  <a:pt x="4126" y="1685"/>
                </a:lnTo>
                <a:lnTo>
                  <a:pt x="4127" y="1685"/>
                </a:lnTo>
                <a:lnTo>
                  <a:pt x="4127" y="1684"/>
                </a:lnTo>
                <a:lnTo>
                  <a:pt x="4128" y="1684"/>
                </a:lnTo>
                <a:lnTo>
                  <a:pt x="4129" y="1684"/>
                </a:lnTo>
                <a:lnTo>
                  <a:pt x="4129" y="1685"/>
                </a:lnTo>
                <a:lnTo>
                  <a:pt x="4130" y="1685"/>
                </a:lnTo>
                <a:lnTo>
                  <a:pt x="4130" y="1686"/>
                </a:lnTo>
                <a:lnTo>
                  <a:pt x="4130" y="1687"/>
                </a:lnTo>
                <a:lnTo>
                  <a:pt x="4131" y="1687"/>
                </a:lnTo>
                <a:lnTo>
                  <a:pt x="4131" y="1688"/>
                </a:lnTo>
                <a:lnTo>
                  <a:pt x="4131" y="1687"/>
                </a:lnTo>
                <a:lnTo>
                  <a:pt x="4131" y="1686"/>
                </a:lnTo>
                <a:lnTo>
                  <a:pt x="4131" y="1685"/>
                </a:lnTo>
                <a:lnTo>
                  <a:pt x="4132" y="1685"/>
                </a:lnTo>
                <a:lnTo>
                  <a:pt x="4132" y="1684"/>
                </a:lnTo>
                <a:lnTo>
                  <a:pt x="4133" y="1684"/>
                </a:lnTo>
                <a:lnTo>
                  <a:pt x="4134" y="1684"/>
                </a:lnTo>
                <a:lnTo>
                  <a:pt x="4134" y="1683"/>
                </a:lnTo>
                <a:lnTo>
                  <a:pt x="4135" y="1683"/>
                </a:lnTo>
                <a:lnTo>
                  <a:pt x="4135" y="1682"/>
                </a:lnTo>
                <a:lnTo>
                  <a:pt x="4137" y="1682"/>
                </a:lnTo>
                <a:lnTo>
                  <a:pt x="4140" y="1682"/>
                </a:lnTo>
                <a:lnTo>
                  <a:pt x="4140" y="1683"/>
                </a:lnTo>
                <a:lnTo>
                  <a:pt x="4143" y="1683"/>
                </a:lnTo>
                <a:lnTo>
                  <a:pt x="4143" y="1684"/>
                </a:lnTo>
                <a:lnTo>
                  <a:pt x="4143" y="1685"/>
                </a:lnTo>
                <a:lnTo>
                  <a:pt x="4144" y="1685"/>
                </a:lnTo>
                <a:lnTo>
                  <a:pt x="4144" y="1686"/>
                </a:lnTo>
                <a:lnTo>
                  <a:pt x="4144" y="1685"/>
                </a:lnTo>
                <a:lnTo>
                  <a:pt x="4145" y="1685"/>
                </a:lnTo>
                <a:lnTo>
                  <a:pt x="4145" y="1684"/>
                </a:lnTo>
                <a:lnTo>
                  <a:pt x="4145" y="1683"/>
                </a:lnTo>
                <a:lnTo>
                  <a:pt x="4146" y="1683"/>
                </a:lnTo>
                <a:lnTo>
                  <a:pt x="4146" y="1682"/>
                </a:lnTo>
                <a:lnTo>
                  <a:pt x="4151" y="1682"/>
                </a:lnTo>
                <a:lnTo>
                  <a:pt x="4151" y="1684"/>
                </a:lnTo>
                <a:lnTo>
                  <a:pt x="4151" y="1685"/>
                </a:lnTo>
                <a:lnTo>
                  <a:pt x="4151" y="1686"/>
                </a:lnTo>
                <a:lnTo>
                  <a:pt x="4150" y="1686"/>
                </a:lnTo>
                <a:lnTo>
                  <a:pt x="4150" y="1687"/>
                </a:lnTo>
                <a:lnTo>
                  <a:pt x="4150" y="1688"/>
                </a:lnTo>
                <a:lnTo>
                  <a:pt x="4150" y="1689"/>
                </a:lnTo>
                <a:lnTo>
                  <a:pt x="4151" y="1689"/>
                </a:lnTo>
                <a:lnTo>
                  <a:pt x="4152" y="1689"/>
                </a:lnTo>
                <a:lnTo>
                  <a:pt x="4151" y="1689"/>
                </a:lnTo>
                <a:lnTo>
                  <a:pt x="4151" y="1688"/>
                </a:lnTo>
                <a:lnTo>
                  <a:pt x="4151" y="1687"/>
                </a:lnTo>
                <a:lnTo>
                  <a:pt x="4152" y="1687"/>
                </a:lnTo>
                <a:lnTo>
                  <a:pt x="4152" y="1686"/>
                </a:lnTo>
                <a:lnTo>
                  <a:pt x="4153" y="1685"/>
                </a:lnTo>
                <a:lnTo>
                  <a:pt x="4153" y="1684"/>
                </a:lnTo>
                <a:lnTo>
                  <a:pt x="4154" y="1684"/>
                </a:lnTo>
                <a:lnTo>
                  <a:pt x="4154" y="1683"/>
                </a:lnTo>
                <a:lnTo>
                  <a:pt x="4155" y="1683"/>
                </a:lnTo>
                <a:lnTo>
                  <a:pt x="4154" y="1682"/>
                </a:lnTo>
                <a:lnTo>
                  <a:pt x="4156" y="1681"/>
                </a:lnTo>
                <a:lnTo>
                  <a:pt x="4157" y="1681"/>
                </a:lnTo>
                <a:lnTo>
                  <a:pt x="4157" y="1680"/>
                </a:lnTo>
                <a:lnTo>
                  <a:pt x="4157" y="1681"/>
                </a:lnTo>
                <a:lnTo>
                  <a:pt x="4162" y="1681"/>
                </a:lnTo>
                <a:lnTo>
                  <a:pt x="4162" y="1682"/>
                </a:lnTo>
                <a:lnTo>
                  <a:pt x="4162" y="1683"/>
                </a:lnTo>
                <a:lnTo>
                  <a:pt x="4165" y="1682"/>
                </a:lnTo>
                <a:lnTo>
                  <a:pt x="4165" y="1681"/>
                </a:lnTo>
                <a:lnTo>
                  <a:pt x="4164" y="1680"/>
                </a:lnTo>
                <a:lnTo>
                  <a:pt x="4166" y="1680"/>
                </a:lnTo>
                <a:lnTo>
                  <a:pt x="4166" y="1681"/>
                </a:lnTo>
                <a:lnTo>
                  <a:pt x="4166" y="1682"/>
                </a:lnTo>
                <a:lnTo>
                  <a:pt x="4167" y="1682"/>
                </a:lnTo>
                <a:lnTo>
                  <a:pt x="4169" y="1682"/>
                </a:lnTo>
                <a:lnTo>
                  <a:pt x="4169" y="1680"/>
                </a:lnTo>
                <a:lnTo>
                  <a:pt x="4169" y="1679"/>
                </a:lnTo>
                <a:lnTo>
                  <a:pt x="4171" y="1678"/>
                </a:lnTo>
                <a:lnTo>
                  <a:pt x="4171" y="1677"/>
                </a:lnTo>
                <a:lnTo>
                  <a:pt x="4172" y="1677"/>
                </a:lnTo>
                <a:lnTo>
                  <a:pt x="4172" y="1676"/>
                </a:lnTo>
                <a:lnTo>
                  <a:pt x="4173" y="1676"/>
                </a:lnTo>
                <a:lnTo>
                  <a:pt x="4174" y="1675"/>
                </a:lnTo>
                <a:lnTo>
                  <a:pt x="4174" y="1676"/>
                </a:lnTo>
                <a:lnTo>
                  <a:pt x="4175" y="1675"/>
                </a:lnTo>
                <a:lnTo>
                  <a:pt x="4177" y="1674"/>
                </a:lnTo>
                <a:lnTo>
                  <a:pt x="4177" y="1673"/>
                </a:lnTo>
                <a:lnTo>
                  <a:pt x="4176" y="1673"/>
                </a:lnTo>
                <a:lnTo>
                  <a:pt x="4177" y="1673"/>
                </a:lnTo>
                <a:lnTo>
                  <a:pt x="4178" y="1672"/>
                </a:lnTo>
                <a:lnTo>
                  <a:pt x="4179" y="1671"/>
                </a:lnTo>
                <a:lnTo>
                  <a:pt x="4180" y="1671"/>
                </a:lnTo>
                <a:lnTo>
                  <a:pt x="4180" y="1670"/>
                </a:lnTo>
                <a:lnTo>
                  <a:pt x="4181" y="1670"/>
                </a:lnTo>
                <a:lnTo>
                  <a:pt x="4181" y="1669"/>
                </a:lnTo>
                <a:lnTo>
                  <a:pt x="4181" y="1668"/>
                </a:lnTo>
                <a:lnTo>
                  <a:pt x="4180" y="1668"/>
                </a:lnTo>
                <a:lnTo>
                  <a:pt x="4182" y="1668"/>
                </a:lnTo>
                <a:lnTo>
                  <a:pt x="4182" y="1667"/>
                </a:lnTo>
                <a:lnTo>
                  <a:pt x="4182" y="1666"/>
                </a:lnTo>
                <a:lnTo>
                  <a:pt x="4181" y="1666"/>
                </a:lnTo>
                <a:lnTo>
                  <a:pt x="4181" y="1665"/>
                </a:lnTo>
                <a:lnTo>
                  <a:pt x="4181" y="1664"/>
                </a:lnTo>
                <a:lnTo>
                  <a:pt x="4182" y="1665"/>
                </a:lnTo>
                <a:lnTo>
                  <a:pt x="4182" y="1664"/>
                </a:lnTo>
                <a:lnTo>
                  <a:pt x="4183" y="1664"/>
                </a:lnTo>
                <a:lnTo>
                  <a:pt x="4182" y="1663"/>
                </a:lnTo>
                <a:lnTo>
                  <a:pt x="4181" y="1663"/>
                </a:lnTo>
                <a:lnTo>
                  <a:pt x="4181" y="1662"/>
                </a:lnTo>
                <a:lnTo>
                  <a:pt x="4180" y="1662"/>
                </a:lnTo>
                <a:lnTo>
                  <a:pt x="4180" y="1661"/>
                </a:lnTo>
                <a:lnTo>
                  <a:pt x="4180" y="1660"/>
                </a:lnTo>
                <a:lnTo>
                  <a:pt x="4179" y="1661"/>
                </a:lnTo>
                <a:lnTo>
                  <a:pt x="4179" y="1662"/>
                </a:lnTo>
                <a:lnTo>
                  <a:pt x="4179" y="1661"/>
                </a:lnTo>
                <a:lnTo>
                  <a:pt x="4178" y="1661"/>
                </a:lnTo>
                <a:lnTo>
                  <a:pt x="4177" y="1660"/>
                </a:lnTo>
                <a:lnTo>
                  <a:pt x="4177" y="1659"/>
                </a:lnTo>
                <a:lnTo>
                  <a:pt x="4176" y="1659"/>
                </a:lnTo>
                <a:lnTo>
                  <a:pt x="4177" y="1659"/>
                </a:lnTo>
                <a:lnTo>
                  <a:pt x="4177" y="1658"/>
                </a:lnTo>
                <a:lnTo>
                  <a:pt x="4177" y="1657"/>
                </a:lnTo>
                <a:lnTo>
                  <a:pt x="4177" y="1656"/>
                </a:lnTo>
                <a:lnTo>
                  <a:pt x="4178" y="1656"/>
                </a:lnTo>
                <a:lnTo>
                  <a:pt x="4179" y="1656"/>
                </a:lnTo>
                <a:lnTo>
                  <a:pt x="4180" y="1656"/>
                </a:lnTo>
                <a:lnTo>
                  <a:pt x="4181" y="1656"/>
                </a:lnTo>
                <a:lnTo>
                  <a:pt x="4183" y="1655"/>
                </a:lnTo>
                <a:lnTo>
                  <a:pt x="4185" y="1655"/>
                </a:lnTo>
                <a:lnTo>
                  <a:pt x="4186" y="1654"/>
                </a:lnTo>
                <a:lnTo>
                  <a:pt x="4186" y="1653"/>
                </a:lnTo>
                <a:lnTo>
                  <a:pt x="4185" y="1653"/>
                </a:lnTo>
                <a:lnTo>
                  <a:pt x="4186" y="1653"/>
                </a:lnTo>
                <a:lnTo>
                  <a:pt x="4186" y="1652"/>
                </a:lnTo>
                <a:lnTo>
                  <a:pt x="4187" y="1652"/>
                </a:lnTo>
                <a:lnTo>
                  <a:pt x="4186" y="1652"/>
                </a:lnTo>
                <a:lnTo>
                  <a:pt x="4187" y="1651"/>
                </a:lnTo>
                <a:lnTo>
                  <a:pt x="4189" y="1651"/>
                </a:lnTo>
                <a:lnTo>
                  <a:pt x="4189" y="1652"/>
                </a:lnTo>
                <a:lnTo>
                  <a:pt x="4191" y="1652"/>
                </a:lnTo>
                <a:lnTo>
                  <a:pt x="4191" y="1651"/>
                </a:lnTo>
                <a:lnTo>
                  <a:pt x="4192" y="1651"/>
                </a:lnTo>
                <a:lnTo>
                  <a:pt x="4192" y="1650"/>
                </a:lnTo>
                <a:lnTo>
                  <a:pt x="4193" y="1650"/>
                </a:lnTo>
                <a:lnTo>
                  <a:pt x="4196" y="1650"/>
                </a:lnTo>
                <a:lnTo>
                  <a:pt x="4197" y="1650"/>
                </a:lnTo>
                <a:lnTo>
                  <a:pt x="4198" y="1649"/>
                </a:lnTo>
                <a:lnTo>
                  <a:pt x="4199" y="1649"/>
                </a:lnTo>
                <a:lnTo>
                  <a:pt x="4199" y="1648"/>
                </a:lnTo>
                <a:lnTo>
                  <a:pt x="4200" y="1647"/>
                </a:lnTo>
                <a:lnTo>
                  <a:pt x="4201" y="1647"/>
                </a:lnTo>
                <a:lnTo>
                  <a:pt x="4202" y="1647"/>
                </a:lnTo>
                <a:lnTo>
                  <a:pt x="4203" y="1646"/>
                </a:lnTo>
                <a:lnTo>
                  <a:pt x="4204" y="1646"/>
                </a:lnTo>
                <a:lnTo>
                  <a:pt x="4205" y="1646"/>
                </a:lnTo>
                <a:lnTo>
                  <a:pt x="4205" y="1645"/>
                </a:lnTo>
                <a:lnTo>
                  <a:pt x="4206" y="1645"/>
                </a:lnTo>
                <a:lnTo>
                  <a:pt x="4208" y="1643"/>
                </a:lnTo>
                <a:lnTo>
                  <a:pt x="4211" y="1641"/>
                </a:lnTo>
                <a:lnTo>
                  <a:pt x="4211" y="1640"/>
                </a:lnTo>
                <a:lnTo>
                  <a:pt x="4212" y="1640"/>
                </a:lnTo>
                <a:lnTo>
                  <a:pt x="4212" y="1639"/>
                </a:lnTo>
                <a:lnTo>
                  <a:pt x="4213" y="1638"/>
                </a:lnTo>
                <a:lnTo>
                  <a:pt x="4213" y="1637"/>
                </a:lnTo>
                <a:lnTo>
                  <a:pt x="4212" y="1637"/>
                </a:lnTo>
                <a:lnTo>
                  <a:pt x="4210" y="1634"/>
                </a:lnTo>
                <a:lnTo>
                  <a:pt x="4211" y="1633"/>
                </a:lnTo>
                <a:lnTo>
                  <a:pt x="4212" y="1632"/>
                </a:lnTo>
                <a:lnTo>
                  <a:pt x="4213" y="1631"/>
                </a:lnTo>
                <a:lnTo>
                  <a:pt x="4219" y="1631"/>
                </a:lnTo>
                <a:lnTo>
                  <a:pt x="4219" y="1630"/>
                </a:lnTo>
                <a:lnTo>
                  <a:pt x="4219" y="1629"/>
                </a:lnTo>
                <a:lnTo>
                  <a:pt x="4220" y="1629"/>
                </a:lnTo>
                <a:lnTo>
                  <a:pt x="4220" y="1628"/>
                </a:lnTo>
                <a:lnTo>
                  <a:pt x="4220" y="1627"/>
                </a:lnTo>
                <a:lnTo>
                  <a:pt x="4219" y="1627"/>
                </a:lnTo>
                <a:lnTo>
                  <a:pt x="4219" y="1626"/>
                </a:lnTo>
                <a:lnTo>
                  <a:pt x="4218" y="1627"/>
                </a:lnTo>
                <a:lnTo>
                  <a:pt x="4219" y="1628"/>
                </a:lnTo>
                <a:lnTo>
                  <a:pt x="4217" y="1628"/>
                </a:lnTo>
                <a:lnTo>
                  <a:pt x="4216" y="1628"/>
                </a:lnTo>
                <a:lnTo>
                  <a:pt x="4217" y="1627"/>
                </a:lnTo>
                <a:lnTo>
                  <a:pt x="4218" y="1627"/>
                </a:lnTo>
                <a:lnTo>
                  <a:pt x="4219" y="1626"/>
                </a:lnTo>
                <a:lnTo>
                  <a:pt x="4218" y="1626"/>
                </a:lnTo>
                <a:lnTo>
                  <a:pt x="4217" y="1626"/>
                </a:lnTo>
                <a:lnTo>
                  <a:pt x="4216" y="1627"/>
                </a:lnTo>
                <a:lnTo>
                  <a:pt x="4216" y="1626"/>
                </a:lnTo>
                <a:lnTo>
                  <a:pt x="4215" y="1626"/>
                </a:lnTo>
                <a:lnTo>
                  <a:pt x="4214" y="1626"/>
                </a:lnTo>
                <a:lnTo>
                  <a:pt x="4213" y="1626"/>
                </a:lnTo>
                <a:lnTo>
                  <a:pt x="4212" y="1626"/>
                </a:lnTo>
                <a:lnTo>
                  <a:pt x="4211" y="1625"/>
                </a:lnTo>
                <a:lnTo>
                  <a:pt x="4211" y="1624"/>
                </a:lnTo>
                <a:lnTo>
                  <a:pt x="4212" y="1624"/>
                </a:lnTo>
                <a:lnTo>
                  <a:pt x="4213" y="1624"/>
                </a:lnTo>
                <a:lnTo>
                  <a:pt x="4219" y="1624"/>
                </a:lnTo>
                <a:lnTo>
                  <a:pt x="4220" y="1624"/>
                </a:lnTo>
                <a:lnTo>
                  <a:pt x="4222" y="1624"/>
                </a:lnTo>
                <a:lnTo>
                  <a:pt x="4223" y="1624"/>
                </a:lnTo>
                <a:lnTo>
                  <a:pt x="4224" y="1623"/>
                </a:lnTo>
                <a:lnTo>
                  <a:pt x="4225" y="1623"/>
                </a:lnTo>
                <a:lnTo>
                  <a:pt x="4226" y="1622"/>
                </a:lnTo>
                <a:lnTo>
                  <a:pt x="4227" y="1622"/>
                </a:lnTo>
                <a:lnTo>
                  <a:pt x="4227" y="1621"/>
                </a:lnTo>
                <a:lnTo>
                  <a:pt x="4227" y="1622"/>
                </a:lnTo>
                <a:lnTo>
                  <a:pt x="4228" y="1621"/>
                </a:lnTo>
                <a:lnTo>
                  <a:pt x="4229" y="1620"/>
                </a:lnTo>
                <a:lnTo>
                  <a:pt x="4230" y="1620"/>
                </a:lnTo>
                <a:lnTo>
                  <a:pt x="4230" y="1619"/>
                </a:lnTo>
                <a:lnTo>
                  <a:pt x="4231" y="1618"/>
                </a:lnTo>
                <a:lnTo>
                  <a:pt x="4232" y="1618"/>
                </a:lnTo>
                <a:lnTo>
                  <a:pt x="4233" y="1618"/>
                </a:lnTo>
                <a:lnTo>
                  <a:pt x="4234" y="1618"/>
                </a:lnTo>
                <a:lnTo>
                  <a:pt x="4235" y="1618"/>
                </a:lnTo>
                <a:lnTo>
                  <a:pt x="4236" y="1618"/>
                </a:lnTo>
                <a:lnTo>
                  <a:pt x="4238" y="1618"/>
                </a:lnTo>
                <a:lnTo>
                  <a:pt x="4239" y="1618"/>
                </a:lnTo>
                <a:lnTo>
                  <a:pt x="4240" y="1618"/>
                </a:lnTo>
                <a:lnTo>
                  <a:pt x="4241" y="1617"/>
                </a:lnTo>
                <a:lnTo>
                  <a:pt x="4242" y="1617"/>
                </a:lnTo>
                <a:lnTo>
                  <a:pt x="4243" y="1617"/>
                </a:lnTo>
                <a:lnTo>
                  <a:pt x="4244" y="1617"/>
                </a:lnTo>
                <a:lnTo>
                  <a:pt x="4245" y="1616"/>
                </a:lnTo>
                <a:lnTo>
                  <a:pt x="4246" y="1616"/>
                </a:lnTo>
                <a:lnTo>
                  <a:pt x="4246" y="1615"/>
                </a:lnTo>
                <a:lnTo>
                  <a:pt x="4247" y="1615"/>
                </a:lnTo>
                <a:lnTo>
                  <a:pt x="4248" y="1615"/>
                </a:lnTo>
                <a:lnTo>
                  <a:pt x="4249" y="1615"/>
                </a:lnTo>
                <a:lnTo>
                  <a:pt x="4250" y="1615"/>
                </a:lnTo>
                <a:lnTo>
                  <a:pt x="4250" y="1614"/>
                </a:lnTo>
                <a:lnTo>
                  <a:pt x="4251" y="1614"/>
                </a:lnTo>
                <a:lnTo>
                  <a:pt x="4252" y="1614"/>
                </a:lnTo>
                <a:lnTo>
                  <a:pt x="4252" y="1613"/>
                </a:lnTo>
                <a:lnTo>
                  <a:pt x="4253" y="1613"/>
                </a:lnTo>
                <a:lnTo>
                  <a:pt x="4254" y="1612"/>
                </a:lnTo>
                <a:lnTo>
                  <a:pt x="4255" y="1611"/>
                </a:lnTo>
                <a:lnTo>
                  <a:pt x="4256" y="1610"/>
                </a:lnTo>
                <a:lnTo>
                  <a:pt x="4257" y="1610"/>
                </a:lnTo>
                <a:lnTo>
                  <a:pt x="4258" y="1610"/>
                </a:lnTo>
                <a:lnTo>
                  <a:pt x="4259" y="1610"/>
                </a:lnTo>
                <a:lnTo>
                  <a:pt x="4260" y="1610"/>
                </a:lnTo>
                <a:lnTo>
                  <a:pt x="4261" y="1610"/>
                </a:lnTo>
                <a:lnTo>
                  <a:pt x="4262" y="1610"/>
                </a:lnTo>
                <a:lnTo>
                  <a:pt x="4262" y="1611"/>
                </a:lnTo>
                <a:lnTo>
                  <a:pt x="4263" y="1611"/>
                </a:lnTo>
                <a:lnTo>
                  <a:pt x="4264" y="1611"/>
                </a:lnTo>
                <a:lnTo>
                  <a:pt x="4265" y="1611"/>
                </a:lnTo>
                <a:lnTo>
                  <a:pt x="4266" y="1611"/>
                </a:lnTo>
                <a:lnTo>
                  <a:pt x="4267" y="1611"/>
                </a:lnTo>
                <a:lnTo>
                  <a:pt x="4268" y="1611"/>
                </a:lnTo>
                <a:lnTo>
                  <a:pt x="4268" y="1610"/>
                </a:lnTo>
                <a:lnTo>
                  <a:pt x="4269" y="1610"/>
                </a:lnTo>
                <a:lnTo>
                  <a:pt x="4270" y="1610"/>
                </a:lnTo>
                <a:lnTo>
                  <a:pt x="4271" y="1610"/>
                </a:lnTo>
                <a:lnTo>
                  <a:pt x="4272" y="1610"/>
                </a:lnTo>
                <a:lnTo>
                  <a:pt x="4273" y="1610"/>
                </a:lnTo>
                <a:lnTo>
                  <a:pt x="4273" y="1611"/>
                </a:lnTo>
                <a:lnTo>
                  <a:pt x="4274" y="1611"/>
                </a:lnTo>
                <a:lnTo>
                  <a:pt x="4275" y="1611"/>
                </a:lnTo>
                <a:lnTo>
                  <a:pt x="4276" y="1611"/>
                </a:lnTo>
                <a:lnTo>
                  <a:pt x="4276" y="1612"/>
                </a:lnTo>
                <a:lnTo>
                  <a:pt x="4275" y="1612"/>
                </a:lnTo>
                <a:lnTo>
                  <a:pt x="4275" y="1613"/>
                </a:lnTo>
                <a:lnTo>
                  <a:pt x="4275" y="1614"/>
                </a:lnTo>
                <a:lnTo>
                  <a:pt x="4275" y="1615"/>
                </a:lnTo>
                <a:lnTo>
                  <a:pt x="4276" y="1615"/>
                </a:lnTo>
                <a:lnTo>
                  <a:pt x="4276" y="1616"/>
                </a:lnTo>
                <a:lnTo>
                  <a:pt x="4277" y="1616"/>
                </a:lnTo>
                <a:lnTo>
                  <a:pt x="4278" y="1617"/>
                </a:lnTo>
                <a:lnTo>
                  <a:pt x="4280" y="1618"/>
                </a:lnTo>
                <a:lnTo>
                  <a:pt x="4281" y="1618"/>
                </a:lnTo>
                <a:lnTo>
                  <a:pt x="4281" y="1619"/>
                </a:lnTo>
                <a:lnTo>
                  <a:pt x="4282" y="1619"/>
                </a:lnTo>
                <a:lnTo>
                  <a:pt x="4282" y="1620"/>
                </a:lnTo>
                <a:lnTo>
                  <a:pt x="4283" y="1621"/>
                </a:lnTo>
                <a:lnTo>
                  <a:pt x="4283" y="1622"/>
                </a:lnTo>
                <a:lnTo>
                  <a:pt x="4284" y="1622"/>
                </a:lnTo>
                <a:lnTo>
                  <a:pt x="4285" y="1622"/>
                </a:lnTo>
                <a:lnTo>
                  <a:pt x="4286" y="1622"/>
                </a:lnTo>
                <a:lnTo>
                  <a:pt x="4287" y="1622"/>
                </a:lnTo>
                <a:lnTo>
                  <a:pt x="4287" y="1621"/>
                </a:lnTo>
                <a:lnTo>
                  <a:pt x="4288" y="1621"/>
                </a:lnTo>
                <a:lnTo>
                  <a:pt x="4289" y="1622"/>
                </a:lnTo>
                <a:lnTo>
                  <a:pt x="4291" y="1622"/>
                </a:lnTo>
                <a:lnTo>
                  <a:pt x="4292" y="1622"/>
                </a:lnTo>
                <a:lnTo>
                  <a:pt x="4294" y="1622"/>
                </a:lnTo>
                <a:lnTo>
                  <a:pt x="4294" y="1623"/>
                </a:lnTo>
                <a:lnTo>
                  <a:pt x="4295" y="1623"/>
                </a:lnTo>
                <a:lnTo>
                  <a:pt x="4294" y="1623"/>
                </a:lnTo>
                <a:lnTo>
                  <a:pt x="4294" y="1624"/>
                </a:lnTo>
                <a:lnTo>
                  <a:pt x="4294" y="1625"/>
                </a:lnTo>
                <a:lnTo>
                  <a:pt x="4293" y="1626"/>
                </a:lnTo>
                <a:lnTo>
                  <a:pt x="4292" y="1626"/>
                </a:lnTo>
                <a:lnTo>
                  <a:pt x="4293" y="1627"/>
                </a:lnTo>
                <a:lnTo>
                  <a:pt x="4294" y="1627"/>
                </a:lnTo>
                <a:lnTo>
                  <a:pt x="4295" y="1627"/>
                </a:lnTo>
                <a:lnTo>
                  <a:pt x="4295" y="1628"/>
                </a:lnTo>
                <a:lnTo>
                  <a:pt x="4295" y="1629"/>
                </a:lnTo>
                <a:lnTo>
                  <a:pt x="4294" y="1629"/>
                </a:lnTo>
                <a:lnTo>
                  <a:pt x="4294" y="1630"/>
                </a:lnTo>
                <a:lnTo>
                  <a:pt x="4294" y="1631"/>
                </a:lnTo>
                <a:lnTo>
                  <a:pt x="4293" y="1631"/>
                </a:lnTo>
                <a:lnTo>
                  <a:pt x="4293" y="1632"/>
                </a:lnTo>
                <a:lnTo>
                  <a:pt x="4294" y="1632"/>
                </a:lnTo>
                <a:lnTo>
                  <a:pt x="4294" y="1633"/>
                </a:lnTo>
                <a:lnTo>
                  <a:pt x="4295" y="1634"/>
                </a:lnTo>
                <a:lnTo>
                  <a:pt x="4296" y="1634"/>
                </a:lnTo>
                <a:lnTo>
                  <a:pt x="4297" y="1635"/>
                </a:lnTo>
                <a:lnTo>
                  <a:pt x="4298" y="1635"/>
                </a:lnTo>
                <a:lnTo>
                  <a:pt x="4299" y="1635"/>
                </a:lnTo>
                <a:lnTo>
                  <a:pt x="4301" y="1636"/>
                </a:lnTo>
                <a:lnTo>
                  <a:pt x="4302" y="1636"/>
                </a:lnTo>
                <a:lnTo>
                  <a:pt x="4303" y="1636"/>
                </a:lnTo>
                <a:lnTo>
                  <a:pt x="4304" y="1636"/>
                </a:lnTo>
                <a:lnTo>
                  <a:pt x="4305" y="1636"/>
                </a:lnTo>
                <a:lnTo>
                  <a:pt x="4306" y="1636"/>
                </a:lnTo>
                <a:lnTo>
                  <a:pt x="4306" y="1635"/>
                </a:lnTo>
                <a:lnTo>
                  <a:pt x="4309" y="1635"/>
                </a:lnTo>
                <a:lnTo>
                  <a:pt x="4310" y="1635"/>
                </a:lnTo>
                <a:lnTo>
                  <a:pt x="4311" y="1635"/>
                </a:lnTo>
                <a:lnTo>
                  <a:pt x="4312" y="1635"/>
                </a:lnTo>
                <a:lnTo>
                  <a:pt x="4313" y="1634"/>
                </a:lnTo>
                <a:lnTo>
                  <a:pt x="4313" y="1633"/>
                </a:lnTo>
                <a:lnTo>
                  <a:pt x="4314" y="1633"/>
                </a:lnTo>
                <a:lnTo>
                  <a:pt x="4314" y="1632"/>
                </a:lnTo>
                <a:lnTo>
                  <a:pt x="4314" y="1631"/>
                </a:lnTo>
                <a:lnTo>
                  <a:pt x="4313" y="1631"/>
                </a:lnTo>
                <a:lnTo>
                  <a:pt x="4312" y="1630"/>
                </a:lnTo>
                <a:lnTo>
                  <a:pt x="4313" y="1630"/>
                </a:lnTo>
                <a:lnTo>
                  <a:pt x="4315" y="1631"/>
                </a:lnTo>
                <a:lnTo>
                  <a:pt x="4316" y="1631"/>
                </a:lnTo>
                <a:lnTo>
                  <a:pt x="4316" y="1632"/>
                </a:lnTo>
                <a:lnTo>
                  <a:pt x="4317" y="1632"/>
                </a:lnTo>
                <a:lnTo>
                  <a:pt x="4318" y="1632"/>
                </a:lnTo>
                <a:lnTo>
                  <a:pt x="4319" y="1633"/>
                </a:lnTo>
                <a:lnTo>
                  <a:pt x="4320" y="1633"/>
                </a:lnTo>
                <a:lnTo>
                  <a:pt x="4320" y="1634"/>
                </a:lnTo>
                <a:lnTo>
                  <a:pt x="4319" y="1634"/>
                </a:lnTo>
                <a:lnTo>
                  <a:pt x="4318" y="1634"/>
                </a:lnTo>
                <a:lnTo>
                  <a:pt x="4318" y="1633"/>
                </a:lnTo>
                <a:lnTo>
                  <a:pt x="4317" y="1633"/>
                </a:lnTo>
                <a:lnTo>
                  <a:pt x="4316" y="1633"/>
                </a:lnTo>
                <a:lnTo>
                  <a:pt x="4315" y="1633"/>
                </a:lnTo>
                <a:lnTo>
                  <a:pt x="4315" y="1634"/>
                </a:lnTo>
                <a:lnTo>
                  <a:pt x="4315" y="1635"/>
                </a:lnTo>
                <a:lnTo>
                  <a:pt x="4317" y="1635"/>
                </a:lnTo>
                <a:lnTo>
                  <a:pt x="4317" y="1636"/>
                </a:lnTo>
                <a:lnTo>
                  <a:pt x="4315" y="1636"/>
                </a:lnTo>
                <a:lnTo>
                  <a:pt x="4315" y="1638"/>
                </a:lnTo>
                <a:lnTo>
                  <a:pt x="4316" y="1638"/>
                </a:lnTo>
                <a:lnTo>
                  <a:pt x="4316" y="1639"/>
                </a:lnTo>
                <a:lnTo>
                  <a:pt x="4317" y="1639"/>
                </a:lnTo>
                <a:lnTo>
                  <a:pt x="4318" y="1639"/>
                </a:lnTo>
                <a:lnTo>
                  <a:pt x="4319" y="1640"/>
                </a:lnTo>
                <a:lnTo>
                  <a:pt x="4320" y="1640"/>
                </a:lnTo>
                <a:lnTo>
                  <a:pt x="4321" y="1641"/>
                </a:lnTo>
                <a:lnTo>
                  <a:pt x="4321" y="1642"/>
                </a:lnTo>
                <a:lnTo>
                  <a:pt x="4321" y="1644"/>
                </a:lnTo>
                <a:lnTo>
                  <a:pt x="4322" y="1645"/>
                </a:lnTo>
                <a:lnTo>
                  <a:pt x="4323" y="1646"/>
                </a:lnTo>
                <a:lnTo>
                  <a:pt x="4324" y="1647"/>
                </a:lnTo>
                <a:lnTo>
                  <a:pt x="4325" y="1647"/>
                </a:lnTo>
                <a:lnTo>
                  <a:pt x="4326" y="1648"/>
                </a:lnTo>
                <a:lnTo>
                  <a:pt x="4327" y="1648"/>
                </a:lnTo>
                <a:lnTo>
                  <a:pt x="4328" y="1648"/>
                </a:lnTo>
                <a:lnTo>
                  <a:pt x="4329" y="1648"/>
                </a:lnTo>
                <a:lnTo>
                  <a:pt x="4330" y="1649"/>
                </a:lnTo>
                <a:lnTo>
                  <a:pt x="4331" y="1649"/>
                </a:lnTo>
                <a:lnTo>
                  <a:pt x="4332" y="1649"/>
                </a:lnTo>
                <a:lnTo>
                  <a:pt x="4333" y="1650"/>
                </a:lnTo>
                <a:lnTo>
                  <a:pt x="4333" y="1649"/>
                </a:lnTo>
                <a:lnTo>
                  <a:pt x="4335" y="1649"/>
                </a:lnTo>
                <a:lnTo>
                  <a:pt x="4336" y="1650"/>
                </a:lnTo>
                <a:lnTo>
                  <a:pt x="4336" y="1649"/>
                </a:lnTo>
                <a:lnTo>
                  <a:pt x="4339" y="1648"/>
                </a:lnTo>
                <a:lnTo>
                  <a:pt x="4339" y="1649"/>
                </a:lnTo>
                <a:lnTo>
                  <a:pt x="4340" y="1649"/>
                </a:lnTo>
                <a:lnTo>
                  <a:pt x="4340" y="1648"/>
                </a:lnTo>
                <a:lnTo>
                  <a:pt x="4339" y="1647"/>
                </a:lnTo>
                <a:lnTo>
                  <a:pt x="4340" y="1647"/>
                </a:lnTo>
                <a:lnTo>
                  <a:pt x="4341" y="1647"/>
                </a:lnTo>
                <a:lnTo>
                  <a:pt x="4343" y="1648"/>
                </a:lnTo>
                <a:lnTo>
                  <a:pt x="4344" y="1648"/>
                </a:lnTo>
                <a:lnTo>
                  <a:pt x="4345" y="1648"/>
                </a:lnTo>
                <a:lnTo>
                  <a:pt x="4346" y="1648"/>
                </a:lnTo>
                <a:lnTo>
                  <a:pt x="4347" y="1648"/>
                </a:lnTo>
                <a:lnTo>
                  <a:pt x="4348" y="1648"/>
                </a:lnTo>
                <a:lnTo>
                  <a:pt x="4349" y="1648"/>
                </a:lnTo>
                <a:lnTo>
                  <a:pt x="4349" y="1649"/>
                </a:lnTo>
                <a:lnTo>
                  <a:pt x="4349" y="1650"/>
                </a:lnTo>
                <a:lnTo>
                  <a:pt x="4350" y="1651"/>
                </a:lnTo>
                <a:lnTo>
                  <a:pt x="4350" y="1650"/>
                </a:lnTo>
                <a:lnTo>
                  <a:pt x="4349" y="1649"/>
                </a:lnTo>
                <a:lnTo>
                  <a:pt x="4349" y="1648"/>
                </a:lnTo>
                <a:lnTo>
                  <a:pt x="4350" y="1648"/>
                </a:lnTo>
                <a:lnTo>
                  <a:pt x="4351" y="1648"/>
                </a:lnTo>
                <a:lnTo>
                  <a:pt x="4353" y="1648"/>
                </a:lnTo>
                <a:lnTo>
                  <a:pt x="4355" y="1647"/>
                </a:lnTo>
                <a:lnTo>
                  <a:pt x="4356" y="1647"/>
                </a:lnTo>
                <a:lnTo>
                  <a:pt x="4358" y="1647"/>
                </a:lnTo>
                <a:lnTo>
                  <a:pt x="4360" y="1647"/>
                </a:lnTo>
                <a:lnTo>
                  <a:pt x="4361" y="1647"/>
                </a:lnTo>
                <a:lnTo>
                  <a:pt x="4362" y="1647"/>
                </a:lnTo>
                <a:lnTo>
                  <a:pt x="4363" y="1647"/>
                </a:lnTo>
                <a:lnTo>
                  <a:pt x="4364" y="1646"/>
                </a:lnTo>
                <a:lnTo>
                  <a:pt x="4365" y="1646"/>
                </a:lnTo>
                <a:lnTo>
                  <a:pt x="4366" y="1646"/>
                </a:lnTo>
                <a:lnTo>
                  <a:pt x="4367" y="1646"/>
                </a:lnTo>
                <a:lnTo>
                  <a:pt x="4368" y="1646"/>
                </a:lnTo>
                <a:lnTo>
                  <a:pt x="4367" y="1647"/>
                </a:lnTo>
                <a:lnTo>
                  <a:pt x="4368" y="1647"/>
                </a:lnTo>
                <a:lnTo>
                  <a:pt x="4368" y="1648"/>
                </a:lnTo>
                <a:lnTo>
                  <a:pt x="4368" y="1649"/>
                </a:lnTo>
                <a:lnTo>
                  <a:pt x="4369" y="1649"/>
                </a:lnTo>
                <a:lnTo>
                  <a:pt x="4369" y="1648"/>
                </a:lnTo>
                <a:lnTo>
                  <a:pt x="4368" y="1648"/>
                </a:lnTo>
                <a:lnTo>
                  <a:pt x="4368" y="1647"/>
                </a:lnTo>
                <a:lnTo>
                  <a:pt x="4368" y="1646"/>
                </a:lnTo>
                <a:lnTo>
                  <a:pt x="4368" y="1645"/>
                </a:lnTo>
                <a:lnTo>
                  <a:pt x="4369" y="1645"/>
                </a:lnTo>
                <a:lnTo>
                  <a:pt x="4370" y="1645"/>
                </a:lnTo>
                <a:lnTo>
                  <a:pt x="4371" y="1644"/>
                </a:lnTo>
                <a:lnTo>
                  <a:pt x="4371" y="1643"/>
                </a:lnTo>
                <a:lnTo>
                  <a:pt x="4372" y="1643"/>
                </a:lnTo>
                <a:lnTo>
                  <a:pt x="4373" y="1642"/>
                </a:lnTo>
                <a:lnTo>
                  <a:pt x="4373" y="1641"/>
                </a:lnTo>
                <a:lnTo>
                  <a:pt x="4372" y="1641"/>
                </a:lnTo>
                <a:lnTo>
                  <a:pt x="4372" y="1640"/>
                </a:lnTo>
                <a:lnTo>
                  <a:pt x="4373" y="1640"/>
                </a:lnTo>
                <a:lnTo>
                  <a:pt x="4373" y="1641"/>
                </a:lnTo>
                <a:lnTo>
                  <a:pt x="4374" y="1641"/>
                </a:lnTo>
                <a:lnTo>
                  <a:pt x="4375" y="1641"/>
                </a:lnTo>
                <a:lnTo>
                  <a:pt x="4375" y="1640"/>
                </a:lnTo>
                <a:lnTo>
                  <a:pt x="4376" y="1640"/>
                </a:lnTo>
                <a:lnTo>
                  <a:pt x="4375" y="1639"/>
                </a:lnTo>
                <a:lnTo>
                  <a:pt x="4376" y="1639"/>
                </a:lnTo>
                <a:lnTo>
                  <a:pt x="4377" y="1640"/>
                </a:lnTo>
                <a:lnTo>
                  <a:pt x="4378" y="1640"/>
                </a:lnTo>
                <a:lnTo>
                  <a:pt x="4378" y="1639"/>
                </a:lnTo>
                <a:lnTo>
                  <a:pt x="4378" y="1638"/>
                </a:lnTo>
                <a:lnTo>
                  <a:pt x="4377" y="1637"/>
                </a:lnTo>
                <a:lnTo>
                  <a:pt x="4378" y="1637"/>
                </a:lnTo>
                <a:lnTo>
                  <a:pt x="4378" y="1638"/>
                </a:lnTo>
                <a:lnTo>
                  <a:pt x="4379" y="1638"/>
                </a:lnTo>
                <a:lnTo>
                  <a:pt x="4379" y="1639"/>
                </a:lnTo>
                <a:lnTo>
                  <a:pt x="4380" y="1639"/>
                </a:lnTo>
                <a:lnTo>
                  <a:pt x="4381" y="1639"/>
                </a:lnTo>
                <a:lnTo>
                  <a:pt x="4382" y="1638"/>
                </a:lnTo>
                <a:lnTo>
                  <a:pt x="4382" y="1637"/>
                </a:lnTo>
                <a:lnTo>
                  <a:pt x="4383" y="1637"/>
                </a:lnTo>
                <a:lnTo>
                  <a:pt x="4383" y="1638"/>
                </a:lnTo>
                <a:lnTo>
                  <a:pt x="4384" y="1638"/>
                </a:lnTo>
                <a:lnTo>
                  <a:pt x="4384" y="1639"/>
                </a:lnTo>
                <a:lnTo>
                  <a:pt x="4385" y="1639"/>
                </a:lnTo>
                <a:lnTo>
                  <a:pt x="4386" y="1640"/>
                </a:lnTo>
                <a:lnTo>
                  <a:pt x="4385" y="1640"/>
                </a:lnTo>
                <a:lnTo>
                  <a:pt x="4385" y="1641"/>
                </a:lnTo>
                <a:lnTo>
                  <a:pt x="4386" y="1641"/>
                </a:lnTo>
                <a:lnTo>
                  <a:pt x="4385" y="1641"/>
                </a:lnTo>
                <a:lnTo>
                  <a:pt x="4384" y="1642"/>
                </a:lnTo>
                <a:lnTo>
                  <a:pt x="4383" y="1642"/>
                </a:lnTo>
                <a:lnTo>
                  <a:pt x="4382" y="1642"/>
                </a:lnTo>
                <a:lnTo>
                  <a:pt x="4382" y="1643"/>
                </a:lnTo>
                <a:lnTo>
                  <a:pt x="4383" y="1644"/>
                </a:lnTo>
                <a:lnTo>
                  <a:pt x="4384" y="1644"/>
                </a:lnTo>
                <a:lnTo>
                  <a:pt x="4384" y="1645"/>
                </a:lnTo>
                <a:lnTo>
                  <a:pt x="4384" y="1646"/>
                </a:lnTo>
                <a:lnTo>
                  <a:pt x="4384" y="1647"/>
                </a:lnTo>
                <a:lnTo>
                  <a:pt x="4385" y="1648"/>
                </a:lnTo>
                <a:lnTo>
                  <a:pt x="4386" y="1649"/>
                </a:lnTo>
                <a:lnTo>
                  <a:pt x="4385" y="1649"/>
                </a:lnTo>
                <a:lnTo>
                  <a:pt x="4385" y="1650"/>
                </a:lnTo>
                <a:lnTo>
                  <a:pt x="4386" y="1650"/>
                </a:lnTo>
                <a:lnTo>
                  <a:pt x="4387" y="1651"/>
                </a:lnTo>
                <a:lnTo>
                  <a:pt x="4388" y="1651"/>
                </a:lnTo>
                <a:lnTo>
                  <a:pt x="4388" y="1650"/>
                </a:lnTo>
                <a:lnTo>
                  <a:pt x="4389" y="1650"/>
                </a:lnTo>
                <a:lnTo>
                  <a:pt x="4389" y="1649"/>
                </a:lnTo>
                <a:lnTo>
                  <a:pt x="4388" y="1648"/>
                </a:lnTo>
                <a:lnTo>
                  <a:pt x="4389" y="1648"/>
                </a:lnTo>
                <a:lnTo>
                  <a:pt x="4389" y="1649"/>
                </a:lnTo>
                <a:lnTo>
                  <a:pt x="4391" y="1648"/>
                </a:lnTo>
                <a:lnTo>
                  <a:pt x="4392" y="1648"/>
                </a:lnTo>
                <a:lnTo>
                  <a:pt x="4392" y="1647"/>
                </a:lnTo>
                <a:lnTo>
                  <a:pt x="4393" y="1647"/>
                </a:lnTo>
                <a:lnTo>
                  <a:pt x="4394" y="1647"/>
                </a:lnTo>
                <a:lnTo>
                  <a:pt x="4394" y="1648"/>
                </a:lnTo>
                <a:lnTo>
                  <a:pt x="4395" y="1648"/>
                </a:lnTo>
                <a:lnTo>
                  <a:pt x="4396" y="1648"/>
                </a:lnTo>
                <a:lnTo>
                  <a:pt x="4396" y="1649"/>
                </a:lnTo>
                <a:lnTo>
                  <a:pt x="4397" y="1649"/>
                </a:lnTo>
                <a:lnTo>
                  <a:pt x="4396" y="1649"/>
                </a:lnTo>
                <a:lnTo>
                  <a:pt x="4395" y="1649"/>
                </a:lnTo>
                <a:lnTo>
                  <a:pt x="4396" y="1650"/>
                </a:lnTo>
                <a:lnTo>
                  <a:pt x="4396" y="1651"/>
                </a:lnTo>
                <a:lnTo>
                  <a:pt x="4397" y="1651"/>
                </a:lnTo>
                <a:lnTo>
                  <a:pt x="4399" y="1652"/>
                </a:lnTo>
                <a:lnTo>
                  <a:pt x="4400" y="1652"/>
                </a:lnTo>
                <a:lnTo>
                  <a:pt x="4401" y="1653"/>
                </a:lnTo>
                <a:lnTo>
                  <a:pt x="4402" y="1653"/>
                </a:lnTo>
                <a:lnTo>
                  <a:pt x="4403" y="1652"/>
                </a:lnTo>
                <a:lnTo>
                  <a:pt x="4404" y="1652"/>
                </a:lnTo>
                <a:lnTo>
                  <a:pt x="4405" y="1652"/>
                </a:lnTo>
                <a:lnTo>
                  <a:pt x="4406" y="1652"/>
                </a:lnTo>
                <a:lnTo>
                  <a:pt x="4406" y="1653"/>
                </a:lnTo>
                <a:lnTo>
                  <a:pt x="4407" y="1653"/>
                </a:lnTo>
                <a:lnTo>
                  <a:pt x="4408" y="1653"/>
                </a:lnTo>
                <a:lnTo>
                  <a:pt x="4409" y="1653"/>
                </a:lnTo>
                <a:lnTo>
                  <a:pt x="4410" y="1652"/>
                </a:lnTo>
                <a:lnTo>
                  <a:pt x="4411" y="1652"/>
                </a:lnTo>
                <a:lnTo>
                  <a:pt x="4412" y="1652"/>
                </a:lnTo>
                <a:lnTo>
                  <a:pt x="4413" y="1651"/>
                </a:lnTo>
                <a:lnTo>
                  <a:pt x="4414" y="1651"/>
                </a:lnTo>
                <a:lnTo>
                  <a:pt x="4415" y="1651"/>
                </a:lnTo>
                <a:lnTo>
                  <a:pt x="4414" y="1651"/>
                </a:lnTo>
                <a:lnTo>
                  <a:pt x="4414" y="1652"/>
                </a:lnTo>
                <a:lnTo>
                  <a:pt x="4415" y="1652"/>
                </a:lnTo>
                <a:lnTo>
                  <a:pt x="4415" y="1653"/>
                </a:lnTo>
                <a:lnTo>
                  <a:pt x="4414" y="1653"/>
                </a:lnTo>
                <a:lnTo>
                  <a:pt x="4414" y="1654"/>
                </a:lnTo>
                <a:lnTo>
                  <a:pt x="4415" y="1654"/>
                </a:lnTo>
                <a:lnTo>
                  <a:pt x="4415" y="1655"/>
                </a:lnTo>
                <a:lnTo>
                  <a:pt x="4414" y="1655"/>
                </a:lnTo>
                <a:lnTo>
                  <a:pt x="4415" y="1655"/>
                </a:lnTo>
                <a:lnTo>
                  <a:pt x="4416" y="1656"/>
                </a:lnTo>
                <a:lnTo>
                  <a:pt x="4416" y="1654"/>
                </a:lnTo>
                <a:lnTo>
                  <a:pt x="4415" y="1653"/>
                </a:lnTo>
                <a:lnTo>
                  <a:pt x="4416" y="1653"/>
                </a:lnTo>
                <a:lnTo>
                  <a:pt x="4418" y="1653"/>
                </a:lnTo>
                <a:lnTo>
                  <a:pt x="4419" y="1653"/>
                </a:lnTo>
                <a:lnTo>
                  <a:pt x="4420" y="1653"/>
                </a:lnTo>
                <a:lnTo>
                  <a:pt x="4421" y="1654"/>
                </a:lnTo>
                <a:lnTo>
                  <a:pt x="4422" y="1654"/>
                </a:lnTo>
                <a:lnTo>
                  <a:pt x="4424" y="1653"/>
                </a:lnTo>
                <a:lnTo>
                  <a:pt x="4425" y="1652"/>
                </a:lnTo>
                <a:lnTo>
                  <a:pt x="4426" y="1652"/>
                </a:lnTo>
                <a:lnTo>
                  <a:pt x="4426" y="1651"/>
                </a:lnTo>
                <a:lnTo>
                  <a:pt x="4427" y="1651"/>
                </a:lnTo>
                <a:lnTo>
                  <a:pt x="4428" y="1651"/>
                </a:lnTo>
                <a:lnTo>
                  <a:pt x="4429" y="1651"/>
                </a:lnTo>
                <a:lnTo>
                  <a:pt x="4429" y="1652"/>
                </a:lnTo>
                <a:lnTo>
                  <a:pt x="4430" y="1652"/>
                </a:lnTo>
                <a:lnTo>
                  <a:pt x="4430" y="1651"/>
                </a:lnTo>
                <a:lnTo>
                  <a:pt x="4430" y="1652"/>
                </a:lnTo>
                <a:lnTo>
                  <a:pt x="4431" y="1652"/>
                </a:lnTo>
                <a:lnTo>
                  <a:pt x="4431" y="1653"/>
                </a:lnTo>
                <a:lnTo>
                  <a:pt x="4432" y="1652"/>
                </a:lnTo>
                <a:lnTo>
                  <a:pt x="4432" y="1651"/>
                </a:lnTo>
                <a:lnTo>
                  <a:pt x="4431" y="1651"/>
                </a:lnTo>
                <a:lnTo>
                  <a:pt x="4432" y="1651"/>
                </a:lnTo>
                <a:lnTo>
                  <a:pt x="4433" y="1652"/>
                </a:lnTo>
                <a:lnTo>
                  <a:pt x="4434" y="1652"/>
                </a:lnTo>
                <a:lnTo>
                  <a:pt x="4434" y="1653"/>
                </a:lnTo>
                <a:lnTo>
                  <a:pt x="4434" y="1654"/>
                </a:lnTo>
                <a:lnTo>
                  <a:pt x="4435" y="1654"/>
                </a:lnTo>
                <a:lnTo>
                  <a:pt x="4434" y="1655"/>
                </a:lnTo>
                <a:lnTo>
                  <a:pt x="4433" y="1655"/>
                </a:lnTo>
                <a:lnTo>
                  <a:pt x="4433" y="1656"/>
                </a:lnTo>
                <a:lnTo>
                  <a:pt x="4432" y="1655"/>
                </a:lnTo>
                <a:lnTo>
                  <a:pt x="4431" y="1655"/>
                </a:lnTo>
                <a:lnTo>
                  <a:pt x="4430" y="1654"/>
                </a:lnTo>
                <a:lnTo>
                  <a:pt x="4429" y="1654"/>
                </a:lnTo>
                <a:lnTo>
                  <a:pt x="4428" y="1655"/>
                </a:lnTo>
                <a:lnTo>
                  <a:pt x="4427" y="1656"/>
                </a:lnTo>
                <a:lnTo>
                  <a:pt x="4426" y="1656"/>
                </a:lnTo>
                <a:lnTo>
                  <a:pt x="4425" y="1657"/>
                </a:lnTo>
                <a:lnTo>
                  <a:pt x="4424" y="1658"/>
                </a:lnTo>
                <a:lnTo>
                  <a:pt x="4424" y="1659"/>
                </a:lnTo>
                <a:lnTo>
                  <a:pt x="4424" y="1660"/>
                </a:lnTo>
                <a:lnTo>
                  <a:pt x="4424" y="1661"/>
                </a:lnTo>
                <a:lnTo>
                  <a:pt x="4424" y="1662"/>
                </a:lnTo>
                <a:lnTo>
                  <a:pt x="4423" y="1663"/>
                </a:lnTo>
                <a:lnTo>
                  <a:pt x="4423" y="1662"/>
                </a:lnTo>
                <a:lnTo>
                  <a:pt x="4422" y="1662"/>
                </a:lnTo>
                <a:lnTo>
                  <a:pt x="4421" y="1662"/>
                </a:lnTo>
                <a:lnTo>
                  <a:pt x="4421" y="1663"/>
                </a:lnTo>
                <a:lnTo>
                  <a:pt x="4422" y="1663"/>
                </a:lnTo>
                <a:lnTo>
                  <a:pt x="4423" y="1663"/>
                </a:lnTo>
                <a:lnTo>
                  <a:pt x="4423" y="1664"/>
                </a:lnTo>
                <a:lnTo>
                  <a:pt x="4422" y="1664"/>
                </a:lnTo>
                <a:lnTo>
                  <a:pt x="4422" y="1665"/>
                </a:lnTo>
                <a:lnTo>
                  <a:pt x="4423" y="1665"/>
                </a:lnTo>
                <a:lnTo>
                  <a:pt x="4423" y="1666"/>
                </a:lnTo>
                <a:lnTo>
                  <a:pt x="4422" y="1666"/>
                </a:lnTo>
                <a:lnTo>
                  <a:pt x="4422" y="1665"/>
                </a:lnTo>
                <a:lnTo>
                  <a:pt x="4421" y="1665"/>
                </a:lnTo>
                <a:lnTo>
                  <a:pt x="4421" y="1666"/>
                </a:lnTo>
                <a:lnTo>
                  <a:pt x="4422" y="1666"/>
                </a:lnTo>
                <a:lnTo>
                  <a:pt x="4422" y="1667"/>
                </a:lnTo>
                <a:lnTo>
                  <a:pt x="4422" y="1668"/>
                </a:lnTo>
                <a:lnTo>
                  <a:pt x="4423" y="1668"/>
                </a:lnTo>
                <a:lnTo>
                  <a:pt x="4424" y="1668"/>
                </a:lnTo>
                <a:lnTo>
                  <a:pt x="4424" y="1669"/>
                </a:lnTo>
                <a:lnTo>
                  <a:pt x="4425" y="1670"/>
                </a:lnTo>
                <a:lnTo>
                  <a:pt x="4425" y="1671"/>
                </a:lnTo>
                <a:lnTo>
                  <a:pt x="4424" y="1671"/>
                </a:lnTo>
                <a:lnTo>
                  <a:pt x="4425" y="1672"/>
                </a:lnTo>
                <a:lnTo>
                  <a:pt x="4426" y="1673"/>
                </a:lnTo>
                <a:lnTo>
                  <a:pt x="4427" y="1673"/>
                </a:lnTo>
                <a:lnTo>
                  <a:pt x="4427" y="1674"/>
                </a:lnTo>
                <a:lnTo>
                  <a:pt x="4426" y="1674"/>
                </a:lnTo>
                <a:lnTo>
                  <a:pt x="4425" y="1675"/>
                </a:lnTo>
                <a:lnTo>
                  <a:pt x="4424" y="1675"/>
                </a:lnTo>
                <a:lnTo>
                  <a:pt x="4423" y="1675"/>
                </a:lnTo>
                <a:lnTo>
                  <a:pt x="4422" y="1676"/>
                </a:lnTo>
                <a:lnTo>
                  <a:pt x="4422" y="1677"/>
                </a:lnTo>
                <a:lnTo>
                  <a:pt x="4423" y="1677"/>
                </a:lnTo>
                <a:lnTo>
                  <a:pt x="4423" y="1678"/>
                </a:lnTo>
                <a:lnTo>
                  <a:pt x="4423" y="1679"/>
                </a:lnTo>
                <a:lnTo>
                  <a:pt x="4422" y="1679"/>
                </a:lnTo>
                <a:lnTo>
                  <a:pt x="4421" y="1679"/>
                </a:lnTo>
                <a:lnTo>
                  <a:pt x="4420" y="1679"/>
                </a:lnTo>
                <a:lnTo>
                  <a:pt x="4419" y="1678"/>
                </a:lnTo>
                <a:lnTo>
                  <a:pt x="4418" y="1678"/>
                </a:lnTo>
                <a:lnTo>
                  <a:pt x="4417" y="1678"/>
                </a:lnTo>
                <a:lnTo>
                  <a:pt x="4416" y="1679"/>
                </a:lnTo>
                <a:lnTo>
                  <a:pt x="4416" y="1678"/>
                </a:lnTo>
                <a:lnTo>
                  <a:pt x="4415" y="1679"/>
                </a:lnTo>
                <a:lnTo>
                  <a:pt x="4414" y="1680"/>
                </a:lnTo>
                <a:lnTo>
                  <a:pt x="4414" y="1682"/>
                </a:lnTo>
                <a:lnTo>
                  <a:pt x="4413" y="1683"/>
                </a:lnTo>
                <a:lnTo>
                  <a:pt x="4413" y="1682"/>
                </a:lnTo>
                <a:lnTo>
                  <a:pt x="4412" y="1682"/>
                </a:lnTo>
                <a:lnTo>
                  <a:pt x="4412" y="1683"/>
                </a:lnTo>
                <a:lnTo>
                  <a:pt x="4412" y="1684"/>
                </a:lnTo>
                <a:lnTo>
                  <a:pt x="4413" y="1684"/>
                </a:lnTo>
                <a:lnTo>
                  <a:pt x="4413" y="1685"/>
                </a:lnTo>
                <a:lnTo>
                  <a:pt x="4413" y="1686"/>
                </a:lnTo>
                <a:lnTo>
                  <a:pt x="4413" y="1687"/>
                </a:lnTo>
                <a:lnTo>
                  <a:pt x="4413" y="1688"/>
                </a:lnTo>
                <a:lnTo>
                  <a:pt x="4411" y="1688"/>
                </a:lnTo>
                <a:lnTo>
                  <a:pt x="4411" y="1689"/>
                </a:lnTo>
                <a:lnTo>
                  <a:pt x="4410" y="1690"/>
                </a:lnTo>
                <a:lnTo>
                  <a:pt x="4410" y="1691"/>
                </a:lnTo>
                <a:lnTo>
                  <a:pt x="4411" y="1692"/>
                </a:lnTo>
                <a:lnTo>
                  <a:pt x="4412" y="1692"/>
                </a:lnTo>
                <a:lnTo>
                  <a:pt x="4412" y="1691"/>
                </a:lnTo>
                <a:lnTo>
                  <a:pt x="4414" y="1691"/>
                </a:lnTo>
                <a:lnTo>
                  <a:pt x="4415" y="1692"/>
                </a:lnTo>
                <a:lnTo>
                  <a:pt x="4416" y="1692"/>
                </a:lnTo>
                <a:lnTo>
                  <a:pt x="4417" y="1692"/>
                </a:lnTo>
                <a:lnTo>
                  <a:pt x="4418" y="1692"/>
                </a:lnTo>
                <a:lnTo>
                  <a:pt x="4419" y="1691"/>
                </a:lnTo>
                <a:lnTo>
                  <a:pt x="4422" y="1690"/>
                </a:lnTo>
                <a:lnTo>
                  <a:pt x="4423" y="1690"/>
                </a:lnTo>
                <a:lnTo>
                  <a:pt x="4422" y="1691"/>
                </a:lnTo>
                <a:lnTo>
                  <a:pt x="4421" y="1691"/>
                </a:lnTo>
                <a:lnTo>
                  <a:pt x="4420" y="1691"/>
                </a:lnTo>
                <a:lnTo>
                  <a:pt x="4420" y="1692"/>
                </a:lnTo>
                <a:lnTo>
                  <a:pt x="4419" y="1694"/>
                </a:lnTo>
                <a:lnTo>
                  <a:pt x="4419" y="1695"/>
                </a:lnTo>
                <a:lnTo>
                  <a:pt x="4420" y="1696"/>
                </a:lnTo>
                <a:lnTo>
                  <a:pt x="4420" y="1697"/>
                </a:lnTo>
                <a:lnTo>
                  <a:pt x="4419" y="1697"/>
                </a:lnTo>
                <a:lnTo>
                  <a:pt x="4419" y="1698"/>
                </a:lnTo>
                <a:lnTo>
                  <a:pt x="4418" y="1699"/>
                </a:lnTo>
                <a:lnTo>
                  <a:pt x="4418" y="1701"/>
                </a:lnTo>
                <a:lnTo>
                  <a:pt x="4419" y="1701"/>
                </a:lnTo>
                <a:lnTo>
                  <a:pt x="4419" y="1702"/>
                </a:lnTo>
                <a:lnTo>
                  <a:pt x="4419" y="1703"/>
                </a:lnTo>
                <a:lnTo>
                  <a:pt x="4418" y="1704"/>
                </a:lnTo>
                <a:lnTo>
                  <a:pt x="4418" y="1705"/>
                </a:lnTo>
                <a:lnTo>
                  <a:pt x="4417" y="1705"/>
                </a:lnTo>
                <a:lnTo>
                  <a:pt x="4416" y="1705"/>
                </a:lnTo>
                <a:lnTo>
                  <a:pt x="4415" y="1705"/>
                </a:lnTo>
                <a:lnTo>
                  <a:pt x="4416" y="1704"/>
                </a:lnTo>
                <a:lnTo>
                  <a:pt x="4417" y="1704"/>
                </a:lnTo>
                <a:lnTo>
                  <a:pt x="4417" y="1703"/>
                </a:lnTo>
                <a:lnTo>
                  <a:pt x="4417" y="1702"/>
                </a:lnTo>
                <a:lnTo>
                  <a:pt x="4417" y="1701"/>
                </a:lnTo>
                <a:lnTo>
                  <a:pt x="4416" y="1701"/>
                </a:lnTo>
                <a:lnTo>
                  <a:pt x="4415" y="1701"/>
                </a:lnTo>
                <a:lnTo>
                  <a:pt x="4414" y="1702"/>
                </a:lnTo>
                <a:lnTo>
                  <a:pt x="4413" y="1702"/>
                </a:lnTo>
                <a:lnTo>
                  <a:pt x="4412" y="1702"/>
                </a:lnTo>
                <a:lnTo>
                  <a:pt x="4411" y="1702"/>
                </a:lnTo>
                <a:lnTo>
                  <a:pt x="4410" y="1702"/>
                </a:lnTo>
                <a:lnTo>
                  <a:pt x="4409" y="1702"/>
                </a:lnTo>
                <a:lnTo>
                  <a:pt x="4409" y="1703"/>
                </a:lnTo>
                <a:lnTo>
                  <a:pt x="4408" y="1704"/>
                </a:lnTo>
                <a:lnTo>
                  <a:pt x="4409" y="1705"/>
                </a:lnTo>
                <a:lnTo>
                  <a:pt x="4410" y="1705"/>
                </a:lnTo>
                <a:lnTo>
                  <a:pt x="4410" y="1706"/>
                </a:lnTo>
                <a:lnTo>
                  <a:pt x="4411" y="1705"/>
                </a:lnTo>
                <a:lnTo>
                  <a:pt x="4411" y="1706"/>
                </a:lnTo>
                <a:lnTo>
                  <a:pt x="4411" y="1707"/>
                </a:lnTo>
                <a:lnTo>
                  <a:pt x="4410" y="1707"/>
                </a:lnTo>
                <a:lnTo>
                  <a:pt x="4410" y="1708"/>
                </a:lnTo>
                <a:lnTo>
                  <a:pt x="4409" y="1708"/>
                </a:lnTo>
                <a:lnTo>
                  <a:pt x="4408" y="1708"/>
                </a:lnTo>
                <a:lnTo>
                  <a:pt x="4407" y="1708"/>
                </a:lnTo>
                <a:lnTo>
                  <a:pt x="4406" y="1708"/>
                </a:lnTo>
                <a:lnTo>
                  <a:pt x="4405" y="1708"/>
                </a:lnTo>
                <a:lnTo>
                  <a:pt x="4404" y="1709"/>
                </a:lnTo>
                <a:lnTo>
                  <a:pt x="4405" y="1709"/>
                </a:lnTo>
                <a:lnTo>
                  <a:pt x="4405" y="1710"/>
                </a:lnTo>
                <a:lnTo>
                  <a:pt x="4404" y="1710"/>
                </a:lnTo>
                <a:lnTo>
                  <a:pt x="4404" y="1711"/>
                </a:lnTo>
                <a:lnTo>
                  <a:pt x="4403" y="1711"/>
                </a:lnTo>
                <a:lnTo>
                  <a:pt x="4402" y="1711"/>
                </a:lnTo>
                <a:lnTo>
                  <a:pt x="4403" y="1712"/>
                </a:lnTo>
                <a:lnTo>
                  <a:pt x="4402" y="1712"/>
                </a:lnTo>
                <a:lnTo>
                  <a:pt x="4402" y="1711"/>
                </a:lnTo>
                <a:lnTo>
                  <a:pt x="4401" y="1711"/>
                </a:lnTo>
                <a:lnTo>
                  <a:pt x="4400" y="1711"/>
                </a:lnTo>
                <a:lnTo>
                  <a:pt x="4399" y="1711"/>
                </a:lnTo>
                <a:lnTo>
                  <a:pt x="4398" y="1711"/>
                </a:lnTo>
                <a:lnTo>
                  <a:pt x="4397" y="1711"/>
                </a:lnTo>
                <a:lnTo>
                  <a:pt x="4396" y="1710"/>
                </a:lnTo>
                <a:lnTo>
                  <a:pt x="4395" y="1710"/>
                </a:lnTo>
                <a:lnTo>
                  <a:pt x="4395" y="1711"/>
                </a:lnTo>
                <a:lnTo>
                  <a:pt x="4394" y="1711"/>
                </a:lnTo>
                <a:lnTo>
                  <a:pt x="4393" y="1710"/>
                </a:lnTo>
                <a:lnTo>
                  <a:pt x="4392" y="1710"/>
                </a:lnTo>
                <a:lnTo>
                  <a:pt x="4391" y="1709"/>
                </a:lnTo>
                <a:lnTo>
                  <a:pt x="4390" y="1710"/>
                </a:lnTo>
                <a:lnTo>
                  <a:pt x="4389" y="1710"/>
                </a:lnTo>
                <a:lnTo>
                  <a:pt x="4388" y="1710"/>
                </a:lnTo>
                <a:lnTo>
                  <a:pt x="4388" y="1709"/>
                </a:lnTo>
                <a:lnTo>
                  <a:pt x="4389" y="1709"/>
                </a:lnTo>
                <a:lnTo>
                  <a:pt x="4389" y="1708"/>
                </a:lnTo>
                <a:lnTo>
                  <a:pt x="4388" y="1707"/>
                </a:lnTo>
                <a:lnTo>
                  <a:pt x="4388" y="1706"/>
                </a:lnTo>
                <a:lnTo>
                  <a:pt x="4388" y="1705"/>
                </a:lnTo>
                <a:lnTo>
                  <a:pt x="4389" y="1705"/>
                </a:lnTo>
                <a:lnTo>
                  <a:pt x="4389" y="1704"/>
                </a:lnTo>
                <a:lnTo>
                  <a:pt x="4390" y="1704"/>
                </a:lnTo>
                <a:lnTo>
                  <a:pt x="4391" y="1704"/>
                </a:lnTo>
                <a:lnTo>
                  <a:pt x="4392" y="1704"/>
                </a:lnTo>
                <a:lnTo>
                  <a:pt x="4393" y="1704"/>
                </a:lnTo>
                <a:lnTo>
                  <a:pt x="4394" y="1704"/>
                </a:lnTo>
                <a:lnTo>
                  <a:pt x="4393" y="1704"/>
                </a:lnTo>
                <a:lnTo>
                  <a:pt x="4392" y="1704"/>
                </a:lnTo>
                <a:lnTo>
                  <a:pt x="4391" y="1704"/>
                </a:lnTo>
                <a:lnTo>
                  <a:pt x="4390" y="1704"/>
                </a:lnTo>
                <a:lnTo>
                  <a:pt x="4389" y="1704"/>
                </a:lnTo>
                <a:lnTo>
                  <a:pt x="4389" y="1703"/>
                </a:lnTo>
                <a:lnTo>
                  <a:pt x="4388" y="1703"/>
                </a:lnTo>
                <a:lnTo>
                  <a:pt x="4388" y="1704"/>
                </a:lnTo>
                <a:lnTo>
                  <a:pt x="4387" y="1703"/>
                </a:lnTo>
                <a:lnTo>
                  <a:pt x="4386" y="1703"/>
                </a:lnTo>
                <a:lnTo>
                  <a:pt x="4386" y="1702"/>
                </a:lnTo>
                <a:lnTo>
                  <a:pt x="4386" y="1701"/>
                </a:lnTo>
                <a:lnTo>
                  <a:pt x="4385" y="1701"/>
                </a:lnTo>
                <a:lnTo>
                  <a:pt x="4384" y="1701"/>
                </a:lnTo>
                <a:lnTo>
                  <a:pt x="4385" y="1700"/>
                </a:lnTo>
                <a:lnTo>
                  <a:pt x="4385" y="1699"/>
                </a:lnTo>
                <a:lnTo>
                  <a:pt x="4386" y="1698"/>
                </a:lnTo>
                <a:lnTo>
                  <a:pt x="4387" y="1697"/>
                </a:lnTo>
                <a:lnTo>
                  <a:pt x="4387" y="1696"/>
                </a:lnTo>
                <a:lnTo>
                  <a:pt x="4387" y="1695"/>
                </a:lnTo>
                <a:lnTo>
                  <a:pt x="4387" y="1694"/>
                </a:lnTo>
                <a:lnTo>
                  <a:pt x="4388" y="1694"/>
                </a:lnTo>
                <a:lnTo>
                  <a:pt x="4389" y="1694"/>
                </a:lnTo>
                <a:lnTo>
                  <a:pt x="4389" y="1693"/>
                </a:lnTo>
                <a:lnTo>
                  <a:pt x="4390" y="1692"/>
                </a:lnTo>
                <a:lnTo>
                  <a:pt x="4391" y="1691"/>
                </a:lnTo>
                <a:lnTo>
                  <a:pt x="4392" y="1691"/>
                </a:lnTo>
                <a:lnTo>
                  <a:pt x="4391" y="1691"/>
                </a:lnTo>
                <a:lnTo>
                  <a:pt x="4390" y="1691"/>
                </a:lnTo>
                <a:lnTo>
                  <a:pt x="4390" y="1692"/>
                </a:lnTo>
                <a:lnTo>
                  <a:pt x="4390" y="1691"/>
                </a:lnTo>
                <a:lnTo>
                  <a:pt x="4390" y="1690"/>
                </a:lnTo>
                <a:lnTo>
                  <a:pt x="4389" y="1690"/>
                </a:lnTo>
                <a:lnTo>
                  <a:pt x="4389" y="1689"/>
                </a:lnTo>
                <a:lnTo>
                  <a:pt x="4388" y="1689"/>
                </a:lnTo>
                <a:lnTo>
                  <a:pt x="4389" y="1689"/>
                </a:lnTo>
                <a:lnTo>
                  <a:pt x="4389" y="1690"/>
                </a:lnTo>
                <a:lnTo>
                  <a:pt x="4389" y="1691"/>
                </a:lnTo>
                <a:lnTo>
                  <a:pt x="4389" y="1692"/>
                </a:lnTo>
                <a:lnTo>
                  <a:pt x="4388" y="1692"/>
                </a:lnTo>
                <a:lnTo>
                  <a:pt x="4388" y="1693"/>
                </a:lnTo>
                <a:lnTo>
                  <a:pt x="4387" y="1693"/>
                </a:lnTo>
                <a:lnTo>
                  <a:pt x="4386" y="1693"/>
                </a:lnTo>
                <a:lnTo>
                  <a:pt x="4386" y="1694"/>
                </a:lnTo>
                <a:lnTo>
                  <a:pt x="4385" y="1694"/>
                </a:lnTo>
                <a:lnTo>
                  <a:pt x="4385" y="1695"/>
                </a:lnTo>
                <a:lnTo>
                  <a:pt x="4385" y="1696"/>
                </a:lnTo>
                <a:lnTo>
                  <a:pt x="4385" y="1698"/>
                </a:lnTo>
                <a:lnTo>
                  <a:pt x="4384" y="1699"/>
                </a:lnTo>
                <a:lnTo>
                  <a:pt x="4384" y="1700"/>
                </a:lnTo>
                <a:lnTo>
                  <a:pt x="4383" y="1699"/>
                </a:lnTo>
                <a:lnTo>
                  <a:pt x="4382" y="1699"/>
                </a:lnTo>
                <a:lnTo>
                  <a:pt x="4381" y="1699"/>
                </a:lnTo>
                <a:lnTo>
                  <a:pt x="4380" y="1699"/>
                </a:lnTo>
                <a:lnTo>
                  <a:pt x="4380" y="1700"/>
                </a:lnTo>
                <a:lnTo>
                  <a:pt x="4379" y="1701"/>
                </a:lnTo>
                <a:lnTo>
                  <a:pt x="4379" y="1702"/>
                </a:lnTo>
                <a:lnTo>
                  <a:pt x="4378" y="1703"/>
                </a:lnTo>
                <a:lnTo>
                  <a:pt x="4377" y="1703"/>
                </a:lnTo>
                <a:lnTo>
                  <a:pt x="4376" y="1703"/>
                </a:lnTo>
                <a:lnTo>
                  <a:pt x="4376" y="1704"/>
                </a:lnTo>
                <a:lnTo>
                  <a:pt x="4375" y="1704"/>
                </a:lnTo>
                <a:lnTo>
                  <a:pt x="4374" y="1704"/>
                </a:lnTo>
                <a:lnTo>
                  <a:pt x="4374" y="1703"/>
                </a:lnTo>
                <a:lnTo>
                  <a:pt x="4374" y="1702"/>
                </a:lnTo>
                <a:lnTo>
                  <a:pt x="4374" y="1701"/>
                </a:lnTo>
                <a:lnTo>
                  <a:pt x="4373" y="1700"/>
                </a:lnTo>
                <a:lnTo>
                  <a:pt x="4373" y="1699"/>
                </a:lnTo>
                <a:lnTo>
                  <a:pt x="4373" y="1698"/>
                </a:lnTo>
                <a:lnTo>
                  <a:pt x="4372" y="1698"/>
                </a:lnTo>
                <a:lnTo>
                  <a:pt x="4371" y="1697"/>
                </a:lnTo>
                <a:lnTo>
                  <a:pt x="4371" y="1696"/>
                </a:lnTo>
                <a:lnTo>
                  <a:pt x="4371" y="1695"/>
                </a:lnTo>
                <a:lnTo>
                  <a:pt x="4371" y="1696"/>
                </a:lnTo>
                <a:lnTo>
                  <a:pt x="4371" y="1697"/>
                </a:lnTo>
                <a:lnTo>
                  <a:pt x="4371" y="1698"/>
                </a:lnTo>
                <a:lnTo>
                  <a:pt x="4369" y="1698"/>
                </a:lnTo>
                <a:lnTo>
                  <a:pt x="4368" y="1697"/>
                </a:lnTo>
                <a:lnTo>
                  <a:pt x="4367" y="1697"/>
                </a:lnTo>
                <a:lnTo>
                  <a:pt x="4367" y="1696"/>
                </a:lnTo>
                <a:lnTo>
                  <a:pt x="4366" y="1696"/>
                </a:lnTo>
                <a:lnTo>
                  <a:pt x="4366" y="1697"/>
                </a:lnTo>
                <a:lnTo>
                  <a:pt x="4367" y="1697"/>
                </a:lnTo>
                <a:lnTo>
                  <a:pt x="4368" y="1697"/>
                </a:lnTo>
                <a:lnTo>
                  <a:pt x="4368" y="1698"/>
                </a:lnTo>
                <a:lnTo>
                  <a:pt x="4369" y="1699"/>
                </a:lnTo>
                <a:lnTo>
                  <a:pt x="4368" y="1700"/>
                </a:lnTo>
                <a:lnTo>
                  <a:pt x="4367" y="1700"/>
                </a:lnTo>
                <a:lnTo>
                  <a:pt x="4366" y="1701"/>
                </a:lnTo>
                <a:lnTo>
                  <a:pt x="4365" y="1701"/>
                </a:lnTo>
                <a:lnTo>
                  <a:pt x="4364" y="1701"/>
                </a:lnTo>
                <a:lnTo>
                  <a:pt x="4363" y="1702"/>
                </a:lnTo>
                <a:lnTo>
                  <a:pt x="4362" y="1702"/>
                </a:lnTo>
                <a:lnTo>
                  <a:pt x="4361" y="1702"/>
                </a:lnTo>
                <a:lnTo>
                  <a:pt x="4360" y="1703"/>
                </a:lnTo>
                <a:lnTo>
                  <a:pt x="4359" y="1703"/>
                </a:lnTo>
                <a:lnTo>
                  <a:pt x="4358" y="1703"/>
                </a:lnTo>
                <a:lnTo>
                  <a:pt x="4358" y="1704"/>
                </a:lnTo>
                <a:lnTo>
                  <a:pt x="4357" y="1704"/>
                </a:lnTo>
                <a:lnTo>
                  <a:pt x="4356" y="1704"/>
                </a:lnTo>
                <a:lnTo>
                  <a:pt x="4355" y="1704"/>
                </a:lnTo>
                <a:lnTo>
                  <a:pt x="4355" y="1705"/>
                </a:lnTo>
                <a:lnTo>
                  <a:pt x="4354" y="1705"/>
                </a:lnTo>
                <a:lnTo>
                  <a:pt x="4353" y="1705"/>
                </a:lnTo>
                <a:lnTo>
                  <a:pt x="4352" y="1705"/>
                </a:lnTo>
                <a:lnTo>
                  <a:pt x="4351" y="1706"/>
                </a:lnTo>
                <a:lnTo>
                  <a:pt x="4350" y="1706"/>
                </a:lnTo>
                <a:lnTo>
                  <a:pt x="4350" y="1707"/>
                </a:lnTo>
                <a:lnTo>
                  <a:pt x="4349" y="1708"/>
                </a:lnTo>
                <a:lnTo>
                  <a:pt x="4349" y="1709"/>
                </a:lnTo>
                <a:lnTo>
                  <a:pt x="4348" y="1709"/>
                </a:lnTo>
                <a:lnTo>
                  <a:pt x="4349" y="1709"/>
                </a:lnTo>
                <a:lnTo>
                  <a:pt x="4349" y="1710"/>
                </a:lnTo>
                <a:lnTo>
                  <a:pt x="4347" y="1711"/>
                </a:lnTo>
                <a:lnTo>
                  <a:pt x="4347" y="1712"/>
                </a:lnTo>
                <a:lnTo>
                  <a:pt x="4346" y="1712"/>
                </a:lnTo>
                <a:lnTo>
                  <a:pt x="4345" y="1712"/>
                </a:lnTo>
                <a:lnTo>
                  <a:pt x="4344" y="1712"/>
                </a:lnTo>
                <a:lnTo>
                  <a:pt x="4343" y="1712"/>
                </a:lnTo>
                <a:lnTo>
                  <a:pt x="4342" y="1712"/>
                </a:lnTo>
                <a:lnTo>
                  <a:pt x="4341" y="1713"/>
                </a:lnTo>
                <a:lnTo>
                  <a:pt x="4340" y="1713"/>
                </a:lnTo>
                <a:lnTo>
                  <a:pt x="4339" y="1714"/>
                </a:lnTo>
                <a:lnTo>
                  <a:pt x="4338" y="1714"/>
                </a:lnTo>
                <a:lnTo>
                  <a:pt x="4338" y="1713"/>
                </a:lnTo>
                <a:lnTo>
                  <a:pt x="4339" y="1713"/>
                </a:lnTo>
                <a:lnTo>
                  <a:pt x="4339" y="1712"/>
                </a:lnTo>
                <a:lnTo>
                  <a:pt x="4340" y="1712"/>
                </a:lnTo>
                <a:lnTo>
                  <a:pt x="4339" y="1712"/>
                </a:lnTo>
                <a:lnTo>
                  <a:pt x="4338" y="1712"/>
                </a:lnTo>
                <a:lnTo>
                  <a:pt x="4337" y="1712"/>
                </a:lnTo>
                <a:lnTo>
                  <a:pt x="4337" y="1713"/>
                </a:lnTo>
                <a:lnTo>
                  <a:pt x="4337" y="1714"/>
                </a:lnTo>
                <a:lnTo>
                  <a:pt x="4337" y="1715"/>
                </a:lnTo>
                <a:lnTo>
                  <a:pt x="4337" y="1716"/>
                </a:lnTo>
                <a:lnTo>
                  <a:pt x="4337" y="1717"/>
                </a:lnTo>
                <a:lnTo>
                  <a:pt x="4338" y="1717"/>
                </a:lnTo>
                <a:lnTo>
                  <a:pt x="4338" y="1718"/>
                </a:lnTo>
                <a:lnTo>
                  <a:pt x="4337" y="1718"/>
                </a:lnTo>
                <a:lnTo>
                  <a:pt x="4337" y="1719"/>
                </a:lnTo>
                <a:lnTo>
                  <a:pt x="4338" y="1719"/>
                </a:lnTo>
                <a:lnTo>
                  <a:pt x="4338" y="1720"/>
                </a:lnTo>
                <a:lnTo>
                  <a:pt x="4339" y="1721"/>
                </a:lnTo>
                <a:lnTo>
                  <a:pt x="4338" y="1721"/>
                </a:lnTo>
                <a:lnTo>
                  <a:pt x="4337" y="1721"/>
                </a:lnTo>
                <a:lnTo>
                  <a:pt x="4336" y="1721"/>
                </a:lnTo>
                <a:lnTo>
                  <a:pt x="4335" y="1721"/>
                </a:lnTo>
                <a:lnTo>
                  <a:pt x="4335" y="1720"/>
                </a:lnTo>
                <a:lnTo>
                  <a:pt x="4335" y="1719"/>
                </a:lnTo>
                <a:lnTo>
                  <a:pt x="4335" y="1718"/>
                </a:lnTo>
                <a:lnTo>
                  <a:pt x="4334" y="1718"/>
                </a:lnTo>
                <a:lnTo>
                  <a:pt x="4334" y="1719"/>
                </a:lnTo>
                <a:lnTo>
                  <a:pt x="4333" y="1719"/>
                </a:lnTo>
                <a:lnTo>
                  <a:pt x="4333" y="1718"/>
                </a:lnTo>
                <a:lnTo>
                  <a:pt x="4332" y="1718"/>
                </a:lnTo>
                <a:lnTo>
                  <a:pt x="4331" y="1718"/>
                </a:lnTo>
                <a:lnTo>
                  <a:pt x="4331" y="1719"/>
                </a:lnTo>
                <a:lnTo>
                  <a:pt x="4332" y="1720"/>
                </a:lnTo>
                <a:lnTo>
                  <a:pt x="4333" y="1721"/>
                </a:lnTo>
                <a:lnTo>
                  <a:pt x="4332" y="1722"/>
                </a:lnTo>
                <a:lnTo>
                  <a:pt x="4331" y="1722"/>
                </a:lnTo>
                <a:lnTo>
                  <a:pt x="4330" y="1721"/>
                </a:lnTo>
                <a:lnTo>
                  <a:pt x="4331" y="1720"/>
                </a:lnTo>
                <a:lnTo>
                  <a:pt x="4330" y="1720"/>
                </a:lnTo>
                <a:lnTo>
                  <a:pt x="4329" y="1720"/>
                </a:lnTo>
                <a:lnTo>
                  <a:pt x="4328" y="1719"/>
                </a:lnTo>
                <a:lnTo>
                  <a:pt x="4327" y="1719"/>
                </a:lnTo>
                <a:lnTo>
                  <a:pt x="4326" y="1719"/>
                </a:lnTo>
                <a:lnTo>
                  <a:pt x="4327" y="1718"/>
                </a:lnTo>
                <a:lnTo>
                  <a:pt x="4326" y="1718"/>
                </a:lnTo>
                <a:lnTo>
                  <a:pt x="4325" y="1718"/>
                </a:lnTo>
                <a:lnTo>
                  <a:pt x="4325" y="1717"/>
                </a:lnTo>
                <a:lnTo>
                  <a:pt x="4325" y="1716"/>
                </a:lnTo>
                <a:lnTo>
                  <a:pt x="4326" y="1716"/>
                </a:lnTo>
                <a:lnTo>
                  <a:pt x="4327" y="1716"/>
                </a:lnTo>
                <a:lnTo>
                  <a:pt x="4327" y="1715"/>
                </a:lnTo>
                <a:lnTo>
                  <a:pt x="4328" y="1715"/>
                </a:lnTo>
                <a:lnTo>
                  <a:pt x="4329" y="1715"/>
                </a:lnTo>
                <a:lnTo>
                  <a:pt x="4329" y="1714"/>
                </a:lnTo>
                <a:lnTo>
                  <a:pt x="4330" y="1714"/>
                </a:lnTo>
                <a:lnTo>
                  <a:pt x="4330" y="1715"/>
                </a:lnTo>
                <a:lnTo>
                  <a:pt x="4331" y="1715"/>
                </a:lnTo>
                <a:lnTo>
                  <a:pt x="4331" y="1714"/>
                </a:lnTo>
                <a:lnTo>
                  <a:pt x="4331" y="1713"/>
                </a:lnTo>
                <a:lnTo>
                  <a:pt x="4332" y="1713"/>
                </a:lnTo>
                <a:lnTo>
                  <a:pt x="4333" y="1712"/>
                </a:lnTo>
                <a:lnTo>
                  <a:pt x="4333" y="1711"/>
                </a:lnTo>
                <a:lnTo>
                  <a:pt x="4334" y="1710"/>
                </a:lnTo>
                <a:lnTo>
                  <a:pt x="4335" y="1710"/>
                </a:lnTo>
                <a:lnTo>
                  <a:pt x="4336" y="1710"/>
                </a:lnTo>
                <a:lnTo>
                  <a:pt x="4337" y="1710"/>
                </a:lnTo>
                <a:lnTo>
                  <a:pt x="4336" y="1710"/>
                </a:lnTo>
                <a:lnTo>
                  <a:pt x="4335" y="1709"/>
                </a:lnTo>
                <a:lnTo>
                  <a:pt x="4335" y="1710"/>
                </a:lnTo>
                <a:lnTo>
                  <a:pt x="4334" y="1710"/>
                </a:lnTo>
                <a:lnTo>
                  <a:pt x="4333" y="1710"/>
                </a:lnTo>
                <a:lnTo>
                  <a:pt x="4331" y="1711"/>
                </a:lnTo>
                <a:lnTo>
                  <a:pt x="4332" y="1711"/>
                </a:lnTo>
                <a:lnTo>
                  <a:pt x="4331" y="1712"/>
                </a:lnTo>
                <a:lnTo>
                  <a:pt x="4330" y="1712"/>
                </a:lnTo>
                <a:lnTo>
                  <a:pt x="4329" y="1712"/>
                </a:lnTo>
                <a:lnTo>
                  <a:pt x="4328" y="1713"/>
                </a:lnTo>
                <a:lnTo>
                  <a:pt x="4328" y="1714"/>
                </a:lnTo>
                <a:lnTo>
                  <a:pt x="4327" y="1714"/>
                </a:lnTo>
                <a:lnTo>
                  <a:pt x="4326" y="1715"/>
                </a:lnTo>
                <a:lnTo>
                  <a:pt x="4325" y="1715"/>
                </a:lnTo>
                <a:lnTo>
                  <a:pt x="4325" y="1714"/>
                </a:lnTo>
                <a:lnTo>
                  <a:pt x="4325" y="1713"/>
                </a:lnTo>
                <a:lnTo>
                  <a:pt x="4324" y="1712"/>
                </a:lnTo>
                <a:lnTo>
                  <a:pt x="4324" y="1713"/>
                </a:lnTo>
                <a:lnTo>
                  <a:pt x="4323" y="1713"/>
                </a:lnTo>
                <a:lnTo>
                  <a:pt x="4324" y="1713"/>
                </a:lnTo>
                <a:lnTo>
                  <a:pt x="4324" y="1714"/>
                </a:lnTo>
                <a:lnTo>
                  <a:pt x="4324" y="1715"/>
                </a:lnTo>
                <a:lnTo>
                  <a:pt x="4323" y="1716"/>
                </a:lnTo>
                <a:lnTo>
                  <a:pt x="4324" y="1717"/>
                </a:lnTo>
                <a:lnTo>
                  <a:pt x="4324" y="1718"/>
                </a:lnTo>
                <a:lnTo>
                  <a:pt x="4323" y="1718"/>
                </a:lnTo>
                <a:lnTo>
                  <a:pt x="4322" y="1718"/>
                </a:lnTo>
                <a:lnTo>
                  <a:pt x="4322" y="1719"/>
                </a:lnTo>
                <a:lnTo>
                  <a:pt x="4321" y="1719"/>
                </a:lnTo>
                <a:lnTo>
                  <a:pt x="4320" y="1719"/>
                </a:lnTo>
                <a:lnTo>
                  <a:pt x="4320" y="1720"/>
                </a:lnTo>
                <a:lnTo>
                  <a:pt x="4319" y="1719"/>
                </a:lnTo>
                <a:lnTo>
                  <a:pt x="4318" y="1719"/>
                </a:lnTo>
                <a:lnTo>
                  <a:pt x="4317" y="1719"/>
                </a:lnTo>
                <a:lnTo>
                  <a:pt x="4316" y="1720"/>
                </a:lnTo>
                <a:lnTo>
                  <a:pt x="4315" y="1721"/>
                </a:lnTo>
                <a:lnTo>
                  <a:pt x="4315" y="1722"/>
                </a:lnTo>
                <a:lnTo>
                  <a:pt x="4315" y="1723"/>
                </a:lnTo>
                <a:lnTo>
                  <a:pt x="4316" y="1723"/>
                </a:lnTo>
                <a:lnTo>
                  <a:pt x="4317" y="1723"/>
                </a:lnTo>
                <a:lnTo>
                  <a:pt x="4317" y="1724"/>
                </a:lnTo>
                <a:lnTo>
                  <a:pt x="4317" y="1725"/>
                </a:lnTo>
                <a:lnTo>
                  <a:pt x="4315" y="1725"/>
                </a:lnTo>
                <a:lnTo>
                  <a:pt x="4314" y="1724"/>
                </a:lnTo>
                <a:lnTo>
                  <a:pt x="4315" y="1724"/>
                </a:lnTo>
                <a:lnTo>
                  <a:pt x="4314" y="1723"/>
                </a:lnTo>
                <a:lnTo>
                  <a:pt x="4313" y="1723"/>
                </a:lnTo>
                <a:lnTo>
                  <a:pt x="4312" y="1723"/>
                </a:lnTo>
                <a:lnTo>
                  <a:pt x="4311" y="1723"/>
                </a:lnTo>
                <a:lnTo>
                  <a:pt x="4310" y="1723"/>
                </a:lnTo>
                <a:lnTo>
                  <a:pt x="4310" y="1724"/>
                </a:lnTo>
                <a:lnTo>
                  <a:pt x="4309" y="1724"/>
                </a:lnTo>
                <a:lnTo>
                  <a:pt x="4308" y="1724"/>
                </a:lnTo>
                <a:lnTo>
                  <a:pt x="4307" y="1724"/>
                </a:lnTo>
                <a:lnTo>
                  <a:pt x="4306" y="1724"/>
                </a:lnTo>
                <a:lnTo>
                  <a:pt x="4305" y="1725"/>
                </a:lnTo>
                <a:lnTo>
                  <a:pt x="4304" y="1726"/>
                </a:lnTo>
                <a:lnTo>
                  <a:pt x="4303" y="1726"/>
                </a:lnTo>
                <a:lnTo>
                  <a:pt x="4303" y="1728"/>
                </a:lnTo>
                <a:lnTo>
                  <a:pt x="4302" y="1728"/>
                </a:lnTo>
                <a:lnTo>
                  <a:pt x="4303" y="1727"/>
                </a:lnTo>
                <a:lnTo>
                  <a:pt x="4303" y="1726"/>
                </a:lnTo>
                <a:lnTo>
                  <a:pt x="4302" y="1726"/>
                </a:lnTo>
                <a:lnTo>
                  <a:pt x="4301" y="1726"/>
                </a:lnTo>
                <a:lnTo>
                  <a:pt x="4300" y="1726"/>
                </a:lnTo>
                <a:lnTo>
                  <a:pt x="4299" y="1726"/>
                </a:lnTo>
                <a:lnTo>
                  <a:pt x="4298" y="1727"/>
                </a:lnTo>
                <a:lnTo>
                  <a:pt x="4297" y="1727"/>
                </a:lnTo>
                <a:lnTo>
                  <a:pt x="4296" y="1728"/>
                </a:lnTo>
                <a:lnTo>
                  <a:pt x="4295" y="1728"/>
                </a:lnTo>
                <a:lnTo>
                  <a:pt x="4294" y="1729"/>
                </a:lnTo>
                <a:lnTo>
                  <a:pt x="4293" y="1730"/>
                </a:lnTo>
                <a:lnTo>
                  <a:pt x="4291" y="1731"/>
                </a:lnTo>
                <a:lnTo>
                  <a:pt x="4291" y="1732"/>
                </a:lnTo>
                <a:lnTo>
                  <a:pt x="4290" y="1732"/>
                </a:lnTo>
                <a:lnTo>
                  <a:pt x="4289" y="1733"/>
                </a:lnTo>
                <a:lnTo>
                  <a:pt x="4288" y="1733"/>
                </a:lnTo>
                <a:lnTo>
                  <a:pt x="4287" y="1734"/>
                </a:lnTo>
                <a:lnTo>
                  <a:pt x="4286" y="1734"/>
                </a:lnTo>
                <a:lnTo>
                  <a:pt x="4286" y="1733"/>
                </a:lnTo>
                <a:lnTo>
                  <a:pt x="4286" y="1732"/>
                </a:lnTo>
                <a:lnTo>
                  <a:pt x="4285" y="1733"/>
                </a:lnTo>
                <a:lnTo>
                  <a:pt x="4285" y="1734"/>
                </a:lnTo>
                <a:lnTo>
                  <a:pt x="4285" y="1735"/>
                </a:lnTo>
                <a:lnTo>
                  <a:pt x="4285" y="1736"/>
                </a:lnTo>
                <a:lnTo>
                  <a:pt x="4284" y="1736"/>
                </a:lnTo>
                <a:lnTo>
                  <a:pt x="4283" y="1737"/>
                </a:lnTo>
                <a:lnTo>
                  <a:pt x="4282" y="1737"/>
                </a:lnTo>
                <a:lnTo>
                  <a:pt x="4281" y="1737"/>
                </a:lnTo>
                <a:lnTo>
                  <a:pt x="4280" y="1737"/>
                </a:lnTo>
                <a:lnTo>
                  <a:pt x="4281" y="1737"/>
                </a:lnTo>
                <a:lnTo>
                  <a:pt x="4281" y="1738"/>
                </a:lnTo>
                <a:lnTo>
                  <a:pt x="4280" y="1738"/>
                </a:lnTo>
                <a:lnTo>
                  <a:pt x="4279" y="1738"/>
                </a:lnTo>
                <a:lnTo>
                  <a:pt x="4278" y="1738"/>
                </a:lnTo>
                <a:lnTo>
                  <a:pt x="4278" y="1737"/>
                </a:lnTo>
                <a:lnTo>
                  <a:pt x="4277" y="1737"/>
                </a:lnTo>
                <a:lnTo>
                  <a:pt x="4277" y="1738"/>
                </a:lnTo>
                <a:lnTo>
                  <a:pt x="4277" y="1737"/>
                </a:lnTo>
                <a:lnTo>
                  <a:pt x="4276" y="1737"/>
                </a:lnTo>
                <a:lnTo>
                  <a:pt x="4276" y="1736"/>
                </a:lnTo>
                <a:lnTo>
                  <a:pt x="4275" y="1736"/>
                </a:lnTo>
                <a:lnTo>
                  <a:pt x="4275" y="1735"/>
                </a:lnTo>
                <a:lnTo>
                  <a:pt x="4275" y="1733"/>
                </a:lnTo>
                <a:lnTo>
                  <a:pt x="4276" y="1733"/>
                </a:lnTo>
                <a:lnTo>
                  <a:pt x="4276" y="1732"/>
                </a:lnTo>
                <a:lnTo>
                  <a:pt x="4275" y="1733"/>
                </a:lnTo>
                <a:lnTo>
                  <a:pt x="4274" y="1734"/>
                </a:lnTo>
                <a:lnTo>
                  <a:pt x="4274" y="1733"/>
                </a:lnTo>
                <a:lnTo>
                  <a:pt x="4273" y="1733"/>
                </a:lnTo>
                <a:lnTo>
                  <a:pt x="4272" y="1733"/>
                </a:lnTo>
                <a:lnTo>
                  <a:pt x="4272" y="1732"/>
                </a:lnTo>
                <a:lnTo>
                  <a:pt x="4272" y="1731"/>
                </a:lnTo>
                <a:lnTo>
                  <a:pt x="4272" y="1730"/>
                </a:lnTo>
                <a:lnTo>
                  <a:pt x="4272" y="1729"/>
                </a:lnTo>
                <a:lnTo>
                  <a:pt x="4272" y="1730"/>
                </a:lnTo>
                <a:lnTo>
                  <a:pt x="4272" y="1732"/>
                </a:lnTo>
                <a:lnTo>
                  <a:pt x="4271" y="1733"/>
                </a:lnTo>
                <a:lnTo>
                  <a:pt x="4271" y="1732"/>
                </a:lnTo>
                <a:lnTo>
                  <a:pt x="4270" y="1732"/>
                </a:lnTo>
                <a:lnTo>
                  <a:pt x="4270" y="1731"/>
                </a:lnTo>
                <a:lnTo>
                  <a:pt x="4270" y="1730"/>
                </a:lnTo>
                <a:lnTo>
                  <a:pt x="4269" y="1730"/>
                </a:lnTo>
                <a:lnTo>
                  <a:pt x="4268" y="1730"/>
                </a:lnTo>
                <a:lnTo>
                  <a:pt x="4269" y="1732"/>
                </a:lnTo>
                <a:lnTo>
                  <a:pt x="4270" y="1732"/>
                </a:lnTo>
                <a:lnTo>
                  <a:pt x="4269" y="1733"/>
                </a:lnTo>
                <a:lnTo>
                  <a:pt x="4268" y="1733"/>
                </a:lnTo>
                <a:lnTo>
                  <a:pt x="4267" y="1733"/>
                </a:lnTo>
                <a:lnTo>
                  <a:pt x="4267" y="1734"/>
                </a:lnTo>
                <a:lnTo>
                  <a:pt x="4266" y="1734"/>
                </a:lnTo>
                <a:lnTo>
                  <a:pt x="4265" y="1734"/>
                </a:lnTo>
                <a:lnTo>
                  <a:pt x="4265" y="1735"/>
                </a:lnTo>
                <a:lnTo>
                  <a:pt x="4264" y="1735"/>
                </a:lnTo>
                <a:lnTo>
                  <a:pt x="4264" y="1734"/>
                </a:lnTo>
                <a:lnTo>
                  <a:pt x="4263" y="1734"/>
                </a:lnTo>
                <a:lnTo>
                  <a:pt x="4263" y="1733"/>
                </a:lnTo>
                <a:lnTo>
                  <a:pt x="4262" y="1733"/>
                </a:lnTo>
                <a:lnTo>
                  <a:pt x="4262" y="1732"/>
                </a:lnTo>
                <a:lnTo>
                  <a:pt x="4261" y="1733"/>
                </a:lnTo>
                <a:lnTo>
                  <a:pt x="4262" y="1733"/>
                </a:lnTo>
                <a:lnTo>
                  <a:pt x="4263" y="1733"/>
                </a:lnTo>
                <a:lnTo>
                  <a:pt x="4263" y="1734"/>
                </a:lnTo>
                <a:lnTo>
                  <a:pt x="4264" y="1735"/>
                </a:lnTo>
                <a:lnTo>
                  <a:pt x="4264" y="1736"/>
                </a:lnTo>
                <a:lnTo>
                  <a:pt x="4263" y="1736"/>
                </a:lnTo>
                <a:lnTo>
                  <a:pt x="4262" y="1736"/>
                </a:lnTo>
                <a:lnTo>
                  <a:pt x="4262" y="1737"/>
                </a:lnTo>
                <a:lnTo>
                  <a:pt x="4262" y="1736"/>
                </a:lnTo>
                <a:lnTo>
                  <a:pt x="4261" y="1736"/>
                </a:lnTo>
                <a:lnTo>
                  <a:pt x="4260" y="1737"/>
                </a:lnTo>
                <a:lnTo>
                  <a:pt x="4261" y="1737"/>
                </a:lnTo>
                <a:lnTo>
                  <a:pt x="4262" y="1737"/>
                </a:lnTo>
                <a:lnTo>
                  <a:pt x="4263" y="1737"/>
                </a:lnTo>
                <a:lnTo>
                  <a:pt x="4264" y="1736"/>
                </a:lnTo>
                <a:lnTo>
                  <a:pt x="4265" y="1736"/>
                </a:lnTo>
                <a:lnTo>
                  <a:pt x="4265" y="1735"/>
                </a:lnTo>
                <a:lnTo>
                  <a:pt x="4267" y="1735"/>
                </a:lnTo>
                <a:lnTo>
                  <a:pt x="4267" y="1734"/>
                </a:lnTo>
                <a:lnTo>
                  <a:pt x="4268" y="1734"/>
                </a:lnTo>
                <a:lnTo>
                  <a:pt x="4268" y="1735"/>
                </a:lnTo>
                <a:lnTo>
                  <a:pt x="4269" y="1735"/>
                </a:lnTo>
                <a:lnTo>
                  <a:pt x="4270" y="1735"/>
                </a:lnTo>
                <a:lnTo>
                  <a:pt x="4270" y="1736"/>
                </a:lnTo>
                <a:lnTo>
                  <a:pt x="4271" y="1736"/>
                </a:lnTo>
                <a:lnTo>
                  <a:pt x="4271" y="1737"/>
                </a:lnTo>
                <a:lnTo>
                  <a:pt x="4271" y="1739"/>
                </a:lnTo>
                <a:lnTo>
                  <a:pt x="4272" y="1738"/>
                </a:lnTo>
                <a:lnTo>
                  <a:pt x="4272" y="1739"/>
                </a:lnTo>
                <a:lnTo>
                  <a:pt x="4273" y="1739"/>
                </a:lnTo>
                <a:lnTo>
                  <a:pt x="4274" y="1738"/>
                </a:lnTo>
                <a:lnTo>
                  <a:pt x="4274" y="1739"/>
                </a:lnTo>
                <a:lnTo>
                  <a:pt x="4275" y="1739"/>
                </a:lnTo>
                <a:lnTo>
                  <a:pt x="4277" y="1739"/>
                </a:lnTo>
                <a:lnTo>
                  <a:pt x="4278" y="1740"/>
                </a:lnTo>
                <a:lnTo>
                  <a:pt x="4279" y="1741"/>
                </a:lnTo>
                <a:lnTo>
                  <a:pt x="4279" y="1742"/>
                </a:lnTo>
                <a:lnTo>
                  <a:pt x="4278" y="1742"/>
                </a:lnTo>
                <a:lnTo>
                  <a:pt x="4278" y="1743"/>
                </a:lnTo>
                <a:lnTo>
                  <a:pt x="4277" y="1743"/>
                </a:lnTo>
                <a:lnTo>
                  <a:pt x="4277" y="1744"/>
                </a:lnTo>
                <a:lnTo>
                  <a:pt x="4277" y="1746"/>
                </a:lnTo>
                <a:lnTo>
                  <a:pt x="4276" y="1746"/>
                </a:lnTo>
                <a:lnTo>
                  <a:pt x="4276" y="1747"/>
                </a:lnTo>
                <a:lnTo>
                  <a:pt x="4277" y="1747"/>
                </a:lnTo>
                <a:lnTo>
                  <a:pt x="4277" y="1748"/>
                </a:lnTo>
                <a:lnTo>
                  <a:pt x="4277" y="1747"/>
                </a:lnTo>
                <a:lnTo>
                  <a:pt x="4278" y="1748"/>
                </a:lnTo>
                <a:lnTo>
                  <a:pt x="4278" y="1749"/>
                </a:lnTo>
                <a:lnTo>
                  <a:pt x="4277" y="1749"/>
                </a:lnTo>
                <a:lnTo>
                  <a:pt x="4276" y="1749"/>
                </a:lnTo>
                <a:lnTo>
                  <a:pt x="4276" y="1750"/>
                </a:lnTo>
                <a:lnTo>
                  <a:pt x="4276" y="1751"/>
                </a:lnTo>
                <a:lnTo>
                  <a:pt x="4275" y="1750"/>
                </a:lnTo>
                <a:lnTo>
                  <a:pt x="4274" y="1750"/>
                </a:lnTo>
                <a:lnTo>
                  <a:pt x="4273" y="1750"/>
                </a:lnTo>
                <a:lnTo>
                  <a:pt x="4272" y="1752"/>
                </a:lnTo>
                <a:lnTo>
                  <a:pt x="4273" y="1752"/>
                </a:lnTo>
                <a:lnTo>
                  <a:pt x="4273" y="1753"/>
                </a:lnTo>
                <a:lnTo>
                  <a:pt x="4273" y="1754"/>
                </a:lnTo>
                <a:lnTo>
                  <a:pt x="4272" y="1755"/>
                </a:lnTo>
                <a:lnTo>
                  <a:pt x="4271" y="1756"/>
                </a:lnTo>
                <a:lnTo>
                  <a:pt x="4271" y="1757"/>
                </a:lnTo>
                <a:lnTo>
                  <a:pt x="4271" y="1758"/>
                </a:lnTo>
                <a:lnTo>
                  <a:pt x="4270" y="1758"/>
                </a:lnTo>
                <a:lnTo>
                  <a:pt x="4270" y="1759"/>
                </a:lnTo>
                <a:lnTo>
                  <a:pt x="4270" y="1758"/>
                </a:lnTo>
                <a:lnTo>
                  <a:pt x="4269" y="1758"/>
                </a:lnTo>
                <a:lnTo>
                  <a:pt x="4268" y="1758"/>
                </a:lnTo>
                <a:lnTo>
                  <a:pt x="4268" y="1757"/>
                </a:lnTo>
                <a:lnTo>
                  <a:pt x="4268" y="1756"/>
                </a:lnTo>
                <a:lnTo>
                  <a:pt x="4268" y="1755"/>
                </a:lnTo>
                <a:lnTo>
                  <a:pt x="4269" y="1754"/>
                </a:lnTo>
                <a:lnTo>
                  <a:pt x="4268" y="1753"/>
                </a:lnTo>
                <a:lnTo>
                  <a:pt x="4267" y="1753"/>
                </a:lnTo>
                <a:lnTo>
                  <a:pt x="4267" y="1752"/>
                </a:lnTo>
                <a:lnTo>
                  <a:pt x="4267" y="1751"/>
                </a:lnTo>
                <a:lnTo>
                  <a:pt x="4267" y="1750"/>
                </a:lnTo>
                <a:lnTo>
                  <a:pt x="4267" y="1749"/>
                </a:lnTo>
                <a:lnTo>
                  <a:pt x="4266" y="1749"/>
                </a:lnTo>
                <a:lnTo>
                  <a:pt x="4265" y="1749"/>
                </a:lnTo>
                <a:lnTo>
                  <a:pt x="4265" y="1748"/>
                </a:lnTo>
                <a:lnTo>
                  <a:pt x="4264" y="1748"/>
                </a:lnTo>
                <a:lnTo>
                  <a:pt x="4264" y="1749"/>
                </a:lnTo>
                <a:lnTo>
                  <a:pt x="4263" y="1749"/>
                </a:lnTo>
                <a:lnTo>
                  <a:pt x="4259" y="1749"/>
                </a:lnTo>
                <a:lnTo>
                  <a:pt x="4258" y="1750"/>
                </a:lnTo>
                <a:lnTo>
                  <a:pt x="4259" y="1750"/>
                </a:lnTo>
                <a:lnTo>
                  <a:pt x="4259" y="1751"/>
                </a:lnTo>
                <a:lnTo>
                  <a:pt x="4259" y="1752"/>
                </a:lnTo>
                <a:lnTo>
                  <a:pt x="4258" y="1752"/>
                </a:lnTo>
                <a:lnTo>
                  <a:pt x="4257" y="1752"/>
                </a:lnTo>
                <a:lnTo>
                  <a:pt x="4256" y="1752"/>
                </a:lnTo>
                <a:lnTo>
                  <a:pt x="4256" y="1753"/>
                </a:lnTo>
                <a:lnTo>
                  <a:pt x="4255" y="1753"/>
                </a:lnTo>
                <a:lnTo>
                  <a:pt x="4256" y="1753"/>
                </a:lnTo>
                <a:lnTo>
                  <a:pt x="4256" y="1754"/>
                </a:lnTo>
                <a:lnTo>
                  <a:pt x="4255" y="1754"/>
                </a:lnTo>
                <a:lnTo>
                  <a:pt x="4255" y="1755"/>
                </a:lnTo>
                <a:lnTo>
                  <a:pt x="4254" y="1756"/>
                </a:lnTo>
                <a:lnTo>
                  <a:pt x="4253" y="1756"/>
                </a:lnTo>
                <a:lnTo>
                  <a:pt x="4253" y="1757"/>
                </a:lnTo>
                <a:lnTo>
                  <a:pt x="4253" y="1759"/>
                </a:lnTo>
                <a:lnTo>
                  <a:pt x="4254" y="1759"/>
                </a:lnTo>
                <a:lnTo>
                  <a:pt x="4255" y="1759"/>
                </a:lnTo>
                <a:lnTo>
                  <a:pt x="4255" y="1760"/>
                </a:lnTo>
                <a:lnTo>
                  <a:pt x="4256" y="1760"/>
                </a:lnTo>
                <a:lnTo>
                  <a:pt x="4257" y="1761"/>
                </a:lnTo>
                <a:lnTo>
                  <a:pt x="4257" y="1762"/>
                </a:lnTo>
                <a:lnTo>
                  <a:pt x="4257" y="1763"/>
                </a:lnTo>
                <a:lnTo>
                  <a:pt x="4256" y="1763"/>
                </a:lnTo>
                <a:lnTo>
                  <a:pt x="4255" y="1763"/>
                </a:lnTo>
                <a:lnTo>
                  <a:pt x="4254" y="1763"/>
                </a:lnTo>
                <a:lnTo>
                  <a:pt x="4253" y="1763"/>
                </a:lnTo>
                <a:lnTo>
                  <a:pt x="4252" y="1763"/>
                </a:lnTo>
                <a:lnTo>
                  <a:pt x="4252" y="1762"/>
                </a:lnTo>
                <a:lnTo>
                  <a:pt x="4251" y="1762"/>
                </a:lnTo>
                <a:lnTo>
                  <a:pt x="4250" y="1762"/>
                </a:lnTo>
                <a:lnTo>
                  <a:pt x="4250" y="1763"/>
                </a:lnTo>
                <a:lnTo>
                  <a:pt x="4249" y="1763"/>
                </a:lnTo>
                <a:lnTo>
                  <a:pt x="4249" y="1764"/>
                </a:lnTo>
                <a:lnTo>
                  <a:pt x="4250" y="1764"/>
                </a:lnTo>
                <a:lnTo>
                  <a:pt x="4250" y="1765"/>
                </a:lnTo>
                <a:lnTo>
                  <a:pt x="4251" y="1765"/>
                </a:lnTo>
                <a:lnTo>
                  <a:pt x="4251" y="1766"/>
                </a:lnTo>
                <a:lnTo>
                  <a:pt x="4250" y="1767"/>
                </a:lnTo>
                <a:lnTo>
                  <a:pt x="4249" y="1767"/>
                </a:lnTo>
                <a:lnTo>
                  <a:pt x="4249" y="1768"/>
                </a:lnTo>
                <a:lnTo>
                  <a:pt x="4250" y="1769"/>
                </a:lnTo>
                <a:lnTo>
                  <a:pt x="4251" y="1768"/>
                </a:lnTo>
                <a:lnTo>
                  <a:pt x="4252" y="1768"/>
                </a:lnTo>
                <a:lnTo>
                  <a:pt x="4252" y="1770"/>
                </a:lnTo>
                <a:lnTo>
                  <a:pt x="4252" y="1771"/>
                </a:lnTo>
                <a:lnTo>
                  <a:pt x="4251" y="1772"/>
                </a:lnTo>
                <a:lnTo>
                  <a:pt x="4251" y="1773"/>
                </a:lnTo>
                <a:lnTo>
                  <a:pt x="4252" y="1773"/>
                </a:lnTo>
                <a:lnTo>
                  <a:pt x="4252" y="1774"/>
                </a:lnTo>
                <a:lnTo>
                  <a:pt x="4253" y="1774"/>
                </a:lnTo>
                <a:lnTo>
                  <a:pt x="4253" y="1775"/>
                </a:lnTo>
                <a:lnTo>
                  <a:pt x="4253" y="1776"/>
                </a:lnTo>
                <a:lnTo>
                  <a:pt x="4252" y="1777"/>
                </a:lnTo>
                <a:lnTo>
                  <a:pt x="4253" y="1777"/>
                </a:lnTo>
                <a:lnTo>
                  <a:pt x="4253" y="1778"/>
                </a:lnTo>
                <a:lnTo>
                  <a:pt x="4253" y="1779"/>
                </a:lnTo>
                <a:lnTo>
                  <a:pt x="4253" y="1780"/>
                </a:lnTo>
                <a:lnTo>
                  <a:pt x="4253" y="1781"/>
                </a:lnTo>
                <a:lnTo>
                  <a:pt x="4254" y="1781"/>
                </a:lnTo>
                <a:lnTo>
                  <a:pt x="4254" y="1782"/>
                </a:lnTo>
                <a:lnTo>
                  <a:pt x="4254" y="1783"/>
                </a:lnTo>
                <a:lnTo>
                  <a:pt x="4255" y="1783"/>
                </a:lnTo>
                <a:lnTo>
                  <a:pt x="4255" y="1782"/>
                </a:lnTo>
                <a:lnTo>
                  <a:pt x="4255" y="1783"/>
                </a:lnTo>
                <a:lnTo>
                  <a:pt x="4256" y="1783"/>
                </a:lnTo>
                <a:lnTo>
                  <a:pt x="4255" y="1783"/>
                </a:lnTo>
                <a:lnTo>
                  <a:pt x="4254" y="1783"/>
                </a:lnTo>
                <a:lnTo>
                  <a:pt x="4253" y="1783"/>
                </a:lnTo>
                <a:lnTo>
                  <a:pt x="4252" y="1783"/>
                </a:lnTo>
                <a:lnTo>
                  <a:pt x="4251" y="1783"/>
                </a:lnTo>
                <a:lnTo>
                  <a:pt x="4250" y="1783"/>
                </a:lnTo>
                <a:lnTo>
                  <a:pt x="4250" y="1784"/>
                </a:lnTo>
                <a:lnTo>
                  <a:pt x="4249" y="1784"/>
                </a:lnTo>
                <a:lnTo>
                  <a:pt x="4248" y="1784"/>
                </a:lnTo>
                <a:lnTo>
                  <a:pt x="4247" y="1784"/>
                </a:lnTo>
                <a:lnTo>
                  <a:pt x="4246" y="1784"/>
                </a:lnTo>
                <a:lnTo>
                  <a:pt x="4245" y="1785"/>
                </a:lnTo>
                <a:lnTo>
                  <a:pt x="4246" y="1786"/>
                </a:lnTo>
                <a:lnTo>
                  <a:pt x="4245" y="1786"/>
                </a:lnTo>
                <a:lnTo>
                  <a:pt x="4244" y="1786"/>
                </a:lnTo>
                <a:lnTo>
                  <a:pt x="4244" y="1785"/>
                </a:lnTo>
                <a:lnTo>
                  <a:pt x="4242" y="1785"/>
                </a:lnTo>
                <a:lnTo>
                  <a:pt x="4242" y="1786"/>
                </a:lnTo>
                <a:lnTo>
                  <a:pt x="4241" y="1785"/>
                </a:lnTo>
                <a:lnTo>
                  <a:pt x="4240" y="1785"/>
                </a:lnTo>
                <a:lnTo>
                  <a:pt x="4239" y="1786"/>
                </a:lnTo>
                <a:lnTo>
                  <a:pt x="4240" y="1786"/>
                </a:lnTo>
                <a:lnTo>
                  <a:pt x="4240" y="1787"/>
                </a:lnTo>
                <a:lnTo>
                  <a:pt x="4239" y="1787"/>
                </a:lnTo>
                <a:lnTo>
                  <a:pt x="4238" y="1787"/>
                </a:lnTo>
                <a:lnTo>
                  <a:pt x="4237" y="1787"/>
                </a:lnTo>
                <a:lnTo>
                  <a:pt x="4236" y="1787"/>
                </a:lnTo>
                <a:lnTo>
                  <a:pt x="4235" y="1787"/>
                </a:lnTo>
                <a:lnTo>
                  <a:pt x="4234" y="1787"/>
                </a:lnTo>
                <a:lnTo>
                  <a:pt x="4233" y="1787"/>
                </a:lnTo>
                <a:lnTo>
                  <a:pt x="4232" y="1788"/>
                </a:lnTo>
                <a:lnTo>
                  <a:pt x="4232" y="1789"/>
                </a:lnTo>
                <a:lnTo>
                  <a:pt x="4231" y="1790"/>
                </a:lnTo>
                <a:lnTo>
                  <a:pt x="4230" y="1790"/>
                </a:lnTo>
                <a:lnTo>
                  <a:pt x="4230" y="1791"/>
                </a:lnTo>
                <a:lnTo>
                  <a:pt x="4229" y="1791"/>
                </a:lnTo>
                <a:lnTo>
                  <a:pt x="4228" y="1791"/>
                </a:lnTo>
                <a:lnTo>
                  <a:pt x="4227" y="1791"/>
                </a:lnTo>
                <a:lnTo>
                  <a:pt x="4226" y="1791"/>
                </a:lnTo>
                <a:lnTo>
                  <a:pt x="4226" y="1790"/>
                </a:lnTo>
                <a:lnTo>
                  <a:pt x="4225" y="1790"/>
                </a:lnTo>
                <a:lnTo>
                  <a:pt x="4224" y="1791"/>
                </a:lnTo>
                <a:lnTo>
                  <a:pt x="4223" y="1791"/>
                </a:lnTo>
                <a:lnTo>
                  <a:pt x="4222" y="1792"/>
                </a:lnTo>
                <a:lnTo>
                  <a:pt x="4222" y="1791"/>
                </a:lnTo>
                <a:lnTo>
                  <a:pt x="4221" y="1791"/>
                </a:lnTo>
                <a:lnTo>
                  <a:pt x="4220" y="1791"/>
                </a:lnTo>
                <a:lnTo>
                  <a:pt x="4220" y="1790"/>
                </a:lnTo>
                <a:lnTo>
                  <a:pt x="4219" y="1790"/>
                </a:lnTo>
                <a:lnTo>
                  <a:pt x="4219" y="1791"/>
                </a:lnTo>
                <a:lnTo>
                  <a:pt x="4217" y="1791"/>
                </a:lnTo>
                <a:lnTo>
                  <a:pt x="4217" y="1790"/>
                </a:lnTo>
                <a:lnTo>
                  <a:pt x="4218" y="1789"/>
                </a:lnTo>
                <a:lnTo>
                  <a:pt x="4219" y="1789"/>
                </a:lnTo>
                <a:lnTo>
                  <a:pt x="4219" y="1788"/>
                </a:lnTo>
                <a:lnTo>
                  <a:pt x="4220" y="1787"/>
                </a:lnTo>
                <a:lnTo>
                  <a:pt x="4220" y="1788"/>
                </a:lnTo>
                <a:lnTo>
                  <a:pt x="4220" y="1787"/>
                </a:lnTo>
                <a:lnTo>
                  <a:pt x="4221" y="1787"/>
                </a:lnTo>
                <a:lnTo>
                  <a:pt x="4220" y="1786"/>
                </a:lnTo>
                <a:lnTo>
                  <a:pt x="4220" y="1787"/>
                </a:lnTo>
                <a:lnTo>
                  <a:pt x="4219" y="1787"/>
                </a:lnTo>
                <a:lnTo>
                  <a:pt x="4219" y="1788"/>
                </a:lnTo>
                <a:lnTo>
                  <a:pt x="4219" y="1787"/>
                </a:lnTo>
                <a:lnTo>
                  <a:pt x="4220" y="1786"/>
                </a:lnTo>
                <a:lnTo>
                  <a:pt x="4219" y="1786"/>
                </a:lnTo>
                <a:lnTo>
                  <a:pt x="4220" y="1785"/>
                </a:lnTo>
                <a:lnTo>
                  <a:pt x="4221" y="1784"/>
                </a:lnTo>
                <a:lnTo>
                  <a:pt x="4221" y="1783"/>
                </a:lnTo>
                <a:lnTo>
                  <a:pt x="4221" y="1782"/>
                </a:lnTo>
                <a:lnTo>
                  <a:pt x="4222" y="1781"/>
                </a:lnTo>
                <a:lnTo>
                  <a:pt x="4223" y="1781"/>
                </a:lnTo>
                <a:lnTo>
                  <a:pt x="4224" y="1781"/>
                </a:lnTo>
                <a:lnTo>
                  <a:pt x="4223" y="1780"/>
                </a:lnTo>
                <a:lnTo>
                  <a:pt x="4224" y="1780"/>
                </a:lnTo>
                <a:lnTo>
                  <a:pt x="4223" y="1780"/>
                </a:lnTo>
                <a:lnTo>
                  <a:pt x="4223" y="1779"/>
                </a:lnTo>
                <a:lnTo>
                  <a:pt x="4224" y="1779"/>
                </a:lnTo>
                <a:lnTo>
                  <a:pt x="4224" y="1778"/>
                </a:lnTo>
                <a:lnTo>
                  <a:pt x="4224" y="1777"/>
                </a:lnTo>
                <a:lnTo>
                  <a:pt x="4223" y="1776"/>
                </a:lnTo>
                <a:lnTo>
                  <a:pt x="4222" y="1775"/>
                </a:lnTo>
                <a:lnTo>
                  <a:pt x="4221" y="1775"/>
                </a:lnTo>
                <a:lnTo>
                  <a:pt x="4221" y="1774"/>
                </a:lnTo>
                <a:lnTo>
                  <a:pt x="4220" y="1773"/>
                </a:lnTo>
                <a:lnTo>
                  <a:pt x="4220" y="1772"/>
                </a:lnTo>
                <a:lnTo>
                  <a:pt x="4220" y="1771"/>
                </a:lnTo>
                <a:lnTo>
                  <a:pt x="4219" y="1770"/>
                </a:lnTo>
                <a:lnTo>
                  <a:pt x="4219" y="1771"/>
                </a:lnTo>
                <a:lnTo>
                  <a:pt x="4218" y="1771"/>
                </a:lnTo>
                <a:lnTo>
                  <a:pt x="4218" y="1772"/>
                </a:lnTo>
                <a:lnTo>
                  <a:pt x="4218" y="1773"/>
                </a:lnTo>
                <a:lnTo>
                  <a:pt x="4217" y="1773"/>
                </a:lnTo>
                <a:lnTo>
                  <a:pt x="4217" y="1774"/>
                </a:lnTo>
                <a:lnTo>
                  <a:pt x="4216" y="1774"/>
                </a:lnTo>
                <a:lnTo>
                  <a:pt x="4217" y="1775"/>
                </a:lnTo>
                <a:lnTo>
                  <a:pt x="4217" y="1776"/>
                </a:lnTo>
                <a:lnTo>
                  <a:pt x="4218" y="1776"/>
                </a:lnTo>
                <a:lnTo>
                  <a:pt x="4219" y="1777"/>
                </a:lnTo>
                <a:lnTo>
                  <a:pt x="4218" y="1778"/>
                </a:lnTo>
                <a:lnTo>
                  <a:pt x="4217" y="1778"/>
                </a:lnTo>
                <a:lnTo>
                  <a:pt x="4216" y="1778"/>
                </a:lnTo>
                <a:lnTo>
                  <a:pt x="4215" y="1778"/>
                </a:lnTo>
                <a:lnTo>
                  <a:pt x="4214" y="1778"/>
                </a:lnTo>
                <a:lnTo>
                  <a:pt x="4214" y="1777"/>
                </a:lnTo>
                <a:lnTo>
                  <a:pt x="4215" y="1777"/>
                </a:lnTo>
                <a:lnTo>
                  <a:pt x="4215" y="1776"/>
                </a:lnTo>
                <a:lnTo>
                  <a:pt x="4214" y="1776"/>
                </a:lnTo>
                <a:lnTo>
                  <a:pt x="4212" y="1776"/>
                </a:lnTo>
                <a:lnTo>
                  <a:pt x="4212" y="1777"/>
                </a:lnTo>
                <a:lnTo>
                  <a:pt x="4211" y="1777"/>
                </a:lnTo>
                <a:lnTo>
                  <a:pt x="4211" y="1775"/>
                </a:lnTo>
                <a:lnTo>
                  <a:pt x="4211" y="1774"/>
                </a:lnTo>
                <a:lnTo>
                  <a:pt x="4210" y="1774"/>
                </a:lnTo>
                <a:lnTo>
                  <a:pt x="4209" y="1775"/>
                </a:lnTo>
                <a:lnTo>
                  <a:pt x="4208" y="1775"/>
                </a:lnTo>
                <a:lnTo>
                  <a:pt x="4207" y="1776"/>
                </a:lnTo>
                <a:lnTo>
                  <a:pt x="4206" y="1776"/>
                </a:lnTo>
                <a:lnTo>
                  <a:pt x="4206" y="1777"/>
                </a:lnTo>
                <a:lnTo>
                  <a:pt x="4205" y="1777"/>
                </a:lnTo>
                <a:lnTo>
                  <a:pt x="4205" y="1778"/>
                </a:lnTo>
                <a:lnTo>
                  <a:pt x="4204" y="1778"/>
                </a:lnTo>
                <a:lnTo>
                  <a:pt x="4203" y="1778"/>
                </a:lnTo>
                <a:lnTo>
                  <a:pt x="4202" y="1778"/>
                </a:lnTo>
                <a:lnTo>
                  <a:pt x="4202" y="1777"/>
                </a:lnTo>
                <a:lnTo>
                  <a:pt x="4201" y="1777"/>
                </a:lnTo>
                <a:lnTo>
                  <a:pt x="4202" y="1777"/>
                </a:lnTo>
                <a:lnTo>
                  <a:pt x="4203" y="1777"/>
                </a:lnTo>
                <a:lnTo>
                  <a:pt x="4202" y="1777"/>
                </a:lnTo>
                <a:lnTo>
                  <a:pt x="4201" y="1777"/>
                </a:lnTo>
                <a:lnTo>
                  <a:pt x="4202" y="1778"/>
                </a:lnTo>
                <a:lnTo>
                  <a:pt x="4203" y="1779"/>
                </a:lnTo>
                <a:lnTo>
                  <a:pt x="4202" y="1779"/>
                </a:lnTo>
                <a:lnTo>
                  <a:pt x="4202" y="1780"/>
                </a:lnTo>
                <a:lnTo>
                  <a:pt x="4203" y="1780"/>
                </a:lnTo>
                <a:lnTo>
                  <a:pt x="4203" y="1781"/>
                </a:lnTo>
                <a:lnTo>
                  <a:pt x="4203" y="1782"/>
                </a:lnTo>
                <a:lnTo>
                  <a:pt x="4202" y="1783"/>
                </a:lnTo>
                <a:lnTo>
                  <a:pt x="4201" y="1783"/>
                </a:lnTo>
                <a:lnTo>
                  <a:pt x="4200" y="1783"/>
                </a:lnTo>
                <a:lnTo>
                  <a:pt x="4199" y="1783"/>
                </a:lnTo>
                <a:lnTo>
                  <a:pt x="4198" y="1783"/>
                </a:lnTo>
                <a:lnTo>
                  <a:pt x="4199" y="1784"/>
                </a:lnTo>
                <a:lnTo>
                  <a:pt x="4200" y="1784"/>
                </a:lnTo>
                <a:lnTo>
                  <a:pt x="4201" y="1784"/>
                </a:lnTo>
                <a:lnTo>
                  <a:pt x="4201" y="1785"/>
                </a:lnTo>
                <a:lnTo>
                  <a:pt x="4201" y="1786"/>
                </a:lnTo>
                <a:lnTo>
                  <a:pt x="4201" y="1787"/>
                </a:lnTo>
                <a:lnTo>
                  <a:pt x="4202" y="1787"/>
                </a:lnTo>
                <a:lnTo>
                  <a:pt x="4203" y="1787"/>
                </a:lnTo>
                <a:lnTo>
                  <a:pt x="4204" y="1787"/>
                </a:lnTo>
                <a:lnTo>
                  <a:pt x="4204" y="1788"/>
                </a:lnTo>
                <a:lnTo>
                  <a:pt x="4205" y="1788"/>
                </a:lnTo>
                <a:lnTo>
                  <a:pt x="4205" y="1789"/>
                </a:lnTo>
                <a:lnTo>
                  <a:pt x="4205" y="1788"/>
                </a:lnTo>
                <a:lnTo>
                  <a:pt x="4206" y="1789"/>
                </a:lnTo>
                <a:lnTo>
                  <a:pt x="4206" y="1790"/>
                </a:lnTo>
                <a:lnTo>
                  <a:pt x="4207" y="1790"/>
                </a:lnTo>
                <a:lnTo>
                  <a:pt x="4208" y="1790"/>
                </a:lnTo>
                <a:lnTo>
                  <a:pt x="4212" y="1790"/>
                </a:lnTo>
                <a:lnTo>
                  <a:pt x="4212" y="1791"/>
                </a:lnTo>
                <a:lnTo>
                  <a:pt x="4212" y="1792"/>
                </a:lnTo>
                <a:lnTo>
                  <a:pt x="4211" y="1792"/>
                </a:lnTo>
                <a:lnTo>
                  <a:pt x="4211" y="1793"/>
                </a:lnTo>
                <a:lnTo>
                  <a:pt x="4212" y="1793"/>
                </a:lnTo>
                <a:lnTo>
                  <a:pt x="4212" y="1794"/>
                </a:lnTo>
                <a:lnTo>
                  <a:pt x="4210" y="1795"/>
                </a:lnTo>
                <a:lnTo>
                  <a:pt x="4209" y="1797"/>
                </a:lnTo>
                <a:lnTo>
                  <a:pt x="4208" y="1796"/>
                </a:lnTo>
                <a:lnTo>
                  <a:pt x="4208" y="1797"/>
                </a:lnTo>
                <a:lnTo>
                  <a:pt x="4209" y="1797"/>
                </a:lnTo>
                <a:lnTo>
                  <a:pt x="4210" y="1797"/>
                </a:lnTo>
                <a:lnTo>
                  <a:pt x="4212" y="1795"/>
                </a:lnTo>
                <a:lnTo>
                  <a:pt x="4213" y="1796"/>
                </a:lnTo>
                <a:lnTo>
                  <a:pt x="4213" y="1795"/>
                </a:lnTo>
                <a:lnTo>
                  <a:pt x="4214" y="1796"/>
                </a:lnTo>
                <a:lnTo>
                  <a:pt x="4213" y="1797"/>
                </a:lnTo>
                <a:lnTo>
                  <a:pt x="4213" y="1798"/>
                </a:lnTo>
                <a:lnTo>
                  <a:pt x="4213" y="1799"/>
                </a:lnTo>
                <a:lnTo>
                  <a:pt x="4214" y="1799"/>
                </a:lnTo>
                <a:lnTo>
                  <a:pt x="4215" y="1798"/>
                </a:lnTo>
                <a:lnTo>
                  <a:pt x="4214" y="1797"/>
                </a:lnTo>
                <a:lnTo>
                  <a:pt x="4215" y="1797"/>
                </a:lnTo>
                <a:lnTo>
                  <a:pt x="4216" y="1797"/>
                </a:lnTo>
                <a:lnTo>
                  <a:pt x="4216" y="1798"/>
                </a:lnTo>
                <a:lnTo>
                  <a:pt x="4216" y="1797"/>
                </a:lnTo>
                <a:lnTo>
                  <a:pt x="4216" y="1796"/>
                </a:lnTo>
                <a:lnTo>
                  <a:pt x="4216" y="1795"/>
                </a:lnTo>
                <a:lnTo>
                  <a:pt x="4217" y="1795"/>
                </a:lnTo>
                <a:lnTo>
                  <a:pt x="4219" y="1795"/>
                </a:lnTo>
                <a:lnTo>
                  <a:pt x="4219" y="1796"/>
                </a:lnTo>
                <a:lnTo>
                  <a:pt x="4219" y="1797"/>
                </a:lnTo>
                <a:lnTo>
                  <a:pt x="4218" y="1797"/>
                </a:lnTo>
                <a:lnTo>
                  <a:pt x="4218" y="1798"/>
                </a:lnTo>
                <a:lnTo>
                  <a:pt x="4218" y="1799"/>
                </a:lnTo>
                <a:lnTo>
                  <a:pt x="4217" y="1800"/>
                </a:lnTo>
                <a:lnTo>
                  <a:pt x="4216" y="1800"/>
                </a:lnTo>
                <a:lnTo>
                  <a:pt x="4215" y="1800"/>
                </a:lnTo>
                <a:lnTo>
                  <a:pt x="4214" y="1800"/>
                </a:lnTo>
                <a:lnTo>
                  <a:pt x="4212" y="1802"/>
                </a:lnTo>
                <a:lnTo>
                  <a:pt x="4211" y="1803"/>
                </a:lnTo>
                <a:lnTo>
                  <a:pt x="4210" y="1804"/>
                </a:lnTo>
                <a:lnTo>
                  <a:pt x="4210" y="1805"/>
                </a:lnTo>
                <a:lnTo>
                  <a:pt x="4209" y="1805"/>
                </a:lnTo>
                <a:lnTo>
                  <a:pt x="4209" y="1806"/>
                </a:lnTo>
                <a:lnTo>
                  <a:pt x="4208" y="1807"/>
                </a:lnTo>
                <a:lnTo>
                  <a:pt x="4207" y="1808"/>
                </a:lnTo>
                <a:lnTo>
                  <a:pt x="4206" y="1808"/>
                </a:lnTo>
                <a:lnTo>
                  <a:pt x="4206" y="1807"/>
                </a:lnTo>
                <a:lnTo>
                  <a:pt x="4207" y="1806"/>
                </a:lnTo>
                <a:lnTo>
                  <a:pt x="4208" y="1805"/>
                </a:lnTo>
                <a:lnTo>
                  <a:pt x="4208" y="1804"/>
                </a:lnTo>
                <a:lnTo>
                  <a:pt x="4209" y="1804"/>
                </a:lnTo>
                <a:lnTo>
                  <a:pt x="4210" y="1803"/>
                </a:lnTo>
                <a:lnTo>
                  <a:pt x="4210" y="1802"/>
                </a:lnTo>
                <a:lnTo>
                  <a:pt x="4209" y="1802"/>
                </a:lnTo>
                <a:lnTo>
                  <a:pt x="4208" y="1802"/>
                </a:lnTo>
                <a:lnTo>
                  <a:pt x="4207" y="1803"/>
                </a:lnTo>
                <a:lnTo>
                  <a:pt x="4206" y="1803"/>
                </a:lnTo>
                <a:lnTo>
                  <a:pt x="4206" y="1804"/>
                </a:lnTo>
                <a:lnTo>
                  <a:pt x="4206" y="1805"/>
                </a:lnTo>
                <a:lnTo>
                  <a:pt x="4205" y="1805"/>
                </a:lnTo>
                <a:lnTo>
                  <a:pt x="4205" y="1806"/>
                </a:lnTo>
                <a:lnTo>
                  <a:pt x="4204" y="1806"/>
                </a:lnTo>
                <a:lnTo>
                  <a:pt x="4204" y="1805"/>
                </a:lnTo>
                <a:lnTo>
                  <a:pt x="4203" y="1805"/>
                </a:lnTo>
                <a:lnTo>
                  <a:pt x="4203" y="1806"/>
                </a:lnTo>
                <a:lnTo>
                  <a:pt x="4202" y="1806"/>
                </a:lnTo>
                <a:lnTo>
                  <a:pt x="4201" y="1806"/>
                </a:lnTo>
                <a:lnTo>
                  <a:pt x="4200" y="1806"/>
                </a:lnTo>
                <a:lnTo>
                  <a:pt x="4200" y="1807"/>
                </a:lnTo>
                <a:lnTo>
                  <a:pt x="4199" y="1807"/>
                </a:lnTo>
                <a:lnTo>
                  <a:pt x="4199" y="1808"/>
                </a:lnTo>
                <a:lnTo>
                  <a:pt x="4198" y="1808"/>
                </a:lnTo>
                <a:lnTo>
                  <a:pt x="4197" y="1808"/>
                </a:lnTo>
                <a:lnTo>
                  <a:pt x="4197" y="1809"/>
                </a:lnTo>
                <a:lnTo>
                  <a:pt x="4196" y="1810"/>
                </a:lnTo>
                <a:lnTo>
                  <a:pt x="4196" y="1811"/>
                </a:lnTo>
                <a:lnTo>
                  <a:pt x="4195" y="1811"/>
                </a:lnTo>
                <a:lnTo>
                  <a:pt x="4195" y="1812"/>
                </a:lnTo>
                <a:lnTo>
                  <a:pt x="4195" y="1813"/>
                </a:lnTo>
                <a:lnTo>
                  <a:pt x="4194" y="1814"/>
                </a:lnTo>
                <a:lnTo>
                  <a:pt x="4194" y="1815"/>
                </a:lnTo>
                <a:lnTo>
                  <a:pt x="4193" y="1816"/>
                </a:lnTo>
                <a:lnTo>
                  <a:pt x="4194" y="1817"/>
                </a:lnTo>
                <a:lnTo>
                  <a:pt x="4194" y="1818"/>
                </a:lnTo>
                <a:lnTo>
                  <a:pt x="4195" y="1819"/>
                </a:lnTo>
                <a:lnTo>
                  <a:pt x="4194" y="1819"/>
                </a:lnTo>
                <a:lnTo>
                  <a:pt x="4194" y="1820"/>
                </a:lnTo>
                <a:lnTo>
                  <a:pt x="4194" y="1821"/>
                </a:lnTo>
                <a:lnTo>
                  <a:pt x="4193" y="1822"/>
                </a:lnTo>
                <a:lnTo>
                  <a:pt x="4192" y="1823"/>
                </a:lnTo>
                <a:lnTo>
                  <a:pt x="4193" y="1824"/>
                </a:lnTo>
                <a:lnTo>
                  <a:pt x="4192" y="1824"/>
                </a:lnTo>
                <a:lnTo>
                  <a:pt x="4192" y="1825"/>
                </a:lnTo>
                <a:lnTo>
                  <a:pt x="4191" y="1825"/>
                </a:lnTo>
                <a:lnTo>
                  <a:pt x="4190" y="1825"/>
                </a:lnTo>
                <a:lnTo>
                  <a:pt x="4190" y="1824"/>
                </a:lnTo>
                <a:lnTo>
                  <a:pt x="4189" y="1823"/>
                </a:lnTo>
                <a:lnTo>
                  <a:pt x="4188" y="1823"/>
                </a:lnTo>
                <a:lnTo>
                  <a:pt x="4188" y="1822"/>
                </a:lnTo>
                <a:lnTo>
                  <a:pt x="4187" y="1821"/>
                </a:lnTo>
                <a:lnTo>
                  <a:pt x="4186" y="1821"/>
                </a:lnTo>
                <a:lnTo>
                  <a:pt x="4185" y="1820"/>
                </a:lnTo>
                <a:lnTo>
                  <a:pt x="4185" y="1821"/>
                </a:lnTo>
                <a:lnTo>
                  <a:pt x="4184" y="1821"/>
                </a:lnTo>
                <a:lnTo>
                  <a:pt x="4183" y="1822"/>
                </a:lnTo>
                <a:lnTo>
                  <a:pt x="4183" y="1823"/>
                </a:lnTo>
                <a:lnTo>
                  <a:pt x="4183" y="1824"/>
                </a:lnTo>
                <a:lnTo>
                  <a:pt x="4184" y="1825"/>
                </a:lnTo>
                <a:lnTo>
                  <a:pt x="4185" y="1825"/>
                </a:lnTo>
                <a:lnTo>
                  <a:pt x="4186" y="1825"/>
                </a:lnTo>
                <a:lnTo>
                  <a:pt x="4186" y="1826"/>
                </a:lnTo>
                <a:lnTo>
                  <a:pt x="4185" y="1827"/>
                </a:lnTo>
                <a:lnTo>
                  <a:pt x="4184" y="1827"/>
                </a:lnTo>
                <a:lnTo>
                  <a:pt x="4184" y="1828"/>
                </a:lnTo>
                <a:lnTo>
                  <a:pt x="4183" y="1828"/>
                </a:lnTo>
                <a:lnTo>
                  <a:pt x="4183" y="1829"/>
                </a:lnTo>
                <a:lnTo>
                  <a:pt x="4183" y="1830"/>
                </a:lnTo>
                <a:lnTo>
                  <a:pt x="4182" y="1830"/>
                </a:lnTo>
                <a:lnTo>
                  <a:pt x="4182" y="1831"/>
                </a:lnTo>
                <a:lnTo>
                  <a:pt x="4183" y="1831"/>
                </a:lnTo>
                <a:lnTo>
                  <a:pt x="4183" y="1832"/>
                </a:lnTo>
                <a:lnTo>
                  <a:pt x="4184" y="1832"/>
                </a:lnTo>
                <a:lnTo>
                  <a:pt x="4184" y="1833"/>
                </a:lnTo>
                <a:lnTo>
                  <a:pt x="4183" y="1834"/>
                </a:lnTo>
                <a:lnTo>
                  <a:pt x="4182" y="1834"/>
                </a:lnTo>
                <a:lnTo>
                  <a:pt x="4181" y="1834"/>
                </a:lnTo>
                <a:lnTo>
                  <a:pt x="4181" y="1835"/>
                </a:lnTo>
                <a:lnTo>
                  <a:pt x="4180" y="1835"/>
                </a:lnTo>
                <a:lnTo>
                  <a:pt x="4180" y="1836"/>
                </a:lnTo>
                <a:lnTo>
                  <a:pt x="4179" y="1837"/>
                </a:lnTo>
                <a:lnTo>
                  <a:pt x="4179" y="1836"/>
                </a:lnTo>
                <a:lnTo>
                  <a:pt x="4179" y="1835"/>
                </a:lnTo>
                <a:lnTo>
                  <a:pt x="4178" y="1835"/>
                </a:lnTo>
                <a:lnTo>
                  <a:pt x="4178" y="1834"/>
                </a:lnTo>
                <a:lnTo>
                  <a:pt x="4177" y="1834"/>
                </a:lnTo>
                <a:lnTo>
                  <a:pt x="4176" y="1835"/>
                </a:lnTo>
                <a:lnTo>
                  <a:pt x="4176" y="1834"/>
                </a:lnTo>
                <a:lnTo>
                  <a:pt x="4176" y="1833"/>
                </a:lnTo>
                <a:lnTo>
                  <a:pt x="4175" y="1832"/>
                </a:lnTo>
                <a:lnTo>
                  <a:pt x="4174" y="1832"/>
                </a:lnTo>
                <a:lnTo>
                  <a:pt x="4174" y="1833"/>
                </a:lnTo>
                <a:lnTo>
                  <a:pt x="4175" y="1833"/>
                </a:lnTo>
                <a:lnTo>
                  <a:pt x="4174" y="1833"/>
                </a:lnTo>
                <a:lnTo>
                  <a:pt x="4173" y="1834"/>
                </a:lnTo>
                <a:lnTo>
                  <a:pt x="4172" y="1834"/>
                </a:lnTo>
                <a:lnTo>
                  <a:pt x="4172" y="1835"/>
                </a:lnTo>
                <a:lnTo>
                  <a:pt x="4173" y="1835"/>
                </a:lnTo>
                <a:lnTo>
                  <a:pt x="4172" y="1835"/>
                </a:lnTo>
                <a:lnTo>
                  <a:pt x="4172" y="1836"/>
                </a:lnTo>
                <a:lnTo>
                  <a:pt x="4171" y="1836"/>
                </a:lnTo>
                <a:lnTo>
                  <a:pt x="4172" y="1836"/>
                </a:lnTo>
                <a:lnTo>
                  <a:pt x="4173" y="1836"/>
                </a:lnTo>
                <a:lnTo>
                  <a:pt x="4173" y="1837"/>
                </a:lnTo>
                <a:lnTo>
                  <a:pt x="4172" y="1838"/>
                </a:lnTo>
                <a:lnTo>
                  <a:pt x="4173" y="1839"/>
                </a:lnTo>
                <a:lnTo>
                  <a:pt x="4172" y="1840"/>
                </a:lnTo>
                <a:lnTo>
                  <a:pt x="4171" y="1839"/>
                </a:lnTo>
                <a:lnTo>
                  <a:pt x="4170" y="1840"/>
                </a:lnTo>
                <a:lnTo>
                  <a:pt x="4170" y="1839"/>
                </a:lnTo>
                <a:lnTo>
                  <a:pt x="4169" y="1839"/>
                </a:lnTo>
                <a:lnTo>
                  <a:pt x="4169" y="1836"/>
                </a:lnTo>
                <a:lnTo>
                  <a:pt x="4168" y="1835"/>
                </a:lnTo>
                <a:lnTo>
                  <a:pt x="4168" y="1834"/>
                </a:lnTo>
                <a:lnTo>
                  <a:pt x="4168" y="1833"/>
                </a:lnTo>
                <a:lnTo>
                  <a:pt x="4167" y="1833"/>
                </a:lnTo>
                <a:lnTo>
                  <a:pt x="4167" y="1835"/>
                </a:lnTo>
                <a:lnTo>
                  <a:pt x="4166" y="1835"/>
                </a:lnTo>
                <a:lnTo>
                  <a:pt x="4165" y="1836"/>
                </a:lnTo>
                <a:lnTo>
                  <a:pt x="4164" y="1837"/>
                </a:lnTo>
                <a:lnTo>
                  <a:pt x="4163" y="1837"/>
                </a:lnTo>
                <a:lnTo>
                  <a:pt x="4162" y="1838"/>
                </a:lnTo>
                <a:lnTo>
                  <a:pt x="4161" y="1839"/>
                </a:lnTo>
                <a:lnTo>
                  <a:pt x="4161" y="1838"/>
                </a:lnTo>
                <a:lnTo>
                  <a:pt x="4160" y="1838"/>
                </a:lnTo>
                <a:lnTo>
                  <a:pt x="4160" y="1837"/>
                </a:lnTo>
                <a:lnTo>
                  <a:pt x="4159" y="1836"/>
                </a:lnTo>
                <a:lnTo>
                  <a:pt x="4159" y="1837"/>
                </a:lnTo>
                <a:lnTo>
                  <a:pt x="4160" y="1837"/>
                </a:lnTo>
                <a:lnTo>
                  <a:pt x="4160" y="1839"/>
                </a:lnTo>
                <a:lnTo>
                  <a:pt x="4159" y="1838"/>
                </a:lnTo>
                <a:lnTo>
                  <a:pt x="4159" y="1839"/>
                </a:lnTo>
                <a:lnTo>
                  <a:pt x="4160" y="1839"/>
                </a:lnTo>
                <a:lnTo>
                  <a:pt x="4161" y="1840"/>
                </a:lnTo>
                <a:lnTo>
                  <a:pt x="4160" y="1840"/>
                </a:lnTo>
                <a:lnTo>
                  <a:pt x="4160" y="1841"/>
                </a:lnTo>
                <a:lnTo>
                  <a:pt x="4159" y="1841"/>
                </a:lnTo>
                <a:lnTo>
                  <a:pt x="4158" y="1841"/>
                </a:lnTo>
                <a:lnTo>
                  <a:pt x="4157" y="1841"/>
                </a:lnTo>
                <a:lnTo>
                  <a:pt x="4157" y="1842"/>
                </a:lnTo>
                <a:lnTo>
                  <a:pt x="4158" y="1842"/>
                </a:lnTo>
                <a:lnTo>
                  <a:pt x="4159" y="1842"/>
                </a:lnTo>
                <a:lnTo>
                  <a:pt x="4158" y="1843"/>
                </a:lnTo>
                <a:lnTo>
                  <a:pt x="4158" y="1844"/>
                </a:lnTo>
                <a:lnTo>
                  <a:pt x="4157" y="1845"/>
                </a:lnTo>
                <a:lnTo>
                  <a:pt x="4157" y="1846"/>
                </a:lnTo>
                <a:lnTo>
                  <a:pt x="4157" y="1847"/>
                </a:lnTo>
                <a:lnTo>
                  <a:pt x="4156" y="1847"/>
                </a:lnTo>
                <a:lnTo>
                  <a:pt x="4156" y="1849"/>
                </a:lnTo>
                <a:lnTo>
                  <a:pt x="4156" y="1850"/>
                </a:lnTo>
                <a:lnTo>
                  <a:pt x="4156" y="1851"/>
                </a:lnTo>
                <a:lnTo>
                  <a:pt x="4155" y="1851"/>
                </a:lnTo>
                <a:lnTo>
                  <a:pt x="4155" y="1852"/>
                </a:lnTo>
                <a:lnTo>
                  <a:pt x="4154" y="1852"/>
                </a:lnTo>
                <a:lnTo>
                  <a:pt x="4153" y="1852"/>
                </a:lnTo>
                <a:lnTo>
                  <a:pt x="4153" y="1853"/>
                </a:lnTo>
                <a:lnTo>
                  <a:pt x="4153" y="1854"/>
                </a:lnTo>
                <a:lnTo>
                  <a:pt x="4152" y="1855"/>
                </a:lnTo>
                <a:lnTo>
                  <a:pt x="4152" y="1856"/>
                </a:lnTo>
                <a:lnTo>
                  <a:pt x="4152" y="1857"/>
                </a:lnTo>
                <a:lnTo>
                  <a:pt x="4152" y="1858"/>
                </a:lnTo>
                <a:lnTo>
                  <a:pt x="4151" y="1858"/>
                </a:lnTo>
                <a:lnTo>
                  <a:pt x="4151" y="1857"/>
                </a:lnTo>
                <a:lnTo>
                  <a:pt x="4151" y="1858"/>
                </a:lnTo>
                <a:lnTo>
                  <a:pt x="4152" y="1858"/>
                </a:lnTo>
                <a:lnTo>
                  <a:pt x="4152" y="1859"/>
                </a:lnTo>
                <a:lnTo>
                  <a:pt x="4152" y="1860"/>
                </a:lnTo>
                <a:lnTo>
                  <a:pt x="4152" y="1861"/>
                </a:lnTo>
                <a:lnTo>
                  <a:pt x="4151" y="1861"/>
                </a:lnTo>
                <a:lnTo>
                  <a:pt x="4151" y="1863"/>
                </a:lnTo>
                <a:lnTo>
                  <a:pt x="4150" y="1863"/>
                </a:lnTo>
                <a:lnTo>
                  <a:pt x="4150" y="1862"/>
                </a:lnTo>
                <a:lnTo>
                  <a:pt x="4151" y="1861"/>
                </a:lnTo>
                <a:lnTo>
                  <a:pt x="4149" y="1860"/>
                </a:lnTo>
                <a:lnTo>
                  <a:pt x="4149" y="1861"/>
                </a:lnTo>
                <a:lnTo>
                  <a:pt x="4149" y="1865"/>
                </a:lnTo>
                <a:lnTo>
                  <a:pt x="4149" y="1868"/>
                </a:lnTo>
                <a:lnTo>
                  <a:pt x="4148" y="1868"/>
                </a:lnTo>
                <a:lnTo>
                  <a:pt x="4148" y="1865"/>
                </a:lnTo>
                <a:lnTo>
                  <a:pt x="4146" y="1865"/>
                </a:lnTo>
                <a:lnTo>
                  <a:pt x="4145" y="1865"/>
                </a:lnTo>
                <a:lnTo>
                  <a:pt x="4144" y="1865"/>
                </a:lnTo>
                <a:lnTo>
                  <a:pt x="4143" y="1865"/>
                </a:lnTo>
                <a:lnTo>
                  <a:pt x="4144" y="1866"/>
                </a:lnTo>
                <a:lnTo>
                  <a:pt x="4144" y="1867"/>
                </a:lnTo>
                <a:lnTo>
                  <a:pt x="4143" y="1866"/>
                </a:lnTo>
                <a:lnTo>
                  <a:pt x="4142" y="1866"/>
                </a:lnTo>
                <a:lnTo>
                  <a:pt x="4142" y="1868"/>
                </a:lnTo>
                <a:lnTo>
                  <a:pt x="4141" y="1868"/>
                </a:lnTo>
                <a:lnTo>
                  <a:pt x="4141" y="1867"/>
                </a:lnTo>
                <a:lnTo>
                  <a:pt x="4141" y="1868"/>
                </a:lnTo>
                <a:lnTo>
                  <a:pt x="4140" y="1868"/>
                </a:lnTo>
                <a:lnTo>
                  <a:pt x="4141" y="1868"/>
                </a:lnTo>
                <a:lnTo>
                  <a:pt x="4141" y="1869"/>
                </a:lnTo>
                <a:lnTo>
                  <a:pt x="4140" y="1870"/>
                </a:lnTo>
                <a:lnTo>
                  <a:pt x="4139" y="1870"/>
                </a:lnTo>
                <a:lnTo>
                  <a:pt x="4138" y="1871"/>
                </a:lnTo>
                <a:lnTo>
                  <a:pt x="4138" y="1872"/>
                </a:lnTo>
                <a:lnTo>
                  <a:pt x="4138" y="1874"/>
                </a:lnTo>
                <a:lnTo>
                  <a:pt x="4137" y="1874"/>
                </a:lnTo>
                <a:lnTo>
                  <a:pt x="4137" y="1875"/>
                </a:lnTo>
                <a:lnTo>
                  <a:pt x="4137" y="1876"/>
                </a:lnTo>
                <a:lnTo>
                  <a:pt x="4137" y="1877"/>
                </a:lnTo>
                <a:lnTo>
                  <a:pt x="4136" y="1878"/>
                </a:lnTo>
                <a:lnTo>
                  <a:pt x="4136" y="1879"/>
                </a:lnTo>
                <a:lnTo>
                  <a:pt x="4136" y="1880"/>
                </a:lnTo>
                <a:lnTo>
                  <a:pt x="4136" y="1881"/>
                </a:lnTo>
                <a:lnTo>
                  <a:pt x="4135" y="1882"/>
                </a:lnTo>
                <a:lnTo>
                  <a:pt x="4135" y="1883"/>
                </a:lnTo>
                <a:lnTo>
                  <a:pt x="4135" y="1884"/>
                </a:lnTo>
                <a:lnTo>
                  <a:pt x="4135" y="1885"/>
                </a:lnTo>
                <a:lnTo>
                  <a:pt x="4135" y="1886"/>
                </a:lnTo>
                <a:lnTo>
                  <a:pt x="4136" y="1886"/>
                </a:lnTo>
                <a:lnTo>
                  <a:pt x="4136" y="1888"/>
                </a:lnTo>
                <a:lnTo>
                  <a:pt x="4135" y="1888"/>
                </a:lnTo>
                <a:lnTo>
                  <a:pt x="4136" y="1888"/>
                </a:lnTo>
                <a:lnTo>
                  <a:pt x="4136" y="1889"/>
                </a:lnTo>
                <a:lnTo>
                  <a:pt x="4135" y="1889"/>
                </a:lnTo>
                <a:lnTo>
                  <a:pt x="4135" y="1890"/>
                </a:lnTo>
                <a:lnTo>
                  <a:pt x="4135" y="1889"/>
                </a:lnTo>
                <a:lnTo>
                  <a:pt x="4134" y="1889"/>
                </a:lnTo>
                <a:lnTo>
                  <a:pt x="4134" y="1890"/>
                </a:lnTo>
                <a:lnTo>
                  <a:pt x="4134" y="1891"/>
                </a:lnTo>
                <a:lnTo>
                  <a:pt x="4133" y="1891"/>
                </a:lnTo>
                <a:lnTo>
                  <a:pt x="4133" y="1890"/>
                </a:lnTo>
                <a:lnTo>
                  <a:pt x="4134" y="1889"/>
                </a:lnTo>
                <a:lnTo>
                  <a:pt x="4133" y="1889"/>
                </a:lnTo>
                <a:lnTo>
                  <a:pt x="4133" y="1890"/>
                </a:lnTo>
                <a:lnTo>
                  <a:pt x="4132" y="1890"/>
                </a:lnTo>
                <a:lnTo>
                  <a:pt x="4131" y="1890"/>
                </a:lnTo>
                <a:lnTo>
                  <a:pt x="4130" y="1890"/>
                </a:lnTo>
                <a:lnTo>
                  <a:pt x="4128" y="1891"/>
                </a:lnTo>
                <a:lnTo>
                  <a:pt x="4128" y="1890"/>
                </a:lnTo>
                <a:lnTo>
                  <a:pt x="4127" y="1891"/>
                </a:lnTo>
                <a:lnTo>
                  <a:pt x="4125" y="1891"/>
                </a:lnTo>
                <a:lnTo>
                  <a:pt x="4124" y="1892"/>
                </a:lnTo>
                <a:lnTo>
                  <a:pt x="4124" y="1893"/>
                </a:lnTo>
                <a:lnTo>
                  <a:pt x="4123" y="1893"/>
                </a:lnTo>
                <a:lnTo>
                  <a:pt x="4123" y="1892"/>
                </a:lnTo>
                <a:lnTo>
                  <a:pt x="4123" y="1893"/>
                </a:lnTo>
                <a:lnTo>
                  <a:pt x="4122" y="1893"/>
                </a:lnTo>
                <a:lnTo>
                  <a:pt x="4121" y="1895"/>
                </a:lnTo>
                <a:lnTo>
                  <a:pt x="4120" y="1895"/>
                </a:lnTo>
                <a:lnTo>
                  <a:pt x="4120" y="1896"/>
                </a:lnTo>
                <a:lnTo>
                  <a:pt x="4120" y="1897"/>
                </a:lnTo>
                <a:lnTo>
                  <a:pt x="4119" y="1898"/>
                </a:lnTo>
                <a:lnTo>
                  <a:pt x="4119" y="1900"/>
                </a:lnTo>
                <a:lnTo>
                  <a:pt x="4119" y="1901"/>
                </a:lnTo>
                <a:lnTo>
                  <a:pt x="4119" y="1902"/>
                </a:lnTo>
                <a:lnTo>
                  <a:pt x="4119" y="1903"/>
                </a:lnTo>
                <a:lnTo>
                  <a:pt x="4119" y="1904"/>
                </a:lnTo>
                <a:lnTo>
                  <a:pt x="4119" y="1905"/>
                </a:lnTo>
                <a:lnTo>
                  <a:pt x="4119" y="1906"/>
                </a:lnTo>
                <a:lnTo>
                  <a:pt x="4119" y="1907"/>
                </a:lnTo>
                <a:lnTo>
                  <a:pt x="4119" y="1908"/>
                </a:lnTo>
                <a:lnTo>
                  <a:pt x="4119" y="1909"/>
                </a:lnTo>
                <a:lnTo>
                  <a:pt x="4118" y="1910"/>
                </a:lnTo>
                <a:lnTo>
                  <a:pt x="4119" y="1910"/>
                </a:lnTo>
                <a:lnTo>
                  <a:pt x="4118" y="1910"/>
                </a:lnTo>
                <a:lnTo>
                  <a:pt x="4118" y="1911"/>
                </a:lnTo>
                <a:lnTo>
                  <a:pt x="4119" y="1911"/>
                </a:lnTo>
                <a:lnTo>
                  <a:pt x="4119" y="1914"/>
                </a:lnTo>
                <a:lnTo>
                  <a:pt x="4118" y="1914"/>
                </a:lnTo>
                <a:lnTo>
                  <a:pt x="4119" y="1914"/>
                </a:lnTo>
                <a:lnTo>
                  <a:pt x="4120" y="1914"/>
                </a:lnTo>
                <a:lnTo>
                  <a:pt x="4120" y="1915"/>
                </a:lnTo>
                <a:lnTo>
                  <a:pt x="4118" y="1916"/>
                </a:lnTo>
                <a:lnTo>
                  <a:pt x="4118" y="1917"/>
                </a:lnTo>
                <a:lnTo>
                  <a:pt x="4119" y="1917"/>
                </a:lnTo>
                <a:lnTo>
                  <a:pt x="4120" y="1916"/>
                </a:lnTo>
                <a:lnTo>
                  <a:pt x="4120" y="1917"/>
                </a:lnTo>
                <a:lnTo>
                  <a:pt x="4120" y="1918"/>
                </a:lnTo>
                <a:lnTo>
                  <a:pt x="4121" y="1919"/>
                </a:lnTo>
                <a:lnTo>
                  <a:pt x="4121" y="1920"/>
                </a:lnTo>
                <a:lnTo>
                  <a:pt x="4121" y="1921"/>
                </a:lnTo>
                <a:lnTo>
                  <a:pt x="4122" y="1921"/>
                </a:lnTo>
                <a:lnTo>
                  <a:pt x="4123" y="1921"/>
                </a:lnTo>
                <a:lnTo>
                  <a:pt x="4124" y="1920"/>
                </a:lnTo>
                <a:lnTo>
                  <a:pt x="4125" y="1920"/>
                </a:lnTo>
                <a:lnTo>
                  <a:pt x="4126" y="1921"/>
                </a:lnTo>
                <a:lnTo>
                  <a:pt x="4127" y="1921"/>
                </a:lnTo>
                <a:lnTo>
                  <a:pt x="4128" y="1922"/>
                </a:lnTo>
                <a:lnTo>
                  <a:pt x="4129" y="1922"/>
                </a:lnTo>
                <a:lnTo>
                  <a:pt x="4130" y="1923"/>
                </a:lnTo>
                <a:lnTo>
                  <a:pt x="4131" y="1923"/>
                </a:lnTo>
                <a:lnTo>
                  <a:pt x="4132" y="1923"/>
                </a:lnTo>
                <a:lnTo>
                  <a:pt x="4133" y="1923"/>
                </a:lnTo>
                <a:lnTo>
                  <a:pt x="4134" y="1923"/>
                </a:lnTo>
                <a:lnTo>
                  <a:pt x="4134" y="1924"/>
                </a:lnTo>
                <a:lnTo>
                  <a:pt x="4135" y="1925"/>
                </a:lnTo>
                <a:lnTo>
                  <a:pt x="4136" y="1925"/>
                </a:lnTo>
                <a:lnTo>
                  <a:pt x="4137" y="1925"/>
                </a:lnTo>
                <a:lnTo>
                  <a:pt x="4138" y="1925"/>
                </a:lnTo>
                <a:lnTo>
                  <a:pt x="4139" y="1925"/>
                </a:lnTo>
                <a:lnTo>
                  <a:pt x="4140" y="1926"/>
                </a:lnTo>
                <a:lnTo>
                  <a:pt x="4140" y="1925"/>
                </a:lnTo>
                <a:lnTo>
                  <a:pt x="4141" y="1925"/>
                </a:lnTo>
                <a:lnTo>
                  <a:pt x="4142" y="1925"/>
                </a:lnTo>
                <a:lnTo>
                  <a:pt x="4142" y="1926"/>
                </a:lnTo>
                <a:lnTo>
                  <a:pt x="4142" y="1927"/>
                </a:lnTo>
                <a:lnTo>
                  <a:pt x="4143" y="1927"/>
                </a:lnTo>
                <a:lnTo>
                  <a:pt x="4143" y="1926"/>
                </a:lnTo>
                <a:lnTo>
                  <a:pt x="4144" y="1926"/>
                </a:lnTo>
                <a:lnTo>
                  <a:pt x="4146" y="1927"/>
                </a:lnTo>
                <a:lnTo>
                  <a:pt x="4147" y="1927"/>
                </a:lnTo>
                <a:lnTo>
                  <a:pt x="4148" y="1926"/>
                </a:lnTo>
                <a:lnTo>
                  <a:pt x="4148" y="1927"/>
                </a:lnTo>
                <a:lnTo>
                  <a:pt x="4147" y="1927"/>
                </a:lnTo>
                <a:lnTo>
                  <a:pt x="4146" y="1927"/>
                </a:lnTo>
                <a:lnTo>
                  <a:pt x="4146" y="1928"/>
                </a:lnTo>
                <a:lnTo>
                  <a:pt x="4144" y="1928"/>
                </a:lnTo>
                <a:lnTo>
                  <a:pt x="4144" y="1929"/>
                </a:lnTo>
                <a:lnTo>
                  <a:pt x="4145" y="1929"/>
                </a:lnTo>
                <a:lnTo>
                  <a:pt x="4144" y="1930"/>
                </a:lnTo>
                <a:lnTo>
                  <a:pt x="4143" y="1930"/>
                </a:lnTo>
                <a:lnTo>
                  <a:pt x="4143" y="1931"/>
                </a:lnTo>
                <a:lnTo>
                  <a:pt x="4142" y="1932"/>
                </a:lnTo>
                <a:lnTo>
                  <a:pt x="4142" y="1933"/>
                </a:lnTo>
                <a:lnTo>
                  <a:pt x="4143" y="1933"/>
                </a:lnTo>
                <a:lnTo>
                  <a:pt x="4144" y="1934"/>
                </a:lnTo>
                <a:lnTo>
                  <a:pt x="4145" y="1934"/>
                </a:lnTo>
                <a:lnTo>
                  <a:pt x="4145" y="1935"/>
                </a:lnTo>
                <a:lnTo>
                  <a:pt x="4148" y="1938"/>
                </a:lnTo>
                <a:lnTo>
                  <a:pt x="4150" y="1937"/>
                </a:lnTo>
                <a:lnTo>
                  <a:pt x="4151" y="1937"/>
                </a:lnTo>
                <a:lnTo>
                  <a:pt x="4151" y="1939"/>
                </a:lnTo>
                <a:lnTo>
                  <a:pt x="4152" y="1939"/>
                </a:lnTo>
                <a:lnTo>
                  <a:pt x="4152" y="1940"/>
                </a:lnTo>
                <a:lnTo>
                  <a:pt x="4153" y="1941"/>
                </a:lnTo>
                <a:lnTo>
                  <a:pt x="4154" y="1941"/>
                </a:lnTo>
                <a:lnTo>
                  <a:pt x="4153" y="1941"/>
                </a:lnTo>
                <a:lnTo>
                  <a:pt x="4154" y="1941"/>
                </a:lnTo>
                <a:lnTo>
                  <a:pt x="4157" y="1943"/>
                </a:lnTo>
                <a:lnTo>
                  <a:pt x="4158" y="1944"/>
                </a:lnTo>
                <a:lnTo>
                  <a:pt x="4159" y="1944"/>
                </a:lnTo>
                <a:lnTo>
                  <a:pt x="4159" y="1945"/>
                </a:lnTo>
                <a:lnTo>
                  <a:pt x="4159" y="1946"/>
                </a:lnTo>
                <a:lnTo>
                  <a:pt x="4159" y="1947"/>
                </a:lnTo>
                <a:lnTo>
                  <a:pt x="4159" y="1948"/>
                </a:lnTo>
                <a:lnTo>
                  <a:pt x="4159" y="1949"/>
                </a:lnTo>
                <a:lnTo>
                  <a:pt x="4160" y="1948"/>
                </a:lnTo>
                <a:lnTo>
                  <a:pt x="4162" y="1948"/>
                </a:lnTo>
                <a:lnTo>
                  <a:pt x="4163" y="1948"/>
                </a:lnTo>
                <a:lnTo>
                  <a:pt x="4164" y="1948"/>
                </a:lnTo>
                <a:lnTo>
                  <a:pt x="4164" y="1947"/>
                </a:lnTo>
                <a:lnTo>
                  <a:pt x="4166" y="1947"/>
                </a:lnTo>
                <a:lnTo>
                  <a:pt x="4166" y="1948"/>
                </a:lnTo>
                <a:lnTo>
                  <a:pt x="4167" y="1948"/>
                </a:lnTo>
                <a:lnTo>
                  <a:pt x="4169" y="1949"/>
                </a:lnTo>
                <a:lnTo>
                  <a:pt x="4170" y="1950"/>
                </a:lnTo>
                <a:lnTo>
                  <a:pt x="4171" y="1950"/>
                </a:lnTo>
                <a:lnTo>
                  <a:pt x="4172" y="1951"/>
                </a:lnTo>
                <a:lnTo>
                  <a:pt x="4171" y="1952"/>
                </a:lnTo>
                <a:lnTo>
                  <a:pt x="4172" y="1952"/>
                </a:lnTo>
                <a:lnTo>
                  <a:pt x="4172" y="1953"/>
                </a:lnTo>
                <a:lnTo>
                  <a:pt x="4172" y="1954"/>
                </a:lnTo>
                <a:lnTo>
                  <a:pt x="4174" y="1954"/>
                </a:lnTo>
                <a:lnTo>
                  <a:pt x="4174" y="1953"/>
                </a:lnTo>
                <a:lnTo>
                  <a:pt x="4175" y="1954"/>
                </a:lnTo>
                <a:lnTo>
                  <a:pt x="4176" y="1954"/>
                </a:lnTo>
                <a:lnTo>
                  <a:pt x="4177" y="1954"/>
                </a:lnTo>
                <a:lnTo>
                  <a:pt x="4180" y="1954"/>
                </a:lnTo>
                <a:lnTo>
                  <a:pt x="4181" y="1955"/>
                </a:lnTo>
                <a:lnTo>
                  <a:pt x="4182" y="1955"/>
                </a:lnTo>
                <a:lnTo>
                  <a:pt x="4183" y="1955"/>
                </a:lnTo>
                <a:lnTo>
                  <a:pt x="4184" y="1955"/>
                </a:lnTo>
                <a:lnTo>
                  <a:pt x="4185" y="1955"/>
                </a:lnTo>
                <a:lnTo>
                  <a:pt x="4186" y="1956"/>
                </a:lnTo>
                <a:lnTo>
                  <a:pt x="4187" y="1957"/>
                </a:lnTo>
                <a:lnTo>
                  <a:pt x="4189" y="1957"/>
                </a:lnTo>
                <a:lnTo>
                  <a:pt x="4190" y="1957"/>
                </a:lnTo>
                <a:lnTo>
                  <a:pt x="4191" y="1958"/>
                </a:lnTo>
                <a:lnTo>
                  <a:pt x="4192" y="1958"/>
                </a:lnTo>
                <a:lnTo>
                  <a:pt x="4194" y="1959"/>
                </a:lnTo>
                <a:lnTo>
                  <a:pt x="4196" y="1960"/>
                </a:lnTo>
                <a:lnTo>
                  <a:pt x="4197" y="1961"/>
                </a:lnTo>
                <a:lnTo>
                  <a:pt x="4198" y="1962"/>
                </a:lnTo>
                <a:lnTo>
                  <a:pt x="4199" y="1962"/>
                </a:lnTo>
                <a:lnTo>
                  <a:pt x="4199" y="1963"/>
                </a:lnTo>
                <a:lnTo>
                  <a:pt x="4199" y="1964"/>
                </a:lnTo>
                <a:lnTo>
                  <a:pt x="4200" y="1963"/>
                </a:lnTo>
                <a:lnTo>
                  <a:pt x="4201" y="1963"/>
                </a:lnTo>
                <a:lnTo>
                  <a:pt x="4201" y="1964"/>
                </a:lnTo>
                <a:lnTo>
                  <a:pt x="4202" y="1964"/>
                </a:lnTo>
                <a:lnTo>
                  <a:pt x="4204" y="1965"/>
                </a:lnTo>
                <a:lnTo>
                  <a:pt x="4205" y="1965"/>
                </a:lnTo>
                <a:lnTo>
                  <a:pt x="4206" y="1966"/>
                </a:lnTo>
                <a:lnTo>
                  <a:pt x="4207" y="1966"/>
                </a:lnTo>
                <a:lnTo>
                  <a:pt x="4208" y="1966"/>
                </a:lnTo>
                <a:lnTo>
                  <a:pt x="4209" y="1967"/>
                </a:lnTo>
                <a:lnTo>
                  <a:pt x="4211" y="1968"/>
                </a:lnTo>
                <a:lnTo>
                  <a:pt x="4213" y="1969"/>
                </a:lnTo>
                <a:lnTo>
                  <a:pt x="4215" y="1969"/>
                </a:lnTo>
                <a:lnTo>
                  <a:pt x="4216" y="1971"/>
                </a:lnTo>
                <a:lnTo>
                  <a:pt x="4216" y="1972"/>
                </a:lnTo>
                <a:lnTo>
                  <a:pt x="4216" y="1973"/>
                </a:lnTo>
                <a:lnTo>
                  <a:pt x="4216" y="1974"/>
                </a:lnTo>
                <a:lnTo>
                  <a:pt x="4217" y="1974"/>
                </a:lnTo>
                <a:lnTo>
                  <a:pt x="4216" y="1975"/>
                </a:lnTo>
                <a:lnTo>
                  <a:pt x="4216" y="1976"/>
                </a:lnTo>
                <a:lnTo>
                  <a:pt x="4217" y="1976"/>
                </a:lnTo>
                <a:lnTo>
                  <a:pt x="4217" y="1977"/>
                </a:lnTo>
                <a:lnTo>
                  <a:pt x="4217" y="1978"/>
                </a:lnTo>
                <a:lnTo>
                  <a:pt x="4217" y="1979"/>
                </a:lnTo>
                <a:lnTo>
                  <a:pt x="4218" y="1979"/>
                </a:lnTo>
                <a:lnTo>
                  <a:pt x="4218" y="1980"/>
                </a:lnTo>
                <a:lnTo>
                  <a:pt x="4218" y="1981"/>
                </a:lnTo>
                <a:lnTo>
                  <a:pt x="4218" y="1982"/>
                </a:lnTo>
                <a:lnTo>
                  <a:pt x="4218" y="1983"/>
                </a:lnTo>
                <a:lnTo>
                  <a:pt x="4219" y="1985"/>
                </a:lnTo>
                <a:lnTo>
                  <a:pt x="4219" y="1986"/>
                </a:lnTo>
                <a:lnTo>
                  <a:pt x="4220" y="1986"/>
                </a:lnTo>
                <a:lnTo>
                  <a:pt x="4220" y="1987"/>
                </a:lnTo>
                <a:lnTo>
                  <a:pt x="4220" y="1988"/>
                </a:lnTo>
                <a:lnTo>
                  <a:pt x="4221" y="1989"/>
                </a:lnTo>
                <a:lnTo>
                  <a:pt x="4220" y="1989"/>
                </a:lnTo>
                <a:lnTo>
                  <a:pt x="4220" y="1991"/>
                </a:lnTo>
                <a:lnTo>
                  <a:pt x="4222" y="1992"/>
                </a:lnTo>
                <a:lnTo>
                  <a:pt x="4222" y="1993"/>
                </a:lnTo>
                <a:lnTo>
                  <a:pt x="4223" y="1994"/>
                </a:lnTo>
                <a:lnTo>
                  <a:pt x="4223" y="1995"/>
                </a:lnTo>
                <a:lnTo>
                  <a:pt x="4224" y="1995"/>
                </a:lnTo>
                <a:lnTo>
                  <a:pt x="4224" y="1996"/>
                </a:lnTo>
                <a:lnTo>
                  <a:pt x="4224" y="1997"/>
                </a:lnTo>
                <a:lnTo>
                  <a:pt x="4225" y="1997"/>
                </a:lnTo>
                <a:lnTo>
                  <a:pt x="4226" y="2000"/>
                </a:lnTo>
                <a:lnTo>
                  <a:pt x="4226" y="2001"/>
                </a:lnTo>
                <a:lnTo>
                  <a:pt x="4227" y="2002"/>
                </a:lnTo>
                <a:lnTo>
                  <a:pt x="4227" y="2004"/>
                </a:lnTo>
                <a:lnTo>
                  <a:pt x="4228" y="2004"/>
                </a:lnTo>
                <a:lnTo>
                  <a:pt x="4228" y="2005"/>
                </a:lnTo>
                <a:lnTo>
                  <a:pt x="4229" y="2006"/>
                </a:lnTo>
                <a:lnTo>
                  <a:pt x="4229" y="2007"/>
                </a:lnTo>
                <a:lnTo>
                  <a:pt x="4229" y="2008"/>
                </a:lnTo>
                <a:lnTo>
                  <a:pt x="4229" y="2009"/>
                </a:lnTo>
                <a:lnTo>
                  <a:pt x="4230" y="2009"/>
                </a:lnTo>
                <a:lnTo>
                  <a:pt x="4230" y="2010"/>
                </a:lnTo>
                <a:lnTo>
                  <a:pt x="4231" y="2012"/>
                </a:lnTo>
                <a:lnTo>
                  <a:pt x="4232" y="2013"/>
                </a:lnTo>
                <a:lnTo>
                  <a:pt x="4233" y="2014"/>
                </a:lnTo>
                <a:lnTo>
                  <a:pt x="4233" y="2015"/>
                </a:lnTo>
                <a:lnTo>
                  <a:pt x="4233" y="2016"/>
                </a:lnTo>
                <a:lnTo>
                  <a:pt x="4234" y="2016"/>
                </a:lnTo>
                <a:lnTo>
                  <a:pt x="4234" y="2017"/>
                </a:lnTo>
                <a:lnTo>
                  <a:pt x="4234" y="2018"/>
                </a:lnTo>
                <a:lnTo>
                  <a:pt x="4235" y="2018"/>
                </a:lnTo>
                <a:lnTo>
                  <a:pt x="4235" y="2020"/>
                </a:lnTo>
                <a:lnTo>
                  <a:pt x="4234" y="2020"/>
                </a:lnTo>
                <a:lnTo>
                  <a:pt x="4234" y="2021"/>
                </a:lnTo>
                <a:lnTo>
                  <a:pt x="4233" y="2021"/>
                </a:lnTo>
                <a:lnTo>
                  <a:pt x="4233" y="2022"/>
                </a:lnTo>
                <a:lnTo>
                  <a:pt x="4234" y="2022"/>
                </a:lnTo>
                <a:lnTo>
                  <a:pt x="4235" y="2021"/>
                </a:lnTo>
                <a:lnTo>
                  <a:pt x="4236" y="2021"/>
                </a:lnTo>
                <a:lnTo>
                  <a:pt x="4237" y="2022"/>
                </a:lnTo>
                <a:lnTo>
                  <a:pt x="4238" y="2023"/>
                </a:lnTo>
                <a:lnTo>
                  <a:pt x="4238" y="2024"/>
                </a:lnTo>
                <a:lnTo>
                  <a:pt x="4239" y="2024"/>
                </a:lnTo>
                <a:lnTo>
                  <a:pt x="4239" y="2026"/>
                </a:lnTo>
                <a:lnTo>
                  <a:pt x="4240" y="2028"/>
                </a:lnTo>
                <a:lnTo>
                  <a:pt x="4240" y="2029"/>
                </a:lnTo>
                <a:lnTo>
                  <a:pt x="4241" y="2029"/>
                </a:lnTo>
                <a:lnTo>
                  <a:pt x="4241" y="2030"/>
                </a:lnTo>
                <a:lnTo>
                  <a:pt x="4241" y="2031"/>
                </a:lnTo>
                <a:lnTo>
                  <a:pt x="4242" y="2032"/>
                </a:lnTo>
                <a:lnTo>
                  <a:pt x="4242" y="2033"/>
                </a:lnTo>
                <a:lnTo>
                  <a:pt x="4243" y="2035"/>
                </a:lnTo>
                <a:lnTo>
                  <a:pt x="4243" y="2036"/>
                </a:lnTo>
                <a:lnTo>
                  <a:pt x="4244" y="2036"/>
                </a:lnTo>
                <a:lnTo>
                  <a:pt x="4244" y="2037"/>
                </a:lnTo>
                <a:lnTo>
                  <a:pt x="4243" y="2037"/>
                </a:lnTo>
                <a:lnTo>
                  <a:pt x="4243" y="2038"/>
                </a:lnTo>
                <a:lnTo>
                  <a:pt x="4242" y="2038"/>
                </a:lnTo>
                <a:lnTo>
                  <a:pt x="4242" y="2039"/>
                </a:lnTo>
                <a:lnTo>
                  <a:pt x="4243" y="2039"/>
                </a:lnTo>
                <a:lnTo>
                  <a:pt x="4244" y="2040"/>
                </a:lnTo>
                <a:lnTo>
                  <a:pt x="4244" y="2041"/>
                </a:lnTo>
                <a:lnTo>
                  <a:pt x="4244" y="2043"/>
                </a:lnTo>
                <a:lnTo>
                  <a:pt x="4242" y="2044"/>
                </a:lnTo>
                <a:lnTo>
                  <a:pt x="4241" y="2044"/>
                </a:lnTo>
                <a:lnTo>
                  <a:pt x="4242" y="2046"/>
                </a:lnTo>
                <a:lnTo>
                  <a:pt x="4240" y="2046"/>
                </a:lnTo>
                <a:lnTo>
                  <a:pt x="4240" y="2047"/>
                </a:lnTo>
                <a:lnTo>
                  <a:pt x="4241" y="2048"/>
                </a:lnTo>
                <a:lnTo>
                  <a:pt x="4243" y="2049"/>
                </a:lnTo>
                <a:lnTo>
                  <a:pt x="4245" y="2051"/>
                </a:lnTo>
                <a:lnTo>
                  <a:pt x="4246" y="2051"/>
                </a:lnTo>
                <a:lnTo>
                  <a:pt x="4246" y="2052"/>
                </a:lnTo>
                <a:lnTo>
                  <a:pt x="4247" y="2052"/>
                </a:lnTo>
                <a:lnTo>
                  <a:pt x="4248" y="2052"/>
                </a:lnTo>
                <a:lnTo>
                  <a:pt x="4249" y="2052"/>
                </a:lnTo>
                <a:lnTo>
                  <a:pt x="4248" y="2052"/>
                </a:lnTo>
                <a:lnTo>
                  <a:pt x="4248" y="2053"/>
                </a:lnTo>
                <a:lnTo>
                  <a:pt x="4247" y="2053"/>
                </a:lnTo>
                <a:lnTo>
                  <a:pt x="4248" y="2053"/>
                </a:lnTo>
                <a:lnTo>
                  <a:pt x="4250" y="2052"/>
                </a:lnTo>
                <a:lnTo>
                  <a:pt x="4250" y="2053"/>
                </a:lnTo>
                <a:lnTo>
                  <a:pt x="4250" y="2054"/>
                </a:lnTo>
                <a:lnTo>
                  <a:pt x="4250" y="2055"/>
                </a:lnTo>
                <a:lnTo>
                  <a:pt x="4250" y="2056"/>
                </a:lnTo>
                <a:lnTo>
                  <a:pt x="4251" y="2055"/>
                </a:lnTo>
                <a:lnTo>
                  <a:pt x="4252" y="2056"/>
                </a:lnTo>
                <a:lnTo>
                  <a:pt x="4253" y="2057"/>
                </a:lnTo>
                <a:lnTo>
                  <a:pt x="4253" y="2058"/>
                </a:lnTo>
                <a:lnTo>
                  <a:pt x="4253" y="2060"/>
                </a:lnTo>
                <a:lnTo>
                  <a:pt x="4254" y="2060"/>
                </a:lnTo>
                <a:lnTo>
                  <a:pt x="4255" y="2060"/>
                </a:lnTo>
                <a:lnTo>
                  <a:pt x="4255" y="2061"/>
                </a:lnTo>
                <a:lnTo>
                  <a:pt x="4255" y="2063"/>
                </a:lnTo>
                <a:lnTo>
                  <a:pt x="4256" y="2063"/>
                </a:lnTo>
                <a:lnTo>
                  <a:pt x="4256" y="2064"/>
                </a:lnTo>
                <a:lnTo>
                  <a:pt x="4256" y="2065"/>
                </a:lnTo>
                <a:lnTo>
                  <a:pt x="4255" y="2065"/>
                </a:lnTo>
                <a:lnTo>
                  <a:pt x="4254" y="2065"/>
                </a:lnTo>
                <a:lnTo>
                  <a:pt x="4255" y="2066"/>
                </a:lnTo>
                <a:lnTo>
                  <a:pt x="4255" y="2065"/>
                </a:lnTo>
                <a:lnTo>
                  <a:pt x="4256" y="2065"/>
                </a:lnTo>
                <a:lnTo>
                  <a:pt x="4256" y="2067"/>
                </a:lnTo>
                <a:lnTo>
                  <a:pt x="4256" y="2068"/>
                </a:lnTo>
                <a:lnTo>
                  <a:pt x="4255" y="2068"/>
                </a:lnTo>
                <a:lnTo>
                  <a:pt x="4254" y="2069"/>
                </a:lnTo>
                <a:lnTo>
                  <a:pt x="4253" y="2069"/>
                </a:lnTo>
                <a:lnTo>
                  <a:pt x="4253" y="2070"/>
                </a:lnTo>
                <a:lnTo>
                  <a:pt x="4252" y="2070"/>
                </a:lnTo>
                <a:lnTo>
                  <a:pt x="4253" y="2070"/>
                </a:lnTo>
                <a:lnTo>
                  <a:pt x="4254" y="2070"/>
                </a:lnTo>
                <a:lnTo>
                  <a:pt x="4254" y="2069"/>
                </a:lnTo>
                <a:lnTo>
                  <a:pt x="4255" y="2069"/>
                </a:lnTo>
                <a:lnTo>
                  <a:pt x="4256" y="2069"/>
                </a:lnTo>
                <a:lnTo>
                  <a:pt x="4256" y="2068"/>
                </a:lnTo>
                <a:lnTo>
                  <a:pt x="4257" y="2068"/>
                </a:lnTo>
                <a:lnTo>
                  <a:pt x="4257" y="2069"/>
                </a:lnTo>
                <a:lnTo>
                  <a:pt x="4258" y="2070"/>
                </a:lnTo>
                <a:lnTo>
                  <a:pt x="4259" y="2070"/>
                </a:lnTo>
                <a:lnTo>
                  <a:pt x="4258" y="2070"/>
                </a:lnTo>
                <a:lnTo>
                  <a:pt x="4258" y="2071"/>
                </a:lnTo>
                <a:lnTo>
                  <a:pt x="4259" y="2071"/>
                </a:lnTo>
                <a:lnTo>
                  <a:pt x="4259" y="2073"/>
                </a:lnTo>
                <a:lnTo>
                  <a:pt x="4260" y="2074"/>
                </a:lnTo>
                <a:lnTo>
                  <a:pt x="4261" y="2075"/>
                </a:lnTo>
                <a:lnTo>
                  <a:pt x="4261" y="2076"/>
                </a:lnTo>
                <a:lnTo>
                  <a:pt x="4262" y="2077"/>
                </a:lnTo>
                <a:lnTo>
                  <a:pt x="4262" y="2078"/>
                </a:lnTo>
                <a:lnTo>
                  <a:pt x="4263" y="2080"/>
                </a:lnTo>
                <a:lnTo>
                  <a:pt x="4263" y="2081"/>
                </a:lnTo>
                <a:lnTo>
                  <a:pt x="4265" y="2080"/>
                </a:lnTo>
                <a:lnTo>
                  <a:pt x="4266" y="2080"/>
                </a:lnTo>
                <a:lnTo>
                  <a:pt x="4267" y="2082"/>
                </a:lnTo>
                <a:lnTo>
                  <a:pt x="4266" y="2082"/>
                </a:lnTo>
                <a:lnTo>
                  <a:pt x="4266" y="2083"/>
                </a:lnTo>
                <a:lnTo>
                  <a:pt x="4266" y="2084"/>
                </a:lnTo>
                <a:lnTo>
                  <a:pt x="4267" y="2084"/>
                </a:lnTo>
                <a:lnTo>
                  <a:pt x="4267" y="2085"/>
                </a:lnTo>
                <a:lnTo>
                  <a:pt x="4265" y="2085"/>
                </a:lnTo>
                <a:lnTo>
                  <a:pt x="4266" y="2086"/>
                </a:lnTo>
                <a:lnTo>
                  <a:pt x="4266" y="2087"/>
                </a:lnTo>
                <a:lnTo>
                  <a:pt x="4267" y="2087"/>
                </a:lnTo>
                <a:lnTo>
                  <a:pt x="4267" y="2088"/>
                </a:lnTo>
                <a:lnTo>
                  <a:pt x="4267" y="2089"/>
                </a:lnTo>
                <a:lnTo>
                  <a:pt x="4268" y="2090"/>
                </a:lnTo>
                <a:lnTo>
                  <a:pt x="4268" y="2091"/>
                </a:lnTo>
                <a:lnTo>
                  <a:pt x="4268" y="2092"/>
                </a:lnTo>
                <a:lnTo>
                  <a:pt x="4268" y="2093"/>
                </a:lnTo>
                <a:lnTo>
                  <a:pt x="4269" y="2094"/>
                </a:lnTo>
                <a:lnTo>
                  <a:pt x="4269" y="2098"/>
                </a:lnTo>
                <a:lnTo>
                  <a:pt x="4266" y="2098"/>
                </a:lnTo>
                <a:lnTo>
                  <a:pt x="4264" y="2099"/>
                </a:lnTo>
                <a:lnTo>
                  <a:pt x="4265" y="2099"/>
                </a:lnTo>
                <a:lnTo>
                  <a:pt x="4266" y="2099"/>
                </a:lnTo>
                <a:lnTo>
                  <a:pt x="4268" y="2100"/>
                </a:lnTo>
                <a:lnTo>
                  <a:pt x="4269" y="2101"/>
                </a:lnTo>
                <a:lnTo>
                  <a:pt x="4271" y="2102"/>
                </a:lnTo>
                <a:lnTo>
                  <a:pt x="4270" y="2102"/>
                </a:lnTo>
                <a:lnTo>
                  <a:pt x="4271" y="2102"/>
                </a:lnTo>
                <a:lnTo>
                  <a:pt x="4272" y="2102"/>
                </a:lnTo>
                <a:lnTo>
                  <a:pt x="4272" y="2103"/>
                </a:lnTo>
                <a:lnTo>
                  <a:pt x="4272" y="2104"/>
                </a:lnTo>
                <a:lnTo>
                  <a:pt x="4273" y="2107"/>
                </a:lnTo>
                <a:lnTo>
                  <a:pt x="4272" y="2108"/>
                </a:lnTo>
                <a:lnTo>
                  <a:pt x="4272" y="2109"/>
                </a:lnTo>
                <a:lnTo>
                  <a:pt x="4273" y="2109"/>
                </a:lnTo>
                <a:lnTo>
                  <a:pt x="4273" y="2111"/>
                </a:lnTo>
                <a:lnTo>
                  <a:pt x="4274" y="2112"/>
                </a:lnTo>
                <a:lnTo>
                  <a:pt x="4274" y="2113"/>
                </a:lnTo>
                <a:lnTo>
                  <a:pt x="4274" y="2114"/>
                </a:lnTo>
                <a:lnTo>
                  <a:pt x="4274" y="2115"/>
                </a:lnTo>
                <a:lnTo>
                  <a:pt x="4273" y="2115"/>
                </a:lnTo>
                <a:lnTo>
                  <a:pt x="4273" y="2116"/>
                </a:lnTo>
                <a:lnTo>
                  <a:pt x="4273" y="2117"/>
                </a:lnTo>
                <a:lnTo>
                  <a:pt x="4274" y="2116"/>
                </a:lnTo>
                <a:lnTo>
                  <a:pt x="4275" y="2116"/>
                </a:lnTo>
                <a:lnTo>
                  <a:pt x="4276" y="2116"/>
                </a:lnTo>
                <a:lnTo>
                  <a:pt x="4278" y="2116"/>
                </a:lnTo>
                <a:lnTo>
                  <a:pt x="4278" y="2128"/>
                </a:lnTo>
                <a:lnTo>
                  <a:pt x="4277" y="2128"/>
                </a:lnTo>
                <a:lnTo>
                  <a:pt x="4276" y="2132"/>
                </a:lnTo>
                <a:lnTo>
                  <a:pt x="4273" y="2132"/>
                </a:lnTo>
                <a:lnTo>
                  <a:pt x="4273" y="2133"/>
                </a:lnTo>
                <a:lnTo>
                  <a:pt x="4272" y="2133"/>
                </a:lnTo>
                <a:lnTo>
                  <a:pt x="4272" y="2134"/>
                </a:lnTo>
                <a:lnTo>
                  <a:pt x="4272" y="2135"/>
                </a:lnTo>
                <a:lnTo>
                  <a:pt x="4272" y="2136"/>
                </a:lnTo>
                <a:lnTo>
                  <a:pt x="4275" y="2135"/>
                </a:lnTo>
                <a:lnTo>
                  <a:pt x="4275" y="2136"/>
                </a:lnTo>
                <a:lnTo>
                  <a:pt x="4275" y="2135"/>
                </a:lnTo>
                <a:lnTo>
                  <a:pt x="4276" y="2135"/>
                </a:lnTo>
                <a:lnTo>
                  <a:pt x="4276" y="2136"/>
                </a:lnTo>
                <a:lnTo>
                  <a:pt x="4277" y="2137"/>
                </a:lnTo>
                <a:lnTo>
                  <a:pt x="4277" y="2138"/>
                </a:lnTo>
                <a:lnTo>
                  <a:pt x="4278" y="2138"/>
                </a:lnTo>
                <a:lnTo>
                  <a:pt x="4278" y="2139"/>
                </a:lnTo>
                <a:lnTo>
                  <a:pt x="4279" y="2140"/>
                </a:lnTo>
                <a:lnTo>
                  <a:pt x="4279" y="2141"/>
                </a:lnTo>
                <a:lnTo>
                  <a:pt x="4278" y="2141"/>
                </a:lnTo>
                <a:lnTo>
                  <a:pt x="4277" y="2143"/>
                </a:lnTo>
                <a:lnTo>
                  <a:pt x="4276" y="2144"/>
                </a:lnTo>
                <a:lnTo>
                  <a:pt x="4276" y="2145"/>
                </a:lnTo>
                <a:lnTo>
                  <a:pt x="4277" y="2144"/>
                </a:lnTo>
                <a:lnTo>
                  <a:pt x="4278" y="2144"/>
                </a:lnTo>
                <a:lnTo>
                  <a:pt x="4279" y="2144"/>
                </a:lnTo>
                <a:lnTo>
                  <a:pt x="4280" y="2144"/>
                </a:lnTo>
                <a:lnTo>
                  <a:pt x="4282" y="2145"/>
                </a:lnTo>
                <a:lnTo>
                  <a:pt x="4282" y="2144"/>
                </a:lnTo>
                <a:lnTo>
                  <a:pt x="4283" y="2144"/>
                </a:lnTo>
                <a:lnTo>
                  <a:pt x="4285" y="2146"/>
                </a:lnTo>
                <a:lnTo>
                  <a:pt x="4284" y="2148"/>
                </a:lnTo>
                <a:lnTo>
                  <a:pt x="4285" y="2148"/>
                </a:lnTo>
                <a:lnTo>
                  <a:pt x="4285" y="2149"/>
                </a:lnTo>
                <a:lnTo>
                  <a:pt x="4286" y="2149"/>
                </a:lnTo>
                <a:lnTo>
                  <a:pt x="4287" y="2149"/>
                </a:lnTo>
                <a:lnTo>
                  <a:pt x="4289" y="2150"/>
                </a:lnTo>
                <a:lnTo>
                  <a:pt x="4291" y="2150"/>
                </a:lnTo>
                <a:lnTo>
                  <a:pt x="4291" y="2151"/>
                </a:lnTo>
                <a:lnTo>
                  <a:pt x="4292" y="2151"/>
                </a:lnTo>
                <a:lnTo>
                  <a:pt x="4299" y="2155"/>
                </a:lnTo>
                <a:lnTo>
                  <a:pt x="4298" y="2158"/>
                </a:lnTo>
                <a:lnTo>
                  <a:pt x="4299" y="2158"/>
                </a:lnTo>
                <a:lnTo>
                  <a:pt x="4300" y="2158"/>
                </a:lnTo>
                <a:lnTo>
                  <a:pt x="4301" y="2156"/>
                </a:lnTo>
                <a:lnTo>
                  <a:pt x="4305" y="2158"/>
                </a:lnTo>
                <a:lnTo>
                  <a:pt x="4305" y="2159"/>
                </a:lnTo>
                <a:lnTo>
                  <a:pt x="4307" y="2160"/>
                </a:lnTo>
                <a:lnTo>
                  <a:pt x="4307" y="2159"/>
                </a:lnTo>
                <a:lnTo>
                  <a:pt x="4308" y="2159"/>
                </a:lnTo>
                <a:lnTo>
                  <a:pt x="4311" y="2160"/>
                </a:lnTo>
                <a:lnTo>
                  <a:pt x="4315" y="2162"/>
                </a:lnTo>
                <a:lnTo>
                  <a:pt x="4315" y="2163"/>
                </a:lnTo>
                <a:lnTo>
                  <a:pt x="4318" y="2164"/>
                </a:lnTo>
                <a:lnTo>
                  <a:pt x="4318" y="2165"/>
                </a:lnTo>
                <a:lnTo>
                  <a:pt x="4319" y="2165"/>
                </a:lnTo>
                <a:lnTo>
                  <a:pt x="4318" y="2165"/>
                </a:lnTo>
                <a:lnTo>
                  <a:pt x="4319" y="2165"/>
                </a:lnTo>
                <a:lnTo>
                  <a:pt x="4319" y="2168"/>
                </a:lnTo>
                <a:lnTo>
                  <a:pt x="4319" y="2172"/>
                </a:lnTo>
                <a:lnTo>
                  <a:pt x="4319" y="2173"/>
                </a:lnTo>
                <a:lnTo>
                  <a:pt x="4319" y="2174"/>
                </a:lnTo>
                <a:lnTo>
                  <a:pt x="4320" y="2174"/>
                </a:lnTo>
                <a:lnTo>
                  <a:pt x="4321" y="2174"/>
                </a:lnTo>
                <a:lnTo>
                  <a:pt x="4321" y="2177"/>
                </a:lnTo>
                <a:lnTo>
                  <a:pt x="4322" y="2178"/>
                </a:lnTo>
                <a:lnTo>
                  <a:pt x="4322" y="2179"/>
                </a:lnTo>
                <a:lnTo>
                  <a:pt x="4322" y="2180"/>
                </a:lnTo>
                <a:lnTo>
                  <a:pt x="4322" y="2181"/>
                </a:lnTo>
                <a:lnTo>
                  <a:pt x="4323" y="2181"/>
                </a:lnTo>
                <a:lnTo>
                  <a:pt x="4324" y="2182"/>
                </a:lnTo>
                <a:lnTo>
                  <a:pt x="4325" y="2183"/>
                </a:lnTo>
                <a:lnTo>
                  <a:pt x="4324" y="2184"/>
                </a:lnTo>
                <a:lnTo>
                  <a:pt x="4323" y="2184"/>
                </a:lnTo>
                <a:lnTo>
                  <a:pt x="4322" y="2185"/>
                </a:lnTo>
                <a:lnTo>
                  <a:pt x="4321" y="2185"/>
                </a:lnTo>
                <a:lnTo>
                  <a:pt x="4320" y="2185"/>
                </a:lnTo>
                <a:lnTo>
                  <a:pt x="4318" y="2184"/>
                </a:lnTo>
                <a:lnTo>
                  <a:pt x="4318" y="2183"/>
                </a:lnTo>
                <a:lnTo>
                  <a:pt x="4317" y="2183"/>
                </a:lnTo>
                <a:lnTo>
                  <a:pt x="4317" y="2184"/>
                </a:lnTo>
                <a:lnTo>
                  <a:pt x="4316" y="2184"/>
                </a:lnTo>
                <a:lnTo>
                  <a:pt x="4315" y="2184"/>
                </a:lnTo>
                <a:lnTo>
                  <a:pt x="4316" y="2184"/>
                </a:lnTo>
                <a:lnTo>
                  <a:pt x="4316" y="2185"/>
                </a:lnTo>
                <a:lnTo>
                  <a:pt x="4315" y="2185"/>
                </a:lnTo>
                <a:lnTo>
                  <a:pt x="4314" y="2185"/>
                </a:lnTo>
                <a:lnTo>
                  <a:pt x="4315" y="2185"/>
                </a:lnTo>
                <a:lnTo>
                  <a:pt x="4316" y="2185"/>
                </a:lnTo>
                <a:lnTo>
                  <a:pt x="4318" y="2185"/>
                </a:lnTo>
                <a:lnTo>
                  <a:pt x="4318" y="2186"/>
                </a:lnTo>
                <a:lnTo>
                  <a:pt x="4319" y="2186"/>
                </a:lnTo>
                <a:lnTo>
                  <a:pt x="4318" y="2186"/>
                </a:lnTo>
                <a:lnTo>
                  <a:pt x="4318" y="2188"/>
                </a:lnTo>
                <a:lnTo>
                  <a:pt x="4319" y="2188"/>
                </a:lnTo>
                <a:lnTo>
                  <a:pt x="4320" y="2189"/>
                </a:lnTo>
                <a:lnTo>
                  <a:pt x="4321" y="2189"/>
                </a:lnTo>
                <a:lnTo>
                  <a:pt x="4322" y="2190"/>
                </a:lnTo>
                <a:lnTo>
                  <a:pt x="4324" y="2189"/>
                </a:lnTo>
                <a:lnTo>
                  <a:pt x="4325" y="2189"/>
                </a:lnTo>
                <a:lnTo>
                  <a:pt x="4326" y="2189"/>
                </a:lnTo>
                <a:lnTo>
                  <a:pt x="4328" y="2190"/>
                </a:lnTo>
                <a:lnTo>
                  <a:pt x="4328" y="2191"/>
                </a:lnTo>
                <a:lnTo>
                  <a:pt x="4328" y="2192"/>
                </a:lnTo>
                <a:lnTo>
                  <a:pt x="4328" y="2194"/>
                </a:lnTo>
                <a:lnTo>
                  <a:pt x="4329" y="2195"/>
                </a:lnTo>
                <a:lnTo>
                  <a:pt x="4330" y="2195"/>
                </a:lnTo>
                <a:lnTo>
                  <a:pt x="4331" y="2196"/>
                </a:lnTo>
                <a:lnTo>
                  <a:pt x="4332" y="2196"/>
                </a:lnTo>
                <a:lnTo>
                  <a:pt x="4333" y="2194"/>
                </a:lnTo>
                <a:lnTo>
                  <a:pt x="4335" y="2195"/>
                </a:lnTo>
                <a:lnTo>
                  <a:pt x="4344" y="2198"/>
                </a:lnTo>
                <a:lnTo>
                  <a:pt x="4347" y="2200"/>
                </a:lnTo>
                <a:lnTo>
                  <a:pt x="4349" y="2202"/>
                </a:lnTo>
                <a:lnTo>
                  <a:pt x="4348" y="2204"/>
                </a:lnTo>
                <a:lnTo>
                  <a:pt x="4347" y="2204"/>
                </a:lnTo>
                <a:lnTo>
                  <a:pt x="4348" y="2204"/>
                </a:lnTo>
                <a:lnTo>
                  <a:pt x="4348" y="2205"/>
                </a:lnTo>
                <a:lnTo>
                  <a:pt x="4349" y="2205"/>
                </a:lnTo>
                <a:lnTo>
                  <a:pt x="4350" y="2205"/>
                </a:lnTo>
                <a:lnTo>
                  <a:pt x="4351" y="2206"/>
                </a:lnTo>
                <a:lnTo>
                  <a:pt x="4352" y="2207"/>
                </a:lnTo>
                <a:lnTo>
                  <a:pt x="4353" y="2209"/>
                </a:lnTo>
                <a:lnTo>
                  <a:pt x="4354" y="2209"/>
                </a:lnTo>
                <a:lnTo>
                  <a:pt x="4356" y="2210"/>
                </a:lnTo>
                <a:lnTo>
                  <a:pt x="4360" y="2219"/>
                </a:lnTo>
                <a:lnTo>
                  <a:pt x="4360" y="2220"/>
                </a:lnTo>
                <a:lnTo>
                  <a:pt x="4360" y="2221"/>
                </a:lnTo>
                <a:lnTo>
                  <a:pt x="4360" y="2222"/>
                </a:lnTo>
                <a:lnTo>
                  <a:pt x="4360" y="2223"/>
                </a:lnTo>
                <a:lnTo>
                  <a:pt x="4361" y="2223"/>
                </a:lnTo>
                <a:lnTo>
                  <a:pt x="4361" y="2224"/>
                </a:lnTo>
                <a:lnTo>
                  <a:pt x="4361" y="2225"/>
                </a:lnTo>
                <a:lnTo>
                  <a:pt x="4362" y="2225"/>
                </a:lnTo>
                <a:lnTo>
                  <a:pt x="4362" y="2226"/>
                </a:lnTo>
                <a:lnTo>
                  <a:pt x="4363" y="2227"/>
                </a:lnTo>
                <a:lnTo>
                  <a:pt x="4362" y="2227"/>
                </a:lnTo>
                <a:lnTo>
                  <a:pt x="4363" y="2229"/>
                </a:lnTo>
                <a:lnTo>
                  <a:pt x="4364" y="2230"/>
                </a:lnTo>
                <a:lnTo>
                  <a:pt x="4364" y="2231"/>
                </a:lnTo>
                <a:lnTo>
                  <a:pt x="4365" y="2232"/>
                </a:lnTo>
                <a:lnTo>
                  <a:pt x="4365" y="2233"/>
                </a:lnTo>
                <a:lnTo>
                  <a:pt x="4365" y="2234"/>
                </a:lnTo>
                <a:lnTo>
                  <a:pt x="4364" y="2236"/>
                </a:lnTo>
                <a:lnTo>
                  <a:pt x="4363" y="2236"/>
                </a:lnTo>
                <a:lnTo>
                  <a:pt x="4362" y="2236"/>
                </a:lnTo>
                <a:lnTo>
                  <a:pt x="4362" y="2237"/>
                </a:lnTo>
                <a:lnTo>
                  <a:pt x="4361" y="2237"/>
                </a:lnTo>
                <a:lnTo>
                  <a:pt x="4361" y="2240"/>
                </a:lnTo>
                <a:lnTo>
                  <a:pt x="4360" y="2243"/>
                </a:lnTo>
                <a:lnTo>
                  <a:pt x="4360" y="2245"/>
                </a:lnTo>
                <a:lnTo>
                  <a:pt x="4360" y="2248"/>
                </a:lnTo>
                <a:lnTo>
                  <a:pt x="4361" y="2248"/>
                </a:lnTo>
                <a:lnTo>
                  <a:pt x="4363" y="2249"/>
                </a:lnTo>
                <a:lnTo>
                  <a:pt x="4364" y="2249"/>
                </a:lnTo>
                <a:lnTo>
                  <a:pt x="4368" y="2252"/>
                </a:lnTo>
                <a:lnTo>
                  <a:pt x="4369" y="2253"/>
                </a:lnTo>
                <a:lnTo>
                  <a:pt x="4369" y="2254"/>
                </a:lnTo>
                <a:lnTo>
                  <a:pt x="4370" y="2256"/>
                </a:lnTo>
                <a:lnTo>
                  <a:pt x="4370" y="2257"/>
                </a:lnTo>
                <a:lnTo>
                  <a:pt x="4370" y="2258"/>
                </a:lnTo>
                <a:lnTo>
                  <a:pt x="4370" y="2259"/>
                </a:lnTo>
                <a:lnTo>
                  <a:pt x="4369" y="2260"/>
                </a:lnTo>
                <a:lnTo>
                  <a:pt x="4368" y="2260"/>
                </a:lnTo>
                <a:lnTo>
                  <a:pt x="4364" y="2262"/>
                </a:lnTo>
                <a:lnTo>
                  <a:pt x="4361" y="2263"/>
                </a:lnTo>
                <a:lnTo>
                  <a:pt x="4361" y="2264"/>
                </a:lnTo>
                <a:lnTo>
                  <a:pt x="4360" y="2271"/>
                </a:lnTo>
                <a:lnTo>
                  <a:pt x="4363" y="2273"/>
                </a:lnTo>
                <a:lnTo>
                  <a:pt x="4363" y="2275"/>
                </a:lnTo>
                <a:lnTo>
                  <a:pt x="4364" y="2275"/>
                </a:lnTo>
                <a:lnTo>
                  <a:pt x="4369" y="2276"/>
                </a:lnTo>
                <a:lnTo>
                  <a:pt x="4376" y="2277"/>
                </a:lnTo>
                <a:lnTo>
                  <a:pt x="4376" y="2279"/>
                </a:lnTo>
                <a:lnTo>
                  <a:pt x="4373" y="2279"/>
                </a:lnTo>
                <a:lnTo>
                  <a:pt x="4370" y="2278"/>
                </a:lnTo>
                <a:lnTo>
                  <a:pt x="4368" y="2278"/>
                </a:lnTo>
                <a:lnTo>
                  <a:pt x="4367" y="2278"/>
                </a:lnTo>
                <a:lnTo>
                  <a:pt x="4362" y="2278"/>
                </a:lnTo>
                <a:lnTo>
                  <a:pt x="4358" y="2278"/>
                </a:lnTo>
                <a:lnTo>
                  <a:pt x="4358" y="2279"/>
                </a:lnTo>
                <a:lnTo>
                  <a:pt x="4358" y="2281"/>
                </a:lnTo>
                <a:lnTo>
                  <a:pt x="4357" y="2284"/>
                </a:lnTo>
                <a:lnTo>
                  <a:pt x="4356" y="2285"/>
                </a:lnTo>
                <a:lnTo>
                  <a:pt x="4357" y="2286"/>
                </a:lnTo>
                <a:lnTo>
                  <a:pt x="4356" y="2286"/>
                </a:lnTo>
                <a:lnTo>
                  <a:pt x="4355" y="2286"/>
                </a:lnTo>
                <a:lnTo>
                  <a:pt x="4355" y="2285"/>
                </a:lnTo>
                <a:lnTo>
                  <a:pt x="4354" y="2285"/>
                </a:lnTo>
                <a:lnTo>
                  <a:pt x="4353" y="2285"/>
                </a:lnTo>
                <a:lnTo>
                  <a:pt x="4352" y="2286"/>
                </a:lnTo>
                <a:lnTo>
                  <a:pt x="4351" y="2287"/>
                </a:lnTo>
                <a:lnTo>
                  <a:pt x="4352" y="2289"/>
                </a:lnTo>
                <a:lnTo>
                  <a:pt x="4353" y="2289"/>
                </a:lnTo>
                <a:lnTo>
                  <a:pt x="4355" y="2291"/>
                </a:lnTo>
                <a:lnTo>
                  <a:pt x="4356" y="2292"/>
                </a:lnTo>
                <a:lnTo>
                  <a:pt x="4357" y="2293"/>
                </a:lnTo>
                <a:lnTo>
                  <a:pt x="4360" y="2296"/>
                </a:lnTo>
                <a:lnTo>
                  <a:pt x="4359" y="2297"/>
                </a:lnTo>
                <a:lnTo>
                  <a:pt x="4359" y="2298"/>
                </a:lnTo>
                <a:lnTo>
                  <a:pt x="4362" y="2302"/>
                </a:lnTo>
                <a:lnTo>
                  <a:pt x="4365" y="2308"/>
                </a:lnTo>
                <a:lnTo>
                  <a:pt x="4366" y="2309"/>
                </a:lnTo>
                <a:lnTo>
                  <a:pt x="4369" y="2317"/>
                </a:lnTo>
                <a:lnTo>
                  <a:pt x="4369" y="2321"/>
                </a:lnTo>
                <a:lnTo>
                  <a:pt x="4368" y="2322"/>
                </a:lnTo>
                <a:lnTo>
                  <a:pt x="4367" y="2322"/>
                </a:lnTo>
                <a:lnTo>
                  <a:pt x="4364" y="2323"/>
                </a:lnTo>
                <a:lnTo>
                  <a:pt x="4364" y="2324"/>
                </a:lnTo>
                <a:lnTo>
                  <a:pt x="4361" y="2325"/>
                </a:lnTo>
                <a:lnTo>
                  <a:pt x="4360" y="2325"/>
                </a:lnTo>
                <a:lnTo>
                  <a:pt x="4358" y="2324"/>
                </a:lnTo>
                <a:lnTo>
                  <a:pt x="4358" y="2325"/>
                </a:lnTo>
                <a:lnTo>
                  <a:pt x="4356" y="2325"/>
                </a:lnTo>
                <a:lnTo>
                  <a:pt x="4355" y="2325"/>
                </a:lnTo>
                <a:lnTo>
                  <a:pt x="4353" y="2325"/>
                </a:lnTo>
                <a:lnTo>
                  <a:pt x="4350" y="2325"/>
                </a:lnTo>
                <a:lnTo>
                  <a:pt x="4350" y="2324"/>
                </a:lnTo>
                <a:lnTo>
                  <a:pt x="4348" y="2324"/>
                </a:lnTo>
                <a:lnTo>
                  <a:pt x="4346" y="2325"/>
                </a:lnTo>
                <a:lnTo>
                  <a:pt x="4345" y="2325"/>
                </a:lnTo>
                <a:lnTo>
                  <a:pt x="4344" y="2325"/>
                </a:lnTo>
                <a:lnTo>
                  <a:pt x="4343" y="2325"/>
                </a:lnTo>
                <a:lnTo>
                  <a:pt x="4341" y="2325"/>
                </a:lnTo>
                <a:lnTo>
                  <a:pt x="4340" y="2325"/>
                </a:lnTo>
                <a:lnTo>
                  <a:pt x="4339" y="2325"/>
                </a:lnTo>
                <a:lnTo>
                  <a:pt x="4337" y="2326"/>
                </a:lnTo>
                <a:lnTo>
                  <a:pt x="4335" y="2327"/>
                </a:lnTo>
                <a:lnTo>
                  <a:pt x="4333" y="2327"/>
                </a:lnTo>
                <a:lnTo>
                  <a:pt x="4329" y="2328"/>
                </a:lnTo>
                <a:lnTo>
                  <a:pt x="4327" y="2328"/>
                </a:lnTo>
                <a:lnTo>
                  <a:pt x="4327" y="2329"/>
                </a:lnTo>
                <a:lnTo>
                  <a:pt x="4326" y="2330"/>
                </a:lnTo>
                <a:lnTo>
                  <a:pt x="4325" y="2330"/>
                </a:lnTo>
                <a:lnTo>
                  <a:pt x="4324" y="2331"/>
                </a:lnTo>
                <a:lnTo>
                  <a:pt x="4323" y="2331"/>
                </a:lnTo>
                <a:lnTo>
                  <a:pt x="4320" y="2333"/>
                </a:lnTo>
                <a:lnTo>
                  <a:pt x="4318" y="2334"/>
                </a:lnTo>
                <a:lnTo>
                  <a:pt x="4317" y="2334"/>
                </a:lnTo>
                <a:lnTo>
                  <a:pt x="4316" y="2336"/>
                </a:lnTo>
                <a:lnTo>
                  <a:pt x="4314" y="2338"/>
                </a:lnTo>
                <a:lnTo>
                  <a:pt x="4313" y="2339"/>
                </a:lnTo>
                <a:lnTo>
                  <a:pt x="4312" y="2339"/>
                </a:lnTo>
                <a:lnTo>
                  <a:pt x="4311" y="2340"/>
                </a:lnTo>
                <a:lnTo>
                  <a:pt x="4310" y="2340"/>
                </a:lnTo>
                <a:lnTo>
                  <a:pt x="4309" y="2340"/>
                </a:lnTo>
                <a:lnTo>
                  <a:pt x="4306" y="2340"/>
                </a:lnTo>
                <a:lnTo>
                  <a:pt x="4306" y="2341"/>
                </a:lnTo>
                <a:lnTo>
                  <a:pt x="4305" y="2341"/>
                </a:lnTo>
                <a:lnTo>
                  <a:pt x="4304" y="2341"/>
                </a:lnTo>
                <a:lnTo>
                  <a:pt x="4304" y="2343"/>
                </a:lnTo>
                <a:lnTo>
                  <a:pt x="4303" y="2360"/>
                </a:lnTo>
                <a:lnTo>
                  <a:pt x="4303" y="2361"/>
                </a:lnTo>
                <a:lnTo>
                  <a:pt x="4302" y="2365"/>
                </a:lnTo>
                <a:lnTo>
                  <a:pt x="4302" y="2367"/>
                </a:lnTo>
                <a:lnTo>
                  <a:pt x="4302" y="2374"/>
                </a:lnTo>
                <a:lnTo>
                  <a:pt x="4305" y="2374"/>
                </a:lnTo>
                <a:lnTo>
                  <a:pt x="4306" y="2370"/>
                </a:lnTo>
                <a:lnTo>
                  <a:pt x="4309" y="2371"/>
                </a:lnTo>
                <a:lnTo>
                  <a:pt x="4311" y="2372"/>
                </a:lnTo>
                <a:lnTo>
                  <a:pt x="4315" y="2375"/>
                </a:lnTo>
                <a:lnTo>
                  <a:pt x="4314" y="2376"/>
                </a:lnTo>
                <a:lnTo>
                  <a:pt x="4317" y="2379"/>
                </a:lnTo>
                <a:lnTo>
                  <a:pt x="4318" y="2380"/>
                </a:lnTo>
                <a:lnTo>
                  <a:pt x="4321" y="2381"/>
                </a:lnTo>
                <a:lnTo>
                  <a:pt x="4323" y="2383"/>
                </a:lnTo>
                <a:lnTo>
                  <a:pt x="4325" y="2386"/>
                </a:lnTo>
                <a:lnTo>
                  <a:pt x="4328" y="2389"/>
                </a:lnTo>
                <a:lnTo>
                  <a:pt x="4329" y="2391"/>
                </a:lnTo>
                <a:lnTo>
                  <a:pt x="4331" y="2394"/>
                </a:lnTo>
                <a:lnTo>
                  <a:pt x="4332" y="2396"/>
                </a:lnTo>
                <a:lnTo>
                  <a:pt x="4335" y="2400"/>
                </a:lnTo>
                <a:lnTo>
                  <a:pt x="4335" y="2401"/>
                </a:lnTo>
                <a:lnTo>
                  <a:pt x="4337" y="2404"/>
                </a:lnTo>
                <a:lnTo>
                  <a:pt x="4338" y="2406"/>
                </a:lnTo>
                <a:lnTo>
                  <a:pt x="4338" y="2405"/>
                </a:lnTo>
                <a:lnTo>
                  <a:pt x="4340" y="2404"/>
                </a:lnTo>
                <a:lnTo>
                  <a:pt x="4342" y="2410"/>
                </a:lnTo>
                <a:lnTo>
                  <a:pt x="4341" y="2411"/>
                </a:lnTo>
                <a:lnTo>
                  <a:pt x="4342" y="2411"/>
                </a:lnTo>
                <a:lnTo>
                  <a:pt x="4343" y="2412"/>
                </a:lnTo>
                <a:lnTo>
                  <a:pt x="4344" y="2412"/>
                </a:lnTo>
                <a:lnTo>
                  <a:pt x="4345" y="2413"/>
                </a:lnTo>
                <a:lnTo>
                  <a:pt x="4346" y="2413"/>
                </a:lnTo>
                <a:lnTo>
                  <a:pt x="4347" y="2414"/>
                </a:lnTo>
                <a:lnTo>
                  <a:pt x="4348" y="2413"/>
                </a:lnTo>
                <a:lnTo>
                  <a:pt x="4349" y="2414"/>
                </a:lnTo>
                <a:lnTo>
                  <a:pt x="4350" y="2414"/>
                </a:lnTo>
                <a:lnTo>
                  <a:pt x="4351" y="2414"/>
                </a:lnTo>
                <a:lnTo>
                  <a:pt x="4354" y="2416"/>
                </a:lnTo>
                <a:lnTo>
                  <a:pt x="4355" y="2416"/>
                </a:lnTo>
                <a:lnTo>
                  <a:pt x="4355" y="2417"/>
                </a:lnTo>
                <a:lnTo>
                  <a:pt x="4354" y="2417"/>
                </a:lnTo>
                <a:lnTo>
                  <a:pt x="4355" y="2417"/>
                </a:lnTo>
                <a:lnTo>
                  <a:pt x="4356" y="2417"/>
                </a:lnTo>
                <a:lnTo>
                  <a:pt x="4357" y="2418"/>
                </a:lnTo>
                <a:lnTo>
                  <a:pt x="4358" y="2418"/>
                </a:lnTo>
                <a:lnTo>
                  <a:pt x="4360" y="2419"/>
                </a:lnTo>
                <a:lnTo>
                  <a:pt x="4361" y="2419"/>
                </a:lnTo>
                <a:lnTo>
                  <a:pt x="4363" y="2419"/>
                </a:lnTo>
                <a:lnTo>
                  <a:pt x="4364" y="2419"/>
                </a:lnTo>
                <a:lnTo>
                  <a:pt x="4365" y="2421"/>
                </a:lnTo>
                <a:lnTo>
                  <a:pt x="4365" y="2422"/>
                </a:lnTo>
                <a:lnTo>
                  <a:pt x="4365" y="2423"/>
                </a:lnTo>
                <a:lnTo>
                  <a:pt x="4366" y="2423"/>
                </a:lnTo>
                <a:lnTo>
                  <a:pt x="4367" y="2423"/>
                </a:lnTo>
                <a:lnTo>
                  <a:pt x="4368" y="2423"/>
                </a:lnTo>
                <a:lnTo>
                  <a:pt x="4371" y="2423"/>
                </a:lnTo>
                <a:lnTo>
                  <a:pt x="4372" y="2423"/>
                </a:lnTo>
                <a:lnTo>
                  <a:pt x="4372" y="2424"/>
                </a:lnTo>
                <a:lnTo>
                  <a:pt x="4373" y="2424"/>
                </a:lnTo>
                <a:lnTo>
                  <a:pt x="4373" y="2423"/>
                </a:lnTo>
                <a:lnTo>
                  <a:pt x="4374" y="2422"/>
                </a:lnTo>
                <a:lnTo>
                  <a:pt x="4374" y="2423"/>
                </a:lnTo>
                <a:lnTo>
                  <a:pt x="4375" y="2423"/>
                </a:lnTo>
                <a:lnTo>
                  <a:pt x="4377" y="2423"/>
                </a:lnTo>
                <a:lnTo>
                  <a:pt x="4378" y="2423"/>
                </a:lnTo>
                <a:lnTo>
                  <a:pt x="4379" y="2422"/>
                </a:lnTo>
                <a:lnTo>
                  <a:pt x="4380" y="2422"/>
                </a:lnTo>
                <a:lnTo>
                  <a:pt x="4380" y="2421"/>
                </a:lnTo>
                <a:lnTo>
                  <a:pt x="4381" y="2421"/>
                </a:lnTo>
                <a:lnTo>
                  <a:pt x="4382" y="2421"/>
                </a:lnTo>
                <a:lnTo>
                  <a:pt x="4383" y="2421"/>
                </a:lnTo>
                <a:lnTo>
                  <a:pt x="4384" y="2422"/>
                </a:lnTo>
                <a:lnTo>
                  <a:pt x="4384" y="2423"/>
                </a:lnTo>
                <a:lnTo>
                  <a:pt x="4384" y="2424"/>
                </a:lnTo>
                <a:lnTo>
                  <a:pt x="4383" y="2424"/>
                </a:lnTo>
                <a:lnTo>
                  <a:pt x="4382" y="2424"/>
                </a:lnTo>
                <a:lnTo>
                  <a:pt x="4381" y="2424"/>
                </a:lnTo>
                <a:lnTo>
                  <a:pt x="4381" y="2425"/>
                </a:lnTo>
                <a:lnTo>
                  <a:pt x="4380" y="2425"/>
                </a:lnTo>
                <a:lnTo>
                  <a:pt x="4379" y="2426"/>
                </a:lnTo>
                <a:lnTo>
                  <a:pt x="4378" y="2426"/>
                </a:lnTo>
                <a:lnTo>
                  <a:pt x="4378" y="2427"/>
                </a:lnTo>
                <a:lnTo>
                  <a:pt x="4377" y="2427"/>
                </a:lnTo>
                <a:lnTo>
                  <a:pt x="4376" y="2427"/>
                </a:lnTo>
                <a:lnTo>
                  <a:pt x="4375" y="2428"/>
                </a:lnTo>
                <a:lnTo>
                  <a:pt x="4374" y="2429"/>
                </a:lnTo>
                <a:lnTo>
                  <a:pt x="4373" y="2429"/>
                </a:lnTo>
                <a:lnTo>
                  <a:pt x="4372" y="2429"/>
                </a:lnTo>
                <a:lnTo>
                  <a:pt x="4371" y="2430"/>
                </a:lnTo>
                <a:lnTo>
                  <a:pt x="4370" y="2430"/>
                </a:lnTo>
                <a:lnTo>
                  <a:pt x="4369" y="2431"/>
                </a:lnTo>
                <a:lnTo>
                  <a:pt x="4368" y="2432"/>
                </a:lnTo>
                <a:lnTo>
                  <a:pt x="4367" y="2433"/>
                </a:lnTo>
                <a:lnTo>
                  <a:pt x="4366" y="2433"/>
                </a:lnTo>
                <a:lnTo>
                  <a:pt x="4365" y="2433"/>
                </a:lnTo>
                <a:lnTo>
                  <a:pt x="4365" y="2434"/>
                </a:lnTo>
                <a:lnTo>
                  <a:pt x="4365" y="2435"/>
                </a:lnTo>
                <a:lnTo>
                  <a:pt x="4364" y="2436"/>
                </a:lnTo>
                <a:lnTo>
                  <a:pt x="4363" y="2437"/>
                </a:lnTo>
                <a:lnTo>
                  <a:pt x="4362" y="2437"/>
                </a:lnTo>
                <a:lnTo>
                  <a:pt x="4362" y="2438"/>
                </a:lnTo>
                <a:lnTo>
                  <a:pt x="4361" y="2438"/>
                </a:lnTo>
                <a:lnTo>
                  <a:pt x="4362" y="2439"/>
                </a:lnTo>
                <a:lnTo>
                  <a:pt x="4361" y="2440"/>
                </a:lnTo>
                <a:lnTo>
                  <a:pt x="4361" y="2441"/>
                </a:lnTo>
                <a:lnTo>
                  <a:pt x="4359" y="2442"/>
                </a:lnTo>
                <a:lnTo>
                  <a:pt x="4358" y="2443"/>
                </a:lnTo>
                <a:lnTo>
                  <a:pt x="4357" y="2443"/>
                </a:lnTo>
                <a:lnTo>
                  <a:pt x="4356" y="2444"/>
                </a:lnTo>
                <a:lnTo>
                  <a:pt x="4355" y="2444"/>
                </a:lnTo>
                <a:lnTo>
                  <a:pt x="4353" y="2445"/>
                </a:lnTo>
                <a:lnTo>
                  <a:pt x="4352" y="2446"/>
                </a:lnTo>
                <a:lnTo>
                  <a:pt x="4352" y="2447"/>
                </a:lnTo>
                <a:lnTo>
                  <a:pt x="4351" y="2447"/>
                </a:lnTo>
                <a:lnTo>
                  <a:pt x="4351" y="2448"/>
                </a:lnTo>
                <a:lnTo>
                  <a:pt x="4350" y="2449"/>
                </a:lnTo>
                <a:lnTo>
                  <a:pt x="4349" y="2449"/>
                </a:lnTo>
                <a:lnTo>
                  <a:pt x="4349" y="2451"/>
                </a:lnTo>
                <a:lnTo>
                  <a:pt x="4348" y="2451"/>
                </a:lnTo>
                <a:lnTo>
                  <a:pt x="4348" y="2452"/>
                </a:lnTo>
                <a:lnTo>
                  <a:pt x="4347" y="2453"/>
                </a:lnTo>
                <a:lnTo>
                  <a:pt x="4346" y="2454"/>
                </a:lnTo>
                <a:lnTo>
                  <a:pt x="4345" y="2455"/>
                </a:lnTo>
                <a:lnTo>
                  <a:pt x="4345" y="2456"/>
                </a:lnTo>
                <a:lnTo>
                  <a:pt x="4344" y="2456"/>
                </a:lnTo>
                <a:lnTo>
                  <a:pt x="4343" y="2456"/>
                </a:lnTo>
                <a:lnTo>
                  <a:pt x="4342" y="2457"/>
                </a:lnTo>
                <a:lnTo>
                  <a:pt x="4340" y="2458"/>
                </a:lnTo>
                <a:lnTo>
                  <a:pt x="4340" y="2457"/>
                </a:lnTo>
                <a:lnTo>
                  <a:pt x="4339" y="2458"/>
                </a:lnTo>
                <a:lnTo>
                  <a:pt x="4338" y="2458"/>
                </a:lnTo>
                <a:lnTo>
                  <a:pt x="4337" y="2458"/>
                </a:lnTo>
                <a:lnTo>
                  <a:pt x="4336" y="2458"/>
                </a:lnTo>
                <a:lnTo>
                  <a:pt x="4335" y="2458"/>
                </a:lnTo>
                <a:lnTo>
                  <a:pt x="4334" y="2458"/>
                </a:lnTo>
                <a:lnTo>
                  <a:pt x="4333" y="2458"/>
                </a:lnTo>
                <a:lnTo>
                  <a:pt x="4332" y="2458"/>
                </a:lnTo>
                <a:lnTo>
                  <a:pt x="4332" y="2459"/>
                </a:lnTo>
                <a:lnTo>
                  <a:pt x="4331" y="2459"/>
                </a:lnTo>
                <a:lnTo>
                  <a:pt x="4331" y="2460"/>
                </a:lnTo>
                <a:lnTo>
                  <a:pt x="4331" y="2459"/>
                </a:lnTo>
                <a:lnTo>
                  <a:pt x="4331" y="2460"/>
                </a:lnTo>
                <a:lnTo>
                  <a:pt x="4330" y="2460"/>
                </a:lnTo>
                <a:lnTo>
                  <a:pt x="4330" y="2461"/>
                </a:lnTo>
                <a:lnTo>
                  <a:pt x="4329" y="2461"/>
                </a:lnTo>
                <a:lnTo>
                  <a:pt x="4329" y="2462"/>
                </a:lnTo>
                <a:lnTo>
                  <a:pt x="4328" y="2462"/>
                </a:lnTo>
                <a:lnTo>
                  <a:pt x="4328" y="2461"/>
                </a:lnTo>
                <a:lnTo>
                  <a:pt x="4328" y="2460"/>
                </a:lnTo>
                <a:lnTo>
                  <a:pt x="4324" y="2461"/>
                </a:lnTo>
                <a:lnTo>
                  <a:pt x="4323" y="2461"/>
                </a:lnTo>
                <a:lnTo>
                  <a:pt x="4322" y="2461"/>
                </a:lnTo>
                <a:lnTo>
                  <a:pt x="4322" y="2462"/>
                </a:lnTo>
                <a:lnTo>
                  <a:pt x="4323" y="2462"/>
                </a:lnTo>
                <a:lnTo>
                  <a:pt x="4323" y="2463"/>
                </a:lnTo>
                <a:lnTo>
                  <a:pt x="4322" y="2463"/>
                </a:lnTo>
                <a:lnTo>
                  <a:pt x="4321" y="2465"/>
                </a:lnTo>
                <a:lnTo>
                  <a:pt x="4320" y="2465"/>
                </a:lnTo>
                <a:lnTo>
                  <a:pt x="4320" y="2466"/>
                </a:lnTo>
                <a:lnTo>
                  <a:pt x="4320" y="2467"/>
                </a:lnTo>
                <a:lnTo>
                  <a:pt x="4321" y="2467"/>
                </a:lnTo>
                <a:lnTo>
                  <a:pt x="4321" y="2468"/>
                </a:lnTo>
                <a:lnTo>
                  <a:pt x="4322" y="2469"/>
                </a:lnTo>
                <a:lnTo>
                  <a:pt x="4321" y="2470"/>
                </a:lnTo>
                <a:lnTo>
                  <a:pt x="4321" y="2471"/>
                </a:lnTo>
                <a:lnTo>
                  <a:pt x="4320" y="2471"/>
                </a:lnTo>
                <a:lnTo>
                  <a:pt x="4320" y="2472"/>
                </a:lnTo>
                <a:lnTo>
                  <a:pt x="4321" y="2472"/>
                </a:lnTo>
                <a:lnTo>
                  <a:pt x="4322" y="2471"/>
                </a:lnTo>
                <a:lnTo>
                  <a:pt x="4323" y="2471"/>
                </a:lnTo>
                <a:lnTo>
                  <a:pt x="4324" y="2471"/>
                </a:lnTo>
                <a:lnTo>
                  <a:pt x="4323" y="2470"/>
                </a:lnTo>
                <a:lnTo>
                  <a:pt x="4323" y="2469"/>
                </a:lnTo>
                <a:lnTo>
                  <a:pt x="4324" y="2469"/>
                </a:lnTo>
                <a:lnTo>
                  <a:pt x="4324" y="2468"/>
                </a:lnTo>
                <a:lnTo>
                  <a:pt x="4324" y="2466"/>
                </a:lnTo>
                <a:lnTo>
                  <a:pt x="4325" y="2465"/>
                </a:lnTo>
                <a:lnTo>
                  <a:pt x="4326" y="2465"/>
                </a:lnTo>
                <a:lnTo>
                  <a:pt x="4327" y="2464"/>
                </a:lnTo>
                <a:lnTo>
                  <a:pt x="4327" y="2463"/>
                </a:lnTo>
                <a:lnTo>
                  <a:pt x="4328" y="2465"/>
                </a:lnTo>
                <a:lnTo>
                  <a:pt x="4329" y="2466"/>
                </a:lnTo>
                <a:lnTo>
                  <a:pt x="4329" y="2467"/>
                </a:lnTo>
                <a:lnTo>
                  <a:pt x="4328" y="2467"/>
                </a:lnTo>
                <a:lnTo>
                  <a:pt x="4329" y="2467"/>
                </a:lnTo>
                <a:lnTo>
                  <a:pt x="4329" y="2468"/>
                </a:lnTo>
                <a:lnTo>
                  <a:pt x="4328" y="2468"/>
                </a:lnTo>
                <a:lnTo>
                  <a:pt x="4328" y="2469"/>
                </a:lnTo>
                <a:lnTo>
                  <a:pt x="4327" y="2470"/>
                </a:lnTo>
                <a:lnTo>
                  <a:pt x="4328" y="2470"/>
                </a:lnTo>
                <a:lnTo>
                  <a:pt x="4328" y="2471"/>
                </a:lnTo>
                <a:lnTo>
                  <a:pt x="4327" y="2471"/>
                </a:lnTo>
                <a:lnTo>
                  <a:pt x="4326" y="2471"/>
                </a:lnTo>
                <a:lnTo>
                  <a:pt x="4325" y="2472"/>
                </a:lnTo>
                <a:lnTo>
                  <a:pt x="4325" y="2474"/>
                </a:lnTo>
                <a:lnTo>
                  <a:pt x="4325" y="2473"/>
                </a:lnTo>
                <a:lnTo>
                  <a:pt x="4326" y="2473"/>
                </a:lnTo>
                <a:lnTo>
                  <a:pt x="4327" y="2473"/>
                </a:lnTo>
                <a:lnTo>
                  <a:pt x="4328" y="2473"/>
                </a:lnTo>
                <a:lnTo>
                  <a:pt x="4328" y="2472"/>
                </a:lnTo>
                <a:lnTo>
                  <a:pt x="4329" y="2472"/>
                </a:lnTo>
                <a:lnTo>
                  <a:pt x="4329" y="2471"/>
                </a:lnTo>
                <a:lnTo>
                  <a:pt x="4330" y="2469"/>
                </a:lnTo>
                <a:lnTo>
                  <a:pt x="4330" y="2468"/>
                </a:lnTo>
                <a:lnTo>
                  <a:pt x="4330" y="2467"/>
                </a:lnTo>
                <a:lnTo>
                  <a:pt x="4331" y="2467"/>
                </a:lnTo>
                <a:lnTo>
                  <a:pt x="4332" y="2466"/>
                </a:lnTo>
                <a:lnTo>
                  <a:pt x="4332" y="2465"/>
                </a:lnTo>
                <a:lnTo>
                  <a:pt x="4334" y="2465"/>
                </a:lnTo>
                <a:lnTo>
                  <a:pt x="4338" y="2463"/>
                </a:lnTo>
                <a:lnTo>
                  <a:pt x="4339" y="2463"/>
                </a:lnTo>
                <a:lnTo>
                  <a:pt x="4340" y="2463"/>
                </a:lnTo>
                <a:lnTo>
                  <a:pt x="4340" y="2462"/>
                </a:lnTo>
                <a:lnTo>
                  <a:pt x="4342" y="2461"/>
                </a:lnTo>
                <a:lnTo>
                  <a:pt x="4343" y="2460"/>
                </a:lnTo>
                <a:lnTo>
                  <a:pt x="4344" y="2459"/>
                </a:lnTo>
                <a:lnTo>
                  <a:pt x="4344" y="2460"/>
                </a:lnTo>
                <a:lnTo>
                  <a:pt x="4345" y="2459"/>
                </a:lnTo>
                <a:lnTo>
                  <a:pt x="4346" y="2459"/>
                </a:lnTo>
                <a:lnTo>
                  <a:pt x="4346" y="2458"/>
                </a:lnTo>
                <a:lnTo>
                  <a:pt x="4347" y="2458"/>
                </a:lnTo>
                <a:lnTo>
                  <a:pt x="4347" y="2459"/>
                </a:lnTo>
                <a:lnTo>
                  <a:pt x="4348" y="2459"/>
                </a:lnTo>
                <a:lnTo>
                  <a:pt x="4349" y="2460"/>
                </a:lnTo>
                <a:lnTo>
                  <a:pt x="4350" y="2460"/>
                </a:lnTo>
                <a:lnTo>
                  <a:pt x="4350" y="2459"/>
                </a:lnTo>
                <a:lnTo>
                  <a:pt x="4351" y="2459"/>
                </a:lnTo>
                <a:lnTo>
                  <a:pt x="4352" y="2459"/>
                </a:lnTo>
                <a:lnTo>
                  <a:pt x="4351" y="2459"/>
                </a:lnTo>
                <a:lnTo>
                  <a:pt x="4351" y="2460"/>
                </a:lnTo>
                <a:lnTo>
                  <a:pt x="4350" y="2461"/>
                </a:lnTo>
                <a:lnTo>
                  <a:pt x="4350" y="2462"/>
                </a:lnTo>
                <a:lnTo>
                  <a:pt x="4350" y="2464"/>
                </a:lnTo>
                <a:lnTo>
                  <a:pt x="4350" y="2465"/>
                </a:lnTo>
                <a:lnTo>
                  <a:pt x="4351" y="2466"/>
                </a:lnTo>
                <a:lnTo>
                  <a:pt x="4352" y="2466"/>
                </a:lnTo>
                <a:lnTo>
                  <a:pt x="4352" y="2465"/>
                </a:lnTo>
                <a:lnTo>
                  <a:pt x="4353" y="2465"/>
                </a:lnTo>
                <a:lnTo>
                  <a:pt x="4354" y="2465"/>
                </a:lnTo>
                <a:lnTo>
                  <a:pt x="4354" y="2464"/>
                </a:lnTo>
                <a:lnTo>
                  <a:pt x="4355" y="2464"/>
                </a:lnTo>
                <a:lnTo>
                  <a:pt x="4355" y="2463"/>
                </a:lnTo>
                <a:lnTo>
                  <a:pt x="4355" y="2462"/>
                </a:lnTo>
                <a:lnTo>
                  <a:pt x="4355" y="2461"/>
                </a:lnTo>
                <a:lnTo>
                  <a:pt x="4356" y="2460"/>
                </a:lnTo>
                <a:lnTo>
                  <a:pt x="4356" y="2459"/>
                </a:lnTo>
                <a:lnTo>
                  <a:pt x="4357" y="2459"/>
                </a:lnTo>
                <a:lnTo>
                  <a:pt x="4357" y="2458"/>
                </a:lnTo>
                <a:lnTo>
                  <a:pt x="4356" y="2458"/>
                </a:lnTo>
                <a:lnTo>
                  <a:pt x="4355" y="2458"/>
                </a:lnTo>
                <a:lnTo>
                  <a:pt x="4353" y="2458"/>
                </a:lnTo>
                <a:lnTo>
                  <a:pt x="4352" y="2458"/>
                </a:lnTo>
                <a:lnTo>
                  <a:pt x="4351" y="2458"/>
                </a:lnTo>
                <a:lnTo>
                  <a:pt x="4350" y="2458"/>
                </a:lnTo>
                <a:lnTo>
                  <a:pt x="4349" y="2458"/>
                </a:lnTo>
                <a:lnTo>
                  <a:pt x="4348" y="2458"/>
                </a:lnTo>
                <a:lnTo>
                  <a:pt x="4348" y="2457"/>
                </a:lnTo>
                <a:lnTo>
                  <a:pt x="4349" y="2456"/>
                </a:lnTo>
                <a:lnTo>
                  <a:pt x="4350" y="2456"/>
                </a:lnTo>
                <a:lnTo>
                  <a:pt x="4350" y="2455"/>
                </a:lnTo>
                <a:lnTo>
                  <a:pt x="4351" y="2455"/>
                </a:lnTo>
                <a:lnTo>
                  <a:pt x="4351" y="2454"/>
                </a:lnTo>
                <a:lnTo>
                  <a:pt x="4352" y="2454"/>
                </a:lnTo>
                <a:lnTo>
                  <a:pt x="4352" y="2453"/>
                </a:lnTo>
                <a:lnTo>
                  <a:pt x="4353" y="2453"/>
                </a:lnTo>
                <a:lnTo>
                  <a:pt x="4353" y="2452"/>
                </a:lnTo>
                <a:lnTo>
                  <a:pt x="4354" y="2452"/>
                </a:lnTo>
                <a:lnTo>
                  <a:pt x="4355" y="2452"/>
                </a:lnTo>
                <a:lnTo>
                  <a:pt x="4355" y="2451"/>
                </a:lnTo>
                <a:lnTo>
                  <a:pt x="4357" y="2451"/>
                </a:lnTo>
                <a:lnTo>
                  <a:pt x="4358" y="2451"/>
                </a:lnTo>
                <a:lnTo>
                  <a:pt x="4358" y="2450"/>
                </a:lnTo>
                <a:lnTo>
                  <a:pt x="4359" y="2450"/>
                </a:lnTo>
                <a:lnTo>
                  <a:pt x="4360" y="2451"/>
                </a:lnTo>
                <a:lnTo>
                  <a:pt x="4361" y="2450"/>
                </a:lnTo>
                <a:lnTo>
                  <a:pt x="4362" y="2450"/>
                </a:lnTo>
                <a:lnTo>
                  <a:pt x="4363" y="2450"/>
                </a:lnTo>
                <a:lnTo>
                  <a:pt x="4363" y="2449"/>
                </a:lnTo>
                <a:lnTo>
                  <a:pt x="4364" y="2449"/>
                </a:lnTo>
                <a:lnTo>
                  <a:pt x="4363" y="2448"/>
                </a:lnTo>
                <a:lnTo>
                  <a:pt x="4364" y="2448"/>
                </a:lnTo>
                <a:lnTo>
                  <a:pt x="4365" y="2448"/>
                </a:lnTo>
                <a:lnTo>
                  <a:pt x="4365" y="2449"/>
                </a:lnTo>
                <a:lnTo>
                  <a:pt x="4366" y="2449"/>
                </a:lnTo>
                <a:lnTo>
                  <a:pt x="4367" y="2449"/>
                </a:lnTo>
                <a:lnTo>
                  <a:pt x="4368" y="2449"/>
                </a:lnTo>
                <a:lnTo>
                  <a:pt x="4367" y="2449"/>
                </a:lnTo>
                <a:lnTo>
                  <a:pt x="4367" y="2450"/>
                </a:lnTo>
                <a:lnTo>
                  <a:pt x="4369" y="2450"/>
                </a:lnTo>
                <a:lnTo>
                  <a:pt x="4369" y="2451"/>
                </a:lnTo>
                <a:lnTo>
                  <a:pt x="4369" y="2453"/>
                </a:lnTo>
                <a:lnTo>
                  <a:pt x="4370" y="2453"/>
                </a:lnTo>
                <a:lnTo>
                  <a:pt x="4370" y="2452"/>
                </a:lnTo>
                <a:lnTo>
                  <a:pt x="4371" y="2453"/>
                </a:lnTo>
                <a:lnTo>
                  <a:pt x="4371" y="2454"/>
                </a:lnTo>
                <a:lnTo>
                  <a:pt x="4370" y="2454"/>
                </a:lnTo>
                <a:lnTo>
                  <a:pt x="4369" y="2455"/>
                </a:lnTo>
                <a:lnTo>
                  <a:pt x="4370" y="2455"/>
                </a:lnTo>
                <a:lnTo>
                  <a:pt x="4369" y="2455"/>
                </a:lnTo>
                <a:lnTo>
                  <a:pt x="4370" y="2456"/>
                </a:lnTo>
                <a:lnTo>
                  <a:pt x="4370" y="2457"/>
                </a:lnTo>
                <a:lnTo>
                  <a:pt x="4371" y="2457"/>
                </a:lnTo>
                <a:lnTo>
                  <a:pt x="4370" y="2458"/>
                </a:lnTo>
                <a:lnTo>
                  <a:pt x="4369" y="2458"/>
                </a:lnTo>
                <a:lnTo>
                  <a:pt x="4367" y="2461"/>
                </a:lnTo>
                <a:lnTo>
                  <a:pt x="4367" y="2462"/>
                </a:lnTo>
                <a:lnTo>
                  <a:pt x="4367" y="2465"/>
                </a:lnTo>
                <a:lnTo>
                  <a:pt x="4368" y="2465"/>
                </a:lnTo>
                <a:lnTo>
                  <a:pt x="4368" y="2466"/>
                </a:lnTo>
                <a:lnTo>
                  <a:pt x="4369" y="2466"/>
                </a:lnTo>
                <a:lnTo>
                  <a:pt x="4370" y="2467"/>
                </a:lnTo>
                <a:lnTo>
                  <a:pt x="4370" y="2468"/>
                </a:lnTo>
                <a:lnTo>
                  <a:pt x="4369" y="2468"/>
                </a:lnTo>
                <a:lnTo>
                  <a:pt x="4369" y="2469"/>
                </a:lnTo>
                <a:lnTo>
                  <a:pt x="4368" y="2469"/>
                </a:lnTo>
                <a:lnTo>
                  <a:pt x="4368" y="2470"/>
                </a:lnTo>
                <a:lnTo>
                  <a:pt x="4369" y="2470"/>
                </a:lnTo>
                <a:lnTo>
                  <a:pt x="4368" y="2470"/>
                </a:lnTo>
                <a:lnTo>
                  <a:pt x="4368" y="2471"/>
                </a:lnTo>
                <a:lnTo>
                  <a:pt x="4366" y="2473"/>
                </a:lnTo>
                <a:lnTo>
                  <a:pt x="4365" y="2474"/>
                </a:lnTo>
                <a:lnTo>
                  <a:pt x="4365" y="2475"/>
                </a:lnTo>
                <a:lnTo>
                  <a:pt x="4365" y="2476"/>
                </a:lnTo>
                <a:lnTo>
                  <a:pt x="4365" y="2477"/>
                </a:lnTo>
                <a:lnTo>
                  <a:pt x="4364" y="2477"/>
                </a:lnTo>
                <a:lnTo>
                  <a:pt x="4365" y="2479"/>
                </a:lnTo>
                <a:lnTo>
                  <a:pt x="4366" y="2479"/>
                </a:lnTo>
                <a:lnTo>
                  <a:pt x="4366" y="2481"/>
                </a:lnTo>
                <a:lnTo>
                  <a:pt x="4365" y="2481"/>
                </a:lnTo>
                <a:lnTo>
                  <a:pt x="4364" y="2481"/>
                </a:lnTo>
                <a:lnTo>
                  <a:pt x="4364" y="2482"/>
                </a:lnTo>
                <a:lnTo>
                  <a:pt x="4365" y="2482"/>
                </a:lnTo>
                <a:lnTo>
                  <a:pt x="4365" y="2483"/>
                </a:lnTo>
                <a:lnTo>
                  <a:pt x="4365" y="2484"/>
                </a:lnTo>
                <a:lnTo>
                  <a:pt x="4364" y="2484"/>
                </a:lnTo>
                <a:lnTo>
                  <a:pt x="4365" y="2485"/>
                </a:lnTo>
                <a:lnTo>
                  <a:pt x="4367" y="2485"/>
                </a:lnTo>
                <a:lnTo>
                  <a:pt x="4368" y="2485"/>
                </a:lnTo>
                <a:lnTo>
                  <a:pt x="4368" y="2486"/>
                </a:lnTo>
                <a:lnTo>
                  <a:pt x="4369" y="2486"/>
                </a:lnTo>
                <a:lnTo>
                  <a:pt x="4369" y="2485"/>
                </a:lnTo>
                <a:lnTo>
                  <a:pt x="4370" y="2485"/>
                </a:lnTo>
                <a:lnTo>
                  <a:pt x="4369" y="2485"/>
                </a:lnTo>
                <a:lnTo>
                  <a:pt x="4370" y="2485"/>
                </a:lnTo>
                <a:lnTo>
                  <a:pt x="4371" y="2485"/>
                </a:lnTo>
                <a:lnTo>
                  <a:pt x="4370" y="2486"/>
                </a:lnTo>
                <a:lnTo>
                  <a:pt x="4369" y="2486"/>
                </a:lnTo>
                <a:lnTo>
                  <a:pt x="4369" y="2487"/>
                </a:lnTo>
                <a:lnTo>
                  <a:pt x="4368" y="2487"/>
                </a:lnTo>
                <a:lnTo>
                  <a:pt x="4368" y="2488"/>
                </a:lnTo>
                <a:lnTo>
                  <a:pt x="4368" y="2489"/>
                </a:lnTo>
                <a:lnTo>
                  <a:pt x="4368" y="2490"/>
                </a:lnTo>
                <a:lnTo>
                  <a:pt x="4369" y="2491"/>
                </a:lnTo>
                <a:lnTo>
                  <a:pt x="4368" y="2492"/>
                </a:lnTo>
                <a:lnTo>
                  <a:pt x="4368" y="2491"/>
                </a:lnTo>
                <a:lnTo>
                  <a:pt x="4367" y="2490"/>
                </a:lnTo>
                <a:lnTo>
                  <a:pt x="4367" y="2491"/>
                </a:lnTo>
                <a:lnTo>
                  <a:pt x="4366" y="2492"/>
                </a:lnTo>
                <a:lnTo>
                  <a:pt x="4366" y="2493"/>
                </a:lnTo>
                <a:lnTo>
                  <a:pt x="4366" y="2494"/>
                </a:lnTo>
                <a:lnTo>
                  <a:pt x="4365" y="2494"/>
                </a:lnTo>
                <a:lnTo>
                  <a:pt x="4364" y="2494"/>
                </a:lnTo>
                <a:lnTo>
                  <a:pt x="4363" y="2494"/>
                </a:lnTo>
                <a:lnTo>
                  <a:pt x="4362" y="2495"/>
                </a:lnTo>
                <a:lnTo>
                  <a:pt x="4361" y="2495"/>
                </a:lnTo>
                <a:lnTo>
                  <a:pt x="4360" y="2496"/>
                </a:lnTo>
                <a:lnTo>
                  <a:pt x="4360" y="2497"/>
                </a:lnTo>
                <a:lnTo>
                  <a:pt x="4360" y="2496"/>
                </a:lnTo>
                <a:lnTo>
                  <a:pt x="4359" y="2496"/>
                </a:lnTo>
                <a:lnTo>
                  <a:pt x="4358" y="2497"/>
                </a:lnTo>
                <a:lnTo>
                  <a:pt x="4357" y="2497"/>
                </a:lnTo>
                <a:lnTo>
                  <a:pt x="4355" y="2498"/>
                </a:lnTo>
                <a:lnTo>
                  <a:pt x="4354" y="2498"/>
                </a:lnTo>
                <a:lnTo>
                  <a:pt x="4354" y="2497"/>
                </a:lnTo>
                <a:lnTo>
                  <a:pt x="4353" y="2497"/>
                </a:lnTo>
                <a:lnTo>
                  <a:pt x="4352" y="2497"/>
                </a:lnTo>
                <a:lnTo>
                  <a:pt x="4352" y="2496"/>
                </a:lnTo>
                <a:lnTo>
                  <a:pt x="4352" y="2495"/>
                </a:lnTo>
                <a:lnTo>
                  <a:pt x="4352" y="2494"/>
                </a:lnTo>
                <a:lnTo>
                  <a:pt x="4352" y="2493"/>
                </a:lnTo>
                <a:lnTo>
                  <a:pt x="4353" y="2491"/>
                </a:lnTo>
                <a:lnTo>
                  <a:pt x="4353" y="2489"/>
                </a:lnTo>
                <a:lnTo>
                  <a:pt x="4353" y="2488"/>
                </a:lnTo>
                <a:lnTo>
                  <a:pt x="4353" y="2487"/>
                </a:lnTo>
                <a:lnTo>
                  <a:pt x="4353" y="2486"/>
                </a:lnTo>
                <a:lnTo>
                  <a:pt x="4354" y="2485"/>
                </a:lnTo>
                <a:lnTo>
                  <a:pt x="4354" y="2484"/>
                </a:lnTo>
                <a:lnTo>
                  <a:pt x="4354" y="2483"/>
                </a:lnTo>
                <a:lnTo>
                  <a:pt x="4354" y="2482"/>
                </a:lnTo>
                <a:lnTo>
                  <a:pt x="4355" y="2482"/>
                </a:lnTo>
                <a:lnTo>
                  <a:pt x="4356" y="2481"/>
                </a:lnTo>
                <a:lnTo>
                  <a:pt x="4355" y="2481"/>
                </a:lnTo>
                <a:lnTo>
                  <a:pt x="4356" y="2481"/>
                </a:lnTo>
                <a:lnTo>
                  <a:pt x="4357" y="2481"/>
                </a:lnTo>
                <a:lnTo>
                  <a:pt x="4357" y="2480"/>
                </a:lnTo>
                <a:lnTo>
                  <a:pt x="4356" y="2480"/>
                </a:lnTo>
                <a:lnTo>
                  <a:pt x="4355" y="2479"/>
                </a:lnTo>
                <a:lnTo>
                  <a:pt x="4354" y="2479"/>
                </a:lnTo>
                <a:lnTo>
                  <a:pt x="4353" y="2480"/>
                </a:lnTo>
                <a:lnTo>
                  <a:pt x="4354" y="2481"/>
                </a:lnTo>
                <a:lnTo>
                  <a:pt x="4353" y="2481"/>
                </a:lnTo>
                <a:lnTo>
                  <a:pt x="4352" y="2480"/>
                </a:lnTo>
                <a:lnTo>
                  <a:pt x="4353" y="2480"/>
                </a:lnTo>
                <a:lnTo>
                  <a:pt x="4353" y="2479"/>
                </a:lnTo>
                <a:lnTo>
                  <a:pt x="4354" y="2479"/>
                </a:lnTo>
                <a:lnTo>
                  <a:pt x="4354" y="2478"/>
                </a:lnTo>
                <a:lnTo>
                  <a:pt x="4353" y="2478"/>
                </a:lnTo>
                <a:lnTo>
                  <a:pt x="4354" y="2478"/>
                </a:lnTo>
                <a:lnTo>
                  <a:pt x="4354" y="2477"/>
                </a:lnTo>
                <a:lnTo>
                  <a:pt x="4353" y="2477"/>
                </a:lnTo>
                <a:lnTo>
                  <a:pt x="4353" y="2476"/>
                </a:lnTo>
                <a:lnTo>
                  <a:pt x="4354" y="2476"/>
                </a:lnTo>
                <a:lnTo>
                  <a:pt x="4354" y="2475"/>
                </a:lnTo>
                <a:lnTo>
                  <a:pt x="4353" y="2475"/>
                </a:lnTo>
                <a:lnTo>
                  <a:pt x="4353" y="2476"/>
                </a:lnTo>
                <a:lnTo>
                  <a:pt x="4352" y="2476"/>
                </a:lnTo>
                <a:lnTo>
                  <a:pt x="4351" y="2477"/>
                </a:lnTo>
                <a:lnTo>
                  <a:pt x="4350" y="2477"/>
                </a:lnTo>
                <a:lnTo>
                  <a:pt x="4351" y="2478"/>
                </a:lnTo>
                <a:lnTo>
                  <a:pt x="4352" y="2478"/>
                </a:lnTo>
                <a:lnTo>
                  <a:pt x="4352" y="2479"/>
                </a:lnTo>
                <a:lnTo>
                  <a:pt x="4351" y="2479"/>
                </a:lnTo>
                <a:lnTo>
                  <a:pt x="4351" y="2480"/>
                </a:lnTo>
                <a:lnTo>
                  <a:pt x="4352" y="2481"/>
                </a:lnTo>
                <a:lnTo>
                  <a:pt x="4352" y="2482"/>
                </a:lnTo>
                <a:lnTo>
                  <a:pt x="4352" y="2483"/>
                </a:lnTo>
                <a:lnTo>
                  <a:pt x="4352" y="2484"/>
                </a:lnTo>
                <a:lnTo>
                  <a:pt x="4352" y="2485"/>
                </a:lnTo>
                <a:lnTo>
                  <a:pt x="4352" y="2486"/>
                </a:lnTo>
                <a:lnTo>
                  <a:pt x="4351" y="2488"/>
                </a:lnTo>
                <a:lnTo>
                  <a:pt x="4351" y="2489"/>
                </a:lnTo>
                <a:lnTo>
                  <a:pt x="4351" y="2491"/>
                </a:lnTo>
                <a:lnTo>
                  <a:pt x="4350" y="2491"/>
                </a:lnTo>
                <a:lnTo>
                  <a:pt x="4350" y="2492"/>
                </a:lnTo>
                <a:lnTo>
                  <a:pt x="4350" y="2493"/>
                </a:lnTo>
                <a:lnTo>
                  <a:pt x="4350" y="2494"/>
                </a:lnTo>
                <a:lnTo>
                  <a:pt x="4350" y="2495"/>
                </a:lnTo>
                <a:lnTo>
                  <a:pt x="4350" y="2496"/>
                </a:lnTo>
                <a:lnTo>
                  <a:pt x="4349" y="2496"/>
                </a:lnTo>
                <a:lnTo>
                  <a:pt x="4349" y="2497"/>
                </a:lnTo>
                <a:lnTo>
                  <a:pt x="4349" y="2498"/>
                </a:lnTo>
                <a:lnTo>
                  <a:pt x="4347" y="2499"/>
                </a:lnTo>
                <a:lnTo>
                  <a:pt x="4346" y="2500"/>
                </a:lnTo>
                <a:lnTo>
                  <a:pt x="4345" y="2500"/>
                </a:lnTo>
                <a:lnTo>
                  <a:pt x="4344" y="2500"/>
                </a:lnTo>
                <a:lnTo>
                  <a:pt x="4343" y="2500"/>
                </a:lnTo>
                <a:lnTo>
                  <a:pt x="4343" y="2499"/>
                </a:lnTo>
                <a:lnTo>
                  <a:pt x="4342" y="2499"/>
                </a:lnTo>
                <a:lnTo>
                  <a:pt x="4342" y="2498"/>
                </a:lnTo>
                <a:lnTo>
                  <a:pt x="4341" y="2498"/>
                </a:lnTo>
                <a:lnTo>
                  <a:pt x="4341" y="2497"/>
                </a:lnTo>
                <a:lnTo>
                  <a:pt x="4339" y="2495"/>
                </a:lnTo>
                <a:lnTo>
                  <a:pt x="4338" y="2495"/>
                </a:lnTo>
                <a:lnTo>
                  <a:pt x="4338" y="2494"/>
                </a:lnTo>
                <a:lnTo>
                  <a:pt x="4337" y="2493"/>
                </a:lnTo>
                <a:lnTo>
                  <a:pt x="4337" y="2492"/>
                </a:lnTo>
                <a:lnTo>
                  <a:pt x="4336" y="2491"/>
                </a:lnTo>
                <a:lnTo>
                  <a:pt x="4336" y="2490"/>
                </a:lnTo>
                <a:lnTo>
                  <a:pt x="4336" y="2489"/>
                </a:lnTo>
                <a:lnTo>
                  <a:pt x="4335" y="2489"/>
                </a:lnTo>
                <a:lnTo>
                  <a:pt x="4335" y="2488"/>
                </a:lnTo>
                <a:lnTo>
                  <a:pt x="4336" y="2488"/>
                </a:lnTo>
                <a:lnTo>
                  <a:pt x="4335" y="2486"/>
                </a:lnTo>
                <a:lnTo>
                  <a:pt x="4334" y="2486"/>
                </a:lnTo>
                <a:lnTo>
                  <a:pt x="4334" y="2487"/>
                </a:lnTo>
                <a:lnTo>
                  <a:pt x="4333" y="2487"/>
                </a:lnTo>
                <a:lnTo>
                  <a:pt x="4332" y="2487"/>
                </a:lnTo>
                <a:lnTo>
                  <a:pt x="4332" y="2486"/>
                </a:lnTo>
                <a:lnTo>
                  <a:pt x="4331" y="2486"/>
                </a:lnTo>
                <a:lnTo>
                  <a:pt x="4330" y="2485"/>
                </a:lnTo>
                <a:lnTo>
                  <a:pt x="4329" y="2485"/>
                </a:lnTo>
                <a:lnTo>
                  <a:pt x="4329" y="2486"/>
                </a:lnTo>
                <a:lnTo>
                  <a:pt x="4328" y="2486"/>
                </a:lnTo>
                <a:lnTo>
                  <a:pt x="4329" y="2486"/>
                </a:lnTo>
                <a:lnTo>
                  <a:pt x="4330" y="2486"/>
                </a:lnTo>
                <a:lnTo>
                  <a:pt x="4331" y="2486"/>
                </a:lnTo>
                <a:lnTo>
                  <a:pt x="4331" y="2487"/>
                </a:lnTo>
                <a:lnTo>
                  <a:pt x="4332" y="2487"/>
                </a:lnTo>
                <a:lnTo>
                  <a:pt x="4333" y="2488"/>
                </a:lnTo>
                <a:lnTo>
                  <a:pt x="4333" y="2489"/>
                </a:lnTo>
                <a:lnTo>
                  <a:pt x="4333" y="2490"/>
                </a:lnTo>
                <a:lnTo>
                  <a:pt x="4334" y="2490"/>
                </a:lnTo>
                <a:lnTo>
                  <a:pt x="4333" y="2491"/>
                </a:lnTo>
                <a:lnTo>
                  <a:pt x="4332" y="2491"/>
                </a:lnTo>
                <a:lnTo>
                  <a:pt x="4332" y="2490"/>
                </a:lnTo>
                <a:lnTo>
                  <a:pt x="4331" y="2491"/>
                </a:lnTo>
                <a:lnTo>
                  <a:pt x="4329" y="2491"/>
                </a:lnTo>
                <a:lnTo>
                  <a:pt x="4329" y="2492"/>
                </a:lnTo>
                <a:lnTo>
                  <a:pt x="4329" y="2493"/>
                </a:lnTo>
                <a:lnTo>
                  <a:pt x="4328" y="2493"/>
                </a:lnTo>
                <a:lnTo>
                  <a:pt x="4329" y="2494"/>
                </a:lnTo>
                <a:lnTo>
                  <a:pt x="4329" y="2495"/>
                </a:lnTo>
                <a:lnTo>
                  <a:pt x="4331" y="2496"/>
                </a:lnTo>
                <a:lnTo>
                  <a:pt x="4331" y="2497"/>
                </a:lnTo>
                <a:lnTo>
                  <a:pt x="4331" y="2496"/>
                </a:lnTo>
                <a:lnTo>
                  <a:pt x="4332" y="2496"/>
                </a:lnTo>
                <a:lnTo>
                  <a:pt x="4333" y="2496"/>
                </a:lnTo>
                <a:lnTo>
                  <a:pt x="4333" y="2497"/>
                </a:lnTo>
                <a:lnTo>
                  <a:pt x="4333" y="2498"/>
                </a:lnTo>
                <a:lnTo>
                  <a:pt x="4334" y="2498"/>
                </a:lnTo>
                <a:lnTo>
                  <a:pt x="4335" y="2498"/>
                </a:lnTo>
                <a:lnTo>
                  <a:pt x="4335" y="2499"/>
                </a:lnTo>
                <a:lnTo>
                  <a:pt x="4333" y="2500"/>
                </a:lnTo>
                <a:lnTo>
                  <a:pt x="4332" y="2500"/>
                </a:lnTo>
                <a:lnTo>
                  <a:pt x="4331" y="2499"/>
                </a:lnTo>
                <a:lnTo>
                  <a:pt x="4330" y="2499"/>
                </a:lnTo>
                <a:lnTo>
                  <a:pt x="4329" y="2499"/>
                </a:lnTo>
                <a:lnTo>
                  <a:pt x="4327" y="2499"/>
                </a:lnTo>
                <a:lnTo>
                  <a:pt x="4327" y="2498"/>
                </a:lnTo>
                <a:lnTo>
                  <a:pt x="4326" y="2498"/>
                </a:lnTo>
                <a:lnTo>
                  <a:pt x="4326" y="2497"/>
                </a:lnTo>
                <a:lnTo>
                  <a:pt x="4326" y="2496"/>
                </a:lnTo>
                <a:lnTo>
                  <a:pt x="4326" y="2497"/>
                </a:lnTo>
                <a:lnTo>
                  <a:pt x="4325" y="2497"/>
                </a:lnTo>
                <a:lnTo>
                  <a:pt x="4324" y="2497"/>
                </a:lnTo>
                <a:lnTo>
                  <a:pt x="4324" y="2498"/>
                </a:lnTo>
                <a:lnTo>
                  <a:pt x="4323" y="2498"/>
                </a:lnTo>
                <a:lnTo>
                  <a:pt x="4323" y="2497"/>
                </a:lnTo>
                <a:lnTo>
                  <a:pt x="4322" y="2497"/>
                </a:lnTo>
                <a:lnTo>
                  <a:pt x="4321" y="2497"/>
                </a:lnTo>
                <a:lnTo>
                  <a:pt x="4322" y="2498"/>
                </a:lnTo>
                <a:lnTo>
                  <a:pt x="4323" y="2498"/>
                </a:lnTo>
                <a:lnTo>
                  <a:pt x="4323" y="2499"/>
                </a:lnTo>
                <a:lnTo>
                  <a:pt x="4324" y="2499"/>
                </a:lnTo>
                <a:lnTo>
                  <a:pt x="4325" y="2499"/>
                </a:lnTo>
                <a:lnTo>
                  <a:pt x="4326" y="2500"/>
                </a:lnTo>
                <a:lnTo>
                  <a:pt x="4326" y="2501"/>
                </a:lnTo>
                <a:lnTo>
                  <a:pt x="4327" y="2501"/>
                </a:lnTo>
                <a:lnTo>
                  <a:pt x="4328" y="2501"/>
                </a:lnTo>
                <a:lnTo>
                  <a:pt x="4329" y="2501"/>
                </a:lnTo>
                <a:lnTo>
                  <a:pt x="4331" y="2501"/>
                </a:lnTo>
                <a:lnTo>
                  <a:pt x="4331" y="2502"/>
                </a:lnTo>
                <a:lnTo>
                  <a:pt x="4332" y="2502"/>
                </a:lnTo>
                <a:lnTo>
                  <a:pt x="4333" y="2502"/>
                </a:lnTo>
                <a:lnTo>
                  <a:pt x="4334" y="2502"/>
                </a:lnTo>
                <a:lnTo>
                  <a:pt x="4335" y="2502"/>
                </a:lnTo>
                <a:lnTo>
                  <a:pt x="4336" y="2503"/>
                </a:lnTo>
                <a:lnTo>
                  <a:pt x="4337" y="2503"/>
                </a:lnTo>
                <a:lnTo>
                  <a:pt x="4339" y="2503"/>
                </a:lnTo>
                <a:lnTo>
                  <a:pt x="4340" y="2503"/>
                </a:lnTo>
                <a:lnTo>
                  <a:pt x="4339" y="2504"/>
                </a:lnTo>
                <a:lnTo>
                  <a:pt x="4338" y="2504"/>
                </a:lnTo>
                <a:lnTo>
                  <a:pt x="4338" y="2506"/>
                </a:lnTo>
                <a:lnTo>
                  <a:pt x="4338" y="2507"/>
                </a:lnTo>
                <a:lnTo>
                  <a:pt x="4338" y="2508"/>
                </a:lnTo>
                <a:lnTo>
                  <a:pt x="4339" y="2508"/>
                </a:lnTo>
                <a:lnTo>
                  <a:pt x="4338" y="2509"/>
                </a:lnTo>
                <a:lnTo>
                  <a:pt x="4337" y="2509"/>
                </a:lnTo>
                <a:lnTo>
                  <a:pt x="4336" y="2509"/>
                </a:lnTo>
                <a:lnTo>
                  <a:pt x="4335" y="2509"/>
                </a:lnTo>
                <a:lnTo>
                  <a:pt x="4334" y="2509"/>
                </a:lnTo>
                <a:lnTo>
                  <a:pt x="4333" y="2508"/>
                </a:lnTo>
                <a:lnTo>
                  <a:pt x="4332" y="2508"/>
                </a:lnTo>
                <a:lnTo>
                  <a:pt x="4331" y="2508"/>
                </a:lnTo>
                <a:lnTo>
                  <a:pt x="4330" y="2508"/>
                </a:lnTo>
                <a:lnTo>
                  <a:pt x="4330" y="2509"/>
                </a:lnTo>
                <a:lnTo>
                  <a:pt x="4330" y="2510"/>
                </a:lnTo>
                <a:lnTo>
                  <a:pt x="4330" y="2511"/>
                </a:lnTo>
                <a:lnTo>
                  <a:pt x="4329" y="2512"/>
                </a:lnTo>
                <a:lnTo>
                  <a:pt x="4329" y="2513"/>
                </a:lnTo>
                <a:lnTo>
                  <a:pt x="4329" y="2514"/>
                </a:lnTo>
                <a:lnTo>
                  <a:pt x="4331" y="2513"/>
                </a:lnTo>
                <a:lnTo>
                  <a:pt x="4332" y="2513"/>
                </a:lnTo>
                <a:lnTo>
                  <a:pt x="4332" y="2512"/>
                </a:lnTo>
                <a:lnTo>
                  <a:pt x="4331" y="2512"/>
                </a:lnTo>
                <a:lnTo>
                  <a:pt x="4331" y="2511"/>
                </a:lnTo>
                <a:lnTo>
                  <a:pt x="4331" y="2510"/>
                </a:lnTo>
                <a:lnTo>
                  <a:pt x="4331" y="2509"/>
                </a:lnTo>
                <a:lnTo>
                  <a:pt x="4333" y="2509"/>
                </a:lnTo>
                <a:lnTo>
                  <a:pt x="4334" y="2509"/>
                </a:lnTo>
                <a:lnTo>
                  <a:pt x="4334" y="2510"/>
                </a:lnTo>
                <a:lnTo>
                  <a:pt x="4335" y="2510"/>
                </a:lnTo>
                <a:lnTo>
                  <a:pt x="4336" y="2510"/>
                </a:lnTo>
                <a:lnTo>
                  <a:pt x="4337" y="2510"/>
                </a:lnTo>
                <a:lnTo>
                  <a:pt x="4338" y="2510"/>
                </a:lnTo>
                <a:lnTo>
                  <a:pt x="4340" y="2508"/>
                </a:lnTo>
                <a:lnTo>
                  <a:pt x="4341" y="2508"/>
                </a:lnTo>
                <a:lnTo>
                  <a:pt x="4341" y="2509"/>
                </a:lnTo>
                <a:lnTo>
                  <a:pt x="4342" y="2509"/>
                </a:lnTo>
                <a:lnTo>
                  <a:pt x="4342" y="2510"/>
                </a:lnTo>
                <a:lnTo>
                  <a:pt x="4343" y="2511"/>
                </a:lnTo>
                <a:lnTo>
                  <a:pt x="4342" y="2511"/>
                </a:lnTo>
                <a:lnTo>
                  <a:pt x="4342" y="2512"/>
                </a:lnTo>
                <a:lnTo>
                  <a:pt x="4343" y="2512"/>
                </a:lnTo>
                <a:lnTo>
                  <a:pt x="4344" y="2512"/>
                </a:lnTo>
                <a:lnTo>
                  <a:pt x="4343" y="2512"/>
                </a:lnTo>
                <a:lnTo>
                  <a:pt x="4342" y="2512"/>
                </a:lnTo>
                <a:lnTo>
                  <a:pt x="4342" y="2513"/>
                </a:lnTo>
                <a:lnTo>
                  <a:pt x="4343" y="2513"/>
                </a:lnTo>
                <a:lnTo>
                  <a:pt x="4343" y="2515"/>
                </a:lnTo>
                <a:lnTo>
                  <a:pt x="4342" y="2515"/>
                </a:lnTo>
                <a:lnTo>
                  <a:pt x="4341" y="2516"/>
                </a:lnTo>
                <a:lnTo>
                  <a:pt x="4343" y="2517"/>
                </a:lnTo>
                <a:lnTo>
                  <a:pt x="4344" y="2517"/>
                </a:lnTo>
                <a:lnTo>
                  <a:pt x="4344" y="2518"/>
                </a:lnTo>
                <a:lnTo>
                  <a:pt x="4345" y="2518"/>
                </a:lnTo>
                <a:lnTo>
                  <a:pt x="4345" y="2519"/>
                </a:lnTo>
                <a:lnTo>
                  <a:pt x="4346" y="2519"/>
                </a:lnTo>
                <a:lnTo>
                  <a:pt x="4347" y="2519"/>
                </a:lnTo>
                <a:lnTo>
                  <a:pt x="4347" y="2520"/>
                </a:lnTo>
                <a:lnTo>
                  <a:pt x="4346" y="2520"/>
                </a:lnTo>
                <a:lnTo>
                  <a:pt x="4345" y="2521"/>
                </a:lnTo>
                <a:lnTo>
                  <a:pt x="4344" y="2522"/>
                </a:lnTo>
                <a:lnTo>
                  <a:pt x="4344" y="2523"/>
                </a:lnTo>
                <a:lnTo>
                  <a:pt x="4344" y="2522"/>
                </a:lnTo>
                <a:lnTo>
                  <a:pt x="4343" y="2522"/>
                </a:lnTo>
                <a:lnTo>
                  <a:pt x="4343" y="2523"/>
                </a:lnTo>
                <a:lnTo>
                  <a:pt x="4342" y="2523"/>
                </a:lnTo>
                <a:lnTo>
                  <a:pt x="4341" y="2524"/>
                </a:lnTo>
                <a:lnTo>
                  <a:pt x="4341" y="2523"/>
                </a:lnTo>
                <a:lnTo>
                  <a:pt x="4340" y="2523"/>
                </a:lnTo>
                <a:lnTo>
                  <a:pt x="4339" y="2523"/>
                </a:lnTo>
                <a:lnTo>
                  <a:pt x="4337" y="2523"/>
                </a:lnTo>
                <a:lnTo>
                  <a:pt x="4336" y="2522"/>
                </a:lnTo>
                <a:lnTo>
                  <a:pt x="4336" y="2521"/>
                </a:lnTo>
                <a:lnTo>
                  <a:pt x="4335" y="2521"/>
                </a:lnTo>
                <a:lnTo>
                  <a:pt x="4334" y="2521"/>
                </a:lnTo>
                <a:lnTo>
                  <a:pt x="4333" y="2521"/>
                </a:lnTo>
                <a:lnTo>
                  <a:pt x="4332" y="2521"/>
                </a:lnTo>
                <a:lnTo>
                  <a:pt x="4332" y="2520"/>
                </a:lnTo>
                <a:lnTo>
                  <a:pt x="4331" y="2520"/>
                </a:lnTo>
                <a:lnTo>
                  <a:pt x="4331" y="2519"/>
                </a:lnTo>
                <a:lnTo>
                  <a:pt x="4331" y="2518"/>
                </a:lnTo>
                <a:lnTo>
                  <a:pt x="4330" y="2518"/>
                </a:lnTo>
                <a:lnTo>
                  <a:pt x="4329" y="2518"/>
                </a:lnTo>
                <a:lnTo>
                  <a:pt x="4328" y="2519"/>
                </a:lnTo>
                <a:lnTo>
                  <a:pt x="4328" y="2520"/>
                </a:lnTo>
                <a:lnTo>
                  <a:pt x="4329" y="2520"/>
                </a:lnTo>
                <a:lnTo>
                  <a:pt x="4329" y="2521"/>
                </a:lnTo>
                <a:lnTo>
                  <a:pt x="4330" y="2521"/>
                </a:lnTo>
                <a:lnTo>
                  <a:pt x="4331" y="2521"/>
                </a:lnTo>
                <a:lnTo>
                  <a:pt x="4332" y="2521"/>
                </a:lnTo>
                <a:lnTo>
                  <a:pt x="4331" y="2521"/>
                </a:lnTo>
                <a:lnTo>
                  <a:pt x="4331" y="2522"/>
                </a:lnTo>
                <a:lnTo>
                  <a:pt x="4331" y="2523"/>
                </a:lnTo>
                <a:lnTo>
                  <a:pt x="4331" y="2524"/>
                </a:lnTo>
                <a:lnTo>
                  <a:pt x="4332" y="2524"/>
                </a:lnTo>
                <a:lnTo>
                  <a:pt x="4332" y="2523"/>
                </a:lnTo>
                <a:lnTo>
                  <a:pt x="4333" y="2523"/>
                </a:lnTo>
                <a:lnTo>
                  <a:pt x="4334" y="2523"/>
                </a:lnTo>
                <a:lnTo>
                  <a:pt x="4335" y="2524"/>
                </a:lnTo>
                <a:lnTo>
                  <a:pt x="4336" y="2524"/>
                </a:lnTo>
                <a:lnTo>
                  <a:pt x="4337" y="2524"/>
                </a:lnTo>
                <a:lnTo>
                  <a:pt x="4338" y="2525"/>
                </a:lnTo>
                <a:lnTo>
                  <a:pt x="4339" y="2525"/>
                </a:lnTo>
                <a:lnTo>
                  <a:pt x="4339" y="2526"/>
                </a:lnTo>
                <a:lnTo>
                  <a:pt x="4340" y="2527"/>
                </a:lnTo>
                <a:lnTo>
                  <a:pt x="4340" y="2528"/>
                </a:lnTo>
                <a:lnTo>
                  <a:pt x="4339" y="2528"/>
                </a:lnTo>
                <a:lnTo>
                  <a:pt x="4341" y="2528"/>
                </a:lnTo>
                <a:lnTo>
                  <a:pt x="4342" y="2528"/>
                </a:lnTo>
                <a:lnTo>
                  <a:pt x="4342" y="2529"/>
                </a:lnTo>
                <a:lnTo>
                  <a:pt x="4341" y="2530"/>
                </a:lnTo>
                <a:lnTo>
                  <a:pt x="4341" y="2531"/>
                </a:lnTo>
                <a:lnTo>
                  <a:pt x="4342" y="2531"/>
                </a:lnTo>
                <a:lnTo>
                  <a:pt x="4343" y="2531"/>
                </a:lnTo>
                <a:lnTo>
                  <a:pt x="4342" y="2531"/>
                </a:lnTo>
                <a:lnTo>
                  <a:pt x="4342" y="2532"/>
                </a:lnTo>
                <a:lnTo>
                  <a:pt x="4343" y="2532"/>
                </a:lnTo>
                <a:lnTo>
                  <a:pt x="4343" y="2533"/>
                </a:lnTo>
                <a:lnTo>
                  <a:pt x="4343" y="2534"/>
                </a:lnTo>
                <a:lnTo>
                  <a:pt x="4342" y="2534"/>
                </a:lnTo>
                <a:lnTo>
                  <a:pt x="4343" y="2534"/>
                </a:lnTo>
                <a:lnTo>
                  <a:pt x="4342" y="2534"/>
                </a:lnTo>
                <a:lnTo>
                  <a:pt x="4342" y="2535"/>
                </a:lnTo>
                <a:lnTo>
                  <a:pt x="4343" y="2535"/>
                </a:lnTo>
                <a:lnTo>
                  <a:pt x="4343" y="2536"/>
                </a:lnTo>
                <a:lnTo>
                  <a:pt x="4342" y="2536"/>
                </a:lnTo>
                <a:lnTo>
                  <a:pt x="4341" y="2541"/>
                </a:lnTo>
                <a:lnTo>
                  <a:pt x="4341" y="2542"/>
                </a:lnTo>
                <a:lnTo>
                  <a:pt x="4341" y="2543"/>
                </a:lnTo>
                <a:lnTo>
                  <a:pt x="4340" y="2543"/>
                </a:lnTo>
                <a:lnTo>
                  <a:pt x="4339" y="2543"/>
                </a:lnTo>
                <a:lnTo>
                  <a:pt x="4338" y="2542"/>
                </a:lnTo>
                <a:lnTo>
                  <a:pt x="4337" y="2543"/>
                </a:lnTo>
                <a:lnTo>
                  <a:pt x="4337" y="2544"/>
                </a:lnTo>
                <a:lnTo>
                  <a:pt x="4336" y="2544"/>
                </a:lnTo>
                <a:lnTo>
                  <a:pt x="4335" y="2544"/>
                </a:lnTo>
                <a:lnTo>
                  <a:pt x="4334" y="2545"/>
                </a:lnTo>
                <a:lnTo>
                  <a:pt x="4333" y="2545"/>
                </a:lnTo>
                <a:lnTo>
                  <a:pt x="4332" y="2545"/>
                </a:lnTo>
                <a:lnTo>
                  <a:pt x="4329" y="2545"/>
                </a:lnTo>
                <a:lnTo>
                  <a:pt x="4328" y="2545"/>
                </a:lnTo>
                <a:lnTo>
                  <a:pt x="4327" y="2545"/>
                </a:lnTo>
                <a:lnTo>
                  <a:pt x="4326" y="2545"/>
                </a:lnTo>
                <a:lnTo>
                  <a:pt x="4325" y="2546"/>
                </a:lnTo>
                <a:lnTo>
                  <a:pt x="4325" y="2547"/>
                </a:lnTo>
                <a:lnTo>
                  <a:pt x="4327" y="2548"/>
                </a:lnTo>
                <a:lnTo>
                  <a:pt x="4328" y="2548"/>
                </a:lnTo>
                <a:lnTo>
                  <a:pt x="4329" y="2548"/>
                </a:lnTo>
                <a:lnTo>
                  <a:pt x="4331" y="2549"/>
                </a:lnTo>
                <a:lnTo>
                  <a:pt x="4331" y="2550"/>
                </a:lnTo>
                <a:lnTo>
                  <a:pt x="4333" y="2553"/>
                </a:lnTo>
                <a:lnTo>
                  <a:pt x="4333" y="2554"/>
                </a:lnTo>
                <a:lnTo>
                  <a:pt x="4333" y="2556"/>
                </a:lnTo>
                <a:lnTo>
                  <a:pt x="4334" y="2557"/>
                </a:lnTo>
                <a:lnTo>
                  <a:pt x="4335" y="2557"/>
                </a:lnTo>
                <a:lnTo>
                  <a:pt x="4335" y="2559"/>
                </a:lnTo>
                <a:lnTo>
                  <a:pt x="4335" y="2560"/>
                </a:lnTo>
                <a:lnTo>
                  <a:pt x="4335" y="2561"/>
                </a:lnTo>
                <a:lnTo>
                  <a:pt x="4336" y="2561"/>
                </a:lnTo>
                <a:lnTo>
                  <a:pt x="4337" y="2561"/>
                </a:lnTo>
                <a:lnTo>
                  <a:pt x="4337" y="2562"/>
                </a:lnTo>
                <a:lnTo>
                  <a:pt x="4337" y="2563"/>
                </a:lnTo>
                <a:lnTo>
                  <a:pt x="4338" y="2563"/>
                </a:lnTo>
                <a:lnTo>
                  <a:pt x="4337" y="2563"/>
                </a:lnTo>
                <a:lnTo>
                  <a:pt x="4337" y="2564"/>
                </a:lnTo>
                <a:lnTo>
                  <a:pt x="4337" y="2565"/>
                </a:lnTo>
                <a:lnTo>
                  <a:pt x="4336" y="2565"/>
                </a:lnTo>
                <a:lnTo>
                  <a:pt x="4336" y="2566"/>
                </a:lnTo>
                <a:lnTo>
                  <a:pt x="4336" y="2565"/>
                </a:lnTo>
                <a:lnTo>
                  <a:pt x="4335" y="2566"/>
                </a:lnTo>
                <a:lnTo>
                  <a:pt x="4334" y="2566"/>
                </a:lnTo>
                <a:lnTo>
                  <a:pt x="4334" y="2565"/>
                </a:lnTo>
                <a:lnTo>
                  <a:pt x="4333" y="2565"/>
                </a:lnTo>
                <a:lnTo>
                  <a:pt x="4333" y="2566"/>
                </a:lnTo>
                <a:lnTo>
                  <a:pt x="4334" y="2566"/>
                </a:lnTo>
                <a:lnTo>
                  <a:pt x="4335" y="2567"/>
                </a:lnTo>
                <a:lnTo>
                  <a:pt x="4336" y="2567"/>
                </a:lnTo>
                <a:lnTo>
                  <a:pt x="4336" y="2568"/>
                </a:lnTo>
                <a:lnTo>
                  <a:pt x="4335" y="2569"/>
                </a:lnTo>
                <a:lnTo>
                  <a:pt x="4335" y="2570"/>
                </a:lnTo>
                <a:lnTo>
                  <a:pt x="4335" y="2572"/>
                </a:lnTo>
                <a:lnTo>
                  <a:pt x="4336" y="2573"/>
                </a:lnTo>
                <a:lnTo>
                  <a:pt x="4339" y="2574"/>
                </a:lnTo>
                <a:lnTo>
                  <a:pt x="4339" y="2573"/>
                </a:lnTo>
                <a:lnTo>
                  <a:pt x="4340" y="2573"/>
                </a:lnTo>
                <a:lnTo>
                  <a:pt x="4340" y="2574"/>
                </a:lnTo>
                <a:lnTo>
                  <a:pt x="4341" y="2575"/>
                </a:lnTo>
                <a:lnTo>
                  <a:pt x="4340" y="2575"/>
                </a:lnTo>
                <a:lnTo>
                  <a:pt x="4339" y="2575"/>
                </a:lnTo>
                <a:lnTo>
                  <a:pt x="4339" y="2577"/>
                </a:lnTo>
                <a:lnTo>
                  <a:pt x="4340" y="2577"/>
                </a:lnTo>
                <a:lnTo>
                  <a:pt x="4340" y="2578"/>
                </a:lnTo>
                <a:lnTo>
                  <a:pt x="4339" y="2578"/>
                </a:lnTo>
                <a:lnTo>
                  <a:pt x="4339" y="2579"/>
                </a:lnTo>
                <a:lnTo>
                  <a:pt x="4338" y="2579"/>
                </a:lnTo>
                <a:lnTo>
                  <a:pt x="4337" y="2579"/>
                </a:lnTo>
                <a:lnTo>
                  <a:pt x="4337" y="2580"/>
                </a:lnTo>
                <a:lnTo>
                  <a:pt x="4338" y="2581"/>
                </a:lnTo>
                <a:lnTo>
                  <a:pt x="4339" y="2580"/>
                </a:lnTo>
                <a:lnTo>
                  <a:pt x="4340" y="2580"/>
                </a:lnTo>
                <a:lnTo>
                  <a:pt x="4341" y="2580"/>
                </a:lnTo>
                <a:lnTo>
                  <a:pt x="4340" y="2580"/>
                </a:lnTo>
                <a:lnTo>
                  <a:pt x="4340" y="2581"/>
                </a:lnTo>
                <a:lnTo>
                  <a:pt x="4341" y="2580"/>
                </a:lnTo>
                <a:lnTo>
                  <a:pt x="4341" y="2581"/>
                </a:lnTo>
                <a:lnTo>
                  <a:pt x="4340" y="2582"/>
                </a:lnTo>
                <a:lnTo>
                  <a:pt x="4340" y="2583"/>
                </a:lnTo>
                <a:lnTo>
                  <a:pt x="4340" y="2582"/>
                </a:lnTo>
                <a:lnTo>
                  <a:pt x="4340" y="2583"/>
                </a:lnTo>
                <a:lnTo>
                  <a:pt x="4339" y="2583"/>
                </a:lnTo>
                <a:lnTo>
                  <a:pt x="4339" y="2584"/>
                </a:lnTo>
                <a:lnTo>
                  <a:pt x="4339" y="2585"/>
                </a:lnTo>
                <a:lnTo>
                  <a:pt x="4339" y="2586"/>
                </a:lnTo>
                <a:lnTo>
                  <a:pt x="4338" y="2586"/>
                </a:lnTo>
                <a:lnTo>
                  <a:pt x="4339" y="2586"/>
                </a:lnTo>
                <a:lnTo>
                  <a:pt x="4339" y="2587"/>
                </a:lnTo>
                <a:lnTo>
                  <a:pt x="4338" y="2587"/>
                </a:lnTo>
                <a:lnTo>
                  <a:pt x="4337" y="2588"/>
                </a:lnTo>
                <a:lnTo>
                  <a:pt x="4337" y="2587"/>
                </a:lnTo>
                <a:lnTo>
                  <a:pt x="4337" y="2588"/>
                </a:lnTo>
                <a:lnTo>
                  <a:pt x="4337" y="2589"/>
                </a:lnTo>
                <a:lnTo>
                  <a:pt x="4338" y="2589"/>
                </a:lnTo>
                <a:lnTo>
                  <a:pt x="4337" y="2589"/>
                </a:lnTo>
                <a:lnTo>
                  <a:pt x="4337" y="2590"/>
                </a:lnTo>
                <a:lnTo>
                  <a:pt x="4336" y="2590"/>
                </a:lnTo>
                <a:lnTo>
                  <a:pt x="4335" y="2590"/>
                </a:lnTo>
                <a:lnTo>
                  <a:pt x="4335" y="2591"/>
                </a:lnTo>
                <a:lnTo>
                  <a:pt x="4334" y="2591"/>
                </a:lnTo>
                <a:lnTo>
                  <a:pt x="4334" y="2590"/>
                </a:lnTo>
                <a:lnTo>
                  <a:pt x="4334" y="2589"/>
                </a:lnTo>
                <a:lnTo>
                  <a:pt x="4335" y="2589"/>
                </a:lnTo>
                <a:lnTo>
                  <a:pt x="4335" y="2588"/>
                </a:lnTo>
                <a:lnTo>
                  <a:pt x="4334" y="2588"/>
                </a:lnTo>
                <a:lnTo>
                  <a:pt x="4334" y="2589"/>
                </a:lnTo>
                <a:lnTo>
                  <a:pt x="4333" y="2589"/>
                </a:lnTo>
                <a:lnTo>
                  <a:pt x="4333" y="2588"/>
                </a:lnTo>
                <a:lnTo>
                  <a:pt x="4333" y="2587"/>
                </a:lnTo>
                <a:lnTo>
                  <a:pt x="4333" y="2586"/>
                </a:lnTo>
                <a:lnTo>
                  <a:pt x="4333" y="2585"/>
                </a:lnTo>
                <a:lnTo>
                  <a:pt x="4332" y="2584"/>
                </a:lnTo>
                <a:lnTo>
                  <a:pt x="4331" y="2584"/>
                </a:lnTo>
                <a:lnTo>
                  <a:pt x="4330" y="2584"/>
                </a:lnTo>
                <a:lnTo>
                  <a:pt x="4331" y="2584"/>
                </a:lnTo>
                <a:lnTo>
                  <a:pt x="4331" y="2583"/>
                </a:lnTo>
                <a:lnTo>
                  <a:pt x="4329" y="2583"/>
                </a:lnTo>
                <a:lnTo>
                  <a:pt x="4328" y="2582"/>
                </a:lnTo>
                <a:lnTo>
                  <a:pt x="4327" y="2582"/>
                </a:lnTo>
                <a:lnTo>
                  <a:pt x="4326" y="2582"/>
                </a:lnTo>
                <a:lnTo>
                  <a:pt x="4324" y="2582"/>
                </a:lnTo>
                <a:lnTo>
                  <a:pt x="4323" y="2582"/>
                </a:lnTo>
                <a:lnTo>
                  <a:pt x="4323" y="2585"/>
                </a:lnTo>
                <a:lnTo>
                  <a:pt x="4322" y="2585"/>
                </a:lnTo>
                <a:lnTo>
                  <a:pt x="4322" y="2586"/>
                </a:lnTo>
                <a:lnTo>
                  <a:pt x="4321" y="2586"/>
                </a:lnTo>
                <a:lnTo>
                  <a:pt x="4321" y="2587"/>
                </a:lnTo>
                <a:lnTo>
                  <a:pt x="4321" y="2588"/>
                </a:lnTo>
                <a:lnTo>
                  <a:pt x="4321" y="2589"/>
                </a:lnTo>
                <a:lnTo>
                  <a:pt x="4320" y="2589"/>
                </a:lnTo>
                <a:lnTo>
                  <a:pt x="4319" y="2589"/>
                </a:lnTo>
                <a:lnTo>
                  <a:pt x="4319" y="2590"/>
                </a:lnTo>
                <a:lnTo>
                  <a:pt x="4320" y="2591"/>
                </a:lnTo>
                <a:lnTo>
                  <a:pt x="4319" y="2591"/>
                </a:lnTo>
                <a:lnTo>
                  <a:pt x="4319" y="2592"/>
                </a:lnTo>
                <a:lnTo>
                  <a:pt x="4318" y="2592"/>
                </a:lnTo>
                <a:lnTo>
                  <a:pt x="4318" y="2593"/>
                </a:lnTo>
                <a:lnTo>
                  <a:pt x="4318" y="2594"/>
                </a:lnTo>
                <a:lnTo>
                  <a:pt x="4317" y="2594"/>
                </a:lnTo>
                <a:lnTo>
                  <a:pt x="4317" y="2595"/>
                </a:lnTo>
                <a:lnTo>
                  <a:pt x="4316" y="2595"/>
                </a:lnTo>
                <a:lnTo>
                  <a:pt x="4316" y="2594"/>
                </a:lnTo>
                <a:lnTo>
                  <a:pt x="4315" y="2593"/>
                </a:lnTo>
                <a:lnTo>
                  <a:pt x="4314" y="2593"/>
                </a:lnTo>
                <a:lnTo>
                  <a:pt x="4314" y="2594"/>
                </a:lnTo>
                <a:lnTo>
                  <a:pt x="4314" y="2595"/>
                </a:lnTo>
                <a:lnTo>
                  <a:pt x="4315" y="2595"/>
                </a:lnTo>
                <a:lnTo>
                  <a:pt x="4316" y="2595"/>
                </a:lnTo>
                <a:lnTo>
                  <a:pt x="4315" y="2596"/>
                </a:lnTo>
                <a:lnTo>
                  <a:pt x="4316" y="2597"/>
                </a:lnTo>
                <a:lnTo>
                  <a:pt x="4316" y="2596"/>
                </a:lnTo>
                <a:lnTo>
                  <a:pt x="4317" y="2597"/>
                </a:lnTo>
                <a:lnTo>
                  <a:pt x="4316" y="2598"/>
                </a:lnTo>
                <a:lnTo>
                  <a:pt x="4316" y="2599"/>
                </a:lnTo>
                <a:lnTo>
                  <a:pt x="4315" y="2600"/>
                </a:lnTo>
                <a:lnTo>
                  <a:pt x="4315" y="2599"/>
                </a:lnTo>
                <a:lnTo>
                  <a:pt x="4314" y="2601"/>
                </a:lnTo>
                <a:lnTo>
                  <a:pt x="4314" y="2602"/>
                </a:lnTo>
                <a:lnTo>
                  <a:pt x="4313" y="2602"/>
                </a:lnTo>
                <a:lnTo>
                  <a:pt x="4313" y="2601"/>
                </a:lnTo>
                <a:lnTo>
                  <a:pt x="4312" y="2602"/>
                </a:lnTo>
                <a:lnTo>
                  <a:pt x="4312" y="2601"/>
                </a:lnTo>
                <a:lnTo>
                  <a:pt x="4311" y="2601"/>
                </a:lnTo>
                <a:lnTo>
                  <a:pt x="4311" y="2600"/>
                </a:lnTo>
                <a:lnTo>
                  <a:pt x="4310" y="2600"/>
                </a:lnTo>
                <a:lnTo>
                  <a:pt x="4309" y="2599"/>
                </a:lnTo>
                <a:lnTo>
                  <a:pt x="4308" y="2599"/>
                </a:lnTo>
                <a:lnTo>
                  <a:pt x="4308" y="2600"/>
                </a:lnTo>
                <a:lnTo>
                  <a:pt x="4307" y="2600"/>
                </a:lnTo>
                <a:lnTo>
                  <a:pt x="4307" y="2601"/>
                </a:lnTo>
                <a:lnTo>
                  <a:pt x="4306" y="2601"/>
                </a:lnTo>
                <a:lnTo>
                  <a:pt x="4306" y="2602"/>
                </a:lnTo>
                <a:lnTo>
                  <a:pt x="4306" y="2603"/>
                </a:lnTo>
                <a:lnTo>
                  <a:pt x="4305" y="2603"/>
                </a:lnTo>
                <a:lnTo>
                  <a:pt x="4305" y="2604"/>
                </a:lnTo>
                <a:lnTo>
                  <a:pt x="4306" y="2604"/>
                </a:lnTo>
                <a:lnTo>
                  <a:pt x="4306" y="2605"/>
                </a:lnTo>
                <a:lnTo>
                  <a:pt x="4307" y="2605"/>
                </a:lnTo>
                <a:lnTo>
                  <a:pt x="4308" y="2605"/>
                </a:lnTo>
                <a:lnTo>
                  <a:pt x="4308" y="2606"/>
                </a:lnTo>
                <a:lnTo>
                  <a:pt x="4307" y="2606"/>
                </a:lnTo>
                <a:lnTo>
                  <a:pt x="4307" y="2607"/>
                </a:lnTo>
                <a:lnTo>
                  <a:pt x="4306" y="2607"/>
                </a:lnTo>
                <a:lnTo>
                  <a:pt x="4306" y="2608"/>
                </a:lnTo>
                <a:lnTo>
                  <a:pt x="4307" y="2608"/>
                </a:lnTo>
                <a:lnTo>
                  <a:pt x="4308" y="2609"/>
                </a:lnTo>
                <a:lnTo>
                  <a:pt x="4307" y="2609"/>
                </a:lnTo>
                <a:lnTo>
                  <a:pt x="4307" y="2608"/>
                </a:lnTo>
                <a:lnTo>
                  <a:pt x="4307" y="2609"/>
                </a:lnTo>
                <a:lnTo>
                  <a:pt x="4306" y="2609"/>
                </a:lnTo>
                <a:lnTo>
                  <a:pt x="4306" y="2608"/>
                </a:lnTo>
                <a:lnTo>
                  <a:pt x="4306" y="2609"/>
                </a:lnTo>
                <a:lnTo>
                  <a:pt x="4305" y="2609"/>
                </a:lnTo>
                <a:lnTo>
                  <a:pt x="4305" y="2608"/>
                </a:lnTo>
                <a:lnTo>
                  <a:pt x="4306" y="2608"/>
                </a:lnTo>
                <a:lnTo>
                  <a:pt x="4305" y="2608"/>
                </a:lnTo>
                <a:lnTo>
                  <a:pt x="4304" y="2608"/>
                </a:lnTo>
                <a:lnTo>
                  <a:pt x="4304" y="2607"/>
                </a:lnTo>
                <a:lnTo>
                  <a:pt x="4303" y="2607"/>
                </a:lnTo>
                <a:lnTo>
                  <a:pt x="4303" y="2608"/>
                </a:lnTo>
                <a:lnTo>
                  <a:pt x="4302" y="2608"/>
                </a:lnTo>
                <a:lnTo>
                  <a:pt x="4302" y="2609"/>
                </a:lnTo>
                <a:lnTo>
                  <a:pt x="4303" y="2609"/>
                </a:lnTo>
                <a:lnTo>
                  <a:pt x="4304" y="2609"/>
                </a:lnTo>
                <a:lnTo>
                  <a:pt x="4303" y="2609"/>
                </a:lnTo>
                <a:lnTo>
                  <a:pt x="4303" y="2610"/>
                </a:lnTo>
                <a:lnTo>
                  <a:pt x="4304" y="2610"/>
                </a:lnTo>
                <a:lnTo>
                  <a:pt x="4303" y="2610"/>
                </a:lnTo>
                <a:lnTo>
                  <a:pt x="4304" y="2610"/>
                </a:lnTo>
                <a:lnTo>
                  <a:pt x="4303" y="2610"/>
                </a:lnTo>
                <a:lnTo>
                  <a:pt x="4303" y="2609"/>
                </a:lnTo>
                <a:lnTo>
                  <a:pt x="4302" y="2609"/>
                </a:lnTo>
                <a:lnTo>
                  <a:pt x="4301" y="2609"/>
                </a:lnTo>
                <a:lnTo>
                  <a:pt x="4300" y="2610"/>
                </a:lnTo>
                <a:lnTo>
                  <a:pt x="4301" y="2610"/>
                </a:lnTo>
                <a:lnTo>
                  <a:pt x="4302" y="2610"/>
                </a:lnTo>
                <a:lnTo>
                  <a:pt x="4301" y="2610"/>
                </a:lnTo>
                <a:lnTo>
                  <a:pt x="4300" y="2611"/>
                </a:lnTo>
                <a:lnTo>
                  <a:pt x="4299" y="2611"/>
                </a:lnTo>
                <a:lnTo>
                  <a:pt x="4298" y="2611"/>
                </a:lnTo>
                <a:lnTo>
                  <a:pt x="4297" y="2612"/>
                </a:lnTo>
                <a:lnTo>
                  <a:pt x="4297" y="2611"/>
                </a:lnTo>
                <a:lnTo>
                  <a:pt x="4295" y="2612"/>
                </a:lnTo>
                <a:lnTo>
                  <a:pt x="4295" y="2611"/>
                </a:lnTo>
                <a:lnTo>
                  <a:pt x="4295" y="2610"/>
                </a:lnTo>
                <a:lnTo>
                  <a:pt x="4294" y="2610"/>
                </a:lnTo>
                <a:lnTo>
                  <a:pt x="4295" y="2610"/>
                </a:lnTo>
                <a:lnTo>
                  <a:pt x="4295" y="2609"/>
                </a:lnTo>
                <a:lnTo>
                  <a:pt x="4295" y="2608"/>
                </a:lnTo>
                <a:lnTo>
                  <a:pt x="4294" y="2608"/>
                </a:lnTo>
                <a:lnTo>
                  <a:pt x="4294" y="2607"/>
                </a:lnTo>
                <a:lnTo>
                  <a:pt x="4293" y="2606"/>
                </a:lnTo>
                <a:lnTo>
                  <a:pt x="4293" y="2605"/>
                </a:lnTo>
                <a:lnTo>
                  <a:pt x="4294" y="2605"/>
                </a:lnTo>
                <a:lnTo>
                  <a:pt x="4293" y="2604"/>
                </a:lnTo>
                <a:lnTo>
                  <a:pt x="4293" y="2603"/>
                </a:lnTo>
                <a:lnTo>
                  <a:pt x="4293" y="2602"/>
                </a:lnTo>
                <a:lnTo>
                  <a:pt x="4295" y="2601"/>
                </a:lnTo>
                <a:lnTo>
                  <a:pt x="4295" y="2602"/>
                </a:lnTo>
                <a:lnTo>
                  <a:pt x="4296" y="2602"/>
                </a:lnTo>
                <a:lnTo>
                  <a:pt x="4295" y="2601"/>
                </a:lnTo>
                <a:lnTo>
                  <a:pt x="4296" y="2601"/>
                </a:lnTo>
                <a:lnTo>
                  <a:pt x="4297" y="2601"/>
                </a:lnTo>
                <a:lnTo>
                  <a:pt x="4297" y="2600"/>
                </a:lnTo>
                <a:lnTo>
                  <a:pt x="4298" y="2600"/>
                </a:lnTo>
                <a:lnTo>
                  <a:pt x="4298" y="2599"/>
                </a:lnTo>
                <a:lnTo>
                  <a:pt x="4299" y="2599"/>
                </a:lnTo>
                <a:lnTo>
                  <a:pt x="4299" y="2598"/>
                </a:lnTo>
                <a:lnTo>
                  <a:pt x="4299" y="2599"/>
                </a:lnTo>
                <a:lnTo>
                  <a:pt x="4300" y="2599"/>
                </a:lnTo>
                <a:lnTo>
                  <a:pt x="4300" y="2598"/>
                </a:lnTo>
                <a:lnTo>
                  <a:pt x="4299" y="2597"/>
                </a:lnTo>
                <a:lnTo>
                  <a:pt x="4300" y="2596"/>
                </a:lnTo>
                <a:lnTo>
                  <a:pt x="4300" y="2595"/>
                </a:lnTo>
                <a:lnTo>
                  <a:pt x="4299" y="2595"/>
                </a:lnTo>
                <a:lnTo>
                  <a:pt x="4299" y="2594"/>
                </a:lnTo>
                <a:lnTo>
                  <a:pt x="4300" y="2590"/>
                </a:lnTo>
                <a:lnTo>
                  <a:pt x="4301" y="2589"/>
                </a:lnTo>
                <a:lnTo>
                  <a:pt x="4302" y="2589"/>
                </a:lnTo>
                <a:lnTo>
                  <a:pt x="4303" y="2588"/>
                </a:lnTo>
                <a:lnTo>
                  <a:pt x="4303" y="2587"/>
                </a:lnTo>
                <a:lnTo>
                  <a:pt x="4303" y="2586"/>
                </a:lnTo>
                <a:lnTo>
                  <a:pt x="4302" y="2586"/>
                </a:lnTo>
                <a:lnTo>
                  <a:pt x="4302" y="2585"/>
                </a:lnTo>
                <a:lnTo>
                  <a:pt x="4302" y="2584"/>
                </a:lnTo>
                <a:lnTo>
                  <a:pt x="4301" y="2584"/>
                </a:lnTo>
                <a:lnTo>
                  <a:pt x="4301" y="2583"/>
                </a:lnTo>
                <a:lnTo>
                  <a:pt x="4301" y="2582"/>
                </a:lnTo>
                <a:lnTo>
                  <a:pt x="4301" y="2581"/>
                </a:lnTo>
                <a:lnTo>
                  <a:pt x="4303" y="2581"/>
                </a:lnTo>
                <a:lnTo>
                  <a:pt x="4303" y="2580"/>
                </a:lnTo>
                <a:lnTo>
                  <a:pt x="4302" y="2580"/>
                </a:lnTo>
                <a:lnTo>
                  <a:pt x="4301" y="2581"/>
                </a:lnTo>
                <a:lnTo>
                  <a:pt x="4301" y="2579"/>
                </a:lnTo>
                <a:lnTo>
                  <a:pt x="4300" y="2579"/>
                </a:lnTo>
                <a:lnTo>
                  <a:pt x="4300" y="2578"/>
                </a:lnTo>
                <a:lnTo>
                  <a:pt x="4299" y="2577"/>
                </a:lnTo>
                <a:lnTo>
                  <a:pt x="4300" y="2577"/>
                </a:lnTo>
                <a:lnTo>
                  <a:pt x="4300" y="2576"/>
                </a:lnTo>
                <a:lnTo>
                  <a:pt x="4299" y="2576"/>
                </a:lnTo>
                <a:lnTo>
                  <a:pt x="4298" y="2576"/>
                </a:lnTo>
                <a:lnTo>
                  <a:pt x="4298" y="2577"/>
                </a:lnTo>
                <a:lnTo>
                  <a:pt x="4297" y="2577"/>
                </a:lnTo>
                <a:lnTo>
                  <a:pt x="4297" y="2576"/>
                </a:lnTo>
                <a:lnTo>
                  <a:pt x="4297" y="2578"/>
                </a:lnTo>
                <a:lnTo>
                  <a:pt x="4298" y="2578"/>
                </a:lnTo>
                <a:lnTo>
                  <a:pt x="4298" y="2579"/>
                </a:lnTo>
                <a:lnTo>
                  <a:pt x="4298" y="2580"/>
                </a:lnTo>
                <a:lnTo>
                  <a:pt x="4297" y="2580"/>
                </a:lnTo>
                <a:lnTo>
                  <a:pt x="4296" y="2580"/>
                </a:lnTo>
                <a:lnTo>
                  <a:pt x="4295" y="2580"/>
                </a:lnTo>
                <a:lnTo>
                  <a:pt x="4295" y="2581"/>
                </a:lnTo>
                <a:lnTo>
                  <a:pt x="4294" y="2581"/>
                </a:lnTo>
                <a:lnTo>
                  <a:pt x="4294" y="2582"/>
                </a:lnTo>
                <a:lnTo>
                  <a:pt x="4295" y="2582"/>
                </a:lnTo>
                <a:lnTo>
                  <a:pt x="4295" y="2583"/>
                </a:lnTo>
                <a:lnTo>
                  <a:pt x="4294" y="2583"/>
                </a:lnTo>
                <a:lnTo>
                  <a:pt x="4293" y="2584"/>
                </a:lnTo>
                <a:lnTo>
                  <a:pt x="4293" y="2585"/>
                </a:lnTo>
                <a:lnTo>
                  <a:pt x="4294" y="2585"/>
                </a:lnTo>
                <a:lnTo>
                  <a:pt x="4293" y="2586"/>
                </a:lnTo>
                <a:lnTo>
                  <a:pt x="4292" y="2586"/>
                </a:lnTo>
                <a:lnTo>
                  <a:pt x="4292" y="2587"/>
                </a:lnTo>
                <a:lnTo>
                  <a:pt x="4290" y="2587"/>
                </a:lnTo>
                <a:lnTo>
                  <a:pt x="4289" y="2587"/>
                </a:lnTo>
                <a:lnTo>
                  <a:pt x="4288" y="2587"/>
                </a:lnTo>
                <a:lnTo>
                  <a:pt x="4288" y="2586"/>
                </a:lnTo>
                <a:lnTo>
                  <a:pt x="4288" y="2587"/>
                </a:lnTo>
                <a:lnTo>
                  <a:pt x="4287" y="2587"/>
                </a:lnTo>
                <a:lnTo>
                  <a:pt x="4289" y="2588"/>
                </a:lnTo>
                <a:lnTo>
                  <a:pt x="4290" y="2588"/>
                </a:lnTo>
                <a:lnTo>
                  <a:pt x="4290" y="2587"/>
                </a:lnTo>
                <a:lnTo>
                  <a:pt x="4291" y="2587"/>
                </a:lnTo>
                <a:lnTo>
                  <a:pt x="4292" y="2588"/>
                </a:lnTo>
                <a:lnTo>
                  <a:pt x="4292" y="2589"/>
                </a:lnTo>
                <a:lnTo>
                  <a:pt x="4292" y="2590"/>
                </a:lnTo>
                <a:lnTo>
                  <a:pt x="4293" y="2591"/>
                </a:lnTo>
                <a:lnTo>
                  <a:pt x="4292" y="2594"/>
                </a:lnTo>
                <a:lnTo>
                  <a:pt x="4292" y="2595"/>
                </a:lnTo>
                <a:lnTo>
                  <a:pt x="4291" y="2595"/>
                </a:lnTo>
                <a:lnTo>
                  <a:pt x="4290" y="2596"/>
                </a:lnTo>
                <a:lnTo>
                  <a:pt x="4290" y="2597"/>
                </a:lnTo>
                <a:lnTo>
                  <a:pt x="4290" y="2598"/>
                </a:lnTo>
                <a:lnTo>
                  <a:pt x="4290" y="2599"/>
                </a:lnTo>
                <a:lnTo>
                  <a:pt x="4290" y="2601"/>
                </a:lnTo>
                <a:lnTo>
                  <a:pt x="4289" y="2601"/>
                </a:lnTo>
                <a:lnTo>
                  <a:pt x="4288" y="2600"/>
                </a:lnTo>
                <a:lnTo>
                  <a:pt x="4287" y="2600"/>
                </a:lnTo>
                <a:lnTo>
                  <a:pt x="4288" y="2600"/>
                </a:lnTo>
                <a:lnTo>
                  <a:pt x="4287" y="2602"/>
                </a:lnTo>
                <a:lnTo>
                  <a:pt x="4283" y="2605"/>
                </a:lnTo>
                <a:lnTo>
                  <a:pt x="4283" y="2604"/>
                </a:lnTo>
                <a:lnTo>
                  <a:pt x="4283" y="2605"/>
                </a:lnTo>
                <a:lnTo>
                  <a:pt x="4282" y="2607"/>
                </a:lnTo>
                <a:lnTo>
                  <a:pt x="4281" y="2607"/>
                </a:lnTo>
                <a:lnTo>
                  <a:pt x="4282" y="2607"/>
                </a:lnTo>
                <a:lnTo>
                  <a:pt x="4282" y="2608"/>
                </a:lnTo>
                <a:lnTo>
                  <a:pt x="4282" y="2609"/>
                </a:lnTo>
                <a:lnTo>
                  <a:pt x="4282" y="2612"/>
                </a:lnTo>
                <a:lnTo>
                  <a:pt x="4281" y="2612"/>
                </a:lnTo>
                <a:lnTo>
                  <a:pt x="4281" y="2613"/>
                </a:lnTo>
                <a:lnTo>
                  <a:pt x="4282" y="2613"/>
                </a:lnTo>
                <a:lnTo>
                  <a:pt x="4281" y="2613"/>
                </a:lnTo>
                <a:lnTo>
                  <a:pt x="4281" y="2614"/>
                </a:lnTo>
                <a:lnTo>
                  <a:pt x="4282" y="2614"/>
                </a:lnTo>
                <a:lnTo>
                  <a:pt x="4281" y="2614"/>
                </a:lnTo>
                <a:lnTo>
                  <a:pt x="4281" y="2615"/>
                </a:lnTo>
                <a:lnTo>
                  <a:pt x="4280" y="2616"/>
                </a:lnTo>
                <a:lnTo>
                  <a:pt x="4279" y="2617"/>
                </a:lnTo>
                <a:lnTo>
                  <a:pt x="4278" y="2617"/>
                </a:lnTo>
                <a:lnTo>
                  <a:pt x="4278" y="2618"/>
                </a:lnTo>
                <a:lnTo>
                  <a:pt x="4277" y="2618"/>
                </a:lnTo>
                <a:lnTo>
                  <a:pt x="4277" y="2619"/>
                </a:lnTo>
                <a:lnTo>
                  <a:pt x="4277" y="2620"/>
                </a:lnTo>
                <a:lnTo>
                  <a:pt x="4277" y="2621"/>
                </a:lnTo>
                <a:lnTo>
                  <a:pt x="4279" y="2622"/>
                </a:lnTo>
                <a:lnTo>
                  <a:pt x="4278" y="2623"/>
                </a:lnTo>
                <a:lnTo>
                  <a:pt x="4278" y="2624"/>
                </a:lnTo>
                <a:lnTo>
                  <a:pt x="4277" y="2624"/>
                </a:lnTo>
                <a:lnTo>
                  <a:pt x="4277" y="2625"/>
                </a:lnTo>
                <a:lnTo>
                  <a:pt x="4276" y="2626"/>
                </a:lnTo>
                <a:lnTo>
                  <a:pt x="4275" y="2625"/>
                </a:lnTo>
                <a:lnTo>
                  <a:pt x="4275" y="2624"/>
                </a:lnTo>
                <a:lnTo>
                  <a:pt x="4274" y="2624"/>
                </a:lnTo>
                <a:lnTo>
                  <a:pt x="4272" y="2624"/>
                </a:lnTo>
                <a:lnTo>
                  <a:pt x="4271" y="2625"/>
                </a:lnTo>
                <a:lnTo>
                  <a:pt x="4270" y="2627"/>
                </a:lnTo>
                <a:lnTo>
                  <a:pt x="4270" y="2629"/>
                </a:lnTo>
                <a:lnTo>
                  <a:pt x="4268" y="2631"/>
                </a:lnTo>
                <a:lnTo>
                  <a:pt x="4267" y="2632"/>
                </a:lnTo>
                <a:lnTo>
                  <a:pt x="4264" y="2634"/>
                </a:lnTo>
                <a:lnTo>
                  <a:pt x="4264" y="2635"/>
                </a:lnTo>
                <a:lnTo>
                  <a:pt x="4263" y="2636"/>
                </a:lnTo>
                <a:lnTo>
                  <a:pt x="4262" y="2637"/>
                </a:lnTo>
                <a:lnTo>
                  <a:pt x="4261" y="2636"/>
                </a:lnTo>
                <a:lnTo>
                  <a:pt x="4261" y="2637"/>
                </a:lnTo>
                <a:lnTo>
                  <a:pt x="4260" y="2637"/>
                </a:lnTo>
                <a:lnTo>
                  <a:pt x="4260" y="2638"/>
                </a:lnTo>
                <a:lnTo>
                  <a:pt x="4259" y="2638"/>
                </a:lnTo>
                <a:lnTo>
                  <a:pt x="4259" y="2639"/>
                </a:lnTo>
                <a:lnTo>
                  <a:pt x="4259" y="2640"/>
                </a:lnTo>
                <a:lnTo>
                  <a:pt x="4259" y="2641"/>
                </a:lnTo>
                <a:lnTo>
                  <a:pt x="4258" y="2641"/>
                </a:lnTo>
                <a:lnTo>
                  <a:pt x="4258" y="2642"/>
                </a:lnTo>
                <a:lnTo>
                  <a:pt x="4258" y="2643"/>
                </a:lnTo>
                <a:lnTo>
                  <a:pt x="4259" y="2644"/>
                </a:lnTo>
                <a:lnTo>
                  <a:pt x="4258" y="2645"/>
                </a:lnTo>
                <a:lnTo>
                  <a:pt x="4256" y="2646"/>
                </a:lnTo>
                <a:lnTo>
                  <a:pt x="4255" y="2645"/>
                </a:lnTo>
                <a:lnTo>
                  <a:pt x="4254" y="2645"/>
                </a:lnTo>
                <a:lnTo>
                  <a:pt x="4253" y="2645"/>
                </a:lnTo>
                <a:lnTo>
                  <a:pt x="4253" y="2646"/>
                </a:lnTo>
                <a:lnTo>
                  <a:pt x="4252" y="2646"/>
                </a:lnTo>
                <a:lnTo>
                  <a:pt x="4252" y="2647"/>
                </a:lnTo>
                <a:lnTo>
                  <a:pt x="4254" y="2648"/>
                </a:lnTo>
                <a:lnTo>
                  <a:pt x="4253" y="2649"/>
                </a:lnTo>
                <a:lnTo>
                  <a:pt x="4252" y="2652"/>
                </a:lnTo>
                <a:lnTo>
                  <a:pt x="4252" y="2653"/>
                </a:lnTo>
                <a:lnTo>
                  <a:pt x="4251" y="2653"/>
                </a:lnTo>
                <a:lnTo>
                  <a:pt x="4251" y="2654"/>
                </a:lnTo>
                <a:lnTo>
                  <a:pt x="4251" y="2655"/>
                </a:lnTo>
                <a:lnTo>
                  <a:pt x="4250" y="2656"/>
                </a:lnTo>
                <a:lnTo>
                  <a:pt x="4249" y="2656"/>
                </a:lnTo>
                <a:lnTo>
                  <a:pt x="4249" y="2655"/>
                </a:lnTo>
                <a:lnTo>
                  <a:pt x="4249" y="2656"/>
                </a:lnTo>
                <a:lnTo>
                  <a:pt x="4249" y="2657"/>
                </a:lnTo>
                <a:lnTo>
                  <a:pt x="4250" y="2657"/>
                </a:lnTo>
                <a:lnTo>
                  <a:pt x="4250" y="2658"/>
                </a:lnTo>
                <a:lnTo>
                  <a:pt x="4249" y="2658"/>
                </a:lnTo>
                <a:lnTo>
                  <a:pt x="4248" y="2659"/>
                </a:lnTo>
                <a:lnTo>
                  <a:pt x="4246" y="2658"/>
                </a:lnTo>
                <a:lnTo>
                  <a:pt x="4246" y="2657"/>
                </a:lnTo>
                <a:lnTo>
                  <a:pt x="4245" y="2657"/>
                </a:lnTo>
                <a:lnTo>
                  <a:pt x="4245" y="2658"/>
                </a:lnTo>
                <a:lnTo>
                  <a:pt x="4244" y="2658"/>
                </a:lnTo>
                <a:lnTo>
                  <a:pt x="4245" y="2658"/>
                </a:lnTo>
                <a:lnTo>
                  <a:pt x="4245" y="2659"/>
                </a:lnTo>
                <a:lnTo>
                  <a:pt x="4246" y="2659"/>
                </a:lnTo>
                <a:lnTo>
                  <a:pt x="4248" y="2661"/>
                </a:lnTo>
                <a:lnTo>
                  <a:pt x="4249" y="2661"/>
                </a:lnTo>
                <a:lnTo>
                  <a:pt x="4250" y="2665"/>
                </a:lnTo>
                <a:lnTo>
                  <a:pt x="4251" y="2666"/>
                </a:lnTo>
                <a:lnTo>
                  <a:pt x="4252" y="2666"/>
                </a:lnTo>
                <a:lnTo>
                  <a:pt x="4251" y="2667"/>
                </a:lnTo>
                <a:lnTo>
                  <a:pt x="4251" y="2666"/>
                </a:lnTo>
                <a:lnTo>
                  <a:pt x="4250" y="2666"/>
                </a:lnTo>
                <a:lnTo>
                  <a:pt x="4249" y="2666"/>
                </a:lnTo>
                <a:lnTo>
                  <a:pt x="4249" y="2667"/>
                </a:lnTo>
                <a:lnTo>
                  <a:pt x="4248" y="2667"/>
                </a:lnTo>
                <a:lnTo>
                  <a:pt x="4248" y="2668"/>
                </a:lnTo>
                <a:lnTo>
                  <a:pt x="4249" y="2667"/>
                </a:lnTo>
                <a:lnTo>
                  <a:pt x="4250" y="2667"/>
                </a:lnTo>
                <a:lnTo>
                  <a:pt x="4251" y="2667"/>
                </a:lnTo>
                <a:lnTo>
                  <a:pt x="4251" y="2669"/>
                </a:lnTo>
                <a:lnTo>
                  <a:pt x="4252" y="2669"/>
                </a:lnTo>
                <a:lnTo>
                  <a:pt x="4253" y="2669"/>
                </a:lnTo>
                <a:lnTo>
                  <a:pt x="4253" y="2670"/>
                </a:lnTo>
                <a:lnTo>
                  <a:pt x="4252" y="2671"/>
                </a:lnTo>
                <a:lnTo>
                  <a:pt x="4251" y="2672"/>
                </a:lnTo>
                <a:lnTo>
                  <a:pt x="4251" y="2673"/>
                </a:lnTo>
                <a:lnTo>
                  <a:pt x="4250" y="2673"/>
                </a:lnTo>
                <a:lnTo>
                  <a:pt x="4250" y="2672"/>
                </a:lnTo>
                <a:lnTo>
                  <a:pt x="4250" y="2673"/>
                </a:lnTo>
                <a:lnTo>
                  <a:pt x="4249" y="2675"/>
                </a:lnTo>
                <a:lnTo>
                  <a:pt x="4249" y="2676"/>
                </a:lnTo>
                <a:lnTo>
                  <a:pt x="4248" y="2676"/>
                </a:lnTo>
                <a:lnTo>
                  <a:pt x="4248" y="2677"/>
                </a:lnTo>
                <a:lnTo>
                  <a:pt x="4249" y="2677"/>
                </a:lnTo>
                <a:lnTo>
                  <a:pt x="4250" y="2677"/>
                </a:lnTo>
                <a:lnTo>
                  <a:pt x="4250" y="2678"/>
                </a:lnTo>
                <a:lnTo>
                  <a:pt x="4250" y="2679"/>
                </a:lnTo>
                <a:lnTo>
                  <a:pt x="4249" y="2679"/>
                </a:lnTo>
                <a:lnTo>
                  <a:pt x="4250" y="2680"/>
                </a:lnTo>
                <a:lnTo>
                  <a:pt x="4249" y="2681"/>
                </a:lnTo>
                <a:lnTo>
                  <a:pt x="4248" y="2681"/>
                </a:lnTo>
                <a:lnTo>
                  <a:pt x="4247" y="2681"/>
                </a:lnTo>
                <a:lnTo>
                  <a:pt x="4247" y="2680"/>
                </a:lnTo>
                <a:lnTo>
                  <a:pt x="4247" y="2679"/>
                </a:lnTo>
                <a:lnTo>
                  <a:pt x="4246" y="2679"/>
                </a:lnTo>
                <a:lnTo>
                  <a:pt x="4246" y="2678"/>
                </a:lnTo>
                <a:lnTo>
                  <a:pt x="4245" y="2678"/>
                </a:lnTo>
                <a:lnTo>
                  <a:pt x="4245" y="2679"/>
                </a:lnTo>
                <a:lnTo>
                  <a:pt x="4244" y="2679"/>
                </a:lnTo>
                <a:lnTo>
                  <a:pt x="4243" y="2679"/>
                </a:lnTo>
                <a:lnTo>
                  <a:pt x="4243" y="2678"/>
                </a:lnTo>
                <a:lnTo>
                  <a:pt x="4242" y="2677"/>
                </a:lnTo>
                <a:lnTo>
                  <a:pt x="4241" y="2677"/>
                </a:lnTo>
                <a:lnTo>
                  <a:pt x="4240" y="2677"/>
                </a:lnTo>
                <a:lnTo>
                  <a:pt x="4240" y="2678"/>
                </a:lnTo>
                <a:lnTo>
                  <a:pt x="4241" y="2678"/>
                </a:lnTo>
                <a:lnTo>
                  <a:pt x="4240" y="2678"/>
                </a:lnTo>
                <a:lnTo>
                  <a:pt x="4239" y="2679"/>
                </a:lnTo>
                <a:lnTo>
                  <a:pt x="4240" y="2679"/>
                </a:lnTo>
                <a:lnTo>
                  <a:pt x="4240" y="2680"/>
                </a:lnTo>
                <a:lnTo>
                  <a:pt x="4241" y="2679"/>
                </a:lnTo>
                <a:lnTo>
                  <a:pt x="4242" y="2680"/>
                </a:lnTo>
                <a:lnTo>
                  <a:pt x="4241" y="2680"/>
                </a:lnTo>
                <a:lnTo>
                  <a:pt x="4241" y="2681"/>
                </a:lnTo>
                <a:lnTo>
                  <a:pt x="4240" y="2681"/>
                </a:lnTo>
                <a:lnTo>
                  <a:pt x="4239" y="2681"/>
                </a:lnTo>
                <a:lnTo>
                  <a:pt x="4240" y="2681"/>
                </a:lnTo>
                <a:lnTo>
                  <a:pt x="4239" y="2681"/>
                </a:lnTo>
                <a:lnTo>
                  <a:pt x="4239" y="2682"/>
                </a:lnTo>
                <a:lnTo>
                  <a:pt x="4239" y="2683"/>
                </a:lnTo>
                <a:lnTo>
                  <a:pt x="4240" y="2683"/>
                </a:lnTo>
                <a:lnTo>
                  <a:pt x="4239" y="2684"/>
                </a:lnTo>
                <a:lnTo>
                  <a:pt x="4239" y="2683"/>
                </a:lnTo>
                <a:lnTo>
                  <a:pt x="4239" y="2684"/>
                </a:lnTo>
                <a:lnTo>
                  <a:pt x="4238" y="2684"/>
                </a:lnTo>
                <a:lnTo>
                  <a:pt x="4238" y="2683"/>
                </a:lnTo>
                <a:lnTo>
                  <a:pt x="4237" y="2683"/>
                </a:lnTo>
                <a:lnTo>
                  <a:pt x="4237" y="2684"/>
                </a:lnTo>
                <a:lnTo>
                  <a:pt x="4238" y="2684"/>
                </a:lnTo>
                <a:lnTo>
                  <a:pt x="4238" y="2685"/>
                </a:lnTo>
                <a:lnTo>
                  <a:pt x="4239" y="2685"/>
                </a:lnTo>
                <a:lnTo>
                  <a:pt x="4240" y="2684"/>
                </a:lnTo>
                <a:lnTo>
                  <a:pt x="4240" y="2685"/>
                </a:lnTo>
                <a:lnTo>
                  <a:pt x="4240" y="2686"/>
                </a:lnTo>
                <a:lnTo>
                  <a:pt x="4241" y="2686"/>
                </a:lnTo>
                <a:lnTo>
                  <a:pt x="4241" y="2685"/>
                </a:lnTo>
                <a:lnTo>
                  <a:pt x="4241" y="2686"/>
                </a:lnTo>
                <a:lnTo>
                  <a:pt x="4240" y="2687"/>
                </a:lnTo>
                <a:lnTo>
                  <a:pt x="4240" y="2688"/>
                </a:lnTo>
                <a:lnTo>
                  <a:pt x="4241" y="2688"/>
                </a:lnTo>
                <a:lnTo>
                  <a:pt x="4241" y="2687"/>
                </a:lnTo>
                <a:lnTo>
                  <a:pt x="4242" y="2688"/>
                </a:lnTo>
                <a:lnTo>
                  <a:pt x="4241" y="2688"/>
                </a:lnTo>
                <a:lnTo>
                  <a:pt x="4240" y="2688"/>
                </a:lnTo>
                <a:lnTo>
                  <a:pt x="4240" y="2689"/>
                </a:lnTo>
                <a:lnTo>
                  <a:pt x="4241" y="2689"/>
                </a:lnTo>
                <a:lnTo>
                  <a:pt x="4240" y="2690"/>
                </a:lnTo>
                <a:lnTo>
                  <a:pt x="4239" y="2690"/>
                </a:lnTo>
                <a:lnTo>
                  <a:pt x="4238" y="2690"/>
                </a:lnTo>
                <a:lnTo>
                  <a:pt x="4238" y="2691"/>
                </a:lnTo>
                <a:lnTo>
                  <a:pt x="4238" y="2692"/>
                </a:lnTo>
                <a:lnTo>
                  <a:pt x="4238" y="2693"/>
                </a:lnTo>
                <a:lnTo>
                  <a:pt x="4239" y="2693"/>
                </a:lnTo>
                <a:lnTo>
                  <a:pt x="4240" y="2693"/>
                </a:lnTo>
                <a:lnTo>
                  <a:pt x="4239" y="2694"/>
                </a:lnTo>
                <a:lnTo>
                  <a:pt x="4239" y="2695"/>
                </a:lnTo>
                <a:lnTo>
                  <a:pt x="4238" y="2695"/>
                </a:lnTo>
                <a:lnTo>
                  <a:pt x="4238" y="2696"/>
                </a:lnTo>
                <a:lnTo>
                  <a:pt x="4237" y="2696"/>
                </a:lnTo>
                <a:lnTo>
                  <a:pt x="4237" y="2697"/>
                </a:lnTo>
                <a:lnTo>
                  <a:pt x="4238" y="2697"/>
                </a:lnTo>
                <a:lnTo>
                  <a:pt x="4238" y="2698"/>
                </a:lnTo>
                <a:lnTo>
                  <a:pt x="4238" y="2699"/>
                </a:lnTo>
                <a:lnTo>
                  <a:pt x="4237" y="2699"/>
                </a:lnTo>
                <a:lnTo>
                  <a:pt x="4236" y="2699"/>
                </a:lnTo>
                <a:lnTo>
                  <a:pt x="4235" y="2700"/>
                </a:lnTo>
                <a:lnTo>
                  <a:pt x="4235" y="2701"/>
                </a:lnTo>
                <a:lnTo>
                  <a:pt x="4234" y="2701"/>
                </a:lnTo>
                <a:lnTo>
                  <a:pt x="4233" y="2701"/>
                </a:lnTo>
                <a:lnTo>
                  <a:pt x="4233" y="2700"/>
                </a:lnTo>
                <a:lnTo>
                  <a:pt x="4233" y="2699"/>
                </a:lnTo>
                <a:lnTo>
                  <a:pt x="4233" y="2698"/>
                </a:lnTo>
                <a:lnTo>
                  <a:pt x="4232" y="2697"/>
                </a:lnTo>
                <a:lnTo>
                  <a:pt x="4233" y="2696"/>
                </a:lnTo>
                <a:lnTo>
                  <a:pt x="4232" y="2696"/>
                </a:lnTo>
                <a:lnTo>
                  <a:pt x="4232" y="2695"/>
                </a:lnTo>
                <a:lnTo>
                  <a:pt x="4232" y="2696"/>
                </a:lnTo>
                <a:lnTo>
                  <a:pt x="4231" y="2696"/>
                </a:lnTo>
                <a:lnTo>
                  <a:pt x="4231" y="2697"/>
                </a:lnTo>
                <a:lnTo>
                  <a:pt x="4231" y="2696"/>
                </a:lnTo>
                <a:lnTo>
                  <a:pt x="4230" y="2696"/>
                </a:lnTo>
                <a:lnTo>
                  <a:pt x="4230" y="2697"/>
                </a:lnTo>
                <a:lnTo>
                  <a:pt x="4230" y="2698"/>
                </a:lnTo>
                <a:lnTo>
                  <a:pt x="4229" y="2699"/>
                </a:lnTo>
                <a:lnTo>
                  <a:pt x="4230" y="2699"/>
                </a:lnTo>
                <a:lnTo>
                  <a:pt x="4230" y="2700"/>
                </a:lnTo>
                <a:lnTo>
                  <a:pt x="4230" y="2701"/>
                </a:lnTo>
                <a:lnTo>
                  <a:pt x="4229" y="2701"/>
                </a:lnTo>
                <a:lnTo>
                  <a:pt x="4229" y="2702"/>
                </a:lnTo>
                <a:lnTo>
                  <a:pt x="4228" y="2702"/>
                </a:lnTo>
                <a:lnTo>
                  <a:pt x="4228" y="2701"/>
                </a:lnTo>
                <a:lnTo>
                  <a:pt x="4229" y="2701"/>
                </a:lnTo>
                <a:lnTo>
                  <a:pt x="4229" y="2700"/>
                </a:lnTo>
                <a:lnTo>
                  <a:pt x="4228" y="2699"/>
                </a:lnTo>
                <a:lnTo>
                  <a:pt x="4227" y="2699"/>
                </a:lnTo>
                <a:lnTo>
                  <a:pt x="4227" y="2698"/>
                </a:lnTo>
                <a:lnTo>
                  <a:pt x="4226" y="2698"/>
                </a:lnTo>
                <a:lnTo>
                  <a:pt x="4226" y="2697"/>
                </a:lnTo>
                <a:lnTo>
                  <a:pt x="4226" y="2696"/>
                </a:lnTo>
                <a:lnTo>
                  <a:pt x="4227" y="2696"/>
                </a:lnTo>
                <a:lnTo>
                  <a:pt x="4227" y="2695"/>
                </a:lnTo>
                <a:lnTo>
                  <a:pt x="4227" y="2694"/>
                </a:lnTo>
                <a:lnTo>
                  <a:pt x="4226" y="2694"/>
                </a:lnTo>
                <a:lnTo>
                  <a:pt x="4225" y="2694"/>
                </a:lnTo>
                <a:lnTo>
                  <a:pt x="4226" y="2694"/>
                </a:lnTo>
                <a:lnTo>
                  <a:pt x="4225" y="2694"/>
                </a:lnTo>
                <a:lnTo>
                  <a:pt x="4225" y="2693"/>
                </a:lnTo>
                <a:lnTo>
                  <a:pt x="4225" y="2694"/>
                </a:lnTo>
                <a:lnTo>
                  <a:pt x="4224" y="2693"/>
                </a:lnTo>
                <a:lnTo>
                  <a:pt x="4223" y="2693"/>
                </a:lnTo>
                <a:lnTo>
                  <a:pt x="4222" y="2694"/>
                </a:lnTo>
                <a:lnTo>
                  <a:pt x="4221" y="2694"/>
                </a:lnTo>
                <a:lnTo>
                  <a:pt x="4221" y="2693"/>
                </a:lnTo>
                <a:lnTo>
                  <a:pt x="4220" y="2693"/>
                </a:lnTo>
                <a:lnTo>
                  <a:pt x="4220" y="2694"/>
                </a:lnTo>
                <a:lnTo>
                  <a:pt x="4219" y="2695"/>
                </a:lnTo>
                <a:lnTo>
                  <a:pt x="4218" y="2694"/>
                </a:lnTo>
                <a:lnTo>
                  <a:pt x="4218" y="2693"/>
                </a:lnTo>
                <a:lnTo>
                  <a:pt x="4218" y="2692"/>
                </a:lnTo>
                <a:lnTo>
                  <a:pt x="4218" y="2691"/>
                </a:lnTo>
                <a:lnTo>
                  <a:pt x="4219" y="2690"/>
                </a:lnTo>
                <a:lnTo>
                  <a:pt x="4220" y="2690"/>
                </a:lnTo>
                <a:lnTo>
                  <a:pt x="4220" y="2689"/>
                </a:lnTo>
                <a:lnTo>
                  <a:pt x="4221" y="2689"/>
                </a:lnTo>
                <a:lnTo>
                  <a:pt x="4221" y="2688"/>
                </a:lnTo>
                <a:lnTo>
                  <a:pt x="4221" y="2689"/>
                </a:lnTo>
                <a:lnTo>
                  <a:pt x="4220" y="2689"/>
                </a:lnTo>
                <a:lnTo>
                  <a:pt x="4219" y="2689"/>
                </a:lnTo>
                <a:lnTo>
                  <a:pt x="4219" y="2690"/>
                </a:lnTo>
                <a:lnTo>
                  <a:pt x="4218" y="2690"/>
                </a:lnTo>
                <a:lnTo>
                  <a:pt x="4217" y="2690"/>
                </a:lnTo>
                <a:lnTo>
                  <a:pt x="4218" y="2690"/>
                </a:lnTo>
                <a:lnTo>
                  <a:pt x="4218" y="2689"/>
                </a:lnTo>
                <a:lnTo>
                  <a:pt x="4217" y="2688"/>
                </a:lnTo>
                <a:lnTo>
                  <a:pt x="4216" y="2688"/>
                </a:lnTo>
                <a:lnTo>
                  <a:pt x="4216" y="2689"/>
                </a:lnTo>
                <a:lnTo>
                  <a:pt x="4217" y="2689"/>
                </a:lnTo>
                <a:lnTo>
                  <a:pt x="4216" y="2690"/>
                </a:lnTo>
                <a:lnTo>
                  <a:pt x="4217" y="2690"/>
                </a:lnTo>
                <a:lnTo>
                  <a:pt x="4217" y="2691"/>
                </a:lnTo>
                <a:lnTo>
                  <a:pt x="4216" y="2692"/>
                </a:lnTo>
                <a:lnTo>
                  <a:pt x="4215" y="2692"/>
                </a:lnTo>
                <a:lnTo>
                  <a:pt x="4215" y="2691"/>
                </a:lnTo>
                <a:lnTo>
                  <a:pt x="4215" y="2690"/>
                </a:lnTo>
                <a:lnTo>
                  <a:pt x="4215" y="2689"/>
                </a:lnTo>
                <a:lnTo>
                  <a:pt x="4214" y="2688"/>
                </a:lnTo>
                <a:lnTo>
                  <a:pt x="4214" y="2687"/>
                </a:lnTo>
                <a:lnTo>
                  <a:pt x="4213" y="2687"/>
                </a:lnTo>
                <a:lnTo>
                  <a:pt x="4213" y="2686"/>
                </a:lnTo>
                <a:lnTo>
                  <a:pt x="4212" y="2686"/>
                </a:lnTo>
                <a:lnTo>
                  <a:pt x="4212" y="2687"/>
                </a:lnTo>
                <a:lnTo>
                  <a:pt x="4212" y="2688"/>
                </a:lnTo>
                <a:lnTo>
                  <a:pt x="4213" y="2687"/>
                </a:lnTo>
                <a:lnTo>
                  <a:pt x="4213" y="2688"/>
                </a:lnTo>
                <a:lnTo>
                  <a:pt x="4213" y="2689"/>
                </a:lnTo>
                <a:lnTo>
                  <a:pt x="4214" y="2689"/>
                </a:lnTo>
                <a:lnTo>
                  <a:pt x="4214" y="2690"/>
                </a:lnTo>
                <a:lnTo>
                  <a:pt x="4214" y="2691"/>
                </a:lnTo>
                <a:lnTo>
                  <a:pt x="4213" y="2691"/>
                </a:lnTo>
                <a:lnTo>
                  <a:pt x="4213" y="2692"/>
                </a:lnTo>
                <a:lnTo>
                  <a:pt x="4212" y="2692"/>
                </a:lnTo>
                <a:lnTo>
                  <a:pt x="4212" y="2693"/>
                </a:lnTo>
                <a:lnTo>
                  <a:pt x="4212" y="2692"/>
                </a:lnTo>
                <a:lnTo>
                  <a:pt x="4211" y="2692"/>
                </a:lnTo>
                <a:lnTo>
                  <a:pt x="4212" y="2692"/>
                </a:lnTo>
                <a:lnTo>
                  <a:pt x="4212" y="2691"/>
                </a:lnTo>
                <a:lnTo>
                  <a:pt x="4211" y="2691"/>
                </a:lnTo>
                <a:lnTo>
                  <a:pt x="4211" y="2690"/>
                </a:lnTo>
                <a:lnTo>
                  <a:pt x="4210" y="2689"/>
                </a:lnTo>
                <a:lnTo>
                  <a:pt x="4210" y="2688"/>
                </a:lnTo>
                <a:lnTo>
                  <a:pt x="4210" y="2689"/>
                </a:lnTo>
                <a:lnTo>
                  <a:pt x="4210" y="2690"/>
                </a:lnTo>
                <a:lnTo>
                  <a:pt x="4209" y="2690"/>
                </a:lnTo>
                <a:lnTo>
                  <a:pt x="4208" y="2690"/>
                </a:lnTo>
                <a:lnTo>
                  <a:pt x="4208" y="2691"/>
                </a:lnTo>
                <a:lnTo>
                  <a:pt x="4209" y="2691"/>
                </a:lnTo>
                <a:lnTo>
                  <a:pt x="4209" y="2692"/>
                </a:lnTo>
                <a:lnTo>
                  <a:pt x="4209" y="2693"/>
                </a:lnTo>
                <a:lnTo>
                  <a:pt x="4208" y="2693"/>
                </a:lnTo>
                <a:lnTo>
                  <a:pt x="4208" y="2694"/>
                </a:lnTo>
                <a:lnTo>
                  <a:pt x="4208" y="2695"/>
                </a:lnTo>
                <a:lnTo>
                  <a:pt x="4208" y="2696"/>
                </a:lnTo>
                <a:lnTo>
                  <a:pt x="4208" y="2697"/>
                </a:lnTo>
                <a:lnTo>
                  <a:pt x="4208" y="2696"/>
                </a:lnTo>
                <a:lnTo>
                  <a:pt x="4208" y="2697"/>
                </a:lnTo>
                <a:lnTo>
                  <a:pt x="4209" y="2697"/>
                </a:lnTo>
                <a:lnTo>
                  <a:pt x="4209" y="2698"/>
                </a:lnTo>
                <a:lnTo>
                  <a:pt x="4209" y="2697"/>
                </a:lnTo>
                <a:lnTo>
                  <a:pt x="4210" y="2695"/>
                </a:lnTo>
                <a:lnTo>
                  <a:pt x="4210" y="2694"/>
                </a:lnTo>
                <a:lnTo>
                  <a:pt x="4210" y="2693"/>
                </a:lnTo>
                <a:lnTo>
                  <a:pt x="4211" y="2693"/>
                </a:lnTo>
                <a:lnTo>
                  <a:pt x="4212" y="2693"/>
                </a:lnTo>
                <a:lnTo>
                  <a:pt x="4213" y="2693"/>
                </a:lnTo>
                <a:lnTo>
                  <a:pt x="4214" y="2693"/>
                </a:lnTo>
                <a:lnTo>
                  <a:pt x="4214" y="2692"/>
                </a:lnTo>
                <a:lnTo>
                  <a:pt x="4215" y="2692"/>
                </a:lnTo>
                <a:lnTo>
                  <a:pt x="4216" y="2693"/>
                </a:lnTo>
                <a:lnTo>
                  <a:pt x="4216" y="2694"/>
                </a:lnTo>
                <a:lnTo>
                  <a:pt x="4217" y="2695"/>
                </a:lnTo>
                <a:lnTo>
                  <a:pt x="4218" y="2695"/>
                </a:lnTo>
                <a:lnTo>
                  <a:pt x="4218" y="2696"/>
                </a:lnTo>
                <a:lnTo>
                  <a:pt x="4218" y="2697"/>
                </a:lnTo>
                <a:lnTo>
                  <a:pt x="4219" y="2697"/>
                </a:lnTo>
                <a:lnTo>
                  <a:pt x="4220" y="2697"/>
                </a:lnTo>
                <a:lnTo>
                  <a:pt x="4220" y="2696"/>
                </a:lnTo>
                <a:lnTo>
                  <a:pt x="4220" y="2695"/>
                </a:lnTo>
                <a:lnTo>
                  <a:pt x="4221" y="2695"/>
                </a:lnTo>
                <a:lnTo>
                  <a:pt x="4222" y="2695"/>
                </a:lnTo>
                <a:lnTo>
                  <a:pt x="4223" y="2695"/>
                </a:lnTo>
                <a:lnTo>
                  <a:pt x="4223" y="2694"/>
                </a:lnTo>
                <a:lnTo>
                  <a:pt x="4224" y="2694"/>
                </a:lnTo>
                <a:lnTo>
                  <a:pt x="4224" y="2695"/>
                </a:lnTo>
                <a:lnTo>
                  <a:pt x="4225" y="2696"/>
                </a:lnTo>
                <a:lnTo>
                  <a:pt x="4225" y="2697"/>
                </a:lnTo>
                <a:lnTo>
                  <a:pt x="4225" y="2698"/>
                </a:lnTo>
                <a:lnTo>
                  <a:pt x="4225" y="2699"/>
                </a:lnTo>
                <a:lnTo>
                  <a:pt x="4225" y="2700"/>
                </a:lnTo>
                <a:lnTo>
                  <a:pt x="4225" y="2699"/>
                </a:lnTo>
                <a:lnTo>
                  <a:pt x="4226" y="2699"/>
                </a:lnTo>
                <a:lnTo>
                  <a:pt x="4226" y="2700"/>
                </a:lnTo>
                <a:lnTo>
                  <a:pt x="4226" y="2701"/>
                </a:lnTo>
                <a:lnTo>
                  <a:pt x="4227" y="2701"/>
                </a:lnTo>
                <a:lnTo>
                  <a:pt x="4227" y="2702"/>
                </a:lnTo>
                <a:lnTo>
                  <a:pt x="4228" y="2703"/>
                </a:lnTo>
                <a:lnTo>
                  <a:pt x="4229" y="2703"/>
                </a:lnTo>
                <a:lnTo>
                  <a:pt x="4230" y="2703"/>
                </a:lnTo>
                <a:lnTo>
                  <a:pt x="4231" y="2703"/>
                </a:lnTo>
                <a:lnTo>
                  <a:pt x="4230" y="2704"/>
                </a:lnTo>
                <a:lnTo>
                  <a:pt x="4229" y="2704"/>
                </a:lnTo>
                <a:lnTo>
                  <a:pt x="4228" y="2704"/>
                </a:lnTo>
                <a:lnTo>
                  <a:pt x="4227" y="2704"/>
                </a:lnTo>
                <a:lnTo>
                  <a:pt x="4226" y="2704"/>
                </a:lnTo>
                <a:lnTo>
                  <a:pt x="4225" y="2704"/>
                </a:lnTo>
                <a:lnTo>
                  <a:pt x="4226" y="2705"/>
                </a:lnTo>
                <a:lnTo>
                  <a:pt x="4227" y="2705"/>
                </a:lnTo>
                <a:lnTo>
                  <a:pt x="4228" y="2705"/>
                </a:lnTo>
                <a:lnTo>
                  <a:pt x="4229" y="2706"/>
                </a:lnTo>
                <a:lnTo>
                  <a:pt x="4228" y="2706"/>
                </a:lnTo>
                <a:lnTo>
                  <a:pt x="4227" y="2706"/>
                </a:lnTo>
                <a:lnTo>
                  <a:pt x="4226" y="2706"/>
                </a:lnTo>
                <a:lnTo>
                  <a:pt x="4225" y="2706"/>
                </a:lnTo>
                <a:lnTo>
                  <a:pt x="4224" y="2707"/>
                </a:lnTo>
                <a:lnTo>
                  <a:pt x="4225" y="2707"/>
                </a:lnTo>
                <a:lnTo>
                  <a:pt x="4225" y="2708"/>
                </a:lnTo>
                <a:lnTo>
                  <a:pt x="4225" y="2709"/>
                </a:lnTo>
                <a:lnTo>
                  <a:pt x="4226" y="2709"/>
                </a:lnTo>
                <a:lnTo>
                  <a:pt x="4227" y="2709"/>
                </a:lnTo>
                <a:lnTo>
                  <a:pt x="4226" y="2710"/>
                </a:lnTo>
                <a:lnTo>
                  <a:pt x="4225" y="2709"/>
                </a:lnTo>
                <a:lnTo>
                  <a:pt x="4224" y="2709"/>
                </a:lnTo>
                <a:lnTo>
                  <a:pt x="4223" y="2709"/>
                </a:lnTo>
                <a:lnTo>
                  <a:pt x="4221" y="2709"/>
                </a:lnTo>
                <a:lnTo>
                  <a:pt x="4220" y="2708"/>
                </a:lnTo>
                <a:lnTo>
                  <a:pt x="4219" y="2708"/>
                </a:lnTo>
                <a:lnTo>
                  <a:pt x="4218" y="2708"/>
                </a:lnTo>
                <a:lnTo>
                  <a:pt x="4218" y="2709"/>
                </a:lnTo>
                <a:lnTo>
                  <a:pt x="4218" y="2708"/>
                </a:lnTo>
                <a:lnTo>
                  <a:pt x="4217" y="2707"/>
                </a:lnTo>
                <a:lnTo>
                  <a:pt x="4217" y="2708"/>
                </a:lnTo>
                <a:lnTo>
                  <a:pt x="4216" y="2708"/>
                </a:lnTo>
                <a:lnTo>
                  <a:pt x="4216" y="2707"/>
                </a:lnTo>
                <a:lnTo>
                  <a:pt x="4215" y="2707"/>
                </a:lnTo>
                <a:lnTo>
                  <a:pt x="4214" y="2707"/>
                </a:lnTo>
                <a:lnTo>
                  <a:pt x="4214" y="2708"/>
                </a:lnTo>
                <a:lnTo>
                  <a:pt x="4215" y="2709"/>
                </a:lnTo>
                <a:lnTo>
                  <a:pt x="4216" y="2709"/>
                </a:lnTo>
                <a:lnTo>
                  <a:pt x="4217" y="2710"/>
                </a:lnTo>
                <a:lnTo>
                  <a:pt x="4217" y="2711"/>
                </a:lnTo>
                <a:lnTo>
                  <a:pt x="4216" y="2711"/>
                </a:lnTo>
                <a:lnTo>
                  <a:pt x="4216" y="2712"/>
                </a:lnTo>
                <a:lnTo>
                  <a:pt x="4216" y="2713"/>
                </a:lnTo>
                <a:lnTo>
                  <a:pt x="4217" y="2713"/>
                </a:lnTo>
                <a:lnTo>
                  <a:pt x="4218" y="2714"/>
                </a:lnTo>
                <a:lnTo>
                  <a:pt x="4217" y="2714"/>
                </a:lnTo>
                <a:lnTo>
                  <a:pt x="4216" y="2714"/>
                </a:lnTo>
                <a:lnTo>
                  <a:pt x="4216" y="2713"/>
                </a:lnTo>
                <a:lnTo>
                  <a:pt x="4214" y="2712"/>
                </a:lnTo>
                <a:lnTo>
                  <a:pt x="4214" y="2713"/>
                </a:lnTo>
                <a:lnTo>
                  <a:pt x="4215" y="2713"/>
                </a:lnTo>
                <a:lnTo>
                  <a:pt x="4214" y="2713"/>
                </a:lnTo>
                <a:lnTo>
                  <a:pt x="4214" y="2714"/>
                </a:lnTo>
                <a:lnTo>
                  <a:pt x="4215" y="2714"/>
                </a:lnTo>
                <a:lnTo>
                  <a:pt x="4214" y="2714"/>
                </a:lnTo>
                <a:lnTo>
                  <a:pt x="4213" y="2714"/>
                </a:lnTo>
                <a:lnTo>
                  <a:pt x="4214" y="2714"/>
                </a:lnTo>
                <a:lnTo>
                  <a:pt x="4213" y="2715"/>
                </a:lnTo>
                <a:lnTo>
                  <a:pt x="4214" y="2715"/>
                </a:lnTo>
                <a:lnTo>
                  <a:pt x="4215" y="2715"/>
                </a:lnTo>
                <a:lnTo>
                  <a:pt x="4215" y="2716"/>
                </a:lnTo>
                <a:lnTo>
                  <a:pt x="4215" y="2717"/>
                </a:lnTo>
                <a:lnTo>
                  <a:pt x="4215" y="2718"/>
                </a:lnTo>
                <a:lnTo>
                  <a:pt x="4215" y="2719"/>
                </a:lnTo>
                <a:lnTo>
                  <a:pt x="4213" y="2719"/>
                </a:lnTo>
                <a:lnTo>
                  <a:pt x="4213" y="2720"/>
                </a:lnTo>
                <a:lnTo>
                  <a:pt x="4214" y="2720"/>
                </a:lnTo>
                <a:lnTo>
                  <a:pt x="4213" y="2720"/>
                </a:lnTo>
                <a:lnTo>
                  <a:pt x="4212" y="2720"/>
                </a:lnTo>
                <a:lnTo>
                  <a:pt x="4211" y="2720"/>
                </a:lnTo>
                <a:lnTo>
                  <a:pt x="4211" y="2721"/>
                </a:lnTo>
                <a:lnTo>
                  <a:pt x="4210" y="2721"/>
                </a:lnTo>
                <a:lnTo>
                  <a:pt x="4210" y="2720"/>
                </a:lnTo>
                <a:lnTo>
                  <a:pt x="4209" y="2720"/>
                </a:lnTo>
                <a:lnTo>
                  <a:pt x="4209" y="2721"/>
                </a:lnTo>
                <a:lnTo>
                  <a:pt x="4208" y="2721"/>
                </a:lnTo>
                <a:lnTo>
                  <a:pt x="4208" y="2720"/>
                </a:lnTo>
                <a:lnTo>
                  <a:pt x="4208" y="2721"/>
                </a:lnTo>
                <a:lnTo>
                  <a:pt x="4209" y="2721"/>
                </a:lnTo>
                <a:lnTo>
                  <a:pt x="4208" y="2721"/>
                </a:lnTo>
                <a:lnTo>
                  <a:pt x="4208" y="2722"/>
                </a:lnTo>
                <a:lnTo>
                  <a:pt x="4208" y="2723"/>
                </a:lnTo>
                <a:lnTo>
                  <a:pt x="4209" y="2723"/>
                </a:lnTo>
                <a:lnTo>
                  <a:pt x="4210" y="2723"/>
                </a:lnTo>
                <a:lnTo>
                  <a:pt x="4210" y="2722"/>
                </a:lnTo>
                <a:lnTo>
                  <a:pt x="4211" y="2722"/>
                </a:lnTo>
                <a:lnTo>
                  <a:pt x="4212" y="2721"/>
                </a:lnTo>
                <a:lnTo>
                  <a:pt x="4212" y="2722"/>
                </a:lnTo>
                <a:lnTo>
                  <a:pt x="4213" y="2722"/>
                </a:lnTo>
                <a:lnTo>
                  <a:pt x="4212" y="2723"/>
                </a:lnTo>
                <a:lnTo>
                  <a:pt x="4212" y="2724"/>
                </a:lnTo>
                <a:lnTo>
                  <a:pt x="4213" y="2724"/>
                </a:lnTo>
                <a:lnTo>
                  <a:pt x="4213" y="2725"/>
                </a:lnTo>
                <a:lnTo>
                  <a:pt x="4212" y="2726"/>
                </a:lnTo>
                <a:lnTo>
                  <a:pt x="4212" y="2727"/>
                </a:lnTo>
                <a:lnTo>
                  <a:pt x="4211" y="2727"/>
                </a:lnTo>
                <a:lnTo>
                  <a:pt x="4211" y="2726"/>
                </a:lnTo>
                <a:lnTo>
                  <a:pt x="4210" y="2727"/>
                </a:lnTo>
                <a:lnTo>
                  <a:pt x="4210" y="2726"/>
                </a:lnTo>
                <a:lnTo>
                  <a:pt x="4209" y="2726"/>
                </a:lnTo>
                <a:lnTo>
                  <a:pt x="4208" y="2727"/>
                </a:lnTo>
                <a:lnTo>
                  <a:pt x="4208" y="2726"/>
                </a:lnTo>
                <a:lnTo>
                  <a:pt x="4207" y="2726"/>
                </a:lnTo>
                <a:lnTo>
                  <a:pt x="4206" y="2726"/>
                </a:lnTo>
                <a:lnTo>
                  <a:pt x="4206" y="2725"/>
                </a:lnTo>
                <a:lnTo>
                  <a:pt x="4205" y="2726"/>
                </a:lnTo>
                <a:lnTo>
                  <a:pt x="4204" y="2726"/>
                </a:lnTo>
                <a:lnTo>
                  <a:pt x="4203" y="2726"/>
                </a:lnTo>
                <a:lnTo>
                  <a:pt x="4203" y="2727"/>
                </a:lnTo>
                <a:lnTo>
                  <a:pt x="4202" y="2727"/>
                </a:lnTo>
                <a:lnTo>
                  <a:pt x="4203" y="2727"/>
                </a:lnTo>
                <a:lnTo>
                  <a:pt x="4203" y="2726"/>
                </a:lnTo>
                <a:lnTo>
                  <a:pt x="4202" y="2726"/>
                </a:lnTo>
                <a:lnTo>
                  <a:pt x="4202" y="2725"/>
                </a:lnTo>
                <a:lnTo>
                  <a:pt x="4201" y="2726"/>
                </a:lnTo>
                <a:lnTo>
                  <a:pt x="4201" y="2727"/>
                </a:lnTo>
                <a:lnTo>
                  <a:pt x="4201" y="2728"/>
                </a:lnTo>
                <a:lnTo>
                  <a:pt x="4201" y="2729"/>
                </a:lnTo>
                <a:lnTo>
                  <a:pt x="4202" y="2729"/>
                </a:lnTo>
                <a:lnTo>
                  <a:pt x="4201" y="2729"/>
                </a:lnTo>
                <a:lnTo>
                  <a:pt x="4200" y="2731"/>
                </a:lnTo>
                <a:lnTo>
                  <a:pt x="4199" y="2731"/>
                </a:lnTo>
                <a:lnTo>
                  <a:pt x="4199" y="2730"/>
                </a:lnTo>
                <a:lnTo>
                  <a:pt x="4199" y="2731"/>
                </a:lnTo>
                <a:lnTo>
                  <a:pt x="4198" y="2731"/>
                </a:lnTo>
                <a:lnTo>
                  <a:pt x="4198" y="2730"/>
                </a:lnTo>
                <a:lnTo>
                  <a:pt x="4198" y="2729"/>
                </a:lnTo>
                <a:lnTo>
                  <a:pt x="4197" y="2729"/>
                </a:lnTo>
                <a:lnTo>
                  <a:pt x="4196" y="2729"/>
                </a:lnTo>
                <a:lnTo>
                  <a:pt x="4195" y="2730"/>
                </a:lnTo>
                <a:lnTo>
                  <a:pt x="4196" y="2730"/>
                </a:lnTo>
                <a:lnTo>
                  <a:pt x="4197" y="2730"/>
                </a:lnTo>
                <a:lnTo>
                  <a:pt x="4197" y="2731"/>
                </a:lnTo>
                <a:lnTo>
                  <a:pt x="4197" y="2732"/>
                </a:lnTo>
                <a:lnTo>
                  <a:pt x="4197" y="2736"/>
                </a:lnTo>
                <a:lnTo>
                  <a:pt x="4197" y="2737"/>
                </a:lnTo>
                <a:lnTo>
                  <a:pt x="4198" y="2737"/>
                </a:lnTo>
                <a:lnTo>
                  <a:pt x="4199" y="2737"/>
                </a:lnTo>
                <a:lnTo>
                  <a:pt x="4199" y="2738"/>
                </a:lnTo>
                <a:lnTo>
                  <a:pt x="4199" y="2739"/>
                </a:lnTo>
                <a:lnTo>
                  <a:pt x="4200" y="2739"/>
                </a:lnTo>
                <a:lnTo>
                  <a:pt x="4200" y="2740"/>
                </a:lnTo>
                <a:lnTo>
                  <a:pt x="4200" y="2739"/>
                </a:lnTo>
                <a:lnTo>
                  <a:pt x="4201" y="2739"/>
                </a:lnTo>
                <a:lnTo>
                  <a:pt x="4202" y="2739"/>
                </a:lnTo>
                <a:lnTo>
                  <a:pt x="4201" y="2739"/>
                </a:lnTo>
                <a:lnTo>
                  <a:pt x="4201" y="2740"/>
                </a:lnTo>
                <a:lnTo>
                  <a:pt x="4202" y="2740"/>
                </a:lnTo>
                <a:lnTo>
                  <a:pt x="4202" y="2739"/>
                </a:lnTo>
                <a:lnTo>
                  <a:pt x="4203" y="2739"/>
                </a:lnTo>
                <a:lnTo>
                  <a:pt x="4203" y="2740"/>
                </a:lnTo>
                <a:lnTo>
                  <a:pt x="4202" y="2740"/>
                </a:lnTo>
                <a:lnTo>
                  <a:pt x="4201" y="2740"/>
                </a:lnTo>
                <a:lnTo>
                  <a:pt x="4201" y="2741"/>
                </a:lnTo>
                <a:lnTo>
                  <a:pt x="4201" y="2742"/>
                </a:lnTo>
                <a:lnTo>
                  <a:pt x="4200" y="2742"/>
                </a:lnTo>
                <a:lnTo>
                  <a:pt x="4200" y="2743"/>
                </a:lnTo>
                <a:lnTo>
                  <a:pt x="4200" y="2744"/>
                </a:lnTo>
                <a:lnTo>
                  <a:pt x="4200" y="2745"/>
                </a:lnTo>
                <a:lnTo>
                  <a:pt x="4201" y="2745"/>
                </a:lnTo>
                <a:lnTo>
                  <a:pt x="4201" y="2746"/>
                </a:lnTo>
                <a:lnTo>
                  <a:pt x="4202" y="2745"/>
                </a:lnTo>
                <a:lnTo>
                  <a:pt x="4203" y="2745"/>
                </a:lnTo>
                <a:lnTo>
                  <a:pt x="4204" y="2745"/>
                </a:lnTo>
                <a:lnTo>
                  <a:pt x="4203" y="2745"/>
                </a:lnTo>
                <a:lnTo>
                  <a:pt x="4203" y="2746"/>
                </a:lnTo>
                <a:lnTo>
                  <a:pt x="4204" y="2746"/>
                </a:lnTo>
                <a:lnTo>
                  <a:pt x="4205" y="2746"/>
                </a:lnTo>
                <a:lnTo>
                  <a:pt x="4205" y="2747"/>
                </a:lnTo>
                <a:lnTo>
                  <a:pt x="4204" y="2747"/>
                </a:lnTo>
                <a:lnTo>
                  <a:pt x="4204" y="2748"/>
                </a:lnTo>
                <a:lnTo>
                  <a:pt x="4203" y="2748"/>
                </a:lnTo>
                <a:lnTo>
                  <a:pt x="4202" y="2748"/>
                </a:lnTo>
                <a:lnTo>
                  <a:pt x="4201" y="2748"/>
                </a:lnTo>
                <a:lnTo>
                  <a:pt x="4200" y="2749"/>
                </a:lnTo>
                <a:lnTo>
                  <a:pt x="4200" y="2750"/>
                </a:lnTo>
                <a:lnTo>
                  <a:pt x="4201" y="2750"/>
                </a:lnTo>
                <a:lnTo>
                  <a:pt x="4201" y="2751"/>
                </a:lnTo>
                <a:lnTo>
                  <a:pt x="4200" y="2751"/>
                </a:lnTo>
                <a:lnTo>
                  <a:pt x="4200" y="2752"/>
                </a:lnTo>
                <a:lnTo>
                  <a:pt x="4201" y="2752"/>
                </a:lnTo>
                <a:lnTo>
                  <a:pt x="4201" y="2753"/>
                </a:lnTo>
                <a:lnTo>
                  <a:pt x="4201" y="2754"/>
                </a:lnTo>
                <a:lnTo>
                  <a:pt x="4200" y="2754"/>
                </a:lnTo>
                <a:lnTo>
                  <a:pt x="4200" y="2755"/>
                </a:lnTo>
                <a:lnTo>
                  <a:pt x="4201" y="2755"/>
                </a:lnTo>
                <a:lnTo>
                  <a:pt x="4202" y="2755"/>
                </a:lnTo>
                <a:lnTo>
                  <a:pt x="4202" y="2754"/>
                </a:lnTo>
                <a:lnTo>
                  <a:pt x="4203" y="2754"/>
                </a:lnTo>
                <a:lnTo>
                  <a:pt x="4203" y="2755"/>
                </a:lnTo>
                <a:lnTo>
                  <a:pt x="4202" y="2755"/>
                </a:lnTo>
                <a:lnTo>
                  <a:pt x="4202" y="2756"/>
                </a:lnTo>
                <a:lnTo>
                  <a:pt x="4201" y="2756"/>
                </a:lnTo>
                <a:lnTo>
                  <a:pt x="4200" y="2757"/>
                </a:lnTo>
                <a:lnTo>
                  <a:pt x="4199" y="2757"/>
                </a:lnTo>
                <a:lnTo>
                  <a:pt x="4198" y="2757"/>
                </a:lnTo>
                <a:lnTo>
                  <a:pt x="4198" y="2756"/>
                </a:lnTo>
                <a:lnTo>
                  <a:pt x="4199" y="2756"/>
                </a:lnTo>
                <a:lnTo>
                  <a:pt x="4199" y="2755"/>
                </a:lnTo>
                <a:lnTo>
                  <a:pt x="4199" y="2754"/>
                </a:lnTo>
                <a:lnTo>
                  <a:pt x="4198" y="2754"/>
                </a:lnTo>
                <a:lnTo>
                  <a:pt x="4197" y="2755"/>
                </a:lnTo>
                <a:lnTo>
                  <a:pt x="4197" y="2756"/>
                </a:lnTo>
                <a:lnTo>
                  <a:pt x="4196" y="2756"/>
                </a:lnTo>
                <a:lnTo>
                  <a:pt x="4195" y="2757"/>
                </a:lnTo>
                <a:lnTo>
                  <a:pt x="4194" y="2757"/>
                </a:lnTo>
                <a:lnTo>
                  <a:pt x="4193" y="2758"/>
                </a:lnTo>
                <a:lnTo>
                  <a:pt x="4192" y="2758"/>
                </a:lnTo>
                <a:lnTo>
                  <a:pt x="4192" y="2759"/>
                </a:lnTo>
                <a:lnTo>
                  <a:pt x="4191" y="2759"/>
                </a:lnTo>
                <a:lnTo>
                  <a:pt x="4190" y="2759"/>
                </a:lnTo>
                <a:lnTo>
                  <a:pt x="4189" y="2759"/>
                </a:lnTo>
                <a:lnTo>
                  <a:pt x="4189" y="2758"/>
                </a:lnTo>
                <a:lnTo>
                  <a:pt x="4188" y="2758"/>
                </a:lnTo>
                <a:lnTo>
                  <a:pt x="4187" y="2758"/>
                </a:lnTo>
                <a:lnTo>
                  <a:pt x="4187" y="2759"/>
                </a:lnTo>
                <a:lnTo>
                  <a:pt x="4186" y="2759"/>
                </a:lnTo>
                <a:lnTo>
                  <a:pt x="4186" y="2760"/>
                </a:lnTo>
                <a:lnTo>
                  <a:pt x="4185" y="2761"/>
                </a:lnTo>
                <a:lnTo>
                  <a:pt x="4185" y="2762"/>
                </a:lnTo>
                <a:lnTo>
                  <a:pt x="4186" y="2762"/>
                </a:lnTo>
                <a:lnTo>
                  <a:pt x="4186" y="2763"/>
                </a:lnTo>
                <a:lnTo>
                  <a:pt x="4185" y="2763"/>
                </a:lnTo>
                <a:lnTo>
                  <a:pt x="4185" y="2764"/>
                </a:lnTo>
                <a:lnTo>
                  <a:pt x="4184" y="2764"/>
                </a:lnTo>
                <a:lnTo>
                  <a:pt x="4183" y="2765"/>
                </a:lnTo>
                <a:lnTo>
                  <a:pt x="4182" y="2765"/>
                </a:lnTo>
                <a:lnTo>
                  <a:pt x="4182" y="2766"/>
                </a:lnTo>
                <a:lnTo>
                  <a:pt x="4181" y="2767"/>
                </a:lnTo>
                <a:lnTo>
                  <a:pt x="4181" y="2768"/>
                </a:lnTo>
                <a:lnTo>
                  <a:pt x="4180" y="2768"/>
                </a:lnTo>
                <a:lnTo>
                  <a:pt x="4180" y="2767"/>
                </a:lnTo>
                <a:lnTo>
                  <a:pt x="4179" y="2768"/>
                </a:lnTo>
                <a:lnTo>
                  <a:pt x="4179" y="2767"/>
                </a:lnTo>
                <a:lnTo>
                  <a:pt x="4178" y="2767"/>
                </a:lnTo>
                <a:lnTo>
                  <a:pt x="4177" y="2767"/>
                </a:lnTo>
                <a:lnTo>
                  <a:pt x="4176" y="2767"/>
                </a:lnTo>
                <a:lnTo>
                  <a:pt x="4177" y="2767"/>
                </a:lnTo>
                <a:lnTo>
                  <a:pt x="4177" y="2766"/>
                </a:lnTo>
                <a:lnTo>
                  <a:pt x="4176" y="2766"/>
                </a:lnTo>
                <a:lnTo>
                  <a:pt x="4176" y="2765"/>
                </a:lnTo>
                <a:lnTo>
                  <a:pt x="4177" y="2765"/>
                </a:lnTo>
                <a:lnTo>
                  <a:pt x="4176" y="2765"/>
                </a:lnTo>
                <a:lnTo>
                  <a:pt x="4176" y="2764"/>
                </a:lnTo>
                <a:lnTo>
                  <a:pt x="4177" y="2764"/>
                </a:lnTo>
                <a:lnTo>
                  <a:pt x="4177" y="2763"/>
                </a:lnTo>
                <a:lnTo>
                  <a:pt x="4176" y="2763"/>
                </a:lnTo>
                <a:lnTo>
                  <a:pt x="4177" y="2763"/>
                </a:lnTo>
                <a:lnTo>
                  <a:pt x="4177" y="2762"/>
                </a:lnTo>
                <a:lnTo>
                  <a:pt x="4177" y="2763"/>
                </a:lnTo>
                <a:lnTo>
                  <a:pt x="4178" y="2762"/>
                </a:lnTo>
                <a:lnTo>
                  <a:pt x="4177" y="2762"/>
                </a:lnTo>
                <a:lnTo>
                  <a:pt x="4177" y="2761"/>
                </a:lnTo>
                <a:lnTo>
                  <a:pt x="4178" y="2761"/>
                </a:lnTo>
                <a:lnTo>
                  <a:pt x="4177" y="2761"/>
                </a:lnTo>
                <a:lnTo>
                  <a:pt x="4177" y="2760"/>
                </a:lnTo>
                <a:lnTo>
                  <a:pt x="4178" y="2759"/>
                </a:lnTo>
                <a:lnTo>
                  <a:pt x="4179" y="2759"/>
                </a:lnTo>
                <a:lnTo>
                  <a:pt x="4180" y="2759"/>
                </a:lnTo>
                <a:lnTo>
                  <a:pt x="4180" y="2758"/>
                </a:lnTo>
                <a:lnTo>
                  <a:pt x="4182" y="2757"/>
                </a:lnTo>
                <a:lnTo>
                  <a:pt x="4183" y="2757"/>
                </a:lnTo>
                <a:lnTo>
                  <a:pt x="4184" y="2757"/>
                </a:lnTo>
                <a:lnTo>
                  <a:pt x="4185" y="2757"/>
                </a:lnTo>
                <a:lnTo>
                  <a:pt x="4185" y="2758"/>
                </a:lnTo>
                <a:lnTo>
                  <a:pt x="4185" y="2757"/>
                </a:lnTo>
                <a:lnTo>
                  <a:pt x="4186" y="2757"/>
                </a:lnTo>
                <a:lnTo>
                  <a:pt x="4186" y="2758"/>
                </a:lnTo>
                <a:lnTo>
                  <a:pt x="4185" y="2758"/>
                </a:lnTo>
                <a:lnTo>
                  <a:pt x="4186" y="2758"/>
                </a:lnTo>
                <a:lnTo>
                  <a:pt x="4187" y="2758"/>
                </a:lnTo>
                <a:lnTo>
                  <a:pt x="4187" y="2757"/>
                </a:lnTo>
                <a:lnTo>
                  <a:pt x="4186" y="2757"/>
                </a:lnTo>
                <a:lnTo>
                  <a:pt x="4186" y="2756"/>
                </a:lnTo>
                <a:lnTo>
                  <a:pt x="4187" y="2756"/>
                </a:lnTo>
                <a:lnTo>
                  <a:pt x="4188" y="2755"/>
                </a:lnTo>
                <a:lnTo>
                  <a:pt x="4188" y="2754"/>
                </a:lnTo>
                <a:lnTo>
                  <a:pt x="4187" y="2754"/>
                </a:lnTo>
                <a:lnTo>
                  <a:pt x="4188" y="2754"/>
                </a:lnTo>
                <a:lnTo>
                  <a:pt x="4189" y="2753"/>
                </a:lnTo>
                <a:lnTo>
                  <a:pt x="4189" y="2752"/>
                </a:lnTo>
                <a:lnTo>
                  <a:pt x="4190" y="2752"/>
                </a:lnTo>
                <a:lnTo>
                  <a:pt x="4190" y="2751"/>
                </a:lnTo>
                <a:lnTo>
                  <a:pt x="4191" y="2751"/>
                </a:lnTo>
                <a:lnTo>
                  <a:pt x="4190" y="2751"/>
                </a:lnTo>
                <a:lnTo>
                  <a:pt x="4189" y="2750"/>
                </a:lnTo>
                <a:lnTo>
                  <a:pt x="4188" y="2750"/>
                </a:lnTo>
                <a:lnTo>
                  <a:pt x="4189" y="2749"/>
                </a:lnTo>
                <a:lnTo>
                  <a:pt x="4190" y="2749"/>
                </a:lnTo>
                <a:lnTo>
                  <a:pt x="4191" y="2748"/>
                </a:lnTo>
                <a:lnTo>
                  <a:pt x="4192" y="2748"/>
                </a:lnTo>
                <a:lnTo>
                  <a:pt x="4191" y="2748"/>
                </a:lnTo>
                <a:lnTo>
                  <a:pt x="4191" y="2747"/>
                </a:lnTo>
                <a:lnTo>
                  <a:pt x="4190" y="2747"/>
                </a:lnTo>
                <a:lnTo>
                  <a:pt x="4191" y="2747"/>
                </a:lnTo>
                <a:lnTo>
                  <a:pt x="4192" y="2747"/>
                </a:lnTo>
                <a:lnTo>
                  <a:pt x="4193" y="2747"/>
                </a:lnTo>
                <a:lnTo>
                  <a:pt x="4193" y="2746"/>
                </a:lnTo>
                <a:lnTo>
                  <a:pt x="4193" y="2745"/>
                </a:lnTo>
                <a:lnTo>
                  <a:pt x="4194" y="2745"/>
                </a:lnTo>
                <a:lnTo>
                  <a:pt x="4195" y="2745"/>
                </a:lnTo>
                <a:lnTo>
                  <a:pt x="4196" y="2744"/>
                </a:lnTo>
                <a:lnTo>
                  <a:pt x="4195" y="2743"/>
                </a:lnTo>
                <a:lnTo>
                  <a:pt x="4196" y="2743"/>
                </a:lnTo>
                <a:lnTo>
                  <a:pt x="4196" y="2742"/>
                </a:lnTo>
                <a:lnTo>
                  <a:pt x="4197" y="2742"/>
                </a:lnTo>
                <a:lnTo>
                  <a:pt x="4198" y="2741"/>
                </a:lnTo>
                <a:lnTo>
                  <a:pt x="4198" y="2740"/>
                </a:lnTo>
                <a:lnTo>
                  <a:pt x="4198" y="2739"/>
                </a:lnTo>
                <a:lnTo>
                  <a:pt x="4197" y="2739"/>
                </a:lnTo>
                <a:lnTo>
                  <a:pt x="4196" y="2739"/>
                </a:lnTo>
                <a:lnTo>
                  <a:pt x="4195" y="2740"/>
                </a:lnTo>
                <a:lnTo>
                  <a:pt x="4194" y="2740"/>
                </a:lnTo>
                <a:lnTo>
                  <a:pt x="4193" y="2740"/>
                </a:lnTo>
                <a:lnTo>
                  <a:pt x="4192" y="2740"/>
                </a:lnTo>
                <a:lnTo>
                  <a:pt x="4191" y="2740"/>
                </a:lnTo>
                <a:lnTo>
                  <a:pt x="4190" y="2740"/>
                </a:lnTo>
                <a:lnTo>
                  <a:pt x="4189" y="2741"/>
                </a:lnTo>
                <a:lnTo>
                  <a:pt x="4188" y="2741"/>
                </a:lnTo>
                <a:lnTo>
                  <a:pt x="4188" y="2740"/>
                </a:lnTo>
                <a:lnTo>
                  <a:pt x="4189" y="2740"/>
                </a:lnTo>
                <a:lnTo>
                  <a:pt x="4189" y="2739"/>
                </a:lnTo>
                <a:lnTo>
                  <a:pt x="4188" y="2739"/>
                </a:lnTo>
                <a:lnTo>
                  <a:pt x="4187" y="2739"/>
                </a:lnTo>
                <a:lnTo>
                  <a:pt x="4187" y="2740"/>
                </a:lnTo>
                <a:lnTo>
                  <a:pt x="4186" y="2740"/>
                </a:lnTo>
                <a:lnTo>
                  <a:pt x="4186" y="2739"/>
                </a:lnTo>
                <a:lnTo>
                  <a:pt x="4185" y="2740"/>
                </a:lnTo>
                <a:lnTo>
                  <a:pt x="4184" y="2741"/>
                </a:lnTo>
                <a:lnTo>
                  <a:pt x="4184" y="2742"/>
                </a:lnTo>
                <a:lnTo>
                  <a:pt x="4184" y="2743"/>
                </a:lnTo>
                <a:lnTo>
                  <a:pt x="4185" y="2743"/>
                </a:lnTo>
                <a:lnTo>
                  <a:pt x="4185" y="2744"/>
                </a:lnTo>
                <a:lnTo>
                  <a:pt x="4185" y="2745"/>
                </a:lnTo>
                <a:lnTo>
                  <a:pt x="4185" y="2746"/>
                </a:lnTo>
                <a:lnTo>
                  <a:pt x="4184" y="2746"/>
                </a:lnTo>
                <a:lnTo>
                  <a:pt x="4183" y="2747"/>
                </a:lnTo>
                <a:lnTo>
                  <a:pt x="4182" y="2747"/>
                </a:lnTo>
                <a:lnTo>
                  <a:pt x="4182" y="2748"/>
                </a:lnTo>
                <a:lnTo>
                  <a:pt x="4182" y="2749"/>
                </a:lnTo>
                <a:lnTo>
                  <a:pt x="4181" y="2750"/>
                </a:lnTo>
                <a:lnTo>
                  <a:pt x="4182" y="2750"/>
                </a:lnTo>
                <a:lnTo>
                  <a:pt x="4182" y="2751"/>
                </a:lnTo>
                <a:lnTo>
                  <a:pt x="4181" y="2751"/>
                </a:lnTo>
                <a:lnTo>
                  <a:pt x="4181" y="2752"/>
                </a:lnTo>
                <a:lnTo>
                  <a:pt x="4182" y="2752"/>
                </a:lnTo>
                <a:lnTo>
                  <a:pt x="4182" y="2753"/>
                </a:lnTo>
                <a:lnTo>
                  <a:pt x="4181" y="2753"/>
                </a:lnTo>
                <a:lnTo>
                  <a:pt x="4181" y="2754"/>
                </a:lnTo>
                <a:lnTo>
                  <a:pt x="4180" y="2754"/>
                </a:lnTo>
                <a:lnTo>
                  <a:pt x="4179" y="2754"/>
                </a:lnTo>
                <a:lnTo>
                  <a:pt x="4179" y="2753"/>
                </a:lnTo>
                <a:lnTo>
                  <a:pt x="4179" y="2752"/>
                </a:lnTo>
                <a:lnTo>
                  <a:pt x="4180" y="2752"/>
                </a:lnTo>
                <a:lnTo>
                  <a:pt x="4179" y="2751"/>
                </a:lnTo>
                <a:lnTo>
                  <a:pt x="4178" y="2750"/>
                </a:lnTo>
                <a:lnTo>
                  <a:pt x="4177" y="2750"/>
                </a:lnTo>
                <a:lnTo>
                  <a:pt x="4177" y="2749"/>
                </a:lnTo>
                <a:lnTo>
                  <a:pt x="4177" y="2748"/>
                </a:lnTo>
                <a:lnTo>
                  <a:pt x="4176" y="2748"/>
                </a:lnTo>
                <a:lnTo>
                  <a:pt x="4175" y="2748"/>
                </a:lnTo>
                <a:lnTo>
                  <a:pt x="4175" y="2749"/>
                </a:lnTo>
                <a:lnTo>
                  <a:pt x="4174" y="2749"/>
                </a:lnTo>
                <a:lnTo>
                  <a:pt x="4173" y="2750"/>
                </a:lnTo>
                <a:lnTo>
                  <a:pt x="4172" y="2749"/>
                </a:lnTo>
                <a:lnTo>
                  <a:pt x="4172" y="2748"/>
                </a:lnTo>
                <a:lnTo>
                  <a:pt x="4173" y="2747"/>
                </a:lnTo>
                <a:lnTo>
                  <a:pt x="4174" y="2747"/>
                </a:lnTo>
                <a:lnTo>
                  <a:pt x="4174" y="2746"/>
                </a:lnTo>
                <a:lnTo>
                  <a:pt x="4173" y="2746"/>
                </a:lnTo>
                <a:lnTo>
                  <a:pt x="4173" y="2745"/>
                </a:lnTo>
                <a:lnTo>
                  <a:pt x="4173" y="2744"/>
                </a:lnTo>
                <a:lnTo>
                  <a:pt x="4172" y="2744"/>
                </a:lnTo>
                <a:lnTo>
                  <a:pt x="4173" y="2743"/>
                </a:lnTo>
                <a:lnTo>
                  <a:pt x="4174" y="2743"/>
                </a:lnTo>
                <a:lnTo>
                  <a:pt x="4173" y="2742"/>
                </a:lnTo>
                <a:lnTo>
                  <a:pt x="4174" y="2741"/>
                </a:lnTo>
                <a:lnTo>
                  <a:pt x="4175" y="2740"/>
                </a:lnTo>
                <a:lnTo>
                  <a:pt x="4176" y="2741"/>
                </a:lnTo>
                <a:lnTo>
                  <a:pt x="4177" y="2741"/>
                </a:lnTo>
                <a:lnTo>
                  <a:pt x="4178" y="2741"/>
                </a:lnTo>
                <a:lnTo>
                  <a:pt x="4178" y="2740"/>
                </a:lnTo>
                <a:lnTo>
                  <a:pt x="4177" y="2739"/>
                </a:lnTo>
                <a:lnTo>
                  <a:pt x="4178" y="2739"/>
                </a:lnTo>
                <a:lnTo>
                  <a:pt x="4178" y="2738"/>
                </a:lnTo>
                <a:lnTo>
                  <a:pt x="4177" y="2737"/>
                </a:lnTo>
                <a:lnTo>
                  <a:pt x="4177" y="2738"/>
                </a:lnTo>
                <a:lnTo>
                  <a:pt x="4176" y="2739"/>
                </a:lnTo>
                <a:lnTo>
                  <a:pt x="4175" y="2739"/>
                </a:lnTo>
                <a:lnTo>
                  <a:pt x="4174" y="2739"/>
                </a:lnTo>
                <a:lnTo>
                  <a:pt x="4173" y="2739"/>
                </a:lnTo>
                <a:lnTo>
                  <a:pt x="4172" y="2740"/>
                </a:lnTo>
                <a:lnTo>
                  <a:pt x="4172" y="2739"/>
                </a:lnTo>
                <a:lnTo>
                  <a:pt x="4171" y="2739"/>
                </a:lnTo>
                <a:lnTo>
                  <a:pt x="4172" y="2738"/>
                </a:lnTo>
                <a:lnTo>
                  <a:pt x="4172" y="2737"/>
                </a:lnTo>
                <a:lnTo>
                  <a:pt x="4173" y="2736"/>
                </a:lnTo>
                <a:lnTo>
                  <a:pt x="4175" y="2736"/>
                </a:lnTo>
                <a:lnTo>
                  <a:pt x="4177" y="2735"/>
                </a:lnTo>
                <a:lnTo>
                  <a:pt x="4177" y="2734"/>
                </a:lnTo>
                <a:lnTo>
                  <a:pt x="4178" y="2734"/>
                </a:lnTo>
                <a:lnTo>
                  <a:pt x="4178" y="2733"/>
                </a:lnTo>
                <a:lnTo>
                  <a:pt x="4177" y="2733"/>
                </a:lnTo>
                <a:lnTo>
                  <a:pt x="4177" y="2734"/>
                </a:lnTo>
                <a:lnTo>
                  <a:pt x="4176" y="2734"/>
                </a:lnTo>
                <a:lnTo>
                  <a:pt x="4175" y="2735"/>
                </a:lnTo>
                <a:lnTo>
                  <a:pt x="4174" y="2735"/>
                </a:lnTo>
                <a:lnTo>
                  <a:pt x="4173" y="2735"/>
                </a:lnTo>
                <a:lnTo>
                  <a:pt x="4173" y="2734"/>
                </a:lnTo>
                <a:lnTo>
                  <a:pt x="4173" y="2733"/>
                </a:lnTo>
                <a:lnTo>
                  <a:pt x="4174" y="2733"/>
                </a:lnTo>
                <a:lnTo>
                  <a:pt x="4173" y="2733"/>
                </a:lnTo>
                <a:lnTo>
                  <a:pt x="4173" y="2734"/>
                </a:lnTo>
                <a:lnTo>
                  <a:pt x="4173" y="2735"/>
                </a:lnTo>
                <a:lnTo>
                  <a:pt x="4172" y="2735"/>
                </a:lnTo>
                <a:lnTo>
                  <a:pt x="4172" y="2736"/>
                </a:lnTo>
                <a:lnTo>
                  <a:pt x="4171" y="2736"/>
                </a:lnTo>
                <a:lnTo>
                  <a:pt x="4171" y="2737"/>
                </a:lnTo>
                <a:lnTo>
                  <a:pt x="4170" y="2738"/>
                </a:lnTo>
                <a:lnTo>
                  <a:pt x="4169" y="2738"/>
                </a:lnTo>
                <a:lnTo>
                  <a:pt x="4169" y="2740"/>
                </a:lnTo>
                <a:lnTo>
                  <a:pt x="4170" y="2741"/>
                </a:lnTo>
                <a:lnTo>
                  <a:pt x="4171" y="2741"/>
                </a:lnTo>
                <a:lnTo>
                  <a:pt x="4171" y="2742"/>
                </a:lnTo>
                <a:lnTo>
                  <a:pt x="4170" y="2742"/>
                </a:lnTo>
                <a:lnTo>
                  <a:pt x="4170" y="2743"/>
                </a:lnTo>
                <a:lnTo>
                  <a:pt x="4170" y="2744"/>
                </a:lnTo>
                <a:lnTo>
                  <a:pt x="4169" y="2745"/>
                </a:lnTo>
                <a:lnTo>
                  <a:pt x="4168" y="2745"/>
                </a:lnTo>
                <a:lnTo>
                  <a:pt x="4167" y="2745"/>
                </a:lnTo>
                <a:lnTo>
                  <a:pt x="4167" y="2744"/>
                </a:lnTo>
                <a:lnTo>
                  <a:pt x="4167" y="2743"/>
                </a:lnTo>
                <a:lnTo>
                  <a:pt x="4166" y="2742"/>
                </a:lnTo>
                <a:lnTo>
                  <a:pt x="4166" y="2740"/>
                </a:lnTo>
                <a:lnTo>
                  <a:pt x="4165" y="2739"/>
                </a:lnTo>
                <a:lnTo>
                  <a:pt x="4165" y="2738"/>
                </a:lnTo>
                <a:lnTo>
                  <a:pt x="4164" y="2738"/>
                </a:lnTo>
                <a:lnTo>
                  <a:pt x="4164" y="2737"/>
                </a:lnTo>
                <a:lnTo>
                  <a:pt x="4163" y="2736"/>
                </a:lnTo>
                <a:lnTo>
                  <a:pt x="4163" y="2737"/>
                </a:lnTo>
                <a:lnTo>
                  <a:pt x="4163" y="2738"/>
                </a:lnTo>
                <a:lnTo>
                  <a:pt x="4163" y="2739"/>
                </a:lnTo>
                <a:lnTo>
                  <a:pt x="4163" y="2740"/>
                </a:lnTo>
                <a:lnTo>
                  <a:pt x="4163" y="2741"/>
                </a:lnTo>
                <a:lnTo>
                  <a:pt x="4162" y="2741"/>
                </a:lnTo>
                <a:lnTo>
                  <a:pt x="4163" y="2741"/>
                </a:lnTo>
                <a:lnTo>
                  <a:pt x="4162" y="2741"/>
                </a:lnTo>
                <a:lnTo>
                  <a:pt x="4162" y="2742"/>
                </a:lnTo>
                <a:lnTo>
                  <a:pt x="4163" y="2742"/>
                </a:lnTo>
                <a:lnTo>
                  <a:pt x="4162" y="2742"/>
                </a:lnTo>
                <a:lnTo>
                  <a:pt x="4163" y="2742"/>
                </a:lnTo>
                <a:lnTo>
                  <a:pt x="4163" y="2743"/>
                </a:lnTo>
                <a:lnTo>
                  <a:pt x="4162" y="2743"/>
                </a:lnTo>
                <a:lnTo>
                  <a:pt x="4163" y="2743"/>
                </a:lnTo>
                <a:lnTo>
                  <a:pt x="4163" y="2744"/>
                </a:lnTo>
                <a:lnTo>
                  <a:pt x="4164" y="2744"/>
                </a:lnTo>
                <a:lnTo>
                  <a:pt x="4164" y="2745"/>
                </a:lnTo>
                <a:lnTo>
                  <a:pt x="4164" y="2744"/>
                </a:lnTo>
                <a:lnTo>
                  <a:pt x="4165" y="2744"/>
                </a:lnTo>
                <a:lnTo>
                  <a:pt x="4165" y="2745"/>
                </a:lnTo>
                <a:lnTo>
                  <a:pt x="4166" y="2745"/>
                </a:lnTo>
                <a:lnTo>
                  <a:pt x="4167" y="2746"/>
                </a:lnTo>
                <a:lnTo>
                  <a:pt x="4167" y="2747"/>
                </a:lnTo>
                <a:lnTo>
                  <a:pt x="4167" y="2748"/>
                </a:lnTo>
                <a:lnTo>
                  <a:pt x="4167" y="2749"/>
                </a:lnTo>
                <a:lnTo>
                  <a:pt x="4166" y="2749"/>
                </a:lnTo>
                <a:lnTo>
                  <a:pt x="4166" y="2748"/>
                </a:lnTo>
                <a:lnTo>
                  <a:pt x="4165" y="2748"/>
                </a:lnTo>
                <a:lnTo>
                  <a:pt x="4164" y="2748"/>
                </a:lnTo>
                <a:lnTo>
                  <a:pt x="4163" y="2747"/>
                </a:lnTo>
                <a:lnTo>
                  <a:pt x="4162" y="2747"/>
                </a:lnTo>
                <a:lnTo>
                  <a:pt x="4162" y="2746"/>
                </a:lnTo>
                <a:lnTo>
                  <a:pt x="4161" y="2746"/>
                </a:lnTo>
                <a:lnTo>
                  <a:pt x="4161" y="2745"/>
                </a:lnTo>
                <a:lnTo>
                  <a:pt x="4161" y="2744"/>
                </a:lnTo>
                <a:lnTo>
                  <a:pt x="4160" y="2744"/>
                </a:lnTo>
                <a:lnTo>
                  <a:pt x="4160" y="2743"/>
                </a:lnTo>
                <a:lnTo>
                  <a:pt x="4159" y="2743"/>
                </a:lnTo>
                <a:lnTo>
                  <a:pt x="4157" y="2743"/>
                </a:lnTo>
                <a:lnTo>
                  <a:pt x="4156" y="2743"/>
                </a:lnTo>
                <a:lnTo>
                  <a:pt x="4157" y="2742"/>
                </a:lnTo>
                <a:lnTo>
                  <a:pt x="4157" y="2741"/>
                </a:lnTo>
                <a:lnTo>
                  <a:pt x="4157" y="2739"/>
                </a:lnTo>
                <a:lnTo>
                  <a:pt x="4156" y="2739"/>
                </a:lnTo>
                <a:lnTo>
                  <a:pt x="4155" y="2740"/>
                </a:lnTo>
                <a:lnTo>
                  <a:pt x="4154" y="2740"/>
                </a:lnTo>
                <a:lnTo>
                  <a:pt x="4153" y="2740"/>
                </a:lnTo>
                <a:lnTo>
                  <a:pt x="4153" y="2739"/>
                </a:lnTo>
                <a:lnTo>
                  <a:pt x="4152" y="2739"/>
                </a:lnTo>
                <a:lnTo>
                  <a:pt x="4153" y="2740"/>
                </a:lnTo>
                <a:lnTo>
                  <a:pt x="4153" y="2741"/>
                </a:lnTo>
                <a:lnTo>
                  <a:pt x="4152" y="2743"/>
                </a:lnTo>
                <a:lnTo>
                  <a:pt x="4151" y="2743"/>
                </a:lnTo>
                <a:lnTo>
                  <a:pt x="4151" y="2742"/>
                </a:lnTo>
                <a:lnTo>
                  <a:pt x="4151" y="2743"/>
                </a:lnTo>
                <a:lnTo>
                  <a:pt x="4151" y="2744"/>
                </a:lnTo>
                <a:lnTo>
                  <a:pt x="4152" y="2744"/>
                </a:lnTo>
                <a:lnTo>
                  <a:pt x="4151" y="2745"/>
                </a:lnTo>
                <a:lnTo>
                  <a:pt x="4152" y="2745"/>
                </a:lnTo>
                <a:lnTo>
                  <a:pt x="4153" y="2745"/>
                </a:lnTo>
                <a:lnTo>
                  <a:pt x="4154" y="2744"/>
                </a:lnTo>
                <a:lnTo>
                  <a:pt x="4155" y="2744"/>
                </a:lnTo>
                <a:lnTo>
                  <a:pt x="4156" y="2744"/>
                </a:lnTo>
                <a:lnTo>
                  <a:pt x="4157" y="2744"/>
                </a:lnTo>
                <a:lnTo>
                  <a:pt x="4158" y="2744"/>
                </a:lnTo>
                <a:lnTo>
                  <a:pt x="4158" y="2745"/>
                </a:lnTo>
                <a:lnTo>
                  <a:pt x="4159" y="2745"/>
                </a:lnTo>
                <a:lnTo>
                  <a:pt x="4159" y="2746"/>
                </a:lnTo>
                <a:lnTo>
                  <a:pt x="4158" y="2746"/>
                </a:lnTo>
                <a:lnTo>
                  <a:pt x="4158" y="2747"/>
                </a:lnTo>
                <a:lnTo>
                  <a:pt x="4157" y="2747"/>
                </a:lnTo>
                <a:lnTo>
                  <a:pt x="4157" y="2746"/>
                </a:lnTo>
                <a:lnTo>
                  <a:pt x="4157" y="2747"/>
                </a:lnTo>
                <a:lnTo>
                  <a:pt x="4157" y="2748"/>
                </a:lnTo>
                <a:lnTo>
                  <a:pt x="4157" y="2747"/>
                </a:lnTo>
                <a:lnTo>
                  <a:pt x="4156" y="2747"/>
                </a:lnTo>
                <a:lnTo>
                  <a:pt x="4155" y="2747"/>
                </a:lnTo>
                <a:lnTo>
                  <a:pt x="4154" y="2747"/>
                </a:lnTo>
                <a:lnTo>
                  <a:pt x="4155" y="2747"/>
                </a:lnTo>
                <a:lnTo>
                  <a:pt x="4156" y="2747"/>
                </a:lnTo>
                <a:lnTo>
                  <a:pt x="4156" y="2748"/>
                </a:lnTo>
                <a:lnTo>
                  <a:pt x="4157" y="2749"/>
                </a:lnTo>
                <a:lnTo>
                  <a:pt x="4158" y="2749"/>
                </a:lnTo>
                <a:lnTo>
                  <a:pt x="4158" y="2750"/>
                </a:lnTo>
                <a:lnTo>
                  <a:pt x="4158" y="2751"/>
                </a:lnTo>
                <a:lnTo>
                  <a:pt x="4157" y="2751"/>
                </a:lnTo>
                <a:lnTo>
                  <a:pt x="4157" y="2750"/>
                </a:lnTo>
                <a:lnTo>
                  <a:pt x="4156" y="2750"/>
                </a:lnTo>
                <a:lnTo>
                  <a:pt x="4157" y="2750"/>
                </a:lnTo>
                <a:lnTo>
                  <a:pt x="4157" y="2751"/>
                </a:lnTo>
                <a:lnTo>
                  <a:pt x="4156" y="2751"/>
                </a:lnTo>
                <a:lnTo>
                  <a:pt x="4156" y="2750"/>
                </a:lnTo>
                <a:lnTo>
                  <a:pt x="4156" y="2751"/>
                </a:lnTo>
                <a:lnTo>
                  <a:pt x="4155" y="2751"/>
                </a:lnTo>
                <a:lnTo>
                  <a:pt x="4156" y="2751"/>
                </a:lnTo>
                <a:lnTo>
                  <a:pt x="4156" y="2752"/>
                </a:lnTo>
                <a:lnTo>
                  <a:pt x="4157" y="2752"/>
                </a:lnTo>
                <a:lnTo>
                  <a:pt x="4157" y="2753"/>
                </a:lnTo>
                <a:lnTo>
                  <a:pt x="4157" y="2754"/>
                </a:lnTo>
                <a:lnTo>
                  <a:pt x="4156" y="2754"/>
                </a:lnTo>
                <a:lnTo>
                  <a:pt x="4155" y="2754"/>
                </a:lnTo>
                <a:lnTo>
                  <a:pt x="4154" y="2754"/>
                </a:lnTo>
                <a:lnTo>
                  <a:pt x="4153" y="2754"/>
                </a:lnTo>
                <a:lnTo>
                  <a:pt x="4153" y="2755"/>
                </a:lnTo>
                <a:lnTo>
                  <a:pt x="4152" y="2755"/>
                </a:lnTo>
                <a:lnTo>
                  <a:pt x="4151" y="2756"/>
                </a:lnTo>
                <a:lnTo>
                  <a:pt x="4152" y="2758"/>
                </a:lnTo>
                <a:lnTo>
                  <a:pt x="4153" y="2758"/>
                </a:lnTo>
                <a:lnTo>
                  <a:pt x="4154" y="2758"/>
                </a:lnTo>
                <a:lnTo>
                  <a:pt x="4155" y="2760"/>
                </a:lnTo>
                <a:lnTo>
                  <a:pt x="4155" y="2761"/>
                </a:lnTo>
                <a:lnTo>
                  <a:pt x="4155" y="2762"/>
                </a:lnTo>
                <a:lnTo>
                  <a:pt x="4155" y="2763"/>
                </a:lnTo>
                <a:lnTo>
                  <a:pt x="4155" y="2762"/>
                </a:lnTo>
                <a:lnTo>
                  <a:pt x="4155" y="2761"/>
                </a:lnTo>
                <a:lnTo>
                  <a:pt x="4156" y="2761"/>
                </a:lnTo>
                <a:lnTo>
                  <a:pt x="4156" y="2760"/>
                </a:lnTo>
                <a:lnTo>
                  <a:pt x="4157" y="2760"/>
                </a:lnTo>
                <a:lnTo>
                  <a:pt x="4157" y="2759"/>
                </a:lnTo>
                <a:lnTo>
                  <a:pt x="4158" y="2759"/>
                </a:lnTo>
                <a:lnTo>
                  <a:pt x="4159" y="2759"/>
                </a:lnTo>
                <a:lnTo>
                  <a:pt x="4159" y="2758"/>
                </a:lnTo>
                <a:lnTo>
                  <a:pt x="4160" y="2758"/>
                </a:lnTo>
                <a:lnTo>
                  <a:pt x="4161" y="2758"/>
                </a:lnTo>
                <a:lnTo>
                  <a:pt x="4161" y="2757"/>
                </a:lnTo>
                <a:lnTo>
                  <a:pt x="4162" y="2757"/>
                </a:lnTo>
                <a:lnTo>
                  <a:pt x="4163" y="2758"/>
                </a:lnTo>
                <a:lnTo>
                  <a:pt x="4164" y="2758"/>
                </a:lnTo>
                <a:lnTo>
                  <a:pt x="4165" y="2758"/>
                </a:lnTo>
                <a:lnTo>
                  <a:pt x="4166" y="2758"/>
                </a:lnTo>
                <a:lnTo>
                  <a:pt x="4167" y="2758"/>
                </a:lnTo>
                <a:lnTo>
                  <a:pt x="4168" y="2758"/>
                </a:lnTo>
                <a:lnTo>
                  <a:pt x="4168" y="2759"/>
                </a:lnTo>
                <a:lnTo>
                  <a:pt x="4169" y="2760"/>
                </a:lnTo>
                <a:lnTo>
                  <a:pt x="4170" y="2760"/>
                </a:lnTo>
                <a:lnTo>
                  <a:pt x="4171" y="2761"/>
                </a:lnTo>
                <a:lnTo>
                  <a:pt x="4172" y="2761"/>
                </a:lnTo>
                <a:lnTo>
                  <a:pt x="4172" y="2762"/>
                </a:lnTo>
                <a:lnTo>
                  <a:pt x="4171" y="2762"/>
                </a:lnTo>
                <a:lnTo>
                  <a:pt x="4172" y="2762"/>
                </a:lnTo>
                <a:lnTo>
                  <a:pt x="4172" y="2763"/>
                </a:lnTo>
                <a:lnTo>
                  <a:pt x="4173" y="2763"/>
                </a:lnTo>
                <a:lnTo>
                  <a:pt x="4173" y="2764"/>
                </a:lnTo>
                <a:lnTo>
                  <a:pt x="4172" y="2764"/>
                </a:lnTo>
                <a:lnTo>
                  <a:pt x="4172" y="2763"/>
                </a:lnTo>
                <a:lnTo>
                  <a:pt x="4171" y="2763"/>
                </a:lnTo>
                <a:lnTo>
                  <a:pt x="4170" y="2764"/>
                </a:lnTo>
                <a:lnTo>
                  <a:pt x="4169" y="2765"/>
                </a:lnTo>
                <a:lnTo>
                  <a:pt x="4170" y="2765"/>
                </a:lnTo>
                <a:lnTo>
                  <a:pt x="4170" y="2764"/>
                </a:lnTo>
                <a:lnTo>
                  <a:pt x="4171" y="2765"/>
                </a:lnTo>
                <a:lnTo>
                  <a:pt x="4172" y="2765"/>
                </a:lnTo>
                <a:lnTo>
                  <a:pt x="4171" y="2766"/>
                </a:lnTo>
                <a:lnTo>
                  <a:pt x="4171" y="2767"/>
                </a:lnTo>
                <a:lnTo>
                  <a:pt x="4170" y="2768"/>
                </a:lnTo>
                <a:lnTo>
                  <a:pt x="4171" y="2768"/>
                </a:lnTo>
                <a:lnTo>
                  <a:pt x="4172" y="2767"/>
                </a:lnTo>
                <a:lnTo>
                  <a:pt x="4172" y="2768"/>
                </a:lnTo>
                <a:lnTo>
                  <a:pt x="4173" y="2768"/>
                </a:lnTo>
                <a:lnTo>
                  <a:pt x="4173" y="2769"/>
                </a:lnTo>
                <a:lnTo>
                  <a:pt x="4172" y="2769"/>
                </a:lnTo>
                <a:lnTo>
                  <a:pt x="4171" y="2769"/>
                </a:lnTo>
                <a:lnTo>
                  <a:pt x="4171" y="2770"/>
                </a:lnTo>
                <a:lnTo>
                  <a:pt x="4172" y="2770"/>
                </a:lnTo>
                <a:lnTo>
                  <a:pt x="4173" y="2770"/>
                </a:lnTo>
                <a:lnTo>
                  <a:pt x="4173" y="2771"/>
                </a:lnTo>
                <a:lnTo>
                  <a:pt x="4174" y="2771"/>
                </a:lnTo>
                <a:lnTo>
                  <a:pt x="4173" y="2772"/>
                </a:lnTo>
                <a:lnTo>
                  <a:pt x="4174" y="2772"/>
                </a:lnTo>
                <a:lnTo>
                  <a:pt x="4175" y="2772"/>
                </a:lnTo>
                <a:lnTo>
                  <a:pt x="4174" y="2773"/>
                </a:lnTo>
                <a:lnTo>
                  <a:pt x="4175" y="2774"/>
                </a:lnTo>
                <a:lnTo>
                  <a:pt x="4175" y="2775"/>
                </a:lnTo>
                <a:lnTo>
                  <a:pt x="4175" y="2774"/>
                </a:lnTo>
                <a:lnTo>
                  <a:pt x="4176" y="2774"/>
                </a:lnTo>
                <a:lnTo>
                  <a:pt x="4176" y="2775"/>
                </a:lnTo>
                <a:lnTo>
                  <a:pt x="4175" y="2775"/>
                </a:lnTo>
                <a:lnTo>
                  <a:pt x="4174" y="2776"/>
                </a:lnTo>
                <a:lnTo>
                  <a:pt x="4174" y="2775"/>
                </a:lnTo>
                <a:lnTo>
                  <a:pt x="4173" y="2775"/>
                </a:lnTo>
                <a:lnTo>
                  <a:pt x="4173" y="2776"/>
                </a:lnTo>
                <a:lnTo>
                  <a:pt x="4173" y="2777"/>
                </a:lnTo>
                <a:lnTo>
                  <a:pt x="4172" y="2777"/>
                </a:lnTo>
                <a:lnTo>
                  <a:pt x="4172" y="2778"/>
                </a:lnTo>
                <a:lnTo>
                  <a:pt x="4172" y="2777"/>
                </a:lnTo>
                <a:lnTo>
                  <a:pt x="4173" y="2777"/>
                </a:lnTo>
                <a:lnTo>
                  <a:pt x="4173" y="2778"/>
                </a:lnTo>
                <a:lnTo>
                  <a:pt x="4172" y="2778"/>
                </a:lnTo>
                <a:lnTo>
                  <a:pt x="4171" y="2778"/>
                </a:lnTo>
                <a:lnTo>
                  <a:pt x="4170" y="2778"/>
                </a:lnTo>
                <a:lnTo>
                  <a:pt x="4170" y="2779"/>
                </a:lnTo>
                <a:lnTo>
                  <a:pt x="4169" y="2778"/>
                </a:lnTo>
                <a:lnTo>
                  <a:pt x="4170" y="2777"/>
                </a:lnTo>
                <a:lnTo>
                  <a:pt x="4171" y="2777"/>
                </a:lnTo>
                <a:lnTo>
                  <a:pt x="4171" y="2776"/>
                </a:lnTo>
                <a:lnTo>
                  <a:pt x="4170" y="2776"/>
                </a:lnTo>
                <a:lnTo>
                  <a:pt x="4169" y="2775"/>
                </a:lnTo>
                <a:lnTo>
                  <a:pt x="4168" y="2774"/>
                </a:lnTo>
                <a:lnTo>
                  <a:pt x="4168" y="2775"/>
                </a:lnTo>
                <a:lnTo>
                  <a:pt x="4166" y="2775"/>
                </a:lnTo>
                <a:lnTo>
                  <a:pt x="4164" y="2774"/>
                </a:lnTo>
                <a:lnTo>
                  <a:pt x="4163" y="2773"/>
                </a:lnTo>
                <a:lnTo>
                  <a:pt x="4162" y="2772"/>
                </a:lnTo>
                <a:lnTo>
                  <a:pt x="4160" y="2771"/>
                </a:lnTo>
                <a:lnTo>
                  <a:pt x="4158" y="2771"/>
                </a:lnTo>
                <a:lnTo>
                  <a:pt x="4158" y="2772"/>
                </a:lnTo>
                <a:lnTo>
                  <a:pt x="4157" y="2772"/>
                </a:lnTo>
                <a:lnTo>
                  <a:pt x="4156" y="2773"/>
                </a:lnTo>
                <a:lnTo>
                  <a:pt x="4157" y="2774"/>
                </a:lnTo>
                <a:lnTo>
                  <a:pt x="4157" y="2775"/>
                </a:lnTo>
                <a:lnTo>
                  <a:pt x="4157" y="2776"/>
                </a:lnTo>
                <a:lnTo>
                  <a:pt x="4158" y="2776"/>
                </a:lnTo>
                <a:lnTo>
                  <a:pt x="4159" y="2775"/>
                </a:lnTo>
                <a:lnTo>
                  <a:pt x="4160" y="2775"/>
                </a:lnTo>
                <a:lnTo>
                  <a:pt x="4161" y="2777"/>
                </a:lnTo>
                <a:lnTo>
                  <a:pt x="4161" y="2778"/>
                </a:lnTo>
                <a:lnTo>
                  <a:pt x="4161" y="2779"/>
                </a:lnTo>
                <a:lnTo>
                  <a:pt x="4160" y="2779"/>
                </a:lnTo>
                <a:lnTo>
                  <a:pt x="4160" y="2780"/>
                </a:lnTo>
                <a:lnTo>
                  <a:pt x="4160" y="2781"/>
                </a:lnTo>
                <a:lnTo>
                  <a:pt x="4161" y="2781"/>
                </a:lnTo>
                <a:lnTo>
                  <a:pt x="4161" y="2782"/>
                </a:lnTo>
                <a:lnTo>
                  <a:pt x="4161" y="2783"/>
                </a:lnTo>
                <a:lnTo>
                  <a:pt x="4161" y="2784"/>
                </a:lnTo>
                <a:lnTo>
                  <a:pt x="4162" y="2785"/>
                </a:lnTo>
                <a:lnTo>
                  <a:pt x="4163" y="2785"/>
                </a:lnTo>
                <a:lnTo>
                  <a:pt x="4164" y="2785"/>
                </a:lnTo>
                <a:lnTo>
                  <a:pt x="4165" y="2784"/>
                </a:lnTo>
                <a:lnTo>
                  <a:pt x="4166" y="2784"/>
                </a:lnTo>
                <a:lnTo>
                  <a:pt x="4167" y="2784"/>
                </a:lnTo>
                <a:lnTo>
                  <a:pt x="4167" y="2783"/>
                </a:lnTo>
                <a:lnTo>
                  <a:pt x="4168" y="2783"/>
                </a:lnTo>
                <a:lnTo>
                  <a:pt x="4168" y="2784"/>
                </a:lnTo>
                <a:lnTo>
                  <a:pt x="4167" y="2784"/>
                </a:lnTo>
                <a:lnTo>
                  <a:pt x="4167" y="2785"/>
                </a:lnTo>
                <a:lnTo>
                  <a:pt x="4168" y="2784"/>
                </a:lnTo>
                <a:lnTo>
                  <a:pt x="4169" y="2783"/>
                </a:lnTo>
                <a:lnTo>
                  <a:pt x="4170" y="2782"/>
                </a:lnTo>
                <a:lnTo>
                  <a:pt x="4171" y="2782"/>
                </a:lnTo>
                <a:lnTo>
                  <a:pt x="4171" y="2781"/>
                </a:lnTo>
                <a:lnTo>
                  <a:pt x="4172" y="2781"/>
                </a:lnTo>
                <a:lnTo>
                  <a:pt x="4172" y="2780"/>
                </a:lnTo>
                <a:lnTo>
                  <a:pt x="4173" y="2780"/>
                </a:lnTo>
                <a:lnTo>
                  <a:pt x="4173" y="2779"/>
                </a:lnTo>
                <a:lnTo>
                  <a:pt x="4174" y="2779"/>
                </a:lnTo>
                <a:lnTo>
                  <a:pt x="4174" y="2778"/>
                </a:lnTo>
                <a:lnTo>
                  <a:pt x="4175" y="2777"/>
                </a:lnTo>
                <a:lnTo>
                  <a:pt x="4176" y="2777"/>
                </a:lnTo>
                <a:lnTo>
                  <a:pt x="4176" y="2778"/>
                </a:lnTo>
                <a:lnTo>
                  <a:pt x="4177" y="2778"/>
                </a:lnTo>
                <a:lnTo>
                  <a:pt x="4177" y="2779"/>
                </a:lnTo>
                <a:lnTo>
                  <a:pt x="4178" y="2779"/>
                </a:lnTo>
                <a:lnTo>
                  <a:pt x="4178" y="2780"/>
                </a:lnTo>
                <a:lnTo>
                  <a:pt x="4177" y="2781"/>
                </a:lnTo>
                <a:lnTo>
                  <a:pt x="4178" y="2781"/>
                </a:lnTo>
                <a:lnTo>
                  <a:pt x="4179" y="2781"/>
                </a:lnTo>
                <a:lnTo>
                  <a:pt x="4179" y="2782"/>
                </a:lnTo>
                <a:lnTo>
                  <a:pt x="4180" y="2782"/>
                </a:lnTo>
                <a:lnTo>
                  <a:pt x="4180" y="2783"/>
                </a:lnTo>
                <a:lnTo>
                  <a:pt x="4179" y="2783"/>
                </a:lnTo>
                <a:lnTo>
                  <a:pt x="4178" y="2784"/>
                </a:lnTo>
                <a:lnTo>
                  <a:pt x="4178" y="2785"/>
                </a:lnTo>
                <a:lnTo>
                  <a:pt x="4179" y="2785"/>
                </a:lnTo>
                <a:lnTo>
                  <a:pt x="4180" y="2785"/>
                </a:lnTo>
                <a:lnTo>
                  <a:pt x="4181" y="2784"/>
                </a:lnTo>
                <a:lnTo>
                  <a:pt x="4182" y="2785"/>
                </a:lnTo>
                <a:lnTo>
                  <a:pt x="4181" y="2785"/>
                </a:lnTo>
                <a:lnTo>
                  <a:pt x="4182" y="2785"/>
                </a:lnTo>
                <a:lnTo>
                  <a:pt x="4183" y="2785"/>
                </a:lnTo>
                <a:lnTo>
                  <a:pt x="4183" y="2784"/>
                </a:lnTo>
                <a:lnTo>
                  <a:pt x="4184" y="2784"/>
                </a:lnTo>
                <a:lnTo>
                  <a:pt x="4185" y="2784"/>
                </a:lnTo>
                <a:lnTo>
                  <a:pt x="4185" y="2783"/>
                </a:lnTo>
                <a:lnTo>
                  <a:pt x="4186" y="2783"/>
                </a:lnTo>
                <a:lnTo>
                  <a:pt x="4187" y="2782"/>
                </a:lnTo>
                <a:lnTo>
                  <a:pt x="4187" y="2783"/>
                </a:lnTo>
                <a:lnTo>
                  <a:pt x="4186" y="2783"/>
                </a:lnTo>
                <a:lnTo>
                  <a:pt x="4186" y="2784"/>
                </a:lnTo>
                <a:lnTo>
                  <a:pt x="4185" y="2785"/>
                </a:lnTo>
                <a:lnTo>
                  <a:pt x="4184" y="2786"/>
                </a:lnTo>
                <a:lnTo>
                  <a:pt x="4183" y="2786"/>
                </a:lnTo>
                <a:lnTo>
                  <a:pt x="4183" y="2787"/>
                </a:lnTo>
                <a:lnTo>
                  <a:pt x="4182" y="2787"/>
                </a:lnTo>
                <a:lnTo>
                  <a:pt x="4182" y="2788"/>
                </a:lnTo>
                <a:lnTo>
                  <a:pt x="4181" y="2788"/>
                </a:lnTo>
                <a:lnTo>
                  <a:pt x="4181" y="2787"/>
                </a:lnTo>
                <a:lnTo>
                  <a:pt x="4180" y="2787"/>
                </a:lnTo>
                <a:lnTo>
                  <a:pt x="4180" y="2788"/>
                </a:lnTo>
                <a:lnTo>
                  <a:pt x="4179" y="2789"/>
                </a:lnTo>
                <a:lnTo>
                  <a:pt x="4179" y="2788"/>
                </a:lnTo>
                <a:lnTo>
                  <a:pt x="4179" y="2787"/>
                </a:lnTo>
                <a:lnTo>
                  <a:pt x="4178" y="2787"/>
                </a:lnTo>
                <a:lnTo>
                  <a:pt x="4177" y="2787"/>
                </a:lnTo>
                <a:lnTo>
                  <a:pt x="4177" y="2786"/>
                </a:lnTo>
                <a:lnTo>
                  <a:pt x="4176" y="2787"/>
                </a:lnTo>
                <a:lnTo>
                  <a:pt x="4175" y="2787"/>
                </a:lnTo>
                <a:lnTo>
                  <a:pt x="4174" y="2787"/>
                </a:lnTo>
                <a:lnTo>
                  <a:pt x="4172" y="2789"/>
                </a:lnTo>
                <a:lnTo>
                  <a:pt x="4172" y="2790"/>
                </a:lnTo>
                <a:lnTo>
                  <a:pt x="4173" y="2790"/>
                </a:lnTo>
                <a:lnTo>
                  <a:pt x="4174" y="2790"/>
                </a:lnTo>
                <a:lnTo>
                  <a:pt x="4174" y="2791"/>
                </a:lnTo>
                <a:lnTo>
                  <a:pt x="4173" y="2792"/>
                </a:lnTo>
                <a:lnTo>
                  <a:pt x="4172" y="2792"/>
                </a:lnTo>
                <a:lnTo>
                  <a:pt x="4172" y="2791"/>
                </a:lnTo>
                <a:lnTo>
                  <a:pt x="4172" y="2790"/>
                </a:lnTo>
                <a:lnTo>
                  <a:pt x="4170" y="2790"/>
                </a:lnTo>
                <a:lnTo>
                  <a:pt x="4169" y="2790"/>
                </a:lnTo>
                <a:lnTo>
                  <a:pt x="4169" y="2791"/>
                </a:lnTo>
                <a:lnTo>
                  <a:pt x="4168" y="2791"/>
                </a:lnTo>
                <a:lnTo>
                  <a:pt x="4169" y="2791"/>
                </a:lnTo>
                <a:lnTo>
                  <a:pt x="4168" y="2791"/>
                </a:lnTo>
                <a:lnTo>
                  <a:pt x="4167" y="2792"/>
                </a:lnTo>
                <a:lnTo>
                  <a:pt x="4166" y="2792"/>
                </a:lnTo>
                <a:lnTo>
                  <a:pt x="4165" y="2792"/>
                </a:lnTo>
                <a:lnTo>
                  <a:pt x="4164" y="2792"/>
                </a:lnTo>
                <a:lnTo>
                  <a:pt x="4163" y="2792"/>
                </a:lnTo>
                <a:lnTo>
                  <a:pt x="4161" y="2793"/>
                </a:lnTo>
                <a:lnTo>
                  <a:pt x="4160" y="2793"/>
                </a:lnTo>
                <a:lnTo>
                  <a:pt x="4159" y="2793"/>
                </a:lnTo>
                <a:lnTo>
                  <a:pt x="4158" y="2793"/>
                </a:lnTo>
                <a:lnTo>
                  <a:pt x="4158" y="2794"/>
                </a:lnTo>
                <a:lnTo>
                  <a:pt x="4158" y="2795"/>
                </a:lnTo>
                <a:lnTo>
                  <a:pt x="4159" y="2794"/>
                </a:lnTo>
                <a:lnTo>
                  <a:pt x="4160" y="2794"/>
                </a:lnTo>
                <a:lnTo>
                  <a:pt x="4160" y="2795"/>
                </a:lnTo>
                <a:lnTo>
                  <a:pt x="4161" y="2795"/>
                </a:lnTo>
                <a:lnTo>
                  <a:pt x="4161" y="2796"/>
                </a:lnTo>
                <a:lnTo>
                  <a:pt x="4162" y="2796"/>
                </a:lnTo>
                <a:lnTo>
                  <a:pt x="4162" y="2797"/>
                </a:lnTo>
                <a:lnTo>
                  <a:pt x="4161" y="2797"/>
                </a:lnTo>
                <a:lnTo>
                  <a:pt x="4160" y="2797"/>
                </a:lnTo>
                <a:lnTo>
                  <a:pt x="4160" y="2798"/>
                </a:lnTo>
                <a:lnTo>
                  <a:pt x="4160" y="2799"/>
                </a:lnTo>
                <a:lnTo>
                  <a:pt x="4160" y="2800"/>
                </a:lnTo>
                <a:lnTo>
                  <a:pt x="4159" y="2800"/>
                </a:lnTo>
                <a:lnTo>
                  <a:pt x="4158" y="2800"/>
                </a:lnTo>
                <a:lnTo>
                  <a:pt x="4157" y="2801"/>
                </a:lnTo>
                <a:lnTo>
                  <a:pt x="4157" y="2802"/>
                </a:lnTo>
                <a:lnTo>
                  <a:pt x="4156" y="2802"/>
                </a:lnTo>
                <a:lnTo>
                  <a:pt x="4155" y="2802"/>
                </a:lnTo>
                <a:lnTo>
                  <a:pt x="4155" y="2803"/>
                </a:lnTo>
                <a:lnTo>
                  <a:pt x="4155" y="2805"/>
                </a:lnTo>
                <a:lnTo>
                  <a:pt x="4156" y="2806"/>
                </a:lnTo>
                <a:lnTo>
                  <a:pt x="4154" y="2807"/>
                </a:lnTo>
                <a:lnTo>
                  <a:pt x="4153" y="2807"/>
                </a:lnTo>
                <a:lnTo>
                  <a:pt x="4152" y="2807"/>
                </a:lnTo>
                <a:lnTo>
                  <a:pt x="4151" y="2807"/>
                </a:lnTo>
                <a:lnTo>
                  <a:pt x="4150" y="2808"/>
                </a:lnTo>
                <a:lnTo>
                  <a:pt x="4150" y="2809"/>
                </a:lnTo>
                <a:lnTo>
                  <a:pt x="4148" y="2812"/>
                </a:lnTo>
                <a:lnTo>
                  <a:pt x="4147" y="2812"/>
                </a:lnTo>
                <a:lnTo>
                  <a:pt x="4147" y="2813"/>
                </a:lnTo>
                <a:lnTo>
                  <a:pt x="4147" y="2814"/>
                </a:lnTo>
                <a:lnTo>
                  <a:pt x="4146" y="2815"/>
                </a:lnTo>
                <a:lnTo>
                  <a:pt x="4146" y="2817"/>
                </a:lnTo>
                <a:lnTo>
                  <a:pt x="4146" y="2818"/>
                </a:lnTo>
                <a:lnTo>
                  <a:pt x="4145" y="2819"/>
                </a:lnTo>
                <a:lnTo>
                  <a:pt x="4146" y="2819"/>
                </a:lnTo>
                <a:lnTo>
                  <a:pt x="4146" y="2818"/>
                </a:lnTo>
                <a:lnTo>
                  <a:pt x="4147" y="2818"/>
                </a:lnTo>
                <a:lnTo>
                  <a:pt x="4147" y="2817"/>
                </a:lnTo>
                <a:lnTo>
                  <a:pt x="4147" y="2816"/>
                </a:lnTo>
                <a:lnTo>
                  <a:pt x="4147" y="2815"/>
                </a:lnTo>
                <a:lnTo>
                  <a:pt x="4148" y="2814"/>
                </a:lnTo>
                <a:lnTo>
                  <a:pt x="4149" y="2813"/>
                </a:lnTo>
                <a:lnTo>
                  <a:pt x="4150" y="2813"/>
                </a:lnTo>
                <a:lnTo>
                  <a:pt x="4150" y="2814"/>
                </a:lnTo>
                <a:lnTo>
                  <a:pt x="4151" y="2815"/>
                </a:lnTo>
                <a:lnTo>
                  <a:pt x="4153" y="2816"/>
                </a:lnTo>
                <a:lnTo>
                  <a:pt x="4154" y="2816"/>
                </a:lnTo>
                <a:lnTo>
                  <a:pt x="4155" y="2816"/>
                </a:lnTo>
                <a:lnTo>
                  <a:pt x="4156" y="2816"/>
                </a:lnTo>
                <a:lnTo>
                  <a:pt x="4156" y="2817"/>
                </a:lnTo>
                <a:lnTo>
                  <a:pt x="4157" y="2818"/>
                </a:lnTo>
                <a:lnTo>
                  <a:pt x="4161" y="2819"/>
                </a:lnTo>
                <a:lnTo>
                  <a:pt x="4162" y="2819"/>
                </a:lnTo>
                <a:lnTo>
                  <a:pt x="4162" y="2818"/>
                </a:lnTo>
                <a:lnTo>
                  <a:pt x="4163" y="2818"/>
                </a:lnTo>
                <a:lnTo>
                  <a:pt x="4164" y="2818"/>
                </a:lnTo>
                <a:lnTo>
                  <a:pt x="4165" y="2819"/>
                </a:lnTo>
                <a:lnTo>
                  <a:pt x="4166" y="2819"/>
                </a:lnTo>
                <a:lnTo>
                  <a:pt x="4166" y="2820"/>
                </a:lnTo>
                <a:lnTo>
                  <a:pt x="4165" y="2820"/>
                </a:lnTo>
                <a:lnTo>
                  <a:pt x="4164" y="2824"/>
                </a:lnTo>
                <a:lnTo>
                  <a:pt x="4164" y="2825"/>
                </a:lnTo>
                <a:lnTo>
                  <a:pt x="4163" y="2825"/>
                </a:lnTo>
                <a:lnTo>
                  <a:pt x="4163" y="2826"/>
                </a:lnTo>
                <a:lnTo>
                  <a:pt x="4163" y="2827"/>
                </a:lnTo>
                <a:lnTo>
                  <a:pt x="4163" y="2829"/>
                </a:lnTo>
                <a:lnTo>
                  <a:pt x="4162" y="2830"/>
                </a:lnTo>
                <a:lnTo>
                  <a:pt x="4161" y="2830"/>
                </a:lnTo>
                <a:lnTo>
                  <a:pt x="4160" y="2830"/>
                </a:lnTo>
                <a:lnTo>
                  <a:pt x="4159" y="2830"/>
                </a:lnTo>
                <a:lnTo>
                  <a:pt x="4158" y="2831"/>
                </a:lnTo>
                <a:lnTo>
                  <a:pt x="4157" y="2832"/>
                </a:lnTo>
                <a:lnTo>
                  <a:pt x="4157" y="2833"/>
                </a:lnTo>
                <a:lnTo>
                  <a:pt x="4156" y="2835"/>
                </a:lnTo>
                <a:lnTo>
                  <a:pt x="4156" y="2836"/>
                </a:lnTo>
                <a:lnTo>
                  <a:pt x="4157" y="2836"/>
                </a:lnTo>
                <a:lnTo>
                  <a:pt x="4157" y="2837"/>
                </a:lnTo>
                <a:lnTo>
                  <a:pt x="4156" y="2839"/>
                </a:lnTo>
                <a:lnTo>
                  <a:pt x="4156" y="2840"/>
                </a:lnTo>
                <a:lnTo>
                  <a:pt x="4156" y="2841"/>
                </a:lnTo>
                <a:lnTo>
                  <a:pt x="4157" y="2842"/>
                </a:lnTo>
                <a:lnTo>
                  <a:pt x="4157" y="2843"/>
                </a:lnTo>
                <a:lnTo>
                  <a:pt x="4156" y="2843"/>
                </a:lnTo>
                <a:lnTo>
                  <a:pt x="4156" y="2844"/>
                </a:lnTo>
                <a:lnTo>
                  <a:pt x="4157" y="2844"/>
                </a:lnTo>
                <a:lnTo>
                  <a:pt x="4157" y="2845"/>
                </a:lnTo>
                <a:lnTo>
                  <a:pt x="4158" y="2845"/>
                </a:lnTo>
                <a:lnTo>
                  <a:pt x="4158" y="2846"/>
                </a:lnTo>
                <a:lnTo>
                  <a:pt x="4157" y="2846"/>
                </a:lnTo>
                <a:lnTo>
                  <a:pt x="4157" y="2847"/>
                </a:lnTo>
                <a:lnTo>
                  <a:pt x="4156" y="2848"/>
                </a:lnTo>
                <a:lnTo>
                  <a:pt x="4155" y="2848"/>
                </a:lnTo>
                <a:lnTo>
                  <a:pt x="4155" y="2849"/>
                </a:lnTo>
                <a:lnTo>
                  <a:pt x="4155" y="2850"/>
                </a:lnTo>
                <a:lnTo>
                  <a:pt x="4155" y="2851"/>
                </a:lnTo>
                <a:lnTo>
                  <a:pt x="4155" y="2852"/>
                </a:lnTo>
                <a:lnTo>
                  <a:pt x="4154" y="2852"/>
                </a:lnTo>
                <a:lnTo>
                  <a:pt x="4154" y="2853"/>
                </a:lnTo>
                <a:lnTo>
                  <a:pt x="4153" y="2853"/>
                </a:lnTo>
                <a:lnTo>
                  <a:pt x="4151" y="2852"/>
                </a:lnTo>
                <a:lnTo>
                  <a:pt x="4150" y="2852"/>
                </a:lnTo>
                <a:lnTo>
                  <a:pt x="4148" y="2852"/>
                </a:lnTo>
                <a:lnTo>
                  <a:pt x="4148" y="2853"/>
                </a:lnTo>
                <a:lnTo>
                  <a:pt x="4147" y="2853"/>
                </a:lnTo>
                <a:lnTo>
                  <a:pt x="4146" y="2853"/>
                </a:lnTo>
                <a:lnTo>
                  <a:pt x="4145" y="2853"/>
                </a:lnTo>
                <a:lnTo>
                  <a:pt x="4144" y="2853"/>
                </a:lnTo>
                <a:lnTo>
                  <a:pt x="4145" y="2854"/>
                </a:lnTo>
                <a:lnTo>
                  <a:pt x="4144" y="2854"/>
                </a:lnTo>
                <a:lnTo>
                  <a:pt x="4143" y="2854"/>
                </a:lnTo>
                <a:lnTo>
                  <a:pt x="4143" y="2855"/>
                </a:lnTo>
                <a:lnTo>
                  <a:pt x="4143" y="2857"/>
                </a:lnTo>
                <a:lnTo>
                  <a:pt x="4143" y="2856"/>
                </a:lnTo>
                <a:lnTo>
                  <a:pt x="4143" y="2857"/>
                </a:lnTo>
                <a:lnTo>
                  <a:pt x="4144" y="2857"/>
                </a:lnTo>
                <a:lnTo>
                  <a:pt x="4143" y="2858"/>
                </a:lnTo>
                <a:lnTo>
                  <a:pt x="4143" y="2857"/>
                </a:lnTo>
                <a:lnTo>
                  <a:pt x="4143" y="2858"/>
                </a:lnTo>
                <a:lnTo>
                  <a:pt x="4144" y="2859"/>
                </a:lnTo>
                <a:lnTo>
                  <a:pt x="4145" y="2858"/>
                </a:lnTo>
                <a:lnTo>
                  <a:pt x="4145" y="2859"/>
                </a:lnTo>
                <a:lnTo>
                  <a:pt x="4146" y="2859"/>
                </a:lnTo>
                <a:lnTo>
                  <a:pt x="4147" y="2859"/>
                </a:lnTo>
                <a:lnTo>
                  <a:pt x="4148" y="2859"/>
                </a:lnTo>
                <a:lnTo>
                  <a:pt x="4149" y="2859"/>
                </a:lnTo>
                <a:lnTo>
                  <a:pt x="4149" y="2858"/>
                </a:lnTo>
                <a:lnTo>
                  <a:pt x="4149" y="2859"/>
                </a:lnTo>
                <a:lnTo>
                  <a:pt x="4149" y="2860"/>
                </a:lnTo>
                <a:lnTo>
                  <a:pt x="4150" y="2860"/>
                </a:lnTo>
                <a:lnTo>
                  <a:pt x="4149" y="2861"/>
                </a:lnTo>
                <a:lnTo>
                  <a:pt x="4149" y="2862"/>
                </a:lnTo>
                <a:lnTo>
                  <a:pt x="4149" y="2863"/>
                </a:lnTo>
                <a:lnTo>
                  <a:pt x="4150" y="2863"/>
                </a:lnTo>
                <a:lnTo>
                  <a:pt x="4151" y="2863"/>
                </a:lnTo>
                <a:lnTo>
                  <a:pt x="4152" y="2864"/>
                </a:lnTo>
                <a:lnTo>
                  <a:pt x="4153" y="2864"/>
                </a:lnTo>
                <a:lnTo>
                  <a:pt x="4153" y="2863"/>
                </a:lnTo>
                <a:lnTo>
                  <a:pt x="4154" y="2863"/>
                </a:lnTo>
                <a:lnTo>
                  <a:pt x="4154" y="2862"/>
                </a:lnTo>
                <a:lnTo>
                  <a:pt x="4154" y="2863"/>
                </a:lnTo>
                <a:lnTo>
                  <a:pt x="4154" y="2864"/>
                </a:lnTo>
                <a:lnTo>
                  <a:pt x="4155" y="2865"/>
                </a:lnTo>
                <a:lnTo>
                  <a:pt x="4155" y="2864"/>
                </a:lnTo>
                <a:lnTo>
                  <a:pt x="4156" y="2865"/>
                </a:lnTo>
                <a:lnTo>
                  <a:pt x="4156" y="2866"/>
                </a:lnTo>
                <a:lnTo>
                  <a:pt x="4156" y="2867"/>
                </a:lnTo>
                <a:lnTo>
                  <a:pt x="4156" y="2868"/>
                </a:lnTo>
                <a:lnTo>
                  <a:pt x="4155" y="2868"/>
                </a:lnTo>
                <a:lnTo>
                  <a:pt x="4155" y="2869"/>
                </a:lnTo>
                <a:lnTo>
                  <a:pt x="4155" y="2870"/>
                </a:lnTo>
                <a:lnTo>
                  <a:pt x="4155" y="2871"/>
                </a:lnTo>
                <a:lnTo>
                  <a:pt x="4156" y="2871"/>
                </a:lnTo>
                <a:lnTo>
                  <a:pt x="4155" y="2871"/>
                </a:lnTo>
                <a:lnTo>
                  <a:pt x="4155" y="2872"/>
                </a:lnTo>
                <a:lnTo>
                  <a:pt x="4156" y="2873"/>
                </a:lnTo>
                <a:lnTo>
                  <a:pt x="4157" y="2872"/>
                </a:lnTo>
                <a:lnTo>
                  <a:pt x="4157" y="2873"/>
                </a:lnTo>
                <a:lnTo>
                  <a:pt x="4156" y="2873"/>
                </a:lnTo>
                <a:lnTo>
                  <a:pt x="4155" y="2873"/>
                </a:lnTo>
                <a:lnTo>
                  <a:pt x="4156" y="2875"/>
                </a:lnTo>
                <a:lnTo>
                  <a:pt x="4157" y="2875"/>
                </a:lnTo>
                <a:lnTo>
                  <a:pt x="4158" y="2875"/>
                </a:lnTo>
                <a:lnTo>
                  <a:pt x="4158" y="2876"/>
                </a:lnTo>
                <a:lnTo>
                  <a:pt x="4159" y="2875"/>
                </a:lnTo>
                <a:lnTo>
                  <a:pt x="4158" y="2875"/>
                </a:lnTo>
                <a:lnTo>
                  <a:pt x="4159" y="2874"/>
                </a:lnTo>
                <a:lnTo>
                  <a:pt x="4159" y="2875"/>
                </a:lnTo>
                <a:lnTo>
                  <a:pt x="4159" y="2876"/>
                </a:lnTo>
                <a:lnTo>
                  <a:pt x="4158" y="2877"/>
                </a:lnTo>
                <a:lnTo>
                  <a:pt x="4157" y="2877"/>
                </a:lnTo>
                <a:lnTo>
                  <a:pt x="4156" y="2878"/>
                </a:lnTo>
                <a:lnTo>
                  <a:pt x="4156" y="2879"/>
                </a:lnTo>
                <a:lnTo>
                  <a:pt x="4156" y="2878"/>
                </a:lnTo>
                <a:lnTo>
                  <a:pt x="4157" y="2878"/>
                </a:lnTo>
                <a:lnTo>
                  <a:pt x="4157" y="2879"/>
                </a:lnTo>
                <a:lnTo>
                  <a:pt x="4158" y="2879"/>
                </a:lnTo>
                <a:lnTo>
                  <a:pt x="4159" y="2879"/>
                </a:lnTo>
                <a:lnTo>
                  <a:pt x="4160" y="2879"/>
                </a:lnTo>
                <a:lnTo>
                  <a:pt x="4160" y="2880"/>
                </a:lnTo>
                <a:lnTo>
                  <a:pt x="4160" y="2881"/>
                </a:lnTo>
                <a:lnTo>
                  <a:pt x="4160" y="2882"/>
                </a:lnTo>
                <a:lnTo>
                  <a:pt x="4160" y="2883"/>
                </a:lnTo>
                <a:lnTo>
                  <a:pt x="4160" y="2884"/>
                </a:lnTo>
                <a:lnTo>
                  <a:pt x="4161" y="2884"/>
                </a:lnTo>
                <a:lnTo>
                  <a:pt x="4161" y="2885"/>
                </a:lnTo>
                <a:lnTo>
                  <a:pt x="4160" y="2885"/>
                </a:lnTo>
                <a:lnTo>
                  <a:pt x="4159" y="2885"/>
                </a:lnTo>
                <a:lnTo>
                  <a:pt x="4157" y="2886"/>
                </a:lnTo>
                <a:lnTo>
                  <a:pt x="4159" y="2886"/>
                </a:lnTo>
                <a:lnTo>
                  <a:pt x="4160" y="2886"/>
                </a:lnTo>
                <a:lnTo>
                  <a:pt x="4160" y="2887"/>
                </a:lnTo>
                <a:lnTo>
                  <a:pt x="4159" y="2887"/>
                </a:lnTo>
                <a:lnTo>
                  <a:pt x="4158" y="2888"/>
                </a:lnTo>
                <a:lnTo>
                  <a:pt x="4157" y="2888"/>
                </a:lnTo>
                <a:lnTo>
                  <a:pt x="4156" y="2887"/>
                </a:lnTo>
                <a:lnTo>
                  <a:pt x="4155" y="2888"/>
                </a:lnTo>
                <a:lnTo>
                  <a:pt x="4154" y="2888"/>
                </a:lnTo>
                <a:lnTo>
                  <a:pt x="4154" y="2887"/>
                </a:lnTo>
                <a:lnTo>
                  <a:pt x="4155" y="2887"/>
                </a:lnTo>
                <a:lnTo>
                  <a:pt x="4155" y="2886"/>
                </a:lnTo>
                <a:lnTo>
                  <a:pt x="4154" y="2885"/>
                </a:lnTo>
                <a:lnTo>
                  <a:pt x="4153" y="2885"/>
                </a:lnTo>
                <a:lnTo>
                  <a:pt x="4153" y="2884"/>
                </a:lnTo>
                <a:lnTo>
                  <a:pt x="4154" y="2884"/>
                </a:lnTo>
                <a:lnTo>
                  <a:pt x="4154" y="2883"/>
                </a:lnTo>
                <a:lnTo>
                  <a:pt x="4154" y="2882"/>
                </a:lnTo>
                <a:lnTo>
                  <a:pt x="4154" y="2881"/>
                </a:lnTo>
                <a:lnTo>
                  <a:pt x="4153" y="2880"/>
                </a:lnTo>
                <a:lnTo>
                  <a:pt x="4154" y="2879"/>
                </a:lnTo>
                <a:lnTo>
                  <a:pt x="4153" y="2878"/>
                </a:lnTo>
                <a:lnTo>
                  <a:pt x="4154" y="2877"/>
                </a:lnTo>
                <a:lnTo>
                  <a:pt x="4153" y="2876"/>
                </a:lnTo>
                <a:lnTo>
                  <a:pt x="4152" y="2876"/>
                </a:lnTo>
                <a:lnTo>
                  <a:pt x="4151" y="2876"/>
                </a:lnTo>
                <a:lnTo>
                  <a:pt x="4151" y="2878"/>
                </a:lnTo>
                <a:lnTo>
                  <a:pt x="4150" y="2878"/>
                </a:lnTo>
                <a:lnTo>
                  <a:pt x="4150" y="2877"/>
                </a:lnTo>
                <a:lnTo>
                  <a:pt x="4149" y="2878"/>
                </a:lnTo>
                <a:lnTo>
                  <a:pt x="4149" y="2879"/>
                </a:lnTo>
                <a:lnTo>
                  <a:pt x="4150" y="2879"/>
                </a:lnTo>
                <a:lnTo>
                  <a:pt x="4150" y="2880"/>
                </a:lnTo>
                <a:lnTo>
                  <a:pt x="4151" y="2880"/>
                </a:lnTo>
                <a:lnTo>
                  <a:pt x="4151" y="2879"/>
                </a:lnTo>
                <a:lnTo>
                  <a:pt x="4152" y="2880"/>
                </a:lnTo>
                <a:lnTo>
                  <a:pt x="4151" y="2880"/>
                </a:lnTo>
                <a:lnTo>
                  <a:pt x="4151" y="2881"/>
                </a:lnTo>
                <a:lnTo>
                  <a:pt x="4152" y="2881"/>
                </a:lnTo>
                <a:lnTo>
                  <a:pt x="4152" y="2880"/>
                </a:lnTo>
                <a:lnTo>
                  <a:pt x="4153" y="2881"/>
                </a:lnTo>
                <a:lnTo>
                  <a:pt x="4152" y="2882"/>
                </a:lnTo>
                <a:lnTo>
                  <a:pt x="4152" y="2883"/>
                </a:lnTo>
                <a:lnTo>
                  <a:pt x="4151" y="2883"/>
                </a:lnTo>
                <a:lnTo>
                  <a:pt x="4150" y="2883"/>
                </a:lnTo>
                <a:lnTo>
                  <a:pt x="4150" y="2884"/>
                </a:lnTo>
                <a:lnTo>
                  <a:pt x="4150" y="2885"/>
                </a:lnTo>
                <a:lnTo>
                  <a:pt x="4149" y="2886"/>
                </a:lnTo>
                <a:lnTo>
                  <a:pt x="4149" y="2885"/>
                </a:lnTo>
                <a:lnTo>
                  <a:pt x="4149" y="2884"/>
                </a:lnTo>
                <a:lnTo>
                  <a:pt x="4148" y="2884"/>
                </a:lnTo>
                <a:lnTo>
                  <a:pt x="4147" y="2884"/>
                </a:lnTo>
                <a:lnTo>
                  <a:pt x="4146" y="2885"/>
                </a:lnTo>
                <a:lnTo>
                  <a:pt x="4145" y="2885"/>
                </a:lnTo>
                <a:lnTo>
                  <a:pt x="4146" y="2886"/>
                </a:lnTo>
                <a:lnTo>
                  <a:pt x="4145" y="2886"/>
                </a:lnTo>
                <a:lnTo>
                  <a:pt x="4145" y="2885"/>
                </a:lnTo>
                <a:lnTo>
                  <a:pt x="4146" y="2884"/>
                </a:lnTo>
                <a:lnTo>
                  <a:pt x="4147" y="2883"/>
                </a:lnTo>
                <a:lnTo>
                  <a:pt x="4147" y="2882"/>
                </a:lnTo>
                <a:lnTo>
                  <a:pt x="4147" y="2881"/>
                </a:lnTo>
                <a:lnTo>
                  <a:pt x="4146" y="2880"/>
                </a:lnTo>
                <a:lnTo>
                  <a:pt x="4145" y="2879"/>
                </a:lnTo>
                <a:lnTo>
                  <a:pt x="4145" y="2878"/>
                </a:lnTo>
                <a:lnTo>
                  <a:pt x="4146" y="2876"/>
                </a:lnTo>
                <a:lnTo>
                  <a:pt x="4146" y="2875"/>
                </a:lnTo>
                <a:lnTo>
                  <a:pt x="4146" y="2876"/>
                </a:lnTo>
                <a:lnTo>
                  <a:pt x="4146" y="2875"/>
                </a:lnTo>
                <a:lnTo>
                  <a:pt x="4145" y="2876"/>
                </a:lnTo>
                <a:lnTo>
                  <a:pt x="4144" y="2876"/>
                </a:lnTo>
                <a:lnTo>
                  <a:pt x="4143" y="2876"/>
                </a:lnTo>
                <a:lnTo>
                  <a:pt x="4142" y="2876"/>
                </a:lnTo>
                <a:lnTo>
                  <a:pt x="4142" y="2877"/>
                </a:lnTo>
                <a:lnTo>
                  <a:pt x="4142" y="2878"/>
                </a:lnTo>
                <a:lnTo>
                  <a:pt x="4141" y="2879"/>
                </a:lnTo>
                <a:lnTo>
                  <a:pt x="4140" y="2879"/>
                </a:lnTo>
                <a:lnTo>
                  <a:pt x="4140" y="2878"/>
                </a:lnTo>
                <a:lnTo>
                  <a:pt x="4141" y="2877"/>
                </a:lnTo>
                <a:lnTo>
                  <a:pt x="4141" y="2876"/>
                </a:lnTo>
                <a:lnTo>
                  <a:pt x="4141" y="2875"/>
                </a:lnTo>
                <a:lnTo>
                  <a:pt x="4141" y="2874"/>
                </a:lnTo>
                <a:lnTo>
                  <a:pt x="4142" y="2874"/>
                </a:lnTo>
                <a:lnTo>
                  <a:pt x="4142" y="2872"/>
                </a:lnTo>
                <a:lnTo>
                  <a:pt x="4142" y="2871"/>
                </a:lnTo>
                <a:lnTo>
                  <a:pt x="4141" y="2871"/>
                </a:lnTo>
                <a:lnTo>
                  <a:pt x="4140" y="2871"/>
                </a:lnTo>
                <a:lnTo>
                  <a:pt x="4139" y="2872"/>
                </a:lnTo>
                <a:lnTo>
                  <a:pt x="4137" y="2872"/>
                </a:lnTo>
                <a:lnTo>
                  <a:pt x="4138" y="2870"/>
                </a:lnTo>
                <a:lnTo>
                  <a:pt x="4137" y="2870"/>
                </a:lnTo>
                <a:lnTo>
                  <a:pt x="4135" y="2870"/>
                </a:lnTo>
                <a:lnTo>
                  <a:pt x="4135" y="2869"/>
                </a:lnTo>
                <a:lnTo>
                  <a:pt x="4134" y="2869"/>
                </a:lnTo>
                <a:lnTo>
                  <a:pt x="4133" y="2868"/>
                </a:lnTo>
                <a:lnTo>
                  <a:pt x="4133" y="2867"/>
                </a:lnTo>
                <a:lnTo>
                  <a:pt x="4134" y="2866"/>
                </a:lnTo>
                <a:lnTo>
                  <a:pt x="4133" y="2866"/>
                </a:lnTo>
                <a:lnTo>
                  <a:pt x="4133" y="2867"/>
                </a:lnTo>
                <a:lnTo>
                  <a:pt x="4132" y="2867"/>
                </a:lnTo>
                <a:lnTo>
                  <a:pt x="4132" y="2868"/>
                </a:lnTo>
                <a:lnTo>
                  <a:pt x="4132" y="2869"/>
                </a:lnTo>
                <a:lnTo>
                  <a:pt x="4132" y="2870"/>
                </a:lnTo>
                <a:lnTo>
                  <a:pt x="4132" y="2871"/>
                </a:lnTo>
                <a:lnTo>
                  <a:pt x="4132" y="2872"/>
                </a:lnTo>
                <a:lnTo>
                  <a:pt x="4131" y="2872"/>
                </a:lnTo>
                <a:lnTo>
                  <a:pt x="4131" y="2873"/>
                </a:lnTo>
                <a:lnTo>
                  <a:pt x="4131" y="2874"/>
                </a:lnTo>
                <a:lnTo>
                  <a:pt x="4131" y="2875"/>
                </a:lnTo>
                <a:lnTo>
                  <a:pt x="4131" y="2876"/>
                </a:lnTo>
                <a:lnTo>
                  <a:pt x="4131" y="2877"/>
                </a:lnTo>
                <a:lnTo>
                  <a:pt x="4131" y="2878"/>
                </a:lnTo>
                <a:lnTo>
                  <a:pt x="4132" y="2878"/>
                </a:lnTo>
                <a:lnTo>
                  <a:pt x="4132" y="2879"/>
                </a:lnTo>
                <a:lnTo>
                  <a:pt x="4132" y="2878"/>
                </a:lnTo>
                <a:lnTo>
                  <a:pt x="4131" y="2878"/>
                </a:lnTo>
                <a:lnTo>
                  <a:pt x="4130" y="2878"/>
                </a:lnTo>
                <a:lnTo>
                  <a:pt x="4129" y="2881"/>
                </a:lnTo>
                <a:lnTo>
                  <a:pt x="4128" y="2880"/>
                </a:lnTo>
                <a:lnTo>
                  <a:pt x="4127" y="2881"/>
                </a:lnTo>
                <a:lnTo>
                  <a:pt x="4126" y="2880"/>
                </a:lnTo>
                <a:lnTo>
                  <a:pt x="4127" y="2879"/>
                </a:lnTo>
                <a:lnTo>
                  <a:pt x="4125" y="2878"/>
                </a:lnTo>
                <a:lnTo>
                  <a:pt x="4125" y="2876"/>
                </a:lnTo>
                <a:lnTo>
                  <a:pt x="4125" y="2875"/>
                </a:lnTo>
                <a:lnTo>
                  <a:pt x="4125" y="2874"/>
                </a:lnTo>
                <a:lnTo>
                  <a:pt x="4126" y="2874"/>
                </a:lnTo>
                <a:lnTo>
                  <a:pt x="4126" y="2873"/>
                </a:lnTo>
                <a:lnTo>
                  <a:pt x="4125" y="2873"/>
                </a:lnTo>
                <a:lnTo>
                  <a:pt x="4124" y="2873"/>
                </a:lnTo>
                <a:lnTo>
                  <a:pt x="4125" y="2872"/>
                </a:lnTo>
                <a:lnTo>
                  <a:pt x="4124" y="2872"/>
                </a:lnTo>
                <a:lnTo>
                  <a:pt x="4124" y="2871"/>
                </a:lnTo>
                <a:lnTo>
                  <a:pt x="4124" y="2872"/>
                </a:lnTo>
                <a:lnTo>
                  <a:pt x="4123" y="2873"/>
                </a:lnTo>
                <a:lnTo>
                  <a:pt x="4122" y="2874"/>
                </a:lnTo>
                <a:lnTo>
                  <a:pt x="4121" y="2874"/>
                </a:lnTo>
                <a:lnTo>
                  <a:pt x="4120" y="2874"/>
                </a:lnTo>
                <a:lnTo>
                  <a:pt x="4120" y="2875"/>
                </a:lnTo>
                <a:lnTo>
                  <a:pt x="4118" y="2875"/>
                </a:lnTo>
                <a:lnTo>
                  <a:pt x="4118" y="2876"/>
                </a:lnTo>
                <a:lnTo>
                  <a:pt x="4117" y="2876"/>
                </a:lnTo>
                <a:lnTo>
                  <a:pt x="4116" y="2876"/>
                </a:lnTo>
                <a:lnTo>
                  <a:pt x="4115" y="2877"/>
                </a:lnTo>
                <a:lnTo>
                  <a:pt x="4114" y="2878"/>
                </a:lnTo>
                <a:lnTo>
                  <a:pt x="4114" y="2879"/>
                </a:lnTo>
                <a:lnTo>
                  <a:pt x="4113" y="2880"/>
                </a:lnTo>
                <a:lnTo>
                  <a:pt x="4113" y="2881"/>
                </a:lnTo>
                <a:lnTo>
                  <a:pt x="4112" y="2881"/>
                </a:lnTo>
                <a:lnTo>
                  <a:pt x="4112" y="2882"/>
                </a:lnTo>
                <a:lnTo>
                  <a:pt x="4113" y="2883"/>
                </a:lnTo>
                <a:lnTo>
                  <a:pt x="4114" y="2883"/>
                </a:lnTo>
                <a:lnTo>
                  <a:pt x="4114" y="2884"/>
                </a:lnTo>
                <a:lnTo>
                  <a:pt x="4116" y="2884"/>
                </a:lnTo>
                <a:lnTo>
                  <a:pt x="4117" y="2885"/>
                </a:lnTo>
                <a:lnTo>
                  <a:pt x="4119" y="2885"/>
                </a:lnTo>
                <a:lnTo>
                  <a:pt x="4119" y="2886"/>
                </a:lnTo>
                <a:lnTo>
                  <a:pt x="4120" y="2886"/>
                </a:lnTo>
                <a:lnTo>
                  <a:pt x="4120" y="2887"/>
                </a:lnTo>
                <a:lnTo>
                  <a:pt x="4121" y="2888"/>
                </a:lnTo>
                <a:lnTo>
                  <a:pt x="4121" y="2889"/>
                </a:lnTo>
                <a:lnTo>
                  <a:pt x="4121" y="2890"/>
                </a:lnTo>
                <a:lnTo>
                  <a:pt x="4122" y="2890"/>
                </a:lnTo>
                <a:lnTo>
                  <a:pt x="4122" y="2891"/>
                </a:lnTo>
                <a:lnTo>
                  <a:pt x="4123" y="2892"/>
                </a:lnTo>
                <a:lnTo>
                  <a:pt x="4124" y="2892"/>
                </a:lnTo>
                <a:lnTo>
                  <a:pt x="4124" y="2890"/>
                </a:lnTo>
                <a:lnTo>
                  <a:pt x="4124" y="2889"/>
                </a:lnTo>
                <a:lnTo>
                  <a:pt x="4124" y="2890"/>
                </a:lnTo>
                <a:lnTo>
                  <a:pt x="4125" y="2891"/>
                </a:lnTo>
                <a:lnTo>
                  <a:pt x="4126" y="2891"/>
                </a:lnTo>
                <a:lnTo>
                  <a:pt x="4127" y="2890"/>
                </a:lnTo>
                <a:lnTo>
                  <a:pt x="4127" y="2889"/>
                </a:lnTo>
                <a:lnTo>
                  <a:pt x="4128" y="2890"/>
                </a:lnTo>
                <a:lnTo>
                  <a:pt x="4128" y="2891"/>
                </a:lnTo>
                <a:lnTo>
                  <a:pt x="4128" y="2892"/>
                </a:lnTo>
                <a:lnTo>
                  <a:pt x="4129" y="2893"/>
                </a:lnTo>
                <a:lnTo>
                  <a:pt x="4130" y="2893"/>
                </a:lnTo>
                <a:lnTo>
                  <a:pt x="4131" y="2893"/>
                </a:lnTo>
                <a:lnTo>
                  <a:pt x="4131" y="2894"/>
                </a:lnTo>
                <a:lnTo>
                  <a:pt x="4132" y="2895"/>
                </a:lnTo>
                <a:lnTo>
                  <a:pt x="4133" y="2895"/>
                </a:lnTo>
                <a:lnTo>
                  <a:pt x="4134" y="2895"/>
                </a:lnTo>
                <a:lnTo>
                  <a:pt x="4135" y="2895"/>
                </a:lnTo>
                <a:lnTo>
                  <a:pt x="4134" y="2895"/>
                </a:lnTo>
                <a:lnTo>
                  <a:pt x="4134" y="2896"/>
                </a:lnTo>
                <a:lnTo>
                  <a:pt x="4134" y="2897"/>
                </a:lnTo>
                <a:lnTo>
                  <a:pt x="4133" y="2897"/>
                </a:lnTo>
                <a:lnTo>
                  <a:pt x="4131" y="2898"/>
                </a:lnTo>
                <a:lnTo>
                  <a:pt x="4131" y="2899"/>
                </a:lnTo>
                <a:lnTo>
                  <a:pt x="4130" y="2899"/>
                </a:lnTo>
                <a:lnTo>
                  <a:pt x="4130" y="2898"/>
                </a:lnTo>
                <a:lnTo>
                  <a:pt x="4129" y="2898"/>
                </a:lnTo>
                <a:lnTo>
                  <a:pt x="4128" y="2898"/>
                </a:lnTo>
                <a:lnTo>
                  <a:pt x="4127" y="2898"/>
                </a:lnTo>
                <a:lnTo>
                  <a:pt x="4127" y="2899"/>
                </a:lnTo>
                <a:lnTo>
                  <a:pt x="4127" y="2901"/>
                </a:lnTo>
                <a:lnTo>
                  <a:pt x="4128" y="2902"/>
                </a:lnTo>
                <a:lnTo>
                  <a:pt x="4128" y="2903"/>
                </a:lnTo>
                <a:lnTo>
                  <a:pt x="4127" y="2904"/>
                </a:lnTo>
                <a:lnTo>
                  <a:pt x="4126" y="2905"/>
                </a:lnTo>
                <a:lnTo>
                  <a:pt x="4125" y="2905"/>
                </a:lnTo>
                <a:lnTo>
                  <a:pt x="4125" y="2904"/>
                </a:lnTo>
                <a:lnTo>
                  <a:pt x="4123" y="2904"/>
                </a:lnTo>
                <a:lnTo>
                  <a:pt x="4123" y="2903"/>
                </a:lnTo>
                <a:lnTo>
                  <a:pt x="4121" y="2903"/>
                </a:lnTo>
                <a:lnTo>
                  <a:pt x="4120" y="2903"/>
                </a:lnTo>
                <a:lnTo>
                  <a:pt x="4120" y="2904"/>
                </a:lnTo>
                <a:lnTo>
                  <a:pt x="4119" y="2904"/>
                </a:lnTo>
                <a:lnTo>
                  <a:pt x="4118" y="2904"/>
                </a:lnTo>
                <a:lnTo>
                  <a:pt x="4117" y="2904"/>
                </a:lnTo>
                <a:lnTo>
                  <a:pt x="4116" y="2903"/>
                </a:lnTo>
                <a:lnTo>
                  <a:pt x="4116" y="2902"/>
                </a:lnTo>
                <a:lnTo>
                  <a:pt x="4115" y="2902"/>
                </a:lnTo>
                <a:lnTo>
                  <a:pt x="4114" y="2902"/>
                </a:lnTo>
                <a:lnTo>
                  <a:pt x="4114" y="2901"/>
                </a:lnTo>
                <a:lnTo>
                  <a:pt x="4114" y="2900"/>
                </a:lnTo>
                <a:lnTo>
                  <a:pt x="4114" y="2899"/>
                </a:lnTo>
                <a:lnTo>
                  <a:pt x="4113" y="2899"/>
                </a:lnTo>
                <a:lnTo>
                  <a:pt x="4113" y="2898"/>
                </a:lnTo>
                <a:lnTo>
                  <a:pt x="4112" y="2898"/>
                </a:lnTo>
                <a:lnTo>
                  <a:pt x="4112" y="2900"/>
                </a:lnTo>
                <a:lnTo>
                  <a:pt x="4111" y="2900"/>
                </a:lnTo>
                <a:lnTo>
                  <a:pt x="4111" y="2901"/>
                </a:lnTo>
                <a:lnTo>
                  <a:pt x="4111" y="2902"/>
                </a:lnTo>
                <a:lnTo>
                  <a:pt x="4110" y="2902"/>
                </a:lnTo>
                <a:lnTo>
                  <a:pt x="4111" y="2905"/>
                </a:lnTo>
                <a:lnTo>
                  <a:pt x="4112" y="2905"/>
                </a:lnTo>
                <a:lnTo>
                  <a:pt x="4113" y="2906"/>
                </a:lnTo>
                <a:lnTo>
                  <a:pt x="4113" y="2905"/>
                </a:lnTo>
                <a:lnTo>
                  <a:pt x="4114" y="2906"/>
                </a:lnTo>
                <a:lnTo>
                  <a:pt x="4113" y="2906"/>
                </a:lnTo>
                <a:lnTo>
                  <a:pt x="4113" y="2907"/>
                </a:lnTo>
                <a:lnTo>
                  <a:pt x="4113" y="2908"/>
                </a:lnTo>
                <a:lnTo>
                  <a:pt x="4114" y="2908"/>
                </a:lnTo>
                <a:lnTo>
                  <a:pt x="4114" y="2907"/>
                </a:lnTo>
                <a:lnTo>
                  <a:pt x="4115" y="2907"/>
                </a:lnTo>
                <a:lnTo>
                  <a:pt x="4115" y="2908"/>
                </a:lnTo>
                <a:lnTo>
                  <a:pt x="4115" y="2910"/>
                </a:lnTo>
                <a:lnTo>
                  <a:pt x="4114" y="2910"/>
                </a:lnTo>
                <a:lnTo>
                  <a:pt x="4114" y="2909"/>
                </a:lnTo>
                <a:lnTo>
                  <a:pt x="4111" y="2911"/>
                </a:lnTo>
                <a:lnTo>
                  <a:pt x="4110" y="2911"/>
                </a:lnTo>
                <a:lnTo>
                  <a:pt x="4109" y="2911"/>
                </a:lnTo>
                <a:lnTo>
                  <a:pt x="4108" y="2911"/>
                </a:lnTo>
                <a:lnTo>
                  <a:pt x="4108" y="2912"/>
                </a:lnTo>
                <a:lnTo>
                  <a:pt x="4107" y="2912"/>
                </a:lnTo>
                <a:lnTo>
                  <a:pt x="4107" y="2911"/>
                </a:lnTo>
                <a:lnTo>
                  <a:pt x="4106" y="2911"/>
                </a:lnTo>
                <a:lnTo>
                  <a:pt x="4105" y="2911"/>
                </a:lnTo>
                <a:lnTo>
                  <a:pt x="4106" y="2911"/>
                </a:lnTo>
                <a:lnTo>
                  <a:pt x="4105" y="2910"/>
                </a:lnTo>
                <a:lnTo>
                  <a:pt x="4104" y="2910"/>
                </a:lnTo>
                <a:lnTo>
                  <a:pt x="4104" y="2909"/>
                </a:lnTo>
                <a:lnTo>
                  <a:pt x="4103" y="2908"/>
                </a:lnTo>
                <a:lnTo>
                  <a:pt x="4103" y="2907"/>
                </a:lnTo>
                <a:lnTo>
                  <a:pt x="4104" y="2906"/>
                </a:lnTo>
                <a:lnTo>
                  <a:pt x="4104" y="2905"/>
                </a:lnTo>
                <a:lnTo>
                  <a:pt x="4105" y="2906"/>
                </a:lnTo>
                <a:lnTo>
                  <a:pt x="4106" y="2906"/>
                </a:lnTo>
                <a:lnTo>
                  <a:pt x="4107" y="2905"/>
                </a:lnTo>
                <a:lnTo>
                  <a:pt x="4107" y="2904"/>
                </a:lnTo>
                <a:lnTo>
                  <a:pt x="4108" y="2903"/>
                </a:lnTo>
                <a:lnTo>
                  <a:pt x="4108" y="2902"/>
                </a:lnTo>
                <a:lnTo>
                  <a:pt x="4107" y="2902"/>
                </a:lnTo>
                <a:lnTo>
                  <a:pt x="4107" y="2901"/>
                </a:lnTo>
                <a:lnTo>
                  <a:pt x="4108" y="2902"/>
                </a:lnTo>
                <a:lnTo>
                  <a:pt x="4108" y="2900"/>
                </a:lnTo>
                <a:lnTo>
                  <a:pt x="4108" y="2901"/>
                </a:lnTo>
                <a:lnTo>
                  <a:pt x="4107" y="2901"/>
                </a:lnTo>
                <a:lnTo>
                  <a:pt x="4106" y="2900"/>
                </a:lnTo>
                <a:lnTo>
                  <a:pt x="4107" y="2900"/>
                </a:lnTo>
                <a:lnTo>
                  <a:pt x="4107" y="2899"/>
                </a:lnTo>
                <a:lnTo>
                  <a:pt x="4106" y="2900"/>
                </a:lnTo>
                <a:lnTo>
                  <a:pt x="4104" y="2900"/>
                </a:lnTo>
                <a:lnTo>
                  <a:pt x="4102" y="2901"/>
                </a:lnTo>
                <a:lnTo>
                  <a:pt x="4102" y="2900"/>
                </a:lnTo>
                <a:lnTo>
                  <a:pt x="4103" y="2899"/>
                </a:lnTo>
                <a:lnTo>
                  <a:pt x="4104" y="2899"/>
                </a:lnTo>
                <a:lnTo>
                  <a:pt x="4106" y="2899"/>
                </a:lnTo>
                <a:lnTo>
                  <a:pt x="4106" y="2898"/>
                </a:lnTo>
                <a:lnTo>
                  <a:pt x="4106" y="2899"/>
                </a:lnTo>
                <a:lnTo>
                  <a:pt x="4106" y="2898"/>
                </a:lnTo>
                <a:lnTo>
                  <a:pt x="4105" y="2898"/>
                </a:lnTo>
                <a:lnTo>
                  <a:pt x="4104" y="2898"/>
                </a:lnTo>
                <a:lnTo>
                  <a:pt x="4104" y="2899"/>
                </a:lnTo>
                <a:lnTo>
                  <a:pt x="4102" y="2900"/>
                </a:lnTo>
                <a:lnTo>
                  <a:pt x="4101" y="2901"/>
                </a:lnTo>
                <a:lnTo>
                  <a:pt x="4100" y="2901"/>
                </a:lnTo>
                <a:lnTo>
                  <a:pt x="4099" y="2901"/>
                </a:lnTo>
                <a:lnTo>
                  <a:pt x="4099" y="2900"/>
                </a:lnTo>
                <a:lnTo>
                  <a:pt x="4099" y="2899"/>
                </a:lnTo>
                <a:lnTo>
                  <a:pt x="4100" y="2898"/>
                </a:lnTo>
                <a:lnTo>
                  <a:pt x="4100" y="2897"/>
                </a:lnTo>
                <a:lnTo>
                  <a:pt x="4100" y="2896"/>
                </a:lnTo>
                <a:lnTo>
                  <a:pt x="4101" y="2896"/>
                </a:lnTo>
                <a:lnTo>
                  <a:pt x="4101" y="2897"/>
                </a:lnTo>
                <a:lnTo>
                  <a:pt x="4102" y="2897"/>
                </a:lnTo>
                <a:lnTo>
                  <a:pt x="4103" y="2896"/>
                </a:lnTo>
                <a:lnTo>
                  <a:pt x="4103" y="2895"/>
                </a:lnTo>
                <a:lnTo>
                  <a:pt x="4104" y="2894"/>
                </a:lnTo>
                <a:lnTo>
                  <a:pt x="4103" y="2894"/>
                </a:lnTo>
                <a:lnTo>
                  <a:pt x="4102" y="2894"/>
                </a:lnTo>
                <a:lnTo>
                  <a:pt x="4101" y="2894"/>
                </a:lnTo>
                <a:lnTo>
                  <a:pt x="4100" y="2893"/>
                </a:lnTo>
                <a:lnTo>
                  <a:pt x="4099" y="2893"/>
                </a:lnTo>
                <a:lnTo>
                  <a:pt x="4099" y="2894"/>
                </a:lnTo>
                <a:lnTo>
                  <a:pt x="4098" y="2894"/>
                </a:lnTo>
                <a:lnTo>
                  <a:pt x="4097" y="2894"/>
                </a:lnTo>
                <a:lnTo>
                  <a:pt x="4097" y="2895"/>
                </a:lnTo>
                <a:lnTo>
                  <a:pt x="4096" y="2895"/>
                </a:lnTo>
                <a:lnTo>
                  <a:pt x="4094" y="2896"/>
                </a:lnTo>
                <a:lnTo>
                  <a:pt x="4093" y="2896"/>
                </a:lnTo>
                <a:lnTo>
                  <a:pt x="4093" y="2897"/>
                </a:lnTo>
                <a:lnTo>
                  <a:pt x="4092" y="2897"/>
                </a:lnTo>
                <a:lnTo>
                  <a:pt x="4092" y="2898"/>
                </a:lnTo>
                <a:lnTo>
                  <a:pt x="4091" y="2898"/>
                </a:lnTo>
                <a:lnTo>
                  <a:pt x="4090" y="2898"/>
                </a:lnTo>
                <a:lnTo>
                  <a:pt x="4089" y="2898"/>
                </a:lnTo>
                <a:lnTo>
                  <a:pt x="4090" y="2898"/>
                </a:lnTo>
                <a:lnTo>
                  <a:pt x="4091" y="2898"/>
                </a:lnTo>
                <a:lnTo>
                  <a:pt x="4092" y="2898"/>
                </a:lnTo>
                <a:lnTo>
                  <a:pt x="4093" y="2898"/>
                </a:lnTo>
                <a:lnTo>
                  <a:pt x="4093" y="2899"/>
                </a:lnTo>
                <a:lnTo>
                  <a:pt x="4094" y="2899"/>
                </a:lnTo>
                <a:lnTo>
                  <a:pt x="4094" y="2900"/>
                </a:lnTo>
                <a:lnTo>
                  <a:pt x="4095" y="2900"/>
                </a:lnTo>
                <a:lnTo>
                  <a:pt x="4095" y="2901"/>
                </a:lnTo>
                <a:lnTo>
                  <a:pt x="4095" y="2902"/>
                </a:lnTo>
                <a:lnTo>
                  <a:pt x="4096" y="2902"/>
                </a:lnTo>
                <a:lnTo>
                  <a:pt x="4097" y="2902"/>
                </a:lnTo>
                <a:lnTo>
                  <a:pt x="4098" y="2901"/>
                </a:lnTo>
                <a:lnTo>
                  <a:pt x="4098" y="2902"/>
                </a:lnTo>
                <a:lnTo>
                  <a:pt x="4099" y="2902"/>
                </a:lnTo>
                <a:lnTo>
                  <a:pt x="4099" y="2903"/>
                </a:lnTo>
                <a:lnTo>
                  <a:pt x="4099" y="2904"/>
                </a:lnTo>
                <a:lnTo>
                  <a:pt x="4099" y="2905"/>
                </a:lnTo>
                <a:lnTo>
                  <a:pt x="4099" y="2906"/>
                </a:lnTo>
                <a:lnTo>
                  <a:pt x="4098" y="2906"/>
                </a:lnTo>
                <a:lnTo>
                  <a:pt x="4098" y="2907"/>
                </a:lnTo>
                <a:lnTo>
                  <a:pt x="4097" y="2907"/>
                </a:lnTo>
                <a:lnTo>
                  <a:pt x="4096" y="2907"/>
                </a:lnTo>
                <a:lnTo>
                  <a:pt x="4095" y="2908"/>
                </a:lnTo>
                <a:lnTo>
                  <a:pt x="4095" y="2909"/>
                </a:lnTo>
                <a:lnTo>
                  <a:pt x="4096" y="2910"/>
                </a:lnTo>
                <a:lnTo>
                  <a:pt x="4097" y="2910"/>
                </a:lnTo>
                <a:lnTo>
                  <a:pt x="4098" y="2910"/>
                </a:lnTo>
                <a:lnTo>
                  <a:pt x="4098" y="2911"/>
                </a:lnTo>
                <a:lnTo>
                  <a:pt x="4097" y="2911"/>
                </a:lnTo>
                <a:lnTo>
                  <a:pt x="4096" y="2912"/>
                </a:lnTo>
                <a:lnTo>
                  <a:pt x="4093" y="2912"/>
                </a:lnTo>
                <a:lnTo>
                  <a:pt x="4093" y="2913"/>
                </a:lnTo>
                <a:lnTo>
                  <a:pt x="4091" y="2913"/>
                </a:lnTo>
                <a:lnTo>
                  <a:pt x="4091" y="2912"/>
                </a:lnTo>
                <a:lnTo>
                  <a:pt x="4091" y="2913"/>
                </a:lnTo>
                <a:lnTo>
                  <a:pt x="4089" y="2913"/>
                </a:lnTo>
                <a:lnTo>
                  <a:pt x="4089" y="2914"/>
                </a:lnTo>
                <a:lnTo>
                  <a:pt x="4088" y="2914"/>
                </a:lnTo>
                <a:lnTo>
                  <a:pt x="4089" y="2914"/>
                </a:lnTo>
                <a:lnTo>
                  <a:pt x="4090" y="2914"/>
                </a:lnTo>
                <a:lnTo>
                  <a:pt x="4091" y="2914"/>
                </a:lnTo>
                <a:lnTo>
                  <a:pt x="4091" y="2915"/>
                </a:lnTo>
                <a:lnTo>
                  <a:pt x="4092" y="2915"/>
                </a:lnTo>
                <a:lnTo>
                  <a:pt x="4092" y="2916"/>
                </a:lnTo>
                <a:lnTo>
                  <a:pt x="4094" y="2918"/>
                </a:lnTo>
                <a:lnTo>
                  <a:pt x="4095" y="2918"/>
                </a:lnTo>
                <a:lnTo>
                  <a:pt x="4096" y="2918"/>
                </a:lnTo>
                <a:lnTo>
                  <a:pt x="4096" y="2919"/>
                </a:lnTo>
                <a:lnTo>
                  <a:pt x="4098" y="2920"/>
                </a:lnTo>
                <a:lnTo>
                  <a:pt x="4099" y="2921"/>
                </a:lnTo>
                <a:lnTo>
                  <a:pt x="4100" y="2921"/>
                </a:lnTo>
                <a:lnTo>
                  <a:pt x="4100" y="2920"/>
                </a:lnTo>
                <a:lnTo>
                  <a:pt x="4100" y="2919"/>
                </a:lnTo>
                <a:lnTo>
                  <a:pt x="4099" y="2919"/>
                </a:lnTo>
                <a:lnTo>
                  <a:pt x="4100" y="2918"/>
                </a:lnTo>
                <a:lnTo>
                  <a:pt x="4100" y="2919"/>
                </a:lnTo>
                <a:lnTo>
                  <a:pt x="4100" y="2918"/>
                </a:lnTo>
                <a:lnTo>
                  <a:pt x="4101" y="2917"/>
                </a:lnTo>
                <a:lnTo>
                  <a:pt x="4102" y="2917"/>
                </a:lnTo>
                <a:lnTo>
                  <a:pt x="4103" y="2917"/>
                </a:lnTo>
                <a:lnTo>
                  <a:pt x="4103" y="2918"/>
                </a:lnTo>
                <a:lnTo>
                  <a:pt x="4102" y="2919"/>
                </a:lnTo>
                <a:lnTo>
                  <a:pt x="4101" y="2919"/>
                </a:lnTo>
                <a:lnTo>
                  <a:pt x="4101" y="2920"/>
                </a:lnTo>
                <a:lnTo>
                  <a:pt x="4101" y="2922"/>
                </a:lnTo>
                <a:lnTo>
                  <a:pt x="4100" y="2922"/>
                </a:lnTo>
                <a:lnTo>
                  <a:pt x="4099" y="2923"/>
                </a:lnTo>
                <a:lnTo>
                  <a:pt x="4099" y="2924"/>
                </a:lnTo>
                <a:lnTo>
                  <a:pt x="4099" y="2925"/>
                </a:lnTo>
                <a:lnTo>
                  <a:pt x="4100" y="2926"/>
                </a:lnTo>
                <a:lnTo>
                  <a:pt x="4101" y="2927"/>
                </a:lnTo>
                <a:lnTo>
                  <a:pt x="4101" y="2926"/>
                </a:lnTo>
                <a:lnTo>
                  <a:pt x="4101" y="2927"/>
                </a:lnTo>
                <a:lnTo>
                  <a:pt x="4102" y="2927"/>
                </a:lnTo>
                <a:lnTo>
                  <a:pt x="4103" y="2927"/>
                </a:lnTo>
                <a:lnTo>
                  <a:pt x="4104" y="2927"/>
                </a:lnTo>
                <a:lnTo>
                  <a:pt x="4103" y="2927"/>
                </a:lnTo>
                <a:lnTo>
                  <a:pt x="4102" y="2928"/>
                </a:lnTo>
                <a:lnTo>
                  <a:pt x="4100" y="2928"/>
                </a:lnTo>
                <a:lnTo>
                  <a:pt x="4099" y="2928"/>
                </a:lnTo>
                <a:lnTo>
                  <a:pt x="4099" y="2927"/>
                </a:lnTo>
                <a:lnTo>
                  <a:pt x="4098" y="2926"/>
                </a:lnTo>
                <a:lnTo>
                  <a:pt x="4097" y="2926"/>
                </a:lnTo>
                <a:lnTo>
                  <a:pt x="4096" y="2927"/>
                </a:lnTo>
                <a:lnTo>
                  <a:pt x="4095" y="2927"/>
                </a:lnTo>
                <a:lnTo>
                  <a:pt x="4093" y="2927"/>
                </a:lnTo>
                <a:lnTo>
                  <a:pt x="4092" y="2928"/>
                </a:lnTo>
                <a:lnTo>
                  <a:pt x="4092" y="2929"/>
                </a:lnTo>
                <a:lnTo>
                  <a:pt x="4093" y="2930"/>
                </a:lnTo>
                <a:lnTo>
                  <a:pt x="4093" y="2931"/>
                </a:lnTo>
                <a:lnTo>
                  <a:pt x="4093" y="2932"/>
                </a:lnTo>
                <a:lnTo>
                  <a:pt x="4094" y="2932"/>
                </a:lnTo>
                <a:lnTo>
                  <a:pt x="4094" y="2933"/>
                </a:lnTo>
                <a:lnTo>
                  <a:pt x="4095" y="2933"/>
                </a:lnTo>
                <a:lnTo>
                  <a:pt x="4098" y="2933"/>
                </a:lnTo>
                <a:lnTo>
                  <a:pt x="4099" y="2933"/>
                </a:lnTo>
                <a:lnTo>
                  <a:pt x="4100" y="2934"/>
                </a:lnTo>
                <a:lnTo>
                  <a:pt x="4100" y="2935"/>
                </a:lnTo>
                <a:lnTo>
                  <a:pt x="4099" y="2935"/>
                </a:lnTo>
                <a:lnTo>
                  <a:pt x="4098" y="2935"/>
                </a:lnTo>
                <a:lnTo>
                  <a:pt x="4097" y="2935"/>
                </a:lnTo>
                <a:lnTo>
                  <a:pt x="4096" y="2935"/>
                </a:lnTo>
                <a:lnTo>
                  <a:pt x="4095" y="2935"/>
                </a:lnTo>
                <a:lnTo>
                  <a:pt x="4095" y="2936"/>
                </a:lnTo>
                <a:lnTo>
                  <a:pt x="4094" y="2936"/>
                </a:lnTo>
                <a:lnTo>
                  <a:pt x="4093" y="2935"/>
                </a:lnTo>
                <a:lnTo>
                  <a:pt x="4092" y="2935"/>
                </a:lnTo>
                <a:lnTo>
                  <a:pt x="4092" y="2934"/>
                </a:lnTo>
                <a:lnTo>
                  <a:pt x="4091" y="2934"/>
                </a:lnTo>
                <a:lnTo>
                  <a:pt x="4090" y="2933"/>
                </a:lnTo>
                <a:lnTo>
                  <a:pt x="4089" y="2934"/>
                </a:lnTo>
                <a:lnTo>
                  <a:pt x="4088" y="2934"/>
                </a:lnTo>
                <a:lnTo>
                  <a:pt x="4088" y="2935"/>
                </a:lnTo>
                <a:lnTo>
                  <a:pt x="4087" y="2935"/>
                </a:lnTo>
                <a:lnTo>
                  <a:pt x="4086" y="2935"/>
                </a:lnTo>
                <a:lnTo>
                  <a:pt x="4086" y="2936"/>
                </a:lnTo>
                <a:lnTo>
                  <a:pt x="4085" y="2936"/>
                </a:lnTo>
                <a:lnTo>
                  <a:pt x="4084" y="2936"/>
                </a:lnTo>
                <a:lnTo>
                  <a:pt x="4083" y="2936"/>
                </a:lnTo>
                <a:lnTo>
                  <a:pt x="4082" y="2937"/>
                </a:lnTo>
                <a:lnTo>
                  <a:pt x="4081" y="2937"/>
                </a:lnTo>
                <a:lnTo>
                  <a:pt x="4080" y="2937"/>
                </a:lnTo>
                <a:lnTo>
                  <a:pt x="4079" y="2937"/>
                </a:lnTo>
                <a:lnTo>
                  <a:pt x="4078" y="2937"/>
                </a:lnTo>
                <a:lnTo>
                  <a:pt x="4078" y="2938"/>
                </a:lnTo>
                <a:lnTo>
                  <a:pt x="4077" y="2938"/>
                </a:lnTo>
                <a:lnTo>
                  <a:pt x="4076" y="2938"/>
                </a:lnTo>
                <a:lnTo>
                  <a:pt x="4075" y="2938"/>
                </a:lnTo>
                <a:lnTo>
                  <a:pt x="4074" y="2938"/>
                </a:lnTo>
                <a:lnTo>
                  <a:pt x="4074" y="2937"/>
                </a:lnTo>
                <a:lnTo>
                  <a:pt x="4074" y="2936"/>
                </a:lnTo>
                <a:lnTo>
                  <a:pt x="4074" y="2935"/>
                </a:lnTo>
                <a:lnTo>
                  <a:pt x="4074" y="2934"/>
                </a:lnTo>
                <a:lnTo>
                  <a:pt x="4073" y="2934"/>
                </a:lnTo>
                <a:lnTo>
                  <a:pt x="4073" y="2933"/>
                </a:lnTo>
                <a:lnTo>
                  <a:pt x="4073" y="2934"/>
                </a:lnTo>
                <a:lnTo>
                  <a:pt x="4073" y="2933"/>
                </a:lnTo>
                <a:lnTo>
                  <a:pt x="4072" y="2933"/>
                </a:lnTo>
                <a:lnTo>
                  <a:pt x="4072" y="2932"/>
                </a:lnTo>
                <a:lnTo>
                  <a:pt x="4073" y="2931"/>
                </a:lnTo>
                <a:lnTo>
                  <a:pt x="4074" y="2930"/>
                </a:lnTo>
                <a:lnTo>
                  <a:pt x="4074" y="2929"/>
                </a:lnTo>
                <a:lnTo>
                  <a:pt x="4074" y="2928"/>
                </a:lnTo>
                <a:lnTo>
                  <a:pt x="4073" y="2928"/>
                </a:lnTo>
                <a:lnTo>
                  <a:pt x="4073" y="2927"/>
                </a:lnTo>
                <a:lnTo>
                  <a:pt x="4072" y="2927"/>
                </a:lnTo>
                <a:lnTo>
                  <a:pt x="4071" y="2927"/>
                </a:lnTo>
                <a:lnTo>
                  <a:pt x="4072" y="2928"/>
                </a:lnTo>
                <a:lnTo>
                  <a:pt x="4072" y="2929"/>
                </a:lnTo>
                <a:lnTo>
                  <a:pt x="4072" y="2930"/>
                </a:lnTo>
                <a:lnTo>
                  <a:pt x="4072" y="2931"/>
                </a:lnTo>
                <a:lnTo>
                  <a:pt x="4071" y="2931"/>
                </a:lnTo>
                <a:lnTo>
                  <a:pt x="4070" y="2931"/>
                </a:lnTo>
                <a:lnTo>
                  <a:pt x="4070" y="2932"/>
                </a:lnTo>
                <a:lnTo>
                  <a:pt x="4070" y="2933"/>
                </a:lnTo>
                <a:lnTo>
                  <a:pt x="4071" y="2933"/>
                </a:lnTo>
                <a:lnTo>
                  <a:pt x="4072" y="2933"/>
                </a:lnTo>
                <a:lnTo>
                  <a:pt x="4072" y="2934"/>
                </a:lnTo>
                <a:lnTo>
                  <a:pt x="4072" y="2935"/>
                </a:lnTo>
                <a:lnTo>
                  <a:pt x="4072" y="2936"/>
                </a:lnTo>
                <a:lnTo>
                  <a:pt x="4072" y="2937"/>
                </a:lnTo>
                <a:lnTo>
                  <a:pt x="4071" y="2937"/>
                </a:lnTo>
                <a:lnTo>
                  <a:pt x="4070" y="2938"/>
                </a:lnTo>
                <a:lnTo>
                  <a:pt x="4069" y="2938"/>
                </a:lnTo>
                <a:lnTo>
                  <a:pt x="4068" y="2938"/>
                </a:lnTo>
                <a:lnTo>
                  <a:pt x="4069" y="2939"/>
                </a:lnTo>
                <a:lnTo>
                  <a:pt x="4068" y="2940"/>
                </a:lnTo>
                <a:lnTo>
                  <a:pt x="4069" y="2942"/>
                </a:lnTo>
                <a:lnTo>
                  <a:pt x="4069" y="2943"/>
                </a:lnTo>
                <a:lnTo>
                  <a:pt x="4070" y="2943"/>
                </a:lnTo>
                <a:lnTo>
                  <a:pt x="4070" y="2944"/>
                </a:lnTo>
                <a:lnTo>
                  <a:pt x="4070" y="2945"/>
                </a:lnTo>
                <a:lnTo>
                  <a:pt x="4072" y="2944"/>
                </a:lnTo>
                <a:lnTo>
                  <a:pt x="4073" y="2944"/>
                </a:lnTo>
                <a:lnTo>
                  <a:pt x="4074" y="2944"/>
                </a:lnTo>
                <a:lnTo>
                  <a:pt x="4075" y="2944"/>
                </a:lnTo>
                <a:lnTo>
                  <a:pt x="4075" y="2943"/>
                </a:lnTo>
                <a:lnTo>
                  <a:pt x="4075" y="2942"/>
                </a:lnTo>
                <a:lnTo>
                  <a:pt x="4076" y="2941"/>
                </a:lnTo>
                <a:lnTo>
                  <a:pt x="4077" y="2942"/>
                </a:lnTo>
                <a:lnTo>
                  <a:pt x="4076" y="2942"/>
                </a:lnTo>
                <a:lnTo>
                  <a:pt x="4076" y="2943"/>
                </a:lnTo>
                <a:lnTo>
                  <a:pt x="4076" y="2944"/>
                </a:lnTo>
                <a:lnTo>
                  <a:pt x="4076" y="2945"/>
                </a:lnTo>
                <a:lnTo>
                  <a:pt x="4076" y="2946"/>
                </a:lnTo>
                <a:lnTo>
                  <a:pt x="4077" y="2946"/>
                </a:lnTo>
                <a:lnTo>
                  <a:pt x="4078" y="2946"/>
                </a:lnTo>
                <a:lnTo>
                  <a:pt x="4078" y="2945"/>
                </a:lnTo>
                <a:lnTo>
                  <a:pt x="4079" y="2945"/>
                </a:lnTo>
                <a:lnTo>
                  <a:pt x="4079" y="2946"/>
                </a:lnTo>
                <a:lnTo>
                  <a:pt x="4080" y="2946"/>
                </a:lnTo>
                <a:lnTo>
                  <a:pt x="4080" y="2945"/>
                </a:lnTo>
                <a:lnTo>
                  <a:pt x="4081" y="2946"/>
                </a:lnTo>
                <a:lnTo>
                  <a:pt x="4081" y="2947"/>
                </a:lnTo>
                <a:lnTo>
                  <a:pt x="4081" y="2948"/>
                </a:lnTo>
                <a:lnTo>
                  <a:pt x="4081" y="2949"/>
                </a:lnTo>
                <a:lnTo>
                  <a:pt x="4080" y="2949"/>
                </a:lnTo>
                <a:lnTo>
                  <a:pt x="4079" y="2950"/>
                </a:lnTo>
                <a:lnTo>
                  <a:pt x="4079" y="2951"/>
                </a:lnTo>
                <a:lnTo>
                  <a:pt x="4078" y="2951"/>
                </a:lnTo>
                <a:lnTo>
                  <a:pt x="4077" y="2951"/>
                </a:lnTo>
                <a:lnTo>
                  <a:pt x="4077" y="2953"/>
                </a:lnTo>
                <a:lnTo>
                  <a:pt x="4077" y="2954"/>
                </a:lnTo>
                <a:lnTo>
                  <a:pt x="4076" y="2954"/>
                </a:lnTo>
                <a:lnTo>
                  <a:pt x="4075" y="2955"/>
                </a:lnTo>
                <a:lnTo>
                  <a:pt x="4075" y="2956"/>
                </a:lnTo>
                <a:lnTo>
                  <a:pt x="4074" y="2957"/>
                </a:lnTo>
                <a:lnTo>
                  <a:pt x="4072" y="2957"/>
                </a:lnTo>
                <a:lnTo>
                  <a:pt x="4072" y="2956"/>
                </a:lnTo>
                <a:lnTo>
                  <a:pt x="4072" y="2955"/>
                </a:lnTo>
                <a:lnTo>
                  <a:pt x="4071" y="2955"/>
                </a:lnTo>
                <a:lnTo>
                  <a:pt x="4070" y="2955"/>
                </a:lnTo>
                <a:lnTo>
                  <a:pt x="4069" y="2956"/>
                </a:lnTo>
                <a:lnTo>
                  <a:pt x="4069" y="2958"/>
                </a:lnTo>
                <a:lnTo>
                  <a:pt x="4069" y="2959"/>
                </a:lnTo>
                <a:lnTo>
                  <a:pt x="4069" y="2960"/>
                </a:lnTo>
                <a:lnTo>
                  <a:pt x="4070" y="2961"/>
                </a:lnTo>
                <a:lnTo>
                  <a:pt x="4070" y="2962"/>
                </a:lnTo>
                <a:lnTo>
                  <a:pt x="4071" y="2962"/>
                </a:lnTo>
                <a:lnTo>
                  <a:pt x="4071" y="2961"/>
                </a:lnTo>
                <a:lnTo>
                  <a:pt x="4072" y="2961"/>
                </a:lnTo>
                <a:lnTo>
                  <a:pt x="4072" y="2962"/>
                </a:lnTo>
                <a:lnTo>
                  <a:pt x="4072" y="2963"/>
                </a:lnTo>
                <a:lnTo>
                  <a:pt x="4072" y="2964"/>
                </a:lnTo>
                <a:lnTo>
                  <a:pt x="4071" y="2964"/>
                </a:lnTo>
                <a:lnTo>
                  <a:pt x="4072" y="2965"/>
                </a:lnTo>
                <a:lnTo>
                  <a:pt x="4071" y="2966"/>
                </a:lnTo>
                <a:lnTo>
                  <a:pt x="4070" y="2966"/>
                </a:lnTo>
                <a:lnTo>
                  <a:pt x="4069" y="2967"/>
                </a:lnTo>
                <a:lnTo>
                  <a:pt x="4069" y="2968"/>
                </a:lnTo>
                <a:lnTo>
                  <a:pt x="4070" y="2968"/>
                </a:lnTo>
                <a:lnTo>
                  <a:pt x="4069" y="2968"/>
                </a:lnTo>
                <a:lnTo>
                  <a:pt x="4068" y="2968"/>
                </a:lnTo>
                <a:lnTo>
                  <a:pt x="4068" y="2969"/>
                </a:lnTo>
                <a:lnTo>
                  <a:pt x="4067" y="2969"/>
                </a:lnTo>
                <a:lnTo>
                  <a:pt x="4067" y="2970"/>
                </a:lnTo>
                <a:lnTo>
                  <a:pt x="4066" y="2970"/>
                </a:lnTo>
                <a:lnTo>
                  <a:pt x="4066" y="2971"/>
                </a:lnTo>
                <a:lnTo>
                  <a:pt x="4065" y="2971"/>
                </a:lnTo>
                <a:lnTo>
                  <a:pt x="4064" y="2971"/>
                </a:lnTo>
                <a:lnTo>
                  <a:pt x="4063" y="2972"/>
                </a:lnTo>
                <a:lnTo>
                  <a:pt x="4063" y="2973"/>
                </a:lnTo>
                <a:lnTo>
                  <a:pt x="4062" y="2973"/>
                </a:lnTo>
                <a:lnTo>
                  <a:pt x="4062" y="2971"/>
                </a:lnTo>
                <a:lnTo>
                  <a:pt x="4063" y="2970"/>
                </a:lnTo>
                <a:lnTo>
                  <a:pt x="4063" y="2969"/>
                </a:lnTo>
                <a:lnTo>
                  <a:pt x="4063" y="2968"/>
                </a:lnTo>
                <a:lnTo>
                  <a:pt x="4062" y="2966"/>
                </a:lnTo>
                <a:lnTo>
                  <a:pt x="4060" y="2964"/>
                </a:lnTo>
                <a:lnTo>
                  <a:pt x="4059" y="2963"/>
                </a:lnTo>
                <a:lnTo>
                  <a:pt x="4057" y="2962"/>
                </a:lnTo>
                <a:lnTo>
                  <a:pt x="4056" y="2962"/>
                </a:lnTo>
                <a:lnTo>
                  <a:pt x="4056" y="2961"/>
                </a:lnTo>
                <a:lnTo>
                  <a:pt x="4055" y="2961"/>
                </a:lnTo>
                <a:lnTo>
                  <a:pt x="4054" y="2961"/>
                </a:lnTo>
                <a:lnTo>
                  <a:pt x="4053" y="2961"/>
                </a:lnTo>
                <a:lnTo>
                  <a:pt x="4051" y="2961"/>
                </a:lnTo>
                <a:lnTo>
                  <a:pt x="4051" y="2960"/>
                </a:lnTo>
                <a:lnTo>
                  <a:pt x="4051" y="2959"/>
                </a:lnTo>
                <a:lnTo>
                  <a:pt x="4051" y="2958"/>
                </a:lnTo>
                <a:lnTo>
                  <a:pt x="4051" y="2957"/>
                </a:lnTo>
                <a:lnTo>
                  <a:pt x="4052" y="2957"/>
                </a:lnTo>
                <a:lnTo>
                  <a:pt x="4051" y="2957"/>
                </a:lnTo>
                <a:lnTo>
                  <a:pt x="4051" y="2956"/>
                </a:lnTo>
                <a:lnTo>
                  <a:pt x="4052" y="2956"/>
                </a:lnTo>
                <a:lnTo>
                  <a:pt x="4051" y="2956"/>
                </a:lnTo>
                <a:lnTo>
                  <a:pt x="4051" y="2955"/>
                </a:lnTo>
                <a:lnTo>
                  <a:pt x="4051" y="2954"/>
                </a:lnTo>
                <a:lnTo>
                  <a:pt x="4050" y="2953"/>
                </a:lnTo>
                <a:lnTo>
                  <a:pt x="4050" y="2954"/>
                </a:lnTo>
                <a:lnTo>
                  <a:pt x="4050" y="2955"/>
                </a:lnTo>
                <a:lnTo>
                  <a:pt x="4050" y="2956"/>
                </a:lnTo>
                <a:lnTo>
                  <a:pt x="4051" y="2956"/>
                </a:lnTo>
                <a:lnTo>
                  <a:pt x="4051" y="2957"/>
                </a:lnTo>
                <a:lnTo>
                  <a:pt x="4050" y="2957"/>
                </a:lnTo>
                <a:lnTo>
                  <a:pt x="4050" y="2958"/>
                </a:lnTo>
                <a:lnTo>
                  <a:pt x="4049" y="2959"/>
                </a:lnTo>
                <a:lnTo>
                  <a:pt x="4049" y="2960"/>
                </a:lnTo>
                <a:lnTo>
                  <a:pt x="4050" y="2961"/>
                </a:lnTo>
                <a:lnTo>
                  <a:pt x="4050" y="2962"/>
                </a:lnTo>
                <a:lnTo>
                  <a:pt x="4049" y="2963"/>
                </a:lnTo>
                <a:lnTo>
                  <a:pt x="4048" y="2963"/>
                </a:lnTo>
                <a:lnTo>
                  <a:pt x="4047" y="2964"/>
                </a:lnTo>
                <a:lnTo>
                  <a:pt x="4046" y="2964"/>
                </a:lnTo>
                <a:lnTo>
                  <a:pt x="4046" y="2965"/>
                </a:lnTo>
                <a:lnTo>
                  <a:pt x="4045" y="2965"/>
                </a:lnTo>
                <a:lnTo>
                  <a:pt x="4044" y="2966"/>
                </a:lnTo>
                <a:lnTo>
                  <a:pt x="4043" y="2966"/>
                </a:lnTo>
                <a:lnTo>
                  <a:pt x="4042" y="2966"/>
                </a:lnTo>
                <a:lnTo>
                  <a:pt x="4041" y="2966"/>
                </a:lnTo>
                <a:lnTo>
                  <a:pt x="4040" y="2966"/>
                </a:lnTo>
                <a:lnTo>
                  <a:pt x="4039" y="2966"/>
                </a:lnTo>
                <a:lnTo>
                  <a:pt x="4038" y="2966"/>
                </a:lnTo>
                <a:lnTo>
                  <a:pt x="4037" y="2965"/>
                </a:lnTo>
                <a:lnTo>
                  <a:pt x="4037" y="2966"/>
                </a:lnTo>
                <a:lnTo>
                  <a:pt x="4037" y="2967"/>
                </a:lnTo>
                <a:lnTo>
                  <a:pt x="4035" y="2968"/>
                </a:lnTo>
                <a:lnTo>
                  <a:pt x="4034" y="2969"/>
                </a:lnTo>
                <a:lnTo>
                  <a:pt x="4033" y="2969"/>
                </a:lnTo>
                <a:lnTo>
                  <a:pt x="4034" y="2969"/>
                </a:lnTo>
                <a:lnTo>
                  <a:pt x="4034" y="2970"/>
                </a:lnTo>
                <a:lnTo>
                  <a:pt x="4033" y="2970"/>
                </a:lnTo>
                <a:lnTo>
                  <a:pt x="4031" y="2970"/>
                </a:lnTo>
                <a:lnTo>
                  <a:pt x="4031" y="2969"/>
                </a:lnTo>
                <a:lnTo>
                  <a:pt x="4030" y="2969"/>
                </a:lnTo>
                <a:lnTo>
                  <a:pt x="4029" y="2968"/>
                </a:lnTo>
                <a:lnTo>
                  <a:pt x="4028" y="2967"/>
                </a:lnTo>
                <a:lnTo>
                  <a:pt x="4028" y="2966"/>
                </a:lnTo>
                <a:lnTo>
                  <a:pt x="4028" y="2964"/>
                </a:lnTo>
                <a:lnTo>
                  <a:pt x="4028" y="2963"/>
                </a:lnTo>
                <a:lnTo>
                  <a:pt x="4028" y="2961"/>
                </a:lnTo>
                <a:lnTo>
                  <a:pt x="4027" y="2961"/>
                </a:lnTo>
                <a:lnTo>
                  <a:pt x="4028" y="2960"/>
                </a:lnTo>
                <a:lnTo>
                  <a:pt x="4029" y="2959"/>
                </a:lnTo>
                <a:lnTo>
                  <a:pt x="4029" y="2958"/>
                </a:lnTo>
                <a:lnTo>
                  <a:pt x="4028" y="2958"/>
                </a:lnTo>
                <a:lnTo>
                  <a:pt x="4028" y="2957"/>
                </a:lnTo>
                <a:lnTo>
                  <a:pt x="4027" y="2957"/>
                </a:lnTo>
                <a:lnTo>
                  <a:pt x="4027" y="2958"/>
                </a:lnTo>
                <a:lnTo>
                  <a:pt x="4027" y="2959"/>
                </a:lnTo>
                <a:lnTo>
                  <a:pt x="4026" y="2960"/>
                </a:lnTo>
                <a:lnTo>
                  <a:pt x="4025" y="2959"/>
                </a:lnTo>
                <a:lnTo>
                  <a:pt x="4024" y="2959"/>
                </a:lnTo>
                <a:lnTo>
                  <a:pt x="4024" y="2960"/>
                </a:lnTo>
                <a:lnTo>
                  <a:pt x="4025" y="2960"/>
                </a:lnTo>
                <a:lnTo>
                  <a:pt x="4024" y="2960"/>
                </a:lnTo>
                <a:lnTo>
                  <a:pt x="4024" y="2961"/>
                </a:lnTo>
                <a:lnTo>
                  <a:pt x="4024" y="2962"/>
                </a:lnTo>
                <a:lnTo>
                  <a:pt x="4023" y="2963"/>
                </a:lnTo>
                <a:lnTo>
                  <a:pt x="4022" y="2964"/>
                </a:lnTo>
                <a:lnTo>
                  <a:pt x="4021" y="2965"/>
                </a:lnTo>
                <a:lnTo>
                  <a:pt x="4021" y="2966"/>
                </a:lnTo>
                <a:lnTo>
                  <a:pt x="4020" y="2967"/>
                </a:lnTo>
                <a:lnTo>
                  <a:pt x="4019" y="2967"/>
                </a:lnTo>
                <a:lnTo>
                  <a:pt x="4017" y="2967"/>
                </a:lnTo>
                <a:lnTo>
                  <a:pt x="4017" y="2968"/>
                </a:lnTo>
                <a:lnTo>
                  <a:pt x="4016" y="2968"/>
                </a:lnTo>
                <a:lnTo>
                  <a:pt x="4015" y="2968"/>
                </a:lnTo>
                <a:lnTo>
                  <a:pt x="4014" y="2969"/>
                </a:lnTo>
                <a:lnTo>
                  <a:pt x="4014" y="2970"/>
                </a:lnTo>
                <a:lnTo>
                  <a:pt x="4014" y="2971"/>
                </a:lnTo>
                <a:lnTo>
                  <a:pt x="4015" y="2971"/>
                </a:lnTo>
                <a:lnTo>
                  <a:pt x="4015" y="2970"/>
                </a:lnTo>
                <a:lnTo>
                  <a:pt x="4015" y="2971"/>
                </a:lnTo>
                <a:lnTo>
                  <a:pt x="4017" y="2973"/>
                </a:lnTo>
                <a:lnTo>
                  <a:pt x="4017" y="2974"/>
                </a:lnTo>
                <a:lnTo>
                  <a:pt x="4016" y="2974"/>
                </a:lnTo>
                <a:lnTo>
                  <a:pt x="4015" y="2975"/>
                </a:lnTo>
                <a:lnTo>
                  <a:pt x="4014" y="2976"/>
                </a:lnTo>
                <a:lnTo>
                  <a:pt x="4014" y="2977"/>
                </a:lnTo>
                <a:lnTo>
                  <a:pt x="4014" y="2978"/>
                </a:lnTo>
                <a:lnTo>
                  <a:pt x="4015" y="2979"/>
                </a:lnTo>
                <a:lnTo>
                  <a:pt x="4015" y="2980"/>
                </a:lnTo>
                <a:lnTo>
                  <a:pt x="4013" y="2980"/>
                </a:lnTo>
                <a:lnTo>
                  <a:pt x="4009" y="2979"/>
                </a:lnTo>
                <a:lnTo>
                  <a:pt x="4007" y="2978"/>
                </a:lnTo>
                <a:lnTo>
                  <a:pt x="4006" y="2977"/>
                </a:lnTo>
                <a:lnTo>
                  <a:pt x="4004" y="2977"/>
                </a:lnTo>
                <a:lnTo>
                  <a:pt x="4003" y="2976"/>
                </a:lnTo>
                <a:lnTo>
                  <a:pt x="4002" y="2976"/>
                </a:lnTo>
                <a:lnTo>
                  <a:pt x="4002" y="2977"/>
                </a:lnTo>
                <a:lnTo>
                  <a:pt x="4003" y="2978"/>
                </a:lnTo>
                <a:lnTo>
                  <a:pt x="4003" y="2979"/>
                </a:lnTo>
                <a:lnTo>
                  <a:pt x="4002" y="2980"/>
                </a:lnTo>
                <a:lnTo>
                  <a:pt x="4001" y="2981"/>
                </a:lnTo>
                <a:lnTo>
                  <a:pt x="4000" y="2981"/>
                </a:lnTo>
                <a:lnTo>
                  <a:pt x="4001" y="2981"/>
                </a:lnTo>
                <a:lnTo>
                  <a:pt x="4001" y="2982"/>
                </a:lnTo>
                <a:lnTo>
                  <a:pt x="4002" y="2983"/>
                </a:lnTo>
                <a:lnTo>
                  <a:pt x="4001" y="2983"/>
                </a:lnTo>
                <a:lnTo>
                  <a:pt x="4001" y="2984"/>
                </a:lnTo>
                <a:lnTo>
                  <a:pt x="4002" y="2984"/>
                </a:lnTo>
                <a:lnTo>
                  <a:pt x="4002" y="2985"/>
                </a:lnTo>
                <a:lnTo>
                  <a:pt x="4004" y="2985"/>
                </a:lnTo>
                <a:lnTo>
                  <a:pt x="4005" y="2985"/>
                </a:lnTo>
                <a:lnTo>
                  <a:pt x="4006" y="2985"/>
                </a:lnTo>
                <a:lnTo>
                  <a:pt x="4007" y="2985"/>
                </a:lnTo>
                <a:lnTo>
                  <a:pt x="4007" y="2984"/>
                </a:lnTo>
                <a:lnTo>
                  <a:pt x="4009" y="2984"/>
                </a:lnTo>
                <a:lnTo>
                  <a:pt x="4010" y="2984"/>
                </a:lnTo>
                <a:lnTo>
                  <a:pt x="4011" y="2983"/>
                </a:lnTo>
                <a:lnTo>
                  <a:pt x="4013" y="2983"/>
                </a:lnTo>
                <a:lnTo>
                  <a:pt x="4014" y="2983"/>
                </a:lnTo>
                <a:lnTo>
                  <a:pt x="4015" y="2983"/>
                </a:lnTo>
                <a:lnTo>
                  <a:pt x="4017" y="2983"/>
                </a:lnTo>
                <a:lnTo>
                  <a:pt x="4017" y="2984"/>
                </a:lnTo>
                <a:lnTo>
                  <a:pt x="4017" y="2985"/>
                </a:lnTo>
                <a:lnTo>
                  <a:pt x="4016" y="2985"/>
                </a:lnTo>
                <a:lnTo>
                  <a:pt x="4016" y="2986"/>
                </a:lnTo>
                <a:lnTo>
                  <a:pt x="4016" y="2987"/>
                </a:lnTo>
                <a:lnTo>
                  <a:pt x="4016" y="2988"/>
                </a:lnTo>
                <a:lnTo>
                  <a:pt x="4015" y="2988"/>
                </a:lnTo>
                <a:lnTo>
                  <a:pt x="4015" y="2989"/>
                </a:lnTo>
                <a:lnTo>
                  <a:pt x="4014" y="2989"/>
                </a:lnTo>
                <a:lnTo>
                  <a:pt x="4014" y="2990"/>
                </a:lnTo>
                <a:lnTo>
                  <a:pt x="4015" y="2990"/>
                </a:lnTo>
                <a:lnTo>
                  <a:pt x="4015" y="2989"/>
                </a:lnTo>
                <a:lnTo>
                  <a:pt x="4016" y="2989"/>
                </a:lnTo>
                <a:lnTo>
                  <a:pt x="4018" y="2989"/>
                </a:lnTo>
                <a:lnTo>
                  <a:pt x="4018" y="2988"/>
                </a:lnTo>
                <a:lnTo>
                  <a:pt x="4020" y="2988"/>
                </a:lnTo>
                <a:lnTo>
                  <a:pt x="4020" y="2989"/>
                </a:lnTo>
                <a:lnTo>
                  <a:pt x="4021" y="2989"/>
                </a:lnTo>
                <a:lnTo>
                  <a:pt x="4021" y="2990"/>
                </a:lnTo>
                <a:lnTo>
                  <a:pt x="4021" y="2991"/>
                </a:lnTo>
                <a:lnTo>
                  <a:pt x="4021" y="2992"/>
                </a:lnTo>
                <a:lnTo>
                  <a:pt x="4021" y="2993"/>
                </a:lnTo>
                <a:lnTo>
                  <a:pt x="4022" y="2993"/>
                </a:lnTo>
                <a:lnTo>
                  <a:pt x="4023" y="2994"/>
                </a:lnTo>
                <a:lnTo>
                  <a:pt x="4022" y="2995"/>
                </a:lnTo>
                <a:lnTo>
                  <a:pt x="4022" y="2996"/>
                </a:lnTo>
                <a:lnTo>
                  <a:pt x="4023" y="2996"/>
                </a:lnTo>
                <a:lnTo>
                  <a:pt x="4023" y="2997"/>
                </a:lnTo>
                <a:lnTo>
                  <a:pt x="4024" y="2997"/>
                </a:lnTo>
                <a:lnTo>
                  <a:pt x="4024" y="2998"/>
                </a:lnTo>
                <a:lnTo>
                  <a:pt x="4023" y="2998"/>
                </a:lnTo>
                <a:lnTo>
                  <a:pt x="4022" y="2998"/>
                </a:lnTo>
                <a:lnTo>
                  <a:pt x="4021" y="2998"/>
                </a:lnTo>
                <a:lnTo>
                  <a:pt x="4020" y="2998"/>
                </a:lnTo>
                <a:lnTo>
                  <a:pt x="4020" y="2999"/>
                </a:lnTo>
                <a:lnTo>
                  <a:pt x="4018" y="2999"/>
                </a:lnTo>
                <a:lnTo>
                  <a:pt x="4017" y="2999"/>
                </a:lnTo>
                <a:lnTo>
                  <a:pt x="4017" y="3000"/>
                </a:lnTo>
                <a:lnTo>
                  <a:pt x="4016" y="3000"/>
                </a:lnTo>
                <a:lnTo>
                  <a:pt x="4016" y="3001"/>
                </a:lnTo>
                <a:lnTo>
                  <a:pt x="4015" y="3001"/>
                </a:lnTo>
                <a:lnTo>
                  <a:pt x="4015" y="3002"/>
                </a:lnTo>
                <a:lnTo>
                  <a:pt x="4014" y="3003"/>
                </a:lnTo>
                <a:lnTo>
                  <a:pt x="4013" y="3003"/>
                </a:lnTo>
                <a:lnTo>
                  <a:pt x="4013" y="3004"/>
                </a:lnTo>
                <a:lnTo>
                  <a:pt x="4012" y="3004"/>
                </a:lnTo>
                <a:lnTo>
                  <a:pt x="4011" y="3005"/>
                </a:lnTo>
                <a:lnTo>
                  <a:pt x="4011" y="3006"/>
                </a:lnTo>
                <a:lnTo>
                  <a:pt x="4010" y="3006"/>
                </a:lnTo>
                <a:lnTo>
                  <a:pt x="4010" y="3007"/>
                </a:lnTo>
                <a:lnTo>
                  <a:pt x="4009" y="3007"/>
                </a:lnTo>
                <a:lnTo>
                  <a:pt x="4009" y="3008"/>
                </a:lnTo>
                <a:lnTo>
                  <a:pt x="4009" y="3009"/>
                </a:lnTo>
                <a:lnTo>
                  <a:pt x="4008" y="3009"/>
                </a:lnTo>
                <a:lnTo>
                  <a:pt x="4008" y="3008"/>
                </a:lnTo>
                <a:lnTo>
                  <a:pt x="4008" y="3007"/>
                </a:lnTo>
                <a:lnTo>
                  <a:pt x="4009" y="3006"/>
                </a:lnTo>
                <a:lnTo>
                  <a:pt x="4008" y="3006"/>
                </a:lnTo>
                <a:lnTo>
                  <a:pt x="4008" y="3007"/>
                </a:lnTo>
                <a:lnTo>
                  <a:pt x="4007" y="3006"/>
                </a:lnTo>
                <a:lnTo>
                  <a:pt x="4008" y="3006"/>
                </a:lnTo>
                <a:lnTo>
                  <a:pt x="4008" y="3005"/>
                </a:lnTo>
                <a:lnTo>
                  <a:pt x="4007" y="3005"/>
                </a:lnTo>
                <a:lnTo>
                  <a:pt x="4007" y="3004"/>
                </a:lnTo>
                <a:lnTo>
                  <a:pt x="4006" y="3004"/>
                </a:lnTo>
                <a:lnTo>
                  <a:pt x="4006" y="3005"/>
                </a:lnTo>
                <a:lnTo>
                  <a:pt x="4007" y="3006"/>
                </a:lnTo>
                <a:lnTo>
                  <a:pt x="4007" y="3007"/>
                </a:lnTo>
                <a:lnTo>
                  <a:pt x="4007" y="3008"/>
                </a:lnTo>
                <a:lnTo>
                  <a:pt x="4006" y="3007"/>
                </a:lnTo>
                <a:lnTo>
                  <a:pt x="4006" y="3006"/>
                </a:lnTo>
                <a:lnTo>
                  <a:pt x="4006" y="3007"/>
                </a:lnTo>
                <a:lnTo>
                  <a:pt x="4005" y="3007"/>
                </a:lnTo>
                <a:lnTo>
                  <a:pt x="4006" y="3008"/>
                </a:lnTo>
                <a:lnTo>
                  <a:pt x="4007" y="3008"/>
                </a:lnTo>
                <a:lnTo>
                  <a:pt x="4007" y="3009"/>
                </a:lnTo>
                <a:lnTo>
                  <a:pt x="4006" y="3009"/>
                </a:lnTo>
                <a:lnTo>
                  <a:pt x="4006" y="3010"/>
                </a:lnTo>
                <a:lnTo>
                  <a:pt x="4005" y="3011"/>
                </a:lnTo>
                <a:lnTo>
                  <a:pt x="4005" y="3012"/>
                </a:lnTo>
                <a:lnTo>
                  <a:pt x="4004" y="3013"/>
                </a:lnTo>
                <a:lnTo>
                  <a:pt x="4003" y="3013"/>
                </a:lnTo>
                <a:lnTo>
                  <a:pt x="4002" y="3015"/>
                </a:lnTo>
                <a:lnTo>
                  <a:pt x="4002" y="3016"/>
                </a:lnTo>
                <a:lnTo>
                  <a:pt x="4002" y="3020"/>
                </a:lnTo>
                <a:lnTo>
                  <a:pt x="4002" y="3021"/>
                </a:lnTo>
                <a:lnTo>
                  <a:pt x="4001" y="3022"/>
                </a:lnTo>
                <a:lnTo>
                  <a:pt x="4000" y="3022"/>
                </a:lnTo>
                <a:lnTo>
                  <a:pt x="3998" y="3022"/>
                </a:lnTo>
                <a:lnTo>
                  <a:pt x="3997" y="3022"/>
                </a:lnTo>
                <a:lnTo>
                  <a:pt x="3996" y="3023"/>
                </a:lnTo>
                <a:lnTo>
                  <a:pt x="3996" y="3024"/>
                </a:lnTo>
                <a:lnTo>
                  <a:pt x="3995" y="3024"/>
                </a:lnTo>
                <a:lnTo>
                  <a:pt x="3995" y="3025"/>
                </a:lnTo>
                <a:lnTo>
                  <a:pt x="3995" y="3026"/>
                </a:lnTo>
                <a:lnTo>
                  <a:pt x="3995" y="3025"/>
                </a:lnTo>
                <a:lnTo>
                  <a:pt x="3994" y="3025"/>
                </a:lnTo>
                <a:lnTo>
                  <a:pt x="3993" y="3026"/>
                </a:lnTo>
                <a:lnTo>
                  <a:pt x="3993" y="3027"/>
                </a:lnTo>
                <a:lnTo>
                  <a:pt x="3993" y="3028"/>
                </a:lnTo>
                <a:lnTo>
                  <a:pt x="3993" y="3029"/>
                </a:lnTo>
                <a:lnTo>
                  <a:pt x="3992" y="3029"/>
                </a:lnTo>
                <a:lnTo>
                  <a:pt x="3991" y="3029"/>
                </a:lnTo>
                <a:lnTo>
                  <a:pt x="3991" y="3030"/>
                </a:lnTo>
                <a:lnTo>
                  <a:pt x="3990" y="3031"/>
                </a:lnTo>
                <a:lnTo>
                  <a:pt x="3990" y="3032"/>
                </a:lnTo>
                <a:lnTo>
                  <a:pt x="3990" y="3033"/>
                </a:lnTo>
                <a:lnTo>
                  <a:pt x="3990" y="3034"/>
                </a:lnTo>
                <a:lnTo>
                  <a:pt x="3989" y="3034"/>
                </a:lnTo>
                <a:lnTo>
                  <a:pt x="3988" y="3035"/>
                </a:lnTo>
                <a:lnTo>
                  <a:pt x="3987" y="3034"/>
                </a:lnTo>
                <a:lnTo>
                  <a:pt x="3987" y="3033"/>
                </a:lnTo>
                <a:lnTo>
                  <a:pt x="3987" y="3032"/>
                </a:lnTo>
                <a:lnTo>
                  <a:pt x="3987" y="3031"/>
                </a:lnTo>
                <a:lnTo>
                  <a:pt x="3988" y="3030"/>
                </a:lnTo>
                <a:lnTo>
                  <a:pt x="3989" y="3030"/>
                </a:lnTo>
                <a:lnTo>
                  <a:pt x="3989" y="3029"/>
                </a:lnTo>
                <a:lnTo>
                  <a:pt x="3990" y="3028"/>
                </a:lnTo>
                <a:lnTo>
                  <a:pt x="3990" y="3027"/>
                </a:lnTo>
                <a:lnTo>
                  <a:pt x="3990" y="3026"/>
                </a:lnTo>
                <a:lnTo>
                  <a:pt x="3991" y="3026"/>
                </a:lnTo>
                <a:lnTo>
                  <a:pt x="3992" y="3026"/>
                </a:lnTo>
                <a:lnTo>
                  <a:pt x="3992" y="3025"/>
                </a:lnTo>
                <a:lnTo>
                  <a:pt x="3991" y="3026"/>
                </a:lnTo>
                <a:lnTo>
                  <a:pt x="3991" y="3025"/>
                </a:lnTo>
                <a:lnTo>
                  <a:pt x="3990" y="3025"/>
                </a:lnTo>
                <a:lnTo>
                  <a:pt x="3990" y="3026"/>
                </a:lnTo>
                <a:lnTo>
                  <a:pt x="3990" y="3025"/>
                </a:lnTo>
                <a:lnTo>
                  <a:pt x="3990" y="3024"/>
                </a:lnTo>
                <a:lnTo>
                  <a:pt x="3989" y="3023"/>
                </a:lnTo>
                <a:lnTo>
                  <a:pt x="3990" y="3022"/>
                </a:lnTo>
                <a:lnTo>
                  <a:pt x="3990" y="3021"/>
                </a:lnTo>
                <a:lnTo>
                  <a:pt x="3990" y="3022"/>
                </a:lnTo>
                <a:lnTo>
                  <a:pt x="3989" y="3022"/>
                </a:lnTo>
                <a:lnTo>
                  <a:pt x="3989" y="3023"/>
                </a:lnTo>
                <a:lnTo>
                  <a:pt x="3989" y="3024"/>
                </a:lnTo>
                <a:lnTo>
                  <a:pt x="3988" y="3024"/>
                </a:lnTo>
                <a:lnTo>
                  <a:pt x="3986" y="3023"/>
                </a:lnTo>
                <a:lnTo>
                  <a:pt x="3986" y="3022"/>
                </a:lnTo>
                <a:lnTo>
                  <a:pt x="3985" y="3022"/>
                </a:lnTo>
                <a:lnTo>
                  <a:pt x="3985" y="3021"/>
                </a:lnTo>
                <a:lnTo>
                  <a:pt x="3984" y="3020"/>
                </a:lnTo>
                <a:lnTo>
                  <a:pt x="3984" y="3021"/>
                </a:lnTo>
                <a:lnTo>
                  <a:pt x="3985" y="3022"/>
                </a:lnTo>
                <a:lnTo>
                  <a:pt x="3985" y="3023"/>
                </a:lnTo>
                <a:lnTo>
                  <a:pt x="3985" y="3024"/>
                </a:lnTo>
                <a:lnTo>
                  <a:pt x="3984" y="3025"/>
                </a:lnTo>
                <a:lnTo>
                  <a:pt x="3983" y="3025"/>
                </a:lnTo>
                <a:lnTo>
                  <a:pt x="3983" y="3026"/>
                </a:lnTo>
                <a:lnTo>
                  <a:pt x="3983" y="3027"/>
                </a:lnTo>
                <a:lnTo>
                  <a:pt x="3983" y="3028"/>
                </a:lnTo>
                <a:lnTo>
                  <a:pt x="3984" y="3028"/>
                </a:lnTo>
                <a:lnTo>
                  <a:pt x="3984" y="3029"/>
                </a:lnTo>
                <a:lnTo>
                  <a:pt x="3984" y="3030"/>
                </a:lnTo>
                <a:lnTo>
                  <a:pt x="3985" y="3030"/>
                </a:lnTo>
                <a:lnTo>
                  <a:pt x="3984" y="3030"/>
                </a:lnTo>
                <a:lnTo>
                  <a:pt x="3983" y="3031"/>
                </a:lnTo>
                <a:lnTo>
                  <a:pt x="3982" y="3031"/>
                </a:lnTo>
                <a:lnTo>
                  <a:pt x="3982" y="3032"/>
                </a:lnTo>
                <a:lnTo>
                  <a:pt x="3981" y="3032"/>
                </a:lnTo>
                <a:lnTo>
                  <a:pt x="3980" y="3033"/>
                </a:lnTo>
                <a:lnTo>
                  <a:pt x="3979" y="3034"/>
                </a:lnTo>
                <a:lnTo>
                  <a:pt x="3979" y="3035"/>
                </a:lnTo>
                <a:lnTo>
                  <a:pt x="3978" y="3036"/>
                </a:lnTo>
                <a:lnTo>
                  <a:pt x="3978" y="3038"/>
                </a:lnTo>
                <a:lnTo>
                  <a:pt x="3977" y="3039"/>
                </a:lnTo>
                <a:lnTo>
                  <a:pt x="3977" y="3040"/>
                </a:lnTo>
                <a:lnTo>
                  <a:pt x="3977" y="3041"/>
                </a:lnTo>
                <a:lnTo>
                  <a:pt x="3977" y="3042"/>
                </a:lnTo>
                <a:lnTo>
                  <a:pt x="3977" y="3043"/>
                </a:lnTo>
                <a:lnTo>
                  <a:pt x="3977" y="3044"/>
                </a:lnTo>
                <a:lnTo>
                  <a:pt x="3978" y="3045"/>
                </a:lnTo>
                <a:lnTo>
                  <a:pt x="3978" y="3046"/>
                </a:lnTo>
                <a:lnTo>
                  <a:pt x="3979" y="3046"/>
                </a:lnTo>
                <a:lnTo>
                  <a:pt x="3978" y="3047"/>
                </a:lnTo>
                <a:lnTo>
                  <a:pt x="3977" y="3048"/>
                </a:lnTo>
                <a:lnTo>
                  <a:pt x="3977" y="3049"/>
                </a:lnTo>
                <a:lnTo>
                  <a:pt x="3976" y="3049"/>
                </a:lnTo>
                <a:lnTo>
                  <a:pt x="3976" y="3050"/>
                </a:lnTo>
                <a:lnTo>
                  <a:pt x="3976" y="3051"/>
                </a:lnTo>
                <a:lnTo>
                  <a:pt x="3975" y="3051"/>
                </a:lnTo>
                <a:lnTo>
                  <a:pt x="3974" y="3052"/>
                </a:lnTo>
                <a:lnTo>
                  <a:pt x="3974" y="3053"/>
                </a:lnTo>
                <a:lnTo>
                  <a:pt x="3974" y="3054"/>
                </a:lnTo>
                <a:lnTo>
                  <a:pt x="3973" y="3054"/>
                </a:lnTo>
                <a:lnTo>
                  <a:pt x="3973" y="3053"/>
                </a:lnTo>
                <a:lnTo>
                  <a:pt x="3974" y="3052"/>
                </a:lnTo>
                <a:lnTo>
                  <a:pt x="3974" y="3051"/>
                </a:lnTo>
                <a:lnTo>
                  <a:pt x="3975" y="3051"/>
                </a:lnTo>
                <a:lnTo>
                  <a:pt x="3975" y="3050"/>
                </a:lnTo>
                <a:lnTo>
                  <a:pt x="3974" y="3049"/>
                </a:lnTo>
                <a:lnTo>
                  <a:pt x="3974" y="3048"/>
                </a:lnTo>
                <a:lnTo>
                  <a:pt x="3974" y="3047"/>
                </a:lnTo>
                <a:lnTo>
                  <a:pt x="3975" y="3047"/>
                </a:lnTo>
                <a:lnTo>
                  <a:pt x="3975" y="3046"/>
                </a:lnTo>
                <a:lnTo>
                  <a:pt x="3976" y="3046"/>
                </a:lnTo>
                <a:lnTo>
                  <a:pt x="3976" y="3045"/>
                </a:lnTo>
                <a:lnTo>
                  <a:pt x="3976" y="3044"/>
                </a:lnTo>
                <a:lnTo>
                  <a:pt x="3976" y="3043"/>
                </a:lnTo>
                <a:lnTo>
                  <a:pt x="3976" y="3042"/>
                </a:lnTo>
                <a:lnTo>
                  <a:pt x="3975" y="3042"/>
                </a:lnTo>
                <a:lnTo>
                  <a:pt x="3975" y="3041"/>
                </a:lnTo>
                <a:lnTo>
                  <a:pt x="3975" y="3040"/>
                </a:lnTo>
                <a:lnTo>
                  <a:pt x="3975" y="3039"/>
                </a:lnTo>
                <a:lnTo>
                  <a:pt x="3975" y="3038"/>
                </a:lnTo>
                <a:lnTo>
                  <a:pt x="3974" y="3038"/>
                </a:lnTo>
                <a:lnTo>
                  <a:pt x="3973" y="3037"/>
                </a:lnTo>
                <a:lnTo>
                  <a:pt x="3972" y="3037"/>
                </a:lnTo>
                <a:lnTo>
                  <a:pt x="3973" y="3036"/>
                </a:lnTo>
                <a:lnTo>
                  <a:pt x="3972" y="3036"/>
                </a:lnTo>
                <a:lnTo>
                  <a:pt x="3972" y="3035"/>
                </a:lnTo>
                <a:lnTo>
                  <a:pt x="3972" y="3036"/>
                </a:lnTo>
                <a:lnTo>
                  <a:pt x="3971" y="3036"/>
                </a:lnTo>
                <a:lnTo>
                  <a:pt x="3970" y="3035"/>
                </a:lnTo>
                <a:lnTo>
                  <a:pt x="3969" y="3034"/>
                </a:lnTo>
                <a:lnTo>
                  <a:pt x="3967" y="3034"/>
                </a:lnTo>
                <a:lnTo>
                  <a:pt x="3966" y="3033"/>
                </a:lnTo>
                <a:lnTo>
                  <a:pt x="3965" y="3033"/>
                </a:lnTo>
                <a:lnTo>
                  <a:pt x="3964" y="3033"/>
                </a:lnTo>
                <a:lnTo>
                  <a:pt x="3963" y="3033"/>
                </a:lnTo>
                <a:lnTo>
                  <a:pt x="3962" y="3033"/>
                </a:lnTo>
                <a:lnTo>
                  <a:pt x="3961" y="3032"/>
                </a:lnTo>
                <a:lnTo>
                  <a:pt x="3961" y="3031"/>
                </a:lnTo>
                <a:lnTo>
                  <a:pt x="3960" y="3031"/>
                </a:lnTo>
                <a:lnTo>
                  <a:pt x="3959" y="3031"/>
                </a:lnTo>
                <a:lnTo>
                  <a:pt x="3958" y="3031"/>
                </a:lnTo>
                <a:lnTo>
                  <a:pt x="3957" y="3031"/>
                </a:lnTo>
                <a:lnTo>
                  <a:pt x="3957" y="3032"/>
                </a:lnTo>
                <a:lnTo>
                  <a:pt x="3958" y="3032"/>
                </a:lnTo>
                <a:lnTo>
                  <a:pt x="3958" y="3033"/>
                </a:lnTo>
                <a:lnTo>
                  <a:pt x="3959" y="3033"/>
                </a:lnTo>
                <a:lnTo>
                  <a:pt x="3959" y="3034"/>
                </a:lnTo>
                <a:lnTo>
                  <a:pt x="3960" y="3034"/>
                </a:lnTo>
                <a:lnTo>
                  <a:pt x="3961" y="3034"/>
                </a:lnTo>
                <a:lnTo>
                  <a:pt x="3963" y="3034"/>
                </a:lnTo>
                <a:lnTo>
                  <a:pt x="3964" y="3034"/>
                </a:lnTo>
                <a:lnTo>
                  <a:pt x="3964" y="3035"/>
                </a:lnTo>
                <a:lnTo>
                  <a:pt x="3965" y="3035"/>
                </a:lnTo>
                <a:lnTo>
                  <a:pt x="3965" y="3036"/>
                </a:lnTo>
                <a:lnTo>
                  <a:pt x="3965" y="3037"/>
                </a:lnTo>
                <a:lnTo>
                  <a:pt x="3965" y="3038"/>
                </a:lnTo>
                <a:lnTo>
                  <a:pt x="3966" y="3038"/>
                </a:lnTo>
                <a:lnTo>
                  <a:pt x="3966" y="3039"/>
                </a:lnTo>
                <a:lnTo>
                  <a:pt x="3965" y="3040"/>
                </a:lnTo>
                <a:lnTo>
                  <a:pt x="3965" y="3041"/>
                </a:lnTo>
                <a:lnTo>
                  <a:pt x="3965" y="3042"/>
                </a:lnTo>
                <a:lnTo>
                  <a:pt x="3966" y="3042"/>
                </a:lnTo>
                <a:lnTo>
                  <a:pt x="3966" y="3043"/>
                </a:lnTo>
                <a:lnTo>
                  <a:pt x="3965" y="3043"/>
                </a:lnTo>
                <a:lnTo>
                  <a:pt x="3964" y="3043"/>
                </a:lnTo>
                <a:lnTo>
                  <a:pt x="3963" y="3043"/>
                </a:lnTo>
                <a:lnTo>
                  <a:pt x="3963" y="3044"/>
                </a:lnTo>
                <a:lnTo>
                  <a:pt x="3963" y="3045"/>
                </a:lnTo>
                <a:lnTo>
                  <a:pt x="3963" y="3046"/>
                </a:lnTo>
                <a:lnTo>
                  <a:pt x="3962" y="3047"/>
                </a:lnTo>
                <a:lnTo>
                  <a:pt x="3961" y="3048"/>
                </a:lnTo>
                <a:lnTo>
                  <a:pt x="3960" y="3049"/>
                </a:lnTo>
                <a:lnTo>
                  <a:pt x="3961" y="3049"/>
                </a:lnTo>
                <a:lnTo>
                  <a:pt x="3961" y="3050"/>
                </a:lnTo>
                <a:lnTo>
                  <a:pt x="3960" y="3050"/>
                </a:lnTo>
                <a:lnTo>
                  <a:pt x="3959" y="3049"/>
                </a:lnTo>
                <a:lnTo>
                  <a:pt x="3958" y="3048"/>
                </a:lnTo>
                <a:lnTo>
                  <a:pt x="3957" y="3048"/>
                </a:lnTo>
                <a:lnTo>
                  <a:pt x="3957" y="3049"/>
                </a:lnTo>
                <a:lnTo>
                  <a:pt x="3958" y="3049"/>
                </a:lnTo>
                <a:lnTo>
                  <a:pt x="3959" y="3049"/>
                </a:lnTo>
                <a:lnTo>
                  <a:pt x="3959" y="3050"/>
                </a:lnTo>
                <a:lnTo>
                  <a:pt x="3960" y="3051"/>
                </a:lnTo>
                <a:lnTo>
                  <a:pt x="3960" y="3052"/>
                </a:lnTo>
                <a:lnTo>
                  <a:pt x="3961" y="3052"/>
                </a:lnTo>
                <a:lnTo>
                  <a:pt x="3961" y="3051"/>
                </a:lnTo>
                <a:lnTo>
                  <a:pt x="3962" y="3051"/>
                </a:lnTo>
                <a:lnTo>
                  <a:pt x="3962" y="3052"/>
                </a:lnTo>
                <a:lnTo>
                  <a:pt x="3963" y="3051"/>
                </a:lnTo>
                <a:lnTo>
                  <a:pt x="3963" y="3050"/>
                </a:lnTo>
                <a:lnTo>
                  <a:pt x="3964" y="3050"/>
                </a:lnTo>
                <a:lnTo>
                  <a:pt x="3964" y="3051"/>
                </a:lnTo>
                <a:lnTo>
                  <a:pt x="3964" y="3050"/>
                </a:lnTo>
                <a:lnTo>
                  <a:pt x="3965" y="3050"/>
                </a:lnTo>
                <a:lnTo>
                  <a:pt x="3965" y="3049"/>
                </a:lnTo>
                <a:lnTo>
                  <a:pt x="3966" y="3050"/>
                </a:lnTo>
                <a:lnTo>
                  <a:pt x="3966" y="3051"/>
                </a:lnTo>
                <a:lnTo>
                  <a:pt x="3967" y="3050"/>
                </a:lnTo>
                <a:lnTo>
                  <a:pt x="3967" y="3051"/>
                </a:lnTo>
                <a:lnTo>
                  <a:pt x="3968" y="3051"/>
                </a:lnTo>
                <a:lnTo>
                  <a:pt x="3968" y="3052"/>
                </a:lnTo>
                <a:lnTo>
                  <a:pt x="3969" y="3052"/>
                </a:lnTo>
                <a:lnTo>
                  <a:pt x="3968" y="3052"/>
                </a:lnTo>
                <a:lnTo>
                  <a:pt x="3968" y="3053"/>
                </a:lnTo>
                <a:lnTo>
                  <a:pt x="3967" y="3054"/>
                </a:lnTo>
                <a:lnTo>
                  <a:pt x="3966" y="3054"/>
                </a:lnTo>
                <a:lnTo>
                  <a:pt x="3966" y="3053"/>
                </a:lnTo>
                <a:lnTo>
                  <a:pt x="3965" y="3054"/>
                </a:lnTo>
                <a:lnTo>
                  <a:pt x="3964" y="3054"/>
                </a:lnTo>
                <a:lnTo>
                  <a:pt x="3964" y="3055"/>
                </a:lnTo>
                <a:lnTo>
                  <a:pt x="3964" y="3056"/>
                </a:lnTo>
                <a:lnTo>
                  <a:pt x="3963" y="3057"/>
                </a:lnTo>
                <a:lnTo>
                  <a:pt x="3963" y="3059"/>
                </a:lnTo>
                <a:lnTo>
                  <a:pt x="3964" y="3059"/>
                </a:lnTo>
                <a:lnTo>
                  <a:pt x="3965" y="3060"/>
                </a:lnTo>
                <a:lnTo>
                  <a:pt x="3964" y="3060"/>
                </a:lnTo>
                <a:lnTo>
                  <a:pt x="3963" y="3060"/>
                </a:lnTo>
                <a:lnTo>
                  <a:pt x="3963" y="3061"/>
                </a:lnTo>
                <a:lnTo>
                  <a:pt x="3962" y="3061"/>
                </a:lnTo>
                <a:lnTo>
                  <a:pt x="3962" y="3060"/>
                </a:lnTo>
                <a:lnTo>
                  <a:pt x="3961" y="3060"/>
                </a:lnTo>
                <a:lnTo>
                  <a:pt x="3961" y="3059"/>
                </a:lnTo>
                <a:lnTo>
                  <a:pt x="3960" y="3059"/>
                </a:lnTo>
                <a:lnTo>
                  <a:pt x="3960" y="3060"/>
                </a:lnTo>
                <a:lnTo>
                  <a:pt x="3959" y="3060"/>
                </a:lnTo>
                <a:lnTo>
                  <a:pt x="3959" y="3061"/>
                </a:lnTo>
                <a:lnTo>
                  <a:pt x="3959" y="3062"/>
                </a:lnTo>
                <a:lnTo>
                  <a:pt x="3958" y="3062"/>
                </a:lnTo>
                <a:lnTo>
                  <a:pt x="3958" y="3063"/>
                </a:lnTo>
                <a:lnTo>
                  <a:pt x="3958" y="3065"/>
                </a:lnTo>
                <a:lnTo>
                  <a:pt x="3958" y="3066"/>
                </a:lnTo>
                <a:lnTo>
                  <a:pt x="3959" y="3066"/>
                </a:lnTo>
                <a:lnTo>
                  <a:pt x="3959" y="3067"/>
                </a:lnTo>
                <a:lnTo>
                  <a:pt x="3960" y="3066"/>
                </a:lnTo>
                <a:lnTo>
                  <a:pt x="3960" y="3067"/>
                </a:lnTo>
                <a:lnTo>
                  <a:pt x="3961" y="3067"/>
                </a:lnTo>
                <a:lnTo>
                  <a:pt x="3960" y="3068"/>
                </a:lnTo>
                <a:lnTo>
                  <a:pt x="3960" y="3067"/>
                </a:lnTo>
                <a:lnTo>
                  <a:pt x="3959" y="3067"/>
                </a:lnTo>
                <a:lnTo>
                  <a:pt x="3958" y="3068"/>
                </a:lnTo>
                <a:lnTo>
                  <a:pt x="3957" y="3068"/>
                </a:lnTo>
                <a:lnTo>
                  <a:pt x="3956" y="3068"/>
                </a:lnTo>
                <a:lnTo>
                  <a:pt x="3955" y="3069"/>
                </a:lnTo>
                <a:lnTo>
                  <a:pt x="3954" y="3069"/>
                </a:lnTo>
                <a:lnTo>
                  <a:pt x="3954" y="3070"/>
                </a:lnTo>
                <a:lnTo>
                  <a:pt x="3954" y="3069"/>
                </a:lnTo>
                <a:lnTo>
                  <a:pt x="3954" y="3068"/>
                </a:lnTo>
                <a:lnTo>
                  <a:pt x="3953" y="3068"/>
                </a:lnTo>
                <a:lnTo>
                  <a:pt x="3952" y="3068"/>
                </a:lnTo>
                <a:lnTo>
                  <a:pt x="3951" y="3068"/>
                </a:lnTo>
                <a:lnTo>
                  <a:pt x="3950" y="3069"/>
                </a:lnTo>
                <a:lnTo>
                  <a:pt x="3949" y="3069"/>
                </a:lnTo>
                <a:lnTo>
                  <a:pt x="3949" y="3068"/>
                </a:lnTo>
                <a:lnTo>
                  <a:pt x="3950" y="3068"/>
                </a:lnTo>
                <a:lnTo>
                  <a:pt x="3950" y="3067"/>
                </a:lnTo>
                <a:lnTo>
                  <a:pt x="3951" y="3067"/>
                </a:lnTo>
                <a:lnTo>
                  <a:pt x="3951" y="3066"/>
                </a:lnTo>
                <a:lnTo>
                  <a:pt x="3952" y="3066"/>
                </a:lnTo>
                <a:lnTo>
                  <a:pt x="3952" y="3065"/>
                </a:lnTo>
                <a:lnTo>
                  <a:pt x="3953" y="3065"/>
                </a:lnTo>
                <a:lnTo>
                  <a:pt x="3953" y="3064"/>
                </a:lnTo>
                <a:lnTo>
                  <a:pt x="3955" y="3062"/>
                </a:lnTo>
                <a:lnTo>
                  <a:pt x="3954" y="3061"/>
                </a:lnTo>
                <a:lnTo>
                  <a:pt x="3953" y="3059"/>
                </a:lnTo>
                <a:lnTo>
                  <a:pt x="3953" y="3058"/>
                </a:lnTo>
                <a:lnTo>
                  <a:pt x="3952" y="3058"/>
                </a:lnTo>
                <a:lnTo>
                  <a:pt x="3952" y="3057"/>
                </a:lnTo>
                <a:lnTo>
                  <a:pt x="3951" y="3057"/>
                </a:lnTo>
                <a:lnTo>
                  <a:pt x="3952" y="3057"/>
                </a:lnTo>
                <a:lnTo>
                  <a:pt x="3952" y="3056"/>
                </a:lnTo>
                <a:lnTo>
                  <a:pt x="3953" y="3056"/>
                </a:lnTo>
                <a:lnTo>
                  <a:pt x="3953" y="3055"/>
                </a:lnTo>
                <a:lnTo>
                  <a:pt x="3953" y="3054"/>
                </a:lnTo>
                <a:lnTo>
                  <a:pt x="3953" y="3053"/>
                </a:lnTo>
                <a:lnTo>
                  <a:pt x="3953" y="3052"/>
                </a:lnTo>
                <a:lnTo>
                  <a:pt x="3952" y="3052"/>
                </a:lnTo>
                <a:lnTo>
                  <a:pt x="3952" y="3051"/>
                </a:lnTo>
                <a:lnTo>
                  <a:pt x="3952" y="3050"/>
                </a:lnTo>
                <a:lnTo>
                  <a:pt x="3953" y="3050"/>
                </a:lnTo>
                <a:lnTo>
                  <a:pt x="3954" y="3050"/>
                </a:lnTo>
                <a:lnTo>
                  <a:pt x="3954" y="3049"/>
                </a:lnTo>
                <a:lnTo>
                  <a:pt x="3955" y="3048"/>
                </a:lnTo>
                <a:lnTo>
                  <a:pt x="3956" y="3047"/>
                </a:lnTo>
                <a:lnTo>
                  <a:pt x="3957" y="3047"/>
                </a:lnTo>
                <a:lnTo>
                  <a:pt x="3957" y="3048"/>
                </a:lnTo>
                <a:lnTo>
                  <a:pt x="3957" y="3047"/>
                </a:lnTo>
                <a:lnTo>
                  <a:pt x="3956" y="3047"/>
                </a:lnTo>
                <a:lnTo>
                  <a:pt x="3955" y="3047"/>
                </a:lnTo>
                <a:lnTo>
                  <a:pt x="3954" y="3048"/>
                </a:lnTo>
                <a:lnTo>
                  <a:pt x="3953" y="3048"/>
                </a:lnTo>
                <a:lnTo>
                  <a:pt x="3953" y="3049"/>
                </a:lnTo>
                <a:lnTo>
                  <a:pt x="3952" y="3050"/>
                </a:lnTo>
                <a:lnTo>
                  <a:pt x="3951" y="3050"/>
                </a:lnTo>
                <a:lnTo>
                  <a:pt x="3950" y="3050"/>
                </a:lnTo>
                <a:lnTo>
                  <a:pt x="3950" y="3051"/>
                </a:lnTo>
                <a:lnTo>
                  <a:pt x="3950" y="3050"/>
                </a:lnTo>
                <a:lnTo>
                  <a:pt x="3949" y="3050"/>
                </a:lnTo>
                <a:lnTo>
                  <a:pt x="3949" y="3051"/>
                </a:lnTo>
                <a:lnTo>
                  <a:pt x="3948" y="3051"/>
                </a:lnTo>
                <a:lnTo>
                  <a:pt x="3947" y="3052"/>
                </a:lnTo>
                <a:lnTo>
                  <a:pt x="3946" y="3052"/>
                </a:lnTo>
                <a:lnTo>
                  <a:pt x="3945" y="3053"/>
                </a:lnTo>
                <a:lnTo>
                  <a:pt x="3945" y="3054"/>
                </a:lnTo>
                <a:lnTo>
                  <a:pt x="3945" y="3055"/>
                </a:lnTo>
                <a:lnTo>
                  <a:pt x="3946" y="3057"/>
                </a:lnTo>
                <a:lnTo>
                  <a:pt x="3946" y="3058"/>
                </a:lnTo>
                <a:lnTo>
                  <a:pt x="3945" y="3058"/>
                </a:lnTo>
                <a:lnTo>
                  <a:pt x="3945" y="3060"/>
                </a:lnTo>
                <a:lnTo>
                  <a:pt x="3945" y="3061"/>
                </a:lnTo>
                <a:lnTo>
                  <a:pt x="3946" y="3062"/>
                </a:lnTo>
                <a:lnTo>
                  <a:pt x="3946" y="3063"/>
                </a:lnTo>
                <a:lnTo>
                  <a:pt x="3945" y="3063"/>
                </a:lnTo>
                <a:lnTo>
                  <a:pt x="3944" y="3063"/>
                </a:lnTo>
                <a:lnTo>
                  <a:pt x="3944" y="3064"/>
                </a:lnTo>
                <a:lnTo>
                  <a:pt x="3944" y="3065"/>
                </a:lnTo>
                <a:lnTo>
                  <a:pt x="3943" y="3065"/>
                </a:lnTo>
                <a:lnTo>
                  <a:pt x="3942" y="3066"/>
                </a:lnTo>
                <a:lnTo>
                  <a:pt x="3942" y="3065"/>
                </a:lnTo>
                <a:lnTo>
                  <a:pt x="3942" y="3064"/>
                </a:lnTo>
                <a:lnTo>
                  <a:pt x="3941" y="3063"/>
                </a:lnTo>
                <a:lnTo>
                  <a:pt x="3942" y="3063"/>
                </a:lnTo>
                <a:lnTo>
                  <a:pt x="3942" y="3062"/>
                </a:lnTo>
                <a:lnTo>
                  <a:pt x="3942" y="3061"/>
                </a:lnTo>
                <a:lnTo>
                  <a:pt x="3942" y="3060"/>
                </a:lnTo>
                <a:lnTo>
                  <a:pt x="3943" y="3060"/>
                </a:lnTo>
                <a:lnTo>
                  <a:pt x="3943" y="3059"/>
                </a:lnTo>
                <a:lnTo>
                  <a:pt x="3943" y="3058"/>
                </a:lnTo>
                <a:lnTo>
                  <a:pt x="3943" y="3057"/>
                </a:lnTo>
                <a:lnTo>
                  <a:pt x="3942" y="3057"/>
                </a:lnTo>
                <a:lnTo>
                  <a:pt x="3941" y="3057"/>
                </a:lnTo>
                <a:lnTo>
                  <a:pt x="3942" y="3057"/>
                </a:lnTo>
                <a:lnTo>
                  <a:pt x="3943" y="3058"/>
                </a:lnTo>
                <a:lnTo>
                  <a:pt x="3942" y="3058"/>
                </a:lnTo>
                <a:lnTo>
                  <a:pt x="3942" y="3060"/>
                </a:lnTo>
                <a:lnTo>
                  <a:pt x="3941" y="3060"/>
                </a:lnTo>
                <a:lnTo>
                  <a:pt x="3941" y="3059"/>
                </a:lnTo>
                <a:lnTo>
                  <a:pt x="3941" y="3058"/>
                </a:lnTo>
                <a:lnTo>
                  <a:pt x="3940" y="3058"/>
                </a:lnTo>
                <a:lnTo>
                  <a:pt x="3940" y="3059"/>
                </a:lnTo>
                <a:lnTo>
                  <a:pt x="3940" y="3060"/>
                </a:lnTo>
                <a:lnTo>
                  <a:pt x="3940" y="3061"/>
                </a:lnTo>
                <a:lnTo>
                  <a:pt x="3940" y="3060"/>
                </a:lnTo>
                <a:lnTo>
                  <a:pt x="3940" y="3061"/>
                </a:lnTo>
                <a:lnTo>
                  <a:pt x="3941" y="3061"/>
                </a:lnTo>
                <a:lnTo>
                  <a:pt x="3941" y="3062"/>
                </a:lnTo>
                <a:lnTo>
                  <a:pt x="3941" y="3063"/>
                </a:lnTo>
                <a:lnTo>
                  <a:pt x="3941" y="3064"/>
                </a:lnTo>
                <a:lnTo>
                  <a:pt x="3939" y="3064"/>
                </a:lnTo>
                <a:lnTo>
                  <a:pt x="3938" y="3064"/>
                </a:lnTo>
                <a:lnTo>
                  <a:pt x="3937" y="3064"/>
                </a:lnTo>
                <a:lnTo>
                  <a:pt x="3936" y="3065"/>
                </a:lnTo>
                <a:lnTo>
                  <a:pt x="3935" y="3065"/>
                </a:lnTo>
                <a:lnTo>
                  <a:pt x="3935" y="3066"/>
                </a:lnTo>
                <a:lnTo>
                  <a:pt x="3934" y="3066"/>
                </a:lnTo>
                <a:lnTo>
                  <a:pt x="3933" y="3067"/>
                </a:lnTo>
                <a:lnTo>
                  <a:pt x="3933" y="3068"/>
                </a:lnTo>
                <a:lnTo>
                  <a:pt x="3932" y="3068"/>
                </a:lnTo>
                <a:lnTo>
                  <a:pt x="3932" y="3069"/>
                </a:lnTo>
                <a:lnTo>
                  <a:pt x="3932" y="3070"/>
                </a:lnTo>
                <a:lnTo>
                  <a:pt x="3931" y="3070"/>
                </a:lnTo>
                <a:lnTo>
                  <a:pt x="3930" y="3070"/>
                </a:lnTo>
                <a:lnTo>
                  <a:pt x="3929" y="3070"/>
                </a:lnTo>
                <a:lnTo>
                  <a:pt x="3929" y="3071"/>
                </a:lnTo>
                <a:lnTo>
                  <a:pt x="3928" y="3072"/>
                </a:lnTo>
                <a:lnTo>
                  <a:pt x="3928" y="3071"/>
                </a:lnTo>
                <a:lnTo>
                  <a:pt x="3928" y="3070"/>
                </a:lnTo>
                <a:lnTo>
                  <a:pt x="3928" y="3069"/>
                </a:lnTo>
                <a:lnTo>
                  <a:pt x="3928" y="3068"/>
                </a:lnTo>
                <a:lnTo>
                  <a:pt x="3929" y="3068"/>
                </a:lnTo>
                <a:lnTo>
                  <a:pt x="3929" y="3067"/>
                </a:lnTo>
                <a:lnTo>
                  <a:pt x="3928" y="3067"/>
                </a:lnTo>
                <a:lnTo>
                  <a:pt x="3928" y="3066"/>
                </a:lnTo>
                <a:lnTo>
                  <a:pt x="3927" y="3066"/>
                </a:lnTo>
                <a:lnTo>
                  <a:pt x="3927" y="3065"/>
                </a:lnTo>
                <a:lnTo>
                  <a:pt x="3928" y="3065"/>
                </a:lnTo>
                <a:lnTo>
                  <a:pt x="3928" y="3064"/>
                </a:lnTo>
                <a:lnTo>
                  <a:pt x="3927" y="3064"/>
                </a:lnTo>
                <a:lnTo>
                  <a:pt x="3926" y="3064"/>
                </a:lnTo>
                <a:lnTo>
                  <a:pt x="3924" y="3064"/>
                </a:lnTo>
                <a:lnTo>
                  <a:pt x="3923" y="3063"/>
                </a:lnTo>
                <a:lnTo>
                  <a:pt x="3923" y="3064"/>
                </a:lnTo>
                <a:lnTo>
                  <a:pt x="3922" y="3064"/>
                </a:lnTo>
                <a:lnTo>
                  <a:pt x="3920" y="3063"/>
                </a:lnTo>
                <a:lnTo>
                  <a:pt x="3919" y="3064"/>
                </a:lnTo>
                <a:lnTo>
                  <a:pt x="3919" y="3065"/>
                </a:lnTo>
                <a:lnTo>
                  <a:pt x="3918" y="3065"/>
                </a:lnTo>
                <a:lnTo>
                  <a:pt x="3917" y="3065"/>
                </a:lnTo>
                <a:lnTo>
                  <a:pt x="3917" y="3066"/>
                </a:lnTo>
                <a:lnTo>
                  <a:pt x="3918" y="3066"/>
                </a:lnTo>
                <a:lnTo>
                  <a:pt x="3919" y="3066"/>
                </a:lnTo>
                <a:lnTo>
                  <a:pt x="3919" y="3067"/>
                </a:lnTo>
                <a:lnTo>
                  <a:pt x="3918" y="3068"/>
                </a:lnTo>
                <a:lnTo>
                  <a:pt x="3917" y="3069"/>
                </a:lnTo>
                <a:lnTo>
                  <a:pt x="3917" y="3070"/>
                </a:lnTo>
                <a:lnTo>
                  <a:pt x="3918" y="3071"/>
                </a:lnTo>
                <a:lnTo>
                  <a:pt x="3918" y="3070"/>
                </a:lnTo>
                <a:lnTo>
                  <a:pt x="3919" y="3070"/>
                </a:lnTo>
                <a:lnTo>
                  <a:pt x="3920" y="3070"/>
                </a:lnTo>
                <a:lnTo>
                  <a:pt x="3921" y="3070"/>
                </a:lnTo>
                <a:lnTo>
                  <a:pt x="3921" y="3069"/>
                </a:lnTo>
                <a:lnTo>
                  <a:pt x="3921" y="3070"/>
                </a:lnTo>
                <a:lnTo>
                  <a:pt x="3922" y="3070"/>
                </a:lnTo>
                <a:lnTo>
                  <a:pt x="3923" y="3070"/>
                </a:lnTo>
                <a:lnTo>
                  <a:pt x="3923" y="3071"/>
                </a:lnTo>
                <a:lnTo>
                  <a:pt x="3922" y="3071"/>
                </a:lnTo>
                <a:lnTo>
                  <a:pt x="3921" y="3071"/>
                </a:lnTo>
                <a:lnTo>
                  <a:pt x="3921" y="3072"/>
                </a:lnTo>
                <a:lnTo>
                  <a:pt x="3920" y="3072"/>
                </a:lnTo>
                <a:lnTo>
                  <a:pt x="3920" y="3073"/>
                </a:lnTo>
                <a:lnTo>
                  <a:pt x="3920" y="3074"/>
                </a:lnTo>
                <a:lnTo>
                  <a:pt x="3920" y="3075"/>
                </a:lnTo>
                <a:lnTo>
                  <a:pt x="3919" y="3075"/>
                </a:lnTo>
                <a:lnTo>
                  <a:pt x="3918" y="3075"/>
                </a:lnTo>
                <a:lnTo>
                  <a:pt x="3917" y="3075"/>
                </a:lnTo>
                <a:lnTo>
                  <a:pt x="3916" y="3074"/>
                </a:lnTo>
                <a:lnTo>
                  <a:pt x="3915" y="3074"/>
                </a:lnTo>
                <a:lnTo>
                  <a:pt x="3915" y="3073"/>
                </a:lnTo>
                <a:lnTo>
                  <a:pt x="3916" y="3072"/>
                </a:lnTo>
                <a:lnTo>
                  <a:pt x="3917" y="3072"/>
                </a:lnTo>
                <a:lnTo>
                  <a:pt x="3918" y="3072"/>
                </a:lnTo>
                <a:lnTo>
                  <a:pt x="3917" y="3072"/>
                </a:lnTo>
                <a:lnTo>
                  <a:pt x="3916" y="3072"/>
                </a:lnTo>
                <a:lnTo>
                  <a:pt x="3915" y="3072"/>
                </a:lnTo>
                <a:lnTo>
                  <a:pt x="3914" y="3072"/>
                </a:lnTo>
                <a:lnTo>
                  <a:pt x="3914" y="3071"/>
                </a:lnTo>
                <a:lnTo>
                  <a:pt x="3913" y="3071"/>
                </a:lnTo>
                <a:lnTo>
                  <a:pt x="3911" y="3071"/>
                </a:lnTo>
                <a:lnTo>
                  <a:pt x="3910" y="3071"/>
                </a:lnTo>
                <a:lnTo>
                  <a:pt x="3911" y="3072"/>
                </a:lnTo>
                <a:lnTo>
                  <a:pt x="3911" y="3074"/>
                </a:lnTo>
                <a:lnTo>
                  <a:pt x="3909" y="3076"/>
                </a:lnTo>
                <a:lnTo>
                  <a:pt x="3909" y="3077"/>
                </a:lnTo>
                <a:lnTo>
                  <a:pt x="3909" y="3076"/>
                </a:lnTo>
                <a:lnTo>
                  <a:pt x="3908" y="3076"/>
                </a:lnTo>
                <a:lnTo>
                  <a:pt x="3909" y="3076"/>
                </a:lnTo>
                <a:lnTo>
                  <a:pt x="3908" y="3077"/>
                </a:lnTo>
                <a:lnTo>
                  <a:pt x="3909" y="3077"/>
                </a:lnTo>
                <a:lnTo>
                  <a:pt x="3909" y="3078"/>
                </a:lnTo>
                <a:lnTo>
                  <a:pt x="3908" y="3078"/>
                </a:lnTo>
                <a:lnTo>
                  <a:pt x="3909" y="3079"/>
                </a:lnTo>
                <a:lnTo>
                  <a:pt x="3910" y="3079"/>
                </a:lnTo>
                <a:lnTo>
                  <a:pt x="3909" y="3080"/>
                </a:lnTo>
                <a:lnTo>
                  <a:pt x="3908" y="3080"/>
                </a:lnTo>
                <a:lnTo>
                  <a:pt x="3907" y="3080"/>
                </a:lnTo>
                <a:lnTo>
                  <a:pt x="3906" y="3081"/>
                </a:lnTo>
                <a:lnTo>
                  <a:pt x="3905" y="3081"/>
                </a:lnTo>
                <a:lnTo>
                  <a:pt x="3906" y="3081"/>
                </a:lnTo>
                <a:lnTo>
                  <a:pt x="3907" y="3081"/>
                </a:lnTo>
                <a:lnTo>
                  <a:pt x="3908" y="3081"/>
                </a:lnTo>
                <a:lnTo>
                  <a:pt x="3909" y="3082"/>
                </a:lnTo>
                <a:lnTo>
                  <a:pt x="3908" y="3083"/>
                </a:lnTo>
                <a:lnTo>
                  <a:pt x="3908" y="3084"/>
                </a:lnTo>
                <a:lnTo>
                  <a:pt x="3908" y="3085"/>
                </a:lnTo>
                <a:lnTo>
                  <a:pt x="3909" y="3085"/>
                </a:lnTo>
                <a:lnTo>
                  <a:pt x="3908" y="3085"/>
                </a:lnTo>
                <a:lnTo>
                  <a:pt x="3907" y="3085"/>
                </a:lnTo>
                <a:lnTo>
                  <a:pt x="3907" y="3086"/>
                </a:lnTo>
                <a:lnTo>
                  <a:pt x="3906" y="3086"/>
                </a:lnTo>
                <a:lnTo>
                  <a:pt x="3906" y="3087"/>
                </a:lnTo>
                <a:lnTo>
                  <a:pt x="3906" y="3088"/>
                </a:lnTo>
                <a:lnTo>
                  <a:pt x="3905" y="3088"/>
                </a:lnTo>
                <a:lnTo>
                  <a:pt x="3905" y="3087"/>
                </a:lnTo>
                <a:lnTo>
                  <a:pt x="3904" y="3087"/>
                </a:lnTo>
                <a:lnTo>
                  <a:pt x="3904" y="3086"/>
                </a:lnTo>
                <a:lnTo>
                  <a:pt x="3903" y="3086"/>
                </a:lnTo>
                <a:lnTo>
                  <a:pt x="3903" y="3087"/>
                </a:lnTo>
                <a:lnTo>
                  <a:pt x="3904" y="3087"/>
                </a:lnTo>
                <a:lnTo>
                  <a:pt x="3904" y="3088"/>
                </a:lnTo>
                <a:lnTo>
                  <a:pt x="3904" y="3089"/>
                </a:lnTo>
                <a:lnTo>
                  <a:pt x="3904" y="3090"/>
                </a:lnTo>
                <a:lnTo>
                  <a:pt x="3903" y="3090"/>
                </a:lnTo>
                <a:lnTo>
                  <a:pt x="3903" y="3091"/>
                </a:lnTo>
                <a:lnTo>
                  <a:pt x="3902" y="3093"/>
                </a:lnTo>
                <a:lnTo>
                  <a:pt x="3901" y="3094"/>
                </a:lnTo>
                <a:lnTo>
                  <a:pt x="3900" y="3094"/>
                </a:lnTo>
                <a:lnTo>
                  <a:pt x="3900" y="3093"/>
                </a:lnTo>
                <a:lnTo>
                  <a:pt x="3900" y="3094"/>
                </a:lnTo>
                <a:lnTo>
                  <a:pt x="3899" y="3094"/>
                </a:lnTo>
                <a:lnTo>
                  <a:pt x="3899" y="3095"/>
                </a:lnTo>
                <a:lnTo>
                  <a:pt x="3899" y="3096"/>
                </a:lnTo>
                <a:lnTo>
                  <a:pt x="3900" y="3097"/>
                </a:lnTo>
                <a:lnTo>
                  <a:pt x="3900" y="3098"/>
                </a:lnTo>
                <a:lnTo>
                  <a:pt x="3900" y="3100"/>
                </a:lnTo>
                <a:lnTo>
                  <a:pt x="3900" y="3101"/>
                </a:lnTo>
                <a:lnTo>
                  <a:pt x="3900" y="3102"/>
                </a:lnTo>
                <a:lnTo>
                  <a:pt x="3901" y="3103"/>
                </a:lnTo>
                <a:lnTo>
                  <a:pt x="3902" y="3103"/>
                </a:lnTo>
                <a:lnTo>
                  <a:pt x="3903" y="3103"/>
                </a:lnTo>
                <a:lnTo>
                  <a:pt x="3904" y="3103"/>
                </a:lnTo>
                <a:lnTo>
                  <a:pt x="3903" y="3103"/>
                </a:lnTo>
                <a:lnTo>
                  <a:pt x="3903" y="3104"/>
                </a:lnTo>
                <a:lnTo>
                  <a:pt x="3902" y="3104"/>
                </a:lnTo>
                <a:lnTo>
                  <a:pt x="3902" y="3105"/>
                </a:lnTo>
                <a:lnTo>
                  <a:pt x="3903" y="3105"/>
                </a:lnTo>
                <a:lnTo>
                  <a:pt x="3902" y="3105"/>
                </a:lnTo>
                <a:lnTo>
                  <a:pt x="3902" y="3106"/>
                </a:lnTo>
                <a:lnTo>
                  <a:pt x="3901" y="3106"/>
                </a:lnTo>
                <a:lnTo>
                  <a:pt x="3901" y="3105"/>
                </a:lnTo>
                <a:lnTo>
                  <a:pt x="3901" y="3104"/>
                </a:lnTo>
                <a:lnTo>
                  <a:pt x="3900" y="3104"/>
                </a:lnTo>
                <a:lnTo>
                  <a:pt x="3899" y="3104"/>
                </a:lnTo>
                <a:lnTo>
                  <a:pt x="3899" y="3103"/>
                </a:lnTo>
                <a:lnTo>
                  <a:pt x="3898" y="3103"/>
                </a:lnTo>
                <a:lnTo>
                  <a:pt x="3898" y="3102"/>
                </a:lnTo>
                <a:lnTo>
                  <a:pt x="3898" y="3101"/>
                </a:lnTo>
                <a:lnTo>
                  <a:pt x="3897" y="3101"/>
                </a:lnTo>
                <a:lnTo>
                  <a:pt x="3896" y="3101"/>
                </a:lnTo>
                <a:lnTo>
                  <a:pt x="3896" y="3100"/>
                </a:lnTo>
                <a:lnTo>
                  <a:pt x="3896" y="3101"/>
                </a:lnTo>
                <a:lnTo>
                  <a:pt x="3896" y="3102"/>
                </a:lnTo>
                <a:lnTo>
                  <a:pt x="3896" y="3101"/>
                </a:lnTo>
                <a:lnTo>
                  <a:pt x="3897" y="3101"/>
                </a:lnTo>
                <a:lnTo>
                  <a:pt x="3898" y="3102"/>
                </a:lnTo>
                <a:lnTo>
                  <a:pt x="3897" y="3102"/>
                </a:lnTo>
                <a:lnTo>
                  <a:pt x="3896" y="3102"/>
                </a:lnTo>
                <a:lnTo>
                  <a:pt x="3895" y="3103"/>
                </a:lnTo>
                <a:lnTo>
                  <a:pt x="3895" y="3102"/>
                </a:lnTo>
                <a:lnTo>
                  <a:pt x="3895" y="3103"/>
                </a:lnTo>
                <a:lnTo>
                  <a:pt x="3894" y="3103"/>
                </a:lnTo>
                <a:lnTo>
                  <a:pt x="3893" y="3104"/>
                </a:lnTo>
                <a:lnTo>
                  <a:pt x="3892" y="3105"/>
                </a:lnTo>
                <a:lnTo>
                  <a:pt x="3891" y="3107"/>
                </a:lnTo>
                <a:lnTo>
                  <a:pt x="3890" y="3107"/>
                </a:lnTo>
                <a:lnTo>
                  <a:pt x="3890" y="3108"/>
                </a:lnTo>
                <a:lnTo>
                  <a:pt x="3890" y="3109"/>
                </a:lnTo>
                <a:lnTo>
                  <a:pt x="3889" y="3110"/>
                </a:lnTo>
                <a:lnTo>
                  <a:pt x="3889" y="3111"/>
                </a:lnTo>
                <a:lnTo>
                  <a:pt x="3888" y="3111"/>
                </a:lnTo>
                <a:lnTo>
                  <a:pt x="3887" y="3110"/>
                </a:lnTo>
                <a:lnTo>
                  <a:pt x="3887" y="3109"/>
                </a:lnTo>
                <a:lnTo>
                  <a:pt x="3888" y="3109"/>
                </a:lnTo>
                <a:lnTo>
                  <a:pt x="3888" y="3110"/>
                </a:lnTo>
                <a:lnTo>
                  <a:pt x="3888" y="3109"/>
                </a:lnTo>
                <a:lnTo>
                  <a:pt x="3887" y="3109"/>
                </a:lnTo>
                <a:lnTo>
                  <a:pt x="3886" y="3109"/>
                </a:lnTo>
                <a:lnTo>
                  <a:pt x="3885" y="3109"/>
                </a:lnTo>
                <a:lnTo>
                  <a:pt x="3885" y="3108"/>
                </a:lnTo>
                <a:lnTo>
                  <a:pt x="3885" y="3107"/>
                </a:lnTo>
                <a:lnTo>
                  <a:pt x="3886" y="3107"/>
                </a:lnTo>
                <a:lnTo>
                  <a:pt x="3887" y="3106"/>
                </a:lnTo>
                <a:lnTo>
                  <a:pt x="3886" y="3105"/>
                </a:lnTo>
                <a:lnTo>
                  <a:pt x="3886" y="3106"/>
                </a:lnTo>
                <a:lnTo>
                  <a:pt x="3886" y="3107"/>
                </a:lnTo>
                <a:lnTo>
                  <a:pt x="3885" y="3106"/>
                </a:lnTo>
                <a:lnTo>
                  <a:pt x="3885" y="3107"/>
                </a:lnTo>
                <a:lnTo>
                  <a:pt x="3885" y="3108"/>
                </a:lnTo>
                <a:lnTo>
                  <a:pt x="3884" y="3108"/>
                </a:lnTo>
                <a:lnTo>
                  <a:pt x="3883" y="3108"/>
                </a:lnTo>
                <a:lnTo>
                  <a:pt x="3883" y="3109"/>
                </a:lnTo>
                <a:lnTo>
                  <a:pt x="3882" y="3109"/>
                </a:lnTo>
                <a:lnTo>
                  <a:pt x="3881" y="3110"/>
                </a:lnTo>
                <a:lnTo>
                  <a:pt x="3881" y="3111"/>
                </a:lnTo>
                <a:lnTo>
                  <a:pt x="3880" y="3111"/>
                </a:lnTo>
                <a:lnTo>
                  <a:pt x="3880" y="3112"/>
                </a:lnTo>
                <a:lnTo>
                  <a:pt x="3880" y="3113"/>
                </a:lnTo>
                <a:lnTo>
                  <a:pt x="3879" y="3113"/>
                </a:lnTo>
                <a:lnTo>
                  <a:pt x="3879" y="3114"/>
                </a:lnTo>
                <a:lnTo>
                  <a:pt x="3879" y="3115"/>
                </a:lnTo>
                <a:lnTo>
                  <a:pt x="3879" y="3117"/>
                </a:lnTo>
                <a:lnTo>
                  <a:pt x="3880" y="3118"/>
                </a:lnTo>
                <a:lnTo>
                  <a:pt x="3881" y="3118"/>
                </a:lnTo>
                <a:lnTo>
                  <a:pt x="3881" y="3119"/>
                </a:lnTo>
                <a:lnTo>
                  <a:pt x="3880" y="3119"/>
                </a:lnTo>
                <a:lnTo>
                  <a:pt x="3880" y="3120"/>
                </a:lnTo>
                <a:lnTo>
                  <a:pt x="3880" y="3121"/>
                </a:lnTo>
                <a:lnTo>
                  <a:pt x="3880" y="3122"/>
                </a:lnTo>
                <a:lnTo>
                  <a:pt x="3880" y="3123"/>
                </a:lnTo>
                <a:lnTo>
                  <a:pt x="3881" y="3123"/>
                </a:lnTo>
                <a:lnTo>
                  <a:pt x="3881" y="3124"/>
                </a:lnTo>
                <a:lnTo>
                  <a:pt x="3881" y="3125"/>
                </a:lnTo>
                <a:lnTo>
                  <a:pt x="3882" y="3125"/>
                </a:lnTo>
                <a:lnTo>
                  <a:pt x="3881" y="3126"/>
                </a:lnTo>
                <a:lnTo>
                  <a:pt x="3881" y="3127"/>
                </a:lnTo>
                <a:lnTo>
                  <a:pt x="3880" y="3127"/>
                </a:lnTo>
                <a:lnTo>
                  <a:pt x="3880" y="3128"/>
                </a:lnTo>
                <a:lnTo>
                  <a:pt x="3880" y="3127"/>
                </a:lnTo>
                <a:lnTo>
                  <a:pt x="3879" y="3127"/>
                </a:lnTo>
                <a:lnTo>
                  <a:pt x="3878" y="3127"/>
                </a:lnTo>
                <a:lnTo>
                  <a:pt x="3878" y="3128"/>
                </a:lnTo>
                <a:lnTo>
                  <a:pt x="3877" y="3128"/>
                </a:lnTo>
                <a:lnTo>
                  <a:pt x="3877" y="3129"/>
                </a:lnTo>
                <a:lnTo>
                  <a:pt x="3877" y="3130"/>
                </a:lnTo>
                <a:lnTo>
                  <a:pt x="3877" y="3131"/>
                </a:lnTo>
                <a:lnTo>
                  <a:pt x="3876" y="3132"/>
                </a:lnTo>
                <a:lnTo>
                  <a:pt x="3876" y="3133"/>
                </a:lnTo>
                <a:lnTo>
                  <a:pt x="3876" y="3134"/>
                </a:lnTo>
                <a:lnTo>
                  <a:pt x="3875" y="3134"/>
                </a:lnTo>
                <a:lnTo>
                  <a:pt x="3874" y="3134"/>
                </a:lnTo>
                <a:lnTo>
                  <a:pt x="3874" y="3133"/>
                </a:lnTo>
                <a:lnTo>
                  <a:pt x="3873" y="3133"/>
                </a:lnTo>
                <a:lnTo>
                  <a:pt x="3872" y="3133"/>
                </a:lnTo>
                <a:lnTo>
                  <a:pt x="3871" y="3133"/>
                </a:lnTo>
                <a:lnTo>
                  <a:pt x="3870" y="3133"/>
                </a:lnTo>
                <a:lnTo>
                  <a:pt x="3870" y="3134"/>
                </a:lnTo>
                <a:lnTo>
                  <a:pt x="3869" y="3134"/>
                </a:lnTo>
                <a:lnTo>
                  <a:pt x="3868" y="3134"/>
                </a:lnTo>
                <a:lnTo>
                  <a:pt x="3867" y="3134"/>
                </a:lnTo>
                <a:lnTo>
                  <a:pt x="3866" y="3134"/>
                </a:lnTo>
                <a:lnTo>
                  <a:pt x="3865" y="3135"/>
                </a:lnTo>
                <a:lnTo>
                  <a:pt x="3864" y="3135"/>
                </a:lnTo>
                <a:lnTo>
                  <a:pt x="3864" y="3134"/>
                </a:lnTo>
                <a:lnTo>
                  <a:pt x="3863" y="3134"/>
                </a:lnTo>
                <a:lnTo>
                  <a:pt x="3862" y="3134"/>
                </a:lnTo>
                <a:lnTo>
                  <a:pt x="3862" y="3133"/>
                </a:lnTo>
                <a:lnTo>
                  <a:pt x="3861" y="3133"/>
                </a:lnTo>
                <a:lnTo>
                  <a:pt x="3860" y="3132"/>
                </a:lnTo>
                <a:lnTo>
                  <a:pt x="3860" y="3131"/>
                </a:lnTo>
                <a:lnTo>
                  <a:pt x="3859" y="3131"/>
                </a:lnTo>
                <a:lnTo>
                  <a:pt x="3857" y="3132"/>
                </a:lnTo>
                <a:lnTo>
                  <a:pt x="3856" y="3132"/>
                </a:lnTo>
                <a:lnTo>
                  <a:pt x="3854" y="3133"/>
                </a:lnTo>
                <a:lnTo>
                  <a:pt x="3853" y="3134"/>
                </a:lnTo>
                <a:lnTo>
                  <a:pt x="3852" y="3134"/>
                </a:lnTo>
                <a:lnTo>
                  <a:pt x="3851" y="3135"/>
                </a:lnTo>
                <a:lnTo>
                  <a:pt x="3851" y="3136"/>
                </a:lnTo>
                <a:lnTo>
                  <a:pt x="3850" y="3136"/>
                </a:lnTo>
                <a:lnTo>
                  <a:pt x="3850" y="3137"/>
                </a:lnTo>
                <a:lnTo>
                  <a:pt x="3849" y="3137"/>
                </a:lnTo>
                <a:lnTo>
                  <a:pt x="3849" y="3138"/>
                </a:lnTo>
                <a:lnTo>
                  <a:pt x="3847" y="3140"/>
                </a:lnTo>
                <a:lnTo>
                  <a:pt x="3846" y="3141"/>
                </a:lnTo>
                <a:lnTo>
                  <a:pt x="3844" y="3143"/>
                </a:lnTo>
                <a:lnTo>
                  <a:pt x="3843" y="3143"/>
                </a:lnTo>
                <a:lnTo>
                  <a:pt x="3843" y="3144"/>
                </a:lnTo>
                <a:lnTo>
                  <a:pt x="3842" y="3144"/>
                </a:lnTo>
                <a:lnTo>
                  <a:pt x="3841" y="3144"/>
                </a:lnTo>
                <a:lnTo>
                  <a:pt x="3841" y="3145"/>
                </a:lnTo>
                <a:lnTo>
                  <a:pt x="3840" y="3145"/>
                </a:lnTo>
                <a:lnTo>
                  <a:pt x="3840" y="3146"/>
                </a:lnTo>
                <a:lnTo>
                  <a:pt x="3839" y="3146"/>
                </a:lnTo>
                <a:lnTo>
                  <a:pt x="3839" y="3145"/>
                </a:lnTo>
                <a:lnTo>
                  <a:pt x="3838" y="3145"/>
                </a:lnTo>
                <a:lnTo>
                  <a:pt x="3838" y="3144"/>
                </a:lnTo>
                <a:lnTo>
                  <a:pt x="3838" y="3143"/>
                </a:lnTo>
                <a:lnTo>
                  <a:pt x="3837" y="3143"/>
                </a:lnTo>
                <a:lnTo>
                  <a:pt x="3835" y="3143"/>
                </a:lnTo>
                <a:lnTo>
                  <a:pt x="3834" y="3143"/>
                </a:lnTo>
                <a:lnTo>
                  <a:pt x="3833" y="3143"/>
                </a:lnTo>
                <a:lnTo>
                  <a:pt x="3832" y="3144"/>
                </a:lnTo>
                <a:lnTo>
                  <a:pt x="3831" y="3144"/>
                </a:lnTo>
                <a:lnTo>
                  <a:pt x="3831" y="3145"/>
                </a:lnTo>
                <a:lnTo>
                  <a:pt x="3831" y="3144"/>
                </a:lnTo>
                <a:lnTo>
                  <a:pt x="3830" y="3144"/>
                </a:lnTo>
                <a:lnTo>
                  <a:pt x="3829" y="3145"/>
                </a:lnTo>
                <a:lnTo>
                  <a:pt x="3828" y="3146"/>
                </a:lnTo>
                <a:lnTo>
                  <a:pt x="3828" y="3147"/>
                </a:lnTo>
                <a:lnTo>
                  <a:pt x="3827" y="3147"/>
                </a:lnTo>
                <a:lnTo>
                  <a:pt x="3827" y="3148"/>
                </a:lnTo>
                <a:lnTo>
                  <a:pt x="3826" y="3148"/>
                </a:lnTo>
                <a:lnTo>
                  <a:pt x="3826" y="3147"/>
                </a:lnTo>
                <a:lnTo>
                  <a:pt x="3827" y="3147"/>
                </a:lnTo>
                <a:lnTo>
                  <a:pt x="3827" y="3146"/>
                </a:lnTo>
                <a:lnTo>
                  <a:pt x="3826" y="3146"/>
                </a:lnTo>
                <a:lnTo>
                  <a:pt x="3826" y="3147"/>
                </a:lnTo>
                <a:lnTo>
                  <a:pt x="3825" y="3147"/>
                </a:lnTo>
                <a:lnTo>
                  <a:pt x="3824" y="3147"/>
                </a:lnTo>
                <a:lnTo>
                  <a:pt x="3823" y="3148"/>
                </a:lnTo>
                <a:lnTo>
                  <a:pt x="3822" y="3149"/>
                </a:lnTo>
                <a:lnTo>
                  <a:pt x="3821" y="3149"/>
                </a:lnTo>
                <a:lnTo>
                  <a:pt x="3821" y="3148"/>
                </a:lnTo>
                <a:lnTo>
                  <a:pt x="3820" y="3148"/>
                </a:lnTo>
                <a:lnTo>
                  <a:pt x="3819" y="3149"/>
                </a:lnTo>
                <a:lnTo>
                  <a:pt x="3818" y="3149"/>
                </a:lnTo>
                <a:lnTo>
                  <a:pt x="3818" y="3150"/>
                </a:lnTo>
                <a:lnTo>
                  <a:pt x="3817" y="3150"/>
                </a:lnTo>
                <a:lnTo>
                  <a:pt x="3817" y="3151"/>
                </a:lnTo>
                <a:lnTo>
                  <a:pt x="3816" y="3152"/>
                </a:lnTo>
                <a:lnTo>
                  <a:pt x="3815" y="3152"/>
                </a:lnTo>
                <a:lnTo>
                  <a:pt x="3815" y="3154"/>
                </a:lnTo>
                <a:lnTo>
                  <a:pt x="3814" y="3154"/>
                </a:lnTo>
                <a:lnTo>
                  <a:pt x="3813" y="3153"/>
                </a:lnTo>
                <a:lnTo>
                  <a:pt x="3812" y="3152"/>
                </a:lnTo>
                <a:lnTo>
                  <a:pt x="3813" y="3152"/>
                </a:lnTo>
                <a:lnTo>
                  <a:pt x="3813" y="3151"/>
                </a:lnTo>
                <a:lnTo>
                  <a:pt x="3813" y="3150"/>
                </a:lnTo>
                <a:lnTo>
                  <a:pt x="3813" y="3149"/>
                </a:lnTo>
                <a:lnTo>
                  <a:pt x="3813" y="3148"/>
                </a:lnTo>
                <a:lnTo>
                  <a:pt x="3812" y="3148"/>
                </a:lnTo>
                <a:lnTo>
                  <a:pt x="3812" y="3147"/>
                </a:lnTo>
                <a:lnTo>
                  <a:pt x="3812" y="3146"/>
                </a:lnTo>
                <a:lnTo>
                  <a:pt x="3813" y="3146"/>
                </a:lnTo>
                <a:lnTo>
                  <a:pt x="3813" y="3147"/>
                </a:lnTo>
                <a:lnTo>
                  <a:pt x="3814" y="3147"/>
                </a:lnTo>
                <a:lnTo>
                  <a:pt x="3814" y="3146"/>
                </a:lnTo>
                <a:lnTo>
                  <a:pt x="3813" y="3146"/>
                </a:lnTo>
                <a:lnTo>
                  <a:pt x="3813" y="3145"/>
                </a:lnTo>
                <a:lnTo>
                  <a:pt x="3812" y="3145"/>
                </a:lnTo>
                <a:lnTo>
                  <a:pt x="3811" y="3145"/>
                </a:lnTo>
                <a:lnTo>
                  <a:pt x="3810" y="3144"/>
                </a:lnTo>
                <a:lnTo>
                  <a:pt x="3809" y="3143"/>
                </a:lnTo>
                <a:lnTo>
                  <a:pt x="3808" y="3143"/>
                </a:lnTo>
                <a:lnTo>
                  <a:pt x="3806" y="3143"/>
                </a:lnTo>
                <a:lnTo>
                  <a:pt x="3804" y="3143"/>
                </a:lnTo>
                <a:lnTo>
                  <a:pt x="3803" y="3143"/>
                </a:lnTo>
                <a:lnTo>
                  <a:pt x="3803" y="3142"/>
                </a:lnTo>
                <a:lnTo>
                  <a:pt x="3804" y="3142"/>
                </a:lnTo>
                <a:lnTo>
                  <a:pt x="3804" y="3141"/>
                </a:lnTo>
                <a:lnTo>
                  <a:pt x="3804" y="3140"/>
                </a:lnTo>
                <a:lnTo>
                  <a:pt x="3803" y="3140"/>
                </a:lnTo>
                <a:lnTo>
                  <a:pt x="3802" y="3140"/>
                </a:lnTo>
                <a:lnTo>
                  <a:pt x="3801" y="3140"/>
                </a:lnTo>
                <a:lnTo>
                  <a:pt x="3800" y="3140"/>
                </a:lnTo>
                <a:lnTo>
                  <a:pt x="3799" y="3140"/>
                </a:lnTo>
                <a:lnTo>
                  <a:pt x="3798" y="3141"/>
                </a:lnTo>
                <a:lnTo>
                  <a:pt x="3796" y="3142"/>
                </a:lnTo>
                <a:lnTo>
                  <a:pt x="3796" y="3141"/>
                </a:lnTo>
                <a:lnTo>
                  <a:pt x="3795" y="3141"/>
                </a:lnTo>
                <a:lnTo>
                  <a:pt x="3795" y="3142"/>
                </a:lnTo>
                <a:lnTo>
                  <a:pt x="3795" y="3143"/>
                </a:lnTo>
                <a:lnTo>
                  <a:pt x="3794" y="3143"/>
                </a:lnTo>
                <a:lnTo>
                  <a:pt x="3792" y="3144"/>
                </a:lnTo>
                <a:lnTo>
                  <a:pt x="3792" y="3145"/>
                </a:lnTo>
                <a:lnTo>
                  <a:pt x="3791" y="3146"/>
                </a:lnTo>
                <a:lnTo>
                  <a:pt x="3791" y="3147"/>
                </a:lnTo>
                <a:lnTo>
                  <a:pt x="3791" y="3148"/>
                </a:lnTo>
                <a:lnTo>
                  <a:pt x="3790" y="3148"/>
                </a:lnTo>
                <a:lnTo>
                  <a:pt x="3790" y="3149"/>
                </a:lnTo>
                <a:lnTo>
                  <a:pt x="3789" y="3149"/>
                </a:lnTo>
                <a:lnTo>
                  <a:pt x="3789" y="3150"/>
                </a:lnTo>
                <a:lnTo>
                  <a:pt x="3788" y="3151"/>
                </a:lnTo>
                <a:lnTo>
                  <a:pt x="3789" y="3151"/>
                </a:lnTo>
                <a:lnTo>
                  <a:pt x="3788" y="3152"/>
                </a:lnTo>
                <a:lnTo>
                  <a:pt x="3788" y="3153"/>
                </a:lnTo>
                <a:lnTo>
                  <a:pt x="3788" y="3154"/>
                </a:lnTo>
                <a:lnTo>
                  <a:pt x="3789" y="3154"/>
                </a:lnTo>
                <a:lnTo>
                  <a:pt x="3789" y="3155"/>
                </a:lnTo>
                <a:lnTo>
                  <a:pt x="3789" y="3156"/>
                </a:lnTo>
                <a:lnTo>
                  <a:pt x="3790" y="3157"/>
                </a:lnTo>
                <a:lnTo>
                  <a:pt x="3790" y="3156"/>
                </a:lnTo>
                <a:lnTo>
                  <a:pt x="3791" y="3155"/>
                </a:lnTo>
                <a:lnTo>
                  <a:pt x="3791" y="3154"/>
                </a:lnTo>
                <a:lnTo>
                  <a:pt x="3791" y="3153"/>
                </a:lnTo>
                <a:lnTo>
                  <a:pt x="3792" y="3153"/>
                </a:lnTo>
                <a:lnTo>
                  <a:pt x="3792" y="3154"/>
                </a:lnTo>
                <a:lnTo>
                  <a:pt x="3793" y="3154"/>
                </a:lnTo>
                <a:lnTo>
                  <a:pt x="3794" y="3154"/>
                </a:lnTo>
                <a:lnTo>
                  <a:pt x="3794" y="3153"/>
                </a:lnTo>
                <a:lnTo>
                  <a:pt x="3795" y="3153"/>
                </a:lnTo>
                <a:lnTo>
                  <a:pt x="3795" y="3154"/>
                </a:lnTo>
                <a:lnTo>
                  <a:pt x="3794" y="3155"/>
                </a:lnTo>
                <a:lnTo>
                  <a:pt x="3793" y="3155"/>
                </a:lnTo>
                <a:lnTo>
                  <a:pt x="3792" y="3156"/>
                </a:lnTo>
                <a:lnTo>
                  <a:pt x="3791" y="3157"/>
                </a:lnTo>
                <a:lnTo>
                  <a:pt x="3791" y="3158"/>
                </a:lnTo>
                <a:lnTo>
                  <a:pt x="3791" y="3159"/>
                </a:lnTo>
                <a:lnTo>
                  <a:pt x="3791" y="3160"/>
                </a:lnTo>
                <a:lnTo>
                  <a:pt x="3792" y="3160"/>
                </a:lnTo>
                <a:lnTo>
                  <a:pt x="3792" y="3161"/>
                </a:lnTo>
                <a:lnTo>
                  <a:pt x="3793" y="3161"/>
                </a:lnTo>
                <a:lnTo>
                  <a:pt x="3792" y="3161"/>
                </a:lnTo>
                <a:lnTo>
                  <a:pt x="3792" y="3162"/>
                </a:lnTo>
                <a:lnTo>
                  <a:pt x="3792" y="3163"/>
                </a:lnTo>
                <a:lnTo>
                  <a:pt x="3791" y="3162"/>
                </a:lnTo>
                <a:lnTo>
                  <a:pt x="3791" y="3161"/>
                </a:lnTo>
                <a:lnTo>
                  <a:pt x="3790" y="3161"/>
                </a:lnTo>
                <a:lnTo>
                  <a:pt x="3789" y="3161"/>
                </a:lnTo>
                <a:lnTo>
                  <a:pt x="3788" y="3161"/>
                </a:lnTo>
                <a:lnTo>
                  <a:pt x="3788" y="3160"/>
                </a:lnTo>
                <a:lnTo>
                  <a:pt x="3787" y="3160"/>
                </a:lnTo>
                <a:lnTo>
                  <a:pt x="3785" y="3160"/>
                </a:lnTo>
                <a:lnTo>
                  <a:pt x="3785" y="3159"/>
                </a:lnTo>
                <a:lnTo>
                  <a:pt x="3784" y="3159"/>
                </a:lnTo>
                <a:lnTo>
                  <a:pt x="3783" y="3158"/>
                </a:lnTo>
                <a:lnTo>
                  <a:pt x="3782" y="3158"/>
                </a:lnTo>
                <a:lnTo>
                  <a:pt x="3781" y="3158"/>
                </a:lnTo>
                <a:lnTo>
                  <a:pt x="3780" y="3158"/>
                </a:lnTo>
                <a:lnTo>
                  <a:pt x="3779" y="3158"/>
                </a:lnTo>
                <a:lnTo>
                  <a:pt x="3779" y="3159"/>
                </a:lnTo>
                <a:lnTo>
                  <a:pt x="3778" y="3159"/>
                </a:lnTo>
                <a:lnTo>
                  <a:pt x="3777" y="3159"/>
                </a:lnTo>
                <a:lnTo>
                  <a:pt x="3776" y="3159"/>
                </a:lnTo>
                <a:lnTo>
                  <a:pt x="3775" y="3159"/>
                </a:lnTo>
                <a:lnTo>
                  <a:pt x="3775" y="3158"/>
                </a:lnTo>
                <a:lnTo>
                  <a:pt x="3774" y="3158"/>
                </a:lnTo>
                <a:lnTo>
                  <a:pt x="3773" y="3158"/>
                </a:lnTo>
                <a:lnTo>
                  <a:pt x="3773" y="3157"/>
                </a:lnTo>
                <a:lnTo>
                  <a:pt x="3772" y="3157"/>
                </a:lnTo>
                <a:lnTo>
                  <a:pt x="3772" y="3156"/>
                </a:lnTo>
                <a:lnTo>
                  <a:pt x="3772" y="3155"/>
                </a:lnTo>
                <a:lnTo>
                  <a:pt x="3771" y="3155"/>
                </a:lnTo>
                <a:lnTo>
                  <a:pt x="3772" y="3154"/>
                </a:lnTo>
                <a:lnTo>
                  <a:pt x="3772" y="3152"/>
                </a:lnTo>
                <a:lnTo>
                  <a:pt x="3773" y="3152"/>
                </a:lnTo>
                <a:lnTo>
                  <a:pt x="3773" y="3153"/>
                </a:lnTo>
                <a:lnTo>
                  <a:pt x="3774" y="3153"/>
                </a:lnTo>
                <a:lnTo>
                  <a:pt x="3775" y="3153"/>
                </a:lnTo>
                <a:lnTo>
                  <a:pt x="3776" y="3153"/>
                </a:lnTo>
                <a:lnTo>
                  <a:pt x="3777" y="3153"/>
                </a:lnTo>
                <a:lnTo>
                  <a:pt x="3778" y="3153"/>
                </a:lnTo>
                <a:lnTo>
                  <a:pt x="3778" y="3152"/>
                </a:lnTo>
                <a:lnTo>
                  <a:pt x="3779" y="3152"/>
                </a:lnTo>
                <a:lnTo>
                  <a:pt x="3780" y="3152"/>
                </a:lnTo>
                <a:lnTo>
                  <a:pt x="3779" y="3151"/>
                </a:lnTo>
                <a:lnTo>
                  <a:pt x="3778" y="3149"/>
                </a:lnTo>
                <a:lnTo>
                  <a:pt x="3776" y="3149"/>
                </a:lnTo>
                <a:lnTo>
                  <a:pt x="3776" y="3150"/>
                </a:lnTo>
                <a:lnTo>
                  <a:pt x="3775" y="3150"/>
                </a:lnTo>
                <a:lnTo>
                  <a:pt x="3774" y="3150"/>
                </a:lnTo>
                <a:lnTo>
                  <a:pt x="3774" y="3151"/>
                </a:lnTo>
                <a:lnTo>
                  <a:pt x="3773" y="3152"/>
                </a:lnTo>
                <a:lnTo>
                  <a:pt x="3772" y="3151"/>
                </a:lnTo>
                <a:lnTo>
                  <a:pt x="3772" y="3150"/>
                </a:lnTo>
                <a:lnTo>
                  <a:pt x="3771" y="3150"/>
                </a:lnTo>
                <a:lnTo>
                  <a:pt x="3771" y="3149"/>
                </a:lnTo>
                <a:lnTo>
                  <a:pt x="3770" y="3149"/>
                </a:lnTo>
                <a:lnTo>
                  <a:pt x="3769" y="3149"/>
                </a:lnTo>
                <a:lnTo>
                  <a:pt x="3769" y="3148"/>
                </a:lnTo>
                <a:lnTo>
                  <a:pt x="3767" y="3148"/>
                </a:lnTo>
                <a:lnTo>
                  <a:pt x="3766" y="3149"/>
                </a:lnTo>
                <a:lnTo>
                  <a:pt x="3765" y="3149"/>
                </a:lnTo>
                <a:lnTo>
                  <a:pt x="3764" y="3149"/>
                </a:lnTo>
                <a:lnTo>
                  <a:pt x="3763" y="3149"/>
                </a:lnTo>
                <a:lnTo>
                  <a:pt x="3762" y="3149"/>
                </a:lnTo>
                <a:lnTo>
                  <a:pt x="3761" y="3150"/>
                </a:lnTo>
                <a:lnTo>
                  <a:pt x="3761" y="3149"/>
                </a:lnTo>
                <a:lnTo>
                  <a:pt x="3762" y="3149"/>
                </a:lnTo>
                <a:lnTo>
                  <a:pt x="3762" y="3148"/>
                </a:lnTo>
                <a:lnTo>
                  <a:pt x="3762" y="3147"/>
                </a:lnTo>
                <a:lnTo>
                  <a:pt x="3763" y="3147"/>
                </a:lnTo>
                <a:lnTo>
                  <a:pt x="3763" y="3146"/>
                </a:lnTo>
                <a:lnTo>
                  <a:pt x="3765" y="3146"/>
                </a:lnTo>
                <a:lnTo>
                  <a:pt x="3765" y="3145"/>
                </a:lnTo>
                <a:lnTo>
                  <a:pt x="3766" y="3144"/>
                </a:lnTo>
                <a:lnTo>
                  <a:pt x="3766" y="3145"/>
                </a:lnTo>
                <a:lnTo>
                  <a:pt x="3766" y="3144"/>
                </a:lnTo>
                <a:lnTo>
                  <a:pt x="3766" y="3142"/>
                </a:lnTo>
                <a:lnTo>
                  <a:pt x="3767" y="3142"/>
                </a:lnTo>
                <a:lnTo>
                  <a:pt x="3767" y="3143"/>
                </a:lnTo>
                <a:lnTo>
                  <a:pt x="3768" y="3142"/>
                </a:lnTo>
                <a:lnTo>
                  <a:pt x="3769" y="3142"/>
                </a:lnTo>
                <a:lnTo>
                  <a:pt x="3769" y="3141"/>
                </a:lnTo>
                <a:lnTo>
                  <a:pt x="3769" y="3138"/>
                </a:lnTo>
                <a:lnTo>
                  <a:pt x="3769" y="3137"/>
                </a:lnTo>
                <a:lnTo>
                  <a:pt x="3770" y="3137"/>
                </a:lnTo>
                <a:lnTo>
                  <a:pt x="3770" y="3136"/>
                </a:lnTo>
                <a:lnTo>
                  <a:pt x="3770" y="3137"/>
                </a:lnTo>
                <a:lnTo>
                  <a:pt x="3769" y="3137"/>
                </a:lnTo>
                <a:lnTo>
                  <a:pt x="3768" y="3137"/>
                </a:lnTo>
                <a:lnTo>
                  <a:pt x="3768" y="3138"/>
                </a:lnTo>
                <a:lnTo>
                  <a:pt x="3769" y="3138"/>
                </a:lnTo>
                <a:lnTo>
                  <a:pt x="3769" y="3139"/>
                </a:lnTo>
                <a:lnTo>
                  <a:pt x="3769" y="3140"/>
                </a:lnTo>
                <a:lnTo>
                  <a:pt x="3769" y="3141"/>
                </a:lnTo>
                <a:lnTo>
                  <a:pt x="3768" y="3141"/>
                </a:lnTo>
                <a:lnTo>
                  <a:pt x="3767" y="3141"/>
                </a:lnTo>
                <a:lnTo>
                  <a:pt x="3766" y="3142"/>
                </a:lnTo>
                <a:lnTo>
                  <a:pt x="3766" y="3143"/>
                </a:lnTo>
                <a:lnTo>
                  <a:pt x="3766" y="3144"/>
                </a:lnTo>
                <a:lnTo>
                  <a:pt x="3765" y="3144"/>
                </a:lnTo>
                <a:lnTo>
                  <a:pt x="3764" y="3145"/>
                </a:lnTo>
                <a:lnTo>
                  <a:pt x="3764" y="3146"/>
                </a:lnTo>
                <a:lnTo>
                  <a:pt x="3763" y="3146"/>
                </a:lnTo>
                <a:lnTo>
                  <a:pt x="3763" y="3145"/>
                </a:lnTo>
                <a:lnTo>
                  <a:pt x="3762" y="3145"/>
                </a:lnTo>
                <a:lnTo>
                  <a:pt x="3761" y="3145"/>
                </a:lnTo>
                <a:lnTo>
                  <a:pt x="3760" y="3144"/>
                </a:lnTo>
                <a:lnTo>
                  <a:pt x="3759" y="3144"/>
                </a:lnTo>
                <a:lnTo>
                  <a:pt x="3758" y="3145"/>
                </a:lnTo>
                <a:lnTo>
                  <a:pt x="3757" y="3145"/>
                </a:lnTo>
                <a:lnTo>
                  <a:pt x="3756" y="3146"/>
                </a:lnTo>
                <a:lnTo>
                  <a:pt x="3756" y="3147"/>
                </a:lnTo>
                <a:lnTo>
                  <a:pt x="3756" y="3148"/>
                </a:lnTo>
                <a:lnTo>
                  <a:pt x="3757" y="3149"/>
                </a:lnTo>
                <a:lnTo>
                  <a:pt x="3757" y="3148"/>
                </a:lnTo>
                <a:lnTo>
                  <a:pt x="3757" y="3149"/>
                </a:lnTo>
                <a:lnTo>
                  <a:pt x="3758" y="3149"/>
                </a:lnTo>
                <a:lnTo>
                  <a:pt x="3758" y="3150"/>
                </a:lnTo>
                <a:lnTo>
                  <a:pt x="3757" y="3150"/>
                </a:lnTo>
                <a:lnTo>
                  <a:pt x="3756" y="3150"/>
                </a:lnTo>
                <a:lnTo>
                  <a:pt x="3756" y="3149"/>
                </a:lnTo>
                <a:lnTo>
                  <a:pt x="3755" y="3149"/>
                </a:lnTo>
                <a:lnTo>
                  <a:pt x="3755" y="3148"/>
                </a:lnTo>
                <a:lnTo>
                  <a:pt x="3754" y="3148"/>
                </a:lnTo>
                <a:lnTo>
                  <a:pt x="3755" y="3147"/>
                </a:lnTo>
                <a:lnTo>
                  <a:pt x="3754" y="3147"/>
                </a:lnTo>
                <a:lnTo>
                  <a:pt x="3753" y="3147"/>
                </a:lnTo>
                <a:lnTo>
                  <a:pt x="3752" y="3147"/>
                </a:lnTo>
                <a:lnTo>
                  <a:pt x="3751" y="3147"/>
                </a:lnTo>
                <a:lnTo>
                  <a:pt x="3750" y="3148"/>
                </a:lnTo>
                <a:lnTo>
                  <a:pt x="3748" y="3148"/>
                </a:lnTo>
                <a:lnTo>
                  <a:pt x="3747" y="3148"/>
                </a:lnTo>
                <a:lnTo>
                  <a:pt x="3746" y="3149"/>
                </a:lnTo>
                <a:lnTo>
                  <a:pt x="3745" y="3149"/>
                </a:lnTo>
                <a:lnTo>
                  <a:pt x="3745" y="3148"/>
                </a:lnTo>
                <a:lnTo>
                  <a:pt x="3745" y="3149"/>
                </a:lnTo>
                <a:lnTo>
                  <a:pt x="3744" y="3150"/>
                </a:lnTo>
                <a:lnTo>
                  <a:pt x="3745" y="3151"/>
                </a:lnTo>
                <a:lnTo>
                  <a:pt x="3744" y="3152"/>
                </a:lnTo>
                <a:lnTo>
                  <a:pt x="3745" y="3153"/>
                </a:lnTo>
                <a:lnTo>
                  <a:pt x="3744" y="3153"/>
                </a:lnTo>
                <a:lnTo>
                  <a:pt x="3743" y="3153"/>
                </a:lnTo>
                <a:lnTo>
                  <a:pt x="3742" y="3154"/>
                </a:lnTo>
                <a:lnTo>
                  <a:pt x="3742" y="3155"/>
                </a:lnTo>
                <a:lnTo>
                  <a:pt x="3743" y="3156"/>
                </a:lnTo>
                <a:lnTo>
                  <a:pt x="3744" y="3156"/>
                </a:lnTo>
                <a:lnTo>
                  <a:pt x="3743" y="3157"/>
                </a:lnTo>
                <a:lnTo>
                  <a:pt x="3743" y="3158"/>
                </a:lnTo>
                <a:lnTo>
                  <a:pt x="3741" y="3158"/>
                </a:lnTo>
                <a:lnTo>
                  <a:pt x="3740" y="3158"/>
                </a:lnTo>
                <a:lnTo>
                  <a:pt x="3739" y="3159"/>
                </a:lnTo>
                <a:lnTo>
                  <a:pt x="3738" y="3159"/>
                </a:lnTo>
                <a:lnTo>
                  <a:pt x="3738" y="3158"/>
                </a:lnTo>
                <a:lnTo>
                  <a:pt x="3737" y="3158"/>
                </a:lnTo>
                <a:lnTo>
                  <a:pt x="3736" y="3157"/>
                </a:lnTo>
                <a:lnTo>
                  <a:pt x="3736" y="3156"/>
                </a:lnTo>
                <a:lnTo>
                  <a:pt x="3736" y="3155"/>
                </a:lnTo>
                <a:lnTo>
                  <a:pt x="3737" y="3155"/>
                </a:lnTo>
                <a:lnTo>
                  <a:pt x="3736" y="3154"/>
                </a:lnTo>
                <a:lnTo>
                  <a:pt x="3735" y="3153"/>
                </a:lnTo>
                <a:lnTo>
                  <a:pt x="3734" y="3153"/>
                </a:lnTo>
                <a:lnTo>
                  <a:pt x="3733" y="3153"/>
                </a:lnTo>
                <a:lnTo>
                  <a:pt x="3732" y="3153"/>
                </a:lnTo>
                <a:lnTo>
                  <a:pt x="3731" y="3152"/>
                </a:lnTo>
                <a:lnTo>
                  <a:pt x="3730" y="3152"/>
                </a:lnTo>
                <a:lnTo>
                  <a:pt x="3730" y="3151"/>
                </a:lnTo>
                <a:lnTo>
                  <a:pt x="3730" y="3152"/>
                </a:lnTo>
                <a:lnTo>
                  <a:pt x="3729" y="3152"/>
                </a:lnTo>
                <a:lnTo>
                  <a:pt x="3729" y="3153"/>
                </a:lnTo>
                <a:lnTo>
                  <a:pt x="3730" y="3153"/>
                </a:lnTo>
                <a:lnTo>
                  <a:pt x="3730" y="3154"/>
                </a:lnTo>
                <a:lnTo>
                  <a:pt x="3730" y="3155"/>
                </a:lnTo>
                <a:lnTo>
                  <a:pt x="3731" y="3155"/>
                </a:lnTo>
                <a:lnTo>
                  <a:pt x="3731" y="3156"/>
                </a:lnTo>
                <a:lnTo>
                  <a:pt x="3732" y="3156"/>
                </a:lnTo>
                <a:lnTo>
                  <a:pt x="3733" y="3156"/>
                </a:lnTo>
                <a:lnTo>
                  <a:pt x="3734" y="3156"/>
                </a:lnTo>
                <a:lnTo>
                  <a:pt x="3734" y="3157"/>
                </a:lnTo>
                <a:lnTo>
                  <a:pt x="3735" y="3157"/>
                </a:lnTo>
                <a:lnTo>
                  <a:pt x="3736" y="3158"/>
                </a:lnTo>
                <a:lnTo>
                  <a:pt x="3737" y="3159"/>
                </a:lnTo>
                <a:lnTo>
                  <a:pt x="3737" y="3160"/>
                </a:lnTo>
                <a:lnTo>
                  <a:pt x="3738" y="3160"/>
                </a:lnTo>
                <a:lnTo>
                  <a:pt x="3737" y="3161"/>
                </a:lnTo>
                <a:lnTo>
                  <a:pt x="3735" y="3163"/>
                </a:lnTo>
                <a:lnTo>
                  <a:pt x="3734" y="3164"/>
                </a:lnTo>
                <a:lnTo>
                  <a:pt x="3733" y="3165"/>
                </a:lnTo>
                <a:lnTo>
                  <a:pt x="3733" y="3166"/>
                </a:lnTo>
                <a:lnTo>
                  <a:pt x="3733" y="3167"/>
                </a:lnTo>
                <a:lnTo>
                  <a:pt x="3732" y="3167"/>
                </a:lnTo>
                <a:lnTo>
                  <a:pt x="3732" y="3168"/>
                </a:lnTo>
                <a:lnTo>
                  <a:pt x="3732" y="3169"/>
                </a:lnTo>
                <a:lnTo>
                  <a:pt x="3732" y="3171"/>
                </a:lnTo>
                <a:lnTo>
                  <a:pt x="3733" y="3171"/>
                </a:lnTo>
                <a:lnTo>
                  <a:pt x="3733" y="3172"/>
                </a:lnTo>
                <a:lnTo>
                  <a:pt x="3733" y="3173"/>
                </a:lnTo>
                <a:lnTo>
                  <a:pt x="3732" y="3173"/>
                </a:lnTo>
                <a:lnTo>
                  <a:pt x="3731" y="3173"/>
                </a:lnTo>
                <a:lnTo>
                  <a:pt x="3730" y="3174"/>
                </a:lnTo>
                <a:lnTo>
                  <a:pt x="3730" y="3173"/>
                </a:lnTo>
                <a:lnTo>
                  <a:pt x="3731" y="3173"/>
                </a:lnTo>
                <a:lnTo>
                  <a:pt x="3731" y="3172"/>
                </a:lnTo>
                <a:lnTo>
                  <a:pt x="3730" y="3171"/>
                </a:lnTo>
                <a:lnTo>
                  <a:pt x="3731" y="3171"/>
                </a:lnTo>
                <a:lnTo>
                  <a:pt x="3731" y="3170"/>
                </a:lnTo>
                <a:lnTo>
                  <a:pt x="3730" y="3169"/>
                </a:lnTo>
                <a:lnTo>
                  <a:pt x="3729" y="3169"/>
                </a:lnTo>
                <a:lnTo>
                  <a:pt x="3729" y="3168"/>
                </a:lnTo>
                <a:lnTo>
                  <a:pt x="3728" y="3168"/>
                </a:lnTo>
                <a:lnTo>
                  <a:pt x="3727" y="3168"/>
                </a:lnTo>
                <a:lnTo>
                  <a:pt x="3726" y="3168"/>
                </a:lnTo>
                <a:lnTo>
                  <a:pt x="3725" y="3168"/>
                </a:lnTo>
                <a:lnTo>
                  <a:pt x="3725" y="3169"/>
                </a:lnTo>
                <a:lnTo>
                  <a:pt x="3724" y="3169"/>
                </a:lnTo>
                <a:lnTo>
                  <a:pt x="3723" y="3169"/>
                </a:lnTo>
                <a:lnTo>
                  <a:pt x="3722" y="3169"/>
                </a:lnTo>
                <a:lnTo>
                  <a:pt x="3721" y="3168"/>
                </a:lnTo>
                <a:lnTo>
                  <a:pt x="3721" y="3169"/>
                </a:lnTo>
                <a:lnTo>
                  <a:pt x="3720" y="3169"/>
                </a:lnTo>
                <a:lnTo>
                  <a:pt x="3719" y="3169"/>
                </a:lnTo>
                <a:lnTo>
                  <a:pt x="3718" y="3169"/>
                </a:lnTo>
                <a:lnTo>
                  <a:pt x="3718" y="3168"/>
                </a:lnTo>
                <a:lnTo>
                  <a:pt x="3717" y="3168"/>
                </a:lnTo>
                <a:lnTo>
                  <a:pt x="3717" y="3167"/>
                </a:lnTo>
                <a:lnTo>
                  <a:pt x="3718" y="3166"/>
                </a:lnTo>
                <a:lnTo>
                  <a:pt x="3718" y="3165"/>
                </a:lnTo>
                <a:lnTo>
                  <a:pt x="3718" y="3164"/>
                </a:lnTo>
                <a:lnTo>
                  <a:pt x="3717" y="3164"/>
                </a:lnTo>
                <a:lnTo>
                  <a:pt x="3717" y="3163"/>
                </a:lnTo>
                <a:lnTo>
                  <a:pt x="3717" y="3162"/>
                </a:lnTo>
                <a:lnTo>
                  <a:pt x="3717" y="3161"/>
                </a:lnTo>
                <a:lnTo>
                  <a:pt x="3718" y="3160"/>
                </a:lnTo>
                <a:lnTo>
                  <a:pt x="3718" y="3159"/>
                </a:lnTo>
                <a:lnTo>
                  <a:pt x="3718" y="3158"/>
                </a:lnTo>
                <a:lnTo>
                  <a:pt x="3717" y="3158"/>
                </a:lnTo>
                <a:lnTo>
                  <a:pt x="3717" y="3157"/>
                </a:lnTo>
                <a:lnTo>
                  <a:pt x="3717" y="3156"/>
                </a:lnTo>
                <a:lnTo>
                  <a:pt x="3717" y="3155"/>
                </a:lnTo>
                <a:lnTo>
                  <a:pt x="3717" y="3154"/>
                </a:lnTo>
                <a:lnTo>
                  <a:pt x="3718" y="3154"/>
                </a:lnTo>
                <a:lnTo>
                  <a:pt x="3718" y="3153"/>
                </a:lnTo>
                <a:lnTo>
                  <a:pt x="3719" y="3152"/>
                </a:lnTo>
                <a:lnTo>
                  <a:pt x="3720" y="3152"/>
                </a:lnTo>
                <a:lnTo>
                  <a:pt x="3721" y="3152"/>
                </a:lnTo>
                <a:lnTo>
                  <a:pt x="3722" y="3150"/>
                </a:lnTo>
                <a:lnTo>
                  <a:pt x="3723" y="3150"/>
                </a:lnTo>
                <a:lnTo>
                  <a:pt x="3724" y="3150"/>
                </a:lnTo>
                <a:lnTo>
                  <a:pt x="3725" y="3149"/>
                </a:lnTo>
                <a:lnTo>
                  <a:pt x="3725" y="3148"/>
                </a:lnTo>
                <a:lnTo>
                  <a:pt x="3724" y="3148"/>
                </a:lnTo>
                <a:lnTo>
                  <a:pt x="3723" y="3147"/>
                </a:lnTo>
                <a:lnTo>
                  <a:pt x="3723" y="3146"/>
                </a:lnTo>
                <a:lnTo>
                  <a:pt x="3722" y="3146"/>
                </a:lnTo>
                <a:lnTo>
                  <a:pt x="3722" y="3145"/>
                </a:lnTo>
                <a:lnTo>
                  <a:pt x="3721" y="3145"/>
                </a:lnTo>
                <a:lnTo>
                  <a:pt x="3721" y="3144"/>
                </a:lnTo>
                <a:lnTo>
                  <a:pt x="3721" y="3145"/>
                </a:lnTo>
                <a:lnTo>
                  <a:pt x="3721" y="3144"/>
                </a:lnTo>
                <a:lnTo>
                  <a:pt x="3722" y="3146"/>
                </a:lnTo>
                <a:lnTo>
                  <a:pt x="3721" y="3146"/>
                </a:lnTo>
                <a:lnTo>
                  <a:pt x="3721" y="3145"/>
                </a:lnTo>
                <a:lnTo>
                  <a:pt x="3720" y="3145"/>
                </a:lnTo>
                <a:lnTo>
                  <a:pt x="3720" y="3146"/>
                </a:lnTo>
                <a:lnTo>
                  <a:pt x="3720" y="3147"/>
                </a:lnTo>
                <a:lnTo>
                  <a:pt x="3721" y="3147"/>
                </a:lnTo>
                <a:lnTo>
                  <a:pt x="3721" y="3148"/>
                </a:lnTo>
                <a:lnTo>
                  <a:pt x="3720" y="3148"/>
                </a:lnTo>
                <a:lnTo>
                  <a:pt x="3720" y="3149"/>
                </a:lnTo>
                <a:lnTo>
                  <a:pt x="3719" y="3149"/>
                </a:lnTo>
                <a:lnTo>
                  <a:pt x="3718" y="3150"/>
                </a:lnTo>
                <a:lnTo>
                  <a:pt x="3717" y="3150"/>
                </a:lnTo>
                <a:lnTo>
                  <a:pt x="3716" y="3150"/>
                </a:lnTo>
                <a:lnTo>
                  <a:pt x="3716" y="3149"/>
                </a:lnTo>
                <a:lnTo>
                  <a:pt x="3716" y="3150"/>
                </a:lnTo>
                <a:lnTo>
                  <a:pt x="3715" y="3149"/>
                </a:lnTo>
                <a:lnTo>
                  <a:pt x="3716" y="3149"/>
                </a:lnTo>
                <a:lnTo>
                  <a:pt x="3716" y="3148"/>
                </a:lnTo>
                <a:lnTo>
                  <a:pt x="3715" y="3148"/>
                </a:lnTo>
                <a:lnTo>
                  <a:pt x="3714" y="3148"/>
                </a:lnTo>
                <a:lnTo>
                  <a:pt x="3715" y="3149"/>
                </a:lnTo>
                <a:lnTo>
                  <a:pt x="3714" y="3149"/>
                </a:lnTo>
                <a:lnTo>
                  <a:pt x="3713" y="3149"/>
                </a:lnTo>
                <a:lnTo>
                  <a:pt x="3712" y="3149"/>
                </a:lnTo>
                <a:lnTo>
                  <a:pt x="3712" y="3150"/>
                </a:lnTo>
                <a:lnTo>
                  <a:pt x="3713" y="3150"/>
                </a:lnTo>
                <a:lnTo>
                  <a:pt x="3712" y="3150"/>
                </a:lnTo>
                <a:lnTo>
                  <a:pt x="3711" y="3150"/>
                </a:lnTo>
                <a:lnTo>
                  <a:pt x="3710" y="3150"/>
                </a:lnTo>
                <a:lnTo>
                  <a:pt x="3710" y="3151"/>
                </a:lnTo>
                <a:lnTo>
                  <a:pt x="3709" y="3151"/>
                </a:lnTo>
                <a:lnTo>
                  <a:pt x="3708" y="3151"/>
                </a:lnTo>
                <a:lnTo>
                  <a:pt x="3708" y="3152"/>
                </a:lnTo>
                <a:lnTo>
                  <a:pt x="3708" y="3153"/>
                </a:lnTo>
                <a:lnTo>
                  <a:pt x="3705" y="3154"/>
                </a:lnTo>
                <a:lnTo>
                  <a:pt x="3704" y="3154"/>
                </a:lnTo>
                <a:lnTo>
                  <a:pt x="3704" y="3155"/>
                </a:lnTo>
                <a:lnTo>
                  <a:pt x="3703" y="3155"/>
                </a:lnTo>
                <a:lnTo>
                  <a:pt x="3702" y="3155"/>
                </a:lnTo>
                <a:lnTo>
                  <a:pt x="3701" y="3155"/>
                </a:lnTo>
                <a:lnTo>
                  <a:pt x="3701" y="3156"/>
                </a:lnTo>
                <a:lnTo>
                  <a:pt x="3702" y="3156"/>
                </a:lnTo>
                <a:lnTo>
                  <a:pt x="3702" y="3157"/>
                </a:lnTo>
                <a:lnTo>
                  <a:pt x="3702" y="3158"/>
                </a:lnTo>
                <a:lnTo>
                  <a:pt x="3702" y="3159"/>
                </a:lnTo>
                <a:lnTo>
                  <a:pt x="3701" y="3159"/>
                </a:lnTo>
                <a:lnTo>
                  <a:pt x="3701" y="3158"/>
                </a:lnTo>
                <a:lnTo>
                  <a:pt x="3700" y="3158"/>
                </a:lnTo>
                <a:lnTo>
                  <a:pt x="3699" y="3157"/>
                </a:lnTo>
                <a:lnTo>
                  <a:pt x="3698" y="3157"/>
                </a:lnTo>
                <a:lnTo>
                  <a:pt x="3698" y="3158"/>
                </a:lnTo>
                <a:lnTo>
                  <a:pt x="3699" y="3158"/>
                </a:lnTo>
                <a:lnTo>
                  <a:pt x="3699" y="3159"/>
                </a:lnTo>
                <a:lnTo>
                  <a:pt x="3699" y="3160"/>
                </a:lnTo>
                <a:lnTo>
                  <a:pt x="3698" y="3160"/>
                </a:lnTo>
                <a:lnTo>
                  <a:pt x="3697" y="3160"/>
                </a:lnTo>
                <a:lnTo>
                  <a:pt x="3697" y="3161"/>
                </a:lnTo>
                <a:lnTo>
                  <a:pt x="3697" y="3162"/>
                </a:lnTo>
                <a:lnTo>
                  <a:pt x="3696" y="3162"/>
                </a:lnTo>
                <a:lnTo>
                  <a:pt x="3695" y="3162"/>
                </a:lnTo>
                <a:lnTo>
                  <a:pt x="3695" y="3163"/>
                </a:lnTo>
                <a:lnTo>
                  <a:pt x="3696" y="3163"/>
                </a:lnTo>
                <a:lnTo>
                  <a:pt x="3696" y="3164"/>
                </a:lnTo>
                <a:lnTo>
                  <a:pt x="3697" y="3163"/>
                </a:lnTo>
                <a:lnTo>
                  <a:pt x="3698" y="3163"/>
                </a:lnTo>
                <a:lnTo>
                  <a:pt x="3699" y="3163"/>
                </a:lnTo>
                <a:lnTo>
                  <a:pt x="3700" y="3163"/>
                </a:lnTo>
                <a:lnTo>
                  <a:pt x="3701" y="3163"/>
                </a:lnTo>
                <a:lnTo>
                  <a:pt x="3702" y="3163"/>
                </a:lnTo>
                <a:lnTo>
                  <a:pt x="3702" y="3162"/>
                </a:lnTo>
                <a:lnTo>
                  <a:pt x="3703" y="3162"/>
                </a:lnTo>
                <a:lnTo>
                  <a:pt x="3704" y="3163"/>
                </a:lnTo>
                <a:lnTo>
                  <a:pt x="3704" y="3164"/>
                </a:lnTo>
                <a:lnTo>
                  <a:pt x="3703" y="3164"/>
                </a:lnTo>
                <a:lnTo>
                  <a:pt x="3703" y="3165"/>
                </a:lnTo>
                <a:lnTo>
                  <a:pt x="3703" y="3166"/>
                </a:lnTo>
                <a:lnTo>
                  <a:pt x="3702" y="3167"/>
                </a:lnTo>
                <a:lnTo>
                  <a:pt x="3701" y="3167"/>
                </a:lnTo>
                <a:lnTo>
                  <a:pt x="3700" y="3168"/>
                </a:lnTo>
                <a:lnTo>
                  <a:pt x="3699" y="3169"/>
                </a:lnTo>
                <a:lnTo>
                  <a:pt x="3698" y="3169"/>
                </a:lnTo>
                <a:lnTo>
                  <a:pt x="3697" y="3169"/>
                </a:lnTo>
                <a:lnTo>
                  <a:pt x="3696" y="3169"/>
                </a:lnTo>
                <a:lnTo>
                  <a:pt x="3696" y="3170"/>
                </a:lnTo>
                <a:lnTo>
                  <a:pt x="3696" y="3171"/>
                </a:lnTo>
                <a:lnTo>
                  <a:pt x="3696" y="3172"/>
                </a:lnTo>
                <a:lnTo>
                  <a:pt x="3695" y="3173"/>
                </a:lnTo>
                <a:lnTo>
                  <a:pt x="3696" y="3173"/>
                </a:lnTo>
                <a:lnTo>
                  <a:pt x="3697" y="3173"/>
                </a:lnTo>
                <a:lnTo>
                  <a:pt x="3698" y="3172"/>
                </a:lnTo>
                <a:lnTo>
                  <a:pt x="3699" y="3171"/>
                </a:lnTo>
                <a:lnTo>
                  <a:pt x="3700" y="3171"/>
                </a:lnTo>
                <a:lnTo>
                  <a:pt x="3700" y="3172"/>
                </a:lnTo>
                <a:lnTo>
                  <a:pt x="3701" y="3173"/>
                </a:lnTo>
                <a:lnTo>
                  <a:pt x="3701" y="3174"/>
                </a:lnTo>
                <a:lnTo>
                  <a:pt x="3703" y="3174"/>
                </a:lnTo>
                <a:lnTo>
                  <a:pt x="3704" y="3174"/>
                </a:lnTo>
                <a:lnTo>
                  <a:pt x="3705" y="3174"/>
                </a:lnTo>
                <a:lnTo>
                  <a:pt x="3705" y="3175"/>
                </a:lnTo>
                <a:lnTo>
                  <a:pt x="3705" y="3176"/>
                </a:lnTo>
                <a:lnTo>
                  <a:pt x="3706" y="3176"/>
                </a:lnTo>
                <a:lnTo>
                  <a:pt x="3706" y="3177"/>
                </a:lnTo>
                <a:lnTo>
                  <a:pt x="3707" y="3177"/>
                </a:lnTo>
                <a:lnTo>
                  <a:pt x="3706" y="3178"/>
                </a:lnTo>
                <a:lnTo>
                  <a:pt x="3706" y="3179"/>
                </a:lnTo>
                <a:lnTo>
                  <a:pt x="3705" y="3179"/>
                </a:lnTo>
                <a:lnTo>
                  <a:pt x="3704" y="3179"/>
                </a:lnTo>
                <a:lnTo>
                  <a:pt x="3703" y="3179"/>
                </a:lnTo>
                <a:lnTo>
                  <a:pt x="3703" y="3180"/>
                </a:lnTo>
                <a:lnTo>
                  <a:pt x="3702" y="3180"/>
                </a:lnTo>
                <a:lnTo>
                  <a:pt x="3701" y="3180"/>
                </a:lnTo>
                <a:lnTo>
                  <a:pt x="3701" y="3181"/>
                </a:lnTo>
                <a:lnTo>
                  <a:pt x="3700" y="3181"/>
                </a:lnTo>
                <a:lnTo>
                  <a:pt x="3700" y="3180"/>
                </a:lnTo>
                <a:lnTo>
                  <a:pt x="3699" y="3180"/>
                </a:lnTo>
                <a:lnTo>
                  <a:pt x="3699" y="3181"/>
                </a:lnTo>
                <a:lnTo>
                  <a:pt x="3698" y="3181"/>
                </a:lnTo>
                <a:lnTo>
                  <a:pt x="3698" y="3182"/>
                </a:lnTo>
                <a:lnTo>
                  <a:pt x="3698" y="3183"/>
                </a:lnTo>
                <a:lnTo>
                  <a:pt x="3697" y="3183"/>
                </a:lnTo>
                <a:lnTo>
                  <a:pt x="3696" y="3184"/>
                </a:lnTo>
                <a:lnTo>
                  <a:pt x="3695" y="3183"/>
                </a:lnTo>
                <a:lnTo>
                  <a:pt x="3695" y="3182"/>
                </a:lnTo>
                <a:lnTo>
                  <a:pt x="3694" y="3182"/>
                </a:lnTo>
                <a:lnTo>
                  <a:pt x="3694" y="3181"/>
                </a:lnTo>
                <a:lnTo>
                  <a:pt x="3694" y="3180"/>
                </a:lnTo>
                <a:lnTo>
                  <a:pt x="3694" y="3179"/>
                </a:lnTo>
                <a:lnTo>
                  <a:pt x="3694" y="3178"/>
                </a:lnTo>
                <a:lnTo>
                  <a:pt x="3693" y="3177"/>
                </a:lnTo>
                <a:lnTo>
                  <a:pt x="3694" y="3177"/>
                </a:lnTo>
                <a:lnTo>
                  <a:pt x="3694" y="3176"/>
                </a:lnTo>
                <a:lnTo>
                  <a:pt x="3694" y="3175"/>
                </a:lnTo>
                <a:lnTo>
                  <a:pt x="3694" y="3174"/>
                </a:lnTo>
                <a:lnTo>
                  <a:pt x="3693" y="3174"/>
                </a:lnTo>
                <a:lnTo>
                  <a:pt x="3693" y="3173"/>
                </a:lnTo>
                <a:lnTo>
                  <a:pt x="3692" y="3172"/>
                </a:lnTo>
                <a:lnTo>
                  <a:pt x="3692" y="3171"/>
                </a:lnTo>
                <a:lnTo>
                  <a:pt x="3691" y="3171"/>
                </a:lnTo>
                <a:lnTo>
                  <a:pt x="3690" y="3171"/>
                </a:lnTo>
                <a:lnTo>
                  <a:pt x="3690" y="3170"/>
                </a:lnTo>
                <a:lnTo>
                  <a:pt x="3690" y="3169"/>
                </a:lnTo>
                <a:lnTo>
                  <a:pt x="3689" y="3168"/>
                </a:lnTo>
                <a:lnTo>
                  <a:pt x="3688" y="3168"/>
                </a:lnTo>
                <a:lnTo>
                  <a:pt x="3688" y="3167"/>
                </a:lnTo>
                <a:lnTo>
                  <a:pt x="3687" y="3167"/>
                </a:lnTo>
                <a:lnTo>
                  <a:pt x="3686" y="3167"/>
                </a:lnTo>
                <a:lnTo>
                  <a:pt x="3684" y="3167"/>
                </a:lnTo>
                <a:lnTo>
                  <a:pt x="3683" y="3168"/>
                </a:lnTo>
                <a:lnTo>
                  <a:pt x="3682" y="3168"/>
                </a:lnTo>
                <a:lnTo>
                  <a:pt x="3681" y="3168"/>
                </a:lnTo>
                <a:lnTo>
                  <a:pt x="3680" y="3168"/>
                </a:lnTo>
                <a:lnTo>
                  <a:pt x="3679" y="3168"/>
                </a:lnTo>
                <a:lnTo>
                  <a:pt x="3678" y="3168"/>
                </a:lnTo>
                <a:lnTo>
                  <a:pt x="3678" y="3169"/>
                </a:lnTo>
                <a:lnTo>
                  <a:pt x="3678" y="3170"/>
                </a:lnTo>
                <a:lnTo>
                  <a:pt x="3678" y="3171"/>
                </a:lnTo>
                <a:lnTo>
                  <a:pt x="3677" y="3171"/>
                </a:lnTo>
                <a:lnTo>
                  <a:pt x="3677" y="3170"/>
                </a:lnTo>
                <a:lnTo>
                  <a:pt x="3676" y="3170"/>
                </a:lnTo>
                <a:lnTo>
                  <a:pt x="3675" y="3169"/>
                </a:lnTo>
                <a:lnTo>
                  <a:pt x="3675" y="3170"/>
                </a:lnTo>
                <a:lnTo>
                  <a:pt x="3672" y="3172"/>
                </a:lnTo>
                <a:lnTo>
                  <a:pt x="3672" y="3173"/>
                </a:lnTo>
                <a:lnTo>
                  <a:pt x="3671" y="3174"/>
                </a:lnTo>
                <a:lnTo>
                  <a:pt x="3670" y="3174"/>
                </a:lnTo>
                <a:lnTo>
                  <a:pt x="3669" y="3175"/>
                </a:lnTo>
                <a:lnTo>
                  <a:pt x="3669" y="3176"/>
                </a:lnTo>
                <a:lnTo>
                  <a:pt x="3670" y="3176"/>
                </a:lnTo>
                <a:lnTo>
                  <a:pt x="3672" y="3175"/>
                </a:lnTo>
                <a:lnTo>
                  <a:pt x="3672" y="3174"/>
                </a:lnTo>
                <a:lnTo>
                  <a:pt x="3674" y="3174"/>
                </a:lnTo>
                <a:lnTo>
                  <a:pt x="3675" y="3175"/>
                </a:lnTo>
                <a:lnTo>
                  <a:pt x="3674" y="3175"/>
                </a:lnTo>
                <a:lnTo>
                  <a:pt x="3674" y="3176"/>
                </a:lnTo>
                <a:lnTo>
                  <a:pt x="3675" y="3176"/>
                </a:lnTo>
                <a:lnTo>
                  <a:pt x="3676" y="3176"/>
                </a:lnTo>
                <a:lnTo>
                  <a:pt x="3676" y="3177"/>
                </a:lnTo>
                <a:lnTo>
                  <a:pt x="3675" y="3177"/>
                </a:lnTo>
                <a:lnTo>
                  <a:pt x="3675" y="3178"/>
                </a:lnTo>
                <a:lnTo>
                  <a:pt x="3676" y="3178"/>
                </a:lnTo>
                <a:lnTo>
                  <a:pt x="3677" y="3178"/>
                </a:lnTo>
                <a:lnTo>
                  <a:pt x="3678" y="3179"/>
                </a:lnTo>
                <a:lnTo>
                  <a:pt x="3678" y="3178"/>
                </a:lnTo>
                <a:lnTo>
                  <a:pt x="3679" y="3178"/>
                </a:lnTo>
                <a:lnTo>
                  <a:pt x="3680" y="3178"/>
                </a:lnTo>
                <a:lnTo>
                  <a:pt x="3681" y="3178"/>
                </a:lnTo>
                <a:lnTo>
                  <a:pt x="3681" y="3177"/>
                </a:lnTo>
                <a:lnTo>
                  <a:pt x="3681" y="3178"/>
                </a:lnTo>
                <a:lnTo>
                  <a:pt x="3680" y="3179"/>
                </a:lnTo>
                <a:lnTo>
                  <a:pt x="3679" y="3179"/>
                </a:lnTo>
                <a:lnTo>
                  <a:pt x="3679" y="3180"/>
                </a:lnTo>
                <a:lnTo>
                  <a:pt x="3678" y="3180"/>
                </a:lnTo>
                <a:lnTo>
                  <a:pt x="3677" y="3181"/>
                </a:lnTo>
                <a:lnTo>
                  <a:pt x="3675" y="3182"/>
                </a:lnTo>
                <a:lnTo>
                  <a:pt x="3674" y="3183"/>
                </a:lnTo>
                <a:lnTo>
                  <a:pt x="3673" y="3183"/>
                </a:lnTo>
                <a:lnTo>
                  <a:pt x="3672" y="3182"/>
                </a:lnTo>
                <a:lnTo>
                  <a:pt x="3671" y="3182"/>
                </a:lnTo>
                <a:lnTo>
                  <a:pt x="3671" y="3181"/>
                </a:lnTo>
                <a:lnTo>
                  <a:pt x="3670" y="3181"/>
                </a:lnTo>
                <a:lnTo>
                  <a:pt x="3670" y="3182"/>
                </a:lnTo>
                <a:lnTo>
                  <a:pt x="3669" y="3182"/>
                </a:lnTo>
                <a:lnTo>
                  <a:pt x="3669" y="3183"/>
                </a:lnTo>
                <a:lnTo>
                  <a:pt x="3668" y="3183"/>
                </a:lnTo>
                <a:lnTo>
                  <a:pt x="3668" y="3184"/>
                </a:lnTo>
                <a:lnTo>
                  <a:pt x="3667" y="3183"/>
                </a:lnTo>
                <a:lnTo>
                  <a:pt x="3667" y="3184"/>
                </a:lnTo>
                <a:lnTo>
                  <a:pt x="3667" y="3185"/>
                </a:lnTo>
                <a:lnTo>
                  <a:pt x="3668" y="3185"/>
                </a:lnTo>
                <a:lnTo>
                  <a:pt x="3669" y="3185"/>
                </a:lnTo>
                <a:lnTo>
                  <a:pt x="3669" y="3186"/>
                </a:lnTo>
                <a:lnTo>
                  <a:pt x="3670" y="3186"/>
                </a:lnTo>
                <a:lnTo>
                  <a:pt x="3670" y="3187"/>
                </a:lnTo>
                <a:lnTo>
                  <a:pt x="3670" y="3188"/>
                </a:lnTo>
                <a:lnTo>
                  <a:pt x="3671" y="3188"/>
                </a:lnTo>
                <a:lnTo>
                  <a:pt x="3671" y="3187"/>
                </a:lnTo>
                <a:lnTo>
                  <a:pt x="3671" y="3186"/>
                </a:lnTo>
                <a:lnTo>
                  <a:pt x="3672" y="3185"/>
                </a:lnTo>
                <a:lnTo>
                  <a:pt x="3673" y="3185"/>
                </a:lnTo>
                <a:lnTo>
                  <a:pt x="3674" y="3185"/>
                </a:lnTo>
                <a:lnTo>
                  <a:pt x="3675" y="3185"/>
                </a:lnTo>
                <a:lnTo>
                  <a:pt x="3675" y="3186"/>
                </a:lnTo>
                <a:lnTo>
                  <a:pt x="3675" y="3187"/>
                </a:lnTo>
                <a:lnTo>
                  <a:pt x="3676" y="3187"/>
                </a:lnTo>
                <a:lnTo>
                  <a:pt x="3676" y="3186"/>
                </a:lnTo>
                <a:lnTo>
                  <a:pt x="3676" y="3185"/>
                </a:lnTo>
                <a:lnTo>
                  <a:pt x="3676" y="3184"/>
                </a:lnTo>
                <a:lnTo>
                  <a:pt x="3676" y="3183"/>
                </a:lnTo>
                <a:lnTo>
                  <a:pt x="3677" y="3183"/>
                </a:lnTo>
                <a:lnTo>
                  <a:pt x="3678" y="3183"/>
                </a:lnTo>
                <a:lnTo>
                  <a:pt x="3678" y="3182"/>
                </a:lnTo>
                <a:lnTo>
                  <a:pt x="3679" y="3181"/>
                </a:lnTo>
                <a:lnTo>
                  <a:pt x="3680" y="3181"/>
                </a:lnTo>
                <a:lnTo>
                  <a:pt x="3680" y="3182"/>
                </a:lnTo>
                <a:lnTo>
                  <a:pt x="3680" y="3183"/>
                </a:lnTo>
                <a:lnTo>
                  <a:pt x="3681" y="3183"/>
                </a:lnTo>
                <a:lnTo>
                  <a:pt x="3681" y="3182"/>
                </a:lnTo>
                <a:lnTo>
                  <a:pt x="3681" y="3181"/>
                </a:lnTo>
                <a:lnTo>
                  <a:pt x="3682" y="3181"/>
                </a:lnTo>
                <a:lnTo>
                  <a:pt x="3682" y="3182"/>
                </a:lnTo>
                <a:lnTo>
                  <a:pt x="3682" y="3183"/>
                </a:lnTo>
                <a:lnTo>
                  <a:pt x="3681" y="3183"/>
                </a:lnTo>
                <a:lnTo>
                  <a:pt x="3681" y="3184"/>
                </a:lnTo>
                <a:lnTo>
                  <a:pt x="3681" y="3185"/>
                </a:lnTo>
                <a:lnTo>
                  <a:pt x="3681" y="3186"/>
                </a:lnTo>
                <a:lnTo>
                  <a:pt x="3681" y="3185"/>
                </a:lnTo>
                <a:lnTo>
                  <a:pt x="3682" y="3185"/>
                </a:lnTo>
                <a:lnTo>
                  <a:pt x="3682" y="3186"/>
                </a:lnTo>
                <a:lnTo>
                  <a:pt x="3682" y="3187"/>
                </a:lnTo>
                <a:lnTo>
                  <a:pt x="3683" y="3186"/>
                </a:lnTo>
                <a:lnTo>
                  <a:pt x="3682" y="3186"/>
                </a:lnTo>
                <a:lnTo>
                  <a:pt x="3682" y="3184"/>
                </a:lnTo>
                <a:lnTo>
                  <a:pt x="3683" y="3184"/>
                </a:lnTo>
                <a:lnTo>
                  <a:pt x="3683" y="3183"/>
                </a:lnTo>
                <a:lnTo>
                  <a:pt x="3684" y="3183"/>
                </a:lnTo>
                <a:lnTo>
                  <a:pt x="3684" y="3184"/>
                </a:lnTo>
                <a:lnTo>
                  <a:pt x="3684" y="3185"/>
                </a:lnTo>
                <a:lnTo>
                  <a:pt x="3685" y="3185"/>
                </a:lnTo>
                <a:lnTo>
                  <a:pt x="3686" y="3185"/>
                </a:lnTo>
                <a:lnTo>
                  <a:pt x="3687" y="3186"/>
                </a:lnTo>
                <a:lnTo>
                  <a:pt x="3686" y="3186"/>
                </a:lnTo>
                <a:lnTo>
                  <a:pt x="3687" y="3187"/>
                </a:lnTo>
                <a:lnTo>
                  <a:pt x="3687" y="3188"/>
                </a:lnTo>
                <a:lnTo>
                  <a:pt x="3686" y="3187"/>
                </a:lnTo>
                <a:lnTo>
                  <a:pt x="3685" y="3187"/>
                </a:lnTo>
                <a:lnTo>
                  <a:pt x="3684" y="3188"/>
                </a:lnTo>
                <a:lnTo>
                  <a:pt x="3684" y="3189"/>
                </a:lnTo>
                <a:lnTo>
                  <a:pt x="3685" y="3190"/>
                </a:lnTo>
                <a:lnTo>
                  <a:pt x="3686" y="3190"/>
                </a:lnTo>
                <a:lnTo>
                  <a:pt x="3686" y="3192"/>
                </a:lnTo>
                <a:lnTo>
                  <a:pt x="3685" y="3192"/>
                </a:lnTo>
                <a:lnTo>
                  <a:pt x="3685" y="3191"/>
                </a:lnTo>
                <a:lnTo>
                  <a:pt x="3684" y="3191"/>
                </a:lnTo>
                <a:lnTo>
                  <a:pt x="3684" y="3192"/>
                </a:lnTo>
                <a:lnTo>
                  <a:pt x="3685" y="3192"/>
                </a:lnTo>
                <a:lnTo>
                  <a:pt x="3685" y="3193"/>
                </a:lnTo>
                <a:lnTo>
                  <a:pt x="3684" y="3193"/>
                </a:lnTo>
                <a:lnTo>
                  <a:pt x="3684" y="3194"/>
                </a:lnTo>
                <a:lnTo>
                  <a:pt x="3683" y="3193"/>
                </a:lnTo>
                <a:lnTo>
                  <a:pt x="3683" y="3194"/>
                </a:lnTo>
                <a:lnTo>
                  <a:pt x="3683" y="3195"/>
                </a:lnTo>
                <a:lnTo>
                  <a:pt x="3682" y="3195"/>
                </a:lnTo>
                <a:lnTo>
                  <a:pt x="3682" y="3194"/>
                </a:lnTo>
                <a:lnTo>
                  <a:pt x="3681" y="3194"/>
                </a:lnTo>
                <a:lnTo>
                  <a:pt x="3681" y="3193"/>
                </a:lnTo>
                <a:lnTo>
                  <a:pt x="3680" y="3193"/>
                </a:lnTo>
                <a:lnTo>
                  <a:pt x="3680" y="3192"/>
                </a:lnTo>
                <a:lnTo>
                  <a:pt x="3681" y="3192"/>
                </a:lnTo>
                <a:lnTo>
                  <a:pt x="3681" y="3191"/>
                </a:lnTo>
                <a:lnTo>
                  <a:pt x="3680" y="3191"/>
                </a:lnTo>
                <a:lnTo>
                  <a:pt x="3679" y="3191"/>
                </a:lnTo>
                <a:lnTo>
                  <a:pt x="3678" y="3190"/>
                </a:lnTo>
                <a:lnTo>
                  <a:pt x="3677" y="3190"/>
                </a:lnTo>
                <a:lnTo>
                  <a:pt x="3677" y="3189"/>
                </a:lnTo>
                <a:lnTo>
                  <a:pt x="3676" y="3189"/>
                </a:lnTo>
                <a:lnTo>
                  <a:pt x="3676" y="3190"/>
                </a:lnTo>
                <a:lnTo>
                  <a:pt x="3675" y="3190"/>
                </a:lnTo>
                <a:lnTo>
                  <a:pt x="3675" y="3191"/>
                </a:lnTo>
                <a:lnTo>
                  <a:pt x="3675" y="3192"/>
                </a:lnTo>
                <a:lnTo>
                  <a:pt x="3675" y="3193"/>
                </a:lnTo>
                <a:lnTo>
                  <a:pt x="3676" y="3193"/>
                </a:lnTo>
                <a:lnTo>
                  <a:pt x="3675" y="3194"/>
                </a:lnTo>
                <a:lnTo>
                  <a:pt x="3675" y="3193"/>
                </a:lnTo>
                <a:lnTo>
                  <a:pt x="3675" y="3192"/>
                </a:lnTo>
                <a:lnTo>
                  <a:pt x="3674" y="3192"/>
                </a:lnTo>
                <a:lnTo>
                  <a:pt x="3674" y="3193"/>
                </a:lnTo>
                <a:lnTo>
                  <a:pt x="3673" y="3194"/>
                </a:lnTo>
                <a:lnTo>
                  <a:pt x="3674" y="3194"/>
                </a:lnTo>
                <a:lnTo>
                  <a:pt x="3675" y="3194"/>
                </a:lnTo>
                <a:lnTo>
                  <a:pt x="3675" y="3195"/>
                </a:lnTo>
                <a:lnTo>
                  <a:pt x="3675" y="3197"/>
                </a:lnTo>
                <a:lnTo>
                  <a:pt x="3676" y="3197"/>
                </a:lnTo>
                <a:lnTo>
                  <a:pt x="3677" y="3198"/>
                </a:lnTo>
                <a:lnTo>
                  <a:pt x="3678" y="3198"/>
                </a:lnTo>
                <a:lnTo>
                  <a:pt x="3678" y="3199"/>
                </a:lnTo>
                <a:lnTo>
                  <a:pt x="3679" y="3199"/>
                </a:lnTo>
                <a:lnTo>
                  <a:pt x="3678" y="3200"/>
                </a:lnTo>
                <a:lnTo>
                  <a:pt x="3677" y="3200"/>
                </a:lnTo>
                <a:lnTo>
                  <a:pt x="3676" y="3200"/>
                </a:lnTo>
                <a:lnTo>
                  <a:pt x="3676" y="3201"/>
                </a:lnTo>
                <a:lnTo>
                  <a:pt x="3677" y="3201"/>
                </a:lnTo>
                <a:lnTo>
                  <a:pt x="3677" y="3202"/>
                </a:lnTo>
                <a:lnTo>
                  <a:pt x="3678" y="3201"/>
                </a:lnTo>
                <a:lnTo>
                  <a:pt x="3678" y="3202"/>
                </a:lnTo>
                <a:lnTo>
                  <a:pt x="3678" y="3203"/>
                </a:lnTo>
                <a:lnTo>
                  <a:pt x="3677" y="3203"/>
                </a:lnTo>
                <a:lnTo>
                  <a:pt x="3677" y="3202"/>
                </a:lnTo>
                <a:lnTo>
                  <a:pt x="3676" y="3202"/>
                </a:lnTo>
                <a:lnTo>
                  <a:pt x="3676" y="3203"/>
                </a:lnTo>
                <a:lnTo>
                  <a:pt x="3675" y="3203"/>
                </a:lnTo>
                <a:lnTo>
                  <a:pt x="3675" y="3202"/>
                </a:lnTo>
                <a:lnTo>
                  <a:pt x="3674" y="3202"/>
                </a:lnTo>
                <a:lnTo>
                  <a:pt x="3674" y="3201"/>
                </a:lnTo>
                <a:lnTo>
                  <a:pt x="3675" y="3201"/>
                </a:lnTo>
                <a:lnTo>
                  <a:pt x="3675" y="3200"/>
                </a:lnTo>
                <a:lnTo>
                  <a:pt x="3674" y="3199"/>
                </a:lnTo>
                <a:lnTo>
                  <a:pt x="3672" y="3201"/>
                </a:lnTo>
                <a:lnTo>
                  <a:pt x="3672" y="3200"/>
                </a:lnTo>
                <a:lnTo>
                  <a:pt x="3671" y="3200"/>
                </a:lnTo>
                <a:lnTo>
                  <a:pt x="3671" y="3199"/>
                </a:lnTo>
                <a:lnTo>
                  <a:pt x="3671" y="3198"/>
                </a:lnTo>
                <a:lnTo>
                  <a:pt x="3670" y="3198"/>
                </a:lnTo>
                <a:lnTo>
                  <a:pt x="3670" y="3199"/>
                </a:lnTo>
                <a:lnTo>
                  <a:pt x="3670" y="3198"/>
                </a:lnTo>
                <a:lnTo>
                  <a:pt x="3668" y="3197"/>
                </a:lnTo>
                <a:lnTo>
                  <a:pt x="3668" y="3198"/>
                </a:lnTo>
                <a:lnTo>
                  <a:pt x="3668" y="3199"/>
                </a:lnTo>
                <a:lnTo>
                  <a:pt x="3667" y="3199"/>
                </a:lnTo>
                <a:lnTo>
                  <a:pt x="3667" y="3200"/>
                </a:lnTo>
                <a:lnTo>
                  <a:pt x="3666" y="3200"/>
                </a:lnTo>
                <a:lnTo>
                  <a:pt x="3665" y="3200"/>
                </a:lnTo>
                <a:lnTo>
                  <a:pt x="3665" y="3199"/>
                </a:lnTo>
                <a:lnTo>
                  <a:pt x="3664" y="3199"/>
                </a:lnTo>
                <a:lnTo>
                  <a:pt x="3665" y="3199"/>
                </a:lnTo>
                <a:lnTo>
                  <a:pt x="3665" y="3198"/>
                </a:lnTo>
                <a:lnTo>
                  <a:pt x="3665" y="3197"/>
                </a:lnTo>
                <a:lnTo>
                  <a:pt x="3664" y="3197"/>
                </a:lnTo>
                <a:lnTo>
                  <a:pt x="3663" y="3197"/>
                </a:lnTo>
                <a:lnTo>
                  <a:pt x="3662" y="3197"/>
                </a:lnTo>
                <a:lnTo>
                  <a:pt x="3662" y="3196"/>
                </a:lnTo>
                <a:lnTo>
                  <a:pt x="3662" y="3195"/>
                </a:lnTo>
                <a:lnTo>
                  <a:pt x="3661" y="3194"/>
                </a:lnTo>
                <a:lnTo>
                  <a:pt x="3661" y="3193"/>
                </a:lnTo>
                <a:lnTo>
                  <a:pt x="3661" y="3192"/>
                </a:lnTo>
                <a:lnTo>
                  <a:pt x="3660" y="3192"/>
                </a:lnTo>
                <a:lnTo>
                  <a:pt x="3659" y="3192"/>
                </a:lnTo>
                <a:lnTo>
                  <a:pt x="3658" y="3192"/>
                </a:lnTo>
                <a:lnTo>
                  <a:pt x="3657" y="3192"/>
                </a:lnTo>
                <a:lnTo>
                  <a:pt x="3657" y="3193"/>
                </a:lnTo>
                <a:lnTo>
                  <a:pt x="3656" y="3193"/>
                </a:lnTo>
                <a:lnTo>
                  <a:pt x="3656" y="3192"/>
                </a:lnTo>
                <a:lnTo>
                  <a:pt x="3655" y="3193"/>
                </a:lnTo>
                <a:lnTo>
                  <a:pt x="3653" y="3193"/>
                </a:lnTo>
                <a:lnTo>
                  <a:pt x="3652" y="3193"/>
                </a:lnTo>
                <a:lnTo>
                  <a:pt x="3652" y="3192"/>
                </a:lnTo>
                <a:lnTo>
                  <a:pt x="3651" y="3192"/>
                </a:lnTo>
                <a:lnTo>
                  <a:pt x="3651" y="3193"/>
                </a:lnTo>
                <a:lnTo>
                  <a:pt x="3650" y="3193"/>
                </a:lnTo>
                <a:lnTo>
                  <a:pt x="3649" y="3191"/>
                </a:lnTo>
                <a:lnTo>
                  <a:pt x="3648" y="3191"/>
                </a:lnTo>
                <a:lnTo>
                  <a:pt x="3648" y="3192"/>
                </a:lnTo>
                <a:lnTo>
                  <a:pt x="3647" y="3192"/>
                </a:lnTo>
                <a:lnTo>
                  <a:pt x="3646" y="3192"/>
                </a:lnTo>
                <a:lnTo>
                  <a:pt x="3646" y="3193"/>
                </a:lnTo>
                <a:lnTo>
                  <a:pt x="3645" y="3193"/>
                </a:lnTo>
                <a:lnTo>
                  <a:pt x="3644" y="3193"/>
                </a:lnTo>
                <a:lnTo>
                  <a:pt x="3643" y="3192"/>
                </a:lnTo>
                <a:lnTo>
                  <a:pt x="3643" y="3191"/>
                </a:lnTo>
                <a:lnTo>
                  <a:pt x="3643" y="3190"/>
                </a:lnTo>
                <a:lnTo>
                  <a:pt x="3643" y="3189"/>
                </a:lnTo>
                <a:lnTo>
                  <a:pt x="3643" y="3188"/>
                </a:lnTo>
                <a:lnTo>
                  <a:pt x="3642" y="3188"/>
                </a:lnTo>
                <a:lnTo>
                  <a:pt x="3643" y="3187"/>
                </a:lnTo>
                <a:lnTo>
                  <a:pt x="3643" y="3186"/>
                </a:lnTo>
                <a:lnTo>
                  <a:pt x="3644" y="3186"/>
                </a:lnTo>
                <a:lnTo>
                  <a:pt x="3645" y="3186"/>
                </a:lnTo>
                <a:lnTo>
                  <a:pt x="3646" y="3186"/>
                </a:lnTo>
                <a:lnTo>
                  <a:pt x="3646" y="3185"/>
                </a:lnTo>
                <a:lnTo>
                  <a:pt x="3646" y="3184"/>
                </a:lnTo>
                <a:lnTo>
                  <a:pt x="3647" y="3184"/>
                </a:lnTo>
                <a:lnTo>
                  <a:pt x="3648" y="3183"/>
                </a:lnTo>
                <a:lnTo>
                  <a:pt x="3649" y="3183"/>
                </a:lnTo>
                <a:lnTo>
                  <a:pt x="3649" y="3182"/>
                </a:lnTo>
                <a:lnTo>
                  <a:pt x="3649" y="3181"/>
                </a:lnTo>
                <a:lnTo>
                  <a:pt x="3650" y="3181"/>
                </a:lnTo>
                <a:lnTo>
                  <a:pt x="3650" y="3180"/>
                </a:lnTo>
                <a:lnTo>
                  <a:pt x="3651" y="3180"/>
                </a:lnTo>
                <a:lnTo>
                  <a:pt x="3652" y="3180"/>
                </a:lnTo>
                <a:lnTo>
                  <a:pt x="3652" y="3181"/>
                </a:lnTo>
                <a:lnTo>
                  <a:pt x="3653" y="3181"/>
                </a:lnTo>
                <a:lnTo>
                  <a:pt x="3654" y="3181"/>
                </a:lnTo>
                <a:lnTo>
                  <a:pt x="3654" y="3180"/>
                </a:lnTo>
                <a:lnTo>
                  <a:pt x="3653" y="3180"/>
                </a:lnTo>
                <a:lnTo>
                  <a:pt x="3654" y="3179"/>
                </a:lnTo>
                <a:lnTo>
                  <a:pt x="3654" y="3178"/>
                </a:lnTo>
                <a:lnTo>
                  <a:pt x="3655" y="3178"/>
                </a:lnTo>
                <a:lnTo>
                  <a:pt x="3654" y="3178"/>
                </a:lnTo>
                <a:lnTo>
                  <a:pt x="3653" y="3177"/>
                </a:lnTo>
                <a:lnTo>
                  <a:pt x="3652" y="3176"/>
                </a:lnTo>
                <a:lnTo>
                  <a:pt x="3651" y="3176"/>
                </a:lnTo>
                <a:lnTo>
                  <a:pt x="3650" y="3176"/>
                </a:lnTo>
                <a:lnTo>
                  <a:pt x="3647" y="3176"/>
                </a:lnTo>
                <a:lnTo>
                  <a:pt x="3646" y="3176"/>
                </a:lnTo>
                <a:lnTo>
                  <a:pt x="3646" y="3179"/>
                </a:lnTo>
                <a:lnTo>
                  <a:pt x="3645" y="3180"/>
                </a:lnTo>
                <a:lnTo>
                  <a:pt x="3644" y="3181"/>
                </a:lnTo>
                <a:lnTo>
                  <a:pt x="3643" y="3180"/>
                </a:lnTo>
                <a:lnTo>
                  <a:pt x="3642" y="3181"/>
                </a:lnTo>
                <a:lnTo>
                  <a:pt x="3641" y="3182"/>
                </a:lnTo>
                <a:lnTo>
                  <a:pt x="3641" y="3183"/>
                </a:lnTo>
                <a:lnTo>
                  <a:pt x="3640" y="3184"/>
                </a:lnTo>
                <a:lnTo>
                  <a:pt x="3640" y="3183"/>
                </a:lnTo>
                <a:lnTo>
                  <a:pt x="3639" y="3181"/>
                </a:lnTo>
                <a:lnTo>
                  <a:pt x="3639" y="3180"/>
                </a:lnTo>
                <a:lnTo>
                  <a:pt x="3638" y="3179"/>
                </a:lnTo>
                <a:lnTo>
                  <a:pt x="3638" y="3178"/>
                </a:lnTo>
                <a:lnTo>
                  <a:pt x="3638" y="3177"/>
                </a:lnTo>
                <a:lnTo>
                  <a:pt x="3639" y="3177"/>
                </a:lnTo>
                <a:lnTo>
                  <a:pt x="3640" y="3176"/>
                </a:lnTo>
                <a:lnTo>
                  <a:pt x="3640" y="3175"/>
                </a:lnTo>
                <a:lnTo>
                  <a:pt x="3641" y="3174"/>
                </a:lnTo>
                <a:lnTo>
                  <a:pt x="3640" y="3174"/>
                </a:lnTo>
                <a:lnTo>
                  <a:pt x="3639" y="3174"/>
                </a:lnTo>
                <a:lnTo>
                  <a:pt x="3639" y="3173"/>
                </a:lnTo>
                <a:lnTo>
                  <a:pt x="3638" y="3173"/>
                </a:lnTo>
                <a:lnTo>
                  <a:pt x="3639" y="3176"/>
                </a:lnTo>
                <a:lnTo>
                  <a:pt x="3638" y="3176"/>
                </a:lnTo>
                <a:lnTo>
                  <a:pt x="3637" y="3173"/>
                </a:lnTo>
                <a:lnTo>
                  <a:pt x="3636" y="3172"/>
                </a:lnTo>
                <a:lnTo>
                  <a:pt x="3636" y="3171"/>
                </a:lnTo>
                <a:lnTo>
                  <a:pt x="3635" y="3170"/>
                </a:lnTo>
                <a:lnTo>
                  <a:pt x="3635" y="3167"/>
                </a:lnTo>
                <a:lnTo>
                  <a:pt x="3633" y="3168"/>
                </a:lnTo>
                <a:lnTo>
                  <a:pt x="3632" y="3166"/>
                </a:lnTo>
                <a:lnTo>
                  <a:pt x="3631" y="3163"/>
                </a:lnTo>
                <a:lnTo>
                  <a:pt x="3630" y="3161"/>
                </a:lnTo>
                <a:lnTo>
                  <a:pt x="3629" y="3160"/>
                </a:lnTo>
                <a:lnTo>
                  <a:pt x="3628" y="3159"/>
                </a:lnTo>
                <a:lnTo>
                  <a:pt x="3628" y="3158"/>
                </a:lnTo>
                <a:lnTo>
                  <a:pt x="3628" y="3156"/>
                </a:lnTo>
                <a:lnTo>
                  <a:pt x="3628" y="3155"/>
                </a:lnTo>
                <a:lnTo>
                  <a:pt x="3629" y="3155"/>
                </a:lnTo>
                <a:lnTo>
                  <a:pt x="3629" y="3154"/>
                </a:lnTo>
                <a:lnTo>
                  <a:pt x="3628" y="3154"/>
                </a:lnTo>
                <a:lnTo>
                  <a:pt x="3628" y="3155"/>
                </a:lnTo>
                <a:lnTo>
                  <a:pt x="3627" y="3154"/>
                </a:lnTo>
                <a:lnTo>
                  <a:pt x="3626" y="3153"/>
                </a:lnTo>
                <a:lnTo>
                  <a:pt x="3625" y="3153"/>
                </a:lnTo>
                <a:lnTo>
                  <a:pt x="3625" y="3152"/>
                </a:lnTo>
                <a:lnTo>
                  <a:pt x="3624" y="3152"/>
                </a:lnTo>
                <a:lnTo>
                  <a:pt x="3625" y="3153"/>
                </a:lnTo>
                <a:lnTo>
                  <a:pt x="3624" y="3154"/>
                </a:lnTo>
                <a:lnTo>
                  <a:pt x="3622" y="3154"/>
                </a:lnTo>
                <a:lnTo>
                  <a:pt x="3620" y="3154"/>
                </a:lnTo>
                <a:lnTo>
                  <a:pt x="3620" y="3153"/>
                </a:lnTo>
                <a:lnTo>
                  <a:pt x="3620" y="3152"/>
                </a:lnTo>
                <a:lnTo>
                  <a:pt x="3619" y="3152"/>
                </a:lnTo>
                <a:lnTo>
                  <a:pt x="3616" y="3152"/>
                </a:lnTo>
                <a:lnTo>
                  <a:pt x="3616" y="3153"/>
                </a:lnTo>
                <a:lnTo>
                  <a:pt x="3615" y="3154"/>
                </a:lnTo>
                <a:lnTo>
                  <a:pt x="3614" y="3154"/>
                </a:lnTo>
                <a:lnTo>
                  <a:pt x="3613" y="3154"/>
                </a:lnTo>
                <a:lnTo>
                  <a:pt x="3612" y="3154"/>
                </a:lnTo>
                <a:lnTo>
                  <a:pt x="3611" y="3154"/>
                </a:lnTo>
                <a:lnTo>
                  <a:pt x="3611" y="3153"/>
                </a:lnTo>
                <a:lnTo>
                  <a:pt x="3610" y="3154"/>
                </a:lnTo>
                <a:lnTo>
                  <a:pt x="3611" y="3155"/>
                </a:lnTo>
                <a:lnTo>
                  <a:pt x="3612" y="3155"/>
                </a:lnTo>
                <a:lnTo>
                  <a:pt x="3612" y="3156"/>
                </a:lnTo>
                <a:lnTo>
                  <a:pt x="3613" y="3158"/>
                </a:lnTo>
                <a:lnTo>
                  <a:pt x="3613" y="3159"/>
                </a:lnTo>
                <a:lnTo>
                  <a:pt x="3614" y="3159"/>
                </a:lnTo>
                <a:lnTo>
                  <a:pt x="3615" y="3160"/>
                </a:lnTo>
                <a:lnTo>
                  <a:pt x="3616" y="3160"/>
                </a:lnTo>
                <a:lnTo>
                  <a:pt x="3616" y="3161"/>
                </a:lnTo>
                <a:lnTo>
                  <a:pt x="3616" y="3162"/>
                </a:lnTo>
                <a:lnTo>
                  <a:pt x="3617" y="3162"/>
                </a:lnTo>
                <a:lnTo>
                  <a:pt x="3617" y="3163"/>
                </a:lnTo>
                <a:lnTo>
                  <a:pt x="3618" y="3164"/>
                </a:lnTo>
                <a:lnTo>
                  <a:pt x="3619" y="3164"/>
                </a:lnTo>
                <a:lnTo>
                  <a:pt x="3619" y="3165"/>
                </a:lnTo>
                <a:lnTo>
                  <a:pt x="3619" y="3166"/>
                </a:lnTo>
                <a:lnTo>
                  <a:pt x="3619" y="3167"/>
                </a:lnTo>
                <a:lnTo>
                  <a:pt x="3620" y="3168"/>
                </a:lnTo>
                <a:lnTo>
                  <a:pt x="3619" y="3169"/>
                </a:lnTo>
                <a:lnTo>
                  <a:pt x="3617" y="3171"/>
                </a:lnTo>
                <a:lnTo>
                  <a:pt x="3616" y="3170"/>
                </a:lnTo>
                <a:lnTo>
                  <a:pt x="3616" y="3169"/>
                </a:lnTo>
                <a:lnTo>
                  <a:pt x="3615" y="3168"/>
                </a:lnTo>
                <a:lnTo>
                  <a:pt x="3614" y="3167"/>
                </a:lnTo>
                <a:lnTo>
                  <a:pt x="3614" y="3168"/>
                </a:lnTo>
                <a:lnTo>
                  <a:pt x="3613" y="3168"/>
                </a:lnTo>
                <a:lnTo>
                  <a:pt x="3613" y="3169"/>
                </a:lnTo>
                <a:lnTo>
                  <a:pt x="3612" y="3169"/>
                </a:lnTo>
                <a:lnTo>
                  <a:pt x="3612" y="3170"/>
                </a:lnTo>
                <a:lnTo>
                  <a:pt x="3611" y="3170"/>
                </a:lnTo>
                <a:lnTo>
                  <a:pt x="3610" y="3170"/>
                </a:lnTo>
                <a:lnTo>
                  <a:pt x="3611" y="3171"/>
                </a:lnTo>
                <a:lnTo>
                  <a:pt x="3611" y="3170"/>
                </a:lnTo>
                <a:lnTo>
                  <a:pt x="3612" y="3170"/>
                </a:lnTo>
                <a:lnTo>
                  <a:pt x="3613" y="3170"/>
                </a:lnTo>
                <a:lnTo>
                  <a:pt x="3614" y="3170"/>
                </a:lnTo>
                <a:lnTo>
                  <a:pt x="3615" y="3171"/>
                </a:lnTo>
                <a:lnTo>
                  <a:pt x="3616" y="3171"/>
                </a:lnTo>
                <a:lnTo>
                  <a:pt x="3616" y="3172"/>
                </a:lnTo>
                <a:lnTo>
                  <a:pt x="3616" y="3173"/>
                </a:lnTo>
                <a:lnTo>
                  <a:pt x="3616" y="3176"/>
                </a:lnTo>
                <a:lnTo>
                  <a:pt x="3617" y="3177"/>
                </a:lnTo>
                <a:lnTo>
                  <a:pt x="3617" y="3178"/>
                </a:lnTo>
                <a:lnTo>
                  <a:pt x="3616" y="3178"/>
                </a:lnTo>
                <a:lnTo>
                  <a:pt x="3615" y="3178"/>
                </a:lnTo>
                <a:lnTo>
                  <a:pt x="3614" y="3178"/>
                </a:lnTo>
                <a:lnTo>
                  <a:pt x="3614" y="3179"/>
                </a:lnTo>
                <a:lnTo>
                  <a:pt x="3614" y="3178"/>
                </a:lnTo>
                <a:lnTo>
                  <a:pt x="3614" y="3177"/>
                </a:lnTo>
                <a:lnTo>
                  <a:pt x="3613" y="3176"/>
                </a:lnTo>
                <a:lnTo>
                  <a:pt x="3613" y="3175"/>
                </a:lnTo>
                <a:lnTo>
                  <a:pt x="3613" y="3174"/>
                </a:lnTo>
                <a:lnTo>
                  <a:pt x="3613" y="3173"/>
                </a:lnTo>
                <a:lnTo>
                  <a:pt x="3612" y="3172"/>
                </a:lnTo>
                <a:lnTo>
                  <a:pt x="3612" y="3173"/>
                </a:lnTo>
                <a:lnTo>
                  <a:pt x="3613" y="3174"/>
                </a:lnTo>
                <a:lnTo>
                  <a:pt x="3613" y="3176"/>
                </a:lnTo>
                <a:lnTo>
                  <a:pt x="3613" y="3178"/>
                </a:lnTo>
                <a:lnTo>
                  <a:pt x="3613" y="3179"/>
                </a:lnTo>
                <a:lnTo>
                  <a:pt x="3613" y="3180"/>
                </a:lnTo>
                <a:lnTo>
                  <a:pt x="3612" y="3180"/>
                </a:lnTo>
                <a:lnTo>
                  <a:pt x="3612" y="3182"/>
                </a:lnTo>
                <a:lnTo>
                  <a:pt x="3613" y="3182"/>
                </a:lnTo>
                <a:lnTo>
                  <a:pt x="3613" y="3186"/>
                </a:lnTo>
                <a:lnTo>
                  <a:pt x="3612" y="3187"/>
                </a:lnTo>
                <a:lnTo>
                  <a:pt x="3611" y="3187"/>
                </a:lnTo>
                <a:lnTo>
                  <a:pt x="3611" y="3188"/>
                </a:lnTo>
                <a:lnTo>
                  <a:pt x="3611" y="3189"/>
                </a:lnTo>
                <a:lnTo>
                  <a:pt x="3611" y="3190"/>
                </a:lnTo>
                <a:lnTo>
                  <a:pt x="3612" y="3190"/>
                </a:lnTo>
                <a:lnTo>
                  <a:pt x="3613" y="3190"/>
                </a:lnTo>
                <a:lnTo>
                  <a:pt x="3614" y="3190"/>
                </a:lnTo>
                <a:lnTo>
                  <a:pt x="3615" y="3191"/>
                </a:lnTo>
                <a:lnTo>
                  <a:pt x="3616" y="3192"/>
                </a:lnTo>
                <a:lnTo>
                  <a:pt x="3616" y="3191"/>
                </a:lnTo>
                <a:lnTo>
                  <a:pt x="3617" y="3191"/>
                </a:lnTo>
                <a:lnTo>
                  <a:pt x="3617" y="3192"/>
                </a:lnTo>
                <a:lnTo>
                  <a:pt x="3616" y="3192"/>
                </a:lnTo>
                <a:lnTo>
                  <a:pt x="3617" y="3193"/>
                </a:lnTo>
                <a:lnTo>
                  <a:pt x="3616" y="3193"/>
                </a:lnTo>
                <a:lnTo>
                  <a:pt x="3616" y="3194"/>
                </a:lnTo>
                <a:lnTo>
                  <a:pt x="3615" y="3194"/>
                </a:lnTo>
                <a:lnTo>
                  <a:pt x="3614" y="3194"/>
                </a:lnTo>
                <a:lnTo>
                  <a:pt x="3614" y="3195"/>
                </a:lnTo>
                <a:lnTo>
                  <a:pt x="3614" y="3196"/>
                </a:lnTo>
                <a:lnTo>
                  <a:pt x="3614" y="3197"/>
                </a:lnTo>
                <a:lnTo>
                  <a:pt x="3615" y="3197"/>
                </a:lnTo>
                <a:lnTo>
                  <a:pt x="3614" y="3198"/>
                </a:lnTo>
                <a:lnTo>
                  <a:pt x="3614" y="3197"/>
                </a:lnTo>
                <a:lnTo>
                  <a:pt x="3613" y="3197"/>
                </a:lnTo>
                <a:lnTo>
                  <a:pt x="3613" y="3198"/>
                </a:lnTo>
                <a:lnTo>
                  <a:pt x="3612" y="3199"/>
                </a:lnTo>
                <a:lnTo>
                  <a:pt x="3612" y="3200"/>
                </a:lnTo>
                <a:lnTo>
                  <a:pt x="3612" y="3201"/>
                </a:lnTo>
                <a:lnTo>
                  <a:pt x="3612" y="3202"/>
                </a:lnTo>
                <a:lnTo>
                  <a:pt x="3613" y="3203"/>
                </a:lnTo>
                <a:lnTo>
                  <a:pt x="3613" y="3204"/>
                </a:lnTo>
                <a:lnTo>
                  <a:pt x="3614" y="3204"/>
                </a:lnTo>
                <a:lnTo>
                  <a:pt x="3613" y="3205"/>
                </a:lnTo>
                <a:lnTo>
                  <a:pt x="3613" y="3206"/>
                </a:lnTo>
                <a:lnTo>
                  <a:pt x="3612" y="3206"/>
                </a:lnTo>
                <a:lnTo>
                  <a:pt x="3611" y="3206"/>
                </a:lnTo>
                <a:lnTo>
                  <a:pt x="3610" y="3208"/>
                </a:lnTo>
                <a:lnTo>
                  <a:pt x="3611" y="3208"/>
                </a:lnTo>
                <a:lnTo>
                  <a:pt x="3611" y="3209"/>
                </a:lnTo>
                <a:lnTo>
                  <a:pt x="3611" y="3210"/>
                </a:lnTo>
                <a:lnTo>
                  <a:pt x="3611" y="3211"/>
                </a:lnTo>
                <a:lnTo>
                  <a:pt x="3610" y="3211"/>
                </a:lnTo>
                <a:lnTo>
                  <a:pt x="3609" y="3211"/>
                </a:lnTo>
                <a:lnTo>
                  <a:pt x="3608" y="3211"/>
                </a:lnTo>
                <a:lnTo>
                  <a:pt x="3609" y="3209"/>
                </a:lnTo>
                <a:lnTo>
                  <a:pt x="3609" y="3208"/>
                </a:lnTo>
                <a:lnTo>
                  <a:pt x="3609" y="3209"/>
                </a:lnTo>
                <a:lnTo>
                  <a:pt x="3608" y="3210"/>
                </a:lnTo>
                <a:lnTo>
                  <a:pt x="3608" y="3212"/>
                </a:lnTo>
                <a:lnTo>
                  <a:pt x="3608" y="3213"/>
                </a:lnTo>
                <a:lnTo>
                  <a:pt x="3608" y="3212"/>
                </a:lnTo>
                <a:lnTo>
                  <a:pt x="3609" y="3213"/>
                </a:lnTo>
                <a:lnTo>
                  <a:pt x="3609" y="3214"/>
                </a:lnTo>
                <a:lnTo>
                  <a:pt x="3610" y="3214"/>
                </a:lnTo>
                <a:lnTo>
                  <a:pt x="3610" y="3215"/>
                </a:lnTo>
                <a:lnTo>
                  <a:pt x="3610" y="3216"/>
                </a:lnTo>
                <a:lnTo>
                  <a:pt x="3610" y="3219"/>
                </a:lnTo>
                <a:lnTo>
                  <a:pt x="3609" y="3219"/>
                </a:lnTo>
                <a:lnTo>
                  <a:pt x="3610" y="3219"/>
                </a:lnTo>
                <a:lnTo>
                  <a:pt x="3610" y="3220"/>
                </a:lnTo>
                <a:lnTo>
                  <a:pt x="3610" y="3221"/>
                </a:lnTo>
                <a:lnTo>
                  <a:pt x="3610" y="3222"/>
                </a:lnTo>
                <a:lnTo>
                  <a:pt x="3609" y="3222"/>
                </a:lnTo>
                <a:lnTo>
                  <a:pt x="3609" y="3221"/>
                </a:lnTo>
                <a:lnTo>
                  <a:pt x="3608" y="3221"/>
                </a:lnTo>
                <a:lnTo>
                  <a:pt x="3607" y="3221"/>
                </a:lnTo>
                <a:lnTo>
                  <a:pt x="3606" y="3222"/>
                </a:lnTo>
                <a:lnTo>
                  <a:pt x="3605" y="3222"/>
                </a:lnTo>
                <a:lnTo>
                  <a:pt x="3604" y="3221"/>
                </a:lnTo>
                <a:lnTo>
                  <a:pt x="3603" y="3221"/>
                </a:lnTo>
                <a:lnTo>
                  <a:pt x="3603" y="3220"/>
                </a:lnTo>
                <a:lnTo>
                  <a:pt x="3602" y="3219"/>
                </a:lnTo>
                <a:lnTo>
                  <a:pt x="3602" y="3218"/>
                </a:lnTo>
                <a:lnTo>
                  <a:pt x="3602" y="3217"/>
                </a:lnTo>
                <a:lnTo>
                  <a:pt x="3601" y="3217"/>
                </a:lnTo>
                <a:lnTo>
                  <a:pt x="3599" y="3213"/>
                </a:lnTo>
                <a:lnTo>
                  <a:pt x="3599" y="3212"/>
                </a:lnTo>
                <a:lnTo>
                  <a:pt x="3597" y="3212"/>
                </a:lnTo>
                <a:lnTo>
                  <a:pt x="3598" y="3214"/>
                </a:lnTo>
                <a:lnTo>
                  <a:pt x="3597" y="3214"/>
                </a:lnTo>
                <a:lnTo>
                  <a:pt x="3596" y="3215"/>
                </a:lnTo>
                <a:lnTo>
                  <a:pt x="3595" y="3216"/>
                </a:lnTo>
                <a:lnTo>
                  <a:pt x="3594" y="3215"/>
                </a:lnTo>
                <a:lnTo>
                  <a:pt x="3593" y="3214"/>
                </a:lnTo>
                <a:lnTo>
                  <a:pt x="3593" y="3215"/>
                </a:lnTo>
                <a:lnTo>
                  <a:pt x="3594" y="3217"/>
                </a:lnTo>
                <a:lnTo>
                  <a:pt x="3594" y="3218"/>
                </a:lnTo>
                <a:lnTo>
                  <a:pt x="3594" y="3219"/>
                </a:lnTo>
                <a:lnTo>
                  <a:pt x="3594" y="3220"/>
                </a:lnTo>
                <a:lnTo>
                  <a:pt x="3595" y="3221"/>
                </a:lnTo>
                <a:lnTo>
                  <a:pt x="3596" y="3222"/>
                </a:lnTo>
                <a:lnTo>
                  <a:pt x="3597" y="3222"/>
                </a:lnTo>
                <a:lnTo>
                  <a:pt x="3598" y="3222"/>
                </a:lnTo>
                <a:lnTo>
                  <a:pt x="3598" y="3223"/>
                </a:lnTo>
                <a:lnTo>
                  <a:pt x="3597" y="3224"/>
                </a:lnTo>
                <a:lnTo>
                  <a:pt x="3596" y="3225"/>
                </a:lnTo>
                <a:lnTo>
                  <a:pt x="3597" y="3226"/>
                </a:lnTo>
                <a:lnTo>
                  <a:pt x="3596" y="3226"/>
                </a:lnTo>
                <a:lnTo>
                  <a:pt x="3596" y="3227"/>
                </a:lnTo>
                <a:lnTo>
                  <a:pt x="3596" y="3228"/>
                </a:lnTo>
                <a:lnTo>
                  <a:pt x="3597" y="3228"/>
                </a:lnTo>
                <a:lnTo>
                  <a:pt x="3597" y="3229"/>
                </a:lnTo>
                <a:lnTo>
                  <a:pt x="3596" y="3229"/>
                </a:lnTo>
                <a:lnTo>
                  <a:pt x="3595" y="3229"/>
                </a:lnTo>
                <a:lnTo>
                  <a:pt x="3594" y="3230"/>
                </a:lnTo>
                <a:lnTo>
                  <a:pt x="3594" y="3231"/>
                </a:lnTo>
                <a:lnTo>
                  <a:pt x="3593" y="3231"/>
                </a:lnTo>
                <a:lnTo>
                  <a:pt x="3593" y="3230"/>
                </a:lnTo>
                <a:lnTo>
                  <a:pt x="3592" y="3230"/>
                </a:lnTo>
                <a:lnTo>
                  <a:pt x="3592" y="3229"/>
                </a:lnTo>
                <a:lnTo>
                  <a:pt x="3591" y="3229"/>
                </a:lnTo>
                <a:lnTo>
                  <a:pt x="3590" y="3229"/>
                </a:lnTo>
                <a:lnTo>
                  <a:pt x="3589" y="3229"/>
                </a:lnTo>
                <a:lnTo>
                  <a:pt x="3588" y="3229"/>
                </a:lnTo>
                <a:lnTo>
                  <a:pt x="3587" y="3229"/>
                </a:lnTo>
                <a:lnTo>
                  <a:pt x="3587" y="3228"/>
                </a:lnTo>
                <a:lnTo>
                  <a:pt x="3587" y="3227"/>
                </a:lnTo>
                <a:lnTo>
                  <a:pt x="3586" y="3227"/>
                </a:lnTo>
                <a:lnTo>
                  <a:pt x="3586" y="3226"/>
                </a:lnTo>
                <a:lnTo>
                  <a:pt x="3586" y="3224"/>
                </a:lnTo>
                <a:lnTo>
                  <a:pt x="3585" y="3223"/>
                </a:lnTo>
                <a:lnTo>
                  <a:pt x="3585" y="3222"/>
                </a:lnTo>
                <a:lnTo>
                  <a:pt x="3585" y="3221"/>
                </a:lnTo>
                <a:lnTo>
                  <a:pt x="3584" y="3221"/>
                </a:lnTo>
                <a:lnTo>
                  <a:pt x="3584" y="3222"/>
                </a:lnTo>
                <a:lnTo>
                  <a:pt x="3585" y="3222"/>
                </a:lnTo>
                <a:lnTo>
                  <a:pt x="3585" y="3223"/>
                </a:lnTo>
                <a:lnTo>
                  <a:pt x="3585" y="3224"/>
                </a:lnTo>
                <a:lnTo>
                  <a:pt x="3585" y="3225"/>
                </a:lnTo>
                <a:lnTo>
                  <a:pt x="3585" y="3226"/>
                </a:lnTo>
                <a:lnTo>
                  <a:pt x="3584" y="3225"/>
                </a:lnTo>
                <a:lnTo>
                  <a:pt x="3584" y="3226"/>
                </a:lnTo>
                <a:lnTo>
                  <a:pt x="3583" y="3226"/>
                </a:lnTo>
                <a:lnTo>
                  <a:pt x="3583" y="3227"/>
                </a:lnTo>
                <a:lnTo>
                  <a:pt x="3582" y="3227"/>
                </a:lnTo>
                <a:lnTo>
                  <a:pt x="3582" y="3228"/>
                </a:lnTo>
                <a:lnTo>
                  <a:pt x="3583" y="3228"/>
                </a:lnTo>
                <a:lnTo>
                  <a:pt x="3583" y="3229"/>
                </a:lnTo>
                <a:lnTo>
                  <a:pt x="3583" y="3230"/>
                </a:lnTo>
                <a:lnTo>
                  <a:pt x="3584" y="3234"/>
                </a:lnTo>
                <a:lnTo>
                  <a:pt x="3585" y="3235"/>
                </a:lnTo>
                <a:lnTo>
                  <a:pt x="3585" y="3236"/>
                </a:lnTo>
                <a:lnTo>
                  <a:pt x="3586" y="3237"/>
                </a:lnTo>
                <a:lnTo>
                  <a:pt x="3587" y="3237"/>
                </a:lnTo>
                <a:lnTo>
                  <a:pt x="3587" y="3238"/>
                </a:lnTo>
                <a:lnTo>
                  <a:pt x="3586" y="3238"/>
                </a:lnTo>
                <a:lnTo>
                  <a:pt x="3585" y="3239"/>
                </a:lnTo>
                <a:lnTo>
                  <a:pt x="3586" y="3240"/>
                </a:lnTo>
                <a:lnTo>
                  <a:pt x="3585" y="3240"/>
                </a:lnTo>
                <a:lnTo>
                  <a:pt x="3585" y="3241"/>
                </a:lnTo>
                <a:lnTo>
                  <a:pt x="3584" y="3242"/>
                </a:lnTo>
                <a:lnTo>
                  <a:pt x="3584" y="3243"/>
                </a:lnTo>
                <a:lnTo>
                  <a:pt x="3584" y="3242"/>
                </a:lnTo>
                <a:lnTo>
                  <a:pt x="3583" y="3242"/>
                </a:lnTo>
                <a:lnTo>
                  <a:pt x="3582" y="3241"/>
                </a:lnTo>
                <a:lnTo>
                  <a:pt x="3581" y="3240"/>
                </a:lnTo>
                <a:lnTo>
                  <a:pt x="3581" y="3239"/>
                </a:lnTo>
                <a:lnTo>
                  <a:pt x="3580" y="3240"/>
                </a:lnTo>
                <a:lnTo>
                  <a:pt x="3580" y="3239"/>
                </a:lnTo>
                <a:lnTo>
                  <a:pt x="3580" y="3237"/>
                </a:lnTo>
                <a:lnTo>
                  <a:pt x="3581" y="3236"/>
                </a:lnTo>
                <a:lnTo>
                  <a:pt x="3581" y="3235"/>
                </a:lnTo>
                <a:lnTo>
                  <a:pt x="3580" y="3235"/>
                </a:lnTo>
                <a:lnTo>
                  <a:pt x="3580" y="3236"/>
                </a:lnTo>
                <a:lnTo>
                  <a:pt x="3579" y="3236"/>
                </a:lnTo>
                <a:lnTo>
                  <a:pt x="3579" y="3237"/>
                </a:lnTo>
                <a:lnTo>
                  <a:pt x="3579" y="3236"/>
                </a:lnTo>
                <a:lnTo>
                  <a:pt x="3579" y="3235"/>
                </a:lnTo>
                <a:lnTo>
                  <a:pt x="3580" y="3234"/>
                </a:lnTo>
                <a:lnTo>
                  <a:pt x="3580" y="3233"/>
                </a:lnTo>
                <a:lnTo>
                  <a:pt x="3579" y="3233"/>
                </a:lnTo>
                <a:lnTo>
                  <a:pt x="3579" y="3234"/>
                </a:lnTo>
                <a:lnTo>
                  <a:pt x="3578" y="3235"/>
                </a:lnTo>
                <a:lnTo>
                  <a:pt x="3578" y="3234"/>
                </a:lnTo>
                <a:lnTo>
                  <a:pt x="3577" y="3233"/>
                </a:lnTo>
                <a:lnTo>
                  <a:pt x="3576" y="3233"/>
                </a:lnTo>
                <a:lnTo>
                  <a:pt x="3575" y="3232"/>
                </a:lnTo>
                <a:lnTo>
                  <a:pt x="3574" y="3231"/>
                </a:lnTo>
                <a:lnTo>
                  <a:pt x="3575" y="3230"/>
                </a:lnTo>
                <a:lnTo>
                  <a:pt x="3574" y="3230"/>
                </a:lnTo>
                <a:lnTo>
                  <a:pt x="3573" y="3229"/>
                </a:lnTo>
                <a:lnTo>
                  <a:pt x="3573" y="3228"/>
                </a:lnTo>
                <a:lnTo>
                  <a:pt x="3572" y="3226"/>
                </a:lnTo>
                <a:lnTo>
                  <a:pt x="3571" y="3226"/>
                </a:lnTo>
                <a:lnTo>
                  <a:pt x="3570" y="3224"/>
                </a:lnTo>
                <a:lnTo>
                  <a:pt x="3570" y="3223"/>
                </a:lnTo>
                <a:lnTo>
                  <a:pt x="3570" y="3221"/>
                </a:lnTo>
                <a:lnTo>
                  <a:pt x="3570" y="3220"/>
                </a:lnTo>
                <a:lnTo>
                  <a:pt x="3570" y="3219"/>
                </a:lnTo>
                <a:lnTo>
                  <a:pt x="3570" y="3218"/>
                </a:lnTo>
                <a:lnTo>
                  <a:pt x="3571" y="3217"/>
                </a:lnTo>
                <a:lnTo>
                  <a:pt x="3571" y="3214"/>
                </a:lnTo>
                <a:lnTo>
                  <a:pt x="3570" y="3212"/>
                </a:lnTo>
                <a:lnTo>
                  <a:pt x="3570" y="3211"/>
                </a:lnTo>
                <a:lnTo>
                  <a:pt x="3570" y="3210"/>
                </a:lnTo>
                <a:lnTo>
                  <a:pt x="3570" y="3209"/>
                </a:lnTo>
                <a:lnTo>
                  <a:pt x="3571" y="3208"/>
                </a:lnTo>
                <a:lnTo>
                  <a:pt x="3572" y="3207"/>
                </a:lnTo>
                <a:lnTo>
                  <a:pt x="3571" y="3208"/>
                </a:lnTo>
                <a:lnTo>
                  <a:pt x="3570" y="3208"/>
                </a:lnTo>
                <a:lnTo>
                  <a:pt x="3569" y="3209"/>
                </a:lnTo>
                <a:lnTo>
                  <a:pt x="3569" y="3208"/>
                </a:lnTo>
                <a:lnTo>
                  <a:pt x="3569" y="3207"/>
                </a:lnTo>
                <a:lnTo>
                  <a:pt x="3568" y="3207"/>
                </a:lnTo>
                <a:lnTo>
                  <a:pt x="3568" y="3208"/>
                </a:lnTo>
                <a:lnTo>
                  <a:pt x="3568" y="3209"/>
                </a:lnTo>
                <a:lnTo>
                  <a:pt x="3568" y="3210"/>
                </a:lnTo>
                <a:lnTo>
                  <a:pt x="3568" y="3211"/>
                </a:lnTo>
                <a:lnTo>
                  <a:pt x="3568" y="3212"/>
                </a:lnTo>
                <a:lnTo>
                  <a:pt x="3568" y="3213"/>
                </a:lnTo>
                <a:lnTo>
                  <a:pt x="3567" y="3214"/>
                </a:lnTo>
                <a:lnTo>
                  <a:pt x="3568" y="3215"/>
                </a:lnTo>
                <a:lnTo>
                  <a:pt x="3567" y="3216"/>
                </a:lnTo>
                <a:lnTo>
                  <a:pt x="3566" y="3217"/>
                </a:lnTo>
                <a:lnTo>
                  <a:pt x="3566" y="3218"/>
                </a:lnTo>
                <a:lnTo>
                  <a:pt x="3563" y="3216"/>
                </a:lnTo>
                <a:lnTo>
                  <a:pt x="3562" y="3218"/>
                </a:lnTo>
                <a:lnTo>
                  <a:pt x="3563" y="3219"/>
                </a:lnTo>
                <a:lnTo>
                  <a:pt x="3562" y="3220"/>
                </a:lnTo>
                <a:lnTo>
                  <a:pt x="3562" y="3221"/>
                </a:lnTo>
                <a:lnTo>
                  <a:pt x="3562" y="3222"/>
                </a:lnTo>
                <a:lnTo>
                  <a:pt x="3561" y="3221"/>
                </a:lnTo>
                <a:lnTo>
                  <a:pt x="3561" y="3222"/>
                </a:lnTo>
                <a:lnTo>
                  <a:pt x="3562" y="3222"/>
                </a:lnTo>
                <a:lnTo>
                  <a:pt x="3562" y="3223"/>
                </a:lnTo>
                <a:lnTo>
                  <a:pt x="3562" y="3225"/>
                </a:lnTo>
                <a:lnTo>
                  <a:pt x="3562" y="3226"/>
                </a:lnTo>
                <a:lnTo>
                  <a:pt x="3562" y="3227"/>
                </a:lnTo>
                <a:lnTo>
                  <a:pt x="3562" y="3228"/>
                </a:lnTo>
                <a:lnTo>
                  <a:pt x="3563" y="3229"/>
                </a:lnTo>
                <a:lnTo>
                  <a:pt x="3563" y="3230"/>
                </a:lnTo>
                <a:lnTo>
                  <a:pt x="3563" y="3231"/>
                </a:lnTo>
                <a:lnTo>
                  <a:pt x="3563" y="3232"/>
                </a:lnTo>
                <a:lnTo>
                  <a:pt x="3562" y="3232"/>
                </a:lnTo>
                <a:lnTo>
                  <a:pt x="3562" y="3233"/>
                </a:lnTo>
                <a:lnTo>
                  <a:pt x="3563" y="3233"/>
                </a:lnTo>
                <a:lnTo>
                  <a:pt x="3563" y="3234"/>
                </a:lnTo>
                <a:lnTo>
                  <a:pt x="3563" y="3235"/>
                </a:lnTo>
                <a:lnTo>
                  <a:pt x="3562" y="3235"/>
                </a:lnTo>
                <a:lnTo>
                  <a:pt x="3562" y="3236"/>
                </a:lnTo>
                <a:lnTo>
                  <a:pt x="3561" y="3236"/>
                </a:lnTo>
                <a:lnTo>
                  <a:pt x="3560" y="3237"/>
                </a:lnTo>
                <a:lnTo>
                  <a:pt x="3560" y="3238"/>
                </a:lnTo>
                <a:lnTo>
                  <a:pt x="3559" y="3238"/>
                </a:lnTo>
                <a:lnTo>
                  <a:pt x="3559" y="3239"/>
                </a:lnTo>
                <a:lnTo>
                  <a:pt x="3559" y="3240"/>
                </a:lnTo>
                <a:lnTo>
                  <a:pt x="3559" y="3241"/>
                </a:lnTo>
                <a:lnTo>
                  <a:pt x="3558" y="3241"/>
                </a:lnTo>
                <a:lnTo>
                  <a:pt x="3557" y="3241"/>
                </a:lnTo>
                <a:lnTo>
                  <a:pt x="3557" y="3242"/>
                </a:lnTo>
                <a:lnTo>
                  <a:pt x="3557" y="3243"/>
                </a:lnTo>
                <a:lnTo>
                  <a:pt x="3556" y="3243"/>
                </a:lnTo>
                <a:lnTo>
                  <a:pt x="3555" y="3243"/>
                </a:lnTo>
                <a:lnTo>
                  <a:pt x="3554" y="3243"/>
                </a:lnTo>
                <a:lnTo>
                  <a:pt x="3554" y="3245"/>
                </a:lnTo>
                <a:lnTo>
                  <a:pt x="3553" y="3245"/>
                </a:lnTo>
                <a:lnTo>
                  <a:pt x="3552" y="3245"/>
                </a:lnTo>
                <a:lnTo>
                  <a:pt x="3551" y="3245"/>
                </a:lnTo>
                <a:lnTo>
                  <a:pt x="3551" y="3244"/>
                </a:lnTo>
                <a:lnTo>
                  <a:pt x="3550" y="3243"/>
                </a:lnTo>
                <a:lnTo>
                  <a:pt x="3551" y="3243"/>
                </a:lnTo>
                <a:lnTo>
                  <a:pt x="3551" y="3242"/>
                </a:lnTo>
                <a:lnTo>
                  <a:pt x="3550" y="3242"/>
                </a:lnTo>
                <a:lnTo>
                  <a:pt x="3550" y="3241"/>
                </a:lnTo>
                <a:lnTo>
                  <a:pt x="3549" y="3241"/>
                </a:lnTo>
                <a:lnTo>
                  <a:pt x="3548" y="3240"/>
                </a:lnTo>
                <a:lnTo>
                  <a:pt x="3548" y="3238"/>
                </a:lnTo>
                <a:lnTo>
                  <a:pt x="3547" y="3238"/>
                </a:lnTo>
                <a:lnTo>
                  <a:pt x="3547" y="3237"/>
                </a:lnTo>
                <a:lnTo>
                  <a:pt x="3548" y="3237"/>
                </a:lnTo>
                <a:lnTo>
                  <a:pt x="3548" y="3236"/>
                </a:lnTo>
                <a:lnTo>
                  <a:pt x="3547" y="3236"/>
                </a:lnTo>
                <a:lnTo>
                  <a:pt x="3546" y="3236"/>
                </a:lnTo>
                <a:lnTo>
                  <a:pt x="3545" y="3235"/>
                </a:lnTo>
                <a:lnTo>
                  <a:pt x="3545" y="3234"/>
                </a:lnTo>
                <a:lnTo>
                  <a:pt x="3544" y="3233"/>
                </a:lnTo>
                <a:lnTo>
                  <a:pt x="3544" y="3234"/>
                </a:lnTo>
                <a:lnTo>
                  <a:pt x="3545" y="3234"/>
                </a:lnTo>
                <a:lnTo>
                  <a:pt x="3545" y="3235"/>
                </a:lnTo>
                <a:lnTo>
                  <a:pt x="3543" y="3235"/>
                </a:lnTo>
                <a:lnTo>
                  <a:pt x="3542" y="3235"/>
                </a:lnTo>
                <a:lnTo>
                  <a:pt x="3542" y="3236"/>
                </a:lnTo>
                <a:lnTo>
                  <a:pt x="3541" y="3236"/>
                </a:lnTo>
                <a:lnTo>
                  <a:pt x="3540" y="3236"/>
                </a:lnTo>
                <a:lnTo>
                  <a:pt x="3539" y="3237"/>
                </a:lnTo>
                <a:lnTo>
                  <a:pt x="3538" y="3237"/>
                </a:lnTo>
                <a:lnTo>
                  <a:pt x="3538" y="3238"/>
                </a:lnTo>
                <a:lnTo>
                  <a:pt x="3537" y="3238"/>
                </a:lnTo>
                <a:lnTo>
                  <a:pt x="3537" y="3239"/>
                </a:lnTo>
                <a:lnTo>
                  <a:pt x="3537" y="3240"/>
                </a:lnTo>
                <a:lnTo>
                  <a:pt x="3538" y="3240"/>
                </a:lnTo>
                <a:lnTo>
                  <a:pt x="3537" y="3241"/>
                </a:lnTo>
                <a:lnTo>
                  <a:pt x="3536" y="3240"/>
                </a:lnTo>
                <a:lnTo>
                  <a:pt x="3536" y="3241"/>
                </a:lnTo>
                <a:lnTo>
                  <a:pt x="3535" y="3241"/>
                </a:lnTo>
                <a:lnTo>
                  <a:pt x="3534" y="3241"/>
                </a:lnTo>
                <a:lnTo>
                  <a:pt x="3534" y="3242"/>
                </a:lnTo>
                <a:lnTo>
                  <a:pt x="3533" y="3242"/>
                </a:lnTo>
                <a:lnTo>
                  <a:pt x="3533" y="3244"/>
                </a:lnTo>
                <a:lnTo>
                  <a:pt x="3532" y="3244"/>
                </a:lnTo>
                <a:lnTo>
                  <a:pt x="3532" y="3245"/>
                </a:lnTo>
                <a:lnTo>
                  <a:pt x="3531" y="3245"/>
                </a:lnTo>
                <a:lnTo>
                  <a:pt x="3530" y="3246"/>
                </a:lnTo>
                <a:lnTo>
                  <a:pt x="3530" y="3247"/>
                </a:lnTo>
                <a:lnTo>
                  <a:pt x="3529" y="3248"/>
                </a:lnTo>
                <a:lnTo>
                  <a:pt x="3529" y="3249"/>
                </a:lnTo>
                <a:lnTo>
                  <a:pt x="3529" y="3251"/>
                </a:lnTo>
                <a:lnTo>
                  <a:pt x="3528" y="3251"/>
                </a:lnTo>
                <a:lnTo>
                  <a:pt x="3528" y="3252"/>
                </a:lnTo>
                <a:lnTo>
                  <a:pt x="3528" y="3251"/>
                </a:lnTo>
                <a:lnTo>
                  <a:pt x="3527" y="3251"/>
                </a:lnTo>
                <a:lnTo>
                  <a:pt x="3526" y="3251"/>
                </a:lnTo>
                <a:lnTo>
                  <a:pt x="3527" y="3252"/>
                </a:lnTo>
                <a:lnTo>
                  <a:pt x="3527" y="3253"/>
                </a:lnTo>
                <a:lnTo>
                  <a:pt x="3526" y="3253"/>
                </a:lnTo>
                <a:lnTo>
                  <a:pt x="3525" y="3253"/>
                </a:lnTo>
                <a:lnTo>
                  <a:pt x="3524" y="3254"/>
                </a:lnTo>
                <a:lnTo>
                  <a:pt x="3522" y="3254"/>
                </a:lnTo>
                <a:lnTo>
                  <a:pt x="3522" y="3255"/>
                </a:lnTo>
                <a:lnTo>
                  <a:pt x="3521" y="3255"/>
                </a:lnTo>
                <a:lnTo>
                  <a:pt x="3520" y="3254"/>
                </a:lnTo>
                <a:lnTo>
                  <a:pt x="3519" y="3254"/>
                </a:lnTo>
                <a:lnTo>
                  <a:pt x="3519" y="3253"/>
                </a:lnTo>
                <a:lnTo>
                  <a:pt x="3518" y="3253"/>
                </a:lnTo>
                <a:lnTo>
                  <a:pt x="3517" y="3252"/>
                </a:lnTo>
                <a:lnTo>
                  <a:pt x="3516" y="3252"/>
                </a:lnTo>
                <a:lnTo>
                  <a:pt x="3515" y="3251"/>
                </a:lnTo>
                <a:lnTo>
                  <a:pt x="3514" y="3251"/>
                </a:lnTo>
                <a:lnTo>
                  <a:pt x="3514" y="3250"/>
                </a:lnTo>
                <a:lnTo>
                  <a:pt x="3513" y="3250"/>
                </a:lnTo>
                <a:lnTo>
                  <a:pt x="3512" y="3250"/>
                </a:lnTo>
                <a:lnTo>
                  <a:pt x="3512" y="3249"/>
                </a:lnTo>
                <a:lnTo>
                  <a:pt x="3511" y="3249"/>
                </a:lnTo>
                <a:lnTo>
                  <a:pt x="3510" y="3249"/>
                </a:lnTo>
                <a:lnTo>
                  <a:pt x="3509" y="3249"/>
                </a:lnTo>
                <a:lnTo>
                  <a:pt x="3509" y="3248"/>
                </a:lnTo>
                <a:lnTo>
                  <a:pt x="3509" y="3247"/>
                </a:lnTo>
                <a:lnTo>
                  <a:pt x="3508" y="3247"/>
                </a:lnTo>
                <a:lnTo>
                  <a:pt x="3508" y="3246"/>
                </a:lnTo>
                <a:lnTo>
                  <a:pt x="3508" y="3243"/>
                </a:lnTo>
                <a:lnTo>
                  <a:pt x="3508" y="3241"/>
                </a:lnTo>
                <a:lnTo>
                  <a:pt x="3508" y="3240"/>
                </a:lnTo>
                <a:lnTo>
                  <a:pt x="3508" y="3239"/>
                </a:lnTo>
                <a:lnTo>
                  <a:pt x="3508" y="3238"/>
                </a:lnTo>
                <a:lnTo>
                  <a:pt x="3509" y="3238"/>
                </a:lnTo>
                <a:lnTo>
                  <a:pt x="3510" y="3237"/>
                </a:lnTo>
                <a:lnTo>
                  <a:pt x="3511" y="3237"/>
                </a:lnTo>
                <a:lnTo>
                  <a:pt x="3512" y="3237"/>
                </a:lnTo>
                <a:lnTo>
                  <a:pt x="3513" y="3236"/>
                </a:lnTo>
                <a:lnTo>
                  <a:pt x="3514" y="3236"/>
                </a:lnTo>
                <a:lnTo>
                  <a:pt x="3516" y="3236"/>
                </a:lnTo>
                <a:lnTo>
                  <a:pt x="3516" y="3235"/>
                </a:lnTo>
                <a:lnTo>
                  <a:pt x="3515" y="3235"/>
                </a:lnTo>
                <a:lnTo>
                  <a:pt x="3515" y="3236"/>
                </a:lnTo>
                <a:lnTo>
                  <a:pt x="3515" y="3235"/>
                </a:lnTo>
                <a:lnTo>
                  <a:pt x="3515" y="3236"/>
                </a:lnTo>
                <a:lnTo>
                  <a:pt x="3515" y="3235"/>
                </a:lnTo>
                <a:lnTo>
                  <a:pt x="3514" y="3235"/>
                </a:lnTo>
                <a:lnTo>
                  <a:pt x="3513" y="3235"/>
                </a:lnTo>
                <a:lnTo>
                  <a:pt x="3512" y="3234"/>
                </a:lnTo>
                <a:lnTo>
                  <a:pt x="3512" y="3235"/>
                </a:lnTo>
                <a:lnTo>
                  <a:pt x="3511" y="3235"/>
                </a:lnTo>
                <a:lnTo>
                  <a:pt x="3511" y="3236"/>
                </a:lnTo>
                <a:lnTo>
                  <a:pt x="3510" y="3237"/>
                </a:lnTo>
                <a:lnTo>
                  <a:pt x="3509" y="3237"/>
                </a:lnTo>
                <a:lnTo>
                  <a:pt x="3508" y="3237"/>
                </a:lnTo>
                <a:lnTo>
                  <a:pt x="3508" y="3238"/>
                </a:lnTo>
                <a:lnTo>
                  <a:pt x="3508" y="3239"/>
                </a:lnTo>
                <a:lnTo>
                  <a:pt x="3507" y="3239"/>
                </a:lnTo>
                <a:lnTo>
                  <a:pt x="3507" y="3238"/>
                </a:lnTo>
                <a:lnTo>
                  <a:pt x="3507" y="3237"/>
                </a:lnTo>
                <a:lnTo>
                  <a:pt x="3506" y="3237"/>
                </a:lnTo>
                <a:lnTo>
                  <a:pt x="3506" y="3236"/>
                </a:lnTo>
                <a:lnTo>
                  <a:pt x="3506" y="3235"/>
                </a:lnTo>
                <a:lnTo>
                  <a:pt x="3506" y="3234"/>
                </a:lnTo>
                <a:lnTo>
                  <a:pt x="3505" y="3234"/>
                </a:lnTo>
                <a:lnTo>
                  <a:pt x="3505" y="3233"/>
                </a:lnTo>
                <a:lnTo>
                  <a:pt x="3505" y="3232"/>
                </a:lnTo>
                <a:lnTo>
                  <a:pt x="3504" y="3231"/>
                </a:lnTo>
                <a:lnTo>
                  <a:pt x="3504" y="3230"/>
                </a:lnTo>
                <a:lnTo>
                  <a:pt x="3504" y="3229"/>
                </a:lnTo>
                <a:lnTo>
                  <a:pt x="3505" y="3229"/>
                </a:lnTo>
                <a:lnTo>
                  <a:pt x="3505" y="3228"/>
                </a:lnTo>
                <a:lnTo>
                  <a:pt x="3505" y="3227"/>
                </a:lnTo>
                <a:lnTo>
                  <a:pt x="3506" y="3227"/>
                </a:lnTo>
                <a:lnTo>
                  <a:pt x="3506" y="3226"/>
                </a:lnTo>
                <a:lnTo>
                  <a:pt x="3506" y="3225"/>
                </a:lnTo>
                <a:lnTo>
                  <a:pt x="3507" y="3225"/>
                </a:lnTo>
                <a:lnTo>
                  <a:pt x="3506" y="3224"/>
                </a:lnTo>
                <a:lnTo>
                  <a:pt x="3506" y="3223"/>
                </a:lnTo>
                <a:lnTo>
                  <a:pt x="3506" y="3224"/>
                </a:lnTo>
                <a:lnTo>
                  <a:pt x="3506" y="3225"/>
                </a:lnTo>
                <a:lnTo>
                  <a:pt x="3506" y="3226"/>
                </a:lnTo>
                <a:lnTo>
                  <a:pt x="3505" y="3226"/>
                </a:lnTo>
                <a:lnTo>
                  <a:pt x="3505" y="3227"/>
                </a:lnTo>
                <a:lnTo>
                  <a:pt x="3504" y="3227"/>
                </a:lnTo>
                <a:lnTo>
                  <a:pt x="3504" y="3229"/>
                </a:lnTo>
                <a:lnTo>
                  <a:pt x="3503" y="3229"/>
                </a:lnTo>
                <a:lnTo>
                  <a:pt x="3503" y="3231"/>
                </a:lnTo>
                <a:lnTo>
                  <a:pt x="3504" y="3231"/>
                </a:lnTo>
                <a:lnTo>
                  <a:pt x="3504" y="3232"/>
                </a:lnTo>
                <a:lnTo>
                  <a:pt x="3504" y="3233"/>
                </a:lnTo>
                <a:lnTo>
                  <a:pt x="3505" y="3234"/>
                </a:lnTo>
                <a:lnTo>
                  <a:pt x="3505" y="3235"/>
                </a:lnTo>
                <a:lnTo>
                  <a:pt x="3505" y="3236"/>
                </a:lnTo>
                <a:lnTo>
                  <a:pt x="3505" y="3237"/>
                </a:lnTo>
                <a:lnTo>
                  <a:pt x="3506" y="3237"/>
                </a:lnTo>
                <a:lnTo>
                  <a:pt x="3506" y="3238"/>
                </a:lnTo>
                <a:lnTo>
                  <a:pt x="3506" y="3239"/>
                </a:lnTo>
                <a:lnTo>
                  <a:pt x="3506" y="3240"/>
                </a:lnTo>
                <a:lnTo>
                  <a:pt x="3506" y="3242"/>
                </a:lnTo>
                <a:lnTo>
                  <a:pt x="3507" y="3242"/>
                </a:lnTo>
                <a:lnTo>
                  <a:pt x="3507" y="3245"/>
                </a:lnTo>
                <a:lnTo>
                  <a:pt x="3507" y="3246"/>
                </a:lnTo>
                <a:lnTo>
                  <a:pt x="3507" y="3247"/>
                </a:lnTo>
                <a:lnTo>
                  <a:pt x="3508" y="3248"/>
                </a:lnTo>
                <a:lnTo>
                  <a:pt x="3507" y="3248"/>
                </a:lnTo>
                <a:lnTo>
                  <a:pt x="3507" y="3249"/>
                </a:lnTo>
                <a:lnTo>
                  <a:pt x="3507" y="3250"/>
                </a:lnTo>
                <a:lnTo>
                  <a:pt x="3508" y="3251"/>
                </a:lnTo>
                <a:lnTo>
                  <a:pt x="3507" y="3251"/>
                </a:lnTo>
                <a:lnTo>
                  <a:pt x="3507" y="3252"/>
                </a:lnTo>
                <a:lnTo>
                  <a:pt x="3508" y="3252"/>
                </a:lnTo>
                <a:lnTo>
                  <a:pt x="3508" y="3253"/>
                </a:lnTo>
                <a:lnTo>
                  <a:pt x="3507" y="3253"/>
                </a:lnTo>
                <a:lnTo>
                  <a:pt x="3507" y="3254"/>
                </a:lnTo>
                <a:lnTo>
                  <a:pt x="3507" y="3255"/>
                </a:lnTo>
                <a:lnTo>
                  <a:pt x="3507" y="3256"/>
                </a:lnTo>
                <a:lnTo>
                  <a:pt x="3507" y="3257"/>
                </a:lnTo>
                <a:lnTo>
                  <a:pt x="3506" y="3257"/>
                </a:lnTo>
                <a:lnTo>
                  <a:pt x="3505" y="3257"/>
                </a:lnTo>
                <a:lnTo>
                  <a:pt x="3504" y="3257"/>
                </a:lnTo>
                <a:lnTo>
                  <a:pt x="3503" y="3258"/>
                </a:lnTo>
                <a:lnTo>
                  <a:pt x="3502" y="3258"/>
                </a:lnTo>
                <a:lnTo>
                  <a:pt x="3502" y="3259"/>
                </a:lnTo>
                <a:lnTo>
                  <a:pt x="3501" y="3259"/>
                </a:lnTo>
                <a:lnTo>
                  <a:pt x="3501" y="3258"/>
                </a:lnTo>
                <a:lnTo>
                  <a:pt x="3500" y="3258"/>
                </a:lnTo>
                <a:lnTo>
                  <a:pt x="3500" y="3259"/>
                </a:lnTo>
                <a:lnTo>
                  <a:pt x="3499" y="3259"/>
                </a:lnTo>
                <a:lnTo>
                  <a:pt x="3499" y="3260"/>
                </a:lnTo>
                <a:lnTo>
                  <a:pt x="3498" y="3260"/>
                </a:lnTo>
                <a:lnTo>
                  <a:pt x="3497" y="3260"/>
                </a:lnTo>
                <a:lnTo>
                  <a:pt x="3496" y="3260"/>
                </a:lnTo>
                <a:lnTo>
                  <a:pt x="3495" y="3260"/>
                </a:lnTo>
                <a:lnTo>
                  <a:pt x="3494" y="3260"/>
                </a:lnTo>
                <a:lnTo>
                  <a:pt x="3493" y="3260"/>
                </a:lnTo>
                <a:lnTo>
                  <a:pt x="3492" y="3260"/>
                </a:lnTo>
                <a:lnTo>
                  <a:pt x="3492" y="3259"/>
                </a:lnTo>
                <a:lnTo>
                  <a:pt x="3492" y="3258"/>
                </a:lnTo>
                <a:lnTo>
                  <a:pt x="3492" y="3257"/>
                </a:lnTo>
                <a:lnTo>
                  <a:pt x="3491" y="3257"/>
                </a:lnTo>
                <a:lnTo>
                  <a:pt x="3490" y="3257"/>
                </a:lnTo>
                <a:lnTo>
                  <a:pt x="3489" y="3257"/>
                </a:lnTo>
                <a:lnTo>
                  <a:pt x="3489" y="3256"/>
                </a:lnTo>
                <a:lnTo>
                  <a:pt x="3490" y="3256"/>
                </a:lnTo>
                <a:lnTo>
                  <a:pt x="3489" y="3256"/>
                </a:lnTo>
                <a:lnTo>
                  <a:pt x="3488" y="3256"/>
                </a:lnTo>
                <a:lnTo>
                  <a:pt x="3488" y="3255"/>
                </a:lnTo>
                <a:lnTo>
                  <a:pt x="3488" y="3254"/>
                </a:lnTo>
                <a:lnTo>
                  <a:pt x="3488" y="3253"/>
                </a:lnTo>
                <a:lnTo>
                  <a:pt x="3488" y="3252"/>
                </a:lnTo>
                <a:lnTo>
                  <a:pt x="3488" y="3251"/>
                </a:lnTo>
                <a:lnTo>
                  <a:pt x="3488" y="3250"/>
                </a:lnTo>
                <a:lnTo>
                  <a:pt x="3487" y="3250"/>
                </a:lnTo>
                <a:lnTo>
                  <a:pt x="3486" y="3250"/>
                </a:lnTo>
                <a:lnTo>
                  <a:pt x="3486" y="3249"/>
                </a:lnTo>
                <a:lnTo>
                  <a:pt x="3484" y="3249"/>
                </a:lnTo>
                <a:lnTo>
                  <a:pt x="3483" y="3250"/>
                </a:lnTo>
                <a:lnTo>
                  <a:pt x="3482" y="3250"/>
                </a:lnTo>
                <a:lnTo>
                  <a:pt x="3481" y="3250"/>
                </a:lnTo>
                <a:lnTo>
                  <a:pt x="3480" y="3251"/>
                </a:lnTo>
                <a:lnTo>
                  <a:pt x="3479" y="3251"/>
                </a:lnTo>
                <a:lnTo>
                  <a:pt x="3478" y="3252"/>
                </a:lnTo>
                <a:lnTo>
                  <a:pt x="3477" y="3252"/>
                </a:lnTo>
                <a:lnTo>
                  <a:pt x="3476" y="3252"/>
                </a:lnTo>
                <a:lnTo>
                  <a:pt x="3475" y="3252"/>
                </a:lnTo>
                <a:lnTo>
                  <a:pt x="3474" y="3252"/>
                </a:lnTo>
                <a:lnTo>
                  <a:pt x="3474" y="3251"/>
                </a:lnTo>
                <a:lnTo>
                  <a:pt x="3473" y="3251"/>
                </a:lnTo>
                <a:lnTo>
                  <a:pt x="3472" y="3251"/>
                </a:lnTo>
                <a:lnTo>
                  <a:pt x="3472" y="3252"/>
                </a:lnTo>
                <a:lnTo>
                  <a:pt x="3473" y="3252"/>
                </a:lnTo>
                <a:lnTo>
                  <a:pt x="3474" y="3252"/>
                </a:lnTo>
                <a:lnTo>
                  <a:pt x="3475" y="3252"/>
                </a:lnTo>
                <a:lnTo>
                  <a:pt x="3475" y="3253"/>
                </a:lnTo>
                <a:lnTo>
                  <a:pt x="3474" y="3253"/>
                </a:lnTo>
                <a:lnTo>
                  <a:pt x="3473" y="3253"/>
                </a:lnTo>
                <a:lnTo>
                  <a:pt x="3473" y="3254"/>
                </a:lnTo>
                <a:lnTo>
                  <a:pt x="3472" y="3254"/>
                </a:lnTo>
                <a:lnTo>
                  <a:pt x="3471" y="3254"/>
                </a:lnTo>
                <a:lnTo>
                  <a:pt x="3470" y="3255"/>
                </a:lnTo>
                <a:lnTo>
                  <a:pt x="3469" y="3255"/>
                </a:lnTo>
                <a:lnTo>
                  <a:pt x="3469" y="3256"/>
                </a:lnTo>
                <a:lnTo>
                  <a:pt x="3468" y="3256"/>
                </a:lnTo>
                <a:lnTo>
                  <a:pt x="3468" y="3257"/>
                </a:lnTo>
                <a:lnTo>
                  <a:pt x="3467" y="3257"/>
                </a:lnTo>
                <a:lnTo>
                  <a:pt x="3467" y="3258"/>
                </a:lnTo>
                <a:lnTo>
                  <a:pt x="3466" y="3258"/>
                </a:lnTo>
                <a:lnTo>
                  <a:pt x="3466" y="3257"/>
                </a:lnTo>
                <a:lnTo>
                  <a:pt x="3467" y="3257"/>
                </a:lnTo>
                <a:lnTo>
                  <a:pt x="3467" y="3256"/>
                </a:lnTo>
                <a:lnTo>
                  <a:pt x="3468" y="3256"/>
                </a:lnTo>
                <a:lnTo>
                  <a:pt x="3468" y="3255"/>
                </a:lnTo>
                <a:lnTo>
                  <a:pt x="3468" y="3256"/>
                </a:lnTo>
                <a:lnTo>
                  <a:pt x="3467" y="3256"/>
                </a:lnTo>
                <a:lnTo>
                  <a:pt x="3467" y="3257"/>
                </a:lnTo>
                <a:lnTo>
                  <a:pt x="3466" y="3257"/>
                </a:lnTo>
                <a:lnTo>
                  <a:pt x="3466" y="3258"/>
                </a:lnTo>
                <a:lnTo>
                  <a:pt x="3465" y="3258"/>
                </a:lnTo>
                <a:lnTo>
                  <a:pt x="3465" y="3259"/>
                </a:lnTo>
                <a:lnTo>
                  <a:pt x="3465" y="3258"/>
                </a:lnTo>
                <a:lnTo>
                  <a:pt x="3464" y="3258"/>
                </a:lnTo>
                <a:lnTo>
                  <a:pt x="3464" y="3259"/>
                </a:lnTo>
                <a:lnTo>
                  <a:pt x="3463" y="3260"/>
                </a:lnTo>
                <a:lnTo>
                  <a:pt x="3462" y="3260"/>
                </a:lnTo>
                <a:lnTo>
                  <a:pt x="3462" y="3261"/>
                </a:lnTo>
                <a:lnTo>
                  <a:pt x="3461" y="3261"/>
                </a:lnTo>
                <a:lnTo>
                  <a:pt x="3460" y="3261"/>
                </a:lnTo>
                <a:lnTo>
                  <a:pt x="3460" y="3262"/>
                </a:lnTo>
                <a:lnTo>
                  <a:pt x="3459" y="3262"/>
                </a:lnTo>
                <a:lnTo>
                  <a:pt x="3458" y="3262"/>
                </a:lnTo>
                <a:lnTo>
                  <a:pt x="3458" y="3263"/>
                </a:lnTo>
                <a:lnTo>
                  <a:pt x="3457" y="3262"/>
                </a:lnTo>
                <a:lnTo>
                  <a:pt x="3456" y="3262"/>
                </a:lnTo>
                <a:lnTo>
                  <a:pt x="3455" y="3262"/>
                </a:lnTo>
                <a:lnTo>
                  <a:pt x="3455" y="3261"/>
                </a:lnTo>
                <a:lnTo>
                  <a:pt x="3455" y="3260"/>
                </a:lnTo>
                <a:lnTo>
                  <a:pt x="3456" y="3260"/>
                </a:lnTo>
                <a:lnTo>
                  <a:pt x="3456" y="3259"/>
                </a:lnTo>
                <a:lnTo>
                  <a:pt x="3456" y="3258"/>
                </a:lnTo>
                <a:lnTo>
                  <a:pt x="3456" y="3259"/>
                </a:lnTo>
                <a:lnTo>
                  <a:pt x="3455" y="3259"/>
                </a:lnTo>
                <a:lnTo>
                  <a:pt x="3455" y="3260"/>
                </a:lnTo>
                <a:lnTo>
                  <a:pt x="3454" y="3260"/>
                </a:lnTo>
                <a:lnTo>
                  <a:pt x="3453" y="3260"/>
                </a:lnTo>
                <a:lnTo>
                  <a:pt x="3454" y="3260"/>
                </a:lnTo>
                <a:lnTo>
                  <a:pt x="3453" y="3259"/>
                </a:lnTo>
                <a:lnTo>
                  <a:pt x="3454" y="3259"/>
                </a:lnTo>
                <a:lnTo>
                  <a:pt x="3453" y="3259"/>
                </a:lnTo>
                <a:lnTo>
                  <a:pt x="3454" y="3259"/>
                </a:lnTo>
                <a:lnTo>
                  <a:pt x="3454" y="3258"/>
                </a:lnTo>
                <a:lnTo>
                  <a:pt x="3455" y="3258"/>
                </a:lnTo>
                <a:lnTo>
                  <a:pt x="3455" y="3257"/>
                </a:lnTo>
                <a:lnTo>
                  <a:pt x="3456" y="3257"/>
                </a:lnTo>
                <a:lnTo>
                  <a:pt x="3455" y="3256"/>
                </a:lnTo>
                <a:lnTo>
                  <a:pt x="3454" y="3257"/>
                </a:lnTo>
                <a:lnTo>
                  <a:pt x="3454" y="3256"/>
                </a:lnTo>
                <a:lnTo>
                  <a:pt x="3455" y="3256"/>
                </a:lnTo>
                <a:lnTo>
                  <a:pt x="3456" y="3256"/>
                </a:lnTo>
                <a:lnTo>
                  <a:pt x="3456" y="3255"/>
                </a:lnTo>
                <a:lnTo>
                  <a:pt x="3455" y="3255"/>
                </a:lnTo>
                <a:lnTo>
                  <a:pt x="3454" y="3255"/>
                </a:lnTo>
                <a:lnTo>
                  <a:pt x="3454" y="3256"/>
                </a:lnTo>
                <a:lnTo>
                  <a:pt x="3453" y="3256"/>
                </a:lnTo>
                <a:lnTo>
                  <a:pt x="3453" y="3257"/>
                </a:lnTo>
                <a:lnTo>
                  <a:pt x="3452" y="3257"/>
                </a:lnTo>
                <a:lnTo>
                  <a:pt x="3452" y="3256"/>
                </a:lnTo>
                <a:lnTo>
                  <a:pt x="3452" y="3255"/>
                </a:lnTo>
                <a:lnTo>
                  <a:pt x="3453" y="3255"/>
                </a:lnTo>
                <a:lnTo>
                  <a:pt x="3452" y="3255"/>
                </a:lnTo>
                <a:lnTo>
                  <a:pt x="3452" y="3254"/>
                </a:lnTo>
                <a:lnTo>
                  <a:pt x="3453" y="3254"/>
                </a:lnTo>
                <a:lnTo>
                  <a:pt x="3452" y="3254"/>
                </a:lnTo>
                <a:lnTo>
                  <a:pt x="3452" y="3255"/>
                </a:lnTo>
                <a:lnTo>
                  <a:pt x="3452" y="3254"/>
                </a:lnTo>
                <a:lnTo>
                  <a:pt x="3451" y="3254"/>
                </a:lnTo>
                <a:lnTo>
                  <a:pt x="3451" y="3253"/>
                </a:lnTo>
                <a:lnTo>
                  <a:pt x="3452" y="3253"/>
                </a:lnTo>
                <a:lnTo>
                  <a:pt x="3452" y="3252"/>
                </a:lnTo>
                <a:lnTo>
                  <a:pt x="3451" y="3253"/>
                </a:lnTo>
                <a:lnTo>
                  <a:pt x="3450" y="3254"/>
                </a:lnTo>
                <a:lnTo>
                  <a:pt x="3449" y="3254"/>
                </a:lnTo>
                <a:lnTo>
                  <a:pt x="3449" y="3253"/>
                </a:lnTo>
                <a:lnTo>
                  <a:pt x="3448" y="3253"/>
                </a:lnTo>
                <a:lnTo>
                  <a:pt x="3447" y="3254"/>
                </a:lnTo>
                <a:lnTo>
                  <a:pt x="3446" y="3254"/>
                </a:lnTo>
                <a:lnTo>
                  <a:pt x="3445" y="3254"/>
                </a:lnTo>
                <a:lnTo>
                  <a:pt x="3444" y="3254"/>
                </a:lnTo>
                <a:lnTo>
                  <a:pt x="3444" y="3253"/>
                </a:lnTo>
                <a:lnTo>
                  <a:pt x="3444" y="3252"/>
                </a:lnTo>
                <a:lnTo>
                  <a:pt x="3444" y="3253"/>
                </a:lnTo>
                <a:lnTo>
                  <a:pt x="3444" y="3254"/>
                </a:lnTo>
                <a:lnTo>
                  <a:pt x="3443" y="3254"/>
                </a:lnTo>
                <a:lnTo>
                  <a:pt x="3443" y="3253"/>
                </a:lnTo>
                <a:lnTo>
                  <a:pt x="3442" y="3253"/>
                </a:lnTo>
                <a:lnTo>
                  <a:pt x="3443" y="3254"/>
                </a:lnTo>
                <a:lnTo>
                  <a:pt x="3444" y="3255"/>
                </a:lnTo>
                <a:lnTo>
                  <a:pt x="3443" y="3255"/>
                </a:lnTo>
                <a:lnTo>
                  <a:pt x="3443" y="3256"/>
                </a:lnTo>
                <a:lnTo>
                  <a:pt x="3444" y="3256"/>
                </a:lnTo>
                <a:lnTo>
                  <a:pt x="3445" y="3256"/>
                </a:lnTo>
                <a:lnTo>
                  <a:pt x="3445" y="3257"/>
                </a:lnTo>
                <a:lnTo>
                  <a:pt x="3446" y="3257"/>
                </a:lnTo>
                <a:lnTo>
                  <a:pt x="3445" y="3257"/>
                </a:lnTo>
                <a:lnTo>
                  <a:pt x="3446" y="3257"/>
                </a:lnTo>
                <a:lnTo>
                  <a:pt x="3447" y="3257"/>
                </a:lnTo>
                <a:lnTo>
                  <a:pt x="3446" y="3258"/>
                </a:lnTo>
                <a:lnTo>
                  <a:pt x="3446" y="3259"/>
                </a:lnTo>
                <a:lnTo>
                  <a:pt x="3447" y="3259"/>
                </a:lnTo>
                <a:lnTo>
                  <a:pt x="3447" y="3258"/>
                </a:lnTo>
                <a:lnTo>
                  <a:pt x="3447" y="3257"/>
                </a:lnTo>
                <a:lnTo>
                  <a:pt x="3448" y="3258"/>
                </a:lnTo>
                <a:lnTo>
                  <a:pt x="3449" y="3258"/>
                </a:lnTo>
                <a:lnTo>
                  <a:pt x="3450" y="3259"/>
                </a:lnTo>
                <a:lnTo>
                  <a:pt x="3451" y="3259"/>
                </a:lnTo>
                <a:lnTo>
                  <a:pt x="3451" y="3260"/>
                </a:lnTo>
                <a:lnTo>
                  <a:pt x="3451" y="3261"/>
                </a:lnTo>
                <a:lnTo>
                  <a:pt x="3451" y="3262"/>
                </a:lnTo>
                <a:lnTo>
                  <a:pt x="3451" y="3263"/>
                </a:lnTo>
                <a:lnTo>
                  <a:pt x="3451" y="3264"/>
                </a:lnTo>
                <a:lnTo>
                  <a:pt x="3451" y="3265"/>
                </a:lnTo>
                <a:lnTo>
                  <a:pt x="3450" y="3265"/>
                </a:lnTo>
                <a:lnTo>
                  <a:pt x="3450" y="3266"/>
                </a:lnTo>
                <a:lnTo>
                  <a:pt x="3449" y="3266"/>
                </a:lnTo>
                <a:lnTo>
                  <a:pt x="3449" y="3267"/>
                </a:lnTo>
                <a:lnTo>
                  <a:pt x="3449" y="3268"/>
                </a:lnTo>
                <a:lnTo>
                  <a:pt x="3450" y="3268"/>
                </a:lnTo>
                <a:lnTo>
                  <a:pt x="3451" y="3268"/>
                </a:lnTo>
                <a:lnTo>
                  <a:pt x="3451" y="3269"/>
                </a:lnTo>
                <a:lnTo>
                  <a:pt x="3450" y="3269"/>
                </a:lnTo>
                <a:lnTo>
                  <a:pt x="3449" y="3269"/>
                </a:lnTo>
                <a:lnTo>
                  <a:pt x="3448" y="3269"/>
                </a:lnTo>
                <a:lnTo>
                  <a:pt x="3447" y="3269"/>
                </a:lnTo>
                <a:lnTo>
                  <a:pt x="3446" y="3269"/>
                </a:lnTo>
                <a:lnTo>
                  <a:pt x="3445" y="3270"/>
                </a:lnTo>
                <a:lnTo>
                  <a:pt x="3444" y="3270"/>
                </a:lnTo>
                <a:lnTo>
                  <a:pt x="3443" y="3271"/>
                </a:lnTo>
                <a:lnTo>
                  <a:pt x="3442" y="3272"/>
                </a:lnTo>
                <a:lnTo>
                  <a:pt x="3441" y="3272"/>
                </a:lnTo>
                <a:lnTo>
                  <a:pt x="3441" y="3273"/>
                </a:lnTo>
                <a:lnTo>
                  <a:pt x="3441" y="3274"/>
                </a:lnTo>
                <a:lnTo>
                  <a:pt x="3441" y="3275"/>
                </a:lnTo>
                <a:lnTo>
                  <a:pt x="3441" y="3276"/>
                </a:lnTo>
                <a:lnTo>
                  <a:pt x="3441" y="3277"/>
                </a:lnTo>
                <a:lnTo>
                  <a:pt x="3441" y="3278"/>
                </a:lnTo>
                <a:lnTo>
                  <a:pt x="3440" y="3278"/>
                </a:lnTo>
                <a:lnTo>
                  <a:pt x="3439" y="3278"/>
                </a:lnTo>
                <a:lnTo>
                  <a:pt x="3438" y="3279"/>
                </a:lnTo>
                <a:lnTo>
                  <a:pt x="3438" y="3278"/>
                </a:lnTo>
                <a:lnTo>
                  <a:pt x="3437" y="3278"/>
                </a:lnTo>
                <a:lnTo>
                  <a:pt x="3438" y="3277"/>
                </a:lnTo>
                <a:lnTo>
                  <a:pt x="3437" y="3277"/>
                </a:lnTo>
                <a:lnTo>
                  <a:pt x="3436" y="3277"/>
                </a:lnTo>
                <a:lnTo>
                  <a:pt x="3436" y="3276"/>
                </a:lnTo>
                <a:lnTo>
                  <a:pt x="3435" y="3276"/>
                </a:lnTo>
                <a:lnTo>
                  <a:pt x="3435" y="3277"/>
                </a:lnTo>
                <a:lnTo>
                  <a:pt x="3436" y="3277"/>
                </a:lnTo>
                <a:lnTo>
                  <a:pt x="3437" y="3277"/>
                </a:lnTo>
                <a:lnTo>
                  <a:pt x="3437" y="3278"/>
                </a:lnTo>
                <a:lnTo>
                  <a:pt x="3436" y="3278"/>
                </a:lnTo>
                <a:lnTo>
                  <a:pt x="3436" y="3277"/>
                </a:lnTo>
                <a:lnTo>
                  <a:pt x="3434" y="3277"/>
                </a:lnTo>
                <a:lnTo>
                  <a:pt x="3434" y="3278"/>
                </a:lnTo>
                <a:lnTo>
                  <a:pt x="3433" y="3278"/>
                </a:lnTo>
                <a:lnTo>
                  <a:pt x="3432" y="3278"/>
                </a:lnTo>
                <a:lnTo>
                  <a:pt x="3431" y="3279"/>
                </a:lnTo>
                <a:lnTo>
                  <a:pt x="3430" y="3280"/>
                </a:lnTo>
                <a:lnTo>
                  <a:pt x="3429" y="3280"/>
                </a:lnTo>
                <a:lnTo>
                  <a:pt x="3429" y="3279"/>
                </a:lnTo>
                <a:lnTo>
                  <a:pt x="3430" y="3279"/>
                </a:lnTo>
                <a:lnTo>
                  <a:pt x="3430" y="3278"/>
                </a:lnTo>
                <a:lnTo>
                  <a:pt x="3429" y="3278"/>
                </a:lnTo>
                <a:lnTo>
                  <a:pt x="3428" y="3278"/>
                </a:lnTo>
                <a:lnTo>
                  <a:pt x="3427" y="3278"/>
                </a:lnTo>
                <a:lnTo>
                  <a:pt x="3427" y="3279"/>
                </a:lnTo>
                <a:lnTo>
                  <a:pt x="3426" y="3279"/>
                </a:lnTo>
                <a:lnTo>
                  <a:pt x="3425" y="3280"/>
                </a:lnTo>
                <a:lnTo>
                  <a:pt x="3424" y="3280"/>
                </a:lnTo>
                <a:lnTo>
                  <a:pt x="3423" y="3280"/>
                </a:lnTo>
                <a:lnTo>
                  <a:pt x="3423" y="3281"/>
                </a:lnTo>
                <a:lnTo>
                  <a:pt x="3423" y="3280"/>
                </a:lnTo>
                <a:lnTo>
                  <a:pt x="3422" y="3279"/>
                </a:lnTo>
                <a:lnTo>
                  <a:pt x="3421" y="3279"/>
                </a:lnTo>
                <a:lnTo>
                  <a:pt x="3422" y="3278"/>
                </a:lnTo>
                <a:lnTo>
                  <a:pt x="3423" y="3279"/>
                </a:lnTo>
                <a:lnTo>
                  <a:pt x="3424" y="3278"/>
                </a:lnTo>
                <a:lnTo>
                  <a:pt x="3423" y="3278"/>
                </a:lnTo>
                <a:lnTo>
                  <a:pt x="3422" y="3278"/>
                </a:lnTo>
                <a:lnTo>
                  <a:pt x="3422" y="3277"/>
                </a:lnTo>
                <a:lnTo>
                  <a:pt x="3421" y="3276"/>
                </a:lnTo>
                <a:lnTo>
                  <a:pt x="3421" y="3275"/>
                </a:lnTo>
                <a:lnTo>
                  <a:pt x="3421" y="3274"/>
                </a:lnTo>
                <a:lnTo>
                  <a:pt x="3420" y="3274"/>
                </a:lnTo>
                <a:lnTo>
                  <a:pt x="3421" y="3274"/>
                </a:lnTo>
                <a:lnTo>
                  <a:pt x="3420" y="3274"/>
                </a:lnTo>
                <a:lnTo>
                  <a:pt x="3420" y="3273"/>
                </a:lnTo>
                <a:lnTo>
                  <a:pt x="3419" y="3273"/>
                </a:lnTo>
                <a:lnTo>
                  <a:pt x="3419" y="3274"/>
                </a:lnTo>
                <a:lnTo>
                  <a:pt x="3420" y="3274"/>
                </a:lnTo>
                <a:lnTo>
                  <a:pt x="3420" y="3275"/>
                </a:lnTo>
                <a:lnTo>
                  <a:pt x="3420" y="3276"/>
                </a:lnTo>
                <a:lnTo>
                  <a:pt x="3420" y="3275"/>
                </a:lnTo>
                <a:lnTo>
                  <a:pt x="3420" y="3276"/>
                </a:lnTo>
                <a:lnTo>
                  <a:pt x="3419" y="3276"/>
                </a:lnTo>
                <a:lnTo>
                  <a:pt x="3420" y="3276"/>
                </a:lnTo>
                <a:lnTo>
                  <a:pt x="3419" y="3276"/>
                </a:lnTo>
                <a:lnTo>
                  <a:pt x="3419" y="3277"/>
                </a:lnTo>
                <a:lnTo>
                  <a:pt x="3420" y="3277"/>
                </a:lnTo>
                <a:lnTo>
                  <a:pt x="3421" y="3277"/>
                </a:lnTo>
                <a:lnTo>
                  <a:pt x="3421" y="3278"/>
                </a:lnTo>
                <a:lnTo>
                  <a:pt x="3420" y="3278"/>
                </a:lnTo>
                <a:lnTo>
                  <a:pt x="3419" y="3278"/>
                </a:lnTo>
                <a:lnTo>
                  <a:pt x="3419" y="3279"/>
                </a:lnTo>
                <a:lnTo>
                  <a:pt x="3418" y="3279"/>
                </a:lnTo>
                <a:lnTo>
                  <a:pt x="3418" y="3278"/>
                </a:lnTo>
                <a:lnTo>
                  <a:pt x="3417" y="3278"/>
                </a:lnTo>
                <a:lnTo>
                  <a:pt x="3416" y="3277"/>
                </a:lnTo>
                <a:lnTo>
                  <a:pt x="3414" y="3277"/>
                </a:lnTo>
                <a:lnTo>
                  <a:pt x="3414" y="3278"/>
                </a:lnTo>
                <a:lnTo>
                  <a:pt x="3415" y="3278"/>
                </a:lnTo>
                <a:lnTo>
                  <a:pt x="3415" y="3277"/>
                </a:lnTo>
                <a:lnTo>
                  <a:pt x="3416" y="3277"/>
                </a:lnTo>
                <a:lnTo>
                  <a:pt x="3416" y="3278"/>
                </a:lnTo>
                <a:lnTo>
                  <a:pt x="3416" y="3279"/>
                </a:lnTo>
                <a:lnTo>
                  <a:pt x="3417" y="3279"/>
                </a:lnTo>
                <a:lnTo>
                  <a:pt x="3417" y="3278"/>
                </a:lnTo>
                <a:lnTo>
                  <a:pt x="3418" y="3278"/>
                </a:lnTo>
                <a:lnTo>
                  <a:pt x="3418" y="3279"/>
                </a:lnTo>
                <a:lnTo>
                  <a:pt x="3417" y="3279"/>
                </a:lnTo>
                <a:lnTo>
                  <a:pt x="3416" y="3280"/>
                </a:lnTo>
                <a:lnTo>
                  <a:pt x="3415" y="3280"/>
                </a:lnTo>
                <a:lnTo>
                  <a:pt x="3414" y="3280"/>
                </a:lnTo>
                <a:lnTo>
                  <a:pt x="3413" y="3281"/>
                </a:lnTo>
                <a:lnTo>
                  <a:pt x="3412" y="3282"/>
                </a:lnTo>
                <a:lnTo>
                  <a:pt x="3412" y="3283"/>
                </a:lnTo>
                <a:lnTo>
                  <a:pt x="3411" y="3283"/>
                </a:lnTo>
                <a:lnTo>
                  <a:pt x="3411" y="3284"/>
                </a:lnTo>
                <a:lnTo>
                  <a:pt x="3410" y="3284"/>
                </a:lnTo>
                <a:lnTo>
                  <a:pt x="3410" y="3285"/>
                </a:lnTo>
                <a:lnTo>
                  <a:pt x="3409" y="3285"/>
                </a:lnTo>
                <a:lnTo>
                  <a:pt x="3408" y="3286"/>
                </a:lnTo>
                <a:lnTo>
                  <a:pt x="3408" y="3287"/>
                </a:lnTo>
                <a:lnTo>
                  <a:pt x="3407" y="3287"/>
                </a:lnTo>
                <a:lnTo>
                  <a:pt x="3406" y="3287"/>
                </a:lnTo>
                <a:lnTo>
                  <a:pt x="3406" y="3288"/>
                </a:lnTo>
                <a:lnTo>
                  <a:pt x="3405" y="3288"/>
                </a:lnTo>
                <a:lnTo>
                  <a:pt x="3405" y="3289"/>
                </a:lnTo>
                <a:lnTo>
                  <a:pt x="3404" y="3289"/>
                </a:lnTo>
                <a:lnTo>
                  <a:pt x="3403" y="3289"/>
                </a:lnTo>
                <a:lnTo>
                  <a:pt x="3404" y="3289"/>
                </a:lnTo>
                <a:lnTo>
                  <a:pt x="3403" y="3290"/>
                </a:lnTo>
                <a:lnTo>
                  <a:pt x="3403" y="3289"/>
                </a:lnTo>
                <a:lnTo>
                  <a:pt x="3403" y="3288"/>
                </a:lnTo>
                <a:lnTo>
                  <a:pt x="3403" y="3287"/>
                </a:lnTo>
                <a:lnTo>
                  <a:pt x="3403" y="3286"/>
                </a:lnTo>
                <a:lnTo>
                  <a:pt x="3403" y="3287"/>
                </a:lnTo>
                <a:lnTo>
                  <a:pt x="3404" y="3287"/>
                </a:lnTo>
                <a:lnTo>
                  <a:pt x="3405" y="3287"/>
                </a:lnTo>
                <a:lnTo>
                  <a:pt x="3406" y="3287"/>
                </a:lnTo>
                <a:lnTo>
                  <a:pt x="3406" y="3286"/>
                </a:lnTo>
                <a:lnTo>
                  <a:pt x="3406" y="3285"/>
                </a:lnTo>
                <a:lnTo>
                  <a:pt x="3405" y="3285"/>
                </a:lnTo>
                <a:lnTo>
                  <a:pt x="3406" y="3284"/>
                </a:lnTo>
                <a:lnTo>
                  <a:pt x="3406" y="3283"/>
                </a:lnTo>
                <a:lnTo>
                  <a:pt x="3407" y="3283"/>
                </a:lnTo>
                <a:lnTo>
                  <a:pt x="3406" y="3282"/>
                </a:lnTo>
                <a:lnTo>
                  <a:pt x="3405" y="3282"/>
                </a:lnTo>
                <a:lnTo>
                  <a:pt x="3405" y="3281"/>
                </a:lnTo>
                <a:lnTo>
                  <a:pt x="3404" y="3281"/>
                </a:lnTo>
                <a:lnTo>
                  <a:pt x="3404" y="3282"/>
                </a:lnTo>
                <a:lnTo>
                  <a:pt x="3403" y="3282"/>
                </a:lnTo>
                <a:lnTo>
                  <a:pt x="3402" y="3282"/>
                </a:lnTo>
                <a:lnTo>
                  <a:pt x="3402" y="3281"/>
                </a:lnTo>
                <a:lnTo>
                  <a:pt x="3401" y="3281"/>
                </a:lnTo>
                <a:lnTo>
                  <a:pt x="3401" y="3280"/>
                </a:lnTo>
                <a:lnTo>
                  <a:pt x="3400" y="3280"/>
                </a:lnTo>
                <a:lnTo>
                  <a:pt x="3399" y="3280"/>
                </a:lnTo>
                <a:lnTo>
                  <a:pt x="3399" y="3279"/>
                </a:lnTo>
                <a:lnTo>
                  <a:pt x="3399" y="3280"/>
                </a:lnTo>
                <a:lnTo>
                  <a:pt x="3398" y="3280"/>
                </a:lnTo>
                <a:lnTo>
                  <a:pt x="3397" y="3280"/>
                </a:lnTo>
                <a:lnTo>
                  <a:pt x="3398" y="3280"/>
                </a:lnTo>
                <a:lnTo>
                  <a:pt x="3397" y="3281"/>
                </a:lnTo>
                <a:lnTo>
                  <a:pt x="3398" y="3281"/>
                </a:lnTo>
                <a:lnTo>
                  <a:pt x="3400" y="3281"/>
                </a:lnTo>
                <a:lnTo>
                  <a:pt x="3401" y="3281"/>
                </a:lnTo>
                <a:lnTo>
                  <a:pt x="3401" y="3282"/>
                </a:lnTo>
                <a:lnTo>
                  <a:pt x="3401" y="3283"/>
                </a:lnTo>
                <a:lnTo>
                  <a:pt x="3400" y="3283"/>
                </a:lnTo>
                <a:lnTo>
                  <a:pt x="3399" y="3283"/>
                </a:lnTo>
                <a:lnTo>
                  <a:pt x="3398" y="3283"/>
                </a:lnTo>
                <a:lnTo>
                  <a:pt x="3397" y="3283"/>
                </a:lnTo>
                <a:lnTo>
                  <a:pt x="3396" y="3284"/>
                </a:lnTo>
                <a:lnTo>
                  <a:pt x="3395" y="3284"/>
                </a:lnTo>
                <a:lnTo>
                  <a:pt x="3394" y="3284"/>
                </a:lnTo>
                <a:lnTo>
                  <a:pt x="3393" y="3284"/>
                </a:lnTo>
                <a:lnTo>
                  <a:pt x="3393" y="3285"/>
                </a:lnTo>
                <a:lnTo>
                  <a:pt x="3392" y="3285"/>
                </a:lnTo>
                <a:lnTo>
                  <a:pt x="3392" y="3284"/>
                </a:lnTo>
                <a:lnTo>
                  <a:pt x="3391" y="3284"/>
                </a:lnTo>
                <a:lnTo>
                  <a:pt x="3390" y="3284"/>
                </a:lnTo>
                <a:lnTo>
                  <a:pt x="3390" y="3285"/>
                </a:lnTo>
                <a:lnTo>
                  <a:pt x="3389" y="3285"/>
                </a:lnTo>
                <a:lnTo>
                  <a:pt x="3389" y="3284"/>
                </a:lnTo>
                <a:lnTo>
                  <a:pt x="3388" y="3284"/>
                </a:lnTo>
                <a:lnTo>
                  <a:pt x="3388" y="3283"/>
                </a:lnTo>
                <a:lnTo>
                  <a:pt x="3389" y="3283"/>
                </a:lnTo>
                <a:lnTo>
                  <a:pt x="3389" y="3282"/>
                </a:lnTo>
                <a:lnTo>
                  <a:pt x="3388" y="3283"/>
                </a:lnTo>
                <a:lnTo>
                  <a:pt x="3387" y="3282"/>
                </a:lnTo>
                <a:lnTo>
                  <a:pt x="3387" y="3281"/>
                </a:lnTo>
                <a:lnTo>
                  <a:pt x="3387" y="3280"/>
                </a:lnTo>
                <a:lnTo>
                  <a:pt x="3387" y="3279"/>
                </a:lnTo>
                <a:lnTo>
                  <a:pt x="3386" y="3279"/>
                </a:lnTo>
                <a:lnTo>
                  <a:pt x="3385" y="3279"/>
                </a:lnTo>
                <a:lnTo>
                  <a:pt x="3384" y="3279"/>
                </a:lnTo>
                <a:lnTo>
                  <a:pt x="3383" y="3279"/>
                </a:lnTo>
                <a:lnTo>
                  <a:pt x="3383" y="3278"/>
                </a:lnTo>
                <a:lnTo>
                  <a:pt x="3383" y="3277"/>
                </a:lnTo>
                <a:lnTo>
                  <a:pt x="3383" y="3278"/>
                </a:lnTo>
                <a:lnTo>
                  <a:pt x="3383" y="3279"/>
                </a:lnTo>
                <a:lnTo>
                  <a:pt x="3382" y="3279"/>
                </a:lnTo>
                <a:lnTo>
                  <a:pt x="3382" y="3280"/>
                </a:lnTo>
                <a:lnTo>
                  <a:pt x="3382" y="3279"/>
                </a:lnTo>
                <a:lnTo>
                  <a:pt x="3381" y="3279"/>
                </a:lnTo>
                <a:lnTo>
                  <a:pt x="3382" y="3280"/>
                </a:lnTo>
                <a:lnTo>
                  <a:pt x="3381" y="3280"/>
                </a:lnTo>
                <a:lnTo>
                  <a:pt x="3381" y="3281"/>
                </a:lnTo>
                <a:lnTo>
                  <a:pt x="3380" y="3281"/>
                </a:lnTo>
                <a:lnTo>
                  <a:pt x="3380" y="3282"/>
                </a:lnTo>
                <a:lnTo>
                  <a:pt x="3381" y="3282"/>
                </a:lnTo>
                <a:lnTo>
                  <a:pt x="3382" y="3282"/>
                </a:lnTo>
                <a:lnTo>
                  <a:pt x="3382" y="3283"/>
                </a:lnTo>
                <a:lnTo>
                  <a:pt x="3381" y="3284"/>
                </a:lnTo>
                <a:lnTo>
                  <a:pt x="3382" y="3284"/>
                </a:lnTo>
                <a:lnTo>
                  <a:pt x="3382" y="3283"/>
                </a:lnTo>
                <a:lnTo>
                  <a:pt x="3383" y="3283"/>
                </a:lnTo>
                <a:lnTo>
                  <a:pt x="3384" y="3283"/>
                </a:lnTo>
                <a:lnTo>
                  <a:pt x="3385" y="3282"/>
                </a:lnTo>
                <a:lnTo>
                  <a:pt x="3386" y="3282"/>
                </a:lnTo>
                <a:lnTo>
                  <a:pt x="3387" y="3283"/>
                </a:lnTo>
                <a:lnTo>
                  <a:pt x="3388" y="3284"/>
                </a:lnTo>
                <a:lnTo>
                  <a:pt x="3387" y="3284"/>
                </a:lnTo>
                <a:lnTo>
                  <a:pt x="3387" y="3285"/>
                </a:lnTo>
                <a:lnTo>
                  <a:pt x="3386" y="3285"/>
                </a:lnTo>
                <a:lnTo>
                  <a:pt x="3384" y="3285"/>
                </a:lnTo>
                <a:lnTo>
                  <a:pt x="3383" y="3286"/>
                </a:lnTo>
                <a:lnTo>
                  <a:pt x="3382" y="3287"/>
                </a:lnTo>
                <a:lnTo>
                  <a:pt x="3381" y="3287"/>
                </a:lnTo>
                <a:lnTo>
                  <a:pt x="3380" y="3288"/>
                </a:lnTo>
                <a:lnTo>
                  <a:pt x="3379" y="3288"/>
                </a:lnTo>
                <a:lnTo>
                  <a:pt x="3378" y="3288"/>
                </a:lnTo>
                <a:lnTo>
                  <a:pt x="3377" y="3289"/>
                </a:lnTo>
                <a:lnTo>
                  <a:pt x="3376" y="3290"/>
                </a:lnTo>
                <a:lnTo>
                  <a:pt x="3375" y="3290"/>
                </a:lnTo>
                <a:lnTo>
                  <a:pt x="3375" y="3289"/>
                </a:lnTo>
                <a:lnTo>
                  <a:pt x="3374" y="3289"/>
                </a:lnTo>
                <a:lnTo>
                  <a:pt x="3373" y="3290"/>
                </a:lnTo>
                <a:lnTo>
                  <a:pt x="3372" y="3290"/>
                </a:lnTo>
                <a:lnTo>
                  <a:pt x="3372" y="3291"/>
                </a:lnTo>
                <a:lnTo>
                  <a:pt x="3371" y="3291"/>
                </a:lnTo>
                <a:lnTo>
                  <a:pt x="3371" y="3292"/>
                </a:lnTo>
                <a:lnTo>
                  <a:pt x="3370" y="3292"/>
                </a:lnTo>
                <a:lnTo>
                  <a:pt x="3370" y="3293"/>
                </a:lnTo>
                <a:lnTo>
                  <a:pt x="3369" y="3292"/>
                </a:lnTo>
                <a:lnTo>
                  <a:pt x="3368" y="3292"/>
                </a:lnTo>
                <a:lnTo>
                  <a:pt x="3368" y="3293"/>
                </a:lnTo>
                <a:lnTo>
                  <a:pt x="3367" y="3292"/>
                </a:lnTo>
                <a:lnTo>
                  <a:pt x="3366" y="3292"/>
                </a:lnTo>
                <a:lnTo>
                  <a:pt x="3365" y="3292"/>
                </a:lnTo>
                <a:lnTo>
                  <a:pt x="3364" y="3291"/>
                </a:lnTo>
                <a:lnTo>
                  <a:pt x="3363" y="3291"/>
                </a:lnTo>
                <a:lnTo>
                  <a:pt x="3362" y="3291"/>
                </a:lnTo>
                <a:lnTo>
                  <a:pt x="3362" y="3292"/>
                </a:lnTo>
                <a:lnTo>
                  <a:pt x="3362" y="3291"/>
                </a:lnTo>
                <a:lnTo>
                  <a:pt x="3361" y="3291"/>
                </a:lnTo>
                <a:lnTo>
                  <a:pt x="3360" y="3291"/>
                </a:lnTo>
                <a:lnTo>
                  <a:pt x="3359" y="3292"/>
                </a:lnTo>
                <a:lnTo>
                  <a:pt x="3358" y="3293"/>
                </a:lnTo>
                <a:lnTo>
                  <a:pt x="3357" y="3293"/>
                </a:lnTo>
                <a:lnTo>
                  <a:pt x="3357" y="3294"/>
                </a:lnTo>
                <a:lnTo>
                  <a:pt x="3356" y="3294"/>
                </a:lnTo>
                <a:lnTo>
                  <a:pt x="3355" y="3295"/>
                </a:lnTo>
                <a:lnTo>
                  <a:pt x="3355" y="3296"/>
                </a:lnTo>
                <a:lnTo>
                  <a:pt x="3354" y="3296"/>
                </a:lnTo>
                <a:lnTo>
                  <a:pt x="3354" y="3297"/>
                </a:lnTo>
                <a:lnTo>
                  <a:pt x="3353" y="3298"/>
                </a:lnTo>
                <a:lnTo>
                  <a:pt x="3352" y="3300"/>
                </a:lnTo>
                <a:lnTo>
                  <a:pt x="3351" y="3300"/>
                </a:lnTo>
                <a:lnTo>
                  <a:pt x="3350" y="3302"/>
                </a:lnTo>
                <a:lnTo>
                  <a:pt x="3350" y="3303"/>
                </a:lnTo>
                <a:lnTo>
                  <a:pt x="3350" y="3304"/>
                </a:lnTo>
                <a:lnTo>
                  <a:pt x="3350" y="3305"/>
                </a:lnTo>
                <a:lnTo>
                  <a:pt x="3349" y="3306"/>
                </a:lnTo>
                <a:lnTo>
                  <a:pt x="3349" y="3307"/>
                </a:lnTo>
                <a:lnTo>
                  <a:pt x="3348" y="3307"/>
                </a:lnTo>
                <a:lnTo>
                  <a:pt x="3347" y="3309"/>
                </a:lnTo>
                <a:lnTo>
                  <a:pt x="3346" y="3309"/>
                </a:lnTo>
                <a:lnTo>
                  <a:pt x="3345" y="3309"/>
                </a:lnTo>
                <a:lnTo>
                  <a:pt x="3345" y="3308"/>
                </a:lnTo>
                <a:lnTo>
                  <a:pt x="3344" y="3308"/>
                </a:lnTo>
                <a:lnTo>
                  <a:pt x="3344" y="3309"/>
                </a:lnTo>
                <a:lnTo>
                  <a:pt x="3345" y="3309"/>
                </a:lnTo>
                <a:lnTo>
                  <a:pt x="3344" y="3310"/>
                </a:lnTo>
                <a:lnTo>
                  <a:pt x="3343" y="3310"/>
                </a:lnTo>
                <a:lnTo>
                  <a:pt x="3342" y="3310"/>
                </a:lnTo>
                <a:lnTo>
                  <a:pt x="3342" y="3309"/>
                </a:lnTo>
                <a:lnTo>
                  <a:pt x="3341" y="3309"/>
                </a:lnTo>
                <a:lnTo>
                  <a:pt x="3340" y="3309"/>
                </a:lnTo>
                <a:lnTo>
                  <a:pt x="3340" y="3310"/>
                </a:lnTo>
                <a:lnTo>
                  <a:pt x="3339" y="3310"/>
                </a:lnTo>
                <a:lnTo>
                  <a:pt x="3339" y="3311"/>
                </a:lnTo>
                <a:lnTo>
                  <a:pt x="3338" y="3311"/>
                </a:lnTo>
                <a:lnTo>
                  <a:pt x="3337" y="3311"/>
                </a:lnTo>
                <a:lnTo>
                  <a:pt x="3337" y="3310"/>
                </a:lnTo>
                <a:lnTo>
                  <a:pt x="3336" y="3310"/>
                </a:lnTo>
                <a:lnTo>
                  <a:pt x="3335" y="3310"/>
                </a:lnTo>
                <a:lnTo>
                  <a:pt x="3335" y="3309"/>
                </a:lnTo>
                <a:lnTo>
                  <a:pt x="3334" y="3309"/>
                </a:lnTo>
                <a:lnTo>
                  <a:pt x="3334" y="3310"/>
                </a:lnTo>
                <a:lnTo>
                  <a:pt x="3333" y="3310"/>
                </a:lnTo>
                <a:lnTo>
                  <a:pt x="3333" y="3311"/>
                </a:lnTo>
                <a:lnTo>
                  <a:pt x="3333" y="3310"/>
                </a:lnTo>
                <a:lnTo>
                  <a:pt x="3332" y="3311"/>
                </a:lnTo>
                <a:lnTo>
                  <a:pt x="3331" y="3311"/>
                </a:lnTo>
                <a:lnTo>
                  <a:pt x="3331" y="3312"/>
                </a:lnTo>
                <a:lnTo>
                  <a:pt x="3330" y="3313"/>
                </a:lnTo>
                <a:lnTo>
                  <a:pt x="3329" y="3313"/>
                </a:lnTo>
                <a:lnTo>
                  <a:pt x="3329" y="3312"/>
                </a:lnTo>
                <a:lnTo>
                  <a:pt x="3329" y="3311"/>
                </a:lnTo>
                <a:lnTo>
                  <a:pt x="3330" y="3310"/>
                </a:lnTo>
                <a:lnTo>
                  <a:pt x="3330" y="3309"/>
                </a:lnTo>
                <a:lnTo>
                  <a:pt x="3331" y="3309"/>
                </a:lnTo>
                <a:lnTo>
                  <a:pt x="3331" y="3308"/>
                </a:lnTo>
                <a:lnTo>
                  <a:pt x="3330" y="3308"/>
                </a:lnTo>
                <a:lnTo>
                  <a:pt x="3330" y="3307"/>
                </a:lnTo>
                <a:lnTo>
                  <a:pt x="3331" y="3307"/>
                </a:lnTo>
                <a:lnTo>
                  <a:pt x="3330" y="3307"/>
                </a:lnTo>
                <a:lnTo>
                  <a:pt x="3329" y="3307"/>
                </a:lnTo>
                <a:lnTo>
                  <a:pt x="3329" y="3306"/>
                </a:lnTo>
                <a:lnTo>
                  <a:pt x="3328" y="3305"/>
                </a:lnTo>
                <a:lnTo>
                  <a:pt x="3328" y="3304"/>
                </a:lnTo>
                <a:lnTo>
                  <a:pt x="3329" y="3304"/>
                </a:lnTo>
                <a:lnTo>
                  <a:pt x="3329" y="3303"/>
                </a:lnTo>
                <a:lnTo>
                  <a:pt x="3329" y="3302"/>
                </a:lnTo>
                <a:lnTo>
                  <a:pt x="3330" y="3302"/>
                </a:lnTo>
                <a:lnTo>
                  <a:pt x="3331" y="3301"/>
                </a:lnTo>
                <a:lnTo>
                  <a:pt x="3330" y="3301"/>
                </a:lnTo>
                <a:lnTo>
                  <a:pt x="3330" y="3300"/>
                </a:lnTo>
                <a:lnTo>
                  <a:pt x="3330" y="3301"/>
                </a:lnTo>
                <a:lnTo>
                  <a:pt x="3329" y="3301"/>
                </a:lnTo>
                <a:lnTo>
                  <a:pt x="3329" y="3300"/>
                </a:lnTo>
                <a:lnTo>
                  <a:pt x="3328" y="3300"/>
                </a:lnTo>
                <a:lnTo>
                  <a:pt x="3328" y="3299"/>
                </a:lnTo>
                <a:lnTo>
                  <a:pt x="3328" y="3298"/>
                </a:lnTo>
                <a:lnTo>
                  <a:pt x="3329" y="3298"/>
                </a:lnTo>
                <a:lnTo>
                  <a:pt x="3328" y="3298"/>
                </a:lnTo>
                <a:lnTo>
                  <a:pt x="3328" y="3296"/>
                </a:lnTo>
                <a:lnTo>
                  <a:pt x="3328" y="3295"/>
                </a:lnTo>
                <a:lnTo>
                  <a:pt x="3329" y="3295"/>
                </a:lnTo>
                <a:lnTo>
                  <a:pt x="3329" y="3292"/>
                </a:lnTo>
                <a:lnTo>
                  <a:pt x="3329" y="3293"/>
                </a:lnTo>
                <a:lnTo>
                  <a:pt x="3329" y="3294"/>
                </a:lnTo>
                <a:lnTo>
                  <a:pt x="3328" y="3295"/>
                </a:lnTo>
                <a:lnTo>
                  <a:pt x="3327" y="3294"/>
                </a:lnTo>
                <a:lnTo>
                  <a:pt x="3326" y="3293"/>
                </a:lnTo>
                <a:lnTo>
                  <a:pt x="3326" y="3292"/>
                </a:lnTo>
                <a:lnTo>
                  <a:pt x="3325" y="3292"/>
                </a:lnTo>
                <a:lnTo>
                  <a:pt x="3325" y="3291"/>
                </a:lnTo>
                <a:lnTo>
                  <a:pt x="3325" y="3290"/>
                </a:lnTo>
                <a:lnTo>
                  <a:pt x="3324" y="3290"/>
                </a:lnTo>
                <a:lnTo>
                  <a:pt x="3324" y="3291"/>
                </a:lnTo>
                <a:lnTo>
                  <a:pt x="3325" y="3291"/>
                </a:lnTo>
                <a:lnTo>
                  <a:pt x="3325" y="3292"/>
                </a:lnTo>
                <a:lnTo>
                  <a:pt x="3325" y="3293"/>
                </a:lnTo>
                <a:lnTo>
                  <a:pt x="3325" y="3294"/>
                </a:lnTo>
                <a:lnTo>
                  <a:pt x="3326" y="3294"/>
                </a:lnTo>
                <a:lnTo>
                  <a:pt x="3326" y="3295"/>
                </a:lnTo>
                <a:lnTo>
                  <a:pt x="3326" y="3296"/>
                </a:lnTo>
                <a:lnTo>
                  <a:pt x="3327" y="3296"/>
                </a:lnTo>
                <a:lnTo>
                  <a:pt x="3327" y="3297"/>
                </a:lnTo>
                <a:lnTo>
                  <a:pt x="3327" y="3298"/>
                </a:lnTo>
                <a:lnTo>
                  <a:pt x="3326" y="3299"/>
                </a:lnTo>
                <a:lnTo>
                  <a:pt x="3325" y="3299"/>
                </a:lnTo>
                <a:lnTo>
                  <a:pt x="3325" y="3300"/>
                </a:lnTo>
                <a:lnTo>
                  <a:pt x="3326" y="3300"/>
                </a:lnTo>
                <a:lnTo>
                  <a:pt x="3326" y="3299"/>
                </a:lnTo>
                <a:lnTo>
                  <a:pt x="3327" y="3299"/>
                </a:lnTo>
                <a:lnTo>
                  <a:pt x="3327" y="3300"/>
                </a:lnTo>
                <a:lnTo>
                  <a:pt x="3327" y="3301"/>
                </a:lnTo>
                <a:lnTo>
                  <a:pt x="3328" y="3301"/>
                </a:lnTo>
                <a:lnTo>
                  <a:pt x="3328" y="3302"/>
                </a:lnTo>
                <a:lnTo>
                  <a:pt x="3327" y="3302"/>
                </a:lnTo>
                <a:lnTo>
                  <a:pt x="3327" y="3303"/>
                </a:lnTo>
                <a:lnTo>
                  <a:pt x="3326" y="3304"/>
                </a:lnTo>
                <a:lnTo>
                  <a:pt x="3325" y="3304"/>
                </a:lnTo>
                <a:lnTo>
                  <a:pt x="3325" y="3305"/>
                </a:lnTo>
                <a:lnTo>
                  <a:pt x="3326" y="3306"/>
                </a:lnTo>
                <a:lnTo>
                  <a:pt x="3326" y="3305"/>
                </a:lnTo>
                <a:lnTo>
                  <a:pt x="3327" y="3306"/>
                </a:lnTo>
                <a:lnTo>
                  <a:pt x="3327" y="3307"/>
                </a:lnTo>
                <a:lnTo>
                  <a:pt x="3328" y="3308"/>
                </a:lnTo>
                <a:lnTo>
                  <a:pt x="3328" y="3309"/>
                </a:lnTo>
                <a:lnTo>
                  <a:pt x="3328" y="3310"/>
                </a:lnTo>
                <a:lnTo>
                  <a:pt x="3328" y="3311"/>
                </a:lnTo>
                <a:lnTo>
                  <a:pt x="3328" y="3313"/>
                </a:lnTo>
                <a:lnTo>
                  <a:pt x="3327" y="3313"/>
                </a:lnTo>
                <a:lnTo>
                  <a:pt x="3327" y="3314"/>
                </a:lnTo>
                <a:lnTo>
                  <a:pt x="3326" y="3315"/>
                </a:lnTo>
                <a:lnTo>
                  <a:pt x="3326" y="3316"/>
                </a:lnTo>
                <a:lnTo>
                  <a:pt x="3326" y="3317"/>
                </a:lnTo>
                <a:lnTo>
                  <a:pt x="3327" y="3317"/>
                </a:lnTo>
                <a:lnTo>
                  <a:pt x="3326" y="3318"/>
                </a:lnTo>
                <a:lnTo>
                  <a:pt x="3325" y="3318"/>
                </a:lnTo>
                <a:lnTo>
                  <a:pt x="3324" y="3318"/>
                </a:lnTo>
                <a:lnTo>
                  <a:pt x="3324" y="3317"/>
                </a:lnTo>
                <a:lnTo>
                  <a:pt x="3324" y="3318"/>
                </a:lnTo>
                <a:lnTo>
                  <a:pt x="3323" y="3318"/>
                </a:lnTo>
                <a:lnTo>
                  <a:pt x="3322" y="3319"/>
                </a:lnTo>
                <a:lnTo>
                  <a:pt x="3322" y="3320"/>
                </a:lnTo>
                <a:lnTo>
                  <a:pt x="3321" y="3321"/>
                </a:lnTo>
                <a:lnTo>
                  <a:pt x="3320" y="3321"/>
                </a:lnTo>
                <a:lnTo>
                  <a:pt x="3319" y="3320"/>
                </a:lnTo>
                <a:lnTo>
                  <a:pt x="3319" y="3321"/>
                </a:lnTo>
                <a:lnTo>
                  <a:pt x="3318" y="3321"/>
                </a:lnTo>
                <a:lnTo>
                  <a:pt x="3317" y="3321"/>
                </a:lnTo>
                <a:lnTo>
                  <a:pt x="3317" y="3322"/>
                </a:lnTo>
                <a:lnTo>
                  <a:pt x="3316" y="3322"/>
                </a:lnTo>
                <a:lnTo>
                  <a:pt x="3315" y="3322"/>
                </a:lnTo>
                <a:lnTo>
                  <a:pt x="3315" y="3323"/>
                </a:lnTo>
                <a:lnTo>
                  <a:pt x="3314" y="3323"/>
                </a:lnTo>
                <a:lnTo>
                  <a:pt x="3313" y="3323"/>
                </a:lnTo>
                <a:lnTo>
                  <a:pt x="3313" y="3322"/>
                </a:lnTo>
                <a:lnTo>
                  <a:pt x="3312" y="3322"/>
                </a:lnTo>
                <a:lnTo>
                  <a:pt x="3312" y="3323"/>
                </a:lnTo>
                <a:lnTo>
                  <a:pt x="3312" y="3324"/>
                </a:lnTo>
                <a:lnTo>
                  <a:pt x="3312" y="3325"/>
                </a:lnTo>
                <a:lnTo>
                  <a:pt x="3312" y="3326"/>
                </a:lnTo>
                <a:lnTo>
                  <a:pt x="3311" y="3327"/>
                </a:lnTo>
                <a:lnTo>
                  <a:pt x="3311" y="3328"/>
                </a:lnTo>
                <a:lnTo>
                  <a:pt x="3310" y="3328"/>
                </a:lnTo>
                <a:lnTo>
                  <a:pt x="3310" y="3329"/>
                </a:lnTo>
                <a:lnTo>
                  <a:pt x="3310" y="3328"/>
                </a:lnTo>
                <a:lnTo>
                  <a:pt x="3310" y="3327"/>
                </a:lnTo>
                <a:lnTo>
                  <a:pt x="3309" y="3326"/>
                </a:lnTo>
                <a:lnTo>
                  <a:pt x="3309" y="3325"/>
                </a:lnTo>
                <a:lnTo>
                  <a:pt x="3310" y="3324"/>
                </a:lnTo>
                <a:lnTo>
                  <a:pt x="3310" y="3323"/>
                </a:lnTo>
                <a:lnTo>
                  <a:pt x="3310" y="3322"/>
                </a:lnTo>
                <a:lnTo>
                  <a:pt x="3310" y="3321"/>
                </a:lnTo>
                <a:lnTo>
                  <a:pt x="3309" y="3321"/>
                </a:lnTo>
                <a:lnTo>
                  <a:pt x="3309" y="3320"/>
                </a:lnTo>
                <a:lnTo>
                  <a:pt x="3309" y="3321"/>
                </a:lnTo>
                <a:lnTo>
                  <a:pt x="3308" y="3321"/>
                </a:lnTo>
                <a:lnTo>
                  <a:pt x="3309" y="3322"/>
                </a:lnTo>
                <a:lnTo>
                  <a:pt x="3309" y="3323"/>
                </a:lnTo>
                <a:lnTo>
                  <a:pt x="3309" y="3324"/>
                </a:lnTo>
                <a:lnTo>
                  <a:pt x="3309" y="3325"/>
                </a:lnTo>
                <a:lnTo>
                  <a:pt x="3309" y="3326"/>
                </a:lnTo>
                <a:lnTo>
                  <a:pt x="3308" y="3326"/>
                </a:lnTo>
                <a:lnTo>
                  <a:pt x="3308" y="3325"/>
                </a:lnTo>
                <a:lnTo>
                  <a:pt x="3307" y="3325"/>
                </a:lnTo>
                <a:lnTo>
                  <a:pt x="3307" y="3326"/>
                </a:lnTo>
                <a:lnTo>
                  <a:pt x="3308" y="3326"/>
                </a:lnTo>
                <a:lnTo>
                  <a:pt x="3308" y="3327"/>
                </a:lnTo>
                <a:lnTo>
                  <a:pt x="3308" y="3328"/>
                </a:lnTo>
                <a:lnTo>
                  <a:pt x="3308" y="3327"/>
                </a:lnTo>
                <a:lnTo>
                  <a:pt x="3308" y="3328"/>
                </a:lnTo>
                <a:lnTo>
                  <a:pt x="3307" y="3328"/>
                </a:lnTo>
                <a:lnTo>
                  <a:pt x="3307" y="3329"/>
                </a:lnTo>
                <a:lnTo>
                  <a:pt x="3307" y="3330"/>
                </a:lnTo>
                <a:lnTo>
                  <a:pt x="3306" y="3331"/>
                </a:lnTo>
                <a:lnTo>
                  <a:pt x="3306" y="3332"/>
                </a:lnTo>
                <a:lnTo>
                  <a:pt x="3307" y="3332"/>
                </a:lnTo>
                <a:lnTo>
                  <a:pt x="3307" y="3333"/>
                </a:lnTo>
                <a:lnTo>
                  <a:pt x="3306" y="3332"/>
                </a:lnTo>
                <a:lnTo>
                  <a:pt x="3306" y="3333"/>
                </a:lnTo>
                <a:lnTo>
                  <a:pt x="3305" y="3333"/>
                </a:lnTo>
                <a:lnTo>
                  <a:pt x="3305" y="3334"/>
                </a:lnTo>
                <a:lnTo>
                  <a:pt x="3305" y="3333"/>
                </a:lnTo>
                <a:lnTo>
                  <a:pt x="3304" y="3334"/>
                </a:lnTo>
                <a:lnTo>
                  <a:pt x="3305" y="3334"/>
                </a:lnTo>
                <a:lnTo>
                  <a:pt x="3305" y="3335"/>
                </a:lnTo>
                <a:lnTo>
                  <a:pt x="3305" y="3336"/>
                </a:lnTo>
                <a:lnTo>
                  <a:pt x="3305" y="3337"/>
                </a:lnTo>
                <a:lnTo>
                  <a:pt x="3305" y="3338"/>
                </a:lnTo>
                <a:lnTo>
                  <a:pt x="3305" y="3339"/>
                </a:lnTo>
                <a:lnTo>
                  <a:pt x="3305" y="3340"/>
                </a:lnTo>
                <a:lnTo>
                  <a:pt x="3305" y="3341"/>
                </a:lnTo>
                <a:lnTo>
                  <a:pt x="3305" y="3342"/>
                </a:lnTo>
                <a:lnTo>
                  <a:pt x="3306" y="3343"/>
                </a:lnTo>
                <a:lnTo>
                  <a:pt x="3306" y="3344"/>
                </a:lnTo>
                <a:lnTo>
                  <a:pt x="3307" y="3345"/>
                </a:lnTo>
                <a:lnTo>
                  <a:pt x="3307" y="3346"/>
                </a:lnTo>
                <a:lnTo>
                  <a:pt x="3308" y="3347"/>
                </a:lnTo>
                <a:lnTo>
                  <a:pt x="3307" y="3347"/>
                </a:lnTo>
                <a:lnTo>
                  <a:pt x="3306" y="3347"/>
                </a:lnTo>
                <a:lnTo>
                  <a:pt x="3306" y="3348"/>
                </a:lnTo>
                <a:lnTo>
                  <a:pt x="3306" y="3349"/>
                </a:lnTo>
                <a:lnTo>
                  <a:pt x="3307" y="3348"/>
                </a:lnTo>
                <a:lnTo>
                  <a:pt x="3308" y="3348"/>
                </a:lnTo>
                <a:lnTo>
                  <a:pt x="3309" y="3348"/>
                </a:lnTo>
                <a:lnTo>
                  <a:pt x="3310" y="3347"/>
                </a:lnTo>
                <a:lnTo>
                  <a:pt x="3311" y="3347"/>
                </a:lnTo>
                <a:lnTo>
                  <a:pt x="3312" y="3347"/>
                </a:lnTo>
                <a:lnTo>
                  <a:pt x="3312" y="3348"/>
                </a:lnTo>
                <a:lnTo>
                  <a:pt x="3313" y="3348"/>
                </a:lnTo>
                <a:lnTo>
                  <a:pt x="3314" y="3348"/>
                </a:lnTo>
                <a:lnTo>
                  <a:pt x="3314" y="3349"/>
                </a:lnTo>
                <a:lnTo>
                  <a:pt x="3314" y="3348"/>
                </a:lnTo>
                <a:lnTo>
                  <a:pt x="3315" y="3348"/>
                </a:lnTo>
                <a:lnTo>
                  <a:pt x="3316" y="3348"/>
                </a:lnTo>
                <a:lnTo>
                  <a:pt x="3318" y="3348"/>
                </a:lnTo>
                <a:lnTo>
                  <a:pt x="3319" y="3348"/>
                </a:lnTo>
                <a:lnTo>
                  <a:pt x="3320" y="3349"/>
                </a:lnTo>
                <a:lnTo>
                  <a:pt x="3321" y="3349"/>
                </a:lnTo>
                <a:lnTo>
                  <a:pt x="3321" y="3350"/>
                </a:lnTo>
                <a:lnTo>
                  <a:pt x="3322" y="3350"/>
                </a:lnTo>
                <a:lnTo>
                  <a:pt x="3323" y="3350"/>
                </a:lnTo>
                <a:lnTo>
                  <a:pt x="3324" y="3351"/>
                </a:lnTo>
                <a:lnTo>
                  <a:pt x="3324" y="3350"/>
                </a:lnTo>
                <a:lnTo>
                  <a:pt x="3325" y="3350"/>
                </a:lnTo>
                <a:lnTo>
                  <a:pt x="3325" y="3353"/>
                </a:lnTo>
                <a:lnTo>
                  <a:pt x="3324" y="3353"/>
                </a:lnTo>
                <a:lnTo>
                  <a:pt x="3325" y="3353"/>
                </a:lnTo>
                <a:lnTo>
                  <a:pt x="3325" y="3354"/>
                </a:lnTo>
                <a:lnTo>
                  <a:pt x="3325" y="3353"/>
                </a:lnTo>
                <a:lnTo>
                  <a:pt x="3325" y="3354"/>
                </a:lnTo>
                <a:lnTo>
                  <a:pt x="3325" y="3355"/>
                </a:lnTo>
                <a:lnTo>
                  <a:pt x="3325" y="3356"/>
                </a:lnTo>
                <a:lnTo>
                  <a:pt x="3326" y="3356"/>
                </a:lnTo>
                <a:lnTo>
                  <a:pt x="3325" y="3357"/>
                </a:lnTo>
                <a:lnTo>
                  <a:pt x="3325" y="3358"/>
                </a:lnTo>
                <a:lnTo>
                  <a:pt x="3325" y="3359"/>
                </a:lnTo>
                <a:lnTo>
                  <a:pt x="3325" y="3360"/>
                </a:lnTo>
                <a:lnTo>
                  <a:pt x="3325" y="3361"/>
                </a:lnTo>
                <a:lnTo>
                  <a:pt x="3324" y="3362"/>
                </a:lnTo>
                <a:lnTo>
                  <a:pt x="3323" y="3362"/>
                </a:lnTo>
                <a:lnTo>
                  <a:pt x="3322" y="3361"/>
                </a:lnTo>
                <a:lnTo>
                  <a:pt x="3322" y="3360"/>
                </a:lnTo>
                <a:lnTo>
                  <a:pt x="3321" y="3360"/>
                </a:lnTo>
                <a:lnTo>
                  <a:pt x="3321" y="3359"/>
                </a:lnTo>
                <a:lnTo>
                  <a:pt x="3321" y="3358"/>
                </a:lnTo>
                <a:lnTo>
                  <a:pt x="3320" y="3357"/>
                </a:lnTo>
                <a:lnTo>
                  <a:pt x="3320" y="3356"/>
                </a:lnTo>
                <a:lnTo>
                  <a:pt x="3320" y="3355"/>
                </a:lnTo>
                <a:lnTo>
                  <a:pt x="3320" y="3354"/>
                </a:lnTo>
                <a:lnTo>
                  <a:pt x="3320" y="3355"/>
                </a:lnTo>
                <a:lnTo>
                  <a:pt x="3319" y="3355"/>
                </a:lnTo>
                <a:lnTo>
                  <a:pt x="3319" y="3354"/>
                </a:lnTo>
                <a:lnTo>
                  <a:pt x="3319" y="3355"/>
                </a:lnTo>
                <a:lnTo>
                  <a:pt x="3320" y="3355"/>
                </a:lnTo>
                <a:lnTo>
                  <a:pt x="3319" y="3355"/>
                </a:lnTo>
                <a:lnTo>
                  <a:pt x="3320" y="3355"/>
                </a:lnTo>
                <a:lnTo>
                  <a:pt x="3320" y="3356"/>
                </a:lnTo>
                <a:lnTo>
                  <a:pt x="3320" y="3357"/>
                </a:lnTo>
                <a:lnTo>
                  <a:pt x="3320" y="3358"/>
                </a:lnTo>
                <a:lnTo>
                  <a:pt x="3319" y="3358"/>
                </a:lnTo>
                <a:lnTo>
                  <a:pt x="3318" y="3358"/>
                </a:lnTo>
                <a:lnTo>
                  <a:pt x="3318" y="3359"/>
                </a:lnTo>
                <a:lnTo>
                  <a:pt x="3318" y="3358"/>
                </a:lnTo>
                <a:lnTo>
                  <a:pt x="3318" y="3359"/>
                </a:lnTo>
                <a:lnTo>
                  <a:pt x="3318" y="3360"/>
                </a:lnTo>
                <a:lnTo>
                  <a:pt x="3318" y="3359"/>
                </a:lnTo>
                <a:lnTo>
                  <a:pt x="3318" y="3360"/>
                </a:lnTo>
                <a:lnTo>
                  <a:pt x="3319" y="3360"/>
                </a:lnTo>
                <a:lnTo>
                  <a:pt x="3319" y="3359"/>
                </a:lnTo>
                <a:lnTo>
                  <a:pt x="3320" y="3359"/>
                </a:lnTo>
                <a:lnTo>
                  <a:pt x="3320" y="3358"/>
                </a:lnTo>
                <a:lnTo>
                  <a:pt x="3320" y="3359"/>
                </a:lnTo>
                <a:lnTo>
                  <a:pt x="3320" y="3360"/>
                </a:lnTo>
                <a:lnTo>
                  <a:pt x="3319" y="3360"/>
                </a:lnTo>
                <a:lnTo>
                  <a:pt x="3320" y="3361"/>
                </a:lnTo>
                <a:lnTo>
                  <a:pt x="3320" y="3362"/>
                </a:lnTo>
                <a:lnTo>
                  <a:pt x="3320" y="3363"/>
                </a:lnTo>
                <a:lnTo>
                  <a:pt x="3319" y="3363"/>
                </a:lnTo>
                <a:lnTo>
                  <a:pt x="3318" y="3364"/>
                </a:lnTo>
                <a:lnTo>
                  <a:pt x="3317" y="3365"/>
                </a:lnTo>
                <a:lnTo>
                  <a:pt x="3317" y="3364"/>
                </a:lnTo>
                <a:lnTo>
                  <a:pt x="3317" y="3365"/>
                </a:lnTo>
                <a:lnTo>
                  <a:pt x="3317" y="3366"/>
                </a:lnTo>
                <a:lnTo>
                  <a:pt x="3317" y="3367"/>
                </a:lnTo>
                <a:lnTo>
                  <a:pt x="3316" y="3367"/>
                </a:lnTo>
                <a:lnTo>
                  <a:pt x="3317" y="3367"/>
                </a:lnTo>
                <a:lnTo>
                  <a:pt x="3318" y="3367"/>
                </a:lnTo>
                <a:lnTo>
                  <a:pt x="3318" y="3366"/>
                </a:lnTo>
                <a:lnTo>
                  <a:pt x="3319" y="3366"/>
                </a:lnTo>
                <a:lnTo>
                  <a:pt x="3319" y="3365"/>
                </a:lnTo>
                <a:lnTo>
                  <a:pt x="3320" y="3365"/>
                </a:lnTo>
                <a:lnTo>
                  <a:pt x="3320" y="3366"/>
                </a:lnTo>
                <a:lnTo>
                  <a:pt x="3320" y="3367"/>
                </a:lnTo>
                <a:lnTo>
                  <a:pt x="3320" y="3368"/>
                </a:lnTo>
                <a:lnTo>
                  <a:pt x="3320" y="3369"/>
                </a:lnTo>
                <a:lnTo>
                  <a:pt x="3320" y="3368"/>
                </a:lnTo>
                <a:lnTo>
                  <a:pt x="3320" y="3367"/>
                </a:lnTo>
                <a:lnTo>
                  <a:pt x="3321" y="3367"/>
                </a:lnTo>
                <a:lnTo>
                  <a:pt x="3321" y="3366"/>
                </a:lnTo>
                <a:lnTo>
                  <a:pt x="3321" y="3367"/>
                </a:lnTo>
                <a:lnTo>
                  <a:pt x="3322" y="3367"/>
                </a:lnTo>
                <a:lnTo>
                  <a:pt x="3322" y="3368"/>
                </a:lnTo>
                <a:lnTo>
                  <a:pt x="3322" y="3367"/>
                </a:lnTo>
                <a:lnTo>
                  <a:pt x="3322" y="3368"/>
                </a:lnTo>
                <a:lnTo>
                  <a:pt x="3323" y="3368"/>
                </a:lnTo>
                <a:lnTo>
                  <a:pt x="3323" y="3367"/>
                </a:lnTo>
                <a:lnTo>
                  <a:pt x="3323" y="3368"/>
                </a:lnTo>
                <a:lnTo>
                  <a:pt x="3323" y="3369"/>
                </a:lnTo>
                <a:lnTo>
                  <a:pt x="3324" y="3369"/>
                </a:lnTo>
                <a:lnTo>
                  <a:pt x="3324" y="3367"/>
                </a:lnTo>
                <a:lnTo>
                  <a:pt x="3325" y="3367"/>
                </a:lnTo>
                <a:lnTo>
                  <a:pt x="3325" y="3366"/>
                </a:lnTo>
                <a:lnTo>
                  <a:pt x="3325" y="3367"/>
                </a:lnTo>
                <a:lnTo>
                  <a:pt x="3325" y="3368"/>
                </a:lnTo>
                <a:lnTo>
                  <a:pt x="3325" y="3369"/>
                </a:lnTo>
                <a:lnTo>
                  <a:pt x="3326" y="3368"/>
                </a:lnTo>
                <a:lnTo>
                  <a:pt x="3327" y="3368"/>
                </a:lnTo>
                <a:lnTo>
                  <a:pt x="3327" y="3367"/>
                </a:lnTo>
                <a:lnTo>
                  <a:pt x="3328" y="3367"/>
                </a:lnTo>
                <a:lnTo>
                  <a:pt x="3329" y="3367"/>
                </a:lnTo>
                <a:lnTo>
                  <a:pt x="3329" y="3366"/>
                </a:lnTo>
                <a:lnTo>
                  <a:pt x="3330" y="3366"/>
                </a:lnTo>
                <a:lnTo>
                  <a:pt x="3330" y="3367"/>
                </a:lnTo>
                <a:lnTo>
                  <a:pt x="3330" y="3368"/>
                </a:lnTo>
                <a:lnTo>
                  <a:pt x="3331" y="3368"/>
                </a:lnTo>
                <a:lnTo>
                  <a:pt x="3331" y="3367"/>
                </a:lnTo>
                <a:lnTo>
                  <a:pt x="3331" y="3366"/>
                </a:lnTo>
                <a:lnTo>
                  <a:pt x="3331" y="3365"/>
                </a:lnTo>
                <a:lnTo>
                  <a:pt x="3332" y="3365"/>
                </a:lnTo>
                <a:lnTo>
                  <a:pt x="3332" y="3366"/>
                </a:lnTo>
                <a:lnTo>
                  <a:pt x="3332" y="3367"/>
                </a:lnTo>
                <a:lnTo>
                  <a:pt x="3333" y="3367"/>
                </a:lnTo>
                <a:lnTo>
                  <a:pt x="3332" y="3367"/>
                </a:lnTo>
                <a:lnTo>
                  <a:pt x="3333" y="3367"/>
                </a:lnTo>
                <a:lnTo>
                  <a:pt x="3333" y="3368"/>
                </a:lnTo>
                <a:lnTo>
                  <a:pt x="3333" y="3369"/>
                </a:lnTo>
                <a:lnTo>
                  <a:pt x="3333" y="3370"/>
                </a:lnTo>
                <a:lnTo>
                  <a:pt x="3334" y="3370"/>
                </a:lnTo>
                <a:lnTo>
                  <a:pt x="3334" y="3371"/>
                </a:lnTo>
                <a:lnTo>
                  <a:pt x="3334" y="3372"/>
                </a:lnTo>
                <a:lnTo>
                  <a:pt x="3334" y="3373"/>
                </a:lnTo>
                <a:lnTo>
                  <a:pt x="3334" y="3374"/>
                </a:lnTo>
                <a:lnTo>
                  <a:pt x="3334" y="3375"/>
                </a:lnTo>
                <a:lnTo>
                  <a:pt x="3333" y="3374"/>
                </a:lnTo>
                <a:lnTo>
                  <a:pt x="3332" y="3374"/>
                </a:lnTo>
                <a:lnTo>
                  <a:pt x="3332" y="3375"/>
                </a:lnTo>
                <a:lnTo>
                  <a:pt x="3332" y="3374"/>
                </a:lnTo>
                <a:lnTo>
                  <a:pt x="3332" y="3375"/>
                </a:lnTo>
                <a:lnTo>
                  <a:pt x="3331" y="3375"/>
                </a:lnTo>
                <a:lnTo>
                  <a:pt x="3330" y="3375"/>
                </a:lnTo>
                <a:lnTo>
                  <a:pt x="3330" y="3374"/>
                </a:lnTo>
                <a:lnTo>
                  <a:pt x="3330" y="3373"/>
                </a:lnTo>
                <a:lnTo>
                  <a:pt x="3330" y="3372"/>
                </a:lnTo>
                <a:lnTo>
                  <a:pt x="3330" y="3371"/>
                </a:lnTo>
                <a:lnTo>
                  <a:pt x="3330" y="3370"/>
                </a:lnTo>
                <a:lnTo>
                  <a:pt x="3329" y="3370"/>
                </a:lnTo>
                <a:lnTo>
                  <a:pt x="3328" y="3369"/>
                </a:lnTo>
                <a:lnTo>
                  <a:pt x="3328" y="3370"/>
                </a:lnTo>
                <a:lnTo>
                  <a:pt x="3327" y="3370"/>
                </a:lnTo>
                <a:lnTo>
                  <a:pt x="3326" y="3370"/>
                </a:lnTo>
                <a:lnTo>
                  <a:pt x="3326" y="3371"/>
                </a:lnTo>
                <a:lnTo>
                  <a:pt x="3326" y="3373"/>
                </a:lnTo>
                <a:lnTo>
                  <a:pt x="3327" y="3374"/>
                </a:lnTo>
                <a:lnTo>
                  <a:pt x="3327" y="3375"/>
                </a:lnTo>
                <a:lnTo>
                  <a:pt x="3328" y="3375"/>
                </a:lnTo>
                <a:lnTo>
                  <a:pt x="3328" y="3374"/>
                </a:lnTo>
                <a:lnTo>
                  <a:pt x="3330" y="3376"/>
                </a:lnTo>
                <a:lnTo>
                  <a:pt x="3330" y="3377"/>
                </a:lnTo>
                <a:lnTo>
                  <a:pt x="3331" y="3377"/>
                </a:lnTo>
                <a:lnTo>
                  <a:pt x="3331" y="3376"/>
                </a:lnTo>
                <a:lnTo>
                  <a:pt x="3332" y="3376"/>
                </a:lnTo>
                <a:lnTo>
                  <a:pt x="3332" y="3375"/>
                </a:lnTo>
                <a:lnTo>
                  <a:pt x="3333" y="3375"/>
                </a:lnTo>
                <a:lnTo>
                  <a:pt x="3333" y="3376"/>
                </a:lnTo>
                <a:lnTo>
                  <a:pt x="3334" y="3377"/>
                </a:lnTo>
                <a:lnTo>
                  <a:pt x="3335" y="3378"/>
                </a:lnTo>
                <a:lnTo>
                  <a:pt x="3335" y="3379"/>
                </a:lnTo>
                <a:lnTo>
                  <a:pt x="3335" y="3380"/>
                </a:lnTo>
                <a:lnTo>
                  <a:pt x="3336" y="3380"/>
                </a:lnTo>
                <a:lnTo>
                  <a:pt x="3336" y="3381"/>
                </a:lnTo>
                <a:lnTo>
                  <a:pt x="3336" y="3382"/>
                </a:lnTo>
                <a:lnTo>
                  <a:pt x="3337" y="3382"/>
                </a:lnTo>
                <a:lnTo>
                  <a:pt x="3337" y="3383"/>
                </a:lnTo>
                <a:lnTo>
                  <a:pt x="3337" y="3384"/>
                </a:lnTo>
                <a:lnTo>
                  <a:pt x="3338" y="3384"/>
                </a:lnTo>
                <a:lnTo>
                  <a:pt x="3338" y="3385"/>
                </a:lnTo>
                <a:lnTo>
                  <a:pt x="3338" y="3386"/>
                </a:lnTo>
                <a:lnTo>
                  <a:pt x="3338" y="3387"/>
                </a:lnTo>
                <a:lnTo>
                  <a:pt x="3337" y="3387"/>
                </a:lnTo>
                <a:lnTo>
                  <a:pt x="3337" y="3388"/>
                </a:lnTo>
                <a:lnTo>
                  <a:pt x="3337" y="3389"/>
                </a:lnTo>
                <a:lnTo>
                  <a:pt x="3337" y="3391"/>
                </a:lnTo>
                <a:lnTo>
                  <a:pt x="3336" y="3391"/>
                </a:lnTo>
                <a:lnTo>
                  <a:pt x="3335" y="3391"/>
                </a:lnTo>
                <a:lnTo>
                  <a:pt x="3335" y="3392"/>
                </a:lnTo>
                <a:lnTo>
                  <a:pt x="3334" y="3393"/>
                </a:lnTo>
                <a:lnTo>
                  <a:pt x="3333" y="3393"/>
                </a:lnTo>
                <a:lnTo>
                  <a:pt x="3333" y="3394"/>
                </a:lnTo>
                <a:lnTo>
                  <a:pt x="3333" y="3395"/>
                </a:lnTo>
                <a:lnTo>
                  <a:pt x="3332" y="3395"/>
                </a:lnTo>
                <a:lnTo>
                  <a:pt x="3332" y="3396"/>
                </a:lnTo>
                <a:lnTo>
                  <a:pt x="3332" y="3397"/>
                </a:lnTo>
                <a:lnTo>
                  <a:pt x="3331" y="3398"/>
                </a:lnTo>
                <a:lnTo>
                  <a:pt x="3331" y="3399"/>
                </a:lnTo>
                <a:lnTo>
                  <a:pt x="3330" y="3399"/>
                </a:lnTo>
                <a:lnTo>
                  <a:pt x="3330" y="3400"/>
                </a:lnTo>
                <a:lnTo>
                  <a:pt x="3330" y="3401"/>
                </a:lnTo>
                <a:lnTo>
                  <a:pt x="3329" y="3401"/>
                </a:lnTo>
                <a:lnTo>
                  <a:pt x="3328" y="3402"/>
                </a:lnTo>
                <a:lnTo>
                  <a:pt x="3327" y="3402"/>
                </a:lnTo>
                <a:lnTo>
                  <a:pt x="3327" y="3403"/>
                </a:lnTo>
                <a:lnTo>
                  <a:pt x="3326" y="3403"/>
                </a:lnTo>
                <a:lnTo>
                  <a:pt x="3325" y="3403"/>
                </a:lnTo>
                <a:lnTo>
                  <a:pt x="3324" y="3403"/>
                </a:lnTo>
                <a:lnTo>
                  <a:pt x="3323" y="3404"/>
                </a:lnTo>
                <a:lnTo>
                  <a:pt x="3322" y="3404"/>
                </a:lnTo>
                <a:lnTo>
                  <a:pt x="3322" y="3405"/>
                </a:lnTo>
                <a:lnTo>
                  <a:pt x="3321" y="3405"/>
                </a:lnTo>
                <a:lnTo>
                  <a:pt x="3320" y="3407"/>
                </a:lnTo>
                <a:lnTo>
                  <a:pt x="3319" y="3407"/>
                </a:lnTo>
                <a:lnTo>
                  <a:pt x="3318" y="3408"/>
                </a:lnTo>
                <a:lnTo>
                  <a:pt x="3317" y="3408"/>
                </a:lnTo>
                <a:lnTo>
                  <a:pt x="3317" y="3407"/>
                </a:lnTo>
                <a:lnTo>
                  <a:pt x="3316" y="3407"/>
                </a:lnTo>
                <a:lnTo>
                  <a:pt x="3316" y="3408"/>
                </a:lnTo>
                <a:lnTo>
                  <a:pt x="3316" y="3409"/>
                </a:lnTo>
                <a:lnTo>
                  <a:pt x="3315" y="3409"/>
                </a:lnTo>
                <a:lnTo>
                  <a:pt x="3315" y="3408"/>
                </a:lnTo>
                <a:lnTo>
                  <a:pt x="3315" y="3407"/>
                </a:lnTo>
                <a:lnTo>
                  <a:pt x="3314" y="3407"/>
                </a:lnTo>
                <a:lnTo>
                  <a:pt x="3313" y="3407"/>
                </a:lnTo>
                <a:lnTo>
                  <a:pt x="3312" y="3407"/>
                </a:lnTo>
                <a:lnTo>
                  <a:pt x="3312" y="3406"/>
                </a:lnTo>
                <a:lnTo>
                  <a:pt x="3313" y="3406"/>
                </a:lnTo>
                <a:lnTo>
                  <a:pt x="3312" y="3406"/>
                </a:lnTo>
                <a:lnTo>
                  <a:pt x="3310" y="3406"/>
                </a:lnTo>
                <a:lnTo>
                  <a:pt x="3310" y="3405"/>
                </a:lnTo>
                <a:lnTo>
                  <a:pt x="3310" y="3406"/>
                </a:lnTo>
                <a:lnTo>
                  <a:pt x="3311" y="3406"/>
                </a:lnTo>
                <a:lnTo>
                  <a:pt x="3311" y="3407"/>
                </a:lnTo>
                <a:lnTo>
                  <a:pt x="3310" y="3407"/>
                </a:lnTo>
                <a:lnTo>
                  <a:pt x="3309" y="3407"/>
                </a:lnTo>
                <a:lnTo>
                  <a:pt x="3309" y="3406"/>
                </a:lnTo>
                <a:lnTo>
                  <a:pt x="3308" y="3406"/>
                </a:lnTo>
                <a:lnTo>
                  <a:pt x="3308" y="3407"/>
                </a:lnTo>
                <a:lnTo>
                  <a:pt x="3307" y="3407"/>
                </a:lnTo>
                <a:lnTo>
                  <a:pt x="3308" y="3407"/>
                </a:lnTo>
                <a:lnTo>
                  <a:pt x="3308" y="3408"/>
                </a:lnTo>
                <a:lnTo>
                  <a:pt x="3307" y="3409"/>
                </a:lnTo>
                <a:lnTo>
                  <a:pt x="3306" y="3409"/>
                </a:lnTo>
                <a:lnTo>
                  <a:pt x="3304" y="3409"/>
                </a:lnTo>
                <a:lnTo>
                  <a:pt x="3303" y="3410"/>
                </a:lnTo>
                <a:lnTo>
                  <a:pt x="3302" y="3410"/>
                </a:lnTo>
                <a:lnTo>
                  <a:pt x="3301" y="3410"/>
                </a:lnTo>
                <a:lnTo>
                  <a:pt x="3301" y="3409"/>
                </a:lnTo>
                <a:lnTo>
                  <a:pt x="3301" y="3408"/>
                </a:lnTo>
                <a:lnTo>
                  <a:pt x="3300" y="3407"/>
                </a:lnTo>
                <a:lnTo>
                  <a:pt x="3299" y="3407"/>
                </a:lnTo>
                <a:lnTo>
                  <a:pt x="3298" y="3407"/>
                </a:lnTo>
                <a:lnTo>
                  <a:pt x="3297" y="3407"/>
                </a:lnTo>
                <a:lnTo>
                  <a:pt x="3296" y="3406"/>
                </a:lnTo>
                <a:lnTo>
                  <a:pt x="3296" y="3405"/>
                </a:lnTo>
                <a:lnTo>
                  <a:pt x="3295" y="3404"/>
                </a:lnTo>
                <a:lnTo>
                  <a:pt x="3294" y="3404"/>
                </a:lnTo>
                <a:lnTo>
                  <a:pt x="3294" y="3405"/>
                </a:lnTo>
                <a:lnTo>
                  <a:pt x="3294" y="3406"/>
                </a:lnTo>
                <a:lnTo>
                  <a:pt x="3293" y="3406"/>
                </a:lnTo>
                <a:lnTo>
                  <a:pt x="3292" y="3406"/>
                </a:lnTo>
                <a:lnTo>
                  <a:pt x="3292" y="3405"/>
                </a:lnTo>
                <a:lnTo>
                  <a:pt x="3291" y="3405"/>
                </a:lnTo>
                <a:lnTo>
                  <a:pt x="3291" y="3406"/>
                </a:lnTo>
                <a:lnTo>
                  <a:pt x="3291" y="3407"/>
                </a:lnTo>
                <a:lnTo>
                  <a:pt x="3290" y="3407"/>
                </a:lnTo>
                <a:lnTo>
                  <a:pt x="3290" y="3406"/>
                </a:lnTo>
                <a:lnTo>
                  <a:pt x="3290" y="3405"/>
                </a:lnTo>
                <a:lnTo>
                  <a:pt x="3289" y="3405"/>
                </a:lnTo>
                <a:lnTo>
                  <a:pt x="3288" y="3405"/>
                </a:lnTo>
                <a:lnTo>
                  <a:pt x="3288" y="3406"/>
                </a:lnTo>
                <a:lnTo>
                  <a:pt x="3287" y="3407"/>
                </a:lnTo>
                <a:lnTo>
                  <a:pt x="3285" y="3409"/>
                </a:lnTo>
                <a:lnTo>
                  <a:pt x="3285" y="3410"/>
                </a:lnTo>
                <a:lnTo>
                  <a:pt x="3284" y="3410"/>
                </a:lnTo>
                <a:lnTo>
                  <a:pt x="3284" y="3411"/>
                </a:lnTo>
                <a:lnTo>
                  <a:pt x="3283" y="3411"/>
                </a:lnTo>
                <a:lnTo>
                  <a:pt x="3283" y="3412"/>
                </a:lnTo>
                <a:lnTo>
                  <a:pt x="3283" y="3411"/>
                </a:lnTo>
                <a:lnTo>
                  <a:pt x="3283" y="3409"/>
                </a:lnTo>
                <a:lnTo>
                  <a:pt x="3283" y="3408"/>
                </a:lnTo>
                <a:lnTo>
                  <a:pt x="3283" y="3407"/>
                </a:lnTo>
                <a:lnTo>
                  <a:pt x="3284" y="3405"/>
                </a:lnTo>
                <a:lnTo>
                  <a:pt x="3284" y="3404"/>
                </a:lnTo>
                <a:lnTo>
                  <a:pt x="3284" y="3402"/>
                </a:lnTo>
                <a:lnTo>
                  <a:pt x="3284" y="3401"/>
                </a:lnTo>
                <a:lnTo>
                  <a:pt x="3283" y="3400"/>
                </a:lnTo>
                <a:lnTo>
                  <a:pt x="3283" y="3399"/>
                </a:lnTo>
                <a:lnTo>
                  <a:pt x="3283" y="3398"/>
                </a:lnTo>
                <a:lnTo>
                  <a:pt x="3282" y="3398"/>
                </a:lnTo>
                <a:lnTo>
                  <a:pt x="3281" y="3397"/>
                </a:lnTo>
                <a:lnTo>
                  <a:pt x="3281" y="3398"/>
                </a:lnTo>
                <a:lnTo>
                  <a:pt x="3280" y="3398"/>
                </a:lnTo>
                <a:lnTo>
                  <a:pt x="3280" y="3397"/>
                </a:lnTo>
                <a:lnTo>
                  <a:pt x="3279" y="3396"/>
                </a:lnTo>
                <a:lnTo>
                  <a:pt x="3279" y="3395"/>
                </a:lnTo>
                <a:lnTo>
                  <a:pt x="3279" y="3394"/>
                </a:lnTo>
                <a:lnTo>
                  <a:pt x="3279" y="3393"/>
                </a:lnTo>
                <a:lnTo>
                  <a:pt x="3280" y="3393"/>
                </a:lnTo>
                <a:lnTo>
                  <a:pt x="3281" y="3393"/>
                </a:lnTo>
                <a:lnTo>
                  <a:pt x="3281" y="3392"/>
                </a:lnTo>
                <a:lnTo>
                  <a:pt x="3281" y="3391"/>
                </a:lnTo>
                <a:lnTo>
                  <a:pt x="3282" y="3390"/>
                </a:lnTo>
                <a:lnTo>
                  <a:pt x="3282" y="3391"/>
                </a:lnTo>
                <a:lnTo>
                  <a:pt x="3283" y="3391"/>
                </a:lnTo>
                <a:lnTo>
                  <a:pt x="3284" y="3391"/>
                </a:lnTo>
                <a:lnTo>
                  <a:pt x="3284" y="3392"/>
                </a:lnTo>
                <a:lnTo>
                  <a:pt x="3284" y="3391"/>
                </a:lnTo>
                <a:lnTo>
                  <a:pt x="3284" y="3392"/>
                </a:lnTo>
                <a:lnTo>
                  <a:pt x="3285" y="3393"/>
                </a:lnTo>
                <a:lnTo>
                  <a:pt x="3286" y="3393"/>
                </a:lnTo>
                <a:lnTo>
                  <a:pt x="3287" y="3393"/>
                </a:lnTo>
                <a:lnTo>
                  <a:pt x="3288" y="3393"/>
                </a:lnTo>
                <a:lnTo>
                  <a:pt x="3288" y="3394"/>
                </a:lnTo>
                <a:lnTo>
                  <a:pt x="3287" y="3394"/>
                </a:lnTo>
                <a:lnTo>
                  <a:pt x="3287" y="3395"/>
                </a:lnTo>
                <a:lnTo>
                  <a:pt x="3287" y="3396"/>
                </a:lnTo>
                <a:lnTo>
                  <a:pt x="3288" y="3396"/>
                </a:lnTo>
                <a:lnTo>
                  <a:pt x="3288" y="3397"/>
                </a:lnTo>
                <a:lnTo>
                  <a:pt x="3288" y="3398"/>
                </a:lnTo>
                <a:lnTo>
                  <a:pt x="3288" y="3399"/>
                </a:lnTo>
                <a:lnTo>
                  <a:pt x="3289" y="3399"/>
                </a:lnTo>
                <a:lnTo>
                  <a:pt x="3289" y="3398"/>
                </a:lnTo>
                <a:lnTo>
                  <a:pt x="3289" y="3399"/>
                </a:lnTo>
                <a:lnTo>
                  <a:pt x="3289" y="3398"/>
                </a:lnTo>
                <a:lnTo>
                  <a:pt x="3290" y="3398"/>
                </a:lnTo>
                <a:lnTo>
                  <a:pt x="3289" y="3398"/>
                </a:lnTo>
                <a:lnTo>
                  <a:pt x="3289" y="3397"/>
                </a:lnTo>
                <a:lnTo>
                  <a:pt x="3289" y="3396"/>
                </a:lnTo>
                <a:lnTo>
                  <a:pt x="3289" y="3395"/>
                </a:lnTo>
                <a:lnTo>
                  <a:pt x="3288" y="3395"/>
                </a:lnTo>
                <a:lnTo>
                  <a:pt x="3289" y="3395"/>
                </a:lnTo>
                <a:lnTo>
                  <a:pt x="3290" y="3394"/>
                </a:lnTo>
                <a:lnTo>
                  <a:pt x="3291" y="3393"/>
                </a:lnTo>
                <a:lnTo>
                  <a:pt x="3291" y="3391"/>
                </a:lnTo>
                <a:lnTo>
                  <a:pt x="3291" y="3390"/>
                </a:lnTo>
                <a:lnTo>
                  <a:pt x="3290" y="3390"/>
                </a:lnTo>
                <a:lnTo>
                  <a:pt x="3290" y="3389"/>
                </a:lnTo>
                <a:lnTo>
                  <a:pt x="3289" y="3389"/>
                </a:lnTo>
                <a:lnTo>
                  <a:pt x="3288" y="3389"/>
                </a:lnTo>
                <a:lnTo>
                  <a:pt x="3288" y="3388"/>
                </a:lnTo>
                <a:lnTo>
                  <a:pt x="3288" y="3387"/>
                </a:lnTo>
                <a:lnTo>
                  <a:pt x="3287" y="3387"/>
                </a:lnTo>
                <a:lnTo>
                  <a:pt x="3288" y="3386"/>
                </a:lnTo>
                <a:lnTo>
                  <a:pt x="3287" y="3386"/>
                </a:lnTo>
                <a:lnTo>
                  <a:pt x="3287" y="3387"/>
                </a:lnTo>
                <a:lnTo>
                  <a:pt x="3286" y="3388"/>
                </a:lnTo>
                <a:lnTo>
                  <a:pt x="3286" y="3389"/>
                </a:lnTo>
                <a:lnTo>
                  <a:pt x="3285" y="3389"/>
                </a:lnTo>
                <a:lnTo>
                  <a:pt x="3285" y="3388"/>
                </a:lnTo>
                <a:lnTo>
                  <a:pt x="3285" y="3387"/>
                </a:lnTo>
                <a:lnTo>
                  <a:pt x="3285" y="3386"/>
                </a:lnTo>
                <a:lnTo>
                  <a:pt x="3285" y="3385"/>
                </a:lnTo>
                <a:lnTo>
                  <a:pt x="3285" y="3384"/>
                </a:lnTo>
                <a:lnTo>
                  <a:pt x="3284" y="3384"/>
                </a:lnTo>
                <a:lnTo>
                  <a:pt x="3284" y="3385"/>
                </a:lnTo>
                <a:lnTo>
                  <a:pt x="3283" y="3385"/>
                </a:lnTo>
                <a:lnTo>
                  <a:pt x="3284" y="3386"/>
                </a:lnTo>
                <a:lnTo>
                  <a:pt x="3283" y="3386"/>
                </a:lnTo>
                <a:lnTo>
                  <a:pt x="3283" y="3387"/>
                </a:lnTo>
                <a:lnTo>
                  <a:pt x="3284" y="3387"/>
                </a:lnTo>
                <a:lnTo>
                  <a:pt x="3284" y="3388"/>
                </a:lnTo>
                <a:lnTo>
                  <a:pt x="3284" y="3389"/>
                </a:lnTo>
                <a:lnTo>
                  <a:pt x="3283" y="3389"/>
                </a:lnTo>
                <a:lnTo>
                  <a:pt x="3283" y="3390"/>
                </a:lnTo>
                <a:lnTo>
                  <a:pt x="3283" y="3389"/>
                </a:lnTo>
                <a:lnTo>
                  <a:pt x="3283" y="3387"/>
                </a:lnTo>
                <a:lnTo>
                  <a:pt x="3282" y="3387"/>
                </a:lnTo>
                <a:lnTo>
                  <a:pt x="3282" y="3386"/>
                </a:lnTo>
                <a:lnTo>
                  <a:pt x="3282" y="3385"/>
                </a:lnTo>
                <a:lnTo>
                  <a:pt x="3281" y="3385"/>
                </a:lnTo>
                <a:lnTo>
                  <a:pt x="3281" y="3384"/>
                </a:lnTo>
                <a:lnTo>
                  <a:pt x="3280" y="3384"/>
                </a:lnTo>
                <a:lnTo>
                  <a:pt x="3279" y="3384"/>
                </a:lnTo>
                <a:lnTo>
                  <a:pt x="3279" y="3383"/>
                </a:lnTo>
                <a:lnTo>
                  <a:pt x="3278" y="3383"/>
                </a:lnTo>
                <a:lnTo>
                  <a:pt x="3277" y="3383"/>
                </a:lnTo>
                <a:lnTo>
                  <a:pt x="3276" y="3383"/>
                </a:lnTo>
                <a:lnTo>
                  <a:pt x="3275" y="3383"/>
                </a:lnTo>
                <a:lnTo>
                  <a:pt x="3276" y="3383"/>
                </a:lnTo>
                <a:lnTo>
                  <a:pt x="3275" y="3383"/>
                </a:lnTo>
                <a:lnTo>
                  <a:pt x="3275" y="3382"/>
                </a:lnTo>
                <a:lnTo>
                  <a:pt x="3275" y="3383"/>
                </a:lnTo>
                <a:lnTo>
                  <a:pt x="3275" y="3382"/>
                </a:lnTo>
                <a:lnTo>
                  <a:pt x="3274" y="3382"/>
                </a:lnTo>
                <a:lnTo>
                  <a:pt x="3274" y="3381"/>
                </a:lnTo>
                <a:lnTo>
                  <a:pt x="3274" y="3380"/>
                </a:lnTo>
                <a:lnTo>
                  <a:pt x="3274" y="3379"/>
                </a:lnTo>
                <a:lnTo>
                  <a:pt x="3273" y="3379"/>
                </a:lnTo>
                <a:lnTo>
                  <a:pt x="3274" y="3379"/>
                </a:lnTo>
                <a:lnTo>
                  <a:pt x="3275" y="3379"/>
                </a:lnTo>
                <a:lnTo>
                  <a:pt x="3275" y="3378"/>
                </a:lnTo>
                <a:lnTo>
                  <a:pt x="3276" y="3378"/>
                </a:lnTo>
                <a:lnTo>
                  <a:pt x="3275" y="3377"/>
                </a:lnTo>
                <a:lnTo>
                  <a:pt x="3275" y="3378"/>
                </a:lnTo>
                <a:lnTo>
                  <a:pt x="3275" y="3377"/>
                </a:lnTo>
                <a:lnTo>
                  <a:pt x="3275" y="3376"/>
                </a:lnTo>
                <a:lnTo>
                  <a:pt x="3274" y="3375"/>
                </a:lnTo>
                <a:lnTo>
                  <a:pt x="3274" y="3374"/>
                </a:lnTo>
                <a:lnTo>
                  <a:pt x="3274" y="3373"/>
                </a:lnTo>
                <a:lnTo>
                  <a:pt x="3273" y="3373"/>
                </a:lnTo>
                <a:lnTo>
                  <a:pt x="3273" y="3372"/>
                </a:lnTo>
                <a:lnTo>
                  <a:pt x="3272" y="3371"/>
                </a:lnTo>
                <a:lnTo>
                  <a:pt x="3272" y="3370"/>
                </a:lnTo>
                <a:lnTo>
                  <a:pt x="3271" y="3370"/>
                </a:lnTo>
                <a:lnTo>
                  <a:pt x="3271" y="3369"/>
                </a:lnTo>
                <a:lnTo>
                  <a:pt x="3270" y="3369"/>
                </a:lnTo>
                <a:lnTo>
                  <a:pt x="3269" y="3369"/>
                </a:lnTo>
                <a:lnTo>
                  <a:pt x="3269" y="3370"/>
                </a:lnTo>
                <a:lnTo>
                  <a:pt x="3268" y="3370"/>
                </a:lnTo>
                <a:lnTo>
                  <a:pt x="3267" y="3370"/>
                </a:lnTo>
                <a:lnTo>
                  <a:pt x="3267" y="3369"/>
                </a:lnTo>
                <a:lnTo>
                  <a:pt x="3267" y="3368"/>
                </a:lnTo>
                <a:lnTo>
                  <a:pt x="3267" y="3367"/>
                </a:lnTo>
                <a:lnTo>
                  <a:pt x="3267" y="3366"/>
                </a:lnTo>
                <a:lnTo>
                  <a:pt x="3267" y="3365"/>
                </a:lnTo>
                <a:lnTo>
                  <a:pt x="3268" y="3365"/>
                </a:lnTo>
                <a:lnTo>
                  <a:pt x="3269" y="3365"/>
                </a:lnTo>
                <a:lnTo>
                  <a:pt x="3269" y="3364"/>
                </a:lnTo>
                <a:lnTo>
                  <a:pt x="3269" y="3363"/>
                </a:lnTo>
                <a:lnTo>
                  <a:pt x="3270" y="3363"/>
                </a:lnTo>
                <a:lnTo>
                  <a:pt x="3271" y="3363"/>
                </a:lnTo>
                <a:lnTo>
                  <a:pt x="3271" y="3364"/>
                </a:lnTo>
                <a:lnTo>
                  <a:pt x="3272" y="3365"/>
                </a:lnTo>
                <a:lnTo>
                  <a:pt x="3272" y="3364"/>
                </a:lnTo>
                <a:lnTo>
                  <a:pt x="3273" y="3364"/>
                </a:lnTo>
                <a:lnTo>
                  <a:pt x="3273" y="3363"/>
                </a:lnTo>
                <a:lnTo>
                  <a:pt x="3274" y="3364"/>
                </a:lnTo>
                <a:lnTo>
                  <a:pt x="3274" y="3363"/>
                </a:lnTo>
                <a:lnTo>
                  <a:pt x="3274" y="3362"/>
                </a:lnTo>
                <a:lnTo>
                  <a:pt x="3274" y="3363"/>
                </a:lnTo>
                <a:lnTo>
                  <a:pt x="3273" y="3363"/>
                </a:lnTo>
                <a:lnTo>
                  <a:pt x="3273" y="3362"/>
                </a:lnTo>
                <a:lnTo>
                  <a:pt x="3274" y="3362"/>
                </a:lnTo>
                <a:lnTo>
                  <a:pt x="3274" y="3361"/>
                </a:lnTo>
                <a:lnTo>
                  <a:pt x="3273" y="3361"/>
                </a:lnTo>
                <a:lnTo>
                  <a:pt x="3272" y="3361"/>
                </a:lnTo>
                <a:lnTo>
                  <a:pt x="3272" y="3362"/>
                </a:lnTo>
                <a:lnTo>
                  <a:pt x="3272" y="3363"/>
                </a:lnTo>
                <a:lnTo>
                  <a:pt x="3272" y="3364"/>
                </a:lnTo>
                <a:lnTo>
                  <a:pt x="3271" y="3363"/>
                </a:lnTo>
                <a:lnTo>
                  <a:pt x="3270" y="3363"/>
                </a:lnTo>
                <a:lnTo>
                  <a:pt x="3270" y="3362"/>
                </a:lnTo>
                <a:lnTo>
                  <a:pt x="3269" y="3362"/>
                </a:lnTo>
                <a:lnTo>
                  <a:pt x="3269" y="3361"/>
                </a:lnTo>
                <a:lnTo>
                  <a:pt x="3268" y="3360"/>
                </a:lnTo>
                <a:lnTo>
                  <a:pt x="3268" y="3359"/>
                </a:lnTo>
                <a:lnTo>
                  <a:pt x="3267" y="3359"/>
                </a:lnTo>
                <a:lnTo>
                  <a:pt x="3267" y="3358"/>
                </a:lnTo>
                <a:lnTo>
                  <a:pt x="3268" y="3358"/>
                </a:lnTo>
                <a:lnTo>
                  <a:pt x="3268" y="3357"/>
                </a:lnTo>
                <a:lnTo>
                  <a:pt x="3268" y="3356"/>
                </a:lnTo>
                <a:lnTo>
                  <a:pt x="3269" y="3355"/>
                </a:lnTo>
                <a:lnTo>
                  <a:pt x="3269" y="3354"/>
                </a:lnTo>
                <a:lnTo>
                  <a:pt x="3269" y="3353"/>
                </a:lnTo>
                <a:lnTo>
                  <a:pt x="3269" y="3352"/>
                </a:lnTo>
                <a:lnTo>
                  <a:pt x="3268" y="3351"/>
                </a:lnTo>
                <a:lnTo>
                  <a:pt x="3266" y="3352"/>
                </a:lnTo>
                <a:lnTo>
                  <a:pt x="3267" y="3352"/>
                </a:lnTo>
                <a:lnTo>
                  <a:pt x="3266" y="3352"/>
                </a:lnTo>
                <a:lnTo>
                  <a:pt x="3265" y="3352"/>
                </a:lnTo>
                <a:lnTo>
                  <a:pt x="3266" y="3352"/>
                </a:lnTo>
                <a:lnTo>
                  <a:pt x="3266" y="3353"/>
                </a:lnTo>
                <a:lnTo>
                  <a:pt x="3265" y="3353"/>
                </a:lnTo>
                <a:lnTo>
                  <a:pt x="3265" y="3352"/>
                </a:lnTo>
                <a:lnTo>
                  <a:pt x="3265" y="3351"/>
                </a:lnTo>
                <a:lnTo>
                  <a:pt x="3264" y="3351"/>
                </a:lnTo>
                <a:lnTo>
                  <a:pt x="3264" y="3350"/>
                </a:lnTo>
                <a:lnTo>
                  <a:pt x="3263" y="3350"/>
                </a:lnTo>
                <a:lnTo>
                  <a:pt x="3263" y="3349"/>
                </a:lnTo>
                <a:lnTo>
                  <a:pt x="3262" y="3348"/>
                </a:lnTo>
                <a:lnTo>
                  <a:pt x="3262" y="3347"/>
                </a:lnTo>
                <a:lnTo>
                  <a:pt x="3261" y="3346"/>
                </a:lnTo>
                <a:lnTo>
                  <a:pt x="3261" y="3345"/>
                </a:lnTo>
                <a:lnTo>
                  <a:pt x="3261" y="3344"/>
                </a:lnTo>
                <a:lnTo>
                  <a:pt x="3260" y="3344"/>
                </a:lnTo>
                <a:lnTo>
                  <a:pt x="3260" y="3343"/>
                </a:lnTo>
                <a:lnTo>
                  <a:pt x="3260" y="3342"/>
                </a:lnTo>
                <a:lnTo>
                  <a:pt x="3260" y="3338"/>
                </a:lnTo>
                <a:lnTo>
                  <a:pt x="3260" y="3337"/>
                </a:lnTo>
                <a:lnTo>
                  <a:pt x="3260" y="3336"/>
                </a:lnTo>
                <a:lnTo>
                  <a:pt x="3261" y="3336"/>
                </a:lnTo>
                <a:lnTo>
                  <a:pt x="3261" y="3337"/>
                </a:lnTo>
                <a:lnTo>
                  <a:pt x="3261" y="3336"/>
                </a:lnTo>
                <a:lnTo>
                  <a:pt x="3261" y="3335"/>
                </a:lnTo>
                <a:lnTo>
                  <a:pt x="3261" y="3334"/>
                </a:lnTo>
                <a:lnTo>
                  <a:pt x="3262" y="3333"/>
                </a:lnTo>
                <a:lnTo>
                  <a:pt x="3262" y="3332"/>
                </a:lnTo>
                <a:lnTo>
                  <a:pt x="3262" y="3331"/>
                </a:lnTo>
                <a:lnTo>
                  <a:pt x="3263" y="3331"/>
                </a:lnTo>
                <a:lnTo>
                  <a:pt x="3263" y="3330"/>
                </a:lnTo>
                <a:lnTo>
                  <a:pt x="3263" y="3329"/>
                </a:lnTo>
                <a:lnTo>
                  <a:pt x="3264" y="3329"/>
                </a:lnTo>
                <a:lnTo>
                  <a:pt x="3264" y="3328"/>
                </a:lnTo>
                <a:lnTo>
                  <a:pt x="3264" y="3327"/>
                </a:lnTo>
                <a:lnTo>
                  <a:pt x="3264" y="3326"/>
                </a:lnTo>
                <a:lnTo>
                  <a:pt x="3264" y="3325"/>
                </a:lnTo>
                <a:lnTo>
                  <a:pt x="3263" y="3323"/>
                </a:lnTo>
                <a:lnTo>
                  <a:pt x="3262" y="3322"/>
                </a:lnTo>
                <a:lnTo>
                  <a:pt x="3261" y="3321"/>
                </a:lnTo>
                <a:lnTo>
                  <a:pt x="3261" y="3320"/>
                </a:lnTo>
                <a:lnTo>
                  <a:pt x="3261" y="3319"/>
                </a:lnTo>
                <a:lnTo>
                  <a:pt x="3262" y="3318"/>
                </a:lnTo>
                <a:lnTo>
                  <a:pt x="3262" y="3317"/>
                </a:lnTo>
                <a:lnTo>
                  <a:pt x="3264" y="3315"/>
                </a:lnTo>
                <a:lnTo>
                  <a:pt x="3265" y="3314"/>
                </a:lnTo>
                <a:lnTo>
                  <a:pt x="3265" y="3313"/>
                </a:lnTo>
                <a:lnTo>
                  <a:pt x="3266" y="3313"/>
                </a:lnTo>
                <a:lnTo>
                  <a:pt x="3266" y="3312"/>
                </a:lnTo>
                <a:lnTo>
                  <a:pt x="3266" y="3313"/>
                </a:lnTo>
                <a:lnTo>
                  <a:pt x="3267" y="3313"/>
                </a:lnTo>
                <a:lnTo>
                  <a:pt x="3266" y="3313"/>
                </a:lnTo>
                <a:lnTo>
                  <a:pt x="3266" y="3314"/>
                </a:lnTo>
                <a:lnTo>
                  <a:pt x="3267" y="3314"/>
                </a:lnTo>
                <a:lnTo>
                  <a:pt x="3267" y="3315"/>
                </a:lnTo>
                <a:lnTo>
                  <a:pt x="3268" y="3316"/>
                </a:lnTo>
                <a:lnTo>
                  <a:pt x="3269" y="3316"/>
                </a:lnTo>
                <a:lnTo>
                  <a:pt x="3268" y="3316"/>
                </a:lnTo>
                <a:lnTo>
                  <a:pt x="3268" y="3315"/>
                </a:lnTo>
                <a:lnTo>
                  <a:pt x="3267" y="3315"/>
                </a:lnTo>
                <a:lnTo>
                  <a:pt x="3268" y="3315"/>
                </a:lnTo>
                <a:lnTo>
                  <a:pt x="3267" y="3315"/>
                </a:lnTo>
                <a:lnTo>
                  <a:pt x="3267" y="3314"/>
                </a:lnTo>
                <a:lnTo>
                  <a:pt x="3267" y="3313"/>
                </a:lnTo>
                <a:lnTo>
                  <a:pt x="3267" y="3312"/>
                </a:lnTo>
                <a:lnTo>
                  <a:pt x="3268" y="3312"/>
                </a:lnTo>
                <a:lnTo>
                  <a:pt x="3268" y="3313"/>
                </a:lnTo>
                <a:lnTo>
                  <a:pt x="3268" y="3312"/>
                </a:lnTo>
                <a:lnTo>
                  <a:pt x="3269" y="3311"/>
                </a:lnTo>
                <a:lnTo>
                  <a:pt x="3269" y="3310"/>
                </a:lnTo>
                <a:lnTo>
                  <a:pt x="3270" y="3309"/>
                </a:lnTo>
                <a:lnTo>
                  <a:pt x="3270" y="3306"/>
                </a:lnTo>
                <a:lnTo>
                  <a:pt x="3270" y="3305"/>
                </a:lnTo>
                <a:lnTo>
                  <a:pt x="3269" y="3305"/>
                </a:lnTo>
                <a:lnTo>
                  <a:pt x="3269" y="3304"/>
                </a:lnTo>
                <a:lnTo>
                  <a:pt x="3270" y="3303"/>
                </a:lnTo>
                <a:lnTo>
                  <a:pt x="3270" y="3302"/>
                </a:lnTo>
                <a:lnTo>
                  <a:pt x="3270" y="3301"/>
                </a:lnTo>
                <a:lnTo>
                  <a:pt x="3270" y="3300"/>
                </a:lnTo>
                <a:lnTo>
                  <a:pt x="3270" y="3299"/>
                </a:lnTo>
                <a:lnTo>
                  <a:pt x="3269" y="3299"/>
                </a:lnTo>
                <a:lnTo>
                  <a:pt x="3269" y="3298"/>
                </a:lnTo>
                <a:lnTo>
                  <a:pt x="3269" y="3297"/>
                </a:lnTo>
                <a:lnTo>
                  <a:pt x="3268" y="3297"/>
                </a:lnTo>
                <a:lnTo>
                  <a:pt x="3268" y="3296"/>
                </a:lnTo>
                <a:lnTo>
                  <a:pt x="3269" y="3296"/>
                </a:lnTo>
                <a:lnTo>
                  <a:pt x="3270" y="3296"/>
                </a:lnTo>
                <a:lnTo>
                  <a:pt x="3270" y="3297"/>
                </a:lnTo>
                <a:lnTo>
                  <a:pt x="3271" y="3297"/>
                </a:lnTo>
                <a:lnTo>
                  <a:pt x="3271" y="3298"/>
                </a:lnTo>
                <a:lnTo>
                  <a:pt x="3271" y="3297"/>
                </a:lnTo>
                <a:lnTo>
                  <a:pt x="3271" y="3298"/>
                </a:lnTo>
                <a:lnTo>
                  <a:pt x="3272" y="3298"/>
                </a:lnTo>
                <a:lnTo>
                  <a:pt x="3272" y="3297"/>
                </a:lnTo>
                <a:lnTo>
                  <a:pt x="3271" y="3297"/>
                </a:lnTo>
                <a:lnTo>
                  <a:pt x="3272" y="3296"/>
                </a:lnTo>
                <a:lnTo>
                  <a:pt x="3274" y="3296"/>
                </a:lnTo>
                <a:lnTo>
                  <a:pt x="3275" y="3296"/>
                </a:lnTo>
                <a:lnTo>
                  <a:pt x="3275" y="3297"/>
                </a:lnTo>
                <a:lnTo>
                  <a:pt x="3275" y="3296"/>
                </a:lnTo>
                <a:lnTo>
                  <a:pt x="3276" y="3296"/>
                </a:lnTo>
                <a:lnTo>
                  <a:pt x="3278" y="3295"/>
                </a:lnTo>
                <a:lnTo>
                  <a:pt x="3283" y="3295"/>
                </a:lnTo>
                <a:lnTo>
                  <a:pt x="3282" y="3295"/>
                </a:lnTo>
                <a:lnTo>
                  <a:pt x="3282" y="3294"/>
                </a:lnTo>
                <a:lnTo>
                  <a:pt x="3281" y="3294"/>
                </a:lnTo>
                <a:lnTo>
                  <a:pt x="3281" y="3293"/>
                </a:lnTo>
                <a:lnTo>
                  <a:pt x="3281" y="3292"/>
                </a:lnTo>
                <a:lnTo>
                  <a:pt x="3282" y="3291"/>
                </a:lnTo>
                <a:lnTo>
                  <a:pt x="3282" y="3290"/>
                </a:lnTo>
                <a:lnTo>
                  <a:pt x="3282" y="3289"/>
                </a:lnTo>
                <a:lnTo>
                  <a:pt x="3283" y="3289"/>
                </a:lnTo>
                <a:lnTo>
                  <a:pt x="3284" y="3288"/>
                </a:lnTo>
                <a:lnTo>
                  <a:pt x="3284" y="3287"/>
                </a:lnTo>
                <a:lnTo>
                  <a:pt x="3284" y="3288"/>
                </a:lnTo>
                <a:lnTo>
                  <a:pt x="3283" y="3288"/>
                </a:lnTo>
                <a:lnTo>
                  <a:pt x="3283" y="3287"/>
                </a:lnTo>
                <a:lnTo>
                  <a:pt x="3282" y="3287"/>
                </a:lnTo>
                <a:lnTo>
                  <a:pt x="3282" y="3286"/>
                </a:lnTo>
                <a:lnTo>
                  <a:pt x="3282" y="3285"/>
                </a:lnTo>
                <a:lnTo>
                  <a:pt x="3283" y="3284"/>
                </a:lnTo>
                <a:lnTo>
                  <a:pt x="3282" y="3284"/>
                </a:lnTo>
                <a:lnTo>
                  <a:pt x="3281" y="3285"/>
                </a:lnTo>
                <a:lnTo>
                  <a:pt x="3280" y="3285"/>
                </a:lnTo>
                <a:lnTo>
                  <a:pt x="3279" y="3285"/>
                </a:lnTo>
                <a:lnTo>
                  <a:pt x="3278" y="3286"/>
                </a:lnTo>
                <a:lnTo>
                  <a:pt x="3277" y="3286"/>
                </a:lnTo>
                <a:lnTo>
                  <a:pt x="3275" y="3286"/>
                </a:lnTo>
                <a:lnTo>
                  <a:pt x="3274" y="3285"/>
                </a:lnTo>
                <a:lnTo>
                  <a:pt x="3273" y="3285"/>
                </a:lnTo>
                <a:lnTo>
                  <a:pt x="3272" y="3284"/>
                </a:lnTo>
                <a:lnTo>
                  <a:pt x="3271" y="3284"/>
                </a:lnTo>
                <a:lnTo>
                  <a:pt x="3272" y="3284"/>
                </a:lnTo>
                <a:lnTo>
                  <a:pt x="3272" y="3283"/>
                </a:lnTo>
                <a:lnTo>
                  <a:pt x="3272" y="3282"/>
                </a:lnTo>
                <a:lnTo>
                  <a:pt x="3272" y="3281"/>
                </a:lnTo>
                <a:lnTo>
                  <a:pt x="3272" y="3280"/>
                </a:lnTo>
                <a:lnTo>
                  <a:pt x="3271" y="3280"/>
                </a:lnTo>
                <a:lnTo>
                  <a:pt x="3271" y="3279"/>
                </a:lnTo>
                <a:lnTo>
                  <a:pt x="3271" y="3278"/>
                </a:lnTo>
                <a:lnTo>
                  <a:pt x="3272" y="3278"/>
                </a:lnTo>
                <a:lnTo>
                  <a:pt x="3271" y="3278"/>
                </a:lnTo>
                <a:lnTo>
                  <a:pt x="3270" y="3277"/>
                </a:lnTo>
                <a:lnTo>
                  <a:pt x="3269" y="3276"/>
                </a:lnTo>
                <a:lnTo>
                  <a:pt x="3269" y="3275"/>
                </a:lnTo>
                <a:lnTo>
                  <a:pt x="3269" y="3274"/>
                </a:lnTo>
                <a:lnTo>
                  <a:pt x="3270" y="3274"/>
                </a:lnTo>
                <a:lnTo>
                  <a:pt x="3270" y="3273"/>
                </a:lnTo>
                <a:lnTo>
                  <a:pt x="3270" y="3274"/>
                </a:lnTo>
                <a:lnTo>
                  <a:pt x="3269" y="3274"/>
                </a:lnTo>
                <a:lnTo>
                  <a:pt x="3268" y="3274"/>
                </a:lnTo>
                <a:lnTo>
                  <a:pt x="3268" y="3273"/>
                </a:lnTo>
                <a:lnTo>
                  <a:pt x="3267" y="3273"/>
                </a:lnTo>
                <a:lnTo>
                  <a:pt x="3267" y="3274"/>
                </a:lnTo>
                <a:lnTo>
                  <a:pt x="3268" y="3274"/>
                </a:lnTo>
                <a:lnTo>
                  <a:pt x="3267" y="3274"/>
                </a:lnTo>
                <a:lnTo>
                  <a:pt x="3267" y="3275"/>
                </a:lnTo>
                <a:lnTo>
                  <a:pt x="3267" y="3274"/>
                </a:lnTo>
                <a:lnTo>
                  <a:pt x="3267" y="3275"/>
                </a:lnTo>
                <a:lnTo>
                  <a:pt x="3268" y="3275"/>
                </a:lnTo>
                <a:lnTo>
                  <a:pt x="3268" y="3276"/>
                </a:lnTo>
                <a:lnTo>
                  <a:pt x="3268" y="3277"/>
                </a:lnTo>
                <a:lnTo>
                  <a:pt x="3268" y="3278"/>
                </a:lnTo>
                <a:lnTo>
                  <a:pt x="3268" y="3279"/>
                </a:lnTo>
                <a:lnTo>
                  <a:pt x="3269" y="3279"/>
                </a:lnTo>
                <a:lnTo>
                  <a:pt x="3269" y="3280"/>
                </a:lnTo>
                <a:lnTo>
                  <a:pt x="3269" y="3281"/>
                </a:lnTo>
                <a:lnTo>
                  <a:pt x="3269" y="3282"/>
                </a:lnTo>
                <a:lnTo>
                  <a:pt x="3269" y="3283"/>
                </a:lnTo>
                <a:lnTo>
                  <a:pt x="3269" y="3282"/>
                </a:lnTo>
                <a:lnTo>
                  <a:pt x="3269" y="3281"/>
                </a:lnTo>
                <a:lnTo>
                  <a:pt x="3268" y="3281"/>
                </a:lnTo>
                <a:lnTo>
                  <a:pt x="3268" y="3282"/>
                </a:lnTo>
                <a:lnTo>
                  <a:pt x="3268" y="3283"/>
                </a:lnTo>
                <a:lnTo>
                  <a:pt x="3268" y="3284"/>
                </a:lnTo>
                <a:lnTo>
                  <a:pt x="3269" y="3284"/>
                </a:lnTo>
                <a:lnTo>
                  <a:pt x="3268" y="3284"/>
                </a:lnTo>
                <a:lnTo>
                  <a:pt x="3268" y="3285"/>
                </a:lnTo>
                <a:lnTo>
                  <a:pt x="3267" y="3285"/>
                </a:lnTo>
                <a:lnTo>
                  <a:pt x="3267" y="3284"/>
                </a:lnTo>
                <a:lnTo>
                  <a:pt x="3266" y="3284"/>
                </a:lnTo>
                <a:lnTo>
                  <a:pt x="3265" y="3284"/>
                </a:lnTo>
                <a:lnTo>
                  <a:pt x="3265" y="3283"/>
                </a:lnTo>
                <a:lnTo>
                  <a:pt x="3264" y="3283"/>
                </a:lnTo>
                <a:lnTo>
                  <a:pt x="3263" y="3283"/>
                </a:lnTo>
                <a:lnTo>
                  <a:pt x="3263" y="3282"/>
                </a:lnTo>
                <a:lnTo>
                  <a:pt x="3262" y="3282"/>
                </a:lnTo>
                <a:lnTo>
                  <a:pt x="3262" y="3281"/>
                </a:lnTo>
                <a:lnTo>
                  <a:pt x="3261" y="3281"/>
                </a:lnTo>
                <a:lnTo>
                  <a:pt x="3261" y="3280"/>
                </a:lnTo>
                <a:lnTo>
                  <a:pt x="3260" y="3280"/>
                </a:lnTo>
                <a:lnTo>
                  <a:pt x="3259" y="3279"/>
                </a:lnTo>
                <a:lnTo>
                  <a:pt x="3260" y="3278"/>
                </a:lnTo>
                <a:lnTo>
                  <a:pt x="3260" y="3276"/>
                </a:lnTo>
                <a:lnTo>
                  <a:pt x="3261" y="3275"/>
                </a:lnTo>
                <a:lnTo>
                  <a:pt x="3261" y="3274"/>
                </a:lnTo>
                <a:lnTo>
                  <a:pt x="3261" y="3273"/>
                </a:lnTo>
                <a:lnTo>
                  <a:pt x="3260" y="3273"/>
                </a:lnTo>
                <a:lnTo>
                  <a:pt x="3260" y="3272"/>
                </a:lnTo>
                <a:lnTo>
                  <a:pt x="3261" y="3272"/>
                </a:lnTo>
                <a:lnTo>
                  <a:pt x="3260" y="3272"/>
                </a:lnTo>
                <a:lnTo>
                  <a:pt x="3260" y="3271"/>
                </a:lnTo>
                <a:lnTo>
                  <a:pt x="3261" y="3271"/>
                </a:lnTo>
                <a:lnTo>
                  <a:pt x="3261" y="3270"/>
                </a:lnTo>
                <a:lnTo>
                  <a:pt x="3261" y="3269"/>
                </a:lnTo>
                <a:lnTo>
                  <a:pt x="3261" y="3270"/>
                </a:lnTo>
                <a:lnTo>
                  <a:pt x="3261" y="3269"/>
                </a:lnTo>
                <a:lnTo>
                  <a:pt x="3262" y="3269"/>
                </a:lnTo>
                <a:lnTo>
                  <a:pt x="3261" y="3269"/>
                </a:lnTo>
                <a:lnTo>
                  <a:pt x="3260" y="3270"/>
                </a:lnTo>
                <a:lnTo>
                  <a:pt x="3259" y="3270"/>
                </a:lnTo>
                <a:lnTo>
                  <a:pt x="3259" y="3271"/>
                </a:lnTo>
                <a:lnTo>
                  <a:pt x="3258" y="3271"/>
                </a:lnTo>
                <a:lnTo>
                  <a:pt x="3258" y="3272"/>
                </a:lnTo>
                <a:lnTo>
                  <a:pt x="3257" y="3272"/>
                </a:lnTo>
                <a:lnTo>
                  <a:pt x="3257" y="3273"/>
                </a:lnTo>
                <a:lnTo>
                  <a:pt x="3257" y="3274"/>
                </a:lnTo>
                <a:lnTo>
                  <a:pt x="3257" y="3275"/>
                </a:lnTo>
                <a:lnTo>
                  <a:pt x="3257" y="3274"/>
                </a:lnTo>
                <a:lnTo>
                  <a:pt x="3256" y="3274"/>
                </a:lnTo>
                <a:lnTo>
                  <a:pt x="3255" y="3274"/>
                </a:lnTo>
                <a:lnTo>
                  <a:pt x="3255" y="3273"/>
                </a:lnTo>
                <a:lnTo>
                  <a:pt x="3255" y="3272"/>
                </a:lnTo>
                <a:lnTo>
                  <a:pt x="3256" y="3271"/>
                </a:lnTo>
                <a:lnTo>
                  <a:pt x="3255" y="3271"/>
                </a:lnTo>
                <a:lnTo>
                  <a:pt x="3255" y="3270"/>
                </a:lnTo>
                <a:lnTo>
                  <a:pt x="3255" y="3269"/>
                </a:lnTo>
                <a:lnTo>
                  <a:pt x="3254" y="3269"/>
                </a:lnTo>
                <a:lnTo>
                  <a:pt x="3254" y="3268"/>
                </a:lnTo>
                <a:lnTo>
                  <a:pt x="3255" y="3268"/>
                </a:lnTo>
                <a:lnTo>
                  <a:pt x="3255" y="3267"/>
                </a:lnTo>
                <a:lnTo>
                  <a:pt x="3255" y="3266"/>
                </a:lnTo>
                <a:lnTo>
                  <a:pt x="3256" y="3266"/>
                </a:lnTo>
                <a:lnTo>
                  <a:pt x="3255" y="3266"/>
                </a:lnTo>
                <a:lnTo>
                  <a:pt x="3255" y="3267"/>
                </a:lnTo>
                <a:lnTo>
                  <a:pt x="3254" y="3267"/>
                </a:lnTo>
                <a:lnTo>
                  <a:pt x="3254" y="3268"/>
                </a:lnTo>
                <a:lnTo>
                  <a:pt x="3253" y="3268"/>
                </a:lnTo>
                <a:lnTo>
                  <a:pt x="3252" y="3268"/>
                </a:lnTo>
                <a:lnTo>
                  <a:pt x="3252" y="3267"/>
                </a:lnTo>
                <a:lnTo>
                  <a:pt x="3253" y="3267"/>
                </a:lnTo>
                <a:lnTo>
                  <a:pt x="3253" y="3265"/>
                </a:lnTo>
                <a:lnTo>
                  <a:pt x="3252" y="3265"/>
                </a:lnTo>
                <a:lnTo>
                  <a:pt x="3251" y="3265"/>
                </a:lnTo>
                <a:lnTo>
                  <a:pt x="3252" y="3265"/>
                </a:lnTo>
                <a:lnTo>
                  <a:pt x="3252" y="3264"/>
                </a:lnTo>
                <a:lnTo>
                  <a:pt x="3251" y="3264"/>
                </a:lnTo>
                <a:lnTo>
                  <a:pt x="3251" y="3263"/>
                </a:lnTo>
                <a:lnTo>
                  <a:pt x="3252" y="3263"/>
                </a:lnTo>
                <a:lnTo>
                  <a:pt x="3251" y="3263"/>
                </a:lnTo>
                <a:lnTo>
                  <a:pt x="3251" y="3262"/>
                </a:lnTo>
                <a:lnTo>
                  <a:pt x="3251" y="3263"/>
                </a:lnTo>
                <a:lnTo>
                  <a:pt x="3251" y="3262"/>
                </a:lnTo>
                <a:lnTo>
                  <a:pt x="3250" y="3262"/>
                </a:lnTo>
                <a:lnTo>
                  <a:pt x="3251" y="3262"/>
                </a:lnTo>
                <a:lnTo>
                  <a:pt x="3251" y="3261"/>
                </a:lnTo>
                <a:lnTo>
                  <a:pt x="3251" y="3262"/>
                </a:lnTo>
                <a:lnTo>
                  <a:pt x="3251" y="3261"/>
                </a:lnTo>
                <a:lnTo>
                  <a:pt x="3251" y="3262"/>
                </a:lnTo>
                <a:lnTo>
                  <a:pt x="3250" y="3262"/>
                </a:lnTo>
                <a:lnTo>
                  <a:pt x="3250" y="3261"/>
                </a:lnTo>
                <a:lnTo>
                  <a:pt x="3251" y="3261"/>
                </a:lnTo>
                <a:lnTo>
                  <a:pt x="3250" y="3261"/>
                </a:lnTo>
                <a:lnTo>
                  <a:pt x="3250" y="3260"/>
                </a:lnTo>
                <a:lnTo>
                  <a:pt x="3250" y="3259"/>
                </a:lnTo>
                <a:lnTo>
                  <a:pt x="3251" y="3259"/>
                </a:lnTo>
                <a:lnTo>
                  <a:pt x="3251" y="3258"/>
                </a:lnTo>
                <a:lnTo>
                  <a:pt x="3252" y="3258"/>
                </a:lnTo>
                <a:lnTo>
                  <a:pt x="3253" y="3258"/>
                </a:lnTo>
                <a:lnTo>
                  <a:pt x="3253" y="3257"/>
                </a:lnTo>
                <a:lnTo>
                  <a:pt x="3254" y="3257"/>
                </a:lnTo>
                <a:lnTo>
                  <a:pt x="3254" y="3256"/>
                </a:lnTo>
                <a:lnTo>
                  <a:pt x="3253" y="3257"/>
                </a:lnTo>
                <a:lnTo>
                  <a:pt x="3253" y="3256"/>
                </a:lnTo>
                <a:lnTo>
                  <a:pt x="3253" y="3257"/>
                </a:lnTo>
                <a:lnTo>
                  <a:pt x="3252" y="3257"/>
                </a:lnTo>
                <a:lnTo>
                  <a:pt x="3252" y="3256"/>
                </a:lnTo>
                <a:lnTo>
                  <a:pt x="3253" y="3256"/>
                </a:lnTo>
                <a:lnTo>
                  <a:pt x="3252" y="3256"/>
                </a:lnTo>
                <a:lnTo>
                  <a:pt x="3252" y="3257"/>
                </a:lnTo>
                <a:lnTo>
                  <a:pt x="3251" y="3257"/>
                </a:lnTo>
                <a:lnTo>
                  <a:pt x="3250" y="3257"/>
                </a:lnTo>
                <a:lnTo>
                  <a:pt x="3249" y="3257"/>
                </a:lnTo>
                <a:lnTo>
                  <a:pt x="3249" y="3258"/>
                </a:lnTo>
                <a:lnTo>
                  <a:pt x="3248" y="3258"/>
                </a:lnTo>
                <a:lnTo>
                  <a:pt x="3248" y="3259"/>
                </a:lnTo>
                <a:lnTo>
                  <a:pt x="3247" y="3259"/>
                </a:lnTo>
                <a:lnTo>
                  <a:pt x="3247" y="3260"/>
                </a:lnTo>
                <a:lnTo>
                  <a:pt x="3248" y="3260"/>
                </a:lnTo>
                <a:lnTo>
                  <a:pt x="3247" y="3260"/>
                </a:lnTo>
                <a:lnTo>
                  <a:pt x="3246" y="3260"/>
                </a:lnTo>
                <a:lnTo>
                  <a:pt x="3245" y="3260"/>
                </a:lnTo>
                <a:lnTo>
                  <a:pt x="3246" y="3260"/>
                </a:lnTo>
                <a:lnTo>
                  <a:pt x="3246" y="3261"/>
                </a:lnTo>
                <a:lnTo>
                  <a:pt x="3246" y="3262"/>
                </a:lnTo>
                <a:lnTo>
                  <a:pt x="3246" y="3261"/>
                </a:lnTo>
                <a:lnTo>
                  <a:pt x="3247" y="3261"/>
                </a:lnTo>
                <a:lnTo>
                  <a:pt x="3247" y="3262"/>
                </a:lnTo>
                <a:lnTo>
                  <a:pt x="3247" y="3261"/>
                </a:lnTo>
                <a:lnTo>
                  <a:pt x="3247" y="3262"/>
                </a:lnTo>
                <a:lnTo>
                  <a:pt x="3248" y="3262"/>
                </a:lnTo>
                <a:lnTo>
                  <a:pt x="3248" y="3263"/>
                </a:lnTo>
                <a:lnTo>
                  <a:pt x="3248" y="3264"/>
                </a:lnTo>
                <a:lnTo>
                  <a:pt x="3248" y="3265"/>
                </a:lnTo>
                <a:lnTo>
                  <a:pt x="3247" y="3265"/>
                </a:lnTo>
                <a:lnTo>
                  <a:pt x="3246" y="3265"/>
                </a:lnTo>
                <a:lnTo>
                  <a:pt x="3245" y="3265"/>
                </a:lnTo>
                <a:lnTo>
                  <a:pt x="3245" y="3264"/>
                </a:lnTo>
                <a:lnTo>
                  <a:pt x="3244" y="3264"/>
                </a:lnTo>
                <a:lnTo>
                  <a:pt x="3244" y="3265"/>
                </a:lnTo>
                <a:lnTo>
                  <a:pt x="3245" y="3265"/>
                </a:lnTo>
                <a:lnTo>
                  <a:pt x="3246" y="3265"/>
                </a:lnTo>
                <a:lnTo>
                  <a:pt x="3246" y="3266"/>
                </a:lnTo>
                <a:lnTo>
                  <a:pt x="3247" y="3266"/>
                </a:lnTo>
                <a:lnTo>
                  <a:pt x="3248" y="3266"/>
                </a:lnTo>
                <a:lnTo>
                  <a:pt x="3249" y="3267"/>
                </a:lnTo>
                <a:lnTo>
                  <a:pt x="3249" y="3268"/>
                </a:lnTo>
                <a:lnTo>
                  <a:pt x="3250" y="3268"/>
                </a:lnTo>
                <a:lnTo>
                  <a:pt x="3250" y="3269"/>
                </a:lnTo>
                <a:lnTo>
                  <a:pt x="3251" y="3269"/>
                </a:lnTo>
                <a:lnTo>
                  <a:pt x="3251" y="3270"/>
                </a:lnTo>
                <a:lnTo>
                  <a:pt x="3252" y="3270"/>
                </a:lnTo>
                <a:lnTo>
                  <a:pt x="3251" y="3271"/>
                </a:lnTo>
                <a:lnTo>
                  <a:pt x="3252" y="3271"/>
                </a:lnTo>
                <a:lnTo>
                  <a:pt x="3252" y="3272"/>
                </a:lnTo>
                <a:lnTo>
                  <a:pt x="3253" y="3272"/>
                </a:lnTo>
                <a:lnTo>
                  <a:pt x="3253" y="3273"/>
                </a:lnTo>
                <a:lnTo>
                  <a:pt x="3253" y="3274"/>
                </a:lnTo>
                <a:lnTo>
                  <a:pt x="3252" y="3274"/>
                </a:lnTo>
                <a:lnTo>
                  <a:pt x="3252" y="3273"/>
                </a:lnTo>
                <a:lnTo>
                  <a:pt x="3251" y="3273"/>
                </a:lnTo>
                <a:lnTo>
                  <a:pt x="3252" y="3273"/>
                </a:lnTo>
                <a:lnTo>
                  <a:pt x="3252" y="3274"/>
                </a:lnTo>
                <a:lnTo>
                  <a:pt x="3252" y="3275"/>
                </a:lnTo>
                <a:lnTo>
                  <a:pt x="3251" y="3275"/>
                </a:lnTo>
                <a:lnTo>
                  <a:pt x="3251" y="3276"/>
                </a:lnTo>
                <a:lnTo>
                  <a:pt x="3251" y="3277"/>
                </a:lnTo>
                <a:lnTo>
                  <a:pt x="3250" y="3278"/>
                </a:lnTo>
                <a:lnTo>
                  <a:pt x="3250" y="3279"/>
                </a:lnTo>
                <a:lnTo>
                  <a:pt x="3249" y="3280"/>
                </a:lnTo>
                <a:lnTo>
                  <a:pt x="3250" y="3281"/>
                </a:lnTo>
                <a:lnTo>
                  <a:pt x="3250" y="3282"/>
                </a:lnTo>
                <a:lnTo>
                  <a:pt x="3250" y="3283"/>
                </a:lnTo>
                <a:lnTo>
                  <a:pt x="3247" y="3282"/>
                </a:lnTo>
                <a:lnTo>
                  <a:pt x="3246" y="3282"/>
                </a:lnTo>
                <a:lnTo>
                  <a:pt x="3246" y="3283"/>
                </a:lnTo>
                <a:lnTo>
                  <a:pt x="3245" y="3283"/>
                </a:lnTo>
                <a:lnTo>
                  <a:pt x="3244" y="3283"/>
                </a:lnTo>
                <a:lnTo>
                  <a:pt x="3243" y="3284"/>
                </a:lnTo>
                <a:lnTo>
                  <a:pt x="3242" y="3284"/>
                </a:lnTo>
                <a:lnTo>
                  <a:pt x="3241" y="3284"/>
                </a:lnTo>
                <a:lnTo>
                  <a:pt x="3241" y="3285"/>
                </a:lnTo>
                <a:lnTo>
                  <a:pt x="3240" y="3285"/>
                </a:lnTo>
                <a:lnTo>
                  <a:pt x="3239" y="3285"/>
                </a:lnTo>
                <a:lnTo>
                  <a:pt x="3238" y="3285"/>
                </a:lnTo>
                <a:lnTo>
                  <a:pt x="3238" y="3286"/>
                </a:lnTo>
                <a:lnTo>
                  <a:pt x="3237" y="3286"/>
                </a:lnTo>
                <a:lnTo>
                  <a:pt x="3237" y="3285"/>
                </a:lnTo>
                <a:lnTo>
                  <a:pt x="3236" y="3285"/>
                </a:lnTo>
                <a:lnTo>
                  <a:pt x="3235" y="3285"/>
                </a:lnTo>
                <a:lnTo>
                  <a:pt x="3234" y="3285"/>
                </a:lnTo>
                <a:lnTo>
                  <a:pt x="3233" y="3285"/>
                </a:lnTo>
                <a:lnTo>
                  <a:pt x="3232" y="3285"/>
                </a:lnTo>
                <a:lnTo>
                  <a:pt x="3232" y="3286"/>
                </a:lnTo>
                <a:lnTo>
                  <a:pt x="3231" y="3286"/>
                </a:lnTo>
                <a:lnTo>
                  <a:pt x="3230" y="3286"/>
                </a:lnTo>
                <a:lnTo>
                  <a:pt x="3230" y="3285"/>
                </a:lnTo>
                <a:lnTo>
                  <a:pt x="3230" y="3284"/>
                </a:lnTo>
                <a:lnTo>
                  <a:pt x="3230" y="3283"/>
                </a:lnTo>
                <a:lnTo>
                  <a:pt x="3229" y="3283"/>
                </a:lnTo>
                <a:lnTo>
                  <a:pt x="3230" y="3284"/>
                </a:lnTo>
                <a:lnTo>
                  <a:pt x="3229" y="3285"/>
                </a:lnTo>
                <a:lnTo>
                  <a:pt x="3228" y="3286"/>
                </a:lnTo>
                <a:lnTo>
                  <a:pt x="3227" y="3287"/>
                </a:lnTo>
                <a:lnTo>
                  <a:pt x="3226" y="3287"/>
                </a:lnTo>
                <a:lnTo>
                  <a:pt x="3225" y="3288"/>
                </a:lnTo>
                <a:lnTo>
                  <a:pt x="3224" y="3288"/>
                </a:lnTo>
                <a:lnTo>
                  <a:pt x="3223" y="3288"/>
                </a:lnTo>
                <a:lnTo>
                  <a:pt x="3222" y="3288"/>
                </a:lnTo>
                <a:lnTo>
                  <a:pt x="3222" y="3287"/>
                </a:lnTo>
                <a:lnTo>
                  <a:pt x="3221" y="3286"/>
                </a:lnTo>
                <a:lnTo>
                  <a:pt x="3222" y="3285"/>
                </a:lnTo>
                <a:lnTo>
                  <a:pt x="3222" y="3284"/>
                </a:lnTo>
                <a:lnTo>
                  <a:pt x="3222" y="3283"/>
                </a:lnTo>
                <a:lnTo>
                  <a:pt x="3222" y="3284"/>
                </a:lnTo>
                <a:lnTo>
                  <a:pt x="3221" y="3285"/>
                </a:lnTo>
                <a:lnTo>
                  <a:pt x="3220" y="3285"/>
                </a:lnTo>
                <a:lnTo>
                  <a:pt x="3221" y="3286"/>
                </a:lnTo>
                <a:lnTo>
                  <a:pt x="3221" y="3287"/>
                </a:lnTo>
                <a:lnTo>
                  <a:pt x="3221" y="3288"/>
                </a:lnTo>
                <a:lnTo>
                  <a:pt x="3220" y="3289"/>
                </a:lnTo>
                <a:lnTo>
                  <a:pt x="3219" y="3289"/>
                </a:lnTo>
                <a:lnTo>
                  <a:pt x="3218" y="3289"/>
                </a:lnTo>
                <a:lnTo>
                  <a:pt x="3217" y="3289"/>
                </a:lnTo>
                <a:lnTo>
                  <a:pt x="3217" y="3290"/>
                </a:lnTo>
                <a:lnTo>
                  <a:pt x="3216" y="3290"/>
                </a:lnTo>
                <a:lnTo>
                  <a:pt x="3215" y="3290"/>
                </a:lnTo>
                <a:lnTo>
                  <a:pt x="3215" y="3289"/>
                </a:lnTo>
                <a:lnTo>
                  <a:pt x="3214" y="3289"/>
                </a:lnTo>
                <a:lnTo>
                  <a:pt x="3214" y="3290"/>
                </a:lnTo>
                <a:lnTo>
                  <a:pt x="3215" y="3290"/>
                </a:lnTo>
                <a:lnTo>
                  <a:pt x="3215" y="3291"/>
                </a:lnTo>
                <a:lnTo>
                  <a:pt x="3214" y="3291"/>
                </a:lnTo>
                <a:lnTo>
                  <a:pt x="3214" y="3290"/>
                </a:lnTo>
                <a:lnTo>
                  <a:pt x="3213" y="3290"/>
                </a:lnTo>
                <a:lnTo>
                  <a:pt x="3212" y="3290"/>
                </a:lnTo>
                <a:lnTo>
                  <a:pt x="3211" y="3289"/>
                </a:lnTo>
                <a:lnTo>
                  <a:pt x="3210" y="3289"/>
                </a:lnTo>
                <a:lnTo>
                  <a:pt x="3209" y="3289"/>
                </a:lnTo>
                <a:lnTo>
                  <a:pt x="3209" y="3288"/>
                </a:lnTo>
                <a:lnTo>
                  <a:pt x="3208" y="3288"/>
                </a:lnTo>
                <a:lnTo>
                  <a:pt x="3208" y="3287"/>
                </a:lnTo>
                <a:lnTo>
                  <a:pt x="3207" y="3287"/>
                </a:lnTo>
                <a:lnTo>
                  <a:pt x="3206" y="3287"/>
                </a:lnTo>
                <a:lnTo>
                  <a:pt x="3205" y="3286"/>
                </a:lnTo>
                <a:lnTo>
                  <a:pt x="3205" y="3287"/>
                </a:lnTo>
                <a:lnTo>
                  <a:pt x="3204" y="3287"/>
                </a:lnTo>
                <a:lnTo>
                  <a:pt x="3204" y="3286"/>
                </a:lnTo>
                <a:lnTo>
                  <a:pt x="3204" y="3285"/>
                </a:lnTo>
                <a:lnTo>
                  <a:pt x="3205" y="3285"/>
                </a:lnTo>
                <a:lnTo>
                  <a:pt x="3205" y="3284"/>
                </a:lnTo>
                <a:lnTo>
                  <a:pt x="3206" y="3284"/>
                </a:lnTo>
                <a:lnTo>
                  <a:pt x="3207" y="3282"/>
                </a:lnTo>
                <a:lnTo>
                  <a:pt x="3208" y="3283"/>
                </a:lnTo>
                <a:lnTo>
                  <a:pt x="3209" y="3283"/>
                </a:lnTo>
                <a:lnTo>
                  <a:pt x="3210" y="3282"/>
                </a:lnTo>
                <a:lnTo>
                  <a:pt x="3211" y="3282"/>
                </a:lnTo>
                <a:lnTo>
                  <a:pt x="3212" y="3281"/>
                </a:lnTo>
                <a:lnTo>
                  <a:pt x="3213" y="3281"/>
                </a:lnTo>
                <a:lnTo>
                  <a:pt x="3213" y="3280"/>
                </a:lnTo>
                <a:lnTo>
                  <a:pt x="3214" y="3280"/>
                </a:lnTo>
                <a:lnTo>
                  <a:pt x="3215" y="3279"/>
                </a:lnTo>
                <a:lnTo>
                  <a:pt x="3215" y="3278"/>
                </a:lnTo>
                <a:lnTo>
                  <a:pt x="3215" y="3277"/>
                </a:lnTo>
                <a:lnTo>
                  <a:pt x="3215" y="3276"/>
                </a:lnTo>
                <a:lnTo>
                  <a:pt x="3214" y="3276"/>
                </a:lnTo>
                <a:lnTo>
                  <a:pt x="3214" y="3275"/>
                </a:lnTo>
                <a:lnTo>
                  <a:pt x="3214" y="3274"/>
                </a:lnTo>
                <a:lnTo>
                  <a:pt x="3214" y="3275"/>
                </a:lnTo>
                <a:lnTo>
                  <a:pt x="3213" y="3275"/>
                </a:lnTo>
                <a:lnTo>
                  <a:pt x="3213" y="3274"/>
                </a:lnTo>
                <a:lnTo>
                  <a:pt x="3214" y="3274"/>
                </a:lnTo>
                <a:lnTo>
                  <a:pt x="3214" y="3273"/>
                </a:lnTo>
                <a:lnTo>
                  <a:pt x="3213" y="3272"/>
                </a:lnTo>
                <a:lnTo>
                  <a:pt x="3213" y="3273"/>
                </a:lnTo>
                <a:lnTo>
                  <a:pt x="3212" y="3273"/>
                </a:lnTo>
                <a:lnTo>
                  <a:pt x="3212" y="3272"/>
                </a:lnTo>
                <a:lnTo>
                  <a:pt x="3211" y="3272"/>
                </a:lnTo>
                <a:lnTo>
                  <a:pt x="3210" y="3272"/>
                </a:lnTo>
                <a:lnTo>
                  <a:pt x="3209" y="3272"/>
                </a:lnTo>
                <a:lnTo>
                  <a:pt x="3208" y="3272"/>
                </a:lnTo>
                <a:lnTo>
                  <a:pt x="3207" y="3271"/>
                </a:lnTo>
                <a:lnTo>
                  <a:pt x="3207" y="3269"/>
                </a:lnTo>
                <a:lnTo>
                  <a:pt x="3207" y="3268"/>
                </a:lnTo>
                <a:lnTo>
                  <a:pt x="3207" y="3267"/>
                </a:lnTo>
                <a:lnTo>
                  <a:pt x="3208" y="3267"/>
                </a:lnTo>
                <a:lnTo>
                  <a:pt x="3209" y="3267"/>
                </a:lnTo>
                <a:lnTo>
                  <a:pt x="3209" y="3266"/>
                </a:lnTo>
                <a:lnTo>
                  <a:pt x="3209" y="3265"/>
                </a:lnTo>
                <a:lnTo>
                  <a:pt x="3210" y="3265"/>
                </a:lnTo>
                <a:lnTo>
                  <a:pt x="3211" y="3264"/>
                </a:lnTo>
                <a:lnTo>
                  <a:pt x="3210" y="3265"/>
                </a:lnTo>
                <a:lnTo>
                  <a:pt x="3209" y="3265"/>
                </a:lnTo>
                <a:lnTo>
                  <a:pt x="3208" y="3266"/>
                </a:lnTo>
                <a:lnTo>
                  <a:pt x="3208" y="3267"/>
                </a:lnTo>
                <a:lnTo>
                  <a:pt x="3207" y="3267"/>
                </a:lnTo>
                <a:lnTo>
                  <a:pt x="3207" y="3268"/>
                </a:lnTo>
                <a:lnTo>
                  <a:pt x="3206" y="3268"/>
                </a:lnTo>
                <a:lnTo>
                  <a:pt x="3206" y="3269"/>
                </a:lnTo>
                <a:lnTo>
                  <a:pt x="3207" y="3270"/>
                </a:lnTo>
                <a:lnTo>
                  <a:pt x="3207" y="3271"/>
                </a:lnTo>
                <a:lnTo>
                  <a:pt x="3206" y="3271"/>
                </a:lnTo>
                <a:lnTo>
                  <a:pt x="3205" y="3271"/>
                </a:lnTo>
                <a:lnTo>
                  <a:pt x="3205" y="3270"/>
                </a:lnTo>
                <a:lnTo>
                  <a:pt x="3204" y="3270"/>
                </a:lnTo>
                <a:lnTo>
                  <a:pt x="3205" y="3270"/>
                </a:lnTo>
                <a:lnTo>
                  <a:pt x="3205" y="3269"/>
                </a:lnTo>
                <a:lnTo>
                  <a:pt x="3206" y="3268"/>
                </a:lnTo>
                <a:lnTo>
                  <a:pt x="3206" y="3267"/>
                </a:lnTo>
                <a:lnTo>
                  <a:pt x="3207" y="3266"/>
                </a:lnTo>
                <a:lnTo>
                  <a:pt x="3206" y="3266"/>
                </a:lnTo>
                <a:lnTo>
                  <a:pt x="3206" y="3265"/>
                </a:lnTo>
                <a:lnTo>
                  <a:pt x="3207" y="3265"/>
                </a:lnTo>
                <a:lnTo>
                  <a:pt x="3207" y="3264"/>
                </a:lnTo>
                <a:lnTo>
                  <a:pt x="3208" y="3264"/>
                </a:lnTo>
                <a:lnTo>
                  <a:pt x="3207" y="3264"/>
                </a:lnTo>
                <a:lnTo>
                  <a:pt x="3207" y="3265"/>
                </a:lnTo>
                <a:lnTo>
                  <a:pt x="3206" y="3265"/>
                </a:lnTo>
                <a:lnTo>
                  <a:pt x="3206" y="3266"/>
                </a:lnTo>
                <a:lnTo>
                  <a:pt x="3206" y="3267"/>
                </a:lnTo>
                <a:lnTo>
                  <a:pt x="3205" y="3267"/>
                </a:lnTo>
                <a:lnTo>
                  <a:pt x="3205" y="3268"/>
                </a:lnTo>
                <a:lnTo>
                  <a:pt x="3204" y="3268"/>
                </a:lnTo>
                <a:lnTo>
                  <a:pt x="3203" y="3268"/>
                </a:lnTo>
                <a:lnTo>
                  <a:pt x="3203" y="3269"/>
                </a:lnTo>
                <a:lnTo>
                  <a:pt x="3202" y="3269"/>
                </a:lnTo>
                <a:lnTo>
                  <a:pt x="3201" y="3269"/>
                </a:lnTo>
                <a:lnTo>
                  <a:pt x="3201" y="3270"/>
                </a:lnTo>
                <a:lnTo>
                  <a:pt x="3200" y="3270"/>
                </a:lnTo>
                <a:lnTo>
                  <a:pt x="3199" y="3270"/>
                </a:lnTo>
                <a:lnTo>
                  <a:pt x="3198" y="3270"/>
                </a:lnTo>
                <a:lnTo>
                  <a:pt x="3198" y="3271"/>
                </a:lnTo>
                <a:lnTo>
                  <a:pt x="3197" y="3271"/>
                </a:lnTo>
                <a:lnTo>
                  <a:pt x="3196" y="3271"/>
                </a:lnTo>
                <a:lnTo>
                  <a:pt x="3196" y="3270"/>
                </a:lnTo>
                <a:lnTo>
                  <a:pt x="3195" y="3270"/>
                </a:lnTo>
                <a:lnTo>
                  <a:pt x="3194" y="3270"/>
                </a:lnTo>
                <a:lnTo>
                  <a:pt x="3193" y="3269"/>
                </a:lnTo>
                <a:lnTo>
                  <a:pt x="3192" y="3269"/>
                </a:lnTo>
                <a:lnTo>
                  <a:pt x="3192" y="3268"/>
                </a:lnTo>
                <a:lnTo>
                  <a:pt x="3192" y="3267"/>
                </a:lnTo>
                <a:lnTo>
                  <a:pt x="3191" y="3267"/>
                </a:lnTo>
                <a:lnTo>
                  <a:pt x="3190" y="3265"/>
                </a:lnTo>
                <a:lnTo>
                  <a:pt x="3190" y="3264"/>
                </a:lnTo>
                <a:lnTo>
                  <a:pt x="3189" y="3264"/>
                </a:lnTo>
                <a:lnTo>
                  <a:pt x="3188" y="3264"/>
                </a:lnTo>
                <a:lnTo>
                  <a:pt x="3188" y="3263"/>
                </a:lnTo>
                <a:lnTo>
                  <a:pt x="3187" y="3262"/>
                </a:lnTo>
                <a:lnTo>
                  <a:pt x="3187" y="3261"/>
                </a:lnTo>
                <a:lnTo>
                  <a:pt x="3187" y="3260"/>
                </a:lnTo>
                <a:lnTo>
                  <a:pt x="3188" y="3260"/>
                </a:lnTo>
                <a:lnTo>
                  <a:pt x="3188" y="3259"/>
                </a:lnTo>
                <a:lnTo>
                  <a:pt x="3188" y="3258"/>
                </a:lnTo>
                <a:lnTo>
                  <a:pt x="3188" y="3257"/>
                </a:lnTo>
                <a:lnTo>
                  <a:pt x="3187" y="3257"/>
                </a:lnTo>
                <a:lnTo>
                  <a:pt x="3188" y="3256"/>
                </a:lnTo>
                <a:lnTo>
                  <a:pt x="3189" y="3256"/>
                </a:lnTo>
                <a:lnTo>
                  <a:pt x="3190" y="3257"/>
                </a:lnTo>
                <a:lnTo>
                  <a:pt x="3190" y="3256"/>
                </a:lnTo>
                <a:lnTo>
                  <a:pt x="3191" y="3256"/>
                </a:lnTo>
                <a:lnTo>
                  <a:pt x="3191" y="3255"/>
                </a:lnTo>
                <a:lnTo>
                  <a:pt x="3192" y="3255"/>
                </a:lnTo>
                <a:lnTo>
                  <a:pt x="3191" y="3255"/>
                </a:lnTo>
                <a:lnTo>
                  <a:pt x="3190" y="3256"/>
                </a:lnTo>
                <a:lnTo>
                  <a:pt x="3190" y="3255"/>
                </a:lnTo>
                <a:lnTo>
                  <a:pt x="3190" y="3254"/>
                </a:lnTo>
                <a:lnTo>
                  <a:pt x="3190" y="3253"/>
                </a:lnTo>
                <a:lnTo>
                  <a:pt x="3190" y="3254"/>
                </a:lnTo>
                <a:lnTo>
                  <a:pt x="3190" y="3255"/>
                </a:lnTo>
                <a:lnTo>
                  <a:pt x="3189" y="3255"/>
                </a:lnTo>
                <a:lnTo>
                  <a:pt x="3188" y="3255"/>
                </a:lnTo>
                <a:lnTo>
                  <a:pt x="3188" y="3256"/>
                </a:lnTo>
                <a:lnTo>
                  <a:pt x="3188" y="3255"/>
                </a:lnTo>
                <a:lnTo>
                  <a:pt x="3188" y="3254"/>
                </a:lnTo>
                <a:lnTo>
                  <a:pt x="3188" y="3253"/>
                </a:lnTo>
                <a:lnTo>
                  <a:pt x="3188" y="3252"/>
                </a:lnTo>
                <a:lnTo>
                  <a:pt x="3187" y="3252"/>
                </a:lnTo>
                <a:lnTo>
                  <a:pt x="3186" y="3252"/>
                </a:lnTo>
                <a:lnTo>
                  <a:pt x="3186" y="3250"/>
                </a:lnTo>
                <a:lnTo>
                  <a:pt x="3185" y="3250"/>
                </a:lnTo>
                <a:lnTo>
                  <a:pt x="3185" y="3249"/>
                </a:lnTo>
                <a:lnTo>
                  <a:pt x="3184" y="3249"/>
                </a:lnTo>
                <a:lnTo>
                  <a:pt x="3185" y="3249"/>
                </a:lnTo>
                <a:lnTo>
                  <a:pt x="3185" y="3250"/>
                </a:lnTo>
                <a:lnTo>
                  <a:pt x="3186" y="3251"/>
                </a:lnTo>
                <a:lnTo>
                  <a:pt x="3186" y="3250"/>
                </a:lnTo>
                <a:lnTo>
                  <a:pt x="3186" y="3251"/>
                </a:lnTo>
                <a:lnTo>
                  <a:pt x="3186" y="3252"/>
                </a:lnTo>
                <a:lnTo>
                  <a:pt x="3185" y="3251"/>
                </a:lnTo>
                <a:lnTo>
                  <a:pt x="3184" y="3251"/>
                </a:lnTo>
                <a:lnTo>
                  <a:pt x="3185" y="3251"/>
                </a:lnTo>
                <a:lnTo>
                  <a:pt x="3185" y="3252"/>
                </a:lnTo>
                <a:lnTo>
                  <a:pt x="3185" y="3253"/>
                </a:lnTo>
                <a:lnTo>
                  <a:pt x="3186" y="3253"/>
                </a:lnTo>
                <a:lnTo>
                  <a:pt x="3187" y="3253"/>
                </a:lnTo>
                <a:lnTo>
                  <a:pt x="3187" y="3254"/>
                </a:lnTo>
                <a:lnTo>
                  <a:pt x="3187" y="3255"/>
                </a:lnTo>
                <a:lnTo>
                  <a:pt x="3187" y="3256"/>
                </a:lnTo>
                <a:lnTo>
                  <a:pt x="3186" y="3257"/>
                </a:lnTo>
                <a:lnTo>
                  <a:pt x="3186" y="3258"/>
                </a:lnTo>
                <a:lnTo>
                  <a:pt x="3185" y="3258"/>
                </a:lnTo>
                <a:lnTo>
                  <a:pt x="3186" y="3258"/>
                </a:lnTo>
                <a:lnTo>
                  <a:pt x="3186" y="3259"/>
                </a:lnTo>
                <a:lnTo>
                  <a:pt x="3186" y="3260"/>
                </a:lnTo>
                <a:lnTo>
                  <a:pt x="3185" y="3260"/>
                </a:lnTo>
                <a:lnTo>
                  <a:pt x="3184" y="3260"/>
                </a:lnTo>
                <a:lnTo>
                  <a:pt x="3184" y="3259"/>
                </a:lnTo>
                <a:lnTo>
                  <a:pt x="3184" y="3260"/>
                </a:lnTo>
                <a:lnTo>
                  <a:pt x="3185" y="3260"/>
                </a:lnTo>
                <a:lnTo>
                  <a:pt x="3185" y="3261"/>
                </a:lnTo>
                <a:lnTo>
                  <a:pt x="3185" y="3262"/>
                </a:lnTo>
                <a:lnTo>
                  <a:pt x="3186" y="3262"/>
                </a:lnTo>
                <a:lnTo>
                  <a:pt x="3186" y="3263"/>
                </a:lnTo>
                <a:lnTo>
                  <a:pt x="3186" y="3264"/>
                </a:lnTo>
                <a:lnTo>
                  <a:pt x="3186" y="3265"/>
                </a:lnTo>
                <a:lnTo>
                  <a:pt x="3186" y="3266"/>
                </a:lnTo>
                <a:lnTo>
                  <a:pt x="3187" y="3266"/>
                </a:lnTo>
                <a:lnTo>
                  <a:pt x="3188" y="3266"/>
                </a:lnTo>
                <a:lnTo>
                  <a:pt x="3188" y="3267"/>
                </a:lnTo>
                <a:lnTo>
                  <a:pt x="3188" y="3268"/>
                </a:lnTo>
                <a:lnTo>
                  <a:pt x="3187" y="3268"/>
                </a:lnTo>
                <a:lnTo>
                  <a:pt x="3186" y="3268"/>
                </a:lnTo>
                <a:lnTo>
                  <a:pt x="3187" y="3268"/>
                </a:lnTo>
                <a:lnTo>
                  <a:pt x="3186" y="3269"/>
                </a:lnTo>
                <a:lnTo>
                  <a:pt x="3185" y="3269"/>
                </a:lnTo>
                <a:lnTo>
                  <a:pt x="3184" y="3268"/>
                </a:lnTo>
                <a:lnTo>
                  <a:pt x="3184" y="3267"/>
                </a:lnTo>
                <a:lnTo>
                  <a:pt x="3183" y="3267"/>
                </a:lnTo>
                <a:lnTo>
                  <a:pt x="3183" y="3268"/>
                </a:lnTo>
                <a:lnTo>
                  <a:pt x="3182" y="3268"/>
                </a:lnTo>
                <a:lnTo>
                  <a:pt x="3182" y="3267"/>
                </a:lnTo>
                <a:lnTo>
                  <a:pt x="3181" y="3267"/>
                </a:lnTo>
                <a:lnTo>
                  <a:pt x="3180" y="3268"/>
                </a:lnTo>
                <a:lnTo>
                  <a:pt x="3179" y="3268"/>
                </a:lnTo>
                <a:lnTo>
                  <a:pt x="3178" y="3268"/>
                </a:lnTo>
                <a:lnTo>
                  <a:pt x="3178" y="3269"/>
                </a:lnTo>
                <a:lnTo>
                  <a:pt x="3177" y="3270"/>
                </a:lnTo>
                <a:lnTo>
                  <a:pt x="3176" y="3269"/>
                </a:lnTo>
                <a:lnTo>
                  <a:pt x="3176" y="3268"/>
                </a:lnTo>
                <a:lnTo>
                  <a:pt x="3176" y="3267"/>
                </a:lnTo>
                <a:lnTo>
                  <a:pt x="3176" y="3266"/>
                </a:lnTo>
                <a:lnTo>
                  <a:pt x="3175" y="3266"/>
                </a:lnTo>
                <a:lnTo>
                  <a:pt x="3174" y="3265"/>
                </a:lnTo>
                <a:lnTo>
                  <a:pt x="3174" y="3264"/>
                </a:lnTo>
                <a:lnTo>
                  <a:pt x="3175" y="3264"/>
                </a:lnTo>
                <a:lnTo>
                  <a:pt x="3175" y="3263"/>
                </a:lnTo>
                <a:lnTo>
                  <a:pt x="3174" y="3263"/>
                </a:lnTo>
                <a:lnTo>
                  <a:pt x="3174" y="3262"/>
                </a:lnTo>
                <a:lnTo>
                  <a:pt x="3174" y="3261"/>
                </a:lnTo>
                <a:lnTo>
                  <a:pt x="3174" y="3260"/>
                </a:lnTo>
                <a:lnTo>
                  <a:pt x="3174" y="3259"/>
                </a:lnTo>
                <a:lnTo>
                  <a:pt x="3174" y="3258"/>
                </a:lnTo>
                <a:lnTo>
                  <a:pt x="3174" y="3257"/>
                </a:lnTo>
                <a:lnTo>
                  <a:pt x="3174" y="3258"/>
                </a:lnTo>
                <a:lnTo>
                  <a:pt x="3173" y="3259"/>
                </a:lnTo>
                <a:lnTo>
                  <a:pt x="3173" y="3260"/>
                </a:lnTo>
                <a:lnTo>
                  <a:pt x="3172" y="3261"/>
                </a:lnTo>
                <a:lnTo>
                  <a:pt x="3172" y="3260"/>
                </a:lnTo>
                <a:lnTo>
                  <a:pt x="3171" y="3260"/>
                </a:lnTo>
                <a:lnTo>
                  <a:pt x="3172" y="3260"/>
                </a:lnTo>
                <a:lnTo>
                  <a:pt x="3171" y="3259"/>
                </a:lnTo>
                <a:lnTo>
                  <a:pt x="3170" y="3259"/>
                </a:lnTo>
                <a:lnTo>
                  <a:pt x="3169" y="3258"/>
                </a:lnTo>
                <a:lnTo>
                  <a:pt x="3169" y="3259"/>
                </a:lnTo>
                <a:lnTo>
                  <a:pt x="3171" y="3260"/>
                </a:lnTo>
                <a:lnTo>
                  <a:pt x="3171" y="3261"/>
                </a:lnTo>
                <a:lnTo>
                  <a:pt x="3170" y="3261"/>
                </a:lnTo>
                <a:lnTo>
                  <a:pt x="3170" y="3262"/>
                </a:lnTo>
                <a:lnTo>
                  <a:pt x="3171" y="3264"/>
                </a:lnTo>
                <a:lnTo>
                  <a:pt x="3169" y="3264"/>
                </a:lnTo>
                <a:lnTo>
                  <a:pt x="3168" y="3264"/>
                </a:lnTo>
                <a:lnTo>
                  <a:pt x="3167" y="3262"/>
                </a:lnTo>
                <a:lnTo>
                  <a:pt x="3167" y="3261"/>
                </a:lnTo>
                <a:lnTo>
                  <a:pt x="3168" y="3261"/>
                </a:lnTo>
                <a:lnTo>
                  <a:pt x="3168" y="3259"/>
                </a:lnTo>
                <a:lnTo>
                  <a:pt x="3167" y="3259"/>
                </a:lnTo>
                <a:lnTo>
                  <a:pt x="3167" y="3257"/>
                </a:lnTo>
                <a:lnTo>
                  <a:pt x="3168" y="3257"/>
                </a:lnTo>
                <a:lnTo>
                  <a:pt x="3168" y="3256"/>
                </a:lnTo>
                <a:lnTo>
                  <a:pt x="3168" y="3255"/>
                </a:lnTo>
                <a:lnTo>
                  <a:pt x="3168" y="3254"/>
                </a:lnTo>
                <a:lnTo>
                  <a:pt x="3168" y="3253"/>
                </a:lnTo>
                <a:lnTo>
                  <a:pt x="3169" y="3253"/>
                </a:lnTo>
                <a:lnTo>
                  <a:pt x="3169" y="3252"/>
                </a:lnTo>
                <a:lnTo>
                  <a:pt x="3170" y="3252"/>
                </a:lnTo>
                <a:lnTo>
                  <a:pt x="3170" y="3251"/>
                </a:lnTo>
                <a:lnTo>
                  <a:pt x="3171" y="3251"/>
                </a:lnTo>
                <a:lnTo>
                  <a:pt x="3171" y="3250"/>
                </a:lnTo>
                <a:lnTo>
                  <a:pt x="3170" y="3251"/>
                </a:lnTo>
                <a:lnTo>
                  <a:pt x="3170" y="3252"/>
                </a:lnTo>
                <a:lnTo>
                  <a:pt x="3169" y="3252"/>
                </a:lnTo>
                <a:lnTo>
                  <a:pt x="3169" y="3251"/>
                </a:lnTo>
                <a:lnTo>
                  <a:pt x="3168" y="3250"/>
                </a:lnTo>
                <a:lnTo>
                  <a:pt x="3169" y="3250"/>
                </a:lnTo>
                <a:lnTo>
                  <a:pt x="3168" y="3250"/>
                </a:lnTo>
                <a:lnTo>
                  <a:pt x="3168" y="3251"/>
                </a:lnTo>
                <a:lnTo>
                  <a:pt x="3169" y="3251"/>
                </a:lnTo>
                <a:lnTo>
                  <a:pt x="3169" y="3252"/>
                </a:lnTo>
                <a:lnTo>
                  <a:pt x="3168" y="3252"/>
                </a:lnTo>
                <a:lnTo>
                  <a:pt x="3168" y="3253"/>
                </a:lnTo>
                <a:lnTo>
                  <a:pt x="3168" y="3254"/>
                </a:lnTo>
                <a:lnTo>
                  <a:pt x="3167" y="3254"/>
                </a:lnTo>
                <a:lnTo>
                  <a:pt x="3167" y="3253"/>
                </a:lnTo>
                <a:lnTo>
                  <a:pt x="3166" y="3253"/>
                </a:lnTo>
                <a:lnTo>
                  <a:pt x="3167" y="3254"/>
                </a:lnTo>
                <a:lnTo>
                  <a:pt x="3167" y="3255"/>
                </a:lnTo>
                <a:lnTo>
                  <a:pt x="3167" y="3256"/>
                </a:lnTo>
                <a:lnTo>
                  <a:pt x="3167" y="3257"/>
                </a:lnTo>
                <a:lnTo>
                  <a:pt x="3166" y="3257"/>
                </a:lnTo>
                <a:lnTo>
                  <a:pt x="3166" y="3260"/>
                </a:lnTo>
                <a:lnTo>
                  <a:pt x="3165" y="3260"/>
                </a:lnTo>
                <a:lnTo>
                  <a:pt x="3166" y="3260"/>
                </a:lnTo>
                <a:lnTo>
                  <a:pt x="3165" y="3260"/>
                </a:lnTo>
                <a:lnTo>
                  <a:pt x="3165" y="3261"/>
                </a:lnTo>
                <a:lnTo>
                  <a:pt x="3165" y="3260"/>
                </a:lnTo>
                <a:lnTo>
                  <a:pt x="3164" y="3260"/>
                </a:lnTo>
                <a:lnTo>
                  <a:pt x="3164" y="3259"/>
                </a:lnTo>
                <a:lnTo>
                  <a:pt x="3163" y="3258"/>
                </a:lnTo>
                <a:lnTo>
                  <a:pt x="3164" y="3258"/>
                </a:lnTo>
                <a:lnTo>
                  <a:pt x="3164" y="3257"/>
                </a:lnTo>
                <a:lnTo>
                  <a:pt x="3164" y="3256"/>
                </a:lnTo>
                <a:lnTo>
                  <a:pt x="3164" y="3255"/>
                </a:lnTo>
                <a:lnTo>
                  <a:pt x="3163" y="3255"/>
                </a:lnTo>
                <a:lnTo>
                  <a:pt x="3163" y="3254"/>
                </a:lnTo>
                <a:lnTo>
                  <a:pt x="3162" y="3253"/>
                </a:lnTo>
                <a:lnTo>
                  <a:pt x="3162" y="3252"/>
                </a:lnTo>
                <a:lnTo>
                  <a:pt x="3161" y="3252"/>
                </a:lnTo>
                <a:lnTo>
                  <a:pt x="3161" y="3251"/>
                </a:lnTo>
                <a:lnTo>
                  <a:pt x="3161" y="3250"/>
                </a:lnTo>
                <a:lnTo>
                  <a:pt x="3162" y="3250"/>
                </a:lnTo>
                <a:lnTo>
                  <a:pt x="3162" y="3249"/>
                </a:lnTo>
                <a:lnTo>
                  <a:pt x="3163" y="3249"/>
                </a:lnTo>
                <a:lnTo>
                  <a:pt x="3163" y="3248"/>
                </a:lnTo>
                <a:lnTo>
                  <a:pt x="3164" y="3248"/>
                </a:lnTo>
                <a:lnTo>
                  <a:pt x="3164" y="3247"/>
                </a:lnTo>
                <a:lnTo>
                  <a:pt x="3164" y="3246"/>
                </a:lnTo>
                <a:lnTo>
                  <a:pt x="3165" y="3246"/>
                </a:lnTo>
                <a:lnTo>
                  <a:pt x="3165" y="3245"/>
                </a:lnTo>
                <a:lnTo>
                  <a:pt x="3164" y="3244"/>
                </a:lnTo>
                <a:lnTo>
                  <a:pt x="3165" y="3243"/>
                </a:lnTo>
                <a:lnTo>
                  <a:pt x="3166" y="3243"/>
                </a:lnTo>
                <a:lnTo>
                  <a:pt x="3166" y="3242"/>
                </a:lnTo>
                <a:lnTo>
                  <a:pt x="3167" y="3242"/>
                </a:lnTo>
                <a:lnTo>
                  <a:pt x="3167" y="3241"/>
                </a:lnTo>
                <a:lnTo>
                  <a:pt x="3166" y="3241"/>
                </a:lnTo>
                <a:lnTo>
                  <a:pt x="3166" y="3240"/>
                </a:lnTo>
                <a:lnTo>
                  <a:pt x="3166" y="3241"/>
                </a:lnTo>
                <a:lnTo>
                  <a:pt x="3165" y="3241"/>
                </a:lnTo>
                <a:lnTo>
                  <a:pt x="3165" y="3240"/>
                </a:lnTo>
                <a:lnTo>
                  <a:pt x="3164" y="3240"/>
                </a:lnTo>
                <a:lnTo>
                  <a:pt x="3164" y="3241"/>
                </a:lnTo>
                <a:lnTo>
                  <a:pt x="3163" y="3241"/>
                </a:lnTo>
                <a:lnTo>
                  <a:pt x="3162" y="3241"/>
                </a:lnTo>
                <a:lnTo>
                  <a:pt x="3161" y="3241"/>
                </a:lnTo>
                <a:lnTo>
                  <a:pt x="3160" y="3241"/>
                </a:lnTo>
                <a:lnTo>
                  <a:pt x="3159" y="3241"/>
                </a:lnTo>
                <a:lnTo>
                  <a:pt x="3159" y="3240"/>
                </a:lnTo>
                <a:lnTo>
                  <a:pt x="3159" y="3239"/>
                </a:lnTo>
                <a:lnTo>
                  <a:pt x="3160" y="3239"/>
                </a:lnTo>
                <a:lnTo>
                  <a:pt x="3160" y="3238"/>
                </a:lnTo>
                <a:lnTo>
                  <a:pt x="3159" y="3238"/>
                </a:lnTo>
                <a:lnTo>
                  <a:pt x="3159" y="3239"/>
                </a:lnTo>
                <a:lnTo>
                  <a:pt x="3158" y="3240"/>
                </a:lnTo>
                <a:lnTo>
                  <a:pt x="3158" y="3241"/>
                </a:lnTo>
                <a:lnTo>
                  <a:pt x="3157" y="3241"/>
                </a:lnTo>
                <a:lnTo>
                  <a:pt x="3157" y="3242"/>
                </a:lnTo>
                <a:lnTo>
                  <a:pt x="3156" y="3242"/>
                </a:lnTo>
                <a:lnTo>
                  <a:pt x="3156" y="3241"/>
                </a:lnTo>
                <a:lnTo>
                  <a:pt x="3155" y="3242"/>
                </a:lnTo>
                <a:lnTo>
                  <a:pt x="3155" y="3243"/>
                </a:lnTo>
                <a:lnTo>
                  <a:pt x="3154" y="3243"/>
                </a:lnTo>
                <a:lnTo>
                  <a:pt x="3153" y="3243"/>
                </a:lnTo>
                <a:lnTo>
                  <a:pt x="3153" y="3244"/>
                </a:lnTo>
                <a:lnTo>
                  <a:pt x="3154" y="3244"/>
                </a:lnTo>
                <a:lnTo>
                  <a:pt x="3154" y="3243"/>
                </a:lnTo>
                <a:lnTo>
                  <a:pt x="3154" y="3244"/>
                </a:lnTo>
                <a:lnTo>
                  <a:pt x="3154" y="3245"/>
                </a:lnTo>
                <a:lnTo>
                  <a:pt x="3154" y="3246"/>
                </a:lnTo>
                <a:lnTo>
                  <a:pt x="3153" y="3246"/>
                </a:lnTo>
                <a:lnTo>
                  <a:pt x="3153" y="3245"/>
                </a:lnTo>
                <a:lnTo>
                  <a:pt x="3152" y="3245"/>
                </a:lnTo>
                <a:lnTo>
                  <a:pt x="3152" y="3244"/>
                </a:lnTo>
                <a:lnTo>
                  <a:pt x="3151" y="3244"/>
                </a:lnTo>
                <a:lnTo>
                  <a:pt x="3151" y="3243"/>
                </a:lnTo>
                <a:lnTo>
                  <a:pt x="3152" y="3243"/>
                </a:lnTo>
                <a:lnTo>
                  <a:pt x="3151" y="3243"/>
                </a:lnTo>
                <a:lnTo>
                  <a:pt x="3151" y="3244"/>
                </a:lnTo>
                <a:lnTo>
                  <a:pt x="3151" y="3245"/>
                </a:lnTo>
                <a:lnTo>
                  <a:pt x="3152" y="3245"/>
                </a:lnTo>
                <a:lnTo>
                  <a:pt x="3152" y="3246"/>
                </a:lnTo>
                <a:lnTo>
                  <a:pt x="3153" y="3247"/>
                </a:lnTo>
                <a:lnTo>
                  <a:pt x="3154" y="3247"/>
                </a:lnTo>
                <a:lnTo>
                  <a:pt x="3154" y="3248"/>
                </a:lnTo>
                <a:lnTo>
                  <a:pt x="3155" y="3248"/>
                </a:lnTo>
                <a:lnTo>
                  <a:pt x="3155" y="3249"/>
                </a:lnTo>
                <a:lnTo>
                  <a:pt x="3155" y="3250"/>
                </a:lnTo>
                <a:lnTo>
                  <a:pt x="3156" y="3250"/>
                </a:lnTo>
                <a:lnTo>
                  <a:pt x="3156" y="3251"/>
                </a:lnTo>
                <a:lnTo>
                  <a:pt x="3156" y="3252"/>
                </a:lnTo>
                <a:lnTo>
                  <a:pt x="3156" y="3253"/>
                </a:lnTo>
                <a:lnTo>
                  <a:pt x="3156" y="3254"/>
                </a:lnTo>
                <a:lnTo>
                  <a:pt x="3156" y="3253"/>
                </a:lnTo>
                <a:lnTo>
                  <a:pt x="3157" y="3253"/>
                </a:lnTo>
                <a:lnTo>
                  <a:pt x="3157" y="3254"/>
                </a:lnTo>
                <a:lnTo>
                  <a:pt x="3158" y="3255"/>
                </a:lnTo>
                <a:lnTo>
                  <a:pt x="3159" y="3255"/>
                </a:lnTo>
                <a:lnTo>
                  <a:pt x="3159" y="3256"/>
                </a:lnTo>
                <a:lnTo>
                  <a:pt x="3159" y="3257"/>
                </a:lnTo>
                <a:lnTo>
                  <a:pt x="3158" y="3257"/>
                </a:lnTo>
                <a:lnTo>
                  <a:pt x="3157" y="3257"/>
                </a:lnTo>
                <a:lnTo>
                  <a:pt x="3157" y="3258"/>
                </a:lnTo>
                <a:lnTo>
                  <a:pt x="3156" y="3258"/>
                </a:lnTo>
                <a:lnTo>
                  <a:pt x="3156" y="3257"/>
                </a:lnTo>
                <a:lnTo>
                  <a:pt x="3156" y="3258"/>
                </a:lnTo>
                <a:lnTo>
                  <a:pt x="3155" y="3257"/>
                </a:lnTo>
                <a:lnTo>
                  <a:pt x="3156" y="3256"/>
                </a:lnTo>
                <a:lnTo>
                  <a:pt x="3155" y="3255"/>
                </a:lnTo>
                <a:lnTo>
                  <a:pt x="3155" y="3256"/>
                </a:lnTo>
                <a:lnTo>
                  <a:pt x="3155" y="3257"/>
                </a:lnTo>
                <a:lnTo>
                  <a:pt x="3155" y="3258"/>
                </a:lnTo>
                <a:lnTo>
                  <a:pt x="3156" y="3258"/>
                </a:lnTo>
                <a:lnTo>
                  <a:pt x="3156" y="3259"/>
                </a:lnTo>
                <a:lnTo>
                  <a:pt x="3155" y="3260"/>
                </a:lnTo>
                <a:lnTo>
                  <a:pt x="3156" y="3260"/>
                </a:lnTo>
                <a:lnTo>
                  <a:pt x="3156" y="3259"/>
                </a:lnTo>
                <a:lnTo>
                  <a:pt x="3156" y="3260"/>
                </a:lnTo>
                <a:lnTo>
                  <a:pt x="3157" y="3260"/>
                </a:lnTo>
                <a:lnTo>
                  <a:pt x="3157" y="3259"/>
                </a:lnTo>
                <a:lnTo>
                  <a:pt x="3158" y="3259"/>
                </a:lnTo>
                <a:lnTo>
                  <a:pt x="3158" y="3258"/>
                </a:lnTo>
                <a:lnTo>
                  <a:pt x="3159" y="3258"/>
                </a:lnTo>
                <a:lnTo>
                  <a:pt x="3160" y="3258"/>
                </a:lnTo>
                <a:lnTo>
                  <a:pt x="3160" y="3259"/>
                </a:lnTo>
                <a:lnTo>
                  <a:pt x="3159" y="3259"/>
                </a:lnTo>
                <a:lnTo>
                  <a:pt x="3159" y="3260"/>
                </a:lnTo>
                <a:lnTo>
                  <a:pt x="3158" y="3260"/>
                </a:lnTo>
                <a:lnTo>
                  <a:pt x="3159" y="3260"/>
                </a:lnTo>
                <a:lnTo>
                  <a:pt x="3159" y="3261"/>
                </a:lnTo>
                <a:lnTo>
                  <a:pt x="3158" y="3261"/>
                </a:lnTo>
                <a:lnTo>
                  <a:pt x="3158" y="3262"/>
                </a:lnTo>
                <a:lnTo>
                  <a:pt x="3158" y="3261"/>
                </a:lnTo>
                <a:lnTo>
                  <a:pt x="3159" y="3261"/>
                </a:lnTo>
                <a:lnTo>
                  <a:pt x="3160" y="3261"/>
                </a:lnTo>
                <a:lnTo>
                  <a:pt x="3160" y="3260"/>
                </a:lnTo>
                <a:lnTo>
                  <a:pt x="3161" y="3260"/>
                </a:lnTo>
                <a:lnTo>
                  <a:pt x="3161" y="3261"/>
                </a:lnTo>
                <a:lnTo>
                  <a:pt x="3161" y="3262"/>
                </a:lnTo>
                <a:lnTo>
                  <a:pt x="3161" y="3263"/>
                </a:lnTo>
                <a:lnTo>
                  <a:pt x="3161" y="3264"/>
                </a:lnTo>
                <a:lnTo>
                  <a:pt x="3160" y="3264"/>
                </a:lnTo>
                <a:lnTo>
                  <a:pt x="3159" y="3264"/>
                </a:lnTo>
                <a:lnTo>
                  <a:pt x="3159" y="3265"/>
                </a:lnTo>
                <a:lnTo>
                  <a:pt x="3160" y="3265"/>
                </a:lnTo>
                <a:lnTo>
                  <a:pt x="3160" y="3264"/>
                </a:lnTo>
                <a:lnTo>
                  <a:pt x="3160" y="3265"/>
                </a:lnTo>
                <a:lnTo>
                  <a:pt x="3160" y="3266"/>
                </a:lnTo>
                <a:lnTo>
                  <a:pt x="3159" y="3266"/>
                </a:lnTo>
                <a:lnTo>
                  <a:pt x="3159" y="3267"/>
                </a:lnTo>
                <a:lnTo>
                  <a:pt x="3158" y="3267"/>
                </a:lnTo>
                <a:lnTo>
                  <a:pt x="3157" y="3267"/>
                </a:lnTo>
                <a:lnTo>
                  <a:pt x="3158" y="3267"/>
                </a:lnTo>
                <a:lnTo>
                  <a:pt x="3158" y="3268"/>
                </a:lnTo>
                <a:lnTo>
                  <a:pt x="3158" y="3269"/>
                </a:lnTo>
                <a:lnTo>
                  <a:pt x="3157" y="3269"/>
                </a:lnTo>
                <a:lnTo>
                  <a:pt x="3157" y="3270"/>
                </a:lnTo>
                <a:lnTo>
                  <a:pt x="3157" y="3271"/>
                </a:lnTo>
                <a:lnTo>
                  <a:pt x="3156" y="3271"/>
                </a:lnTo>
                <a:lnTo>
                  <a:pt x="3156" y="3272"/>
                </a:lnTo>
                <a:lnTo>
                  <a:pt x="3154" y="3272"/>
                </a:lnTo>
                <a:lnTo>
                  <a:pt x="3153" y="3272"/>
                </a:lnTo>
                <a:lnTo>
                  <a:pt x="3153" y="3271"/>
                </a:lnTo>
                <a:lnTo>
                  <a:pt x="3154" y="3270"/>
                </a:lnTo>
                <a:lnTo>
                  <a:pt x="3155" y="3270"/>
                </a:lnTo>
                <a:lnTo>
                  <a:pt x="3154" y="3269"/>
                </a:lnTo>
                <a:lnTo>
                  <a:pt x="3154" y="3270"/>
                </a:lnTo>
                <a:lnTo>
                  <a:pt x="3153" y="3270"/>
                </a:lnTo>
                <a:lnTo>
                  <a:pt x="3153" y="3271"/>
                </a:lnTo>
                <a:lnTo>
                  <a:pt x="3153" y="3272"/>
                </a:lnTo>
                <a:lnTo>
                  <a:pt x="3153" y="3273"/>
                </a:lnTo>
                <a:lnTo>
                  <a:pt x="3153" y="3274"/>
                </a:lnTo>
                <a:lnTo>
                  <a:pt x="3152" y="3274"/>
                </a:lnTo>
                <a:lnTo>
                  <a:pt x="3153" y="3274"/>
                </a:lnTo>
                <a:lnTo>
                  <a:pt x="3153" y="3275"/>
                </a:lnTo>
                <a:lnTo>
                  <a:pt x="3151" y="3275"/>
                </a:lnTo>
                <a:lnTo>
                  <a:pt x="3150" y="3275"/>
                </a:lnTo>
                <a:lnTo>
                  <a:pt x="3149" y="3275"/>
                </a:lnTo>
                <a:lnTo>
                  <a:pt x="3148" y="3275"/>
                </a:lnTo>
                <a:lnTo>
                  <a:pt x="3147" y="3275"/>
                </a:lnTo>
                <a:lnTo>
                  <a:pt x="3147" y="3276"/>
                </a:lnTo>
                <a:lnTo>
                  <a:pt x="3146" y="3276"/>
                </a:lnTo>
                <a:lnTo>
                  <a:pt x="3146" y="3277"/>
                </a:lnTo>
                <a:lnTo>
                  <a:pt x="3144" y="3277"/>
                </a:lnTo>
                <a:lnTo>
                  <a:pt x="3143" y="3276"/>
                </a:lnTo>
                <a:lnTo>
                  <a:pt x="3144" y="3275"/>
                </a:lnTo>
                <a:lnTo>
                  <a:pt x="3144" y="3273"/>
                </a:lnTo>
                <a:lnTo>
                  <a:pt x="3146" y="3273"/>
                </a:lnTo>
                <a:lnTo>
                  <a:pt x="3146" y="3272"/>
                </a:lnTo>
                <a:lnTo>
                  <a:pt x="3145" y="3272"/>
                </a:lnTo>
                <a:lnTo>
                  <a:pt x="3145" y="3271"/>
                </a:lnTo>
                <a:lnTo>
                  <a:pt x="3146" y="3271"/>
                </a:lnTo>
                <a:lnTo>
                  <a:pt x="3147" y="3271"/>
                </a:lnTo>
                <a:lnTo>
                  <a:pt x="3148" y="3271"/>
                </a:lnTo>
                <a:lnTo>
                  <a:pt x="3149" y="3271"/>
                </a:lnTo>
                <a:lnTo>
                  <a:pt x="3149" y="3270"/>
                </a:lnTo>
                <a:lnTo>
                  <a:pt x="3150" y="3270"/>
                </a:lnTo>
                <a:lnTo>
                  <a:pt x="3150" y="3269"/>
                </a:lnTo>
                <a:lnTo>
                  <a:pt x="3149" y="3269"/>
                </a:lnTo>
                <a:lnTo>
                  <a:pt x="3148" y="3270"/>
                </a:lnTo>
                <a:lnTo>
                  <a:pt x="3148" y="3269"/>
                </a:lnTo>
                <a:lnTo>
                  <a:pt x="3147" y="3269"/>
                </a:lnTo>
                <a:lnTo>
                  <a:pt x="3148" y="3268"/>
                </a:lnTo>
                <a:lnTo>
                  <a:pt x="3148" y="3267"/>
                </a:lnTo>
                <a:lnTo>
                  <a:pt x="3149" y="3267"/>
                </a:lnTo>
                <a:lnTo>
                  <a:pt x="3148" y="3267"/>
                </a:lnTo>
                <a:lnTo>
                  <a:pt x="3149" y="3266"/>
                </a:lnTo>
                <a:lnTo>
                  <a:pt x="3150" y="3265"/>
                </a:lnTo>
                <a:lnTo>
                  <a:pt x="3151" y="3265"/>
                </a:lnTo>
                <a:lnTo>
                  <a:pt x="3151" y="3264"/>
                </a:lnTo>
                <a:lnTo>
                  <a:pt x="3152" y="3264"/>
                </a:lnTo>
                <a:lnTo>
                  <a:pt x="3151" y="3264"/>
                </a:lnTo>
                <a:lnTo>
                  <a:pt x="3150" y="3264"/>
                </a:lnTo>
                <a:lnTo>
                  <a:pt x="3149" y="3264"/>
                </a:lnTo>
                <a:lnTo>
                  <a:pt x="3149" y="3265"/>
                </a:lnTo>
                <a:lnTo>
                  <a:pt x="3148" y="3265"/>
                </a:lnTo>
                <a:lnTo>
                  <a:pt x="3147" y="3265"/>
                </a:lnTo>
                <a:lnTo>
                  <a:pt x="3147" y="3266"/>
                </a:lnTo>
                <a:lnTo>
                  <a:pt x="3147" y="3265"/>
                </a:lnTo>
                <a:lnTo>
                  <a:pt x="3148" y="3265"/>
                </a:lnTo>
                <a:lnTo>
                  <a:pt x="3148" y="3264"/>
                </a:lnTo>
                <a:lnTo>
                  <a:pt x="3148" y="3263"/>
                </a:lnTo>
                <a:lnTo>
                  <a:pt x="3149" y="3263"/>
                </a:lnTo>
                <a:lnTo>
                  <a:pt x="3149" y="3262"/>
                </a:lnTo>
                <a:lnTo>
                  <a:pt x="3149" y="3261"/>
                </a:lnTo>
                <a:lnTo>
                  <a:pt x="3149" y="3262"/>
                </a:lnTo>
                <a:lnTo>
                  <a:pt x="3149" y="3261"/>
                </a:lnTo>
                <a:lnTo>
                  <a:pt x="3148" y="3261"/>
                </a:lnTo>
                <a:lnTo>
                  <a:pt x="3148" y="3262"/>
                </a:lnTo>
                <a:lnTo>
                  <a:pt x="3148" y="3263"/>
                </a:lnTo>
                <a:lnTo>
                  <a:pt x="3147" y="3263"/>
                </a:lnTo>
                <a:lnTo>
                  <a:pt x="3147" y="3264"/>
                </a:lnTo>
                <a:lnTo>
                  <a:pt x="3146" y="3264"/>
                </a:lnTo>
                <a:lnTo>
                  <a:pt x="3145" y="3264"/>
                </a:lnTo>
                <a:lnTo>
                  <a:pt x="3145" y="3263"/>
                </a:lnTo>
                <a:lnTo>
                  <a:pt x="3144" y="3263"/>
                </a:lnTo>
                <a:lnTo>
                  <a:pt x="3144" y="3264"/>
                </a:lnTo>
                <a:lnTo>
                  <a:pt x="3144" y="3263"/>
                </a:lnTo>
                <a:lnTo>
                  <a:pt x="3143" y="3263"/>
                </a:lnTo>
                <a:lnTo>
                  <a:pt x="3143" y="3262"/>
                </a:lnTo>
                <a:lnTo>
                  <a:pt x="3142" y="3263"/>
                </a:lnTo>
                <a:lnTo>
                  <a:pt x="3142" y="3262"/>
                </a:lnTo>
                <a:lnTo>
                  <a:pt x="3141" y="3262"/>
                </a:lnTo>
                <a:lnTo>
                  <a:pt x="3140" y="3262"/>
                </a:lnTo>
                <a:lnTo>
                  <a:pt x="3140" y="3261"/>
                </a:lnTo>
                <a:lnTo>
                  <a:pt x="3141" y="3261"/>
                </a:lnTo>
                <a:lnTo>
                  <a:pt x="3141" y="3260"/>
                </a:lnTo>
                <a:lnTo>
                  <a:pt x="3141" y="3259"/>
                </a:lnTo>
                <a:lnTo>
                  <a:pt x="3140" y="3259"/>
                </a:lnTo>
                <a:lnTo>
                  <a:pt x="3140" y="3260"/>
                </a:lnTo>
                <a:lnTo>
                  <a:pt x="3139" y="3261"/>
                </a:lnTo>
                <a:lnTo>
                  <a:pt x="3140" y="3261"/>
                </a:lnTo>
                <a:lnTo>
                  <a:pt x="3140" y="3262"/>
                </a:lnTo>
                <a:lnTo>
                  <a:pt x="3140" y="3263"/>
                </a:lnTo>
                <a:lnTo>
                  <a:pt x="3140" y="3264"/>
                </a:lnTo>
                <a:lnTo>
                  <a:pt x="3140" y="3265"/>
                </a:lnTo>
                <a:lnTo>
                  <a:pt x="3140" y="3264"/>
                </a:lnTo>
                <a:lnTo>
                  <a:pt x="3140" y="3263"/>
                </a:lnTo>
                <a:lnTo>
                  <a:pt x="3139" y="3263"/>
                </a:lnTo>
                <a:lnTo>
                  <a:pt x="3139" y="3262"/>
                </a:lnTo>
                <a:lnTo>
                  <a:pt x="3140" y="3262"/>
                </a:lnTo>
                <a:lnTo>
                  <a:pt x="3139" y="3262"/>
                </a:lnTo>
                <a:lnTo>
                  <a:pt x="3139" y="3263"/>
                </a:lnTo>
                <a:lnTo>
                  <a:pt x="3138" y="3264"/>
                </a:lnTo>
                <a:lnTo>
                  <a:pt x="3138" y="3265"/>
                </a:lnTo>
                <a:lnTo>
                  <a:pt x="3139" y="3266"/>
                </a:lnTo>
                <a:lnTo>
                  <a:pt x="3139" y="3267"/>
                </a:lnTo>
                <a:lnTo>
                  <a:pt x="3139" y="3268"/>
                </a:lnTo>
                <a:lnTo>
                  <a:pt x="3138" y="3268"/>
                </a:lnTo>
                <a:lnTo>
                  <a:pt x="3139" y="3269"/>
                </a:lnTo>
                <a:lnTo>
                  <a:pt x="3138" y="3269"/>
                </a:lnTo>
                <a:lnTo>
                  <a:pt x="3138" y="3270"/>
                </a:lnTo>
                <a:lnTo>
                  <a:pt x="3137" y="3270"/>
                </a:lnTo>
                <a:lnTo>
                  <a:pt x="3137" y="3271"/>
                </a:lnTo>
                <a:lnTo>
                  <a:pt x="3138" y="3271"/>
                </a:lnTo>
                <a:lnTo>
                  <a:pt x="3139" y="3271"/>
                </a:lnTo>
                <a:lnTo>
                  <a:pt x="3139" y="3272"/>
                </a:lnTo>
                <a:lnTo>
                  <a:pt x="3138" y="3273"/>
                </a:lnTo>
                <a:lnTo>
                  <a:pt x="3138" y="3274"/>
                </a:lnTo>
                <a:lnTo>
                  <a:pt x="3137" y="3275"/>
                </a:lnTo>
                <a:lnTo>
                  <a:pt x="3136" y="3275"/>
                </a:lnTo>
                <a:lnTo>
                  <a:pt x="3136" y="3276"/>
                </a:lnTo>
                <a:lnTo>
                  <a:pt x="3136" y="3277"/>
                </a:lnTo>
                <a:lnTo>
                  <a:pt x="3135" y="3277"/>
                </a:lnTo>
                <a:lnTo>
                  <a:pt x="3134" y="3277"/>
                </a:lnTo>
                <a:lnTo>
                  <a:pt x="3133" y="3277"/>
                </a:lnTo>
                <a:lnTo>
                  <a:pt x="3133" y="3278"/>
                </a:lnTo>
                <a:lnTo>
                  <a:pt x="3133" y="3279"/>
                </a:lnTo>
                <a:lnTo>
                  <a:pt x="3132" y="3279"/>
                </a:lnTo>
                <a:lnTo>
                  <a:pt x="3131" y="3280"/>
                </a:lnTo>
                <a:lnTo>
                  <a:pt x="3130" y="3281"/>
                </a:lnTo>
                <a:lnTo>
                  <a:pt x="3129" y="3281"/>
                </a:lnTo>
                <a:lnTo>
                  <a:pt x="3129" y="3280"/>
                </a:lnTo>
                <a:lnTo>
                  <a:pt x="3130" y="3279"/>
                </a:lnTo>
                <a:lnTo>
                  <a:pt x="3131" y="3277"/>
                </a:lnTo>
                <a:lnTo>
                  <a:pt x="3132" y="3277"/>
                </a:lnTo>
                <a:lnTo>
                  <a:pt x="3132" y="3276"/>
                </a:lnTo>
                <a:lnTo>
                  <a:pt x="3133" y="3273"/>
                </a:lnTo>
                <a:lnTo>
                  <a:pt x="3134" y="3272"/>
                </a:lnTo>
                <a:lnTo>
                  <a:pt x="3134" y="3271"/>
                </a:lnTo>
                <a:lnTo>
                  <a:pt x="3133" y="3272"/>
                </a:lnTo>
                <a:lnTo>
                  <a:pt x="3132" y="3271"/>
                </a:lnTo>
                <a:lnTo>
                  <a:pt x="3132" y="3270"/>
                </a:lnTo>
                <a:lnTo>
                  <a:pt x="3132" y="3269"/>
                </a:lnTo>
                <a:lnTo>
                  <a:pt x="3131" y="3269"/>
                </a:lnTo>
                <a:lnTo>
                  <a:pt x="3130" y="3269"/>
                </a:lnTo>
                <a:lnTo>
                  <a:pt x="3130" y="3268"/>
                </a:lnTo>
                <a:lnTo>
                  <a:pt x="3129" y="3268"/>
                </a:lnTo>
                <a:lnTo>
                  <a:pt x="3130" y="3269"/>
                </a:lnTo>
                <a:lnTo>
                  <a:pt x="3129" y="3269"/>
                </a:lnTo>
                <a:lnTo>
                  <a:pt x="3129" y="3270"/>
                </a:lnTo>
                <a:lnTo>
                  <a:pt x="3128" y="3270"/>
                </a:lnTo>
                <a:lnTo>
                  <a:pt x="3127" y="3270"/>
                </a:lnTo>
                <a:lnTo>
                  <a:pt x="3126" y="3270"/>
                </a:lnTo>
                <a:lnTo>
                  <a:pt x="3126" y="3271"/>
                </a:lnTo>
                <a:lnTo>
                  <a:pt x="3125" y="3271"/>
                </a:lnTo>
                <a:lnTo>
                  <a:pt x="3125" y="3270"/>
                </a:lnTo>
                <a:lnTo>
                  <a:pt x="3125" y="3271"/>
                </a:lnTo>
                <a:lnTo>
                  <a:pt x="3126" y="3271"/>
                </a:lnTo>
                <a:lnTo>
                  <a:pt x="3126" y="3272"/>
                </a:lnTo>
                <a:lnTo>
                  <a:pt x="3125" y="3273"/>
                </a:lnTo>
                <a:lnTo>
                  <a:pt x="3125" y="3272"/>
                </a:lnTo>
                <a:lnTo>
                  <a:pt x="3124" y="3272"/>
                </a:lnTo>
                <a:lnTo>
                  <a:pt x="3124" y="3273"/>
                </a:lnTo>
                <a:lnTo>
                  <a:pt x="3123" y="3273"/>
                </a:lnTo>
                <a:lnTo>
                  <a:pt x="3124" y="3273"/>
                </a:lnTo>
                <a:lnTo>
                  <a:pt x="3124" y="3274"/>
                </a:lnTo>
                <a:lnTo>
                  <a:pt x="3123" y="3274"/>
                </a:lnTo>
                <a:lnTo>
                  <a:pt x="3123" y="3273"/>
                </a:lnTo>
                <a:lnTo>
                  <a:pt x="3122" y="3273"/>
                </a:lnTo>
                <a:lnTo>
                  <a:pt x="3122" y="3274"/>
                </a:lnTo>
                <a:lnTo>
                  <a:pt x="3123" y="3275"/>
                </a:lnTo>
                <a:lnTo>
                  <a:pt x="3123" y="3276"/>
                </a:lnTo>
                <a:lnTo>
                  <a:pt x="3124" y="3276"/>
                </a:lnTo>
                <a:lnTo>
                  <a:pt x="3125" y="3276"/>
                </a:lnTo>
                <a:lnTo>
                  <a:pt x="3126" y="3277"/>
                </a:lnTo>
                <a:lnTo>
                  <a:pt x="3127" y="3277"/>
                </a:lnTo>
                <a:lnTo>
                  <a:pt x="3127" y="3278"/>
                </a:lnTo>
                <a:lnTo>
                  <a:pt x="3126" y="3278"/>
                </a:lnTo>
                <a:lnTo>
                  <a:pt x="3125" y="3278"/>
                </a:lnTo>
                <a:lnTo>
                  <a:pt x="3124" y="3278"/>
                </a:lnTo>
                <a:lnTo>
                  <a:pt x="3123" y="3278"/>
                </a:lnTo>
                <a:lnTo>
                  <a:pt x="3123" y="3279"/>
                </a:lnTo>
                <a:lnTo>
                  <a:pt x="3122" y="3279"/>
                </a:lnTo>
                <a:lnTo>
                  <a:pt x="3121" y="3279"/>
                </a:lnTo>
                <a:lnTo>
                  <a:pt x="3120" y="3279"/>
                </a:lnTo>
                <a:lnTo>
                  <a:pt x="3121" y="3279"/>
                </a:lnTo>
                <a:lnTo>
                  <a:pt x="3122" y="3278"/>
                </a:lnTo>
                <a:lnTo>
                  <a:pt x="3122" y="3277"/>
                </a:lnTo>
                <a:lnTo>
                  <a:pt x="3121" y="3277"/>
                </a:lnTo>
                <a:lnTo>
                  <a:pt x="3121" y="3278"/>
                </a:lnTo>
                <a:lnTo>
                  <a:pt x="3120" y="3278"/>
                </a:lnTo>
                <a:lnTo>
                  <a:pt x="3119" y="3278"/>
                </a:lnTo>
                <a:lnTo>
                  <a:pt x="3119" y="3277"/>
                </a:lnTo>
                <a:lnTo>
                  <a:pt x="3118" y="3276"/>
                </a:lnTo>
                <a:lnTo>
                  <a:pt x="3117" y="3276"/>
                </a:lnTo>
                <a:lnTo>
                  <a:pt x="3118" y="3276"/>
                </a:lnTo>
                <a:lnTo>
                  <a:pt x="3117" y="3276"/>
                </a:lnTo>
                <a:lnTo>
                  <a:pt x="3118" y="3276"/>
                </a:lnTo>
                <a:lnTo>
                  <a:pt x="3118" y="3277"/>
                </a:lnTo>
                <a:lnTo>
                  <a:pt x="3117" y="3277"/>
                </a:lnTo>
                <a:lnTo>
                  <a:pt x="3116" y="3277"/>
                </a:lnTo>
                <a:lnTo>
                  <a:pt x="3115" y="3277"/>
                </a:lnTo>
                <a:lnTo>
                  <a:pt x="3114" y="3276"/>
                </a:lnTo>
                <a:lnTo>
                  <a:pt x="3113" y="3276"/>
                </a:lnTo>
                <a:lnTo>
                  <a:pt x="3112" y="3276"/>
                </a:lnTo>
                <a:lnTo>
                  <a:pt x="3111" y="3276"/>
                </a:lnTo>
                <a:lnTo>
                  <a:pt x="3110" y="3276"/>
                </a:lnTo>
                <a:lnTo>
                  <a:pt x="3109" y="3276"/>
                </a:lnTo>
                <a:lnTo>
                  <a:pt x="3108" y="3276"/>
                </a:lnTo>
                <a:lnTo>
                  <a:pt x="3108" y="3277"/>
                </a:lnTo>
                <a:lnTo>
                  <a:pt x="3107" y="3277"/>
                </a:lnTo>
                <a:lnTo>
                  <a:pt x="3106" y="3277"/>
                </a:lnTo>
                <a:lnTo>
                  <a:pt x="3106" y="3276"/>
                </a:lnTo>
                <a:lnTo>
                  <a:pt x="3105" y="3276"/>
                </a:lnTo>
                <a:lnTo>
                  <a:pt x="3105" y="3275"/>
                </a:lnTo>
                <a:lnTo>
                  <a:pt x="3105" y="3274"/>
                </a:lnTo>
                <a:lnTo>
                  <a:pt x="3104" y="3273"/>
                </a:lnTo>
                <a:lnTo>
                  <a:pt x="3103" y="3273"/>
                </a:lnTo>
                <a:lnTo>
                  <a:pt x="3104" y="3273"/>
                </a:lnTo>
                <a:lnTo>
                  <a:pt x="3103" y="3272"/>
                </a:lnTo>
                <a:lnTo>
                  <a:pt x="3102" y="3272"/>
                </a:lnTo>
                <a:lnTo>
                  <a:pt x="3101" y="3272"/>
                </a:lnTo>
                <a:lnTo>
                  <a:pt x="3101" y="3271"/>
                </a:lnTo>
                <a:lnTo>
                  <a:pt x="3100" y="3271"/>
                </a:lnTo>
                <a:lnTo>
                  <a:pt x="3100" y="3270"/>
                </a:lnTo>
                <a:lnTo>
                  <a:pt x="3099" y="3270"/>
                </a:lnTo>
                <a:lnTo>
                  <a:pt x="3099" y="3269"/>
                </a:lnTo>
                <a:lnTo>
                  <a:pt x="3100" y="3269"/>
                </a:lnTo>
                <a:lnTo>
                  <a:pt x="3100" y="3268"/>
                </a:lnTo>
                <a:lnTo>
                  <a:pt x="3099" y="3268"/>
                </a:lnTo>
                <a:lnTo>
                  <a:pt x="3099" y="3267"/>
                </a:lnTo>
                <a:lnTo>
                  <a:pt x="3099" y="3266"/>
                </a:lnTo>
                <a:lnTo>
                  <a:pt x="3098" y="3266"/>
                </a:lnTo>
                <a:lnTo>
                  <a:pt x="3097" y="3266"/>
                </a:lnTo>
                <a:lnTo>
                  <a:pt x="3097" y="3265"/>
                </a:lnTo>
                <a:lnTo>
                  <a:pt x="3096" y="3265"/>
                </a:lnTo>
                <a:lnTo>
                  <a:pt x="3096" y="3266"/>
                </a:lnTo>
                <a:lnTo>
                  <a:pt x="3095" y="3266"/>
                </a:lnTo>
                <a:lnTo>
                  <a:pt x="3094" y="3265"/>
                </a:lnTo>
                <a:lnTo>
                  <a:pt x="3093" y="3265"/>
                </a:lnTo>
                <a:lnTo>
                  <a:pt x="3092" y="3265"/>
                </a:lnTo>
                <a:lnTo>
                  <a:pt x="3091" y="3265"/>
                </a:lnTo>
                <a:lnTo>
                  <a:pt x="3090" y="3265"/>
                </a:lnTo>
                <a:lnTo>
                  <a:pt x="3090" y="3266"/>
                </a:lnTo>
                <a:lnTo>
                  <a:pt x="3089" y="3266"/>
                </a:lnTo>
                <a:lnTo>
                  <a:pt x="3087" y="3266"/>
                </a:lnTo>
                <a:lnTo>
                  <a:pt x="3087" y="3267"/>
                </a:lnTo>
                <a:lnTo>
                  <a:pt x="3086" y="3267"/>
                </a:lnTo>
                <a:lnTo>
                  <a:pt x="3086" y="3268"/>
                </a:lnTo>
                <a:lnTo>
                  <a:pt x="3085" y="3268"/>
                </a:lnTo>
                <a:lnTo>
                  <a:pt x="3084" y="3268"/>
                </a:lnTo>
                <a:lnTo>
                  <a:pt x="3084" y="3269"/>
                </a:lnTo>
                <a:lnTo>
                  <a:pt x="3083" y="3269"/>
                </a:lnTo>
                <a:lnTo>
                  <a:pt x="3082" y="3269"/>
                </a:lnTo>
                <a:lnTo>
                  <a:pt x="3081" y="3269"/>
                </a:lnTo>
                <a:lnTo>
                  <a:pt x="3081" y="3270"/>
                </a:lnTo>
                <a:lnTo>
                  <a:pt x="3081" y="3269"/>
                </a:lnTo>
                <a:lnTo>
                  <a:pt x="3081" y="3270"/>
                </a:lnTo>
                <a:lnTo>
                  <a:pt x="3080" y="3270"/>
                </a:lnTo>
                <a:lnTo>
                  <a:pt x="3080" y="3269"/>
                </a:lnTo>
                <a:lnTo>
                  <a:pt x="3079" y="3269"/>
                </a:lnTo>
                <a:lnTo>
                  <a:pt x="3079" y="3270"/>
                </a:lnTo>
                <a:lnTo>
                  <a:pt x="3077" y="3270"/>
                </a:lnTo>
                <a:lnTo>
                  <a:pt x="3076" y="3270"/>
                </a:lnTo>
                <a:lnTo>
                  <a:pt x="3075" y="3270"/>
                </a:lnTo>
                <a:lnTo>
                  <a:pt x="3074" y="3270"/>
                </a:lnTo>
                <a:lnTo>
                  <a:pt x="3073" y="3270"/>
                </a:lnTo>
                <a:lnTo>
                  <a:pt x="3072" y="3269"/>
                </a:lnTo>
                <a:lnTo>
                  <a:pt x="3071" y="3269"/>
                </a:lnTo>
                <a:lnTo>
                  <a:pt x="3070" y="3269"/>
                </a:lnTo>
                <a:lnTo>
                  <a:pt x="3070" y="3270"/>
                </a:lnTo>
                <a:lnTo>
                  <a:pt x="3069" y="3270"/>
                </a:lnTo>
                <a:lnTo>
                  <a:pt x="3069" y="3271"/>
                </a:lnTo>
                <a:lnTo>
                  <a:pt x="3069" y="3272"/>
                </a:lnTo>
                <a:lnTo>
                  <a:pt x="3068" y="3272"/>
                </a:lnTo>
                <a:lnTo>
                  <a:pt x="3068" y="3271"/>
                </a:lnTo>
                <a:lnTo>
                  <a:pt x="3068" y="3272"/>
                </a:lnTo>
                <a:lnTo>
                  <a:pt x="3067" y="3272"/>
                </a:lnTo>
                <a:lnTo>
                  <a:pt x="3066" y="3271"/>
                </a:lnTo>
                <a:lnTo>
                  <a:pt x="3065" y="3271"/>
                </a:lnTo>
                <a:lnTo>
                  <a:pt x="3064" y="3271"/>
                </a:lnTo>
                <a:lnTo>
                  <a:pt x="3063" y="3271"/>
                </a:lnTo>
                <a:lnTo>
                  <a:pt x="3064" y="3271"/>
                </a:lnTo>
                <a:lnTo>
                  <a:pt x="3064" y="3270"/>
                </a:lnTo>
                <a:lnTo>
                  <a:pt x="3064" y="3269"/>
                </a:lnTo>
                <a:lnTo>
                  <a:pt x="3065" y="3269"/>
                </a:lnTo>
                <a:lnTo>
                  <a:pt x="3064" y="3269"/>
                </a:lnTo>
                <a:lnTo>
                  <a:pt x="3064" y="3268"/>
                </a:lnTo>
                <a:lnTo>
                  <a:pt x="3063" y="3268"/>
                </a:lnTo>
                <a:lnTo>
                  <a:pt x="3063" y="3266"/>
                </a:lnTo>
                <a:lnTo>
                  <a:pt x="3064" y="3266"/>
                </a:lnTo>
                <a:lnTo>
                  <a:pt x="3063" y="3266"/>
                </a:lnTo>
                <a:lnTo>
                  <a:pt x="3063" y="3265"/>
                </a:lnTo>
                <a:lnTo>
                  <a:pt x="3063" y="3264"/>
                </a:lnTo>
                <a:lnTo>
                  <a:pt x="3063" y="3265"/>
                </a:lnTo>
                <a:lnTo>
                  <a:pt x="3063" y="3264"/>
                </a:lnTo>
                <a:lnTo>
                  <a:pt x="3062" y="3264"/>
                </a:lnTo>
                <a:lnTo>
                  <a:pt x="3061" y="3264"/>
                </a:lnTo>
                <a:lnTo>
                  <a:pt x="3061" y="3265"/>
                </a:lnTo>
                <a:lnTo>
                  <a:pt x="3060" y="3265"/>
                </a:lnTo>
                <a:lnTo>
                  <a:pt x="3059" y="3265"/>
                </a:lnTo>
                <a:lnTo>
                  <a:pt x="3059" y="3266"/>
                </a:lnTo>
                <a:lnTo>
                  <a:pt x="3059" y="3265"/>
                </a:lnTo>
                <a:lnTo>
                  <a:pt x="3059" y="3266"/>
                </a:lnTo>
                <a:lnTo>
                  <a:pt x="3058" y="3266"/>
                </a:lnTo>
                <a:lnTo>
                  <a:pt x="3057" y="3266"/>
                </a:lnTo>
                <a:lnTo>
                  <a:pt x="3057" y="3267"/>
                </a:lnTo>
                <a:lnTo>
                  <a:pt x="3057" y="3268"/>
                </a:lnTo>
                <a:lnTo>
                  <a:pt x="3056" y="3268"/>
                </a:lnTo>
                <a:lnTo>
                  <a:pt x="3056" y="3269"/>
                </a:lnTo>
                <a:lnTo>
                  <a:pt x="3055" y="3269"/>
                </a:lnTo>
                <a:lnTo>
                  <a:pt x="3056" y="3269"/>
                </a:lnTo>
                <a:lnTo>
                  <a:pt x="3056" y="3270"/>
                </a:lnTo>
                <a:lnTo>
                  <a:pt x="3055" y="3270"/>
                </a:lnTo>
                <a:lnTo>
                  <a:pt x="3055" y="3271"/>
                </a:lnTo>
                <a:lnTo>
                  <a:pt x="3054" y="3271"/>
                </a:lnTo>
                <a:lnTo>
                  <a:pt x="3053" y="3271"/>
                </a:lnTo>
                <a:lnTo>
                  <a:pt x="3053" y="3270"/>
                </a:lnTo>
                <a:lnTo>
                  <a:pt x="3053" y="3271"/>
                </a:lnTo>
                <a:lnTo>
                  <a:pt x="3052" y="3271"/>
                </a:lnTo>
                <a:lnTo>
                  <a:pt x="3052" y="3270"/>
                </a:lnTo>
                <a:lnTo>
                  <a:pt x="3052" y="3269"/>
                </a:lnTo>
                <a:lnTo>
                  <a:pt x="3052" y="3268"/>
                </a:lnTo>
                <a:lnTo>
                  <a:pt x="3052" y="3267"/>
                </a:lnTo>
                <a:lnTo>
                  <a:pt x="3053" y="3267"/>
                </a:lnTo>
                <a:lnTo>
                  <a:pt x="3052" y="3267"/>
                </a:lnTo>
                <a:lnTo>
                  <a:pt x="3053" y="3267"/>
                </a:lnTo>
                <a:lnTo>
                  <a:pt x="3053" y="3266"/>
                </a:lnTo>
                <a:lnTo>
                  <a:pt x="3052" y="3266"/>
                </a:lnTo>
                <a:lnTo>
                  <a:pt x="3052" y="3265"/>
                </a:lnTo>
                <a:lnTo>
                  <a:pt x="3052" y="3264"/>
                </a:lnTo>
                <a:lnTo>
                  <a:pt x="3052" y="3263"/>
                </a:lnTo>
                <a:lnTo>
                  <a:pt x="3051" y="3263"/>
                </a:lnTo>
                <a:lnTo>
                  <a:pt x="3051" y="3262"/>
                </a:lnTo>
                <a:lnTo>
                  <a:pt x="3050" y="3262"/>
                </a:lnTo>
                <a:lnTo>
                  <a:pt x="3050" y="3261"/>
                </a:lnTo>
                <a:lnTo>
                  <a:pt x="3050" y="3260"/>
                </a:lnTo>
                <a:lnTo>
                  <a:pt x="3049" y="3260"/>
                </a:lnTo>
                <a:lnTo>
                  <a:pt x="3049" y="3259"/>
                </a:lnTo>
                <a:lnTo>
                  <a:pt x="3049" y="3258"/>
                </a:lnTo>
                <a:lnTo>
                  <a:pt x="3048" y="3258"/>
                </a:lnTo>
                <a:lnTo>
                  <a:pt x="3048" y="3257"/>
                </a:lnTo>
                <a:lnTo>
                  <a:pt x="3047" y="3257"/>
                </a:lnTo>
                <a:lnTo>
                  <a:pt x="3047" y="3256"/>
                </a:lnTo>
                <a:lnTo>
                  <a:pt x="3046" y="3256"/>
                </a:lnTo>
                <a:lnTo>
                  <a:pt x="3046" y="3257"/>
                </a:lnTo>
                <a:lnTo>
                  <a:pt x="3045" y="3257"/>
                </a:lnTo>
                <a:lnTo>
                  <a:pt x="3044" y="3257"/>
                </a:lnTo>
                <a:lnTo>
                  <a:pt x="3043" y="3257"/>
                </a:lnTo>
                <a:lnTo>
                  <a:pt x="3043" y="3258"/>
                </a:lnTo>
                <a:lnTo>
                  <a:pt x="3043" y="3259"/>
                </a:lnTo>
                <a:lnTo>
                  <a:pt x="3042" y="3259"/>
                </a:lnTo>
                <a:lnTo>
                  <a:pt x="3042" y="3260"/>
                </a:lnTo>
                <a:lnTo>
                  <a:pt x="3041" y="3260"/>
                </a:lnTo>
                <a:lnTo>
                  <a:pt x="3040" y="3260"/>
                </a:lnTo>
                <a:lnTo>
                  <a:pt x="3040" y="3259"/>
                </a:lnTo>
                <a:lnTo>
                  <a:pt x="3039" y="3259"/>
                </a:lnTo>
                <a:lnTo>
                  <a:pt x="3038" y="3259"/>
                </a:lnTo>
                <a:lnTo>
                  <a:pt x="3038" y="3258"/>
                </a:lnTo>
                <a:lnTo>
                  <a:pt x="3037" y="3258"/>
                </a:lnTo>
                <a:lnTo>
                  <a:pt x="3038" y="3258"/>
                </a:lnTo>
                <a:lnTo>
                  <a:pt x="3038" y="3257"/>
                </a:lnTo>
                <a:lnTo>
                  <a:pt x="3037" y="3257"/>
                </a:lnTo>
                <a:lnTo>
                  <a:pt x="3037" y="3256"/>
                </a:lnTo>
                <a:lnTo>
                  <a:pt x="3036" y="3256"/>
                </a:lnTo>
                <a:lnTo>
                  <a:pt x="3036" y="3255"/>
                </a:lnTo>
                <a:lnTo>
                  <a:pt x="3036" y="3256"/>
                </a:lnTo>
                <a:lnTo>
                  <a:pt x="3036" y="3255"/>
                </a:lnTo>
                <a:lnTo>
                  <a:pt x="3035" y="3255"/>
                </a:lnTo>
                <a:lnTo>
                  <a:pt x="3034" y="3255"/>
                </a:lnTo>
                <a:lnTo>
                  <a:pt x="3034" y="3254"/>
                </a:lnTo>
                <a:lnTo>
                  <a:pt x="3033" y="3254"/>
                </a:lnTo>
                <a:lnTo>
                  <a:pt x="3032" y="3254"/>
                </a:lnTo>
                <a:lnTo>
                  <a:pt x="3032" y="3253"/>
                </a:lnTo>
                <a:lnTo>
                  <a:pt x="3031" y="3253"/>
                </a:lnTo>
                <a:lnTo>
                  <a:pt x="3031" y="3252"/>
                </a:lnTo>
                <a:lnTo>
                  <a:pt x="3030" y="3252"/>
                </a:lnTo>
                <a:lnTo>
                  <a:pt x="3030" y="3251"/>
                </a:lnTo>
                <a:lnTo>
                  <a:pt x="3029" y="3251"/>
                </a:lnTo>
                <a:lnTo>
                  <a:pt x="3029" y="3250"/>
                </a:lnTo>
                <a:lnTo>
                  <a:pt x="3028" y="3250"/>
                </a:lnTo>
                <a:lnTo>
                  <a:pt x="3028" y="3249"/>
                </a:lnTo>
                <a:lnTo>
                  <a:pt x="3027" y="3249"/>
                </a:lnTo>
                <a:lnTo>
                  <a:pt x="3026" y="3249"/>
                </a:lnTo>
                <a:lnTo>
                  <a:pt x="3025" y="3249"/>
                </a:lnTo>
                <a:lnTo>
                  <a:pt x="3024" y="3249"/>
                </a:lnTo>
                <a:lnTo>
                  <a:pt x="3023" y="3249"/>
                </a:lnTo>
                <a:lnTo>
                  <a:pt x="3023" y="3248"/>
                </a:lnTo>
                <a:lnTo>
                  <a:pt x="3022" y="3248"/>
                </a:lnTo>
                <a:lnTo>
                  <a:pt x="3021" y="3248"/>
                </a:lnTo>
                <a:lnTo>
                  <a:pt x="3021" y="3247"/>
                </a:lnTo>
                <a:lnTo>
                  <a:pt x="3021" y="3248"/>
                </a:lnTo>
                <a:lnTo>
                  <a:pt x="3021" y="3247"/>
                </a:lnTo>
                <a:lnTo>
                  <a:pt x="3020" y="3247"/>
                </a:lnTo>
                <a:lnTo>
                  <a:pt x="3020" y="3246"/>
                </a:lnTo>
                <a:lnTo>
                  <a:pt x="3020" y="3245"/>
                </a:lnTo>
                <a:lnTo>
                  <a:pt x="3021" y="3245"/>
                </a:lnTo>
                <a:lnTo>
                  <a:pt x="3021" y="3244"/>
                </a:lnTo>
                <a:lnTo>
                  <a:pt x="3022" y="3244"/>
                </a:lnTo>
                <a:lnTo>
                  <a:pt x="3022" y="3243"/>
                </a:lnTo>
                <a:lnTo>
                  <a:pt x="3022" y="3244"/>
                </a:lnTo>
                <a:lnTo>
                  <a:pt x="3022" y="3243"/>
                </a:lnTo>
                <a:lnTo>
                  <a:pt x="3023" y="3243"/>
                </a:lnTo>
                <a:lnTo>
                  <a:pt x="3023" y="3242"/>
                </a:lnTo>
                <a:lnTo>
                  <a:pt x="3024" y="3242"/>
                </a:lnTo>
                <a:lnTo>
                  <a:pt x="3025" y="3242"/>
                </a:lnTo>
                <a:lnTo>
                  <a:pt x="3025" y="3241"/>
                </a:lnTo>
                <a:lnTo>
                  <a:pt x="3025" y="3240"/>
                </a:lnTo>
                <a:lnTo>
                  <a:pt x="3025" y="3239"/>
                </a:lnTo>
                <a:lnTo>
                  <a:pt x="3025" y="3238"/>
                </a:lnTo>
                <a:lnTo>
                  <a:pt x="3024" y="3238"/>
                </a:lnTo>
                <a:lnTo>
                  <a:pt x="3024" y="3237"/>
                </a:lnTo>
                <a:lnTo>
                  <a:pt x="3023" y="3237"/>
                </a:lnTo>
                <a:lnTo>
                  <a:pt x="3023" y="3236"/>
                </a:lnTo>
                <a:lnTo>
                  <a:pt x="3022" y="3236"/>
                </a:lnTo>
                <a:lnTo>
                  <a:pt x="3022" y="3235"/>
                </a:lnTo>
                <a:lnTo>
                  <a:pt x="3021" y="3235"/>
                </a:lnTo>
                <a:lnTo>
                  <a:pt x="3020" y="3235"/>
                </a:lnTo>
                <a:lnTo>
                  <a:pt x="3019" y="3235"/>
                </a:lnTo>
                <a:lnTo>
                  <a:pt x="3019" y="3236"/>
                </a:lnTo>
                <a:lnTo>
                  <a:pt x="3018" y="3236"/>
                </a:lnTo>
                <a:lnTo>
                  <a:pt x="3018" y="3237"/>
                </a:lnTo>
                <a:lnTo>
                  <a:pt x="3017" y="3237"/>
                </a:lnTo>
                <a:lnTo>
                  <a:pt x="3017" y="3238"/>
                </a:lnTo>
                <a:lnTo>
                  <a:pt x="3017" y="3237"/>
                </a:lnTo>
                <a:lnTo>
                  <a:pt x="3017" y="3238"/>
                </a:lnTo>
                <a:lnTo>
                  <a:pt x="3016" y="3238"/>
                </a:lnTo>
                <a:lnTo>
                  <a:pt x="3016" y="3237"/>
                </a:lnTo>
                <a:lnTo>
                  <a:pt x="3015" y="3237"/>
                </a:lnTo>
                <a:lnTo>
                  <a:pt x="3014" y="3237"/>
                </a:lnTo>
                <a:lnTo>
                  <a:pt x="3013" y="3237"/>
                </a:lnTo>
                <a:lnTo>
                  <a:pt x="3014" y="3236"/>
                </a:lnTo>
                <a:lnTo>
                  <a:pt x="3013" y="3236"/>
                </a:lnTo>
                <a:lnTo>
                  <a:pt x="3013" y="3235"/>
                </a:lnTo>
                <a:lnTo>
                  <a:pt x="3013" y="3234"/>
                </a:lnTo>
                <a:lnTo>
                  <a:pt x="3013" y="3233"/>
                </a:lnTo>
                <a:lnTo>
                  <a:pt x="3012" y="3233"/>
                </a:lnTo>
                <a:lnTo>
                  <a:pt x="3012" y="3232"/>
                </a:lnTo>
                <a:lnTo>
                  <a:pt x="3012" y="3233"/>
                </a:lnTo>
                <a:lnTo>
                  <a:pt x="3011" y="3233"/>
                </a:lnTo>
                <a:lnTo>
                  <a:pt x="3011" y="3232"/>
                </a:lnTo>
                <a:lnTo>
                  <a:pt x="3010" y="3232"/>
                </a:lnTo>
                <a:lnTo>
                  <a:pt x="3009" y="3232"/>
                </a:lnTo>
                <a:lnTo>
                  <a:pt x="3008" y="3232"/>
                </a:lnTo>
                <a:lnTo>
                  <a:pt x="3008" y="3231"/>
                </a:lnTo>
                <a:lnTo>
                  <a:pt x="3008" y="3232"/>
                </a:lnTo>
                <a:lnTo>
                  <a:pt x="3007" y="3232"/>
                </a:lnTo>
                <a:lnTo>
                  <a:pt x="3007" y="3231"/>
                </a:lnTo>
                <a:lnTo>
                  <a:pt x="3007" y="3232"/>
                </a:lnTo>
                <a:lnTo>
                  <a:pt x="3006" y="3232"/>
                </a:lnTo>
                <a:lnTo>
                  <a:pt x="3005" y="3231"/>
                </a:lnTo>
                <a:lnTo>
                  <a:pt x="3005" y="3232"/>
                </a:lnTo>
                <a:lnTo>
                  <a:pt x="3004" y="3232"/>
                </a:lnTo>
                <a:lnTo>
                  <a:pt x="3003" y="3232"/>
                </a:lnTo>
                <a:lnTo>
                  <a:pt x="3003" y="3233"/>
                </a:lnTo>
                <a:lnTo>
                  <a:pt x="3003" y="3232"/>
                </a:lnTo>
                <a:lnTo>
                  <a:pt x="3003" y="3233"/>
                </a:lnTo>
                <a:lnTo>
                  <a:pt x="3003" y="3232"/>
                </a:lnTo>
                <a:lnTo>
                  <a:pt x="3002" y="3232"/>
                </a:lnTo>
                <a:lnTo>
                  <a:pt x="3001" y="3231"/>
                </a:lnTo>
                <a:lnTo>
                  <a:pt x="3002" y="3231"/>
                </a:lnTo>
                <a:lnTo>
                  <a:pt x="3001" y="3231"/>
                </a:lnTo>
                <a:lnTo>
                  <a:pt x="3001" y="3230"/>
                </a:lnTo>
                <a:lnTo>
                  <a:pt x="3001" y="3231"/>
                </a:lnTo>
                <a:lnTo>
                  <a:pt x="3001" y="3230"/>
                </a:lnTo>
                <a:lnTo>
                  <a:pt x="3000" y="3230"/>
                </a:lnTo>
                <a:lnTo>
                  <a:pt x="3000" y="3229"/>
                </a:lnTo>
                <a:lnTo>
                  <a:pt x="2999" y="3229"/>
                </a:lnTo>
                <a:lnTo>
                  <a:pt x="2999" y="3228"/>
                </a:lnTo>
                <a:lnTo>
                  <a:pt x="2999" y="3229"/>
                </a:lnTo>
                <a:lnTo>
                  <a:pt x="2998" y="3229"/>
                </a:lnTo>
                <a:lnTo>
                  <a:pt x="2998" y="3228"/>
                </a:lnTo>
                <a:lnTo>
                  <a:pt x="2998" y="3229"/>
                </a:lnTo>
                <a:lnTo>
                  <a:pt x="2997" y="3229"/>
                </a:lnTo>
                <a:lnTo>
                  <a:pt x="2996" y="3229"/>
                </a:lnTo>
                <a:lnTo>
                  <a:pt x="2996" y="3230"/>
                </a:lnTo>
                <a:lnTo>
                  <a:pt x="2995" y="3230"/>
                </a:lnTo>
                <a:lnTo>
                  <a:pt x="2995" y="3231"/>
                </a:lnTo>
                <a:lnTo>
                  <a:pt x="2995" y="3232"/>
                </a:lnTo>
                <a:lnTo>
                  <a:pt x="2994" y="3232"/>
                </a:lnTo>
                <a:lnTo>
                  <a:pt x="2994" y="3233"/>
                </a:lnTo>
                <a:lnTo>
                  <a:pt x="2994" y="3232"/>
                </a:lnTo>
                <a:lnTo>
                  <a:pt x="2993" y="3232"/>
                </a:lnTo>
                <a:lnTo>
                  <a:pt x="2993" y="3233"/>
                </a:lnTo>
                <a:lnTo>
                  <a:pt x="2993" y="3234"/>
                </a:lnTo>
                <a:lnTo>
                  <a:pt x="2992" y="3234"/>
                </a:lnTo>
                <a:lnTo>
                  <a:pt x="2992" y="3233"/>
                </a:lnTo>
                <a:lnTo>
                  <a:pt x="2992" y="3232"/>
                </a:lnTo>
                <a:lnTo>
                  <a:pt x="2991" y="3232"/>
                </a:lnTo>
                <a:lnTo>
                  <a:pt x="2991" y="3231"/>
                </a:lnTo>
                <a:lnTo>
                  <a:pt x="2991" y="3230"/>
                </a:lnTo>
                <a:lnTo>
                  <a:pt x="2991" y="3229"/>
                </a:lnTo>
                <a:lnTo>
                  <a:pt x="2992" y="3229"/>
                </a:lnTo>
                <a:lnTo>
                  <a:pt x="2992" y="3228"/>
                </a:lnTo>
                <a:lnTo>
                  <a:pt x="2993" y="3228"/>
                </a:lnTo>
                <a:lnTo>
                  <a:pt x="2993" y="3227"/>
                </a:lnTo>
                <a:lnTo>
                  <a:pt x="2994" y="3227"/>
                </a:lnTo>
                <a:lnTo>
                  <a:pt x="2993" y="3227"/>
                </a:lnTo>
                <a:lnTo>
                  <a:pt x="2994" y="3227"/>
                </a:lnTo>
                <a:lnTo>
                  <a:pt x="2993" y="3227"/>
                </a:lnTo>
                <a:lnTo>
                  <a:pt x="2993" y="3226"/>
                </a:lnTo>
                <a:lnTo>
                  <a:pt x="2993" y="3225"/>
                </a:lnTo>
                <a:lnTo>
                  <a:pt x="2993" y="3224"/>
                </a:lnTo>
                <a:lnTo>
                  <a:pt x="2993" y="3223"/>
                </a:lnTo>
                <a:lnTo>
                  <a:pt x="2993" y="3222"/>
                </a:lnTo>
                <a:lnTo>
                  <a:pt x="2993" y="3221"/>
                </a:lnTo>
                <a:lnTo>
                  <a:pt x="2994" y="3221"/>
                </a:lnTo>
                <a:lnTo>
                  <a:pt x="2994" y="3220"/>
                </a:lnTo>
                <a:lnTo>
                  <a:pt x="2994" y="3219"/>
                </a:lnTo>
                <a:lnTo>
                  <a:pt x="2993" y="3219"/>
                </a:lnTo>
                <a:lnTo>
                  <a:pt x="2993" y="3218"/>
                </a:lnTo>
                <a:lnTo>
                  <a:pt x="2992" y="3218"/>
                </a:lnTo>
                <a:lnTo>
                  <a:pt x="2992" y="3217"/>
                </a:lnTo>
                <a:lnTo>
                  <a:pt x="2992" y="3216"/>
                </a:lnTo>
                <a:lnTo>
                  <a:pt x="2992" y="3215"/>
                </a:lnTo>
                <a:lnTo>
                  <a:pt x="2992" y="3214"/>
                </a:lnTo>
                <a:lnTo>
                  <a:pt x="2993" y="3214"/>
                </a:lnTo>
                <a:lnTo>
                  <a:pt x="2993" y="3213"/>
                </a:lnTo>
                <a:lnTo>
                  <a:pt x="2992" y="3213"/>
                </a:lnTo>
                <a:lnTo>
                  <a:pt x="2991" y="3213"/>
                </a:lnTo>
                <a:lnTo>
                  <a:pt x="2991" y="3212"/>
                </a:lnTo>
                <a:lnTo>
                  <a:pt x="2991" y="3211"/>
                </a:lnTo>
                <a:lnTo>
                  <a:pt x="2990" y="3211"/>
                </a:lnTo>
                <a:lnTo>
                  <a:pt x="2990" y="3210"/>
                </a:lnTo>
                <a:lnTo>
                  <a:pt x="2991" y="3210"/>
                </a:lnTo>
                <a:lnTo>
                  <a:pt x="2991" y="3209"/>
                </a:lnTo>
                <a:lnTo>
                  <a:pt x="2992" y="3209"/>
                </a:lnTo>
                <a:lnTo>
                  <a:pt x="2993" y="3209"/>
                </a:lnTo>
                <a:lnTo>
                  <a:pt x="2993" y="3208"/>
                </a:lnTo>
                <a:lnTo>
                  <a:pt x="2993" y="3207"/>
                </a:lnTo>
                <a:lnTo>
                  <a:pt x="2993" y="3206"/>
                </a:lnTo>
                <a:lnTo>
                  <a:pt x="2992" y="3206"/>
                </a:lnTo>
                <a:lnTo>
                  <a:pt x="2992" y="3205"/>
                </a:lnTo>
                <a:lnTo>
                  <a:pt x="2992" y="3204"/>
                </a:lnTo>
                <a:lnTo>
                  <a:pt x="2992" y="3203"/>
                </a:lnTo>
                <a:lnTo>
                  <a:pt x="2991" y="3203"/>
                </a:lnTo>
                <a:lnTo>
                  <a:pt x="2991" y="3202"/>
                </a:lnTo>
                <a:lnTo>
                  <a:pt x="2992" y="3202"/>
                </a:lnTo>
                <a:lnTo>
                  <a:pt x="2992" y="3201"/>
                </a:lnTo>
                <a:lnTo>
                  <a:pt x="2991" y="3201"/>
                </a:lnTo>
                <a:lnTo>
                  <a:pt x="2990" y="3201"/>
                </a:lnTo>
                <a:lnTo>
                  <a:pt x="2990" y="3200"/>
                </a:lnTo>
                <a:lnTo>
                  <a:pt x="2990" y="3199"/>
                </a:lnTo>
                <a:lnTo>
                  <a:pt x="2990" y="3198"/>
                </a:lnTo>
                <a:lnTo>
                  <a:pt x="2989" y="3198"/>
                </a:lnTo>
                <a:lnTo>
                  <a:pt x="2989" y="3197"/>
                </a:lnTo>
                <a:lnTo>
                  <a:pt x="2989" y="3196"/>
                </a:lnTo>
                <a:lnTo>
                  <a:pt x="2989" y="3195"/>
                </a:lnTo>
                <a:lnTo>
                  <a:pt x="2988" y="3195"/>
                </a:lnTo>
                <a:lnTo>
                  <a:pt x="2987" y="3195"/>
                </a:lnTo>
                <a:lnTo>
                  <a:pt x="2986" y="3195"/>
                </a:lnTo>
                <a:lnTo>
                  <a:pt x="2986" y="3196"/>
                </a:lnTo>
                <a:lnTo>
                  <a:pt x="2985" y="3196"/>
                </a:lnTo>
                <a:lnTo>
                  <a:pt x="2985" y="3195"/>
                </a:lnTo>
                <a:lnTo>
                  <a:pt x="2984" y="3195"/>
                </a:lnTo>
                <a:lnTo>
                  <a:pt x="2983" y="3195"/>
                </a:lnTo>
                <a:lnTo>
                  <a:pt x="2982" y="3195"/>
                </a:lnTo>
                <a:lnTo>
                  <a:pt x="2982" y="3194"/>
                </a:lnTo>
                <a:lnTo>
                  <a:pt x="2981" y="3194"/>
                </a:lnTo>
                <a:lnTo>
                  <a:pt x="2981" y="3195"/>
                </a:lnTo>
                <a:lnTo>
                  <a:pt x="2981" y="3194"/>
                </a:lnTo>
                <a:lnTo>
                  <a:pt x="2980" y="3194"/>
                </a:lnTo>
                <a:lnTo>
                  <a:pt x="2980" y="3193"/>
                </a:lnTo>
                <a:lnTo>
                  <a:pt x="2980" y="3192"/>
                </a:lnTo>
                <a:lnTo>
                  <a:pt x="2981" y="3192"/>
                </a:lnTo>
                <a:lnTo>
                  <a:pt x="2982" y="3192"/>
                </a:lnTo>
                <a:lnTo>
                  <a:pt x="2982" y="3191"/>
                </a:lnTo>
                <a:lnTo>
                  <a:pt x="2982" y="3190"/>
                </a:lnTo>
                <a:lnTo>
                  <a:pt x="2982" y="3189"/>
                </a:lnTo>
                <a:lnTo>
                  <a:pt x="2981" y="3189"/>
                </a:lnTo>
                <a:lnTo>
                  <a:pt x="2981" y="3188"/>
                </a:lnTo>
                <a:lnTo>
                  <a:pt x="2981" y="3187"/>
                </a:lnTo>
                <a:lnTo>
                  <a:pt x="2980" y="3187"/>
                </a:lnTo>
                <a:lnTo>
                  <a:pt x="2980" y="3186"/>
                </a:lnTo>
                <a:lnTo>
                  <a:pt x="2981" y="3186"/>
                </a:lnTo>
                <a:lnTo>
                  <a:pt x="2981" y="3185"/>
                </a:lnTo>
                <a:lnTo>
                  <a:pt x="2981" y="3184"/>
                </a:lnTo>
                <a:lnTo>
                  <a:pt x="2980" y="3184"/>
                </a:lnTo>
                <a:lnTo>
                  <a:pt x="2980" y="3183"/>
                </a:lnTo>
                <a:lnTo>
                  <a:pt x="2980" y="3182"/>
                </a:lnTo>
                <a:lnTo>
                  <a:pt x="2981" y="3182"/>
                </a:lnTo>
                <a:lnTo>
                  <a:pt x="2981" y="3181"/>
                </a:lnTo>
                <a:lnTo>
                  <a:pt x="2981" y="3182"/>
                </a:lnTo>
                <a:lnTo>
                  <a:pt x="2982" y="3182"/>
                </a:lnTo>
                <a:lnTo>
                  <a:pt x="2982" y="3181"/>
                </a:lnTo>
                <a:lnTo>
                  <a:pt x="2982" y="3180"/>
                </a:lnTo>
                <a:lnTo>
                  <a:pt x="2982" y="3179"/>
                </a:lnTo>
                <a:lnTo>
                  <a:pt x="2982" y="3178"/>
                </a:lnTo>
                <a:lnTo>
                  <a:pt x="2982" y="3176"/>
                </a:lnTo>
                <a:lnTo>
                  <a:pt x="2983" y="3176"/>
                </a:lnTo>
                <a:lnTo>
                  <a:pt x="2983" y="3175"/>
                </a:lnTo>
                <a:lnTo>
                  <a:pt x="2983" y="3174"/>
                </a:lnTo>
                <a:lnTo>
                  <a:pt x="2983" y="3173"/>
                </a:lnTo>
                <a:lnTo>
                  <a:pt x="2984" y="3173"/>
                </a:lnTo>
                <a:lnTo>
                  <a:pt x="2984" y="3172"/>
                </a:lnTo>
                <a:lnTo>
                  <a:pt x="2984" y="3171"/>
                </a:lnTo>
                <a:lnTo>
                  <a:pt x="2985" y="3170"/>
                </a:lnTo>
                <a:lnTo>
                  <a:pt x="2984" y="3170"/>
                </a:lnTo>
                <a:lnTo>
                  <a:pt x="2984" y="3169"/>
                </a:lnTo>
                <a:lnTo>
                  <a:pt x="2984" y="3168"/>
                </a:lnTo>
                <a:lnTo>
                  <a:pt x="2985" y="3168"/>
                </a:lnTo>
                <a:lnTo>
                  <a:pt x="2986" y="3168"/>
                </a:lnTo>
                <a:lnTo>
                  <a:pt x="2987" y="3168"/>
                </a:lnTo>
                <a:lnTo>
                  <a:pt x="2987" y="3169"/>
                </a:lnTo>
                <a:lnTo>
                  <a:pt x="2987" y="3170"/>
                </a:lnTo>
                <a:lnTo>
                  <a:pt x="2988" y="3170"/>
                </a:lnTo>
                <a:lnTo>
                  <a:pt x="2988" y="3171"/>
                </a:lnTo>
                <a:lnTo>
                  <a:pt x="2989" y="3171"/>
                </a:lnTo>
                <a:lnTo>
                  <a:pt x="2990" y="3171"/>
                </a:lnTo>
                <a:lnTo>
                  <a:pt x="2991" y="3171"/>
                </a:lnTo>
                <a:lnTo>
                  <a:pt x="2991" y="3170"/>
                </a:lnTo>
                <a:lnTo>
                  <a:pt x="2991" y="3171"/>
                </a:lnTo>
                <a:lnTo>
                  <a:pt x="2991" y="3170"/>
                </a:lnTo>
                <a:lnTo>
                  <a:pt x="2992" y="3170"/>
                </a:lnTo>
                <a:lnTo>
                  <a:pt x="2993" y="3170"/>
                </a:lnTo>
                <a:lnTo>
                  <a:pt x="2993" y="3171"/>
                </a:lnTo>
                <a:lnTo>
                  <a:pt x="2994" y="3171"/>
                </a:lnTo>
                <a:lnTo>
                  <a:pt x="2994" y="3170"/>
                </a:lnTo>
                <a:lnTo>
                  <a:pt x="2995" y="3170"/>
                </a:lnTo>
                <a:lnTo>
                  <a:pt x="2995" y="3169"/>
                </a:lnTo>
                <a:lnTo>
                  <a:pt x="2995" y="3168"/>
                </a:lnTo>
                <a:lnTo>
                  <a:pt x="2996" y="3168"/>
                </a:lnTo>
                <a:lnTo>
                  <a:pt x="2995" y="3168"/>
                </a:lnTo>
                <a:lnTo>
                  <a:pt x="2995" y="3167"/>
                </a:lnTo>
                <a:lnTo>
                  <a:pt x="2995" y="3168"/>
                </a:lnTo>
                <a:lnTo>
                  <a:pt x="2994" y="3168"/>
                </a:lnTo>
                <a:lnTo>
                  <a:pt x="2994" y="3167"/>
                </a:lnTo>
                <a:lnTo>
                  <a:pt x="2995" y="3167"/>
                </a:lnTo>
                <a:lnTo>
                  <a:pt x="2995" y="3166"/>
                </a:lnTo>
                <a:lnTo>
                  <a:pt x="2995" y="3165"/>
                </a:lnTo>
                <a:lnTo>
                  <a:pt x="2995" y="3164"/>
                </a:lnTo>
                <a:lnTo>
                  <a:pt x="2996" y="3164"/>
                </a:lnTo>
                <a:lnTo>
                  <a:pt x="2996" y="3163"/>
                </a:lnTo>
                <a:lnTo>
                  <a:pt x="2996" y="3162"/>
                </a:lnTo>
                <a:lnTo>
                  <a:pt x="2997" y="3162"/>
                </a:lnTo>
                <a:lnTo>
                  <a:pt x="2997" y="3161"/>
                </a:lnTo>
                <a:lnTo>
                  <a:pt x="2998" y="3161"/>
                </a:lnTo>
                <a:lnTo>
                  <a:pt x="2998" y="3160"/>
                </a:lnTo>
                <a:lnTo>
                  <a:pt x="2998" y="3159"/>
                </a:lnTo>
                <a:lnTo>
                  <a:pt x="2997" y="3159"/>
                </a:lnTo>
                <a:lnTo>
                  <a:pt x="2998" y="3159"/>
                </a:lnTo>
                <a:lnTo>
                  <a:pt x="2998" y="3158"/>
                </a:lnTo>
                <a:lnTo>
                  <a:pt x="2999" y="3158"/>
                </a:lnTo>
                <a:lnTo>
                  <a:pt x="2999" y="3157"/>
                </a:lnTo>
                <a:lnTo>
                  <a:pt x="3000" y="3157"/>
                </a:lnTo>
                <a:lnTo>
                  <a:pt x="2999" y="3157"/>
                </a:lnTo>
                <a:lnTo>
                  <a:pt x="2999" y="3156"/>
                </a:lnTo>
                <a:lnTo>
                  <a:pt x="2999" y="3155"/>
                </a:lnTo>
                <a:lnTo>
                  <a:pt x="2998" y="3155"/>
                </a:lnTo>
                <a:lnTo>
                  <a:pt x="2999" y="3155"/>
                </a:lnTo>
                <a:lnTo>
                  <a:pt x="2999" y="3154"/>
                </a:lnTo>
                <a:lnTo>
                  <a:pt x="3000" y="3154"/>
                </a:lnTo>
                <a:lnTo>
                  <a:pt x="3000" y="3153"/>
                </a:lnTo>
                <a:lnTo>
                  <a:pt x="3001" y="3153"/>
                </a:lnTo>
                <a:lnTo>
                  <a:pt x="3001" y="3152"/>
                </a:lnTo>
                <a:lnTo>
                  <a:pt x="3001" y="3151"/>
                </a:lnTo>
                <a:lnTo>
                  <a:pt x="3000" y="3151"/>
                </a:lnTo>
                <a:lnTo>
                  <a:pt x="3001" y="3151"/>
                </a:lnTo>
                <a:lnTo>
                  <a:pt x="3002" y="3151"/>
                </a:lnTo>
                <a:lnTo>
                  <a:pt x="3003" y="3151"/>
                </a:lnTo>
                <a:lnTo>
                  <a:pt x="3004" y="3151"/>
                </a:lnTo>
                <a:lnTo>
                  <a:pt x="3004" y="3150"/>
                </a:lnTo>
                <a:lnTo>
                  <a:pt x="3004" y="3149"/>
                </a:lnTo>
                <a:lnTo>
                  <a:pt x="3005" y="3149"/>
                </a:lnTo>
                <a:lnTo>
                  <a:pt x="3005" y="3148"/>
                </a:lnTo>
                <a:lnTo>
                  <a:pt x="3005" y="3147"/>
                </a:lnTo>
                <a:lnTo>
                  <a:pt x="3004" y="3147"/>
                </a:lnTo>
                <a:lnTo>
                  <a:pt x="3004" y="3146"/>
                </a:lnTo>
                <a:lnTo>
                  <a:pt x="3003" y="3146"/>
                </a:lnTo>
                <a:lnTo>
                  <a:pt x="3002" y="3146"/>
                </a:lnTo>
                <a:lnTo>
                  <a:pt x="3001" y="3146"/>
                </a:lnTo>
                <a:lnTo>
                  <a:pt x="3000" y="3146"/>
                </a:lnTo>
                <a:lnTo>
                  <a:pt x="3000" y="3147"/>
                </a:lnTo>
                <a:lnTo>
                  <a:pt x="3000" y="3146"/>
                </a:lnTo>
                <a:lnTo>
                  <a:pt x="2999" y="3146"/>
                </a:lnTo>
                <a:lnTo>
                  <a:pt x="2999" y="3147"/>
                </a:lnTo>
                <a:lnTo>
                  <a:pt x="2999" y="3146"/>
                </a:lnTo>
                <a:lnTo>
                  <a:pt x="2999" y="3145"/>
                </a:lnTo>
                <a:lnTo>
                  <a:pt x="2998" y="3145"/>
                </a:lnTo>
                <a:lnTo>
                  <a:pt x="2998" y="3144"/>
                </a:lnTo>
                <a:lnTo>
                  <a:pt x="2997" y="3144"/>
                </a:lnTo>
                <a:lnTo>
                  <a:pt x="2997" y="3143"/>
                </a:lnTo>
                <a:lnTo>
                  <a:pt x="2996" y="3143"/>
                </a:lnTo>
                <a:lnTo>
                  <a:pt x="2995" y="3143"/>
                </a:lnTo>
                <a:lnTo>
                  <a:pt x="2995" y="3142"/>
                </a:lnTo>
                <a:lnTo>
                  <a:pt x="2994" y="3142"/>
                </a:lnTo>
                <a:lnTo>
                  <a:pt x="2994" y="3141"/>
                </a:lnTo>
                <a:lnTo>
                  <a:pt x="2993" y="3141"/>
                </a:lnTo>
                <a:lnTo>
                  <a:pt x="2994" y="3141"/>
                </a:lnTo>
                <a:lnTo>
                  <a:pt x="2994" y="3140"/>
                </a:lnTo>
                <a:lnTo>
                  <a:pt x="2994" y="3139"/>
                </a:lnTo>
                <a:lnTo>
                  <a:pt x="2993" y="3139"/>
                </a:lnTo>
                <a:lnTo>
                  <a:pt x="2992" y="3139"/>
                </a:lnTo>
                <a:lnTo>
                  <a:pt x="2991" y="3139"/>
                </a:lnTo>
                <a:lnTo>
                  <a:pt x="2991" y="3138"/>
                </a:lnTo>
                <a:lnTo>
                  <a:pt x="2991" y="3139"/>
                </a:lnTo>
                <a:lnTo>
                  <a:pt x="2990" y="3139"/>
                </a:lnTo>
                <a:lnTo>
                  <a:pt x="2990" y="3138"/>
                </a:lnTo>
                <a:lnTo>
                  <a:pt x="2990" y="3139"/>
                </a:lnTo>
                <a:lnTo>
                  <a:pt x="2990" y="3140"/>
                </a:lnTo>
                <a:lnTo>
                  <a:pt x="2989" y="3140"/>
                </a:lnTo>
                <a:lnTo>
                  <a:pt x="2989" y="3141"/>
                </a:lnTo>
                <a:lnTo>
                  <a:pt x="2988" y="3141"/>
                </a:lnTo>
                <a:lnTo>
                  <a:pt x="2988" y="3140"/>
                </a:lnTo>
                <a:lnTo>
                  <a:pt x="2987" y="3140"/>
                </a:lnTo>
                <a:lnTo>
                  <a:pt x="2987" y="3139"/>
                </a:lnTo>
                <a:lnTo>
                  <a:pt x="2986" y="3139"/>
                </a:lnTo>
                <a:lnTo>
                  <a:pt x="2987" y="3139"/>
                </a:lnTo>
                <a:lnTo>
                  <a:pt x="2986" y="3139"/>
                </a:lnTo>
                <a:lnTo>
                  <a:pt x="2986" y="3138"/>
                </a:lnTo>
                <a:lnTo>
                  <a:pt x="2985" y="3138"/>
                </a:lnTo>
                <a:lnTo>
                  <a:pt x="2985" y="3137"/>
                </a:lnTo>
                <a:lnTo>
                  <a:pt x="2985" y="3136"/>
                </a:lnTo>
                <a:lnTo>
                  <a:pt x="2984" y="3136"/>
                </a:lnTo>
                <a:lnTo>
                  <a:pt x="2984" y="3135"/>
                </a:lnTo>
                <a:lnTo>
                  <a:pt x="2983" y="3135"/>
                </a:lnTo>
                <a:lnTo>
                  <a:pt x="2983" y="3134"/>
                </a:lnTo>
                <a:lnTo>
                  <a:pt x="2982" y="3135"/>
                </a:lnTo>
                <a:lnTo>
                  <a:pt x="2981" y="3135"/>
                </a:lnTo>
                <a:lnTo>
                  <a:pt x="2981" y="3136"/>
                </a:lnTo>
                <a:lnTo>
                  <a:pt x="2980" y="3136"/>
                </a:lnTo>
                <a:lnTo>
                  <a:pt x="2980" y="3135"/>
                </a:lnTo>
                <a:lnTo>
                  <a:pt x="2979" y="3135"/>
                </a:lnTo>
                <a:lnTo>
                  <a:pt x="2979" y="3134"/>
                </a:lnTo>
                <a:lnTo>
                  <a:pt x="2978" y="3134"/>
                </a:lnTo>
                <a:lnTo>
                  <a:pt x="2978" y="3133"/>
                </a:lnTo>
                <a:lnTo>
                  <a:pt x="2979" y="3133"/>
                </a:lnTo>
                <a:lnTo>
                  <a:pt x="2978" y="3133"/>
                </a:lnTo>
                <a:lnTo>
                  <a:pt x="2978" y="3134"/>
                </a:lnTo>
                <a:lnTo>
                  <a:pt x="2978" y="3133"/>
                </a:lnTo>
                <a:lnTo>
                  <a:pt x="2977" y="3133"/>
                </a:lnTo>
                <a:lnTo>
                  <a:pt x="2976" y="3133"/>
                </a:lnTo>
                <a:lnTo>
                  <a:pt x="2976" y="3134"/>
                </a:lnTo>
                <a:lnTo>
                  <a:pt x="2975" y="3134"/>
                </a:lnTo>
                <a:lnTo>
                  <a:pt x="2975" y="3135"/>
                </a:lnTo>
                <a:lnTo>
                  <a:pt x="2975" y="3136"/>
                </a:lnTo>
                <a:lnTo>
                  <a:pt x="2975" y="3137"/>
                </a:lnTo>
                <a:lnTo>
                  <a:pt x="2974" y="3137"/>
                </a:lnTo>
                <a:lnTo>
                  <a:pt x="2973" y="3137"/>
                </a:lnTo>
                <a:lnTo>
                  <a:pt x="2972" y="3137"/>
                </a:lnTo>
                <a:lnTo>
                  <a:pt x="2972" y="3138"/>
                </a:lnTo>
                <a:lnTo>
                  <a:pt x="2972" y="3137"/>
                </a:lnTo>
                <a:lnTo>
                  <a:pt x="2972" y="3138"/>
                </a:lnTo>
                <a:lnTo>
                  <a:pt x="2971" y="3138"/>
                </a:lnTo>
                <a:lnTo>
                  <a:pt x="2971" y="3137"/>
                </a:lnTo>
                <a:lnTo>
                  <a:pt x="2970" y="3137"/>
                </a:lnTo>
                <a:lnTo>
                  <a:pt x="2970" y="3138"/>
                </a:lnTo>
                <a:lnTo>
                  <a:pt x="2970" y="3139"/>
                </a:lnTo>
                <a:lnTo>
                  <a:pt x="2969" y="3139"/>
                </a:lnTo>
                <a:lnTo>
                  <a:pt x="2968" y="3139"/>
                </a:lnTo>
                <a:lnTo>
                  <a:pt x="2968" y="3138"/>
                </a:lnTo>
                <a:lnTo>
                  <a:pt x="2967" y="3138"/>
                </a:lnTo>
                <a:lnTo>
                  <a:pt x="2967" y="3139"/>
                </a:lnTo>
                <a:lnTo>
                  <a:pt x="2967" y="3140"/>
                </a:lnTo>
                <a:lnTo>
                  <a:pt x="2966" y="3140"/>
                </a:lnTo>
                <a:lnTo>
                  <a:pt x="2966" y="3139"/>
                </a:lnTo>
                <a:lnTo>
                  <a:pt x="2966" y="3140"/>
                </a:lnTo>
                <a:lnTo>
                  <a:pt x="2965" y="3140"/>
                </a:lnTo>
                <a:lnTo>
                  <a:pt x="2965" y="3139"/>
                </a:lnTo>
                <a:lnTo>
                  <a:pt x="2964" y="3139"/>
                </a:lnTo>
                <a:lnTo>
                  <a:pt x="2963" y="3139"/>
                </a:lnTo>
                <a:lnTo>
                  <a:pt x="2963" y="3140"/>
                </a:lnTo>
                <a:lnTo>
                  <a:pt x="2962" y="3140"/>
                </a:lnTo>
                <a:lnTo>
                  <a:pt x="2963" y="3140"/>
                </a:lnTo>
                <a:lnTo>
                  <a:pt x="2962" y="3140"/>
                </a:lnTo>
                <a:lnTo>
                  <a:pt x="2962" y="3141"/>
                </a:lnTo>
                <a:lnTo>
                  <a:pt x="2962" y="3142"/>
                </a:lnTo>
                <a:lnTo>
                  <a:pt x="2961" y="3142"/>
                </a:lnTo>
                <a:lnTo>
                  <a:pt x="2960" y="3142"/>
                </a:lnTo>
                <a:lnTo>
                  <a:pt x="2960" y="3141"/>
                </a:lnTo>
                <a:lnTo>
                  <a:pt x="2959" y="3141"/>
                </a:lnTo>
                <a:lnTo>
                  <a:pt x="2959" y="3140"/>
                </a:lnTo>
                <a:lnTo>
                  <a:pt x="2959" y="3141"/>
                </a:lnTo>
                <a:lnTo>
                  <a:pt x="2958" y="3141"/>
                </a:lnTo>
                <a:lnTo>
                  <a:pt x="2957" y="3141"/>
                </a:lnTo>
                <a:lnTo>
                  <a:pt x="2957" y="3140"/>
                </a:lnTo>
                <a:lnTo>
                  <a:pt x="2956" y="3140"/>
                </a:lnTo>
                <a:lnTo>
                  <a:pt x="2956" y="3141"/>
                </a:lnTo>
                <a:lnTo>
                  <a:pt x="2955" y="3141"/>
                </a:lnTo>
                <a:lnTo>
                  <a:pt x="2955" y="3140"/>
                </a:lnTo>
                <a:lnTo>
                  <a:pt x="2954" y="3140"/>
                </a:lnTo>
                <a:lnTo>
                  <a:pt x="2953" y="3140"/>
                </a:lnTo>
                <a:lnTo>
                  <a:pt x="2953" y="3139"/>
                </a:lnTo>
                <a:lnTo>
                  <a:pt x="2954" y="3139"/>
                </a:lnTo>
                <a:lnTo>
                  <a:pt x="2953" y="3139"/>
                </a:lnTo>
                <a:lnTo>
                  <a:pt x="2952" y="3139"/>
                </a:lnTo>
                <a:lnTo>
                  <a:pt x="2952" y="3138"/>
                </a:lnTo>
                <a:lnTo>
                  <a:pt x="2953" y="3138"/>
                </a:lnTo>
                <a:lnTo>
                  <a:pt x="2953" y="3137"/>
                </a:lnTo>
                <a:lnTo>
                  <a:pt x="2954" y="3137"/>
                </a:lnTo>
                <a:lnTo>
                  <a:pt x="2954" y="3136"/>
                </a:lnTo>
                <a:lnTo>
                  <a:pt x="2953" y="3136"/>
                </a:lnTo>
                <a:lnTo>
                  <a:pt x="2953" y="3135"/>
                </a:lnTo>
                <a:lnTo>
                  <a:pt x="2952" y="3135"/>
                </a:lnTo>
                <a:lnTo>
                  <a:pt x="2952" y="3134"/>
                </a:lnTo>
                <a:lnTo>
                  <a:pt x="2951" y="3134"/>
                </a:lnTo>
                <a:lnTo>
                  <a:pt x="2952" y="3134"/>
                </a:lnTo>
                <a:lnTo>
                  <a:pt x="2952" y="3133"/>
                </a:lnTo>
                <a:lnTo>
                  <a:pt x="2951" y="3133"/>
                </a:lnTo>
                <a:lnTo>
                  <a:pt x="2951" y="3132"/>
                </a:lnTo>
                <a:lnTo>
                  <a:pt x="2950" y="3132"/>
                </a:lnTo>
                <a:lnTo>
                  <a:pt x="2950" y="3131"/>
                </a:lnTo>
                <a:lnTo>
                  <a:pt x="2949" y="3131"/>
                </a:lnTo>
                <a:lnTo>
                  <a:pt x="2949" y="3130"/>
                </a:lnTo>
                <a:lnTo>
                  <a:pt x="2948" y="3130"/>
                </a:lnTo>
                <a:lnTo>
                  <a:pt x="2948" y="3129"/>
                </a:lnTo>
                <a:lnTo>
                  <a:pt x="2947" y="3129"/>
                </a:lnTo>
                <a:lnTo>
                  <a:pt x="2946" y="3128"/>
                </a:lnTo>
                <a:lnTo>
                  <a:pt x="2946" y="3129"/>
                </a:lnTo>
                <a:lnTo>
                  <a:pt x="2946" y="3128"/>
                </a:lnTo>
                <a:lnTo>
                  <a:pt x="2946" y="3129"/>
                </a:lnTo>
                <a:lnTo>
                  <a:pt x="2945" y="3129"/>
                </a:lnTo>
                <a:lnTo>
                  <a:pt x="2944" y="3129"/>
                </a:lnTo>
                <a:lnTo>
                  <a:pt x="2944" y="3128"/>
                </a:lnTo>
                <a:lnTo>
                  <a:pt x="2943" y="3128"/>
                </a:lnTo>
                <a:lnTo>
                  <a:pt x="2942" y="3128"/>
                </a:lnTo>
                <a:lnTo>
                  <a:pt x="2941" y="3128"/>
                </a:lnTo>
                <a:lnTo>
                  <a:pt x="2941" y="3129"/>
                </a:lnTo>
                <a:lnTo>
                  <a:pt x="2940" y="3129"/>
                </a:lnTo>
                <a:lnTo>
                  <a:pt x="2940" y="3128"/>
                </a:lnTo>
                <a:lnTo>
                  <a:pt x="2939" y="3128"/>
                </a:lnTo>
                <a:lnTo>
                  <a:pt x="2939" y="3129"/>
                </a:lnTo>
                <a:lnTo>
                  <a:pt x="2939" y="3128"/>
                </a:lnTo>
                <a:lnTo>
                  <a:pt x="2938" y="3128"/>
                </a:lnTo>
                <a:lnTo>
                  <a:pt x="2937" y="3128"/>
                </a:lnTo>
                <a:lnTo>
                  <a:pt x="2937" y="3127"/>
                </a:lnTo>
                <a:lnTo>
                  <a:pt x="2937" y="3128"/>
                </a:lnTo>
                <a:lnTo>
                  <a:pt x="2936" y="3128"/>
                </a:lnTo>
                <a:lnTo>
                  <a:pt x="2935" y="3128"/>
                </a:lnTo>
                <a:lnTo>
                  <a:pt x="2934" y="3128"/>
                </a:lnTo>
                <a:lnTo>
                  <a:pt x="2933" y="3128"/>
                </a:lnTo>
                <a:lnTo>
                  <a:pt x="2932" y="3128"/>
                </a:lnTo>
                <a:lnTo>
                  <a:pt x="2931" y="3128"/>
                </a:lnTo>
                <a:lnTo>
                  <a:pt x="2930" y="3128"/>
                </a:lnTo>
                <a:lnTo>
                  <a:pt x="2930" y="3129"/>
                </a:lnTo>
                <a:lnTo>
                  <a:pt x="2930" y="3130"/>
                </a:lnTo>
                <a:lnTo>
                  <a:pt x="2930" y="3131"/>
                </a:lnTo>
                <a:lnTo>
                  <a:pt x="2930" y="3132"/>
                </a:lnTo>
                <a:lnTo>
                  <a:pt x="2930" y="3133"/>
                </a:lnTo>
                <a:lnTo>
                  <a:pt x="2929" y="3133"/>
                </a:lnTo>
                <a:lnTo>
                  <a:pt x="2929" y="3134"/>
                </a:lnTo>
                <a:lnTo>
                  <a:pt x="2929" y="3133"/>
                </a:lnTo>
                <a:lnTo>
                  <a:pt x="2928" y="3133"/>
                </a:lnTo>
                <a:lnTo>
                  <a:pt x="2927" y="3133"/>
                </a:lnTo>
                <a:lnTo>
                  <a:pt x="2927" y="3132"/>
                </a:lnTo>
                <a:lnTo>
                  <a:pt x="2926" y="3132"/>
                </a:lnTo>
                <a:lnTo>
                  <a:pt x="2926" y="3133"/>
                </a:lnTo>
                <a:lnTo>
                  <a:pt x="2926" y="3134"/>
                </a:lnTo>
                <a:lnTo>
                  <a:pt x="2925" y="3134"/>
                </a:lnTo>
                <a:lnTo>
                  <a:pt x="2924" y="3134"/>
                </a:lnTo>
                <a:lnTo>
                  <a:pt x="2924" y="3133"/>
                </a:lnTo>
                <a:lnTo>
                  <a:pt x="2924" y="3134"/>
                </a:lnTo>
                <a:lnTo>
                  <a:pt x="2923" y="3133"/>
                </a:lnTo>
                <a:lnTo>
                  <a:pt x="2922" y="3133"/>
                </a:lnTo>
                <a:lnTo>
                  <a:pt x="2922" y="3134"/>
                </a:lnTo>
                <a:lnTo>
                  <a:pt x="2921" y="3134"/>
                </a:lnTo>
                <a:lnTo>
                  <a:pt x="2921" y="3133"/>
                </a:lnTo>
                <a:lnTo>
                  <a:pt x="2921" y="3134"/>
                </a:lnTo>
                <a:lnTo>
                  <a:pt x="2920" y="3134"/>
                </a:lnTo>
                <a:lnTo>
                  <a:pt x="2919" y="3134"/>
                </a:lnTo>
                <a:lnTo>
                  <a:pt x="2920" y="3134"/>
                </a:lnTo>
                <a:lnTo>
                  <a:pt x="2919" y="3134"/>
                </a:lnTo>
                <a:lnTo>
                  <a:pt x="2919" y="3135"/>
                </a:lnTo>
                <a:lnTo>
                  <a:pt x="2919" y="3136"/>
                </a:lnTo>
                <a:lnTo>
                  <a:pt x="2918" y="3136"/>
                </a:lnTo>
                <a:lnTo>
                  <a:pt x="2918" y="3135"/>
                </a:lnTo>
                <a:lnTo>
                  <a:pt x="2918" y="3134"/>
                </a:lnTo>
                <a:lnTo>
                  <a:pt x="2917" y="3134"/>
                </a:lnTo>
                <a:lnTo>
                  <a:pt x="2917" y="3133"/>
                </a:lnTo>
                <a:lnTo>
                  <a:pt x="2916" y="3133"/>
                </a:lnTo>
                <a:lnTo>
                  <a:pt x="2917" y="3133"/>
                </a:lnTo>
                <a:lnTo>
                  <a:pt x="2917" y="3132"/>
                </a:lnTo>
                <a:lnTo>
                  <a:pt x="2916" y="3132"/>
                </a:lnTo>
                <a:lnTo>
                  <a:pt x="2916" y="3131"/>
                </a:lnTo>
                <a:lnTo>
                  <a:pt x="2916" y="3132"/>
                </a:lnTo>
                <a:lnTo>
                  <a:pt x="2916" y="3131"/>
                </a:lnTo>
                <a:lnTo>
                  <a:pt x="2917" y="3131"/>
                </a:lnTo>
                <a:lnTo>
                  <a:pt x="2917" y="3130"/>
                </a:lnTo>
                <a:lnTo>
                  <a:pt x="2916" y="3130"/>
                </a:lnTo>
                <a:lnTo>
                  <a:pt x="2916" y="3131"/>
                </a:lnTo>
                <a:lnTo>
                  <a:pt x="2915" y="3131"/>
                </a:lnTo>
                <a:lnTo>
                  <a:pt x="2915" y="3130"/>
                </a:lnTo>
                <a:lnTo>
                  <a:pt x="2916" y="3130"/>
                </a:lnTo>
                <a:lnTo>
                  <a:pt x="2915" y="3130"/>
                </a:lnTo>
                <a:lnTo>
                  <a:pt x="2915" y="3129"/>
                </a:lnTo>
                <a:lnTo>
                  <a:pt x="2915" y="3130"/>
                </a:lnTo>
                <a:lnTo>
                  <a:pt x="2915" y="3129"/>
                </a:lnTo>
                <a:lnTo>
                  <a:pt x="2915" y="3128"/>
                </a:lnTo>
                <a:lnTo>
                  <a:pt x="2914" y="3128"/>
                </a:lnTo>
                <a:lnTo>
                  <a:pt x="2913" y="3128"/>
                </a:lnTo>
                <a:lnTo>
                  <a:pt x="2913" y="3129"/>
                </a:lnTo>
                <a:lnTo>
                  <a:pt x="2913" y="3128"/>
                </a:lnTo>
                <a:lnTo>
                  <a:pt x="2913" y="3129"/>
                </a:lnTo>
                <a:lnTo>
                  <a:pt x="2913" y="3128"/>
                </a:lnTo>
                <a:lnTo>
                  <a:pt x="2912" y="3128"/>
                </a:lnTo>
                <a:lnTo>
                  <a:pt x="2911" y="3128"/>
                </a:lnTo>
                <a:lnTo>
                  <a:pt x="2911" y="3127"/>
                </a:lnTo>
                <a:lnTo>
                  <a:pt x="2911" y="3126"/>
                </a:lnTo>
                <a:lnTo>
                  <a:pt x="2910" y="3126"/>
                </a:lnTo>
                <a:lnTo>
                  <a:pt x="2910" y="3125"/>
                </a:lnTo>
                <a:lnTo>
                  <a:pt x="2909" y="3125"/>
                </a:lnTo>
                <a:lnTo>
                  <a:pt x="2908" y="3125"/>
                </a:lnTo>
                <a:lnTo>
                  <a:pt x="2908" y="3124"/>
                </a:lnTo>
                <a:lnTo>
                  <a:pt x="2908" y="3125"/>
                </a:lnTo>
                <a:lnTo>
                  <a:pt x="2908" y="3124"/>
                </a:lnTo>
                <a:lnTo>
                  <a:pt x="2907" y="3124"/>
                </a:lnTo>
                <a:lnTo>
                  <a:pt x="2906" y="3124"/>
                </a:lnTo>
                <a:lnTo>
                  <a:pt x="2905" y="3124"/>
                </a:lnTo>
                <a:lnTo>
                  <a:pt x="2906" y="3124"/>
                </a:lnTo>
                <a:lnTo>
                  <a:pt x="2905" y="3124"/>
                </a:lnTo>
                <a:lnTo>
                  <a:pt x="2905" y="3123"/>
                </a:lnTo>
                <a:lnTo>
                  <a:pt x="2905" y="3122"/>
                </a:lnTo>
                <a:lnTo>
                  <a:pt x="2905" y="3121"/>
                </a:lnTo>
                <a:lnTo>
                  <a:pt x="2904" y="3121"/>
                </a:lnTo>
                <a:lnTo>
                  <a:pt x="2904" y="3120"/>
                </a:lnTo>
                <a:lnTo>
                  <a:pt x="2903" y="3120"/>
                </a:lnTo>
                <a:lnTo>
                  <a:pt x="2903" y="3121"/>
                </a:lnTo>
                <a:lnTo>
                  <a:pt x="2904" y="3121"/>
                </a:lnTo>
                <a:lnTo>
                  <a:pt x="2903" y="3121"/>
                </a:lnTo>
                <a:lnTo>
                  <a:pt x="2901" y="3121"/>
                </a:lnTo>
                <a:lnTo>
                  <a:pt x="2900" y="3121"/>
                </a:lnTo>
                <a:lnTo>
                  <a:pt x="2900" y="3120"/>
                </a:lnTo>
                <a:lnTo>
                  <a:pt x="2899" y="3120"/>
                </a:lnTo>
                <a:lnTo>
                  <a:pt x="2898" y="3120"/>
                </a:lnTo>
                <a:lnTo>
                  <a:pt x="2898" y="3119"/>
                </a:lnTo>
                <a:lnTo>
                  <a:pt x="2897" y="3119"/>
                </a:lnTo>
                <a:lnTo>
                  <a:pt x="2896" y="3119"/>
                </a:lnTo>
                <a:lnTo>
                  <a:pt x="2896" y="3120"/>
                </a:lnTo>
                <a:lnTo>
                  <a:pt x="2895" y="3120"/>
                </a:lnTo>
                <a:lnTo>
                  <a:pt x="2895" y="3121"/>
                </a:lnTo>
                <a:lnTo>
                  <a:pt x="2895" y="3120"/>
                </a:lnTo>
                <a:lnTo>
                  <a:pt x="2894" y="3120"/>
                </a:lnTo>
                <a:lnTo>
                  <a:pt x="2893" y="3120"/>
                </a:lnTo>
                <a:lnTo>
                  <a:pt x="2892" y="3120"/>
                </a:lnTo>
                <a:lnTo>
                  <a:pt x="2891" y="3120"/>
                </a:lnTo>
                <a:lnTo>
                  <a:pt x="2891" y="3119"/>
                </a:lnTo>
                <a:lnTo>
                  <a:pt x="2890" y="3119"/>
                </a:lnTo>
                <a:lnTo>
                  <a:pt x="2890" y="3118"/>
                </a:lnTo>
                <a:lnTo>
                  <a:pt x="2890" y="3117"/>
                </a:lnTo>
                <a:lnTo>
                  <a:pt x="2891" y="3117"/>
                </a:lnTo>
                <a:lnTo>
                  <a:pt x="2890" y="3117"/>
                </a:lnTo>
                <a:lnTo>
                  <a:pt x="2890" y="3116"/>
                </a:lnTo>
                <a:lnTo>
                  <a:pt x="2891" y="3116"/>
                </a:lnTo>
                <a:lnTo>
                  <a:pt x="2890" y="3116"/>
                </a:lnTo>
                <a:lnTo>
                  <a:pt x="2891" y="3116"/>
                </a:lnTo>
                <a:lnTo>
                  <a:pt x="2890" y="3116"/>
                </a:lnTo>
                <a:lnTo>
                  <a:pt x="2890" y="3115"/>
                </a:lnTo>
                <a:lnTo>
                  <a:pt x="2891" y="3115"/>
                </a:lnTo>
                <a:lnTo>
                  <a:pt x="2890" y="3115"/>
                </a:lnTo>
                <a:lnTo>
                  <a:pt x="2890" y="3114"/>
                </a:lnTo>
                <a:lnTo>
                  <a:pt x="2891" y="3114"/>
                </a:lnTo>
                <a:lnTo>
                  <a:pt x="2891" y="3113"/>
                </a:lnTo>
                <a:lnTo>
                  <a:pt x="2890" y="3113"/>
                </a:lnTo>
                <a:lnTo>
                  <a:pt x="2891" y="3113"/>
                </a:lnTo>
                <a:lnTo>
                  <a:pt x="2891" y="3112"/>
                </a:lnTo>
                <a:lnTo>
                  <a:pt x="2891" y="3111"/>
                </a:lnTo>
                <a:lnTo>
                  <a:pt x="2890" y="3110"/>
                </a:lnTo>
                <a:lnTo>
                  <a:pt x="2890" y="3109"/>
                </a:lnTo>
                <a:lnTo>
                  <a:pt x="2889" y="3109"/>
                </a:lnTo>
                <a:lnTo>
                  <a:pt x="2889" y="3108"/>
                </a:lnTo>
                <a:lnTo>
                  <a:pt x="2888" y="3108"/>
                </a:lnTo>
                <a:lnTo>
                  <a:pt x="2887" y="3108"/>
                </a:lnTo>
                <a:lnTo>
                  <a:pt x="2886" y="3108"/>
                </a:lnTo>
                <a:lnTo>
                  <a:pt x="2886" y="3107"/>
                </a:lnTo>
                <a:lnTo>
                  <a:pt x="2885" y="3107"/>
                </a:lnTo>
                <a:lnTo>
                  <a:pt x="2884" y="3107"/>
                </a:lnTo>
                <a:lnTo>
                  <a:pt x="2884" y="3106"/>
                </a:lnTo>
                <a:lnTo>
                  <a:pt x="2884" y="3105"/>
                </a:lnTo>
                <a:lnTo>
                  <a:pt x="2884" y="3104"/>
                </a:lnTo>
                <a:lnTo>
                  <a:pt x="2884" y="3103"/>
                </a:lnTo>
                <a:lnTo>
                  <a:pt x="2883" y="3103"/>
                </a:lnTo>
                <a:lnTo>
                  <a:pt x="2883" y="3102"/>
                </a:lnTo>
                <a:lnTo>
                  <a:pt x="2882" y="3102"/>
                </a:lnTo>
                <a:lnTo>
                  <a:pt x="2882" y="3101"/>
                </a:lnTo>
                <a:lnTo>
                  <a:pt x="2881" y="3100"/>
                </a:lnTo>
                <a:lnTo>
                  <a:pt x="2881" y="3099"/>
                </a:lnTo>
                <a:lnTo>
                  <a:pt x="2880" y="3099"/>
                </a:lnTo>
                <a:lnTo>
                  <a:pt x="2880" y="3098"/>
                </a:lnTo>
                <a:lnTo>
                  <a:pt x="2880" y="3097"/>
                </a:lnTo>
                <a:lnTo>
                  <a:pt x="2879" y="3097"/>
                </a:lnTo>
                <a:lnTo>
                  <a:pt x="2879" y="3096"/>
                </a:lnTo>
                <a:lnTo>
                  <a:pt x="2878" y="3096"/>
                </a:lnTo>
                <a:lnTo>
                  <a:pt x="2878" y="3097"/>
                </a:lnTo>
                <a:lnTo>
                  <a:pt x="2878" y="3098"/>
                </a:lnTo>
                <a:lnTo>
                  <a:pt x="2877" y="3098"/>
                </a:lnTo>
                <a:lnTo>
                  <a:pt x="2876" y="3098"/>
                </a:lnTo>
                <a:lnTo>
                  <a:pt x="2876" y="3097"/>
                </a:lnTo>
                <a:lnTo>
                  <a:pt x="2875" y="3096"/>
                </a:lnTo>
                <a:lnTo>
                  <a:pt x="2874" y="3095"/>
                </a:lnTo>
                <a:lnTo>
                  <a:pt x="2874" y="3096"/>
                </a:lnTo>
                <a:lnTo>
                  <a:pt x="2874" y="3095"/>
                </a:lnTo>
                <a:lnTo>
                  <a:pt x="2873" y="3095"/>
                </a:lnTo>
                <a:lnTo>
                  <a:pt x="2873" y="3094"/>
                </a:lnTo>
                <a:lnTo>
                  <a:pt x="2872" y="3094"/>
                </a:lnTo>
                <a:lnTo>
                  <a:pt x="2872" y="3093"/>
                </a:lnTo>
                <a:lnTo>
                  <a:pt x="2871" y="3092"/>
                </a:lnTo>
                <a:lnTo>
                  <a:pt x="2871" y="3091"/>
                </a:lnTo>
                <a:lnTo>
                  <a:pt x="2871" y="3090"/>
                </a:lnTo>
                <a:lnTo>
                  <a:pt x="2871" y="3089"/>
                </a:lnTo>
                <a:lnTo>
                  <a:pt x="2870" y="3089"/>
                </a:lnTo>
                <a:lnTo>
                  <a:pt x="2870" y="3088"/>
                </a:lnTo>
                <a:lnTo>
                  <a:pt x="2869" y="3088"/>
                </a:lnTo>
                <a:lnTo>
                  <a:pt x="2869" y="3087"/>
                </a:lnTo>
                <a:lnTo>
                  <a:pt x="2868" y="3087"/>
                </a:lnTo>
                <a:lnTo>
                  <a:pt x="2868" y="3088"/>
                </a:lnTo>
                <a:lnTo>
                  <a:pt x="2867" y="3088"/>
                </a:lnTo>
                <a:lnTo>
                  <a:pt x="2867" y="3089"/>
                </a:lnTo>
                <a:lnTo>
                  <a:pt x="2867" y="3090"/>
                </a:lnTo>
                <a:lnTo>
                  <a:pt x="2866" y="3090"/>
                </a:lnTo>
                <a:lnTo>
                  <a:pt x="2866" y="3091"/>
                </a:lnTo>
                <a:lnTo>
                  <a:pt x="2865" y="3091"/>
                </a:lnTo>
                <a:lnTo>
                  <a:pt x="2866" y="3091"/>
                </a:lnTo>
                <a:lnTo>
                  <a:pt x="2865" y="3091"/>
                </a:lnTo>
                <a:lnTo>
                  <a:pt x="2865" y="3092"/>
                </a:lnTo>
                <a:lnTo>
                  <a:pt x="2865" y="3093"/>
                </a:lnTo>
                <a:lnTo>
                  <a:pt x="2864" y="3093"/>
                </a:lnTo>
                <a:lnTo>
                  <a:pt x="2864" y="3092"/>
                </a:lnTo>
                <a:lnTo>
                  <a:pt x="2863" y="3092"/>
                </a:lnTo>
                <a:lnTo>
                  <a:pt x="2863" y="3093"/>
                </a:lnTo>
                <a:lnTo>
                  <a:pt x="2862" y="3093"/>
                </a:lnTo>
                <a:lnTo>
                  <a:pt x="2862" y="3094"/>
                </a:lnTo>
                <a:lnTo>
                  <a:pt x="2863" y="3094"/>
                </a:lnTo>
                <a:lnTo>
                  <a:pt x="2863" y="3095"/>
                </a:lnTo>
                <a:lnTo>
                  <a:pt x="2863" y="3096"/>
                </a:lnTo>
                <a:lnTo>
                  <a:pt x="2862" y="3096"/>
                </a:lnTo>
                <a:lnTo>
                  <a:pt x="2862" y="3097"/>
                </a:lnTo>
                <a:lnTo>
                  <a:pt x="2862" y="3098"/>
                </a:lnTo>
                <a:lnTo>
                  <a:pt x="2861" y="3098"/>
                </a:lnTo>
                <a:lnTo>
                  <a:pt x="2861" y="3099"/>
                </a:lnTo>
                <a:lnTo>
                  <a:pt x="2861" y="3098"/>
                </a:lnTo>
                <a:lnTo>
                  <a:pt x="2861" y="3099"/>
                </a:lnTo>
                <a:lnTo>
                  <a:pt x="2861" y="3100"/>
                </a:lnTo>
                <a:lnTo>
                  <a:pt x="2861" y="3101"/>
                </a:lnTo>
                <a:lnTo>
                  <a:pt x="2860" y="3101"/>
                </a:lnTo>
                <a:lnTo>
                  <a:pt x="2860" y="3100"/>
                </a:lnTo>
                <a:lnTo>
                  <a:pt x="2859" y="3100"/>
                </a:lnTo>
                <a:lnTo>
                  <a:pt x="2858" y="3100"/>
                </a:lnTo>
                <a:lnTo>
                  <a:pt x="2858" y="3099"/>
                </a:lnTo>
                <a:lnTo>
                  <a:pt x="2857" y="3099"/>
                </a:lnTo>
                <a:lnTo>
                  <a:pt x="2858" y="3099"/>
                </a:lnTo>
                <a:lnTo>
                  <a:pt x="2857" y="3099"/>
                </a:lnTo>
                <a:lnTo>
                  <a:pt x="2856" y="3099"/>
                </a:lnTo>
                <a:lnTo>
                  <a:pt x="2856" y="3098"/>
                </a:lnTo>
                <a:lnTo>
                  <a:pt x="2855" y="3098"/>
                </a:lnTo>
                <a:lnTo>
                  <a:pt x="2855" y="3099"/>
                </a:lnTo>
                <a:lnTo>
                  <a:pt x="2854" y="3099"/>
                </a:lnTo>
                <a:lnTo>
                  <a:pt x="2854" y="3100"/>
                </a:lnTo>
                <a:lnTo>
                  <a:pt x="2853" y="3100"/>
                </a:lnTo>
                <a:lnTo>
                  <a:pt x="2853" y="3101"/>
                </a:lnTo>
                <a:lnTo>
                  <a:pt x="2852" y="3101"/>
                </a:lnTo>
                <a:lnTo>
                  <a:pt x="2851" y="3101"/>
                </a:lnTo>
                <a:lnTo>
                  <a:pt x="2851" y="3102"/>
                </a:lnTo>
                <a:lnTo>
                  <a:pt x="2850" y="3102"/>
                </a:lnTo>
                <a:lnTo>
                  <a:pt x="2849" y="3102"/>
                </a:lnTo>
                <a:lnTo>
                  <a:pt x="2848" y="3102"/>
                </a:lnTo>
                <a:lnTo>
                  <a:pt x="2849" y="3102"/>
                </a:lnTo>
                <a:lnTo>
                  <a:pt x="2849" y="3101"/>
                </a:lnTo>
                <a:lnTo>
                  <a:pt x="2848" y="3101"/>
                </a:lnTo>
                <a:lnTo>
                  <a:pt x="2847" y="3101"/>
                </a:lnTo>
                <a:lnTo>
                  <a:pt x="2847" y="3100"/>
                </a:lnTo>
                <a:lnTo>
                  <a:pt x="2846" y="3100"/>
                </a:lnTo>
                <a:lnTo>
                  <a:pt x="2846" y="3101"/>
                </a:lnTo>
                <a:lnTo>
                  <a:pt x="2845" y="3101"/>
                </a:lnTo>
                <a:lnTo>
                  <a:pt x="2845" y="3102"/>
                </a:lnTo>
                <a:lnTo>
                  <a:pt x="2844" y="3102"/>
                </a:lnTo>
                <a:lnTo>
                  <a:pt x="2844" y="3103"/>
                </a:lnTo>
                <a:lnTo>
                  <a:pt x="2844" y="3102"/>
                </a:lnTo>
                <a:lnTo>
                  <a:pt x="2844" y="3103"/>
                </a:lnTo>
                <a:lnTo>
                  <a:pt x="2843" y="3103"/>
                </a:lnTo>
                <a:lnTo>
                  <a:pt x="2843" y="3104"/>
                </a:lnTo>
                <a:lnTo>
                  <a:pt x="2842" y="3104"/>
                </a:lnTo>
                <a:lnTo>
                  <a:pt x="2842" y="3105"/>
                </a:lnTo>
                <a:lnTo>
                  <a:pt x="2841" y="3105"/>
                </a:lnTo>
                <a:lnTo>
                  <a:pt x="2840" y="3105"/>
                </a:lnTo>
                <a:lnTo>
                  <a:pt x="2840" y="3106"/>
                </a:lnTo>
                <a:lnTo>
                  <a:pt x="2839" y="3106"/>
                </a:lnTo>
                <a:lnTo>
                  <a:pt x="2840" y="3106"/>
                </a:lnTo>
                <a:lnTo>
                  <a:pt x="2839" y="3106"/>
                </a:lnTo>
                <a:lnTo>
                  <a:pt x="2839" y="3107"/>
                </a:lnTo>
                <a:lnTo>
                  <a:pt x="2838" y="3107"/>
                </a:lnTo>
                <a:lnTo>
                  <a:pt x="2838" y="3106"/>
                </a:lnTo>
                <a:lnTo>
                  <a:pt x="2838" y="3107"/>
                </a:lnTo>
                <a:lnTo>
                  <a:pt x="2837" y="3107"/>
                </a:lnTo>
                <a:lnTo>
                  <a:pt x="2836" y="3107"/>
                </a:lnTo>
                <a:lnTo>
                  <a:pt x="2836" y="3108"/>
                </a:lnTo>
                <a:lnTo>
                  <a:pt x="2836" y="3109"/>
                </a:lnTo>
                <a:lnTo>
                  <a:pt x="2835" y="3109"/>
                </a:lnTo>
                <a:lnTo>
                  <a:pt x="2835" y="3110"/>
                </a:lnTo>
                <a:lnTo>
                  <a:pt x="2835" y="3111"/>
                </a:lnTo>
                <a:lnTo>
                  <a:pt x="2835" y="3112"/>
                </a:lnTo>
                <a:lnTo>
                  <a:pt x="2834" y="3112"/>
                </a:lnTo>
                <a:lnTo>
                  <a:pt x="2833" y="3111"/>
                </a:lnTo>
                <a:lnTo>
                  <a:pt x="2833" y="3110"/>
                </a:lnTo>
                <a:lnTo>
                  <a:pt x="2832" y="3110"/>
                </a:lnTo>
                <a:lnTo>
                  <a:pt x="2832" y="3109"/>
                </a:lnTo>
                <a:lnTo>
                  <a:pt x="2831" y="3109"/>
                </a:lnTo>
                <a:lnTo>
                  <a:pt x="2830" y="3109"/>
                </a:lnTo>
                <a:lnTo>
                  <a:pt x="2830" y="3110"/>
                </a:lnTo>
                <a:lnTo>
                  <a:pt x="2829" y="3110"/>
                </a:lnTo>
                <a:lnTo>
                  <a:pt x="2829" y="3111"/>
                </a:lnTo>
                <a:lnTo>
                  <a:pt x="2829" y="3112"/>
                </a:lnTo>
                <a:lnTo>
                  <a:pt x="2829" y="3113"/>
                </a:lnTo>
                <a:lnTo>
                  <a:pt x="2829" y="3114"/>
                </a:lnTo>
                <a:lnTo>
                  <a:pt x="2829" y="3115"/>
                </a:lnTo>
                <a:lnTo>
                  <a:pt x="2828" y="3115"/>
                </a:lnTo>
                <a:lnTo>
                  <a:pt x="2827" y="3115"/>
                </a:lnTo>
                <a:lnTo>
                  <a:pt x="2827" y="3114"/>
                </a:lnTo>
                <a:lnTo>
                  <a:pt x="2827" y="3115"/>
                </a:lnTo>
                <a:lnTo>
                  <a:pt x="2826" y="3115"/>
                </a:lnTo>
                <a:lnTo>
                  <a:pt x="2825" y="3115"/>
                </a:lnTo>
                <a:lnTo>
                  <a:pt x="2825" y="3116"/>
                </a:lnTo>
                <a:lnTo>
                  <a:pt x="2824" y="3116"/>
                </a:lnTo>
                <a:lnTo>
                  <a:pt x="2824" y="3115"/>
                </a:lnTo>
                <a:lnTo>
                  <a:pt x="2823" y="3115"/>
                </a:lnTo>
                <a:lnTo>
                  <a:pt x="2823" y="3116"/>
                </a:lnTo>
                <a:lnTo>
                  <a:pt x="2822" y="3116"/>
                </a:lnTo>
                <a:lnTo>
                  <a:pt x="2822" y="3115"/>
                </a:lnTo>
                <a:lnTo>
                  <a:pt x="2822" y="3116"/>
                </a:lnTo>
                <a:lnTo>
                  <a:pt x="2822" y="3117"/>
                </a:lnTo>
                <a:lnTo>
                  <a:pt x="2822" y="3118"/>
                </a:lnTo>
                <a:lnTo>
                  <a:pt x="2822" y="3119"/>
                </a:lnTo>
                <a:lnTo>
                  <a:pt x="2823" y="3119"/>
                </a:lnTo>
                <a:lnTo>
                  <a:pt x="2823" y="3120"/>
                </a:lnTo>
                <a:lnTo>
                  <a:pt x="2823" y="3121"/>
                </a:lnTo>
                <a:lnTo>
                  <a:pt x="2823" y="3122"/>
                </a:lnTo>
                <a:lnTo>
                  <a:pt x="2824" y="3122"/>
                </a:lnTo>
                <a:lnTo>
                  <a:pt x="2823" y="3122"/>
                </a:lnTo>
                <a:lnTo>
                  <a:pt x="2823" y="3124"/>
                </a:lnTo>
                <a:lnTo>
                  <a:pt x="2824" y="3124"/>
                </a:lnTo>
                <a:lnTo>
                  <a:pt x="2824" y="3125"/>
                </a:lnTo>
                <a:lnTo>
                  <a:pt x="2824" y="3126"/>
                </a:lnTo>
                <a:lnTo>
                  <a:pt x="2824" y="3127"/>
                </a:lnTo>
                <a:lnTo>
                  <a:pt x="2824" y="3128"/>
                </a:lnTo>
                <a:lnTo>
                  <a:pt x="2825" y="3128"/>
                </a:lnTo>
                <a:lnTo>
                  <a:pt x="2825" y="3129"/>
                </a:lnTo>
                <a:lnTo>
                  <a:pt x="2826" y="3129"/>
                </a:lnTo>
                <a:lnTo>
                  <a:pt x="2826" y="3130"/>
                </a:lnTo>
                <a:lnTo>
                  <a:pt x="2827" y="3130"/>
                </a:lnTo>
                <a:lnTo>
                  <a:pt x="2827" y="3131"/>
                </a:lnTo>
                <a:lnTo>
                  <a:pt x="2828" y="3131"/>
                </a:lnTo>
                <a:lnTo>
                  <a:pt x="2828" y="3132"/>
                </a:lnTo>
                <a:lnTo>
                  <a:pt x="2827" y="3132"/>
                </a:lnTo>
                <a:lnTo>
                  <a:pt x="2827" y="3133"/>
                </a:lnTo>
                <a:lnTo>
                  <a:pt x="2827" y="3134"/>
                </a:lnTo>
                <a:lnTo>
                  <a:pt x="2826" y="3134"/>
                </a:lnTo>
                <a:lnTo>
                  <a:pt x="2826" y="3135"/>
                </a:lnTo>
                <a:lnTo>
                  <a:pt x="2825" y="3135"/>
                </a:lnTo>
                <a:lnTo>
                  <a:pt x="2825" y="3136"/>
                </a:lnTo>
                <a:lnTo>
                  <a:pt x="2825" y="3135"/>
                </a:lnTo>
                <a:lnTo>
                  <a:pt x="2824" y="3135"/>
                </a:lnTo>
                <a:lnTo>
                  <a:pt x="2823" y="3135"/>
                </a:lnTo>
                <a:lnTo>
                  <a:pt x="2823" y="3136"/>
                </a:lnTo>
                <a:lnTo>
                  <a:pt x="2822" y="3136"/>
                </a:lnTo>
                <a:lnTo>
                  <a:pt x="2822" y="3137"/>
                </a:lnTo>
                <a:lnTo>
                  <a:pt x="2822" y="3136"/>
                </a:lnTo>
                <a:lnTo>
                  <a:pt x="2821" y="3136"/>
                </a:lnTo>
                <a:lnTo>
                  <a:pt x="2821" y="3137"/>
                </a:lnTo>
                <a:lnTo>
                  <a:pt x="2820" y="3137"/>
                </a:lnTo>
                <a:lnTo>
                  <a:pt x="2819" y="3137"/>
                </a:lnTo>
                <a:lnTo>
                  <a:pt x="2819" y="3138"/>
                </a:lnTo>
                <a:lnTo>
                  <a:pt x="2819" y="3139"/>
                </a:lnTo>
                <a:lnTo>
                  <a:pt x="2818" y="3139"/>
                </a:lnTo>
                <a:lnTo>
                  <a:pt x="2818" y="3140"/>
                </a:lnTo>
                <a:lnTo>
                  <a:pt x="2818" y="3141"/>
                </a:lnTo>
                <a:lnTo>
                  <a:pt x="2818" y="3142"/>
                </a:lnTo>
                <a:lnTo>
                  <a:pt x="2817" y="3142"/>
                </a:lnTo>
                <a:lnTo>
                  <a:pt x="2816" y="3142"/>
                </a:lnTo>
                <a:lnTo>
                  <a:pt x="2815" y="3142"/>
                </a:lnTo>
                <a:lnTo>
                  <a:pt x="2815" y="3143"/>
                </a:lnTo>
                <a:lnTo>
                  <a:pt x="2815" y="3144"/>
                </a:lnTo>
                <a:lnTo>
                  <a:pt x="2816" y="3144"/>
                </a:lnTo>
                <a:lnTo>
                  <a:pt x="2815" y="3144"/>
                </a:lnTo>
                <a:lnTo>
                  <a:pt x="2816" y="3144"/>
                </a:lnTo>
                <a:lnTo>
                  <a:pt x="2816" y="3145"/>
                </a:lnTo>
                <a:lnTo>
                  <a:pt x="2815" y="3146"/>
                </a:lnTo>
                <a:lnTo>
                  <a:pt x="2814" y="3146"/>
                </a:lnTo>
                <a:lnTo>
                  <a:pt x="2814" y="3145"/>
                </a:lnTo>
                <a:lnTo>
                  <a:pt x="2813" y="3145"/>
                </a:lnTo>
                <a:lnTo>
                  <a:pt x="2812" y="3145"/>
                </a:lnTo>
                <a:lnTo>
                  <a:pt x="2812" y="3146"/>
                </a:lnTo>
                <a:lnTo>
                  <a:pt x="2811" y="3146"/>
                </a:lnTo>
                <a:lnTo>
                  <a:pt x="2810" y="3146"/>
                </a:lnTo>
                <a:lnTo>
                  <a:pt x="2810" y="3145"/>
                </a:lnTo>
                <a:lnTo>
                  <a:pt x="2809" y="3145"/>
                </a:lnTo>
                <a:lnTo>
                  <a:pt x="2809" y="3144"/>
                </a:lnTo>
                <a:lnTo>
                  <a:pt x="2808" y="3144"/>
                </a:lnTo>
                <a:lnTo>
                  <a:pt x="2807" y="3144"/>
                </a:lnTo>
                <a:lnTo>
                  <a:pt x="2806" y="3144"/>
                </a:lnTo>
                <a:lnTo>
                  <a:pt x="2806" y="3143"/>
                </a:lnTo>
                <a:lnTo>
                  <a:pt x="2805" y="3143"/>
                </a:lnTo>
                <a:lnTo>
                  <a:pt x="2806" y="3143"/>
                </a:lnTo>
                <a:lnTo>
                  <a:pt x="2805" y="3143"/>
                </a:lnTo>
                <a:lnTo>
                  <a:pt x="2805" y="3144"/>
                </a:lnTo>
                <a:lnTo>
                  <a:pt x="2806" y="3144"/>
                </a:lnTo>
                <a:lnTo>
                  <a:pt x="2806" y="3145"/>
                </a:lnTo>
                <a:lnTo>
                  <a:pt x="2805" y="3145"/>
                </a:lnTo>
                <a:lnTo>
                  <a:pt x="2805" y="3146"/>
                </a:lnTo>
                <a:lnTo>
                  <a:pt x="2806" y="3146"/>
                </a:lnTo>
                <a:lnTo>
                  <a:pt x="2805" y="3146"/>
                </a:lnTo>
                <a:lnTo>
                  <a:pt x="2805" y="3145"/>
                </a:lnTo>
                <a:lnTo>
                  <a:pt x="2805" y="3146"/>
                </a:lnTo>
                <a:lnTo>
                  <a:pt x="2804" y="3146"/>
                </a:lnTo>
                <a:lnTo>
                  <a:pt x="2803" y="3146"/>
                </a:lnTo>
                <a:lnTo>
                  <a:pt x="2803" y="3145"/>
                </a:lnTo>
                <a:lnTo>
                  <a:pt x="2804" y="3145"/>
                </a:lnTo>
                <a:lnTo>
                  <a:pt x="2804" y="3144"/>
                </a:lnTo>
                <a:lnTo>
                  <a:pt x="2804" y="3145"/>
                </a:lnTo>
                <a:lnTo>
                  <a:pt x="2804" y="3144"/>
                </a:lnTo>
                <a:lnTo>
                  <a:pt x="2803" y="3144"/>
                </a:lnTo>
                <a:lnTo>
                  <a:pt x="2803" y="3143"/>
                </a:lnTo>
                <a:lnTo>
                  <a:pt x="2804" y="3143"/>
                </a:lnTo>
                <a:lnTo>
                  <a:pt x="2803" y="3143"/>
                </a:lnTo>
                <a:lnTo>
                  <a:pt x="2802" y="3143"/>
                </a:lnTo>
                <a:lnTo>
                  <a:pt x="2802" y="3142"/>
                </a:lnTo>
                <a:lnTo>
                  <a:pt x="2802" y="3143"/>
                </a:lnTo>
                <a:lnTo>
                  <a:pt x="2801" y="3143"/>
                </a:lnTo>
                <a:lnTo>
                  <a:pt x="2800" y="3143"/>
                </a:lnTo>
                <a:lnTo>
                  <a:pt x="2801" y="3143"/>
                </a:lnTo>
                <a:lnTo>
                  <a:pt x="2800" y="3143"/>
                </a:lnTo>
                <a:lnTo>
                  <a:pt x="2800" y="3144"/>
                </a:lnTo>
                <a:lnTo>
                  <a:pt x="2800" y="3143"/>
                </a:lnTo>
                <a:lnTo>
                  <a:pt x="2800" y="3144"/>
                </a:lnTo>
                <a:lnTo>
                  <a:pt x="2799" y="3144"/>
                </a:lnTo>
                <a:lnTo>
                  <a:pt x="2799" y="3145"/>
                </a:lnTo>
                <a:lnTo>
                  <a:pt x="2798" y="3145"/>
                </a:lnTo>
                <a:lnTo>
                  <a:pt x="2798" y="3146"/>
                </a:lnTo>
                <a:lnTo>
                  <a:pt x="2797" y="3146"/>
                </a:lnTo>
                <a:lnTo>
                  <a:pt x="2797" y="3147"/>
                </a:lnTo>
                <a:lnTo>
                  <a:pt x="2796" y="3147"/>
                </a:lnTo>
                <a:lnTo>
                  <a:pt x="2796" y="3148"/>
                </a:lnTo>
                <a:lnTo>
                  <a:pt x="2796" y="3149"/>
                </a:lnTo>
                <a:lnTo>
                  <a:pt x="2795" y="3149"/>
                </a:lnTo>
                <a:lnTo>
                  <a:pt x="2794" y="3149"/>
                </a:lnTo>
                <a:lnTo>
                  <a:pt x="2795" y="3149"/>
                </a:lnTo>
                <a:lnTo>
                  <a:pt x="2795" y="3150"/>
                </a:lnTo>
                <a:lnTo>
                  <a:pt x="2794" y="3150"/>
                </a:lnTo>
                <a:lnTo>
                  <a:pt x="2794" y="3151"/>
                </a:lnTo>
                <a:lnTo>
                  <a:pt x="2793" y="3151"/>
                </a:lnTo>
                <a:lnTo>
                  <a:pt x="2793" y="3152"/>
                </a:lnTo>
                <a:lnTo>
                  <a:pt x="2792" y="3152"/>
                </a:lnTo>
                <a:lnTo>
                  <a:pt x="2791" y="3152"/>
                </a:lnTo>
                <a:lnTo>
                  <a:pt x="2791" y="3153"/>
                </a:lnTo>
                <a:lnTo>
                  <a:pt x="2790" y="3153"/>
                </a:lnTo>
                <a:lnTo>
                  <a:pt x="2789" y="3153"/>
                </a:lnTo>
                <a:lnTo>
                  <a:pt x="2789" y="3154"/>
                </a:lnTo>
                <a:lnTo>
                  <a:pt x="2788" y="3154"/>
                </a:lnTo>
                <a:lnTo>
                  <a:pt x="2787" y="3154"/>
                </a:lnTo>
                <a:lnTo>
                  <a:pt x="2787" y="3155"/>
                </a:lnTo>
                <a:lnTo>
                  <a:pt x="2786" y="3155"/>
                </a:lnTo>
                <a:lnTo>
                  <a:pt x="2786" y="3156"/>
                </a:lnTo>
                <a:lnTo>
                  <a:pt x="2786" y="3157"/>
                </a:lnTo>
                <a:lnTo>
                  <a:pt x="2786" y="3158"/>
                </a:lnTo>
                <a:lnTo>
                  <a:pt x="2785" y="3158"/>
                </a:lnTo>
                <a:lnTo>
                  <a:pt x="2784" y="3158"/>
                </a:lnTo>
                <a:lnTo>
                  <a:pt x="2784" y="3159"/>
                </a:lnTo>
                <a:lnTo>
                  <a:pt x="2783" y="3159"/>
                </a:lnTo>
                <a:lnTo>
                  <a:pt x="2781" y="3159"/>
                </a:lnTo>
                <a:lnTo>
                  <a:pt x="2781" y="3158"/>
                </a:lnTo>
                <a:lnTo>
                  <a:pt x="2781" y="3157"/>
                </a:lnTo>
                <a:lnTo>
                  <a:pt x="2780" y="3157"/>
                </a:lnTo>
                <a:lnTo>
                  <a:pt x="2780" y="3156"/>
                </a:lnTo>
                <a:lnTo>
                  <a:pt x="2779" y="3156"/>
                </a:lnTo>
                <a:lnTo>
                  <a:pt x="2779" y="3155"/>
                </a:lnTo>
                <a:lnTo>
                  <a:pt x="2778" y="3155"/>
                </a:lnTo>
                <a:lnTo>
                  <a:pt x="2777" y="3155"/>
                </a:lnTo>
                <a:lnTo>
                  <a:pt x="2776" y="3155"/>
                </a:lnTo>
                <a:lnTo>
                  <a:pt x="2776" y="3154"/>
                </a:lnTo>
                <a:lnTo>
                  <a:pt x="2775" y="3154"/>
                </a:lnTo>
                <a:lnTo>
                  <a:pt x="2774" y="3154"/>
                </a:lnTo>
                <a:lnTo>
                  <a:pt x="2774" y="3153"/>
                </a:lnTo>
                <a:lnTo>
                  <a:pt x="2774" y="3152"/>
                </a:lnTo>
                <a:lnTo>
                  <a:pt x="2773" y="3152"/>
                </a:lnTo>
                <a:lnTo>
                  <a:pt x="2773" y="3151"/>
                </a:lnTo>
                <a:lnTo>
                  <a:pt x="2773" y="3150"/>
                </a:lnTo>
                <a:lnTo>
                  <a:pt x="2772" y="3150"/>
                </a:lnTo>
                <a:lnTo>
                  <a:pt x="2773" y="3150"/>
                </a:lnTo>
                <a:lnTo>
                  <a:pt x="2773" y="3149"/>
                </a:lnTo>
                <a:lnTo>
                  <a:pt x="2773" y="3148"/>
                </a:lnTo>
                <a:lnTo>
                  <a:pt x="2773" y="3147"/>
                </a:lnTo>
                <a:lnTo>
                  <a:pt x="2774" y="3147"/>
                </a:lnTo>
                <a:lnTo>
                  <a:pt x="2774" y="3146"/>
                </a:lnTo>
                <a:lnTo>
                  <a:pt x="2774" y="3145"/>
                </a:lnTo>
                <a:lnTo>
                  <a:pt x="2774" y="3144"/>
                </a:lnTo>
                <a:lnTo>
                  <a:pt x="2773" y="3144"/>
                </a:lnTo>
                <a:lnTo>
                  <a:pt x="2773" y="3143"/>
                </a:lnTo>
                <a:lnTo>
                  <a:pt x="2772" y="3143"/>
                </a:lnTo>
                <a:lnTo>
                  <a:pt x="2772" y="3144"/>
                </a:lnTo>
                <a:lnTo>
                  <a:pt x="2772" y="3143"/>
                </a:lnTo>
                <a:lnTo>
                  <a:pt x="2771" y="3143"/>
                </a:lnTo>
                <a:lnTo>
                  <a:pt x="2771" y="3144"/>
                </a:lnTo>
                <a:lnTo>
                  <a:pt x="2770" y="3144"/>
                </a:lnTo>
                <a:lnTo>
                  <a:pt x="2770" y="3145"/>
                </a:lnTo>
                <a:lnTo>
                  <a:pt x="2769" y="3145"/>
                </a:lnTo>
                <a:lnTo>
                  <a:pt x="2768" y="3145"/>
                </a:lnTo>
                <a:lnTo>
                  <a:pt x="2767" y="3145"/>
                </a:lnTo>
                <a:lnTo>
                  <a:pt x="2767" y="3146"/>
                </a:lnTo>
                <a:lnTo>
                  <a:pt x="2767" y="3145"/>
                </a:lnTo>
                <a:lnTo>
                  <a:pt x="2767" y="3146"/>
                </a:lnTo>
                <a:lnTo>
                  <a:pt x="2766" y="3146"/>
                </a:lnTo>
                <a:lnTo>
                  <a:pt x="2766" y="3145"/>
                </a:lnTo>
                <a:lnTo>
                  <a:pt x="2766" y="3146"/>
                </a:lnTo>
                <a:lnTo>
                  <a:pt x="2765" y="3146"/>
                </a:lnTo>
                <a:lnTo>
                  <a:pt x="2764" y="3146"/>
                </a:lnTo>
                <a:lnTo>
                  <a:pt x="2763" y="3146"/>
                </a:lnTo>
                <a:lnTo>
                  <a:pt x="2763" y="3147"/>
                </a:lnTo>
                <a:lnTo>
                  <a:pt x="2762" y="3147"/>
                </a:lnTo>
                <a:lnTo>
                  <a:pt x="2761" y="3147"/>
                </a:lnTo>
                <a:lnTo>
                  <a:pt x="2762" y="3147"/>
                </a:lnTo>
                <a:lnTo>
                  <a:pt x="2761" y="3147"/>
                </a:lnTo>
                <a:lnTo>
                  <a:pt x="2760" y="3147"/>
                </a:lnTo>
                <a:lnTo>
                  <a:pt x="2759" y="3147"/>
                </a:lnTo>
                <a:lnTo>
                  <a:pt x="2759" y="3148"/>
                </a:lnTo>
                <a:lnTo>
                  <a:pt x="2759" y="3149"/>
                </a:lnTo>
                <a:lnTo>
                  <a:pt x="2758" y="3149"/>
                </a:lnTo>
                <a:lnTo>
                  <a:pt x="2758" y="3150"/>
                </a:lnTo>
                <a:lnTo>
                  <a:pt x="2758" y="3151"/>
                </a:lnTo>
                <a:lnTo>
                  <a:pt x="2757" y="3151"/>
                </a:lnTo>
                <a:lnTo>
                  <a:pt x="2757" y="3152"/>
                </a:lnTo>
                <a:lnTo>
                  <a:pt x="2756" y="3152"/>
                </a:lnTo>
                <a:lnTo>
                  <a:pt x="2755" y="3152"/>
                </a:lnTo>
                <a:lnTo>
                  <a:pt x="2755" y="3153"/>
                </a:lnTo>
                <a:lnTo>
                  <a:pt x="2755" y="3154"/>
                </a:lnTo>
                <a:lnTo>
                  <a:pt x="2754" y="3154"/>
                </a:lnTo>
                <a:lnTo>
                  <a:pt x="2754" y="3155"/>
                </a:lnTo>
                <a:lnTo>
                  <a:pt x="2753" y="3155"/>
                </a:lnTo>
                <a:lnTo>
                  <a:pt x="2753" y="3156"/>
                </a:lnTo>
                <a:lnTo>
                  <a:pt x="2753" y="3157"/>
                </a:lnTo>
                <a:lnTo>
                  <a:pt x="2753" y="3158"/>
                </a:lnTo>
                <a:lnTo>
                  <a:pt x="2752" y="3158"/>
                </a:lnTo>
                <a:lnTo>
                  <a:pt x="2752" y="3159"/>
                </a:lnTo>
                <a:lnTo>
                  <a:pt x="2752" y="3160"/>
                </a:lnTo>
                <a:lnTo>
                  <a:pt x="2753" y="3160"/>
                </a:lnTo>
                <a:lnTo>
                  <a:pt x="2753" y="3161"/>
                </a:lnTo>
                <a:lnTo>
                  <a:pt x="2753" y="3162"/>
                </a:lnTo>
                <a:lnTo>
                  <a:pt x="2752" y="3162"/>
                </a:lnTo>
                <a:lnTo>
                  <a:pt x="2752" y="3163"/>
                </a:lnTo>
                <a:lnTo>
                  <a:pt x="2752" y="3164"/>
                </a:lnTo>
                <a:lnTo>
                  <a:pt x="2752" y="3165"/>
                </a:lnTo>
                <a:lnTo>
                  <a:pt x="2752" y="3166"/>
                </a:lnTo>
                <a:lnTo>
                  <a:pt x="2752" y="3167"/>
                </a:lnTo>
                <a:lnTo>
                  <a:pt x="2752" y="3168"/>
                </a:lnTo>
                <a:lnTo>
                  <a:pt x="2751" y="3168"/>
                </a:lnTo>
                <a:lnTo>
                  <a:pt x="2751" y="3169"/>
                </a:lnTo>
                <a:lnTo>
                  <a:pt x="2751" y="3170"/>
                </a:lnTo>
                <a:lnTo>
                  <a:pt x="2751" y="3171"/>
                </a:lnTo>
                <a:lnTo>
                  <a:pt x="2750" y="3171"/>
                </a:lnTo>
                <a:lnTo>
                  <a:pt x="2751" y="3171"/>
                </a:lnTo>
                <a:lnTo>
                  <a:pt x="2751" y="3172"/>
                </a:lnTo>
                <a:lnTo>
                  <a:pt x="2750" y="3172"/>
                </a:lnTo>
                <a:lnTo>
                  <a:pt x="2751" y="3172"/>
                </a:lnTo>
                <a:lnTo>
                  <a:pt x="2751" y="3173"/>
                </a:lnTo>
                <a:lnTo>
                  <a:pt x="2750" y="3173"/>
                </a:lnTo>
                <a:lnTo>
                  <a:pt x="2751" y="3173"/>
                </a:lnTo>
                <a:lnTo>
                  <a:pt x="2751" y="3174"/>
                </a:lnTo>
                <a:lnTo>
                  <a:pt x="2750" y="3174"/>
                </a:lnTo>
                <a:lnTo>
                  <a:pt x="2750" y="3175"/>
                </a:lnTo>
                <a:lnTo>
                  <a:pt x="2750" y="3176"/>
                </a:lnTo>
                <a:lnTo>
                  <a:pt x="2751" y="3176"/>
                </a:lnTo>
                <a:lnTo>
                  <a:pt x="2750" y="3176"/>
                </a:lnTo>
                <a:lnTo>
                  <a:pt x="2750" y="3177"/>
                </a:lnTo>
                <a:lnTo>
                  <a:pt x="2749" y="3177"/>
                </a:lnTo>
                <a:lnTo>
                  <a:pt x="2748" y="3177"/>
                </a:lnTo>
                <a:lnTo>
                  <a:pt x="2748" y="3178"/>
                </a:lnTo>
                <a:lnTo>
                  <a:pt x="2747" y="3178"/>
                </a:lnTo>
                <a:lnTo>
                  <a:pt x="2747" y="3177"/>
                </a:lnTo>
                <a:lnTo>
                  <a:pt x="2747" y="3178"/>
                </a:lnTo>
                <a:lnTo>
                  <a:pt x="2746" y="3178"/>
                </a:lnTo>
                <a:lnTo>
                  <a:pt x="2745" y="3178"/>
                </a:lnTo>
                <a:lnTo>
                  <a:pt x="2745" y="3177"/>
                </a:lnTo>
                <a:lnTo>
                  <a:pt x="2745" y="3176"/>
                </a:lnTo>
                <a:lnTo>
                  <a:pt x="2743" y="3176"/>
                </a:lnTo>
                <a:lnTo>
                  <a:pt x="2743" y="3175"/>
                </a:lnTo>
                <a:lnTo>
                  <a:pt x="2743" y="3174"/>
                </a:lnTo>
                <a:lnTo>
                  <a:pt x="2743" y="3175"/>
                </a:lnTo>
                <a:lnTo>
                  <a:pt x="2742" y="3175"/>
                </a:lnTo>
                <a:lnTo>
                  <a:pt x="2742" y="3174"/>
                </a:lnTo>
                <a:lnTo>
                  <a:pt x="2741" y="3174"/>
                </a:lnTo>
                <a:lnTo>
                  <a:pt x="2741" y="3173"/>
                </a:lnTo>
                <a:lnTo>
                  <a:pt x="2740" y="3172"/>
                </a:lnTo>
                <a:lnTo>
                  <a:pt x="2740" y="3171"/>
                </a:lnTo>
                <a:lnTo>
                  <a:pt x="2739" y="3171"/>
                </a:lnTo>
                <a:lnTo>
                  <a:pt x="2739" y="3172"/>
                </a:lnTo>
                <a:lnTo>
                  <a:pt x="2738" y="3172"/>
                </a:lnTo>
                <a:lnTo>
                  <a:pt x="2738" y="3171"/>
                </a:lnTo>
                <a:lnTo>
                  <a:pt x="2737" y="3170"/>
                </a:lnTo>
                <a:lnTo>
                  <a:pt x="2737" y="3169"/>
                </a:lnTo>
                <a:lnTo>
                  <a:pt x="2736" y="3169"/>
                </a:lnTo>
                <a:lnTo>
                  <a:pt x="2735" y="3168"/>
                </a:lnTo>
                <a:lnTo>
                  <a:pt x="2735" y="3167"/>
                </a:lnTo>
                <a:lnTo>
                  <a:pt x="2734" y="3167"/>
                </a:lnTo>
                <a:lnTo>
                  <a:pt x="2733" y="3166"/>
                </a:lnTo>
                <a:lnTo>
                  <a:pt x="2733" y="3165"/>
                </a:lnTo>
                <a:lnTo>
                  <a:pt x="2733" y="3164"/>
                </a:lnTo>
                <a:lnTo>
                  <a:pt x="2732" y="3164"/>
                </a:lnTo>
                <a:lnTo>
                  <a:pt x="2732" y="3163"/>
                </a:lnTo>
                <a:lnTo>
                  <a:pt x="2731" y="3163"/>
                </a:lnTo>
                <a:lnTo>
                  <a:pt x="2731" y="3162"/>
                </a:lnTo>
                <a:lnTo>
                  <a:pt x="2730" y="3162"/>
                </a:lnTo>
                <a:lnTo>
                  <a:pt x="2730" y="3161"/>
                </a:lnTo>
                <a:lnTo>
                  <a:pt x="2730" y="3160"/>
                </a:lnTo>
                <a:lnTo>
                  <a:pt x="2729" y="3160"/>
                </a:lnTo>
                <a:lnTo>
                  <a:pt x="2729" y="3159"/>
                </a:lnTo>
                <a:lnTo>
                  <a:pt x="2728" y="3159"/>
                </a:lnTo>
                <a:lnTo>
                  <a:pt x="2727" y="3159"/>
                </a:lnTo>
                <a:lnTo>
                  <a:pt x="2727" y="3158"/>
                </a:lnTo>
                <a:lnTo>
                  <a:pt x="2726" y="3158"/>
                </a:lnTo>
                <a:lnTo>
                  <a:pt x="2726" y="3157"/>
                </a:lnTo>
                <a:lnTo>
                  <a:pt x="2726" y="3156"/>
                </a:lnTo>
                <a:lnTo>
                  <a:pt x="2725" y="3156"/>
                </a:lnTo>
                <a:lnTo>
                  <a:pt x="2725" y="3155"/>
                </a:lnTo>
                <a:lnTo>
                  <a:pt x="2724" y="3155"/>
                </a:lnTo>
                <a:lnTo>
                  <a:pt x="2724" y="3154"/>
                </a:lnTo>
                <a:lnTo>
                  <a:pt x="2723" y="3154"/>
                </a:lnTo>
                <a:lnTo>
                  <a:pt x="2723" y="3153"/>
                </a:lnTo>
                <a:lnTo>
                  <a:pt x="2722" y="3153"/>
                </a:lnTo>
                <a:lnTo>
                  <a:pt x="2721" y="3153"/>
                </a:lnTo>
                <a:lnTo>
                  <a:pt x="2721" y="3152"/>
                </a:lnTo>
                <a:lnTo>
                  <a:pt x="2721" y="3151"/>
                </a:lnTo>
                <a:lnTo>
                  <a:pt x="2720" y="3151"/>
                </a:lnTo>
                <a:lnTo>
                  <a:pt x="2719" y="3151"/>
                </a:lnTo>
                <a:lnTo>
                  <a:pt x="2719" y="3150"/>
                </a:lnTo>
                <a:lnTo>
                  <a:pt x="2719" y="3149"/>
                </a:lnTo>
                <a:lnTo>
                  <a:pt x="2718" y="3149"/>
                </a:lnTo>
                <a:lnTo>
                  <a:pt x="2718" y="3148"/>
                </a:lnTo>
                <a:lnTo>
                  <a:pt x="2717" y="3148"/>
                </a:lnTo>
                <a:lnTo>
                  <a:pt x="2717" y="3149"/>
                </a:lnTo>
                <a:lnTo>
                  <a:pt x="2717" y="3148"/>
                </a:lnTo>
                <a:lnTo>
                  <a:pt x="2717" y="3149"/>
                </a:lnTo>
                <a:lnTo>
                  <a:pt x="2716" y="3149"/>
                </a:lnTo>
                <a:lnTo>
                  <a:pt x="2715" y="3149"/>
                </a:lnTo>
                <a:lnTo>
                  <a:pt x="2715" y="3150"/>
                </a:lnTo>
                <a:lnTo>
                  <a:pt x="2715" y="3151"/>
                </a:lnTo>
                <a:lnTo>
                  <a:pt x="2714" y="3151"/>
                </a:lnTo>
                <a:lnTo>
                  <a:pt x="2714" y="3152"/>
                </a:lnTo>
                <a:lnTo>
                  <a:pt x="2714" y="3153"/>
                </a:lnTo>
                <a:lnTo>
                  <a:pt x="2713" y="3153"/>
                </a:lnTo>
                <a:lnTo>
                  <a:pt x="2713" y="3154"/>
                </a:lnTo>
                <a:lnTo>
                  <a:pt x="2713" y="3155"/>
                </a:lnTo>
                <a:lnTo>
                  <a:pt x="2712" y="3155"/>
                </a:lnTo>
                <a:lnTo>
                  <a:pt x="2712" y="3156"/>
                </a:lnTo>
                <a:lnTo>
                  <a:pt x="2711" y="3156"/>
                </a:lnTo>
                <a:lnTo>
                  <a:pt x="2711" y="3157"/>
                </a:lnTo>
                <a:lnTo>
                  <a:pt x="2710" y="3157"/>
                </a:lnTo>
                <a:lnTo>
                  <a:pt x="2710" y="3158"/>
                </a:lnTo>
                <a:lnTo>
                  <a:pt x="2710" y="3159"/>
                </a:lnTo>
                <a:lnTo>
                  <a:pt x="2710" y="3160"/>
                </a:lnTo>
                <a:lnTo>
                  <a:pt x="2711" y="3160"/>
                </a:lnTo>
                <a:lnTo>
                  <a:pt x="2711" y="3161"/>
                </a:lnTo>
                <a:lnTo>
                  <a:pt x="2712" y="3161"/>
                </a:lnTo>
                <a:lnTo>
                  <a:pt x="2712" y="3162"/>
                </a:lnTo>
                <a:lnTo>
                  <a:pt x="2711" y="3162"/>
                </a:lnTo>
                <a:lnTo>
                  <a:pt x="2711" y="3163"/>
                </a:lnTo>
                <a:lnTo>
                  <a:pt x="2711" y="3164"/>
                </a:lnTo>
                <a:lnTo>
                  <a:pt x="2710" y="3164"/>
                </a:lnTo>
                <a:lnTo>
                  <a:pt x="2709" y="3164"/>
                </a:lnTo>
                <a:lnTo>
                  <a:pt x="2709" y="3165"/>
                </a:lnTo>
                <a:lnTo>
                  <a:pt x="2709" y="3166"/>
                </a:lnTo>
                <a:lnTo>
                  <a:pt x="2708" y="3166"/>
                </a:lnTo>
                <a:lnTo>
                  <a:pt x="2708" y="3167"/>
                </a:lnTo>
                <a:lnTo>
                  <a:pt x="2709" y="3167"/>
                </a:lnTo>
                <a:lnTo>
                  <a:pt x="2708" y="3167"/>
                </a:lnTo>
                <a:lnTo>
                  <a:pt x="2708" y="3168"/>
                </a:lnTo>
                <a:lnTo>
                  <a:pt x="2707" y="3168"/>
                </a:lnTo>
                <a:lnTo>
                  <a:pt x="2707" y="3169"/>
                </a:lnTo>
                <a:lnTo>
                  <a:pt x="2706" y="3169"/>
                </a:lnTo>
                <a:lnTo>
                  <a:pt x="2706" y="3168"/>
                </a:lnTo>
                <a:lnTo>
                  <a:pt x="2706" y="3169"/>
                </a:lnTo>
                <a:lnTo>
                  <a:pt x="2706" y="3168"/>
                </a:lnTo>
                <a:lnTo>
                  <a:pt x="2705" y="3168"/>
                </a:lnTo>
                <a:lnTo>
                  <a:pt x="2705" y="3167"/>
                </a:lnTo>
                <a:lnTo>
                  <a:pt x="2704" y="3167"/>
                </a:lnTo>
                <a:lnTo>
                  <a:pt x="2704" y="3166"/>
                </a:lnTo>
                <a:lnTo>
                  <a:pt x="2703" y="3166"/>
                </a:lnTo>
                <a:lnTo>
                  <a:pt x="2703" y="3165"/>
                </a:lnTo>
                <a:lnTo>
                  <a:pt x="2702" y="3165"/>
                </a:lnTo>
                <a:lnTo>
                  <a:pt x="2702" y="3164"/>
                </a:lnTo>
                <a:lnTo>
                  <a:pt x="2701" y="3164"/>
                </a:lnTo>
                <a:lnTo>
                  <a:pt x="2701" y="3163"/>
                </a:lnTo>
                <a:lnTo>
                  <a:pt x="2700" y="3162"/>
                </a:lnTo>
                <a:lnTo>
                  <a:pt x="2701" y="3162"/>
                </a:lnTo>
                <a:lnTo>
                  <a:pt x="2700" y="3162"/>
                </a:lnTo>
                <a:lnTo>
                  <a:pt x="2700" y="3161"/>
                </a:lnTo>
                <a:lnTo>
                  <a:pt x="2701" y="3161"/>
                </a:lnTo>
                <a:lnTo>
                  <a:pt x="2701" y="3160"/>
                </a:lnTo>
                <a:lnTo>
                  <a:pt x="2700" y="3160"/>
                </a:lnTo>
                <a:lnTo>
                  <a:pt x="2700" y="3159"/>
                </a:lnTo>
                <a:lnTo>
                  <a:pt x="2699" y="3159"/>
                </a:lnTo>
                <a:lnTo>
                  <a:pt x="2699" y="3158"/>
                </a:lnTo>
                <a:lnTo>
                  <a:pt x="2698" y="3158"/>
                </a:lnTo>
                <a:lnTo>
                  <a:pt x="2698" y="3157"/>
                </a:lnTo>
                <a:lnTo>
                  <a:pt x="2698" y="3156"/>
                </a:lnTo>
                <a:lnTo>
                  <a:pt x="2698" y="3155"/>
                </a:lnTo>
                <a:lnTo>
                  <a:pt x="2698" y="3154"/>
                </a:lnTo>
                <a:lnTo>
                  <a:pt x="2699" y="3154"/>
                </a:lnTo>
                <a:lnTo>
                  <a:pt x="2699" y="3153"/>
                </a:lnTo>
                <a:lnTo>
                  <a:pt x="2699" y="3152"/>
                </a:lnTo>
                <a:lnTo>
                  <a:pt x="2698" y="3152"/>
                </a:lnTo>
                <a:lnTo>
                  <a:pt x="2697" y="3152"/>
                </a:lnTo>
                <a:lnTo>
                  <a:pt x="2697" y="3151"/>
                </a:lnTo>
                <a:lnTo>
                  <a:pt x="2697" y="3150"/>
                </a:lnTo>
                <a:lnTo>
                  <a:pt x="2696" y="3150"/>
                </a:lnTo>
                <a:lnTo>
                  <a:pt x="2695" y="3150"/>
                </a:lnTo>
                <a:lnTo>
                  <a:pt x="2694" y="3150"/>
                </a:lnTo>
                <a:lnTo>
                  <a:pt x="2694" y="3149"/>
                </a:lnTo>
                <a:lnTo>
                  <a:pt x="2693" y="3149"/>
                </a:lnTo>
                <a:lnTo>
                  <a:pt x="2693" y="3148"/>
                </a:lnTo>
                <a:lnTo>
                  <a:pt x="2692" y="3148"/>
                </a:lnTo>
                <a:lnTo>
                  <a:pt x="2691" y="3148"/>
                </a:lnTo>
                <a:lnTo>
                  <a:pt x="2691" y="3147"/>
                </a:lnTo>
                <a:lnTo>
                  <a:pt x="2690" y="3147"/>
                </a:lnTo>
                <a:lnTo>
                  <a:pt x="2689" y="3147"/>
                </a:lnTo>
                <a:lnTo>
                  <a:pt x="2688" y="3147"/>
                </a:lnTo>
                <a:lnTo>
                  <a:pt x="2688" y="3148"/>
                </a:lnTo>
                <a:lnTo>
                  <a:pt x="2688" y="3149"/>
                </a:lnTo>
                <a:lnTo>
                  <a:pt x="2688" y="3150"/>
                </a:lnTo>
                <a:lnTo>
                  <a:pt x="2688" y="3151"/>
                </a:lnTo>
                <a:lnTo>
                  <a:pt x="2687" y="3151"/>
                </a:lnTo>
                <a:lnTo>
                  <a:pt x="2688" y="3151"/>
                </a:lnTo>
                <a:lnTo>
                  <a:pt x="2687" y="3151"/>
                </a:lnTo>
                <a:lnTo>
                  <a:pt x="2687" y="3152"/>
                </a:lnTo>
                <a:lnTo>
                  <a:pt x="2686" y="3152"/>
                </a:lnTo>
                <a:lnTo>
                  <a:pt x="2686" y="3153"/>
                </a:lnTo>
                <a:lnTo>
                  <a:pt x="2686" y="3154"/>
                </a:lnTo>
                <a:lnTo>
                  <a:pt x="2685" y="3154"/>
                </a:lnTo>
                <a:lnTo>
                  <a:pt x="2685" y="3155"/>
                </a:lnTo>
                <a:lnTo>
                  <a:pt x="2685" y="3156"/>
                </a:lnTo>
                <a:lnTo>
                  <a:pt x="2685" y="3157"/>
                </a:lnTo>
                <a:lnTo>
                  <a:pt x="2685" y="3158"/>
                </a:lnTo>
                <a:lnTo>
                  <a:pt x="2685" y="3159"/>
                </a:lnTo>
                <a:lnTo>
                  <a:pt x="2685" y="3160"/>
                </a:lnTo>
                <a:lnTo>
                  <a:pt x="2684" y="3160"/>
                </a:lnTo>
                <a:lnTo>
                  <a:pt x="2684" y="3161"/>
                </a:lnTo>
                <a:lnTo>
                  <a:pt x="2683" y="3161"/>
                </a:lnTo>
                <a:lnTo>
                  <a:pt x="2682" y="3161"/>
                </a:lnTo>
                <a:lnTo>
                  <a:pt x="2681" y="3162"/>
                </a:lnTo>
                <a:lnTo>
                  <a:pt x="2680" y="3162"/>
                </a:lnTo>
                <a:lnTo>
                  <a:pt x="2680" y="3163"/>
                </a:lnTo>
                <a:lnTo>
                  <a:pt x="2680" y="3164"/>
                </a:lnTo>
                <a:lnTo>
                  <a:pt x="2680" y="3163"/>
                </a:lnTo>
                <a:lnTo>
                  <a:pt x="2679" y="3164"/>
                </a:lnTo>
                <a:lnTo>
                  <a:pt x="2679" y="3163"/>
                </a:lnTo>
                <a:lnTo>
                  <a:pt x="2679" y="3164"/>
                </a:lnTo>
                <a:lnTo>
                  <a:pt x="2678" y="3164"/>
                </a:lnTo>
                <a:lnTo>
                  <a:pt x="2678" y="3163"/>
                </a:lnTo>
                <a:lnTo>
                  <a:pt x="2678" y="3164"/>
                </a:lnTo>
                <a:lnTo>
                  <a:pt x="2678" y="3163"/>
                </a:lnTo>
                <a:lnTo>
                  <a:pt x="2677" y="3163"/>
                </a:lnTo>
                <a:lnTo>
                  <a:pt x="2677" y="3164"/>
                </a:lnTo>
                <a:lnTo>
                  <a:pt x="2676" y="3164"/>
                </a:lnTo>
                <a:lnTo>
                  <a:pt x="2676" y="3165"/>
                </a:lnTo>
                <a:lnTo>
                  <a:pt x="2675" y="3165"/>
                </a:lnTo>
                <a:lnTo>
                  <a:pt x="2675" y="3166"/>
                </a:lnTo>
                <a:lnTo>
                  <a:pt x="2675" y="3167"/>
                </a:lnTo>
                <a:lnTo>
                  <a:pt x="2674" y="3167"/>
                </a:lnTo>
                <a:lnTo>
                  <a:pt x="2674" y="3168"/>
                </a:lnTo>
                <a:lnTo>
                  <a:pt x="2674" y="3169"/>
                </a:lnTo>
                <a:lnTo>
                  <a:pt x="2674" y="3170"/>
                </a:lnTo>
                <a:lnTo>
                  <a:pt x="2674" y="3171"/>
                </a:lnTo>
                <a:lnTo>
                  <a:pt x="2675" y="3171"/>
                </a:lnTo>
                <a:lnTo>
                  <a:pt x="2675" y="3172"/>
                </a:lnTo>
                <a:lnTo>
                  <a:pt x="2676" y="3172"/>
                </a:lnTo>
                <a:lnTo>
                  <a:pt x="2676" y="3173"/>
                </a:lnTo>
                <a:lnTo>
                  <a:pt x="2675" y="3173"/>
                </a:lnTo>
                <a:lnTo>
                  <a:pt x="2675" y="3174"/>
                </a:lnTo>
                <a:lnTo>
                  <a:pt x="2674" y="3174"/>
                </a:lnTo>
                <a:lnTo>
                  <a:pt x="2673" y="3174"/>
                </a:lnTo>
                <a:lnTo>
                  <a:pt x="2672" y="3174"/>
                </a:lnTo>
                <a:lnTo>
                  <a:pt x="2672" y="3175"/>
                </a:lnTo>
                <a:lnTo>
                  <a:pt x="2671" y="3175"/>
                </a:lnTo>
                <a:lnTo>
                  <a:pt x="2671" y="3176"/>
                </a:lnTo>
                <a:lnTo>
                  <a:pt x="2670" y="3176"/>
                </a:lnTo>
                <a:lnTo>
                  <a:pt x="2670" y="3177"/>
                </a:lnTo>
                <a:lnTo>
                  <a:pt x="2669" y="3177"/>
                </a:lnTo>
                <a:lnTo>
                  <a:pt x="2668" y="3177"/>
                </a:lnTo>
                <a:lnTo>
                  <a:pt x="2667" y="3177"/>
                </a:lnTo>
                <a:lnTo>
                  <a:pt x="2667" y="3178"/>
                </a:lnTo>
                <a:lnTo>
                  <a:pt x="2666" y="3178"/>
                </a:lnTo>
                <a:lnTo>
                  <a:pt x="2667" y="3178"/>
                </a:lnTo>
                <a:lnTo>
                  <a:pt x="2666" y="3178"/>
                </a:lnTo>
                <a:lnTo>
                  <a:pt x="2667" y="3178"/>
                </a:lnTo>
                <a:lnTo>
                  <a:pt x="2666" y="3178"/>
                </a:lnTo>
                <a:lnTo>
                  <a:pt x="2666" y="3179"/>
                </a:lnTo>
                <a:lnTo>
                  <a:pt x="2666" y="3180"/>
                </a:lnTo>
                <a:lnTo>
                  <a:pt x="2666" y="3181"/>
                </a:lnTo>
                <a:lnTo>
                  <a:pt x="2666" y="3182"/>
                </a:lnTo>
                <a:lnTo>
                  <a:pt x="2667" y="3182"/>
                </a:lnTo>
                <a:lnTo>
                  <a:pt x="2666" y="3182"/>
                </a:lnTo>
                <a:lnTo>
                  <a:pt x="2667" y="3182"/>
                </a:lnTo>
                <a:lnTo>
                  <a:pt x="2667" y="3183"/>
                </a:lnTo>
                <a:lnTo>
                  <a:pt x="2666" y="3183"/>
                </a:lnTo>
                <a:lnTo>
                  <a:pt x="2667" y="3183"/>
                </a:lnTo>
                <a:lnTo>
                  <a:pt x="2666" y="3183"/>
                </a:lnTo>
                <a:lnTo>
                  <a:pt x="2667" y="3183"/>
                </a:lnTo>
                <a:lnTo>
                  <a:pt x="2667" y="3184"/>
                </a:lnTo>
                <a:lnTo>
                  <a:pt x="2666" y="3184"/>
                </a:lnTo>
                <a:lnTo>
                  <a:pt x="2665" y="3184"/>
                </a:lnTo>
                <a:lnTo>
                  <a:pt x="2665" y="3183"/>
                </a:lnTo>
                <a:lnTo>
                  <a:pt x="2664" y="3183"/>
                </a:lnTo>
                <a:lnTo>
                  <a:pt x="2664" y="3184"/>
                </a:lnTo>
                <a:lnTo>
                  <a:pt x="2663" y="3184"/>
                </a:lnTo>
                <a:lnTo>
                  <a:pt x="2662" y="3184"/>
                </a:lnTo>
                <a:lnTo>
                  <a:pt x="2661" y="3184"/>
                </a:lnTo>
                <a:lnTo>
                  <a:pt x="2661" y="3183"/>
                </a:lnTo>
                <a:lnTo>
                  <a:pt x="2660" y="3183"/>
                </a:lnTo>
                <a:lnTo>
                  <a:pt x="2659" y="3183"/>
                </a:lnTo>
                <a:lnTo>
                  <a:pt x="2659" y="3182"/>
                </a:lnTo>
                <a:lnTo>
                  <a:pt x="2659" y="3183"/>
                </a:lnTo>
                <a:lnTo>
                  <a:pt x="2659" y="3182"/>
                </a:lnTo>
                <a:lnTo>
                  <a:pt x="2658" y="3182"/>
                </a:lnTo>
                <a:lnTo>
                  <a:pt x="2659" y="3182"/>
                </a:lnTo>
                <a:lnTo>
                  <a:pt x="2659" y="3181"/>
                </a:lnTo>
                <a:lnTo>
                  <a:pt x="2658" y="3181"/>
                </a:lnTo>
                <a:lnTo>
                  <a:pt x="2658" y="3180"/>
                </a:lnTo>
                <a:lnTo>
                  <a:pt x="2658" y="3181"/>
                </a:lnTo>
                <a:lnTo>
                  <a:pt x="2657" y="3181"/>
                </a:lnTo>
                <a:lnTo>
                  <a:pt x="2656" y="3181"/>
                </a:lnTo>
                <a:lnTo>
                  <a:pt x="2656" y="3180"/>
                </a:lnTo>
                <a:lnTo>
                  <a:pt x="2655" y="3180"/>
                </a:lnTo>
                <a:lnTo>
                  <a:pt x="2654" y="3180"/>
                </a:lnTo>
                <a:lnTo>
                  <a:pt x="2653" y="3180"/>
                </a:lnTo>
                <a:lnTo>
                  <a:pt x="2653" y="3179"/>
                </a:lnTo>
                <a:lnTo>
                  <a:pt x="2652" y="3179"/>
                </a:lnTo>
                <a:lnTo>
                  <a:pt x="2652" y="3178"/>
                </a:lnTo>
                <a:lnTo>
                  <a:pt x="2651" y="3178"/>
                </a:lnTo>
                <a:lnTo>
                  <a:pt x="2651" y="3177"/>
                </a:lnTo>
                <a:lnTo>
                  <a:pt x="2651" y="3176"/>
                </a:lnTo>
                <a:lnTo>
                  <a:pt x="2650" y="3176"/>
                </a:lnTo>
                <a:lnTo>
                  <a:pt x="2650" y="3175"/>
                </a:lnTo>
                <a:lnTo>
                  <a:pt x="2649" y="3175"/>
                </a:lnTo>
                <a:lnTo>
                  <a:pt x="2650" y="3175"/>
                </a:lnTo>
                <a:lnTo>
                  <a:pt x="2650" y="3174"/>
                </a:lnTo>
                <a:lnTo>
                  <a:pt x="2650" y="3173"/>
                </a:lnTo>
                <a:lnTo>
                  <a:pt x="2650" y="3174"/>
                </a:lnTo>
                <a:lnTo>
                  <a:pt x="2650" y="3173"/>
                </a:lnTo>
                <a:lnTo>
                  <a:pt x="2649" y="3173"/>
                </a:lnTo>
                <a:lnTo>
                  <a:pt x="2648" y="3173"/>
                </a:lnTo>
                <a:lnTo>
                  <a:pt x="2648" y="3172"/>
                </a:lnTo>
                <a:lnTo>
                  <a:pt x="2649" y="3172"/>
                </a:lnTo>
                <a:lnTo>
                  <a:pt x="2649" y="3171"/>
                </a:lnTo>
                <a:lnTo>
                  <a:pt x="2648" y="3171"/>
                </a:lnTo>
                <a:lnTo>
                  <a:pt x="2648" y="3170"/>
                </a:lnTo>
                <a:lnTo>
                  <a:pt x="2648" y="3169"/>
                </a:lnTo>
                <a:lnTo>
                  <a:pt x="2647" y="3169"/>
                </a:lnTo>
                <a:lnTo>
                  <a:pt x="2647" y="3168"/>
                </a:lnTo>
                <a:lnTo>
                  <a:pt x="2647" y="3167"/>
                </a:lnTo>
                <a:lnTo>
                  <a:pt x="2647" y="3168"/>
                </a:lnTo>
                <a:lnTo>
                  <a:pt x="2647" y="3167"/>
                </a:lnTo>
                <a:lnTo>
                  <a:pt x="2646" y="3167"/>
                </a:lnTo>
                <a:lnTo>
                  <a:pt x="2645" y="3167"/>
                </a:lnTo>
                <a:lnTo>
                  <a:pt x="2645" y="3166"/>
                </a:lnTo>
                <a:lnTo>
                  <a:pt x="2644" y="3166"/>
                </a:lnTo>
                <a:lnTo>
                  <a:pt x="2643" y="3166"/>
                </a:lnTo>
                <a:lnTo>
                  <a:pt x="2642" y="3166"/>
                </a:lnTo>
                <a:lnTo>
                  <a:pt x="2641" y="3166"/>
                </a:lnTo>
                <a:lnTo>
                  <a:pt x="2640" y="3166"/>
                </a:lnTo>
                <a:lnTo>
                  <a:pt x="2640" y="3165"/>
                </a:lnTo>
                <a:lnTo>
                  <a:pt x="2640" y="3164"/>
                </a:lnTo>
                <a:lnTo>
                  <a:pt x="2639" y="3164"/>
                </a:lnTo>
                <a:lnTo>
                  <a:pt x="2639" y="3163"/>
                </a:lnTo>
                <a:lnTo>
                  <a:pt x="2638" y="3163"/>
                </a:lnTo>
                <a:lnTo>
                  <a:pt x="2637" y="3163"/>
                </a:lnTo>
                <a:lnTo>
                  <a:pt x="2637" y="3162"/>
                </a:lnTo>
                <a:lnTo>
                  <a:pt x="2637" y="3161"/>
                </a:lnTo>
                <a:lnTo>
                  <a:pt x="2636" y="3161"/>
                </a:lnTo>
                <a:lnTo>
                  <a:pt x="2636" y="3162"/>
                </a:lnTo>
                <a:lnTo>
                  <a:pt x="2635" y="3162"/>
                </a:lnTo>
                <a:lnTo>
                  <a:pt x="2635" y="3161"/>
                </a:lnTo>
                <a:lnTo>
                  <a:pt x="2635" y="3160"/>
                </a:lnTo>
                <a:lnTo>
                  <a:pt x="2634" y="3160"/>
                </a:lnTo>
                <a:lnTo>
                  <a:pt x="2633" y="3160"/>
                </a:lnTo>
                <a:lnTo>
                  <a:pt x="2633" y="3159"/>
                </a:lnTo>
                <a:lnTo>
                  <a:pt x="2633" y="3158"/>
                </a:lnTo>
                <a:lnTo>
                  <a:pt x="2632" y="3158"/>
                </a:lnTo>
                <a:lnTo>
                  <a:pt x="2631" y="3158"/>
                </a:lnTo>
                <a:lnTo>
                  <a:pt x="2630" y="3158"/>
                </a:lnTo>
                <a:lnTo>
                  <a:pt x="2630" y="3159"/>
                </a:lnTo>
                <a:lnTo>
                  <a:pt x="2629" y="3159"/>
                </a:lnTo>
                <a:lnTo>
                  <a:pt x="2628" y="3159"/>
                </a:lnTo>
                <a:lnTo>
                  <a:pt x="2628" y="3158"/>
                </a:lnTo>
                <a:lnTo>
                  <a:pt x="2627" y="3158"/>
                </a:lnTo>
                <a:lnTo>
                  <a:pt x="2627" y="3157"/>
                </a:lnTo>
                <a:lnTo>
                  <a:pt x="2626" y="3157"/>
                </a:lnTo>
                <a:lnTo>
                  <a:pt x="2626" y="3156"/>
                </a:lnTo>
                <a:lnTo>
                  <a:pt x="2625" y="3156"/>
                </a:lnTo>
                <a:lnTo>
                  <a:pt x="2625" y="3155"/>
                </a:lnTo>
                <a:lnTo>
                  <a:pt x="2624" y="3155"/>
                </a:lnTo>
                <a:lnTo>
                  <a:pt x="2623" y="3155"/>
                </a:lnTo>
                <a:lnTo>
                  <a:pt x="2622" y="3155"/>
                </a:lnTo>
                <a:lnTo>
                  <a:pt x="2622" y="3156"/>
                </a:lnTo>
                <a:lnTo>
                  <a:pt x="2622" y="3157"/>
                </a:lnTo>
                <a:lnTo>
                  <a:pt x="2622" y="3158"/>
                </a:lnTo>
                <a:lnTo>
                  <a:pt x="2621" y="3158"/>
                </a:lnTo>
                <a:lnTo>
                  <a:pt x="2620" y="3158"/>
                </a:lnTo>
                <a:lnTo>
                  <a:pt x="2620" y="3157"/>
                </a:lnTo>
                <a:lnTo>
                  <a:pt x="2621" y="3157"/>
                </a:lnTo>
                <a:lnTo>
                  <a:pt x="2620" y="3157"/>
                </a:lnTo>
                <a:lnTo>
                  <a:pt x="2620" y="3156"/>
                </a:lnTo>
                <a:lnTo>
                  <a:pt x="2620" y="3155"/>
                </a:lnTo>
                <a:lnTo>
                  <a:pt x="2619" y="3155"/>
                </a:lnTo>
                <a:lnTo>
                  <a:pt x="2619" y="3154"/>
                </a:lnTo>
                <a:lnTo>
                  <a:pt x="2619" y="3153"/>
                </a:lnTo>
                <a:lnTo>
                  <a:pt x="2618" y="3153"/>
                </a:lnTo>
                <a:lnTo>
                  <a:pt x="2618" y="3152"/>
                </a:lnTo>
                <a:lnTo>
                  <a:pt x="2617" y="3152"/>
                </a:lnTo>
                <a:lnTo>
                  <a:pt x="2616" y="3151"/>
                </a:lnTo>
                <a:lnTo>
                  <a:pt x="2615" y="3151"/>
                </a:lnTo>
                <a:lnTo>
                  <a:pt x="2616" y="3151"/>
                </a:lnTo>
                <a:lnTo>
                  <a:pt x="2615" y="3151"/>
                </a:lnTo>
                <a:lnTo>
                  <a:pt x="2615" y="3150"/>
                </a:lnTo>
                <a:lnTo>
                  <a:pt x="2614" y="3150"/>
                </a:lnTo>
                <a:lnTo>
                  <a:pt x="2613" y="3150"/>
                </a:lnTo>
                <a:lnTo>
                  <a:pt x="2613" y="3151"/>
                </a:lnTo>
                <a:lnTo>
                  <a:pt x="2612" y="3151"/>
                </a:lnTo>
                <a:lnTo>
                  <a:pt x="2611" y="3151"/>
                </a:lnTo>
                <a:lnTo>
                  <a:pt x="2611" y="3152"/>
                </a:lnTo>
                <a:lnTo>
                  <a:pt x="2610" y="3152"/>
                </a:lnTo>
                <a:lnTo>
                  <a:pt x="2610" y="3153"/>
                </a:lnTo>
                <a:lnTo>
                  <a:pt x="2610" y="3154"/>
                </a:lnTo>
                <a:lnTo>
                  <a:pt x="2610" y="3155"/>
                </a:lnTo>
                <a:lnTo>
                  <a:pt x="2609" y="3155"/>
                </a:lnTo>
                <a:lnTo>
                  <a:pt x="2609" y="3156"/>
                </a:lnTo>
                <a:lnTo>
                  <a:pt x="2609" y="3157"/>
                </a:lnTo>
                <a:lnTo>
                  <a:pt x="2609" y="3158"/>
                </a:lnTo>
                <a:lnTo>
                  <a:pt x="2608" y="3158"/>
                </a:lnTo>
                <a:lnTo>
                  <a:pt x="2608" y="3159"/>
                </a:lnTo>
                <a:lnTo>
                  <a:pt x="2607" y="3159"/>
                </a:lnTo>
                <a:lnTo>
                  <a:pt x="2607" y="3160"/>
                </a:lnTo>
                <a:lnTo>
                  <a:pt x="2606" y="3160"/>
                </a:lnTo>
                <a:lnTo>
                  <a:pt x="2605" y="3160"/>
                </a:lnTo>
                <a:lnTo>
                  <a:pt x="2605" y="3159"/>
                </a:lnTo>
                <a:lnTo>
                  <a:pt x="2604" y="3159"/>
                </a:lnTo>
                <a:lnTo>
                  <a:pt x="2604" y="3160"/>
                </a:lnTo>
                <a:lnTo>
                  <a:pt x="2604" y="3161"/>
                </a:lnTo>
                <a:lnTo>
                  <a:pt x="2604" y="3162"/>
                </a:lnTo>
                <a:lnTo>
                  <a:pt x="2605" y="3162"/>
                </a:lnTo>
                <a:lnTo>
                  <a:pt x="2605" y="3163"/>
                </a:lnTo>
                <a:lnTo>
                  <a:pt x="2605" y="3164"/>
                </a:lnTo>
                <a:lnTo>
                  <a:pt x="2606" y="3164"/>
                </a:lnTo>
                <a:lnTo>
                  <a:pt x="2607" y="3164"/>
                </a:lnTo>
                <a:lnTo>
                  <a:pt x="2607" y="3165"/>
                </a:lnTo>
                <a:lnTo>
                  <a:pt x="2606" y="3165"/>
                </a:lnTo>
                <a:lnTo>
                  <a:pt x="2605" y="3165"/>
                </a:lnTo>
                <a:lnTo>
                  <a:pt x="2605" y="3166"/>
                </a:lnTo>
                <a:lnTo>
                  <a:pt x="2604" y="3166"/>
                </a:lnTo>
                <a:lnTo>
                  <a:pt x="2604" y="3167"/>
                </a:lnTo>
                <a:lnTo>
                  <a:pt x="2604" y="3168"/>
                </a:lnTo>
                <a:lnTo>
                  <a:pt x="2603" y="3168"/>
                </a:lnTo>
                <a:lnTo>
                  <a:pt x="2603" y="3169"/>
                </a:lnTo>
                <a:lnTo>
                  <a:pt x="2602" y="3169"/>
                </a:lnTo>
                <a:lnTo>
                  <a:pt x="2601" y="3169"/>
                </a:lnTo>
                <a:lnTo>
                  <a:pt x="2600" y="3170"/>
                </a:lnTo>
                <a:lnTo>
                  <a:pt x="2601" y="3170"/>
                </a:lnTo>
                <a:lnTo>
                  <a:pt x="2601" y="3171"/>
                </a:lnTo>
                <a:lnTo>
                  <a:pt x="2601" y="3172"/>
                </a:lnTo>
                <a:lnTo>
                  <a:pt x="2600" y="3172"/>
                </a:lnTo>
                <a:lnTo>
                  <a:pt x="2600" y="3173"/>
                </a:lnTo>
                <a:lnTo>
                  <a:pt x="2599" y="3173"/>
                </a:lnTo>
                <a:lnTo>
                  <a:pt x="2598" y="3173"/>
                </a:lnTo>
                <a:lnTo>
                  <a:pt x="2598" y="3174"/>
                </a:lnTo>
                <a:lnTo>
                  <a:pt x="2597" y="3174"/>
                </a:lnTo>
                <a:lnTo>
                  <a:pt x="2597" y="3175"/>
                </a:lnTo>
                <a:lnTo>
                  <a:pt x="2596" y="3175"/>
                </a:lnTo>
                <a:lnTo>
                  <a:pt x="2596" y="3176"/>
                </a:lnTo>
                <a:lnTo>
                  <a:pt x="2596" y="3177"/>
                </a:lnTo>
                <a:lnTo>
                  <a:pt x="2596" y="3178"/>
                </a:lnTo>
                <a:lnTo>
                  <a:pt x="2595" y="3178"/>
                </a:lnTo>
                <a:lnTo>
                  <a:pt x="2595" y="3179"/>
                </a:lnTo>
                <a:lnTo>
                  <a:pt x="2594" y="3179"/>
                </a:lnTo>
                <a:lnTo>
                  <a:pt x="2594" y="3180"/>
                </a:lnTo>
                <a:lnTo>
                  <a:pt x="2594" y="3181"/>
                </a:lnTo>
                <a:lnTo>
                  <a:pt x="2593" y="3181"/>
                </a:lnTo>
                <a:lnTo>
                  <a:pt x="2593" y="3182"/>
                </a:lnTo>
                <a:lnTo>
                  <a:pt x="2592" y="3182"/>
                </a:lnTo>
                <a:lnTo>
                  <a:pt x="2592" y="3183"/>
                </a:lnTo>
                <a:lnTo>
                  <a:pt x="2592" y="3182"/>
                </a:lnTo>
                <a:lnTo>
                  <a:pt x="2592" y="3183"/>
                </a:lnTo>
                <a:lnTo>
                  <a:pt x="2592" y="3184"/>
                </a:lnTo>
                <a:lnTo>
                  <a:pt x="2593" y="3184"/>
                </a:lnTo>
                <a:lnTo>
                  <a:pt x="2593" y="3185"/>
                </a:lnTo>
                <a:lnTo>
                  <a:pt x="2593" y="3186"/>
                </a:lnTo>
                <a:lnTo>
                  <a:pt x="2594" y="3186"/>
                </a:lnTo>
                <a:lnTo>
                  <a:pt x="2593" y="3186"/>
                </a:lnTo>
                <a:lnTo>
                  <a:pt x="2593" y="3187"/>
                </a:lnTo>
                <a:lnTo>
                  <a:pt x="2592" y="3187"/>
                </a:lnTo>
                <a:lnTo>
                  <a:pt x="2591" y="3187"/>
                </a:lnTo>
                <a:lnTo>
                  <a:pt x="2591" y="3186"/>
                </a:lnTo>
                <a:lnTo>
                  <a:pt x="2590" y="3186"/>
                </a:lnTo>
                <a:lnTo>
                  <a:pt x="2589" y="3186"/>
                </a:lnTo>
                <a:lnTo>
                  <a:pt x="2588" y="3186"/>
                </a:lnTo>
                <a:lnTo>
                  <a:pt x="2587" y="3186"/>
                </a:lnTo>
                <a:lnTo>
                  <a:pt x="2587" y="3185"/>
                </a:lnTo>
                <a:lnTo>
                  <a:pt x="2586" y="3185"/>
                </a:lnTo>
                <a:lnTo>
                  <a:pt x="2586" y="3186"/>
                </a:lnTo>
                <a:lnTo>
                  <a:pt x="2585" y="3186"/>
                </a:lnTo>
                <a:lnTo>
                  <a:pt x="2584" y="3186"/>
                </a:lnTo>
                <a:lnTo>
                  <a:pt x="2583" y="3186"/>
                </a:lnTo>
                <a:lnTo>
                  <a:pt x="2583" y="3187"/>
                </a:lnTo>
                <a:lnTo>
                  <a:pt x="2583" y="3188"/>
                </a:lnTo>
                <a:lnTo>
                  <a:pt x="2582" y="3188"/>
                </a:lnTo>
                <a:lnTo>
                  <a:pt x="2583" y="3189"/>
                </a:lnTo>
                <a:lnTo>
                  <a:pt x="2582" y="3189"/>
                </a:lnTo>
                <a:lnTo>
                  <a:pt x="2582" y="3188"/>
                </a:lnTo>
                <a:lnTo>
                  <a:pt x="2581" y="3188"/>
                </a:lnTo>
                <a:lnTo>
                  <a:pt x="2581" y="3187"/>
                </a:lnTo>
                <a:lnTo>
                  <a:pt x="2581" y="3186"/>
                </a:lnTo>
                <a:lnTo>
                  <a:pt x="2581" y="3185"/>
                </a:lnTo>
                <a:lnTo>
                  <a:pt x="2580" y="3185"/>
                </a:lnTo>
                <a:lnTo>
                  <a:pt x="2579" y="3185"/>
                </a:lnTo>
                <a:lnTo>
                  <a:pt x="2578" y="3184"/>
                </a:lnTo>
                <a:lnTo>
                  <a:pt x="2577" y="3184"/>
                </a:lnTo>
                <a:lnTo>
                  <a:pt x="2577" y="3185"/>
                </a:lnTo>
                <a:lnTo>
                  <a:pt x="2577" y="3184"/>
                </a:lnTo>
                <a:lnTo>
                  <a:pt x="2576" y="3184"/>
                </a:lnTo>
                <a:lnTo>
                  <a:pt x="2575" y="3184"/>
                </a:lnTo>
                <a:lnTo>
                  <a:pt x="2574" y="3184"/>
                </a:lnTo>
                <a:lnTo>
                  <a:pt x="2574" y="3183"/>
                </a:lnTo>
                <a:lnTo>
                  <a:pt x="2573" y="3183"/>
                </a:lnTo>
                <a:lnTo>
                  <a:pt x="2571" y="3183"/>
                </a:lnTo>
                <a:lnTo>
                  <a:pt x="2571" y="3184"/>
                </a:lnTo>
                <a:lnTo>
                  <a:pt x="2570" y="3184"/>
                </a:lnTo>
                <a:lnTo>
                  <a:pt x="2570" y="3185"/>
                </a:lnTo>
                <a:lnTo>
                  <a:pt x="2570" y="3184"/>
                </a:lnTo>
                <a:lnTo>
                  <a:pt x="2569" y="3184"/>
                </a:lnTo>
                <a:lnTo>
                  <a:pt x="2569" y="3185"/>
                </a:lnTo>
                <a:lnTo>
                  <a:pt x="2569" y="3186"/>
                </a:lnTo>
                <a:lnTo>
                  <a:pt x="2568" y="3186"/>
                </a:lnTo>
                <a:lnTo>
                  <a:pt x="2567" y="3186"/>
                </a:lnTo>
                <a:lnTo>
                  <a:pt x="2566" y="3186"/>
                </a:lnTo>
                <a:lnTo>
                  <a:pt x="2566" y="3185"/>
                </a:lnTo>
                <a:lnTo>
                  <a:pt x="2565" y="3185"/>
                </a:lnTo>
                <a:lnTo>
                  <a:pt x="2565" y="3184"/>
                </a:lnTo>
                <a:lnTo>
                  <a:pt x="2565" y="3185"/>
                </a:lnTo>
                <a:lnTo>
                  <a:pt x="2564" y="3185"/>
                </a:lnTo>
                <a:lnTo>
                  <a:pt x="2563" y="3185"/>
                </a:lnTo>
                <a:lnTo>
                  <a:pt x="2562" y="3185"/>
                </a:lnTo>
                <a:lnTo>
                  <a:pt x="2561" y="3185"/>
                </a:lnTo>
                <a:lnTo>
                  <a:pt x="2561" y="3186"/>
                </a:lnTo>
                <a:lnTo>
                  <a:pt x="2562" y="3186"/>
                </a:lnTo>
                <a:lnTo>
                  <a:pt x="2561" y="3187"/>
                </a:lnTo>
                <a:lnTo>
                  <a:pt x="2561" y="3188"/>
                </a:lnTo>
                <a:lnTo>
                  <a:pt x="2561" y="3189"/>
                </a:lnTo>
                <a:lnTo>
                  <a:pt x="2561" y="3190"/>
                </a:lnTo>
                <a:lnTo>
                  <a:pt x="2560" y="3190"/>
                </a:lnTo>
                <a:lnTo>
                  <a:pt x="2561" y="3190"/>
                </a:lnTo>
                <a:lnTo>
                  <a:pt x="2560" y="3190"/>
                </a:lnTo>
                <a:lnTo>
                  <a:pt x="2560" y="3191"/>
                </a:lnTo>
                <a:lnTo>
                  <a:pt x="2560" y="3190"/>
                </a:lnTo>
                <a:lnTo>
                  <a:pt x="2559" y="3190"/>
                </a:lnTo>
                <a:lnTo>
                  <a:pt x="2558" y="3190"/>
                </a:lnTo>
                <a:lnTo>
                  <a:pt x="2557" y="3190"/>
                </a:lnTo>
                <a:lnTo>
                  <a:pt x="2557" y="3189"/>
                </a:lnTo>
                <a:lnTo>
                  <a:pt x="2556" y="3189"/>
                </a:lnTo>
                <a:lnTo>
                  <a:pt x="2556" y="3188"/>
                </a:lnTo>
                <a:lnTo>
                  <a:pt x="2555" y="3188"/>
                </a:lnTo>
                <a:lnTo>
                  <a:pt x="2555" y="3187"/>
                </a:lnTo>
                <a:lnTo>
                  <a:pt x="2554" y="3187"/>
                </a:lnTo>
                <a:lnTo>
                  <a:pt x="2554" y="3186"/>
                </a:lnTo>
                <a:lnTo>
                  <a:pt x="2554" y="3185"/>
                </a:lnTo>
                <a:lnTo>
                  <a:pt x="2553" y="3185"/>
                </a:lnTo>
                <a:lnTo>
                  <a:pt x="2553" y="3184"/>
                </a:lnTo>
                <a:lnTo>
                  <a:pt x="2554" y="3184"/>
                </a:lnTo>
                <a:lnTo>
                  <a:pt x="2553" y="3184"/>
                </a:lnTo>
                <a:lnTo>
                  <a:pt x="2554" y="3184"/>
                </a:lnTo>
                <a:lnTo>
                  <a:pt x="2554" y="3183"/>
                </a:lnTo>
                <a:lnTo>
                  <a:pt x="2553" y="3183"/>
                </a:lnTo>
                <a:lnTo>
                  <a:pt x="2553" y="3182"/>
                </a:lnTo>
                <a:lnTo>
                  <a:pt x="2552" y="3182"/>
                </a:lnTo>
                <a:lnTo>
                  <a:pt x="2552" y="3181"/>
                </a:lnTo>
                <a:lnTo>
                  <a:pt x="2552" y="3180"/>
                </a:lnTo>
                <a:lnTo>
                  <a:pt x="2551" y="3180"/>
                </a:lnTo>
                <a:lnTo>
                  <a:pt x="2550" y="3180"/>
                </a:lnTo>
                <a:lnTo>
                  <a:pt x="2550" y="3179"/>
                </a:lnTo>
                <a:lnTo>
                  <a:pt x="2549" y="3179"/>
                </a:lnTo>
                <a:lnTo>
                  <a:pt x="2549" y="3178"/>
                </a:lnTo>
                <a:lnTo>
                  <a:pt x="2548" y="3178"/>
                </a:lnTo>
                <a:lnTo>
                  <a:pt x="2547" y="3178"/>
                </a:lnTo>
                <a:lnTo>
                  <a:pt x="2547" y="3179"/>
                </a:lnTo>
                <a:lnTo>
                  <a:pt x="2546" y="3179"/>
                </a:lnTo>
                <a:lnTo>
                  <a:pt x="2545" y="3179"/>
                </a:lnTo>
                <a:lnTo>
                  <a:pt x="2545" y="3180"/>
                </a:lnTo>
                <a:lnTo>
                  <a:pt x="2544" y="3180"/>
                </a:lnTo>
                <a:lnTo>
                  <a:pt x="2544" y="3181"/>
                </a:lnTo>
                <a:lnTo>
                  <a:pt x="2544" y="3180"/>
                </a:lnTo>
                <a:lnTo>
                  <a:pt x="2543" y="3180"/>
                </a:lnTo>
                <a:lnTo>
                  <a:pt x="2543" y="3181"/>
                </a:lnTo>
                <a:lnTo>
                  <a:pt x="2542" y="3181"/>
                </a:lnTo>
                <a:lnTo>
                  <a:pt x="2542" y="3182"/>
                </a:lnTo>
                <a:lnTo>
                  <a:pt x="2542" y="3181"/>
                </a:lnTo>
                <a:lnTo>
                  <a:pt x="2541" y="3181"/>
                </a:lnTo>
                <a:lnTo>
                  <a:pt x="2540" y="3181"/>
                </a:lnTo>
                <a:lnTo>
                  <a:pt x="2540" y="3182"/>
                </a:lnTo>
                <a:lnTo>
                  <a:pt x="2540" y="3183"/>
                </a:lnTo>
                <a:lnTo>
                  <a:pt x="2539" y="3183"/>
                </a:lnTo>
                <a:lnTo>
                  <a:pt x="2539" y="3184"/>
                </a:lnTo>
                <a:lnTo>
                  <a:pt x="2540" y="3184"/>
                </a:lnTo>
                <a:lnTo>
                  <a:pt x="2539" y="3184"/>
                </a:lnTo>
                <a:lnTo>
                  <a:pt x="2539" y="3185"/>
                </a:lnTo>
                <a:lnTo>
                  <a:pt x="2539" y="3186"/>
                </a:lnTo>
                <a:lnTo>
                  <a:pt x="2539" y="3187"/>
                </a:lnTo>
                <a:lnTo>
                  <a:pt x="2538" y="3187"/>
                </a:lnTo>
                <a:lnTo>
                  <a:pt x="2537" y="3187"/>
                </a:lnTo>
                <a:lnTo>
                  <a:pt x="2538" y="3188"/>
                </a:lnTo>
                <a:lnTo>
                  <a:pt x="2538" y="3189"/>
                </a:lnTo>
                <a:lnTo>
                  <a:pt x="2538" y="3190"/>
                </a:lnTo>
                <a:lnTo>
                  <a:pt x="2539" y="3190"/>
                </a:lnTo>
                <a:lnTo>
                  <a:pt x="2539" y="3191"/>
                </a:lnTo>
                <a:lnTo>
                  <a:pt x="2540" y="3191"/>
                </a:lnTo>
                <a:lnTo>
                  <a:pt x="2540" y="3192"/>
                </a:lnTo>
                <a:lnTo>
                  <a:pt x="2539" y="3192"/>
                </a:lnTo>
                <a:lnTo>
                  <a:pt x="2538" y="3192"/>
                </a:lnTo>
                <a:lnTo>
                  <a:pt x="2538" y="3193"/>
                </a:lnTo>
                <a:lnTo>
                  <a:pt x="2537" y="3193"/>
                </a:lnTo>
                <a:lnTo>
                  <a:pt x="2537" y="3194"/>
                </a:lnTo>
                <a:lnTo>
                  <a:pt x="2538" y="3194"/>
                </a:lnTo>
                <a:lnTo>
                  <a:pt x="2538" y="3195"/>
                </a:lnTo>
                <a:lnTo>
                  <a:pt x="2538" y="3196"/>
                </a:lnTo>
                <a:lnTo>
                  <a:pt x="2537" y="3196"/>
                </a:lnTo>
                <a:lnTo>
                  <a:pt x="2537" y="3197"/>
                </a:lnTo>
                <a:lnTo>
                  <a:pt x="2536" y="3197"/>
                </a:lnTo>
                <a:lnTo>
                  <a:pt x="2536" y="3198"/>
                </a:lnTo>
                <a:lnTo>
                  <a:pt x="2536" y="3199"/>
                </a:lnTo>
                <a:lnTo>
                  <a:pt x="2536" y="3200"/>
                </a:lnTo>
                <a:lnTo>
                  <a:pt x="2536" y="3201"/>
                </a:lnTo>
                <a:lnTo>
                  <a:pt x="2536" y="3202"/>
                </a:lnTo>
                <a:lnTo>
                  <a:pt x="2535" y="3202"/>
                </a:lnTo>
                <a:lnTo>
                  <a:pt x="2535" y="3201"/>
                </a:lnTo>
                <a:lnTo>
                  <a:pt x="2534" y="3201"/>
                </a:lnTo>
                <a:lnTo>
                  <a:pt x="2534" y="3202"/>
                </a:lnTo>
                <a:lnTo>
                  <a:pt x="2533" y="3202"/>
                </a:lnTo>
                <a:lnTo>
                  <a:pt x="2532" y="3202"/>
                </a:lnTo>
                <a:lnTo>
                  <a:pt x="2531" y="3202"/>
                </a:lnTo>
                <a:lnTo>
                  <a:pt x="2530" y="3202"/>
                </a:lnTo>
                <a:lnTo>
                  <a:pt x="2530" y="3203"/>
                </a:lnTo>
                <a:lnTo>
                  <a:pt x="2529" y="3203"/>
                </a:lnTo>
                <a:lnTo>
                  <a:pt x="2529" y="3204"/>
                </a:lnTo>
                <a:lnTo>
                  <a:pt x="2529" y="3203"/>
                </a:lnTo>
                <a:lnTo>
                  <a:pt x="2529" y="3204"/>
                </a:lnTo>
                <a:lnTo>
                  <a:pt x="2529" y="3205"/>
                </a:lnTo>
                <a:lnTo>
                  <a:pt x="2529" y="3206"/>
                </a:lnTo>
                <a:lnTo>
                  <a:pt x="2529" y="3207"/>
                </a:lnTo>
                <a:lnTo>
                  <a:pt x="2530" y="3207"/>
                </a:lnTo>
                <a:lnTo>
                  <a:pt x="2530" y="3208"/>
                </a:lnTo>
                <a:lnTo>
                  <a:pt x="2531" y="3208"/>
                </a:lnTo>
                <a:lnTo>
                  <a:pt x="2531" y="3209"/>
                </a:lnTo>
                <a:lnTo>
                  <a:pt x="2530" y="3209"/>
                </a:lnTo>
                <a:lnTo>
                  <a:pt x="2531" y="3209"/>
                </a:lnTo>
                <a:lnTo>
                  <a:pt x="2531" y="3210"/>
                </a:lnTo>
                <a:lnTo>
                  <a:pt x="2531" y="3211"/>
                </a:lnTo>
                <a:lnTo>
                  <a:pt x="2532" y="3211"/>
                </a:lnTo>
                <a:lnTo>
                  <a:pt x="2532" y="3212"/>
                </a:lnTo>
                <a:lnTo>
                  <a:pt x="2532" y="3213"/>
                </a:lnTo>
                <a:lnTo>
                  <a:pt x="2533" y="3213"/>
                </a:lnTo>
                <a:lnTo>
                  <a:pt x="2533" y="3214"/>
                </a:lnTo>
                <a:lnTo>
                  <a:pt x="2534" y="3214"/>
                </a:lnTo>
                <a:lnTo>
                  <a:pt x="2533" y="3214"/>
                </a:lnTo>
                <a:lnTo>
                  <a:pt x="2533" y="3215"/>
                </a:lnTo>
                <a:lnTo>
                  <a:pt x="2533" y="3216"/>
                </a:lnTo>
                <a:lnTo>
                  <a:pt x="2534" y="3216"/>
                </a:lnTo>
                <a:lnTo>
                  <a:pt x="2533" y="3216"/>
                </a:lnTo>
                <a:lnTo>
                  <a:pt x="2533" y="3217"/>
                </a:lnTo>
                <a:lnTo>
                  <a:pt x="2533" y="3216"/>
                </a:lnTo>
                <a:lnTo>
                  <a:pt x="2533" y="3217"/>
                </a:lnTo>
                <a:lnTo>
                  <a:pt x="2533" y="3216"/>
                </a:lnTo>
                <a:lnTo>
                  <a:pt x="2532" y="3216"/>
                </a:lnTo>
                <a:lnTo>
                  <a:pt x="2532" y="3217"/>
                </a:lnTo>
                <a:lnTo>
                  <a:pt x="2531" y="3217"/>
                </a:lnTo>
                <a:lnTo>
                  <a:pt x="2531" y="3218"/>
                </a:lnTo>
                <a:lnTo>
                  <a:pt x="2531" y="3219"/>
                </a:lnTo>
                <a:lnTo>
                  <a:pt x="2532" y="3219"/>
                </a:lnTo>
                <a:lnTo>
                  <a:pt x="2532" y="3220"/>
                </a:lnTo>
                <a:lnTo>
                  <a:pt x="2532" y="3221"/>
                </a:lnTo>
                <a:lnTo>
                  <a:pt x="2533" y="3221"/>
                </a:lnTo>
                <a:lnTo>
                  <a:pt x="2533" y="3222"/>
                </a:lnTo>
                <a:lnTo>
                  <a:pt x="2533" y="3223"/>
                </a:lnTo>
                <a:lnTo>
                  <a:pt x="2534" y="3223"/>
                </a:lnTo>
                <a:lnTo>
                  <a:pt x="2534" y="3224"/>
                </a:lnTo>
                <a:lnTo>
                  <a:pt x="2534" y="3225"/>
                </a:lnTo>
                <a:lnTo>
                  <a:pt x="2535" y="3225"/>
                </a:lnTo>
                <a:lnTo>
                  <a:pt x="2535" y="3226"/>
                </a:lnTo>
                <a:lnTo>
                  <a:pt x="2534" y="3226"/>
                </a:lnTo>
                <a:lnTo>
                  <a:pt x="2535" y="3226"/>
                </a:lnTo>
                <a:lnTo>
                  <a:pt x="2535" y="3227"/>
                </a:lnTo>
                <a:lnTo>
                  <a:pt x="2535" y="3228"/>
                </a:lnTo>
                <a:lnTo>
                  <a:pt x="2536" y="3228"/>
                </a:lnTo>
                <a:lnTo>
                  <a:pt x="2536" y="3229"/>
                </a:lnTo>
                <a:lnTo>
                  <a:pt x="2535" y="3229"/>
                </a:lnTo>
                <a:lnTo>
                  <a:pt x="2535" y="3230"/>
                </a:lnTo>
                <a:lnTo>
                  <a:pt x="2535" y="3231"/>
                </a:lnTo>
                <a:lnTo>
                  <a:pt x="2535" y="3232"/>
                </a:lnTo>
                <a:lnTo>
                  <a:pt x="2534" y="3232"/>
                </a:lnTo>
                <a:lnTo>
                  <a:pt x="2534" y="3233"/>
                </a:lnTo>
                <a:lnTo>
                  <a:pt x="2533" y="3233"/>
                </a:lnTo>
                <a:lnTo>
                  <a:pt x="2534" y="3233"/>
                </a:lnTo>
                <a:lnTo>
                  <a:pt x="2535" y="3233"/>
                </a:lnTo>
                <a:lnTo>
                  <a:pt x="2536" y="3233"/>
                </a:lnTo>
                <a:lnTo>
                  <a:pt x="2536" y="3234"/>
                </a:lnTo>
                <a:lnTo>
                  <a:pt x="2537" y="3234"/>
                </a:lnTo>
                <a:lnTo>
                  <a:pt x="2538" y="3234"/>
                </a:lnTo>
                <a:lnTo>
                  <a:pt x="2538" y="3235"/>
                </a:lnTo>
                <a:lnTo>
                  <a:pt x="2538" y="3236"/>
                </a:lnTo>
                <a:lnTo>
                  <a:pt x="2539" y="3236"/>
                </a:lnTo>
                <a:lnTo>
                  <a:pt x="2539" y="3237"/>
                </a:lnTo>
                <a:lnTo>
                  <a:pt x="2540" y="3237"/>
                </a:lnTo>
                <a:lnTo>
                  <a:pt x="2540" y="3236"/>
                </a:lnTo>
                <a:lnTo>
                  <a:pt x="2541" y="3236"/>
                </a:lnTo>
                <a:lnTo>
                  <a:pt x="2541" y="3235"/>
                </a:lnTo>
                <a:lnTo>
                  <a:pt x="2542" y="3235"/>
                </a:lnTo>
                <a:lnTo>
                  <a:pt x="2542" y="3236"/>
                </a:lnTo>
                <a:lnTo>
                  <a:pt x="2542" y="3237"/>
                </a:lnTo>
                <a:lnTo>
                  <a:pt x="2543" y="3237"/>
                </a:lnTo>
                <a:lnTo>
                  <a:pt x="2542" y="3237"/>
                </a:lnTo>
                <a:lnTo>
                  <a:pt x="2543" y="3237"/>
                </a:lnTo>
                <a:lnTo>
                  <a:pt x="2543" y="3238"/>
                </a:lnTo>
                <a:lnTo>
                  <a:pt x="2542" y="3238"/>
                </a:lnTo>
                <a:lnTo>
                  <a:pt x="2542" y="3239"/>
                </a:lnTo>
                <a:lnTo>
                  <a:pt x="2542" y="3240"/>
                </a:lnTo>
                <a:lnTo>
                  <a:pt x="2543" y="3240"/>
                </a:lnTo>
                <a:lnTo>
                  <a:pt x="2543" y="3241"/>
                </a:lnTo>
                <a:lnTo>
                  <a:pt x="2543" y="3242"/>
                </a:lnTo>
                <a:lnTo>
                  <a:pt x="2544" y="3242"/>
                </a:lnTo>
                <a:lnTo>
                  <a:pt x="2544" y="3241"/>
                </a:lnTo>
                <a:lnTo>
                  <a:pt x="2545" y="3241"/>
                </a:lnTo>
                <a:lnTo>
                  <a:pt x="2545" y="3242"/>
                </a:lnTo>
                <a:lnTo>
                  <a:pt x="2545" y="3243"/>
                </a:lnTo>
                <a:lnTo>
                  <a:pt x="2546" y="3243"/>
                </a:lnTo>
                <a:lnTo>
                  <a:pt x="2546" y="3244"/>
                </a:lnTo>
                <a:lnTo>
                  <a:pt x="2545" y="3244"/>
                </a:lnTo>
                <a:lnTo>
                  <a:pt x="2546" y="3244"/>
                </a:lnTo>
                <a:lnTo>
                  <a:pt x="2546" y="3245"/>
                </a:lnTo>
                <a:lnTo>
                  <a:pt x="2545" y="3245"/>
                </a:lnTo>
                <a:lnTo>
                  <a:pt x="2546" y="3245"/>
                </a:lnTo>
                <a:lnTo>
                  <a:pt x="2546" y="3246"/>
                </a:lnTo>
                <a:lnTo>
                  <a:pt x="2547" y="3246"/>
                </a:lnTo>
                <a:lnTo>
                  <a:pt x="2548" y="3246"/>
                </a:lnTo>
                <a:lnTo>
                  <a:pt x="2548" y="3247"/>
                </a:lnTo>
                <a:lnTo>
                  <a:pt x="2548" y="3246"/>
                </a:lnTo>
                <a:lnTo>
                  <a:pt x="2549" y="3246"/>
                </a:lnTo>
                <a:lnTo>
                  <a:pt x="2549" y="3247"/>
                </a:lnTo>
                <a:lnTo>
                  <a:pt x="2550" y="3247"/>
                </a:lnTo>
                <a:lnTo>
                  <a:pt x="2550" y="3248"/>
                </a:lnTo>
                <a:lnTo>
                  <a:pt x="2549" y="3248"/>
                </a:lnTo>
                <a:lnTo>
                  <a:pt x="2549" y="3249"/>
                </a:lnTo>
                <a:lnTo>
                  <a:pt x="2549" y="3250"/>
                </a:lnTo>
                <a:lnTo>
                  <a:pt x="2549" y="3251"/>
                </a:lnTo>
                <a:lnTo>
                  <a:pt x="2548" y="3251"/>
                </a:lnTo>
                <a:lnTo>
                  <a:pt x="2548" y="3252"/>
                </a:lnTo>
                <a:lnTo>
                  <a:pt x="2547" y="3252"/>
                </a:lnTo>
                <a:lnTo>
                  <a:pt x="2548" y="3252"/>
                </a:lnTo>
                <a:lnTo>
                  <a:pt x="2548" y="3253"/>
                </a:lnTo>
                <a:lnTo>
                  <a:pt x="2547" y="3253"/>
                </a:lnTo>
                <a:lnTo>
                  <a:pt x="2548" y="3253"/>
                </a:lnTo>
                <a:lnTo>
                  <a:pt x="2548" y="3254"/>
                </a:lnTo>
                <a:lnTo>
                  <a:pt x="2547" y="3254"/>
                </a:lnTo>
                <a:lnTo>
                  <a:pt x="2548" y="3254"/>
                </a:lnTo>
                <a:lnTo>
                  <a:pt x="2547" y="3254"/>
                </a:lnTo>
                <a:lnTo>
                  <a:pt x="2547" y="3255"/>
                </a:lnTo>
                <a:lnTo>
                  <a:pt x="2546" y="3255"/>
                </a:lnTo>
                <a:lnTo>
                  <a:pt x="2546" y="3256"/>
                </a:lnTo>
                <a:lnTo>
                  <a:pt x="2546" y="3257"/>
                </a:lnTo>
                <a:lnTo>
                  <a:pt x="2546" y="3258"/>
                </a:lnTo>
                <a:lnTo>
                  <a:pt x="2547" y="3258"/>
                </a:lnTo>
                <a:lnTo>
                  <a:pt x="2548" y="3258"/>
                </a:lnTo>
                <a:lnTo>
                  <a:pt x="2548" y="3259"/>
                </a:lnTo>
                <a:lnTo>
                  <a:pt x="2548" y="3258"/>
                </a:lnTo>
                <a:lnTo>
                  <a:pt x="2548" y="3259"/>
                </a:lnTo>
                <a:lnTo>
                  <a:pt x="2549" y="3259"/>
                </a:lnTo>
                <a:lnTo>
                  <a:pt x="2549" y="3260"/>
                </a:lnTo>
                <a:lnTo>
                  <a:pt x="2549" y="3261"/>
                </a:lnTo>
                <a:lnTo>
                  <a:pt x="2549" y="3263"/>
                </a:lnTo>
                <a:lnTo>
                  <a:pt x="2549" y="3264"/>
                </a:lnTo>
                <a:lnTo>
                  <a:pt x="2548" y="3264"/>
                </a:lnTo>
                <a:lnTo>
                  <a:pt x="2548" y="3265"/>
                </a:lnTo>
                <a:lnTo>
                  <a:pt x="2549" y="3265"/>
                </a:lnTo>
                <a:lnTo>
                  <a:pt x="2550" y="3265"/>
                </a:lnTo>
                <a:lnTo>
                  <a:pt x="2549" y="3265"/>
                </a:lnTo>
                <a:lnTo>
                  <a:pt x="2549" y="3266"/>
                </a:lnTo>
                <a:lnTo>
                  <a:pt x="2550" y="3266"/>
                </a:lnTo>
                <a:lnTo>
                  <a:pt x="2550" y="3267"/>
                </a:lnTo>
                <a:lnTo>
                  <a:pt x="2550" y="3266"/>
                </a:lnTo>
                <a:lnTo>
                  <a:pt x="2551" y="3266"/>
                </a:lnTo>
                <a:lnTo>
                  <a:pt x="2552" y="3266"/>
                </a:lnTo>
                <a:lnTo>
                  <a:pt x="2552" y="3267"/>
                </a:lnTo>
                <a:lnTo>
                  <a:pt x="2552" y="3268"/>
                </a:lnTo>
                <a:lnTo>
                  <a:pt x="2553" y="3268"/>
                </a:lnTo>
                <a:lnTo>
                  <a:pt x="2554" y="3267"/>
                </a:lnTo>
                <a:lnTo>
                  <a:pt x="2554" y="3268"/>
                </a:lnTo>
                <a:lnTo>
                  <a:pt x="2554" y="3269"/>
                </a:lnTo>
                <a:lnTo>
                  <a:pt x="2554" y="3270"/>
                </a:lnTo>
                <a:lnTo>
                  <a:pt x="2554" y="3271"/>
                </a:lnTo>
                <a:lnTo>
                  <a:pt x="2553" y="3271"/>
                </a:lnTo>
                <a:lnTo>
                  <a:pt x="2554" y="3271"/>
                </a:lnTo>
                <a:lnTo>
                  <a:pt x="2553" y="3271"/>
                </a:lnTo>
                <a:lnTo>
                  <a:pt x="2553" y="3272"/>
                </a:lnTo>
                <a:lnTo>
                  <a:pt x="2552" y="3272"/>
                </a:lnTo>
                <a:lnTo>
                  <a:pt x="2552" y="3273"/>
                </a:lnTo>
                <a:lnTo>
                  <a:pt x="2551" y="3273"/>
                </a:lnTo>
                <a:lnTo>
                  <a:pt x="2550" y="3273"/>
                </a:lnTo>
                <a:lnTo>
                  <a:pt x="2549" y="3273"/>
                </a:lnTo>
                <a:lnTo>
                  <a:pt x="2549" y="3272"/>
                </a:lnTo>
                <a:lnTo>
                  <a:pt x="2548" y="3272"/>
                </a:lnTo>
                <a:lnTo>
                  <a:pt x="2547" y="3272"/>
                </a:lnTo>
                <a:lnTo>
                  <a:pt x="2547" y="3273"/>
                </a:lnTo>
                <a:lnTo>
                  <a:pt x="2547" y="3274"/>
                </a:lnTo>
                <a:lnTo>
                  <a:pt x="2547" y="3275"/>
                </a:lnTo>
                <a:lnTo>
                  <a:pt x="2548" y="3275"/>
                </a:lnTo>
                <a:lnTo>
                  <a:pt x="2548" y="3274"/>
                </a:lnTo>
                <a:lnTo>
                  <a:pt x="2548" y="3275"/>
                </a:lnTo>
                <a:lnTo>
                  <a:pt x="2547" y="3275"/>
                </a:lnTo>
                <a:lnTo>
                  <a:pt x="2547" y="3276"/>
                </a:lnTo>
                <a:lnTo>
                  <a:pt x="2547" y="3277"/>
                </a:lnTo>
                <a:lnTo>
                  <a:pt x="2548" y="3277"/>
                </a:lnTo>
                <a:lnTo>
                  <a:pt x="2548" y="3278"/>
                </a:lnTo>
                <a:lnTo>
                  <a:pt x="2549" y="3278"/>
                </a:lnTo>
                <a:lnTo>
                  <a:pt x="2549" y="3279"/>
                </a:lnTo>
                <a:lnTo>
                  <a:pt x="2549" y="3280"/>
                </a:lnTo>
                <a:lnTo>
                  <a:pt x="2548" y="3280"/>
                </a:lnTo>
                <a:lnTo>
                  <a:pt x="2548" y="3281"/>
                </a:lnTo>
                <a:lnTo>
                  <a:pt x="2547" y="3281"/>
                </a:lnTo>
                <a:lnTo>
                  <a:pt x="2547" y="3282"/>
                </a:lnTo>
                <a:lnTo>
                  <a:pt x="2546" y="3282"/>
                </a:lnTo>
                <a:lnTo>
                  <a:pt x="2545" y="3282"/>
                </a:lnTo>
                <a:lnTo>
                  <a:pt x="2545" y="3283"/>
                </a:lnTo>
                <a:lnTo>
                  <a:pt x="2546" y="3283"/>
                </a:lnTo>
                <a:lnTo>
                  <a:pt x="2546" y="3284"/>
                </a:lnTo>
                <a:lnTo>
                  <a:pt x="2546" y="3285"/>
                </a:lnTo>
                <a:lnTo>
                  <a:pt x="2547" y="3285"/>
                </a:lnTo>
                <a:lnTo>
                  <a:pt x="2547" y="3286"/>
                </a:lnTo>
                <a:lnTo>
                  <a:pt x="2547" y="3287"/>
                </a:lnTo>
                <a:lnTo>
                  <a:pt x="2546" y="3287"/>
                </a:lnTo>
                <a:lnTo>
                  <a:pt x="2546" y="3288"/>
                </a:lnTo>
                <a:lnTo>
                  <a:pt x="2547" y="3288"/>
                </a:lnTo>
                <a:lnTo>
                  <a:pt x="2547" y="3289"/>
                </a:lnTo>
                <a:lnTo>
                  <a:pt x="2547" y="3290"/>
                </a:lnTo>
                <a:lnTo>
                  <a:pt x="2547" y="3291"/>
                </a:lnTo>
                <a:lnTo>
                  <a:pt x="2547" y="3290"/>
                </a:lnTo>
                <a:lnTo>
                  <a:pt x="2546" y="3290"/>
                </a:lnTo>
                <a:lnTo>
                  <a:pt x="2546" y="3291"/>
                </a:lnTo>
                <a:lnTo>
                  <a:pt x="2546" y="3292"/>
                </a:lnTo>
                <a:lnTo>
                  <a:pt x="2545" y="3292"/>
                </a:lnTo>
                <a:lnTo>
                  <a:pt x="2546" y="3292"/>
                </a:lnTo>
                <a:lnTo>
                  <a:pt x="2546" y="3293"/>
                </a:lnTo>
                <a:lnTo>
                  <a:pt x="2546" y="3294"/>
                </a:lnTo>
                <a:lnTo>
                  <a:pt x="2546" y="3295"/>
                </a:lnTo>
                <a:lnTo>
                  <a:pt x="2545" y="3295"/>
                </a:lnTo>
                <a:lnTo>
                  <a:pt x="2545" y="3296"/>
                </a:lnTo>
                <a:lnTo>
                  <a:pt x="2545" y="3297"/>
                </a:lnTo>
                <a:lnTo>
                  <a:pt x="2545" y="3298"/>
                </a:lnTo>
                <a:lnTo>
                  <a:pt x="2545" y="3299"/>
                </a:lnTo>
                <a:lnTo>
                  <a:pt x="2546" y="3299"/>
                </a:lnTo>
                <a:lnTo>
                  <a:pt x="2546" y="3300"/>
                </a:lnTo>
                <a:lnTo>
                  <a:pt x="2546" y="3301"/>
                </a:lnTo>
                <a:lnTo>
                  <a:pt x="2547" y="3301"/>
                </a:lnTo>
                <a:lnTo>
                  <a:pt x="2547" y="3302"/>
                </a:lnTo>
                <a:lnTo>
                  <a:pt x="2548" y="3302"/>
                </a:lnTo>
                <a:lnTo>
                  <a:pt x="2548" y="3303"/>
                </a:lnTo>
                <a:lnTo>
                  <a:pt x="2548" y="3302"/>
                </a:lnTo>
                <a:lnTo>
                  <a:pt x="2549" y="3302"/>
                </a:lnTo>
                <a:lnTo>
                  <a:pt x="2550" y="3302"/>
                </a:lnTo>
                <a:lnTo>
                  <a:pt x="2550" y="3303"/>
                </a:lnTo>
                <a:lnTo>
                  <a:pt x="2550" y="3302"/>
                </a:lnTo>
                <a:lnTo>
                  <a:pt x="2550" y="3303"/>
                </a:lnTo>
                <a:lnTo>
                  <a:pt x="2550" y="3302"/>
                </a:lnTo>
                <a:lnTo>
                  <a:pt x="2551" y="3302"/>
                </a:lnTo>
                <a:lnTo>
                  <a:pt x="2551" y="3303"/>
                </a:lnTo>
                <a:lnTo>
                  <a:pt x="2551" y="3304"/>
                </a:lnTo>
                <a:lnTo>
                  <a:pt x="2552" y="3304"/>
                </a:lnTo>
                <a:lnTo>
                  <a:pt x="2552" y="3305"/>
                </a:lnTo>
                <a:lnTo>
                  <a:pt x="2552" y="3306"/>
                </a:lnTo>
                <a:lnTo>
                  <a:pt x="2553" y="3306"/>
                </a:lnTo>
                <a:lnTo>
                  <a:pt x="2553" y="3305"/>
                </a:lnTo>
                <a:lnTo>
                  <a:pt x="2554" y="3305"/>
                </a:lnTo>
                <a:lnTo>
                  <a:pt x="2554" y="3306"/>
                </a:lnTo>
                <a:lnTo>
                  <a:pt x="2555" y="3306"/>
                </a:lnTo>
                <a:lnTo>
                  <a:pt x="2555" y="3307"/>
                </a:lnTo>
                <a:lnTo>
                  <a:pt x="2555" y="3308"/>
                </a:lnTo>
                <a:lnTo>
                  <a:pt x="2554" y="3308"/>
                </a:lnTo>
                <a:lnTo>
                  <a:pt x="2554" y="3309"/>
                </a:lnTo>
                <a:lnTo>
                  <a:pt x="2555" y="3310"/>
                </a:lnTo>
                <a:lnTo>
                  <a:pt x="2555" y="3311"/>
                </a:lnTo>
                <a:lnTo>
                  <a:pt x="2554" y="3311"/>
                </a:lnTo>
                <a:lnTo>
                  <a:pt x="2554" y="3310"/>
                </a:lnTo>
                <a:lnTo>
                  <a:pt x="2552" y="3310"/>
                </a:lnTo>
                <a:lnTo>
                  <a:pt x="2552" y="3311"/>
                </a:lnTo>
                <a:lnTo>
                  <a:pt x="2551" y="3311"/>
                </a:lnTo>
                <a:lnTo>
                  <a:pt x="2550" y="3311"/>
                </a:lnTo>
                <a:lnTo>
                  <a:pt x="2550" y="3312"/>
                </a:lnTo>
                <a:lnTo>
                  <a:pt x="2550" y="3313"/>
                </a:lnTo>
                <a:lnTo>
                  <a:pt x="2550" y="3314"/>
                </a:lnTo>
                <a:lnTo>
                  <a:pt x="2550" y="3315"/>
                </a:lnTo>
                <a:lnTo>
                  <a:pt x="2549" y="3315"/>
                </a:lnTo>
                <a:lnTo>
                  <a:pt x="2549" y="3316"/>
                </a:lnTo>
                <a:lnTo>
                  <a:pt x="2548" y="3316"/>
                </a:lnTo>
                <a:lnTo>
                  <a:pt x="2548" y="3317"/>
                </a:lnTo>
                <a:lnTo>
                  <a:pt x="2547" y="3317"/>
                </a:lnTo>
                <a:lnTo>
                  <a:pt x="2546" y="3317"/>
                </a:lnTo>
                <a:lnTo>
                  <a:pt x="2545" y="3317"/>
                </a:lnTo>
                <a:lnTo>
                  <a:pt x="2544" y="3317"/>
                </a:lnTo>
                <a:lnTo>
                  <a:pt x="2543" y="3317"/>
                </a:lnTo>
                <a:lnTo>
                  <a:pt x="2542" y="3317"/>
                </a:lnTo>
                <a:lnTo>
                  <a:pt x="2542" y="3316"/>
                </a:lnTo>
                <a:lnTo>
                  <a:pt x="2542" y="3315"/>
                </a:lnTo>
                <a:lnTo>
                  <a:pt x="2542" y="3314"/>
                </a:lnTo>
                <a:lnTo>
                  <a:pt x="2541" y="3314"/>
                </a:lnTo>
                <a:lnTo>
                  <a:pt x="2541" y="3313"/>
                </a:lnTo>
                <a:lnTo>
                  <a:pt x="2540" y="3313"/>
                </a:lnTo>
                <a:lnTo>
                  <a:pt x="2541" y="3313"/>
                </a:lnTo>
                <a:lnTo>
                  <a:pt x="2540" y="3313"/>
                </a:lnTo>
                <a:lnTo>
                  <a:pt x="2540" y="3312"/>
                </a:lnTo>
                <a:lnTo>
                  <a:pt x="2540" y="3311"/>
                </a:lnTo>
                <a:lnTo>
                  <a:pt x="2539" y="3311"/>
                </a:lnTo>
                <a:lnTo>
                  <a:pt x="2538" y="3311"/>
                </a:lnTo>
                <a:lnTo>
                  <a:pt x="2538" y="3312"/>
                </a:lnTo>
                <a:lnTo>
                  <a:pt x="2537" y="3312"/>
                </a:lnTo>
                <a:lnTo>
                  <a:pt x="2536" y="3312"/>
                </a:lnTo>
                <a:lnTo>
                  <a:pt x="2535" y="3312"/>
                </a:lnTo>
                <a:lnTo>
                  <a:pt x="2535" y="3313"/>
                </a:lnTo>
                <a:lnTo>
                  <a:pt x="2535" y="3314"/>
                </a:lnTo>
                <a:lnTo>
                  <a:pt x="2534" y="3314"/>
                </a:lnTo>
                <a:lnTo>
                  <a:pt x="2533" y="3314"/>
                </a:lnTo>
                <a:lnTo>
                  <a:pt x="2532" y="3313"/>
                </a:lnTo>
                <a:lnTo>
                  <a:pt x="2532" y="3312"/>
                </a:lnTo>
                <a:lnTo>
                  <a:pt x="2533" y="3312"/>
                </a:lnTo>
                <a:lnTo>
                  <a:pt x="2533" y="3311"/>
                </a:lnTo>
                <a:lnTo>
                  <a:pt x="2533" y="3310"/>
                </a:lnTo>
                <a:lnTo>
                  <a:pt x="2533" y="3309"/>
                </a:lnTo>
                <a:lnTo>
                  <a:pt x="2534" y="3309"/>
                </a:lnTo>
                <a:lnTo>
                  <a:pt x="2534" y="3308"/>
                </a:lnTo>
                <a:lnTo>
                  <a:pt x="2533" y="3308"/>
                </a:lnTo>
                <a:lnTo>
                  <a:pt x="2533" y="3307"/>
                </a:lnTo>
                <a:lnTo>
                  <a:pt x="2533" y="3308"/>
                </a:lnTo>
                <a:lnTo>
                  <a:pt x="2532" y="3308"/>
                </a:lnTo>
                <a:lnTo>
                  <a:pt x="2532" y="3307"/>
                </a:lnTo>
                <a:lnTo>
                  <a:pt x="2531" y="3307"/>
                </a:lnTo>
                <a:lnTo>
                  <a:pt x="2530" y="3307"/>
                </a:lnTo>
                <a:lnTo>
                  <a:pt x="2529" y="3307"/>
                </a:lnTo>
                <a:lnTo>
                  <a:pt x="2529" y="3306"/>
                </a:lnTo>
                <a:lnTo>
                  <a:pt x="2529" y="3307"/>
                </a:lnTo>
                <a:lnTo>
                  <a:pt x="2529" y="3306"/>
                </a:lnTo>
                <a:lnTo>
                  <a:pt x="2528" y="3306"/>
                </a:lnTo>
                <a:lnTo>
                  <a:pt x="2527" y="3306"/>
                </a:lnTo>
                <a:lnTo>
                  <a:pt x="2526" y="3307"/>
                </a:lnTo>
                <a:lnTo>
                  <a:pt x="2526" y="3306"/>
                </a:lnTo>
                <a:lnTo>
                  <a:pt x="2525" y="3306"/>
                </a:lnTo>
                <a:lnTo>
                  <a:pt x="2525" y="3307"/>
                </a:lnTo>
                <a:lnTo>
                  <a:pt x="2524" y="3307"/>
                </a:lnTo>
                <a:lnTo>
                  <a:pt x="2523" y="3307"/>
                </a:lnTo>
                <a:lnTo>
                  <a:pt x="2522" y="3307"/>
                </a:lnTo>
                <a:lnTo>
                  <a:pt x="2522" y="3308"/>
                </a:lnTo>
                <a:lnTo>
                  <a:pt x="2521" y="3308"/>
                </a:lnTo>
                <a:lnTo>
                  <a:pt x="2520" y="3308"/>
                </a:lnTo>
                <a:lnTo>
                  <a:pt x="2520" y="3309"/>
                </a:lnTo>
                <a:lnTo>
                  <a:pt x="2520" y="3308"/>
                </a:lnTo>
                <a:lnTo>
                  <a:pt x="2518" y="3308"/>
                </a:lnTo>
                <a:lnTo>
                  <a:pt x="2517" y="3308"/>
                </a:lnTo>
                <a:lnTo>
                  <a:pt x="2517" y="3309"/>
                </a:lnTo>
                <a:lnTo>
                  <a:pt x="2516" y="3309"/>
                </a:lnTo>
                <a:lnTo>
                  <a:pt x="2515" y="3309"/>
                </a:lnTo>
                <a:lnTo>
                  <a:pt x="2515" y="3308"/>
                </a:lnTo>
                <a:lnTo>
                  <a:pt x="2515" y="3309"/>
                </a:lnTo>
                <a:lnTo>
                  <a:pt x="2514" y="3309"/>
                </a:lnTo>
                <a:lnTo>
                  <a:pt x="2513" y="3309"/>
                </a:lnTo>
                <a:lnTo>
                  <a:pt x="2513" y="3310"/>
                </a:lnTo>
                <a:lnTo>
                  <a:pt x="2512" y="3310"/>
                </a:lnTo>
                <a:lnTo>
                  <a:pt x="2512" y="3311"/>
                </a:lnTo>
                <a:lnTo>
                  <a:pt x="2511" y="3311"/>
                </a:lnTo>
                <a:lnTo>
                  <a:pt x="2510" y="3311"/>
                </a:lnTo>
                <a:lnTo>
                  <a:pt x="2510" y="3312"/>
                </a:lnTo>
                <a:lnTo>
                  <a:pt x="2510" y="3311"/>
                </a:lnTo>
                <a:lnTo>
                  <a:pt x="2510" y="3312"/>
                </a:lnTo>
                <a:lnTo>
                  <a:pt x="2509" y="3312"/>
                </a:lnTo>
                <a:lnTo>
                  <a:pt x="2509" y="3313"/>
                </a:lnTo>
                <a:lnTo>
                  <a:pt x="2509" y="3312"/>
                </a:lnTo>
                <a:lnTo>
                  <a:pt x="2508" y="3312"/>
                </a:lnTo>
                <a:lnTo>
                  <a:pt x="2507" y="3312"/>
                </a:lnTo>
                <a:lnTo>
                  <a:pt x="2507" y="3313"/>
                </a:lnTo>
                <a:lnTo>
                  <a:pt x="2506" y="3313"/>
                </a:lnTo>
                <a:lnTo>
                  <a:pt x="2506" y="3314"/>
                </a:lnTo>
                <a:lnTo>
                  <a:pt x="2505" y="3314"/>
                </a:lnTo>
                <a:lnTo>
                  <a:pt x="2504" y="3314"/>
                </a:lnTo>
                <a:lnTo>
                  <a:pt x="2504" y="3313"/>
                </a:lnTo>
                <a:lnTo>
                  <a:pt x="2504" y="3312"/>
                </a:lnTo>
                <a:lnTo>
                  <a:pt x="2503" y="3312"/>
                </a:lnTo>
                <a:lnTo>
                  <a:pt x="2502" y="3312"/>
                </a:lnTo>
                <a:lnTo>
                  <a:pt x="2502" y="3311"/>
                </a:lnTo>
                <a:lnTo>
                  <a:pt x="2501" y="3311"/>
                </a:lnTo>
                <a:lnTo>
                  <a:pt x="2502" y="3311"/>
                </a:lnTo>
                <a:lnTo>
                  <a:pt x="2502" y="3310"/>
                </a:lnTo>
                <a:lnTo>
                  <a:pt x="2502" y="3309"/>
                </a:lnTo>
                <a:lnTo>
                  <a:pt x="2501" y="3309"/>
                </a:lnTo>
                <a:lnTo>
                  <a:pt x="2500" y="3309"/>
                </a:lnTo>
                <a:lnTo>
                  <a:pt x="2500" y="3308"/>
                </a:lnTo>
                <a:lnTo>
                  <a:pt x="2499" y="3308"/>
                </a:lnTo>
                <a:lnTo>
                  <a:pt x="2498" y="3308"/>
                </a:lnTo>
                <a:lnTo>
                  <a:pt x="2499" y="3308"/>
                </a:lnTo>
                <a:lnTo>
                  <a:pt x="2499" y="3307"/>
                </a:lnTo>
                <a:lnTo>
                  <a:pt x="2500" y="3307"/>
                </a:lnTo>
                <a:lnTo>
                  <a:pt x="2500" y="3306"/>
                </a:lnTo>
                <a:lnTo>
                  <a:pt x="2499" y="3306"/>
                </a:lnTo>
                <a:lnTo>
                  <a:pt x="2500" y="3306"/>
                </a:lnTo>
                <a:lnTo>
                  <a:pt x="2500" y="3305"/>
                </a:lnTo>
                <a:lnTo>
                  <a:pt x="2501" y="3305"/>
                </a:lnTo>
                <a:lnTo>
                  <a:pt x="2501" y="3304"/>
                </a:lnTo>
                <a:lnTo>
                  <a:pt x="2501" y="3303"/>
                </a:lnTo>
                <a:lnTo>
                  <a:pt x="2502" y="3303"/>
                </a:lnTo>
                <a:lnTo>
                  <a:pt x="2502" y="3302"/>
                </a:lnTo>
                <a:lnTo>
                  <a:pt x="2502" y="3301"/>
                </a:lnTo>
                <a:lnTo>
                  <a:pt x="2501" y="3301"/>
                </a:lnTo>
                <a:lnTo>
                  <a:pt x="2501" y="3300"/>
                </a:lnTo>
                <a:lnTo>
                  <a:pt x="2500" y="3300"/>
                </a:lnTo>
                <a:lnTo>
                  <a:pt x="2499" y="3300"/>
                </a:lnTo>
                <a:lnTo>
                  <a:pt x="2498" y="3300"/>
                </a:lnTo>
                <a:lnTo>
                  <a:pt x="2498" y="3299"/>
                </a:lnTo>
                <a:lnTo>
                  <a:pt x="2497" y="3299"/>
                </a:lnTo>
                <a:lnTo>
                  <a:pt x="2496" y="3299"/>
                </a:lnTo>
                <a:lnTo>
                  <a:pt x="2496" y="3298"/>
                </a:lnTo>
                <a:lnTo>
                  <a:pt x="2495" y="3298"/>
                </a:lnTo>
                <a:lnTo>
                  <a:pt x="2495" y="3297"/>
                </a:lnTo>
                <a:lnTo>
                  <a:pt x="2496" y="3297"/>
                </a:lnTo>
                <a:lnTo>
                  <a:pt x="2496" y="3296"/>
                </a:lnTo>
                <a:lnTo>
                  <a:pt x="2495" y="3296"/>
                </a:lnTo>
                <a:lnTo>
                  <a:pt x="2495" y="3295"/>
                </a:lnTo>
                <a:lnTo>
                  <a:pt x="2494" y="3295"/>
                </a:lnTo>
                <a:lnTo>
                  <a:pt x="2494" y="3294"/>
                </a:lnTo>
                <a:lnTo>
                  <a:pt x="2494" y="3293"/>
                </a:lnTo>
                <a:lnTo>
                  <a:pt x="2493" y="3293"/>
                </a:lnTo>
                <a:lnTo>
                  <a:pt x="2494" y="3293"/>
                </a:lnTo>
                <a:lnTo>
                  <a:pt x="2493" y="3293"/>
                </a:lnTo>
                <a:lnTo>
                  <a:pt x="2493" y="3292"/>
                </a:lnTo>
                <a:lnTo>
                  <a:pt x="2493" y="3291"/>
                </a:lnTo>
                <a:lnTo>
                  <a:pt x="2492" y="3291"/>
                </a:lnTo>
                <a:lnTo>
                  <a:pt x="2492" y="3290"/>
                </a:lnTo>
                <a:lnTo>
                  <a:pt x="2493" y="3290"/>
                </a:lnTo>
                <a:lnTo>
                  <a:pt x="2493" y="3289"/>
                </a:lnTo>
                <a:lnTo>
                  <a:pt x="2494" y="3289"/>
                </a:lnTo>
                <a:lnTo>
                  <a:pt x="2495" y="3289"/>
                </a:lnTo>
                <a:lnTo>
                  <a:pt x="2495" y="3290"/>
                </a:lnTo>
                <a:lnTo>
                  <a:pt x="2495" y="3289"/>
                </a:lnTo>
                <a:lnTo>
                  <a:pt x="2496" y="3289"/>
                </a:lnTo>
                <a:lnTo>
                  <a:pt x="2496" y="3288"/>
                </a:lnTo>
                <a:lnTo>
                  <a:pt x="2497" y="3288"/>
                </a:lnTo>
                <a:lnTo>
                  <a:pt x="2496" y="3288"/>
                </a:lnTo>
                <a:lnTo>
                  <a:pt x="2497" y="3288"/>
                </a:lnTo>
                <a:lnTo>
                  <a:pt x="2497" y="3287"/>
                </a:lnTo>
                <a:lnTo>
                  <a:pt x="2497" y="3286"/>
                </a:lnTo>
                <a:lnTo>
                  <a:pt x="2496" y="3285"/>
                </a:lnTo>
                <a:lnTo>
                  <a:pt x="2497" y="3285"/>
                </a:lnTo>
                <a:lnTo>
                  <a:pt x="2496" y="3285"/>
                </a:lnTo>
                <a:lnTo>
                  <a:pt x="2497" y="3285"/>
                </a:lnTo>
                <a:lnTo>
                  <a:pt x="2497" y="3284"/>
                </a:lnTo>
                <a:lnTo>
                  <a:pt x="2496" y="3284"/>
                </a:lnTo>
                <a:lnTo>
                  <a:pt x="2496" y="3283"/>
                </a:lnTo>
                <a:lnTo>
                  <a:pt x="2497" y="3283"/>
                </a:lnTo>
                <a:lnTo>
                  <a:pt x="2498" y="3283"/>
                </a:lnTo>
                <a:lnTo>
                  <a:pt x="2498" y="3282"/>
                </a:lnTo>
                <a:lnTo>
                  <a:pt x="2499" y="3282"/>
                </a:lnTo>
                <a:lnTo>
                  <a:pt x="2499" y="3281"/>
                </a:lnTo>
                <a:lnTo>
                  <a:pt x="2498" y="3281"/>
                </a:lnTo>
                <a:lnTo>
                  <a:pt x="2498" y="3280"/>
                </a:lnTo>
                <a:lnTo>
                  <a:pt x="2498" y="3279"/>
                </a:lnTo>
                <a:lnTo>
                  <a:pt x="2497" y="3279"/>
                </a:lnTo>
                <a:lnTo>
                  <a:pt x="2498" y="3279"/>
                </a:lnTo>
                <a:lnTo>
                  <a:pt x="2498" y="3278"/>
                </a:lnTo>
                <a:lnTo>
                  <a:pt x="2498" y="3277"/>
                </a:lnTo>
                <a:lnTo>
                  <a:pt x="2498" y="3276"/>
                </a:lnTo>
                <a:lnTo>
                  <a:pt x="2498" y="3275"/>
                </a:lnTo>
                <a:lnTo>
                  <a:pt x="2497" y="3275"/>
                </a:lnTo>
                <a:lnTo>
                  <a:pt x="2496" y="3275"/>
                </a:lnTo>
                <a:lnTo>
                  <a:pt x="2495" y="3275"/>
                </a:lnTo>
                <a:lnTo>
                  <a:pt x="2495" y="3274"/>
                </a:lnTo>
                <a:lnTo>
                  <a:pt x="2495" y="3275"/>
                </a:lnTo>
                <a:lnTo>
                  <a:pt x="2494" y="3275"/>
                </a:lnTo>
                <a:lnTo>
                  <a:pt x="2494" y="3274"/>
                </a:lnTo>
                <a:lnTo>
                  <a:pt x="2493" y="3274"/>
                </a:lnTo>
                <a:lnTo>
                  <a:pt x="2492" y="3274"/>
                </a:lnTo>
                <a:lnTo>
                  <a:pt x="2492" y="3273"/>
                </a:lnTo>
                <a:lnTo>
                  <a:pt x="2492" y="3272"/>
                </a:lnTo>
                <a:lnTo>
                  <a:pt x="2493" y="3272"/>
                </a:lnTo>
                <a:lnTo>
                  <a:pt x="2494" y="3271"/>
                </a:lnTo>
                <a:lnTo>
                  <a:pt x="2494" y="3272"/>
                </a:lnTo>
                <a:lnTo>
                  <a:pt x="2494" y="3271"/>
                </a:lnTo>
                <a:lnTo>
                  <a:pt x="2495" y="3271"/>
                </a:lnTo>
                <a:lnTo>
                  <a:pt x="2495" y="3270"/>
                </a:lnTo>
                <a:lnTo>
                  <a:pt x="2494" y="3270"/>
                </a:lnTo>
                <a:lnTo>
                  <a:pt x="2494" y="3269"/>
                </a:lnTo>
                <a:lnTo>
                  <a:pt x="2494" y="3268"/>
                </a:lnTo>
                <a:lnTo>
                  <a:pt x="2494" y="3267"/>
                </a:lnTo>
                <a:lnTo>
                  <a:pt x="2494" y="3266"/>
                </a:lnTo>
                <a:lnTo>
                  <a:pt x="2493" y="3266"/>
                </a:lnTo>
                <a:lnTo>
                  <a:pt x="2493" y="3265"/>
                </a:lnTo>
                <a:lnTo>
                  <a:pt x="2493" y="3264"/>
                </a:lnTo>
                <a:lnTo>
                  <a:pt x="2493" y="3263"/>
                </a:lnTo>
                <a:lnTo>
                  <a:pt x="2492" y="3263"/>
                </a:lnTo>
                <a:lnTo>
                  <a:pt x="2491" y="3263"/>
                </a:lnTo>
                <a:lnTo>
                  <a:pt x="2491" y="3262"/>
                </a:lnTo>
                <a:lnTo>
                  <a:pt x="2490" y="3262"/>
                </a:lnTo>
                <a:lnTo>
                  <a:pt x="2491" y="3262"/>
                </a:lnTo>
                <a:lnTo>
                  <a:pt x="2490" y="3262"/>
                </a:lnTo>
                <a:lnTo>
                  <a:pt x="2490" y="3261"/>
                </a:lnTo>
                <a:lnTo>
                  <a:pt x="2490" y="3262"/>
                </a:lnTo>
                <a:lnTo>
                  <a:pt x="2490" y="3261"/>
                </a:lnTo>
                <a:lnTo>
                  <a:pt x="2490" y="3260"/>
                </a:lnTo>
                <a:lnTo>
                  <a:pt x="2490" y="3259"/>
                </a:lnTo>
                <a:lnTo>
                  <a:pt x="2490" y="3258"/>
                </a:lnTo>
                <a:lnTo>
                  <a:pt x="2490" y="3257"/>
                </a:lnTo>
                <a:lnTo>
                  <a:pt x="2489" y="3257"/>
                </a:lnTo>
                <a:lnTo>
                  <a:pt x="2489" y="3256"/>
                </a:lnTo>
                <a:lnTo>
                  <a:pt x="2489" y="3254"/>
                </a:lnTo>
                <a:lnTo>
                  <a:pt x="2490" y="3254"/>
                </a:lnTo>
                <a:lnTo>
                  <a:pt x="2490" y="3253"/>
                </a:lnTo>
                <a:lnTo>
                  <a:pt x="2490" y="3252"/>
                </a:lnTo>
                <a:lnTo>
                  <a:pt x="2490" y="3253"/>
                </a:lnTo>
                <a:lnTo>
                  <a:pt x="2489" y="3253"/>
                </a:lnTo>
                <a:lnTo>
                  <a:pt x="2488" y="3253"/>
                </a:lnTo>
                <a:lnTo>
                  <a:pt x="2488" y="3252"/>
                </a:lnTo>
                <a:lnTo>
                  <a:pt x="2488" y="3253"/>
                </a:lnTo>
                <a:lnTo>
                  <a:pt x="2487" y="3253"/>
                </a:lnTo>
                <a:lnTo>
                  <a:pt x="2486" y="3253"/>
                </a:lnTo>
                <a:lnTo>
                  <a:pt x="2487" y="3253"/>
                </a:lnTo>
                <a:lnTo>
                  <a:pt x="2487" y="3254"/>
                </a:lnTo>
                <a:lnTo>
                  <a:pt x="2486" y="3254"/>
                </a:lnTo>
                <a:lnTo>
                  <a:pt x="2485" y="3254"/>
                </a:lnTo>
                <a:lnTo>
                  <a:pt x="2485" y="3255"/>
                </a:lnTo>
                <a:lnTo>
                  <a:pt x="2484" y="3255"/>
                </a:lnTo>
                <a:lnTo>
                  <a:pt x="2484" y="3256"/>
                </a:lnTo>
                <a:lnTo>
                  <a:pt x="2483" y="3256"/>
                </a:lnTo>
                <a:lnTo>
                  <a:pt x="2483" y="3257"/>
                </a:lnTo>
                <a:lnTo>
                  <a:pt x="2482" y="3257"/>
                </a:lnTo>
                <a:lnTo>
                  <a:pt x="2482" y="3258"/>
                </a:lnTo>
                <a:lnTo>
                  <a:pt x="2481" y="3258"/>
                </a:lnTo>
                <a:lnTo>
                  <a:pt x="2481" y="3259"/>
                </a:lnTo>
                <a:lnTo>
                  <a:pt x="2480" y="3259"/>
                </a:lnTo>
                <a:lnTo>
                  <a:pt x="2480" y="3260"/>
                </a:lnTo>
                <a:lnTo>
                  <a:pt x="2479" y="3260"/>
                </a:lnTo>
                <a:lnTo>
                  <a:pt x="2478" y="3260"/>
                </a:lnTo>
                <a:lnTo>
                  <a:pt x="2477" y="3260"/>
                </a:lnTo>
                <a:lnTo>
                  <a:pt x="2477" y="3261"/>
                </a:lnTo>
                <a:lnTo>
                  <a:pt x="2477" y="3260"/>
                </a:lnTo>
                <a:lnTo>
                  <a:pt x="2476" y="3261"/>
                </a:lnTo>
                <a:lnTo>
                  <a:pt x="2476" y="3260"/>
                </a:lnTo>
                <a:lnTo>
                  <a:pt x="2476" y="3261"/>
                </a:lnTo>
                <a:lnTo>
                  <a:pt x="2475" y="3261"/>
                </a:lnTo>
                <a:lnTo>
                  <a:pt x="2475" y="3260"/>
                </a:lnTo>
                <a:lnTo>
                  <a:pt x="2475" y="3261"/>
                </a:lnTo>
                <a:lnTo>
                  <a:pt x="2474" y="3260"/>
                </a:lnTo>
                <a:lnTo>
                  <a:pt x="2474" y="3261"/>
                </a:lnTo>
                <a:lnTo>
                  <a:pt x="2473" y="3261"/>
                </a:lnTo>
                <a:lnTo>
                  <a:pt x="2472" y="3261"/>
                </a:lnTo>
                <a:lnTo>
                  <a:pt x="2472" y="3262"/>
                </a:lnTo>
                <a:lnTo>
                  <a:pt x="2472" y="3261"/>
                </a:lnTo>
                <a:lnTo>
                  <a:pt x="2472" y="3262"/>
                </a:lnTo>
                <a:lnTo>
                  <a:pt x="2472" y="3261"/>
                </a:lnTo>
                <a:lnTo>
                  <a:pt x="2471" y="3261"/>
                </a:lnTo>
                <a:lnTo>
                  <a:pt x="2471" y="3262"/>
                </a:lnTo>
                <a:lnTo>
                  <a:pt x="2470" y="3262"/>
                </a:lnTo>
                <a:lnTo>
                  <a:pt x="2469" y="3262"/>
                </a:lnTo>
                <a:lnTo>
                  <a:pt x="2468" y="3262"/>
                </a:lnTo>
                <a:lnTo>
                  <a:pt x="2468" y="3263"/>
                </a:lnTo>
                <a:lnTo>
                  <a:pt x="2467" y="3263"/>
                </a:lnTo>
                <a:lnTo>
                  <a:pt x="2467" y="3264"/>
                </a:lnTo>
                <a:lnTo>
                  <a:pt x="2467" y="3265"/>
                </a:lnTo>
                <a:lnTo>
                  <a:pt x="2466" y="3265"/>
                </a:lnTo>
                <a:lnTo>
                  <a:pt x="2466" y="3266"/>
                </a:lnTo>
                <a:lnTo>
                  <a:pt x="2465" y="3266"/>
                </a:lnTo>
                <a:lnTo>
                  <a:pt x="2465" y="3267"/>
                </a:lnTo>
                <a:lnTo>
                  <a:pt x="2465" y="3266"/>
                </a:lnTo>
                <a:lnTo>
                  <a:pt x="2465" y="3267"/>
                </a:lnTo>
                <a:lnTo>
                  <a:pt x="2464" y="3267"/>
                </a:lnTo>
                <a:lnTo>
                  <a:pt x="2463" y="3268"/>
                </a:lnTo>
                <a:lnTo>
                  <a:pt x="2463" y="3269"/>
                </a:lnTo>
                <a:lnTo>
                  <a:pt x="2462" y="3269"/>
                </a:lnTo>
                <a:lnTo>
                  <a:pt x="2462" y="3270"/>
                </a:lnTo>
                <a:lnTo>
                  <a:pt x="2461" y="3270"/>
                </a:lnTo>
                <a:lnTo>
                  <a:pt x="2461" y="3271"/>
                </a:lnTo>
                <a:lnTo>
                  <a:pt x="2461" y="3272"/>
                </a:lnTo>
                <a:lnTo>
                  <a:pt x="2461" y="3273"/>
                </a:lnTo>
                <a:lnTo>
                  <a:pt x="2461" y="3274"/>
                </a:lnTo>
                <a:lnTo>
                  <a:pt x="2460" y="3274"/>
                </a:lnTo>
                <a:lnTo>
                  <a:pt x="2459" y="3274"/>
                </a:lnTo>
                <a:lnTo>
                  <a:pt x="2458" y="3274"/>
                </a:lnTo>
                <a:lnTo>
                  <a:pt x="2458" y="3275"/>
                </a:lnTo>
                <a:lnTo>
                  <a:pt x="2457" y="3275"/>
                </a:lnTo>
                <a:lnTo>
                  <a:pt x="2457" y="3276"/>
                </a:lnTo>
                <a:lnTo>
                  <a:pt x="2456" y="3276"/>
                </a:lnTo>
                <a:lnTo>
                  <a:pt x="2456" y="3277"/>
                </a:lnTo>
                <a:lnTo>
                  <a:pt x="2456" y="3278"/>
                </a:lnTo>
                <a:lnTo>
                  <a:pt x="2455" y="3278"/>
                </a:lnTo>
                <a:lnTo>
                  <a:pt x="2455" y="3279"/>
                </a:lnTo>
                <a:lnTo>
                  <a:pt x="2454" y="3279"/>
                </a:lnTo>
                <a:lnTo>
                  <a:pt x="2454" y="3280"/>
                </a:lnTo>
                <a:lnTo>
                  <a:pt x="2453" y="3280"/>
                </a:lnTo>
                <a:lnTo>
                  <a:pt x="2453" y="3279"/>
                </a:lnTo>
                <a:lnTo>
                  <a:pt x="2452" y="3279"/>
                </a:lnTo>
                <a:lnTo>
                  <a:pt x="2452" y="3280"/>
                </a:lnTo>
                <a:lnTo>
                  <a:pt x="2451" y="3280"/>
                </a:lnTo>
                <a:lnTo>
                  <a:pt x="2451" y="3281"/>
                </a:lnTo>
                <a:lnTo>
                  <a:pt x="2451" y="3282"/>
                </a:lnTo>
                <a:lnTo>
                  <a:pt x="2450" y="3282"/>
                </a:lnTo>
                <a:lnTo>
                  <a:pt x="2450" y="3283"/>
                </a:lnTo>
                <a:lnTo>
                  <a:pt x="2449" y="3283"/>
                </a:lnTo>
                <a:lnTo>
                  <a:pt x="2448" y="3283"/>
                </a:lnTo>
                <a:lnTo>
                  <a:pt x="2447" y="3283"/>
                </a:lnTo>
                <a:lnTo>
                  <a:pt x="2446" y="3283"/>
                </a:lnTo>
                <a:lnTo>
                  <a:pt x="2446" y="3284"/>
                </a:lnTo>
                <a:lnTo>
                  <a:pt x="2445" y="3284"/>
                </a:lnTo>
                <a:lnTo>
                  <a:pt x="2444" y="3284"/>
                </a:lnTo>
                <a:lnTo>
                  <a:pt x="2444" y="3285"/>
                </a:lnTo>
                <a:lnTo>
                  <a:pt x="2444" y="3284"/>
                </a:lnTo>
                <a:lnTo>
                  <a:pt x="2444" y="3285"/>
                </a:lnTo>
                <a:lnTo>
                  <a:pt x="2443" y="3284"/>
                </a:lnTo>
                <a:lnTo>
                  <a:pt x="2443" y="3285"/>
                </a:lnTo>
                <a:lnTo>
                  <a:pt x="2442" y="3285"/>
                </a:lnTo>
                <a:lnTo>
                  <a:pt x="2442" y="3286"/>
                </a:lnTo>
                <a:lnTo>
                  <a:pt x="2441" y="3286"/>
                </a:lnTo>
                <a:lnTo>
                  <a:pt x="2440" y="3286"/>
                </a:lnTo>
                <a:lnTo>
                  <a:pt x="2440" y="3285"/>
                </a:lnTo>
                <a:lnTo>
                  <a:pt x="2439" y="3285"/>
                </a:lnTo>
                <a:lnTo>
                  <a:pt x="2438" y="3285"/>
                </a:lnTo>
                <a:lnTo>
                  <a:pt x="2438" y="3284"/>
                </a:lnTo>
                <a:lnTo>
                  <a:pt x="2437" y="3284"/>
                </a:lnTo>
                <a:lnTo>
                  <a:pt x="2436" y="3284"/>
                </a:lnTo>
                <a:lnTo>
                  <a:pt x="2435" y="3284"/>
                </a:lnTo>
                <a:lnTo>
                  <a:pt x="2434" y="3284"/>
                </a:lnTo>
                <a:lnTo>
                  <a:pt x="2434" y="3285"/>
                </a:lnTo>
                <a:lnTo>
                  <a:pt x="2433" y="3285"/>
                </a:lnTo>
                <a:lnTo>
                  <a:pt x="2432" y="3285"/>
                </a:lnTo>
                <a:lnTo>
                  <a:pt x="2432" y="3284"/>
                </a:lnTo>
                <a:lnTo>
                  <a:pt x="2431" y="3284"/>
                </a:lnTo>
                <a:lnTo>
                  <a:pt x="2431" y="3283"/>
                </a:lnTo>
                <a:lnTo>
                  <a:pt x="2431" y="3282"/>
                </a:lnTo>
                <a:lnTo>
                  <a:pt x="2430" y="3282"/>
                </a:lnTo>
                <a:lnTo>
                  <a:pt x="2431" y="3282"/>
                </a:lnTo>
                <a:lnTo>
                  <a:pt x="2431" y="3281"/>
                </a:lnTo>
                <a:lnTo>
                  <a:pt x="2431" y="3280"/>
                </a:lnTo>
                <a:lnTo>
                  <a:pt x="2430" y="3280"/>
                </a:lnTo>
                <a:lnTo>
                  <a:pt x="2429" y="3280"/>
                </a:lnTo>
                <a:lnTo>
                  <a:pt x="2429" y="3279"/>
                </a:lnTo>
                <a:lnTo>
                  <a:pt x="2429" y="3280"/>
                </a:lnTo>
                <a:lnTo>
                  <a:pt x="2429" y="3279"/>
                </a:lnTo>
                <a:lnTo>
                  <a:pt x="2429" y="3278"/>
                </a:lnTo>
                <a:lnTo>
                  <a:pt x="2428" y="3278"/>
                </a:lnTo>
                <a:lnTo>
                  <a:pt x="2428" y="3277"/>
                </a:lnTo>
                <a:lnTo>
                  <a:pt x="2427" y="3277"/>
                </a:lnTo>
                <a:lnTo>
                  <a:pt x="2426" y="3277"/>
                </a:lnTo>
                <a:lnTo>
                  <a:pt x="2426" y="3278"/>
                </a:lnTo>
                <a:lnTo>
                  <a:pt x="2425" y="3278"/>
                </a:lnTo>
                <a:lnTo>
                  <a:pt x="2424" y="3278"/>
                </a:lnTo>
                <a:lnTo>
                  <a:pt x="2423" y="3278"/>
                </a:lnTo>
                <a:lnTo>
                  <a:pt x="2422" y="3278"/>
                </a:lnTo>
                <a:lnTo>
                  <a:pt x="2421" y="3278"/>
                </a:lnTo>
                <a:lnTo>
                  <a:pt x="2420" y="3278"/>
                </a:lnTo>
                <a:lnTo>
                  <a:pt x="2420" y="3279"/>
                </a:lnTo>
                <a:lnTo>
                  <a:pt x="2419" y="3279"/>
                </a:lnTo>
                <a:lnTo>
                  <a:pt x="2419" y="3280"/>
                </a:lnTo>
                <a:lnTo>
                  <a:pt x="2418" y="3280"/>
                </a:lnTo>
                <a:lnTo>
                  <a:pt x="2418" y="3281"/>
                </a:lnTo>
                <a:lnTo>
                  <a:pt x="2417" y="3281"/>
                </a:lnTo>
                <a:lnTo>
                  <a:pt x="2417" y="3282"/>
                </a:lnTo>
                <a:lnTo>
                  <a:pt x="2416" y="3282"/>
                </a:lnTo>
                <a:lnTo>
                  <a:pt x="2416" y="3283"/>
                </a:lnTo>
                <a:lnTo>
                  <a:pt x="2415" y="3283"/>
                </a:lnTo>
                <a:lnTo>
                  <a:pt x="2415" y="3282"/>
                </a:lnTo>
                <a:lnTo>
                  <a:pt x="2414" y="3282"/>
                </a:lnTo>
                <a:lnTo>
                  <a:pt x="2414" y="3283"/>
                </a:lnTo>
                <a:lnTo>
                  <a:pt x="2413" y="3283"/>
                </a:lnTo>
                <a:lnTo>
                  <a:pt x="2413" y="3284"/>
                </a:lnTo>
                <a:lnTo>
                  <a:pt x="2412" y="3284"/>
                </a:lnTo>
                <a:lnTo>
                  <a:pt x="2411" y="3284"/>
                </a:lnTo>
                <a:lnTo>
                  <a:pt x="2410" y="3284"/>
                </a:lnTo>
                <a:lnTo>
                  <a:pt x="2410" y="3283"/>
                </a:lnTo>
                <a:lnTo>
                  <a:pt x="2409" y="3283"/>
                </a:lnTo>
                <a:lnTo>
                  <a:pt x="2409" y="3282"/>
                </a:lnTo>
                <a:lnTo>
                  <a:pt x="2408" y="3282"/>
                </a:lnTo>
                <a:lnTo>
                  <a:pt x="2408" y="3281"/>
                </a:lnTo>
                <a:lnTo>
                  <a:pt x="2408" y="3280"/>
                </a:lnTo>
                <a:lnTo>
                  <a:pt x="2407" y="3280"/>
                </a:lnTo>
                <a:lnTo>
                  <a:pt x="2407" y="3279"/>
                </a:lnTo>
                <a:lnTo>
                  <a:pt x="2406" y="3279"/>
                </a:lnTo>
                <a:lnTo>
                  <a:pt x="2405" y="3279"/>
                </a:lnTo>
                <a:lnTo>
                  <a:pt x="2405" y="3280"/>
                </a:lnTo>
                <a:lnTo>
                  <a:pt x="2405" y="3281"/>
                </a:lnTo>
                <a:lnTo>
                  <a:pt x="2405" y="3282"/>
                </a:lnTo>
                <a:lnTo>
                  <a:pt x="2404" y="3282"/>
                </a:lnTo>
                <a:lnTo>
                  <a:pt x="2403" y="3282"/>
                </a:lnTo>
                <a:lnTo>
                  <a:pt x="2403" y="3281"/>
                </a:lnTo>
                <a:lnTo>
                  <a:pt x="2402" y="3281"/>
                </a:lnTo>
                <a:lnTo>
                  <a:pt x="2402" y="3280"/>
                </a:lnTo>
                <a:lnTo>
                  <a:pt x="2401" y="3280"/>
                </a:lnTo>
                <a:lnTo>
                  <a:pt x="2400" y="3280"/>
                </a:lnTo>
                <a:lnTo>
                  <a:pt x="2400" y="3279"/>
                </a:lnTo>
                <a:lnTo>
                  <a:pt x="2400" y="3278"/>
                </a:lnTo>
                <a:lnTo>
                  <a:pt x="2400" y="3277"/>
                </a:lnTo>
                <a:lnTo>
                  <a:pt x="2400" y="3276"/>
                </a:lnTo>
                <a:lnTo>
                  <a:pt x="2400" y="3275"/>
                </a:lnTo>
                <a:lnTo>
                  <a:pt x="2400" y="3274"/>
                </a:lnTo>
                <a:lnTo>
                  <a:pt x="2400" y="3273"/>
                </a:lnTo>
                <a:lnTo>
                  <a:pt x="2399" y="3273"/>
                </a:lnTo>
                <a:lnTo>
                  <a:pt x="2399" y="3272"/>
                </a:lnTo>
                <a:lnTo>
                  <a:pt x="2399" y="3271"/>
                </a:lnTo>
                <a:lnTo>
                  <a:pt x="2399" y="3270"/>
                </a:lnTo>
                <a:lnTo>
                  <a:pt x="2400" y="3270"/>
                </a:lnTo>
                <a:lnTo>
                  <a:pt x="2400" y="3269"/>
                </a:lnTo>
                <a:lnTo>
                  <a:pt x="2401" y="3269"/>
                </a:lnTo>
                <a:lnTo>
                  <a:pt x="2401" y="3268"/>
                </a:lnTo>
                <a:lnTo>
                  <a:pt x="2401" y="3267"/>
                </a:lnTo>
                <a:lnTo>
                  <a:pt x="2402" y="3267"/>
                </a:lnTo>
                <a:lnTo>
                  <a:pt x="2402" y="3266"/>
                </a:lnTo>
                <a:lnTo>
                  <a:pt x="2403" y="3266"/>
                </a:lnTo>
                <a:lnTo>
                  <a:pt x="2403" y="3265"/>
                </a:lnTo>
                <a:lnTo>
                  <a:pt x="2404" y="3265"/>
                </a:lnTo>
                <a:lnTo>
                  <a:pt x="2404" y="3266"/>
                </a:lnTo>
                <a:lnTo>
                  <a:pt x="2405" y="3266"/>
                </a:lnTo>
                <a:lnTo>
                  <a:pt x="2405" y="3265"/>
                </a:lnTo>
                <a:lnTo>
                  <a:pt x="2405" y="3264"/>
                </a:lnTo>
                <a:lnTo>
                  <a:pt x="2404" y="3264"/>
                </a:lnTo>
                <a:lnTo>
                  <a:pt x="2404" y="3263"/>
                </a:lnTo>
                <a:lnTo>
                  <a:pt x="2403" y="3263"/>
                </a:lnTo>
                <a:lnTo>
                  <a:pt x="2403" y="3262"/>
                </a:lnTo>
                <a:lnTo>
                  <a:pt x="2402" y="3262"/>
                </a:lnTo>
                <a:lnTo>
                  <a:pt x="2402" y="3261"/>
                </a:lnTo>
                <a:lnTo>
                  <a:pt x="2401" y="3261"/>
                </a:lnTo>
                <a:lnTo>
                  <a:pt x="2402" y="3261"/>
                </a:lnTo>
                <a:lnTo>
                  <a:pt x="2401" y="3261"/>
                </a:lnTo>
                <a:lnTo>
                  <a:pt x="2401" y="3260"/>
                </a:lnTo>
                <a:lnTo>
                  <a:pt x="2400" y="3260"/>
                </a:lnTo>
                <a:lnTo>
                  <a:pt x="2399" y="3260"/>
                </a:lnTo>
                <a:lnTo>
                  <a:pt x="2399" y="3261"/>
                </a:lnTo>
                <a:lnTo>
                  <a:pt x="2399" y="3260"/>
                </a:lnTo>
                <a:lnTo>
                  <a:pt x="2398" y="3260"/>
                </a:lnTo>
                <a:lnTo>
                  <a:pt x="2397" y="3260"/>
                </a:lnTo>
                <a:lnTo>
                  <a:pt x="2397" y="3261"/>
                </a:lnTo>
                <a:lnTo>
                  <a:pt x="2396" y="3261"/>
                </a:lnTo>
                <a:lnTo>
                  <a:pt x="2395" y="3261"/>
                </a:lnTo>
                <a:lnTo>
                  <a:pt x="2395" y="3262"/>
                </a:lnTo>
                <a:lnTo>
                  <a:pt x="2394" y="3262"/>
                </a:lnTo>
                <a:lnTo>
                  <a:pt x="2394" y="3263"/>
                </a:lnTo>
                <a:lnTo>
                  <a:pt x="2393" y="3263"/>
                </a:lnTo>
                <a:lnTo>
                  <a:pt x="2393" y="3264"/>
                </a:lnTo>
                <a:lnTo>
                  <a:pt x="2394" y="3264"/>
                </a:lnTo>
                <a:lnTo>
                  <a:pt x="2393" y="3264"/>
                </a:lnTo>
                <a:lnTo>
                  <a:pt x="2393" y="3263"/>
                </a:lnTo>
                <a:lnTo>
                  <a:pt x="2392" y="3263"/>
                </a:lnTo>
                <a:lnTo>
                  <a:pt x="2392" y="3262"/>
                </a:lnTo>
                <a:lnTo>
                  <a:pt x="2392" y="3261"/>
                </a:lnTo>
                <a:lnTo>
                  <a:pt x="2391" y="3261"/>
                </a:lnTo>
                <a:lnTo>
                  <a:pt x="2390" y="3261"/>
                </a:lnTo>
                <a:lnTo>
                  <a:pt x="2389" y="3261"/>
                </a:lnTo>
                <a:lnTo>
                  <a:pt x="2389" y="3260"/>
                </a:lnTo>
                <a:lnTo>
                  <a:pt x="2389" y="3261"/>
                </a:lnTo>
                <a:lnTo>
                  <a:pt x="2389" y="3260"/>
                </a:lnTo>
                <a:lnTo>
                  <a:pt x="2388" y="3260"/>
                </a:lnTo>
                <a:lnTo>
                  <a:pt x="2388" y="3259"/>
                </a:lnTo>
                <a:lnTo>
                  <a:pt x="2388" y="3258"/>
                </a:lnTo>
                <a:lnTo>
                  <a:pt x="2387" y="3258"/>
                </a:lnTo>
                <a:lnTo>
                  <a:pt x="2387" y="3257"/>
                </a:lnTo>
                <a:lnTo>
                  <a:pt x="2387" y="3256"/>
                </a:lnTo>
                <a:lnTo>
                  <a:pt x="2387" y="3255"/>
                </a:lnTo>
                <a:lnTo>
                  <a:pt x="2386" y="3255"/>
                </a:lnTo>
                <a:lnTo>
                  <a:pt x="2386" y="3254"/>
                </a:lnTo>
                <a:lnTo>
                  <a:pt x="2386" y="3253"/>
                </a:lnTo>
                <a:lnTo>
                  <a:pt x="2386" y="3252"/>
                </a:lnTo>
                <a:lnTo>
                  <a:pt x="2385" y="3252"/>
                </a:lnTo>
                <a:lnTo>
                  <a:pt x="2385" y="3251"/>
                </a:lnTo>
                <a:lnTo>
                  <a:pt x="2385" y="3250"/>
                </a:lnTo>
                <a:lnTo>
                  <a:pt x="2385" y="3249"/>
                </a:lnTo>
                <a:lnTo>
                  <a:pt x="2384" y="3249"/>
                </a:lnTo>
                <a:lnTo>
                  <a:pt x="2384" y="3248"/>
                </a:lnTo>
                <a:lnTo>
                  <a:pt x="2384" y="3247"/>
                </a:lnTo>
                <a:lnTo>
                  <a:pt x="2384" y="3246"/>
                </a:lnTo>
                <a:lnTo>
                  <a:pt x="2384" y="3245"/>
                </a:lnTo>
                <a:lnTo>
                  <a:pt x="2384" y="3244"/>
                </a:lnTo>
                <a:lnTo>
                  <a:pt x="2384" y="3243"/>
                </a:lnTo>
                <a:lnTo>
                  <a:pt x="2385" y="3243"/>
                </a:lnTo>
                <a:lnTo>
                  <a:pt x="2385" y="3242"/>
                </a:lnTo>
                <a:lnTo>
                  <a:pt x="2386" y="3242"/>
                </a:lnTo>
                <a:lnTo>
                  <a:pt x="2386" y="3241"/>
                </a:lnTo>
                <a:lnTo>
                  <a:pt x="2385" y="3241"/>
                </a:lnTo>
                <a:lnTo>
                  <a:pt x="2385" y="3239"/>
                </a:lnTo>
                <a:lnTo>
                  <a:pt x="2386" y="3239"/>
                </a:lnTo>
                <a:lnTo>
                  <a:pt x="2387" y="3239"/>
                </a:lnTo>
                <a:lnTo>
                  <a:pt x="2387" y="3238"/>
                </a:lnTo>
                <a:lnTo>
                  <a:pt x="2387" y="3237"/>
                </a:lnTo>
                <a:lnTo>
                  <a:pt x="2388" y="3237"/>
                </a:lnTo>
                <a:lnTo>
                  <a:pt x="2387" y="3237"/>
                </a:lnTo>
                <a:lnTo>
                  <a:pt x="2387" y="3236"/>
                </a:lnTo>
                <a:lnTo>
                  <a:pt x="2388" y="3236"/>
                </a:lnTo>
                <a:lnTo>
                  <a:pt x="2388" y="3235"/>
                </a:lnTo>
                <a:lnTo>
                  <a:pt x="2388" y="3234"/>
                </a:lnTo>
                <a:lnTo>
                  <a:pt x="2388" y="3233"/>
                </a:lnTo>
                <a:lnTo>
                  <a:pt x="2389" y="3233"/>
                </a:lnTo>
                <a:lnTo>
                  <a:pt x="2389" y="3232"/>
                </a:lnTo>
                <a:lnTo>
                  <a:pt x="2389" y="3231"/>
                </a:lnTo>
                <a:lnTo>
                  <a:pt x="2388" y="3231"/>
                </a:lnTo>
                <a:lnTo>
                  <a:pt x="2388" y="3230"/>
                </a:lnTo>
                <a:lnTo>
                  <a:pt x="2387" y="3230"/>
                </a:lnTo>
                <a:lnTo>
                  <a:pt x="2387" y="3229"/>
                </a:lnTo>
                <a:lnTo>
                  <a:pt x="2386" y="3229"/>
                </a:lnTo>
                <a:lnTo>
                  <a:pt x="2386" y="3228"/>
                </a:lnTo>
                <a:lnTo>
                  <a:pt x="2386" y="3227"/>
                </a:lnTo>
                <a:lnTo>
                  <a:pt x="2385" y="3227"/>
                </a:lnTo>
                <a:lnTo>
                  <a:pt x="2385" y="3226"/>
                </a:lnTo>
                <a:lnTo>
                  <a:pt x="2385" y="3225"/>
                </a:lnTo>
                <a:lnTo>
                  <a:pt x="2386" y="3225"/>
                </a:lnTo>
                <a:lnTo>
                  <a:pt x="2386" y="3224"/>
                </a:lnTo>
                <a:lnTo>
                  <a:pt x="2385" y="3224"/>
                </a:lnTo>
                <a:lnTo>
                  <a:pt x="2384" y="3224"/>
                </a:lnTo>
                <a:lnTo>
                  <a:pt x="2384" y="3223"/>
                </a:lnTo>
                <a:lnTo>
                  <a:pt x="2383" y="3223"/>
                </a:lnTo>
                <a:lnTo>
                  <a:pt x="2383" y="3224"/>
                </a:lnTo>
                <a:lnTo>
                  <a:pt x="2383" y="3223"/>
                </a:lnTo>
                <a:lnTo>
                  <a:pt x="2382" y="3223"/>
                </a:lnTo>
                <a:lnTo>
                  <a:pt x="2382" y="3224"/>
                </a:lnTo>
                <a:lnTo>
                  <a:pt x="2381" y="3224"/>
                </a:lnTo>
                <a:lnTo>
                  <a:pt x="2381" y="3223"/>
                </a:lnTo>
                <a:lnTo>
                  <a:pt x="2380" y="3223"/>
                </a:lnTo>
                <a:lnTo>
                  <a:pt x="2379" y="3223"/>
                </a:lnTo>
                <a:lnTo>
                  <a:pt x="2379" y="3222"/>
                </a:lnTo>
                <a:lnTo>
                  <a:pt x="2379" y="3223"/>
                </a:lnTo>
                <a:lnTo>
                  <a:pt x="2378" y="3223"/>
                </a:lnTo>
                <a:lnTo>
                  <a:pt x="2378" y="3222"/>
                </a:lnTo>
                <a:lnTo>
                  <a:pt x="2378" y="3223"/>
                </a:lnTo>
                <a:lnTo>
                  <a:pt x="2377" y="3223"/>
                </a:lnTo>
                <a:lnTo>
                  <a:pt x="2377" y="3224"/>
                </a:lnTo>
                <a:lnTo>
                  <a:pt x="2377" y="3225"/>
                </a:lnTo>
                <a:lnTo>
                  <a:pt x="2378" y="3225"/>
                </a:lnTo>
                <a:lnTo>
                  <a:pt x="2378" y="3226"/>
                </a:lnTo>
                <a:lnTo>
                  <a:pt x="2377" y="3226"/>
                </a:lnTo>
                <a:lnTo>
                  <a:pt x="2377" y="3227"/>
                </a:lnTo>
                <a:lnTo>
                  <a:pt x="2376" y="3227"/>
                </a:lnTo>
                <a:lnTo>
                  <a:pt x="2375" y="3227"/>
                </a:lnTo>
                <a:lnTo>
                  <a:pt x="2374" y="3227"/>
                </a:lnTo>
                <a:lnTo>
                  <a:pt x="2374" y="3226"/>
                </a:lnTo>
                <a:lnTo>
                  <a:pt x="2374" y="3225"/>
                </a:lnTo>
                <a:lnTo>
                  <a:pt x="2373" y="3225"/>
                </a:lnTo>
                <a:lnTo>
                  <a:pt x="2372" y="3225"/>
                </a:lnTo>
                <a:lnTo>
                  <a:pt x="2372" y="3224"/>
                </a:lnTo>
                <a:lnTo>
                  <a:pt x="2371" y="3224"/>
                </a:lnTo>
                <a:lnTo>
                  <a:pt x="2370" y="3224"/>
                </a:lnTo>
                <a:lnTo>
                  <a:pt x="2369" y="3224"/>
                </a:lnTo>
                <a:lnTo>
                  <a:pt x="2369" y="3223"/>
                </a:lnTo>
                <a:lnTo>
                  <a:pt x="2368" y="3223"/>
                </a:lnTo>
                <a:lnTo>
                  <a:pt x="2368" y="3222"/>
                </a:lnTo>
                <a:lnTo>
                  <a:pt x="2368" y="3223"/>
                </a:lnTo>
                <a:lnTo>
                  <a:pt x="2367" y="3223"/>
                </a:lnTo>
                <a:lnTo>
                  <a:pt x="2367" y="3222"/>
                </a:lnTo>
                <a:lnTo>
                  <a:pt x="2366" y="3222"/>
                </a:lnTo>
                <a:lnTo>
                  <a:pt x="2365" y="3222"/>
                </a:lnTo>
                <a:lnTo>
                  <a:pt x="2365" y="3223"/>
                </a:lnTo>
                <a:lnTo>
                  <a:pt x="2364" y="3223"/>
                </a:lnTo>
                <a:lnTo>
                  <a:pt x="2364" y="3224"/>
                </a:lnTo>
                <a:lnTo>
                  <a:pt x="2364" y="3225"/>
                </a:lnTo>
                <a:lnTo>
                  <a:pt x="2363" y="3225"/>
                </a:lnTo>
                <a:lnTo>
                  <a:pt x="2363" y="3226"/>
                </a:lnTo>
                <a:lnTo>
                  <a:pt x="2363" y="3225"/>
                </a:lnTo>
                <a:lnTo>
                  <a:pt x="2362" y="3225"/>
                </a:lnTo>
                <a:lnTo>
                  <a:pt x="2362" y="3226"/>
                </a:lnTo>
                <a:lnTo>
                  <a:pt x="2362" y="3225"/>
                </a:lnTo>
                <a:lnTo>
                  <a:pt x="2362" y="3226"/>
                </a:lnTo>
                <a:lnTo>
                  <a:pt x="2362" y="3225"/>
                </a:lnTo>
                <a:lnTo>
                  <a:pt x="2361" y="3225"/>
                </a:lnTo>
                <a:lnTo>
                  <a:pt x="2361" y="3224"/>
                </a:lnTo>
                <a:lnTo>
                  <a:pt x="2362" y="3224"/>
                </a:lnTo>
                <a:lnTo>
                  <a:pt x="2361" y="3224"/>
                </a:lnTo>
                <a:lnTo>
                  <a:pt x="2362" y="3224"/>
                </a:lnTo>
                <a:lnTo>
                  <a:pt x="2361" y="3223"/>
                </a:lnTo>
                <a:lnTo>
                  <a:pt x="2362" y="3223"/>
                </a:lnTo>
                <a:lnTo>
                  <a:pt x="2362" y="3222"/>
                </a:lnTo>
                <a:lnTo>
                  <a:pt x="2361" y="3222"/>
                </a:lnTo>
                <a:lnTo>
                  <a:pt x="2360" y="3222"/>
                </a:lnTo>
                <a:lnTo>
                  <a:pt x="2359" y="3222"/>
                </a:lnTo>
                <a:lnTo>
                  <a:pt x="2359" y="3221"/>
                </a:lnTo>
                <a:lnTo>
                  <a:pt x="2358" y="3221"/>
                </a:lnTo>
                <a:lnTo>
                  <a:pt x="2358" y="3220"/>
                </a:lnTo>
                <a:lnTo>
                  <a:pt x="2357" y="3220"/>
                </a:lnTo>
                <a:lnTo>
                  <a:pt x="2357" y="3219"/>
                </a:lnTo>
                <a:lnTo>
                  <a:pt x="2358" y="3219"/>
                </a:lnTo>
                <a:lnTo>
                  <a:pt x="2357" y="3219"/>
                </a:lnTo>
                <a:lnTo>
                  <a:pt x="2356" y="3219"/>
                </a:lnTo>
                <a:lnTo>
                  <a:pt x="2355" y="3219"/>
                </a:lnTo>
                <a:lnTo>
                  <a:pt x="2355" y="3220"/>
                </a:lnTo>
                <a:lnTo>
                  <a:pt x="2354" y="3220"/>
                </a:lnTo>
                <a:lnTo>
                  <a:pt x="2354" y="3219"/>
                </a:lnTo>
                <a:lnTo>
                  <a:pt x="2353" y="3219"/>
                </a:lnTo>
                <a:lnTo>
                  <a:pt x="2353" y="3218"/>
                </a:lnTo>
                <a:lnTo>
                  <a:pt x="2352" y="3218"/>
                </a:lnTo>
                <a:lnTo>
                  <a:pt x="2352" y="3219"/>
                </a:lnTo>
                <a:lnTo>
                  <a:pt x="2351" y="3219"/>
                </a:lnTo>
                <a:lnTo>
                  <a:pt x="2350" y="3219"/>
                </a:lnTo>
                <a:lnTo>
                  <a:pt x="2350" y="3218"/>
                </a:lnTo>
                <a:lnTo>
                  <a:pt x="2349" y="3218"/>
                </a:lnTo>
                <a:lnTo>
                  <a:pt x="2349" y="3219"/>
                </a:lnTo>
                <a:lnTo>
                  <a:pt x="2349" y="3218"/>
                </a:lnTo>
                <a:lnTo>
                  <a:pt x="2348" y="3218"/>
                </a:lnTo>
                <a:lnTo>
                  <a:pt x="2347" y="3218"/>
                </a:lnTo>
                <a:lnTo>
                  <a:pt x="2347" y="3219"/>
                </a:lnTo>
                <a:lnTo>
                  <a:pt x="2346" y="3219"/>
                </a:lnTo>
                <a:lnTo>
                  <a:pt x="2346" y="3220"/>
                </a:lnTo>
                <a:lnTo>
                  <a:pt x="2346" y="3219"/>
                </a:lnTo>
                <a:lnTo>
                  <a:pt x="2345" y="3219"/>
                </a:lnTo>
                <a:lnTo>
                  <a:pt x="2345" y="3218"/>
                </a:lnTo>
                <a:lnTo>
                  <a:pt x="2344" y="3218"/>
                </a:lnTo>
                <a:lnTo>
                  <a:pt x="2344" y="3217"/>
                </a:lnTo>
                <a:lnTo>
                  <a:pt x="2343" y="3217"/>
                </a:lnTo>
                <a:lnTo>
                  <a:pt x="2342" y="3216"/>
                </a:lnTo>
                <a:lnTo>
                  <a:pt x="2343" y="3216"/>
                </a:lnTo>
                <a:lnTo>
                  <a:pt x="2342" y="3216"/>
                </a:lnTo>
                <a:lnTo>
                  <a:pt x="2341" y="3216"/>
                </a:lnTo>
                <a:lnTo>
                  <a:pt x="2341" y="3217"/>
                </a:lnTo>
                <a:lnTo>
                  <a:pt x="2340" y="3217"/>
                </a:lnTo>
                <a:lnTo>
                  <a:pt x="2340" y="3218"/>
                </a:lnTo>
                <a:lnTo>
                  <a:pt x="2339" y="3218"/>
                </a:lnTo>
                <a:lnTo>
                  <a:pt x="2338" y="3218"/>
                </a:lnTo>
                <a:lnTo>
                  <a:pt x="2338" y="3219"/>
                </a:lnTo>
                <a:lnTo>
                  <a:pt x="2337" y="3219"/>
                </a:lnTo>
                <a:lnTo>
                  <a:pt x="2337" y="3218"/>
                </a:lnTo>
                <a:lnTo>
                  <a:pt x="2337" y="3219"/>
                </a:lnTo>
                <a:lnTo>
                  <a:pt x="2336" y="3219"/>
                </a:lnTo>
                <a:lnTo>
                  <a:pt x="2336" y="3220"/>
                </a:lnTo>
                <a:lnTo>
                  <a:pt x="2336" y="3219"/>
                </a:lnTo>
                <a:lnTo>
                  <a:pt x="2335" y="3219"/>
                </a:lnTo>
                <a:lnTo>
                  <a:pt x="2335" y="3220"/>
                </a:lnTo>
                <a:lnTo>
                  <a:pt x="2334" y="3220"/>
                </a:lnTo>
                <a:lnTo>
                  <a:pt x="2334" y="3219"/>
                </a:lnTo>
                <a:lnTo>
                  <a:pt x="2333" y="3219"/>
                </a:lnTo>
                <a:lnTo>
                  <a:pt x="2332" y="3219"/>
                </a:lnTo>
                <a:lnTo>
                  <a:pt x="2332" y="3220"/>
                </a:lnTo>
                <a:lnTo>
                  <a:pt x="2331" y="3220"/>
                </a:lnTo>
                <a:lnTo>
                  <a:pt x="2330" y="3220"/>
                </a:lnTo>
                <a:lnTo>
                  <a:pt x="2330" y="3219"/>
                </a:lnTo>
                <a:lnTo>
                  <a:pt x="2330" y="3220"/>
                </a:lnTo>
                <a:lnTo>
                  <a:pt x="2329" y="3220"/>
                </a:lnTo>
                <a:lnTo>
                  <a:pt x="2328" y="3220"/>
                </a:lnTo>
                <a:lnTo>
                  <a:pt x="2328" y="3219"/>
                </a:lnTo>
                <a:lnTo>
                  <a:pt x="2327" y="3219"/>
                </a:lnTo>
                <a:lnTo>
                  <a:pt x="2326" y="3219"/>
                </a:lnTo>
                <a:lnTo>
                  <a:pt x="2326" y="3218"/>
                </a:lnTo>
                <a:lnTo>
                  <a:pt x="2325" y="3218"/>
                </a:lnTo>
                <a:lnTo>
                  <a:pt x="2324" y="3218"/>
                </a:lnTo>
                <a:lnTo>
                  <a:pt x="2324" y="3219"/>
                </a:lnTo>
                <a:lnTo>
                  <a:pt x="2323" y="3219"/>
                </a:lnTo>
                <a:lnTo>
                  <a:pt x="2323" y="3218"/>
                </a:lnTo>
                <a:lnTo>
                  <a:pt x="2322" y="3218"/>
                </a:lnTo>
                <a:lnTo>
                  <a:pt x="2321" y="3218"/>
                </a:lnTo>
                <a:lnTo>
                  <a:pt x="2320" y="3218"/>
                </a:lnTo>
                <a:lnTo>
                  <a:pt x="2319" y="3218"/>
                </a:lnTo>
                <a:lnTo>
                  <a:pt x="2319" y="3217"/>
                </a:lnTo>
                <a:lnTo>
                  <a:pt x="2319" y="3218"/>
                </a:lnTo>
                <a:lnTo>
                  <a:pt x="2319" y="3217"/>
                </a:lnTo>
                <a:lnTo>
                  <a:pt x="2318" y="3217"/>
                </a:lnTo>
                <a:lnTo>
                  <a:pt x="2318" y="3216"/>
                </a:lnTo>
                <a:lnTo>
                  <a:pt x="2318" y="3217"/>
                </a:lnTo>
                <a:lnTo>
                  <a:pt x="2317" y="3217"/>
                </a:lnTo>
                <a:lnTo>
                  <a:pt x="2317" y="3216"/>
                </a:lnTo>
                <a:lnTo>
                  <a:pt x="2316" y="3216"/>
                </a:lnTo>
                <a:lnTo>
                  <a:pt x="2316" y="3215"/>
                </a:lnTo>
                <a:lnTo>
                  <a:pt x="2315" y="3215"/>
                </a:lnTo>
                <a:lnTo>
                  <a:pt x="2315" y="3214"/>
                </a:lnTo>
                <a:lnTo>
                  <a:pt x="2314" y="3214"/>
                </a:lnTo>
                <a:lnTo>
                  <a:pt x="2313" y="3214"/>
                </a:lnTo>
                <a:lnTo>
                  <a:pt x="2313" y="3213"/>
                </a:lnTo>
                <a:lnTo>
                  <a:pt x="2313" y="3212"/>
                </a:lnTo>
                <a:lnTo>
                  <a:pt x="2314" y="3212"/>
                </a:lnTo>
                <a:lnTo>
                  <a:pt x="2314" y="3213"/>
                </a:lnTo>
                <a:lnTo>
                  <a:pt x="2314" y="3212"/>
                </a:lnTo>
                <a:lnTo>
                  <a:pt x="2315" y="3212"/>
                </a:lnTo>
                <a:lnTo>
                  <a:pt x="2315" y="3213"/>
                </a:lnTo>
                <a:lnTo>
                  <a:pt x="2316" y="3213"/>
                </a:lnTo>
                <a:lnTo>
                  <a:pt x="2317" y="3212"/>
                </a:lnTo>
                <a:lnTo>
                  <a:pt x="2316" y="3212"/>
                </a:lnTo>
                <a:lnTo>
                  <a:pt x="2315" y="3212"/>
                </a:lnTo>
                <a:lnTo>
                  <a:pt x="2315" y="3211"/>
                </a:lnTo>
                <a:lnTo>
                  <a:pt x="2315" y="3210"/>
                </a:lnTo>
                <a:lnTo>
                  <a:pt x="2315" y="3209"/>
                </a:lnTo>
                <a:lnTo>
                  <a:pt x="2316" y="3209"/>
                </a:lnTo>
                <a:lnTo>
                  <a:pt x="2316" y="3208"/>
                </a:lnTo>
                <a:lnTo>
                  <a:pt x="2316" y="3209"/>
                </a:lnTo>
                <a:lnTo>
                  <a:pt x="2317" y="3208"/>
                </a:lnTo>
                <a:lnTo>
                  <a:pt x="2316" y="3208"/>
                </a:lnTo>
                <a:lnTo>
                  <a:pt x="2317" y="3208"/>
                </a:lnTo>
                <a:lnTo>
                  <a:pt x="2317" y="3207"/>
                </a:lnTo>
                <a:lnTo>
                  <a:pt x="2317" y="3206"/>
                </a:lnTo>
                <a:lnTo>
                  <a:pt x="2318" y="3206"/>
                </a:lnTo>
                <a:lnTo>
                  <a:pt x="2319" y="3206"/>
                </a:lnTo>
                <a:lnTo>
                  <a:pt x="2319" y="3205"/>
                </a:lnTo>
                <a:lnTo>
                  <a:pt x="2320" y="3205"/>
                </a:lnTo>
                <a:lnTo>
                  <a:pt x="2320" y="3204"/>
                </a:lnTo>
                <a:lnTo>
                  <a:pt x="2320" y="3203"/>
                </a:lnTo>
                <a:lnTo>
                  <a:pt x="2320" y="3202"/>
                </a:lnTo>
                <a:lnTo>
                  <a:pt x="2320" y="3201"/>
                </a:lnTo>
                <a:lnTo>
                  <a:pt x="2320" y="3200"/>
                </a:lnTo>
                <a:lnTo>
                  <a:pt x="2320" y="3199"/>
                </a:lnTo>
                <a:lnTo>
                  <a:pt x="2320" y="3198"/>
                </a:lnTo>
                <a:lnTo>
                  <a:pt x="2321" y="3198"/>
                </a:lnTo>
                <a:lnTo>
                  <a:pt x="2321" y="3197"/>
                </a:lnTo>
                <a:lnTo>
                  <a:pt x="2322" y="3197"/>
                </a:lnTo>
                <a:lnTo>
                  <a:pt x="2322" y="3196"/>
                </a:lnTo>
                <a:lnTo>
                  <a:pt x="2322" y="3195"/>
                </a:lnTo>
                <a:lnTo>
                  <a:pt x="2323" y="3195"/>
                </a:lnTo>
                <a:lnTo>
                  <a:pt x="2323" y="3194"/>
                </a:lnTo>
                <a:lnTo>
                  <a:pt x="2324" y="3194"/>
                </a:lnTo>
                <a:lnTo>
                  <a:pt x="2324" y="3193"/>
                </a:lnTo>
                <a:lnTo>
                  <a:pt x="2324" y="3192"/>
                </a:lnTo>
                <a:lnTo>
                  <a:pt x="2323" y="3192"/>
                </a:lnTo>
                <a:lnTo>
                  <a:pt x="2323" y="3191"/>
                </a:lnTo>
                <a:lnTo>
                  <a:pt x="2322" y="3191"/>
                </a:lnTo>
                <a:lnTo>
                  <a:pt x="2322" y="3190"/>
                </a:lnTo>
                <a:lnTo>
                  <a:pt x="2321" y="3190"/>
                </a:lnTo>
                <a:lnTo>
                  <a:pt x="2321" y="3189"/>
                </a:lnTo>
                <a:lnTo>
                  <a:pt x="2322" y="3189"/>
                </a:lnTo>
                <a:lnTo>
                  <a:pt x="2323" y="3189"/>
                </a:lnTo>
                <a:lnTo>
                  <a:pt x="2324" y="3189"/>
                </a:lnTo>
                <a:lnTo>
                  <a:pt x="2324" y="3188"/>
                </a:lnTo>
                <a:lnTo>
                  <a:pt x="2325" y="3188"/>
                </a:lnTo>
                <a:lnTo>
                  <a:pt x="2325" y="3187"/>
                </a:lnTo>
                <a:lnTo>
                  <a:pt x="2326" y="3187"/>
                </a:lnTo>
                <a:lnTo>
                  <a:pt x="2326" y="3186"/>
                </a:lnTo>
                <a:lnTo>
                  <a:pt x="2327" y="3186"/>
                </a:lnTo>
                <a:lnTo>
                  <a:pt x="2327" y="3185"/>
                </a:lnTo>
                <a:lnTo>
                  <a:pt x="2327" y="3184"/>
                </a:lnTo>
                <a:lnTo>
                  <a:pt x="2328" y="3184"/>
                </a:lnTo>
                <a:lnTo>
                  <a:pt x="2329" y="3184"/>
                </a:lnTo>
                <a:lnTo>
                  <a:pt x="2329" y="3183"/>
                </a:lnTo>
                <a:lnTo>
                  <a:pt x="2330" y="3183"/>
                </a:lnTo>
                <a:lnTo>
                  <a:pt x="2330" y="3182"/>
                </a:lnTo>
                <a:lnTo>
                  <a:pt x="2331" y="3182"/>
                </a:lnTo>
                <a:lnTo>
                  <a:pt x="2331" y="3181"/>
                </a:lnTo>
                <a:lnTo>
                  <a:pt x="2332" y="3181"/>
                </a:lnTo>
                <a:lnTo>
                  <a:pt x="2332" y="3180"/>
                </a:lnTo>
                <a:lnTo>
                  <a:pt x="2333" y="3179"/>
                </a:lnTo>
                <a:lnTo>
                  <a:pt x="2333" y="3178"/>
                </a:lnTo>
                <a:lnTo>
                  <a:pt x="2333" y="3177"/>
                </a:lnTo>
                <a:lnTo>
                  <a:pt x="2332" y="3177"/>
                </a:lnTo>
                <a:lnTo>
                  <a:pt x="2331" y="3177"/>
                </a:lnTo>
                <a:lnTo>
                  <a:pt x="2331" y="3176"/>
                </a:lnTo>
                <a:lnTo>
                  <a:pt x="2331" y="3175"/>
                </a:lnTo>
                <a:lnTo>
                  <a:pt x="2331" y="3174"/>
                </a:lnTo>
                <a:lnTo>
                  <a:pt x="2332" y="3174"/>
                </a:lnTo>
                <a:lnTo>
                  <a:pt x="2332" y="3173"/>
                </a:lnTo>
                <a:lnTo>
                  <a:pt x="2333" y="3173"/>
                </a:lnTo>
                <a:lnTo>
                  <a:pt x="2333" y="3172"/>
                </a:lnTo>
                <a:lnTo>
                  <a:pt x="2333" y="3171"/>
                </a:lnTo>
                <a:lnTo>
                  <a:pt x="2334" y="3171"/>
                </a:lnTo>
                <a:lnTo>
                  <a:pt x="2334" y="3170"/>
                </a:lnTo>
                <a:lnTo>
                  <a:pt x="2333" y="3170"/>
                </a:lnTo>
                <a:lnTo>
                  <a:pt x="2334" y="3170"/>
                </a:lnTo>
                <a:lnTo>
                  <a:pt x="2333" y="3170"/>
                </a:lnTo>
                <a:lnTo>
                  <a:pt x="2333" y="3169"/>
                </a:lnTo>
                <a:lnTo>
                  <a:pt x="2333" y="3168"/>
                </a:lnTo>
                <a:lnTo>
                  <a:pt x="2332" y="3168"/>
                </a:lnTo>
                <a:lnTo>
                  <a:pt x="2333" y="3167"/>
                </a:lnTo>
                <a:lnTo>
                  <a:pt x="2332" y="3167"/>
                </a:lnTo>
                <a:lnTo>
                  <a:pt x="2332" y="3166"/>
                </a:lnTo>
                <a:lnTo>
                  <a:pt x="2332" y="3165"/>
                </a:lnTo>
                <a:lnTo>
                  <a:pt x="2332" y="3164"/>
                </a:lnTo>
                <a:lnTo>
                  <a:pt x="2331" y="3164"/>
                </a:lnTo>
                <a:lnTo>
                  <a:pt x="2331" y="3163"/>
                </a:lnTo>
                <a:lnTo>
                  <a:pt x="2331" y="3162"/>
                </a:lnTo>
                <a:lnTo>
                  <a:pt x="2331" y="3161"/>
                </a:lnTo>
                <a:lnTo>
                  <a:pt x="2330" y="3161"/>
                </a:lnTo>
                <a:lnTo>
                  <a:pt x="2330" y="3160"/>
                </a:lnTo>
                <a:lnTo>
                  <a:pt x="2330" y="3159"/>
                </a:lnTo>
                <a:lnTo>
                  <a:pt x="2330" y="3158"/>
                </a:lnTo>
                <a:lnTo>
                  <a:pt x="2330" y="3157"/>
                </a:lnTo>
                <a:lnTo>
                  <a:pt x="2329" y="3157"/>
                </a:lnTo>
                <a:lnTo>
                  <a:pt x="2329" y="3156"/>
                </a:lnTo>
                <a:lnTo>
                  <a:pt x="2328" y="3156"/>
                </a:lnTo>
                <a:lnTo>
                  <a:pt x="2328" y="3155"/>
                </a:lnTo>
                <a:lnTo>
                  <a:pt x="2327" y="3155"/>
                </a:lnTo>
                <a:lnTo>
                  <a:pt x="2327" y="3154"/>
                </a:lnTo>
                <a:lnTo>
                  <a:pt x="2328" y="3154"/>
                </a:lnTo>
                <a:lnTo>
                  <a:pt x="2328" y="3153"/>
                </a:lnTo>
                <a:lnTo>
                  <a:pt x="2329" y="3153"/>
                </a:lnTo>
                <a:lnTo>
                  <a:pt x="2329" y="3152"/>
                </a:lnTo>
                <a:lnTo>
                  <a:pt x="2330" y="3152"/>
                </a:lnTo>
                <a:lnTo>
                  <a:pt x="2330" y="3153"/>
                </a:lnTo>
                <a:lnTo>
                  <a:pt x="2330" y="3152"/>
                </a:lnTo>
                <a:lnTo>
                  <a:pt x="2331" y="3152"/>
                </a:lnTo>
                <a:lnTo>
                  <a:pt x="2332" y="3152"/>
                </a:lnTo>
                <a:lnTo>
                  <a:pt x="2332" y="3151"/>
                </a:lnTo>
                <a:lnTo>
                  <a:pt x="2333" y="3151"/>
                </a:lnTo>
                <a:lnTo>
                  <a:pt x="2334" y="3151"/>
                </a:lnTo>
                <a:lnTo>
                  <a:pt x="2334" y="3150"/>
                </a:lnTo>
                <a:lnTo>
                  <a:pt x="2334" y="3149"/>
                </a:lnTo>
                <a:lnTo>
                  <a:pt x="2334" y="3148"/>
                </a:lnTo>
                <a:lnTo>
                  <a:pt x="2334" y="3147"/>
                </a:lnTo>
                <a:lnTo>
                  <a:pt x="2334" y="3146"/>
                </a:lnTo>
                <a:lnTo>
                  <a:pt x="2335" y="3146"/>
                </a:lnTo>
                <a:lnTo>
                  <a:pt x="2335" y="3145"/>
                </a:lnTo>
                <a:lnTo>
                  <a:pt x="2336" y="3145"/>
                </a:lnTo>
                <a:lnTo>
                  <a:pt x="2337" y="3145"/>
                </a:lnTo>
                <a:lnTo>
                  <a:pt x="2337" y="3144"/>
                </a:lnTo>
                <a:lnTo>
                  <a:pt x="2338" y="3144"/>
                </a:lnTo>
                <a:lnTo>
                  <a:pt x="2338" y="3143"/>
                </a:lnTo>
                <a:lnTo>
                  <a:pt x="2339" y="3143"/>
                </a:lnTo>
                <a:lnTo>
                  <a:pt x="2340" y="3143"/>
                </a:lnTo>
                <a:lnTo>
                  <a:pt x="2341" y="3143"/>
                </a:lnTo>
                <a:lnTo>
                  <a:pt x="2340" y="3143"/>
                </a:lnTo>
                <a:lnTo>
                  <a:pt x="2340" y="3142"/>
                </a:lnTo>
                <a:lnTo>
                  <a:pt x="2340" y="3141"/>
                </a:lnTo>
                <a:lnTo>
                  <a:pt x="2339" y="3141"/>
                </a:lnTo>
                <a:lnTo>
                  <a:pt x="2339" y="3140"/>
                </a:lnTo>
                <a:lnTo>
                  <a:pt x="2339" y="3139"/>
                </a:lnTo>
                <a:lnTo>
                  <a:pt x="2339" y="3138"/>
                </a:lnTo>
                <a:lnTo>
                  <a:pt x="2339" y="3137"/>
                </a:lnTo>
                <a:lnTo>
                  <a:pt x="2338" y="3137"/>
                </a:lnTo>
                <a:lnTo>
                  <a:pt x="2338" y="3136"/>
                </a:lnTo>
                <a:lnTo>
                  <a:pt x="2339" y="3136"/>
                </a:lnTo>
                <a:lnTo>
                  <a:pt x="2339" y="3135"/>
                </a:lnTo>
                <a:lnTo>
                  <a:pt x="2338" y="3135"/>
                </a:lnTo>
                <a:lnTo>
                  <a:pt x="2339" y="3134"/>
                </a:lnTo>
                <a:lnTo>
                  <a:pt x="2339" y="3133"/>
                </a:lnTo>
                <a:lnTo>
                  <a:pt x="2339" y="3134"/>
                </a:lnTo>
                <a:lnTo>
                  <a:pt x="2340" y="3134"/>
                </a:lnTo>
                <a:lnTo>
                  <a:pt x="2341" y="3134"/>
                </a:lnTo>
                <a:lnTo>
                  <a:pt x="2341" y="3135"/>
                </a:lnTo>
                <a:lnTo>
                  <a:pt x="2342" y="3135"/>
                </a:lnTo>
                <a:lnTo>
                  <a:pt x="2343" y="3136"/>
                </a:lnTo>
                <a:lnTo>
                  <a:pt x="2344" y="3136"/>
                </a:lnTo>
                <a:lnTo>
                  <a:pt x="2344" y="3137"/>
                </a:lnTo>
                <a:lnTo>
                  <a:pt x="2345" y="3137"/>
                </a:lnTo>
                <a:lnTo>
                  <a:pt x="2346" y="3137"/>
                </a:lnTo>
                <a:lnTo>
                  <a:pt x="2347" y="3137"/>
                </a:lnTo>
                <a:lnTo>
                  <a:pt x="2347" y="3138"/>
                </a:lnTo>
                <a:lnTo>
                  <a:pt x="2347" y="3137"/>
                </a:lnTo>
                <a:lnTo>
                  <a:pt x="2348" y="3137"/>
                </a:lnTo>
                <a:lnTo>
                  <a:pt x="2349" y="3137"/>
                </a:lnTo>
                <a:lnTo>
                  <a:pt x="2349" y="3136"/>
                </a:lnTo>
                <a:lnTo>
                  <a:pt x="2350" y="3136"/>
                </a:lnTo>
                <a:lnTo>
                  <a:pt x="2350" y="3135"/>
                </a:lnTo>
                <a:lnTo>
                  <a:pt x="2350" y="3134"/>
                </a:lnTo>
                <a:lnTo>
                  <a:pt x="2350" y="3133"/>
                </a:lnTo>
                <a:lnTo>
                  <a:pt x="2349" y="3133"/>
                </a:lnTo>
                <a:lnTo>
                  <a:pt x="2349" y="3132"/>
                </a:lnTo>
                <a:lnTo>
                  <a:pt x="2349" y="3131"/>
                </a:lnTo>
                <a:lnTo>
                  <a:pt x="2348" y="3131"/>
                </a:lnTo>
                <a:lnTo>
                  <a:pt x="2347" y="3131"/>
                </a:lnTo>
                <a:lnTo>
                  <a:pt x="2347" y="3130"/>
                </a:lnTo>
                <a:lnTo>
                  <a:pt x="2347" y="3129"/>
                </a:lnTo>
                <a:lnTo>
                  <a:pt x="2346" y="3129"/>
                </a:lnTo>
                <a:lnTo>
                  <a:pt x="2346" y="3128"/>
                </a:lnTo>
                <a:lnTo>
                  <a:pt x="2346" y="3127"/>
                </a:lnTo>
                <a:lnTo>
                  <a:pt x="2346" y="3126"/>
                </a:lnTo>
                <a:lnTo>
                  <a:pt x="2346" y="3125"/>
                </a:lnTo>
                <a:lnTo>
                  <a:pt x="2345" y="3125"/>
                </a:lnTo>
                <a:lnTo>
                  <a:pt x="2346" y="3125"/>
                </a:lnTo>
                <a:lnTo>
                  <a:pt x="2346" y="3124"/>
                </a:lnTo>
                <a:lnTo>
                  <a:pt x="2346" y="3123"/>
                </a:lnTo>
                <a:lnTo>
                  <a:pt x="2346" y="3122"/>
                </a:lnTo>
                <a:lnTo>
                  <a:pt x="2347" y="3122"/>
                </a:lnTo>
                <a:lnTo>
                  <a:pt x="2347" y="3121"/>
                </a:lnTo>
                <a:lnTo>
                  <a:pt x="2346" y="3121"/>
                </a:lnTo>
                <a:lnTo>
                  <a:pt x="2346" y="3120"/>
                </a:lnTo>
                <a:lnTo>
                  <a:pt x="2346" y="3119"/>
                </a:lnTo>
                <a:lnTo>
                  <a:pt x="2345" y="3119"/>
                </a:lnTo>
                <a:lnTo>
                  <a:pt x="2344" y="3119"/>
                </a:lnTo>
                <a:lnTo>
                  <a:pt x="2343" y="3119"/>
                </a:lnTo>
                <a:lnTo>
                  <a:pt x="2342" y="3119"/>
                </a:lnTo>
                <a:lnTo>
                  <a:pt x="2341" y="3119"/>
                </a:lnTo>
                <a:lnTo>
                  <a:pt x="2340" y="3119"/>
                </a:lnTo>
                <a:lnTo>
                  <a:pt x="2339" y="3119"/>
                </a:lnTo>
                <a:lnTo>
                  <a:pt x="2338" y="3119"/>
                </a:lnTo>
                <a:lnTo>
                  <a:pt x="2338" y="3118"/>
                </a:lnTo>
                <a:lnTo>
                  <a:pt x="2337" y="3118"/>
                </a:lnTo>
                <a:lnTo>
                  <a:pt x="2336" y="3118"/>
                </a:lnTo>
                <a:lnTo>
                  <a:pt x="2336" y="3117"/>
                </a:lnTo>
                <a:lnTo>
                  <a:pt x="2336" y="3118"/>
                </a:lnTo>
                <a:lnTo>
                  <a:pt x="2335" y="3118"/>
                </a:lnTo>
                <a:lnTo>
                  <a:pt x="2335" y="3117"/>
                </a:lnTo>
                <a:lnTo>
                  <a:pt x="2334" y="3117"/>
                </a:lnTo>
                <a:lnTo>
                  <a:pt x="2333" y="3117"/>
                </a:lnTo>
                <a:lnTo>
                  <a:pt x="2333" y="3116"/>
                </a:lnTo>
                <a:lnTo>
                  <a:pt x="2332" y="3116"/>
                </a:lnTo>
                <a:lnTo>
                  <a:pt x="2332" y="3115"/>
                </a:lnTo>
                <a:lnTo>
                  <a:pt x="2332" y="3114"/>
                </a:lnTo>
                <a:lnTo>
                  <a:pt x="2331" y="3114"/>
                </a:lnTo>
                <a:lnTo>
                  <a:pt x="2330" y="3114"/>
                </a:lnTo>
                <a:lnTo>
                  <a:pt x="2330" y="3113"/>
                </a:lnTo>
                <a:lnTo>
                  <a:pt x="2330" y="3114"/>
                </a:lnTo>
                <a:lnTo>
                  <a:pt x="2329" y="3114"/>
                </a:lnTo>
                <a:lnTo>
                  <a:pt x="2329" y="3113"/>
                </a:lnTo>
                <a:lnTo>
                  <a:pt x="2328" y="3113"/>
                </a:lnTo>
                <a:lnTo>
                  <a:pt x="2328" y="3114"/>
                </a:lnTo>
                <a:lnTo>
                  <a:pt x="2328" y="3115"/>
                </a:lnTo>
                <a:lnTo>
                  <a:pt x="2328" y="3116"/>
                </a:lnTo>
                <a:lnTo>
                  <a:pt x="2327" y="3116"/>
                </a:lnTo>
                <a:lnTo>
                  <a:pt x="2327" y="3117"/>
                </a:lnTo>
                <a:lnTo>
                  <a:pt x="2326" y="3117"/>
                </a:lnTo>
                <a:lnTo>
                  <a:pt x="2326" y="3116"/>
                </a:lnTo>
                <a:lnTo>
                  <a:pt x="2325" y="3116"/>
                </a:lnTo>
                <a:lnTo>
                  <a:pt x="2324" y="3116"/>
                </a:lnTo>
                <a:lnTo>
                  <a:pt x="2324" y="3117"/>
                </a:lnTo>
                <a:lnTo>
                  <a:pt x="2323" y="3117"/>
                </a:lnTo>
                <a:lnTo>
                  <a:pt x="2323" y="3118"/>
                </a:lnTo>
                <a:lnTo>
                  <a:pt x="2322" y="3118"/>
                </a:lnTo>
                <a:lnTo>
                  <a:pt x="2323" y="3118"/>
                </a:lnTo>
                <a:lnTo>
                  <a:pt x="2323" y="3119"/>
                </a:lnTo>
                <a:lnTo>
                  <a:pt x="2322" y="3119"/>
                </a:lnTo>
                <a:lnTo>
                  <a:pt x="2321" y="3119"/>
                </a:lnTo>
                <a:lnTo>
                  <a:pt x="2320" y="3119"/>
                </a:lnTo>
                <a:lnTo>
                  <a:pt x="2320" y="3118"/>
                </a:lnTo>
                <a:lnTo>
                  <a:pt x="2319" y="3118"/>
                </a:lnTo>
                <a:lnTo>
                  <a:pt x="2318" y="3118"/>
                </a:lnTo>
                <a:lnTo>
                  <a:pt x="2318" y="3117"/>
                </a:lnTo>
                <a:lnTo>
                  <a:pt x="2318" y="3116"/>
                </a:lnTo>
                <a:lnTo>
                  <a:pt x="2317" y="3116"/>
                </a:lnTo>
                <a:lnTo>
                  <a:pt x="2316" y="3116"/>
                </a:lnTo>
                <a:lnTo>
                  <a:pt x="2316" y="3117"/>
                </a:lnTo>
                <a:lnTo>
                  <a:pt x="2316" y="3116"/>
                </a:lnTo>
                <a:lnTo>
                  <a:pt x="2314" y="3116"/>
                </a:lnTo>
                <a:lnTo>
                  <a:pt x="2313" y="3116"/>
                </a:lnTo>
                <a:lnTo>
                  <a:pt x="2313" y="3117"/>
                </a:lnTo>
                <a:lnTo>
                  <a:pt x="2313" y="3116"/>
                </a:lnTo>
                <a:lnTo>
                  <a:pt x="2312" y="3116"/>
                </a:lnTo>
                <a:lnTo>
                  <a:pt x="2312" y="3117"/>
                </a:lnTo>
                <a:lnTo>
                  <a:pt x="2311" y="3117"/>
                </a:lnTo>
                <a:lnTo>
                  <a:pt x="2311" y="3116"/>
                </a:lnTo>
                <a:lnTo>
                  <a:pt x="2311" y="3117"/>
                </a:lnTo>
                <a:lnTo>
                  <a:pt x="2310" y="3117"/>
                </a:lnTo>
                <a:lnTo>
                  <a:pt x="2309" y="3117"/>
                </a:lnTo>
                <a:lnTo>
                  <a:pt x="2309" y="3118"/>
                </a:lnTo>
                <a:lnTo>
                  <a:pt x="2308" y="3118"/>
                </a:lnTo>
                <a:lnTo>
                  <a:pt x="2308" y="3117"/>
                </a:lnTo>
                <a:lnTo>
                  <a:pt x="2307" y="3117"/>
                </a:lnTo>
                <a:lnTo>
                  <a:pt x="2307" y="3116"/>
                </a:lnTo>
                <a:lnTo>
                  <a:pt x="2306" y="3116"/>
                </a:lnTo>
                <a:lnTo>
                  <a:pt x="2305" y="3116"/>
                </a:lnTo>
                <a:lnTo>
                  <a:pt x="2304" y="3116"/>
                </a:lnTo>
                <a:lnTo>
                  <a:pt x="2304" y="3115"/>
                </a:lnTo>
                <a:lnTo>
                  <a:pt x="2303" y="3115"/>
                </a:lnTo>
                <a:lnTo>
                  <a:pt x="2303" y="3114"/>
                </a:lnTo>
                <a:lnTo>
                  <a:pt x="2304" y="3114"/>
                </a:lnTo>
                <a:lnTo>
                  <a:pt x="2303" y="3114"/>
                </a:lnTo>
                <a:lnTo>
                  <a:pt x="2303" y="3113"/>
                </a:lnTo>
                <a:lnTo>
                  <a:pt x="2304" y="3113"/>
                </a:lnTo>
                <a:lnTo>
                  <a:pt x="2303" y="3113"/>
                </a:lnTo>
                <a:lnTo>
                  <a:pt x="2304" y="3113"/>
                </a:lnTo>
                <a:lnTo>
                  <a:pt x="2304" y="3112"/>
                </a:lnTo>
                <a:lnTo>
                  <a:pt x="2304" y="3111"/>
                </a:lnTo>
                <a:lnTo>
                  <a:pt x="2304" y="3110"/>
                </a:lnTo>
                <a:lnTo>
                  <a:pt x="2305" y="3110"/>
                </a:lnTo>
                <a:lnTo>
                  <a:pt x="2304" y="3110"/>
                </a:lnTo>
                <a:lnTo>
                  <a:pt x="2304" y="3111"/>
                </a:lnTo>
                <a:lnTo>
                  <a:pt x="2303" y="3111"/>
                </a:lnTo>
                <a:lnTo>
                  <a:pt x="2303" y="3110"/>
                </a:lnTo>
                <a:lnTo>
                  <a:pt x="2303" y="3111"/>
                </a:lnTo>
                <a:lnTo>
                  <a:pt x="2302" y="3111"/>
                </a:lnTo>
                <a:lnTo>
                  <a:pt x="2301" y="3111"/>
                </a:lnTo>
                <a:lnTo>
                  <a:pt x="2300" y="3111"/>
                </a:lnTo>
                <a:lnTo>
                  <a:pt x="2299" y="3111"/>
                </a:lnTo>
                <a:lnTo>
                  <a:pt x="2299" y="3110"/>
                </a:lnTo>
                <a:lnTo>
                  <a:pt x="2298" y="3110"/>
                </a:lnTo>
                <a:lnTo>
                  <a:pt x="2297" y="3110"/>
                </a:lnTo>
                <a:lnTo>
                  <a:pt x="2296" y="3110"/>
                </a:lnTo>
                <a:lnTo>
                  <a:pt x="2295" y="3110"/>
                </a:lnTo>
                <a:lnTo>
                  <a:pt x="2295" y="3109"/>
                </a:lnTo>
                <a:lnTo>
                  <a:pt x="2294" y="3109"/>
                </a:lnTo>
                <a:lnTo>
                  <a:pt x="2293" y="3109"/>
                </a:lnTo>
                <a:lnTo>
                  <a:pt x="2293" y="3108"/>
                </a:lnTo>
                <a:lnTo>
                  <a:pt x="2292" y="3108"/>
                </a:lnTo>
                <a:lnTo>
                  <a:pt x="2291" y="3108"/>
                </a:lnTo>
                <a:lnTo>
                  <a:pt x="2290" y="3108"/>
                </a:lnTo>
                <a:lnTo>
                  <a:pt x="2290" y="3109"/>
                </a:lnTo>
                <a:lnTo>
                  <a:pt x="2289" y="3109"/>
                </a:lnTo>
                <a:lnTo>
                  <a:pt x="2289" y="3108"/>
                </a:lnTo>
                <a:lnTo>
                  <a:pt x="2288" y="3108"/>
                </a:lnTo>
                <a:lnTo>
                  <a:pt x="2289" y="3108"/>
                </a:lnTo>
                <a:lnTo>
                  <a:pt x="2288" y="3108"/>
                </a:lnTo>
                <a:lnTo>
                  <a:pt x="2289" y="3108"/>
                </a:lnTo>
                <a:lnTo>
                  <a:pt x="2289" y="3107"/>
                </a:lnTo>
                <a:lnTo>
                  <a:pt x="2289" y="3106"/>
                </a:lnTo>
                <a:lnTo>
                  <a:pt x="2289" y="3105"/>
                </a:lnTo>
                <a:lnTo>
                  <a:pt x="2290" y="3105"/>
                </a:lnTo>
                <a:lnTo>
                  <a:pt x="2290" y="3104"/>
                </a:lnTo>
                <a:lnTo>
                  <a:pt x="2291" y="3104"/>
                </a:lnTo>
                <a:lnTo>
                  <a:pt x="2291" y="3103"/>
                </a:lnTo>
                <a:lnTo>
                  <a:pt x="2291" y="3102"/>
                </a:lnTo>
                <a:lnTo>
                  <a:pt x="2291" y="3101"/>
                </a:lnTo>
                <a:lnTo>
                  <a:pt x="2292" y="3101"/>
                </a:lnTo>
                <a:lnTo>
                  <a:pt x="2292" y="3100"/>
                </a:lnTo>
                <a:lnTo>
                  <a:pt x="2293" y="3100"/>
                </a:lnTo>
                <a:lnTo>
                  <a:pt x="2293" y="3099"/>
                </a:lnTo>
                <a:lnTo>
                  <a:pt x="2292" y="3099"/>
                </a:lnTo>
                <a:lnTo>
                  <a:pt x="2292" y="3098"/>
                </a:lnTo>
                <a:lnTo>
                  <a:pt x="2292" y="3097"/>
                </a:lnTo>
                <a:lnTo>
                  <a:pt x="2293" y="3097"/>
                </a:lnTo>
                <a:lnTo>
                  <a:pt x="2293" y="3096"/>
                </a:lnTo>
                <a:lnTo>
                  <a:pt x="2294" y="3096"/>
                </a:lnTo>
                <a:lnTo>
                  <a:pt x="2294" y="3095"/>
                </a:lnTo>
                <a:lnTo>
                  <a:pt x="2293" y="3095"/>
                </a:lnTo>
                <a:lnTo>
                  <a:pt x="2292" y="3095"/>
                </a:lnTo>
                <a:lnTo>
                  <a:pt x="2292" y="3094"/>
                </a:lnTo>
                <a:lnTo>
                  <a:pt x="2291" y="3094"/>
                </a:lnTo>
                <a:lnTo>
                  <a:pt x="2291" y="3093"/>
                </a:lnTo>
                <a:lnTo>
                  <a:pt x="2290" y="3093"/>
                </a:lnTo>
                <a:lnTo>
                  <a:pt x="2289" y="3093"/>
                </a:lnTo>
                <a:lnTo>
                  <a:pt x="2289" y="3094"/>
                </a:lnTo>
                <a:lnTo>
                  <a:pt x="2288" y="3094"/>
                </a:lnTo>
                <a:lnTo>
                  <a:pt x="2288" y="3093"/>
                </a:lnTo>
                <a:lnTo>
                  <a:pt x="2289" y="3093"/>
                </a:lnTo>
                <a:lnTo>
                  <a:pt x="2289" y="3092"/>
                </a:lnTo>
                <a:lnTo>
                  <a:pt x="2290" y="3092"/>
                </a:lnTo>
                <a:lnTo>
                  <a:pt x="2290" y="3091"/>
                </a:lnTo>
                <a:lnTo>
                  <a:pt x="2291" y="3091"/>
                </a:lnTo>
                <a:lnTo>
                  <a:pt x="2292" y="3091"/>
                </a:lnTo>
                <a:lnTo>
                  <a:pt x="2292" y="3090"/>
                </a:lnTo>
                <a:lnTo>
                  <a:pt x="2292" y="3089"/>
                </a:lnTo>
                <a:lnTo>
                  <a:pt x="2292" y="3088"/>
                </a:lnTo>
                <a:lnTo>
                  <a:pt x="2291" y="3088"/>
                </a:lnTo>
                <a:lnTo>
                  <a:pt x="2291" y="3087"/>
                </a:lnTo>
                <a:lnTo>
                  <a:pt x="2291" y="3086"/>
                </a:lnTo>
                <a:lnTo>
                  <a:pt x="2291" y="3085"/>
                </a:lnTo>
                <a:lnTo>
                  <a:pt x="2292" y="3085"/>
                </a:lnTo>
                <a:lnTo>
                  <a:pt x="2292" y="3084"/>
                </a:lnTo>
                <a:lnTo>
                  <a:pt x="2291" y="3084"/>
                </a:lnTo>
                <a:lnTo>
                  <a:pt x="2291" y="3083"/>
                </a:lnTo>
                <a:lnTo>
                  <a:pt x="2290" y="3083"/>
                </a:lnTo>
                <a:lnTo>
                  <a:pt x="2290" y="3082"/>
                </a:lnTo>
                <a:lnTo>
                  <a:pt x="2290" y="3080"/>
                </a:lnTo>
                <a:lnTo>
                  <a:pt x="2289" y="3080"/>
                </a:lnTo>
                <a:lnTo>
                  <a:pt x="2289" y="3079"/>
                </a:lnTo>
                <a:lnTo>
                  <a:pt x="2288" y="3079"/>
                </a:lnTo>
                <a:lnTo>
                  <a:pt x="2288" y="3078"/>
                </a:lnTo>
                <a:lnTo>
                  <a:pt x="2287" y="3078"/>
                </a:lnTo>
                <a:lnTo>
                  <a:pt x="2287" y="3077"/>
                </a:lnTo>
                <a:lnTo>
                  <a:pt x="2287" y="3078"/>
                </a:lnTo>
                <a:lnTo>
                  <a:pt x="2286" y="3078"/>
                </a:lnTo>
                <a:lnTo>
                  <a:pt x="2285" y="3078"/>
                </a:lnTo>
                <a:lnTo>
                  <a:pt x="2284" y="3078"/>
                </a:lnTo>
                <a:lnTo>
                  <a:pt x="2283" y="3078"/>
                </a:lnTo>
                <a:lnTo>
                  <a:pt x="2283" y="3077"/>
                </a:lnTo>
                <a:lnTo>
                  <a:pt x="2282" y="3077"/>
                </a:lnTo>
                <a:lnTo>
                  <a:pt x="2283" y="3077"/>
                </a:lnTo>
                <a:lnTo>
                  <a:pt x="2283" y="3076"/>
                </a:lnTo>
                <a:lnTo>
                  <a:pt x="2282" y="3076"/>
                </a:lnTo>
                <a:lnTo>
                  <a:pt x="2282" y="3075"/>
                </a:lnTo>
                <a:lnTo>
                  <a:pt x="2282" y="3074"/>
                </a:lnTo>
                <a:lnTo>
                  <a:pt x="2281" y="3074"/>
                </a:lnTo>
                <a:lnTo>
                  <a:pt x="2282" y="3074"/>
                </a:lnTo>
                <a:lnTo>
                  <a:pt x="2282" y="3073"/>
                </a:lnTo>
                <a:lnTo>
                  <a:pt x="2281" y="3073"/>
                </a:lnTo>
                <a:lnTo>
                  <a:pt x="2281" y="3072"/>
                </a:lnTo>
                <a:lnTo>
                  <a:pt x="2282" y="3072"/>
                </a:lnTo>
                <a:lnTo>
                  <a:pt x="2282" y="3071"/>
                </a:lnTo>
                <a:lnTo>
                  <a:pt x="2283" y="3070"/>
                </a:lnTo>
                <a:lnTo>
                  <a:pt x="2284" y="3070"/>
                </a:lnTo>
                <a:lnTo>
                  <a:pt x="2284" y="3069"/>
                </a:lnTo>
                <a:lnTo>
                  <a:pt x="2285" y="3069"/>
                </a:lnTo>
                <a:lnTo>
                  <a:pt x="2285" y="3068"/>
                </a:lnTo>
                <a:lnTo>
                  <a:pt x="2286" y="3068"/>
                </a:lnTo>
                <a:lnTo>
                  <a:pt x="2287" y="3068"/>
                </a:lnTo>
                <a:lnTo>
                  <a:pt x="2287" y="3067"/>
                </a:lnTo>
                <a:lnTo>
                  <a:pt x="2288" y="3067"/>
                </a:lnTo>
                <a:lnTo>
                  <a:pt x="2288" y="3066"/>
                </a:lnTo>
                <a:lnTo>
                  <a:pt x="2289" y="3066"/>
                </a:lnTo>
                <a:lnTo>
                  <a:pt x="2289" y="3065"/>
                </a:lnTo>
                <a:lnTo>
                  <a:pt x="2289" y="3064"/>
                </a:lnTo>
                <a:lnTo>
                  <a:pt x="2288" y="3064"/>
                </a:lnTo>
                <a:lnTo>
                  <a:pt x="2288" y="3063"/>
                </a:lnTo>
                <a:lnTo>
                  <a:pt x="2287" y="3063"/>
                </a:lnTo>
                <a:lnTo>
                  <a:pt x="2286" y="3063"/>
                </a:lnTo>
                <a:lnTo>
                  <a:pt x="2286" y="3062"/>
                </a:lnTo>
                <a:lnTo>
                  <a:pt x="2285" y="3062"/>
                </a:lnTo>
                <a:lnTo>
                  <a:pt x="2285" y="3061"/>
                </a:lnTo>
                <a:lnTo>
                  <a:pt x="2285" y="3060"/>
                </a:lnTo>
                <a:lnTo>
                  <a:pt x="2285" y="3059"/>
                </a:lnTo>
                <a:lnTo>
                  <a:pt x="2284" y="3059"/>
                </a:lnTo>
                <a:lnTo>
                  <a:pt x="2284" y="3057"/>
                </a:lnTo>
                <a:lnTo>
                  <a:pt x="2284" y="3056"/>
                </a:lnTo>
                <a:lnTo>
                  <a:pt x="2283" y="3057"/>
                </a:lnTo>
                <a:lnTo>
                  <a:pt x="2283" y="3056"/>
                </a:lnTo>
                <a:lnTo>
                  <a:pt x="2283" y="3055"/>
                </a:lnTo>
                <a:lnTo>
                  <a:pt x="2283" y="3054"/>
                </a:lnTo>
                <a:lnTo>
                  <a:pt x="2283" y="3053"/>
                </a:lnTo>
                <a:lnTo>
                  <a:pt x="2284" y="3053"/>
                </a:lnTo>
                <a:lnTo>
                  <a:pt x="2283" y="3053"/>
                </a:lnTo>
                <a:lnTo>
                  <a:pt x="2283" y="3052"/>
                </a:lnTo>
                <a:lnTo>
                  <a:pt x="2283" y="3051"/>
                </a:lnTo>
                <a:lnTo>
                  <a:pt x="2282" y="3051"/>
                </a:lnTo>
                <a:lnTo>
                  <a:pt x="2282" y="3050"/>
                </a:lnTo>
                <a:lnTo>
                  <a:pt x="2281" y="3050"/>
                </a:lnTo>
                <a:lnTo>
                  <a:pt x="2281" y="3049"/>
                </a:lnTo>
                <a:lnTo>
                  <a:pt x="2282" y="3049"/>
                </a:lnTo>
                <a:lnTo>
                  <a:pt x="2281" y="3049"/>
                </a:lnTo>
                <a:lnTo>
                  <a:pt x="2281" y="3048"/>
                </a:lnTo>
                <a:lnTo>
                  <a:pt x="2281" y="3049"/>
                </a:lnTo>
                <a:lnTo>
                  <a:pt x="2281" y="3048"/>
                </a:lnTo>
                <a:lnTo>
                  <a:pt x="2280" y="3048"/>
                </a:lnTo>
                <a:lnTo>
                  <a:pt x="2280" y="3047"/>
                </a:lnTo>
                <a:lnTo>
                  <a:pt x="2279" y="3047"/>
                </a:lnTo>
                <a:lnTo>
                  <a:pt x="2279" y="3048"/>
                </a:lnTo>
                <a:lnTo>
                  <a:pt x="2278" y="3048"/>
                </a:lnTo>
                <a:lnTo>
                  <a:pt x="2277" y="3048"/>
                </a:lnTo>
                <a:lnTo>
                  <a:pt x="2276" y="3048"/>
                </a:lnTo>
                <a:lnTo>
                  <a:pt x="2276" y="3047"/>
                </a:lnTo>
                <a:lnTo>
                  <a:pt x="2275" y="3047"/>
                </a:lnTo>
                <a:lnTo>
                  <a:pt x="2276" y="3047"/>
                </a:lnTo>
                <a:lnTo>
                  <a:pt x="2275" y="3047"/>
                </a:lnTo>
                <a:lnTo>
                  <a:pt x="2274" y="3047"/>
                </a:lnTo>
                <a:lnTo>
                  <a:pt x="2274" y="3046"/>
                </a:lnTo>
                <a:lnTo>
                  <a:pt x="2273" y="3046"/>
                </a:lnTo>
                <a:lnTo>
                  <a:pt x="2273" y="3047"/>
                </a:lnTo>
                <a:lnTo>
                  <a:pt x="2272" y="3047"/>
                </a:lnTo>
                <a:lnTo>
                  <a:pt x="2271" y="3047"/>
                </a:lnTo>
                <a:lnTo>
                  <a:pt x="2271" y="3046"/>
                </a:lnTo>
                <a:lnTo>
                  <a:pt x="2271" y="3045"/>
                </a:lnTo>
                <a:lnTo>
                  <a:pt x="2270" y="3045"/>
                </a:lnTo>
                <a:lnTo>
                  <a:pt x="2269" y="3045"/>
                </a:lnTo>
                <a:lnTo>
                  <a:pt x="2270" y="3044"/>
                </a:lnTo>
                <a:lnTo>
                  <a:pt x="2271" y="3044"/>
                </a:lnTo>
                <a:lnTo>
                  <a:pt x="2272" y="3044"/>
                </a:lnTo>
                <a:lnTo>
                  <a:pt x="2272" y="3043"/>
                </a:lnTo>
                <a:lnTo>
                  <a:pt x="2272" y="3042"/>
                </a:lnTo>
                <a:lnTo>
                  <a:pt x="2272" y="3041"/>
                </a:lnTo>
                <a:lnTo>
                  <a:pt x="2271" y="3041"/>
                </a:lnTo>
                <a:lnTo>
                  <a:pt x="2271" y="3040"/>
                </a:lnTo>
                <a:lnTo>
                  <a:pt x="2272" y="3040"/>
                </a:lnTo>
                <a:lnTo>
                  <a:pt x="2272" y="3039"/>
                </a:lnTo>
                <a:lnTo>
                  <a:pt x="2272" y="3038"/>
                </a:lnTo>
                <a:lnTo>
                  <a:pt x="2271" y="3038"/>
                </a:lnTo>
                <a:lnTo>
                  <a:pt x="2271" y="3037"/>
                </a:lnTo>
                <a:lnTo>
                  <a:pt x="2272" y="3037"/>
                </a:lnTo>
                <a:lnTo>
                  <a:pt x="2271" y="3037"/>
                </a:lnTo>
                <a:lnTo>
                  <a:pt x="2271" y="3036"/>
                </a:lnTo>
                <a:lnTo>
                  <a:pt x="2271" y="3035"/>
                </a:lnTo>
                <a:lnTo>
                  <a:pt x="2270" y="3035"/>
                </a:lnTo>
                <a:lnTo>
                  <a:pt x="2270" y="3034"/>
                </a:lnTo>
                <a:lnTo>
                  <a:pt x="2270" y="3033"/>
                </a:lnTo>
                <a:lnTo>
                  <a:pt x="2271" y="3033"/>
                </a:lnTo>
                <a:lnTo>
                  <a:pt x="2271" y="3032"/>
                </a:lnTo>
                <a:lnTo>
                  <a:pt x="2272" y="3032"/>
                </a:lnTo>
                <a:lnTo>
                  <a:pt x="2272" y="3031"/>
                </a:lnTo>
                <a:lnTo>
                  <a:pt x="2272" y="3032"/>
                </a:lnTo>
                <a:lnTo>
                  <a:pt x="2272" y="3031"/>
                </a:lnTo>
                <a:lnTo>
                  <a:pt x="2272" y="3032"/>
                </a:lnTo>
                <a:lnTo>
                  <a:pt x="2272" y="3031"/>
                </a:lnTo>
                <a:lnTo>
                  <a:pt x="2272" y="3030"/>
                </a:lnTo>
                <a:lnTo>
                  <a:pt x="2271" y="3030"/>
                </a:lnTo>
                <a:lnTo>
                  <a:pt x="2270" y="3030"/>
                </a:lnTo>
                <a:lnTo>
                  <a:pt x="2270" y="3029"/>
                </a:lnTo>
                <a:lnTo>
                  <a:pt x="2270" y="3028"/>
                </a:lnTo>
                <a:lnTo>
                  <a:pt x="2271" y="3028"/>
                </a:lnTo>
                <a:lnTo>
                  <a:pt x="2271" y="3027"/>
                </a:lnTo>
                <a:lnTo>
                  <a:pt x="2272" y="3027"/>
                </a:lnTo>
                <a:lnTo>
                  <a:pt x="2273" y="3027"/>
                </a:lnTo>
                <a:lnTo>
                  <a:pt x="2273" y="3028"/>
                </a:lnTo>
                <a:lnTo>
                  <a:pt x="2274" y="3028"/>
                </a:lnTo>
                <a:lnTo>
                  <a:pt x="2275" y="3028"/>
                </a:lnTo>
                <a:lnTo>
                  <a:pt x="2276" y="3028"/>
                </a:lnTo>
                <a:lnTo>
                  <a:pt x="2276" y="3027"/>
                </a:lnTo>
                <a:lnTo>
                  <a:pt x="2277" y="3027"/>
                </a:lnTo>
                <a:lnTo>
                  <a:pt x="2277" y="3026"/>
                </a:lnTo>
                <a:lnTo>
                  <a:pt x="2277" y="3025"/>
                </a:lnTo>
                <a:lnTo>
                  <a:pt x="2277" y="3026"/>
                </a:lnTo>
                <a:lnTo>
                  <a:pt x="2277" y="3025"/>
                </a:lnTo>
                <a:lnTo>
                  <a:pt x="2278" y="3025"/>
                </a:lnTo>
                <a:lnTo>
                  <a:pt x="2278" y="3024"/>
                </a:lnTo>
                <a:lnTo>
                  <a:pt x="2278" y="3023"/>
                </a:lnTo>
                <a:lnTo>
                  <a:pt x="2279" y="3023"/>
                </a:lnTo>
                <a:lnTo>
                  <a:pt x="2278" y="3023"/>
                </a:lnTo>
                <a:lnTo>
                  <a:pt x="2278" y="3022"/>
                </a:lnTo>
                <a:lnTo>
                  <a:pt x="2279" y="3022"/>
                </a:lnTo>
                <a:lnTo>
                  <a:pt x="2280" y="3023"/>
                </a:lnTo>
                <a:lnTo>
                  <a:pt x="2280" y="3022"/>
                </a:lnTo>
                <a:lnTo>
                  <a:pt x="2280" y="3023"/>
                </a:lnTo>
                <a:lnTo>
                  <a:pt x="2281" y="3023"/>
                </a:lnTo>
                <a:lnTo>
                  <a:pt x="2281" y="3022"/>
                </a:lnTo>
                <a:lnTo>
                  <a:pt x="2282" y="3022"/>
                </a:lnTo>
                <a:lnTo>
                  <a:pt x="2281" y="3022"/>
                </a:lnTo>
                <a:lnTo>
                  <a:pt x="2282" y="3022"/>
                </a:lnTo>
                <a:lnTo>
                  <a:pt x="2282" y="3021"/>
                </a:lnTo>
                <a:lnTo>
                  <a:pt x="2283" y="3021"/>
                </a:lnTo>
                <a:lnTo>
                  <a:pt x="2283" y="3020"/>
                </a:lnTo>
                <a:lnTo>
                  <a:pt x="2284" y="3020"/>
                </a:lnTo>
                <a:lnTo>
                  <a:pt x="2285" y="3020"/>
                </a:lnTo>
                <a:lnTo>
                  <a:pt x="2285" y="3019"/>
                </a:lnTo>
                <a:lnTo>
                  <a:pt x="2286" y="3019"/>
                </a:lnTo>
                <a:lnTo>
                  <a:pt x="2286" y="3018"/>
                </a:lnTo>
                <a:lnTo>
                  <a:pt x="2287" y="3018"/>
                </a:lnTo>
                <a:lnTo>
                  <a:pt x="2287" y="3017"/>
                </a:lnTo>
                <a:lnTo>
                  <a:pt x="2287" y="3016"/>
                </a:lnTo>
                <a:lnTo>
                  <a:pt x="2288" y="3016"/>
                </a:lnTo>
                <a:lnTo>
                  <a:pt x="2289" y="3016"/>
                </a:lnTo>
                <a:lnTo>
                  <a:pt x="2289" y="3015"/>
                </a:lnTo>
                <a:lnTo>
                  <a:pt x="2290" y="3015"/>
                </a:lnTo>
                <a:lnTo>
                  <a:pt x="2290" y="3014"/>
                </a:lnTo>
                <a:lnTo>
                  <a:pt x="2290" y="3013"/>
                </a:lnTo>
                <a:lnTo>
                  <a:pt x="2289" y="3013"/>
                </a:lnTo>
                <a:lnTo>
                  <a:pt x="2289" y="3012"/>
                </a:lnTo>
                <a:lnTo>
                  <a:pt x="2289" y="3011"/>
                </a:lnTo>
                <a:lnTo>
                  <a:pt x="2289" y="3010"/>
                </a:lnTo>
                <a:lnTo>
                  <a:pt x="2288" y="3010"/>
                </a:lnTo>
                <a:lnTo>
                  <a:pt x="2288" y="3009"/>
                </a:lnTo>
                <a:lnTo>
                  <a:pt x="2288" y="3010"/>
                </a:lnTo>
                <a:lnTo>
                  <a:pt x="2287" y="3010"/>
                </a:lnTo>
                <a:lnTo>
                  <a:pt x="2287" y="3011"/>
                </a:lnTo>
                <a:lnTo>
                  <a:pt x="2286" y="3011"/>
                </a:lnTo>
                <a:lnTo>
                  <a:pt x="2286" y="3012"/>
                </a:lnTo>
                <a:lnTo>
                  <a:pt x="2285" y="3012"/>
                </a:lnTo>
                <a:lnTo>
                  <a:pt x="2284" y="3012"/>
                </a:lnTo>
                <a:lnTo>
                  <a:pt x="2283" y="3011"/>
                </a:lnTo>
                <a:lnTo>
                  <a:pt x="2282" y="3011"/>
                </a:lnTo>
                <a:lnTo>
                  <a:pt x="2281" y="3011"/>
                </a:lnTo>
                <a:lnTo>
                  <a:pt x="2280" y="3011"/>
                </a:lnTo>
                <a:lnTo>
                  <a:pt x="2280" y="3012"/>
                </a:lnTo>
                <a:lnTo>
                  <a:pt x="2280" y="3011"/>
                </a:lnTo>
                <a:lnTo>
                  <a:pt x="2279" y="3011"/>
                </a:lnTo>
                <a:lnTo>
                  <a:pt x="2279" y="3012"/>
                </a:lnTo>
                <a:lnTo>
                  <a:pt x="2278" y="3012"/>
                </a:lnTo>
                <a:lnTo>
                  <a:pt x="2277" y="3012"/>
                </a:lnTo>
                <a:lnTo>
                  <a:pt x="2276" y="3012"/>
                </a:lnTo>
                <a:lnTo>
                  <a:pt x="2274" y="3012"/>
                </a:lnTo>
                <a:lnTo>
                  <a:pt x="2273" y="3012"/>
                </a:lnTo>
                <a:lnTo>
                  <a:pt x="2273" y="3013"/>
                </a:lnTo>
                <a:lnTo>
                  <a:pt x="2272" y="3013"/>
                </a:lnTo>
                <a:lnTo>
                  <a:pt x="2272" y="3014"/>
                </a:lnTo>
                <a:lnTo>
                  <a:pt x="2271" y="3014"/>
                </a:lnTo>
                <a:lnTo>
                  <a:pt x="2271" y="3015"/>
                </a:lnTo>
                <a:lnTo>
                  <a:pt x="2270" y="3015"/>
                </a:lnTo>
                <a:lnTo>
                  <a:pt x="2269" y="3015"/>
                </a:lnTo>
                <a:lnTo>
                  <a:pt x="2269" y="3014"/>
                </a:lnTo>
                <a:lnTo>
                  <a:pt x="2268" y="3014"/>
                </a:lnTo>
                <a:lnTo>
                  <a:pt x="2267" y="3014"/>
                </a:lnTo>
                <a:lnTo>
                  <a:pt x="2266" y="3014"/>
                </a:lnTo>
                <a:lnTo>
                  <a:pt x="2266" y="3015"/>
                </a:lnTo>
                <a:lnTo>
                  <a:pt x="2265" y="3015"/>
                </a:lnTo>
                <a:lnTo>
                  <a:pt x="2265" y="3016"/>
                </a:lnTo>
                <a:lnTo>
                  <a:pt x="2264" y="3016"/>
                </a:lnTo>
                <a:lnTo>
                  <a:pt x="2263" y="3016"/>
                </a:lnTo>
                <a:lnTo>
                  <a:pt x="2262" y="3017"/>
                </a:lnTo>
                <a:lnTo>
                  <a:pt x="2262" y="3016"/>
                </a:lnTo>
                <a:lnTo>
                  <a:pt x="2262" y="3015"/>
                </a:lnTo>
                <a:lnTo>
                  <a:pt x="2261" y="3015"/>
                </a:lnTo>
                <a:lnTo>
                  <a:pt x="2260" y="3015"/>
                </a:lnTo>
                <a:lnTo>
                  <a:pt x="2260" y="3014"/>
                </a:lnTo>
                <a:lnTo>
                  <a:pt x="2259" y="3014"/>
                </a:lnTo>
                <a:lnTo>
                  <a:pt x="2259" y="3013"/>
                </a:lnTo>
                <a:lnTo>
                  <a:pt x="2258" y="3013"/>
                </a:lnTo>
                <a:lnTo>
                  <a:pt x="2258" y="3012"/>
                </a:lnTo>
                <a:lnTo>
                  <a:pt x="2257" y="3012"/>
                </a:lnTo>
                <a:lnTo>
                  <a:pt x="2256" y="3012"/>
                </a:lnTo>
                <a:lnTo>
                  <a:pt x="2254" y="3012"/>
                </a:lnTo>
                <a:lnTo>
                  <a:pt x="2253" y="3012"/>
                </a:lnTo>
                <a:lnTo>
                  <a:pt x="2253" y="3013"/>
                </a:lnTo>
                <a:lnTo>
                  <a:pt x="2252" y="3013"/>
                </a:lnTo>
                <a:lnTo>
                  <a:pt x="2252" y="3012"/>
                </a:lnTo>
                <a:lnTo>
                  <a:pt x="2251" y="3012"/>
                </a:lnTo>
                <a:lnTo>
                  <a:pt x="2250" y="3012"/>
                </a:lnTo>
                <a:lnTo>
                  <a:pt x="2249" y="3012"/>
                </a:lnTo>
                <a:lnTo>
                  <a:pt x="2248" y="3012"/>
                </a:lnTo>
                <a:lnTo>
                  <a:pt x="2248" y="3013"/>
                </a:lnTo>
                <a:lnTo>
                  <a:pt x="2248" y="3012"/>
                </a:lnTo>
                <a:lnTo>
                  <a:pt x="2248" y="3013"/>
                </a:lnTo>
                <a:lnTo>
                  <a:pt x="2247" y="3013"/>
                </a:lnTo>
                <a:lnTo>
                  <a:pt x="2246" y="3013"/>
                </a:lnTo>
                <a:lnTo>
                  <a:pt x="2245" y="3013"/>
                </a:lnTo>
                <a:lnTo>
                  <a:pt x="2244" y="3013"/>
                </a:lnTo>
                <a:lnTo>
                  <a:pt x="2242" y="3013"/>
                </a:lnTo>
                <a:lnTo>
                  <a:pt x="2242" y="3014"/>
                </a:lnTo>
                <a:lnTo>
                  <a:pt x="2241" y="3014"/>
                </a:lnTo>
                <a:lnTo>
                  <a:pt x="2241" y="3015"/>
                </a:lnTo>
                <a:lnTo>
                  <a:pt x="2241" y="3014"/>
                </a:lnTo>
                <a:lnTo>
                  <a:pt x="2240" y="3014"/>
                </a:lnTo>
                <a:lnTo>
                  <a:pt x="2240" y="3015"/>
                </a:lnTo>
                <a:lnTo>
                  <a:pt x="2239" y="3015"/>
                </a:lnTo>
                <a:lnTo>
                  <a:pt x="2238" y="3015"/>
                </a:lnTo>
                <a:lnTo>
                  <a:pt x="2238" y="3014"/>
                </a:lnTo>
                <a:lnTo>
                  <a:pt x="2238" y="3015"/>
                </a:lnTo>
                <a:lnTo>
                  <a:pt x="2237" y="3015"/>
                </a:lnTo>
                <a:lnTo>
                  <a:pt x="2237" y="3014"/>
                </a:lnTo>
                <a:lnTo>
                  <a:pt x="2237" y="3015"/>
                </a:lnTo>
                <a:lnTo>
                  <a:pt x="2237" y="3014"/>
                </a:lnTo>
                <a:lnTo>
                  <a:pt x="2237" y="3015"/>
                </a:lnTo>
                <a:lnTo>
                  <a:pt x="2236" y="3015"/>
                </a:lnTo>
                <a:lnTo>
                  <a:pt x="2235" y="3015"/>
                </a:lnTo>
                <a:lnTo>
                  <a:pt x="2235" y="3014"/>
                </a:lnTo>
                <a:lnTo>
                  <a:pt x="2234" y="3014"/>
                </a:lnTo>
                <a:lnTo>
                  <a:pt x="2232" y="3014"/>
                </a:lnTo>
                <a:lnTo>
                  <a:pt x="2231" y="3014"/>
                </a:lnTo>
                <a:lnTo>
                  <a:pt x="2230" y="3014"/>
                </a:lnTo>
                <a:lnTo>
                  <a:pt x="2230" y="3013"/>
                </a:lnTo>
                <a:lnTo>
                  <a:pt x="2229" y="3013"/>
                </a:lnTo>
                <a:lnTo>
                  <a:pt x="2228" y="3013"/>
                </a:lnTo>
                <a:lnTo>
                  <a:pt x="2228" y="3014"/>
                </a:lnTo>
                <a:lnTo>
                  <a:pt x="2227" y="3014"/>
                </a:lnTo>
                <a:lnTo>
                  <a:pt x="2227" y="3015"/>
                </a:lnTo>
                <a:lnTo>
                  <a:pt x="2226" y="3015"/>
                </a:lnTo>
                <a:lnTo>
                  <a:pt x="2225" y="3015"/>
                </a:lnTo>
                <a:lnTo>
                  <a:pt x="2225" y="3014"/>
                </a:lnTo>
                <a:lnTo>
                  <a:pt x="2224" y="3014"/>
                </a:lnTo>
                <a:lnTo>
                  <a:pt x="2224" y="3015"/>
                </a:lnTo>
                <a:lnTo>
                  <a:pt x="2223" y="3015"/>
                </a:lnTo>
                <a:lnTo>
                  <a:pt x="2222" y="3015"/>
                </a:lnTo>
                <a:lnTo>
                  <a:pt x="2220" y="3015"/>
                </a:lnTo>
                <a:lnTo>
                  <a:pt x="2219" y="3015"/>
                </a:lnTo>
                <a:lnTo>
                  <a:pt x="2219" y="3016"/>
                </a:lnTo>
                <a:lnTo>
                  <a:pt x="2218" y="3016"/>
                </a:lnTo>
                <a:lnTo>
                  <a:pt x="2217" y="3016"/>
                </a:lnTo>
                <a:lnTo>
                  <a:pt x="2217" y="3017"/>
                </a:lnTo>
                <a:lnTo>
                  <a:pt x="2216" y="3017"/>
                </a:lnTo>
                <a:lnTo>
                  <a:pt x="2215" y="3017"/>
                </a:lnTo>
                <a:lnTo>
                  <a:pt x="2214" y="3017"/>
                </a:lnTo>
                <a:lnTo>
                  <a:pt x="2214" y="3018"/>
                </a:lnTo>
                <a:lnTo>
                  <a:pt x="2213" y="3018"/>
                </a:lnTo>
                <a:lnTo>
                  <a:pt x="2213" y="3017"/>
                </a:lnTo>
                <a:lnTo>
                  <a:pt x="2213" y="3018"/>
                </a:lnTo>
                <a:lnTo>
                  <a:pt x="2212" y="3018"/>
                </a:lnTo>
                <a:lnTo>
                  <a:pt x="2211" y="3018"/>
                </a:lnTo>
                <a:lnTo>
                  <a:pt x="2211" y="3019"/>
                </a:lnTo>
                <a:lnTo>
                  <a:pt x="2210" y="3019"/>
                </a:lnTo>
                <a:lnTo>
                  <a:pt x="2210" y="3020"/>
                </a:lnTo>
                <a:lnTo>
                  <a:pt x="2209" y="3020"/>
                </a:lnTo>
                <a:lnTo>
                  <a:pt x="2208" y="3020"/>
                </a:lnTo>
                <a:lnTo>
                  <a:pt x="2208" y="3021"/>
                </a:lnTo>
                <a:lnTo>
                  <a:pt x="2207" y="3021"/>
                </a:lnTo>
                <a:lnTo>
                  <a:pt x="2208" y="3021"/>
                </a:lnTo>
                <a:lnTo>
                  <a:pt x="2208" y="3022"/>
                </a:lnTo>
                <a:lnTo>
                  <a:pt x="2207" y="3022"/>
                </a:lnTo>
                <a:lnTo>
                  <a:pt x="2206" y="3022"/>
                </a:lnTo>
                <a:lnTo>
                  <a:pt x="2205" y="3022"/>
                </a:lnTo>
                <a:lnTo>
                  <a:pt x="2205" y="3023"/>
                </a:lnTo>
                <a:lnTo>
                  <a:pt x="2204" y="3023"/>
                </a:lnTo>
                <a:lnTo>
                  <a:pt x="2203" y="3023"/>
                </a:lnTo>
                <a:lnTo>
                  <a:pt x="2202" y="3023"/>
                </a:lnTo>
                <a:lnTo>
                  <a:pt x="2201" y="3023"/>
                </a:lnTo>
                <a:lnTo>
                  <a:pt x="2200" y="3023"/>
                </a:lnTo>
                <a:lnTo>
                  <a:pt x="2200" y="3024"/>
                </a:lnTo>
                <a:lnTo>
                  <a:pt x="2199" y="3024"/>
                </a:lnTo>
                <a:lnTo>
                  <a:pt x="2199" y="3025"/>
                </a:lnTo>
                <a:lnTo>
                  <a:pt x="2198" y="3025"/>
                </a:lnTo>
                <a:lnTo>
                  <a:pt x="2198" y="3026"/>
                </a:lnTo>
                <a:lnTo>
                  <a:pt x="2199" y="3026"/>
                </a:lnTo>
                <a:lnTo>
                  <a:pt x="2199" y="3027"/>
                </a:lnTo>
                <a:lnTo>
                  <a:pt x="2200" y="3027"/>
                </a:lnTo>
                <a:lnTo>
                  <a:pt x="2199" y="3027"/>
                </a:lnTo>
                <a:lnTo>
                  <a:pt x="2199" y="3028"/>
                </a:lnTo>
                <a:lnTo>
                  <a:pt x="2198" y="3028"/>
                </a:lnTo>
                <a:lnTo>
                  <a:pt x="2198" y="3027"/>
                </a:lnTo>
                <a:lnTo>
                  <a:pt x="2197" y="3027"/>
                </a:lnTo>
                <a:lnTo>
                  <a:pt x="2196" y="3027"/>
                </a:lnTo>
                <a:lnTo>
                  <a:pt x="2196" y="3028"/>
                </a:lnTo>
                <a:lnTo>
                  <a:pt x="2195" y="3028"/>
                </a:lnTo>
                <a:lnTo>
                  <a:pt x="2194" y="3028"/>
                </a:lnTo>
                <a:lnTo>
                  <a:pt x="2195" y="3028"/>
                </a:lnTo>
                <a:lnTo>
                  <a:pt x="2194" y="3029"/>
                </a:lnTo>
                <a:lnTo>
                  <a:pt x="2193" y="3029"/>
                </a:lnTo>
                <a:lnTo>
                  <a:pt x="2193" y="3028"/>
                </a:lnTo>
                <a:lnTo>
                  <a:pt x="2193" y="3029"/>
                </a:lnTo>
                <a:lnTo>
                  <a:pt x="2193" y="3030"/>
                </a:lnTo>
                <a:lnTo>
                  <a:pt x="2192" y="3030"/>
                </a:lnTo>
                <a:lnTo>
                  <a:pt x="2192" y="3031"/>
                </a:lnTo>
                <a:lnTo>
                  <a:pt x="2192" y="3030"/>
                </a:lnTo>
                <a:lnTo>
                  <a:pt x="2192" y="3029"/>
                </a:lnTo>
                <a:lnTo>
                  <a:pt x="2191" y="3029"/>
                </a:lnTo>
                <a:lnTo>
                  <a:pt x="2191" y="3030"/>
                </a:lnTo>
                <a:lnTo>
                  <a:pt x="2190" y="3030"/>
                </a:lnTo>
                <a:lnTo>
                  <a:pt x="2190" y="3031"/>
                </a:lnTo>
                <a:lnTo>
                  <a:pt x="2189" y="3031"/>
                </a:lnTo>
                <a:lnTo>
                  <a:pt x="2188" y="3031"/>
                </a:lnTo>
                <a:lnTo>
                  <a:pt x="2188" y="3032"/>
                </a:lnTo>
                <a:lnTo>
                  <a:pt x="2188" y="3033"/>
                </a:lnTo>
                <a:lnTo>
                  <a:pt x="2187" y="3033"/>
                </a:lnTo>
                <a:lnTo>
                  <a:pt x="2187" y="3034"/>
                </a:lnTo>
                <a:lnTo>
                  <a:pt x="2188" y="3034"/>
                </a:lnTo>
                <a:lnTo>
                  <a:pt x="2187" y="3034"/>
                </a:lnTo>
                <a:lnTo>
                  <a:pt x="2186" y="3034"/>
                </a:lnTo>
                <a:lnTo>
                  <a:pt x="2186" y="3035"/>
                </a:lnTo>
                <a:lnTo>
                  <a:pt x="2185" y="3035"/>
                </a:lnTo>
                <a:lnTo>
                  <a:pt x="2184" y="3035"/>
                </a:lnTo>
                <a:lnTo>
                  <a:pt x="2184" y="3036"/>
                </a:lnTo>
                <a:lnTo>
                  <a:pt x="2184" y="3037"/>
                </a:lnTo>
                <a:lnTo>
                  <a:pt x="2183" y="3037"/>
                </a:lnTo>
                <a:lnTo>
                  <a:pt x="2184" y="3037"/>
                </a:lnTo>
                <a:lnTo>
                  <a:pt x="2183" y="3037"/>
                </a:lnTo>
                <a:lnTo>
                  <a:pt x="2182" y="3037"/>
                </a:lnTo>
                <a:lnTo>
                  <a:pt x="2182" y="3038"/>
                </a:lnTo>
                <a:lnTo>
                  <a:pt x="2183" y="3038"/>
                </a:lnTo>
                <a:lnTo>
                  <a:pt x="2183" y="3039"/>
                </a:lnTo>
                <a:lnTo>
                  <a:pt x="2182" y="3039"/>
                </a:lnTo>
                <a:lnTo>
                  <a:pt x="2182" y="3038"/>
                </a:lnTo>
                <a:lnTo>
                  <a:pt x="2181" y="3038"/>
                </a:lnTo>
                <a:lnTo>
                  <a:pt x="2181" y="3037"/>
                </a:lnTo>
                <a:lnTo>
                  <a:pt x="2180" y="3037"/>
                </a:lnTo>
                <a:lnTo>
                  <a:pt x="2180" y="3038"/>
                </a:lnTo>
                <a:lnTo>
                  <a:pt x="2180" y="3039"/>
                </a:lnTo>
                <a:lnTo>
                  <a:pt x="2179" y="3039"/>
                </a:lnTo>
                <a:lnTo>
                  <a:pt x="2179" y="3040"/>
                </a:lnTo>
                <a:lnTo>
                  <a:pt x="2178" y="3040"/>
                </a:lnTo>
                <a:lnTo>
                  <a:pt x="2178" y="3038"/>
                </a:lnTo>
                <a:lnTo>
                  <a:pt x="2178" y="3039"/>
                </a:lnTo>
                <a:lnTo>
                  <a:pt x="2178" y="3040"/>
                </a:lnTo>
                <a:lnTo>
                  <a:pt x="2177" y="3040"/>
                </a:lnTo>
                <a:lnTo>
                  <a:pt x="2177" y="3041"/>
                </a:lnTo>
                <a:lnTo>
                  <a:pt x="2177" y="3040"/>
                </a:lnTo>
                <a:lnTo>
                  <a:pt x="2176" y="3040"/>
                </a:lnTo>
                <a:lnTo>
                  <a:pt x="2177" y="3040"/>
                </a:lnTo>
                <a:lnTo>
                  <a:pt x="2177" y="3039"/>
                </a:lnTo>
                <a:lnTo>
                  <a:pt x="2176" y="3039"/>
                </a:lnTo>
                <a:lnTo>
                  <a:pt x="2176" y="3038"/>
                </a:lnTo>
                <a:lnTo>
                  <a:pt x="2176" y="3037"/>
                </a:lnTo>
                <a:lnTo>
                  <a:pt x="2175" y="3037"/>
                </a:lnTo>
                <a:lnTo>
                  <a:pt x="2174" y="3037"/>
                </a:lnTo>
                <a:lnTo>
                  <a:pt x="2174" y="3036"/>
                </a:lnTo>
                <a:lnTo>
                  <a:pt x="2173" y="3036"/>
                </a:lnTo>
                <a:lnTo>
                  <a:pt x="2172" y="3035"/>
                </a:lnTo>
                <a:lnTo>
                  <a:pt x="2171" y="3035"/>
                </a:lnTo>
                <a:lnTo>
                  <a:pt x="2171" y="3034"/>
                </a:lnTo>
                <a:lnTo>
                  <a:pt x="2170" y="3034"/>
                </a:lnTo>
                <a:lnTo>
                  <a:pt x="2169" y="3034"/>
                </a:lnTo>
                <a:lnTo>
                  <a:pt x="2169" y="3033"/>
                </a:lnTo>
                <a:lnTo>
                  <a:pt x="2168" y="3033"/>
                </a:lnTo>
                <a:lnTo>
                  <a:pt x="2167" y="3033"/>
                </a:lnTo>
                <a:lnTo>
                  <a:pt x="2167" y="3032"/>
                </a:lnTo>
                <a:lnTo>
                  <a:pt x="2166" y="3032"/>
                </a:lnTo>
                <a:lnTo>
                  <a:pt x="2166" y="3031"/>
                </a:lnTo>
                <a:lnTo>
                  <a:pt x="2167" y="3031"/>
                </a:lnTo>
                <a:lnTo>
                  <a:pt x="2167" y="3030"/>
                </a:lnTo>
                <a:lnTo>
                  <a:pt x="2168" y="3030"/>
                </a:lnTo>
                <a:lnTo>
                  <a:pt x="2168" y="3029"/>
                </a:lnTo>
                <a:lnTo>
                  <a:pt x="2169" y="3029"/>
                </a:lnTo>
                <a:lnTo>
                  <a:pt x="2170" y="3029"/>
                </a:lnTo>
                <a:lnTo>
                  <a:pt x="2170" y="3028"/>
                </a:lnTo>
                <a:lnTo>
                  <a:pt x="2170" y="3027"/>
                </a:lnTo>
                <a:lnTo>
                  <a:pt x="2171" y="3026"/>
                </a:lnTo>
                <a:lnTo>
                  <a:pt x="2172" y="3026"/>
                </a:lnTo>
                <a:lnTo>
                  <a:pt x="2173" y="3026"/>
                </a:lnTo>
                <a:lnTo>
                  <a:pt x="2173" y="3025"/>
                </a:lnTo>
                <a:lnTo>
                  <a:pt x="2174" y="3025"/>
                </a:lnTo>
                <a:lnTo>
                  <a:pt x="2175" y="3025"/>
                </a:lnTo>
                <a:lnTo>
                  <a:pt x="2175" y="3024"/>
                </a:lnTo>
                <a:lnTo>
                  <a:pt x="2175" y="3023"/>
                </a:lnTo>
                <a:lnTo>
                  <a:pt x="2176" y="3023"/>
                </a:lnTo>
                <a:lnTo>
                  <a:pt x="2176" y="3022"/>
                </a:lnTo>
                <a:lnTo>
                  <a:pt x="2176" y="3021"/>
                </a:lnTo>
                <a:lnTo>
                  <a:pt x="2176" y="3020"/>
                </a:lnTo>
                <a:lnTo>
                  <a:pt x="2177" y="3020"/>
                </a:lnTo>
                <a:lnTo>
                  <a:pt x="2177" y="3019"/>
                </a:lnTo>
                <a:lnTo>
                  <a:pt x="2178" y="3019"/>
                </a:lnTo>
                <a:lnTo>
                  <a:pt x="2177" y="3019"/>
                </a:lnTo>
                <a:lnTo>
                  <a:pt x="2178" y="3019"/>
                </a:lnTo>
                <a:lnTo>
                  <a:pt x="2178" y="3018"/>
                </a:lnTo>
                <a:lnTo>
                  <a:pt x="2179" y="3018"/>
                </a:lnTo>
                <a:lnTo>
                  <a:pt x="2180" y="3018"/>
                </a:lnTo>
                <a:lnTo>
                  <a:pt x="2180" y="3017"/>
                </a:lnTo>
                <a:lnTo>
                  <a:pt x="2180" y="3016"/>
                </a:lnTo>
                <a:lnTo>
                  <a:pt x="2181" y="3016"/>
                </a:lnTo>
                <a:lnTo>
                  <a:pt x="2181" y="3015"/>
                </a:lnTo>
                <a:lnTo>
                  <a:pt x="2182" y="3015"/>
                </a:lnTo>
                <a:lnTo>
                  <a:pt x="2183" y="3015"/>
                </a:lnTo>
                <a:lnTo>
                  <a:pt x="2183" y="3014"/>
                </a:lnTo>
                <a:lnTo>
                  <a:pt x="2184" y="3014"/>
                </a:lnTo>
                <a:lnTo>
                  <a:pt x="2184" y="3013"/>
                </a:lnTo>
                <a:lnTo>
                  <a:pt x="2185" y="3013"/>
                </a:lnTo>
                <a:lnTo>
                  <a:pt x="2184" y="3013"/>
                </a:lnTo>
                <a:lnTo>
                  <a:pt x="2184" y="3012"/>
                </a:lnTo>
                <a:lnTo>
                  <a:pt x="2185" y="3012"/>
                </a:lnTo>
                <a:lnTo>
                  <a:pt x="2185" y="3011"/>
                </a:lnTo>
                <a:lnTo>
                  <a:pt x="2185" y="3010"/>
                </a:lnTo>
                <a:lnTo>
                  <a:pt x="2186" y="3010"/>
                </a:lnTo>
                <a:lnTo>
                  <a:pt x="2186" y="3009"/>
                </a:lnTo>
                <a:lnTo>
                  <a:pt x="2185" y="3009"/>
                </a:lnTo>
                <a:lnTo>
                  <a:pt x="2186" y="3009"/>
                </a:lnTo>
                <a:lnTo>
                  <a:pt x="2186" y="3008"/>
                </a:lnTo>
                <a:lnTo>
                  <a:pt x="2186" y="3007"/>
                </a:lnTo>
                <a:lnTo>
                  <a:pt x="2186" y="3006"/>
                </a:lnTo>
                <a:lnTo>
                  <a:pt x="2185" y="3006"/>
                </a:lnTo>
                <a:lnTo>
                  <a:pt x="2184" y="3006"/>
                </a:lnTo>
                <a:lnTo>
                  <a:pt x="2184" y="3005"/>
                </a:lnTo>
                <a:lnTo>
                  <a:pt x="2184" y="3004"/>
                </a:lnTo>
                <a:lnTo>
                  <a:pt x="2184" y="3003"/>
                </a:lnTo>
                <a:lnTo>
                  <a:pt x="2184" y="3002"/>
                </a:lnTo>
                <a:lnTo>
                  <a:pt x="2185" y="3001"/>
                </a:lnTo>
                <a:lnTo>
                  <a:pt x="2185" y="3000"/>
                </a:lnTo>
                <a:lnTo>
                  <a:pt x="2186" y="3000"/>
                </a:lnTo>
                <a:lnTo>
                  <a:pt x="2186" y="2999"/>
                </a:lnTo>
                <a:lnTo>
                  <a:pt x="2187" y="2999"/>
                </a:lnTo>
                <a:lnTo>
                  <a:pt x="2188" y="2998"/>
                </a:lnTo>
                <a:lnTo>
                  <a:pt x="2187" y="2998"/>
                </a:lnTo>
                <a:lnTo>
                  <a:pt x="2187" y="2997"/>
                </a:lnTo>
                <a:lnTo>
                  <a:pt x="2186" y="2997"/>
                </a:lnTo>
                <a:lnTo>
                  <a:pt x="2186" y="2996"/>
                </a:lnTo>
                <a:lnTo>
                  <a:pt x="2185" y="2996"/>
                </a:lnTo>
                <a:lnTo>
                  <a:pt x="2185" y="2995"/>
                </a:lnTo>
                <a:lnTo>
                  <a:pt x="2184" y="2995"/>
                </a:lnTo>
                <a:lnTo>
                  <a:pt x="2184" y="2994"/>
                </a:lnTo>
                <a:lnTo>
                  <a:pt x="2183" y="2994"/>
                </a:lnTo>
                <a:lnTo>
                  <a:pt x="2183" y="2995"/>
                </a:lnTo>
                <a:lnTo>
                  <a:pt x="2183" y="2994"/>
                </a:lnTo>
                <a:lnTo>
                  <a:pt x="2183" y="2995"/>
                </a:lnTo>
                <a:lnTo>
                  <a:pt x="2182" y="2995"/>
                </a:lnTo>
                <a:lnTo>
                  <a:pt x="2181" y="2995"/>
                </a:lnTo>
                <a:lnTo>
                  <a:pt x="2180" y="2995"/>
                </a:lnTo>
                <a:lnTo>
                  <a:pt x="2179" y="2995"/>
                </a:lnTo>
                <a:lnTo>
                  <a:pt x="2179" y="2994"/>
                </a:lnTo>
                <a:lnTo>
                  <a:pt x="2179" y="2993"/>
                </a:lnTo>
                <a:lnTo>
                  <a:pt x="2178" y="2993"/>
                </a:lnTo>
                <a:lnTo>
                  <a:pt x="2178" y="2992"/>
                </a:lnTo>
                <a:lnTo>
                  <a:pt x="2178" y="2991"/>
                </a:lnTo>
                <a:lnTo>
                  <a:pt x="2178" y="2990"/>
                </a:lnTo>
                <a:lnTo>
                  <a:pt x="2179" y="2990"/>
                </a:lnTo>
                <a:lnTo>
                  <a:pt x="2179" y="2989"/>
                </a:lnTo>
                <a:lnTo>
                  <a:pt x="2180" y="2990"/>
                </a:lnTo>
                <a:lnTo>
                  <a:pt x="2181" y="2990"/>
                </a:lnTo>
                <a:lnTo>
                  <a:pt x="2182" y="2990"/>
                </a:lnTo>
                <a:lnTo>
                  <a:pt x="2183" y="2989"/>
                </a:lnTo>
                <a:lnTo>
                  <a:pt x="2183" y="2988"/>
                </a:lnTo>
                <a:lnTo>
                  <a:pt x="2183" y="2987"/>
                </a:lnTo>
                <a:lnTo>
                  <a:pt x="2183" y="2986"/>
                </a:lnTo>
                <a:lnTo>
                  <a:pt x="2182" y="2986"/>
                </a:lnTo>
                <a:lnTo>
                  <a:pt x="2181" y="2986"/>
                </a:lnTo>
                <a:lnTo>
                  <a:pt x="2181" y="2985"/>
                </a:lnTo>
                <a:lnTo>
                  <a:pt x="2181" y="2984"/>
                </a:lnTo>
                <a:lnTo>
                  <a:pt x="2180" y="2984"/>
                </a:lnTo>
                <a:lnTo>
                  <a:pt x="2180" y="2983"/>
                </a:lnTo>
                <a:lnTo>
                  <a:pt x="2180" y="2982"/>
                </a:lnTo>
                <a:lnTo>
                  <a:pt x="2180" y="2981"/>
                </a:lnTo>
                <a:lnTo>
                  <a:pt x="2180" y="2980"/>
                </a:lnTo>
                <a:lnTo>
                  <a:pt x="2180" y="2979"/>
                </a:lnTo>
                <a:lnTo>
                  <a:pt x="2179" y="2979"/>
                </a:lnTo>
                <a:lnTo>
                  <a:pt x="2179" y="2978"/>
                </a:lnTo>
                <a:lnTo>
                  <a:pt x="2179" y="2979"/>
                </a:lnTo>
                <a:lnTo>
                  <a:pt x="2178" y="2979"/>
                </a:lnTo>
                <a:lnTo>
                  <a:pt x="2177" y="2979"/>
                </a:lnTo>
                <a:lnTo>
                  <a:pt x="2176" y="2979"/>
                </a:lnTo>
                <a:lnTo>
                  <a:pt x="2176" y="2980"/>
                </a:lnTo>
                <a:lnTo>
                  <a:pt x="2175" y="2980"/>
                </a:lnTo>
                <a:lnTo>
                  <a:pt x="2174" y="2980"/>
                </a:lnTo>
                <a:lnTo>
                  <a:pt x="2173" y="2980"/>
                </a:lnTo>
                <a:lnTo>
                  <a:pt x="2172" y="2980"/>
                </a:lnTo>
                <a:lnTo>
                  <a:pt x="2171" y="2980"/>
                </a:lnTo>
                <a:lnTo>
                  <a:pt x="2170" y="2980"/>
                </a:lnTo>
                <a:lnTo>
                  <a:pt x="2169" y="2980"/>
                </a:lnTo>
                <a:lnTo>
                  <a:pt x="2168" y="2980"/>
                </a:lnTo>
                <a:lnTo>
                  <a:pt x="2167" y="2980"/>
                </a:lnTo>
                <a:lnTo>
                  <a:pt x="2167" y="2981"/>
                </a:lnTo>
                <a:lnTo>
                  <a:pt x="2167" y="2980"/>
                </a:lnTo>
                <a:lnTo>
                  <a:pt x="2166" y="2980"/>
                </a:lnTo>
                <a:lnTo>
                  <a:pt x="2167" y="2980"/>
                </a:lnTo>
                <a:lnTo>
                  <a:pt x="2166" y="2980"/>
                </a:lnTo>
                <a:lnTo>
                  <a:pt x="2167" y="2980"/>
                </a:lnTo>
                <a:lnTo>
                  <a:pt x="2167" y="2979"/>
                </a:lnTo>
                <a:lnTo>
                  <a:pt x="2167" y="2978"/>
                </a:lnTo>
                <a:lnTo>
                  <a:pt x="2167" y="2977"/>
                </a:lnTo>
                <a:lnTo>
                  <a:pt x="2168" y="2977"/>
                </a:lnTo>
                <a:lnTo>
                  <a:pt x="2168" y="2976"/>
                </a:lnTo>
                <a:lnTo>
                  <a:pt x="2168" y="2975"/>
                </a:lnTo>
                <a:lnTo>
                  <a:pt x="2169" y="2975"/>
                </a:lnTo>
                <a:lnTo>
                  <a:pt x="2168" y="2975"/>
                </a:lnTo>
                <a:lnTo>
                  <a:pt x="2169" y="2975"/>
                </a:lnTo>
                <a:lnTo>
                  <a:pt x="2169" y="2974"/>
                </a:lnTo>
                <a:lnTo>
                  <a:pt x="2169" y="2973"/>
                </a:lnTo>
                <a:lnTo>
                  <a:pt x="2169" y="2972"/>
                </a:lnTo>
                <a:lnTo>
                  <a:pt x="2169" y="2971"/>
                </a:lnTo>
                <a:lnTo>
                  <a:pt x="2169" y="2970"/>
                </a:lnTo>
                <a:lnTo>
                  <a:pt x="2169" y="2969"/>
                </a:lnTo>
                <a:lnTo>
                  <a:pt x="2169" y="2968"/>
                </a:lnTo>
                <a:lnTo>
                  <a:pt x="2170" y="2968"/>
                </a:lnTo>
                <a:lnTo>
                  <a:pt x="2170" y="2967"/>
                </a:lnTo>
                <a:lnTo>
                  <a:pt x="2169" y="2967"/>
                </a:lnTo>
                <a:lnTo>
                  <a:pt x="2169" y="2966"/>
                </a:lnTo>
                <a:lnTo>
                  <a:pt x="2170" y="2966"/>
                </a:lnTo>
                <a:lnTo>
                  <a:pt x="2170" y="2965"/>
                </a:lnTo>
                <a:lnTo>
                  <a:pt x="2170" y="2964"/>
                </a:lnTo>
                <a:lnTo>
                  <a:pt x="2170" y="2963"/>
                </a:lnTo>
                <a:lnTo>
                  <a:pt x="2170" y="2962"/>
                </a:lnTo>
                <a:lnTo>
                  <a:pt x="2170" y="2960"/>
                </a:lnTo>
                <a:lnTo>
                  <a:pt x="2170" y="2959"/>
                </a:lnTo>
                <a:lnTo>
                  <a:pt x="2170" y="2958"/>
                </a:lnTo>
                <a:lnTo>
                  <a:pt x="2171" y="2958"/>
                </a:lnTo>
                <a:lnTo>
                  <a:pt x="2171" y="2957"/>
                </a:lnTo>
                <a:lnTo>
                  <a:pt x="2170" y="2957"/>
                </a:lnTo>
                <a:lnTo>
                  <a:pt x="2170" y="2956"/>
                </a:lnTo>
                <a:lnTo>
                  <a:pt x="2170" y="2955"/>
                </a:lnTo>
                <a:lnTo>
                  <a:pt x="2170" y="2954"/>
                </a:lnTo>
                <a:lnTo>
                  <a:pt x="2170" y="2953"/>
                </a:lnTo>
                <a:lnTo>
                  <a:pt x="2170" y="2952"/>
                </a:lnTo>
                <a:lnTo>
                  <a:pt x="2170" y="2951"/>
                </a:lnTo>
                <a:lnTo>
                  <a:pt x="2169" y="2951"/>
                </a:lnTo>
                <a:lnTo>
                  <a:pt x="2169" y="2950"/>
                </a:lnTo>
                <a:lnTo>
                  <a:pt x="2168" y="2950"/>
                </a:lnTo>
                <a:lnTo>
                  <a:pt x="2168" y="2949"/>
                </a:lnTo>
                <a:lnTo>
                  <a:pt x="2169" y="2949"/>
                </a:lnTo>
                <a:lnTo>
                  <a:pt x="2169" y="2948"/>
                </a:lnTo>
                <a:lnTo>
                  <a:pt x="2170" y="2948"/>
                </a:lnTo>
                <a:lnTo>
                  <a:pt x="2170" y="2947"/>
                </a:lnTo>
                <a:lnTo>
                  <a:pt x="2170" y="2946"/>
                </a:lnTo>
                <a:lnTo>
                  <a:pt x="2171" y="2946"/>
                </a:lnTo>
                <a:lnTo>
                  <a:pt x="2172" y="2946"/>
                </a:lnTo>
                <a:lnTo>
                  <a:pt x="2173" y="2946"/>
                </a:lnTo>
                <a:lnTo>
                  <a:pt x="2174" y="2946"/>
                </a:lnTo>
                <a:lnTo>
                  <a:pt x="2174" y="2945"/>
                </a:lnTo>
                <a:lnTo>
                  <a:pt x="2175" y="2945"/>
                </a:lnTo>
                <a:lnTo>
                  <a:pt x="2176" y="2945"/>
                </a:lnTo>
                <a:lnTo>
                  <a:pt x="2176" y="2944"/>
                </a:lnTo>
                <a:lnTo>
                  <a:pt x="2177" y="2944"/>
                </a:lnTo>
                <a:lnTo>
                  <a:pt x="2178" y="2944"/>
                </a:lnTo>
                <a:lnTo>
                  <a:pt x="2178" y="2943"/>
                </a:lnTo>
                <a:lnTo>
                  <a:pt x="2178" y="2942"/>
                </a:lnTo>
                <a:lnTo>
                  <a:pt x="2179" y="2942"/>
                </a:lnTo>
                <a:lnTo>
                  <a:pt x="2179" y="2941"/>
                </a:lnTo>
                <a:lnTo>
                  <a:pt x="2180" y="2941"/>
                </a:lnTo>
                <a:lnTo>
                  <a:pt x="2180" y="2940"/>
                </a:lnTo>
                <a:lnTo>
                  <a:pt x="2181" y="2940"/>
                </a:lnTo>
                <a:lnTo>
                  <a:pt x="2182" y="2940"/>
                </a:lnTo>
                <a:lnTo>
                  <a:pt x="2182" y="2939"/>
                </a:lnTo>
                <a:lnTo>
                  <a:pt x="2183" y="2939"/>
                </a:lnTo>
                <a:lnTo>
                  <a:pt x="2183" y="2940"/>
                </a:lnTo>
                <a:lnTo>
                  <a:pt x="2184" y="2940"/>
                </a:lnTo>
                <a:lnTo>
                  <a:pt x="2185" y="2940"/>
                </a:lnTo>
                <a:lnTo>
                  <a:pt x="2185" y="2941"/>
                </a:lnTo>
                <a:lnTo>
                  <a:pt x="2185" y="2940"/>
                </a:lnTo>
                <a:lnTo>
                  <a:pt x="2186" y="2940"/>
                </a:lnTo>
                <a:lnTo>
                  <a:pt x="2186" y="2941"/>
                </a:lnTo>
                <a:lnTo>
                  <a:pt x="2186" y="2940"/>
                </a:lnTo>
                <a:lnTo>
                  <a:pt x="2187" y="2940"/>
                </a:lnTo>
                <a:lnTo>
                  <a:pt x="2187" y="2941"/>
                </a:lnTo>
                <a:lnTo>
                  <a:pt x="2187" y="2940"/>
                </a:lnTo>
                <a:lnTo>
                  <a:pt x="2187" y="2941"/>
                </a:lnTo>
                <a:lnTo>
                  <a:pt x="2188" y="2941"/>
                </a:lnTo>
                <a:lnTo>
                  <a:pt x="2188" y="2940"/>
                </a:lnTo>
                <a:lnTo>
                  <a:pt x="2189" y="2940"/>
                </a:lnTo>
                <a:lnTo>
                  <a:pt x="2189" y="2939"/>
                </a:lnTo>
                <a:lnTo>
                  <a:pt x="2190" y="2939"/>
                </a:lnTo>
                <a:lnTo>
                  <a:pt x="2190" y="2938"/>
                </a:lnTo>
                <a:lnTo>
                  <a:pt x="2191" y="2938"/>
                </a:lnTo>
                <a:lnTo>
                  <a:pt x="2191" y="2937"/>
                </a:lnTo>
                <a:lnTo>
                  <a:pt x="2190" y="2937"/>
                </a:lnTo>
                <a:lnTo>
                  <a:pt x="2190" y="2936"/>
                </a:lnTo>
                <a:lnTo>
                  <a:pt x="2190" y="2935"/>
                </a:lnTo>
                <a:lnTo>
                  <a:pt x="2189" y="2935"/>
                </a:lnTo>
                <a:lnTo>
                  <a:pt x="2189" y="2934"/>
                </a:lnTo>
                <a:lnTo>
                  <a:pt x="2188" y="2934"/>
                </a:lnTo>
                <a:lnTo>
                  <a:pt x="2188" y="2935"/>
                </a:lnTo>
                <a:lnTo>
                  <a:pt x="2187" y="2935"/>
                </a:lnTo>
                <a:lnTo>
                  <a:pt x="2187" y="2934"/>
                </a:lnTo>
                <a:lnTo>
                  <a:pt x="2186" y="2934"/>
                </a:lnTo>
                <a:lnTo>
                  <a:pt x="2186" y="2933"/>
                </a:lnTo>
                <a:lnTo>
                  <a:pt x="2185" y="2933"/>
                </a:lnTo>
                <a:lnTo>
                  <a:pt x="2185" y="2932"/>
                </a:lnTo>
                <a:lnTo>
                  <a:pt x="2184" y="2932"/>
                </a:lnTo>
                <a:lnTo>
                  <a:pt x="2185" y="2932"/>
                </a:lnTo>
                <a:lnTo>
                  <a:pt x="2184" y="2931"/>
                </a:lnTo>
                <a:lnTo>
                  <a:pt x="2185" y="2931"/>
                </a:lnTo>
                <a:lnTo>
                  <a:pt x="2184" y="2931"/>
                </a:lnTo>
                <a:lnTo>
                  <a:pt x="2184" y="2929"/>
                </a:lnTo>
                <a:lnTo>
                  <a:pt x="2185" y="2929"/>
                </a:lnTo>
                <a:lnTo>
                  <a:pt x="2184" y="2929"/>
                </a:lnTo>
                <a:lnTo>
                  <a:pt x="2185" y="2929"/>
                </a:lnTo>
                <a:lnTo>
                  <a:pt x="2185" y="2928"/>
                </a:lnTo>
                <a:lnTo>
                  <a:pt x="2184" y="2927"/>
                </a:lnTo>
                <a:lnTo>
                  <a:pt x="2184" y="2926"/>
                </a:lnTo>
                <a:lnTo>
                  <a:pt x="2183" y="2926"/>
                </a:lnTo>
                <a:lnTo>
                  <a:pt x="2184" y="2926"/>
                </a:lnTo>
                <a:lnTo>
                  <a:pt x="2184" y="2925"/>
                </a:lnTo>
                <a:lnTo>
                  <a:pt x="2183" y="2925"/>
                </a:lnTo>
                <a:lnTo>
                  <a:pt x="2183" y="2924"/>
                </a:lnTo>
                <a:lnTo>
                  <a:pt x="2183" y="2923"/>
                </a:lnTo>
                <a:lnTo>
                  <a:pt x="2184" y="2923"/>
                </a:lnTo>
                <a:lnTo>
                  <a:pt x="2184" y="2922"/>
                </a:lnTo>
                <a:lnTo>
                  <a:pt x="2183" y="2922"/>
                </a:lnTo>
                <a:lnTo>
                  <a:pt x="2184" y="2922"/>
                </a:lnTo>
                <a:lnTo>
                  <a:pt x="2183" y="2922"/>
                </a:lnTo>
                <a:lnTo>
                  <a:pt x="2184" y="2922"/>
                </a:lnTo>
                <a:lnTo>
                  <a:pt x="2184" y="2921"/>
                </a:lnTo>
                <a:lnTo>
                  <a:pt x="2183" y="2921"/>
                </a:lnTo>
                <a:lnTo>
                  <a:pt x="2184" y="2921"/>
                </a:lnTo>
                <a:lnTo>
                  <a:pt x="2184" y="2920"/>
                </a:lnTo>
                <a:lnTo>
                  <a:pt x="2184" y="2919"/>
                </a:lnTo>
                <a:lnTo>
                  <a:pt x="2184" y="2918"/>
                </a:lnTo>
                <a:lnTo>
                  <a:pt x="2184" y="2917"/>
                </a:lnTo>
                <a:lnTo>
                  <a:pt x="2184" y="2916"/>
                </a:lnTo>
                <a:lnTo>
                  <a:pt x="2184" y="2915"/>
                </a:lnTo>
                <a:lnTo>
                  <a:pt x="2184" y="2914"/>
                </a:lnTo>
                <a:lnTo>
                  <a:pt x="2185" y="2914"/>
                </a:lnTo>
                <a:lnTo>
                  <a:pt x="2185" y="2915"/>
                </a:lnTo>
                <a:lnTo>
                  <a:pt x="2186" y="2915"/>
                </a:lnTo>
                <a:lnTo>
                  <a:pt x="2186" y="2914"/>
                </a:lnTo>
                <a:lnTo>
                  <a:pt x="2186" y="2913"/>
                </a:lnTo>
                <a:lnTo>
                  <a:pt x="2187" y="2913"/>
                </a:lnTo>
                <a:lnTo>
                  <a:pt x="2187" y="2912"/>
                </a:lnTo>
                <a:lnTo>
                  <a:pt x="2188" y="2912"/>
                </a:lnTo>
                <a:lnTo>
                  <a:pt x="2188" y="2911"/>
                </a:lnTo>
                <a:lnTo>
                  <a:pt x="2189" y="2911"/>
                </a:lnTo>
                <a:lnTo>
                  <a:pt x="2189" y="2910"/>
                </a:lnTo>
                <a:lnTo>
                  <a:pt x="2189" y="2909"/>
                </a:lnTo>
                <a:lnTo>
                  <a:pt x="2189" y="2908"/>
                </a:lnTo>
                <a:lnTo>
                  <a:pt x="2190" y="2908"/>
                </a:lnTo>
                <a:lnTo>
                  <a:pt x="2190" y="2907"/>
                </a:lnTo>
                <a:lnTo>
                  <a:pt x="2190" y="2906"/>
                </a:lnTo>
                <a:lnTo>
                  <a:pt x="2191" y="2906"/>
                </a:lnTo>
                <a:lnTo>
                  <a:pt x="2190" y="2906"/>
                </a:lnTo>
                <a:lnTo>
                  <a:pt x="2190" y="2905"/>
                </a:lnTo>
                <a:lnTo>
                  <a:pt x="2191" y="2905"/>
                </a:lnTo>
                <a:lnTo>
                  <a:pt x="2191" y="2904"/>
                </a:lnTo>
                <a:lnTo>
                  <a:pt x="2191" y="2903"/>
                </a:lnTo>
                <a:lnTo>
                  <a:pt x="2191" y="2902"/>
                </a:lnTo>
                <a:lnTo>
                  <a:pt x="2192" y="2902"/>
                </a:lnTo>
                <a:lnTo>
                  <a:pt x="2191" y="2902"/>
                </a:lnTo>
                <a:lnTo>
                  <a:pt x="2192" y="2902"/>
                </a:lnTo>
                <a:lnTo>
                  <a:pt x="2192" y="2901"/>
                </a:lnTo>
                <a:lnTo>
                  <a:pt x="2192" y="2900"/>
                </a:lnTo>
                <a:lnTo>
                  <a:pt x="2192" y="2899"/>
                </a:lnTo>
                <a:lnTo>
                  <a:pt x="2193" y="2899"/>
                </a:lnTo>
                <a:lnTo>
                  <a:pt x="2193" y="2898"/>
                </a:lnTo>
                <a:lnTo>
                  <a:pt x="2193" y="2897"/>
                </a:lnTo>
                <a:lnTo>
                  <a:pt x="2194" y="2897"/>
                </a:lnTo>
                <a:lnTo>
                  <a:pt x="2194" y="2896"/>
                </a:lnTo>
                <a:lnTo>
                  <a:pt x="2194" y="2895"/>
                </a:lnTo>
                <a:lnTo>
                  <a:pt x="2195" y="2895"/>
                </a:lnTo>
                <a:lnTo>
                  <a:pt x="2196" y="2895"/>
                </a:lnTo>
                <a:lnTo>
                  <a:pt x="2196" y="2896"/>
                </a:lnTo>
                <a:lnTo>
                  <a:pt x="2197" y="2896"/>
                </a:lnTo>
                <a:lnTo>
                  <a:pt x="2197" y="2895"/>
                </a:lnTo>
                <a:lnTo>
                  <a:pt x="2197" y="2896"/>
                </a:lnTo>
                <a:lnTo>
                  <a:pt x="2198" y="2896"/>
                </a:lnTo>
                <a:lnTo>
                  <a:pt x="2198" y="2897"/>
                </a:lnTo>
                <a:lnTo>
                  <a:pt x="2198" y="2898"/>
                </a:lnTo>
                <a:lnTo>
                  <a:pt x="2199" y="2898"/>
                </a:lnTo>
                <a:lnTo>
                  <a:pt x="2199" y="2899"/>
                </a:lnTo>
                <a:lnTo>
                  <a:pt x="2200" y="2899"/>
                </a:lnTo>
                <a:lnTo>
                  <a:pt x="2200" y="2900"/>
                </a:lnTo>
                <a:lnTo>
                  <a:pt x="2200" y="2901"/>
                </a:lnTo>
                <a:lnTo>
                  <a:pt x="2201" y="2901"/>
                </a:lnTo>
                <a:lnTo>
                  <a:pt x="2202" y="2901"/>
                </a:lnTo>
                <a:lnTo>
                  <a:pt x="2203" y="2901"/>
                </a:lnTo>
                <a:lnTo>
                  <a:pt x="2204" y="2901"/>
                </a:lnTo>
                <a:lnTo>
                  <a:pt x="2204" y="2900"/>
                </a:lnTo>
                <a:lnTo>
                  <a:pt x="2205" y="2900"/>
                </a:lnTo>
                <a:lnTo>
                  <a:pt x="2205" y="2899"/>
                </a:lnTo>
                <a:lnTo>
                  <a:pt x="2205" y="2898"/>
                </a:lnTo>
                <a:lnTo>
                  <a:pt x="2206" y="2898"/>
                </a:lnTo>
                <a:lnTo>
                  <a:pt x="2206" y="2897"/>
                </a:lnTo>
                <a:lnTo>
                  <a:pt x="2207" y="2897"/>
                </a:lnTo>
                <a:lnTo>
                  <a:pt x="2208" y="2897"/>
                </a:lnTo>
                <a:lnTo>
                  <a:pt x="2208" y="2896"/>
                </a:lnTo>
                <a:lnTo>
                  <a:pt x="2208" y="2895"/>
                </a:lnTo>
                <a:lnTo>
                  <a:pt x="2209" y="2895"/>
                </a:lnTo>
                <a:lnTo>
                  <a:pt x="2209" y="2894"/>
                </a:lnTo>
                <a:lnTo>
                  <a:pt x="2209" y="2893"/>
                </a:lnTo>
                <a:lnTo>
                  <a:pt x="2209" y="2892"/>
                </a:lnTo>
                <a:lnTo>
                  <a:pt x="2210" y="2892"/>
                </a:lnTo>
                <a:lnTo>
                  <a:pt x="2210" y="2891"/>
                </a:lnTo>
                <a:lnTo>
                  <a:pt x="2211" y="2891"/>
                </a:lnTo>
                <a:lnTo>
                  <a:pt x="2211" y="2892"/>
                </a:lnTo>
                <a:lnTo>
                  <a:pt x="2212" y="2892"/>
                </a:lnTo>
                <a:lnTo>
                  <a:pt x="2212" y="2891"/>
                </a:lnTo>
                <a:lnTo>
                  <a:pt x="2212" y="2892"/>
                </a:lnTo>
                <a:lnTo>
                  <a:pt x="2213" y="2892"/>
                </a:lnTo>
                <a:lnTo>
                  <a:pt x="2213" y="2891"/>
                </a:lnTo>
                <a:lnTo>
                  <a:pt x="2213" y="2892"/>
                </a:lnTo>
                <a:lnTo>
                  <a:pt x="2214" y="2891"/>
                </a:lnTo>
                <a:lnTo>
                  <a:pt x="2215" y="2891"/>
                </a:lnTo>
                <a:lnTo>
                  <a:pt x="2215" y="2890"/>
                </a:lnTo>
                <a:lnTo>
                  <a:pt x="2215" y="2889"/>
                </a:lnTo>
                <a:lnTo>
                  <a:pt x="2216" y="2889"/>
                </a:lnTo>
                <a:lnTo>
                  <a:pt x="2216" y="2888"/>
                </a:lnTo>
                <a:lnTo>
                  <a:pt x="2216" y="2889"/>
                </a:lnTo>
                <a:lnTo>
                  <a:pt x="2216" y="2888"/>
                </a:lnTo>
                <a:lnTo>
                  <a:pt x="2217" y="2888"/>
                </a:lnTo>
                <a:lnTo>
                  <a:pt x="2217" y="2887"/>
                </a:lnTo>
                <a:lnTo>
                  <a:pt x="2218" y="2887"/>
                </a:lnTo>
                <a:lnTo>
                  <a:pt x="2218" y="2886"/>
                </a:lnTo>
                <a:lnTo>
                  <a:pt x="2218" y="2885"/>
                </a:lnTo>
                <a:lnTo>
                  <a:pt x="2218" y="2884"/>
                </a:lnTo>
                <a:lnTo>
                  <a:pt x="2218" y="2883"/>
                </a:lnTo>
                <a:lnTo>
                  <a:pt x="2218" y="2882"/>
                </a:lnTo>
                <a:lnTo>
                  <a:pt x="2219" y="2882"/>
                </a:lnTo>
                <a:lnTo>
                  <a:pt x="2219" y="2883"/>
                </a:lnTo>
                <a:lnTo>
                  <a:pt x="2220" y="2883"/>
                </a:lnTo>
                <a:lnTo>
                  <a:pt x="2221" y="2883"/>
                </a:lnTo>
                <a:lnTo>
                  <a:pt x="2221" y="2882"/>
                </a:lnTo>
                <a:lnTo>
                  <a:pt x="2222" y="2882"/>
                </a:lnTo>
                <a:lnTo>
                  <a:pt x="2222" y="2881"/>
                </a:lnTo>
                <a:lnTo>
                  <a:pt x="2222" y="2880"/>
                </a:lnTo>
                <a:lnTo>
                  <a:pt x="2223" y="2880"/>
                </a:lnTo>
                <a:lnTo>
                  <a:pt x="2223" y="2879"/>
                </a:lnTo>
                <a:lnTo>
                  <a:pt x="2222" y="2879"/>
                </a:lnTo>
                <a:lnTo>
                  <a:pt x="2222" y="2878"/>
                </a:lnTo>
                <a:lnTo>
                  <a:pt x="2223" y="2878"/>
                </a:lnTo>
                <a:lnTo>
                  <a:pt x="2223" y="2877"/>
                </a:lnTo>
                <a:lnTo>
                  <a:pt x="2223" y="2876"/>
                </a:lnTo>
                <a:lnTo>
                  <a:pt x="2223" y="2875"/>
                </a:lnTo>
                <a:lnTo>
                  <a:pt x="2222" y="2874"/>
                </a:lnTo>
                <a:lnTo>
                  <a:pt x="2222" y="2873"/>
                </a:lnTo>
                <a:lnTo>
                  <a:pt x="2221" y="2873"/>
                </a:lnTo>
                <a:lnTo>
                  <a:pt x="2221" y="2872"/>
                </a:lnTo>
                <a:lnTo>
                  <a:pt x="2221" y="2871"/>
                </a:lnTo>
                <a:lnTo>
                  <a:pt x="2220" y="2871"/>
                </a:lnTo>
                <a:lnTo>
                  <a:pt x="2220" y="2870"/>
                </a:lnTo>
                <a:lnTo>
                  <a:pt x="2221" y="2870"/>
                </a:lnTo>
                <a:lnTo>
                  <a:pt x="2221" y="2869"/>
                </a:lnTo>
                <a:lnTo>
                  <a:pt x="2221" y="2870"/>
                </a:lnTo>
                <a:lnTo>
                  <a:pt x="2222" y="2870"/>
                </a:lnTo>
                <a:lnTo>
                  <a:pt x="2222" y="2869"/>
                </a:lnTo>
                <a:lnTo>
                  <a:pt x="2222" y="2870"/>
                </a:lnTo>
                <a:lnTo>
                  <a:pt x="2222" y="2869"/>
                </a:lnTo>
                <a:lnTo>
                  <a:pt x="2223" y="2869"/>
                </a:lnTo>
                <a:lnTo>
                  <a:pt x="2223" y="2868"/>
                </a:lnTo>
                <a:lnTo>
                  <a:pt x="2223" y="2867"/>
                </a:lnTo>
                <a:lnTo>
                  <a:pt x="2224" y="2867"/>
                </a:lnTo>
                <a:lnTo>
                  <a:pt x="2225" y="2867"/>
                </a:lnTo>
                <a:lnTo>
                  <a:pt x="2225" y="2866"/>
                </a:lnTo>
                <a:lnTo>
                  <a:pt x="2225" y="2865"/>
                </a:lnTo>
                <a:lnTo>
                  <a:pt x="2226" y="2865"/>
                </a:lnTo>
                <a:lnTo>
                  <a:pt x="2226" y="2864"/>
                </a:lnTo>
                <a:lnTo>
                  <a:pt x="2226" y="2863"/>
                </a:lnTo>
                <a:lnTo>
                  <a:pt x="2225" y="2863"/>
                </a:lnTo>
                <a:lnTo>
                  <a:pt x="2225" y="2862"/>
                </a:lnTo>
                <a:lnTo>
                  <a:pt x="2225" y="2861"/>
                </a:lnTo>
                <a:lnTo>
                  <a:pt x="2225" y="2860"/>
                </a:lnTo>
                <a:lnTo>
                  <a:pt x="2224" y="2860"/>
                </a:lnTo>
                <a:lnTo>
                  <a:pt x="2224" y="2859"/>
                </a:lnTo>
                <a:lnTo>
                  <a:pt x="2225" y="2859"/>
                </a:lnTo>
                <a:lnTo>
                  <a:pt x="2226" y="2859"/>
                </a:lnTo>
                <a:lnTo>
                  <a:pt x="2226" y="2860"/>
                </a:lnTo>
                <a:lnTo>
                  <a:pt x="2227" y="2860"/>
                </a:lnTo>
                <a:lnTo>
                  <a:pt x="2227" y="2859"/>
                </a:lnTo>
                <a:lnTo>
                  <a:pt x="2228" y="2860"/>
                </a:lnTo>
                <a:lnTo>
                  <a:pt x="2229" y="2860"/>
                </a:lnTo>
                <a:lnTo>
                  <a:pt x="2230" y="2860"/>
                </a:lnTo>
                <a:lnTo>
                  <a:pt x="2230" y="2861"/>
                </a:lnTo>
                <a:lnTo>
                  <a:pt x="2230" y="2860"/>
                </a:lnTo>
                <a:lnTo>
                  <a:pt x="2231" y="2860"/>
                </a:lnTo>
                <a:lnTo>
                  <a:pt x="2231" y="2861"/>
                </a:lnTo>
                <a:lnTo>
                  <a:pt x="2232" y="2861"/>
                </a:lnTo>
                <a:lnTo>
                  <a:pt x="2233" y="2861"/>
                </a:lnTo>
                <a:lnTo>
                  <a:pt x="2233" y="2862"/>
                </a:lnTo>
                <a:lnTo>
                  <a:pt x="2234" y="2862"/>
                </a:lnTo>
                <a:lnTo>
                  <a:pt x="2234" y="2863"/>
                </a:lnTo>
                <a:lnTo>
                  <a:pt x="2235" y="2863"/>
                </a:lnTo>
                <a:lnTo>
                  <a:pt x="2235" y="2864"/>
                </a:lnTo>
                <a:lnTo>
                  <a:pt x="2236" y="2864"/>
                </a:lnTo>
                <a:lnTo>
                  <a:pt x="2236" y="2865"/>
                </a:lnTo>
                <a:lnTo>
                  <a:pt x="2235" y="2865"/>
                </a:lnTo>
                <a:lnTo>
                  <a:pt x="2236" y="2865"/>
                </a:lnTo>
                <a:lnTo>
                  <a:pt x="2236" y="2866"/>
                </a:lnTo>
                <a:lnTo>
                  <a:pt x="2236" y="2867"/>
                </a:lnTo>
                <a:lnTo>
                  <a:pt x="2237" y="2867"/>
                </a:lnTo>
                <a:lnTo>
                  <a:pt x="2237" y="2866"/>
                </a:lnTo>
                <a:lnTo>
                  <a:pt x="2238" y="2866"/>
                </a:lnTo>
                <a:lnTo>
                  <a:pt x="2238" y="2865"/>
                </a:lnTo>
                <a:lnTo>
                  <a:pt x="2239" y="2865"/>
                </a:lnTo>
                <a:lnTo>
                  <a:pt x="2239" y="2864"/>
                </a:lnTo>
                <a:lnTo>
                  <a:pt x="2240" y="2864"/>
                </a:lnTo>
                <a:lnTo>
                  <a:pt x="2241" y="2864"/>
                </a:lnTo>
                <a:lnTo>
                  <a:pt x="2241" y="2863"/>
                </a:lnTo>
                <a:lnTo>
                  <a:pt x="2242" y="2863"/>
                </a:lnTo>
                <a:lnTo>
                  <a:pt x="2243" y="2863"/>
                </a:lnTo>
                <a:lnTo>
                  <a:pt x="2243" y="2862"/>
                </a:lnTo>
                <a:lnTo>
                  <a:pt x="2245" y="2862"/>
                </a:lnTo>
                <a:lnTo>
                  <a:pt x="2245" y="2861"/>
                </a:lnTo>
                <a:lnTo>
                  <a:pt x="2245" y="2860"/>
                </a:lnTo>
                <a:lnTo>
                  <a:pt x="2246" y="2860"/>
                </a:lnTo>
                <a:lnTo>
                  <a:pt x="2245" y="2860"/>
                </a:lnTo>
                <a:lnTo>
                  <a:pt x="2245" y="2859"/>
                </a:lnTo>
                <a:lnTo>
                  <a:pt x="2246" y="2859"/>
                </a:lnTo>
                <a:lnTo>
                  <a:pt x="2245" y="2859"/>
                </a:lnTo>
                <a:lnTo>
                  <a:pt x="2245" y="2858"/>
                </a:lnTo>
                <a:lnTo>
                  <a:pt x="2246" y="2858"/>
                </a:lnTo>
                <a:lnTo>
                  <a:pt x="2245" y="2858"/>
                </a:lnTo>
                <a:lnTo>
                  <a:pt x="2245" y="2857"/>
                </a:lnTo>
                <a:lnTo>
                  <a:pt x="2246" y="2857"/>
                </a:lnTo>
                <a:lnTo>
                  <a:pt x="2245" y="2857"/>
                </a:lnTo>
                <a:lnTo>
                  <a:pt x="2246" y="2857"/>
                </a:lnTo>
                <a:lnTo>
                  <a:pt x="2246" y="2856"/>
                </a:lnTo>
                <a:lnTo>
                  <a:pt x="2245" y="2856"/>
                </a:lnTo>
                <a:lnTo>
                  <a:pt x="2246" y="2856"/>
                </a:lnTo>
                <a:lnTo>
                  <a:pt x="2246" y="2855"/>
                </a:lnTo>
                <a:lnTo>
                  <a:pt x="2246" y="2854"/>
                </a:lnTo>
                <a:lnTo>
                  <a:pt x="2247" y="2854"/>
                </a:lnTo>
                <a:lnTo>
                  <a:pt x="2248" y="2854"/>
                </a:lnTo>
                <a:lnTo>
                  <a:pt x="2248" y="2853"/>
                </a:lnTo>
                <a:lnTo>
                  <a:pt x="2249" y="2853"/>
                </a:lnTo>
                <a:lnTo>
                  <a:pt x="2250" y="2853"/>
                </a:lnTo>
                <a:lnTo>
                  <a:pt x="2250" y="2852"/>
                </a:lnTo>
                <a:lnTo>
                  <a:pt x="2250" y="2851"/>
                </a:lnTo>
                <a:lnTo>
                  <a:pt x="2251" y="2851"/>
                </a:lnTo>
                <a:lnTo>
                  <a:pt x="2250" y="2851"/>
                </a:lnTo>
                <a:lnTo>
                  <a:pt x="2251" y="2851"/>
                </a:lnTo>
                <a:lnTo>
                  <a:pt x="2250" y="2851"/>
                </a:lnTo>
                <a:lnTo>
                  <a:pt x="2251" y="2851"/>
                </a:lnTo>
                <a:lnTo>
                  <a:pt x="2251" y="2850"/>
                </a:lnTo>
                <a:lnTo>
                  <a:pt x="2251" y="2849"/>
                </a:lnTo>
                <a:lnTo>
                  <a:pt x="2250" y="2849"/>
                </a:lnTo>
                <a:lnTo>
                  <a:pt x="2250" y="2848"/>
                </a:lnTo>
                <a:lnTo>
                  <a:pt x="2250" y="2847"/>
                </a:lnTo>
                <a:lnTo>
                  <a:pt x="2251" y="2847"/>
                </a:lnTo>
                <a:lnTo>
                  <a:pt x="2251" y="2846"/>
                </a:lnTo>
                <a:lnTo>
                  <a:pt x="2252" y="2846"/>
                </a:lnTo>
                <a:lnTo>
                  <a:pt x="2252" y="2845"/>
                </a:lnTo>
                <a:lnTo>
                  <a:pt x="2252" y="2844"/>
                </a:lnTo>
                <a:lnTo>
                  <a:pt x="2252" y="2843"/>
                </a:lnTo>
                <a:lnTo>
                  <a:pt x="2252" y="2842"/>
                </a:lnTo>
                <a:lnTo>
                  <a:pt x="2253" y="2842"/>
                </a:lnTo>
                <a:lnTo>
                  <a:pt x="2253" y="2841"/>
                </a:lnTo>
                <a:lnTo>
                  <a:pt x="2253" y="2840"/>
                </a:lnTo>
                <a:lnTo>
                  <a:pt x="2254" y="2840"/>
                </a:lnTo>
                <a:lnTo>
                  <a:pt x="2254" y="2839"/>
                </a:lnTo>
                <a:lnTo>
                  <a:pt x="2255" y="2839"/>
                </a:lnTo>
                <a:lnTo>
                  <a:pt x="2256" y="2839"/>
                </a:lnTo>
                <a:lnTo>
                  <a:pt x="2256" y="2838"/>
                </a:lnTo>
                <a:lnTo>
                  <a:pt x="2255" y="2838"/>
                </a:lnTo>
                <a:lnTo>
                  <a:pt x="2256" y="2838"/>
                </a:lnTo>
                <a:lnTo>
                  <a:pt x="2256" y="2837"/>
                </a:lnTo>
                <a:lnTo>
                  <a:pt x="2257" y="2837"/>
                </a:lnTo>
                <a:lnTo>
                  <a:pt x="2257" y="2836"/>
                </a:lnTo>
                <a:lnTo>
                  <a:pt x="2258" y="2836"/>
                </a:lnTo>
                <a:lnTo>
                  <a:pt x="2258" y="2837"/>
                </a:lnTo>
                <a:lnTo>
                  <a:pt x="2259" y="2837"/>
                </a:lnTo>
                <a:lnTo>
                  <a:pt x="2259" y="2836"/>
                </a:lnTo>
                <a:lnTo>
                  <a:pt x="2260" y="2836"/>
                </a:lnTo>
                <a:lnTo>
                  <a:pt x="2260" y="2837"/>
                </a:lnTo>
                <a:lnTo>
                  <a:pt x="2261" y="2837"/>
                </a:lnTo>
                <a:lnTo>
                  <a:pt x="2261" y="2838"/>
                </a:lnTo>
                <a:lnTo>
                  <a:pt x="2262" y="2838"/>
                </a:lnTo>
                <a:lnTo>
                  <a:pt x="2262" y="2839"/>
                </a:lnTo>
                <a:lnTo>
                  <a:pt x="2263" y="2839"/>
                </a:lnTo>
                <a:lnTo>
                  <a:pt x="2263" y="2840"/>
                </a:lnTo>
                <a:lnTo>
                  <a:pt x="2264" y="2840"/>
                </a:lnTo>
                <a:lnTo>
                  <a:pt x="2264" y="2839"/>
                </a:lnTo>
                <a:lnTo>
                  <a:pt x="2264" y="2840"/>
                </a:lnTo>
                <a:lnTo>
                  <a:pt x="2265" y="2840"/>
                </a:lnTo>
                <a:lnTo>
                  <a:pt x="2266" y="2840"/>
                </a:lnTo>
                <a:lnTo>
                  <a:pt x="2266" y="2841"/>
                </a:lnTo>
                <a:lnTo>
                  <a:pt x="2267" y="2841"/>
                </a:lnTo>
                <a:lnTo>
                  <a:pt x="2267" y="2840"/>
                </a:lnTo>
                <a:lnTo>
                  <a:pt x="2268" y="2840"/>
                </a:lnTo>
                <a:lnTo>
                  <a:pt x="2268" y="2839"/>
                </a:lnTo>
                <a:lnTo>
                  <a:pt x="2269" y="2839"/>
                </a:lnTo>
                <a:lnTo>
                  <a:pt x="2270" y="2839"/>
                </a:lnTo>
                <a:lnTo>
                  <a:pt x="2270" y="2838"/>
                </a:lnTo>
                <a:lnTo>
                  <a:pt x="2270" y="2837"/>
                </a:lnTo>
                <a:lnTo>
                  <a:pt x="2271" y="2837"/>
                </a:lnTo>
                <a:lnTo>
                  <a:pt x="2271" y="2836"/>
                </a:lnTo>
                <a:lnTo>
                  <a:pt x="2272" y="2836"/>
                </a:lnTo>
                <a:lnTo>
                  <a:pt x="2272" y="2835"/>
                </a:lnTo>
                <a:lnTo>
                  <a:pt x="2273" y="2835"/>
                </a:lnTo>
                <a:lnTo>
                  <a:pt x="2272" y="2835"/>
                </a:lnTo>
                <a:lnTo>
                  <a:pt x="2272" y="2834"/>
                </a:lnTo>
                <a:lnTo>
                  <a:pt x="2273" y="2834"/>
                </a:lnTo>
                <a:lnTo>
                  <a:pt x="2273" y="2833"/>
                </a:lnTo>
                <a:lnTo>
                  <a:pt x="2272" y="2833"/>
                </a:lnTo>
                <a:lnTo>
                  <a:pt x="2272" y="2832"/>
                </a:lnTo>
                <a:lnTo>
                  <a:pt x="2272" y="2831"/>
                </a:lnTo>
                <a:lnTo>
                  <a:pt x="2272" y="2830"/>
                </a:lnTo>
                <a:lnTo>
                  <a:pt x="2271" y="2830"/>
                </a:lnTo>
                <a:lnTo>
                  <a:pt x="2271" y="2829"/>
                </a:lnTo>
                <a:lnTo>
                  <a:pt x="2271" y="2828"/>
                </a:lnTo>
                <a:lnTo>
                  <a:pt x="2271" y="2827"/>
                </a:lnTo>
                <a:lnTo>
                  <a:pt x="2270" y="2827"/>
                </a:lnTo>
                <a:lnTo>
                  <a:pt x="2270" y="2826"/>
                </a:lnTo>
                <a:lnTo>
                  <a:pt x="2269" y="2826"/>
                </a:lnTo>
                <a:lnTo>
                  <a:pt x="2269" y="2825"/>
                </a:lnTo>
                <a:lnTo>
                  <a:pt x="2268" y="2825"/>
                </a:lnTo>
                <a:lnTo>
                  <a:pt x="2268" y="2824"/>
                </a:lnTo>
                <a:lnTo>
                  <a:pt x="2268" y="2825"/>
                </a:lnTo>
                <a:lnTo>
                  <a:pt x="2268" y="2824"/>
                </a:lnTo>
                <a:lnTo>
                  <a:pt x="2267" y="2824"/>
                </a:lnTo>
                <a:lnTo>
                  <a:pt x="2267" y="2823"/>
                </a:lnTo>
                <a:lnTo>
                  <a:pt x="2266" y="2823"/>
                </a:lnTo>
                <a:lnTo>
                  <a:pt x="2265" y="2823"/>
                </a:lnTo>
                <a:lnTo>
                  <a:pt x="2264" y="2823"/>
                </a:lnTo>
                <a:lnTo>
                  <a:pt x="2264" y="2822"/>
                </a:lnTo>
                <a:lnTo>
                  <a:pt x="2264" y="2821"/>
                </a:lnTo>
                <a:lnTo>
                  <a:pt x="2264" y="2820"/>
                </a:lnTo>
                <a:lnTo>
                  <a:pt x="2264" y="2819"/>
                </a:lnTo>
                <a:lnTo>
                  <a:pt x="2264" y="2818"/>
                </a:lnTo>
                <a:lnTo>
                  <a:pt x="2263" y="2818"/>
                </a:lnTo>
                <a:lnTo>
                  <a:pt x="2263" y="2817"/>
                </a:lnTo>
                <a:lnTo>
                  <a:pt x="2263" y="2816"/>
                </a:lnTo>
                <a:lnTo>
                  <a:pt x="2263" y="2815"/>
                </a:lnTo>
                <a:lnTo>
                  <a:pt x="2263" y="2814"/>
                </a:lnTo>
                <a:lnTo>
                  <a:pt x="2263" y="2813"/>
                </a:lnTo>
                <a:lnTo>
                  <a:pt x="2262" y="2813"/>
                </a:lnTo>
                <a:lnTo>
                  <a:pt x="2261" y="2813"/>
                </a:lnTo>
                <a:lnTo>
                  <a:pt x="2261" y="2812"/>
                </a:lnTo>
                <a:lnTo>
                  <a:pt x="2262" y="2812"/>
                </a:lnTo>
                <a:lnTo>
                  <a:pt x="2262" y="2811"/>
                </a:lnTo>
                <a:lnTo>
                  <a:pt x="2261" y="2811"/>
                </a:lnTo>
                <a:lnTo>
                  <a:pt x="2262" y="2811"/>
                </a:lnTo>
                <a:lnTo>
                  <a:pt x="2262" y="2810"/>
                </a:lnTo>
                <a:lnTo>
                  <a:pt x="2261" y="2810"/>
                </a:lnTo>
                <a:lnTo>
                  <a:pt x="2261" y="2809"/>
                </a:lnTo>
                <a:lnTo>
                  <a:pt x="2261" y="2808"/>
                </a:lnTo>
                <a:lnTo>
                  <a:pt x="2261" y="2807"/>
                </a:lnTo>
                <a:lnTo>
                  <a:pt x="2261" y="2806"/>
                </a:lnTo>
                <a:lnTo>
                  <a:pt x="2262" y="2806"/>
                </a:lnTo>
                <a:lnTo>
                  <a:pt x="2261" y="2806"/>
                </a:lnTo>
                <a:lnTo>
                  <a:pt x="2262" y="2806"/>
                </a:lnTo>
                <a:lnTo>
                  <a:pt x="2263" y="2806"/>
                </a:lnTo>
                <a:lnTo>
                  <a:pt x="2263" y="2807"/>
                </a:lnTo>
                <a:lnTo>
                  <a:pt x="2264" y="2807"/>
                </a:lnTo>
                <a:lnTo>
                  <a:pt x="2264" y="2806"/>
                </a:lnTo>
                <a:lnTo>
                  <a:pt x="2265" y="2806"/>
                </a:lnTo>
                <a:lnTo>
                  <a:pt x="2265" y="2805"/>
                </a:lnTo>
                <a:lnTo>
                  <a:pt x="2266" y="2805"/>
                </a:lnTo>
                <a:lnTo>
                  <a:pt x="2267" y="2805"/>
                </a:lnTo>
                <a:lnTo>
                  <a:pt x="2267" y="2806"/>
                </a:lnTo>
                <a:lnTo>
                  <a:pt x="2268" y="2806"/>
                </a:lnTo>
                <a:lnTo>
                  <a:pt x="2268" y="2807"/>
                </a:lnTo>
                <a:lnTo>
                  <a:pt x="2269" y="2807"/>
                </a:lnTo>
                <a:lnTo>
                  <a:pt x="2269" y="2808"/>
                </a:lnTo>
                <a:lnTo>
                  <a:pt x="2269" y="2809"/>
                </a:lnTo>
                <a:lnTo>
                  <a:pt x="2268" y="2809"/>
                </a:lnTo>
                <a:lnTo>
                  <a:pt x="2268" y="2810"/>
                </a:lnTo>
                <a:lnTo>
                  <a:pt x="2268" y="2811"/>
                </a:lnTo>
                <a:lnTo>
                  <a:pt x="2269" y="2811"/>
                </a:lnTo>
                <a:lnTo>
                  <a:pt x="2269" y="2810"/>
                </a:lnTo>
                <a:lnTo>
                  <a:pt x="2270" y="2810"/>
                </a:lnTo>
                <a:lnTo>
                  <a:pt x="2271" y="2810"/>
                </a:lnTo>
                <a:lnTo>
                  <a:pt x="2271" y="2809"/>
                </a:lnTo>
                <a:lnTo>
                  <a:pt x="2272" y="2809"/>
                </a:lnTo>
                <a:lnTo>
                  <a:pt x="2272" y="2808"/>
                </a:lnTo>
                <a:lnTo>
                  <a:pt x="2273" y="2808"/>
                </a:lnTo>
                <a:lnTo>
                  <a:pt x="2273" y="2807"/>
                </a:lnTo>
                <a:lnTo>
                  <a:pt x="2274" y="2807"/>
                </a:lnTo>
                <a:lnTo>
                  <a:pt x="2274" y="2806"/>
                </a:lnTo>
                <a:lnTo>
                  <a:pt x="2273" y="2806"/>
                </a:lnTo>
                <a:lnTo>
                  <a:pt x="2273" y="2805"/>
                </a:lnTo>
                <a:lnTo>
                  <a:pt x="2273" y="2804"/>
                </a:lnTo>
                <a:lnTo>
                  <a:pt x="2274" y="2804"/>
                </a:lnTo>
                <a:lnTo>
                  <a:pt x="2275" y="2804"/>
                </a:lnTo>
                <a:lnTo>
                  <a:pt x="2275" y="2803"/>
                </a:lnTo>
                <a:lnTo>
                  <a:pt x="2275" y="2802"/>
                </a:lnTo>
                <a:lnTo>
                  <a:pt x="2275" y="2801"/>
                </a:lnTo>
                <a:lnTo>
                  <a:pt x="2275" y="2800"/>
                </a:lnTo>
                <a:lnTo>
                  <a:pt x="2274" y="2800"/>
                </a:lnTo>
                <a:lnTo>
                  <a:pt x="2274" y="2799"/>
                </a:lnTo>
                <a:lnTo>
                  <a:pt x="2274" y="2798"/>
                </a:lnTo>
                <a:lnTo>
                  <a:pt x="2273" y="2798"/>
                </a:lnTo>
                <a:lnTo>
                  <a:pt x="2273" y="2797"/>
                </a:lnTo>
                <a:lnTo>
                  <a:pt x="2273" y="2796"/>
                </a:lnTo>
                <a:lnTo>
                  <a:pt x="2272" y="2796"/>
                </a:lnTo>
                <a:lnTo>
                  <a:pt x="2271" y="2796"/>
                </a:lnTo>
                <a:lnTo>
                  <a:pt x="2270" y="2796"/>
                </a:lnTo>
                <a:lnTo>
                  <a:pt x="2269" y="2796"/>
                </a:lnTo>
                <a:lnTo>
                  <a:pt x="2269" y="2795"/>
                </a:lnTo>
                <a:lnTo>
                  <a:pt x="2270" y="2795"/>
                </a:lnTo>
                <a:lnTo>
                  <a:pt x="2270" y="2794"/>
                </a:lnTo>
                <a:lnTo>
                  <a:pt x="2270" y="2793"/>
                </a:lnTo>
                <a:lnTo>
                  <a:pt x="2270" y="2792"/>
                </a:lnTo>
                <a:lnTo>
                  <a:pt x="2270" y="2791"/>
                </a:lnTo>
                <a:lnTo>
                  <a:pt x="2271" y="2791"/>
                </a:lnTo>
                <a:lnTo>
                  <a:pt x="2271" y="2790"/>
                </a:lnTo>
                <a:lnTo>
                  <a:pt x="2270" y="2790"/>
                </a:lnTo>
                <a:lnTo>
                  <a:pt x="2270" y="2789"/>
                </a:lnTo>
                <a:lnTo>
                  <a:pt x="2271" y="2789"/>
                </a:lnTo>
                <a:lnTo>
                  <a:pt x="2271" y="2788"/>
                </a:lnTo>
                <a:lnTo>
                  <a:pt x="2272" y="2788"/>
                </a:lnTo>
                <a:lnTo>
                  <a:pt x="2272" y="2787"/>
                </a:lnTo>
                <a:lnTo>
                  <a:pt x="2273" y="2787"/>
                </a:lnTo>
                <a:lnTo>
                  <a:pt x="2273" y="2786"/>
                </a:lnTo>
                <a:lnTo>
                  <a:pt x="2274" y="2786"/>
                </a:lnTo>
                <a:lnTo>
                  <a:pt x="2274" y="2785"/>
                </a:lnTo>
                <a:lnTo>
                  <a:pt x="2275" y="2785"/>
                </a:lnTo>
                <a:lnTo>
                  <a:pt x="2275" y="2784"/>
                </a:lnTo>
                <a:lnTo>
                  <a:pt x="2275" y="2783"/>
                </a:lnTo>
                <a:lnTo>
                  <a:pt x="2274" y="2783"/>
                </a:lnTo>
                <a:lnTo>
                  <a:pt x="2274" y="2782"/>
                </a:lnTo>
                <a:lnTo>
                  <a:pt x="2275" y="2782"/>
                </a:lnTo>
                <a:lnTo>
                  <a:pt x="2275" y="2781"/>
                </a:lnTo>
                <a:lnTo>
                  <a:pt x="2276" y="2781"/>
                </a:lnTo>
                <a:lnTo>
                  <a:pt x="2276" y="2780"/>
                </a:lnTo>
                <a:lnTo>
                  <a:pt x="2276" y="2779"/>
                </a:lnTo>
                <a:lnTo>
                  <a:pt x="2276" y="2778"/>
                </a:lnTo>
                <a:lnTo>
                  <a:pt x="2276" y="2777"/>
                </a:lnTo>
                <a:lnTo>
                  <a:pt x="2276" y="2776"/>
                </a:lnTo>
                <a:lnTo>
                  <a:pt x="2276" y="2775"/>
                </a:lnTo>
                <a:lnTo>
                  <a:pt x="2276" y="2774"/>
                </a:lnTo>
                <a:lnTo>
                  <a:pt x="2276" y="2773"/>
                </a:lnTo>
                <a:lnTo>
                  <a:pt x="2276" y="2772"/>
                </a:lnTo>
                <a:lnTo>
                  <a:pt x="2276" y="2771"/>
                </a:lnTo>
                <a:lnTo>
                  <a:pt x="2277" y="2771"/>
                </a:lnTo>
                <a:lnTo>
                  <a:pt x="2277" y="2770"/>
                </a:lnTo>
                <a:lnTo>
                  <a:pt x="2277" y="2769"/>
                </a:lnTo>
                <a:lnTo>
                  <a:pt x="2276" y="2769"/>
                </a:lnTo>
                <a:lnTo>
                  <a:pt x="2276" y="2768"/>
                </a:lnTo>
                <a:lnTo>
                  <a:pt x="2277" y="2768"/>
                </a:lnTo>
                <a:lnTo>
                  <a:pt x="2277" y="2767"/>
                </a:lnTo>
                <a:lnTo>
                  <a:pt x="2277" y="2766"/>
                </a:lnTo>
                <a:lnTo>
                  <a:pt x="2277" y="2765"/>
                </a:lnTo>
                <a:lnTo>
                  <a:pt x="2277" y="2764"/>
                </a:lnTo>
                <a:lnTo>
                  <a:pt x="2277" y="2763"/>
                </a:lnTo>
                <a:lnTo>
                  <a:pt x="2277" y="2762"/>
                </a:lnTo>
                <a:lnTo>
                  <a:pt x="2278" y="2762"/>
                </a:lnTo>
                <a:lnTo>
                  <a:pt x="2278" y="2761"/>
                </a:lnTo>
                <a:lnTo>
                  <a:pt x="2279" y="2761"/>
                </a:lnTo>
                <a:lnTo>
                  <a:pt x="2279" y="2760"/>
                </a:lnTo>
                <a:lnTo>
                  <a:pt x="2279" y="2759"/>
                </a:lnTo>
                <a:lnTo>
                  <a:pt x="2279" y="2758"/>
                </a:lnTo>
                <a:lnTo>
                  <a:pt x="2279" y="2757"/>
                </a:lnTo>
                <a:lnTo>
                  <a:pt x="2279" y="2756"/>
                </a:lnTo>
                <a:lnTo>
                  <a:pt x="2278" y="2756"/>
                </a:lnTo>
                <a:lnTo>
                  <a:pt x="2278" y="2755"/>
                </a:lnTo>
                <a:lnTo>
                  <a:pt x="2278" y="2754"/>
                </a:lnTo>
                <a:lnTo>
                  <a:pt x="2278" y="2753"/>
                </a:lnTo>
                <a:lnTo>
                  <a:pt x="2277" y="2753"/>
                </a:lnTo>
                <a:lnTo>
                  <a:pt x="2277" y="2752"/>
                </a:lnTo>
                <a:lnTo>
                  <a:pt x="2278" y="2752"/>
                </a:lnTo>
                <a:lnTo>
                  <a:pt x="2278" y="2751"/>
                </a:lnTo>
                <a:lnTo>
                  <a:pt x="2278" y="2750"/>
                </a:lnTo>
                <a:lnTo>
                  <a:pt x="2277" y="2750"/>
                </a:lnTo>
                <a:lnTo>
                  <a:pt x="2277" y="2749"/>
                </a:lnTo>
                <a:lnTo>
                  <a:pt x="2276" y="2749"/>
                </a:lnTo>
                <a:lnTo>
                  <a:pt x="2276" y="2748"/>
                </a:lnTo>
                <a:lnTo>
                  <a:pt x="2276" y="2747"/>
                </a:lnTo>
                <a:lnTo>
                  <a:pt x="2276" y="2746"/>
                </a:lnTo>
                <a:lnTo>
                  <a:pt x="2277" y="2746"/>
                </a:lnTo>
                <a:lnTo>
                  <a:pt x="2277" y="2745"/>
                </a:lnTo>
                <a:lnTo>
                  <a:pt x="2277" y="2744"/>
                </a:lnTo>
                <a:lnTo>
                  <a:pt x="2277" y="2743"/>
                </a:lnTo>
                <a:lnTo>
                  <a:pt x="2277" y="2742"/>
                </a:lnTo>
                <a:lnTo>
                  <a:pt x="2277" y="2741"/>
                </a:lnTo>
                <a:lnTo>
                  <a:pt x="2277" y="2740"/>
                </a:lnTo>
                <a:lnTo>
                  <a:pt x="2277" y="2739"/>
                </a:lnTo>
                <a:lnTo>
                  <a:pt x="2278" y="2739"/>
                </a:lnTo>
                <a:lnTo>
                  <a:pt x="2278" y="2738"/>
                </a:lnTo>
                <a:lnTo>
                  <a:pt x="2277" y="2738"/>
                </a:lnTo>
                <a:lnTo>
                  <a:pt x="2277" y="2737"/>
                </a:lnTo>
                <a:lnTo>
                  <a:pt x="2277" y="2736"/>
                </a:lnTo>
                <a:lnTo>
                  <a:pt x="2276" y="2736"/>
                </a:lnTo>
                <a:lnTo>
                  <a:pt x="2276" y="2735"/>
                </a:lnTo>
                <a:lnTo>
                  <a:pt x="2275" y="2735"/>
                </a:lnTo>
                <a:lnTo>
                  <a:pt x="2275" y="2734"/>
                </a:lnTo>
                <a:lnTo>
                  <a:pt x="2275" y="2733"/>
                </a:lnTo>
                <a:lnTo>
                  <a:pt x="2275" y="2732"/>
                </a:lnTo>
                <a:lnTo>
                  <a:pt x="2276" y="2732"/>
                </a:lnTo>
                <a:lnTo>
                  <a:pt x="2276" y="2731"/>
                </a:lnTo>
                <a:lnTo>
                  <a:pt x="2277" y="2731"/>
                </a:lnTo>
                <a:lnTo>
                  <a:pt x="2277" y="2730"/>
                </a:lnTo>
                <a:lnTo>
                  <a:pt x="2277" y="2728"/>
                </a:lnTo>
                <a:lnTo>
                  <a:pt x="2277" y="2727"/>
                </a:lnTo>
                <a:lnTo>
                  <a:pt x="2276" y="2727"/>
                </a:lnTo>
                <a:lnTo>
                  <a:pt x="2276" y="2726"/>
                </a:lnTo>
                <a:lnTo>
                  <a:pt x="2277" y="2726"/>
                </a:lnTo>
                <a:lnTo>
                  <a:pt x="2276" y="2726"/>
                </a:lnTo>
                <a:lnTo>
                  <a:pt x="2276" y="2725"/>
                </a:lnTo>
                <a:lnTo>
                  <a:pt x="2276" y="2724"/>
                </a:lnTo>
                <a:lnTo>
                  <a:pt x="2276" y="2723"/>
                </a:lnTo>
                <a:lnTo>
                  <a:pt x="2275" y="2723"/>
                </a:lnTo>
                <a:lnTo>
                  <a:pt x="2275" y="2722"/>
                </a:lnTo>
                <a:lnTo>
                  <a:pt x="2275" y="2721"/>
                </a:lnTo>
                <a:lnTo>
                  <a:pt x="2276" y="2721"/>
                </a:lnTo>
                <a:lnTo>
                  <a:pt x="2276" y="2720"/>
                </a:lnTo>
                <a:lnTo>
                  <a:pt x="2276" y="2719"/>
                </a:lnTo>
                <a:lnTo>
                  <a:pt x="2276" y="2718"/>
                </a:lnTo>
                <a:lnTo>
                  <a:pt x="2275" y="2718"/>
                </a:lnTo>
                <a:lnTo>
                  <a:pt x="2275" y="2717"/>
                </a:lnTo>
                <a:lnTo>
                  <a:pt x="2276" y="2717"/>
                </a:lnTo>
                <a:lnTo>
                  <a:pt x="2276" y="2716"/>
                </a:lnTo>
                <a:lnTo>
                  <a:pt x="2277" y="2716"/>
                </a:lnTo>
                <a:lnTo>
                  <a:pt x="2278" y="2716"/>
                </a:lnTo>
                <a:lnTo>
                  <a:pt x="2278" y="2715"/>
                </a:lnTo>
                <a:lnTo>
                  <a:pt x="2278" y="2714"/>
                </a:lnTo>
                <a:lnTo>
                  <a:pt x="2278" y="2713"/>
                </a:lnTo>
                <a:lnTo>
                  <a:pt x="2277" y="2713"/>
                </a:lnTo>
                <a:lnTo>
                  <a:pt x="2277" y="2712"/>
                </a:lnTo>
                <a:lnTo>
                  <a:pt x="2276" y="2712"/>
                </a:lnTo>
                <a:lnTo>
                  <a:pt x="2276" y="2711"/>
                </a:lnTo>
                <a:lnTo>
                  <a:pt x="2275" y="2711"/>
                </a:lnTo>
                <a:lnTo>
                  <a:pt x="2274" y="2711"/>
                </a:lnTo>
                <a:lnTo>
                  <a:pt x="2273" y="2711"/>
                </a:lnTo>
                <a:lnTo>
                  <a:pt x="2273" y="2710"/>
                </a:lnTo>
                <a:lnTo>
                  <a:pt x="2273" y="2709"/>
                </a:lnTo>
                <a:lnTo>
                  <a:pt x="2273" y="2708"/>
                </a:lnTo>
                <a:lnTo>
                  <a:pt x="2273" y="2707"/>
                </a:lnTo>
                <a:lnTo>
                  <a:pt x="2273" y="2706"/>
                </a:lnTo>
                <a:lnTo>
                  <a:pt x="2273" y="2705"/>
                </a:lnTo>
                <a:lnTo>
                  <a:pt x="2273" y="2704"/>
                </a:lnTo>
                <a:lnTo>
                  <a:pt x="2273" y="2703"/>
                </a:lnTo>
                <a:lnTo>
                  <a:pt x="2273" y="2702"/>
                </a:lnTo>
                <a:lnTo>
                  <a:pt x="2273" y="2701"/>
                </a:lnTo>
                <a:lnTo>
                  <a:pt x="2272" y="2701"/>
                </a:lnTo>
                <a:lnTo>
                  <a:pt x="2272" y="2700"/>
                </a:lnTo>
                <a:lnTo>
                  <a:pt x="2273" y="2700"/>
                </a:lnTo>
                <a:lnTo>
                  <a:pt x="2272" y="2700"/>
                </a:lnTo>
                <a:lnTo>
                  <a:pt x="2272" y="2699"/>
                </a:lnTo>
                <a:lnTo>
                  <a:pt x="2272" y="2698"/>
                </a:lnTo>
                <a:lnTo>
                  <a:pt x="2271" y="2698"/>
                </a:lnTo>
                <a:lnTo>
                  <a:pt x="2271" y="2697"/>
                </a:lnTo>
                <a:lnTo>
                  <a:pt x="2272" y="2697"/>
                </a:lnTo>
                <a:lnTo>
                  <a:pt x="2272" y="2696"/>
                </a:lnTo>
                <a:lnTo>
                  <a:pt x="2273" y="2696"/>
                </a:lnTo>
                <a:lnTo>
                  <a:pt x="2273" y="2695"/>
                </a:lnTo>
                <a:lnTo>
                  <a:pt x="2274" y="2695"/>
                </a:lnTo>
                <a:lnTo>
                  <a:pt x="2274" y="2694"/>
                </a:lnTo>
                <a:lnTo>
                  <a:pt x="2273" y="2694"/>
                </a:lnTo>
                <a:lnTo>
                  <a:pt x="2274" y="2694"/>
                </a:lnTo>
                <a:lnTo>
                  <a:pt x="2274" y="2693"/>
                </a:lnTo>
                <a:lnTo>
                  <a:pt x="2275" y="2693"/>
                </a:lnTo>
                <a:lnTo>
                  <a:pt x="2274" y="2693"/>
                </a:lnTo>
                <a:lnTo>
                  <a:pt x="2274" y="2692"/>
                </a:lnTo>
                <a:lnTo>
                  <a:pt x="2273" y="2692"/>
                </a:lnTo>
                <a:lnTo>
                  <a:pt x="2273" y="2691"/>
                </a:lnTo>
                <a:lnTo>
                  <a:pt x="2274" y="2691"/>
                </a:lnTo>
                <a:lnTo>
                  <a:pt x="2273" y="2691"/>
                </a:lnTo>
                <a:lnTo>
                  <a:pt x="2273" y="2690"/>
                </a:lnTo>
                <a:lnTo>
                  <a:pt x="2274" y="2690"/>
                </a:lnTo>
                <a:lnTo>
                  <a:pt x="2274" y="2689"/>
                </a:lnTo>
                <a:lnTo>
                  <a:pt x="2275" y="2689"/>
                </a:lnTo>
                <a:lnTo>
                  <a:pt x="2275" y="2688"/>
                </a:lnTo>
                <a:lnTo>
                  <a:pt x="2275" y="2687"/>
                </a:lnTo>
                <a:lnTo>
                  <a:pt x="2275" y="2686"/>
                </a:lnTo>
                <a:lnTo>
                  <a:pt x="2276" y="2686"/>
                </a:lnTo>
                <a:lnTo>
                  <a:pt x="2276" y="2685"/>
                </a:lnTo>
                <a:lnTo>
                  <a:pt x="2275" y="2685"/>
                </a:lnTo>
                <a:lnTo>
                  <a:pt x="2276" y="2685"/>
                </a:lnTo>
                <a:lnTo>
                  <a:pt x="2276" y="2684"/>
                </a:lnTo>
                <a:lnTo>
                  <a:pt x="2275" y="2684"/>
                </a:lnTo>
                <a:lnTo>
                  <a:pt x="2275" y="2683"/>
                </a:lnTo>
                <a:lnTo>
                  <a:pt x="2275" y="2682"/>
                </a:lnTo>
                <a:lnTo>
                  <a:pt x="2274" y="2682"/>
                </a:lnTo>
                <a:lnTo>
                  <a:pt x="2273" y="2682"/>
                </a:lnTo>
                <a:lnTo>
                  <a:pt x="2273" y="2681"/>
                </a:lnTo>
                <a:lnTo>
                  <a:pt x="2272" y="2681"/>
                </a:lnTo>
                <a:lnTo>
                  <a:pt x="2272" y="2680"/>
                </a:lnTo>
                <a:lnTo>
                  <a:pt x="2272" y="2679"/>
                </a:lnTo>
                <a:lnTo>
                  <a:pt x="2272" y="2677"/>
                </a:lnTo>
                <a:lnTo>
                  <a:pt x="2272" y="2676"/>
                </a:lnTo>
                <a:lnTo>
                  <a:pt x="2272" y="2675"/>
                </a:lnTo>
                <a:lnTo>
                  <a:pt x="2271" y="2675"/>
                </a:lnTo>
                <a:lnTo>
                  <a:pt x="2271" y="2674"/>
                </a:lnTo>
                <a:lnTo>
                  <a:pt x="2271" y="2673"/>
                </a:lnTo>
                <a:lnTo>
                  <a:pt x="2271" y="2672"/>
                </a:lnTo>
                <a:lnTo>
                  <a:pt x="2272" y="2672"/>
                </a:lnTo>
                <a:lnTo>
                  <a:pt x="2272" y="2671"/>
                </a:lnTo>
                <a:lnTo>
                  <a:pt x="2272" y="2670"/>
                </a:lnTo>
                <a:lnTo>
                  <a:pt x="2272" y="2669"/>
                </a:lnTo>
                <a:lnTo>
                  <a:pt x="2271" y="2669"/>
                </a:lnTo>
                <a:lnTo>
                  <a:pt x="2271" y="2668"/>
                </a:lnTo>
                <a:lnTo>
                  <a:pt x="2271" y="2667"/>
                </a:lnTo>
                <a:lnTo>
                  <a:pt x="2271" y="2666"/>
                </a:lnTo>
                <a:lnTo>
                  <a:pt x="2271" y="2665"/>
                </a:lnTo>
                <a:lnTo>
                  <a:pt x="2272" y="2665"/>
                </a:lnTo>
                <a:lnTo>
                  <a:pt x="2272" y="2664"/>
                </a:lnTo>
                <a:lnTo>
                  <a:pt x="2272" y="2663"/>
                </a:lnTo>
                <a:lnTo>
                  <a:pt x="2272" y="2662"/>
                </a:lnTo>
                <a:lnTo>
                  <a:pt x="2272" y="2661"/>
                </a:lnTo>
                <a:lnTo>
                  <a:pt x="2273" y="2661"/>
                </a:lnTo>
                <a:lnTo>
                  <a:pt x="2272" y="2661"/>
                </a:lnTo>
                <a:lnTo>
                  <a:pt x="2272" y="2660"/>
                </a:lnTo>
                <a:lnTo>
                  <a:pt x="2272" y="2661"/>
                </a:lnTo>
                <a:lnTo>
                  <a:pt x="2271" y="2661"/>
                </a:lnTo>
                <a:lnTo>
                  <a:pt x="2271" y="2660"/>
                </a:lnTo>
                <a:lnTo>
                  <a:pt x="2270" y="2660"/>
                </a:lnTo>
                <a:lnTo>
                  <a:pt x="2270" y="2659"/>
                </a:lnTo>
                <a:lnTo>
                  <a:pt x="2270" y="2658"/>
                </a:lnTo>
                <a:lnTo>
                  <a:pt x="2269" y="2658"/>
                </a:lnTo>
                <a:lnTo>
                  <a:pt x="2268" y="2658"/>
                </a:lnTo>
                <a:lnTo>
                  <a:pt x="2268" y="2659"/>
                </a:lnTo>
                <a:lnTo>
                  <a:pt x="2268" y="2660"/>
                </a:lnTo>
                <a:lnTo>
                  <a:pt x="2267" y="2660"/>
                </a:lnTo>
                <a:lnTo>
                  <a:pt x="2266" y="2660"/>
                </a:lnTo>
                <a:lnTo>
                  <a:pt x="2266" y="2659"/>
                </a:lnTo>
                <a:lnTo>
                  <a:pt x="2265" y="2659"/>
                </a:lnTo>
                <a:lnTo>
                  <a:pt x="2264" y="2659"/>
                </a:lnTo>
                <a:lnTo>
                  <a:pt x="2263" y="2659"/>
                </a:lnTo>
                <a:lnTo>
                  <a:pt x="2263" y="2660"/>
                </a:lnTo>
                <a:lnTo>
                  <a:pt x="2262" y="2660"/>
                </a:lnTo>
                <a:lnTo>
                  <a:pt x="2261" y="2660"/>
                </a:lnTo>
                <a:lnTo>
                  <a:pt x="2261" y="2659"/>
                </a:lnTo>
                <a:lnTo>
                  <a:pt x="2262" y="2659"/>
                </a:lnTo>
                <a:lnTo>
                  <a:pt x="2261" y="2659"/>
                </a:lnTo>
                <a:lnTo>
                  <a:pt x="2262" y="2659"/>
                </a:lnTo>
                <a:lnTo>
                  <a:pt x="2261" y="2659"/>
                </a:lnTo>
                <a:lnTo>
                  <a:pt x="2262" y="2659"/>
                </a:lnTo>
                <a:lnTo>
                  <a:pt x="2262" y="2658"/>
                </a:lnTo>
                <a:lnTo>
                  <a:pt x="2262" y="2657"/>
                </a:lnTo>
                <a:lnTo>
                  <a:pt x="2261" y="2657"/>
                </a:lnTo>
                <a:lnTo>
                  <a:pt x="2261" y="2656"/>
                </a:lnTo>
                <a:lnTo>
                  <a:pt x="2261" y="2655"/>
                </a:lnTo>
                <a:lnTo>
                  <a:pt x="2260" y="2655"/>
                </a:lnTo>
                <a:lnTo>
                  <a:pt x="2260" y="2654"/>
                </a:lnTo>
                <a:lnTo>
                  <a:pt x="2260" y="2653"/>
                </a:lnTo>
                <a:lnTo>
                  <a:pt x="2260" y="2652"/>
                </a:lnTo>
                <a:lnTo>
                  <a:pt x="2259" y="2652"/>
                </a:lnTo>
                <a:lnTo>
                  <a:pt x="2258" y="2652"/>
                </a:lnTo>
                <a:lnTo>
                  <a:pt x="2258" y="2653"/>
                </a:lnTo>
                <a:lnTo>
                  <a:pt x="2257" y="2653"/>
                </a:lnTo>
                <a:lnTo>
                  <a:pt x="2257" y="2654"/>
                </a:lnTo>
                <a:lnTo>
                  <a:pt x="2257" y="2655"/>
                </a:lnTo>
                <a:lnTo>
                  <a:pt x="2256" y="2655"/>
                </a:lnTo>
                <a:lnTo>
                  <a:pt x="2256" y="2654"/>
                </a:lnTo>
                <a:lnTo>
                  <a:pt x="2255" y="2654"/>
                </a:lnTo>
                <a:lnTo>
                  <a:pt x="2255" y="2653"/>
                </a:lnTo>
                <a:lnTo>
                  <a:pt x="2254" y="2653"/>
                </a:lnTo>
                <a:lnTo>
                  <a:pt x="2253" y="2653"/>
                </a:lnTo>
                <a:lnTo>
                  <a:pt x="2252" y="2653"/>
                </a:lnTo>
                <a:lnTo>
                  <a:pt x="2251" y="2653"/>
                </a:lnTo>
                <a:lnTo>
                  <a:pt x="2251" y="2652"/>
                </a:lnTo>
                <a:lnTo>
                  <a:pt x="2250" y="2652"/>
                </a:lnTo>
                <a:lnTo>
                  <a:pt x="2250" y="2651"/>
                </a:lnTo>
                <a:lnTo>
                  <a:pt x="2249" y="2651"/>
                </a:lnTo>
                <a:lnTo>
                  <a:pt x="2249" y="2650"/>
                </a:lnTo>
                <a:lnTo>
                  <a:pt x="2248" y="2650"/>
                </a:lnTo>
                <a:lnTo>
                  <a:pt x="2248" y="2651"/>
                </a:lnTo>
                <a:lnTo>
                  <a:pt x="2248" y="2652"/>
                </a:lnTo>
                <a:lnTo>
                  <a:pt x="2248" y="2653"/>
                </a:lnTo>
                <a:lnTo>
                  <a:pt x="2248" y="2654"/>
                </a:lnTo>
                <a:lnTo>
                  <a:pt x="2248" y="2655"/>
                </a:lnTo>
                <a:lnTo>
                  <a:pt x="2248" y="2656"/>
                </a:lnTo>
                <a:lnTo>
                  <a:pt x="2248" y="2657"/>
                </a:lnTo>
                <a:lnTo>
                  <a:pt x="2248" y="2658"/>
                </a:lnTo>
                <a:lnTo>
                  <a:pt x="2248" y="2659"/>
                </a:lnTo>
                <a:lnTo>
                  <a:pt x="2248" y="2660"/>
                </a:lnTo>
                <a:lnTo>
                  <a:pt x="2248" y="2661"/>
                </a:lnTo>
                <a:lnTo>
                  <a:pt x="2248" y="2662"/>
                </a:lnTo>
                <a:lnTo>
                  <a:pt x="2247" y="2662"/>
                </a:lnTo>
                <a:lnTo>
                  <a:pt x="2246" y="2662"/>
                </a:lnTo>
                <a:lnTo>
                  <a:pt x="2245" y="2662"/>
                </a:lnTo>
                <a:lnTo>
                  <a:pt x="2245" y="2663"/>
                </a:lnTo>
                <a:lnTo>
                  <a:pt x="2245" y="2664"/>
                </a:lnTo>
                <a:lnTo>
                  <a:pt x="2244" y="2664"/>
                </a:lnTo>
                <a:lnTo>
                  <a:pt x="2245" y="2664"/>
                </a:lnTo>
                <a:lnTo>
                  <a:pt x="2244" y="2664"/>
                </a:lnTo>
                <a:lnTo>
                  <a:pt x="2244" y="2665"/>
                </a:lnTo>
                <a:lnTo>
                  <a:pt x="2243" y="2665"/>
                </a:lnTo>
                <a:lnTo>
                  <a:pt x="2243" y="2666"/>
                </a:lnTo>
                <a:lnTo>
                  <a:pt x="2242" y="2666"/>
                </a:lnTo>
                <a:lnTo>
                  <a:pt x="2241" y="2666"/>
                </a:lnTo>
                <a:lnTo>
                  <a:pt x="2241" y="2665"/>
                </a:lnTo>
                <a:lnTo>
                  <a:pt x="2240" y="2665"/>
                </a:lnTo>
                <a:lnTo>
                  <a:pt x="2240" y="2666"/>
                </a:lnTo>
                <a:lnTo>
                  <a:pt x="2239" y="2666"/>
                </a:lnTo>
                <a:lnTo>
                  <a:pt x="2239" y="2665"/>
                </a:lnTo>
                <a:lnTo>
                  <a:pt x="2238" y="2665"/>
                </a:lnTo>
                <a:lnTo>
                  <a:pt x="2237" y="2665"/>
                </a:lnTo>
                <a:lnTo>
                  <a:pt x="2237" y="2664"/>
                </a:lnTo>
                <a:lnTo>
                  <a:pt x="2238" y="2664"/>
                </a:lnTo>
                <a:lnTo>
                  <a:pt x="2237" y="2664"/>
                </a:lnTo>
                <a:lnTo>
                  <a:pt x="2237" y="2663"/>
                </a:lnTo>
                <a:lnTo>
                  <a:pt x="2237" y="2662"/>
                </a:lnTo>
                <a:lnTo>
                  <a:pt x="2237" y="2661"/>
                </a:lnTo>
                <a:lnTo>
                  <a:pt x="2236" y="2661"/>
                </a:lnTo>
                <a:lnTo>
                  <a:pt x="2237" y="2660"/>
                </a:lnTo>
                <a:lnTo>
                  <a:pt x="2237" y="2659"/>
                </a:lnTo>
                <a:lnTo>
                  <a:pt x="2237" y="2658"/>
                </a:lnTo>
                <a:lnTo>
                  <a:pt x="2236" y="2658"/>
                </a:lnTo>
                <a:lnTo>
                  <a:pt x="2236" y="2657"/>
                </a:lnTo>
                <a:lnTo>
                  <a:pt x="2236" y="2656"/>
                </a:lnTo>
                <a:lnTo>
                  <a:pt x="2236" y="2655"/>
                </a:lnTo>
                <a:lnTo>
                  <a:pt x="2236" y="2654"/>
                </a:lnTo>
                <a:lnTo>
                  <a:pt x="2236" y="2653"/>
                </a:lnTo>
                <a:lnTo>
                  <a:pt x="2235" y="2653"/>
                </a:lnTo>
                <a:lnTo>
                  <a:pt x="2234" y="2652"/>
                </a:lnTo>
                <a:lnTo>
                  <a:pt x="2235" y="2652"/>
                </a:lnTo>
                <a:lnTo>
                  <a:pt x="2234" y="2652"/>
                </a:lnTo>
                <a:lnTo>
                  <a:pt x="2235" y="2652"/>
                </a:lnTo>
                <a:lnTo>
                  <a:pt x="2235" y="2651"/>
                </a:lnTo>
                <a:lnTo>
                  <a:pt x="2234" y="2651"/>
                </a:lnTo>
                <a:lnTo>
                  <a:pt x="2234" y="2650"/>
                </a:lnTo>
                <a:lnTo>
                  <a:pt x="2233" y="2650"/>
                </a:lnTo>
                <a:lnTo>
                  <a:pt x="2233" y="2651"/>
                </a:lnTo>
                <a:lnTo>
                  <a:pt x="2233" y="2650"/>
                </a:lnTo>
                <a:lnTo>
                  <a:pt x="2233" y="2649"/>
                </a:lnTo>
                <a:lnTo>
                  <a:pt x="2232" y="2649"/>
                </a:lnTo>
                <a:lnTo>
                  <a:pt x="2231" y="2648"/>
                </a:lnTo>
                <a:lnTo>
                  <a:pt x="2230" y="2648"/>
                </a:lnTo>
                <a:lnTo>
                  <a:pt x="2230" y="2647"/>
                </a:lnTo>
                <a:lnTo>
                  <a:pt x="2230" y="2646"/>
                </a:lnTo>
                <a:lnTo>
                  <a:pt x="2229" y="2646"/>
                </a:lnTo>
                <a:lnTo>
                  <a:pt x="2229" y="2645"/>
                </a:lnTo>
                <a:lnTo>
                  <a:pt x="2229" y="2644"/>
                </a:lnTo>
                <a:lnTo>
                  <a:pt x="2230" y="2644"/>
                </a:lnTo>
                <a:lnTo>
                  <a:pt x="2230" y="2643"/>
                </a:lnTo>
                <a:lnTo>
                  <a:pt x="2231" y="2643"/>
                </a:lnTo>
                <a:lnTo>
                  <a:pt x="2231" y="2642"/>
                </a:lnTo>
                <a:lnTo>
                  <a:pt x="2230" y="2642"/>
                </a:lnTo>
                <a:lnTo>
                  <a:pt x="2230" y="2641"/>
                </a:lnTo>
                <a:lnTo>
                  <a:pt x="2229" y="2641"/>
                </a:lnTo>
                <a:lnTo>
                  <a:pt x="2229" y="2640"/>
                </a:lnTo>
                <a:lnTo>
                  <a:pt x="2228" y="2640"/>
                </a:lnTo>
                <a:lnTo>
                  <a:pt x="2229" y="2640"/>
                </a:lnTo>
                <a:lnTo>
                  <a:pt x="2229" y="2639"/>
                </a:lnTo>
                <a:lnTo>
                  <a:pt x="2229" y="2638"/>
                </a:lnTo>
                <a:lnTo>
                  <a:pt x="2229" y="2637"/>
                </a:lnTo>
                <a:lnTo>
                  <a:pt x="2229" y="2636"/>
                </a:lnTo>
                <a:lnTo>
                  <a:pt x="2229" y="2635"/>
                </a:lnTo>
                <a:lnTo>
                  <a:pt x="2228" y="2635"/>
                </a:lnTo>
                <a:lnTo>
                  <a:pt x="2227" y="2635"/>
                </a:lnTo>
                <a:lnTo>
                  <a:pt x="2227" y="2634"/>
                </a:lnTo>
                <a:lnTo>
                  <a:pt x="2226" y="2634"/>
                </a:lnTo>
                <a:lnTo>
                  <a:pt x="2226" y="2633"/>
                </a:lnTo>
                <a:lnTo>
                  <a:pt x="2225" y="2633"/>
                </a:lnTo>
                <a:lnTo>
                  <a:pt x="2225" y="2632"/>
                </a:lnTo>
                <a:lnTo>
                  <a:pt x="2224" y="2632"/>
                </a:lnTo>
                <a:lnTo>
                  <a:pt x="2225" y="2632"/>
                </a:lnTo>
                <a:lnTo>
                  <a:pt x="2224" y="2632"/>
                </a:lnTo>
                <a:lnTo>
                  <a:pt x="2224" y="2631"/>
                </a:lnTo>
                <a:lnTo>
                  <a:pt x="2225" y="2631"/>
                </a:lnTo>
                <a:lnTo>
                  <a:pt x="2225" y="2630"/>
                </a:lnTo>
                <a:lnTo>
                  <a:pt x="2225" y="2629"/>
                </a:lnTo>
                <a:lnTo>
                  <a:pt x="2227" y="2629"/>
                </a:lnTo>
                <a:lnTo>
                  <a:pt x="2227" y="2628"/>
                </a:lnTo>
                <a:lnTo>
                  <a:pt x="2227" y="2627"/>
                </a:lnTo>
                <a:lnTo>
                  <a:pt x="2227" y="2626"/>
                </a:lnTo>
                <a:lnTo>
                  <a:pt x="2227" y="2625"/>
                </a:lnTo>
                <a:lnTo>
                  <a:pt x="2226" y="2625"/>
                </a:lnTo>
                <a:lnTo>
                  <a:pt x="2226" y="2624"/>
                </a:lnTo>
                <a:lnTo>
                  <a:pt x="2226" y="2623"/>
                </a:lnTo>
                <a:lnTo>
                  <a:pt x="2226" y="2622"/>
                </a:lnTo>
                <a:lnTo>
                  <a:pt x="2225" y="2622"/>
                </a:lnTo>
                <a:lnTo>
                  <a:pt x="2224" y="2622"/>
                </a:lnTo>
                <a:lnTo>
                  <a:pt x="2223" y="2622"/>
                </a:lnTo>
                <a:lnTo>
                  <a:pt x="2222" y="2622"/>
                </a:lnTo>
                <a:lnTo>
                  <a:pt x="2222" y="2621"/>
                </a:lnTo>
                <a:lnTo>
                  <a:pt x="2221" y="2621"/>
                </a:lnTo>
                <a:lnTo>
                  <a:pt x="2221" y="2620"/>
                </a:lnTo>
                <a:lnTo>
                  <a:pt x="2221" y="2619"/>
                </a:lnTo>
                <a:lnTo>
                  <a:pt x="2221" y="2618"/>
                </a:lnTo>
                <a:lnTo>
                  <a:pt x="2221" y="2617"/>
                </a:lnTo>
                <a:lnTo>
                  <a:pt x="2221" y="2616"/>
                </a:lnTo>
                <a:lnTo>
                  <a:pt x="2222" y="2616"/>
                </a:lnTo>
                <a:lnTo>
                  <a:pt x="2221" y="2616"/>
                </a:lnTo>
                <a:lnTo>
                  <a:pt x="2222" y="2615"/>
                </a:lnTo>
                <a:lnTo>
                  <a:pt x="2222" y="2614"/>
                </a:lnTo>
                <a:lnTo>
                  <a:pt x="2222" y="2613"/>
                </a:lnTo>
                <a:lnTo>
                  <a:pt x="2221" y="2612"/>
                </a:lnTo>
                <a:lnTo>
                  <a:pt x="2222" y="2611"/>
                </a:lnTo>
                <a:lnTo>
                  <a:pt x="2222" y="2610"/>
                </a:lnTo>
                <a:lnTo>
                  <a:pt x="2223" y="2609"/>
                </a:lnTo>
                <a:lnTo>
                  <a:pt x="2223" y="2608"/>
                </a:lnTo>
                <a:lnTo>
                  <a:pt x="2223" y="2607"/>
                </a:lnTo>
                <a:lnTo>
                  <a:pt x="2223" y="2606"/>
                </a:lnTo>
                <a:lnTo>
                  <a:pt x="2223" y="2605"/>
                </a:lnTo>
                <a:lnTo>
                  <a:pt x="2222" y="2604"/>
                </a:lnTo>
                <a:lnTo>
                  <a:pt x="2222" y="2603"/>
                </a:lnTo>
                <a:lnTo>
                  <a:pt x="2222" y="2602"/>
                </a:lnTo>
                <a:lnTo>
                  <a:pt x="2221" y="2602"/>
                </a:lnTo>
                <a:lnTo>
                  <a:pt x="2221" y="2601"/>
                </a:lnTo>
                <a:lnTo>
                  <a:pt x="2221" y="2600"/>
                </a:lnTo>
                <a:lnTo>
                  <a:pt x="2220" y="2600"/>
                </a:lnTo>
                <a:lnTo>
                  <a:pt x="2219" y="2599"/>
                </a:lnTo>
                <a:lnTo>
                  <a:pt x="2218" y="2599"/>
                </a:lnTo>
                <a:lnTo>
                  <a:pt x="2217" y="2598"/>
                </a:lnTo>
                <a:lnTo>
                  <a:pt x="2217" y="2597"/>
                </a:lnTo>
                <a:lnTo>
                  <a:pt x="2217" y="2596"/>
                </a:lnTo>
                <a:lnTo>
                  <a:pt x="2216" y="2595"/>
                </a:lnTo>
                <a:lnTo>
                  <a:pt x="2215" y="2595"/>
                </a:lnTo>
                <a:lnTo>
                  <a:pt x="2214" y="2595"/>
                </a:lnTo>
                <a:lnTo>
                  <a:pt x="2214" y="2596"/>
                </a:lnTo>
                <a:lnTo>
                  <a:pt x="2213" y="2597"/>
                </a:lnTo>
                <a:lnTo>
                  <a:pt x="2212" y="2597"/>
                </a:lnTo>
                <a:lnTo>
                  <a:pt x="2211" y="2596"/>
                </a:lnTo>
                <a:lnTo>
                  <a:pt x="2210" y="2595"/>
                </a:lnTo>
                <a:lnTo>
                  <a:pt x="2210" y="2594"/>
                </a:lnTo>
                <a:lnTo>
                  <a:pt x="2210" y="2593"/>
                </a:lnTo>
                <a:lnTo>
                  <a:pt x="2210" y="2592"/>
                </a:lnTo>
                <a:lnTo>
                  <a:pt x="2211" y="2591"/>
                </a:lnTo>
                <a:lnTo>
                  <a:pt x="2211" y="2590"/>
                </a:lnTo>
                <a:lnTo>
                  <a:pt x="2210" y="2589"/>
                </a:lnTo>
                <a:lnTo>
                  <a:pt x="2209" y="2588"/>
                </a:lnTo>
                <a:lnTo>
                  <a:pt x="2209" y="2587"/>
                </a:lnTo>
                <a:lnTo>
                  <a:pt x="2208" y="2586"/>
                </a:lnTo>
                <a:lnTo>
                  <a:pt x="2207" y="2586"/>
                </a:lnTo>
                <a:lnTo>
                  <a:pt x="2206" y="2586"/>
                </a:lnTo>
                <a:lnTo>
                  <a:pt x="2205" y="2585"/>
                </a:lnTo>
                <a:lnTo>
                  <a:pt x="2205" y="2584"/>
                </a:lnTo>
                <a:lnTo>
                  <a:pt x="2206" y="2584"/>
                </a:lnTo>
                <a:lnTo>
                  <a:pt x="2206" y="2583"/>
                </a:lnTo>
                <a:lnTo>
                  <a:pt x="2205" y="2583"/>
                </a:lnTo>
                <a:lnTo>
                  <a:pt x="2204" y="2583"/>
                </a:lnTo>
                <a:lnTo>
                  <a:pt x="2204" y="2582"/>
                </a:lnTo>
                <a:lnTo>
                  <a:pt x="2203" y="2581"/>
                </a:lnTo>
                <a:lnTo>
                  <a:pt x="2202" y="2581"/>
                </a:lnTo>
                <a:lnTo>
                  <a:pt x="2202" y="2580"/>
                </a:lnTo>
                <a:lnTo>
                  <a:pt x="2201" y="2579"/>
                </a:lnTo>
                <a:lnTo>
                  <a:pt x="2200" y="2579"/>
                </a:lnTo>
                <a:lnTo>
                  <a:pt x="2199" y="2579"/>
                </a:lnTo>
                <a:lnTo>
                  <a:pt x="2197" y="2579"/>
                </a:lnTo>
                <a:lnTo>
                  <a:pt x="2196" y="2580"/>
                </a:lnTo>
                <a:lnTo>
                  <a:pt x="2195" y="2580"/>
                </a:lnTo>
                <a:lnTo>
                  <a:pt x="2195" y="2581"/>
                </a:lnTo>
                <a:lnTo>
                  <a:pt x="2195" y="2582"/>
                </a:lnTo>
                <a:lnTo>
                  <a:pt x="2194" y="2582"/>
                </a:lnTo>
                <a:lnTo>
                  <a:pt x="2193" y="2582"/>
                </a:lnTo>
                <a:lnTo>
                  <a:pt x="2192" y="2582"/>
                </a:lnTo>
                <a:lnTo>
                  <a:pt x="2191" y="2582"/>
                </a:lnTo>
                <a:lnTo>
                  <a:pt x="2190" y="2582"/>
                </a:lnTo>
                <a:lnTo>
                  <a:pt x="2190" y="2580"/>
                </a:lnTo>
                <a:lnTo>
                  <a:pt x="2190" y="2579"/>
                </a:lnTo>
                <a:lnTo>
                  <a:pt x="2189" y="2579"/>
                </a:lnTo>
                <a:lnTo>
                  <a:pt x="2188" y="2578"/>
                </a:lnTo>
                <a:lnTo>
                  <a:pt x="2188" y="2577"/>
                </a:lnTo>
                <a:lnTo>
                  <a:pt x="2187" y="2577"/>
                </a:lnTo>
                <a:lnTo>
                  <a:pt x="2186" y="2577"/>
                </a:lnTo>
                <a:lnTo>
                  <a:pt x="2186" y="2576"/>
                </a:lnTo>
                <a:lnTo>
                  <a:pt x="2185" y="2575"/>
                </a:lnTo>
                <a:lnTo>
                  <a:pt x="2186" y="2575"/>
                </a:lnTo>
                <a:lnTo>
                  <a:pt x="2186" y="2574"/>
                </a:lnTo>
                <a:lnTo>
                  <a:pt x="2186" y="2573"/>
                </a:lnTo>
                <a:lnTo>
                  <a:pt x="2185" y="2573"/>
                </a:lnTo>
                <a:lnTo>
                  <a:pt x="2185" y="2572"/>
                </a:lnTo>
                <a:lnTo>
                  <a:pt x="2185" y="2571"/>
                </a:lnTo>
                <a:lnTo>
                  <a:pt x="2185" y="2570"/>
                </a:lnTo>
                <a:lnTo>
                  <a:pt x="2185" y="2568"/>
                </a:lnTo>
                <a:lnTo>
                  <a:pt x="2184" y="2567"/>
                </a:lnTo>
                <a:lnTo>
                  <a:pt x="2184" y="2566"/>
                </a:lnTo>
                <a:lnTo>
                  <a:pt x="2184" y="2565"/>
                </a:lnTo>
                <a:lnTo>
                  <a:pt x="2183" y="2565"/>
                </a:lnTo>
                <a:lnTo>
                  <a:pt x="2182" y="2565"/>
                </a:lnTo>
                <a:lnTo>
                  <a:pt x="2181" y="2564"/>
                </a:lnTo>
                <a:lnTo>
                  <a:pt x="2181" y="2563"/>
                </a:lnTo>
                <a:lnTo>
                  <a:pt x="2180" y="2563"/>
                </a:lnTo>
                <a:lnTo>
                  <a:pt x="2179" y="2563"/>
                </a:lnTo>
                <a:lnTo>
                  <a:pt x="2179" y="2562"/>
                </a:lnTo>
                <a:lnTo>
                  <a:pt x="2179" y="2561"/>
                </a:lnTo>
                <a:lnTo>
                  <a:pt x="2178" y="2561"/>
                </a:lnTo>
                <a:lnTo>
                  <a:pt x="2177" y="2561"/>
                </a:lnTo>
                <a:lnTo>
                  <a:pt x="2176" y="2561"/>
                </a:lnTo>
                <a:lnTo>
                  <a:pt x="2176" y="2562"/>
                </a:lnTo>
                <a:lnTo>
                  <a:pt x="2175" y="2563"/>
                </a:lnTo>
                <a:lnTo>
                  <a:pt x="2174" y="2563"/>
                </a:lnTo>
                <a:lnTo>
                  <a:pt x="2173" y="2563"/>
                </a:lnTo>
                <a:lnTo>
                  <a:pt x="2173" y="2562"/>
                </a:lnTo>
                <a:lnTo>
                  <a:pt x="2172" y="2561"/>
                </a:lnTo>
                <a:lnTo>
                  <a:pt x="2172" y="2560"/>
                </a:lnTo>
                <a:lnTo>
                  <a:pt x="2171" y="2560"/>
                </a:lnTo>
                <a:lnTo>
                  <a:pt x="2170" y="2560"/>
                </a:lnTo>
                <a:lnTo>
                  <a:pt x="2170" y="2561"/>
                </a:lnTo>
                <a:lnTo>
                  <a:pt x="2169" y="2562"/>
                </a:lnTo>
                <a:lnTo>
                  <a:pt x="2168" y="2562"/>
                </a:lnTo>
                <a:lnTo>
                  <a:pt x="2168" y="2563"/>
                </a:lnTo>
                <a:lnTo>
                  <a:pt x="2167" y="2563"/>
                </a:lnTo>
                <a:lnTo>
                  <a:pt x="2167" y="2564"/>
                </a:lnTo>
                <a:lnTo>
                  <a:pt x="2166" y="2564"/>
                </a:lnTo>
                <a:lnTo>
                  <a:pt x="2165" y="2565"/>
                </a:lnTo>
                <a:lnTo>
                  <a:pt x="2164" y="2566"/>
                </a:lnTo>
                <a:lnTo>
                  <a:pt x="2164" y="2567"/>
                </a:lnTo>
                <a:lnTo>
                  <a:pt x="2165" y="2568"/>
                </a:lnTo>
                <a:lnTo>
                  <a:pt x="2165" y="2569"/>
                </a:lnTo>
                <a:lnTo>
                  <a:pt x="2165" y="2570"/>
                </a:lnTo>
                <a:lnTo>
                  <a:pt x="2166" y="2570"/>
                </a:lnTo>
                <a:lnTo>
                  <a:pt x="2166" y="2571"/>
                </a:lnTo>
                <a:lnTo>
                  <a:pt x="2165" y="2571"/>
                </a:lnTo>
                <a:lnTo>
                  <a:pt x="2164" y="2572"/>
                </a:lnTo>
                <a:lnTo>
                  <a:pt x="2164" y="2573"/>
                </a:lnTo>
                <a:lnTo>
                  <a:pt x="2164" y="2574"/>
                </a:lnTo>
                <a:lnTo>
                  <a:pt x="2164" y="2575"/>
                </a:lnTo>
                <a:lnTo>
                  <a:pt x="2163" y="2576"/>
                </a:lnTo>
                <a:lnTo>
                  <a:pt x="2162" y="2576"/>
                </a:lnTo>
                <a:lnTo>
                  <a:pt x="2162" y="2577"/>
                </a:lnTo>
                <a:lnTo>
                  <a:pt x="2162" y="2578"/>
                </a:lnTo>
                <a:lnTo>
                  <a:pt x="2163" y="2578"/>
                </a:lnTo>
                <a:lnTo>
                  <a:pt x="2163" y="2579"/>
                </a:lnTo>
                <a:lnTo>
                  <a:pt x="2163" y="2580"/>
                </a:lnTo>
                <a:lnTo>
                  <a:pt x="2163" y="2581"/>
                </a:lnTo>
                <a:lnTo>
                  <a:pt x="2164" y="2581"/>
                </a:lnTo>
                <a:lnTo>
                  <a:pt x="2165" y="2581"/>
                </a:lnTo>
                <a:lnTo>
                  <a:pt x="2165" y="2582"/>
                </a:lnTo>
                <a:lnTo>
                  <a:pt x="2166" y="2582"/>
                </a:lnTo>
                <a:lnTo>
                  <a:pt x="2165" y="2583"/>
                </a:lnTo>
                <a:lnTo>
                  <a:pt x="2164" y="2584"/>
                </a:lnTo>
                <a:lnTo>
                  <a:pt x="2163" y="2584"/>
                </a:lnTo>
                <a:lnTo>
                  <a:pt x="2162" y="2584"/>
                </a:lnTo>
                <a:lnTo>
                  <a:pt x="2161" y="2584"/>
                </a:lnTo>
                <a:lnTo>
                  <a:pt x="2161" y="2585"/>
                </a:lnTo>
                <a:lnTo>
                  <a:pt x="2161" y="2586"/>
                </a:lnTo>
                <a:lnTo>
                  <a:pt x="2162" y="2587"/>
                </a:lnTo>
                <a:lnTo>
                  <a:pt x="2161" y="2588"/>
                </a:lnTo>
                <a:lnTo>
                  <a:pt x="2160" y="2588"/>
                </a:lnTo>
                <a:lnTo>
                  <a:pt x="2159" y="2588"/>
                </a:lnTo>
                <a:lnTo>
                  <a:pt x="2158" y="2587"/>
                </a:lnTo>
                <a:lnTo>
                  <a:pt x="2158" y="2586"/>
                </a:lnTo>
                <a:lnTo>
                  <a:pt x="2157" y="2586"/>
                </a:lnTo>
                <a:lnTo>
                  <a:pt x="2156" y="2586"/>
                </a:lnTo>
                <a:lnTo>
                  <a:pt x="2155" y="2587"/>
                </a:lnTo>
                <a:lnTo>
                  <a:pt x="2155" y="2588"/>
                </a:lnTo>
                <a:lnTo>
                  <a:pt x="2156" y="2589"/>
                </a:lnTo>
                <a:lnTo>
                  <a:pt x="2156" y="2590"/>
                </a:lnTo>
                <a:lnTo>
                  <a:pt x="2156" y="2591"/>
                </a:lnTo>
                <a:lnTo>
                  <a:pt x="2155" y="2591"/>
                </a:lnTo>
                <a:lnTo>
                  <a:pt x="2154" y="2591"/>
                </a:lnTo>
                <a:lnTo>
                  <a:pt x="2153" y="2592"/>
                </a:lnTo>
                <a:lnTo>
                  <a:pt x="2152" y="2592"/>
                </a:lnTo>
                <a:lnTo>
                  <a:pt x="2152" y="2591"/>
                </a:lnTo>
                <a:lnTo>
                  <a:pt x="2151" y="2591"/>
                </a:lnTo>
                <a:lnTo>
                  <a:pt x="2150" y="2592"/>
                </a:lnTo>
                <a:lnTo>
                  <a:pt x="2150" y="2593"/>
                </a:lnTo>
                <a:lnTo>
                  <a:pt x="2150" y="2594"/>
                </a:lnTo>
                <a:lnTo>
                  <a:pt x="2151" y="2595"/>
                </a:lnTo>
                <a:lnTo>
                  <a:pt x="2151" y="2596"/>
                </a:lnTo>
                <a:lnTo>
                  <a:pt x="2151" y="2597"/>
                </a:lnTo>
                <a:lnTo>
                  <a:pt x="2151" y="2598"/>
                </a:lnTo>
                <a:lnTo>
                  <a:pt x="2151" y="2599"/>
                </a:lnTo>
                <a:lnTo>
                  <a:pt x="2150" y="2601"/>
                </a:lnTo>
                <a:lnTo>
                  <a:pt x="2149" y="2601"/>
                </a:lnTo>
                <a:lnTo>
                  <a:pt x="2148" y="2601"/>
                </a:lnTo>
                <a:lnTo>
                  <a:pt x="2148" y="2602"/>
                </a:lnTo>
                <a:lnTo>
                  <a:pt x="2149" y="2602"/>
                </a:lnTo>
                <a:lnTo>
                  <a:pt x="2150" y="2603"/>
                </a:lnTo>
                <a:lnTo>
                  <a:pt x="2150" y="2604"/>
                </a:lnTo>
                <a:lnTo>
                  <a:pt x="2149" y="2605"/>
                </a:lnTo>
                <a:lnTo>
                  <a:pt x="2148" y="2605"/>
                </a:lnTo>
                <a:lnTo>
                  <a:pt x="2147" y="2606"/>
                </a:lnTo>
                <a:lnTo>
                  <a:pt x="2146" y="2608"/>
                </a:lnTo>
                <a:lnTo>
                  <a:pt x="2146" y="2609"/>
                </a:lnTo>
                <a:lnTo>
                  <a:pt x="2147" y="2610"/>
                </a:lnTo>
                <a:lnTo>
                  <a:pt x="2148" y="2610"/>
                </a:lnTo>
                <a:lnTo>
                  <a:pt x="2149" y="2610"/>
                </a:lnTo>
                <a:lnTo>
                  <a:pt x="2150" y="2610"/>
                </a:lnTo>
                <a:lnTo>
                  <a:pt x="2151" y="2609"/>
                </a:lnTo>
                <a:lnTo>
                  <a:pt x="2152" y="2609"/>
                </a:lnTo>
                <a:lnTo>
                  <a:pt x="2153" y="2609"/>
                </a:lnTo>
                <a:lnTo>
                  <a:pt x="2153" y="2610"/>
                </a:lnTo>
                <a:lnTo>
                  <a:pt x="2152" y="2610"/>
                </a:lnTo>
                <a:lnTo>
                  <a:pt x="2152" y="2611"/>
                </a:lnTo>
                <a:lnTo>
                  <a:pt x="2153" y="2612"/>
                </a:lnTo>
                <a:lnTo>
                  <a:pt x="2153" y="2613"/>
                </a:lnTo>
                <a:lnTo>
                  <a:pt x="2154" y="2613"/>
                </a:lnTo>
                <a:lnTo>
                  <a:pt x="2155" y="2613"/>
                </a:lnTo>
                <a:lnTo>
                  <a:pt x="2156" y="2614"/>
                </a:lnTo>
                <a:lnTo>
                  <a:pt x="2155" y="2615"/>
                </a:lnTo>
                <a:lnTo>
                  <a:pt x="2155" y="2616"/>
                </a:lnTo>
                <a:lnTo>
                  <a:pt x="2154" y="2616"/>
                </a:lnTo>
                <a:lnTo>
                  <a:pt x="2154" y="2617"/>
                </a:lnTo>
                <a:lnTo>
                  <a:pt x="2154" y="2618"/>
                </a:lnTo>
                <a:lnTo>
                  <a:pt x="2153" y="2618"/>
                </a:lnTo>
                <a:lnTo>
                  <a:pt x="2153" y="2619"/>
                </a:lnTo>
                <a:lnTo>
                  <a:pt x="2153" y="2620"/>
                </a:lnTo>
                <a:lnTo>
                  <a:pt x="2153" y="2621"/>
                </a:lnTo>
                <a:lnTo>
                  <a:pt x="2152" y="2622"/>
                </a:lnTo>
                <a:lnTo>
                  <a:pt x="2152" y="2623"/>
                </a:lnTo>
                <a:lnTo>
                  <a:pt x="2153" y="2623"/>
                </a:lnTo>
                <a:lnTo>
                  <a:pt x="2153" y="2624"/>
                </a:lnTo>
                <a:lnTo>
                  <a:pt x="2154" y="2624"/>
                </a:lnTo>
                <a:lnTo>
                  <a:pt x="2153" y="2625"/>
                </a:lnTo>
                <a:lnTo>
                  <a:pt x="2152" y="2625"/>
                </a:lnTo>
                <a:lnTo>
                  <a:pt x="2153" y="2626"/>
                </a:lnTo>
                <a:lnTo>
                  <a:pt x="2153" y="2627"/>
                </a:lnTo>
                <a:lnTo>
                  <a:pt x="2154" y="2628"/>
                </a:lnTo>
                <a:lnTo>
                  <a:pt x="2153" y="2628"/>
                </a:lnTo>
                <a:lnTo>
                  <a:pt x="2152" y="2629"/>
                </a:lnTo>
                <a:lnTo>
                  <a:pt x="2151" y="2629"/>
                </a:lnTo>
                <a:lnTo>
                  <a:pt x="2151" y="2628"/>
                </a:lnTo>
                <a:lnTo>
                  <a:pt x="2150" y="2628"/>
                </a:lnTo>
                <a:lnTo>
                  <a:pt x="2149" y="2628"/>
                </a:lnTo>
                <a:lnTo>
                  <a:pt x="2148" y="2628"/>
                </a:lnTo>
                <a:lnTo>
                  <a:pt x="2148" y="2627"/>
                </a:lnTo>
                <a:lnTo>
                  <a:pt x="2148" y="2626"/>
                </a:lnTo>
                <a:lnTo>
                  <a:pt x="2147" y="2626"/>
                </a:lnTo>
                <a:lnTo>
                  <a:pt x="2147" y="2625"/>
                </a:lnTo>
                <a:lnTo>
                  <a:pt x="2146" y="2625"/>
                </a:lnTo>
                <a:lnTo>
                  <a:pt x="2145" y="2625"/>
                </a:lnTo>
                <a:lnTo>
                  <a:pt x="2144" y="2626"/>
                </a:lnTo>
                <a:lnTo>
                  <a:pt x="2143" y="2626"/>
                </a:lnTo>
                <a:lnTo>
                  <a:pt x="2142" y="2626"/>
                </a:lnTo>
                <a:lnTo>
                  <a:pt x="2142" y="2627"/>
                </a:lnTo>
                <a:lnTo>
                  <a:pt x="2141" y="2627"/>
                </a:lnTo>
                <a:lnTo>
                  <a:pt x="2141" y="2628"/>
                </a:lnTo>
                <a:lnTo>
                  <a:pt x="2140" y="2628"/>
                </a:lnTo>
                <a:lnTo>
                  <a:pt x="2140" y="2629"/>
                </a:lnTo>
                <a:lnTo>
                  <a:pt x="2139" y="2630"/>
                </a:lnTo>
                <a:lnTo>
                  <a:pt x="2138" y="2630"/>
                </a:lnTo>
                <a:lnTo>
                  <a:pt x="2137" y="2631"/>
                </a:lnTo>
                <a:lnTo>
                  <a:pt x="2137" y="2632"/>
                </a:lnTo>
                <a:lnTo>
                  <a:pt x="2136" y="2632"/>
                </a:lnTo>
                <a:lnTo>
                  <a:pt x="2136" y="2633"/>
                </a:lnTo>
                <a:lnTo>
                  <a:pt x="2135" y="2633"/>
                </a:lnTo>
                <a:lnTo>
                  <a:pt x="2134" y="2634"/>
                </a:lnTo>
                <a:lnTo>
                  <a:pt x="2134" y="2635"/>
                </a:lnTo>
                <a:lnTo>
                  <a:pt x="2133" y="2635"/>
                </a:lnTo>
                <a:lnTo>
                  <a:pt x="2133" y="2636"/>
                </a:lnTo>
                <a:lnTo>
                  <a:pt x="2132" y="2636"/>
                </a:lnTo>
                <a:lnTo>
                  <a:pt x="2131" y="2636"/>
                </a:lnTo>
                <a:lnTo>
                  <a:pt x="2131" y="2637"/>
                </a:lnTo>
                <a:lnTo>
                  <a:pt x="2130" y="2637"/>
                </a:lnTo>
                <a:lnTo>
                  <a:pt x="2130" y="2638"/>
                </a:lnTo>
                <a:lnTo>
                  <a:pt x="2129" y="2638"/>
                </a:lnTo>
                <a:lnTo>
                  <a:pt x="2128" y="2638"/>
                </a:lnTo>
                <a:lnTo>
                  <a:pt x="2128" y="2639"/>
                </a:lnTo>
                <a:lnTo>
                  <a:pt x="2128" y="2640"/>
                </a:lnTo>
                <a:lnTo>
                  <a:pt x="2128" y="2641"/>
                </a:lnTo>
                <a:lnTo>
                  <a:pt x="2128" y="2642"/>
                </a:lnTo>
                <a:lnTo>
                  <a:pt x="2127" y="2642"/>
                </a:lnTo>
                <a:lnTo>
                  <a:pt x="2127" y="2643"/>
                </a:lnTo>
                <a:lnTo>
                  <a:pt x="2127" y="2642"/>
                </a:lnTo>
                <a:lnTo>
                  <a:pt x="2127" y="2641"/>
                </a:lnTo>
                <a:lnTo>
                  <a:pt x="2127" y="2640"/>
                </a:lnTo>
                <a:lnTo>
                  <a:pt x="2126" y="2640"/>
                </a:lnTo>
                <a:lnTo>
                  <a:pt x="2126" y="2639"/>
                </a:lnTo>
                <a:lnTo>
                  <a:pt x="2126" y="2638"/>
                </a:lnTo>
                <a:lnTo>
                  <a:pt x="2125" y="2637"/>
                </a:lnTo>
                <a:lnTo>
                  <a:pt x="2124" y="2637"/>
                </a:lnTo>
                <a:lnTo>
                  <a:pt x="2124" y="2636"/>
                </a:lnTo>
                <a:lnTo>
                  <a:pt x="2123" y="2636"/>
                </a:lnTo>
                <a:lnTo>
                  <a:pt x="2123" y="2635"/>
                </a:lnTo>
                <a:lnTo>
                  <a:pt x="2123" y="2634"/>
                </a:lnTo>
                <a:lnTo>
                  <a:pt x="2122" y="2634"/>
                </a:lnTo>
                <a:lnTo>
                  <a:pt x="2122" y="2635"/>
                </a:lnTo>
                <a:lnTo>
                  <a:pt x="2121" y="2635"/>
                </a:lnTo>
                <a:lnTo>
                  <a:pt x="2120" y="2635"/>
                </a:lnTo>
                <a:lnTo>
                  <a:pt x="2119" y="2635"/>
                </a:lnTo>
                <a:lnTo>
                  <a:pt x="2119" y="2636"/>
                </a:lnTo>
                <a:lnTo>
                  <a:pt x="2118" y="2635"/>
                </a:lnTo>
                <a:lnTo>
                  <a:pt x="2118" y="2634"/>
                </a:lnTo>
                <a:lnTo>
                  <a:pt x="2117" y="2633"/>
                </a:lnTo>
                <a:lnTo>
                  <a:pt x="2117" y="2632"/>
                </a:lnTo>
                <a:lnTo>
                  <a:pt x="2116" y="2631"/>
                </a:lnTo>
                <a:lnTo>
                  <a:pt x="2116" y="2630"/>
                </a:lnTo>
                <a:lnTo>
                  <a:pt x="2115" y="2630"/>
                </a:lnTo>
                <a:lnTo>
                  <a:pt x="2114" y="2630"/>
                </a:lnTo>
                <a:lnTo>
                  <a:pt x="2114" y="2629"/>
                </a:lnTo>
                <a:lnTo>
                  <a:pt x="2113" y="2629"/>
                </a:lnTo>
                <a:lnTo>
                  <a:pt x="2112" y="2629"/>
                </a:lnTo>
                <a:lnTo>
                  <a:pt x="2112" y="2628"/>
                </a:lnTo>
                <a:lnTo>
                  <a:pt x="2111" y="2628"/>
                </a:lnTo>
                <a:lnTo>
                  <a:pt x="2110" y="2628"/>
                </a:lnTo>
                <a:lnTo>
                  <a:pt x="2109" y="2628"/>
                </a:lnTo>
                <a:lnTo>
                  <a:pt x="2108" y="2629"/>
                </a:lnTo>
                <a:lnTo>
                  <a:pt x="2106" y="2629"/>
                </a:lnTo>
                <a:lnTo>
                  <a:pt x="2105" y="2628"/>
                </a:lnTo>
                <a:lnTo>
                  <a:pt x="2104" y="2627"/>
                </a:lnTo>
                <a:lnTo>
                  <a:pt x="2103" y="2627"/>
                </a:lnTo>
                <a:lnTo>
                  <a:pt x="2102" y="2627"/>
                </a:lnTo>
                <a:lnTo>
                  <a:pt x="2102" y="2626"/>
                </a:lnTo>
                <a:lnTo>
                  <a:pt x="2101" y="2625"/>
                </a:lnTo>
                <a:lnTo>
                  <a:pt x="2101" y="2624"/>
                </a:lnTo>
                <a:lnTo>
                  <a:pt x="2100" y="2623"/>
                </a:lnTo>
                <a:lnTo>
                  <a:pt x="2099" y="2623"/>
                </a:lnTo>
                <a:lnTo>
                  <a:pt x="2098" y="2623"/>
                </a:lnTo>
                <a:lnTo>
                  <a:pt x="2097" y="2623"/>
                </a:lnTo>
                <a:lnTo>
                  <a:pt x="2097" y="2622"/>
                </a:lnTo>
                <a:lnTo>
                  <a:pt x="2096" y="2622"/>
                </a:lnTo>
                <a:lnTo>
                  <a:pt x="2095" y="2621"/>
                </a:lnTo>
                <a:lnTo>
                  <a:pt x="2094" y="2621"/>
                </a:lnTo>
                <a:lnTo>
                  <a:pt x="2093" y="2620"/>
                </a:lnTo>
                <a:lnTo>
                  <a:pt x="2092" y="2620"/>
                </a:lnTo>
                <a:lnTo>
                  <a:pt x="2092" y="2621"/>
                </a:lnTo>
                <a:lnTo>
                  <a:pt x="2091" y="2621"/>
                </a:lnTo>
                <a:lnTo>
                  <a:pt x="2090" y="2621"/>
                </a:lnTo>
                <a:lnTo>
                  <a:pt x="2090" y="2620"/>
                </a:lnTo>
                <a:lnTo>
                  <a:pt x="2089" y="2620"/>
                </a:lnTo>
                <a:lnTo>
                  <a:pt x="2088" y="2619"/>
                </a:lnTo>
                <a:lnTo>
                  <a:pt x="2088" y="2618"/>
                </a:lnTo>
                <a:lnTo>
                  <a:pt x="2087" y="2618"/>
                </a:lnTo>
                <a:lnTo>
                  <a:pt x="2087" y="2617"/>
                </a:lnTo>
                <a:lnTo>
                  <a:pt x="2086" y="2617"/>
                </a:lnTo>
                <a:lnTo>
                  <a:pt x="2086" y="2616"/>
                </a:lnTo>
                <a:lnTo>
                  <a:pt x="2086" y="2615"/>
                </a:lnTo>
                <a:lnTo>
                  <a:pt x="2085" y="2614"/>
                </a:lnTo>
                <a:lnTo>
                  <a:pt x="2085" y="2613"/>
                </a:lnTo>
                <a:lnTo>
                  <a:pt x="2083" y="2611"/>
                </a:lnTo>
                <a:lnTo>
                  <a:pt x="2082" y="2611"/>
                </a:lnTo>
                <a:lnTo>
                  <a:pt x="2081" y="2611"/>
                </a:lnTo>
                <a:lnTo>
                  <a:pt x="2081" y="2610"/>
                </a:lnTo>
                <a:lnTo>
                  <a:pt x="2080" y="2609"/>
                </a:lnTo>
                <a:lnTo>
                  <a:pt x="2078" y="2609"/>
                </a:lnTo>
                <a:lnTo>
                  <a:pt x="2078" y="2608"/>
                </a:lnTo>
                <a:lnTo>
                  <a:pt x="2077" y="2608"/>
                </a:lnTo>
                <a:lnTo>
                  <a:pt x="2076" y="2608"/>
                </a:lnTo>
                <a:lnTo>
                  <a:pt x="2075" y="2608"/>
                </a:lnTo>
                <a:lnTo>
                  <a:pt x="2074" y="2608"/>
                </a:lnTo>
                <a:lnTo>
                  <a:pt x="2074" y="2609"/>
                </a:lnTo>
                <a:lnTo>
                  <a:pt x="2073" y="2608"/>
                </a:lnTo>
                <a:lnTo>
                  <a:pt x="2073" y="2606"/>
                </a:lnTo>
                <a:lnTo>
                  <a:pt x="2072" y="2605"/>
                </a:lnTo>
                <a:lnTo>
                  <a:pt x="2072" y="2604"/>
                </a:lnTo>
                <a:lnTo>
                  <a:pt x="2072" y="2603"/>
                </a:lnTo>
                <a:lnTo>
                  <a:pt x="2071" y="2602"/>
                </a:lnTo>
                <a:lnTo>
                  <a:pt x="2070" y="2600"/>
                </a:lnTo>
                <a:lnTo>
                  <a:pt x="2069" y="2600"/>
                </a:lnTo>
                <a:lnTo>
                  <a:pt x="2068" y="2599"/>
                </a:lnTo>
                <a:lnTo>
                  <a:pt x="2067" y="2599"/>
                </a:lnTo>
                <a:lnTo>
                  <a:pt x="2066" y="2599"/>
                </a:lnTo>
                <a:lnTo>
                  <a:pt x="2066" y="2600"/>
                </a:lnTo>
                <a:lnTo>
                  <a:pt x="2065" y="2600"/>
                </a:lnTo>
                <a:lnTo>
                  <a:pt x="2064" y="2600"/>
                </a:lnTo>
                <a:lnTo>
                  <a:pt x="2064" y="2601"/>
                </a:lnTo>
                <a:lnTo>
                  <a:pt x="2065" y="2602"/>
                </a:lnTo>
                <a:lnTo>
                  <a:pt x="2065" y="2603"/>
                </a:lnTo>
                <a:lnTo>
                  <a:pt x="2064" y="2603"/>
                </a:lnTo>
                <a:lnTo>
                  <a:pt x="2062" y="2603"/>
                </a:lnTo>
                <a:lnTo>
                  <a:pt x="2061" y="2603"/>
                </a:lnTo>
                <a:lnTo>
                  <a:pt x="2060" y="2603"/>
                </a:lnTo>
                <a:lnTo>
                  <a:pt x="2059" y="2602"/>
                </a:lnTo>
                <a:lnTo>
                  <a:pt x="2059" y="2603"/>
                </a:lnTo>
                <a:lnTo>
                  <a:pt x="2058" y="2602"/>
                </a:lnTo>
                <a:lnTo>
                  <a:pt x="2057" y="2602"/>
                </a:lnTo>
                <a:lnTo>
                  <a:pt x="2056" y="2602"/>
                </a:lnTo>
                <a:lnTo>
                  <a:pt x="2055" y="2601"/>
                </a:lnTo>
                <a:lnTo>
                  <a:pt x="2055" y="2600"/>
                </a:lnTo>
                <a:lnTo>
                  <a:pt x="2055" y="2599"/>
                </a:lnTo>
                <a:lnTo>
                  <a:pt x="2054" y="2598"/>
                </a:lnTo>
                <a:lnTo>
                  <a:pt x="2054" y="2597"/>
                </a:lnTo>
                <a:lnTo>
                  <a:pt x="2054" y="2594"/>
                </a:lnTo>
                <a:lnTo>
                  <a:pt x="2054" y="2593"/>
                </a:lnTo>
                <a:lnTo>
                  <a:pt x="2053" y="2592"/>
                </a:lnTo>
                <a:lnTo>
                  <a:pt x="2051" y="2592"/>
                </a:lnTo>
                <a:lnTo>
                  <a:pt x="2049" y="2592"/>
                </a:lnTo>
                <a:lnTo>
                  <a:pt x="2048" y="2593"/>
                </a:lnTo>
                <a:lnTo>
                  <a:pt x="2047" y="2593"/>
                </a:lnTo>
                <a:lnTo>
                  <a:pt x="2046" y="2594"/>
                </a:lnTo>
                <a:lnTo>
                  <a:pt x="2044" y="2594"/>
                </a:lnTo>
                <a:lnTo>
                  <a:pt x="2043" y="2594"/>
                </a:lnTo>
                <a:lnTo>
                  <a:pt x="2041" y="2594"/>
                </a:lnTo>
                <a:lnTo>
                  <a:pt x="2039" y="2594"/>
                </a:lnTo>
                <a:lnTo>
                  <a:pt x="2037" y="2594"/>
                </a:lnTo>
                <a:lnTo>
                  <a:pt x="2036" y="2594"/>
                </a:lnTo>
                <a:lnTo>
                  <a:pt x="2036" y="2595"/>
                </a:lnTo>
                <a:lnTo>
                  <a:pt x="2035" y="2596"/>
                </a:lnTo>
                <a:lnTo>
                  <a:pt x="2034" y="2596"/>
                </a:lnTo>
                <a:lnTo>
                  <a:pt x="2032" y="2596"/>
                </a:lnTo>
                <a:lnTo>
                  <a:pt x="2030" y="2596"/>
                </a:lnTo>
                <a:lnTo>
                  <a:pt x="2029" y="2596"/>
                </a:lnTo>
                <a:lnTo>
                  <a:pt x="2028" y="2596"/>
                </a:lnTo>
                <a:lnTo>
                  <a:pt x="2027" y="2596"/>
                </a:lnTo>
                <a:lnTo>
                  <a:pt x="2027" y="2595"/>
                </a:lnTo>
                <a:lnTo>
                  <a:pt x="2026" y="2595"/>
                </a:lnTo>
                <a:lnTo>
                  <a:pt x="2026" y="2594"/>
                </a:lnTo>
                <a:lnTo>
                  <a:pt x="2025" y="2594"/>
                </a:lnTo>
                <a:lnTo>
                  <a:pt x="2025" y="2593"/>
                </a:lnTo>
                <a:lnTo>
                  <a:pt x="2024" y="2592"/>
                </a:lnTo>
                <a:lnTo>
                  <a:pt x="2023" y="2592"/>
                </a:lnTo>
                <a:lnTo>
                  <a:pt x="2023" y="2591"/>
                </a:lnTo>
                <a:lnTo>
                  <a:pt x="2022" y="2591"/>
                </a:lnTo>
                <a:lnTo>
                  <a:pt x="2021" y="2591"/>
                </a:lnTo>
                <a:lnTo>
                  <a:pt x="2020" y="2591"/>
                </a:lnTo>
                <a:lnTo>
                  <a:pt x="2020" y="2590"/>
                </a:lnTo>
                <a:lnTo>
                  <a:pt x="2020" y="2589"/>
                </a:lnTo>
                <a:lnTo>
                  <a:pt x="2020" y="2587"/>
                </a:lnTo>
                <a:lnTo>
                  <a:pt x="2019" y="2587"/>
                </a:lnTo>
                <a:lnTo>
                  <a:pt x="2018" y="2587"/>
                </a:lnTo>
                <a:lnTo>
                  <a:pt x="2018" y="2586"/>
                </a:lnTo>
                <a:lnTo>
                  <a:pt x="2017" y="2585"/>
                </a:lnTo>
                <a:lnTo>
                  <a:pt x="2016" y="2586"/>
                </a:lnTo>
                <a:lnTo>
                  <a:pt x="2015" y="2586"/>
                </a:lnTo>
                <a:lnTo>
                  <a:pt x="2014" y="2586"/>
                </a:lnTo>
                <a:lnTo>
                  <a:pt x="2013" y="2586"/>
                </a:lnTo>
                <a:lnTo>
                  <a:pt x="2012" y="2586"/>
                </a:lnTo>
                <a:lnTo>
                  <a:pt x="2011" y="2587"/>
                </a:lnTo>
                <a:lnTo>
                  <a:pt x="2010" y="2588"/>
                </a:lnTo>
                <a:lnTo>
                  <a:pt x="2009" y="2588"/>
                </a:lnTo>
                <a:lnTo>
                  <a:pt x="2008" y="2588"/>
                </a:lnTo>
                <a:lnTo>
                  <a:pt x="2007" y="2587"/>
                </a:lnTo>
                <a:lnTo>
                  <a:pt x="2006" y="2588"/>
                </a:lnTo>
                <a:lnTo>
                  <a:pt x="2005" y="2588"/>
                </a:lnTo>
                <a:lnTo>
                  <a:pt x="2004" y="2588"/>
                </a:lnTo>
                <a:lnTo>
                  <a:pt x="2003" y="2588"/>
                </a:lnTo>
                <a:lnTo>
                  <a:pt x="2003" y="2589"/>
                </a:lnTo>
                <a:lnTo>
                  <a:pt x="2002" y="2589"/>
                </a:lnTo>
                <a:lnTo>
                  <a:pt x="2001" y="2589"/>
                </a:lnTo>
                <a:lnTo>
                  <a:pt x="2000" y="2589"/>
                </a:lnTo>
                <a:lnTo>
                  <a:pt x="1999" y="2590"/>
                </a:lnTo>
                <a:lnTo>
                  <a:pt x="1998" y="2590"/>
                </a:lnTo>
                <a:lnTo>
                  <a:pt x="1998" y="2591"/>
                </a:lnTo>
                <a:lnTo>
                  <a:pt x="1997" y="2591"/>
                </a:lnTo>
                <a:lnTo>
                  <a:pt x="1996" y="2591"/>
                </a:lnTo>
                <a:lnTo>
                  <a:pt x="1996" y="2592"/>
                </a:lnTo>
                <a:lnTo>
                  <a:pt x="1995" y="2592"/>
                </a:lnTo>
                <a:lnTo>
                  <a:pt x="1995" y="2593"/>
                </a:lnTo>
                <a:lnTo>
                  <a:pt x="1994" y="2593"/>
                </a:lnTo>
                <a:lnTo>
                  <a:pt x="1993" y="2593"/>
                </a:lnTo>
                <a:lnTo>
                  <a:pt x="1993" y="2594"/>
                </a:lnTo>
                <a:lnTo>
                  <a:pt x="1992" y="2594"/>
                </a:lnTo>
                <a:lnTo>
                  <a:pt x="1991" y="2594"/>
                </a:lnTo>
                <a:lnTo>
                  <a:pt x="1991" y="2595"/>
                </a:lnTo>
                <a:lnTo>
                  <a:pt x="1990" y="2595"/>
                </a:lnTo>
                <a:lnTo>
                  <a:pt x="1989" y="2596"/>
                </a:lnTo>
                <a:lnTo>
                  <a:pt x="1988" y="2596"/>
                </a:lnTo>
                <a:lnTo>
                  <a:pt x="1987" y="2597"/>
                </a:lnTo>
                <a:lnTo>
                  <a:pt x="1986" y="2597"/>
                </a:lnTo>
                <a:lnTo>
                  <a:pt x="1985" y="2597"/>
                </a:lnTo>
                <a:lnTo>
                  <a:pt x="1984" y="2598"/>
                </a:lnTo>
                <a:lnTo>
                  <a:pt x="1983" y="2598"/>
                </a:lnTo>
                <a:lnTo>
                  <a:pt x="1982" y="2598"/>
                </a:lnTo>
                <a:lnTo>
                  <a:pt x="1981" y="2598"/>
                </a:lnTo>
                <a:lnTo>
                  <a:pt x="1981" y="2599"/>
                </a:lnTo>
                <a:lnTo>
                  <a:pt x="1980" y="2599"/>
                </a:lnTo>
                <a:lnTo>
                  <a:pt x="1979" y="2599"/>
                </a:lnTo>
                <a:lnTo>
                  <a:pt x="1978" y="2599"/>
                </a:lnTo>
                <a:lnTo>
                  <a:pt x="1977" y="2599"/>
                </a:lnTo>
                <a:lnTo>
                  <a:pt x="1977" y="2600"/>
                </a:lnTo>
                <a:lnTo>
                  <a:pt x="1976" y="2600"/>
                </a:lnTo>
                <a:lnTo>
                  <a:pt x="1975" y="2601"/>
                </a:lnTo>
                <a:lnTo>
                  <a:pt x="1974" y="2602"/>
                </a:lnTo>
                <a:lnTo>
                  <a:pt x="1973" y="2602"/>
                </a:lnTo>
                <a:lnTo>
                  <a:pt x="1972" y="2603"/>
                </a:lnTo>
                <a:lnTo>
                  <a:pt x="1972" y="2604"/>
                </a:lnTo>
                <a:lnTo>
                  <a:pt x="1972" y="2605"/>
                </a:lnTo>
                <a:lnTo>
                  <a:pt x="1972" y="2606"/>
                </a:lnTo>
                <a:lnTo>
                  <a:pt x="1971" y="2606"/>
                </a:lnTo>
                <a:lnTo>
                  <a:pt x="1971" y="2607"/>
                </a:lnTo>
                <a:lnTo>
                  <a:pt x="1971" y="2608"/>
                </a:lnTo>
                <a:lnTo>
                  <a:pt x="1971" y="2609"/>
                </a:lnTo>
                <a:lnTo>
                  <a:pt x="1970" y="2609"/>
                </a:lnTo>
                <a:lnTo>
                  <a:pt x="1970" y="2610"/>
                </a:lnTo>
                <a:lnTo>
                  <a:pt x="1971" y="2610"/>
                </a:lnTo>
                <a:lnTo>
                  <a:pt x="1970" y="2610"/>
                </a:lnTo>
                <a:lnTo>
                  <a:pt x="1970" y="2611"/>
                </a:lnTo>
                <a:lnTo>
                  <a:pt x="1970" y="2612"/>
                </a:lnTo>
                <a:lnTo>
                  <a:pt x="1969" y="2613"/>
                </a:lnTo>
                <a:lnTo>
                  <a:pt x="1968" y="2614"/>
                </a:lnTo>
                <a:lnTo>
                  <a:pt x="1967" y="2614"/>
                </a:lnTo>
                <a:lnTo>
                  <a:pt x="1966" y="2615"/>
                </a:lnTo>
                <a:lnTo>
                  <a:pt x="1966" y="2616"/>
                </a:lnTo>
                <a:lnTo>
                  <a:pt x="1965" y="2616"/>
                </a:lnTo>
                <a:lnTo>
                  <a:pt x="1965" y="2617"/>
                </a:lnTo>
                <a:lnTo>
                  <a:pt x="1964" y="2618"/>
                </a:lnTo>
                <a:lnTo>
                  <a:pt x="1964" y="2619"/>
                </a:lnTo>
                <a:lnTo>
                  <a:pt x="1963" y="2620"/>
                </a:lnTo>
                <a:lnTo>
                  <a:pt x="1963" y="2621"/>
                </a:lnTo>
                <a:lnTo>
                  <a:pt x="1962" y="2622"/>
                </a:lnTo>
                <a:lnTo>
                  <a:pt x="1961" y="2623"/>
                </a:lnTo>
                <a:lnTo>
                  <a:pt x="1960" y="2624"/>
                </a:lnTo>
                <a:lnTo>
                  <a:pt x="1959" y="2625"/>
                </a:lnTo>
                <a:lnTo>
                  <a:pt x="1958" y="2625"/>
                </a:lnTo>
                <a:lnTo>
                  <a:pt x="1957" y="2626"/>
                </a:lnTo>
                <a:lnTo>
                  <a:pt x="1956" y="2626"/>
                </a:lnTo>
                <a:lnTo>
                  <a:pt x="1955" y="2626"/>
                </a:lnTo>
                <a:lnTo>
                  <a:pt x="1955" y="2627"/>
                </a:lnTo>
                <a:lnTo>
                  <a:pt x="1954" y="2627"/>
                </a:lnTo>
                <a:lnTo>
                  <a:pt x="1953" y="2627"/>
                </a:lnTo>
                <a:lnTo>
                  <a:pt x="1952" y="2628"/>
                </a:lnTo>
                <a:lnTo>
                  <a:pt x="1951" y="2629"/>
                </a:lnTo>
                <a:lnTo>
                  <a:pt x="1950" y="2629"/>
                </a:lnTo>
                <a:lnTo>
                  <a:pt x="1949" y="2630"/>
                </a:lnTo>
                <a:lnTo>
                  <a:pt x="1948" y="2630"/>
                </a:lnTo>
                <a:lnTo>
                  <a:pt x="1947" y="2630"/>
                </a:lnTo>
                <a:lnTo>
                  <a:pt x="1947" y="2631"/>
                </a:lnTo>
                <a:lnTo>
                  <a:pt x="1946" y="2631"/>
                </a:lnTo>
                <a:lnTo>
                  <a:pt x="1946" y="2632"/>
                </a:lnTo>
                <a:lnTo>
                  <a:pt x="1945" y="2632"/>
                </a:lnTo>
                <a:lnTo>
                  <a:pt x="1944" y="2632"/>
                </a:lnTo>
                <a:lnTo>
                  <a:pt x="1944" y="2633"/>
                </a:lnTo>
                <a:lnTo>
                  <a:pt x="1943" y="2633"/>
                </a:lnTo>
                <a:lnTo>
                  <a:pt x="1942" y="2633"/>
                </a:lnTo>
                <a:lnTo>
                  <a:pt x="1941" y="2633"/>
                </a:lnTo>
                <a:lnTo>
                  <a:pt x="1940" y="2633"/>
                </a:lnTo>
                <a:lnTo>
                  <a:pt x="1939" y="2633"/>
                </a:lnTo>
                <a:lnTo>
                  <a:pt x="1939" y="2634"/>
                </a:lnTo>
                <a:lnTo>
                  <a:pt x="1938" y="2634"/>
                </a:lnTo>
                <a:lnTo>
                  <a:pt x="1938" y="2635"/>
                </a:lnTo>
                <a:lnTo>
                  <a:pt x="1937" y="2635"/>
                </a:lnTo>
                <a:lnTo>
                  <a:pt x="1936" y="2636"/>
                </a:lnTo>
                <a:lnTo>
                  <a:pt x="1935" y="2636"/>
                </a:lnTo>
                <a:lnTo>
                  <a:pt x="1934" y="2636"/>
                </a:lnTo>
                <a:lnTo>
                  <a:pt x="1933" y="2636"/>
                </a:lnTo>
                <a:lnTo>
                  <a:pt x="1932" y="2636"/>
                </a:lnTo>
                <a:lnTo>
                  <a:pt x="1931" y="2636"/>
                </a:lnTo>
                <a:lnTo>
                  <a:pt x="1931" y="2637"/>
                </a:lnTo>
                <a:lnTo>
                  <a:pt x="1931" y="2638"/>
                </a:lnTo>
                <a:lnTo>
                  <a:pt x="1930" y="2638"/>
                </a:lnTo>
                <a:lnTo>
                  <a:pt x="1929" y="2638"/>
                </a:lnTo>
                <a:lnTo>
                  <a:pt x="1928" y="2638"/>
                </a:lnTo>
                <a:lnTo>
                  <a:pt x="1927" y="2638"/>
                </a:lnTo>
                <a:lnTo>
                  <a:pt x="1926" y="2638"/>
                </a:lnTo>
                <a:lnTo>
                  <a:pt x="1922" y="2638"/>
                </a:lnTo>
                <a:lnTo>
                  <a:pt x="1921" y="2638"/>
                </a:lnTo>
                <a:lnTo>
                  <a:pt x="1920" y="2638"/>
                </a:lnTo>
                <a:lnTo>
                  <a:pt x="1920" y="2639"/>
                </a:lnTo>
                <a:lnTo>
                  <a:pt x="1919" y="2639"/>
                </a:lnTo>
                <a:lnTo>
                  <a:pt x="1918" y="2639"/>
                </a:lnTo>
                <a:lnTo>
                  <a:pt x="1917" y="2639"/>
                </a:lnTo>
                <a:lnTo>
                  <a:pt x="1917" y="2638"/>
                </a:lnTo>
                <a:lnTo>
                  <a:pt x="1916" y="2638"/>
                </a:lnTo>
                <a:lnTo>
                  <a:pt x="1916" y="2637"/>
                </a:lnTo>
                <a:lnTo>
                  <a:pt x="1915" y="2637"/>
                </a:lnTo>
                <a:lnTo>
                  <a:pt x="1915" y="2636"/>
                </a:lnTo>
                <a:lnTo>
                  <a:pt x="1914" y="2636"/>
                </a:lnTo>
                <a:lnTo>
                  <a:pt x="1913" y="2636"/>
                </a:lnTo>
                <a:lnTo>
                  <a:pt x="1912" y="2636"/>
                </a:lnTo>
                <a:lnTo>
                  <a:pt x="1912" y="2637"/>
                </a:lnTo>
                <a:lnTo>
                  <a:pt x="1911" y="2637"/>
                </a:lnTo>
                <a:lnTo>
                  <a:pt x="1910" y="2637"/>
                </a:lnTo>
                <a:lnTo>
                  <a:pt x="1910" y="2638"/>
                </a:lnTo>
                <a:lnTo>
                  <a:pt x="1911" y="2638"/>
                </a:lnTo>
                <a:lnTo>
                  <a:pt x="1910" y="2638"/>
                </a:lnTo>
                <a:lnTo>
                  <a:pt x="1910" y="2639"/>
                </a:lnTo>
                <a:lnTo>
                  <a:pt x="1909" y="2639"/>
                </a:lnTo>
                <a:lnTo>
                  <a:pt x="1908" y="2640"/>
                </a:lnTo>
                <a:lnTo>
                  <a:pt x="1906" y="2640"/>
                </a:lnTo>
                <a:lnTo>
                  <a:pt x="1905" y="2640"/>
                </a:lnTo>
                <a:lnTo>
                  <a:pt x="1904" y="2641"/>
                </a:lnTo>
                <a:lnTo>
                  <a:pt x="1903" y="2641"/>
                </a:lnTo>
                <a:lnTo>
                  <a:pt x="1903" y="2642"/>
                </a:lnTo>
                <a:lnTo>
                  <a:pt x="1902" y="2642"/>
                </a:lnTo>
                <a:lnTo>
                  <a:pt x="1901" y="2642"/>
                </a:lnTo>
                <a:lnTo>
                  <a:pt x="1900" y="2643"/>
                </a:lnTo>
                <a:lnTo>
                  <a:pt x="1899" y="2644"/>
                </a:lnTo>
                <a:lnTo>
                  <a:pt x="1898" y="2644"/>
                </a:lnTo>
                <a:lnTo>
                  <a:pt x="1897" y="2645"/>
                </a:lnTo>
                <a:lnTo>
                  <a:pt x="1896" y="2645"/>
                </a:lnTo>
                <a:lnTo>
                  <a:pt x="1895" y="2645"/>
                </a:lnTo>
                <a:lnTo>
                  <a:pt x="1894" y="2645"/>
                </a:lnTo>
                <a:lnTo>
                  <a:pt x="1893" y="2645"/>
                </a:lnTo>
                <a:lnTo>
                  <a:pt x="1893" y="2646"/>
                </a:lnTo>
                <a:lnTo>
                  <a:pt x="1892" y="2646"/>
                </a:lnTo>
                <a:lnTo>
                  <a:pt x="1891" y="2646"/>
                </a:lnTo>
                <a:lnTo>
                  <a:pt x="1891" y="2647"/>
                </a:lnTo>
                <a:lnTo>
                  <a:pt x="1891" y="2648"/>
                </a:lnTo>
                <a:lnTo>
                  <a:pt x="1891" y="2649"/>
                </a:lnTo>
                <a:lnTo>
                  <a:pt x="1890" y="2649"/>
                </a:lnTo>
                <a:lnTo>
                  <a:pt x="1889" y="2650"/>
                </a:lnTo>
                <a:lnTo>
                  <a:pt x="1888" y="2650"/>
                </a:lnTo>
                <a:lnTo>
                  <a:pt x="1888" y="2651"/>
                </a:lnTo>
                <a:lnTo>
                  <a:pt x="1887" y="2652"/>
                </a:lnTo>
                <a:lnTo>
                  <a:pt x="1887" y="2653"/>
                </a:lnTo>
                <a:lnTo>
                  <a:pt x="1886" y="2653"/>
                </a:lnTo>
                <a:lnTo>
                  <a:pt x="1886" y="2654"/>
                </a:lnTo>
                <a:lnTo>
                  <a:pt x="1885" y="2654"/>
                </a:lnTo>
                <a:lnTo>
                  <a:pt x="1885" y="2655"/>
                </a:lnTo>
                <a:lnTo>
                  <a:pt x="1884" y="2655"/>
                </a:lnTo>
                <a:lnTo>
                  <a:pt x="1883" y="2656"/>
                </a:lnTo>
                <a:lnTo>
                  <a:pt x="1882" y="2656"/>
                </a:lnTo>
                <a:lnTo>
                  <a:pt x="1881" y="2656"/>
                </a:lnTo>
                <a:lnTo>
                  <a:pt x="1880" y="2657"/>
                </a:lnTo>
                <a:lnTo>
                  <a:pt x="1879" y="2657"/>
                </a:lnTo>
                <a:lnTo>
                  <a:pt x="1878" y="2657"/>
                </a:lnTo>
                <a:lnTo>
                  <a:pt x="1878" y="2658"/>
                </a:lnTo>
                <a:lnTo>
                  <a:pt x="1877" y="2658"/>
                </a:lnTo>
                <a:lnTo>
                  <a:pt x="1876" y="2658"/>
                </a:lnTo>
                <a:lnTo>
                  <a:pt x="1875" y="2659"/>
                </a:lnTo>
                <a:lnTo>
                  <a:pt x="1874" y="2659"/>
                </a:lnTo>
                <a:lnTo>
                  <a:pt x="1873" y="2660"/>
                </a:lnTo>
                <a:lnTo>
                  <a:pt x="1872" y="2661"/>
                </a:lnTo>
                <a:lnTo>
                  <a:pt x="1872" y="2662"/>
                </a:lnTo>
                <a:lnTo>
                  <a:pt x="1871" y="2662"/>
                </a:lnTo>
                <a:lnTo>
                  <a:pt x="1871" y="2663"/>
                </a:lnTo>
                <a:lnTo>
                  <a:pt x="1870" y="2663"/>
                </a:lnTo>
                <a:lnTo>
                  <a:pt x="1869" y="2664"/>
                </a:lnTo>
                <a:lnTo>
                  <a:pt x="1868" y="2664"/>
                </a:lnTo>
                <a:lnTo>
                  <a:pt x="1866" y="2666"/>
                </a:lnTo>
                <a:lnTo>
                  <a:pt x="1864" y="2668"/>
                </a:lnTo>
                <a:lnTo>
                  <a:pt x="1863" y="2669"/>
                </a:lnTo>
                <a:lnTo>
                  <a:pt x="1863" y="2670"/>
                </a:lnTo>
                <a:lnTo>
                  <a:pt x="1862" y="2670"/>
                </a:lnTo>
                <a:lnTo>
                  <a:pt x="1861" y="2671"/>
                </a:lnTo>
                <a:lnTo>
                  <a:pt x="1860" y="2672"/>
                </a:lnTo>
                <a:lnTo>
                  <a:pt x="1859" y="2672"/>
                </a:lnTo>
                <a:lnTo>
                  <a:pt x="1859" y="2673"/>
                </a:lnTo>
                <a:lnTo>
                  <a:pt x="1857" y="2675"/>
                </a:lnTo>
                <a:lnTo>
                  <a:pt x="1856" y="2675"/>
                </a:lnTo>
                <a:lnTo>
                  <a:pt x="1856" y="2676"/>
                </a:lnTo>
                <a:lnTo>
                  <a:pt x="1855" y="2676"/>
                </a:lnTo>
                <a:lnTo>
                  <a:pt x="1854" y="2677"/>
                </a:lnTo>
                <a:lnTo>
                  <a:pt x="1854" y="2678"/>
                </a:lnTo>
                <a:lnTo>
                  <a:pt x="1853" y="2679"/>
                </a:lnTo>
                <a:lnTo>
                  <a:pt x="1852" y="2680"/>
                </a:lnTo>
                <a:lnTo>
                  <a:pt x="1851" y="2681"/>
                </a:lnTo>
                <a:lnTo>
                  <a:pt x="1849" y="2683"/>
                </a:lnTo>
                <a:lnTo>
                  <a:pt x="1849" y="2684"/>
                </a:lnTo>
                <a:lnTo>
                  <a:pt x="1848" y="2684"/>
                </a:lnTo>
                <a:lnTo>
                  <a:pt x="1848" y="2685"/>
                </a:lnTo>
                <a:lnTo>
                  <a:pt x="1847" y="2686"/>
                </a:lnTo>
                <a:lnTo>
                  <a:pt x="1847" y="2687"/>
                </a:lnTo>
                <a:lnTo>
                  <a:pt x="1846" y="2687"/>
                </a:lnTo>
                <a:lnTo>
                  <a:pt x="1846" y="2688"/>
                </a:lnTo>
                <a:lnTo>
                  <a:pt x="1845" y="2688"/>
                </a:lnTo>
                <a:lnTo>
                  <a:pt x="1845" y="2689"/>
                </a:lnTo>
                <a:lnTo>
                  <a:pt x="1844" y="2690"/>
                </a:lnTo>
                <a:lnTo>
                  <a:pt x="1843" y="2690"/>
                </a:lnTo>
                <a:lnTo>
                  <a:pt x="1841" y="2692"/>
                </a:lnTo>
                <a:lnTo>
                  <a:pt x="1841" y="2693"/>
                </a:lnTo>
                <a:lnTo>
                  <a:pt x="1840" y="2694"/>
                </a:lnTo>
                <a:lnTo>
                  <a:pt x="1840" y="2695"/>
                </a:lnTo>
                <a:lnTo>
                  <a:pt x="1839" y="2695"/>
                </a:lnTo>
                <a:lnTo>
                  <a:pt x="1839" y="2696"/>
                </a:lnTo>
                <a:lnTo>
                  <a:pt x="1838" y="2697"/>
                </a:lnTo>
                <a:lnTo>
                  <a:pt x="1837" y="2698"/>
                </a:lnTo>
                <a:lnTo>
                  <a:pt x="1836" y="2699"/>
                </a:lnTo>
                <a:lnTo>
                  <a:pt x="1836" y="2700"/>
                </a:lnTo>
                <a:lnTo>
                  <a:pt x="1835" y="2701"/>
                </a:lnTo>
                <a:lnTo>
                  <a:pt x="1835" y="2702"/>
                </a:lnTo>
                <a:lnTo>
                  <a:pt x="1834" y="2703"/>
                </a:lnTo>
                <a:lnTo>
                  <a:pt x="1834" y="2704"/>
                </a:lnTo>
                <a:lnTo>
                  <a:pt x="1834" y="2705"/>
                </a:lnTo>
                <a:lnTo>
                  <a:pt x="1835" y="2705"/>
                </a:lnTo>
                <a:lnTo>
                  <a:pt x="1835" y="2706"/>
                </a:lnTo>
                <a:lnTo>
                  <a:pt x="1835" y="2707"/>
                </a:lnTo>
                <a:lnTo>
                  <a:pt x="1835" y="2708"/>
                </a:lnTo>
                <a:lnTo>
                  <a:pt x="1835" y="2710"/>
                </a:lnTo>
                <a:lnTo>
                  <a:pt x="1834" y="2710"/>
                </a:lnTo>
                <a:lnTo>
                  <a:pt x="1834" y="2711"/>
                </a:lnTo>
                <a:lnTo>
                  <a:pt x="1834" y="2714"/>
                </a:lnTo>
                <a:lnTo>
                  <a:pt x="1833" y="2715"/>
                </a:lnTo>
                <a:lnTo>
                  <a:pt x="1833" y="2716"/>
                </a:lnTo>
                <a:lnTo>
                  <a:pt x="1832" y="2716"/>
                </a:lnTo>
                <a:lnTo>
                  <a:pt x="1831" y="2716"/>
                </a:lnTo>
                <a:lnTo>
                  <a:pt x="1830" y="2716"/>
                </a:lnTo>
                <a:lnTo>
                  <a:pt x="1829" y="2716"/>
                </a:lnTo>
                <a:lnTo>
                  <a:pt x="1828" y="2717"/>
                </a:lnTo>
                <a:lnTo>
                  <a:pt x="1827" y="2717"/>
                </a:lnTo>
                <a:lnTo>
                  <a:pt x="1826" y="2717"/>
                </a:lnTo>
                <a:lnTo>
                  <a:pt x="1825" y="2717"/>
                </a:lnTo>
                <a:lnTo>
                  <a:pt x="1824" y="2717"/>
                </a:lnTo>
                <a:lnTo>
                  <a:pt x="1824" y="2718"/>
                </a:lnTo>
                <a:lnTo>
                  <a:pt x="1823" y="2718"/>
                </a:lnTo>
                <a:lnTo>
                  <a:pt x="1822" y="2718"/>
                </a:lnTo>
                <a:lnTo>
                  <a:pt x="1822" y="2719"/>
                </a:lnTo>
                <a:lnTo>
                  <a:pt x="1821" y="2719"/>
                </a:lnTo>
                <a:lnTo>
                  <a:pt x="1820" y="2720"/>
                </a:lnTo>
                <a:lnTo>
                  <a:pt x="1819" y="2720"/>
                </a:lnTo>
                <a:lnTo>
                  <a:pt x="1819" y="2721"/>
                </a:lnTo>
                <a:lnTo>
                  <a:pt x="1818" y="2721"/>
                </a:lnTo>
                <a:lnTo>
                  <a:pt x="1817" y="2721"/>
                </a:lnTo>
                <a:lnTo>
                  <a:pt x="1817" y="2722"/>
                </a:lnTo>
                <a:lnTo>
                  <a:pt x="1816" y="2722"/>
                </a:lnTo>
                <a:lnTo>
                  <a:pt x="1815" y="2723"/>
                </a:lnTo>
                <a:lnTo>
                  <a:pt x="1814" y="2723"/>
                </a:lnTo>
                <a:lnTo>
                  <a:pt x="1813" y="2723"/>
                </a:lnTo>
                <a:lnTo>
                  <a:pt x="1812" y="2724"/>
                </a:lnTo>
                <a:lnTo>
                  <a:pt x="1811" y="2724"/>
                </a:lnTo>
                <a:lnTo>
                  <a:pt x="1810" y="2724"/>
                </a:lnTo>
                <a:lnTo>
                  <a:pt x="1809" y="2724"/>
                </a:lnTo>
                <a:lnTo>
                  <a:pt x="1808" y="2724"/>
                </a:lnTo>
                <a:lnTo>
                  <a:pt x="1807" y="2725"/>
                </a:lnTo>
                <a:lnTo>
                  <a:pt x="1806" y="2725"/>
                </a:lnTo>
                <a:lnTo>
                  <a:pt x="1805" y="2725"/>
                </a:lnTo>
                <a:lnTo>
                  <a:pt x="1804" y="2725"/>
                </a:lnTo>
                <a:lnTo>
                  <a:pt x="1803" y="2725"/>
                </a:lnTo>
                <a:lnTo>
                  <a:pt x="1801" y="2725"/>
                </a:lnTo>
                <a:lnTo>
                  <a:pt x="1801" y="2726"/>
                </a:lnTo>
                <a:lnTo>
                  <a:pt x="1800" y="2726"/>
                </a:lnTo>
                <a:lnTo>
                  <a:pt x="1798" y="2726"/>
                </a:lnTo>
                <a:lnTo>
                  <a:pt x="1797" y="2726"/>
                </a:lnTo>
                <a:lnTo>
                  <a:pt x="1796" y="2726"/>
                </a:lnTo>
                <a:lnTo>
                  <a:pt x="1795" y="2726"/>
                </a:lnTo>
                <a:lnTo>
                  <a:pt x="1794" y="2726"/>
                </a:lnTo>
                <a:lnTo>
                  <a:pt x="1790" y="2726"/>
                </a:lnTo>
                <a:lnTo>
                  <a:pt x="1789" y="2726"/>
                </a:lnTo>
                <a:lnTo>
                  <a:pt x="1788" y="2726"/>
                </a:lnTo>
                <a:lnTo>
                  <a:pt x="1787" y="2726"/>
                </a:lnTo>
                <a:lnTo>
                  <a:pt x="1786" y="2726"/>
                </a:lnTo>
                <a:lnTo>
                  <a:pt x="1785" y="2726"/>
                </a:lnTo>
                <a:lnTo>
                  <a:pt x="1785" y="2727"/>
                </a:lnTo>
                <a:lnTo>
                  <a:pt x="1784" y="2727"/>
                </a:lnTo>
                <a:lnTo>
                  <a:pt x="1783" y="2727"/>
                </a:lnTo>
                <a:lnTo>
                  <a:pt x="1781" y="2727"/>
                </a:lnTo>
                <a:lnTo>
                  <a:pt x="1780" y="2727"/>
                </a:lnTo>
                <a:lnTo>
                  <a:pt x="1779" y="2727"/>
                </a:lnTo>
                <a:lnTo>
                  <a:pt x="1778" y="2727"/>
                </a:lnTo>
                <a:lnTo>
                  <a:pt x="1777" y="2728"/>
                </a:lnTo>
                <a:lnTo>
                  <a:pt x="1776" y="2728"/>
                </a:lnTo>
                <a:lnTo>
                  <a:pt x="1775" y="2728"/>
                </a:lnTo>
                <a:lnTo>
                  <a:pt x="1774" y="2728"/>
                </a:lnTo>
                <a:lnTo>
                  <a:pt x="1773" y="2728"/>
                </a:lnTo>
                <a:lnTo>
                  <a:pt x="1772" y="2728"/>
                </a:lnTo>
                <a:lnTo>
                  <a:pt x="1772" y="2729"/>
                </a:lnTo>
                <a:lnTo>
                  <a:pt x="1771" y="2729"/>
                </a:lnTo>
                <a:lnTo>
                  <a:pt x="1770" y="2729"/>
                </a:lnTo>
                <a:lnTo>
                  <a:pt x="1769" y="2729"/>
                </a:lnTo>
                <a:lnTo>
                  <a:pt x="1768" y="2729"/>
                </a:lnTo>
                <a:lnTo>
                  <a:pt x="1767" y="2729"/>
                </a:lnTo>
                <a:lnTo>
                  <a:pt x="1766" y="2729"/>
                </a:lnTo>
                <a:lnTo>
                  <a:pt x="1766" y="2730"/>
                </a:lnTo>
                <a:lnTo>
                  <a:pt x="1765" y="2730"/>
                </a:lnTo>
                <a:lnTo>
                  <a:pt x="1764" y="2730"/>
                </a:lnTo>
                <a:lnTo>
                  <a:pt x="1763" y="2730"/>
                </a:lnTo>
                <a:lnTo>
                  <a:pt x="1762" y="2729"/>
                </a:lnTo>
                <a:lnTo>
                  <a:pt x="1761" y="2729"/>
                </a:lnTo>
                <a:lnTo>
                  <a:pt x="1760" y="2728"/>
                </a:lnTo>
                <a:lnTo>
                  <a:pt x="1759" y="2728"/>
                </a:lnTo>
                <a:lnTo>
                  <a:pt x="1758" y="2728"/>
                </a:lnTo>
                <a:lnTo>
                  <a:pt x="1758" y="2727"/>
                </a:lnTo>
                <a:lnTo>
                  <a:pt x="1757" y="2727"/>
                </a:lnTo>
                <a:lnTo>
                  <a:pt x="1755" y="2727"/>
                </a:lnTo>
                <a:lnTo>
                  <a:pt x="1753" y="2727"/>
                </a:lnTo>
                <a:lnTo>
                  <a:pt x="1753" y="2726"/>
                </a:lnTo>
                <a:lnTo>
                  <a:pt x="1752" y="2726"/>
                </a:lnTo>
                <a:lnTo>
                  <a:pt x="1751" y="2726"/>
                </a:lnTo>
                <a:lnTo>
                  <a:pt x="1750" y="2726"/>
                </a:lnTo>
                <a:lnTo>
                  <a:pt x="1747" y="2726"/>
                </a:lnTo>
                <a:lnTo>
                  <a:pt x="1746" y="2726"/>
                </a:lnTo>
                <a:lnTo>
                  <a:pt x="1746" y="2727"/>
                </a:lnTo>
                <a:lnTo>
                  <a:pt x="1745" y="2727"/>
                </a:lnTo>
                <a:lnTo>
                  <a:pt x="1744" y="2727"/>
                </a:lnTo>
                <a:lnTo>
                  <a:pt x="1743" y="2728"/>
                </a:lnTo>
                <a:lnTo>
                  <a:pt x="1742" y="2728"/>
                </a:lnTo>
                <a:lnTo>
                  <a:pt x="1741" y="2728"/>
                </a:lnTo>
                <a:lnTo>
                  <a:pt x="1741" y="2729"/>
                </a:lnTo>
                <a:lnTo>
                  <a:pt x="1739" y="2729"/>
                </a:lnTo>
                <a:lnTo>
                  <a:pt x="1739" y="2728"/>
                </a:lnTo>
                <a:lnTo>
                  <a:pt x="1738" y="2728"/>
                </a:lnTo>
                <a:lnTo>
                  <a:pt x="1737" y="2728"/>
                </a:lnTo>
                <a:lnTo>
                  <a:pt x="1737" y="2727"/>
                </a:lnTo>
                <a:lnTo>
                  <a:pt x="1736" y="2727"/>
                </a:lnTo>
                <a:lnTo>
                  <a:pt x="1735" y="2727"/>
                </a:lnTo>
                <a:lnTo>
                  <a:pt x="1735" y="2726"/>
                </a:lnTo>
                <a:lnTo>
                  <a:pt x="1734" y="2726"/>
                </a:lnTo>
                <a:lnTo>
                  <a:pt x="1733" y="2726"/>
                </a:lnTo>
                <a:lnTo>
                  <a:pt x="1733" y="2725"/>
                </a:lnTo>
                <a:lnTo>
                  <a:pt x="1732" y="2725"/>
                </a:lnTo>
                <a:lnTo>
                  <a:pt x="1731" y="2725"/>
                </a:lnTo>
                <a:lnTo>
                  <a:pt x="1731" y="2724"/>
                </a:lnTo>
                <a:lnTo>
                  <a:pt x="1730" y="2724"/>
                </a:lnTo>
                <a:lnTo>
                  <a:pt x="1729" y="2723"/>
                </a:lnTo>
                <a:lnTo>
                  <a:pt x="1728" y="2723"/>
                </a:lnTo>
                <a:lnTo>
                  <a:pt x="1727" y="2723"/>
                </a:lnTo>
                <a:lnTo>
                  <a:pt x="1726" y="2723"/>
                </a:lnTo>
                <a:lnTo>
                  <a:pt x="1725" y="2723"/>
                </a:lnTo>
                <a:lnTo>
                  <a:pt x="1724" y="2723"/>
                </a:lnTo>
                <a:lnTo>
                  <a:pt x="1723" y="2723"/>
                </a:lnTo>
                <a:lnTo>
                  <a:pt x="1722" y="2723"/>
                </a:lnTo>
                <a:lnTo>
                  <a:pt x="1721" y="2723"/>
                </a:lnTo>
                <a:lnTo>
                  <a:pt x="1720" y="2723"/>
                </a:lnTo>
                <a:lnTo>
                  <a:pt x="1719" y="2723"/>
                </a:lnTo>
                <a:lnTo>
                  <a:pt x="1719" y="2724"/>
                </a:lnTo>
                <a:lnTo>
                  <a:pt x="1718" y="2724"/>
                </a:lnTo>
                <a:lnTo>
                  <a:pt x="1717" y="2724"/>
                </a:lnTo>
                <a:lnTo>
                  <a:pt x="1716" y="2724"/>
                </a:lnTo>
                <a:lnTo>
                  <a:pt x="1715" y="2725"/>
                </a:lnTo>
                <a:lnTo>
                  <a:pt x="1714" y="2725"/>
                </a:lnTo>
                <a:lnTo>
                  <a:pt x="1714" y="2726"/>
                </a:lnTo>
                <a:lnTo>
                  <a:pt x="1713" y="2726"/>
                </a:lnTo>
                <a:lnTo>
                  <a:pt x="1712" y="2726"/>
                </a:lnTo>
                <a:lnTo>
                  <a:pt x="1711" y="2726"/>
                </a:lnTo>
                <a:lnTo>
                  <a:pt x="1711" y="2727"/>
                </a:lnTo>
                <a:lnTo>
                  <a:pt x="1710" y="2727"/>
                </a:lnTo>
                <a:lnTo>
                  <a:pt x="1709" y="2727"/>
                </a:lnTo>
                <a:lnTo>
                  <a:pt x="1708" y="2727"/>
                </a:lnTo>
                <a:lnTo>
                  <a:pt x="1707" y="2727"/>
                </a:lnTo>
                <a:lnTo>
                  <a:pt x="1707" y="2728"/>
                </a:lnTo>
                <a:lnTo>
                  <a:pt x="1706" y="2728"/>
                </a:lnTo>
                <a:lnTo>
                  <a:pt x="1705" y="2728"/>
                </a:lnTo>
                <a:lnTo>
                  <a:pt x="1704" y="2728"/>
                </a:lnTo>
                <a:lnTo>
                  <a:pt x="1703" y="2728"/>
                </a:lnTo>
                <a:lnTo>
                  <a:pt x="1702" y="2728"/>
                </a:lnTo>
                <a:lnTo>
                  <a:pt x="1701" y="2729"/>
                </a:lnTo>
                <a:lnTo>
                  <a:pt x="1700" y="2729"/>
                </a:lnTo>
                <a:lnTo>
                  <a:pt x="1699" y="2729"/>
                </a:lnTo>
                <a:lnTo>
                  <a:pt x="1698" y="2729"/>
                </a:lnTo>
                <a:lnTo>
                  <a:pt x="1697" y="2730"/>
                </a:lnTo>
                <a:lnTo>
                  <a:pt x="1696" y="2730"/>
                </a:lnTo>
                <a:lnTo>
                  <a:pt x="1695" y="2730"/>
                </a:lnTo>
                <a:lnTo>
                  <a:pt x="1694" y="2730"/>
                </a:lnTo>
                <a:lnTo>
                  <a:pt x="1693" y="2730"/>
                </a:lnTo>
                <a:lnTo>
                  <a:pt x="1692" y="2730"/>
                </a:lnTo>
                <a:lnTo>
                  <a:pt x="1692" y="2731"/>
                </a:lnTo>
                <a:lnTo>
                  <a:pt x="1691" y="2731"/>
                </a:lnTo>
                <a:lnTo>
                  <a:pt x="1690" y="2731"/>
                </a:lnTo>
                <a:lnTo>
                  <a:pt x="1689" y="2731"/>
                </a:lnTo>
                <a:lnTo>
                  <a:pt x="1689" y="2732"/>
                </a:lnTo>
                <a:lnTo>
                  <a:pt x="1688" y="2732"/>
                </a:lnTo>
                <a:lnTo>
                  <a:pt x="1687" y="2732"/>
                </a:lnTo>
                <a:lnTo>
                  <a:pt x="1686" y="2732"/>
                </a:lnTo>
                <a:lnTo>
                  <a:pt x="1686" y="2733"/>
                </a:lnTo>
                <a:lnTo>
                  <a:pt x="1685" y="2733"/>
                </a:lnTo>
                <a:lnTo>
                  <a:pt x="1684" y="2733"/>
                </a:lnTo>
                <a:lnTo>
                  <a:pt x="1683" y="2733"/>
                </a:lnTo>
                <a:lnTo>
                  <a:pt x="1681" y="2733"/>
                </a:lnTo>
                <a:lnTo>
                  <a:pt x="1677" y="2733"/>
                </a:lnTo>
                <a:lnTo>
                  <a:pt x="1676" y="2733"/>
                </a:lnTo>
                <a:lnTo>
                  <a:pt x="1676" y="2732"/>
                </a:lnTo>
                <a:lnTo>
                  <a:pt x="1677" y="2732"/>
                </a:lnTo>
                <a:lnTo>
                  <a:pt x="1678" y="2731"/>
                </a:lnTo>
                <a:lnTo>
                  <a:pt x="1678" y="2730"/>
                </a:lnTo>
                <a:lnTo>
                  <a:pt x="1678" y="2729"/>
                </a:lnTo>
                <a:lnTo>
                  <a:pt x="1678" y="2728"/>
                </a:lnTo>
                <a:lnTo>
                  <a:pt x="1678" y="2727"/>
                </a:lnTo>
                <a:lnTo>
                  <a:pt x="1679" y="2727"/>
                </a:lnTo>
                <a:lnTo>
                  <a:pt x="1679" y="2726"/>
                </a:lnTo>
                <a:lnTo>
                  <a:pt x="1679" y="2724"/>
                </a:lnTo>
                <a:lnTo>
                  <a:pt x="1679" y="2723"/>
                </a:lnTo>
                <a:lnTo>
                  <a:pt x="1679" y="2722"/>
                </a:lnTo>
                <a:lnTo>
                  <a:pt x="1679" y="2721"/>
                </a:lnTo>
                <a:lnTo>
                  <a:pt x="1678" y="2720"/>
                </a:lnTo>
                <a:lnTo>
                  <a:pt x="1678" y="2719"/>
                </a:lnTo>
                <a:lnTo>
                  <a:pt x="1678" y="2718"/>
                </a:lnTo>
                <a:lnTo>
                  <a:pt x="1677" y="2717"/>
                </a:lnTo>
                <a:lnTo>
                  <a:pt x="1676" y="2717"/>
                </a:lnTo>
                <a:lnTo>
                  <a:pt x="1676" y="2716"/>
                </a:lnTo>
                <a:lnTo>
                  <a:pt x="1675" y="2716"/>
                </a:lnTo>
                <a:lnTo>
                  <a:pt x="1675" y="2715"/>
                </a:lnTo>
                <a:lnTo>
                  <a:pt x="1676" y="2715"/>
                </a:lnTo>
                <a:lnTo>
                  <a:pt x="1676" y="2714"/>
                </a:lnTo>
                <a:lnTo>
                  <a:pt x="1675" y="2714"/>
                </a:lnTo>
                <a:lnTo>
                  <a:pt x="1674" y="2714"/>
                </a:lnTo>
                <a:lnTo>
                  <a:pt x="1674" y="2713"/>
                </a:lnTo>
                <a:lnTo>
                  <a:pt x="1673" y="2713"/>
                </a:lnTo>
                <a:lnTo>
                  <a:pt x="1672" y="2713"/>
                </a:lnTo>
                <a:lnTo>
                  <a:pt x="1672" y="2712"/>
                </a:lnTo>
                <a:lnTo>
                  <a:pt x="1672" y="2711"/>
                </a:lnTo>
                <a:lnTo>
                  <a:pt x="1671" y="2711"/>
                </a:lnTo>
                <a:lnTo>
                  <a:pt x="1671" y="2710"/>
                </a:lnTo>
                <a:lnTo>
                  <a:pt x="1671" y="2709"/>
                </a:lnTo>
                <a:lnTo>
                  <a:pt x="1671" y="2708"/>
                </a:lnTo>
                <a:lnTo>
                  <a:pt x="1671" y="2707"/>
                </a:lnTo>
                <a:lnTo>
                  <a:pt x="1670" y="2707"/>
                </a:lnTo>
                <a:lnTo>
                  <a:pt x="1671" y="2706"/>
                </a:lnTo>
                <a:lnTo>
                  <a:pt x="1671" y="2705"/>
                </a:lnTo>
                <a:lnTo>
                  <a:pt x="1672" y="2704"/>
                </a:lnTo>
                <a:lnTo>
                  <a:pt x="1671" y="2703"/>
                </a:lnTo>
                <a:lnTo>
                  <a:pt x="1671" y="2702"/>
                </a:lnTo>
                <a:lnTo>
                  <a:pt x="1671" y="2701"/>
                </a:lnTo>
                <a:lnTo>
                  <a:pt x="1672" y="2700"/>
                </a:lnTo>
                <a:lnTo>
                  <a:pt x="1672" y="2699"/>
                </a:lnTo>
                <a:lnTo>
                  <a:pt x="1673" y="2699"/>
                </a:lnTo>
                <a:lnTo>
                  <a:pt x="1674" y="2699"/>
                </a:lnTo>
                <a:lnTo>
                  <a:pt x="1674" y="2698"/>
                </a:lnTo>
                <a:lnTo>
                  <a:pt x="1674" y="2697"/>
                </a:lnTo>
                <a:lnTo>
                  <a:pt x="1674" y="2696"/>
                </a:lnTo>
                <a:lnTo>
                  <a:pt x="1675" y="2696"/>
                </a:lnTo>
                <a:lnTo>
                  <a:pt x="1675" y="2695"/>
                </a:lnTo>
                <a:lnTo>
                  <a:pt x="1675" y="2694"/>
                </a:lnTo>
                <a:lnTo>
                  <a:pt x="1674" y="2693"/>
                </a:lnTo>
                <a:lnTo>
                  <a:pt x="1674" y="2692"/>
                </a:lnTo>
                <a:lnTo>
                  <a:pt x="1673" y="2692"/>
                </a:lnTo>
                <a:lnTo>
                  <a:pt x="1672" y="2692"/>
                </a:lnTo>
                <a:lnTo>
                  <a:pt x="1672" y="2691"/>
                </a:lnTo>
                <a:lnTo>
                  <a:pt x="1673" y="2691"/>
                </a:lnTo>
                <a:lnTo>
                  <a:pt x="1673" y="2690"/>
                </a:lnTo>
                <a:lnTo>
                  <a:pt x="1674" y="2690"/>
                </a:lnTo>
                <a:lnTo>
                  <a:pt x="1675" y="2690"/>
                </a:lnTo>
                <a:lnTo>
                  <a:pt x="1676" y="2691"/>
                </a:lnTo>
                <a:lnTo>
                  <a:pt x="1677" y="2691"/>
                </a:lnTo>
                <a:lnTo>
                  <a:pt x="1678" y="2691"/>
                </a:lnTo>
                <a:lnTo>
                  <a:pt x="1679" y="2690"/>
                </a:lnTo>
                <a:lnTo>
                  <a:pt x="1679" y="2689"/>
                </a:lnTo>
                <a:lnTo>
                  <a:pt x="1679" y="2688"/>
                </a:lnTo>
                <a:lnTo>
                  <a:pt x="1678" y="2687"/>
                </a:lnTo>
                <a:lnTo>
                  <a:pt x="1678" y="2686"/>
                </a:lnTo>
                <a:lnTo>
                  <a:pt x="1677" y="2685"/>
                </a:lnTo>
                <a:lnTo>
                  <a:pt x="1677" y="2684"/>
                </a:lnTo>
                <a:lnTo>
                  <a:pt x="1676" y="2681"/>
                </a:lnTo>
                <a:lnTo>
                  <a:pt x="1675" y="2681"/>
                </a:lnTo>
                <a:lnTo>
                  <a:pt x="1675" y="2680"/>
                </a:lnTo>
                <a:lnTo>
                  <a:pt x="1675" y="2679"/>
                </a:lnTo>
                <a:lnTo>
                  <a:pt x="1674" y="2679"/>
                </a:lnTo>
                <a:lnTo>
                  <a:pt x="1674" y="2678"/>
                </a:lnTo>
                <a:lnTo>
                  <a:pt x="1674" y="2677"/>
                </a:lnTo>
                <a:lnTo>
                  <a:pt x="1673" y="2677"/>
                </a:lnTo>
                <a:lnTo>
                  <a:pt x="1673" y="2676"/>
                </a:lnTo>
                <a:lnTo>
                  <a:pt x="1673" y="2675"/>
                </a:lnTo>
                <a:lnTo>
                  <a:pt x="1672" y="2675"/>
                </a:lnTo>
                <a:lnTo>
                  <a:pt x="1672" y="2674"/>
                </a:lnTo>
                <a:lnTo>
                  <a:pt x="1671" y="2673"/>
                </a:lnTo>
                <a:lnTo>
                  <a:pt x="1670" y="2673"/>
                </a:lnTo>
                <a:lnTo>
                  <a:pt x="1670" y="2672"/>
                </a:lnTo>
                <a:lnTo>
                  <a:pt x="1670" y="2671"/>
                </a:lnTo>
                <a:lnTo>
                  <a:pt x="1670" y="2670"/>
                </a:lnTo>
                <a:lnTo>
                  <a:pt x="1670" y="2669"/>
                </a:lnTo>
                <a:lnTo>
                  <a:pt x="1669" y="2669"/>
                </a:lnTo>
                <a:lnTo>
                  <a:pt x="1669" y="2670"/>
                </a:lnTo>
                <a:lnTo>
                  <a:pt x="1668" y="2670"/>
                </a:lnTo>
                <a:lnTo>
                  <a:pt x="1668" y="2671"/>
                </a:lnTo>
                <a:lnTo>
                  <a:pt x="1667" y="2671"/>
                </a:lnTo>
                <a:lnTo>
                  <a:pt x="1666" y="2672"/>
                </a:lnTo>
                <a:lnTo>
                  <a:pt x="1665" y="2672"/>
                </a:lnTo>
                <a:lnTo>
                  <a:pt x="1664" y="2673"/>
                </a:lnTo>
                <a:lnTo>
                  <a:pt x="1663" y="2673"/>
                </a:lnTo>
                <a:lnTo>
                  <a:pt x="1662" y="2673"/>
                </a:lnTo>
                <a:lnTo>
                  <a:pt x="1661" y="2673"/>
                </a:lnTo>
                <a:lnTo>
                  <a:pt x="1660" y="2672"/>
                </a:lnTo>
                <a:lnTo>
                  <a:pt x="1659" y="2672"/>
                </a:lnTo>
                <a:lnTo>
                  <a:pt x="1658" y="2673"/>
                </a:lnTo>
                <a:lnTo>
                  <a:pt x="1657" y="2673"/>
                </a:lnTo>
                <a:lnTo>
                  <a:pt x="1656" y="2674"/>
                </a:lnTo>
                <a:lnTo>
                  <a:pt x="1655" y="2674"/>
                </a:lnTo>
                <a:lnTo>
                  <a:pt x="1654" y="2674"/>
                </a:lnTo>
                <a:lnTo>
                  <a:pt x="1653" y="2674"/>
                </a:lnTo>
                <a:lnTo>
                  <a:pt x="1652" y="2675"/>
                </a:lnTo>
                <a:lnTo>
                  <a:pt x="1652" y="2676"/>
                </a:lnTo>
                <a:lnTo>
                  <a:pt x="1651" y="2676"/>
                </a:lnTo>
                <a:lnTo>
                  <a:pt x="1650" y="2676"/>
                </a:lnTo>
                <a:lnTo>
                  <a:pt x="1649" y="2676"/>
                </a:lnTo>
                <a:lnTo>
                  <a:pt x="1648" y="2676"/>
                </a:lnTo>
                <a:lnTo>
                  <a:pt x="1647" y="2676"/>
                </a:lnTo>
                <a:lnTo>
                  <a:pt x="1647" y="2675"/>
                </a:lnTo>
                <a:lnTo>
                  <a:pt x="1648" y="2675"/>
                </a:lnTo>
                <a:lnTo>
                  <a:pt x="1650" y="2673"/>
                </a:lnTo>
                <a:lnTo>
                  <a:pt x="1649" y="2673"/>
                </a:lnTo>
                <a:lnTo>
                  <a:pt x="1647" y="2672"/>
                </a:lnTo>
                <a:lnTo>
                  <a:pt x="1646" y="2671"/>
                </a:lnTo>
                <a:lnTo>
                  <a:pt x="1645" y="2671"/>
                </a:lnTo>
                <a:lnTo>
                  <a:pt x="1644" y="2670"/>
                </a:lnTo>
                <a:lnTo>
                  <a:pt x="1643" y="2670"/>
                </a:lnTo>
                <a:lnTo>
                  <a:pt x="1641" y="2670"/>
                </a:lnTo>
                <a:lnTo>
                  <a:pt x="1640" y="2669"/>
                </a:lnTo>
                <a:lnTo>
                  <a:pt x="1639" y="2669"/>
                </a:lnTo>
                <a:lnTo>
                  <a:pt x="1638" y="2669"/>
                </a:lnTo>
                <a:lnTo>
                  <a:pt x="1638" y="2668"/>
                </a:lnTo>
                <a:lnTo>
                  <a:pt x="1637" y="2667"/>
                </a:lnTo>
                <a:lnTo>
                  <a:pt x="1636" y="2666"/>
                </a:lnTo>
                <a:lnTo>
                  <a:pt x="1635" y="2666"/>
                </a:lnTo>
                <a:lnTo>
                  <a:pt x="1634" y="2666"/>
                </a:lnTo>
                <a:lnTo>
                  <a:pt x="1634" y="2665"/>
                </a:lnTo>
                <a:lnTo>
                  <a:pt x="1634" y="2664"/>
                </a:lnTo>
                <a:lnTo>
                  <a:pt x="1633" y="2664"/>
                </a:lnTo>
                <a:lnTo>
                  <a:pt x="1633" y="2663"/>
                </a:lnTo>
                <a:lnTo>
                  <a:pt x="1632" y="2663"/>
                </a:lnTo>
                <a:lnTo>
                  <a:pt x="1631" y="2663"/>
                </a:lnTo>
                <a:lnTo>
                  <a:pt x="1631" y="2662"/>
                </a:lnTo>
                <a:lnTo>
                  <a:pt x="1631" y="2661"/>
                </a:lnTo>
                <a:lnTo>
                  <a:pt x="1630" y="2660"/>
                </a:lnTo>
                <a:lnTo>
                  <a:pt x="1630" y="2659"/>
                </a:lnTo>
                <a:lnTo>
                  <a:pt x="1629" y="2659"/>
                </a:lnTo>
                <a:lnTo>
                  <a:pt x="1630" y="2657"/>
                </a:lnTo>
                <a:lnTo>
                  <a:pt x="1631" y="2657"/>
                </a:lnTo>
                <a:lnTo>
                  <a:pt x="1631" y="2656"/>
                </a:lnTo>
                <a:lnTo>
                  <a:pt x="1630" y="2656"/>
                </a:lnTo>
                <a:lnTo>
                  <a:pt x="1630" y="2655"/>
                </a:lnTo>
                <a:lnTo>
                  <a:pt x="1629" y="2655"/>
                </a:lnTo>
                <a:lnTo>
                  <a:pt x="1629" y="2654"/>
                </a:lnTo>
                <a:lnTo>
                  <a:pt x="1629" y="2653"/>
                </a:lnTo>
                <a:lnTo>
                  <a:pt x="1630" y="2652"/>
                </a:lnTo>
                <a:lnTo>
                  <a:pt x="1630" y="2651"/>
                </a:lnTo>
                <a:lnTo>
                  <a:pt x="1631" y="2651"/>
                </a:lnTo>
                <a:lnTo>
                  <a:pt x="1631" y="2650"/>
                </a:lnTo>
                <a:lnTo>
                  <a:pt x="1632" y="2650"/>
                </a:lnTo>
                <a:lnTo>
                  <a:pt x="1632" y="2649"/>
                </a:lnTo>
                <a:lnTo>
                  <a:pt x="1633" y="2649"/>
                </a:lnTo>
                <a:lnTo>
                  <a:pt x="1633" y="2648"/>
                </a:lnTo>
                <a:lnTo>
                  <a:pt x="1634" y="2648"/>
                </a:lnTo>
                <a:lnTo>
                  <a:pt x="1634" y="2647"/>
                </a:lnTo>
                <a:lnTo>
                  <a:pt x="1635" y="2647"/>
                </a:lnTo>
                <a:lnTo>
                  <a:pt x="1635" y="2646"/>
                </a:lnTo>
                <a:lnTo>
                  <a:pt x="1635" y="2645"/>
                </a:lnTo>
                <a:lnTo>
                  <a:pt x="1634" y="2645"/>
                </a:lnTo>
                <a:lnTo>
                  <a:pt x="1635" y="2645"/>
                </a:lnTo>
                <a:lnTo>
                  <a:pt x="1635" y="2644"/>
                </a:lnTo>
                <a:lnTo>
                  <a:pt x="1636" y="2643"/>
                </a:lnTo>
                <a:lnTo>
                  <a:pt x="1635" y="2642"/>
                </a:lnTo>
                <a:lnTo>
                  <a:pt x="1636" y="2642"/>
                </a:lnTo>
                <a:lnTo>
                  <a:pt x="1636" y="2641"/>
                </a:lnTo>
                <a:lnTo>
                  <a:pt x="1636" y="2640"/>
                </a:lnTo>
                <a:lnTo>
                  <a:pt x="1636" y="2639"/>
                </a:lnTo>
                <a:lnTo>
                  <a:pt x="1636" y="2638"/>
                </a:lnTo>
                <a:lnTo>
                  <a:pt x="1635" y="2638"/>
                </a:lnTo>
                <a:lnTo>
                  <a:pt x="1636" y="2638"/>
                </a:lnTo>
                <a:lnTo>
                  <a:pt x="1635" y="2637"/>
                </a:lnTo>
                <a:lnTo>
                  <a:pt x="1636" y="2637"/>
                </a:lnTo>
                <a:lnTo>
                  <a:pt x="1635" y="2637"/>
                </a:lnTo>
                <a:lnTo>
                  <a:pt x="1635" y="2636"/>
                </a:lnTo>
                <a:lnTo>
                  <a:pt x="1635" y="2635"/>
                </a:lnTo>
                <a:lnTo>
                  <a:pt x="1634" y="2635"/>
                </a:lnTo>
                <a:lnTo>
                  <a:pt x="1633" y="2634"/>
                </a:lnTo>
                <a:lnTo>
                  <a:pt x="1632" y="2634"/>
                </a:lnTo>
                <a:lnTo>
                  <a:pt x="1632" y="2635"/>
                </a:lnTo>
                <a:lnTo>
                  <a:pt x="1631" y="2635"/>
                </a:lnTo>
                <a:lnTo>
                  <a:pt x="1630" y="2635"/>
                </a:lnTo>
                <a:lnTo>
                  <a:pt x="1629" y="2635"/>
                </a:lnTo>
                <a:lnTo>
                  <a:pt x="1628" y="2635"/>
                </a:lnTo>
                <a:lnTo>
                  <a:pt x="1628" y="2634"/>
                </a:lnTo>
                <a:lnTo>
                  <a:pt x="1627" y="2634"/>
                </a:lnTo>
                <a:lnTo>
                  <a:pt x="1627" y="2633"/>
                </a:lnTo>
                <a:lnTo>
                  <a:pt x="1628" y="2632"/>
                </a:lnTo>
                <a:lnTo>
                  <a:pt x="1628" y="2631"/>
                </a:lnTo>
                <a:lnTo>
                  <a:pt x="1629" y="2631"/>
                </a:lnTo>
                <a:lnTo>
                  <a:pt x="1629" y="2630"/>
                </a:lnTo>
                <a:lnTo>
                  <a:pt x="1630" y="2630"/>
                </a:lnTo>
                <a:lnTo>
                  <a:pt x="1631" y="2630"/>
                </a:lnTo>
                <a:lnTo>
                  <a:pt x="1631" y="2631"/>
                </a:lnTo>
                <a:lnTo>
                  <a:pt x="1632" y="2631"/>
                </a:lnTo>
                <a:lnTo>
                  <a:pt x="1632" y="2630"/>
                </a:lnTo>
                <a:lnTo>
                  <a:pt x="1633" y="2630"/>
                </a:lnTo>
                <a:lnTo>
                  <a:pt x="1634" y="2630"/>
                </a:lnTo>
                <a:lnTo>
                  <a:pt x="1634" y="2629"/>
                </a:lnTo>
                <a:lnTo>
                  <a:pt x="1634" y="2628"/>
                </a:lnTo>
                <a:lnTo>
                  <a:pt x="1633" y="2627"/>
                </a:lnTo>
                <a:lnTo>
                  <a:pt x="1633" y="2626"/>
                </a:lnTo>
                <a:lnTo>
                  <a:pt x="1632" y="2626"/>
                </a:lnTo>
                <a:lnTo>
                  <a:pt x="1631" y="2626"/>
                </a:lnTo>
                <a:lnTo>
                  <a:pt x="1630" y="2626"/>
                </a:lnTo>
                <a:lnTo>
                  <a:pt x="1629" y="2626"/>
                </a:lnTo>
                <a:lnTo>
                  <a:pt x="1629" y="2627"/>
                </a:lnTo>
                <a:lnTo>
                  <a:pt x="1629" y="2626"/>
                </a:lnTo>
                <a:lnTo>
                  <a:pt x="1628" y="2626"/>
                </a:lnTo>
                <a:lnTo>
                  <a:pt x="1628" y="2625"/>
                </a:lnTo>
                <a:lnTo>
                  <a:pt x="1628" y="2624"/>
                </a:lnTo>
                <a:lnTo>
                  <a:pt x="1627" y="2624"/>
                </a:lnTo>
                <a:lnTo>
                  <a:pt x="1626" y="2624"/>
                </a:lnTo>
                <a:lnTo>
                  <a:pt x="1625" y="2624"/>
                </a:lnTo>
                <a:lnTo>
                  <a:pt x="1625" y="2623"/>
                </a:lnTo>
                <a:lnTo>
                  <a:pt x="1624" y="2623"/>
                </a:lnTo>
                <a:lnTo>
                  <a:pt x="1624" y="2622"/>
                </a:lnTo>
                <a:lnTo>
                  <a:pt x="1624" y="2623"/>
                </a:lnTo>
                <a:lnTo>
                  <a:pt x="1623" y="2623"/>
                </a:lnTo>
                <a:lnTo>
                  <a:pt x="1622" y="2622"/>
                </a:lnTo>
                <a:lnTo>
                  <a:pt x="1622" y="2621"/>
                </a:lnTo>
                <a:lnTo>
                  <a:pt x="1622" y="2620"/>
                </a:lnTo>
                <a:lnTo>
                  <a:pt x="1622" y="2619"/>
                </a:lnTo>
                <a:lnTo>
                  <a:pt x="1622" y="2618"/>
                </a:lnTo>
                <a:lnTo>
                  <a:pt x="1621" y="2618"/>
                </a:lnTo>
                <a:lnTo>
                  <a:pt x="1621" y="2617"/>
                </a:lnTo>
                <a:lnTo>
                  <a:pt x="1620" y="2617"/>
                </a:lnTo>
                <a:lnTo>
                  <a:pt x="1620" y="2616"/>
                </a:lnTo>
                <a:lnTo>
                  <a:pt x="1620" y="2615"/>
                </a:lnTo>
                <a:lnTo>
                  <a:pt x="1619" y="2615"/>
                </a:lnTo>
                <a:lnTo>
                  <a:pt x="1618" y="2615"/>
                </a:lnTo>
                <a:lnTo>
                  <a:pt x="1618" y="2616"/>
                </a:lnTo>
                <a:lnTo>
                  <a:pt x="1617" y="2616"/>
                </a:lnTo>
                <a:lnTo>
                  <a:pt x="1617" y="2615"/>
                </a:lnTo>
                <a:lnTo>
                  <a:pt x="1617" y="2614"/>
                </a:lnTo>
                <a:lnTo>
                  <a:pt x="1616" y="2614"/>
                </a:lnTo>
                <a:lnTo>
                  <a:pt x="1615" y="2614"/>
                </a:lnTo>
                <a:lnTo>
                  <a:pt x="1614" y="2614"/>
                </a:lnTo>
                <a:lnTo>
                  <a:pt x="1614" y="2613"/>
                </a:lnTo>
                <a:lnTo>
                  <a:pt x="1613" y="2613"/>
                </a:lnTo>
                <a:lnTo>
                  <a:pt x="1612" y="2613"/>
                </a:lnTo>
                <a:lnTo>
                  <a:pt x="1612" y="2612"/>
                </a:lnTo>
                <a:lnTo>
                  <a:pt x="1611" y="2612"/>
                </a:lnTo>
                <a:lnTo>
                  <a:pt x="1611" y="2611"/>
                </a:lnTo>
                <a:lnTo>
                  <a:pt x="1610" y="2611"/>
                </a:lnTo>
                <a:lnTo>
                  <a:pt x="1609" y="2611"/>
                </a:lnTo>
                <a:lnTo>
                  <a:pt x="1609" y="2610"/>
                </a:lnTo>
                <a:lnTo>
                  <a:pt x="1609" y="2609"/>
                </a:lnTo>
                <a:lnTo>
                  <a:pt x="1608" y="2609"/>
                </a:lnTo>
                <a:lnTo>
                  <a:pt x="1608" y="2610"/>
                </a:lnTo>
                <a:lnTo>
                  <a:pt x="1607" y="2610"/>
                </a:lnTo>
                <a:lnTo>
                  <a:pt x="1606" y="2610"/>
                </a:lnTo>
                <a:lnTo>
                  <a:pt x="1606" y="2611"/>
                </a:lnTo>
                <a:lnTo>
                  <a:pt x="1606" y="2612"/>
                </a:lnTo>
                <a:lnTo>
                  <a:pt x="1606" y="2613"/>
                </a:lnTo>
                <a:lnTo>
                  <a:pt x="1605" y="2613"/>
                </a:lnTo>
                <a:lnTo>
                  <a:pt x="1604" y="2613"/>
                </a:lnTo>
                <a:lnTo>
                  <a:pt x="1604" y="2614"/>
                </a:lnTo>
                <a:lnTo>
                  <a:pt x="1603" y="2615"/>
                </a:lnTo>
                <a:lnTo>
                  <a:pt x="1603" y="2616"/>
                </a:lnTo>
                <a:lnTo>
                  <a:pt x="1603" y="2617"/>
                </a:lnTo>
                <a:lnTo>
                  <a:pt x="1602" y="2617"/>
                </a:lnTo>
                <a:lnTo>
                  <a:pt x="1602" y="2618"/>
                </a:lnTo>
                <a:lnTo>
                  <a:pt x="1601" y="2619"/>
                </a:lnTo>
                <a:lnTo>
                  <a:pt x="1600" y="2619"/>
                </a:lnTo>
                <a:lnTo>
                  <a:pt x="1600" y="2618"/>
                </a:lnTo>
                <a:lnTo>
                  <a:pt x="1599" y="2618"/>
                </a:lnTo>
                <a:lnTo>
                  <a:pt x="1599" y="2617"/>
                </a:lnTo>
                <a:lnTo>
                  <a:pt x="1598" y="2617"/>
                </a:lnTo>
                <a:lnTo>
                  <a:pt x="1597" y="2617"/>
                </a:lnTo>
                <a:lnTo>
                  <a:pt x="1596" y="2617"/>
                </a:lnTo>
                <a:lnTo>
                  <a:pt x="1595" y="2617"/>
                </a:lnTo>
                <a:lnTo>
                  <a:pt x="1595" y="2618"/>
                </a:lnTo>
                <a:lnTo>
                  <a:pt x="1594" y="2618"/>
                </a:lnTo>
                <a:lnTo>
                  <a:pt x="1594" y="2619"/>
                </a:lnTo>
                <a:lnTo>
                  <a:pt x="1593" y="2619"/>
                </a:lnTo>
                <a:lnTo>
                  <a:pt x="1592" y="2619"/>
                </a:lnTo>
                <a:lnTo>
                  <a:pt x="1593" y="2619"/>
                </a:lnTo>
                <a:lnTo>
                  <a:pt x="1593" y="2620"/>
                </a:lnTo>
                <a:lnTo>
                  <a:pt x="1593" y="2621"/>
                </a:lnTo>
                <a:lnTo>
                  <a:pt x="1593" y="2622"/>
                </a:lnTo>
                <a:lnTo>
                  <a:pt x="1592" y="2622"/>
                </a:lnTo>
                <a:lnTo>
                  <a:pt x="1592" y="2623"/>
                </a:lnTo>
                <a:lnTo>
                  <a:pt x="1591" y="2623"/>
                </a:lnTo>
                <a:lnTo>
                  <a:pt x="1590" y="2624"/>
                </a:lnTo>
                <a:lnTo>
                  <a:pt x="1590" y="2625"/>
                </a:lnTo>
                <a:lnTo>
                  <a:pt x="1589" y="2625"/>
                </a:lnTo>
                <a:lnTo>
                  <a:pt x="1589" y="2626"/>
                </a:lnTo>
                <a:lnTo>
                  <a:pt x="1588" y="2626"/>
                </a:lnTo>
                <a:lnTo>
                  <a:pt x="1587" y="2626"/>
                </a:lnTo>
                <a:lnTo>
                  <a:pt x="1586" y="2627"/>
                </a:lnTo>
                <a:lnTo>
                  <a:pt x="1585" y="2628"/>
                </a:lnTo>
                <a:lnTo>
                  <a:pt x="1585" y="2629"/>
                </a:lnTo>
                <a:lnTo>
                  <a:pt x="1585" y="2630"/>
                </a:lnTo>
                <a:lnTo>
                  <a:pt x="1584" y="2630"/>
                </a:lnTo>
                <a:lnTo>
                  <a:pt x="1584" y="2631"/>
                </a:lnTo>
                <a:lnTo>
                  <a:pt x="1583" y="2631"/>
                </a:lnTo>
                <a:lnTo>
                  <a:pt x="1582" y="2631"/>
                </a:lnTo>
                <a:lnTo>
                  <a:pt x="1581" y="2630"/>
                </a:lnTo>
                <a:lnTo>
                  <a:pt x="1581" y="2631"/>
                </a:lnTo>
                <a:lnTo>
                  <a:pt x="1580" y="2631"/>
                </a:lnTo>
                <a:lnTo>
                  <a:pt x="1579" y="2632"/>
                </a:lnTo>
                <a:lnTo>
                  <a:pt x="1578" y="2632"/>
                </a:lnTo>
                <a:lnTo>
                  <a:pt x="1578" y="2633"/>
                </a:lnTo>
                <a:lnTo>
                  <a:pt x="1576" y="2633"/>
                </a:lnTo>
                <a:lnTo>
                  <a:pt x="1575" y="2633"/>
                </a:lnTo>
                <a:lnTo>
                  <a:pt x="1574" y="2633"/>
                </a:lnTo>
                <a:lnTo>
                  <a:pt x="1573" y="2633"/>
                </a:lnTo>
                <a:lnTo>
                  <a:pt x="1572" y="2633"/>
                </a:lnTo>
                <a:lnTo>
                  <a:pt x="1572" y="2632"/>
                </a:lnTo>
                <a:lnTo>
                  <a:pt x="1571" y="2632"/>
                </a:lnTo>
                <a:lnTo>
                  <a:pt x="1570" y="2632"/>
                </a:lnTo>
                <a:lnTo>
                  <a:pt x="1569" y="2632"/>
                </a:lnTo>
                <a:lnTo>
                  <a:pt x="1569" y="2631"/>
                </a:lnTo>
                <a:lnTo>
                  <a:pt x="1568" y="2631"/>
                </a:lnTo>
                <a:lnTo>
                  <a:pt x="1567" y="2631"/>
                </a:lnTo>
                <a:lnTo>
                  <a:pt x="1566" y="2631"/>
                </a:lnTo>
                <a:lnTo>
                  <a:pt x="1566" y="2630"/>
                </a:lnTo>
                <a:lnTo>
                  <a:pt x="1565" y="2630"/>
                </a:lnTo>
                <a:lnTo>
                  <a:pt x="1565" y="2629"/>
                </a:lnTo>
                <a:lnTo>
                  <a:pt x="1565" y="2628"/>
                </a:lnTo>
                <a:lnTo>
                  <a:pt x="1564" y="2628"/>
                </a:lnTo>
                <a:lnTo>
                  <a:pt x="1564" y="2627"/>
                </a:lnTo>
                <a:lnTo>
                  <a:pt x="1563" y="2627"/>
                </a:lnTo>
                <a:lnTo>
                  <a:pt x="1563" y="2628"/>
                </a:lnTo>
                <a:lnTo>
                  <a:pt x="1563" y="2627"/>
                </a:lnTo>
                <a:lnTo>
                  <a:pt x="1562" y="2627"/>
                </a:lnTo>
                <a:lnTo>
                  <a:pt x="1562" y="2626"/>
                </a:lnTo>
                <a:lnTo>
                  <a:pt x="1562" y="2625"/>
                </a:lnTo>
                <a:lnTo>
                  <a:pt x="1561" y="2625"/>
                </a:lnTo>
                <a:lnTo>
                  <a:pt x="1561" y="2624"/>
                </a:lnTo>
                <a:lnTo>
                  <a:pt x="1561" y="2623"/>
                </a:lnTo>
                <a:lnTo>
                  <a:pt x="1560" y="2623"/>
                </a:lnTo>
                <a:lnTo>
                  <a:pt x="1560" y="2622"/>
                </a:lnTo>
                <a:lnTo>
                  <a:pt x="1560" y="2621"/>
                </a:lnTo>
                <a:lnTo>
                  <a:pt x="1560" y="2620"/>
                </a:lnTo>
                <a:lnTo>
                  <a:pt x="1560" y="2619"/>
                </a:lnTo>
                <a:lnTo>
                  <a:pt x="1560" y="2617"/>
                </a:lnTo>
                <a:lnTo>
                  <a:pt x="1560" y="2616"/>
                </a:lnTo>
                <a:lnTo>
                  <a:pt x="1561" y="2616"/>
                </a:lnTo>
                <a:lnTo>
                  <a:pt x="1561" y="2615"/>
                </a:lnTo>
                <a:lnTo>
                  <a:pt x="1560" y="2615"/>
                </a:lnTo>
                <a:lnTo>
                  <a:pt x="1560" y="2614"/>
                </a:lnTo>
                <a:lnTo>
                  <a:pt x="1560" y="2613"/>
                </a:lnTo>
                <a:lnTo>
                  <a:pt x="1560" y="2612"/>
                </a:lnTo>
                <a:lnTo>
                  <a:pt x="1560" y="2611"/>
                </a:lnTo>
                <a:lnTo>
                  <a:pt x="1559" y="2611"/>
                </a:lnTo>
                <a:lnTo>
                  <a:pt x="1559" y="2612"/>
                </a:lnTo>
                <a:lnTo>
                  <a:pt x="1558" y="2612"/>
                </a:lnTo>
                <a:lnTo>
                  <a:pt x="1558" y="2611"/>
                </a:lnTo>
                <a:lnTo>
                  <a:pt x="1557" y="2611"/>
                </a:lnTo>
                <a:lnTo>
                  <a:pt x="1556" y="2611"/>
                </a:lnTo>
                <a:lnTo>
                  <a:pt x="1555" y="2611"/>
                </a:lnTo>
                <a:lnTo>
                  <a:pt x="1555" y="2610"/>
                </a:lnTo>
                <a:lnTo>
                  <a:pt x="1554" y="2610"/>
                </a:lnTo>
                <a:lnTo>
                  <a:pt x="1553" y="2610"/>
                </a:lnTo>
                <a:lnTo>
                  <a:pt x="1553" y="2609"/>
                </a:lnTo>
                <a:lnTo>
                  <a:pt x="1552" y="2609"/>
                </a:lnTo>
                <a:lnTo>
                  <a:pt x="1551" y="2609"/>
                </a:lnTo>
                <a:lnTo>
                  <a:pt x="1551" y="2608"/>
                </a:lnTo>
                <a:lnTo>
                  <a:pt x="1550" y="2608"/>
                </a:lnTo>
                <a:lnTo>
                  <a:pt x="1549" y="2608"/>
                </a:lnTo>
                <a:lnTo>
                  <a:pt x="1550" y="2608"/>
                </a:lnTo>
                <a:lnTo>
                  <a:pt x="1550" y="2609"/>
                </a:lnTo>
                <a:lnTo>
                  <a:pt x="1549" y="2609"/>
                </a:lnTo>
                <a:lnTo>
                  <a:pt x="1548" y="2609"/>
                </a:lnTo>
                <a:lnTo>
                  <a:pt x="1548" y="2610"/>
                </a:lnTo>
                <a:lnTo>
                  <a:pt x="1547" y="2610"/>
                </a:lnTo>
                <a:lnTo>
                  <a:pt x="1546" y="2610"/>
                </a:lnTo>
                <a:lnTo>
                  <a:pt x="1546" y="2611"/>
                </a:lnTo>
                <a:lnTo>
                  <a:pt x="1545" y="2611"/>
                </a:lnTo>
                <a:lnTo>
                  <a:pt x="1544" y="2611"/>
                </a:lnTo>
                <a:lnTo>
                  <a:pt x="1543" y="2611"/>
                </a:lnTo>
                <a:lnTo>
                  <a:pt x="1543" y="2612"/>
                </a:lnTo>
                <a:lnTo>
                  <a:pt x="1542" y="2613"/>
                </a:lnTo>
                <a:lnTo>
                  <a:pt x="1541" y="2613"/>
                </a:lnTo>
                <a:lnTo>
                  <a:pt x="1541" y="2614"/>
                </a:lnTo>
                <a:lnTo>
                  <a:pt x="1540" y="2614"/>
                </a:lnTo>
                <a:lnTo>
                  <a:pt x="1540" y="2613"/>
                </a:lnTo>
                <a:lnTo>
                  <a:pt x="1540" y="2612"/>
                </a:lnTo>
                <a:lnTo>
                  <a:pt x="1539" y="2612"/>
                </a:lnTo>
                <a:lnTo>
                  <a:pt x="1539" y="2611"/>
                </a:lnTo>
                <a:lnTo>
                  <a:pt x="1538" y="2611"/>
                </a:lnTo>
                <a:lnTo>
                  <a:pt x="1537" y="2611"/>
                </a:lnTo>
                <a:lnTo>
                  <a:pt x="1536" y="2611"/>
                </a:lnTo>
                <a:lnTo>
                  <a:pt x="1536" y="2610"/>
                </a:lnTo>
                <a:lnTo>
                  <a:pt x="1535" y="2610"/>
                </a:lnTo>
                <a:lnTo>
                  <a:pt x="1534" y="2610"/>
                </a:lnTo>
                <a:lnTo>
                  <a:pt x="1534" y="2609"/>
                </a:lnTo>
                <a:lnTo>
                  <a:pt x="1533" y="2610"/>
                </a:lnTo>
                <a:lnTo>
                  <a:pt x="1532" y="2610"/>
                </a:lnTo>
                <a:lnTo>
                  <a:pt x="1532" y="2611"/>
                </a:lnTo>
                <a:lnTo>
                  <a:pt x="1531" y="2611"/>
                </a:lnTo>
                <a:lnTo>
                  <a:pt x="1530" y="2611"/>
                </a:lnTo>
                <a:lnTo>
                  <a:pt x="1529" y="2611"/>
                </a:lnTo>
                <a:lnTo>
                  <a:pt x="1528" y="2611"/>
                </a:lnTo>
                <a:lnTo>
                  <a:pt x="1528" y="2610"/>
                </a:lnTo>
                <a:lnTo>
                  <a:pt x="1527" y="2610"/>
                </a:lnTo>
                <a:lnTo>
                  <a:pt x="1527" y="2609"/>
                </a:lnTo>
                <a:lnTo>
                  <a:pt x="1526" y="2609"/>
                </a:lnTo>
                <a:lnTo>
                  <a:pt x="1525" y="2609"/>
                </a:lnTo>
                <a:lnTo>
                  <a:pt x="1524" y="2609"/>
                </a:lnTo>
                <a:lnTo>
                  <a:pt x="1523" y="2610"/>
                </a:lnTo>
                <a:lnTo>
                  <a:pt x="1522" y="2610"/>
                </a:lnTo>
                <a:lnTo>
                  <a:pt x="1522" y="2609"/>
                </a:lnTo>
                <a:lnTo>
                  <a:pt x="1521" y="2609"/>
                </a:lnTo>
                <a:lnTo>
                  <a:pt x="1521" y="2608"/>
                </a:lnTo>
                <a:lnTo>
                  <a:pt x="1521" y="2607"/>
                </a:lnTo>
                <a:lnTo>
                  <a:pt x="1521" y="2606"/>
                </a:lnTo>
                <a:lnTo>
                  <a:pt x="1520" y="2606"/>
                </a:lnTo>
                <a:lnTo>
                  <a:pt x="1520" y="2605"/>
                </a:lnTo>
                <a:lnTo>
                  <a:pt x="1519" y="2605"/>
                </a:lnTo>
                <a:lnTo>
                  <a:pt x="1519" y="2604"/>
                </a:lnTo>
                <a:lnTo>
                  <a:pt x="1518" y="2604"/>
                </a:lnTo>
                <a:lnTo>
                  <a:pt x="1518" y="2603"/>
                </a:lnTo>
                <a:lnTo>
                  <a:pt x="1518" y="2602"/>
                </a:lnTo>
                <a:lnTo>
                  <a:pt x="1517" y="2602"/>
                </a:lnTo>
                <a:lnTo>
                  <a:pt x="1516" y="2602"/>
                </a:lnTo>
                <a:lnTo>
                  <a:pt x="1515" y="2602"/>
                </a:lnTo>
                <a:lnTo>
                  <a:pt x="1515" y="2601"/>
                </a:lnTo>
                <a:lnTo>
                  <a:pt x="1515" y="2600"/>
                </a:lnTo>
                <a:lnTo>
                  <a:pt x="1514" y="2600"/>
                </a:lnTo>
                <a:lnTo>
                  <a:pt x="1513" y="2600"/>
                </a:lnTo>
                <a:lnTo>
                  <a:pt x="1512" y="2601"/>
                </a:lnTo>
                <a:lnTo>
                  <a:pt x="1511" y="2601"/>
                </a:lnTo>
                <a:lnTo>
                  <a:pt x="1510" y="2601"/>
                </a:lnTo>
                <a:lnTo>
                  <a:pt x="1509" y="2601"/>
                </a:lnTo>
                <a:lnTo>
                  <a:pt x="1508" y="2601"/>
                </a:lnTo>
                <a:lnTo>
                  <a:pt x="1507" y="2601"/>
                </a:lnTo>
                <a:lnTo>
                  <a:pt x="1507" y="2600"/>
                </a:lnTo>
                <a:lnTo>
                  <a:pt x="1506" y="2600"/>
                </a:lnTo>
                <a:lnTo>
                  <a:pt x="1505" y="2600"/>
                </a:lnTo>
                <a:lnTo>
                  <a:pt x="1505" y="2599"/>
                </a:lnTo>
                <a:lnTo>
                  <a:pt x="1505" y="2598"/>
                </a:lnTo>
                <a:lnTo>
                  <a:pt x="1504" y="2598"/>
                </a:lnTo>
                <a:lnTo>
                  <a:pt x="1504" y="2597"/>
                </a:lnTo>
                <a:lnTo>
                  <a:pt x="1503" y="2597"/>
                </a:lnTo>
                <a:lnTo>
                  <a:pt x="1503" y="2596"/>
                </a:lnTo>
                <a:lnTo>
                  <a:pt x="1502" y="2596"/>
                </a:lnTo>
                <a:lnTo>
                  <a:pt x="1501" y="2596"/>
                </a:lnTo>
                <a:lnTo>
                  <a:pt x="1500" y="2596"/>
                </a:lnTo>
                <a:lnTo>
                  <a:pt x="1499" y="2596"/>
                </a:lnTo>
                <a:lnTo>
                  <a:pt x="1499" y="2597"/>
                </a:lnTo>
                <a:lnTo>
                  <a:pt x="1499" y="2598"/>
                </a:lnTo>
                <a:lnTo>
                  <a:pt x="1499" y="2599"/>
                </a:lnTo>
                <a:lnTo>
                  <a:pt x="1498" y="2599"/>
                </a:lnTo>
                <a:lnTo>
                  <a:pt x="1498" y="2600"/>
                </a:lnTo>
                <a:lnTo>
                  <a:pt x="1498" y="2601"/>
                </a:lnTo>
                <a:lnTo>
                  <a:pt x="1497" y="2601"/>
                </a:lnTo>
                <a:lnTo>
                  <a:pt x="1497" y="2602"/>
                </a:lnTo>
                <a:lnTo>
                  <a:pt x="1497" y="2601"/>
                </a:lnTo>
                <a:lnTo>
                  <a:pt x="1496" y="2601"/>
                </a:lnTo>
                <a:lnTo>
                  <a:pt x="1496" y="2600"/>
                </a:lnTo>
                <a:lnTo>
                  <a:pt x="1495" y="2600"/>
                </a:lnTo>
                <a:lnTo>
                  <a:pt x="1494" y="2600"/>
                </a:lnTo>
                <a:lnTo>
                  <a:pt x="1493" y="2600"/>
                </a:lnTo>
                <a:lnTo>
                  <a:pt x="1493" y="2601"/>
                </a:lnTo>
                <a:lnTo>
                  <a:pt x="1492" y="2601"/>
                </a:lnTo>
                <a:lnTo>
                  <a:pt x="1492" y="2602"/>
                </a:lnTo>
                <a:lnTo>
                  <a:pt x="1491" y="2602"/>
                </a:lnTo>
                <a:lnTo>
                  <a:pt x="1491" y="2601"/>
                </a:lnTo>
                <a:lnTo>
                  <a:pt x="1490" y="2601"/>
                </a:lnTo>
                <a:lnTo>
                  <a:pt x="1490" y="2600"/>
                </a:lnTo>
                <a:lnTo>
                  <a:pt x="1490" y="2599"/>
                </a:lnTo>
                <a:lnTo>
                  <a:pt x="1489" y="2599"/>
                </a:lnTo>
                <a:lnTo>
                  <a:pt x="1488" y="2599"/>
                </a:lnTo>
                <a:lnTo>
                  <a:pt x="1488" y="2598"/>
                </a:lnTo>
                <a:lnTo>
                  <a:pt x="1487" y="2598"/>
                </a:lnTo>
                <a:lnTo>
                  <a:pt x="1487" y="2597"/>
                </a:lnTo>
                <a:lnTo>
                  <a:pt x="1486" y="2597"/>
                </a:lnTo>
                <a:lnTo>
                  <a:pt x="1486" y="2596"/>
                </a:lnTo>
                <a:lnTo>
                  <a:pt x="1485" y="2596"/>
                </a:lnTo>
                <a:lnTo>
                  <a:pt x="1485" y="2597"/>
                </a:lnTo>
                <a:lnTo>
                  <a:pt x="1484" y="2597"/>
                </a:lnTo>
                <a:lnTo>
                  <a:pt x="1484" y="2596"/>
                </a:lnTo>
                <a:lnTo>
                  <a:pt x="1483" y="2596"/>
                </a:lnTo>
                <a:lnTo>
                  <a:pt x="1483" y="2597"/>
                </a:lnTo>
                <a:lnTo>
                  <a:pt x="1482" y="2597"/>
                </a:lnTo>
                <a:lnTo>
                  <a:pt x="1481" y="2597"/>
                </a:lnTo>
                <a:lnTo>
                  <a:pt x="1480" y="2597"/>
                </a:lnTo>
                <a:lnTo>
                  <a:pt x="1480" y="2598"/>
                </a:lnTo>
                <a:lnTo>
                  <a:pt x="1479" y="2597"/>
                </a:lnTo>
                <a:lnTo>
                  <a:pt x="1478" y="2596"/>
                </a:lnTo>
                <a:lnTo>
                  <a:pt x="1478" y="2595"/>
                </a:lnTo>
                <a:lnTo>
                  <a:pt x="1477" y="2595"/>
                </a:lnTo>
                <a:lnTo>
                  <a:pt x="1477" y="2594"/>
                </a:lnTo>
                <a:lnTo>
                  <a:pt x="1476" y="2594"/>
                </a:lnTo>
                <a:lnTo>
                  <a:pt x="1476" y="2593"/>
                </a:lnTo>
                <a:lnTo>
                  <a:pt x="1475" y="2593"/>
                </a:lnTo>
                <a:lnTo>
                  <a:pt x="1475" y="2592"/>
                </a:lnTo>
                <a:lnTo>
                  <a:pt x="1475" y="2593"/>
                </a:lnTo>
                <a:lnTo>
                  <a:pt x="1474" y="2593"/>
                </a:lnTo>
                <a:lnTo>
                  <a:pt x="1473" y="2593"/>
                </a:lnTo>
                <a:lnTo>
                  <a:pt x="1473" y="2592"/>
                </a:lnTo>
                <a:lnTo>
                  <a:pt x="1472" y="2592"/>
                </a:lnTo>
                <a:lnTo>
                  <a:pt x="1472" y="2591"/>
                </a:lnTo>
                <a:lnTo>
                  <a:pt x="1471" y="2591"/>
                </a:lnTo>
                <a:lnTo>
                  <a:pt x="1471" y="2592"/>
                </a:lnTo>
                <a:lnTo>
                  <a:pt x="1470" y="2592"/>
                </a:lnTo>
                <a:lnTo>
                  <a:pt x="1470" y="2591"/>
                </a:lnTo>
                <a:lnTo>
                  <a:pt x="1469" y="2591"/>
                </a:lnTo>
                <a:lnTo>
                  <a:pt x="1469" y="2592"/>
                </a:lnTo>
                <a:lnTo>
                  <a:pt x="1469" y="2593"/>
                </a:lnTo>
                <a:lnTo>
                  <a:pt x="1468" y="2593"/>
                </a:lnTo>
                <a:lnTo>
                  <a:pt x="1467" y="2593"/>
                </a:lnTo>
                <a:lnTo>
                  <a:pt x="1467" y="2594"/>
                </a:lnTo>
                <a:lnTo>
                  <a:pt x="1468" y="2594"/>
                </a:lnTo>
                <a:lnTo>
                  <a:pt x="1468" y="2595"/>
                </a:lnTo>
                <a:lnTo>
                  <a:pt x="1469" y="2595"/>
                </a:lnTo>
                <a:lnTo>
                  <a:pt x="1468" y="2595"/>
                </a:lnTo>
                <a:lnTo>
                  <a:pt x="1468" y="2596"/>
                </a:lnTo>
                <a:lnTo>
                  <a:pt x="1467" y="2596"/>
                </a:lnTo>
                <a:lnTo>
                  <a:pt x="1466" y="2597"/>
                </a:lnTo>
                <a:lnTo>
                  <a:pt x="1465" y="2597"/>
                </a:lnTo>
                <a:lnTo>
                  <a:pt x="1464" y="2597"/>
                </a:lnTo>
                <a:lnTo>
                  <a:pt x="1464" y="2598"/>
                </a:lnTo>
                <a:lnTo>
                  <a:pt x="1463" y="2598"/>
                </a:lnTo>
                <a:lnTo>
                  <a:pt x="1462" y="2598"/>
                </a:lnTo>
                <a:lnTo>
                  <a:pt x="1461" y="2598"/>
                </a:lnTo>
                <a:lnTo>
                  <a:pt x="1461" y="2597"/>
                </a:lnTo>
                <a:lnTo>
                  <a:pt x="1460" y="2597"/>
                </a:lnTo>
                <a:lnTo>
                  <a:pt x="1460" y="2598"/>
                </a:lnTo>
                <a:lnTo>
                  <a:pt x="1460" y="2597"/>
                </a:lnTo>
                <a:lnTo>
                  <a:pt x="1459" y="2597"/>
                </a:lnTo>
                <a:lnTo>
                  <a:pt x="1459" y="2598"/>
                </a:lnTo>
                <a:lnTo>
                  <a:pt x="1458" y="2598"/>
                </a:lnTo>
                <a:lnTo>
                  <a:pt x="1457" y="2598"/>
                </a:lnTo>
                <a:lnTo>
                  <a:pt x="1457" y="2599"/>
                </a:lnTo>
                <a:lnTo>
                  <a:pt x="1455" y="2599"/>
                </a:lnTo>
                <a:lnTo>
                  <a:pt x="1454" y="2599"/>
                </a:lnTo>
                <a:lnTo>
                  <a:pt x="1453" y="2599"/>
                </a:lnTo>
                <a:lnTo>
                  <a:pt x="1452" y="2599"/>
                </a:lnTo>
                <a:lnTo>
                  <a:pt x="1452" y="2600"/>
                </a:lnTo>
                <a:lnTo>
                  <a:pt x="1452" y="2601"/>
                </a:lnTo>
                <a:lnTo>
                  <a:pt x="1451" y="2601"/>
                </a:lnTo>
                <a:lnTo>
                  <a:pt x="1450" y="2602"/>
                </a:lnTo>
                <a:lnTo>
                  <a:pt x="1450" y="2603"/>
                </a:lnTo>
                <a:lnTo>
                  <a:pt x="1449" y="2604"/>
                </a:lnTo>
                <a:lnTo>
                  <a:pt x="1448" y="2604"/>
                </a:lnTo>
                <a:lnTo>
                  <a:pt x="1448" y="2605"/>
                </a:lnTo>
                <a:lnTo>
                  <a:pt x="1447" y="2605"/>
                </a:lnTo>
                <a:lnTo>
                  <a:pt x="1447" y="2606"/>
                </a:lnTo>
                <a:lnTo>
                  <a:pt x="1446" y="2607"/>
                </a:lnTo>
                <a:lnTo>
                  <a:pt x="1445" y="2607"/>
                </a:lnTo>
                <a:lnTo>
                  <a:pt x="1445" y="2606"/>
                </a:lnTo>
                <a:lnTo>
                  <a:pt x="1444" y="2606"/>
                </a:lnTo>
                <a:lnTo>
                  <a:pt x="1444" y="2607"/>
                </a:lnTo>
                <a:lnTo>
                  <a:pt x="1443" y="2607"/>
                </a:lnTo>
                <a:lnTo>
                  <a:pt x="1444" y="2607"/>
                </a:lnTo>
                <a:lnTo>
                  <a:pt x="1444" y="2608"/>
                </a:lnTo>
                <a:lnTo>
                  <a:pt x="1443" y="2608"/>
                </a:lnTo>
                <a:lnTo>
                  <a:pt x="1443" y="2609"/>
                </a:lnTo>
                <a:lnTo>
                  <a:pt x="1442" y="2609"/>
                </a:lnTo>
                <a:lnTo>
                  <a:pt x="1442" y="2610"/>
                </a:lnTo>
                <a:lnTo>
                  <a:pt x="1441" y="2610"/>
                </a:lnTo>
                <a:lnTo>
                  <a:pt x="1442" y="2610"/>
                </a:lnTo>
                <a:lnTo>
                  <a:pt x="1441" y="2610"/>
                </a:lnTo>
                <a:lnTo>
                  <a:pt x="1441" y="2611"/>
                </a:lnTo>
                <a:lnTo>
                  <a:pt x="1441" y="2612"/>
                </a:lnTo>
                <a:lnTo>
                  <a:pt x="1441" y="2611"/>
                </a:lnTo>
                <a:lnTo>
                  <a:pt x="1440" y="2612"/>
                </a:lnTo>
                <a:lnTo>
                  <a:pt x="1439" y="2612"/>
                </a:lnTo>
                <a:lnTo>
                  <a:pt x="1439" y="2613"/>
                </a:lnTo>
                <a:lnTo>
                  <a:pt x="1440" y="2613"/>
                </a:lnTo>
                <a:lnTo>
                  <a:pt x="1440" y="2614"/>
                </a:lnTo>
                <a:lnTo>
                  <a:pt x="1440" y="2615"/>
                </a:lnTo>
                <a:lnTo>
                  <a:pt x="1439" y="2615"/>
                </a:lnTo>
                <a:lnTo>
                  <a:pt x="1439" y="2616"/>
                </a:lnTo>
                <a:lnTo>
                  <a:pt x="1439" y="2617"/>
                </a:lnTo>
                <a:lnTo>
                  <a:pt x="1438" y="2617"/>
                </a:lnTo>
                <a:lnTo>
                  <a:pt x="1439" y="2617"/>
                </a:lnTo>
                <a:lnTo>
                  <a:pt x="1438" y="2617"/>
                </a:lnTo>
                <a:lnTo>
                  <a:pt x="1438" y="2618"/>
                </a:lnTo>
                <a:lnTo>
                  <a:pt x="1439" y="2618"/>
                </a:lnTo>
                <a:lnTo>
                  <a:pt x="1438" y="2619"/>
                </a:lnTo>
                <a:lnTo>
                  <a:pt x="1438" y="2620"/>
                </a:lnTo>
                <a:lnTo>
                  <a:pt x="1438" y="2621"/>
                </a:lnTo>
                <a:lnTo>
                  <a:pt x="1437" y="2621"/>
                </a:lnTo>
                <a:lnTo>
                  <a:pt x="1437" y="2622"/>
                </a:lnTo>
                <a:lnTo>
                  <a:pt x="1436" y="2622"/>
                </a:lnTo>
                <a:lnTo>
                  <a:pt x="1435" y="2622"/>
                </a:lnTo>
                <a:lnTo>
                  <a:pt x="1435" y="2623"/>
                </a:lnTo>
                <a:lnTo>
                  <a:pt x="1435" y="2624"/>
                </a:lnTo>
                <a:lnTo>
                  <a:pt x="1434" y="2624"/>
                </a:lnTo>
                <a:lnTo>
                  <a:pt x="1434" y="2625"/>
                </a:lnTo>
                <a:lnTo>
                  <a:pt x="1433" y="2626"/>
                </a:lnTo>
                <a:lnTo>
                  <a:pt x="1433" y="2627"/>
                </a:lnTo>
                <a:lnTo>
                  <a:pt x="1432" y="2627"/>
                </a:lnTo>
                <a:lnTo>
                  <a:pt x="1432" y="2628"/>
                </a:lnTo>
                <a:lnTo>
                  <a:pt x="1431" y="2629"/>
                </a:lnTo>
                <a:lnTo>
                  <a:pt x="1430" y="2629"/>
                </a:lnTo>
                <a:lnTo>
                  <a:pt x="1430" y="2630"/>
                </a:lnTo>
                <a:lnTo>
                  <a:pt x="1429" y="2630"/>
                </a:lnTo>
                <a:lnTo>
                  <a:pt x="1428" y="2630"/>
                </a:lnTo>
                <a:lnTo>
                  <a:pt x="1428" y="2631"/>
                </a:lnTo>
                <a:lnTo>
                  <a:pt x="1427" y="2631"/>
                </a:lnTo>
                <a:lnTo>
                  <a:pt x="1425" y="2631"/>
                </a:lnTo>
                <a:lnTo>
                  <a:pt x="1424" y="2632"/>
                </a:lnTo>
                <a:lnTo>
                  <a:pt x="1424" y="2633"/>
                </a:lnTo>
                <a:lnTo>
                  <a:pt x="1423" y="2633"/>
                </a:lnTo>
                <a:lnTo>
                  <a:pt x="1423" y="2634"/>
                </a:lnTo>
                <a:lnTo>
                  <a:pt x="1423" y="2635"/>
                </a:lnTo>
                <a:lnTo>
                  <a:pt x="1422" y="2635"/>
                </a:lnTo>
                <a:lnTo>
                  <a:pt x="1421" y="2636"/>
                </a:lnTo>
                <a:lnTo>
                  <a:pt x="1420" y="2636"/>
                </a:lnTo>
                <a:lnTo>
                  <a:pt x="1419" y="2636"/>
                </a:lnTo>
                <a:lnTo>
                  <a:pt x="1419" y="2637"/>
                </a:lnTo>
                <a:lnTo>
                  <a:pt x="1419" y="2638"/>
                </a:lnTo>
                <a:lnTo>
                  <a:pt x="1418" y="2638"/>
                </a:lnTo>
                <a:lnTo>
                  <a:pt x="1418" y="2639"/>
                </a:lnTo>
                <a:lnTo>
                  <a:pt x="1418" y="2640"/>
                </a:lnTo>
                <a:lnTo>
                  <a:pt x="1418" y="2641"/>
                </a:lnTo>
                <a:lnTo>
                  <a:pt x="1418" y="2642"/>
                </a:lnTo>
                <a:lnTo>
                  <a:pt x="1418" y="2643"/>
                </a:lnTo>
                <a:lnTo>
                  <a:pt x="1419" y="2643"/>
                </a:lnTo>
                <a:lnTo>
                  <a:pt x="1419" y="2644"/>
                </a:lnTo>
                <a:lnTo>
                  <a:pt x="1418" y="2644"/>
                </a:lnTo>
                <a:lnTo>
                  <a:pt x="1417" y="2644"/>
                </a:lnTo>
                <a:lnTo>
                  <a:pt x="1417" y="2645"/>
                </a:lnTo>
                <a:lnTo>
                  <a:pt x="1416" y="2645"/>
                </a:lnTo>
                <a:lnTo>
                  <a:pt x="1415" y="2645"/>
                </a:lnTo>
                <a:lnTo>
                  <a:pt x="1415" y="2646"/>
                </a:lnTo>
                <a:lnTo>
                  <a:pt x="1415" y="2647"/>
                </a:lnTo>
                <a:lnTo>
                  <a:pt x="1415" y="2648"/>
                </a:lnTo>
                <a:lnTo>
                  <a:pt x="1414" y="2648"/>
                </a:lnTo>
                <a:lnTo>
                  <a:pt x="1414" y="2649"/>
                </a:lnTo>
                <a:lnTo>
                  <a:pt x="1414" y="2650"/>
                </a:lnTo>
                <a:lnTo>
                  <a:pt x="1413" y="2650"/>
                </a:lnTo>
                <a:lnTo>
                  <a:pt x="1412" y="2651"/>
                </a:lnTo>
                <a:lnTo>
                  <a:pt x="1411" y="2651"/>
                </a:lnTo>
                <a:lnTo>
                  <a:pt x="1411" y="2652"/>
                </a:lnTo>
                <a:lnTo>
                  <a:pt x="1411" y="2653"/>
                </a:lnTo>
                <a:lnTo>
                  <a:pt x="1410" y="2653"/>
                </a:lnTo>
                <a:lnTo>
                  <a:pt x="1410" y="2654"/>
                </a:lnTo>
                <a:lnTo>
                  <a:pt x="1410" y="2655"/>
                </a:lnTo>
                <a:lnTo>
                  <a:pt x="1409" y="2655"/>
                </a:lnTo>
                <a:lnTo>
                  <a:pt x="1409" y="2656"/>
                </a:lnTo>
                <a:lnTo>
                  <a:pt x="1410" y="2656"/>
                </a:lnTo>
                <a:lnTo>
                  <a:pt x="1411" y="2656"/>
                </a:lnTo>
                <a:lnTo>
                  <a:pt x="1411" y="2657"/>
                </a:lnTo>
                <a:lnTo>
                  <a:pt x="1411" y="2658"/>
                </a:lnTo>
                <a:lnTo>
                  <a:pt x="1412" y="2658"/>
                </a:lnTo>
                <a:lnTo>
                  <a:pt x="1411" y="2658"/>
                </a:lnTo>
                <a:lnTo>
                  <a:pt x="1412" y="2659"/>
                </a:lnTo>
                <a:lnTo>
                  <a:pt x="1413" y="2659"/>
                </a:lnTo>
                <a:lnTo>
                  <a:pt x="1413" y="2660"/>
                </a:lnTo>
                <a:lnTo>
                  <a:pt x="1412" y="2660"/>
                </a:lnTo>
                <a:lnTo>
                  <a:pt x="1412" y="2661"/>
                </a:lnTo>
                <a:lnTo>
                  <a:pt x="1411" y="2661"/>
                </a:lnTo>
                <a:lnTo>
                  <a:pt x="1411" y="2662"/>
                </a:lnTo>
                <a:lnTo>
                  <a:pt x="1410" y="2662"/>
                </a:lnTo>
                <a:lnTo>
                  <a:pt x="1410" y="2663"/>
                </a:lnTo>
                <a:lnTo>
                  <a:pt x="1409" y="2663"/>
                </a:lnTo>
                <a:lnTo>
                  <a:pt x="1408" y="2663"/>
                </a:lnTo>
                <a:lnTo>
                  <a:pt x="1407" y="2663"/>
                </a:lnTo>
                <a:lnTo>
                  <a:pt x="1407" y="2664"/>
                </a:lnTo>
                <a:lnTo>
                  <a:pt x="1408" y="2664"/>
                </a:lnTo>
                <a:lnTo>
                  <a:pt x="1407" y="2664"/>
                </a:lnTo>
                <a:lnTo>
                  <a:pt x="1407" y="2665"/>
                </a:lnTo>
                <a:lnTo>
                  <a:pt x="1408" y="2665"/>
                </a:lnTo>
                <a:lnTo>
                  <a:pt x="1408" y="2666"/>
                </a:lnTo>
                <a:lnTo>
                  <a:pt x="1407" y="2666"/>
                </a:lnTo>
                <a:lnTo>
                  <a:pt x="1408" y="2666"/>
                </a:lnTo>
                <a:lnTo>
                  <a:pt x="1407" y="2666"/>
                </a:lnTo>
                <a:lnTo>
                  <a:pt x="1407" y="2667"/>
                </a:lnTo>
                <a:lnTo>
                  <a:pt x="1408" y="2667"/>
                </a:lnTo>
                <a:lnTo>
                  <a:pt x="1408" y="2668"/>
                </a:lnTo>
                <a:lnTo>
                  <a:pt x="1408" y="2669"/>
                </a:lnTo>
                <a:lnTo>
                  <a:pt x="1409" y="2670"/>
                </a:lnTo>
                <a:lnTo>
                  <a:pt x="1409" y="2671"/>
                </a:lnTo>
                <a:lnTo>
                  <a:pt x="1409" y="2672"/>
                </a:lnTo>
                <a:lnTo>
                  <a:pt x="1409" y="2673"/>
                </a:lnTo>
                <a:lnTo>
                  <a:pt x="1409" y="2674"/>
                </a:lnTo>
                <a:lnTo>
                  <a:pt x="1410" y="2674"/>
                </a:lnTo>
                <a:lnTo>
                  <a:pt x="1410" y="2675"/>
                </a:lnTo>
                <a:lnTo>
                  <a:pt x="1411" y="2675"/>
                </a:lnTo>
                <a:lnTo>
                  <a:pt x="1411" y="2677"/>
                </a:lnTo>
                <a:lnTo>
                  <a:pt x="1411" y="2678"/>
                </a:lnTo>
                <a:lnTo>
                  <a:pt x="1410" y="2678"/>
                </a:lnTo>
                <a:lnTo>
                  <a:pt x="1410" y="2679"/>
                </a:lnTo>
                <a:lnTo>
                  <a:pt x="1410" y="2680"/>
                </a:lnTo>
                <a:lnTo>
                  <a:pt x="1409" y="2680"/>
                </a:lnTo>
                <a:lnTo>
                  <a:pt x="1409" y="2681"/>
                </a:lnTo>
                <a:lnTo>
                  <a:pt x="1408" y="2682"/>
                </a:lnTo>
                <a:lnTo>
                  <a:pt x="1408" y="2683"/>
                </a:lnTo>
                <a:lnTo>
                  <a:pt x="1408" y="2684"/>
                </a:lnTo>
                <a:lnTo>
                  <a:pt x="1408" y="2685"/>
                </a:lnTo>
                <a:lnTo>
                  <a:pt x="1407" y="2685"/>
                </a:lnTo>
                <a:lnTo>
                  <a:pt x="1407" y="2686"/>
                </a:lnTo>
                <a:lnTo>
                  <a:pt x="1407" y="2687"/>
                </a:lnTo>
                <a:lnTo>
                  <a:pt x="1406" y="2687"/>
                </a:lnTo>
                <a:lnTo>
                  <a:pt x="1406" y="2688"/>
                </a:lnTo>
                <a:lnTo>
                  <a:pt x="1405" y="2688"/>
                </a:lnTo>
                <a:lnTo>
                  <a:pt x="1404" y="2689"/>
                </a:lnTo>
                <a:lnTo>
                  <a:pt x="1403" y="2690"/>
                </a:lnTo>
                <a:lnTo>
                  <a:pt x="1402" y="2690"/>
                </a:lnTo>
                <a:lnTo>
                  <a:pt x="1402" y="2691"/>
                </a:lnTo>
                <a:lnTo>
                  <a:pt x="1401" y="2691"/>
                </a:lnTo>
                <a:lnTo>
                  <a:pt x="1401" y="2692"/>
                </a:lnTo>
                <a:lnTo>
                  <a:pt x="1400" y="2692"/>
                </a:lnTo>
                <a:lnTo>
                  <a:pt x="1400" y="2693"/>
                </a:lnTo>
                <a:lnTo>
                  <a:pt x="1400" y="2695"/>
                </a:lnTo>
                <a:lnTo>
                  <a:pt x="1400" y="2696"/>
                </a:lnTo>
                <a:lnTo>
                  <a:pt x="1399" y="2697"/>
                </a:lnTo>
                <a:lnTo>
                  <a:pt x="1398" y="2697"/>
                </a:lnTo>
                <a:lnTo>
                  <a:pt x="1397" y="2696"/>
                </a:lnTo>
                <a:lnTo>
                  <a:pt x="1396" y="2695"/>
                </a:lnTo>
                <a:lnTo>
                  <a:pt x="1396" y="2694"/>
                </a:lnTo>
                <a:lnTo>
                  <a:pt x="1395" y="2694"/>
                </a:lnTo>
                <a:lnTo>
                  <a:pt x="1395" y="2693"/>
                </a:lnTo>
                <a:lnTo>
                  <a:pt x="1394" y="2693"/>
                </a:lnTo>
                <a:lnTo>
                  <a:pt x="1394" y="2692"/>
                </a:lnTo>
                <a:lnTo>
                  <a:pt x="1393" y="2692"/>
                </a:lnTo>
                <a:lnTo>
                  <a:pt x="1393" y="2691"/>
                </a:lnTo>
                <a:lnTo>
                  <a:pt x="1392" y="2691"/>
                </a:lnTo>
                <a:lnTo>
                  <a:pt x="1391" y="2691"/>
                </a:lnTo>
                <a:lnTo>
                  <a:pt x="1390" y="2690"/>
                </a:lnTo>
                <a:lnTo>
                  <a:pt x="1390" y="2689"/>
                </a:lnTo>
                <a:lnTo>
                  <a:pt x="1391" y="2689"/>
                </a:lnTo>
                <a:lnTo>
                  <a:pt x="1391" y="2688"/>
                </a:lnTo>
                <a:lnTo>
                  <a:pt x="1391" y="2687"/>
                </a:lnTo>
                <a:lnTo>
                  <a:pt x="1391" y="2686"/>
                </a:lnTo>
                <a:lnTo>
                  <a:pt x="1391" y="2685"/>
                </a:lnTo>
                <a:lnTo>
                  <a:pt x="1390" y="2685"/>
                </a:lnTo>
                <a:lnTo>
                  <a:pt x="1390" y="2684"/>
                </a:lnTo>
                <a:lnTo>
                  <a:pt x="1389" y="2684"/>
                </a:lnTo>
                <a:lnTo>
                  <a:pt x="1388" y="2684"/>
                </a:lnTo>
                <a:lnTo>
                  <a:pt x="1388" y="2683"/>
                </a:lnTo>
                <a:lnTo>
                  <a:pt x="1387" y="2683"/>
                </a:lnTo>
                <a:lnTo>
                  <a:pt x="1388" y="2683"/>
                </a:lnTo>
                <a:lnTo>
                  <a:pt x="1388" y="2682"/>
                </a:lnTo>
                <a:lnTo>
                  <a:pt x="1387" y="2682"/>
                </a:lnTo>
                <a:lnTo>
                  <a:pt x="1387" y="2681"/>
                </a:lnTo>
                <a:lnTo>
                  <a:pt x="1386" y="2681"/>
                </a:lnTo>
                <a:lnTo>
                  <a:pt x="1386" y="2680"/>
                </a:lnTo>
                <a:lnTo>
                  <a:pt x="1386" y="2679"/>
                </a:lnTo>
                <a:lnTo>
                  <a:pt x="1385" y="2679"/>
                </a:lnTo>
                <a:lnTo>
                  <a:pt x="1384" y="2679"/>
                </a:lnTo>
                <a:lnTo>
                  <a:pt x="1383" y="2679"/>
                </a:lnTo>
                <a:lnTo>
                  <a:pt x="1383" y="2680"/>
                </a:lnTo>
                <a:lnTo>
                  <a:pt x="1383" y="2679"/>
                </a:lnTo>
                <a:lnTo>
                  <a:pt x="1383" y="2678"/>
                </a:lnTo>
                <a:lnTo>
                  <a:pt x="1382" y="2678"/>
                </a:lnTo>
                <a:lnTo>
                  <a:pt x="1382" y="2677"/>
                </a:lnTo>
                <a:lnTo>
                  <a:pt x="1381" y="2677"/>
                </a:lnTo>
                <a:lnTo>
                  <a:pt x="1380" y="2677"/>
                </a:lnTo>
                <a:lnTo>
                  <a:pt x="1380" y="2676"/>
                </a:lnTo>
                <a:lnTo>
                  <a:pt x="1380" y="2675"/>
                </a:lnTo>
                <a:lnTo>
                  <a:pt x="1381" y="2675"/>
                </a:lnTo>
                <a:lnTo>
                  <a:pt x="1380" y="2675"/>
                </a:lnTo>
                <a:lnTo>
                  <a:pt x="1379" y="2674"/>
                </a:lnTo>
                <a:lnTo>
                  <a:pt x="1379" y="2673"/>
                </a:lnTo>
                <a:lnTo>
                  <a:pt x="1379" y="2672"/>
                </a:lnTo>
                <a:lnTo>
                  <a:pt x="1378" y="2672"/>
                </a:lnTo>
                <a:lnTo>
                  <a:pt x="1378" y="2671"/>
                </a:lnTo>
                <a:lnTo>
                  <a:pt x="1378" y="2670"/>
                </a:lnTo>
                <a:lnTo>
                  <a:pt x="1378" y="2669"/>
                </a:lnTo>
                <a:lnTo>
                  <a:pt x="1379" y="2669"/>
                </a:lnTo>
                <a:lnTo>
                  <a:pt x="1379" y="2668"/>
                </a:lnTo>
                <a:lnTo>
                  <a:pt x="1378" y="2668"/>
                </a:lnTo>
                <a:lnTo>
                  <a:pt x="1378" y="2667"/>
                </a:lnTo>
                <a:lnTo>
                  <a:pt x="1379" y="2667"/>
                </a:lnTo>
                <a:lnTo>
                  <a:pt x="1379" y="2666"/>
                </a:lnTo>
                <a:lnTo>
                  <a:pt x="1379" y="2665"/>
                </a:lnTo>
                <a:lnTo>
                  <a:pt x="1379" y="2664"/>
                </a:lnTo>
                <a:lnTo>
                  <a:pt x="1378" y="2664"/>
                </a:lnTo>
                <a:lnTo>
                  <a:pt x="1378" y="2663"/>
                </a:lnTo>
                <a:lnTo>
                  <a:pt x="1377" y="2663"/>
                </a:lnTo>
                <a:lnTo>
                  <a:pt x="1378" y="2663"/>
                </a:lnTo>
                <a:lnTo>
                  <a:pt x="1378" y="2662"/>
                </a:lnTo>
                <a:lnTo>
                  <a:pt x="1377" y="2662"/>
                </a:lnTo>
                <a:lnTo>
                  <a:pt x="1378" y="2662"/>
                </a:lnTo>
                <a:lnTo>
                  <a:pt x="1377" y="2662"/>
                </a:lnTo>
                <a:lnTo>
                  <a:pt x="1377" y="2661"/>
                </a:lnTo>
                <a:lnTo>
                  <a:pt x="1377" y="2660"/>
                </a:lnTo>
                <a:lnTo>
                  <a:pt x="1378" y="2660"/>
                </a:lnTo>
                <a:lnTo>
                  <a:pt x="1379" y="2660"/>
                </a:lnTo>
                <a:lnTo>
                  <a:pt x="1379" y="2659"/>
                </a:lnTo>
                <a:lnTo>
                  <a:pt x="1379" y="2660"/>
                </a:lnTo>
                <a:lnTo>
                  <a:pt x="1379" y="2659"/>
                </a:lnTo>
                <a:lnTo>
                  <a:pt x="1379" y="2658"/>
                </a:lnTo>
                <a:lnTo>
                  <a:pt x="1380" y="2658"/>
                </a:lnTo>
                <a:lnTo>
                  <a:pt x="1380" y="2657"/>
                </a:lnTo>
                <a:lnTo>
                  <a:pt x="1381" y="2657"/>
                </a:lnTo>
                <a:lnTo>
                  <a:pt x="1381" y="2656"/>
                </a:lnTo>
                <a:lnTo>
                  <a:pt x="1380" y="2656"/>
                </a:lnTo>
                <a:lnTo>
                  <a:pt x="1381" y="2656"/>
                </a:lnTo>
                <a:lnTo>
                  <a:pt x="1381" y="2655"/>
                </a:lnTo>
                <a:lnTo>
                  <a:pt x="1380" y="2655"/>
                </a:lnTo>
                <a:lnTo>
                  <a:pt x="1380" y="2654"/>
                </a:lnTo>
                <a:lnTo>
                  <a:pt x="1381" y="2654"/>
                </a:lnTo>
                <a:lnTo>
                  <a:pt x="1381" y="2653"/>
                </a:lnTo>
                <a:lnTo>
                  <a:pt x="1381" y="2652"/>
                </a:lnTo>
                <a:lnTo>
                  <a:pt x="1382" y="2652"/>
                </a:lnTo>
                <a:lnTo>
                  <a:pt x="1383" y="2652"/>
                </a:lnTo>
                <a:lnTo>
                  <a:pt x="1383" y="2651"/>
                </a:lnTo>
                <a:lnTo>
                  <a:pt x="1384" y="2651"/>
                </a:lnTo>
                <a:lnTo>
                  <a:pt x="1384" y="2650"/>
                </a:lnTo>
                <a:lnTo>
                  <a:pt x="1384" y="2649"/>
                </a:lnTo>
                <a:lnTo>
                  <a:pt x="1384" y="2648"/>
                </a:lnTo>
                <a:lnTo>
                  <a:pt x="1384" y="2647"/>
                </a:lnTo>
                <a:lnTo>
                  <a:pt x="1384" y="2646"/>
                </a:lnTo>
                <a:lnTo>
                  <a:pt x="1383" y="2646"/>
                </a:lnTo>
                <a:lnTo>
                  <a:pt x="1383" y="2645"/>
                </a:lnTo>
                <a:lnTo>
                  <a:pt x="1384" y="2645"/>
                </a:lnTo>
                <a:lnTo>
                  <a:pt x="1385" y="2645"/>
                </a:lnTo>
                <a:lnTo>
                  <a:pt x="1385" y="2644"/>
                </a:lnTo>
                <a:lnTo>
                  <a:pt x="1385" y="2643"/>
                </a:lnTo>
                <a:lnTo>
                  <a:pt x="1386" y="2643"/>
                </a:lnTo>
                <a:lnTo>
                  <a:pt x="1386" y="2642"/>
                </a:lnTo>
                <a:lnTo>
                  <a:pt x="1386" y="2641"/>
                </a:lnTo>
                <a:lnTo>
                  <a:pt x="1385" y="2641"/>
                </a:lnTo>
                <a:lnTo>
                  <a:pt x="1385" y="2640"/>
                </a:lnTo>
                <a:lnTo>
                  <a:pt x="1385" y="2639"/>
                </a:lnTo>
                <a:lnTo>
                  <a:pt x="1385" y="2638"/>
                </a:lnTo>
                <a:lnTo>
                  <a:pt x="1385" y="2637"/>
                </a:lnTo>
                <a:lnTo>
                  <a:pt x="1385" y="2636"/>
                </a:lnTo>
                <a:lnTo>
                  <a:pt x="1385" y="2635"/>
                </a:lnTo>
                <a:lnTo>
                  <a:pt x="1386" y="2634"/>
                </a:lnTo>
                <a:lnTo>
                  <a:pt x="1387" y="2634"/>
                </a:lnTo>
                <a:lnTo>
                  <a:pt x="1387" y="2633"/>
                </a:lnTo>
                <a:lnTo>
                  <a:pt x="1387" y="2632"/>
                </a:lnTo>
                <a:lnTo>
                  <a:pt x="1387" y="2631"/>
                </a:lnTo>
                <a:lnTo>
                  <a:pt x="1388" y="2631"/>
                </a:lnTo>
                <a:lnTo>
                  <a:pt x="1388" y="2630"/>
                </a:lnTo>
                <a:lnTo>
                  <a:pt x="1387" y="2630"/>
                </a:lnTo>
                <a:lnTo>
                  <a:pt x="1387" y="2629"/>
                </a:lnTo>
                <a:lnTo>
                  <a:pt x="1387" y="2628"/>
                </a:lnTo>
                <a:lnTo>
                  <a:pt x="1387" y="2627"/>
                </a:lnTo>
                <a:lnTo>
                  <a:pt x="1386" y="2626"/>
                </a:lnTo>
                <a:lnTo>
                  <a:pt x="1386" y="2625"/>
                </a:lnTo>
                <a:lnTo>
                  <a:pt x="1386" y="2624"/>
                </a:lnTo>
                <a:lnTo>
                  <a:pt x="1385" y="2624"/>
                </a:lnTo>
                <a:lnTo>
                  <a:pt x="1385" y="2623"/>
                </a:lnTo>
                <a:lnTo>
                  <a:pt x="1385" y="2624"/>
                </a:lnTo>
                <a:lnTo>
                  <a:pt x="1384" y="2624"/>
                </a:lnTo>
                <a:lnTo>
                  <a:pt x="1384" y="2623"/>
                </a:lnTo>
                <a:lnTo>
                  <a:pt x="1383" y="2623"/>
                </a:lnTo>
                <a:lnTo>
                  <a:pt x="1383" y="2622"/>
                </a:lnTo>
                <a:lnTo>
                  <a:pt x="1384" y="2622"/>
                </a:lnTo>
                <a:lnTo>
                  <a:pt x="1384" y="2621"/>
                </a:lnTo>
                <a:lnTo>
                  <a:pt x="1384" y="2620"/>
                </a:lnTo>
                <a:lnTo>
                  <a:pt x="1384" y="2619"/>
                </a:lnTo>
                <a:lnTo>
                  <a:pt x="1384" y="2618"/>
                </a:lnTo>
                <a:lnTo>
                  <a:pt x="1384" y="2617"/>
                </a:lnTo>
                <a:lnTo>
                  <a:pt x="1383" y="2617"/>
                </a:lnTo>
                <a:lnTo>
                  <a:pt x="1383" y="2616"/>
                </a:lnTo>
                <a:lnTo>
                  <a:pt x="1383" y="2615"/>
                </a:lnTo>
                <a:lnTo>
                  <a:pt x="1383" y="2614"/>
                </a:lnTo>
                <a:lnTo>
                  <a:pt x="1382" y="2614"/>
                </a:lnTo>
                <a:lnTo>
                  <a:pt x="1381" y="2614"/>
                </a:lnTo>
                <a:lnTo>
                  <a:pt x="1381" y="2613"/>
                </a:lnTo>
                <a:lnTo>
                  <a:pt x="1380" y="2613"/>
                </a:lnTo>
                <a:lnTo>
                  <a:pt x="1380" y="2612"/>
                </a:lnTo>
                <a:lnTo>
                  <a:pt x="1379" y="2612"/>
                </a:lnTo>
                <a:lnTo>
                  <a:pt x="1379" y="2611"/>
                </a:lnTo>
                <a:lnTo>
                  <a:pt x="1378" y="2611"/>
                </a:lnTo>
                <a:lnTo>
                  <a:pt x="1378" y="2610"/>
                </a:lnTo>
                <a:lnTo>
                  <a:pt x="1377" y="2610"/>
                </a:lnTo>
                <a:lnTo>
                  <a:pt x="1377" y="2609"/>
                </a:lnTo>
                <a:lnTo>
                  <a:pt x="1376" y="2609"/>
                </a:lnTo>
                <a:lnTo>
                  <a:pt x="1376" y="2608"/>
                </a:lnTo>
                <a:lnTo>
                  <a:pt x="1375" y="2608"/>
                </a:lnTo>
                <a:lnTo>
                  <a:pt x="1374" y="2608"/>
                </a:lnTo>
                <a:lnTo>
                  <a:pt x="1374" y="2609"/>
                </a:lnTo>
                <a:lnTo>
                  <a:pt x="1372" y="2608"/>
                </a:lnTo>
                <a:lnTo>
                  <a:pt x="1370" y="2608"/>
                </a:lnTo>
                <a:lnTo>
                  <a:pt x="1369" y="2608"/>
                </a:lnTo>
                <a:lnTo>
                  <a:pt x="1369" y="2609"/>
                </a:lnTo>
                <a:lnTo>
                  <a:pt x="1368" y="2609"/>
                </a:lnTo>
                <a:lnTo>
                  <a:pt x="1368" y="2608"/>
                </a:lnTo>
                <a:lnTo>
                  <a:pt x="1368" y="2607"/>
                </a:lnTo>
                <a:lnTo>
                  <a:pt x="1367" y="2607"/>
                </a:lnTo>
                <a:lnTo>
                  <a:pt x="1367" y="2606"/>
                </a:lnTo>
                <a:lnTo>
                  <a:pt x="1366" y="2606"/>
                </a:lnTo>
                <a:lnTo>
                  <a:pt x="1366" y="2605"/>
                </a:lnTo>
                <a:lnTo>
                  <a:pt x="1365" y="2604"/>
                </a:lnTo>
                <a:lnTo>
                  <a:pt x="1364" y="2605"/>
                </a:lnTo>
                <a:lnTo>
                  <a:pt x="1364" y="2606"/>
                </a:lnTo>
                <a:lnTo>
                  <a:pt x="1363" y="2606"/>
                </a:lnTo>
                <a:lnTo>
                  <a:pt x="1362" y="2606"/>
                </a:lnTo>
                <a:lnTo>
                  <a:pt x="1362" y="2607"/>
                </a:lnTo>
                <a:lnTo>
                  <a:pt x="1361" y="2607"/>
                </a:lnTo>
                <a:lnTo>
                  <a:pt x="1360" y="2607"/>
                </a:lnTo>
                <a:lnTo>
                  <a:pt x="1359" y="2607"/>
                </a:lnTo>
                <a:lnTo>
                  <a:pt x="1358" y="2607"/>
                </a:lnTo>
                <a:lnTo>
                  <a:pt x="1358" y="2608"/>
                </a:lnTo>
                <a:lnTo>
                  <a:pt x="1358" y="2609"/>
                </a:lnTo>
                <a:lnTo>
                  <a:pt x="1358" y="2610"/>
                </a:lnTo>
                <a:lnTo>
                  <a:pt x="1358" y="2611"/>
                </a:lnTo>
                <a:lnTo>
                  <a:pt x="1357" y="2611"/>
                </a:lnTo>
                <a:lnTo>
                  <a:pt x="1357" y="2612"/>
                </a:lnTo>
                <a:lnTo>
                  <a:pt x="1358" y="2612"/>
                </a:lnTo>
                <a:lnTo>
                  <a:pt x="1357" y="2613"/>
                </a:lnTo>
                <a:lnTo>
                  <a:pt x="1356" y="2613"/>
                </a:lnTo>
                <a:lnTo>
                  <a:pt x="1356" y="2612"/>
                </a:lnTo>
                <a:lnTo>
                  <a:pt x="1355" y="2612"/>
                </a:lnTo>
                <a:lnTo>
                  <a:pt x="1354" y="2612"/>
                </a:lnTo>
                <a:lnTo>
                  <a:pt x="1354" y="2611"/>
                </a:lnTo>
                <a:lnTo>
                  <a:pt x="1353" y="2611"/>
                </a:lnTo>
                <a:lnTo>
                  <a:pt x="1352" y="2611"/>
                </a:lnTo>
                <a:lnTo>
                  <a:pt x="1351" y="2611"/>
                </a:lnTo>
                <a:lnTo>
                  <a:pt x="1351" y="2612"/>
                </a:lnTo>
                <a:lnTo>
                  <a:pt x="1350" y="2612"/>
                </a:lnTo>
                <a:lnTo>
                  <a:pt x="1350" y="2613"/>
                </a:lnTo>
                <a:lnTo>
                  <a:pt x="1351" y="2613"/>
                </a:lnTo>
                <a:lnTo>
                  <a:pt x="1350" y="2613"/>
                </a:lnTo>
                <a:lnTo>
                  <a:pt x="1350" y="2614"/>
                </a:lnTo>
                <a:lnTo>
                  <a:pt x="1349" y="2614"/>
                </a:lnTo>
                <a:lnTo>
                  <a:pt x="1349" y="2615"/>
                </a:lnTo>
                <a:lnTo>
                  <a:pt x="1348" y="2615"/>
                </a:lnTo>
                <a:lnTo>
                  <a:pt x="1347" y="2615"/>
                </a:lnTo>
                <a:lnTo>
                  <a:pt x="1346" y="2615"/>
                </a:lnTo>
                <a:lnTo>
                  <a:pt x="1346" y="2616"/>
                </a:lnTo>
                <a:lnTo>
                  <a:pt x="1345" y="2616"/>
                </a:lnTo>
                <a:lnTo>
                  <a:pt x="1345" y="2617"/>
                </a:lnTo>
                <a:lnTo>
                  <a:pt x="1345" y="2618"/>
                </a:lnTo>
                <a:lnTo>
                  <a:pt x="1344" y="2618"/>
                </a:lnTo>
                <a:lnTo>
                  <a:pt x="1343" y="2618"/>
                </a:lnTo>
                <a:lnTo>
                  <a:pt x="1342" y="2618"/>
                </a:lnTo>
                <a:lnTo>
                  <a:pt x="1342" y="2617"/>
                </a:lnTo>
                <a:lnTo>
                  <a:pt x="1341" y="2617"/>
                </a:lnTo>
                <a:lnTo>
                  <a:pt x="1340" y="2617"/>
                </a:lnTo>
                <a:lnTo>
                  <a:pt x="1339" y="2617"/>
                </a:lnTo>
                <a:lnTo>
                  <a:pt x="1338" y="2617"/>
                </a:lnTo>
                <a:lnTo>
                  <a:pt x="1338" y="2618"/>
                </a:lnTo>
                <a:lnTo>
                  <a:pt x="1337" y="2618"/>
                </a:lnTo>
                <a:lnTo>
                  <a:pt x="1336" y="2618"/>
                </a:lnTo>
                <a:lnTo>
                  <a:pt x="1336" y="2619"/>
                </a:lnTo>
                <a:lnTo>
                  <a:pt x="1335" y="2619"/>
                </a:lnTo>
                <a:lnTo>
                  <a:pt x="1335" y="2620"/>
                </a:lnTo>
                <a:lnTo>
                  <a:pt x="1335" y="2619"/>
                </a:lnTo>
                <a:lnTo>
                  <a:pt x="1334" y="2619"/>
                </a:lnTo>
                <a:lnTo>
                  <a:pt x="1334" y="2620"/>
                </a:lnTo>
                <a:lnTo>
                  <a:pt x="1334" y="2619"/>
                </a:lnTo>
                <a:lnTo>
                  <a:pt x="1334" y="2620"/>
                </a:lnTo>
                <a:lnTo>
                  <a:pt x="1334" y="2619"/>
                </a:lnTo>
                <a:lnTo>
                  <a:pt x="1333" y="2619"/>
                </a:lnTo>
                <a:lnTo>
                  <a:pt x="1333" y="2620"/>
                </a:lnTo>
                <a:lnTo>
                  <a:pt x="1333" y="2621"/>
                </a:lnTo>
                <a:lnTo>
                  <a:pt x="1332" y="2621"/>
                </a:lnTo>
                <a:lnTo>
                  <a:pt x="1332" y="2620"/>
                </a:lnTo>
                <a:lnTo>
                  <a:pt x="1332" y="2621"/>
                </a:lnTo>
                <a:lnTo>
                  <a:pt x="1331" y="2621"/>
                </a:lnTo>
                <a:lnTo>
                  <a:pt x="1331" y="2622"/>
                </a:lnTo>
                <a:lnTo>
                  <a:pt x="1330" y="2622"/>
                </a:lnTo>
                <a:lnTo>
                  <a:pt x="1330" y="2621"/>
                </a:lnTo>
                <a:lnTo>
                  <a:pt x="1330" y="2620"/>
                </a:lnTo>
                <a:lnTo>
                  <a:pt x="1329" y="2620"/>
                </a:lnTo>
                <a:lnTo>
                  <a:pt x="1329" y="2619"/>
                </a:lnTo>
                <a:lnTo>
                  <a:pt x="1329" y="2620"/>
                </a:lnTo>
                <a:lnTo>
                  <a:pt x="1328" y="2620"/>
                </a:lnTo>
                <a:lnTo>
                  <a:pt x="1327" y="2620"/>
                </a:lnTo>
                <a:lnTo>
                  <a:pt x="1327" y="2621"/>
                </a:lnTo>
                <a:lnTo>
                  <a:pt x="1326" y="2622"/>
                </a:lnTo>
                <a:lnTo>
                  <a:pt x="1325" y="2622"/>
                </a:lnTo>
                <a:lnTo>
                  <a:pt x="1324" y="2622"/>
                </a:lnTo>
                <a:lnTo>
                  <a:pt x="1324" y="2621"/>
                </a:lnTo>
                <a:lnTo>
                  <a:pt x="1323" y="2621"/>
                </a:lnTo>
                <a:lnTo>
                  <a:pt x="1323" y="2620"/>
                </a:lnTo>
                <a:lnTo>
                  <a:pt x="1322" y="2620"/>
                </a:lnTo>
                <a:lnTo>
                  <a:pt x="1321" y="2620"/>
                </a:lnTo>
                <a:lnTo>
                  <a:pt x="1320" y="2621"/>
                </a:lnTo>
                <a:lnTo>
                  <a:pt x="1319" y="2621"/>
                </a:lnTo>
                <a:lnTo>
                  <a:pt x="1320" y="2621"/>
                </a:lnTo>
                <a:lnTo>
                  <a:pt x="1320" y="2622"/>
                </a:lnTo>
                <a:lnTo>
                  <a:pt x="1320" y="2623"/>
                </a:lnTo>
                <a:lnTo>
                  <a:pt x="1319" y="2623"/>
                </a:lnTo>
                <a:lnTo>
                  <a:pt x="1319" y="2624"/>
                </a:lnTo>
                <a:lnTo>
                  <a:pt x="1318" y="2624"/>
                </a:lnTo>
                <a:lnTo>
                  <a:pt x="1318" y="2625"/>
                </a:lnTo>
                <a:lnTo>
                  <a:pt x="1319" y="2625"/>
                </a:lnTo>
                <a:lnTo>
                  <a:pt x="1319" y="2626"/>
                </a:lnTo>
                <a:lnTo>
                  <a:pt x="1320" y="2626"/>
                </a:lnTo>
                <a:lnTo>
                  <a:pt x="1320" y="2627"/>
                </a:lnTo>
                <a:lnTo>
                  <a:pt x="1320" y="2628"/>
                </a:lnTo>
                <a:lnTo>
                  <a:pt x="1319" y="2628"/>
                </a:lnTo>
                <a:lnTo>
                  <a:pt x="1319" y="2629"/>
                </a:lnTo>
                <a:lnTo>
                  <a:pt x="1318" y="2629"/>
                </a:lnTo>
                <a:lnTo>
                  <a:pt x="1318" y="2630"/>
                </a:lnTo>
                <a:lnTo>
                  <a:pt x="1316" y="2630"/>
                </a:lnTo>
                <a:lnTo>
                  <a:pt x="1316" y="2629"/>
                </a:lnTo>
                <a:lnTo>
                  <a:pt x="1316" y="2628"/>
                </a:lnTo>
                <a:lnTo>
                  <a:pt x="1316" y="2627"/>
                </a:lnTo>
                <a:lnTo>
                  <a:pt x="1315" y="2627"/>
                </a:lnTo>
                <a:lnTo>
                  <a:pt x="1316" y="2627"/>
                </a:lnTo>
                <a:lnTo>
                  <a:pt x="1315" y="2627"/>
                </a:lnTo>
                <a:lnTo>
                  <a:pt x="1314" y="2627"/>
                </a:lnTo>
                <a:lnTo>
                  <a:pt x="1314" y="2628"/>
                </a:lnTo>
                <a:lnTo>
                  <a:pt x="1313" y="2628"/>
                </a:lnTo>
                <a:lnTo>
                  <a:pt x="1313" y="2627"/>
                </a:lnTo>
                <a:lnTo>
                  <a:pt x="1312" y="2627"/>
                </a:lnTo>
                <a:lnTo>
                  <a:pt x="1312" y="2626"/>
                </a:lnTo>
                <a:lnTo>
                  <a:pt x="1311" y="2626"/>
                </a:lnTo>
                <a:lnTo>
                  <a:pt x="1310" y="2626"/>
                </a:lnTo>
                <a:lnTo>
                  <a:pt x="1310" y="2627"/>
                </a:lnTo>
                <a:lnTo>
                  <a:pt x="1310" y="2626"/>
                </a:lnTo>
                <a:lnTo>
                  <a:pt x="1309" y="2626"/>
                </a:lnTo>
                <a:lnTo>
                  <a:pt x="1308" y="2626"/>
                </a:lnTo>
                <a:lnTo>
                  <a:pt x="1308" y="2627"/>
                </a:lnTo>
                <a:lnTo>
                  <a:pt x="1307" y="2627"/>
                </a:lnTo>
                <a:lnTo>
                  <a:pt x="1307" y="2628"/>
                </a:lnTo>
                <a:lnTo>
                  <a:pt x="1306" y="2628"/>
                </a:lnTo>
                <a:lnTo>
                  <a:pt x="1306" y="2627"/>
                </a:lnTo>
                <a:lnTo>
                  <a:pt x="1305" y="2627"/>
                </a:lnTo>
                <a:lnTo>
                  <a:pt x="1305" y="2626"/>
                </a:lnTo>
                <a:lnTo>
                  <a:pt x="1304" y="2626"/>
                </a:lnTo>
                <a:lnTo>
                  <a:pt x="1304" y="2625"/>
                </a:lnTo>
                <a:lnTo>
                  <a:pt x="1302" y="2625"/>
                </a:lnTo>
                <a:lnTo>
                  <a:pt x="1302" y="2624"/>
                </a:lnTo>
                <a:lnTo>
                  <a:pt x="1301" y="2624"/>
                </a:lnTo>
                <a:lnTo>
                  <a:pt x="1301" y="2625"/>
                </a:lnTo>
                <a:lnTo>
                  <a:pt x="1300" y="2625"/>
                </a:lnTo>
                <a:lnTo>
                  <a:pt x="1299" y="2625"/>
                </a:lnTo>
                <a:lnTo>
                  <a:pt x="1298" y="2625"/>
                </a:lnTo>
                <a:lnTo>
                  <a:pt x="1297" y="2625"/>
                </a:lnTo>
                <a:lnTo>
                  <a:pt x="1296" y="2625"/>
                </a:lnTo>
                <a:lnTo>
                  <a:pt x="1296" y="2624"/>
                </a:lnTo>
                <a:lnTo>
                  <a:pt x="1295" y="2624"/>
                </a:lnTo>
                <a:lnTo>
                  <a:pt x="1295" y="2623"/>
                </a:lnTo>
                <a:lnTo>
                  <a:pt x="1295" y="2622"/>
                </a:lnTo>
                <a:lnTo>
                  <a:pt x="1295" y="2621"/>
                </a:lnTo>
                <a:lnTo>
                  <a:pt x="1294" y="2621"/>
                </a:lnTo>
                <a:lnTo>
                  <a:pt x="1294" y="2622"/>
                </a:lnTo>
                <a:lnTo>
                  <a:pt x="1294" y="2621"/>
                </a:lnTo>
                <a:lnTo>
                  <a:pt x="1293" y="2621"/>
                </a:lnTo>
                <a:lnTo>
                  <a:pt x="1292" y="2621"/>
                </a:lnTo>
                <a:lnTo>
                  <a:pt x="1292" y="2622"/>
                </a:lnTo>
                <a:lnTo>
                  <a:pt x="1292" y="2623"/>
                </a:lnTo>
                <a:lnTo>
                  <a:pt x="1292" y="2624"/>
                </a:lnTo>
                <a:lnTo>
                  <a:pt x="1291" y="2624"/>
                </a:lnTo>
                <a:lnTo>
                  <a:pt x="1291" y="2625"/>
                </a:lnTo>
                <a:lnTo>
                  <a:pt x="1290" y="2625"/>
                </a:lnTo>
                <a:lnTo>
                  <a:pt x="1290" y="2626"/>
                </a:lnTo>
                <a:lnTo>
                  <a:pt x="1289" y="2626"/>
                </a:lnTo>
                <a:lnTo>
                  <a:pt x="1288" y="2626"/>
                </a:lnTo>
                <a:lnTo>
                  <a:pt x="1288" y="2627"/>
                </a:lnTo>
                <a:lnTo>
                  <a:pt x="1288" y="2628"/>
                </a:lnTo>
                <a:lnTo>
                  <a:pt x="1288" y="2629"/>
                </a:lnTo>
                <a:lnTo>
                  <a:pt x="1288" y="2630"/>
                </a:lnTo>
                <a:lnTo>
                  <a:pt x="1287" y="2630"/>
                </a:lnTo>
                <a:lnTo>
                  <a:pt x="1287" y="2631"/>
                </a:lnTo>
                <a:lnTo>
                  <a:pt x="1286" y="2631"/>
                </a:lnTo>
                <a:lnTo>
                  <a:pt x="1286" y="2632"/>
                </a:lnTo>
                <a:lnTo>
                  <a:pt x="1286" y="2633"/>
                </a:lnTo>
                <a:lnTo>
                  <a:pt x="1285" y="2633"/>
                </a:lnTo>
                <a:lnTo>
                  <a:pt x="1284" y="2633"/>
                </a:lnTo>
                <a:lnTo>
                  <a:pt x="1284" y="2634"/>
                </a:lnTo>
                <a:lnTo>
                  <a:pt x="1284" y="2635"/>
                </a:lnTo>
                <a:lnTo>
                  <a:pt x="1284" y="2636"/>
                </a:lnTo>
                <a:lnTo>
                  <a:pt x="1283" y="2636"/>
                </a:lnTo>
                <a:lnTo>
                  <a:pt x="1282" y="2636"/>
                </a:lnTo>
                <a:lnTo>
                  <a:pt x="1282" y="2635"/>
                </a:lnTo>
                <a:lnTo>
                  <a:pt x="1281" y="2635"/>
                </a:lnTo>
                <a:lnTo>
                  <a:pt x="1280" y="2635"/>
                </a:lnTo>
                <a:lnTo>
                  <a:pt x="1279" y="2635"/>
                </a:lnTo>
                <a:lnTo>
                  <a:pt x="1279" y="2636"/>
                </a:lnTo>
                <a:lnTo>
                  <a:pt x="1279" y="2635"/>
                </a:lnTo>
                <a:lnTo>
                  <a:pt x="1279" y="2636"/>
                </a:lnTo>
                <a:lnTo>
                  <a:pt x="1278" y="2636"/>
                </a:lnTo>
                <a:lnTo>
                  <a:pt x="1278" y="2635"/>
                </a:lnTo>
                <a:lnTo>
                  <a:pt x="1277" y="2635"/>
                </a:lnTo>
                <a:lnTo>
                  <a:pt x="1278" y="2635"/>
                </a:lnTo>
                <a:lnTo>
                  <a:pt x="1278" y="2634"/>
                </a:lnTo>
                <a:lnTo>
                  <a:pt x="1277" y="2634"/>
                </a:lnTo>
                <a:lnTo>
                  <a:pt x="1278" y="2634"/>
                </a:lnTo>
                <a:lnTo>
                  <a:pt x="1278" y="2633"/>
                </a:lnTo>
                <a:lnTo>
                  <a:pt x="1276" y="2633"/>
                </a:lnTo>
                <a:lnTo>
                  <a:pt x="1275" y="2633"/>
                </a:lnTo>
                <a:lnTo>
                  <a:pt x="1275" y="2634"/>
                </a:lnTo>
                <a:lnTo>
                  <a:pt x="1274" y="2634"/>
                </a:lnTo>
                <a:lnTo>
                  <a:pt x="1273" y="2634"/>
                </a:lnTo>
                <a:lnTo>
                  <a:pt x="1273" y="2635"/>
                </a:lnTo>
                <a:lnTo>
                  <a:pt x="1272" y="2635"/>
                </a:lnTo>
                <a:lnTo>
                  <a:pt x="1272" y="2634"/>
                </a:lnTo>
                <a:lnTo>
                  <a:pt x="1271" y="2634"/>
                </a:lnTo>
                <a:lnTo>
                  <a:pt x="1271" y="2633"/>
                </a:lnTo>
                <a:lnTo>
                  <a:pt x="1271" y="2632"/>
                </a:lnTo>
                <a:lnTo>
                  <a:pt x="1271" y="2631"/>
                </a:lnTo>
                <a:lnTo>
                  <a:pt x="1270" y="2631"/>
                </a:lnTo>
                <a:lnTo>
                  <a:pt x="1270" y="2630"/>
                </a:lnTo>
                <a:lnTo>
                  <a:pt x="1269" y="2630"/>
                </a:lnTo>
                <a:lnTo>
                  <a:pt x="1268" y="2630"/>
                </a:lnTo>
                <a:lnTo>
                  <a:pt x="1267" y="2630"/>
                </a:lnTo>
                <a:lnTo>
                  <a:pt x="1267" y="2631"/>
                </a:lnTo>
                <a:lnTo>
                  <a:pt x="1267" y="2632"/>
                </a:lnTo>
                <a:lnTo>
                  <a:pt x="1266" y="2632"/>
                </a:lnTo>
                <a:lnTo>
                  <a:pt x="1265" y="2632"/>
                </a:lnTo>
                <a:lnTo>
                  <a:pt x="1264" y="2632"/>
                </a:lnTo>
                <a:lnTo>
                  <a:pt x="1263" y="2632"/>
                </a:lnTo>
                <a:lnTo>
                  <a:pt x="1262" y="2632"/>
                </a:lnTo>
                <a:lnTo>
                  <a:pt x="1261" y="2632"/>
                </a:lnTo>
                <a:lnTo>
                  <a:pt x="1261" y="2633"/>
                </a:lnTo>
                <a:lnTo>
                  <a:pt x="1260" y="2633"/>
                </a:lnTo>
                <a:lnTo>
                  <a:pt x="1259" y="2633"/>
                </a:lnTo>
                <a:lnTo>
                  <a:pt x="1259" y="2634"/>
                </a:lnTo>
                <a:lnTo>
                  <a:pt x="1258" y="2634"/>
                </a:lnTo>
                <a:lnTo>
                  <a:pt x="1257" y="2634"/>
                </a:lnTo>
                <a:lnTo>
                  <a:pt x="1257" y="2633"/>
                </a:lnTo>
                <a:lnTo>
                  <a:pt x="1256" y="2633"/>
                </a:lnTo>
                <a:lnTo>
                  <a:pt x="1255" y="2633"/>
                </a:lnTo>
                <a:lnTo>
                  <a:pt x="1254" y="2633"/>
                </a:lnTo>
                <a:lnTo>
                  <a:pt x="1255" y="2633"/>
                </a:lnTo>
                <a:lnTo>
                  <a:pt x="1255" y="2632"/>
                </a:lnTo>
                <a:lnTo>
                  <a:pt x="1256" y="2632"/>
                </a:lnTo>
                <a:lnTo>
                  <a:pt x="1257" y="2632"/>
                </a:lnTo>
                <a:lnTo>
                  <a:pt x="1257" y="2631"/>
                </a:lnTo>
                <a:lnTo>
                  <a:pt x="1256" y="2631"/>
                </a:lnTo>
                <a:lnTo>
                  <a:pt x="1256" y="2630"/>
                </a:lnTo>
                <a:lnTo>
                  <a:pt x="1255" y="2630"/>
                </a:lnTo>
                <a:lnTo>
                  <a:pt x="1255" y="2631"/>
                </a:lnTo>
                <a:lnTo>
                  <a:pt x="1254" y="2631"/>
                </a:lnTo>
                <a:lnTo>
                  <a:pt x="1253" y="2631"/>
                </a:lnTo>
                <a:lnTo>
                  <a:pt x="1253" y="2632"/>
                </a:lnTo>
                <a:lnTo>
                  <a:pt x="1253" y="2631"/>
                </a:lnTo>
                <a:lnTo>
                  <a:pt x="1252" y="2631"/>
                </a:lnTo>
                <a:lnTo>
                  <a:pt x="1252" y="2632"/>
                </a:lnTo>
                <a:lnTo>
                  <a:pt x="1251" y="2632"/>
                </a:lnTo>
                <a:lnTo>
                  <a:pt x="1251" y="2633"/>
                </a:lnTo>
                <a:lnTo>
                  <a:pt x="1250" y="2633"/>
                </a:lnTo>
                <a:lnTo>
                  <a:pt x="1250" y="2634"/>
                </a:lnTo>
                <a:lnTo>
                  <a:pt x="1249" y="2634"/>
                </a:lnTo>
                <a:lnTo>
                  <a:pt x="1249" y="2633"/>
                </a:lnTo>
                <a:lnTo>
                  <a:pt x="1249" y="2634"/>
                </a:lnTo>
                <a:lnTo>
                  <a:pt x="1248" y="2634"/>
                </a:lnTo>
                <a:lnTo>
                  <a:pt x="1248" y="2633"/>
                </a:lnTo>
                <a:lnTo>
                  <a:pt x="1248" y="2634"/>
                </a:lnTo>
                <a:lnTo>
                  <a:pt x="1247" y="2634"/>
                </a:lnTo>
                <a:lnTo>
                  <a:pt x="1246" y="2634"/>
                </a:lnTo>
                <a:lnTo>
                  <a:pt x="1246" y="2633"/>
                </a:lnTo>
                <a:lnTo>
                  <a:pt x="1245" y="2633"/>
                </a:lnTo>
                <a:lnTo>
                  <a:pt x="1245" y="2632"/>
                </a:lnTo>
                <a:lnTo>
                  <a:pt x="1244" y="2632"/>
                </a:lnTo>
                <a:lnTo>
                  <a:pt x="1243" y="2632"/>
                </a:lnTo>
                <a:lnTo>
                  <a:pt x="1242" y="2632"/>
                </a:lnTo>
                <a:lnTo>
                  <a:pt x="1242" y="2631"/>
                </a:lnTo>
                <a:lnTo>
                  <a:pt x="1241" y="2631"/>
                </a:lnTo>
                <a:lnTo>
                  <a:pt x="1241" y="2632"/>
                </a:lnTo>
                <a:lnTo>
                  <a:pt x="1240" y="2632"/>
                </a:lnTo>
                <a:lnTo>
                  <a:pt x="1239" y="2632"/>
                </a:lnTo>
                <a:lnTo>
                  <a:pt x="1239" y="2633"/>
                </a:lnTo>
                <a:lnTo>
                  <a:pt x="1238" y="2633"/>
                </a:lnTo>
                <a:lnTo>
                  <a:pt x="1238" y="2634"/>
                </a:lnTo>
                <a:lnTo>
                  <a:pt x="1237" y="2634"/>
                </a:lnTo>
                <a:lnTo>
                  <a:pt x="1236" y="2634"/>
                </a:lnTo>
                <a:lnTo>
                  <a:pt x="1235" y="2634"/>
                </a:lnTo>
                <a:lnTo>
                  <a:pt x="1234" y="2634"/>
                </a:lnTo>
                <a:lnTo>
                  <a:pt x="1233" y="2634"/>
                </a:lnTo>
                <a:lnTo>
                  <a:pt x="1232" y="2634"/>
                </a:lnTo>
                <a:lnTo>
                  <a:pt x="1232" y="2633"/>
                </a:lnTo>
                <a:lnTo>
                  <a:pt x="1231" y="2633"/>
                </a:lnTo>
                <a:lnTo>
                  <a:pt x="1230" y="2633"/>
                </a:lnTo>
                <a:lnTo>
                  <a:pt x="1229" y="2633"/>
                </a:lnTo>
                <a:lnTo>
                  <a:pt x="1229" y="2632"/>
                </a:lnTo>
                <a:lnTo>
                  <a:pt x="1228" y="2632"/>
                </a:lnTo>
                <a:lnTo>
                  <a:pt x="1228" y="2631"/>
                </a:lnTo>
                <a:lnTo>
                  <a:pt x="1228" y="2630"/>
                </a:lnTo>
                <a:lnTo>
                  <a:pt x="1227" y="2630"/>
                </a:lnTo>
                <a:lnTo>
                  <a:pt x="1227" y="2629"/>
                </a:lnTo>
                <a:lnTo>
                  <a:pt x="1227" y="2628"/>
                </a:lnTo>
                <a:lnTo>
                  <a:pt x="1226" y="2628"/>
                </a:lnTo>
                <a:lnTo>
                  <a:pt x="1226" y="2627"/>
                </a:lnTo>
                <a:lnTo>
                  <a:pt x="1225" y="2627"/>
                </a:lnTo>
                <a:lnTo>
                  <a:pt x="1225" y="2626"/>
                </a:lnTo>
                <a:lnTo>
                  <a:pt x="1225" y="2625"/>
                </a:lnTo>
                <a:lnTo>
                  <a:pt x="1225" y="2624"/>
                </a:lnTo>
                <a:lnTo>
                  <a:pt x="1224" y="2624"/>
                </a:lnTo>
                <a:lnTo>
                  <a:pt x="1223" y="2624"/>
                </a:lnTo>
                <a:lnTo>
                  <a:pt x="1222" y="2624"/>
                </a:lnTo>
                <a:lnTo>
                  <a:pt x="1222" y="2623"/>
                </a:lnTo>
                <a:lnTo>
                  <a:pt x="1222" y="2622"/>
                </a:lnTo>
                <a:lnTo>
                  <a:pt x="1221" y="2622"/>
                </a:lnTo>
                <a:lnTo>
                  <a:pt x="1221" y="2621"/>
                </a:lnTo>
                <a:lnTo>
                  <a:pt x="1220" y="2621"/>
                </a:lnTo>
                <a:lnTo>
                  <a:pt x="1219" y="2621"/>
                </a:lnTo>
                <a:lnTo>
                  <a:pt x="1219" y="2620"/>
                </a:lnTo>
                <a:lnTo>
                  <a:pt x="1219" y="2621"/>
                </a:lnTo>
                <a:lnTo>
                  <a:pt x="1218" y="2621"/>
                </a:lnTo>
                <a:lnTo>
                  <a:pt x="1217" y="2621"/>
                </a:lnTo>
                <a:lnTo>
                  <a:pt x="1216" y="2621"/>
                </a:lnTo>
                <a:lnTo>
                  <a:pt x="1215" y="2621"/>
                </a:lnTo>
                <a:lnTo>
                  <a:pt x="1214" y="2621"/>
                </a:lnTo>
                <a:lnTo>
                  <a:pt x="1214" y="2620"/>
                </a:lnTo>
                <a:lnTo>
                  <a:pt x="1213" y="2620"/>
                </a:lnTo>
                <a:lnTo>
                  <a:pt x="1212" y="2620"/>
                </a:lnTo>
                <a:lnTo>
                  <a:pt x="1212" y="2618"/>
                </a:lnTo>
                <a:lnTo>
                  <a:pt x="1211" y="2618"/>
                </a:lnTo>
                <a:lnTo>
                  <a:pt x="1211" y="2617"/>
                </a:lnTo>
                <a:lnTo>
                  <a:pt x="1210" y="2617"/>
                </a:lnTo>
                <a:lnTo>
                  <a:pt x="1209" y="2617"/>
                </a:lnTo>
                <a:lnTo>
                  <a:pt x="1208" y="2617"/>
                </a:lnTo>
                <a:lnTo>
                  <a:pt x="1208" y="2616"/>
                </a:lnTo>
                <a:lnTo>
                  <a:pt x="1207" y="2616"/>
                </a:lnTo>
                <a:lnTo>
                  <a:pt x="1207" y="2615"/>
                </a:lnTo>
                <a:lnTo>
                  <a:pt x="1206" y="2615"/>
                </a:lnTo>
                <a:lnTo>
                  <a:pt x="1206" y="2614"/>
                </a:lnTo>
                <a:lnTo>
                  <a:pt x="1206" y="2613"/>
                </a:lnTo>
                <a:lnTo>
                  <a:pt x="1205" y="2613"/>
                </a:lnTo>
                <a:lnTo>
                  <a:pt x="1204" y="2613"/>
                </a:lnTo>
                <a:lnTo>
                  <a:pt x="1204" y="2614"/>
                </a:lnTo>
                <a:lnTo>
                  <a:pt x="1203" y="2614"/>
                </a:lnTo>
                <a:lnTo>
                  <a:pt x="1202" y="2614"/>
                </a:lnTo>
                <a:lnTo>
                  <a:pt x="1201" y="2614"/>
                </a:lnTo>
                <a:lnTo>
                  <a:pt x="1200" y="2614"/>
                </a:lnTo>
                <a:lnTo>
                  <a:pt x="1199" y="2614"/>
                </a:lnTo>
                <a:lnTo>
                  <a:pt x="1198" y="2614"/>
                </a:lnTo>
                <a:lnTo>
                  <a:pt x="1198" y="2613"/>
                </a:lnTo>
                <a:lnTo>
                  <a:pt x="1198" y="2612"/>
                </a:lnTo>
                <a:lnTo>
                  <a:pt x="1197" y="2612"/>
                </a:lnTo>
                <a:lnTo>
                  <a:pt x="1196" y="2612"/>
                </a:lnTo>
                <a:lnTo>
                  <a:pt x="1195" y="2612"/>
                </a:lnTo>
                <a:lnTo>
                  <a:pt x="1195" y="2611"/>
                </a:lnTo>
                <a:lnTo>
                  <a:pt x="1195" y="2610"/>
                </a:lnTo>
                <a:lnTo>
                  <a:pt x="1195" y="2609"/>
                </a:lnTo>
                <a:lnTo>
                  <a:pt x="1196" y="2609"/>
                </a:lnTo>
                <a:lnTo>
                  <a:pt x="1197" y="2609"/>
                </a:lnTo>
                <a:lnTo>
                  <a:pt x="1197" y="2608"/>
                </a:lnTo>
                <a:lnTo>
                  <a:pt x="1196" y="2608"/>
                </a:lnTo>
                <a:lnTo>
                  <a:pt x="1195" y="2608"/>
                </a:lnTo>
                <a:lnTo>
                  <a:pt x="1195" y="2607"/>
                </a:lnTo>
                <a:lnTo>
                  <a:pt x="1195" y="2606"/>
                </a:lnTo>
                <a:lnTo>
                  <a:pt x="1194" y="2606"/>
                </a:lnTo>
                <a:lnTo>
                  <a:pt x="1194" y="2605"/>
                </a:lnTo>
                <a:lnTo>
                  <a:pt x="1193" y="2605"/>
                </a:lnTo>
                <a:lnTo>
                  <a:pt x="1192" y="2605"/>
                </a:lnTo>
                <a:lnTo>
                  <a:pt x="1191" y="2605"/>
                </a:lnTo>
                <a:lnTo>
                  <a:pt x="1189" y="2605"/>
                </a:lnTo>
                <a:lnTo>
                  <a:pt x="1188" y="2605"/>
                </a:lnTo>
                <a:lnTo>
                  <a:pt x="1188" y="2606"/>
                </a:lnTo>
                <a:lnTo>
                  <a:pt x="1187" y="2606"/>
                </a:lnTo>
                <a:lnTo>
                  <a:pt x="1187" y="2607"/>
                </a:lnTo>
                <a:lnTo>
                  <a:pt x="1187" y="2608"/>
                </a:lnTo>
                <a:lnTo>
                  <a:pt x="1186" y="2608"/>
                </a:lnTo>
                <a:lnTo>
                  <a:pt x="1185" y="2608"/>
                </a:lnTo>
                <a:lnTo>
                  <a:pt x="1185" y="2609"/>
                </a:lnTo>
                <a:lnTo>
                  <a:pt x="1184" y="2609"/>
                </a:lnTo>
                <a:lnTo>
                  <a:pt x="1184" y="2608"/>
                </a:lnTo>
                <a:lnTo>
                  <a:pt x="1183" y="2608"/>
                </a:lnTo>
                <a:lnTo>
                  <a:pt x="1183" y="2609"/>
                </a:lnTo>
                <a:lnTo>
                  <a:pt x="1183" y="2608"/>
                </a:lnTo>
                <a:lnTo>
                  <a:pt x="1182" y="2608"/>
                </a:lnTo>
                <a:lnTo>
                  <a:pt x="1182" y="2607"/>
                </a:lnTo>
                <a:lnTo>
                  <a:pt x="1182" y="2606"/>
                </a:lnTo>
                <a:lnTo>
                  <a:pt x="1182" y="2605"/>
                </a:lnTo>
                <a:lnTo>
                  <a:pt x="1181" y="2605"/>
                </a:lnTo>
                <a:lnTo>
                  <a:pt x="1180" y="2605"/>
                </a:lnTo>
                <a:lnTo>
                  <a:pt x="1180" y="2604"/>
                </a:lnTo>
                <a:lnTo>
                  <a:pt x="1179" y="2604"/>
                </a:lnTo>
                <a:lnTo>
                  <a:pt x="1179" y="2605"/>
                </a:lnTo>
                <a:lnTo>
                  <a:pt x="1178" y="2605"/>
                </a:lnTo>
                <a:lnTo>
                  <a:pt x="1178" y="2606"/>
                </a:lnTo>
                <a:lnTo>
                  <a:pt x="1179" y="2606"/>
                </a:lnTo>
                <a:lnTo>
                  <a:pt x="1179" y="2607"/>
                </a:lnTo>
                <a:lnTo>
                  <a:pt x="1178" y="2607"/>
                </a:lnTo>
                <a:lnTo>
                  <a:pt x="1178" y="2608"/>
                </a:lnTo>
                <a:lnTo>
                  <a:pt x="1178" y="2609"/>
                </a:lnTo>
                <a:lnTo>
                  <a:pt x="1179" y="2609"/>
                </a:lnTo>
                <a:lnTo>
                  <a:pt x="1178" y="2609"/>
                </a:lnTo>
                <a:lnTo>
                  <a:pt x="1178" y="2610"/>
                </a:lnTo>
                <a:lnTo>
                  <a:pt x="1177" y="2610"/>
                </a:lnTo>
                <a:lnTo>
                  <a:pt x="1177" y="2611"/>
                </a:lnTo>
                <a:lnTo>
                  <a:pt x="1176" y="2611"/>
                </a:lnTo>
                <a:lnTo>
                  <a:pt x="1176" y="2612"/>
                </a:lnTo>
                <a:lnTo>
                  <a:pt x="1176" y="2613"/>
                </a:lnTo>
                <a:lnTo>
                  <a:pt x="1175" y="2613"/>
                </a:lnTo>
                <a:lnTo>
                  <a:pt x="1176" y="2613"/>
                </a:lnTo>
                <a:lnTo>
                  <a:pt x="1175" y="2613"/>
                </a:lnTo>
                <a:lnTo>
                  <a:pt x="1175" y="2614"/>
                </a:lnTo>
                <a:lnTo>
                  <a:pt x="1175" y="2615"/>
                </a:lnTo>
                <a:lnTo>
                  <a:pt x="1174" y="2615"/>
                </a:lnTo>
                <a:lnTo>
                  <a:pt x="1174" y="2616"/>
                </a:lnTo>
                <a:lnTo>
                  <a:pt x="1174" y="2617"/>
                </a:lnTo>
                <a:lnTo>
                  <a:pt x="1174" y="2618"/>
                </a:lnTo>
                <a:lnTo>
                  <a:pt x="1174" y="2619"/>
                </a:lnTo>
                <a:lnTo>
                  <a:pt x="1174" y="2620"/>
                </a:lnTo>
                <a:lnTo>
                  <a:pt x="1172" y="2620"/>
                </a:lnTo>
                <a:lnTo>
                  <a:pt x="1172" y="2621"/>
                </a:lnTo>
                <a:lnTo>
                  <a:pt x="1171" y="2621"/>
                </a:lnTo>
                <a:lnTo>
                  <a:pt x="1170" y="2621"/>
                </a:lnTo>
                <a:lnTo>
                  <a:pt x="1170" y="2622"/>
                </a:lnTo>
                <a:lnTo>
                  <a:pt x="1170" y="2623"/>
                </a:lnTo>
                <a:lnTo>
                  <a:pt x="1170" y="2624"/>
                </a:lnTo>
                <a:lnTo>
                  <a:pt x="1169" y="2624"/>
                </a:lnTo>
                <a:lnTo>
                  <a:pt x="1169" y="2625"/>
                </a:lnTo>
                <a:lnTo>
                  <a:pt x="1168" y="2625"/>
                </a:lnTo>
                <a:lnTo>
                  <a:pt x="1168" y="2626"/>
                </a:lnTo>
                <a:lnTo>
                  <a:pt x="1167" y="2626"/>
                </a:lnTo>
                <a:lnTo>
                  <a:pt x="1167" y="2625"/>
                </a:lnTo>
                <a:lnTo>
                  <a:pt x="1166" y="2625"/>
                </a:lnTo>
                <a:lnTo>
                  <a:pt x="1165" y="2625"/>
                </a:lnTo>
                <a:lnTo>
                  <a:pt x="1165" y="2626"/>
                </a:lnTo>
                <a:lnTo>
                  <a:pt x="1165" y="2625"/>
                </a:lnTo>
                <a:lnTo>
                  <a:pt x="1164" y="2625"/>
                </a:lnTo>
                <a:lnTo>
                  <a:pt x="1164" y="2624"/>
                </a:lnTo>
                <a:lnTo>
                  <a:pt x="1163" y="2624"/>
                </a:lnTo>
                <a:lnTo>
                  <a:pt x="1163" y="2623"/>
                </a:lnTo>
                <a:lnTo>
                  <a:pt x="1162" y="2623"/>
                </a:lnTo>
                <a:lnTo>
                  <a:pt x="1162" y="2622"/>
                </a:lnTo>
                <a:lnTo>
                  <a:pt x="1161" y="2622"/>
                </a:lnTo>
                <a:lnTo>
                  <a:pt x="1159" y="2622"/>
                </a:lnTo>
                <a:lnTo>
                  <a:pt x="1158" y="2622"/>
                </a:lnTo>
                <a:lnTo>
                  <a:pt x="1158" y="2621"/>
                </a:lnTo>
                <a:lnTo>
                  <a:pt x="1158" y="2620"/>
                </a:lnTo>
                <a:lnTo>
                  <a:pt x="1157" y="2620"/>
                </a:lnTo>
                <a:lnTo>
                  <a:pt x="1157" y="2621"/>
                </a:lnTo>
                <a:lnTo>
                  <a:pt x="1156" y="2621"/>
                </a:lnTo>
                <a:lnTo>
                  <a:pt x="1155" y="2621"/>
                </a:lnTo>
                <a:lnTo>
                  <a:pt x="1155" y="2620"/>
                </a:lnTo>
                <a:lnTo>
                  <a:pt x="1155" y="2619"/>
                </a:lnTo>
                <a:lnTo>
                  <a:pt x="1154" y="2619"/>
                </a:lnTo>
                <a:lnTo>
                  <a:pt x="1154" y="2618"/>
                </a:lnTo>
                <a:lnTo>
                  <a:pt x="1153" y="2618"/>
                </a:lnTo>
                <a:lnTo>
                  <a:pt x="1152" y="2618"/>
                </a:lnTo>
                <a:lnTo>
                  <a:pt x="1151" y="2618"/>
                </a:lnTo>
                <a:lnTo>
                  <a:pt x="1150" y="2618"/>
                </a:lnTo>
                <a:lnTo>
                  <a:pt x="1150" y="2619"/>
                </a:lnTo>
                <a:lnTo>
                  <a:pt x="1149" y="2619"/>
                </a:lnTo>
                <a:lnTo>
                  <a:pt x="1149" y="2618"/>
                </a:lnTo>
                <a:lnTo>
                  <a:pt x="1148" y="2618"/>
                </a:lnTo>
                <a:lnTo>
                  <a:pt x="1148" y="2617"/>
                </a:lnTo>
                <a:lnTo>
                  <a:pt x="1148" y="2615"/>
                </a:lnTo>
                <a:lnTo>
                  <a:pt x="1147" y="2615"/>
                </a:lnTo>
                <a:lnTo>
                  <a:pt x="1147" y="2614"/>
                </a:lnTo>
                <a:lnTo>
                  <a:pt x="1148" y="2614"/>
                </a:lnTo>
                <a:lnTo>
                  <a:pt x="1148" y="2613"/>
                </a:lnTo>
                <a:lnTo>
                  <a:pt x="1148" y="2612"/>
                </a:lnTo>
                <a:lnTo>
                  <a:pt x="1147" y="2612"/>
                </a:lnTo>
                <a:lnTo>
                  <a:pt x="1147" y="2611"/>
                </a:lnTo>
                <a:lnTo>
                  <a:pt x="1147" y="2610"/>
                </a:lnTo>
                <a:lnTo>
                  <a:pt x="1147" y="2609"/>
                </a:lnTo>
                <a:lnTo>
                  <a:pt x="1146" y="2609"/>
                </a:lnTo>
                <a:lnTo>
                  <a:pt x="1146" y="2608"/>
                </a:lnTo>
                <a:lnTo>
                  <a:pt x="1146" y="2607"/>
                </a:lnTo>
                <a:lnTo>
                  <a:pt x="1146" y="2606"/>
                </a:lnTo>
                <a:lnTo>
                  <a:pt x="1147" y="2606"/>
                </a:lnTo>
                <a:lnTo>
                  <a:pt x="1148" y="2606"/>
                </a:lnTo>
                <a:lnTo>
                  <a:pt x="1147" y="2606"/>
                </a:lnTo>
                <a:lnTo>
                  <a:pt x="1147" y="2605"/>
                </a:lnTo>
                <a:lnTo>
                  <a:pt x="1147" y="2604"/>
                </a:lnTo>
                <a:lnTo>
                  <a:pt x="1147" y="2603"/>
                </a:lnTo>
                <a:lnTo>
                  <a:pt x="1146" y="2603"/>
                </a:lnTo>
                <a:lnTo>
                  <a:pt x="1146" y="2602"/>
                </a:lnTo>
                <a:lnTo>
                  <a:pt x="1145" y="2602"/>
                </a:lnTo>
                <a:lnTo>
                  <a:pt x="1145" y="2601"/>
                </a:lnTo>
                <a:lnTo>
                  <a:pt x="1145" y="2600"/>
                </a:lnTo>
                <a:lnTo>
                  <a:pt x="1145" y="2599"/>
                </a:lnTo>
                <a:lnTo>
                  <a:pt x="1145" y="2598"/>
                </a:lnTo>
                <a:lnTo>
                  <a:pt x="1144" y="2598"/>
                </a:lnTo>
                <a:lnTo>
                  <a:pt x="1143" y="2599"/>
                </a:lnTo>
                <a:lnTo>
                  <a:pt x="1143" y="2600"/>
                </a:lnTo>
                <a:lnTo>
                  <a:pt x="1144" y="2600"/>
                </a:lnTo>
                <a:lnTo>
                  <a:pt x="1143" y="2600"/>
                </a:lnTo>
                <a:lnTo>
                  <a:pt x="1144" y="2600"/>
                </a:lnTo>
                <a:lnTo>
                  <a:pt x="1144" y="2601"/>
                </a:lnTo>
                <a:lnTo>
                  <a:pt x="1144" y="2602"/>
                </a:lnTo>
                <a:lnTo>
                  <a:pt x="1143" y="2602"/>
                </a:lnTo>
                <a:lnTo>
                  <a:pt x="1142" y="2602"/>
                </a:lnTo>
                <a:lnTo>
                  <a:pt x="1141" y="2602"/>
                </a:lnTo>
                <a:lnTo>
                  <a:pt x="1141" y="2603"/>
                </a:lnTo>
                <a:lnTo>
                  <a:pt x="1140" y="2603"/>
                </a:lnTo>
                <a:lnTo>
                  <a:pt x="1140" y="2604"/>
                </a:lnTo>
                <a:lnTo>
                  <a:pt x="1140" y="2605"/>
                </a:lnTo>
                <a:lnTo>
                  <a:pt x="1139" y="2605"/>
                </a:lnTo>
                <a:lnTo>
                  <a:pt x="1140" y="2605"/>
                </a:lnTo>
                <a:lnTo>
                  <a:pt x="1139" y="2605"/>
                </a:lnTo>
                <a:lnTo>
                  <a:pt x="1139" y="2606"/>
                </a:lnTo>
                <a:lnTo>
                  <a:pt x="1138" y="2606"/>
                </a:lnTo>
                <a:lnTo>
                  <a:pt x="1138" y="2607"/>
                </a:lnTo>
                <a:lnTo>
                  <a:pt x="1137" y="2607"/>
                </a:lnTo>
                <a:lnTo>
                  <a:pt x="1137" y="2606"/>
                </a:lnTo>
                <a:lnTo>
                  <a:pt x="1136" y="2606"/>
                </a:lnTo>
                <a:lnTo>
                  <a:pt x="1135" y="2606"/>
                </a:lnTo>
                <a:lnTo>
                  <a:pt x="1135" y="2607"/>
                </a:lnTo>
                <a:lnTo>
                  <a:pt x="1135" y="2608"/>
                </a:lnTo>
                <a:lnTo>
                  <a:pt x="1135" y="2609"/>
                </a:lnTo>
                <a:lnTo>
                  <a:pt x="1136" y="2609"/>
                </a:lnTo>
                <a:lnTo>
                  <a:pt x="1136" y="2610"/>
                </a:lnTo>
                <a:lnTo>
                  <a:pt x="1136" y="2611"/>
                </a:lnTo>
                <a:lnTo>
                  <a:pt x="1135" y="2611"/>
                </a:lnTo>
                <a:lnTo>
                  <a:pt x="1136" y="2611"/>
                </a:lnTo>
                <a:lnTo>
                  <a:pt x="1136" y="2612"/>
                </a:lnTo>
                <a:lnTo>
                  <a:pt x="1135" y="2612"/>
                </a:lnTo>
                <a:lnTo>
                  <a:pt x="1136" y="2612"/>
                </a:lnTo>
                <a:lnTo>
                  <a:pt x="1136" y="2613"/>
                </a:lnTo>
                <a:lnTo>
                  <a:pt x="1135" y="2613"/>
                </a:lnTo>
                <a:lnTo>
                  <a:pt x="1135" y="2614"/>
                </a:lnTo>
                <a:lnTo>
                  <a:pt x="1135" y="2615"/>
                </a:lnTo>
                <a:lnTo>
                  <a:pt x="1136" y="2615"/>
                </a:lnTo>
                <a:lnTo>
                  <a:pt x="1136" y="2616"/>
                </a:lnTo>
                <a:lnTo>
                  <a:pt x="1136" y="2617"/>
                </a:lnTo>
                <a:lnTo>
                  <a:pt x="1137" y="2617"/>
                </a:lnTo>
                <a:lnTo>
                  <a:pt x="1137" y="2618"/>
                </a:lnTo>
                <a:lnTo>
                  <a:pt x="1137" y="2619"/>
                </a:lnTo>
                <a:lnTo>
                  <a:pt x="1137" y="2620"/>
                </a:lnTo>
                <a:lnTo>
                  <a:pt x="1138" y="2620"/>
                </a:lnTo>
                <a:lnTo>
                  <a:pt x="1137" y="2620"/>
                </a:lnTo>
                <a:lnTo>
                  <a:pt x="1137" y="2621"/>
                </a:lnTo>
                <a:lnTo>
                  <a:pt x="1138" y="2621"/>
                </a:lnTo>
                <a:lnTo>
                  <a:pt x="1138" y="2622"/>
                </a:lnTo>
                <a:lnTo>
                  <a:pt x="1139" y="2622"/>
                </a:lnTo>
                <a:lnTo>
                  <a:pt x="1139" y="2623"/>
                </a:lnTo>
                <a:lnTo>
                  <a:pt x="1138" y="2623"/>
                </a:lnTo>
                <a:lnTo>
                  <a:pt x="1138" y="2624"/>
                </a:lnTo>
                <a:lnTo>
                  <a:pt x="1137" y="2624"/>
                </a:lnTo>
                <a:lnTo>
                  <a:pt x="1136" y="2624"/>
                </a:lnTo>
                <a:lnTo>
                  <a:pt x="1136" y="2625"/>
                </a:lnTo>
                <a:lnTo>
                  <a:pt x="1135" y="2625"/>
                </a:lnTo>
                <a:lnTo>
                  <a:pt x="1134" y="2625"/>
                </a:lnTo>
                <a:lnTo>
                  <a:pt x="1134" y="2626"/>
                </a:lnTo>
                <a:lnTo>
                  <a:pt x="1133" y="2626"/>
                </a:lnTo>
                <a:lnTo>
                  <a:pt x="1134" y="2626"/>
                </a:lnTo>
                <a:lnTo>
                  <a:pt x="1133" y="2626"/>
                </a:lnTo>
                <a:lnTo>
                  <a:pt x="1132" y="2626"/>
                </a:lnTo>
                <a:lnTo>
                  <a:pt x="1131" y="2626"/>
                </a:lnTo>
                <a:lnTo>
                  <a:pt x="1130" y="2626"/>
                </a:lnTo>
                <a:lnTo>
                  <a:pt x="1130" y="2625"/>
                </a:lnTo>
                <a:lnTo>
                  <a:pt x="1130" y="2626"/>
                </a:lnTo>
                <a:lnTo>
                  <a:pt x="1130" y="2625"/>
                </a:lnTo>
                <a:lnTo>
                  <a:pt x="1129" y="2625"/>
                </a:lnTo>
                <a:lnTo>
                  <a:pt x="1128" y="2625"/>
                </a:lnTo>
                <a:lnTo>
                  <a:pt x="1127" y="2625"/>
                </a:lnTo>
                <a:lnTo>
                  <a:pt x="1127" y="2624"/>
                </a:lnTo>
                <a:lnTo>
                  <a:pt x="1126" y="2624"/>
                </a:lnTo>
                <a:lnTo>
                  <a:pt x="1125" y="2624"/>
                </a:lnTo>
                <a:lnTo>
                  <a:pt x="1125" y="2623"/>
                </a:lnTo>
                <a:lnTo>
                  <a:pt x="1124" y="2623"/>
                </a:lnTo>
                <a:lnTo>
                  <a:pt x="1124" y="2622"/>
                </a:lnTo>
                <a:lnTo>
                  <a:pt x="1123" y="2622"/>
                </a:lnTo>
                <a:lnTo>
                  <a:pt x="1123" y="2621"/>
                </a:lnTo>
                <a:lnTo>
                  <a:pt x="1124" y="2621"/>
                </a:lnTo>
                <a:lnTo>
                  <a:pt x="1124" y="2620"/>
                </a:lnTo>
                <a:lnTo>
                  <a:pt x="1124" y="2619"/>
                </a:lnTo>
                <a:lnTo>
                  <a:pt x="1124" y="2618"/>
                </a:lnTo>
                <a:lnTo>
                  <a:pt x="1125" y="2618"/>
                </a:lnTo>
                <a:lnTo>
                  <a:pt x="1126" y="2617"/>
                </a:lnTo>
                <a:lnTo>
                  <a:pt x="1126" y="2616"/>
                </a:lnTo>
                <a:lnTo>
                  <a:pt x="1125" y="2616"/>
                </a:lnTo>
                <a:lnTo>
                  <a:pt x="1124" y="2616"/>
                </a:lnTo>
                <a:lnTo>
                  <a:pt x="1124" y="2615"/>
                </a:lnTo>
                <a:lnTo>
                  <a:pt x="1123" y="2615"/>
                </a:lnTo>
                <a:lnTo>
                  <a:pt x="1123" y="2614"/>
                </a:lnTo>
                <a:lnTo>
                  <a:pt x="1122" y="2614"/>
                </a:lnTo>
                <a:lnTo>
                  <a:pt x="1122" y="2613"/>
                </a:lnTo>
                <a:lnTo>
                  <a:pt x="1121" y="2613"/>
                </a:lnTo>
                <a:lnTo>
                  <a:pt x="1121" y="2612"/>
                </a:lnTo>
                <a:lnTo>
                  <a:pt x="1120" y="2612"/>
                </a:lnTo>
                <a:lnTo>
                  <a:pt x="1120" y="2611"/>
                </a:lnTo>
                <a:lnTo>
                  <a:pt x="1119" y="2611"/>
                </a:lnTo>
                <a:lnTo>
                  <a:pt x="1119" y="2610"/>
                </a:lnTo>
                <a:lnTo>
                  <a:pt x="1119" y="2609"/>
                </a:lnTo>
                <a:lnTo>
                  <a:pt x="1118" y="2609"/>
                </a:lnTo>
                <a:lnTo>
                  <a:pt x="1118" y="2608"/>
                </a:lnTo>
                <a:lnTo>
                  <a:pt x="1119" y="2608"/>
                </a:lnTo>
                <a:lnTo>
                  <a:pt x="1119" y="2607"/>
                </a:lnTo>
                <a:lnTo>
                  <a:pt x="1119" y="2606"/>
                </a:lnTo>
                <a:lnTo>
                  <a:pt x="1119" y="2605"/>
                </a:lnTo>
                <a:lnTo>
                  <a:pt x="1118" y="2605"/>
                </a:lnTo>
                <a:lnTo>
                  <a:pt x="1118" y="2604"/>
                </a:lnTo>
                <a:lnTo>
                  <a:pt x="1117" y="2604"/>
                </a:lnTo>
                <a:lnTo>
                  <a:pt x="1116" y="2604"/>
                </a:lnTo>
                <a:lnTo>
                  <a:pt x="1116" y="2603"/>
                </a:lnTo>
                <a:lnTo>
                  <a:pt x="1116" y="2602"/>
                </a:lnTo>
                <a:lnTo>
                  <a:pt x="1116" y="2601"/>
                </a:lnTo>
                <a:lnTo>
                  <a:pt x="1115" y="2601"/>
                </a:lnTo>
                <a:lnTo>
                  <a:pt x="1115" y="2600"/>
                </a:lnTo>
                <a:lnTo>
                  <a:pt x="1115" y="2599"/>
                </a:lnTo>
                <a:lnTo>
                  <a:pt x="1114" y="2599"/>
                </a:lnTo>
                <a:lnTo>
                  <a:pt x="1114" y="2597"/>
                </a:lnTo>
                <a:lnTo>
                  <a:pt x="1113" y="2597"/>
                </a:lnTo>
                <a:lnTo>
                  <a:pt x="1112" y="2597"/>
                </a:lnTo>
                <a:lnTo>
                  <a:pt x="1111" y="2596"/>
                </a:lnTo>
                <a:lnTo>
                  <a:pt x="1111" y="2595"/>
                </a:lnTo>
                <a:lnTo>
                  <a:pt x="1111" y="2596"/>
                </a:lnTo>
                <a:lnTo>
                  <a:pt x="1110" y="2596"/>
                </a:lnTo>
                <a:lnTo>
                  <a:pt x="1109" y="2596"/>
                </a:lnTo>
                <a:lnTo>
                  <a:pt x="1109" y="2595"/>
                </a:lnTo>
                <a:lnTo>
                  <a:pt x="1108" y="2595"/>
                </a:lnTo>
                <a:lnTo>
                  <a:pt x="1107" y="2595"/>
                </a:lnTo>
                <a:lnTo>
                  <a:pt x="1107" y="2594"/>
                </a:lnTo>
                <a:lnTo>
                  <a:pt x="1107" y="2593"/>
                </a:lnTo>
                <a:lnTo>
                  <a:pt x="1106" y="2593"/>
                </a:lnTo>
                <a:lnTo>
                  <a:pt x="1106" y="2592"/>
                </a:lnTo>
                <a:lnTo>
                  <a:pt x="1105" y="2592"/>
                </a:lnTo>
                <a:lnTo>
                  <a:pt x="1105" y="2591"/>
                </a:lnTo>
                <a:lnTo>
                  <a:pt x="1105" y="2590"/>
                </a:lnTo>
                <a:lnTo>
                  <a:pt x="1104" y="2590"/>
                </a:lnTo>
                <a:lnTo>
                  <a:pt x="1104" y="2588"/>
                </a:lnTo>
                <a:lnTo>
                  <a:pt x="1104" y="2587"/>
                </a:lnTo>
                <a:lnTo>
                  <a:pt x="1104" y="2586"/>
                </a:lnTo>
                <a:lnTo>
                  <a:pt x="1103" y="2586"/>
                </a:lnTo>
                <a:lnTo>
                  <a:pt x="1104" y="2586"/>
                </a:lnTo>
                <a:lnTo>
                  <a:pt x="1104" y="2585"/>
                </a:lnTo>
                <a:lnTo>
                  <a:pt x="1104" y="2584"/>
                </a:lnTo>
                <a:lnTo>
                  <a:pt x="1104" y="2583"/>
                </a:lnTo>
                <a:lnTo>
                  <a:pt x="1103" y="2583"/>
                </a:lnTo>
                <a:lnTo>
                  <a:pt x="1103" y="2582"/>
                </a:lnTo>
                <a:lnTo>
                  <a:pt x="1103" y="2581"/>
                </a:lnTo>
                <a:lnTo>
                  <a:pt x="1103" y="2580"/>
                </a:lnTo>
                <a:lnTo>
                  <a:pt x="1102" y="2580"/>
                </a:lnTo>
                <a:lnTo>
                  <a:pt x="1102" y="2579"/>
                </a:lnTo>
                <a:lnTo>
                  <a:pt x="1102" y="2578"/>
                </a:lnTo>
                <a:lnTo>
                  <a:pt x="1103" y="2578"/>
                </a:lnTo>
                <a:lnTo>
                  <a:pt x="1102" y="2578"/>
                </a:lnTo>
                <a:lnTo>
                  <a:pt x="1102" y="2577"/>
                </a:lnTo>
                <a:lnTo>
                  <a:pt x="1101" y="2577"/>
                </a:lnTo>
                <a:lnTo>
                  <a:pt x="1100" y="2577"/>
                </a:lnTo>
                <a:lnTo>
                  <a:pt x="1099" y="2577"/>
                </a:lnTo>
                <a:lnTo>
                  <a:pt x="1099" y="2581"/>
                </a:lnTo>
                <a:lnTo>
                  <a:pt x="1099" y="2580"/>
                </a:lnTo>
                <a:lnTo>
                  <a:pt x="1098" y="2580"/>
                </a:lnTo>
                <a:lnTo>
                  <a:pt x="1097" y="2580"/>
                </a:lnTo>
                <a:lnTo>
                  <a:pt x="1098" y="2580"/>
                </a:lnTo>
                <a:lnTo>
                  <a:pt x="1098" y="2581"/>
                </a:lnTo>
                <a:lnTo>
                  <a:pt x="1097" y="2581"/>
                </a:lnTo>
                <a:lnTo>
                  <a:pt x="1098" y="2581"/>
                </a:lnTo>
                <a:lnTo>
                  <a:pt x="1097" y="2581"/>
                </a:lnTo>
                <a:lnTo>
                  <a:pt x="1097" y="2582"/>
                </a:lnTo>
                <a:lnTo>
                  <a:pt x="1097" y="2583"/>
                </a:lnTo>
                <a:lnTo>
                  <a:pt x="1096" y="2583"/>
                </a:lnTo>
                <a:lnTo>
                  <a:pt x="1096" y="2584"/>
                </a:lnTo>
                <a:lnTo>
                  <a:pt x="1097" y="2584"/>
                </a:lnTo>
                <a:lnTo>
                  <a:pt x="1097" y="2585"/>
                </a:lnTo>
                <a:lnTo>
                  <a:pt x="1097" y="2586"/>
                </a:lnTo>
                <a:lnTo>
                  <a:pt x="1096" y="2586"/>
                </a:lnTo>
                <a:lnTo>
                  <a:pt x="1096" y="2587"/>
                </a:lnTo>
                <a:lnTo>
                  <a:pt x="1095" y="2587"/>
                </a:lnTo>
                <a:lnTo>
                  <a:pt x="1095" y="2588"/>
                </a:lnTo>
                <a:lnTo>
                  <a:pt x="1094" y="2588"/>
                </a:lnTo>
                <a:lnTo>
                  <a:pt x="1094" y="2589"/>
                </a:lnTo>
                <a:lnTo>
                  <a:pt x="1093" y="2589"/>
                </a:lnTo>
                <a:lnTo>
                  <a:pt x="1093" y="2590"/>
                </a:lnTo>
                <a:lnTo>
                  <a:pt x="1092" y="2590"/>
                </a:lnTo>
                <a:lnTo>
                  <a:pt x="1092" y="2589"/>
                </a:lnTo>
                <a:lnTo>
                  <a:pt x="1092" y="2588"/>
                </a:lnTo>
                <a:lnTo>
                  <a:pt x="1092" y="2587"/>
                </a:lnTo>
                <a:lnTo>
                  <a:pt x="1091" y="2587"/>
                </a:lnTo>
                <a:lnTo>
                  <a:pt x="1092" y="2587"/>
                </a:lnTo>
                <a:lnTo>
                  <a:pt x="1091" y="2587"/>
                </a:lnTo>
                <a:lnTo>
                  <a:pt x="1091" y="2586"/>
                </a:lnTo>
                <a:lnTo>
                  <a:pt x="1091" y="2585"/>
                </a:lnTo>
                <a:lnTo>
                  <a:pt x="1092" y="2585"/>
                </a:lnTo>
                <a:lnTo>
                  <a:pt x="1091" y="2585"/>
                </a:lnTo>
                <a:lnTo>
                  <a:pt x="1090" y="2585"/>
                </a:lnTo>
                <a:lnTo>
                  <a:pt x="1090" y="2584"/>
                </a:lnTo>
                <a:lnTo>
                  <a:pt x="1089" y="2584"/>
                </a:lnTo>
                <a:lnTo>
                  <a:pt x="1088" y="2584"/>
                </a:lnTo>
                <a:lnTo>
                  <a:pt x="1087" y="2584"/>
                </a:lnTo>
                <a:lnTo>
                  <a:pt x="1087" y="2583"/>
                </a:lnTo>
                <a:lnTo>
                  <a:pt x="1086" y="2583"/>
                </a:lnTo>
                <a:lnTo>
                  <a:pt x="1085" y="2583"/>
                </a:lnTo>
                <a:lnTo>
                  <a:pt x="1085" y="2582"/>
                </a:lnTo>
                <a:lnTo>
                  <a:pt x="1084" y="2582"/>
                </a:lnTo>
                <a:lnTo>
                  <a:pt x="1083" y="2582"/>
                </a:lnTo>
                <a:lnTo>
                  <a:pt x="1082" y="2582"/>
                </a:lnTo>
                <a:lnTo>
                  <a:pt x="1081" y="2582"/>
                </a:lnTo>
                <a:lnTo>
                  <a:pt x="1080" y="2582"/>
                </a:lnTo>
                <a:lnTo>
                  <a:pt x="1079" y="2582"/>
                </a:lnTo>
                <a:lnTo>
                  <a:pt x="1078" y="2582"/>
                </a:lnTo>
                <a:lnTo>
                  <a:pt x="1077" y="2582"/>
                </a:lnTo>
                <a:lnTo>
                  <a:pt x="1076" y="2582"/>
                </a:lnTo>
                <a:lnTo>
                  <a:pt x="1075" y="2582"/>
                </a:lnTo>
                <a:lnTo>
                  <a:pt x="1075" y="2583"/>
                </a:lnTo>
                <a:lnTo>
                  <a:pt x="1075" y="2584"/>
                </a:lnTo>
                <a:lnTo>
                  <a:pt x="1075" y="2585"/>
                </a:lnTo>
                <a:lnTo>
                  <a:pt x="1074" y="2585"/>
                </a:lnTo>
                <a:lnTo>
                  <a:pt x="1073" y="2585"/>
                </a:lnTo>
                <a:lnTo>
                  <a:pt x="1073" y="2586"/>
                </a:lnTo>
                <a:lnTo>
                  <a:pt x="1073" y="2587"/>
                </a:lnTo>
                <a:lnTo>
                  <a:pt x="1072" y="2587"/>
                </a:lnTo>
                <a:lnTo>
                  <a:pt x="1072" y="2588"/>
                </a:lnTo>
                <a:lnTo>
                  <a:pt x="1072" y="2587"/>
                </a:lnTo>
                <a:lnTo>
                  <a:pt x="1071" y="2587"/>
                </a:lnTo>
                <a:lnTo>
                  <a:pt x="1070" y="2587"/>
                </a:lnTo>
                <a:lnTo>
                  <a:pt x="1069" y="2587"/>
                </a:lnTo>
                <a:lnTo>
                  <a:pt x="1069" y="2586"/>
                </a:lnTo>
                <a:lnTo>
                  <a:pt x="1069" y="2585"/>
                </a:lnTo>
                <a:lnTo>
                  <a:pt x="1068" y="2585"/>
                </a:lnTo>
                <a:lnTo>
                  <a:pt x="1067" y="2585"/>
                </a:lnTo>
                <a:lnTo>
                  <a:pt x="1067" y="2586"/>
                </a:lnTo>
                <a:lnTo>
                  <a:pt x="1066" y="2586"/>
                </a:lnTo>
                <a:lnTo>
                  <a:pt x="1065" y="2586"/>
                </a:lnTo>
                <a:lnTo>
                  <a:pt x="1064" y="2586"/>
                </a:lnTo>
                <a:lnTo>
                  <a:pt x="1064" y="2587"/>
                </a:lnTo>
                <a:lnTo>
                  <a:pt x="1062" y="2587"/>
                </a:lnTo>
                <a:lnTo>
                  <a:pt x="1062" y="2586"/>
                </a:lnTo>
                <a:lnTo>
                  <a:pt x="1061" y="2586"/>
                </a:lnTo>
                <a:lnTo>
                  <a:pt x="1060" y="2586"/>
                </a:lnTo>
                <a:lnTo>
                  <a:pt x="1060" y="2585"/>
                </a:lnTo>
                <a:lnTo>
                  <a:pt x="1060" y="2584"/>
                </a:lnTo>
                <a:lnTo>
                  <a:pt x="1059" y="2584"/>
                </a:lnTo>
                <a:lnTo>
                  <a:pt x="1059" y="2583"/>
                </a:lnTo>
                <a:lnTo>
                  <a:pt x="1058" y="2583"/>
                </a:lnTo>
                <a:lnTo>
                  <a:pt x="1058" y="2582"/>
                </a:lnTo>
                <a:lnTo>
                  <a:pt x="1057" y="2582"/>
                </a:lnTo>
                <a:lnTo>
                  <a:pt x="1056" y="2582"/>
                </a:lnTo>
                <a:lnTo>
                  <a:pt x="1056" y="2581"/>
                </a:lnTo>
                <a:lnTo>
                  <a:pt x="1055" y="2581"/>
                </a:lnTo>
                <a:lnTo>
                  <a:pt x="1055" y="2582"/>
                </a:lnTo>
                <a:lnTo>
                  <a:pt x="1054" y="2582"/>
                </a:lnTo>
                <a:lnTo>
                  <a:pt x="1054" y="2583"/>
                </a:lnTo>
                <a:lnTo>
                  <a:pt x="1053" y="2583"/>
                </a:lnTo>
                <a:lnTo>
                  <a:pt x="1053" y="2582"/>
                </a:lnTo>
                <a:lnTo>
                  <a:pt x="1051" y="2582"/>
                </a:lnTo>
                <a:lnTo>
                  <a:pt x="1050" y="2582"/>
                </a:lnTo>
                <a:lnTo>
                  <a:pt x="1049" y="2582"/>
                </a:lnTo>
                <a:lnTo>
                  <a:pt x="1049" y="2581"/>
                </a:lnTo>
                <a:lnTo>
                  <a:pt x="1049" y="2582"/>
                </a:lnTo>
                <a:lnTo>
                  <a:pt x="1048" y="2582"/>
                </a:lnTo>
                <a:lnTo>
                  <a:pt x="1048" y="2581"/>
                </a:lnTo>
                <a:lnTo>
                  <a:pt x="1047" y="2581"/>
                </a:lnTo>
                <a:lnTo>
                  <a:pt x="1047" y="2580"/>
                </a:lnTo>
                <a:lnTo>
                  <a:pt x="1048" y="2580"/>
                </a:lnTo>
                <a:lnTo>
                  <a:pt x="1048" y="2579"/>
                </a:lnTo>
                <a:lnTo>
                  <a:pt x="1048" y="2578"/>
                </a:lnTo>
                <a:lnTo>
                  <a:pt x="1049" y="2578"/>
                </a:lnTo>
                <a:lnTo>
                  <a:pt x="1049" y="2576"/>
                </a:lnTo>
                <a:lnTo>
                  <a:pt x="1049" y="2575"/>
                </a:lnTo>
                <a:lnTo>
                  <a:pt x="1048" y="2575"/>
                </a:lnTo>
                <a:lnTo>
                  <a:pt x="1048" y="2574"/>
                </a:lnTo>
                <a:lnTo>
                  <a:pt x="1048" y="2573"/>
                </a:lnTo>
                <a:lnTo>
                  <a:pt x="1048" y="2572"/>
                </a:lnTo>
                <a:lnTo>
                  <a:pt x="1048" y="2571"/>
                </a:lnTo>
                <a:lnTo>
                  <a:pt x="1047" y="2571"/>
                </a:lnTo>
                <a:lnTo>
                  <a:pt x="1047" y="2570"/>
                </a:lnTo>
                <a:lnTo>
                  <a:pt x="1046" y="2570"/>
                </a:lnTo>
                <a:lnTo>
                  <a:pt x="1046" y="2569"/>
                </a:lnTo>
                <a:lnTo>
                  <a:pt x="1047" y="2569"/>
                </a:lnTo>
                <a:lnTo>
                  <a:pt x="1047" y="2568"/>
                </a:lnTo>
                <a:lnTo>
                  <a:pt x="1048" y="2568"/>
                </a:lnTo>
                <a:lnTo>
                  <a:pt x="1048" y="2567"/>
                </a:lnTo>
                <a:lnTo>
                  <a:pt x="1048" y="2566"/>
                </a:lnTo>
                <a:lnTo>
                  <a:pt x="1049" y="2566"/>
                </a:lnTo>
                <a:lnTo>
                  <a:pt x="1050" y="2566"/>
                </a:lnTo>
                <a:lnTo>
                  <a:pt x="1051" y="2566"/>
                </a:lnTo>
                <a:lnTo>
                  <a:pt x="1052" y="2565"/>
                </a:lnTo>
                <a:lnTo>
                  <a:pt x="1052" y="2564"/>
                </a:lnTo>
                <a:lnTo>
                  <a:pt x="1052" y="2563"/>
                </a:lnTo>
                <a:lnTo>
                  <a:pt x="1053" y="2563"/>
                </a:lnTo>
                <a:lnTo>
                  <a:pt x="1052" y="2563"/>
                </a:lnTo>
                <a:lnTo>
                  <a:pt x="1052" y="2562"/>
                </a:lnTo>
                <a:lnTo>
                  <a:pt x="1053" y="2562"/>
                </a:lnTo>
                <a:lnTo>
                  <a:pt x="1053" y="2561"/>
                </a:lnTo>
                <a:lnTo>
                  <a:pt x="1053" y="2562"/>
                </a:lnTo>
                <a:lnTo>
                  <a:pt x="1053" y="2561"/>
                </a:lnTo>
                <a:lnTo>
                  <a:pt x="1053" y="2562"/>
                </a:lnTo>
                <a:lnTo>
                  <a:pt x="1054" y="2562"/>
                </a:lnTo>
                <a:lnTo>
                  <a:pt x="1054" y="2561"/>
                </a:lnTo>
                <a:lnTo>
                  <a:pt x="1054" y="2559"/>
                </a:lnTo>
                <a:lnTo>
                  <a:pt x="1054" y="2558"/>
                </a:lnTo>
                <a:lnTo>
                  <a:pt x="1055" y="2558"/>
                </a:lnTo>
                <a:lnTo>
                  <a:pt x="1054" y="2558"/>
                </a:lnTo>
                <a:lnTo>
                  <a:pt x="1054" y="2557"/>
                </a:lnTo>
                <a:lnTo>
                  <a:pt x="1054" y="2556"/>
                </a:lnTo>
                <a:lnTo>
                  <a:pt x="1053" y="2556"/>
                </a:lnTo>
                <a:lnTo>
                  <a:pt x="1053" y="2555"/>
                </a:lnTo>
                <a:lnTo>
                  <a:pt x="1054" y="2555"/>
                </a:lnTo>
                <a:lnTo>
                  <a:pt x="1054" y="2554"/>
                </a:lnTo>
                <a:lnTo>
                  <a:pt x="1055" y="2554"/>
                </a:lnTo>
                <a:lnTo>
                  <a:pt x="1055" y="2553"/>
                </a:lnTo>
                <a:lnTo>
                  <a:pt x="1055" y="2552"/>
                </a:lnTo>
                <a:lnTo>
                  <a:pt x="1055" y="2551"/>
                </a:lnTo>
                <a:lnTo>
                  <a:pt x="1054" y="2551"/>
                </a:lnTo>
                <a:lnTo>
                  <a:pt x="1054" y="2550"/>
                </a:lnTo>
                <a:lnTo>
                  <a:pt x="1053" y="2550"/>
                </a:lnTo>
                <a:lnTo>
                  <a:pt x="1052" y="2550"/>
                </a:lnTo>
                <a:lnTo>
                  <a:pt x="1051" y="2550"/>
                </a:lnTo>
                <a:lnTo>
                  <a:pt x="1051" y="2549"/>
                </a:lnTo>
                <a:lnTo>
                  <a:pt x="1051" y="2548"/>
                </a:lnTo>
                <a:lnTo>
                  <a:pt x="1050" y="2548"/>
                </a:lnTo>
                <a:lnTo>
                  <a:pt x="1050" y="2547"/>
                </a:lnTo>
                <a:lnTo>
                  <a:pt x="1049" y="2547"/>
                </a:lnTo>
                <a:lnTo>
                  <a:pt x="1049" y="2546"/>
                </a:lnTo>
                <a:lnTo>
                  <a:pt x="1048" y="2546"/>
                </a:lnTo>
                <a:lnTo>
                  <a:pt x="1047" y="2546"/>
                </a:lnTo>
                <a:lnTo>
                  <a:pt x="1046" y="2546"/>
                </a:lnTo>
                <a:lnTo>
                  <a:pt x="1046" y="2547"/>
                </a:lnTo>
                <a:lnTo>
                  <a:pt x="1045" y="2547"/>
                </a:lnTo>
                <a:lnTo>
                  <a:pt x="1044" y="2547"/>
                </a:lnTo>
                <a:lnTo>
                  <a:pt x="1044" y="2546"/>
                </a:lnTo>
                <a:lnTo>
                  <a:pt x="1043" y="2546"/>
                </a:lnTo>
                <a:lnTo>
                  <a:pt x="1042" y="2546"/>
                </a:lnTo>
                <a:lnTo>
                  <a:pt x="1042" y="2547"/>
                </a:lnTo>
                <a:lnTo>
                  <a:pt x="1042" y="2548"/>
                </a:lnTo>
                <a:lnTo>
                  <a:pt x="1041" y="2548"/>
                </a:lnTo>
                <a:lnTo>
                  <a:pt x="1041" y="2549"/>
                </a:lnTo>
                <a:lnTo>
                  <a:pt x="1040" y="2549"/>
                </a:lnTo>
                <a:lnTo>
                  <a:pt x="1040" y="2550"/>
                </a:lnTo>
                <a:lnTo>
                  <a:pt x="1039" y="2550"/>
                </a:lnTo>
                <a:lnTo>
                  <a:pt x="1039" y="2551"/>
                </a:lnTo>
                <a:lnTo>
                  <a:pt x="1038" y="2551"/>
                </a:lnTo>
                <a:lnTo>
                  <a:pt x="1038" y="2552"/>
                </a:lnTo>
                <a:lnTo>
                  <a:pt x="1038" y="2551"/>
                </a:lnTo>
                <a:lnTo>
                  <a:pt x="1038" y="2552"/>
                </a:lnTo>
                <a:lnTo>
                  <a:pt x="1037" y="2552"/>
                </a:lnTo>
                <a:lnTo>
                  <a:pt x="1037" y="2553"/>
                </a:lnTo>
                <a:lnTo>
                  <a:pt x="1036" y="2553"/>
                </a:lnTo>
                <a:lnTo>
                  <a:pt x="1036" y="2554"/>
                </a:lnTo>
                <a:lnTo>
                  <a:pt x="1037" y="2554"/>
                </a:lnTo>
                <a:lnTo>
                  <a:pt x="1037" y="2555"/>
                </a:lnTo>
                <a:lnTo>
                  <a:pt x="1036" y="2555"/>
                </a:lnTo>
                <a:lnTo>
                  <a:pt x="1036" y="2556"/>
                </a:lnTo>
                <a:lnTo>
                  <a:pt x="1035" y="2556"/>
                </a:lnTo>
                <a:lnTo>
                  <a:pt x="1034" y="2556"/>
                </a:lnTo>
                <a:lnTo>
                  <a:pt x="1033" y="2556"/>
                </a:lnTo>
                <a:lnTo>
                  <a:pt x="1033" y="2557"/>
                </a:lnTo>
                <a:lnTo>
                  <a:pt x="1033" y="2556"/>
                </a:lnTo>
                <a:lnTo>
                  <a:pt x="1033" y="2555"/>
                </a:lnTo>
                <a:lnTo>
                  <a:pt x="1032" y="2555"/>
                </a:lnTo>
                <a:lnTo>
                  <a:pt x="1030" y="2555"/>
                </a:lnTo>
                <a:lnTo>
                  <a:pt x="1030" y="2556"/>
                </a:lnTo>
                <a:lnTo>
                  <a:pt x="1029" y="2556"/>
                </a:lnTo>
                <a:lnTo>
                  <a:pt x="1029" y="2555"/>
                </a:lnTo>
                <a:lnTo>
                  <a:pt x="1029" y="2556"/>
                </a:lnTo>
                <a:lnTo>
                  <a:pt x="1028" y="2556"/>
                </a:lnTo>
                <a:lnTo>
                  <a:pt x="1027" y="2556"/>
                </a:lnTo>
                <a:lnTo>
                  <a:pt x="1026" y="2556"/>
                </a:lnTo>
                <a:lnTo>
                  <a:pt x="1026" y="2557"/>
                </a:lnTo>
                <a:lnTo>
                  <a:pt x="1026" y="2556"/>
                </a:lnTo>
                <a:lnTo>
                  <a:pt x="1025" y="2556"/>
                </a:lnTo>
                <a:lnTo>
                  <a:pt x="1025" y="2557"/>
                </a:lnTo>
                <a:lnTo>
                  <a:pt x="1025" y="2558"/>
                </a:lnTo>
                <a:lnTo>
                  <a:pt x="1024" y="2557"/>
                </a:lnTo>
                <a:lnTo>
                  <a:pt x="1023" y="2557"/>
                </a:lnTo>
                <a:lnTo>
                  <a:pt x="1023" y="2556"/>
                </a:lnTo>
                <a:lnTo>
                  <a:pt x="1022" y="2556"/>
                </a:lnTo>
                <a:lnTo>
                  <a:pt x="1021" y="2556"/>
                </a:lnTo>
                <a:lnTo>
                  <a:pt x="1021" y="2555"/>
                </a:lnTo>
                <a:lnTo>
                  <a:pt x="1020" y="2555"/>
                </a:lnTo>
                <a:lnTo>
                  <a:pt x="1019" y="2555"/>
                </a:lnTo>
                <a:lnTo>
                  <a:pt x="1019" y="2554"/>
                </a:lnTo>
                <a:lnTo>
                  <a:pt x="1018" y="2554"/>
                </a:lnTo>
                <a:lnTo>
                  <a:pt x="1016" y="2554"/>
                </a:lnTo>
                <a:lnTo>
                  <a:pt x="1016" y="2553"/>
                </a:lnTo>
                <a:lnTo>
                  <a:pt x="1015" y="2553"/>
                </a:lnTo>
                <a:lnTo>
                  <a:pt x="1014" y="2553"/>
                </a:lnTo>
                <a:lnTo>
                  <a:pt x="1013" y="2553"/>
                </a:lnTo>
                <a:lnTo>
                  <a:pt x="1013" y="2552"/>
                </a:lnTo>
                <a:lnTo>
                  <a:pt x="1012" y="2552"/>
                </a:lnTo>
                <a:lnTo>
                  <a:pt x="1012" y="2551"/>
                </a:lnTo>
                <a:lnTo>
                  <a:pt x="1011" y="2551"/>
                </a:lnTo>
                <a:lnTo>
                  <a:pt x="1010" y="2551"/>
                </a:lnTo>
                <a:lnTo>
                  <a:pt x="1010" y="2550"/>
                </a:lnTo>
                <a:lnTo>
                  <a:pt x="1011" y="2550"/>
                </a:lnTo>
                <a:lnTo>
                  <a:pt x="1010" y="2549"/>
                </a:lnTo>
                <a:lnTo>
                  <a:pt x="1010" y="2548"/>
                </a:lnTo>
                <a:lnTo>
                  <a:pt x="1011" y="2548"/>
                </a:lnTo>
                <a:lnTo>
                  <a:pt x="1011" y="2547"/>
                </a:lnTo>
                <a:lnTo>
                  <a:pt x="1010" y="2547"/>
                </a:lnTo>
                <a:lnTo>
                  <a:pt x="1009" y="2547"/>
                </a:lnTo>
                <a:lnTo>
                  <a:pt x="1008" y="2547"/>
                </a:lnTo>
                <a:lnTo>
                  <a:pt x="1008" y="2546"/>
                </a:lnTo>
                <a:lnTo>
                  <a:pt x="1008" y="2545"/>
                </a:lnTo>
                <a:lnTo>
                  <a:pt x="1007" y="2545"/>
                </a:lnTo>
                <a:lnTo>
                  <a:pt x="1007" y="2544"/>
                </a:lnTo>
                <a:lnTo>
                  <a:pt x="1006" y="2544"/>
                </a:lnTo>
                <a:lnTo>
                  <a:pt x="1006" y="2543"/>
                </a:lnTo>
                <a:lnTo>
                  <a:pt x="1006" y="2542"/>
                </a:lnTo>
                <a:lnTo>
                  <a:pt x="1005" y="2542"/>
                </a:lnTo>
                <a:lnTo>
                  <a:pt x="1005" y="2541"/>
                </a:lnTo>
                <a:lnTo>
                  <a:pt x="1004" y="2541"/>
                </a:lnTo>
                <a:lnTo>
                  <a:pt x="1003" y="2541"/>
                </a:lnTo>
                <a:lnTo>
                  <a:pt x="1002" y="2541"/>
                </a:lnTo>
                <a:lnTo>
                  <a:pt x="1001" y="2541"/>
                </a:lnTo>
                <a:lnTo>
                  <a:pt x="1000" y="2541"/>
                </a:lnTo>
                <a:lnTo>
                  <a:pt x="999" y="2541"/>
                </a:lnTo>
                <a:lnTo>
                  <a:pt x="999" y="2540"/>
                </a:lnTo>
                <a:lnTo>
                  <a:pt x="998" y="2540"/>
                </a:lnTo>
                <a:lnTo>
                  <a:pt x="998" y="2539"/>
                </a:lnTo>
                <a:lnTo>
                  <a:pt x="997" y="2539"/>
                </a:lnTo>
                <a:lnTo>
                  <a:pt x="997" y="2540"/>
                </a:lnTo>
                <a:lnTo>
                  <a:pt x="996" y="2540"/>
                </a:lnTo>
                <a:lnTo>
                  <a:pt x="995" y="2540"/>
                </a:lnTo>
                <a:lnTo>
                  <a:pt x="994" y="2540"/>
                </a:lnTo>
                <a:lnTo>
                  <a:pt x="994" y="2539"/>
                </a:lnTo>
                <a:lnTo>
                  <a:pt x="994" y="2540"/>
                </a:lnTo>
                <a:lnTo>
                  <a:pt x="993" y="2540"/>
                </a:lnTo>
                <a:lnTo>
                  <a:pt x="992" y="2540"/>
                </a:lnTo>
                <a:lnTo>
                  <a:pt x="992" y="2541"/>
                </a:lnTo>
                <a:lnTo>
                  <a:pt x="991" y="2541"/>
                </a:lnTo>
                <a:lnTo>
                  <a:pt x="991" y="2540"/>
                </a:lnTo>
                <a:lnTo>
                  <a:pt x="991" y="2539"/>
                </a:lnTo>
                <a:lnTo>
                  <a:pt x="990" y="2539"/>
                </a:lnTo>
                <a:lnTo>
                  <a:pt x="990" y="2540"/>
                </a:lnTo>
                <a:lnTo>
                  <a:pt x="990" y="2539"/>
                </a:lnTo>
                <a:lnTo>
                  <a:pt x="989" y="2539"/>
                </a:lnTo>
                <a:lnTo>
                  <a:pt x="989" y="2538"/>
                </a:lnTo>
                <a:lnTo>
                  <a:pt x="988" y="2538"/>
                </a:lnTo>
                <a:lnTo>
                  <a:pt x="987" y="2538"/>
                </a:lnTo>
                <a:lnTo>
                  <a:pt x="987" y="2537"/>
                </a:lnTo>
                <a:lnTo>
                  <a:pt x="987" y="2536"/>
                </a:lnTo>
                <a:lnTo>
                  <a:pt x="988" y="2536"/>
                </a:lnTo>
                <a:lnTo>
                  <a:pt x="987" y="2536"/>
                </a:lnTo>
                <a:lnTo>
                  <a:pt x="987" y="2535"/>
                </a:lnTo>
                <a:lnTo>
                  <a:pt x="987" y="2534"/>
                </a:lnTo>
                <a:lnTo>
                  <a:pt x="986" y="2534"/>
                </a:lnTo>
                <a:lnTo>
                  <a:pt x="986" y="2533"/>
                </a:lnTo>
                <a:lnTo>
                  <a:pt x="986" y="2532"/>
                </a:lnTo>
                <a:lnTo>
                  <a:pt x="987" y="2532"/>
                </a:lnTo>
                <a:lnTo>
                  <a:pt x="986" y="2532"/>
                </a:lnTo>
                <a:lnTo>
                  <a:pt x="986" y="2531"/>
                </a:lnTo>
                <a:lnTo>
                  <a:pt x="985" y="2531"/>
                </a:lnTo>
                <a:lnTo>
                  <a:pt x="984" y="2531"/>
                </a:lnTo>
                <a:lnTo>
                  <a:pt x="983" y="2531"/>
                </a:lnTo>
                <a:lnTo>
                  <a:pt x="983" y="2530"/>
                </a:lnTo>
                <a:lnTo>
                  <a:pt x="984" y="2530"/>
                </a:lnTo>
                <a:lnTo>
                  <a:pt x="984" y="2529"/>
                </a:lnTo>
                <a:lnTo>
                  <a:pt x="984" y="2528"/>
                </a:lnTo>
                <a:lnTo>
                  <a:pt x="983" y="2528"/>
                </a:lnTo>
                <a:lnTo>
                  <a:pt x="982" y="2528"/>
                </a:lnTo>
                <a:lnTo>
                  <a:pt x="981" y="2528"/>
                </a:lnTo>
                <a:lnTo>
                  <a:pt x="980" y="2528"/>
                </a:lnTo>
                <a:lnTo>
                  <a:pt x="979" y="2528"/>
                </a:lnTo>
                <a:lnTo>
                  <a:pt x="979" y="2527"/>
                </a:lnTo>
                <a:lnTo>
                  <a:pt x="978" y="2527"/>
                </a:lnTo>
                <a:lnTo>
                  <a:pt x="978" y="2528"/>
                </a:lnTo>
                <a:lnTo>
                  <a:pt x="977" y="2528"/>
                </a:lnTo>
                <a:lnTo>
                  <a:pt x="976" y="2528"/>
                </a:lnTo>
                <a:lnTo>
                  <a:pt x="976" y="2527"/>
                </a:lnTo>
                <a:lnTo>
                  <a:pt x="975" y="2527"/>
                </a:lnTo>
                <a:lnTo>
                  <a:pt x="974" y="2527"/>
                </a:lnTo>
                <a:lnTo>
                  <a:pt x="974" y="2526"/>
                </a:lnTo>
                <a:lnTo>
                  <a:pt x="973" y="2526"/>
                </a:lnTo>
                <a:lnTo>
                  <a:pt x="973" y="2525"/>
                </a:lnTo>
                <a:lnTo>
                  <a:pt x="972" y="2525"/>
                </a:lnTo>
                <a:lnTo>
                  <a:pt x="971" y="2524"/>
                </a:lnTo>
                <a:lnTo>
                  <a:pt x="971" y="2525"/>
                </a:lnTo>
                <a:lnTo>
                  <a:pt x="970" y="2525"/>
                </a:lnTo>
                <a:lnTo>
                  <a:pt x="969" y="2525"/>
                </a:lnTo>
                <a:lnTo>
                  <a:pt x="968" y="2525"/>
                </a:lnTo>
                <a:lnTo>
                  <a:pt x="968" y="2524"/>
                </a:lnTo>
                <a:lnTo>
                  <a:pt x="968" y="2523"/>
                </a:lnTo>
                <a:lnTo>
                  <a:pt x="967" y="2523"/>
                </a:lnTo>
                <a:lnTo>
                  <a:pt x="967" y="2522"/>
                </a:lnTo>
                <a:lnTo>
                  <a:pt x="967" y="2521"/>
                </a:lnTo>
                <a:lnTo>
                  <a:pt x="968" y="2521"/>
                </a:lnTo>
                <a:lnTo>
                  <a:pt x="968" y="2520"/>
                </a:lnTo>
                <a:lnTo>
                  <a:pt x="968" y="2519"/>
                </a:lnTo>
                <a:lnTo>
                  <a:pt x="968" y="2518"/>
                </a:lnTo>
                <a:lnTo>
                  <a:pt x="968" y="2517"/>
                </a:lnTo>
                <a:lnTo>
                  <a:pt x="969" y="2517"/>
                </a:lnTo>
                <a:lnTo>
                  <a:pt x="969" y="2516"/>
                </a:lnTo>
                <a:lnTo>
                  <a:pt x="969" y="2515"/>
                </a:lnTo>
                <a:lnTo>
                  <a:pt x="969" y="2514"/>
                </a:lnTo>
                <a:lnTo>
                  <a:pt x="969" y="2513"/>
                </a:lnTo>
                <a:lnTo>
                  <a:pt x="970" y="2513"/>
                </a:lnTo>
                <a:lnTo>
                  <a:pt x="970" y="2512"/>
                </a:lnTo>
                <a:lnTo>
                  <a:pt x="970" y="2511"/>
                </a:lnTo>
                <a:lnTo>
                  <a:pt x="970" y="2510"/>
                </a:lnTo>
                <a:lnTo>
                  <a:pt x="969" y="2510"/>
                </a:lnTo>
                <a:lnTo>
                  <a:pt x="969" y="2509"/>
                </a:lnTo>
                <a:lnTo>
                  <a:pt x="968" y="2509"/>
                </a:lnTo>
                <a:lnTo>
                  <a:pt x="968" y="2508"/>
                </a:lnTo>
                <a:lnTo>
                  <a:pt x="967" y="2508"/>
                </a:lnTo>
                <a:lnTo>
                  <a:pt x="966" y="2508"/>
                </a:lnTo>
                <a:lnTo>
                  <a:pt x="966" y="2509"/>
                </a:lnTo>
                <a:lnTo>
                  <a:pt x="965" y="2509"/>
                </a:lnTo>
                <a:lnTo>
                  <a:pt x="964" y="2509"/>
                </a:lnTo>
                <a:lnTo>
                  <a:pt x="964" y="2508"/>
                </a:lnTo>
                <a:lnTo>
                  <a:pt x="964" y="2507"/>
                </a:lnTo>
                <a:lnTo>
                  <a:pt x="964" y="2506"/>
                </a:lnTo>
                <a:lnTo>
                  <a:pt x="964" y="2505"/>
                </a:lnTo>
                <a:lnTo>
                  <a:pt x="965" y="2505"/>
                </a:lnTo>
                <a:lnTo>
                  <a:pt x="965" y="2504"/>
                </a:lnTo>
                <a:lnTo>
                  <a:pt x="965" y="2503"/>
                </a:lnTo>
                <a:lnTo>
                  <a:pt x="966" y="2503"/>
                </a:lnTo>
                <a:lnTo>
                  <a:pt x="965" y="2503"/>
                </a:lnTo>
                <a:lnTo>
                  <a:pt x="965" y="2501"/>
                </a:lnTo>
                <a:lnTo>
                  <a:pt x="964" y="2501"/>
                </a:lnTo>
                <a:lnTo>
                  <a:pt x="963" y="2501"/>
                </a:lnTo>
                <a:lnTo>
                  <a:pt x="963" y="2500"/>
                </a:lnTo>
                <a:lnTo>
                  <a:pt x="963" y="2499"/>
                </a:lnTo>
                <a:lnTo>
                  <a:pt x="963" y="2498"/>
                </a:lnTo>
                <a:lnTo>
                  <a:pt x="962" y="2498"/>
                </a:lnTo>
                <a:lnTo>
                  <a:pt x="962" y="2497"/>
                </a:lnTo>
                <a:lnTo>
                  <a:pt x="963" y="2497"/>
                </a:lnTo>
                <a:lnTo>
                  <a:pt x="963" y="2496"/>
                </a:lnTo>
                <a:lnTo>
                  <a:pt x="962" y="2496"/>
                </a:lnTo>
                <a:lnTo>
                  <a:pt x="962" y="2495"/>
                </a:lnTo>
                <a:lnTo>
                  <a:pt x="962" y="2494"/>
                </a:lnTo>
                <a:lnTo>
                  <a:pt x="962" y="2493"/>
                </a:lnTo>
                <a:lnTo>
                  <a:pt x="963" y="2493"/>
                </a:lnTo>
                <a:lnTo>
                  <a:pt x="964" y="2492"/>
                </a:lnTo>
                <a:lnTo>
                  <a:pt x="964" y="2493"/>
                </a:lnTo>
                <a:lnTo>
                  <a:pt x="965" y="2493"/>
                </a:lnTo>
                <a:lnTo>
                  <a:pt x="965" y="2492"/>
                </a:lnTo>
                <a:lnTo>
                  <a:pt x="965" y="2491"/>
                </a:lnTo>
                <a:lnTo>
                  <a:pt x="965" y="2490"/>
                </a:lnTo>
                <a:lnTo>
                  <a:pt x="966" y="2490"/>
                </a:lnTo>
                <a:lnTo>
                  <a:pt x="966" y="2489"/>
                </a:lnTo>
                <a:lnTo>
                  <a:pt x="965" y="2489"/>
                </a:lnTo>
                <a:lnTo>
                  <a:pt x="964" y="2489"/>
                </a:lnTo>
                <a:lnTo>
                  <a:pt x="963" y="2489"/>
                </a:lnTo>
                <a:lnTo>
                  <a:pt x="961" y="2489"/>
                </a:lnTo>
                <a:lnTo>
                  <a:pt x="960" y="2489"/>
                </a:lnTo>
                <a:lnTo>
                  <a:pt x="959" y="2489"/>
                </a:lnTo>
                <a:lnTo>
                  <a:pt x="958" y="2489"/>
                </a:lnTo>
                <a:lnTo>
                  <a:pt x="958" y="2488"/>
                </a:lnTo>
                <a:lnTo>
                  <a:pt x="957" y="2488"/>
                </a:lnTo>
                <a:lnTo>
                  <a:pt x="958" y="2488"/>
                </a:lnTo>
                <a:lnTo>
                  <a:pt x="958" y="2487"/>
                </a:lnTo>
                <a:lnTo>
                  <a:pt x="958" y="2486"/>
                </a:lnTo>
                <a:lnTo>
                  <a:pt x="958" y="2485"/>
                </a:lnTo>
                <a:lnTo>
                  <a:pt x="957" y="2485"/>
                </a:lnTo>
                <a:lnTo>
                  <a:pt x="957" y="2484"/>
                </a:lnTo>
                <a:lnTo>
                  <a:pt x="956" y="2484"/>
                </a:lnTo>
                <a:lnTo>
                  <a:pt x="955" y="2484"/>
                </a:lnTo>
                <a:lnTo>
                  <a:pt x="954" y="2484"/>
                </a:lnTo>
                <a:lnTo>
                  <a:pt x="954" y="2485"/>
                </a:lnTo>
                <a:lnTo>
                  <a:pt x="953" y="2484"/>
                </a:lnTo>
                <a:lnTo>
                  <a:pt x="952" y="2484"/>
                </a:lnTo>
                <a:lnTo>
                  <a:pt x="952" y="2483"/>
                </a:lnTo>
                <a:lnTo>
                  <a:pt x="951" y="2483"/>
                </a:lnTo>
                <a:lnTo>
                  <a:pt x="950" y="2484"/>
                </a:lnTo>
                <a:lnTo>
                  <a:pt x="950" y="2485"/>
                </a:lnTo>
                <a:lnTo>
                  <a:pt x="950" y="2484"/>
                </a:lnTo>
                <a:lnTo>
                  <a:pt x="949" y="2484"/>
                </a:lnTo>
                <a:lnTo>
                  <a:pt x="948" y="2484"/>
                </a:lnTo>
                <a:lnTo>
                  <a:pt x="948" y="2483"/>
                </a:lnTo>
                <a:lnTo>
                  <a:pt x="948" y="2484"/>
                </a:lnTo>
                <a:lnTo>
                  <a:pt x="947" y="2484"/>
                </a:lnTo>
                <a:lnTo>
                  <a:pt x="947" y="2483"/>
                </a:lnTo>
                <a:lnTo>
                  <a:pt x="946" y="2483"/>
                </a:lnTo>
                <a:lnTo>
                  <a:pt x="947" y="2483"/>
                </a:lnTo>
                <a:lnTo>
                  <a:pt x="947" y="2482"/>
                </a:lnTo>
                <a:lnTo>
                  <a:pt x="948" y="2482"/>
                </a:lnTo>
                <a:lnTo>
                  <a:pt x="947" y="2482"/>
                </a:lnTo>
                <a:lnTo>
                  <a:pt x="947" y="2481"/>
                </a:lnTo>
                <a:lnTo>
                  <a:pt x="946" y="2481"/>
                </a:lnTo>
                <a:lnTo>
                  <a:pt x="945" y="2480"/>
                </a:lnTo>
                <a:lnTo>
                  <a:pt x="944" y="2480"/>
                </a:lnTo>
                <a:lnTo>
                  <a:pt x="943" y="2480"/>
                </a:lnTo>
                <a:lnTo>
                  <a:pt x="943" y="2481"/>
                </a:lnTo>
                <a:lnTo>
                  <a:pt x="942" y="2481"/>
                </a:lnTo>
                <a:lnTo>
                  <a:pt x="941" y="2481"/>
                </a:lnTo>
                <a:lnTo>
                  <a:pt x="940" y="2481"/>
                </a:lnTo>
                <a:lnTo>
                  <a:pt x="939" y="2481"/>
                </a:lnTo>
                <a:lnTo>
                  <a:pt x="939" y="2480"/>
                </a:lnTo>
                <a:lnTo>
                  <a:pt x="938" y="2481"/>
                </a:lnTo>
                <a:lnTo>
                  <a:pt x="937" y="2481"/>
                </a:lnTo>
                <a:lnTo>
                  <a:pt x="936" y="2481"/>
                </a:lnTo>
                <a:lnTo>
                  <a:pt x="936" y="2482"/>
                </a:lnTo>
                <a:lnTo>
                  <a:pt x="935" y="2482"/>
                </a:lnTo>
                <a:lnTo>
                  <a:pt x="934" y="2482"/>
                </a:lnTo>
                <a:lnTo>
                  <a:pt x="934" y="2483"/>
                </a:lnTo>
                <a:lnTo>
                  <a:pt x="933" y="2483"/>
                </a:lnTo>
                <a:lnTo>
                  <a:pt x="932" y="2483"/>
                </a:lnTo>
                <a:lnTo>
                  <a:pt x="931" y="2483"/>
                </a:lnTo>
                <a:lnTo>
                  <a:pt x="930" y="2483"/>
                </a:lnTo>
                <a:lnTo>
                  <a:pt x="931" y="2483"/>
                </a:lnTo>
                <a:lnTo>
                  <a:pt x="930" y="2483"/>
                </a:lnTo>
                <a:lnTo>
                  <a:pt x="930" y="2484"/>
                </a:lnTo>
                <a:lnTo>
                  <a:pt x="930" y="2485"/>
                </a:lnTo>
                <a:lnTo>
                  <a:pt x="929" y="2485"/>
                </a:lnTo>
                <a:lnTo>
                  <a:pt x="929" y="2486"/>
                </a:lnTo>
                <a:lnTo>
                  <a:pt x="929" y="2487"/>
                </a:lnTo>
                <a:lnTo>
                  <a:pt x="930" y="2487"/>
                </a:lnTo>
                <a:lnTo>
                  <a:pt x="930" y="2488"/>
                </a:lnTo>
                <a:lnTo>
                  <a:pt x="929" y="2488"/>
                </a:lnTo>
                <a:lnTo>
                  <a:pt x="928" y="2488"/>
                </a:lnTo>
                <a:lnTo>
                  <a:pt x="928" y="2489"/>
                </a:lnTo>
                <a:lnTo>
                  <a:pt x="927" y="2489"/>
                </a:lnTo>
                <a:lnTo>
                  <a:pt x="927" y="2488"/>
                </a:lnTo>
                <a:lnTo>
                  <a:pt x="927" y="2489"/>
                </a:lnTo>
                <a:lnTo>
                  <a:pt x="926" y="2489"/>
                </a:lnTo>
                <a:lnTo>
                  <a:pt x="925" y="2489"/>
                </a:lnTo>
                <a:lnTo>
                  <a:pt x="924" y="2489"/>
                </a:lnTo>
                <a:lnTo>
                  <a:pt x="923" y="2489"/>
                </a:lnTo>
                <a:lnTo>
                  <a:pt x="922" y="2489"/>
                </a:lnTo>
                <a:lnTo>
                  <a:pt x="921" y="2489"/>
                </a:lnTo>
                <a:lnTo>
                  <a:pt x="921" y="2490"/>
                </a:lnTo>
                <a:lnTo>
                  <a:pt x="920" y="2490"/>
                </a:lnTo>
                <a:lnTo>
                  <a:pt x="920" y="2491"/>
                </a:lnTo>
                <a:lnTo>
                  <a:pt x="919" y="2491"/>
                </a:lnTo>
                <a:lnTo>
                  <a:pt x="919" y="2492"/>
                </a:lnTo>
                <a:lnTo>
                  <a:pt x="918" y="2492"/>
                </a:lnTo>
                <a:lnTo>
                  <a:pt x="918" y="2493"/>
                </a:lnTo>
                <a:lnTo>
                  <a:pt x="917" y="2493"/>
                </a:lnTo>
                <a:lnTo>
                  <a:pt x="916" y="2493"/>
                </a:lnTo>
                <a:lnTo>
                  <a:pt x="916" y="2494"/>
                </a:lnTo>
                <a:lnTo>
                  <a:pt x="917" y="2494"/>
                </a:lnTo>
                <a:lnTo>
                  <a:pt x="916" y="2494"/>
                </a:lnTo>
                <a:lnTo>
                  <a:pt x="917" y="2494"/>
                </a:lnTo>
                <a:lnTo>
                  <a:pt x="916" y="2494"/>
                </a:lnTo>
                <a:lnTo>
                  <a:pt x="917" y="2494"/>
                </a:lnTo>
                <a:lnTo>
                  <a:pt x="917" y="2495"/>
                </a:lnTo>
                <a:lnTo>
                  <a:pt x="917" y="2496"/>
                </a:lnTo>
                <a:lnTo>
                  <a:pt x="916" y="2496"/>
                </a:lnTo>
                <a:lnTo>
                  <a:pt x="916" y="2497"/>
                </a:lnTo>
                <a:lnTo>
                  <a:pt x="916" y="2496"/>
                </a:lnTo>
                <a:lnTo>
                  <a:pt x="916" y="2497"/>
                </a:lnTo>
                <a:lnTo>
                  <a:pt x="915" y="2497"/>
                </a:lnTo>
                <a:lnTo>
                  <a:pt x="914" y="2497"/>
                </a:lnTo>
                <a:lnTo>
                  <a:pt x="913" y="2497"/>
                </a:lnTo>
                <a:lnTo>
                  <a:pt x="913" y="2496"/>
                </a:lnTo>
                <a:lnTo>
                  <a:pt x="912" y="2496"/>
                </a:lnTo>
                <a:lnTo>
                  <a:pt x="912" y="2495"/>
                </a:lnTo>
                <a:lnTo>
                  <a:pt x="912" y="2496"/>
                </a:lnTo>
                <a:lnTo>
                  <a:pt x="911" y="2496"/>
                </a:lnTo>
                <a:lnTo>
                  <a:pt x="910" y="2496"/>
                </a:lnTo>
                <a:lnTo>
                  <a:pt x="909" y="2496"/>
                </a:lnTo>
                <a:lnTo>
                  <a:pt x="909" y="2495"/>
                </a:lnTo>
                <a:lnTo>
                  <a:pt x="909" y="2494"/>
                </a:lnTo>
                <a:lnTo>
                  <a:pt x="909" y="2493"/>
                </a:lnTo>
                <a:lnTo>
                  <a:pt x="908" y="2493"/>
                </a:lnTo>
                <a:lnTo>
                  <a:pt x="907" y="2493"/>
                </a:lnTo>
                <a:lnTo>
                  <a:pt x="906" y="2493"/>
                </a:lnTo>
                <a:lnTo>
                  <a:pt x="905" y="2493"/>
                </a:lnTo>
                <a:lnTo>
                  <a:pt x="905" y="2492"/>
                </a:lnTo>
                <a:lnTo>
                  <a:pt x="904" y="2492"/>
                </a:lnTo>
                <a:lnTo>
                  <a:pt x="904" y="2491"/>
                </a:lnTo>
                <a:lnTo>
                  <a:pt x="904" y="2490"/>
                </a:lnTo>
                <a:lnTo>
                  <a:pt x="904" y="2489"/>
                </a:lnTo>
                <a:lnTo>
                  <a:pt x="904" y="2488"/>
                </a:lnTo>
                <a:lnTo>
                  <a:pt x="903" y="2488"/>
                </a:lnTo>
                <a:lnTo>
                  <a:pt x="903" y="2487"/>
                </a:lnTo>
                <a:lnTo>
                  <a:pt x="903" y="2488"/>
                </a:lnTo>
                <a:lnTo>
                  <a:pt x="903" y="2487"/>
                </a:lnTo>
                <a:lnTo>
                  <a:pt x="902" y="2487"/>
                </a:lnTo>
                <a:lnTo>
                  <a:pt x="901" y="2487"/>
                </a:lnTo>
                <a:lnTo>
                  <a:pt x="901" y="2486"/>
                </a:lnTo>
                <a:lnTo>
                  <a:pt x="902" y="2486"/>
                </a:lnTo>
                <a:lnTo>
                  <a:pt x="901" y="2486"/>
                </a:lnTo>
                <a:lnTo>
                  <a:pt x="901" y="2485"/>
                </a:lnTo>
                <a:lnTo>
                  <a:pt x="900" y="2485"/>
                </a:lnTo>
                <a:lnTo>
                  <a:pt x="900" y="2486"/>
                </a:lnTo>
                <a:lnTo>
                  <a:pt x="899" y="2486"/>
                </a:lnTo>
                <a:lnTo>
                  <a:pt x="899" y="2485"/>
                </a:lnTo>
                <a:lnTo>
                  <a:pt x="899" y="2484"/>
                </a:lnTo>
                <a:lnTo>
                  <a:pt x="898" y="2484"/>
                </a:lnTo>
                <a:lnTo>
                  <a:pt x="898" y="2483"/>
                </a:lnTo>
                <a:lnTo>
                  <a:pt x="897" y="2483"/>
                </a:lnTo>
                <a:lnTo>
                  <a:pt x="897" y="2482"/>
                </a:lnTo>
                <a:lnTo>
                  <a:pt x="897" y="2481"/>
                </a:lnTo>
                <a:lnTo>
                  <a:pt x="897" y="2480"/>
                </a:lnTo>
                <a:lnTo>
                  <a:pt x="897" y="2479"/>
                </a:lnTo>
                <a:lnTo>
                  <a:pt x="897" y="2478"/>
                </a:lnTo>
                <a:lnTo>
                  <a:pt x="896" y="2478"/>
                </a:lnTo>
                <a:lnTo>
                  <a:pt x="896" y="2477"/>
                </a:lnTo>
                <a:lnTo>
                  <a:pt x="895" y="2477"/>
                </a:lnTo>
                <a:lnTo>
                  <a:pt x="895" y="2476"/>
                </a:lnTo>
                <a:lnTo>
                  <a:pt x="894" y="2476"/>
                </a:lnTo>
                <a:lnTo>
                  <a:pt x="895" y="2476"/>
                </a:lnTo>
                <a:lnTo>
                  <a:pt x="895" y="2475"/>
                </a:lnTo>
                <a:lnTo>
                  <a:pt x="894" y="2475"/>
                </a:lnTo>
                <a:lnTo>
                  <a:pt x="895" y="2475"/>
                </a:lnTo>
                <a:lnTo>
                  <a:pt x="895" y="2474"/>
                </a:lnTo>
                <a:lnTo>
                  <a:pt x="895" y="2473"/>
                </a:lnTo>
                <a:lnTo>
                  <a:pt x="896" y="2473"/>
                </a:lnTo>
                <a:lnTo>
                  <a:pt x="896" y="2472"/>
                </a:lnTo>
                <a:lnTo>
                  <a:pt x="895" y="2472"/>
                </a:lnTo>
                <a:lnTo>
                  <a:pt x="895" y="2471"/>
                </a:lnTo>
                <a:lnTo>
                  <a:pt x="894" y="2471"/>
                </a:lnTo>
                <a:lnTo>
                  <a:pt x="894" y="2470"/>
                </a:lnTo>
                <a:lnTo>
                  <a:pt x="894" y="2471"/>
                </a:lnTo>
                <a:lnTo>
                  <a:pt x="893" y="2471"/>
                </a:lnTo>
                <a:lnTo>
                  <a:pt x="893" y="2470"/>
                </a:lnTo>
                <a:lnTo>
                  <a:pt x="892" y="2470"/>
                </a:lnTo>
                <a:lnTo>
                  <a:pt x="891" y="2470"/>
                </a:lnTo>
                <a:lnTo>
                  <a:pt x="891" y="2469"/>
                </a:lnTo>
                <a:lnTo>
                  <a:pt x="890" y="2469"/>
                </a:lnTo>
                <a:lnTo>
                  <a:pt x="890" y="2468"/>
                </a:lnTo>
                <a:lnTo>
                  <a:pt x="889" y="2468"/>
                </a:lnTo>
                <a:lnTo>
                  <a:pt x="889" y="2467"/>
                </a:lnTo>
                <a:lnTo>
                  <a:pt x="889" y="2466"/>
                </a:lnTo>
                <a:lnTo>
                  <a:pt x="888" y="2466"/>
                </a:lnTo>
                <a:lnTo>
                  <a:pt x="888" y="2465"/>
                </a:lnTo>
                <a:lnTo>
                  <a:pt x="889" y="2465"/>
                </a:lnTo>
                <a:lnTo>
                  <a:pt x="889" y="2464"/>
                </a:lnTo>
                <a:lnTo>
                  <a:pt x="888" y="2464"/>
                </a:lnTo>
                <a:lnTo>
                  <a:pt x="889" y="2464"/>
                </a:lnTo>
                <a:lnTo>
                  <a:pt x="889" y="2463"/>
                </a:lnTo>
                <a:lnTo>
                  <a:pt x="888" y="2463"/>
                </a:lnTo>
                <a:lnTo>
                  <a:pt x="887" y="2463"/>
                </a:lnTo>
                <a:lnTo>
                  <a:pt x="887" y="2462"/>
                </a:lnTo>
                <a:lnTo>
                  <a:pt x="886" y="2462"/>
                </a:lnTo>
                <a:lnTo>
                  <a:pt x="885" y="2462"/>
                </a:lnTo>
                <a:lnTo>
                  <a:pt x="885" y="2463"/>
                </a:lnTo>
                <a:lnTo>
                  <a:pt x="884" y="2463"/>
                </a:lnTo>
                <a:lnTo>
                  <a:pt x="884" y="2462"/>
                </a:lnTo>
                <a:lnTo>
                  <a:pt x="883" y="2462"/>
                </a:lnTo>
                <a:lnTo>
                  <a:pt x="883" y="2463"/>
                </a:lnTo>
                <a:lnTo>
                  <a:pt x="882" y="2463"/>
                </a:lnTo>
                <a:lnTo>
                  <a:pt x="882" y="2462"/>
                </a:lnTo>
                <a:lnTo>
                  <a:pt x="881" y="2462"/>
                </a:lnTo>
                <a:lnTo>
                  <a:pt x="881" y="2461"/>
                </a:lnTo>
                <a:lnTo>
                  <a:pt x="881" y="2460"/>
                </a:lnTo>
                <a:lnTo>
                  <a:pt x="881" y="2459"/>
                </a:lnTo>
                <a:lnTo>
                  <a:pt x="880" y="2459"/>
                </a:lnTo>
                <a:lnTo>
                  <a:pt x="880" y="2458"/>
                </a:lnTo>
                <a:lnTo>
                  <a:pt x="881" y="2458"/>
                </a:lnTo>
                <a:lnTo>
                  <a:pt x="881" y="2457"/>
                </a:lnTo>
                <a:lnTo>
                  <a:pt x="880" y="2457"/>
                </a:lnTo>
                <a:lnTo>
                  <a:pt x="881" y="2457"/>
                </a:lnTo>
                <a:lnTo>
                  <a:pt x="882" y="2457"/>
                </a:lnTo>
                <a:lnTo>
                  <a:pt x="883" y="2457"/>
                </a:lnTo>
                <a:lnTo>
                  <a:pt x="883" y="2456"/>
                </a:lnTo>
                <a:lnTo>
                  <a:pt x="882" y="2456"/>
                </a:lnTo>
                <a:lnTo>
                  <a:pt x="882" y="2455"/>
                </a:lnTo>
                <a:lnTo>
                  <a:pt x="882" y="2456"/>
                </a:lnTo>
                <a:lnTo>
                  <a:pt x="881" y="2456"/>
                </a:lnTo>
                <a:lnTo>
                  <a:pt x="881" y="2455"/>
                </a:lnTo>
                <a:lnTo>
                  <a:pt x="880" y="2455"/>
                </a:lnTo>
                <a:lnTo>
                  <a:pt x="879" y="2455"/>
                </a:lnTo>
                <a:lnTo>
                  <a:pt x="878" y="2455"/>
                </a:lnTo>
                <a:lnTo>
                  <a:pt x="878" y="2454"/>
                </a:lnTo>
                <a:lnTo>
                  <a:pt x="877" y="2454"/>
                </a:lnTo>
                <a:lnTo>
                  <a:pt x="877" y="2453"/>
                </a:lnTo>
                <a:lnTo>
                  <a:pt x="877" y="2452"/>
                </a:lnTo>
                <a:lnTo>
                  <a:pt x="876" y="2452"/>
                </a:lnTo>
                <a:lnTo>
                  <a:pt x="875" y="2452"/>
                </a:lnTo>
                <a:lnTo>
                  <a:pt x="875" y="2451"/>
                </a:lnTo>
                <a:lnTo>
                  <a:pt x="874" y="2451"/>
                </a:lnTo>
                <a:lnTo>
                  <a:pt x="874" y="2452"/>
                </a:lnTo>
                <a:lnTo>
                  <a:pt x="874" y="2451"/>
                </a:lnTo>
                <a:lnTo>
                  <a:pt x="874" y="2452"/>
                </a:lnTo>
                <a:lnTo>
                  <a:pt x="874" y="2453"/>
                </a:lnTo>
                <a:lnTo>
                  <a:pt x="873" y="2453"/>
                </a:lnTo>
                <a:lnTo>
                  <a:pt x="872" y="2453"/>
                </a:lnTo>
                <a:lnTo>
                  <a:pt x="872" y="2452"/>
                </a:lnTo>
                <a:lnTo>
                  <a:pt x="872" y="2451"/>
                </a:lnTo>
                <a:lnTo>
                  <a:pt x="872" y="2450"/>
                </a:lnTo>
                <a:lnTo>
                  <a:pt x="871" y="2450"/>
                </a:lnTo>
                <a:lnTo>
                  <a:pt x="870" y="2450"/>
                </a:lnTo>
                <a:lnTo>
                  <a:pt x="869" y="2450"/>
                </a:lnTo>
                <a:lnTo>
                  <a:pt x="868" y="2450"/>
                </a:lnTo>
                <a:lnTo>
                  <a:pt x="868" y="2449"/>
                </a:lnTo>
                <a:lnTo>
                  <a:pt x="868" y="2450"/>
                </a:lnTo>
                <a:lnTo>
                  <a:pt x="868" y="2451"/>
                </a:lnTo>
                <a:lnTo>
                  <a:pt x="867" y="2451"/>
                </a:lnTo>
                <a:lnTo>
                  <a:pt x="867" y="2450"/>
                </a:lnTo>
                <a:lnTo>
                  <a:pt x="867" y="2451"/>
                </a:lnTo>
                <a:lnTo>
                  <a:pt x="866" y="2451"/>
                </a:lnTo>
                <a:lnTo>
                  <a:pt x="865" y="2451"/>
                </a:lnTo>
                <a:lnTo>
                  <a:pt x="865" y="2452"/>
                </a:lnTo>
                <a:lnTo>
                  <a:pt x="866" y="2452"/>
                </a:lnTo>
                <a:lnTo>
                  <a:pt x="865" y="2452"/>
                </a:lnTo>
                <a:lnTo>
                  <a:pt x="864" y="2452"/>
                </a:lnTo>
                <a:lnTo>
                  <a:pt x="864" y="2451"/>
                </a:lnTo>
                <a:lnTo>
                  <a:pt x="863" y="2451"/>
                </a:lnTo>
                <a:lnTo>
                  <a:pt x="863" y="2450"/>
                </a:lnTo>
                <a:lnTo>
                  <a:pt x="862" y="2450"/>
                </a:lnTo>
                <a:lnTo>
                  <a:pt x="862" y="2449"/>
                </a:lnTo>
                <a:lnTo>
                  <a:pt x="861" y="2449"/>
                </a:lnTo>
                <a:lnTo>
                  <a:pt x="861" y="2448"/>
                </a:lnTo>
                <a:lnTo>
                  <a:pt x="861" y="2447"/>
                </a:lnTo>
                <a:lnTo>
                  <a:pt x="860" y="2447"/>
                </a:lnTo>
                <a:lnTo>
                  <a:pt x="859" y="2447"/>
                </a:lnTo>
                <a:lnTo>
                  <a:pt x="859" y="2446"/>
                </a:lnTo>
                <a:lnTo>
                  <a:pt x="858" y="2446"/>
                </a:lnTo>
                <a:lnTo>
                  <a:pt x="858" y="2445"/>
                </a:lnTo>
                <a:lnTo>
                  <a:pt x="858" y="2446"/>
                </a:lnTo>
                <a:lnTo>
                  <a:pt x="857" y="2446"/>
                </a:lnTo>
                <a:lnTo>
                  <a:pt x="856" y="2446"/>
                </a:lnTo>
                <a:lnTo>
                  <a:pt x="856" y="2445"/>
                </a:lnTo>
                <a:lnTo>
                  <a:pt x="856" y="2446"/>
                </a:lnTo>
                <a:lnTo>
                  <a:pt x="855" y="2446"/>
                </a:lnTo>
                <a:lnTo>
                  <a:pt x="854" y="2446"/>
                </a:lnTo>
                <a:lnTo>
                  <a:pt x="853" y="2446"/>
                </a:lnTo>
                <a:lnTo>
                  <a:pt x="853" y="2445"/>
                </a:lnTo>
                <a:lnTo>
                  <a:pt x="852" y="2445"/>
                </a:lnTo>
                <a:lnTo>
                  <a:pt x="852" y="2444"/>
                </a:lnTo>
                <a:lnTo>
                  <a:pt x="852" y="2443"/>
                </a:lnTo>
                <a:lnTo>
                  <a:pt x="853" y="2443"/>
                </a:lnTo>
                <a:lnTo>
                  <a:pt x="852" y="2443"/>
                </a:lnTo>
                <a:lnTo>
                  <a:pt x="852" y="2442"/>
                </a:lnTo>
                <a:lnTo>
                  <a:pt x="851" y="2442"/>
                </a:lnTo>
                <a:lnTo>
                  <a:pt x="850" y="2442"/>
                </a:lnTo>
                <a:lnTo>
                  <a:pt x="849" y="2442"/>
                </a:lnTo>
                <a:lnTo>
                  <a:pt x="848" y="2442"/>
                </a:lnTo>
                <a:lnTo>
                  <a:pt x="847" y="2442"/>
                </a:lnTo>
                <a:lnTo>
                  <a:pt x="847" y="2443"/>
                </a:lnTo>
                <a:lnTo>
                  <a:pt x="846" y="2443"/>
                </a:lnTo>
                <a:lnTo>
                  <a:pt x="845" y="2443"/>
                </a:lnTo>
                <a:lnTo>
                  <a:pt x="845" y="2444"/>
                </a:lnTo>
                <a:lnTo>
                  <a:pt x="844" y="2444"/>
                </a:lnTo>
                <a:lnTo>
                  <a:pt x="844" y="2443"/>
                </a:lnTo>
                <a:lnTo>
                  <a:pt x="843" y="2443"/>
                </a:lnTo>
                <a:lnTo>
                  <a:pt x="842" y="2443"/>
                </a:lnTo>
                <a:lnTo>
                  <a:pt x="841" y="2443"/>
                </a:lnTo>
                <a:lnTo>
                  <a:pt x="841" y="2442"/>
                </a:lnTo>
                <a:lnTo>
                  <a:pt x="841" y="2441"/>
                </a:lnTo>
                <a:lnTo>
                  <a:pt x="841" y="2440"/>
                </a:lnTo>
                <a:lnTo>
                  <a:pt x="840" y="2440"/>
                </a:lnTo>
                <a:lnTo>
                  <a:pt x="839" y="2440"/>
                </a:lnTo>
                <a:lnTo>
                  <a:pt x="838" y="2440"/>
                </a:lnTo>
                <a:lnTo>
                  <a:pt x="838" y="2439"/>
                </a:lnTo>
                <a:lnTo>
                  <a:pt x="837" y="2439"/>
                </a:lnTo>
                <a:lnTo>
                  <a:pt x="836" y="2439"/>
                </a:lnTo>
                <a:lnTo>
                  <a:pt x="836" y="2438"/>
                </a:lnTo>
                <a:lnTo>
                  <a:pt x="836" y="2437"/>
                </a:lnTo>
                <a:lnTo>
                  <a:pt x="836" y="2436"/>
                </a:lnTo>
                <a:lnTo>
                  <a:pt x="835" y="2436"/>
                </a:lnTo>
                <a:lnTo>
                  <a:pt x="835" y="2435"/>
                </a:lnTo>
                <a:lnTo>
                  <a:pt x="834" y="2435"/>
                </a:lnTo>
                <a:lnTo>
                  <a:pt x="833" y="2435"/>
                </a:lnTo>
                <a:lnTo>
                  <a:pt x="832" y="2435"/>
                </a:lnTo>
                <a:lnTo>
                  <a:pt x="831" y="2435"/>
                </a:lnTo>
                <a:lnTo>
                  <a:pt x="831" y="2436"/>
                </a:lnTo>
                <a:lnTo>
                  <a:pt x="830" y="2436"/>
                </a:lnTo>
                <a:lnTo>
                  <a:pt x="829" y="2436"/>
                </a:lnTo>
                <a:lnTo>
                  <a:pt x="829" y="2435"/>
                </a:lnTo>
                <a:lnTo>
                  <a:pt x="829" y="2434"/>
                </a:lnTo>
                <a:lnTo>
                  <a:pt x="830" y="2434"/>
                </a:lnTo>
                <a:lnTo>
                  <a:pt x="830" y="2433"/>
                </a:lnTo>
                <a:lnTo>
                  <a:pt x="830" y="2432"/>
                </a:lnTo>
                <a:lnTo>
                  <a:pt x="831" y="2433"/>
                </a:lnTo>
                <a:lnTo>
                  <a:pt x="831" y="2432"/>
                </a:lnTo>
                <a:lnTo>
                  <a:pt x="832" y="2432"/>
                </a:lnTo>
                <a:lnTo>
                  <a:pt x="833" y="2432"/>
                </a:lnTo>
                <a:lnTo>
                  <a:pt x="833" y="2431"/>
                </a:lnTo>
                <a:lnTo>
                  <a:pt x="834" y="2431"/>
                </a:lnTo>
                <a:lnTo>
                  <a:pt x="834" y="2430"/>
                </a:lnTo>
                <a:lnTo>
                  <a:pt x="833" y="2430"/>
                </a:lnTo>
                <a:lnTo>
                  <a:pt x="833" y="2429"/>
                </a:lnTo>
                <a:lnTo>
                  <a:pt x="833" y="2428"/>
                </a:lnTo>
                <a:lnTo>
                  <a:pt x="832" y="2428"/>
                </a:lnTo>
                <a:lnTo>
                  <a:pt x="831" y="2428"/>
                </a:lnTo>
                <a:lnTo>
                  <a:pt x="831" y="2427"/>
                </a:lnTo>
                <a:lnTo>
                  <a:pt x="830" y="2427"/>
                </a:lnTo>
                <a:lnTo>
                  <a:pt x="830" y="2426"/>
                </a:lnTo>
                <a:lnTo>
                  <a:pt x="829" y="2426"/>
                </a:lnTo>
                <a:lnTo>
                  <a:pt x="829" y="2427"/>
                </a:lnTo>
                <a:lnTo>
                  <a:pt x="828" y="2427"/>
                </a:lnTo>
                <a:lnTo>
                  <a:pt x="827" y="2427"/>
                </a:lnTo>
                <a:lnTo>
                  <a:pt x="827" y="2428"/>
                </a:lnTo>
                <a:lnTo>
                  <a:pt x="827" y="2427"/>
                </a:lnTo>
                <a:lnTo>
                  <a:pt x="827" y="2428"/>
                </a:lnTo>
                <a:lnTo>
                  <a:pt x="826" y="2428"/>
                </a:lnTo>
                <a:lnTo>
                  <a:pt x="825" y="2428"/>
                </a:lnTo>
                <a:lnTo>
                  <a:pt x="824" y="2428"/>
                </a:lnTo>
                <a:lnTo>
                  <a:pt x="823" y="2428"/>
                </a:lnTo>
                <a:lnTo>
                  <a:pt x="823" y="2427"/>
                </a:lnTo>
                <a:lnTo>
                  <a:pt x="824" y="2427"/>
                </a:lnTo>
                <a:lnTo>
                  <a:pt x="824" y="2426"/>
                </a:lnTo>
                <a:lnTo>
                  <a:pt x="825" y="2426"/>
                </a:lnTo>
                <a:lnTo>
                  <a:pt x="825" y="2425"/>
                </a:lnTo>
                <a:lnTo>
                  <a:pt x="825" y="2424"/>
                </a:lnTo>
                <a:lnTo>
                  <a:pt x="824" y="2424"/>
                </a:lnTo>
                <a:lnTo>
                  <a:pt x="823" y="2424"/>
                </a:lnTo>
                <a:lnTo>
                  <a:pt x="823" y="2423"/>
                </a:lnTo>
                <a:lnTo>
                  <a:pt x="822" y="2423"/>
                </a:lnTo>
                <a:lnTo>
                  <a:pt x="821" y="2423"/>
                </a:lnTo>
                <a:lnTo>
                  <a:pt x="821" y="2422"/>
                </a:lnTo>
                <a:lnTo>
                  <a:pt x="821" y="2421"/>
                </a:lnTo>
                <a:lnTo>
                  <a:pt x="820" y="2421"/>
                </a:lnTo>
                <a:lnTo>
                  <a:pt x="820" y="2420"/>
                </a:lnTo>
                <a:lnTo>
                  <a:pt x="820" y="2419"/>
                </a:lnTo>
                <a:lnTo>
                  <a:pt x="819" y="2419"/>
                </a:lnTo>
                <a:lnTo>
                  <a:pt x="818" y="2419"/>
                </a:lnTo>
                <a:lnTo>
                  <a:pt x="818" y="2418"/>
                </a:lnTo>
                <a:lnTo>
                  <a:pt x="818" y="2417"/>
                </a:lnTo>
                <a:lnTo>
                  <a:pt x="818" y="2416"/>
                </a:lnTo>
                <a:lnTo>
                  <a:pt x="817" y="2416"/>
                </a:lnTo>
                <a:lnTo>
                  <a:pt x="817" y="2415"/>
                </a:lnTo>
                <a:lnTo>
                  <a:pt x="816" y="2415"/>
                </a:lnTo>
                <a:lnTo>
                  <a:pt x="815" y="2415"/>
                </a:lnTo>
                <a:lnTo>
                  <a:pt x="815" y="2414"/>
                </a:lnTo>
                <a:lnTo>
                  <a:pt x="815" y="2415"/>
                </a:lnTo>
                <a:lnTo>
                  <a:pt x="814" y="2415"/>
                </a:lnTo>
                <a:lnTo>
                  <a:pt x="814" y="2416"/>
                </a:lnTo>
                <a:lnTo>
                  <a:pt x="813" y="2416"/>
                </a:lnTo>
                <a:lnTo>
                  <a:pt x="813" y="2417"/>
                </a:lnTo>
                <a:lnTo>
                  <a:pt x="812" y="2417"/>
                </a:lnTo>
                <a:lnTo>
                  <a:pt x="812" y="2416"/>
                </a:lnTo>
                <a:lnTo>
                  <a:pt x="811" y="2416"/>
                </a:lnTo>
                <a:lnTo>
                  <a:pt x="810" y="2416"/>
                </a:lnTo>
                <a:lnTo>
                  <a:pt x="810" y="2415"/>
                </a:lnTo>
                <a:lnTo>
                  <a:pt x="810" y="2414"/>
                </a:lnTo>
                <a:lnTo>
                  <a:pt x="809" y="2414"/>
                </a:lnTo>
                <a:lnTo>
                  <a:pt x="809" y="2413"/>
                </a:lnTo>
                <a:lnTo>
                  <a:pt x="808" y="2413"/>
                </a:lnTo>
                <a:lnTo>
                  <a:pt x="808" y="2414"/>
                </a:lnTo>
                <a:lnTo>
                  <a:pt x="808" y="2413"/>
                </a:lnTo>
                <a:lnTo>
                  <a:pt x="807" y="2413"/>
                </a:lnTo>
                <a:lnTo>
                  <a:pt x="806" y="2413"/>
                </a:lnTo>
                <a:lnTo>
                  <a:pt x="806" y="2412"/>
                </a:lnTo>
                <a:lnTo>
                  <a:pt x="806" y="2413"/>
                </a:lnTo>
                <a:lnTo>
                  <a:pt x="806" y="2412"/>
                </a:lnTo>
                <a:lnTo>
                  <a:pt x="805" y="2412"/>
                </a:lnTo>
                <a:lnTo>
                  <a:pt x="805" y="2411"/>
                </a:lnTo>
                <a:lnTo>
                  <a:pt x="804" y="2411"/>
                </a:lnTo>
                <a:lnTo>
                  <a:pt x="804" y="2410"/>
                </a:lnTo>
                <a:lnTo>
                  <a:pt x="803" y="2410"/>
                </a:lnTo>
                <a:lnTo>
                  <a:pt x="803" y="2409"/>
                </a:lnTo>
                <a:lnTo>
                  <a:pt x="802" y="2409"/>
                </a:lnTo>
                <a:lnTo>
                  <a:pt x="801" y="2409"/>
                </a:lnTo>
                <a:lnTo>
                  <a:pt x="801" y="2410"/>
                </a:lnTo>
                <a:lnTo>
                  <a:pt x="800" y="2410"/>
                </a:lnTo>
                <a:lnTo>
                  <a:pt x="800" y="2409"/>
                </a:lnTo>
                <a:lnTo>
                  <a:pt x="799" y="2409"/>
                </a:lnTo>
                <a:lnTo>
                  <a:pt x="798" y="2409"/>
                </a:lnTo>
                <a:lnTo>
                  <a:pt x="798" y="2408"/>
                </a:lnTo>
                <a:lnTo>
                  <a:pt x="798" y="2407"/>
                </a:lnTo>
                <a:lnTo>
                  <a:pt x="797" y="2407"/>
                </a:lnTo>
                <a:lnTo>
                  <a:pt x="796" y="2407"/>
                </a:lnTo>
                <a:lnTo>
                  <a:pt x="796" y="2406"/>
                </a:lnTo>
                <a:lnTo>
                  <a:pt x="796" y="2407"/>
                </a:lnTo>
                <a:lnTo>
                  <a:pt x="795" y="2407"/>
                </a:lnTo>
                <a:lnTo>
                  <a:pt x="795" y="2408"/>
                </a:lnTo>
                <a:lnTo>
                  <a:pt x="794" y="2408"/>
                </a:lnTo>
                <a:lnTo>
                  <a:pt x="794" y="2407"/>
                </a:lnTo>
                <a:lnTo>
                  <a:pt x="793" y="2407"/>
                </a:lnTo>
                <a:lnTo>
                  <a:pt x="793" y="2406"/>
                </a:lnTo>
                <a:lnTo>
                  <a:pt x="793" y="2405"/>
                </a:lnTo>
                <a:lnTo>
                  <a:pt x="792" y="2405"/>
                </a:lnTo>
                <a:lnTo>
                  <a:pt x="791" y="2405"/>
                </a:lnTo>
                <a:lnTo>
                  <a:pt x="790" y="2405"/>
                </a:lnTo>
                <a:lnTo>
                  <a:pt x="790" y="2404"/>
                </a:lnTo>
                <a:lnTo>
                  <a:pt x="789" y="2404"/>
                </a:lnTo>
                <a:lnTo>
                  <a:pt x="788" y="2404"/>
                </a:lnTo>
                <a:lnTo>
                  <a:pt x="788" y="2405"/>
                </a:lnTo>
                <a:lnTo>
                  <a:pt x="787" y="2405"/>
                </a:lnTo>
                <a:lnTo>
                  <a:pt x="787" y="2404"/>
                </a:lnTo>
                <a:lnTo>
                  <a:pt x="786" y="2405"/>
                </a:lnTo>
                <a:lnTo>
                  <a:pt x="785" y="2405"/>
                </a:lnTo>
                <a:lnTo>
                  <a:pt x="785" y="2404"/>
                </a:lnTo>
                <a:lnTo>
                  <a:pt x="784" y="2404"/>
                </a:lnTo>
                <a:lnTo>
                  <a:pt x="784" y="2405"/>
                </a:lnTo>
                <a:lnTo>
                  <a:pt x="783" y="2405"/>
                </a:lnTo>
                <a:lnTo>
                  <a:pt x="783" y="2404"/>
                </a:lnTo>
                <a:lnTo>
                  <a:pt x="782" y="2404"/>
                </a:lnTo>
                <a:lnTo>
                  <a:pt x="782" y="2403"/>
                </a:lnTo>
                <a:lnTo>
                  <a:pt x="783" y="2403"/>
                </a:lnTo>
                <a:lnTo>
                  <a:pt x="783" y="2402"/>
                </a:lnTo>
                <a:lnTo>
                  <a:pt x="784" y="2402"/>
                </a:lnTo>
                <a:lnTo>
                  <a:pt x="783" y="2401"/>
                </a:lnTo>
                <a:lnTo>
                  <a:pt x="784" y="2401"/>
                </a:lnTo>
                <a:lnTo>
                  <a:pt x="784" y="2400"/>
                </a:lnTo>
                <a:lnTo>
                  <a:pt x="783" y="2400"/>
                </a:lnTo>
                <a:lnTo>
                  <a:pt x="783" y="2399"/>
                </a:lnTo>
                <a:lnTo>
                  <a:pt x="783" y="2398"/>
                </a:lnTo>
                <a:lnTo>
                  <a:pt x="784" y="2398"/>
                </a:lnTo>
                <a:lnTo>
                  <a:pt x="785" y="2398"/>
                </a:lnTo>
                <a:lnTo>
                  <a:pt x="785" y="2397"/>
                </a:lnTo>
                <a:lnTo>
                  <a:pt x="785" y="2398"/>
                </a:lnTo>
                <a:lnTo>
                  <a:pt x="785" y="2397"/>
                </a:lnTo>
                <a:lnTo>
                  <a:pt x="785" y="2396"/>
                </a:lnTo>
                <a:lnTo>
                  <a:pt x="786" y="2396"/>
                </a:lnTo>
                <a:lnTo>
                  <a:pt x="785" y="2396"/>
                </a:lnTo>
                <a:lnTo>
                  <a:pt x="785" y="2395"/>
                </a:lnTo>
                <a:lnTo>
                  <a:pt x="784" y="2395"/>
                </a:lnTo>
                <a:lnTo>
                  <a:pt x="784" y="2394"/>
                </a:lnTo>
                <a:lnTo>
                  <a:pt x="784" y="2393"/>
                </a:lnTo>
                <a:lnTo>
                  <a:pt x="784" y="2392"/>
                </a:lnTo>
                <a:lnTo>
                  <a:pt x="782" y="2392"/>
                </a:lnTo>
                <a:lnTo>
                  <a:pt x="781" y="2392"/>
                </a:lnTo>
                <a:lnTo>
                  <a:pt x="780" y="2392"/>
                </a:lnTo>
                <a:lnTo>
                  <a:pt x="780" y="2391"/>
                </a:lnTo>
                <a:lnTo>
                  <a:pt x="779" y="2391"/>
                </a:lnTo>
                <a:lnTo>
                  <a:pt x="779" y="2390"/>
                </a:lnTo>
                <a:lnTo>
                  <a:pt x="779" y="2389"/>
                </a:lnTo>
                <a:lnTo>
                  <a:pt x="779" y="2388"/>
                </a:lnTo>
                <a:lnTo>
                  <a:pt x="778" y="2388"/>
                </a:lnTo>
                <a:lnTo>
                  <a:pt x="777" y="2388"/>
                </a:lnTo>
                <a:lnTo>
                  <a:pt x="776" y="2388"/>
                </a:lnTo>
                <a:lnTo>
                  <a:pt x="776" y="2387"/>
                </a:lnTo>
                <a:lnTo>
                  <a:pt x="777" y="2387"/>
                </a:lnTo>
                <a:lnTo>
                  <a:pt x="777" y="2386"/>
                </a:lnTo>
                <a:lnTo>
                  <a:pt x="777" y="2385"/>
                </a:lnTo>
                <a:lnTo>
                  <a:pt x="778" y="2385"/>
                </a:lnTo>
                <a:lnTo>
                  <a:pt x="778" y="2384"/>
                </a:lnTo>
                <a:lnTo>
                  <a:pt x="778" y="2383"/>
                </a:lnTo>
                <a:lnTo>
                  <a:pt x="777" y="2383"/>
                </a:lnTo>
                <a:lnTo>
                  <a:pt x="777" y="2382"/>
                </a:lnTo>
                <a:lnTo>
                  <a:pt x="778" y="2382"/>
                </a:lnTo>
                <a:lnTo>
                  <a:pt x="778" y="2381"/>
                </a:lnTo>
                <a:lnTo>
                  <a:pt x="778" y="2380"/>
                </a:lnTo>
                <a:lnTo>
                  <a:pt x="779" y="2380"/>
                </a:lnTo>
                <a:lnTo>
                  <a:pt x="778" y="2380"/>
                </a:lnTo>
                <a:lnTo>
                  <a:pt x="778" y="2379"/>
                </a:lnTo>
                <a:lnTo>
                  <a:pt x="778" y="2378"/>
                </a:lnTo>
                <a:lnTo>
                  <a:pt x="777" y="2378"/>
                </a:lnTo>
                <a:lnTo>
                  <a:pt x="777" y="2377"/>
                </a:lnTo>
                <a:lnTo>
                  <a:pt x="777" y="2376"/>
                </a:lnTo>
                <a:lnTo>
                  <a:pt x="776" y="2376"/>
                </a:lnTo>
                <a:lnTo>
                  <a:pt x="775" y="2376"/>
                </a:lnTo>
                <a:lnTo>
                  <a:pt x="775" y="2375"/>
                </a:lnTo>
                <a:lnTo>
                  <a:pt x="774" y="2375"/>
                </a:lnTo>
                <a:lnTo>
                  <a:pt x="773" y="2375"/>
                </a:lnTo>
                <a:lnTo>
                  <a:pt x="773" y="2376"/>
                </a:lnTo>
                <a:lnTo>
                  <a:pt x="772" y="2376"/>
                </a:lnTo>
                <a:lnTo>
                  <a:pt x="772" y="2377"/>
                </a:lnTo>
                <a:lnTo>
                  <a:pt x="771" y="2377"/>
                </a:lnTo>
                <a:lnTo>
                  <a:pt x="770" y="2377"/>
                </a:lnTo>
                <a:lnTo>
                  <a:pt x="769" y="2377"/>
                </a:lnTo>
                <a:lnTo>
                  <a:pt x="769" y="2376"/>
                </a:lnTo>
                <a:lnTo>
                  <a:pt x="768" y="2376"/>
                </a:lnTo>
                <a:lnTo>
                  <a:pt x="768" y="2377"/>
                </a:lnTo>
                <a:lnTo>
                  <a:pt x="768" y="2378"/>
                </a:lnTo>
                <a:lnTo>
                  <a:pt x="767" y="2378"/>
                </a:lnTo>
                <a:lnTo>
                  <a:pt x="767" y="2379"/>
                </a:lnTo>
                <a:lnTo>
                  <a:pt x="767" y="2378"/>
                </a:lnTo>
                <a:lnTo>
                  <a:pt x="766" y="2379"/>
                </a:lnTo>
                <a:lnTo>
                  <a:pt x="766" y="2378"/>
                </a:lnTo>
                <a:lnTo>
                  <a:pt x="765" y="2378"/>
                </a:lnTo>
                <a:lnTo>
                  <a:pt x="765" y="2377"/>
                </a:lnTo>
                <a:lnTo>
                  <a:pt x="764" y="2377"/>
                </a:lnTo>
                <a:lnTo>
                  <a:pt x="763" y="2377"/>
                </a:lnTo>
                <a:lnTo>
                  <a:pt x="763" y="2376"/>
                </a:lnTo>
                <a:lnTo>
                  <a:pt x="764" y="2376"/>
                </a:lnTo>
                <a:lnTo>
                  <a:pt x="764" y="2375"/>
                </a:lnTo>
                <a:lnTo>
                  <a:pt x="763" y="2375"/>
                </a:lnTo>
                <a:lnTo>
                  <a:pt x="762" y="2375"/>
                </a:lnTo>
                <a:lnTo>
                  <a:pt x="762" y="2376"/>
                </a:lnTo>
                <a:lnTo>
                  <a:pt x="761" y="2376"/>
                </a:lnTo>
                <a:lnTo>
                  <a:pt x="760" y="2376"/>
                </a:lnTo>
                <a:lnTo>
                  <a:pt x="759" y="2376"/>
                </a:lnTo>
                <a:lnTo>
                  <a:pt x="759" y="2375"/>
                </a:lnTo>
                <a:lnTo>
                  <a:pt x="758" y="2375"/>
                </a:lnTo>
                <a:lnTo>
                  <a:pt x="757" y="2375"/>
                </a:lnTo>
                <a:lnTo>
                  <a:pt x="757" y="2374"/>
                </a:lnTo>
                <a:lnTo>
                  <a:pt x="757" y="2375"/>
                </a:lnTo>
                <a:lnTo>
                  <a:pt x="757" y="2374"/>
                </a:lnTo>
                <a:lnTo>
                  <a:pt x="756" y="2374"/>
                </a:lnTo>
                <a:lnTo>
                  <a:pt x="756" y="2373"/>
                </a:lnTo>
                <a:lnTo>
                  <a:pt x="755" y="2373"/>
                </a:lnTo>
                <a:lnTo>
                  <a:pt x="754" y="2373"/>
                </a:lnTo>
                <a:lnTo>
                  <a:pt x="753" y="2373"/>
                </a:lnTo>
                <a:lnTo>
                  <a:pt x="751" y="2373"/>
                </a:lnTo>
                <a:lnTo>
                  <a:pt x="751" y="2372"/>
                </a:lnTo>
                <a:lnTo>
                  <a:pt x="750" y="2372"/>
                </a:lnTo>
                <a:lnTo>
                  <a:pt x="749" y="2372"/>
                </a:lnTo>
                <a:lnTo>
                  <a:pt x="748" y="2372"/>
                </a:lnTo>
                <a:lnTo>
                  <a:pt x="747" y="2372"/>
                </a:lnTo>
                <a:lnTo>
                  <a:pt x="746" y="2372"/>
                </a:lnTo>
                <a:lnTo>
                  <a:pt x="745" y="2372"/>
                </a:lnTo>
                <a:lnTo>
                  <a:pt x="744" y="2372"/>
                </a:lnTo>
                <a:lnTo>
                  <a:pt x="744" y="2371"/>
                </a:lnTo>
                <a:lnTo>
                  <a:pt x="743" y="2371"/>
                </a:lnTo>
                <a:lnTo>
                  <a:pt x="743" y="2370"/>
                </a:lnTo>
                <a:lnTo>
                  <a:pt x="743" y="2369"/>
                </a:lnTo>
                <a:lnTo>
                  <a:pt x="741" y="2369"/>
                </a:lnTo>
                <a:lnTo>
                  <a:pt x="740" y="2369"/>
                </a:lnTo>
                <a:lnTo>
                  <a:pt x="740" y="2368"/>
                </a:lnTo>
                <a:lnTo>
                  <a:pt x="739" y="2368"/>
                </a:lnTo>
                <a:lnTo>
                  <a:pt x="738" y="2368"/>
                </a:lnTo>
                <a:lnTo>
                  <a:pt x="737" y="2368"/>
                </a:lnTo>
                <a:lnTo>
                  <a:pt x="737" y="2367"/>
                </a:lnTo>
                <a:lnTo>
                  <a:pt x="736" y="2367"/>
                </a:lnTo>
                <a:lnTo>
                  <a:pt x="735" y="2367"/>
                </a:lnTo>
                <a:lnTo>
                  <a:pt x="735" y="2366"/>
                </a:lnTo>
                <a:lnTo>
                  <a:pt x="734" y="2366"/>
                </a:lnTo>
                <a:lnTo>
                  <a:pt x="733" y="2366"/>
                </a:lnTo>
                <a:lnTo>
                  <a:pt x="733" y="2367"/>
                </a:lnTo>
                <a:lnTo>
                  <a:pt x="733" y="2368"/>
                </a:lnTo>
                <a:lnTo>
                  <a:pt x="733" y="2369"/>
                </a:lnTo>
                <a:lnTo>
                  <a:pt x="732" y="2369"/>
                </a:lnTo>
                <a:lnTo>
                  <a:pt x="731" y="2369"/>
                </a:lnTo>
                <a:lnTo>
                  <a:pt x="730" y="2369"/>
                </a:lnTo>
                <a:lnTo>
                  <a:pt x="730" y="2368"/>
                </a:lnTo>
                <a:lnTo>
                  <a:pt x="729" y="2368"/>
                </a:lnTo>
                <a:lnTo>
                  <a:pt x="728" y="2368"/>
                </a:lnTo>
                <a:lnTo>
                  <a:pt x="727" y="2368"/>
                </a:lnTo>
                <a:lnTo>
                  <a:pt x="727" y="2369"/>
                </a:lnTo>
                <a:lnTo>
                  <a:pt x="727" y="2370"/>
                </a:lnTo>
                <a:lnTo>
                  <a:pt x="727" y="2371"/>
                </a:lnTo>
                <a:lnTo>
                  <a:pt x="727" y="2372"/>
                </a:lnTo>
                <a:lnTo>
                  <a:pt x="727" y="2373"/>
                </a:lnTo>
                <a:lnTo>
                  <a:pt x="727" y="2374"/>
                </a:lnTo>
                <a:lnTo>
                  <a:pt x="727" y="2373"/>
                </a:lnTo>
                <a:lnTo>
                  <a:pt x="726" y="2373"/>
                </a:lnTo>
                <a:lnTo>
                  <a:pt x="725" y="2373"/>
                </a:lnTo>
                <a:lnTo>
                  <a:pt x="724" y="2373"/>
                </a:lnTo>
                <a:lnTo>
                  <a:pt x="723" y="2373"/>
                </a:lnTo>
                <a:lnTo>
                  <a:pt x="723" y="2372"/>
                </a:lnTo>
                <a:lnTo>
                  <a:pt x="722" y="2372"/>
                </a:lnTo>
                <a:lnTo>
                  <a:pt x="721" y="2372"/>
                </a:lnTo>
                <a:lnTo>
                  <a:pt x="720" y="2372"/>
                </a:lnTo>
                <a:lnTo>
                  <a:pt x="720" y="2371"/>
                </a:lnTo>
                <a:lnTo>
                  <a:pt x="719" y="2371"/>
                </a:lnTo>
                <a:lnTo>
                  <a:pt x="719" y="2370"/>
                </a:lnTo>
                <a:lnTo>
                  <a:pt x="718" y="2370"/>
                </a:lnTo>
                <a:lnTo>
                  <a:pt x="718" y="2369"/>
                </a:lnTo>
                <a:lnTo>
                  <a:pt x="717" y="2369"/>
                </a:lnTo>
                <a:lnTo>
                  <a:pt x="716" y="2369"/>
                </a:lnTo>
                <a:lnTo>
                  <a:pt x="716" y="2368"/>
                </a:lnTo>
                <a:lnTo>
                  <a:pt x="715" y="2368"/>
                </a:lnTo>
                <a:lnTo>
                  <a:pt x="715" y="2369"/>
                </a:lnTo>
                <a:lnTo>
                  <a:pt x="715" y="2368"/>
                </a:lnTo>
                <a:lnTo>
                  <a:pt x="715" y="2369"/>
                </a:lnTo>
                <a:lnTo>
                  <a:pt x="714" y="2369"/>
                </a:lnTo>
                <a:lnTo>
                  <a:pt x="714" y="2368"/>
                </a:lnTo>
                <a:lnTo>
                  <a:pt x="714" y="2369"/>
                </a:lnTo>
                <a:lnTo>
                  <a:pt x="713" y="2369"/>
                </a:lnTo>
                <a:lnTo>
                  <a:pt x="713" y="2370"/>
                </a:lnTo>
                <a:lnTo>
                  <a:pt x="714" y="2370"/>
                </a:lnTo>
                <a:lnTo>
                  <a:pt x="713" y="2370"/>
                </a:lnTo>
                <a:lnTo>
                  <a:pt x="713" y="2371"/>
                </a:lnTo>
                <a:lnTo>
                  <a:pt x="714" y="2371"/>
                </a:lnTo>
                <a:lnTo>
                  <a:pt x="714" y="2372"/>
                </a:lnTo>
                <a:lnTo>
                  <a:pt x="715" y="2372"/>
                </a:lnTo>
                <a:lnTo>
                  <a:pt x="716" y="2372"/>
                </a:lnTo>
                <a:lnTo>
                  <a:pt x="715" y="2372"/>
                </a:lnTo>
                <a:lnTo>
                  <a:pt x="715" y="2373"/>
                </a:lnTo>
                <a:lnTo>
                  <a:pt x="715" y="2374"/>
                </a:lnTo>
                <a:lnTo>
                  <a:pt x="714" y="2374"/>
                </a:lnTo>
                <a:lnTo>
                  <a:pt x="714" y="2373"/>
                </a:lnTo>
                <a:lnTo>
                  <a:pt x="714" y="2374"/>
                </a:lnTo>
                <a:lnTo>
                  <a:pt x="714" y="2373"/>
                </a:lnTo>
                <a:lnTo>
                  <a:pt x="713" y="2374"/>
                </a:lnTo>
                <a:lnTo>
                  <a:pt x="713" y="2373"/>
                </a:lnTo>
                <a:lnTo>
                  <a:pt x="713" y="2374"/>
                </a:lnTo>
                <a:lnTo>
                  <a:pt x="713" y="2375"/>
                </a:lnTo>
                <a:lnTo>
                  <a:pt x="714" y="2375"/>
                </a:lnTo>
                <a:lnTo>
                  <a:pt x="714" y="2376"/>
                </a:lnTo>
                <a:lnTo>
                  <a:pt x="713" y="2376"/>
                </a:lnTo>
                <a:lnTo>
                  <a:pt x="714" y="2376"/>
                </a:lnTo>
                <a:lnTo>
                  <a:pt x="714" y="2377"/>
                </a:lnTo>
                <a:lnTo>
                  <a:pt x="713" y="2377"/>
                </a:lnTo>
                <a:lnTo>
                  <a:pt x="713" y="2378"/>
                </a:lnTo>
                <a:lnTo>
                  <a:pt x="713" y="2379"/>
                </a:lnTo>
                <a:lnTo>
                  <a:pt x="714" y="2379"/>
                </a:lnTo>
                <a:lnTo>
                  <a:pt x="715" y="2379"/>
                </a:lnTo>
                <a:lnTo>
                  <a:pt x="715" y="2380"/>
                </a:lnTo>
                <a:lnTo>
                  <a:pt x="715" y="2381"/>
                </a:lnTo>
                <a:lnTo>
                  <a:pt x="714" y="2381"/>
                </a:lnTo>
                <a:lnTo>
                  <a:pt x="713" y="2381"/>
                </a:lnTo>
                <a:lnTo>
                  <a:pt x="713" y="2382"/>
                </a:lnTo>
                <a:lnTo>
                  <a:pt x="713" y="2383"/>
                </a:lnTo>
                <a:lnTo>
                  <a:pt x="714" y="2383"/>
                </a:lnTo>
                <a:lnTo>
                  <a:pt x="714" y="2382"/>
                </a:lnTo>
                <a:lnTo>
                  <a:pt x="715" y="2382"/>
                </a:lnTo>
                <a:lnTo>
                  <a:pt x="715" y="2383"/>
                </a:lnTo>
                <a:lnTo>
                  <a:pt x="714" y="2383"/>
                </a:lnTo>
                <a:lnTo>
                  <a:pt x="714" y="2384"/>
                </a:lnTo>
                <a:lnTo>
                  <a:pt x="714" y="2385"/>
                </a:lnTo>
                <a:lnTo>
                  <a:pt x="713" y="2385"/>
                </a:lnTo>
                <a:lnTo>
                  <a:pt x="713" y="2386"/>
                </a:lnTo>
                <a:lnTo>
                  <a:pt x="712" y="2386"/>
                </a:lnTo>
                <a:lnTo>
                  <a:pt x="713" y="2386"/>
                </a:lnTo>
                <a:lnTo>
                  <a:pt x="713" y="2387"/>
                </a:lnTo>
                <a:lnTo>
                  <a:pt x="712" y="2387"/>
                </a:lnTo>
                <a:lnTo>
                  <a:pt x="712" y="2388"/>
                </a:lnTo>
                <a:lnTo>
                  <a:pt x="713" y="2388"/>
                </a:lnTo>
                <a:lnTo>
                  <a:pt x="713" y="2389"/>
                </a:lnTo>
                <a:lnTo>
                  <a:pt x="713" y="2390"/>
                </a:lnTo>
                <a:lnTo>
                  <a:pt x="712" y="2390"/>
                </a:lnTo>
                <a:lnTo>
                  <a:pt x="712" y="2391"/>
                </a:lnTo>
                <a:lnTo>
                  <a:pt x="711" y="2391"/>
                </a:lnTo>
                <a:lnTo>
                  <a:pt x="711" y="2392"/>
                </a:lnTo>
                <a:lnTo>
                  <a:pt x="710" y="2392"/>
                </a:lnTo>
                <a:lnTo>
                  <a:pt x="710" y="2393"/>
                </a:lnTo>
                <a:lnTo>
                  <a:pt x="709" y="2393"/>
                </a:lnTo>
                <a:lnTo>
                  <a:pt x="708" y="2394"/>
                </a:lnTo>
                <a:lnTo>
                  <a:pt x="708" y="2395"/>
                </a:lnTo>
                <a:lnTo>
                  <a:pt x="707" y="2395"/>
                </a:lnTo>
                <a:lnTo>
                  <a:pt x="707" y="2396"/>
                </a:lnTo>
                <a:lnTo>
                  <a:pt x="706" y="2396"/>
                </a:lnTo>
                <a:lnTo>
                  <a:pt x="705" y="2396"/>
                </a:lnTo>
                <a:lnTo>
                  <a:pt x="705" y="2395"/>
                </a:lnTo>
                <a:lnTo>
                  <a:pt x="704" y="2395"/>
                </a:lnTo>
                <a:lnTo>
                  <a:pt x="705" y="2395"/>
                </a:lnTo>
                <a:lnTo>
                  <a:pt x="704" y="2395"/>
                </a:lnTo>
                <a:lnTo>
                  <a:pt x="703" y="2395"/>
                </a:lnTo>
                <a:lnTo>
                  <a:pt x="703" y="2396"/>
                </a:lnTo>
                <a:lnTo>
                  <a:pt x="701" y="2396"/>
                </a:lnTo>
                <a:lnTo>
                  <a:pt x="700" y="2396"/>
                </a:lnTo>
                <a:lnTo>
                  <a:pt x="700" y="2397"/>
                </a:lnTo>
                <a:lnTo>
                  <a:pt x="701" y="2397"/>
                </a:lnTo>
                <a:lnTo>
                  <a:pt x="701" y="2398"/>
                </a:lnTo>
                <a:lnTo>
                  <a:pt x="702" y="2398"/>
                </a:lnTo>
                <a:lnTo>
                  <a:pt x="702" y="2399"/>
                </a:lnTo>
                <a:lnTo>
                  <a:pt x="703" y="2399"/>
                </a:lnTo>
                <a:lnTo>
                  <a:pt x="703" y="2400"/>
                </a:lnTo>
                <a:lnTo>
                  <a:pt x="703" y="2401"/>
                </a:lnTo>
                <a:lnTo>
                  <a:pt x="703" y="2402"/>
                </a:lnTo>
                <a:lnTo>
                  <a:pt x="703" y="2403"/>
                </a:lnTo>
                <a:lnTo>
                  <a:pt x="703" y="2404"/>
                </a:lnTo>
                <a:lnTo>
                  <a:pt x="703" y="2405"/>
                </a:lnTo>
                <a:lnTo>
                  <a:pt x="702" y="2405"/>
                </a:lnTo>
                <a:lnTo>
                  <a:pt x="702" y="2406"/>
                </a:lnTo>
                <a:lnTo>
                  <a:pt x="702" y="2407"/>
                </a:lnTo>
                <a:lnTo>
                  <a:pt x="701" y="2407"/>
                </a:lnTo>
                <a:lnTo>
                  <a:pt x="700" y="2407"/>
                </a:lnTo>
                <a:lnTo>
                  <a:pt x="700" y="2408"/>
                </a:lnTo>
                <a:lnTo>
                  <a:pt x="699" y="2408"/>
                </a:lnTo>
                <a:lnTo>
                  <a:pt x="698" y="2408"/>
                </a:lnTo>
                <a:lnTo>
                  <a:pt x="699" y="2408"/>
                </a:lnTo>
                <a:lnTo>
                  <a:pt x="699" y="2409"/>
                </a:lnTo>
                <a:lnTo>
                  <a:pt x="700" y="2409"/>
                </a:lnTo>
                <a:lnTo>
                  <a:pt x="700" y="2410"/>
                </a:lnTo>
                <a:lnTo>
                  <a:pt x="699" y="2410"/>
                </a:lnTo>
                <a:lnTo>
                  <a:pt x="698" y="2410"/>
                </a:lnTo>
                <a:lnTo>
                  <a:pt x="698" y="2411"/>
                </a:lnTo>
                <a:lnTo>
                  <a:pt x="697" y="2411"/>
                </a:lnTo>
                <a:lnTo>
                  <a:pt x="697" y="2410"/>
                </a:lnTo>
                <a:lnTo>
                  <a:pt x="696" y="2410"/>
                </a:lnTo>
                <a:lnTo>
                  <a:pt x="696" y="2409"/>
                </a:lnTo>
                <a:lnTo>
                  <a:pt x="695" y="2409"/>
                </a:lnTo>
                <a:lnTo>
                  <a:pt x="694" y="2409"/>
                </a:lnTo>
                <a:lnTo>
                  <a:pt x="694" y="2410"/>
                </a:lnTo>
                <a:lnTo>
                  <a:pt x="693" y="2410"/>
                </a:lnTo>
                <a:lnTo>
                  <a:pt x="692" y="2410"/>
                </a:lnTo>
                <a:lnTo>
                  <a:pt x="691" y="2410"/>
                </a:lnTo>
                <a:lnTo>
                  <a:pt x="690" y="2410"/>
                </a:lnTo>
                <a:lnTo>
                  <a:pt x="689" y="2410"/>
                </a:lnTo>
                <a:lnTo>
                  <a:pt x="688" y="2410"/>
                </a:lnTo>
                <a:lnTo>
                  <a:pt x="688" y="2409"/>
                </a:lnTo>
                <a:lnTo>
                  <a:pt x="688" y="2408"/>
                </a:lnTo>
                <a:lnTo>
                  <a:pt x="687" y="2408"/>
                </a:lnTo>
                <a:lnTo>
                  <a:pt x="687" y="2407"/>
                </a:lnTo>
                <a:lnTo>
                  <a:pt x="686" y="2407"/>
                </a:lnTo>
                <a:lnTo>
                  <a:pt x="686" y="2406"/>
                </a:lnTo>
                <a:lnTo>
                  <a:pt x="685" y="2406"/>
                </a:lnTo>
                <a:lnTo>
                  <a:pt x="686" y="2406"/>
                </a:lnTo>
                <a:lnTo>
                  <a:pt x="686" y="2405"/>
                </a:lnTo>
                <a:lnTo>
                  <a:pt x="686" y="2404"/>
                </a:lnTo>
                <a:lnTo>
                  <a:pt x="687" y="2404"/>
                </a:lnTo>
                <a:lnTo>
                  <a:pt x="687" y="2403"/>
                </a:lnTo>
                <a:lnTo>
                  <a:pt x="687" y="2402"/>
                </a:lnTo>
                <a:lnTo>
                  <a:pt x="686" y="2402"/>
                </a:lnTo>
                <a:lnTo>
                  <a:pt x="686" y="2401"/>
                </a:lnTo>
                <a:lnTo>
                  <a:pt x="685" y="2401"/>
                </a:lnTo>
                <a:lnTo>
                  <a:pt x="684" y="2401"/>
                </a:lnTo>
                <a:lnTo>
                  <a:pt x="685" y="2401"/>
                </a:lnTo>
                <a:lnTo>
                  <a:pt x="685" y="2400"/>
                </a:lnTo>
                <a:lnTo>
                  <a:pt x="685" y="2399"/>
                </a:lnTo>
                <a:lnTo>
                  <a:pt x="684" y="2399"/>
                </a:lnTo>
                <a:lnTo>
                  <a:pt x="684" y="2398"/>
                </a:lnTo>
                <a:lnTo>
                  <a:pt x="685" y="2398"/>
                </a:lnTo>
                <a:lnTo>
                  <a:pt x="684" y="2397"/>
                </a:lnTo>
                <a:lnTo>
                  <a:pt x="685" y="2397"/>
                </a:lnTo>
                <a:lnTo>
                  <a:pt x="684" y="2397"/>
                </a:lnTo>
                <a:lnTo>
                  <a:pt x="684" y="2396"/>
                </a:lnTo>
                <a:lnTo>
                  <a:pt x="685" y="2396"/>
                </a:lnTo>
                <a:lnTo>
                  <a:pt x="684" y="2396"/>
                </a:lnTo>
                <a:lnTo>
                  <a:pt x="684" y="2395"/>
                </a:lnTo>
                <a:lnTo>
                  <a:pt x="683" y="2395"/>
                </a:lnTo>
                <a:lnTo>
                  <a:pt x="683" y="2394"/>
                </a:lnTo>
                <a:lnTo>
                  <a:pt x="682" y="2394"/>
                </a:lnTo>
                <a:lnTo>
                  <a:pt x="682" y="2393"/>
                </a:lnTo>
                <a:lnTo>
                  <a:pt x="681" y="2393"/>
                </a:lnTo>
                <a:lnTo>
                  <a:pt x="681" y="2392"/>
                </a:lnTo>
                <a:lnTo>
                  <a:pt x="680" y="2392"/>
                </a:lnTo>
                <a:lnTo>
                  <a:pt x="680" y="2391"/>
                </a:lnTo>
                <a:lnTo>
                  <a:pt x="681" y="2391"/>
                </a:lnTo>
                <a:lnTo>
                  <a:pt x="681" y="2390"/>
                </a:lnTo>
                <a:lnTo>
                  <a:pt x="681" y="2389"/>
                </a:lnTo>
                <a:lnTo>
                  <a:pt x="680" y="2389"/>
                </a:lnTo>
                <a:lnTo>
                  <a:pt x="680" y="2388"/>
                </a:lnTo>
                <a:lnTo>
                  <a:pt x="679" y="2388"/>
                </a:lnTo>
                <a:lnTo>
                  <a:pt x="680" y="2388"/>
                </a:lnTo>
                <a:lnTo>
                  <a:pt x="680" y="2387"/>
                </a:lnTo>
                <a:lnTo>
                  <a:pt x="680" y="2386"/>
                </a:lnTo>
                <a:lnTo>
                  <a:pt x="679" y="2386"/>
                </a:lnTo>
                <a:lnTo>
                  <a:pt x="678" y="2386"/>
                </a:lnTo>
                <a:lnTo>
                  <a:pt x="678" y="2385"/>
                </a:lnTo>
                <a:lnTo>
                  <a:pt x="678" y="2384"/>
                </a:lnTo>
                <a:lnTo>
                  <a:pt x="677" y="2384"/>
                </a:lnTo>
                <a:lnTo>
                  <a:pt x="676" y="2384"/>
                </a:lnTo>
                <a:lnTo>
                  <a:pt x="675" y="2384"/>
                </a:lnTo>
                <a:lnTo>
                  <a:pt x="674" y="2384"/>
                </a:lnTo>
                <a:lnTo>
                  <a:pt x="673" y="2384"/>
                </a:lnTo>
                <a:lnTo>
                  <a:pt x="672" y="2384"/>
                </a:lnTo>
                <a:lnTo>
                  <a:pt x="671" y="2384"/>
                </a:lnTo>
                <a:lnTo>
                  <a:pt x="670" y="2384"/>
                </a:lnTo>
                <a:lnTo>
                  <a:pt x="670" y="2383"/>
                </a:lnTo>
                <a:lnTo>
                  <a:pt x="671" y="2383"/>
                </a:lnTo>
                <a:lnTo>
                  <a:pt x="671" y="2382"/>
                </a:lnTo>
                <a:lnTo>
                  <a:pt x="670" y="2382"/>
                </a:lnTo>
                <a:lnTo>
                  <a:pt x="669" y="2382"/>
                </a:lnTo>
                <a:lnTo>
                  <a:pt x="669" y="2381"/>
                </a:lnTo>
                <a:lnTo>
                  <a:pt x="669" y="2380"/>
                </a:lnTo>
                <a:lnTo>
                  <a:pt x="668" y="2380"/>
                </a:lnTo>
                <a:lnTo>
                  <a:pt x="667" y="2380"/>
                </a:lnTo>
                <a:lnTo>
                  <a:pt x="667" y="2381"/>
                </a:lnTo>
                <a:lnTo>
                  <a:pt x="666" y="2381"/>
                </a:lnTo>
                <a:lnTo>
                  <a:pt x="666" y="2380"/>
                </a:lnTo>
                <a:lnTo>
                  <a:pt x="665" y="2380"/>
                </a:lnTo>
                <a:lnTo>
                  <a:pt x="665" y="2379"/>
                </a:lnTo>
                <a:lnTo>
                  <a:pt x="664" y="2379"/>
                </a:lnTo>
                <a:lnTo>
                  <a:pt x="663" y="2379"/>
                </a:lnTo>
                <a:lnTo>
                  <a:pt x="662" y="2379"/>
                </a:lnTo>
                <a:lnTo>
                  <a:pt x="661" y="2379"/>
                </a:lnTo>
                <a:lnTo>
                  <a:pt x="661" y="2378"/>
                </a:lnTo>
                <a:lnTo>
                  <a:pt x="659" y="2378"/>
                </a:lnTo>
                <a:lnTo>
                  <a:pt x="659" y="2377"/>
                </a:lnTo>
                <a:lnTo>
                  <a:pt x="658" y="2377"/>
                </a:lnTo>
                <a:lnTo>
                  <a:pt x="658" y="2376"/>
                </a:lnTo>
                <a:lnTo>
                  <a:pt x="658" y="2375"/>
                </a:lnTo>
                <a:lnTo>
                  <a:pt x="657" y="2375"/>
                </a:lnTo>
                <a:lnTo>
                  <a:pt x="657" y="2374"/>
                </a:lnTo>
                <a:lnTo>
                  <a:pt x="656" y="2374"/>
                </a:lnTo>
                <a:lnTo>
                  <a:pt x="656" y="2373"/>
                </a:lnTo>
                <a:lnTo>
                  <a:pt x="655" y="2373"/>
                </a:lnTo>
                <a:lnTo>
                  <a:pt x="655" y="2372"/>
                </a:lnTo>
                <a:lnTo>
                  <a:pt x="654" y="2372"/>
                </a:lnTo>
                <a:lnTo>
                  <a:pt x="654" y="2371"/>
                </a:lnTo>
                <a:lnTo>
                  <a:pt x="653" y="2371"/>
                </a:lnTo>
                <a:lnTo>
                  <a:pt x="653" y="2370"/>
                </a:lnTo>
                <a:lnTo>
                  <a:pt x="652" y="2370"/>
                </a:lnTo>
                <a:lnTo>
                  <a:pt x="652" y="2369"/>
                </a:lnTo>
                <a:lnTo>
                  <a:pt x="651" y="2369"/>
                </a:lnTo>
                <a:lnTo>
                  <a:pt x="650" y="2369"/>
                </a:lnTo>
                <a:lnTo>
                  <a:pt x="649" y="2369"/>
                </a:lnTo>
                <a:lnTo>
                  <a:pt x="649" y="2368"/>
                </a:lnTo>
                <a:lnTo>
                  <a:pt x="648" y="2368"/>
                </a:lnTo>
                <a:lnTo>
                  <a:pt x="648" y="2367"/>
                </a:lnTo>
                <a:lnTo>
                  <a:pt x="647" y="2367"/>
                </a:lnTo>
                <a:lnTo>
                  <a:pt x="646" y="2366"/>
                </a:lnTo>
                <a:lnTo>
                  <a:pt x="645" y="2366"/>
                </a:lnTo>
                <a:lnTo>
                  <a:pt x="645" y="2365"/>
                </a:lnTo>
                <a:lnTo>
                  <a:pt x="644" y="2365"/>
                </a:lnTo>
                <a:lnTo>
                  <a:pt x="643" y="2364"/>
                </a:lnTo>
                <a:lnTo>
                  <a:pt x="642" y="2364"/>
                </a:lnTo>
                <a:lnTo>
                  <a:pt x="642" y="2363"/>
                </a:lnTo>
                <a:lnTo>
                  <a:pt x="641" y="2363"/>
                </a:lnTo>
                <a:lnTo>
                  <a:pt x="641" y="2364"/>
                </a:lnTo>
                <a:lnTo>
                  <a:pt x="639" y="2364"/>
                </a:lnTo>
                <a:lnTo>
                  <a:pt x="638" y="2364"/>
                </a:lnTo>
                <a:lnTo>
                  <a:pt x="638" y="2365"/>
                </a:lnTo>
                <a:lnTo>
                  <a:pt x="637" y="2365"/>
                </a:lnTo>
                <a:lnTo>
                  <a:pt x="636" y="2365"/>
                </a:lnTo>
                <a:lnTo>
                  <a:pt x="636" y="2366"/>
                </a:lnTo>
                <a:lnTo>
                  <a:pt x="636" y="2365"/>
                </a:lnTo>
                <a:lnTo>
                  <a:pt x="635" y="2365"/>
                </a:lnTo>
                <a:lnTo>
                  <a:pt x="634" y="2364"/>
                </a:lnTo>
                <a:lnTo>
                  <a:pt x="634" y="2363"/>
                </a:lnTo>
                <a:lnTo>
                  <a:pt x="633" y="2363"/>
                </a:lnTo>
                <a:lnTo>
                  <a:pt x="632" y="2362"/>
                </a:lnTo>
                <a:lnTo>
                  <a:pt x="632" y="2361"/>
                </a:lnTo>
                <a:lnTo>
                  <a:pt x="632" y="2362"/>
                </a:lnTo>
                <a:lnTo>
                  <a:pt x="631" y="2362"/>
                </a:lnTo>
                <a:lnTo>
                  <a:pt x="631" y="2361"/>
                </a:lnTo>
                <a:lnTo>
                  <a:pt x="630" y="2361"/>
                </a:lnTo>
                <a:lnTo>
                  <a:pt x="629" y="2361"/>
                </a:lnTo>
                <a:lnTo>
                  <a:pt x="628" y="2361"/>
                </a:lnTo>
                <a:lnTo>
                  <a:pt x="627" y="2361"/>
                </a:lnTo>
                <a:lnTo>
                  <a:pt x="627" y="2360"/>
                </a:lnTo>
                <a:lnTo>
                  <a:pt x="626" y="2360"/>
                </a:lnTo>
                <a:lnTo>
                  <a:pt x="626" y="2359"/>
                </a:lnTo>
                <a:lnTo>
                  <a:pt x="624" y="2359"/>
                </a:lnTo>
                <a:lnTo>
                  <a:pt x="623" y="2359"/>
                </a:lnTo>
                <a:lnTo>
                  <a:pt x="623" y="2358"/>
                </a:lnTo>
                <a:lnTo>
                  <a:pt x="624" y="2358"/>
                </a:lnTo>
                <a:lnTo>
                  <a:pt x="623" y="2358"/>
                </a:lnTo>
                <a:lnTo>
                  <a:pt x="622" y="2358"/>
                </a:lnTo>
                <a:lnTo>
                  <a:pt x="620" y="2358"/>
                </a:lnTo>
                <a:lnTo>
                  <a:pt x="619" y="2358"/>
                </a:lnTo>
                <a:lnTo>
                  <a:pt x="619" y="2357"/>
                </a:lnTo>
                <a:lnTo>
                  <a:pt x="619" y="2358"/>
                </a:lnTo>
                <a:lnTo>
                  <a:pt x="618" y="2358"/>
                </a:lnTo>
                <a:lnTo>
                  <a:pt x="617" y="2358"/>
                </a:lnTo>
                <a:lnTo>
                  <a:pt x="616" y="2358"/>
                </a:lnTo>
                <a:lnTo>
                  <a:pt x="616" y="2357"/>
                </a:lnTo>
                <a:lnTo>
                  <a:pt x="616" y="2356"/>
                </a:lnTo>
                <a:lnTo>
                  <a:pt x="615" y="2356"/>
                </a:lnTo>
                <a:lnTo>
                  <a:pt x="615" y="2355"/>
                </a:lnTo>
                <a:lnTo>
                  <a:pt x="615" y="2354"/>
                </a:lnTo>
                <a:lnTo>
                  <a:pt x="614" y="2354"/>
                </a:lnTo>
                <a:lnTo>
                  <a:pt x="613" y="2353"/>
                </a:lnTo>
                <a:lnTo>
                  <a:pt x="612" y="2353"/>
                </a:lnTo>
                <a:lnTo>
                  <a:pt x="611" y="2353"/>
                </a:lnTo>
                <a:lnTo>
                  <a:pt x="610" y="2353"/>
                </a:lnTo>
                <a:lnTo>
                  <a:pt x="609" y="2353"/>
                </a:lnTo>
                <a:lnTo>
                  <a:pt x="609" y="2354"/>
                </a:lnTo>
                <a:lnTo>
                  <a:pt x="609" y="2353"/>
                </a:lnTo>
                <a:lnTo>
                  <a:pt x="608" y="2353"/>
                </a:lnTo>
                <a:lnTo>
                  <a:pt x="608" y="2352"/>
                </a:lnTo>
                <a:lnTo>
                  <a:pt x="607" y="2352"/>
                </a:lnTo>
                <a:lnTo>
                  <a:pt x="606" y="2352"/>
                </a:lnTo>
                <a:lnTo>
                  <a:pt x="605" y="2352"/>
                </a:lnTo>
                <a:lnTo>
                  <a:pt x="605" y="2351"/>
                </a:lnTo>
                <a:lnTo>
                  <a:pt x="604" y="2351"/>
                </a:lnTo>
                <a:lnTo>
                  <a:pt x="603" y="2351"/>
                </a:lnTo>
                <a:lnTo>
                  <a:pt x="603" y="2352"/>
                </a:lnTo>
                <a:lnTo>
                  <a:pt x="602" y="2352"/>
                </a:lnTo>
                <a:lnTo>
                  <a:pt x="601" y="2353"/>
                </a:lnTo>
                <a:lnTo>
                  <a:pt x="600" y="2353"/>
                </a:lnTo>
                <a:lnTo>
                  <a:pt x="599" y="2353"/>
                </a:lnTo>
                <a:lnTo>
                  <a:pt x="598" y="2354"/>
                </a:lnTo>
                <a:lnTo>
                  <a:pt x="597" y="2354"/>
                </a:lnTo>
                <a:lnTo>
                  <a:pt x="596" y="2354"/>
                </a:lnTo>
                <a:lnTo>
                  <a:pt x="596" y="2353"/>
                </a:lnTo>
                <a:lnTo>
                  <a:pt x="595" y="2353"/>
                </a:lnTo>
                <a:lnTo>
                  <a:pt x="594" y="2353"/>
                </a:lnTo>
                <a:lnTo>
                  <a:pt x="594" y="2352"/>
                </a:lnTo>
                <a:lnTo>
                  <a:pt x="594" y="2351"/>
                </a:lnTo>
                <a:lnTo>
                  <a:pt x="593" y="2351"/>
                </a:lnTo>
                <a:lnTo>
                  <a:pt x="592" y="2350"/>
                </a:lnTo>
                <a:lnTo>
                  <a:pt x="591" y="2350"/>
                </a:lnTo>
                <a:lnTo>
                  <a:pt x="590" y="2350"/>
                </a:lnTo>
                <a:lnTo>
                  <a:pt x="590" y="2349"/>
                </a:lnTo>
                <a:lnTo>
                  <a:pt x="589" y="2349"/>
                </a:lnTo>
                <a:lnTo>
                  <a:pt x="589" y="2348"/>
                </a:lnTo>
                <a:lnTo>
                  <a:pt x="589" y="2347"/>
                </a:lnTo>
                <a:lnTo>
                  <a:pt x="589" y="2346"/>
                </a:lnTo>
                <a:lnTo>
                  <a:pt x="588" y="2345"/>
                </a:lnTo>
                <a:lnTo>
                  <a:pt x="588" y="2344"/>
                </a:lnTo>
                <a:lnTo>
                  <a:pt x="588" y="2343"/>
                </a:lnTo>
                <a:lnTo>
                  <a:pt x="587" y="2343"/>
                </a:lnTo>
                <a:lnTo>
                  <a:pt x="586" y="2343"/>
                </a:lnTo>
                <a:lnTo>
                  <a:pt x="586" y="2342"/>
                </a:lnTo>
                <a:lnTo>
                  <a:pt x="585" y="2342"/>
                </a:lnTo>
                <a:lnTo>
                  <a:pt x="584" y="2342"/>
                </a:lnTo>
                <a:lnTo>
                  <a:pt x="583" y="2342"/>
                </a:lnTo>
                <a:lnTo>
                  <a:pt x="583" y="2341"/>
                </a:lnTo>
                <a:lnTo>
                  <a:pt x="582" y="2341"/>
                </a:lnTo>
                <a:lnTo>
                  <a:pt x="582" y="2340"/>
                </a:lnTo>
                <a:lnTo>
                  <a:pt x="583" y="2340"/>
                </a:lnTo>
                <a:lnTo>
                  <a:pt x="583" y="2339"/>
                </a:lnTo>
                <a:lnTo>
                  <a:pt x="584" y="2339"/>
                </a:lnTo>
                <a:lnTo>
                  <a:pt x="583" y="2339"/>
                </a:lnTo>
                <a:lnTo>
                  <a:pt x="584" y="2339"/>
                </a:lnTo>
                <a:lnTo>
                  <a:pt x="584" y="2338"/>
                </a:lnTo>
                <a:lnTo>
                  <a:pt x="583" y="2338"/>
                </a:lnTo>
                <a:lnTo>
                  <a:pt x="583" y="2337"/>
                </a:lnTo>
                <a:lnTo>
                  <a:pt x="582" y="2336"/>
                </a:lnTo>
                <a:lnTo>
                  <a:pt x="582" y="2335"/>
                </a:lnTo>
                <a:lnTo>
                  <a:pt x="581" y="2335"/>
                </a:lnTo>
                <a:lnTo>
                  <a:pt x="582" y="2335"/>
                </a:lnTo>
                <a:lnTo>
                  <a:pt x="581" y="2335"/>
                </a:lnTo>
                <a:lnTo>
                  <a:pt x="582" y="2335"/>
                </a:lnTo>
                <a:lnTo>
                  <a:pt x="582" y="2334"/>
                </a:lnTo>
                <a:lnTo>
                  <a:pt x="582" y="2333"/>
                </a:lnTo>
                <a:lnTo>
                  <a:pt x="581" y="2333"/>
                </a:lnTo>
                <a:lnTo>
                  <a:pt x="582" y="2332"/>
                </a:lnTo>
                <a:lnTo>
                  <a:pt x="581" y="2332"/>
                </a:lnTo>
                <a:lnTo>
                  <a:pt x="581" y="2331"/>
                </a:lnTo>
                <a:lnTo>
                  <a:pt x="580" y="2331"/>
                </a:lnTo>
                <a:lnTo>
                  <a:pt x="580" y="2330"/>
                </a:lnTo>
                <a:lnTo>
                  <a:pt x="579" y="2330"/>
                </a:lnTo>
                <a:lnTo>
                  <a:pt x="578" y="2330"/>
                </a:lnTo>
                <a:lnTo>
                  <a:pt x="578" y="2329"/>
                </a:lnTo>
                <a:lnTo>
                  <a:pt x="577" y="2329"/>
                </a:lnTo>
                <a:lnTo>
                  <a:pt x="577" y="2330"/>
                </a:lnTo>
                <a:lnTo>
                  <a:pt x="577" y="2329"/>
                </a:lnTo>
                <a:lnTo>
                  <a:pt x="576" y="2329"/>
                </a:lnTo>
                <a:lnTo>
                  <a:pt x="576" y="2328"/>
                </a:lnTo>
                <a:lnTo>
                  <a:pt x="578" y="2328"/>
                </a:lnTo>
                <a:lnTo>
                  <a:pt x="578" y="2327"/>
                </a:lnTo>
                <a:lnTo>
                  <a:pt x="578" y="2326"/>
                </a:lnTo>
                <a:lnTo>
                  <a:pt x="578" y="2325"/>
                </a:lnTo>
                <a:lnTo>
                  <a:pt x="577" y="2325"/>
                </a:lnTo>
                <a:lnTo>
                  <a:pt x="576" y="2325"/>
                </a:lnTo>
                <a:lnTo>
                  <a:pt x="576" y="2324"/>
                </a:lnTo>
                <a:lnTo>
                  <a:pt x="576" y="2323"/>
                </a:lnTo>
                <a:lnTo>
                  <a:pt x="575" y="2323"/>
                </a:lnTo>
                <a:lnTo>
                  <a:pt x="574" y="2323"/>
                </a:lnTo>
                <a:lnTo>
                  <a:pt x="573" y="2323"/>
                </a:lnTo>
                <a:lnTo>
                  <a:pt x="573" y="2324"/>
                </a:lnTo>
                <a:lnTo>
                  <a:pt x="572" y="2324"/>
                </a:lnTo>
                <a:lnTo>
                  <a:pt x="571" y="2324"/>
                </a:lnTo>
                <a:lnTo>
                  <a:pt x="570" y="2325"/>
                </a:lnTo>
                <a:lnTo>
                  <a:pt x="570" y="2324"/>
                </a:lnTo>
                <a:lnTo>
                  <a:pt x="570" y="2323"/>
                </a:lnTo>
                <a:lnTo>
                  <a:pt x="569" y="2322"/>
                </a:lnTo>
                <a:lnTo>
                  <a:pt x="568" y="2322"/>
                </a:lnTo>
                <a:lnTo>
                  <a:pt x="568" y="2321"/>
                </a:lnTo>
                <a:lnTo>
                  <a:pt x="568" y="2320"/>
                </a:lnTo>
                <a:lnTo>
                  <a:pt x="568" y="2319"/>
                </a:lnTo>
                <a:lnTo>
                  <a:pt x="567" y="2319"/>
                </a:lnTo>
                <a:lnTo>
                  <a:pt x="567" y="2318"/>
                </a:lnTo>
                <a:lnTo>
                  <a:pt x="566" y="2318"/>
                </a:lnTo>
                <a:lnTo>
                  <a:pt x="566" y="2317"/>
                </a:lnTo>
                <a:lnTo>
                  <a:pt x="565" y="2317"/>
                </a:lnTo>
                <a:lnTo>
                  <a:pt x="565" y="2316"/>
                </a:lnTo>
                <a:lnTo>
                  <a:pt x="564" y="2315"/>
                </a:lnTo>
                <a:lnTo>
                  <a:pt x="563" y="2315"/>
                </a:lnTo>
                <a:lnTo>
                  <a:pt x="562" y="2315"/>
                </a:lnTo>
                <a:lnTo>
                  <a:pt x="561" y="2315"/>
                </a:lnTo>
                <a:lnTo>
                  <a:pt x="561" y="2314"/>
                </a:lnTo>
                <a:lnTo>
                  <a:pt x="560" y="2314"/>
                </a:lnTo>
                <a:lnTo>
                  <a:pt x="559" y="2313"/>
                </a:lnTo>
                <a:lnTo>
                  <a:pt x="559" y="2312"/>
                </a:lnTo>
                <a:lnTo>
                  <a:pt x="558" y="2312"/>
                </a:lnTo>
                <a:lnTo>
                  <a:pt x="557" y="2311"/>
                </a:lnTo>
                <a:lnTo>
                  <a:pt x="556" y="2311"/>
                </a:lnTo>
                <a:lnTo>
                  <a:pt x="556" y="2312"/>
                </a:lnTo>
                <a:lnTo>
                  <a:pt x="556" y="2313"/>
                </a:lnTo>
                <a:lnTo>
                  <a:pt x="555" y="2313"/>
                </a:lnTo>
                <a:lnTo>
                  <a:pt x="554" y="2313"/>
                </a:lnTo>
                <a:lnTo>
                  <a:pt x="554" y="2314"/>
                </a:lnTo>
                <a:lnTo>
                  <a:pt x="553" y="2314"/>
                </a:lnTo>
                <a:lnTo>
                  <a:pt x="552" y="2314"/>
                </a:lnTo>
                <a:lnTo>
                  <a:pt x="551" y="2314"/>
                </a:lnTo>
                <a:lnTo>
                  <a:pt x="551" y="2315"/>
                </a:lnTo>
                <a:lnTo>
                  <a:pt x="550" y="2315"/>
                </a:lnTo>
                <a:lnTo>
                  <a:pt x="550" y="2316"/>
                </a:lnTo>
                <a:lnTo>
                  <a:pt x="550" y="2315"/>
                </a:lnTo>
                <a:lnTo>
                  <a:pt x="549" y="2315"/>
                </a:lnTo>
                <a:lnTo>
                  <a:pt x="548" y="2314"/>
                </a:lnTo>
                <a:lnTo>
                  <a:pt x="547" y="2314"/>
                </a:lnTo>
                <a:lnTo>
                  <a:pt x="546" y="2314"/>
                </a:lnTo>
                <a:lnTo>
                  <a:pt x="546" y="2313"/>
                </a:lnTo>
                <a:lnTo>
                  <a:pt x="545" y="2313"/>
                </a:lnTo>
                <a:lnTo>
                  <a:pt x="545" y="2312"/>
                </a:lnTo>
                <a:lnTo>
                  <a:pt x="544" y="2312"/>
                </a:lnTo>
                <a:lnTo>
                  <a:pt x="544" y="2311"/>
                </a:lnTo>
                <a:lnTo>
                  <a:pt x="543" y="2311"/>
                </a:lnTo>
                <a:lnTo>
                  <a:pt x="543" y="2310"/>
                </a:lnTo>
                <a:lnTo>
                  <a:pt x="542" y="2310"/>
                </a:lnTo>
                <a:lnTo>
                  <a:pt x="542" y="2309"/>
                </a:lnTo>
                <a:lnTo>
                  <a:pt x="543" y="2309"/>
                </a:lnTo>
                <a:lnTo>
                  <a:pt x="543" y="2308"/>
                </a:lnTo>
                <a:lnTo>
                  <a:pt x="542" y="2308"/>
                </a:lnTo>
                <a:lnTo>
                  <a:pt x="542" y="2307"/>
                </a:lnTo>
                <a:lnTo>
                  <a:pt x="542" y="2306"/>
                </a:lnTo>
                <a:lnTo>
                  <a:pt x="541" y="2306"/>
                </a:lnTo>
                <a:lnTo>
                  <a:pt x="540" y="2306"/>
                </a:lnTo>
                <a:lnTo>
                  <a:pt x="539" y="2306"/>
                </a:lnTo>
                <a:lnTo>
                  <a:pt x="538" y="2306"/>
                </a:lnTo>
                <a:lnTo>
                  <a:pt x="537" y="2306"/>
                </a:lnTo>
                <a:lnTo>
                  <a:pt x="536" y="2306"/>
                </a:lnTo>
                <a:lnTo>
                  <a:pt x="536" y="2307"/>
                </a:lnTo>
                <a:lnTo>
                  <a:pt x="535" y="2307"/>
                </a:lnTo>
                <a:lnTo>
                  <a:pt x="534" y="2307"/>
                </a:lnTo>
                <a:lnTo>
                  <a:pt x="534" y="2306"/>
                </a:lnTo>
                <a:lnTo>
                  <a:pt x="534" y="2305"/>
                </a:lnTo>
                <a:lnTo>
                  <a:pt x="534" y="2304"/>
                </a:lnTo>
                <a:lnTo>
                  <a:pt x="534" y="2303"/>
                </a:lnTo>
                <a:lnTo>
                  <a:pt x="534" y="2302"/>
                </a:lnTo>
                <a:lnTo>
                  <a:pt x="533" y="2302"/>
                </a:lnTo>
                <a:lnTo>
                  <a:pt x="532" y="2302"/>
                </a:lnTo>
                <a:lnTo>
                  <a:pt x="531" y="2302"/>
                </a:lnTo>
                <a:lnTo>
                  <a:pt x="531" y="2303"/>
                </a:lnTo>
                <a:lnTo>
                  <a:pt x="530" y="2303"/>
                </a:lnTo>
                <a:lnTo>
                  <a:pt x="531" y="2303"/>
                </a:lnTo>
                <a:lnTo>
                  <a:pt x="530" y="2303"/>
                </a:lnTo>
                <a:lnTo>
                  <a:pt x="530" y="2304"/>
                </a:lnTo>
                <a:lnTo>
                  <a:pt x="529" y="2304"/>
                </a:lnTo>
                <a:lnTo>
                  <a:pt x="529" y="2305"/>
                </a:lnTo>
                <a:lnTo>
                  <a:pt x="528" y="2306"/>
                </a:lnTo>
                <a:lnTo>
                  <a:pt x="528" y="2305"/>
                </a:lnTo>
                <a:lnTo>
                  <a:pt x="528" y="2306"/>
                </a:lnTo>
                <a:lnTo>
                  <a:pt x="527" y="2306"/>
                </a:lnTo>
                <a:lnTo>
                  <a:pt x="526" y="2306"/>
                </a:lnTo>
                <a:lnTo>
                  <a:pt x="525" y="2306"/>
                </a:lnTo>
                <a:lnTo>
                  <a:pt x="525" y="2307"/>
                </a:lnTo>
                <a:lnTo>
                  <a:pt x="524" y="2307"/>
                </a:lnTo>
                <a:lnTo>
                  <a:pt x="524" y="2308"/>
                </a:lnTo>
                <a:lnTo>
                  <a:pt x="524" y="2309"/>
                </a:lnTo>
                <a:lnTo>
                  <a:pt x="525" y="2309"/>
                </a:lnTo>
                <a:lnTo>
                  <a:pt x="526" y="2310"/>
                </a:lnTo>
                <a:lnTo>
                  <a:pt x="525" y="2310"/>
                </a:lnTo>
                <a:lnTo>
                  <a:pt x="525" y="2311"/>
                </a:lnTo>
                <a:lnTo>
                  <a:pt x="525" y="2312"/>
                </a:lnTo>
                <a:lnTo>
                  <a:pt x="525" y="2313"/>
                </a:lnTo>
                <a:lnTo>
                  <a:pt x="524" y="2313"/>
                </a:lnTo>
                <a:lnTo>
                  <a:pt x="523" y="2313"/>
                </a:lnTo>
                <a:lnTo>
                  <a:pt x="523" y="2312"/>
                </a:lnTo>
                <a:lnTo>
                  <a:pt x="522" y="2312"/>
                </a:lnTo>
                <a:lnTo>
                  <a:pt x="522" y="2313"/>
                </a:lnTo>
                <a:lnTo>
                  <a:pt x="521" y="2313"/>
                </a:lnTo>
                <a:lnTo>
                  <a:pt x="520" y="2313"/>
                </a:lnTo>
                <a:lnTo>
                  <a:pt x="520" y="2314"/>
                </a:lnTo>
                <a:lnTo>
                  <a:pt x="519" y="2314"/>
                </a:lnTo>
                <a:lnTo>
                  <a:pt x="518" y="2314"/>
                </a:lnTo>
                <a:lnTo>
                  <a:pt x="517" y="2314"/>
                </a:lnTo>
                <a:lnTo>
                  <a:pt x="516" y="2314"/>
                </a:lnTo>
                <a:lnTo>
                  <a:pt x="516" y="2313"/>
                </a:lnTo>
                <a:lnTo>
                  <a:pt x="515" y="2313"/>
                </a:lnTo>
                <a:lnTo>
                  <a:pt x="515" y="2312"/>
                </a:lnTo>
                <a:lnTo>
                  <a:pt x="515" y="2311"/>
                </a:lnTo>
                <a:lnTo>
                  <a:pt x="515" y="2310"/>
                </a:lnTo>
                <a:lnTo>
                  <a:pt x="514" y="2310"/>
                </a:lnTo>
                <a:lnTo>
                  <a:pt x="514" y="2309"/>
                </a:lnTo>
                <a:lnTo>
                  <a:pt x="514" y="2308"/>
                </a:lnTo>
                <a:lnTo>
                  <a:pt x="513" y="2308"/>
                </a:lnTo>
                <a:lnTo>
                  <a:pt x="512" y="2308"/>
                </a:lnTo>
                <a:lnTo>
                  <a:pt x="512" y="2307"/>
                </a:lnTo>
                <a:lnTo>
                  <a:pt x="511" y="2307"/>
                </a:lnTo>
                <a:lnTo>
                  <a:pt x="511" y="2308"/>
                </a:lnTo>
                <a:lnTo>
                  <a:pt x="510" y="2308"/>
                </a:lnTo>
                <a:lnTo>
                  <a:pt x="510" y="2309"/>
                </a:lnTo>
                <a:lnTo>
                  <a:pt x="509" y="2309"/>
                </a:lnTo>
                <a:lnTo>
                  <a:pt x="508" y="2309"/>
                </a:lnTo>
                <a:lnTo>
                  <a:pt x="508" y="2308"/>
                </a:lnTo>
                <a:lnTo>
                  <a:pt x="507" y="2308"/>
                </a:lnTo>
                <a:lnTo>
                  <a:pt x="507" y="2309"/>
                </a:lnTo>
                <a:lnTo>
                  <a:pt x="506" y="2309"/>
                </a:lnTo>
                <a:lnTo>
                  <a:pt x="506" y="2310"/>
                </a:lnTo>
                <a:lnTo>
                  <a:pt x="505" y="2310"/>
                </a:lnTo>
                <a:lnTo>
                  <a:pt x="504" y="2310"/>
                </a:lnTo>
                <a:lnTo>
                  <a:pt x="504" y="2309"/>
                </a:lnTo>
                <a:lnTo>
                  <a:pt x="503" y="2308"/>
                </a:lnTo>
                <a:lnTo>
                  <a:pt x="502" y="2308"/>
                </a:lnTo>
                <a:lnTo>
                  <a:pt x="502" y="2307"/>
                </a:lnTo>
                <a:lnTo>
                  <a:pt x="502" y="2306"/>
                </a:lnTo>
                <a:lnTo>
                  <a:pt x="501" y="2306"/>
                </a:lnTo>
                <a:lnTo>
                  <a:pt x="500" y="2306"/>
                </a:lnTo>
                <a:lnTo>
                  <a:pt x="500" y="2305"/>
                </a:lnTo>
                <a:lnTo>
                  <a:pt x="499" y="2305"/>
                </a:lnTo>
                <a:lnTo>
                  <a:pt x="498" y="2305"/>
                </a:lnTo>
                <a:lnTo>
                  <a:pt x="497" y="2305"/>
                </a:lnTo>
                <a:lnTo>
                  <a:pt x="496" y="2305"/>
                </a:lnTo>
                <a:lnTo>
                  <a:pt x="496" y="2304"/>
                </a:lnTo>
                <a:lnTo>
                  <a:pt x="496" y="2303"/>
                </a:lnTo>
                <a:lnTo>
                  <a:pt x="495" y="2303"/>
                </a:lnTo>
                <a:lnTo>
                  <a:pt x="495" y="2302"/>
                </a:lnTo>
                <a:lnTo>
                  <a:pt x="495" y="2301"/>
                </a:lnTo>
                <a:lnTo>
                  <a:pt x="495" y="2300"/>
                </a:lnTo>
                <a:lnTo>
                  <a:pt x="495" y="2299"/>
                </a:lnTo>
                <a:lnTo>
                  <a:pt x="494" y="2299"/>
                </a:lnTo>
                <a:lnTo>
                  <a:pt x="494" y="2298"/>
                </a:lnTo>
                <a:lnTo>
                  <a:pt x="493" y="2298"/>
                </a:lnTo>
                <a:lnTo>
                  <a:pt x="493" y="2297"/>
                </a:lnTo>
                <a:lnTo>
                  <a:pt x="494" y="2296"/>
                </a:lnTo>
                <a:lnTo>
                  <a:pt x="494" y="2295"/>
                </a:lnTo>
                <a:lnTo>
                  <a:pt x="494" y="2294"/>
                </a:lnTo>
                <a:lnTo>
                  <a:pt x="495" y="2294"/>
                </a:lnTo>
                <a:lnTo>
                  <a:pt x="495" y="2293"/>
                </a:lnTo>
                <a:lnTo>
                  <a:pt x="495" y="2292"/>
                </a:lnTo>
                <a:lnTo>
                  <a:pt x="495" y="2291"/>
                </a:lnTo>
                <a:lnTo>
                  <a:pt x="494" y="2291"/>
                </a:lnTo>
                <a:lnTo>
                  <a:pt x="493" y="2291"/>
                </a:lnTo>
                <a:lnTo>
                  <a:pt x="493" y="2290"/>
                </a:lnTo>
                <a:lnTo>
                  <a:pt x="492" y="2290"/>
                </a:lnTo>
                <a:lnTo>
                  <a:pt x="492" y="2289"/>
                </a:lnTo>
                <a:lnTo>
                  <a:pt x="491" y="2289"/>
                </a:lnTo>
                <a:lnTo>
                  <a:pt x="491" y="2288"/>
                </a:lnTo>
                <a:lnTo>
                  <a:pt x="491" y="2287"/>
                </a:lnTo>
                <a:lnTo>
                  <a:pt x="490" y="2287"/>
                </a:lnTo>
                <a:lnTo>
                  <a:pt x="489" y="2286"/>
                </a:lnTo>
                <a:lnTo>
                  <a:pt x="489" y="2285"/>
                </a:lnTo>
                <a:lnTo>
                  <a:pt x="489" y="2284"/>
                </a:lnTo>
                <a:lnTo>
                  <a:pt x="488" y="2284"/>
                </a:lnTo>
                <a:lnTo>
                  <a:pt x="488" y="2283"/>
                </a:lnTo>
                <a:lnTo>
                  <a:pt x="487" y="2283"/>
                </a:lnTo>
                <a:lnTo>
                  <a:pt x="487" y="2281"/>
                </a:lnTo>
                <a:lnTo>
                  <a:pt x="486" y="2281"/>
                </a:lnTo>
                <a:lnTo>
                  <a:pt x="486" y="2280"/>
                </a:lnTo>
                <a:lnTo>
                  <a:pt x="485" y="2279"/>
                </a:lnTo>
                <a:lnTo>
                  <a:pt x="485" y="2278"/>
                </a:lnTo>
                <a:lnTo>
                  <a:pt x="485" y="2277"/>
                </a:lnTo>
                <a:lnTo>
                  <a:pt x="484" y="2277"/>
                </a:lnTo>
                <a:lnTo>
                  <a:pt x="484" y="2276"/>
                </a:lnTo>
                <a:lnTo>
                  <a:pt x="483" y="2276"/>
                </a:lnTo>
                <a:lnTo>
                  <a:pt x="483" y="2277"/>
                </a:lnTo>
                <a:lnTo>
                  <a:pt x="483" y="2278"/>
                </a:lnTo>
                <a:lnTo>
                  <a:pt x="482" y="2278"/>
                </a:lnTo>
                <a:lnTo>
                  <a:pt x="481" y="2278"/>
                </a:lnTo>
                <a:lnTo>
                  <a:pt x="480" y="2278"/>
                </a:lnTo>
                <a:lnTo>
                  <a:pt x="479" y="2278"/>
                </a:lnTo>
                <a:lnTo>
                  <a:pt x="479" y="2277"/>
                </a:lnTo>
                <a:lnTo>
                  <a:pt x="478" y="2277"/>
                </a:lnTo>
                <a:lnTo>
                  <a:pt x="477" y="2277"/>
                </a:lnTo>
                <a:lnTo>
                  <a:pt x="476" y="2277"/>
                </a:lnTo>
                <a:lnTo>
                  <a:pt x="476" y="2276"/>
                </a:lnTo>
                <a:lnTo>
                  <a:pt x="476" y="2275"/>
                </a:lnTo>
                <a:lnTo>
                  <a:pt x="475" y="2275"/>
                </a:lnTo>
                <a:lnTo>
                  <a:pt x="475" y="2274"/>
                </a:lnTo>
                <a:lnTo>
                  <a:pt x="476" y="2274"/>
                </a:lnTo>
                <a:lnTo>
                  <a:pt x="475" y="2274"/>
                </a:lnTo>
                <a:lnTo>
                  <a:pt x="475" y="2273"/>
                </a:lnTo>
                <a:lnTo>
                  <a:pt x="475" y="2272"/>
                </a:lnTo>
                <a:lnTo>
                  <a:pt x="474" y="2272"/>
                </a:lnTo>
                <a:lnTo>
                  <a:pt x="474" y="2271"/>
                </a:lnTo>
                <a:lnTo>
                  <a:pt x="473" y="2271"/>
                </a:lnTo>
                <a:lnTo>
                  <a:pt x="473" y="2270"/>
                </a:lnTo>
                <a:lnTo>
                  <a:pt x="474" y="2270"/>
                </a:lnTo>
                <a:lnTo>
                  <a:pt x="474" y="2269"/>
                </a:lnTo>
                <a:lnTo>
                  <a:pt x="474" y="2268"/>
                </a:lnTo>
                <a:lnTo>
                  <a:pt x="474" y="2267"/>
                </a:lnTo>
                <a:lnTo>
                  <a:pt x="475" y="2267"/>
                </a:lnTo>
                <a:lnTo>
                  <a:pt x="475" y="2266"/>
                </a:lnTo>
                <a:lnTo>
                  <a:pt x="476" y="2266"/>
                </a:lnTo>
                <a:lnTo>
                  <a:pt x="476" y="2265"/>
                </a:lnTo>
                <a:lnTo>
                  <a:pt x="476" y="2264"/>
                </a:lnTo>
                <a:lnTo>
                  <a:pt x="477" y="2264"/>
                </a:lnTo>
                <a:lnTo>
                  <a:pt x="477" y="2263"/>
                </a:lnTo>
                <a:lnTo>
                  <a:pt x="478" y="2263"/>
                </a:lnTo>
                <a:lnTo>
                  <a:pt x="477" y="2263"/>
                </a:lnTo>
                <a:lnTo>
                  <a:pt x="477" y="2262"/>
                </a:lnTo>
                <a:lnTo>
                  <a:pt x="476" y="2262"/>
                </a:lnTo>
                <a:lnTo>
                  <a:pt x="476" y="2261"/>
                </a:lnTo>
                <a:lnTo>
                  <a:pt x="475" y="2261"/>
                </a:lnTo>
                <a:lnTo>
                  <a:pt x="475" y="2260"/>
                </a:lnTo>
                <a:lnTo>
                  <a:pt x="475" y="2259"/>
                </a:lnTo>
                <a:lnTo>
                  <a:pt x="474" y="2259"/>
                </a:lnTo>
                <a:lnTo>
                  <a:pt x="473" y="2259"/>
                </a:lnTo>
                <a:lnTo>
                  <a:pt x="473" y="2258"/>
                </a:lnTo>
                <a:lnTo>
                  <a:pt x="473" y="2259"/>
                </a:lnTo>
                <a:lnTo>
                  <a:pt x="472" y="2259"/>
                </a:lnTo>
                <a:lnTo>
                  <a:pt x="471" y="2259"/>
                </a:lnTo>
                <a:lnTo>
                  <a:pt x="471" y="2258"/>
                </a:lnTo>
                <a:lnTo>
                  <a:pt x="471" y="2257"/>
                </a:lnTo>
                <a:lnTo>
                  <a:pt x="471" y="2256"/>
                </a:lnTo>
                <a:lnTo>
                  <a:pt x="471" y="2255"/>
                </a:lnTo>
                <a:lnTo>
                  <a:pt x="471" y="2254"/>
                </a:lnTo>
                <a:lnTo>
                  <a:pt x="472" y="2254"/>
                </a:lnTo>
                <a:lnTo>
                  <a:pt x="472" y="2253"/>
                </a:lnTo>
                <a:lnTo>
                  <a:pt x="473" y="2253"/>
                </a:lnTo>
                <a:lnTo>
                  <a:pt x="474" y="2253"/>
                </a:lnTo>
                <a:lnTo>
                  <a:pt x="474" y="2252"/>
                </a:lnTo>
                <a:lnTo>
                  <a:pt x="475" y="2252"/>
                </a:lnTo>
                <a:lnTo>
                  <a:pt x="475" y="2253"/>
                </a:lnTo>
                <a:lnTo>
                  <a:pt x="476" y="2253"/>
                </a:lnTo>
                <a:lnTo>
                  <a:pt x="476" y="2252"/>
                </a:lnTo>
                <a:lnTo>
                  <a:pt x="476" y="2251"/>
                </a:lnTo>
                <a:lnTo>
                  <a:pt x="477" y="2251"/>
                </a:lnTo>
                <a:lnTo>
                  <a:pt x="478" y="2251"/>
                </a:lnTo>
                <a:lnTo>
                  <a:pt x="478" y="2250"/>
                </a:lnTo>
                <a:lnTo>
                  <a:pt x="478" y="2249"/>
                </a:lnTo>
                <a:lnTo>
                  <a:pt x="479" y="2249"/>
                </a:lnTo>
                <a:lnTo>
                  <a:pt x="478" y="2249"/>
                </a:lnTo>
                <a:lnTo>
                  <a:pt x="479" y="2249"/>
                </a:lnTo>
                <a:lnTo>
                  <a:pt x="480" y="2249"/>
                </a:lnTo>
                <a:lnTo>
                  <a:pt x="480" y="2248"/>
                </a:lnTo>
                <a:lnTo>
                  <a:pt x="481" y="2247"/>
                </a:lnTo>
                <a:lnTo>
                  <a:pt x="482" y="2247"/>
                </a:lnTo>
                <a:lnTo>
                  <a:pt x="482" y="2246"/>
                </a:lnTo>
                <a:lnTo>
                  <a:pt x="482" y="2245"/>
                </a:lnTo>
                <a:lnTo>
                  <a:pt x="482" y="2244"/>
                </a:lnTo>
                <a:lnTo>
                  <a:pt x="481" y="2244"/>
                </a:lnTo>
                <a:lnTo>
                  <a:pt x="480" y="2244"/>
                </a:lnTo>
                <a:lnTo>
                  <a:pt x="480" y="2243"/>
                </a:lnTo>
                <a:lnTo>
                  <a:pt x="479" y="2243"/>
                </a:lnTo>
                <a:lnTo>
                  <a:pt x="478" y="2242"/>
                </a:lnTo>
                <a:lnTo>
                  <a:pt x="478" y="2241"/>
                </a:lnTo>
                <a:lnTo>
                  <a:pt x="478" y="2240"/>
                </a:lnTo>
                <a:lnTo>
                  <a:pt x="478" y="2239"/>
                </a:lnTo>
                <a:lnTo>
                  <a:pt x="478" y="2238"/>
                </a:lnTo>
                <a:lnTo>
                  <a:pt x="477" y="2238"/>
                </a:lnTo>
                <a:lnTo>
                  <a:pt x="477" y="2239"/>
                </a:lnTo>
                <a:lnTo>
                  <a:pt x="476" y="2239"/>
                </a:lnTo>
                <a:lnTo>
                  <a:pt x="475" y="2239"/>
                </a:lnTo>
                <a:lnTo>
                  <a:pt x="474" y="2239"/>
                </a:lnTo>
                <a:lnTo>
                  <a:pt x="473" y="2239"/>
                </a:lnTo>
                <a:lnTo>
                  <a:pt x="473" y="2238"/>
                </a:lnTo>
                <a:lnTo>
                  <a:pt x="474" y="2238"/>
                </a:lnTo>
                <a:lnTo>
                  <a:pt x="474" y="2237"/>
                </a:lnTo>
                <a:lnTo>
                  <a:pt x="473" y="2237"/>
                </a:lnTo>
                <a:lnTo>
                  <a:pt x="473" y="2236"/>
                </a:lnTo>
                <a:lnTo>
                  <a:pt x="473" y="2235"/>
                </a:lnTo>
                <a:lnTo>
                  <a:pt x="472" y="2235"/>
                </a:lnTo>
                <a:lnTo>
                  <a:pt x="472" y="2234"/>
                </a:lnTo>
                <a:lnTo>
                  <a:pt x="472" y="2233"/>
                </a:lnTo>
                <a:lnTo>
                  <a:pt x="471" y="2233"/>
                </a:lnTo>
                <a:lnTo>
                  <a:pt x="471" y="2232"/>
                </a:lnTo>
                <a:lnTo>
                  <a:pt x="471" y="2231"/>
                </a:lnTo>
                <a:lnTo>
                  <a:pt x="471" y="2230"/>
                </a:lnTo>
                <a:lnTo>
                  <a:pt x="470" y="2230"/>
                </a:lnTo>
                <a:lnTo>
                  <a:pt x="470" y="2229"/>
                </a:lnTo>
                <a:lnTo>
                  <a:pt x="469" y="2229"/>
                </a:lnTo>
                <a:lnTo>
                  <a:pt x="469" y="2228"/>
                </a:lnTo>
                <a:lnTo>
                  <a:pt x="468" y="2228"/>
                </a:lnTo>
                <a:lnTo>
                  <a:pt x="467" y="2228"/>
                </a:lnTo>
                <a:lnTo>
                  <a:pt x="467" y="2227"/>
                </a:lnTo>
                <a:lnTo>
                  <a:pt x="466" y="2227"/>
                </a:lnTo>
                <a:lnTo>
                  <a:pt x="466" y="2226"/>
                </a:lnTo>
                <a:lnTo>
                  <a:pt x="465" y="2226"/>
                </a:lnTo>
                <a:lnTo>
                  <a:pt x="465" y="2225"/>
                </a:lnTo>
                <a:lnTo>
                  <a:pt x="464" y="2225"/>
                </a:lnTo>
                <a:lnTo>
                  <a:pt x="464" y="2224"/>
                </a:lnTo>
                <a:lnTo>
                  <a:pt x="464" y="2223"/>
                </a:lnTo>
                <a:lnTo>
                  <a:pt x="465" y="2223"/>
                </a:lnTo>
                <a:lnTo>
                  <a:pt x="465" y="2222"/>
                </a:lnTo>
                <a:lnTo>
                  <a:pt x="465" y="2221"/>
                </a:lnTo>
                <a:lnTo>
                  <a:pt x="466" y="2221"/>
                </a:lnTo>
                <a:lnTo>
                  <a:pt x="466" y="2220"/>
                </a:lnTo>
                <a:lnTo>
                  <a:pt x="467" y="2220"/>
                </a:lnTo>
                <a:lnTo>
                  <a:pt x="467" y="2219"/>
                </a:lnTo>
                <a:lnTo>
                  <a:pt x="468" y="2219"/>
                </a:lnTo>
                <a:lnTo>
                  <a:pt x="469" y="2219"/>
                </a:lnTo>
                <a:lnTo>
                  <a:pt x="469" y="2218"/>
                </a:lnTo>
                <a:lnTo>
                  <a:pt x="470" y="2218"/>
                </a:lnTo>
                <a:lnTo>
                  <a:pt x="471" y="2218"/>
                </a:lnTo>
                <a:lnTo>
                  <a:pt x="472" y="2218"/>
                </a:lnTo>
                <a:lnTo>
                  <a:pt x="473" y="2218"/>
                </a:lnTo>
                <a:lnTo>
                  <a:pt x="473" y="2217"/>
                </a:lnTo>
                <a:lnTo>
                  <a:pt x="473" y="2216"/>
                </a:lnTo>
                <a:lnTo>
                  <a:pt x="473" y="2215"/>
                </a:lnTo>
                <a:lnTo>
                  <a:pt x="474" y="2215"/>
                </a:lnTo>
                <a:lnTo>
                  <a:pt x="474" y="2214"/>
                </a:lnTo>
                <a:lnTo>
                  <a:pt x="475" y="2214"/>
                </a:lnTo>
                <a:lnTo>
                  <a:pt x="475" y="2213"/>
                </a:lnTo>
                <a:lnTo>
                  <a:pt x="475" y="2212"/>
                </a:lnTo>
                <a:lnTo>
                  <a:pt x="475" y="2211"/>
                </a:lnTo>
                <a:lnTo>
                  <a:pt x="474" y="2211"/>
                </a:lnTo>
                <a:lnTo>
                  <a:pt x="473" y="2211"/>
                </a:lnTo>
                <a:lnTo>
                  <a:pt x="472" y="2211"/>
                </a:lnTo>
                <a:lnTo>
                  <a:pt x="472" y="2210"/>
                </a:lnTo>
                <a:lnTo>
                  <a:pt x="472" y="2209"/>
                </a:lnTo>
                <a:lnTo>
                  <a:pt x="471" y="2209"/>
                </a:lnTo>
                <a:lnTo>
                  <a:pt x="471" y="2208"/>
                </a:lnTo>
                <a:lnTo>
                  <a:pt x="470" y="2208"/>
                </a:lnTo>
                <a:lnTo>
                  <a:pt x="470" y="2207"/>
                </a:lnTo>
                <a:lnTo>
                  <a:pt x="469" y="2207"/>
                </a:lnTo>
                <a:lnTo>
                  <a:pt x="468" y="2207"/>
                </a:lnTo>
                <a:lnTo>
                  <a:pt x="468" y="2206"/>
                </a:lnTo>
                <a:lnTo>
                  <a:pt x="467" y="2206"/>
                </a:lnTo>
                <a:lnTo>
                  <a:pt x="466" y="2206"/>
                </a:lnTo>
                <a:lnTo>
                  <a:pt x="465" y="2206"/>
                </a:lnTo>
                <a:lnTo>
                  <a:pt x="465" y="2205"/>
                </a:lnTo>
                <a:lnTo>
                  <a:pt x="464" y="2205"/>
                </a:lnTo>
                <a:lnTo>
                  <a:pt x="464" y="2204"/>
                </a:lnTo>
                <a:lnTo>
                  <a:pt x="463" y="2204"/>
                </a:lnTo>
                <a:lnTo>
                  <a:pt x="462" y="2204"/>
                </a:lnTo>
                <a:lnTo>
                  <a:pt x="461" y="2204"/>
                </a:lnTo>
                <a:lnTo>
                  <a:pt x="461" y="2203"/>
                </a:lnTo>
                <a:lnTo>
                  <a:pt x="461" y="2204"/>
                </a:lnTo>
                <a:lnTo>
                  <a:pt x="461" y="2203"/>
                </a:lnTo>
                <a:lnTo>
                  <a:pt x="460" y="2203"/>
                </a:lnTo>
                <a:lnTo>
                  <a:pt x="459" y="2203"/>
                </a:lnTo>
                <a:lnTo>
                  <a:pt x="459" y="2202"/>
                </a:lnTo>
                <a:lnTo>
                  <a:pt x="459" y="2201"/>
                </a:lnTo>
                <a:lnTo>
                  <a:pt x="459" y="2202"/>
                </a:lnTo>
                <a:lnTo>
                  <a:pt x="459" y="2201"/>
                </a:lnTo>
                <a:lnTo>
                  <a:pt x="460" y="2201"/>
                </a:lnTo>
                <a:lnTo>
                  <a:pt x="460" y="2200"/>
                </a:lnTo>
                <a:lnTo>
                  <a:pt x="460" y="2199"/>
                </a:lnTo>
                <a:lnTo>
                  <a:pt x="459" y="2199"/>
                </a:lnTo>
                <a:lnTo>
                  <a:pt x="459" y="2200"/>
                </a:lnTo>
                <a:lnTo>
                  <a:pt x="458" y="2200"/>
                </a:lnTo>
                <a:lnTo>
                  <a:pt x="458" y="2199"/>
                </a:lnTo>
                <a:lnTo>
                  <a:pt x="457" y="2200"/>
                </a:lnTo>
                <a:lnTo>
                  <a:pt x="456" y="2200"/>
                </a:lnTo>
                <a:lnTo>
                  <a:pt x="455" y="2200"/>
                </a:lnTo>
                <a:lnTo>
                  <a:pt x="455" y="2199"/>
                </a:lnTo>
                <a:lnTo>
                  <a:pt x="455" y="2200"/>
                </a:lnTo>
                <a:lnTo>
                  <a:pt x="454" y="2200"/>
                </a:lnTo>
                <a:lnTo>
                  <a:pt x="454" y="2199"/>
                </a:lnTo>
                <a:lnTo>
                  <a:pt x="455" y="2199"/>
                </a:lnTo>
                <a:lnTo>
                  <a:pt x="455" y="2198"/>
                </a:lnTo>
                <a:lnTo>
                  <a:pt x="454" y="2198"/>
                </a:lnTo>
                <a:lnTo>
                  <a:pt x="454" y="2197"/>
                </a:lnTo>
                <a:lnTo>
                  <a:pt x="455" y="2197"/>
                </a:lnTo>
                <a:lnTo>
                  <a:pt x="455" y="2196"/>
                </a:lnTo>
                <a:lnTo>
                  <a:pt x="455" y="2195"/>
                </a:lnTo>
                <a:lnTo>
                  <a:pt x="454" y="2195"/>
                </a:lnTo>
                <a:lnTo>
                  <a:pt x="454" y="2194"/>
                </a:lnTo>
                <a:lnTo>
                  <a:pt x="453" y="2194"/>
                </a:lnTo>
                <a:lnTo>
                  <a:pt x="453" y="2193"/>
                </a:lnTo>
                <a:lnTo>
                  <a:pt x="452" y="2193"/>
                </a:lnTo>
                <a:lnTo>
                  <a:pt x="452" y="2192"/>
                </a:lnTo>
                <a:lnTo>
                  <a:pt x="452" y="2191"/>
                </a:lnTo>
                <a:lnTo>
                  <a:pt x="451" y="2191"/>
                </a:lnTo>
                <a:lnTo>
                  <a:pt x="450" y="2191"/>
                </a:lnTo>
                <a:lnTo>
                  <a:pt x="450" y="2192"/>
                </a:lnTo>
                <a:lnTo>
                  <a:pt x="449" y="2192"/>
                </a:lnTo>
                <a:lnTo>
                  <a:pt x="448" y="2192"/>
                </a:lnTo>
                <a:lnTo>
                  <a:pt x="447" y="2192"/>
                </a:lnTo>
                <a:lnTo>
                  <a:pt x="447" y="2191"/>
                </a:lnTo>
                <a:lnTo>
                  <a:pt x="446" y="2191"/>
                </a:lnTo>
                <a:lnTo>
                  <a:pt x="446" y="2190"/>
                </a:lnTo>
                <a:lnTo>
                  <a:pt x="446" y="2189"/>
                </a:lnTo>
                <a:lnTo>
                  <a:pt x="446" y="2188"/>
                </a:lnTo>
                <a:lnTo>
                  <a:pt x="445" y="2188"/>
                </a:lnTo>
                <a:lnTo>
                  <a:pt x="446" y="2188"/>
                </a:lnTo>
                <a:lnTo>
                  <a:pt x="446" y="2187"/>
                </a:lnTo>
                <a:lnTo>
                  <a:pt x="446" y="2186"/>
                </a:lnTo>
                <a:lnTo>
                  <a:pt x="445" y="2186"/>
                </a:lnTo>
                <a:lnTo>
                  <a:pt x="445" y="2185"/>
                </a:lnTo>
                <a:lnTo>
                  <a:pt x="444" y="2185"/>
                </a:lnTo>
                <a:lnTo>
                  <a:pt x="444" y="2184"/>
                </a:lnTo>
                <a:lnTo>
                  <a:pt x="445" y="2184"/>
                </a:lnTo>
                <a:lnTo>
                  <a:pt x="446" y="2184"/>
                </a:lnTo>
                <a:lnTo>
                  <a:pt x="446" y="2183"/>
                </a:lnTo>
                <a:lnTo>
                  <a:pt x="447" y="2182"/>
                </a:lnTo>
                <a:lnTo>
                  <a:pt x="448" y="2182"/>
                </a:lnTo>
                <a:lnTo>
                  <a:pt x="448" y="2181"/>
                </a:lnTo>
                <a:lnTo>
                  <a:pt x="449" y="2181"/>
                </a:lnTo>
                <a:lnTo>
                  <a:pt x="449" y="2180"/>
                </a:lnTo>
                <a:lnTo>
                  <a:pt x="450" y="2180"/>
                </a:lnTo>
                <a:lnTo>
                  <a:pt x="450" y="2179"/>
                </a:lnTo>
                <a:lnTo>
                  <a:pt x="450" y="2178"/>
                </a:lnTo>
                <a:lnTo>
                  <a:pt x="450" y="2177"/>
                </a:lnTo>
                <a:lnTo>
                  <a:pt x="451" y="2177"/>
                </a:lnTo>
                <a:lnTo>
                  <a:pt x="451" y="2176"/>
                </a:lnTo>
                <a:lnTo>
                  <a:pt x="451" y="2175"/>
                </a:lnTo>
                <a:lnTo>
                  <a:pt x="452" y="2175"/>
                </a:lnTo>
                <a:lnTo>
                  <a:pt x="451" y="2175"/>
                </a:lnTo>
                <a:lnTo>
                  <a:pt x="451" y="2174"/>
                </a:lnTo>
                <a:lnTo>
                  <a:pt x="451" y="2173"/>
                </a:lnTo>
                <a:lnTo>
                  <a:pt x="450" y="2173"/>
                </a:lnTo>
                <a:lnTo>
                  <a:pt x="450" y="2172"/>
                </a:lnTo>
                <a:lnTo>
                  <a:pt x="449" y="2172"/>
                </a:lnTo>
                <a:lnTo>
                  <a:pt x="449" y="2171"/>
                </a:lnTo>
                <a:lnTo>
                  <a:pt x="449" y="2170"/>
                </a:lnTo>
                <a:lnTo>
                  <a:pt x="449" y="2169"/>
                </a:lnTo>
                <a:lnTo>
                  <a:pt x="450" y="2169"/>
                </a:lnTo>
                <a:lnTo>
                  <a:pt x="449" y="2169"/>
                </a:lnTo>
                <a:lnTo>
                  <a:pt x="449" y="2168"/>
                </a:lnTo>
                <a:lnTo>
                  <a:pt x="449" y="2169"/>
                </a:lnTo>
                <a:lnTo>
                  <a:pt x="448" y="2169"/>
                </a:lnTo>
                <a:lnTo>
                  <a:pt x="448" y="2168"/>
                </a:lnTo>
                <a:lnTo>
                  <a:pt x="448" y="2167"/>
                </a:lnTo>
                <a:lnTo>
                  <a:pt x="447" y="2167"/>
                </a:lnTo>
                <a:lnTo>
                  <a:pt x="447" y="2166"/>
                </a:lnTo>
                <a:lnTo>
                  <a:pt x="448" y="2166"/>
                </a:lnTo>
                <a:lnTo>
                  <a:pt x="448" y="2165"/>
                </a:lnTo>
                <a:lnTo>
                  <a:pt x="448" y="2164"/>
                </a:lnTo>
                <a:lnTo>
                  <a:pt x="448" y="2163"/>
                </a:lnTo>
                <a:lnTo>
                  <a:pt x="448" y="2162"/>
                </a:lnTo>
                <a:lnTo>
                  <a:pt x="448" y="2160"/>
                </a:lnTo>
                <a:lnTo>
                  <a:pt x="447" y="2160"/>
                </a:lnTo>
                <a:lnTo>
                  <a:pt x="447" y="2159"/>
                </a:lnTo>
                <a:lnTo>
                  <a:pt x="446" y="2159"/>
                </a:lnTo>
                <a:lnTo>
                  <a:pt x="447" y="2159"/>
                </a:lnTo>
                <a:lnTo>
                  <a:pt x="447" y="2158"/>
                </a:lnTo>
                <a:lnTo>
                  <a:pt x="447" y="2157"/>
                </a:lnTo>
                <a:lnTo>
                  <a:pt x="446" y="2157"/>
                </a:lnTo>
                <a:lnTo>
                  <a:pt x="445" y="2157"/>
                </a:lnTo>
                <a:lnTo>
                  <a:pt x="445" y="2156"/>
                </a:lnTo>
                <a:lnTo>
                  <a:pt x="445" y="2155"/>
                </a:lnTo>
                <a:lnTo>
                  <a:pt x="444" y="2155"/>
                </a:lnTo>
                <a:lnTo>
                  <a:pt x="444" y="2154"/>
                </a:lnTo>
                <a:lnTo>
                  <a:pt x="444" y="2153"/>
                </a:lnTo>
                <a:lnTo>
                  <a:pt x="443" y="2153"/>
                </a:lnTo>
                <a:lnTo>
                  <a:pt x="443" y="2152"/>
                </a:lnTo>
                <a:lnTo>
                  <a:pt x="442" y="2152"/>
                </a:lnTo>
                <a:lnTo>
                  <a:pt x="441" y="2152"/>
                </a:lnTo>
                <a:lnTo>
                  <a:pt x="441" y="2151"/>
                </a:lnTo>
                <a:lnTo>
                  <a:pt x="442" y="2151"/>
                </a:lnTo>
                <a:lnTo>
                  <a:pt x="442" y="2150"/>
                </a:lnTo>
                <a:lnTo>
                  <a:pt x="442" y="2149"/>
                </a:lnTo>
                <a:lnTo>
                  <a:pt x="443" y="2149"/>
                </a:lnTo>
                <a:lnTo>
                  <a:pt x="443" y="2148"/>
                </a:lnTo>
                <a:lnTo>
                  <a:pt x="444" y="2148"/>
                </a:lnTo>
                <a:lnTo>
                  <a:pt x="445" y="2148"/>
                </a:lnTo>
                <a:lnTo>
                  <a:pt x="445" y="2147"/>
                </a:lnTo>
                <a:lnTo>
                  <a:pt x="446" y="2147"/>
                </a:lnTo>
                <a:lnTo>
                  <a:pt x="447" y="2147"/>
                </a:lnTo>
                <a:lnTo>
                  <a:pt x="447" y="2146"/>
                </a:lnTo>
                <a:lnTo>
                  <a:pt x="447" y="2147"/>
                </a:lnTo>
                <a:lnTo>
                  <a:pt x="448" y="2147"/>
                </a:lnTo>
                <a:lnTo>
                  <a:pt x="449" y="2147"/>
                </a:lnTo>
                <a:lnTo>
                  <a:pt x="450" y="2146"/>
                </a:lnTo>
                <a:lnTo>
                  <a:pt x="451" y="2146"/>
                </a:lnTo>
                <a:lnTo>
                  <a:pt x="451" y="2145"/>
                </a:lnTo>
                <a:lnTo>
                  <a:pt x="452" y="2145"/>
                </a:lnTo>
                <a:lnTo>
                  <a:pt x="452" y="2144"/>
                </a:lnTo>
                <a:lnTo>
                  <a:pt x="452" y="2143"/>
                </a:lnTo>
                <a:lnTo>
                  <a:pt x="453" y="2143"/>
                </a:lnTo>
                <a:lnTo>
                  <a:pt x="453" y="2142"/>
                </a:lnTo>
                <a:lnTo>
                  <a:pt x="453" y="2143"/>
                </a:lnTo>
                <a:lnTo>
                  <a:pt x="454" y="2143"/>
                </a:lnTo>
                <a:lnTo>
                  <a:pt x="455" y="2143"/>
                </a:lnTo>
                <a:lnTo>
                  <a:pt x="456" y="2143"/>
                </a:lnTo>
                <a:lnTo>
                  <a:pt x="456" y="2142"/>
                </a:lnTo>
                <a:lnTo>
                  <a:pt x="456" y="2143"/>
                </a:lnTo>
                <a:lnTo>
                  <a:pt x="457" y="2143"/>
                </a:lnTo>
                <a:lnTo>
                  <a:pt x="457" y="2142"/>
                </a:lnTo>
                <a:lnTo>
                  <a:pt x="458" y="2142"/>
                </a:lnTo>
                <a:lnTo>
                  <a:pt x="458" y="2141"/>
                </a:lnTo>
                <a:lnTo>
                  <a:pt x="458" y="2140"/>
                </a:lnTo>
                <a:lnTo>
                  <a:pt x="459" y="2140"/>
                </a:lnTo>
                <a:lnTo>
                  <a:pt x="459" y="2141"/>
                </a:lnTo>
                <a:lnTo>
                  <a:pt x="460" y="2141"/>
                </a:lnTo>
                <a:lnTo>
                  <a:pt x="461" y="2141"/>
                </a:lnTo>
                <a:lnTo>
                  <a:pt x="462" y="2141"/>
                </a:lnTo>
                <a:lnTo>
                  <a:pt x="463" y="2141"/>
                </a:lnTo>
                <a:lnTo>
                  <a:pt x="463" y="2140"/>
                </a:lnTo>
                <a:lnTo>
                  <a:pt x="464" y="2140"/>
                </a:lnTo>
                <a:lnTo>
                  <a:pt x="464" y="2139"/>
                </a:lnTo>
                <a:lnTo>
                  <a:pt x="465" y="2139"/>
                </a:lnTo>
                <a:lnTo>
                  <a:pt x="465" y="2138"/>
                </a:lnTo>
                <a:lnTo>
                  <a:pt x="466" y="2138"/>
                </a:lnTo>
                <a:lnTo>
                  <a:pt x="467" y="2138"/>
                </a:lnTo>
                <a:lnTo>
                  <a:pt x="467" y="2137"/>
                </a:lnTo>
                <a:lnTo>
                  <a:pt x="467" y="2136"/>
                </a:lnTo>
                <a:lnTo>
                  <a:pt x="468" y="2136"/>
                </a:lnTo>
                <a:lnTo>
                  <a:pt x="469" y="2136"/>
                </a:lnTo>
                <a:lnTo>
                  <a:pt x="469" y="2135"/>
                </a:lnTo>
                <a:lnTo>
                  <a:pt x="469" y="2136"/>
                </a:lnTo>
                <a:lnTo>
                  <a:pt x="470" y="2135"/>
                </a:lnTo>
                <a:lnTo>
                  <a:pt x="470" y="2134"/>
                </a:lnTo>
                <a:lnTo>
                  <a:pt x="471" y="2134"/>
                </a:lnTo>
                <a:lnTo>
                  <a:pt x="471" y="2133"/>
                </a:lnTo>
                <a:lnTo>
                  <a:pt x="472" y="2133"/>
                </a:lnTo>
                <a:lnTo>
                  <a:pt x="472" y="2134"/>
                </a:lnTo>
                <a:lnTo>
                  <a:pt x="473" y="2133"/>
                </a:lnTo>
                <a:lnTo>
                  <a:pt x="473" y="2134"/>
                </a:lnTo>
                <a:lnTo>
                  <a:pt x="472" y="2135"/>
                </a:lnTo>
                <a:lnTo>
                  <a:pt x="473" y="2135"/>
                </a:lnTo>
                <a:lnTo>
                  <a:pt x="473" y="2136"/>
                </a:lnTo>
                <a:lnTo>
                  <a:pt x="473" y="2137"/>
                </a:lnTo>
                <a:lnTo>
                  <a:pt x="473" y="2138"/>
                </a:lnTo>
                <a:lnTo>
                  <a:pt x="472" y="2138"/>
                </a:lnTo>
                <a:lnTo>
                  <a:pt x="473" y="2139"/>
                </a:lnTo>
                <a:lnTo>
                  <a:pt x="473" y="2140"/>
                </a:lnTo>
                <a:lnTo>
                  <a:pt x="474" y="2140"/>
                </a:lnTo>
                <a:lnTo>
                  <a:pt x="474" y="2141"/>
                </a:lnTo>
                <a:lnTo>
                  <a:pt x="475" y="2141"/>
                </a:lnTo>
                <a:lnTo>
                  <a:pt x="475" y="2142"/>
                </a:lnTo>
                <a:lnTo>
                  <a:pt x="476" y="2142"/>
                </a:lnTo>
                <a:lnTo>
                  <a:pt x="476" y="2143"/>
                </a:lnTo>
                <a:lnTo>
                  <a:pt x="476" y="2144"/>
                </a:lnTo>
                <a:lnTo>
                  <a:pt x="476" y="2145"/>
                </a:lnTo>
                <a:lnTo>
                  <a:pt x="476" y="2146"/>
                </a:lnTo>
                <a:lnTo>
                  <a:pt x="475" y="2146"/>
                </a:lnTo>
                <a:lnTo>
                  <a:pt x="475" y="2147"/>
                </a:lnTo>
                <a:lnTo>
                  <a:pt x="474" y="2147"/>
                </a:lnTo>
                <a:lnTo>
                  <a:pt x="474" y="2146"/>
                </a:lnTo>
                <a:lnTo>
                  <a:pt x="474" y="2147"/>
                </a:lnTo>
                <a:lnTo>
                  <a:pt x="474" y="2148"/>
                </a:lnTo>
                <a:lnTo>
                  <a:pt x="474" y="2149"/>
                </a:lnTo>
                <a:lnTo>
                  <a:pt x="475" y="2150"/>
                </a:lnTo>
                <a:lnTo>
                  <a:pt x="475" y="2151"/>
                </a:lnTo>
                <a:lnTo>
                  <a:pt x="475" y="2152"/>
                </a:lnTo>
                <a:lnTo>
                  <a:pt x="475" y="2153"/>
                </a:lnTo>
                <a:lnTo>
                  <a:pt x="476" y="2153"/>
                </a:lnTo>
                <a:lnTo>
                  <a:pt x="476" y="2154"/>
                </a:lnTo>
                <a:lnTo>
                  <a:pt x="476" y="2155"/>
                </a:lnTo>
                <a:lnTo>
                  <a:pt x="476" y="2156"/>
                </a:lnTo>
                <a:lnTo>
                  <a:pt x="476" y="2157"/>
                </a:lnTo>
                <a:lnTo>
                  <a:pt x="477" y="2157"/>
                </a:lnTo>
                <a:lnTo>
                  <a:pt x="478" y="2157"/>
                </a:lnTo>
                <a:lnTo>
                  <a:pt x="478" y="2158"/>
                </a:lnTo>
                <a:lnTo>
                  <a:pt x="478" y="2159"/>
                </a:lnTo>
                <a:lnTo>
                  <a:pt x="478" y="2160"/>
                </a:lnTo>
                <a:lnTo>
                  <a:pt x="479" y="2160"/>
                </a:lnTo>
                <a:lnTo>
                  <a:pt x="478" y="2160"/>
                </a:lnTo>
                <a:lnTo>
                  <a:pt x="479" y="2161"/>
                </a:lnTo>
                <a:lnTo>
                  <a:pt x="479" y="2162"/>
                </a:lnTo>
                <a:lnTo>
                  <a:pt x="480" y="2162"/>
                </a:lnTo>
                <a:lnTo>
                  <a:pt x="481" y="2162"/>
                </a:lnTo>
                <a:lnTo>
                  <a:pt x="481" y="2163"/>
                </a:lnTo>
                <a:lnTo>
                  <a:pt x="481" y="2164"/>
                </a:lnTo>
                <a:lnTo>
                  <a:pt x="482" y="2164"/>
                </a:lnTo>
                <a:lnTo>
                  <a:pt x="483" y="2164"/>
                </a:lnTo>
                <a:lnTo>
                  <a:pt x="483" y="2163"/>
                </a:lnTo>
                <a:lnTo>
                  <a:pt x="483" y="2164"/>
                </a:lnTo>
                <a:lnTo>
                  <a:pt x="484" y="2164"/>
                </a:lnTo>
                <a:lnTo>
                  <a:pt x="485" y="2164"/>
                </a:lnTo>
                <a:lnTo>
                  <a:pt x="485" y="2165"/>
                </a:lnTo>
                <a:lnTo>
                  <a:pt x="486" y="2165"/>
                </a:lnTo>
                <a:lnTo>
                  <a:pt x="487" y="2165"/>
                </a:lnTo>
                <a:lnTo>
                  <a:pt x="487" y="2166"/>
                </a:lnTo>
                <a:lnTo>
                  <a:pt x="487" y="2167"/>
                </a:lnTo>
                <a:lnTo>
                  <a:pt x="487" y="2168"/>
                </a:lnTo>
                <a:lnTo>
                  <a:pt x="488" y="2168"/>
                </a:lnTo>
                <a:lnTo>
                  <a:pt x="489" y="2168"/>
                </a:lnTo>
                <a:lnTo>
                  <a:pt x="489" y="2169"/>
                </a:lnTo>
                <a:lnTo>
                  <a:pt x="490" y="2169"/>
                </a:lnTo>
                <a:lnTo>
                  <a:pt x="491" y="2169"/>
                </a:lnTo>
                <a:lnTo>
                  <a:pt x="490" y="2169"/>
                </a:lnTo>
                <a:lnTo>
                  <a:pt x="490" y="2170"/>
                </a:lnTo>
                <a:lnTo>
                  <a:pt x="491" y="2170"/>
                </a:lnTo>
                <a:lnTo>
                  <a:pt x="492" y="2170"/>
                </a:lnTo>
                <a:lnTo>
                  <a:pt x="492" y="2171"/>
                </a:lnTo>
                <a:lnTo>
                  <a:pt x="493" y="2171"/>
                </a:lnTo>
                <a:lnTo>
                  <a:pt x="493" y="2172"/>
                </a:lnTo>
                <a:lnTo>
                  <a:pt x="493" y="2171"/>
                </a:lnTo>
                <a:lnTo>
                  <a:pt x="494" y="2171"/>
                </a:lnTo>
                <a:lnTo>
                  <a:pt x="494" y="2170"/>
                </a:lnTo>
                <a:lnTo>
                  <a:pt x="494" y="2169"/>
                </a:lnTo>
                <a:lnTo>
                  <a:pt x="495" y="2169"/>
                </a:lnTo>
                <a:lnTo>
                  <a:pt x="495" y="2168"/>
                </a:lnTo>
                <a:lnTo>
                  <a:pt x="496" y="2168"/>
                </a:lnTo>
                <a:lnTo>
                  <a:pt x="496" y="2167"/>
                </a:lnTo>
                <a:lnTo>
                  <a:pt x="497" y="2167"/>
                </a:lnTo>
                <a:lnTo>
                  <a:pt x="498" y="2167"/>
                </a:lnTo>
                <a:lnTo>
                  <a:pt x="499" y="2167"/>
                </a:lnTo>
                <a:lnTo>
                  <a:pt x="500" y="2167"/>
                </a:lnTo>
                <a:lnTo>
                  <a:pt x="501" y="2166"/>
                </a:lnTo>
                <a:lnTo>
                  <a:pt x="502" y="2166"/>
                </a:lnTo>
                <a:lnTo>
                  <a:pt x="502" y="2167"/>
                </a:lnTo>
                <a:lnTo>
                  <a:pt x="503" y="2167"/>
                </a:lnTo>
                <a:lnTo>
                  <a:pt x="504" y="2168"/>
                </a:lnTo>
                <a:lnTo>
                  <a:pt x="505" y="2168"/>
                </a:lnTo>
                <a:lnTo>
                  <a:pt x="505" y="2167"/>
                </a:lnTo>
                <a:lnTo>
                  <a:pt x="505" y="2166"/>
                </a:lnTo>
                <a:lnTo>
                  <a:pt x="505" y="2165"/>
                </a:lnTo>
                <a:lnTo>
                  <a:pt x="505" y="2164"/>
                </a:lnTo>
                <a:lnTo>
                  <a:pt x="506" y="2164"/>
                </a:lnTo>
                <a:lnTo>
                  <a:pt x="506" y="2163"/>
                </a:lnTo>
                <a:lnTo>
                  <a:pt x="507" y="2163"/>
                </a:lnTo>
                <a:lnTo>
                  <a:pt x="507" y="2162"/>
                </a:lnTo>
                <a:lnTo>
                  <a:pt x="507" y="2161"/>
                </a:lnTo>
                <a:lnTo>
                  <a:pt x="506" y="2161"/>
                </a:lnTo>
                <a:lnTo>
                  <a:pt x="506" y="2160"/>
                </a:lnTo>
                <a:lnTo>
                  <a:pt x="507" y="2160"/>
                </a:lnTo>
                <a:lnTo>
                  <a:pt x="506" y="2160"/>
                </a:lnTo>
                <a:lnTo>
                  <a:pt x="506" y="2159"/>
                </a:lnTo>
                <a:lnTo>
                  <a:pt x="507" y="2159"/>
                </a:lnTo>
                <a:lnTo>
                  <a:pt x="507" y="2158"/>
                </a:lnTo>
                <a:lnTo>
                  <a:pt x="508" y="2158"/>
                </a:lnTo>
                <a:lnTo>
                  <a:pt x="508" y="2157"/>
                </a:lnTo>
                <a:lnTo>
                  <a:pt x="507" y="2157"/>
                </a:lnTo>
                <a:lnTo>
                  <a:pt x="508" y="2157"/>
                </a:lnTo>
                <a:lnTo>
                  <a:pt x="509" y="2157"/>
                </a:lnTo>
                <a:lnTo>
                  <a:pt x="510" y="2157"/>
                </a:lnTo>
                <a:lnTo>
                  <a:pt x="509" y="2156"/>
                </a:lnTo>
                <a:lnTo>
                  <a:pt x="510" y="2156"/>
                </a:lnTo>
                <a:lnTo>
                  <a:pt x="510" y="2155"/>
                </a:lnTo>
                <a:lnTo>
                  <a:pt x="511" y="2155"/>
                </a:lnTo>
                <a:lnTo>
                  <a:pt x="512" y="2155"/>
                </a:lnTo>
                <a:lnTo>
                  <a:pt x="513" y="2155"/>
                </a:lnTo>
                <a:lnTo>
                  <a:pt x="512" y="2155"/>
                </a:lnTo>
                <a:lnTo>
                  <a:pt x="512" y="2154"/>
                </a:lnTo>
                <a:lnTo>
                  <a:pt x="512" y="2153"/>
                </a:lnTo>
                <a:lnTo>
                  <a:pt x="513" y="2153"/>
                </a:lnTo>
                <a:lnTo>
                  <a:pt x="514" y="2153"/>
                </a:lnTo>
                <a:lnTo>
                  <a:pt x="514" y="2154"/>
                </a:lnTo>
                <a:lnTo>
                  <a:pt x="514" y="2153"/>
                </a:lnTo>
                <a:lnTo>
                  <a:pt x="514" y="2154"/>
                </a:lnTo>
                <a:lnTo>
                  <a:pt x="515" y="2154"/>
                </a:lnTo>
                <a:lnTo>
                  <a:pt x="515" y="2153"/>
                </a:lnTo>
                <a:lnTo>
                  <a:pt x="515" y="2154"/>
                </a:lnTo>
                <a:lnTo>
                  <a:pt x="516" y="2154"/>
                </a:lnTo>
                <a:lnTo>
                  <a:pt x="516" y="2153"/>
                </a:lnTo>
                <a:lnTo>
                  <a:pt x="516" y="2152"/>
                </a:lnTo>
                <a:lnTo>
                  <a:pt x="516" y="2153"/>
                </a:lnTo>
                <a:lnTo>
                  <a:pt x="517" y="2153"/>
                </a:lnTo>
                <a:lnTo>
                  <a:pt x="518" y="2153"/>
                </a:lnTo>
                <a:lnTo>
                  <a:pt x="519" y="2153"/>
                </a:lnTo>
                <a:lnTo>
                  <a:pt x="519" y="2152"/>
                </a:lnTo>
                <a:lnTo>
                  <a:pt x="518" y="2152"/>
                </a:lnTo>
                <a:lnTo>
                  <a:pt x="519" y="2152"/>
                </a:lnTo>
                <a:lnTo>
                  <a:pt x="519" y="2151"/>
                </a:lnTo>
                <a:lnTo>
                  <a:pt x="520" y="2151"/>
                </a:lnTo>
                <a:lnTo>
                  <a:pt x="520" y="2150"/>
                </a:lnTo>
                <a:lnTo>
                  <a:pt x="521" y="2150"/>
                </a:lnTo>
                <a:lnTo>
                  <a:pt x="521" y="2149"/>
                </a:lnTo>
                <a:lnTo>
                  <a:pt x="520" y="2149"/>
                </a:lnTo>
                <a:lnTo>
                  <a:pt x="520" y="2148"/>
                </a:lnTo>
                <a:lnTo>
                  <a:pt x="521" y="2148"/>
                </a:lnTo>
                <a:lnTo>
                  <a:pt x="521" y="2147"/>
                </a:lnTo>
                <a:lnTo>
                  <a:pt x="521" y="2146"/>
                </a:lnTo>
                <a:lnTo>
                  <a:pt x="522" y="2146"/>
                </a:lnTo>
                <a:lnTo>
                  <a:pt x="522" y="2145"/>
                </a:lnTo>
                <a:lnTo>
                  <a:pt x="523" y="2145"/>
                </a:lnTo>
                <a:lnTo>
                  <a:pt x="523" y="2144"/>
                </a:lnTo>
                <a:lnTo>
                  <a:pt x="523" y="2143"/>
                </a:lnTo>
                <a:lnTo>
                  <a:pt x="523" y="2142"/>
                </a:lnTo>
                <a:lnTo>
                  <a:pt x="522" y="2142"/>
                </a:lnTo>
                <a:lnTo>
                  <a:pt x="522" y="2141"/>
                </a:lnTo>
                <a:lnTo>
                  <a:pt x="522" y="2140"/>
                </a:lnTo>
                <a:lnTo>
                  <a:pt x="522" y="2139"/>
                </a:lnTo>
                <a:lnTo>
                  <a:pt x="521" y="2139"/>
                </a:lnTo>
                <a:lnTo>
                  <a:pt x="521" y="2138"/>
                </a:lnTo>
                <a:lnTo>
                  <a:pt x="521" y="2137"/>
                </a:lnTo>
                <a:lnTo>
                  <a:pt x="520" y="2137"/>
                </a:lnTo>
                <a:lnTo>
                  <a:pt x="520" y="2136"/>
                </a:lnTo>
                <a:lnTo>
                  <a:pt x="521" y="2136"/>
                </a:lnTo>
                <a:lnTo>
                  <a:pt x="521" y="2135"/>
                </a:lnTo>
                <a:lnTo>
                  <a:pt x="521" y="2136"/>
                </a:lnTo>
                <a:lnTo>
                  <a:pt x="521" y="2135"/>
                </a:lnTo>
                <a:lnTo>
                  <a:pt x="522" y="2135"/>
                </a:lnTo>
                <a:lnTo>
                  <a:pt x="522" y="2134"/>
                </a:lnTo>
                <a:lnTo>
                  <a:pt x="521" y="2134"/>
                </a:lnTo>
                <a:lnTo>
                  <a:pt x="521" y="2133"/>
                </a:lnTo>
                <a:lnTo>
                  <a:pt x="522" y="2133"/>
                </a:lnTo>
                <a:lnTo>
                  <a:pt x="522" y="2132"/>
                </a:lnTo>
                <a:lnTo>
                  <a:pt x="523" y="2132"/>
                </a:lnTo>
                <a:lnTo>
                  <a:pt x="522" y="2132"/>
                </a:lnTo>
                <a:lnTo>
                  <a:pt x="522" y="2131"/>
                </a:lnTo>
                <a:lnTo>
                  <a:pt x="523" y="2131"/>
                </a:lnTo>
                <a:lnTo>
                  <a:pt x="522" y="2131"/>
                </a:lnTo>
                <a:lnTo>
                  <a:pt x="522" y="2130"/>
                </a:lnTo>
                <a:lnTo>
                  <a:pt x="522" y="2129"/>
                </a:lnTo>
                <a:lnTo>
                  <a:pt x="521" y="2129"/>
                </a:lnTo>
                <a:lnTo>
                  <a:pt x="521" y="2128"/>
                </a:lnTo>
                <a:lnTo>
                  <a:pt x="521" y="2127"/>
                </a:lnTo>
                <a:lnTo>
                  <a:pt x="521" y="2126"/>
                </a:lnTo>
                <a:lnTo>
                  <a:pt x="520" y="2126"/>
                </a:lnTo>
                <a:lnTo>
                  <a:pt x="520" y="2125"/>
                </a:lnTo>
                <a:lnTo>
                  <a:pt x="519" y="2125"/>
                </a:lnTo>
                <a:lnTo>
                  <a:pt x="518" y="2125"/>
                </a:lnTo>
                <a:lnTo>
                  <a:pt x="517" y="2125"/>
                </a:lnTo>
                <a:lnTo>
                  <a:pt x="517" y="2126"/>
                </a:lnTo>
                <a:lnTo>
                  <a:pt x="517" y="2125"/>
                </a:lnTo>
                <a:lnTo>
                  <a:pt x="516" y="2125"/>
                </a:lnTo>
                <a:lnTo>
                  <a:pt x="516" y="2124"/>
                </a:lnTo>
                <a:lnTo>
                  <a:pt x="516" y="2123"/>
                </a:lnTo>
                <a:lnTo>
                  <a:pt x="516" y="2122"/>
                </a:lnTo>
                <a:lnTo>
                  <a:pt x="517" y="2122"/>
                </a:lnTo>
                <a:lnTo>
                  <a:pt x="516" y="2122"/>
                </a:lnTo>
                <a:lnTo>
                  <a:pt x="517" y="2122"/>
                </a:lnTo>
                <a:lnTo>
                  <a:pt x="517" y="2121"/>
                </a:lnTo>
                <a:lnTo>
                  <a:pt x="516" y="2121"/>
                </a:lnTo>
                <a:lnTo>
                  <a:pt x="516" y="2120"/>
                </a:lnTo>
                <a:lnTo>
                  <a:pt x="517" y="2120"/>
                </a:lnTo>
                <a:lnTo>
                  <a:pt x="517" y="2119"/>
                </a:lnTo>
                <a:lnTo>
                  <a:pt x="517" y="2118"/>
                </a:lnTo>
                <a:lnTo>
                  <a:pt x="516" y="2118"/>
                </a:lnTo>
                <a:lnTo>
                  <a:pt x="517" y="2117"/>
                </a:lnTo>
                <a:lnTo>
                  <a:pt x="517" y="2116"/>
                </a:lnTo>
                <a:lnTo>
                  <a:pt x="517" y="2115"/>
                </a:lnTo>
                <a:lnTo>
                  <a:pt x="516" y="2115"/>
                </a:lnTo>
                <a:lnTo>
                  <a:pt x="516" y="2114"/>
                </a:lnTo>
                <a:lnTo>
                  <a:pt x="517" y="2114"/>
                </a:lnTo>
                <a:lnTo>
                  <a:pt x="517" y="2113"/>
                </a:lnTo>
                <a:lnTo>
                  <a:pt x="517" y="2112"/>
                </a:lnTo>
                <a:lnTo>
                  <a:pt x="517" y="2111"/>
                </a:lnTo>
                <a:lnTo>
                  <a:pt x="518" y="2111"/>
                </a:lnTo>
                <a:lnTo>
                  <a:pt x="518" y="2110"/>
                </a:lnTo>
                <a:lnTo>
                  <a:pt x="519" y="2109"/>
                </a:lnTo>
                <a:lnTo>
                  <a:pt x="518" y="2109"/>
                </a:lnTo>
                <a:lnTo>
                  <a:pt x="518" y="2108"/>
                </a:lnTo>
                <a:lnTo>
                  <a:pt x="517" y="2108"/>
                </a:lnTo>
                <a:lnTo>
                  <a:pt x="516" y="2108"/>
                </a:lnTo>
                <a:lnTo>
                  <a:pt x="516" y="2107"/>
                </a:lnTo>
                <a:lnTo>
                  <a:pt x="516" y="2108"/>
                </a:lnTo>
                <a:lnTo>
                  <a:pt x="515" y="2108"/>
                </a:lnTo>
                <a:lnTo>
                  <a:pt x="515" y="2107"/>
                </a:lnTo>
                <a:lnTo>
                  <a:pt x="514" y="2107"/>
                </a:lnTo>
                <a:lnTo>
                  <a:pt x="514" y="2106"/>
                </a:lnTo>
                <a:lnTo>
                  <a:pt x="513" y="2105"/>
                </a:lnTo>
                <a:lnTo>
                  <a:pt x="512" y="2105"/>
                </a:lnTo>
                <a:lnTo>
                  <a:pt x="511" y="2105"/>
                </a:lnTo>
                <a:lnTo>
                  <a:pt x="512" y="2105"/>
                </a:lnTo>
                <a:lnTo>
                  <a:pt x="512" y="2104"/>
                </a:lnTo>
                <a:lnTo>
                  <a:pt x="511" y="2104"/>
                </a:lnTo>
                <a:lnTo>
                  <a:pt x="511" y="2103"/>
                </a:lnTo>
                <a:lnTo>
                  <a:pt x="511" y="2102"/>
                </a:lnTo>
                <a:lnTo>
                  <a:pt x="510" y="2102"/>
                </a:lnTo>
                <a:lnTo>
                  <a:pt x="510" y="2101"/>
                </a:lnTo>
                <a:lnTo>
                  <a:pt x="510" y="2100"/>
                </a:lnTo>
                <a:lnTo>
                  <a:pt x="510" y="2099"/>
                </a:lnTo>
                <a:lnTo>
                  <a:pt x="510" y="2098"/>
                </a:lnTo>
                <a:lnTo>
                  <a:pt x="509" y="2097"/>
                </a:lnTo>
                <a:lnTo>
                  <a:pt x="509" y="2096"/>
                </a:lnTo>
                <a:lnTo>
                  <a:pt x="509" y="2095"/>
                </a:lnTo>
                <a:lnTo>
                  <a:pt x="509" y="2094"/>
                </a:lnTo>
                <a:lnTo>
                  <a:pt x="509" y="2093"/>
                </a:lnTo>
                <a:lnTo>
                  <a:pt x="509" y="2092"/>
                </a:lnTo>
                <a:lnTo>
                  <a:pt x="509" y="2091"/>
                </a:lnTo>
                <a:lnTo>
                  <a:pt x="509" y="2090"/>
                </a:lnTo>
                <a:lnTo>
                  <a:pt x="509" y="2089"/>
                </a:lnTo>
                <a:lnTo>
                  <a:pt x="509" y="2088"/>
                </a:lnTo>
                <a:lnTo>
                  <a:pt x="510" y="2088"/>
                </a:lnTo>
                <a:lnTo>
                  <a:pt x="510" y="2087"/>
                </a:lnTo>
                <a:lnTo>
                  <a:pt x="511" y="2087"/>
                </a:lnTo>
                <a:lnTo>
                  <a:pt x="511" y="2086"/>
                </a:lnTo>
                <a:lnTo>
                  <a:pt x="510" y="2086"/>
                </a:lnTo>
                <a:lnTo>
                  <a:pt x="510" y="2085"/>
                </a:lnTo>
                <a:lnTo>
                  <a:pt x="509" y="2085"/>
                </a:lnTo>
                <a:lnTo>
                  <a:pt x="509" y="2084"/>
                </a:lnTo>
                <a:lnTo>
                  <a:pt x="508" y="2084"/>
                </a:lnTo>
                <a:lnTo>
                  <a:pt x="508" y="2083"/>
                </a:lnTo>
                <a:lnTo>
                  <a:pt x="507" y="2083"/>
                </a:lnTo>
                <a:lnTo>
                  <a:pt x="506" y="2083"/>
                </a:lnTo>
                <a:lnTo>
                  <a:pt x="505" y="2083"/>
                </a:lnTo>
                <a:lnTo>
                  <a:pt x="505" y="2082"/>
                </a:lnTo>
                <a:lnTo>
                  <a:pt x="504" y="2082"/>
                </a:lnTo>
                <a:lnTo>
                  <a:pt x="504" y="2081"/>
                </a:lnTo>
                <a:lnTo>
                  <a:pt x="503" y="2081"/>
                </a:lnTo>
                <a:lnTo>
                  <a:pt x="502" y="2081"/>
                </a:lnTo>
                <a:lnTo>
                  <a:pt x="502" y="2080"/>
                </a:lnTo>
                <a:lnTo>
                  <a:pt x="502" y="2079"/>
                </a:lnTo>
                <a:lnTo>
                  <a:pt x="503" y="2079"/>
                </a:lnTo>
                <a:lnTo>
                  <a:pt x="503" y="2078"/>
                </a:lnTo>
                <a:lnTo>
                  <a:pt x="502" y="2078"/>
                </a:lnTo>
                <a:lnTo>
                  <a:pt x="501" y="2078"/>
                </a:lnTo>
                <a:lnTo>
                  <a:pt x="501" y="2077"/>
                </a:lnTo>
                <a:lnTo>
                  <a:pt x="500" y="2077"/>
                </a:lnTo>
                <a:lnTo>
                  <a:pt x="500" y="2076"/>
                </a:lnTo>
                <a:lnTo>
                  <a:pt x="499" y="2076"/>
                </a:lnTo>
                <a:lnTo>
                  <a:pt x="499" y="2075"/>
                </a:lnTo>
                <a:lnTo>
                  <a:pt x="499" y="2074"/>
                </a:lnTo>
                <a:lnTo>
                  <a:pt x="499" y="2073"/>
                </a:lnTo>
                <a:lnTo>
                  <a:pt x="499" y="2072"/>
                </a:lnTo>
                <a:lnTo>
                  <a:pt x="498" y="2072"/>
                </a:lnTo>
                <a:lnTo>
                  <a:pt x="498" y="2071"/>
                </a:lnTo>
                <a:lnTo>
                  <a:pt x="498" y="2070"/>
                </a:lnTo>
                <a:lnTo>
                  <a:pt x="497" y="2071"/>
                </a:lnTo>
                <a:lnTo>
                  <a:pt x="497" y="2070"/>
                </a:lnTo>
                <a:lnTo>
                  <a:pt x="496" y="2070"/>
                </a:lnTo>
                <a:lnTo>
                  <a:pt x="495" y="2070"/>
                </a:lnTo>
                <a:lnTo>
                  <a:pt x="494" y="2070"/>
                </a:lnTo>
                <a:lnTo>
                  <a:pt x="494" y="2069"/>
                </a:lnTo>
                <a:lnTo>
                  <a:pt x="493" y="2069"/>
                </a:lnTo>
                <a:lnTo>
                  <a:pt x="492" y="2069"/>
                </a:lnTo>
                <a:lnTo>
                  <a:pt x="492" y="2068"/>
                </a:lnTo>
                <a:lnTo>
                  <a:pt x="492" y="2067"/>
                </a:lnTo>
                <a:lnTo>
                  <a:pt x="491" y="2066"/>
                </a:lnTo>
                <a:lnTo>
                  <a:pt x="492" y="2066"/>
                </a:lnTo>
                <a:lnTo>
                  <a:pt x="491" y="2065"/>
                </a:lnTo>
                <a:lnTo>
                  <a:pt x="491" y="2064"/>
                </a:lnTo>
                <a:lnTo>
                  <a:pt x="490" y="2064"/>
                </a:lnTo>
                <a:lnTo>
                  <a:pt x="489" y="2064"/>
                </a:lnTo>
                <a:lnTo>
                  <a:pt x="489" y="2063"/>
                </a:lnTo>
                <a:lnTo>
                  <a:pt x="488" y="2063"/>
                </a:lnTo>
                <a:lnTo>
                  <a:pt x="488" y="2062"/>
                </a:lnTo>
                <a:lnTo>
                  <a:pt x="487" y="2062"/>
                </a:lnTo>
                <a:lnTo>
                  <a:pt x="486" y="2061"/>
                </a:lnTo>
                <a:lnTo>
                  <a:pt x="484" y="2061"/>
                </a:lnTo>
                <a:lnTo>
                  <a:pt x="483" y="2061"/>
                </a:lnTo>
                <a:lnTo>
                  <a:pt x="482" y="2061"/>
                </a:lnTo>
                <a:lnTo>
                  <a:pt x="482" y="2060"/>
                </a:lnTo>
                <a:lnTo>
                  <a:pt x="481" y="2060"/>
                </a:lnTo>
                <a:lnTo>
                  <a:pt x="481" y="2059"/>
                </a:lnTo>
                <a:lnTo>
                  <a:pt x="481" y="2058"/>
                </a:lnTo>
                <a:lnTo>
                  <a:pt x="480" y="2058"/>
                </a:lnTo>
                <a:lnTo>
                  <a:pt x="480" y="2057"/>
                </a:lnTo>
                <a:lnTo>
                  <a:pt x="479" y="2057"/>
                </a:lnTo>
                <a:lnTo>
                  <a:pt x="479" y="2056"/>
                </a:lnTo>
                <a:lnTo>
                  <a:pt x="479" y="2055"/>
                </a:lnTo>
                <a:lnTo>
                  <a:pt x="479" y="2054"/>
                </a:lnTo>
                <a:lnTo>
                  <a:pt x="478" y="2054"/>
                </a:lnTo>
                <a:lnTo>
                  <a:pt x="478" y="2053"/>
                </a:lnTo>
                <a:lnTo>
                  <a:pt x="477" y="2053"/>
                </a:lnTo>
                <a:lnTo>
                  <a:pt x="477" y="2052"/>
                </a:lnTo>
                <a:lnTo>
                  <a:pt x="476" y="2052"/>
                </a:lnTo>
                <a:lnTo>
                  <a:pt x="476" y="2051"/>
                </a:lnTo>
                <a:lnTo>
                  <a:pt x="475" y="2051"/>
                </a:lnTo>
                <a:lnTo>
                  <a:pt x="475" y="2050"/>
                </a:lnTo>
                <a:lnTo>
                  <a:pt x="475" y="2049"/>
                </a:lnTo>
                <a:lnTo>
                  <a:pt x="475" y="2050"/>
                </a:lnTo>
                <a:lnTo>
                  <a:pt x="474" y="2049"/>
                </a:lnTo>
                <a:lnTo>
                  <a:pt x="474" y="2048"/>
                </a:lnTo>
                <a:lnTo>
                  <a:pt x="473" y="2048"/>
                </a:lnTo>
                <a:lnTo>
                  <a:pt x="473" y="2047"/>
                </a:lnTo>
                <a:lnTo>
                  <a:pt x="472" y="2047"/>
                </a:lnTo>
                <a:lnTo>
                  <a:pt x="472" y="2046"/>
                </a:lnTo>
                <a:lnTo>
                  <a:pt x="472" y="2045"/>
                </a:lnTo>
                <a:lnTo>
                  <a:pt x="473" y="2045"/>
                </a:lnTo>
                <a:lnTo>
                  <a:pt x="473" y="2044"/>
                </a:lnTo>
                <a:lnTo>
                  <a:pt x="472" y="2043"/>
                </a:lnTo>
                <a:lnTo>
                  <a:pt x="473" y="2043"/>
                </a:lnTo>
                <a:lnTo>
                  <a:pt x="472" y="2043"/>
                </a:lnTo>
                <a:lnTo>
                  <a:pt x="472" y="2042"/>
                </a:lnTo>
                <a:lnTo>
                  <a:pt x="473" y="2042"/>
                </a:lnTo>
                <a:lnTo>
                  <a:pt x="473" y="2041"/>
                </a:lnTo>
                <a:lnTo>
                  <a:pt x="474" y="2041"/>
                </a:lnTo>
                <a:lnTo>
                  <a:pt x="474" y="2040"/>
                </a:lnTo>
                <a:lnTo>
                  <a:pt x="473" y="2040"/>
                </a:lnTo>
                <a:lnTo>
                  <a:pt x="472" y="2040"/>
                </a:lnTo>
                <a:lnTo>
                  <a:pt x="471" y="2040"/>
                </a:lnTo>
                <a:lnTo>
                  <a:pt x="470" y="2040"/>
                </a:lnTo>
                <a:lnTo>
                  <a:pt x="470" y="2039"/>
                </a:lnTo>
                <a:lnTo>
                  <a:pt x="469" y="2039"/>
                </a:lnTo>
                <a:lnTo>
                  <a:pt x="469" y="2038"/>
                </a:lnTo>
                <a:lnTo>
                  <a:pt x="468" y="2038"/>
                </a:lnTo>
                <a:lnTo>
                  <a:pt x="469" y="2038"/>
                </a:lnTo>
                <a:lnTo>
                  <a:pt x="468" y="2038"/>
                </a:lnTo>
                <a:lnTo>
                  <a:pt x="468" y="2037"/>
                </a:lnTo>
                <a:lnTo>
                  <a:pt x="467" y="2037"/>
                </a:lnTo>
                <a:lnTo>
                  <a:pt x="467" y="2036"/>
                </a:lnTo>
                <a:lnTo>
                  <a:pt x="467" y="2035"/>
                </a:lnTo>
                <a:lnTo>
                  <a:pt x="468" y="2035"/>
                </a:lnTo>
                <a:lnTo>
                  <a:pt x="469" y="2035"/>
                </a:lnTo>
                <a:lnTo>
                  <a:pt x="470" y="2035"/>
                </a:lnTo>
                <a:lnTo>
                  <a:pt x="470" y="2034"/>
                </a:lnTo>
                <a:lnTo>
                  <a:pt x="471" y="2034"/>
                </a:lnTo>
                <a:lnTo>
                  <a:pt x="472" y="2034"/>
                </a:lnTo>
                <a:lnTo>
                  <a:pt x="472" y="2033"/>
                </a:lnTo>
                <a:lnTo>
                  <a:pt x="473" y="2033"/>
                </a:lnTo>
                <a:lnTo>
                  <a:pt x="474" y="2033"/>
                </a:lnTo>
                <a:lnTo>
                  <a:pt x="474" y="2032"/>
                </a:lnTo>
                <a:lnTo>
                  <a:pt x="475" y="2031"/>
                </a:lnTo>
                <a:lnTo>
                  <a:pt x="476" y="2031"/>
                </a:lnTo>
                <a:lnTo>
                  <a:pt x="476" y="2030"/>
                </a:lnTo>
                <a:lnTo>
                  <a:pt x="477" y="2030"/>
                </a:lnTo>
                <a:lnTo>
                  <a:pt x="477" y="2029"/>
                </a:lnTo>
                <a:lnTo>
                  <a:pt x="476" y="2029"/>
                </a:lnTo>
                <a:lnTo>
                  <a:pt x="476" y="2028"/>
                </a:lnTo>
                <a:lnTo>
                  <a:pt x="476" y="2027"/>
                </a:lnTo>
                <a:lnTo>
                  <a:pt x="475" y="2027"/>
                </a:lnTo>
                <a:lnTo>
                  <a:pt x="475" y="2026"/>
                </a:lnTo>
                <a:lnTo>
                  <a:pt x="475" y="2025"/>
                </a:lnTo>
                <a:lnTo>
                  <a:pt x="475" y="2024"/>
                </a:lnTo>
                <a:lnTo>
                  <a:pt x="474" y="2024"/>
                </a:lnTo>
                <a:lnTo>
                  <a:pt x="474" y="2023"/>
                </a:lnTo>
                <a:lnTo>
                  <a:pt x="474" y="2022"/>
                </a:lnTo>
                <a:lnTo>
                  <a:pt x="474" y="2021"/>
                </a:lnTo>
                <a:lnTo>
                  <a:pt x="474" y="2019"/>
                </a:lnTo>
                <a:lnTo>
                  <a:pt x="475" y="2019"/>
                </a:lnTo>
                <a:lnTo>
                  <a:pt x="475" y="2017"/>
                </a:lnTo>
                <a:lnTo>
                  <a:pt x="474" y="2017"/>
                </a:lnTo>
                <a:lnTo>
                  <a:pt x="474" y="2016"/>
                </a:lnTo>
                <a:lnTo>
                  <a:pt x="474" y="2015"/>
                </a:lnTo>
                <a:lnTo>
                  <a:pt x="474" y="2014"/>
                </a:lnTo>
                <a:lnTo>
                  <a:pt x="474" y="2013"/>
                </a:lnTo>
                <a:lnTo>
                  <a:pt x="473" y="2013"/>
                </a:lnTo>
                <a:lnTo>
                  <a:pt x="474" y="2013"/>
                </a:lnTo>
                <a:lnTo>
                  <a:pt x="474" y="2012"/>
                </a:lnTo>
                <a:lnTo>
                  <a:pt x="475" y="2012"/>
                </a:lnTo>
                <a:lnTo>
                  <a:pt x="474" y="2012"/>
                </a:lnTo>
                <a:lnTo>
                  <a:pt x="474" y="2011"/>
                </a:lnTo>
                <a:lnTo>
                  <a:pt x="475" y="2011"/>
                </a:lnTo>
                <a:lnTo>
                  <a:pt x="475" y="2010"/>
                </a:lnTo>
                <a:lnTo>
                  <a:pt x="474" y="2010"/>
                </a:lnTo>
                <a:lnTo>
                  <a:pt x="473" y="2010"/>
                </a:lnTo>
                <a:lnTo>
                  <a:pt x="473" y="2009"/>
                </a:lnTo>
                <a:lnTo>
                  <a:pt x="472" y="2009"/>
                </a:lnTo>
                <a:lnTo>
                  <a:pt x="471" y="2009"/>
                </a:lnTo>
                <a:lnTo>
                  <a:pt x="472" y="2009"/>
                </a:lnTo>
                <a:lnTo>
                  <a:pt x="472" y="2008"/>
                </a:lnTo>
                <a:lnTo>
                  <a:pt x="472" y="2007"/>
                </a:lnTo>
                <a:lnTo>
                  <a:pt x="472" y="2006"/>
                </a:lnTo>
                <a:lnTo>
                  <a:pt x="472" y="2005"/>
                </a:lnTo>
                <a:lnTo>
                  <a:pt x="472" y="2004"/>
                </a:lnTo>
                <a:lnTo>
                  <a:pt x="473" y="2004"/>
                </a:lnTo>
                <a:lnTo>
                  <a:pt x="472" y="2004"/>
                </a:lnTo>
                <a:lnTo>
                  <a:pt x="472" y="2003"/>
                </a:lnTo>
                <a:lnTo>
                  <a:pt x="473" y="2003"/>
                </a:lnTo>
                <a:lnTo>
                  <a:pt x="472" y="2003"/>
                </a:lnTo>
                <a:lnTo>
                  <a:pt x="472" y="2002"/>
                </a:lnTo>
                <a:lnTo>
                  <a:pt x="472" y="2001"/>
                </a:lnTo>
                <a:lnTo>
                  <a:pt x="473" y="2001"/>
                </a:lnTo>
                <a:lnTo>
                  <a:pt x="472" y="2001"/>
                </a:lnTo>
                <a:lnTo>
                  <a:pt x="471" y="2001"/>
                </a:lnTo>
                <a:lnTo>
                  <a:pt x="471" y="2000"/>
                </a:lnTo>
                <a:lnTo>
                  <a:pt x="470" y="2000"/>
                </a:lnTo>
                <a:lnTo>
                  <a:pt x="470" y="1999"/>
                </a:lnTo>
                <a:lnTo>
                  <a:pt x="469" y="1999"/>
                </a:lnTo>
                <a:lnTo>
                  <a:pt x="469" y="1998"/>
                </a:lnTo>
                <a:lnTo>
                  <a:pt x="469" y="1999"/>
                </a:lnTo>
                <a:lnTo>
                  <a:pt x="468" y="1999"/>
                </a:lnTo>
                <a:lnTo>
                  <a:pt x="467" y="1999"/>
                </a:lnTo>
                <a:lnTo>
                  <a:pt x="466" y="1999"/>
                </a:lnTo>
                <a:lnTo>
                  <a:pt x="466" y="1998"/>
                </a:lnTo>
                <a:lnTo>
                  <a:pt x="465" y="1998"/>
                </a:lnTo>
                <a:lnTo>
                  <a:pt x="465" y="1997"/>
                </a:lnTo>
                <a:lnTo>
                  <a:pt x="465" y="1996"/>
                </a:lnTo>
                <a:lnTo>
                  <a:pt x="465" y="1995"/>
                </a:lnTo>
                <a:lnTo>
                  <a:pt x="466" y="1995"/>
                </a:lnTo>
                <a:lnTo>
                  <a:pt x="466" y="1994"/>
                </a:lnTo>
                <a:lnTo>
                  <a:pt x="465" y="1994"/>
                </a:lnTo>
                <a:lnTo>
                  <a:pt x="465" y="1993"/>
                </a:lnTo>
                <a:lnTo>
                  <a:pt x="466" y="1992"/>
                </a:lnTo>
                <a:lnTo>
                  <a:pt x="467" y="1992"/>
                </a:lnTo>
                <a:lnTo>
                  <a:pt x="467" y="1993"/>
                </a:lnTo>
                <a:lnTo>
                  <a:pt x="468" y="1993"/>
                </a:lnTo>
                <a:lnTo>
                  <a:pt x="468" y="1992"/>
                </a:lnTo>
                <a:lnTo>
                  <a:pt x="469" y="1992"/>
                </a:lnTo>
                <a:lnTo>
                  <a:pt x="470" y="1992"/>
                </a:lnTo>
                <a:lnTo>
                  <a:pt x="471" y="1992"/>
                </a:lnTo>
                <a:lnTo>
                  <a:pt x="472" y="1992"/>
                </a:lnTo>
                <a:lnTo>
                  <a:pt x="473" y="1992"/>
                </a:lnTo>
                <a:lnTo>
                  <a:pt x="473" y="1991"/>
                </a:lnTo>
                <a:lnTo>
                  <a:pt x="474" y="1991"/>
                </a:lnTo>
                <a:lnTo>
                  <a:pt x="474" y="1990"/>
                </a:lnTo>
                <a:lnTo>
                  <a:pt x="475" y="1990"/>
                </a:lnTo>
                <a:lnTo>
                  <a:pt x="476" y="1990"/>
                </a:lnTo>
                <a:lnTo>
                  <a:pt x="476" y="1989"/>
                </a:lnTo>
                <a:lnTo>
                  <a:pt x="477" y="1989"/>
                </a:lnTo>
                <a:lnTo>
                  <a:pt x="477" y="1988"/>
                </a:lnTo>
                <a:lnTo>
                  <a:pt x="477" y="1987"/>
                </a:lnTo>
                <a:lnTo>
                  <a:pt x="478" y="1987"/>
                </a:lnTo>
                <a:lnTo>
                  <a:pt x="478" y="1988"/>
                </a:lnTo>
                <a:lnTo>
                  <a:pt x="479" y="1988"/>
                </a:lnTo>
                <a:lnTo>
                  <a:pt x="480" y="1988"/>
                </a:lnTo>
                <a:lnTo>
                  <a:pt x="480" y="1989"/>
                </a:lnTo>
                <a:lnTo>
                  <a:pt x="481" y="1988"/>
                </a:lnTo>
                <a:lnTo>
                  <a:pt x="481" y="1987"/>
                </a:lnTo>
                <a:lnTo>
                  <a:pt x="483" y="1987"/>
                </a:lnTo>
                <a:lnTo>
                  <a:pt x="483" y="1986"/>
                </a:lnTo>
                <a:lnTo>
                  <a:pt x="483" y="1985"/>
                </a:lnTo>
                <a:lnTo>
                  <a:pt x="483" y="1984"/>
                </a:lnTo>
                <a:lnTo>
                  <a:pt x="484" y="1984"/>
                </a:lnTo>
                <a:lnTo>
                  <a:pt x="484" y="1985"/>
                </a:lnTo>
                <a:lnTo>
                  <a:pt x="485" y="1985"/>
                </a:lnTo>
                <a:lnTo>
                  <a:pt x="485" y="1986"/>
                </a:lnTo>
                <a:lnTo>
                  <a:pt x="486" y="1986"/>
                </a:lnTo>
                <a:lnTo>
                  <a:pt x="487" y="1986"/>
                </a:lnTo>
                <a:lnTo>
                  <a:pt x="487" y="1987"/>
                </a:lnTo>
                <a:lnTo>
                  <a:pt x="488" y="1987"/>
                </a:lnTo>
                <a:lnTo>
                  <a:pt x="488" y="1986"/>
                </a:lnTo>
                <a:lnTo>
                  <a:pt x="489" y="1986"/>
                </a:lnTo>
                <a:lnTo>
                  <a:pt x="489" y="1985"/>
                </a:lnTo>
                <a:lnTo>
                  <a:pt x="489" y="1984"/>
                </a:lnTo>
                <a:lnTo>
                  <a:pt x="490" y="1984"/>
                </a:lnTo>
                <a:lnTo>
                  <a:pt x="489" y="1984"/>
                </a:lnTo>
                <a:lnTo>
                  <a:pt x="489" y="1983"/>
                </a:lnTo>
                <a:lnTo>
                  <a:pt x="490" y="1983"/>
                </a:lnTo>
                <a:lnTo>
                  <a:pt x="490" y="1982"/>
                </a:lnTo>
                <a:lnTo>
                  <a:pt x="490" y="1981"/>
                </a:lnTo>
                <a:lnTo>
                  <a:pt x="490" y="1980"/>
                </a:lnTo>
                <a:lnTo>
                  <a:pt x="490" y="1979"/>
                </a:lnTo>
                <a:lnTo>
                  <a:pt x="491" y="1979"/>
                </a:lnTo>
                <a:lnTo>
                  <a:pt x="491" y="1978"/>
                </a:lnTo>
                <a:lnTo>
                  <a:pt x="492" y="1978"/>
                </a:lnTo>
                <a:lnTo>
                  <a:pt x="492" y="1977"/>
                </a:lnTo>
                <a:lnTo>
                  <a:pt x="492" y="1976"/>
                </a:lnTo>
                <a:lnTo>
                  <a:pt x="493" y="1976"/>
                </a:lnTo>
                <a:lnTo>
                  <a:pt x="493" y="1975"/>
                </a:lnTo>
                <a:lnTo>
                  <a:pt x="493" y="1974"/>
                </a:lnTo>
                <a:lnTo>
                  <a:pt x="493" y="1973"/>
                </a:lnTo>
                <a:lnTo>
                  <a:pt x="493" y="1972"/>
                </a:lnTo>
                <a:lnTo>
                  <a:pt x="494" y="1972"/>
                </a:lnTo>
                <a:lnTo>
                  <a:pt x="493" y="1972"/>
                </a:lnTo>
                <a:lnTo>
                  <a:pt x="494" y="1972"/>
                </a:lnTo>
                <a:lnTo>
                  <a:pt x="494" y="1971"/>
                </a:lnTo>
                <a:lnTo>
                  <a:pt x="494" y="1970"/>
                </a:lnTo>
                <a:lnTo>
                  <a:pt x="494" y="1969"/>
                </a:lnTo>
                <a:lnTo>
                  <a:pt x="495" y="1969"/>
                </a:lnTo>
                <a:lnTo>
                  <a:pt x="496" y="1969"/>
                </a:lnTo>
                <a:lnTo>
                  <a:pt x="497" y="1969"/>
                </a:lnTo>
                <a:lnTo>
                  <a:pt x="498" y="1969"/>
                </a:lnTo>
                <a:lnTo>
                  <a:pt x="499" y="1969"/>
                </a:lnTo>
                <a:lnTo>
                  <a:pt x="499" y="1968"/>
                </a:lnTo>
                <a:lnTo>
                  <a:pt x="500" y="1968"/>
                </a:lnTo>
                <a:lnTo>
                  <a:pt x="500" y="1967"/>
                </a:lnTo>
                <a:lnTo>
                  <a:pt x="499" y="1967"/>
                </a:lnTo>
                <a:lnTo>
                  <a:pt x="498" y="1967"/>
                </a:lnTo>
                <a:lnTo>
                  <a:pt x="498" y="1966"/>
                </a:lnTo>
                <a:lnTo>
                  <a:pt x="497" y="1966"/>
                </a:lnTo>
                <a:lnTo>
                  <a:pt x="496" y="1966"/>
                </a:lnTo>
                <a:lnTo>
                  <a:pt x="496" y="1965"/>
                </a:lnTo>
                <a:lnTo>
                  <a:pt x="495" y="1965"/>
                </a:lnTo>
                <a:lnTo>
                  <a:pt x="494" y="1965"/>
                </a:lnTo>
                <a:lnTo>
                  <a:pt x="494" y="1964"/>
                </a:lnTo>
                <a:lnTo>
                  <a:pt x="493" y="1964"/>
                </a:lnTo>
                <a:lnTo>
                  <a:pt x="493" y="1963"/>
                </a:lnTo>
                <a:lnTo>
                  <a:pt x="492" y="1963"/>
                </a:lnTo>
                <a:lnTo>
                  <a:pt x="493" y="1963"/>
                </a:lnTo>
                <a:lnTo>
                  <a:pt x="493" y="1962"/>
                </a:lnTo>
                <a:lnTo>
                  <a:pt x="492" y="1962"/>
                </a:lnTo>
                <a:lnTo>
                  <a:pt x="492" y="1961"/>
                </a:lnTo>
                <a:lnTo>
                  <a:pt x="491" y="1961"/>
                </a:lnTo>
                <a:lnTo>
                  <a:pt x="491" y="1962"/>
                </a:lnTo>
                <a:lnTo>
                  <a:pt x="490" y="1962"/>
                </a:lnTo>
                <a:lnTo>
                  <a:pt x="490" y="1963"/>
                </a:lnTo>
                <a:lnTo>
                  <a:pt x="489" y="1963"/>
                </a:lnTo>
                <a:lnTo>
                  <a:pt x="489" y="1964"/>
                </a:lnTo>
                <a:lnTo>
                  <a:pt x="488" y="1964"/>
                </a:lnTo>
                <a:lnTo>
                  <a:pt x="487" y="1964"/>
                </a:lnTo>
                <a:lnTo>
                  <a:pt x="487" y="1965"/>
                </a:lnTo>
                <a:lnTo>
                  <a:pt x="486" y="1965"/>
                </a:lnTo>
                <a:lnTo>
                  <a:pt x="486" y="1964"/>
                </a:lnTo>
                <a:lnTo>
                  <a:pt x="485" y="1964"/>
                </a:lnTo>
                <a:lnTo>
                  <a:pt x="485" y="1963"/>
                </a:lnTo>
                <a:lnTo>
                  <a:pt x="484" y="1963"/>
                </a:lnTo>
                <a:lnTo>
                  <a:pt x="484" y="1962"/>
                </a:lnTo>
                <a:lnTo>
                  <a:pt x="485" y="1962"/>
                </a:lnTo>
                <a:lnTo>
                  <a:pt x="485" y="1961"/>
                </a:lnTo>
                <a:lnTo>
                  <a:pt x="484" y="1961"/>
                </a:lnTo>
                <a:lnTo>
                  <a:pt x="484" y="1960"/>
                </a:lnTo>
                <a:lnTo>
                  <a:pt x="483" y="1960"/>
                </a:lnTo>
                <a:lnTo>
                  <a:pt x="483" y="1959"/>
                </a:lnTo>
                <a:lnTo>
                  <a:pt x="482" y="1959"/>
                </a:lnTo>
                <a:lnTo>
                  <a:pt x="482" y="1958"/>
                </a:lnTo>
                <a:lnTo>
                  <a:pt x="482" y="1959"/>
                </a:lnTo>
                <a:lnTo>
                  <a:pt x="481" y="1959"/>
                </a:lnTo>
                <a:lnTo>
                  <a:pt x="481" y="1958"/>
                </a:lnTo>
                <a:lnTo>
                  <a:pt x="480" y="1958"/>
                </a:lnTo>
                <a:lnTo>
                  <a:pt x="479" y="1958"/>
                </a:lnTo>
                <a:lnTo>
                  <a:pt x="479" y="1957"/>
                </a:lnTo>
                <a:lnTo>
                  <a:pt x="478" y="1957"/>
                </a:lnTo>
                <a:lnTo>
                  <a:pt x="479" y="1957"/>
                </a:lnTo>
                <a:lnTo>
                  <a:pt x="478" y="1957"/>
                </a:lnTo>
                <a:lnTo>
                  <a:pt x="477" y="1957"/>
                </a:lnTo>
                <a:lnTo>
                  <a:pt x="477" y="1956"/>
                </a:lnTo>
                <a:lnTo>
                  <a:pt x="476" y="1956"/>
                </a:lnTo>
                <a:lnTo>
                  <a:pt x="475" y="1956"/>
                </a:lnTo>
                <a:lnTo>
                  <a:pt x="474" y="1956"/>
                </a:lnTo>
                <a:lnTo>
                  <a:pt x="474" y="1955"/>
                </a:lnTo>
                <a:lnTo>
                  <a:pt x="473" y="1955"/>
                </a:lnTo>
                <a:lnTo>
                  <a:pt x="472" y="1955"/>
                </a:lnTo>
                <a:lnTo>
                  <a:pt x="472" y="1954"/>
                </a:lnTo>
                <a:lnTo>
                  <a:pt x="473" y="1954"/>
                </a:lnTo>
                <a:lnTo>
                  <a:pt x="474" y="1954"/>
                </a:lnTo>
                <a:lnTo>
                  <a:pt x="474" y="1953"/>
                </a:lnTo>
                <a:lnTo>
                  <a:pt x="474" y="1952"/>
                </a:lnTo>
                <a:lnTo>
                  <a:pt x="473" y="1952"/>
                </a:lnTo>
                <a:lnTo>
                  <a:pt x="473" y="1951"/>
                </a:lnTo>
                <a:lnTo>
                  <a:pt x="472" y="1951"/>
                </a:lnTo>
                <a:lnTo>
                  <a:pt x="471" y="1951"/>
                </a:lnTo>
                <a:lnTo>
                  <a:pt x="471" y="1950"/>
                </a:lnTo>
                <a:lnTo>
                  <a:pt x="470" y="1950"/>
                </a:lnTo>
                <a:lnTo>
                  <a:pt x="470" y="1949"/>
                </a:lnTo>
                <a:lnTo>
                  <a:pt x="470" y="1948"/>
                </a:lnTo>
                <a:lnTo>
                  <a:pt x="470" y="1947"/>
                </a:lnTo>
                <a:lnTo>
                  <a:pt x="469" y="1947"/>
                </a:lnTo>
                <a:lnTo>
                  <a:pt x="467" y="1947"/>
                </a:lnTo>
                <a:lnTo>
                  <a:pt x="466" y="1947"/>
                </a:lnTo>
                <a:lnTo>
                  <a:pt x="465" y="1947"/>
                </a:lnTo>
                <a:lnTo>
                  <a:pt x="465" y="1946"/>
                </a:lnTo>
                <a:lnTo>
                  <a:pt x="464" y="1946"/>
                </a:lnTo>
                <a:lnTo>
                  <a:pt x="463" y="1946"/>
                </a:lnTo>
                <a:lnTo>
                  <a:pt x="462" y="1946"/>
                </a:lnTo>
                <a:lnTo>
                  <a:pt x="461" y="1946"/>
                </a:lnTo>
                <a:lnTo>
                  <a:pt x="460" y="1946"/>
                </a:lnTo>
                <a:lnTo>
                  <a:pt x="460" y="1947"/>
                </a:lnTo>
                <a:lnTo>
                  <a:pt x="459" y="1947"/>
                </a:lnTo>
                <a:lnTo>
                  <a:pt x="459" y="1948"/>
                </a:lnTo>
                <a:lnTo>
                  <a:pt x="459" y="1949"/>
                </a:lnTo>
                <a:lnTo>
                  <a:pt x="458" y="1950"/>
                </a:lnTo>
                <a:lnTo>
                  <a:pt x="458" y="1949"/>
                </a:lnTo>
                <a:lnTo>
                  <a:pt x="457" y="1949"/>
                </a:lnTo>
                <a:lnTo>
                  <a:pt x="456" y="1949"/>
                </a:lnTo>
                <a:lnTo>
                  <a:pt x="456" y="1948"/>
                </a:lnTo>
                <a:lnTo>
                  <a:pt x="456" y="1947"/>
                </a:lnTo>
                <a:lnTo>
                  <a:pt x="456" y="1946"/>
                </a:lnTo>
                <a:lnTo>
                  <a:pt x="456" y="1944"/>
                </a:lnTo>
                <a:lnTo>
                  <a:pt x="455" y="1944"/>
                </a:lnTo>
                <a:lnTo>
                  <a:pt x="456" y="1944"/>
                </a:lnTo>
                <a:lnTo>
                  <a:pt x="456" y="1943"/>
                </a:lnTo>
                <a:lnTo>
                  <a:pt x="455" y="1943"/>
                </a:lnTo>
                <a:lnTo>
                  <a:pt x="454" y="1943"/>
                </a:lnTo>
                <a:lnTo>
                  <a:pt x="454" y="1942"/>
                </a:lnTo>
                <a:lnTo>
                  <a:pt x="453" y="1942"/>
                </a:lnTo>
                <a:lnTo>
                  <a:pt x="452" y="1943"/>
                </a:lnTo>
                <a:lnTo>
                  <a:pt x="452" y="1942"/>
                </a:lnTo>
                <a:lnTo>
                  <a:pt x="451" y="1942"/>
                </a:lnTo>
                <a:lnTo>
                  <a:pt x="450" y="1942"/>
                </a:lnTo>
                <a:lnTo>
                  <a:pt x="449" y="1942"/>
                </a:lnTo>
                <a:lnTo>
                  <a:pt x="449" y="1943"/>
                </a:lnTo>
                <a:lnTo>
                  <a:pt x="448" y="1943"/>
                </a:lnTo>
                <a:lnTo>
                  <a:pt x="447" y="1943"/>
                </a:lnTo>
                <a:lnTo>
                  <a:pt x="447" y="1944"/>
                </a:lnTo>
                <a:lnTo>
                  <a:pt x="446" y="1944"/>
                </a:lnTo>
                <a:lnTo>
                  <a:pt x="446" y="1945"/>
                </a:lnTo>
                <a:lnTo>
                  <a:pt x="446" y="1946"/>
                </a:lnTo>
                <a:lnTo>
                  <a:pt x="445" y="1946"/>
                </a:lnTo>
                <a:lnTo>
                  <a:pt x="445" y="1945"/>
                </a:lnTo>
                <a:lnTo>
                  <a:pt x="444" y="1945"/>
                </a:lnTo>
                <a:lnTo>
                  <a:pt x="444" y="1944"/>
                </a:lnTo>
                <a:lnTo>
                  <a:pt x="444" y="1943"/>
                </a:lnTo>
                <a:lnTo>
                  <a:pt x="445" y="1943"/>
                </a:lnTo>
                <a:lnTo>
                  <a:pt x="445" y="1942"/>
                </a:lnTo>
                <a:lnTo>
                  <a:pt x="444" y="1942"/>
                </a:lnTo>
                <a:lnTo>
                  <a:pt x="444" y="1941"/>
                </a:lnTo>
                <a:lnTo>
                  <a:pt x="444" y="1940"/>
                </a:lnTo>
                <a:lnTo>
                  <a:pt x="443" y="1940"/>
                </a:lnTo>
                <a:lnTo>
                  <a:pt x="442" y="1940"/>
                </a:lnTo>
                <a:lnTo>
                  <a:pt x="441" y="1940"/>
                </a:lnTo>
                <a:lnTo>
                  <a:pt x="441" y="1939"/>
                </a:lnTo>
                <a:lnTo>
                  <a:pt x="440" y="1939"/>
                </a:lnTo>
                <a:lnTo>
                  <a:pt x="439" y="1939"/>
                </a:lnTo>
                <a:lnTo>
                  <a:pt x="438" y="1939"/>
                </a:lnTo>
                <a:lnTo>
                  <a:pt x="438" y="1940"/>
                </a:lnTo>
                <a:lnTo>
                  <a:pt x="438" y="1939"/>
                </a:lnTo>
                <a:lnTo>
                  <a:pt x="437" y="1939"/>
                </a:lnTo>
                <a:lnTo>
                  <a:pt x="437" y="1940"/>
                </a:lnTo>
                <a:lnTo>
                  <a:pt x="436" y="1940"/>
                </a:lnTo>
                <a:lnTo>
                  <a:pt x="436" y="1939"/>
                </a:lnTo>
                <a:lnTo>
                  <a:pt x="435" y="1939"/>
                </a:lnTo>
                <a:lnTo>
                  <a:pt x="434" y="1939"/>
                </a:lnTo>
                <a:lnTo>
                  <a:pt x="434" y="1938"/>
                </a:lnTo>
                <a:lnTo>
                  <a:pt x="434" y="1939"/>
                </a:lnTo>
                <a:lnTo>
                  <a:pt x="433" y="1939"/>
                </a:lnTo>
                <a:lnTo>
                  <a:pt x="433" y="1938"/>
                </a:lnTo>
                <a:lnTo>
                  <a:pt x="432" y="1938"/>
                </a:lnTo>
                <a:lnTo>
                  <a:pt x="431" y="1938"/>
                </a:lnTo>
                <a:lnTo>
                  <a:pt x="431" y="1937"/>
                </a:lnTo>
                <a:lnTo>
                  <a:pt x="430" y="1937"/>
                </a:lnTo>
                <a:lnTo>
                  <a:pt x="430" y="1936"/>
                </a:lnTo>
                <a:lnTo>
                  <a:pt x="430" y="1935"/>
                </a:lnTo>
                <a:lnTo>
                  <a:pt x="430" y="1934"/>
                </a:lnTo>
                <a:lnTo>
                  <a:pt x="429" y="1934"/>
                </a:lnTo>
                <a:lnTo>
                  <a:pt x="429" y="1933"/>
                </a:lnTo>
                <a:lnTo>
                  <a:pt x="430" y="1933"/>
                </a:lnTo>
                <a:lnTo>
                  <a:pt x="430" y="1932"/>
                </a:lnTo>
                <a:lnTo>
                  <a:pt x="431" y="1932"/>
                </a:lnTo>
                <a:lnTo>
                  <a:pt x="431" y="1931"/>
                </a:lnTo>
                <a:lnTo>
                  <a:pt x="430" y="1931"/>
                </a:lnTo>
                <a:lnTo>
                  <a:pt x="431" y="1931"/>
                </a:lnTo>
                <a:lnTo>
                  <a:pt x="431" y="1930"/>
                </a:lnTo>
                <a:lnTo>
                  <a:pt x="430" y="1930"/>
                </a:lnTo>
                <a:lnTo>
                  <a:pt x="431" y="1930"/>
                </a:lnTo>
                <a:lnTo>
                  <a:pt x="430" y="1930"/>
                </a:lnTo>
                <a:lnTo>
                  <a:pt x="430" y="1929"/>
                </a:lnTo>
                <a:lnTo>
                  <a:pt x="429" y="1929"/>
                </a:lnTo>
                <a:lnTo>
                  <a:pt x="428" y="1929"/>
                </a:lnTo>
                <a:lnTo>
                  <a:pt x="427" y="1928"/>
                </a:lnTo>
                <a:lnTo>
                  <a:pt x="426" y="1928"/>
                </a:lnTo>
                <a:lnTo>
                  <a:pt x="425" y="1928"/>
                </a:lnTo>
                <a:lnTo>
                  <a:pt x="424" y="1927"/>
                </a:lnTo>
                <a:lnTo>
                  <a:pt x="424" y="1926"/>
                </a:lnTo>
                <a:lnTo>
                  <a:pt x="424" y="1925"/>
                </a:lnTo>
                <a:lnTo>
                  <a:pt x="424" y="1924"/>
                </a:lnTo>
                <a:lnTo>
                  <a:pt x="425" y="1923"/>
                </a:lnTo>
                <a:lnTo>
                  <a:pt x="425" y="1922"/>
                </a:lnTo>
                <a:lnTo>
                  <a:pt x="426" y="1922"/>
                </a:lnTo>
                <a:lnTo>
                  <a:pt x="426" y="1921"/>
                </a:lnTo>
                <a:lnTo>
                  <a:pt x="426" y="1920"/>
                </a:lnTo>
                <a:lnTo>
                  <a:pt x="427" y="1920"/>
                </a:lnTo>
                <a:lnTo>
                  <a:pt x="427" y="1919"/>
                </a:lnTo>
                <a:lnTo>
                  <a:pt x="426" y="1919"/>
                </a:lnTo>
                <a:lnTo>
                  <a:pt x="426" y="1918"/>
                </a:lnTo>
                <a:lnTo>
                  <a:pt x="426" y="1917"/>
                </a:lnTo>
                <a:lnTo>
                  <a:pt x="427" y="1917"/>
                </a:lnTo>
                <a:lnTo>
                  <a:pt x="427" y="1916"/>
                </a:lnTo>
                <a:lnTo>
                  <a:pt x="427" y="1915"/>
                </a:lnTo>
                <a:lnTo>
                  <a:pt x="427" y="1914"/>
                </a:lnTo>
                <a:lnTo>
                  <a:pt x="426" y="1914"/>
                </a:lnTo>
                <a:lnTo>
                  <a:pt x="427" y="1914"/>
                </a:lnTo>
                <a:lnTo>
                  <a:pt x="427" y="1913"/>
                </a:lnTo>
                <a:lnTo>
                  <a:pt x="427" y="1912"/>
                </a:lnTo>
                <a:lnTo>
                  <a:pt x="427" y="1911"/>
                </a:lnTo>
                <a:lnTo>
                  <a:pt x="426" y="1911"/>
                </a:lnTo>
                <a:lnTo>
                  <a:pt x="426" y="1910"/>
                </a:lnTo>
                <a:lnTo>
                  <a:pt x="425" y="1910"/>
                </a:lnTo>
                <a:lnTo>
                  <a:pt x="424" y="1910"/>
                </a:lnTo>
                <a:lnTo>
                  <a:pt x="424" y="1909"/>
                </a:lnTo>
                <a:lnTo>
                  <a:pt x="424" y="1908"/>
                </a:lnTo>
                <a:lnTo>
                  <a:pt x="423" y="1908"/>
                </a:lnTo>
                <a:lnTo>
                  <a:pt x="423" y="1907"/>
                </a:lnTo>
                <a:lnTo>
                  <a:pt x="422" y="1907"/>
                </a:lnTo>
                <a:lnTo>
                  <a:pt x="423" y="1907"/>
                </a:lnTo>
                <a:lnTo>
                  <a:pt x="422" y="1907"/>
                </a:lnTo>
                <a:lnTo>
                  <a:pt x="422" y="1906"/>
                </a:lnTo>
                <a:lnTo>
                  <a:pt x="421" y="1906"/>
                </a:lnTo>
                <a:lnTo>
                  <a:pt x="421" y="1905"/>
                </a:lnTo>
                <a:lnTo>
                  <a:pt x="422" y="1905"/>
                </a:lnTo>
                <a:lnTo>
                  <a:pt x="423" y="1904"/>
                </a:lnTo>
                <a:lnTo>
                  <a:pt x="424" y="1904"/>
                </a:lnTo>
                <a:lnTo>
                  <a:pt x="424" y="1903"/>
                </a:lnTo>
                <a:lnTo>
                  <a:pt x="424" y="1902"/>
                </a:lnTo>
                <a:lnTo>
                  <a:pt x="423" y="1901"/>
                </a:lnTo>
                <a:lnTo>
                  <a:pt x="422" y="1901"/>
                </a:lnTo>
                <a:lnTo>
                  <a:pt x="422" y="1900"/>
                </a:lnTo>
                <a:lnTo>
                  <a:pt x="421" y="1900"/>
                </a:lnTo>
                <a:lnTo>
                  <a:pt x="420" y="1900"/>
                </a:lnTo>
                <a:lnTo>
                  <a:pt x="419" y="1900"/>
                </a:lnTo>
                <a:lnTo>
                  <a:pt x="419" y="1899"/>
                </a:lnTo>
                <a:lnTo>
                  <a:pt x="419" y="1898"/>
                </a:lnTo>
                <a:lnTo>
                  <a:pt x="418" y="1898"/>
                </a:lnTo>
                <a:lnTo>
                  <a:pt x="418" y="1897"/>
                </a:lnTo>
                <a:lnTo>
                  <a:pt x="417" y="1897"/>
                </a:lnTo>
                <a:lnTo>
                  <a:pt x="417" y="1896"/>
                </a:lnTo>
                <a:lnTo>
                  <a:pt x="416" y="1896"/>
                </a:lnTo>
                <a:lnTo>
                  <a:pt x="416" y="1895"/>
                </a:lnTo>
                <a:lnTo>
                  <a:pt x="417" y="1895"/>
                </a:lnTo>
                <a:lnTo>
                  <a:pt x="417" y="1894"/>
                </a:lnTo>
                <a:lnTo>
                  <a:pt x="418" y="1894"/>
                </a:lnTo>
                <a:lnTo>
                  <a:pt x="418" y="1893"/>
                </a:lnTo>
                <a:lnTo>
                  <a:pt x="418" y="1892"/>
                </a:lnTo>
                <a:lnTo>
                  <a:pt x="419" y="1892"/>
                </a:lnTo>
                <a:lnTo>
                  <a:pt x="419" y="1891"/>
                </a:lnTo>
                <a:lnTo>
                  <a:pt x="418" y="1891"/>
                </a:lnTo>
                <a:lnTo>
                  <a:pt x="418" y="1890"/>
                </a:lnTo>
                <a:lnTo>
                  <a:pt x="417" y="1890"/>
                </a:lnTo>
                <a:lnTo>
                  <a:pt x="418" y="1889"/>
                </a:lnTo>
                <a:lnTo>
                  <a:pt x="417" y="1889"/>
                </a:lnTo>
                <a:lnTo>
                  <a:pt x="416" y="1888"/>
                </a:lnTo>
                <a:lnTo>
                  <a:pt x="415" y="1888"/>
                </a:lnTo>
                <a:lnTo>
                  <a:pt x="415" y="1889"/>
                </a:lnTo>
                <a:lnTo>
                  <a:pt x="414" y="1889"/>
                </a:lnTo>
                <a:lnTo>
                  <a:pt x="413" y="1889"/>
                </a:lnTo>
                <a:lnTo>
                  <a:pt x="412" y="1889"/>
                </a:lnTo>
                <a:lnTo>
                  <a:pt x="411" y="1889"/>
                </a:lnTo>
                <a:lnTo>
                  <a:pt x="411" y="1888"/>
                </a:lnTo>
                <a:lnTo>
                  <a:pt x="410" y="1888"/>
                </a:lnTo>
                <a:lnTo>
                  <a:pt x="410" y="1887"/>
                </a:lnTo>
                <a:lnTo>
                  <a:pt x="411" y="1887"/>
                </a:lnTo>
                <a:lnTo>
                  <a:pt x="411" y="1886"/>
                </a:lnTo>
                <a:lnTo>
                  <a:pt x="411" y="1885"/>
                </a:lnTo>
                <a:lnTo>
                  <a:pt x="411" y="1884"/>
                </a:lnTo>
                <a:lnTo>
                  <a:pt x="410" y="1884"/>
                </a:lnTo>
                <a:lnTo>
                  <a:pt x="411" y="1884"/>
                </a:lnTo>
                <a:lnTo>
                  <a:pt x="411" y="1883"/>
                </a:lnTo>
                <a:lnTo>
                  <a:pt x="410" y="1883"/>
                </a:lnTo>
                <a:lnTo>
                  <a:pt x="410" y="1882"/>
                </a:lnTo>
                <a:lnTo>
                  <a:pt x="411" y="1882"/>
                </a:lnTo>
                <a:lnTo>
                  <a:pt x="411" y="1881"/>
                </a:lnTo>
                <a:lnTo>
                  <a:pt x="410" y="1881"/>
                </a:lnTo>
                <a:lnTo>
                  <a:pt x="410" y="1880"/>
                </a:lnTo>
                <a:lnTo>
                  <a:pt x="410" y="1879"/>
                </a:lnTo>
                <a:lnTo>
                  <a:pt x="409" y="1879"/>
                </a:lnTo>
                <a:lnTo>
                  <a:pt x="409" y="1878"/>
                </a:lnTo>
                <a:lnTo>
                  <a:pt x="408" y="1878"/>
                </a:lnTo>
                <a:lnTo>
                  <a:pt x="408" y="1877"/>
                </a:lnTo>
                <a:lnTo>
                  <a:pt x="407" y="1877"/>
                </a:lnTo>
                <a:lnTo>
                  <a:pt x="407" y="1876"/>
                </a:lnTo>
                <a:lnTo>
                  <a:pt x="406" y="1876"/>
                </a:lnTo>
                <a:lnTo>
                  <a:pt x="406" y="1875"/>
                </a:lnTo>
                <a:lnTo>
                  <a:pt x="406" y="1873"/>
                </a:lnTo>
                <a:lnTo>
                  <a:pt x="406" y="1872"/>
                </a:lnTo>
                <a:lnTo>
                  <a:pt x="407" y="1871"/>
                </a:lnTo>
                <a:lnTo>
                  <a:pt x="407" y="1870"/>
                </a:lnTo>
                <a:lnTo>
                  <a:pt x="406" y="1870"/>
                </a:lnTo>
                <a:lnTo>
                  <a:pt x="406" y="1869"/>
                </a:lnTo>
                <a:lnTo>
                  <a:pt x="407" y="1868"/>
                </a:lnTo>
                <a:lnTo>
                  <a:pt x="407" y="1866"/>
                </a:lnTo>
                <a:lnTo>
                  <a:pt x="407" y="1865"/>
                </a:lnTo>
                <a:lnTo>
                  <a:pt x="407" y="1864"/>
                </a:lnTo>
                <a:lnTo>
                  <a:pt x="407" y="1862"/>
                </a:lnTo>
                <a:lnTo>
                  <a:pt x="408" y="1861"/>
                </a:lnTo>
                <a:lnTo>
                  <a:pt x="409" y="1861"/>
                </a:lnTo>
                <a:lnTo>
                  <a:pt x="410" y="1860"/>
                </a:lnTo>
                <a:lnTo>
                  <a:pt x="410" y="1859"/>
                </a:lnTo>
                <a:lnTo>
                  <a:pt x="411" y="1858"/>
                </a:lnTo>
                <a:lnTo>
                  <a:pt x="412" y="1857"/>
                </a:lnTo>
                <a:lnTo>
                  <a:pt x="413" y="1857"/>
                </a:lnTo>
                <a:lnTo>
                  <a:pt x="413" y="1856"/>
                </a:lnTo>
                <a:lnTo>
                  <a:pt x="414" y="1856"/>
                </a:lnTo>
                <a:lnTo>
                  <a:pt x="415" y="1855"/>
                </a:lnTo>
                <a:lnTo>
                  <a:pt x="415" y="1854"/>
                </a:lnTo>
                <a:lnTo>
                  <a:pt x="415" y="1853"/>
                </a:lnTo>
                <a:lnTo>
                  <a:pt x="415" y="1852"/>
                </a:lnTo>
                <a:lnTo>
                  <a:pt x="416" y="1852"/>
                </a:lnTo>
                <a:lnTo>
                  <a:pt x="416" y="1851"/>
                </a:lnTo>
                <a:lnTo>
                  <a:pt x="416" y="1850"/>
                </a:lnTo>
                <a:lnTo>
                  <a:pt x="417" y="1850"/>
                </a:lnTo>
                <a:lnTo>
                  <a:pt x="418" y="1849"/>
                </a:lnTo>
                <a:lnTo>
                  <a:pt x="417" y="1849"/>
                </a:lnTo>
                <a:lnTo>
                  <a:pt x="417" y="1848"/>
                </a:lnTo>
                <a:lnTo>
                  <a:pt x="417" y="1849"/>
                </a:lnTo>
                <a:lnTo>
                  <a:pt x="416" y="1849"/>
                </a:lnTo>
                <a:lnTo>
                  <a:pt x="416" y="1848"/>
                </a:lnTo>
                <a:lnTo>
                  <a:pt x="415" y="1848"/>
                </a:lnTo>
                <a:lnTo>
                  <a:pt x="414" y="1848"/>
                </a:lnTo>
                <a:lnTo>
                  <a:pt x="413" y="1849"/>
                </a:lnTo>
                <a:lnTo>
                  <a:pt x="412" y="1849"/>
                </a:lnTo>
                <a:lnTo>
                  <a:pt x="411" y="1849"/>
                </a:lnTo>
                <a:lnTo>
                  <a:pt x="410" y="1849"/>
                </a:lnTo>
                <a:lnTo>
                  <a:pt x="409" y="1849"/>
                </a:lnTo>
                <a:lnTo>
                  <a:pt x="409" y="1850"/>
                </a:lnTo>
                <a:lnTo>
                  <a:pt x="409" y="1851"/>
                </a:lnTo>
                <a:lnTo>
                  <a:pt x="408" y="1851"/>
                </a:lnTo>
                <a:lnTo>
                  <a:pt x="407" y="1851"/>
                </a:lnTo>
                <a:lnTo>
                  <a:pt x="407" y="1850"/>
                </a:lnTo>
                <a:lnTo>
                  <a:pt x="407" y="1849"/>
                </a:lnTo>
                <a:lnTo>
                  <a:pt x="406" y="1849"/>
                </a:lnTo>
                <a:lnTo>
                  <a:pt x="406" y="1848"/>
                </a:lnTo>
                <a:lnTo>
                  <a:pt x="405" y="1849"/>
                </a:lnTo>
                <a:lnTo>
                  <a:pt x="404" y="1849"/>
                </a:lnTo>
                <a:lnTo>
                  <a:pt x="403" y="1849"/>
                </a:lnTo>
                <a:lnTo>
                  <a:pt x="402" y="1849"/>
                </a:lnTo>
                <a:lnTo>
                  <a:pt x="402" y="1850"/>
                </a:lnTo>
                <a:lnTo>
                  <a:pt x="401" y="1850"/>
                </a:lnTo>
                <a:lnTo>
                  <a:pt x="400" y="1849"/>
                </a:lnTo>
                <a:lnTo>
                  <a:pt x="399" y="1848"/>
                </a:lnTo>
                <a:lnTo>
                  <a:pt x="398" y="1848"/>
                </a:lnTo>
                <a:lnTo>
                  <a:pt x="398" y="1849"/>
                </a:lnTo>
                <a:lnTo>
                  <a:pt x="398" y="1850"/>
                </a:lnTo>
                <a:lnTo>
                  <a:pt x="398" y="1851"/>
                </a:lnTo>
                <a:lnTo>
                  <a:pt x="397" y="1851"/>
                </a:lnTo>
                <a:lnTo>
                  <a:pt x="396" y="1851"/>
                </a:lnTo>
                <a:lnTo>
                  <a:pt x="395" y="1850"/>
                </a:lnTo>
                <a:lnTo>
                  <a:pt x="395" y="1849"/>
                </a:lnTo>
                <a:lnTo>
                  <a:pt x="394" y="1848"/>
                </a:lnTo>
                <a:lnTo>
                  <a:pt x="393" y="1848"/>
                </a:lnTo>
                <a:lnTo>
                  <a:pt x="393" y="1849"/>
                </a:lnTo>
                <a:lnTo>
                  <a:pt x="392" y="1849"/>
                </a:lnTo>
                <a:lnTo>
                  <a:pt x="391" y="1848"/>
                </a:lnTo>
                <a:lnTo>
                  <a:pt x="390" y="1847"/>
                </a:lnTo>
                <a:lnTo>
                  <a:pt x="390" y="1846"/>
                </a:lnTo>
                <a:lnTo>
                  <a:pt x="389" y="1846"/>
                </a:lnTo>
                <a:lnTo>
                  <a:pt x="388" y="1846"/>
                </a:lnTo>
                <a:lnTo>
                  <a:pt x="388" y="1848"/>
                </a:lnTo>
                <a:lnTo>
                  <a:pt x="387" y="1849"/>
                </a:lnTo>
                <a:lnTo>
                  <a:pt x="386" y="1849"/>
                </a:lnTo>
                <a:lnTo>
                  <a:pt x="385" y="1848"/>
                </a:lnTo>
                <a:lnTo>
                  <a:pt x="384" y="1848"/>
                </a:lnTo>
                <a:lnTo>
                  <a:pt x="383" y="1848"/>
                </a:lnTo>
                <a:lnTo>
                  <a:pt x="383" y="1849"/>
                </a:lnTo>
                <a:lnTo>
                  <a:pt x="382" y="1849"/>
                </a:lnTo>
                <a:lnTo>
                  <a:pt x="382" y="1850"/>
                </a:lnTo>
                <a:lnTo>
                  <a:pt x="381" y="1850"/>
                </a:lnTo>
                <a:lnTo>
                  <a:pt x="381" y="1852"/>
                </a:lnTo>
                <a:lnTo>
                  <a:pt x="380" y="1852"/>
                </a:lnTo>
                <a:lnTo>
                  <a:pt x="379" y="1852"/>
                </a:lnTo>
                <a:lnTo>
                  <a:pt x="378" y="1853"/>
                </a:lnTo>
                <a:lnTo>
                  <a:pt x="377" y="1852"/>
                </a:lnTo>
                <a:lnTo>
                  <a:pt x="376" y="1851"/>
                </a:lnTo>
                <a:lnTo>
                  <a:pt x="375" y="1850"/>
                </a:lnTo>
                <a:lnTo>
                  <a:pt x="374" y="1850"/>
                </a:lnTo>
                <a:lnTo>
                  <a:pt x="373" y="1850"/>
                </a:lnTo>
                <a:lnTo>
                  <a:pt x="373" y="1852"/>
                </a:lnTo>
                <a:lnTo>
                  <a:pt x="372" y="1852"/>
                </a:lnTo>
                <a:lnTo>
                  <a:pt x="370" y="1851"/>
                </a:lnTo>
                <a:lnTo>
                  <a:pt x="369" y="1851"/>
                </a:lnTo>
                <a:lnTo>
                  <a:pt x="369" y="1852"/>
                </a:lnTo>
                <a:lnTo>
                  <a:pt x="368" y="1852"/>
                </a:lnTo>
                <a:lnTo>
                  <a:pt x="368" y="1851"/>
                </a:lnTo>
                <a:lnTo>
                  <a:pt x="368" y="1850"/>
                </a:lnTo>
                <a:lnTo>
                  <a:pt x="367" y="1850"/>
                </a:lnTo>
                <a:lnTo>
                  <a:pt x="366" y="1850"/>
                </a:lnTo>
                <a:lnTo>
                  <a:pt x="364" y="1849"/>
                </a:lnTo>
                <a:lnTo>
                  <a:pt x="362" y="1849"/>
                </a:lnTo>
                <a:lnTo>
                  <a:pt x="361" y="1850"/>
                </a:lnTo>
                <a:lnTo>
                  <a:pt x="360" y="1850"/>
                </a:lnTo>
                <a:lnTo>
                  <a:pt x="359" y="1850"/>
                </a:lnTo>
                <a:lnTo>
                  <a:pt x="358" y="1851"/>
                </a:lnTo>
                <a:lnTo>
                  <a:pt x="357" y="1851"/>
                </a:lnTo>
                <a:lnTo>
                  <a:pt x="356" y="1852"/>
                </a:lnTo>
                <a:lnTo>
                  <a:pt x="355" y="1852"/>
                </a:lnTo>
                <a:lnTo>
                  <a:pt x="354" y="1852"/>
                </a:lnTo>
                <a:lnTo>
                  <a:pt x="354" y="1851"/>
                </a:lnTo>
                <a:lnTo>
                  <a:pt x="353" y="1851"/>
                </a:lnTo>
                <a:lnTo>
                  <a:pt x="352" y="1851"/>
                </a:lnTo>
                <a:lnTo>
                  <a:pt x="351" y="1851"/>
                </a:lnTo>
                <a:lnTo>
                  <a:pt x="350" y="1851"/>
                </a:lnTo>
                <a:lnTo>
                  <a:pt x="350" y="1850"/>
                </a:lnTo>
                <a:lnTo>
                  <a:pt x="349" y="1849"/>
                </a:lnTo>
                <a:lnTo>
                  <a:pt x="349" y="1848"/>
                </a:lnTo>
                <a:lnTo>
                  <a:pt x="348" y="1848"/>
                </a:lnTo>
                <a:lnTo>
                  <a:pt x="347" y="1848"/>
                </a:lnTo>
                <a:lnTo>
                  <a:pt x="346" y="1847"/>
                </a:lnTo>
                <a:lnTo>
                  <a:pt x="346" y="1846"/>
                </a:lnTo>
                <a:lnTo>
                  <a:pt x="346" y="1845"/>
                </a:lnTo>
                <a:lnTo>
                  <a:pt x="345" y="1845"/>
                </a:lnTo>
                <a:lnTo>
                  <a:pt x="344" y="1844"/>
                </a:lnTo>
                <a:lnTo>
                  <a:pt x="343" y="1844"/>
                </a:lnTo>
                <a:lnTo>
                  <a:pt x="343" y="1843"/>
                </a:lnTo>
                <a:lnTo>
                  <a:pt x="342" y="1844"/>
                </a:lnTo>
                <a:lnTo>
                  <a:pt x="341" y="1844"/>
                </a:lnTo>
                <a:lnTo>
                  <a:pt x="340" y="1844"/>
                </a:lnTo>
                <a:lnTo>
                  <a:pt x="339" y="1844"/>
                </a:lnTo>
                <a:lnTo>
                  <a:pt x="338" y="1845"/>
                </a:lnTo>
                <a:lnTo>
                  <a:pt x="337" y="1845"/>
                </a:lnTo>
                <a:lnTo>
                  <a:pt x="336" y="1845"/>
                </a:lnTo>
                <a:lnTo>
                  <a:pt x="335" y="1846"/>
                </a:lnTo>
                <a:lnTo>
                  <a:pt x="334" y="1846"/>
                </a:lnTo>
                <a:lnTo>
                  <a:pt x="333" y="1846"/>
                </a:lnTo>
                <a:lnTo>
                  <a:pt x="332" y="1845"/>
                </a:lnTo>
                <a:lnTo>
                  <a:pt x="331" y="1845"/>
                </a:lnTo>
                <a:lnTo>
                  <a:pt x="331" y="1844"/>
                </a:lnTo>
                <a:lnTo>
                  <a:pt x="330" y="1844"/>
                </a:lnTo>
                <a:lnTo>
                  <a:pt x="329" y="1844"/>
                </a:lnTo>
                <a:lnTo>
                  <a:pt x="328" y="1843"/>
                </a:lnTo>
                <a:lnTo>
                  <a:pt x="327" y="1842"/>
                </a:lnTo>
                <a:lnTo>
                  <a:pt x="326" y="1842"/>
                </a:lnTo>
                <a:lnTo>
                  <a:pt x="325" y="1841"/>
                </a:lnTo>
                <a:lnTo>
                  <a:pt x="324" y="1841"/>
                </a:lnTo>
                <a:lnTo>
                  <a:pt x="323" y="1840"/>
                </a:lnTo>
                <a:lnTo>
                  <a:pt x="323" y="1839"/>
                </a:lnTo>
                <a:lnTo>
                  <a:pt x="322" y="1839"/>
                </a:lnTo>
                <a:lnTo>
                  <a:pt x="321" y="1838"/>
                </a:lnTo>
                <a:lnTo>
                  <a:pt x="320" y="1838"/>
                </a:lnTo>
                <a:lnTo>
                  <a:pt x="319" y="1838"/>
                </a:lnTo>
                <a:lnTo>
                  <a:pt x="318" y="1837"/>
                </a:lnTo>
                <a:lnTo>
                  <a:pt x="316" y="1837"/>
                </a:lnTo>
                <a:lnTo>
                  <a:pt x="315" y="1837"/>
                </a:lnTo>
                <a:lnTo>
                  <a:pt x="314" y="1838"/>
                </a:lnTo>
                <a:lnTo>
                  <a:pt x="313" y="1838"/>
                </a:lnTo>
                <a:lnTo>
                  <a:pt x="312" y="1838"/>
                </a:lnTo>
                <a:lnTo>
                  <a:pt x="311" y="1838"/>
                </a:lnTo>
                <a:lnTo>
                  <a:pt x="311" y="1837"/>
                </a:lnTo>
                <a:lnTo>
                  <a:pt x="310" y="1837"/>
                </a:lnTo>
                <a:lnTo>
                  <a:pt x="308" y="1837"/>
                </a:lnTo>
                <a:lnTo>
                  <a:pt x="307" y="1836"/>
                </a:lnTo>
                <a:lnTo>
                  <a:pt x="306" y="1836"/>
                </a:lnTo>
                <a:lnTo>
                  <a:pt x="306" y="1835"/>
                </a:lnTo>
                <a:lnTo>
                  <a:pt x="306" y="1834"/>
                </a:lnTo>
                <a:lnTo>
                  <a:pt x="305" y="1834"/>
                </a:lnTo>
                <a:lnTo>
                  <a:pt x="304" y="1833"/>
                </a:lnTo>
                <a:lnTo>
                  <a:pt x="303" y="1832"/>
                </a:lnTo>
                <a:lnTo>
                  <a:pt x="302" y="1831"/>
                </a:lnTo>
                <a:lnTo>
                  <a:pt x="301" y="1831"/>
                </a:lnTo>
                <a:lnTo>
                  <a:pt x="300" y="1831"/>
                </a:lnTo>
                <a:lnTo>
                  <a:pt x="299" y="1831"/>
                </a:lnTo>
                <a:lnTo>
                  <a:pt x="298" y="1831"/>
                </a:lnTo>
                <a:lnTo>
                  <a:pt x="296" y="1832"/>
                </a:lnTo>
                <a:lnTo>
                  <a:pt x="295" y="1832"/>
                </a:lnTo>
                <a:lnTo>
                  <a:pt x="294" y="1832"/>
                </a:lnTo>
                <a:lnTo>
                  <a:pt x="294" y="1831"/>
                </a:lnTo>
                <a:lnTo>
                  <a:pt x="294" y="1830"/>
                </a:lnTo>
                <a:lnTo>
                  <a:pt x="293" y="1829"/>
                </a:lnTo>
                <a:lnTo>
                  <a:pt x="292" y="1828"/>
                </a:lnTo>
                <a:lnTo>
                  <a:pt x="291" y="1827"/>
                </a:lnTo>
                <a:lnTo>
                  <a:pt x="290" y="1826"/>
                </a:lnTo>
                <a:lnTo>
                  <a:pt x="289" y="1825"/>
                </a:lnTo>
                <a:lnTo>
                  <a:pt x="288" y="1825"/>
                </a:lnTo>
                <a:lnTo>
                  <a:pt x="288" y="1824"/>
                </a:lnTo>
                <a:lnTo>
                  <a:pt x="288" y="1823"/>
                </a:lnTo>
                <a:lnTo>
                  <a:pt x="288" y="1822"/>
                </a:lnTo>
                <a:lnTo>
                  <a:pt x="286" y="1822"/>
                </a:lnTo>
                <a:lnTo>
                  <a:pt x="285" y="1822"/>
                </a:lnTo>
                <a:lnTo>
                  <a:pt x="284" y="1822"/>
                </a:lnTo>
                <a:lnTo>
                  <a:pt x="284" y="1821"/>
                </a:lnTo>
                <a:lnTo>
                  <a:pt x="284" y="1820"/>
                </a:lnTo>
                <a:lnTo>
                  <a:pt x="283" y="1820"/>
                </a:lnTo>
                <a:lnTo>
                  <a:pt x="283" y="1821"/>
                </a:lnTo>
                <a:lnTo>
                  <a:pt x="281" y="1821"/>
                </a:lnTo>
                <a:lnTo>
                  <a:pt x="280" y="1821"/>
                </a:lnTo>
                <a:lnTo>
                  <a:pt x="279" y="1820"/>
                </a:lnTo>
                <a:lnTo>
                  <a:pt x="278" y="1819"/>
                </a:lnTo>
                <a:lnTo>
                  <a:pt x="278" y="1818"/>
                </a:lnTo>
                <a:lnTo>
                  <a:pt x="277" y="1817"/>
                </a:lnTo>
                <a:lnTo>
                  <a:pt x="277" y="1816"/>
                </a:lnTo>
                <a:lnTo>
                  <a:pt x="277" y="1815"/>
                </a:lnTo>
                <a:lnTo>
                  <a:pt x="277" y="1814"/>
                </a:lnTo>
                <a:lnTo>
                  <a:pt x="278" y="1813"/>
                </a:lnTo>
                <a:lnTo>
                  <a:pt x="279" y="1813"/>
                </a:lnTo>
                <a:lnTo>
                  <a:pt x="278" y="1812"/>
                </a:lnTo>
                <a:lnTo>
                  <a:pt x="278" y="1811"/>
                </a:lnTo>
                <a:lnTo>
                  <a:pt x="278" y="1810"/>
                </a:lnTo>
                <a:lnTo>
                  <a:pt x="279" y="1809"/>
                </a:lnTo>
                <a:lnTo>
                  <a:pt x="279" y="1808"/>
                </a:lnTo>
                <a:lnTo>
                  <a:pt x="279" y="1807"/>
                </a:lnTo>
                <a:lnTo>
                  <a:pt x="279" y="1806"/>
                </a:lnTo>
                <a:lnTo>
                  <a:pt x="277" y="1805"/>
                </a:lnTo>
                <a:lnTo>
                  <a:pt x="276" y="1804"/>
                </a:lnTo>
                <a:lnTo>
                  <a:pt x="275" y="1805"/>
                </a:lnTo>
                <a:lnTo>
                  <a:pt x="275" y="1806"/>
                </a:lnTo>
                <a:lnTo>
                  <a:pt x="275" y="1807"/>
                </a:lnTo>
                <a:lnTo>
                  <a:pt x="274" y="1807"/>
                </a:lnTo>
                <a:lnTo>
                  <a:pt x="273" y="1808"/>
                </a:lnTo>
                <a:lnTo>
                  <a:pt x="272" y="1809"/>
                </a:lnTo>
                <a:lnTo>
                  <a:pt x="271" y="1808"/>
                </a:lnTo>
                <a:lnTo>
                  <a:pt x="270" y="1808"/>
                </a:lnTo>
                <a:lnTo>
                  <a:pt x="269" y="1808"/>
                </a:lnTo>
                <a:lnTo>
                  <a:pt x="268" y="1808"/>
                </a:lnTo>
                <a:lnTo>
                  <a:pt x="267" y="1809"/>
                </a:lnTo>
                <a:lnTo>
                  <a:pt x="266" y="1809"/>
                </a:lnTo>
                <a:lnTo>
                  <a:pt x="266" y="1810"/>
                </a:lnTo>
                <a:lnTo>
                  <a:pt x="265" y="1811"/>
                </a:lnTo>
                <a:lnTo>
                  <a:pt x="264" y="1812"/>
                </a:lnTo>
                <a:lnTo>
                  <a:pt x="262" y="1812"/>
                </a:lnTo>
                <a:lnTo>
                  <a:pt x="261" y="1811"/>
                </a:lnTo>
                <a:lnTo>
                  <a:pt x="260" y="1811"/>
                </a:lnTo>
                <a:lnTo>
                  <a:pt x="259" y="1811"/>
                </a:lnTo>
                <a:lnTo>
                  <a:pt x="258" y="1811"/>
                </a:lnTo>
                <a:lnTo>
                  <a:pt x="258" y="1813"/>
                </a:lnTo>
                <a:lnTo>
                  <a:pt x="259" y="1814"/>
                </a:lnTo>
                <a:lnTo>
                  <a:pt x="259" y="1815"/>
                </a:lnTo>
                <a:lnTo>
                  <a:pt x="258" y="1815"/>
                </a:lnTo>
                <a:lnTo>
                  <a:pt x="257" y="1814"/>
                </a:lnTo>
                <a:lnTo>
                  <a:pt x="255" y="1814"/>
                </a:lnTo>
                <a:lnTo>
                  <a:pt x="254" y="1814"/>
                </a:lnTo>
                <a:lnTo>
                  <a:pt x="253" y="1814"/>
                </a:lnTo>
                <a:lnTo>
                  <a:pt x="253" y="1813"/>
                </a:lnTo>
                <a:lnTo>
                  <a:pt x="251" y="1813"/>
                </a:lnTo>
                <a:lnTo>
                  <a:pt x="250" y="1813"/>
                </a:lnTo>
                <a:lnTo>
                  <a:pt x="249" y="1813"/>
                </a:lnTo>
                <a:lnTo>
                  <a:pt x="247" y="1813"/>
                </a:lnTo>
                <a:lnTo>
                  <a:pt x="246" y="1813"/>
                </a:lnTo>
                <a:lnTo>
                  <a:pt x="246" y="1814"/>
                </a:lnTo>
                <a:lnTo>
                  <a:pt x="245" y="1815"/>
                </a:lnTo>
                <a:lnTo>
                  <a:pt x="241" y="1815"/>
                </a:lnTo>
                <a:lnTo>
                  <a:pt x="240" y="1814"/>
                </a:lnTo>
                <a:lnTo>
                  <a:pt x="239" y="1814"/>
                </a:lnTo>
                <a:lnTo>
                  <a:pt x="239" y="1813"/>
                </a:lnTo>
                <a:lnTo>
                  <a:pt x="239" y="1812"/>
                </a:lnTo>
                <a:lnTo>
                  <a:pt x="239" y="1811"/>
                </a:lnTo>
                <a:lnTo>
                  <a:pt x="240" y="1810"/>
                </a:lnTo>
                <a:lnTo>
                  <a:pt x="239" y="1809"/>
                </a:lnTo>
                <a:lnTo>
                  <a:pt x="240" y="1807"/>
                </a:lnTo>
                <a:lnTo>
                  <a:pt x="240" y="1806"/>
                </a:lnTo>
                <a:lnTo>
                  <a:pt x="240" y="1805"/>
                </a:lnTo>
                <a:lnTo>
                  <a:pt x="239" y="1804"/>
                </a:lnTo>
                <a:lnTo>
                  <a:pt x="239" y="1803"/>
                </a:lnTo>
                <a:lnTo>
                  <a:pt x="238" y="1802"/>
                </a:lnTo>
                <a:lnTo>
                  <a:pt x="238" y="1801"/>
                </a:lnTo>
                <a:lnTo>
                  <a:pt x="236" y="1799"/>
                </a:lnTo>
                <a:lnTo>
                  <a:pt x="235" y="1798"/>
                </a:lnTo>
                <a:lnTo>
                  <a:pt x="235" y="1797"/>
                </a:lnTo>
                <a:lnTo>
                  <a:pt x="235" y="1795"/>
                </a:lnTo>
                <a:lnTo>
                  <a:pt x="234" y="1795"/>
                </a:lnTo>
                <a:lnTo>
                  <a:pt x="234" y="1794"/>
                </a:lnTo>
                <a:lnTo>
                  <a:pt x="233" y="1794"/>
                </a:lnTo>
                <a:lnTo>
                  <a:pt x="232" y="1794"/>
                </a:lnTo>
                <a:lnTo>
                  <a:pt x="231" y="1794"/>
                </a:lnTo>
                <a:lnTo>
                  <a:pt x="230" y="1794"/>
                </a:lnTo>
                <a:lnTo>
                  <a:pt x="229" y="1794"/>
                </a:lnTo>
                <a:lnTo>
                  <a:pt x="228" y="1795"/>
                </a:lnTo>
                <a:lnTo>
                  <a:pt x="227" y="1795"/>
                </a:lnTo>
                <a:lnTo>
                  <a:pt x="226" y="1795"/>
                </a:lnTo>
                <a:lnTo>
                  <a:pt x="225" y="1794"/>
                </a:lnTo>
                <a:lnTo>
                  <a:pt x="224" y="1794"/>
                </a:lnTo>
                <a:lnTo>
                  <a:pt x="223" y="1793"/>
                </a:lnTo>
                <a:lnTo>
                  <a:pt x="222" y="1792"/>
                </a:lnTo>
                <a:lnTo>
                  <a:pt x="222" y="1791"/>
                </a:lnTo>
                <a:lnTo>
                  <a:pt x="222" y="1790"/>
                </a:lnTo>
                <a:lnTo>
                  <a:pt x="221" y="1790"/>
                </a:lnTo>
                <a:lnTo>
                  <a:pt x="221" y="1789"/>
                </a:lnTo>
                <a:lnTo>
                  <a:pt x="222" y="1789"/>
                </a:lnTo>
                <a:lnTo>
                  <a:pt x="221" y="1788"/>
                </a:lnTo>
                <a:lnTo>
                  <a:pt x="221" y="1787"/>
                </a:lnTo>
                <a:lnTo>
                  <a:pt x="220" y="1787"/>
                </a:lnTo>
                <a:lnTo>
                  <a:pt x="220" y="1786"/>
                </a:lnTo>
                <a:lnTo>
                  <a:pt x="221" y="1786"/>
                </a:lnTo>
                <a:lnTo>
                  <a:pt x="221" y="1785"/>
                </a:lnTo>
                <a:lnTo>
                  <a:pt x="220" y="1784"/>
                </a:lnTo>
                <a:lnTo>
                  <a:pt x="219" y="1783"/>
                </a:lnTo>
                <a:lnTo>
                  <a:pt x="220" y="1783"/>
                </a:lnTo>
                <a:lnTo>
                  <a:pt x="221" y="1783"/>
                </a:lnTo>
                <a:lnTo>
                  <a:pt x="223" y="1782"/>
                </a:lnTo>
                <a:lnTo>
                  <a:pt x="223" y="1781"/>
                </a:lnTo>
                <a:lnTo>
                  <a:pt x="222" y="1781"/>
                </a:lnTo>
                <a:lnTo>
                  <a:pt x="222" y="1780"/>
                </a:lnTo>
                <a:lnTo>
                  <a:pt x="223" y="1780"/>
                </a:lnTo>
                <a:lnTo>
                  <a:pt x="224" y="1780"/>
                </a:lnTo>
                <a:lnTo>
                  <a:pt x="225" y="1780"/>
                </a:lnTo>
                <a:lnTo>
                  <a:pt x="226" y="1780"/>
                </a:lnTo>
                <a:lnTo>
                  <a:pt x="227" y="1780"/>
                </a:lnTo>
                <a:lnTo>
                  <a:pt x="227" y="1779"/>
                </a:lnTo>
                <a:lnTo>
                  <a:pt x="227" y="1777"/>
                </a:lnTo>
                <a:lnTo>
                  <a:pt x="226" y="1775"/>
                </a:lnTo>
                <a:lnTo>
                  <a:pt x="226" y="1774"/>
                </a:lnTo>
                <a:lnTo>
                  <a:pt x="226" y="1773"/>
                </a:lnTo>
                <a:lnTo>
                  <a:pt x="227" y="1773"/>
                </a:lnTo>
                <a:lnTo>
                  <a:pt x="228" y="1773"/>
                </a:lnTo>
                <a:lnTo>
                  <a:pt x="229" y="1773"/>
                </a:lnTo>
                <a:lnTo>
                  <a:pt x="231" y="1774"/>
                </a:lnTo>
                <a:lnTo>
                  <a:pt x="231" y="1773"/>
                </a:lnTo>
                <a:lnTo>
                  <a:pt x="232" y="1773"/>
                </a:lnTo>
                <a:lnTo>
                  <a:pt x="231" y="1772"/>
                </a:lnTo>
                <a:lnTo>
                  <a:pt x="228" y="1769"/>
                </a:lnTo>
                <a:lnTo>
                  <a:pt x="228" y="1767"/>
                </a:lnTo>
                <a:lnTo>
                  <a:pt x="227" y="1766"/>
                </a:lnTo>
                <a:lnTo>
                  <a:pt x="226" y="1765"/>
                </a:lnTo>
                <a:lnTo>
                  <a:pt x="225" y="1765"/>
                </a:lnTo>
                <a:lnTo>
                  <a:pt x="225" y="1764"/>
                </a:lnTo>
                <a:lnTo>
                  <a:pt x="224" y="1763"/>
                </a:lnTo>
                <a:lnTo>
                  <a:pt x="224" y="1762"/>
                </a:lnTo>
                <a:lnTo>
                  <a:pt x="224" y="1761"/>
                </a:lnTo>
                <a:lnTo>
                  <a:pt x="225" y="1761"/>
                </a:lnTo>
                <a:lnTo>
                  <a:pt x="225" y="1760"/>
                </a:lnTo>
                <a:lnTo>
                  <a:pt x="225" y="1759"/>
                </a:lnTo>
                <a:lnTo>
                  <a:pt x="226" y="1759"/>
                </a:lnTo>
                <a:lnTo>
                  <a:pt x="226" y="1758"/>
                </a:lnTo>
                <a:lnTo>
                  <a:pt x="227" y="1757"/>
                </a:lnTo>
                <a:lnTo>
                  <a:pt x="228" y="1757"/>
                </a:lnTo>
                <a:lnTo>
                  <a:pt x="228" y="1756"/>
                </a:lnTo>
                <a:lnTo>
                  <a:pt x="228" y="1755"/>
                </a:lnTo>
                <a:lnTo>
                  <a:pt x="228" y="1754"/>
                </a:lnTo>
                <a:lnTo>
                  <a:pt x="228" y="1752"/>
                </a:lnTo>
                <a:lnTo>
                  <a:pt x="227" y="1752"/>
                </a:lnTo>
                <a:lnTo>
                  <a:pt x="227" y="1751"/>
                </a:lnTo>
                <a:lnTo>
                  <a:pt x="226" y="1750"/>
                </a:lnTo>
                <a:lnTo>
                  <a:pt x="226" y="1749"/>
                </a:lnTo>
                <a:lnTo>
                  <a:pt x="227" y="1749"/>
                </a:lnTo>
                <a:lnTo>
                  <a:pt x="227" y="1748"/>
                </a:lnTo>
                <a:lnTo>
                  <a:pt x="226" y="1748"/>
                </a:lnTo>
                <a:lnTo>
                  <a:pt x="225" y="1748"/>
                </a:lnTo>
                <a:lnTo>
                  <a:pt x="225" y="1747"/>
                </a:lnTo>
                <a:lnTo>
                  <a:pt x="225" y="1746"/>
                </a:lnTo>
                <a:lnTo>
                  <a:pt x="225" y="1745"/>
                </a:lnTo>
                <a:lnTo>
                  <a:pt x="224" y="1745"/>
                </a:lnTo>
                <a:lnTo>
                  <a:pt x="223" y="1745"/>
                </a:lnTo>
                <a:lnTo>
                  <a:pt x="223" y="1744"/>
                </a:lnTo>
                <a:lnTo>
                  <a:pt x="222" y="1743"/>
                </a:lnTo>
                <a:lnTo>
                  <a:pt x="222" y="1742"/>
                </a:lnTo>
                <a:lnTo>
                  <a:pt x="222" y="1741"/>
                </a:lnTo>
                <a:lnTo>
                  <a:pt x="221" y="1740"/>
                </a:lnTo>
                <a:lnTo>
                  <a:pt x="220" y="1739"/>
                </a:lnTo>
                <a:lnTo>
                  <a:pt x="219" y="1738"/>
                </a:lnTo>
                <a:lnTo>
                  <a:pt x="219" y="1737"/>
                </a:lnTo>
                <a:lnTo>
                  <a:pt x="220" y="1736"/>
                </a:lnTo>
                <a:lnTo>
                  <a:pt x="220" y="1735"/>
                </a:lnTo>
                <a:lnTo>
                  <a:pt x="219" y="1734"/>
                </a:lnTo>
                <a:lnTo>
                  <a:pt x="218" y="1733"/>
                </a:lnTo>
                <a:lnTo>
                  <a:pt x="217" y="1732"/>
                </a:lnTo>
                <a:lnTo>
                  <a:pt x="216" y="1732"/>
                </a:lnTo>
                <a:lnTo>
                  <a:pt x="215" y="1731"/>
                </a:lnTo>
                <a:lnTo>
                  <a:pt x="214" y="1730"/>
                </a:lnTo>
                <a:lnTo>
                  <a:pt x="214" y="1729"/>
                </a:lnTo>
                <a:lnTo>
                  <a:pt x="213" y="1728"/>
                </a:lnTo>
                <a:lnTo>
                  <a:pt x="211" y="1727"/>
                </a:lnTo>
                <a:lnTo>
                  <a:pt x="210" y="1726"/>
                </a:lnTo>
                <a:lnTo>
                  <a:pt x="209" y="1725"/>
                </a:lnTo>
                <a:lnTo>
                  <a:pt x="208" y="1725"/>
                </a:lnTo>
                <a:lnTo>
                  <a:pt x="207" y="1724"/>
                </a:lnTo>
                <a:lnTo>
                  <a:pt x="206" y="1723"/>
                </a:lnTo>
                <a:lnTo>
                  <a:pt x="205" y="1723"/>
                </a:lnTo>
                <a:lnTo>
                  <a:pt x="204" y="1722"/>
                </a:lnTo>
                <a:lnTo>
                  <a:pt x="203" y="1722"/>
                </a:lnTo>
                <a:lnTo>
                  <a:pt x="203" y="1721"/>
                </a:lnTo>
                <a:lnTo>
                  <a:pt x="202" y="1721"/>
                </a:lnTo>
                <a:lnTo>
                  <a:pt x="202" y="1720"/>
                </a:lnTo>
                <a:lnTo>
                  <a:pt x="201" y="1720"/>
                </a:lnTo>
                <a:lnTo>
                  <a:pt x="200" y="1720"/>
                </a:lnTo>
                <a:lnTo>
                  <a:pt x="199" y="1720"/>
                </a:lnTo>
                <a:lnTo>
                  <a:pt x="198" y="1720"/>
                </a:lnTo>
                <a:lnTo>
                  <a:pt x="198" y="1719"/>
                </a:lnTo>
                <a:lnTo>
                  <a:pt x="197" y="1719"/>
                </a:lnTo>
                <a:lnTo>
                  <a:pt x="196" y="1718"/>
                </a:lnTo>
                <a:lnTo>
                  <a:pt x="194" y="1718"/>
                </a:lnTo>
                <a:lnTo>
                  <a:pt x="193" y="1718"/>
                </a:lnTo>
                <a:lnTo>
                  <a:pt x="191" y="1718"/>
                </a:lnTo>
                <a:lnTo>
                  <a:pt x="190" y="1718"/>
                </a:lnTo>
                <a:lnTo>
                  <a:pt x="189" y="1718"/>
                </a:lnTo>
                <a:lnTo>
                  <a:pt x="189" y="1719"/>
                </a:lnTo>
                <a:lnTo>
                  <a:pt x="188" y="1719"/>
                </a:lnTo>
                <a:lnTo>
                  <a:pt x="187" y="1718"/>
                </a:lnTo>
                <a:lnTo>
                  <a:pt x="184" y="1718"/>
                </a:lnTo>
                <a:lnTo>
                  <a:pt x="183" y="1718"/>
                </a:lnTo>
                <a:lnTo>
                  <a:pt x="183" y="1719"/>
                </a:lnTo>
                <a:lnTo>
                  <a:pt x="183" y="1720"/>
                </a:lnTo>
                <a:lnTo>
                  <a:pt x="183" y="1721"/>
                </a:lnTo>
                <a:lnTo>
                  <a:pt x="183" y="1722"/>
                </a:lnTo>
                <a:lnTo>
                  <a:pt x="182" y="1722"/>
                </a:lnTo>
                <a:lnTo>
                  <a:pt x="181" y="1721"/>
                </a:lnTo>
                <a:lnTo>
                  <a:pt x="180" y="1721"/>
                </a:lnTo>
                <a:lnTo>
                  <a:pt x="179" y="1721"/>
                </a:lnTo>
                <a:lnTo>
                  <a:pt x="179" y="1722"/>
                </a:lnTo>
                <a:lnTo>
                  <a:pt x="178" y="1723"/>
                </a:lnTo>
                <a:lnTo>
                  <a:pt x="177" y="1723"/>
                </a:lnTo>
                <a:lnTo>
                  <a:pt x="176" y="1722"/>
                </a:lnTo>
                <a:lnTo>
                  <a:pt x="175" y="1721"/>
                </a:lnTo>
                <a:lnTo>
                  <a:pt x="175" y="1720"/>
                </a:lnTo>
                <a:lnTo>
                  <a:pt x="175" y="1719"/>
                </a:lnTo>
                <a:lnTo>
                  <a:pt x="174" y="1718"/>
                </a:lnTo>
                <a:lnTo>
                  <a:pt x="174" y="1717"/>
                </a:lnTo>
                <a:lnTo>
                  <a:pt x="173" y="1716"/>
                </a:lnTo>
                <a:lnTo>
                  <a:pt x="173" y="1715"/>
                </a:lnTo>
                <a:lnTo>
                  <a:pt x="174" y="1714"/>
                </a:lnTo>
                <a:lnTo>
                  <a:pt x="174" y="1713"/>
                </a:lnTo>
                <a:lnTo>
                  <a:pt x="174" y="1712"/>
                </a:lnTo>
                <a:lnTo>
                  <a:pt x="174" y="1710"/>
                </a:lnTo>
                <a:lnTo>
                  <a:pt x="174" y="1709"/>
                </a:lnTo>
                <a:lnTo>
                  <a:pt x="174" y="1708"/>
                </a:lnTo>
                <a:lnTo>
                  <a:pt x="174" y="1707"/>
                </a:lnTo>
                <a:lnTo>
                  <a:pt x="173" y="1706"/>
                </a:lnTo>
                <a:lnTo>
                  <a:pt x="173" y="1705"/>
                </a:lnTo>
                <a:lnTo>
                  <a:pt x="171" y="1704"/>
                </a:lnTo>
                <a:lnTo>
                  <a:pt x="171" y="1702"/>
                </a:lnTo>
                <a:lnTo>
                  <a:pt x="171" y="1701"/>
                </a:lnTo>
                <a:lnTo>
                  <a:pt x="172" y="1701"/>
                </a:lnTo>
                <a:lnTo>
                  <a:pt x="173" y="1701"/>
                </a:lnTo>
                <a:lnTo>
                  <a:pt x="173" y="1700"/>
                </a:lnTo>
                <a:lnTo>
                  <a:pt x="172" y="1699"/>
                </a:lnTo>
                <a:lnTo>
                  <a:pt x="171" y="1699"/>
                </a:lnTo>
                <a:lnTo>
                  <a:pt x="170" y="1699"/>
                </a:lnTo>
                <a:lnTo>
                  <a:pt x="169" y="1699"/>
                </a:lnTo>
                <a:lnTo>
                  <a:pt x="168" y="1698"/>
                </a:lnTo>
                <a:lnTo>
                  <a:pt x="167" y="1698"/>
                </a:lnTo>
                <a:lnTo>
                  <a:pt x="166" y="1698"/>
                </a:lnTo>
                <a:lnTo>
                  <a:pt x="165" y="1698"/>
                </a:lnTo>
                <a:lnTo>
                  <a:pt x="164" y="1697"/>
                </a:lnTo>
                <a:lnTo>
                  <a:pt x="162" y="1697"/>
                </a:lnTo>
                <a:lnTo>
                  <a:pt x="161" y="1697"/>
                </a:lnTo>
                <a:lnTo>
                  <a:pt x="160" y="1697"/>
                </a:lnTo>
                <a:lnTo>
                  <a:pt x="159" y="1697"/>
                </a:lnTo>
                <a:lnTo>
                  <a:pt x="158" y="1698"/>
                </a:lnTo>
                <a:lnTo>
                  <a:pt x="157" y="1698"/>
                </a:lnTo>
                <a:lnTo>
                  <a:pt x="156" y="1698"/>
                </a:lnTo>
                <a:lnTo>
                  <a:pt x="156" y="1697"/>
                </a:lnTo>
                <a:lnTo>
                  <a:pt x="155" y="1697"/>
                </a:lnTo>
                <a:lnTo>
                  <a:pt x="154" y="1697"/>
                </a:lnTo>
                <a:lnTo>
                  <a:pt x="153" y="1696"/>
                </a:lnTo>
                <a:lnTo>
                  <a:pt x="151" y="1696"/>
                </a:lnTo>
                <a:lnTo>
                  <a:pt x="150" y="1695"/>
                </a:lnTo>
                <a:lnTo>
                  <a:pt x="150" y="1694"/>
                </a:lnTo>
                <a:lnTo>
                  <a:pt x="151" y="1693"/>
                </a:lnTo>
                <a:lnTo>
                  <a:pt x="150" y="1693"/>
                </a:lnTo>
                <a:lnTo>
                  <a:pt x="150" y="1692"/>
                </a:lnTo>
                <a:lnTo>
                  <a:pt x="149" y="1692"/>
                </a:lnTo>
                <a:lnTo>
                  <a:pt x="148" y="1692"/>
                </a:lnTo>
                <a:lnTo>
                  <a:pt x="147" y="1692"/>
                </a:lnTo>
                <a:lnTo>
                  <a:pt x="147" y="1693"/>
                </a:lnTo>
                <a:lnTo>
                  <a:pt x="146" y="1693"/>
                </a:lnTo>
                <a:lnTo>
                  <a:pt x="145" y="1693"/>
                </a:lnTo>
                <a:lnTo>
                  <a:pt x="144" y="1693"/>
                </a:lnTo>
                <a:lnTo>
                  <a:pt x="143" y="1693"/>
                </a:lnTo>
                <a:lnTo>
                  <a:pt x="143" y="1694"/>
                </a:lnTo>
                <a:lnTo>
                  <a:pt x="142" y="1694"/>
                </a:lnTo>
                <a:lnTo>
                  <a:pt x="141" y="1694"/>
                </a:lnTo>
                <a:lnTo>
                  <a:pt x="140" y="1693"/>
                </a:lnTo>
                <a:lnTo>
                  <a:pt x="139" y="1693"/>
                </a:lnTo>
                <a:lnTo>
                  <a:pt x="138" y="1693"/>
                </a:lnTo>
                <a:lnTo>
                  <a:pt x="137" y="1693"/>
                </a:lnTo>
                <a:lnTo>
                  <a:pt x="137" y="1694"/>
                </a:lnTo>
                <a:lnTo>
                  <a:pt x="136" y="1694"/>
                </a:lnTo>
                <a:lnTo>
                  <a:pt x="136" y="1695"/>
                </a:lnTo>
                <a:lnTo>
                  <a:pt x="135" y="1695"/>
                </a:lnTo>
                <a:lnTo>
                  <a:pt x="134" y="1695"/>
                </a:lnTo>
                <a:lnTo>
                  <a:pt x="133" y="1695"/>
                </a:lnTo>
                <a:lnTo>
                  <a:pt x="132" y="1695"/>
                </a:lnTo>
                <a:lnTo>
                  <a:pt x="131" y="1695"/>
                </a:lnTo>
                <a:lnTo>
                  <a:pt x="131" y="1696"/>
                </a:lnTo>
                <a:lnTo>
                  <a:pt x="130" y="1696"/>
                </a:lnTo>
                <a:lnTo>
                  <a:pt x="129" y="1696"/>
                </a:lnTo>
                <a:lnTo>
                  <a:pt x="129" y="1697"/>
                </a:lnTo>
                <a:lnTo>
                  <a:pt x="129" y="1698"/>
                </a:lnTo>
                <a:lnTo>
                  <a:pt x="129" y="1699"/>
                </a:lnTo>
                <a:lnTo>
                  <a:pt x="130" y="1700"/>
                </a:lnTo>
                <a:lnTo>
                  <a:pt x="129" y="1700"/>
                </a:lnTo>
                <a:lnTo>
                  <a:pt x="128" y="1700"/>
                </a:lnTo>
                <a:lnTo>
                  <a:pt x="128" y="1701"/>
                </a:lnTo>
                <a:lnTo>
                  <a:pt x="127" y="1701"/>
                </a:lnTo>
                <a:lnTo>
                  <a:pt x="126" y="1701"/>
                </a:lnTo>
                <a:lnTo>
                  <a:pt x="126" y="1700"/>
                </a:lnTo>
                <a:lnTo>
                  <a:pt x="125" y="1700"/>
                </a:lnTo>
                <a:lnTo>
                  <a:pt x="125" y="1699"/>
                </a:lnTo>
                <a:lnTo>
                  <a:pt x="125" y="1698"/>
                </a:lnTo>
                <a:lnTo>
                  <a:pt x="124" y="1697"/>
                </a:lnTo>
                <a:lnTo>
                  <a:pt x="124" y="1696"/>
                </a:lnTo>
                <a:lnTo>
                  <a:pt x="123" y="1694"/>
                </a:lnTo>
                <a:lnTo>
                  <a:pt x="122" y="1693"/>
                </a:lnTo>
                <a:lnTo>
                  <a:pt x="122" y="1691"/>
                </a:lnTo>
                <a:lnTo>
                  <a:pt x="122" y="1690"/>
                </a:lnTo>
                <a:lnTo>
                  <a:pt x="122" y="1689"/>
                </a:lnTo>
                <a:lnTo>
                  <a:pt x="120" y="1689"/>
                </a:lnTo>
                <a:lnTo>
                  <a:pt x="118" y="1689"/>
                </a:lnTo>
                <a:lnTo>
                  <a:pt x="117" y="1689"/>
                </a:lnTo>
                <a:lnTo>
                  <a:pt x="117" y="1690"/>
                </a:lnTo>
                <a:lnTo>
                  <a:pt x="117" y="1691"/>
                </a:lnTo>
                <a:lnTo>
                  <a:pt x="116" y="1692"/>
                </a:lnTo>
                <a:lnTo>
                  <a:pt x="115" y="1692"/>
                </a:lnTo>
                <a:lnTo>
                  <a:pt x="114" y="1692"/>
                </a:lnTo>
                <a:lnTo>
                  <a:pt x="113" y="1692"/>
                </a:lnTo>
                <a:lnTo>
                  <a:pt x="112" y="1692"/>
                </a:lnTo>
                <a:lnTo>
                  <a:pt x="111" y="1691"/>
                </a:lnTo>
                <a:lnTo>
                  <a:pt x="110" y="1690"/>
                </a:lnTo>
                <a:lnTo>
                  <a:pt x="110" y="1689"/>
                </a:lnTo>
                <a:lnTo>
                  <a:pt x="110" y="1688"/>
                </a:lnTo>
                <a:lnTo>
                  <a:pt x="109" y="1687"/>
                </a:lnTo>
                <a:lnTo>
                  <a:pt x="109" y="1686"/>
                </a:lnTo>
                <a:lnTo>
                  <a:pt x="109" y="1685"/>
                </a:lnTo>
                <a:lnTo>
                  <a:pt x="108" y="1685"/>
                </a:lnTo>
                <a:lnTo>
                  <a:pt x="107" y="1685"/>
                </a:lnTo>
                <a:lnTo>
                  <a:pt x="107" y="1686"/>
                </a:lnTo>
                <a:lnTo>
                  <a:pt x="106" y="1686"/>
                </a:lnTo>
                <a:lnTo>
                  <a:pt x="105" y="1687"/>
                </a:lnTo>
                <a:lnTo>
                  <a:pt x="104" y="1687"/>
                </a:lnTo>
                <a:lnTo>
                  <a:pt x="103" y="1687"/>
                </a:lnTo>
                <a:lnTo>
                  <a:pt x="102" y="1688"/>
                </a:lnTo>
                <a:lnTo>
                  <a:pt x="101" y="1689"/>
                </a:lnTo>
                <a:lnTo>
                  <a:pt x="101" y="1690"/>
                </a:lnTo>
                <a:lnTo>
                  <a:pt x="100" y="1690"/>
                </a:lnTo>
                <a:lnTo>
                  <a:pt x="99" y="1690"/>
                </a:lnTo>
                <a:lnTo>
                  <a:pt x="97" y="1691"/>
                </a:lnTo>
                <a:lnTo>
                  <a:pt x="96" y="1690"/>
                </a:lnTo>
                <a:lnTo>
                  <a:pt x="95" y="1689"/>
                </a:lnTo>
                <a:lnTo>
                  <a:pt x="94" y="1688"/>
                </a:lnTo>
                <a:lnTo>
                  <a:pt x="94" y="1687"/>
                </a:lnTo>
                <a:lnTo>
                  <a:pt x="93" y="1686"/>
                </a:lnTo>
                <a:lnTo>
                  <a:pt x="92" y="1686"/>
                </a:lnTo>
                <a:lnTo>
                  <a:pt x="91" y="1687"/>
                </a:lnTo>
                <a:lnTo>
                  <a:pt x="91" y="1688"/>
                </a:lnTo>
                <a:lnTo>
                  <a:pt x="90" y="1688"/>
                </a:lnTo>
                <a:lnTo>
                  <a:pt x="90" y="1687"/>
                </a:lnTo>
                <a:lnTo>
                  <a:pt x="90" y="1684"/>
                </a:lnTo>
                <a:lnTo>
                  <a:pt x="90" y="1683"/>
                </a:lnTo>
                <a:lnTo>
                  <a:pt x="90" y="1682"/>
                </a:lnTo>
                <a:lnTo>
                  <a:pt x="89" y="1682"/>
                </a:lnTo>
                <a:lnTo>
                  <a:pt x="88" y="1682"/>
                </a:lnTo>
                <a:lnTo>
                  <a:pt x="87" y="1681"/>
                </a:lnTo>
                <a:lnTo>
                  <a:pt x="87" y="1680"/>
                </a:lnTo>
                <a:lnTo>
                  <a:pt x="87" y="1679"/>
                </a:lnTo>
                <a:lnTo>
                  <a:pt x="88" y="1678"/>
                </a:lnTo>
                <a:lnTo>
                  <a:pt x="89" y="1678"/>
                </a:lnTo>
                <a:lnTo>
                  <a:pt x="89" y="1677"/>
                </a:lnTo>
                <a:lnTo>
                  <a:pt x="90" y="1677"/>
                </a:lnTo>
                <a:lnTo>
                  <a:pt x="89" y="1676"/>
                </a:lnTo>
                <a:lnTo>
                  <a:pt x="89" y="1675"/>
                </a:lnTo>
                <a:lnTo>
                  <a:pt x="88" y="1674"/>
                </a:lnTo>
                <a:lnTo>
                  <a:pt x="89" y="1673"/>
                </a:lnTo>
                <a:lnTo>
                  <a:pt x="90" y="1673"/>
                </a:lnTo>
                <a:lnTo>
                  <a:pt x="90" y="1672"/>
                </a:lnTo>
                <a:lnTo>
                  <a:pt x="91" y="1671"/>
                </a:lnTo>
                <a:lnTo>
                  <a:pt x="91" y="1670"/>
                </a:lnTo>
                <a:lnTo>
                  <a:pt x="92" y="1669"/>
                </a:lnTo>
                <a:lnTo>
                  <a:pt x="93" y="1669"/>
                </a:lnTo>
                <a:lnTo>
                  <a:pt x="94" y="1669"/>
                </a:lnTo>
                <a:lnTo>
                  <a:pt x="95" y="1669"/>
                </a:lnTo>
                <a:lnTo>
                  <a:pt x="96" y="1670"/>
                </a:lnTo>
                <a:lnTo>
                  <a:pt x="97" y="1670"/>
                </a:lnTo>
                <a:lnTo>
                  <a:pt x="98" y="1671"/>
                </a:lnTo>
                <a:lnTo>
                  <a:pt x="99" y="1670"/>
                </a:lnTo>
                <a:lnTo>
                  <a:pt x="99" y="1669"/>
                </a:lnTo>
                <a:lnTo>
                  <a:pt x="99" y="1668"/>
                </a:lnTo>
                <a:lnTo>
                  <a:pt x="100" y="1668"/>
                </a:lnTo>
                <a:lnTo>
                  <a:pt x="101" y="1668"/>
                </a:lnTo>
                <a:lnTo>
                  <a:pt x="102" y="1667"/>
                </a:lnTo>
                <a:lnTo>
                  <a:pt x="103" y="1668"/>
                </a:lnTo>
                <a:lnTo>
                  <a:pt x="104" y="1669"/>
                </a:lnTo>
                <a:lnTo>
                  <a:pt x="104" y="1670"/>
                </a:lnTo>
                <a:lnTo>
                  <a:pt x="105" y="1670"/>
                </a:lnTo>
                <a:lnTo>
                  <a:pt x="106" y="1669"/>
                </a:lnTo>
                <a:lnTo>
                  <a:pt x="107" y="1668"/>
                </a:lnTo>
                <a:lnTo>
                  <a:pt x="108" y="1667"/>
                </a:lnTo>
                <a:lnTo>
                  <a:pt x="109" y="1666"/>
                </a:lnTo>
                <a:lnTo>
                  <a:pt x="111" y="1665"/>
                </a:lnTo>
                <a:lnTo>
                  <a:pt x="112" y="1665"/>
                </a:lnTo>
                <a:lnTo>
                  <a:pt x="113" y="1665"/>
                </a:lnTo>
                <a:lnTo>
                  <a:pt x="113" y="1666"/>
                </a:lnTo>
                <a:lnTo>
                  <a:pt x="115" y="1667"/>
                </a:lnTo>
                <a:lnTo>
                  <a:pt x="115" y="1668"/>
                </a:lnTo>
                <a:lnTo>
                  <a:pt x="116" y="1669"/>
                </a:lnTo>
                <a:lnTo>
                  <a:pt x="117" y="1669"/>
                </a:lnTo>
                <a:lnTo>
                  <a:pt x="117" y="1670"/>
                </a:lnTo>
                <a:lnTo>
                  <a:pt x="118" y="1670"/>
                </a:lnTo>
                <a:lnTo>
                  <a:pt x="118" y="1671"/>
                </a:lnTo>
                <a:lnTo>
                  <a:pt x="118" y="1672"/>
                </a:lnTo>
                <a:lnTo>
                  <a:pt x="119" y="1672"/>
                </a:lnTo>
                <a:lnTo>
                  <a:pt x="120" y="1672"/>
                </a:lnTo>
                <a:lnTo>
                  <a:pt x="121" y="1672"/>
                </a:lnTo>
                <a:lnTo>
                  <a:pt x="122" y="1672"/>
                </a:lnTo>
                <a:lnTo>
                  <a:pt x="123" y="1672"/>
                </a:lnTo>
                <a:lnTo>
                  <a:pt x="124" y="1672"/>
                </a:lnTo>
                <a:lnTo>
                  <a:pt x="124" y="1671"/>
                </a:lnTo>
                <a:lnTo>
                  <a:pt x="125" y="1671"/>
                </a:lnTo>
                <a:lnTo>
                  <a:pt x="126" y="1671"/>
                </a:lnTo>
                <a:lnTo>
                  <a:pt x="127" y="1670"/>
                </a:lnTo>
                <a:lnTo>
                  <a:pt x="128" y="1670"/>
                </a:lnTo>
                <a:lnTo>
                  <a:pt x="128" y="1669"/>
                </a:lnTo>
                <a:lnTo>
                  <a:pt x="128" y="1668"/>
                </a:lnTo>
                <a:lnTo>
                  <a:pt x="129" y="1667"/>
                </a:lnTo>
                <a:lnTo>
                  <a:pt x="129" y="1666"/>
                </a:lnTo>
                <a:lnTo>
                  <a:pt x="131" y="1665"/>
                </a:lnTo>
                <a:lnTo>
                  <a:pt x="133" y="1665"/>
                </a:lnTo>
                <a:lnTo>
                  <a:pt x="134" y="1665"/>
                </a:lnTo>
                <a:lnTo>
                  <a:pt x="135" y="1665"/>
                </a:lnTo>
                <a:lnTo>
                  <a:pt x="136" y="1665"/>
                </a:lnTo>
                <a:lnTo>
                  <a:pt x="137" y="1664"/>
                </a:lnTo>
                <a:lnTo>
                  <a:pt x="138" y="1664"/>
                </a:lnTo>
                <a:lnTo>
                  <a:pt x="140" y="1663"/>
                </a:lnTo>
                <a:lnTo>
                  <a:pt x="142" y="1662"/>
                </a:lnTo>
                <a:lnTo>
                  <a:pt x="143" y="1662"/>
                </a:lnTo>
                <a:lnTo>
                  <a:pt x="144" y="1662"/>
                </a:lnTo>
                <a:lnTo>
                  <a:pt x="145" y="1662"/>
                </a:lnTo>
                <a:lnTo>
                  <a:pt x="146" y="1662"/>
                </a:lnTo>
                <a:lnTo>
                  <a:pt x="147" y="1661"/>
                </a:lnTo>
                <a:lnTo>
                  <a:pt x="147" y="1660"/>
                </a:lnTo>
                <a:lnTo>
                  <a:pt x="147" y="1659"/>
                </a:lnTo>
                <a:lnTo>
                  <a:pt x="148" y="1658"/>
                </a:lnTo>
                <a:lnTo>
                  <a:pt x="148" y="1657"/>
                </a:lnTo>
                <a:lnTo>
                  <a:pt x="147" y="1656"/>
                </a:lnTo>
                <a:lnTo>
                  <a:pt x="147" y="1655"/>
                </a:lnTo>
                <a:lnTo>
                  <a:pt x="147" y="1654"/>
                </a:lnTo>
                <a:lnTo>
                  <a:pt x="148" y="1654"/>
                </a:lnTo>
                <a:lnTo>
                  <a:pt x="149" y="1653"/>
                </a:lnTo>
                <a:lnTo>
                  <a:pt x="149" y="1652"/>
                </a:lnTo>
                <a:lnTo>
                  <a:pt x="149" y="1651"/>
                </a:lnTo>
                <a:lnTo>
                  <a:pt x="147" y="1648"/>
                </a:lnTo>
                <a:lnTo>
                  <a:pt x="147" y="1647"/>
                </a:lnTo>
                <a:lnTo>
                  <a:pt x="145" y="1646"/>
                </a:lnTo>
                <a:lnTo>
                  <a:pt x="144" y="1645"/>
                </a:lnTo>
                <a:lnTo>
                  <a:pt x="144" y="1644"/>
                </a:lnTo>
                <a:lnTo>
                  <a:pt x="143" y="1644"/>
                </a:lnTo>
                <a:lnTo>
                  <a:pt x="143" y="1643"/>
                </a:lnTo>
                <a:lnTo>
                  <a:pt x="142" y="1642"/>
                </a:lnTo>
                <a:lnTo>
                  <a:pt x="141" y="1642"/>
                </a:lnTo>
                <a:lnTo>
                  <a:pt x="140" y="1642"/>
                </a:lnTo>
                <a:lnTo>
                  <a:pt x="139" y="1643"/>
                </a:lnTo>
                <a:lnTo>
                  <a:pt x="138" y="1643"/>
                </a:lnTo>
                <a:lnTo>
                  <a:pt x="137" y="1643"/>
                </a:lnTo>
                <a:lnTo>
                  <a:pt x="136" y="1642"/>
                </a:lnTo>
                <a:lnTo>
                  <a:pt x="135" y="1642"/>
                </a:lnTo>
                <a:lnTo>
                  <a:pt x="135" y="1641"/>
                </a:lnTo>
                <a:lnTo>
                  <a:pt x="136" y="1641"/>
                </a:lnTo>
                <a:lnTo>
                  <a:pt x="136" y="1640"/>
                </a:lnTo>
                <a:lnTo>
                  <a:pt x="135" y="1640"/>
                </a:lnTo>
                <a:lnTo>
                  <a:pt x="134" y="1639"/>
                </a:lnTo>
                <a:lnTo>
                  <a:pt x="132" y="1638"/>
                </a:lnTo>
                <a:lnTo>
                  <a:pt x="131" y="1638"/>
                </a:lnTo>
                <a:lnTo>
                  <a:pt x="130" y="1638"/>
                </a:lnTo>
                <a:lnTo>
                  <a:pt x="130" y="1637"/>
                </a:lnTo>
                <a:lnTo>
                  <a:pt x="129" y="1636"/>
                </a:lnTo>
                <a:lnTo>
                  <a:pt x="129" y="1635"/>
                </a:lnTo>
                <a:lnTo>
                  <a:pt x="129" y="1633"/>
                </a:lnTo>
                <a:lnTo>
                  <a:pt x="129" y="1632"/>
                </a:lnTo>
                <a:lnTo>
                  <a:pt x="128" y="1631"/>
                </a:lnTo>
                <a:lnTo>
                  <a:pt x="128" y="1630"/>
                </a:lnTo>
                <a:lnTo>
                  <a:pt x="127" y="1629"/>
                </a:lnTo>
                <a:lnTo>
                  <a:pt x="126" y="1627"/>
                </a:lnTo>
                <a:lnTo>
                  <a:pt x="126" y="1626"/>
                </a:lnTo>
                <a:lnTo>
                  <a:pt x="128" y="1625"/>
                </a:lnTo>
                <a:lnTo>
                  <a:pt x="128" y="1624"/>
                </a:lnTo>
                <a:lnTo>
                  <a:pt x="128" y="1622"/>
                </a:lnTo>
                <a:lnTo>
                  <a:pt x="128" y="1621"/>
                </a:lnTo>
                <a:lnTo>
                  <a:pt x="129" y="1621"/>
                </a:lnTo>
                <a:lnTo>
                  <a:pt x="130" y="1621"/>
                </a:lnTo>
                <a:lnTo>
                  <a:pt x="131" y="1620"/>
                </a:lnTo>
                <a:lnTo>
                  <a:pt x="132" y="1619"/>
                </a:lnTo>
                <a:lnTo>
                  <a:pt x="133" y="1618"/>
                </a:lnTo>
                <a:lnTo>
                  <a:pt x="133" y="1617"/>
                </a:lnTo>
                <a:lnTo>
                  <a:pt x="134" y="1617"/>
                </a:lnTo>
                <a:lnTo>
                  <a:pt x="135" y="1616"/>
                </a:lnTo>
                <a:lnTo>
                  <a:pt x="136" y="1616"/>
                </a:lnTo>
                <a:lnTo>
                  <a:pt x="136" y="1615"/>
                </a:lnTo>
                <a:lnTo>
                  <a:pt x="136" y="1614"/>
                </a:lnTo>
                <a:lnTo>
                  <a:pt x="135" y="1613"/>
                </a:lnTo>
                <a:lnTo>
                  <a:pt x="133" y="1612"/>
                </a:lnTo>
                <a:lnTo>
                  <a:pt x="132" y="1611"/>
                </a:lnTo>
                <a:lnTo>
                  <a:pt x="130" y="1610"/>
                </a:lnTo>
                <a:lnTo>
                  <a:pt x="129" y="1609"/>
                </a:lnTo>
                <a:lnTo>
                  <a:pt x="128" y="1609"/>
                </a:lnTo>
                <a:lnTo>
                  <a:pt x="128" y="1608"/>
                </a:lnTo>
                <a:lnTo>
                  <a:pt x="128" y="1607"/>
                </a:lnTo>
                <a:lnTo>
                  <a:pt x="130" y="1605"/>
                </a:lnTo>
                <a:lnTo>
                  <a:pt x="130" y="1604"/>
                </a:lnTo>
                <a:lnTo>
                  <a:pt x="129" y="1603"/>
                </a:lnTo>
                <a:lnTo>
                  <a:pt x="129" y="1602"/>
                </a:lnTo>
                <a:lnTo>
                  <a:pt x="128" y="1601"/>
                </a:lnTo>
                <a:lnTo>
                  <a:pt x="128" y="1600"/>
                </a:lnTo>
                <a:lnTo>
                  <a:pt x="128" y="1599"/>
                </a:lnTo>
                <a:lnTo>
                  <a:pt x="128" y="1598"/>
                </a:lnTo>
                <a:lnTo>
                  <a:pt x="128" y="1597"/>
                </a:lnTo>
                <a:lnTo>
                  <a:pt x="127" y="1596"/>
                </a:lnTo>
                <a:lnTo>
                  <a:pt x="128" y="1595"/>
                </a:lnTo>
                <a:lnTo>
                  <a:pt x="128" y="1594"/>
                </a:lnTo>
                <a:lnTo>
                  <a:pt x="129" y="1592"/>
                </a:lnTo>
                <a:lnTo>
                  <a:pt x="129" y="1591"/>
                </a:lnTo>
                <a:lnTo>
                  <a:pt x="129" y="1590"/>
                </a:lnTo>
                <a:lnTo>
                  <a:pt x="129" y="1589"/>
                </a:lnTo>
                <a:lnTo>
                  <a:pt x="128" y="1589"/>
                </a:lnTo>
                <a:lnTo>
                  <a:pt x="127" y="1589"/>
                </a:lnTo>
                <a:lnTo>
                  <a:pt x="126" y="1589"/>
                </a:lnTo>
                <a:lnTo>
                  <a:pt x="125" y="1589"/>
                </a:lnTo>
                <a:lnTo>
                  <a:pt x="124" y="1589"/>
                </a:lnTo>
                <a:lnTo>
                  <a:pt x="123" y="1588"/>
                </a:lnTo>
                <a:lnTo>
                  <a:pt x="123" y="1587"/>
                </a:lnTo>
                <a:lnTo>
                  <a:pt x="123" y="1586"/>
                </a:lnTo>
                <a:lnTo>
                  <a:pt x="122" y="1585"/>
                </a:lnTo>
                <a:lnTo>
                  <a:pt x="121" y="1584"/>
                </a:lnTo>
                <a:lnTo>
                  <a:pt x="119" y="1582"/>
                </a:lnTo>
                <a:lnTo>
                  <a:pt x="119" y="1581"/>
                </a:lnTo>
                <a:lnTo>
                  <a:pt x="119" y="1580"/>
                </a:lnTo>
                <a:lnTo>
                  <a:pt x="119" y="1579"/>
                </a:lnTo>
                <a:lnTo>
                  <a:pt x="119" y="1577"/>
                </a:lnTo>
                <a:lnTo>
                  <a:pt x="118" y="1576"/>
                </a:lnTo>
                <a:lnTo>
                  <a:pt x="118" y="1574"/>
                </a:lnTo>
                <a:lnTo>
                  <a:pt x="119" y="1572"/>
                </a:lnTo>
                <a:lnTo>
                  <a:pt x="119" y="1570"/>
                </a:lnTo>
                <a:lnTo>
                  <a:pt x="119" y="1569"/>
                </a:lnTo>
                <a:lnTo>
                  <a:pt x="118" y="1567"/>
                </a:lnTo>
                <a:lnTo>
                  <a:pt x="117" y="1565"/>
                </a:lnTo>
                <a:lnTo>
                  <a:pt x="117" y="1564"/>
                </a:lnTo>
                <a:lnTo>
                  <a:pt x="117" y="1563"/>
                </a:lnTo>
                <a:lnTo>
                  <a:pt x="118" y="1563"/>
                </a:lnTo>
                <a:lnTo>
                  <a:pt x="118" y="1562"/>
                </a:lnTo>
                <a:lnTo>
                  <a:pt x="117" y="1560"/>
                </a:lnTo>
                <a:lnTo>
                  <a:pt x="117" y="1558"/>
                </a:lnTo>
                <a:lnTo>
                  <a:pt x="117" y="1557"/>
                </a:lnTo>
                <a:lnTo>
                  <a:pt x="118" y="1556"/>
                </a:lnTo>
                <a:lnTo>
                  <a:pt x="119" y="1555"/>
                </a:lnTo>
                <a:lnTo>
                  <a:pt x="120" y="1555"/>
                </a:lnTo>
                <a:lnTo>
                  <a:pt x="121" y="1555"/>
                </a:lnTo>
                <a:lnTo>
                  <a:pt x="121" y="1554"/>
                </a:lnTo>
                <a:lnTo>
                  <a:pt x="121" y="1553"/>
                </a:lnTo>
                <a:lnTo>
                  <a:pt x="123" y="1552"/>
                </a:lnTo>
                <a:lnTo>
                  <a:pt x="123" y="1550"/>
                </a:lnTo>
                <a:lnTo>
                  <a:pt x="124" y="1549"/>
                </a:lnTo>
                <a:lnTo>
                  <a:pt x="124" y="1548"/>
                </a:lnTo>
                <a:lnTo>
                  <a:pt x="124" y="1547"/>
                </a:lnTo>
                <a:lnTo>
                  <a:pt x="123" y="1547"/>
                </a:lnTo>
                <a:lnTo>
                  <a:pt x="123" y="1545"/>
                </a:lnTo>
                <a:lnTo>
                  <a:pt x="123" y="1544"/>
                </a:lnTo>
                <a:lnTo>
                  <a:pt x="123" y="1543"/>
                </a:lnTo>
                <a:lnTo>
                  <a:pt x="123" y="1542"/>
                </a:lnTo>
                <a:lnTo>
                  <a:pt x="122" y="1542"/>
                </a:lnTo>
                <a:lnTo>
                  <a:pt x="121" y="1542"/>
                </a:lnTo>
                <a:lnTo>
                  <a:pt x="120" y="1542"/>
                </a:lnTo>
                <a:lnTo>
                  <a:pt x="119" y="1542"/>
                </a:lnTo>
                <a:lnTo>
                  <a:pt x="119" y="1541"/>
                </a:lnTo>
                <a:lnTo>
                  <a:pt x="118" y="1540"/>
                </a:lnTo>
                <a:lnTo>
                  <a:pt x="118" y="1539"/>
                </a:lnTo>
                <a:lnTo>
                  <a:pt x="117" y="1538"/>
                </a:lnTo>
                <a:lnTo>
                  <a:pt x="116" y="1537"/>
                </a:lnTo>
                <a:lnTo>
                  <a:pt x="115" y="1537"/>
                </a:lnTo>
                <a:lnTo>
                  <a:pt x="113" y="1537"/>
                </a:lnTo>
                <a:lnTo>
                  <a:pt x="112" y="1537"/>
                </a:lnTo>
                <a:lnTo>
                  <a:pt x="111" y="1537"/>
                </a:lnTo>
                <a:lnTo>
                  <a:pt x="110" y="1537"/>
                </a:lnTo>
                <a:lnTo>
                  <a:pt x="110" y="1536"/>
                </a:lnTo>
                <a:lnTo>
                  <a:pt x="109" y="1535"/>
                </a:lnTo>
                <a:lnTo>
                  <a:pt x="108" y="1535"/>
                </a:lnTo>
                <a:lnTo>
                  <a:pt x="107" y="1534"/>
                </a:lnTo>
                <a:lnTo>
                  <a:pt x="105" y="1533"/>
                </a:lnTo>
                <a:lnTo>
                  <a:pt x="105" y="1532"/>
                </a:lnTo>
                <a:lnTo>
                  <a:pt x="103" y="1531"/>
                </a:lnTo>
                <a:lnTo>
                  <a:pt x="102" y="1530"/>
                </a:lnTo>
                <a:lnTo>
                  <a:pt x="101" y="1530"/>
                </a:lnTo>
                <a:lnTo>
                  <a:pt x="100" y="1531"/>
                </a:lnTo>
                <a:lnTo>
                  <a:pt x="99" y="1531"/>
                </a:lnTo>
                <a:lnTo>
                  <a:pt x="98" y="1530"/>
                </a:lnTo>
                <a:lnTo>
                  <a:pt x="96" y="1530"/>
                </a:lnTo>
                <a:lnTo>
                  <a:pt x="95" y="1530"/>
                </a:lnTo>
                <a:lnTo>
                  <a:pt x="94" y="1530"/>
                </a:lnTo>
                <a:lnTo>
                  <a:pt x="94" y="1529"/>
                </a:lnTo>
                <a:lnTo>
                  <a:pt x="93" y="1528"/>
                </a:lnTo>
                <a:lnTo>
                  <a:pt x="92" y="1528"/>
                </a:lnTo>
                <a:lnTo>
                  <a:pt x="92" y="1527"/>
                </a:lnTo>
                <a:lnTo>
                  <a:pt x="91" y="1527"/>
                </a:lnTo>
                <a:lnTo>
                  <a:pt x="89" y="1527"/>
                </a:lnTo>
                <a:lnTo>
                  <a:pt x="88" y="1527"/>
                </a:lnTo>
                <a:lnTo>
                  <a:pt x="87" y="1527"/>
                </a:lnTo>
                <a:lnTo>
                  <a:pt x="86" y="1527"/>
                </a:lnTo>
                <a:lnTo>
                  <a:pt x="83" y="1526"/>
                </a:lnTo>
                <a:lnTo>
                  <a:pt x="82" y="1526"/>
                </a:lnTo>
                <a:lnTo>
                  <a:pt x="81" y="1525"/>
                </a:lnTo>
                <a:lnTo>
                  <a:pt x="80" y="1525"/>
                </a:lnTo>
                <a:lnTo>
                  <a:pt x="79" y="1525"/>
                </a:lnTo>
                <a:lnTo>
                  <a:pt x="77" y="1525"/>
                </a:lnTo>
                <a:lnTo>
                  <a:pt x="75" y="1525"/>
                </a:lnTo>
                <a:lnTo>
                  <a:pt x="74" y="1525"/>
                </a:lnTo>
                <a:lnTo>
                  <a:pt x="72" y="1525"/>
                </a:lnTo>
                <a:lnTo>
                  <a:pt x="71" y="1525"/>
                </a:lnTo>
                <a:lnTo>
                  <a:pt x="70" y="1525"/>
                </a:lnTo>
                <a:lnTo>
                  <a:pt x="68" y="1525"/>
                </a:lnTo>
                <a:lnTo>
                  <a:pt x="67" y="1525"/>
                </a:lnTo>
                <a:lnTo>
                  <a:pt x="65" y="1525"/>
                </a:lnTo>
                <a:lnTo>
                  <a:pt x="64" y="1525"/>
                </a:lnTo>
                <a:lnTo>
                  <a:pt x="64" y="1524"/>
                </a:lnTo>
                <a:lnTo>
                  <a:pt x="63" y="1524"/>
                </a:lnTo>
                <a:lnTo>
                  <a:pt x="61" y="1524"/>
                </a:lnTo>
                <a:lnTo>
                  <a:pt x="60" y="1524"/>
                </a:lnTo>
                <a:lnTo>
                  <a:pt x="59" y="1523"/>
                </a:lnTo>
                <a:lnTo>
                  <a:pt x="58" y="1523"/>
                </a:lnTo>
                <a:lnTo>
                  <a:pt x="57" y="1524"/>
                </a:lnTo>
                <a:lnTo>
                  <a:pt x="56" y="1525"/>
                </a:lnTo>
                <a:lnTo>
                  <a:pt x="56" y="1526"/>
                </a:lnTo>
                <a:lnTo>
                  <a:pt x="56" y="1527"/>
                </a:lnTo>
                <a:lnTo>
                  <a:pt x="56" y="1528"/>
                </a:lnTo>
                <a:lnTo>
                  <a:pt x="56" y="1529"/>
                </a:lnTo>
                <a:lnTo>
                  <a:pt x="55" y="1529"/>
                </a:lnTo>
                <a:lnTo>
                  <a:pt x="54" y="1530"/>
                </a:lnTo>
                <a:lnTo>
                  <a:pt x="53" y="1530"/>
                </a:lnTo>
                <a:lnTo>
                  <a:pt x="52" y="1530"/>
                </a:lnTo>
                <a:lnTo>
                  <a:pt x="52" y="1531"/>
                </a:lnTo>
                <a:lnTo>
                  <a:pt x="51" y="1532"/>
                </a:lnTo>
                <a:lnTo>
                  <a:pt x="51" y="1533"/>
                </a:lnTo>
                <a:lnTo>
                  <a:pt x="52" y="1534"/>
                </a:lnTo>
                <a:lnTo>
                  <a:pt x="53" y="1536"/>
                </a:lnTo>
                <a:lnTo>
                  <a:pt x="53" y="1537"/>
                </a:lnTo>
                <a:lnTo>
                  <a:pt x="52" y="1537"/>
                </a:lnTo>
                <a:lnTo>
                  <a:pt x="51" y="1537"/>
                </a:lnTo>
                <a:lnTo>
                  <a:pt x="50" y="1537"/>
                </a:lnTo>
                <a:lnTo>
                  <a:pt x="49" y="1537"/>
                </a:lnTo>
                <a:lnTo>
                  <a:pt x="48" y="1537"/>
                </a:lnTo>
                <a:lnTo>
                  <a:pt x="47" y="1538"/>
                </a:lnTo>
                <a:lnTo>
                  <a:pt x="46" y="1538"/>
                </a:lnTo>
                <a:lnTo>
                  <a:pt x="45" y="1538"/>
                </a:lnTo>
                <a:lnTo>
                  <a:pt x="44" y="1538"/>
                </a:lnTo>
                <a:lnTo>
                  <a:pt x="43" y="1537"/>
                </a:lnTo>
                <a:lnTo>
                  <a:pt x="42" y="1537"/>
                </a:lnTo>
                <a:lnTo>
                  <a:pt x="41" y="1538"/>
                </a:lnTo>
                <a:lnTo>
                  <a:pt x="40" y="1537"/>
                </a:lnTo>
                <a:lnTo>
                  <a:pt x="39" y="1537"/>
                </a:lnTo>
                <a:lnTo>
                  <a:pt x="38" y="1537"/>
                </a:lnTo>
                <a:lnTo>
                  <a:pt x="37" y="1536"/>
                </a:lnTo>
                <a:lnTo>
                  <a:pt x="37" y="1535"/>
                </a:lnTo>
                <a:lnTo>
                  <a:pt x="36" y="1534"/>
                </a:lnTo>
                <a:lnTo>
                  <a:pt x="35" y="1533"/>
                </a:lnTo>
                <a:lnTo>
                  <a:pt x="34" y="1533"/>
                </a:lnTo>
                <a:lnTo>
                  <a:pt x="33" y="1533"/>
                </a:lnTo>
                <a:lnTo>
                  <a:pt x="31" y="1532"/>
                </a:lnTo>
                <a:lnTo>
                  <a:pt x="30" y="1532"/>
                </a:lnTo>
                <a:lnTo>
                  <a:pt x="29" y="1531"/>
                </a:lnTo>
                <a:lnTo>
                  <a:pt x="28" y="1530"/>
                </a:lnTo>
                <a:lnTo>
                  <a:pt x="27" y="1530"/>
                </a:lnTo>
                <a:lnTo>
                  <a:pt x="27" y="1529"/>
                </a:lnTo>
                <a:lnTo>
                  <a:pt x="28" y="1528"/>
                </a:lnTo>
                <a:lnTo>
                  <a:pt x="28" y="1527"/>
                </a:lnTo>
                <a:lnTo>
                  <a:pt x="27" y="1526"/>
                </a:lnTo>
                <a:lnTo>
                  <a:pt x="27" y="1525"/>
                </a:lnTo>
                <a:lnTo>
                  <a:pt x="26" y="1524"/>
                </a:lnTo>
                <a:lnTo>
                  <a:pt x="25" y="1523"/>
                </a:lnTo>
                <a:lnTo>
                  <a:pt x="25" y="1522"/>
                </a:lnTo>
                <a:lnTo>
                  <a:pt x="24" y="1520"/>
                </a:lnTo>
                <a:lnTo>
                  <a:pt x="24" y="1519"/>
                </a:lnTo>
                <a:lnTo>
                  <a:pt x="23" y="1519"/>
                </a:lnTo>
                <a:lnTo>
                  <a:pt x="23" y="1518"/>
                </a:lnTo>
                <a:lnTo>
                  <a:pt x="23" y="1517"/>
                </a:lnTo>
                <a:lnTo>
                  <a:pt x="23" y="1516"/>
                </a:lnTo>
                <a:lnTo>
                  <a:pt x="23" y="1515"/>
                </a:lnTo>
                <a:lnTo>
                  <a:pt x="23" y="1514"/>
                </a:lnTo>
                <a:lnTo>
                  <a:pt x="24" y="1514"/>
                </a:lnTo>
                <a:lnTo>
                  <a:pt x="24" y="1513"/>
                </a:lnTo>
                <a:lnTo>
                  <a:pt x="24" y="1512"/>
                </a:lnTo>
                <a:lnTo>
                  <a:pt x="23" y="1511"/>
                </a:lnTo>
                <a:lnTo>
                  <a:pt x="23" y="1510"/>
                </a:lnTo>
                <a:lnTo>
                  <a:pt x="22" y="1510"/>
                </a:lnTo>
                <a:lnTo>
                  <a:pt x="22" y="1509"/>
                </a:lnTo>
                <a:lnTo>
                  <a:pt x="21" y="1507"/>
                </a:lnTo>
                <a:lnTo>
                  <a:pt x="20" y="1507"/>
                </a:lnTo>
                <a:lnTo>
                  <a:pt x="20" y="1506"/>
                </a:lnTo>
                <a:lnTo>
                  <a:pt x="19" y="1506"/>
                </a:lnTo>
                <a:lnTo>
                  <a:pt x="18" y="1505"/>
                </a:lnTo>
                <a:lnTo>
                  <a:pt x="18" y="1503"/>
                </a:lnTo>
                <a:lnTo>
                  <a:pt x="18" y="1502"/>
                </a:lnTo>
                <a:lnTo>
                  <a:pt x="18" y="1501"/>
                </a:lnTo>
                <a:lnTo>
                  <a:pt x="19" y="1500"/>
                </a:lnTo>
                <a:lnTo>
                  <a:pt x="20" y="1500"/>
                </a:lnTo>
                <a:lnTo>
                  <a:pt x="20" y="1499"/>
                </a:lnTo>
                <a:lnTo>
                  <a:pt x="21" y="1498"/>
                </a:lnTo>
                <a:lnTo>
                  <a:pt x="22" y="1497"/>
                </a:lnTo>
                <a:lnTo>
                  <a:pt x="22" y="1496"/>
                </a:lnTo>
                <a:lnTo>
                  <a:pt x="23" y="1496"/>
                </a:lnTo>
                <a:lnTo>
                  <a:pt x="24" y="1496"/>
                </a:lnTo>
                <a:lnTo>
                  <a:pt x="25" y="1496"/>
                </a:lnTo>
                <a:lnTo>
                  <a:pt x="26" y="1497"/>
                </a:lnTo>
                <a:lnTo>
                  <a:pt x="27" y="1497"/>
                </a:lnTo>
                <a:lnTo>
                  <a:pt x="27" y="1496"/>
                </a:lnTo>
                <a:lnTo>
                  <a:pt x="28" y="1497"/>
                </a:lnTo>
                <a:lnTo>
                  <a:pt x="28" y="1498"/>
                </a:lnTo>
                <a:lnTo>
                  <a:pt x="29" y="1498"/>
                </a:lnTo>
                <a:lnTo>
                  <a:pt x="30" y="1497"/>
                </a:lnTo>
                <a:lnTo>
                  <a:pt x="31" y="1496"/>
                </a:lnTo>
                <a:lnTo>
                  <a:pt x="31" y="1495"/>
                </a:lnTo>
                <a:lnTo>
                  <a:pt x="31" y="1493"/>
                </a:lnTo>
                <a:lnTo>
                  <a:pt x="31" y="1492"/>
                </a:lnTo>
                <a:lnTo>
                  <a:pt x="31" y="1491"/>
                </a:lnTo>
                <a:lnTo>
                  <a:pt x="31" y="1490"/>
                </a:lnTo>
                <a:lnTo>
                  <a:pt x="31" y="1489"/>
                </a:lnTo>
                <a:lnTo>
                  <a:pt x="30" y="1489"/>
                </a:lnTo>
                <a:lnTo>
                  <a:pt x="30" y="1488"/>
                </a:lnTo>
                <a:lnTo>
                  <a:pt x="29" y="1487"/>
                </a:lnTo>
                <a:lnTo>
                  <a:pt x="29" y="1486"/>
                </a:lnTo>
                <a:lnTo>
                  <a:pt x="28" y="1486"/>
                </a:lnTo>
                <a:lnTo>
                  <a:pt x="27" y="1486"/>
                </a:lnTo>
                <a:lnTo>
                  <a:pt x="26" y="1486"/>
                </a:lnTo>
                <a:lnTo>
                  <a:pt x="26" y="1487"/>
                </a:lnTo>
                <a:lnTo>
                  <a:pt x="25" y="1487"/>
                </a:lnTo>
                <a:lnTo>
                  <a:pt x="24" y="1487"/>
                </a:lnTo>
                <a:lnTo>
                  <a:pt x="23" y="1487"/>
                </a:lnTo>
                <a:lnTo>
                  <a:pt x="23" y="1488"/>
                </a:lnTo>
                <a:lnTo>
                  <a:pt x="22" y="1488"/>
                </a:lnTo>
                <a:lnTo>
                  <a:pt x="21" y="1487"/>
                </a:lnTo>
                <a:lnTo>
                  <a:pt x="21" y="1485"/>
                </a:lnTo>
                <a:lnTo>
                  <a:pt x="21" y="1484"/>
                </a:lnTo>
                <a:lnTo>
                  <a:pt x="20" y="1483"/>
                </a:lnTo>
                <a:lnTo>
                  <a:pt x="20" y="1482"/>
                </a:lnTo>
                <a:lnTo>
                  <a:pt x="19" y="1482"/>
                </a:lnTo>
                <a:lnTo>
                  <a:pt x="19" y="1481"/>
                </a:lnTo>
                <a:lnTo>
                  <a:pt x="20" y="1479"/>
                </a:lnTo>
                <a:lnTo>
                  <a:pt x="20" y="1478"/>
                </a:lnTo>
                <a:lnTo>
                  <a:pt x="19" y="1478"/>
                </a:lnTo>
                <a:lnTo>
                  <a:pt x="19" y="1477"/>
                </a:lnTo>
                <a:lnTo>
                  <a:pt x="19" y="1476"/>
                </a:lnTo>
                <a:lnTo>
                  <a:pt x="18" y="1476"/>
                </a:lnTo>
                <a:lnTo>
                  <a:pt x="17" y="1476"/>
                </a:lnTo>
                <a:lnTo>
                  <a:pt x="17" y="1475"/>
                </a:lnTo>
                <a:lnTo>
                  <a:pt x="17" y="1474"/>
                </a:lnTo>
                <a:lnTo>
                  <a:pt x="16" y="1474"/>
                </a:lnTo>
                <a:lnTo>
                  <a:pt x="15" y="1474"/>
                </a:lnTo>
                <a:lnTo>
                  <a:pt x="14" y="1474"/>
                </a:lnTo>
                <a:lnTo>
                  <a:pt x="14" y="1473"/>
                </a:lnTo>
                <a:lnTo>
                  <a:pt x="14" y="1472"/>
                </a:lnTo>
                <a:lnTo>
                  <a:pt x="14" y="1471"/>
                </a:lnTo>
                <a:lnTo>
                  <a:pt x="14" y="1470"/>
                </a:lnTo>
                <a:lnTo>
                  <a:pt x="13" y="1470"/>
                </a:lnTo>
                <a:lnTo>
                  <a:pt x="13" y="1469"/>
                </a:lnTo>
                <a:lnTo>
                  <a:pt x="12" y="1468"/>
                </a:lnTo>
                <a:lnTo>
                  <a:pt x="12" y="1467"/>
                </a:lnTo>
                <a:lnTo>
                  <a:pt x="11" y="1466"/>
                </a:lnTo>
                <a:lnTo>
                  <a:pt x="11" y="1465"/>
                </a:lnTo>
                <a:lnTo>
                  <a:pt x="10" y="1465"/>
                </a:lnTo>
                <a:lnTo>
                  <a:pt x="9" y="1465"/>
                </a:lnTo>
                <a:lnTo>
                  <a:pt x="8" y="1466"/>
                </a:lnTo>
                <a:lnTo>
                  <a:pt x="7" y="1465"/>
                </a:lnTo>
                <a:lnTo>
                  <a:pt x="6" y="1465"/>
                </a:lnTo>
                <a:lnTo>
                  <a:pt x="6" y="1463"/>
                </a:lnTo>
                <a:lnTo>
                  <a:pt x="6" y="1462"/>
                </a:lnTo>
                <a:lnTo>
                  <a:pt x="4" y="1462"/>
                </a:lnTo>
                <a:lnTo>
                  <a:pt x="4" y="1461"/>
                </a:lnTo>
                <a:lnTo>
                  <a:pt x="5" y="1461"/>
                </a:lnTo>
                <a:lnTo>
                  <a:pt x="5" y="1460"/>
                </a:lnTo>
                <a:lnTo>
                  <a:pt x="5" y="1459"/>
                </a:lnTo>
                <a:lnTo>
                  <a:pt x="4" y="1458"/>
                </a:lnTo>
                <a:lnTo>
                  <a:pt x="4" y="1457"/>
                </a:lnTo>
                <a:lnTo>
                  <a:pt x="4" y="1456"/>
                </a:lnTo>
                <a:lnTo>
                  <a:pt x="5" y="1456"/>
                </a:lnTo>
                <a:lnTo>
                  <a:pt x="5" y="1454"/>
                </a:lnTo>
                <a:lnTo>
                  <a:pt x="3" y="1452"/>
                </a:lnTo>
                <a:lnTo>
                  <a:pt x="1" y="1451"/>
                </a:lnTo>
                <a:lnTo>
                  <a:pt x="0" y="1451"/>
                </a:lnTo>
                <a:lnTo>
                  <a:pt x="1" y="1451"/>
                </a:lnTo>
                <a:lnTo>
                  <a:pt x="2" y="1450"/>
                </a:lnTo>
                <a:lnTo>
                  <a:pt x="4" y="1450"/>
                </a:lnTo>
                <a:lnTo>
                  <a:pt x="5" y="1450"/>
                </a:lnTo>
                <a:lnTo>
                  <a:pt x="7" y="1449"/>
                </a:lnTo>
                <a:lnTo>
                  <a:pt x="8" y="1448"/>
                </a:lnTo>
                <a:lnTo>
                  <a:pt x="8" y="1447"/>
                </a:lnTo>
                <a:lnTo>
                  <a:pt x="9" y="1445"/>
                </a:lnTo>
                <a:lnTo>
                  <a:pt x="9" y="1444"/>
                </a:lnTo>
                <a:lnTo>
                  <a:pt x="9" y="1443"/>
                </a:lnTo>
                <a:lnTo>
                  <a:pt x="10" y="1443"/>
                </a:lnTo>
                <a:lnTo>
                  <a:pt x="11" y="1442"/>
                </a:lnTo>
                <a:lnTo>
                  <a:pt x="12" y="1442"/>
                </a:lnTo>
                <a:lnTo>
                  <a:pt x="13" y="1442"/>
                </a:lnTo>
                <a:lnTo>
                  <a:pt x="14" y="1442"/>
                </a:lnTo>
                <a:lnTo>
                  <a:pt x="16" y="1442"/>
                </a:lnTo>
                <a:lnTo>
                  <a:pt x="18" y="1442"/>
                </a:lnTo>
                <a:lnTo>
                  <a:pt x="20" y="1443"/>
                </a:lnTo>
                <a:lnTo>
                  <a:pt x="21" y="1443"/>
                </a:lnTo>
                <a:lnTo>
                  <a:pt x="22" y="1443"/>
                </a:lnTo>
                <a:lnTo>
                  <a:pt x="23" y="1443"/>
                </a:lnTo>
                <a:lnTo>
                  <a:pt x="25" y="1442"/>
                </a:lnTo>
                <a:lnTo>
                  <a:pt x="26" y="1442"/>
                </a:lnTo>
                <a:lnTo>
                  <a:pt x="28" y="1442"/>
                </a:lnTo>
                <a:lnTo>
                  <a:pt x="30" y="1442"/>
                </a:lnTo>
                <a:lnTo>
                  <a:pt x="32" y="1441"/>
                </a:lnTo>
                <a:lnTo>
                  <a:pt x="33" y="1441"/>
                </a:lnTo>
                <a:lnTo>
                  <a:pt x="33" y="1440"/>
                </a:lnTo>
                <a:lnTo>
                  <a:pt x="34" y="1440"/>
                </a:lnTo>
                <a:lnTo>
                  <a:pt x="34" y="1439"/>
                </a:lnTo>
                <a:lnTo>
                  <a:pt x="35" y="1437"/>
                </a:lnTo>
                <a:lnTo>
                  <a:pt x="35" y="1436"/>
                </a:lnTo>
                <a:lnTo>
                  <a:pt x="36" y="1436"/>
                </a:lnTo>
                <a:lnTo>
                  <a:pt x="36" y="1435"/>
                </a:lnTo>
                <a:lnTo>
                  <a:pt x="35" y="1435"/>
                </a:lnTo>
                <a:lnTo>
                  <a:pt x="35" y="1434"/>
                </a:lnTo>
                <a:lnTo>
                  <a:pt x="36" y="1433"/>
                </a:lnTo>
                <a:lnTo>
                  <a:pt x="37" y="1433"/>
                </a:lnTo>
                <a:lnTo>
                  <a:pt x="38" y="1432"/>
                </a:lnTo>
                <a:lnTo>
                  <a:pt x="38" y="1431"/>
                </a:lnTo>
                <a:lnTo>
                  <a:pt x="38" y="1430"/>
                </a:lnTo>
                <a:lnTo>
                  <a:pt x="39" y="1430"/>
                </a:lnTo>
                <a:lnTo>
                  <a:pt x="40" y="1429"/>
                </a:lnTo>
                <a:lnTo>
                  <a:pt x="41" y="1429"/>
                </a:lnTo>
                <a:lnTo>
                  <a:pt x="41" y="1428"/>
                </a:lnTo>
                <a:lnTo>
                  <a:pt x="41" y="1427"/>
                </a:lnTo>
                <a:lnTo>
                  <a:pt x="41" y="1426"/>
                </a:lnTo>
                <a:lnTo>
                  <a:pt x="41" y="1425"/>
                </a:lnTo>
                <a:lnTo>
                  <a:pt x="40" y="1423"/>
                </a:lnTo>
                <a:lnTo>
                  <a:pt x="40" y="1422"/>
                </a:lnTo>
                <a:lnTo>
                  <a:pt x="39" y="1421"/>
                </a:lnTo>
                <a:lnTo>
                  <a:pt x="39" y="1420"/>
                </a:lnTo>
                <a:lnTo>
                  <a:pt x="39" y="1419"/>
                </a:lnTo>
                <a:lnTo>
                  <a:pt x="39" y="1418"/>
                </a:lnTo>
                <a:lnTo>
                  <a:pt x="38" y="1417"/>
                </a:lnTo>
                <a:lnTo>
                  <a:pt x="38" y="1416"/>
                </a:lnTo>
                <a:lnTo>
                  <a:pt x="37" y="1415"/>
                </a:lnTo>
                <a:lnTo>
                  <a:pt x="37" y="1414"/>
                </a:lnTo>
                <a:lnTo>
                  <a:pt x="36" y="1414"/>
                </a:lnTo>
                <a:lnTo>
                  <a:pt x="35" y="1414"/>
                </a:lnTo>
                <a:lnTo>
                  <a:pt x="34" y="1414"/>
                </a:lnTo>
                <a:lnTo>
                  <a:pt x="34" y="1413"/>
                </a:lnTo>
                <a:lnTo>
                  <a:pt x="33" y="1412"/>
                </a:lnTo>
                <a:lnTo>
                  <a:pt x="32" y="1412"/>
                </a:lnTo>
                <a:lnTo>
                  <a:pt x="32" y="1413"/>
                </a:lnTo>
                <a:lnTo>
                  <a:pt x="31" y="1413"/>
                </a:lnTo>
                <a:lnTo>
                  <a:pt x="31" y="1410"/>
                </a:lnTo>
                <a:lnTo>
                  <a:pt x="31" y="1408"/>
                </a:lnTo>
                <a:lnTo>
                  <a:pt x="31" y="1407"/>
                </a:lnTo>
                <a:lnTo>
                  <a:pt x="32" y="1406"/>
                </a:lnTo>
                <a:lnTo>
                  <a:pt x="33" y="1404"/>
                </a:lnTo>
                <a:lnTo>
                  <a:pt x="34" y="1403"/>
                </a:lnTo>
                <a:lnTo>
                  <a:pt x="35" y="1402"/>
                </a:lnTo>
                <a:lnTo>
                  <a:pt x="36" y="1402"/>
                </a:lnTo>
                <a:lnTo>
                  <a:pt x="37" y="1401"/>
                </a:lnTo>
                <a:lnTo>
                  <a:pt x="38" y="1401"/>
                </a:lnTo>
                <a:lnTo>
                  <a:pt x="38" y="1400"/>
                </a:lnTo>
                <a:lnTo>
                  <a:pt x="38" y="1399"/>
                </a:lnTo>
                <a:lnTo>
                  <a:pt x="38" y="1398"/>
                </a:lnTo>
                <a:lnTo>
                  <a:pt x="38" y="1397"/>
                </a:lnTo>
                <a:lnTo>
                  <a:pt x="37" y="1396"/>
                </a:lnTo>
                <a:lnTo>
                  <a:pt x="37" y="1395"/>
                </a:lnTo>
                <a:lnTo>
                  <a:pt x="38" y="1394"/>
                </a:lnTo>
                <a:lnTo>
                  <a:pt x="39" y="1393"/>
                </a:lnTo>
                <a:lnTo>
                  <a:pt x="39" y="1392"/>
                </a:lnTo>
                <a:lnTo>
                  <a:pt x="40" y="1391"/>
                </a:lnTo>
                <a:lnTo>
                  <a:pt x="41" y="1391"/>
                </a:lnTo>
                <a:lnTo>
                  <a:pt x="41" y="1390"/>
                </a:lnTo>
                <a:lnTo>
                  <a:pt x="42" y="1389"/>
                </a:lnTo>
                <a:lnTo>
                  <a:pt x="43" y="1388"/>
                </a:lnTo>
                <a:lnTo>
                  <a:pt x="43" y="1387"/>
                </a:lnTo>
                <a:lnTo>
                  <a:pt x="42" y="1386"/>
                </a:lnTo>
                <a:lnTo>
                  <a:pt x="40" y="1386"/>
                </a:lnTo>
                <a:lnTo>
                  <a:pt x="40" y="1385"/>
                </a:lnTo>
                <a:lnTo>
                  <a:pt x="42" y="1385"/>
                </a:lnTo>
                <a:lnTo>
                  <a:pt x="44" y="1383"/>
                </a:lnTo>
                <a:lnTo>
                  <a:pt x="45" y="1383"/>
                </a:lnTo>
                <a:lnTo>
                  <a:pt x="46" y="1382"/>
                </a:lnTo>
                <a:lnTo>
                  <a:pt x="46" y="1381"/>
                </a:lnTo>
                <a:lnTo>
                  <a:pt x="46" y="1379"/>
                </a:lnTo>
                <a:lnTo>
                  <a:pt x="47" y="1378"/>
                </a:lnTo>
                <a:lnTo>
                  <a:pt x="49" y="1378"/>
                </a:lnTo>
                <a:lnTo>
                  <a:pt x="50" y="1378"/>
                </a:lnTo>
                <a:lnTo>
                  <a:pt x="51" y="1379"/>
                </a:lnTo>
                <a:lnTo>
                  <a:pt x="52" y="1379"/>
                </a:lnTo>
                <a:lnTo>
                  <a:pt x="53" y="1379"/>
                </a:lnTo>
                <a:lnTo>
                  <a:pt x="54" y="1379"/>
                </a:lnTo>
                <a:lnTo>
                  <a:pt x="55" y="1379"/>
                </a:lnTo>
                <a:lnTo>
                  <a:pt x="56" y="1377"/>
                </a:lnTo>
                <a:lnTo>
                  <a:pt x="57" y="1377"/>
                </a:lnTo>
                <a:lnTo>
                  <a:pt x="58" y="1377"/>
                </a:lnTo>
                <a:lnTo>
                  <a:pt x="60" y="1376"/>
                </a:lnTo>
                <a:lnTo>
                  <a:pt x="62" y="1376"/>
                </a:lnTo>
                <a:lnTo>
                  <a:pt x="63" y="1375"/>
                </a:lnTo>
                <a:lnTo>
                  <a:pt x="64" y="1375"/>
                </a:lnTo>
                <a:lnTo>
                  <a:pt x="66" y="1375"/>
                </a:lnTo>
                <a:lnTo>
                  <a:pt x="68" y="1375"/>
                </a:lnTo>
                <a:lnTo>
                  <a:pt x="69" y="1375"/>
                </a:lnTo>
                <a:lnTo>
                  <a:pt x="70" y="1375"/>
                </a:lnTo>
                <a:lnTo>
                  <a:pt x="70" y="1376"/>
                </a:lnTo>
                <a:lnTo>
                  <a:pt x="70" y="1377"/>
                </a:lnTo>
                <a:lnTo>
                  <a:pt x="71" y="1377"/>
                </a:lnTo>
                <a:lnTo>
                  <a:pt x="72" y="1377"/>
                </a:lnTo>
                <a:lnTo>
                  <a:pt x="73" y="1376"/>
                </a:lnTo>
                <a:lnTo>
                  <a:pt x="73" y="1377"/>
                </a:lnTo>
                <a:lnTo>
                  <a:pt x="74" y="1377"/>
                </a:lnTo>
                <a:lnTo>
                  <a:pt x="75" y="1378"/>
                </a:lnTo>
                <a:lnTo>
                  <a:pt x="76" y="1378"/>
                </a:lnTo>
                <a:lnTo>
                  <a:pt x="77" y="1378"/>
                </a:lnTo>
                <a:lnTo>
                  <a:pt x="78" y="1378"/>
                </a:lnTo>
                <a:lnTo>
                  <a:pt x="81" y="1376"/>
                </a:lnTo>
                <a:lnTo>
                  <a:pt x="83" y="1374"/>
                </a:lnTo>
                <a:lnTo>
                  <a:pt x="85" y="1373"/>
                </a:lnTo>
                <a:lnTo>
                  <a:pt x="86" y="1372"/>
                </a:lnTo>
                <a:lnTo>
                  <a:pt x="87" y="1370"/>
                </a:lnTo>
                <a:lnTo>
                  <a:pt x="89" y="1369"/>
                </a:lnTo>
                <a:lnTo>
                  <a:pt x="91" y="1367"/>
                </a:lnTo>
                <a:lnTo>
                  <a:pt x="93" y="1366"/>
                </a:lnTo>
                <a:lnTo>
                  <a:pt x="94" y="1365"/>
                </a:lnTo>
                <a:lnTo>
                  <a:pt x="95" y="1365"/>
                </a:lnTo>
                <a:lnTo>
                  <a:pt x="96" y="1363"/>
                </a:lnTo>
                <a:lnTo>
                  <a:pt x="97" y="1362"/>
                </a:lnTo>
                <a:lnTo>
                  <a:pt x="98" y="1360"/>
                </a:lnTo>
                <a:lnTo>
                  <a:pt x="100" y="1359"/>
                </a:lnTo>
                <a:lnTo>
                  <a:pt x="101" y="1359"/>
                </a:lnTo>
                <a:lnTo>
                  <a:pt x="102" y="1359"/>
                </a:lnTo>
                <a:lnTo>
                  <a:pt x="103" y="1359"/>
                </a:lnTo>
                <a:lnTo>
                  <a:pt x="104" y="1360"/>
                </a:lnTo>
                <a:lnTo>
                  <a:pt x="105" y="1360"/>
                </a:lnTo>
                <a:lnTo>
                  <a:pt x="107" y="1358"/>
                </a:lnTo>
                <a:lnTo>
                  <a:pt x="107" y="1357"/>
                </a:lnTo>
                <a:lnTo>
                  <a:pt x="108" y="1356"/>
                </a:lnTo>
                <a:lnTo>
                  <a:pt x="109" y="1354"/>
                </a:lnTo>
                <a:lnTo>
                  <a:pt x="108" y="1353"/>
                </a:lnTo>
                <a:lnTo>
                  <a:pt x="109" y="1352"/>
                </a:lnTo>
                <a:lnTo>
                  <a:pt x="110" y="1352"/>
                </a:lnTo>
                <a:lnTo>
                  <a:pt x="113" y="1352"/>
                </a:lnTo>
                <a:lnTo>
                  <a:pt x="114" y="1352"/>
                </a:lnTo>
                <a:lnTo>
                  <a:pt x="116" y="1352"/>
                </a:lnTo>
                <a:lnTo>
                  <a:pt x="118" y="1352"/>
                </a:lnTo>
                <a:lnTo>
                  <a:pt x="120" y="1352"/>
                </a:lnTo>
                <a:lnTo>
                  <a:pt x="121" y="1353"/>
                </a:lnTo>
                <a:lnTo>
                  <a:pt x="123" y="1354"/>
                </a:lnTo>
                <a:lnTo>
                  <a:pt x="124" y="1354"/>
                </a:lnTo>
                <a:lnTo>
                  <a:pt x="125" y="1353"/>
                </a:lnTo>
                <a:lnTo>
                  <a:pt x="126" y="1353"/>
                </a:lnTo>
                <a:lnTo>
                  <a:pt x="127" y="1353"/>
                </a:lnTo>
                <a:lnTo>
                  <a:pt x="127" y="1352"/>
                </a:lnTo>
                <a:lnTo>
                  <a:pt x="127" y="1351"/>
                </a:lnTo>
                <a:lnTo>
                  <a:pt x="125" y="1351"/>
                </a:lnTo>
                <a:lnTo>
                  <a:pt x="125" y="1350"/>
                </a:lnTo>
                <a:lnTo>
                  <a:pt x="124" y="1350"/>
                </a:lnTo>
                <a:lnTo>
                  <a:pt x="123" y="1349"/>
                </a:lnTo>
                <a:lnTo>
                  <a:pt x="123" y="1348"/>
                </a:lnTo>
                <a:lnTo>
                  <a:pt x="121" y="1346"/>
                </a:lnTo>
                <a:lnTo>
                  <a:pt x="120" y="1345"/>
                </a:lnTo>
                <a:lnTo>
                  <a:pt x="118" y="1344"/>
                </a:lnTo>
                <a:lnTo>
                  <a:pt x="117" y="1343"/>
                </a:lnTo>
                <a:lnTo>
                  <a:pt x="117" y="1342"/>
                </a:lnTo>
                <a:lnTo>
                  <a:pt x="117" y="1341"/>
                </a:lnTo>
                <a:lnTo>
                  <a:pt x="118" y="1341"/>
                </a:lnTo>
                <a:lnTo>
                  <a:pt x="119" y="1340"/>
                </a:lnTo>
                <a:lnTo>
                  <a:pt x="119" y="1339"/>
                </a:lnTo>
                <a:lnTo>
                  <a:pt x="119" y="1337"/>
                </a:lnTo>
                <a:lnTo>
                  <a:pt x="119" y="1336"/>
                </a:lnTo>
                <a:lnTo>
                  <a:pt x="120" y="1335"/>
                </a:lnTo>
                <a:lnTo>
                  <a:pt x="121" y="1334"/>
                </a:lnTo>
                <a:lnTo>
                  <a:pt x="122" y="1334"/>
                </a:lnTo>
                <a:lnTo>
                  <a:pt x="123" y="1335"/>
                </a:lnTo>
                <a:lnTo>
                  <a:pt x="124" y="1335"/>
                </a:lnTo>
                <a:lnTo>
                  <a:pt x="126" y="1336"/>
                </a:lnTo>
                <a:lnTo>
                  <a:pt x="127" y="1336"/>
                </a:lnTo>
                <a:lnTo>
                  <a:pt x="128" y="1337"/>
                </a:lnTo>
                <a:lnTo>
                  <a:pt x="129" y="1338"/>
                </a:lnTo>
                <a:lnTo>
                  <a:pt x="130" y="1339"/>
                </a:lnTo>
                <a:lnTo>
                  <a:pt x="132" y="1340"/>
                </a:lnTo>
                <a:lnTo>
                  <a:pt x="133" y="1341"/>
                </a:lnTo>
                <a:lnTo>
                  <a:pt x="134" y="1341"/>
                </a:lnTo>
                <a:lnTo>
                  <a:pt x="135" y="1341"/>
                </a:lnTo>
                <a:lnTo>
                  <a:pt x="136" y="1341"/>
                </a:lnTo>
                <a:lnTo>
                  <a:pt x="137" y="1340"/>
                </a:lnTo>
                <a:lnTo>
                  <a:pt x="139" y="1341"/>
                </a:lnTo>
                <a:lnTo>
                  <a:pt x="140" y="1342"/>
                </a:lnTo>
                <a:lnTo>
                  <a:pt x="142" y="1342"/>
                </a:lnTo>
                <a:lnTo>
                  <a:pt x="144" y="1342"/>
                </a:lnTo>
                <a:lnTo>
                  <a:pt x="145" y="1342"/>
                </a:lnTo>
                <a:lnTo>
                  <a:pt x="146" y="1341"/>
                </a:lnTo>
                <a:lnTo>
                  <a:pt x="147" y="1340"/>
                </a:lnTo>
                <a:lnTo>
                  <a:pt x="148" y="1340"/>
                </a:lnTo>
                <a:lnTo>
                  <a:pt x="149" y="1340"/>
                </a:lnTo>
                <a:lnTo>
                  <a:pt x="150" y="1341"/>
                </a:lnTo>
                <a:lnTo>
                  <a:pt x="153" y="1342"/>
                </a:lnTo>
                <a:lnTo>
                  <a:pt x="154" y="1342"/>
                </a:lnTo>
                <a:lnTo>
                  <a:pt x="156" y="1342"/>
                </a:lnTo>
                <a:lnTo>
                  <a:pt x="157" y="1342"/>
                </a:lnTo>
                <a:lnTo>
                  <a:pt x="158" y="1340"/>
                </a:lnTo>
                <a:lnTo>
                  <a:pt x="159" y="1339"/>
                </a:lnTo>
                <a:lnTo>
                  <a:pt x="159" y="1338"/>
                </a:lnTo>
                <a:lnTo>
                  <a:pt x="160" y="1338"/>
                </a:lnTo>
                <a:lnTo>
                  <a:pt x="161" y="1338"/>
                </a:lnTo>
                <a:lnTo>
                  <a:pt x="162" y="1337"/>
                </a:lnTo>
                <a:lnTo>
                  <a:pt x="163" y="1337"/>
                </a:lnTo>
                <a:lnTo>
                  <a:pt x="163" y="1336"/>
                </a:lnTo>
                <a:lnTo>
                  <a:pt x="164" y="1334"/>
                </a:lnTo>
                <a:lnTo>
                  <a:pt x="166" y="1333"/>
                </a:lnTo>
                <a:lnTo>
                  <a:pt x="167" y="1333"/>
                </a:lnTo>
                <a:lnTo>
                  <a:pt x="169" y="1332"/>
                </a:lnTo>
                <a:lnTo>
                  <a:pt x="170" y="1331"/>
                </a:lnTo>
                <a:lnTo>
                  <a:pt x="172" y="1331"/>
                </a:lnTo>
                <a:lnTo>
                  <a:pt x="173" y="1331"/>
                </a:lnTo>
                <a:lnTo>
                  <a:pt x="174" y="1330"/>
                </a:lnTo>
                <a:lnTo>
                  <a:pt x="175" y="1329"/>
                </a:lnTo>
                <a:lnTo>
                  <a:pt x="176" y="1328"/>
                </a:lnTo>
                <a:lnTo>
                  <a:pt x="177" y="1327"/>
                </a:lnTo>
                <a:lnTo>
                  <a:pt x="178" y="1326"/>
                </a:lnTo>
                <a:lnTo>
                  <a:pt x="180" y="1325"/>
                </a:lnTo>
                <a:lnTo>
                  <a:pt x="182" y="1323"/>
                </a:lnTo>
                <a:lnTo>
                  <a:pt x="184" y="1322"/>
                </a:lnTo>
                <a:lnTo>
                  <a:pt x="185" y="1321"/>
                </a:lnTo>
                <a:lnTo>
                  <a:pt x="186" y="1320"/>
                </a:lnTo>
                <a:lnTo>
                  <a:pt x="188" y="1320"/>
                </a:lnTo>
                <a:lnTo>
                  <a:pt x="189" y="1320"/>
                </a:lnTo>
                <a:lnTo>
                  <a:pt x="190" y="1321"/>
                </a:lnTo>
                <a:lnTo>
                  <a:pt x="191" y="1322"/>
                </a:lnTo>
                <a:lnTo>
                  <a:pt x="191" y="1323"/>
                </a:lnTo>
                <a:lnTo>
                  <a:pt x="192" y="1323"/>
                </a:lnTo>
                <a:lnTo>
                  <a:pt x="192" y="1324"/>
                </a:lnTo>
                <a:lnTo>
                  <a:pt x="192" y="1325"/>
                </a:lnTo>
                <a:lnTo>
                  <a:pt x="192" y="1327"/>
                </a:lnTo>
                <a:lnTo>
                  <a:pt x="192" y="1328"/>
                </a:lnTo>
                <a:lnTo>
                  <a:pt x="192" y="1330"/>
                </a:lnTo>
                <a:lnTo>
                  <a:pt x="192" y="1331"/>
                </a:lnTo>
                <a:lnTo>
                  <a:pt x="192" y="1332"/>
                </a:lnTo>
                <a:lnTo>
                  <a:pt x="193" y="1333"/>
                </a:lnTo>
                <a:lnTo>
                  <a:pt x="193" y="1334"/>
                </a:lnTo>
                <a:lnTo>
                  <a:pt x="194" y="1335"/>
                </a:lnTo>
                <a:lnTo>
                  <a:pt x="195" y="1336"/>
                </a:lnTo>
                <a:lnTo>
                  <a:pt x="196" y="1336"/>
                </a:lnTo>
                <a:lnTo>
                  <a:pt x="197" y="1337"/>
                </a:lnTo>
                <a:lnTo>
                  <a:pt x="198" y="1337"/>
                </a:lnTo>
                <a:lnTo>
                  <a:pt x="199" y="1338"/>
                </a:lnTo>
                <a:lnTo>
                  <a:pt x="200" y="1338"/>
                </a:lnTo>
                <a:lnTo>
                  <a:pt x="201" y="1339"/>
                </a:lnTo>
                <a:lnTo>
                  <a:pt x="201" y="1340"/>
                </a:lnTo>
                <a:lnTo>
                  <a:pt x="200" y="1341"/>
                </a:lnTo>
                <a:lnTo>
                  <a:pt x="200" y="1342"/>
                </a:lnTo>
                <a:lnTo>
                  <a:pt x="199" y="1343"/>
                </a:lnTo>
                <a:lnTo>
                  <a:pt x="198" y="1344"/>
                </a:lnTo>
                <a:lnTo>
                  <a:pt x="197" y="1345"/>
                </a:lnTo>
                <a:lnTo>
                  <a:pt x="197" y="1346"/>
                </a:lnTo>
                <a:lnTo>
                  <a:pt x="196" y="1346"/>
                </a:lnTo>
                <a:lnTo>
                  <a:pt x="196" y="1347"/>
                </a:lnTo>
                <a:lnTo>
                  <a:pt x="196" y="1348"/>
                </a:lnTo>
                <a:lnTo>
                  <a:pt x="196" y="1349"/>
                </a:lnTo>
                <a:lnTo>
                  <a:pt x="196" y="1350"/>
                </a:lnTo>
                <a:lnTo>
                  <a:pt x="195" y="1351"/>
                </a:lnTo>
                <a:lnTo>
                  <a:pt x="196" y="1351"/>
                </a:lnTo>
                <a:lnTo>
                  <a:pt x="197" y="1352"/>
                </a:lnTo>
                <a:lnTo>
                  <a:pt x="197" y="1353"/>
                </a:lnTo>
                <a:lnTo>
                  <a:pt x="198" y="1355"/>
                </a:lnTo>
                <a:lnTo>
                  <a:pt x="199" y="1355"/>
                </a:lnTo>
                <a:lnTo>
                  <a:pt x="199" y="1356"/>
                </a:lnTo>
                <a:lnTo>
                  <a:pt x="198" y="1357"/>
                </a:lnTo>
                <a:lnTo>
                  <a:pt x="198" y="1358"/>
                </a:lnTo>
                <a:lnTo>
                  <a:pt x="199" y="1359"/>
                </a:lnTo>
                <a:lnTo>
                  <a:pt x="200" y="1358"/>
                </a:lnTo>
                <a:lnTo>
                  <a:pt x="201" y="1358"/>
                </a:lnTo>
                <a:lnTo>
                  <a:pt x="202" y="1357"/>
                </a:lnTo>
                <a:lnTo>
                  <a:pt x="203" y="1357"/>
                </a:lnTo>
                <a:lnTo>
                  <a:pt x="204" y="1357"/>
                </a:lnTo>
                <a:lnTo>
                  <a:pt x="205" y="1357"/>
                </a:lnTo>
                <a:lnTo>
                  <a:pt x="206" y="1357"/>
                </a:lnTo>
                <a:lnTo>
                  <a:pt x="207" y="1356"/>
                </a:lnTo>
                <a:lnTo>
                  <a:pt x="209" y="1355"/>
                </a:lnTo>
                <a:lnTo>
                  <a:pt x="210" y="1354"/>
                </a:lnTo>
                <a:lnTo>
                  <a:pt x="210" y="1355"/>
                </a:lnTo>
                <a:lnTo>
                  <a:pt x="211" y="1355"/>
                </a:lnTo>
                <a:lnTo>
                  <a:pt x="212" y="1356"/>
                </a:lnTo>
                <a:lnTo>
                  <a:pt x="213" y="1356"/>
                </a:lnTo>
                <a:lnTo>
                  <a:pt x="214" y="1356"/>
                </a:lnTo>
                <a:lnTo>
                  <a:pt x="215" y="1356"/>
                </a:lnTo>
                <a:lnTo>
                  <a:pt x="216" y="1356"/>
                </a:lnTo>
                <a:lnTo>
                  <a:pt x="217" y="1357"/>
                </a:lnTo>
                <a:lnTo>
                  <a:pt x="218" y="1358"/>
                </a:lnTo>
                <a:lnTo>
                  <a:pt x="219" y="1357"/>
                </a:lnTo>
                <a:lnTo>
                  <a:pt x="219" y="1355"/>
                </a:lnTo>
                <a:lnTo>
                  <a:pt x="219" y="1354"/>
                </a:lnTo>
                <a:lnTo>
                  <a:pt x="219" y="1353"/>
                </a:lnTo>
                <a:lnTo>
                  <a:pt x="220" y="1353"/>
                </a:lnTo>
                <a:lnTo>
                  <a:pt x="221" y="1351"/>
                </a:lnTo>
                <a:lnTo>
                  <a:pt x="222" y="1351"/>
                </a:lnTo>
                <a:lnTo>
                  <a:pt x="222" y="1350"/>
                </a:lnTo>
                <a:lnTo>
                  <a:pt x="221" y="1349"/>
                </a:lnTo>
                <a:lnTo>
                  <a:pt x="222" y="1349"/>
                </a:lnTo>
                <a:lnTo>
                  <a:pt x="223" y="1349"/>
                </a:lnTo>
                <a:lnTo>
                  <a:pt x="224" y="1348"/>
                </a:lnTo>
                <a:lnTo>
                  <a:pt x="225" y="1349"/>
                </a:lnTo>
                <a:lnTo>
                  <a:pt x="225" y="1350"/>
                </a:lnTo>
                <a:lnTo>
                  <a:pt x="226" y="1350"/>
                </a:lnTo>
                <a:lnTo>
                  <a:pt x="227" y="1351"/>
                </a:lnTo>
                <a:lnTo>
                  <a:pt x="228" y="1351"/>
                </a:lnTo>
                <a:lnTo>
                  <a:pt x="229" y="1351"/>
                </a:lnTo>
                <a:lnTo>
                  <a:pt x="230" y="1351"/>
                </a:lnTo>
                <a:lnTo>
                  <a:pt x="229" y="1349"/>
                </a:lnTo>
                <a:lnTo>
                  <a:pt x="229" y="1348"/>
                </a:lnTo>
                <a:lnTo>
                  <a:pt x="230" y="1348"/>
                </a:lnTo>
                <a:lnTo>
                  <a:pt x="231" y="1347"/>
                </a:lnTo>
                <a:lnTo>
                  <a:pt x="232" y="1347"/>
                </a:lnTo>
                <a:lnTo>
                  <a:pt x="233" y="1347"/>
                </a:lnTo>
                <a:lnTo>
                  <a:pt x="234" y="1348"/>
                </a:lnTo>
                <a:lnTo>
                  <a:pt x="235" y="1347"/>
                </a:lnTo>
                <a:lnTo>
                  <a:pt x="236" y="1347"/>
                </a:lnTo>
                <a:lnTo>
                  <a:pt x="237" y="1347"/>
                </a:lnTo>
                <a:lnTo>
                  <a:pt x="238" y="1347"/>
                </a:lnTo>
                <a:lnTo>
                  <a:pt x="240" y="1348"/>
                </a:lnTo>
                <a:lnTo>
                  <a:pt x="241" y="1349"/>
                </a:lnTo>
                <a:lnTo>
                  <a:pt x="242" y="1348"/>
                </a:lnTo>
                <a:lnTo>
                  <a:pt x="243" y="1348"/>
                </a:lnTo>
                <a:lnTo>
                  <a:pt x="244" y="1347"/>
                </a:lnTo>
                <a:lnTo>
                  <a:pt x="245" y="1346"/>
                </a:lnTo>
                <a:lnTo>
                  <a:pt x="246" y="1345"/>
                </a:lnTo>
                <a:lnTo>
                  <a:pt x="247" y="1345"/>
                </a:lnTo>
                <a:lnTo>
                  <a:pt x="248" y="1345"/>
                </a:lnTo>
                <a:lnTo>
                  <a:pt x="248" y="1344"/>
                </a:lnTo>
                <a:lnTo>
                  <a:pt x="249" y="1344"/>
                </a:lnTo>
                <a:lnTo>
                  <a:pt x="250" y="1343"/>
                </a:lnTo>
                <a:lnTo>
                  <a:pt x="251" y="1343"/>
                </a:lnTo>
                <a:lnTo>
                  <a:pt x="251" y="1344"/>
                </a:lnTo>
                <a:lnTo>
                  <a:pt x="251" y="1345"/>
                </a:lnTo>
                <a:lnTo>
                  <a:pt x="251" y="1346"/>
                </a:lnTo>
                <a:lnTo>
                  <a:pt x="252" y="1346"/>
                </a:lnTo>
                <a:lnTo>
                  <a:pt x="253" y="1346"/>
                </a:lnTo>
                <a:lnTo>
                  <a:pt x="254" y="1346"/>
                </a:lnTo>
                <a:lnTo>
                  <a:pt x="254" y="1347"/>
                </a:lnTo>
                <a:lnTo>
                  <a:pt x="255" y="1348"/>
                </a:lnTo>
                <a:lnTo>
                  <a:pt x="255" y="1349"/>
                </a:lnTo>
                <a:lnTo>
                  <a:pt x="254" y="1350"/>
                </a:lnTo>
                <a:lnTo>
                  <a:pt x="255" y="1351"/>
                </a:lnTo>
                <a:lnTo>
                  <a:pt x="255" y="1352"/>
                </a:lnTo>
                <a:lnTo>
                  <a:pt x="256" y="1353"/>
                </a:lnTo>
                <a:lnTo>
                  <a:pt x="256" y="1352"/>
                </a:lnTo>
                <a:lnTo>
                  <a:pt x="257" y="1352"/>
                </a:lnTo>
                <a:lnTo>
                  <a:pt x="257" y="1351"/>
                </a:lnTo>
                <a:lnTo>
                  <a:pt x="257" y="1350"/>
                </a:lnTo>
                <a:lnTo>
                  <a:pt x="258" y="1349"/>
                </a:lnTo>
                <a:lnTo>
                  <a:pt x="258" y="1348"/>
                </a:lnTo>
                <a:lnTo>
                  <a:pt x="259" y="1348"/>
                </a:lnTo>
                <a:lnTo>
                  <a:pt x="260" y="1348"/>
                </a:lnTo>
                <a:lnTo>
                  <a:pt x="260" y="1349"/>
                </a:lnTo>
                <a:lnTo>
                  <a:pt x="261" y="1349"/>
                </a:lnTo>
                <a:lnTo>
                  <a:pt x="262" y="1349"/>
                </a:lnTo>
                <a:lnTo>
                  <a:pt x="263" y="1348"/>
                </a:lnTo>
                <a:lnTo>
                  <a:pt x="264" y="1348"/>
                </a:lnTo>
                <a:lnTo>
                  <a:pt x="265" y="1348"/>
                </a:lnTo>
                <a:lnTo>
                  <a:pt x="265" y="1347"/>
                </a:lnTo>
                <a:lnTo>
                  <a:pt x="267" y="1346"/>
                </a:lnTo>
                <a:lnTo>
                  <a:pt x="267" y="1345"/>
                </a:lnTo>
                <a:lnTo>
                  <a:pt x="268" y="1344"/>
                </a:lnTo>
                <a:lnTo>
                  <a:pt x="270" y="1344"/>
                </a:lnTo>
                <a:lnTo>
                  <a:pt x="271" y="1344"/>
                </a:lnTo>
                <a:lnTo>
                  <a:pt x="271" y="1343"/>
                </a:lnTo>
                <a:lnTo>
                  <a:pt x="271" y="1342"/>
                </a:lnTo>
                <a:lnTo>
                  <a:pt x="272" y="1342"/>
                </a:lnTo>
                <a:lnTo>
                  <a:pt x="273" y="1341"/>
                </a:lnTo>
                <a:lnTo>
                  <a:pt x="274" y="1340"/>
                </a:lnTo>
                <a:lnTo>
                  <a:pt x="274" y="1339"/>
                </a:lnTo>
                <a:lnTo>
                  <a:pt x="274" y="1337"/>
                </a:lnTo>
                <a:lnTo>
                  <a:pt x="274" y="1336"/>
                </a:lnTo>
                <a:lnTo>
                  <a:pt x="274" y="1335"/>
                </a:lnTo>
                <a:lnTo>
                  <a:pt x="275" y="1334"/>
                </a:lnTo>
                <a:lnTo>
                  <a:pt x="275" y="1332"/>
                </a:lnTo>
                <a:lnTo>
                  <a:pt x="277" y="1330"/>
                </a:lnTo>
                <a:lnTo>
                  <a:pt x="278" y="1329"/>
                </a:lnTo>
                <a:lnTo>
                  <a:pt x="279" y="1329"/>
                </a:lnTo>
                <a:lnTo>
                  <a:pt x="279" y="1328"/>
                </a:lnTo>
                <a:lnTo>
                  <a:pt x="280" y="1327"/>
                </a:lnTo>
                <a:lnTo>
                  <a:pt x="280" y="1326"/>
                </a:lnTo>
                <a:lnTo>
                  <a:pt x="281" y="1325"/>
                </a:lnTo>
                <a:lnTo>
                  <a:pt x="282" y="1325"/>
                </a:lnTo>
                <a:lnTo>
                  <a:pt x="283" y="1325"/>
                </a:lnTo>
                <a:lnTo>
                  <a:pt x="284" y="1324"/>
                </a:lnTo>
                <a:lnTo>
                  <a:pt x="285" y="1324"/>
                </a:lnTo>
                <a:lnTo>
                  <a:pt x="285" y="1323"/>
                </a:lnTo>
                <a:lnTo>
                  <a:pt x="284" y="1322"/>
                </a:lnTo>
                <a:lnTo>
                  <a:pt x="284" y="1321"/>
                </a:lnTo>
                <a:lnTo>
                  <a:pt x="284" y="1320"/>
                </a:lnTo>
                <a:lnTo>
                  <a:pt x="285" y="1320"/>
                </a:lnTo>
                <a:lnTo>
                  <a:pt x="285" y="1319"/>
                </a:lnTo>
                <a:lnTo>
                  <a:pt x="285" y="1318"/>
                </a:lnTo>
                <a:lnTo>
                  <a:pt x="285" y="1317"/>
                </a:lnTo>
                <a:lnTo>
                  <a:pt x="286" y="1317"/>
                </a:lnTo>
                <a:lnTo>
                  <a:pt x="286" y="1316"/>
                </a:lnTo>
                <a:lnTo>
                  <a:pt x="285" y="1315"/>
                </a:lnTo>
                <a:lnTo>
                  <a:pt x="284" y="1314"/>
                </a:lnTo>
                <a:lnTo>
                  <a:pt x="284" y="1313"/>
                </a:lnTo>
                <a:lnTo>
                  <a:pt x="283" y="1312"/>
                </a:lnTo>
                <a:lnTo>
                  <a:pt x="283" y="1310"/>
                </a:lnTo>
                <a:lnTo>
                  <a:pt x="284" y="1310"/>
                </a:lnTo>
                <a:lnTo>
                  <a:pt x="285" y="1309"/>
                </a:lnTo>
                <a:lnTo>
                  <a:pt x="285" y="1308"/>
                </a:lnTo>
                <a:lnTo>
                  <a:pt x="286" y="1308"/>
                </a:lnTo>
                <a:lnTo>
                  <a:pt x="287" y="1308"/>
                </a:lnTo>
                <a:lnTo>
                  <a:pt x="288" y="1308"/>
                </a:lnTo>
                <a:lnTo>
                  <a:pt x="288" y="1307"/>
                </a:lnTo>
                <a:lnTo>
                  <a:pt x="289" y="1307"/>
                </a:lnTo>
                <a:lnTo>
                  <a:pt x="289" y="1306"/>
                </a:lnTo>
                <a:lnTo>
                  <a:pt x="290" y="1305"/>
                </a:lnTo>
                <a:lnTo>
                  <a:pt x="290" y="1304"/>
                </a:lnTo>
                <a:lnTo>
                  <a:pt x="291" y="1304"/>
                </a:lnTo>
                <a:lnTo>
                  <a:pt x="291" y="1303"/>
                </a:lnTo>
                <a:lnTo>
                  <a:pt x="290" y="1302"/>
                </a:lnTo>
                <a:lnTo>
                  <a:pt x="290" y="1301"/>
                </a:lnTo>
                <a:lnTo>
                  <a:pt x="291" y="1301"/>
                </a:lnTo>
                <a:lnTo>
                  <a:pt x="291" y="1300"/>
                </a:lnTo>
                <a:lnTo>
                  <a:pt x="291" y="1299"/>
                </a:lnTo>
                <a:lnTo>
                  <a:pt x="292" y="1298"/>
                </a:lnTo>
                <a:lnTo>
                  <a:pt x="291" y="1297"/>
                </a:lnTo>
                <a:lnTo>
                  <a:pt x="292" y="1296"/>
                </a:lnTo>
                <a:lnTo>
                  <a:pt x="292" y="1295"/>
                </a:lnTo>
                <a:lnTo>
                  <a:pt x="292" y="1294"/>
                </a:lnTo>
                <a:lnTo>
                  <a:pt x="293" y="1293"/>
                </a:lnTo>
                <a:lnTo>
                  <a:pt x="293" y="1291"/>
                </a:lnTo>
                <a:lnTo>
                  <a:pt x="294" y="1290"/>
                </a:lnTo>
                <a:lnTo>
                  <a:pt x="295" y="1289"/>
                </a:lnTo>
                <a:lnTo>
                  <a:pt x="296" y="1289"/>
                </a:lnTo>
                <a:lnTo>
                  <a:pt x="296" y="1290"/>
                </a:lnTo>
                <a:lnTo>
                  <a:pt x="297" y="1290"/>
                </a:lnTo>
                <a:lnTo>
                  <a:pt x="297" y="1289"/>
                </a:lnTo>
                <a:lnTo>
                  <a:pt x="298" y="1288"/>
                </a:lnTo>
                <a:lnTo>
                  <a:pt x="300" y="1288"/>
                </a:lnTo>
                <a:lnTo>
                  <a:pt x="301" y="1288"/>
                </a:lnTo>
                <a:lnTo>
                  <a:pt x="302" y="1288"/>
                </a:lnTo>
                <a:lnTo>
                  <a:pt x="302" y="1287"/>
                </a:lnTo>
                <a:lnTo>
                  <a:pt x="302" y="1286"/>
                </a:lnTo>
                <a:lnTo>
                  <a:pt x="303" y="1285"/>
                </a:lnTo>
                <a:lnTo>
                  <a:pt x="303" y="1284"/>
                </a:lnTo>
                <a:lnTo>
                  <a:pt x="304" y="1284"/>
                </a:lnTo>
                <a:lnTo>
                  <a:pt x="304" y="1283"/>
                </a:lnTo>
                <a:lnTo>
                  <a:pt x="305" y="1282"/>
                </a:lnTo>
                <a:lnTo>
                  <a:pt x="305" y="1283"/>
                </a:lnTo>
                <a:lnTo>
                  <a:pt x="306" y="1283"/>
                </a:lnTo>
                <a:lnTo>
                  <a:pt x="307" y="1283"/>
                </a:lnTo>
                <a:lnTo>
                  <a:pt x="308" y="1283"/>
                </a:lnTo>
                <a:lnTo>
                  <a:pt x="310" y="1282"/>
                </a:lnTo>
                <a:lnTo>
                  <a:pt x="311" y="1282"/>
                </a:lnTo>
                <a:lnTo>
                  <a:pt x="312" y="1281"/>
                </a:lnTo>
                <a:lnTo>
                  <a:pt x="312" y="1280"/>
                </a:lnTo>
                <a:lnTo>
                  <a:pt x="313" y="1279"/>
                </a:lnTo>
                <a:lnTo>
                  <a:pt x="314" y="1279"/>
                </a:lnTo>
                <a:lnTo>
                  <a:pt x="315" y="1278"/>
                </a:lnTo>
                <a:lnTo>
                  <a:pt x="316" y="1278"/>
                </a:lnTo>
                <a:lnTo>
                  <a:pt x="316" y="1279"/>
                </a:lnTo>
                <a:lnTo>
                  <a:pt x="317" y="1279"/>
                </a:lnTo>
                <a:lnTo>
                  <a:pt x="317" y="1280"/>
                </a:lnTo>
                <a:lnTo>
                  <a:pt x="318" y="1279"/>
                </a:lnTo>
                <a:lnTo>
                  <a:pt x="320" y="1279"/>
                </a:lnTo>
                <a:lnTo>
                  <a:pt x="322" y="1279"/>
                </a:lnTo>
                <a:lnTo>
                  <a:pt x="323" y="1279"/>
                </a:lnTo>
                <a:lnTo>
                  <a:pt x="325" y="1279"/>
                </a:lnTo>
                <a:lnTo>
                  <a:pt x="325" y="1280"/>
                </a:lnTo>
                <a:lnTo>
                  <a:pt x="325" y="1281"/>
                </a:lnTo>
                <a:lnTo>
                  <a:pt x="325" y="1282"/>
                </a:lnTo>
                <a:lnTo>
                  <a:pt x="326" y="1282"/>
                </a:lnTo>
                <a:lnTo>
                  <a:pt x="327" y="1282"/>
                </a:lnTo>
                <a:lnTo>
                  <a:pt x="328" y="1283"/>
                </a:lnTo>
                <a:lnTo>
                  <a:pt x="329" y="1283"/>
                </a:lnTo>
                <a:lnTo>
                  <a:pt x="330" y="1284"/>
                </a:lnTo>
                <a:lnTo>
                  <a:pt x="331" y="1284"/>
                </a:lnTo>
                <a:lnTo>
                  <a:pt x="332" y="1284"/>
                </a:lnTo>
                <a:lnTo>
                  <a:pt x="333" y="1284"/>
                </a:lnTo>
                <a:lnTo>
                  <a:pt x="333" y="1283"/>
                </a:lnTo>
                <a:lnTo>
                  <a:pt x="334" y="1283"/>
                </a:lnTo>
                <a:lnTo>
                  <a:pt x="335" y="1283"/>
                </a:lnTo>
                <a:lnTo>
                  <a:pt x="336" y="1283"/>
                </a:lnTo>
                <a:lnTo>
                  <a:pt x="337" y="1283"/>
                </a:lnTo>
                <a:lnTo>
                  <a:pt x="338" y="1283"/>
                </a:lnTo>
                <a:lnTo>
                  <a:pt x="339" y="1284"/>
                </a:lnTo>
                <a:lnTo>
                  <a:pt x="340" y="1285"/>
                </a:lnTo>
                <a:lnTo>
                  <a:pt x="342" y="1285"/>
                </a:lnTo>
                <a:lnTo>
                  <a:pt x="343" y="1285"/>
                </a:lnTo>
                <a:lnTo>
                  <a:pt x="344" y="1284"/>
                </a:lnTo>
                <a:lnTo>
                  <a:pt x="345" y="1283"/>
                </a:lnTo>
                <a:lnTo>
                  <a:pt x="346" y="1283"/>
                </a:lnTo>
                <a:lnTo>
                  <a:pt x="348" y="1282"/>
                </a:lnTo>
                <a:lnTo>
                  <a:pt x="348" y="1281"/>
                </a:lnTo>
                <a:lnTo>
                  <a:pt x="349" y="1281"/>
                </a:lnTo>
                <a:lnTo>
                  <a:pt x="350" y="1281"/>
                </a:lnTo>
                <a:lnTo>
                  <a:pt x="350" y="1282"/>
                </a:lnTo>
                <a:lnTo>
                  <a:pt x="351" y="1282"/>
                </a:lnTo>
                <a:lnTo>
                  <a:pt x="352" y="1282"/>
                </a:lnTo>
                <a:lnTo>
                  <a:pt x="353" y="1282"/>
                </a:lnTo>
                <a:lnTo>
                  <a:pt x="354" y="1283"/>
                </a:lnTo>
                <a:lnTo>
                  <a:pt x="355" y="1283"/>
                </a:lnTo>
                <a:lnTo>
                  <a:pt x="356" y="1283"/>
                </a:lnTo>
                <a:lnTo>
                  <a:pt x="357" y="1283"/>
                </a:lnTo>
                <a:lnTo>
                  <a:pt x="358" y="1283"/>
                </a:lnTo>
                <a:lnTo>
                  <a:pt x="358" y="1284"/>
                </a:lnTo>
                <a:lnTo>
                  <a:pt x="358" y="1285"/>
                </a:lnTo>
                <a:lnTo>
                  <a:pt x="358" y="1286"/>
                </a:lnTo>
                <a:lnTo>
                  <a:pt x="360" y="1286"/>
                </a:lnTo>
                <a:lnTo>
                  <a:pt x="361" y="1286"/>
                </a:lnTo>
                <a:lnTo>
                  <a:pt x="361" y="1285"/>
                </a:lnTo>
                <a:lnTo>
                  <a:pt x="363" y="1285"/>
                </a:lnTo>
                <a:lnTo>
                  <a:pt x="364" y="1285"/>
                </a:lnTo>
                <a:lnTo>
                  <a:pt x="365" y="1285"/>
                </a:lnTo>
                <a:lnTo>
                  <a:pt x="366" y="1285"/>
                </a:lnTo>
                <a:lnTo>
                  <a:pt x="368" y="1285"/>
                </a:lnTo>
                <a:lnTo>
                  <a:pt x="370" y="1285"/>
                </a:lnTo>
                <a:lnTo>
                  <a:pt x="370" y="1284"/>
                </a:lnTo>
                <a:lnTo>
                  <a:pt x="371" y="1284"/>
                </a:lnTo>
                <a:lnTo>
                  <a:pt x="372" y="1284"/>
                </a:lnTo>
                <a:lnTo>
                  <a:pt x="373" y="1284"/>
                </a:lnTo>
                <a:lnTo>
                  <a:pt x="374" y="1284"/>
                </a:lnTo>
                <a:lnTo>
                  <a:pt x="375" y="1284"/>
                </a:lnTo>
                <a:lnTo>
                  <a:pt x="376" y="1285"/>
                </a:lnTo>
                <a:lnTo>
                  <a:pt x="378" y="1284"/>
                </a:lnTo>
                <a:lnTo>
                  <a:pt x="379" y="1284"/>
                </a:lnTo>
                <a:lnTo>
                  <a:pt x="380" y="1284"/>
                </a:lnTo>
                <a:lnTo>
                  <a:pt x="381" y="1284"/>
                </a:lnTo>
                <a:lnTo>
                  <a:pt x="381" y="1283"/>
                </a:lnTo>
                <a:lnTo>
                  <a:pt x="381" y="1282"/>
                </a:lnTo>
                <a:lnTo>
                  <a:pt x="382" y="1282"/>
                </a:lnTo>
                <a:lnTo>
                  <a:pt x="384" y="1283"/>
                </a:lnTo>
                <a:lnTo>
                  <a:pt x="385" y="1283"/>
                </a:lnTo>
                <a:lnTo>
                  <a:pt x="386" y="1283"/>
                </a:lnTo>
                <a:lnTo>
                  <a:pt x="386" y="1282"/>
                </a:lnTo>
                <a:lnTo>
                  <a:pt x="386" y="1281"/>
                </a:lnTo>
                <a:lnTo>
                  <a:pt x="387" y="1280"/>
                </a:lnTo>
                <a:lnTo>
                  <a:pt x="388" y="1280"/>
                </a:lnTo>
                <a:lnTo>
                  <a:pt x="389" y="1281"/>
                </a:lnTo>
                <a:lnTo>
                  <a:pt x="389" y="1280"/>
                </a:lnTo>
                <a:lnTo>
                  <a:pt x="390" y="1280"/>
                </a:lnTo>
                <a:lnTo>
                  <a:pt x="390" y="1279"/>
                </a:lnTo>
                <a:lnTo>
                  <a:pt x="389" y="1278"/>
                </a:lnTo>
                <a:lnTo>
                  <a:pt x="389" y="1277"/>
                </a:lnTo>
                <a:lnTo>
                  <a:pt x="388" y="1277"/>
                </a:lnTo>
                <a:lnTo>
                  <a:pt x="388" y="1276"/>
                </a:lnTo>
                <a:lnTo>
                  <a:pt x="388" y="1275"/>
                </a:lnTo>
                <a:lnTo>
                  <a:pt x="388" y="1274"/>
                </a:lnTo>
                <a:lnTo>
                  <a:pt x="388" y="1273"/>
                </a:lnTo>
                <a:lnTo>
                  <a:pt x="389" y="1272"/>
                </a:lnTo>
                <a:lnTo>
                  <a:pt x="389" y="1271"/>
                </a:lnTo>
                <a:lnTo>
                  <a:pt x="390" y="1270"/>
                </a:lnTo>
                <a:lnTo>
                  <a:pt x="391" y="1270"/>
                </a:lnTo>
                <a:lnTo>
                  <a:pt x="391" y="1269"/>
                </a:lnTo>
                <a:lnTo>
                  <a:pt x="392" y="1269"/>
                </a:lnTo>
                <a:lnTo>
                  <a:pt x="393" y="1269"/>
                </a:lnTo>
                <a:lnTo>
                  <a:pt x="394" y="1268"/>
                </a:lnTo>
                <a:lnTo>
                  <a:pt x="395" y="1268"/>
                </a:lnTo>
                <a:lnTo>
                  <a:pt x="395" y="1267"/>
                </a:lnTo>
                <a:lnTo>
                  <a:pt x="396" y="1267"/>
                </a:lnTo>
                <a:lnTo>
                  <a:pt x="397" y="1267"/>
                </a:lnTo>
                <a:lnTo>
                  <a:pt x="397" y="1266"/>
                </a:lnTo>
                <a:lnTo>
                  <a:pt x="398" y="1266"/>
                </a:lnTo>
                <a:lnTo>
                  <a:pt x="399" y="1266"/>
                </a:lnTo>
                <a:lnTo>
                  <a:pt x="402" y="1266"/>
                </a:lnTo>
                <a:lnTo>
                  <a:pt x="403" y="1266"/>
                </a:lnTo>
                <a:lnTo>
                  <a:pt x="404" y="1266"/>
                </a:lnTo>
                <a:lnTo>
                  <a:pt x="405" y="1266"/>
                </a:lnTo>
                <a:lnTo>
                  <a:pt x="406" y="1266"/>
                </a:lnTo>
                <a:lnTo>
                  <a:pt x="406" y="1265"/>
                </a:lnTo>
                <a:lnTo>
                  <a:pt x="406" y="1266"/>
                </a:lnTo>
                <a:lnTo>
                  <a:pt x="407" y="1266"/>
                </a:lnTo>
                <a:lnTo>
                  <a:pt x="408" y="1265"/>
                </a:lnTo>
                <a:lnTo>
                  <a:pt x="410" y="1265"/>
                </a:lnTo>
                <a:lnTo>
                  <a:pt x="412" y="1264"/>
                </a:lnTo>
                <a:lnTo>
                  <a:pt x="413" y="1263"/>
                </a:lnTo>
                <a:lnTo>
                  <a:pt x="415" y="1263"/>
                </a:lnTo>
                <a:lnTo>
                  <a:pt x="416" y="1263"/>
                </a:lnTo>
                <a:lnTo>
                  <a:pt x="417" y="1262"/>
                </a:lnTo>
                <a:lnTo>
                  <a:pt x="417" y="1261"/>
                </a:lnTo>
                <a:lnTo>
                  <a:pt x="418" y="1261"/>
                </a:lnTo>
                <a:lnTo>
                  <a:pt x="418" y="1260"/>
                </a:lnTo>
                <a:lnTo>
                  <a:pt x="418" y="1259"/>
                </a:lnTo>
                <a:lnTo>
                  <a:pt x="419" y="1255"/>
                </a:lnTo>
                <a:lnTo>
                  <a:pt x="419" y="1254"/>
                </a:lnTo>
                <a:lnTo>
                  <a:pt x="419" y="1253"/>
                </a:lnTo>
                <a:lnTo>
                  <a:pt x="420" y="1252"/>
                </a:lnTo>
                <a:lnTo>
                  <a:pt x="420" y="1251"/>
                </a:lnTo>
                <a:lnTo>
                  <a:pt x="420" y="1249"/>
                </a:lnTo>
                <a:lnTo>
                  <a:pt x="420" y="1248"/>
                </a:lnTo>
                <a:lnTo>
                  <a:pt x="420" y="1247"/>
                </a:lnTo>
                <a:lnTo>
                  <a:pt x="422" y="1246"/>
                </a:lnTo>
                <a:lnTo>
                  <a:pt x="424" y="1245"/>
                </a:lnTo>
                <a:lnTo>
                  <a:pt x="426" y="1245"/>
                </a:lnTo>
                <a:lnTo>
                  <a:pt x="427" y="1245"/>
                </a:lnTo>
                <a:lnTo>
                  <a:pt x="430" y="1245"/>
                </a:lnTo>
                <a:lnTo>
                  <a:pt x="431" y="1246"/>
                </a:lnTo>
                <a:lnTo>
                  <a:pt x="432" y="1245"/>
                </a:lnTo>
                <a:lnTo>
                  <a:pt x="433" y="1245"/>
                </a:lnTo>
                <a:lnTo>
                  <a:pt x="434" y="1245"/>
                </a:lnTo>
                <a:lnTo>
                  <a:pt x="435" y="1246"/>
                </a:lnTo>
                <a:lnTo>
                  <a:pt x="436" y="1245"/>
                </a:lnTo>
                <a:lnTo>
                  <a:pt x="437" y="1245"/>
                </a:lnTo>
                <a:lnTo>
                  <a:pt x="438" y="1245"/>
                </a:lnTo>
                <a:lnTo>
                  <a:pt x="440" y="1245"/>
                </a:lnTo>
                <a:lnTo>
                  <a:pt x="441" y="1245"/>
                </a:lnTo>
                <a:lnTo>
                  <a:pt x="441" y="1244"/>
                </a:lnTo>
                <a:lnTo>
                  <a:pt x="441" y="1243"/>
                </a:lnTo>
                <a:lnTo>
                  <a:pt x="442" y="1243"/>
                </a:lnTo>
                <a:lnTo>
                  <a:pt x="443" y="1243"/>
                </a:lnTo>
                <a:lnTo>
                  <a:pt x="446" y="1243"/>
                </a:lnTo>
                <a:lnTo>
                  <a:pt x="447" y="1243"/>
                </a:lnTo>
                <a:lnTo>
                  <a:pt x="448" y="1242"/>
                </a:lnTo>
                <a:lnTo>
                  <a:pt x="449" y="1242"/>
                </a:lnTo>
                <a:lnTo>
                  <a:pt x="451" y="1241"/>
                </a:lnTo>
                <a:lnTo>
                  <a:pt x="453" y="1240"/>
                </a:lnTo>
                <a:lnTo>
                  <a:pt x="454" y="1239"/>
                </a:lnTo>
                <a:lnTo>
                  <a:pt x="455" y="1238"/>
                </a:lnTo>
                <a:lnTo>
                  <a:pt x="456" y="1237"/>
                </a:lnTo>
                <a:lnTo>
                  <a:pt x="456" y="1236"/>
                </a:lnTo>
                <a:lnTo>
                  <a:pt x="457" y="1236"/>
                </a:lnTo>
                <a:lnTo>
                  <a:pt x="458" y="1236"/>
                </a:lnTo>
                <a:lnTo>
                  <a:pt x="458" y="1237"/>
                </a:lnTo>
                <a:lnTo>
                  <a:pt x="459" y="1237"/>
                </a:lnTo>
                <a:lnTo>
                  <a:pt x="460" y="1237"/>
                </a:lnTo>
                <a:lnTo>
                  <a:pt x="461" y="1237"/>
                </a:lnTo>
                <a:lnTo>
                  <a:pt x="462" y="1237"/>
                </a:lnTo>
                <a:lnTo>
                  <a:pt x="463" y="1237"/>
                </a:lnTo>
                <a:lnTo>
                  <a:pt x="464" y="1237"/>
                </a:lnTo>
                <a:lnTo>
                  <a:pt x="464" y="1236"/>
                </a:lnTo>
                <a:lnTo>
                  <a:pt x="465" y="1235"/>
                </a:lnTo>
                <a:lnTo>
                  <a:pt x="466" y="1234"/>
                </a:lnTo>
                <a:lnTo>
                  <a:pt x="467" y="1233"/>
                </a:lnTo>
                <a:lnTo>
                  <a:pt x="468" y="1233"/>
                </a:lnTo>
                <a:lnTo>
                  <a:pt x="469" y="1232"/>
                </a:lnTo>
                <a:lnTo>
                  <a:pt x="469" y="1231"/>
                </a:lnTo>
                <a:lnTo>
                  <a:pt x="468" y="1230"/>
                </a:lnTo>
                <a:lnTo>
                  <a:pt x="469" y="1229"/>
                </a:lnTo>
                <a:lnTo>
                  <a:pt x="470" y="1229"/>
                </a:lnTo>
                <a:lnTo>
                  <a:pt x="471" y="1229"/>
                </a:lnTo>
                <a:lnTo>
                  <a:pt x="473" y="1228"/>
                </a:lnTo>
                <a:lnTo>
                  <a:pt x="475" y="1228"/>
                </a:lnTo>
                <a:lnTo>
                  <a:pt x="476" y="1228"/>
                </a:lnTo>
                <a:lnTo>
                  <a:pt x="477" y="1228"/>
                </a:lnTo>
                <a:lnTo>
                  <a:pt x="477" y="1227"/>
                </a:lnTo>
                <a:lnTo>
                  <a:pt x="478" y="1227"/>
                </a:lnTo>
                <a:lnTo>
                  <a:pt x="478" y="1228"/>
                </a:lnTo>
                <a:lnTo>
                  <a:pt x="479" y="1228"/>
                </a:lnTo>
                <a:lnTo>
                  <a:pt x="480" y="1227"/>
                </a:lnTo>
                <a:lnTo>
                  <a:pt x="482" y="1226"/>
                </a:lnTo>
                <a:lnTo>
                  <a:pt x="482" y="1225"/>
                </a:lnTo>
                <a:lnTo>
                  <a:pt x="483" y="1225"/>
                </a:lnTo>
                <a:lnTo>
                  <a:pt x="484" y="1225"/>
                </a:lnTo>
                <a:lnTo>
                  <a:pt x="485" y="1225"/>
                </a:lnTo>
                <a:lnTo>
                  <a:pt x="486" y="1224"/>
                </a:lnTo>
                <a:lnTo>
                  <a:pt x="487" y="1223"/>
                </a:lnTo>
                <a:lnTo>
                  <a:pt x="488" y="1222"/>
                </a:lnTo>
                <a:lnTo>
                  <a:pt x="489" y="1222"/>
                </a:lnTo>
                <a:lnTo>
                  <a:pt x="489" y="1221"/>
                </a:lnTo>
                <a:lnTo>
                  <a:pt x="489" y="1220"/>
                </a:lnTo>
                <a:lnTo>
                  <a:pt x="490" y="1220"/>
                </a:lnTo>
                <a:lnTo>
                  <a:pt x="491" y="1220"/>
                </a:lnTo>
                <a:lnTo>
                  <a:pt x="491" y="1219"/>
                </a:lnTo>
                <a:lnTo>
                  <a:pt x="492" y="1218"/>
                </a:lnTo>
                <a:lnTo>
                  <a:pt x="493" y="1218"/>
                </a:lnTo>
                <a:lnTo>
                  <a:pt x="494" y="1218"/>
                </a:lnTo>
                <a:lnTo>
                  <a:pt x="495" y="1218"/>
                </a:lnTo>
                <a:lnTo>
                  <a:pt x="495" y="1217"/>
                </a:lnTo>
                <a:lnTo>
                  <a:pt x="496" y="1218"/>
                </a:lnTo>
                <a:lnTo>
                  <a:pt x="497" y="1218"/>
                </a:lnTo>
                <a:lnTo>
                  <a:pt x="498" y="1218"/>
                </a:lnTo>
                <a:lnTo>
                  <a:pt x="499" y="1217"/>
                </a:lnTo>
                <a:lnTo>
                  <a:pt x="499" y="1216"/>
                </a:lnTo>
                <a:lnTo>
                  <a:pt x="500" y="1216"/>
                </a:lnTo>
                <a:lnTo>
                  <a:pt x="501" y="1215"/>
                </a:lnTo>
                <a:lnTo>
                  <a:pt x="502" y="1215"/>
                </a:lnTo>
                <a:lnTo>
                  <a:pt x="505" y="1214"/>
                </a:lnTo>
                <a:lnTo>
                  <a:pt x="506" y="1213"/>
                </a:lnTo>
                <a:lnTo>
                  <a:pt x="507" y="1212"/>
                </a:lnTo>
                <a:lnTo>
                  <a:pt x="508" y="1211"/>
                </a:lnTo>
                <a:lnTo>
                  <a:pt x="510" y="1211"/>
                </a:lnTo>
                <a:lnTo>
                  <a:pt x="512" y="1211"/>
                </a:lnTo>
                <a:lnTo>
                  <a:pt x="513" y="1211"/>
                </a:lnTo>
                <a:lnTo>
                  <a:pt x="514" y="1211"/>
                </a:lnTo>
                <a:lnTo>
                  <a:pt x="515" y="1211"/>
                </a:lnTo>
                <a:lnTo>
                  <a:pt x="516" y="1210"/>
                </a:lnTo>
                <a:lnTo>
                  <a:pt x="517" y="1210"/>
                </a:lnTo>
                <a:lnTo>
                  <a:pt x="517" y="1209"/>
                </a:lnTo>
                <a:lnTo>
                  <a:pt x="518" y="1208"/>
                </a:lnTo>
                <a:lnTo>
                  <a:pt x="519" y="1207"/>
                </a:lnTo>
                <a:lnTo>
                  <a:pt x="520" y="1207"/>
                </a:lnTo>
                <a:lnTo>
                  <a:pt x="520" y="1206"/>
                </a:lnTo>
                <a:lnTo>
                  <a:pt x="520" y="1205"/>
                </a:lnTo>
                <a:lnTo>
                  <a:pt x="521" y="1205"/>
                </a:lnTo>
                <a:lnTo>
                  <a:pt x="522" y="1205"/>
                </a:lnTo>
                <a:lnTo>
                  <a:pt x="523" y="1204"/>
                </a:lnTo>
                <a:lnTo>
                  <a:pt x="524" y="1203"/>
                </a:lnTo>
                <a:lnTo>
                  <a:pt x="525" y="1203"/>
                </a:lnTo>
                <a:lnTo>
                  <a:pt x="525" y="1202"/>
                </a:lnTo>
                <a:lnTo>
                  <a:pt x="526" y="1203"/>
                </a:lnTo>
                <a:lnTo>
                  <a:pt x="527" y="1203"/>
                </a:lnTo>
                <a:lnTo>
                  <a:pt x="527" y="1204"/>
                </a:lnTo>
                <a:lnTo>
                  <a:pt x="528" y="1204"/>
                </a:lnTo>
                <a:lnTo>
                  <a:pt x="528" y="1203"/>
                </a:lnTo>
                <a:lnTo>
                  <a:pt x="529" y="1203"/>
                </a:lnTo>
                <a:lnTo>
                  <a:pt x="532" y="1200"/>
                </a:lnTo>
                <a:lnTo>
                  <a:pt x="533" y="1199"/>
                </a:lnTo>
                <a:lnTo>
                  <a:pt x="534" y="1199"/>
                </a:lnTo>
                <a:lnTo>
                  <a:pt x="536" y="1199"/>
                </a:lnTo>
                <a:lnTo>
                  <a:pt x="537" y="1199"/>
                </a:lnTo>
                <a:lnTo>
                  <a:pt x="538" y="1198"/>
                </a:lnTo>
                <a:lnTo>
                  <a:pt x="538" y="1199"/>
                </a:lnTo>
                <a:lnTo>
                  <a:pt x="539" y="1199"/>
                </a:lnTo>
                <a:lnTo>
                  <a:pt x="540" y="1199"/>
                </a:lnTo>
                <a:lnTo>
                  <a:pt x="540" y="1200"/>
                </a:lnTo>
                <a:lnTo>
                  <a:pt x="541" y="1200"/>
                </a:lnTo>
                <a:lnTo>
                  <a:pt x="542" y="1200"/>
                </a:lnTo>
                <a:lnTo>
                  <a:pt x="544" y="1200"/>
                </a:lnTo>
                <a:lnTo>
                  <a:pt x="545" y="1200"/>
                </a:lnTo>
                <a:lnTo>
                  <a:pt x="547" y="1199"/>
                </a:lnTo>
                <a:lnTo>
                  <a:pt x="548" y="1199"/>
                </a:lnTo>
                <a:lnTo>
                  <a:pt x="550" y="1198"/>
                </a:lnTo>
                <a:lnTo>
                  <a:pt x="551" y="1198"/>
                </a:lnTo>
                <a:lnTo>
                  <a:pt x="551" y="1197"/>
                </a:lnTo>
                <a:lnTo>
                  <a:pt x="552" y="1196"/>
                </a:lnTo>
                <a:lnTo>
                  <a:pt x="553" y="1195"/>
                </a:lnTo>
                <a:lnTo>
                  <a:pt x="554" y="1195"/>
                </a:lnTo>
                <a:lnTo>
                  <a:pt x="555" y="1195"/>
                </a:lnTo>
                <a:lnTo>
                  <a:pt x="557" y="1194"/>
                </a:lnTo>
                <a:lnTo>
                  <a:pt x="559" y="1194"/>
                </a:lnTo>
                <a:lnTo>
                  <a:pt x="560" y="1194"/>
                </a:lnTo>
                <a:lnTo>
                  <a:pt x="561" y="1194"/>
                </a:lnTo>
                <a:lnTo>
                  <a:pt x="562" y="1193"/>
                </a:lnTo>
                <a:lnTo>
                  <a:pt x="563" y="1193"/>
                </a:lnTo>
                <a:lnTo>
                  <a:pt x="564" y="1194"/>
                </a:lnTo>
                <a:lnTo>
                  <a:pt x="565" y="1194"/>
                </a:lnTo>
                <a:lnTo>
                  <a:pt x="566" y="1193"/>
                </a:lnTo>
                <a:lnTo>
                  <a:pt x="568" y="1191"/>
                </a:lnTo>
                <a:lnTo>
                  <a:pt x="568" y="1190"/>
                </a:lnTo>
                <a:lnTo>
                  <a:pt x="568" y="1189"/>
                </a:lnTo>
                <a:lnTo>
                  <a:pt x="569" y="1188"/>
                </a:lnTo>
                <a:lnTo>
                  <a:pt x="569" y="1187"/>
                </a:lnTo>
                <a:lnTo>
                  <a:pt x="570" y="1187"/>
                </a:lnTo>
                <a:lnTo>
                  <a:pt x="571" y="1186"/>
                </a:lnTo>
                <a:lnTo>
                  <a:pt x="572" y="1185"/>
                </a:lnTo>
                <a:lnTo>
                  <a:pt x="573" y="1185"/>
                </a:lnTo>
                <a:lnTo>
                  <a:pt x="573" y="1184"/>
                </a:lnTo>
                <a:lnTo>
                  <a:pt x="572" y="1183"/>
                </a:lnTo>
                <a:lnTo>
                  <a:pt x="572" y="1182"/>
                </a:lnTo>
                <a:lnTo>
                  <a:pt x="573" y="1181"/>
                </a:lnTo>
                <a:lnTo>
                  <a:pt x="574" y="1181"/>
                </a:lnTo>
                <a:lnTo>
                  <a:pt x="575" y="1180"/>
                </a:lnTo>
                <a:lnTo>
                  <a:pt x="576" y="1180"/>
                </a:lnTo>
                <a:lnTo>
                  <a:pt x="577" y="1179"/>
                </a:lnTo>
                <a:lnTo>
                  <a:pt x="578" y="1179"/>
                </a:lnTo>
                <a:lnTo>
                  <a:pt x="579" y="1179"/>
                </a:lnTo>
                <a:lnTo>
                  <a:pt x="581" y="1179"/>
                </a:lnTo>
                <a:lnTo>
                  <a:pt x="583" y="1179"/>
                </a:lnTo>
                <a:lnTo>
                  <a:pt x="584" y="1179"/>
                </a:lnTo>
                <a:lnTo>
                  <a:pt x="585" y="1179"/>
                </a:lnTo>
                <a:lnTo>
                  <a:pt x="586" y="1179"/>
                </a:lnTo>
                <a:lnTo>
                  <a:pt x="587" y="1179"/>
                </a:lnTo>
                <a:lnTo>
                  <a:pt x="589" y="1178"/>
                </a:lnTo>
                <a:lnTo>
                  <a:pt x="594" y="1178"/>
                </a:lnTo>
                <a:lnTo>
                  <a:pt x="594" y="1179"/>
                </a:lnTo>
                <a:lnTo>
                  <a:pt x="596" y="1179"/>
                </a:lnTo>
                <a:lnTo>
                  <a:pt x="598" y="1180"/>
                </a:lnTo>
                <a:lnTo>
                  <a:pt x="599" y="1179"/>
                </a:lnTo>
                <a:lnTo>
                  <a:pt x="600" y="1179"/>
                </a:lnTo>
                <a:lnTo>
                  <a:pt x="600" y="1178"/>
                </a:lnTo>
                <a:lnTo>
                  <a:pt x="601" y="1177"/>
                </a:lnTo>
                <a:lnTo>
                  <a:pt x="602" y="1175"/>
                </a:lnTo>
                <a:lnTo>
                  <a:pt x="603" y="1175"/>
                </a:lnTo>
                <a:lnTo>
                  <a:pt x="603" y="1174"/>
                </a:lnTo>
                <a:lnTo>
                  <a:pt x="602" y="1174"/>
                </a:lnTo>
                <a:lnTo>
                  <a:pt x="601" y="1173"/>
                </a:lnTo>
                <a:lnTo>
                  <a:pt x="600" y="1172"/>
                </a:lnTo>
                <a:lnTo>
                  <a:pt x="600" y="1170"/>
                </a:lnTo>
                <a:lnTo>
                  <a:pt x="599" y="1169"/>
                </a:lnTo>
                <a:lnTo>
                  <a:pt x="599" y="1168"/>
                </a:lnTo>
                <a:lnTo>
                  <a:pt x="598" y="1168"/>
                </a:lnTo>
                <a:lnTo>
                  <a:pt x="598" y="1167"/>
                </a:lnTo>
                <a:lnTo>
                  <a:pt x="599" y="1167"/>
                </a:lnTo>
                <a:lnTo>
                  <a:pt x="600" y="1168"/>
                </a:lnTo>
                <a:lnTo>
                  <a:pt x="600" y="1167"/>
                </a:lnTo>
                <a:lnTo>
                  <a:pt x="600" y="1166"/>
                </a:lnTo>
                <a:lnTo>
                  <a:pt x="601" y="1164"/>
                </a:lnTo>
                <a:lnTo>
                  <a:pt x="601" y="1162"/>
                </a:lnTo>
                <a:lnTo>
                  <a:pt x="602" y="1162"/>
                </a:lnTo>
                <a:lnTo>
                  <a:pt x="603" y="1162"/>
                </a:lnTo>
                <a:lnTo>
                  <a:pt x="605" y="1162"/>
                </a:lnTo>
                <a:lnTo>
                  <a:pt x="607" y="1161"/>
                </a:lnTo>
                <a:lnTo>
                  <a:pt x="608" y="1161"/>
                </a:lnTo>
                <a:lnTo>
                  <a:pt x="609" y="1160"/>
                </a:lnTo>
                <a:lnTo>
                  <a:pt x="611" y="1160"/>
                </a:lnTo>
                <a:lnTo>
                  <a:pt x="611" y="1159"/>
                </a:lnTo>
                <a:lnTo>
                  <a:pt x="612" y="1159"/>
                </a:lnTo>
                <a:lnTo>
                  <a:pt x="612" y="1157"/>
                </a:lnTo>
                <a:lnTo>
                  <a:pt x="612" y="1156"/>
                </a:lnTo>
                <a:lnTo>
                  <a:pt x="612" y="1155"/>
                </a:lnTo>
                <a:lnTo>
                  <a:pt x="610" y="1154"/>
                </a:lnTo>
                <a:lnTo>
                  <a:pt x="610" y="1153"/>
                </a:lnTo>
                <a:lnTo>
                  <a:pt x="610" y="1152"/>
                </a:lnTo>
                <a:lnTo>
                  <a:pt x="611" y="1152"/>
                </a:lnTo>
                <a:lnTo>
                  <a:pt x="611" y="1151"/>
                </a:lnTo>
                <a:lnTo>
                  <a:pt x="610" y="1150"/>
                </a:lnTo>
                <a:lnTo>
                  <a:pt x="609" y="1149"/>
                </a:lnTo>
                <a:lnTo>
                  <a:pt x="608" y="1148"/>
                </a:lnTo>
                <a:lnTo>
                  <a:pt x="607" y="1147"/>
                </a:lnTo>
                <a:lnTo>
                  <a:pt x="607" y="1146"/>
                </a:lnTo>
                <a:lnTo>
                  <a:pt x="607" y="1145"/>
                </a:lnTo>
                <a:lnTo>
                  <a:pt x="607" y="1143"/>
                </a:lnTo>
                <a:lnTo>
                  <a:pt x="606" y="1142"/>
                </a:lnTo>
                <a:lnTo>
                  <a:pt x="605" y="1140"/>
                </a:lnTo>
                <a:lnTo>
                  <a:pt x="604" y="1139"/>
                </a:lnTo>
                <a:lnTo>
                  <a:pt x="605" y="1137"/>
                </a:lnTo>
                <a:lnTo>
                  <a:pt x="605" y="1135"/>
                </a:lnTo>
                <a:lnTo>
                  <a:pt x="606" y="1134"/>
                </a:lnTo>
                <a:lnTo>
                  <a:pt x="607" y="1133"/>
                </a:lnTo>
                <a:lnTo>
                  <a:pt x="611" y="1131"/>
                </a:lnTo>
                <a:lnTo>
                  <a:pt x="609" y="1131"/>
                </a:lnTo>
                <a:lnTo>
                  <a:pt x="608" y="1130"/>
                </a:lnTo>
                <a:lnTo>
                  <a:pt x="607" y="1130"/>
                </a:lnTo>
                <a:lnTo>
                  <a:pt x="607" y="1129"/>
                </a:lnTo>
                <a:lnTo>
                  <a:pt x="606" y="1129"/>
                </a:lnTo>
                <a:lnTo>
                  <a:pt x="605" y="1128"/>
                </a:lnTo>
                <a:lnTo>
                  <a:pt x="605" y="1127"/>
                </a:lnTo>
                <a:lnTo>
                  <a:pt x="604" y="1126"/>
                </a:lnTo>
                <a:lnTo>
                  <a:pt x="603" y="1124"/>
                </a:lnTo>
                <a:lnTo>
                  <a:pt x="602" y="1123"/>
                </a:lnTo>
                <a:lnTo>
                  <a:pt x="602" y="1122"/>
                </a:lnTo>
                <a:lnTo>
                  <a:pt x="601" y="1120"/>
                </a:lnTo>
                <a:lnTo>
                  <a:pt x="601" y="1119"/>
                </a:lnTo>
                <a:lnTo>
                  <a:pt x="601" y="1118"/>
                </a:lnTo>
                <a:lnTo>
                  <a:pt x="602" y="1116"/>
                </a:lnTo>
                <a:lnTo>
                  <a:pt x="602" y="1115"/>
                </a:lnTo>
                <a:lnTo>
                  <a:pt x="602" y="1114"/>
                </a:lnTo>
                <a:lnTo>
                  <a:pt x="604" y="1113"/>
                </a:lnTo>
                <a:lnTo>
                  <a:pt x="607" y="1112"/>
                </a:lnTo>
                <a:lnTo>
                  <a:pt x="605" y="1110"/>
                </a:lnTo>
                <a:lnTo>
                  <a:pt x="609" y="1103"/>
                </a:lnTo>
                <a:lnTo>
                  <a:pt x="609" y="1099"/>
                </a:lnTo>
                <a:lnTo>
                  <a:pt x="609" y="1098"/>
                </a:lnTo>
                <a:lnTo>
                  <a:pt x="610" y="1098"/>
                </a:lnTo>
                <a:lnTo>
                  <a:pt x="611" y="1098"/>
                </a:lnTo>
                <a:lnTo>
                  <a:pt x="612" y="1098"/>
                </a:lnTo>
                <a:lnTo>
                  <a:pt x="613" y="1098"/>
                </a:lnTo>
                <a:lnTo>
                  <a:pt x="614" y="1097"/>
                </a:lnTo>
                <a:lnTo>
                  <a:pt x="615" y="1097"/>
                </a:lnTo>
                <a:lnTo>
                  <a:pt x="615" y="1098"/>
                </a:lnTo>
                <a:lnTo>
                  <a:pt x="616" y="1099"/>
                </a:lnTo>
                <a:lnTo>
                  <a:pt x="618" y="1099"/>
                </a:lnTo>
                <a:lnTo>
                  <a:pt x="618" y="1098"/>
                </a:lnTo>
                <a:lnTo>
                  <a:pt x="619" y="1098"/>
                </a:lnTo>
                <a:lnTo>
                  <a:pt x="620" y="1098"/>
                </a:lnTo>
                <a:lnTo>
                  <a:pt x="620" y="1097"/>
                </a:lnTo>
                <a:lnTo>
                  <a:pt x="621" y="1097"/>
                </a:lnTo>
                <a:lnTo>
                  <a:pt x="621" y="1098"/>
                </a:lnTo>
                <a:lnTo>
                  <a:pt x="622" y="1098"/>
                </a:lnTo>
                <a:lnTo>
                  <a:pt x="623" y="1098"/>
                </a:lnTo>
                <a:lnTo>
                  <a:pt x="623" y="1097"/>
                </a:lnTo>
                <a:lnTo>
                  <a:pt x="624" y="1097"/>
                </a:lnTo>
                <a:lnTo>
                  <a:pt x="624" y="1096"/>
                </a:lnTo>
                <a:lnTo>
                  <a:pt x="626" y="1095"/>
                </a:lnTo>
                <a:lnTo>
                  <a:pt x="627" y="1095"/>
                </a:lnTo>
                <a:lnTo>
                  <a:pt x="628" y="1095"/>
                </a:lnTo>
                <a:lnTo>
                  <a:pt x="629" y="1094"/>
                </a:lnTo>
                <a:lnTo>
                  <a:pt x="630" y="1094"/>
                </a:lnTo>
                <a:lnTo>
                  <a:pt x="631" y="1094"/>
                </a:lnTo>
                <a:lnTo>
                  <a:pt x="632" y="1093"/>
                </a:lnTo>
                <a:lnTo>
                  <a:pt x="633" y="1094"/>
                </a:lnTo>
                <a:lnTo>
                  <a:pt x="634" y="1093"/>
                </a:lnTo>
                <a:lnTo>
                  <a:pt x="635" y="1093"/>
                </a:lnTo>
                <a:lnTo>
                  <a:pt x="636" y="1093"/>
                </a:lnTo>
                <a:lnTo>
                  <a:pt x="636" y="1092"/>
                </a:lnTo>
                <a:lnTo>
                  <a:pt x="637" y="1092"/>
                </a:lnTo>
                <a:lnTo>
                  <a:pt x="638" y="1092"/>
                </a:lnTo>
                <a:lnTo>
                  <a:pt x="638" y="1093"/>
                </a:lnTo>
                <a:lnTo>
                  <a:pt x="638" y="1092"/>
                </a:lnTo>
                <a:lnTo>
                  <a:pt x="639" y="1092"/>
                </a:lnTo>
                <a:lnTo>
                  <a:pt x="640" y="1092"/>
                </a:lnTo>
                <a:lnTo>
                  <a:pt x="641" y="1092"/>
                </a:lnTo>
                <a:lnTo>
                  <a:pt x="641" y="1091"/>
                </a:lnTo>
                <a:lnTo>
                  <a:pt x="640" y="1090"/>
                </a:lnTo>
                <a:lnTo>
                  <a:pt x="639" y="1088"/>
                </a:lnTo>
                <a:lnTo>
                  <a:pt x="637" y="1088"/>
                </a:lnTo>
                <a:lnTo>
                  <a:pt x="636" y="1087"/>
                </a:lnTo>
                <a:lnTo>
                  <a:pt x="635" y="1087"/>
                </a:lnTo>
                <a:lnTo>
                  <a:pt x="633" y="1087"/>
                </a:lnTo>
                <a:lnTo>
                  <a:pt x="631" y="1087"/>
                </a:lnTo>
                <a:lnTo>
                  <a:pt x="630" y="1086"/>
                </a:lnTo>
                <a:lnTo>
                  <a:pt x="629" y="1086"/>
                </a:lnTo>
                <a:lnTo>
                  <a:pt x="628" y="1085"/>
                </a:lnTo>
                <a:lnTo>
                  <a:pt x="627" y="1085"/>
                </a:lnTo>
                <a:lnTo>
                  <a:pt x="627" y="1084"/>
                </a:lnTo>
                <a:lnTo>
                  <a:pt x="623" y="1083"/>
                </a:lnTo>
                <a:lnTo>
                  <a:pt x="622" y="1082"/>
                </a:lnTo>
                <a:lnTo>
                  <a:pt x="622" y="1081"/>
                </a:lnTo>
                <a:lnTo>
                  <a:pt x="621" y="1081"/>
                </a:lnTo>
                <a:lnTo>
                  <a:pt x="621" y="1080"/>
                </a:lnTo>
                <a:lnTo>
                  <a:pt x="620" y="1079"/>
                </a:lnTo>
                <a:lnTo>
                  <a:pt x="620" y="1078"/>
                </a:lnTo>
                <a:lnTo>
                  <a:pt x="620" y="1077"/>
                </a:lnTo>
                <a:lnTo>
                  <a:pt x="622" y="1076"/>
                </a:lnTo>
                <a:lnTo>
                  <a:pt x="623" y="1075"/>
                </a:lnTo>
                <a:lnTo>
                  <a:pt x="626" y="1074"/>
                </a:lnTo>
                <a:lnTo>
                  <a:pt x="627" y="1074"/>
                </a:lnTo>
                <a:lnTo>
                  <a:pt x="629" y="1074"/>
                </a:lnTo>
                <a:lnTo>
                  <a:pt x="630" y="1074"/>
                </a:lnTo>
                <a:lnTo>
                  <a:pt x="633" y="1072"/>
                </a:lnTo>
                <a:lnTo>
                  <a:pt x="634" y="1071"/>
                </a:lnTo>
                <a:lnTo>
                  <a:pt x="635" y="1071"/>
                </a:lnTo>
                <a:lnTo>
                  <a:pt x="637" y="1070"/>
                </a:lnTo>
                <a:lnTo>
                  <a:pt x="638" y="1069"/>
                </a:lnTo>
                <a:lnTo>
                  <a:pt x="639" y="1068"/>
                </a:lnTo>
                <a:lnTo>
                  <a:pt x="640" y="1068"/>
                </a:lnTo>
                <a:lnTo>
                  <a:pt x="640" y="1067"/>
                </a:lnTo>
                <a:lnTo>
                  <a:pt x="641" y="1067"/>
                </a:lnTo>
                <a:lnTo>
                  <a:pt x="643" y="1066"/>
                </a:lnTo>
                <a:lnTo>
                  <a:pt x="644" y="1066"/>
                </a:lnTo>
                <a:lnTo>
                  <a:pt x="645" y="1066"/>
                </a:lnTo>
                <a:lnTo>
                  <a:pt x="647" y="1066"/>
                </a:lnTo>
                <a:lnTo>
                  <a:pt x="648" y="1066"/>
                </a:lnTo>
                <a:lnTo>
                  <a:pt x="650" y="1066"/>
                </a:lnTo>
                <a:lnTo>
                  <a:pt x="651" y="1066"/>
                </a:lnTo>
                <a:lnTo>
                  <a:pt x="651" y="1067"/>
                </a:lnTo>
                <a:lnTo>
                  <a:pt x="652" y="1067"/>
                </a:lnTo>
                <a:lnTo>
                  <a:pt x="653" y="1067"/>
                </a:lnTo>
                <a:lnTo>
                  <a:pt x="653" y="1066"/>
                </a:lnTo>
                <a:lnTo>
                  <a:pt x="654" y="1066"/>
                </a:lnTo>
                <a:lnTo>
                  <a:pt x="655" y="1066"/>
                </a:lnTo>
                <a:lnTo>
                  <a:pt x="656" y="1066"/>
                </a:lnTo>
                <a:lnTo>
                  <a:pt x="657" y="1067"/>
                </a:lnTo>
                <a:lnTo>
                  <a:pt x="658" y="1067"/>
                </a:lnTo>
                <a:lnTo>
                  <a:pt x="658" y="1066"/>
                </a:lnTo>
                <a:lnTo>
                  <a:pt x="658" y="1065"/>
                </a:lnTo>
                <a:lnTo>
                  <a:pt x="659" y="1064"/>
                </a:lnTo>
                <a:lnTo>
                  <a:pt x="659" y="1063"/>
                </a:lnTo>
                <a:lnTo>
                  <a:pt x="659" y="1062"/>
                </a:lnTo>
                <a:lnTo>
                  <a:pt x="658" y="1061"/>
                </a:lnTo>
                <a:lnTo>
                  <a:pt x="658" y="1059"/>
                </a:lnTo>
                <a:lnTo>
                  <a:pt x="658" y="1056"/>
                </a:lnTo>
                <a:lnTo>
                  <a:pt x="657" y="1056"/>
                </a:lnTo>
                <a:lnTo>
                  <a:pt x="656" y="1055"/>
                </a:lnTo>
                <a:lnTo>
                  <a:pt x="656" y="1054"/>
                </a:lnTo>
                <a:lnTo>
                  <a:pt x="656" y="1053"/>
                </a:lnTo>
                <a:lnTo>
                  <a:pt x="656" y="1052"/>
                </a:lnTo>
                <a:lnTo>
                  <a:pt x="657" y="1051"/>
                </a:lnTo>
                <a:lnTo>
                  <a:pt x="657" y="1050"/>
                </a:lnTo>
                <a:lnTo>
                  <a:pt x="657" y="1049"/>
                </a:lnTo>
                <a:lnTo>
                  <a:pt x="656" y="1049"/>
                </a:lnTo>
                <a:lnTo>
                  <a:pt x="655" y="1049"/>
                </a:lnTo>
                <a:lnTo>
                  <a:pt x="654" y="1049"/>
                </a:lnTo>
                <a:lnTo>
                  <a:pt x="653" y="1049"/>
                </a:lnTo>
                <a:lnTo>
                  <a:pt x="652" y="1049"/>
                </a:lnTo>
                <a:lnTo>
                  <a:pt x="649" y="1048"/>
                </a:lnTo>
                <a:lnTo>
                  <a:pt x="649" y="1047"/>
                </a:lnTo>
                <a:lnTo>
                  <a:pt x="649" y="1046"/>
                </a:lnTo>
                <a:lnTo>
                  <a:pt x="650" y="1045"/>
                </a:lnTo>
                <a:lnTo>
                  <a:pt x="651" y="1044"/>
                </a:lnTo>
                <a:lnTo>
                  <a:pt x="652" y="1042"/>
                </a:lnTo>
                <a:lnTo>
                  <a:pt x="653" y="1041"/>
                </a:lnTo>
                <a:lnTo>
                  <a:pt x="653" y="1040"/>
                </a:lnTo>
                <a:lnTo>
                  <a:pt x="653" y="1039"/>
                </a:lnTo>
                <a:lnTo>
                  <a:pt x="653" y="1038"/>
                </a:lnTo>
                <a:lnTo>
                  <a:pt x="654" y="1037"/>
                </a:lnTo>
                <a:lnTo>
                  <a:pt x="654" y="1036"/>
                </a:lnTo>
                <a:lnTo>
                  <a:pt x="655" y="1035"/>
                </a:lnTo>
                <a:lnTo>
                  <a:pt x="655" y="1031"/>
                </a:lnTo>
                <a:lnTo>
                  <a:pt x="649" y="1022"/>
                </a:lnTo>
                <a:lnTo>
                  <a:pt x="642" y="1011"/>
                </a:lnTo>
                <a:lnTo>
                  <a:pt x="634" y="997"/>
                </a:lnTo>
                <a:lnTo>
                  <a:pt x="634" y="996"/>
                </a:lnTo>
                <a:lnTo>
                  <a:pt x="634" y="995"/>
                </a:lnTo>
                <a:lnTo>
                  <a:pt x="634" y="994"/>
                </a:lnTo>
                <a:lnTo>
                  <a:pt x="633" y="993"/>
                </a:lnTo>
                <a:lnTo>
                  <a:pt x="634" y="993"/>
                </a:lnTo>
                <a:lnTo>
                  <a:pt x="633" y="992"/>
                </a:lnTo>
                <a:lnTo>
                  <a:pt x="633" y="991"/>
                </a:lnTo>
                <a:lnTo>
                  <a:pt x="633" y="989"/>
                </a:lnTo>
                <a:lnTo>
                  <a:pt x="632" y="988"/>
                </a:lnTo>
                <a:lnTo>
                  <a:pt x="632" y="987"/>
                </a:lnTo>
                <a:lnTo>
                  <a:pt x="631" y="987"/>
                </a:lnTo>
                <a:lnTo>
                  <a:pt x="631" y="986"/>
                </a:lnTo>
                <a:lnTo>
                  <a:pt x="630" y="985"/>
                </a:lnTo>
                <a:lnTo>
                  <a:pt x="630" y="984"/>
                </a:lnTo>
                <a:lnTo>
                  <a:pt x="631" y="984"/>
                </a:lnTo>
                <a:lnTo>
                  <a:pt x="631" y="983"/>
                </a:lnTo>
                <a:lnTo>
                  <a:pt x="630" y="983"/>
                </a:lnTo>
                <a:lnTo>
                  <a:pt x="629" y="982"/>
                </a:lnTo>
                <a:lnTo>
                  <a:pt x="628" y="981"/>
                </a:lnTo>
                <a:lnTo>
                  <a:pt x="628" y="980"/>
                </a:lnTo>
                <a:lnTo>
                  <a:pt x="628" y="979"/>
                </a:lnTo>
                <a:lnTo>
                  <a:pt x="628" y="978"/>
                </a:lnTo>
                <a:lnTo>
                  <a:pt x="628" y="977"/>
                </a:lnTo>
                <a:lnTo>
                  <a:pt x="628" y="976"/>
                </a:lnTo>
                <a:lnTo>
                  <a:pt x="628" y="975"/>
                </a:lnTo>
                <a:lnTo>
                  <a:pt x="628" y="974"/>
                </a:lnTo>
                <a:lnTo>
                  <a:pt x="628" y="973"/>
                </a:lnTo>
                <a:lnTo>
                  <a:pt x="627" y="972"/>
                </a:lnTo>
                <a:lnTo>
                  <a:pt x="627" y="971"/>
                </a:lnTo>
                <a:lnTo>
                  <a:pt x="627" y="970"/>
                </a:lnTo>
                <a:lnTo>
                  <a:pt x="626" y="969"/>
                </a:lnTo>
                <a:lnTo>
                  <a:pt x="624" y="968"/>
                </a:lnTo>
                <a:lnTo>
                  <a:pt x="622" y="968"/>
                </a:lnTo>
                <a:lnTo>
                  <a:pt x="622" y="967"/>
                </a:lnTo>
                <a:lnTo>
                  <a:pt x="621" y="967"/>
                </a:lnTo>
                <a:lnTo>
                  <a:pt x="621" y="966"/>
                </a:lnTo>
                <a:lnTo>
                  <a:pt x="622" y="965"/>
                </a:lnTo>
                <a:lnTo>
                  <a:pt x="622" y="964"/>
                </a:lnTo>
                <a:lnTo>
                  <a:pt x="622" y="962"/>
                </a:lnTo>
                <a:lnTo>
                  <a:pt x="622" y="958"/>
                </a:lnTo>
                <a:lnTo>
                  <a:pt x="622" y="957"/>
                </a:lnTo>
                <a:lnTo>
                  <a:pt x="622" y="955"/>
                </a:lnTo>
                <a:lnTo>
                  <a:pt x="623" y="954"/>
                </a:lnTo>
                <a:lnTo>
                  <a:pt x="623" y="953"/>
                </a:lnTo>
                <a:lnTo>
                  <a:pt x="623" y="951"/>
                </a:lnTo>
                <a:lnTo>
                  <a:pt x="622" y="950"/>
                </a:lnTo>
                <a:lnTo>
                  <a:pt x="622" y="949"/>
                </a:lnTo>
                <a:lnTo>
                  <a:pt x="622" y="948"/>
                </a:lnTo>
                <a:lnTo>
                  <a:pt x="622" y="947"/>
                </a:lnTo>
                <a:lnTo>
                  <a:pt x="621" y="947"/>
                </a:lnTo>
                <a:lnTo>
                  <a:pt x="621" y="943"/>
                </a:lnTo>
                <a:lnTo>
                  <a:pt x="620" y="940"/>
                </a:lnTo>
                <a:lnTo>
                  <a:pt x="620" y="938"/>
                </a:lnTo>
                <a:lnTo>
                  <a:pt x="620" y="936"/>
                </a:lnTo>
                <a:lnTo>
                  <a:pt x="619" y="933"/>
                </a:lnTo>
                <a:lnTo>
                  <a:pt x="618" y="931"/>
                </a:lnTo>
                <a:lnTo>
                  <a:pt x="617" y="930"/>
                </a:lnTo>
                <a:lnTo>
                  <a:pt x="617" y="929"/>
                </a:lnTo>
                <a:lnTo>
                  <a:pt x="618" y="928"/>
                </a:lnTo>
                <a:lnTo>
                  <a:pt x="619" y="927"/>
                </a:lnTo>
                <a:lnTo>
                  <a:pt x="619" y="926"/>
                </a:lnTo>
                <a:lnTo>
                  <a:pt x="620" y="924"/>
                </a:lnTo>
                <a:lnTo>
                  <a:pt x="620" y="922"/>
                </a:lnTo>
                <a:lnTo>
                  <a:pt x="621" y="921"/>
                </a:lnTo>
                <a:lnTo>
                  <a:pt x="621" y="919"/>
                </a:lnTo>
                <a:lnTo>
                  <a:pt x="622" y="918"/>
                </a:lnTo>
                <a:lnTo>
                  <a:pt x="623" y="916"/>
                </a:lnTo>
                <a:lnTo>
                  <a:pt x="623" y="915"/>
                </a:lnTo>
                <a:lnTo>
                  <a:pt x="622" y="915"/>
                </a:lnTo>
                <a:lnTo>
                  <a:pt x="621" y="913"/>
                </a:lnTo>
                <a:lnTo>
                  <a:pt x="619" y="911"/>
                </a:lnTo>
                <a:lnTo>
                  <a:pt x="617" y="909"/>
                </a:lnTo>
                <a:lnTo>
                  <a:pt x="617" y="908"/>
                </a:lnTo>
                <a:lnTo>
                  <a:pt x="615" y="907"/>
                </a:lnTo>
                <a:lnTo>
                  <a:pt x="614" y="906"/>
                </a:lnTo>
                <a:lnTo>
                  <a:pt x="612" y="905"/>
                </a:lnTo>
                <a:lnTo>
                  <a:pt x="610" y="905"/>
                </a:lnTo>
                <a:lnTo>
                  <a:pt x="609" y="904"/>
                </a:lnTo>
                <a:lnTo>
                  <a:pt x="608" y="904"/>
                </a:lnTo>
                <a:lnTo>
                  <a:pt x="607" y="903"/>
                </a:lnTo>
                <a:lnTo>
                  <a:pt x="606" y="903"/>
                </a:lnTo>
                <a:lnTo>
                  <a:pt x="604" y="901"/>
                </a:lnTo>
                <a:lnTo>
                  <a:pt x="604" y="900"/>
                </a:lnTo>
                <a:lnTo>
                  <a:pt x="604" y="899"/>
                </a:lnTo>
                <a:lnTo>
                  <a:pt x="603" y="898"/>
                </a:lnTo>
                <a:lnTo>
                  <a:pt x="602" y="898"/>
                </a:lnTo>
                <a:lnTo>
                  <a:pt x="602" y="897"/>
                </a:lnTo>
                <a:lnTo>
                  <a:pt x="602" y="896"/>
                </a:lnTo>
                <a:lnTo>
                  <a:pt x="603" y="895"/>
                </a:lnTo>
                <a:lnTo>
                  <a:pt x="603" y="894"/>
                </a:lnTo>
                <a:lnTo>
                  <a:pt x="602" y="893"/>
                </a:lnTo>
                <a:lnTo>
                  <a:pt x="601" y="892"/>
                </a:lnTo>
                <a:lnTo>
                  <a:pt x="600" y="892"/>
                </a:lnTo>
                <a:lnTo>
                  <a:pt x="600" y="893"/>
                </a:lnTo>
                <a:lnTo>
                  <a:pt x="600" y="894"/>
                </a:lnTo>
                <a:lnTo>
                  <a:pt x="599" y="894"/>
                </a:lnTo>
                <a:lnTo>
                  <a:pt x="598" y="895"/>
                </a:lnTo>
                <a:lnTo>
                  <a:pt x="597" y="895"/>
                </a:lnTo>
                <a:lnTo>
                  <a:pt x="595" y="895"/>
                </a:lnTo>
                <a:lnTo>
                  <a:pt x="592" y="895"/>
                </a:lnTo>
                <a:lnTo>
                  <a:pt x="590" y="896"/>
                </a:lnTo>
                <a:lnTo>
                  <a:pt x="588" y="896"/>
                </a:lnTo>
                <a:lnTo>
                  <a:pt x="587" y="897"/>
                </a:lnTo>
                <a:lnTo>
                  <a:pt x="586" y="897"/>
                </a:lnTo>
                <a:lnTo>
                  <a:pt x="585" y="896"/>
                </a:lnTo>
                <a:lnTo>
                  <a:pt x="586" y="895"/>
                </a:lnTo>
                <a:lnTo>
                  <a:pt x="586" y="894"/>
                </a:lnTo>
                <a:lnTo>
                  <a:pt x="585" y="894"/>
                </a:lnTo>
                <a:lnTo>
                  <a:pt x="584" y="893"/>
                </a:lnTo>
                <a:lnTo>
                  <a:pt x="582" y="891"/>
                </a:lnTo>
                <a:lnTo>
                  <a:pt x="581" y="891"/>
                </a:lnTo>
                <a:lnTo>
                  <a:pt x="581" y="890"/>
                </a:lnTo>
                <a:lnTo>
                  <a:pt x="582" y="890"/>
                </a:lnTo>
                <a:lnTo>
                  <a:pt x="582" y="889"/>
                </a:lnTo>
                <a:lnTo>
                  <a:pt x="583" y="889"/>
                </a:lnTo>
                <a:lnTo>
                  <a:pt x="583" y="888"/>
                </a:lnTo>
                <a:lnTo>
                  <a:pt x="582" y="888"/>
                </a:lnTo>
                <a:lnTo>
                  <a:pt x="581" y="888"/>
                </a:lnTo>
                <a:lnTo>
                  <a:pt x="580" y="887"/>
                </a:lnTo>
                <a:lnTo>
                  <a:pt x="579" y="887"/>
                </a:lnTo>
                <a:lnTo>
                  <a:pt x="578" y="887"/>
                </a:lnTo>
                <a:lnTo>
                  <a:pt x="577" y="887"/>
                </a:lnTo>
                <a:lnTo>
                  <a:pt x="576" y="887"/>
                </a:lnTo>
                <a:lnTo>
                  <a:pt x="576" y="886"/>
                </a:lnTo>
                <a:lnTo>
                  <a:pt x="576" y="885"/>
                </a:lnTo>
                <a:lnTo>
                  <a:pt x="577" y="885"/>
                </a:lnTo>
                <a:lnTo>
                  <a:pt x="578" y="884"/>
                </a:lnTo>
                <a:lnTo>
                  <a:pt x="579" y="883"/>
                </a:lnTo>
                <a:lnTo>
                  <a:pt x="580" y="883"/>
                </a:lnTo>
                <a:lnTo>
                  <a:pt x="581" y="883"/>
                </a:lnTo>
                <a:lnTo>
                  <a:pt x="581" y="881"/>
                </a:lnTo>
                <a:lnTo>
                  <a:pt x="582" y="880"/>
                </a:lnTo>
                <a:lnTo>
                  <a:pt x="583" y="880"/>
                </a:lnTo>
                <a:lnTo>
                  <a:pt x="584" y="880"/>
                </a:lnTo>
                <a:lnTo>
                  <a:pt x="584" y="879"/>
                </a:lnTo>
                <a:lnTo>
                  <a:pt x="586" y="879"/>
                </a:lnTo>
                <a:lnTo>
                  <a:pt x="586" y="878"/>
                </a:lnTo>
                <a:lnTo>
                  <a:pt x="588" y="877"/>
                </a:lnTo>
                <a:lnTo>
                  <a:pt x="589" y="876"/>
                </a:lnTo>
                <a:lnTo>
                  <a:pt x="590" y="875"/>
                </a:lnTo>
                <a:lnTo>
                  <a:pt x="591" y="875"/>
                </a:lnTo>
                <a:lnTo>
                  <a:pt x="591" y="874"/>
                </a:lnTo>
                <a:lnTo>
                  <a:pt x="592" y="873"/>
                </a:lnTo>
                <a:lnTo>
                  <a:pt x="592" y="872"/>
                </a:lnTo>
                <a:lnTo>
                  <a:pt x="594" y="872"/>
                </a:lnTo>
                <a:lnTo>
                  <a:pt x="595" y="871"/>
                </a:lnTo>
                <a:lnTo>
                  <a:pt x="596" y="871"/>
                </a:lnTo>
                <a:lnTo>
                  <a:pt x="597" y="871"/>
                </a:lnTo>
                <a:lnTo>
                  <a:pt x="598" y="872"/>
                </a:lnTo>
                <a:lnTo>
                  <a:pt x="599" y="871"/>
                </a:lnTo>
                <a:lnTo>
                  <a:pt x="599" y="870"/>
                </a:lnTo>
                <a:lnTo>
                  <a:pt x="600" y="870"/>
                </a:lnTo>
                <a:lnTo>
                  <a:pt x="601" y="871"/>
                </a:lnTo>
                <a:lnTo>
                  <a:pt x="603" y="873"/>
                </a:lnTo>
                <a:lnTo>
                  <a:pt x="605" y="873"/>
                </a:lnTo>
                <a:lnTo>
                  <a:pt x="606" y="873"/>
                </a:lnTo>
                <a:lnTo>
                  <a:pt x="608" y="872"/>
                </a:lnTo>
                <a:lnTo>
                  <a:pt x="609" y="872"/>
                </a:lnTo>
                <a:lnTo>
                  <a:pt x="610" y="870"/>
                </a:lnTo>
                <a:lnTo>
                  <a:pt x="611" y="870"/>
                </a:lnTo>
                <a:lnTo>
                  <a:pt x="613" y="869"/>
                </a:lnTo>
                <a:lnTo>
                  <a:pt x="615" y="869"/>
                </a:lnTo>
                <a:lnTo>
                  <a:pt x="616" y="869"/>
                </a:lnTo>
                <a:lnTo>
                  <a:pt x="616" y="870"/>
                </a:lnTo>
                <a:lnTo>
                  <a:pt x="617" y="871"/>
                </a:lnTo>
                <a:lnTo>
                  <a:pt x="618" y="872"/>
                </a:lnTo>
                <a:lnTo>
                  <a:pt x="620" y="872"/>
                </a:lnTo>
                <a:lnTo>
                  <a:pt x="621" y="871"/>
                </a:lnTo>
                <a:lnTo>
                  <a:pt x="623" y="870"/>
                </a:lnTo>
                <a:lnTo>
                  <a:pt x="624" y="869"/>
                </a:lnTo>
                <a:lnTo>
                  <a:pt x="626" y="868"/>
                </a:lnTo>
                <a:lnTo>
                  <a:pt x="627" y="868"/>
                </a:lnTo>
                <a:lnTo>
                  <a:pt x="627" y="866"/>
                </a:lnTo>
                <a:lnTo>
                  <a:pt x="629" y="864"/>
                </a:lnTo>
                <a:lnTo>
                  <a:pt x="631" y="863"/>
                </a:lnTo>
                <a:lnTo>
                  <a:pt x="632" y="863"/>
                </a:lnTo>
                <a:lnTo>
                  <a:pt x="632" y="864"/>
                </a:lnTo>
                <a:lnTo>
                  <a:pt x="633" y="864"/>
                </a:lnTo>
                <a:lnTo>
                  <a:pt x="633" y="865"/>
                </a:lnTo>
                <a:lnTo>
                  <a:pt x="634" y="865"/>
                </a:lnTo>
                <a:lnTo>
                  <a:pt x="636" y="864"/>
                </a:lnTo>
                <a:lnTo>
                  <a:pt x="637" y="864"/>
                </a:lnTo>
                <a:lnTo>
                  <a:pt x="638" y="865"/>
                </a:lnTo>
                <a:lnTo>
                  <a:pt x="640" y="865"/>
                </a:lnTo>
                <a:lnTo>
                  <a:pt x="641" y="865"/>
                </a:lnTo>
                <a:lnTo>
                  <a:pt x="642" y="865"/>
                </a:lnTo>
                <a:lnTo>
                  <a:pt x="643" y="864"/>
                </a:lnTo>
                <a:lnTo>
                  <a:pt x="645" y="864"/>
                </a:lnTo>
                <a:lnTo>
                  <a:pt x="649" y="863"/>
                </a:lnTo>
                <a:lnTo>
                  <a:pt x="650" y="862"/>
                </a:lnTo>
                <a:lnTo>
                  <a:pt x="651" y="862"/>
                </a:lnTo>
                <a:lnTo>
                  <a:pt x="652" y="861"/>
                </a:lnTo>
                <a:lnTo>
                  <a:pt x="652" y="860"/>
                </a:lnTo>
                <a:lnTo>
                  <a:pt x="652" y="859"/>
                </a:lnTo>
                <a:lnTo>
                  <a:pt x="651" y="859"/>
                </a:lnTo>
                <a:lnTo>
                  <a:pt x="651" y="858"/>
                </a:lnTo>
                <a:lnTo>
                  <a:pt x="652" y="858"/>
                </a:lnTo>
                <a:lnTo>
                  <a:pt x="653" y="858"/>
                </a:lnTo>
                <a:lnTo>
                  <a:pt x="653" y="859"/>
                </a:lnTo>
                <a:lnTo>
                  <a:pt x="654" y="859"/>
                </a:lnTo>
                <a:lnTo>
                  <a:pt x="655" y="860"/>
                </a:lnTo>
                <a:lnTo>
                  <a:pt x="656" y="860"/>
                </a:lnTo>
                <a:lnTo>
                  <a:pt x="659" y="860"/>
                </a:lnTo>
                <a:lnTo>
                  <a:pt x="660" y="860"/>
                </a:lnTo>
                <a:lnTo>
                  <a:pt x="662" y="861"/>
                </a:lnTo>
                <a:lnTo>
                  <a:pt x="663" y="863"/>
                </a:lnTo>
                <a:lnTo>
                  <a:pt x="664" y="863"/>
                </a:lnTo>
                <a:lnTo>
                  <a:pt x="666" y="863"/>
                </a:lnTo>
                <a:lnTo>
                  <a:pt x="667" y="863"/>
                </a:lnTo>
                <a:lnTo>
                  <a:pt x="668" y="863"/>
                </a:lnTo>
                <a:lnTo>
                  <a:pt x="669" y="862"/>
                </a:lnTo>
                <a:lnTo>
                  <a:pt x="670" y="861"/>
                </a:lnTo>
                <a:lnTo>
                  <a:pt x="671" y="860"/>
                </a:lnTo>
                <a:lnTo>
                  <a:pt x="672" y="859"/>
                </a:lnTo>
                <a:lnTo>
                  <a:pt x="673" y="859"/>
                </a:lnTo>
                <a:lnTo>
                  <a:pt x="674" y="859"/>
                </a:lnTo>
                <a:lnTo>
                  <a:pt x="675" y="860"/>
                </a:lnTo>
                <a:lnTo>
                  <a:pt x="677" y="860"/>
                </a:lnTo>
                <a:lnTo>
                  <a:pt x="679" y="859"/>
                </a:lnTo>
                <a:lnTo>
                  <a:pt x="681" y="858"/>
                </a:lnTo>
                <a:lnTo>
                  <a:pt x="682" y="858"/>
                </a:lnTo>
                <a:lnTo>
                  <a:pt x="684" y="857"/>
                </a:lnTo>
                <a:lnTo>
                  <a:pt x="685" y="856"/>
                </a:lnTo>
                <a:lnTo>
                  <a:pt x="686" y="855"/>
                </a:lnTo>
                <a:lnTo>
                  <a:pt x="687" y="855"/>
                </a:lnTo>
                <a:lnTo>
                  <a:pt x="687" y="854"/>
                </a:lnTo>
                <a:lnTo>
                  <a:pt x="687" y="853"/>
                </a:lnTo>
                <a:lnTo>
                  <a:pt x="688" y="853"/>
                </a:lnTo>
                <a:lnTo>
                  <a:pt x="689" y="854"/>
                </a:lnTo>
                <a:lnTo>
                  <a:pt x="690" y="854"/>
                </a:lnTo>
                <a:lnTo>
                  <a:pt x="691" y="855"/>
                </a:lnTo>
                <a:lnTo>
                  <a:pt x="692" y="855"/>
                </a:lnTo>
                <a:lnTo>
                  <a:pt x="692" y="854"/>
                </a:lnTo>
                <a:lnTo>
                  <a:pt x="692" y="853"/>
                </a:lnTo>
                <a:lnTo>
                  <a:pt x="693" y="853"/>
                </a:lnTo>
                <a:lnTo>
                  <a:pt x="694" y="852"/>
                </a:lnTo>
                <a:lnTo>
                  <a:pt x="696" y="852"/>
                </a:lnTo>
                <a:lnTo>
                  <a:pt x="697" y="852"/>
                </a:lnTo>
                <a:lnTo>
                  <a:pt x="697" y="851"/>
                </a:lnTo>
                <a:lnTo>
                  <a:pt x="698" y="851"/>
                </a:lnTo>
                <a:lnTo>
                  <a:pt x="699" y="851"/>
                </a:lnTo>
                <a:lnTo>
                  <a:pt x="700" y="852"/>
                </a:lnTo>
                <a:lnTo>
                  <a:pt x="702" y="852"/>
                </a:lnTo>
                <a:lnTo>
                  <a:pt x="703" y="851"/>
                </a:lnTo>
                <a:lnTo>
                  <a:pt x="705" y="850"/>
                </a:lnTo>
                <a:lnTo>
                  <a:pt x="706" y="850"/>
                </a:lnTo>
                <a:lnTo>
                  <a:pt x="708" y="849"/>
                </a:lnTo>
                <a:lnTo>
                  <a:pt x="709" y="849"/>
                </a:lnTo>
                <a:lnTo>
                  <a:pt x="710" y="850"/>
                </a:lnTo>
                <a:lnTo>
                  <a:pt x="711" y="850"/>
                </a:lnTo>
                <a:lnTo>
                  <a:pt x="711" y="849"/>
                </a:lnTo>
                <a:lnTo>
                  <a:pt x="712" y="849"/>
                </a:lnTo>
                <a:lnTo>
                  <a:pt x="713" y="848"/>
                </a:lnTo>
                <a:lnTo>
                  <a:pt x="714" y="848"/>
                </a:lnTo>
                <a:lnTo>
                  <a:pt x="715" y="847"/>
                </a:lnTo>
                <a:lnTo>
                  <a:pt x="716" y="847"/>
                </a:lnTo>
                <a:lnTo>
                  <a:pt x="716" y="848"/>
                </a:lnTo>
                <a:lnTo>
                  <a:pt x="717" y="848"/>
                </a:lnTo>
                <a:lnTo>
                  <a:pt x="717" y="849"/>
                </a:lnTo>
                <a:lnTo>
                  <a:pt x="718" y="849"/>
                </a:lnTo>
                <a:lnTo>
                  <a:pt x="719" y="849"/>
                </a:lnTo>
                <a:lnTo>
                  <a:pt x="720" y="848"/>
                </a:lnTo>
                <a:lnTo>
                  <a:pt x="722" y="848"/>
                </a:lnTo>
                <a:lnTo>
                  <a:pt x="722" y="847"/>
                </a:lnTo>
                <a:lnTo>
                  <a:pt x="724" y="847"/>
                </a:lnTo>
                <a:lnTo>
                  <a:pt x="725" y="846"/>
                </a:lnTo>
                <a:lnTo>
                  <a:pt x="725" y="845"/>
                </a:lnTo>
                <a:lnTo>
                  <a:pt x="726" y="845"/>
                </a:lnTo>
                <a:lnTo>
                  <a:pt x="729" y="844"/>
                </a:lnTo>
                <a:lnTo>
                  <a:pt x="729" y="843"/>
                </a:lnTo>
                <a:lnTo>
                  <a:pt x="729" y="842"/>
                </a:lnTo>
                <a:lnTo>
                  <a:pt x="731" y="841"/>
                </a:lnTo>
                <a:lnTo>
                  <a:pt x="733" y="840"/>
                </a:lnTo>
                <a:lnTo>
                  <a:pt x="734" y="839"/>
                </a:lnTo>
                <a:lnTo>
                  <a:pt x="736" y="839"/>
                </a:lnTo>
                <a:lnTo>
                  <a:pt x="737" y="840"/>
                </a:lnTo>
                <a:lnTo>
                  <a:pt x="738" y="839"/>
                </a:lnTo>
                <a:lnTo>
                  <a:pt x="739" y="839"/>
                </a:lnTo>
                <a:lnTo>
                  <a:pt x="740" y="838"/>
                </a:lnTo>
                <a:lnTo>
                  <a:pt x="741" y="839"/>
                </a:lnTo>
                <a:lnTo>
                  <a:pt x="742" y="839"/>
                </a:lnTo>
                <a:lnTo>
                  <a:pt x="743" y="839"/>
                </a:lnTo>
                <a:lnTo>
                  <a:pt x="743" y="838"/>
                </a:lnTo>
                <a:lnTo>
                  <a:pt x="744" y="838"/>
                </a:lnTo>
                <a:lnTo>
                  <a:pt x="745" y="837"/>
                </a:lnTo>
                <a:lnTo>
                  <a:pt x="747" y="837"/>
                </a:lnTo>
                <a:lnTo>
                  <a:pt x="748" y="837"/>
                </a:lnTo>
                <a:lnTo>
                  <a:pt x="749" y="838"/>
                </a:lnTo>
                <a:lnTo>
                  <a:pt x="750" y="839"/>
                </a:lnTo>
                <a:lnTo>
                  <a:pt x="750" y="840"/>
                </a:lnTo>
                <a:lnTo>
                  <a:pt x="752" y="842"/>
                </a:lnTo>
                <a:lnTo>
                  <a:pt x="752" y="843"/>
                </a:lnTo>
                <a:lnTo>
                  <a:pt x="754" y="845"/>
                </a:lnTo>
                <a:lnTo>
                  <a:pt x="755" y="846"/>
                </a:lnTo>
                <a:lnTo>
                  <a:pt x="755" y="847"/>
                </a:lnTo>
                <a:lnTo>
                  <a:pt x="756" y="847"/>
                </a:lnTo>
                <a:lnTo>
                  <a:pt x="757" y="847"/>
                </a:lnTo>
                <a:lnTo>
                  <a:pt x="757" y="848"/>
                </a:lnTo>
                <a:lnTo>
                  <a:pt x="758" y="849"/>
                </a:lnTo>
                <a:lnTo>
                  <a:pt x="759" y="851"/>
                </a:lnTo>
                <a:lnTo>
                  <a:pt x="760" y="852"/>
                </a:lnTo>
                <a:lnTo>
                  <a:pt x="761" y="852"/>
                </a:lnTo>
                <a:lnTo>
                  <a:pt x="763" y="852"/>
                </a:lnTo>
                <a:lnTo>
                  <a:pt x="764" y="852"/>
                </a:lnTo>
                <a:lnTo>
                  <a:pt x="766" y="852"/>
                </a:lnTo>
                <a:lnTo>
                  <a:pt x="768" y="851"/>
                </a:lnTo>
                <a:lnTo>
                  <a:pt x="769" y="851"/>
                </a:lnTo>
                <a:lnTo>
                  <a:pt x="770" y="851"/>
                </a:lnTo>
                <a:lnTo>
                  <a:pt x="772" y="850"/>
                </a:lnTo>
                <a:lnTo>
                  <a:pt x="773" y="850"/>
                </a:lnTo>
                <a:lnTo>
                  <a:pt x="774" y="850"/>
                </a:lnTo>
                <a:lnTo>
                  <a:pt x="775" y="850"/>
                </a:lnTo>
                <a:lnTo>
                  <a:pt x="775" y="851"/>
                </a:lnTo>
                <a:lnTo>
                  <a:pt x="775" y="852"/>
                </a:lnTo>
                <a:lnTo>
                  <a:pt x="775" y="853"/>
                </a:lnTo>
                <a:lnTo>
                  <a:pt x="776" y="854"/>
                </a:lnTo>
                <a:lnTo>
                  <a:pt x="777" y="855"/>
                </a:lnTo>
                <a:lnTo>
                  <a:pt x="778" y="855"/>
                </a:lnTo>
                <a:lnTo>
                  <a:pt x="779" y="854"/>
                </a:lnTo>
                <a:lnTo>
                  <a:pt x="780" y="854"/>
                </a:lnTo>
                <a:lnTo>
                  <a:pt x="781" y="853"/>
                </a:lnTo>
                <a:lnTo>
                  <a:pt x="783" y="853"/>
                </a:lnTo>
                <a:lnTo>
                  <a:pt x="784" y="853"/>
                </a:lnTo>
                <a:lnTo>
                  <a:pt x="784" y="852"/>
                </a:lnTo>
                <a:lnTo>
                  <a:pt x="786" y="852"/>
                </a:lnTo>
                <a:lnTo>
                  <a:pt x="788" y="852"/>
                </a:lnTo>
                <a:lnTo>
                  <a:pt x="790" y="852"/>
                </a:lnTo>
                <a:lnTo>
                  <a:pt x="791" y="851"/>
                </a:lnTo>
                <a:lnTo>
                  <a:pt x="792" y="851"/>
                </a:lnTo>
                <a:lnTo>
                  <a:pt x="793" y="851"/>
                </a:lnTo>
                <a:lnTo>
                  <a:pt x="799" y="854"/>
                </a:lnTo>
                <a:lnTo>
                  <a:pt x="803" y="855"/>
                </a:lnTo>
                <a:lnTo>
                  <a:pt x="810" y="858"/>
                </a:lnTo>
                <a:lnTo>
                  <a:pt x="817" y="856"/>
                </a:lnTo>
                <a:lnTo>
                  <a:pt x="820" y="853"/>
                </a:lnTo>
                <a:lnTo>
                  <a:pt x="821" y="841"/>
                </a:lnTo>
                <a:lnTo>
                  <a:pt x="818" y="836"/>
                </a:lnTo>
                <a:lnTo>
                  <a:pt x="816" y="833"/>
                </a:lnTo>
                <a:lnTo>
                  <a:pt x="807" y="829"/>
                </a:lnTo>
                <a:lnTo>
                  <a:pt x="792" y="821"/>
                </a:lnTo>
                <a:lnTo>
                  <a:pt x="792" y="820"/>
                </a:lnTo>
                <a:lnTo>
                  <a:pt x="791" y="813"/>
                </a:lnTo>
                <a:lnTo>
                  <a:pt x="793" y="810"/>
                </a:lnTo>
                <a:lnTo>
                  <a:pt x="793" y="809"/>
                </a:lnTo>
                <a:lnTo>
                  <a:pt x="793" y="805"/>
                </a:lnTo>
                <a:lnTo>
                  <a:pt x="793" y="803"/>
                </a:lnTo>
                <a:lnTo>
                  <a:pt x="793" y="802"/>
                </a:lnTo>
                <a:lnTo>
                  <a:pt x="796" y="799"/>
                </a:lnTo>
                <a:lnTo>
                  <a:pt x="796" y="798"/>
                </a:lnTo>
                <a:lnTo>
                  <a:pt x="797" y="798"/>
                </a:lnTo>
                <a:lnTo>
                  <a:pt x="798" y="796"/>
                </a:lnTo>
                <a:lnTo>
                  <a:pt x="798" y="793"/>
                </a:lnTo>
                <a:lnTo>
                  <a:pt x="798" y="792"/>
                </a:lnTo>
                <a:lnTo>
                  <a:pt x="798" y="790"/>
                </a:lnTo>
                <a:lnTo>
                  <a:pt x="798" y="789"/>
                </a:lnTo>
                <a:lnTo>
                  <a:pt x="797" y="788"/>
                </a:lnTo>
                <a:lnTo>
                  <a:pt x="797" y="787"/>
                </a:lnTo>
                <a:lnTo>
                  <a:pt x="797" y="786"/>
                </a:lnTo>
                <a:lnTo>
                  <a:pt x="798" y="785"/>
                </a:lnTo>
                <a:lnTo>
                  <a:pt x="798" y="784"/>
                </a:lnTo>
                <a:lnTo>
                  <a:pt x="798" y="780"/>
                </a:lnTo>
                <a:lnTo>
                  <a:pt x="801" y="778"/>
                </a:lnTo>
                <a:lnTo>
                  <a:pt x="803" y="777"/>
                </a:lnTo>
                <a:lnTo>
                  <a:pt x="804" y="777"/>
                </a:lnTo>
                <a:lnTo>
                  <a:pt x="806" y="777"/>
                </a:lnTo>
                <a:lnTo>
                  <a:pt x="808" y="776"/>
                </a:lnTo>
                <a:lnTo>
                  <a:pt x="814" y="757"/>
                </a:lnTo>
                <a:lnTo>
                  <a:pt x="822" y="744"/>
                </a:lnTo>
                <a:lnTo>
                  <a:pt x="832" y="723"/>
                </a:lnTo>
                <a:lnTo>
                  <a:pt x="837" y="713"/>
                </a:lnTo>
                <a:lnTo>
                  <a:pt x="838" y="704"/>
                </a:lnTo>
                <a:lnTo>
                  <a:pt x="841" y="695"/>
                </a:lnTo>
                <a:lnTo>
                  <a:pt x="846" y="692"/>
                </a:lnTo>
                <a:lnTo>
                  <a:pt x="846" y="690"/>
                </a:lnTo>
                <a:lnTo>
                  <a:pt x="850" y="677"/>
                </a:lnTo>
                <a:lnTo>
                  <a:pt x="851" y="675"/>
                </a:lnTo>
                <a:lnTo>
                  <a:pt x="851" y="672"/>
                </a:lnTo>
                <a:lnTo>
                  <a:pt x="851" y="671"/>
                </a:lnTo>
                <a:lnTo>
                  <a:pt x="852" y="670"/>
                </a:lnTo>
                <a:lnTo>
                  <a:pt x="853" y="668"/>
                </a:lnTo>
                <a:lnTo>
                  <a:pt x="855" y="667"/>
                </a:lnTo>
                <a:lnTo>
                  <a:pt x="856" y="665"/>
                </a:lnTo>
                <a:lnTo>
                  <a:pt x="857" y="664"/>
                </a:lnTo>
                <a:lnTo>
                  <a:pt x="857" y="662"/>
                </a:lnTo>
                <a:lnTo>
                  <a:pt x="858" y="660"/>
                </a:lnTo>
                <a:lnTo>
                  <a:pt x="858" y="659"/>
                </a:lnTo>
                <a:lnTo>
                  <a:pt x="859" y="658"/>
                </a:lnTo>
                <a:lnTo>
                  <a:pt x="859" y="657"/>
                </a:lnTo>
                <a:lnTo>
                  <a:pt x="859" y="656"/>
                </a:lnTo>
                <a:lnTo>
                  <a:pt x="860" y="654"/>
                </a:lnTo>
                <a:lnTo>
                  <a:pt x="860" y="653"/>
                </a:lnTo>
                <a:lnTo>
                  <a:pt x="859" y="651"/>
                </a:lnTo>
                <a:lnTo>
                  <a:pt x="859" y="649"/>
                </a:lnTo>
                <a:lnTo>
                  <a:pt x="860" y="649"/>
                </a:lnTo>
                <a:lnTo>
                  <a:pt x="861" y="649"/>
                </a:lnTo>
                <a:lnTo>
                  <a:pt x="862" y="649"/>
                </a:lnTo>
                <a:lnTo>
                  <a:pt x="863" y="649"/>
                </a:lnTo>
                <a:lnTo>
                  <a:pt x="864" y="648"/>
                </a:lnTo>
                <a:lnTo>
                  <a:pt x="865" y="648"/>
                </a:lnTo>
                <a:lnTo>
                  <a:pt x="866" y="649"/>
                </a:lnTo>
                <a:lnTo>
                  <a:pt x="868" y="648"/>
                </a:lnTo>
                <a:lnTo>
                  <a:pt x="869" y="648"/>
                </a:lnTo>
                <a:lnTo>
                  <a:pt x="870" y="647"/>
                </a:lnTo>
                <a:lnTo>
                  <a:pt x="871" y="648"/>
                </a:lnTo>
                <a:lnTo>
                  <a:pt x="872" y="649"/>
                </a:lnTo>
                <a:lnTo>
                  <a:pt x="874" y="649"/>
                </a:lnTo>
                <a:lnTo>
                  <a:pt x="875" y="649"/>
                </a:lnTo>
                <a:lnTo>
                  <a:pt x="876" y="650"/>
                </a:lnTo>
                <a:lnTo>
                  <a:pt x="876" y="651"/>
                </a:lnTo>
                <a:lnTo>
                  <a:pt x="877" y="652"/>
                </a:lnTo>
                <a:lnTo>
                  <a:pt x="878" y="652"/>
                </a:lnTo>
                <a:lnTo>
                  <a:pt x="879" y="653"/>
                </a:lnTo>
                <a:lnTo>
                  <a:pt x="880" y="654"/>
                </a:lnTo>
                <a:lnTo>
                  <a:pt x="883" y="653"/>
                </a:lnTo>
                <a:lnTo>
                  <a:pt x="884" y="653"/>
                </a:lnTo>
                <a:lnTo>
                  <a:pt x="885" y="653"/>
                </a:lnTo>
                <a:lnTo>
                  <a:pt x="886" y="654"/>
                </a:lnTo>
                <a:lnTo>
                  <a:pt x="887" y="654"/>
                </a:lnTo>
                <a:lnTo>
                  <a:pt x="888" y="654"/>
                </a:lnTo>
                <a:lnTo>
                  <a:pt x="889" y="653"/>
                </a:lnTo>
                <a:lnTo>
                  <a:pt x="890" y="653"/>
                </a:lnTo>
                <a:lnTo>
                  <a:pt x="890" y="654"/>
                </a:lnTo>
                <a:lnTo>
                  <a:pt x="891" y="655"/>
                </a:lnTo>
                <a:lnTo>
                  <a:pt x="892" y="656"/>
                </a:lnTo>
                <a:lnTo>
                  <a:pt x="893" y="656"/>
                </a:lnTo>
                <a:lnTo>
                  <a:pt x="893" y="657"/>
                </a:lnTo>
                <a:lnTo>
                  <a:pt x="894" y="658"/>
                </a:lnTo>
                <a:lnTo>
                  <a:pt x="894" y="659"/>
                </a:lnTo>
                <a:lnTo>
                  <a:pt x="895" y="659"/>
                </a:lnTo>
                <a:lnTo>
                  <a:pt x="896" y="659"/>
                </a:lnTo>
                <a:lnTo>
                  <a:pt x="897" y="659"/>
                </a:lnTo>
                <a:lnTo>
                  <a:pt x="898" y="658"/>
                </a:lnTo>
                <a:lnTo>
                  <a:pt x="899" y="658"/>
                </a:lnTo>
                <a:lnTo>
                  <a:pt x="899" y="659"/>
                </a:lnTo>
                <a:lnTo>
                  <a:pt x="900" y="659"/>
                </a:lnTo>
                <a:lnTo>
                  <a:pt x="901" y="660"/>
                </a:lnTo>
                <a:lnTo>
                  <a:pt x="902" y="660"/>
                </a:lnTo>
                <a:lnTo>
                  <a:pt x="903" y="660"/>
                </a:lnTo>
                <a:lnTo>
                  <a:pt x="903" y="661"/>
                </a:lnTo>
                <a:lnTo>
                  <a:pt x="904" y="661"/>
                </a:lnTo>
                <a:lnTo>
                  <a:pt x="905" y="663"/>
                </a:lnTo>
                <a:lnTo>
                  <a:pt x="906" y="663"/>
                </a:lnTo>
                <a:lnTo>
                  <a:pt x="907" y="663"/>
                </a:lnTo>
                <a:lnTo>
                  <a:pt x="908" y="663"/>
                </a:lnTo>
                <a:lnTo>
                  <a:pt x="909" y="663"/>
                </a:lnTo>
                <a:lnTo>
                  <a:pt x="909" y="664"/>
                </a:lnTo>
                <a:lnTo>
                  <a:pt x="908" y="665"/>
                </a:lnTo>
                <a:lnTo>
                  <a:pt x="909" y="665"/>
                </a:lnTo>
                <a:lnTo>
                  <a:pt x="910" y="665"/>
                </a:lnTo>
                <a:lnTo>
                  <a:pt x="911" y="665"/>
                </a:lnTo>
                <a:lnTo>
                  <a:pt x="913" y="666"/>
                </a:lnTo>
                <a:lnTo>
                  <a:pt x="914" y="667"/>
                </a:lnTo>
                <a:lnTo>
                  <a:pt x="915" y="667"/>
                </a:lnTo>
                <a:lnTo>
                  <a:pt x="916" y="667"/>
                </a:lnTo>
                <a:lnTo>
                  <a:pt x="917" y="667"/>
                </a:lnTo>
                <a:lnTo>
                  <a:pt x="919" y="668"/>
                </a:lnTo>
                <a:lnTo>
                  <a:pt x="920" y="668"/>
                </a:lnTo>
                <a:lnTo>
                  <a:pt x="920" y="670"/>
                </a:lnTo>
                <a:lnTo>
                  <a:pt x="921" y="670"/>
                </a:lnTo>
                <a:lnTo>
                  <a:pt x="922" y="669"/>
                </a:lnTo>
                <a:lnTo>
                  <a:pt x="923" y="669"/>
                </a:lnTo>
                <a:lnTo>
                  <a:pt x="924" y="669"/>
                </a:lnTo>
                <a:lnTo>
                  <a:pt x="925" y="669"/>
                </a:lnTo>
                <a:lnTo>
                  <a:pt x="926" y="669"/>
                </a:lnTo>
                <a:lnTo>
                  <a:pt x="927" y="669"/>
                </a:lnTo>
                <a:lnTo>
                  <a:pt x="928" y="670"/>
                </a:lnTo>
                <a:lnTo>
                  <a:pt x="929" y="670"/>
                </a:lnTo>
                <a:lnTo>
                  <a:pt x="930" y="670"/>
                </a:lnTo>
                <a:lnTo>
                  <a:pt x="932" y="671"/>
                </a:lnTo>
                <a:lnTo>
                  <a:pt x="933" y="671"/>
                </a:lnTo>
                <a:lnTo>
                  <a:pt x="933" y="672"/>
                </a:lnTo>
                <a:lnTo>
                  <a:pt x="934" y="672"/>
                </a:lnTo>
                <a:lnTo>
                  <a:pt x="935" y="672"/>
                </a:lnTo>
                <a:lnTo>
                  <a:pt x="936" y="672"/>
                </a:lnTo>
                <a:lnTo>
                  <a:pt x="936" y="673"/>
                </a:lnTo>
                <a:lnTo>
                  <a:pt x="937" y="673"/>
                </a:lnTo>
                <a:lnTo>
                  <a:pt x="938" y="673"/>
                </a:lnTo>
                <a:lnTo>
                  <a:pt x="939" y="673"/>
                </a:lnTo>
                <a:lnTo>
                  <a:pt x="939" y="674"/>
                </a:lnTo>
                <a:lnTo>
                  <a:pt x="940" y="675"/>
                </a:lnTo>
                <a:lnTo>
                  <a:pt x="941" y="675"/>
                </a:lnTo>
                <a:lnTo>
                  <a:pt x="941" y="674"/>
                </a:lnTo>
                <a:lnTo>
                  <a:pt x="942" y="673"/>
                </a:lnTo>
                <a:lnTo>
                  <a:pt x="943" y="673"/>
                </a:lnTo>
                <a:lnTo>
                  <a:pt x="944" y="673"/>
                </a:lnTo>
                <a:lnTo>
                  <a:pt x="945" y="673"/>
                </a:lnTo>
                <a:lnTo>
                  <a:pt x="946" y="673"/>
                </a:lnTo>
                <a:lnTo>
                  <a:pt x="947" y="672"/>
                </a:lnTo>
                <a:lnTo>
                  <a:pt x="947" y="673"/>
                </a:lnTo>
                <a:lnTo>
                  <a:pt x="948" y="673"/>
                </a:lnTo>
                <a:lnTo>
                  <a:pt x="950" y="674"/>
                </a:lnTo>
                <a:lnTo>
                  <a:pt x="953" y="675"/>
                </a:lnTo>
                <a:lnTo>
                  <a:pt x="956" y="675"/>
                </a:lnTo>
                <a:lnTo>
                  <a:pt x="959" y="674"/>
                </a:lnTo>
                <a:lnTo>
                  <a:pt x="961" y="674"/>
                </a:lnTo>
                <a:lnTo>
                  <a:pt x="963" y="673"/>
                </a:lnTo>
                <a:lnTo>
                  <a:pt x="965" y="671"/>
                </a:lnTo>
                <a:lnTo>
                  <a:pt x="966" y="671"/>
                </a:lnTo>
                <a:lnTo>
                  <a:pt x="967" y="671"/>
                </a:lnTo>
                <a:lnTo>
                  <a:pt x="969" y="671"/>
                </a:lnTo>
                <a:lnTo>
                  <a:pt x="969" y="672"/>
                </a:lnTo>
                <a:lnTo>
                  <a:pt x="970" y="672"/>
                </a:lnTo>
                <a:lnTo>
                  <a:pt x="971" y="671"/>
                </a:lnTo>
                <a:lnTo>
                  <a:pt x="972" y="671"/>
                </a:lnTo>
                <a:lnTo>
                  <a:pt x="974" y="672"/>
                </a:lnTo>
                <a:lnTo>
                  <a:pt x="975" y="672"/>
                </a:lnTo>
                <a:lnTo>
                  <a:pt x="976" y="672"/>
                </a:lnTo>
                <a:lnTo>
                  <a:pt x="977" y="671"/>
                </a:lnTo>
                <a:lnTo>
                  <a:pt x="978" y="671"/>
                </a:lnTo>
                <a:lnTo>
                  <a:pt x="978" y="672"/>
                </a:lnTo>
                <a:lnTo>
                  <a:pt x="979" y="672"/>
                </a:lnTo>
                <a:lnTo>
                  <a:pt x="981" y="672"/>
                </a:lnTo>
                <a:lnTo>
                  <a:pt x="983" y="672"/>
                </a:lnTo>
                <a:lnTo>
                  <a:pt x="985" y="671"/>
                </a:lnTo>
                <a:lnTo>
                  <a:pt x="986" y="671"/>
                </a:lnTo>
                <a:lnTo>
                  <a:pt x="987" y="671"/>
                </a:lnTo>
                <a:lnTo>
                  <a:pt x="988" y="671"/>
                </a:lnTo>
                <a:lnTo>
                  <a:pt x="989" y="672"/>
                </a:lnTo>
                <a:lnTo>
                  <a:pt x="990" y="673"/>
                </a:lnTo>
                <a:lnTo>
                  <a:pt x="991" y="673"/>
                </a:lnTo>
                <a:lnTo>
                  <a:pt x="992" y="674"/>
                </a:lnTo>
                <a:lnTo>
                  <a:pt x="993" y="674"/>
                </a:lnTo>
                <a:lnTo>
                  <a:pt x="995" y="673"/>
                </a:lnTo>
                <a:lnTo>
                  <a:pt x="997" y="673"/>
                </a:lnTo>
                <a:lnTo>
                  <a:pt x="998" y="672"/>
                </a:lnTo>
                <a:lnTo>
                  <a:pt x="1000" y="672"/>
                </a:lnTo>
                <a:lnTo>
                  <a:pt x="1002" y="672"/>
                </a:lnTo>
                <a:lnTo>
                  <a:pt x="1004" y="672"/>
                </a:lnTo>
                <a:lnTo>
                  <a:pt x="1005" y="672"/>
                </a:lnTo>
                <a:lnTo>
                  <a:pt x="1006" y="672"/>
                </a:lnTo>
                <a:lnTo>
                  <a:pt x="1006" y="671"/>
                </a:lnTo>
                <a:lnTo>
                  <a:pt x="1007" y="672"/>
                </a:lnTo>
                <a:lnTo>
                  <a:pt x="1008" y="671"/>
                </a:lnTo>
                <a:lnTo>
                  <a:pt x="1009" y="671"/>
                </a:lnTo>
                <a:lnTo>
                  <a:pt x="1012" y="671"/>
                </a:lnTo>
                <a:lnTo>
                  <a:pt x="1015" y="671"/>
                </a:lnTo>
                <a:lnTo>
                  <a:pt x="1016" y="672"/>
                </a:lnTo>
                <a:lnTo>
                  <a:pt x="1017" y="673"/>
                </a:lnTo>
                <a:lnTo>
                  <a:pt x="1019" y="674"/>
                </a:lnTo>
                <a:lnTo>
                  <a:pt x="1021" y="675"/>
                </a:lnTo>
                <a:lnTo>
                  <a:pt x="1023" y="676"/>
                </a:lnTo>
                <a:lnTo>
                  <a:pt x="1024" y="676"/>
                </a:lnTo>
                <a:lnTo>
                  <a:pt x="1024" y="677"/>
                </a:lnTo>
                <a:lnTo>
                  <a:pt x="1024" y="678"/>
                </a:lnTo>
                <a:lnTo>
                  <a:pt x="1025" y="679"/>
                </a:lnTo>
                <a:lnTo>
                  <a:pt x="1029" y="682"/>
                </a:lnTo>
                <a:lnTo>
                  <a:pt x="1029" y="683"/>
                </a:lnTo>
                <a:lnTo>
                  <a:pt x="1030" y="685"/>
                </a:lnTo>
                <a:lnTo>
                  <a:pt x="1031" y="686"/>
                </a:lnTo>
                <a:lnTo>
                  <a:pt x="1032" y="685"/>
                </a:lnTo>
                <a:lnTo>
                  <a:pt x="1033" y="686"/>
                </a:lnTo>
                <a:lnTo>
                  <a:pt x="1033" y="685"/>
                </a:lnTo>
                <a:lnTo>
                  <a:pt x="1034" y="685"/>
                </a:lnTo>
                <a:lnTo>
                  <a:pt x="1035" y="684"/>
                </a:lnTo>
                <a:lnTo>
                  <a:pt x="1035" y="683"/>
                </a:lnTo>
                <a:lnTo>
                  <a:pt x="1035" y="682"/>
                </a:lnTo>
                <a:lnTo>
                  <a:pt x="1035" y="681"/>
                </a:lnTo>
                <a:lnTo>
                  <a:pt x="1036" y="680"/>
                </a:lnTo>
                <a:lnTo>
                  <a:pt x="1037" y="680"/>
                </a:lnTo>
                <a:lnTo>
                  <a:pt x="1038" y="679"/>
                </a:lnTo>
                <a:lnTo>
                  <a:pt x="1040" y="679"/>
                </a:lnTo>
                <a:lnTo>
                  <a:pt x="1041" y="679"/>
                </a:lnTo>
                <a:lnTo>
                  <a:pt x="1043" y="679"/>
                </a:lnTo>
                <a:lnTo>
                  <a:pt x="1044" y="678"/>
                </a:lnTo>
                <a:lnTo>
                  <a:pt x="1045" y="677"/>
                </a:lnTo>
                <a:lnTo>
                  <a:pt x="1045" y="676"/>
                </a:lnTo>
                <a:lnTo>
                  <a:pt x="1047" y="674"/>
                </a:lnTo>
                <a:lnTo>
                  <a:pt x="1049" y="673"/>
                </a:lnTo>
                <a:lnTo>
                  <a:pt x="1050" y="673"/>
                </a:lnTo>
                <a:lnTo>
                  <a:pt x="1051" y="672"/>
                </a:lnTo>
                <a:lnTo>
                  <a:pt x="1053" y="672"/>
                </a:lnTo>
                <a:lnTo>
                  <a:pt x="1053" y="671"/>
                </a:lnTo>
                <a:lnTo>
                  <a:pt x="1055" y="669"/>
                </a:lnTo>
                <a:lnTo>
                  <a:pt x="1056" y="667"/>
                </a:lnTo>
                <a:lnTo>
                  <a:pt x="1057" y="666"/>
                </a:lnTo>
                <a:lnTo>
                  <a:pt x="1059" y="666"/>
                </a:lnTo>
                <a:lnTo>
                  <a:pt x="1061" y="666"/>
                </a:lnTo>
                <a:lnTo>
                  <a:pt x="1062" y="666"/>
                </a:lnTo>
                <a:lnTo>
                  <a:pt x="1062" y="665"/>
                </a:lnTo>
                <a:lnTo>
                  <a:pt x="1063" y="665"/>
                </a:lnTo>
                <a:lnTo>
                  <a:pt x="1064" y="665"/>
                </a:lnTo>
                <a:lnTo>
                  <a:pt x="1065" y="666"/>
                </a:lnTo>
                <a:lnTo>
                  <a:pt x="1066" y="667"/>
                </a:lnTo>
                <a:lnTo>
                  <a:pt x="1067" y="667"/>
                </a:lnTo>
                <a:lnTo>
                  <a:pt x="1068" y="667"/>
                </a:lnTo>
                <a:lnTo>
                  <a:pt x="1069" y="666"/>
                </a:lnTo>
                <a:lnTo>
                  <a:pt x="1071" y="666"/>
                </a:lnTo>
                <a:lnTo>
                  <a:pt x="1072" y="667"/>
                </a:lnTo>
                <a:lnTo>
                  <a:pt x="1073" y="666"/>
                </a:lnTo>
                <a:lnTo>
                  <a:pt x="1074" y="666"/>
                </a:lnTo>
                <a:lnTo>
                  <a:pt x="1076" y="665"/>
                </a:lnTo>
                <a:lnTo>
                  <a:pt x="1077" y="665"/>
                </a:lnTo>
                <a:lnTo>
                  <a:pt x="1079" y="665"/>
                </a:lnTo>
                <a:lnTo>
                  <a:pt x="1081" y="666"/>
                </a:lnTo>
                <a:lnTo>
                  <a:pt x="1082" y="666"/>
                </a:lnTo>
                <a:lnTo>
                  <a:pt x="1084" y="666"/>
                </a:lnTo>
                <a:lnTo>
                  <a:pt x="1086" y="666"/>
                </a:lnTo>
                <a:lnTo>
                  <a:pt x="1086" y="665"/>
                </a:lnTo>
                <a:lnTo>
                  <a:pt x="1086" y="663"/>
                </a:lnTo>
                <a:lnTo>
                  <a:pt x="1086" y="662"/>
                </a:lnTo>
                <a:lnTo>
                  <a:pt x="1087" y="660"/>
                </a:lnTo>
                <a:lnTo>
                  <a:pt x="1088" y="658"/>
                </a:lnTo>
                <a:lnTo>
                  <a:pt x="1089" y="657"/>
                </a:lnTo>
                <a:lnTo>
                  <a:pt x="1090" y="657"/>
                </a:lnTo>
                <a:lnTo>
                  <a:pt x="1095" y="651"/>
                </a:lnTo>
                <a:lnTo>
                  <a:pt x="1097" y="649"/>
                </a:lnTo>
                <a:lnTo>
                  <a:pt x="1099" y="648"/>
                </a:lnTo>
                <a:lnTo>
                  <a:pt x="1100" y="647"/>
                </a:lnTo>
                <a:lnTo>
                  <a:pt x="1100" y="646"/>
                </a:lnTo>
                <a:lnTo>
                  <a:pt x="1100" y="645"/>
                </a:lnTo>
                <a:lnTo>
                  <a:pt x="1100" y="644"/>
                </a:lnTo>
                <a:lnTo>
                  <a:pt x="1100" y="643"/>
                </a:lnTo>
                <a:lnTo>
                  <a:pt x="1100" y="642"/>
                </a:lnTo>
                <a:lnTo>
                  <a:pt x="1100" y="641"/>
                </a:lnTo>
                <a:lnTo>
                  <a:pt x="1098" y="639"/>
                </a:lnTo>
                <a:lnTo>
                  <a:pt x="1098" y="638"/>
                </a:lnTo>
                <a:lnTo>
                  <a:pt x="1099" y="637"/>
                </a:lnTo>
                <a:lnTo>
                  <a:pt x="1099" y="636"/>
                </a:lnTo>
                <a:lnTo>
                  <a:pt x="1099" y="635"/>
                </a:lnTo>
                <a:lnTo>
                  <a:pt x="1100" y="634"/>
                </a:lnTo>
                <a:lnTo>
                  <a:pt x="1100" y="633"/>
                </a:lnTo>
                <a:lnTo>
                  <a:pt x="1101" y="632"/>
                </a:lnTo>
                <a:lnTo>
                  <a:pt x="1100" y="631"/>
                </a:lnTo>
                <a:lnTo>
                  <a:pt x="1100" y="629"/>
                </a:lnTo>
                <a:lnTo>
                  <a:pt x="1100" y="628"/>
                </a:lnTo>
                <a:lnTo>
                  <a:pt x="1099" y="627"/>
                </a:lnTo>
                <a:lnTo>
                  <a:pt x="1099" y="626"/>
                </a:lnTo>
                <a:lnTo>
                  <a:pt x="1098" y="626"/>
                </a:lnTo>
                <a:lnTo>
                  <a:pt x="1096" y="624"/>
                </a:lnTo>
                <a:lnTo>
                  <a:pt x="1095" y="624"/>
                </a:lnTo>
                <a:lnTo>
                  <a:pt x="1095" y="622"/>
                </a:lnTo>
                <a:lnTo>
                  <a:pt x="1094" y="621"/>
                </a:lnTo>
                <a:lnTo>
                  <a:pt x="1093" y="620"/>
                </a:lnTo>
                <a:lnTo>
                  <a:pt x="1093" y="619"/>
                </a:lnTo>
                <a:lnTo>
                  <a:pt x="1093" y="618"/>
                </a:lnTo>
                <a:lnTo>
                  <a:pt x="1093" y="616"/>
                </a:lnTo>
                <a:lnTo>
                  <a:pt x="1093" y="614"/>
                </a:lnTo>
                <a:lnTo>
                  <a:pt x="1092" y="611"/>
                </a:lnTo>
                <a:lnTo>
                  <a:pt x="1092" y="609"/>
                </a:lnTo>
                <a:lnTo>
                  <a:pt x="1092" y="607"/>
                </a:lnTo>
                <a:lnTo>
                  <a:pt x="1089" y="587"/>
                </a:lnTo>
                <a:lnTo>
                  <a:pt x="1088" y="575"/>
                </a:lnTo>
                <a:lnTo>
                  <a:pt x="1087" y="574"/>
                </a:lnTo>
                <a:lnTo>
                  <a:pt x="1087" y="573"/>
                </a:lnTo>
                <a:lnTo>
                  <a:pt x="1087" y="571"/>
                </a:lnTo>
                <a:lnTo>
                  <a:pt x="1086" y="570"/>
                </a:lnTo>
                <a:lnTo>
                  <a:pt x="1086" y="569"/>
                </a:lnTo>
                <a:lnTo>
                  <a:pt x="1086" y="568"/>
                </a:lnTo>
                <a:lnTo>
                  <a:pt x="1086" y="567"/>
                </a:lnTo>
                <a:lnTo>
                  <a:pt x="1085" y="567"/>
                </a:lnTo>
                <a:lnTo>
                  <a:pt x="1085" y="566"/>
                </a:lnTo>
                <a:lnTo>
                  <a:pt x="1086" y="565"/>
                </a:lnTo>
                <a:lnTo>
                  <a:pt x="1086" y="564"/>
                </a:lnTo>
                <a:lnTo>
                  <a:pt x="1087" y="563"/>
                </a:lnTo>
                <a:lnTo>
                  <a:pt x="1086" y="563"/>
                </a:lnTo>
                <a:lnTo>
                  <a:pt x="1086" y="561"/>
                </a:lnTo>
                <a:lnTo>
                  <a:pt x="1087" y="561"/>
                </a:lnTo>
                <a:lnTo>
                  <a:pt x="1086" y="561"/>
                </a:lnTo>
                <a:lnTo>
                  <a:pt x="1086" y="560"/>
                </a:lnTo>
                <a:lnTo>
                  <a:pt x="1087" y="560"/>
                </a:lnTo>
                <a:lnTo>
                  <a:pt x="1087" y="559"/>
                </a:lnTo>
                <a:lnTo>
                  <a:pt x="1087" y="558"/>
                </a:lnTo>
                <a:lnTo>
                  <a:pt x="1088" y="558"/>
                </a:lnTo>
                <a:lnTo>
                  <a:pt x="1087" y="557"/>
                </a:lnTo>
                <a:lnTo>
                  <a:pt x="1087" y="556"/>
                </a:lnTo>
                <a:lnTo>
                  <a:pt x="1088" y="556"/>
                </a:lnTo>
                <a:lnTo>
                  <a:pt x="1088" y="555"/>
                </a:lnTo>
                <a:lnTo>
                  <a:pt x="1088" y="554"/>
                </a:lnTo>
                <a:lnTo>
                  <a:pt x="1089" y="553"/>
                </a:lnTo>
                <a:lnTo>
                  <a:pt x="1090" y="552"/>
                </a:lnTo>
                <a:lnTo>
                  <a:pt x="1090" y="551"/>
                </a:lnTo>
                <a:lnTo>
                  <a:pt x="1091" y="550"/>
                </a:lnTo>
                <a:lnTo>
                  <a:pt x="1091" y="549"/>
                </a:lnTo>
                <a:lnTo>
                  <a:pt x="1092" y="548"/>
                </a:lnTo>
                <a:lnTo>
                  <a:pt x="1093" y="548"/>
                </a:lnTo>
                <a:lnTo>
                  <a:pt x="1094" y="548"/>
                </a:lnTo>
                <a:lnTo>
                  <a:pt x="1094" y="547"/>
                </a:lnTo>
                <a:lnTo>
                  <a:pt x="1094" y="546"/>
                </a:lnTo>
                <a:lnTo>
                  <a:pt x="1095" y="546"/>
                </a:lnTo>
                <a:lnTo>
                  <a:pt x="1095" y="545"/>
                </a:lnTo>
                <a:lnTo>
                  <a:pt x="1096" y="545"/>
                </a:lnTo>
                <a:lnTo>
                  <a:pt x="1096" y="544"/>
                </a:lnTo>
                <a:lnTo>
                  <a:pt x="1097" y="544"/>
                </a:lnTo>
                <a:lnTo>
                  <a:pt x="1098" y="544"/>
                </a:lnTo>
                <a:lnTo>
                  <a:pt x="1098" y="543"/>
                </a:lnTo>
                <a:lnTo>
                  <a:pt x="1098" y="542"/>
                </a:lnTo>
                <a:lnTo>
                  <a:pt x="1099" y="542"/>
                </a:lnTo>
                <a:lnTo>
                  <a:pt x="1099" y="541"/>
                </a:lnTo>
                <a:lnTo>
                  <a:pt x="1099" y="540"/>
                </a:lnTo>
                <a:lnTo>
                  <a:pt x="1099" y="539"/>
                </a:lnTo>
                <a:lnTo>
                  <a:pt x="1100" y="539"/>
                </a:lnTo>
                <a:lnTo>
                  <a:pt x="1100" y="538"/>
                </a:lnTo>
                <a:lnTo>
                  <a:pt x="1100" y="537"/>
                </a:lnTo>
                <a:lnTo>
                  <a:pt x="1100" y="536"/>
                </a:lnTo>
                <a:lnTo>
                  <a:pt x="1100" y="535"/>
                </a:lnTo>
                <a:lnTo>
                  <a:pt x="1101" y="534"/>
                </a:lnTo>
                <a:lnTo>
                  <a:pt x="1102" y="533"/>
                </a:lnTo>
                <a:lnTo>
                  <a:pt x="1102" y="532"/>
                </a:lnTo>
                <a:lnTo>
                  <a:pt x="1103" y="531"/>
                </a:lnTo>
                <a:lnTo>
                  <a:pt x="1105" y="530"/>
                </a:lnTo>
                <a:lnTo>
                  <a:pt x="1105" y="529"/>
                </a:lnTo>
                <a:lnTo>
                  <a:pt x="1106" y="528"/>
                </a:lnTo>
                <a:lnTo>
                  <a:pt x="1107" y="528"/>
                </a:lnTo>
                <a:lnTo>
                  <a:pt x="1108" y="527"/>
                </a:lnTo>
                <a:lnTo>
                  <a:pt x="1109" y="526"/>
                </a:lnTo>
                <a:lnTo>
                  <a:pt x="1109" y="527"/>
                </a:lnTo>
                <a:lnTo>
                  <a:pt x="1110" y="527"/>
                </a:lnTo>
                <a:lnTo>
                  <a:pt x="1111" y="526"/>
                </a:lnTo>
                <a:lnTo>
                  <a:pt x="1112" y="526"/>
                </a:lnTo>
                <a:lnTo>
                  <a:pt x="1113" y="526"/>
                </a:lnTo>
                <a:lnTo>
                  <a:pt x="1113" y="525"/>
                </a:lnTo>
                <a:lnTo>
                  <a:pt x="1114" y="525"/>
                </a:lnTo>
                <a:lnTo>
                  <a:pt x="1116" y="525"/>
                </a:lnTo>
                <a:lnTo>
                  <a:pt x="1118" y="525"/>
                </a:lnTo>
                <a:lnTo>
                  <a:pt x="1119" y="525"/>
                </a:lnTo>
                <a:lnTo>
                  <a:pt x="1120" y="525"/>
                </a:lnTo>
                <a:lnTo>
                  <a:pt x="1133" y="524"/>
                </a:lnTo>
                <a:lnTo>
                  <a:pt x="1148" y="525"/>
                </a:lnTo>
                <a:lnTo>
                  <a:pt x="1149" y="525"/>
                </a:lnTo>
                <a:lnTo>
                  <a:pt x="1149" y="524"/>
                </a:lnTo>
                <a:lnTo>
                  <a:pt x="1150" y="524"/>
                </a:lnTo>
                <a:lnTo>
                  <a:pt x="1151" y="523"/>
                </a:lnTo>
                <a:lnTo>
                  <a:pt x="1152" y="522"/>
                </a:lnTo>
                <a:lnTo>
                  <a:pt x="1153" y="522"/>
                </a:lnTo>
                <a:lnTo>
                  <a:pt x="1153" y="521"/>
                </a:lnTo>
                <a:lnTo>
                  <a:pt x="1154" y="521"/>
                </a:lnTo>
                <a:lnTo>
                  <a:pt x="1155" y="520"/>
                </a:lnTo>
                <a:lnTo>
                  <a:pt x="1156" y="519"/>
                </a:lnTo>
                <a:lnTo>
                  <a:pt x="1157" y="519"/>
                </a:lnTo>
                <a:lnTo>
                  <a:pt x="1158" y="519"/>
                </a:lnTo>
                <a:lnTo>
                  <a:pt x="1159" y="519"/>
                </a:lnTo>
                <a:lnTo>
                  <a:pt x="1160" y="519"/>
                </a:lnTo>
                <a:lnTo>
                  <a:pt x="1161" y="518"/>
                </a:lnTo>
                <a:lnTo>
                  <a:pt x="1162" y="518"/>
                </a:lnTo>
                <a:lnTo>
                  <a:pt x="1162" y="519"/>
                </a:lnTo>
                <a:lnTo>
                  <a:pt x="1163" y="519"/>
                </a:lnTo>
                <a:lnTo>
                  <a:pt x="1163" y="520"/>
                </a:lnTo>
                <a:lnTo>
                  <a:pt x="1164" y="520"/>
                </a:lnTo>
                <a:lnTo>
                  <a:pt x="1180" y="514"/>
                </a:lnTo>
                <a:lnTo>
                  <a:pt x="1181" y="514"/>
                </a:lnTo>
                <a:lnTo>
                  <a:pt x="1181" y="513"/>
                </a:lnTo>
                <a:lnTo>
                  <a:pt x="1182" y="513"/>
                </a:lnTo>
                <a:lnTo>
                  <a:pt x="1182" y="512"/>
                </a:lnTo>
                <a:lnTo>
                  <a:pt x="1182" y="511"/>
                </a:lnTo>
                <a:lnTo>
                  <a:pt x="1182" y="510"/>
                </a:lnTo>
                <a:lnTo>
                  <a:pt x="1182" y="509"/>
                </a:lnTo>
                <a:lnTo>
                  <a:pt x="1183" y="509"/>
                </a:lnTo>
                <a:lnTo>
                  <a:pt x="1183" y="508"/>
                </a:lnTo>
                <a:lnTo>
                  <a:pt x="1184" y="508"/>
                </a:lnTo>
                <a:lnTo>
                  <a:pt x="1184" y="507"/>
                </a:lnTo>
                <a:lnTo>
                  <a:pt x="1185" y="507"/>
                </a:lnTo>
                <a:lnTo>
                  <a:pt x="1185" y="506"/>
                </a:lnTo>
                <a:lnTo>
                  <a:pt x="1186" y="505"/>
                </a:lnTo>
                <a:lnTo>
                  <a:pt x="1188" y="504"/>
                </a:lnTo>
                <a:lnTo>
                  <a:pt x="1189" y="504"/>
                </a:lnTo>
                <a:lnTo>
                  <a:pt x="1190" y="503"/>
                </a:lnTo>
                <a:lnTo>
                  <a:pt x="1191" y="502"/>
                </a:lnTo>
                <a:lnTo>
                  <a:pt x="1191" y="501"/>
                </a:lnTo>
                <a:lnTo>
                  <a:pt x="1192" y="500"/>
                </a:lnTo>
                <a:lnTo>
                  <a:pt x="1194" y="499"/>
                </a:lnTo>
                <a:lnTo>
                  <a:pt x="1196" y="498"/>
                </a:lnTo>
                <a:lnTo>
                  <a:pt x="1197" y="496"/>
                </a:lnTo>
                <a:lnTo>
                  <a:pt x="1197" y="495"/>
                </a:lnTo>
                <a:lnTo>
                  <a:pt x="1198" y="495"/>
                </a:lnTo>
                <a:lnTo>
                  <a:pt x="1198" y="494"/>
                </a:lnTo>
                <a:lnTo>
                  <a:pt x="1198" y="493"/>
                </a:lnTo>
                <a:lnTo>
                  <a:pt x="1198" y="492"/>
                </a:lnTo>
                <a:lnTo>
                  <a:pt x="1197" y="491"/>
                </a:lnTo>
                <a:lnTo>
                  <a:pt x="1196" y="490"/>
                </a:lnTo>
                <a:lnTo>
                  <a:pt x="1196" y="488"/>
                </a:lnTo>
                <a:lnTo>
                  <a:pt x="1196" y="487"/>
                </a:lnTo>
                <a:lnTo>
                  <a:pt x="1197" y="487"/>
                </a:lnTo>
                <a:lnTo>
                  <a:pt x="1197" y="486"/>
                </a:lnTo>
                <a:lnTo>
                  <a:pt x="1200" y="485"/>
                </a:lnTo>
                <a:lnTo>
                  <a:pt x="1201" y="484"/>
                </a:lnTo>
                <a:lnTo>
                  <a:pt x="1201" y="483"/>
                </a:lnTo>
                <a:lnTo>
                  <a:pt x="1201" y="482"/>
                </a:lnTo>
                <a:lnTo>
                  <a:pt x="1201" y="481"/>
                </a:lnTo>
                <a:lnTo>
                  <a:pt x="1200" y="481"/>
                </a:lnTo>
                <a:lnTo>
                  <a:pt x="1200" y="480"/>
                </a:lnTo>
                <a:lnTo>
                  <a:pt x="1198" y="479"/>
                </a:lnTo>
                <a:lnTo>
                  <a:pt x="1198" y="478"/>
                </a:lnTo>
                <a:lnTo>
                  <a:pt x="1197" y="478"/>
                </a:lnTo>
                <a:lnTo>
                  <a:pt x="1196" y="477"/>
                </a:lnTo>
                <a:lnTo>
                  <a:pt x="1194" y="476"/>
                </a:lnTo>
                <a:lnTo>
                  <a:pt x="1194" y="474"/>
                </a:lnTo>
                <a:lnTo>
                  <a:pt x="1194" y="472"/>
                </a:lnTo>
                <a:lnTo>
                  <a:pt x="1193" y="471"/>
                </a:lnTo>
                <a:lnTo>
                  <a:pt x="1194" y="470"/>
                </a:lnTo>
                <a:lnTo>
                  <a:pt x="1193" y="469"/>
                </a:lnTo>
                <a:lnTo>
                  <a:pt x="1194" y="469"/>
                </a:lnTo>
                <a:lnTo>
                  <a:pt x="1194" y="468"/>
                </a:lnTo>
                <a:lnTo>
                  <a:pt x="1194" y="467"/>
                </a:lnTo>
                <a:lnTo>
                  <a:pt x="1194" y="466"/>
                </a:lnTo>
                <a:lnTo>
                  <a:pt x="1195" y="466"/>
                </a:lnTo>
                <a:lnTo>
                  <a:pt x="1195" y="465"/>
                </a:lnTo>
                <a:lnTo>
                  <a:pt x="1196" y="465"/>
                </a:lnTo>
                <a:lnTo>
                  <a:pt x="1197" y="464"/>
                </a:lnTo>
                <a:lnTo>
                  <a:pt x="1198" y="464"/>
                </a:lnTo>
                <a:lnTo>
                  <a:pt x="1199" y="464"/>
                </a:lnTo>
                <a:lnTo>
                  <a:pt x="1199" y="463"/>
                </a:lnTo>
                <a:lnTo>
                  <a:pt x="1200" y="463"/>
                </a:lnTo>
                <a:lnTo>
                  <a:pt x="1201" y="462"/>
                </a:lnTo>
                <a:lnTo>
                  <a:pt x="1202" y="462"/>
                </a:lnTo>
                <a:lnTo>
                  <a:pt x="1203" y="462"/>
                </a:lnTo>
                <a:lnTo>
                  <a:pt x="1203" y="461"/>
                </a:lnTo>
                <a:lnTo>
                  <a:pt x="1204" y="461"/>
                </a:lnTo>
                <a:lnTo>
                  <a:pt x="1204" y="460"/>
                </a:lnTo>
                <a:lnTo>
                  <a:pt x="1204" y="459"/>
                </a:lnTo>
                <a:lnTo>
                  <a:pt x="1204" y="458"/>
                </a:lnTo>
                <a:lnTo>
                  <a:pt x="1204" y="457"/>
                </a:lnTo>
                <a:lnTo>
                  <a:pt x="1204" y="456"/>
                </a:lnTo>
                <a:lnTo>
                  <a:pt x="1205" y="456"/>
                </a:lnTo>
                <a:lnTo>
                  <a:pt x="1205" y="455"/>
                </a:lnTo>
                <a:lnTo>
                  <a:pt x="1206" y="455"/>
                </a:lnTo>
                <a:lnTo>
                  <a:pt x="1206" y="454"/>
                </a:lnTo>
                <a:lnTo>
                  <a:pt x="1207" y="454"/>
                </a:lnTo>
                <a:lnTo>
                  <a:pt x="1208" y="454"/>
                </a:lnTo>
                <a:lnTo>
                  <a:pt x="1208" y="453"/>
                </a:lnTo>
                <a:lnTo>
                  <a:pt x="1209" y="453"/>
                </a:lnTo>
                <a:lnTo>
                  <a:pt x="1210" y="453"/>
                </a:lnTo>
                <a:lnTo>
                  <a:pt x="1211" y="453"/>
                </a:lnTo>
                <a:lnTo>
                  <a:pt x="1211" y="454"/>
                </a:lnTo>
                <a:lnTo>
                  <a:pt x="1213" y="454"/>
                </a:lnTo>
                <a:lnTo>
                  <a:pt x="1214" y="453"/>
                </a:lnTo>
                <a:lnTo>
                  <a:pt x="1215" y="453"/>
                </a:lnTo>
                <a:lnTo>
                  <a:pt x="1216" y="453"/>
                </a:lnTo>
                <a:lnTo>
                  <a:pt x="1217" y="452"/>
                </a:lnTo>
                <a:lnTo>
                  <a:pt x="1218" y="452"/>
                </a:lnTo>
                <a:lnTo>
                  <a:pt x="1219" y="453"/>
                </a:lnTo>
                <a:lnTo>
                  <a:pt x="1221" y="453"/>
                </a:lnTo>
                <a:lnTo>
                  <a:pt x="1222" y="453"/>
                </a:lnTo>
                <a:lnTo>
                  <a:pt x="1222" y="454"/>
                </a:lnTo>
                <a:lnTo>
                  <a:pt x="1222" y="453"/>
                </a:lnTo>
                <a:lnTo>
                  <a:pt x="1223" y="453"/>
                </a:lnTo>
                <a:lnTo>
                  <a:pt x="1225" y="453"/>
                </a:lnTo>
                <a:lnTo>
                  <a:pt x="1227" y="452"/>
                </a:lnTo>
                <a:lnTo>
                  <a:pt x="1227" y="451"/>
                </a:lnTo>
                <a:lnTo>
                  <a:pt x="1228" y="451"/>
                </a:lnTo>
                <a:lnTo>
                  <a:pt x="1230" y="451"/>
                </a:lnTo>
                <a:lnTo>
                  <a:pt x="1232" y="452"/>
                </a:lnTo>
                <a:lnTo>
                  <a:pt x="1236" y="453"/>
                </a:lnTo>
                <a:lnTo>
                  <a:pt x="1239" y="455"/>
                </a:lnTo>
                <a:lnTo>
                  <a:pt x="1243" y="455"/>
                </a:lnTo>
                <a:lnTo>
                  <a:pt x="1244" y="455"/>
                </a:lnTo>
                <a:lnTo>
                  <a:pt x="1245" y="456"/>
                </a:lnTo>
                <a:lnTo>
                  <a:pt x="1246" y="456"/>
                </a:lnTo>
                <a:lnTo>
                  <a:pt x="1247" y="456"/>
                </a:lnTo>
                <a:lnTo>
                  <a:pt x="1251" y="457"/>
                </a:lnTo>
                <a:lnTo>
                  <a:pt x="1252" y="457"/>
                </a:lnTo>
                <a:lnTo>
                  <a:pt x="1253" y="458"/>
                </a:lnTo>
                <a:lnTo>
                  <a:pt x="1254" y="458"/>
                </a:lnTo>
                <a:lnTo>
                  <a:pt x="1255" y="459"/>
                </a:lnTo>
                <a:lnTo>
                  <a:pt x="1257" y="459"/>
                </a:lnTo>
                <a:lnTo>
                  <a:pt x="1258" y="459"/>
                </a:lnTo>
                <a:lnTo>
                  <a:pt x="1259" y="458"/>
                </a:lnTo>
                <a:lnTo>
                  <a:pt x="1260" y="458"/>
                </a:lnTo>
                <a:lnTo>
                  <a:pt x="1261" y="458"/>
                </a:lnTo>
                <a:lnTo>
                  <a:pt x="1263" y="457"/>
                </a:lnTo>
                <a:lnTo>
                  <a:pt x="1264" y="456"/>
                </a:lnTo>
                <a:lnTo>
                  <a:pt x="1263" y="455"/>
                </a:lnTo>
                <a:lnTo>
                  <a:pt x="1262" y="454"/>
                </a:lnTo>
                <a:lnTo>
                  <a:pt x="1262" y="453"/>
                </a:lnTo>
                <a:lnTo>
                  <a:pt x="1262" y="452"/>
                </a:lnTo>
                <a:lnTo>
                  <a:pt x="1263" y="452"/>
                </a:lnTo>
                <a:lnTo>
                  <a:pt x="1266" y="452"/>
                </a:lnTo>
                <a:lnTo>
                  <a:pt x="1268" y="452"/>
                </a:lnTo>
                <a:lnTo>
                  <a:pt x="1269" y="452"/>
                </a:lnTo>
                <a:lnTo>
                  <a:pt x="1271" y="452"/>
                </a:lnTo>
                <a:lnTo>
                  <a:pt x="1272" y="451"/>
                </a:lnTo>
                <a:lnTo>
                  <a:pt x="1273" y="451"/>
                </a:lnTo>
                <a:lnTo>
                  <a:pt x="1274" y="452"/>
                </a:lnTo>
                <a:lnTo>
                  <a:pt x="1275" y="452"/>
                </a:lnTo>
                <a:lnTo>
                  <a:pt x="1276" y="451"/>
                </a:lnTo>
                <a:lnTo>
                  <a:pt x="1278" y="451"/>
                </a:lnTo>
                <a:lnTo>
                  <a:pt x="1279" y="450"/>
                </a:lnTo>
                <a:lnTo>
                  <a:pt x="1280" y="449"/>
                </a:lnTo>
                <a:lnTo>
                  <a:pt x="1281" y="449"/>
                </a:lnTo>
                <a:lnTo>
                  <a:pt x="1282" y="448"/>
                </a:lnTo>
                <a:lnTo>
                  <a:pt x="1284" y="448"/>
                </a:lnTo>
                <a:lnTo>
                  <a:pt x="1285" y="449"/>
                </a:lnTo>
                <a:lnTo>
                  <a:pt x="1286" y="449"/>
                </a:lnTo>
                <a:lnTo>
                  <a:pt x="1287" y="449"/>
                </a:lnTo>
                <a:lnTo>
                  <a:pt x="1288" y="449"/>
                </a:lnTo>
                <a:lnTo>
                  <a:pt x="1288" y="448"/>
                </a:lnTo>
                <a:lnTo>
                  <a:pt x="1289" y="448"/>
                </a:lnTo>
                <a:lnTo>
                  <a:pt x="1290" y="448"/>
                </a:lnTo>
                <a:lnTo>
                  <a:pt x="1291" y="449"/>
                </a:lnTo>
                <a:lnTo>
                  <a:pt x="1291" y="452"/>
                </a:lnTo>
                <a:lnTo>
                  <a:pt x="1292" y="452"/>
                </a:lnTo>
                <a:lnTo>
                  <a:pt x="1293" y="452"/>
                </a:lnTo>
                <a:lnTo>
                  <a:pt x="1294" y="452"/>
                </a:lnTo>
                <a:lnTo>
                  <a:pt x="1294" y="453"/>
                </a:lnTo>
                <a:lnTo>
                  <a:pt x="1295" y="454"/>
                </a:lnTo>
                <a:lnTo>
                  <a:pt x="1296" y="455"/>
                </a:lnTo>
                <a:lnTo>
                  <a:pt x="1296" y="456"/>
                </a:lnTo>
                <a:lnTo>
                  <a:pt x="1295" y="457"/>
                </a:lnTo>
                <a:lnTo>
                  <a:pt x="1294" y="457"/>
                </a:lnTo>
                <a:lnTo>
                  <a:pt x="1294" y="458"/>
                </a:lnTo>
                <a:lnTo>
                  <a:pt x="1294" y="459"/>
                </a:lnTo>
                <a:lnTo>
                  <a:pt x="1294" y="460"/>
                </a:lnTo>
                <a:lnTo>
                  <a:pt x="1294" y="461"/>
                </a:lnTo>
                <a:lnTo>
                  <a:pt x="1293" y="461"/>
                </a:lnTo>
                <a:lnTo>
                  <a:pt x="1293" y="462"/>
                </a:lnTo>
                <a:lnTo>
                  <a:pt x="1293" y="463"/>
                </a:lnTo>
                <a:lnTo>
                  <a:pt x="1294" y="463"/>
                </a:lnTo>
                <a:lnTo>
                  <a:pt x="1295" y="463"/>
                </a:lnTo>
                <a:lnTo>
                  <a:pt x="1296" y="464"/>
                </a:lnTo>
                <a:lnTo>
                  <a:pt x="1297" y="464"/>
                </a:lnTo>
                <a:lnTo>
                  <a:pt x="1297" y="465"/>
                </a:lnTo>
                <a:lnTo>
                  <a:pt x="1297" y="466"/>
                </a:lnTo>
                <a:lnTo>
                  <a:pt x="1297" y="467"/>
                </a:lnTo>
                <a:lnTo>
                  <a:pt x="1298" y="468"/>
                </a:lnTo>
                <a:lnTo>
                  <a:pt x="1299" y="468"/>
                </a:lnTo>
                <a:lnTo>
                  <a:pt x="1299" y="469"/>
                </a:lnTo>
                <a:lnTo>
                  <a:pt x="1298" y="470"/>
                </a:lnTo>
                <a:lnTo>
                  <a:pt x="1297" y="470"/>
                </a:lnTo>
                <a:lnTo>
                  <a:pt x="1296" y="471"/>
                </a:lnTo>
                <a:lnTo>
                  <a:pt x="1296" y="472"/>
                </a:lnTo>
                <a:lnTo>
                  <a:pt x="1296" y="473"/>
                </a:lnTo>
                <a:lnTo>
                  <a:pt x="1295" y="473"/>
                </a:lnTo>
                <a:lnTo>
                  <a:pt x="1294" y="473"/>
                </a:lnTo>
                <a:lnTo>
                  <a:pt x="1292" y="472"/>
                </a:lnTo>
                <a:lnTo>
                  <a:pt x="1291" y="472"/>
                </a:lnTo>
                <a:lnTo>
                  <a:pt x="1291" y="473"/>
                </a:lnTo>
                <a:lnTo>
                  <a:pt x="1290" y="474"/>
                </a:lnTo>
                <a:lnTo>
                  <a:pt x="1289" y="474"/>
                </a:lnTo>
                <a:lnTo>
                  <a:pt x="1288" y="474"/>
                </a:lnTo>
                <a:lnTo>
                  <a:pt x="1286" y="474"/>
                </a:lnTo>
                <a:lnTo>
                  <a:pt x="1286" y="475"/>
                </a:lnTo>
                <a:lnTo>
                  <a:pt x="1286" y="476"/>
                </a:lnTo>
                <a:lnTo>
                  <a:pt x="1286" y="477"/>
                </a:lnTo>
                <a:lnTo>
                  <a:pt x="1285" y="478"/>
                </a:lnTo>
                <a:lnTo>
                  <a:pt x="1284" y="479"/>
                </a:lnTo>
                <a:lnTo>
                  <a:pt x="1284" y="480"/>
                </a:lnTo>
                <a:lnTo>
                  <a:pt x="1285" y="480"/>
                </a:lnTo>
                <a:lnTo>
                  <a:pt x="1286" y="480"/>
                </a:lnTo>
                <a:lnTo>
                  <a:pt x="1288" y="480"/>
                </a:lnTo>
                <a:lnTo>
                  <a:pt x="1289" y="481"/>
                </a:lnTo>
                <a:lnTo>
                  <a:pt x="1289" y="482"/>
                </a:lnTo>
                <a:lnTo>
                  <a:pt x="1289" y="483"/>
                </a:lnTo>
                <a:lnTo>
                  <a:pt x="1291" y="483"/>
                </a:lnTo>
                <a:lnTo>
                  <a:pt x="1292" y="484"/>
                </a:lnTo>
                <a:lnTo>
                  <a:pt x="1292" y="485"/>
                </a:lnTo>
                <a:lnTo>
                  <a:pt x="1290" y="485"/>
                </a:lnTo>
                <a:lnTo>
                  <a:pt x="1289" y="485"/>
                </a:lnTo>
                <a:lnTo>
                  <a:pt x="1290" y="485"/>
                </a:lnTo>
                <a:lnTo>
                  <a:pt x="1291" y="486"/>
                </a:lnTo>
                <a:lnTo>
                  <a:pt x="1291" y="487"/>
                </a:lnTo>
                <a:lnTo>
                  <a:pt x="1292" y="488"/>
                </a:lnTo>
                <a:lnTo>
                  <a:pt x="1294" y="487"/>
                </a:lnTo>
                <a:lnTo>
                  <a:pt x="1295" y="487"/>
                </a:lnTo>
                <a:lnTo>
                  <a:pt x="1296" y="488"/>
                </a:lnTo>
                <a:lnTo>
                  <a:pt x="1298" y="489"/>
                </a:lnTo>
                <a:lnTo>
                  <a:pt x="1300" y="490"/>
                </a:lnTo>
                <a:lnTo>
                  <a:pt x="1301" y="491"/>
                </a:lnTo>
                <a:lnTo>
                  <a:pt x="1302" y="492"/>
                </a:lnTo>
                <a:lnTo>
                  <a:pt x="1303" y="491"/>
                </a:lnTo>
                <a:lnTo>
                  <a:pt x="1304" y="490"/>
                </a:lnTo>
                <a:lnTo>
                  <a:pt x="1305" y="490"/>
                </a:lnTo>
                <a:lnTo>
                  <a:pt x="1306" y="491"/>
                </a:lnTo>
                <a:lnTo>
                  <a:pt x="1308" y="492"/>
                </a:lnTo>
                <a:lnTo>
                  <a:pt x="1310" y="492"/>
                </a:lnTo>
                <a:lnTo>
                  <a:pt x="1311" y="493"/>
                </a:lnTo>
                <a:lnTo>
                  <a:pt x="1312" y="494"/>
                </a:lnTo>
                <a:lnTo>
                  <a:pt x="1313" y="495"/>
                </a:lnTo>
                <a:lnTo>
                  <a:pt x="1313" y="496"/>
                </a:lnTo>
                <a:lnTo>
                  <a:pt x="1314" y="496"/>
                </a:lnTo>
                <a:lnTo>
                  <a:pt x="1315" y="496"/>
                </a:lnTo>
                <a:lnTo>
                  <a:pt x="1316" y="496"/>
                </a:lnTo>
                <a:lnTo>
                  <a:pt x="1317" y="496"/>
                </a:lnTo>
                <a:lnTo>
                  <a:pt x="1316" y="498"/>
                </a:lnTo>
                <a:lnTo>
                  <a:pt x="1315" y="499"/>
                </a:lnTo>
                <a:lnTo>
                  <a:pt x="1313" y="500"/>
                </a:lnTo>
                <a:lnTo>
                  <a:pt x="1312" y="501"/>
                </a:lnTo>
                <a:lnTo>
                  <a:pt x="1310" y="502"/>
                </a:lnTo>
                <a:lnTo>
                  <a:pt x="1310" y="503"/>
                </a:lnTo>
                <a:lnTo>
                  <a:pt x="1310" y="504"/>
                </a:lnTo>
                <a:lnTo>
                  <a:pt x="1310" y="505"/>
                </a:lnTo>
                <a:lnTo>
                  <a:pt x="1309" y="506"/>
                </a:lnTo>
                <a:lnTo>
                  <a:pt x="1308" y="506"/>
                </a:lnTo>
                <a:lnTo>
                  <a:pt x="1306" y="507"/>
                </a:lnTo>
                <a:lnTo>
                  <a:pt x="1305" y="507"/>
                </a:lnTo>
                <a:lnTo>
                  <a:pt x="1304" y="508"/>
                </a:lnTo>
                <a:lnTo>
                  <a:pt x="1304" y="509"/>
                </a:lnTo>
                <a:lnTo>
                  <a:pt x="1305" y="510"/>
                </a:lnTo>
                <a:lnTo>
                  <a:pt x="1306" y="511"/>
                </a:lnTo>
                <a:lnTo>
                  <a:pt x="1307" y="511"/>
                </a:lnTo>
                <a:lnTo>
                  <a:pt x="1308" y="511"/>
                </a:lnTo>
                <a:lnTo>
                  <a:pt x="1309" y="512"/>
                </a:lnTo>
                <a:lnTo>
                  <a:pt x="1310" y="513"/>
                </a:lnTo>
                <a:lnTo>
                  <a:pt x="1311" y="513"/>
                </a:lnTo>
                <a:lnTo>
                  <a:pt x="1312" y="513"/>
                </a:lnTo>
                <a:lnTo>
                  <a:pt x="1313" y="513"/>
                </a:lnTo>
                <a:lnTo>
                  <a:pt x="1314" y="513"/>
                </a:lnTo>
                <a:lnTo>
                  <a:pt x="1316" y="513"/>
                </a:lnTo>
                <a:lnTo>
                  <a:pt x="1317" y="513"/>
                </a:lnTo>
                <a:lnTo>
                  <a:pt x="1318" y="514"/>
                </a:lnTo>
                <a:lnTo>
                  <a:pt x="1318" y="515"/>
                </a:lnTo>
                <a:lnTo>
                  <a:pt x="1319" y="515"/>
                </a:lnTo>
                <a:lnTo>
                  <a:pt x="1319" y="516"/>
                </a:lnTo>
                <a:lnTo>
                  <a:pt x="1320" y="516"/>
                </a:lnTo>
                <a:lnTo>
                  <a:pt x="1320" y="515"/>
                </a:lnTo>
                <a:lnTo>
                  <a:pt x="1321" y="515"/>
                </a:lnTo>
                <a:lnTo>
                  <a:pt x="1324" y="518"/>
                </a:lnTo>
                <a:lnTo>
                  <a:pt x="1326" y="519"/>
                </a:lnTo>
                <a:lnTo>
                  <a:pt x="1327" y="518"/>
                </a:lnTo>
                <a:lnTo>
                  <a:pt x="1329" y="518"/>
                </a:lnTo>
                <a:lnTo>
                  <a:pt x="1330" y="518"/>
                </a:lnTo>
                <a:lnTo>
                  <a:pt x="1332" y="519"/>
                </a:lnTo>
                <a:lnTo>
                  <a:pt x="1335" y="520"/>
                </a:lnTo>
                <a:lnTo>
                  <a:pt x="1336" y="520"/>
                </a:lnTo>
                <a:lnTo>
                  <a:pt x="1338" y="521"/>
                </a:lnTo>
                <a:lnTo>
                  <a:pt x="1340" y="522"/>
                </a:lnTo>
                <a:lnTo>
                  <a:pt x="1340" y="523"/>
                </a:lnTo>
                <a:lnTo>
                  <a:pt x="1340" y="524"/>
                </a:lnTo>
                <a:lnTo>
                  <a:pt x="1340" y="525"/>
                </a:lnTo>
                <a:lnTo>
                  <a:pt x="1341" y="525"/>
                </a:lnTo>
                <a:lnTo>
                  <a:pt x="1344" y="527"/>
                </a:lnTo>
                <a:lnTo>
                  <a:pt x="1345" y="528"/>
                </a:lnTo>
                <a:lnTo>
                  <a:pt x="1346" y="528"/>
                </a:lnTo>
                <a:lnTo>
                  <a:pt x="1347" y="529"/>
                </a:lnTo>
                <a:lnTo>
                  <a:pt x="1348" y="529"/>
                </a:lnTo>
                <a:lnTo>
                  <a:pt x="1349" y="529"/>
                </a:lnTo>
                <a:lnTo>
                  <a:pt x="1351" y="528"/>
                </a:lnTo>
                <a:lnTo>
                  <a:pt x="1352" y="527"/>
                </a:lnTo>
                <a:lnTo>
                  <a:pt x="1353" y="527"/>
                </a:lnTo>
                <a:lnTo>
                  <a:pt x="1354" y="527"/>
                </a:lnTo>
                <a:lnTo>
                  <a:pt x="1355" y="528"/>
                </a:lnTo>
                <a:lnTo>
                  <a:pt x="1355" y="529"/>
                </a:lnTo>
                <a:lnTo>
                  <a:pt x="1355" y="530"/>
                </a:lnTo>
                <a:lnTo>
                  <a:pt x="1356" y="532"/>
                </a:lnTo>
                <a:lnTo>
                  <a:pt x="1357" y="532"/>
                </a:lnTo>
                <a:lnTo>
                  <a:pt x="1359" y="532"/>
                </a:lnTo>
                <a:lnTo>
                  <a:pt x="1359" y="533"/>
                </a:lnTo>
                <a:lnTo>
                  <a:pt x="1360" y="534"/>
                </a:lnTo>
                <a:lnTo>
                  <a:pt x="1362" y="534"/>
                </a:lnTo>
                <a:lnTo>
                  <a:pt x="1362" y="535"/>
                </a:lnTo>
                <a:lnTo>
                  <a:pt x="1362" y="537"/>
                </a:lnTo>
                <a:lnTo>
                  <a:pt x="1360" y="538"/>
                </a:lnTo>
                <a:lnTo>
                  <a:pt x="1360" y="539"/>
                </a:lnTo>
                <a:lnTo>
                  <a:pt x="1360" y="540"/>
                </a:lnTo>
                <a:lnTo>
                  <a:pt x="1359" y="540"/>
                </a:lnTo>
                <a:lnTo>
                  <a:pt x="1360" y="541"/>
                </a:lnTo>
                <a:lnTo>
                  <a:pt x="1361" y="542"/>
                </a:lnTo>
                <a:lnTo>
                  <a:pt x="1361" y="543"/>
                </a:lnTo>
                <a:lnTo>
                  <a:pt x="1361" y="544"/>
                </a:lnTo>
                <a:lnTo>
                  <a:pt x="1361" y="546"/>
                </a:lnTo>
                <a:lnTo>
                  <a:pt x="1362" y="546"/>
                </a:lnTo>
                <a:lnTo>
                  <a:pt x="1362" y="547"/>
                </a:lnTo>
                <a:lnTo>
                  <a:pt x="1363" y="547"/>
                </a:lnTo>
                <a:lnTo>
                  <a:pt x="1363" y="548"/>
                </a:lnTo>
                <a:lnTo>
                  <a:pt x="1364" y="548"/>
                </a:lnTo>
                <a:lnTo>
                  <a:pt x="1365" y="548"/>
                </a:lnTo>
                <a:lnTo>
                  <a:pt x="1365" y="549"/>
                </a:lnTo>
                <a:lnTo>
                  <a:pt x="1365" y="550"/>
                </a:lnTo>
                <a:lnTo>
                  <a:pt x="1365" y="551"/>
                </a:lnTo>
                <a:lnTo>
                  <a:pt x="1366" y="551"/>
                </a:lnTo>
                <a:lnTo>
                  <a:pt x="1367" y="552"/>
                </a:lnTo>
                <a:lnTo>
                  <a:pt x="1369" y="552"/>
                </a:lnTo>
                <a:lnTo>
                  <a:pt x="1369" y="551"/>
                </a:lnTo>
                <a:lnTo>
                  <a:pt x="1370" y="551"/>
                </a:lnTo>
                <a:lnTo>
                  <a:pt x="1371" y="551"/>
                </a:lnTo>
                <a:lnTo>
                  <a:pt x="1372" y="551"/>
                </a:lnTo>
                <a:lnTo>
                  <a:pt x="1372" y="552"/>
                </a:lnTo>
                <a:lnTo>
                  <a:pt x="1373" y="552"/>
                </a:lnTo>
                <a:lnTo>
                  <a:pt x="1373" y="553"/>
                </a:lnTo>
                <a:lnTo>
                  <a:pt x="1375" y="554"/>
                </a:lnTo>
                <a:lnTo>
                  <a:pt x="1376" y="554"/>
                </a:lnTo>
                <a:lnTo>
                  <a:pt x="1377" y="555"/>
                </a:lnTo>
                <a:lnTo>
                  <a:pt x="1378" y="555"/>
                </a:lnTo>
                <a:lnTo>
                  <a:pt x="1379" y="555"/>
                </a:lnTo>
                <a:lnTo>
                  <a:pt x="1380" y="556"/>
                </a:lnTo>
                <a:lnTo>
                  <a:pt x="1381" y="558"/>
                </a:lnTo>
                <a:lnTo>
                  <a:pt x="1382" y="558"/>
                </a:lnTo>
                <a:lnTo>
                  <a:pt x="1383" y="558"/>
                </a:lnTo>
                <a:lnTo>
                  <a:pt x="1384" y="558"/>
                </a:lnTo>
                <a:lnTo>
                  <a:pt x="1385" y="558"/>
                </a:lnTo>
                <a:lnTo>
                  <a:pt x="1387" y="558"/>
                </a:lnTo>
                <a:lnTo>
                  <a:pt x="1389" y="558"/>
                </a:lnTo>
                <a:lnTo>
                  <a:pt x="1390" y="558"/>
                </a:lnTo>
                <a:lnTo>
                  <a:pt x="1392" y="558"/>
                </a:lnTo>
                <a:lnTo>
                  <a:pt x="1392" y="559"/>
                </a:lnTo>
                <a:lnTo>
                  <a:pt x="1393" y="560"/>
                </a:lnTo>
                <a:lnTo>
                  <a:pt x="1394" y="560"/>
                </a:lnTo>
                <a:lnTo>
                  <a:pt x="1397" y="562"/>
                </a:lnTo>
                <a:lnTo>
                  <a:pt x="1399" y="563"/>
                </a:lnTo>
                <a:lnTo>
                  <a:pt x="1401" y="565"/>
                </a:lnTo>
                <a:lnTo>
                  <a:pt x="1401" y="566"/>
                </a:lnTo>
                <a:lnTo>
                  <a:pt x="1401" y="568"/>
                </a:lnTo>
                <a:lnTo>
                  <a:pt x="1402" y="568"/>
                </a:lnTo>
                <a:lnTo>
                  <a:pt x="1402" y="569"/>
                </a:lnTo>
                <a:lnTo>
                  <a:pt x="1403" y="569"/>
                </a:lnTo>
                <a:lnTo>
                  <a:pt x="1403" y="570"/>
                </a:lnTo>
                <a:lnTo>
                  <a:pt x="1404" y="570"/>
                </a:lnTo>
                <a:lnTo>
                  <a:pt x="1404" y="571"/>
                </a:lnTo>
                <a:lnTo>
                  <a:pt x="1405" y="571"/>
                </a:lnTo>
                <a:lnTo>
                  <a:pt x="1407" y="571"/>
                </a:lnTo>
                <a:lnTo>
                  <a:pt x="1409" y="570"/>
                </a:lnTo>
                <a:lnTo>
                  <a:pt x="1411" y="570"/>
                </a:lnTo>
                <a:lnTo>
                  <a:pt x="1412" y="570"/>
                </a:lnTo>
                <a:lnTo>
                  <a:pt x="1413" y="570"/>
                </a:lnTo>
                <a:lnTo>
                  <a:pt x="1414" y="571"/>
                </a:lnTo>
                <a:lnTo>
                  <a:pt x="1415" y="571"/>
                </a:lnTo>
                <a:lnTo>
                  <a:pt x="1416" y="571"/>
                </a:lnTo>
                <a:lnTo>
                  <a:pt x="1418" y="571"/>
                </a:lnTo>
                <a:lnTo>
                  <a:pt x="1420" y="571"/>
                </a:lnTo>
                <a:lnTo>
                  <a:pt x="1421" y="570"/>
                </a:lnTo>
                <a:lnTo>
                  <a:pt x="1422" y="570"/>
                </a:lnTo>
                <a:lnTo>
                  <a:pt x="1423" y="570"/>
                </a:lnTo>
                <a:lnTo>
                  <a:pt x="1424" y="569"/>
                </a:lnTo>
                <a:lnTo>
                  <a:pt x="1424" y="568"/>
                </a:lnTo>
                <a:lnTo>
                  <a:pt x="1425" y="567"/>
                </a:lnTo>
                <a:lnTo>
                  <a:pt x="1427" y="567"/>
                </a:lnTo>
                <a:lnTo>
                  <a:pt x="1429" y="567"/>
                </a:lnTo>
                <a:lnTo>
                  <a:pt x="1430" y="566"/>
                </a:lnTo>
                <a:lnTo>
                  <a:pt x="1431" y="565"/>
                </a:lnTo>
                <a:lnTo>
                  <a:pt x="1432" y="565"/>
                </a:lnTo>
                <a:lnTo>
                  <a:pt x="1433" y="565"/>
                </a:lnTo>
                <a:lnTo>
                  <a:pt x="1434" y="566"/>
                </a:lnTo>
                <a:lnTo>
                  <a:pt x="1438" y="566"/>
                </a:lnTo>
                <a:lnTo>
                  <a:pt x="1440" y="566"/>
                </a:lnTo>
                <a:lnTo>
                  <a:pt x="1441" y="567"/>
                </a:lnTo>
                <a:lnTo>
                  <a:pt x="1442" y="567"/>
                </a:lnTo>
                <a:lnTo>
                  <a:pt x="1445" y="566"/>
                </a:lnTo>
                <a:lnTo>
                  <a:pt x="1447" y="565"/>
                </a:lnTo>
                <a:lnTo>
                  <a:pt x="1449" y="565"/>
                </a:lnTo>
                <a:lnTo>
                  <a:pt x="1450" y="566"/>
                </a:lnTo>
                <a:lnTo>
                  <a:pt x="1451" y="567"/>
                </a:lnTo>
                <a:lnTo>
                  <a:pt x="1451" y="568"/>
                </a:lnTo>
                <a:lnTo>
                  <a:pt x="1451" y="569"/>
                </a:lnTo>
                <a:lnTo>
                  <a:pt x="1451" y="571"/>
                </a:lnTo>
                <a:lnTo>
                  <a:pt x="1451" y="572"/>
                </a:lnTo>
                <a:lnTo>
                  <a:pt x="1452" y="573"/>
                </a:lnTo>
                <a:lnTo>
                  <a:pt x="1453" y="574"/>
                </a:lnTo>
                <a:lnTo>
                  <a:pt x="1454" y="574"/>
                </a:lnTo>
                <a:lnTo>
                  <a:pt x="1455" y="575"/>
                </a:lnTo>
                <a:lnTo>
                  <a:pt x="1456" y="575"/>
                </a:lnTo>
                <a:lnTo>
                  <a:pt x="1456" y="577"/>
                </a:lnTo>
                <a:lnTo>
                  <a:pt x="1456" y="578"/>
                </a:lnTo>
                <a:lnTo>
                  <a:pt x="1457" y="578"/>
                </a:lnTo>
                <a:lnTo>
                  <a:pt x="1459" y="579"/>
                </a:lnTo>
                <a:lnTo>
                  <a:pt x="1460" y="579"/>
                </a:lnTo>
                <a:lnTo>
                  <a:pt x="1462" y="579"/>
                </a:lnTo>
                <a:lnTo>
                  <a:pt x="1463" y="580"/>
                </a:lnTo>
                <a:lnTo>
                  <a:pt x="1464" y="580"/>
                </a:lnTo>
                <a:lnTo>
                  <a:pt x="1465" y="580"/>
                </a:lnTo>
                <a:lnTo>
                  <a:pt x="1465" y="581"/>
                </a:lnTo>
                <a:lnTo>
                  <a:pt x="1465" y="582"/>
                </a:lnTo>
                <a:lnTo>
                  <a:pt x="1465" y="583"/>
                </a:lnTo>
                <a:lnTo>
                  <a:pt x="1466" y="584"/>
                </a:lnTo>
                <a:lnTo>
                  <a:pt x="1466" y="585"/>
                </a:lnTo>
                <a:lnTo>
                  <a:pt x="1466" y="586"/>
                </a:lnTo>
                <a:lnTo>
                  <a:pt x="1467" y="587"/>
                </a:lnTo>
                <a:lnTo>
                  <a:pt x="1468" y="587"/>
                </a:lnTo>
                <a:lnTo>
                  <a:pt x="1470" y="586"/>
                </a:lnTo>
                <a:lnTo>
                  <a:pt x="1471" y="586"/>
                </a:lnTo>
                <a:lnTo>
                  <a:pt x="1472" y="586"/>
                </a:lnTo>
                <a:lnTo>
                  <a:pt x="1474" y="587"/>
                </a:lnTo>
                <a:lnTo>
                  <a:pt x="1475" y="587"/>
                </a:lnTo>
                <a:lnTo>
                  <a:pt x="1476" y="587"/>
                </a:lnTo>
                <a:lnTo>
                  <a:pt x="1477" y="586"/>
                </a:lnTo>
                <a:lnTo>
                  <a:pt x="1478" y="586"/>
                </a:lnTo>
                <a:lnTo>
                  <a:pt x="1479" y="586"/>
                </a:lnTo>
                <a:lnTo>
                  <a:pt x="1480" y="586"/>
                </a:lnTo>
                <a:lnTo>
                  <a:pt x="1482" y="586"/>
                </a:lnTo>
                <a:lnTo>
                  <a:pt x="1483" y="586"/>
                </a:lnTo>
                <a:lnTo>
                  <a:pt x="1484" y="586"/>
                </a:lnTo>
                <a:lnTo>
                  <a:pt x="1484" y="585"/>
                </a:lnTo>
                <a:lnTo>
                  <a:pt x="1484" y="584"/>
                </a:lnTo>
                <a:lnTo>
                  <a:pt x="1484" y="583"/>
                </a:lnTo>
                <a:lnTo>
                  <a:pt x="1484" y="581"/>
                </a:lnTo>
                <a:lnTo>
                  <a:pt x="1485" y="581"/>
                </a:lnTo>
                <a:lnTo>
                  <a:pt x="1487" y="581"/>
                </a:lnTo>
                <a:lnTo>
                  <a:pt x="1488" y="582"/>
                </a:lnTo>
                <a:lnTo>
                  <a:pt x="1489" y="582"/>
                </a:lnTo>
                <a:lnTo>
                  <a:pt x="1490" y="582"/>
                </a:lnTo>
                <a:lnTo>
                  <a:pt x="1491" y="582"/>
                </a:lnTo>
                <a:lnTo>
                  <a:pt x="1492" y="582"/>
                </a:lnTo>
                <a:lnTo>
                  <a:pt x="1494" y="581"/>
                </a:lnTo>
                <a:lnTo>
                  <a:pt x="1495" y="582"/>
                </a:lnTo>
                <a:lnTo>
                  <a:pt x="1495" y="583"/>
                </a:lnTo>
                <a:lnTo>
                  <a:pt x="1496" y="583"/>
                </a:lnTo>
                <a:lnTo>
                  <a:pt x="1495" y="585"/>
                </a:lnTo>
                <a:lnTo>
                  <a:pt x="1495" y="586"/>
                </a:lnTo>
                <a:lnTo>
                  <a:pt x="1495" y="587"/>
                </a:lnTo>
                <a:lnTo>
                  <a:pt x="1494" y="589"/>
                </a:lnTo>
                <a:lnTo>
                  <a:pt x="1495" y="591"/>
                </a:lnTo>
                <a:lnTo>
                  <a:pt x="1495" y="592"/>
                </a:lnTo>
                <a:lnTo>
                  <a:pt x="1496" y="593"/>
                </a:lnTo>
                <a:lnTo>
                  <a:pt x="1497" y="595"/>
                </a:lnTo>
                <a:lnTo>
                  <a:pt x="1498" y="595"/>
                </a:lnTo>
                <a:lnTo>
                  <a:pt x="1500" y="597"/>
                </a:lnTo>
                <a:lnTo>
                  <a:pt x="1501" y="598"/>
                </a:lnTo>
                <a:lnTo>
                  <a:pt x="1504" y="598"/>
                </a:lnTo>
                <a:lnTo>
                  <a:pt x="1505" y="598"/>
                </a:lnTo>
                <a:lnTo>
                  <a:pt x="1506" y="598"/>
                </a:lnTo>
                <a:lnTo>
                  <a:pt x="1507" y="599"/>
                </a:lnTo>
                <a:lnTo>
                  <a:pt x="1508" y="600"/>
                </a:lnTo>
                <a:lnTo>
                  <a:pt x="1509" y="600"/>
                </a:lnTo>
                <a:lnTo>
                  <a:pt x="1510" y="599"/>
                </a:lnTo>
                <a:lnTo>
                  <a:pt x="1511" y="599"/>
                </a:lnTo>
                <a:lnTo>
                  <a:pt x="1512" y="600"/>
                </a:lnTo>
                <a:lnTo>
                  <a:pt x="1515" y="601"/>
                </a:lnTo>
                <a:lnTo>
                  <a:pt x="1517" y="602"/>
                </a:lnTo>
                <a:lnTo>
                  <a:pt x="1519" y="603"/>
                </a:lnTo>
                <a:lnTo>
                  <a:pt x="1520" y="603"/>
                </a:lnTo>
                <a:lnTo>
                  <a:pt x="1521" y="604"/>
                </a:lnTo>
                <a:lnTo>
                  <a:pt x="1522" y="605"/>
                </a:lnTo>
                <a:lnTo>
                  <a:pt x="1523" y="606"/>
                </a:lnTo>
                <a:lnTo>
                  <a:pt x="1521" y="606"/>
                </a:lnTo>
                <a:lnTo>
                  <a:pt x="1520" y="606"/>
                </a:lnTo>
                <a:lnTo>
                  <a:pt x="1519" y="606"/>
                </a:lnTo>
                <a:lnTo>
                  <a:pt x="1519" y="607"/>
                </a:lnTo>
                <a:lnTo>
                  <a:pt x="1520" y="607"/>
                </a:lnTo>
                <a:lnTo>
                  <a:pt x="1520" y="608"/>
                </a:lnTo>
                <a:lnTo>
                  <a:pt x="1522" y="610"/>
                </a:lnTo>
                <a:lnTo>
                  <a:pt x="1523" y="612"/>
                </a:lnTo>
                <a:lnTo>
                  <a:pt x="1524" y="614"/>
                </a:lnTo>
                <a:lnTo>
                  <a:pt x="1524" y="615"/>
                </a:lnTo>
                <a:lnTo>
                  <a:pt x="1524" y="616"/>
                </a:lnTo>
                <a:lnTo>
                  <a:pt x="1525" y="617"/>
                </a:lnTo>
                <a:lnTo>
                  <a:pt x="1527" y="618"/>
                </a:lnTo>
                <a:lnTo>
                  <a:pt x="1529" y="620"/>
                </a:lnTo>
                <a:lnTo>
                  <a:pt x="1530" y="621"/>
                </a:lnTo>
                <a:lnTo>
                  <a:pt x="1530" y="622"/>
                </a:lnTo>
                <a:lnTo>
                  <a:pt x="1531" y="624"/>
                </a:lnTo>
                <a:lnTo>
                  <a:pt x="1531" y="625"/>
                </a:lnTo>
                <a:lnTo>
                  <a:pt x="1530" y="626"/>
                </a:lnTo>
                <a:lnTo>
                  <a:pt x="1529" y="627"/>
                </a:lnTo>
                <a:lnTo>
                  <a:pt x="1530" y="628"/>
                </a:lnTo>
                <a:lnTo>
                  <a:pt x="1530" y="629"/>
                </a:lnTo>
                <a:lnTo>
                  <a:pt x="1529" y="629"/>
                </a:lnTo>
                <a:lnTo>
                  <a:pt x="1530" y="630"/>
                </a:lnTo>
                <a:lnTo>
                  <a:pt x="1531" y="630"/>
                </a:lnTo>
                <a:lnTo>
                  <a:pt x="1533" y="631"/>
                </a:lnTo>
                <a:lnTo>
                  <a:pt x="1534" y="631"/>
                </a:lnTo>
                <a:lnTo>
                  <a:pt x="1535" y="632"/>
                </a:lnTo>
                <a:lnTo>
                  <a:pt x="1535" y="633"/>
                </a:lnTo>
                <a:lnTo>
                  <a:pt x="1534" y="634"/>
                </a:lnTo>
                <a:lnTo>
                  <a:pt x="1533" y="635"/>
                </a:lnTo>
                <a:lnTo>
                  <a:pt x="1533" y="636"/>
                </a:lnTo>
                <a:lnTo>
                  <a:pt x="1534" y="637"/>
                </a:lnTo>
                <a:lnTo>
                  <a:pt x="1533" y="638"/>
                </a:lnTo>
                <a:lnTo>
                  <a:pt x="1532" y="639"/>
                </a:lnTo>
                <a:lnTo>
                  <a:pt x="1532" y="640"/>
                </a:lnTo>
                <a:lnTo>
                  <a:pt x="1534" y="641"/>
                </a:lnTo>
                <a:lnTo>
                  <a:pt x="1536" y="644"/>
                </a:lnTo>
                <a:lnTo>
                  <a:pt x="1537" y="647"/>
                </a:lnTo>
                <a:lnTo>
                  <a:pt x="1538" y="648"/>
                </a:lnTo>
                <a:lnTo>
                  <a:pt x="1538" y="649"/>
                </a:lnTo>
                <a:lnTo>
                  <a:pt x="1539" y="650"/>
                </a:lnTo>
                <a:lnTo>
                  <a:pt x="1541" y="652"/>
                </a:lnTo>
                <a:lnTo>
                  <a:pt x="1541" y="653"/>
                </a:lnTo>
                <a:lnTo>
                  <a:pt x="1542" y="654"/>
                </a:lnTo>
                <a:lnTo>
                  <a:pt x="1543" y="655"/>
                </a:lnTo>
                <a:lnTo>
                  <a:pt x="1544" y="656"/>
                </a:lnTo>
                <a:lnTo>
                  <a:pt x="1545" y="658"/>
                </a:lnTo>
                <a:lnTo>
                  <a:pt x="1546" y="658"/>
                </a:lnTo>
                <a:lnTo>
                  <a:pt x="1547" y="658"/>
                </a:lnTo>
                <a:lnTo>
                  <a:pt x="1547" y="659"/>
                </a:lnTo>
                <a:lnTo>
                  <a:pt x="1547" y="660"/>
                </a:lnTo>
                <a:lnTo>
                  <a:pt x="1547" y="661"/>
                </a:lnTo>
                <a:lnTo>
                  <a:pt x="1548" y="662"/>
                </a:lnTo>
                <a:lnTo>
                  <a:pt x="1550" y="663"/>
                </a:lnTo>
                <a:lnTo>
                  <a:pt x="1550" y="664"/>
                </a:lnTo>
                <a:lnTo>
                  <a:pt x="1551" y="665"/>
                </a:lnTo>
                <a:lnTo>
                  <a:pt x="1552" y="666"/>
                </a:lnTo>
                <a:lnTo>
                  <a:pt x="1553" y="667"/>
                </a:lnTo>
                <a:lnTo>
                  <a:pt x="1554" y="669"/>
                </a:lnTo>
                <a:lnTo>
                  <a:pt x="1555" y="670"/>
                </a:lnTo>
                <a:lnTo>
                  <a:pt x="1556" y="670"/>
                </a:lnTo>
                <a:lnTo>
                  <a:pt x="1556" y="671"/>
                </a:lnTo>
                <a:lnTo>
                  <a:pt x="1556" y="672"/>
                </a:lnTo>
                <a:lnTo>
                  <a:pt x="1557" y="672"/>
                </a:lnTo>
                <a:lnTo>
                  <a:pt x="1557" y="673"/>
                </a:lnTo>
                <a:lnTo>
                  <a:pt x="1558" y="672"/>
                </a:lnTo>
                <a:lnTo>
                  <a:pt x="1560" y="672"/>
                </a:lnTo>
                <a:lnTo>
                  <a:pt x="1562" y="672"/>
                </a:lnTo>
                <a:lnTo>
                  <a:pt x="1564" y="673"/>
                </a:lnTo>
                <a:lnTo>
                  <a:pt x="1565" y="673"/>
                </a:lnTo>
                <a:lnTo>
                  <a:pt x="1566" y="674"/>
                </a:lnTo>
                <a:lnTo>
                  <a:pt x="1567" y="675"/>
                </a:lnTo>
                <a:lnTo>
                  <a:pt x="1568" y="675"/>
                </a:lnTo>
                <a:lnTo>
                  <a:pt x="1569" y="676"/>
                </a:lnTo>
                <a:lnTo>
                  <a:pt x="1570" y="677"/>
                </a:lnTo>
                <a:lnTo>
                  <a:pt x="1571" y="678"/>
                </a:lnTo>
                <a:lnTo>
                  <a:pt x="1571" y="679"/>
                </a:lnTo>
                <a:lnTo>
                  <a:pt x="1571" y="680"/>
                </a:lnTo>
                <a:lnTo>
                  <a:pt x="1571" y="681"/>
                </a:lnTo>
                <a:lnTo>
                  <a:pt x="1571" y="682"/>
                </a:lnTo>
                <a:lnTo>
                  <a:pt x="1572" y="682"/>
                </a:lnTo>
                <a:lnTo>
                  <a:pt x="1572" y="683"/>
                </a:lnTo>
                <a:lnTo>
                  <a:pt x="1574" y="684"/>
                </a:lnTo>
                <a:lnTo>
                  <a:pt x="1574" y="687"/>
                </a:lnTo>
                <a:lnTo>
                  <a:pt x="1573" y="688"/>
                </a:lnTo>
                <a:lnTo>
                  <a:pt x="1573" y="689"/>
                </a:lnTo>
                <a:lnTo>
                  <a:pt x="1575" y="692"/>
                </a:lnTo>
                <a:lnTo>
                  <a:pt x="1577" y="692"/>
                </a:lnTo>
                <a:lnTo>
                  <a:pt x="1577" y="693"/>
                </a:lnTo>
                <a:lnTo>
                  <a:pt x="1577" y="694"/>
                </a:lnTo>
                <a:lnTo>
                  <a:pt x="1578" y="695"/>
                </a:lnTo>
                <a:lnTo>
                  <a:pt x="1579" y="695"/>
                </a:lnTo>
                <a:lnTo>
                  <a:pt x="1579" y="696"/>
                </a:lnTo>
                <a:lnTo>
                  <a:pt x="1580" y="696"/>
                </a:lnTo>
                <a:lnTo>
                  <a:pt x="1580" y="697"/>
                </a:lnTo>
                <a:lnTo>
                  <a:pt x="1582" y="700"/>
                </a:lnTo>
                <a:lnTo>
                  <a:pt x="1583" y="701"/>
                </a:lnTo>
                <a:lnTo>
                  <a:pt x="1581" y="705"/>
                </a:lnTo>
                <a:lnTo>
                  <a:pt x="1580" y="711"/>
                </a:lnTo>
                <a:lnTo>
                  <a:pt x="1579" y="714"/>
                </a:lnTo>
                <a:lnTo>
                  <a:pt x="1580" y="714"/>
                </a:lnTo>
                <a:lnTo>
                  <a:pt x="1580" y="715"/>
                </a:lnTo>
                <a:lnTo>
                  <a:pt x="1584" y="715"/>
                </a:lnTo>
                <a:lnTo>
                  <a:pt x="1585" y="716"/>
                </a:lnTo>
                <a:lnTo>
                  <a:pt x="1585" y="717"/>
                </a:lnTo>
                <a:lnTo>
                  <a:pt x="1585" y="718"/>
                </a:lnTo>
                <a:lnTo>
                  <a:pt x="1584" y="718"/>
                </a:lnTo>
                <a:lnTo>
                  <a:pt x="1584" y="719"/>
                </a:lnTo>
                <a:lnTo>
                  <a:pt x="1583" y="719"/>
                </a:lnTo>
                <a:lnTo>
                  <a:pt x="1583" y="720"/>
                </a:lnTo>
                <a:lnTo>
                  <a:pt x="1583" y="722"/>
                </a:lnTo>
                <a:lnTo>
                  <a:pt x="1581" y="723"/>
                </a:lnTo>
                <a:lnTo>
                  <a:pt x="1581" y="724"/>
                </a:lnTo>
                <a:lnTo>
                  <a:pt x="1581" y="725"/>
                </a:lnTo>
                <a:lnTo>
                  <a:pt x="1580" y="727"/>
                </a:lnTo>
                <a:lnTo>
                  <a:pt x="1580" y="729"/>
                </a:lnTo>
                <a:lnTo>
                  <a:pt x="1578" y="730"/>
                </a:lnTo>
                <a:lnTo>
                  <a:pt x="1578" y="731"/>
                </a:lnTo>
                <a:lnTo>
                  <a:pt x="1577" y="732"/>
                </a:lnTo>
                <a:lnTo>
                  <a:pt x="1577" y="733"/>
                </a:lnTo>
                <a:lnTo>
                  <a:pt x="1577" y="734"/>
                </a:lnTo>
                <a:lnTo>
                  <a:pt x="1576" y="735"/>
                </a:lnTo>
                <a:lnTo>
                  <a:pt x="1575" y="737"/>
                </a:lnTo>
                <a:lnTo>
                  <a:pt x="1573" y="738"/>
                </a:lnTo>
                <a:lnTo>
                  <a:pt x="1572" y="739"/>
                </a:lnTo>
                <a:lnTo>
                  <a:pt x="1571" y="740"/>
                </a:lnTo>
                <a:lnTo>
                  <a:pt x="1571" y="741"/>
                </a:lnTo>
                <a:lnTo>
                  <a:pt x="1570" y="741"/>
                </a:lnTo>
                <a:lnTo>
                  <a:pt x="1570" y="742"/>
                </a:lnTo>
                <a:lnTo>
                  <a:pt x="1569" y="742"/>
                </a:lnTo>
                <a:lnTo>
                  <a:pt x="1569" y="743"/>
                </a:lnTo>
                <a:lnTo>
                  <a:pt x="1570" y="745"/>
                </a:lnTo>
                <a:lnTo>
                  <a:pt x="1571" y="746"/>
                </a:lnTo>
                <a:lnTo>
                  <a:pt x="1574" y="750"/>
                </a:lnTo>
                <a:lnTo>
                  <a:pt x="1573" y="751"/>
                </a:lnTo>
                <a:lnTo>
                  <a:pt x="1576" y="758"/>
                </a:lnTo>
                <a:lnTo>
                  <a:pt x="1579" y="761"/>
                </a:lnTo>
                <a:lnTo>
                  <a:pt x="1579" y="766"/>
                </a:lnTo>
                <a:lnTo>
                  <a:pt x="1579" y="767"/>
                </a:lnTo>
                <a:lnTo>
                  <a:pt x="1580" y="768"/>
                </a:lnTo>
                <a:lnTo>
                  <a:pt x="1580" y="769"/>
                </a:lnTo>
                <a:lnTo>
                  <a:pt x="1580" y="770"/>
                </a:lnTo>
                <a:lnTo>
                  <a:pt x="1580" y="771"/>
                </a:lnTo>
                <a:lnTo>
                  <a:pt x="1579" y="772"/>
                </a:lnTo>
                <a:lnTo>
                  <a:pt x="1578" y="774"/>
                </a:lnTo>
                <a:lnTo>
                  <a:pt x="1577" y="774"/>
                </a:lnTo>
                <a:lnTo>
                  <a:pt x="1572" y="778"/>
                </a:lnTo>
                <a:lnTo>
                  <a:pt x="1570" y="781"/>
                </a:lnTo>
                <a:lnTo>
                  <a:pt x="1568" y="782"/>
                </a:lnTo>
                <a:lnTo>
                  <a:pt x="1564" y="785"/>
                </a:lnTo>
                <a:lnTo>
                  <a:pt x="1558" y="794"/>
                </a:lnTo>
                <a:lnTo>
                  <a:pt x="1552" y="802"/>
                </a:lnTo>
                <a:lnTo>
                  <a:pt x="1549" y="815"/>
                </a:lnTo>
                <a:lnTo>
                  <a:pt x="1548" y="821"/>
                </a:lnTo>
                <a:lnTo>
                  <a:pt x="1548" y="824"/>
                </a:lnTo>
                <a:lnTo>
                  <a:pt x="1548" y="826"/>
                </a:lnTo>
                <a:lnTo>
                  <a:pt x="1550" y="828"/>
                </a:lnTo>
                <a:lnTo>
                  <a:pt x="1551" y="829"/>
                </a:lnTo>
                <a:lnTo>
                  <a:pt x="1553" y="829"/>
                </a:lnTo>
                <a:lnTo>
                  <a:pt x="1555" y="831"/>
                </a:lnTo>
                <a:lnTo>
                  <a:pt x="1556" y="832"/>
                </a:lnTo>
                <a:lnTo>
                  <a:pt x="1557" y="832"/>
                </a:lnTo>
                <a:lnTo>
                  <a:pt x="1558" y="835"/>
                </a:lnTo>
                <a:lnTo>
                  <a:pt x="1558" y="836"/>
                </a:lnTo>
                <a:lnTo>
                  <a:pt x="1559" y="839"/>
                </a:lnTo>
                <a:lnTo>
                  <a:pt x="1561" y="843"/>
                </a:lnTo>
                <a:lnTo>
                  <a:pt x="1561" y="845"/>
                </a:lnTo>
                <a:lnTo>
                  <a:pt x="1560" y="846"/>
                </a:lnTo>
                <a:lnTo>
                  <a:pt x="1563" y="846"/>
                </a:lnTo>
                <a:lnTo>
                  <a:pt x="1567" y="848"/>
                </a:lnTo>
                <a:lnTo>
                  <a:pt x="1569" y="851"/>
                </a:lnTo>
                <a:lnTo>
                  <a:pt x="1566" y="855"/>
                </a:lnTo>
                <a:lnTo>
                  <a:pt x="1568" y="856"/>
                </a:lnTo>
                <a:lnTo>
                  <a:pt x="1567" y="857"/>
                </a:lnTo>
                <a:lnTo>
                  <a:pt x="1575" y="856"/>
                </a:lnTo>
                <a:lnTo>
                  <a:pt x="1578" y="854"/>
                </a:lnTo>
                <a:lnTo>
                  <a:pt x="1580" y="854"/>
                </a:lnTo>
                <a:lnTo>
                  <a:pt x="1583" y="855"/>
                </a:lnTo>
                <a:lnTo>
                  <a:pt x="1585" y="854"/>
                </a:lnTo>
                <a:lnTo>
                  <a:pt x="1587" y="854"/>
                </a:lnTo>
                <a:lnTo>
                  <a:pt x="1588" y="855"/>
                </a:lnTo>
                <a:lnTo>
                  <a:pt x="1589" y="854"/>
                </a:lnTo>
                <a:lnTo>
                  <a:pt x="1591" y="855"/>
                </a:lnTo>
                <a:lnTo>
                  <a:pt x="1593" y="856"/>
                </a:lnTo>
                <a:lnTo>
                  <a:pt x="1593" y="857"/>
                </a:lnTo>
                <a:lnTo>
                  <a:pt x="1594" y="858"/>
                </a:lnTo>
                <a:lnTo>
                  <a:pt x="1595" y="860"/>
                </a:lnTo>
                <a:lnTo>
                  <a:pt x="1596" y="860"/>
                </a:lnTo>
                <a:lnTo>
                  <a:pt x="1597" y="860"/>
                </a:lnTo>
                <a:lnTo>
                  <a:pt x="1598" y="860"/>
                </a:lnTo>
                <a:lnTo>
                  <a:pt x="1599" y="861"/>
                </a:lnTo>
                <a:lnTo>
                  <a:pt x="1599" y="862"/>
                </a:lnTo>
                <a:lnTo>
                  <a:pt x="1600" y="862"/>
                </a:lnTo>
                <a:lnTo>
                  <a:pt x="1601" y="862"/>
                </a:lnTo>
                <a:lnTo>
                  <a:pt x="1603" y="863"/>
                </a:lnTo>
                <a:lnTo>
                  <a:pt x="1605" y="863"/>
                </a:lnTo>
                <a:lnTo>
                  <a:pt x="1608" y="863"/>
                </a:lnTo>
                <a:lnTo>
                  <a:pt x="1610" y="864"/>
                </a:lnTo>
                <a:lnTo>
                  <a:pt x="1612" y="865"/>
                </a:lnTo>
                <a:lnTo>
                  <a:pt x="1613" y="865"/>
                </a:lnTo>
                <a:lnTo>
                  <a:pt x="1613" y="863"/>
                </a:lnTo>
                <a:lnTo>
                  <a:pt x="1617" y="860"/>
                </a:lnTo>
                <a:lnTo>
                  <a:pt x="1618" y="860"/>
                </a:lnTo>
                <a:lnTo>
                  <a:pt x="1619" y="861"/>
                </a:lnTo>
                <a:lnTo>
                  <a:pt x="1621" y="862"/>
                </a:lnTo>
                <a:lnTo>
                  <a:pt x="1622" y="864"/>
                </a:lnTo>
                <a:lnTo>
                  <a:pt x="1623" y="866"/>
                </a:lnTo>
                <a:lnTo>
                  <a:pt x="1626" y="867"/>
                </a:lnTo>
                <a:lnTo>
                  <a:pt x="1629" y="869"/>
                </a:lnTo>
                <a:lnTo>
                  <a:pt x="1630" y="868"/>
                </a:lnTo>
                <a:lnTo>
                  <a:pt x="1634" y="869"/>
                </a:lnTo>
                <a:lnTo>
                  <a:pt x="1638" y="869"/>
                </a:lnTo>
                <a:lnTo>
                  <a:pt x="1639" y="870"/>
                </a:lnTo>
                <a:lnTo>
                  <a:pt x="1642" y="869"/>
                </a:lnTo>
                <a:lnTo>
                  <a:pt x="1650" y="868"/>
                </a:lnTo>
                <a:lnTo>
                  <a:pt x="1658" y="868"/>
                </a:lnTo>
                <a:lnTo>
                  <a:pt x="1663" y="868"/>
                </a:lnTo>
                <a:lnTo>
                  <a:pt x="1665" y="868"/>
                </a:lnTo>
                <a:lnTo>
                  <a:pt x="1667" y="868"/>
                </a:lnTo>
                <a:lnTo>
                  <a:pt x="1668" y="868"/>
                </a:lnTo>
                <a:lnTo>
                  <a:pt x="1673" y="868"/>
                </a:lnTo>
                <a:lnTo>
                  <a:pt x="1677" y="868"/>
                </a:lnTo>
                <a:lnTo>
                  <a:pt x="1681" y="870"/>
                </a:lnTo>
                <a:lnTo>
                  <a:pt x="1686" y="873"/>
                </a:lnTo>
                <a:lnTo>
                  <a:pt x="1690" y="875"/>
                </a:lnTo>
                <a:lnTo>
                  <a:pt x="1691" y="874"/>
                </a:lnTo>
                <a:lnTo>
                  <a:pt x="1692" y="874"/>
                </a:lnTo>
                <a:lnTo>
                  <a:pt x="1697" y="873"/>
                </a:lnTo>
                <a:lnTo>
                  <a:pt x="1699" y="875"/>
                </a:lnTo>
                <a:lnTo>
                  <a:pt x="1705" y="874"/>
                </a:lnTo>
                <a:lnTo>
                  <a:pt x="1712" y="876"/>
                </a:lnTo>
                <a:lnTo>
                  <a:pt x="1715" y="876"/>
                </a:lnTo>
                <a:lnTo>
                  <a:pt x="1717" y="874"/>
                </a:lnTo>
                <a:lnTo>
                  <a:pt x="1719" y="874"/>
                </a:lnTo>
                <a:lnTo>
                  <a:pt x="1722" y="874"/>
                </a:lnTo>
                <a:lnTo>
                  <a:pt x="1727" y="874"/>
                </a:lnTo>
                <a:lnTo>
                  <a:pt x="1730" y="873"/>
                </a:lnTo>
                <a:lnTo>
                  <a:pt x="1732" y="873"/>
                </a:lnTo>
                <a:lnTo>
                  <a:pt x="1733" y="873"/>
                </a:lnTo>
                <a:lnTo>
                  <a:pt x="1734" y="872"/>
                </a:lnTo>
                <a:lnTo>
                  <a:pt x="1736" y="872"/>
                </a:lnTo>
                <a:lnTo>
                  <a:pt x="1738" y="871"/>
                </a:lnTo>
                <a:lnTo>
                  <a:pt x="1744" y="872"/>
                </a:lnTo>
                <a:lnTo>
                  <a:pt x="1747" y="871"/>
                </a:lnTo>
                <a:lnTo>
                  <a:pt x="1748" y="871"/>
                </a:lnTo>
                <a:lnTo>
                  <a:pt x="1749" y="872"/>
                </a:lnTo>
                <a:lnTo>
                  <a:pt x="1750" y="872"/>
                </a:lnTo>
                <a:lnTo>
                  <a:pt x="1751" y="873"/>
                </a:lnTo>
                <a:lnTo>
                  <a:pt x="1752" y="874"/>
                </a:lnTo>
                <a:lnTo>
                  <a:pt x="1755" y="875"/>
                </a:lnTo>
                <a:lnTo>
                  <a:pt x="1756" y="875"/>
                </a:lnTo>
                <a:lnTo>
                  <a:pt x="1757" y="876"/>
                </a:lnTo>
                <a:lnTo>
                  <a:pt x="1758" y="876"/>
                </a:lnTo>
                <a:lnTo>
                  <a:pt x="1758" y="875"/>
                </a:lnTo>
                <a:lnTo>
                  <a:pt x="1759" y="875"/>
                </a:lnTo>
                <a:lnTo>
                  <a:pt x="1760" y="875"/>
                </a:lnTo>
                <a:lnTo>
                  <a:pt x="1763" y="875"/>
                </a:lnTo>
                <a:lnTo>
                  <a:pt x="1764" y="875"/>
                </a:lnTo>
                <a:lnTo>
                  <a:pt x="1766" y="875"/>
                </a:lnTo>
                <a:lnTo>
                  <a:pt x="1767" y="876"/>
                </a:lnTo>
                <a:lnTo>
                  <a:pt x="1771" y="875"/>
                </a:lnTo>
                <a:lnTo>
                  <a:pt x="1772" y="875"/>
                </a:lnTo>
                <a:lnTo>
                  <a:pt x="1773" y="875"/>
                </a:lnTo>
                <a:lnTo>
                  <a:pt x="1780" y="877"/>
                </a:lnTo>
                <a:lnTo>
                  <a:pt x="1781" y="877"/>
                </a:lnTo>
                <a:lnTo>
                  <a:pt x="1782" y="877"/>
                </a:lnTo>
                <a:lnTo>
                  <a:pt x="1784" y="878"/>
                </a:lnTo>
                <a:lnTo>
                  <a:pt x="1786" y="878"/>
                </a:lnTo>
                <a:lnTo>
                  <a:pt x="1787" y="877"/>
                </a:lnTo>
                <a:lnTo>
                  <a:pt x="1788" y="877"/>
                </a:lnTo>
                <a:lnTo>
                  <a:pt x="1789" y="878"/>
                </a:lnTo>
                <a:lnTo>
                  <a:pt x="1791" y="878"/>
                </a:lnTo>
                <a:lnTo>
                  <a:pt x="1792" y="878"/>
                </a:lnTo>
                <a:lnTo>
                  <a:pt x="1793" y="878"/>
                </a:lnTo>
                <a:lnTo>
                  <a:pt x="1794" y="879"/>
                </a:lnTo>
                <a:lnTo>
                  <a:pt x="1795" y="879"/>
                </a:lnTo>
                <a:lnTo>
                  <a:pt x="1796" y="880"/>
                </a:lnTo>
                <a:lnTo>
                  <a:pt x="1797" y="881"/>
                </a:lnTo>
                <a:lnTo>
                  <a:pt x="1798" y="881"/>
                </a:lnTo>
                <a:lnTo>
                  <a:pt x="1799" y="881"/>
                </a:lnTo>
                <a:lnTo>
                  <a:pt x="1800" y="881"/>
                </a:lnTo>
                <a:lnTo>
                  <a:pt x="1801" y="880"/>
                </a:lnTo>
                <a:lnTo>
                  <a:pt x="1802" y="880"/>
                </a:lnTo>
                <a:lnTo>
                  <a:pt x="1803" y="881"/>
                </a:lnTo>
                <a:lnTo>
                  <a:pt x="1804" y="881"/>
                </a:lnTo>
                <a:lnTo>
                  <a:pt x="1804" y="880"/>
                </a:lnTo>
                <a:lnTo>
                  <a:pt x="1804" y="879"/>
                </a:lnTo>
                <a:lnTo>
                  <a:pt x="1805" y="880"/>
                </a:lnTo>
                <a:lnTo>
                  <a:pt x="1808" y="881"/>
                </a:lnTo>
                <a:lnTo>
                  <a:pt x="1810" y="882"/>
                </a:lnTo>
                <a:lnTo>
                  <a:pt x="1812" y="883"/>
                </a:lnTo>
                <a:lnTo>
                  <a:pt x="1814" y="884"/>
                </a:lnTo>
                <a:lnTo>
                  <a:pt x="1816" y="885"/>
                </a:lnTo>
                <a:lnTo>
                  <a:pt x="1817" y="885"/>
                </a:lnTo>
                <a:lnTo>
                  <a:pt x="1819" y="886"/>
                </a:lnTo>
                <a:lnTo>
                  <a:pt x="1820" y="887"/>
                </a:lnTo>
                <a:lnTo>
                  <a:pt x="1823" y="887"/>
                </a:lnTo>
                <a:lnTo>
                  <a:pt x="1823" y="888"/>
                </a:lnTo>
                <a:lnTo>
                  <a:pt x="1823" y="889"/>
                </a:lnTo>
                <a:lnTo>
                  <a:pt x="1824" y="890"/>
                </a:lnTo>
                <a:lnTo>
                  <a:pt x="1827" y="891"/>
                </a:lnTo>
                <a:lnTo>
                  <a:pt x="1831" y="893"/>
                </a:lnTo>
                <a:lnTo>
                  <a:pt x="1833" y="894"/>
                </a:lnTo>
                <a:lnTo>
                  <a:pt x="1839" y="897"/>
                </a:lnTo>
                <a:lnTo>
                  <a:pt x="1844" y="899"/>
                </a:lnTo>
                <a:lnTo>
                  <a:pt x="1847" y="900"/>
                </a:lnTo>
                <a:lnTo>
                  <a:pt x="1851" y="902"/>
                </a:lnTo>
                <a:lnTo>
                  <a:pt x="1854" y="903"/>
                </a:lnTo>
                <a:lnTo>
                  <a:pt x="1862" y="908"/>
                </a:lnTo>
                <a:lnTo>
                  <a:pt x="1865" y="909"/>
                </a:lnTo>
                <a:lnTo>
                  <a:pt x="1868" y="910"/>
                </a:lnTo>
                <a:lnTo>
                  <a:pt x="1869" y="911"/>
                </a:lnTo>
                <a:lnTo>
                  <a:pt x="1869" y="912"/>
                </a:lnTo>
                <a:lnTo>
                  <a:pt x="1872" y="915"/>
                </a:lnTo>
                <a:lnTo>
                  <a:pt x="1874" y="917"/>
                </a:lnTo>
                <a:lnTo>
                  <a:pt x="1878" y="918"/>
                </a:lnTo>
                <a:lnTo>
                  <a:pt x="1878" y="919"/>
                </a:lnTo>
                <a:lnTo>
                  <a:pt x="1879" y="921"/>
                </a:lnTo>
                <a:lnTo>
                  <a:pt x="1880" y="923"/>
                </a:lnTo>
                <a:lnTo>
                  <a:pt x="1880" y="924"/>
                </a:lnTo>
                <a:lnTo>
                  <a:pt x="1880" y="925"/>
                </a:lnTo>
                <a:lnTo>
                  <a:pt x="1881" y="926"/>
                </a:lnTo>
                <a:lnTo>
                  <a:pt x="1883" y="925"/>
                </a:lnTo>
                <a:lnTo>
                  <a:pt x="1885" y="925"/>
                </a:lnTo>
                <a:lnTo>
                  <a:pt x="1888" y="926"/>
                </a:lnTo>
                <a:lnTo>
                  <a:pt x="1892" y="927"/>
                </a:lnTo>
                <a:lnTo>
                  <a:pt x="1897" y="930"/>
                </a:lnTo>
                <a:lnTo>
                  <a:pt x="1903" y="932"/>
                </a:lnTo>
                <a:lnTo>
                  <a:pt x="1909" y="938"/>
                </a:lnTo>
                <a:lnTo>
                  <a:pt x="1910" y="939"/>
                </a:lnTo>
                <a:lnTo>
                  <a:pt x="1913" y="943"/>
                </a:lnTo>
                <a:lnTo>
                  <a:pt x="1914" y="944"/>
                </a:lnTo>
                <a:lnTo>
                  <a:pt x="1916" y="944"/>
                </a:lnTo>
                <a:lnTo>
                  <a:pt x="1917" y="944"/>
                </a:lnTo>
                <a:lnTo>
                  <a:pt x="1918" y="944"/>
                </a:lnTo>
                <a:lnTo>
                  <a:pt x="1920" y="944"/>
                </a:lnTo>
                <a:lnTo>
                  <a:pt x="1921" y="945"/>
                </a:lnTo>
                <a:lnTo>
                  <a:pt x="1922" y="945"/>
                </a:lnTo>
                <a:lnTo>
                  <a:pt x="1923" y="946"/>
                </a:lnTo>
                <a:lnTo>
                  <a:pt x="1924" y="946"/>
                </a:lnTo>
                <a:lnTo>
                  <a:pt x="1926" y="946"/>
                </a:lnTo>
                <a:lnTo>
                  <a:pt x="1928" y="947"/>
                </a:lnTo>
                <a:lnTo>
                  <a:pt x="1929" y="947"/>
                </a:lnTo>
                <a:lnTo>
                  <a:pt x="1930" y="947"/>
                </a:lnTo>
                <a:lnTo>
                  <a:pt x="1930" y="948"/>
                </a:lnTo>
                <a:lnTo>
                  <a:pt x="1930" y="947"/>
                </a:lnTo>
                <a:lnTo>
                  <a:pt x="1931" y="947"/>
                </a:lnTo>
                <a:lnTo>
                  <a:pt x="1932" y="948"/>
                </a:lnTo>
                <a:lnTo>
                  <a:pt x="1933" y="948"/>
                </a:lnTo>
                <a:lnTo>
                  <a:pt x="1934" y="949"/>
                </a:lnTo>
                <a:lnTo>
                  <a:pt x="1935" y="950"/>
                </a:lnTo>
                <a:lnTo>
                  <a:pt x="1936" y="951"/>
                </a:lnTo>
                <a:lnTo>
                  <a:pt x="1938" y="953"/>
                </a:lnTo>
                <a:lnTo>
                  <a:pt x="1941" y="952"/>
                </a:lnTo>
                <a:lnTo>
                  <a:pt x="1950" y="951"/>
                </a:lnTo>
                <a:lnTo>
                  <a:pt x="1956" y="951"/>
                </a:lnTo>
                <a:lnTo>
                  <a:pt x="1967" y="949"/>
                </a:lnTo>
                <a:lnTo>
                  <a:pt x="1976" y="948"/>
                </a:lnTo>
                <a:lnTo>
                  <a:pt x="1977" y="949"/>
                </a:lnTo>
                <a:lnTo>
                  <a:pt x="1977" y="951"/>
                </a:lnTo>
                <a:lnTo>
                  <a:pt x="1975" y="954"/>
                </a:lnTo>
                <a:lnTo>
                  <a:pt x="1972" y="955"/>
                </a:lnTo>
                <a:lnTo>
                  <a:pt x="1970" y="961"/>
                </a:lnTo>
                <a:lnTo>
                  <a:pt x="1970" y="969"/>
                </a:lnTo>
                <a:lnTo>
                  <a:pt x="1968" y="976"/>
                </a:lnTo>
                <a:lnTo>
                  <a:pt x="1972" y="976"/>
                </a:lnTo>
                <a:lnTo>
                  <a:pt x="1977" y="978"/>
                </a:lnTo>
                <a:lnTo>
                  <a:pt x="1981" y="978"/>
                </a:lnTo>
                <a:lnTo>
                  <a:pt x="1986" y="978"/>
                </a:lnTo>
                <a:lnTo>
                  <a:pt x="1988" y="982"/>
                </a:lnTo>
                <a:lnTo>
                  <a:pt x="1989" y="984"/>
                </a:lnTo>
                <a:lnTo>
                  <a:pt x="1990" y="986"/>
                </a:lnTo>
                <a:lnTo>
                  <a:pt x="1991" y="988"/>
                </a:lnTo>
                <a:lnTo>
                  <a:pt x="1993" y="990"/>
                </a:lnTo>
                <a:lnTo>
                  <a:pt x="1995" y="994"/>
                </a:lnTo>
                <a:lnTo>
                  <a:pt x="1997" y="1001"/>
                </a:lnTo>
                <a:lnTo>
                  <a:pt x="1999" y="1007"/>
                </a:lnTo>
                <a:lnTo>
                  <a:pt x="2002" y="1012"/>
                </a:lnTo>
                <a:lnTo>
                  <a:pt x="2003" y="1014"/>
                </a:lnTo>
                <a:lnTo>
                  <a:pt x="2004" y="1018"/>
                </a:lnTo>
                <a:lnTo>
                  <a:pt x="2005" y="1020"/>
                </a:lnTo>
                <a:lnTo>
                  <a:pt x="2012" y="1032"/>
                </a:lnTo>
                <a:lnTo>
                  <a:pt x="2016" y="1038"/>
                </a:lnTo>
                <a:lnTo>
                  <a:pt x="2017" y="1052"/>
                </a:lnTo>
                <a:lnTo>
                  <a:pt x="2020" y="1056"/>
                </a:lnTo>
                <a:lnTo>
                  <a:pt x="2023" y="1058"/>
                </a:lnTo>
                <a:lnTo>
                  <a:pt x="2029" y="1063"/>
                </a:lnTo>
                <a:lnTo>
                  <a:pt x="2029" y="1064"/>
                </a:lnTo>
                <a:lnTo>
                  <a:pt x="2039" y="1072"/>
                </a:lnTo>
                <a:lnTo>
                  <a:pt x="2061" y="1091"/>
                </a:lnTo>
                <a:lnTo>
                  <a:pt x="2063" y="1109"/>
                </a:lnTo>
                <a:lnTo>
                  <a:pt x="2067" y="1109"/>
                </a:lnTo>
                <a:lnTo>
                  <a:pt x="2070" y="1108"/>
                </a:lnTo>
                <a:lnTo>
                  <a:pt x="2071" y="1108"/>
                </a:lnTo>
                <a:lnTo>
                  <a:pt x="2074" y="1108"/>
                </a:lnTo>
                <a:lnTo>
                  <a:pt x="2077" y="1108"/>
                </a:lnTo>
                <a:lnTo>
                  <a:pt x="2078" y="1107"/>
                </a:lnTo>
                <a:lnTo>
                  <a:pt x="2080" y="1107"/>
                </a:lnTo>
                <a:lnTo>
                  <a:pt x="2082" y="1107"/>
                </a:lnTo>
                <a:lnTo>
                  <a:pt x="2084" y="1107"/>
                </a:lnTo>
                <a:lnTo>
                  <a:pt x="2086" y="1107"/>
                </a:lnTo>
                <a:lnTo>
                  <a:pt x="2096" y="1105"/>
                </a:lnTo>
                <a:lnTo>
                  <a:pt x="2102" y="1106"/>
                </a:lnTo>
                <a:lnTo>
                  <a:pt x="2117" y="1106"/>
                </a:lnTo>
                <a:lnTo>
                  <a:pt x="2119" y="1105"/>
                </a:lnTo>
                <a:lnTo>
                  <a:pt x="2121" y="1105"/>
                </a:lnTo>
                <a:lnTo>
                  <a:pt x="2123" y="1104"/>
                </a:lnTo>
                <a:lnTo>
                  <a:pt x="2124" y="1104"/>
                </a:lnTo>
                <a:lnTo>
                  <a:pt x="2125" y="1104"/>
                </a:lnTo>
                <a:lnTo>
                  <a:pt x="2128" y="1103"/>
                </a:lnTo>
                <a:lnTo>
                  <a:pt x="2130" y="1103"/>
                </a:lnTo>
                <a:lnTo>
                  <a:pt x="2133" y="1102"/>
                </a:lnTo>
                <a:lnTo>
                  <a:pt x="2134" y="1102"/>
                </a:lnTo>
                <a:lnTo>
                  <a:pt x="2181" y="1109"/>
                </a:lnTo>
                <a:lnTo>
                  <a:pt x="2199" y="1112"/>
                </a:lnTo>
                <a:lnTo>
                  <a:pt x="2226" y="1116"/>
                </a:lnTo>
                <a:lnTo>
                  <a:pt x="2258" y="1118"/>
                </a:lnTo>
                <a:lnTo>
                  <a:pt x="2268" y="1119"/>
                </a:lnTo>
                <a:lnTo>
                  <a:pt x="2288" y="1121"/>
                </a:lnTo>
                <a:lnTo>
                  <a:pt x="2294" y="1121"/>
                </a:lnTo>
                <a:lnTo>
                  <a:pt x="2299" y="1121"/>
                </a:lnTo>
                <a:lnTo>
                  <a:pt x="2345" y="1125"/>
                </a:lnTo>
                <a:lnTo>
                  <a:pt x="2386" y="1117"/>
                </a:lnTo>
                <a:lnTo>
                  <a:pt x="2413" y="1118"/>
                </a:lnTo>
                <a:lnTo>
                  <a:pt x="2413" y="1117"/>
                </a:lnTo>
                <a:lnTo>
                  <a:pt x="2418" y="1112"/>
                </a:lnTo>
                <a:lnTo>
                  <a:pt x="2466" y="1114"/>
                </a:lnTo>
                <a:lnTo>
                  <a:pt x="2517" y="1126"/>
                </a:lnTo>
                <a:lnTo>
                  <a:pt x="2530" y="1129"/>
                </a:lnTo>
                <a:lnTo>
                  <a:pt x="2551" y="1131"/>
                </a:lnTo>
                <a:lnTo>
                  <a:pt x="2569" y="1152"/>
                </a:lnTo>
                <a:lnTo>
                  <a:pt x="2576" y="1160"/>
                </a:lnTo>
                <a:lnTo>
                  <a:pt x="2610" y="1168"/>
                </a:lnTo>
                <a:lnTo>
                  <a:pt x="2618" y="1166"/>
                </a:lnTo>
                <a:lnTo>
                  <a:pt x="2627" y="1167"/>
                </a:lnTo>
                <a:lnTo>
                  <a:pt x="2633" y="1167"/>
                </a:lnTo>
                <a:lnTo>
                  <a:pt x="2653" y="1176"/>
                </a:lnTo>
                <a:lnTo>
                  <a:pt x="2659" y="1179"/>
                </a:lnTo>
                <a:lnTo>
                  <a:pt x="2697" y="1195"/>
                </a:lnTo>
                <a:lnTo>
                  <a:pt x="2706" y="1197"/>
                </a:lnTo>
                <a:lnTo>
                  <a:pt x="2727" y="1201"/>
                </a:lnTo>
                <a:lnTo>
                  <a:pt x="2737" y="1203"/>
                </a:lnTo>
                <a:lnTo>
                  <a:pt x="2756" y="1203"/>
                </a:lnTo>
                <a:lnTo>
                  <a:pt x="2777" y="1199"/>
                </a:lnTo>
                <a:lnTo>
                  <a:pt x="2797" y="1196"/>
                </a:lnTo>
                <a:lnTo>
                  <a:pt x="2796" y="1218"/>
                </a:lnTo>
                <a:lnTo>
                  <a:pt x="2811" y="1219"/>
                </a:lnTo>
                <a:lnTo>
                  <a:pt x="2832" y="1219"/>
                </a:lnTo>
                <a:lnTo>
                  <a:pt x="2840" y="1226"/>
                </a:lnTo>
                <a:lnTo>
                  <a:pt x="2860" y="1209"/>
                </a:lnTo>
                <a:lnTo>
                  <a:pt x="2865" y="1209"/>
                </a:lnTo>
                <a:lnTo>
                  <a:pt x="2872" y="1206"/>
                </a:lnTo>
                <a:lnTo>
                  <a:pt x="2874" y="1204"/>
                </a:lnTo>
                <a:lnTo>
                  <a:pt x="2883" y="1200"/>
                </a:lnTo>
                <a:lnTo>
                  <a:pt x="2892" y="1195"/>
                </a:lnTo>
                <a:lnTo>
                  <a:pt x="2904" y="1189"/>
                </a:lnTo>
                <a:lnTo>
                  <a:pt x="2919" y="1184"/>
                </a:lnTo>
                <a:lnTo>
                  <a:pt x="2937" y="1177"/>
                </a:lnTo>
                <a:lnTo>
                  <a:pt x="2963" y="1167"/>
                </a:lnTo>
                <a:lnTo>
                  <a:pt x="2984" y="1158"/>
                </a:lnTo>
                <a:lnTo>
                  <a:pt x="3000" y="1153"/>
                </a:lnTo>
                <a:lnTo>
                  <a:pt x="3024" y="1150"/>
                </a:lnTo>
                <a:lnTo>
                  <a:pt x="3044" y="1145"/>
                </a:lnTo>
                <a:lnTo>
                  <a:pt x="3046" y="1141"/>
                </a:lnTo>
                <a:lnTo>
                  <a:pt x="3061" y="1136"/>
                </a:lnTo>
                <a:lnTo>
                  <a:pt x="3064" y="1136"/>
                </a:lnTo>
                <a:lnTo>
                  <a:pt x="3071" y="1140"/>
                </a:lnTo>
                <a:lnTo>
                  <a:pt x="3085" y="1140"/>
                </a:lnTo>
                <a:lnTo>
                  <a:pt x="3104" y="1141"/>
                </a:lnTo>
                <a:lnTo>
                  <a:pt x="3106" y="1140"/>
                </a:lnTo>
                <a:lnTo>
                  <a:pt x="3108" y="1140"/>
                </a:lnTo>
                <a:lnTo>
                  <a:pt x="3110" y="1140"/>
                </a:lnTo>
                <a:lnTo>
                  <a:pt x="3112" y="1139"/>
                </a:lnTo>
                <a:lnTo>
                  <a:pt x="3117" y="1138"/>
                </a:lnTo>
                <a:lnTo>
                  <a:pt x="3132" y="1136"/>
                </a:lnTo>
                <a:lnTo>
                  <a:pt x="3136" y="1138"/>
                </a:lnTo>
                <a:lnTo>
                  <a:pt x="3153" y="1138"/>
                </a:lnTo>
                <a:lnTo>
                  <a:pt x="3157" y="1138"/>
                </a:lnTo>
                <a:lnTo>
                  <a:pt x="3173" y="1141"/>
                </a:lnTo>
                <a:lnTo>
                  <a:pt x="3181" y="1141"/>
                </a:lnTo>
                <a:lnTo>
                  <a:pt x="3184" y="1142"/>
                </a:lnTo>
                <a:lnTo>
                  <a:pt x="3185" y="1143"/>
                </a:lnTo>
                <a:lnTo>
                  <a:pt x="3196" y="1138"/>
                </a:lnTo>
                <a:lnTo>
                  <a:pt x="3199" y="1137"/>
                </a:lnTo>
                <a:lnTo>
                  <a:pt x="3200" y="1137"/>
                </a:lnTo>
                <a:lnTo>
                  <a:pt x="3202" y="1136"/>
                </a:lnTo>
                <a:lnTo>
                  <a:pt x="3226" y="1139"/>
                </a:lnTo>
                <a:lnTo>
                  <a:pt x="3227" y="1138"/>
                </a:lnTo>
                <a:lnTo>
                  <a:pt x="3233" y="1137"/>
                </a:lnTo>
                <a:lnTo>
                  <a:pt x="3234" y="1137"/>
                </a:lnTo>
                <a:lnTo>
                  <a:pt x="3236" y="1137"/>
                </a:lnTo>
                <a:lnTo>
                  <a:pt x="3237" y="1137"/>
                </a:lnTo>
                <a:lnTo>
                  <a:pt x="3240" y="1137"/>
                </a:lnTo>
                <a:lnTo>
                  <a:pt x="3243" y="1136"/>
                </a:lnTo>
                <a:lnTo>
                  <a:pt x="3245" y="1135"/>
                </a:lnTo>
                <a:lnTo>
                  <a:pt x="3248" y="1135"/>
                </a:lnTo>
                <a:lnTo>
                  <a:pt x="3261" y="1126"/>
                </a:lnTo>
                <a:lnTo>
                  <a:pt x="3265" y="1124"/>
                </a:lnTo>
                <a:lnTo>
                  <a:pt x="3281" y="1118"/>
                </a:lnTo>
                <a:lnTo>
                  <a:pt x="3288" y="1118"/>
                </a:lnTo>
                <a:lnTo>
                  <a:pt x="3299" y="1118"/>
                </a:lnTo>
                <a:lnTo>
                  <a:pt x="3302" y="1114"/>
                </a:lnTo>
                <a:lnTo>
                  <a:pt x="3305" y="1113"/>
                </a:lnTo>
                <a:lnTo>
                  <a:pt x="3315" y="1110"/>
                </a:lnTo>
                <a:lnTo>
                  <a:pt x="3318" y="1109"/>
                </a:lnTo>
                <a:lnTo>
                  <a:pt x="3320" y="1108"/>
                </a:lnTo>
                <a:lnTo>
                  <a:pt x="3329" y="1103"/>
                </a:lnTo>
                <a:lnTo>
                  <a:pt x="3332" y="1097"/>
                </a:lnTo>
                <a:lnTo>
                  <a:pt x="3343" y="1090"/>
                </a:lnTo>
                <a:lnTo>
                  <a:pt x="3346" y="1087"/>
                </a:lnTo>
                <a:lnTo>
                  <a:pt x="3352" y="1079"/>
                </a:lnTo>
                <a:lnTo>
                  <a:pt x="3352" y="1077"/>
                </a:lnTo>
                <a:lnTo>
                  <a:pt x="3356" y="1072"/>
                </a:lnTo>
                <a:lnTo>
                  <a:pt x="3359" y="1070"/>
                </a:lnTo>
                <a:lnTo>
                  <a:pt x="3369" y="1060"/>
                </a:lnTo>
                <a:lnTo>
                  <a:pt x="3381" y="1047"/>
                </a:lnTo>
                <a:lnTo>
                  <a:pt x="3385" y="1045"/>
                </a:lnTo>
                <a:lnTo>
                  <a:pt x="3386" y="1044"/>
                </a:lnTo>
                <a:lnTo>
                  <a:pt x="3388" y="1044"/>
                </a:lnTo>
                <a:lnTo>
                  <a:pt x="3393" y="1042"/>
                </a:lnTo>
                <a:lnTo>
                  <a:pt x="3396" y="1040"/>
                </a:lnTo>
                <a:lnTo>
                  <a:pt x="3404" y="1038"/>
                </a:lnTo>
                <a:lnTo>
                  <a:pt x="3408" y="1037"/>
                </a:lnTo>
                <a:lnTo>
                  <a:pt x="3410" y="1037"/>
                </a:lnTo>
                <a:lnTo>
                  <a:pt x="3412" y="1036"/>
                </a:lnTo>
                <a:lnTo>
                  <a:pt x="3415" y="1032"/>
                </a:lnTo>
                <a:lnTo>
                  <a:pt x="3421" y="1030"/>
                </a:lnTo>
                <a:lnTo>
                  <a:pt x="3426" y="1031"/>
                </a:lnTo>
                <a:lnTo>
                  <a:pt x="3431" y="1031"/>
                </a:lnTo>
                <a:lnTo>
                  <a:pt x="3434" y="1028"/>
                </a:lnTo>
                <a:lnTo>
                  <a:pt x="3445" y="1018"/>
                </a:lnTo>
                <a:lnTo>
                  <a:pt x="3451" y="1012"/>
                </a:lnTo>
                <a:lnTo>
                  <a:pt x="3460" y="1012"/>
                </a:lnTo>
                <a:lnTo>
                  <a:pt x="3463" y="1010"/>
                </a:lnTo>
                <a:lnTo>
                  <a:pt x="3465" y="1010"/>
                </a:lnTo>
                <a:lnTo>
                  <a:pt x="3467" y="1004"/>
                </a:lnTo>
                <a:lnTo>
                  <a:pt x="3467" y="999"/>
                </a:lnTo>
                <a:lnTo>
                  <a:pt x="3466" y="997"/>
                </a:lnTo>
                <a:lnTo>
                  <a:pt x="3458" y="985"/>
                </a:lnTo>
                <a:lnTo>
                  <a:pt x="3451" y="978"/>
                </a:lnTo>
                <a:lnTo>
                  <a:pt x="3450" y="978"/>
                </a:lnTo>
                <a:lnTo>
                  <a:pt x="3447" y="977"/>
                </a:lnTo>
                <a:lnTo>
                  <a:pt x="3444" y="976"/>
                </a:lnTo>
                <a:lnTo>
                  <a:pt x="3441" y="974"/>
                </a:lnTo>
                <a:lnTo>
                  <a:pt x="3439" y="972"/>
                </a:lnTo>
                <a:lnTo>
                  <a:pt x="3438" y="970"/>
                </a:lnTo>
                <a:lnTo>
                  <a:pt x="3434" y="967"/>
                </a:lnTo>
                <a:lnTo>
                  <a:pt x="3433" y="965"/>
                </a:lnTo>
                <a:lnTo>
                  <a:pt x="3432" y="963"/>
                </a:lnTo>
                <a:lnTo>
                  <a:pt x="3430" y="962"/>
                </a:lnTo>
                <a:lnTo>
                  <a:pt x="3429" y="960"/>
                </a:lnTo>
                <a:lnTo>
                  <a:pt x="3428" y="957"/>
                </a:lnTo>
                <a:lnTo>
                  <a:pt x="3428" y="953"/>
                </a:lnTo>
                <a:lnTo>
                  <a:pt x="3428" y="951"/>
                </a:lnTo>
                <a:lnTo>
                  <a:pt x="3426" y="949"/>
                </a:lnTo>
                <a:lnTo>
                  <a:pt x="3424" y="948"/>
                </a:lnTo>
                <a:lnTo>
                  <a:pt x="3418" y="946"/>
                </a:lnTo>
                <a:lnTo>
                  <a:pt x="3417" y="942"/>
                </a:lnTo>
                <a:lnTo>
                  <a:pt x="3418" y="938"/>
                </a:lnTo>
                <a:lnTo>
                  <a:pt x="3422" y="929"/>
                </a:lnTo>
                <a:lnTo>
                  <a:pt x="3426" y="926"/>
                </a:lnTo>
                <a:lnTo>
                  <a:pt x="3428" y="922"/>
                </a:lnTo>
                <a:lnTo>
                  <a:pt x="3430" y="921"/>
                </a:lnTo>
                <a:lnTo>
                  <a:pt x="3431" y="920"/>
                </a:lnTo>
                <a:lnTo>
                  <a:pt x="3430" y="912"/>
                </a:lnTo>
                <a:lnTo>
                  <a:pt x="3432" y="906"/>
                </a:lnTo>
                <a:lnTo>
                  <a:pt x="3434" y="902"/>
                </a:lnTo>
                <a:lnTo>
                  <a:pt x="3436" y="899"/>
                </a:lnTo>
                <a:lnTo>
                  <a:pt x="3440" y="893"/>
                </a:lnTo>
                <a:lnTo>
                  <a:pt x="3443" y="890"/>
                </a:lnTo>
                <a:lnTo>
                  <a:pt x="3447" y="882"/>
                </a:lnTo>
                <a:lnTo>
                  <a:pt x="3449" y="879"/>
                </a:lnTo>
                <a:lnTo>
                  <a:pt x="3460" y="871"/>
                </a:lnTo>
                <a:lnTo>
                  <a:pt x="3465" y="869"/>
                </a:lnTo>
                <a:lnTo>
                  <a:pt x="3470" y="867"/>
                </a:lnTo>
                <a:lnTo>
                  <a:pt x="3476" y="867"/>
                </a:lnTo>
                <a:lnTo>
                  <a:pt x="3480" y="869"/>
                </a:lnTo>
                <a:lnTo>
                  <a:pt x="3506" y="870"/>
                </a:lnTo>
                <a:lnTo>
                  <a:pt x="3509" y="869"/>
                </a:lnTo>
                <a:lnTo>
                  <a:pt x="3519" y="876"/>
                </a:lnTo>
                <a:lnTo>
                  <a:pt x="3524" y="883"/>
                </a:lnTo>
                <a:lnTo>
                  <a:pt x="3534" y="888"/>
                </a:lnTo>
                <a:lnTo>
                  <a:pt x="3547" y="892"/>
                </a:lnTo>
                <a:lnTo>
                  <a:pt x="3554" y="892"/>
                </a:lnTo>
                <a:lnTo>
                  <a:pt x="3560" y="894"/>
                </a:lnTo>
                <a:lnTo>
                  <a:pt x="3562" y="894"/>
                </a:lnTo>
                <a:lnTo>
                  <a:pt x="3571" y="897"/>
                </a:lnTo>
                <a:lnTo>
                  <a:pt x="3585" y="898"/>
                </a:lnTo>
                <a:lnTo>
                  <a:pt x="3605" y="899"/>
                </a:lnTo>
                <a:lnTo>
                  <a:pt x="3609" y="901"/>
                </a:lnTo>
                <a:lnTo>
                  <a:pt x="3616" y="902"/>
                </a:lnTo>
                <a:lnTo>
                  <a:pt x="3624" y="898"/>
                </a:lnTo>
                <a:lnTo>
                  <a:pt x="3628" y="895"/>
                </a:lnTo>
                <a:lnTo>
                  <a:pt x="3632" y="891"/>
                </a:lnTo>
                <a:lnTo>
                  <a:pt x="3637" y="890"/>
                </a:lnTo>
                <a:lnTo>
                  <a:pt x="3638" y="890"/>
                </a:lnTo>
                <a:lnTo>
                  <a:pt x="3638" y="889"/>
                </a:lnTo>
                <a:lnTo>
                  <a:pt x="3639" y="889"/>
                </a:lnTo>
                <a:lnTo>
                  <a:pt x="3640" y="889"/>
                </a:lnTo>
                <a:lnTo>
                  <a:pt x="3640" y="888"/>
                </a:lnTo>
                <a:lnTo>
                  <a:pt x="3640" y="887"/>
                </a:lnTo>
                <a:lnTo>
                  <a:pt x="3641" y="887"/>
                </a:lnTo>
                <a:lnTo>
                  <a:pt x="3641" y="885"/>
                </a:lnTo>
                <a:lnTo>
                  <a:pt x="3642" y="885"/>
                </a:lnTo>
                <a:lnTo>
                  <a:pt x="3643" y="885"/>
                </a:lnTo>
                <a:lnTo>
                  <a:pt x="3644" y="885"/>
                </a:lnTo>
                <a:lnTo>
                  <a:pt x="3646" y="885"/>
                </a:lnTo>
                <a:lnTo>
                  <a:pt x="3647" y="884"/>
                </a:lnTo>
                <a:lnTo>
                  <a:pt x="3651" y="884"/>
                </a:lnTo>
                <a:lnTo>
                  <a:pt x="3656" y="883"/>
                </a:lnTo>
                <a:lnTo>
                  <a:pt x="3660" y="881"/>
                </a:lnTo>
                <a:lnTo>
                  <a:pt x="3664" y="877"/>
                </a:lnTo>
                <a:lnTo>
                  <a:pt x="3664" y="876"/>
                </a:lnTo>
                <a:lnTo>
                  <a:pt x="3666" y="872"/>
                </a:lnTo>
                <a:lnTo>
                  <a:pt x="3667" y="872"/>
                </a:lnTo>
                <a:lnTo>
                  <a:pt x="3673" y="869"/>
                </a:lnTo>
                <a:lnTo>
                  <a:pt x="3680" y="864"/>
                </a:lnTo>
                <a:lnTo>
                  <a:pt x="3681" y="864"/>
                </a:lnTo>
                <a:lnTo>
                  <a:pt x="3687" y="858"/>
                </a:lnTo>
                <a:lnTo>
                  <a:pt x="3691" y="855"/>
                </a:lnTo>
                <a:lnTo>
                  <a:pt x="3692" y="853"/>
                </a:lnTo>
                <a:lnTo>
                  <a:pt x="3697" y="847"/>
                </a:lnTo>
                <a:lnTo>
                  <a:pt x="3699" y="843"/>
                </a:lnTo>
                <a:lnTo>
                  <a:pt x="3700" y="837"/>
                </a:lnTo>
                <a:lnTo>
                  <a:pt x="3717" y="831"/>
                </a:lnTo>
                <a:lnTo>
                  <a:pt x="3718" y="832"/>
                </a:lnTo>
                <a:lnTo>
                  <a:pt x="3733" y="837"/>
                </a:lnTo>
                <a:lnTo>
                  <a:pt x="3738" y="838"/>
                </a:lnTo>
                <a:lnTo>
                  <a:pt x="3741" y="837"/>
                </a:lnTo>
                <a:lnTo>
                  <a:pt x="3742" y="837"/>
                </a:lnTo>
                <a:lnTo>
                  <a:pt x="3744" y="837"/>
                </a:lnTo>
                <a:lnTo>
                  <a:pt x="3747" y="837"/>
                </a:lnTo>
                <a:lnTo>
                  <a:pt x="3749" y="836"/>
                </a:lnTo>
                <a:lnTo>
                  <a:pt x="3756" y="836"/>
                </a:lnTo>
                <a:lnTo>
                  <a:pt x="3773" y="836"/>
                </a:lnTo>
                <a:lnTo>
                  <a:pt x="3774" y="836"/>
                </a:lnTo>
                <a:lnTo>
                  <a:pt x="3790" y="832"/>
                </a:lnTo>
                <a:lnTo>
                  <a:pt x="3803" y="829"/>
                </a:lnTo>
                <a:lnTo>
                  <a:pt x="3806" y="827"/>
                </a:lnTo>
                <a:lnTo>
                  <a:pt x="3819" y="817"/>
                </a:lnTo>
                <a:lnTo>
                  <a:pt x="3825" y="811"/>
                </a:lnTo>
                <a:lnTo>
                  <a:pt x="3831" y="809"/>
                </a:lnTo>
                <a:lnTo>
                  <a:pt x="3833" y="809"/>
                </a:lnTo>
                <a:lnTo>
                  <a:pt x="3833" y="806"/>
                </a:lnTo>
                <a:lnTo>
                  <a:pt x="3835" y="806"/>
                </a:lnTo>
                <a:lnTo>
                  <a:pt x="3838" y="806"/>
                </a:lnTo>
                <a:lnTo>
                  <a:pt x="3841" y="807"/>
                </a:lnTo>
                <a:lnTo>
                  <a:pt x="3843" y="806"/>
                </a:lnTo>
                <a:lnTo>
                  <a:pt x="3846" y="806"/>
                </a:lnTo>
                <a:lnTo>
                  <a:pt x="3849" y="803"/>
                </a:lnTo>
                <a:lnTo>
                  <a:pt x="3850" y="802"/>
                </a:lnTo>
                <a:lnTo>
                  <a:pt x="3850" y="800"/>
                </a:lnTo>
                <a:lnTo>
                  <a:pt x="3852" y="799"/>
                </a:lnTo>
                <a:lnTo>
                  <a:pt x="3854" y="797"/>
                </a:lnTo>
                <a:lnTo>
                  <a:pt x="3856" y="797"/>
                </a:lnTo>
                <a:lnTo>
                  <a:pt x="3855" y="791"/>
                </a:lnTo>
                <a:lnTo>
                  <a:pt x="3856" y="790"/>
                </a:lnTo>
                <a:lnTo>
                  <a:pt x="3854" y="788"/>
                </a:lnTo>
                <a:lnTo>
                  <a:pt x="3852" y="787"/>
                </a:lnTo>
                <a:lnTo>
                  <a:pt x="3854" y="777"/>
                </a:lnTo>
                <a:lnTo>
                  <a:pt x="3857" y="774"/>
                </a:lnTo>
                <a:lnTo>
                  <a:pt x="3867" y="761"/>
                </a:lnTo>
                <a:lnTo>
                  <a:pt x="3869" y="760"/>
                </a:lnTo>
                <a:lnTo>
                  <a:pt x="3878" y="751"/>
                </a:lnTo>
                <a:lnTo>
                  <a:pt x="3881" y="748"/>
                </a:lnTo>
                <a:lnTo>
                  <a:pt x="3883" y="744"/>
                </a:lnTo>
                <a:lnTo>
                  <a:pt x="3885" y="743"/>
                </a:lnTo>
                <a:lnTo>
                  <a:pt x="3891" y="741"/>
                </a:lnTo>
                <a:lnTo>
                  <a:pt x="3898" y="740"/>
                </a:lnTo>
                <a:lnTo>
                  <a:pt x="3900" y="740"/>
                </a:lnTo>
                <a:lnTo>
                  <a:pt x="3900" y="739"/>
                </a:lnTo>
                <a:lnTo>
                  <a:pt x="3901" y="738"/>
                </a:lnTo>
                <a:lnTo>
                  <a:pt x="3903" y="738"/>
                </a:lnTo>
                <a:lnTo>
                  <a:pt x="3904" y="736"/>
                </a:lnTo>
                <a:lnTo>
                  <a:pt x="3904" y="735"/>
                </a:lnTo>
                <a:lnTo>
                  <a:pt x="3905" y="735"/>
                </a:lnTo>
                <a:lnTo>
                  <a:pt x="3912" y="736"/>
                </a:lnTo>
                <a:lnTo>
                  <a:pt x="3921" y="737"/>
                </a:lnTo>
                <a:lnTo>
                  <a:pt x="3923" y="737"/>
                </a:lnTo>
                <a:lnTo>
                  <a:pt x="3928" y="737"/>
                </a:lnTo>
                <a:lnTo>
                  <a:pt x="3942" y="737"/>
                </a:lnTo>
                <a:lnTo>
                  <a:pt x="3953" y="737"/>
                </a:lnTo>
                <a:lnTo>
                  <a:pt x="3955" y="733"/>
                </a:lnTo>
                <a:lnTo>
                  <a:pt x="3954" y="731"/>
                </a:lnTo>
                <a:lnTo>
                  <a:pt x="3956" y="726"/>
                </a:lnTo>
                <a:lnTo>
                  <a:pt x="3960" y="720"/>
                </a:lnTo>
                <a:lnTo>
                  <a:pt x="3958" y="715"/>
                </a:lnTo>
                <a:lnTo>
                  <a:pt x="3961" y="714"/>
                </a:lnTo>
                <a:lnTo>
                  <a:pt x="3965" y="713"/>
                </a:lnTo>
                <a:lnTo>
                  <a:pt x="3967" y="713"/>
                </a:lnTo>
                <a:lnTo>
                  <a:pt x="3970" y="713"/>
                </a:lnTo>
                <a:lnTo>
                  <a:pt x="3972" y="713"/>
                </a:lnTo>
                <a:lnTo>
                  <a:pt x="3974" y="712"/>
                </a:lnTo>
                <a:lnTo>
                  <a:pt x="3976" y="713"/>
                </a:lnTo>
                <a:lnTo>
                  <a:pt x="3978" y="714"/>
                </a:lnTo>
                <a:lnTo>
                  <a:pt x="3978" y="715"/>
                </a:lnTo>
                <a:lnTo>
                  <a:pt x="3978" y="717"/>
                </a:lnTo>
                <a:lnTo>
                  <a:pt x="3979" y="718"/>
                </a:lnTo>
                <a:lnTo>
                  <a:pt x="3981" y="720"/>
                </a:lnTo>
                <a:lnTo>
                  <a:pt x="3983" y="721"/>
                </a:lnTo>
                <a:lnTo>
                  <a:pt x="3985" y="721"/>
                </a:lnTo>
                <a:lnTo>
                  <a:pt x="3988" y="721"/>
                </a:lnTo>
                <a:lnTo>
                  <a:pt x="3989" y="720"/>
                </a:lnTo>
                <a:lnTo>
                  <a:pt x="3990" y="719"/>
                </a:lnTo>
                <a:lnTo>
                  <a:pt x="3993" y="720"/>
                </a:lnTo>
                <a:lnTo>
                  <a:pt x="3995" y="720"/>
                </a:lnTo>
                <a:lnTo>
                  <a:pt x="3996" y="719"/>
                </a:lnTo>
                <a:lnTo>
                  <a:pt x="3998" y="719"/>
                </a:lnTo>
                <a:lnTo>
                  <a:pt x="3998" y="718"/>
                </a:lnTo>
                <a:lnTo>
                  <a:pt x="3998" y="716"/>
                </a:lnTo>
                <a:lnTo>
                  <a:pt x="3998" y="715"/>
                </a:lnTo>
                <a:lnTo>
                  <a:pt x="4000" y="715"/>
                </a:lnTo>
                <a:lnTo>
                  <a:pt x="4001" y="714"/>
                </a:lnTo>
                <a:lnTo>
                  <a:pt x="4001" y="713"/>
                </a:lnTo>
                <a:lnTo>
                  <a:pt x="4003" y="712"/>
                </a:lnTo>
                <a:lnTo>
                  <a:pt x="4004" y="711"/>
                </a:lnTo>
                <a:lnTo>
                  <a:pt x="4006" y="711"/>
                </a:lnTo>
                <a:lnTo>
                  <a:pt x="4007" y="711"/>
                </a:lnTo>
                <a:lnTo>
                  <a:pt x="4008" y="711"/>
                </a:lnTo>
                <a:lnTo>
                  <a:pt x="4009" y="711"/>
                </a:lnTo>
                <a:lnTo>
                  <a:pt x="4010" y="709"/>
                </a:lnTo>
                <a:lnTo>
                  <a:pt x="4011" y="709"/>
                </a:lnTo>
                <a:lnTo>
                  <a:pt x="4013" y="710"/>
                </a:lnTo>
                <a:lnTo>
                  <a:pt x="4014" y="710"/>
                </a:lnTo>
                <a:lnTo>
                  <a:pt x="4015" y="709"/>
                </a:lnTo>
                <a:lnTo>
                  <a:pt x="4022" y="705"/>
                </a:lnTo>
                <a:lnTo>
                  <a:pt x="4024" y="704"/>
                </a:lnTo>
                <a:lnTo>
                  <a:pt x="4027" y="704"/>
                </a:lnTo>
                <a:lnTo>
                  <a:pt x="4028" y="704"/>
                </a:lnTo>
                <a:lnTo>
                  <a:pt x="4030" y="703"/>
                </a:lnTo>
                <a:lnTo>
                  <a:pt x="4031" y="702"/>
                </a:lnTo>
                <a:lnTo>
                  <a:pt x="4032" y="701"/>
                </a:lnTo>
                <a:lnTo>
                  <a:pt x="4035" y="701"/>
                </a:lnTo>
                <a:lnTo>
                  <a:pt x="4039" y="698"/>
                </a:lnTo>
                <a:lnTo>
                  <a:pt x="4047" y="700"/>
                </a:lnTo>
                <a:lnTo>
                  <a:pt x="4050" y="702"/>
                </a:lnTo>
                <a:lnTo>
                  <a:pt x="4063" y="703"/>
                </a:lnTo>
                <a:lnTo>
                  <a:pt x="4068" y="700"/>
                </a:lnTo>
                <a:lnTo>
                  <a:pt x="4069" y="700"/>
                </a:lnTo>
                <a:lnTo>
                  <a:pt x="4070" y="701"/>
                </a:lnTo>
                <a:lnTo>
                  <a:pt x="4071" y="703"/>
                </a:lnTo>
                <a:lnTo>
                  <a:pt x="4076" y="703"/>
                </a:lnTo>
                <a:lnTo>
                  <a:pt x="4081" y="704"/>
                </a:lnTo>
                <a:lnTo>
                  <a:pt x="4082" y="704"/>
                </a:lnTo>
                <a:lnTo>
                  <a:pt x="4082" y="703"/>
                </a:lnTo>
                <a:lnTo>
                  <a:pt x="4082" y="702"/>
                </a:lnTo>
                <a:lnTo>
                  <a:pt x="4081" y="701"/>
                </a:lnTo>
                <a:lnTo>
                  <a:pt x="4086" y="695"/>
                </a:lnTo>
                <a:lnTo>
                  <a:pt x="4089" y="695"/>
                </a:lnTo>
                <a:lnTo>
                  <a:pt x="4092" y="695"/>
                </a:lnTo>
                <a:lnTo>
                  <a:pt x="4093" y="695"/>
                </a:lnTo>
                <a:lnTo>
                  <a:pt x="4093" y="696"/>
                </a:lnTo>
                <a:lnTo>
                  <a:pt x="4093" y="698"/>
                </a:lnTo>
                <a:lnTo>
                  <a:pt x="4093" y="699"/>
                </a:lnTo>
                <a:lnTo>
                  <a:pt x="4094" y="700"/>
                </a:lnTo>
                <a:lnTo>
                  <a:pt x="4096" y="700"/>
                </a:lnTo>
                <a:lnTo>
                  <a:pt x="4098" y="699"/>
                </a:lnTo>
                <a:lnTo>
                  <a:pt x="4101" y="698"/>
                </a:lnTo>
                <a:lnTo>
                  <a:pt x="4103" y="700"/>
                </a:lnTo>
                <a:lnTo>
                  <a:pt x="4106" y="704"/>
                </a:lnTo>
                <a:lnTo>
                  <a:pt x="4110" y="708"/>
                </a:lnTo>
                <a:lnTo>
                  <a:pt x="4111" y="708"/>
                </a:lnTo>
                <a:lnTo>
                  <a:pt x="4112" y="708"/>
                </a:lnTo>
                <a:lnTo>
                  <a:pt x="4114" y="707"/>
                </a:lnTo>
                <a:lnTo>
                  <a:pt x="4115" y="707"/>
                </a:lnTo>
                <a:lnTo>
                  <a:pt x="4119" y="708"/>
                </a:lnTo>
                <a:lnTo>
                  <a:pt x="4122" y="708"/>
                </a:lnTo>
                <a:lnTo>
                  <a:pt x="4124" y="708"/>
                </a:lnTo>
                <a:lnTo>
                  <a:pt x="4124" y="709"/>
                </a:lnTo>
                <a:lnTo>
                  <a:pt x="4126" y="710"/>
                </a:lnTo>
                <a:lnTo>
                  <a:pt x="4129" y="712"/>
                </a:lnTo>
                <a:lnTo>
                  <a:pt x="4130" y="712"/>
                </a:lnTo>
                <a:lnTo>
                  <a:pt x="4132" y="711"/>
                </a:lnTo>
                <a:lnTo>
                  <a:pt x="4133" y="711"/>
                </a:lnTo>
                <a:lnTo>
                  <a:pt x="4134" y="712"/>
                </a:lnTo>
                <a:lnTo>
                  <a:pt x="4135" y="712"/>
                </a:lnTo>
                <a:lnTo>
                  <a:pt x="4136" y="711"/>
                </a:lnTo>
                <a:lnTo>
                  <a:pt x="4139" y="709"/>
                </a:lnTo>
                <a:lnTo>
                  <a:pt x="4144" y="710"/>
                </a:lnTo>
                <a:lnTo>
                  <a:pt x="4146" y="709"/>
                </a:lnTo>
                <a:lnTo>
                  <a:pt x="4147" y="709"/>
                </a:lnTo>
                <a:lnTo>
                  <a:pt x="4151" y="709"/>
                </a:lnTo>
                <a:lnTo>
                  <a:pt x="4153" y="711"/>
                </a:lnTo>
                <a:lnTo>
                  <a:pt x="4155" y="711"/>
                </a:lnTo>
                <a:lnTo>
                  <a:pt x="4158" y="710"/>
                </a:lnTo>
                <a:lnTo>
                  <a:pt x="4159" y="710"/>
                </a:lnTo>
                <a:lnTo>
                  <a:pt x="4160" y="711"/>
                </a:lnTo>
                <a:lnTo>
                  <a:pt x="4161" y="711"/>
                </a:lnTo>
                <a:lnTo>
                  <a:pt x="4162" y="712"/>
                </a:lnTo>
                <a:lnTo>
                  <a:pt x="4162" y="713"/>
                </a:lnTo>
                <a:lnTo>
                  <a:pt x="4162" y="714"/>
                </a:lnTo>
                <a:lnTo>
                  <a:pt x="4165" y="713"/>
                </a:lnTo>
                <a:lnTo>
                  <a:pt x="4166" y="711"/>
                </a:lnTo>
                <a:lnTo>
                  <a:pt x="4167" y="711"/>
                </a:lnTo>
                <a:lnTo>
                  <a:pt x="4169" y="711"/>
                </a:lnTo>
                <a:lnTo>
                  <a:pt x="4170" y="711"/>
                </a:lnTo>
                <a:lnTo>
                  <a:pt x="4173" y="707"/>
                </a:lnTo>
                <a:lnTo>
                  <a:pt x="4173" y="705"/>
                </a:lnTo>
                <a:lnTo>
                  <a:pt x="4173" y="704"/>
                </a:lnTo>
                <a:lnTo>
                  <a:pt x="4179" y="706"/>
                </a:lnTo>
                <a:lnTo>
                  <a:pt x="4180" y="706"/>
                </a:lnTo>
                <a:lnTo>
                  <a:pt x="4183" y="706"/>
                </a:lnTo>
                <a:lnTo>
                  <a:pt x="4183" y="704"/>
                </a:lnTo>
                <a:lnTo>
                  <a:pt x="4183" y="703"/>
                </a:lnTo>
                <a:lnTo>
                  <a:pt x="4184" y="702"/>
                </a:lnTo>
                <a:lnTo>
                  <a:pt x="4185" y="701"/>
                </a:lnTo>
                <a:lnTo>
                  <a:pt x="4183" y="699"/>
                </a:lnTo>
                <a:lnTo>
                  <a:pt x="4183" y="697"/>
                </a:lnTo>
                <a:lnTo>
                  <a:pt x="4183" y="696"/>
                </a:lnTo>
                <a:lnTo>
                  <a:pt x="4182" y="696"/>
                </a:lnTo>
                <a:lnTo>
                  <a:pt x="4185" y="693"/>
                </a:lnTo>
                <a:lnTo>
                  <a:pt x="4185" y="692"/>
                </a:lnTo>
                <a:lnTo>
                  <a:pt x="4184" y="690"/>
                </a:lnTo>
                <a:lnTo>
                  <a:pt x="4184" y="688"/>
                </a:lnTo>
                <a:lnTo>
                  <a:pt x="4185" y="687"/>
                </a:lnTo>
                <a:lnTo>
                  <a:pt x="4183" y="687"/>
                </a:lnTo>
                <a:lnTo>
                  <a:pt x="4183" y="683"/>
                </a:lnTo>
                <a:lnTo>
                  <a:pt x="4184" y="681"/>
                </a:lnTo>
                <a:lnTo>
                  <a:pt x="4178" y="680"/>
                </a:lnTo>
                <a:lnTo>
                  <a:pt x="4177" y="677"/>
                </a:lnTo>
                <a:lnTo>
                  <a:pt x="4179" y="676"/>
                </a:lnTo>
                <a:lnTo>
                  <a:pt x="4178" y="676"/>
                </a:lnTo>
                <a:lnTo>
                  <a:pt x="4176" y="675"/>
                </a:lnTo>
                <a:lnTo>
                  <a:pt x="4173" y="672"/>
                </a:lnTo>
                <a:lnTo>
                  <a:pt x="4172" y="670"/>
                </a:lnTo>
                <a:lnTo>
                  <a:pt x="4172" y="669"/>
                </a:lnTo>
                <a:lnTo>
                  <a:pt x="4172" y="668"/>
                </a:lnTo>
                <a:lnTo>
                  <a:pt x="4172" y="667"/>
                </a:lnTo>
                <a:lnTo>
                  <a:pt x="4173" y="666"/>
                </a:lnTo>
                <a:lnTo>
                  <a:pt x="4169" y="659"/>
                </a:lnTo>
                <a:lnTo>
                  <a:pt x="4169" y="658"/>
                </a:lnTo>
                <a:lnTo>
                  <a:pt x="4166" y="654"/>
                </a:lnTo>
                <a:lnTo>
                  <a:pt x="4166" y="653"/>
                </a:lnTo>
                <a:lnTo>
                  <a:pt x="4164" y="652"/>
                </a:lnTo>
                <a:lnTo>
                  <a:pt x="4162" y="651"/>
                </a:lnTo>
                <a:lnTo>
                  <a:pt x="4161" y="650"/>
                </a:lnTo>
                <a:lnTo>
                  <a:pt x="4160" y="648"/>
                </a:lnTo>
                <a:lnTo>
                  <a:pt x="4159" y="648"/>
                </a:lnTo>
                <a:lnTo>
                  <a:pt x="4159" y="647"/>
                </a:lnTo>
                <a:lnTo>
                  <a:pt x="4158" y="647"/>
                </a:lnTo>
                <a:lnTo>
                  <a:pt x="4157" y="646"/>
                </a:lnTo>
                <a:lnTo>
                  <a:pt x="4156" y="646"/>
                </a:lnTo>
                <a:lnTo>
                  <a:pt x="4155" y="646"/>
                </a:lnTo>
                <a:lnTo>
                  <a:pt x="4154" y="646"/>
                </a:lnTo>
                <a:lnTo>
                  <a:pt x="4153" y="646"/>
                </a:lnTo>
                <a:lnTo>
                  <a:pt x="4152" y="646"/>
                </a:lnTo>
                <a:lnTo>
                  <a:pt x="4151" y="646"/>
                </a:lnTo>
                <a:lnTo>
                  <a:pt x="4151" y="645"/>
                </a:lnTo>
                <a:lnTo>
                  <a:pt x="4151" y="644"/>
                </a:lnTo>
                <a:lnTo>
                  <a:pt x="4152" y="644"/>
                </a:lnTo>
                <a:lnTo>
                  <a:pt x="4151" y="643"/>
                </a:lnTo>
                <a:lnTo>
                  <a:pt x="4151" y="644"/>
                </a:lnTo>
                <a:lnTo>
                  <a:pt x="4151" y="643"/>
                </a:lnTo>
                <a:lnTo>
                  <a:pt x="4150" y="643"/>
                </a:lnTo>
                <a:lnTo>
                  <a:pt x="4151" y="643"/>
                </a:lnTo>
                <a:lnTo>
                  <a:pt x="4152" y="643"/>
                </a:lnTo>
                <a:lnTo>
                  <a:pt x="4151" y="642"/>
                </a:lnTo>
                <a:lnTo>
                  <a:pt x="4151" y="643"/>
                </a:lnTo>
                <a:lnTo>
                  <a:pt x="4151" y="642"/>
                </a:lnTo>
                <a:lnTo>
                  <a:pt x="4152" y="642"/>
                </a:lnTo>
                <a:lnTo>
                  <a:pt x="4151" y="642"/>
                </a:lnTo>
                <a:lnTo>
                  <a:pt x="4151" y="641"/>
                </a:lnTo>
                <a:lnTo>
                  <a:pt x="4149" y="641"/>
                </a:lnTo>
                <a:lnTo>
                  <a:pt x="4149" y="640"/>
                </a:lnTo>
                <a:lnTo>
                  <a:pt x="4148" y="641"/>
                </a:lnTo>
                <a:lnTo>
                  <a:pt x="4148" y="640"/>
                </a:lnTo>
                <a:lnTo>
                  <a:pt x="4148" y="639"/>
                </a:lnTo>
                <a:lnTo>
                  <a:pt x="4147" y="639"/>
                </a:lnTo>
                <a:lnTo>
                  <a:pt x="4146" y="639"/>
                </a:lnTo>
                <a:lnTo>
                  <a:pt x="4146" y="638"/>
                </a:lnTo>
                <a:lnTo>
                  <a:pt x="4146" y="639"/>
                </a:lnTo>
                <a:lnTo>
                  <a:pt x="4145" y="639"/>
                </a:lnTo>
                <a:lnTo>
                  <a:pt x="4145" y="638"/>
                </a:lnTo>
                <a:lnTo>
                  <a:pt x="4144" y="638"/>
                </a:lnTo>
                <a:lnTo>
                  <a:pt x="4144" y="637"/>
                </a:lnTo>
                <a:lnTo>
                  <a:pt x="4143" y="637"/>
                </a:lnTo>
                <a:lnTo>
                  <a:pt x="4142" y="637"/>
                </a:lnTo>
                <a:lnTo>
                  <a:pt x="4142" y="636"/>
                </a:lnTo>
                <a:lnTo>
                  <a:pt x="4141" y="636"/>
                </a:lnTo>
                <a:lnTo>
                  <a:pt x="4141" y="635"/>
                </a:lnTo>
                <a:lnTo>
                  <a:pt x="4140" y="635"/>
                </a:lnTo>
                <a:lnTo>
                  <a:pt x="4140" y="634"/>
                </a:lnTo>
                <a:lnTo>
                  <a:pt x="4140" y="633"/>
                </a:lnTo>
                <a:lnTo>
                  <a:pt x="4139" y="633"/>
                </a:lnTo>
                <a:lnTo>
                  <a:pt x="4138" y="633"/>
                </a:lnTo>
                <a:lnTo>
                  <a:pt x="4139" y="633"/>
                </a:lnTo>
                <a:lnTo>
                  <a:pt x="4138" y="633"/>
                </a:lnTo>
                <a:lnTo>
                  <a:pt x="4138" y="632"/>
                </a:lnTo>
                <a:lnTo>
                  <a:pt x="4137" y="632"/>
                </a:lnTo>
                <a:lnTo>
                  <a:pt x="4136" y="631"/>
                </a:lnTo>
                <a:lnTo>
                  <a:pt x="4135" y="631"/>
                </a:lnTo>
                <a:lnTo>
                  <a:pt x="4134" y="631"/>
                </a:lnTo>
                <a:lnTo>
                  <a:pt x="4135" y="631"/>
                </a:lnTo>
                <a:lnTo>
                  <a:pt x="4135" y="630"/>
                </a:lnTo>
                <a:lnTo>
                  <a:pt x="4134" y="630"/>
                </a:lnTo>
                <a:lnTo>
                  <a:pt x="4133" y="629"/>
                </a:lnTo>
                <a:lnTo>
                  <a:pt x="4134" y="629"/>
                </a:lnTo>
                <a:lnTo>
                  <a:pt x="4133" y="628"/>
                </a:lnTo>
                <a:lnTo>
                  <a:pt x="4132" y="628"/>
                </a:lnTo>
                <a:lnTo>
                  <a:pt x="4131" y="628"/>
                </a:lnTo>
                <a:lnTo>
                  <a:pt x="4131" y="627"/>
                </a:lnTo>
                <a:lnTo>
                  <a:pt x="4131" y="628"/>
                </a:lnTo>
                <a:lnTo>
                  <a:pt x="4130" y="628"/>
                </a:lnTo>
                <a:lnTo>
                  <a:pt x="4130" y="627"/>
                </a:lnTo>
                <a:lnTo>
                  <a:pt x="4132" y="624"/>
                </a:lnTo>
                <a:lnTo>
                  <a:pt x="4133" y="623"/>
                </a:lnTo>
                <a:lnTo>
                  <a:pt x="4131" y="622"/>
                </a:lnTo>
                <a:lnTo>
                  <a:pt x="4119" y="619"/>
                </a:lnTo>
                <a:lnTo>
                  <a:pt x="4119" y="618"/>
                </a:lnTo>
                <a:lnTo>
                  <a:pt x="4114" y="616"/>
                </a:lnTo>
                <a:lnTo>
                  <a:pt x="4114" y="614"/>
                </a:lnTo>
                <a:lnTo>
                  <a:pt x="4113" y="609"/>
                </a:lnTo>
                <a:lnTo>
                  <a:pt x="4113" y="608"/>
                </a:lnTo>
                <a:lnTo>
                  <a:pt x="4112" y="604"/>
                </a:lnTo>
                <a:lnTo>
                  <a:pt x="4106" y="602"/>
                </a:lnTo>
                <a:lnTo>
                  <a:pt x="4101" y="600"/>
                </a:lnTo>
                <a:lnTo>
                  <a:pt x="4095" y="598"/>
                </a:lnTo>
                <a:lnTo>
                  <a:pt x="4080" y="593"/>
                </a:lnTo>
                <a:lnTo>
                  <a:pt x="4079" y="592"/>
                </a:lnTo>
                <a:lnTo>
                  <a:pt x="4070" y="581"/>
                </a:lnTo>
                <a:lnTo>
                  <a:pt x="4062" y="571"/>
                </a:lnTo>
                <a:lnTo>
                  <a:pt x="4061" y="570"/>
                </a:lnTo>
                <a:lnTo>
                  <a:pt x="4059" y="570"/>
                </a:lnTo>
                <a:lnTo>
                  <a:pt x="4052" y="570"/>
                </a:lnTo>
                <a:lnTo>
                  <a:pt x="4051" y="570"/>
                </a:lnTo>
                <a:lnTo>
                  <a:pt x="4051" y="569"/>
                </a:lnTo>
                <a:lnTo>
                  <a:pt x="4051" y="570"/>
                </a:lnTo>
                <a:lnTo>
                  <a:pt x="4050" y="570"/>
                </a:lnTo>
                <a:lnTo>
                  <a:pt x="4050" y="569"/>
                </a:lnTo>
                <a:lnTo>
                  <a:pt x="4049" y="568"/>
                </a:lnTo>
                <a:lnTo>
                  <a:pt x="4048" y="568"/>
                </a:lnTo>
                <a:lnTo>
                  <a:pt x="4047" y="568"/>
                </a:lnTo>
                <a:lnTo>
                  <a:pt x="4046" y="568"/>
                </a:lnTo>
                <a:lnTo>
                  <a:pt x="4045" y="568"/>
                </a:lnTo>
                <a:lnTo>
                  <a:pt x="4044" y="568"/>
                </a:lnTo>
                <a:lnTo>
                  <a:pt x="4043" y="568"/>
                </a:lnTo>
                <a:lnTo>
                  <a:pt x="4043" y="569"/>
                </a:lnTo>
                <a:lnTo>
                  <a:pt x="4042" y="569"/>
                </a:lnTo>
                <a:lnTo>
                  <a:pt x="4041" y="569"/>
                </a:lnTo>
                <a:lnTo>
                  <a:pt x="4040" y="569"/>
                </a:lnTo>
                <a:lnTo>
                  <a:pt x="4039" y="569"/>
                </a:lnTo>
                <a:lnTo>
                  <a:pt x="4039" y="568"/>
                </a:lnTo>
                <a:lnTo>
                  <a:pt x="4038" y="568"/>
                </a:lnTo>
                <a:lnTo>
                  <a:pt x="4038" y="569"/>
                </a:lnTo>
                <a:lnTo>
                  <a:pt x="4037" y="569"/>
                </a:lnTo>
                <a:lnTo>
                  <a:pt x="4036" y="569"/>
                </a:lnTo>
                <a:lnTo>
                  <a:pt x="4036" y="568"/>
                </a:lnTo>
                <a:lnTo>
                  <a:pt x="4035" y="568"/>
                </a:lnTo>
                <a:lnTo>
                  <a:pt x="4035" y="567"/>
                </a:lnTo>
                <a:lnTo>
                  <a:pt x="4035" y="568"/>
                </a:lnTo>
                <a:lnTo>
                  <a:pt x="4034" y="568"/>
                </a:lnTo>
                <a:lnTo>
                  <a:pt x="4034" y="567"/>
                </a:lnTo>
                <a:lnTo>
                  <a:pt x="4033" y="567"/>
                </a:lnTo>
                <a:lnTo>
                  <a:pt x="4032" y="567"/>
                </a:lnTo>
                <a:lnTo>
                  <a:pt x="4032" y="566"/>
                </a:lnTo>
                <a:lnTo>
                  <a:pt x="4032" y="565"/>
                </a:lnTo>
                <a:lnTo>
                  <a:pt x="4031" y="565"/>
                </a:lnTo>
                <a:lnTo>
                  <a:pt x="4030" y="565"/>
                </a:lnTo>
                <a:lnTo>
                  <a:pt x="4029" y="565"/>
                </a:lnTo>
                <a:lnTo>
                  <a:pt x="4028" y="565"/>
                </a:lnTo>
                <a:lnTo>
                  <a:pt x="4027" y="565"/>
                </a:lnTo>
                <a:lnTo>
                  <a:pt x="4027" y="564"/>
                </a:lnTo>
                <a:lnTo>
                  <a:pt x="4026" y="564"/>
                </a:lnTo>
                <a:lnTo>
                  <a:pt x="4026" y="565"/>
                </a:lnTo>
                <a:lnTo>
                  <a:pt x="4025" y="565"/>
                </a:lnTo>
                <a:lnTo>
                  <a:pt x="4024" y="566"/>
                </a:lnTo>
                <a:lnTo>
                  <a:pt x="4023" y="566"/>
                </a:lnTo>
                <a:lnTo>
                  <a:pt x="4022" y="566"/>
                </a:lnTo>
                <a:lnTo>
                  <a:pt x="4022" y="565"/>
                </a:lnTo>
                <a:lnTo>
                  <a:pt x="4021" y="565"/>
                </a:lnTo>
                <a:lnTo>
                  <a:pt x="4020" y="565"/>
                </a:lnTo>
                <a:lnTo>
                  <a:pt x="4020" y="566"/>
                </a:lnTo>
                <a:lnTo>
                  <a:pt x="4019" y="566"/>
                </a:lnTo>
                <a:lnTo>
                  <a:pt x="4018" y="567"/>
                </a:lnTo>
                <a:lnTo>
                  <a:pt x="4018" y="566"/>
                </a:lnTo>
                <a:lnTo>
                  <a:pt x="4017" y="566"/>
                </a:lnTo>
                <a:lnTo>
                  <a:pt x="4017" y="567"/>
                </a:lnTo>
                <a:lnTo>
                  <a:pt x="4016" y="567"/>
                </a:lnTo>
                <a:lnTo>
                  <a:pt x="4015" y="567"/>
                </a:lnTo>
                <a:lnTo>
                  <a:pt x="4014" y="567"/>
                </a:lnTo>
                <a:lnTo>
                  <a:pt x="4014" y="568"/>
                </a:lnTo>
                <a:lnTo>
                  <a:pt x="4015" y="568"/>
                </a:lnTo>
                <a:lnTo>
                  <a:pt x="4014" y="568"/>
                </a:lnTo>
                <a:lnTo>
                  <a:pt x="4013" y="568"/>
                </a:lnTo>
                <a:lnTo>
                  <a:pt x="4012" y="568"/>
                </a:lnTo>
                <a:lnTo>
                  <a:pt x="4011" y="568"/>
                </a:lnTo>
                <a:lnTo>
                  <a:pt x="4010" y="568"/>
                </a:lnTo>
                <a:lnTo>
                  <a:pt x="4009" y="568"/>
                </a:lnTo>
                <a:lnTo>
                  <a:pt x="4008" y="568"/>
                </a:lnTo>
                <a:lnTo>
                  <a:pt x="4007" y="568"/>
                </a:lnTo>
                <a:lnTo>
                  <a:pt x="4006" y="568"/>
                </a:lnTo>
                <a:lnTo>
                  <a:pt x="4005" y="568"/>
                </a:lnTo>
                <a:lnTo>
                  <a:pt x="4004" y="568"/>
                </a:lnTo>
                <a:lnTo>
                  <a:pt x="4004" y="567"/>
                </a:lnTo>
                <a:lnTo>
                  <a:pt x="4003" y="567"/>
                </a:lnTo>
                <a:lnTo>
                  <a:pt x="4002" y="567"/>
                </a:lnTo>
                <a:lnTo>
                  <a:pt x="4001" y="567"/>
                </a:lnTo>
                <a:lnTo>
                  <a:pt x="4000" y="567"/>
                </a:lnTo>
                <a:lnTo>
                  <a:pt x="3994" y="568"/>
                </a:lnTo>
                <a:lnTo>
                  <a:pt x="3993" y="568"/>
                </a:lnTo>
                <a:lnTo>
                  <a:pt x="3992" y="569"/>
                </a:lnTo>
                <a:lnTo>
                  <a:pt x="3968" y="592"/>
                </a:lnTo>
                <a:lnTo>
                  <a:pt x="3968" y="593"/>
                </a:lnTo>
                <a:lnTo>
                  <a:pt x="3967" y="594"/>
                </a:lnTo>
                <a:lnTo>
                  <a:pt x="3965" y="594"/>
                </a:lnTo>
                <a:lnTo>
                  <a:pt x="3964" y="595"/>
                </a:lnTo>
                <a:lnTo>
                  <a:pt x="3955" y="606"/>
                </a:lnTo>
                <a:lnTo>
                  <a:pt x="3929" y="588"/>
                </a:lnTo>
                <a:lnTo>
                  <a:pt x="3921" y="585"/>
                </a:lnTo>
                <a:lnTo>
                  <a:pt x="3909" y="580"/>
                </a:lnTo>
                <a:lnTo>
                  <a:pt x="3901" y="580"/>
                </a:lnTo>
                <a:lnTo>
                  <a:pt x="3891" y="581"/>
                </a:lnTo>
                <a:lnTo>
                  <a:pt x="3870" y="586"/>
                </a:lnTo>
                <a:lnTo>
                  <a:pt x="3854" y="582"/>
                </a:lnTo>
                <a:lnTo>
                  <a:pt x="3840" y="588"/>
                </a:lnTo>
                <a:lnTo>
                  <a:pt x="3827" y="601"/>
                </a:lnTo>
                <a:lnTo>
                  <a:pt x="3825" y="602"/>
                </a:lnTo>
                <a:lnTo>
                  <a:pt x="3792" y="577"/>
                </a:lnTo>
                <a:lnTo>
                  <a:pt x="3792" y="573"/>
                </a:lnTo>
                <a:lnTo>
                  <a:pt x="3791" y="569"/>
                </a:lnTo>
                <a:lnTo>
                  <a:pt x="3790" y="564"/>
                </a:lnTo>
                <a:lnTo>
                  <a:pt x="3789" y="559"/>
                </a:lnTo>
                <a:lnTo>
                  <a:pt x="3788" y="559"/>
                </a:lnTo>
                <a:lnTo>
                  <a:pt x="3788" y="558"/>
                </a:lnTo>
                <a:lnTo>
                  <a:pt x="3789" y="557"/>
                </a:lnTo>
                <a:lnTo>
                  <a:pt x="3790" y="556"/>
                </a:lnTo>
                <a:lnTo>
                  <a:pt x="3789" y="555"/>
                </a:lnTo>
                <a:lnTo>
                  <a:pt x="3788" y="555"/>
                </a:lnTo>
                <a:lnTo>
                  <a:pt x="3788" y="554"/>
                </a:lnTo>
                <a:lnTo>
                  <a:pt x="3814" y="543"/>
                </a:lnTo>
                <a:lnTo>
                  <a:pt x="3812" y="516"/>
                </a:lnTo>
                <a:lnTo>
                  <a:pt x="3837" y="486"/>
                </a:lnTo>
                <a:lnTo>
                  <a:pt x="3837" y="485"/>
                </a:lnTo>
                <a:lnTo>
                  <a:pt x="3834" y="480"/>
                </a:lnTo>
                <a:lnTo>
                  <a:pt x="3895" y="380"/>
                </a:lnTo>
                <a:lnTo>
                  <a:pt x="3910" y="388"/>
                </a:lnTo>
                <a:lnTo>
                  <a:pt x="3926" y="396"/>
                </a:lnTo>
                <a:lnTo>
                  <a:pt x="3932" y="398"/>
                </a:lnTo>
                <a:lnTo>
                  <a:pt x="3945" y="402"/>
                </a:lnTo>
                <a:lnTo>
                  <a:pt x="3964" y="403"/>
                </a:lnTo>
                <a:lnTo>
                  <a:pt x="3977" y="408"/>
                </a:lnTo>
                <a:lnTo>
                  <a:pt x="3993" y="414"/>
                </a:lnTo>
                <a:lnTo>
                  <a:pt x="3994" y="414"/>
                </a:lnTo>
                <a:lnTo>
                  <a:pt x="3994" y="413"/>
                </a:lnTo>
                <a:lnTo>
                  <a:pt x="3994" y="412"/>
                </a:lnTo>
                <a:lnTo>
                  <a:pt x="3995" y="412"/>
                </a:lnTo>
                <a:lnTo>
                  <a:pt x="3996" y="411"/>
                </a:lnTo>
                <a:lnTo>
                  <a:pt x="3997" y="411"/>
                </a:lnTo>
                <a:lnTo>
                  <a:pt x="3997" y="410"/>
                </a:lnTo>
                <a:lnTo>
                  <a:pt x="3997" y="409"/>
                </a:lnTo>
                <a:lnTo>
                  <a:pt x="3998" y="409"/>
                </a:lnTo>
                <a:lnTo>
                  <a:pt x="3998" y="408"/>
                </a:lnTo>
                <a:lnTo>
                  <a:pt x="3998" y="407"/>
                </a:lnTo>
                <a:lnTo>
                  <a:pt x="3999" y="406"/>
                </a:lnTo>
                <a:lnTo>
                  <a:pt x="4000" y="406"/>
                </a:lnTo>
                <a:lnTo>
                  <a:pt x="4001" y="406"/>
                </a:lnTo>
                <a:lnTo>
                  <a:pt x="4002" y="406"/>
                </a:lnTo>
                <a:lnTo>
                  <a:pt x="4003" y="406"/>
                </a:lnTo>
                <a:lnTo>
                  <a:pt x="4004" y="406"/>
                </a:lnTo>
                <a:lnTo>
                  <a:pt x="4005" y="406"/>
                </a:lnTo>
                <a:lnTo>
                  <a:pt x="4006" y="406"/>
                </a:lnTo>
                <a:lnTo>
                  <a:pt x="4006" y="405"/>
                </a:lnTo>
                <a:lnTo>
                  <a:pt x="4007" y="404"/>
                </a:lnTo>
                <a:lnTo>
                  <a:pt x="4007" y="405"/>
                </a:lnTo>
                <a:lnTo>
                  <a:pt x="4008" y="405"/>
                </a:lnTo>
                <a:lnTo>
                  <a:pt x="4008" y="404"/>
                </a:lnTo>
                <a:lnTo>
                  <a:pt x="4009" y="404"/>
                </a:lnTo>
                <a:lnTo>
                  <a:pt x="4008" y="404"/>
                </a:lnTo>
                <a:lnTo>
                  <a:pt x="4009" y="404"/>
                </a:lnTo>
                <a:lnTo>
                  <a:pt x="4009" y="403"/>
                </a:lnTo>
                <a:lnTo>
                  <a:pt x="4010" y="403"/>
                </a:lnTo>
                <a:lnTo>
                  <a:pt x="4010" y="404"/>
                </a:lnTo>
                <a:lnTo>
                  <a:pt x="4011" y="404"/>
                </a:lnTo>
                <a:lnTo>
                  <a:pt x="4012" y="404"/>
                </a:lnTo>
                <a:lnTo>
                  <a:pt x="4013" y="404"/>
                </a:lnTo>
                <a:lnTo>
                  <a:pt x="4014" y="404"/>
                </a:lnTo>
                <a:lnTo>
                  <a:pt x="4015" y="405"/>
                </a:lnTo>
                <a:lnTo>
                  <a:pt x="4016" y="405"/>
                </a:lnTo>
                <a:lnTo>
                  <a:pt x="4016" y="404"/>
                </a:lnTo>
                <a:lnTo>
                  <a:pt x="4018" y="404"/>
                </a:lnTo>
                <a:lnTo>
                  <a:pt x="4018" y="403"/>
                </a:lnTo>
                <a:lnTo>
                  <a:pt x="4019" y="402"/>
                </a:lnTo>
                <a:lnTo>
                  <a:pt x="4020" y="401"/>
                </a:lnTo>
                <a:lnTo>
                  <a:pt x="4020" y="400"/>
                </a:lnTo>
                <a:lnTo>
                  <a:pt x="4021" y="400"/>
                </a:lnTo>
                <a:lnTo>
                  <a:pt x="4021" y="398"/>
                </a:lnTo>
                <a:lnTo>
                  <a:pt x="4023" y="399"/>
                </a:lnTo>
                <a:lnTo>
                  <a:pt x="4024" y="400"/>
                </a:lnTo>
                <a:lnTo>
                  <a:pt x="4025" y="400"/>
                </a:lnTo>
                <a:lnTo>
                  <a:pt x="4026" y="400"/>
                </a:lnTo>
                <a:lnTo>
                  <a:pt x="4026" y="399"/>
                </a:lnTo>
                <a:lnTo>
                  <a:pt x="4025" y="399"/>
                </a:lnTo>
                <a:lnTo>
                  <a:pt x="4026" y="399"/>
                </a:lnTo>
                <a:lnTo>
                  <a:pt x="4026" y="398"/>
                </a:lnTo>
                <a:lnTo>
                  <a:pt x="4027" y="398"/>
                </a:lnTo>
                <a:lnTo>
                  <a:pt x="4026" y="397"/>
                </a:lnTo>
                <a:lnTo>
                  <a:pt x="4027" y="397"/>
                </a:lnTo>
                <a:lnTo>
                  <a:pt x="4027" y="398"/>
                </a:lnTo>
                <a:lnTo>
                  <a:pt x="4028" y="398"/>
                </a:lnTo>
                <a:lnTo>
                  <a:pt x="4028" y="397"/>
                </a:lnTo>
                <a:lnTo>
                  <a:pt x="4029" y="397"/>
                </a:lnTo>
                <a:lnTo>
                  <a:pt x="4029" y="396"/>
                </a:lnTo>
                <a:lnTo>
                  <a:pt x="4030" y="395"/>
                </a:lnTo>
                <a:lnTo>
                  <a:pt x="4029" y="394"/>
                </a:lnTo>
                <a:lnTo>
                  <a:pt x="4030" y="394"/>
                </a:lnTo>
                <a:lnTo>
                  <a:pt x="4031" y="394"/>
                </a:lnTo>
                <a:lnTo>
                  <a:pt x="4031" y="393"/>
                </a:lnTo>
                <a:lnTo>
                  <a:pt x="4032" y="393"/>
                </a:lnTo>
                <a:lnTo>
                  <a:pt x="4032" y="392"/>
                </a:lnTo>
                <a:lnTo>
                  <a:pt x="4031" y="392"/>
                </a:lnTo>
                <a:lnTo>
                  <a:pt x="4032" y="392"/>
                </a:lnTo>
                <a:lnTo>
                  <a:pt x="4033" y="392"/>
                </a:lnTo>
                <a:lnTo>
                  <a:pt x="4033" y="391"/>
                </a:lnTo>
                <a:lnTo>
                  <a:pt x="4034" y="391"/>
                </a:lnTo>
                <a:lnTo>
                  <a:pt x="4036" y="391"/>
                </a:lnTo>
                <a:lnTo>
                  <a:pt x="4037" y="391"/>
                </a:lnTo>
                <a:lnTo>
                  <a:pt x="4037" y="390"/>
                </a:lnTo>
                <a:lnTo>
                  <a:pt x="4038" y="390"/>
                </a:lnTo>
                <a:lnTo>
                  <a:pt x="4038" y="389"/>
                </a:lnTo>
                <a:lnTo>
                  <a:pt x="4039" y="389"/>
                </a:lnTo>
                <a:lnTo>
                  <a:pt x="4039" y="388"/>
                </a:lnTo>
                <a:lnTo>
                  <a:pt x="4038" y="388"/>
                </a:lnTo>
                <a:lnTo>
                  <a:pt x="4039" y="388"/>
                </a:lnTo>
                <a:lnTo>
                  <a:pt x="4040" y="388"/>
                </a:lnTo>
                <a:lnTo>
                  <a:pt x="4040" y="389"/>
                </a:lnTo>
                <a:lnTo>
                  <a:pt x="4041" y="389"/>
                </a:lnTo>
                <a:lnTo>
                  <a:pt x="4041" y="388"/>
                </a:lnTo>
                <a:lnTo>
                  <a:pt x="4042" y="388"/>
                </a:lnTo>
                <a:lnTo>
                  <a:pt x="4042" y="387"/>
                </a:lnTo>
                <a:lnTo>
                  <a:pt x="4042" y="388"/>
                </a:lnTo>
                <a:lnTo>
                  <a:pt x="4043" y="388"/>
                </a:lnTo>
                <a:lnTo>
                  <a:pt x="4043" y="387"/>
                </a:lnTo>
                <a:lnTo>
                  <a:pt x="4044" y="387"/>
                </a:lnTo>
                <a:lnTo>
                  <a:pt x="4045" y="387"/>
                </a:lnTo>
                <a:lnTo>
                  <a:pt x="4045" y="386"/>
                </a:lnTo>
                <a:lnTo>
                  <a:pt x="4045" y="385"/>
                </a:lnTo>
                <a:lnTo>
                  <a:pt x="4046" y="385"/>
                </a:lnTo>
                <a:lnTo>
                  <a:pt x="4047" y="385"/>
                </a:lnTo>
                <a:lnTo>
                  <a:pt x="4046" y="384"/>
                </a:lnTo>
                <a:lnTo>
                  <a:pt x="4046" y="383"/>
                </a:lnTo>
                <a:lnTo>
                  <a:pt x="4045" y="383"/>
                </a:lnTo>
                <a:lnTo>
                  <a:pt x="4045" y="382"/>
                </a:lnTo>
                <a:lnTo>
                  <a:pt x="4046" y="382"/>
                </a:lnTo>
                <a:lnTo>
                  <a:pt x="4047" y="382"/>
                </a:lnTo>
                <a:lnTo>
                  <a:pt x="4047" y="383"/>
                </a:lnTo>
                <a:lnTo>
                  <a:pt x="4048" y="383"/>
                </a:lnTo>
                <a:lnTo>
                  <a:pt x="4049" y="383"/>
                </a:lnTo>
                <a:lnTo>
                  <a:pt x="4050" y="383"/>
                </a:lnTo>
                <a:lnTo>
                  <a:pt x="4050" y="382"/>
                </a:lnTo>
                <a:lnTo>
                  <a:pt x="4049" y="382"/>
                </a:lnTo>
                <a:lnTo>
                  <a:pt x="4050" y="382"/>
                </a:lnTo>
                <a:lnTo>
                  <a:pt x="4052" y="382"/>
                </a:lnTo>
                <a:lnTo>
                  <a:pt x="4052" y="381"/>
                </a:lnTo>
                <a:lnTo>
                  <a:pt x="4052" y="382"/>
                </a:lnTo>
                <a:lnTo>
                  <a:pt x="4053" y="383"/>
                </a:lnTo>
                <a:lnTo>
                  <a:pt x="4053" y="382"/>
                </a:lnTo>
                <a:lnTo>
                  <a:pt x="4054" y="382"/>
                </a:lnTo>
                <a:lnTo>
                  <a:pt x="4053" y="382"/>
                </a:lnTo>
                <a:lnTo>
                  <a:pt x="4053" y="381"/>
                </a:lnTo>
                <a:lnTo>
                  <a:pt x="4054" y="381"/>
                </a:lnTo>
                <a:lnTo>
                  <a:pt x="4055" y="381"/>
                </a:lnTo>
                <a:lnTo>
                  <a:pt x="4055" y="380"/>
                </a:lnTo>
                <a:lnTo>
                  <a:pt x="4054" y="380"/>
                </a:lnTo>
                <a:lnTo>
                  <a:pt x="4054" y="379"/>
                </a:lnTo>
                <a:lnTo>
                  <a:pt x="4054" y="378"/>
                </a:lnTo>
                <a:lnTo>
                  <a:pt x="4055" y="378"/>
                </a:lnTo>
                <a:lnTo>
                  <a:pt x="4055" y="377"/>
                </a:lnTo>
                <a:lnTo>
                  <a:pt x="4056" y="377"/>
                </a:lnTo>
                <a:lnTo>
                  <a:pt x="4057" y="377"/>
                </a:lnTo>
                <a:lnTo>
                  <a:pt x="4058" y="377"/>
                </a:lnTo>
                <a:lnTo>
                  <a:pt x="4058" y="376"/>
                </a:lnTo>
                <a:lnTo>
                  <a:pt x="4058" y="375"/>
                </a:lnTo>
                <a:lnTo>
                  <a:pt x="4059" y="375"/>
                </a:lnTo>
                <a:lnTo>
                  <a:pt x="4060" y="375"/>
                </a:lnTo>
                <a:lnTo>
                  <a:pt x="4060" y="374"/>
                </a:lnTo>
                <a:lnTo>
                  <a:pt x="4061" y="375"/>
                </a:lnTo>
                <a:lnTo>
                  <a:pt x="4061" y="374"/>
                </a:lnTo>
                <a:lnTo>
                  <a:pt x="4060" y="374"/>
                </a:lnTo>
                <a:lnTo>
                  <a:pt x="4061" y="374"/>
                </a:lnTo>
                <a:lnTo>
                  <a:pt x="4062" y="374"/>
                </a:lnTo>
                <a:lnTo>
                  <a:pt x="4061" y="374"/>
                </a:lnTo>
                <a:lnTo>
                  <a:pt x="4061" y="373"/>
                </a:lnTo>
                <a:lnTo>
                  <a:pt x="4061" y="372"/>
                </a:lnTo>
                <a:lnTo>
                  <a:pt x="4062" y="372"/>
                </a:lnTo>
                <a:lnTo>
                  <a:pt x="4063" y="372"/>
                </a:lnTo>
                <a:lnTo>
                  <a:pt x="4064" y="372"/>
                </a:lnTo>
                <a:lnTo>
                  <a:pt x="4065" y="372"/>
                </a:lnTo>
                <a:lnTo>
                  <a:pt x="4066" y="372"/>
                </a:lnTo>
                <a:lnTo>
                  <a:pt x="4065" y="372"/>
                </a:lnTo>
                <a:lnTo>
                  <a:pt x="4065" y="371"/>
                </a:lnTo>
                <a:lnTo>
                  <a:pt x="4066" y="371"/>
                </a:lnTo>
                <a:lnTo>
                  <a:pt x="4067" y="371"/>
                </a:lnTo>
                <a:lnTo>
                  <a:pt x="4066" y="371"/>
                </a:lnTo>
                <a:lnTo>
                  <a:pt x="4066" y="370"/>
                </a:lnTo>
                <a:lnTo>
                  <a:pt x="4067" y="370"/>
                </a:lnTo>
                <a:lnTo>
                  <a:pt x="4067" y="371"/>
                </a:lnTo>
                <a:lnTo>
                  <a:pt x="4068" y="371"/>
                </a:lnTo>
                <a:lnTo>
                  <a:pt x="4069" y="371"/>
                </a:lnTo>
                <a:lnTo>
                  <a:pt x="4069" y="370"/>
                </a:lnTo>
                <a:lnTo>
                  <a:pt x="4070" y="370"/>
                </a:lnTo>
                <a:lnTo>
                  <a:pt x="4071" y="370"/>
                </a:lnTo>
                <a:lnTo>
                  <a:pt x="4072" y="370"/>
                </a:lnTo>
                <a:lnTo>
                  <a:pt x="4072" y="369"/>
                </a:lnTo>
                <a:lnTo>
                  <a:pt x="4073" y="369"/>
                </a:lnTo>
                <a:lnTo>
                  <a:pt x="4073" y="370"/>
                </a:lnTo>
                <a:lnTo>
                  <a:pt x="4074" y="370"/>
                </a:lnTo>
                <a:lnTo>
                  <a:pt x="4075" y="370"/>
                </a:lnTo>
                <a:lnTo>
                  <a:pt x="4076" y="370"/>
                </a:lnTo>
                <a:lnTo>
                  <a:pt x="4077" y="370"/>
                </a:lnTo>
                <a:lnTo>
                  <a:pt x="4078" y="370"/>
                </a:lnTo>
                <a:lnTo>
                  <a:pt x="4079" y="369"/>
                </a:lnTo>
                <a:lnTo>
                  <a:pt x="4080" y="369"/>
                </a:lnTo>
                <a:lnTo>
                  <a:pt x="4081" y="369"/>
                </a:lnTo>
                <a:lnTo>
                  <a:pt x="4082" y="369"/>
                </a:lnTo>
                <a:lnTo>
                  <a:pt x="4081" y="369"/>
                </a:lnTo>
                <a:lnTo>
                  <a:pt x="4082" y="369"/>
                </a:lnTo>
                <a:lnTo>
                  <a:pt x="4083" y="369"/>
                </a:lnTo>
                <a:lnTo>
                  <a:pt x="4083" y="368"/>
                </a:lnTo>
                <a:lnTo>
                  <a:pt x="4084" y="368"/>
                </a:lnTo>
                <a:lnTo>
                  <a:pt x="4085" y="369"/>
                </a:lnTo>
                <a:lnTo>
                  <a:pt x="4086" y="369"/>
                </a:lnTo>
                <a:lnTo>
                  <a:pt x="4086" y="368"/>
                </a:lnTo>
                <a:lnTo>
                  <a:pt x="4087" y="368"/>
                </a:lnTo>
                <a:lnTo>
                  <a:pt x="4088" y="368"/>
                </a:lnTo>
                <a:lnTo>
                  <a:pt x="4089" y="368"/>
                </a:lnTo>
                <a:lnTo>
                  <a:pt x="4089" y="367"/>
                </a:lnTo>
                <a:lnTo>
                  <a:pt x="4090" y="367"/>
                </a:lnTo>
                <a:lnTo>
                  <a:pt x="4089" y="367"/>
                </a:lnTo>
                <a:lnTo>
                  <a:pt x="4090" y="367"/>
                </a:lnTo>
                <a:lnTo>
                  <a:pt x="4091" y="367"/>
                </a:lnTo>
                <a:lnTo>
                  <a:pt x="4092" y="367"/>
                </a:lnTo>
                <a:lnTo>
                  <a:pt x="4093" y="367"/>
                </a:lnTo>
                <a:lnTo>
                  <a:pt x="4093" y="366"/>
                </a:lnTo>
                <a:lnTo>
                  <a:pt x="4094" y="366"/>
                </a:lnTo>
                <a:lnTo>
                  <a:pt x="4095" y="366"/>
                </a:lnTo>
                <a:lnTo>
                  <a:pt x="4096" y="366"/>
                </a:lnTo>
                <a:lnTo>
                  <a:pt x="4097" y="366"/>
                </a:lnTo>
                <a:lnTo>
                  <a:pt x="4098" y="366"/>
                </a:lnTo>
                <a:lnTo>
                  <a:pt x="4099" y="366"/>
                </a:lnTo>
                <a:lnTo>
                  <a:pt x="4098" y="366"/>
                </a:lnTo>
                <a:lnTo>
                  <a:pt x="4098" y="367"/>
                </a:lnTo>
                <a:lnTo>
                  <a:pt x="4099" y="367"/>
                </a:lnTo>
                <a:lnTo>
                  <a:pt x="4099" y="366"/>
                </a:lnTo>
                <a:lnTo>
                  <a:pt x="4100" y="367"/>
                </a:lnTo>
                <a:lnTo>
                  <a:pt x="4099" y="367"/>
                </a:lnTo>
                <a:lnTo>
                  <a:pt x="4100" y="367"/>
                </a:lnTo>
                <a:lnTo>
                  <a:pt x="4101" y="367"/>
                </a:lnTo>
                <a:lnTo>
                  <a:pt x="4102" y="367"/>
                </a:lnTo>
                <a:lnTo>
                  <a:pt x="4103" y="367"/>
                </a:lnTo>
                <a:lnTo>
                  <a:pt x="4103" y="366"/>
                </a:lnTo>
                <a:lnTo>
                  <a:pt x="4104" y="366"/>
                </a:lnTo>
                <a:lnTo>
                  <a:pt x="4105" y="366"/>
                </a:lnTo>
                <a:lnTo>
                  <a:pt x="4105" y="367"/>
                </a:lnTo>
                <a:lnTo>
                  <a:pt x="4106" y="366"/>
                </a:lnTo>
                <a:lnTo>
                  <a:pt x="4107" y="366"/>
                </a:lnTo>
                <a:lnTo>
                  <a:pt x="4108" y="366"/>
                </a:lnTo>
                <a:lnTo>
                  <a:pt x="4109" y="366"/>
                </a:lnTo>
                <a:lnTo>
                  <a:pt x="4110" y="366"/>
                </a:lnTo>
                <a:lnTo>
                  <a:pt x="4110" y="365"/>
                </a:lnTo>
                <a:lnTo>
                  <a:pt x="4111" y="365"/>
                </a:lnTo>
                <a:lnTo>
                  <a:pt x="4112" y="364"/>
                </a:lnTo>
                <a:lnTo>
                  <a:pt x="4112" y="363"/>
                </a:lnTo>
                <a:lnTo>
                  <a:pt x="4112" y="362"/>
                </a:lnTo>
                <a:lnTo>
                  <a:pt x="4113" y="362"/>
                </a:lnTo>
                <a:lnTo>
                  <a:pt x="4114" y="361"/>
                </a:lnTo>
                <a:lnTo>
                  <a:pt x="4114" y="362"/>
                </a:lnTo>
                <a:lnTo>
                  <a:pt x="4115" y="362"/>
                </a:lnTo>
                <a:lnTo>
                  <a:pt x="4115" y="361"/>
                </a:lnTo>
                <a:lnTo>
                  <a:pt x="4116" y="361"/>
                </a:lnTo>
                <a:lnTo>
                  <a:pt x="4116" y="360"/>
                </a:lnTo>
                <a:lnTo>
                  <a:pt x="4117" y="359"/>
                </a:lnTo>
                <a:lnTo>
                  <a:pt x="4117" y="358"/>
                </a:lnTo>
                <a:lnTo>
                  <a:pt x="4118" y="358"/>
                </a:lnTo>
                <a:lnTo>
                  <a:pt x="4117" y="357"/>
                </a:lnTo>
                <a:lnTo>
                  <a:pt x="4118" y="357"/>
                </a:lnTo>
                <a:lnTo>
                  <a:pt x="4117" y="356"/>
                </a:lnTo>
                <a:lnTo>
                  <a:pt x="4118" y="356"/>
                </a:lnTo>
                <a:lnTo>
                  <a:pt x="4119" y="356"/>
                </a:lnTo>
                <a:lnTo>
                  <a:pt x="4119" y="357"/>
                </a:lnTo>
                <a:lnTo>
                  <a:pt x="4120" y="357"/>
                </a:lnTo>
                <a:lnTo>
                  <a:pt x="4121" y="357"/>
                </a:lnTo>
                <a:lnTo>
                  <a:pt x="4122" y="357"/>
                </a:lnTo>
                <a:lnTo>
                  <a:pt x="4122" y="356"/>
                </a:lnTo>
                <a:lnTo>
                  <a:pt x="4123" y="356"/>
                </a:lnTo>
                <a:lnTo>
                  <a:pt x="4123" y="355"/>
                </a:lnTo>
                <a:lnTo>
                  <a:pt x="4124" y="354"/>
                </a:lnTo>
                <a:lnTo>
                  <a:pt x="4125" y="354"/>
                </a:lnTo>
                <a:lnTo>
                  <a:pt x="4125" y="353"/>
                </a:lnTo>
                <a:lnTo>
                  <a:pt x="4126" y="353"/>
                </a:lnTo>
                <a:lnTo>
                  <a:pt x="4126" y="354"/>
                </a:lnTo>
                <a:lnTo>
                  <a:pt x="4127" y="354"/>
                </a:lnTo>
                <a:lnTo>
                  <a:pt x="4127" y="353"/>
                </a:lnTo>
                <a:lnTo>
                  <a:pt x="4127" y="352"/>
                </a:lnTo>
                <a:lnTo>
                  <a:pt x="4127" y="351"/>
                </a:lnTo>
                <a:lnTo>
                  <a:pt x="4128" y="351"/>
                </a:lnTo>
                <a:lnTo>
                  <a:pt x="4129" y="350"/>
                </a:lnTo>
                <a:lnTo>
                  <a:pt x="4129" y="349"/>
                </a:lnTo>
                <a:lnTo>
                  <a:pt x="4129" y="348"/>
                </a:lnTo>
                <a:lnTo>
                  <a:pt x="4130" y="348"/>
                </a:lnTo>
                <a:lnTo>
                  <a:pt x="4131" y="348"/>
                </a:lnTo>
                <a:lnTo>
                  <a:pt x="4131" y="347"/>
                </a:lnTo>
                <a:lnTo>
                  <a:pt x="4131" y="346"/>
                </a:lnTo>
                <a:lnTo>
                  <a:pt x="4130" y="346"/>
                </a:lnTo>
                <a:lnTo>
                  <a:pt x="4131" y="346"/>
                </a:lnTo>
                <a:lnTo>
                  <a:pt x="4131" y="345"/>
                </a:lnTo>
                <a:lnTo>
                  <a:pt x="4132" y="345"/>
                </a:lnTo>
                <a:lnTo>
                  <a:pt x="4133" y="345"/>
                </a:lnTo>
                <a:lnTo>
                  <a:pt x="4132" y="344"/>
                </a:lnTo>
                <a:lnTo>
                  <a:pt x="4131" y="343"/>
                </a:lnTo>
                <a:lnTo>
                  <a:pt x="4130" y="343"/>
                </a:lnTo>
                <a:lnTo>
                  <a:pt x="4129" y="343"/>
                </a:lnTo>
                <a:lnTo>
                  <a:pt x="4129" y="342"/>
                </a:lnTo>
                <a:lnTo>
                  <a:pt x="4130" y="342"/>
                </a:lnTo>
                <a:lnTo>
                  <a:pt x="4130" y="341"/>
                </a:lnTo>
                <a:lnTo>
                  <a:pt x="4129" y="341"/>
                </a:lnTo>
                <a:lnTo>
                  <a:pt x="4130" y="341"/>
                </a:lnTo>
                <a:lnTo>
                  <a:pt x="4130" y="340"/>
                </a:lnTo>
                <a:lnTo>
                  <a:pt x="4131" y="340"/>
                </a:lnTo>
                <a:lnTo>
                  <a:pt x="4131" y="339"/>
                </a:lnTo>
                <a:lnTo>
                  <a:pt x="4131" y="338"/>
                </a:lnTo>
                <a:lnTo>
                  <a:pt x="4131" y="339"/>
                </a:lnTo>
                <a:lnTo>
                  <a:pt x="4132" y="339"/>
                </a:lnTo>
                <a:lnTo>
                  <a:pt x="4132" y="338"/>
                </a:lnTo>
                <a:lnTo>
                  <a:pt x="4131" y="338"/>
                </a:lnTo>
                <a:lnTo>
                  <a:pt x="4130" y="338"/>
                </a:lnTo>
                <a:lnTo>
                  <a:pt x="4131" y="337"/>
                </a:lnTo>
                <a:lnTo>
                  <a:pt x="4131" y="336"/>
                </a:lnTo>
                <a:lnTo>
                  <a:pt x="4130" y="336"/>
                </a:lnTo>
                <a:lnTo>
                  <a:pt x="4130" y="337"/>
                </a:lnTo>
                <a:lnTo>
                  <a:pt x="4130" y="336"/>
                </a:lnTo>
                <a:lnTo>
                  <a:pt x="4132" y="336"/>
                </a:lnTo>
                <a:lnTo>
                  <a:pt x="4132" y="335"/>
                </a:lnTo>
                <a:lnTo>
                  <a:pt x="4132" y="334"/>
                </a:lnTo>
                <a:lnTo>
                  <a:pt x="4132" y="333"/>
                </a:lnTo>
                <a:lnTo>
                  <a:pt x="4133" y="333"/>
                </a:lnTo>
                <a:lnTo>
                  <a:pt x="4134" y="333"/>
                </a:lnTo>
                <a:lnTo>
                  <a:pt x="4134" y="332"/>
                </a:lnTo>
                <a:lnTo>
                  <a:pt x="4135" y="332"/>
                </a:lnTo>
                <a:lnTo>
                  <a:pt x="4134" y="332"/>
                </a:lnTo>
                <a:lnTo>
                  <a:pt x="4133" y="332"/>
                </a:lnTo>
                <a:lnTo>
                  <a:pt x="4133" y="331"/>
                </a:lnTo>
                <a:lnTo>
                  <a:pt x="4134" y="331"/>
                </a:lnTo>
                <a:lnTo>
                  <a:pt x="4134" y="330"/>
                </a:lnTo>
                <a:lnTo>
                  <a:pt x="4133" y="330"/>
                </a:lnTo>
                <a:lnTo>
                  <a:pt x="4133" y="329"/>
                </a:lnTo>
                <a:lnTo>
                  <a:pt x="4134" y="329"/>
                </a:lnTo>
                <a:lnTo>
                  <a:pt x="4133" y="329"/>
                </a:lnTo>
                <a:lnTo>
                  <a:pt x="4133" y="328"/>
                </a:lnTo>
                <a:lnTo>
                  <a:pt x="4132" y="328"/>
                </a:lnTo>
                <a:lnTo>
                  <a:pt x="4131" y="328"/>
                </a:lnTo>
                <a:lnTo>
                  <a:pt x="4130" y="328"/>
                </a:lnTo>
                <a:lnTo>
                  <a:pt x="4129" y="328"/>
                </a:lnTo>
                <a:lnTo>
                  <a:pt x="4129" y="329"/>
                </a:lnTo>
                <a:lnTo>
                  <a:pt x="4129" y="328"/>
                </a:lnTo>
                <a:lnTo>
                  <a:pt x="4128" y="328"/>
                </a:lnTo>
                <a:lnTo>
                  <a:pt x="4128" y="329"/>
                </a:lnTo>
                <a:lnTo>
                  <a:pt x="4127" y="329"/>
                </a:lnTo>
                <a:lnTo>
                  <a:pt x="4127" y="328"/>
                </a:lnTo>
                <a:lnTo>
                  <a:pt x="4126" y="328"/>
                </a:lnTo>
                <a:lnTo>
                  <a:pt x="4126" y="327"/>
                </a:lnTo>
                <a:lnTo>
                  <a:pt x="4125" y="327"/>
                </a:lnTo>
                <a:lnTo>
                  <a:pt x="4125" y="328"/>
                </a:lnTo>
                <a:lnTo>
                  <a:pt x="4125" y="329"/>
                </a:lnTo>
                <a:lnTo>
                  <a:pt x="4124" y="329"/>
                </a:lnTo>
                <a:lnTo>
                  <a:pt x="4123" y="329"/>
                </a:lnTo>
                <a:lnTo>
                  <a:pt x="4124" y="329"/>
                </a:lnTo>
                <a:lnTo>
                  <a:pt x="4124" y="330"/>
                </a:lnTo>
                <a:lnTo>
                  <a:pt x="4123" y="330"/>
                </a:lnTo>
                <a:lnTo>
                  <a:pt x="4122" y="329"/>
                </a:lnTo>
                <a:lnTo>
                  <a:pt x="4122" y="328"/>
                </a:lnTo>
                <a:lnTo>
                  <a:pt x="4122" y="327"/>
                </a:lnTo>
                <a:lnTo>
                  <a:pt x="4121" y="327"/>
                </a:lnTo>
                <a:lnTo>
                  <a:pt x="4120" y="328"/>
                </a:lnTo>
                <a:lnTo>
                  <a:pt x="4119" y="328"/>
                </a:lnTo>
                <a:lnTo>
                  <a:pt x="4118" y="329"/>
                </a:lnTo>
                <a:lnTo>
                  <a:pt x="4117" y="329"/>
                </a:lnTo>
                <a:lnTo>
                  <a:pt x="4116" y="329"/>
                </a:lnTo>
                <a:lnTo>
                  <a:pt x="4117" y="328"/>
                </a:lnTo>
                <a:lnTo>
                  <a:pt x="4118" y="328"/>
                </a:lnTo>
                <a:lnTo>
                  <a:pt x="4117" y="328"/>
                </a:lnTo>
                <a:lnTo>
                  <a:pt x="4116" y="328"/>
                </a:lnTo>
                <a:lnTo>
                  <a:pt x="4115" y="328"/>
                </a:lnTo>
                <a:lnTo>
                  <a:pt x="4114" y="328"/>
                </a:lnTo>
                <a:lnTo>
                  <a:pt x="4114" y="327"/>
                </a:lnTo>
                <a:lnTo>
                  <a:pt x="4115" y="327"/>
                </a:lnTo>
                <a:lnTo>
                  <a:pt x="4116" y="327"/>
                </a:lnTo>
                <a:lnTo>
                  <a:pt x="4116" y="326"/>
                </a:lnTo>
                <a:lnTo>
                  <a:pt x="4115" y="326"/>
                </a:lnTo>
                <a:lnTo>
                  <a:pt x="4114" y="326"/>
                </a:lnTo>
                <a:lnTo>
                  <a:pt x="4114" y="325"/>
                </a:lnTo>
                <a:lnTo>
                  <a:pt x="4113" y="325"/>
                </a:lnTo>
                <a:lnTo>
                  <a:pt x="4113" y="326"/>
                </a:lnTo>
                <a:lnTo>
                  <a:pt x="4112" y="326"/>
                </a:lnTo>
                <a:lnTo>
                  <a:pt x="4112" y="325"/>
                </a:lnTo>
                <a:lnTo>
                  <a:pt x="4112" y="324"/>
                </a:lnTo>
                <a:lnTo>
                  <a:pt x="4113" y="324"/>
                </a:lnTo>
                <a:lnTo>
                  <a:pt x="4113" y="323"/>
                </a:lnTo>
                <a:lnTo>
                  <a:pt x="4114" y="323"/>
                </a:lnTo>
                <a:lnTo>
                  <a:pt x="4115" y="323"/>
                </a:lnTo>
                <a:lnTo>
                  <a:pt x="4115" y="322"/>
                </a:lnTo>
                <a:lnTo>
                  <a:pt x="4116" y="322"/>
                </a:lnTo>
                <a:lnTo>
                  <a:pt x="4117" y="322"/>
                </a:lnTo>
                <a:lnTo>
                  <a:pt x="4118" y="322"/>
                </a:lnTo>
                <a:lnTo>
                  <a:pt x="4119" y="322"/>
                </a:lnTo>
                <a:lnTo>
                  <a:pt x="4119" y="323"/>
                </a:lnTo>
                <a:lnTo>
                  <a:pt x="4120" y="323"/>
                </a:lnTo>
                <a:lnTo>
                  <a:pt x="4120" y="322"/>
                </a:lnTo>
                <a:lnTo>
                  <a:pt x="4119" y="322"/>
                </a:lnTo>
                <a:lnTo>
                  <a:pt x="4120" y="321"/>
                </a:lnTo>
                <a:lnTo>
                  <a:pt x="4121" y="321"/>
                </a:lnTo>
                <a:lnTo>
                  <a:pt x="4121" y="320"/>
                </a:lnTo>
                <a:lnTo>
                  <a:pt x="4120" y="320"/>
                </a:lnTo>
                <a:lnTo>
                  <a:pt x="4121" y="320"/>
                </a:lnTo>
                <a:lnTo>
                  <a:pt x="4121" y="319"/>
                </a:lnTo>
                <a:lnTo>
                  <a:pt x="4122" y="320"/>
                </a:lnTo>
                <a:lnTo>
                  <a:pt x="4122" y="319"/>
                </a:lnTo>
                <a:lnTo>
                  <a:pt x="4123" y="319"/>
                </a:lnTo>
                <a:lnTo>
                  <a:pt x="4123" y="318"/>
                </a:lnTo>
                <a:lnTo>
                  <a:pt x="4122" y="318"/>
                </a:lnTo>
                <a:lnTo>
                  <a:pt x="4122" y="317"/>
                </a:lnTo>
                <a:lnTo>
                  <a:pt x="4123" y="317"/>
                </a:lnTo>
                <a:lnTo>
                  <a:pt x="4124" y="317"/>
                </a:lnTo>
                <a:lnTo>
                  <a:pt x="4124" y="316"/>
                </a:lnTo>
                <a:lnTo>
                  <a:pt x="4124" y="315"/>
                </a:lnTo>
                <a:lnTo>
                  <a:pt x="4124" y="314"/>
                </a:lnTo>
                <a:lnTo>
                  <a:pt x="4123" y="314"/>
                </a:lnTo>
                <a:lnTo>
                  <a:pt x="4122" y="314"/>
                </a:lnTo>
                <a:lnTo>
                  <a:pt x="4122" y="313"/>
                </a:lnTo>
                <a:lnTo>
                  <a:pt x="4123" y="313"/>
                </a:lnTo>
                <a:lnTo>
                  <a:pt x="4124" y="313"/>
                </a:lnTo>
                <a:lnTo>
                  <a:pt x="4124" y="312"/>
                </a:lnTo>
                <a:lnTo>
                  <a:pt x="4124" y="311"/>
                </a:lnTo>
                <a:lnTo>
                  <a:pt x="4125" y="311"/>
                </a:lnTo>
                <a:lnTo>
                  <a:pt x="4124" y="310"/>
                </a:lnTo>
                <a:lnTo>
                  <a:pt x="4125" y="310"/>
                </a:lnTo>
                <a:lnTo>
                  <a:pt x="4125" y="309"/>
                </a:lnTo>
                <a:lnTo>
                  <a:pt x="4126" y="309"/>
                </a:lnTo>
                <a:lnTo>
                  <a:pt x="4126" y="308"/>
                </a:lnTo>
                <a:lnTo>
                  <a:pt x="4125" y="308"/>
                </a:lnTo>
                <a:lnTo>
                  <a:pt x="4124" y="308"/>
                </a:lnTo>
                <a:lnTo>
                  <a:pt x="4124" y="307"/>
                </a:lnTo>
                <a:lnTo>
                  <a:pt x="4125" y="307"/>
                </a:lnTo>
                <a:lnTo>
                  <a:pt x="4125" y="306"/>
                </a:lnTo>
                <a:lnTo>
                  <a:pt x="4126" y="306"/>
                </a:lnTo>
                <a:lnTo>
                  <a:pt x="4126" y="307"/>
                </a:lnTo>
                <a:lnTo>
                  <a:pt x="4126" y="306"/>
                </a:lnTo>
                <a:lnTo>
                  <a:pt x="4127" y="306"/>
                </a:lnTo>
                <a:lnTo>
                  <a:pt x="4127" y="305"/>
                </a:lnTo>
                <a:lnTo>
                  <a:pt x="4126" y="305"/>
                </a:lnTo>
                <a:lnTo>
                  <a:pt x="4126" y="304"/>
                </a:lnTo>
                <a:lnTo>
                  <a:pt x="4126" y="303"/>
                </a:lnTo>
                <a:lnTo>
                  <a:pt x="4126" y="302"/>
                </a:lnTo>
                <a:lnTo>
                  <a:pt x="4127" y="302"/>
                </a:lnTo>
                <a:lnTo>
                  <a:pt x="4128" y="302"/>
                </a:lnTo>
                <a:lnTo>
                  <a:pt x="4129" y="302"/>
                </a:lnTo>
                <a:lnTo>
                  <a:pt x="4130" y="301"/>
                </a:lnTo>
                <a:lnTo>
                  <a:pt x="4131" y="301"/>
                </a:lnTo>
                <a:lnTo>
                  <a:pt x="4131" y="300"/>
                </a:lnTo>
                <a:lnTo>
                  <a:pt x="4130" y="300"/>
                </a:lnTo>
                <a:lnTo>
                  <a:pt x="4130" y="299"/>
                </a:lnTo>
                <a:lnTo>
                  <a:pt x="4131" y="299"/>
                </a:lnTo>
                <a:lnTo>
                  <a:pt x="4131" y="300"/>
                </a:lnTo>
                <a:lnTo>
                  <a:pt x="4132" y="300"/>
                </a:lnTo>
                <a:lnTo>
                  <a:pt x="4133" y="300"/>
                </a:lnTo>
                <a:lnTo>
                  <a:pt x="4133" y="299"/>
                </a:lnTo>
                <a:lnTo>
                  <a:pt x="4134" y="299"/>
                </a:lnTo>
                <a:lnTo>
                  <a:pt x="4134" y="298"/>
                </a:lnTo>
                <a:lnTo>
                  <a:pt x="4135" y="298"/>
                </a:lnTo>
                <a:lnTo>
                  <a:pt x="4135" y="297"/>
                </a:lnTo>
                <a:lnTo>
                  <a:pt x="4136" y="297"/>
                </a:lnTo>
                <a:lnTo>
                  <a:pt x="4136" y="296"/>
                </a:lnTo>
                <a:lnTo>
                  <a:pt x="4135" y="296"/>
                </a:lnTo>
                <a:lnTo>
                  <a:pt x="4134" y="296"/>
                </a:lnTo>
                <a:lnTo>
                  <a:pt x="4134" y="295"/>
                </a:lnTo>
                <a:lnTo>
                  <a:pt x="4135" y="295"/>
                </a:lnTo>
                <a:lnTo>
                  <a:pt x="4137" y="295"/>
                </a:lnTo>
                <a:lnTo>
                  <a:pt x="4138" y="295"/>
                </a:lnTo>
                <a:lnTo>
                  <a:pt x="4139" y="295"/>
                </a:lnTo>
                <a:lnTo>
                  <a:pt x="4140" y="295"/>
                </a:lnTo>
                <a:lnTo>
                  <a:pt x="4141" y="294"/>
                </a:lnTo>
                <a:lnTo>
                  <a:pt x="4141" y="293"/>
                </a:lnTo>
                <a:lnTo>
                  <a:pt x="4141" y="292"/>
                </a:lnTo>
                <a:lnTo>
                  <a:pt x="4142" y="292"/>
                </a:lnTo>
                <a:lnTo>
                  <a:pt x="4142" y="291"/>
                </a:lnTo>
                <a:lnTo>
                  <a:pt x="4143" y="291"/>
                </a:lnTo>
                <a:lnTo>
                  <a:pt x="4143" y="290"/>
                </a:lnTo>
                <a:lnTo>
                  <a:pt x="4144" y="290"/>
                </a:lnTo>
                <a:lnTo>
                  <a:pt x="4144" y="289"/>
                </a:lnTo>
                <a:lnTo>
                  <a:pt x="4145" y="289"/>
                </a:lnTo>
                <a:lnTo>
                  <a:pt x="4145" y="288"/>
                </a:lnTo>
                <a:lnTo>
                  <a:pt x="4146" y="288"/>
                </a:lnTo>
                <a:lnTo>
                  <a:pt x="4145" y="287"/>
                </a:lnTo>
                <a:lnTo>
                  <a:pt x="4146" y="287"/>
                </a:lnTo>
                <a:lnTo>
                  <a:pt x="4146" y="286"/>
                </a:lnTo>
                <a:lnTo>
                  <a:pt x="4145" y="286"/>
                </a:lnTo>
                <a:lnTo>
                  <a:pt x="4145" y="285"/>
                </a:lnTo>
                <a:lnTo>
                  <a:pt x="4146" y="285"/>
                </a:lnTo>
                <a:lnTo>
                  <a:pt x="4146" y="284"/>
                </a:lnTo>
                <a:lnTo>
                  <a:pt x="4147" y="284"/>
                </a:lnTo>
                <a:lnTo>
                  <a:pt x="4148" y="284"/>
                </a:lnTo>
                <a:lnTo>
                  <a:pt x="4147" y="284"/>
                </a:lnTo>
                <a:lnTo>
                  <a:pt x="4147" y="283"/>
                </a:lnTo>
                <a:lnTo>
                  <a:pt x="4146" y="282"/>
                </a:lnTo>
                <a:lnTo>
                  <a:pt x="4147" y="282"/>
                </a:lnTo>
                <a:lnTo>
                  <a:pt x="4147" y="281"/>
                </a:lnTo>
                <a:lnTo>
                  <a:pt x="4146" y="281"/>
                </a:lnTo>
                <a:lnTo>
                  <a:pt x="4146" y="280"/>
                </a:lnTo>
                <a:lnTo>
                  <a:pt x="4145" y="280"/>
                </a:lnTo>
                <a:lnTo>
                  <a:pt x="4145" y="279"/>
                </a:lnTo>
                <a:lnTo>
                  <a:pt x="4145" y="278"/>
                </a:lnTo>
                <a:lnTo>
                  <a:pt x="4146" y="278"/>
                </a:lnTo>
                <a:lnTo>
                  <a:pt x="4146" y="277"/>
                </a:lnTo>
                <a:lnTo>
                  <a:pt x="4146" y="276"/>
                </a:lnTo>
                <a:lnTo>
                  <a:pt x="4145" y="276"/>
                </a:lnTo>
                <a:lnTo>
                  <a:pt x="4145" y="275"/>
                </a:lnTo>
                <a:lnTo>
                  <a:pt x="4146" y="275"/>
                </a:lnTo>
                <a:lnTo>
                  <a:pt x="4146" y="274"/>
                </a:lnTo>
                <a:lnTo>
                  <a:pt x="4147" y="274"/>
                </a:lnTo>
                <a:lnTo>
                  <a:pt x="4147" y="273"/>
                </a:lnTo>
                <a:lnTo>
                  <a:pt x="4147" y="272"/>
                </a:lnTo>
                <a:lnTo>
                  <a:pt x="4148" y="272"/>
                </a:lnTo>
                <a:lnTo>
                  <a:pt x="4149" y="272"/>
                </a:lnTo>
                <a:lnTo>
                  <a:pt x="4149" y="271"/>
                </a:lnTo>
                <a:lnTo>
                  <a:pt x="4150" y="271"/>
                </a:lnTo>
                <a:lnTo>
                  <a:pt x="4151" y="270"/>
                </a:lnTo>
                <a:lnTo>
                  <a:pt x="4151" y="269"/>
                </a:lnTo>
                <a:lnTo>
                  <a:pt x="4152" y="269"/>
                </a:lnTo>
                <a:lnTo>
                  <a:pt x="4152" y="268"/>
                </a:lnTo>
                <a:lnTo>
                  <a:pt x="4153" y="268"/>
                </a:lnTo>
                <a:lnTo>
                  <a:pt x="4153" y="267"/>
                </a:lnTo>
                <a:lnTo>
                  <a:pt x="4153" y="266"/>
                </a:lnTo>
                <a:lnTo>
                  <a:pt x="4154" y="266"/>
                </a:lnTo>
                <a:lnTo>
                  <a:pt x="4154" y="265"/>
                </a:lnTo>
                <a:lnTo>
                  <a:pt x="4154" y="264"/>
                </a:lnTo>
                <a:lnTo>
                  <a:pt x="4155" y="264"/>
                </a:lnTo>
                <a:lnTo>
                  <a:pt x="4156" y="264"/>
                </a:lnTo>
                <a:lnTo>
                  <a:pt x="4156" y="263"/>
                </a:lnTo>
                <a:lnTo>
                  <a:pt x="4157" y="263"/>
                </a:lnTo>
                <a:lnTo>
                  <a:pt x="4157" y="262"/>
                </a:lnTo>
                <a:lnTo>
                  <a:pt x="4157" y="261"/>
                </a:lnTo>
                <a:lnTo>
                  <a:pt x="4159" y="261"/>
                </a:lnTo>
                <a:lnTo>
                  <a:pt x="4160" y="261"/>
                </a:lnTo>
                <a:lnTo>
                  <a:pt x="4161" y="261"/>
                </a:lnTo>
                <a:lnTo>
                  <a:pt x="4162" y="261"/>
                </a:lnTo>
                <a:lnTo>
                  <a:pt x="4162" y="260"/>
                </a:lnTo>
                <a:lnTo>
                  <a:pt x="4163" y="260"/>
                </a:lnTo>
                <a:lnTo>
                  <a:pt x="4163" y="259"/>
                </a:lnTo>
                <a:lnTo>
                  <a:pt x="4162" y="259"/>
                </a:lnTo>
                <a:lnTo>
                  <a:pt x="4163" y="259"/>
                </a:lnTo>
                <a:lnTo>
                  <a:pt x="4164" y="258"/>
                </a:lnTo>
                <a:lnTo>
                  <a:pt x="4165" y="258"/>
                </a:lnTo>
                <a:lnTo>
                  <a:pt x="4166" y="258"/>
                </a:lnTo>
                <a:lnTo>
                  <a:pt x="4166" y="257"/>
                </a:lnTo>
                <a:lnTo>
                  <a:pt x="4166" y="256"/>
                </a:lnTo>
                <a:lnTo>
                  <a:pt x="4166" y="255"/>
                </a:lnTo>
                <a:lnTo>
                  <a:pt x="4165" y="255"/>
                </a:lnTo>
                <a:lnTo>
                  <a:pt x="4166" y="255"/>
                </a:lnTo>
                <a:lnTo>
                  <a:pt x="4167" y="255"/>
                </a:lnTo>
                <a:lnTo>
                  <a:pt x="4168" y="255"/>
                </a:lnTo>
                <a:lnTo>
                  <a:pt x="4168" y="254"/>
                </a:lnTo>
                <a:lnTo>
                  <a:pt x="4167" y="254"/>
                </a:lnTo>
                <a:lnTo>
                  <a:pt x="4168" y="253"/>
                </a:lnTo>
                <a:lnTo>
                  <a:pt x="4169" y="253"/>
                </a:lnTo>
                <a:lnTo>
                  <a:pt x="4169" y="252"/>
                </a:lnTo>
                <a:lnTo>
                  <a:pt x="4168" y="251"/>
                </a:lnTo>
                <a:lnTo>
                  <a:pt x="4169" y="250"/>
                </a:lnTo>
                <a:lnTo>
                  <a:pt x="4170" y="250"/>
                </a:lnTo>
                <a:lnTo>
                  <a:pt x="4170" y="249"/>
                </a:lnTo>
                <a:lnTo>
                  <a:pt x="4170" y="248"/>
                </a:lnTo>
                <a:lnTo>
                  <a:pt x="4170" y="247"/>
                </a:lnTo>
                <a:lnTo>
                  <a:pt x="4171" y="247"/>
                </a:lnTo>
                <a:lnTo>
                  <a:pt x="4171" y="246"/>
                </a:lnTo>
                <a:lnTo>
                  <a:pt x="4170" y="246"/>
                </a:lnTo>
                <a:lnTo>
                  <a:pt x="4169" y="246"/>
                </a:lnTo>
                <a:lnTo>
                  <a:pt x="4169" y="245"/>
                </a:lnTo>
                <a:lnTo>
                  <a:pt x="4170" y="245"/>
                </a:lnTo>
                <a:lnTo>
                  <a:pt x="4170" y="246"/>
                </a:lnTo>
                <a:lnTo>
                  <a:pt x="4171" y="246"/>
                </a:lnTo>
                <a:lnTo>
                  <a:pt x="4171" y="245"/>
                </a:lnTo>
                <a:lnTo>
                  <a:pt x="4171" y="244"/>
                </a:lnTo>
                <a:lnTo>
                  <a:pt x="4170" y="244"/>
                </a:lnTo>
                <a:lnTo>
                  <a:pt x="4170" y="243"/>
                </a:lnTo>
                <a:lnTo>
                  <a:pt x="4169" y="242"/>
                </a:lnTo>
                <a:lnTo>
                  <a:pt x="4169" y="241"/>
                </a:lnTo>
                <a:lnTo>
                  <a:pt x="4169" y="240"/>
                </a:lnTo>
                <a:lnTo>
                  <a:pt x="4170" y="240"/>
                </a:lnTo>
                <a:lnTo>
                  <a:pt x="4170" y="239"/>
                </a:lnTo>
                <a:lnTo>
                  <a:pt x="4171" y="239"/>
                </a:lnTo>
                <a:lnTo>
                  <a:pt x="4171" y="240"/>
                </a:lnTo>
                <a:lnTo>
                  <a:pt x="4172" y="240"/>
                </a:lnTo>
                <a:lnTo>
                  <a:pt x="4173" y="240"/>
                </a:lnTo>
                <a:lnTo>
                  <a:pt x="4174" y="241"/>
                </a:lnTo>
                <a:lnTo>
                  <a:pt x="4175" y="240"/>
                </a:lnTo>
                <a:lnTo>
                  <a:pt x="4175" y="239"/>
                </a:lnTo>
                <a:lnTo>
                  <a:pt x="4174" y="239"/>
                </a:lnTo>
                <a:lnTo>
                  <a:pt x="4173" y="239"/>
                </a:lnTo>
                <a:lnTo>
                  <a:pt x="4173" y="238"/>
                </a:lnTo>
                <a:lnTo>
                  <a:pt x="4172" y="238"/>
                </a:lnTo>
                <a:lnTo>
                  <a:pt x="4172" y="237"/>
                </a:lnTo>
                <a:lnTo>
                  <a:pt x="4173" y="237"/>
                </a:lnTo>
                <a:lnTo>
                  <a:pt x="4173" y="236"/>
                </a:lnTo>
                <a:lnTo>
                  <a:pt x="4174" y="236"/>
                </a:lnTo>
                <a:lnTo>
                  <a:pt x="4175" y="236"/>
                </a:lnTo>
                <a:lnTo>
                  <a:pt x="4175" y="235"/>
                </a:lnTo>
                <a:lnTo>
                  <a:pt x="4174" y="235"/>
                </a:lnTo>
                <a:lnTo>
                  <a:pt x="4173" y="234"/>
                </a:lnTo>
                <a:lnTo>
                  <a:pt x="4174" y="234"/>
                </a:lnTo>
                <a:lnTo>
                  <a:pt x="4174" y="233"/>
                </a:lnTo>
                <a:lnTo>
                  <a:pt x="4175" y="233"/>
                </a:lnTo>
                <a:lnTo>
                  <a:pt x="4176" y="232"/>
                </a:lnTo>
                <a:lnTo>
                  <a:pt x="4177" y="232"/>
                </a:lnTo>
                <a:lnTo>
                  <a:pt x="4178" y="232"/>
                </a:lnTo>
                <a:lnTo>
                  <a:pt x="4179" y="232"/>
                </a:lnTo>
                <a:lnTo>
                  <a:pt x="4180" y="232"/>
                </a:lnTo>
                <a:lnTo>
                  <a:pt x="4180" y="231"/>
                </a:lnTo>
                <a:lnTo>
                  <a:pt x="4180" y="230"/>
                </a:lnTo>
                <a:lnTo>
                  <a:pt x="4180" y="229"/>
                </a:lnTo>
                <a:lnTo>
                  <a:pt x="4180" y="228"/>
                </a:lnTo>
                <a:lnTo>
                  <a:pt x="4181" y="228"/>
                </a:lnTo>
                <a:lnTo>
                  <a:pt x="4181" y="227"/>
                </a:lnTo>
                <a:lnTo>
                  <a:pt x="4182" y="227"/>
                </a:lnTo>
                <a:lnTo>
                  <a:pt x="4183" y="227"/>
                </a:lnTo>
                <a:lnTo>
                  <a:pt x="4184" y="227"/>
                </a:lnTo>
                <a:lnTo>
                  <a:pt x="4185" y="226"/>
                </a:lnTo>
                <a:lnTo>
                  <a:pt x="4186" y="226"/>
                </a:lnTo>
                <a:lnTo>
                  <a:pt x="4186" y="225"/>
                </a:lnTo>
                <a:lnTo>
                  <a:pt x="4185" y="225"/>
                </a:lnTo>
                <a:lnTo>
                  <a:pt x="4184" y="225"/>
                </a:lnTo>
                <a:lnTo>
                  <a:pt x="4183" y="224"/>
                </a:lnTo>
                <a:lnTo>
                  <a:pt x="4182" y="224"/>
                </a:lnTo>
                <a:lnTo>
                  <a:pt x="4182" y="223"/>
                </a:lnTo>
                <a:lnTo>
                  <a:pt x="4183" y="222"/>
                </a:lnTo>
                <a:lnTo>
                  <a:pt x="4184" y="222"/>
                </a:lnTo>
                <a:lnTo>
                  <a:pt x="4185" y="222"/>
                </a:lnTo>
                <a:lnTo>
                  <a:pt x="4187" y="222"/>
                </a:lnTo>
                <a:lnTo>
                  <a:pt x="4188" y="222"/>
                </a:lnTo>
                <a:lnTo>
                  <a:pt x="4188" y="221"/>
                </a:lnTo>
                <a:lnTo>
                  <a:pt x="4188" y="220"/>
                </a:lnTo>
                <a:lnTo>
                  <a:pt x="4188" y="219"/>
                </a:lnTo>
                <a:lnTo>
                  <a:pt x="4188" y="218"/>
                </a:lnTo>
                <a:lnTo>
                  <a:pt x="4189" y="217"/>
                </a:lnTo>
                <a:lnTo>
                  <a:pt x="4190" y="217"/>
                </a:lnTo>
                <a:lnTo>
                  <a:pt x="4191" y="217"/>
                </a:lnTo>
                <a:lnTo>
                  <a:pt x="4191" y="216"/>
                </a:lnTo>
                <a:lnTo>
                  <a:pt x="4191" y="215"/>
                </a:lnTo>
                <a:lnTo>
                  <a:pt x="4190" y="215"/>
                </a:lnTo>
                <a:lnTo>
                  <a:pt x="4190" y="214"/>
                </a:lnTo>
                <a:lnTo>
                  <a:pt x="4189" y="213"/>
                </a:lnTo>
                <a:lnTo>
                  <a:pt x="4189" y="212"/>
                </a:lnTo>
                <a:lnTo>
                  <a:pt x="4190" y="212"/>
                </a:lnTo>
                <a:lnTo>
                  <a:pt x="4189" y="211"/>
                </a:lnTo>
                <a:lnTo>
                  <a:pt x="4190" y="211"/>
                </a:lnTo>
                <a:lnTo>
                  <a:pt x="4190" y="210"/>
                </a:lnTo>
                <a:lnTo>
                  <a:pt x="4191" y="210"/>
                </a:lnTo>
                <a:lnTo>
                  <a:pt x="4192" y="210"/>
                </a:lnTo>
                <a:lnTo>
                  <a:pt x="4192" y="209"/>
                </a:lnTo>
                <a:lnTo>
                  <a:pt x="4193" y="209"/>
                </a:lnTo>
                <a:lnTo>
                  <a:pt x="4193" y="208"/>
                </a:lnTo>
                <a:lnTo>
                  <a:pt x="4193" y="207"/>
                </a:lnTo>
                <a:lnTo>
                  <a:pt x="4194" y="207"/>
                </a:lnTo>
                <a:lnTo>
                  <a:pt x="4195" y="206"/>
                </a:lnTo>
                <a:lnTo>
                  <a:pt x="4195" y="205"/>
                </a:lnTo>
                <a:lnTo>
                  <a:pt x="4195" y="204"/>
                </a:lnTo>
                <a:lnTo>
                  <a:pt x="4194" y="203"/>
                </a:lnTo>
                <a:lnTo>
                  <a:pt x="4194" y="202"/>
                </a:lnTo>
                <a:lnTo>
                  <a:pt x="4194" y="201"/>
                </a:lnTo>
                <a:lnTo>
                  <a:pt x="4195" y="201"/>
                </a:lnTo>
                <a:lnTo>
                  <a:pt x="4195" y="200"/>
                </a:lnTo>
                <a:lnTo>
                  <a:pt x="4195" y="199"/>
                </a:lnTo>
                <a:lnTo>
                  <a:pt x="4196" y="199"/>
                </a:lnTo>
                <a:lnTo>
                  <a:pt x="4196" y="198"/>
                </a:lnTo>
                <a:lnTo>
                  <a:pt x="4196" y="197"/>
                </a:lnTo>
                <a:lnTo>
                  <a:pt x="4197" y="197"/>
                </a:lnTo>
                <a:lnTo>
                  <a:pt x="4198" y="197"/>
                </a:lnTo>
                <a:lnTo>
                  <a:pt x="4198" y="196"/>
                </a:lnTo>
                <a:lnTo>
                  <a:pt x="4199" y="196"/>
                </a:lnTo>
                <a:lnTo>
                  <a:pt x="4200" y="196"/>
                </a:lnTo>
                <a:lnTo>
                  <a:pt x="4200" y="195"/>
                </a:lnTo>
                <a:lnTo>
                  <a:pt x="4199" y="195"/>
                </a:lnTo>
                <a:lnTo>
                  <a:pt x="4199" y="194"/>
                </a:lnTo>
                <a:lnTo>
                  <a:pt x="4198" y="194"/>
                </a:lnTo>
                <a:lnTo>
                  <a:pt x="4198" y="193"/>
                </a:lnTo>
                <a:lnTo>
                  <a:pt x="4199" y="193"/>
                </a:lnTo>
                <a:lnTo>
                  <a:pt x="4200" y="193"/>
                </a:lnTo>
                <a:lnTo>
                  <a:pt x="4201" y="193"/>
                </a:lnTo>
                <a:lnTo>
                  <a:pt x="4202" y="193"/>
                </a:lnTo>
                <a:lnTo>
                  <a:pt x="4202" y="194"/>
                </a:lnTo>
                <a:lnTo>
                  <a:pt x="4203" y="194"/>
                </a:lnTo>
                <a:lnTo>
                  <a:pt x="4203" y="193"/>
                </a:lnTo>
                <a:lnTo>
                  <a:pt x="4203" y="194"/>
                </a:lnTo>
                <a:lnTo>
                  <a:pt x="4204" y="194"/>
                </a:lnTo>
                <a:lnTo>
                  <a:pt x="4204" y="193"/>
                </a:lnTo>
                <a:lnTo>
                  <a:pt x="4205" y="193"/>
                </a:lnTo>
                <a:lnTo>
                  <a:pt x="4206" y="193"/>
                </a:lnTo>
                <a:lnTo>
                  <a:pt x="4207" y="193"/>
                </a:lnTo>
                <a:lnTo>
                  <a:pt x="4207" y="192"/>
                </a:lnTo>
                <a:lnTo>
                  <a:pt x="4208" y="192"/>
                </a:lnTo>
                <a:lnTo>
                  <a:pt x="4208" y="191"/>
                </a:lnTo>
                <a:lnTo>
                  <a:pt x="4209" y="191"/>
                </a:lnTo>
                <a:lnTo>
                  <a:pt x="4209" y="190"/>
                </a:lnTo>
                <a:lnTo>
                  <a:pt x="4210" y="190"/>
                </a:lnTo>
                <a:lnTo>
                  <a:pt x="4210" y="189"/>
                </a:lnTo>
                <a:lnTo>
                  <a:pt x="4211" y="189"/>
                </a:lnTo>
                <a:lnTo>
                  <a:pt x="4211" y="188"/>
                </a:lnTo>
                <a:lnTo>
                  <a:pt x="4212" y="188"/>
                </a:lnTo>
                <a:lnTo>
                  <a:pt x="4213" y="188"/>
                </a:lnTo>
                <a:lnTo>
                  <a:pt x="4214" y="188"/>
                </a:lnTo>
                <a:lnTo>
                  <a:pt x="4214" y="187"/>
                </a:lnTo>
                <a:lnTo>
                  <a:pt x="4214" y="186"/>
                </a:lnTo>
                <a:lnTo>
                  <a:pt x="4215" y="186"/>
                </a:lnTo>
                <a:lnTo>
                  <a:pt x="4216" y="186"/>
                </a:lnTo>
                <a:lnTo>
                  <a:pt x="4217" y="186"/>
                </a:lnTo>
                <a:lnTo>
                  <a:pt x="4217" y="185"/>
                </a:lnTo>
                <a:lnTo>
                  <a:pt x="4218" y="184"/>
                </a:lnTo>
                <a:lnTo>
                  <a:pt x="4218" y="183"/>
                </a:lnTo>
                <a:lnTo>
                  <a:pt x="4219" y="183"/>
                </a:lnTo>
                <a:lnTo>
                  <a:pt x="4219" y="182"/>
                </a:lnTo>
                <a:lnTo>
                  <a:pt x="4221" y="182"/>
                </a:lnTo>
                <a:lnTo>
                  <a:pt x="4222" y="182"/>
                </a:lnTo>
                <a:lnTo>
                  <a:pt x="4223" y="182"/>
                </a:lnTo>
                <a:lnTo>
                  <a:pt x="4223" y="181"/>
                </a:lnTo>
                <a:lnTo>
                  <a:pt x="4224" y="181"/>
                </a:lnTo>
                <a:lnTo>
                  <a:pt x="4224" y="180"/>
                </a:lnTo>
                <a:lnTo>
                  <a:pt x="4226" y="180"/>
                </a:lnTo>
                <a:lnTo>
                  <a:pt x="4227" y="180"/>
                </a:lnTo>
                <a:lnTo>
                  <a:pt x="4227" y="179"/>
                </a:lnTo>
                <a:lnTo>
                  <a:pt x="4227" y="178"/>
                </a:lnTo>
                <a:lnTo>
                  <a:pt x="4226" y="178"/>
                </a:lnTo>
                <a:lnTo>
                  <a:pt x="4226" y="177"/>
                </a:lnTo>
                <a:lnTo>
                  <a:pt x="4227" y="177"/>
                </a:lnTo>
                <a:lnTo>
                  <a:pt x="4228" y="177"/>
                </a:lnTo>
                <a:lnTo>
                  <a:pt x="4229" y="177"/>
                </a:lnTo>
                <a:lnTo>
                  <a:pt x="4230" y="177"/>
                </a:lnTo>
                <a:lnTo>
                  <a:pt x="4231" y="176"/>
                </a:lnTo>
                <a:lnTo>
                  <a:pt x="4232" y="176"/>
                </a:lnTo>
                <a:lnTo>
                  <a:pt x="4233" y="176"/>
                </a:lnTo>
                <a:lnTo>
                  <a:pt x="4233" y="175"/>
                </a:lnTo>
                <a:lnTo>
                  <a:pt x="4234" y="175"/>
                </a:lnTo>
                <a:lnTo>
                  <a:pt x="4234" y="174"/>
                </a:lnTo>
                <a:lnTo>
                  <a:pt x="4233" y="173"/>
                </a:lnTo>
                <a:lnTo>
                  <a:pt x="4233" y="172"/>
                </a:lnTo>
                <a:lnTo>
                  <a:pt x="4234" y="172"/>
                </a:lnTo>
                <a:lnTo>
                  <a:pt x="4235" y="172"/>
                </a:lnTo>
                <a:lnTo>
                  <a:pt x="4236" y="172"/>
                </a:lnTo>
                <a:lnTo>
                  <a:pt x="4237" y="172"/>
                </a:lnTo>
                <a:lnTo>
                  <a:pt x="4238" y="172"/>
                </a:lnTo>
                <a:lnTo>
                  <a:pt x="4238" y="173"/>
                </a:lnTo>
                <a:lnTo>
                  <a:pt x="4239" y="173"/>
                </a:lnTo>
                <a:lnTo>
                  <a:pt x="4239" y="172"/>
                </a:lnTo>
                <a:lnTo>
                  <a:pt x="4240" y="172"/>
                </a:lnTo>
                <a:lnTo>
                  <a:pt x="4240" y="170"/>
                </a:lnTo>
                <a:lnTo>
                  <a:pt x="4240" y="169"/>
                </a:lnTo>
                <a:lnTo>
                  <a:pt x="4241" y="169"/>
                </a:lnTo>
                <a:lnTo>
                  <a:pt x="4242" y="169"/>
                </a:lnTo>
                <a:lnTo>
                  <a:pt x="4244" y="169"/>
                </a:lnTo>
                <a:lnTo>
                  <a:pt x="4245" y="169"/>
                </a:lnTo>
                <a:lnTo>
                  <a:pt x="4246" y="169"/>
                </a:lnTo>
                <a:lnTo>
                  <a:pt x="4246" y="168"/>
                </a:lnTo>
                <a:lnTo>
                  <a:pt x="4247" y="168"/>
                </a:lnTo>
                <a:lnTo>
                  <a:pt x="4248" y="168"/>
                </a:lnTo>
                <a:lnTo>
                  <a:pt x="4249" y="168"/>
                </a:lnTo>
                <a:lnTo>
                  <a:pt x="4250" y="168"/>
                </a:lnTo>
                <a:lnTo>
                  <a:pt x="4250" y="167"/>
                </a:lnTo>
                <a:lnTo>
                  <a:pt x="4250" y="166"/>
                </a:lnTo>
                <a:lnTo>
                  <a:pt x="4250" y="165"/>
                </a:lnTo>
                <a:lnTo>
                  <a:pt x="4250" y="164"/>
                </a:lnTo>
                <a:lnTo>
                  <a:pt x="4251" y="164"/>
                </a:lnTo>
                <a:lnTo>
                  <a:pt x="4252" y="164"/>
                </a:lnTo>
                <a:lnTo>
                  <a:pt x="4252" y="163"/>
                </a:lnTo>
                <a:lnTo>
                  <a:pt x="4253" y="163"/>
                </a:lnTo>
                <a:lnTo>
                  <a:pt x="4253" y="162"/>
                </a:lnTo>
                <a:lnTo>
                  <a:pt x="4254" y="162"/>
                </a:lnTo>
                <a:lnTo>
                  <a:pt x="4254" y="161"/>
                </a:lnTo>
                <a:lnTo>
                  <a:pt x="4255" y="161"/>
                </a:lnTo>
                <a:lnTo>
                  <a:pt x="4255" y="160"/>
                </a:lnTo>
                <a:lnTo>
                  <a:pt x="4255" y="159"/>
                </a:lnTo>
                <a:lnTo>
                  <a:pt x="4255" y="158"/>
                </a:lnTo>
                <a:lnTo>
                  <a:pt x="4254" y="158"/>
                </a:lnTo>
                <a:lnTo>
                  <a:pt x="4253" y="158"/>
                </a:lnTo>
                <a:lnTo>
                  <a:pt x="4253" y="157"/>
                </a:lnTo>
                <a:lnTo>
                  <a:pt x="4252" y="157"/>
                </a:lnTo>
                <a:lnTo>
                  <a:pt x="4252" y="156"/>
                </a:lnTo>
                <a:lnTo>
                  <a:pt x="4253" y="155"/>
                </a:lnTo>
                <a:lnTo>
                  <a:pt x="4254" y="154"/>
                </a:lnTo>
                <a:lnTo>
                  <a:pt x="4255" y="153"/>
                </a:lnTo>
                <a:lnTo>
                  <a:pt x="4256" y="152"/>
                </a:lnTo>
                <a:lnTo>
                  <a:pt x="4257" y="152"/>
                </a:lnTo>
                <a:lnTo>
                  <a:pt x="4258" y="152"/>
                </a:lnTo>
                <a:lnTo>
                  <a:pt x="4259" y="152"/>
                </a:lnTo>
                <a:lnTo>
                  <a:pt x="4258" y="151"/>
                </a:lnTo>
                <a:lnTo>
                  <a:pt x="4257" y="151"/>
                </a:lnTo>
                <a:lnTo>
                  <a:pt x="4258" y="150"/>
                </a:lnTo>
                <a:lnTo>
                  <a:pt x="4259" y="150"/>
                </a:lnTo>
                <a:lnTo>
                  <a:pt x="4259" y="149"/>
                </a:lnTo>
                <a:lnTo>
                  <a:pt x="4260" y="149"/>
                </a:lnTo>
                <a:lnTo>
                  <a:pt x="4260" y="148"/>
                </a:lnTo>
                <a:lnTo>
                  <a:pt x="4260" y="147"/>
                </a:lnTo>
                <a:lnTo>
                  <a:pt x="4259" y="147"/>
                </a:lnTo>
                <a:lnTo>
                  <a:pt x="4259" y="146"/>
                </a:lnTo>
                <a:lnTo>
                  <a:pt x="4260" y="145"/>
                </a:lnTo>
                <a:lnTo>
                  <a:pt x="4261" y="145"/>
                </a:lnTo>
                <a:lnTo>
                  <a:pt x="4261" y="144"/>
                </a:lnTo>
                <a:lnTo>
                  <a:pt x="4261" y="143"/>
                </a:lnTo>
                <a:lnTo>
                  <a:pt x="4261" y="142"/>
                </a:lnTo>
                <a:lnTo>
                  <a:pt x="4260" y="142"/>
                </a:lnTo>
                <a:lnTo>
                  <a:pt x="4259" y="141"/>
                </a:lnTo>
                <a:lnTo>
                  <a:pt x="4259" y="140"/>
                </a:lnTo>
                <a:lnTo>
                  <a:pt x="4258" y="140"/>
                </a:lnTo>
                <a:lnTo>
                  <a:pt x="4258" y="139"/>
                </a:lnTo>
                <a:lnTo>
                  <a:pt x="4258" y="138"/>
                </a:lnTo>
                <a:lnTo>
                  <a:pt x="4257" y="138"/>
                </a:lnTo>
                <a:lnTo>
                  <a:pt x="4258" y="137"/>
                </a:lnTo>
                <a:lnTo>
                  <a:pt x="4258" y="136"/>
                </a:lnTo>
                <a:lnTo>
                  <a:pt x="4259" y="135"/>
                </a:lnTo>
                <a:lnTo>
                  <a:pt x="4259" y="134"/>
                </a:lnTo>
                <a:lnTo>
                  <a:pt x="4258" y="134"/>
                </a:lnTo>
                <a:lnTo>
                  <a:pt x="4257" y="134"/>
                </a:lnTo>
                <a:lnTo>
                  <a:pt x="4257" y="133"/>
                </a:lnTo>
                <a:lnTo>
                  <a:pt x="4256" y="134"/>
                </a:lnTo>
                <a:lnTo>
                  <a:pt x="4255" y="134"/>
                </a:lnTo>
                <a:lnTo>
                  <a:pt x="4255" y="133"/>
                </a:lnTo>
                <a:lnTo>
                  <a:pt x="4254" y="132"/>
                </a:lnTo>
                <a:lnTo>
                  <a:pt x="4254" y="131"/>
                </a:lnTo>
                <a:lnTo>
                  <a:pt x="4253" y="131"/>
                </a:lnTo>
                <a:lnTo>
                  <a:pt x="4253" y="130"/>
                </a:lnTo>
                <a:lnTo>
                  <a:pt x="4252" y="130"/>
                </a:lnTo>
                <a:lnTo>
                  <a:pt x="4251" y="130"/>
                </a:lnTo>
                <a:lnTo>
                  <a:pt x="4250" y="130"/>
                </a:lnTo>
                <a:lnTo>
                  <a:pt x="4250" y="129"/>
                </a:lnTo>
                <a:lnTo>
                  <a:pt x="4249" y="129"/>
                </a:lnTo>
                <a:lnTo>
                  <a:pt x="4248" y="128"/>
                </a:lnTo>
                <a:lnTo>
                  <a:pt x="4247" y="127"/>
                </a:lnTo>
                <a:lnTo>
                  <a:pt x="4247" y="126"/>
                </a:lnTo>
                <a:lnTo>
                  <a:pt x="4247" y="125"/>
                </a:lnTo>
                <a:lnTo>
                  <a:pt x="4246" y="124"/>
                </a:lnTo>
                <a:lnTo>
                  <a:pt x="4247" y="124"/>
                </a:lnTo>
                <a:lnTo>
                  <a:pt x="4247" y="123"/>
                </a:lnTo>
                <a:lnTo>
                  <a:pt x="4248" y="123"/>
                </a:lnTo>
                <a:lnTo>
                  <a:pt x="4249" y="123"/>
                </a:lnTo>
                <a:lnTo>
                  <a:pt x="4249" y="122"/>
                </a:lnTo>
                <a:lnTo>
                  <a:pt x="4249" y="121"/>
                </a:lnTo>
                <a:lnTo>
                  <a:pt x="4249" y="120"/>
                </a:lnTo>
                <a:lnTo>
                  <a:pt x="4250" y="119"/>
                </a:lnTo>
                <a:lnTo>
                  <a:pt x="4251" y="119"/>
                </a:lnTo>
                <a:lnTo>
                  <a:pt x="4251" y="118"/>
                </a:lnTo>
                <a:lnTo>
                  <a:pt x="4251" y="117"/>
                </a:lnTo>
                <a:lnTo>
                  <a:pt x="4252" y="117"/>
                </a:lnTo>
                <a:lnTo>
                  <a:pt x="4252" y="116"/>
                </a:lnTo>
                <a:lnTo>
                  <a:pt x="4253" y="116"/>
                </a:lnTo>
                <a:lnTo>
                  <a:pt x="4253" y="115"/>
                </a:lnTo>
                <a:lnTo>
                  <a:pt x="4252" y="115"/>
                </a:lnTo>
                <a:lnTo>
                  <a:pt x="4252" y="114"/>
                </a:lnTo>
                <a:lnTo>
                  <a:pt x="4252" y="113"/>
                </a:lnTo>
                <a:lnTo>
                  <a:pt x="4252" y="112"/>
                </a:lnTo>
                <a:lnTo>
                  <a:pt x="4253" y="112"/>
                </a:lnTo>
                <a:lnTo>
                  <a:pt x="4253" y="111"/>
                </a:lnTo>
                <a:lnTo>
                  <a:pt x="4254" y="111"/>
                </a:lnTo>
                <a:lnTo>
                  <a:pt x="4254" y="110"/>
                </a:lnTo>
                <a:lnTo>
                  <a:pt x="4253" y="109"/>
                </a:lnTo>
                <a:lnTo>
                  <a:pt x="4253" y="108"/>
                </a:lnTo>
                <a:lnTo>
                  <a:pt x="4252" y="108"/>
                </a:lnTo>
                <a:lnTo>
                  <a:pt x="4253" y="108"/>
                </a:lnTo>
                <a:lnTo>
                  <a:pt x="4253" y="107"/>
                </a:lnTo>
                <a:lnTo>
                  <a:pt x="4254" y="107"/>
                </a:lnTo>
                <a:lnTo>
                  <a:pt x="4255" y="107"/>
                </a:lnTo>
                <a:lnTo>
                  <a:pt x="4255" y="106"/>
                </a:lnTo>
                <a:lnTo>
                  <a:pt x="4256" y="106"/>
                </a:lnTo>
                <a:lnTo>
                  <a:pt x="4257" y="106"/>
                </a:lnTo>
                <a:lnTo>
                  <a:pt x="4257" y="105"/>
                </a:lnTo>
                <a:lnTo>
                  <a:pt x="4256" y="104"/>
                </a:lnTo>
                <a:lnTo>
                  <a:pt x="4255" y="104"/>
                </a:lnTo>
                <a:lnTo>
                  <a:pt x="4254" y="104"/>
                </a:lnTo>
                <a:lnTo>
                  <a:pt x="4253" y="104"/>
                </a:lnTo>
                <a:lnTo>
                  <a:pt x="4252" y="104"/>
                </a:lnTo>
                <a:lnTo>
                  <a:pt x="4252" y="103"/>
                </a:lnTo>
                <a:lnTo>
                  <a:pt x="4251" y="103"/>
                </a:lnTo>
                <a:lnTo>
                  <a:pt x="4251" y="102"/>
                </a:lnTo>
                <a:lnTo>
                  <a:pt x="4250" y="102"/>
                </a:lnTo>
                <a:lnTo>
                  <a:pt x="4249" y="102"/>
                </a:lnTo>
                <a:lnTo>
                  <a:pt x="4248" y="102"/>
                </a:lnTo>
                <a:lnTo>
                  <a:pt x="4247" y="102"/>
                </a:lnTo>
                <a:lnTo>
                  <a:pt x="4246" y="101"/>
                </a:lnTo>
                <a:lnTo>
                  <a:pt x="4245" y="100"/>
                </a:lnTo>
                <a:lnTo>
                  <a:pt x="4244" y="100"/>
                </a:lnTo>
                <a:lnTo>
                  <a:pt x="4242" y="100"/>
                </a:lnTo>
                <a:lnTo>
                  <a:pt x="4241" y="99"/>
                </a:lnTo>
                <a:lnTo>
                  <a:pt x="4240" y="99"/>
                </a:lnTo>
                <a:lnTo>
                  <a:pt x="4240" y="98"/>
                </a:lnTo>
                <a:lnTo>
                  <a:pt x="4239" y="98"/>
                </a:lnTo>
                <a:lnTo>
                  <a:pt x="4237" y="97"/>
                </a:lnTo>
                <a:lnTo>
                  <a:pt x="4235" y="96"/>
                </a:lnTo>
                <a:lnTo>
                  <a:pt x="4234" y="96"/>
                </a:lnTo>
                <a:lnTo>
                  <a:pt x="4233" y="95"/>
                </a:lnTo>
                <a:lnTo>
                  <a:pt x="4233" y="94"/>
                </a:lnTo>
                <a:lnTo>
                  <a:pt x="4232" y="94"/>
                </a:lnTo>
                <a:lnTo>
                  <a:pt x="4231" y="94"/>
                </a:lnTo>
                <a:lnTo>
                  <a:pt x="4230" y="95"/>
                </a:lnTo>
                <a:lnTo>
                  <a:pt x="4229" y="95"/>
                </a:lnTo>
                <a:lnTo>
                  <a:pt x="4229" y="96"/>
                </a:lnTo>
                <a:lnTo>
                  <a:pt x="4228" y="96"/>
                </a:lnTo>
                <a:lnTo>
                  <a:pt x="4227" y="97"/>
                </a:lnTo>
                <a:lnTo>
                  <a:pt x="4224" y="97"/>
                </a:lnTo>
                <a:lnTo>
                  <a:pt x="4223" y="97"/>
                </a:lnTo>
                <a:lnTo>
                  <a:pt x="4222" y="97"/>
                </a:lnTo>
                <a:lnTo>
                  <a:pt x="4221" y="97"/>
                </a:lnTo>
                <a:lnTo>
                  <a:pt x="4219" y="97"/>
                </a:lnTo>
                <a:lnTo>
                  <a:pt x="4218" y="97"/>
                </a:lnTo>
                <a:lnTo>
                  <a:pt x="4217" y="97"/>
                </a:lnTo>
                <a:lnTo>
                  <a:pt x="4217" y="96"/>
                </a:lnTo>
                <a:lnTo>
                  <a:pt x="4216" y="96"/>
                </a:lnTo>
                <a:lnTo>
                  <a:pt x="4216" y="97"/>
                </a:lnTo>
                <a:lnTo>
                  <a:pt x="4215" y="97"/>
                </a:lnTo>
                <a:lnTo>
                  <a:pt x="4214" y="98"/>
                </a:lnTo>
                <a:lnTo>
                  <a:pt x="4213" y="98"/>
                </a:lnTo>
                <a:lnTo>
                  <a:pt x="4213" y="99"/>
                </a:lnTo>
                <a:lnTo>
                  <a:pt x="4212" y="99"/>
                </a:lnTo>
                <a:lnTo>
                  <a:pt x="4211" y="99"/>
                </a:lnTo>
                <a:lnTo>
                  <a:pt x="4211" y="100"/>
                </a:lnTo>
                <a:lnTo>
                  <a:pt x="4210" y="100"/>
                </a:lnTo>
                <a:lnTo>
                  <a:pt x="4209" y="100"/>
                </a:lnTo>
                <a:lnTo>
                  <a:pt x="4209" y="101"/>
                </a:lnTo>
                <a:lnTo>
                  <a:pt x="4208" y="101"/>
                </a:lnTo>
                <a:lnTo>
                  <a:pt x="4207" y="101"/>
                </a:lnTo>
                <a:lnTo>
                  <a:pt x="4206" y="101"/>
                </a:lnTo>
                <a:lnTo>
                  <a:pt x="4205" y="101"/>
                </a:lnTo>
                <a:lnTo>
                  <a:pt x="4204" y="100"/>
                </a:lnTo>
                <a:lnTo>
                  <a:pt x="4202" y="100"/>
                </a:lnTo>
                <a:lnTo>
                  <a:pt x="4201" y="100"/>
                </a:lnTo>
                <a:lnTo>
                  <a:pt x="4200" y="100"/>
                </a:lnTo>
                <a:lnTo>
                  <a:pt x="4197" y="100"/>
                </a:lnTo>
                <a:lnTo>
                  <a:pt x="4196" y="100"/>
                </a:lnTo>
                <a:lnTo>
                  <a:pt x="4195" y="99"/>
                </a:lnTo>
                <a:lnTo>
                  <a:pt x="4194" y="98"/>
                </a:lnTo>
                <a:lnTo>
                  <a:pt x="4194" y="97"/>
                </a:lnTo>
                <a:lnTo>
                  <a:pt x="4194" y="96"/>
                </a:lnTo>
                <a:lnTo>
                  <a:pt x="4194" y="95"/>
                </a:lnTo>
                <a:lnTo>
                  <a:pt x="4194" y="94"/>
                </a:lnTo>
                <a:lnTo>
                  <a:pt x="4194" y="93"/>
                </a:lnTo>
                <a:lnTo>
                  <a:pt x="4194" y="92"/>
                </a:lnTo>
                <a:lnTo>
                  <a:pt x="4195" y="92"/>
                </a:lnTo>
                <a:lnTo>
                  <a:pt x="4195" y="91"/>
                </a:lnTo>
                <a:lnTo>
                  <a:pt x="4195" y="90"/>
                </a:lnTo>
                <a:lnTo>
                  <a:pt x="4196" y="89"/>
                </a:lnTo>
                <a:lnTo>
                  <a:pt x="4197" y="89"/>
                </a:lnTo>
                <a:lnTo>
                  <a:pt x="4197" y="88"/>
                </a:lnTo>
                <a:lnTo>
                  <a:pt x="4196" y="87"/>
                </a:lnTo>
                <a:lnTo>
                  <a:pt x="4196" y="86"/>
                </a:lnTo>
                <a:lnTo>
                  <a:pt x="4196" y="85"/>
                </a:lnTo>
                <a:lnTo>
                  <a:pt x="4195" y="85"/>
                </a:lnTo>
                <a:lnTo>
                  <a:pt x="4195" y="84"/>
                </a:lnTo>
                <a:lnTo>
                  <a:pt x="4195" y="83"/>
                </a:lnTo>
                <a:lnTo>
                  <a:pt x="4194" y="83"/>
                </a:lnTo>
                <a:lnTo>
                  <a:pt x="4194" y="82"/>
                </a:lnTo>
                <a:lnTo>
                  <a:pt x="4193" y="82"/>
                </a:lnTo>
                <a:lnTo>
                  <a:pt x="4193" y="81"/>
                </a:lnTo>
                <a:lnTo>
                  <a:pt x="4194" y="81"/>
                </a:lnTo>
                <a:lnTo>
                  <a:pt x="4194" y="80"/>
                </a:lnTo>
                <a:lnTo>
                  <a:pt x="4196" y="80"/>
                </a:lnTo>
                <a:lnTo>
                  <a:pt x="4196" y="81"/>
                </a:lnTo>
                <a:lnTo>
                  <a:pt x="4196" y="80"/>
                </a:lnTo>
                <a:lnTo>
                  <a:pt x="4197" y="80"/>
                </a:lnTo>
                <a:lnTo>
                  <a:pt x="4198" y="80"/>
                </a:lnTo>
                <a:lnTo>
                  <a:pt x="4199" y="80"/>
                </a:lnTo>
                <a:lnTo>
                  <a:pt x="4200" y="80"/>
                </a:lnTo>
                <a:lnTo>
                  <a:pt x="4200" y="79"/>
                </a:lnTo>
                <a:lnTo>
                  <a:pt x="4200" y="78"/>
                </a:lnTo>
                <a:lnTo>
                  <a:pt x="4201" y="78"/>
                </a:lnTo>
                <a:lnTo>
                  <a:pt x="4202" y="78"/>
                </a:lnTo>
                <a:lnTo>
                  <a:pt x="4203" y="77"/>
                </a:lnTo>
                <a:lnTo>
                  <a:pt x="4204" y="77"/>
                </a:lnTo>
                <a:lnTo>
                  <a:pt x="4205" y="77"/>
                </a:lnTo>
                <a:lnTo>
                  <a:pt x="4206" y="77"/>
                </a:lnTo>
                <a:lnTo>
                  <a:pt x="4207" y="78"/>
                </a:lnTo>
                <a:lnTo>
                  <a:pt x="4208" y="77"/>
                </a:lnTo>
                <a:lnTo>
                  <a:pt x="4208" y="76"/>
                </a:lnTo>
                <a:lnTo>
                  <a:pt x="4209" y="76"/>
                </a:lnTo>
                <a:lnTo>
                  <a:pt x="4209" y="75"/>
                </a:lnTo>
                <a:lnTo>
                  <a:pt x="4210" y="75"/>
                </a:lnTo>
                <a:lnTo>
                  <a:pt x="4210" y="74"/>
                </a:lnTo>
                <a:lnTo>
                  <a:pt x="4211" y="74"/>
                </a:lnTo>
                <a:lnTo>
                  <a:pt x="4212" y="74"/>
                </a:lnTo>
                <a:lnTo>
                  <a:pt x="4212" y="73"/>
                </a:lnTo>
                <a:lnTo>
                  <a:pt x="4213" y="73"/>
                </a:lnTo>
                <a:lnTo>
                  <a:pt x="4214" y="73"/>
                </a:lnTo>
                <a:lnTo>
                  <a:pt x="4215" y="73"/>
                </a:lnTo>
                <a:lnTo>
                  <a:pt x="4215" y="72"/>
                </a:lnTo>
                <a:lnTo>
                  <a:pt x="4216" y="72"/>
                </a:lnTo>
                <a:lnTo>
                  <a:pt x="4217" y="72"/>
                </a:lnTo>
                <a:lnTo>
                  <a:pt x="4217" y="71"/>
                </a:lnTo>
                <a:lnTo>
                  <a:pt x="4217" y="70"/>
                </a:lnTo>
                <a:lnTo>
                  <a:pt x="4217" y="69"/>
                </a:lnTo>
                <a:lnTo>
                  <a:pt x="4218" y="69"/>
                </a:lnTo>
                <a:lnTo>
                  <a:pt x="4218" y="68"/>
                </a:lnTo>
                <a:lnTo>
                  <a:pt x="4219" y="68"/>
                </a:lnTo>
                <a:lnTo>
                  <a:pt x="4221" y="68"/>
                </a:lnTo>
                <a:lnTo>
                  <a:pt x="4222" y="68"/>
                </a:lnTo>
                <a:lnTo>
                  <a:pt x="4222" y="67"/>
                </a:lnTo>
                <a:lnTo>
                  <a:pt x="4222" y="66"/>
                </a:lnTo>
                <a:lnTo>
                  <a:pt x="4222" y="65"/>
                </a:lnTo>
                <a:lnTo>
                  <a:pt x="4223" y="65"/>
                </a:lnTo>
                <a:lnTo>
                  <a:pt x="4223" y="64"/>
                </a:lnTo>
                <a:lnTo>
                  <a:pt x="4224" y="64"/>
                </a:lnTo>
                <a:lnTo>
                  <a:pt x="4224" y="63"/>
                </a:lnTo>
                <a:lnTo>
                  <a:pt x="4225" y="64"/>
                </a:lnTo>
                <a:lnTo>
                  <a:pt x="4225" y="63"/>
                </a:lnTo>
                <a:lnTo>
                  <a:pt x="4226" y="63"/>
                </a:lnTo>
                <a:lnTo>
                  <a:pt x="4227" y="63"/>
                </a:lnTo>
                <a:lnTo>
                  <a:pt x="4227" y="62"/>
                </a:lnTo>
                <a:lnTo>
                  <a:pt x="4228" y="62"/>
                </a:lnTo>
                <a:lnTo>
                  <a:pt x="4228" y="61"/>
                </a:lnTo>
                <a:lnTo>
                  <a:pt x="4228" y="60"/>
                </a:lnTo>
                <a:lnTo>
                  <a:pt x="4229" y="60"/>
                </a:lnTo>
                <a:lnTo>
                  <a:pt x="4229" y="59"/>
                </a:lnTo>
                <a:lnTo>
                  <a:pt x="4230" y="58"/>
                </a:lnTo>
                <a:lnTo>
                  <a:pt x="4231" y="57"/>
                </a:lnTo>
                <a:lnTo>
                  <a:pt x="4232" y="57"/>
                </a:lnTo>
                <a:lnTo>
                  <a:pt x="4232" y="56"/>
                </a:lnTo>
                <a:lnTo>
                  <a:pt x="4233" y="56"/>
                </a:lnTo>
                <a:lnTo>
                  <a:pt x="4234" y="56"/>
                </a:lnTo>
                <a:lnTo>
                  <a:pt x="4235" y="55"/>
                </a:lnTo>
                <a:lnTo>
                  <a:pt x="4236" y="55"/>
                </a:lnTo>
                <a:lnTo>
                  <a:pt x="4236" y="54"/>
                </a:lnTo>
                <a:lnTo>
                  <a:pt x="4237" y="54"/>
                </a:lnTo>
                <a:lnTo>
                  <a:pt x="4238" y="53"/>
                </a:lnTo>
                <a:lnTo>
                  <a:pt x="4238" y="52"/>
                </a:lnTo>
                <a:lnTo>
                  <a:pt x="4239" y="52"/>
                </a:lnTo>
                <a:lnTo>
                  <a:pt x="4239" y="51"/>
                </a:lnTo>
                <a:lnTo>
                  <a:pt x="4240" y="51"/>
                </a:lnTo>
                <a:lnTo>
                  <a:pt x="4240" y="50"/>
                </a:lnTo>
                <a:lnTo>
                  <a:pt x="4241" y="50"/>
                </a:lnTo>
                <a:lnTo>
                  <a:pt x="4242" y="49"/>
                </a:lnTo>
                <a:lnTo>
                  <a:pt x="4243" y="49"/>
                </a:lnTo>
                <a:lnTo>
                  <a:pt x="4244" y="49"/>
                </a:lnTo>
                <a:lnTo>
                  <a:pt x="4244" y="48"/>
                </a:lnTo>
                <a:lnTo>
                  <a:pt x="4245" y="48"/>
                </a:lnTo>
                <a:lnTo>
                  <a:pt x="4246" y="48"/>
                </a:lnTo>
                <a:lnTo>
                  <a:pt x="4247" y="48"/>
                </a:lnTo>
                <a:lnTo>
                  <a:pt x="4247" y="47"/>
                </a:lnTo>
                <a:lnTo>
                  <a:pt x="4248" y="47"/>
                </a:lnTo>
                <a:lnTo>
                  <a:pt x="4249" y="47"/>
                </a:lnTo>
                <a:lnTo>
                  <a:pt x="4249" y="46"/>
                </a:lnTo>
                <a:lnTo>
                  <a:pt x="4249" y="45"/>
                </a:lnTo>
                <a:lnTo>
                  <a:pt x="4250" y="45"/>
                </a:lnTo>
                <a:lnTo>
                  <a:pt x="4250" y="44"/>
                </a:lnTo>
                <a:lnTo>
                  <a:pt x="4251" y="44"/>
                </a:lnTo>
                <a:lnTo>
                  <a:pt x="4252" y="44"/>
                </a:lnTo>
                <a:lnTo>
                  <a:pt x="4252" y="43"/>
                </a:lnTo>
                <a:lnTo>
                  <a:pt x="4253" y="43"/>
                </a:lnTo>
                <a:lnTo>
                  <a:pt x="4253" y="42"/>
                </a:lnTo>
                <a:lnTo>
                  <a:pt x="4254" y="42"/>
                </a:lnTo>
                <a:lnTo>
                  <a:pt x="4253" y="41"/>
                </a:lnTo>
                <a:lnTo>
                  <a:pt x="4253" y="40"/>
                </a:lnTo>
                <a:lnTo>
                  <a:pt x="4254" y="40"/>
                </a:lnTo>
                <a:lnTo>
                  <a:pt x="4254" y="39"/>
                </a:lnTo>
                <a:lnTo>
                  <a:pt x="4255" y="39"/>
                </a:lnTo>
                <a:lnTo>
                  <a:pt x="4255" y="38"/>
                </a:lnTo>
                <a:lnTo>
                  <a:pt x="4256" y="38"/>
                </a:lnTo>
                <a:lnTo>
                  <a:pt x="4257" y="37"/>
                </a:lnTo>
                <a:lnTo>
                  <a:pt x="4258" y="37"/>
                </a:lnTo>
                <a:lnTo>
                  <a:pt x="4258" y="36"/>
                </a:lnTo>
                <a:lnTo>
                  <a:pt x="4259" y="36"/>
                </a:lnTo>
                <a:lnTo>
                  <a:pt x="4260" y="36"/>
                </a:lnTo>
                <a:lnTo>
                  <a:pt x="4261" y="35"/>
                </a:lnTo>
                <a:lnTo>
                  <a:pt x="4262" y="35"/>
                </a:lnTo>
                <a:lnTo>
                  <a:pt x="4263" y="35"/>
                </a:lnTo>
                <a:lnTo>
                  <a:pt x="4263" y="34"/>
                </a:lnTo>
                <a:lnTo>
                  <a:pt x="4264" y="34"/>
                </a:lnTo>
                <a:lnTo>
                  <a:pt x="4264" y="33"/>
                </a:lnTo>
                <a:lnTo>
                  <a:pt x="4265" y="33"/>
                </a:lnTo>
                <a:lnTo>
                  <a:pt x="4266" y="34"/>
                </a:lnTo>
                <a:lnTo>
                  <a:pt x="4266" y="33"/>
                </a:lnTo>
                <a:lnTo>
                  <a:pt x="4266" y="32"/>
                </a:lnTo>
                <a:lnTo>
                  <a:pt x="4265" y="31"/>
                </a:lnTo>
                <a:lnTo>
                  <a:pt x="4264" y="31"/>
                </a:lnTo>
                <a:lnTo>
                  <a:pt x="4265" y="30"/>
                </a:lnTo>
                <a:lnTo>
                  <a:pt x="4266" y="30"/>
                </a:lnTo>
                <a:lnTo>
                  <a:pt x="4267" y="30"/>
                </a:lnTo>
                <a:lnTo>
                  <a:pt x="4268" y="30"/>
                </a:lnTo>
                <a:lnTo>
                  <a:pt x="4269" y="29"/>
                </a:lnTo>
                <a:lnTo>
                  <a:pt x="4270" y="29"/>
                </a:lnTo>
                <a:lnTo>
                  <a:pt x="4270" y="28"/>
                </a:lnTo>
                <a:lnTo>
                  <a:pt x="4271" y="28"/>
                </a:lnTo>
                <a:lnTo>
                  <a:pt x="4272" y="28"/>
                </a:lnTo>
                <a:lnTo>
                  <a:pt x="4272" y="29"/>
                </a:lnTo>
                <a:lnTo>
                  <a:pt x="4273" y="29"/>
                </a:lnTo>
                <a:lnTo>
                  <a:pt x="4274" y="29"/>
                </a:lnTo>
                <a:lnTo>
                  <a:pt x="4275" y="29"/>
                </a:lnTo>
                <a:lnTo>
                  <a:pt x="4276" y="28"/>
                </a:lnTo>
                <a:lnTo>
                  <a:pt x="4276" y="27"/>
                </a:lnTo>
                <a:lnTo>
                  <a:pt x="4277" y="27"/>
                </a:lnTo>
                <a:lnTo>
                  <a:pt x="4277" y="28"/>
                </a:lnTo>
                <a:lnTo>
                  <a:pt x="4278" y="28"/>
                </a:lnTo>
                <a:lnTo>
                  <a:pt x="4279" y="28"/>
                </a:lnTo>
                <a:lnTo>
                  <a:pt x="4280" y="28"/>
                </a:lnTo>
                <a:lnTo>
                  <a:pt x="4281" y="28"/>
                </a:lnTo>
                <a:lnTo>
                  <a:pt x="4283" y="28"/>
                </a:lnTo>
                <a:lnTo>
                  <a:pt x="4284" y="28"/>
                </a:lnTo>
                <a:lnTo>
                  <a:pt x="4285" y="28"/>
                </a:lnTo>
                <a:lnTo>
                  <a:pt x="4286" y="28"/>
                </a:lnTo>
                <a:lnTo>
                  <a:pt x="4286" y="27"/>
                </a:lnTo>
                <a:lnTo>
                  <a:pt x="4287" y="27"/>
                </a:lnTo>
                <a:lnTo>
                  <a:pt x="4288" y="27"/>
                </a:lnTo>
                <a:lnTo>
                  <a:pt x="4289" y="27"/>
                </a:lnTo>
                <a:lnTo>
                  <a:pt x="4290" y="27"/>
                </a:lnTo>
                <a:lnTo>
                  <a:pt x="4290" y="28"/>
                </a:lnTo>
                <a:lnTo>
                  <a:pt x="4291" y="28"/>
                </a:lnTo>
                <a:lnTo>
                  <a:pt x="4291" y="29"/>
                </a:lnTo>
                <a:lnTo>
                  <a:pt x="4292" y="30"/>
                </a:lnTo>
                <a:lnTo>
                  <a:pt x="4293" y="30"/>
                </a:lnTo>
                <a:lnTo>
                  <a:pt x="4294" y="29"/>
                </a:lnTo>
                <a:lnTo>
                  <a:pt x="4295" y="29"/>
                </a:lnTo>
                <a:lnTo>
                  <a:pt x="4296" y="29"/>
                </a:lnTo>
                <a:lnTo>
                  <a:pt x="4297" y="29"/>
                </a:lnTo>
                <a:lnTo>
                  <a:pt x="4298" y="29"/>
                </a:lnTo>
                <a:lnTo>
                  <a:pt x="4299" y="29"/>
                </a:lnTo>
                <a:lnTo>
                  <a:pt x="4300" y="29"/>
                </a:lnTo>
                <a:lnTo>
                  <a:pt x="4302" y="29"/>
                </a:lnTo>
                <a:lnTo>
                  <a:pt x="4303" y="29"/>
                </a:lnTo>
                <a:lnTo>
                  <a:pt x="4303" y="28"/>
                </a:lnTo>
                <a:lnTo>
                  <a:pt x="4304" y="28"/>
                </a:lnTo>
                <a:lnTo>
                  <a:pt x="4305" y="28"/>
                </a:lnTo>
                <a:lnTo>
                  <a:pt x="4306" y="28"/>
                </a:lnTo>
                <a:lnTo>
                  <a:pt x="4307" y="28"/>
                </a:lnTo>
                <a:lnTo>
                  <a:pt x="4308" y="28"/>
                </a:lnTo>
                <a:lnTo>
                  <a:pt x="4308" y="27"/>
                </a:lnTo>
                <a:lnTo>
                  <a:pt x="4309" y="27"/>
                </a:lnTo>
                <a:lnTo>
                  <a:pt x="4309" y="26"/>
                </a:lnTo>
                <a:lnTo>
                  <a:pt x="4310" y="26"/>
                </a:lnTo>
                <a:lnTo>
                  <a:pt x="4310" y="25"/>
                </a:lnTo>
                <a:lnTo>
                  <a:pt x="4311" y="25"/>
                </a:lnTo>
                <a:lnTo>
                  <a:pt x="4312" y="25"/>
                </a:lnTo>
                <a:lnTo>
                  <a:pt x="4313" y="25"/>
                </a:lnTo>
                <a:lnTo>
                  <a:pt x="4314" y="25"/>
                </a:lnTo>
                <a:lnTo>
                  <a:pt x="4315" y="25"/>
                </a:lnTo>
                <a:lnTo>
                  <a:pt x="4316" y="25"/>
                </a:lnTo>
                <a:lnTo>
                  <a:pt x="4317" y="25"/>
                </a:lnTo>
                <a:lnTo>
                  <a:pt x="4318" y="25"/>
                </a:lnTo>
                <a:lnTo>
                  <a:pt x="4319" y="25"/>
                </a:lnTo>
                <a:lnTo>
                  <a:pt x="4320" y="25"/>
                </a:lnTo>
                <a:lnTo>
                  <a:pt x="4322" y="25"/>
                </a:lnTo>
                <a:lnTo>
                  <a:pt x="4323" y="24"/>
                </a:lnTo>
                <a:lnTo>
                  <a:pt x="4324" y="24"/>
                </a:lnTo>
                <a:lnTo>
                  <a:pt x="4325" y="24"/>
                </a:lnTo>
                <a:lnTo>
                  <a:pt x="4326" y="24"/>
                </a:lnTo>
                <a:lnTo>
                  <a:pt x="4327" y="24"/>
                </a:lnTo>
                <a:lnTo>
                  <a:pt x="4327" y="23"/>
                </a:lnTo>
                <a:lnTo>
                  <a:pt x="4328" y="23"/>
                </a:lnTo>
                <a:lnTo>
                  <a:pt x="4329" y="23"/>
                </a:lnTo>
                <a:lnTo>
                  <a:pt x="4330" y="23"/>
                </a:lnTo>
                <a:lnTo>
                  <a:pt x="4331" y="23"/>
                </a:lnTo>
                <a:lnTo>
                  <a:pt x="4332" y="23"/>
                </a:lnTo>
                <a:lnTo>
                  <a:pt x="4332" y="22"/>
                </a:lnTo>
                <a:lnTo>
                  <a:pt x="4333" y="22"/>
                </a:lnTo>
                <a:lnTo>
                  <a:pt x="4334" y="22"/>
                </a:lnTo>
                <a:lnTo>
                  <a:pt x="4335" y="22"/>
                </a:lnTo>
                <a:lnTo>
                  <a:pt x="4335" y="21"/>
                </a:lnTo>
                <a:lnTo>
                  <a:pt x="4336" y="21"/>
                </a:lnTo>
                <a:lnTo>
                  <a:pt x="4337" y="21"/>
                </a:lnTo>
                <a:lnTo>
                  <a:pt x="4337" y="20"/>
                </a:lnTo>
                <a:lnTo>
                  <a:pt x="4338" y="20"/>
                </a:lnTo>
                <a:lnTo>
                  <a:pt x="4339" y="20"/>
                </a:lnTo>
                <a:lnTo>
                  <a:pt x="4340" y="20"/>
                </a:lnTo>
                <a:lnTo>
                  <a:pt x="4340" y="19"/>
                </a:lnTo>
                <a:lnTo>
                  <a:pt x="4341" y="19"/>
                </a:lnTo>
                <a:lnTo>
                  <a:pt x="4342" y="19"/>
                </a:lnTo>
                <a:lnTo>
                  <a:pt x="4342" y="18"/>
                </a:lnTo>
                <a:lnTo>
                  <a:pt x="4343" y="18"/>
                </a:lnTo>
                <a:lnTo>
                  <a:pt x="4344" y="18"/>
                </a:lnTo>
                <a:lnTo>
                  <a:pt x="4345" y="18"/>
                </a:lnTo>
                <a:lnTo>
                  <a:pt x="4346" y="18"/>
                </a:lnTo>
                <a:lnTo>
                  <a:pt x="4347" y="18"/>
                </a:lnTo>
                <a:lnTo>
                  <a:pt x="4348" y="18"/>
                </a:lnTo>
                <a:lnTo>
                  <a:pt x="4349" y="18"/>
                </a:lnTo>
                <a:lnTo>
                  <a:pt x="4350" y="18"/>
                </a:lnTo>
                <a:lnTo>
                  <a:pt x="4350" y="17"/>
                </a:lnTo>
                <a:lnTo>
                  <a:pt x="4351" y="17"/>
                </a:lnTo>
                <a:lnTo>
                  <a:pt x="4352" y="17"/>
                </a:lnTo>
                <a:lnTo>
                  <a:pt x="4353" y="16"/>
                </a:lnTo>
                <a:lnTo>
                  <a:pt x="4354" y="16"/>
                </a:lnTo>
                <a:lnTo>
                  <a:pt x="4354" y="15"/>
                </a:lnTo>
                <a:lnTo>
                  <a:pt x="4355" y="15"/>
                </a:lnTo>
                <a:lnTo>
                  <a:pt x="4356" y="15"/>
                </a:lnTo>
                <a:lnTo>
                  <a:pt x="4357" y="15"/>
                </a:lnTo>
                <a:lnTo>
                  <a:pt x="4358" y="15"/>
                </a:lnTo>
                <a:lnTo>
                  <a:pt x="4359" y="14"/>
                </a:lnTo>
                <a:lnTo>
                  <a:pt x="4360" y="14"/>
                </a:lnTo>
                <a:lnTo>
                  <a:pt x="4361" y="14"/>
                </a:lnTo>
                <a:lnTo>
                  <a:pt x="4362" y="15"/>
                </a:lnTo>
                <a:lnTo>
                  <a:pt x="4364" y="15"/>
                </a:lnTo>
                <a:lnTo>
                  <a:pt x="4364" y="14"/>
                </a:lnTo>
                <a:lnTo>
                  <a:pt x="4365" y="14"/>
                </a:lnTo>
                <a:lnTo>
                  <a:pt x="4366" y="14"/>
                </a:lnTo>
                <a:lnTo>
                  <a:pt x="4367" y="14"/>
                </a:lnTo>
                <a:lnTo>
                  <a:pt x="4371" y="14"/>
                </a:lnTo>
                <a:lnTo>
                  <a:pt x="4372" y="14"/>
                </a:lnTo>
                <a:lnTo>
                  <a:pt x="4373" y="14"/>
                </a:lnTo>
                <a:lnTo>
                  <a:pt x="4374" y="14"/>
                </a:lnTo>
                <a:lnTo>
                  <a:pt x="4375" y="14"/>
                </a:lnTo>
                <a:lnTo>
                  <a:pt x="4375" y="15"/>
                </a:lnTo>
                <a:lnTo>
                  <a:pt x="4376" y="15"/>
                </a:lnTo>
                <a:lnTo>
                  <a:pt x="4378" y="15"/>
                </a:lnTo>
                <a:lnTo>
                  <a:pt x="4379" y="15"/>
                </a:lnTo>
                <a:lnTo>
                  <a:pt x="4380" y="15"/>
                </a:lnTo>
                <a:lnTo>
                  <a:pt x="4381" y="14"/>
                </a:lnTo>
                <a:lnTo>
                  <a:pt x="4382" y="14"/>
                </a:lnTo>
                <a:lnTo>
                  <a:pt x="4382" y="13"/>
                </a:lnTo>
                <a:lnTo>
                  <a:pt x="4383" y="13"/>
                </a:lnTo>
                <a:lnTo>
                  <a:pt x="4383" y="12"/>
                </a:lnTo>
                <a:lnTo>
                  <a:pt x="4384" y="12"/>
                </a:lnTo>
                <a:lnTo>
                  <a:pt x="4384" y="11"/>
                </a:lnTo>
                <a:lnTo>
                  <a:pt x="4385" y="10"/>
                </a:lnTo>
                <a:lnTo>
                  <a:pt x="4386" y="10"/>
                </a:lnTo>
                <a:lnTo>
                  <a:pt x="4387" y="10"/>
                </a:lnTo>
                <a:lnTo>
                  <a:pt x="4388" y="10"/>
                </a:lnTo>
                <a:lnTo>
                  <a:pt x="4389" y="10"/>
                </a:lnTo>
                <a:lnTo>
                  <a:pt x="4390" y="11"/>
                </a:lnTo>
                <a:lnTo>
                  <a:pt x="4391" y="11"/>
                </a:lnTo>
                <a:lnTo>
                  <a:pt x="4392" y="11"/>
                </a:lnTo>
                <a:lnTo>
                  <a:pt x="4393" y="11"/>
                </a:lnTo>
                <a:lnTo>
                  <a:pt x="4393" y="10"/>
                </a:lnTo>
                <a:lnTo>
                  <a:pt x="4394" y="10"/>
                </a:lnTo>
                <a:lnTo>
                  <a:pt x="4395" y="10"/>
                </a:lnTo>
                <a:lnTo>
                  <a:pt x="4396" y="10"/>
                </a:lnTo>
                <a:lnTo>
                  <a:pt x="4396" y="9"/>
                </a:lnTo>
                <a:lnTo>
                  <a:pt x="4397" y="9"/>
                </a:lnTo>
                <a:lnTo>
                  <a:pt x="4398" y="9"/>
                </a:lnTo>
                <a:lnTo>
                  <a:pt x="4399" y="8"/>
                </a:lnTo>
                <a:lnTo>
                  <a:pt x="4399" y="7"/>
                </a:lnTo>
                <a:lnTo>
                  <a:pt x="4400" y="7"/>
                </a:lnTo>
                <a:lnTo>
                  <a:pt x="4401" y="7"/>
                </a:lnTo>
                <a:lnTo>
                  <a:pt x="4402" y="7"/>
                </a:lnTo>
                <a:lnTo>
                  <a:pt x="4403" y="7"/>
                </a:lnTo>
                <a:lnTo>
                  <a:pt x="4404" y="8"/>
                </a:lnTo>
                <a:lnTo>
                  <a:pt x="4404" y="9"/>
                </a:lnTo>
                <a:lnTo>
                  <a:pt x="4404" y="10"/>
                </a:lnTo>
                <a:lnTo>
                  <a:pt x="4405" y="10"/>
                </a:lnTo>
                <a:lnTo>
                  <a:pt x="4406" y="10"/>
                </a:lnTo>
                <a:lnTo>
                  <a:pt x="4406" y="11"/>
                </a:lnTo>
                <a:lnTo>
                  <a:pt x="4407" y="11"/>
                </a:lnTo>
                <a:lnTo>
                  <a:pt x="4408" y="11"/>
                </a:lnTo>
                <a:lnTo>
                  <a:pt x="4408" y="12"/>
                </a:lnTo>
                <a:lnTo>
                  <a:pt x="4409" y="12"/>
                </a:lnTo>
                <a:lnTo>
                  <a:pt x="4410" y="12"/>
                </a:lnTo>
                <a:lnTo>
                  <a:pt x="4410" y="13"/>
                </a:lnTo>
                <a:lnTo>
                  <a:pt x="4411" y="13"/>
                </a:lnTo>
                <a:lnTo>
                  <a:pt x="4412" y="13"/>
                </a:lnTo>
                <a:lnTo>
                  <a:pt x="4412" y="12"/>
                </a:lnTo>
                <a:lnTo>
                  <a:pt x="4413" y="12"/>
                </a:lnTo>
                <a:lnTo>
                  <a:pt x="4414" y="12"/>
                </a:lnTo>
                <a:lnTo>
                  <a:pt x="4414" y="11"/>
                </a:lnTo>
                <a:lnTo>
                  <a:pt x="4415" y="11"/>
                </a:lnTo>
                <a:lnTo>
                  <a:pt x="4416" y="11"/>
                </a:lnTo>
                <a:lnTo>
                  <a:pt x="4417" y="11"/>
                </a:lnTo>
                <a:lnTo>
                  <a:pt x="4418" y="11"/>
                </a:lnTo>
                <a:lnTo>
                  <a:pt x="4418" y="12"/>
                </a:lnTo>
                <a:lnTo>
                  <a:pt x="4419" y="12"/>
                </a:lnTo>
                <a:lnTo>
                  <a:pt x="4420" y="12"/>
                </a:lnTo>
                <a:lnTo>
                  <a:pt x="4420" y="11"/>
                </a:lnTo>
                <a:lnTo>
                  <a:pt x="4421" y="11"/>
                </a:lnTo>
                <a:lnTo>
                  <a:pt x="4422" y="11"/>
                </a:lnTo>
                <a:lnTo>
                  <a:pt x="4423" y="11"/>
                </a:lnTo>
                <a:lnTo>
                  <a:pt x="4424" y="11"/>
                </a:lnTo>
                <a:lnTo>
                  <a:pt x="4424" y="10"/>
                </a:lnTo>
                <a:lnTo>
                  <a:pt x="4428" y="10"/>
                </a:lnTo>
                <a:lnTo>
                  <a:pt x="4428" y="11"/>
                </a:lnTo>
                <a:lnTo>
                  <a:pt x="4429" y="11"/>
                </a:lnTo>
                <a:lnTo>
                  <a:pt x="4434" y="11"/>
                </a:lnTo>
                <a:lnTo>
                  <a:pt x="4436" y="11"/>
                </a:lnTo>
                <a:lnTo>
                  <a:pt x="4438" y="11"/>
                </a:lnTo>
                <a:lnTo>
                  <a:pt x="4439" y="10"/>
                </a:lnTo>
                <a:lnTo>
                  <a:pt x="4439" y="11"/>
                </a:lnTo>
                <a:lnTo>
                  <a:pt x="4440" y="11"/>
                </a:lnTo>
                <a:lnTo>
                  <a:pt x="4442" y="11"/>
                </a:lnTo>
                <a:lnTo>
                  <a:pt x="4443" y="11"/>
                </a:lnTo>
                <a:lnTo>
                  <a:pt x="4444" y="11"/>
                </a:lnTo>
                <a:lnTo>
                  <a:pt x="4445" y="11"/>
                </a:lnTo>
                <a:lnTo>
                  <a:pt x="4446" y="11"/>
                </a:lnTo>
                <a:lnTo>
                  <a:pt x="4447" y="11"/>
                </a:lnTo>
                <a:lnTo>
                  <a:pt x="4449" y="11"/>
                </a:lnTo>
                <a:lnTo>
                  <a:pt x="4450" y="11"/>
                </a:lnTo>
                <a:lnTo>
                  <a:pt x="4452" y="10"/>
                </a:lnTo>
                <a:lnTo>
                  <a:pt x="4453" y="10"/>
                </a:lnTo>
                <a:lnTo>
                  <a:pt x="4454" y="10"/>
                </a:lnTo>
                <a:lnTo>
                  <a:pt x="4455" y="9"/>
                </a:lnTo>
                <a:lnTo>
                  <a:pt x="4456" y="9"/>
                </a:lnTo>
                <a:lnTo>
                  <a:pt x="4459" y="8"/>
                </a:lnTo>
                <a:lnTo>
                  <a:pt x="4460" y="8"/>
                </a:lnTo>
                <a:lnTo>
                  <a:pt x="4461" y="8"/>
                </a:lnTo>
                <a:lnTo>
                  <a:pt x="4461" y="7"/>
                </a:lnTo>
                <a:lnTo>
                  <a:pt x="4462" y="7"/>
                </a:lnTo>
                <a:lnTo>
                  <a:pt x="4463" y="7"/>
                </a:lnTo>
                <a:lnTo>
                  <a:pt x="4464" y="7"/>
                </a:lnTo>
                <a:lnTo>
                  <a:pt x="4465" y="7"/>
                </a:lnTo>
                <a:lnTo>
                  <a:pt x="4465" y="6"/>
                </a:lnTo>
                <a:lnTo>
                  <a:pt x="4466" y="6"/>
                </a:lnTo>
                <a:lnTo>
                  <a:pt x="4467" y="6"/>
                </a:lnTo>
                <a:lnTo>
                  <a:pt x="4468" y="6"/>
                </a:lnTo>
                <a:lnTo>
                  <a:pt x="4469" y="6"/>
                </a:lnTo>
                <a:lnTo>
                  <a:pt x="4470" y="6"/>
                </a:lnTo>
                <a:lnTo>
                  <a:pt x="4471" y="6"/>
                </a:lnTo>
                <a:lnTo>
                  <a:pt x="4471" y="7"/>
                </a:lnTo>
                <a:lnTo>
                  <a:pt x="4472" y="7"/>
                </a:lnTo>
                <a:lnTo>
                  <a:pt x="4473" y="7"/>
                </a:lnTo>
                <a:lnTo>
                  <a:pt x="4474" y="7"/>
                </a:lnTo>
                <a:lnTo>
                  <a:pt x="4475" y="7"/>
                </a:lnTo>
                <a:lnTo>
                  <a:pt x="4476" y="6"/>
                </a:lnTo>
                <a:lnTo>
                  <a:pt x="4477" y="6"/>
                </a:lnTo>
                <a:lnTo>
                  <a:pt x="4478" y="5"/>
                </a:lnTo>
                <a:lnTo>
                  <a:pt x="4479" y="4"/>
                </a:lnTo>
                <a:lnTo>
                  <a:pt x="4480" y="3"/>
                </a:lnTo>
                <a:lnTo>
                  <a:pt x="4481" y="3"/>
                </a:lnTo>
                <a:lnTo>
                  <a:pt x="4481" y="2"/>
                </a:lnTo>
                <a:lnTo>
                  <a:pt x="4482" y="2"/>
                </a:lnTo>
                <a:lnTo>
                  <a:pt x="4482" y="1"/>
                </a:lnTo>
                <a:lnTo>
                  <a:pt x="4483" y="1"/>
                </a:lnTo>
                <a:lnTo>
                  <a:pt x="4485" y="1"/>
                </a:lnTo>
                <a:lnTo>
                  <a:pt x="4485" y="0"/>
                </a:lnTo>
                <a:lnTo>
                  <a:pt x="4487" y="0"/>
                </a:lnTo>
                <a:lnTo>
                  <a:pt x="4487" y="1"/>
                </a:lnTo>
                <a:lnTo>
                  <a:pt x="4488" y="1"/>
                </a:lnTo>
                <a:lnTo>
                  <a:pt x="4489" y="1"/>
                </a:lnTo>
                <a:lnTo>
                  <a:pt x="4490" y="1"/>
                </a:lnTo>
                <a:lnTo>
                  <a:pt x="4491" y="2"/>
                </a:lnTo>
                <a:lnTo>
                  <a:pt x="4493" y="2"/>
                </a:lnTo>
                <a:lnTo>
                  <a:pt x="4495" y="3"/>
                </a:lnTo>
                <a:lnTo>
                  <a:pt x="4496" y="3"/>
                </a:lnTo>
                <a:lnTo>
                  <a:pt x="4498" y="3"/>
                </a:lnTo>
                <a:lnTo>
                  <a:pt x="4502" y="3"/>
                </a:lnTo>
                <a:lnTo>
                  <a:pt x="4502" y="4"/>
                </a:lnTo>
                <a:lnTo>
                  <a:pt x="4503" y="4"/>
                </a:lnTo>
                <a:lnTo>
                  <a:pt x="4503" y="5"/>
                </a:lnTo>
                <a:lnTo>
                  <a:pt x="4503" y="6"/>
                </a:lnTo>
                <a:lnTo>
                  <a:pt x="4504" y="6"/>
                </a:lnTo>
                <a:lnTo>
                  <a:pt x="4504" y="7"/>
                </a:lnTo>
                <a:lnTo>
                  <a:pt x="4505" y="7"/>
                </a:lnTo>
                <a:lnTo>
                  <a:pt x="4506" y="7"/>
                </a:lnTo>
                <a:lnTo>
                  <a:pt x="4507" y="7"/>
                </a:lnTo>
                <a:lnTo>
                  <a:pt x="4507" y="6"/>
                </a:lnTo>
                <a:lnTo>
                  <a:pt x="4507" y="5"/>
                </a:lnTo>
                <a:lnTo>
                  <a:pt x="4506" y="5"/>
                </a:lnTo>
                <a:lnTo>
                  <a:pt x="4505" y="5"/>
                </a:lnTo>
                <a:lnTo>
                  <a:pt x="4505" y="4"/>
                </a:lnTo>
                <a:lnTo>
                  <a:pt x="4505" y="3"/>
                </a:lnTo>
                <a:lnTo>
                  <a:pt x="4505" y="2"/>
                </a:lnTo>
                <a:lnTo>
                  <a:pt x="4506" y="2"/>
                </a:lnTo>
                <a:lnTo>
                  <a:pt x="4506" y="1"/>
                </a:lnTo>
                <a:lnTo>
                  <a:pt x="4507" y="1"/>
                </a:lnTo>
                <a:lnTo>
                  <a:pt x="4508" y="1"/>
                </a:lnTo>
                <a:lnTo>
                  <a:pt x="4509" y="1"/>
                </a:lnTo>
                <a:lnTo>
                  <a:pt x="4510" y="1"/>
                </a:lnTo>
                <a:lnTo>
                  <a:pt x="4510" y="2"/>
                </a:lnTo>
                <a:lnTo>
                  <a:pt x="4511" y="2"/>
                </a:lnTo>
                <a:lnTo>
                  <a:pt x="4511" y="3"/>
                </a:lnTo>
                <a:lnTo>
                  <a:pt x="4511" y="4"/>
                </a:lnTo>
                <a:lnTo>
                  <a:pt x="4510" y="4"/>
                </a:lnTo>
                <a:lnTo>
                  <a:pt x="4510" y="5"/>
                </a:lnTo>
                <a:lnTo>
                  <a:pt x="4509" y="5"/>
                </a:lnTo>
                <a:lnTo>
                  <a:pt x="4509" y="6"/>
                </a:lnTo>
                <a:lnTo>
                  <a:pt x="4508" y="6"/>
                </a:lnTo>
                <a:lnTo>
                  <a:pt x="4509" y="6"/>
                </a:lnTo>
                <a:lnTo>
                  <a:pt x="4509" y="7"/>
                </a:lnTo>
                <a:lnTo>
                  <a:pt x="4511" y="7"/>
                </a:lnTo>
                <a:lnTo>
                  <a:pt x="4512" y="7"/>
                </a:lnTo>
                <a:lnTo>
                  <a:pt x="4512" y="6"/>
                </a:lnTo>
                <a:lnTo>
                  <a:pt x="4513" y="6"/>
                </a:lnTo>
                <a:lnTo>
                  <a:pt x="4513" y="5"/>
                </a:lnTo>
                <a:lnTo>
                  <a:pt x="4513" y="4"/>
                </a:lnTo>
                <a:lnTo>
                  <a:pt x="4514" y="4"/>
                </a:lnTo>
                <a:lnTo>
                  <a:pt x="4514" y="3"/>
                </a:lnTo>
                <a:lnTo>
                  <a:pt x="4514" y="2"/>
                </a:lnTo>
                <a:lnTo>
                  <a:pt x="451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6" name=""/>
          <p:cNvSpPr/>
          <p:nvPr/>
        </p:nvSpPr>
        <p:spPr>
          <a:xfrm>
            <a:off x="2368080" y="1852560"/>
            <a:ext cx="5040" cy="1440"/>
          </a:xfrm>
          <a:custGeom>
            <a:avLst/>
            <a:gdLst/>
            <a:ahLst/>
            <a:rect l="0" t="0" r="r" b="b"/>
            <a:pathLst>
              <a:path fill="none" w="14" h="4">
                <a:moveTo>
                  <a:pt x="0" y="4"/>
                </a:moveTo>
                <a:lnTo>
                  <a:pt x="3" y="4"/>
                </a:lnTo>
                <a:lnTo>
                  <a:pt x="6" y="3"/>
                </a:lnTo>
                <a:lnTo>
                  <a:pt x="9" y="2"/>
                </a:lnTo>
                <a:lnTo>
                  <a:pt x="11" y="0"/>
                </a:lnTo>
                <a:lnTo>
                  <a:pt x="1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7" name=""/>
          <p:cNvSpPr/>
          <p:nvPr/>
        </p:nvSpPr>
        <p:spPr>
          <a:xfrm>
            <a:off x="2359080" y="1854720"/>
            <a:ext cx="5040" cy="720"/>
          </a:xfrm>
          <a:custGeom>
            <a:avLst/>
            <a:gdLst/>
            <a:ahLst/>
            <a:rect l="0" t="0" r="r" b="b"/>
            <a:pathLst>
              <a:path fill="none" w="14" h="2">
                <a:moveTo>
                  <a:pt x="0" y="2"/>
                </a:move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7" y="2"/>
                </a:lnTo>
                <a:lnTo>
                  <a:pt x="9" y="2"/>
                </a:lnTo>
                <a:lnTo>
                  <a:pt x="12" y="2"/>
                </a:lnTo>
                <a:lnTo>
                  <a:pt x="1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8" name=""/>
          <p:cNvSpPr/>
          <p:nvPr/>
        </p:nvSpPr>
        <p:spPr>
          <a:xfrm>
            <a:off x="2347560" y="1856160"/>
            <a:ext cx="4680" cy="2160"/>
          </a:xfrm>
          <a:custGeom>
            <a:avLst/>
            <a:gdLst/>
            <a:ahLst/>
            <a:rect l="0" t="0" r="r" b="b"/>
            <a:pathLst>
              <a:path fill="none" w="13" h="6">
                <a:moveTo>
                  <a:pt x="0" y="6"/>
                </a:moveTo>
                <a:lnTo>
                  <a:pt x="2" y="5"/>
                </a:lnTo>
                <a:lnTo>
                  <a:pt x="3" y="5"/>
                </a:lnTo>
                <a:lnTo>
                  <a:pt x="5" y="4"/>
                </a:lnTo>
                <a:lnTo>
                  <a:pt x="6" y="3"/>
                </a:lnTo>
                <a:lnTo>
                  <a:pt x="7" y="1"/>
                </a:lnTo>
                <a:lnTo>
                  <a:pt x="10" y="1"/>
                </a:lnTo>
                <a:lnTo>
                  <a:pt x="11" y="0"/>
                </a:lnTo>
                <a:lnTo>
                  <a:pt x="1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9" name=""/>
          <p:cNvSpPr/>
          <p:nvPr/>
        </p:nvSpPr>
        <p:spPr>
          <a:xfrm>
            <a:off x="2340360" y="1859760"/>
            <a:ext cx="4320" cy="1800"/>
          </a:xfrm>
          <a:custGeom>
            <a:avLst/>
            <a:gdLst/>
            <a:ahLst/>
            <a:rect l="0" t="0" r="r" b="b"/>
            <a:pathLst>
              <a:path fill="none" w="12" h="5">
                <a:moveTo>
                  <a:pt x="0" y="5"/>
                </a:moveTo>
                <a:lnTo>
                  <a:pt x="2" y="5"/>
                </a:lnTo>
                <a:lnTo>
                  <a:pt x="3" y="5"/>
                </a:lnTo>
                <a:lnTo>
                  <a:pt x="5" y="3"/>
                </a:lnTo>
                <a:lnTo>
                  <a:pt x="8" y="2"/>
                </a:lnTo>
                <a:lnTo>
                  <a:pt x="10" y="1"/>
                </a:lnTo>
                <a:lnTo>
                  <a:pt x="1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0" name=""/>
          <p:cNvSpPr/>
          <p:nvPr/>
        </p:nvSpPr>
        <p:spPr>
          <a:xfrm>
            <a:off x="2333520" y="1861920"/>
            <a:ext cx="3240" cy="720"/>
          </a:xfrm>
          <a:custGeom>
            <a:avLst/>
            <a:gdLst/>
            <a:ahLst/>
            <a:rect l="0" t="0" r="r" b="b"/>
            <a:pathLst>
              <a:path fill="none" w="9" h="2">
                <a:moveTo>
                  <a:pt x="0" y="2"/>
                </a:moveTo>
                <a:lnTo>
                  <a:pt x="1" y="2"/>
                </a:lnTo>
                <a:lnTo>
                  <a:pt x="3" y="2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8" y="0"/>
                </a:lnTo>
                <a:lnTo>
                  <a:pt x="9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1" name=""/>
          <p:cNvSpPr/>
          <p:nvPr/>
        </p:nvSpPr>
        <p:spPr>
          <a:xfrm flipV="1">
            <a:off x="2363760" y="2087640"/>
            <a:ext cx="9360" cy="4104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2" name=""/>
          <p:cNvSpPr/>
          <p:nvPr/>
        </p:nvSpPr>
        <p:spPr>
          <a:xfrm flipV="1">
            <a:off x="2320560" y="2193480"/>
            <a:ext cx="24120" cy="3240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3" name=""/>
          <p:cNvSpPr/>
          <p:nvPr/>
        </p:nvSpPr>
        <p:spPr>
          <a:xfrm>
            <a:off x="2177640" y="2227320"/>
            <a:ext cx="3600" cy="720"/>
          </a:xfrm>
          <a:custGeom>
            <a:avLst/>
            <a:gdLst/>
            <a:ahLst/>
            <a:rect l="0" t="0" r="r" b="b"/>
            <a:pathLst>
              <a:path fill="none" w="10" h="2">
                <a:moveTo>
                  <a:pt x="0" y="2"/>
                </a:move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4" name=""/>
          <p:cNvSpPr/>
          <p:nvPr/>
        </p:nvSpPr>
        <p:spPr>
          <a:xfrm>
            <a:off x="2175480" y="22287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5" name=""/>
          <p:cNvSpPr/>
          <p:nvPr/>
        </p:nvSpPr>
        <p:spPr>
          <a:xfrm>
            <a:off x="2177640" y="2229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6" name=""/>
          <p:cNvSpPr/>
          <p:nvPr/>
        </p:nvSpPr>
        <p:spPr>
          <a:xfrm>
            <a:off x="2178360" y="2229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7" name=""/>
          <p:cNvSpPr/>
          <p:nvPr/>
        </p:nvSpPr>
        <p:spPr>
          <a:xfrm>
            <a:off x="2177640" y="22294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8" name=""/>
          <p:cNvSpPr/>
          <p:nvPr/>
        </p:nvSpPr>
        <p:spPr>
          <a:xfrm>
            <a:off x="2175480" y="2229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9" name=""/>
          <p:cNvSpPr/>
          <p:nvPr/>
        </p:nvSpPr>
        <p:spPr>
          <a:xfrm>
            <a:off x="2178720" y="2229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0" name=""/>
          <p:cNvSpPr/>
          <p:nvPr/>
        </p:nvSpPr>
        <p:spPr>
          <a:xfrm>
            <a:off x="2175840" y="22298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1" name=""/>
          <p:cNvSpPr/>
          <p:nvPr/>
        </p:nvSpPr>
        <p:spPr>
          <a:xfrm>
            <a:off x="2175480" y="22298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0" y="0"/>
                </a:move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2" name=""/>
          <p:cNvSpPr/>
          <p:nvPr/>
        </p:nvSpPr>
        <p:spPr>
          <a:xfrm>
            <a:off x="2176920" y="2227680"/>
            <a:ext cx="6120" cy="7200"/>
          </a:xfrm>
          <a:custGeom>
            <a:avLst/>
            <a:gdLst/>
            <a:ahLst/>
            <a:rect l="0" t="0" r="r" b="b"/>
            <a:pathLst>
              <a:path fill="none" w="17" h="20">
                <a:moveTo>
                  <a:pt x="2" y="19"/>
                </a:moveTo>
                <a:lnTo>
                  <a:pt x="2" y="20"/>
                </a:lnTo>
                <a:lnTo>
                  <a:pt x="3" y="19"/>
                </a:lnTo>
                <a:lnTo>
                  <a:pt x="3" y="20"/>
                </a:lnTo>
                <a:lnTo>
                  <a:pt x="4" y="20"/>
                </a:lnTo>
                <a:lnTo>
                  <a:pt x="5" y="20"/>
                </a:lnTo>
                <a:lnTo>
                  <a:pt x="7" y="19"/>
                </a:lnTo>
                <a:lnTo>
                  <a:pt x="8" y="19"/>
                </a:lnTo>
                <a:lnTo>
                  <a:pt x="9" y="19"/>
                </a:lnTo>
                <a:lnTo>
                  <a:pt x="10" y="19"/>
                </a:lnTo>
                <a:lnTo>
                  <a:pt x="10" y="18"/>
                </a:lnTo>
                <a:lnTo>
                  <a:pt x="11" y="18"/>
                </a:lnTo>
                <a:lnTo>
                  <a:pt x="12" y="18"/>
                </a:lnTo>
                <a:lnTo>
                  <a:pt x="13" y="17"/>
                </a:lnTo>
                <a:lnTo>
                  <a:pt x="13" y="16"/>
                </a:lnTo>
                <a:lnTo>
                  <a:pt x="14" y="16"/>
                </a:lnTo>
                <a:lnTo>
                  <a:pt x="14" y="15"/>
                </a:lnTo>
                <a:lnTo>
                  <a:pt x="15" y="15"/>
                </a:lnTo>
                <a:lnTo>
                  <a:pt x="15" y="14"/>
                </a:lnTo>
                <a:lnTo>
                  <a:pt x="15" y="12"/>
                </a:lnTo>
                <a:lnTo>
                  <a:pt x="16" y="12"/>
                </a:lnTo>
                <a:lnTo>
                  <a:pt x="16" y="11"/>
                </a:lnTo>
                <a:lnTo>
                  <a:pt x="16" y="10"/>
                </a:lnTo>
                <a:lnTo>
                  <a:pt x="17" y="9"/>
                </a:lnTo>
                <a:lnTo>
                  <a:pt x="17" y="8"/>
                </a:lnTo>
                <a:lnTo>
                  <a:pt x="17" y="7"/>
                </a:lnTo>
                <a:lnTo>
                  <a:pt x="17" y="6"/>
                </a:lnTo>
                <a:lnTo>
                  <a:pt x="17" y="5"/>
                </a:lnTo>
                <a:lnTo>
                  <a:pt x="16" y="4"/>
                </a:lnTo>
                <a:lnTo>
                  <a:pt x="16" y="3"/>
                </a:lnTo>
                <a:lnTo>
                  <a:pt x="16" y="2"/>
                </a:lnTo>
                <a:lnTo>
                  <a:pt x="15" y="1"/>
                </a:lnTo>
                <a:lnTo>
                  <a:pt x="15" y="0"/>
                </a:lnTo>
                <a:lnTo>
                  <a:pt x="14" y="0"/>
                </a:lnTo>
                <a:lnTo>
                  <a:pt x="13" y="0"/>
                </a:lnTo>
                <a:lnTo>
                  <a:pt x="13" y="1"/>
                </a:lnTo>
                <a:lnTo>
                  <a:pt x="14" y="2"/>
                </a:lnTo>
                <a:lnTo>
                  <a:pt x="14" y="3"/>
                </a:lnTo>
                <a:lnTo>
                  <a:pt x="15" y="4"/>
                </a:lnTo>
                <a:lnTo>
                  <a:pt x="15" y="5"/>
                </a:lnTo>
                <a:lnTo>
                  <a:pt x="15" y="6"/>
                </a:lnTo>
                <a:lnTo>
                  <a:pt x="15" y="9"/>
                </a:lnTo>
                <a:lnTo>
                  <a:pt x="14" y="11"/>
                </a:lnTo>
                <a:lnTo>
                  <a:pt x="13" y="12"/>
                </a:lnTo>
                <a:lnTo>
                  <a:pt x="13" y="14"/>
                </a:lnTo>
                <a:lnTo>
                  <a:pt x="12" y="14"/>
                </a:lnTo>
                <a:lnTo>
                  <a:pt x="12" y="15"/>
                </a:lnTo>
                <a:lnTo>
                  <a:pt x="12" y="16"/>
                </a:lnTo>
                <a:lnTo>
                  <a:pt x="11" y="16"/>
                </a:lnTo>
                <a:lnTo>
                  <a:pt x="10" y="17"/>
                </a:lnTo>
                <a:lnTo>
                  <a:pt x="9" y="17"/>
                </a:lnTo>
                <a:lnTo>
                  <a:pt x="8" y="17"/>
                </a:lnTo>
                <a:lnTo>
                  <a:pt x="7" y="18"/>
                </a:lnTo>
                <a:lnTo>
                  <a:pt x="5" y="18"/>
                </a:lnTo>
                <a:lnTo>
                  <a:pt x="4" y="18"/>
                </a:lnTo>
                <a:lnTo>
                  <a:pt x="3" y="18"/>
                </a:lnTo>
                <a:lnTo>
                  <a:pt x="2" y="18"/>
                </a:lnTo>
                <a:lnTo>
                  <a:pt x="2" y="17"/>
                </a:lnTo>
                <a:lnTo>
                  <a:pt x="1" y="17"/>
                </a:lnTo>
                <a:lnTo>
                  <a:pt x="1" y="16"/>
                </a:lnTo>
                <a:lnTo>
                  <a:pt x="0" y="16"/>
                </a:lnTo>
                <a:lnTo>
                  <a:pt x="0" y="17"/>
                </a:lnTo>
                <a:lnTo>
                  <a:pt x="0" y="18"/>
                </a:lnTo>
                <a:lnTo>
                  <a:pt x="0" y="19"/>
                </a:lnTo>
                <a:lnTo>
                  <a:pt x="1" y="19"/>
                </a:lnTo>
                <a:lnTo>
                  <a:pt x="2" y="1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2160" rIns="5040" bIns="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3" name=""/>
          <p:cNvSpPr/>
          <p:nvPr/>
        </p:nvSpPr>
        <p:spPr>
          <a:xfrm>
            <a:off x="2265480" y="2291760"/>
            <a:ext cx="18000" cy="37440"/>
          </a:xfrm>
          <a:custGeom>
            <a:avLst/>
            <a:gdLst/>
            <a:ahLst/>
            <a:rect l="0" t="0" r="r" b="b"/>
            <a:pathLst>
              <a:path fill="none" w="50" h="104">
                <a:moveTo>
                  <a:pt x="0" y="104"/>
                </a:moveTo>
                <a:lnTo>
                  <a:pt x="1" y="101"/>
                </a:lnTo>
                <a:lnTo>
                  <a:pt x="2" y="98"/>
                </a:lnTo>
                <a:lnTo>
                  <a:pt x="5" y="95"/>
                </a:lnTo>
                <a:lnTo>
                  <a:pt x="6" y="91"/>
                </a:lnTo>
                <a:lnTo>
                  <a:pt x="8" y="88"/>
                </a:lnTo>
                <a:lnTo>
                  <a:pt x="10" y="83"/>
                </a:lnTo>
                <a:lnTo>
                  <a:pt x="12" y="79"/>
                </a:lnTo>
                <a:lnTo>
                  <a:pt x="14" y="75"/>
                </a:lnTo>
                <a:lnTo>
                  <a:pt x="15" y="70"/>
                </a:lnTo>
                <a:lnTo>
                  <a:pt x="17" y="67"/>
                </a:lnTo>
                <a:lnTo>
                  <a:pt x="19" y="64"/>
                </a:lnTo>
                <a:lnTo>
                  <a:pt x="21" y="59"/>
                </a:lnTo>
                <a:lnTo>
                  <a:pt x="23" y="54"/>
                </a:lnTo>
                <a:lnTo>
                  <a:pt x="25" y="51"/>
                </a:lnTo>
                <a:lnTo>
                  <a:pt x="26" y="48"/>
                </a:lnTo>
                <a:lnTo>
                  <a:pt x="28" y="45"/>
                </a:lnTo>
                <a:lnTo>
                  <a:pt x="29" y="42"/>
                </a:lnTo>
                <a:lnTo>
                  <a:pt x="32" y="36"/>
                </a:lnTo>
                <a:lnTo>
                  <a:pt x="35" y="31"/>
                </a:lnTo>
                <a:lnTo>
                  <a:pt x="37" y="27"/>
                </a:lnTo>
                <a:lnTo>
                  <a:pt x="39" y="22"/>
                </a:lnTo>
                <a:lnTo>
                  <a:pt x="41" y="18"/>
                </a:lnTo>
                <a:lnTo>
                  <a:pt x="44" y="14"/>
                </a:lnTo>
                <a:lnTo>
                  <a:pt x="46" y="8"/>
                </a:lnTo>
                <a:lnTo>
                  <a:pt x="48" y="4"/>
                </a:lnTo>
                <a:lnTo>
                  <a:pt x="5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4" name=""/>
          <p:cNvSpPr/>
          <p:nvPr/>
        </p:nvSpPr>
        <p:spPr>
          <a:xfrm>
            <a:off x="2112120" y="239400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0" y="4"/>
                </a:moveTo>
                <a:lnTo>
                  <a:pt x="1" y="4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6" y="0"/>
                </a:lnTo>
                <a:lnTo>
                  <a:pt x="7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5" name=""/>
          <p:cNvSpPr/>
          <p:nvPr/>
        </p:nvSpPr>
        <p:spPr>
          <a:xfrm>
            <a:off x="2109600" y="23950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2"/>
                </a:moveTo>
                <a:lnTo>
                  <a:pt x="2" y="0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6" name=""/>
          <p:cNvSpPr/>
          <p:nvPr/>
        </p:nvSpPr>
        <p:spPr>
          <a:xfrm>
            <a:off x="2112120" y="2395080"/>
            <a:ext cx="2880" cy="1080"/>
          </a:xfrm>
          <a:custGeom>
            <a:avLst/>
            <a:gdLst/>
            <a:ahLst/>
            <a:rect l="0" t="0" r="r" b="b"/>
            <a:pathLst>
              <a:path fill="none" w="8" h="3">
                <a:moveTo>
                  <a:pt x="8" y="0"/>
                </a:moveTo>
                <a:lnTo>
                  <a:pt x="6" y="3"/>
                </a:lnTo>
                <a:lnTo>
                  <a:pt x="5" y="3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7" name=""/>
          <p:cNvSpPr/>
          <p:nvPr/>
        </p:nvSpPr>
        <p:spPr>
          <a:xfrm>
            <a:off x="2109960" y="239580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3" y="0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8" name=""/>
          <p:cNvSpPr/>
          <p:nvPr/>
        </p:nvSpPr>
        <p:spPr>
          <a:xfrm>
            <a:off x="2107440" y="239544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0" y="5"/>
                </a:moveTo>
                <a:lnTo>
                  <a:pt x="0" y="4"/>
                </a:lnTo>
                <a:lnTo>
                  <a:pt x="1" y="4"/>
                </a:lnTo>
                <a:lnTo>
                  <a:pt x="2" y="3"/>
                </a:lnTo>
                <a:lnTo>
                  <a:pt x="3" y="3"/>
                </a:lnTo>
                <a:lnTo>
                  <a:pt x="3" y="1"/>
                </a:lnTo>
                <a:lnTo>
                  <a:pt x="5" y="1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9" name=""/>
          <p:cNvSpPr/>
          <p:nvPr/>
        </p:nvSpPr>
        <p:spPr>
          <a:xfrm>
            <a:off x="2107440" y="239616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0"/>
                </a:moveTo>
                <a:lnTo>
                  <a:pt x="5" y="2"/>
                </a:lnTo>
                <a:lnTo>
                  <a:pt x="3" y="2"/>
                </a:lnTo>
                <a:lnTo>
                  <a:pt x="2" y="3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0" name=""/>
          <p:cNvSpPr/>
          <p:nvPr/>
        </p:nvSpPr>
        <p:spPr>
          <a:xfrm>
            <a:off x="2098800" y="2398320"/>
            <a:ext cx="6480" cy="1800"/>
          </a:xfrm>
          <a:custGeom>
            <a:avLst/>
            <a:gdLst/>
            <a:ahLst/>
            <a:rect l="0" t="0" r="r" b="b"/>
            <a:pathLst>
              <a:path fill="none" w="18" h="5">
                <a:moveTo>
                  <a:pt x="0" y="5"/>
                </a:moveTo>
                <a:lnTo>
                  <a:pt x="2" y="2"/>
                </a:lnTo>
                <a:lnTo>
                  <a:pt x="3" y="2"/>
                </a:lnTo>
                <a:lnTo>
                  <a:pt x="5" y="4"/>
                </a:lnTo>
                <a:lnTo>
                  <a:pt x="6" y="4"/>
                </a:lnTo>
                <a:lnTo>
                  <a:pt x="8" y="4"/>
                </a:lnTo>
                <a:lnTo>
                  <a:pt x="11" y="2"/>
                </a:lnTo>
                <a:lnTo>
                  <a:pt x="13" y="2"/>
                </a:lnTo>
                <a:lnTo>
                  <a:pt x="14" y="2"/>
                </a:lnTo>
                <a:lnTo>
                  <a:pt x="16" y="1"/>
                </a:lnTo>
                <a:lnTo>
                  <a:pt x="17" y="1"/>
                </a:lnTo>
                <a:lnTo>
                  <a:pt x="18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1" name=""/>
          <p:cNvSpPr/>
          <p:nvPr/>
        </p:nvSpPr>
        <p:spPr>
          <a:xfrm>
            <a:off x="2099160" y="2399040"/>
            <a:ext cx="6120" cy="2160"/>
          </a:xfrm>
          <a:custGeom>
            <a:avLst/>
            <a:gdLst/>
            <a:ahLst/>
            <a:rect l="0" t="0" r="r" b="b"/>
            <a:pathLst>
              <a:path fill="none" w="17" h="6">
                <a:moveTo>
                  <a:pt x="17" y="0"/>
                </a:moveTo>
                <a:lnTo>
                  <a:pt x="17" y="1"/>
                </a:lnTo>
                <a:lnTo>
                  <a:pt x="16" y="1"/>
                </a:lnTo>
                <a:lnTo>
                  <a:pt x="15" y="3"/>
                </a:lnTo>
                <a:lnTo>
                  <a:pt x="14" y="4"/>
                </a:lnTo>
                <a:lnTo>
                  <a:pt x="13" y="4"/>
                </a:lnTo>
                <a:lnTo>
                  <a:pt x="12" y="4"/>
                </a:lnTo>
                <a:lnTo>
                  <a:pt x="11" y="4"/>
                </a:lnTo>
                <a:lnTo>
                  <a:pt x="10" y="5"/>
                </a:lnTo>
                <a:lnTo>
                  <a:pt x="9" y="6"/>
                </a:lnTo>
                <a:lnTo>
                  <a:pt x="8" y="6"/>
                </a:lnTo>
                <a:lnTo>
                  <a:pt x="7" y="5"/>
                </a:lnTo>
                <a:lnTo>
                  <a:pt x="5" y="5"/>
                </a:lnTo>
                <a:lnTo>
                  <a:pt x="3" y="5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2" name=""/>
          <p:cNvSpPr/>
          <p:nvPr/>
        </p:nvSpPr>
        <p:spPr>
          <a:xfrm>
            <a:off x="2093760" y="2400120"/>
            <a:ext cx="4320" cy="1080"/>
          </a:xfrm>
          <a:custGeom>
            <a:avLst/>
            <a:gdLst/>
            <a:ahLst/>
            <a:rect l="0" t="0" r="r" b="b"/>
            <a:pathLst>
              <a:path fill="none" w="12" h="3">
                <a:moveTo>
                  <a:pt x="0" y="3"/>
                </a:moveTo>
                <a:lnTo>
                  <a:pt x="1" y="3"/>
                </a:lnTo>
                <a:lnTo>
                  <a:pt x="3" y="3"/>
                </a:lnTo>
                <a:lnTo>
                  <a:pt x="4" y="1"/>
                </a:lnTo>
                <a:lnTo>
                  <a:pt x="6" y="1"/>
                </a:lnTo>
                <a:lnTo>
                  <a:pt x="8" y="1"/>
                </a:lnTo>
                <a:lnTo>
                  <a:pt x="10" y="0"/>
                </a:lnTo>
                <a:lnTo>
                  <a:pt x="11" y="0"/>
                </a:lnTo>
                <a:lnTo>
                  <a:pt x="12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3" name=""/>
          <p:cNvSpPr/>
          <p:nvPr/>
        </p:nvSpPr>
        <p:spPr>
          <a:xfrm>
            <a:off x="2094120" y="2401200"/>
            <a:ext cx="3960" cy="720"/>
          </a:xfrm>
          <a:custGeom>
            <a:avLst/>
            <a:gdLst/>
            <a:ahLst/>
            <a:rect l="0" t="0" r="r" b="b"/>
            <a:pathLst>
              <a:path fill="none" w="11" h="2">
                <a:moveTo>
                  <a:pt x="11" y="0"/>
                </a:moveTo>
                <a:lnTo>
                  <a:pt x="10" y="2"/>
                </a:lnTo>
                <a:lnTo>
                  <a:pt x="9" y="2"/>
                </a:lnTo>
                <a:lnTo>
                  <a:pt x="6" y="2"/>
                </a:lnTo>
                <a:lnTo>
                  <a:pt x="5" y="2"/>
                </a:lnTo>
                <a:lnTo>
                  <a:pt x="4" y="2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4" name=""/>
          <p:cNvSpPr/>
          <p:nvPr/>
        </p:nvSpPr>
        <p:spPr>
          <a:xfrm>
            <a:off x="2116440" y="2399400"/>
            <a:ext cx="1800" cy="3240"/>
          </a:xfrm>
          <a:custGeom>
            <a:avLst/>
            <a:gdLst/>
            <a:ahLst/>
            <a:rect l="0" t="0" r="r" b="b"/>
            <a:pathLst>
              <a:path fill="none" w="5" h="9">
                <a:moveTo>
                  <a:pt x="0" y="0"/>
                </a:moveTo>
                <a:lnTo>
                  <a:pt x="2" y="0"/>
                </a:lnTo>
                <a:lnTo>
                  <a:pt x="4" y="1"/>
                </a:lnTo>
                <a:lnTo>
                  <a:pt x="5" y="2"/>
                </a:lnTo>
                <a:lnTo>
                  <a:pt x="5" y="4"/>
                </a:lnTo>
                <a:lnTo>
                  <a:pt x="5" y="5"/>
                </a:lnTo>
                <a:lnTo>
                  <a:pt x="5" y="7"/>
                </a:lnTo>
                <a:lnTo>
                  <a:pt x="5" y="8"/>
                </a:lnTo>
                <a:lnTo>
                  <a:pt x="4" y="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5" name=""/>
          <p:cNvSpPr/>
          <p:nvPr/>
        </p:nvSpPr>
        <p:spPr>
          <a:xfrm>
            <a:off x="2115720" y="2399400"/>
            <a:ext cx="1800" cy="3600"/>
          </a:xfrm>
          <a:custGeom>
            <a:avLst/>
            <a:gdLst/>
            <a:ahLst/>
            <a:rect l="0" t="0" r="r" b="b"/>
            <a:pathLst>
              <a:path fill="none" w="5" h="10">
                <a:moveTo>
                  <a:pt x="5" y="10"/>
                </a:moveTo>
                <a:lnTo>
                  <a:pt x="5" y="8"/>
                </a:lnTo>
                <a:lnTo>
                  <a:pt x="5" y="7"/>
                </a:lnTo>
                <a:lnTo>
                  <a:pt x="4" y="6"/>
                </a:lnTo>
                <a:lnTo>
                  <a:pt x="4" y="5"/>
                </a:lnTo>
                <a:lnTo>
                  <a:pt x="1" y="2"/>
                </a:lnTo>
                <a:lnTo>
                  <a:pt x="0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6" name=""/>
          <p:cNvSpPr/>
          <p:nvPr/>
        </p:nvSpPr>
        <p:spPr>
          <a:xfrm>
            <a:off x="2089080" y="240264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0" y="5"/>
                </a:moveTo>
                <a:lnTo>
                  <a:pt x="1" y="2"/>
                </a:lnTo>
                <a:lnTo>
                  <a:pt x="3" y="2"/>
                </a:lnTo>
                <a:lnTo>
                  <a:pt x="5" y="1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7" name=""/>
          <p:cNvSpPr/>
          <p:nvPr/>
        </p:nvSpPr>
        <p:spPr>
          <a:xfrm>
            <a:off x="2089440" y="2403360"/>
            <a:ext cx="3240" cy="1800"/>
          </a:xfrm>
          <a:custGeom>
            <a:avLst/>
            <a:gdLst/>
            <a:ahLst/>
            <a:rect l="0" t="0" r="r" b="b"/>
            <a:pathLst>
              <a:path fill="none" w="9" h="5">
                <a:moveTo>
                  <a:pt x="9" y="0"/>
                </a:moveTo>
                <a:lnTo>
                  <a:pt x="8" y="2"/>
                </a:lnTo>
                <a:lnTo>
                  <a:pt x="6" y="2"/>
                </a:lnTo>
                <a:lnTo>
                  <a:pt x="5" y="2"/>
                </a:lnTo>
                <a:lnTo>
                  <a:pt x="4" y="2"/>
                </a:lnTo>
                <a:lnTo>
                  <a:pt x="2" y="2"/>
                </a:lnTo>
                <a:lnTo>
                  <a:pt x="1" y="3"/>
                </a:lnTo>
                <a:lnTo>
                  <a:pt x="1" y="5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8" name=""/>
          <p:cNvSpPr/>
          <p:nvPr/>
        </p:nvSpPr>
        <p:spPr>
          <a:xfrm>
            <a:off x="2115000" y="240480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0"/>
                </a:move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9" name=""/>
          <p:cNvSpPr/>
          <p:nvPr/>
        </p:nvSpPr>
        <p:spPr>
          <a:xfrm>
            <a:off x="2114640" y="2404800"/>
            <a:ext cx="0" cy="1080"/>
          </a:xfrm>
          <a:custGeom>
            <a:avLst/>
            <a:gdLst/>
            <a:ahLst/>
            <a:rect l="0" t="0" r="r" b="b"/>
            <a:pathLst>
              <a:path fill="none" w="0" h="3">
                <a:moveTo>
                  <a:pt x="0" y="3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0" name=""/>
          <p:cNvSpPr/>
          <p:nvPr/>
        </p:nvSpPr>
        <p:spPr>
          <a:xfrm>
            <a:off x="2086200" y="24058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4"/>
                </a:moveTo>
                <a:lnTo>
                  <a:pt x="1" y="4"/>
                </a:lnTo>
                <a:lnTo>
                  <a:pt x="1" y="1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1" name=""/>
          <p:cNvSpPr/>
          <p:nvPr/>
        </p:nvSpPr>
        <p:spPr>
          <a:xfrm>
            <a:off x="2086560" y="240624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0"/>
                </a:moveTo>
                <a:lnTo>
                  <a:pt x="3" y="1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2" name=""/>
          <p:cNvSpPr/>
          <p:nvPr/>
        </p:nvSpPr>
        <p:spPr>
          <a:xfrm>
            <a:off x="2084760" y="24080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3" name=""/>
          <p:cNvSpPr/>
          <p:nvPr/>
        </p:nvSpPr>
        <p:spPr>
          <a:xfrm>
            <a:off x="2113200" y="2406240"/>
            <a:ext cx="1440" cy="2880"/>
          </a:xfrm>
          <a:custGeom>
            <a:avLst/>
            <a:gdLst/>
            <a:ahLst/>
            <a:rect l="0" t="0" r="r" b="b"/>
            <a:pathLst>
              <a:path fill="none" w="4" h="8">
                <a:moveTo>
                  <a:pt x="0" y="0"/>
                </a:moveTo>
                <a:lnTo>
                  <a:pt x="2" y="1"/>
                </a:lnTo>
                <a:lnTo>
                  <a:pt x="4" y="4"/>
                </a:lnTo>
                <a:lnTo>
                  <a:pt x="4" y="5"/>
                </a:lnTo>
                <a:lnTo>
                  <a:pt x="2" y="7"/>
                </a:lnTo>
                <a:lnTo>
                  <a:pt x="2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4" name=""/>
          <p:cNvSpPr/>
          <p:nvPr/>
        </p:nvSpPr>
        <p:spPr>
          <a:xfrm>
            <a:off x="2085120" y="24084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2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5" name=""/>
          <p:cNvSpPr/>
          <p:nvPr/>
        </p:nvSpPr>
        <p:spPr>
          <a:xfrm>
            <a:off x="2112480" y="2406600"/>
            <a:ext cx="1440" cy="2880"/>
          </a:xfrm>
          <a:custGeom>
            <a:avLst/>
            <a:gdLst/>
            <a:ahLst/>
            <a:rect l="0" t="0" r="r" b="b"/>
            <a:pathLst>
              <a:path fill="none" w="4" h="8">
                <a:moveTo>
                  <a:pt x="4" y="8"/>
                </a:moveTo>
                <a:lnTo>
                  <a:pt x="2" y="6"/>
                </a:lnTo>
                <a:lnTo>
                  <a:pt x="2" y="5"/>
                </a:lnTo>
                <a:lnTo>
                  <a:pt x="0" y="2"/>
                </a:lnTo>
                <a:lnTo>
                  <a:pt x="0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6" name=""/>
          <p:cNvSpPr/>
          <p:nvPr/>
        </p:nvSpPr>
        <p:spPr>
          <a:xfrm>
            <a:off x="2111400" y="24084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0"/>
                </a:moveTo>
                <a:lnTo>
                  <a:pt x="1" y="0"/>
                </a:lnTo>
                <a:lnTo>
                  <a:pt x="1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7" name=""/>
          <p:cNvSpPr/>
          <p:nvPr/>
        </p:nvSpPr>
        <p:spPr>
          <a:xfrm>
            <a:off x="2111040" y="24084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8" name=""/>
          <p:cNvSpPr/>
          <p:nvPr/>
        </p:nvSpPr>
        <p:spPr>
          <a:xfrm>
            <a:off x="2084400" y="24109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9" name=""/>
          <p:cNvSpPr/>
          <p:nvPr/>
        </p:nvSpPr>
        <p:spPr>
          <a:xfrm>
            <a:off x="2084760" y="2410560"/>
            <a:ext cx="0" cy="1080"/>
          </a:xfrm>
          <a:custGeom>
            <a:avLst/>
            <a:gdLst/>
            <a:ahLst/>
            <a:rect l="0" t="0" r="r" b="b"/>
            <a:pathLst>
              <a:path fill="none" w="0" h="3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0" name=""/>
          <p:cNvSpPr/>
          <p:nvPr/>
        </p:nvSpPr>
        <p:spPr>
          <a:xfrm>
            <a:off x="2109240" y="2413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0" y="2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1" name=""/>
          <p:cNvSpPr/>
          <p:nvPr/>
        </p:nvSpPr>
        <p:spPr>
          <a:xfrm>
            <a:off x="2109600" y="24138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0"/>
                </a:move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2" name=""/>
          <p:cNvSpPr/>
          <p:nvPr/>
        </p:nvSpPr>
        <p:spPr>
          <a:xfrm>
            <a:off x="2084040" y="241416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1" y="3"/>
                </a:move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3" name=""/>
          <p:cNvSpPr/>
          <p:nvPr/>
        </p:nvSpPr>
        <p:spPr>
          <a:xfrm>
            <a:off x="2084400" y="241452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0"/>
                </a:move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4" name=""/>
          <p:cNvSpPr/>
          <p:nvPr/>
        </p:nvSpPr>
        <p:spPr>
          <a:xfrm>
            <a:off x="2106360" y="24159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0" y="4"/>
                </a:moveTo>
                <a:lnTo>
                  <a:pt x="2" y="2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5" name=""/>
          <p:cNvSpPr/>
          <p:nvPr/>
        </p:nvSpPr>
        <p:spPr>
          <a:xfrm>
            <a:off x="2106720" y="2416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4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6" name=""/>
          <p:cNvSpPr/>
          <p:nvPr/>
        </p:nvSpPr>
        <p:spPr>
          <a:xfrm>
            <a:off x="2079000" y="241632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3" y="2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7" name=""/>
          <p:cNvSpPr/>
          <p:nvPr/>
        </p:nvSpPr>
        <p:spPr>
          <a:xfrm>
            <a:off x="2100600" y="24170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8" name=""/>
          <p:cNvSpPr/>
          <p:nvPr/>
        </p:nvSpPr>
        <p:spPr>
          <a:xfrm>
            <a:off x="2100600" y="2417760"/>
            <a:ext cx="1080" cy="0"/>
          </a:xfrm>
          <a:custGeom>
            <a:avLst/>
            <a:gdLst/>
            <a:ahLst/>
            <a:rect l="0" t="0" r="r" b="b"/>
            <a:pathLst>
              <a:path fill="none" w="3" h="0">
                <a:moveTo>
                  <a:pt x="3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9" name=""/>
          <p:cNvSpPr/>
          <p:nvPr/>
        </p:nvSpPr>
        <p:spPr>
          <a:xfrm>
            <a:off x="2077920" y="24166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4"/>
                </a:moveTo>
                <a:lnTo>
                  <a:pt x="4" y="4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0" name=""/>
          <p:cNvSpPr/>
          <p:nvPr/>
        </p:nvSpPr>
        <p:spPr>
          <a:xfrm>
            <a:off x="2096280" y="24192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0" y="0"/>
                </a:moveTo>
                <a:lnTo>
                  <a:pt x="2" y="2"/>
                </a:lnTo>
                <a:lnTo>
                  <a:pt x="4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1" name=""/>
          <p:cNvSpPr/>
          <p:nvPr/>
        </p:nvSpPr>
        <p:spPr>
          <a:xfrm>
            <a:off x="2095920" y="2419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2" name=""/>
          <p:cNvSpPr/>
          <p:nvPr/>
        </p:nvSpPr>
        <p:spPr>
          <a:xfrm>
            <a:off x="2080080" y="241992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0" y="0"/>
                </a:moveTo>
                <a:lnTo>
                  <a:pt x="2" y="0"/>
                </a:lnTo>
                <a:lnTo>
                  <a:pt x="3" y="2"/>
                </a:lnTo>
                <a:lnTo>
                  <a:pt x="5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3" name=""/>
          <p:cNvSpPr/>
          <p:nvPr/>
        </p:nvSpPr>
        <p:spPr>
          <a:xfrm>
            <a:off x="2079720" y="24202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1" y="3"/>
                </a:ln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4" name=""/>
          <p:cNvSpPr/>
          <p:nvPr/>
        </p:nvSpPr>
        <p:spPr>
          <a:xfrm>
            <a:off x="2082600" y="24213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5" name=""/>
          <p:cNvSpPr/>
          <p:nvPr/>
        </p:nvSpPr>
        <p:spPr>
          <a:xfrm>
            <a:off x="2082600" y="2421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1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6" name=""/>
          <p:cNvSpPr/>
          <p:nvPr/>
        </p:nvSpPr>
        <p:spPr>
          <a:xfrm>
            <a:off x="2093040" y="24231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0"/>
                </a:moveTo>
                <a:lnTo>
                  <a:pt x="2" y="0"/>
                </a:lnTo>
                <a:lnTo>
                  <a:pt x="3" y="2"/>
                </a:lnTo>
                <a:lnTo>
                  <a:pt x="3" y="4"/>
                </a:lnTo>
                <a:lnTo>
                  <a:pt x="5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7" name=""/>
          <p:cNvSpPr/>
          <p:nvPr/>
        </p:nvSpPr>
        <p:spPr>
          <a:xfrm>
            <a:off x="2086920" y="2423160"/>
            <a:ext cx="2880" cy="1440"/>
          </a:xfrm>
          <a:custGeom>
            <a:avLst/>
            <a:gdLst/>
            <a:ahLst/>
            <a:rect l="0" t="0" r="r" b="b"/>
            <a:pathLst>
              <a:path fill="none" w="8" h="4">
                <a:moveTo>
                  <a:pt x="0" y="0"/>
                </a:moveTo>
                <a:lnTo>
                  <a:pt x="2" y="0"/>
                </a:lnTo>
                <a:lnTo>
                  <a:pt x="4" y="2"/>
                </a:lnTo>
                <a:lnTo>
                  <a:pt x="6" y="2"/>
                </a:lnTo>
                <a:lnTo>
                  <a:pt x="8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8" name=""/>
          <p:cNvSpPr/>
          <p:nvPr/>
        </p:nvSpPr>
        <p:spPr>
          <a:xfrm>
            <a:off x="2093040" y="24235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2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9" name=""/>
          <p:cNvSpPr/>
          <p:nvPr/>
        </p:nvSpPr>
        <p:spPr>
          <a:xfrm>
            <a:off x="2086920" y="242388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4"/>
                </a:moveTo>
                <a:lnTo>
                  <a:pt x="5" y="4"/>
                </a:lnTo>
                <a:lnTo>
                  <a:pt x="4" y="4"/>
                </a:lnTo>
                <a:lnTo>
                  <a:pt x="2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0" name=""/>
          <p:cNvSpPr/>
          <p:nvPr/>
        </p:nvSpPr>
        <p:spPr>
          <a:xfrm>
            <a:off x="2208600" y="2431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1" name=""/>
          <p:cNvSpPr/>
          <p:nvPr/>
        </p:nvSpPr>
        <p:spPr>
          <a:xfrm>
            <a:off x="1935360" y="2395800"/>
            <a:ext cx="18360" cy="38880"/>
          </a:xfrm>
          <a:custGeom>
            <a:avLst/>
            <a:gdLst/>
            <a:ahLst/>
            <a:rect l="0" t="0" r="r" b="b"/>
            <a:pathLst>
              <a:path fill="none" w="51" h="108">
                <a:moveTo>
                  <a:pt x="0" y="0"/>
                </a:moveTo>
                <a:lnTo>
                  <a:pt x="3" y="4"/>
                </a:lnTo>
                <a:lnTo>
                  <a:pt x="6" y="9"/>
                </a:lnTo>
                <a:lnTo>
                  <a:pt x="9" y="14"/>
                </a:lnTo>
                <a:lnTo>
                  <a:pt x="12" y="18"/>
                </a:lnTo>
                <a:lnTo>
                  <a:pt x="13" y="20"/>
                </a:lnTo>
                <a:lnTo>
                  <a:pt x="16" y="24"/>
                </a:lnTo>
                <a:lnTo>
                  <a:pt x="20" y="29"/>
                </a:lnTo>
                <a:lnTo>
                  <a:pt x="22" y="33"/>
                </a:lnTo>
                <a:lnTo>
                  <a:pt x="25" y="37"/>
                </a:lnTo>
                <a:lnTo>
                  <a:pt x="27" y="41"/>
                </a:lnTo>
                <a:lnTo>
                  <a:pt x="30" y="45"/>
                </a:lnTo>
                <a:lnTo>
                  <a:pt x="31" y="48"/>
                </a:lnTo>
                <a:lnTo>
                  <a:pt x="33" y="52"/>
                </a:lnTo>
                <a:lnTo>
                  <a:pt x="35" y="56"/>
                </a:lnTo>
                <a:lnTo>
                  <a:pt x="37" y="60"/>
                </a:lnTo>
                <a:lnTo>
                  <a:pt x="38" y="64"/>
                </a:lnTo>
                <a:lnTo>
                  <a:pt x="42" y="71"/>
                </a:lnTo>
                <a:lnTo>
                  <a:pt x="44" y="78"/>
                </a:lnTo>
                <a:lnTo>
                  <a:pt x="45" y="83"/>
                </a:lnTo>
                <a:lnTo>
                  <a:pt x="46" y="87"/>
                </a:lnTo>
                <a:lnTo>
                  <a:pt x="48" y="91"/>
                </a:lnTo>
                <a:lnTo>
                  <a:pt x="49" y="97"/>
                </a:lnTo>
                <a:lnTo>
                  <a:pt x="50" y="101"/>
                </a:lnTo>
                <a:lnTo>
                  <a:pt x="50" y="105"/>
                </a:lnTo>
                <a:lnTo>
                  <a:pt x="51" y="107"/>
                </a:lnTo>
                <a:lnTo>
                  <a:pt x="51" y="10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2" name=""/>
          <p:cNvSpPr/>
          <p:nvPr/>
        </p:nvSpPr>
        <p:spPr>
          <a:xfrm>
            <a:off x="2212200" y="243432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0"/>
                </a:move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3" name=""/>
          <p:cNvSpPr/>
          <p:nvPr/>
        </p:nvSpPr>
        <p:spPr>
          <a:xfrm>
            <a:off x="2211120" y="2435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4" name=""/>
          <p:cNvSpPr/>
          <p:nvPr/>
        </p:nvSpPr>
        <p:spPr>
          <a:xfrm>
            <a:off x="2208240" y="2431800"/>
            <a:ext cx="4680" cy="4320"/>
          </a:xfrm>
          <a:custGeom>
            <a:avLst/>
            <a:gdLst/>
            <a:ahLst/>
            <a:rect l="0" t="0" r="r" b="b"/>
            <a:pathLst>
              <a:path fill="none" w="13" h="12">
                <a:moveTo>
                  <a:pt x="6" y="12"/>
                </a:moveTo>
                <a:lnTo>
                  <a:pt x="5" y="11"/>
                </a:lnTo>
                <a:lnTo>
                  <a:pt x="4" y="12"/>
                </a:lnTo>
                <a:lnTo>
                  <a:pt x="3" y="12"/>
                </a:lnTo>
                <a:lnTo>
                  <a:pt x="2" y="11"/>
                </a:lnTo>
                <a:lnTo>
                  <a:pt x="2" y="9"/>
                </a:lnTo>
                <a:lnTo>
                  <a:pt x="2" y="7"/>
                </a:lnTo>
                <a:lnTo>
                  <a:pt x="0" y="6"/>
                </a:lnTo>
                <a:lnTo>
                  <a:pt x="0" y="3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3" y="0"/>
                </a:lnTo>
                <a:lnTo>
                  <a:pt x="4" y="1"/>
                </a:lnTo>
                <a:lnTo>
                  <a:pt x="5" y="2"/>
                </a:lnTo>
                <a:lnTo>
                  <a:pt x="5" y="3"/>
                </a:lnTo>
                <a:lnTo>
                  <a:pt x="6" y="4"/>
                </a:lnTo>
                <a:lnTo>
                  <a:pt x="7" y="5"/>
                </a:lnTo>
                <a:lnTo>
                  <a:pt x="8" y="6"/>
                </a:lnTo>
                <a:lnTo>
                  <a:pt x="10" y="7"/>
                </a:lnTo>
                <a:lnTo>
                  <a:pt x="11" y="7"/>
                </a:lnTo>
                <a:lnTo>
                  <a:pt x="13" y="7"/>
                </a:lnTo>
                <a:lnTo>
                  <a:pt x="11" y="8"/>
                </a:lnTo>
                <a:lnTo>
                  <a:pt x="11" y="9"/>
                </a:lnTo>
                <a:lnTo>
                  <a:pt x="10" y="1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720" rIns="504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5" name=""/>
          <p:cNvSpPr/>
          <p:nvPr/>
        </p:nvSpPr>
        <p:spPr>
          <a:xfrm>
            <a:off x="2210400" y="2435760"/>
            <a:ext cx="1080" cy="0"/>
          </a:xfrm>
          <a:custGeom>
            <a:avLst/>
            <a:gdLst/>
            <a:ahLst/>
            <a:rect l="0" t="0" r="r" b="b"/>
            <a:pathLst>
              <a:path fill="none" w="3" h="0">
                <a:moveTo>
                  <a:pt x="3" y="0"/>
                </a:move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6" name=""/>
          <p:cNvSpPr/>
          <p:nvPr/>
        </p:nvSpPr>
        <p:spPr>
          <a:xfrm>
            <a:off x="2207880" y="2431440"/>
            <a:ext cx="4680" cy="4680"/>
          </a:xfrm>
          <a:custGeom>
            <a:avLst/>
            <a:gdLst/>
            <a:ahLst/>
            <a:rect l="0" t="0" r="r" b="b"/>
            <a:pathLst>
              <a:path fill="none" w="13" h="13">
                <a:moveTo>
                  <a:pt x="4" y="13"/>
                </a:moveTo>
                <a:lnTo>
                  <a:pt x="3" y="13"/>
                </a:lnTo>
                <a:lnTo>
                  <a:pt x="2" y="13"/>
                </a:lnTo>
                <a:lnTo>
                  <a:pt x="1" y="13"/>
                </a:lnTo>
                <a:lnTo>
                  <a:pt x="0" y="11"/>
                </a:lnTo>
                <a:lnTo>
                  <a:pt x="0" y="10"/>
                </a:lnTo>
                <a:lnTo>
                  <a:pt x="0" y="8"/>
                </a:lnTo>
                <a:lnTo>
                  <a:pt x="0" y="7"/>
                </a:lnTo>
                <a:lnTo>
                  <a:pt x="0" y="5"/>
                </a:lnTo>
                <a:lnTo>
                  <a:pt x="0" y="4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6" y="2"/>
                </a:lnTo>
                <a:lnTo>
                  <a:pt x="6" y="4"/>
                </a:lnTo>
                <a:lnTo>
                  <a:pt x="8" y="5"/>
                </a:lnTo>
                <a:lnTo>
                  <a:pt x="9" y="5"/>
                </a:lnTo>
                <a:lnTo>
                  <a:pt x="10" y="6"/>
                </a:lnTo>
                <a:lnTo>
                  <a:pt x="12" y="6"/>
                </a:lnTo>
                <a:lnTo>
                  <a:pt x="12" y="7"/>
                </a:lnTo>
                <a:lnTo>
                  <a:pt x="13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" rIns="504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7" name=""/>
          <p:cNvSpPr/>
          <p:nvPr/>
        </p:nvSpPr>
        <p:spPr>
          <a:xfrm>
            <a:off x="2251800" y="2402280"/>
            <a:ext cx="360" cy="37440"/>
          </a:xfrm>
          <a:custGeom>
            <a:avLst/>
            <a:gdLst/>
            <a:ahLst/>
            <a:rect l="0" t="0" r="r" b="b"/>
            <a:pathLst>
              <a:path fill="none" w="1" h="104">
                <a:moveTo>
                  <a:pt x="0" y="104"/>
                </a:moveTo>
                <a:lnTo>
                  <a:pt x="0" y="102"/>
                </a:lnTo>
                <a:lnTo>
                  <a:pt x="0" y="99"/>
                </a:lnTo>
                <a:lnTo>
                  <a:pt x="0" y="96"/>
                </a:lnTo>
                <a:lnTo>
                  <a:pt x="0" y="91"/>
                </a:lnTo>
                <a:lnTo>
                  <a:pt x="0" y="87"/>
                </a:lnTo>
                <a:lnTo>
                  <a:pt x="0" y="83"/>
                </a:lnTo>
                <a:lnTo>
                  <a:pt x="0" y="76"/>
                </a:lnTo>
                <a:lnTo>
                  <a:pt x="0" y="64"/>
                </a:lnTo>
                <a:lnTo>
                  <a:pt x="0" y="58"/>
                </a:lnTo>
                <a:lnTo>
                  <a:pt x="0" y="52"/>
                </a:lnTo>
                <a:lnTo>
                  <a:pt x="1" y="48"/>
                </a:lnTo>
                <a:lnTo>
                  <a:pt x="0" y="43"/>
                </a:lnTo>
                <a:lnTo>
                  <a:pt x="0" y="35"/>
                </a:lnTo>
                <a:lnTo>
                  <a:pt x="0" y="30"/>
                </a:lnTo>
                <a:lnTo>
                  <a:pt x="0" y="25"/>
                </a:lnTo>
                <a:lnTo>
                  <a:pt x="1" y="15"/>
                </a:lnTo>
                <a:lnTo>
                  <a:pt x="1" y="9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8" name=""/>
          <p:cNvSpPr/>
          <p:nvPr/>
        </p:nvSpPr>
        <p:spPr>
          <a:xfrm>
            <a:off x="2099880" y="25700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2"/>
                </a:move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9" name=""/>
          <p:cNvSpPr/>
          <p:nvPr/>
        </p:nvSpPr>
        <p:spPr>
          <a:xfrm>
            <a:off x="2099160" y="25704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0" name=""/>
          <p:cNvSpPr/>
          <p:nvPr/>
        </p:nvSpPr>
        <p:spPr>
          <a:xfrm>
            <a:off x="2098800" y="25704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0" y="2"/>
                </a:moveTo>
                <a:lnTo>
                  <a:pt x="2" y="2"/>
                </a:ln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1" name=""/>
          <p:cNvSpPr/>
          <p:nvPr/>
        </p:nvSpPr>
        <p:spPr>
          <a:xfrm>
            <a:off x="2098440" y="25714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2" name=""/>
          <p:cNvSpPr/>
          <p:nvPr/>
        </p:nvSpPr>
        <p:spPr>
          <a:xfrm>
            <a:off x="2098080" y="25711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4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3" name=""/>
          <p:cNvSpPr/>
          <p:nvPr/>
        </p:nvSpPr>
        <p:spPr>
          <a:xfrm>
            <a:off x="2097000" y="25725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3"/>
                </a:moveTo>
                <a:lnTo>
                  <a:pt x="2" y="2"/>
                </a:lnTo>
                <a:lnTo>
                  <a:pt x="2" y="0"/>
                </a:ln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4" name=""/>
          <p:cNvSpPr/>
          <p:nvPr/>
        </p:nvSpPr>
        <p:spPr>
          <a:xfrm>
            <a:off x="1960200" y="2541600"/>
            <a:ext cx="8640" cy="36720"/>
          </a:xfrm>
          <a:custGeom>
            <a:avLst/>
            <a:gdLst/>
            <a:ahLst/>
            <a:rect l="0" t="0" r="r" b="b"/>
            <a:pathLst>
              <a:path fill="none" w="24" h="102">
                <a:moveTo>
                  <a:pt x="24" y="0"/>
                </a:moveTo>
                <a:lnTo>
                  <a:pt x="24" y="5"/>
                </a:lnTo>
                <a:lnTo>
                  <a:pt x="24" y="9"/>
                </a:lnTo>
                <a:lnTo>
                  <a:pt x="24" y="13"/>
                </a:lnTo>
                <a:lnTo>
                  <a:pt x="24" y="18"/>
                </a:lnTo>
                <a:lnTo>
                  <a:pt x="24" y="24"/>
                </a:lnTo>
                <a:lnTo>
                  <a:pt x="24" y="28"/>
                </a:lnTo>
                <a:lnTo>
                  <a:pt x="23" y="32"/>
                </a:lnTo>
                <a:lnTo>
                  <a:pt x="23" y="38"/>
                </a:lnTo>
                <a:lnTo>
                  <a:pt x="22" y="43"/>
                </a:lnTo>
                <a:lnTo>
                  <a:pt x="20" y="56"/>
                </a:lnTo>
                <a:lnTo>
                  <a:pt x="17" y="62"/>
                </a:lnTo>
                <a:lnTo>
                  <a:pt x="16" y="67"/>
                </a:lnTo>
                <a:lnTo>
                  <a:pt x="15" y="71"/>
                </a:lnTo>
                <a:lnTo>
                  <a:pt x="13" y="75"/>
                </a:lnTo>
                <a:lnTo>
                  <a:pt x="12" y="77"/>
                </a:lnTo>
                <a:lnTo>
                  <a:pt x="11" y="81"/>
                </a:lnTo>
                <a:lnTo>
                  <a:pt x="10" y="84"/>
                </a:lnTo>
                <a:lnTo>
                  <a:pt x="7" y="89"/>
                </a:lnTo>
                <a:lnTo>
                  <a:pt x="5" y="93"/>
                </a:lnTo>
                <a:lnTo>
                  <a:pt x="3" y="96"/>
                </a:lnTo>
                <a:lnTo>
                  <a:pt x="2" y="99"/>
                </a:lnTo>
                <a:lnTo>
                  <a:pt x="1" y="101"/>
                </a:lnTo>
                <a:lnTo>
                  <a:pt x="0" y="10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5" name=""/>
          <p:cNvSpPr/>
          <p:nvPr/>
        </p:nvSpPr>
        <p:spPr>
          <a:xfrm>
            <a:off x="2113200" y="258192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2" y="2"/>
                </a:moveTo>
                <a:lnTo>
                  <a:pt x="3" y="2"/>
                </a:lnTo>
                <a:lnTo>
                  <a:pt x="5" y="2"/>
                </a:lnTo>
                <a:lnTo>
                  <a:pt x="5" y="0"/>
                </a:ln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6" name=""/>
          <p:cNvSpPr/>
          <p:nvPr/>
        </p:nvSpPr>
        <p:spPr>
          <a:xfrm>
            <a:off x="2180880" y="258228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5" y="1"/>
                </a:lnTo>
                <a:lnTo>
                  <a:pt x="6" y="2"/>
                </a:lnTo>
                <a:lnTo>
                  <a:pt x="6" y="4"/>
                </a:lnTo>
                <a:lnTo>
                  <a:pt x="5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7" name=""/>
          <p:cNvSpPr/>
          <p:nvPr/>
        </p:nvSpPr>
        <p:spPr>
          <a:xfrm>
            <a:off x="2180520" y="25830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5"/>
                </a:moveTo>
                <a:lnTo>
                  <a:pt x="4" y="5"/>
                </a:lnTo>
                <a:lnTo>
                  <a:pt x="2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8" name=""/>
          <p:cNvSpPr/>
          <p:nvPr/>
        </p:nvSpPr>
        <p:spPr>
          <a:xfrm>
            <a:off x="2120760" y="25844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9" name=""/>
          <p:cNvSpPr/>
          <p:nvPr/>
        </p:nvSpPr>
        <p:spPr>
          <a:xfrm>
            <a:off x="2099520" y="25844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2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0" name=""/>
          <p:cNvSpPr/>
          <p:nvPr/>
        </p:nvSpPr>
        <p:spPr>
          <a:xfrm flipV="1">
            <a:off x="2096280" y="25848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1" name=""/>
          <p:cNvSpPr/>
          <p:nvPr/>
        </p:nvSpPr>
        <p:spPr>
          <a:xfrm>
            <a:off x="2120400" y="25840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2" y="3"/>
                </a:lnTo>
                <a:lnTo>
                  <a:pt x="2" y="5"/>
                </a:lnTo>
                <a:lnTo>
                  <a:pt x="4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2" name=""/>
          <p:cNvSpPr/>
          <p:nvPr/>
        </p:nvSpPr>
        <p:spPr>
          <a:xfrm>
            <a:off x="2121120" y="25844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3" name=""/>
          <p:cNvSpPr/>
          <p:nvPr/>
        </p:nvSpPr>
        <p:spPr>
          <a:xfrm>
            <a:off x="2095920" y="258480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4" name=""/>
          <p:cNvSpPr/>
          <p:nvPr/>
        </p:nvSpPr>
        <p:spPr>
          <a:xfrm flipH="1">
            <a:off x="2095200" y="25855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5" name=""/>
          <p:cNvSpPr/>
          <p:nvPr/>
        </p:nvSpPr>
        <p:spPr>
          <a:xfrm flipH="1">
            <a:off x="2094840" y="25855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6" name=""/>
          <p:cNvSpPr/>
          <p:nvPr/>
        </p:nvSpPr>
        <p:spPr>
          <a:xfrm>
            <a:off x="2095200" y="258552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7" name=""/>
          <p:cNvSpPr/>
          <p:nvPr/>
        </p:nvSpPr>
        <p:spPr>
          <a:xfrm>
            <a:off x="2094840" y="25855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8" name=""/>
          <p:cNvSpPr/>
          <p:nvPr/>
        </p:nvSpPr>
        <p:spPr>
          <a:xfrm>
            <a:off x="2097000" y="25855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9" name=""/>
          <p:cNvSpPr/>
          <p:nvPr/>
        </p:nvSpPr>
        <p:spPr>
          <a:xfrm>
            <a:off x="2098080" y="25851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0" name=""/>
          <p:cNvSpPr/>
          <p:nvPr/>
        </p:nvSpPr>
        <p:spPr>
          <a:xfrm>
            <a:off x="2097000" y="2585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1" name=""/>
          <p:cNvSpPr/>
          <p:nvPr/>
        </p:nvSpPr>
        <p:spPr>
          <a:xfrm>
            <a:off x="2097000" y="25855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2" name=""/>
          <p:cNvSpPr/>
          <p:nvPr/>
        </p:nvSpPr>
        <p:spPr>
          <a:xfrm>
            <a:off x="2093760" y="25858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3" name=""/>
          <p:cNvSpPr/>
          <p:nvPr/>
        </p:nvSpPr>
        <p:spPr>
          <a:xfrm>
            <a:off x="2091600" y="25905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4" name=""/>
          <p:cNvSpPr/>
          <p:nvPr/>
        </p:nvSpPr>
        <p:spPr>
          <a:xfrm>
            <a:off x="2235240" y="2551320"/>
            <a:ext cx="14400" cy="39600"/>
          </a:xfrm>
          <a:custGeom>
            <a:avLst/>
            <a:gdLst/>
            <a:ahLst/>
            <a:rect l="0" t="0" r="r" b="b"/>
            <a:pathLst>
              <a:path fill="none" w="40" h="110">
                <a:moveTo>
                  <a:pt x="0" y="110"/>
                </a:moveTo>
                <a:lnTo>
                  <a:pt x="2" y="106"/>
                </a:lnTo>
                <a:lnTo>
                  <a:pt x="4" y="102"/>
                </a:lnTo>
                <a:lnTo>
                  <a:pt x="6" y="98"/>
                </a:lnTo>
                <a:lnTo>
                  <a:pt x="8" y="95"/>
                </a:lnTo>
                <a:lnTo>
                  <a:pt x="9" y="91"/>
                </a:lnTo>
                <a:lnTo>
                  <a:pt x="11" y="87"/>
                </a:lnTo>
                <a:lnTo>
                  <a:pt x="14" y="82"/>
                </a:lnTo>
                <a:lnTo>
                  <a:pt x="18" y="72"/>
                </a:lnTo>
                <a:lnTo>
                  <a:pt x="19" y="69"/>
                </a:lnTo>
                <a:lnTo>
                  <a:pt x="22" y="63"/>
                </a:lnTo>
                <a:lnTo>
                  <a:pt x="24" y="58"/>
                </a:lnTo>
                <a:lnTo>
                  <a:pt x="25" y="54"/>
                </a:lnTo>
                <a:lnTo>
                  <a:pt x="27" y="47"/>
                </a:lnTo>
                <a:lnTo>
                  <a:pt x="28" y="43"/>
                </a:lnTo>
                <a:lnTo>
                  <a:pt x="30" y="38"/>
                </a:lnTo>
                <a:lnTo>
                  <a:pt x="31" y="33"/>
                </a:lnTo>
                <a:lnTo>
                  <a:pt x="33" y="29"/>
                </a:lnTo>
                <a:lnTo>
                  <a:pt x="34" y="24"/>
                </a:lnTo>
                <a:lnTo>
                  <a:pt x="35" y="21"/>
                </a:lnTo>
                <a:lnTo>
                  <a:pt x="36" y="18"/>
                </a:lnTo>
                <a:lnTo>
                  <a:pt x="37" y="13"/>
                </a:lnTo>
                <a:lnTo>
                  <a:pt x="38" y="8"/>
                </a:lnTo>
                <a:lnTo>
                  <a:pt x="39" y="4"/>
                </a:lnTo>
                <a:lnTo>
                  <a:pt x="4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5" name=""/>
          <p:cNvSpPr/>
          <p:nvPr/>
        </p:nvSpPr>
        <p:spPr>
          <a:xfrm>
            <a:off x="2091600" y="25909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6" name=""/>
          <p:cNvSpPr/>
          <p:nvPr/>
        </p:nvSpPr>
        <p:spPr>
          <a:xfrm flipH="1">
            <a:off x="2091240" y="25912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7" name=""/>
          <p:cNvSpPr/>
          <p:nvPr/>
        </p:nvSpPr>
        <p:spPr>
          <a:xfrm>
            <a:off x="2090880" y="25905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3"/>
                </a:moveTo>
                <a:lnTo>
                  <a:pt x="0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8" name=""/>
          <p:cNvSpPr/>
          <p:nvPr/>
        </p:nvSpPr>
        <p:spPr>
          <a:xfrm>
            <a:off x="2091960" y="259092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9" name=""/>
          <p:cNvSpPr/>
          <p:nvPr/>
        </p:nvSpPr>
        <p:spPr>
          <a:xfrm>
            <a:off x="2117880" y="25905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4"/>
                </a:move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0" name=""/>
          <p:cNvSpPr/>
          <p:nvPr/>
        </p:nvSpPr>
        <p:spPr>
          <a:xfrm>
            <a:off x="2091240" y="25916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1" name=""/>
          <p:cNvSpPr/>
          <p:nvPr/>
        </p:nvSpPr>
        <p:spPr>
          <a:xfrm>
            <a:off x="2090160" y="259020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2"/>
                </a:moveTo>
                <a:lnTo>
                  <a:pt x="6" y="1"/>
                </a:lnTo>
                <a:lnTo>
                  <a:pt x="5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2"/>
                </a:lnTo>
                <a:lnTo>
                  <a:pt x="0" y="4"/>
                </a:lnTo>
                <a:lnTo>
                  <a:pt x="1" y="5"/>
                </a:lnTo>
                <a:lnTo>
                  <a:pt x="2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2" name=""/>
          <p:cNvSpPr/>
          <p:nvPr/>
        </p:nvSpPr>
        <p:spPr>
          <a:xfrm flipV="1">
            <a:off x="2118240" y="259164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3" name=""/>
          <p:cNvSpPr/>
          <p:nvPr/>
        </p:nvSpPr>
        <p:spPr>
          <a:xfrm>
            <a:off x="2117520" y="25920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4" name=""/>
          <p:cNvSpPr/>
          <p:nvPr/>
        </p:nvSpPr>
        <p:spPr>
          <a:xfrm>
            <a:off x="2116440" y="25923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5" name=""/>
          <p:cNvSpPr/>
          <p:nvPr/>
        </p:nvSpPr>
        <p:spPr>
          <a:xfrm>
            <a:off x="2116440" y="2592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6" name=""/>
          <p:cNvSpPr/>
          <p:nvPr/>
        </p:nvSpPr>
        <p:spPr>
          <a:xfrm>
            <a:off x="2178000" y="25923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0" y="4"/>
                </a:moveTo>
                <a:lnTo>
                  <a:pt x="0" y="3"/>
                </a:lnTo>
                <a:lnTo>
                  <a:pt x="2" y="2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7" name=""/>
          <p:cNvSpPr/>
          <p:nvPr/>
        </p:nvSpPr>
        <p:spPr>
          <a:xfrm>
            <a:off x="2147400" y="25927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0" y="0"/>
                </a:moveTo>
                <a:lnTo>
                  <a:pt x="0" y="2"/>
                </a:lnTo>
                <a:lnTo>
                  <a:pt x="1" y="2"/>
                </a:lnTo>
                <a:lnTo>
                  <a:pt x="3" y="3"/>
                </a:lnTo>
                <a:lnTo>
                  <a:pt x="4" y="3"/>
                </a:lnTo>
                <a:lnTo>
                  <a:pt x="4" y="2"/>
                </a:ln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8" name=""/>
          <p:cNvSpPr/>
          <p:nvPr/>
        </p:nvSpPr>
        <p:spPr>
          <a:xfrm>
            <a:off x="2147040" y="2593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9" name=""/>
          <p:cNvSpPr/>
          <p:nvPr/>
        </p:nvSpPr>
        <p:spPr>
          <a:xfrm>
            <a:off x="2146680" y="25930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0"/>
                </a:moveTo>
                <a:lnTo>
                  <a:pt x="0" y="1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4" y="5"/>
                </a:lnTo>
                <a:lnTo>
                  <a:pt x="4" y="4"/>
                </a:lnTo>
                <a:lnTo>
                  <a:pt x="2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0" name=""/>
          <p:cNvSpPr/>
          <p:nvPr/>
        </p:nvSpPr>
        <p:spPr>
          <a:xfrm>
            <a:off x="2178360" y="259308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7" y="0"/>
                </a:moveTo>
                <a:lnTo>
                  <a:pt x="6" y="2"/>
                </a:lnTo>
                <a:lnTo>
                  <a:pt x="5" y="4"/>
                </a:lnTo>
                <a:lnTo>
                  <a:pt x="3" y="6"/>
                </a:lnTo>
                <a:lnTo>
                  <a:pt x="1" y="6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1" name=""/>
          <p:cNvSpPr/>
          <p:nvPr/>
        </p:nvSpPr>
        <p:spPr>
          <a:xfrm flipH="1">
            <a:off x="2106000" y="25952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2" name=""/>
          <p:cNvSpPr/>
          <p:nvPr/>
        </p:nvSpPr>
        <p:spPr>
          <a:xfrm>
            <a:off x="2210760" y="2593080"/>
            <a:ext cx="1440" cy="2880"/>
          </a:xfrm>
          <a:custGeom>
            <a:avLst/>
            <a:gdLst/>
            <a:ahLst/>
            <a:rect l="0" t="0" r="r" b="b"/>
            <a:pathLst>
              <a:path fill="none" w="4" h="8">
                <a:moveTo>
                  <a:pt x="0" y="0"/>
                </a:moveTo>
                <a:lnTo>
                  <a:pt x="1" y="1"/>
                </a:lnTo>
                <a:lnTo>
                  <a:pt x="3" y="2"/>
                </a:lnTo>
                <a:lnTo>
                  <a:pt x="4" y="3"/>
                </a:lnTo>
                <a:lnTo>
                  <a:pt x="4" y="5"/>
                </a:lnTo>
                <a:lnTo>
                  <a:pt x="3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3" name=""/>
          <p:cNvSpPr/>
          <p:nvPr/>
        </p:nvSpPr>
        <p:spPr>
          <a:xfrm>
            <a:off x="2106000" y="25956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4" name=""/>
          <p:cNvSpPr/>
          <p:nvPr/>
        </p:nvSpPr>
        <p:spPr>
          <a:xfrm>
            <a:off x="2210040" y="2593800"/>
            <a:ext cx="1440" cy="2880"/>
          </a:xfrm>
          <a:custGeom>
            <a:avLst/>
            <a:gdLst/>
            <a:ahLst/>
            <a:rect l="0" t="0" r="r" b="b"/>
            <a:pathLst>
              <a:path fill="none" w="4" h="8">
                <a:moveTo>
                  <a:pt x="4" y="8"/>
                </a:moveTo>
                <a:lnTo>
                  <a:pt x="2" y="7"/>
                </a:lnTo>
                <a:lnTo>
                  <a:pt x="0" y="6"/>
                </a:lnTo>
                <a:lnTo>
                  <a:pt x="0" y="5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5" name=""/>
          <p:cNvSpPr/>
          <p:nvPr/>
        </p:nvSpPr>
        <p:spPr>
          <a:xfrm flipH="1">
            <a:off x="2106000" y="25963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6" name=""/>
          <p:cNvSpPr/>
          <p:nvPr/>
        </p:nvSpPr>
        <p:spPr>
          <a:xfrm>
            <a:off x="2106000" y="25963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7" name=""/>
          <p:cNvSpPr/>
          <p:nvPr/>
        </p:nvSpPr>
        <p:spPr>
          <a:xfrm>
            <a:off x="2098800" y="25966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8" name=""/>
          <p:cNvSpPr/>
          <p:nvPr/>
        </p:nvSpPr>
        <p:spPr>
          <a:xfrm flipH="1">
            <a:off x="2104560" y="25974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9" name=""/>
          <p:cNvSpPr/>
          <p:nvPr/>
        </p:nvSpPr>
        <p:spPr>
          <a:xfrm>
            <a:off x="2146320" y="2597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0" name=""/>
          <p:cNvSpPr/>
          <p:nvPr/>
        </p:nvSpPr>
        <p:spPr>
          <a:xfrm>
            <a:off x="2099160" y="2597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1" name=""/>
          <p:cNvSpPr/>
          <p:nvPr/>
        </p:nvSpPr>
        <p:spPr>
          <a:xfrm>
            <a:off x="2104560" y="25974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2" name=""/>
          <p:cNvSpPr/>
          <p:nvPr/>
        </p:nvSpPr>
        <p:spPr>
          <a:xfrm>
            <a:off x="2145960" y="25966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2"/>
                </a:moveTo>
                <a:lnTo>
                  <a:pt x="0" y="3"/>
                </a:lnTo>
                <a:lnTo>
                  <a:pt x="1" y="4"/>
                </a:lnTo>
                <a:lnTo>
                  <a:pt x="3" y="4"/>
                </a:lnTo>
                <a:lnTo>
                  <a:pt x="4" y="3"/>
                </a:lnTo>
                <a:lnTo>
                  <a:pt x="4" y="2"/>
                </a:lnTo>
                <a:lnTo>
                  <a:pt x="3" y="2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3" name=""/>
          <p:cNvSpPr/>
          <p:nvPr/>
        </p:nvSpPr>
        <p:spPr>
          <a:xfrm>
            <a:off x="2098080" y="25974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1"/>
                </a:lnTo>
                <a:lnTo>
                  <a:pt x="0" y="1"/>
                </a:lnTo>
                <a:lnTo>
                  <a:pt x="0" y="3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4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4" name=""/>
          <p:cNvSpPr/>
          <p:nvPr/>
        </p:nvSpPr>
        <p:spPr>
          <a:xfrm flipH="1">
            <a:off x="2102400" y="25984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5" name=""/>
          <p:cNvSpPr/>
          <p:nvPr/>
        </p:nvSpPr>
        <p:spPr>
          <a:xfrm>
            <a:off x="2102400" y="25988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6" name=""/>
          <p:cNvSpPr/>
          <p:nvPr/>
        </p:nvSpPr>
        <p:spPr>
          <a:xfrm>
            <a:off x="2101320" y="259884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7" name=""/>
          <p:cNvSpPr/>
          <p:nvPr/>
        </p:nvSpPr>
        <p:spPr>
          <a:xfrm>
            <a:off x="2101320" y="25988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8" name=""/>
          <p:cNvSpPr/>
          <p:nvPr/>
        </p:nvSpPr>
        <p:spPr>
          <a:xfrm>
            <a:off x="2191320" y="2595960"/>
            <a:ext cx="7920" cy="3960"/>
          </a:xfrm>
          <a:custGeom>
            <a:avLst/>
            <a:gdLst/>
            <a:ahLst/>
            <a:rect l="0" t="0" r="r" b="b"/>
            <a:pathLst>
              <a:path fill="none" w="22" h="11">
                <a:moveTo>
                  <a:pt x="0" y="1"/>
                </a:moveTo>
                <a:lnTo>
                  <a:pt x="5" y="1"/>
                </a:lnTo>
                <a:lnTo>
                  <a:pt x="7" y="1"/>
                </a:lnTo>
                <a:lnTo>
                  <a:pt x="10" y="0"/>
                </a:lnTo>
                <a:lnTo>
                  <a:pt x="15" y="0"/>
                </a:lnTo>
                <a:lnTo>
                  <a:pt x="18" y="2"/>
                </a:lnTo>
                <a:lnTo>
                  <a:pt x="20" y="5"/>
                </a:lnTo>
                <a:lnTo>
                  <a:pt x="21" y="6"/>
                </a:lnTo>
                <a:lnTo>
                  <a:pt x="22" y="9"/>
                </a:lnTo>
                <a:lnTo>
                  <a:pt x="22" y="1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9" name=""/>
          <p:cNvSpPr/>
          <p:nvPr/>
        </p:nvSpPr>
        <p:spPr>
          <a:xfrm>
            <a:off x="2157840" y="2599200"/>
            <a:ext cx="1800" cy="2520"/>
          </a:xfrm>
          <a:custGeom>
            <a:avLst/>
            <a:gdLst/>
            <a:ahLst/>
            <a:rect l="0" t="0" r="r" b="b"/>
            <a:pathLst>
              <a:path fill="none" w="5" h="7">
                <a:moveTo>
                  <a:pt x="0" y="7"/>
                </a:moveTo>
                <a:lnTo>
                  <a:pt x="0" y="4"/>
                </a:lnTo>
                <a:lnTo>
                  <a:pt x="2" y="2"/>
                </a:lnTo>
                <a:lnTo>
                  <a:pt x="5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0" name=""/>
          <p:cNvSpPr/>
          <p:nvPr/>
        </p:nvSpPr>
        <p:spPr>
          <a:xfrm>
            <a:off x="2189880" y="2597760"/>
            <a:ext cx="9000" cy="3960"/>
          </a:xfrm>
          <a:custGeom>
            <a:avLst/>
            <a:gdLst/>
            <a:ahLst/>
            <a:rect l="0" t="0" r="r" b="b"/>
            <a:pathLst>
              <a:path fill="none" w="25" h="11">
                <a:moveTo>
                  <a:pt x="25" y="10"/>
                </a:moveTo>
                <a:lnTo>
                  <a:pt x="25" y="11"/>
                </a:lnTo>
                <a:lnTo>
                  <a:pt x="21" y="11"/>
                </a:lnTo>
                <a:lnTo>
                  <a:pt x="19" y="10"/>
                </a:lnTo>
                <a:lnTo>
                  <a:pt x="15" y="9"/>
                </a:lnTo>
                <a:lnTo>
                  <a:pt x="11" y="6"/>
                </a:lnTo>
                <a:lnTo>
                  <a:pt x="8" y="5"/>
                </a:lnTo>
                <a:lnTo>
                  <a:pt x="5" y="4"/>
                </a:lnTo>
                <a:lnTo>
                  <a:pt x="2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1" name=""/>
          <p:cNvSpPr/>
          <p:nvPr/>
        </p:nvSpPr>
        <p:spPr>
          <a:xfrm>
            <a:off x="2158920" y="2599200"/>
            <a:ext cx="1440" cy="2520"/>
          </a:xfrm>
          <a:custGeom>
            <a:avLst/>
            <a:gdLst/>
            <a:ahLst/>
            <a:rect l="0" t="0" r="r" b="b"/>
            <a:pathLst>
              <a:path fill="none" w="4" h="7">
                <a:moveTo>
                  <a:pt x="4" y="0"/>
                </a:moveTo>
                <a:lnTo>
                  <a:pt x="4" y="4"/>
                </a:lnTo>
                <a:lnTo>
                  <a:pt x="3" y="5"/>
                </a:lnTo>
                <a:lnTo>
                  <a:pt x="3" y="7"/>
                </a:lnTo>
                <a:lnTo>
                  <a:pt x="0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2" name=""/>
          <p:cNvSpPr/>
          <p:nvPr/>
        </p:nvSpPr>
        <p:spPr>
          <a:xfrm>
            <a:off x="2145600" y="260388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0" y="1"/>
                </a:lnTo>
                <a:lnTo>
                  <a:pt x="2" y="3"/>
                </a:ln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3" name=""/>
          <p:cNvSpPr/>
          <p:nvPr/>
        </p:nvSpPr>
        <p:spPr>
          <a:xfrm>
            <a:off x="2143440" y="260424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3"/>
                </a:moveTo>
                <a:lnTo>
                  <a:pt x="2" y="3"/>
                </a:lnTo>
                <a:lnTo>
                  <a:pt x="3" y="2"/>
                </a:ln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4" name=""/>
          <p:cNvSpPr/>
          <p:nvPr/>
        </p:nvSpPr>
        <p:spPr>
          <a:xfrm>
            <a:off x="2142720" y="26049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1"/>
                </a:moveTo>
                <a:lnTo>
                  <a:pt x="2" y="3"/>
                </a:lnTo>
                <a:lnTo>
                  <a:pt x="0" y="3"/>
                </a:lnTo>
                <a:lnTo>
                  <a:pt x="2" y="4"/>
                </a:lnTo>
                <a:lnTo>
                  <a:pt x="2" y="5"/>
                </a:lnTo>
                <a:lnTo>
                  <a:pt x="4" y="4"/>
                </a:lnTo>
                <a:lnTo>
                  <a:pt x="4" y="3"/>
                </a:lnTo>
                <a:lnTo>
                  <a:pt x="4" y="1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5" name=""/>
          <p:cNvSpPr/>
          <p:nvPr/>
        </p:nvSpPr>
        <p:spPr>
          <a:xfrm>
            <a:off x="2143800" y="26067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6" name=""/>
          <p:cNvSpPr/>
          <p:nvPr/>
        </p:nvSpPr>
        <p:spPr>
          <a:xfrm>
            <a:off x="2144880" y="260676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0" y="3"/>
                </a:moveTo>
                <a:lnTo>
                  <a:pt x="2" y="3"/>
                </a:lnTo>
                <a:lnTo>
                  <a:pt x="3" y="3"/>
                </a:lnTo>
                <a:lnTo>
                  <a:pt x="3" y="1"/>
                </a:lnTo>
                <a:lnTo>
                  <a:pt x="3" y="0"/>
                </a:lnTo>
                <a:lnTo>
                  <a:pt x="5" y="0"/>
                </a:ln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7" name=""/>
          <p:cNvSpPr/>
          <p:nvPr/>
        </p:nvSpPr>
        <p:spPr>
          <a:xfrm>
            <a:off x="2106000" y="2608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2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8" name=""/>
          <p:cNvSpPr/>
          <p:nvPr/>
        </p:nvSpPr>
        <p:spPr>
          <a:xfrm flipH="1">
            <a:off x="2100960" y="26096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9" name=""/>
          <p:cNvSpPr/>
          <p:nvPr/>
        </p:nvSpPr>
        <p:spPr>
          <a:xfrm>
            <a:off x="2100960" y="2609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0" name=""/>
          <p:cNvSpPr/>
          <p:nvPr/>
        </p:nvSpPr>
        <p:spPr>
          <a:xfrm>
            <a:off x="2103120" y="26100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1" name=""/>
          <p:cNvSpPr/>
          <p:nvPr/>
        </p:nvSpPr>
        <p:spPr>
          <a:xfrm>
            <a:off x="2099160" y="2610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2" name=""/>
          <p:cNvSpPr/>
          <p:nvPr/>
        </p:nvSpPr>
        <p:spPr>
          <a:xfrm>
            <a:off x="2103120" y="26096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3" name=""/>
          <p:cNvSpPr/>
          <p:nvPr/>
        </p:nvSpPr>
        <p:spPr>
          <a:xfrm>
            <a:off x="2099160" y="26096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4"/>
                </a:moveTo>
                <a:lnTo>
                  <a:pt x="1" y="4"/>
                </a:lnTo>
                <a:lnTo>
                  <a:pt x="3" y="4"/>
                </a:lnTo>
                <a:lnTo>
                  <a:pt x="3" y="2"/>
                </a:lnTo>
                <a:lnTo>
                  <a:pt x="3" y="0"/>
                </a:ln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4" name=""/>
          <p:cNvSpPr/>
          <p:nvPr/>
        </p:nvSpPr>
        <p:spPr>
          <a:xfrm flipV="1">
            <a:off x="2111040" y="26107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5" name=""/>
          <p:cNvSpPr/>
          <p:nvPr/>
        </p:nvSpPr>
        <p:spPr>
          <a:xfrm>
            <a:off x="2110320" y="2610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1"/>
                </a:moveTo>
                <a:lnTo>
                  <a:pt x="4" y="0"/>
                </a:lnTo>
                <a:lnTo>
                  <a:pt x="3" y="1"/>
                </a:lnTo>
                <a:lnTo>
                  <a:pt x="1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6" name=""/>
          <p:cNvSpPr/>
          <p:nvPr/>
        </p:nvSpPr>
        <p:spPr>
          <a:xfrm>
            <a:off x="2110680" y="2611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7" name=""/>
          <p:cNvSpPr/>
          <p:nvPr/>
        </p:nvSpPr>
        <p:spPr>
          <a:xfrm>
            <a:off x="2167560" y="2609280"/>
            <a:ext cx="3600" cy="2520"/>
          </a:xfrm>
          <a:custGeom>
            <a:avLst/>
            <a:gdLst/>
            <a:ahLst/>
            <a:rect l="0" t="0" r="r" b="b"/>
            <a:pathLst>
              <a:path fill="none" w="10" h="7">
                <a:moveTo>
                  <a:pt x="0" y="7"/>
                </a:moveTo>
                <a:lnTo>
                  <a:pt x="1" y="6"/>
                </a:lnTo>
                <a:lnTo>
                  <a:pt x="2" y="4"/>
                </a:lnTo>
                <a:lnTo>
                  <a:pt x="4" y="2"/>
                </a:lnTo>
                <a:lnTo>
                  <a:pt x="7" y="1"/>
                </a:lnTo>
                <a:lnTo>
                  <a:pt x="9" y="0"/>
                </a:lnTo>
                <a:lnTo>
                  <a:pt x="10" y="2"/>
                </a:lnTo>
                <a:lnTo>
                  <a:pt x="1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8" name=""/>
          <p:cNvSpPr/>
          <p:nvPr/>
        </p:nvSpPr>
        <p:spPr>
          <a:xfrm flipH="1">
            <a:off x="2110680" y="26118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9" name=""/>
          <p:cNvSpPr/>
          <p:nvPr/>
        </p:nvSpPr>
        <p:spPr>
          <a:xfrm>
            <a:off x="2110320" y="26114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0" name=""/>
          <p:cNvSpPr/>
          <p:nvPr/>
        </p:nvSpPr>
        <p:spPr>
          <a:xfrm>
            <a:off x="2110320" y="26121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1" name=""/>
          <p:cNvSpPr/>
          <p:nvPr/>
        </p:nvSpPr>
        <p:spPr>
          <a:xfrm>
            <a:off x="2167920" y="2611800"/>
            <a:ext cx="3960" cy="2160"/>
          </a:xfrm>
          <a:custGeom>
            <a:avLst/>
            <a:gdLst/>
            <a:ahLst/>
            <a:rect l="0" t="0" r="r" b="b"/>
            <a:pathLst>
              <a:path fill="none" w="11" h="6">
                <a:moveTo>
                  <a:pt x="11" y="0"/>
                </a:moveTo>
                <a:lnTo>
                  <a:pt x="10" y="1"/>
                </a:lnTo>
                <a:lnTo>
                  <a:pt x="10" y="4"/>
                </a:lnTo>
                <a:lnTo>
                  <a:pt x="8" y="6"/>
                </a:lnTo>
                <a:lnTo>
                  <a:pt x="5" y="6"/>
                </a:lnTo>
                <a:lnTo>
                  <a:pt x="2" y="6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2" name=""/>
          <p:cNvSpPr/>
          <p:nvPr/>
        </p:nvSpPr>
        <p:spPr>
          <a:xfrm>
            <a:off x="2075040" y="26146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3" name=""/>
          <p:cNvSpPr/>
          <p:nvPr/>
        </p:nvSpPr>
        <p:spPr>
          <a:xfrm>
            <a:off x="2132280" y="26146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4" name=""/>
          <p:cNvSpPr/>
          <p:nvPr/>
        </p:nvSpPr>
        <p:spPr>
          <a:xfrm flipV="1">
            <a:off x="2095200" y="26161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5" name=""/>
          <p:cNvSpPr/>
          <p:nvPr/>
        </p:nvSpPr>
        <p:spPr>
          <a:xfrm>
            <a:off x="2094840" y="26161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6" name=""/>
          <p:cNvSpPr/>
          <p:nvPr/>
        </p:nvSpPr>
        <p:spPr>
          <a:xfrm flipH="1">
            <a:off x="2129760" y="26168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7" name=""/>
          <p:cNvSpPr/>
          <p:nvPr/>
        </p:nvSpPr>
        <p:spPr>
          <a:xfrm>
            <a:off x="2099160" y="26168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8" name=""/>
          <p:cNvSpPr/>
          <p:nvPr/>
        </p:nvSpPr>
        <p:spPr>
          <a:xfrm>
            <a:off x="2099520" y="26172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9" name=""/>
          <p:cNvSpPr/>
          <p:nvPr/>
        </p:nvSpPr>
        <p:spPr>
          <a:xfrm>
            <a:off x="2130120" y="2617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0" name=""/>
          <p:cNvSpPr/>
          <p:nvPr/>
        </p:nvSpPr>
        <p:spPr>
          <a:xfrm>
            <a:off x="2099160" y="261720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1" name=""/>
          <p:cNvSpPr/>
          <p:nvPr/>
        </p:nvSpPr>
        <p:spPr>
          <a:xfrm>
            <a:off x="2130480" y="26175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2" name=""/>
          <p:cNvSpPr/>
          <p:nvPr/>
        </p:nvSpPr>
        <p:spPr>
          <a:xfrm>
            <a:off x="2130480" y="26168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4"/>
                </a:moveTo>
                <a:lnTo>
                  <a:pt x="2" y="3"/>
                </a:ln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3" name=""/>
          <p:cNvSpPr/>
          <p:nvPr/>
        </p:nvSpPr>
        <p:spPr>
          <a:xfrm>
            <a:off x="2130120" y="261720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4" name=""/>
          <p:cNvSpPr/>
          <p:nvPr/>
        </p:nvSpPr>
        <p:spPr>
          <a:xfrm>
            <a:off x="2095920" y="2617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5" name=""/>
          <p:cNvSpPr/>
          <p:nvPr/>
        </p:nvSpPr>
        <p:spPr>
          <a:xfrm>
            <a:off x="2129760" y="261720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0" y="0"/>
                </a:moveTo>
                <a:lnTo>
                  <a:pt x="0" y="2"/>
                </a:lnTo>
                <a:lnTo>
                  <a:pt x="0" y="3"/>
                </a:lnTo>
                <a:lnTo>
                  <a:pt x="2" y="5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6" name=""/>
          <p:cNvSpPr/>
          <p:nvPr/>
        </p:nvSpPr>
        <p:spPr>
          <a:xfrm>
            <a:off x="2156400" y="261900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3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7" name=""/>
          <p:cNvSpPr/>
          <p:nvPr/>
        </p:nvSpPr>
        <p:spPr>
          <a:xfrm>
            <a:off x="2196720" y="2618640"/>
            <a:ext cx="1080" cy="3240"/>
          </a:xfrm>
          <a:custGeom>
            <a:avLst/>
            <a:gdLst/>
            <a:ahLst/>
            <a:rect l="0" t="0" r="r" b="b"/>
            <a:pathLst>
              <a:path fill="none" w="3" h="9">
                <a:moveTo>
                  <a:pt x="0" y="0"/>
                </a:moveTo>
                <a:lnTo>
                  <a:pt x="2" y="2"/>
                </a:lnTo>
                <a:lnTo>
                  <a:pt x="3" y="3"/>
                </a:lnTo>
                <a:lnTo>
                  <a:pt x="3" y="5"/>
                </a:lnTo>
                <a:lnTo>
                  <a:pt x="3" y="7"/>
                </a:lnTo>
                <a:lnTo>
                  <a:pt x="3" y="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8" name=""/>
          <p:cNvSpPr/>
          <p:nvPr/>
        </p:nvSpPr>
        <p:spPr>
          <a:xfrm>
            <a:off x="2195640" y="2619000"/>
            <a:ext cx="1080" cy="2520"/>
          </a:xfrm>
          <a:custGeom>
            <a:avLst/>
            <a:gdLst/>
            <a:ahLst/>
            <a:rect l="0" t="0" r="r" b="b"/>
            <a:pathLst>
              <a:path fill="none" w="3" h="7">
                <a:moveTo>
                  <a:pt x="3" y="7"/>
                </a:moveTo>
                <a:lnTo>
                  <a:pt x="1" y="7"/>
                </a:lnTo>
                <a:lnTo>
                  <a:pt x="0" y="5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9" name=""/>
          <p:cNvSpPr/>
          <p:nvPr/>
        </p:nvSpPr>
        <p:spPr>
          <a:xfrm>
            <a:off x="2088720" y="26229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0" name=""/>
          <p:cNvSpPr/>
          <p:nvPr/>
        </p:nvSpPr>
        <p:spPr>
          <a:xfrm>
            <a:off x="2088720" y="26233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1" name=""/>
          <p:cNvSpPr/>
          <p:nvPr/>
        </p:nvSpPr>
        <p:spPr>
          <a:xfrm>
            <a:off x="2082600" y="2620080"/>
            <a:ext cx="2160" cy="5400"/>
          </a:xfrm>
          <a:custGeom>
            <a:avLst/>
            <a:gdLst/>
            <a:ahLst/>
            <a:rect l="0" t="0" r="r" b="b"/>
            <a:pathLst>
              <a:path fill="none" w="6" h="15">
                <a:moveTo>
                  <a:pt x="0" y="13"/>
                </a:moveTo>
                <a:lnTo>
                  <a:pt x="2" y="12"/>
                </a:lnTo>
                <a:lnTo>
                  <a:pt x="2" y="11"/>
                </a:lnTo>
                <a:lnTo>
                  <a:pt x="2" y="8"/>
                </a:lnTo>
                <a:lnTo>
                  <a:pt x="3" y="6"/>
                </a:lnTo>
                <a:lnTo>
                  <a:pt x="3" y="4"/>
                </a:lnTo>
                <a:lnTo>
                  <a:pt x="3" y="3"/>
                </a:lnTo>
                <a:lnTo>
                  <a:pt x="3" y="2"/>
                </a:lnTo>
                <a:lnTo>
                  <a:pt x="2" y="2"/>
                </a:lnTo>
                <a:lnTo>
                  <a:pt x="3" y="1"/>
                </a:lnTo>
                <a:lnTo>
                  <a:pt x="3" y="0"/>
                </a:lnTo>
                <a:lnTo>
                  <a:pt x="4" y="1"/>
                </a:lnTo>
                <a:lnTo>
                  <a:pt x="6" y="1"/>
                </a:lnTo>
                <a:lnTo>
                  <a:pt x="6" y="3"/>
                </a:lnTo>
                <a:lnTo>
                  <a:pt x="6" y="4"/>
                </a:lnTo>
                <a:lnTo>
                  <a:pt x="6" y="6"/>
                </a:lnTo>
                <a:lnTo>
                  <a:pt x="6" y="7"/>
                </a:lnTo>
                <a:lnTo>
                  <a:pt x="6" y="10"/>
                </a:lnTo>
                <a:lnTo>
                  <a:pt x="4" y="11"/>
                </a:lnTo>
                <a:lnTo>
                  <a:pt x="4" y="13"/>
                </a:lnTo>
                <a:lnTo>
                  <a:pt x="4" y="14"/>
                </a:lnTo>
                <a:lnTo>
                  <a:pt x="3" y="14"/>
                </a:lnTo>
                <a:lnTo>
                  <a:pt x="2" y="15"/>
                </a:lnTo>
                <a:lnTo>
                  <a:pt x="2" y="14"/>
                </a:lnTo>
                <a:lnTo>
                  <a:pt x="0" y="14"/>
                </a:lnTo>
                <a:lnTo>
                  <a:pt x="0" y="1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360" rIns="504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2" name=""/>
          <p:cNvSpPr/>
          <p:nvPr/>
        </p:nvSpPr>
        <p:spPr>
          <a:xfrm>
            <a:off x="2107800" y="26251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3" name=""/>
          <p:cNvSpPr/>
          <p:nvPr/>
        </p:nvSpPr>
        <p:spPr>
          <a:xfrm>
            <a:off x="2107080" y="26247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4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0" y="4"/>
                </a:lnTo>
                <a:lnTo>
                  <a:pt x="1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4" name=""/>
          <p:cNvSpPr/>
          <p:nvPr/>
        </p:nvSpPr>
        <p:spPr>
          <a:xfrm>
            <a:off x="2107440" y="26254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5" name=""/>
          <p:cNvSpPr/>
          <p:nvPr/>
        </p:nvSpPr>
        <p:spPr>
          <a:xfrm>
            <a:off x="2108520" y="26244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5"/>
                </a:moveTo>
                <a:lnTo>
                  <a:pt x="4" y="4"/>
                </a:lnTo>
                <a:lnTo>
                  <a:pt x="4" y="3"/>
                </a:lnTo>
                <a:lnTo>
                  <a:pt x="4" y="1"/>
                </a:ln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6" name=""/>
          <p:cNvSpPr/>
          <p:nvPr/>
        </p:nvSpPr>
        <p:spPr>
          <a:xfrm>
            <a:off x="2106360" y="26254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7" name=""/>
          <p:cNvSpPr/>
          <p:nvPr/>
        </p:nvSpPr>
        <p:spPr>
          <a:xfrm>
            <a:off x="2105640" y="26258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0"/>
                </a:moveTo>
                <a:lnTo>
                  <a:pt x="0" y="0"/>
                </a:lnTo>
                <a:lnTo>
                  <a:pt x="0" y="2"/>
                </a:lnTo>
                <a:lnTo>
                  <a:pt x="0" y="4"/>
                </a:lnTo>
                <a:lnTo>
                  <a:pt x="1" y="4"/>
                </a:lnTo>
                <a:lnTo>
                  <a:pt x="3" y="4"/>
                </a:lnTo>
                <a:lnTo>
                  <a:pt x="3" y="2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8" name=""/>
          <p:cNvSpPr/>
          <p:nvPr/>
        </p:nvSpPr>
        <p:spPr>
          <a:xfrm>
            <a:off x="2108160" y="26254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0"/>
                </a:moveTo>
                <a:lnTo>
                  <a:pt x="2" y="1"/>
                </a:lnTo>
                <a:lnTo>
                  <a:pt x="0" y="1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2" y="4"/>
                </a:lnTo>
                <a:lnTo>
                  <a:pt x="4" y="3"/>
                </a:lnTo>
                <a:lnTo>
                  <a:pt x="4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9" name=""/>
          <p:cNvSpPr/>
          <p:nvPr/>
        </p:nvSpPr>
        <p:spPr>
          <a:xfrm>
            <a:off x="2136600" y="262764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0" name=""/>
          <p:cNvSpPr/>
          <p:nvPr/>
        </p:nvSpPr>
        <p:spPr>
          <a:xfrm>
            <a:off x="2137320" y="2627640"/>
            <a:ext cx="1080" cy="0"/>
          </a:xfrm>
          <a:custGeom>
            <a:avLst/>
            <a:gdLst/>
            <a:ahLst/>
            <a:rect l="0" t="0" r="r" b="b"/>
            <a:pathLst>
              <a:path fill="none" w="3" h="0">
                <a:moveTo>
                  <a:pt x="3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1" name=""/>
          <p:cNvSpPr/>
          <p:nvPr/>
        </p:nvSpPr>
        <p:spPr>
          <a:xfrm>
            <a:off x="2104200" y="26269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1"/>
                </a:moveTo>
                <a:lnTo>
                  <a:pt x="0" y="3"/>
                </a:lnTo>
                <a:lnTo>
                  <a:pt x="0" y="4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2" name=""/>
          <p:cNvSpPr/>
          <p:nvPr/>
        </p:nvSpPr>
        <p:spPr>
          <a:xfrm>
            <a:off x="2136600" y="262800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3" name=""/>
          <p:cNvSpPr/>
          <p:nvPr/>
        </p:nvSpPr>
        <p:spPr>
          <a:xfrm>
            <a:off x="2137680" y="26280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4" name=""/>
          <p:cNvSpPr/>
          <p:nvPr/>
        </p:nvSpPr>
        <p:spPr>
          <a:xfrm>
            <a:off x="2138400" y="26280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5" name=""/>
          <p:cNvSpPr/>
          <p:nvPr/>
        </p:nvSpPr>
        <p:spPr>
          <a:xfrm>
            <a:off x="2103120" y="26272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1"/>
                </a:moveTo>
                <a:lnTo>
                  <a:pt x="0" y="1"/>
                </a:lnTo>
                <a:lnTo>
                  <a:pt x="0" y="2"/>
                </a:lnTo>
                <a:lnTo>
                  <a:pt x="0" y="4"/>
                </a:lnTo>
                <a:lnTo>
                  <a:pt x="2" y="5"/>
                </a:lnTo>
                <a:lnTo>
                  <a:pt x="2" y="4"/>
                </a:lnTo>
                <a:lnTo>
                  <a:pt x="4" y="4"/>
                </a:lnTo>
                <a:lnTo>
                  <a:pt x="4" y="2"/>
                </a:lnTo>
                <a:lnTo>
                  <a:pt x="4" y="1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6" name=""/>
          <p:cNvSpPr/>
          <p:nvPr/>
        </p:nvSpPr>
        <p:spPr>
          <a:xfrm>
            <a:off x="2136240" y="262764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1" y="0"/>
                </a:move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7" name=""/>
          <p:cNvSpPr/>
          <p:nvPr/>
        </p:nvSpPr>
        <p:spPr>
          <a:xfrm>
            <a:off x="2105640" y="2628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8" name=""/>
          <p:cNvSpPr/>
          <p:nvPr/>
        </p:nvSpPr>
        <p:spPr>
          <a:xfrm flipV="1">
            <a:off x="2136600" y="26283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9" name=""/>
          <p:cNvSpPr/>
          <p:nvPr/>
        </p:nvSpPr>
        <p:spPr>
          <a:xfrm>
            <a:off x="2098440" y="26280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0" name=""/>
          <p:cNvSpPr/>
          <p:nvPr/>
        </p:nvSpPr>
        <p:spPr>
          <a:xfrm>
            <a:off x="2102040" y="262800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0" y="2"/>
                </a:moveTo>
                <a:lnTo>
                  <a:pt x="0" y="3"/>
                </a:lnTo>
                <a:lnTo>
                  <a:pt x="1" y="3"/>
                </a:lnTo>
                <a:lnTo>
                  <a:pt x="3" y="5"/>
                </a:lnTo>
                <a:lnTo>
                  <a:pt x="3" y="3"/>
                </a:lnTo>
                <a:lnTo>
                  <a:pt x="3" y="2"/>
                </a:lnTo>
                <a:lnTo>
                  <a:pt x="1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1" name=""/>
          <p:cNvSpPr/>
          <p:nvPr/>
        </p:nvSpPr>
        <p:spPr>
          <a:xfrm>
            <a:off x="2106360" y="26283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2"/>
                </a:moveTo>
                <a:lnTo>
                  <a:pt x="2" y="2"/>
                </a:lnTo>
                <a:lnTo>
                  <a:pt x="2" y="4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2" name=""/>
          <p:cNvSpPr/>
          <p:nvPr/>
        </p:nvSpPr>
        <p:spPr>
          <a:xfrm>
            <a:off x="2105280" y="262800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0" y="0"/>
                </a:move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2" y="5"/>
                </a:lnTo>
                <a:lnTo>
                  <a:pt x="3" y="5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3" name=""/>
          <p:cNvSpPr/>
          <p:nvPr/>
        </p:nvSpPr>
        <p:spPr>
          <a:xfrm>
            <a:off x="2098440" y="26287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4" name=""/>
          <p:cNvSpPr/>
          <p:nvPr/>
        </p:nvSpPr>
        <p:spPr>
          <a:xfrm>
            <a:off x="2138400" y="2628000"/>
            <a:ext cx="0" cy="1080"/>
          </a:xfrm>
          <a:custGeom>
            <a:avLst/>
            <a:gdLst/>
            <a:ahLst/>
            <a:rect l="0" t="0" r="r" b="b"/>
            <a:pathLst>
              <a:path fill="none" w="0" h="3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5" name=""/>
          <p:cNvSpPr/>
          <p:nvPr/>
        </p:nvSpPr>
        <p:spPr>
          <a:xfrm>
            <a:off x="2099880" y="26283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0"/>
                </a:move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6" name=""/>
          <p:cNvSpPr/>
          <p:nvPr/>
        </p:nvSpPr>
        <p:spPr>
          <a:xfrm>
            <a:off x="2138760" y="2628360"/>
            <a:ext cx="0" cy="1080"/>
          </a:xfrm>
          <a:custGeom>
            <a:avLst/>
            <a:gdLst/>
            <a:ahLst/>
            <a:rect l="0" t="0" r="r" b="b"/>
            <a:pathLst>
              <a:path fill="none" w="0" h="3">
                <a:moveTo>
                  <a:pt x="0" y="3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7" name=""/>
          <p:cNvSpPr/>
          <p:nvPr/>
        </p:nvSpPr>
        <p:spPr>
          <a:xfrm>
            <a:off x="2137680" y="26290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8" name=""/>
          <p:cNvSpPr/>
          <p:nvPr/>
        </p:nvSpPr>
        <p:spPr>
          <a:xfrm flipH="1">
            <a:off x="2136960" y="26294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9" name=""/>
          <p:cNvSpPr/>
          <p:nvPr/>
        </p:nvSpPr>
        <p:spPr>
          <a:xfrm>
            <a:off x="2104560" y="2628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2"/>
                </a:moveTo>
                <a:lnTo>
                  <a:pt x="2" y="4"/>
                </a:lnTo>
                <a:lnTo>
                  <a:pt x="4" y="4"/>
                </a:lnTo>
                <a:lnTo>
                  <a:pt x="4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0" name=""/>
          <p:cNvSpPr/>
          <p:nvPr/>
        </p:nvSpPr>
        <p:spPr>
          <a:xfrm>
            <a:off x="2097720" y="26283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1"/>
                </a:move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0" y="4"/>
                </a:lnTo>
                <a:lnTo>
                  <a:pt x="2" y="4"/>
                </a:lnTo>
                <a:lnTo>
                  <a:pt x="4" y="4"/>
                </a:lnTo>
                <a:lnTo>
                  <a:pt x="4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1" name=""/>
          <p:cNvSpPr/>
          <p:nvPr/>
        </p:nvSpPr>
        <p:spPr>
          <a:xfrm>
            <a:off x="2136600" y="26287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2" name=""/>
          <p:cNvSpPr/>
          <p:nvPr/>
        </p:nvSpPr>
        <p:spPr>
          <a:xfrm>
            <a:off x="2136240" y="26290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3" name=""/>
          <p:cNvSpPr/>
          <p:nvPr/>
        </p:nvSpPr>
        <p:spPr>
          <a:xfrm>
            <a:off x="2097000" y="26290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4" name=""/>
          <p:cNvSpPr/>
          <p:nvPr/>
        </p:nvSpPr>
        <p:spPr>
          <a:xfrm>
            <a:off x="2137680" y="26294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5" name=""/>
          <p:cNvSpPr/>
          <p:nvPr/>
        </p:nvSpPr>
        <p:spPr>
          <a:xfrm>
            <a:off x="2136600" y="26294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0"/>
                </a:moveTo>
                <a:lnTo>
                  <a:pt x="1" y="1"/>
                </a:lnTo>
                <a:lnTo>
                  <a:pt x="2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6" name=""/>
          <p:cNvSpPr/>
          <p:nvPr/>
        </p:nvSpPr>
        <p:spPr>
          <a:xfrm>
            <a:off x="2096280" y="26294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7" name=""/>
          <p:cNvSpPr/>
          <p:nvPr/>
        </p:nvSpPr>
        <p:spPr>
          <a:xfrm>
            <a:off x="2103480" y="262944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1" y="2"/>
                </a:move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5"/>
                </a:lnTo>
                <a:lnTo>
                  <a:pt x="3" y="5"/>
                </a:lnTo>
                <a:lnTo>
                  <a:pt x="3" y="3"/>
                </a:lnTo>
                <a:lnTo>
                  <a:pt x="3" y="2"/>
                </a:lnTo>
                <a:lnTo>
                  <a:pt x="1" y="2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8" name=""/>
          <p:cNvSpPr/>
          <p:nvPr/>
        </p:nvSpPr>
        <p:spPr>
          <a:xfrm>
            <a:off x="2095920" y="26301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0" y="2"/>
                </a:lnTo>
                <a:lnTo>
                  <a:pt x="2" y="3"/>
                </a:lnTo>
                <a:lnTo>
                  <a:pt x="4" y="3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9" name=""/>
          <p:cNvSpPr/>
          <p:nvPr/>
        </p:nvSpPr>
        <p:spPr>
          <a:xfrm>
            <a:off x="2103120" y="26305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0" name=""/>
          <p:cNvSpPr/>
          <p:nvPr/>
        </p:nvSpPr>
        <p:spPr>
          <a:xfrm>
            <a:off x="2102040" y="26308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lnTo>
                  <a:pt x="4" y="3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1" name=""/>
          <p:cNvSpPr/>
          <p:nvPr/>
        </p:nvSpPr>
        <p:spPr>
          <a:xfrm>
            <a:off x="2167560" y="26308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2" name=""/>
          <p:cNvSpPr/>
          <p:nvPr/>
        </p:nvSpPr>
        <p:spPr>
          <a:xfrm>
            <a:off x="2166120" y="2631240"/>
            <a:ext cx="720" cy="2160"/>
          </a:xfrm>
          <a:custGeom>
            <a:avLst/>
            <a:gdLst/>
            <a:ahLst/>
            <a:rect l="0" t="0" r="r" b="b"/>
            <a:pathLst>
              <a:path fill="none" w="2" h="6">
                <a:moveTo>
                  <a:pt x="2" y="2"/>
                </a:moveTo>
                <a:lnTo>
                  <a:pt x="2" y="3"/>
                </a:lnTo>
                <a:lnTo>
                  <a:pt x="2" y="4"/>
                </a:lnTo>
                <a:lnTo>
                  <a:pt x="2" y="6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3" name=""/>
          <p:cNvSpPr/>
          <p:nvPr/>
        </p:nvSpPr>
        <p:spPr>
          <a:xfrm>
            <a:off x="2100240" y="26319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2" y="2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4" name=""/>
          <p:cNvSpPr/>
          <p:nvPr/>
        </p:nvSpPr>
        <p:spPr>
          <a:xfrm>
            <a:off x="2169720" y="26330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5" name=""/>
          <p:cNvSpPr/>
          <p:nvPr/>
        </p:nvSpPr>
        <p:spPr>
          <a:xfrm>
            <a:off x="2169720" y="2633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6" name=""/>
          <p:cNvSpPr/>
          <p:nvPr/>
        </p:nvSpPr>
        <p:spPr>
          <a:xfrm>
            <a:off x="2098800" y="26330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7" name=""/>
          <p:cNvSpPr/>
          <p:nvPr/>
        </p:nvSpPr>
        <p:spPr>
          <a:xfrm>
            <a:off x="2170440" y="26330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8" name=""/>
          <p:cNvSpPr/>
          <p:nvPr/>
        </p:nvSpPr>
        <p:spPr>
          <a:xfrm>
            <a:off x="2095560" y="26334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0" y="0"/>
                </a:move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  <a:lnTo>
                  <a:pt x="4" y="3"/>
                </a:lnTo>
                <a:lnTo>
                  <a:pt x="4" y="1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9" name=""/>
          <p:cNvSpPr/>
          <p:nvPr/>
        </p:nvSpPr>
        <p:spPr>
          <a:xfrm>
            <a:off x="2172240" y="26337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0" name=""/>
          <p:cNvSpPr/>
          <p:nvPr/>
        </p:nvSpPr>
        <p:spPr>
          <a:xfrm>
            <a:off x="2147760" y="2631600"/>
            <a:ext cx="2160" cy="3240"/>
          </a:xfrm>
          <a:custGeom>
            <a:avLst/>
            <a:gdLst/>
            <a:ahLst/>
            <a:rect l="0" t="0" r="r" b="b"/>
            <a:pathLst>
              <a:path fill="none" w="6" h="9">
                <a:moveTo>
                  <a:pt x="0" y="9"/>
                </a:moveTo>
                <a:lnTo>
                  <a:pt x="0" y="7"/>
                </a:lnTo>
                <a:lnTo>
                  <a:pt x="0" y="5"/>
                </a:lnTo>
                <a:lnTo>
                  <a:pt x="1" y="3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3"/>
                </a:lnTo>
                <a:lnTo>
                  <a:pt x="5" y="5"/>
                </a:lnTo>
                <a:lnTo>
                  <a:pt x="5" y="6"/>
                </a:lnTo>
                <a:lnTo>
                  <a:pt x="5" y="7"/>
                </a:lnTo>
                <a:lnTo>
                  <a:pt x="5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1" name=""/>
          <p:cNvSpPr/>
          <p:nvPr/>
        </p:nvSpPr>
        <p:spPr>
          <a:xfrm>
            <a:off x="2171880" y="263412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2" name=""/>
          <p:cNvSpPr/>
          <p:nvPr/>
        </p:nvSpPr>
        <p:spPr>
          <a:xfrm>
            <a:off x="2148120" y="2632320"/>
            <a:ext cx="1080" cy="3240"/>
          </a:xfrm>
          <a:custGeom>
            <a:avLst/>
            <a:gdLst/>
            <a:ahLst/>
            <a:rect l="0" t="0" r="r" b="b"/>
            <a:pathLst>
              <a:path fill="none" w="3" h="9">
                <a:moveTo>
                  <a:pt x="0" y="6"/>
                </a:moveTo>
                <a:lnTo>
                  <a:pt x="0" y="3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3" y="2"/>
                </a:lnTo>
                <a:lnTo>
                  <a:pt x="3" y="3"/>
                </a:lnTo>
                <a:lnTo>
                  <a:pt x="3" y="5"/>
                </a:lnTo>
                <a:lnTo>
                  <a:pt x="1" y="6"/>
                </a:lnTo>
                <a:lnTo>
                  <a:pt x="1" y="7"/>
                </a:lnTo>
                <a:lnTo>
                  <a:pt x="1" y="9"/>
                </a:lnTo>
                <a:lnTo>
                  <a:pt x="1" y="8"/>
                </a:lnTo>
                <a:lnTo>
                  <a:pt x="0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3" name=""/>
          <p:cNvSpPr/>
          <p:nvPr/>
        </p:nvSpPr>
        <p:spPr>
          <a:xfrm>
            <a:off x="2096280" y="26348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3" y="5"/>
                </a:lnTo>
                <a:lnTo>
                  <a:pt x="4" y="4"/>
                </a:lnTo>
                <a:lnTo>
                  <a:pt x="4" y="2"/>
                </a:lnTo>
                <a:lnTo>
                  <a:pt x="3" y="1"/>
                </a:ln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4" name=""/>
          <p:cNvSpPr/>
          <p:nvPr/>
        </p:nvSpPr>
        <p:spPr>
          <a:xfrm>
            <a:off x="2147760" y="2634120"/>
            <a:ext cx="1440" cy="2880"/>
          </a:xfrm>
          <a:custGeom>
            <a:avLst/>
            <a:gdLst/>
            <a:ahLst/>
            <a:rect l="0" t="0" r="r" b="b"/>
            <a:pathLst>
              <a:path fill="none" w="4" h="8">
                <a:moveTo>
                  <a:pt x="4" y="0"/>
                </a:moveTo>
                <a:lnTo>
                  <a:pt x="4" y="2"/>
                </a:lnTo>
                <a:lnTo>
                  <a:pt x="4" y="3"/>
                </a:lnTo>
                <a:lnTo>
                  <a:pt x="2" y="7"/>
                </a:lnTo>
                <a:lnTo>
                  <a:pt x="1" y="8"/>
                </a:lnTo>
                <a:lnTo>
                  <a:pt x="1" y="7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5" name=""/>
          <p:cNvSpPr/>
          <p:nvPr/>
        </p:nvSpPr>
        <p:spPr>
          <a:xfrm>
            <a:off x="2055960" y="263592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1" y="0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6" name=""/>
          <p:cNvSpPr/>
          <p:nvPr/>
        </p:nvSpPr>
        <p:spPr>
          <a:xfrm>
            <a:off x="2054520" y="26362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0" y="4"/>
                </a:lnTo>
                <a:lnTo>
                  <a:pt x="0" y="2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lnTo>
                  <a:pt x="3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7" name=""/>
          <p:cNvSpPr/>
          <p:nvPr/>
        </p:nvSpPr>
        <p:spPr>
          <a:xfrm>
            <a:off x="2055240" y="2636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8" name=""/>
          <p:cNvSpPr/>
          <p:nvPr/>
        </p:nvSpPr>
        <p:spPr>
          <a:xfrm>
            <a:off x="2055960" y="263664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9" name=""/>
          <p:cNvSpPr/>
          <p:nvPr/>
        </p:nvSpPr>
        <p:spPr>
          <a:xfrm>
            <a:off x="2053080" y="2637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0" name=""/>
          <p:cNvSpPr/>
          <p:nvPr/>
        </p:nvSpPr>
        <p:spPr>
          <a:xfrm>
            <a:off x="2053800" y="26370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1" name=""/>
          <p:cNvSpPr/>
          <p:nvPr/>
        </p:nvSpPr>
        <p:spPr>
          <a:xfrm>
            <a:off x="2053080" y="26377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2" name=""/>
          <p:cNvSpPr/>
          <p:nvPr/>
        </p:nvSpPr>
        <p:spPr>
          <a:xfrm>
            <a:off x="2053080" y="26380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3" name=""/>
          <p:cNvSpPr/>
          <p:nvPr/>
        </p:nvSpPr>
        <p:spPr>
          <a:xfrm>
            <a:off x="2157840" y="26388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4" name=""/>
          <p:cNvSpPr/>
          <p:nvPr/>
        </p:nvSpPr>
        <p:spPr>
          <a:xfrm>
            <a:off x="2051280" y="2639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5" name=""/>
          <p:cNvSpPr/>
          <p:nvPr/>
        </p:nvSpPr>
        <p:spPr>
          <a:xfrm>
            <a:off x="2051280" y="2639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6" name=""/>
          <p:cNvSpPr/>
          <p:nvPr/>
        </p:nvSpPr>
        <p:spPr>
          <a:xfrm>
            <a:off x="2051640" y="26391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0"/>
                </a:move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7" name=""/>
          <p:cNvSpPr/>
          <p:nvPr/>
        </p:nvSpPr>
        <p:spPr>
          <a:xfrm>
            <a:off x="2051280" y="26406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8" name=""/>
          <p:cNvSpPr/>
          <p:nvPr/>
        </p:nvSpPr>
        <p:spPr>
          <a:xfrm>
            <a:off x="2050560" y="26402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1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3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9" name=""/>
          <p:cNvSpPr/>
          <p:nvPr/>
        </p:nvSpPr>
        <p:spPr>
          <a:xfrm>
            <a:off x="2181960" y="26442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0"/>
                </a:move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1" y="4"/>
                </a:lnTo>
                <a:lnTo>
                  <a:pt x="0" y="3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0" name=""/>
          <p:cNvSpPr/>
          <p:nvPr/>
        </p:nvSpPr>
        <p:spPr>
          <a:xfrm>
            <a:off x="2134080" y="2646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1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1" name=""/>
          <p:cNvSpPr/>
          <p:nvPr/>
        </p:nvSpPr>
        <p:spPr>
          <a:xfrm>
            <a:off x="2133720" y="2645640"/>
            <a:ext cx="1800" cy="2880"/>
          </a:xfrm>
          <a:custGeom>
            <a:avLst/>
            <a:gdLst/>
            <a:ahLst/>
            <a:rect l="0" t="0" r="r" b="b"/>
            <a:pathLst>
              <a:path fill="none" w="5" h="8">
                <a:moveTo>
                  <a:pt x="1" y="1"/>
                </a:move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2" y="7"/>
                </a:lnTo>
                <a:lnTo>
                  <a:pt x="2" y="8"/>
                </a:lnTo>
                <a:lnTo>
                  <a:pt x="4" y="8"/>
                </a:lnTo>
                <a:lnTo>
                  <a:pt x="5" y="7"/>
                </a:lnTo>
                <a:lnTo>
                  <a:pt x="5" y="6"/>
                </a:lnTo>
                <a:lnTo>
                  <a:pt x="4" y="5"/>
                </a:lnTo>
                <a:lnTo>
                  <a:pt x="4" y="3"/>
                </a:lnTo>
                <a:lnTo>
                  <a:pt x="2" y="2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2" name=""/>
          <p:cNvSpPr/>
          <p:nvPr/>
        </p:nvSpPr>
        <p:spPr>
          <a:xfrm>
            <a:off x="2150640" y="26485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3" name=""/>
          <p:cNvSpPr/>
          <p:nvPr/>
        </p:nvSpPr>
        <p:spPr>
          <a:xfrm>
            <a:off x="2150640" y="26488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4" name=""/>
          <p:cNvSpPr/>
          <p:nvPr/>
        </p:nvSpPr>
        <p:spPr>
          <a:xfrm>
            <a:off x="2149920" y="2648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5" name=""/>
          <p:cNvSpPr/>
          <p:nvPr/>
        </p:nvSpPr>
        <p:spPr>
          <a:xfrm>
            <a:off x="2150280" y="26488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6" name=""/>
          <p:cNvSpPr/>
          <p:nvPr/>
        </p:nvSpPr>
        <p:spPr>
          <a:xfrm flipH="1">
            <a:off x="2151000" y="264888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7" name=""/>
          <p:cNvSpPr/>
          <p:nvPr/>
        </p:nvSpPr>
        <p:spPr>
          <a:xfrm flipH="1">
            <a:off x="2150280" y="26492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8" name=""/>
          <p:cNvSpPr/>
          <p:nvPr/>
        </p:nvSpPr>
        <p:spPr>
          <a:xfrm>
            <a:off x="2149920" y="264852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5" y="0"/>
                </a:moveTo>
                <a:lnTo>
                  <a:pt x="5" y="1"/>
                </a:lnTo>
                <a:lnTo>
                  <a:pt x="6" y="1"/>
                </a:lnTo>
                <a:lnTo>
                  <a:pt x="6" y="3"/>
                </a:ln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9" name=""/>
          <p:cNvSpPr/>
          <p:nvPr/>
        </p:nvSpPr>
        <p:spPr>
          <a:xfrm>
            <a:off x="2167560" y="26546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0" name=""/>
          <p:cNvSpPr/>
          <p:nvPr/>
        </p:nvSpPr>
        <p:spPr>
          <a:xfrm>
            <a:off x="2167200" y="265428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3" y="0"/>
                </a:moveTo>
                <a:lnTo>
                  <a:pt x="5" y="1"/>
                </a:lnTo>
                <a:lnTo>
                  <a:pt x="5" y="3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1" name=""/>
          <p:cNvSpPr/>
          <p:nvPr/>
        </p:nvSpPr>
        <p:spPr>
          <a:xfrm>
            <a:off x="2175480" y="26589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2" name=""/>
          <p:cNvSpPr/>
          <p:nvPr/>
        </p:nvSpPr>
        <p:spPr>
          <a:xfrm>
            <a:off x="2175120" y="265860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0"/>
                </a:move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3" name=""/>
          <p:cNvSpPr/>
          <p:nvPr/>
        </p:nvSpPr>
        <p:spPr>
          <a:xfrm>
            <a:off x="2078280" y="2660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4" name=""/>
          <p:cNvSpPr/>
          <p:nvPr/>
        </p:nvSpPr>
        <p:spPr>
          <a:xfrm>
            <a:off x="2076120" y="2660040"/>
            <a:ext cx="3240" cy="2520"/>
          </a:xfrm>
          <a:custGeom>
            <a:avLst/>
            <a:gdLst/>
            <a:ahLst/>
            <a:rect l="0" t="0" r="r" b="b"/>
            <a:pathLst>
              <a:path fill="none" w="9" h="7">
                <a:moveTo>
                  <a:pt x="7" y="1"/>
                </a:moveTo>
                <a:lnTo>
                  <a:pt x="6" y="1"/>
                </a:lnTo>
                <a:lnTo>
                  <a:pt x="6" y="2"/>
                </a:lnTo>
                <a:lnTo>
                  <a:pt x="3" y="2"/>
                </a:lnTo>
                <a:lnTo>
                  <a:pt x="2" y="2"/>
                </a:lnTo>
                <a:lnTo>
                  <a:pt x="1" y="3"/>
                </a:lnTo>
                <a:lnTo>
                  <a:pt x="0" y="3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7"/>
                </a:lnTo>
                <a:lnTo>
                  <a:pt x="2" y="7"/>
                </a:lnTo>
                <a:lnTo>
                  <a:pt x="2" y="6"/>
                </a:lnTo>
                <a:lnTo>
                  <a:pt x="3" y="6"/>
                </a:lnTo>
                <a:lnTo>
                  <a:pt x="4" y="6"/>
                </a:lnTo>
                <a:lnTo>
                  <a:pt x="4" y="5"/>
                </a:lnTo>
                <a:lnTo>
                  <a:pt x="6" y="5"/>
                </a:lnTo>
                <a:lnTo>
                  <a:pt x="7" y="3"/>
                </a:lnTo>
                <a:lnTo>
                  <a:pt x="8" y="3"/>
                </a:lnTo>
                <a:lnTo>
                  <a:pt x="9" y="2"/>
                </a:lnTo>
                <a:lnTo>
                  <a:pt x="9" y="1"/>
                </a:lnTo>
                <a:lnTo>
                  <a:pt x="8" y="0"/>
                </a:lnTo>
                <a:lnTo>
                  <a:pt x="7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5" name=""/>
          <p:cNvSpPr/>
          <p:nvPr/>
        </p:nvSpPr>
        <p:spPr>
          <a:xfrm>
            <a:off x="2034720" y="26629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6" name=""/>
          <p:cNvSpPr/>
          <p:nvPr/>
        </p:nvSpPr>
        <p:spPr>
          <a:xfrm>
            <a:off x="2050200" y="26640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7" name=""/>
          <p:cNvSpPr/>
          <p:nvPr/>
        </p:nvSpPr>
        <p:spPr>
          <a:xfrm>
            <a:off x="2161440" y="26640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8" name=""/>
          <p:cNvSpPr/>
          <p:nvPr/>
        </p:nvSpPr>
        <p:spPr>
          <a:xfrm>
            <a:off x="2050920" y="26643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9" name=""/>
          <p:cNvSpPr/>
          <p:nvPr/>
        </p:nvSpPr>
        <p:spPr>
          <a:xfrm>
            <a:off x="2161800" y="266400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1" y="0"/>
                </a:moveTo>
                <a:lnTo>
                  <a:pt x="3" y="0"/>
                </a:lnTo>
                <a:lnTo>
                  <a:pt x="3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0" name=""/>
          <p:cNvSpPr/>
          <p:nvPr/>
        </p:nvSpPr>
        <p:spPr>
          <a:xfrm flipV="1">
            <a:off x="2161440" y="26643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1" name=""/>
          <p:cNvSpPr/>
          <p:nvPr/>
        </p:nvSpPr>
        <p:spPr>
          <a:xfrm>
            <a:off x="2030400" y="26647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2" y="0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2" name=""/>
          <p:cNvSpPr/>
          <p:nvPr/>
        </p:nvSpPr>
        <p:spPr>
          <a:xfrm>
            <a:off x="2049480" y="266364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0" y="2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  <a:lnTo>
                  <a:pt x="6" y="3"/>
                </a:lnTo>
                <a:lnTo>
                  <a:pt x="6" y="4"/>
                </a:lnTo>
                <a:lnTo>
                  <a:pt x="4" y="4"/>
                </a:lnTo>
                <a:lnTo>
                  <a:pt x="4" y="6"/>
                </a:lnTo>
                <a:lnTo>
                  <a:pt x="3" y="6"/>
                </a:lnTo>
                <a:lnTo>
                  <a:pt x="3" y="4"/>
                </a:lnTo>
                <a:lnTo>
                  <a:pt x="2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3" name=""/>
          <p:cNvSpPr/>
          <p:nvPr/>
        </p:nvSpPr>
        <p:spPr>
          <a:xfrm>
            <a:off x="2161440" y="26650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4" name=""/>
          <p:cNvSpPr/>
          <p:nvPr/>
        </p:nvSpPr>
        <p:spPr>
          <a:xfrm>
            <a:off x="2031120" y="266544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5" name=""/>
          <p:cNvSpPr/>
          <p:nvPr/>
        </p:nvSpPr>
        <p:spPr>
          <a:xfrm>
            <a:off x="2030760" y="26650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3"/>
                </a:moveTo>
                <a:lnTo>
                  <a:pt x="0" y="4"/>
                </a:lnTo>
                <a:lnTo>
                  <a:pt x="1" y="4"/>
                </a:lnTo>
                <a:lnTo>
                  <a:pt x="3" y="3"/>
                </a:lnTo>
                <a:lnTo>
                  <a:pt x="3" y="1"/>
                </a:lnTo>
                <a:lnTo>
                  <a:pt x="3" y="0"/>
                </a:lnTo>
                <a:lnTo>
                  <a:pt x="1" y="0"/>
                </a:lnTo>
                <a:lnTo>
                  <a:pt x="0" y="1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6" name=""/>
          <p:cNvSpPr/>
          <p:nvPr/>
        </p:nvSpPr>
        <p:spPr>
          <a:xfrm>
            <a:off x="2107800" y="266544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2" y="3"/>
                </a:moveTo>
                <a:lnTo>
                  <a:pt x="1" y="5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2" y="2"/>
                </a:lnTo>
                <a:lnTo>
                  <a:pt x="4" y="0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7" name=""/>
          <p:cNvSpPr/>
          <p:nvPr/>
        </p:nvSpPr>
        <p:spPr>
          <a:xfrm>
            <a:off x="2028960" y="266508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0" y="4"/>
                </a:moveTo>
                <a:lnTo>
                  <a:pt x="0" y="2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2" y="2"/>
                </a:lnTo>
                <a:lnTo>
                  <a:pt x="2" y="4"/>
                </a:lnTo>
                <a:lnTo>
                  <a:pt x="2" y="5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8" name=""/>
          <p:cNvSpPr/>
          <p:nvPr/>
        </p:nvSpPr>
        <p:spPr>
          <a:xfrm>
            <a:off x="2087280" y="2665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  <a:lnTo>
                  <a:pt x="2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9" name=""/>
          <p:cNvSpPr/>
          <p:nvPr/>
        </p:nvSpPr>
        <p:spPr>
          <a:xfrm>
            <a:off x="2084760" y="2665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0"/>
                </a:move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3" y="3"/>
                </a:lnTo>
                <a:lnTo>
                  <a:pt x="4" y="1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0" name=""/>
          <p:cNvSpPr/>
          <p:nvPr/>
        </p:nvSpPr>
        <p:spPr>
          <a:xfrm>
            <a:off x="2040480" y="2666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1" name=""/>
          <p:cNvSpPr/>
          <p:nvPr/>
        </p:nvSpPr>
        <p:spPr>
          <a:xfrm>
            <a:off x="2086560" y="26665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2" name=""/>
          <p:cNvSpPr/>
          <p:nvPr/>
        </p:nvSpPr>
        <p:spPr>
          <a:xfrm>
            <a:off x="2029320" y="26661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1" y="0"/>
                </a:move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4" y="2"/>
                </a:lnTo>
                <a:lnTo>
                  <a:pt x="4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3" name=""/>
          <p:cNvSpPr/>
          <p:nvPr/>
        </p:nvSpPr>
        <p:spPr>
          <a:xfrm>
            <a:off x="2086920" y="2666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4" name=""/>
          <p:cNvSpPr/>
          <p:nvPr/>
        </p:nvSpPr>
        <p:spPr>
          <a:xfrm>
            <a:off x="2107440" y="266508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0" y="7"/>
                </a:moveTo>
                <a:lnTo>
                  <a:pt x="0" y="6"/>
                </a:lnTo>
                <a:lnTo>
                  <a:pt x="0" y="4"/>
                </a:lnTo>
                <a:lnTo>
                  <a:pt x="1" y="3"/>
                </a:lnTo>
                <a:lnTo>
                  <a:pt x="2" y="2"/>
                </a:lnTo>
                <a:lnTo>
                  <a:pt x="2" y="1"/>
                </a:lnTo>
                <a:lnTo>
                  <a:pt x="4" y="0"/>
                </a:lnTo>
                <a:lnTo>
                  <a:pt x="6" y="1"/>
                </a:lnTo>
                <a:lnTo>
                  <a:pt x="7" y="2"/>
                </a:lnTo>
                <a:lnTo>
                  <a:pt x="6" y="3"/>
                </a:lnTo>
                <a:lnTo>
                  <a:pt x="4" y="4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1" y="7"/>
                </a:lnTo>
                <a:lnTo>
                  <a:pt x="0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5" name=""/>
          <p:cNvSpPr/>
          <p:nvPr/>
        </p:nvSpPr>
        <p:spPr>
          <a:xfrm>
            <a:off x="2087280" y="26665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6" name=""/>
          <p:cNvSpPr/>
          <p:nvPr/>
        </p:nvSpPr>
        <p:spPr>
          <a:xfrm>
            <a:off x="2043360" y="26668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7" name=""/>
          <p:cNvSpPr/>
          <p:nvPr/>
        </p:nvSpPr>
        <p:spPr>
          <a:xfrm>
            <a:off x="2041200" y="26672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8" name=""/>
          <p:cNvSpPr/>
          <p:nvPr/>
        </p:nvSpPr>
        <p:spPr>
          <a:xfrm>
            <a:off x="2041560" y="266724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9" name=""/>
          <p:cNvSpPr/>
          <p:nvPr/>
        </p:nvSpPr>
        <p:spPr>
          <a:xfrm>
            <a:off x="2040120" y="2666160"/>
            <a:ext cx="3960" cy="1800"/>
          </a:xfrm>
          <a:custGeom>
            <a:avLst/>
            <a:gdLst/>
            <a:ahLst/>
            <a:rect l="0" t="0" r="r" b="b"/>
            <a:pathLst>
              <a:path fill="none" w="11" h="5">
                <a:moveTo>
                  <a:pt x="1" y="1"/>
                </a:move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1"/>
                </a:lnTo>
                <a:lnTo>
                  <a:pt x="9" y="1"/>
                </a:lnTo>
                <a:lnTo>
                  <a:pt x="10" y="2"/>
                </a:lnTo>
                <a:lnTo>
                  <a:pt x="11" y="2"/>
                </a:lnTo>
                <a:lnTo>
                  <a:pt x="11" y="3"/>
                </a:lnTo>
                <a:lnTo>
                  <a:pt x="11" y="5"/>
                </a:lnTo>
                <a:lnTo>
                  <a:pt x="10" y="5"/>
                </a:lnTo>
                <a:lnTo>
                  <a:pt x="9" y="5"/>
                </a:lnTo>
                <a:lnTo>
                  <a:pt x="7" y="5"/>
                </a:lnTo>
                <a:lnTo>
                  <a:pt x="3" y="5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0" name=""/>
          <p:cNvSpPr/>
          <p:nvPr/>
        </p:nvSpPr>
        <p:spPr>
          <a:xfrm>
            <a:off x="2087640" y="2667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1" name=""/>
          <p:cNvSpPr/>
          <p:nvPr/>
        </p:nvSpPr>
        <p:spPr>
          <a:xfrm flipV="1">
            <a:off x="2088000" y="26676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2" name=""/>
          <p:cNvSpPr/>
          <p:nvPr/>
        </p:nvSpPr>
        <p:spPr>
          <a:xfrm>
            <a:off x="2088000" y="2665440"/>
            <a:ext cx="2520" cy="3960"/>
          </a:xfrm>
          <a:custGeom>
            <a:avLst/>
            <a:gdLst/>
            <a:ahLst/>
            <a:rect l="0" t="0" r="r" b="b"/>
            <a:pathLst>
              <a:path fill="none" w="7" h="11">
                <a:moveTo>
                  <a:pt x="0" y="3"/>
                </a:moveTo>
                <a:lnTo>
                  <a:pt x="0" y="4"/>
                </a:lnTo>
                <a:lnTo>
                  <a:pt x="1" y="5"/>
                </a:lnTo>
                <a:lnTo>
                  <a:pt x="2" y="6"/>
                </a:lnTo>
                <a:lnTo>
                  <a:pt x="3" y="9"/>
                </a:lnTo>
                <a:lnTo>
                  <a:pt x="2" y="9"/>
                </a:lnTo>
                <a:lnTo>
                  <a:pt x="1" y="9"/>
                </a:lnTo>
                <a:lnTo>
                  <a:pt x="1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6" y="10"/>
                </a:lnTo>
                <a:lnTo>
                  <a:pt x="7" y="9"/>
                </a:lnTo>
                <a:lnTo>
                  <a:pt x="6" y="6"/>
                </a:lnTo>
                <a:lnTo>
                  <a:pt x="4" y="6"/>
                </a:lnTo>
                <a:lnTo>
                  <a:pt x="4" y="5"/>
                </a:lnTo>
                <a:lnTo>
                  <a:pt x="3" y="4"/>
                </a:lnTo>
                <a:lnTo>
                  <a:pt x="2" y="2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3" name=""/>
          <p:cNvSpPr/>
          <p:nvPr/>
        </p:nvSpPr>
        <p:spPr>
          <a:xfrm>
            <a:off x="2094120" y="2669040"/>
            <a:ext cx="2520" cy="3240"/>
          </a:xfrm>
          <a:custGeom>
            <a:avLst/>
            <a:gdLst/>
            <a:ahLst/>
            <a:rect l="0" t="0" r="r" b="b"/>
            <a:pathLst>
              <a:path fill="none" w="7" h="9">
                <a:moveTo>
                  <a:pt x="4" y="9"/>
                </a:moveTo>
                <a:lnTo>
                  <a:pt x="3" y="9"/>
                </a:lnTo>
                <a:lnTo>
                  <a:pt x="3" y="8"/>
                </a:lnTo>
                <a:lnTo>
                  <a:pt x="2" y="7"/>
                </a:lnTo>
                <a:lnTo>
                  <a:pt x="2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2"/>
                </a:lnTo>
                <a:lnTo>
                  <a:pt x="5" y="3"/>
                </a:lnTo>
                <a:lnTo>
                  <a:pt x="7" y="4"/>
                </a:lnTo>
                <a:lnTo>
                  <a:pt x="7" y="5"/>
                </a:lnTo>
                <a:lnTo>
                  <a:pt x="7" y="7"/>
                </a:lnTo>
                <a:lnTo>
                  <a:pt x="5" y="8"/>
                </a:lnTo>
                <a:lnTo>
                  <a:pt x="5" y="7"/>
                </a:lnTo>
                <a:lnTo>
                  <a:pt x="4" y="4"/>
                </a:lnTo>
                <a:lnTo>
                  <a:pt x="4" y="3"/>
                </a:lnTo>
                <a:lnTo>
                  <a:pt x="3" y="3"/>
                </a:lnTo>
                <a:lnTo>
                  <a:pt x="4" y="5"/>
                </a:lnTo>
                <a:lnTo>
                  <a:pt x="4" y="7"/>
                </a:lnTo>
                <a:lnTo>
                  <a:pt x="4" y="8"/>
                </a:lnTo>
                <a:lnTo>
                  <a:pt x="4" y="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4" name=""/>
          <p:cNvSpPr/>
          <p:nvPr/>
        </p:nvSpPr>
        <p:spPr>
          <a:xfrm>
            <a:off x="2019960" y="2673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5" name=""/>
          <p:cNvSpPr/>
          <p:nvPr/>
        </p:nvSpPr>
        <p:spPr>
          <a:xfrm>
            <a:off x="2011320" y="26730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4"/>
                </a:moveTo>
                <a:lnTo>
                  <a:pt x="0" y="3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6" name=""/>
          <p:cNvSpPr/>
          <p:nvPr/>
        </p:nvSpPr>
        <p:spPr>
          <a:xfrm>
            <a:off x="2019960" y="2674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7" name=""/>
          <p:cNvSpPr/>
          <p:nvPr/>
        </p:nvSpPr>
        <p:spPr>
          <a:xfrm flipV="1">
            <a:off x="2020680" y="26740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8" name=""/>
          <p:cNvSpPr/>
          <p:nvPr/>
        </p:nvSpPr>
        <p:spPr>
          <a:xfrm>
            <a:off x="2019960" y="267444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9" name=""/>
          <p:cNvSpPr/>
          <p:nvPr/>
        </p:nvSpPr>
        <p:spPr>
          <a:xfrm flipH="1" flipV="1">
            <a:off x="2126160" y="268416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0" name=""/>
          <p:cNvSpPr/>
          <p:nvPr/>
        </p:nvSpPr>
        <p:spPr>
          <a:xfrm>
            <a:off x="2126880" y="2684520"/>
            <a:ext cx="2520" cy="720"/>
          </a:xfrm>
          <a:custGeom>
            <a:avLst/>
            <a:gdLst/>
            <a:ahLst/>
            <a:rect l="0" t="0" r="r" b="b"/>
            <a:pathLst>
              <a:path fill="none" w="7" h="2">
                <a:moveTo>
                  <a:pt x="1" y="0"/>
                </a:moveTo>
                <a:lnTo>
                  <a:pt x="2" y="0"/>
                </a:lnTo>
                <a:lnTo>
                  <a:pt x="3" y="0"/>
                </a:lnTo>
                <a:lnTo>
                  <a:pt x="6" y="0"/>
                </a:lnTo>
                <a:lnTo>
                  <a:pt x="7" y="0"/>
                </a:lnTo>
                <a:lnTo>
                  <a:pt x="7" y="2"/>
                </a:lnTo>
                <a:lnTo>
                  <a:pt x="6" y="2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1" name=""/>
          <p:cNvSpPr/>
          <p:nvPr/>
        </p:nvSpPr>
        <p:spPr>
          <a:xfrm>
            <a:off x="2125080" y="2683440"/>
            <a:ext cx="4680" cy="2160"/>
          </a:xfrm>
          <a:custGeom>
            <a:avLst/>
            <a:gdLst/>
            <a:ahLst/>
            <a:rect l="0" t="0" r="r" b="b"/>
            <a:pathLst>
              <a:path fill="none" w="13" h="6">
                <a:moveTo>
                  <a:pt x="0" y="1"/>
                </a:move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6" y="2"/>
                </a:lnTo>
                <a:lnTo>
                  <a:pt x="8" y="2"/>
                </a:lnTo>
                <a:lnTo>
                  <a:pt x="9" y="2"/>
                </a:lnTo>
                <a:lnTo>
                  <a:pt x="10" y="2"/>
                </a:lnTo>
                <a:lnTo>
                  <a:pt x="12" y="2"/>
                </a:lnTo>
                <a:lnTo>
                  <a:pt x="13" y="2"/>
                </a:lnTo>
                <a:lnTo>
                  <a:pt x="13" y="3"/>
                </a:lnTo>
                <a:lnTo>
                  <a:pt x="13" y="5"/>
                </a:lnTo>
                <a:lnTo>
                  <a:pt x="12" y="6"/>
                </a:lnTo>
                <a:lnTo>
                  <a:pt x="11" y="6"/>
                </a:lnTo>
                <a:lnTo>
                  <a:pt x="10" y="6"/>
                </a:lnTo>
                <a:lnTo>
                  <a:pt x="9" y="6"/>
                </a:lnTo>
                <a:lnTo>
                  <a:pt x="6" y="5"/>
                </a:lnTo>
                <a:lnTo>
                  <a:pt x="5" y="5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2" name=""/>
          <p:cNvSpPr/>
          <p:nvPr/>
        </p:nvSpPr>
        <p:spPr>
          <a:xfrm>
            <a:off x="1962360" y="2685240"/>
            <a:ext cx="2160" cy="1080"/>
          </a:xfrm>
          <a:custGeom>
            <a:avLst/>
            <a:gdLst/>
            <a:ahLst/>
            <a:rect l="0" t="0" r="r" b="b"/>
            <a:pathLst>
              <a:path fill="none" w="6" h="3">
                <a:moveTo>
                  <a:pt x="0" y="3"/>
                </a:move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3" name=""/>
          <p:cNvSpPr/>
          <p:nvPr/>
        </p:nvSpPr>
        <p:spPr>
          <a:xfrm>
            <a:off x="2067120" y="26863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4" name=""/>
          <p:cNvSpPr/>
          <p:nvPr/>
        </p:nvSpPr>
        <p:spPr>
          <a:xfrm>
            <a:off x="2067480" y="26866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5" name=""/>
          <p:cNvSpPr/>
          <p:nvPr/>
        </p:nvSpPr>
        <p:spPr>
          <a:xfrm>
            <a:off x="1962360" y="268596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8" y="0"/>
                </a:moveTo>
                <a:lnTo>
                  <a:pt x="8" y="1"/>
                </a:lnTo>
                <a:lnTo>
                  <a:pt x="8" y="3"/>
                </a:lnTo>
                <a:lnTo>
                  <a:pt x="5" y="4"/>
                </a:lnTo>
                <a:lnTo>
                  <a:pt x="4" y="4"/>
                </a:lnTo>
                <a:lnTo>
                  <a:pt x="2" y="5"/>
                </a:lnTo>
                <a:lnTo>
                  <a:pt x="1" y="4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6" name=""/>
          <p:cNvSpPr/>
          <p:nvPr/>
        </p:nvSpPr>
        <p:spPr>
          <a:xfrm>
            <a:off x="2067120" y="26884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7" name=""/>
          <p:cNvSpPr/>
          <p:nvPr/>
        </p:nvSpPr>
        <p:spPr>
          <a:xfrm>
            <a:off x="2110320" y="2689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8" name=""/>
          <p:cNvSpPr/>
          <p:nvPr/>
        </p:nvSpPr>
        <p:spPr>
          <a:xfrm>
            <a:off x="2109960" y="26899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0"/>
                </a:moveTo>
                <a:lnTo>
                  <a:pt x="1" y="2"/>
                </a:lnTo>
                <a:lnTo>
                  <a:pt x="2" y="4"/>
                </a:lnTo>
                <a:lnTo>
                  <a:pt x="4" y="4"/>
                </a:lnTo>
                <a:lnTo>
                  <a:pt x="4" y="2"/>
                </a:lnTo>
                <a:lnTo>
                  <a:pt x="5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9" name=""/>
          <p:cNvSpPr/>
          <p:nvPr/>
        </p:nvSpPr>
        <p:spPr>
          <a:xfrm>
            <a:off x="2066400" y="26910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0" name=""/>
          <p:cNvSpPr/>
          <p:nvPr/>
        </p:nvSpPr>
        <p:spPr>
          <a:xfrm>
            <a:off x="2066040" y="26913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1" name=""/>
          <p:cNvSpPr/>
          <p:nvPr/>
        </p:nvSpPr>
        <p:spPr>
          <a:xfrm>
            <a:off x="1972800" y="2690640"/>
            <a:ext cx="5040" cy="2160"/>
          </a:xfrm>
          <a:custGeom>
            <a:avLst/>
            <a:gdLst/>
            <a:ahLst/>
            <a:rect l="0" t="0" r="r" b="b"/>
            <a:pathLst>
              <a:path fill="none" w="14" h="6">
                <a:moveTo>
                  <a:pt x="0" y="6"/>
                </a:moveTo>
                <a:lnTo>
                  <a:pt x="1" y="4"/>
                </a:lnTo>
                <a:lnTo>
                  <a:pt x="2" y="3"/>
                </a:lnTo>
                <a:lnTo>
                  <a:pt x="4" y="2"/>
                </a:lnTo>
                <a:lnTo>
                  <a:pt x="7" y="0"/>
                </a:lnTo>
                <a:lnTo>
                  <a:pt x="10" y="2"/>
                </a:lnTo>
                <a:lnTo>
                  <a:pt x="12" y="2"/>
                </a:lnTo>
                <a:lnTo>
                  <a:pt x="14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2" name=""/>
          <p:cNvSpPr/>
          <p:nvPr/>
        </p:nvSpPr>
        <p:spPr>
          <a:xfrm>
            <a:off x="2106360" y="269208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3" name=""/>
          <p:cNvSpPr/>
          <p:nvPr/>
        </p:nvSpPr>
        <p:spPr>
          <a:xfrm>
            <a:off x="2104920" y="2692440"/>
            <a:ext cx="1080" cy="0"/>
          </a:xfrm>
          <a:custGeom>
            <a:avLst/>
            <a:gdLst/>
            <a:ahLst/>
            <a:rect l="0" t="0" r="r" b="b"/>
            <a:pathLst>
              <a:path fill="none" w="3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4" name=""/>
          <p:cNvSpPr/>
          <p:nvPr/>
        </p:nvSpPr>
        <p:spPr>
          <a:xfrm>
            <a:off x="2106720" y="269208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3" y="0"/>
                </a:moveTo>
                <a:lnTo>
                  <a:pt x="5" y="0"/>
                </a:lnTo>
                <a:lnTo>
                  <a:pt x="3" y="2"/>
                </a:lnTo>
                <a:lnTo>
                  <a:pt x="2" y="3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5" name=""/>
          <p:cNvSpPr/>
          <p:nvPr/>
        </p:nvSpPr>
        <p:spPr>
          <a:xfrm>
            <a:off x="2065320" y="26928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6" name=""/>
          <p:cNvSpPr/>
          <p:nvPr/>
        </p:nvSpPr>
        <p:spPr>
          <a:xfrm>
            <a:off x="2064960" y="26931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7" name=""/>
          <p:cNvSpPr/>
          <p:nvPr/>
        </p:nvSpPr>
        <p:spPr>
          <a:xfrm>
            <a:off x="2103840" y="26928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8" name=""/>
          <p:cNvSpPr/>
          <p:nvPr/>
        </p:nvSpPr>
        <p:spPr>
          <a:xfrm>
            <a:off x="2104920" y="269280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5" y="0"/>
                </a:moveTo>
                <a:lnTo>
                  <a:pt x="4" y="0"/>
                </a:ln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9" name=""/>
          <p:cNvSpPr/>
          <p:nvPr/>
        </p:nvSpPr>
        <p:spPr>
          <a:xfrm>
            <a:off x="2063880" y="2686320"/>
            <a:ext cx="4320" cy="7560"/>
          </a:xfrm>
          <a:custGeom>
            <a:avLst/>
            <a:gdLst/>
            <a:ahLst/>
            <a:rect l="0" t="0" r="r" b="b"/>
            <a:pathLst>
              <a:path fill="none" w="12" h="21">
                <a:moveTo>
                  <a:pt x="3" y="18"/>
                </a:moveTo>
                <a:lnTo>
                  <a:pt x="4" y="17"/>
                </a:lnTo>
                <a:lnTo>
                  <a:pt x="4" y="15"/>
                </a:lnTo>
                <a:lnTo>
                  <a:pt x="5" y="14"/>
                </a:lnTo>
                <a:lnTo>
                  <a:pt x="6" y="14"/>
                </a:lnTo>
                <a:lnTo>
                  <a:pt x="6" y="13"/>
                </a:lnTo>
                <a:lnTo>
                  <a:pt x="7" y="12"/>
                </a:lnTo>
                <a:lnTo>
                  <a:pt x="8" y="13"/>
                </a:lnTo>
                <a:lnTo>
                  <a:pt x="7" y="14"/>
                </a:lnTo>
                <a:lnTo>
                  <a:pt x="6" y="15"/>
                </a:lnTo>
                <a:lnTo>
                  <a:pt x="6" y="16"/>
                </a:lnTo>
                <a:lnTo>
                  <a:pt x="5" y="17"/>
                </a:lnTo>
                <a:lnTo>
                  <a:pt x="5" y="18"/>
                </a:lnTo>
                <a:lnTo>
                  <a:pt x="4" y="18"/>
                </a:lnTo>
                <a:lnTo>
                  <a:pt x="4" y="19"/>
                </a:lnTo>
                <a:lnTo>
                  <a:pt x="3" y="20"/>
                </a:lnTo>
                <a:lnTo>
                  <a:pt x="3" y="21"/>
                </a:lnTo>
                <a:lnTo>
                  <a:pt x="4" y="21"/>
                </a:lnTo>
                <a:lnTo>
                  <a:pt x="6" y="19"/>
                </a:lnTo>
                <a:lnTo>
                  <a:pt x="6" y="18"/>
                </a:lnTo>
                <a:lnTo>
                  <a:pt x="7" y="17"/>
                </a:lnTo>
                <a:lnTo>
                  <a:pt x="8" y="16"/>
                </a:lnTo>
                <a:lnTo>
                  <a:pt x="9" y="15"/>
                </a:lnTo>
                <a:lnTo>
                  <a:pt x="9" y="14"/>
                </a:lnTo>
                <a:lnTo>
                  <a:pt x="10" y="13"/>
                </a:lnTo>
                <a:lnTo>
                  <a:pt x="11" y="11"/>
                </a:lnTo>
                <a:lnTo>
                  <a:pt x="11" y="9"/>
                </a:lnTo>
                <a:lnTo>
                  <a:pt x="12" y="7"/>
                </a:lnTo>
                <a:lnTo>
                  <a:pt x="12" y="5"/>
                </a:lnTo>
                <a:lnTo>
                  <a:pt x="12" y="4"/>
                </a:lnTo>
                <a:lnTo>
                  <a:pt x="12" y="3"/>
                </a:lnTo>
                <a:lnTo>
                  <a:pt x="12" y="2"/>
                </a:lnTo>
                <a:lnTo>
                  <a:pt x="11" y="1"/>
                </a:lnTo>
                <a:lnTo>
                  <a:pt x="11" y="0"/>
                </a:lnTo>
                <a:lnTo>
                  <a:pt x="10" y="0"/>
                </a:lnTo>
                <a:lnTo>
                  <a:pt x="9" y="0"/>
                </a:lnTo>
                <a:lnTo>
                  <a:pt x="9" y="1"/>
                </a:lnTo>
                <a:lnTo>
                  <a:pt x="9" y="2"/>
                </a:lnTo>
                <a:lnTo>
                  <a:pt x="9" y="3"/>
                </a:lnTo>
                <a:lnTo>
                  <a:pt x="9" y="4"/>
                </a:lnTo>
                <a:lnTo>
                  <a:pt x="9" y="5"/>
                </a:lnTo>
                <a:lnTo>
                  <a:pt x="9" y="7"/>
                </a:lnTo>
                <a:lnTo>
                  <a:pt x="9" y="9"/>
                </a:lnTo>
                <a:lnTo>
                  <a:pt x="5" y="12"/>
                </a:lnTo>
                <a:lnTo>
                  <a:pt x="5" y="13"/>
                </a:lnTo>
                <a:lnTo>
                  <a:pt x="4" y="14"/>
                </a:lnTo>
                <a:lnTo>
                  <a:pt x="3" y="16"/>
                </a:lnTo>
                <a:lnTo>
                  <a:pt x="1" y="18"/>
                </a:lnTo>
                <a:lnTo>
                  <a:pt x="1" y="19"/>
                </a:lnTo>
                <a:lnTo>
                  <a:pt x="0" y="19"/>
                </a:lnTo>
                <a:lnTo>
                  <a:pt x="0" y="20"/>
                </a:lnTo>
                <a:lnTo>
                  <a:pt x="1" y="20"/>
                </a:lnTo>
                <a:lnTo>
                  <a:pt x="1" y="1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2520" rIns="504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0" name=""/>
          <p:cNvSpPr/>
          <p:nvPr/>
        </p:nvSpPr>
        <p:spPr>
          <a:xfrm>
            <a:off x="2103840" y="2693520"/>
            <a:ext cx="1080" cy="0"/>
          </a:xfrm>
          <a:custGeom>
            <a:avLst/>
            <a:gdLst/>
            <a:ahLst/>
            <a:rect l="0" t="0" r="r" b="b"/>
            <a:pathLst>
              <a:path fill="none" w="3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1" name=""/>
          <p:cNvSpPr/>
          <p:nvPr/>
        </p:nvSpPr>
        <p:spPr>
          <a:xfrm>
            <a:off x="2063520" y="26931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2" name=""/>
          <p:cNvSpPr/>
          <p:nvPr/>
        </p:nvSpPr>
        <p:spPr>
          <a:xfrm>
            <a:off x="2112840" y="269172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3" y="0"/>
                </a:moveTo>
                <a:lnTo>
                  <a:pt x="4" y="2"/>
                </a:lnTo>
                <a:lnTo>
                  <a:pt x="4" y="3"/>
                </a:lnTo>
                <a:lnTo>
                  <a:pt x="6" y="4"/>
                </a:lnTo>
                <a:lnTo>
                  <a:pt x="6" y="6"/>
                </a:lnTo>
                <a:lnTo>
                  <a:pt x="4" y="6"/>
                </a:lnTo>
                <a:lnTo>
                  <a:pt x="2" y="6"/>
                </a:lnTo>
                <a:lnTo>
                  <a:pt x="0" y="6"/>
                </a:lnTo>
                <a:lnTo>
                  <a:pt x="2" y="5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3" name=""/>
          <p:cNvSpPr/>
          <p:nvPr/>
        </p:nvSpPr>
        <p:spPr>
          <a:xfrm>
            <a:off x="2064240" y="26935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4" name=""/>
          <p:cNvSpPr/>
          <p:nvPr/>
        </p:nvSpPr>
        <p:spPr>
          <a:xfrm>
            <a:off x="2091240" y="26931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0"/>
                </a:moveTo>
                <a:lnTo>
                  <a:pt x="0" y="1"/>
                </a:lnTo>
                <a:lnTo>
                  <a:pt x="1" y="3"/>
                </a:lnTo>
                <a:lnTo>
                  <a:pt x="1" y="4"/>
                </a:lnTo>
                <a:lnTo>
                  <a:pt x="3" y="3"/>
                </a:lnTo>
                <a:lnTo>
                  <a:pt x="4" y="1"/>
                </a:lnTo>
                <a:lnTo>
                  <a:pt x="3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5" name=""/>
          <p:cNvSpPr/>
          <p:nvPr/>
        </p:nvSpPr>
        <p:spPr>
          <a:xfrm>
            <a:off x="1972080" y="2692080"/>
            <a:ext cx="6120" cy="3240"/>
          </a:xfrm>
          <a:custGeom>
            <a:avLst/>
            <a:gdLst/>
            <a:ahLst/>
            <a:rect l="0" t="0" r="r" b="b"/>
            <a:pathLst>
              <a:path fill="none" w="17" h="9">
                <a:moveTo>
                  <a:pt x="17" y="0"/>
                </a:moveTo>
                <a:lnTo>
                  <a:pt x="16" y="3"/>
                </a:lnTo>
                <a:lnTo>
                  <a:pt x="15" y="4"/>
                </a:lnTo>
                <a:lnTo>
                  <a:pt x="14" y="6"/>
                </a:lnTo>
                <a:lnTo>
                  <a:pt x="13" y="7"/>
                </a:lnTo>
                <a:lnTo>
                  <a:pt x="11" y="8"/>
                </a:lnTo>
                <a:lnTo>
                  <a:pt x="8" y="8"/>
                </a:lnTo>
                <a:lnTo>
                  <a:pt x="4" y="9"/>
                </a:lnTo>
                <a:lnTo>
                  <a:pt x="1" y="8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6" name=""/>
          <p:cNvSpPr/>
          <p:nvPr/>
        </p:nvSpPr>
        <p:spPr>
          <a:xfrm>
            <a:off x="2062800" y="26946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7" name=""/>
          <p:cNvSpPr/>
          <p:nvPr/>
        </p:nvSpPr>
        <p:spPr>
          <a:xfrm>
            <a:off x="2062440" y="269316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3" y="1"/>
                </a:moveTo>
                <a:lnTo>
                  <a:pt x="1" y="4"/>
                </a:lnTo>
                <a:lnTo>
                  <a:pt x="1" y="5"/>
                </a:lnTo>
                <a:lnTo>
                  <a:pt x="0" y="6"/>
                </a:lnTo>
                <a:lnTo>
                  <a:pt x="0" y="7"/>
                </a:lnTo>
                <a:lnTo>
                  <a:pt x="1" y="7"/>
                </a:lnTo>
                <a:lnTo>
                  <a:pt x="2" y="6"/>
                </a:lnTo>
                <a:lnTo>
                  <a:pt x="3" y="5"/>
                </a:lnTo>
                <a:lnTo>
                  <a:pt x="5" y="4"/>
                </a:lnTo>
                <a:lnTo>
                  <a:pt x="6" y="3"/>
                </a:lnTo>
                <a:lnTo>
                  <a:pt x="7" y="3"/>
                </a:lnTo>
                <a:lnTo>
                  <a:pt x="7" y="1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8" name=""/>
          <p:cNvSpPr/>
          <p:nvPr/>
        </p:nvSpPr>
        <p:spPr>
          <a:xfrm>
            <a:off x="2084400" y="26967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4"/>
                </a:move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5" y="1"/>
                </a:lnTo>
                <a:lnTo>
                  <a:pt x="5" y="3"/>
                </a:lnTo>
                <a:lnTo>
                  <a:pt x="5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9" name=""/>
          <p:cNvSpPr/>
          <p:nvPr/>
        </p:nvSpPr>
        <p:spPr>
          <a:xfrm>
            <a:off x="2085120" y="2698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0" name=""/>
          <p:cNvSpPr/>
          <p:nvPr/>
        </p:nvSpPr>
        <p:spPr>
          <a:xfrm>
            <a:off x="1977120" y="2695680"/>
            <a:ext cx="720" cy="3600"/>
          </a:xfrm>
          <a:custGeom>
            <a:avLst/>
            <a:gdLst/>
            <a:ahLst/>
            <a:rect l="0" t="0" r="r" b="b"/>
            <a:pathLst>
              <a:path fill="none" w="2" h="10">
                <a:moveTo>
                  <a:pt x="2" y="10"/>
                </a:moveTo>
                <a:lnTo>
                  <a:pt x="2" y="9"/>
                </a:lnTo>
                <a:lnTo>
                  <a:pt x="0" y="6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1" name=""/>
          <p:cNvSpPr/>
          <p:nvPr/>
        </p:nvSpPr>
        <p:spPr>
          <a:xfrm>
            <a:off x="1977840" y="2694960"/>
            <a:ext cx="1800" cy="4320"/>
          </a:xfrm>
          <a:custGeom>
            <a:avLst/>
            <a:gdLst/>
            <a:ahLst/>
            <a:rect l="0" t="0" r="r" b="b"/>
            <a:pathLst>
              <a:path fill="none" w="5" h="12">
                <a:moveTo>
                  <a:pt x="0" y="0"/>
                </a:moveTo>
                <a:lnTo>
                  <a:pt x="2" y="1"/>
                </a:lnTo>
                <a:lnTo>
                  <a:pt x="3" y="2"/>
                </a:lnTo>
                <a:lnTo>
                  <a:pt x="5" y="4"/>
                </a:lnTo>
                <a:lnTo>
                  <a:pt x="5" y="10"/>
                </a:lnTo>
                <a:lnTo>
                  <a:pt x="3" y="11"/>
                </a:lnTo>
                <a:lnTo>
                  <a:pt x="3" y="1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720" rIns="504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2" name=""/>
          <p:cNvSpPr/>
          <p:nvPr/>
        </p:nvSpPr>
        <p:spPr>
          <a:xfrm>
            <a:off x="2084400" y="269784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5" y="0"/>
                </a:moveTo>
                <a:lnTo>
                  <a:pt x="6" y="1"/>
                </a:lnTo>
                <a:lnTo>
                  <a:pt x="6" y="2"/>
                </a:lnTo>
                <a:lnTo>
                  <a:pt x="7" y="3"/>
                </a:lnTo>
                <a:lnTo>
                  <a:pt x="7" y="5"/>
                </a:lnTo>
                <a:lnTo>
                  <a:pt x="7" y="6"/>
                </a:lnTo>
                <a:lnTo>
                  <a:pt x="6" y="6"/>
                </a:lnTo>
                <a:lnTo>
                  <a:pt x="5" y="6"/>
                </a:lnTo>
                <a:lnTo>
                  <a:pt x="5" y="5"/>
                </a:lnTo>
                <a:lnTo>
                  <a:pt x="4" y="5"/>
                </a:lnTo>
                <a:lnTo>
                  <a:pt x="4" y="3"/>
                </a:lnTo>
                <a:lnTo>
                  <a:pt x="2" y="2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3" name=""/>
          <p:cNvSpPr/>
          <p:nvPr/>
        </p:nvSpPr>
        <p:spPr>
          <a:xfrm>
            <a:off x="1955520" y="2698920"/>
            <a:ext cx="2880" cy="2520"/>
          </a:xfrm>
          <a:custGeom>
            <a:avLst/>
            <a:gdLst/>
            <a:ahLst/>
            <a:rect l="0" t="0" r="r" b="b"/>
            <a:pathLst>
              <a:path fill="none" w="8" h="7">
                <a:moveTo>
                  <a:pt x="0" y="7"/>
                </a:moveTo>
                <a:lnTo>
                  <a:pt x="1" y="4"/>
                </a:lnTo>
                <a:lnTo>
                  <a:pt x="2" y="2"/>
                </a:lnTo>
                <a:lnTo>
                  <a:pt x="3" y="1"/>
                </a:lnTo>
                <a:lnTo>
                  <a:pt x="7" y="0"/>
                </a:lnTo>
                <a:lnTo>
                  <a:pt x="8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4" name=""/>
          <p:cNvSpPr/>
          <p:nvPr/>
        </p:nvSpPr>
        <p:spPr>
          <a:xfrm>
            <a:off x="2011320" y="2699640"/>
            <a:ext cx="3240" cy="1800"/>
          </a:xfrm>
          <a:custGeom>
            <a:avLst/>
            <a:gdLst/>
            <a:ahLst/>
            <a:rect l="0" t="0" r="r" b="b"/>
            <a:pathLst>
              <a:path fill="none" w="9" h="5">
                <a:moveTo>
                  <a:pt x="0" y="1"/>
                </a:moveTo>
                <a:lnTo>
                  <a:pt x="1" y="0"/>
                </a:lnTo>
                <a:lnTo>
                  <a:pt x="4" y="0"/>
                </a:lnTo>
                <a:lnTo>
                  <a:pt x="5" y="0"/>
                </a:lnTo>
                <a:lnTo>
                  <a:pt x="7" y="0"/>
                </a:lnTo>
                <a:lnTo>
                  <a:pt x="8" y="1"/>
                </a:lnTo>
                <a:lnTo>
                  <a:pt x="8" y="2"/>
                </a:lnTo>
                <a:lnTo>
                  <a:pt x="9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5" name=""/>
          <p:cNvSpPr/>
          <p:nvPr/>
        </p:nvSpPr>
        <p:spPr>
          <a:xfrm>
            <a:off x="2011320" y="2701080"/>
            <a:ext cx="2880" cy="1080"/>
          </a:xfrm>
          <a:custGeom>
            <a:avLst/>
            <a:gdLst/>
            <a:ahLst/>
            <a:rect l="0" t="0" r="r" b="b"/>
            <a:pathLst>
              <a:path fill="none" w="8" h="3">
                <a:moveTo>
                  <a:pt x="8" y="3"/>
                </a:moveTo>
                <a:lnTo>
                  <a:pt x="7" y="3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3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6" name=""/>
          <p:cNvSpPr/>
          <p:nvPr/>
        </p:nvSpPr>
        <p:spPr>
          <a:xfrm>
            <a:off x="1955880" y="2699280"/>
            <a:ext cx="3600" cy="3600"/>
          </a:xfrm>
          <a:custGeom>
            <a:avLst/>
            <a:gdLst/>
            <a:ahLst/>
            <a:rect l="0" t="0" r="r" b="b"/>
            <a:pathLst>
              <a:path fill="none" w="10" h="10">
                <a:moveTo>
                  <a:pt x="10" y="0"/>
                </a:moveTo>
                <a:lnTo>
                  <a:pt x="10" y="4"/>
                </a:lnTo>
                <a:lnTo>
                  <a:pt x="9" y="6"/>
                </a:lnTo>
                <a:lnTo>
                  <a:pt x="7" y="8"/>
                </a:lnTo>
                <a:lnTo>
                  <a:pt x="6" y="9"/>
                </a:lnTo>
                <a:lnTo>
                  <a:pt x="4" y="9"/>
                </a:lnTo>
                <a:lnTo>
                  <a:pt x="0" y="1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7" name=""/>
          <p:cNvSpPr/>
          <p:nvPr/>
        </p:nvSpPr>
        <p:spPr>
          <a:xfrm>
            <a:off x="2052000" y="27028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8" name=""/>
          <p:cNvSpPr/>
          <p:nvPr/>
        </p:nvSpPr>
        <p:spPr>
          <a:xfrm>
            <a:off x="2052000" y="27025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9" name=""/>
          <p:cNvSpPr/>
          <p:nvPr/>
        </p:nvSpPr>
        <p:spPr>
          <a:xfrm>
            <a:off x="1972080" y="2703960"/>
            <a:ext cx="3600" cy="2160"/>
          </a:xfrm>
          <a:custGeom>
            <a:avLst/>
            <a:gdLst/>
            <a:ahLst/>
            <a:rect l="0" t="0" r="r" b="b"/>
            <a:pathLst>
              <a:path fill="none" w="10" h="6">
                <a:moveTo>
                  <a:pt x="0" y="6"/>
                </a:moveTo>
                <a:lnTo>
                  <a:pt x="1" y="5"/>
                </a:lnTo>
                <a:lnTo>
                  <a:pt x="2" y="2"/>
                </a:lnTo>
                <a:lnTo>
                  <a:pt x="4" y="1"/>
                </a:lnTo>
                <a:lnTo>
                  <a:pt x="7" y="0"/>
                </a:lnTo>
                <a:lnTo>
                  <a:pt x="8" y="1"/>
                </a:lnTo>
                <a:lnTo>
                  <a:pt x="1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0" name=""/>
          <p:cNvSpPr/>
          <p:nvPr/>
        </p:nvSpPr>
        <p:spPr>
          <a:xfrm>
            <a:off x="1972440" y="2705040"/>
            <a:ext cx="3240" cy="2520"/>
          </a:xfrm>
          <a:custGeom>
            <a:avLst/>
            <a:gdLst/>
            <a:ahLst/>
            <a:rect l="0" t="0" r="r" b="b"/>
            <a:pathLst>
              <a:path fill="none" w="9" h="7">
                <a:moveTo>
                  <a:pt x="9" y="0"/>
                </a:moveTo>
                <a:lnTo>
                  <a:pt x="8" y="2"/>
                </a:lnTo>
                <a:lnTo>
                  <a:pt x="7" y="3"/>
                </a:lnTo>
                <a:lnTo>
                  <a:pt x="6" y="6"/>
                </a:lnTo>
                <a:lnTo>
                  <a:pt x="3" y="6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1" name=""/>
          <p:cNvSpPr/>
          <p:nvPr/>
        </p:nvSpPr>
        <p:spPr>
          <a:xfrm>
            <a:off x="2012400" y="2707560"/>
            <a:ext cx="2520" cy="2880"/>
          </a:xfrm>
          <a:custGeom>
            <a:avLst/>
            <a:gdLst/>
            <a:ahLst/>
            <a:rect l="0" t="0" r="r" b="b"/>
            <a:pathLst>
              <a:path fill="none" w="7" h="8">
                <a:moveTo>
                  <a:pt x="0" y="8"/>
                </a:move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2" y="4"/>
                </a:lnTo>
                <a:lnTo>
                  <a:pt x="5" y="2"/>
                </a:lnTo>
                <a:lnTo>
                  <a:pt x="6" y="0"/>
                </a:lnTo>
                <a:lnTo>
                  <a:pt x="7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2" name=""/>
          <p:cNvSpPr/>
          <p:nvPr/>
        </p:nvSpPr>
        <p:spPr>
          <a:xfrm>
            <a:off x="2012760" y="2708280"/>
            <a:ext cx="2880" cy="2880"/>
          </a:xfrm>
          <a:custGeom>
            <a:avLst/>
            <a:gdLst/>
            <a:ahLst/>
            <a:rect l="0" t="0" r="r" b="b"/>
            <a:pathLst>
              <a:path fill="none" w="8" h="8">
                <a:moveTo>
                  <a:pt x="8" y="0"/>
                </a:moveTo>
                <a:lnTo>
                  <a:pt x="8" y="1"/>
                </a:lnTo>
                <a:lnTo>
                  <a:pt x="7" y="2"/>
                </a:lnTo>
                <a:lnTo>
                  <a:pt x="6" y="4"/>
                </a:lnTo>
                <a:lnTo>
                  <a:pt x="5" y="5"/>
                </a:lnTo>
                <a:lnTo>
                  <a:pt x="2" y="7"/>
                </a:lnTo>
                <a:lnTo>
                  <a:pt x="1" y="8"/>
                </a:lnTo>
                <a:lnTo>
                  <a:pt x="0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3" name=""/>
          <p:cNvSpPr/>
          <p:nvPr/>
        </p:nvSpPr>
        <p:spPr>
          <a:xfrm>
            <a:off x="2079720" y="271080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3" y="0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4" name=""/>
          <p:cNvSpPr/>
          <p:nvPr/>
        </p:nvSpPr>
        <p:spPr>
          <a:xfrm>
            <a:off x="2080080" y="271080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0" y="2"/>
                </a:moveTo>
                <a:lnTo>
                  <a:pt x="1" y="2"/>
                </a:lnTo>
                <a:lnTo>
                  <a:pt x="2" y="2"/>
                </a:lnTo>
                <a:lnTo>
                  <a:pt x="4" y="2"/>
                </a:lnTo>
                <a:lnTo>
                  <a:pt x="6" y="0"/>
                </a:lnTo>
                <a:lnTo>
                  <a:pt x="7" y="0"/>
                </a:lnTo>
                <a:lnTo>
                  <a:pt x="6" y="2"/>
                </a:lnTo>
                <a:lnTo>
                  <a:pt x="7" y="4"/>
                </a:lnTo>
                <a:lnTo>
                  <a:pt x="7" y="2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5" name=""/>
          <p:cNvSpPr/>
          <p:nvPr/>
        </p:nvSpPr>
        <p:spPr>
          <a:xfrm>
            <a:off x="2080080" y="2711160"/>
            <a:ext cx="1440" cy="360"/>
          </a:xfrm>
          <a:custGeom>
            <a:avLst/>
            <a:gdLst/>
            <a:ahLst/>
            <a:rect l="0" t="0" r="r" b="b"/>
            <a:pathLst>
              <a:path fill="none" w="4" h="1">
                <a:moveTo>
                  <a:pt x="4" y="0"/>
                </a:moveTo>
                <a:lnTo>
                  <a:pt x="3" y="0"/>
                </a:lnTo>
                <a:lnTo>
                  <a:pt x="3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6" name=""/>
          <p:cNvSpPr/>
          <p:nvPr/>
        </p:nvSpPr>
        <p:spPr>
          <a:xfrm>
            <a:off x="2079720" y="2711520"/>
            <a:ext cx="1800" cy="360"/>
          </a:xfrm>
          <a:custGeom>
            <a:avLst/>
            <a:gdLst/>
            <a:ahLst/>
            <a:rect l="0" t="0" r="r" b="b"/>
            <a:pathLst>
              <a:path fill="none" w="5" h="1">
                <a:moveTo>
                  <a:pt x="5" y="0"/>
                </a:move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7" name=""/>
          <p:cNvSpPr/>
          <p:nvPr/>
        </p:nvSpPr>
        <p:spPr>
          <a:xfrm>
            <a:off x="2085120" y="27108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3"/>
                </a:moveTo>
                <a:lnTo>
                  <a:pt x="0" y="5"/>
                </a:lnTo>
                <a:lnTo>
                  <a:pt x="4" y="5"/>
                </a:lnTo>
                <a:lnTo>
                  <a:pt x="4" y="3"/>
                </a:lnTo>
                <a:lnTo>
                  <a:pt x="4" y="2"/>
                </a:ln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8" name=""/>
          <p:cNvSpPr/>
          <p:nvPr/>
        </p:nvSpPr>
        <p:spPr>
          <a:xfrm>
            <a:off x="1946880" y="2713680"/>
            <a:ext cx="2520" cy="1080"/>
          </a:xfrm>
          <a:custGeom>
            <a:avLst/>
            <a:gdLst/>
            <a:ahLst/>
            <a:rect l="0" t="0" r="r" b="b"/>
            <a:pathLst>
              <a:path fill="none" w="7" h="3">
                <a:moveTo>
                  <a:pt x="0" y="3"/>
                </a:moveTo>
                <a:lnTo>
                  <a:pt x="3" y="2"/>
                </a:lnTo>
                <a:lnTo>
                  <a:pt x="4" y="0"/>
                </a:lnTo>
                <a:lnTo>
                  <a:pt x="7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9" name=""/>
          <p:cNvSpPr/>
          <p:nvPr/>
        </p:nvSpPr>
        <p:spPr>
          <a:xfrm>
            <a:off x="1951920" y="2713680"/>
            <a:ext cx="4680" cy="2160"/>
          </a:xfrm>
          <a:custGeom>
            <a:avLst/>
            <a:gdLst/>
            <a:ahLst/>
            <a:rect l="0" t="0" r="r" b="b"/>
            <a:pathLst>
              <a:path fill="none" w="13" h="6">
                <a:moveTo>
                  <a:pt x="0" y="0"/>
                </a:moveTo>
                <a:lnTo>
                  <a:pt x="2" y="0"/>
                </a:lnTo>
                <a:lnTo>
                  <a:pt x="4" y="1"/>
                </a:lnTo>
                <a:lnTo>
                  <a:pt x="6" y="2"/>
                </a:lnTo>
                <a:lnTo>
                  <a:pt x="9" y="2"/>
                </a:lnTo>
                <a:lnTo>
                  <a:pt x="10" y="2"/>
                </a:lnTo>
                <a:lnTo>
                  <a:pt x="12" y="3"/>
                </a:lnTo>
                <a:lnTo>
                  <a:pt x="12" y="5"/>
                </a:lnTo>
                <a:lnTo>
                  <a:pt x="13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0" name=""/>
          <p:cNvSpPr/>
          <p:nvPr/>
        </p:nvSpPr>
        <p:spPr>
          <a:xfrm>
            <a:off x="2007720" y="2712240"/>
            <a:ext cx="1440" cy="3600"/>
          </a:xfrm>
          <a:custGeom>
            <a:avLst/>
            <a:gdLst/>
            <a:ahLst/>
            <a:rect l="0" t="0" r="r" b="b"/>
            <a:pathLst>
              <a:path fill="none" w="4" h="10">
                <a:moveTo>
                  <a:pt x="0" y="10"/>
                </a:move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0" y="3"/>
                </a:lnTo>
                <a:lnTo>
                  <a:pt x="1" y="1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1" name=""/>
          <p:cNvSpPr/>
          <p:nvPr/>
        </p:nvSpPr>
        <p:spPr>
          <a:xfrm>
            <a:off x="2008440" y="2712240"/>
            <a:ext cx="1440" cy="3600"/>
          </a:xfrm>
          <a:custGeom>
            <a:avLst/>
            <a:gdLst/>
            <a:ahLst/>
            <a:rect l="0" t="0" r="r" b="b"/>
            <a:pathLst>
              <a:path fill="none" w="4" h="10">
                <a:moveTo>
                  <a:pt x="3" y="0"/>
                </a:moveTo>
                <a:lnTo>
                  <a:pt x="4" y="1"/>
                </a:lnTo>
                <a:lnTo>
                  <a:pt x="4" y="3"/>
                </a:lnTo>
                <a:lnTo>
                  <a:pt x="3" y="5"/>
                </a:lnTo>
                <a:lnTo>
                  <a:pt x="3" y="7"/>
                </a:lnTo>
                <a:lnTo>
                  <a:pt x="1" y="9"/>
                </a:lnTo>
                <a:lnTo>
                  <a:pt x="0" y="1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2" name=""/>
          <p:cNvSpPr/>
          <p:nvPr/>
        </p:nvSpPr>
        <p:spPr>
          <a:xfrm>
            <a:off x="1947960" y="2715840"/>
            <a:ext cx="2520" cy="720"/>
          </a:xfrm>
          <a:custGeom>
            <a:avLst/>
            <a:gdLst/>
            <a:ahLst/>
            <a:rect l="0" t="0" r="r" b="b"/>
            <a:pathLst>
              <a:path fill="none" w="7" h="2">
                <a:moveTo>
                  <a:pt x="7" y="0"/>
                </a:moveTo>
                <a:lnTo>
                  <a:pt x="6" y="0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3" name=""/>
          <p:cNvSpPr/>
          <p:nvPr/>
        </p:nvSpPr>
        <p:spPr>
          <a:xfrm>
            <a:off x="1952280" y="2715840"/>
            <a:ext cx="4320" cy="1080"/>
          </a:xfrm>
          <a:custGeom>
            <a:avLst/>
            <a:gdLst/>
            <a:ahLst/>
            <a:rect l="0" t="0" r="r" b="b"/>
            <a:pathLst>
              <a:path fill="none" w="12" h="3">
                <a:moveTo>
                  <a:pt x="12" y="2"/>
                </a:moveTo>
                <a:lnTo>
                  <a:pt x="12" y="3"/>
                </a:lnTo>
                <a:lnTo>
                  <a:pt x="11" y="3"/>
                </a:lnTo>
                <a:lnTo>
                  <a:pt x="9" y="3"/>
                </a:lnTo>
                <a:lnTo>
                  <a:pt x="8" y="3"/>
                </a:lnTo>
                <a:lnTo>
                  <a:pt x="5" y="2"/>
                </a:ln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4" name=""/>
          <p:cNvSpPr/>
          <p:nvPr/>
        </p:nvSpPr>
        <p:spPr>
          <a:xfrm>
            <a:off x="1944000" y="2715120"/>
            <a:ext cx="2160" cy="2880"/>
          </a:xfrm>
          <a:custGeom>
            <a:avLst/>
            <a:gdLst/>
            <a:ahLst/>
            <a:rect l="0" t="0" r="r" b="b"/>
            <a:pathLst>
              <a:path fill="none" w="6" h="8">
                <a:moveTo>
                  <a:pt x="0" y="8"/>
                </a:moveTo>
                <a:lnTo>
                  <a:pt x="3" y="4"/>
                </a:lnTo>
                <a:lnTo>
                  <a:pt x="4" y="3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5" name=""/>
          <p:cNvSpPr/>
          <p:nvPr/>
        </p:nvSpPr>
        <p:spPr>
          <a:xfrm>
            <a:off x="1945080" y="271656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6" y="0"/>
                </a:moveTo>
                <a:lnTo>
                  <a:pt x="6" y="2"/>
                </a:lnTo>
                <a:lnTo>
                  <a:pt x="4" y="3"/>
                </a:lnTo>
                <a:lnTo>
                  <a:pt x="2" y="5"/>
                </a:lnTo>
                <a:lnTo>
                  <a:pt x="1" y="6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6" name=""/>
          <p:cNvSpPr/>
          <p:nvPr/>
        </p:nvSpPr>
        <p:spPr>
          <a:xfrm>
            <a:off x="2082600" y="27198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7" name=""/>
          <p:cNvSpPr/>
          <p:nvPr/>
        </p:nvSpPr>
        <p:spPr>
          <a:xfrm>
            <a:off x="2082240" y="27198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8" name=""/>
          <p:cNvSpPr/>
          <p:nvPr/>
        </p:nvSpPr>
        <p:spPr>
          <a:xfrm>
            <a:off x="2080800" y="271944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0"/>
                </a:moveTo>
                <a:lnTo>
                  <a:pt x="5" y="0"/>
                </a:lnTo>
                <a:lnTo>
                  <a:pt x="3" y="2"/>
                </a:lnTo>
                <a:lnTo>
                  <a:pt x="1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9" name=""/>
          <p:cNvSpPr/>
          <p:nvPr/>
        </p:nvSpPr>
        <p:spPr>
          <a:xfrm>
            <a:off x="2080800" y="27201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0" name=""/>
          <p:cNvSpPr/>
          <p:nvPr/>
        </p:nvSpPr>
        <p:spPr>
          <a:xfrm>
            <a:off x="2138040" y="2698560"/>
            <a:ext cx="23040" cy="30600"/>
          </a:xfrm>
          <a:custGeom>
            <a:avLst/>
            <a:gdLst/>
            <a:ahLst/>
            <a:rect l="0" t="0" r="r" b="b"/>
            <a:pathLst>
              <a:path fill="none" w="64" h="85">
                <a:moveTo>
                  <a:pt x="0" y="85"/>
                </a:moveTo>
                <a:lnTo>
                  <a:pt x="1" y="83"/>
                </a:lnTo>
                <a:lnTo>
                  <a:pt x="2" y="81"/>
                </a:lnTo>
                <a:lnTo>
                  <a:pt x="5" y="78"/>
                </a:lnTo>
                <a:lnTo>
                  <a:pt x="7" y="74"/>
                </a:lnTo>
                <a:lnTo>
                  <a:pt x="10" y="70"/>
                </a:lnTo>
                <a:lnTo>
                  <a:pt x="12" y="67"/>
                </a:lnTo>
                <a:lnTo>
                  <a:pt x="15" y="63"/>
                </a:lnTo>
                <a:lnTo>
                  <a:pt x="18" y="59"/>
                </a:lnTo>
                <a:lnTo>
                  <a:pt x="21" y="56"/>
                </a:lnTo>
                <a:lnTo>
                  <a:pt x="24" y="51"/>
                </a:lnTo>
                <a:lnTo>
                  <a:pt x="28" y="47"/>
                </a:lnTo>
                <a:lnTo>
                  <a:pt x="31" y="43"/>
                </a:lnTo>
                <a:lnTo>
                  <a:pt x="34" y="39"/>
                </a:lnTo>
                <a:lnTo>
                  <a:pt x="36" y="35"/>
                </a:lnTo>
                <a:lnTo>
                  <a:pt x="39" y="32"/>
                </a:lnTo>
                <a:lnTo>
                  <a:pt x="42" y="28"/>
                </a:lnTo>
                <a:lnTo>
                  <a:pt x="47" y="23"/>
                </a:lnTo>
                <a:lnTo>
                  <a:pt x="50" y="17"/>
                </a:lnTo>
                <a:lnTo>
                  <a:pt x="52" y="14"/>
                </a:lnTo>
                <a:lnTo>
                  <a:pt x="55" y="10"/>
                </a:lnTo>
                <a:lnTo>
                  <a:pt x="57" y="7"/>
                </a:lnTo>
                <a:lnTo>
                  <a:pt x="59" y="5"/>
                </a:lnTo>
                <a:lnTo>
                  <a:pt x="62" y="2"/>
                </a:lnTo>
                <a:lnTo>
                  <a:pt x="6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1" name=""/>
          <p:cNvSpPr/>
          <p:nvPr/>
        </p:nvSpPr>
        <p:spPr>
          <a:xfrm>
            <a:off x="2074680" y="273672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2" name=""/>
          <p:cNvSpPr/>
          <p:nvPr/>
        </p:nvSpPr>
        <p:spPr>
          <a:xfrm>
            <a:off x="2074320" y="273600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2"/>
                </a:moveTo>
                <a:lnTo>
                  <a:pt x="2" y="0"/>
                </a:lnTo>
                <a:lnTo>
                  <a:pt x="0" y="2"/>
                </a:lnTo>
                <a:lnTo>
                  <a:pt x="0" y="3"/>
                </a:lnTo>
                <a:lnTo>
                  <a:pt x="0" y="5"/>
                </a:lnTo>
                <a:lnTo>
                  <a:pt x="2" y="5"/>
                </a:lnTo>
                <a:lnTo>
                  <a:pt x="3" y="3"/>
                </a:lnTo>
                <a:lnTo>
                  <a:pt x="3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3" name=""/>
          <p:cNvSpPr/>
          <p:nvPr/>
        </p:nvSpPr>
        <p:spPr>
          <a:xfrm>
            <a:off x="2063160" y="27590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4" name=""/>
          <p:cNvSpPr/>
          <p:nvPr/>
        </p:nvSpPr>
        <p:spPr>
          <a:xfrm>
            <a:off x="2062800" y="2759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5" name=""/>
          <p:cNvSpPr/>
          <p:nvPr/>
        </p:nvSpPr>
        <p:spPr>
          <a:xfrm>
            <a:off x="1899720" y="2731680"/>
            <a:ext cx="3600" cy="39600"/>
          </a:xfrm>
          <a:custGeom>
            <a:avLst/>
            <a:gdLst/>
            <a:ahLst/>
            <a:rect l="0" t="0" r="r" b="b"/>
            <a:pathLst>
              <a:path fill="none" w="10" h="110">
                <a:moveTo>
                  <a:pt x="4" y="0"/>
                </a:moveTo>
                <a:lnTo>
                  <a:pt x="3" y="4"/>
                </a:lnTo>
                <a:lnTo>
                  <a:pt x="3" y="8"/>
                </a:lnTo>
                <a:lnTo>
                  <a:pt x="1" y="13"/>
                </a:lnTo>
                <a:lnTo>
                  <a:pt x="1" y="19"/>
                </a:lnTo>
                <a:lnTo>
                  <a:pt x="1" y="23"/>
                </a:lnTo>
                <a:lnTo>
                  <a:pt x="1" y="29"/>
                </a:lnTo>
                <a:lnTo>
                  <a:pt x="0" y="36"/>
                </a:lnTo>
                <a:lnTo>
                  <a:pt x="0" y="40"/>
                </a:lnTo>
                <a:lnTo>
                  <a:pt x="0" y="44"/>
                </a:lnTo>
                <a:lnTo>
                  <a:pt x="0" y="50"/>
                </a:lnTo>
                <a:lnTo>
                  <a:pt x="0" y="56"/>
                </a:lnTo>
                <a:lnTo>
                  <a:pt x="1" y="62"/>
                </a:lnTo>
                <a:lnTo>
                  <a:pt x="3" y="70"/>
                </a:lnTo>
                <a:lnTo>
                  <a:pt x="3" y="72"/>
                </a:lnTo>
                <a:lnTo>
                  <a:pt x="3" y="77"/>
                </a:lnTo>
                <a:lnTo>
                  <a:pt x="4" y="82"/>
                </a:lnTo>
                <a:lnTo>
                  <a:pt x="6" y="91"/>
                </a:lnTo>
                <a:lnTo>
                  <a:pt x="6" y="97"/>
                </a:lnTo>
                <a:lnTo>
                  <a:pt x="7" y="100"/>
                </a:lnTo>
                <a:lnTo>
                  <a:pt x="8" y="104"/>
                </a:lnTo>
                <a:lnTo>
                  <a:pt x="9" y="106"/>
                </a:lnTo>
                <a:lnTo>
                  <a:pt x="10" y="11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6" name=""/>
          <p:cNvSpPr/>
          <p:nvPr/>
        </p:nvSpPr>
        <p:spPr>
          <a:xfrm>
            <a:off x="2039040" y="2772000"/>
            <a:ext cx="720" cy="3960"/>
          </a:xfrm>
          <a:custGeom>
            <a:avLst/>
            <a:gdLst/>
            <a:ahLst/>
            <a:rect l="0" t="0" r="r" b="b"/>
            <a:pathLst>
              <a:path fill="none" w="2" h="11">
                <a:moveTo>
                  <a:pt x="2" y="11"/>
                </a:moveTo>
                <a:lnTo>
                  <a:pt x="0" y="10"/>
                </a:lnTo>
                <a:lnTo>
                  <a:pt x="0" y="7"/>
                </a:lnTo>
                <a:lnTo>
                  <a:pt x="0" y="3"/>
                </a:lnTo>
                <a:lnTo>
                  <a:pt x="2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7" name=""/>
          <p:cNvSpPr/>
          <p:nvPr/>
        </p:nvSpPr>
        <p:spPr>
          <a:xfrm>
            <a:off x="2040120" y="2772360"/>
            <a:ext cx="720" cy="3600"/>
          </a:xfrm>
          <a:custGeom>
            <a:avLst/>
            <a:gdLst/>
            <a:ahLst/>
            <a:rect l="0" t="0" r="r" b="b"/>
            <a:pathLst>
              <a:path fill="none" w="2" h="10">
                <a:moveTo>
                  <a:pt x="0" y="0"/>
                </a:move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2" y="4"/>
                </a:lnTo>
                <a:lnTo>
                  <a:pt x="2" y="6"/>
                </a:lnTo>
                <a:lnTo>
                  <a:pt x="2" y="9"/>
                </a:lnTo>
                <a:lnTo>
                  <a:pt x="0" y="1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8" name=""/>
          <p:cNvSpPr/>
          <p:nvPr/>
        </p:nvSpPr>
        <p:spPr>
          <a:xfrm>
            <a:off x="2039040" y="277776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0" y="4"/>
                </a:moveTo>
                <a:lnTo>
                  <a:pt x="1" y="3"/>
                </a:lnTo>
                <a:lnTo>
                  <a:pt x="2" y="1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9" name=""/>
          <p:cNvSpPr/>
          <p:nvPr/>
        </p:nvSpPr>
        <p:spPr>
          <a:xfrm>
            <a:off x="2039400" y="277956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0"/>
                </a:moveTo>
                <a:lnTo>
                  <a:pt x="6" y="4"/>
                </a:lnTo>
                <a:lnTo>
                  <a:pt x="5" y="5"/>
                </a:lnTo>
                <a:lnTo>
                  <a:pt x="4" y="5"/>
                </a:lnTo>
                <a:lnTo>
                  <a:pt x="2" y="5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0" name=""/>
          <p:cNvSpPr/>
          <p:nvPr/>
        </p:nvSpPr>
        <p:spPr>
          <a:xfrm>
            <a:off x="2037600" y="2779560"/>
            <a:ext cx="720" cy="2880"/>
          </a:xfrm>
          <a:custGeom>
            <a:avLst/>
            <a:gdLst/>
            <a:ahLst/>
            <a:rect l="0" t="0" r="r" b="b"/>
            <a:pathLst>
              <a:path fill="none" w="2" h="8">
                <a:moveTo>
                  <a:pt x="2" y="8"/>
                </a:moveTo>
                <a:lnTo>
                  <a:pt x="0" y="7"/>
                </a:lnTo>
                <a:lnTo>
                  <a:pt x="0" y="5"/>
                </a:lnTo>
                <a:lnTo>
                  <a:pt x="0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1" name=""/>
          <p:cNvSpPr/>
          <p:nvPr/>
        </p:nvSpPr>
        <p:spPr>
          <a:xfrm>
            <a:off x="2036160" y="278208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1" y="6"/>
                </a:moveTo>
                <a:lnTo>
                  <a:pt x="0" y="5"/>
                </a:lnTo>
                <a:lnTo>
                  <a:pt x="0" y="4"/>
                </a:lnTo>
                <a:lnTo>
                  <a:pt x="0" y="1"/>
                </a:lnTo>
                <a:lnTo>
                  <a:pt x="1" y="0"/>
                </a:lnTo>
                <a:lnTo>
                  <a:pt x="3" y="1"/>
                </a:lnTo>
                <a:lnTo>
                  <a:pt x="5" y="1"/>
                </a:lnTo>
                <a:lnTo>
                  <a:pt x="5" y="3"/>
                </a:lnTo>
                <a:lnTo>
                  <a:pt x="6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2" name=""/>
          <p:cNvSpPr/>
          <p:nvPr/>
        </p:nvSpPr>
        <p:spPr>
          <a:xfrm>
            <a:off x="2033640" y="278496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0" y="5"/>
                </a:moveTo>
                <a:lnTo>
                  <a:pt x="0" y="4"/>
                </a:lnTo>
                <a:lnTo>
                  <a:pt x="1" y="1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3" name=""/>
          <p:cNvSpPr/>
          <p:nvPr/>
        </p:nvSpPr>
        <p:spPr>
          <a:xfrm>
            <a:off x="2040480" y="2782800"/>
            <a:ext cx="1440" cy="3960"/>
          </a:xfrm>
          <a:custGeom>
            <a:avLst/>
            <a:gdLst/>
            <a:ahLst/>
            <a:rect l="0" t="0" r="r" b="b"/>
            <a:pathLst>
              <a:path fill="none" w="4" h="11">
                <a:moveTo>
                  <a:pt x="0" y="0"/>
                </a:moveTo>
                <a:lnTo>
                  <a:pt x="2" y="1"/>
                </a:lnTo>
                <a:lnTo>
                  <a:pt x="2" y="2"/>
                </a:lnTo>
                <a:lnTo>
                  <a:pt x="4" y="5"/>
                </a:lnTo>
                <a:lnTo>
                  <a:pt x="4" y="7"/>
                </a:lnTo>
                <a:lnTo>
                  <a:pt x="2" y="8"/>
                </a:lnTo>
                <a:lnTo>
                  <a:pt x="2" y="10"/>
                </a:lnTo>
                <a:lnTo>
                  <a:pt x="0" y="1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4" name=""/>
          <p:cNvSpPr/>
          <p:nvPr/>
        </p:nvSpPr>
        <p:spPr>
          <a:xfrm>
            <a:off x="2037240" y="2789280"/>
            <a:ext cx="3960" cy="1800"/>
          </a:xfrm>
          <a:custGeom>
            <a:avLst/>
            <a:gdLst/>
            <a:ahLst/>
            <a:rect l="0" t="0" r="r" b="b"/>
            <a:pathLst>
              <a:path fill="none" w="11" h="5">
                <a:moveTo>
                  <a:pt x="0" y="2"/>
                </a:moveTo>
                <a:lnTo>
                  <a:pt x="2" y="2"/>
                </a:lnTo>
                <a:lnTo>
                  <a:pt x="4" y="0"/>
                </a:lnTo>
                <a:lnTo>
                  <a:pt x="6" y="0"/>
                </a:lnTo>
                <a:lnTo>
                  <a:pt x="8" y="2"/>
                </a:lnTo>
                <a:lnTo>
                  <a:pt x="11" y="3"/>
                </a:lnTo>
                <a:lnTo>
                  <a:pt x="11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5" name=""/>
          <p:cNvSpPr/>
          <p:nvPr/>
        </p:nvSpPr>
        <p:spPr>
          <a:xfrm>
            <a:off x="2037600" y="2790360"/>
            <a:ext cx="3240" cy="1440"/>
          </a:xfrm>
          <a:custGeom>
            <a:avLst/>
            <a:gdLst/>
            <a:ahLst/>
            <a:rect l="0" t="0" r="r" b="b"/>
            <a:pathLst>
              <a:path fill="none" w="9" h="4">
                <a:moveTo>
                  <a:pt x="9" y="2"/>
                </a:moveTo>
                <a:lnTo>
                  <a:pt x="7" y="4"/>
                </a:lnTo>
                <a:lnTo>
                  <a:pt x="6" y="4"/>
                </a:lnTo>
                <a:lnTo>
                  <a:pt x="4" y="4"/>
                </a:lnTo>
                <a:lnTo>
                  <a:pt x="2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6" name=""/>
          <p:cNvSpPr/>
          <p:nvPr/>
        </p:nvSpPr>
        <p:spPr>
          <a:xfrm>
            <a:off x="2043720" y="27939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7" name=""/>
          <p:cNvSpPr/>
          <p:nvPr/>
        </p:nvSpPr>
        <p:spPr>
          <a:xfrm>
            <a:off x="2031840" y="284580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0"/>
                </a:move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8" name=""/>
          <p:cNvSpPr/>
          <p:nvPr/>
        </p:nvSpPr>
        <p:spPr>
          <a:xfrm>
            <a:off x="2031840" y="28490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9" name=""/>
          <p:cNvSpPr/>
          <p:nvPr/>
        </p:nvSpPr>
        <p:spPr>
          <a:xfrm>
            <a:off x="2024280" y="28497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4" y="4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0" name=""/>
          <p:cNvSpPr/>
          <p:nvPr/>
        </p:nvSpPr>
        <p:spPr>
          <a:xfrm>
            <a:off x="2016360" y="2854440"/>
            <a:ext cx="34560" cy="12600"/>
          </a:xfrm>
          <a:custGeom>
            <a:avLst/>
            <a:gdLst/>
            <a:ahLst/>
            <a:rect l="0" t="0" r="r" b="b"/>
            <a:pathLst>
              <a:path fill="none" w="96" h="35">
                <a:moveTo>
                  <a:pt x="0" y="35"/>
                </a:moveTo>
                <a:lnTo>
                  <a:pt x="5" y="34"/>
                </a:lnTo>
                <a:lnTo>
                  <a:pt x="11" y="32"/>
                </a:lnTo>
                <a:lnTo>
                  <a:pt x="17" y="31"/>
                </a:lnTo>
                <a:lnTo>
                  <a:pt x="24" y="29"/>
                </a:lnTo>
                <a:lnTo>
                  <a:pt x="28" y="28"/>
                </a:lnTo>
                <a:lnTo>
                  <a:pt x="33" y="26"/>
                </a:lnTo>
                <a:lnTo>
                  <a:pt x="39" y="25"/>
                </a:lnTo>
                <a:lnTo>
                  <a:pt x="45" y="23"/>
                </a:lnTo>
                <a:lnTo>
                  <a:pt x="51" y="21"/>
                </a:lnTo>
                <a:lnTo>
                  <a:pt x="58" y="19"/>
                </a:lnTo>
                <a:lnTo>
                  <a:pt x="64" y="17"/>
                </a:lnTo>
                <a:lnTo>
                  <a:pt x="68" y="15"/>
                </a:lnTo>
                <a:lnTo>
                  <a:pt x="72" y="14"/>
                </a:lnTo>
                <a:lnTo>
                  <a:pt x="76" y="12"/>
                </a:lnTo>
                <a:lnTo>
                  <a:pt x="81" y="9"/>
                </a:lnTo>
                <a:lnTo>
                  <a:pt x="84" y="6"/>
                </a:lnTo>
                <a:lnTo>
                  <a:pt x="89" y="4"/>
                </a:lnTo>
                <a:lnTo>
                  <a:pt x="93" y="2"/>
                </a:lnTo>
                <a:lnTo>
                  <a:pt x="9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1" name=""/>
          <p:cNvSpPr/>
          <p:nvPr/>
        </p:nvSpPr>
        <p:spPr>
          <a:xfrm>
            <a:off x="2133720" y="3623400"/>
            <a:ext cx="68400" cy="59760"/>
          </a:xfrm>
          <a:custGeom>
            <a:avLst/>
            <a:gdLst/>
            <a:ahLst/>
            <a:rect l="0" t="0" r="r" b="b"/>
            <a:pathLst>
              <a:path w="190" h="166">
                <a:moveTo>
                  <a:pt x="114" y="2"/>
                </a:moveTo>
                <a:lnTo>
                  <a:pt x="115" y="2"/>
                </a:lnTo>
                <a:lnTo>
                  <a:pt x="115" y="3"/>
                </a:lnTo>
                <a:lnTo>
                  <a:pt x="115" y="4"/>
                </a:lnTo>
                <a:lnTo>
                  <a:pt x="115" y="5"/>
                </a:lnTo>
                <a:lnTo>
                  <a:pt x="114" y="6"/>
                </a:lnTo>
                <a:lnTo>
                  <a:pt x="114" y="7"/>
                </a:lnTo>
                <a:lnTo>
                  <a:pt x="114" y="8"/>
                </a:lnTo>
                <a:lnTo>
                  <a:pt x="113" y="9"/>
                </a:lnTo>
                <a:lnTo>
                  <a:pt x="114" y="10"/>
                </a:lnTo>
                <a:lnTo>
                  <a:pt x="114" y="11"/>
                </a:lnTo>
                <a:lnTo>
                  <a:pt x="115" y="12"/>
                </a:lnTo>
                <a:lnTo>
                  <a:pt x="115" y="13"/>
                </a:lnTo>
                <a:lnTo>
                  <a:pt x="116" y="13"/>
                </a:lnTo>
                <a:lnTo>
                  <a:pt x="117" y="13"/>
                </a:lnTo>
                <a:lnTo>
                  <a:pt x="117" y="14"/>
                </a:lnTo>
                <a:lnTo>
                  <a:pt x="116" y="15"/>
                </a:lnTo>
                <a:lnTo>
                  <a:pt x="117" y="15"/>
                </a:lnTo>
                <a:lnTo>
                  <a:pt x="117" y="16"/>
                </a:lnTo>
                <a:lnTo>
                  <a:pt x="118" y="17"/>
                </a:lnTo>
                <a:lnTo>
                  <a:pt x="119" y="17"/>
                </a:lnTo>
                <a:lnTo>
                  <a:pt x="120" y="17"/>
                </a:lnTo>
                <a:lnTo>
                  <a:pt x="121" y="18"/>
                </a:lnTo>
                <a:lnTo>
                  <a:pt x="120" y="18"/>
                </a:lnTo>
                <a:lnTo>
                  <a:pt x="121" y="18"/>
                </a:lnTo>
                <a:lnTo>
                  <a:pt x="122" y="19"/>
                </a:lnTo>
                <a:lnTo>
                  <a:pt x="124" y="20"/>
                </a:lnTo>
                <a:lnTo>
                  <a:pt x="124" y="21"/>
                </a:lnTo>
                <a:lnTo>
                  <a:pt x="124" y="22"/>
                </a:lnTo>
                <a:lnTo>
                  <a:pt x="125" y="22"/>
                </a:lnTo>
                <a:lnTo>
                  <a:pt x="125" y="23"/>
                </a:lnTo>
                <a:lnTo>
                  <a:pt x="125" y="22"/>
                </a:lnTo>
                <a:lnTo>
                  <a:pt x="126" y="22"/>
                </a:lnTo>
                <a:lnTo>
                  <a:pt x="127" y="22"/>
                </a:lnTo>
                <a:lnTo>
                  <a:pt x="129" y="23"/>
                </a:lnTo>
                <a:lnTo>
                  <a:pt x="130" y="24"/>
                </a:lnTo>
                <a:lnTo>
                  <a:pt x="131" y="25"/>
                </a:lnTo>
                <a:lnTo>
                  <a:pt x="132" y="25"/>
                </a:lnTo>
                <a:lnTo>
                  <a:pt x="132" y="26"/>
                </a:lnTo>
                <a:lnTo>
                  <a:pt x="131" y="26"/>
                </a:lnTo>
                <a:lnTo>
                  <a:pt x="132" y="26"/>
                </a:lnTo>
                <a:lnTo>
                  <a:pt x="132" y="27"/>
                </a:lnTo>
                <a:lnTo>
                  <a:pt x="133" y="27"/>
                </a:lnTo>
                <a:lnTo>
                  <a:pt x="133" y="28"/>
                </a:lnTo>
                <a:lnTo>
                  <a:pt x="133" y="29"/>
                </a:lnTo>
                <a:lnTo>
                  <a:pt x="134" y="29"/>
                </a:lnTo>
                <a:lnTo>
                  <a:pt x="135" y="29"/>
                </a:lnTo>
                <a:lnTo>
                  <a:pt x="136" y="29"/>
                </a:lnTo>
                <a:lnTo>
                  <a:pt x="136" y="30"/>
                </a:lnTo>
                <a:lnTo>
                  <a:pt x="135" y="30"/>
                </a:lnTo>
                <a:lnTo>
                  <a:pt x="136" y="31"/>
                </a:lnTo>
                <a:lnTo>
                  <a:pt x="135" y="31"/>
                </a:lnTo>
                <a:lnTo>
                  <a:pt x="135" y="32"/>
                </a:lnTo>
                <a:lnTo>
                  <a:pt x="136" y="32"/>
                </a:lnTo>
                <a:lnTo>
                  <a:pt x="137" y="33"/>
                </a:lnTo>
                <a:lnTo>
                  <a:pt x="137" y="34"/>
                </a:lnTo>
                <a:lnTo>
                  <a:pt x="138" y="34"/>
                </a:lnTo>
                <a:lnTo>
                  <a:pt x="139" y="35"/>
                </a:lnTo>
                <a:lnTo>
                  <a:pt x="139" y="36"/>
                </a:lnTo>
                <a:lnTo>
                  <a:pt x="141" y="37"/>
                </a:lnTo>
                <a:lnTo>
                  <a:pt x="142" y="37"/>
                </a:lnTo>
                <a:lnTo>
                  <a:pt x="145" y="38"/>
                </a:lnTo>
                <a:lnTo>
                  <a:pt x="145" y="37"/>
                </a:lnTo>
                <a:lnTo>
                  <a:pt x="146" y="37"/>
                </a:lnTo>
                <a:lnTo>
                  <a:pt x="148" y="37"/>
                </a:lnTo>
                <a:lnTo>
                  <a:pt x="149" y="37"/>
                </a:lnTo>
                <a:lnTo>
                  <a:pt x="150" y="37"/>
                </a:lnTo>
                <a:lnTo>
                  <a:pt x="151" y="36"/>
                </a:lnTo>
                <a:lnTo>
                  <a:pt x="152" y="36"/>
                </a:lnTo>
                <a:lnTo>
                  <a:pt x="153" y="37"/>
                </a:lnTo>
                <a:lnTo>
                  <a:pt x="154" y="37"/>
                </a:lnTo>
                <a:lnTo>
                  <a:pt x="155" y="37"/>
                </a:lnTo>
                <a:lnTo>
                  <a:pt x="156" y="37"/>
                </a:lnTo>
                <a:lnTo>
                  <a:pt x="157" y="37"/>
                </a:lnTo>
                <a:lnTo>
                  <a:pt x="158" y="37"/>
                </a:lnTo>
                <a:lnTo>
                  <a:pt x="159" y="37"/>
                </a:lnTo>
                <a:lnTo>
                  <a:pt x="161" y="37"/>
                </a:lnTo>
                <a:lnTo>
                  <a:pt x="162" y="38"/>
                </a:lnTo>
                <a:lnTo>
                  <a:pt x="163" y="38"/>
                </a:lnTo>
                <a:lnTo>
                  <a:pt x="163" y="39"/>
                </a:lnTo>
                <a:lnTo>
                  <a:pt x="164" y="39"/>
                </a:lnTo>
                <a:lnTo>
                  <a:pt x="165" y="39"/>
                </a:lnTo>
                <a:lnTo>
                  <a:pt x="166" y="39"/>
                </a:lnTo>
                <a:lnTo>
                  <a:pt x="167" y="40"/>
                </a:lnTo>
                <a:lnTo>
                  <a:pt x="167" y="41"/>
                </a:lnTo>
                <a:lnTo>
                  <a:pt x="168" y="41"/>
                </a:lnTo>
                <a:lnTo>
                  <a:pt x="169" y="41"/>
                </a:lnTo>
                <a:lnTo>
                  <a:pt x="171" y="41"/>
                </a:lnTo>
                <a:lnTo>
                  <a:pt x="172" y="41"/>
                </a:lnTo>
                <a:lnTo>
                  <a:pt x="173" y="41"/>
                </a:lnTo>
                <a:lnTo>
                  <a:pt x="173" y="40"/>
                </a:lnTo>
                <a:lnTo>
                  <a:pt x="175" y="40"/>
                </a:lnTo>
                <a:lnTo>
                  <a:pt x="175" y="39"/>
                </a:lnTo>
                <a:lnTo>
                  <a:pt x="176" y="39"/>
                </a:lnTo>
                <a:lnTo>
                  <a:pt x="177" y="39"/>
                </a:lnTo>
                <a:lnTo>
                  <a:pt x="179" y="38"/>
                </a:lnTo>
                <a:lnTo>
                  <a:pt x="180" y="38"/>
                </a:lnTo>
                <a:lnTo>
                  <a:pt x="181" y="39"/>
                </a:lnTo>
                <a:lnTo>
                  <a:pt x="182" y="39"/>
                </a:lnTo>
                <a:lnTo>
                  <a:pt x="185" y="40"/>
                </a:lnTo>
                <a:lnTo>
                  <a:pt x="186" y="40"/>
                </a:lnTo>
                <a:lnTo>
                  <a:pt x="186" y="39"/>
                </a:lnTo>
                <a:lnTo>
                  <a:pt x="187" y="39"/>
                </a:lnTo>
                <a:lnTo>
                  <a:pt x="188" y="40"/>
                </a:lnTo>
                <a:lnTo>
                  <a:pt x="189" y="40"/>
                </a:lnTo>
                <a:lnTo>
                  <a:pt x="189" y="41"/>
                </a:lnTo>
                <a:lnTo>
                  <a:pt x="190" y="41"/>
                </a:lnTo>
                <a:lnTo>
                  <a:pt x="189" y="42"/>
                </a:lnTo>
                <a:lnTo>
                  <a:pt x="188" y="43"/>
                </a:lnTo>
                <a:lnTo>
                  <a:pt x="187" y="44"/>
                </a:lnTo>
                <a:lnTo>
                  <a:pt x="186" y="44"/>
                </a:lnTo>
                <a:lnTo>
                  <a:pt x="186" y="43"/>
                </a:lnTo>
                <a:lnTo>
                  <a:pt x="185" y="42"/>
                </a:lnTo>
                <a:lnTo>
                  <a:pt x="183" y="42"/>
                </a:lnTo>
                <a:lnTo>
                  <a:pt x="183" y="44"/>
                </a:lnTo>
                <a:lnTo>
                  <a:pt x="182" y="44"/>
                </a:lnTo>
                <a:lnTo>
                  <a:pt x="181" y="44"/>
                </a:lnTo>
                <a:lnTo>
                  <a:pt x="181" y="43"/>
                </a:lnTo>
                <a:lnTo>
                  <a:pt x="180" y="44"/>
                </a:lnTo>
                <a:lnTo>
                  <a:pt x="180" y="45"/>
                </a:lnTo>
                <a:lnTo>
                  <a:pt x="181" y="45"/>
                </a:lnTo>
                <a:lnTo>
                  <a:pt x="180" y="45"/>
                </a:lnTo>
                <a:lnTo>
                  <a:pt x="180" y="46"/>
                </a:lnTo>
                <a:lnTo>
                  <a:pt x="179" y="47"/>
                </a:lnTo>
                <a:lnTo>
                  <a:pt x="180" y="47"/>
                </a:lnTo>
                <a:lnTo>
                  <a:pt x="180" y="49"/>
                </a:lnTo>
                <a:lnTo>
                  <a:pt x="181" y="49"/>
                </a:lnTo>
                <a:lnTo>
                  <a:pt x="181" y="50"/>
                </a:lnTo>
                <a:lnTo>
                  <a:pt x="180" y="50"/>
                </a:lnTo>
                <a:lnTo>
                  <a:pt x="179" y="50"/>
                </a:lnTo>
                <a:lnTo>
                  <a:pt x="178" y="50"/>
                </a:lnTo>
                <a:lnTo>
                  <a:pt x="178" y="51"/>
                </a:lnTo>
                <a:lnTo>
                  <a:pt x="177" y="51"/>
                </a:lnTo>
                <a:lnTo>
                  <a:pt x="176" y="51"/>
                </a:lnTo>
                <a:lnTo>
                  <a:pt x="175" y="50"/>
                </a:lnTo>
                <a:lnTo>
                  <a:pt x="174" y="49"/>
                </a:lnTo>
                <a:lnTo>
                  <a:pt x="173" y="49"/>
                </a:lnTo>
                <a:lnTo>
                  <a:pt x="172" y="50"/>
                </a:lnTo>
                <a:lnTo>
                  <a:pt x="172" y="49"/>
                </a:lnTo>
                <a:lnTo>
                  <a:pt x="171" y="49"/>
                </a:lnTo>
                <a:lnTo>
                  <a:pt x="170" y="49"/>
                </a:lnTo>
                <a:lnTo>
                  <a:pt x="170" y="50"/>
                </a:lnTo>
                <a:lnTo>
                  <a:pt x="169" y="50"/>
                </a:lnTo>
                <a:lnTo>
                  <a:pt x="168" y="51"/>
                </a:lnTo>
                <a:lnTo>
                  <a:pt x="167" y="51"/>
                </a:lnTo>
                <a:lnTo>
                  <a:pt x="165" y="52"/>
                </a:lnTo>
                <a:lnTo>
                  <a:pt x="165" y="53"/>
                </a:lnTo>
                <a:lnTo>
                  <a:pt x="165" y="55"/>
                </a:lnTo>
                <a:lnTo>
                  <a:pt x="166" y="55"/>
                </a:lnTo>
                <a:lnTo>
                  <a:pt x="166" y="56"/>
                </a:lnTo>
                <a:lnTo>
                  <a:pt x="164" y="56"/>
                </a:lnTo>
                <a:lnTo>
                  <a:pt x="163" y="56"/>
                </a:lnTo>
                <a:lnTo>
                  <a:pt x="162" y="56"/>
                </a:lnTo>
                <a:lnTo>
                  <a:pt x="161" y="57"/>
                </a:lnTo>
                <a:lnTo>
                  <a:pt x="161" y="58"/>
                </a:lnTo>
                <a:lnTo>
                  <a:pt x="162" y="58"/>
                </a:lnTo>
                <a:lnTo>
                  <a:pt x="163" y="59"/>
                </a:lnTo>
                <a:lnTo>
                  <a:pt x="163" y="60"/>
                </a:lnTo>
                <a:lnTo>
                  <a:pt x="163" y="61"/>
                </a:lnTo>
                <a:lnTo>
                  <a:pt x="163" y="62"/>
                </a:lnTo>
                <a:lnTo>
                  <a:pt x="164" y="62"/>
                </a:lnTo>
                <a:lnTo>
                  <a:pt x="165" y="62"/>
                </a:lnTo>
                <a:lnTo>
                  <a:pt x="166" y="63"/>
                </a:lnTo>
                <a:lnTo>
                  <a:pt x="166" y="64"/>
                </a:lnTo>
                <a:lnTo>
                  <a:pt x="164" y="65"/>
                </a:lnTo>
                <a:lnTo>
                  <a:pt x="164" y="66"/>
                </a:lnTo>
                <a:lnTo>
                  <a:pt x="163" y="66"/>
                </a:lnTo>
                <a:lnTo>
                  <a:pt x="164" y="67"/>
                </a:lnTo>
                <a:lnTo>
                  <a:pt x="164" y="68"/>
                </a:lnTo>
                <a:lnTo>
                  <a:pt x="163" y="69"/>
                </a:lnTo>
                <a:lnTo>
                  <a:pt x="162" y="70"/>
                </a:lnTo>
                <a:lnTo>
                  <a:pt x="162" y="71"/>
                </a:lnTo>
                <a:lnTo>
                  <a:pt x="163" y="71"/>
                </a:lnTo>
                <a:lnTo>
                  <a:pt x="164" y="71"/>
                </a:lnTo>
                <a:lnTo>
                  <a:pt x="165" y="72"/>
                </a:lnTo>
                <a:lnTo>
                  <a:pt x="165" y="73"/>
                </a:lnTo>
                <a:lnTo>
                  <a:pt x="166" y="74"/>
                </a:lnTo>
                <a:lnTo>
                  <a:pt x="167" y="74"/>
                </a:lnTo>
                <a:lnTo>
                  <a:pt x="167" y="75"/>
                </a:lnTo>
                <a:lnTo>
                  <a:pt x="167" y="76"/>
                </a:lnTo>
                <a:lnTo>
                  <a:pt x="167" y="77"/>
                </a:lnTo>
                <a:lnTo>
                  <a:pt x="168" y="78"/>
                </a:lnTo>
                <a:lnTo>
                  <a:pt x="169" y="78"/>
                </a:lnTo>
                <a:lnTo>
                  <a:pt x="169" y="79"/>
                </a:lnTo>
                <a:lnTo>
                  <a:pt x="169" y="80"/>
                </a:lnTo>
                <a:lnTo>
                  <a:pt x="170" y="80"/>
                </a:lnTo>
                <a:lnTo>
                  <a:pt x="171" y="79"/>
                </a:lnTo>
                <a:lnTo>
                  <a:pt x="172" y="79"/>
                </a:lnTo>
                <a:lnTo>
                  <a:pt x="173" y="80"/>
                </a:lnTo>
                <a:lnTo>
                  <a:pt x="173" y="81"/>
                </a:lnTo>
                <a:lnTo>
                  <a:pt x="173" y="82"/>
                </a:lnTo>
                <a:lnTo>
                  <a:pt x="173" y="84"/>
                </a:lnTo>
                <a:lnTo>
                  <a:pt x="173" y="85"/>
                </a:lnTo>
                <a:lnTo>
                  <a:pt x="174" y="86"/>
                </a:lnTo>
                <a:lnTo>
                  <a:pt x="175" y="86"/>
                </a:lnTo>
                <a:lnTo>
                  <a:pt x="176" y="86"/>
                </a:lnTo>
                <a:lnTo>
                  <a:pt x="177" y="86"/>
                </a:lnTo>
                <a:lnTo>
                  <a:pt x="178" y="86"/>
                </a:lnTo>
                <a:lnTo>
                  <a:pt x="178" y="87"/>
                </a:lnTo>
                <a:lnTo>
                  <a:pt x="177" y="87"/>
                </a:lnTo>
                <a:lnTo>
                  <a:pt x="176" y="87"/>
                </a:lnTo>
                <a:lnTo>
                  <a:pt x="176" y="88"/>
                </a:lnTo>
                <a:lnTo>
                  <a:pt x="177" y="88"/>
                </a:lnTo>
                <a:lnTo>
                  <a:pt x="178" y="89"/>
                </a:lnTo>
                <a:lnTo>
                  <a:pt x="177" y="89"/>
                </a:lnTo>
                <a:lnTo>
                  <a:pt x="176" y="89"/>
                </a:lnTo>
                <a:lnTo>
                  <a:pt x="177" y="89"/>
                </a:lnTo>
                <a:lnTo>
                  <a:pt x="177" y="90"/>
                </a:lnTo>
                <a:lnTo>
                  <a:pt x="178" y="90"/>
                </a:lnTo>
                <a:lnTo>
                  <a:pt x="179" y="90"/>
                </a:lnTo>
                <a:lnTo>
                  <a:pt x="179" y="91"/>
                </a:lnTo>
                <a:lnTo>
                  <a:pt x="177" y="91"/>
                </a:lnTo>
                <a:lnTo>
                  <a:pt x="177" y="92"/>
                </a:lnTo>
                <a:lnTo>
                  <a:pt x="176" y="92"/>
                </a:lnTo>
                <a:lnTo>
                  <a:pt x="174" y="92"/>
                </a:lnTo>
                <a:lnTo>
                  <a:pt x="175" y="93"/>
                </a:lnTo>
                <a:lnTo>
                  <a:pt x="175" y="94"/>
                </a:lnTo>
                <a:lnTo>
                  <a:pt x="174" y="94"/>
                </a:lnTo>
                <a:lnTo>
                  <a:pt x="174" y="95"/>
                </a:lnTo>
                <a:lnTo>
                  <a:pt x="174" y="96"/>
                </a:lnTo>
                <a:lnTo>
                  <a:pt x="173" y="96"/>
                </a:lnTo>
                <a:lnTo>
                  <a:pt x="172" y="96"/>
                </a:lnTo>
                <a:lnTo>
                  <a:pt x="172" y="95"/>
                </a:lnTo>
                <a:lnTo>
                  <a:pt x="170" y="95"/>
                </a:lnTo>
                <a:lnTo>
                  <a:pt x="170" y="96"/>
                </a:lnTo>
                <a:lnTo>
                  <a:pt x="170" y="97"/>
                </a:lnTo>
                <a:lnTo>
                  <a:pt x="169" y="97"/>
                </a:lnTo>
                <a:lnTo>
                  <a:pt x="168" y="97"/>
                </a:lnTo>
                <a:lnTo>
                  <a:pt x="167" y="98"/>
                </a:lnTo>
                <a:lnTo>
                  <a:pt x="166" y="98"/>
                </a:lnTo>
                <a:lnTo>
                  <a:pt x="165" y="98"/>
                </a:lnTo>
                <a:lnTo>
                  <a:pt x="164" y="98"/>
                </a:lnTo>
                <a:lnTo>
                  <a:pt x="163" y="99"/>
                </a:lnTo>
                <a:lnTo>
                  <a:pt x="163" y="100"/>
                </a:lnTo>
                <a:lnTo>
                  <a:pt x="161" y="100"/>
                </a:lnTo>
                <a:lnTo>
                  <a:pt x="161" y="101"/>
                </a:lnTo>
                <a:lnTo>
                  <a:pt x="161" y="102"/>
                </a:lnTo>
                <a:lnTo>
                  <a:pt x="160" y="103"/>
                </a:lnTo>
                <a:lnTo>
                  <a:pt x="160" y="102"/>
                </a:lnTo>
                <a:lnTo>
                  <a:pt x="159" y="101"/>
                </a:lnTo>
                <a:lnTo>
                  <a:pt x="159" y="102"/>
                </a:lnTo>
                <a:lnTo>
                  <a:pt x="158" y="102"/>
                </a:lnTo>
                <a:lnTo>
                  <a:pt x="157" y="102"/>
                </a:lnTo>
                <a:lnTo>
                  <a:pt x="156" y="102"/>
                </a:lnTo>
                <a:lnTo>
                  <a:pt x="156" y="103"/>
                </a:lnTo>
                <a:lnTo>
                  <a:pt x="155" y="103"/>
                </a:lnTo>
                <a:lnTo>
                  <a:pt x="154" y="103"/>
                </a:lnTo>
                <a:lnTo>
                  <a:pt x="154" y="102"/>
                </a:lnTo>
                <a:lnTo>
                  <a:pt x="153" y="102"/>
                </a:lnTo>
                <a:lnTo>
                  <a:pt x="151" y="102"/>
                </a:lnTo>
                <a:lnTo>
                  <a:pt x="150" y="102"/>
                </a:lnTo>
                <a:lnTo>
                  <a:pt x="150" y="103"/>
                </a:lnTo>
                <a:lnTo>
                  <a:pt x="149" y="103"/>
                </a:lnTo>
                <a:lnTo>
                  <a:pt x="148" y="103"/>
                </a:lnTo>
                <a:lnTo>
                  <a:pt x="147" y="103"/>
                </a:lnTo>
                <a:lnTo>
                  <a:pt x="147" y="104"/>
                </a:lnTo>
                <a:lnTo>
                  <a:pt x="146" y="104"/>
                </a:lnTo>
                <a:lnTo>
                  <a:pt x="146" y="105"/>
                </a:lnTo>
                <a:lnTo>
                  <a:pt x="145" y="106"/>
                </a:lnTo>
                <a:lnTo>
                  <a:pt x="142" y="106"/>
                </a:lnTo>
                <a:lnTo>
                  <a:pt x="141" y="106"/>
                </a:lnTo>
                <a:lnTo>
                  <a:pt x="140" y="106"/>
                </a:lnTo>
                <a:lnTo>
                  <a:pt x="140" y="104"/>
                </a:lnTo>
                <a:lnTo>
                  <a:pt x="139" y="104"/>
                </a:lnTo>
                <a:lnTo>
                  <a:pt x="138" y="105"/>
                </a:lnTo>
                <a:lnTo>
                  <a:pt x="137" y="105"/>
                </a:lnTo>
                <a:lnTo>
                  <a:pt x="136" y="104"/>
                </a:lnTo>
                <a:lnTo>
                  <a:pt x="135" y="105"/>
                </a:lnTo>
                <a:lnTo>
                  <a:pt x="135" y="104"/>
                </a:lnTo>
                <a:lnTo>
                  <a:pt x="134" y="104"/>
                </a:lnTo>
                <a:lnTo>
                  <a:pt x="132" y="105"/>
                </a:lnTo>
                <a:lnTo>
                  <a:pt x="131" y="105"/>
                </a:lnTo>
                <a:lnTo>
                  <a:pt x="130" y="105"/>
                </a:lnTo>
                <a:lnTo>
                  <a:pt x="130" y="104"/>
                </a:lnTo>
                <a:lnTo>
                  <a:pt x="129" y="104"/>
                </a:lnTo>
                <a:lnTo>
                  <a:pt x="127" y="104"/>
                </a:lnTo>
                <a:lnTo>
                  <a:pt x="126" y="105"/>
                </a:lnTo>
                <a:lnTo>
                  <a:pt x="126" y="106"/>
                </a:lnTo>
                <a:lnTo>
                  <a:pt x="124" y="107"/>
                </a:lnTo>
                <a:lnTo>
                  <a:pt x="124" y="106"/>
                </a:lnTo>
                <a:lnTo>
                  <a:pt x="123" y="106"/>
                </a:lnTo>
                <a:lnTo>
                  <a:pt x="122" y="106"/>
                </a:lnTo>
                <a:lnTo>
                  <a:pt x="122" y="107"/>
                </a:lnTo>
                <a:lnTo>
                  <a:pt x="122" y="108"/>
                </a:lnTo>
                <a:lnTo>
                  <a:pt x="122" y="109"/>
                </a:lnTo>
                <a:lnTo>
                  <a:pt x="122" y="110"/>
                </a:lnTo>
                <a:lnTo>
                  <a:pt x="122" y="111"/>
                </a:lnTo>
                <a:lnTo>
                  <a:pt x="121" y="111"/>
                </a:lnTo>
                <a:lnTo>
                  <a:pt x="121" y="112"/>
                </a:lnTo>
                <a:lnTo>
                  <a:pt x="121" y="113"/>
                </a:lnTo>
                <a:lnTo>
                  <a:pt x="120" y="113"/>
                </a:lnTo>
                <a:lnTo>
                  <a:pt x="120" y="114"/>
                </a:lnTo>
                <a:lnTo>
                  <a:pt x="121" y="114"/>
                </a:lnTo>
                <a:lnTo>
                  <a:pt x="122" y="114"/>
                </a:lnTo>
                <a:lnTo>
                  <a:pt x="122" y="115"/>
                </a:lnTo>
                <a:lnTo>
                  <a:pt x="123" y="115"/>
                </a:lnTo>
                <a:lnTo>
                  <a:pt x="123" y="116"/>
                </a:lnTo>
                <a:lnTo>
                  <a:pt x="123" y="117"/>
                </a:lnTo>
                <a:lnTo>
                  <a:pt x="123" y="119"/>
                </a:lnTo>
                <a:lnTo>
                  <a:pt x="123" y="120"/>
                </a:lnTo>
                <a:lnTo>
                  <a:pt x="123" y="121"/>
                </a:lnTo>
                <a:lnTo>
                  <a:pt x="124" y="122"/>
                </a:lnTo>
                <a:lnTo>
                  <a:pt x="125" y="122"/>
                </a:lnTo>
                <a:lnTo>
                  <a:pt x="125" y="121"/>
                </a:lnTo>
                <a:lnTo>
                  <a:pt x="126" y="122"/>
                </a:lnTo>
                <a:lnTo>
                  <a:pt x="127" y="122"/>
                </a:lnTo>
                <a:lnTo>
                  <a:pt x="127" y="123"/>
                </a:lnTo>
                <a:lnTo>
                  <a:pt x="128" y="123"/>
                </a:lnTo>
                <a:lnTo>
                  <a:pt x="128" y="124"/>
                </a:lnTo>
                <a:lnTo>
                  <a:pt x="129" y="124"/>
                </a:lnTo>
                <a:lnTo>
                  <a:pt x="129" y="125"/>
                </a:lnTo>
                <a:lnTo>
                  <a:pt x="130" y="125"/>
                </a:lnTo>
                <a:lnTo>
                  <a:pt x="131" y="125"/>
                </a:lnTo>
                <a:lnTo>
                  <a:pt x="132" y="125"/>
                </a:lnTo>
                <a:lnTo>
                  <a:pt x="133" y="126"/>
                </a:lnTo>
                <a:lnTo>
                  <a:pt x="133" y="127"/>
                </a:lnTo>
                <a:lnTo>
                  <a:pt x="134" y="127"/>
                </a:lnTo>
                <a:lnTo>
                  <a:pt x="134" y="126"/>
                </a:lnTo>
                <a:lnTo>
                  <a:pt x="134" y="125"/>
                </a:lnTo>
                <a:lnTo>
                  <a:pt x="133" y="125"/>
                </a:lnTo>
                <a:lnTo>
                  <a:pt x="134" y="125"/>
                </a:lnTo>
                <a:lnTo>
                  <a:pt x="135" y="125"/>
                </a:lnTo>
                <a:lnTo>
                  <a:pt x="135" y="126"/>
                </a:lnTo>
                <a:lnTo>
                  <a:pt x="136" y="126"/>
                </a:lnTo>
                <a:lnTo>
                  <a:pt x="136" y="127"/>
                </a:lnTo>
                <a:lnTo>
                  <a:pt x="136" y="128"/>
                </a:lnTo>
                <a:lnTo>
                  <a:pt x="136" y="129"/>
                </a:lnTo>
                <a:lnTo>
                  <a:pt x="137" y="129"/>
                </a:lnTo>
                <a:lnTo>
                  <a:pt x="136" y="129"/>
                </a:lnTo>
                <a:lnTo>
                  <a:pt x="136" y="130"/>
                </a:lnTo>
                <a:lnTo>
                  <a:pt x="137" y="131"/>
                </a:lnTo>
                <a:lnTo>
                  <a:pt x="137" y="132"/>
                </a:lnTo>
                <a:lnTo>
                  <a:pt x="138" y="132"/>
                </a:lnTo>
                <a:lnTo>
                  <a:pt x="137" y="132"/>
                </a:lnTo>
                <a:lnTo>
                  <a:pt x="136" y="132"/>
                </a:lnTo>
                <a:lnTo>
                  <a:pt x="135" y="132"/>
                </a:lnTo>
                <a:lnTo>
                  <a:pt x="134" y="133"/>
                </a:lnTo>
                <a:lnTo>
                  <a:pt x="134" y="134"/>
                </a:lnTo>
                <a:lnTo>
                  <a:pt x="133" y="134"/>
                </a:lnTo>
                <a:lnTo>
                  <a:pt x="134" y="134"/>
                </a:lnTo>
                <a:lnTo>
                  <a:pt x="134" y="135"/>
                </a:lnTo>
                <a:lnTo>
                  <a:pt x="135" y="136"/>
                </a:lnTo>
                <a:lnTo>
                  <a:pt x="134" y="136"/>
                </a:lnTo>
                <a:lnTo>
                  <a:pt x="135" y="136"/>
                </a:lnTo>
                <a:lnTo>
                  <a:pt x="135" y="137"/>
                </a:lnTo>
                <a:lnTo>
                  <a:pt x="134" y="137"/>
                </a:lnTo>
                <a:lnTo>
                  <a:pt x="133" y="138"/>
                </a:lnTo>
                <a:lnTo>
                  <a:pt x="132" y="138"/>
                </a:lnTo>
                <a:lnTo>
                  <a:pt x="132" y="139"/>
                </a:lnTo>
                <a:lnTo>
                  <a:pt x="133" y="139"/>
                </a:lnTo>
                <a:lnTo>
                  <a:pt x="132" y="139"/>
                </a:lnTo>
                <a:lnTo>
                  <a:pt x="132" y="140"/>
                </a:lnTo>
                <a:lnTo>
                  <a:pt x="133" y="140"/>
                </a:lnTo>
                <a:lnTo>
                  <a:pt x="133" y="141"/>
                </a:lnTo>
                <a:lnTo>
                  <a:pt x="134" y="141"/>
                </a:lnTo>
                <a:lnTo>
                  <a:pt x="134" y="142"/>
                </a:lnTo>
                <a:lnTo>
                  <a:pt x="133" y="143"/>
                </a:lnTo>
                <a:lnTo>
                  <a:pt x="132" y="143"/>
                </a:lnTo>
                <a:lnTo>
                  <a:pt x="131" y="143"/>
                </a:lnTo>
                <a:lnTo>
                  <a:pt x="130" y="143"/>
                </a:lnTo>
                <a:lnTo>
                  <a:pt x="129" y="143"/>
                </a:lnTo>
                <a:lnTo>
                  <a:pt x="129" y="144"/>
                </a:lnTo>
                <a:lnTo>
                  <a:pt x="129" y="145"/>
                </a:lnTo>
                <a:lnTo>
                  <a:pt x="128" y="145"/>
                </a:lnTo>
                <a:lnTo>
                  <a:pt x="128" y="146"/>
                </a:lnTo>
                <a:lnTo>
                  <a:pt x="127" y="146"/>
                </a:lnTo>
                <a:lnTo>
                  <a:pt x="127" y="147"/>
                </a:lnTo>
                <a:lnTo>
                  <a:pt x="126" y="147"/>
                </a:lnTo>
                <a:lnTo>
                  <a:pt x="127" y="147"/>
                </a:lnTo>
                <a:lnTo>
                  <a:pt x="127" y="148"/>
                </a:lnTo>
                <a:lnTo>
                  <a:pt x="128" y="148"/>
                </a:lnTo>
                <a:lnTo>
                  <a:pt x="127" y="149"/>
                </a:lnTo>
                <a:lnTo>
                  <a:pt x="126" y="149"/>
                </a:lnTo>
                <a:lnTo>
                  <a:pt x="126" y="148"/>
                </a:lnTo>
                <a:lnTo>
                  <a:pt x="126" y="149"/>
                </a:lnTo>
                <a:lnTo>
                  <a:pt x="125" y="149"/>
                </a:lnTo>
                <a:lnTo>
                  <a:pt x="123" y="149"/>
                </a:lnTo>
                <a:lnTo>
                  <a:pt x="123" y="151"/>
                </a:lnTo>
                <a:lnTo>
                  <a:pt x="122" y="151"/>
                </a:lnTo>
                <a:lnTo>
                  <a:pt x="122" y="150"/>
                </a:lnTo>
                <a:lnTo>
                  <a:pt x="121" y="149"/>
                </a:lnTo>
                <a:lnTo>
                  <a:pt x="120" y="149"/>
                </a:lnTo>
                <a:lnTo>
                  <a:pt x="120" y="148"/>
                </a:lnTo>
                <a:lnTo>
                  <a:pt x="119" y="148"/>
                </a:lnTo>
                <a:lnTo>
                  <a:pt x="119" y="149"/>
                </a:lnTo>
                <a:lnTo>
                  <a:pt x="118" y="149"/>
                </a:lnTo>
                <a:lnTo>
                  <a:pt x="118" y="148"/>
                </a:lnTo>
                <a:lnTo>
                  <a:pt x="117" y="148"/>
                </a:lnTo>
                <a:lnTo>
                  <a:pt x="116" y="149"/>
                </a:lnTo>
                <a:lnTo>
                  <a:pt x="116" y="148"/>
                </a:lnTo>
                <a:lnTo>
                  <a:pt x="115" y="148"/>
                </a:lnTo>
                <a:lnTo>
                  <a:pt x="115" y="149"/>
                </a:lnTo>
                <a:lnTo>
                  <a:pt x="116" y="149"/>
                </a:lnTo>
                <a:lnTo>
                  <a:pt x="116" y="150"/>
                </a:lnTo>
                <a:lnTo>
                  <a:pt x="117" y="150"/>
                </a:lnTo>
                <a:lnTo>
                  <a:pt x="118" y="151"/>
                </a:lnTo>
                <a:lnTo>
                  <a:pt x="117" y="151"/>
                </a:lnTo>
                <a:lnTo>
                  <a:pt x="116" y="152"/>
                </a:lnTo>
                <a:lnTo>
                  <a:pt x="115" y="151"/>
                </a:lnTo>
                <a:lnTo>
                  <a:pt x="115" y="150"/>
                </a:lnTo>
                <a:lnTo>
                  <a:pt x="114" y="150"/>
                </a:lnTo>
                <a:lnTo>
                  <a:pt x="113" y="150"/>
                </a:lnTo>
                <a:lnTo>
                  <a:pt x="112" y="150"/>
                </a:lnTo>
                <a:lnTo>
                  <a:pt x="111" y="150"/>
                </a:lnTo>
                <a:lnTo>
                  <a:pt x="110" y="150"/>
                </a:lnTo>
                <a:lnTo>
                  <a:pt x="109" y="150"/>
                </a:lnTo>
                <a:lnTo>
                  <a:pt x="108" y="150"/>
                </a:lnTo>
                <a:lnTo>
                  <a:pt x="108" y="149"/>
                </a:lnTo>
                <a:lnTo>
                  <a:pt x="107" y="148"/>
                </a:lnTo>
                <a:lnTo>
                  <a:pt x="106" y="148"/>
                </a:lnTo>
                <a:lnTo>
                  <a:pt x="106" y="149"/>
                </a:lnTo>
                <a:lnTo>
                  <a:pt x="106" y="148"/>
                </a:lnTo>
                <a:lnTo>
                  <a:pt x="105" y="148"/>
                </a:lnTo>
                <a:lnTo>
                  <a:pt x="104" y="148"/>
                </a:lnTo>
                <a:lnTo>
                  <a:pt x="103" y="148"/>
                </a:lnTo>
                <a:lnTo>
                  <a:pt x="103" y="149"/>
                </a:lnTo>
                <a:lnTo>
                  <a:pt x="104" y="149"/>
                </a:lnTo>
                <a:lnTo>
                  <a:pt x="103" y="150"/>
                </a:lnTo>
                <a:lnTo>
                  <a:pt x="102" y="150"/>
                </a:lnTo>
                <a:lnTo>
                  <a:pt x="102" y="151"/>
                </a:lnTo>
                <a:lnTo>
                  <a:pt x="101" y="151"/>
                </a:lnTo>
                <a:lnTo>
                  <a:pt x="101" y="150"/>
                </a:lnTo>
                <a:lnTo>
                  <a:pt x="101" y="151"/>
                </a:lnTo>
                <a:lnTo>
                  <a:pt x="100" y="151"/>
                </a:lnTo>
                <a:lnTo>
                  <a:pt x="100" y="150"/>
                </a:lnTo>
                <a:lnTo>
                  <a:pt x="100" y="151"/>
                </a:lnTo>
                <a:lnTo>
                  <a:pt x="99" y="151"/>
                </a:lnTo>
                <a:lnTo>
                  <a:pt x="99" y="152"/>
                </a:lnTo>
                <a:lnTo>
                  <a:pt x="99" y="153"/>
                </a:lnTo>
                <a:lnTo>
                  <a:pt x="100" y="153"/>
                </a:lnTo>
                <a:lnTo>
                  <a:pt x="99" y="153"/>
                </a:lnTo>
                <a:lnTo>
                  <a:pt x="99" y="154"/>
                </a:lnTo>
                <a:lnTo>
                  <a:pt x="98" y="154"/>
                </a:lnTo>
                <a:lnTo>
                  <a:pt x="98" y="155"/>
                </a:lnTo>
                <a:lnTo>
                  <a:pt x="98" y="156"/>
                </a:lnTo>
                <a:lnTo>
                  <a:pt x="98" y="155"/>
                </a:lnTo>
                <a:lnTo>
                  <a:pt x="96" y="155"/>
                </a:lnTo>
                <a:lnTo>
                  <a:pt x="95" y="155"/>
                </a:lnTo>
                <a:lnTo>
                  <a:pt x="95" y="156"/>
                </a:lnTo>
                <a:lnTo>
                  <a:pt x="95" y="157"/>
                </a:lnTo>
                <a:lnTo>
                  <a:pt x="94" y="157"/>
                </a:lnTo>
                <a:lnTo>
                  <a:pt x="94" y="158"/>
                </a:lnTo>
                <a:lnTo>
                  <a:pt x="92" y="158"/>
                </a:lnTo>
                <a:lnTo>
                  <a:pt x="91" y="158"/>
                </a:lnTo>
                <a:lnTo>
                  <a:pt x="92" y="158"/>
                </a:lnTo>
                <a:lnTo>
                  <a:pt x="92" y="159"/>
                </a:lnTo>
                <a:lnTo>
                  <a:pt x="92" y="160"/>
                </a:lnTo>
                <a:lnTo>
                  <a:pt x="91" y="160"/>
                </a:lnTo>
                <a:lnTo>
                  <a:pt x="90" y="160"/>
                </a:lnTo>
                <a:lnTo>
                  <a:pt x="90" y="158"/>
                </a:lnTo>
                <a:lnTo>
                  <a:pt x="89" y="158"/>
                </a:lnTo>
                <a:lnTo>
                  <a:pt x="88" y="158"/>
                </a:lnTo>
                <a:lnTo>
                  <a:pt x="89" y="159"/>
                </a:lnTo>
                <a:lnTo>
                  <a:pt x="89" y="160"/>
                </a:lnTo>
                <a:lnTo>
                  <a:pt x="90" y="160"/>
                </a:lnTo>
                <a:lnTo>
                  <a:pt x="90" y="161"/>
                </a:lnTo>
                <a:lnTo>
                  <a:pt x="90" y="162"/>
                </a:lnTo>
                <a:lnTo>
                  <a:pt x="89" y="162"/>
                </a:lnTo>
                <a:lnTo>
                  <a:pt x="90" y="162"/>
                </a:lnTo>
                <a:lnTo>
                  <a:pt x="91" y="162"/>
                </a:lnTo>
                <a:lnTo>
                  <a:pt x="91" y="163"/>
                </a:lnTo>
                <a:lnTo>
                  <a:pt x="91" y="162"/>
                </a:lnTo>
                <a:lnTo>
                  <a:pt x="91" y="163"/>
                </a:lnTo>
                <a:lnTo>
                  <a:pt x="91" y="162"/>
                </a:lnTo>
                <a:lnTo>
                  <a:pt x="92" y="162"/>
                </a:lnTo>
                <a:lnTo>
                  <a:pt x="92" y="163"/>
                </a:lnTo>
                <a:lnTo>
                  <a:pt x="93" y="163"/>
                </a:lnTo>
                <a:lnTo>
                  <a:pt x="93" y="164"/>
                </a:lnTo>
                <a:lnTo>
                  <a:pt x="93" y="165"/>
                </a:lnTo>
                <a:lnTo>
                  <a:pt x="93" y="166"/>
                </a:lnTo>
                <a:lnTo>
                  <a:pt x="92" y="166"/>
                </a:lnTo>
                <a:lnTo>
                  <a:pt x="91" y="166"/>
                </a:lnTo>
                <a:lnTo>
                  <a:pt x="90" y="166"/>
                </a:lnTo>
                <a:lnTo>
                  <a:pt x="89" y="166"/>
                </a:lnTo>
                <a:lnTo>
                  <a:pt x="88" y="166"/>
                </a:lnTo>
                <a:lnTo>
                  <a:pt x="88" y="165"/>
                </a:lnTo>
                <a:lnTo>
                  <a:pt x="87" y="166"/>
                </a:lnTo>
                <a:lnTo>
                  <a:pt x="86" y="165"/>
                </a:lnTo>
                <a:lnTo>
                  <a:pt x="85" y="166"/>
                </a:lnTo>
                <a:lnTo>
                  <a:pt x="85" y="165"/>
                </a:lnTo>
                <a:lnTo>
                  <a:pt x="83" y="165"/>
                </a:lnTo>
                <a:lnTo>
                  <a:pt x="82" y="165"/>
                </a:lnTo>
                <a:lnTo>
                  <a:pt x="81" y="164"/>
                </a:lnTo>
                <a:lnTo>
                  <a:pt x="81" y="163"/>
                </a:lnTo>
                <a:lnTo>
                  <a:pt x="80" y="162"/>
                </a:lnTo>
                <a:lnTo>
                  <a:pt x="79" y="161"/>
                </a:lnTo>
                <a:lnTo>
                  <a:pt x="77" y="161"/>
                </a:lnTo>
                <a:lnTo>
                  <a:pt x="76" y="161"/>
                </a:lnTo>
                <a:lnTo>
                  <a:pt x="76" y="160"/>
                </a:lnTo>
                <a:lnTo>
                  <a:pt x="75" y="160"/>
                </a:lnTo>
                <a:lnTo>
                  <a:pt x="75" y="159"/>
                </a:lnTo>
                <a:lnTo>
                  <a:pt x="74" y="159"/>
                </a:lnTo>
                <a:lnTo>
                  <a:pt x="74" y="158"/>
                </a:lnTo>
                <a:lnTo>
                  <a:pt x="74" y="157"/>
                </a:lnTo>
                <a:lnTo>
                  <a:pt x="74" y="156"/>
                </a:lnTo>
                <a:lnTo>
                  <a:pt x="74" y="155"/>
                </a:lnTo>
                <a:lnTo>
                  <a:pt x="74" y="154"/>
                </a:lnTo>
                <a:lnTo>
                  <a:pt x="73" y="154"/>
                </a:lnTo>
                <a:lnTo>
                  <a:pt x="72" y="154"/>
                </a:lnTo>
                <a:lnTo>
                  <a:pt x="72" y="153"/>
                </a:lnTo>
                <a:lnTo>
                  <a:pt x="71" y="153"/>
                </a:lnTo>
                <a:lnTo>
                  <a:pt x="71" y="152"/>
                </a:lnTo>
                <a:lnTo>
                  <a:pt x="70" y="152"/>
                </a:lnTo>
                <a:lnTo>
                  <a:pt x="69" y="152"/>
                </a:lnTo>
                <a:lnTo>
                  <a:pt x="69" y="151"/>
                </a:lnTo>
                <a:lnTo>
                  <a:pt x="68" y="151"/>
                </a:lnTo>
                <a:lnTo>
                  <a:pt x="68" y="152"/>
                </a:lnTo>
                <a:lnTo>
                  <a:pt x="67" y="152"/>
                </a:lnTo>
                <a:lnTo>
                  <a:pt x="66" y="152"/>
                </a:lnTo>
                <a:lnTo>
                  <a:pt x="66" y="153"/>
                </a:lnTo>
                <a:lnTo>
                  <a:pt x="65" y="153"/>
                </a:lnTo>
                <a:lnTo>
                  <a:pt x="65" y="154"/>
                </a:lnTo>
                <a:lnTo>
                  <a:pt x="64" y="154"/>
                </a:lnTo>
                <a:lnTo>
                  <a:pt x="63" y="153"/>
                </a:lnTo>
                <a:lnTo>
                  <a:pt x="62" y="153"/>
                </a:lnTo>
                <a:lnTo>
                  <a:pt x="61" y="152"/>
                </a:lnTo>
                <a:lnTo>
                  <a:pt x="61" y="153"/>
                </a:lnTo>
                <a:lnTo>
                  <a:pt x="59" y="153"/>
                </a:lnTo>
                <a:lnTo>
                  <a:pt x="58" y="153"/>
                </a:lnTo>
                <a:lnTo>
                  <a:pt x="55" y="153"/>
                </a:lnTo>
                <a:lnTo>
                  <a:pt x="54" y="153"/>
                </a:lnTo>
                <a:lnTo>
                  <a:pt x="55" y="153"/>
                </a:lnTo>
                <a:lnTo>
                  <a:pt x="55" y="152"/>
                </a:lnTo>
                <a:lnTo>
                  <a:pt x="54" y="152"/>
                </a:lnTo>
                <a:lnTo>
                  <a:pt x="53" y="152"/>
                </a:lnTo>
                <a:lnTo>
                  <a:pt x="53" y="153"/>
                </a:lnTo>
                <a:lnTo>
                  <a:pt x="52" y="153"/>
                </a:lnTo>
                <a:lnTo>
                  <a:pt x="52" y="152"/>
                </a:lnTo>
                <a:lnTo>
                  <a:pt x="51" y="152"/>
                </a:lnTo>
                <a:lnTo>
                  <a:pt x="51" y="151"/>
                </a:lnTo>
                <a:lnTo>
                  <a:pt x="50" y="151"/>
                </a:lnTo>
                <a:lnTo>
                  <a:pt x="50" y="153"/>
                </a:lnTo>
                <a:lnTo>
                  <a:pt x="49" y="153"/>
                </a:lnTo>
                <a:lnTo>
                  <a:pt x="49" y="154"/>
                </a:lnTo>
                <a:lnTo>
                  <a:pt x="48" y="154"/>
                </a:lnTo>
                <a:lnTo>
                  <a:pt x="48" y="153"/>
                </a:lnTo>
                <a:lnTo>
                  <a:pt x="47" y="153"/>
                </a:lnTo>
                <a:lnTo>
                  <a:pt x="46" y="152"/>
                </a:lnTo>
                <a:lnTo>
                  <a:pt x="46" y="151"/>
                </a:lnTo>
                <a:lnTo>
                  <a:pt x="45" y="151"/>
                </a:lnTo>
                <a:lnTo>
                  <a:pt x="45" y="150"/>
                </a:lnTo>
                <a:lnTo>
                  <a:pt x="44" y="150"/>
                </a:lnTo>
                <a:lnTo>
                  <a:pt x="44" y="151"/>
                </a:lnTo>
                <a:lnTo>
                  <a:pt x="44" y="152"/>
                </a:lnTo>
                <a:lnTo>
                  <a:pt x="45" y="152"/>
                </a:lnTo>
                <a:lnTo>
                  <a:pt x="44" y="153"/>
                </a:lnTo>
                <a:lnTo>
                  <a:pt x="44" y="154"/>
                </a:lnTo>
                <a:lnTo>
                  <a:pt x="43" y="154"/>
                </a:lnTo>
                <a:lnTo>
                  <a:pt x="42" y="154"/>
                </a:lnTo>
                <a:lnTo>
                  <a:pt x="43" y="154"/>
                </a:lnTo>
                <a:lnTo>
                  <a:pt x="43" y="155"/>
                </a:lnTo>
                <a:lnTo>
                  <a:pt x="42" y="155"/>
                </a:lnTo>
                <a:lnTo>
                  <a:pt x="42" y="156"/>
                </a:lnTo>
                <a:lnTo>
                  <a:pt x="41" y="156"/>
                </a:lnTo>
                <a:lnTo>
                  <a:pt x="40" y="156"/>
                </a:lnTo>
                <a:lnTo>
                  <a:pt x="40" y="155"/>
                </a:lnTo>
                <a:lnTo>
                  <a:pt x="39" y="155"/>
                </a:lnTo>
                <a:lnTo>
                  <a:pt x="38" y="155"/>
                </a:lnTo>
                <a:lnTo>
                  <a:pt x="38" y="156"/>
                </a:lnTo>
                <a:lnTo>
                  <a:pt x="37" y="156"/>
                </a:lnTo>
                <a:lnTo>
                  <a:pt x="37" y="157"/>
                </a:lnTo>
                <a:lnTo>
                  <a:pt x="36" y="158"/>
                </a:lnTo>
                <a:lnTo>
                  <a:pt x="36" y="159"/>
                </a:lnTo>
                <a:lnTo>
                  <a:pt x="37" y="159"/>
                </a:lnTo>
                <a:lnTo>
                  <a:pt x="37" y="160"/>
                </a:lnTo>
                <a:lnTo>
                  <a:pt x="36" y="160"/>
                </a:lnTo>
                <a:lnTo>
                  <a:pt x="35" y="159"/>
                </a:lnTo>
                <a:lnTo>
                  <a:pt x="34" y="160"/>
                </a:lnTo>
                <a:lnTo>
                  <a:pt x="33" y="160"/>
                </a:lnTo>
                <a:lnTo>
                  <a:pt x="33" y="159"/>
                </a:lnTo>
                <a:lnTo>
                  <a:pt x="32" y="159"/>
                </a:lnTo>
                <a:lnTo>
                  <a:pt x="31" y="159"/>
                </a:lnTo>
                <a:lnTo>
                  <a:pt x="32" y="159"/>
                </a:lnTo>
                <a:lnTo>
                  <a:pt x="31" y="160"/>
                </a:lnTo>
                <a:lnTo>
                  <a:pt x="31" y="159"/>
                </a:lnTo>
                <a:lnTo>
                  <a:pt x="30" y="159"/>
                </a:lnTo>
                <a:lnTo>
                  <a:pt x="29" y="158"/>
                </a:lnTo>
                <a:lnTo>
                  <a:pt x="29" y="157"/>
                </a:lnTo>
                <a:lnTo>
                  <a:pt x="29" y="156"/>
                </a:lnTo>
                <a:lnTo>
                  <a:pt x="28" y="156"/>
                </a:lnTo>
                <a:lnTo>
                  <a:pt x="27" y="156"/>
                </a:lnTo>
                <a:lnTo>
                  <a:pt x="27" y="155"/>
                </a:lnTo>
                <a:lnTo>
                  <a:pt x="27" y="154"/>
                </a:lnTo>
                <a:lnTo>
                  <a:pt x="26" y="154"/>
                </a:lnTo>
                <a:lnTo>
                  <a:pt x="25" y="154"/>
                </a:lnTo>
                <a:lnTo>
                  <a:pt x="25" y="153"/>
                </a:lnTo>
                <a:lnTo>
                  <a:pt x="25" y="152"/>
                </a:lnTo>
                <a:lnTo>
                  <a:pt x="24" y="151"/>
                </a:lnTo>
                <a:lnTo>
                  <a:pt x="24" y="150"/>
                </a:lnTo>
                <a:lnTo>
                  <a:pt x="23" y="150"/>
                </a:lnTo>
                <a:lnTo>
                  <a:pt x="23" y="149"/>
                </a:lnTo>
                <a:lnTo>
                  <a:pt x="22" y="149"/>
                </a:lnTo>
                <a:lnTo>
                  <a:pt x="22" y="150"/>
                </a:lnTo>
                <a:lnTo>
                  <a:pt x="21" y="150"/>
                </a:lnTo>
                <a:lnTo>
                  <a:pt x="20" y="150"/>
                </a:lnTo>
                <a:lnTo>
                  <a:pt x="19" y="150"/>
                </a:lnTo>
                <a:lnTo>
                  <a:pt x="19" y="151"/>
                </a:lnTo>
                <a:lnTo>
                  <a:pt x="18" y="150"/>
                </a:lnTo>
                <a:lnTo>
                  <a:pt x="17" y="150"/>
                </a:lnTo>
                <a:lnTo>
                  <a:pt x="16" y="150"/>
                </a:lnTo>
                <a:lnTo>
                  <a:pt x="16" y="151"/>
                </a:lnTo>
                <a:lnTo>
                  <a:pt x="15" y="151"/>
                </a:lnTo>
                <a:lnTo>
                  <a:pt x="14" y="151"/>
                </a:lnTo>
                <a:lnTo>
                  <a:pt x="13" y="150"/>
                </a:lnTo>
                <a:lnTo>
                  <a:pt x="12" y="149"/>
                </a:lnTo>
                <a:lnTo>
                  <a:pt x="11" y="148"/>
                </a:lnTo>
                <a:lnTo>
                  <a:pt x="11" y="149"/>
                </a:lnTo>
                <a:lnTo>
                  <a:pt x="10" y="149"/>
                </a:lnTo>
                <a:lnTo>
                  <a:pt x="10" y="150"/>
                </a:lnTo>
                <a:lnTo>
                  <a:pt x="9" y="150"/>
                </a:lnTo>
                <a:lnTo>
                  <a:pt x="9" y="151"/>
                </a:lnTo>
                <a:lnTo>
                  <a:pt x="8" y="151"/>
                </a:lnTo>
                <a:lnTo>
                  <a:pt x="9" y="151"/>
                </a:lnTo>
                <a:lnTo>
                  <a:pt x="8" y="150"/>
                </a:lnTo>
                <a:lnTo>
                  <a:pt x="8" y="149"/>
                </a:lnTo>
                <a:lnTo>
                  <a:pt x="9" y="149"/>
                </a:lnTo>
                <a:lnTo>
                  <a:pt x="9" y="148"/>
                </a:lnTo>
                <a:lnTo>
                  <a:pt x="9" y="147"/>
                </a:lnTo>
                <a:lnTo>
                  <a:pt x="9" y="146"/>
                </a:lnTo>
                <a:lnTo>
                  <a:pt x="8" y="146"/>
                </a:lnTo>
                <a:lnTo>
                  <a:pt x="8" y="145"/>
                </a:lnTo>
                <a:lnTo>
                  <a:pt x="7" y="145"/>
                </a:lnTo>
                <a:lnTo>
                  <a:pt x="5" y="145"/>
                </a:lnTo>
                <a:lnTo>
                  <a:pt x="6" y="144"/>
                </a:lnTo>
                <a:lnTo>
                  <a:pt x="6" y="143"/>
                </a:lnTo>
                <a:lnTo>
                  <a:pt x="6" y="142"/>
                </a:lnTo>
                <a:lnTo>
                  <a:pt x="7" y="141"/>
                </a:lnTo>
                <a:lnTo>
                  <a:pt x="7" y="140"/>
                </a:lnTo>
                <a:lnTo>
                  <a:pt x="6" y="140"/>
                </a:lnTo>
                <a:lnTo>
                  <a:pt x="6" y="139"/>
                </a:lnTo>
                <a:lnTo>
                  <a:pt x="6" y="138"/>
                </a:lnTo>
                <a:lnTo>
                  <a:pt x="6" y="137"/>
                </a:lnTo>
                <a:lnTo>
                  <a:pt x="6" y="136"/>
                </a:lnTo>
                <a:lnTo>
                  <a:pt x="4" y="136"/>
                </a:lnTo>
                <a:lnTo>
                  <a:pt x="3" y="135"/>
                </a:lnTo>
                <a:lnTo>
                  <a:pt x="2" y="135"/>
                </a:lnTo>
                <a:lnTo>
                  <a:pt x="1" y="135"/>
                </a:lnTo>
                <a:lnTo>
                  <a:pt x="1" y="134"/>
                </a:lnTo>
                <a:lnTo>
                  <a:pt x="1" y="133"/>
                </a:lnTo>
                <a:lnTo>
                  <a:pt x="0" y="133"/>
                </a:lnTo>
                <a:lnTo>
                  <a:pt x="1" y="133"/>
                </a:lnTo>
                <a:lnTo>
                  <a:pt x="1" y="132"/>
                </a:lnTo>
                <a:lnTo>
                  <a:pt x="2" y="131"/>
                </a:lnTo>
                <a:lnTo>
                  <a:pt x="2" y="132"/>
                </a:lnTo>
                <a:lnTo>
                  <a:pt x="3" y="132"/>
                </a:lnTo>
                <a:lnTo>
                  <a:pt x="4" y="131"/>
                </a:lnTo>
                <a:lnTo>
                  <a:pt x="5" y="131"/>
                </a:lnTo>
                <a:lnTo>
                  <a:pt x="5" y="130"/>
                </a:lnTo>
                <a:lnTo>
                  <a:pt x="6" y="130"/>
                </a:lnTo>
                <a:lnTo>
                  <a:pt x="7" y="131"/>
                </a:lnTo>
                <a:lnTo>
                  <a:pt x="8" y="132"/>
                </a:lnTo>
                <a:lnTo>
                  <a:pt x="8" y="131"/>
                </a:lnTo>
                <a:lnTo>
                  <a:pt x="9" y="131"/>
                </a:lnTo>
                <a:lnTo>
                  <a:pt x="10" y="131"/>
                </a:lnTo>
                <a:lnTo>
                  <a:pt x="11" y="131"/>
                </a:lnTo>
                <a:lnTo>
                  <a:pt x="11" y="130"/>
                </a:lnTo>
                <a:lnTo>
                  <a:pt x="12" y="130"/>
                </a:lnTo>
                <a:lnTo>
                  <a:pt x="13" y="130"/>
                </a:lnTo>
                <a:lnTo>
                  <a:pt x="13" y="129"/>
                </a:lnTo>
                <a:lnTo>
                  <a:pt x="13" y="128"/>
                </a:lnTo>
                <a:lnTo>
                  <a:pt x="12" y="128"/>
                </a:lnTo>
                <a:lnTo>
                  <a:pt x="11" y="128"/>
                </a:lnTo>
                <a:lnTo>
                  <a:pt x="11" y="127"/>
                </a:lnTo>
                <a:lnTo>
                  <a:pt x="10" y="127"/>
                </a:lnTo>
                <a:lnTo>
                  <a:pt x="10" y="126"/>
                </a:lnTo>
                <a:lnTo>
                  <a:pt x="9" y="126"/>
                </a:lnTo>
                <a:lnTo>
                  <a:pt x="8" y="126"/>
                </a:lnTo>
                <a:lnTo>
                  <a:pt x="8" y="125"/>
                </a:lnTo>
                <a:lnTo>
                  <a:pt x="9" y="125"/>
                </a:lnTo>
                <a:lnTo>
                  <a:pt x="9" y="124"/>
                </a:lnTo>
                <a:lnTo>
                  <a:pt x="9" y="123"/>
                </a:lnTo>
                <a:lnTo>
                  <a:pt x="10" y="123"/>
                </a:lnTo>
                <a:lnTo>
                  <a:pt x="10" y="122"/>
                </a:lnTo>
                <a:lnTo>
                  <a:pt x="9" y="122"/>
                </a:lnTo>
                <a:lnTo>
                  <a:pt x="8" y="122"/>
                </a:lnTo>
                <a:lnTo>
                  <a:pt x="8" y="121"/>
                </a:lnTo>
                <a:lnTo>
                  <a:pt x="9" y="120"/>
                </a:lnTo>
                <a:lnTo>
                  <a:pt x="8" y="119"/>
                </a:lnTo>
                <a:lnTo>
                  <a:pt x="8" y="118"/>
                </a:lnTo>
                <a:lnTo>
                  <a:pt x="7" y="118"/>
                </a:lnTo>
                <a:lnTo>
                  <a:pt x="6" y="117"/>
                </a:lnTo>
                <a:lnTo>
                  <a:pt x="6" y="116"/>
                </a:lnTo>
                <a:lnTo>
                  <a:pt x="5" y="116"/>
                </a:lnTo>
                <a:lnTo>
                  <a:pt x="4" y="116"/>
                </a:lnTo>
                <a:lnTo>
                  <a:pt x="4" y="115"/>
                </a:lnTo>
                <a:lnTo>
                  <a:pt x="3" y="115"/>
                </a:lnTo>
                <a:lnTo>
                  <a:pt x="2" y="115"/>
                </a:lnTo>
                <a:lnTo>
                  <a:pt x="2" y="114"/>
                </a:lnTo>
                <a:lnTo>
                  <a:pt x="1" y="114"/>
                </a:lnTo>
                <a:lnTo>
                  <a:pt x="1" y="115"/>
                </a:lnTo>
                <a:lnTo>
                  <a:pt x="0" y="115"/>
                </a:lnTo>
                <a:lnTo>
                  <a:pt x="1" y="114"/>
                </a:lnTo>
                <a:lnTo>
                  <a:pt x="0" y="114"/>
                </a:lnTo>
                <a:lnTo>
                  <a:pt x="0" y="113"/>
                </a:lnTo>
                <a:lnTo>
                  <a:pt x="0" y="112"/>
                </a:lnTo>
                <a:lnTo>
                  <a:pt x="1" y="112"/>
                </a:lnTo>
                <a:lnTo>
                  <a:pt x="1" y="111"/>
                </a:lnTo>
                <a:lnTo>
                  <a:pt x="1" y="110"/>
                </a:lnTo>
                <a:lnTo>
                  <a:pt x="2" y="110"/>
                </a:lnTo>
                <a:lnTo>
                  <a:pt x="2" y="109"/>
                </a:lnTo>
                <a:lnTo>
                  <a:pt x="2" y="108"/>
                </a:lnTo>
                <a:lnTo>
                  <a:pt x="3" y="107"/>
                </a:lnTo>
                <a:lnTo>
                  <a:pt x="3" y="106"/>
                </a:lnTo>
                <a:lnTo>
                  <a:pt x="4" y="106"/>
                </a:lnTo>
                <a:lnTo>
                  <a:pt x="5" y="106"/>
                </a:lnTo>
                <a:lnTo>
                  <a:pt x="6" y="105"/>
                </a:lnTo>
                <a:lnTo>
                  <a:pt x="6" y="104"/>
                </a:lnTo>
                <a:lnTo>
                  <a:pt x="7" y="104"/>
                </a:lnTo>
                <a:lnTo>
                  <a:pt x="8" y="104"/>
                </a:lnTo>
                <a:lnTo>
                  <a:pt x="8" y="103"/>
                </a:lnTo>
                <a:lnTo>
                  <a:pt x="9" y="103"/>
                </a:lnTo>
                <a:lnTo>
                  <a:pt x="9" y="102"/>
                </a:lnTo>
                <a:lnTo>
                  <a:pt x="10" y="102"/>
                </a:lnTo>
                <a:lnTo>
                  <a:pt x="11" y="102"/>
                </a:lnTo>
                <a:lnTo>
                  <a:pt x="12" y="101"/>
                </a:lnTo>
                <a:lnTo>
                  <a:pt x="12" y="100"/>
                </a:lnTo>
                <a:lnTo>
                  <a:pt x="13" y="99"/>
                </a:lnTo>
                <a:lnTo>
                  <a:pt x="14" y="99"/>
                </a:lnTo>
                <a:lnTo>
                  <a:pt x="14" y="100"/>
                </a:lnTo>
                <a:lnTo>
                  <a:pt x="15" y="100"/>
                </a:lnTo>
                <a:lnTo>
                  <a:pt x="15" y="99"/>
                </a:lnTo>
                <a:lnTo>
                  <a:pt x="15" y="98"/>
                </a:lnTo>
                <a:lnTo>
                  <a:pt x="16" y="98"/>
                </a:lnTo>
                <a:lnTo>
                  <a:pt x="16" y="97"/>
                </a:lnTo>
                <a:lnTo>
                  <a:pt x="17" y="97"/>
                </a:lnTo>
                <a:lnTo>
                  <a:pt x="19" y="98"/>
                </a:lnTo>
                <a:lnTo>
                  <a:pt x="20" y="98"/>
                </a:lnTo>
                <a:lnTo>
                  <a:pt x="20" y="97"/>
                </a:lnTo>
                <a:lnTo>
                  <a:pt x="20" y="96"/>
                </a:lnTo>
                <a:lnTo>
                  <a:pt x="21" y="96"/>
                </a:lnTo>
                <a:lnTo>
                  <a:pt x="23" y="96"/>
                </a:lnTo>
                <a:lnTo>
                  <a:pt x="24" y="96"/>
                </a:lnTo>
                <a:lnTo>
                  <a:pt x="25" y="96"/>
                </a:lnTo>
                <a:lnTo>
                  <a:pt x="26" y="96"/>
                </a:lnTo>
                <a:lnTo>
                  <a:pt x="25" y="96"/>
                </a:lnTo>
                <a:lnTo>
                  <a:pt x="26" y="96"/>
                </a:lnTo>
                <a:lnTo>
                  <a:pt x="27" y="96"/>
                </a:lnTo>
                <a:lnTo>
                  <a:pt x="28" y="96"/>
                </a:lnTo>
                <a:lnTo>
                  <a:pt x="29" y="96"/>
                </a:lnTo>
                <a:lnTo>
                  <a:pt x="30" y="95"/>
                </a:lnTo>
                <a:lnTo>
                  <a:pt x="30" y="94"/>
                </a:lnTo>
                <a:lnTo>
                  <a:pt x="30" y="93"/>
                </a:lnTo>
                <a:lnTo>
                  <a:pt x="31" y="92"/>
                </a:lnTo>
                <a:lnTo>
                  <a:pt x="32" y="92"/>
                </a:lnTo>
                <a:lnTo>
                  <a:pt x="32" y="91"/>
                </a:lnTo>
                <a:lnTo>
                  <a:pt x="33" y="91"/>
                </a:lnTo>
                <a:lnTo>
                  <a:pt x="33" y="92"/>
                </a:lnTo>
                <a:lnTo>
                  <a:pt x="34" y="93"/>
                </a:lnTo>
                <a:lnTo>
                  <a:pt x="35" y="94"/>
                </a:lnTo>
                <a:lnTo>
                  <a:pt x="36" y="94"/>
                </a:lnTo>
                <a:lnTo>
                  <a:pt x="37" y="94"/>
                </a:lnTo>
                <a:lnTo>
                  <a:pt x="39" y="94"/>
                </a:lnTo>
                <a:lnTo>
                  <a:pt x="39" y="93"/>
                </a:lnTo>
                <a:lnTo>
                  <a:pt x="38" y="93"/>
                </a:lnTo>
                <a:lnTo>
                  <a:pt x="38" y="92"/>
                </a:lnTo>
                <a:lnTo>
                  <a:pt x="39" y="92"/>
                </a:lnTo>
                <a:lnTo>
                  <a:pt x="39" y="91"/>
                </a:lnTo>
                <a:lnTo>
                  <a:pt x="39" y="90"/>
                </a:lnTo>
                <a:lnTo>
                  <a:pt x="40" y="90"/>
                </a:lnTo>
                <a:lnTo>
                  <a:pt x="41" y="90"/>
                </a:lnTo>
                <a:lnTo>
                  <a:pt x="42" y="89"/>
                </a:lnTo>
                <a:lnTo>
                  <a:pt x="42" y="88"/>
                </a:lnTo>
                <a:lnTo>
                  <a:pt x="42" y="87"/>
                </a:lnTo>
                <a:lnTo>
                  <a:pt x="43" y="86"/>
                </a:lnTo>
                <a:lnTo>
                  <a:pt x="43" y="85"/>
                </a:lnTo>
                <a:lnTo>
                  <a:pt x="44" y="86"/>
                </a:lnTo>
                <a:lnTo>
                  <a:pt x="44" y="85"/>
                </a:lnTo>
                <a:lnTo>
                  <a:pt x="45" y="84"/>
                </a:lnTo>
                <a:lnTo>
                  <a:pt x="46" y="82"/>
                </a:lnTo>
                <a:lnTo>
                  <a:pt x="47" y="82"/>
                </a:lnTo>
                <a:lnTo>
                  <a:pt x="47" y="84"/>
                </a:lnTo>
                <a:lnTo>
                  <a:pt x="49" y="82"/>
                </a:lnTo>
                <a:lnTo>
                  <a:pt x="49" y="81"/>
                </a:lnTo>
                <a:lnTo>
                  <a:pt x="48" y="80"/>
                </a:lnTo>
                <a:lnTo>
                  <a:pt x="48" y="79"/>
                </a:lnTo>
                <a:lnTo>
                  <a:pt x="47" y="78"/>
                </a:lnTo>
                <a:lnTo>
                  <a:pt x="47" y="77"/>
                </a:lnTo>
                <a:lnTo>
                  <a:pt x="47" y="76"/>
                </a:lnTo>
                <a:lnTo>
                  <a:pt x="46" y="76"/>
                </a:lnTo>
                <a:lnTo>
                  <a:pt x="45" y="75"/>
                </a:lnTo>
                <a:lnTo>
                  <a:pt x="45" y="74"/>
                </a:lnTo>
                <a:lnTo>
                  <a:pt x="45" y="73"/>
                </a:lnTo>
                <a:lnTo>
                  <a:pt x="45" y="72"/>
                </a:lnTo>
                <a:lnTo>
                  <a:pt x="44" y="72"/>
                </a:lnTo>
                <a:lnTo>
                  <a:pt x="42" y="72"/>
                </a:lnTo>
                <a:lnTo>
                  <a:pt x="41" y="72"/>
                </a:lnTo>
                <a:lnTo>
                  <a:pt x="40" y="72"/>
                </a:lnTo>
                <a:lnTo>
                  <a:pt x="40" y="71"/>
                </a:lnTo>
                <a:lnTo>
                  <a:pt x="39" y="71"/>
                </a:lnTo>
                <a:lnTo>
                  <a:pt x="40" y="71"/>
                </a:lnTo>
                <a:lnTo>
                  <a:pt x="40" y="70"/>
                </a:lnTo>
                <a:lnTo>
                  <a:pt x="39" y="70"/>
                </a:lnTo>
                <a:lnTo>
                  <a:pt x="38" y="70"/>
                </a:lnTo>
                <a:lnTo>
                  <a:pt x="38" y="69"/>
                </a:lnTo>
                <a:lnTo>
                  <a:pt x="37" y="69"/>
                </a:lnTo>
                <a:lnTo>
                  <a:pt x="37" y="68"/>
                </a:lnTo>
                <a:lnTo>
                  <a:pt x="34" y="65"/>
                </a:lnTo>
                <a:lnTo>
                  <a:pt x="32" y="63"/>
                </a:lnTo>
                <a:lnTo>
                  <a:pt x="31" y="63"/>
                </a:lnTo>
                <a:lnTo>
                  <a:pt x="32" y="63"/>
                </a:lnTo>
                <a:lnTo>
                  <a:pt x="32" y="62"/>
                </a:lnTo>
                <a:lnTo>
                  <a:pt x="32" y="61"/>
                </a:lnTo>
                <a:lnTo>
                  <a:pt x="31" y="61"/>
                </a:lnTo>
                <a:lnTo>
                  <a:pt x="31" y="60"/>
                </a:lnTo>
                <a:lnTo>
                  <a:pt x="32" y="60"/>
                </a:lnTo>
                <a:lnTo>
                  <a:pt x="33" y="58"/>
                </a:lnTo>
                <a:lnTo>
                  <a:pt x="32" y="58"/>
                </a:lnTo>
                <a:lnTo>
                  <a:pt x="31" y="57"/>
                </a:lnTo>
                <a:lnTo>
                  <a:pt x="29" y="58"/>
                </a:lnTo>
                <a:lnTo>
                  <a:pt x="29" y="57"/>
                </a:lnTo>
                <a:lnTo>
                  <a:pt x="28" y="57"/>
                </a:lnTo>
                <a:lnTo>
                  <a:pt x="29" y="56"/>
                </a:lnTo>
                <a:lnTo>
                  <a:pt x="29" y="55"/>
                </a:lnTo>
                <a:lnTo>
                  <a:pt x="30" y="54"/>
                </a:lnTo>
                <a:lnTo>
                  <a:pt x="30" y="53"/>
                </a:lnTo>
                <a:lnTo>
                  <a:pt x="31" y="52"/>
                </a:lnTo>
                <a:lnTo>
                  <a:pt x="32" y="52"/>
                </a:lnTo>
                <a:lnTo>
                  <a:pt x="33" y="51"/>
                </a:lnTo>
                <a:lnTo>
                  <a:pt x="34" y="51"/>
                </a:lnTo>
                <a:lnTo>
                  <a:pt x="36" y="51"/>
                </a:lnTo>
                <a:lnTo>
                  <a:pt x="36" y="50"/>
                </a:lnTo>
                <a:lnTo>
                  <a:pt x="37" y="49"/>
                </a:lnTo>
                <a:lnTo>
                  <a:pt x="37" y="48"/>
                </a:lnTo>
                <a:lnTo>
                  <a:pt x="38" y="48"/>
                </a:lnTo>
                <a:lnTo>
                  <a:pt x="39" y="48"/>
                </a:lnTo>
                <a:lnTo>
                  <a:pt x="40" y="48"/>
                </a:lnTo>
                <a:lnTo>
                  <a:pt x="42" y="48"/>
                </a:lnTo>
                <a:lnTo>
                  <a:pt x="42" y="47"/>
                </a:lnTo>
                <a:lnTo>
                  <a:pt x="43" y="47"/>
                </a:lnTo>
                <a:lnTo>
                  <a:pt x="43" y="46"/>
                </a:lnTo>
                <a:lnTo>
                  <a:pt x="44" y="45"/>
                </a:lnTo>
                <a:lnTo>
                  <a:pt x="45" y="45"/>
                </a:lnTo>
                <a:lnTo>
                  <a:pt x="46" y="46"/>
                </a:lnTo>
                <a:lnTo>
                  <a:pt x="49" y="46"/>
                </a:lnTo>
                <a:lnTo>
                  <a:pt x="49" y="47"/>
                </a:lnTo>
                <a:lnTo>
                  <a:pt x="50" y="47"/>
                </a:lnTo>
                <a:lnTo>
                  <a:pt x="50" y="48"/>
                </a:lnTo>
                <a:lnTo>
                  <a:pt x="51" y="49"/>
                </a:lnTo>
                <a:lnTo>
                  <a:pt x="52" y="49"/>
                </a:lnTo>
                <a:lnTo>
                  <a:pt x="53" y="48"/>
                </a:lnTo>
                <a:lnTo>
                  <a:pt x="54" y="47"/>
                </a:lnTo>
                <a:lnTo>
                  <a:pt x="55" y="46"/>
                </a:lnTo>
                <a:lnTo>
                  <a:pt x="55" y="47"/>
                </a:lnTo>
                <a:lnTo>
                  <a:pt x="56" y="47"/>
                </a:lnTo>
                <a:lnTo>
                  <a:pt x="57" y="47"/>
                </a:lnTo>
                <a:lnTo>
                  <a:pt x="58" y="46"/>
                </a:lnTo>
                <a:lnTo>
                  <a:pt x="59" y="45"/>
                </a:lnTo>
                <a:lnTo>
                  <a:pt x="60" y="44"/>
                </a:lnTo>
                <a:lnTo>
                  <a:pt x="61" y="44"/>
                </a:lnTo>
                <a:lnTo>
                  <a:pt x="63" y="44"/>
                </a:lnTo>
                <a:lnTo>
                  <a:pt x="63" y="43"/>
                </a:lnTo>
                <a:lnTo>
                  <a:pt x="62" y="43"/>
                </a:lnTo>
                <a:lnTo>
                  <a:pt x="62" y="42"/>
                </a:lnTo>
                <a:lnTo>
                  <a:pt x="64" y="42"/>
                </a:lnTo>
                <a:lnTo>
                  <a:pt x="64" y="41"/>
                </a:lnTo>
                <a:lnTo>
                  <a:pt x="64" y="40"/>
                </a:lnTo>
                <a:lnTo>
                  <a:pt x="65" y="40"/>
                </a:lnTo>
                <a:lnTo>
                  <a:pt x="66" y="41"/>
                </a:lnTo>
                <a:lnTo>
                  <a:pt x="67" y="41"/>
                </a:lnTo>
                <a:lnTo>
                  <a:pt x="68" y="39"/>
                </a:lnTo>
                <a:lnTo>
                  <a:pt x="68" y="38"/>
                </a:lnTo>
                <a:lnTo>
                  <a:pt x="68" y="37"/>
                </a:lnTo>
                <a:lnTo>
                  <a:pt x="68" y="36"/>
                </a:lnTo>
                <a:lnTo>
                  <a:pt x="69" y="34"/>
                </a:lnTo>
                <a:lnTo>
                  <a:pt x="70" y="34"/>
                </a:lnTo>
                <a:lnTo>
                  <a:pt x="71" y="33"/>
                </a:lnTo>
                <a:lnTo>
                  <a:pt x="72" y="32"/>
                </a:lnTo>
                <a:lnTo>
                  <a:pt x="72" y="31"/>
                </a:lnTo>
                <a:lnTo>
                  <a:pt x="73" y="30"/>
                </a:lnTo>
                <a:lnTo>
                  <a:pt x="73" y="29"/>
                </a:lnTo>
                <a:lnTo>
                  <a:pt x="75" y="28"/>
                </a:lnTo>
                <a:lnTo>
                  <a:pt x="76" y="28"/>
                </a:lnTo>
                <a:lnTo>
                  <a:pt x="76" y="29"/>
                </a:lnTo>
                <a:lnTo>
                  <a:pt x="76" y="30"/>
                </a:lnTo>
                <a:lnTo>
                  <a:pt x="77" y="30"/>
                </a:lnTo>
                <a:lnTo>
                  <a:pt x="77" y="31"/>
                </a:lnTo>
                <a:lnTo>
                  <a:pt x="77" y="30"/>
                </a:lnTo>
                <a:lnTo>
                  <a:pt x="78" y="30"/>
                </a:lnTo>
                <a:lnTo>
                  <a:pt x="79" y="31"/>
                </a:lnTo>
                <a:lnTo>
                  <a:pt x="80" y="32"/>
                </a:lnTo>
                <a:lnTo>
                  <a:pt x="80" y="31"/>
                </a:lnTo>
                <a:lnTo>
                  <a:pt x="80" y="30"/>
                </a:lnTo>
                <a:lnTo>
                  <a:pt x="81" y="30"/>
                </a:lnTo>
                <a:lnTo>
                  <a:pt x="82" y="29"/>
                </a:lnTo>
                <a:lnTo>
                  <a:pt x="83" y="29"/>
                </a:lnTo>
                <a:lnTo>
                  <a:pt x="84" y="30"/>
                </a:lnTo>
                <a:lnTo>
                  <a:pt x="86" y="30"/>
                </a:lnTo>
                <a:lnTo>
                  <a:pt x="87" y="29"/>
                </a:lnTo>
                <a:lnTo>
                  <a:pt x="89" y="29"/>
                </a:lnTo>
                <a:lnTo>
                  <a:pt x="90" y="29"/>
                </a:lnTo>
                <a:lnTo>
                  <a:pt x="90" y="30"/>
                </a:lnTo>
                <a:lnTo>
                  <a:pt x="91" y="30"/>
                </a:lnTo>
                <a:lnTo>
                  <a:pt x="93" y="30"/>
                </a:lnTo>
                <a:lnTo>
                  <a:pt x="94" y="30"/>
                </a:lnTo>
                <a:lnTo>
                  <a:pt x="94" y="29"/>
                </a:lnTo>
                <a:lnTo>
                  <a:pt x="94" y="28"/>
                </a:lnTo>
                <a:lnTo>
                  <a:pt x="94" y="27"/>
                </a:lnTo>
                <a:lnTo>
                  <a:pt x="93" y="27"/>
                </a:lnTo>
                <a:lnTo>
                  <a:pt x="93" y="26"/>
                </a:lnTo>
                <a:lnTo>
                  <a:pt x="92" y="26"/>
                </a:lnTo>
                <a:lnTo>
                  <a:pt x="92" y="25"/>
                </a:lnTo>
                <a:lnTo>
                  <a:pt x="91" y="25"/>
                </a:lnTo>
                <a:lnTo>
                  <a:pt x="90" y="24"/>
                </a:lnTo>
                <a:lnTo>
                  <a:pt x="89" y="24"/>
                </a:lnTo>
                <a:lnTo>
                  <a:pt x="89" y="23"/>
                </a:lnTo>
                <a:lnTo>
                  <a:pt x="88" y="22"/>
                </a:lnTo>
                <a:lnTo>
                  <a:pt x="87" y="21"/>
                </a:lnTo>
                <a:lnTo>
                  <a:pt x="87" y="20"/>
                </a:lnTo>
                <a:lnTo>
                  <a:pt x="85" y="19"/>
                </a:lnTo>
                <a:lnTo>
                  <a:pt x="85" y="18"/>
                </a:lnTo>
                <a:lnTo>
                  <a:pt x="84" y="18"/>
                </a:lnTo>
                <a:lnTo>
                  <a:pt x="84" y="17"/>
                </a:lnTo>
                <a:lnTo>
                  <a:pt x="83" y="17"/>
                </a:lnTo>
                <a:lnTo>
                  <a:pt x="82" y="16"/>
                </a:lnTo>
                <a:lnTo>
                  <a:pt x="82" y="14"/>
                </a:lnTo>
                <a:lnTo>
                  <a:pt x="83" y="13"/>
                </a:lnTo>
                <a:lnTo>
                  <a:pt x="84" y="13"/>
                </a:lnTo>
                <a:lnTo>
                  <a:pt x="85" y="13"/>
                </a:lnTo>
                <a:lnTo>
                  <a:pt x="85" y="12"/>
                </a:lnTo>
                <a:lnTo>
                  <a:pt x="86" y="12"/>
                </a:lnTo>
                <a:lnTo>
                  <a:pt x="86" y="13"/>
                </a:lnTo>
                <a:lnTo>
                  <a:pt x="87" y="13"/>
                </a:lnTo>
                <a:lnTo>
                  <a:pt x="87" y="14"/>
                </a:lnTo>
                <a:lnTo>
                  <a:pt x="87" y="15"/>
                </a:lnTo>
                <a:lnTo>
                  <a:pt x="88" y="16"/>
                </a:lnTo>
                <a:lnTo>
                  <a:pt x="90" y="17"/>
                </a:lnTo>
                <a:lnTo>
                  <a:pt x="90" y="16"/>
                </a:lnTo>
                <a:lnTo>
                  <a:pt x="91" y="16"/>
                </a:lnTo>
                <a:lnTo>
                  <a:pt x="91" y="17"/>
                </a:lnTo>
                <a:lnTo>
                  <a:pt x="93" y="17"/>
                </a:lnTo>
                <a:lnTo>
                  <a:pt x="93" y="16"/>
                </a:lnTo>
                <a:lnTo>
                  <a:pt x="94" y="16"/>
                </a:lnTo>
                <a:lnTo>
                  <a:pt x="94" y="17"/>
                </a:lnTo>
                <a:lnTo>
                  <a:pt x="95" y="17"/>
                </a:lnTo>
                <a:lnTo>
                  <a:pt x="95" y="16"/>
                </a:lnTo>
                <a:lnTo>
                  <a:pt x="95" y="14"/>
                </a:lnTo>
                <a:lnTo>
                  <a:pt x="94" y="14"/>
                </a:lnTo>
                <a:lnTo>
                  <a:pt x="94" y="13"/>
                </a:lnTo>
                <a:lnTo>
                  <a:pt x="93" y="11"/>
                </a:lnTo>
                <a:lnTo>
                  <a:pt x="93" y="10"/>
                </a:lnTo>
                <a:lnTo>
                  <a:pt x="93" y="9"/>
                </a:lnTo>
                <a:lnTo>
                  <a:pt x="93" y="8"/>
                </a:lnTo>
                <a:lnTo>
                  <a:pt x="94" y="8"/>
                </a:lnTo>
                <a:lnTo>
                  <a:pt x="95" y="8"/>
                </a:lnTo>
                <a:lnTo>
                  <a:pt x="96" y="8"/>
                </a:lnTo>
                <a:lnTo>
                  <a:pt x="97" y="8"/>
                </a:lnTo>
                <a:lnTo>
                  <a:pt x="98" y="9"/>
                </a:lnTo>
                <a:lnTo>
                  <a:pt x="99" y="9"/>
                </a:lnTo>
                <a:lnTo>
                  <a:pt x="100" y="8"/>
                </a:lnTo>
                <a:lnTo>
                  <a:pt x="101" y="7"/>
                </a:lnTo>
                <a:lnTo>
                  <a:pt x="102" y="7"/>
                </a:lnTo>
                <a:lnTo>
                  <a:pt x="102" y="8"/>
                </a:lnTo>
                <a:lnTo>
                  <a:pt x="102" y="7"/>
                </a:lnTo>
                <a:lnTo>
                  <a:pt x="103" y="7"/>
                </a:lnTo>
                <a:lnTo>
                  <a:pt x="104" y="7"/>
                </a:lnTo>
                <a:lnTo>
                  <a:pt x="104" y="8"/>
                </a:lnTo>
                <a:lnTo>
                  <a:pt x="105" y="8"/>
                </a:lnTo>
                <a:lnTo>
                  <a:pt x="105" y="9"/>
                </a:lnTo>
                <a:lnTo>
                  <a:pt x="106" y="9"/>
                </a:lnTo>
                <a:lnTo>
                  <a:pt x="107" y="9"/>
                </a:lnTo>
                <a:lnTo>
                  <a:pt x="108" y="8"/>
                </a:lnTo>
                <a:lnTo>
                  <a:pt x="108" y="5"/>
                </a:lnTo>
                <a:lnTo>
                  <a:pt x="108" y="4"/>
                </a:lnTo>
                <a:lnTo>
                  <a:pt x="108" y="3"/>
                </a:lnTo>
                <a:lnTo>
                  <a:pt x="107" y="2"/>
                </a:lnTo>
                <a:lnTo>
                  <a:pt x="108" y="1"/>
                </a:lnTo>
                <a:lnTo>
                  <a:pt x="109" y="0"/>
                </a:lnTo>
                <a:lnTo>
                  <a:pt x="111" y="0"/>
                </a:lnTo>
                <a:lnTo>
                  <a:pt x="111" y="1"/>
                </a:lnTo>
                <a:lnTo>
                  <a:pt x="112" y="1"/>
                </a:lnTo>
                <a:lnTo>
                  <a:pt x="113" y="2"/>
                </a:lnTo>
                <a:lnTo>
                  <a:pt x="11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2" name=""/>
          <p:cNvSpPr/>
          <p:nvPr/>
        </p:nvSpPr>
        <p:spPr>
          <a:xfrm>
            <a:off x="2175480" y="3653280"/>
            <a:ext cx="44280" cy="62640"/>
          </a:xfrm>
          <a:custGeom>
            <a:avLst/>
            <a:gdLst/>
            <a:ahLst/>
            <a:rect l="0" t="0" r="r" b="b"/>
            <a:pathLst>
              <a:path w="123" h="174">
                <a:moveTo>
                  <a:pt x="67" y="0"/>
                </a:moveTo>
                <a:lnTo>
                  <a:pt x="69" y="1"/>
                </a:lnTo>
                <a:lnTo>
                  <a:pt x="70" y="1"/>
                </a:lnTo>
                <a:lnTo>
                  <a:pt x="72" y="2"/>
                </a:lnTo>
                <a:lnTo>
                  <a:pt x="73" y="2"/>
                </a:lnTo>
                <a:lnTo>
                  <a:pt x="74" y="2"/>
                </a:lnTo>
                <a:lnTo>
                  <a:pt x="75" y="2"/>
                </a:lnTo>
                <a:lnTo>
                  <a:pt x="76" y="2"/>
                </a:lnTo>
                <a:lnTo>
                  <a:pt x="77" y="2"/>
                </a:lnTo>
                <a:lnTo>
                  <a:pt x="78" y="2"/>
                </a:lnTo>
                <a:lnTo>
                  <a:pt x="78" y="3"/>
                </a:lnTo>
                <a:lnTo>
                  <a:pt x="78" y="4"/>
                </a:lnTo>
                <a:lnTo>
                  <a:pt x="77" y="4"/>
                </a:lnTo>
                <a:lnTo>
                  <a:pt x="78" y="6"/>
                </a:lnTo>
                <a:lnTo>
                  <a:pt x="78" y="7"/>
                </a:lnTo>
                <a:lnTo>
                  <a:pt x="79" y="8"/>
                </a:lnTo>
                <a:lnTo>
                  <a:pt x="80" y="8"/>
                </a:lnTo>
                <a:lnTo>
                  <a:pt x="81" y="8"/>
                </a:lnTo>
                <a:lnTo>
                  <a:pt x="81" y="9"/>
                </a:lnTo>
                <a:lnTo>
                  <a:pt x="82" y="9"/>
                </a:lnTo>
                <a:lnTo>
                  <a:pt x="82" y="10"/>
                </a:lnTo>
                <a:lnTo>
                  <a:pt x="83" y="10"/>
                </a:lnTo>
                <a:lnTo>
                  <a:pt x="84" y="11"/>
                </a:lnTo>
                <a:lnTo>
                  <a:pt x="84" y="12"/>
                </a:lnTo>
                <a:lnTo>
                  <a:pt x="85" y="12"/>
                </a:lnTo>
                <a:lnTo>
                  <a:pt x="85" y="13"/>
                </a:lnTo>
                <a:lnTo>
                  <a:pt x="85" y="14"/>
                </a:lnTo>
                <a:lnTo>
                  <a:pt x="85" y="15"/>
                </a:lnTo>
                <a:lnTo>
                  <a:pt x="84" y="15"/>
                </a:lnTo>
                <a:lnTo>
                  <a:pt x="85" y="16"/>
                </a:lnTo>
                <a:lnTo>
                  <a:pt x="86" y="16"/>
                </a:lnTo>
                <a:lnTo>
                  <a:pt x="86" y="15"/>
                </a:lnTo>
                <a:lnTo>
                  <a:pt x="87" y="15"/>
                </a:lnTo>
                <a:lnTo>
                  <a:pt x="87" y="16"/>
                </a:lnTo>
                <a:lnTo>
                  <a:pt x="87" y="17"/>
                </a:lnTo>
                <a:lnTo>
                  <a:pt x="88" y="17"/>
                </a:lnTo>
                <a:lnTo>
                  <a:pt x="88" y="16"/>
                </a:lnTo>
                <a:lnTo>
                  <a:pt x="89" y="16"/>
                </a:lnTo>
                <a:lnTo>
                  <a:pt x="90" y="16"/>
                </a:lnTo>
                <a:lnTo>
                  <a:pt x="90" y="17"/>
                </a:lnTo>
                <a:lnTo>
                  <a:pt x="92" y="18"/>
                </a:lnTo>
                <a:lnTo>
                  <a:pt x="93" y="18"/>
                </a:lnTo>
                <a:lnTo>
                  <a:pt x="93" y="17"/>
                </a:lnTo>
                <a:lnTo>
                  <a:pt x="94" y="17"/>
                </a:lnTo>
                <a:lnTo>
                  <a:pt x="94" y="18"/>
                </a:lnTo>
                <a:lnTo>
                  <a:pt x="95" y="18"/>
                </a:lnTo>
                <a:lnTo>
                  <a:pt x="94" y="18"/>
                </a:lnTo>
                <a:lnTo>
                  <a:pt x="94" y="19"/>
                </a:lnTo>
                <a:lnTo>
                  <a:pt x="95" y="19"/>
                </a:lnTo>
                <a:lnTo>
                  <a:pt x="96" y="20"/>
                </a:lnTo>
                <a:lnTo>
                  <a:pt x="95" y="21"/>
                </a:lnTo>
                <a:lnTo>
                  <a:pt x="94" y="21"/>
                </a:lnTo>
                <a:lnTo>
                  <a:pt x="93" y="22"/>
                </a:lnTo>
                <a:lnTo>
                  <a:pt x="93" y="24"/>
                </a:lnTo>
                <a:lnTo>
                  <a:pt x="94" y="24"/>
                </a:lnTo>
                <a:lnTo>
                  <a:pt x="95" y="24"/>
                </a:lnTo>
                <a:lnTo>
                  <a:pt x="95" y="23"/>
                </a:lnTo>
                <a:lnTo>
                  <a:pt x="96" y="23"/>
                </a:lnTo>
                <a:lnTo>
                  <a:pt x="97" y="23"/>
                </a:lnTo>
                <a:lnTo>
                  <a:pt x="97" y="24"/>
                </a:lnTo>
                <a:lnTo>
                  <a:pt x="98" y="24"/>
                </a:lnTo>
                <a:lnTo>
                  <a:pt x="98" y="25"/>
                </a:lnTo>
                <a:lnTo>
                  <a:pt x="98" y="26"/>
                </a:lnTo>
                <a:lnTo>
                  <a:pt x="97" y="26"/>
                </a:lnTo>
                <a:lnTo>
                  <a:pt x="97" y="27"/>
                </a:lnTo>
                <a:lnTo>
                  <a:pt x="97" y="28"/>
                </a:lnTo>
                <a:lnTo>
                  <a:pt x="97" y="29"/>
                </a:lnTo>
                <a:lnTo>
                  <a:pt x="96" y="29"/>
                </a:lnTo>
                <a:lnTo>
                  <a:pt x="95" y="28"/>
                </a:lnTo>
                <a:lnTo>
                  <a:pt x="95" y="29"/>
                </a:lnTo>
                <a:lnTo>
                  <a:pt x="94" y="29"/>
                </a:lnTo>
                <a:lnTo>
                  <a:pt x="94" y="28"/>
                </a:lnTo>
                <a:lnTo>
                  <a:pt x="93" y="28"/>
                </a:lnTo>
                <a:lnTo>
                  <a:pt x="92" y="28"/>
                </a:lnTo>
                <a:lnTo>
                  <a:pt x="91" y="28"/>
                </a:lnTo>
                <a:lnTo>
                  <a:pt x="90" y="27"/>
                </a:lnTo>
                <a:lnTo>
                  <a:pt x="89" y="27"/>
                </a:lnTo>
                <a:lnTo>
                  <a:pt x="88" y="27"/>
                </a:lnTo>
                <a:lnTo>
                  <a:pt x="88" y="28"/>
                </a:lnTo>
                <a:lnTo>
                  <a:pt x="87" y="29"/>
                </a:lnTo>
                <a:lnTo>
                  <a:pt x="86" y="29"/>
                </a:lnTo>
                <a:lnTo>
                  <a:pt x="85" y="28"/>
                </a:lnTo>
                <a:lnTo>
                  <a:pt x="84" y="28"/>
                </a:lnTo>
                <a:lnTo>
                  <a:pt x="83" y="29"/>
                </a:lnTo>
                <a:lnTo>
                  <a:pt x="82" y="28"/>
                </a:lnTo>
                <a:lnTo>
                  <a:pt x="81" y="28"/>
                </a:lnTo>
                <a:lnTo>
                  <a:pt x="81" y="27"/>
                </a:lnTo>
                <a:lnTo>
                  <a:pt x="80" y="26"/>
                </a:lnTo>
                <a:lnTo>
                  <a:pt x="79" y="26"/>
                </a:lnTo>
                <a:lnTo>
                  <a:pt x="78" y="26"/>
                </a:lnTo>
                <a:lnTo>
                  <a:pt x="77" y="26"/>
                </a:lnTo>
                <a:lnTo>
                  <a:pt x="76" y="26"/>
                </a:lnTo>
                <a:lnTo>
                  <a:pt x="75" y="26"/>
                </a:lnTo>
                <a:lnTo>
                  <a:pt x="75" y="27"/>
                </a:lnTo>
                <a:lnTo>
                  <a:pt x="76" y="27"/>
                </a:lnTo>
                <a:lnTo>
                  <a:pt x="76" y="28"/>
                </a:lnTo>
                <a:lnTo>
                  <a:pt x="75" y="29"/>
                </a:lnTo>
                <a:lnTo>
                  <a:pt x="74" y="30"/>
                </a:lnTo>
                <a:lnTo>
                  <a:pt x="74" y="31"/>
                </a:lnTo>
                <a:lnTo>
                  <a:pt x="74" y="30"/>
                </a:lnTo>
                <a:lnTo>
                  <a:pt x="73" y="31"/>
                </a:lnTo>
                <a:lnTo>
                  <a:pt x="72" y="31"/>
                </a:lnTo>
                <a:lnTo>
                  <a:pt x="72" y="32"/>
                </a:lnTo>
                <a:lnTo>
                  <a:pt x="73" y="32"/>
                </a:lnTo>
                <a:lnTo>
                  <a:pt x="73" y="33"/>
                </a:lnTo>
                <a:lnTo>
                  <a:pt x="74" y="33"/>
                </a:lnTo>
                <a:lnTo>
                  <a:pt x="73" y="34"/>
                </a:lnTo>
                <a:lnTo>
                  <a:pt x="72" y="34"/>
                </a:lnTo>
                <a:lnTo>
                  <a:pt x="73" y="34"/>
                </a:lnTo>
                <a:lnTo>
                  <a:pt x="73" y="35"/>
                </a:lnTo>
                <a:lnTo>
                  <a:pt x="72" y="35"/>
                </a:lnTo>
                <a:lnTo>
                  <a:pt x="72" y="36"/>
                </a:lnTo>
                <a:lnTo>
                  <a:pt x="73" y="36"/>
                </a:lnTo>
                <a:lnTo>
                  <a:pt x="73" y="37"/>
                </a:lnTo>
                <a:lnTo>
                  <a:pt x="73" y="39"/>
                </a:lnTo>
                <a:lnTo>
                  <a:pt x="75" y="40"/>
                </a:lnTo>
                <a:lnTo>
                  <a:pt x="75" y="41"/>
                </a:lnTo>
                <a:lnTo>
                  <a:pt x="75" y="42"/>
                </a:lnTo>
                <a:lnTo>
                  <a:pt x="76" y="43"/>
                </a:lnTo>
                <a:lnTo>
                  <a:pt x="77" y="45"/>
                </a:lnTo>
                <a:lnTo>
                  <a:pt x="77" y="46"/>
                </a:lnTo>
                <a:lnTo>
                  <a:pt x="76" y="46"/>
                </a:lnTo>
                <a:lnTo>
                  <a:pt x="76" y="47"/>
                </a:lnTo>
                <a:lnTo>
                  <a:pt x="76" y="48"/>
                </a:lnTo>
                <a:lnTo>
                  <a:pt x="76" y="49"/>
                </a:lnTo>
                <a:lnTo>
                  <a:pt x="76" y="50"/>
                </a:lnTo>
                <a:lnTo>
                  <a:pt x="75" y="50"/>
                </a:lnTo>
                <a:lnTo>
                  <a:pt x="76" y="50"/>
                </a:lnTo>
                <a:lnTo>
                  <a:pt x="77" y="50"/>
                </a:lnTo>
                <a:lnTo>
                  <a:pt x="78" y="50"/>
                </a:lnTo>
                <a:lnTo>
                  <a:pt x="78" y="51"/>
                </a:lnTo>
                <a:lnTo>
                  <a:pt x="79" y="51"/>
                </a:lnTo>
                <a:lnTo>
                  <a:pt x="80" y="51"/>
                </a:lnTo>
                <a:lnTo>
                  <a:pt x="80" y="52"/>
                </a:lnTo>
                <a:lnTo>
                  <a:pt x="80" y="53"/>
                </a:lnTo>
                <a:lnTo>
                  <a:pt x="80" y="52"/>
                </a:lnTo>
                <a:lnTo>
                  <a:pt x="79" y="52"/>
                </a:lnTo>
                <a:lnTo>
                  <a:pt x="79" y="53"/>
                </a:lnTo>
                <a:lnTo>
                  <a:pt x="78" y="53"/>
                </a:lnTo>
                <a:lnTo>
                  <a:pt x="78" y="54"/>
                </a:lnTo>
                <a:lnTo>
                  <a:pt x="79" y="54"/>
                </a:lnTo>
                <a:lnTo>
                  <a:pt x="80" y="54"/>
                </a:lnTo>
                <a:lnTo>
                  <a:pt x="80" y="55"/>
                </a:lnTo>
                <a:lnTo>
                  <a:pt x="81" y="56"/>
                </a:lnTo>
                <a:lnTo>
                  <a:pt x="82" y="56"/>
                </a:lnTo>
                <a:lnTo>
                  <a:pt x="83" y="56"/>
                </a:lnTo>
                <a:lnTo>
                  <a:pt x="84" y="56"/>
                </a:lnTo>
                <a:lnTo>
                  <a:pt x="85" y="56"/>
                </a:lnTo>
                <a:lnTo>
                  <a:pt x="85" y="57"/>
                </a:lnTo>
                <a:lnTo>
                  <a:pt x="84" y="57"/>
                </a:lnTo>
                <a:lnTo>
                  <a:pt x="85" y="58"/>
                </a:lnTo>
                <a:lnTo>
                  <a:pt x="86" y="59"/>
                </a:lnTo>
                <a:lnTo>
                  <a:pt x="85" y="59"/>
                </a:lnTo>
                <a:lnTo>
                  <a:pt x="86" y="60"/>
                </a:lnTo>
                <a:lnTo>
                  <a:pt x="86" y="59"/>
                </a:lnTo>
                <a:lnTo>
                  <a:pt x="87" y="59"/>
                </a:lnTo>
                <a:lnTo>
                  <a:pt x="87" y="60"/>
                </a:lnTo>
                <a:lnTo>
                  <a:pt x="86" y="60"/>
                </a:lnTo>
                <a:lnTo>
                  <a:pt x="86" y="61"/>
                </a:lnTo>
                <a:lnTo>
                  <a:pt x="86" y="62"/>
                </a:lnTo>
                <a:lnTo>
                  <a:pt x="86" y="63"/>
                </a:lnTo>
                <a:lnTo>
                  <a:pt x="86" y="62"/>
                </a:lnTo>
                <a:lnTo>
                  <a:pt x="85" y="62"/>
                </a:lnTo>
                <a:lnTo>
                  <a:pt x="85" y="63"/>
                </a:lnTo>
                <a:lnTo>
                  <a:pt x="85" y="64"/>
                </a:lnTo>
                <a:lnTo>
                  <a:pt x="85" y="63"/>
                </a:lnTo>
                <a:lnTo>
                  <a:pt x="84" y="64"/>
                </a:lnTo>
                <a:lnTo>
                  <a:pt x="84" y="65"/>
                </a:lnTo>
                <a:lnTo>
                  <a:pt x="83" y="65"/>
                </a:lnTo>
                <a:lnTo>
                  <a:pt x="83" y="66"/>
                </a:lnTo>
                <a:lnTo>
                  <a:pt x="82" y="66"/>
                </a:lnTo>
                <a:lnTo>
                  <a:pt x="82" y="67"/>
                </a:lnTo>
                <a:lnTo>
                  <a:pt x="83" y="67"/>
                </a:lnTo>
                <a:lnTo>
                  <a:pt x="83" y="66"/>
                </a:lnTo>
                <a:lnTo>
                  <a:pt x="84" y="66"/>
                </a:lnTo>
                <a:lnTo>
                  <a:pt x="84" y="67"/>
                </a:lnTo>
                <a:lnTo>
                  <a:pt x="85" y="67"/>
                </a:lnTo>
                <a:lnTo>
                  <a:pt x="85" y="68"/>
                </a:lnTo>
                <a:lnTo>
                  <a:pt x="85" y="69"/>
                </a:lnTo>
                <a:lnTo>
                  <a:pt x="86" y="69"/>
                </a:lnTo>
                <a:lnTo>
                  <a:pt x="87" y="68"/>
                </a:lnTo>
                <a:lnTo>
                  <a:pt x="87" y="67"/>
                </a:lnTo>
                <a:lnTo>
                  <a:pt x="88" y="67"/>
                </a:lnTo>
                <a:lnTo>
                  <a:pt x="88" y="68"/>
                </a:lnTo>
                <a:lnTo>
                  <a:pt x="89" y="68"/>
                </a:lnTo>
                <a:lnTo>
                  <a:pt x="89" y="69"/>
                </a:lnTo>
                <a:lnTo>
                  <a:pt x="90" y="69"/>
                </a:lnTo>
                <a:lnTo>
                  <a:pt x="90" y="70"/>
                </a:lnTo>
                <a:lnTo>
                  <a:pt x="89" y="70"/>
                </a:lnTo>
                <a:lnTo>
                  <a:pt x="88" y="70"/>
                </a:lnTo>
                <a:lnTo>
                  <a:pt x="88" y="71"/>
                </a:lnTo>
                <a:lnTo>
                  <a:pt x="89" y="71"/>
                </a:lnTo>
                <a:lnTo>
                  <a:pt x="90" y="71"/>
                </a:lnTo>
                <a:lnTo>
                  <a:pt x="90" y="72"/>
                </a:lnTo>
                <a:lnTo>
                  <a:pt x="90" y="73"/>
                </a:lnTo>
                <a:lnTo>
                  <a:pt x="91" y="74"/>
                </a:lnTo>
                <a:lnTo>
                  <a:pt x="91" y="73"/>
                </a:lnTo>
                <a:lnTo>
                  <a:pt x="92" y="73"/>
                </a:lnTo>
                <a:lnTo>
                  <a:pt x="93" y="73"/>
                </a:lnTo>
                <a:lnTo>
                  <a:pt x="93" y="72"/>
                </a:lnTo>
                <a:lnTo>
                  <a:pt x="93" y="71"/>
                </a:lnTo>
                <a:lnTo>
                  <a:pt x="93" y="70"/>
                </a:lnTo>
                <a:lnTo>
                  <a:pt x="93" y="69"/>
                </a:lnTo>
                <a:lnTo>
                  <a:pt x="94" y="69"/>
                </a:lnTo>
                <a:lnTo>
                  <a:pt x="94" y="68"/>
                </a:lnTo>
                <a:lnTo>
                  <a:pt x="93" y="67"/>
                </a:lnTo>
                <a:lnTo>
                  <a:pt x="94" y="67"/>
                </a:lnTo>
                <a:lnTo>
                  <a:pt x="95" y="67"/>
                </a:lnTo>
                <a:lnTo>
                  <a:pt x="96" y="66"/>
                </a:lnTo>
                <a:lnTo>
                  <a:pt x="96" y="67"/>
                </a:lnTo>
                <a:lnTo>
                  <a:pt x="97" y="67"/>
                </a:lnTo>
                <a:lnTo>
                  <a:pt x="98" y="67"/>
                </a:lnTo>
                <a:lnTo>
                  <a:pt x="98" y="66"/>
                </a:lnTo>
                <a:lnTo>
                  <a:pt x="99" y="66"/>
                </a:lnTo>
                <a:lnTo>
                  <a:pt x="100" y="67"/>
                </a:lnTo>
                <a:lnTo>
                  <a:pt x="101" y="67"/>
                </a:lnTo>
                <a:lnTo>
                  <a:pt x="102" y="67"/>
                </a:lnTo>
                <a:lnTo>
                  <a:pt x="103" y="67"/>
                </a:lnTo>
                <a:lnTo>
                  <a:pt x="104" y="67"/>
                </a:lnTo>
                <a:lnTo>
                  <a:pt x="104" y="66"/>
                </a:lnTo>
                <a:lnTo>
                  <a:pt x="105" y="67"/>
                </a:lnTo>
                <a:lnTo>
                  <a:pt x="106" y="67"/>
                </a:lnTo>
                <a:lnTo>
                  <a:pt x="107" y="67"/>
                </a:lnTo>
                <a:lnTo>
                  <a:pt x="108" y="67"/>
                </a:lnTo>
                <a:lnTo>
                  <a:pt x="109" y="68"/>
                </a:lnTo>
                <a:lnTo>
                  <a:pt x="110" y="69"/>
                </a:lnTo>
                <a:lnTo>
                  <a:pt x="110" y="70"/>
                </a:lnTo>
                <a:lnTo>
                  <a:pt x="109" y="71"/>
                </a:lnTo>
                <a:lnTo>
                  <a:pt x="109" y="72"/>
                </a:lnTo>
                <a:lnTo>
                  <a:pt x="108" y="72"/>
                </a:lnTo>
                <a:lnTo>
                  <a:pt x="108" y="73"/>
                </a:lnTo>
                <a:lnTo>
                  <a:pt x="108" y="74"/>
                </a:lnTo>
                <a:lnTo>
                  <a:pt x="109" y="75"/>
                </a:lnTo>
                <a:lnTo>
                  <a:pt x="108" y="75"/>
                </a:lnTo>
                <a:lnTo>
                  <a:pt x="108" y="76"/>
                </a:lnTo>
                <a:lnTo>
                  <a:pt x="107" y="76"/>
                </a:lnTo>
                <a:lnTo>
                  <a:pt x="107" y="78"/>
                </a:lnTo>
                <a:lnTo>
                  <a:pt x="107" y="79"/>
                </a:lnTo>
                <a:lnTo>
                  <a:pt x="107" y="80"/>
                </a:lnTo>
                <a:lnTo>
                  <a:pt x="106" y="80"/>
                </a:lnTo>
                <a:lnTo>
                  <a:pt x="105" y="80"/>
                </a:lnTo>
                <a:lnTo>
                  <a:pt x="105" y="81"/>
                </a:lnTo>
                <a:lnTo>
                  <a:pt x="105" y="83"/>
                </a:lnTo>
                <a:lnTo>
                  <a:pt x="105" y="84"/>
                </a:lnTo>
                <a:lnTo>
                  <a:pt x="105" y="86"/>
                </a:lnTo>
                <a:lnTo>
                  <a:pt x="104" y="86"/>
                </a:lnTo>
                <a:lnTo>
                  <a:pt x="103" y="86"/>
                </a:lnTo>
                <a:lnTo>
                  <a:pt x="103" y="87"/>
                </a:lnTo>
                <a:lnTo>
                  <a:pt x="104" y="87"/>
                </a:lnTo>
                <a:lnTo>
                  <a:pt x="104" y="88"/>
                </a:lnTo>
                <a:lnTo>
                  <a:pt x="104" y="89"/>
                </a:lnTo>
                <a:lnTo>
                  <a:pt x="103" y="89"/>
                </a:lnTo>
                <a:lnTo>
                  <a:pt x="102" y="89"/>
                </a:lnTo>
                <a:lnTo>
                  <a:pt x="101" y="89"/>
                </a:lnTo>
                <a:lnTo>
                  <a:pt x="100" y="89"/>
                </a:lnTo>
                <a:lnTo>
                  <a:pt x="99" y="90"/>
                </a:lnTo>
                <a:lnTo>
                  <a:pt x="99" y="91"/>
                </a:lnTo>
                <a:lnTo>
                  <a:pt x="99" y="92"/>
                </a:lnTo>
                <a:lnTo>
                  <a:pt x="100" y="92"/>
                </a:lnTo>
                <a:lnTo>
                  <a:pt x="100" y="91"/>
                </a:lnTo>
                <a:lnTo>
                  <a:pt x="101" y="91"/>
                </a:lnTo>
                <a:lnTo>
                  <a:pt x="102" y="92"/>
                </a:lnTo>
                <a:lnTo>
                  <a:pt x="103" y="91"/>
                </a:lnTo>
                <a:lnTo>
                  <a:pt x="103" y="90"/>
                </a:lnTo>
                <a:lnTo>
                  <a:pt x="104" y="90"/>
                </a:lnTo>
                <a:lnTo>
                  <a:pt x="104" y="91"/>
                </a:lnTo>
                <a:lnTo>
                  <a:pt x="103" y="92"/>
                </a:lnTo>
                <a:lnTo>
                  <a:pt x="103" y="93"/>
                </a:lnTo>
                <a:lnTo>
                  <a:pt x="102" y="93"/>
                </a:lnTo>
                <a:lnTo>
                  <a:pt x="103" y="94"/>
                </a:lnTo>
                <a:lnTo>
                  <a:pt x="104" y="94"/>
                </a:lnTo>
                <a:lnTo>
                  <a:pt x="103" y="94"/>
                </a:lnTo>
                <a:lnTo>
                  <a:pt x="104" y="94"/>
                </a:lnTo>
                <a:lnTo>
                  <a:pt x="105" y="94"/>
                </a:lnTo>
                <a:lnTo>
                  <a:pt x="106" y="94"/>
                </a:lnTo>
                <a:lnTo>
                  <a:pt x="107" y="94"/>
                </a:lnTo>
                <a:lnTo>
                  <a:pt x="107" y="95"/>
                </a:lnTo>
                <a:lnTo>
                  <a:pt x="108" y="95"/>
                </a:lnTo>
                <a:lnTo>
                  <a:pt x="109" y="95"/>
                </a:lnTo>
                <a:lnTo>
                  <a:pt x="110" y="95"/>
                </a:lnTo>
                <a:lnTo>
                  <a:pt x="111" y="95"/>
                </a:lnTo>
                <a:lnTo>
                  <a:pt x="112" y="95"/>
                </a:lnTo>
                <a:lnTo>
                  <a:pt x="114" y="95"/>
                </a:lnTo>
                <a:lnTo>
                  <a:pt x="114" y="96"/>
                </a:lnTo>
                <a:lnTo>
                  <a:pt x="114" y="97"/>
                </a:lnTo>
                <a:lnTo>
                  <a:pt x="116" y="97"/>
                </a:lnTo>
                <a:lnTo>
                  <a:pt x="116" y="98"/>
                </a:lnTo>
                <a:lnTo>
                  <a:pt x="117" y="98"/>
                </a:lnTo>
                <a:lnTo>
                  <a:pt x="118" y="99"/>
                </a:lnTo>
                <a:lnTo>
                  <a:pt x="118" y="98"/>
                </a:lnTo>
                <a:lnTo>
                  <a:pt x="120" y="98"/>
                </a:lnTo>
                <a:lnTo>
                  <a:pt x="120" y="99"/>
                </a:lnTo>
                <a:lnTo>
                  <a:pt x="120" y="100"/>
                </a:lnTo>
                <a:lnTo>
                  <a:pt x="121" y="101"/>
                </a:lnTo>
                <a:lnTo>
                  <a:pt x="122" y="101"/>
                </a:lnTo>
                <a:lnTo>
                  <a:pt x="123" y="101"/>
                </a:lnTo>
                <a:lnTo>
                  <a:pt x="123" y="102"/>
                </a:lnTo>
                <a:lnTo>
                  <a:pt x="123" y="104"/>
                </a:lnTo>
                <a:lnTo>
                  <a:pt x="121" y="104"/>
                </a:lnTo>
                <a:lnTo>
                  <a:pt x="121" y="105"/>
                </a:lnTo>
                <a:lnTo>
                  <a:pt x="120" y="105"/>
                </a:lnTo>
                <a:lnTo>
                  <a:pt x="116" y="105"/>
                </a:lnTo>
                <a:lnTo>
                  <a:pt x="115" y="105"/>
                </a:lnTo>
                <a:lnTo>
                  <a:pt x="114" y="105"/>
                </a:lnTo>
                <a:lnTo>
                  <a:pt x="113" y="106"/>
                </a:lnTo>
                <a:lnTo>
                  <a:pt x="112" y="106"/>
                </a:lnTo>
                <a:lnTo>
                  <a:pt x="112" y="107"/>
                </a:lnTo>
                <a:lnTo>
                  <a:pt x="113" y="109"/>
                </a:lnTo>
                <a:lnTo>
                  <a:pt x="112" y="109"/>
                </a:lnTo>
                <a:lnTo>
                  <a:pt x="111" y="110"/>
                </a:lnTo>
                <a:lnTo>
                  <a:pt x="110" y="106"/>
                </a:lnTo>
                <a:lnTo>
                  <a:pt x="109" y="107"/>
                </a:lnTo>
                <a:lnTo>
                  <a:pt x="105" y="108"/>
                </a:lnTo>
                <a:lnTo>
                  <a:pt x="106" y="110"/>
                </a:lnTo>
                <a:lnTo>
                  <a:pt x="106" y="111"/>
                </a:lnTo>
                <a:lnTo>
                  <a:pt x="106" y="110"/>
                </a:lnTo>
                <a:lnTo>
                  <a:pt x="106" y="109"/>
                </a:lnTo>
                <a:lnTo>
                  <a:pt x="105" y="109"/>
                </a:lnTo>
                <a:lnTo>
                  <a:pt x="105" y="110"/>
                </a:lnTo>
                <a:lnTo>
                  <a:pt x="106" y="110"/>
                </a:lnTo>
                <a:lnTo>
                  <a:pt x="106" y="111"/>
                </a:lnTo>
                <a:lnTo>
                  <a:pt x="105" y="110"/>
                </a:lnTo>
                <a:lnTo>
                  <a:pt x="104" y="109"/>
                </a:lnTo>
                <a:lnTo>
                  <a:pt x="104" y="110"/>
                </a:lnTo>
                <a:lnTo>
                  <a:pt x="105" y="111"/>
                </a:lnTo>
                <a:lnTo>
                  <a:pt x="104" y="111"/>
                </a:lnTo>
                <a:lnTo>
                  <a:pt x="104" y="110"/>
                </a:lnTo>
                <a:lnTo>
                  <a:pt x="103" y="109"/>
                </a:lnTo>
                <a:lnTo>
                  <a:pt x="102" y="110"/>
                </a:lnTo>
                <a:lnTo>
                  <a:pt x="101" y="110"/>
                </a:lnTo>
                <a:lnTo>
                  <a:pt x="102" y="110"/>
                </a:lnTo>
                <a:lnTo>
                  <a:pt x="102" y="111"/>
                </a:lnTo>
                <a:lnTo>
                  <a:pt x="101" y="111"/>
                </a:lnTo>
                <a:lnTo>
                  <a:pt x="100" y="111"/>
                </a:lnTo>
                <a:lnTo>
                  <a:pt x="101" y="111"/>
                </a:lnTo>
                <a:lnTo>
                  <a:pt x="101" y="112"/>
                </a:lnTo>
                <a:lnTo>
                  <a:pt x="100" y="112"/>
                </a:lnTo>
                <a:lnTo>
                  <a:pt x="100" y="113"/>
                </a:lnTo>
                <a:lnTo>
                  <a:pt x="99" y="113"/>
                </a:lnTo>
                <a:lnTo>
                  <a:pt x="99" y="112"/>
                </a:lnTo>
                <a:lnTo>
                  <a:pt x="98" y="113"/>
                </a:lnTo>
                <a:lnTo>
                  <a:pt x="98" y="114"/>
                </a:lnTo>
                <a:lnTo>
                  <a:pt x="103" y="117"/>
                </a:lnTo>
                <a:lnTo>
                  <a:pt x="102" y="118"/>
                </a:lnTo>
                <a:lnTo>
                  <a:pt x="101" y="120"/>
                </a:lnTo>
                <a:lnTo>
                  <a:pt x="100" y="120"/>
                </a:lnTo>
                <a:lnTo>
                  <a:pt x="99" y="120"/>
                </a:lnTo>
                <a:lnTo>
                  <a:pt x="98" y="119"/>
                </a:lnTo>
                <a:lnTo>
                  <a:pt x="95" y="118"/>
                </a:lnTo>
                <a:lnTo>
                  <a:pt x="94" y="118"/>
                </a:lnTo>
                <a:lnTo>
                  <a:pt x="93" y="118"/>
                </a:lnTo>
                <a:lnTo>
                  <a:pt x="92" y="118"/>
                </a:lnTo>
                <a:lnTo>
                  <a:pt x="92" y="119"/>
                </a:lnTo>
                <a:lnTo>
                  <a:pt x="93" y="119"/>
                </a:lnTo>
                <a:lnTo>
                  <a:pt x="95" y="120"/>
                </a:lnTo>
                <a:lnTo>
                  <a:pt x="96" y="121"/>
                </a:lnTo>
                <a:lnTo>
                  <a:pt x="97" y="121"/>
                </a:lnTo>
                <a:lnTo>
                  <a:pt x="99" y="122"/>
                </a:lnTo>
                <a:lnTo>
                  <a:pt x="100" y="126"/>
                </a:lnTo>
                <a:lnTo>
                  <a:pt x="101" y="126"/>
                </a:lnTo>
                <a:lnTo>
                  <a:pt x="102" y="127"/>
                </a:lnTo>
                <a:lnTo>
                  <a:pt x="102" y="128"/>
                </a:lnTo>
                <a:lnTo>
                  <a:pt x="101" y="128"/>
                </a:lnTo>
                <a:lnTo>
                  <a:pt x="101" y="130"/>
                </a:lnTo>
                <a:lnTo>
                  <a:pt x="102" y="130"/>
                </a:lnTo>
                <a:lnTo>
                  <a:pt x="101" y="130"/>
                </a:lnTo>
                <a:lnTo>
                  <a:pt x="100" y="130"/>
                </a:lnTo>
                <a:lnTo>
                  <a:pt x="98" y="129"/>
                </a:lnTo>
                <a:lnTo>
                  <a:pt x="98" y="128"/>
                </a:lnTo>
                <a:lnTo>
                  <a:pt x="98" y="127"/>
                </a:lnTo>
                <a:lnTo>
                  <a:pt x="98" y="126"/>
                </a:lnTo>
                <a:lnTo>
                  <a:pt x="97" y="123"/>
                </a:lnTo>
                <a:lnTo>
                  <a:pt x="96" y="122"/>
                </a:lnTo>
                <a:lnTo>
                  <a:pt x="95" y="123"/>
                </a:lnTo>
                <a:lnTo>
                  <a:pt x="96" y="123"/>
                </a:lnTo>
                <a:lnTo>
                  <a:pt x="96" y="124"/>
                </a:lnTo>
                <a:lnTo>
                  <a:pt x="96" y="125"/>
                </a:lnTo>
                <a:lnTo>
                  <a:pt x="96" y="126"/>
                </a:lnTo>
                <a:lnTo>
                  <a:pt x="96" y="127"/>
                </a:lnTo>
                <a:lnTo>
                  <a:pt x="97" y="128"/>
                </a:lnTo>
                <a:lnTo>
                  <a:pt x="97" y="129"/>
                </a:lnTo>
                <a:lnTo>
                  <a:pt x="98" y="130"/>
                </a:lnTo>
                <a:lnTo>
                  <a:pt x="97" y="130"/>
                </a:lnTo>
                <a:lnTo>
                  <a:pt x="96" y="130"/>
                </a:lnTo>
                <a:lnTo>
                  <a:pt x="96" y="129"/>
                </a:lnTo>
                <a:lnTo>
                  <a:pt x="95" y="129"/>
                </a:lnTo>
                <a:lnTo>
                  <a:pt x="94" y="129"/>
                </a:lnTo>
                <a:lnTo>
                  <a:pt x="93" y="129"/>
                </a:lnTo>
                <a:lnTo>
                  <a:pt x="92" y="129"/>
                </a:lnTo>
                <a:lnTo>
                  <a:pt x="92" y="128"/>
                </a:lnTo>
                <a:lnTo>
                  <a:pt x="91" y="128"/>
                </a:lnTo>
                <a:lnTo>
                  <a:pt x="91" y="129"/>
                </a:lnTo>
                <a:lnTo>
                  <a:pt x="92" y="129"/>
                </a:lnTo>
                <a:lnTo>
                  <a:pt x="94" y="130"/>
                </a:lnTo>
                <a:lnTo>
                  <a:pt x="95" y="130"/>
                </a:lnTo>
                <a:lnTo>
                  <a:pt x="95" y="131"/>
                </a:lnTo>
                <a:lnTo>
                  <a:pt x="96" y="131"/>
                </a:lnTo>
                <a:lnTo>
                  <a:pt x="97" y="131"/>
                </a:lnTo>
                <a:lnTo>
                  <a:pt x="98" y="131"/>
                </a:lnTo>
                <a:lnTo>
                  <a:pt x="99" y="131"/>
                </a:lnTo>
                <a:lnTo>
                  <a:pt x="100" y="131"/>
                </a:lnTo>
                <a:lnTo>
                  <a:pt x="100" y="132"/>
                </a:lnTo>
                <a:lnTo>
                  <a:pt x="103" y="132"/>
                </a:lnTo>
                <a:lnTo>
                  <a:pt x="103" y="133"/>
                </a:lnTo>
                <a:lnTo>
                  <a:pt x="106" y="133"/>
                </a:lnTo>
                <a:lnTo>
                  <a:pt x="106" y="134"/>
                </a:lnTo>
                <a:lnTo>
                  <a:pt x="106" y="135"/>
                </a:lnTo>
                <a:lnTo>
                  <a:pt x="101" y="133"/>
                </a:lnTo>
                <a:lnTo>
                  <a:pt x="100" y="133"/>
                </a:lnTo>
                <a:lnTo>
                  <a:pt x="95" y="132"/>
                </a:lnTo>
                <a:lnTo>
                  <a:pt x="94" y="132"/>
                </a:lnTo>
                <a:lnTo>
                  <a:pt x="93" y="131"/>
                </a:lnTo>
                <a:lnTo>
                  <a:pt x="92" y="131"/>
                </a:lnTo>
                <a:lnTo>
                  <a:pt x="91" y="130"/>
                </a:lnTo>
                <a:lnTo>
                  <a:pt x="91" y="129"/>
                </a:lnTo>
                <a:lnTo>
                  <a:pt x="90" y="129"/>
                </a:lnTo>
                <a:lnTo>
                  <a:pt x="91" y="129"/>
                </a:lnTo>
                <a:lnTo>
                  <a:pt x="91" y="130"/>
                </a:lnTo>
                <a:lnTo>
                  <a:pt x="91" y="131"/>
                </a:lnTo>
                <a:lnTo>
                  <a:pt x="92" y="131"/>
                </a:lnTo>
                <a:lnTo>
                  <a:pt x="92" y="132"/>
                </a:lnTo>
                <a:lnTo>
                  <a:pt x="93" y="132"/>
                </a:lnTo>
                <a:lnTo>
                  <a:pt x="95" y="133"/>
                </a:lnTo>
                <a:lnTo>
                  <a:pt x="96" y="133"/>
                </a:lnTo>
                <a:lnTo>
                  <a:pt x="96" y="135"/>
                </a:lnTo>
                <a:lnTo>
                  <a:pt x="97" y="135"/>
                </a:lnTo>
                <a:lnTo>
                  <a:pt x="98" y="134"/>
                </a:lnTo>
                <a:lnTo>
                  <a:pt x="101" y="135"/>
                </a:lnTo>
                <a:lnTo>
                  <a:pt x="100" y="136"/>
                </a:lnTo>
                <a:lnTo>
                  <a:pt x="101" y="137"/>
                </a:lnTo>
                <a:lnTo>
                  <a:pt x="102" y="135"/>
                </a:lnTo>
                <a:lnTo>
                  <a:pt x="104" y="136"/>
                </a:lnTo>
                <a:lnTo>
                  <a:pt x="102" y="139"/>
                </a:lnTo>
                <a:lnTo>
                  <a:pt x="102" y="140"/>
                </a:lnTo>
                <a:lnTo>
                  <a:pt x="103" y="141"/>
                </a:lnTo>
                <a:lnTo>
                  <a:pt x="102" y="142"/>
                </a:lnTo>
                <a:lnTo>
                  <a:pt x="100" y="141"/>
                </a:lnTo>
                <a:lnTo>
                  <a:pt x="99" y="140"/>
                </a:lnTo>
                <a:lnTo>
                  <a:pt x="97" y="140"/>
                </a:lnTo>
                <a:lnTo>
                  <a:pt x="93" y="138"/>
                </a:lnTo>
                <a:lnTo>
                  <a:pt x="93" y="139"/>
                </a:lnTo>
                <a:lnTo>
                  <a:pt x="92" y="139"/>
                </a:lnTo>
                <a:lnTo>
                  <a:pt x="91" y="139"/>
                </a:lnTo>
                <a:lnTo>
                  <a:pt x="90" y="139"/>
                </a:lnTo>
                <a:lnTo>
                  <a:pt x="88" y="138"/>
                </a:lnTo>
                <a:lnTo>
                  <a:pt x="88" y="139"/>
                </a:lnTo>
                <a:lnTo>
                  <a:pt x="89" y="139"/>
                </a:lnTo>
                <a:lnTo>
                  <a:pt x="90" y="139"/>
                </a:lnTo>
                <a:lnTo>
                  <a:pt x="91" y="140"/>
                </a:lnTo>
                <a:lnTo>
                  <a:pt x="92" y="140"/>
                </a:lnTo>
                <a:lnTo>
                  <a:pt x="93" y="140"/>
                </a:lnTo>
                <a:lnTo>
                  <a:pt x="95" y="141"/>
                </a:lnTo>
                <a:lnTo>
                  <a:pt x="94" y="142"/>
                </a:lnTo>
                <a:lnTo>
                  <a:pt x="93" y="142"/>
                </a:lnTo>
                <a:lnTo>
                  <a:pt x="89" y="141"/>
                </a:lnTo>
                <a:lnTo>
                  <a:pt x="88" y="142"/>
                </a:lnTo>
                <a:lnTo>
                  <a:pt x="93" y="144"/>
                </a:lnTo>
                <a:lnTo>
                  <a:pt x="93" y="145"/>
                </a:lnTo>
                <a:lnTo>
                  <a:pt x="92" y="145"/>
                </a:lnTo>
                <a:lnTo>
                  <a:pt x="90" y="145"/>
                </a:lnTo>
                <a:lnTo>
                  <a:pt x="87" y="144"/>
                </a:lnTo>
                <a:lnTo>
                  <a:pt x="86" y="144"/>
                </a:lnTo>
                <a:lnTo>
                  <a:pt x="85" y="143"/>
                </a:lnTo>
                <a:lnTo>
                  <a:pt x="84" y="142"/>
                </a:lnTo>
                <a:lnTo>
                  <a:pt x="84" y="143"/>
                </a:lnTo>
                <a:lnTo>
                  <a:pt x="83" y="144"/>
                </a:lnTo>
                <a:lnTo>
                  <a:pt x="81" y="147"/>
                </a:lnTo>
                <a:lnTo>
                  <a:pt x="81" y="148"/>
                </a:lnTo>
                <a:lnTo>
                  <a:pt x="80" y="149"/>
                </a:lnTo>
                <a:lnTo>
                  <a:pt x="80" y="150"/>
                </a:lnTo>
                <a:lnTo>
                  <a:pt x="80" y="151"/>
                </a:lnTo>
                <a:lnTo>
                  <a:pt x="79" y="151"/>
                </a:lnTo>
                <a:lnTo>
                  <a:pt x="80" y="151"/>
                </a:lnTo>
                <a:lnTo>
                  <a:pt x="80" y="152"/>
                </a:lnTo>
                <a:lnTo>
                  <a:pt x="81" y="152"/>
                </a:lnTo>
                <a:lnTo>
                  <a:pt x="80" y="152"/>
                </a:lnTo>
                <a:lnTo>
                  <a:pt x="80" y="153"/>
                </a:lnTo>
                <a:lnTo>
                  <a:pt x="79" y="153"/>
                </a:lnTo>
                <a:lnTo>
                  <a:pt x="81" y="153"/>
                </a:lnTo>
                <a:lnTo>
                  <a:pt x="82" y="153"/>
                </a:lnTo>
                <a:lnTo>
                  <a:pt x="82" y="158"/>
                </a:lnTo>
                <a:lnTo>
                  <a:pt x="83" y="158"/>
                </a:lnTo>
                <a:lnTo>
                  <a:pt x="83" y="155"/>
                </a:lnTo>
                <a:lnTo>
                  <a:pt x="85" y="153"/>
                </a:lnTo>
                <a:lnTo>
                  <a:pt x="89" y="153"/>
                </a:lnTo>
                <a:lnTo>
                  <a:pt x="89" y="157"/>
                </a:lnTo>
                <a:lnTo>
                  <a:pt x="91" y="157"/>
                </a:lnTo>
                <a:lnTo>
                  <a:pt x="91" y="154"/>
                </a:lnTo>
                <a:lnTo>
                  <a:pt x="92" y="154"/>
                </a:lnTo>
                <a:lnTo>
                  <a:pt x="92" y="163"/>
                </a:lnTo>
                <a:lnTo>
                  <a:pt x="82" y="163"/>
                </a:lnTo>
                <a:lnTo>
                  <a:pt x="82" y="162"/>
                </a:lnTo>
                <a:lnTo>
                  <a:pt x="79" y="162"/>
                </a:lnTo>
                <a:lnTo>
                  <a:pt x="79" y="163"/>
                </a:lnTo>
                <a:lnTo>
                  <a:pt x="79" y="164"/>
                </a:lnTo>
                <a:lnTo>
                  <a:pt x="80" y="164"/>
                </a:lnTo>
                <a:lnTo>
                  <a:pt x="80" y="166"/>
                </a:lnTo>
                <a:lnTo>
                  <a:pt x="81" y="166"/>
                </a:lnTo>
                <a:lnTo>
                  <a:pt x="81" y="168"/>
                </a:lnTo>
                <a:lnTo>
                  <a:pt x="80" y="168"/>
                </a:lnTo>
                <a:lnTo>
                  <a:pt x="79" y="168"/>
                </a:lnTo>
                <a:lnTo>
                  <a:pt x="78" y="168"/>
                </a:lnTo>
                <a:lnTo>
                  <a:pt x="77" y="168"/>
                </a:lnTo>
                <a:lnTo>
                  <a:pt x="76" y="168"/>
                </a:lnTo>
                <a:lnTo>
                  <a:pt x="75" y="168"/>
                </a:lnTo>
                <a:lnTo>
                  <a:pt x="75" y="169"/>
                </a:lnTo>
                <a:lnTo>
                  <a:pt x="74" y="170"/>
                </a:lnTo>
                <a:lnTo>
                  <a:pt x="74" y="169"/>
                </a:lnTo>
                <a:lnTo>
                  <a:pt x="73" y="169"/>
                </a:lnTo>
                <a:lnTo>
                  <a:pt x="73" y="168"/>
                </a:lnTo>
                <a:lnTo>
                  <a:pt x="72" y="168"/>
                </a:lnTo>
                <a:lnTo>
                  <a:pt x="69" y="168"/>
                </a:lnTo>
                <a:lnTo>
                  <a:pt x="70" y="168"/>
                </a:lnTo>
                <a:lnTo>
                  <a:pt x="69" y="168"/>
                </a:lnTo>
                <a:lnTo>
                  <a:pt x="68" y="169"/>
                </a:lnTo>
                <a:lnTo>
                  <a:pt x="67" y="169"/>
                </a:lnTo>
                <a:lnTo>
                  <a:pt x="66" y="169"/>
                </a:lnTo>
                <a:lnTo>
                  <a:pt x="65" y="170"/>
                </a:lnTo>
                <a:lnTo>
                  <a:pt x="64" y="170"/>
                </a:lnTo>
                <a:lnTo>
                  <a:pt x="64" y="171"/>
                </a:lnTo>
                <a:lnTo>
                  <a:pt x="63" y="170"/>
                </a:lnTo>
                <a:lnTo>
                  <a:pt x="62" y="171"/>
                </a:lnTo>
                <a:lnTo>
                  <a:pt x="63" y="171"/>
                </a:lnTo>
                <a:lnTo>
                  <a:pt x="62" y="172"/>
                </a:lnTo>
                <a:lnTo>
                  <a:pt x="61" y="172"/>
                </a:lnTo>
                <a:lnTo>
                  <a:pt x="61" y="173"/>
                </a:lnTo>
                <a:lnTo>
                  <a:pt x="60" y="173"/>
                </a:lnTo>
                <a:lnTo>
                  <a:pt x="60" y="171"/>
                </a:lnTo>
                <a:lnTo>
                  <a:pt x="59" y="171"/>
                </a:lnTo>
                <a:lnTo>
                  <a:pt x="59" y="172"/>
                </a:lnTo>
                <a:lnTo>
                  <a:pt x="58" y="172"/>
                </a:lnTo>
                <a:lnTo>
                  <a:pt x="59" y="173"/>
                </a:lnTo>
                <a:lnTo>
                  <a:pt x="58" y="173"/>
                </a:lnTo>
                <a:lnTo>
                  <a:pt x="58" y="174"/>
                </a:lnTo>
                <a:lnTo>
                  <a:pt x="57" y="173"/>
                </a:lnTo>
                <a:lnTo>
                  <a:pt x="56" y="173"/>
                </a:lnTo>
                <a:lnTo>
                  <a:pt x="55" y="173"/>
                </a:lnTo>
                <a:lnTo>
                  <a:pt x="55" y="174"/>
                </a:lnTo>
                <a:lnTo>
                  <a:pt x="54" y="174"/>
                </a:lnTo>
                <a:lnTo>
                  <a:pt x="54" y="173"/>
                </a:lnTo>
                <a:lnTo>
                  <a:pt x="53" y="173"/>
                </a:lnTo>
                <a:lnTo>
                  <a:pt x="53" y="172"/>
                </a:lnTo>
                <a:lnTo>
                  <a:pt x="53" y="173"/>
                </a:lnTo>
                <a:lnTo>
                  <a:pt x="51" y="174"/>
                </a:lnTo>
                <a:lnTo>
                  <a:pt x="50" y="174"/>
                </a:lnTo>
                <a:lnTo>
                  <a:pt x="50" y="173"/>
                </a:lnTo>
                <a:lnTo>
                  <a:pt x="49" y="174"/>
                </a:lnTo>
                <a:lnTo>
                  <a:pt x="48" y="173"/>
                </a:lnTo>
                <a:lnTo>
                  <a:pt x="48" y="172"/>
                </a:lnTo>
                <a:lnTo>
                  <a:pt x="50" y="171"/>
                </a:lnTo>
                <a:lnTo>
                  <a:pt x="49" y="171"/>
                </a:lnTo>
                <a:lnTo>
                  <a:pt x="48" y="172"/>
                </a:lnTo>
                <a:lnTo>
                  <a:pt x="48" y="171"/>
                </a:lnTo>
                <a:lnTo>
                  <a:pt x="48" y="170"/>
                </a:lnTo>
                <a:lnTo>
                  <a:pt x="49" y="170"/>
                </a:lnTo>
                <a:lnTo>
                  <a:pt x="50" y="170"/>
                </a:lnTo>
                <a:lnTo>
                  <a:pt x="50" y="169"/>
                </a:lnTo>
                <a:lnTo>
                  <a:pt x="49" y="168"/>
                </a:lnTo>
                <a:lnTo>
                  <a:pt x="48" y="168"/>
                </a:lnTo>
                <a:lnTo>
                  <a:pt x="47" y="168"/>
                </a:lnTo>
                <a:lnTo>
                  <a:pt x="47" y="167"/>
                </a:lnTo>
                <a:lnTo>
                  <a:pt x="48" y="167"/>
                </a:lnTo>
                <a:lnTo>
                  <a:pt x="48" y="166"/>
                </a:lnTo>
                <a:lnTo>
                  <a:pt x="47" y="166"/>
                </a:lnTo>
                <a:lnTo>
                  <a:pt x="47" y="165"/>
                </a:lnTo>
                <a:lnTo>
                  <a:pt x="46" y="165"/>
                </a:lnTo>
                <a:lnTo>
                  <a:pt x="46" y="166"/>
                </a:lnTo>
                <a:lnTo>
                  <a:pt x="45" y="167"/>
                </a:lnTo>
                <a:lnTo>
                  <a:pt x="44" y="167"/>
                </a:lnTo>
                <a:lnTo>
                  <a:pt x="43" y="168"/>
                </a:lnTo>
                <a:lnTo>
                  <a:pt x="42" y="168"/>
                </a:lnTo>
                <a:lnTo>
                  <a:pt x="41" y="168"/>
                </a:lnTo>
                <a:lnTo>
                  <a:pt x="40" y="168"/>
                </a:lnTo>
                <a:lnTo>
                  <a:pt x="40" y="169"/>
                </a:lnTo>
                <a:lnTo>
                  <a:pt x="39" y="169"/>
                </a:lnTo>
                <a:lnTo>
                  <a:pt x="39" y="170"/>
                </a:lnTo>
                <a:lnTo>
                  <a:pt x="38" y="170"/>
                </a:lnTo>
                <a:lnTo>
                  <a:pt x="37" y="170"/>
                </a:lnTo>
                <a:lnTo>
                  <a:pt x="37" y="171"/>
                </a:lnTo>
                <a:lnTo>
                  <a:pt x="36" y="171"/>
                </a:lnTo>
                <a:lnTo>
                  <a:pt x="35" y="171"/>
                </a:lnTo>
                <a:lnTo>
                  <a:pt x="35" y="170"/>
                </a:lnTo>
                <a:lnTo>
                  <a:pt x="34" y="170"/>
                </a:lnTo>
                <a:lnTo>
                  <a:pt x="34" y="169"/>
                </a:lnTo>
                <a:lnTo>
                  <a:pt x="33" y="169"/>
                </a:lnTo>
                <a:lnTo>
                  <a:pt x="33" y="168"/>
                </a:lnTo>
                <a:lnTo>
                  <a:pt x="32" y="167"/>
                </a:lnTo>
                <a:lnTo>
                  <a:pt x="32" y="166"/>
                </a:lnTo>
                <a:lnTo>
                  <a:pt x="31" y="165"/>
                </a:lnTo>
                <a:lnTo>
                  <a:pt x="31" y="164"/>
                </a:lnTo>
                <a:lnTo>
                  <a:pt x="32" y="163"/>
                </a:lnTo>
                <a:lnTo>
                  <a:pt x="32" y="162"/>
                </a:lnTo>
                <a:lnTo>
                  <a:pt x="32" y="161"/>
                </a:lnTo>
                <a:lnTo>
                  <a:pt x="31" y="161"/>
                </a:lnTo>
                <a:lnTo>
                  <a:pt x="30" y="161"/>
                </a:lnTo>
                <a:lnTo>
                  <a:pt x="30" y="160"/>
                </a:lnTo>
                <a:lnTo>
                  <a:pt x="30" y="161"/>
                </a:lnTo>
                <a:lnTo>
                  <a:pt x="30" y="160"/>
                </a:lnTo>
                <a:lnTo>
                  <a:pt x="30" y="159"/>
                </a:lnTo>
                <a:lnTo>
                  <a:pt x="28" y="159"/>
                </a:lnTo>
                <a:lnTo>
                  <a:pt x="28" y="160"/>
                </a:lnTo>
                <a:lnTo>
                  <a:pt x="27" y="160"/>
                </a:lnTo>
                <a:lnTo>
                  <a:pt x="26" y="160"/>
                </a:lnTo>
                <a:lnTo>
                  <a:pt x="22" y="160"/>
                </a:lnTo>
                <a:lnTo>
                  <a:pt x="22" y="161"/>
                </a:lnTo>
                <a:lnTo>
                  <a:pt x="21" y="161"/>
                </a:lnTo>
                <a:lnTo>
                  <a:pt x="20" y="161"/>
                </a:lnTo>
                <a:lnTo>
                  <a:pt x="19" y="161"/>
                </a:lnTo>
                <a:lnTo>
                  <a:pt x="18" y="161"/>
                </a:lnTo>
                <a:lnTo>
                  <a:pt x="17" y="161"/>
                </a:lnTo>
                <a:lnTo>
                  <a:pt x="16" y="161"/>
                </a:lnTo>
                <a:lnTo>
                  <a:pt x="15" y="161"/>
                </a:lnTo>
                <a:lnTo>
                  <a:pt x="15" y="160"/>
                </a:lnTo>
                <a:lnTo>
                  <a:pt x="15" y="159"/>
                </a:lnTo>
                <a:lnTo>
                  <a:pt x="15" y="158"/>
                </a:lnTo>
                <a:lnTo>
                  <a:pt x="14" y="158"/>
                </a:lnTo>
                <a:lnTo>
                  <a:pt x="14" y="157"/>
                </a:lnTo>
                <a:lnTo>
                  <a:pt x="15" y="157"/>
                </a:lnTo>
                <a:lnTo>
                  <a:pt x="15" y="156"/>
                </a:lnTo>
                <a:lnTo>
                  <a:pt x="15" y="155"/>
                </a:lnTo>
                <a:lnTo>
                  <a:pt x="14" y="155"/>
                </a:lnTo>
                <a:lnTo>
                  <a:pt x="12" y="155"/>
                </a:lnTo>
                <a:lnTo>
                  <a:pt x="11" y="155"/>
                </a:lnTo>
                <a:lnTo>
                  <a:pt x="10" y="155"/>
                </a:lnTo>
                <a:lnTo>
                  <a:pt x="9" y="155"/>
                </a:lnTo>
                <a:lnTo>
                  <a:pt x="8" y="155"/>
                </a:lnTo>
                <a:lnTo>
                  <a:pt x="7" y="155"/>
                </a:lnTo>
                <a:lnTo>
                  <a:pt x="7" y="156"/>
                </a:lnTo>
                <a:lnTo>
                  <a:pt x="7" y="155"/>
                </a:lnTo>
                <a:lnTo>
                  <a:pt x="6" y="155"/>
                </a:lnTo>
                <a:lnTo>
                  <a:pt x="5" y="155"/>
                </a:lnTo>
                <a:lnTo>
                  <a:pt x="5" y="154"/>
                </a:lnTo>
                <a:lnTo>
                  <a:pt x="4" y="154"/>
                </a:lnTo>
                <a:lnTo>
                  <a:pt x="3" y="154"/>
                </a:lnTo>
                <a:lnTo>
                  <a:pt x="3" y="153"/>
                </a:lnTo>
                <a:lnTo>
                  <a:pt x="4" y="153"/>
                </a:lnTo>
                <a:lnTo>
                  <a:pt x="4" y="152"/>
                </a:lnTo>
                <a:lnTo>
                  <a:pt x="4" y="151"/>
                </a:lnTo>
                <a:lnTo>
                  <a:pt x="3" y="151"/>
                </a:lnTo>
                <a:lnTo>
                  <a:pt x="3" y="150"/>
                </a:lnTo>
                <a:lnTo>
                  <a:pt x="3" y="149"/>
                </a:lnTo>
                <a:lnTo>
                  <a:pt x="3" y="148"/>
                </a:lnTo>
                <a:lnTo>
                  <a:pt x="3" y="147"/>
                </a:lnTo>
                <a:lnTo>
                  <a:pt x="4" y="147"/>
                </a:lnTo>
                <a:lnTo>
                  <a:pt x="4" y="145"/>
                </a:lnTo>
                <a:lnTo>
                  <a:pt x="3" y="145"/>
                </a:lnTo>
                <a:lnTo>
                  <a:pt x="3" y="144"/>
                </a:lnTo>
                <a:lnTo>
                  <a:pt x="3" y="143"/>
                </a:lnTo>
                <a:lnTo>
                  <a:pt x="2" y="143"/>
                </a:lnTo>
                <a:lnTo>
                  <a:pt x="1" y="143"/>
                </a:lnTo>
                <a:lnTo>
                  <a:pt x="1" y="139"/>
                </a:lnTo>
                <a:lnTo>
                  <a:pt x="1" y="138"/>
                </a:lnTo>
                <a:lnTo>
                  <a:pt x="0" y="138"/>
                </a:lnTo>
                <a:lnTo>
                  <a:pt x="0" y="135"/>
                </a:lnTo>
                <a:lnTo>
                  <a:pt x="0" y="134"/>
                </a:lnTo>
                <a:lnTo>
                  <a:pt x="1" y="134"/>
                </a:lnTo>
                <a:lnTo>
                  <a:pt x="1" y="133"/>
                </a:lnTo>
                <a:lnTo>
                  <a:pt x="1" y="132"/>
                </a:lnTo>
                <a:lnTo>
                  <a:pt x="1" y="131"/>
                </a:lnTo>
                <a:lnTo>
                  <a:pt x="2" y="131"/>
                </a:lnTo>
                <a:lnTo>
                  <a:pt x="2" y="130"/>
                </a:lnTo>
                <a:lnTo>
                  <a:pt x="3" y="130"/>
                </a:lnTo>
                <a:lnTo>
                  <a:pt x="3" y="129"/>
                </a:lnTo>
                <a:lnTo>
                  <a:pt x="4" y="128"/>
                </a:lnTo>
                <a:lnTo>
                  <a:pt x="4" y="127"/>
                </a:lnTo>
                <a:lnTo>
                  <a:pt x="4" y="126"/>
                </a:lnTo>
                <a:lnTo>
                  <a:pt x="5" y="126"/>
                </a:lnTo>
                <a:lnTo>
                  <a:pt x="5" y="124"/>
                </a:lnTo>
                <a:lnTo>
                  <a:pt x="4" y="124"/>
                </a:lnTo>
                <a:lnTo>
                  <a:pt x="4" y="123"/>
                </a:lnTo>
                <a:lnTo>
                  <a:pt x="5" y="123"/>
                </a:lnTo>
                <a:lnTo>
                  <a:pt x="6" y="123"/>
                </a:lnTo>
                <a:lnTo>
                  <a:pt x="7" y="122"/>
                </a:lnTo>
                <a:lnTo>
                  <a:pt x="6" y="122"/>
                </a:lnTo>
                <a:lnTo>
                  <a:pt x="7" y="122"/>
                </a:lnTo>
                <a:lnTo>
                  <a:pt x="7" y="121"/>
                </a:lnTo>
                <a:lnTo>
                  <a:pt x="8" y="121"/>
                </a:lnTo>
                <a:lnTo>
                  <a:pt x="8" y="122"/>
                </a:lnTo>
                <a:lnTo>
                  <a:pt x="7" y="122"/>
                </a:lnTo>
                <a:lnTo>
                  <a:pt x="7" y="123"/>
                </a:lnTo>
                <a:lnTo>
                  <a:pt x="7" y="122"/>
                </a:lnTo>
                <a:lnTo>
                  <a:pt x="8" y="122"/>
                </a:lnTo>
                <a:lnTo>
                  <a:pt x="9" y="123"/>
                </a:lnTo>
                <a:lnTo>
                  <a:pt x="9" y="122"/>
                </a:lnTo>
                <a:lnTo>
                  <a:pt x="10" y="122"/>
                </a:lnTo>
                <a:lnTo>
                  <a:pt x="10" y="123"/>
                </a:lnTo>
                <a:lnTo>
                  <a:pt x="11" y="123"/>
                </a:lnTo>
                <a:lnTo>
                  <a:pt x="12" y="123"/>
                </a:lnTo>
                <a:lnTo>
                  <a:pt x="12" y="122"/>
                </a:lnTo>
                <a:lnTo>
                  <a:pt x="12" y="123"/>
                </a:lnTo>
                <a:lnTo>
                  <a:pt x="14" y="123"/>
                </a:lnTo>
                <a:lnTo>
                  <a:pt x="14" y="122"/>
                </a:lnTo>
                <a:lnTo>
                  <a:pt x="15" y="122"/>
                </a:lnTo>
                <a:lnTo>
                  <a:pt x="15" y="121"/>
                </a:lnTo>
                <a:lnTo>
                  <a:pt x="15" y="120"/>
                </a:lnTo>
                <a:lnTo>
                  <a:pt x="16" y="120"/>
                </a:lnTo>
                <a:lnTo>
                  <a:pt x="16" y="119"/>
                </a:lnTo>
                <a:lnTo>
                  <a:pt x="17" y="119"/>
                </a:lnTo>
                <a:lnTo>
                  <a:pt x="17" y="118"/>
                </a:lnTo>
                <a:lnTo>
                  <a:pt x="18" y="118"/>
                </a:lnTo>
                <a:lnTo>
                  <a:pt x="18" y="117"/>
                </a:lnTo>
                <a:lnTo>
                  <a:pt x="18" y="116"/>
                </a:lnTo>
                <a:lnTo>
                  <a:pt x="19" y="117"/>
                </a:lnTo>
                <a:lnTo>
                  <a:pt x="19" y="116"/>
                </a:lnTo>
                <a:lnTo>
                  <a:pt x="20" y="116"/>
                </a:lnTo>
                <a:lnTo>
                  <a:pt x="19" y="116"/>
                </a:lnTo>
                <a:lnTo>
                  <a:pt x="19" y="115"/>
                </a:lnTo>
                <a:lnTo>
                  <a:pt x="19" y="114"/>
                </a:lnTo>
                <a:lnTo>
                  <a:pt x="19" y="113"/>
                </a:lnTo>
                <a:lnTo>
                  <a:pt x="18" y="113"/>
                </a:lnTo>
                <a:lnTo>
                  <a:pt x="18" y="112"/>
                </a:lnTo>
                <a:lnTo>
                  <a:pt x="17" y="112"/>
                </a:lnTo>
                <a:lnTo>
                  <a:pt x="16" y="112"/>
                </a:lnTo>
                <a:lnTo>
                  <a:pt x="15" y="112"/>
                </a:lnTo>
                <a:lnTo>
                  <a:pt x="14" y="112"/>
                </a:lnTo>
                <a:lnTo>
                  <a:pt x="14" y="111"/>
                </a:lnTo>
                <a:lnTo>
                  <a:pt x="14" y="110"/>
                </a:lnTo>
                <a:lnTo>
                  <a:pt x="14" y="109"/>
                </a:lnTo>
                <a:lnTo>
                  <a:pt x="14" y="108"/>
                </a:lnTo>
                <a:lnTo>
                  <a:pt x="14" y="107"/>
                </a:lnTo>
                <a:lnTo>
                  <a:pt x="13" y="107"/>
                </a:lnTo>
                <a:lnTo>
                  <a:pt x="13" y="106"/>
                </a:lnTo>
                <a:lnTo>
                  <a:pt x="14" y="106"/>
                </a:lnTo>
                <a:lnTo>
                  <a:pt x="15" y="105"/>
                </a:lnTo>
                <a:lnTo>
                  <a:pt x="15" y="106"/>
                </a:lnTo>
                <a:lnTo>
                  <a:pt x="15" y="105"/>
                </a:lnTo>
                <a:lnTo>
                  <a:pt x="15" y="104"/>
                </a:lnTo>
                <a:lnTo>
                  <a:pt x="16" y="105"/>
                </a:lnTo>
                <a:lnTo>
                  <a:pt x="17" y="105"/>
                </a:lnTo>
                <a:lnTo>
                  <a:pt x="17" y="104"/>
                </a:lnTo>
                <a:lnTo>
                  <a:pt x="16" y="104"/>
                </a:lnTo>
                <a:lnTo>
                  <a:pt x="16" y="103"/>
                </a:lnTo>
                <a:lnTo>
                  <a:pt x="15" y="103"/>
                </a:lnTo>
                <a:lnTo>
                  <a:pt x="15" y="102"/>
                </a:lnTo>
                <a:lnTo>
                  <a:pt x="15" y="101"/>
                </a:lnTo>
                <a:lnTo>
                  <a:pt x="15" y="100"/>
                </a:lnTo>
                <a:lnTo>
                  <a:pt x="15" y="99"/>
                </a:lnTo>
                <a:lnTo>
                  <a:pt x="15" y="98"/>
                </a:lnTo>
                <a:lnTo>
                  <a:pt x="15" y="97"/>
                </a:lnTo>
                <a:lnTo>
                  <a:pt x="16" y="97"/>
                </a:lnTo>
                <a:lnTo>
                  <a:pt x="16" y="96"/>
                </a:lnTo>
                <a:lnTo>
                  <a:pt x="16" y="95"/>
                </a:lnTo>
                <a:lnTo>
                  <a:pt x="16" y="94"/>
                </a:lnTo>
                <a:lnTo>
                  <a:pt x="16" y="93"/>
                </a:lnTo>
                <a:lnTo>
                  <a:pt x="15" y="93"/>
                </a:lnTo>
                <a:lnTo>
                  <a:pt x="15" y="92"/>
                </a:lnTo>
                <a:lnTo>
                  <a:pt x="15" y="91"/>
                </a:lnTo>
                <a:lnTo>
                  <a:pt x="14" y="91"/>
                </a:lnTo>
                <a:lnTo>
                  <a:pt x="14" y="92"/>
                </a:lnTo>
                <a:lnTo>
                  <a:pt x="13" y="93"/>
                </a:lnTo>
                <a:lnTo>
                  <a:pt x="12" y="93"/>
                </a:lnTo>
                <a:lnTo>
                  <a:pt x="11" y="93"/>
                </a:lnTo>
                <a:lnTo>
                  <a:pt x="11" y="92"/>
                </a:lnTo>
                <a:lnTo>
                  <a:pt x="10" y="92"/>
                </a:lnTo>
                <a:lnTo>
                  <a:pt x="10" y="91"/>
                </a:lnTo>
                <a:lnTo>
                  <a:pt x="11" y="91"/>
                </a:lnTo>
                <a:lnTo>
                  <a:pt x="12" y="90"/>
                </a:lnTo>
                <a:lnTo>
                  <a:pt x="11" y="90"/>
                </a:lnTo>
                <a:lnTo>
                  <a:pt x="11" y="91"/>
                </a:lnTo>
                <a:lnTo>
                  <a:pt x="10" y="90"/>
                </a:lnTo>
                <a:lnTo>
                  <a:pt x="10" y="89"/>
                </a:lnTo>
                <a:lnTo>
                  <a:pt x="10" y="90"/>
                </a:lnTo>
                <a:lnTo>
                  <a:pt x="11" y="89"/>
                </a:lnTo>
                <a:lnTo>
                  <a:pt x="12" y="89"/>
                </a:lnTo>
                <a:lnTo>
                  <a:pt x="12" y="88"/>
                </a:lnTo>
                <a:lnTo>
                  <a:pt x="11" y="87"/>
                </a:lnTo>
                <a:lnTo>
                  <a:pt x="11" y="86"/>
                </a:lnTo>
                <a:lnTo>
                  <a:pt x="12" y="86"/>
                </a:lnTo>
                <a:lnTo>
                  <a:pt x="12" y="85"/>
                </a:lnTo>
                <a:lnTo>
                  <a:pt x="12" y="86"/>
                </a:lnTo>
                <a:lnTo>
                  <a:pt x="13" y="85"/>
                </a:lnTo>
                <a:lnTo>
                  <a:pt x="14" y="85"/>
                </a:lnTo>
                <a:lnTo>
                  <a:pt x="14" y="84"/>
                </a:lnTo>
                <a:lnTo>
                  <a:pt x="15" y="84"/>
                </a:lnTo>
                <a:lnTo>
                  <a:pt x="15" y="83"/>
                </a:lnTo>
                <a:lnTo>
                  <a:pt x="14" y="83"/>
                </a:lnTo>
                <a:lnTo>
                  <a:pt x="13" y="82"/>
                </a:lnTo>
                <a:lnTo>
                  <a:pt x="13" y="83"/>
                </a:lnTo>
                <a:lnTo>
                  <a:pt x="12" y="83"/>
                </a:lnTo>
                <a:lnTo>
                  <a:pt x="11" y="83"/>
                </a:lnTo>
                <a:lnTo>
                  <a:pt x="11" y="82"/>
                </a:lnTo>
                <a:lnTo>
                  <a:pt x="10" y="82"/>
                </a:lnTo>
                <a:lnTo>
                  <a:pt x="10" y="81"/>
                </a:lnTo>
                <a:lnTo>
                  <a:pt x="10" y="82"/>
                </a:lnTo>
                <a:lnTo>
                  <a:pt x="9" y="82"/>
                </a:lnTo>
                <a:lnTo>
                  <a:pt x="8" y="82"/>
                </a:lnTo>
                <a:lnTo>
                  <a:pt x="8" y="81"/>
                </a:lnTo>
                <a:lnTo>
                  <a:pt x="8" y="82"/>
                </a:lnTo>
                <a:lnTo>
                  <a:pt x="8" y="81"/>
                </a:lnTo>
                <a:lnTo>
                  <a:pt x="7" y="80"/>
                </a:lnTo>
                <a:lnTo>
                  <a:pt x="8" y="79"/>
                </a:lnTo>
                <a:lnTo>
                  <a:pt x="9" y="79"/>
                </a:lnTo>
                <a:lnTo>
                  <a:pt x="10" y="79"/>
                </a:lnTo>
                <a:lnTo>
                  <a:pt x="10" y="78"/>
                </a:lnTo>
                <a:lnTo>
                  <a:pt x="10" y="77"/>
                </a:lnTo>
                <a:lnTo>
                  <a:pt x="10" y="76"/>
                </a:lnTo>
                <a:lnTo>
                  <a:pt x="10" y="75"/>
                </a:lnTo>
                <a:lnTo>
                  <a:pt x="10" y="74"/>
                </a:lnTo>
                <a:lnTo>
                  <a:pt x="11" y="74"/>
                </a:lnTo>
                <a:lnTo>
                  <a:pt x="10" y="74"/>
                </a:lnTo>
                <a:lnTo>
                  <a:pt x="10" y="73"/>
                </a:lnTo>
                <a:lnTo>
                  <a:pt x="10" y="74"/>
                </a:lnTo>
                <a:lnTo>
                  <a:pt x="9" y="74"/>
                </a:lnTo>
                <a:lnTo>
                  <a:pt x="8" y="73"/>
                </a:lnTo>
                <a:lnTo>
                  <a:pt x="8" y="72"/>
                </a:lnTo>
                <a:lnTo>
                  <a:pt x="7" y="72"/>
                </a:lnTo>
                <a:lnTo>
                  <a:pt x="7" y="71"/>
                </a:lnTo>
                <a:lnTo>
                  <a:pt x="8" y="70"/>
                </a:lnTo>
                <a:lnTo>
                  <a:pt x="9" y="70"/>
                </a:lnTo>
                <a:lnTo>
                  <a:pt x="9" y="69"/>
                </a:lnTo>
                <a:lnTo>
                  <a:pt x="8" y="68"/>
                </a:lnTo>
                <a:lnTo>
                  <a:pt x="8" y="67"/>
                </a:lnTo>
                <a:lnTo>
                  <a:pt x="9" y="67"/>
                </a:lnTo>
                <a:lnTo>
                  <a:pt x="9" y="66"/>
                </a:lnTo>
                <a:lnTo>
                  <a:pt x="8" y="66"/>
                </a:lnTo>
                <a:lnTo>
                  <a:pt x="9" y="66"/>
                </a:lnTo>
                <a:lnTo>
                  <a:pt x="10" y="66"/>
                </a:lnTo>
                <a:lnTo>
                  <a:pt x="10" y="65"/>
                </a:lnTo>
                <a:lnTo>
                  <a:pt x="9" y="65"/>
                </a:lnTo>
                <a:lnTo>
                  <a:pt x="10" y="65"/>
                </a:lnTo>
                <a:lnTo>
                  <a:pt x="10" y="64"/>
                </a:lnTo>
                <a:lnTo>
                  <a:pt x="10" y="65"/>
                </a:lnTo>
                <a:lnTo>
                  <a:pt x="11" y="65"/>
                </a:lnTo>
                <a:lnTo>
                  <a:pt x="12" y="64"/>
                </a:lnTo>
                <a:lnTo>
                  <a:pt x="11" y="64"/>
                </a:lnTo>
                <a:lnTo>
                  <a:pt x="11" y="63"/>
                </a:lnTo>
                <a:lnTo>
                  <a:pt x="10" y="63"/>
                </a:lnTo>
                <a:lnTo>
                  <a:pt x="11" y="63"/>
                </a:lnTo>
                <a:lnTo>
                  <a:pt x="11" y="62"/>
                </a:lnTo>
                <a:lnTo>
                  <a:pt x="12" y="62"/>
                </a:lnTo>
                <a:lnTo>
                  <a:pt x="12" y="61"/>
                </a:lnTo>
                <a:lnTo>
                  <a:pt x="13" y="61"/>
                </a:lnTo>
                <a:lnTo>
                  <a:pt x="13" y="60"/>
                </a:lnTo>
                <a:lnTo>
                  <a:pt x="13" y="59"/>
                </a:lnTo>
                <a:lnTo>
                  <a:pt x="14" y="59"/>
                </a:lnTo>
                <a:lnTo>
                  <a:pt x="15" y="59"/>
                </a:lnTo>
                <a:lnTo>
                  <a:pt x="16" y="59"/>
                </a:lnTo>
                <a:lnTo>
                  <a:pt x="17" y="59"/>
                </a:lnTo>
                <a:lnTo>
                  <a:pt x="18" y="58"/>
                </a:lnTo>
                <a:lnTo>
                  <a:pt x="18" y="57"/>
                </a:lnTo>
                <a:lnTo>
                  <a:pt x="19" y="56"/>
                </a:lnTo>
                <a:lnTo>
                  <a:pt x="19" y="55"/>
                </a:lnTo>
                <a:lnTo>
                  <a:pt x="22" y="55"/>
                </a:lnTo>
                <a:lnTo>
                  <a:pt x="22" y="56"/>
                </a:lnTo>
                <a:lnTo>
                  <a:pt x="22" y="57"/>
                </a:lnTo>
                <a:lnTo>
                  <a:pt x="21" y="57"/>
                </a:lnTo>
                <a:lnTo>
                  <a:pt x="21" y="58"/>
                </a:lnTo>
                <a:lnTo>
                  <a:pt x="22" y="58"/>
                </a:lnTo>
                <a:lnTo>
                  <a:pt x="22" y="59"/>
                </a:lnTo>
                <a:lnTo>
                  <a:pt x="23" y="59"/>
                </a:lnTo>
                <a:lnTo>
                  <a:pt x="22" y="59"/>
                </a:lnTo>
                <a:lnTo>
                  <a:pt x="22" y="60"/>
                </a:lnTo>
                <a:lnTo>
                  <a:pt x="22" y="61"/>
                </a:lnTo>
                <a:lnTo>
                  <a:pt x="23" y="62"/>
                </a:lnTo>
                <a:lnTo>
                  <a:pt x="24" y="61"/>
                </a:lnTo>
                <a:lnTo>
                  <a:pt x="24" y="62"/>
                </a:lnTo>
                <a:lnTo>
                  <a:pt x="24" y="63"/>
                </a:lnTo>
                <a:lnTo>
                  <a:pt x="24" y="62"/>
                </a:lnTo>
                <a:lnTo>
                  <a:pt x="25" y="62"/>
                </a:lnTo>
                <a:lnTo>
                  <a:pt x="26" y="62"/>
                </a:lnTo>
                <a:lnTo>
                  <a:pt x="27" y="62"/>
                </a:lnTo>
                <a:lnTo>
                  <a:pt x="27" y="61"/>
                </a:lnTo>
                <a:lnTo>
                  <a:pt x="28" y="61"/>
                </a:lnTo>
                <a:lnTo>
                  <a:pt x="29" y="61"/>
                </a:lnTo>
                <a:lnTo>
                  <a:pt x="30" y="62"/>
                </a:lnTo>
                <a:lnTo>
                  <a:pt x="32" y="62"/>
                </a:lnTo>
                <a:lnTo>
                  <a:pt x="33" y="62"/>
                </a:lnTo>
                <a:lnTo>
                  <a:pt x="35" y="63"/>
                </a:lnTo>
                <a:lnTo>
                  <a:pt x="36" y="63"/>
                </a:lnTo>
                <a:lnTo>
                  <a:pt x="35" y="63"/>
                </a:lnTo>
                <a:lnTo>
                  <a:pt x="36" y="64"/>
                </a:lnTo>
                <a:lnTo>
                  <a:pt x="37" y="65"/>
                </a:lnTo>
                <a:lnTo>
                  <a:pt x="38" y="65"/>
                </a:lnTo>
                <a:lnTo>
                  <a:pt x="39" y="65"/>
                </a:lnTo>
                <a:lnTo>
                  <a:pt x="39" y="64"/>
                </a:lnTo>
                <a:lnTo>
                  <a:pt x="40" y="64"/>
                </a:lnTo>
                <a:lnTo>
                  <a:pt x="40" y="63"/>
                </a:lnTo>
                <a:lnTo>
                  <a:pt x="41" y="63"/>
                </a:lnTo>
                <a:lnTo>
                  <a:pt x="42" y="63"/>
                </a:lnTo>
                <a:lnTo>
                  <a:pt x="42" y="62"/>
                </a:lnTo>
                <a:lnTo>
                  <a:pt x="41" y="62"/>
                </a:lnTo>
                <a:lnTo>
                  <a:pt x="41" y="61"/>
                </a:lnTo>
                <a:lnTo>
                  <a:pt x="41" y="60"/>
                </a:lnTo>
                <a:lnTo>
                  <a:pt x="41" y="59"/>
                </a:lnTo>
                <a:lnTo>
                  <a:pt x="42" y="59"/>
                </a:lnTo>
                <a:lnTo>
                  <a:pt x="41" y="58"/>
                </a:lnTo>
                <a:lnTo>
                  <a:pt x="42" y="58"/>
                </a:lnTo>
                <a:lnTo>
                  <a:pt x="42" y="57"/>
                </a:lnTo>
                <a:lnTo>
                  <a:pt x="41" y="56"/>
                </a:lnTo>
                <a:lnTo>
                  <a:pt x="42" y="56"/>
                </a:lnTo>
                <a:lnTo>
                  <a:pt x="41" y="56"/>
                </a:lnTo>
                <a:lnTo>
                  <a:pt x="41" y="55"/>
                </a:lnTo>
                <a:lnTo>
                  <a:pt x="42" y="55"/>
                </a:lnTo>
                <a:lnTo>
                  <a:pt x="41" y="55"/>
                </a:lnTo>
                <a:lnTo>
                  <a:pt x="41" y="54"/>
                </a:lnTo>
                <a:lnTo>
                  <a:pt x="40" y="54"/>
                </a:lnTo>
                <a:lnTo>
                  <a:pt x="40" y="52"/>
                </a:lnTo>
                <a:lnTo>
                  <a:pt x="41" y="52"/>
                </a:lnTo>
                <a:lnTo>
                  <a:pt x="41" y="51"/>
                </a:lnTo>
                <a:lnTo>
                  <a:pt x="42" y="51"/>
                </a:lnTo>
                <a:lnTo>
                  <a:pt x="43" y="51"/>
                </a:lnTo>
                <a:lnTo>
                  <a:pt x="43" y="50"/>
                </a:lnTo>
                <a:lnTo>
                  <a:pt x="44" y="50"/>
                </a:lnTo>
                <a:lnTo>
                  <a:pt x="45" y="50"/>
                </a:lnTo>
                <a:lnTo>
                  <a:pt x="44" y="49"/>
                </a:lnTo>
                <a:lnTo>
                  <a:pt x="44" y="48"/>
                </a:lnTo>
                <a:lnTo>
                  <a:pt x="43" y="48"/>
                </a:lnTo>
                <a:lnTo>
                  <a:pt x="42" y="48"/>
                </a:lnTo>
                <a:lnTo>
                  <a:pt x="42" y="47"/>
                </a:lnTo>
                <a:lnTo>
                  <a:pt x="42" y="46"/>
                </a:lnTo>
                <a:lnTo>
                  <a:pt x="41" y="46"/>
                </a:lnTo>
                <a:lnTo>
                  <a:pt x="40" y="46"/>
                </a:lnTo>
                <a:lnTo>
                  <a:pt x="40" y="45"/>
                </a:lnTo>
                <a:lnTo>
                  <a:pt x="41" y="45"/>
                </a:lnTo>
                <a:lnTo>
                  <a:pt x="41" y="44"/>
                </a:lnTo>
                <a:lnTo>
                  <a:pt x="40" y="44"/>
                </a:lnTo>
                <a:lnTo>
                  <a:pt x="41" y="44"/>
                </a:lnTo>
                <a:lnTo>
                  <a:pt x="41" y="43"/>
                </a:lnTo>
                <a:lnTo>
                  <a:pt x="42" y="43"/>
                </a:lnTo>
                <a:lnTo>
                  <a:pt x="43" y="43"/>
                </a:lnTo>
                <a:lnTo>
                  <a:pt x="44" y="43"/>
                </a:lnTo>
                <a:lnTo>
                  <a:pt x="45" y="42"/>
                </a:lnTo>
                <a:lnTo>
                  <a:pt x="46" y="43"/>
                </a:lnTo>
                <a:lnTo>
                  <a:pt x="47" y="43"/>
                </a:lnTo>
                <a:lnTo>
                  <a:pt x="48" y="43"/>
                </a:lnTo>
                <a:lnTo>
                  <a:pt x="49" y="43"/>
                </a:lnTo>
                <a:lnTo>
                  <a:pt x="50" y="43"/>
                </a:lnTo>
                <a:lnTo>
                  <a:pt x="49" y="43"/>
                </a:lnTo>
                <a:lnTo>
                  <a:pt x="49" y="42"/>
                </a:lnTo>
                <a:lnTo>
                  <a:pt x="49" y="41"/>
                </a:lnTo>
                <a:lnTo>
                  <a:pt x="49" y="40"/>
                </a:lnTo>
                <a:lnTo>
                  <a:pt x="48" y="40"/>
                </a:lnTo>
                <a:lnTo>
                  <a:pt x="47" y="40"/>
                </a:lnTo>
                <a:lnTo>
                  <a:pt x="47" y="41"/>
                </a:lnTo>
                <a:lnTo>
                  <a:pt x="46" y="40"/>
                </a:lnTo>
                <a:lnTo>
                  <a:pt x="45" y="40"/>
                </a:lnTo>
                <a:lnTo>
                  <a:pt x="44" y="40"/>
                </a:lnTo>
                <a:lnTo>
                  <a:pt x="44" y="39"/>
                </a:lnTo>
                <a:lnTo>
                  <a:pt x="43" y="39"/>
                </a:lnTo>
                <a:lnTo>
                  <a:pt x="42" y="39"/>
                </a:lnTo>
                <a:lnTo>
                  <a:pt x="43" y="39"/>
                </a:lnTo>
                <a:lnTo>
                  <a:pt x="42" y="39"/>
                </a:lnTo>
                <a:lnTo>
                  <a:pt x="41" y="39"/>
                </a:lnTo>
                <a:lnTo>
                  <a:pt x="42" y="39"/>
                </a:lnTo>
                <a:lnTo>
                  <a:pt x="42" y="38"/>
                </a:lnTo>
                <a:lnTo>
                  <a:pt x="41" y="39"/>
                </a:lnTo>
                <a:lnTo>
                  <a:pt x="41" y="38"/>
                </a:lnTo>
                <a:lnTo>
                  <a:pt x="40" y="38"/>
                </a:lnTo>
                <a:lnTo>
                  <a:pt x="40" y="37"/>
                </a:lnTo>
                <a:lnTo>
                  <a:pt x="41" y="37"/>
                </a:lnTo>
                <a:lnTo>
                  <a:pt x="40" y="36"/>
                </a:lnTo>
                <a:lnTo>
                  <a:pt x="40" y="35"/>
                </a:lnTo>
                <a:lnTo>
                  <a:pt x="41" y="35"/>
                </a:lnTo>
                <a:lnTo>
                  <a:pt x="40" y="35"/>
                </a:lnTo>
                <a:lnTo>
                  <a:pt x="39" y="35"/>
                </a:lnTo>
                <a:lnTo>
                  <a:pt x="39" y="34"/>
                </a:lnTo>
                <a:lnTo>
                  <a:pt x="39" y="33"/>
                </a:lnTo>
                <a:lnTo>
                  <a:pt x="39" y="32"/>
                </a:lnTo>
                <a:lnTo>
                  <a:pt x="40" y="32"/>
                </a:lnTo>
                <a:lnTo>
                  <a:pt x="40" y="31"/>
                </a:lnTo>
                <a:lnTo>
                  <a:pt x="41" y="31"/>
                </a:lnTo>
                <a:lnTo>
                  <a:pt x="41" y="30"/>
                </a:lnTo>
                <a:lnTo>
                  <a:pt x="41" y="29"/>
                </a:lnTo>
                <a:lnTo>
                  <a:pt x="42" y="29"/>
                </a:lnTo>
                <a:lnTo>
                  <a:pt x="42" y="30"/>
                </a:lnTo>
                <a:lnTo>
                  <a:pt x="42" y="29"/>
                </a:lnTo>
                <a:lnTo>
                  <a:pt x="42" y="28"/>
                </a:lnTo>
                <a:lnTo>
                  <a:pt x="43" y="28"/>
                </a:lnTo>
                <a:lnTo>
                  <a:pt x="44" y="27"/>
                </a:lnTo>
                <a:lnTo>
                  <a:pt x="43" y="27"/>
                </a:lnTo>
                <a:lnTo>
                  <a:pt x="44" y="27"/>
                </a:lnTo>
                <a:lnTo>
                  <a:pt x="44" y="26"/>
                </a:lnTo>
                <a:lnTo>
                  <a:pt x="44" y="25"/>
                </a:lnTo>
                <a:lnTo>
                  <a:pt x="44" y="24"/>
                </a:lnTo>
                <a:lnTo>
                  <a:pt x="43" y="23"/>
                </a:lnTo>
                <a:lnTo>
                  <a:pt x="43" y="21"/>
                </a:lnTo>
                <a:lnTo>
                  <a:pt x="43" y="20"/>
                </a:lnTo>
                <a:lnTo>
                  <a:pt x="43" y="19"/>
                </a:lnTo>
                <a:lnTo>
                  <a:pt x="44" y="19"/>
                </a:lnTo>
                <a:lnTo>
                  <a:pt x="45" y="19"/>
                </a:lnTo>
                <a:lnTo>
                  <a:pt x="46" y="19"/>
                </a:lnTo>
                <a:lnTo>
                  <a:pt x="45" y="17"/>
                </a:lnTo>
                <a:lnTo>
                  <a:pt x="45" y="16"/>
                </a:lnTo>
                <a:lnTo>
                  <a:pt x="47" y="16"/>
                </a:lnTo>
                <a:lnTo>
                  <a:pt x="47" y="15"/>
                </a:lnTo>
                <a:lnTo>
                  <a:pt x="48" y="14"/>
                </a:lnTo>
                <a:lnTo>
                  <a:pt x="49" y="14"/>
                </a:lnTo>
                <a:lnTo>
                  <a:pt x="50" y="14"/>
                </a:lnTo>
                <a:lnTo>
                  <a:pt x="51" y="14"/>
                </a:lnTo>
                <a:lnTo>
                  <a:pt x="52" y="13"/>
                </a:lnTo>
                <a:lnTo>
                  <a:pt x="53" y="13"/>
                </a:lnTo>
                <a:lnTo>
                  <a:pt x="54" y="13"/>
                </a:lnTo>
                <a:lnTo>
                  <a:pt x="54" y="12"/>
                </a:lnTo>
                <a:lnTo>
                  <a:pt x="54" y="11"/>
                </a:lnTo>
                <a:lnTo>
                  <a:pt x="56" y="11"/>
                </a:lnTo>
                <a:lnTo>
                  <a:pt x="56" y="12"/>
                </a:lnTo>
                <a:lnTo>
                  <a:pt x="57" y="12"/>
                </a:lnTo>
                <a:lnTo>
                  <a:pt x="58" y="12"/>
                </a:lnTo>
                <a:lnTo>
                  <a:pt x="58" y="11"/>
                </a:lnTo>
                <a:lnTo>
                  <a:pt x="58" y="10"/>
                </a:lnTo>
                <a:lnTo>
                  <a:pt x="59" y="10"/>
                </a:lnTo>
                <a:lnTo>
                  <a:pt x="59" y="9"/>
                </a:lnTo>
                <a:lnTo>
                  <a:pt x="58" y="8"/>
                </a:lnTo>
                <a:lnTo>
                  <a:pt x="60" y="8"/>
                </a:lnTo>
                <a:lnTo>
                  <a:pt x="61" y="8"/>
                </a:lnTo>
                <a:lnTo>
                  <a:pt x="61" y="7"/>
                </a:lnTo>
                <a:lnTo>
                  <a:pt x="63" y="7"/>
                </a:lnTo>
                <a:lnTo>
                  <a:pt x="63" y="6"/>
                </a:lnTo>
                <a:lnTo>
                  <a:pt x="62" y="6"/>
                </a:lnTo>
                <a:lnTo>
                  <a:pt x="61" y="6"/>
                </a:lnTo>
                <a:lnTo>
                  <a:pt x="61" y="5"/>
                </a:lnTo>
                <a:lnTo>
                  <a:pt x="60" y="5"/>
                </a:lnTo>
                <a:lnTo>
                  <a:pt x="61" y="5"/>
                </a:lnTo>
                <a:lnTo>
                  <a:pt x="62" y="5"/>
                </a:lnTo>
                <a:lnTo>
                  <a:pt x="61" y="4"/>
                </a:lnTo>
                <a:lnTo>
                  <a:pt x="60" y="4"/>
                </a:lnTo>
                <a:lnTo>
                  <a:pt x="60" y="3"/>
                </a:lnTo>
                <a:lnTo>
                  <a:pt x="61" y="3"/>
                </a:lnTo>
                <a:lnTo>
                  <a:pt x="62" y="3"/>
                </a:lnTo>
                <a:lnTo>
                  <a:pt x="62" y="2"/>
                </a:lnTo>
                <a:lnTo>
                  <a:pt x="61" y="2"/>
                </a:lnTo>
                <a:lnTo>
                  <a:pt x="62" y="2"/>
                </a:lnTo>
                <a:lnTo>
                  <a:pt x="63" y="2"/>
                </a:lnTo>
                <a:lnTo>
                  <a:pt x="64" y="1"/>
                </a:lnTo>
                <a:lnTo>
                  <a:pt x="63" y="1"/>
                </a:lnTo>
                <a:lnTo>
                  <a:pt x="64" y="0"/>
                </a:lnTo>
                <a:lnTo>
                  <a:pt x="65" y="0"/>
                </a:lnTo>
                <a:lnTo>
                  <a:pt x="66" y="0"/>
                </a:lnTo>
                <a:lnTo>
                  <a:pt x="67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3" name=""/>
          <p:cNvSpPr/>
          <p:nvPr/>
        </p:nvSpPr>
        <p:spPr>
          <a:xfrm>
            <a:off x="2244960" y="369432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5"/>
                </a:moveTo>
                <a:lnTo>
                  <a:pt x="0" y="3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close/>
              </a:path>
            </a:pathLst>
          </a:custGeom>
          <a:solidFill>
            <a:srgbClr val="B7D7E9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4" name=""/>
          <p:cNvSpPr/>
          <p:nvPr/>
        </p:nvSpPr>
        <p:spPr>
          <a:xfrm>
            <a:off x="2243880" y="3693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4"/>
                </a:move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3" y="3"/>
                </a:lnTo>
                <a:lnTo>
                  <a:pt x="1" y="4"/>
                </a:lnTo>
                <a:lnTo>
                  <a:pt x="0" y="4"/>
                </a:lnTo>
                <a:close/>
              </a:path>
            </a:pathLst>
          </a:custGeom>
          <a:solidFill>
            <a:srgbClr val="B7D7E9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5" name=""/>
          <p:cNvSpPr/>
          <p:nvPr/>
        </p:nvSpPr>
        <p:spPr>
          <a:xfrm>
            <a:off x="2070000" y="3566160"/>
            <a:ext cx="207720" cy="241920"/>
          </a:xfrm>
          <a:custGeom>
            <a:avLst/>
            <a:gdLst/>
            <a:ahLst/>
            <a:rect l="0" t="0" r="r" b="b"/>
            <a:pathLst>
              <a:path w="577" h="672">
                <a:moveTo>
                  <a:pt x="393" y="0"/>
                </a:moveTo>
                <a:lnTo>
                  <a:pt x="393" y="1"/>
                </a:lnTo>
                <a:lnTo>
                  <a:pt x="392" y="2"/>
                </a:lnTo>
                <a:lnTo>
                  <a:pt x="392" y="3"/>
                </a:lnTo>
                <a:lnTo>
                  <a:pt x="393" y="4"/>
                </a:lnTo>
                <a:lnTo>
                  <a:pt x="394" y="4"/>
                </a:lnTo>
                <a:lnTo>
                  <a:pt x="395" y="5"/>
                </a:lnTo>
                <a:lnTo>
                  <a:pt x="396" y="5"/>
                </a:lnTo>
                <a:lnTo>
                  <a:pt x="396" y="6"/>
                </a:lnTo>
                <a:lnTo>
                  <a:pt x="397" y="7"/>
                </a:lnTo>
                <a:lnTo>
                  <a:pt x="397" y="8"/>
                </a:lnTo>
                <a:lnTo>
                  <a:pt x="398" y="8"/>
                </a:lnTo>
                <a:lnTo>
                  <a:pt x="399" y="10"/>
                </a:lnTo>
                <a:lnTo>
                  <a:pt x="399" y="12"/>
                </a:lnTo>
                <a:lnTo>
                  <a:pt x="399" y="13"/>
                </a:lnTo>
                <a:lnTo>
                  <a:pt x="400" y="12"/>
                </a:lnTo>
                <a:lnTo>
                  <a:pt x="400" y="13"/>
                </a:lnTo>
                <a:lnTo>
                  <a:pt x="401" y="13"/>
                </a:lnTo>
                <a:lnTo>
                  <a:pt x="402" y="14"/>
                </a:lnTo>
                <a:lnTo>
                  <a:pt x="404" y="14"/>
                </a:lnTo>
                <a:lnTo>
                  <a:pt x="404" y="15"/>
                </a:lnTo>
                <a:lnTo>
                  <a:pt x="405" y="16"/>
                </a:lnTo>
                <a:lnTo>
                  <a:pt x="405" y="17"/>
                </a:lnTo>
                <a:lnTo>
                  <a:pt x="407" y="19"/>
                </a:lnTo>
                <a:lnTo>
                  <a:pt x="408" y="19"/>
                </a:lnTo>
                <a:lnTo>
                  <a:pt x="409" y="19"/>
                </a:lnTo>
                <a:lnTo>
                  <a:pt x="409" y="20"/>
                </a:lnTo>
                <a:lnTo>
                  <a:pt x="410" y="20"/>
                </a:lnTo>
                <a:lnTo>
                  <a:pt x="411" y="20"/>
                </a:lnTo>
                <a:lnTo>
                  <a:pt x="411" y="21"/>
                </a:lnTo>
                <a:lnTo>
                  <a:pt x="412" y="21"/>
                </a:lnTo>
                <a:lnTo>
                  <a:pt x="412" y="22"/>
                </a:lnTo>
                <a:lnTo>
                  <a:pt x="412" y="23"/>
                </a:lnTo>
                <a:lnTo>
                  <a:pt x="413" y="23"/>
                </a:lnTo>
                <a:lnTo>
                  <a:pt x="413" y="24"/>
                </a:lnTo>
                <a:lnTo>
                  <a:pt x="413" y="25"/>
                </a:lnTo>
                <a:lnTo>
                  <a:pt x="412" y="25"/>
                </a:lnTo>
                <a:lnTo>
                  <a:pt x="411" y="27"/>
                </a:lnTo>
                <a:lnTo>
                  <a:pt x="411" y="28"/>
                </a:lnTo>
                <a:lnTo>
                  <a:pt x="412" y="29"/>
                </a:lnTo>
                <a:lnTo>
                  <a:pt x="413" y="30"/>
                </a:lnTo>
                <a:lnTo>
                  <a:pt x="413" y="31"/>
                </a:lnTo>
                <a:lnTo>
                  <a:pt x="415" y="31"/>
                </a:lnTo>
                <a:lnTo>
                  <a:pt x="416" y="31"/>
                </a:lnTo>
                <a:lnTo>
                  <a:pt x="416" y="33"/>
                </a:lnTo>
                <a:lnTo>
                  <a:pt x="416" y="34"/>
                </a:lnTo>
                <a:lnTo>
                  <a:pt x="414" y="35"/>
                </a:lnTo>
                <a:lnTo>
                  <a:pt x="413" y="35"/>
                </a:lnTo>
                <a:lnTo>
                  <a:pt x="412" y="35"/>
                </a:lnTo>
                <a:lnTo>
                  <a:pt x="412" y="36"/>
                </a:lnTo>
                <a:lnTo>
                  <a:pt x="412" y="37"/>
                </a:lnTo>
                <a:lnTo>
                  <a:pt x="411" y="37"/>
                </a:lnTo>
                <a:lnTo>
                  <a:pt x="410" y="37"/>
                </a:lnTo>
                <a:lnTo>
                  <a:pt x="409" y="37"/>
                </a:lnTo>
                <a:lnTo>
                  <a:pt x="408" y="38"/>
                </a:lnTo>
                <a:lnTo>
                  <a:pt x="408" y="39"/>
                </a:lnTo>
                <a:lnTo>
                  <a:pt x="409" y="39"/>
                </a:lnTo>
                <a:lnTo>
                  <a:pt x="411" y="40"/>
                </a:lnTo>
                <a:lnTo>
                  <a:pt x="411" y="41"/>
                </a:lnTo>
                <a:lnTo>
                  <a:pt x="412" y="41"/>
                </a:lnTo>
                <a:lnTo>
                  <a:pt x="413" y="41"/>
                </a:lnTo>
                <a:lnTo>
                  <a:pt x="413" y="42"/>
                </a:lnTo>
                <a:lnTo>
                  <a:pt x="414" y="42"/>
                </a:lnTo>
                <a:lnTo>
                  <a:pt x="414" y="43"/>
                </a:lnTo>
                <a:lnTo>
                  <a:pt x="415" y="43"/>
                </a:lnTo>
                <a:lnTo>
                  <a:pt x="416" y="43"/>
                </a:lnTo>
                <a:lnTo>
                  <a:pt x="417" y="43"/>
                </a:lnTo>
                <a:lnTo>
                  <a:pt x="417" y="44"/>
                </a:lnTo>
                <a:lnTo>
                  <a:pt x="419" y="45"/>
                </a:lnTo>
                <a:lnTo>
                  <a:pt x="420" y="45"/>
                </a:lnTo>
                <a:lnTo>
                  <a:pt x="421" y="46"/>
                </a:lnTo>
                <a:lnTo>
                  <a:pt x="420" y="47"/>
                </a:lnTo>
                <a:lnTo>
                  <a:pt x="419" y="48"/>
                </a:lnTo>
                <a:lnTo>
                  <a:pt x="419" y="49"/>
                </a:lnTo>
                <a:lnTo>
                  <a:pt x="419" y="50"/>
                </a:lnTo>
                <a:lnTo>
                  <a:pt x="419" y="51"/>
                </a:lnTo>
                <a:lnTo>
                  <a:pt x="419" y="52"/>
                </a:lnTo>
                <a:lnTo>
                  <a:pt x="420" y="52"/>
                </a:lnTo>
                <a:lnTo>
                  <a:pt x="421" y="53"/>
                </a:lnTo>
                <a:lnTo>
                  <a:pt x="422" y="53"/>
                </a:lnTo>
                <a:lnTo>
                  <a:pt x="423" y="53"/>
                </a:lnTo>
                <a:lnTo>
                  <a:pt x="423" y="54"/>
                </a:lnTo>
                <a:lnTo>
                  <a:pt x="424" y="54"/>
                </a:lnTo>
                <a:lnTo>
                  <a:pt x="425" y="54"/>
                </a:lnTo>
                <a:lnTo>
                  <a:pt x="425" y="55"/>
                </a:lnTo>
                <a:lnTo>
                  <a:pt x="425" y="56"/>
                </a:lnTo>
                <a:lnTo>
                  <a:pt x="425" y="57"/>
                </a:lnTo>
                <a:lnTo>
                  <a:pt x="424" y="57"/>
                </a:lnTo>
                <a:lnTo>
                  <a:pt x="424" y="56"/>
                </a:lnTo>
                <a:lnTo>
                  <a:pt x="423" y="56"/>
                </a:lnTo>
                <a:lnTo>
                  <a:pt x="423" y="57"/>
                </a:lnTo>
                <a:lnTo>
                  <a:pt x="424" y="57"/>
                </a:lnTo>
                <a:lnTo>
                  <a:pt x="424" y="58"/>
                </a:lnTo>
                <a:lnTo>
                  <a:pt x="423" y="58"/>
                </a:lnTo>
                <a:lnTo>
                  <a:pt x="422" y="59"/>
                </a:lnTo>
                <a:lnTo>
                  <a:pt x="421" y="59"/>
                </a:lnTo>
                <a:lnTo>
                  <a:pt x="423" y="60"/>
                </a:lnTo>
                <a:lnTo>
                  <a:pt x="424" y="60"/>
                </a:lnTo>
                <a:lnTo>
                  <a:pt x="425" y="60"/>
                </a:lnTo>
                <a:lnTo>
                  <a:pt x="428" y="60"/>
                </a:lnTo>
                <a:lnTo>
                  <a:pt x="429" y="59"/>
                </a:lnTo>
                <a:lnTo>
                  <a:pt x="430" y="59"/>
                </a:lnTo>
                <a:lnTo>
                  <a:pt x="430" y="58"/>
                </a:lnTo>
                <a:lnTo>
                  <a:pt x="431" y="57"/>
                </a:lnTo>
                <a:lnTo>
                  <a:pt x="430" y="57"/>
                </a:lnTo>
                <a:lnTo>
                  <a:pt x="430" y="56"/>
                </a:lnTo>
                <a:lnTo>
                  <a:pt x="430" y="55"/>
                </a:lnTo>
                <a:lnTo>
                  <a:pt x="430" y="54"/>
                </a:lnTo>
                <a:lnTo>
                  <a:pt x="431" y="54"/>
                </a:lnTo>
                <a:lnTo>
                  <a:pt x="432" y="54"/>
                </a:lnTo>
                <a:lnTo>
                  <a:pt x="433" y="54"/>
                </a:lnTo>
                <a:lnTo>
                  <a:pt x="434" y="54"/>
                </a:lnTo>
                <a:lnTo>
                  <a:pt x="435" y="54"/>
                </a:lnTo>
                <a:lnTo>
                  <a:pt x="435" y="55"/>
                </a:lnTo>
                <a:lnTo>
                  <a:pt x="436" y="56"/>
                </a:lnTo>
                <a:lnTo>
                  <a:pt x="436" y="57"/>
                </a:lnTo>
                <a:lnTo>
                  <a:pt x="437" y="57"/>
                </a:lnTo>
                <a:lnTo>
                  <a:pt x="437" y="58"/>
                </a:lnTo>
                <a:lnTo>
                  <a:pt x="437" y="59"/>
                </a:lnTo>
                <a:lnTo>
                  <a:pt x="436" y="59"/>
                </a:lnTo>
                <a:lnTo>
                  <a:pt x="436" y="60"/>
                </a:lnTo>
                <a:lnTo>
                  <a:pt x="435" y="60"/>
                </a:lnTo>
                <a:lnTo>
                  <a:pt x="434" y="61"/>
                </a:lnTo>
                <a:lnTo>
                  <a:pt x="432" y="61"/>
                </a:lnTo>
                <a:lnTo>
                  <a:pt x="432" y="62"/>
                </a:lnTo>
                <a:lnTo>
                  <a:pt x="433" y="62"/>
                </a:lnTo>
                <a:lnTo>
                  <a:pt x="434" y="62"/>
                </a:lnTo>
                <a:lnTo>
                  <a:pt x="437" y="62"/>
                </a:lnTo>
                <a:lnTo>
                  <a:pt x="437" y="63"/>
                </a:lnTo>
                <a:lnTo>
                  <a:pt x="437" y="64"/>
                </a:lnTo>
                <a:lnTo>
                  <a:pt x="438" y="64"/>
                </a:lnTo>
                <a:lnTo>
                  <a:pt x="439" y="64"/>
                </a:lnTo>
                <a:lnTo>
                  <a:pt x="439" y="65"/>
                </a:lnTo>
                <a:lnTo>
                  <a:pt x="438" y="65"/>
                </a:lnTo>
                <a:lnTo>
                  <a:pt x="438" y="66"/>
                </a:lnTo>
                <a:lnTo>
                  <a:pt x="438" y="67"/>
                </a:lnTo>
                <a:lnTo>
                  <a:pt x="438" y="68"/>
                </a:lnTo>
                <a:lnTo>
                  <a:pt x="438" y="69"/>
                </a:lnTo>
                <a:lnTo>
                  <a:pt x="436" y="70"/>
                </a:lnTo>
                <a:lnTo>
                  <a:pt x="435" y="70"/>
                </a:lnTo>
                <a:lnTo>
                  <a:pt x="434" y="71"/>
                </a:lnTo>
                <a:lnTo>
                  <a:pt x="435" y="72"/>
                </a:lnTo>
                <a:lnTo>
                  <a:pt x="436" y="72"/>
                </a:lnTo>
                <a:lnTo>
                  <a:pt x="437" y="72"/>
                </a:lnTo>
                <a:lnTo>
                  <a:pt x="437" y="73"/>
                </a:lnTo>
                <a:lnTo>
                  <a:pt x="438" y="74"/>
                </a:lnTo>
                <a:lnTo>
                  <a:pt x="439" y="75"/>
                </a:lnTo>
                <a:lnTo>
                  <a:pt x="440" y="75"/>
                </a:lnTo>
                <a:lnTo>
                  <a:pt x="441" y="75"/>
                </a:lnTo>
                <a:lnTo>
                  <a:pt x="441" y="76"/>
                </a:lnTo>
                <a:lnTo>
                  <a:pt x="441" y="77"/>
                </a:lnTo>
                <a:lnTo>
                  <a:pt x="441" y="78"/>
                </a:lnTo>
                <a:lnTo>
                  <a:pt x="442" y="78"/>
                </a:lnTo>
                <a:lnTo>
                  <a:pt x="442" y="79"/>
                </a:lnTo>
                <a:lnTo>
                  <a:pt x="441" y="79"/>
                </a:lnTo>
                <a:lnTo>
                  <a:pt x="440" y="79"/>
                </a:lnTo>
                <a:lnTo>
                  <a:pt x="440" y="80"/>
                </a:lnTo>
                <a:lnTo>
                  <a:pt x="439" y="81"/>
                </a:lnTo>
                <a:lnTo>
                  <a:pt x="439" y="82"/>
                </a:lnTo>
                <a:lnTo>
                  <a:pt x="439" y="83"/>
                </a:lnTo>
                <a:lnTo>
                  <a:pt x="439" y="84"/>
                </a:lnTo>
                <a:lnTo>
                  <a:pt x="438" y="85"/>
                </a:lnTo>
                <a:lnTo>
                  <a:pt x="438" y="86"/>
                </a:lnTo>
                <a:lnTo>
                  <a:pt x="437" y="86"/>
                </a:lnTo>
                <a:lnTo>
                  <a:pt x="436" y="86"/>
                </a:lnTo>
                <a:lnTo>
                  <a:pt x="436" y="87"/>
                </a:lnTo>
                <a:lnTo>
                  <a:pt x="435" y="87"/>
                </a:lnTo>
                <a:lnTo>
                  <a:pt x="434" y="87"/>
                </a:lnTo>
                <a:lnTo>
                  <a:pt x="433" y="86"/>
                </a:lnTo>
                <a:lnTo>
                  <a:pt x="433" y="85"/>
                </a:lnTo>
                <a:lnTo>
                  <a:pt x="432" y="85"/>
                </a:lnTo>
                <a:lnTo>
                  <a:pt x="432" y="84"/>
                </a:lnTo>
                <a:lnTo>
                  <a:pt x="433" y="84"/>
                </a:lnTo>
                <a:lnTo>
                  <a:pt x="432" y="82"/>
                </a:lnTo>
                <a:lnTo>
                  <a:pt x="431" y="82"/>
                </a:lnTo>
                <a:lnTo>
                  <a:pt x="430" y="82"/>
                </a:lnTo>
                <a:lnTo>
                  <a:pt x="429" y="83"/>
                </a:lnTo>
                <a:lnTo>
                  <a:pt x="428" y="82"/>
                </a:lnTo>
                <a:lnTo>
                  <a:pt x="427" y="82"/>
                </a:lnTo>
                <a:lnTo>
                  <a:pt x="425" y="83"/>
                </a:lnTo>
                <a:lnTo>
                  <a:pt x="424" y="84"/>
                </a:lnTo>
                <a:lnTo>
                  <a:pt x="424" y="85"/>
                </a:lnTo>
                <a:lnTo>
                  <a:pt x="423" y="86"/>
                </a:lnTo>
                <a:lnTo>
                  <a:pt x="423" y="87"/>
                </a:lnTo>
                <a:lnTo>
                  <a:pt x="424" y="87"/>
                </a:lnTo>
                <a:lnTo>
                  <a:pt x="424" y="88"/>
                </a:lnTo>
                <a:lnTo>
                  <a:pt x="423" y="89"/>
                </a:lnTo>
                <a:lnTo>
                  <a:pt x="423" y="90"/>
                </a:lnTo>
                <a:lnTo>
                  <a:pt x="423" y="91"/>
                </a:lnTo>
                <a:lnTo>
                  <a:pt x="424" y="91"/>
                </a:lnTo>
                <a:lnTo>
                  <a:pt x="425" y="91"/>
                </a:lnTo>
                <a:lnTo>
                  <a:pt x="425" y="92"/>
                </a:lnTo>
                <a:lnTo>
                  <a:pt x="425" y="93"/>
                </a:lnTo>
                <a:lnTo>
                  <a:pt x="425" y="94"/>
                </a:lnTo>
                <a:lnTo>
                  <a:pt x="425" y="95"/>
                </a:lnTo>
                <a:lnTo>
                  <a:pt x="425" y="96"/>
                </a:lnTo>
                <a:lnTo>
                  <a:pt x="426" y="96"/>
                </a:lnTo>
                <a:lnTo>
                  <a:pt x="427" y="97"/>
                </a:lnTo>
                <a:lnTo>
                  <a:pt x="428" y="97"/>
                </a:lnTo>
                <a:lnTo>
                  <a:pt x="428" y="98"/>
                </a:lnTo>
                <a:lnTo>
                  <a:pt x="429" y="98"/>
                </a:lnTo>
                <a:lnTo>
                  <a:pt x="429" y="99"/>
                </a:lnTo>
                <a:lnTo>
                  <a:pt x="430" y="99"/>
                </a:lnTo>
                <a:lnTo>
                  <a:pt x="430" y="100"/>
                </a:lnTo>
                <a:lnTo>
                  <a:pt x="430" y="101"/>
                </a:lnTo>
                <a:lnTo>
                  <a:pt x="430" y="103"/>
                </a:lnTo>
                <a:lnTo>
                  <a:pt x="431" y="105"/>
                </a:lnTo>
                <a:lnTo>
                  <a:pt x="432" y="106"/>
                </a:lnTo>
                <a:lnTo>
                  <a:pt x="433" y="106"/>
                </a:lnTo>
                <a:lnTo>
                  <a:pt x="434" y="106"/>
                </a:lnTo>
                <a:lnTo>
                  <a:pt x="435" y="107"/>
                </a:lnTo>
                <a:lnTo>
                  <a:pt x="436" y="107"/>
                </a:lnTo>
                <a:lnTo>
                  <a:pt x="436" y="108"/>
                </a:lnTo>
                <a:lnTo>
                  <a:pt x="437" y="108"/>
                </a:lnTo>
                <a:lnTo>
                  <a:pt x="438" y="107"/>
                </a:lnTo>
                <a:lnTo>
                  <a:pt x="439" y="107"/>
                </a:lnTo>
                <a:lnTo>
                  <a:pt x="439" y="108"/>
                </a:lnTo>
                <a:lnTo>
                  <a:pt x="438" y="108"/>
                </a:lnTo>
                <a:lnTo>
                  <a:pt x="438" y="109"/>
                </a:lnTo>
                <a:lnTo>
                  <a:pt x="438" y="110"/>
                </a:lnTo>
                <a:lnTo>
                  <a:pt x="438" y="111"/>
                </a:lnTo>
                <a:lnTo>
                  <a:pt x="439" y="111"/>
                </a:lnTo>
                <a:lnTo>
                  <a:pt x="439" y="112"/>
                </a:lnTo>
                <a:lnTo>
                  <a:pt x="440" y="112"/>
                </a:lnTo>
                <a:lnTo>
                  <a:pt x="440" y="113"/>
                </a:lnTo>
                <a:lnTo>
                  <a:pt x="439" y="114"/>
                </a:lnTo>
                <a:lnTo>
                  <a:pt x="438" y="114"/>
                </a:lnTo>
                <a:lnTo>
                  <a:pt x="438" y="115"/>
                </a:lnTo>
                <a:lnTo>
                  <a:pt x="438" y="116"/>
                </a:lnTo>
                <a:lnTo>
                  <a:pt x="437" y="116"/>
                </a:lnTo>
                <a:lnTo>
                  <a:pt x="436" y="116"/>
                </a:lnTo>
                <a:lnTo>
                  <a:pt x="435" y="117"/>
                </a:lnTo>
                <a:lnTo>
                  <a:pt x="435" y="118"/>
                </a:lnTo>
                <a:lnTo>
                  <a:pt x="436" y="118"/>
                </a:lnTo>
                <a:lnTo>
                  <a:pt x="437" y="118"/>
                </a:lnTo>
                <a:lnTo>
                  <a:pt x="438" y="118"/>
                </a:lnTo>
                <a:lnTo>
                  <a:pt x="439" y="119"/>
                </a:lnTo>
                <a:lnTo>
                  <a:pt x="440" y="119"/>
                </a:lnTo>
                <a:lnTo>
                  <a:pt x="441" y="119"/>
                </a:lnTo>
                <a:lnTo>
                  <a:pt x="441" y="120"/>
                </a:lnTo>
                <a:lnTo>
                  <a:pt x="442" y="121"/>
                </a:lnTo>
                <a:lnTo>
                  <a:pt x="443" y="122"/>
                </a:lnTo>
                <a:lnTo>
                  <a:pt x="442" y="122"/>
                </a:lnTo>
                <a:lnTo>
                  <a:pt x="442" y="124"/>
                </a:lnTo>
                <a:lnTo>
                  <a:pt x="442" y="125"/>
                </a:lnTo>
                <a:lnTo>
                  <a:pt x="443" y="125"/>
                </a:lnTo>
                <a:lnTo>
                  <a:pt x="443" y="126"/>
                </a:lnTo>
                <a:lnTo>
                  <a:pt x="444" y="126"/>
                </a:lnTo>
                <a:lnTo>
                  <a:pt x="443" y="126"/>
                </a:lnTo>
                <a:lnTo>
                  <a:pt x="443" y="127"/>
                </a:lnTo>
                <a:lnTo>
                  <a:pt x="442" y="127"/>
                </a:lnTo>
                <a:lnTo>
                  <a:pt x="442" y="128"/>
                </a:lnTo>
                <a:lnTo>
                  <a:pt x="443" y="128"/>
                </a:lnTo>
                <a:lnTo>
                  <a:pt x="443" y="129"/>
                </a:lnTo>
                <a:lnTo>
                  <a:pt x="443" y="130"/>
                </a:lnTo>
                <a:lnTo>
                  <a:pt x="443" y="131"/>
                </a:lnTo>
                <a:lnTo>
                  <a:pt x="443" y="132"/>
                </a:lnTo>
                <a:lnTo>
                  <a:pt x="444" y="133"/>
                </a:lnTo>
                <a:lnTo>
                  <a:pt x="445" y="133"/>
                </a:lnTo>
                <a:lnTo>
                  <a:pt x="446" y="133"/>
                </a:lnTo>
                <a:lnTo>
                  <a:pt x="447" y="133"/>
                </a:lnTo>
                <a:lnTo>
                  <a:pt x="447" y="132"/>
                </a:lnTo>
                <a:lnTo>
                  <a:pt x="448" y="132"/>
                </a:lnTo>
                <a:lnTo>
                  <a:pt x="448" y="133"/>
                </a:lnTo>
                <a:lnTo>
                  <a:pt x="448" y="132"/>
                </a:lnTo>
                <a:lnTo>
                  <a:pt x="448" y="131"/>
                </a:lnTo>
                <a:lnTo>
                  <a:pt x="449" y="131"/>
                </a:lnTo>
                <a:lnTo>
                  <a:pt x="450" y="131"/>
                </a:lnTo>
                <a:lnTo>
                  <a:pt x="451" y="131"/>
                </a:lnTo>
                <a:lnTo>
                  <a:pt x="451" y="130"/>
                </a:lnTo>
                <a:lnTo>
                  <a:pt x="452" y="130"/>
                </a:lnTo>
                <a:lnTo>
                  <a:pt x="453" y="130"/>
                </a:lnTo>
                <a:lnTo>
                  <a:pt x="454" y="130"/>
                </a:lnTo>
                <a:lnTo>
                  <a:pt x="455" y="130"/>
                </a:lnTo>
                <a:lnTo>
                  <a:pt x="457" y="130"/>
                </a:lnTo>
                <a:lnTo>
                  <a:pt x="458" y="129"/>
                </a:lnTo>
                <a:lnTo>
                  <a:pt x="459" y="129"/>
                </a:lnTo>
                <a:lnTo>
                  <a:pt x="460" y="130"/>
                </a:lnTo>
                <a:lnTo>
                  <a:pt x="460" y="129"/>
                </a:lnTo>
                <a:lnTo>
                  <a:pt x="461" y="129"/>
                </a:lnTo>
                <a:lnTo>
                  <a:pt x="463" y="129"/>
                </a:lnTo>
                <a:lnTo>
                  <a:pt x="464" y="129"/>
                </a:lnTo>
                <a:lnTo>
                  <a:pt x="465" y="130"/>
                </a:lnTo>
                <a:lnTo>
                  <a:pt x="465" y="129"/>
                </a:lnTo>
                <a:lnTo>
                  <a:pt x="466" y="129"/>
                </a:lnTo>
                <a:lnTo>
                  <a:pt x="466" y="130"/>
                </a:lnTo>
                <a:lnTo>
                  <a:pt x="468" y="130"/>
                </a:lnTo>
                <a:lnTo>
                  <a:pt x="469" y="130"/>
                </a:lnTo>
                <a:lnTo>
                  <a:pt x="470" y="130"/>
                </a:lnTo>
                <a:lnTo>
                  <a:pt x="470" y="129"/>
                </a:lnTo>
                <a:lnTo>
                  <a:pt x="471" y="129"/>
                </a:lnTo>
                <a:lnTo>
                  <a:pt x="472" y="129"/>
                </a:lnTo>
                <a:lnTo>
                  <a:pt x="472" y="130"/>
                </a:lnTo>
                <a:lnTo>
                  <a:pt x="473" y="131"/>
                </a:lnTo>
                <a:lnTo>
                  <a:pt x="474" y="131"/>
                </a:lnTo>
                <a:lnTo>
                  <a:pt x="475" y="131"/>
                </a:lnTo>
                <a:lnTo>
                  <a:pt x="475" y="132"/>
                </a:lnTo>
                <a:lnTo>
                  <a:pt x="477" y="132"/>
                </a:lnTo>
                <a:lnTo>
                  <a:pt x="478" y="132"/>
                </a:lnTo>
                <a:lnTo>
                  <a:pt x="479" y="132"/>
                </a:lnTo>
                <a:lnTo>
                  <a:pt x="480" y="130"/>
                </a:lnTo>
                <a:lnTo>
                  <a:pt x="480" y="129"/>
                </a:lnTo>
                <a:lnTo>
                  <a:pt x="481" y="129"/>
                </a:lnTo>
                <a:lnTo>
                  <a:pt x="483" y="128"/>
                </a:lnTo>
                <a:lnTo>
                  <a:pt x="484" y="128"/>
                </a:lnTo>
                <a:lnTo>
                  <a:pt x="484" y="127"/>
                </a:lnTo>
                <a:lnTo>
                  <a:pt x="485" y="127"/>
                </a:lnTo>
                <a:lnTo>
                  <a:pt x="486" y="127"/>
                </a:lnTo>
                <a:lnTo>
                  <a:pt x="487" y="126"/>
                </a:lnTo>
                <a:lnTo>
                  <a:pt x="487" y="127"/>
                </a:lnTo>
                <a:lnTo>
                  <a:pt x="487" y="128"/>
                </a:lnTo>
                <a:lnTo>
                  <a:pt x="486" y="128"/>
                </a:lnTo>
                <a:lnTo>
                  <a:pt x="486" y="129"/>
                </a:lnTo>
                <a:lnTo>
                  <a:pt x="487" y="130"/>
                </a:lnTo>
                <a:lnTo>
                  <a:pt x="488" y="131"/>
                </a:lnTo>
                <a:lnTo>
                  <a:pt x="488" y="132"/>
                </a:lnTo>
                <a:lnTo>
                  <a:pt x="488" y="133"/>
                </a:lnTo>
                <a:lnTo>
                  <a:pt x="489" y="134"/>
                </a:lnTo>
                <a:lnTo>
                  <a:pt x="490" y="134"/>
                </a:lnTo>
                <a:lnTo>
                  <a:pt x="491" y="134"/>
                </a:lnTo>
                <a:lnTo>
                  <a:pt x="491" y="135"/>
                </a:lnTo>
                <a:lnTo>
                  <a:pt x="492" y="134"/>
                </a:lnTo>
                <a:lnTo>
                  <a:pt x="493" y="134"/>
                </a:lnTo>
                <a:lnTo>
                  <a:pt x="494" y="134"/>
                </a:lnTo>
                <a:lnTo>
                  <a:pt x="495" y="134"/>
                </a:lnTo>
                <a:lnTo>
                  <a:pt x="496" y="133"/>
                </a:lnTo>
                <a:lnTo>
                  <a:pt x="497" y="134"/>
                </a:lnTo>
                <a:lnTo>
                  <a:pt x="498" y="134"/>
                </a:lnTo>
                <a:lnTo>
                  <a:pt x="499" y="134"/>
                </a:lnTo>
                <a:lnTo>
                  <a:pt x="500" y="134"/>
                </a:lnTo>
                <a:lnTo>
                  <a:pt x="501" y="134"/>
                </a:lnTo>
                <a:lnTo>
                  <a:pt x="503" y="134"/>
                </a:lnTo>
                <a:lnTo>
                  <a:pt x="503" y="135"/>
                </a:lnTo>
                <a:lnTo>
                  <a:pt x="504" y="135"/>
                </a:lnTo>
                <a:lnTo>
                  <a:pt x="505" y="135"/>
                </a:lnTo>
                <a:lnTo>
                  <a:pt x="506" y="135"/>
                </a:lnTo>
                <a:lnTo>
                  <a:pt x="507" y="135"/>
                </a:lnTo>
                <a:lnTo>
                  <a:pt x="508" y="135"/>
                </a:lnTo>
                <a:lnTo>
                  <a:pt x="510" y="135"/>
                </a:lnTo>
                <a:lnTo>
                  <a:pt x="511" y="135"/>
                </a:lnTo>
                <a:lnTo>
                  <a:pt x="512" y="135"/>
                </a:lnTo>
                <a:lnTo>
                  <a:pt x="513" y="135"/>
                </a:lnTo>
                <a:lnTo>
                  <a:pt x="514" y="135"/>
                </a:lnTo>
                <a:lnTo>
                  <a:pt x="515" y="135"/>
                </a:lnTo>
                <a:lnTo>
                  <a:pt x="517" y="135"/>
                </a:lnTo>
                <a:lnTo>
                  <a:pt x="517" y="136"/>
                </a:lnTo>
                <a:lnTo>
                  <a:pt x="519" y="136"/>
                </a:lnTo>
                <a:lnTo>
                  <a:pt x="519" y="135"/>
                </a:lnTo>
                <a:lnTo>
                  <a:pt x="520" y="135"/>
                </a:lnTo>
                <a:lnTo>
                  <a:pt x="520" y="134"/>
                </a:lnTo>
                <a:lnTo>
                  <a:pt x="521" y="133"/>
                </a:lnTo>
                <a:lnTo>
                  <a:pt x="522" y="133"/>
                </a:lnTo>
                <a:lnTo>
                  <a:pt x="523" y="136"/>
                </a:lnTo>
                <a:lnTo>
                  <a:pt x="523" y="137"/>
                </a:lnTo>
                <a:lnTo>
                  <a:pt x="522" y="138"/>
                </a:lnTo>
                <a:lnTo>
                  <a:pt x="522" y="139"/>
                </a:lnTo>
                <a:lnTo>
                  <a:pt x="521" y="139"/>
                </a:lnTo>
                <a:lnTo>
                  <a:pt x="520" y="139"/>
                </a:lnTo>
                <a:lnTo>
                  <a:pt x="519" y="140"/>
                </a:lnTo>
                <a:lnTo>
                  <a:pt x="519" y="142"/>
                </a:lnTo>
                <a:lnTo>
                  <a:pt x="520" y="142"/>
                </a:lnTo>
                <a:lnTo>
                  <a:pt x="519" y="142"/>
                </a:lnTo>
                <a:lnTo>
                  <a:pt x="519" y="143"/>
                </a:lnTo>
                <a:lnTo>
                  <a:pt x="518" y="143"/>
                </a:lnTo>
                <a:lnTo>
                  <a:pt x="517" y="143"/>
                </a:lnTo>
                <a:lnTo>
                  <a:pt x="517" y="142"/>
                </a:lnTo>
                <a:lnTo>
                  <a:pt x="516" y="143"/>
                </a:lnTo>
                <a:lnTo>
                  <a:pt x="516" y="144"/>
                </a:lnTo>
                <a:lnTo>
                  <a:pt x="517" y="144"/>
                </a:lnTo>
                <a:lnTo>
                  <a:pt x="518" y="144"/>
                </a:lnTo>
                <a:lnTo>
                  <a:pt x="518" y="145"/>
                </a:lnTo>
                <a:lnTo>
                  <a:pt x="518" y="146"/>
                </a:lnTo>
                <a:lnTo>
                  <a:pt x="517" y="146"/>
                </a:lnTo>
                <a:lnTo>
                  <a:pt x="515" y="148"/>
                </a:lnTo>
                <a:lnTo>
                  <a:pt x="514" y="148"/>
                </a:lnTo>
                <a:lnTo>
                  <a:pt x="514" y="149"/>
                </a:lnTo>
                <a:lnTo>
                  <a:pt x="513" y="150"/>
                </a:lnTo>
                <a:lnTo>
                  <a:pt x="513" y="151"/>
                </a:lnTo>
                <a:lnTo>
                  <a:pt x="512" y="151"/>
                </a:lnTo>
                <a:lnTo>
                  <a:pt x="511" y="151"/>
                </a:lnTo>
                <a:lnTo>
                  <a:pt x="510" y="152"/>
                </a:lnTo>
                <a:lnTo>
                  <a:pt x="509" y="152"/>
                </a:lnTo>
                <a:lnTo>
                  <a:pt x="509" y="151"/>
                </a:lnTo>
                <a:lnTo>
                  <a:pt x="508" y="151"/>
                </a:lnTo>
                <a:lnTo>
                  <a:pt x="508" y="152"/>
                </a:lnTo>
                <a:lnTo>
                  <a:pt x="508" y="153"/>
                </a:lnTo>
                <a:lnTo>
                  <a:pt x="508" y="154"/>
                </a:lnTo>
                <a:lnTo>
                  <a:pt x="508" y="155"/>
                </a:lnTo>
                <a:lnTo>
                  <a:pt x="508" y="156"/>
                </a:lnTo>
                <a:lnTo>
                  <a:pt x="507" y="157"/>
                </a:lnTo>
                <a:lnTo>
                  <a:pt x="507" y="158"/>
                </a:lnTo>
                <a:lnTo>
                  <a:pt x="506" y="158"/>
                </a:lnTo>
                <a:lnTo>
                  <a:pt x="506" y="157"/>
                </a:lnTo>
                <a:lnTo>
                  <a:pt x="505" y="157"/>
                </a:lnTo>
                <a:lnTo>
                  <a:pt x="505" y="158"/>
                </a:lnTo>
                <a:lnTo>
                  <a:pt x="504" y="158"/>
                </a:lnTo>
                <a:lnTo>
                  <a:pt x="504" y="159"/>
                </a:lnTo>
                <a:lnTo>
                  <a:pt x="503" y="159"/>
                </a:lnTo>
                <a:lnTo>
                  <a:pt x="502" y="158"/>
                </a:lnTo>
                <a:lnTo>
                  <a:pt x="501" y="158"/>
                </a:lnTo>
                <a:lnTo>
                  <a:pt x="500" y="158"/>
                </a:lnTo>
                <a:lnTo>
                  <a:pt x="499" y="158"/>
                </a:lnTo>
                <a:lnTo>
                  <a:pt x="499" y="157"/>
                </a:lnTo>
                <a:lnTo>
                  <a:pt x="497" y="157"/>
                </a:lnTo>
                <a:lnTo>
                  <a:pt x="497" y="158"/>
                </a:lnTo>
                <a:lnTo>
                  <a:pt x="496" y="158"/>
                </a:lnTo>
                <a:lnTo>
                  <a:pt x="496" y="159"/>
                </a:lnTo>
                <a:lnTo>
                  <a:pt x="495" y="160"/>
                </a:lnTo>
                <a:lnTo>
                  <a:pt x="495" y="161"/>
                </a:lnTo>
                <a:lnTo>
                  <a:pt x="495" y="162"/>
                </a:lnTo>
                <a:lnTo>
                  <a:pt x="496" y="163"/>
                </a:lnTo>
                <a:lnTo>
                  <a:pt x="497" y="163"/>
                </a:lnTo>
                <a:lnTo>
                  <a:pt x="498" y="163"/>
                </a:lnTo>
                <a:lnTo>
                  <a:pt x="499" y="164"/>
                </a:lnTo>
                <a:lnTo>
                  <a:pt x="500" y="164"/>
                </a:lnTo>
                <a:lnTo>
                  <a:pt x="501" y="164"/>
                </a:lnTo>
                <a:lnTo>
                  <a:pt x="502" y="164"/>
                </a:lnTo>
                <a:lnTo>
                  <a:pt x="503" y="165"/>
                </a:lnTo>
                <a:lnTo>
                  <a:pt x="502" y="165"/>
                </a:lnTo>
                <a:lnTo>
                  <a:pt x="502" y="166"/>
                </a:lnTo>
                <a:lnTo>
                  <a:pt x="502" y="167"/>
                </a:lnTo>
                <a:lnTo>
                  <a:pt x="501" y="167"/>
                </a:lnTo>
                <a:lnTo>
                  <a:pt x="501" y="168"/>
                </a:lnTo>
                <a:lnTo>
                  <a:pt x="500" y="169"/>
                </a:lnTo>
                <a:lnTo>
                  <a:pt x="499" y="169"/>
                </a:lnTo>
                <a:lnTo>
                  <a:pt x="498" y="169"/>
                </a:lnTo>
                <a:lnTo>
                  <a:pt x="496" y="170"/>
                </a:lnTo>
                <a:lnTo>
                  <a:pt x="495" y="170"/>
                </a:lnTo>
                <a:lnTo>
                  <a:pt x="495" y="169"/>
                </a:lnTo>
                <a:lnTo>
                  <a:pt x="494" y="169"/>
                </a:lnTo>
                <a:lnTo>
                  <a:pt x="493" y="168"/>
                </a:lnTo>
                <a:lnTo>
                  <a:pt x="492" y="169"/>
                </a:lnTo>
                <a:lnTo>
                  <a:pt x="491" y="170"/>
                </a:lnTo>
                <a:lnTo>
                  <a:pt x="491" y="171"/>
                </a:lnTo>
                <a:lnTo>
                  <a:pt x="491" y="172"/>
                </a:lnTo>
                <a:lnTo>
                  <a:pt x="491" y="173"/>
                </a:lnTo>
                <a:lnTo>
                  <a:pt x="490" y="173"/>
                </a:lnTo>
                <a:lnTo>
                  <a:pt x="491" y="174"/>
                </a:lnTo>
                <a:lnTo>
                  <a:pt x="491" y="175"/>
                </a:lnTo>
                <a:lnTo>
                  <a:pt x="491" y="176"/>
                </a:lnTo>
                <a:lnTo>
                  <a:pt x="490" y="178"/>
                </a:lnTo>
                <a:lnTo>
                  <a:pt x="490" y="179"/>
                </a:lnTo>
                <a:lnTo>
                  <a:pt x="489" y="180"/>
                </a:lnTo>
                <a:lnTo>
                  <a:pt x="489" y="181"/>
                </a:lnTo>
                <a:lnTo>
                  <a:pt x="488" y="181"/>
                </a:lnTo>
                <a:lnTo>
                  <a:pt x="488" y="182"/>
                </a:lnTo>
                <a:lnTo>
                  <a:pt x="487" y="183"/>
                </a:lnTo>
                <a:lnTo>
                  <a:pt x="487" y="184"/>
                </a:lnTo>
                <a:lnTo>
                  <a:pt x="487" y="185"/>
                </a:lnTo>
                <a:lnTo>
                  <a:pt x="487" y="186"/>
                </a:lnTo>
                <a:lnTo>
                  <a:pt x="488" y="186"/>
                </a:lnTo>
                <a:lnTo>
                  <a:pt x="488" y="185"/>
                </a:lnTo>
                <a:lnTo>
                  <a:pt x="488" y="186"/>
                </a:lnTo>
                <a:lnTo>
                  <a:pt x="489" y="186"/>
                </a:lnTo>
                <a:lnTo>
                  <a:pt x="489" y="187"/>
                </a:lnTo>
                <a:lnTo>
                  <a:pt x="490" y="187"/>
                </a:lnTo>
                <a:lnTo>
                  <a:pt x="490" y="188"/>
                </a:lnTo>
                <a:lnTo>
                  <a:pt x="491" y="188"/>
                </a:lnTo>
                <a:lnTo>
                  <a:pt x="492" y="188"/>
                </a:lnTo>
                <a:lnTo>
                  <a:pt x="492" y="189"/>
                </a:lnTo>
                <a:lnTo>
                  <a:pt x="492" y="190"/>
                </a:lnTo>
                <a:lnTo>
                  <a:pt x="491" y="190"/>
                </a:lnTo>
                <a:lnTo>
                  <a:pt x="492" y="190"/>
                </a:lnTo>
                <a:lnTo>
                  <a:pt x="493" y="190"/>
                </a:lnTo>
                <a:lnTo>
                  <a:pt x="495" y="191"/>
                </a:lnTo>
                <a:lnTo>
                  <a:pt x="496" y="191"/>
                </a:lnTo>
                <a:lnTo>
                  <a:pt x="497" y="193"/>
                </a:lnTo>
                <a:lnTo>
                  <a:pt x="497" y="194"/>
                </a:lnTo>
                <a:lnTo>
                  <a:pt x="499" y="195"/>
                </a:lnTo>
                <a:lnTo>
                  <a:pt x="499" y="196"/>
                </a:lnTo>
                <a:lnTo>
                  <a:pt x="500" y="196"/>
                </a:lnTo>
                <a:lnTo>
                  <a:pt x="501" y="196"/>
                </a:lnTo>
                <a:lnTo>
                  <a:pt x="501" y="197"/>
                </a:lnTo>
                <a:lnTo>
                  <a:pt x="502" y="197"/>
                </a:lnTo>
                <a:lnTo>
                  <a:pt x="503" y="197"/>
                </a:lnTo>
                <a:lnTo>
                  <a:pt x="505" y="198"/>
                </a:lnTo>
                <a:lnTo>
                  <a:pt x="505" y="199"/>
                </a:lnTo>
                <a:lnTo>
                  <a:pt x="506" y="200"/>
                </a:lnTo>
                <a:lnTo>
                  <a:pt x="507" y="199"/>
                </a:lnTo>
                <a:lnTo>
                  <a:pt x="507" y="198"/>
                </a:lnTo>
                <a:lnTo>
                  <a:pt x="508" y="198"/>
                </a:lnTo>
                <a:lnTo>
                  <a:pt x="509" y="199"/>
                </a:lnTo>
                <a:lnTo>
                  <a:pt x="510" y="200"/>
                </a:lnTo>
                <a:lnTo>
                  <a:pt x="511" y="199"/>
                </a:lnTo>
                <a:lnTo>
                  <a:pt x="512" y="199"/>
                </a:lnTo>
                <a:lnTo>
                  <a:pt x="513" y="198"/>
                </a:lnTo>
                <a:lnTo>
                  <a:pt x="514" y="197"/>
                </a:lnTo>
                <a:lnTo>
                  <a:pt x="515" y="196"/>
                </a:lnTo>
                <a:lnTo>
                  <a:pt x="517" y="197"/>
                </a:lnTo>
                <a:lnTo>
                  <a:pt x="517" y="198"/>
                </a:lnTo>
                <a:lnTo>
                  <a:pt x="517" y="199"/>
                </a:lnTo>
                <a:lnTo>
                  <a:pt x="517" y="200"/>
                </a:lnTo>
                <a:lnTo>
                  <a:pt x="516" y="201"/>
                </a:lnTo>
                <a:lnTo>
                  <a:pt x="515" y="201"/>
                </a:lnTo>
                <a:lnTo>
                  <a:pt x="514" y="202"/>
                </a:lnTo>
                <a:lnTo>
                  <a:pt x="514" y="203"/>
                </a:lnTo>
                <a:lnTo>
                  <a:pt x="514" y="204"/>
                </a:lnTo>
                <a:lnTo>
                  <a:pt x="515" y="204"/>
                </a:lnTo>
                <a:lnTo>
                  <a:pt x="515" y="205"/>
                </a:lnTo>
                <a:lnTo>
                  <a:pt x="515" y="206"/>
                </a:lnTo>
                <a:lnTo>
                  <a:pt x="516" y="206"/>
                </a:lnTo>
                <a:lnTo>
                  <a:pt x="516" y="205"/>
                </a:lnTo>
                <a:lnTo>
                  <a:pt x="517" y="205"/>
                </a:lnTo>
                <a:lnTo>
                  <a:pt x="517" y="206"/>
                </a:lnTo>
                <a:lnTo>
                  <a:pt x="518" y="206"/>
                </a:lnTo>
                <a:lnTo>
                  <a:pt x="518" y="205"/>
                </a:lnTo>
                <a:lnTo>
                  <a:pt x="520" y="205"/>
                </a:lnTo>
                <a:lnTo>
                  <a:pt x="521" y="205"/>
                </a:lnTo>
                <a:lnTo>
                  <a:pt x="521" y="206"/>
                </a:lnTo>
                <a:lnTo>
                  <a:pt x="522" y="206"/>
                </a:lnTo>
                <a:lnTo>
                  <a:pt x="522" y="207"/>
                </a:lnTo>
                <a:lnTo>
                  <a:pt x="521" y="207"/>
                </a:lnTo>
                <a:lnTo>
                  <a:pt x="521" y="208"/>
                </a:lnTo>
                <a:lnTo>
                  <a:pt x="520" y="209"/>
                </a:lnTo>
                <a:lnTo>
                  <a:pt x="521" y="209"/>
                </a:lnTo>
                <a:lnTo>
                  <a:pt x="522" y="210"/>
                </a:lnTo>
                <a:lnTo>
                  <a:pt x="522" y="211"/>
                </a:lnTo>
                <a:lnTo>
                  <a:pt x="523" y="211"/>
                </a:lnTo>
                <a:lnTo>
                  <a:pt x="524" y="211"/>
                </a:lnTo>
                <a:lnTo>
                  <a:pt x="524" y="212"/>
                </a:lnTo>
                <a:lnTo>
                  <a:pt x="525" y="212"/>
                </a:lnTo>
                <a:lnTo>
                  <a:pt x="526" y="212"/>
                </a:lnTo>
                <a:lnTo>
                  <a:pt x="527" y="212"/>
                </a:lnTo>
                <a:lnTo>
                  <a:pt x="527" y="213"/>
                </a:lnTo>
                <a:lnTo>
                  <a:pt x="528" y="213"/>
                </a:lnTo>
                <a:lnTo>
                  <a:pt x="529" y="213"/>
                </a:lnTo>
                <a:lnTo>
                  <a:pt x="530" y="213"/>
                </a:lnTo>
                <a:lnTo>
                  <a:pt x="531" y="213"/>
                </a:lnTo>
                <a:lnTo>
                  <a:pt x="532" y="213"/>
                </a:lnTo>
                <a:lnTo>
                  <a:pt x="534" y="211"/>
                </a:lnTo>
                <a:lnTo>
                  <a:pt x="535" y="211"/>
                </a:lnTo>
                <a:lnTo>
                  <a:pt x="536" y="212"/>
                </a:lnTo>
                <a:lnTo>
                  <a:pt x="535" y="213"/>
                </a:lnTo>
                <a:lnTo>
                  <a:pt x="536" y="214"/>
                </a:lnTo>
                <a:lnTo>
                  <a:pt x="537" y="214"/>
                </a:lnTo>
                <a:lnTo>
                  <a:pt x="537" y="213"/>
                </a:lnTo>
                <a:lnTo>
                  <a:pt x="538" y="212"/>
                </a:lnTo>
                <a:lnTo>
                  <a:pt x="539" y="212"/>
                </a:lnTo>
                <a:lnTo>
                  <a:pt x="540" y="212"/>
                </a:lnTo>
                <a:lnTo>
                  <a:pt x="541" y="213"/>
                </a:lnTo>
                <a:lnTo>
                  <a:pt x="542" y="213"/>
                </a:lnTo>
                <a:lnTo>
                  <a:pt x="542" y="212"/>
                </a:lnTo>
                <a:lnTo>
                  <a:pt x="543" y="213"/>
                </a:lnTo>
                <a:lnTo>
                  <a:pt x="544" y="213"/>
                </a:lnTo>
                <a:lnTo>
                  <a:pt x="545" y="213"/>
                </a:lnTo>
                <a:lnTo>
                  <a:pt x="545" y="212"/>
                </a:lnTo>
                <a:lnTo>
                  <a:pt x="546" y="211"/>
                </a:lnTo>
                <a:lnTo>
                  <a:pt x="547" y="211"/>
                </a:lnTo>
                <a:lnTo>
                  <a:pt x="548" y="211"/>
                </a:lnTo>
                <a:lnTo>
                  <a:pt x="549" y="211"/>
                </a:lnTo>
                <a:lnTo>
                  <a:pt x="550" y="211"/>
                </a:lnTo>
                <a:lnTo>
                  <a:pt x="550" y="212"/>
                </a:lnTo>
                <a:lnTo>
                  <a:pt x="551" y="213"/>
                </a:lnTo>
                <a:lnTo>
                  <a:pt x="552" y="213"/>
                </a:lnTo>
                <a:lnTo>
                  <a:pt x="552" y="214"/>
                </a:lnTo>
                <a:lnTo>
                  <a:pt x="551" y="214"/>
                </a:lnTo>
                <a:lnTo>
                  <a:pt x="550" y="215"/>
                </a:lnTo>
                <a:lnTo>
                  <a:pt x="550" y="216"/>
                </a:lnTo>
                <a:lnTo>
                  <a:pt x="551" y="216"/>
                </a:lnTo>
                <a:lnTo>
                  <a:pt x="551" y="217"/>
                </a:lnTo>
                <a:lnTo>
                  <a:pt x="552" y="219"/>
                </a:lnTo>
                <a:lnTo>
                  <a:pt x="553" y="219"/>
                </a:lnTo>
                <a:lnTo>
                  <a:pt x="554" y="219"/>
                </a:lnTo>
                <a:lnTo>
                  <a:pt x="554" y="220"/>
                </a:lnTo>
                <a:lnTo>
                  <a:pt x="555" y="220"/>
                </a:lnTo>
                <a:lnTo>
                  <a:pt x="555" y="221"/>
                </a:lnTo>
                <a:lnTo>
                  <a:pt x="555" y="222"/>
                </a:lnTo>
                <a:lnTo>
                  <a:pt x="554" y="222"/>
                </a:lnTo>
                <a:lnTo>
                  <a:pt x="554" y="223"/>
                </a:lnTo>
                <a:lnTo>
                  <a:pt x="554" y="224"/>
                </a:lnTo>
                <a:lnTo>
                  <a:pt x="554" y="225"/>
                </a:lnTo>
                <a:lnTo>
                  <a:pt x="554" y="226"/>
                </a:lnTo>
                <a:lnTo>
                  <a:pt x="554" y="227"/>
                </a:lnTo>
                <a:lnTo>
                  <a:pt x="554" y="228"/>
                </a:lnTo>
                <a:lnTo>
                  <a:pt x="553" y="228"/>
                </a:lnTo>
                <a:lnTo>
                  <a:pt x="553" y="229"/>
                </a:lnTo>
                <a:lnTo>
                  <a:pt x="554" y="229"/>
                </a:lnTo>
                <a:lnTo>
                  <a:pt x="554" y="230"/>
                </a:lnTo>
                <a:lnTo>
                  <a:pt x="555" y="230"/>
                </a:lnTo>
                <a:lnTo>
                  <a:pt x="555" y="231"/>
                </a:lnTo>
                <a:lnTo>
                  <a:pt x="554" y="231"/>
                </a:lnTo>
                <a:lnTo>
                  <a:pt x="554" y="232"/>
                </a:lnTo>
                <a:lnTo>
                  <a:pt x="554" y="233"/>
                </a:lnTo>
                <a:lnTo>
                  <a:pt x="555" y="233"/>
                </a:lnTo>
                <a:lnTo>
                  <a:pt x="556" y="234"/>
                </a:lnTo>
                <a:lnTo>
                  <a:pt x="556" y="235"/>
                </a:lnTo>
                <a:lnTo>
                  <a:pt x="556" y="236"/>
                </a:lnTo>
                <a:lnTo>
                  <a:pt x="556" y="237"/>
                </a:lnTo>
                <a:lnTo>
                  <a:pt x="557" y="237"/>
                </a:lnTo>
                <a:lnTo>
                  <a:pt x="558" y="238"/>
                </a:lnTo>
                <a:lnTo>
                  <a:pt x="559" y="238"/>
                </a:lnTo>
                <a:lnTo>
                  <a:pt x="559" y="240"/>
                </a:lnTo>
                <a:lnTo>
                  <a:pt x="559" y="241"/>
                </a:lnTo>
                <a:lnTo>
                  <a:pt x="558" y="242"/>
                </a:lnTo>
                <a:lnTo>
                  <a:pt x="557" y="243"/>
                </a:lnTo>
                <a:lnTo>
                  <a:pt x="557" y="244"/>
                </a:lnTo>
                <a:lnTo>
                  <a:pt x="557" y="245"/>
                </a:lnTo>
                <a:lnTo>
                  <a:pt x="558" y="244"/>
                </a:lnTo>
                <a:lnTo>
                  <a:pt x="559" y="244"/>
                </a:lnTo>
                <a:lnTo>
                  <a:pt x="560" y="243"/>
                </a:lnTo>
                <a:lnTo>
                  <a:pt x="561" y="243"/>
                </a:lnTo>
                <a:lnTo>
                  <a:pt x="562" y="244"/>
                </a:lnTo>
                <a:lnTo>
                  <a:pt x="562" y="245"/>
                </a:lnTo>
                <a:lnTo>
                  <a:pt x="563" y="246"/>
                </a:lnTo>
                <a:lnTo>
                  <a:pt x="564" y="246"/>
                </a:lnTo>
                <a:lnTo>
                  <a:pt x="564" y="247"/>
                </a:lnTo>
                <a:lnTo>
                  <a:pt x="565" y="247"/>
                </a:lnTo>
                <a:lnTo>
                  <a:pt x="566" y="247"/>
                </a:lnTo>
                <a:lnTo>
                  <a:pt x="565" y="246"/>
                </a:lnTo>
                <a:lnTo>
                  <a:pt x="566" y="246"/>
                </a:lnTo>
                <a:lnTo>
                  <a:pt x="568" y="246"/>
                </a:lnTo>
                <a:lnTo>
                  <a:pt x="568" y="248"/>
                </a:lnTo>
                <a:lnTo>
                  <a:pt x="568" y="249"/>
                </a:lnTo>
                <a:lnTo>
                  <a:pt x="568" y="250"/>
                </a:lnTo>
                <a:lnTo>
                  <a:pt x="569" y="252"/>
                </a:lnTo>
                <a:lnTo>
                  <a:pt x="569" y="253"/>
                </a:lnTo>
                <a:lnTo>
                  <a:pt x="569" y="254"/>
                </a:lnTo>
                <a:lnTo>
                  <a:pt x="568" y="255"/>
                </a:lnTo>
                <a:lnTo>
                  <a:pt x="567" y="256"/>
                </a:lnTo>
                <a:lnTo>
                  <a:pt x="567" y="257"/>
                </a:lnTo>
                <a:lnTo>
                  <a:pt x="569" y="258"/>
                </a:lnTo>
                <a:lnTo>
                  <a:pt x="569" y="259"/>
                </a:lnTo>
                <a:lnTo>
                  <a:pt x="570" y="259"/>
                </a:lnTo>
                <a:lnTo>
                  <a:pt x="569" y="260"/>
                </a:lnTo>
                <a:lnTo>
                  <a:pt x="569" y="261"/>
                </a:lnTo>
                <a:lnTo>
                  <a:pt x="570" y="262"/>
                </a:lnTo>
                <a:lnTo>
                  <a:pt x="571" y="262"/>
                </a:lnTo>
                <a:lnTo>
                  <a:pt x="571" y="263"/>
                </a:lnTo>
                <a:lnTo>
                  <a:pt x="572" y="263"/>
                </a:lnTo>
                <a:lnTo>
                  <a:pt x="573" y="263"/>
                </a:lnTo>
                <a:lnTo>
                  <a:pt x="574" y="262"/>
                </a:lnTo>
                <a:lnTo>
                  <a:pt x="575" y="263"/>
                </a:lnTo>
                <a:lnTo>
                  <a:pt x="576" y="263"/>
                </a:lnTo>
                <a:lnTo>
                  <a:pt x="577" y="264"/>
                </a:lnTo>
                <a:lnTo>
                  <a:pt x="577" y="265"/>
                </a:lnTo>
                <a:lnTo>
                  <a:pt x="577" y="266"/>
                </a:lnTo>
                <a:lnTo>
                  <a:pt x="576" y="267"/>
                </a:lnTo>
                <a:lnTo>
                  <a:pt x="577" y="267"/>
                </a:lnTo>
                <a:lnTo>
                  <a:pt x="577" y="268"/>
                </a:lnTo>
                <a:lnTo>
                  <a:pt x="577" y="269"/>
                </a:lnTo>
                <a:lnTo>
                  <a:pt x="576" y="269"/>
                </a:lnTo>
                <a:lnTo>
                  <a:pt x="575" y="269"/>
                </a:lnTo>
                <a:lnTo>
                  <a:pt x="574" y="269"/>
                </a:lnTo>
                <a:lnTo>
                  <a:pt x="573" y="270"/>
                </a:lnTo>
                <a:lnTo>
                  <a:pt x="573" y="271"/>
                </a:lnTo>
                <a:lnTo>
                  <a:pt x="572" y="272"/>
                </a:lnTo>
                <a:lnTo>
                  <a:pt x="571" y="272"/>
                </a:lnTo>
                <a:lnTo>
                  <a:pt x="569" y="272"/>
                </a:lnTo>
                <a:lnTo>
                  <a:pt x="568" y="273"/>
                </a:lnTo>
                <a:lnTo>
                  <a:pt x="567" y="273"/>
                </a:lnTo>
                <a:lnTo>
                  <a:pt x="565" y="273"/>
                </a:lnTo>
                <a:lnTo>
                  <a:pt x="565" y="274"/>
                </a:lnTo>
                <a:lnTo>
                  <a:pt x="564" y="274"/>
                </a:lnTo>
                <a:lnTo>
                  <a:pt x="563" y="274"/>
                </a:lnTo>
                <a:lnTo>
                  <a:pt x="563" y="275"/>
                </a:lnTo>
                <a:lnTo>
                  <a:pt x="562" y="275"/>
                </a:lnTo>
                <a:lnTo>
                  <a:pt x="562" y="274"/>
                </a:lnTo>
                <a:lnTo>
                  <a:pt x="561" y="274"/>
                </a:lnTo>
                <a:lnTo>
                  <a:pt x="560" y="274"/>
                </a:lnTo>
                <a:lnTo>
                  <a:pt x="560" y="275"/>
                </a:lnTo>
                <a:lnTo>
                  <a:pt x="559" y="275"/>
                </a:lnTo>
                <a:lnTo>
                  <a:pt x="558" y="275"/>
                </a:lnTo>
                <a:lnTo>
                  <a:pt x="557" y="276"/>
                </a:lnTo>
                <a:lnTo>
                  <a:pt x="557" y="277"/>
                </a:lnTo>
                <a:lnTo>
                  <a:pt x="555" y="277"/>
                </a:lnTo>
                <a:lnTo>
                  <a:pt x="555" y="276"/>
                </a:lnTo>
                <a:lnTo>
                  <a:pt x="554" y="277"/>
                </a:lnTo>
                <a:lnTo>
                  <a:pt x="554" y="278"/>
                </a:lnTo>
                <a:lnTo>
                  <a:pt x="553" y="278"/>
                </a:lnTo>
                <a:lnTo>
                  <a:pt x="553" y="277"/>
                </a:lnTo>
                <a:lnTo>
                  <a:pt x="552" y="277"/>
                </a:lnTo>
                <a:lnTo>
                  <a:pt x="551" y="277"/>
                </a:lnTo>
                <a:lnTo>
                  <a:pt x="550" y="278"/>
                </a:lnTo>
                <a:lnTo>
                  <a:pt x="549" y="279"/>
                </a:lnTo>
                <a:lnTo>
                  <a:pt x="549" y="280"/>
                </a:lnTo>
                <a:lnTo>
                  <a:pt x="548" y="280"/>
                </a:lnTo>
                <a:lnTo>
                  <a:pt x="548" y="281"/>
                </a:lnTo>
                <a:lnTo>
                  <a:pt x="548" y="283"/>
                </a:lnTo>
                <a:lnTo>
                  <a:pt x="547" y="284"/>
                </a:lnTo>
                <a:lnTo>
                  <a:pt x="548" y="284"/>
                </a:lnTo>
                <a:lnTo>
                  <a:pt x="548" y="285"/>
                </a:lnTo>
                <a:lnTo>
                  <a:pt x="549" y="285"/>
                </a:lnTo>
                <a:lnTo>
                  <a:pt x="549" y="286"/>
                </a:lnTo>
                <a:lnTo>
                  <a:pt x="549" y="287"/>
                </a:lnTo>
                <a:lnTo>
                  <a:pt x="548" y="287"/>
                </a:lnTo>
                <a:lnTo>
                  <a:pt x="548" y="286"/>
                </a:lnTo>
                <a:lnTo>
                  <a:pt x="547" y="286"/>
                </a:lnTo>
                <a:lnTo>
                  <a:pt x="546" y="286"/>
                </a:lnTo>
                <a:lnTo>
                  <a:pt x="545" y="287"/>
                </a:lnTo>
                <a:lnTo>
                  <a:pt x="544" y="287"/>
                </a:lnTo>
                <a:lnTo>
                  <a:pt x="543" y="287"/>
                </a:lnTo>
                <a:lnTo>
                  <a:pt x="542" y="287"/>
                </a:lnTo>
                <a:lnTo>
                  <a:pt x="541" y="288"/>
                </a:lnTo>
                <a:lnTo>
                  <a:pt x="540" y="288"/>
                </a:lnTo>
                <a:lnTo>
                  <a:pt x="539" y="289"/>
                </a:lnTo>
                <a:lnTo>
                  <a:pt x="538" y="290"/>
                </a:lnTo>
                <a:lnTo>
                  <a:pt x="539" y="290"/>
                </a:lnTo>
                <a:lnTo>
                  <a:pt x="538" y="290"/>
                </a:lnTo>
                <a:lnTo>
                  <a:pt x="538" y="291"/>
                </a:lnTo>
                <a:lnTo>
                  <a:pt x="536" y="291"/>
                </a:lnTo>
                <a:lnTo>
                  <a:pt x="536" y="292"/>
                </a:lnTo>
                <a:lnTo>
                  <a:pt x="535" y="292"/>
                </a:lnTo>
                <a:lnTo>
                  <a:pt x="534" y="293"/>
                </a:lnTo>
                <a:lnTo>
                  <a:pt x="534" y="294"/>
                </a:lnTo>
                <a:lnTo>
                  <a:pt x="533" y="294"/>
                </a:lnTo>
                <a:lnTo>
                  <a:pt x="533" y="295"/>
                </a:lnTo>
                <a:lnTo>
                  <a:pt x="532" y="296"/>
                </a:lnTo>
                <a:lnTo>
                  <a:pt x="532" y="297"/>
                </a:lnTo>
                <a:lnTo>
                  <a:pt x="531" y="298"/>
                </a:lnTo>
                <a:lnTo>
                  <a:pt x="531" y="299"/>
                </a:lnTo>
                <a:lnTo>
                  <a:pt x="531" y="300"/>
                </a:lnTo>
                <a:lnTo>
                  <a:pt x="530" y="301"/>
                </a:lnTo>
                <a:lnTo>
                  <a:pt x="530" y="302"/>
                </a:lnTo>
                <a:lnTo>
                  <a:pt x="530" y="303"/>
                </a:lnTo>
                <a:lnTo>
                  <a:pt x="529" y="304"/>
                </a:lnTo>
                <a:lnTo>
                  <a:pt x="529" y="305"/>
                </a:lnTo>
                <a:lnTo>
                  <a:pt x="529" y="306"/>
                </a:lnTo>
                <a:lnTo>
                  <a:pt x="528" y="308"/>
                </a:lnTo>
                <a:lnTo>
                  <a:pt x="527" y="309"/>
                </a:lnTo>
                <a:lnTo>
                  <a:pt x="527" y="311"/>
                </a:lnTo>
                <a:lnTo>
                  <a:pt x="526" y="312"/>
                </a:lnTo>
                <a:lnTo>
                  <a:pt x="525" y="313"/>
                </a:lnTo>
                <a:lnTo>
                  <a:pt x="525" y="314"/>
                </a:lnTo>
                <a:lnTo>
                  <a:pt x="525" y="316"/>
                </a:lnTo>
                <a:lnTo>
                  <a:pt x="524" y="317"/>
                </a:lnTo>
                <a:lnTo>
                  <a:pt x="524" y="320"/>
                </a:lnTo>
                <a:lnTo>
                  <a:pt x="525" y="320"/>
                </a:lnTo>
                <a:lnTo>
                  <a:pt x="525" y="319"/>
                </a:lnTo>
                <a:lnTo>
                  <a:pt x="526" y="320"/>
                </a:lnTo>
                <a:lnTo>
                  <a:pt x="526" y="321"/>
                </a:lnTo>
                <a:lnTo>
                  <a:pt x="527" y="322"/>
                </a:lnTo>
                <a:lnTo>
                  <a:pt x="528" y="323"/>
                </a:lnTo>
                <a:lnTo>
                  <a:pt x="528" y="325"/>
                </a:lnTo>
                <a:lnTo>
                  <a:pt x="529" y="325"/>
                </a:lnTo>
                <a:lnTo>
                  <a:pt x="528" y="325"/>
                </a:lnTo>
                <a:lnTo>
                  <a:pt x="528" y="326"/>
                </a:lnTo>
                <a:lnTo>
                  <a:pt x="527" y="326"/>
                </a:lnTo>
                <a:lnTo>
                  <a:pt x="528" y="326"/>
                </a:lnTo>
                <a:lnTo>
                  <a:pt x="528" y="328"/>
                </a:lnTo>
                <a:lnTo>
                  <a:pt x="527" y="328"/>
                </a:lnTo>
                <a:lnTo>
                  <a:pt x="527" y="329"/>
                </a:lnTo>
                <a:lnTo>
                  <a:pt x="526" y="330"/>
                </a:lnTo>
                <a:lnTo>
                  <a:pt x="525" y="331"/>
                </a:lnTo>
                <a:lnTo>
                  <a:pt x="526" y="331"/>
                </a:lnTo>
                <a:lnTo>
                  <a:pt x="525" y="331"/>
                </a:lnTo>
                <a:lnTo>
                  <a:pt x="524" y="332"/>
                </a:lnTo>
                <a:lnTo>
                  <a:pt x="523" y="333"/>
                </a:lnTo>
                <a:lnTo>
                  <a:pt x="522" y="333"/>
                </a:lnTo>
                <a:lnTo>
                  <a:pt x="521" y="333"/>
                </a:lnTo>
                <a:lnTo>
                  <a:pt x="520" y="334"/>
                </a:lnTo>
                <a:lnTo>
                  <a:pt x="519" y="332"/>
                </a:lnTo>
                <a:lnTo>
                  <a:pt x="518" y="332"/>
                </a:lnTo>
                <a:lnTo>
                  <a:pt x="518" y="333"/>
                </a:lnTo>
                <a:lnTo>
                  <a:pt x="517" y="333"/>
                </a:lnTo>
                <a:lnTo>
                  <a:pt x="517" y="334"/>
                </a:lnTo>
                <a:lnTo>
                  <a:pt x="516" y="335"/>
                </a:lnTo>
                <a:lnTo>
                  <a:pt x="515" y="336"/>
                </a:lnTo>
                <a:lnTo>
                  <a:pt x="514" y="338"/>
                </a:lnTo>
                <a:lnTo>
                  <a:pt x="513" y="338"/>
                </a:lnTo>
                <a:lnTo>
                  <a:pt x="513" y="339"/>
                </a:lnTo>
                <a:lnTo>
                  <a:pt x="512" y="340"/>
                </a:lnTo>
                <a:lnTo>
                  <a:pt x="513" y="340"/>
                </a:lnTo>
                <a:lnTo>
                  <a:pt x="512" y="341"/>
                </a:lnTo>
                <a:lnTo>
                  <a:pt x="512" y="340"/>
                </a:lnTo>
                <a:lnTo>
                  <a:pt x="511" y="341"/>
                </a:lnTo>
                <a:lnTo>
                  <a:pt x="511" y="342"/>
                </a:lnTo>
                <a:lnTo>
                  <a:pt x="510" y="342"/>
                </a:lnTo>
                <a:lnTo>
                  <a:pt x="509" y="343"/>
                </a:lnTo>
                <a:lnTo>
                  <a:pt x="509" y="344"/>
                </a:lnTo>
                <a:lnTo>
                  <a:pt x="510" y="345"/>
                </a:lnTo>
                <a:lnTo>
                  <a:pt x="510" y="346"/>
                </a:lnTo>
                <a:lnTo>
                  <a:pt x="508" y="347"/>
                </a:lnTo>
                <a:lnTo>
                  <a:pt x="507" y="347"/>
                </a:lnTo>
                <a:lnTo>
                  <a:pt x="506" y="348"/>
                </a:lnTo>
                <a:lnTo>
                  <a:pt x="504" y="349"/>
                </a:lnTo>
                <a:lnTo>
                  <a:pt x="504" y="351"/>
                </a:lnTo>
                <a:lnTo>
                  <a:pt x="503" y="351"/>
                </a:lnTo>
                <a:lnTo>
                  <a:pt x="501" y="352"/>
                </a:lnTo>
                <a:lnTo>
                  <a:pt x="500" y="352"/>
                </a:lnTo>
                <a:lnTo>
                  <a:pt x="500" y="351"/>
                </a:lnTo>
                <a:lnTo>
                  <a:pt x="499" y="351"/>
                </a:lnTo>
                <a:lnTo>
                  <a:pt x="499" y="352"/>
                </a:lnTo>
                <a:lnTo>
                  <a:pt x="498" y="353"/>
                </a:lnTo>
                <a:lnTo>
                  <a:pt x="497" y="354"/>
                </a:lnTo>
                <a:lnTo>
                  <a:pt x="496" y="355"/>
                </a:lnTo>
                <a:lnTo>
                  <a:pt x="494" y="357"/>
                </a:lnTo>
                <a:lnTo>
                  <a:pt x="493" y="357"/>
                </a:lnTo>
                <a:lnTo>
                  <a:pt x="492" y="357"/>
                </a:lnTo>
                <a:lnTo>
                  <a:pt x="491" y="358"/>
                </a:lnTo>
                <a:lnTo>
                  <a:pt x="491" y="357"/>
                </a:lnTo>
                <a:lnTo>
                  <a:pt x="491" y="356"/>
                </a:lnTo>
                <a:lnTo>
                  <a:pt x="492" y="355"/>
                </a:lnTo>
                <a:lnTo>
                  <a:pt x="493" y="354"/>
                </a:lnTo>
                <a:lnTo>
                  <a:pt x="494" y="353"/>
                </a:lnTo>
                <a:lnTo>
                  <a:pt x="495" y="353"/>
                </a:lnTo>
                <a:lnTo>
                  <a:pt x="497" y="352"/>
                </a:lnTo>
                <a:lnTo>
                  <a:pt x="498" y="351"/>
                </a:lnTo>
                <a:lnTo>
                  <a:pt x="499" y="351"/>
                </a:lnTo>
                <a:lnTo>
                  <a:pt x="499" y="350"/>
                </a:lnTo>
                <a:lnTo>
                  <a:pt x="498" y="351"/>
                </a:lnTo>
                <a:lnTo>
                  <a:pt x="497" y="351"/>
                </a:lnTo>
                <a:lnTo>
                  <a:pt x="496" y="351"/>
                </a:lnTo>
                <a:lnTo>
                  <a:pt x="495" y="351"/>
                </a:lnTo>
                <a:lnTo>
                  <a:pt x="494" y="351"/>
                </a:lnTo>
                <a:lnTo>
                  <a:pt x="493" y="352"/>
                </a:lnTo>
                <a:lnTo>
                  <a:pt x="493" y="353"/>
                </a:lnTo>
                <a:lnTo>
                  <a:pt x="492" y="353"/>
                </a:lnTo>
                <a:lnTo>
                  <a:pt x="491" y="353"/>
                </a:lnTo>
                <a:lnTo>
                  <a:pt x="490" y="354"/>
                </a:lnTo>
                <a:lnTo>
                  <a:pt x="489" y="354"/>
                </a:lnTo>
                <a:lnTo>
                  <a:pt x="489" y="353"/>
                </a:lnTo>
                <a:lnTo>
                  <a:pt x="488" y="353"/>
                </a:lnTo>
                <a:lnTo>
                  <a:pt x="488" y="352"/>
                </a:lnTo>
                <a:lnTo>
                  <a:pt x="489" y="352"/>
                </a:lnTo>
                <a:lnTo>
                  <a:pt x="489" y="351"/>
                </a:lnTo>
                <a:lnTo>
                  <a:pt x="488" y="351"/>
                </a:lnTo>
                <a:lnTo>
                  <a:pt x="488" y="350"/>
                </a:lnTo>
                <a:lnTo>
                  <a:pt x="488" y="349"/>
                </a:lnTo>
                <a:lnTo>
                  <a:pt x="488" y="348"/>
                </a:lnTo>
                <a:lnTo>
                  <a:pt x="488" y="350"/>
                </a:lnTo>
                <a:lnTo>
                  <a:pt x="488" y="351"/>
                </a:lnTo>
                <a:lnTo>
                  <a:pt x="489" y="351"/>
                </a:lnTo>
                <a:lnTo>
                  <a:pt x="488" y="351"/>
                </a:lnTo>
                <a:lnTo>
                  <a:pt x="488" y="352"/>
                </a:lnTo>
                <a:lnTo>
                  <a:pt x="488" y="353"/>
                </a:lnTo>
                <a:lnTo>
                  <a:pt x="487" y="353"/>
                </a:lnTo>
                <a:lnTo>
                  <a:pt x="486" y="354"/>
                </a:lnTo>
                <a:lnTo>
                  <a:pt x="485" y="354"/>
                </a:lnTo>
                <a:lnTo>
                  <a:pt x="484" y="355"/>
                </a:lnTo>
                <a:lnTo>
                  <a:pt x="483" y="355"/>
                </a:lnTo>
                <a:lnTo>
                  <a:pt x="482" y="356"/>
                </a:lnTo>
                <a:lnTo>
                  <a:pt x="480" y="356"/>
                </a:lnTo>
                <a:lnTo>
                  <a:pt x="479" y="356"/>
                </a:lnTo>
                <a:lnTo>
                  <a:pt x="479" y="355"/>
                </a:lnTo>
                <a:lnTo>
                  <a:pt x="476" y="355"/>
                </a:lnTo>
                <a:lnTo>
                  <a:pt x="474" y="355"/>
                </a:lnTo>
                <a:lnTo>
                  <a:pt x="473" y="355"/>
                </a:lnTo>
                <a:lnTo>
                  <a:pt x="472" y="354"/>
                </a:lnTo>
                <a:lnTo>
                  <a:pt x="471" y="354"/>
                </a:lnTo>
                <a:lnTo>
                  <a:pt x="470" y="354"/>
                </a:lnTo>
                <a:lnTo>
                  <a:pt x="468" y="353"/>
                </a:lnTo>
                <a:lnTo>
                  <a:pt x="466" y="354"/>
                </a:lnTo>
                <a:lnTo>
                  <a:pt x="467" y="353"/>
                </a:lnTo>
                <a:lnTo>
                  <a:pt x="467" y="354"/>
                </a:lnTo>
                <a:lnTo>
                  <a:pt x="466" y="354"/>
                </a:lnTo>
                <a:lnTo>
                  <a:pt x="465" y="354"/>
                </a:lnTo>
                <a:lnTo>
                  <a:pt x="465" y="355"/>
                </a:lnTo>
                <a:lnTo>
                  <a:pt x="464" y="355"/>
                </a:lnTo>
                <a:lnTo>
                  <a:pt x="463" y="355"/>
                </a:lnTo>
                <a:lnTo>
                  <a:pt x="462" y="355"/>
                </a:lnTo>
                <a:lnTo>
                  <a:pt x="461" y="355"/>
                </a:lnTo>
                <a:lnTo>
                  <a:pt x="460" y="354"/>
                </a:lnTo>
                <a:lnTo>
                  <a:pt x="460" y="355"/>
                </a:lnTo>
                <a:lnTo>
                  <a:pt x="459" y="354"/>
                </a:lnTo>
                <a:lnTo>
                  <a:pt x="459" y="355"/>
                </a:lnTo>
                <a:lnTo>
                  <a:pt x="460" y="356"/>
                </a:lnTo>
                <a:lnTo>
                  <a:pt x="461" y="356"/>
                </a:lnTo>
                <a:lnTo>
                  <a:pt x="463" y="358"/>
                </a:lnTo>
                <a:lnTo>
                  <a:pt x="462" y="359"/>
                </a:lnTo>
                <a:lnTo>
                  <a:pt x="461" y="359"/>
                </a:lnTo>
                <a:lnTo>
                  <a:pt x="459" y="358"/>
                </a:lnTo>
                <a:lnTo>
                  <a:pt x="459" y="359"/>
                </a:lnTo>
                <a:lnTo>
                  <a:pt x="460" y="359"/>
                </a:lnTo>
                <a:lnTo>
                  <a:pt x="460" y="360"/>
                </a:lnTo>
                <a:lnTo>
                  <a:pt x="460" y="361"/>
                </a:lnTo>
                <a:lnTo>
                  <a:pt x="456" y="359"/>
                </a:lnTo>
                <a:lnTo>
                  <a:pt x="456" y="360"/>
                </a:lnTo>
                <a:lnTo>
                  <a:pt x="457" y="361"/>
                </a:lnTo>
                <a:lnTo>
                  <a:pt x="457" y="362"/>
                </a:lnTo>
                <a:lnTo>
                  <a:pt x="456" y="362"/>
                </a:lnTo>
                <a:lnTo>
                  <a:pt x="456" y="361"/>
                </a:lnTo>
                <a:lnTo>
                  <a:pt x="455" y="361"/>
                </a:lnTo>
                <a:lnTo>
                  <a:pt x="454" y="361"/>
                </a:lnTo>
                <a:lnTo>
                  <a:pt x="453" y="361"/>
                </a:lnTo>
                <a:lnTo>
                  <a:pt x="454" y="362"/>
                </a:lnTo>
                <a:lnTo>
                  <a:pt x="454" y="363"/>
                </a:lnTo>
                <a:lnTo>
                  <a:pt x="454" y="364"/>
                </a:lnTo>
                <a:lnTo>
                  <a:pt x="455" y="365"/>
                </a:lnTo>
                <a:lnTo>
                  <a:pt x="458" y="365"/>
                </a:lnTo>
                <a:lnTo>
                  <a:pt x="459" y="366"/>
                </a:lnTo>
                <a:lnTo>
                  <a:pt x="459" y="367"/>
                </a:lnTo>
                <a:lnTo>
                  <a:pt x="460" y="368"/>
                </a:lnTo>
                <a:lnTo>
                  <a:pt x="461" y="369"/>
                </a:lnTo>
                <a:lnTo>
                  <a:pt x="461" y="370"/>
                </a:lnTo>
                <a:lnTo>
                  <a:pt x="462" y="370"/>
                </a:lnTo>
                <a:lnTo>
                  <a:pt x="462" y="371"/>
                </a:lnTo>
                <a:lnTo>
                  <a:pt x="462" y="370"/>
                </a:lnTo>
                <a:lnTo>
                  <a:pt x="463" y="370"/>
                </a:lnTo>
                <a:lnTo>
                  <a:pt x="464" y="368"/>
                </a:lnTo>
                <a:lnTo>
                  <a:pt x="466" y="366"/>
                </a:lnTo>
                <a:lnTo>
                  <a:pt x="467" y="366"/>
                </a:lnTo>
                <a:lnTo>
                  <a:pt x="467" y="365"/>
                </a:lnTo>
                <a:lnTo>
                  <a:pt x="468" y="365"/>
                </a:lnTo>
                <a:lnTo>
                  <a:pt x="467" y="364"/>
                </a:lnTo>
                <a:lnTo>
                  <a:pt x="466" y="363"/>
                </a:lnTo>
                <a:lnTo>
                  <a:pt x="468" y="362"/>
                </a:lnTo>
                <a:lnTo>
                  <a:pt x="469" y="363"/>
                </a:lnTo>
                <a:lnTo>
                  <a:pt x="469" y="364"/>
                </a:lnTo>
                <a:lnTo>
                  <a:pt x="469" y="365"/>
                </a:lnTo>
                <a:lnTo>
                  <a:pt x="468" y="368"/>
                </a:lnTo>
                <a:lnTo>
                  <a:pt x="466" y="370"/>
                </a:lnTo>
                <a:lnTo>
                  <a:pt x="465" y="372"/>
                </a:lnTo>
                <a:lnTo>
                  <a:pt x="464" y="373"/>
                </a:lnTo>
                <a:lnTo>
                  <a:pt x="462" y="374"/>
                </a:lnTo>
                <a:lnTo>
                  <a:pt x="460" y="376"/>
                </a:lnTo>
                <a:lnTo>
                  <a:pt x="457" y="378"/>
                </a:lnTo>
                <a:lnTo>
                  <a:pt x="456" y="378"/>
                </a:lnTo>
                <a:lnTo>
                  <a:pt x="454" y="376"/>
                </a:lnTo>
                <a:lnTo>
                  <a:pt x="455" y="376"/>
                </a:lnTo>
                <a:lnTo>
                  <a:pt x="455" y="375"/>
                </a:lnTo>
                <a:lnTo>
                  <a:pt x="454" y="374"/>
                </a:lnTo>
                <a:lnTo>
                  <a:pt x="453" y="373"/>
                </a:lnTo>
                <a:lnTo>
                  <a:pt x="453" y="369"/>
                </a:lnTo>
                <a:lnTo>
                  <a:pt x="453" y="368"/>
                </a:lnTo>
                <a:lnTo>
                  <a:pt x="453" y="367"/>
                </a:lnTo>
                <a:lnTo>
                  <a:pt x="452" y="368"/>
                </a:lnTo>
                <a:lnTo>
                  <a:pt x="451" y="368"/>
                </a:lnTo>
                <a:lnTo>
                  <a:pt x="452" y="369"/>
                </a:lnTo>
                <a:lnTo>
                  <a:pt x="452" y="375"/>
                </a:lnTo>
                <a:lnTo>
                  <a:pt x="450" y="374"/>
                </a:lnTo>
                <a:lnTo>
                  <a:pt x="449" y="374"/>
                </a:lnTo>
                <a:lnTo>
                  <a:pt x="449" y="369"/>
                </a:lnTo>
                <a:lnTo>
                  <a:pt x="449" y="368"/>
                </a:lnTo>
                <a:lnTo>
                  <a:pt x="450" y="367"/>
                </a:lnTo>
                <a:lnTo>
                  <a:pt x="451" y="367"/>
                </a:lnTo>
                <a:lnTo>
                  <a:pt x="451" y="366"/>
                </a:lnTo>
                <a:lnTo>
                  <a:pt x="452" y="366"/>
                </a:lnTo>
                <a:lnTo>
                  <a:pt x="453" y="366"/>
                </a:lnTo>
                <a:lnTo>
                  <a:pt x="453" y="365"/>
                </a:lnTo>
                <a:lnTo>
                  <a:pt x="454" y="365"/>
                </a:lnTo>
                <a:lnTo>
                  <a:pt x="454" y="364"/>
                </a:lnTo>
                <a:lnTo>
                  <a:pt x="453" y="364"/>
                </a:lnTo>
                <a:lnTo>
                  <a:pt x="452" y="365"/>
                </a:lnTo>
                <a:lnTo>
                  <a:pt x="450" y="366"/>
                </a:lnTo>
                <a:lnTo>
                  <a:pt x="449" y="367"/>
                </a:lnTo>
                <a:lnTo>
                  <a:pt x="448" y="367"/>
                </a:lnTo>
                <a:lnTo>
                  <a:pt x="447" y="369"/>
                </a:lnTo>
                <a:lnTo>
                  <a:pt x="447" y="370"/>
                </a:lnTo>
                <a:lnTo>
                  <a:pt x="447" y="373"/>
                </a:lnTo>
                <a:lnTo>
                  <a:pt x="445" y="372"/>
                </a:lnTo>
                <a:lnTo>
                  <a:pt x="445" y="371"/>
                </a:lnTo>
                <a:lnTo>
                  <a:pt x="445" y="367"/>
                </a:lnTo>
                <a:lnTo>
                  <a:pt x="444" y="367"/>
                </a:lnTo>
                <a:lnTo>
                  <a:pt x="444" y="366"/>
                </a:lnTo>
                <a:lnTo>
                  <a:pt x="443" y="367"/>
                </a:lnTo>
                <a:lnTo>
                  <a:pt x="442" y="367"/>
                </a:lnTo>
                <a:lnTo>
                  <a:pt x="441" y="367"/>
                </a:lnTo>
                <a:lnTo>
                  <a:pt x="440" y="367"/>
                </a:lnTo>
                <a:lnTo>
                  <a:pt x="439" y="366"/>
                </a:lnTo>
                <a:lnTo>
                  <a:pt x="438" y="365"/>
                </a:lnTo>
                <a:lnTo>
                  <a:pt x="438" y="366"/>
                </a:lnTo>
                <a:lnTo>
                  <a:pt x="437" y="366"/>
                </a:lnTo>
                <a:lnTo>
                  <a:pt x="436" y="365"/>
                </a:lnTo>
                <a:lnTo>
                  <a:pt x="435" y="366"/>
                </a:lnTo>
                <a:lnTo>
                  <a:pt x="434" y="366"/>
                </a:lnTo>
                <a:lnTo>
                  <a:pt x="433" y="365"/>
                </a:lnTo>
                <a:lnTo>
                  <a:pt x="432" y="364"/>
                </a:lnTo>
                <a:lnTo>
                  <a:pt x="430" y="363"/>
                </a:lnTo>
                <a:lnTo>
                  <a:pt x="429" y="361"/>
                </a:lnTo>
                <a:lnTo>
                  <a:pt x="428" y="360"/>
                </a:lnTo>
                <a:lnTo>
                  <a:pt x="428" y="359"/>
                </a:lnTo>
                <a:lnTo>
                  <a:pt x="427" y="359"/>
                </a:lnTo>
                <a:lnTo>
                  <a:pt x="427" y="357"/>
                </a:lnTo>
                <a:lnTo>
                  <a:pt x="426" y="356"/>
                </a:lnTo>
                <a:lnTo>
                  <a:pt x="426" y="355"/>
                </a:lnTo>
                <a:lnTo>
                  <a:pt x="425" y="355"/>
                </a:lnTo>
                <a:lnTo>
                  <a:pt x="425" y="354"/>
                </a:lnTo>
                <a:lnTo>
                  <a:pt x="424" y="354"/>
                </a:lnTo>
                <a:lnTo>
                  <a:pt x="424" y="353"/>
                </a:lnTo>
                <a:lnTo>
                  <a:pt x="424" y="352"/>
                </a:lnTo>
                <a:lnTo>
                  <a:pt x="423" y="352"/>
                </a:lnTo>
                <a:lnTo>
                  <a:pt x="422" y="352"/>
                </a:lnTo>
                <a:lnTo>
                  <a:pt x="422" y="351"/>
                </a:lnTo>
                <a:lnTo>
                  <a:pt x="423" y="351"/>
                </a:lnTo>
                <a:lnTo>
                  <a:pt x="422" y="350"/>
                </a:lnTo>
                <a:lnTo>
                  <a:pt x="420" y="350"/>
                </a:lnTo>
                <a:lnTo>
                  <a:pt x="420" y="349"/>
                </a:lnTo>
                <a:lnTo>
                  <a:pt x="418" y="348"/>
                </a:lnTo>
                <a:lnTo>
                  <a:pt x="417" y="347"/>
                </a:lnTo>
                <a:lnTo>
                  <a:pt x="416" y="348"/>
                </a:lnTo>
                <a:lnTo>
                  <a:pt x="415" y="348"/>
                </a:lnTo>
                <a:lnTo>
                  <a:pt x="414" y="348"/>
                </a:lnTo>
                <a:lnTo>
                  <a:pt x="414" y="347"/>
                </a:lnTo>
                <a:lnTo>
                  <a:pt x="414" y="346"/>
                </a:lnTo>
                <a:lnTo>
                  <a:pt x="416" y="346"/>
                </a:lnTo>
                <a:lnTo>
                  <a:pt x="416" y="344"/>
                </a:lnTo>
                <a:lnTo>
                  <a:pt x="416" y="343"/>
                </a:lnTo>
                <a:lnTo>
                  <a:pt x="415" y="343"/>
                </a:lnTo>
                <a:lnTo>
                  <a:pt x="414" y="343"/>
                </a:lnTo>
                <a:lnTo>
                  <a:pt x="413" y="342"/>
                </a:lnTo>
                <a:lnTo>
                  <a:pt x="413" y="341"/>
                </a:lnTo>
                <a:lnTo>
                  <a:pt x="413" y="340"/>
                </a:lnTo>
                <a:lnTo>
                  <a:pt x="412" y="340"/>
                </a:lnTo>
                <a:lnTo>
                  <a:pt x="412" y="341"/>
                </a:lnTo>
                <a:lnTo>
                  <a:pt x="411" y="340"/>
                </a:lnTo>
                <a:lnTo>
                  <a:pt x="410" y="340"/>
                </a:lnTo>
                <a:lnTo>
                  <a:pt x="410" y="339"/>
                </a:lnTo>
                <a:lnTo>
                  <a:pt x="408" y="339"/>
                </a:lnTo>
                <a:lnTo>
                  <a:pt x="408" y="338"/>
                </a:lnTo>
                <a:lnTo>
                  <a:pt x="408" y="337"/>
                </a:lnTo>
                <a:lnTo>
                  <a:pt x="406" y="337"/>
                </a:lnTo>
                <a:lnTo>
                  <a:pt x="405" y="337"/>
                </a:lnTo>
                <a:lnTo>
                  <a:pt x="404" y="337"/>
                </a:lnTo>
                <a:lnTo>
                  <a:pt x="403" y="337"/>
                </a:lnTo>
                <a:lnTo>
                  <a:pt x="402" y="337"/>
                </a:lnTo>
                <a:lnTo>
                  <a:pt x="401" y="337"/>
                </a:lnTo>
                <a:lnTo>
                  <a:pt x="401" y="336"/>
                </a:lnTo>
                <a:lnTo>
                  <a:pt x="400" y="336"/>
                </a:lnTo>
                <a:lnTo>
                  <a:pt x="399" y="336"/>
                </a:lnTo>
                <a:lnTo>
                  <a:pt x="398" y="336"/>
                </a:lnTo>
                <a:lnTo>
                  <a:pt x="397" y="336"/>
                </a:lnTo>
                <a:lnTo>
                  <a:pt x="398" y="336"/>
                </a:lnTo>
                <a:lnTo>
                  <a:pt x="397" y="336"/>
                </a:lnTo>
                <a:lnTo>
                  <a:pt x="396" y="335"/>
                </a:lnTo>
                <a:lnTo>
                  <a:pt x="397" y="335"/>
                </a:lnTo>
                <a:lnTo>
                  <a:pt x="397" y="334"/>
                </a:lnTo>
                <a:lnTo>
                  <a:pt x="398" y="333"/>
                </a:lnTo>
                <a:lnTo>
                  <a:pt x="398" y="332"/>
                </a:lnTo>
                <a:lnTo>
                  <a:pt x="397" y="332"/>
                </a:lnTo>
                <a:lnTo>
                  <a:pt x="397" y="333"/>
                </a:lnTo>
                <a:lnTo>
                  <a:pt x="396" y="334"/>
                </a:lnTo>
                <a:lnTo>
                  <a:pt x="395" y="333"/>
                </a:lnTo>
                <a:lnTo>
                  <a:pt x="394" y="333"/>
                </a:lnTo>
                <a:lnTo>
                  <a:pt x="394" y="334"/>
                </a:lnTo>
                <a:lnTo>
                  <a:pt x="393" y="334"/>
                </a:lnTo>
                <a:lnTo>
                  <a:pt x="393" y="333"/>
                </a:lnTo>
                <a:lnTo>
                  <a:pt x="393" y="332"/>
                </a:lnTo>
                <a:lnTo>
                  <a:pt x="394" y="331"/>
                </a:lnTo>
                <a:lnTo>
                  <a:pt x="395" y="331"/>
                </a:lnTo>
                <a:lnTo>
                  <a:pt x="396" y="331"/>
                </a:lnTo>
                <a:lnTo>
                  <a:pt x="397" y="331"/>
                </a:lnTo>
                <a:lnTo>
                  <a:pt x="398" y="331"/>
                </a:lnTo>
                <a:lnTo>
                  <a:pt x="398" y="330"/>
                </a:lnTo>
                <a:lnTo>
                  <a:pt x="398" y="329"/>
                </a:lnTo>
                <a:lnTo>
                  <a:pt x="397" y="329"/>
                </a:lnTo>
                <a:lnTo>
                  <a:pt x="397" y="328"/>
                </a:lnTo>
                <a:lnTo>
                  <a:pt x="398" y="328"/>
                </a:lnTo>
                <a:lnTo>
                  <a:pt x="399" y="328"/>
                </a:lnTo>
                <a:lnTo>
                  <a:pt x="399" y="326"/>
                </a:lnTo>
                <a:lnTo>
                  <a:pt x="399" y="325"/>
                </a:lnTo>
                <a:lnTo>
                  <a:pt x="399" y="323"/>
                </a:lnTo>
                <a:lnTo>
                  <a:pt x="399" y="322"/>
                </a:lnTo>
                <a:lnTo>
                  <a:pt x="400" y="322"/>
                </a:lnTo>
                <a:lnTo>
                  <a:pt x="401" y="322"/>
                </a:lnTo>
                <a:lnTo>
                  <a:pt x="401" y="321"/>
                </a:lnTo>
                <a:lnTo>
                  <a:pt x="401" y="320"/>
                </a:lnTo>
                <a:lnTo>
                  <a:pt x="401" y="318"/>
                </a:lnTo>
                <a:lnTo>
                  <a:pt x="402" y="318"/>
                </a:lnTo>
                <a:lnTo>
                  <a:pt x="402" y="317"/>
                </a:lnTo>
                <a:lnTo>
                  <a:pt x="403" y="317"/>
                </a:lnTo>
                <a:lnTo>
                  <a:pt x="402" y="316"/>
                </a:lnTo>
                <a:lnTo>
                  <a:pt x="402" y="315"/>
                </a:lnTo>
                <a:lnTo>
                  <a:pt x="402" y="314"/>
                </a:lnTo>
                <a:lnTo>
                  <a:pt x="403" y="314"/>
                </a:lnTo>
                <a:lnTo>
                  <a:pt x="403" y="313"/>
                </a:lnTo>
                <a:lnTo>
                  <a:pt x="404" y="312"/>
                </a:lnTo>
                <a:lnTo>
                  <a:pt x="404" y="311"/>
                </a:lnTo>
                <a:lnTo>
                  <a:pt x="403" y="310"/>
                </a:lnTo>
                <a:lnTo>
                  <a:pt x="402" y="309"/>
                </a:lnTo>
                <a:lnTo>
                  <a:pt x="401" y="309"/>
                </a:lnTo>
                <a:lnTo>
                  <a:pt x="400" y="309"/>
                </a:lnTo>
                <a:lnTo>
                  <a:pt x="399" y="309"/>
                </a:lnTo>
                <a:lnTo>
                  <a:pt x="398" y="308"/>
                </a:lnTo>
                <a:lnTo>
                  <a:pt x="398" y="309"/>
                </a:lnTo>
                <a:lnTo>
                  <a:pt x="397" y="309"/>
                </a:lnTo>
                <a:lnTo>
                  <a:pt x="396" y="309"/>
                </a:lnTo>
                <a:lnTo>
                  <a:pt x="395" y="309"/>
                </a:lnTo>
                <a:lnTo>
                  <a:pt x="394" y="309"/>
                </a:lnTo>
                <a:lnTo>
                  <a:pt x="393" y="308"/>
                </a:lnTo>
                <a:lnTo>
                  <a:pt x="392" y="308"/>
                </a:lnTo>
                <a:lnTo>
                  <a:pt x="392" y="309"/>
                </a:lnTo>
                <a:lnTo>
                  <a:pt x="391" y="309"/>
                </a:lnTo>
                <a:lnTo>
                  <a:pt x="390" y="309"/>
                </a:lnTo>
                <a:lnTo>
                  <a:pt x="390" y="308"/>
                </a:lnTo>
                <a:lnTo>
                  <a:pt x="389" y="309"/>
                </a:lnTo>
                <a:lnTo>
                  <a:pt x="388" y="309"/>
                </a:lnTo>
                <a:lnTo>
                  <a:pt x="387" y="309"/>
                </a:lnTo>
                <a:lnTo>
                  <a:pt x="388" y="310"/>
                </a:lnTo>
                <a:lnTo>
                  <a:pt x="388" y="311"/>
                </a:lnTo>
                <a:lnTo>
                  <a:pt x="387" y="311"/>
                </a:lnTo>
                <a:lnTo>
                  <a:pt x="387" y="312"/>
                </a:lnTo>
                <a:lnTo>
                  <a:pt x="387" y="313"/>
                </a:lnTo>
                <a:lnTo>
                  <a:pt x="387" y="314"/>
                </a:lnTo>
                <a:lnTo>
                  <a:pt x="387" y="315"/>
                </a:lnTo>
                <a:lnTo>
                  <a:pt x="386" y="315"/>
                </a:lnTo>
                <a:lnTo>
                  <a:pt x="385" y="315"/>
                </a:lnTo>
                <a:lnTo>
                  <a:pt x="385" y="316"/>
                </a:lnTo>
                <a:lnTo>
                  <a:pt x="384" y="315"/>
                </a:lnTo>
                <a:lnTo>
                  <a:pt x="384" y="314"/>
                </a:lnTo>
                <a:lnTo>
                  <a:pt x="384" y="313"/>
                </a:lnTo>
                <a:lnTo>
                  <a:pt x="383" y="313"/>
                </a:lnTo>
                <a:lnTo>
                  <a:pt x="382" y="313"/>
                </a:lnTo>
                <a:lnTo>
                  <a:pt x="382" y="312"/>
                </a:lnTo>
                <a:lnTo>
                  <a:pt x="383" y="312"/>
                </a:lnTo>
                <a:lnTo>
                  <a:pt x="384" y="312"/>
                </a:lnTo>
                <a:lnTo>
                  <a:pt x="384" y="311"/>
                </a:lnTo>
                <a:lnTo>
                  <a:pt x="383" y="311"/>
                </a:lnTo>
                <a:lnTo>
                  <a:pt x="383" y="310"/>
                </a:lnTo>
                <a:lnTo>
                  <a:pt x="382" y="310"/>
                </a:lnTo>
                <a:lnTo>
                  <a:pt x="382" y="309"/>
                </a:lnTo>
                <a:lnTo>
                  <a:pt x="381" y="309"/>
                </a:lnTo>
                <a:lnTo>
                  <a:pt x="381" y="310"/>
                </a:lnTo>
                <a:lnTo>
                  <a:pt x="380" y="311"/>
                </a:lnTo>
                <a:lnTo>
                  <a:pt x="379" y="311"/>
                </a:lnTo>
                <a:lnTo>
                  <a:pt x="379" y="310"/>
                </a:lnTo>
                <a:lnTo>
                  <a:pt x="379" y="309"/>
                </a:lnTo>
                <a:lnTo>
                  <a:pt x="378" y="309"/>
                </a:lnTo>
                <a:lnTo>
                  <a:pt x="378" y="308"/>
                </a:lnTo>
                <a:lnTo>
                  <a:pt x="377" y="308"/>
                </a:lnTo>
                <a:lnTo>
                  <a:pt x="377" y="309"/>
                </a:lnTo>
                <a:lnTo>
                  <a:pt x="376" y="309"/>
                </a:lnTo>
                <a:lnTo>
                  <a:pt x="376" y="308"/>
                </a:lnTo>
                <a:lnTo>
                  <a:pt x="377" y="308"/>
                </a:lnTo>
                <a:lnTo>
                  <a:pt x="377" y="307"/>
                </a:lnTo>
                <a:lnTo>
                  <a:pt x="378" y="307"/>
                </a:lnTo>
                <a:lnTo>
                  <a:pt x="378" y="306"/>
                </a:lnTo>
                <a:lnTo>
                  <a:pt x="379" y="305"/>
                </a:lnTo>
                <a:lnTo>
                  <a:pt x="379" y="306"/>
                </a:lnTo>
                <a:lnTo>
                  <a:pt x="379" y="305"/>
                </a:lnTo>
                <a:lnTo>
                  <a:pt x="379" y="304"/>
                </a:lnTo>
                <a:lnTo>
                  <a:pt x="380" y="304"/>
                </a:lnTo>
                <a:lnTo>
                  <a:pt x="380" y="305"/>
                </a:lnTo>
                <a:lnTo>
                  <a:pt x="380" y="304"/>
                </a:lnTo>
                <a:lnTo>
                  <a:pt x="380" y="303"/>
                </a:lnTo>
                <a:lnTo>
                  <a:pt x="380" y="302"/>
                </a:lnTo>
                <a:lnTo>
                  <a:pt x="381" y="302"/>
                </a:lnTo>
                <a:lnTo>
                  <a:pt x="381" y="301"/>
                </a:lnTo>
                <a:lnTo>
                  <a:pt x="380" y="301"/>
                </a:lnTo>
                <a:lnTo>
                  <a:pt x="380" y="302"/>
                </a:lnTo>
                <a:lnTo>
                  <a:pt x="379" y="301"/>
                </a:lnTo>
                <a:lnTo>
                  <a:pt x="380" y="301"/>
                </a:lnTo>
                <a:lnTo>
                  <a:pt x="379" y="300"/>
                </a:lnTo>
                <a:lnTo>
                  <a:pt x="378" y="299"/>
                </a:lnTo>
                <a:lnTo>
                  <a:pt x="379" y="299"/>
                </a:lnTo>
                <a:lnTo>
                  <a:pt x="379" y="298"/>
                </a:lnTo>
                <a:lnTo>
                  <a:pt x="378" y="298"/>
                </a:lnTo>
                <a:lnTo>
                  <a:pt x="377" y="298"/>
                </a:lnTo>
                <a:lnTo>
                  <a:pt x="376" y="298"/>
                </a:lnTo>
                <a:lnTo>
                  <a:pt x="375" y="298"/>
                </a:lnTo>
                <a:lnTo>
                  <a:pt x="374" y="297"/>
                </a:lnTo>
                <a:lnTo>
                  <a:pt x="374" y="296"/>
                </a:lnTo>
                <a:lnTo>
                  <a:pt x="373" y="296"/>
                </a:lnTo>
                <a:lnTo>
                  <a:pt x="372" y="296"/>
                </a:lnTo>
                <a:lnTo>
                  <a:pt x="372" y="295"/>
                </a:lnTo>
                <a:lnTo>
                  <a:pt x="373" y="295"/>
                </a:lnTo>
                <a:lnTo>
                  <a:pt x="373" y="294"/>
                </a:lnTo>
                <a:lnTo>
                  <a:pt x="374" y="294"/>
                </a:lnTo>
                <a:lnTo>
                  <a:pt x="374" y="295"/>
                </a:lnTo>
                <a:lnTo>
                  <a:pt x="374" y="294"/>
                </a:lnTo>
                <a:lnTo>
                  <a:pt x="374" y="293"/>
                </a:lnTo>
                <a:lnTo>
                  <a:pt x="373" y="293"/>
                </a:lnTo>
                <a:lnTo>
                  <a:pt x="372" y="293"/>
                </a:lnTo>
                <a:lnTo>
                  <a:pt x="372" y="292"/>
                </a:lnTo>
                <a:lnTo>
                  <a:pt x="371" y="292"/>
                </a:lnTo>
                <a:lnTo>
                  <a:pt x="370" y="292"/>
                </a:lnTo>
                <a:lnTo>
                  <a:pt x="369" y="292"/>
                </a:lnTo>
                <a:lnTo>
                  <a:pt x="370" y="292"/>
                </a:lnTo>
                <a:lnTo>
                  <a:pt x="370" y="291"/>
                </a:lnTo>
                <a:lnTo>
                  <a:pt x="370" y="290"/>
                </a:lnTo>
                <a:lnTo>
                  <a:pt x="370" y="289"/>
                </a:lnTo>
                <a:lnTo>
                  <a:pt x="370" y="288"/>
                </a:lnTo>
                <a:lnTo>
                  <a:pt x="371" y="288"/>
                </a:lnTo>
                <a:lnTo>
                  <a:pt x="371" y="287"/>
                </a:lnTo>
                <a:lnTo>
                  <a:pt x="370" y="285"/>
                </a:lnTo>
                <a:lnTo>
                  <a:pt x="369" y="284"/>
                </a:lnTo>
                <a:lnTo>
                  <a:pt x="369" y="283"/>
                </a:lnTo>
                <a:lnTo>
                  <a:pt x="369" y="282"/>
                </a:lnTo>
                <a:lnTo>
                  <a:pt x="367" y="281"/>
                </a:lnTo>
                <a:lnTo>
                  <a:pt x="367" y="279"/>
                </a:lnTo>
                <a:lnTo>
                  <a:pt x="367" y="278"/>
                </a:lnTo>
                <a:lnTo>
                  <a:pt x="366" y="278"/>
                </a:lnTo>
                <a:lnTo>
                  <a:pt x="366" y="277"/>
                </a:lnTo>
                <a:lnTo>
                  <a:pt x="367" y="277"/>
                </a:lnTo>
                <a:lnTo>
                  <a:pt x="367" y="276"/>
                </a:lnTo>
                <a:lnTo>
                  <a:pt x="366" y="276"/>
                </a:lnTo>
                <a:lnTo>
                  <a:pt x="367" y="276"/>
                </a:lnTo>
                <a:lnTo>
                  <a:pt x="368" y="275"/>
                </a:lnTo>
                <a:lnTo>
                  <a:pt x="367" y="275"/>
                </a:lnTo>
                <a:lnTo>
                  <a:pt x="367" y="274"/>
                </a:lnTo>
                <a:lnTo>
                  <a:pt x="366" y="274"/>
                </a:lnTo>
                <a:lnTo>
                  <a:pt x="366" y="273"/>
                </a:lnTo>
                <a:lnTo>
                  <a:pt x="367" y="273"/>
                </a:lnTo>
                <a:lnTo>
                  <a:pt x="368" y="272"/>
                </a:lnTo>
                <a:lnTo>
                  <a:pt x="368" y="273"/>
                </a:lnTo>
                <a:lnTo>
                  <a:pt x="368" y="272"/>
                </a:lnTo>
                <a:lnTo>
                  <a:pt x="369" y="271"/>
                </a:lnTo>
                <a:lnTo>
                  <a:pt x="370" y="270"/>
                </a:lnTo>
                <a:lnTo>
                  <a:pt x="370" y="269"/>
                </a:lnTo>
                <a:lnTo>
                  <a:pt x="369" y="269"/>
                </a:lnTo>
                <a:lnTo>
                  <a:pt x="369" y="268"/>
                </a:lnTo>
                <a:lnTo>
                  <a:pt x="370" y="268"/>
                </a:lnTo>
                <a:lnTo>
                  <a:pt x="371" y="268"/>
                </a:lnTo>
                <a:lnTo>
                  <a:pt x="372" y="268"/>
                </a:lnTo>
                <a:lnTo>
                  <a:pt x="373" y="268"/>
                </a:lnTo>
                <a:lnTo>
                  <a:pt x="374" y="268"/>
                </a:lnTo>
                <a:lnTo>
                  <a:pt x="375" y="269"/>
                </a:lnTo>
                <a:lnTo>
                  <a:pt x="375" y="270"/>
                </a:lnTo>
                <a:lnTo>
                  <a:pt x="376" y="270"/>
                </a:lnTo>
                <a:lnTo>
                  <a:pt x="377" y="271"/>
                </a:lnTo>
                <a:lnTo>
                  <a:pt x="378" y="270"/>
                </a:lnTo>
                <a:lnTo>
                  <a:pt x="379" y="270"/>
                </a:lnTo>
                <a:lnTo>
                  <a:pt x="380" y="271"/>
                </a:lnTo>
                <a:lnTo>
                  <a:pt x="381" y="271"/>
                </a:lnTo>
                <a:lnTo>
                  <a:pt x="382" y="270"/>
                </a:lnTo>
                <a:lnTo>
                  <a:pt x="382" y="269"/>
                </a:lnTo>
                <a:lnTo>
                  <a:pt x="383" y="269"/>
                </a:lnTo>
                <a:lnTo>
                  <a:pt x="384" y="269"/>
                </a:lnTo>
                <a:lnTo>
                  <a:pt x="385" y="270"/>
                </a:lnTo>
                <a:lnTo>
                  <a:pt x="386" y="270"/>
                </a:lnTo>
                <a:lnTo>
                  <a:pt x="387" y="270"/>
                </a:lnTo>
                <a:lnTo>
                  <a:pt x="388" y="270"/>
                </a:lnTo>
                <a:lnTo>
                  <a:pt x="388" y="271"/>
                </a:lnTo>
                <a:lnTo>
                  <a:pt x="389" y="271"/>
                </a:lnTo>
                <a:lnTo>
                  <a:pt x="389" y="270"/>
                </a:lnTo>
                <a:lnTo>
                  <a:pt x="390" y="271"/>
                </a:lnTo>
                <a:lnTo>
                  <a:pt x="391" y="271"/>
                </a:lnTo>
                <a:lnTo>
                  <a:pt x="391" y="270"/>
                </a:lnTo>
                <a:lnTo>
                  <a:pt x="391" y="269"/>
                </a:lnTo>
                <a:lnTo>
                  <a:pt x="391" y="268"/>
                </a:lnTo>
                <a:lnTo>
                  <a:pt x="392" y="268"/>
                </a:lnTo>
                <a:lnTo>
                  <a:pt x="392" y="267"/>
                </a:lnTo>
                <a:lnTo>
                  <a:pt x="392" y="266"/>
                </a:lnTo>
                <a:lnTo>
                  <a:pt x="391" y="266"/>
                </a:lnTo>
                <a:lnTo>
                  <a:pt x="391" y="265"/>
                </a:lnTo>
                <a:lnTo>
                  <a:pt x="390" y="265"/>
                </a:lnTo>
                <a:lnTo>
                  <a:pt x="389" y="265"/>
                </a:lnTo>
                <a:lnTo>
                  <a:pt x="389" y="266"/>
                </a:lnTo>
                <a:lnTo>
                  <a:pt x="388" y="266"/>
                </a:lnTo>
                <a:lnTo>
                  <a:pt x="387" y="266"/>
                </a:lnTo>
                <a:lnTo>
                  <a:pt x="387" y="264"/>
                </a:lnTo>
                <a:lnTo>
                  <a:pt x="388" y="263"/>
                </a:lnTo>
                <a:lnTo>
                  <a:pt x="389" y="263"/>
                </a:lnTo>
                <a:lnTo>
                  <a:pt x="390" y="262"/>
                </a:lnTo>
                <a:lnTo>
                  <a:pt x="389" y="261"/>
                </a:lnTo>
                <a:lnTo>
                  <a:pt x="388" y="261"/>
                </a:lnTo>
                <a:lnTo>
                  <a:pt x="388" y="260"/>
                </a:lnTo>
                <a:lnTo>
                  <a:pt x="389" y="260"/>
                </a:lnTo>
                <a:lnTo>
                  <a:pt x="388" y="260"/>
                </a:lnTo>
                <a:lnTo>
                  <a:pt x="388" y="259"/>
                </a:lnTo>
                <a:lnTo>
                  <a:pt x="387" y="259"/>
                </a:lnTo>
                <a:lnTo>
                  <a:pt x="387" y="260"/>
                </a:lnTo>
                <a:lnTo>
                  <a:pt x="386" y="260"/>
                </a:lnTo>
                <a:lnTo>
                  <a:pt x="384" y="259"/>
                </a:lnTo>
                <a:lnTo>
                  <a:pt x="384" y="258"/>
                </a:lnTo>
                <a:lnTo>
                  <a:pt x="383" y="258"/>
                </a:lnTo>
                <a:lnTo>
                  <a:pt x="382" y="258"/>
                </a:lnTo>
                <a:lnTo>
                  <a:pt x="382" y="259"/>
                </a:lnTo>
                <a:lnTo>
                  <a:pt x="381" y="259"/>
                </a:lnTo>
                <a:lnTo>
                  <a:pt x="381" y="258"/>
                </a:lnTo>
                <a:lnTo>
                  <a:pt x="381" y="257"/>
                </a:lnTo>
                <a:lnTo>
                  <a:pt x="380" y="257"/>
                </a:lnTo>
                <a:lnTo>
                  <a:pt x="380" y="258"/>
                </a:lnTo>
                <a:lnTo>
                  <a:pt x="379" y="258"/>
                </a:lnTo>
                <a:lnTo>
                  <a:pt x="378" y="257"/>
                </a:lnTo>
                <a:lnTo>
                  <a:pt x="379" y="257"/>
                </a:lnTo>
                <a:lnTo>
                  <a:pt x="379" y="256"/>
                </a:lnTo>
                <a:lnTo>
                  <a:pt x="379" y="255"/>
                </a:lnTo>
                <a:lnTo>
                  <a:pt x="379" y="254"/>
                </a:lnTo>
                <a:lnTo>
                  <a:pt x="378" y="254"/>
                </a:lnTo>
                <a:lnTo>
                  <a:pt x="378" y="253"/>
                </a:lnTo>
                <a:lnTo>
                  <a:pt x="377" y="252"/>
                </a:lnTo>
                <a:lnTo>
                  <a:pt x="376" y="252"/>
                </a:lnTo>
                <a:lnTo>
                  <a:pt x="376" y="251"/>
                </a:lnTo>
                <a:lnTo>
                  <a:pt x="375" y="251"/>
                </a:lnTo>
                <a:lnTo>
                  <a:pt x="375" y="250"/>
                </a:lnTo>
                <a:lnTo>
                  <a:pt x="374" y="250"/>
                </a:lnTo>
                <a:lnTo>
                  <a:pt x="373" y="250"/>
                </a:lnTo>
                <a:lnTo>
                  <a:pt x="372" y="249"/>
                </a:lnTo>
                <a:lnTo>
                  <a:pt x="372" y="248"/>
                </a:lnTo>
                <a:lnTo>
                  <a:pt x="371" y="246"/>
                </a:lnTo>
                <a:lnTo>
                  <a:pt x="372" y="246"/>
                </a:lnTo>
                <a:lnTo>
                  <a:pt x="372" y="245"/>
                </a:lnTo>
                <a:lnTo>
                  <a:pt x="372" y="244"/>
                </a:lnTo>
                <a:lnTo>
                  <a:pt x="371" y="244"/>
                </a:lnTo>
                <a:lnTo>
                  <a:pt x="370" y="244"/>
                </a:lnTo>
                <a:lnTo>
                  <a:pt x="369" y="244"/>
                </a:lnTo>
                <a:lnTo>
                  <a:pt x="368" y="244"/>
                </a:lnTo>
                <a:lnTo>
                  <a:pt x="367" y="244"/>
                </a:lnTo>
                <a:lnTo>
                  <a:pt x="366" y="244"/>
                </a:lnTo>
                <a:lnTo>
                  <a:pt x="364" y="243"/>
                </a:lnTo>
                <a:lnTo>
                  <a:pt x="363" y="243"/>
                </a:lnTo>
                <a:lnTo>
                  <a:pt x="361" y="242"/>
                </a:lnTo>
                <a:lnTo>
                  <a:pt x="360" y="242"/>
                </a:lnTo>
                <a:lnTo>
                  <a:pt x="359" y="242"/>
                </a:lnTo>
                <a:lnTo>
                  <a:pt x="358" y="242"/>
                </a:lnTo>
                <a:lnTo>
                  <a:pt x="357" y="243"/>
                </a:lnTo>
                <a:lnTo>
                  <a:pt x="358" y="243"/>
                </a:lnTo>
                <a:lnTo>
                  <a:pt x="357" y="244"/>
                </a:lnTo>
                <a:lnTo>
                  <a:pt x="356" y="244"/>
                </a:lnTo>
                <a:lnTo>
                  <a:pt x="355" y="244"/>
                </a:lnTo>
                <a:lnTo>
                  <a:pt x="354" y="244"/>
                </a:lnTo>
                <a:lnTo>
                  <a:pt x="353" y="244"/>
                </a:lnTo>
                <a:lnTo>
                  <a:pt x="352" y="244"/>
                </a:lnTo>
                <a:lnTo>
                  <a:pt x="351" y="243"/>
                </a:lnTo>
                <a:lnTo>
                  <a:pt x="351" y="242"/>
                </a:lnTo>
                <a:lnTo>
                  <a:pt x="351" y="241"/>
                </a:lnTo>
                <a:lnTo>
                  <a:pt x="351" y="240"/>
                </a:lnTo>
                <a:lnTo>
                  <a:pt x="351" y="239"/>
                </a:lnTo>
                <a:lnTo>
                  <a:pt x="350" y="238"/>
                </a:lnTo>
                <a:lnTo>
                  <a:pt x="349" y="238"/>
                </a:lnTo>
                <a:lnTo>
                  <a:pt x="348" y="239"/>
                </a:lnTo>
                <a:lnTo>
                  <a:pt x="347" y="239"/>
                </a:lnTo>
                <a:lnTo>
                  <a:pt x="347" y="238"/>
                </a:lnTo>
                <a:lnTo>
                  <a:pt x="347" y="237"/>
                </a:lnTo>
                <a:lnTo>
                  <a:pt x="346" y="237"/>
                </a:lnTo>
                <a:lnTo>
                  <a:pt x="345" y="236"/>
                </a:lnTo>
                <a:lnTo>
                  <a:pt x="345" y="235"/>
                </a:lnTo>
                <a:lnTo>
                  <a:pt x="345" y="234"/>
                </a:lnTo>
                <a:lnTo>
                  <a:pt x="345" y="233"/>
                </a:lnTo>
                <a:lnTo>
                  <a:pt x="344" y="233"/>
                </a:lnTo>
                <a:lnTo>
                  <a:pt x="343" y="232"/>
                </a:lnTo>
                <a:lnTo>
                  <a:pt x="343" y="231"/>
                </a:lnTo>
                <a:lnTo>
                  <a:pt x="342" y="230"/>
                </a:lnTo>
                <a:lnTo>
                  <a:pt x="341" y="230"/>
                </a:lnTo>
                <a:lnTo>
                  <a:pt x="340" y="230"/>
                </a:lnTo>
                <a:lnTo>
                  <a:pt x="340" y="229"/>
                </a:lnTo>
                <a:lnTo>
                  <a:pt x="341" y="228"/>
                </a:lnTo>
                <a:lnTo>
                  <a:pt x="342" y="227"/>
                </a:lnTo>
                <a:lnTo>
                  <a:pt x="342" y="226"/>
                </a:lnTo>
                <a:lnTo>
                  <a:pt x="341" y="225"/>
                </a:lnTo>
                <a:lnTo>
                  <a:pt x="342" y="225"/>
                </a:lnTo>
                <a:lnTo>
                  <a:pt x="342" y="224"/>
                </a:lnTo>
                <a:lnTo>
                  <a:pt x="344" y="223"/>
                </a:lnTo>
                <a:lnTo>
                  <a:pt x="344" y="222"/>
                </a:lnTo>
                <a:lnTo>
                  <a:pt x="343" y="221"/>
                </a:lnTo>
                <a:lnTo>
                  <a:pt x="342" y="221"/>
                </a:lnTo>
                <a:lnTo>
                  <a:pt x="341" y="221"/>
                </a:lnTo>
                <a:lnTo>
                  <a:pt x="341" y="220"/>
                </a:lnTo>
                <a:lnTo>
                  <a:pt x="341" y="219"/>
                </a:lnTo>
                <a:lnTo>
                  <a:pt x="341" y="218"/>
                </a:lnTo>
                <a:lnTo>
                  <a:pt x="340" y="217"/>
                </a:lnTo>
                <a:lnTo>
                  <a:pt x="339" y="217"/>
                </a:lnTo>
                <a:lnTo>
                  <a:pt x="339" y="216"/>
                </a:lnTo>
                <a:lnTo>
                  <a:pt x="340" y="215"/>
                </a:lnTo>
                <a:lnTo>
                  <a:pt x="341" y="215"/>
                </a:lnTo>
                <a:lnTo>
                  <a:pt x="342" y="215"/>
                </a:lnTo>
                <a:lnTo>
                  <a:pt x="344" y="215"/>
                </a:lnTo>
                <a:lnTo>
                  <a:pt x="344" y="214"/>
                </a:lnTo>
                <a:lnTo>
                  <a:pt x="343" y="214"/>
                </a:lnTo>
                <a:lnTo>
                  <a:pt x="343" y="212"/>
                </a:lnTo>
                <a:lnTo>
                  <a:pt x="343" y="211"/>
                </a:lnTo>
                <a:lnTo>
                  <a:pt x="345" y="210"/>
                </a:lnTo>
                <a:lnTo>
                  <a:pt x="346" y="210"/>
                </a:lnTo>
                <a:lnTo>
                  <a:pt x="347" y="209"/>
                </a:lnTo>
                <a:lnTo>
                  <a:pt x="348" y="209"/>
                </a:lnTo>
                <a:lnTo>
                  <a:pt x="348" y="208"/>
                </a:lnTo>
                <a:lnTo>
                  <a:pt x="349" y="208"/>
                </a:lnTo>
                <a:lnTo>
                  <a:pt x="350" y="208"/>
                </a:lnTo>
                <a:lnTo>
                  <a:pt x="350" y="209"/>
                </a:lnTo>
                <a:lnTo>
                  <a:pt x="351" y="208"/>
                </a:lnTo>
                <a:lnTo>
                  <a:pt x="352" y="208"/>
                </a:lnTo>
                <a:lnTo>
                  <a:pt x="353" y="209"/>
                </a:lnTo>
                <a:lnTo>
                  <a:pt x="354" y="210"/>
                </a:lnTo>
                <a:lnTo>
                  <a:pt x="355" y="210"/>
                </a:lnTo>
                <a:lnTo>
                  <a:pt x="356" y="210"/>
                </a:lnTo>
                <a:lnTo>
                  <a:pt x="356" y="209"/>
                </a:lnTo>
                <a:lnTo>
                  <a:pt x="357" y="209"/>
                </a:lnTo>
                <a:lnTo>
                  <a:pt x="358" y="209"/>
                </a:lnTo>
                <a:lnTo>
                  <a:pt x="359" y="209"/>
                </a:lnTo>
                <a:lnTo>
                  <a:pt x="359" y="208"/>
                </a:lnTo>
                <a:lnTo>
                  <a:pt x="358" y="208"/>
                </a:lnTo>
                <a:lnTo>
                  <a:pt x="358" y="206"/>
                </a:lnTo>
                <a:lnTo>
                  <a:pt x="357" y="206"/>
                </a:lnTo>
                <a:lnTo>
                  <a:pt x="358" y="205"/>
                </a:lnTo>
                <a:lnTo>
                  <a:pt x="358" y="204"/>
                </a:lnTo>
                <a:lnTo>
                  <a:pt x="359" y="204"/>
                </a:lnTo>
                <a:lnTo>
                  <a:pt x="358" y="204"/>
                </a:lnTo>
                <a:lnTo>
                  <a:pt x="358" y="203"/>
                </a:lnTo>
                <a:lnTo>
                  <a:pt x="359" y="202"/>
                </a:lnTo>
                <a:lnTo>
                  <a:pt x="359" y="203"/>
                </a:lnTo>
                <a:lnTo>
                  <a:pt x="360" y="203"/>
                </a:lnTo>
                <a:lnTo>
                  <a:pt x="361" y="203"/>
                </a:lnTo>
                <a:lnTo>
                  <a:pt x="361" y="201"/>
                </a:lnTo>
                <a:lnTo>
                  <a:pt x="362" y="201"/>
                </a:lnTo>
                <a:lnTo>
                  <a:pt x="363" y="202"/>
                </a:lnTo>
                <a:lnTo>
                  <a:pt x="363" y="203"/>
                </a:lnTo>
                <a:lnTo>
                  <a:pt x="364" y="203"/>
                </a:lnTo>
                <a:lnTo>
                  <a:pt x="365" y="202"/>
                </a:lnTo>
                <a:lnTo>
                  <a:pt x="366" y="201"/>
                </a:lnTo>
                <a:lnTo>
                  <a:pt x="367" y="200"/>
                </a:lnTo>
                <a:lnTo>
                  <a:pt x="366" y="200"/>
                </a:lnTo>
                <a:lnTo>
                  <a:pt x="366" y="199"/>
                </a:lnTo>
                <a:lnTo>
                  <a:pt x="365" y="199"/>
                </a:lnTo>
                <a:lnTo>
                  <a:pt x="364" y="198"/>
                </a:lnTo>
                <a:lnTo>
                  <a:pt x="363" y="198"/>
                </a:lnTo>
                <a:lnTo>
                  <a:pt x="363" y="199"/>
                </a:lnTo>
                <a:lnTo>
                  <a:pt x="362" y="199"/>
                </a:lnTo>
                <a:lnTo>
                  <a:pt x="360" y="198"/>
                </a:lnTo>
                <a:lnTo>
                  <a:pt x="359" y="198"/>
                </a:lnTo>
                <a:lnTo>
                  <a:pt x="358" y="197"/>
                </a:lnTo>
                <a:lnTo>
                  <a:pt x="357" y="197"/>
                </a:lnTo>
                <a:lnTo>
                  <a:pt x="355" y="198"/>
                </a:lnTo>
                <a:lnTo>
                  <a:pt x="354" y="198"/>
                </a:lnTo>
                <a:lnTo>
                  <a:pt x="353" y="198"/>
                </a:lnTo>
                <a:lnTo>
                  <a:pt x="353" y="199"/>
                </a:lnTo>
                <a:lnTo>
                  <a:pt x="351" y="199"/>
                </a:lnTo>
                <a:lnTo>
                  <a:pt x="351" y="200"/>
                </a:lnTo>
                <a:lnTo>
                  <a:pt x="350" y="200"/>
                </a:lnTo>
                <a:lnTo>
                  <a:pt x="349" y="200"/>
                </a:lnTo>
                <a:lnTo>
                  <a:pt x="347" y="200"/>
                </a:lnTo>
                <a:lnTo>
                  <a:pt x="346" y="200"/>
                </a:lnTo>
                <a:lnTo>
                  <a:pt x="345" y="200"/>
                </a:lnTo>
                <a:lnTo>
                  <a:pt x="345" y="199"/>
                </a:lnTo>
                <a:lnTo>
                  <a:pt x="344" y="198"/>
                </a:lnTo>
                <a:lnTo>
                  <a:pt x="343" y="198"/>
                </a:lnTo>
                <a:lnTo>
                  <a:pt x="342" y="198"/>
                </a:lnTo>
                <a:lnTo>
                  <a:pt x="341" y="198"/>
                </a:lnTo>
                <a:lnTo>
                  <a:pt x="341" y="197"/>
                </a:lnTo>
                <a:lnTo>
                  <a:pt x="340" y="197"/>
                </a:lnTo>
                <a:lnTo>
                  <a:pt x="339" y="196"/>
                </a:lnTo>
                <a:lnTo>
                  <a:pt x="337" y="196"/>
                </a:lnTo>
                <a:lnTo>
                  <a:pt x="336" y="196"/>
                </a:lnTo>
                <a:lnTo>
                  <a:pt x="335" y="196"/>
                </a:lnTo>
                <a:lnTo>
                  <a:pt x="334" y="196"/>
                </a:lnTo>
                <a:lnTo>
                  <a:pt x="333" y="196"/>
                </a:lnTo>
                <a:lnTo>
                  <a:pt x="332" y="196"/>
                </a:lnTo>
                <a:lnTo>
                  <a:pt x="331" y="196"/>
                </a:lnTo>
                <a:lnTo>
                  <a:pt x="330" y="195"/>
                </a:lnTo>
                <a:lnTo>
                  <a:pt x="329" y="195"/>
                </a:lnTo>
                <a:lnTo>
                  <a:pt x="328" y="196"/>
                </a:lnTo>
                <a:lnTo>
                  <a:pt x="327" y="196"/>
                </a:lnTo>
                <a:lnTo>
                  <a:pt x="326" y="196"/>
                </a:lnTo>
                <a:lnTo>
                  <a:pt x="324" y="196"/>
                </a:lnTo>
                <a:lnTo>
                  <a:pt x="323" y="196"/>
                </a:lnTo>
                <a:lnTo>
                  <a:pt x="323" y="197"/>
                </a:lnTo>
                <a:lnTo>
                  <a:pt x="320" y="196"/>
                </a:lnTo>
                <a:lnTo>
                  <a:pt x="319" y="196"/>
                </a:lnTo>
                <a:lnTo>
                  <a:pt x="317" y="195"/>
                </a:lnTo>
                <a:lnTo>
                  <a:pt x="317" y="194"/>
                </a:lnTo>
                <a:lnTo>
                  <a:pt x="316" y="193"/>
                </a:lnTo>
                <a:lnTo>
                  <a:pt x="315" y="193"/>
                </a:lnTo>
                <a:lnTo>
                  <a:pt x="315" y="192"/>
                </a:lnTo>
                <a:lnTo>
                  <a:pt x="314" y="191"/>
                </a:lnTo>
                <a:lnTo>
                  <a:pt x="313" y="191"/>
                </a:lnTo>
                <a:lnTo>
                  <a:pt x="313" y="190"/>
                </a:lnTo>
                <a:lnTo>
                  <a:pt x="314" y="190"/>
                </a:lnTo>
                <a:lnTo>
                  <a:pt x="313" y="189"/>
                </a:lnTo>
                <a:lnTo>
                  <a:pt x="314" y="189"/>
                </a:lnTo>
                <a:lnTo>
                  <a:pt x="314" y="188"/>
                </a:lnTo>
                <a:lnTo>
                  <a:pt x="313" y="188"/>
                </a:lnTo>
                <a:lnTo>
                  <a:pt x="312" y="188"/>
                </a:lnTo>
                <a:lnTo>
                  <a:pt x="311" y="188"/>
                </a:lnTo>
                <a:lnTo>
                  <a:pt x="311" y="187"/>
                </a:lnTo>
                <a:lnTo>
                  <a:pt x="311" y="186"/>
                </a:lnTo>
                <a:lnTo>
                  <a:pt x="310" y="186"/>
                </a:lnTo>
                <a:lnTo>
                  <a:pt x="310" y="185"/>
                </a:lnTo>
                <a:lnTo>
                  <a:pt x="309" y="185"/>
                </a:lnTo>
                <a:lnTo>
                  <a:pt x="310" y="185"/>
                </a:lnTo>
                <a:lnTo>
                  <a:pt x="310" y="184"/>
                </a:lnTo>
                <a:lnTo>
                  <a:pt x="309" y="184"/>
                </a:lnTo>
                <a:lnTo>
                  <a:pt x="308" y="183"/>
                </a:lnTo>
                <a:lnTo>
                  <a:pt x="307" y="182"/>
                </a:lnTo>
                <a:lnTo>
                  <a:pt x="305" y="181"/>
                </a:lnTo>
                <a:lnTo>
                  <a:pt x="304" y="181"/>
                </a:lnTo>
                <a:lnTo>
                  <a:pt x="303" y="181"/>
                </a:lnTo>
                <a:lnTo>
                  <a:pt x="303" y="182"/>
                </a:lnTo>
                <a:lnTo>
                  <a:pt x="303" y="181"/>
                </a:lnTo>
                <a:lnTo>
                  <a:pt x="302" y="181"/>
                </a:lnTo>
                <a:lnTo>
                  <a:pt x="302" y="180"/>
                </a:lnTo>
                <a:lnTo>
                  <a:pt x="302" y="179"/>
                </a:lnTo>
                <a:lnTo>
                  <a:pt x="300" y="178"/>
                </a:lnTo>
                <a:lnTo>
                  <a:pt x="299" y="177"/>
                </a:lnTo>
                <a:lnTo>
                  <a:pt x="297" y="177"/>
                </a:lnTo>
                <a:lnTo>
                  <a:pt x="299" y="177"/>
                </a:lnTo>
                <a:lnTo>
                  <a:pt x="297" y="176"/>
                </a:lnTo>
                <a:lnTo>
                  <a:pt x="296" y="176"/>
                </a:lnTo>
                <a:lnTo>
                  <a:pt x="295" y="176"/>
                </a:lnTo>
                <a:lnTo>
                  <a:pt x="294" y="175"/>
                </a:lnTo>
                <a:lnTo>
                  <a:pt x="294" y="174"/>
                </a:lnTo>
                <a:lnTo>
                  <a:pt x="293" y="174"/>
                </a:lnTo>
                <a:lnTo>
                  <a:pt x="294" y="173"/>
                </a:lnTo>
                <a:lnTo>
                  <a:pt x="294" y="172"/>
                </a:lnTo>
                <a:lnTo>
                  <a:pt x="293" y="172"/>
                </a:lnTo>
                <a:lnTo>
                  <a:pt x="292" y="172"/>
                </a:lnTo>
                <a:lnTo>
                  <a:pt x="292" y="171"/>
                </a:lnTo>
                <a:lnTo>
                  <a:pt x="291" y="170"/>
                </a:lnTo>
                <a:lnTo>
                  <a:pt x="291" y="169"/>
                </a:lnTo>
                <a:lnTo>
                  <a:pt x="290" y="168"/>
                </a:lnTo>
                <a:lnTo>
                  <a:pt x="291" y="167"/>
                </a:lnTo>
                <a:lnTo>
                  <a:pt x="291" y="166"/>
                </a:lnTo>
                <a:lnTo>
                  <a:pt x="291" y="165"/>
                </a:lnTo>
                <a:lnTo>
                  <a:pt x="292" y="164"/>
                </a:lnTo>
                <a:lnTo>
                  <a:pt x="292" y="163"/>
                </a:lnTo>
                <a:lnTo>
                  <a:pt x="292" y="162"/>
                </a:lnTo>
                <a:lnTo>
                  <a:pt x="292" y="161"/>
                </a:lnTo>
                <a:lnTo>
                  <a:pt x="291" y="161"/>
                </a:lnTo>
                <a:lnTo>
                  <a:pt x="290" y="161"/>
                </a:lnTo>
                <a:lnTo>
                  <a:pt x="289" y="160"/>
                </a:lnTo>
                <a:lnTo>
                  <a:pt x="288" y="160"/>
                </a:lnTo>
                <a:lnTo>
                  <a:pt x="288" y="159"/>
                </a:lnTo>
                <a:lnTo>
                  <a:pt x="286" y="159"/>
                </a:lnTo>
                <a:lnTo>
                  <a:pt x="285" y="160"/>
                </a:lnTo>
                <a:lnTo>
                  <a:pt x="284" y="161"/>
                </a:lnTo>
                <a:lnTo>
                  <a:pt x="285" y="162"/>
                </a:lnTo>
                <a:lnTo>
                  <a:pt x="285" y="163"/>
                </a:lnTo>
                <a:lnTo>
                  <a:pt x="285" y="164"/>
                </a:lnTo>
                <a:lnTo>
                  <a:pt x="285" y="167"/>
                </a:lnTo>
                <a:lnTo>
                  <a:pt x="284" y="168"/>
                </a:lnTo>
                <a:lnTo>
                  <a:pt x="283" y="168"/>
                </a:lnTo>
                <a:lnTo>
                  <a:pt x="282" y="168"/>
                </a:lnTo>
                <a:lnTo>
                  <a:pt x="282" y="167"/>
                </a:lnTo>
                <a:lnTo>
                  <a:pt x="281" y="167"/>
                </a:lnTo>
                <a:lnTo>
                  <a:pt x="281" y="166"/>
                </a:lnTo>
                <a:lnTo>
                  <a:pt x="280" y="166"/>
                </a:lnTo>
                <a:lnTo>
                  <a:pt x="279" y="166"/>
                </a:lnTo>
                <a:lnTo>
                  <a:pt x="279" y="167"/>
                </a:lnTo>
                <a:lnTo>
                  <a:pt x="279" y="166"/>
                </a:lnTo>
                <a:lnTo>
                  <a:pt x="278" y="166"/>
                </a:lnTo>
                <a:lnTo>
                  <a:pt x="277" y="167"/>
                </a:lnTo>
                <a:lnTo>
                  <a:pt x="276" y="168"/>
                </a:lnTo>
                <a:lnTo>
                  <a:pt x="275" y="168"/>
                </a:lnTo>
                <a:lnTo>
                  <a:pt x="274" y="167"/>
                </a:lnTo>
                <a:lnTo>
                  <a:pt x="273" y="167"/>
                </a:lnTo>
                <a:lnTo>
                  <a:pt x="272" y="167"/>
                </a:lnTo>
                <a:lnTo>
                  <a:pt x="271" y="167"/>
                </a:lnTo>
                <a:lnTo>
                  <a:pt x="270" y="167"/>
                </a:lnTo>
                <a:lnTo>
                  <a:pt x="270" y="168"/>
                </a:lnTo>
                <a:lnTo>
                  <a:pt x="270" y="169"/>
                </a:lnTo>
                <a:lnTo>
                  <a:pt x="270" y="170"/>
                </a:lnTo>
                <a:lnTo>
                  <a:pt x="271" y="172"/>
                </a:lnTo>
                <a:lnTo>
                  <a:pt x="271" y="173"/>
                </a:lnTo>
                <a:lnTo>
                  <a:pt x="272" y="173"/>
                </a:lnTo>
                <a:lnTo>
                  <a:pt x="272" y="175"/>
                </a:lnTo>
                <a:lnTo>
                  <a:pt x="272" y="176"/>
                </a:lnTo>
                <a:lnTo>
                  <a:pt x="271" y="176"/>
                </a:lnTo>
                <a:lnTo>
                  <a:pt x="271" y="175"/>
                </a:lnTo>
                <a:lnTo>
                  <a:pt x="270" y="175"/>
                </a:lnTo>
                <a:lnTo>
                  <a:pt x="270" y="176"/>
                </a:lnTo>
                <a:lnTo>
                  <a:pt x="268" y="176"/>
                </a:lnTo>
                <a:lnTo>
                  <a:pt x="268" y="175"/>
                </a:lnTo>
                <a:lnTo>
                  <a:pt x="267" y="175"/>
                </a:lnTo>
                <a:lnTo>
                  <a:pt x="267" y="176"/>
                </a:lnTo>
                <a:lnTo>
                  <a:pt x="265" y="175"/>
                </a:lnTo>
                <a:lnTo>
                  <a:pt x="264" y="174"/>
                </a:lnTo>
                <a:lnTo>
                  <a:pt x="264" y="173"/>
                </a:lnTo>
                <a:lnTo>
                  <a:pt x="264" y="172"/>
                </a:lnTo>
                <a:lnTo>
                  <a:pt x="263" y="172"/>
                </a:lnTo>
                <a:lnTo>
                  <a:pt x="263" y="171"/>
                </a:lnTo>
                <a:lnTo>
                  <a:pt x="262" y="171"/>
                </a:lnTo>
                <a:lnTo>
                  <a:pt x="262" y="172"/>
                </a:lnTo>
                <a:lnTo>
                  <a:pt x="261" y="172"/>
                </a:lnTo>
                <a:lnTo>
                  <a:pt x="260" y="172"/>
                </a:lnTo>
                <a:lnTo>
                  <a:pt x="259" y="173"/>
                </a:lnTo>
                <a:lnTo>
                  <a:pt x="259" y="175"/>
                </a:lnTo>
                <a:lnTo>
                  <a:pt x="260" y="176"/>
                </a:lnTo>
                <a:lnTo>
                  <a:pt x="261" y="176"/>
                </a:lnTo>
                <a:lnTo>
                  <a:pt x="261" y="177"/>
                </a:lnTo>
                <a:lnTo>
                  <a:pt x="262" y="177"/>
                </a:lnTo>
                <a:lnTo>
                  <a:pt x="262" y="178"/>
                </a:lnTo>
                <a:lnTo>
                  <a:pt x="264" y="179"/>
                </a:lnTo>
                <a:lnTo>
                  <a:pt x="264" y="180"/>
                </a:lnTo>
                <a:lnTo>
                  <a:pt x="265" y="181"/>
                </a:lnTo>
                <a:lnTo>
                  <a:pt x="266" y="182"/>
                </a:lnTo>
                <a:lnTo>
                  <a:pt x="266" y="183"/>
                </a:lnTo>
                <a:lnTo>
                  <a:pt x="267" y="183"/>
                </a:lnTo>
                <a:lnTo>
                  <a:pt x="268" y="184"/>
                </a:lnTo>
                <a:lnTo>
                  <a:pt x="269" y="184"/>
                </a:lnTo>
                <a:lnTo>
                  <a:pt x="269" y="185"/>
                </a:lnTo>
                <a:lnTo>
                  <a:pt x="270" y="185"/>
                </a:lnTo>
                <a:lnTo>
                  <a:pt x="270" y="186"/>
                </a:lnTo>
                <a:lnTo>
                  <a:pt x="271" y="186"/>
                </a:lnTo>
                <a:lnTo>
                  <a:pt x="271" y="187"/>
                </a:lnTo>
                <a:lnTo>
                  <a:pt x="271" y="188"/>
                </a:lnTo>
                <a:lnTo>
                  <a:pt x="271" y="189"/>
                </a:lnTo>
                <a:lnTo>
                  <a:pt x="270" y="189"/>
                </a:lnTo>
                <a:lnTo>
                  <a:pt x="268" y="189"/>
                </a:lnTo>
                <a:lnTo>
                  <a:pt x="267" y="189"/>
                </a:lnTo>
                <a:lnTo>
                  <a:pt x="267" y="188"/>
                </a:lnTo>
                <a:lnTo>
                  <a:pt x="266" y="188"/>
                </a:lnTo>
                <a:lnTo>
                  <a:pt x="264" y="188"/>
                </a:lnTo>
                <a:lnTo>
                  <a:pt x="263" y="189"/>
                </a:lnTo>
                <a:lnTo>
                  <a:pt x="261" y="189"/>
                </a:lnTo>
                <a:lnTo>
                  <a:pt x="260" y="188"/>
                </a:lnTo>
                <a:lnTo>
                  <a:pt x="259" y="188"/>
                </a:lnTo>
                <a:lnTo>
                  <a:pt x="258" y="189"/>
                </a:lnTo>
                <a:lnTo>
                  <a:pt x="257" y="189"/>
                </a:lnTo>
                <a:lnTo>
                  <a:pt x="257" y="190"/>
                </a:lnTo>
                <a:lnTo>
                  <a:pt x="257" y="191"/>
                </a:lnTo>
                <a:lnTo>
                  <a:pt x="256" y="190"/>
                </a:lnTo>
                <a:lnTo>
                  <a:pt x="255" y="189"/>
                </a:lnTo>
                <a:lnTo>
                  <a:pt x="254" y="189"/>
                </a:lnTo>
                <a:lnTo>
                  <a:pt x="254" y="190"/>
                </a:lnTo>
                <a:lnTo>
                  <a:pt x="254" y="189"/>
                </a:lnTo>
                <a:lnTo>
                  <a:pt x="253" y="189"/>
                </a:lnTo>
                <a:lnTo>
                  <a:pt x="253" y="188"/>
                </a:lnTo>
                <a:lnTo>
                  <a:pt x="253" y="187"/>
                </a:lnTo>
                <a:lnTo>
                  <a:pt x="252" y="187"/>
                </a:lnTo>
                <a:lnTo>
                  <a:pt x="250" y="188"/>
                </a:lnTo>
                <a:lnTo>
                  <a:pt x="250" y="189"/>
                </a:lnTo>
                <a:lnTo>
                  <a:pt x="249" y="190"/>
                </a:lnTo>
                <a:lnTo>
                  <a:pt x="249" y="191"/>
                </a:lnTo>
                <a:lnTo>
                  <a:pt x="248" y="192"/>
                </a:lnTo>
                <a:lnTo>
                  <a:pt x="247" y="193"/>
                </a:lnTo>
                <a:lnTo>
                  <a:pt x="246" y="193"/>
                </a:lnTo>
                <a:lnTo>
                  <a:pt x="245" y="195"/>
                </a:lnTo>
                <a:lnTo>
                  <a:pt x="245" y="196"/>
                </a:lnTo>
                <a:lnTo>
                  <a:pt x="245" y="197"/>
                </a:lnTo>
                <a:lnTo>
                  <a:pt x="245" y="198"/>
                </a:lnTo>
                <a:lnTo>
                  <a:pt x="244" y="200"/>
                </a:lnTo>
                <a:lnTo>
                  <a:pt x="243" y="200"/>
                </a:lnTo>
                <a:lnTo>
                  <a:pt x="242" y="199"/>
                </a:lnTo>
                <a:lnTo>
                  <a:pt x="241" y="199"/>
                </a:lnTo>
                <a:lnTo>
                  <a:pt x="241" y="200"/>
                </a:lnTo>
                <a:lnTo>
                  <a:pt x="241" y="201"/>
                </a:lnTo>
                <a:lnTo>
                  <a:pt x="239" y="201"/>
                </a:lnTo>
                <a:lnTo>
                  <a:pt x="239" y="202"/>
                </a:lnTo>
                <a:lnTo>
                  <a:pt x="240" y="202"/>
                </a:lnTo>
                <a:lnTo>
                  <a:pt x="240" y="203"/>
                </a:lnTo>
                <a:lnTo>
                  <a:pt x="238" y="203"/>
                </a:lnTo>
                <a:lnTo>
                  <a:pt x="237" y="203"/>
                </a:lnTo>
                <a:lnTo>
                  <a:pt x="236" y="204"/>
                </a:lnTo>
                <a:lnTo>
                  <a:pt x="235" y="205"/>
                </a:lnTo>
                <a:lnTo>
                  <a:pt x="234" y="206"/>
                </a:lnTo>
                <a:lnTo>
                  <a:pt x="233" y="206"/>
                </a:lnTo>
                <a:lnTo>
                  <a:pt x="232" y="206"/>
                </a:lnTo>
                <a:lnTo>
                  <a:pt x="232" y="205"/>
                </a:lnTo>
                <a:lnTo>
                  <a:pt x="231" y="206"/>
                </a:lnTo>
                <a:lnTo>
                  <a:pt x="230" y="207"/>
                </a:lnTo>
                <a:lnTo>
                  <a:pt x="229" y="208"/>
                </a:lnTo>
                <a:lnTo>
                  <a:pt x="228" y="208"/>
                </a:lnTo>
                <a:lnTo>
                  <a:pt x="227" y="207"/>
                </a:lnTo>
                <a:lnTo>
                  <a:pt x="227" y="206"/>
                </a:lnTo>
                <a:lnTo>
                  <a:pt x="226" y="206"/>
                </a:lnTo>
                <a:lnTo>
                  <a:pt x="226" y="205"/>
                </a:lnTo>
                <a:lnTo>
                  <a:pt x="223" y="205"/>
                </a:lnTo>
                <a:lnTo>
                  <a:pt x="222" y="204"/>
                </a:lnTo>
                <a:lnTo>
                  <a:pt x="221" y="204"/>
                </a:lnTo>
                <a:lnTo>
                  <a:pt x="220" y="205"/>
                </a:lnTo>
                <a:lnTo>
                  <a:pt x="220" y="206"/>
                </a:lnTo>
                <a:lnTo>
                  <a:pt x="219" y="206"/>
                </a:lnTo>
                <a:lnTo>
                  <a:pt x="219" y="207"/>
                </a:lnTo>
                <a:lnTo>
                  <a:pt x="217" y="207"/>
                </a:lnTo>
                <a:lnTo>
                  <a:pt x="216" y="207"/>
                </a:lnTo>
                <a:lnTo>
                  <a:pt x="215" y="207"/>
                </a:lnTo>
                <a:lnTo>
                  <a:pt x="214" y="207"/>
                </a:lnTo>
                <a:lnTo>
                  <a:pt x="214" y="208"/>
                </a:lnTo>
                <a:lnTo>
                  <a:pt x="213" y="209"/>
                </a:lnTo>
                <a:lnTo>
                  <a:pt x="213" y="210"/>
                </a:lnTo>
                <a:lnTo>
                  <a:pt x="211" y="210"/>
                </a:lnTo>
                <a:lnTo>
                  <a:pt x="210" y="210"/>
                </a:lnTo>
                <a:lnTo>
                  <a:pt x="209" y="211"/>
                </a:lnTo>
                <a:lnTo>
                  <a:pt x="208" y="211"/>
                </a:lnTo>
                <a:lnTo>
                  <a:pt x="207" y="212"/>
                </a:lnTo>
                <a:lnTo>
                  <a:pt x="207" y="213"/>
                </a:lnTo>
                <a:lnTo>
                  <a:pt x="206" y="214"/>
                </a:lnTo>
                <a:lnTo>
                  <a:pt x="206" y="215"/>
                </a:lnTo>
                <a:lnTo>
                  <a:pt x="205" y="216"/>
                </a:lnTo>
                <a:lnTo>
                  <a:pt x="206" y="216"/>
                </a:lnTo>
                <a:lnTo>
                  <a:pt x="206" y="217"/>
                </a:lnTo>
                <a:lnTo>
                  <a:pt x="208" y="216"/>
                </a:lnTo>
                <a:lnTo>
                  <a:pt x="209" y="217"/>
                </a:lnTo>
                <a:lnTo>
                  <a:pt x="210" y="217"/>
                </a:lnTo>
                <a:lnTo>
                  <a:pt x="209" y="219"/>
                </a:lnTo>
                <a:lnTo>
                  <a:pt x="208" y="219"/>
                </a:lnTo>
                <a:lnTo>
                  <a:pt x="208" y="220"/>
                </a:lnTo>
                <a:lnTo>
                  <a:pt x="209" y="220"/>
                </a:lnTo>
                <a:lnTo>
                  <a:pt x="209" y="221"/>
                </a:lnTo>
                <a:lnTo>
                  <a:pt x="209" y="222"/>
                </a:lnTo>
                <a:lnTo>
                  <a:pt x="208" y="222"/>
                </a:lnTo>
                <a:lnTo>
                  <a:pt x="209" y="222"/>
                </a:lnTo>
                <a:lnTo>
                  <a:pt x="211" y="224"/>
                </a:lnTo>
                <a:lnTo>
                  <a:pt x="214" y="227"/>
                </a:lnTo>
                <a:lnTo>
                  <a:pt x="214" y="228"/>
                </a:lnTo>
                <a:lnTo>
                  <a:pt x="215" y="228"/>
                </a:lnTo>
                <a:lnTo>
                  <a:pt x="215" y="229"/>
                </a:lnTo>
                <a:lnTo>
                  <a:pt x="216" y="229"/>
                </a:lnTo>
                <a:lnTo>
                  <a:pt x="217" y="229"/>
                </a:lnTo>
                <a:lnTo>
                  <a:pt x="217" y="230"/>
                </a:lnTo>
                <a:lnTo>
                  <a:pt x="216" y="230"/>
                </a:lnTo>
                <a:lnTo>
                  <a:pt x="217" y="230"/>
                </a:lnTo>
                <a:lnTo>
                  <a:pt x="217" y="231"/>
                </a:lnTo>
                <a:lnTo>
                  <a:pt x="218" y="231"/>
                </a:lnTo>
                <a:lnTo>
                  <a:pt x="219" y="231"/>
                </a:lnTo>
                <a:lnTo>
                  <a:pt x="221" y="231"/>
                </a:lnTo>
                <a:lnTo>
                  <a:pt x="222" y="231"/>
                </a:lnTo>
                <a:lnTo>
                  <a:pt x="222" y="232"/>
                </a:lnTo>
                <a:lnTo>
                  <a:pt x="222" y="233"/>
                </a:lnTo>
                <a:lnTo>
                  <a:pt x="222" y="234"/>
                </a:lnTo>
                <a:lnTo>
                  <a:pt x="223" y="235"/>
                </a:lnTo>
                <a:lnTo>
                  <a:pt x="224" y="235"/>
                </a:lnTo>
                <a:lnTo>
                  <a:pt x="224" y="236"/>
                </a:lnTo>
                <a:lnTo>
                  <a:pt x="224" y="237"/>
                </a:lnTo>
                <a:lnTo>
                  <a:pt x="225" y="238"/>
                </a:lnTo>
                <a:lnTo>
                  <a:pt x="225" y="239"/>
                </a:lnTo>
                <a:lnTo>
                  <a:pt x="226" y="240"/>
                </a:lnTo>
                <a:lnTo>
                  <a:pt x="226" y="241"/>
                </a:lnTo>
                <a:lnTo>
                  <a:pt x="224" y="242"/>
                </a:lnTo>
                <a:lnTo>
                  <a:pt x="224" y="241"/>
                </a:lnTo>
                <a:lnTo>
                  <a:pt x="223" y="241"/>
                </a:lnTo>
                <a:lnTo>
                  <a:pt x="222" y="242"/>
                </a:lnTo>
                <a:lnTo>
                  <a:pt x="221" y="243"/>
                </a:lnTo>
                <a:lnTo>
                  <a:pt x="221" y="244"/>
                </a:lnTo>
                <a:lnTo>
                  <a:pt x="220" y="243"/>
                </a:lnTo>
                <a:lnTo>
                  <a:pt x="220" y="244"/>
                </a:lnTo>
                <a:lnTo>
                  <a:pt x="219" y="245"/>
                </a:lnTo>
                <a:lnTo>
                  <a:pt x="219" y="246"/>
                </a:lnTo>
                <a:lnTo>
                  <a:pt x="219" y="247"/>
                </a:lnTo>
                <a:lnTo>
                  <a:pt x="218" y="248"/>
                </a:lnTo>
                <a:lnTo>
                  <a:pt x="217" y="248"/>
                </a:lnTo>
                <a:lnTo>
                  <a:pt x="216" y="248"/>
                </a:lnTo>
                <a:lnTo>
                  <a:pt x="216" y="249"/>
                </a:lnTo>
                <a:lnTo>
                  <a:pt x="216" y="250"/>
                </a:lnTo>
                <a:lnTo>
                  <a:pt x="215" y="250"/>
                </a:lnTo>
                <a:lnTo>
                  <a:pt x="215" y="251"/>
                </a:lnTo>
                <a:lnTo>
                  <a:pt x="216" y="251"/>
                </a:lnTo>
                <a:lnTo>
                  <a:pt x="216" y="252"/>
                </a:lnTo>
                <a:lnTo>
                  <a:pt x="214" y="252"/>
                </a:lnTo>
                <a:lnTo>
                  <a:pt x="213" y="252"/>
                </a:lnTo>
                <a:lnTo>
                  <a:pt x="212" y="252"/>
                </a:lnTo>
                <a:lnTo>
                  <a:pt x="211" y="251"/>
                </a:lnTo>
                <a:lnTo>
                  <a:pt x="210" y="250"/>
                </a:lnTo>
                <a:lnTo>
                  <a:pt x="210" y="249"/>
                </a:lnTo>
                <a:lnTo>
                  <a:pt x="209" y="249"/>
                </a:lnTo>
                <a:lnTo>
                  <a:pt x="209" y="250"/>
                </a:lnTo>
                <a:lnTo>
                  <a:pt x="208" y="250"/>
                </a:lnTo>
                <a:lnTo>
                  <a:pt x="207" y="251"/>
                </a:lnTo>
                <a:lnTo>
                  <a:pt x="207" y="252"/>
                </a:lnTo>
                <a:lnTo>
                  <a:pt x="207" y="253"/>
                </a:lnTo>
                <a:lnTo>
                  <a:pt x="206" y="254"/>
                </a:lnTo>
                <a:lnTo>
                  <a:pt x="205" y="254"/>
                </a:lnTo>
                <a:lnTo>
                  <a:pt x="204" y="254"/>
                </a:lnTo>
                <a:lnTo>
                  <a:pt x="203" y="254"/>
                </a:lnTo>
                <a:lnTo>
                  <a:pt x="202" y="254"/>
                </a:lnTo>
                <a:lnTo>
                  <a:pt x="203" y="254"/>
                </a:lnTo>
                <a:lnTo>
                  <a:pt x="202" y="254"/>
                </a:lnTo>
                <a:lnTo>
                  <a:pt x="201" y="254"/>
                </a:lnTo>
                <a:lnTo>
                  <a:pt x="200" y="254"/>
                </a:lnTo>
                <a:lnTo>
                  <a:pt x="198" y="254"/>
                </a:lnTo>
                <a:lnTo>
                  <a:pt x="197" y="254"/>
                </a:lnTo>
                <a:lnTo>
                  <a:pt x="197" y="255"/>
                </a:lnTo>
                <a:lnTo>
                  <a:pt x="197" y="256"/>
                </a:lnTo>
                <a:lnTo>
                  <a:pt x="196" y="256"/>
                </a:lnTo>
                <a:lnTo>
                  <a:pt x="194" y="255"/>
                </a:lnTo>
                <a:lnTo>
                  <a:pt x="193" y="255"/>
                </a:lnTo>
                <a:lnTo>
                  <a:pt x="193" y="256"/>
                </a:lnTo>
                <a:lnTo>
                  <a:pt x="192" y="256"/>
                </a:lnTo>
                <a:lnTo>
                  <a:pt x="192" y="257"/>
                </a:lnTo>
                <a:lnTo>
                  <a:pt x="192" y="258"/>
                </a:lnTo>
                <a:lnTo>
                  <a:pt x="191" y="258"/>
                </a:lnTo>
                <a:lnTo>
                  <a:pt x="191" y="257"/>
                </a:lnTo>
                <a:lnTo>
                  <a:pt x="190" y="257"/>
                </a:lnTo>
                <a:lnTo>
                  <a:pt x="189" y="258"/>
                </a:lnTo>
                <a:lnTo>
                  <a:pt x="189" y="259"/>
                </a:lnTo>
                <a:lnTo>
                  <a:pt x="188" y="260"/>
                </a:lnTo>
                <a:lnTo>
                  <a:pt x="187" y="260"/>
                </a:lnTo>
                <a:lnTo>
                  <a:pt x="186" y="260"/>
                </a:lnTo>
                <a:lnTo>
                  <a:pt x="186" y="261"/>
                </a:lnTo>
                <a:lnTo>
                  <a:pt x="185" y="261"/>
                </a:lnTo>
                <a:lnTo>
                  <a:pt x="185" y="262"/>
                </a:lnTo>
                <a:lnTo>
                  <a:pt x="184" y="262"/>
                </a:lnTo>
                <a:lnTo>
                  <a:pt x="183" y="262"/>
                </a:lnTo>
                <a:lnTo>
                  <a:pt x="183" y="263"/>
                </a:lnTo>
                <a:lnTo>
                  <a:pt x="182" y="264"/>
                </a:lnTo>
                <a:lnTo>
                  <a:pt x="181" y="264"/>
                </a:lnTo>
                <a:lnTo>
                  <a:pt x="180" y="264"/>
                </a:lnTo>
                <a:lnTo>
                  <a:pt x="180" y="265"/>
                </a:lnTo>
                <a:lnTo>
                  <a:pt x="179" y="266"/>
                </a:lnTo>
                <a:lnTo>
                  <a:pt x="179" y="267"/>
                </a:lnTo>
                <a:lnTo>
                  <a:pt x="179" y="268"/>
                </a:lnTo>
                <a:lnTo>
                  <a:pt x="178" y="268"/>
                </a:lnTo>
                <a:lnTo>
                  <a:pt x="178" y="269"/>
                </a:lnTo>
                <a:lnTo>
                  <a:pt x="178" y="270"/>
                </a:lnTo>
                <a:lnTo>
                  <a:pt x="177" y="270"/>
                </a:lnTo>
                <a:lnTo>
                  <a:pt x="177" y="271"/>
                </a:lnTo>
                <a:lnTo>
                  <a:pt x="177" y="272"/>
                </a:lnTo>
                <a:lnTo>
                  <a:pt x="178" y="272"/>
                </a:lnTo>
                <a:lnTo>
                  <a:pt x="177" y="273"/>
                </a:lnTo>
                <a:lnTo>
                  <a:pt x="178" y="273"/>
                </a:lnTo>
                <a:lnTo>
                  <a:pt x="178" y="272"/>
                </a:lnTo>
                <a:lnTo>
                  <a:pt x="179" y="272"/>
                </a:lnTo>
                <a:lnTo>
                  <a:pt x="179" y="273"/>
                </a:lnTo>
                <a:lnTo>
                  <a:pt x="180" y="273"/>
                </a:lnTo>
                <a:lnTo>
                  <a:pt x="181" y="273"/>
                </a:lnTo>
                <a:lnTo>
                  <a:pt x="181" y="274"/>
                </a:lnTo>
                <a:lnTo>
                  <a:pt x="182" y="274"/>
                </a:lnTo>
                <a:lnTo>
                  <a:pt x="183" y="274"/>
                </a:lnTo>
                <a:lnTo>
                  <a:pt x="183" y="275"/>
                </a:lnTo>
                <a:lnTo>
                  <a:pt x="184" y="276"/>
                </a:lnTo>
                <a:lnTo>
                  <a:pt x="185" y="276"/>
                </a:lnTo>
                <a:lnTo>
                  <a:pt x="185" y="277"/>
                </a:lnTo>
                <a:lnTo>
                  <a:pt x="186" y="278"/>
                </a:lnTo>
                <a:lnTo>
                  <a:pt x="185" y="279"/>
                </a:lnTo>
                <a:lnTo>
                  <a:pt x="185" y="280"/>
                </a:lnTo>
                <a:lnTo>
                  <a:pt x="186" y="280"/>
                </a:lnTo>
                <a:lnTo>
                  <a:pt x="187" y="280"/>
                </a:lnTo>
                <a:lnTo>
                  <a:pt x="187" y="281"/>
                </a:lnTo>
                <a:lnTo>
                  <a:pt x="186" y="281"/>
                </a:lnTo>
                <a:lnTo>
                  <a:pt x="186" y="282"/>
                </a:lnTo>
                <a:lnTo>
                  <a:pt x="186" y="283"/>
                </a:lnTo>
                <a:lnTo>
                  <a:pt x="185" y="283"/>
                </a:lnTo>
                <a:lnTo>
                  <a:pt x="185" y="284"/>
                </a:lnTo>
                <a:lnTo>
                  <a:pt x="186" y="284"/>
                </a:lnTo>
                <a:lnTo>
                  <a:pt x="187" y="284"/>
                </a:lnTo>
                <a:lnTo>
                  <a:pt x="187" y="285"/>
                </a:lnTo>
                <a:lnTo>
                  <a:pt x="188" y="285"/>
                </a:lnTo>
                <a:lnTo>
                  <a:pt x="188" y="286"/>
                </a:lnTo>
                <a:lnTo>
                  <a:pt x="189" y="286"/>
                </a:lnTo>
                <a:lnTo>
                  <a:pt x="190" y="286"/>
                </a:lnTo>
                <a:lnTo>
                  <a:pt x="190" y="287"/>
                </a:lnTo>
                <a:lnTo>
                  <a:pt x="190" y="288"/>
                </a:lnTo>
                <a:lnTo>
                  <a:pt x="189" y="288"/>
                </a:lnTo>
                <a:lnTo>
                  <a:pt x="188" y="288"/>
                </a:lnTo>
                <a:lnTo>
                  <a:pt x="188" y="289"/>
                </a:lnTo>
                <a:lnTo>
                  <a:pt x="187" y="289"/>
                </a:lnTo>
                <a:lnTo>
                  <a:pt x="186" y="289"/>
                </a:lnTo>
                <a:lnTo>
                  <a:pt x="185" y="289"/>
                </a:lnTo>
                <a:lnTo>
                  <a:pt x="185" y="290"/>
                </a:lnTo>
                <a:lnTo>
                  <a:pt x="184" y="289"/>
                </a:lnTo>
                <a:lnTo>
                  <a:pt x="183" y="288"/>
                </a:lnTo>
                <a:lnTo>
                  <a:pt x="182" y="288"/>
                </a:lnTo>
                <a:lnTo>
                  <a:pt x="182" y="289"/>
                </a:lnTo>
                <a:lnTo>
                  <a:pt x="181" y="289"/>
                </a:lnTo>
                <a:lnTo>
                  <a:pt x="180" y="290"/>
                </a:lnTo>
                <a:lnTo>
                  <a:pt x="179" y="290"/>
                </a:lnTo>
                <a:lnTo>
                  <a:pt x="179" y="289"/>
                </a:lnTo>
                <a:lnTo>
                  <a:pt x="178" y="290"/>
                </a:lnTo>
                <a:lnTo>
                  <a:pt x="178" y="291"/>
                </a:lnTo>
                <a:lnTo>
                  <a:pt x="177" y="291"/>
                </a:lnTo>
                <a:lnTo>
                  <a:pt x="178" y="291"/>
                </a:lnTo>
                <a:lnTo>
                  <a:pt x="178" y="292"/>
                </a:lnTo>
                <a:lnTo>
                  <a:pt x="178" y="293"/>
                </a:lnTo>
                <a:lnTo>
                  <a:pt x="179" y="293"/>
                </a:lnTo>
                <a:lnTo>
                  <a:pt x="180" y="293"/>
                </a:lnTo>
                <a:lnTo>
                  <a:pt x="181" y="294"/>
                </a:lnTo>
                <a:lnTo>
                  <a:pt x="183" y="294"/>
                </a:lnTo>
                <a:lnTo>
                  <a:pt x="183" y="295"/>
                </a:lnTo>
                <a:lnTo>
                  <a:pt x="183" y="296"/>
                </a:lnTo>
                <a:lnTo>
                  <a:pt x="183" y="297"/>
                </a:lnTo>
                <a:lnTo>
                  <a:pt x="183" y="298"/>
                </a:lnTo>
                <a:lnTo>
                  <a:pt x="184" y="298"/>
                </a:lnTo>
                <a:lnTo>
                  <a:pt x="184" y="299"/>
                </a:lnTo>
                <a:lnTo>
                  <a:pt x="183" y="300"/>
                </a:lnTo>
                <a:lnTo>
                  <a:pt x="183" y="301"/>
                </a:lnTo>
                <a:lnTo>
                  <a:pt x="183" y="302"/>
                </a:lnTo>
                <a:lnTo>
                  <a:pt x="182" y="303"/>
                </a:lnTo>
                <a:lnTo>
                  <a:pt x="184" y="303"/>
                </a:lnTo>
                <a:lnTo>
                  <a:pt x="185" y="303"/>
                </a:lnTo>
                <a:lnTo>
                  <a:pt x="185" y="304"/>
                </a:lnTo>
                <a:lnTo>
                  <a:pt x="186" y="304"/>
                </a:lnTo>
                <a:lnTo>
                  <a:pt x="186" y="305"/>
                </a:lnTo>
                <a:lnTo>
                  <a:pt x="186" y="306"/>
                </a:lnTo>
                <a:lnTo>
                  <a:pt x="186" y="307"/>
                </a:lnTo>
                <a:lnTo>
                  <a:pt x="185" y="307"/>
                </a:lnTo>
                <a:lnTo>
                  <a:pt x="185" y="308"/>
                </a:lnTo>
                <a:lnTo>
                  <a:pt x="186" y="309"/>
                </a:lnTo>
                <a:lnTo>
                  <a:pt x="185" y="309"/>
                </a:lnTo>
                <a:lnTo>
                  <a:pt x="186" y="309"/>
                </a:lnTo>
                <a:lnTo>
                  <a:pt x="186" y="308"/>
                </a:lnTo>
                <a:lnTo>
                  <a:pt x="187" y="308"/>
                </a:lnTo>
                <a:lnTo>
                  <a:pt x="187" y="307"/>
                </a:lnTo>
                <a:lnTo>
                  <a:pt x="188" y="307"/>
                </a:lnTo>
                <a:lnTo>
                  <a:pt x="188" y="306"/>
                </a:lnTo>
                <a:lnTo>
                  <a:pt x="189" y="307"/>
                </a:lnTo>
                <a:lnTo>
                  <a:pt x="190" y="308"/>
                </a:lnTo>
                <a:lnTo>
                  <a:pt x="191" y="309"/>
                </a:lnTo>
                <a:lnTo>
                  <a:pt x="192" y="309"/>
                </a:lnTo>
                <a:lnTo>
                  <a:pt x="193" y="309"/>
                </a:lnTo>
                <a:lnTo>
                  <a:pt x="193" y="308"/>
                </a:lnTo>
                <a:lnTo>
                  <a:pt x="194" y="308"/>
                </a:lnTo>
                <a:lnTo>
                  <a:pt x="195" y="308"/>
                </a:lnTo>
                <a:lnTo>
                  <a:pt x="196" y="309"/>
                </a:lnTo>
                <a:lnTo>
                  <a:pt x="196" y="308"/>
                </a:lnTo>
                <a:lnTo>
                  <a:pt x="197" y="308"/>
                </a:lnTo>
                <a:lnTo>
                  <a:pt x="198" y="308"/>
                </a:lnTo>
                <a:lnTo>
                  <a:pt x="199" y="308"/>
                </a:lnTo>
                <a:lnTo>
                  <a:pt x="199" y="307"/>
                </a:lnTo>
                <a:lnTo>
                  <a:pt x="200" y="307"/>
                </a:lnTo>
                <a:lnTo>
                  <a:pt x="200" y="308"/>
                </a:lnTo>
                <a:lnTo>
                  <a:pt x="201" y="308"/>
                </a:lnTo>
                <a:lnTo>
                  <a:pt x="201" y="309"/>
                </a:lnTo>
                <a:lnTo>
                  <a:pt x="202" y="310"/>
                </a:lnTo>
                <a:lnTo>
                  <a:pt x="202" y="311"/>
                </a:lnTo>
                <a:lnTo>
                  <a:pt x="202" y="312"/>
                </a:lnTo>
                <a:lnTo>
                  <a:pt x="203" y="312"/>
                </a:lnTo>
                <a:lnTo>
                  <a:pt x="204" y="312"/>
                </a:lnTo>
                <a:lnTo>
                  <a:pt x="204" y="313"/>
                </a:lnTo>
                <a:lnTo>
                  <a:pt x="204" y="314"/>
                </a:lnTo>
                <a:lnTo>
                  <a:pt x="205" y="314"/>
                </a:lnTo>
                <a:lnTo>
                  <a:pt x="206" y="314"/>
                </a:lnTo>
                <a:lnTo>
                  <a:pt x="206" y="315"/>
                </a:lnTo>
                <a:lnTo>
                  <a:pt x="206" y="316"/>
                </a:lnTo>
                <a:lnTo>
                  <a:pt x="207" y="317"/>
                </a:lnTo>
                <a:lnTo>
                  <a:pt x="208" y="317"/>
                </a:lnTo>
                <a:lnTo>
                  <a:pt x="208" y="318"/>
                </a:lnTo>
                <a:lnTo>
                  <a:pt x="209" y="317"/>
                </a:lnTo>
                <a:lnTo>
                  <a:pt x="208" y="317"/>
                </a:lnTo>
                <a:lnTo>
                  <a:pt x="209" y="317"/>
                </a:lnTo>
                <a:lnTo>
                  <a:pt x="210" y="317"/>
                </a:lnTo>
                <a:lnTo>
                  <a:pt x="210" y="318"/>
                </a:lnTo>
                <a:lnTo>
                  <a:pt x="211" y="318"/>
                </a:lnTo>
                <a:lnTo>
                  <a:pt x="212" y="317"/>
                </a:lnTo>
                <a:lnTo>
                  <a:pt x="213" y="318"/>
                </a:lnTo>
                <a:lnTo>
                  <a:pt x="214" y="318"/>
                </a:lnTo>
                <a:lnTo>
                  <a:pt x="214" y="317"/>
                </a:lnTo>
                <a:lnTo>
                  <a:pt x="213" y="317"/>
                </a:lnTo>
                <a:lnTo>
                  <a:pt x="213" y="316"/>
                </a:lnTo>
                <a:lnTo>
                  <a:pt x="214" y="315"/>
                </a:lnTo>
                <a:lnTo>
                  <a:pt x="214" y="314"/>
                </a:lnTo>
                <a:lnTo>
                  <a:pt x="215" y="314"/>
                </a:lnTo>
                <a:lnTo>
                  <a:pt x="215" y="313"/>
                </a:lnTo>
                <a:lnTo>
                  <a:pt x="216" y="313"/>
                </a:lnTo>
                <a:lnTo>
                  <a:pt x="217" y="313"/>
                </a:lnTo>
                <a:lnTo>
                  <a:pt x="217" y="314"/>
                </a:lnTo>
                <a:lnTo>
                  <a:pt x="218" y="314"/>
                </a:lnTo>
                <a:lnTo>
                  <a:pt x="219" y="314"/>
                </a:lnTo>
                <a:lnTo>
                  <a:pt x="219" y="313"/>
                </a:lnTo>
                <a:lnTo>
                  <a:pt x="220" y="313"/>
                </a:lnTo>
                <a:lnTo>
                  <a:pt x="220" y="312"/>
                </a:lnTo>
                <a:lnTo>
                  <a:pt x="219" y="312"/>
                </a:lnTo>
                <a:lnTo>
                  <a:pt x="220" y="312"/>
                </a:lnTo>
                <a:lnTo>
                  <a:pt x="221" y="312"/>
                </a:lnTo>
                <a:lnTo>
                  <a:pt x="221" y="311"/>
                </a:lnTo>
                <a:lnTo>
                  <a:pt x="222" y="310"/>
                </a:lnTo>
                <a:lnTo>
                  <a:pt x="221" y="310"/>
                </a:lnTo>
                <a:lnTo>
                  <a:pt x="221" y="309"/>
                </a:lnTo>
                <a:lnTo>
                  <a:pt x="221" y="308"/>
                </a:lnTo>
                <a:lnTo>
                  <a:pt x="222" y="308"/>
                </a:lnTo>
                <a:lnTo>
                  <a:pt x="222" y="309"/>
                </a:lnTo>
                <a:lnTo>
                  <a:pt x="223" y="309"/>
                </a:lnTo>
                <a:lnTo>
                  <a:pt x="223" y="310"/>
                </a:lnTo>
                <a:lnTo>
                  <a:pt x="224" y="311"/>
                </a:lnTo>
                <a:lnTo>
                  <a:pt x="225" y="311"/>
                </a:lnTo>
                <a:lnTo>
                  <a:pt x="225" y="312"/>
                </a:lnTo>
                <a:lnTo>
                  <a:pt x="226" y="312"/>
                </a:lnTo>
                <a:lnTo>
                  <a:pt x="226" y="311"/>
                </a:lnTo>
                <a:lnTo>
                  <a:pt x="227" y="311"/>
                </a:lnTo>
                <a:lnTo>
                  <a:pt x="227" y="309"/>
                </a:lnTo>
                <a:lnTo>
                  <a:pt x="228" y="309"/>
                </a:lnTo>
                <a:lnTo>
                  <a:pt x="228" y="310"/>
                </a:lnTo>
                <a:lnTo>
                  <a:pt x="229" y="310"/>
                </a:lnTo>
                <a:lnTo>
                  <a:pt x="229" y="311"/>
                </a:lnTo>
                <a:lnTo>
                  <a:pt x="230" y="311"/>
                </a:lnTo>
                <a:lnTo>
                  <a:pt x="230" y="310"/>
                </a:lnTo>
                <a:lnTo>
                  <a:pt x="231" y="310"/>
                </a:lnTo>
                <a:lnTo>
                  <a:pt x="232" y="310"/>
                </a:lnTo>
                <a:lnTo>
                  <a:pt x="232" y="311"/>
                </a:lnTo>
                <a:lnTo>
                  <a:pt x="231" y="311"/>
                </a:lnTo>
                <a:lnTo>
                  <a:pt x="232" y="311"/>
                </a:lnTo>
                <a:lnTo>
                  <a:pt x="235" y="311"/>
                </a:lnTo>
                <a:lnTo>
                  <a:pt x="236" y="311"/>
                </a:lnTo>
                <a:lnTo>
                  <a:pt x="238" y="311"/>
                </a:lnTo>
                <a:lnTo>
                  <a:pt x="238" y="310"/>
                </a:lnTo>
                <a:lnTo>
                  <a:pt x="239" y="311"/>
                </a:lnTo>
                <a:lnTo>
                  <a:pt x="240" y="311"/>
                </a:lnTo>
                <a:lnTo>
                  <a:pt x="241" y="312"/>
                </a:lnTo>
                <a:lnTo>
                  <a:pt x="242" y="312"/>
                </a:lnTo>
                <a:lnTo>
                  <a:pt x="242" y="311"/>
                </a:lnTo>
                <a:lnTo>
                  <a:pt x="243" y="311"/>
                </a:lnTo>
                <a:lnTo>
                  <a:pt x="243" y="310"/>
                </a:lnTo>
                <a:lnTo>
                  <a:pt x="244" y="310"/>
                </a:lnTo>
                <a:lnTo>
                  <a:pt x="245" y="310"/>
                </a:lnTo>
                <a:lnTo>
                  <a:pt x="245" y="309"/>
                </a:lnTo>
                <a:lnTo>
                  <a:pt x="246" y="309"/>
                </a:lnTo>
                <a:lnTo>
                  <a:pt x="246" y="310"/>
                </a:lnTo>
                <a:lnTo>
                  <a:pt x="247" y="310"/>
                </a:lnTo>
                <a:lnTo>
                  <a:pt x="248" y="310"/>
                </a:lnTo>
                <a:lnTo>
                  <a:pt x="248" y="311"/>
                </a:lnTo>
                <a:lnTo>
                  <a:pt x="249" y="311"/>
                </a:lnTo>
                <a:lnTo>
                  <a:pt x="249" y="312"/>
                </a:lnTo>
                <a:lnTo>
                  <a:pt x="250" y="312"/>
                </a:lnTo>
                <a:lnTo>
                  <a:pt x="251" y="312"/>
                </a:lnTo>
                <a:lnTo>
                  <a:pt x="251" y="313"/>
                </a:lnTo>
                <a:lnTo>
                  <a:pt x="251" y="314"/>
                </a:lnTo>
                <a:lnTo>
                  <a:pt x="251" y="315"/>
                </a:lnTo>
                <a:lnTo>
                  <a:pt x="251" y="316"/>
                </a:lnTo>
                <a:lnTo>
                  <a:pt x="251" y="317"/>
                </a:lnTo>
                <a:lnTo>
                  <a:pt x="252" y="317"/>
                </a:lnTo>
                <a:lnTo>
                  <a:pt x="252" y="318"/>
                </a:lnTo>
                <a:lnTo>
                  <a:pt x="253" y="318"/>
                </a:lnTo>
                <a:lnTo>
                  <a:pt x="253" y="319"/>
                </a:lnTo>
                <a:lnTo>
                  <a:pt x="254" y="319"/>
                </a:lnTo>
                <a:lnTo>
                  <a:pt x="256" y="319"/>
                </a:lnTo>
                <a:lnTo>
                  <a:pt x="257" y="320"/>
                </a:lnTo>
                <a:lnTo>
                  <a:pt x="258" y="321"/>
                </a:lnTo>
                <a:lnTo>
                  <a:pt x="258" y="322"/>
                </a:lnTo>
                <a:lnTo>
                  <a:pt x="259" y="323"/>
                </a:lnTo>
                <a:lnTo>
                  <a:pt x="260" y="323"/>
                </a:lnTo>
                <a:lnTo>
                  <a:pt x="262" y="323"/>
                </a:lnTo>
                <a:lnTo>
                  <a:pt x="262" y="324"/>
                </a:lnTo>
                <a:lnTo>
                  <a:pt x="263" y="323"/>
                </a:lnTo>
                <a:lnTo>
                  <a:pt x="264" y="324"/>
                </a:lnTo>
                <a:lnTo>
                  <a:pt x="265" y="323"/>
                </a:lnTo>
                <a:lnTo>
                  <a:pt x="265" y="324"/>
                </a:lnTo>
                <a:lnTo>
                  <a:pt x="266" y="324"/>
                </a:lnTo>
                <a:lnTo>
                  <a:pt x="267" y="324"/>
                </a:lnTo>
                <a:lnTo>
                  <a:pt x="268" y="324"/>
                </a:lnTo>
                <a:lnTo>
                  <a:pt x="269" y="324"/>
                </a:lnTo>
                <a:lnTo>
                  <a:pt x="270" y="324"/>
                </a:lnTo>
                <a:lnTo>
                  <a:pt x="270" y="323"/>
                </a:lnTo>
                <a:lnTo>
                  <a:pt x="270" y="322"/>
                </a:lnTo>
                <a:lnTo>
                  <a:pt x="270" y="321"/>
                </a:lnTo>
                <a:lnTo>
                  <a:pt x="269" y="321"/>
                </a:lnTo>
                <a:lnTo>
                  <a:pt x="269" y="320"/>
                </a:lnTo>
                <a:lnTo>
                  <a:pt x="268" y="320"/>
                </a:lnTo>
                <a:lnTo>
                  <a:pt x="268" y="321"/>
                </a:lnTo>
                <a:lnTo>
                  <a:pt x="268" y="320"/>
                </a:lnTo>
                <a:lnTo>
                  <a:pt x="268" y="321"/>
                </a:lnTo>
                <a:lnTo>
                  <a:pt x="268" y="320"/>
                </a:lnTo>
                <a:lnTo>
                  <a:pt x="267" y="320"/>
                </a:lnTo>
                <a:lnTo>
                  <a:pt x="266" y="320"/>
                </a:lnTo>
                <a:lnTo>
                  <a:pt x="267" y="320"/>
                </a:lnTo>
                <a:lnTo>
                  <a:pt x="267" y="319"/>
                </a:lnTo>
                <a:lnTo>
                  <a:pt x="267" y="318"/>
                </a:lnTo>
                <a:lnTo>
                  <a:pt x="266" y="318"/>
                </a:lnTo>
                <a:lnTo>
                  <a:pt x="266" y="317"/>
                </a:lnTo>
                <a:lnTo>
                  <a:pt x="265" y="316"/>
                </a:lnTo>
                <a:lnTo>
                  <a:pt x="266" y="316"/>
                </a:lnTo>
                <a:lnTo>
                  <a:pt x="267" y="316"/>
                </a:lnTo>
                <a:lnTo>
                  <a:pt x="267" y="318"/>
                </a:lnTo>
                <a:lnTo>
                  <a:pt x="268" y="318"/>
                </a:lnTo>
                <a:lnTo>
                  <a:pt x="269" y="318"/>
                </a:lnTo>
                <a:lnTo>
                  <a:pt x="269" y="317"/>
                </a:lnTo>
                <a:lnTo>
                  <a:pt x="269" y="316"/>
                </a:lnTo>
                <a:lnTo>
                  <a:pt x="268" y="316"/>
                </a:lnTo>
                <a:lnTo>
                  <a:pt x="269" y="316"/>
                </a:lnTo>
                <a:lnTo>
                  <a:pt x="271" y="316"/>
                </a:lnTo>
                <a:lnTo>
                  <a:pt x="271" y="315"/>
                </a:lnTo>
                <a:lnTo>
                  <a:pt x="272" y="315"/>
                </a:lnTo>
                <a:lnTo>
                  <a:pt x="272" y="314"/>
                </a:lnTo>
                <a:lnTo>
                  <a:pt x="272" y="313"/>
                </a:lnTo>
                <a:lnTo>
                  <a:pt x="273" y="313"/>
                </a:lnTo>
                <a:lnTo>
                  <a:pt x="275" y="313"/>
                </a:lnTo>
                <a:lnTo>
                  <a:pt x="275" y="314"/>
                </a:lnTo>
                <a:lnTo>
                  <a:pt x="275" y="313"/>
                </a:lnTo>
                <a:lnTo>
                  <a:pt x="275" y="312"/>
                </a:lnTo>
                <a:lnTo>
                  <a:pt x="276" y="312"/>
                </a:lnTo>
                <a:lnTo>
                  <a:pt x="276" y="311"/>
                </a:lnTo>
                <a:lnTo>
                  <a:pt x="277" y="311"/>
                </a:lnTo>
                <a:lnTo>
                  <a:pt x="276" y="311"/>
                </a:lnTo>
                <a:lnTo>
                  <a:pt x="276" y="310"/>
                </a:lnTo>
                <a:lnTo>
                  <a:pt x="276" y="309"/>
                </a:lnTo>
                <a:lnTo>
                  <a:pt x="277" y="309"/>
                </a:lnTo>
                <a:lnTo>
                  <a:pt x="277" y="308"/>
                </a:lnTo>
                <a:lnTo>
                  <a:pt x="277" y="309"/>
                </a:lnTo>
                <a:lnTo>
                  <a:pt x="278" y="309"/>
                </a:lnTo>
                <a:lnTo>
                  <a:pt x="278" y="308"/>
                </a:lnTo>
                <a:lnTo>
                  <a:pt x="278" y="309"/>
                </a:lnTo>
                <a:lnTo>
                  <a:pt x="279" y="309"/>
                </a:lnTo>
                <a:lnTo>
                  <a:pt x="279" y="308"/>
                </a:lnTo>
                <a:lnTo>
                  <a:pt x="280" y="308"/>
                </a:lnTo>
                <a:lnTo>
                  <a:pt x="281" y="307"/>
                </a:lnTo>
                <a:lnTo>
                  <a:pt x="280" y="307"/>
                </a:lnTo>
                <a:lnTo>
                  <a:pt x="280" y="306"/>
                </a:lnTo>
                <a:lnTo>
                  <a:pt x="281" y="306"/>
                </a:lnTo>
                <a:lnTo>
                  <a:pt x="282" y="306"/>
                </a:lnTo>
                <a:lnTo>
                  <a:pt x="283" y="306"/>
                </a:lnTo>
                <a:lnTo>
                  <a:pt x="283" y="307"/>
                </a:lnTo>
                <a:lnTo>
                  <a:pt x="283" y="306"/>
                </a:lnTo>
                <a:lnTo>
                  <a:pt x="284" y="306"/>
                </a:lnTo>
                <a:lnTo>
                  <a:pt x="285" y="307"/>
                </a:lnTo>
                <a:lnTo>
                  <a:pt x="285" y="308"/>
                </a:lnTo>
                <a:lnTo>
                  <a:pt x="286" y="308"/>
                </a:lnTo>
                <a:lnTo>
                  <a:pt x="287" y="308"/>
                </a:lnTo>
                <a:lnTo>
                  <a:pt x="288" y="308"/>
                </a:lnTo>
                <a:lnTo>
                  <a:pt x="289" y="308"/>
                </a:lnTo>
                <a:lnTo>
                  <a:pt x="290" y="308"/>
                </a:lnTo>
                <a:lnTo>
                  <a:pt x="291" y="308"/>
                </a:lnTo>
                <a:lnTo>
                  <a:pt x="292" y="308"/>
                </a:lnTo>
                <a:lnTo>
                  <a:pt x="292" y="309"/>
                </a:lnTo>
                <a:lnTo>
                  <a:pt x="293" y="310"/>
                </a:lnTo>
                <a:lnTo>
                  <a:pt x="294" y="309"/>
                </a:lnTo>
                <a:lnTo>
                  <a:pt x="295" y="309"/>
                </a:lnTo>
                <a:lnTo>
                  <a:pt x="294" y="308"/>
                </a:lnTo>
                <a:lnTo>
                  <a:pt x="293" y="308"/>
                </a:lnTo>
                <a:lnTo>
                  <a:pt x="293" y="307"/>
                </a:lnTo>
                <a:lnTo>
                  <a:pt x="292" y="307"/>
                </a:lnTo>
                <a:lnTo>
                  <a:pt x="292" y="306"/>
                </a:lnTo>
                <a:lnTo>
                  <a:pt x="293" y="306"/>
                </a:lnTo>
                <a:lnTo>
                  <a:pt x="293" y="307"/>
                </a:lnTo>
                <a:lnTo>
                  <a:pt x="294" y="306"/>
                </a:lnTo>
                <a:lnTo>
                  <a:pt x="295" y="306"/>
                </a:lnTo>
                <a:lnTo>
                  <a:pt x="295" y="307"/>
                </a:lnTo>
                <a:lnTo>
                  <a:pt x="296" y="307"/>
                </a:lnTo>
                <a:lnTo>
                  <a:pt x="296" y="306"/>
                </a:lnTo>
                <a:lnTo>
                  <a:pt x="297" y="306"/>
                </a:lnTo>
                <a:lnTo>
                  <a:pt x="297" y="307"/>
                </a:lnTo>
                <a:lnTo>
                  <a:pt x="299" y="307"/>
                </a:lnTo>
                <a:lnTo>
                  <a:pt x="300" y="308"/>
                </a:lnTo>
                <a:lnTo>
                  <a:pt x="300" y="309"/>
                </a:lnTo>
                <a:lnTo>
                  <a:pt x="301" y="309"/>
                </a:lnTo>
                <a:lnTo>
                  <a:pt x="301" y="307"/>
                </a:lnTo>
                <a:lnTo>
                  <a:pt x="303" y="307"/>
                </a:lnTo>
                <a:lnTo>
                  <a:pt x="304" y="307"/>
                </a:lnTo>
                <a:lnTo>
                  <a:pt x="304" y="308"/>
                </a:lnTo>
                <a:lnTo>
                  <a:pt x="303" y="308"/>
                </a:lnTo>
                <a:lnTo>
                  <a:pt x="302" y="308"/>
                </a:lnTo>
                <a:lnTo>
                  <a:pt x="303" y="308"/>
                </a:lnTo>
                <a:lnTo>
                  <a:pt x="303" y="309"/>
                </a:lnTo>
                <a:lnTo>
                  <a:pt x="302" y="309"/>
                </a:lnTo>
                <a:lnTo>
                  <a:pt x="302" y="310"/>
                </a:lnTo>
                <a:lnTo>
                  <a:pt x="303" y="311"/>
                </a:lnTo>
                <a:lnTo>
                  <a:pt x="303" y="312"/>
                </a:lnTo>
                <a:lnTo>
                  <a:pt x="302" y="312"/>
                </a:lnTo>
                <a:lnTo>
                  <a:pt x="301" y="313"/>
                </a:lnTo>
                <a:lnTo>
                  <a:pt x="301" y="314"/>
                </a:lnTo>
                <a:lnTo>
                  <a:pt x="302" y="314"/>
                </a:lnTo>
                <a:lnTo>
                  <a:pt x="302" y="315"/>
                </a:lnTo>
                <a:lnTo>
                  <a:pt x="303" y="316"/>
                </a:lnTo>
                <a:lnTo>
                  <a:pt x="304" y="316"/>
                </a:lnTo>
                <a:lnTo>
                  <a:pt x="304" y="315"/>
                </a:lnTo>
                <a:lnTo>
                  <a:pt x="304" y="316"/>
                </a:lnTo>
                <a:lnTo>
                  <a:pt x="305" y="316"/>
                </a:lnTo>
                <a:lnTo>
                  <a:pt x="304" y="316"/>
                </a:lnTo>
                <a:lnTo>
                  <a:pt x="304" y="317"/>
                </a:lnTo>
                <a:lnTo>
                  <a:pt x="304" y="318"/>
                </a:lnTo>
                <a:lnTo>
                  <a:pt x="304" y="319"/>
                </a:lnTo>
                <a:lnTo>
                  <a:pt x="304" y="320"/>
                </a:lnTo>
                <a:lnTo>
                  <a:pt x="304" y="321"/>
                </a:lnTo>
                <a:lnTo>
                  <a:pt x="303" y="321"/>
                </a:lnTo>
                <a:lnTo>
                  <a:pt x="302" y="321"/>
                </a:lnTo>
                <a:lnTo>
                  <a:pt x="301" y="322"/>
                </a:lnTo>
                <a:lnTo>
                  <a:pt x="302" y="323"/>
                </a:lnTo>
                <a:lnTo>
                  <a:pt x="302" y="324"/>
                </a:lnTo>
                <a:lnTo>
                  <a:pt x="302" y="323"/>
                </a:lnTo>
                <a:lnTo>
                  <a:pt x="302" y="324"/>
                </a:lnTo>
                <a:lnTo>
                  <a:pt x="303" y="324"/>
                </a:lnTo>
                <a:lnTo>
                  <a:pt x="304" y="324"/>
                </a:lnTo>
                <a:lnTo>
                  <a:pt x="304" y="323"/>
                </a:lnTo>
                <a:lnTo>
                  <a:pt x="304" y="324"/>
                </a:lnTo>
                <a:lnTo>
                  <a:pt x="305" y="324"/>
                </a:lnTo>
                <a:lnTo>
                  <a:pt x="305" y="325"/>
                </a:lnTo>
                <a:lnTo>
                  <a:pt x="306" y="325"/>
                </a:lnTo>
                <a:lnTo>
                  <a:pt x="307" y="325"/>
                </a:lnTo>
                <a:lnTo>
                  <a:pt x="307" y="324"/>
                </a:lnTo>
                <a:lnTo>
                  <a:pt x="308" y="325"/>
                </a:lnTo>
                <a:lnTo>
                  <a:pt x="309" y="325"/>
                </a:lnTo>
                <a:lnTo>
                  <a:pt x="309" y="326"/>
                </a:lnTo>
                <a:lnTo>
                  <a:pt x="308" y="326"/>
                </a:lnTo>
                <a:lnTo>
                  <a:pt x="308" y="327"/>
                </a:lnTo>
                <a:lnTo>
                  <a:pt x="307" y="327"/>
                </a:lnTo>
                <a:lnTo>
                  <a:pt x="306" y="328"/>
                </a:lnTo>
                <a:lnTo>
                  <a:pt x="306" y="327"/>
                </a:lnTo>
                <a:lnTo>
                  <a:pt x="306" y="328"/>
                </a:lnTo>
                <a:lnTo>
                  <a:pt x="305" y="328"/>
                </a:lnTo>
                <a:lnTo>
                  <a:pt x="305" y="329"/>
                </a:lnTo>
                <a:lnTo>
                  <a:pt x="306" y="330"/>
                </a:lnTo>
                <a:lnTo>
                  <a:pt x="306" y="331"/>
                </a:lnTo>
                <a:lnTo>
                  <a:pt x="305" y="331"/>
                </a:lnTo>
                <a:lnTo>
                  <a:pt x="304" y="332"/>
                </a:lnTo>
                <a:lnTo>
                  <a:pt x="304" y="331"/>
                </a:lnTo>
                <a:lnTo>
                  <a:pt x="304" y="332"/>
                </a:lnTo>
                <a:lnTo>
                  <a:pt x="305" y="333"/>
                </a:lnTo>
                <a:lnTo>
                  <a:pt x="305" y="332"/>
                </a:lnTo>
                <a:lnTo>
                  <a:pt x="306" y="332"/>
                </a:lnTo>
                <a:lnTo>
                  <a:pt x="305" y="333"/>
                </a:lnTo>
                <a:lnTo>
                  <a:pt x="304" y="333"/>
                </a:lnTo>
                <a:lnTo>
                  <a:pt x="304" y="334"/>
                </a:lnTo>
                <a:lnTo>
                  <a:pt x="305" y="334"/>
                </a:lnTo>
                <a:lnTo>
                  <a:pt x="305" y="335"/>
                </a:lnTo>
                <a:lnTo>
                  <a:pt x="306" y="335"/>
                </a:lnTo>
                <a:lnTo>
                  <a:pt x="307" y="335"/>
                </a:lnTo>
                <a:lnTo>
                  <a:pt x="308" y="334"/>
                </a:lnTo>
                <a:lnTo>
                  <a:pt x="308" y="333"/>
                </a:lnTo>
                <a:lnTo>
                  <a:pt x="309" y="333"/>
                </a:lnTo>
                <a:lnTo>
                  <a:pt x="309" y="334"/>
                </a:lnTo>
                <a:lnTo>
                  <a:pt x="309" y="335"/>
                </a:lnTo>
                <a:lnTo>
                  <a:pt x="310" y="335"/>
                </a:lnTo>
                <a:lnTo>
                  <a:pt x="310" y="336"/>
                </a:lnTo>
                <a:lnTo>
                  <a:pt x="310" y="337"/>
                </a:lnTo>
                <a:lnTo>
                  <a:pt x="310" y="338"/>
                </a:lnTo>
                <a:lnTo>
                  <a:pt x="310" y="339"/>
                </a:lnTo>
                <a:lnTo>
                  <a:pt x="309" y="339"/>
                </a:lnTo>
                <a:lnTo>
                  <a:pt x="309" y="340"/>
                </a:lnTo>
                <a:lnTo>
                  <a:pt x="309" y="341"/>
                </a:lnTo>
                <a:lnTo>
                  <a:pt x="309" y="342"/>
                </a:lnTo>
                <a:lnTo>
                  <a:pt x="309" y="343"/>
                </a:lnTo>
                <a:lnTo>
                  <a:pt x="309" y="344"/>
                </a:lnTo>
                <a:lnTo>
                  <a:pt x="309" y="345"/>
                </a:lnTo>
                <a:lnTo>
                  <a:pt x="310" y="345"/>
                </a:lnTo>
                <a:lnTo>
                  <a:pt x="310" y="346"/>
                </a:lnTo>
                <a:lnTo>
                  <a:pt x="311" y="346"/>
                </a:lnTo>
                <a:lnTo>
                  <a:pt x="311" y="347"/>
                </a:lnTo>
                <a:lnTo>
                  <a:pt x="310" y="347"/>
                </a:lnTo>
                <a:lnTo>
                  <a:pt x="309" y="346"/>
                </a:lnTo>
                <a:lnTo>
                  <a:pt x="309" y="347"/>
                </a:lnTo>
                <a:lnTo>
                  <a:pt x="309" y="348"/>
                </a:lnTo>
                <a:lnTo>
                  <a:pt x="309" y="347"/>
                </a:lnTo>
                <a:lnTo>
                  <a:pt x="308" y="348"/>
                </a:lnTo>
                <a:lnTo>
                  <a:pt x="307" y="348"/>
                </a:lnTo>
                <a:lnTo>
                  <a:pt x="307" y="349"/>
                </a:lnTo>
                <a:lnTo>
                  <a:pt x="308" y="349"/>
                </a:lnTo>
                <a:lnTo>
                  <a:pt x="308" y="350"/>
                </a:lnTo>
                <a:lnTo>
                  <a:pt x="308" y="351"/>
                </a:lnTo>
                <a:lnTo>
                  <a:pt x="308" y="352"/>
                </a:lnTo>
                <a:lnTo>
                  <a:pt x="308" y="353"/>
                </a:lnTo>
                <a:lnTo>
                  <a:pt x="308" y="354"/>
                </a:lnTo>
                <a:lnTo>
                  <a:pt x="309" y="354"/>
                </a:lnTo>
                <a:lnTo>
                  <a:pt x="310" y="354"/>
                </a:lnTo>
                <a:lnTo>
                  <a:pt x="311" y="354"/>
                </a:lnTo>
                <a:lnTo>
                  <a:pt x="312" y="354"/>
                </a:lnTo>
                <a:lnTo>
                  <a:pt x="312" y="355"/>
                </a:lnTo>
                <a:lnTo>
                  <a:pt x="313" y="355"/>
                </a:lnTo>
                <a:lnTo>
                  <a:pt x="313" y="356"/>
                </a:lnTo>
                <a:lnTo>
                  <a:pt x="313" y="357"/>
                </a:lnTo>
                <a:lnTo>
                  <a:pt x="313" y="358"/>
                </a:lnTo>
                <a:lnTo>
                  <a:pt x="314" y="358"/>
                </a:lnTo>
                <a:lnTo>
                  <a:pt x="313" y="358"/>
                </a:lnTo>
                <a:lnTo>
                  <a:pt x="313" y="359"/>
                </a:lnTo>
                <a:lnTo>
                  <a:pt x="312" y="358"/>
                </a:lnTo>
                <a:lnTo>
                  <a:pt x="312" y="359"/>
                </a:lnTo>
                <a:lnTo>
                  <a:pt x="312" y="360"/>
                </a:lnTo>
                <a:lnTo>
                  <a:pt x="311" y="360"/>
                </a:lnTo>
                <a:lnTo>
                  <a:pt x="311" y="361"/>
                </a:lnTo>
                <a:lnTo>
                  <a:pt x="310" y="361"/>
                </a:lnTo>
                <a:lnTo>
                  <a:pt x="310" y="362"/>
                </a:lnTo>
                <a:lnTo>
                  <a:pt x="309" y="362"/>
                </a:lnTo>
                <a:lnTo>
                  <a:pt x="309" y="363"/>
                </a:lnTo>
                <a:lnTo>
                  <a:pt x="309" y="364"/>
                </a:lnTo>
                <a:lnTo>
                  <a:pt x="308" y="364"/>
                </a:lnTo>
                <a:lnTo>
                  <a:pt x="308" y="365"/>
                </a:lnTo>
                <a:lnTo>
                  <a:pt x="306" y="365"/>
                </a:lnTo>
                <a:lnTo>
                  <a:pt x="306" y="364"/>
                </a:lnTo>
                <a:lnTo>
                  <a:pt x="306" y="365"/>
                </a:lnTo>
                <a:lnTo>
                  <a:pt x="305" y="365"/>
                </a:lnTo>
                <a:lnTo>
                  <a:pt x="304" y="365"/>
                </a:lnTo>
                <a:lnTo>
                  <a:pt x="304" y="364"/>
                </a:lnTo>
                <a:lnTo>
                  <a:pt x="303" y="364"/>
                </a:lnTo>
                <a:lnTo>
                  <a:pt x="303" y="365"/>
                </a:lnTo>
                <a:lnTo>
                  <a:pt x="302" y="364"/>
                </a:lnTo>
                <a:lnTo>
                  <a:pt x="301" y="364"/>
                </a:lnTo>
                <a:lnTo>
                  <a:pt x="301" y="365"/>
                </a:lnTo>
                <a:lnTo>
                  <a:pt x="301" y="364"/>
                </a:lnTo>
                <a:lnTo>
                  <a:pt x="302" y="364"/>
                </a:lnTo>
                <a:lnTo>
                  <a:pt x="302" y="363"/>
                </a:lnTo>
                <a:lnTo>
                  <a:pt x="301" y="363"/>
                </a:lnTo>
                <a:lnTo>
                  <a:pt x="301" y="364"/>
                </a:lnTo>
                <a:lnTo>
                  <a:pt x="300" y="364"/>
                </a:lnTo>
                <a:lnTo>
                  <a:pt x="301" y="364"/>
                </a:lnTo>
                <a:lnTo>
                  <a:pt x="300" y="365"/>
                </a:lnTo>
                <a:lnTo>
                  <a:pt x="299" y="365"/>
                </a:lnTo>
                <a:lnTo>
                  <a:pt x="297" y="365"/>
                </a:lnTo>
                <a:lnTo>
                  <a:pt x="297" y="366"/>
                </a:lnTo>
                <a:lnTo>
                  <a:pt x="299" y="366"/>
                </a:lnTo>
                <a:lnTo>
                  <a:pt x="299" y="368"/>
                </a:lnTo>
                <a:lnTo>
                  <a:pt x="297" y="368"/>
                </a:lnTo>
                <a:lnTo>
                  <a:pt x="297" y="369"/>
                </a:lnTo>
                <a:lnTo>
                  <a:pt x="297" y="370"/>
                </a:lnTo>
                <a:lnTo>
                  <a:pt x="296" y="371"/>
                </a:lnTo>
                <a:lnTo>
                  <a:pt x="296" y="372"/>
                </a:lnTo>
                <a:lnTo>
                  <a:pt x="295" y="372"/>
                </a:lnTo>
                <a:lnTo>
                  <a:pt x="295" y="373"/>
                </a:lnTo>
                <a:lnTo>
                  <a:pt x="294" y="373"/>
                </a:lnTo>
                <a:lnTo>
                  <a:pt x="294" y="374"/>
                </a:lnTo>
                <a:lnTo>
                  <a:pt x="294" y="375"/>
                </a:lnTo>
                <a:lnTo>
                  <a:pt x="294" y="376"/>
                </a:lnTo>
                <a:lnTo>
                  <a:pt x="293" y="376"/>
                </a:lnTo>
                <a:lnTo>
                  <a:pt x="293" y="377"/>
                </a:lnTo>
                <a:lnTo>
                  <a:pt x="293" y="380"/>
                </a:lnTo>
                <a:lnTo>
                  <a:pt x="294" y="380"/>
                </a:lnTo>
                <a:lnTo>
                  <a:pt x="294" y="381"/>
                </a:lnTo>
                <a:lnTo>
                  <a:pt x="294" y="385"/>
                </a:lnTo>
                <a:lnTo>
                  <a:pt x="295" y="385"/>
                </a:lnTo>
                <a:lnTo>
                  <a:pt x="296" y="385"/>
                </a:lnTo>
                <a:lnTo>
                  <a:pt x="296" y="386"/>
                </a:lnTo>
                <a:lnTo>
                  <a:pt x="296" y="387"/>
                </a:lnTo>
                <a:lnTo>
                  <a:pt x="297" y="387"/>
                </a:lnTo>
                <a:lnTo>
                  <a:pt x="297" y="388"/>
                </a:lnTo>
                <a:lnTo>
                  <a:pt x="296" y="388"/>
                </a:lnTo>
                <a:lnTo>
                  <a:pt x="296" y="389"/>
                </a:lnTo>
                <a:lnTo>
                  <a:pt x="296" y="390"/>
                </a:lnTo>
                <a:lnTo>
                  <a:pt x="296" y="391"/>
                </a:lnTo>
                <a:lnTo>
                  <a:pt x="296" y="392"/>
                </a:lnTo>
                <a:lnTo>
                  <a:pt x="297" y="392"/>
                </a:lnTo>
                <a:lnTo>
                  <a:pt x="297" y="393"/>
                </a:lnTo>
                <a:lnTo>
                  <a:pt x="297" y="394"/>
                </a:lnTo>
                <a:lnTo>
                  <a:pt x="296" y="394"/>
                </a:lnTo>
                <a:lnTo>
                  <a:pt x="296" y="395"/>
                </a:lnTo>
                <a:lnTo>
                  <a:pt x="297" y="395"/>
                </a:lnTo>
                <a:lnTo>
                  <a:pt x="299" y="395"/>
                </a:lnTo>
                <a:lnTo>
                  <a:pt x="299" y="396"/>
                </a:lnTo>
                <a:lnTo>
                  <a:pt x="300" y="396"/>
                </a:lnTo>
                <a:lnTo>
                  <a:pt x="301" y="396"/>
                </a:lnTo>
                <a:lnTo>
                  <a:pt x="301" y="397"/>
                </a:lnTo>
                <a:lnTo>
                  <a:pt x="301" y="396"/>
                </a:lnTo>
                <a:lnTo>
                  <a:pt x="302" y="396"/>
                </a:lnTo>
                <a:lnTo>
                  <a:pt x="303" y="396"/>
                </a:lnTo>
                <a:lnTo>
                  <a:pt x="304" y="396"/>
                </a:lnTo>
                <a:lnTo>
                  <a:pt x="305" y="396"/>
                </a:lnTo>
                <a:lnTo>
                  <a:pt x="306" y="396"/>
                </a:lnTo>
                <a:lnTo>
                  <a:pt x="308" y="396"/>
                </a:lnTo>
                <a:lnTo>
                  <a:pt x="309" y="396"/>
                </a:lnTo>
                <a:lnTo>
                  <a:pt x="309" y="397"/>
                </a:lnTo>
                <a:lnTo>
                  <a:pt x="309" y="398"/>
                </a:lnTo>
                <a:lnTo>
                  <a:pt x="308" y="398"/>
                </a:lnTo>
                <a:lnTo>
                  <a:pt x="308" y="399"/>
                </a:lnTo>
                <a:lnTo>
                  <a:pt x="309" y="399"/>
                </a:lnTo>
                <a:lnTo>
                  <a:pt x="309" y="400"/>
                </a:lnTo>
                <a:lnTo>
                  <a:pt x="309" y="401"/>
                </a:lnTo>
                <a:lnTo>
                  <a:pt x="309" y="402"/>
                </a:lnTo>
                <a:lnTo>
                  <a:pt x="310" y="402"/>
                </a:lnTo>
                <a:lnTo>
                  <a:pt x="311" y="402"/>
                </a:lnTo>
                <a:lnTo>
                  <a:pt x="312" y="402"/>
                </a:lnTo>
                <a:lnTo>
                  <a:pt x="313" y="402"/>
                </a:lnTo>
                <a:lnTo>
                  <a:pt x="314" y="402"/>
                </a:lnTo>
                <a:lnTo>
                  <a:pt x="315" y="402"/>
                </a:lnTo>
                <a:lnTo>
                  <a:pt x="316" y="402"/>
                </a:lnTo>
                <a:lnTo>
                  <a:pt x="316" y="401"/>
                </a:lnTo>
                <a:lnTo>
                  <a:pt x="320" y="401"/>
                </a:lnTo>
                <a:lnTo>
                  <a:pt x="321" y="401"/>
                </a:lnTo>
                <a:lnTo>
                  <a:pt x="322" y="401"/>
                </a:lnTo>
                <a:lnTo>
                  <a:pt x="322" y="400"/>
                </a:lnTo>
                <a:lnTo>
                  <a:pt x="324" y="400"/>
                </a:lnTo>
                <a:lnTo>
                  <a:pt x="324" y="401"/>
                </a:lnTo>
                <a:lnTo>
                  <a:pt x="324" y="402"/>
                </a:lnTo>
                <a:lnTo>
                  <a:pt x="324" y="401"/>
                </a:lnTo>
                <a:lnTo>
                  <a:pt x="324" y="402"/>
                </a:lnTo>
                <a:lnTo>
                  <a:pt x="325" y="402"/>
                </a:lnTo>
                <a:lnTo>
                  <a:pt x="326" y="402"/>
                </a:lnTo>
                <a:lnTo>
                  <a:pt x="326" y="403"/>
                </a:lnTo>
                <a:lnTo>
                  <a:pt x="326" y="404"/>
                </a:lnTo>
                <a:lnTo>
                  <a:pt x="325" y="405"/>
                </a:lnTo>
                <a:lnTo>
                  <a:pt x="325" y="406"/>
                </a:lnTo>
                <a:lnTo>
                  <a:pt x="326" y="407"/>
                </a:lnTo>
                <a:lnTo>
                  <a:pt x="326" y="408"/>
                </a:lnTo>
                <a:lnTo>
                  <a:pt x="327" y="409"/>
                </a:lnTo>
                <a:lnTo>
                  <a:pt x="327" y="410"/>
                </a:lnTo>
                <a:lnTo>
                  <a:pt x="328" y="410"/>
                </a:lnTo>
                <a:lnTo>
                  <a:pt x="328" y="411"/>
                </a:lnTo>
                <a:lnTo>
                  <a:pt x="329" y="411"/>
                </a:lnTo>
                <a:lnTo>
                  <a:pt x="329" y="412"/>
                </a:lnTo>
                <a:lnTo>
                  <a:pt x="330" y="412"/>
                </a:lnTo>
                <a:lnTo>
                  <a:pt x="331" y="412"/>
                </a:lnTo>
                <a:lnTo>
                  <a:pt x="331" y="411"/>
                </a:lnTo>
                <a:lnTo>
                  <a:pt x="332" y="411"/>
                </a:lnTo>
                <a:lnTo>
                  <a:pt x="333" y="411"/>
                </a:lnTo>
                <a:lnTo>
                  <a:pt x="333" y="410"/>
                </a:lnTo>
                <a:lnTo>
                  <a:pt x="334" y="410"/>
                </a:lnTo>
                <a:lnTo>
                  <a:pt x="334" y="409"/>
                </a:lnTo>
                <a:lnTo>
                  <a:pt x="335" y="409"/>
                </a:lnTo>
                <a:lnTo>
                  <a:pt x="336" y="409"/>
                </a:lnTo>
                <a:lnTo>
                  <a:pt x="337" y="409"/>
                </a:lnTo>
                <a:lnTo>
                  <a:pt x="338" y="408"/>
                </a:lnTo>
                <a:lnTo>
                  <a:pt x="339" y="408"/>
                </a:lnTo>
                <a:lnTo>
                  <a:pt x="340" y="407"/>
                </a:lnTo>
                <a:lnTo>
                  <a:pt x="340" y="406"/>
                </a:lnTo>
                <a:lnTo>
                  <a:pt x="341" y="406"/>
                </a:lnTo>
                <a:lnTo>
                  <a:pt x="341" y="407"/>
                </a:lnTo>
                <a:lnTo>
                  <a:pt x="342" y="407"/>
                </a:lnTo>
                <a:lnTo>
                  <a:pt x="342" y="408"/>
                </a:lnTo>
                <a:lnTo>
                  <a:pt x="341" y="408"/>
                </a:lnTo>
                <a:lnTo>
                  <a:pt x="341" y="409"/>
                </a:lnTo>
                <a:lnTo>
                  <a:pt x="342" y="409"/>
                </a:lnTo>
                <a:lnTo>
                  <a:pt x="343" y="409"/>
                </a:lnTo>
                <a:lnTo>
                  <a:pt x="344" y="410"/>
                </a:lnTo>
                <a:lnTo>
                  <a:pt x="344" y="411"/>
                </a:lnTo>
                <a:lnTo>
                  <a:pt x="343" y="411"/>
                </a:lnTo>
                <a:lnTo>
                  <a:pt x="342" y="411"/>
                </a:lnTo>
                <a:lnTo>
                  <a:pt x="342" y="412"/>
                </a:lnTo>
                <a:lnTo>
                  <a:pt x="342" y="413"/>
                </a:lnTo>
                <a:lnTo>
                  <a:pt x="343" y="412"/>
                </a:lnTo>
                <a:lnTo>
                  <a:pt x="344" y="412"/>
                </a:lnTo>
                <a:lnTo>
                  <a:pt x="342" y="413"/>
                </a:lnTo>
                <a:lnTo>
                  <a:pt x="342" y="414"/>
                </a:lnTo>
                <a:lnTo>
                  <a:pt x="343" y="415"/>
                </a:lnTo>
                <a:lnTo>
                  <a:pt x="344" y="414"/>
                </a:lnTo>
                <a:lnTo>
                  <a:pt x="344" y="415"/>
                </a:lnTo>
                <a:lnTo>
                  <a:pt x="345" y="415"/>
                </a:lnTo>
                <a:lnTo>
                  <a:pt x="347" y="414"/>
                </a:lnTo>
                <a:lnTo>
                  <a:pt x="347" y="413"/>
                </a:lnTo>
                <a:lnTo>
                  <a:pt x="347" y="414"/>
                </a:lnTo>
                <a:lnTo>
                  <a:pt x="348" y="414"/>
                </a:lnTo>
                <a:lnTo>
                  <a:pt x="348" y="415"/>
                </a:lnTo>
                <a:lnTo>
                  <a:pt x="349" y="415"/>
                </a:lnTo>
                <a:lnTo>
                  <a:pt x="349" y="414"/>
                </a:lnTo>
                <a:lnTo>
                  <a:pt x="350" y="414"/>
                </a:lnTo>
                <a:lnTo>
                  <a:pt x="351" y="414"/>
                </a:lnTo>
                <a:lnTo>
                  <a:pt x="352" y="415"/>
                </a:lnTo>
                <a:lnTo>
                  <a:pt x="352" y="414"/>
                </a:lnTo>
                <a:lnTo>
                  <a:pt x="353" y="414"/>
                </a:lnTo>
                <a:lnTo>
                  <a:pt x="352" y="413"/>
                </a:lnTo>
                <a:lnTo>
                  <a:pt x="353" y="413"/>
                </a:lnTo>
                <a:lnTo>
                  <a:pt x="353" y="412"/>
                </a:lnTo>
                <a:lnTo>
                  <a:pt x="354" y="412"/>
                </a:lnTo>
                <a:lnTo>
                  <a:pt x="354" y="414"/>
                </a:lnTo>
                <a:lnTo>
                  <a:pt x="355" y="414"/>
                </a:lnTo>
                <a:lnTo>
                  <a:pt x="355" y="413"/>
                </a:lnTo>
                <a:lnTo>
                  <a:pt x="356" y="413"/>
                </a:lnTo>
                <a:lnTo>
                  <a:pt x="357" y="412"/>
                </a:lnTo>
                <a:lnTo>
                  <a:pt x="356" y="412"/>
                </a:lnTo>
                <a:lnTo>
                  <a:pt x="357" y="411"/>
                </a:lnTo>
                <a:lnTo>
                  <a:pt x="358" y="412"/>
                </a:lnTo>
                <a:lnTo>
                  <a:pt x="358" y="411"/>
                </a:lnTo>
                <a:lnTo>
                  <a:pt x="359" y="411"/>
                </a:lnTo>
                <a:lnTo>
                  <a:pt x="360" y="410"/>
                </a:lnTo>
                <a:lnTo>
                  <a:pt x="361" y="410"/>
                </a:lnTo>
                <a:lnTo>
                  <a:pt x="362" y="410"/>
                </a:lnTo>
                <a:lnTo>
                  <a:pt x="363" y="409"/>
                </a:lnTo>
                <a:lnTo>
                  <a:pt x="364" y="409"/>
                </a:lnTo>
                <a:lnTo>
                  <a:pt x="363" y="409"/>
                </a:lnTo>
                <a:lnTo>
                  <a:pt x="366" y="409"/>
                </a:lnTo>
                <a:lnTo>
                  <a:pt x="367" y="409"/>
                </a:lnTo>
                <a:lnTo>
                  <a:pt x="367" y="410"/>
                </a:lnTo>
                <a:lnTo>
                  <a:pt x="368" y="410"/>
                </a:lnTo>
                <a:lnTo>
                  <a:pt x="368" y="411"/>
                </a:lnTo>
                <a:lnTo>
                  <a:pt x="369" y="410"/>
                </a:lnTo>
                <a:lnTo>
                  <a:pt x="369" y="409"/>
                </a:lnTo>
                <a:lnTo>
                  <a:pt x="370" y="409"/>
                </a:lnTo>
                <a:lnTo>
                  <a:pt x="371" y="409"/>
                </a:lnTo>
                <a:lnTo>
                  <a:pt x="372" y="409"/>
                </a:lnTo>
                <a:lnTo>
                  <a:pt x="373" y="409"/>
                </a:lnTo>
                <a:lnTo>
                  <a:pt x="374" y="409"/>
                </a:lnTo>
                <a:lnTo>
                  <a:pt x="374" y="411"/>
                </a:lnTo>
                <a:lnTo>
                  <a:pt x="374" y="412"/>
                </a:lnTo>
                <a:lnTo>
                  <a:pt x="375" y="412"/>
                </a:lnTo>
                <a:lnTo>
                  <a:pt x="375" y="413"/>
                </a:lnTo>
                <a:lnTo>
                  <a:pt x="375" y="414"/>
                </a:lnTo>
                <a:lnTo>
                  <a:pt x="375" y="415"/>
                </a:lnTo>
                <a:lnTo>
                  <a:pt x="376" y="416"/>
                </a:lnTo>
                <a:lnTo>
                  <a:pt x="376" y="417"/>
                </a:lnTo>
                <a:lnTo>
                  <a:pt x="377" y="419"/>
                </a:lnTo>
                <a:lnTo>
                  <a:pt x="378" y="421"/>
                </a:lnTo>
                <a:lnTo>
                  <a:pt x="378" y="422"/>
                </a:lnTo>
                <a:lnTo>
                  <a:pt x="377" y="422"/>
                </a:lnTo>
                <a:lnTo>
                  <a:pt x="378" y="422"/>
                </a:lnTo>
                <a:lnTo>
                  <a:pt x="379" y="423"/>
                </a:lnTo>
                <a:lnTo>
                  <a:pt x="380" y="424"/>
                </a:lnTo>
                <a:lnTo>
                  <a:pt x="380" y="425"/>
                </a:lnTo>
                <a:lnTo>
                  <a:pt x="381" y="426"/>
                </a:lnTo>
                <a:lnTo>
                  <a:pt x="381" y="427"/>
                </a:lnTo>
                <a:lnTo>
                  <a:pt x="382" y="427"/>
                </a:lnTo>
                <a:lnTo>
                  <a:pt x="382" y="428"/>
                </a:lnTo>
                <a:lnTo>
                  <a:pt x="383" y="429"/>
                </a:lnTo>
                <a:lnTo>
                  <a:pt x="383" y="430"/>
                </a:lnTo>
                <a:lnTo>
                  <a:pt x="384" y="432"/>
                </a:lnTo>
                <a:lnTo>
                  <a:pt x="385" y="433"/>
                </a:lnTo>
                <a:lnTo>
                  <a:pt x="386" y="434"/>
                </a:lnTo>
                <a:lnTo>
                  <a:pt x="387" y="436"/>
                </a:lnTo>
                <a:lnTo>
                  <a:pt x="387" y="437"/>
                </a:lnTo>
                <a:lnTo>
                  <a:pt x="388" y="437"/>
                </a:lnTo>
                <a:lnTo>
                  <a:pt x="389" y="437"/>
                </a:lnTo>
                <a:lnTo>
                  <a:pt x="389" y="438"/>
                </a:lnTo>
                <a:lnTo>
                  <a:pt x="390" y="438"/>
                </a:lnTo>
                <a:lnTo>
                  <a:pt x="390" y="437"/>
                </a:lnTo>
                <a:lnTo>
                  <a:pt x="391" y="436"/>
                </a:lnTo>
                <a:lnTo>
                  <a:pt x="392" y="437"/>
                </a:lnTo>
                <a:lnTo>
                  <a:pt x="393" y="436"/>
                </a:lnTo>
                <a:lnTo>
                  <a:pt x="394" y="437"/>
                </a:lnTo>
                <a:lnTo>
                  <a:pt x="396" y="435"/>
                </a:lnTo>
                <a:lnTo>
                  <a:pt x="397" y="435"/>
                </a:lnTo>
                <a:lnTo>
                  <a:pt x="398" y="436"/>
                </a:lnTo>
                <a:lnTo>
                  <a:pt x="395" y="438"/>
                </a:lnTo>
                <a:lnTo>
                  <a:pt x="396" y="439"/>
                </a:lnTo>
                <a:lnTo>
                  <a:pt x="399" y="436"/>
                </a:lnTo>
                <a:lnTo>
                  <a:pt x="403" y="434"/>
                </a:lnTo>
                <a:lnTo>
                  <a:pt x="405" y="433"/>
                </a:lnTo>
                <a:lnTo>
                  <a:pt x="406" y="435"/>
                </a:lnTo>
                <a:lnTo>
                  <a:pt x="404" y="436"/>
                </a:lnTo>
                <a:lnTo>
                  <a:pt x="404" y="437"/>
                </a:lnTo>
                <a:lnTo>
                  <a:pt x="401" y="438"/>
                </a:lnTo>
                <a:lnTo>
                  <a:pt x="400" y="438"/>
                </a:lnTo>
                <a:lnTo>
                  <a:pt x="399" y="438"/>
                </a:lnTo>
                <a:lnTo>
                  <a:pt x="400" y="440"/>
                </a:lnTo>
                <a:lnTo>
                  <a:pt x="401" y="439"/>
                </a:lnTo>
                <a:lnTo>
                  <a:pt x="402" y="439"/>
                </a:lnTo>
                <a:lnTo>
                  <a:pt x="401" y="439"/>
                </a:lnTo>
                <a:lnTo>
                  <a:pt x="400" y="441"/>
                </a:lnTo>
                <a:lnTo>
                  <a:pt x="397" y="443"/>
                </a:lnTo>
                <a:lnTo>
                  <a:pt x="397" y="444"/>
                </a:lnTo>
                <a:lnTo>
                  <a:pt x="397" y="445"/>
                </a:lnTo>
                <a:lnTo>
                  <a:pt x="396" y="445"/>
                </a:lnTo>
                <a:lnTo>
                  <a:pt x="395" y="445"/>
                </a:lnTo>
                <a:lnTo>
                  <a:pt x="394" y="445"/>
                </a:lnTo>
                <a:lnTo>
                  <a:pt x="393" y="444"/>
                </a:lnTo>
                <a:lnTo>
                  <a:pt x="392" y="445"/>
                </a:lnTo>
                <a:lnTo>
                  <a:pt x="394" y="447"/>
                </a:lnTo>
                <a:lnTo>
                  <a:pt x="394" y="448"/>
                </a:lnTo>
                <a:lnTo>
                  <a:pt x="393" y="449"/>
                </a:lnTo>
                <a:lnTo>
                  <a:pt x="393" y="450"/>
                </a:lnTo>
                <a:lnTo>
                  <a:pt x="392" y="451"/>
                </a:lnTo>
                <a:lnTo>
                  <a:pt x="392" y="452"/>
                </a:lnTo>
                <a:lnTo>
                  <a:pt x="392" y="453"/>
                </a:lnTo>
                <a:lnTo>
                  <a:pt x="391" y="453"/>
                </a:lnTo>
                <a:lnTo>
                  <a:pt x="391" y="454"/>
                </a:lnTo>
                <a:lnTo>
                  <a:pt x="392" y="454"/>
                </a:lnTo>
                <a:lnTo>
                  <a:pt x="393" y="454"/>
                </a:lnTo>
                <a:lnTo>
                  <a:pt x="392" y="455"/>
                </a:lnTo>
                <a:lnTo>
                  <a:pt x="391" y="455"/>
                </a:lnTo>
                <a:lnTo>
                  <a:pt x="390" y="455"/>
                </a:lnTo>
                <a:lnTo>
                  <a:pt x="389" y="455"/>
                </a:lnTo>
                <a:lnTo>
                  <a:pt x="389" y="456"/>
                </a:lnTo>
                <a:lnTo>
                  <a:pt x="390" y="457"/>
                </a:lnTo>
                <a:lnTo>
                  <a:pt x="390" y="458"/>
                </a:lnTo>
                <a:lnTo>
                  <a:pt x="389" y="459"/>
                </a:lnTo>
                <a:lnTo>
                  <a:pt x="388" y="459"/>
                </a:lnTo>
                <a:lnTo>
                  <a:pt x="387" y="459"/>
                </a:lnTo>
                <a:lnTo>
                  <a:pt x="387" y="460"/>
                </a:lnTo>
                <a:lnTo>
                  <a:pt x="387" y="461"/>
                </a:lnTo>
                <a:lnTo>
                  <a:pt x="386" y="461"/>
                </a:lnTo>
                <a:lnTo>
                  <a:pt x="386" y="462"/>
                </a:lnTo>
                <a:lnTo>
                  <a:pt x="386" y="463"/>
                </a:lnTo>
                <a:lnTo>
                  <a:pt x="385" y="463"/>
                </a:lnTo>
                <a:lnTo>
                  <a:pt x="384" y="464"/>
                </a:lnTo>
                <a:lnTo>
                  <a:pt x="383" y="464"/>
                </a:lnTo>
                <a:lnTo>
                  <a:pt x="382" y="464"/>
                </a:lnTo>
                <a:lnTo>
                  <a:pt x="381" y="464"/>
                </a:lnTo>
                <a:lnTo>
                  <a:pt x="380" y="464"/>
                </a:lnTo>
                <a:lnTo>
                  <a:pt x="380" y="465"/>
                </a:lnTo>
                <a:lnTo>
                  <a:pt x="379" y="465"/>
                </a:lnTo>
                <a:lnTo>
                  <a:pt x="378" y="464"/>
                </a:lnTo>
                <a:lnTo>
                  <a:pt x="378" y="465"/>
                </a:lnTo>
                <a:lnTo>
                  <a:pt x="377" y="465"/>
                </a:lnTo>
                <a:lnTo>
                  <a:pt x="376" y="465"/>
                </a:lnTo>
                <a:lnTo>
                  <a:pt x="375" y="465"/>
                </a:lnTo>
                <a:lnTo>
                  <a:pt x="375" y="464"/>
                </a:lnTo>
                <a:lnTo>
                  <a:pt x="374" y="464"/>
                </a:lnTo>
                <a:lnTo>
                  <a:pt x="373" y="465"/>
                </a:lnTo>
                <a:lnTo>
                  <a:pt x="372" y="465"/>
                </a:lnTo>
                <a:lnTo>
                  <a:pt x="371" y="465"/>
                </a:lnTo>
                <a:lnTo>
                  <a:pt x="371" y="466"/>
                </a:lnTo>
                <a:lnTo>
                  <a:pt x="370" y="466"/>
                </a:lnTo>
                <a:lnTo>
                  <a:pt x="370" y="467"/>
                </a:lnTo>
                <a:lnTo>
                  <a:pt x="371" y="468"/>
                </a:lnTo>
                <a:lnTo>
                  <a:pt x="370" y="468"/>
                </a:lnTo>
                <a:lnTo>
                  <a:pt x="370" y="469"/>
                </a:lnTo>
                <a:lnTo>
                  <a:pt x="369" y="469"/>
                </a:lnTo>
                <a:lnTo>
                  <a:pt x="369" y="470"/>
                </a:lnTo>
                <a:lnTo>
                  <a:pt x="369" y="471"/>
                </a:lnTo>
                <a:lnTo>
                  <a:pt x="368" y="472"/>
                </a:lnTo>
                <a:lnTo>
                  <a:pt x="368" y="473"/>
                </a:lnTo>
                <a:lnTo>
                  <a:pt x="367" y="474"/>
                </a:lnTo>
                <a:lnTo>
                  <a:pt x="367" y="476"/>
                </a:lnTo>
                <a:lnTo>
                  <a:pt x="367" y="477"/>
                </a:lnTo>
                <a:lnTo>
                  <a:pt x="367" y="478"/>
                </a:lnTo>
                <a:lnTo>
                  <a:pt x="366" y="478"/>
                </a:lnTo>
                <a:lnTo>
                  <a:pt x="366" y="479"/>
                </a:lnTo>
                <a:lnTo>
                  <a:pt x="365" y="479"/>
                </a:lnTo>
                <a:lnTo>
                  <a:pt x="364" y="481"/>
                </a:lnTo>
                <a:lnTo>
                  <a:pt x="363" y="482"/>
                </a:lnTo>
                <a:lnTo>
                  <a:pt x="363" y="483"/>
                </a:lnTo>
                <a:lnTo>
                  <a:pt x="362" y="483"/>
                </a:lnTo>
                <a:lnTo>
                  <a:pt x="360" y="487"/>
                </a:lnTo>
                <a:lnTo>
                  <a:pt x="359" y="487"/>
                </a:lnTo>
                <a:lnTo>
                  <a:pt x="358" y="488"/>
                </a:lnTo>
                <a:lnTo>
                  <a:pt x="357" y="488"/>
                </a:lnTo>
                <a:lnTo>
                  <a:pt x="356" y="488"/>
                </a:lnTo>
                <a:lnTo>
                  <a:pt x="355" y="487"/>
                </a:lnTo>
                <a:lnTo>
                  <a:pt x="354" y="487"/>
                </a:lnTo>
                <a:lnTo>
                  <a:pt x="353" y="487"/>
                </a:lnTo>
                <a:lnTo>
                  <a:pt x="352" y="487"/>
                </a:lnTo>
                <a:lnTo>
                  <a:pt x="352" y="486"/>
                </a:lnTo>
                <a:lnTo>
                  <a:pt x="351" y="486"/>
                </a:lnTo>
                <a:lnTo>
                  <a:pt x="349" y="486"/>
                </a:lnTo>
                <a:lnTo>
                  <a:pt x="348" y="487"/>
                </a:lnTo>
                <a:lnTo>
                  <a:pt x="347" y="487"/>
                </a:lnTo>
                <a:lnTo>
                  <a:pt x="346" y="488"/>
                </a:lnTo>
                <a:lnTo>
                  <a:pt x="345" y="488"/>
                </a:lnTo>
                <a:lnTo>
                  <a:pt x="344" y="488"/>
                </a:lnTo>
                <a:lnTo>
                  <a:pt x="344" y="489"/>
                </a:lnTo>
                <a:lnTo>
                  <a:pt x="343" y="488"/>
                </a:lnTo>
                <a:lnTo>
                  <a:pt x="342" y="488"/>
                </a:lnTo>
                <a:lnTo>
                  <a:pt x="341" y="488"/>
                </a:lnTo>
                <a:lnTo>
                  <a:pt x="339" y="488"/>
                </a:lnTo>
                <a:lnTo>
                  <a:pt x="338" y="488"/>
                </a:lnTo>
                <a:lnTo>
                  <a:pt x="337" y="487"/>
                </a:lnTo>
                <a:lnTo>
                  <a:pt x="336" y="488"/>
                </a:lnTo>
                <a:lnTo>
                  <a:pt x="335" y="488"/>
                </a:lnTo>
                <a:lnTo>
                  <a:pt x="334" y="488"/>
                </a:lnTo>
                <a:lnTo>
                  <a:pt x="333" y="488"/>
                </a:lnTo>
                <a:lnTo>
                  <a:pt x="332" y="488"/>
                </a:lnTo>
                <a:lnTo>
                  <a:pt x="330" y="488"/>
                </a:lnTo>
                <a:lnTo>
                  <a:pt x="329" y="487"/>
                </a:lnTo>
                <a:lnTo>
                  <a:pt x="328" y="487"/>
                </a:lnTo>
                <a:lnTo>
                  <a:pt x="327" y="487"/>
                </a:lnTo>
                <a:lnTo>
                  <a:pt x="326" y="488"/>
                </a:lnTo>
                <a:lnTo>
                  <a:pt x="325" y="488"/>
                </a:lnTo>
                <a:lnTo>
                  <a:pt x="324" y="488"/>
                </a:lnTo>
                <a:lnTo>
                  <a:pt x="324" y="489"/>
                </a:lnTo>
                <a:lnTo>
                  <a:pt x="323" y="489"/>
                </a:lnTo>
                <a:lnTo>
                  <a:pt x="321" y="489"/>
                </a:lnTo>
                <a:lnTo>
                  <a:pt x="319" y="488"/>
                </a:lnTo>
                <a:lnTo>
                  <a:pt x="318" y="488"/>
                </a:lnTo>
                <a:lnTo>
                  <a:pt x="317" y="488"/>
                </a:lnTo>
                <a:lnTo>
                  <a:pt x="317" y="489"/>
                </a:lnTo>
                <a:lnTo>
                  <a:pt x="316" y="489"/>
                </a:lnTo>
                <a:lnTo>
                  <a:pt x="316" y="488"/>
                </a:lnTo>
                <a:lnTo>
                  <a:pt x="315" y="489"/>
                </a:lnTo>
                <a:lnTo>
                  <a:pt x="315" y="488"/>
                </a:lnTo>
                <a:lnTo>
                  <a:pt x="313" y="488"/>
                </a:lnTo>
                <a:lnTo>
                  <a:pt x="312" y="488"/>
                </a:lnTo>
                <a:lnTo>
                  <a:pt x="311" y="488"/>
                </a:lnTo>
                <a:lnTo>
                  <a:pt x="310" y="488"/>
                </a:lnTo>
                <a:lnTo>
                  <a:pt x="309" y="488"/>
                </a:lnTo>
                <a:lnTo>
                  <a:pt x="307" y="489"/>
                </a:lnTo>
                <a:lnTo>
                  <a:pt x="306" y="489"/>
                </a:lnTo>
                <a:lnTo>
                  <a:pt x="305" y="489"/>
                </a:lnTo>
                <a:lnTo>
                  <a:pt x="305" y="488"/>
                </a:lnTo>
                <a:lnTo>
                  <a:pt x="304" y="488"/>
                </a:lnTo>
                <a:lnTo>
                  <a:pt x="303" y="488"/>
                </a:lnTo>
                <a:lnTo>
                  <a:pt x="303" y="487"/>
                </a:lnTo>
                <a:lnTo>
                  <a:pt x="302" y="488"/>
                </a:lnTo>
                <a:lnTo>
                  <a:pt x="301" y="488"/>
                </a:lnTo>
                <a:lnTo>
                  <a:pt x="301" y="489"/>
                </a:lnTo>
                <a:lnTo>
                  <a:pt x="301" y="490"/>
                </a:lnTo>
                <a:lnTo>
                  <a:pt x="300" y="491"/>
                </a:lnTo>
                <a:lnTo>
                  <a:pt x="299" y="491"/>
                </a:lnTo>
                <a:lnTo>
                  <a:pt x="299" y="492"/>
                </a:lnTo>
                <a:lnTo>
                  <a:pt x="297" y="493"/>
                </a:lnTo>
                <a:lnTo>
                  <a:pt x="297" y="494"/>
                </a:lnTo>
                <a:lnTo>
                  <a:pt x="297" y="497"/>
                </a:lnTo>
                <a:lnTo>
                  <a:pt x="297" y="498"/>
                </a:lnTo>
                <a:lnTo>
                  <a:pt x="296" y="498"/>
                </a:lnTo>
                <a:lnTo>
                  <a:pt x="295" y="498"/>
                </a:lnTo>
                <a:lnTo>
                  <a:pt x="295" y="497"/>
                </a:lnTo>
                <a:lnTo>
                  <a:pt x="294" y="497"/>
                </a:lnTo>
                <a:lnTo>
                  <a:pt x="294" y="498"/>
                </a:lnTo>
                <a:lnTo>
                  <a:pt x="294" y="499"/>
                </a:lnTo>
                <a:lnTo>
                  <a:pt x="295" y="499"/>
                </a:lnTo>
                <a:lnTo>
                  <a:pt x="294" y="500"/>
                </a:lnTo>
                <a:lnTo>
                  <a:pt x="293" y="500"/>
                </a:lnTo>
                <a:lnTo>
                  <a:pt x="292" y="500"/>
                </a:lnTo>
                <a:lnTo>
                  <a:pt x="291" y="501"/>
                </a:lnTo>
                <a:lnTo>
                  <a:pt x="290" y="501"/>
                </a:lnTo>
                <a:lnTo>
                  <a:pt x="290" y="502"/>
                </a:lnTo>
                <a:lnTo>
                  <a:pt x="290" y="504"/>
                </a:lnTo>
                <a:lnTo>
                  <a:pt x="289" y="505"/>
                </a:lnTo>
                <a:lnTo>
                  <a:pt x="288" y="506"/>
                </a:lnTo>
                <a:lnTo>
                  <a:pt x="287" y="506"/>
                </a:lnTo>
                <a:lnTo>
                  <a:pt x="287" y="505"/>
                </a:lnTo>
                <a:lnTo>
                  <a:pt x="287" y="506"/>
                </a:lnTo>
                <a:lnTo>
                  <a:pt x="287" y="507"/>
                </a:lnTo>
                <a:lnTo>
                  <a:pt x="286" y="508"/>
                </a:lnTo>
                <a:lnTo>
                  <a:pt x="286" y="509"/>
                </a:lnTo>
                <a:lnTo>
                  <a:pt x="285" y="509"/>
                </a:lnTo>
                <a:lnTo>
                  <a:pt x="285" y="510"/>
                </a:lnTo>
                <a:lnTo>
                  <a:pt x="284" y="511"/>
                </a:lnTo>
                <a:lnTo>
                  <a:pt x="283" y="512"/>
                </a:lnTo>
                <a:lnTo>
                  <a:pt x="281" y="513"/>
                </a:lnTo>
                <a:lnTo>
                  <a:pt x="280" y="514"/>
                </a:lnTo>
                <a:lnTo>
                  <a:pt x="280" y="515"/>
                </a:lnTo>
                <a:lnTo>
                  <a:pt x="278" y="516"/>
                </a:lnTo>
                <a:lnTo>
                  <a:pt x="278" y="517"/>
                </a:lnTo>
                <a:lnTo>
                  <a:pt x="276" y="518"/>
                </a:lnTo>
                <a:lnTo>
                  <a:pt x="276" y="519"/>
                </a:lnTo>
                <a:lnTo>
                  <a:pt x="275" y="519"/>
                </a:lnTo>
                <a:lnTo>
                  <a:pt x="275" y="520"/>
                </a:lnTo>
                <a:lnTo>
                  <a:pt x="274" y="520"/>
                </a:lnTo>
                <a:lnTo>
                  <a:pt x="273" y="521"/>
                </a:lnTo>
                <a:lnTo>
                  <a:pt x="273" y="522"/>
                </a:lnTo>
                <a:lnTo>
                  <a:pt x="272" y="522"/>
                </a:lnTo>
                <a:lnTo>
                  <a:pt x="271" y="522"/>
                </a:lnTo>
                <a:lnTo>
                  <a:pt x="271" y="523"/>
                </a:lnTo>
                <a:lnTo>
                  <a:pt x="270" y="523"/>
                </a:lnTo>
                <a:lnTo>
                  <a:pt x="269" y="524"/>
                </a:lnTo>
                <a:lnTo>
                  <a:pt x="269" y="526"/>
                </a:lnTo>
                <a:lnTo>
                  <a:pt x="269" y="527"/>
                </a:lnTo>
                <a:lnTo>
                  <a:pt x="268" y="526"/>
                </a:lnTo>
                <a:lnTo>
                  <a:pt x="267" y="526"/>
                </a:lnTo>
                <a:lnTo>
                  <a:pt x="266" y="525"/>
                </a:lnTo>
                <a:lnTo>
                  <a:pt x="266" y="524"/>
                </a:lnTo>
                <a:lnTo>
                  <a:pt x="266" y="523"/>
                </a:lnTo>
                <a:lnTo>
                  <a:pt x="265" y="523"/>
                </a:lnTo>
                <a:lnTo>
                  <a:pt x="264" y="523"/>
                </a:lnTo>
                <a:lnTo>
                  <a:pt x="264" y="522"/>
                </a:lnTo>
                <a:lnTo>
                  <a:pt x="263" y="522"/>
                </a:lnTo>
                <a:lnTo>
                  <a:pt x="263" y="521"/>
                </a:lnTo>
                <a:lnTo>
                  <a:pt x="262" y="521"/>
                </a:lnTo>
                <a:lnTo>
                  <a:pt x="263" y="520"/>
                </a:lnTo>
                <a:lnTo>
                  <a:pt x="263" y="519"/>
                </a:lnTo>
                <a:lnTo>
                  <a:pt x="263" y="518"/>
                </a:lnTo>
                <a:lnTo>
                  <a:pt x="262" y="517"/>
                </a:lnTo>
                <a:lnTo>
                  <a:pt x="262" y="518"/>
                </a:lnTo>
                <a:lnTo>
                  <a:pt x="261" y="518"/>
                </a:lnTo>
                <a:lnTo>
                  <a:pt x="260" y="517"/>
                </a:lnTo>
                <a:lnTo>
                  <a:pt x="260" y="516"/>
                </a:lnTo>
                <a:lnTo>
                  <a:pt x="259" y="516"/>
                </a:lnTo>
                <a:lnTo>
                  <a:pt x="258" y="516"/>
                </a:lnTo>
                <a:lnTo>
                  <a:pt x="259" y="516"/>
                </a:lnTo>
                <a:lnTo>
                  <a:pt x="259" y="517"/>
                </a:lnTo>
                <a:lnTo>
                  <a:pt x="258" y="517"/>
                </a:lnTo>
                <a:lnTo>
                  <a:pt x="257" y="517"/>
                </a:lnTo>
                <a:lnTo>
                  <a:pt x="257" y="518"/>
                </a:lnTo>
                <a:lnTo>
                  <a:pt x="257" y="517"/>
                </a:lnTo>
                <a:lnTo>
                  <a:pt x="256" y="517"/>
                </a:lnTo>
                <a:lnTo>
                  <a:pt x="256" y="518"/>
                </a:lnTo>
                <a:lnTo>
                  <a:pt x="255" y="519"/>
                </a:lnTo>
                <a:lnTo>
                  <a:pt x="256" y="520"/>
                </a:lnTo>
                <a:lnTo>
                  <a:pt x="255" y="520"/>
                </a:lnTo>
                <a:lnTo>
                  <a:pt x="255" y="521"/>
                </a:lnTo>
                <a:lnTo>
                  <a:pt x="256" y="522"/>
                </a:lnTo>
                <a:lnTo>
                  <a:pt x="255" y="522"/>
                </a:lnTo>
                <a:lnTo>
                  <a:pt x="254" y="522"/>
                </a:lnTo>
                <a:lnTo>
                  <a:pt x="255" y="522"/>
                </a:lnTo>
                <a:lnTo>
                  <a:pt x="255" y="523"/>
                </a:lnTo>
                <a:lnTo>
                  <a:pt x="254" y="523"/>
                </a:lnTo>
                <a:lnTo>
                  <a:pt x="255" y="523"/>
                </a:lnTo>
                <a:lnTo>
                  <a:pt x="255" y="524"/>
                </a:lnTo>
                <a:lnTo>
                  <a:pt x="256" y="524"/>
                </a:lnTo>
                <a:lnTo>
                  <a:pt x="256" y="525"/>
                </a:lnTo>
                <a:lnTo>
                  <a:pt x="255" y="525"/>
                </a:lnTo>
                <a:lnTo>
                  <a:pt x="255" y="526"/>
                </a:lnTo>
                <a:lnTo>
                  <a:pt x="254" y="526"/>
                </a:lnTo>
                <a:lnTo>
                  <a:pt x="254" y="527"/>
                </a:lnTo>
                <a:lnTo>
                  <a:pt x="255" y="527"/>
                </a:lnTo>
                <a:lnTo>
                  <a:pt x="254" y="527"/>
                </a:lnTo>
                <a:lnTo>
                  <a:pt x="254" y="528"/>
                </a:lnTo>
                <a:lnTo>
                  <a:pt x="254" y="527"/>
                </a:lnTo>
                <a:lnTo>
                  <a:pt x="253" y="527"/>
                </a:lnTo>
                <a:lnTo>
                  <a:pt x="253" y="526"/>
                </a:lnTo>
                <a:lnTo>
                  <a:pt x="252" y="526"/>
                </a:lnTo>
                <a:lnTo>
                  <a:pt x="252" y="525"/>
                </a:lnTo>
                <a:lnTo>
                  <a:pt x="251" y="525"/>
                </a:lnTo>
                <a:lnTo>
                  <a:pt x="251" y="526"/>
                </a:lnTo>
                <a:lnTo>
                  <a:pt x="250" y="526"/>
                </a:lnTo>
                <a:lnTo>
                  <a:pt x="249" y="526"/>
                </a:lnTo>
                <a:lnTo>
                  <a:pt x="249" y="527"/>
                </a:lnTo>
                <a:lnTo>
                  <a:pt x="250" y="527"/>
                </a:lnTo>
                <a:lnTo>
                  <a:pt x="250" y="528"/>
                </a:lnTo>
                <a:lnTo>
                  <a:pt x="251" y="529"/>
                </a:lnTo>
                <a:lnTo>
                  <a:pt x="251" y="530"/>
                </a:lnTo>
                <a:lnTo>
                  <a:pt x="250" y="531"/>
                </a:lnTo>
                <a:lnTo>
                  <a:pt x="250" y="532"/>
                </a:lnTo>
                <a:lnTo>
                  <a:pt x="252" y="532"/>
                </a:lnTo>
                <a:lnTo>
                  <a:pt x="253" y="532"/>
                </a:lnTo>
                <a:lnTo>
                  <a:pt x="253" y="531"/>
                </a:lnTo>
                <a:lnTo>
                  <a:pt x="254" y="531"/>
                </a:lnTo>
                <a:lnTo>
                  <a:pt x="254" y="532"/>
                </a:lnTo>
                <a:lnTo>
                  <a:pt x="253" y="532"/>
                </a:lnTo>
                <a:lnTo>
                  <a:pt x="254" y="532"/>
                </a:lnTo>
                <a:lnTo>
                  <a:pt x="254" y="533"/>
                </a:lnTo>
                <a:lnTo>
                  <a:pt x="255" y="534"/>
                </a:lnTo>
                <a:lnTo>
                  <a:pt x="254" y="534"/>
                </a:lnTo>
                <a:lnTo>
                  <a:pt x="254" y="535"/>
                </a:lnTo>
                <a:lnTo>
                  <a:pt x="253" y="535"/>
                </a:lnTo>
                <a:lnTo>
                  <a:pt x="253" y="536"/>
                </a:lnTo>
                <a:lnTo>
                  <a:pt x="252" y="536"/>
                </a:lnTo>
                <a:lnTo>
                  <a:pt x="252" y="537"/>
                </a:lnTo>
                <a:lnTo>
                  <a:pt x="251" y="537"/>
                </a:lnTo>
                <a:lnTo>
                  <a:pt x="251" y="538"/>
                </a:lnTo>
                <a:lnTo>
                  <a:pt x="250" y="538"/>
                </a:lnTo>
                <a:lnTo>
                  <a:pt x="249" y="538"/>
                </a:lnTo>
                <a:lnTo>
                  <a:pt x="248" y="538"/>
                </a:lnTo>
                <a:lnTo>
                  <a:pt x="247" y="538"/>
                </a:lnTo>
                <a:lnTo>
                  <a:pt x="246" y="538"/>
                </a:lnTo>
                <a:lnTo>
                  <a:pt x="246" y="537"/>
                </a:lnTo>
                <a:lnTo>
                  <a:pt x="245" y="537"/>
                </a:lnTo>
                <a:lnTo>
                  <a:pt x="244" y="536"/>
                </a:lnTo>
                <a:lnTo>
                  <a:pt x="242" y="537"/>
                </a:lnTo>
                <a:lnTo>
                  <a:pt x="241" y="537"/>
                </a:lnTo>
                <a:lnTo>
                  <a:pt x="240" y="537"/>
                </a:lnTo>
                <a:lnTo>
                  <a:pt x="239" y="537"/>
                </a:lnTo>
                <a:lnTo>
                  <a:pt x="239" y="538"/>
                </a:lnTo>
                <a:lnTo>
                  <a:pt x="238" y="538"/>
                </a:lnTo>
                <a:lnTo>
                  <a:pt x="237" y="537"/>
                </a:lnTo>
                <a:lnTo>
                  <a:pt x="236" y="537"/>
                </a:lnTo>
                <a:lnTo>
                  <a:pt x="236" y="538"/>
                </a:lnTo>
                <a:lnTo>
                  <a:pt x="235" y="538"/>
                </a:lnTo>
                <a:lnTo>
                  <a:pt x="234" y="538"/>
                </a:lnTo>
                <a:lnTo>
                  <a:pt x="234" y="539"/>
                </a:lnTo>
                <a:lnTo>
                  <a:pt x="233" y="539"/>
                </a:lnTo>
                <a:lnTo>
                  <a:pt x="232" y="539"/>
                </a:lnTo>
                <a:lnTo>
                  <a:pt x="231" y="539"/>
                </a:lnTo>
                <a:lnTo>
                  <a:pt x="230" y="539"/>
                </a:lnTo>
                <a:lnTo>
                  <a:pt x="230" y="540"/>
                </a:lnTo>
                <a:lnTo>
                  <a:pt x="229" y="540"/>
                </a:lnTo>
                <a:lnTo>
                  <a:pt x="228" y="540"/>
                </a:lnTo>
                <a:lnTo>
                  <a:pt x="227" y="541"/>
                </a:lnTo>
                <a:lnTo>
                  <a:pt x="228" y="542"/>
                </a:lnTo>
                <a:lnTo>
                  <a:pt x="228" y="543"/>
                </a:lnTo>
                <a:lnTo>
                  <a:pt x="228" y="544"/>
                </a:lnTo>
                <a:lnTo>
                  <a:pt x="227" y="544"/>
                </a:lnTo>
                <a:lnTo>
                  <a:pt x="227" y="545"/>
                </a:lnTo>
                <a:lnTo>
                  <a:pt x="226" y="546"/>
                </a:lnTo>
                <a:lnTo>
                  <a:pt x="227" y="546"/>
                </a:lnTo>
                <a:lnTo>
                  <a:pt x="227" y="547"/>
                </a:lnTo>
                <a:lnTo>
                  <a:pt x="227" y="548"/>
                </a:lnTo>
                <a:lnTo>
                  <a:pt x="227" y="549"/>
                </a:lnTo>
                <a:lnTo>
                  <a:pt x="226" y="549"/>
                </a:lnTo>
                <a:lnTo>
                  <a:pt x="226" y="550"/>
                </a:lnTo>
                <a:lnTo>
                  <a:pt x="227" y="550"/>
                </a:lnTo>
                <a:lnTo>
                  <a:pt x="227" y="551"/>
                </a:lnTo>
                <a:lnTo>
                  <a:pt x="226" y="551"/>
                </a:lnTo>
                <a:lnTo>
                  <a:pt x="225" y="552"/>
                </a:lnTo>
                <a:lnTo>
                  <a:pt x="224" y="552"/>
                </a:lnTo>
                <a:lnTo>
                  <a:pt x="223" y="553"/>
                </a:lnTo>
                <a:lnTo>
                  <a:pt x="222" y="553"/>
                </a:lnTo>
                <a:lnTo>
                  <a:pt x="221" y="554"/>
                </a:lnTo>
                <a:lnTo>
                  <a:pt x="221" y="555"/>
                </a:lnTo>
                <a:lnTo>
                  <a:pt x="221" y="556"/>
                </a:lnTo>
                <a:lnTo>
                  <a:pt x="221" y="557"/>
                </a:lnTo>
                <a:lnTo>
                  <a:pt x="220" y="558"/>
                </a:lnTo>
                <a:lnTo>
                  <a:pt x="220" y="559"/>
                </a:lnTo>
                <a:lnTo>
                  <a:pt x="219" y="559"/>
                </a:lnTo>
                <a:lnTo>
                  <a:pt x="219" y="560"/>
                </a:lnTo>
                <a:lnTo>
                  <a:pt x="218" y="560"/>
                </a:lnTo>
                <a:lnTo>
                  <a:pt x="218" y="561"/>
                </a:lnTo>
                <a:lnTo>
                  <a:pt x="219" y="562"/>
                </a:lnTo>
                <a:lnTo>
                  <a:pt x="219" y="563"/>
                </a:lnTo>
                <a:lnTo>
                  <a:pt x="219" y="564"/>
                </a:lnTo>
                <a:lnTo>
                  <a:pt x="218" y="564"/>
                </a:lnTo>
                <a:lnTo>
                  <a:pt x="218" y="565"/>
                </a:lnTo>
                <a:lnTo>
                  <a:pt x="217" y="566"/>
                </a:lnTo>
                <a:lnTo>
                  <a:pt x="217" y="567"/>
                </a:lnTo>
                <a:lnTo>
                  <a:pt x="217" y="568"/>
                </a:lnTo>
                <a:lnTo>
                  <a:pt x="216" y="569"/>
                </a:lnTo>
                <a:lnTo>
                  <a:pt x="216" y="570"/>
                </a:lnTo>
                <a:lnTo>
                  <a:pt x="215" y="570"/>
                </a:lnTo>
                <a:lnTo>
                  <a:pt x="214" y="571"/>
                </a:lnTo>
                <a:lnTo>
                  <a:pt x="214" y="572"/>
                </a:lnTo>
                <a:lnTo>
                  <a:pt x="213" y="572"/>
                </a:lnTo>
                <a:lnTo>
                  <a:pt x="212" y="572"/>
                </a:lnTo>
                <a:lnTo>
                  <a:pt x="212" y="573"/>
                </a:lnTo>
                <a:lnTo>
                  <a:pt x="212" y="574"/>
                </a:lnTo>
                <a:lnTo>
                  <a:pt x="211" y="575"/>
                </a:lnTo>
                <a:lnTo>
                  <a:pt x="210" y="575"/>
                </a:lnTo>
                <a:lnTo>
                  <a:pt x="209" y="576"/>
                </a:lnTo>
                <a:lnTo>
                  <a:pt x="209" y="577"/>
                </a:lnTo>
                <a:lnTo>
                  <a:pt x="210" y="577"/>
                </a:lnTo>
                <a:lnTo>
                  <a:pt x="210" y="578"/>
                </a:lnTo>
                <a:lnTo>
                  <a:pt x="211" y="578"/>
                </a:lnTo>
                <a:lnTo>
                  <a:pt x="211" y="579"/>
                </a:lnTo>
                <a:lnTo>
                  <a:pt x="210" y="580"/>
                </a:lnTo>
                <a:lnTo>
                  <a:pt x="210" y="581"/>
                </a:lnTo>
                <a:lnTo>
                  <a:pt x="209" y="581"/>
                </a:lnTo>
                <a:lnTo>
                  <a:pt x="209" y="582"/>
                </a:lnTo>
                <a:lnTo>
                  <a:pt x="208" y="582"/>
                </a:lnTo>
                <a:lnTo>
                  <a:pt x="208" y="581"/>
                </a:lnTo>
                <a:lnTo>
                  <a:pt x="208" y="582"/>
                </a:lnTo>
                <a:lnTo>
                  <a:pt x="208" y="583"/>
                </a:lnTo>
                <a:lnTo>
                  <a:pt x="208" y="584"/>
                </a:lnTo>
                <a:lnTo>
                  <a:pt x="208" y="585"/>
                </a:lnTo>
                <a:lnTo>
                  <a:pt x="207" y="585"/>
                </a:lnTo>
                <a:lnTo>
                  <a:pt x="206" y="585"/>
                </a:lnTo>
                <a:lnTo>
                  <a:pt x="205" y="586"/>
                </a:lnTo>
                <a:lnTo>
                  <a:pt x="204" y="587"/>
                </a:lnTo>
                <a:lnTo>
                  <a:pt x="203" y="587"/>
                </a:lnTo>
                <a:lnTo>
                  <a:pt x="203" y="588"/>
                </a:lnTo>
                <a:lnTo>
                  <a:pt x="202" y="589"/>
                </a:lnTo>
                <a:lnTo>
                  <a:pt x="202" y="591"/>
                </a:lnTo>
                <a:lnTo>
                  <a:pt x="201" y="591"/>
                </a:lnTo>
                <a:lnTo>
                  <a:pt x="201" y="592"/>
                </a:lnTo>
                <a:lnTo>
                  <a:pt x="202" y="592"/>
                </a:lnTo>
                <a:lnTo>
                  <a:pt x="202" y="593"/>
                </a:lnTo>
                <a:lnTo>
                  <a:pt x="201" y="593"/>
                </a:lnTo>
                <a:lnTo>
                  <a:pt x="201" y="594"/>
                </a:lnTo>
                <a:lnTo>
                  <a:pt x="200" y="595"/>
                </a:lnTo>
                <a:lnTo>
                  <a:pt x="199" y="594"/>
                </a:lnTo>
                <a:lnTo>
                  <a:pt x="198" y="595"/>
                </a:lnTo>
                <a:lnTo>
                  <a:pt x="197" y="595"/>
                </a:lnTo>
                <a:lnTo>
                  <a:pt x="196" y="596"/>
                </a:lnTo>
                <a:lnTo>
                  <a:pt x="195" y="596"/>
                </a:lnTo>
                <a:lnTo>
                  <a:pt x="195" y="597"/>
                </a:lnTo>
                <a:lnTo>
                  <a:pt x="193" y="597"/>
                </a:lnTo>
                <a:lnTo>
                  <a:pt x="192" y="597"/>
                </a:lnTo>
                <a:lnTo>
                  <a:pt x="192" y="598"/>
                </a:lnTo>
                <a:lnTo>
                  <a:pt x="191" y="598"/>
                </a:lnTo>
                <a:lnTo>
                  <a:pt x="189" y="598"/>
                </a:lnTo>
                <a:lnTo>
                  <a:pt x="188" y="598"/>
                </a:lnTo>
                <a:lnTo>
                  <a:pt x="187" y="598"/>
                </a:lnTo>
                <a:lnTo>
                  <a:pt x="187" y="599"/>
                </a:lnTo>
                <a:lnTo>
                  <a:pt x="187" y="598"/>
                </a:lnTo>
                <a:lnTo>
                  <a:pt x="187" y="599"/>
                </a:lnTo>
                <a:lnTo>
                  <a:pt x="186" y="599"/>
                </a:lnTo>
                <a:lnTo>
                  <a:pt x="185" y="599"/>
                </a:lnTo>
                <a:lnTo>
                  <a:pt x="184" y="600"/>
                </a:lnTo>
                <a:lnTo>
                  <a:pt x="183" y="600"/>
                </a:lnTo>
                <a:lnTo>
                  <a:pt x="182" y="600"/>
                </a:lnTo>
                <a:lnTo>
                  <a:pt x="182" y="601"/>
                </a:lnTo>
                <a:lnTo>
                  <a:pt x="181" y="602"/>
                </a:lnTo>
                <a:lnTo>
                  <a:pt x="181" y="603"/>
                </a:lnTo>
                <a:lnTo>
                  <a:pt x="180" y="603"/>
                </a:lnTo>
                <a:lnTo>
                  <a:pt x="180" y="604"/>
                </a:lnTo>
                <a:lnTo>
                  <a:pt x="180" y="605"/>
                </a:lnTo>
                <a:lnTo>
                  <a:pt x="180" y="606"/>
                </a:lnTo>
                <a:lnTo>
                  <a:pt x="179" y="606"/>
                </a:lnTo>
                <a:lnTo>
                  <a:pt x="179" y="607"/>
                </a:lnTo>
                <a:lnTo>
                  <a:pt x="178" y="607"/>
                </a:lnTo>
                <a:lnTo>
                  <a:pt x="177" y="607"/>
                </a:lnTo>
                <a:lnTo>
                  <a:pt x="177" y="608"/>
                </a:lnTo>
                <a:lnTo>
                  <a:pt x="176" y="608"/>
                </a:lnTo>
                <a:lnTo>
                  <a:pt x="176" y="609"/>
                </a:lnTo>
                <a:lnTo>
                  <a:pt x="176" y="610"/>
                </a:lnTo>
                <a:lnTo>
                  <a:pt x="175" y="610"/>
                </a:lnTo>
                <a:lnTo>
                  <a:pt x="174" y="610"/>
                </a:lnTo>
                <a:lnTo>
                  <a:pt x="174" y="611"/>
                </a:lnTo>
                <a:lnTo>
                  <a:pt x="174" y="612"/>
                </a:lnTo>
                <a:lnTo>
                  <a:pt x="173" y="613"/>
                </a:lnTo>
                <a:lnTo>
                  <a:pt x="172" y="614"/>
                </a:lnTo>
                <a:lnTo>
                  <a:pt x="171" y="613"/>
                </a:lnTo>
                <a:lnTo>
                  <a:pt x="171" y="614"/>
                </a:lnTo>
                <a:lnTo>
                  <a:pt x="170" y="614"/>
                </a:lnTo>
                <a:lnTo>
                  <a:pt x="170" y="615"/>
                </a:lnTo>
                <a:lnTo>
                  <a:pt x="170" y="616"/>
                </a:lnTo>
                <a:lnTo>
                  <a:pt x="170" y="617"/>
                </a:lnTo>
                <a:lnTo>
                  <a:pt x="169" y="618"/>
                </a:lnTo>
                <a:lnTo>
                  <a:pt x="169" y="619"/>
                </a:lnTo>
                <a:lnTo>
                  <a:pt x="169" y="620"/>
                </a:lnTo>
                <a:lnTo>
                  <a:pt x="169" y="621"/>
                </a:lnTo>
                <a:lnTo>
                  <a:pt x="168" y="622"/>
                </a:lnTo>
                <a:lnTo>
                  <a:pt x="167" y="623"/>
                </a:lnTo>
                <a:lnTo>
                  <a:pt x="167" y="624"/>
                </a:lnTo>
                <a:lnTo>
                  <a:pt x="166" y="625"/>
                </a:lnTo>
                <a:lnTo>
                  <a:pt x="166" y="626"/>
                </a:lnTo>
                <a:lnTo>
                  <a:pt x="165" y="627"/>
                </a:lnTo>
                <a:lnTo>
                  <a:pt x="165" y="628"/>
                </a:lnTo>
                <a:lnTo>
                  <a:pt x="165" y="629"/>
                </a:lnTo>
                <a:lnTo>
                  <a:pt x="166" y="629"/>
                </a:lnTo>
                <a:lnTo>
                  <a:pt x="165" y="629"/>
                </a:lnTo>
                <a:lnTo>
                  <a:pt x="165" y="630"/>
                </a:lnTo>
                <a:lnTo>
                  <a:pt x="165" y="631"/>
                </a:lnTo>
                <a:lnTo>
                  <a:pt x="166" y="631"/>
                </a:lnTo>
                <a:lnTo>
                  <a:pt x="166" y="630"/>
                </a:lnTo>
                <a:lnTo>
                  <a:pt x="167" y="630"/>
                </a:lnTo>
                <a:lnTo>
                  <a:pt x="167" y="631"/>
                </a:lnTo>
                <a:lnTo>
                  <a:pt x="168" y="632"/>
                </a:lnTo>
                <a:lnTo>
                  <a:pt x="168" y="633"/>
                </a:lnTo>
                <a:lnTo>
                  <a:pt x="167" y="633"/>
                </a:lnTo>
                <a:lnTo>
                  <a:pt x="167" y="634"/>
                </a:lnTo>
                <a:lnTo>
                  <a:pt x="166" y="635"/>
                </a:lnTo>
                <a:lnTo>
                  <a:pt x="166" y="636"/>
                </a:lnTo>
                <a:lnTo>
                  <a:pt x="167" y="636"/>
                </a:lnTo>
                <a:lnTo>
                  <a:pt x="168" y="636"/>
                </a:lnTo>
                <a:lnTo>
                  <a:pt x="169" y="636"/>
                </a:lnTo>
                <a:lnTo>
                  <a:pt x="169" y="637"/>
                </a:lnTo>
                <a:lnTo>
                  <a:pt x="170" y="637"/>
                </a:lnTo>
                <a:lnTo>
                  <a:pt x="170" y="638"/>
                </a:lnTo>
                <a:lnTo>
                  <a:pt x="170" y="639"/>
                </a:lnTo>
                <a:lnTo>
                  <a:pt x="170" y="640"/>
                </a:lnTo>
                <a:lnTo>
                  <a:pt x="170" y="641"/>
                </a:lnTo>
                <a:lnTo>
                  <a:pt x="171" y="642"/>
                </a:lnTo>
                <a:lnTo>
                  <a:pt x="171" y="641"/>
                </a:lnTo>
                <a:lnTo>
                  <a:pt x="172" y="642"/>
                </a:lnTo>
                <a:lnTo>
                  <a:pt x="172" y="644"/>
                </a:lnTo>
                <a:lnTo>
                  <a:pt x="172" y="645"/>
                </a:lnTo>
                <a:lnTo>
                  <a:pt x="171" y="645"/>
                </a:lnTo>
                <a:lnTo>
                  <a:pt x="171" y="646"/>
                </a:lnTo>
                <a:lnTo>
                  <a:pt x="172" y="646"/>
                </a:lnTo>
                <a:lnTo>
                  <a:pt x="173" y="646"/>
                </a:lnTo>
                <a:lnTo>
                  <a:pt x="173" y="645"/>
                </a:lnTo>
                <a:lnTo>
                  <a:pt x="174" y="645"/>
                </a:lnTo>
                <a:lnTo>
                  <a:pt x="175" y="645"/>
                </a:lnTo>
                <a:lnTo>
                  <a:pt x="176" y="645"/>
                </a:lnTo>
                <a:lnTo>
                  <a:pt x="176" y="644"/>
                </a:lnTo>
                <a:lnTo>
                  <a:pt x="177" y="644"/>
                </a:lnTo>
                <a:lnTo>
                  <a:pt x="177" y="645"/>
                </a:lnTo>
                <a:lnTo>
                  <a:pt x="177" y="646"/>
                </a:lnTo>
                <a:lnTo>
                  <a:pt x="177" y="647"/>
                </a:lnTo>
                <a:lnTo>
                  <a:pt x="177" y="648"/>
                </a:lnTo>
                <a:lnTo>
                  <a:pt x="178" y="648"/>
                </a:lnTo>
                <a:lnTo>
                  <a:pt x="178" y="649"/>
                </a:lnTo>
                <a:lnTo>
                  <a:pt x="179" y="649"/>
                </a:lnTo>
                <a:lnTo>
                  <a:pt x="180" y="649"/>
                </a:lnTo>
                <a:lnTo>
                  <a:pt x="181" y="649"/>
                </a:lnTo>
                <a:lnTo>
                  <a:pt x="181" y="650"/>
                </a:lnTo>
                <a:lnTo>
                  <a:pt x="181" y="651"/>
                </a:lnTo>
                <a:lnTo>
                  <a:pt x="181" y="652"/>
                </a:lnTo>
                <a:lnTo>
                  <a:pt x="182" y="652"/>
                </a:lnTo>
                <a:lnTo>
                  <a:pt x="182" y="653"/>
                </a:lnTo>
                <a:lnTo>
                  <a:pt x="182" y="655"/>
                </a:lnTo>
                <a:lnTo>
                  <a:pt x="182" y="656"/>
                </a:lnTo>
                <a:lnTo>
                  <a:pt x="183" y="657"/>
                </a:lnTo>
                <a:lnTo>
                  <a:pt x="182" y="657"/>
                </a:lnTo>
                <a:lnTo>
                  <a:pt x="182" y="658"/>
                </a:lnTo>
                <a:lnTo>
                  <a:pt x="182" y="659"/>
                </a:lnTo>
                <a:lnTo>
                  <a:pt x="183" y="660"/>
                </a:lnTo>
                <a:lnTo>
                  <a:pt x="182" y="660"/>
                </a:lnTo>
                <a:lnTo>
                  <a:pt x="182" y="661"/>
                </a:lnTo>
                <a:lnTo>
                  <a:pt x="183" y="661"/>
                </a:lnTo>
                <a:lnTo>
                  <a:pt x="183" y="662"/>
                </a:lnTo>
                <a:lnTo>
                  <a:pt x="182" y="662"/>
                </a:lnTo>
                <a:lnTo>
                  <a:pt x="181" y="662"/>
                </a:lnTo>
                <a:lnTo>
                  <a:pt x="181" y="661"/>
                </a:lnTo>
                <a:lnTo>
                  <a:pt x="182" y="661"/>
                </a:lnTo>
                <a:lnTo>
                  <a:pt x="182" y="660"/>
                </a:lnTo>
                <a:lnTo>
                  <a:pt x="181" y="660"/>
                </a:lnTo>
                <a:lnTo>
                  <a:pt x="180" y="659"/>
                </a:lnTo>
                <a:lnTo>
                  <a:pt x="180" y="660"/>
                </a:lnTo>
                <a:lnTo>
                  <a:pt x="180" y="661"/>
                </a:lnTo>
                <a:lnTo>
                  <a:pt x="180" y="662"/>
                </a:lnTo>
                <a:lnTo>
                  <a:pt x="180" y="663"/>
                </a:lnTo>
                <a:lnTo>
                  <a:pt x="179" y="663"/>
                </a:lnTo>
                <a:lnTo>
                  <a:pt x="179" y="662"/>
                </a:lnTo>
                <a:lnTo>
                  <a:pt x="178" y="662"/>
                </a:lnTo>
                <a:lnTo>
                  <a:pt x="178" y="663"/>
                </a:lnTo>
                <a:lnTo>
                  <a:pt x="177" y="663"/>
                </a:lnTo>
                <a:lnTo>
                  <a:pt x="177" y="664"/>
                </a:lnTo>
                <a:lnTo>
                  <a:pt x="176" y="664"/>
                </a:lnTo>
                <a:lnTo>
                  <a:pt x="176" y="663"/>
                </a:lnTo>
                <a:lnTo>
                  <a:pt x="176" y="662"/>
                </a:lnTo>
                <a:lnTo>
                  <a:pt x="176" y="661"/>
                </a:lnTo>
                <a:lnTo>
                  <a:pt x="175" y="661"/>
                </a:lnTo>
                <a:lnTo>
                  <a:pt x="175" y="662"/>
                </a:lnTo>
                <a:lnTo>
                  <a:pt x="175" y="663"/>
                </a:lnTo>
                <a:lnTo>
                  <a:pt x="175" y="664"/>
                </a:lnTo>
                <a:lnTo>
                  <a:pt x="173" y="664"/>
                </a:lnTo>
                <a:lnTo>
                  <a:pt x="173" y="665"/>
                </a:lnTo>
                <a:lnTo>
                  <a:pt x="172" y="665"/>
                </a:lnTo>
                <a:lnTo>
                  <a:pt x="173" y="665"/>
                </a:lnTo>
                <a:lnTo>
                  <a:pt x="173" y="666"/>
                </a:lnTo>
                <a:lnTo>
                  <a:pt x="172" y="667"/>
                </a:lnTo>
                <a:lnTo>
                  <a:pt x="172" y="668"/>
                </a:lnTo>
                <a:lnTo>
                  <a:pt x="170" y="669"/>
                </a:lnTo>
                <a:lnTo>
                  <a:pt x="170" y="668"/>
                </a:lnTo>
                <a:lnTo>
                  <a:pt x="169" y="668"/>
                </a:lnTo>
                <a:lnTo>
                  <a:pt x="169" y="669"/>
                </a:lnTo>
                <a:lnTo>
                  <a:pt x="168" y="669"/>
                </a:lnTo>
                <a:lnTo>
                  <a:pt x="167" y="669"/>
                </a:lnTo>
                <a:lnTo>
                  <a:pt x="167" y="668"/>
                </a:lnTo>
                <a:lnTo>
                  <a:pt x="167" y="667"/>
                </a:lnTo>
                <a:lnTo>
                  <a:pt x="166" y="667"/>
                </a:lnTo>
                <a:lnTo>
                  <a:pt x="166" y="666"/>
                </a:lnTo>
                <a:lnTo>
                  <a:pt x="166" y="665"/>
                </a:lnTo>
                <a:lnTo>
                  <a:pt x="167" y="665"/>
                </a:lnTo>
                <a:lnTo>
                  <a:pt x="167" y="664"/>
                </a:lnTo>
                <a:lnTo>
                  <a:pt x="166" y="664"/>
                </a:lnTo>
                <a:lnTo>
                  <a:pt x="165" y="664"/>
                </a:lnTo>
                <a:lnTo>
                  <a:pt x="164" y="664"/>
                </a:lnTo>
                <a:lnTo>
                  <a:pt x="164" y="663"/>
                </a:lnTo>
                <a:lnTo>
                  <a:pt x="164" y="662"/>
                </a:lnTo>
                <a:lnTo>
                  <a:pt x="163" y="662"/>
                </a:lnTo>
                <a:lnTo>
                  <a:pt x="163" y="661"/>
                </a:lnTo>
                <a:lnTo>
                  <a:pt x="163" y="660"/>
                </a:lnTo>
                <a:lnTo>
                  <a:pt x="162" y="659"/>
                </a:lnTo>
                <a:lnTo>
                  <a:pt x="162" y="658"/>
                </a:lnTo>
                <a:lnTo>
                  <a:pt x="161" y="658"/>
                </a:lnTo>
                <a:lnTo>
                  <a:pt x="161" y="657"/>
                </a:lnTo>
                <a:lnTo>
                  <a:pt x="160" y="657"/>
                </a:lnTo>
                <a:lnTo>
                  <a:pt x="159" y="657"/>
                </a:lnTo>
                <a:lnTo>
                  <a:pt x="159" y="658"/>
                </a:lnTo>
                <a:lnTo>
                  <a:pt x="159" y="657"/>
                </a:lnTo>
                <a:lnTo>
                  <a:pt x="158" y="657"/>
                </a:lnTo>
                <a:lnTo>
                  <a:pt x="157" y="657"/>
                </a:lnTo>
                <a:lnTo>
                  <a:pt x="157" y="656"/>
                </a:lnTo>
                <a:lnTo>
                  <a:pt x="157" y="657"/>
                </a:lnTo>
                <a:lnTo>
                  <a:pt x="156" y="658"/>
                </a:lnTo>
                <a:lnTo>
                  <a:pt x="155" y="658"/>
                </a:lnTo>
                <a:lnTo>
                  <a:pt x="154" y="658"/>
                </a:lnTo>
                <a:lnTo>
                  <a:pt x="154" y="657"/>
                </a:lnTo>
                <a:lnTo>
                  <a:pt x="153" y="657"/>
                </a:lnTo>
                <a:lnTo>
                  <a:pt x="153" y="656"/>
                </a:lnTo>
                <a:lnTo>
                  <a:pt x="152" y="656"/>
                </a:lnTo>
                <a:lnTo>
                  <a:pt x="151" y="656"/>
                </a:lnTo>
                <a:lnTo>
                  <a:pt x="150" y="656"/>
                </a:lnTo>
                <a:lnTo>
                  <a:pt x="149" y="656"/>
                </a:lnTo>
                <a:lnTo>
                  <a:pt x="149" y="657"/>
                </a:lnTo>
                <a:lnTo>
                  <a:pt x="148" y="657"/>
                </a:lnTo>
                <a:lnTo>
                  <a:pt x="148" y="658"/>
                </a:lnTo>
                <a:lnTo>
                  <a:pt x="148" y="659"/>
                </a:lnTo>
                <a:lnTo>
                  <a:pt x="149" y="659"/>
                </a:lnTo>
                <a:lnTo>
                  <a:pt x="149" y="660"/>
                </a:lnTo>
                <a:lnTo>
                  <a:pt x="148" y="660"/>
                </a:lnTo>
                <a:lnTo>
                  <a:pt x="147" y="660"/>
                </a:lnTo>
                <a:lnTo>
                  <a:pt x="146" y="659"/>
                </a:lnTo>
                <a:lnTo>
                  <a:pt x="144" y="659"/>
                </a:lnTo>
                <a:lnTo>
                  <a:pt x="144" y="660"/>
                </a:lnTo>
                <a:lnTo>
                  <a:pt x="144" y="661"/>
                </a:lnTo>
                <a:lnTo>
                  <a:pt x="143" y="661"/>
                </a:lnTo>
                <a:lnTo>
                  <a:pt x="143" y="662"/>
                </a:lnTo>
                <a:lnTo>
                  <a:pt x="144" y="662"/>
                </a:lnTo>
                <a:lnTo>
                  <a:pt x="144" y="663"/>
                </a:lnTo>
                <a:lnTo>
                  <a:pt x="143" y="664"/>
                </a:lnTo>
                <a:lnTo>
                  <a:pt x="143" y="665"/>
                </a:lnTo>
                <a:lnTo>
                  <a:pt x="144" y="665"/>
                </a:lnTo>
                <a:lnTo>
                  <a:pt x="144" y="666"/>
                </a:lnTo>
                <a:lnTo>
                  <a:pt x="143" y="666"/>
                </a:lnTo>
                <a:lnTo>
                  <a:pt x="143" y="667"/>
                </a:lnTo>
                <a:lnTo>
                  <a:pt x="142" y="667"/>
                </a:lnTo>
                <a:lnTo>
                  <a:pt x="140" y="669"/>
                </a:lnTo>
                <a:lnTo>
                  <a:pt x="140" y="670"/>
                </a:lnTo>
                <a:lnTo>
                  <a:pt x="139" y="671"/>
                </a:lnTo>
                <a:lnTo>
                  <a:pt x="138" y="671"/>
                </a:lnTo>
                <a:lnTo>
                  <a:pt x="137" y="671"/>
                </a:lnTo>
                <a:lnTo>
                  <a:pt x="136" y="671"/>
                </a:lnTo>
                <a:lnTo>
                  <a:pt x="136" y="670"/>
                </a:lnTo>
                <a:lnTo>
                  <a:pt x="135" y="671"/>
                </a:lnTo>
                <a:lnTo>
                  <a:pt x="134" y="671"/>
                </a:lnTo>
                <a:lnTo>
                  <a:pt x="133" y="672"/>
                </a:lnTo>
                <a:lnTo>
                  <a:pt x="133" y="671"/>
                </a:lnTo>
                <a:lnTo>
                  <a:pt x="132" y="672"/>
                </a:lnTo>
                <a:lnTo>
                  <a:pt x="132" y="671"/>
                </a:lnTo>
                <a:lnTo>
                  <a:pt x="131" y="671"/>
                </a:lnTo>
                <a:lnTo>
                  <a:pt x="132" y="671"/>
                </a:lnTo>
                <a:lnTo>
                  <a:pt x="132" y="670"/>
                </a:lnTo>
                <a:lnTo>
                  <a:pt x="132" y="669"/>
                </a:lnTo>
                <a:lnTo>
                  <a:pt x="132" y="668"/>
                </a:lnTo>
                <a:lnTo>
                  <a:pt x="133" y="668"/>
                </a:lnTo>
                <a:lnTo>
                  <a:pt x="133" y="667"/>
                </a:lnTo>
                <a:lnTo>
                  <a:pt x="132" y="667"/>
                </a:lnTo>
                <a:lnTo>
                  <a:pt x="131" y="667"/>
                </a:lnTo>
                <a:lnTo>
                  <a:pt x="131" y="666"/>
                </a:lnTo>
                <a:lnTo>
                  <a:pt x="131" y="665"/>
                </a:lnTo>
                <a:lnTo>
                  <a:pt x="131" y="663"/>
                </a:lnTo>
                <a:lnTo>
                  <a:pt x="130" y="663"/>
                </a:lnTo>
                <a:lnTo>
                  <a:pt x="129" y="663"/>
                </a:lnTo>
                <a:lnTo>
                  <a:pt x="128" y="663"/>
                </a:lnTo>
                <a:lnTo>
                  <a:pt x="127" y="663"/>
                </a:lnTo>
                <a:lnTo>
                  <a:pt x="126" y="663"/>
                </a:lnTo>
                <a:lnTo>
                  <a:pt x="126" y="664"/>
                </a:lnTo>
                <a:lnTo>
                  <a:pt x="125" y="664"/>
                </a:lnTo>
                <a:lnTo>
                  <a:pt x="124" y="664"/>
                </a:lnTo>
                <a:lnTo>
                  <a:pt x="124" y="665"/>
                </a:lnTo>
                <a:lnTo>
                  <a:pt x="123" y="665"/>
                </a:lnTo>
                <a:lnTo>
                  <a:pt x="122" y="664"/>
                </a:lnTo>
                <a:lnTo>
                  <a:pt x="121" y="664"/>
                </a:lnTo>
                <a:lnTo>
                  <a:pt x="120" y="664"/>
                </a:lnTo>
                <a:lnTo>
                  <a:pt x="119" y="664"/>
                </a:lnTo>
                <a:lnTo>
                  <a:pt x="119" y="665"/>
                </a:lnTo>
                <a:lnTo>
                  <a:pt x="118" y="665"/>
                </a:lnTo>
                <a:lnTo>
                  <a:pt x="118" y="664"/>
                </a:lnTo>
                <a:lnTo>
                  <a:pt x="117" y="664"/>
                </a:lnTo>
                <a:lnTo>
                  <a:pt x="117" y="663"/>
                </a:lnTo>
                <a:lnTo>
                  <a:pt x="117" y="662"/>
                </a:lnTo>
                <a:lnTo>
                  <a:pt x="116" y="662"/>
                </a:lnTo>
                <a:lnTo>
                  <a:pt x="115" y="662"/>
                </a:lnTo>
                <a:lnTo>
                  <a:pt x="114" y="662"/>
                </a:lnTo>
                <a:lnTo>
                  <a:pt x="114" y="663"/>
                </a:lnTo>
                <a:lnTo>
                  <a:pt x="113" y="663"/>
                </a:lnTo>
                <a:lnTo>
                  <a:pt x="112" y="663"/>
                </a:lnTo>
                <a:lnTo>
                  <a:pt x="111" y="663"/>
                </a:lnTo>
                <a:lnTo>
                  <a:pt x="110" y="663"/>
                </a:lnTo>
                <a:lnTo>
                  <a:pt x="108" y="663"/>
                </a:lnTo>
                <a:lnTo>
                  <a:pt x="107" y="663"/>
                </a:lnTo>
                <a:lnTo>
                  <a:pt x="107" y="664"/>
                </a:lnTo>
                <a:lnTo>
                  <a:pt x="106" y="664"/>
                </a:lnTo>
                <a:lnTo>
                  <a:pt x="106" y="665"/>
                </a:lnTo>
                <a:lnTo>
                  <a:pt x="105" y="665"/>
                </a:lnTo>
                <a:lnTo>
                  <a:pt x="105" y="664"/>
                </a:lnTo>
                <a:lnTo>
                  <a:pt x="104" y="664"/>
                </a:lnTo>
                <a:lnTo>
                  <a:pt x="104" y="665"/>
                </a:lnTo>
                <a:lnTo>
                  <a:pt x="103" y="665"/>
                </a:lnTo>
                <a:lnTo>
                  <a:pt x="102" y="665"/>
                </a:lnTo>
                <a:lnTo>
                  <a:pt x="102" y="666"/>
                </a:lnTo>
                <a:lnTo>
                  <a:pt x="101" y="666"/>
                </a:lnTo>
                <a:lnTo>
                  <a:pt x="101" y="665"/>
                </a:lnTo>
                <a:lnTo>
                  <a:pt x="102" y="665"/>
                </a:lnTo>
                <a:lnTo>
                  <a:pt x="102" y="664"/>
                </a:lnTo>
                <a:lnTo>
                  <a:pt x="102" y="663"/>
                </a:lnTo>
                <a:lnTo>
                  <a:pt x="101" y="663"/>
                </a:lnTo>
                <a:lnTo>
                  <a:pt x="100" y="663"/>
                </a:lnTo>
                <a:lnTo>
                  <a:pt x="100" y="662"/>
                </a:lnTo>
                <a:lnTo>
                  <a:pt x="99" y="662"/>
                </a:lnTo>
                <a:lnTo>
                  <a:pt x="98" y="662"/>
                </a:lnTo>
                <a:lnTo>
                  <a:pt x="98" y="661"/>
                </a:lnTo>
                <a:lnTo>
                  <a:pt x="97" y="661"/>
                </a:lnTo>
                <a:lnTo>
                  <a:pt x="97" y="660"/>
                </a:lnTo>
                <a:lnTo>
                  <a:pt x="96" y="660"/>
                </a:lnTo>
                <a:lnTo>
                  <a:pt x="95" y="660"/>
                </a:lnTo>
                <a:lnTo>
                  <a:pt x="94" y="659"/>
                </a:lnTo>
                <a:lnTo>
                  <a:pt x="93" y="659"/>
                </a:lnTo>
                <a:lnTo>
                  <a:pt x="92" y="659"/>
                </a:lnTo>
                <a:lnTo>
                  <a:pt x="91" y="658"/>
                </a:lnTo>
                <a:lnTo>
                  <a:pt x="90" y="656"/>
                </a:lnTo>
                <a:lnTo>
                  <a:pt x="89" y="656"/>
                </a:lnTo>
                <a:lnTo>
                  <a:pt x="89" y="657"/>
                </a:lnTo>
                <a:lnTo>
                  <a:pt x="88" y="657"/>
                </a:lnTo>
                <a:lnTo>
                  <a:pt x="87" y="657"/>
                </a:lnTo>
                <a:lnTo>
                  <a:pt x="87" y="656"/>
                </a:lnTo>
                <a:lnTo>
                  <a:pt x="86" y="656"/>
                </a:lnTo>
                <a:lnTo>
                  <a:pt x="86" y="657"/>
                </a:lnTo>
                <a:lnTo>
                  <a:pt x="86" y="656"/>
                </a:lnTo>
                <a:lnTo>
                  <a:pt x="86" y="655"/>
                </a:lnTo>
                <a:lnTo>
                  <a:pt x="86" y="654"/>
                </a:lnTo>
                <a:lnTo>
                  <a:pt x="85" y="654"/>
                </a:lnTo>
                <a:lnTo>
                  <a:pt x="85" y="655"/>
                </a:lnTo>
                <a:lnTo>
                  <a:pt x="84" y="655"/>
                </a:lnTo>
                <a:lnTo>
                  <a:pt x="83" y="655"/>
                </a:lnTo>
                <a:lnTo>
                  <a:pt x="82" y="655"/>
                </a:lnTo>
                <a:lnTo>
                  <a:pt x="82" y="654"/>
                </a:lnTo>
                <a:lnTo>
                  <a:pt x="81" y="654"/>
                </a:lnTo>
                <a:lnTo>
                  <a:pt x="81" y="653"/>
                </a:lnTo>
                <a:lnTo>
                  <a:pt x="80" y="652"/>
                </a:lnTo>
                <a:lnTo>
                  <a:pt x="80" y="651"/>
                </a:lnTo>
                <a:lnTo>
                  <a:pt x="79" y="651"/>
                </a:lnTo>
                <a:lnTo>
                  <a:pt x="79" y="652"/>
                </a:lnTo>
                <a:lnTo>
                  <a:pt x="78" y="652"/>
                </a:lnTo>
                <a:lnTo>
                  <a:pt x="77" y="652"/>
                </a:lnTo>
                <a:lnTo>
                  <a:pt x="76" y="652"/>
                </a:lnTo>
                <a:lnTo>
                  <a:pt x="75" y="652"/>
                </a:lnTo>
                <a:lnTo>
                  <a:pt x="74" y="651"/>
                </a:lnTo>
                <a:lnTo>
                  <a:pt x="73" y="651"/>
                </a:lnTo>
                <a:lnTo>
                  <a:pt x="72" y="651"/>
                </a:lnTo>
                <a:lnTo>
                  <a:pt x="71" y="651"/>
                </a:lnTo>
                <a:lnTo>
                  <a:pt x="71" y="652"/>
                </a:lnTo>
                <a:lnTo>
                  <a:pt x="70" y="652"/>
                </a:lnTo>
                <a:lnTo>
                  <a:pt x="70" y="651"/>
                </a:lnTo>
                <a:lnTo>
                  <a:pt x="69" y="650"/>
                </a:lnTo>
                <a:lnTo>
                  <a:pt x="68" y="650"/>
                </a:lnTo>
                <a:lnTo>
                  <a:pt x="67" y="651"/>
                </a:lnTo>
                <a:lnTo>
                  <a:pt x="68" y="652"/>
                </a:lnTo>
                <a:lnTo>
                  <a:pt x="67" y="652"/>
                </a:lnTo>
                <a:lnTo>
                  <a:pt x="66" y="652"/>
                </a:lnTo>
                <a:lnTo>
                  <a:pt x="65" y="652"/>
                </a:lnTo>
                <a:lnTo>
                  <a:pt x="65" y="653"/>
                </a:lnTo>
                <a:lnTo>
                  <a:pt x="64" y="653"/>
                </a:lnTo>
                <a:lnTo>
                  <a:pt x="64" y="652"/>
                </a:lnTo>
                <a:lnTo>
                  <a:pt x="65" y="652"/>
                </a:lnTo>
                <a:lnTo>
                  <a:pt x="65" y="651"/>
                </a:lnTo>
                <a:lnTo>
                  <a:pt x="65" y="650"/>
                </a:lnTo>
                <a:lnTo>
                  <a:pt x="64" y="650"/>
                </a:lnTo>
                <a:lnTo>
                  <a:pt x="63" y="650"/>
                </a:lnTo>
                <a:lnTo>
                  <a:pt x="62" y="649"/>
                </a:lnTo>
                <a:lnTo>
                  <a:pt x="61" y="649"/>
                </a:lnTo>
                <a:lnTo>
                  <a:pt x="60" y="650"/>
                </a:lnTo>
                <a:lnTo>
                  <a:pt x="60" y="649"/>
                </a:lnTo>
                <a:lnTo>
                  <a:pt x="59" y="649"/>
                </a:lnTo>
                <a:lnTo>
                  <a:pt x="59" y="650"/>
                </a:lnTo>
                <a:lnTo>
                  <a:pt x="58" y="649"/>
                </a:lnTo>
                <a:lnTo>
                  <a:pt x="57" y="649"/>
                </a:lnTo>
                <a:lnTo>
                  <a:pt x="57" y="650"/>
                </a:lnTo>
                <a:lnTo>
                  <a:pt x="56" y="650"/>
                </a:lnTo>
                <a:lnTo>
                  <a:pt x="55" y="650"/>
                </a:lnTo>
                <a:lnTo>
                  <a:pt x="55" y="649"/>
                </a:lnTo>
                <a:lnTo>
                  <a:pt x="54" y="649"/>
                </a:lnTo>
                <a:lnTo>
                  <a:pt x="54" y="648"/>
                </a:lnTo>
                <a:lnTo>
                  <a:pt x="53" y="647"/>
                </a:lnTo>
                <a:lnTo>
                  <a:pt x="52" y="646"/>
                </a:lnTo>
                <a:lnTo>
                  <a:pt x="53" y="646"/>
                </a:lnTo>
                <a:lnTo>
                  <a:pt x="54" y="646"/>
                </a:lnTo>
                <a:lnTo>
                  <a:pt x="54" y="645"/>
                </a:lnTo>
                <a:lnTo>
                  <a:pt x="54" y="644"/>
                </a:lnTo>
                <a:lnTo>
                  <a:pt x="53" y="644"/>
                </a:lnTo>
                <a:lnTo>
                  <a:pt x="52" y="644"/>
                </a:lnTo>
                <a:lnTo>
                  <a:pt x="51" y="644"/>
                </a:lnTo>
                <a:lnTo>
                  <a:pt x="52" y="644"/>
                </a:lnTo>
                <a:lnTo>
                  <a:pt x="52" y="643"/>
                </a:lnTo>
                <a:lnTo>
                  <a:pt x="52" y="642"/>
                </a:lnTo>
                <a:lnTo>
                  <a:pt x="52" y="641"/>
                </a:lnTo>
                <a:lnTo>
                  <a:pt x="51" y="641"/>
                </a:lnTo>
                <a:lnTo>
                  <a:pt x="50" y="641"/>
                </a:lnTo>
                <a:lnTo>
                  <a:pt x="50" y="642"/>
                </a:lnTo>
                <a:lnTo>
                  <a:pt x="49" y="642"/>
                </a:lnTo>
                <a:lnTo>
                  <a:pt x="49" y="641"/>
                </a:lnTo>
                <a:lnTo>
                  <a:pt x="48" y="641"/>
                </a:lnTo>
                <a:lnTo>
                  <a:pt x="47" y="641"/>
                </a:lnTo>
                <a:lnTo>
                  <a:pt x="47" y="642"/>
                </a:lnTo>
                <a:lnTo>
                  <a:pt x="48" y="642"/>
                </a:lnTo>
                <a:lnTo>
                  <a:pt x="49" y="642"/>
                </a:lnTo>
                <a:lnTo>
                  <a:pt x="49" y="643"/>
                </a:lnTo>
                <a:lnTo>
                  <a:pt x="49" y="644"/>
                </a:lnTo>
                <a:lnTo>
                  <a:pt x="48" y="645"/>
                </a:lnTo>
                <a:lnTo>
                  <a:pt x="47" y="645"/>
                </a:lnTo>
                <a:lnTo>
                  <a:pt x="47" y="644"/>
                </a:lnTo>
                <a:lnTo>
                  <a:pt x="47" y="643"/>
                </a:lnTo>
                <a:lnTo>
                  <a:pt x="46" y="641"/>
                </a:lnTo>
                <a:lnTo>
                  <a:pt x="45" y="641"/>
                </a:lnTo>
                <a:lnTo>
                  <a:pt x="44" y="641"/>
                </a:lnTo>
                <a:lnTo>
                  <a:pt x="44" y="642"/>
                </a:lnTo>
                <a:lnTo>
                  <a:pt x="45" y="642"/>
                </a:lnTo>
                <a:lnTo>
                  <a:pt x="45" y="643"/>
                </a:lnTo>
                <a:lnTo>
                  <a:pt x="44" y="643"/>
                </a:lnTo>
                <a:lnTo>
                  <a:pt x="43" y="643"/>
                </a:lnTo>
                <a:lnTo>
                  <a:pt x="43" y="644"/>
                </a:lnTo>
                <a:lnTo>
                  <a:pt x="43" y="645"/>
                </a:lnTo>
                <a:lnTo>
                  <a:pt x="41" y="645"/>
                </a:lnTo>
                <a:lnTo>
                  <a:pt x="39" y="642"/>
                </a:lnTo>
                <a:lnTo>
                  <a:pt x="39" y="641"/>
                </a:lnTo>
                <a:lnTo>
                  <a:pt x="38" y="641"/>
                </a:lnTo>
                <a:lnTo>
                  <a:pt x="37" y="641"/>
                </a:lnTo>
                <a:lnTo>
                  <a:pt x="36" y="642"/>
                </a:lnTo>
                <a:lnTo>
                  <a:pt x="35" y="642"/>
                </a:lnTo>
                <a:lnTo>
                  <a:pt x="35" y="643"/>
                </a:lnTo>
                <a:lnTo>
                  <a:pt x="36" y="643"/>
                </a:lnTo>
                <a:lnTo>
                  <a:pt x="36" y="644"/>
                </a:lnTo>
                <a:lnTo>
                  <a:pt x="35" y="644"/>
                </a:lnTo>
                <a:lnTo>
                  <a:pt x="35" y="643"/>
                </a:lnTo>
                <a:lnTo>
                  <a:pt x="34" y="643"/>
                </a:lnTo>
                <a:lnTo>
                  <a:pt x="33" y="644"/>
                </a:lnTo>
                <a:lnTo>
                  <a:pt x="32" y="644"/>
                </a:lnTo>
                <a:lnTo>
                  <a:pt x="31" y="642"/>
                </a:lnTo>
                <a:lnTo>
                  <a:pt x="30" y="642"/>
                </a:lnTo>
                <a:lnTo>
                  <a:pt x="29" y="642"/>
                </a:lnTo>
                <a:lnTo>
                  <a:pt x="28" y="641"/>
                </a:lnTo>
                <a:lnTo>
                  <a:pt x="27" y="641"/>
                </a:lnTo>
                <a:lnTo>
                  <a:pt x="27" y="640"/>
                </a:lnTo>
                <a:lnTo>
                  <a:pt x="26" y="640"/>
                </a:lnTo>
                <a:lnTo>
                  <a:pt x="26" y="641"/>
                </a:lnTo>
                <a:lnTo>
                  <a:pt x="25" y="641"/>
                </a:lnTo>
                <a:lnTo>
                  <a:pt x="25" y="640"/>
                </a:lnTo>
                <a:lnTo>
                  <a:pt x="26" y="640"/>
                </a:lnTo>
                <a:lnTo>
                  <a:pt x="26" y="639"/>
                </a:lnTo>
                <a:lnTo>
                  <a:pt x="25" y="639"/>
                </a:lnTo>
                <a:lnTo>
                  <a:pt x="24" y="637"/>
                </a:lnTo>
                <a:lnTo>
                  <a:pt x="23" y="636"/>
                </a:lnTo>
                <a:lnTo>
                  <a:pt x="23" y="634"/>
                </a:lnTo>
                <a:lnTo>
                  <a:pt x="22" y="634"/>
                </a:lnTo>
                <a:lnTo>
                  <a:pt x="21" y="634"/>
                </a:lnTo>
                <a:lnTo>
                  <a:pt x="20" y="634"/>
                </a:lnTo>
                <a:lnTo>
                  <a:pt x="18" y="634"/>
                </a:lnTo>
                <a:lnTo>
                  <a:pt x="18" y="633"/>
                </a:lnTo>
                <a:lnTo>
                  <a:pt x="17" y="632"/>
                </a:lnTo>
                <a:lnTo>
                  <a:pt x="16" y="631"/>
                </a:lnTo>
                <a:lnTo>
                  <a:pt x="15" y="631"/>
                </a:lnTo>
                <a:lnTo>
                  <a:pt x="14" y="630"/>
                </a:lnTo>
                <a:lnTo>
                  <a:pt x="13" y="631"/>
                </a:lnTo>
                <a:lnTo>
                  <a:pt x="12" y="631"/>
                </a:lnTo>
                <a:lnTo>
                  <a:pt x="11" y="629"/>
                </a:lnTo>
                <a:lnTo>
                  <a:pt x="11" y="628"/>
                </a:lnTo>
                <a:lnTo>
                  <a:pt x="10" y="627"/>
                </a:lnTo>
                <a:lnTo>
                  <a:pt x="9" y="627"/>
                </a:lnTo>
                <a:lnTo>
                  <a:pt x="9" y="625"/>
                </a:lnTo>
                <a:lnTo>
                  <a:pt x="10" y="624"/>
                </a:lnTo>
                <a:lnTo>
                  <a:pt x="10" y="623"/>
                </a:lnTo>
                <a:lnTo>
                  <a:pt x="8" y="623"/>
                </a:lnTo>
                <a:lnTo>
                  <a:pt x="8" y="622"/>
                </a:lnTo>
                <a:lnTo>
                  <a:pt x="10" y="622"/>
                </a:lnTo>
                <a:lnTo>
                  <a:pt x="11" y="622"/>
                </a:lnTo>
                <a:lnTo>
                  <a:pt x="12" y="622"/>
                </a:lnTo>
                <a:lnTo>
                  <a:pt x="12" y="621"/>
                </a:lnTo>
                <a:lnTo>
                  <a:pt x="12" y="620"/>
                </a:lnTo>
                <a:lnTo>
                  <a:pt x="10" y="619"/>
                </a:lnTo>
                <a:lnTo>
                  <a:pt x="9" y="618"/>
                </a:lnTo>
                <a:lnTo>
                  <a:pt x="8" y="617"/>
                </a:lnTo>
                <a:lnTo>
                  <a:pt x="7" y="617"/>
                </a:lnTo>
                <a:lnTo>
                  <a:pt x="7" y="616"/>
                </a:lnTo>
                <a:lnTo>
                  <a:pt x="8" y="616"/>
                </a:lnTo>
                <a:lnTo>
                  <a:pt x="8" y="615"/>
                </a:lnTo>
                <a:lnTo>
                  <a:pt x="8" y="614"/>
                </a:lnTo>
                <a:lnTo>
                  <a:pt x="6" y="614"/>
                </a:lnTo>
                <a:lnTo>
                  <a:pt x="3" y="612"/>
                </a:lnTo>
                <a:lnTo>
                  <a:pt x="2" y="612"/>
                </a:lnTo>
                <a:lnTo>
                  <a:pt x="2" y="611"/>
                </a:lnTo>
                <a:lnTo>
                  <a:pt x="2" y="610"/>
                </a:lnTo>
                <a:lnTo>
                  <a:pt x="3" y="609"/>
                </a:lnTo>
                <a:lnTo>
                  <a:pt x="3" y="608"/>
                </a:lnTo>
                <a:lnTo>
                  <a:pt x="4" y="608"/>
                </a:lnTo>
                <a:lnTo>
                  <a:pt x="5" y="607"/>
                </a:lnTo>
                <a:lnTo>
                  <a:pt x="5" y="606"/>
                </a:lnTo>
                <a:lnTo>
                  <a:pt x="4" y="605"/>
                </a:lnTo>
                <a:lnTo>
                  <a:pt x="3" y="605"/>
                </a:lnTo>
                <a:lnTo>
                  <a:pt x="2" y="606"/>
                </a:lnTo>
                <a:lnTo>
                  <a:pt x="1" y="606"/>
                </a:lnTo>
                <a:lnTo>
                  <a:pt x="1" y="605"/>
                </a:lnTo>
                <a:lnTo>
                  <a:pt x="0" y="605"/>
                </a:lnTo>
                <a:lnTo>
                  <a:pt x="0" y="604"/>
                </a:lnTo>
                <a:lnTo>
                  <a:pt x="1" y="604"/>
                </a:lnTo>
                <a:lnTo>
                  <a:pt x="2" y="602"/>
                </a:lnTo>
                <a:lnTo>
                  <a:pt x="3" y="602"/>
                </a:lnTo>
                <a:lnTo>
                  <a:pt x="4" y="602"/>
                </a:lnTo>
                <a:lnTo>
                  <a:pt x="5" y="602"/>
                </a:lnTo>
                <a:lnTo>
                  <a:pt x="5" y="603"/>
                </a:lnTo>
                <a:lnTo>
                  <a:pt x="6" y="603"/>
                </a:lnTo>
                <a:lnTo>
                  <a:pt x="7" y="603"/>
                </a:lnTo>
                <a:lnTo>
                  <a:pt x="7" y="602"/>
                </a:lnTo>
                <a:lnTo>
                  <a:pt x="8" y="602"/>
                </a:lnTo>
                <a:lnTo>
                  <a:pt x="8" y="601"/>
                </a:lnTo>
                <a:lnTo>
                  <a:pt x="7" y="601"/>
                </a:lnTo>
                <a:lnTo>
                  <a:pt x="8" y="600"/>
                </a:lnTo>
                <a:lnTo>
                  <a:pt x="11" y="599"/>
                </a:lnTo>
                <a:lnTo>
                  <a:pt x="11" y="600"/>
                </a:lnTo>
                <a:lnTo>
                  <a:pt x="12" y="600"/>
                </a:lnTo>
                <a:lnTo>
                  <a:pt x="13" y="601"/>
                </a:lnTo>
                <a:lnTo>
                  <a:pt x="14" y="600"/>
                </a:lnTo>
                <a:lnTo>
                  <a:pt x="16" y="598"/>
                </a:lnTo>
                <a:lnTo>
                  <a:pt x="18" y="597"/>
                </a:lnTo>
                <a:lnTo>
                  <a:pt x="19" y="597"/>
                </a:lnTo>
                <a:lnTo>
                  <a:pt x="19" y="596"/>
                </a:lnTo>
                <a:lnTo>
                  <a:pt x="20" y="596"/>
                </a:lnTo>
                <a:lnTo>
                  <a:pt x="19" y="595"/>
                </a:lnTo>
                <a:lnTo>
                  <a:pt x="20" y="593"/>
                </a:lnTo>
                <a:lnTo>
                  <a:pt x="20" y="592"/>
                </a:lnTo>
                <a:lnTo>
                  <a:pt x="20" y="591"/>
                </a:lnTo>
                <a:lnTo>
                  <a:pt x="20" y="590"/>
                </a:lnTo>
                <a:lnTo>
                  <a:pt x="21" y="589"/>
                </a:lnTo>
                <a:lnTo>
                  <a:pt x="21" y="587"/>
                </a:lnTo>
                <a:lnTo>
                  <a:pt x="22" y="587"/>
                </a:lnTo>
                <a:lnTo>
                  <a:pt x="23" y="587"/>
                </a:lnTo>
                <a:lnTo>
                  <a:pt x="25" y="587"/>
                </a:lnTo>
                <a:lnTo>
                  <a:pt x="25" y="588"/>
                </a:lnTo>
                <a:lnTo>
                  <a:pt x="25" y="589"/>
                </a:lnTo>
                <a:lnTo>
                  <a:pt x="26" y="591"/>
                </a:lnTo>
                <a:lnTo>
                  <a:pt x="27" y="590"/>
                </a:lnTo>
                <a:lnTo>
                  <a:pt x="27" y="589"/>
                </a:lnTo>
                <a:lnTo>
                  <a:pt x="29" y="589"/>
                </a:lnTo>
                <a:lnTo>
                  <a:pt x="30" y="589"/>
                </a:lnTo>
                <a:lnTo>
                  <a:pt x="31" y="588"/>
                </a:lnTo>
                <a:lnTo>
                  <a:pt x="31" y="587"/>
                </a:lnTo>
                <a:lnTo>
                  <a:pt x="30" y="584"/>
                </a:lnTo>
                <a:lnTo>
                  <a:pt x="29" y="584"/>
                </a:lnTo>
                <a:lnTo>
                  <a:pt x="28" y="582"/>
                </a:lnTo>
                <a:lnTo>
                  <a:pt x="27" y="580"/>
                </a:lnTo>
                <a:lnTo>
                  <a:pt x="27" y="579"/>
                </a:lnTo>
                <a:lnTo>
                  <a:pt x="28" y="579"/>
                </a:lnTo>
                <a:lnTo>
                  <a:pt x="29" y="577"/>
                </a:lnTo>
                <a:lnTo>
                  <a:pt x="30" y="576"/>
                </a:lnTo>
                <a:lnTo>
                  <a:pt x="31" y="576"/>
                </a:lnTo>
                <a:lnTo>
                  <a:pt x="30" y="575"/>
                </a:lnTo>
                <a:lnTo>
                  <a:pt x="29" y="575"/>
                </a:lnTo>
                <a:lnTo>
                  <a:pt x="28" y="574"/>
                </a:lnTo>
                <a:lnTo>
                  <a:pt x="28" y="573"/>
                </a:lnTo>
                <a:lnTo>
                  <a:pt x="29" y="572"/>
                </a:lnTo>
                <a:lnTo>
                  <a:pt x="30" y="571"/>
                </a:lnTo>
                <a:lnTo>
                  <a:pt x="30" y="570"/>
                </a:lnTo>
                <a:lnTo>
                  <a:pt x="30" y="569"/>
                </a:lnTo>
                <a:lnTo>
                  <a:pt x="29" y="569"/>
                </a:lnTo>
                <a:lnTo>
                  <a:pt x="28" y="569"/>
                </a:lnTo>
                <a:lnTo>
                  <a:pt x="27" y="568"/>
                </a:lnTo>
                <a:lnTo>
                  <a:pt x="27" y="567"/>
                </a:lnTo>
                <a:lnTo>
                  <a:pt x="28" y="567"/>
                </a:lnTo>
                <a:lnTo>
                  <a:pt x="27" y="567"/>
                </a:lnTo>
                <a:lnTo>
                  <a:pt x="27" y="566"/>
                </a:lnTo>
                <a:lnTo>
                  <a:pt x="28" y="566"/>
                </a:lnTo>
                <a:lnTo>
                  <a:pt x="28" y="565"/>
                </a:lnTo>
                <a:lnTo>
                  <a:pt x="29" y="565"/>
                </a:lnTo>
                <a:lnTo>
                  <a:pt x="29" y="563"/>
                </a:lnTo>
                <a:lnTo>
                  <a:pt x="28" y="562"/>
                </a:lnTo>
                <a:lnTo>
                  <a:pt x="28" y="561"/>
                </a:lnTo>
                <a:lnTo>
                  <a:pt x="28" y="560"/>
                </a:lnTo>
                <a:lnTo>
                  <a:pt x="29" y="560"/>
                </a:lnTo>
                <a:lnTo>
                  <a:pt x="29" y="559"/>
                </a:lnTo>
                <a:lnTo>
                  <a:pt x="30" y="559"/>
                </a:lnTo>
                <a:lnTo>
                  <a:pt x="31" y="559"/>
                </a:lnTo>
                <a:lnTo>
                  <a:pt x="31" y="558"/>
                </a:lnTo>
                <a:lnTo>
                  <a:pt x="33" y="558"/>
                </a:lnTo>
                <a:lnTo>
                  <a:pt x="34" y="558"/>
                </a:lnTo>
                <a:lnTo>
                  <a:pt x="34" y="557"/>
                </a:lnTo>
                <a:lnTo>
                  <a:pt x="34" y="556"/>
                </a:lnTo>
                <a:lnTo>
                  <a:pt x="37" y="553"/>
                </a:lnTo>
                <a:lnTo>
                  <a:pt x="38" y="550"/>
                </a:lnTo>
                <a:lnTo>
                  <a:pt x="39" y="550"/>
                </a:lnTo>
                <a:lnTo>
                  <a:pt x="39" y="549"/>
                </a:lnTo>
                <a:lnTo>
                  <a:pt x="38" y="549"/>
                </a:lnTo>
                <a:lnTo>
                  <a:pt x="39" y="547"/>
                </a:lnTo>
                <a:lnTo>
                  <a:pt x="40" y="547"/>
                </a:lnTo>
                <a:lnTo>
                  <a:pt x="40" y="544"/>
                </a:lnTo>
                <a:lnTo>
                  <a:pt x="40" y="543"/>
                </a:lnTo>
                <a:lnTo>
                  <a:pt x="41" y="542"/>
                </a:lnTo>
                <a:lnTo>
                  <a:pt x="42" y="541"/>
                </a:lnTo>
                <a:lnTo>
                  <a:pt x="42" y="540"/>
                </a:lnTo>
                <a:lnTo>
                  <a:pt x="43" y="540"/>
                </a:lnTo>
                <a:lnTo>
                  <a:pt x="44" y="540"/>
                </a:lnTo>
                <a:lnTo>
                  <a:pt x="44" y="541"/>
                </a:lnTo>
                <a:lnTo>
                  <a:pt x="45" y="540"/>
                </a:lnTo>
                <a:lnTo>
                  <a:pt x="45" y="539"/>
                </a:lnTo>
                <a:lnTo>
                  <a:pt x="45" y="538"/>
                </a:lnTo>
                <a:lnTo>
                  <a:pt x="45" y="537"/>
                </a:lnTo>
                <a:lnTo>
                  <a:pt x="45" y="536"/>
                </a:lnTo>
                <a:lnTo>
                  <a:pt x="46" y="535"/>
                </a:lnTo>
                <a:lnTo>
                  <a:pt x="46" y="534"/>
                </a:lnTo>
                <a:lnTo>
                  <a:pt x="47" y="534"/>
                </a:lnTo>
                <a:lnTo>
                  <a:pt x="47" y="533"/>
                </a:lnTo>
                <a:lnTo>
                  <a:pt x="48" y="532"/>
                </a:lnTo>
                <a:lnTo>
                  <a:pt x="49" y="532"/>
                </a:lnTo>
                <a:lnTo>
                  <a:pt x="50" y="532"/>
                </a:lnTo>
                <a:lnTo>
                  <a:pt x="51" y="531"/>
                </a:lnTo>
                <a:lnTo>
                  <a:pt x="52" y="530"/>
                </a:lnTo>
                <a:lnTo>
                  <a:pt x="52" y="529"/>
                </a:lnTo>
                <a:lnTo>
                  <a:pt x="52" y="528"/>
                </a:lnTo>
                <a:lnTo>
                  <a:pt x="52" y="527"/>
                </a:lnTo>
                <a:lnTo>
                  <a:pt x="52" y="526"/>
                </a:lnTo>
                <a:lnTo>
                  <a:pt x="53" y="526"/>
                </a:lnTo>
                <a:lnTo>
                  <a:pt x="53" y="525"/>
                </a:lnTo>
                <a:lnTo>
                  <a:pt x="53" y="524"/>
                </a:lnTo>
                <a:lnTo>
                  <a:pt x="54" y="524"/>
                </a:lnTo>
                <a:lnTo>
                  <a:pt x="54" y="523"/>
                </a:lnTo>
                <a:lnTo>
                  <a:pt x="55" y="523"/>
                </a:lnTo>
                <a:lnTo>
                  <a:pt x="56" y="522"/>
                </a:lnTo>
                <a:lnTo>
                  <a:pt x="56" y="521"/>
                </a:lnTo>
                <a:lnTo>
                  <a:pt x="56" y="520"/>
                </a:lnTo>
                <a:lnTo>
                  <a:pt x="57" y="520"/>
                </a:lnTo>
                <a:lnTo>
                  <a:pt x="58" y="520"/>
                </a:lnTo>
                <a:lnTo>
                  <a:pt x="58" y="519"/>
                </a:lnTo>
                <a:lnTo>
                  <a:pt x="57" y="519"/>
                </a:lnTo>
                <a:lnTo>
                  <a:pt x="58" y="518"/>
                </a:lnTo>
                <a:lnTo>
                  <a:pt x="57" y="517"/>
                </a:lnTo>
                <a:lnTo>
                  <a:pt x="58" y="517"/>
                </a:lnTo>
                <a:lnTo>
                  <a:pt x="59" y="517"/>
                </a:lnTo>
                <a:lnTo>
                  <a:pt x="59" y="516"/>
                </a:lnTo>
                <a:lnTo>
                  <a:pt x="59" y="515"/>
                </a:lnTo>
                <a:lnTo>
                  <a:pt x="60" y="515"/>
                </a:lnTo>
                <a:lnTo>
                  <a:pt x="60" y="514"/>
                </a:lnTo>
                <a:lnTo>
                  <a:pt x="61" y="514"/>
                </a:lnTo>
                <a:lnTo>
                  <a:pt x="61" y="513"/>
                </a:lnTo>
                <a:lnTo>
                  <a:pt x="60" y="513"/>
                </a:lnTo>
                <a:lnTo>
                  <a:pt x="60" y="512"/>
                </a:lnTo>
                <a:lnTo>
                  <a:pt x="59" y="512"/>
                </a:lnTo>
                <a:lnTo>
                  <a:pt x="59" y="511"/>
                </a:lnTo>
                <a:lnTo>
                  <a:pt x="59" y="510"/>
                </a:lnTo>
                <a:lnTo>
                  <a:pt x="60" y="510"/>
                </a:lnTo>
                <a:lnTo>
                  <a:pt x="61" y="510"/>
                </a:lnTo>
                <a:lnTo>
                  <a:pt x="61" y="509"/>
                </a:lnTo>
                <a:lnTo>
                  <a:pt x="62" y="509"/>
                </a:lnTo>
                <a:lnTo>
                  <a:pt x="61" y="509"/>
                </a:lnTo>
                <a:lnTo>
                  <a:pt x="61" y="508"/>
                </a:lnTo>
                <a:lnTo>
                  <a:pt x="61" y="507"/>
                </a:lnTo>
                <a:lnTo>
                  <a:pt x="62" y="507"/>
                </a:lnTo>
                <a:lnTo>
                  <a:pt x="62" y="506"/>
                </a:lnTo>
                <a:lnTo>
                  <a:pt x="61" y="506"/>
                </a:lnTo>
                <a:lnTo>
                  <a:pt x="61" y="505"/>
                </a:lnTo>
                <a:lnTo>
                  <a:pt x="61" y="504"/>
                </a:lnTo>
                <a:lnTo>
                  <a:pt x="60" y="504"/>
                </a:lnTo>
                <a:lnTo>
                  <a:pt x="59" y="503"/>
                </a:lnTo>
                <a:lnTo>
                  <a:pt x="58" y="503"/>
                </a:lnTo>
                <a:lnTo>
                  <a:pt x="58" y="502"/>
                </a:lnTo>
                <a:lnTo>
                  <a:pt x="57" y="503"/>
                </a:lnTo>
                <a:lnTo>
                  <a:pt x="57" y="502"/>
                </a:lnTo>
                <a:lnTo>
                  <a:pt x="56" y="502"/>
                </a:lnTo>
                <a:lnTo>
                  <a:pt x="55" y="502"/>
                </a:lnTo>
                <a:lnTo>
                  <a:pt x="54" y="501"/>
                </a:lnTo>
                <a:lnTo>
                  <a:pt x="53" y="501"/>
                </a:lnTo>
                <a:lnTo>
                  <a:pt x="52" y="501"/>
                </a:lnTo>
                <a:lnTo>
                  <a:pt x="52" y="502"/>
                </a:lnTo>
                <a:lnTo>
                  <a:pt x="51" y="502"/>
                </a:lnTo>
                <a:lnTo>
                  <a:pt x="50" y="502"/>
                </a:lnTo>
                <a:lnTo>
                  <a:pt x="49" y="503"/>
                </a:lnTo>
                <a:lnTo>
                  <a:pt x="48" y="502"/>
                </a:lnTo>
                <a:lnTo>
                  <a:pt x="49" y="499"/>
                </a:lnTo>
                <a:lnTo>
                  <a:pt x="50" y="499"/>
                </a:lnTo>
                <a:lnTo>
                  <a:pt x="51" y="499"/>
                </a:lnTo>
                <a:lnTo>
                  <a:pt x="52" y="499"/>
                </a:lnTo>
                <a:lnTo>
                  <a:pt x="53" y="498"/>
                </a:lnTo>
                <a:lnTo>
                  <a:pt x="53" y="497"/>
                </a:lnTo>
                <a:lnTo>
                  <a:pt x="53" y="496"/>
                </a:lnTo>
                <a:lnTo>
                  <a:pt x="53" y="494"/>
                </a:lnTo>
                <a:lnTo>
                  <a:pt x="52" y="494"/>
                </a:lnTo>
                <a:lnTo>
                  <a:pt x="52" y="493"/>
                </a:lnTo>
                <a:lnTo>
                  <a:pt x="51" y="493"/>
                </a:lnTo>
                <a:lnTo>
                  <a:pt x="51" y="492"/>
                </a:lnTo>
                <a:lnTo>
                  <a:pt x="50" y="492"/>
                </a:lnTo>
                <a:lnTo>
                  <a:pt x="50" y="491"/>
                </a:lnTo>
                <a:lnTo>
                  <a:pt x="49" y="491"/>
                </a:lnTo>
                <a:lnTo>
                  <a:pt x="48" y="491"/>
                </a:lnTo>
                <a:lnTo>
                  <a:pt x="47" y="491"/>
                </a:lnTo>
                <a:lnTo>
                  <a:pt x="46" y="491"/>
                </a:lnTo>
                <a:lnTo>
                  <a:pt x="46" y="490"/>
                </a:lnTo>
                <a:lnTo>
                  <a:pt x="46" y="487"/>
                </a:lnTo>
                <a:lnTo>
                  <a:pt x="47" y="486"/>
                </a:lnTo>
                <a:lnTo>
                  <a:pt x="47" y="484"/>
                </a:lnTo>
                <a:lnTo>
                  <a:pt x="45" y="481"/>
                </a:lnTo>
                <a:lnTo>
                  <a:pt x="44" y="480"/>
                </a:lnTo>
                <a:lnTo>
                  <a:pt x="43" y="480"/>
                </a:lnTo>
                <a:lnTo>
                  <a:pt x="42" y="478"/>
                </a:lnTo>
                <a:lnTo>
                  <a:pt x="42" y="477"/>
                </a:lnTo>
                <a:lnTo>
                  <a:pt x="40" y="474"/>
                </a:lnTo>
                <a:lnTo>
                  <a:pt x="40" y="473"/>
                </a:lnTo>
                <a:lnTo>
                  <a:pt x="39" y="473"/>
                </a:lnTo>
                <a:lnTo>
                  <a:pt x="38" y="473"/>
                </a:lnTo>
                <a:lnTo>
                  <a:pt x="37" y="473"/>
                </a:lnTo>
                <a:lnTo>
                  <a:pt x="37" y="472"/>
                </a:lnTo>
                <a:lnTo>
                  <a:pt x="38" y="471"/>
                </a:lnTo>
                <a:lnTo>
                  <a:pt x="38" y="466"/>
                </a:lnTo>
                <a:lnTo>
                  <a:pt x="36" y="464"/>
                </a:lnTo>
                <a:lnTo>
                  <a:pt x="34" y="462"/>
                </a:lnTo>
                <a:lnTo>
                  <a:pt x="33" y="461"/>
                </a:lnTo>
                <a:lnTo>
                  <a:pt x="32" y="461"/>
                </a:lnTo>
                <a:lnTo>
                  <a:pt x="32" y="460"/>
                </a:lnTo>
                <a:lnTo>
                  <a:pt x="32" y="459"/>
                </a:lnTo>
                <a:lnTo>
                  <a:pt x="33" y="457"/>
                </a:lnTo>
                <a:lnTo>
                  <a:pt x="34" y="455"/>
                </a:lnTo>
                <a:lnTo>
                  <a:pt x="33" y="455"/>
                </a:lnTo>
                <a:lnTo>
                  <a:pt x="32" y="455"/>
                </a:lnTo>
                <a:lnTo>
                  <a:pt x="31" y="455"/>
                </a:lnTo>
                <a:lnTo>
                  <a:pt x="30" y="455"/>
                </a:lnTo>
                <a:lnTo>
                  <a:pt x="29" y="455"/>
                </a:lnTo>
                <a:lnTo>
                  <a:pt x="27" y="454"/>
                </a:lnTo>
                <a:lnTo>
                  <a:pt x="24" y="452"/>
                </a:lnTo>
                <a:lnTo>
                  <a:pt x="24" y="451"/>
                </a:lnTo>
                <a:lnTo>
                  <a:pt x="23" y="451"/>
                </a:lnTo>
                <a:lnTo>
                  <a:pt x="22" y="451"/>
                </a:lnTo>
                <a:lnTo>
                  <a:pt x="21" y="451"/>
                </a:lnTo>
                <a:lnTo>
                  <a:pt x="20" y="451"/>
                </a:lnTo>
                <a:lnTo>
                  <a:pt x="19" y="450"/>
                </a:lnTo>
                <a:lnTo>
                  <a:pt x="18" y="449"/>
                </a:lnTo>
                <a:lnTo>
                  <a:pt x="18" y="448"/>
                </a:lnTo>
                <a:lnTo>
                  <a:pt x="17" y="448"/>
                </a:lnTo>
                <a:lnTo>
                  <a:pt x="15" y="448"/>
                </a:lnTo>
                <a:lnTo>
                  <a:pt x="13" y="448"/>
                </a:lnTo>
                <a:lnTo>
                  <a:pt x="12" y="448"/>
                </a:lnTo>
                <a:lnTo>
                  <a:pt x="11" y="448"/>
                </a:lnTo>
                <a:lnTo>
                  <a:pt x="10" y="447"/>
                </a:lnTo>
                <a:lnTo>
                  <a:pt x="8" y="446"/>
                </a:lnTo>
                <a:lnTo>
                  <a:pt x="8" y="445"/>
                </a:lnTo>
                <a:lnTo>
                  <a:pt x="8" y="443"/>
                </a:lnTo>
                <a:lnTo>
                  <a:pt x="8" y="442"/>
                </a:lnTo>
                <a:lnTo>
                  <a:pt x="8" y="440"/>
                </a:lnTo>
                <a:lnTo>
                  <a:pt x="9" y="439"/>
                </a:lnTo>
                <a:lnTo>
                  <a:pt x="10" y="438"/>
                </a:lnTo>
                <a:lnTo>
                  <a:pt x="10" y="437"/>
                </a:lnTo>
                <a:lnTo>
                  <a:pt x="9" y="437"/>
                </a:lnTo>
                <a:lnTo>
                  <a:pt x="8" y="436"/>
                </a:lnTo>
                <a:lnTo>
                  <a:pt x="7" y="436"/>
                </a:lnTo>
                <a:lnTo>
                  <a:pt x="7" y="435"/>
                </a:lnTo>
                <a:lnTo>
                  <a:pt x="7" y="434"/>
                </a:lnTo>
                <a:lnTo>
                  <a:pt x="6" y="434"/>
                </a:lnTo>
                <a:lnTo>
                  <a:pt x="6" y="433"/>
                </a:lnTo>
                <a:lnTo>
                  <a:pt x="7" y="429"/>
                </a:lnTo>
                <a:lnTo>
                  <a:pt x="8" y="429"/>
                </a:lnTo>
                <a:lnTo>
                  <a:pt x="8" y="428"/>
                </a:lnTo>
                <a:lnTo>
                  <a:pt x="9" y="429"/>
                </a:lnTo>
                <a:lnTo>
                  <a:pt x="10" y="429"/>
                </a:lnTo>
                <a:lnTo>
                  <a:pt x="10" y="427"/>
                </a:lnTo>
                <a:lnTo>
                  <a:pt x="10" y="426"/>
                </a:lnTo>
                <a:lnTo>
                  <a:pt x="11" y="425"/>
                </a:lnTo>
                <a:lnTo>
                  <a:pt x="12" y="425"/>
                </a:lnTo>
                <a:lnTo>
                  <a:pt x="12" y="424"/>
                </a:lnTo>
                <a:lnTo>
                  <a:pt x="11" y="424"/>
                </a:lnTo>
                <a:lnTo>
                  <a:pt x="11" y="423"/>
                </a:lnTo>
                <a:lnTo>
                  <a:pt x="10" y="423"/>
                </a:lnTo>
                <a:lnTo>
                  <a:pt x="9" y="423"/>
                </a:lnTo>
                <a:lnTo>
                  <a:pt x="9" y="422"/>
                </a:lnTo>
                <a:lnTo>
                  <a:pt x="9" y="421"/>
                </a:lnTo>
                <a:lnTo>
                  <a:pt x="9" y="420"/>
                </a:lnTo>
                <a:lnTo>
                  <a:pt x="8" y="419"/>
                </a:lnTo>
                <a:lnTo>
                  <a:pt x="9" y="418"/>
                </a:lnTo>
                <a:lnTo>
                  <a:pt x="9" y="417"/>
                </a:lnTo>
                <a:lnTo>
                  <a:pt x="9" y="415"/>
                </a:lnTo>
                <a:lnTo>
                  <a:pt x="10" y="414"/>
                </a:lnTo>
                <a:lnTo>
                  <a:pt x="11" y="413"/>
                </a:lnTo>
                <a:lnTo>
                  <a:pt x="12" y="413"/>
                </a:lnTo>
                <a:lnTo>
                  <a:pt x="14" y="411"/>
                </a:lnTo>
                <a:lnTo>
                  <a:pt x="14" y="410"/>
                </a:lnTo>
                <a:lnTo>
                  <a:pt x="13" y="410"/>
                </a:lnTo>
                <a:lnTo>
                  <a:pt x="13" y="409"/>
                </a:lnTo>
                <a:lnTo>
                  <a:pt x="13" y="408"/>
                </a:lnTo>
                <a:lnTo>
                  <a:pt x="14" y="407"/>
                </a:lnTo>
                <a:lnTo>
                  <a:pt x="15" y="406"/>
                </a:lnTo>
                <a:lnTo>
                  <a:pt x="15" y="405"/>
                </a:lnTo>
                <a:lnTo>
                  <a:pt x="16" y="405"/>
                </a:lnTo>
                <a:lnTo>
                  <a:pt x="18" y="405"/>
                </a:lnTo>
                <a:lnTo>
                  <a:pt x="20" y="406"/>
                </a:lnTo>
                <a:lnTo>
                  <a:pt x="21" y="406"/>
                </a:lnTo>
                <a:lnTo>
                  <a:pt x="22" y="405"/>
                </a:lnTo>
                <a:lnTo>
                  <a:pt x="23" y="405"/>
                </a:lnTo>
                <a:lnTo>
                  <a:pt x="23" y="404"/>
                </a:lnTo>
                <a:lnTo>
                  <a:pt x="24" y="404"/>
                </a:lnTo>
                <a:lnTo>
                  <a:pt x="24" y="403"/>
                </a:lnTo>
                <a:lnTo>
                  <a:pt x="23" y="403"/>
                </a:lnTo>
                <a:lnTo>
                  <a:pt x="23" y="402"/>
                </a:lnTo>
                <a:lnTo>
                  <a:pt x="23" y="401"/>
                </a:lnTo>
                <a:lnTo>
                  <a:pt x="23" y="399"/>
                </a:lnTo>
                <a:lnTo>
                  <a:pt x="24" y="399"/>
                </a:lnTo>
                <a:lnTo>
                  <a:pt x="25" y="399"/>
                </a:lnTo>
                <a:lnTo>
                  <a:pt x="26" y="400"/>
                </a:lnTo>
                <a:lnTo>
                  <a:pt x="27" y="400"/>
                </a:lnTo>
                <a:lnTo>
                  <a:pt x="27" y="401"/>
                </a:lnTo>
                <a:lnTo>
                  <a:pt x="28" y="400"/>
                </a:lnTo>
                <a:lnTo>
                  <a:pt x="29" y="399"/>
                </a:lnTo>
                <a:lnTo>
                  <a:pt x="29" y="398"/>
                </a:lnTo>
                <a:lnTo>
                  <a:pt x="30" y="395"/>
                </a:lnTo>
                <a:lnTo>
                  <a:pt x="31" y="394"/>
                </a:lnTo>
                <a:lnTo>
                  <a:pt x="32" y="394"/>
                </a:lnTo>
                <a:lnTo>
                  <a:pt x="34" y="394"/>
                </a:lnTo>
                <a:lnTo>
                  <a:pt x="34" y="393"/>
                </a:lnTo>
                <a:lnTo>
                  <a:pt x="34" y="392"/>
                </a:lnTo>
                <a:lnTo>
                  <a:pt x="34" y="391"/>
                </a:lnTo>
                <a:lnTo>
                  <a:pt x="34" y="390"/>
                </a:lnTo>
                <a:lnTo>
                  <a:pt x="35" y="389"/>
                </a:lnTo>
                <a:lnTo>
                  <a:pt x="36" y="389"/>
                </a:lnTo>
                <a:lnTo>
                  <a:pt x="36" y="388"/>
                </a:lnTo>
                <a:lnTo>
                  <a:pt x="35" y="387"/>
                </a:lnTo>
                <a:lnTo>
                  <a:pt x="35" y="386"/>
                </a:lnTo>
                <a:lnTo>
                  <a:pt x="34" y="386"/>
                </a:lnTo>
                <a:lnTo>
                  <a:pt x="33" y="386"/>
                </a:lnTo>
                <a:lnTo>
                  <a:pt x="32" y="385"/>
                </a:lnTo>
                <a:lnTo>
                  <a:pt x="31" y="385"/>
                </a:lnTo>
                <a:lnTo>
                  <a:pt x="31" y="384"/>
                </a:lnTo>
                <a:lnTo>
                  <a:pt x="31" y="383"/>
                </a:lnTo>
                <a:lnTo>
                  <a:pt x="30" y="383"/>
                </a:lnTo>
                <a:lnTo>
                  <a:pt x="30" y="382"/>
                </a:lnTo>
                <a:lnTo>
                  <a:pt x="29" y="382"/>
                </a:lnTo>
                <a:lnTo>
                  <a:pt x="29" y="381"/>
                </a:lnTo>
                <a:lnTo>
                  <a:pt x="28" y="381"/>
                </a:lnTo>
                <a:lnTo>
                  <a:pt x="29" y="379"/>
                </a:lnTo>
                <a:lnTo>
                  <a:pt x="29" y="377"/>
                </a:lnTo>
                <a:lnTo>
                  <a:pt x="28" y="376"/>
                </a:lnTo>
                <a:lnTo>
                  <a:pt x="28" y="374"/>
                </a:lnTo>
                <a:lnTo>
                  <a:pt x="28" y="372"/>
                </a:lnTo>
                <a:lnTo>
                  <a:pt x="29" y="371"/>
                </a:lnTo>
                <a:lnTo>
                  <a:pt x="29" y="370"/>
                </a:lnTo>
                <a:lnTo>
                  <a:pt x="30" y="370"/>
                </a:lnTo>
                <a:lnTo>
                  <a:pt x="31" y="371"/>
                </a:lnTo>
                <a:lnTo>
                  <a:pt x="32" y="370"/>
                </a:lnTo>
                <a:lnTo>
                  <a:pt x="33" y="369"/>
                </a:lnTo>
                <a:lnTo>
                  <a:pt x="33" y="368"/>
                </a:lnTo>
                <a:lnTo>
                  <a:pt x="35" y="367"/>
                </a:lnTo>
                <a:lnTo>
                  <a:pt x="36" y="367"/>
                </a:lnTo>
                <a:lnTo>
                  <a:pt x="37" y="365"/>
                </a:lnTo>
                <a:lnTo>
                  <a:pt x="38" y="364"/>
                </a:lnTo>
                <a:lnTo>
                  <a:pt x="39" y="363"/>
                </a:lnTo>
                <a:lnTo>
                  <a:pt x="40" y="363"/>
                </a:lnTo>
                <a:lnTo>
                  <a:pt x="41" y="363"/>
                </a:lnTo>
                <a:lnTo>
                  <a:pt x="42" y="363"/>
                </a:lnTo>
                <a:lnTo>
                  <a:pt x="43" y="363"/>
                </a:lnTo>
                <a:lnTo>
                  <a:pt x="43" y="362"/>
                </a:lnTo>
                <a:lnTo>
                  <a:pt x="43" y="361"/>
                </a:lnTo>
                <a:lnTo>
                  <a:pt x="44" y="360"/>
                </a:lnTo>
                <a:lnTo>
                  <a:pt x="46" y="359"/>
                </a:lnTo>
                <a:lnTo>
                  <a:pt x="46" y="360"/>
                </a:lnTo>
                <a:lnTo>
                  <a:pt x="47" y="360"/>
                </a:lnTo>
                <a:lnTo>
                  <a:pt x="48" y="360"/>
                </a:lnTo>
                <a:lnTo>
                  <a:pt x="49" y="359"/>
                </a:lnTo>
                <a:lnTo>
                  <a:pt x="49" y="358"/>
                </a:lnTo>
                <a:lnTo>
                  <a:pt x="50" y="357"/>
                </a:lnTo>
                <a:lnTo>
                  <a:pt x="51" y="357"/>
                </a:lnTo>
                <a:lnTo>
                  <a:pt x="52" y="357"/>
                </a:lnTo>
                <a:lnTo>
                  <a:pt x="53" y="357"/>
                </a:lnTo>
                <a:lnTo>
                  <a:pt x="53" y="356"/>
                </a:lnTo>
                <a:lnTo>
                  <a:pt x="54" y="356"/>
                </a:lnTo>
                <a:lnTo>
                  <a:pt x="54" y="357"/>
                </a:lnTo>
                <a:lnTo>
                  <a:pt x="54" y="359"/>
                </a:lnTo>
                <a:lnTo>
                  <a:pt x="55" y="359"/>
                </a:lnTo>
                <a:lnTo>
                  <a:pt x="55" y="360"/>
                </a:lnTo>
                <a:lnTo>
                  <a:pt x="56" y="360"/>
                </a:lnTo>
                <a:lnTo>
                  <a:pt x="57" y="360"/>
                </a:lnTo>
                <a:lnTo>
                  <a:pt x="57" y="361"/>
                </a:lnTo>
                <a:lnTo>
                  <a:pt x="58" y="361"/>
                </a:lnTo>
                <a:lnTo>
                  <a:pt x="58" y="362"/>
                </a:lnTo>
                <a:lnTo>
                  <a:pt x="59" y="362"/>
                </a:lnTo>
                <a:lnTo>
                  <a:pt x="59" y="363"/>
                </a:lnTo>
                <a:lnTo>
                  <a:pt x="59" y="364"/>
                </a:lnTo>
                <a:lnTo>
                  <a:pt x="60" y="365"/>
                </a:lnTo>
                <a:lnTo>
                  <a:pt x="62" y="365"/>
                </a:lnTo>
                <a:lnTo>
                  <a:pt x="63" y="365"/>
                </a:lnTo>
                <a:lnTo>
                  <a:pt x="63" y="364"/>
                </a:lnTo>
                <a:lnTo>
                  <a:pt x="64" y="364"/>
                </a:lnTo>
                <a:lnTo>
                  <a:pt x="64" y="363"/>
                </a:lnTo>
                <a:lnTo>
                  <a:pt x="65" y="363"/>
                </a:lnTo>
                <a:lnTo>
                  <a:pt x="65" y="364"/>
                </a:lnTo>
                <a:lnTo>
                  <a:pt x="66" y="364"/>
                </a:lnTo>
                <a:lnTo>
                  <a:pt x="66" y="365"/>
                </a:lnTo>
                <a:lnTo>
                  <a:pt x="68" y="365"/>
                </a:lnTo>
                <a:lnTo>
                  <a:pt x="68" y="364"/>
                </a:lnTo>
                <a:lnTo>
                  <a:pt x="68" y="363"/>
                </a:lnTo>
                <a:lnTo>
                  <a:pt x="69" y="363"/>
                </a:lnTo>
                <a:lnTo>
                  <a:pt x="70" y="363"/>
                </a:lnTo>
                <a:lnTo>
                  <a:pt x="71" y="363"/>
                </a:lnTo>
                <a:lnTo>
                  <a:pt x="72" y="362"/>
                </a:lnTo>
                <a:lnTo>
                  <a:pt x="73" y="362"/>
                </a:lnTo>
                <a:lnTo>
                  <a:pt x="74" y="362"/>
                </a:lnTo>
                <a:lnTo>
                  <a:pt x="75" y="362"/>
                </a:lnTo>
                <a:lnTo>
                  <a:pt x="76" y="362"/>
                </a:lnTo>
                <a:lnTo>
                  <a:pt x="77" y="362"/>
                </a:lnTo>
                <a:lnTo>
                  <a:pt x="78" y="362"/>
                </a:lnTo>
                <a:lnTo>
                  <a:pt x="79" y="362"/>
                </a:lnTo>
                <a:lnTo>
                  <a:pt x="80" y="362"/>
                </a:lnTo>
                <a:lnTo>
                  <a:pt x="81" y="362"/>
                </a:lnTo>
                <a:lnTo>
                  <a:pt x="81" y="361"/>
                </a:lnTo>
                <a:lnTo>
                  <a:pt x="82" y="360"/>
                </a:lnTo>
                <a:lnTo>
                  <a:pt x="82" y="359"/>
                </a:lnTo>
                <a:lnTo>
                  <a:pt x="82" y="358"/>
                </a:lnTo>
                <a:lnTo>
                  <a:pt x="82" y="357"/>
                </a:lnTo>
                <a:lnTo>
                  <a:pt x="82" y="356"/>
                </a:lnTo>
                <a:lnTo>
                  <a:pt x="81" y="356"/>
                </a:lnTo>
                <a:lnTo>
                  <a:pt x="81" y="355"/>
                </a:lnTo>
                <a:lnTo>
                  <a:pt x="83" y="355"/>
                </a:lnTo>
                <a:lnTo>
                  <a:pt x="83" y="354"/>
                </a:lnTo>
                <a:lnTo>
                  <a:pt x="83" y="353"/>
                </a:lnTo>
                <a:lnTo>
                  <a:pt x="84" y="352"/>
                </a:lnTo>
                <a:lnTo>
                  <a:pt x="85" y="352"/>
                </a:lnTo>
                <a:lnTo>
                  <a:pt x="86" y="352"/>
                </a:lnTo>
                <a:lnTo>
                  <a:pt x="86" y="351"/>
                </a:lnTo>
                <a:lnTo>
                  <a:pt x="86" y="352"/>
                </a:lnTo>
                <a:lnTo>
                  <a:pt x="87" y="352"/>
                </a:lnTo>
                <a:lnTo>
                  <a:pt x="88" y="352"/>
                </a:lnTo>
                <a:lnTo>
                  <a:pt x="89" y="352"/>
                </a:lnTo>
                <a:lnTo>
                  <a:pt x="89" y="351"/>
                </a:lnTo>
                <a:lnTo>
                  <a:pt x="89" y="350"/>
                </a:lnTo>
                <a:lnTo>
                  <a:pt x="90" y="350"/>
                </a:lnTo>
                <a:lnTo>
                  <a:pt x="91" y="351"/>
                </a:lnTo>
                <a:lnTo>
                  <a:pt x="91" y="350"/>
                </a:lnTo>
                <a:lnTo>
                  <a:pt x="92" y="349"/>
                </a:lnTo>
                <a:lnTo>
                  <a:pt x="91" y="349"/>
                </a:lnTo>
                <a:lnTo>
                  <a:pt x="92" y="348"/>
                </a:lnTo>
                <a:lnTo>
                  <a:pt x="92" y="347"/>
                </a:lnTo>
                <a:lnTo>
                  <a:pt x="91" y="347"/>
                </a:lnTo>
                <a:lnTo>
                  <a:pt x="90" y="347"/>
                </a:lnTo>
                <a:lnTo>
                  <a:pt x="89" y="346"/>
                </a:lnTo>
                <a:lnTo>
                  <a:pt x="88" y="346"/>
                </a:lnTo>
                <a:lnTo>
                  <a:pt x="87" y="346"/>
                </a:lnTo>
                <a:lnTo>
                  <a:pt x="86" y="345"/>
                </a:lnTo>
                <a:lnTo>
                  <a:pt x="87" y="345"/>
                </a:lnTo>
                <a:lnTo>
                  <a:pt x="87" y="344"/>
                </a:lnTo>
                <a:lnTo>
                  <a:pt x="88" y="343"/>
                </a:lnTo>
                <a:lnTo>
                  <a:pt x="87" y="342"/>
                </a:lnTo>
                <a:lnTo>
                  <a:pt x="87" y="341"/>
                </a:lnTo>
                <a:lnTo>
                  <a:pt x="88" y="340"/>
                </a:lnTo>
                <a:lnTo>
                  <a:pt x="88" y="338"/>
                </a:lnTo>
                <a:lnTo>
                  <a:pt x="88" y="337"/>
                </a:lnTo>
                <a:lnTo>
                  <a:pt x="89" y="337"/>
                </a:lnTo>
                <a:lnTo>
                  <a:pt x="89" y="336"/>
                </a:lnTo>
                <a:lnTo>
                  <a:pt x="90" y="336"/>
                </a:lnTo>
                <a:lnTo>
                  <a:pt x="91" y="336"/>
                </a:lnTo>
                <a:lnTo>
                  <a:pt x="91" y="335"/>
                </a:lnTo>
                <a:lnTo>
                  <a:pt x="92" y="335"/>
                </a:lnTo>
                <a:lnTo>
                  <a:pt x="92" y="334"/>
                </a:lnTo>
                <a:lnTo>
                  <a:pt x="91" y="333"/>
                </a:lnTo>
                <a:lnTo>
                  <a:pt x="92" y="332"/>
                </a:lnTo>
                <a:lnTo>
                  <a:pt x="91" y="331"/>
                </a:lnTo>
                <a:lnTo>
                  <a:pt x="92" y="331"/>
                </a:lnTo>
                <a:lnTo>
                  <a:pt x="92" y="330"/>
                </a:lnTo>
                <a:lnTo>
                  <a:pt x="92" y="329"/>
                </a:lnTo>
                <a:lnTo>
                  <a:pt x="92" y="328"/>
                </a:lnTo>
                <a:lnTo>
                  <a:pt x="92" y="327"/>
                </a:lnTo>
                <a:lnTo>
                  <a:pt x="93" y="326"/>
                </a:lnTo>
                <a:lnTo>
                  <a:pt x="94" y="326"/>
                </a:lnTo>
                <a:lnTo>
                  <a:pt x="94" y="325"/>
                </a:lnTo>
                <a:lnTo>
                  <a:pt x="94" y="324"/>
                </a:lnTo>
                <a:lnTo>
                  <a:pt x="94" y="323"/>
                </a:lnTo>
                <a:lnTo>
                  <a:pt x="94" y="322"/>
                </a:lnTo>
                <a:lnTo>
                  <a:pt x="94" y="321"/>
                </a:lnTo>
                <a:lnTo>
                  <a:pt x="95" y="321"/>
                </a:lnTo>
                <a:lnTo>
                  <a:pt x="96" y="320"/>
                </a:lnTo>
                <a:lnTo>
                  <a:pt x="97" y="320"/>
                </a:lnTo>
                <a:lnTo>
                  <a:pt x="97" y="319"/>
                </a:lnTo>
                <a:lnTo>
                  <a:pt x="97" y="318"/>
                </a:lnTo>
                <a:lnTo>
                  <a:pt x="97" y="317"/>
                </a:lnTo>
                <a:lnTo>
                  <a:pt x="98" y="317"/>
                </a:lnTo>
                <a:lnTo>
                  <a:pt x="98" y="316"/>
                </a:lnTo>
                <a:lnTo>
                  <a:pt x="99" y="316"/>
                </a:lnTo>
                <a:lnTo>
                  <a:pt x="99" y="315"/>
                </a:lnTo>
                <a:lnTo>
                  <a:pt x="99" y="314"/>
                </a:lnTo>
                <a:lnTo>
                  <a:pt x="99" y="313"/>
                </a:lnTo>
                <a:lnTo>
                  <a:pt x="100" y="313"/>
                </a:lnTo>
                <a:lnTo>
                  <a:pt x="100" y="312"/>
                </a:lnTo>
                <a:lnTo>
                  <a:pt x="100" y="311"/>
                </a:lnTo>
                <a:lnTo>
                  <a:pt x="99" y="310"/>
                </a:lnTo>
                <a:lnTo>
                  <a:pt x="97" y="311"/>
                </a:lnTo>
                <a:lnTo>
                  <a:pt x="97" y="312"/>
                </a:lnTo>
                <a:lnTo>
                  <a:pt x="95" y="312"/>
                </a:lnTo>
                <a:lnTo>
                  <a:pt x="95" y="311"/>
                </a:lnTo>
                <a:lnTo>
                  <a:pt x="95" y="310"/>
                </a:lnTo>
                <a:lnTo>
                  <a:pt x="94" y="309"/>
                </a:lnTo>
                <a:lnTo>
                  <a:pt x="95" y="309"/>
                </a:lnTo>
                <a:lnTo>
                  <a:pt x="94" y="309"/>
                </a:lnTo>
                <a:lnTo>
                  <a:pt x="94" y="308"/>
                </a:lnTo>
                <a:lnTo>
                  <a:pt x="93" y="308"/>
                </a:lnTo>
                <a:lnTo>
                  <a:pt x="92" y="308"/>
                </a:lnTo>
                <a:lnTo>
                  <a:pt x="91" y="307"/>
                </a:lnTo>
                <a:lnTo>
                  <a:pt x="90" y="307"/>
                </a:lnTo>
                <a:lnTo>
                  <a:pt x="89" y="308"/>
                </a:lnTo>
                <a:lnTo>
                  <a:pt x="88" y="308"/>
                </a:lnTo>
                <a:lnTo>
                  <a:pt x="88" y="307"/>
                </a:lnTo>
                <a:lnTo>
                  <a:pt x="87" y="307"/>
                </a:lnTo>
                <a:lnTo>
                  <a:pt x="87" y="306"/>
                </a:lnTo>
                <a:lnTo>
                  <a:pt x="87" y="305"/>
                </a:lnTo>
                <a:lnTo>
                  <a:pt x="86" y="305"/>
                </a:lnTo>
                <a:lnTo>
                  <a:pt x="86" y="304"/>
                </a:lnTo>
                <a:lnTo>
                  <a:pt x="85" y="304"/>
                </a:lnTo>
                <a:lnTo>
                  <a:pt x="85" y="303"/>
                </a:lnTo>
                <a:lnTo>
                  <a:pt x="85" y="302"/>
                </a:lnTo>
                <a:lnTo>
                  <a:pt x="86" y="302"/>
                </a:lnTo>
                <a:lnTo>
                  <a:pt x="85" y="302"/>
                </a:lnTo>
                <a:lnTo>
                  <a:pt x="85" y="301"/>
                </a:lnTo>
                <a:lnTo>
                  <a:pt x="86" y="300"/>
                </a:lnTo>
                <a:lnTo>
                  <a:pt x="85" y="299"/>
                </a:lnTo>
                <a:lnTo>
                  <a:pt x="86" y="298"/>
                </a:lnTo>
                <a:lnTo>
                  <a:pt x="85" y="297"/>
                </a:lnTo>
                <a:lnTo>
                  <a:pt x="86" y="297"/>
                </a:lnTo>
                <a:lnTo>
                  <a:pt x="86" y="296"/>
                </a:lnTo>
                <a:lnTo>
                  <a:pt x="86" y="295"/>
                </a:lnTo>
                <a:lnTo>
                  <a:pt x="86" y="294"/>
                </a:lnTo>
                <a:lnTo>
                  <a:pt x="86" y="293"/>
                </a:lnTo>
                <a:lnTo>
                  <a:pt x="86" y="292"/>
                </a:lnTo>
                <a:lnTo>
                  <a:pt x="86" y="291"/>
                </a:lnTo>
                <a:lnTo>
                  <a:pt x="87" y="290"/>
                </a:lnTo>
                <a:lnTo>
                  <a:pt x="86" y="290"/>
                </a:lnTo>
                <a:lnTo>
                  <a:pt x="86" y="289"/>
                </a:lnTo>
                <a:lnTo>
                  <a:pt x="85" y="289"/>
                </a:lnTo>
                <a:lnTo>
                  <a:pt x="85" y="288"/>
                </a:lnTo>
                <a:lnTo>
                  <a:pt x="85" y="287"/>
                </a:lnTo>
                <a:lnTo>
                  <a:pt x="84" y="286"/>
                </a:lnTo>
                <a:lnTo>
                  <a:pt x="84" y="285"/>
                </a:lnTo>
                <a:lnTo>
                  <a:pt x="85" y="285"/>
                </a:lnTo>
                <a:lnTo>
                  <a:pt x="86" y="285"/>
                </a:lnTo>
                <a:lnTo>
                  <a:pt x="85" y="284"/>
                </a:lnTo>
                <a:lnTo>
                  <a:pt x="85" y="283"/>
                </a:lnTo>
                <a:lnTo>
                  <a:pt x="85" y="282"/>
                </a:lnTo>
                <a:lnTo>
                  <a:pt x="85" y="281"/>
                </a:lnTo>
                <a:lnTo>
                  <a:pt x="84" y="281"/>
                </a:lnTo>
                <a:lnTo>
                  <a:pt x="83" y="281"/>
                </a:lnTo>
                <a:lnTo>
                  <a:pt x="82" y="281"/>
                </a:lnTo>
                <a:lnTo>
                  <a:pt x="81" y="281"/>
                </a:lnTo>
                <a:lnTo>
                  <a:pt x="80" y="282"/>
                </a:lnTo>
                <a:lnTo>
                  <a:pt x="79" y="281"/>
                </a:lnTo>
                <a:lnTo>
                  <a:pt x="78" y="281"/>
                </a:lnTo>
                <a:lnTo>
                  <a:pt x="78" y="282"/>
                </a:lnTo>
                <a:lnTo>
                  <a:pt x="77" y="282"/>
                </a:lnTo>
                <a:lnTo>
                  <a:pt x="76" y="282"/>
                </a:lnTo>
                <a:lnTo>
                  <a:pt x="75" y="282"/>
                </a:lnTo>
                <a:lnTo>
                  <a:pt x="75" y="281"/>
                </a:lnTo>
                <a:lnTo>
                  <a:pt x="74" y="280"/>
                </a:lnTo>
                <a:lnTo>
                  <a:pt x="74" y="281"/>
                </a:lnTo>
                <a:lnTo>
                  <a:pt x="73" y="281"/>
                </a:lnTo>
                <a:lnTo>
                  <a:pt x="72" y="281"/>
                </a:lnTo>
                <a:lnTo>
                  <a:pt x="71" y="281"/>
                </a:lnTo>
                <a:lnTo>
                  <a:pt x="71" y="282"/>
                </a:lnTo>
                <a:lnTo>
                  <a:pt x="70" y="282"/>
                </a:lnTo>
                <a:lnTo>
                  <a:pt x="69" y="282"/>
                </a:lnTo>
                <a:lnTo>
                  <a:pt x="69" y="283"/>
                </a:lnTo>
                <a:lnTo>
                  <a:pt x="69" y="282"/>
                </a:lnTo>
                <a:lnTo>
                  <a:pt x="69" y="281"/>
                </a:lnTo>
                <a:lnTo>
                  <a:pt x="68" y="282"/>
                </a:lnTo>
                <a:lnTo>
                  <a:pt x="68" y="281"/>
                </a:lnTo>
                <a:lnTo>
                  <a:pt x="67" y="280"/>
                </a:lnTo>
                <a:lnTo>
                  <a:pt x="67" y="279"/>
                </a:lnTo>
                <a:lnTo>
                  <a:pt x="68" y="279"/>
                </a:lnTo>
                <a:lnTo>
                  <a:pt x="69" y="278"/>
                </a:lnTo>
                <a:lnTo>
                  <a:pt x="70" y="278"/>
                </a:lnTo>
                <a:lnTo>
                  <a:pt x="69" y="277"/>
                </a:lnTo>
                <a:lnTo>
                  <a:pt x="69" y="276"/>
                </a:lnTo>
                <a:lnTo>
                  <a:pt x="68" y="276"/>
                </a:lnTo>
                <a:lnTo>
                  <a:pt x="68" y="277"/>
                </a:lnTo>
                <a:lnTo>
                  <a:pt x="67" y="277"/>
                </a:lnTo>
                <a:lnTo>
                  <a:pt x="66" y="277"/>
                </a:lnTo>
                <a:lnTo>
                  <a:pt x="65" y="278"/>
                </a:lnTo>
                <a:lnTo>
                  <a:pt x="64" y="278"/>
                </a:lnTo>
                <a:lnTo>
                  <a:pt x="63" y="278"/>
                </a:lnTo>
                <a:lnTo>
                  <a:pt x="62" y="278"/>
                </a:lnTo>
                <a:lnTo>
                  <a:pt x="62" y="277"/>
                </a:lnTo>
                <a:lnTo>
                  <a:pt x="61" y="277"/>
                </a:lnTo>
                <a:lnTo>
                  <a:pt x="60" y="277"/>
                </a:lnTo>
                <a:lnTo>
                  <a:pt x="58" y="277"/>
                </a:lnTo>
                <a:lnTo>
                  <a:pt x="57" y="277"/>
                </a:lnTo>
                <a:lnTo>
                  <a:pt x="57" y="276"/>
                </a:lnTo>
                <a:lnTo>
                  <a:pt x="56" y="276"/>
                </a:lnTo>
                <a:lnTo>
                  <a:pt x="56" y="275"/>
                </a:lnTo>
                <a:lnTo>
                  <a:pt x="55" y="275"/>
                </a:lnTo>
                <a:lnTo>
                  <a:pt x="54" y="276"/>
                </a:lnTo>
                <a:lnTo>
                  <a:pt x="53" y="276"/>
                </a:lnTo>
                <a:lnTo>
                  <a:pt x="53" y="275"/>
                </a:lnTo>
                <a:lnTo>
                  <a:pt x="53" y="274"/>
                </a:lnTo>
                <a:lnTo>
                  <a:pt x="52" y="274"/>
                </a:lnTo>
                <a:lnTo>
                  <a:pt x="52" y="273"/>
                </a:lnTo>
                <a:lnTo>
                  <a:pt x="52" y="272"/>
                </a:lnTo>
                <a:lnTo>
                  <a:pt x="51" y="271"/>
                </a:lnTo>
                <a:lnTo>
                  <a:pt x="51" y="270"/>
                </a:lnTo>
                <a:lnTo>
                  <a:pt x="52" y="270"/>
                </a:lnTo>
                <a:lnTo>
                  <a:pt x="52" y="269"/>
                </a:lnTo>
                <a:lnTo>
                  <a:pt x="51" y="269"/>
                </a:lnTo>
                <a:lnTo>
                  <a:pt x="51" y="268"/>
                </a:lnTo>
                <a:lnTo>
                  <a:pt x="50" y="268"/>
                </a:lnTo>
                <a:lnTo>
                  <a:pt x="49" y="268"/>
                </a:lnTo>
                <a:lnTo>
                  <a:pt x="48" y="268"/>
                </a:lnTo>
                <a:lnTo>
                  <a:pt x="45" y="267"/>
                </a:lnTo>
                <a:lnTo>
                  <a:pt x="44" y="267"/>
                </a:lnTo>
                <a:lnTo>
                  <a:pt x="43" y="267"/>
                </a:lnTo>
                <a:lnTo>
                  <a:pt x="42" y="267"/>
                </a:lnTo>
                <a:lnTo>
                  <a:pt x="41" y="267"/>
                </a:lnTo>
                <a:lnTo>
                  <a:pt x="41" y="266"/>
                </a:lnTo>
                <a:lnTo>
                  <a:pt x="41" y="265"/>
                </a:lnTo>
                <a:lnTo>
                  <a:pt x="42" y="265"/>
                </a:lnTo>
                <a:lnTo>
                  <a:pt x="43" y="265"/>
                </a:lnTo>
                <a:lnTo>
                  <a:pt x="45" y="265"/>
                </a:lnTo>
                <a:lnTo>
                  <a:pt x="45" y="264"/>
                </a:lnTo>
                <a:lnTo>
                  <a:pt x="46" y="264"/>
                </a:lnTo>
                <a:lnTo>
                  <a:pt x="46" y="263"/>
                </a:lnTo>
                <a:lnTo>
                  <a:pt x="46" y="262"/>
                </a:lnTo>
                <a:lnTo>
                  <a:pt x="47" y="262"/>
                </a:lnTo>
                <a:lnTo>
                  <a:pt x="47" y="261"/>
                </a:lnTo>
                <a:lnTo>
                  <a:pt x="47" y="260"/>
                </a:lnTo>
                <a:lnTo>
                  <a:pt x="47" y="258"/>
                </a:lnTo>
                <a:lnTo>
                  <a:pt x="47" y="257"/>
                </a:lnTo>
                <a:lnTo>
                  <a:pt x="47" y="256"/>
                </a:lnTo>
                <a:lnTo>
                  <a:pt x="48" y="256"/>
                </a:lnTo>
                <a:lnTo>
                  <a:pt x="49" y="256"/>
                </a:lnTo>
                <a:lnTo>
                  <a:pt x="50" y="256"/>
                </a:lnTo>
                <a:lnTo>
                  <a:pt x="50" y="257"/>
                </a:lnTo>
                <a:lnTo>
                  <a:pt x="51" y="257"/>
                </a:lnTo>
                <a:lnTo>
                  <a:pt x="51" y="258"/>
                </a:lnTo>
                <a:lnTo>
                  <a:pt x="52" y="259"/>
                </a:lnTo>
                <a:lnTo>
                  <a:pt x="52" y="260"/>
                </a:lnTo>
                <a:lnTo>
                  <a:pt x="52" y="261"/>
                </a:lnTo>
                <a:lnTo>
                  <a:pt x="53" y="262"/>
                </a:lnTo>
                <a:lnTo>
                  <a:pt x="54" y="261"/>
                </a:lnTo>
                <a:lnTo>
                  <a:pt x="55" y="261"/>
                </a:lnTo>
                <a:lnTo>
                  <a:pt x="56" y="260"/>
                </a:lnTo>
                <a:lnTo>
                  <a:pt x="57" y="260"/>
                </a:lnTo>
                <a:lnTo>
                  <a:pt x="57" y="259"/>
                </a:lnTo>
                <a:lnTo>
                  <a:pt x="57" y="258"/>
                </a:lnTo>
                <a:lnTo>
                  <a:pt x="58" y="258"/>
                </a:lnTo>
                <a:lnTo>
                  <a:pt x="58" y="257"/>
                </a:lnTo>
                <a:lnTo>
                  <a:pt x="58" y="256"/>
                </a:lnTo>
                <a:lnTo>
                  <a:pt x="57" y="256"/>
                </a:lnTo>
                <a:lnTo>
                  <a:pt x="57" y="255"/>
                </a:lnTo>
                <a:lnTo>
                  <a:pt x="57" y="254"/>
                </a:lnTo>
                <a:lnTo>
                  <a:pt x="56" y="253"/>
                </a:lnTo>
                <a:lnTo>
                  <a:pt x="56" y="252"/>
                </a:lnTo>
                <a:lnTo>
                  <a:pt x="56" y="251"/>
                </a:lnTo>
                <a:lnTo>
                  <a:pt x="55" y="250"/>
                </a:lnTo>
                <a:lnTo>
                  <a:pt x="55" y="249"/>
                </a:lnTo>
                <a:lnTo>
                  <a:pt x="55" y="248"/>
                </a:lnTo>
                <a:lnTo>
                  <a:pt x="56" y="248"/>
                </a:lnTo>
                <a:lnTo>
                  <a:pt x="56" y="249"/>
                </a:lnTo>
                <a:lnTo>
                  <a:pt x="56" y="248"/>
                </a:lnTo>
                <a:lnTo>
                  <a:pt x="57" y="248"/>
                </a:lnTo>
                <a:lnTo>
                  <a:pt x="58" y="248"/>
                </a:lnTo>
                <a:lnTo>
                  <a:pt x="59" y="248"/>
                </a:lnTo>
                <a:lnTo>
                  <a:pt x="60" y="248"/>
                </a:lnTo>
                <a:lnTo>
                  <a:pt x="60" y="249"/>
                </a:lnTo>
                <a:lnTo>
                  <a:pt x="61" y="250"/>
                </a:lnTo>
                <a:lnTo>
                  <a:pt x="62" y="250"/>
                </a:lnTo>
                <a:lnTo>
                  <a:pt x="62" y="249"/>
                </a:lnTo>
                <a:lnTo>
                  <a:pt x="63" y="249"/>
                </a:lnTo>
                <a:lnTo>
                  <a:pt x="64" y="249"/>
                </a:lnTo>
                <a:lnTo>
                  <a:pt x="64" y="248"/>
                </a:lnTo>
                <a:lnTo>
                  <a:pt x="65" y="248"/>
                </a:lnTo>
                <a:lnTo>
                  <a:pt x="66" y="248"/>
                </a:lnTo>
                <a:lnTo>
                  <a:pt x="67" y="248"/>
                </a:lnTo>
                <a:lnTo>
                  <a:pt x="68" y="248"/>
                </a:lnTo>
                <a:lnTo>
                  <a:pt x="69" y="248"/>
                </a:lnTo>
                <a:lnTo>
                  <a:pt x="68" y="248"/>
                </a:lnTo>
                <a:lnTo>
                  <a:pt x="68" y="247"/>
                </a:lnTo>
                <a:lnTo>
                  <a:pt x="69" y="247"/>
                </a:lnTo>
                <a:lnTo>
                  <a:pt x="70" y="248"/>
                </a:lnTo>
                <a:lnTo>
                  <a:pt x="70" y="247"/>
                </a:lnTo>
                <a:lnTo>
                  <a:pt x="70" y="246"/>
                </a:lnTo>
                <a:lnTo>
                  <a:pt x="70" y="245"/>
                </a:lnTo>
                <a:lnTo>
                  <a:pt x="71" y="245"/>
                </a:lnTo>
                <a:lnTo>
                  <a:pt x="72" y="244"/>
                </a:lnTo>
                <a:lnTo>
                  <a:pt x="72" y="243"/>
                </a:lnTo>
                <a:lnTo>
                  <a:pt x="73" y="243"/>
                </a:lnTo>
                <a:lnTo>
                  <a:pt x="73" y="244"/>
                </a:lnTo>
                <a:lnTo>
                  <a:pt x="74" y="245"/>
                </a:lnTo>
                <a:lnTo>
                  <a:pt x="75" y="245"/>
                </a:lnTo>
                <a:lnTo>
                  <a:pt x="75" y="244"/>
                </a:lnTo>
                <a:lnTo>
                  <a:pt x="76" y="244"/>
                </a:lnTo>
                <a:lnTo>
                  <a:pt x="77" y="244"/>
                </a:lnTo>
                <a:lnTo>
                  <a:pt x="77" y="243"/>
                </a:lnTo>
                <a:lnTo>
                  <a:pt x="78" y="243"/>
                </a:lnTo>
                <a:lnTo>
                  <a:pt x="79" y="243"/>
                </a:lnTo>
                <a:lnTo>
                  <a:pt x="80" y="243"/>
                </a:lnTo>
                <a:lnTo>
                  <a:pt x="80" y="242"/>
                </a:lnTo>
                <a:lnTo>
                  <a:pt x="81" y="242"/>
                </a:lnTo>
                <a:lnTo>
                  <a:pt x="82" y="242"/>
                </a:lnTo>
                <a:lnTo>
                  <a:pt x="83" y="242"/>
                </a:lnTo>
                <a:lnTo>
                  <a:pt x="83" y="243"/>
                </a:lnTo>
                <a:lnTo>
                  <a:pt x="84" y="243"/>
                </a:lnTo>
                <a:lnTo>
                  <a:pt x="86" y="243"/>
                </a:lnTo>
                <a:lnTo>
                  <a:pt x="87" y="242"/>
                </a:lnTo>
                <a:lnTo>
                  <a:pt x="88" y="242"/>
                </a:lnTo>
                <a:lnTo>
                  <a:pt x="89" y="242"/>
                </a:lnTo>
                <a:lnTo>
                  <a:pt x="90" y="241"/>
                </a:lnTo>
                <a:lnTo>
                  <a:pt x="91" y="241"/>
                </a:lnTo>
                <a:lnTo>
                  <a:pt x="92" y="240"/>
                </a:lnTo>
                <a:lnTo>
                  <a:pt x="93" y="239"/>
                </a:lnTo>
                <a:lnTo>
                  <a:pt x="94" y="239"/>
                </a:lnTo>
                <a:lnTo>
                  <a:pt x="94" y="238"/>
                </a:lnTo>
                <a:lnTo>
                  <a:pt x="94" y="237"/>
                </a:lnTo>
                <a:lnTo>
                  <a:pt x="95" y="237"/>
                </a:lnTo>
                <a:lnTo>
                  <a:pt x="96" y="236"/>
                </a:lnTo>
                <a:lnTo>
                  <a:pt x="96" y="235"/>
                </a:lnTo>
                <a:lnTo>
                  <a:pt x="96" y="234"/>
                </a:lnTo>
                <a:lnTo>
                  <a:pt x="97" y="234"/>
                </a:lnTo>
                <a:lnTo>
                  <a:pt x="97" y="233"/>
                </a:lnTo>
                <a:lnTo>
                  <a:pt x="97" y="232"/>
                </a:lnTo>
                <a:lnTo>
                  <a:pt x="96" y="232"/>
                </a:lnTo>
                <a:lnTo>
                  <a:pt x="96" y="231"/>
                </a:lnTo>
                <a:lnTo>
                  <a:pt x="95" y="231"/>
                </a:lnTo>
                <a:lnTo>
                  <a:pt x="94" y="232"/>
                </a:lnTo>
                <a:lnTo>
                  <a:pt x="93" y="232"/>
                </a:lnTo>
                <a:lnTo>
                  <a:pt x="92" y="232"/>
                </a:lnTo>
                <a:lnTo>
                  <a:pt x="91" y="232"/>
                </a:lnTo>
                <a:lnTo>
                  <a:pt x="91" y="231"/>
                </a:lnTo>
                <a:lnTo>
                  <a:pt x="90" y="230"/>
                </a:lnTo>
                <a:lnTo>
                  <a:pt x="89" y="230"/>
                </a:lnTo>
                <a:lnTo>
                  <a:pt x="88" y="230"/>
                </a:lnTo>
                <a:lnTo>
                  <a:pt x="87" y="230"/>
                </a:lnTo>
                <a:lnTo>
                  <a:pt x="86" y="231"/>
                </a:lnTo>
                <a:lnTo>
                  <a:pt x="85" y="232"/>
                </a:lnTo>
                <a:lnTo>
                  <a:pt x="84" y="232"/>
                </a:lnTo>
                <a:lnTo>
                  <a:pt x="84" y="231"/>
                </a:lnTo>
                <a:lnTo>
                  <a:pt x="83" y="231"/>
                </a:lnTo>
                <a:lnTo>
                  <a:pt x="84" y="231"/>
                </a:lnTo>
                <a:lnTo>
                  <a:pt x="83" y="230"/>
                </a:lnTo>
                <a:lnTo>
                  <a:pt x="82" y="230"/>
                </a:lnTo>
                <a:lnTo>
                  <a:pt x="81" y="230"/>
                </a:lnTo>
                <a:lnTo>
                  <a:pt x="80" y="230"/>
                </a:lnTo>
                <a:lnTo>
                  <a:pt x="78" y="230"/>
                </a:lnTo>
                <a:lnTo>
                  <a:pt x="77" y="230"/>
                </a:lnTo>
                <a:lnTo>
                  <a:pt x="76" y="230"/>
                </a:lnTo>
                <a:lnTo>
                  <a:pt x="76" y="229"/>
                </a:lnTo>
                <a:lnTo>
                  <a:pt x="76" y="228"/>
                </a:lnTo>
                <a:lnTo>
                  <a:pt x="76" y="227"/>
                </a:lnTo>
                <a:lnTo>
                  <a:pt x="76" y="226"/>
                </a:lnTo>
                <a:lnTo>
                  <a:pt x="76" y="225"/>
                </a:lnTo>
                <a:lnTo>
                  <a:pt x="75" y="225"/>
                </a:lnTo>
                <a:lnTo>
                  <a:pt x="75" y="224"/>
                </a:lnTo>
                <a:lnTo>
                  <a:pt x="75" y="223"/>
                </a:lnTo>
                <a:lnTo>
                  <a:pt x="76" y="223"/>
                </a:lnTo>
                <a:lnTo>
                  <a:pt x="76" y="222"/>
                </a:lnTo>
                <a:lnTo>
                  <a:pt x="75" y="222"/>
                </a:lnTo>
                <a:lnTo>
                  <a:pt x="75" y="221"/>
                </a:lnTo>
                <a:lnTo>
                  <a:pt x="74" y="221"/>
                </a:lnTo>
                <a:lnTo>
                  <a:pt x="73" y="220"/>
                </a:lnTo>
                <a:lnTo>
                  <a:pt x="73" y="219"/>
                </a:lnTo>
                <a:lnTo>
                  <a:pt x="74" y="218"/>
                </a:lnTo>
                <a:lnTo>
                  <a:pt x="74" y="217"/>
                </a:lnTo>
                <a:lnTo>
                  <a:pt x="75" y="215"/>
                </a:lnTo>
                <a:lnTo>
                  <a:pt x="75" y="214"/>
                </a:lnTo>
                <a:lnTo>
                  <a:pt x="75" y="213"/>
                </a:lnTo>
                <a:lnTo>
                  <a:pt x="76" y="213"/>
                </a:lnTo>
                <a:lnTo>
                  <a:pt x="76" y="212"/>
                </a:lnTo>
                <a:lnTo>
                  <a:pt x="75" y="211"/>
                </a:lnTo>
                <a:lnTo>
                  <a:pt x="74" y="211"/>
                </a:lnTo>
                <a:lnTo>
                  <a:pt x="74" y="210"/>
                </a:lnTo>
                <a:lnTo>
                  <a:pt x="74" y="209"/>
                </a:lnTo>
                <a:lnTo>
                  <a:pt x="74" y="208"/>
                </a:lnTo>
                <a:lnTo>
                  <a:pt x="75" y="208"/>
                </a:lnTo>
                <a:lnTo>
                  <a:pt x="75" y="207"/>
                </a:lnTo>
                <a:lnTo>
                  <a:pt x="74" y="207"/>
                </a:lnTo>
                <a:lnTo>
                  <a:pt x="74" y="206"/>
                </a:lnTo>
                <a:lnTo>
                  <a:pt x="73" y="206"/>
                </a:lnTo>
                <a:lnTo>
                  <a:pt x="73" y="205"/>
                </a:lnTo>
                <a:lnTo>
                  <a:pt x="72" y="205"/>
                </a:lnTo>
                <a:lnTo>
                  <a:pt x="72" y="206"/>
                </a:lnTo>
                <a:lnTo>
                  <a:pt x="71" y="206"/>
                </a:lnTo>
                <a:lnTo>
                  <a:pt x="70" y="205"/>
                </a:lnTo>
                <a:lnTo>
                  <a:pt x="69" y="205"/>
                </a:lnTo>
                <a:lnTo>
                  <a:pt x="69" y="204"/>
                </a:lnTo>
                <a:lnTo>
                  <a:pt x="68" y="204"/>
                </a:lnTo>
                <a:lnTo>
                  <a:pt x="68" y="203"/>
                </a:lnTo>
                <a:lnTo>
                  <a:pt x="68" y="202"/>
                </a:lnTo>
                <a:lnTo>
                  <a:pt x="67" y="201"/>
                </a:lnTo>
                <a:lnTo>
                  <a:pt x="66" y="200"/>
                </a:lnTo>
                <a:lnTo>
                  <a:pt x="65" y="198"/>
                </a:lnTo>
                <a:lnTo>
                  <a:pt x="65" y="197"/>
                </a:lnTo>
                <a:lnTo>
                  <a:pt x="65" y="196"/>
                </a:lnTo>
                <a:lnTo>
                  <a:pt x="64" y="196"/>
                </a:lnTo>
                <a:lnTo>
                  <a:pt x="64" y="195"/>
                </a:lnTo>
                <a:lnTo>
                  <a:pt x="64" y="194"/>
                </a:lnTo>
                <a:lnTo>
                  <a:pt x="63" y="194"/>
                </a:lnTo>
                <a:lnTo>
                  <a:pt x="62" y="193"/>
                </a:lnTo>
                <a:lnTo>
                  <a:pt x="62" y="192"/>
                </a:lnTo>
                <a:lnTo>
                  <a:pt x="61" y="192"/>
                </a:lnTo>
                <a:lnTo>
                  <a:pt x="61" y="191"/>
                </a:lnTo>
                <a:lnTo>
                  <a:pt x="60" y="191"/>
                </a:lnTo>
                <a:lnTo>
                  <a:pt x="59" y="190"/>
                </a:lnTo>
                <a:lnTo>
                  <a:pt x="58" y="190"/>
                </a:lnTo>
                <a:lnTo>
                  <a:pt x="58" y="189"/>
                </a:lnTo>
                <a:lnTo>
                  <a:pt x="58" y="188"/>
                </a:lnTo>
                <a:lnTo>
                  <a:pt x="58" y="187"/>
                </a:lnTo>
                <a:lnTo>
                  <a:pt x="58" y="186"/>
                </a:lnTo>
                <a:lnTo>
                  <a:pt x="57" y="186"/>
                </a:lnTo>
                <a:lnTo>
                  <a:pt x="56" y="187"/>
                </a:lnTo>
                <a:lnTo>
                  <a:pt x="56" y="186"/>
                </a:lnTo>
                <a:lnTo>
                  <a:pt x="55" y="186"/>
                </a:lnTo>
                <a:lnTo>
                  <a:pt x="55" y="185"/>
                </a:lnTo>
                <a:lnTo>
                  <a:pt x="54" y="185"/>
                </a:lnTo>
                <a:lnTo>
                  <a:pt x="54" y="184"/>
                </a:lnTo>
                <a:lnTo>
                  <a:pt x="54" y="183"/>
                </a:lnTo>
                <a:lnTo>
                  <a:pt x="53" y="183"/>
                </a:lnTo>
                <a:lnTo>
                  <a:pt x="53" y="182"/>
                </a:lnTo>
                <a:lnTo>
                  <a:pt x="54" y="181"/>
                </a:lnTo>
                <a:lnTo>
                  <a:pt x="55" y="181"/>
                </a:lnTo>
                <a:lnTo>
                  <a:pt x="56" y="180"/>
                </a:lnTo>
                <a:lnTo>
                  <a:pt x="55" y="180"/>
                </a:lnTo>
                <a:lnTo>
                  <a:pt x="54" y="179"/>
                </a:lnTo>
                <a:lnTo>
                  <a:pt x="54" y="177"/>
                </a:lnTo>
                <a:lnTo>
                  <a:pt x="54" y="176"/>
                </a:lnTo>
                <a:lnTo>
                  <a:pt x="53" y="176"/>
                </a:lnTo>
                <a:lnTo>
                  <a:pt x="53" y="175"/>
                </a:lnTo>
                <a:lnTo>
                  <a:pt x="53" y="174"/>
                </a:lnTo>
                <a:lnTo>
                  <a:pt x="53" y="173"/>
                </a:lnTo>
                <a:lnTo>
                  <a:pt x="54" y="173"/>
                </a:lnTo>
                <a:lnTo>
                  <a:pt x="54" y="172"/>
                </a:lnTo>
                <a:lnTo>
                  <a:pt x="53" y="172"/>
                </a:lnTo>
                <a:lnTo>
                  <a:pt x="52" y="172"/>
                </a:lnTo>
                <a:lnTo>
                  <a:pt x="50" y="172"/>
                </a:lnTo>
                <a:lnTo>
                  <a:pt x="50" y="171"/>
                </a:lnTo>
                <a:lnTo>
                  <a:pt x="49" y="171"/>
                </a:lnTo>
                <a:lnTo>
                  <a:pt x="49" y="172"/>
                </a:lnTo>
                <a:lnTo>
                  <a:pt x="48" y="172"/>
                </a:lnTo>
                <a:lnTo>
                  <a:pt x="48" y="171"/>
                </a:lnTo>
                <a:lnTo>
                  <a:pt x="47" y="171"/>
                </a:lnTo>
                <a:lnTo>
                  <a:pt x="47" y="170"/>
                </a:lnTo>
                <a:lnTo>
                  <a:pt x="47" y="169"/>
                </a:lnTo>
                <a:lnTo>
                  <a:pt x="47" y="167"/>
                </a:lnTo>
                <a:lnTo>
                  <a:pt x="47" y="166"/>
                </a:lnTo>
                <a:lnTo>
                  <a:pt x="46" y="166"/>
                </a:lnTo>
                <a:lnTo>
                  <a:pt x="45" y="165"/>
                </a:lnTo>
                <a:lnTo>
                  <a:pt x="44" y="164"/>
                </a:lnTo>
                <a:lnTo>
                  <a:pt x="43" y="164"/>
                </a:lnTo>
                <a:lnTo>
                  <a:pt x="42" y="164"/>
                </a:lnTo>
                <a:lnTo>
                  <a:pt x="42" y="163"/>
                </a:lnTo>
                <a:lnTo>
                  <a:pt x="42" y="162"/>
                </a:lnTo>
                <a:lnTo>
                  <a:pt x="41" y="161"/>
                </a:lnTo>
                <a:lnTo>
                  <a:pt x="40" y="161"/>
                </a:lnTo>
                <a:lnTo>
                  <a:pt x="39" y="161"/>
                </a:lnTo>
                <a:lnTo>
                  <a:pt x="39" y="160"/>
                </a:lnTo>
                <a:lnTo>
                  <a:pt x="38" y="159"/>
                </a:lnTo>
                <a:lnTo>
                  <a:pt x="37" y="159"/>
                </a:lnTo>
                <a:lnTo>
                  <a:pt x="38" y="159"/>
                </a:lnTo>
                <a:lnTo>
                  <a:pt x="37" y="158"/>
                </a:lnTo>
                <a:lnTo>
                  <a:pt x="37" y="157"/>
                </a:lnTo>
                <a:lnTo>
                  <a:pt x="35" y="157"/>
                </a:lnTo>
                <a:lnTo>
                  <a:pt x="34" y="156"/>
                </a:lnTo>
                <a:lnTo>
                  <a:pt x="33" y="156"/>
                </a:lnTo>
                <a:lnTo>
                  <a:pt x="33" y="155"/>
                </a:lnTo>
                <a:lnTo>
                  <a:pt x="34" y="154"/>
                </a:lnTo>
                <a:lnTo>
                  <a:pt x="37" y="154"/>
                </a:lnTo>
                <a:lnTo>
                  <a:pt x="39" y="154"/>
                </a:lnTo>
                <a:lnTo>
                  <a:pt x="38" y="154"/>
                </a:lnTo>
                <a:lnTo>
                  <a:pt x="38" y="153"/>
                </a:lnTo>
                <a:lnTo>
                  <a:pt x="38" y="152"/>
                </a:lnTo>
                <a:lnTo>
                  <a:pt x="39" y="152"/>
                </a:lnTo>
                <a:lnTo>
                  <a:pt x="39" y="151"/>
                </a:lnTo>
                <a:lnTo>
                  <a:pt x="39" y="152"/>
                </a:lnTo>
                <a:lnTo>
                  <a:pt x="40" y="151"/>
                </a:lnTo>
                <a:lnTo>
                  <a:pt x="41" y="150"/>
                </a:lnTo>
                <a:lnTo>
                  <a:pt x="41" y="149"/>
                </a:lnTo>
                <a:lnTo>
                  <a:pt x="41" y="148"/>
                </a:lnTo>
                <a:lnTo>
                  <a:pt x="42" y="148"/>
                </a:lnTo>
                <a:lnTo>
                  <a:pt x="43" y="147"/>
                </a:lnTo>
                <a:lnTo>
                  <a:pt x="44" y="147"/>
                </a:lnTo>
                <a:lnTo>
                  <a:pt x="45" y="147"/>
                </a:lnTo>
                <a:lnTo>
                  <a:pt x="45" y="148"/>
                </a:lnTo>
                <a:lnTo>
                  <a:pt x="46" y="148"/>
                </a:lnTo>
                <a:lnTo>
                  <a:pt x="46" y="147"/>
                </a:lnTo>
                <a:lnTo>
                  <a:pt x="47" y="147"/>
                </a:lnTo>
                <a:lnTo>
                  <a:pt x="48" y="147"/>
                </a:lnTo>
                <a:lnTo>
                  <a:pt x="49" y="147"/>
                </a:lnTo>
                <a:lnTo>
                  <a:pt x="49" y="146"/>
                </a:lnTo>
                <a:lnTo>
                  <a:pt x="49" y="145"/>
                </a:lnTo>
                <a:lnTo>
                  <a:pt x="49" y="144"/>
                </a:lnTo>
                <a:lnTo>
                  <a:pt x="50" y="143"/>
                </a:lnTo>
                <a:lnTo>
                  <a:pt x="50" y="142"/>
                </a:lnTo>
                <a:lnTo>
                  <a:pt x="50" y="141"/>
                </a:lnTo>
                <a:lnTo>
                  <a:pt x="50" y="140"/>
                </a:lnTo>
                <a:lnTo>
                  <a:pt x="49" y="139"/>
                </a:lnTo>
                <a:lnTo>
                  <a:pt x="48" y="138"/>
                </a:lnTo>
                <a:lnTo>
                  <a:pt x="47" y="138"/>
                </a:lnTo>
                <a:lnTo>
                  <a:pt x="47" y="139"/>
                </a:lnTo>
                <a:lnTo>
                  <a:pt x="46" y="141"/>
                </a:lnTo>
                <a:lnTo>
                  <a:pt x="46" y="140"/>
                </a:lnTo>
                <a:lnTo>
                  <a:pt x="46" y="139"/>
                </a:lnTo>
                <a:lnTo>
                  <a:pt x="45" y="139"/>
                </a:lnTo>
                <a:lnTo>
                  <a:pt x="45" y="138"/>
                </a:lnTo>
                <a:lnTo>
                  <a:pt x="45" y="137"/>
                </a:lnTo>
                <a:lnTo>
                  <a:pt x="45" y="136"/>
                </a:lnTo>
                <a:lnTo>
                  <a:pt x="44" y="136"/>
                </a:lnTo>
                <a:lnTo>
                  <a:pt x="43" y="135"/>
                </a:lnTo>
                <a:lnTo>
                  <a:pt x="42" y="135"/>
                </a:lnTo>
                <a:lnTo>
                  <a:pt x="41" y="135"/>
                </a:lnTo>
                <a:lnTo>
                  <a:pt x="41" y="134"/>
                </a:lnTo>
                <a:lnTo>
                  <a:pt x="40" y="134"/>
                </a:lnTo>
                <a:lnTo>
                  <a:pt x="40" y="133"/>
                </a:lnTo>
                <a:lnTo>
                  <a:pt x="40" y="132"/>
                </a:lnTo>
                <a:lnTo>
                  <a:pt x="41" y="132"/>
                </a:lnTo>
                <a:lnTo>
                  <a:pt x="42" y="132"/>
                </a:lnTo>
                <a:lnTo>
                  <a:pt x="42" y="131"/>
                </a:lnTo>
                <a:lnTo>
                  <a:pt x="42" y="130"/>
                </a:lnTo>
                <a:lnTo>
                  <a:pt x="43" y="129"/>
                </a:lnTo>
                <a:lnTo>
                  <a:pt x="43" y="128"/>
                </a:lnTo>
                <a:lnTo>
                  <a:pt x="43" y="127"/>
                </a:lnTo>
                <a:lnTo>
                  <a:pt x="43" y="128"/>
                </a:lnTo>
                <a:lnTo>
                  <a:pt x="43" y="127"/>
                </a:lnTo>
                <a:lnTo>
                  <a:pt x="43" y="126"/>
                </a:lnTo>
                <a:lnTo>
                  <a:pt x="44" y="125"/>
                </a:lnTo>
                <a:lnTo>
                  <a:pt x="43" y="125"/>
                </a:lnTo>
                <a:lnTo>
                  <a:pt x="42" y="125"/>
                </a:lnTo>
                <a:lnTo>
                  <a:pt x="42" y="124"/>
                </a:lnTo>
                <a:lnTo>
                  <a:pt x="41" y="124"/>
                </a:lnTo>
                <a:lnTo>
                  <a:pt x="40" y="124"/>
                </a:lnTo>
                <a:lnTo>
                  <a:pt x="39" y="123"/>
                </a:lnTo>
                <a:lnTo>
                  <a:pt x="38" y="123"/>
                </a:lnTo>
                <a:lnTo>
                  <a:pt x="37" y="123"/>
                </a:lnTo>
                <a:lnTo>
                  <a:pt x="38" y="122"/>
                </a:lnTo>
                <a:lnTo>
                  <a:pt x="38" y="121"/>
                </a:lnTo>
                <a:lnTo>
                  <a:pt x="39" y="121"/>
                </a:lnTo>
                <a:lnTo>
                  <a:pt x="39" y="120"/>
                </a:lnTo>
                <a:lnTo>
                  <a:pt x="40" y="120"/>
                </a:lnTo>
                <a:lnTo>
                  <a:pt x="41" y="120"/>
                </a:lnTo>
                <a:lnTo>
                  <a:pt x="41" y="119"/>
                </a:lnTo>
                <a:lnTo>
                  <a:pt x="42" y="119"/>
                </a:lnTo>
                <a:lnTo>
                  <a:pt x="42" y="118"/>
                </a:lnTo>
                <a:lnTo>
                  <a:pt x="42" y="117"/>
                </a:lnTo>
                <a:lnTo>
                  <a:pt x="42" y="116"/>
                </a:lnTo>
                <a:lnTo>
                  <a:pt x="43" y="116"/>
                </a:lnTo>
                <a:lnTo>
                  <a:pt x="43" y="115"/>
                </a:lnTo>
                <a:lnTo>
                  <a:pt x="43" y="116"/>
                </a:lnTo>
                <a:lnTo>
                  <a:pt x="44" y="116"/>
                </a:lnTo>
                <a:lnTo>
                  <a:pt x="45" y="116"/>
                </a:lnTo>
                <a:lnTo>
                  <a:pt x="45" y="115"/>
                </a:lnTo>
                <a:lnTo>
                  <a:pt x="46" y="115"/>
                </a:lnTo>
                <a:lnTo>
                  <a:pt x="47" y="114"/>
                </a:lnTo>
                <a:lnTo>
                  <a:pt x="47" y="113"/>
                </a:lnTo>
                <a:lnTo>
                  <a:pt x="48" y="113"/>
                </a:lnTo>
                <a:lnTo>
                  <a:pt x="49" y="113"/>
                </a:lnTo>
                <a:lnTo>
                  <a:pt x="49" y="112"/>
                </a:lnTo>
                <a:lnTo>
                  <a:pt x="51" y="112"/>
                </a:lnTo>
                <a:lnTo>
                  <a:pt x="52" y="111"/>
                </a:lnTo>
                <a:lnTo>
                  <a:pt x="53" y="111"/>
                </a:lnTo>
                <a:lnTo>
                  <a:pt x="54" y="112"/>
                </a:lnTo>
                <a:lnTo>
                  <a:pt x="54" y="111"/>
                </a:lnTo>
                <a:lnTo>
                  <a:pt x="55" y="111"/>
                </a:lnTo>
                <a:lnTo>
                  <a:pt x="56" y="111"/>
                </a:lnTo>
                <a:lnTo>
                  <a:pt x="57" y="111"/>
                </a:lnTo>
                <a:lnTo>
                  <a:pt x="58" y="110"/>
                </a:lnTo>
                <a:lnTo>
                  <a:pt x="59" y="110"/>
                </a:lnTo>
                <a:lnTo>
                  <a:pt x="60" y="111"/>
                </a:lnTo>
                <a:lnTo>
                  <a:pt x="61" y="111"/>
                </a:lnTo>
                <a:lnTo>
                  <a:pt x="62" y="111"/>
                </a:lnTo>
                <a:lnTo>
                  <a:pt x="63" y="111"/>
                </a:lnTo>
                <a:lnTo>
                  <a:pt x="65" y="112"/>
                </a:lnTo>
                <a:lnTo>
                  <a:pt x="67" y="112"/>
                </a:lnTo>
                <a:lnTo>
                  <a:pt x="68" y="113"/>
                </a:lnTo>
                <a:lnTo>
                  <a:pt x="69" y="113"/>
                </a:lnTo>
                <a:lnTo>
                  <a:pt x="70" y="113"/>
                </a:lnTo>
                <a:lnTo>
                  <a:pt x="70" y="109"/>
                </a:lnTo>
                <a:lnTo>
                  <a:pt x="69" y="108"/>
                </a:lnTo>
                <a:lnTo>
                  <a:pt x="69" y="107"/>
                </a:lnTo>
                <a:lnTo>
                  <a:pt x="69" y="106"/>
                </a:lnTo>
                <a:lnTo>
                  <a:pt x="70" y="104"/>
                </a:lnTo>
                <a:lnTo>
                  <a:pt x="70" y="103"/>
                </a:lnTo>
                <a:lnTo>
                  <a:pt x="69" y="103"/>
                </a:lnTo>
                <a:lnTo>
                  <a:pt x="69" y="102"/>
                </a:lnTo>
                <a:lnTo>
                  <a:pt x="70" y="102"/>
                </a:lnTo>
                <a:lnTo>
                  <a:pt x="71" y="101"/>
                </a:lnTo>
                <a:lnTo>
                  <a:pt x="72" y="101"/>
                </a:lnTo>
                <a:lnTo>
                  <a:pt x="70" y="98"/>
                </a:lnTo>
                <a:lnTo>
                  <a:pt x="69" y="97"/>
                </a:lnTo>
                <a:lnTo>
                  <a:pt x="69" y="96"/>
                </a:lnTo>
                <a:lnTo>
                  <a:pt x="68" y="95"/>
                </a:lnTo>
                <a:lnTo>
                  <a:pt x="68" y="94"/>
                </a:lnTo>
                <a:lnTo>
                  <a:pt x="69" y="94"/>
                </a:lnTo>
                <a:lnTo>
                  <a:pt x="70" y="94"/>
                </a:lnTo>
                <a:lnTo>
                  <a:pt x="70" y="93"/>
                </a:lnTo>
                <a:lnTo>
                  <a:pt x="70" y="92"/>
                </a:lnTo>
                <a:lnTo>
                  <a:pt x="69" y="91"/>
                </a:lnTo>
                <a:lnTo>
                  <a:pt x="68" y="90"/>
                </a:lnTo>
                <a:lnTo>
                  <a:pt x="68" y="89"/>
                </a:lnTo>
                <a:lnTo>
                  <a:pt x="68" y="88"/>
                </a:lnTo>
                <a:lnTo>
                  <a:pt x="67" y="87"/>
                </a:lnTo>
                <a:lnTo>
                  <a:pt x="68" y="87"/>
                </a:lnTo>
                <a:lnTo>
                  <a:pt x="68" y="86"/>
                </a:lnTo>
                <a:lnTo>
                  <a:pt x="67" y="86"/>
                </a:lnTo>
                <a:lnTo>
                  <a:pt x="67" y="85"/>
                </a:lnTo>
                <a:lnTo>
                  <a:pt x="67" y="84"/>
                </a:lnTo>
                <a:lnTo>
                  <a:pt x="68" y="83"/>
                </a:lnTo>
                <a:lnTo>
                  <a:pt x="69" y="83"/>
                </a:lnTo>
                <a:lnTo>
                  <a:pt x="69" y="82"/>
                </a:lnTo>
                <a:lnTo>
                  <a:pt x="70" y="82"/>
                </a:lnTo>
                <a:lnTo>
                  <a:pt x="71" y="81"/>
                </a:lnTo>
                <a:lnTo>
                  <a:pt x="71" y="80"/>
                </a:lnTo>
                <a:lnTo>
                  <a:pt x="72" y="79"/>
                </a:lnTo>
                <a:lnTo>
                  <a:pt x="73" y="78"/>
                </a:lnTo>
                <a:lnTo>
                  <a:pt x="74" y="78"/>
                </a:lnTo>
                <a:lnTo>
                  <a:pt x="74" y="77"/>
                </a:lnTo>
                <a:lnTo>
                  <a:pt x="75" y="77"/>
                </a:lnTo>
                <a:lnTo>
                  <a:pt x="75" y="76"/>
                </a:lnTo>
                <a:lnTo>
                  <a:pt x="76" y="76"/>
                </a:lnTo>
                <a:lnTo>
                  <a:pt x="76" y="75"/>
                </a:lnTo>
                <a:lnTo>
                  <a:pt x="76" y="74"/>
                </a:lnTo>
                <a:lnTo>
                  <a:pt x="77" y="74"/>
                </a:lnTo>
                <a:lnTo>
                  <a:pt x="78" y="73"/>
                </a:lnTo>
                <a:lnTo>
                  <a:pt x="78" y="72"/>
                </a:lnTo>
                <a:lnTo>
                  <a:pt x="79" y="72"/>
                </a:lnTo>
                <a:lnTo>
                  <a:pt x="79" y="71"/>
                </a:lnTo>
                <a:lnTo>
                  <a:pt x="78" y="71"/>
                </a:lnTo>
                <a:lnTo>
                  <a:pt x="78" y="70"/>
                </a:lnTo>
                <a:lnTo>
                  <a:pt x="79" y="70"/>
                </a:lnTo>
                <a:lnTo>
                  <a:pt x="80" y="70"/>
                </a:lnTo>
                <a:lnTo>
                  <a:pt x="81" y="70"/>
                </a:lnTo>
                <a:lnTo>
                  <a:pt x="81" y="69"/>
                </a:lnTo>
                <a:lnTo>
                  <a:pt x="80" y="68"/>
                </a:lnTo>
                <a:lnTo>
                  <a:pt x="81" y="68"/>
                </a:lnTo>
                <a:lnTo>
                  <a:pt x="82" y="68"/>
                </a:lnTo>
                <a:lnTo>
                  <a:pt x="83" y="67"/>
                </a:lnTo>
                <a:lnTo>
                  <a:pt x="84" y="68"/>
                </a:lnTo>
                <a:lnTo>
                  <a:pt x="85" y="68"/>
                </a:lnTo>
                <a:lnTo>
                  <a:pt x="86" y="68"/>
                </a:lnTo>
                <a:lnTo>
                  <a:pt x="87" y="69"/>
                </a:lnTo>
                <a:lnTo>
                  <a:pt x="88" y="69"/>
                </a:lnTo>
                <a:lnTo>
                  <a:pt x="91" y="68"/>
                </a:lnTo>
                <a:lnTo>
                  <a:pt x="92" y="68"/>
                </a:lnTo>
                <a:lnTo>
                  <a:pt x="92" y="67"/>
                </a:lnTo>
                <a:lnTo>
                  <a:pt x="93" y="67"/>
                </a:lnTo>
                <a:lnTo>
                  <a:pt x="93" y="66"/>
                </a:lnTo>
                <a:lnTo>
                  <a:pt x="94" y="66"/>
                </a:lnTo>
                <a:lnTo>
                  <a:pt x="95" y="66"/>
                </a:lnTo>
                <a:lnTo>
                  <a:pt x="95" y="65"/>
                </a:lnTo>
                <a:lnTo>
                  <a:pt x="94" y="64"/>
                </a:lnTo>
                <a:lnTo>
                  <a:pt x="93" y="63"/>
                </a:lnTo>
                <a:lnTo>
                  <a:pt x="92" y="62"/>
                </a:lnTo>
                <a:lnTo>
                  <a:pt x="93" y="62"/>
                </a:lnTo>
                <a:lnTo>
                  <a:pt x="93" y="61"/>
                </a:lnTo>
                <a:lnTo>
                  <a:pt x="92" y="61"/>
                </a:lnTo>
                <a:lnTo>
                  <a:pt x="91" y="60"/>
                </a:lnTo>
                <a:lnTo>
                  <a:pt x="91" y="59"/>
                </a:lnTo>
                <a:lnTo>
                  <a:pt x="92" y="58"/>
                </a:lnTo>
                <a:lnTo>
                  <a:pt x="92" y="57"/>
                </a:lnTo>
                <a:lnTo>
                  <a:pt x="92" y="56"/>
                </a:lnTo>
                <a:lnTo>
                  <a:pt x="93" y="57"/>
                </a:lnTo>
                <a:lnTo>
                  <a:pt x="94" y="56"/>
                </a:lnTo>
                <a:lnTo>
                  <a:pt x="94" y="55"/>
                </a:lnTo>
                <a:lnTo>
                  <a:pt x="94" y="54"/>
                </a:lnTo>
                <a:lnTo>
                  <a:pt x="95" y="54"/>
                </a:lnTo>
                <a:lnTo>
                  <a:pt x="95" y="53"/>
                </a:lnTo>
                <a:lnTo>
                  <a:pt x="95" y="52"/>
                </a:lnTo>
                <a:lnTo>
                  <a:pt x="95" y="51"/>
                </a:lnTo>
                <a:lnTo>
                  <a:pt x="96" y="51"/>
                </a:lnTo>
                <a:lnTo>
                  <a:pt x="98" y="50"/>
                </a:lnTo>
                <a:lnTo>
                  <a:pt x="99" y="51"/>
                </a:lnTo>
                <a:lnTo>
                  <a:pt x="99" y="50"/>
                </a:lnTo>
                <a:lnTo>
                  <a:pt x="100" y="50"/>
                </a:lnTo>
                <a:lnTo>
                  <a:pt x="101" y="49"/>
                </a:lnTo>
                <a:lnTo>
                  <a:pt x="102" y="49"/>
                </a:lnTo>
                <a:lnTo>
                  <a:pt x="103" y="50"/>
                </a:lnTo>
                <a:lnTo>
                  <a:pt x="104" y="50"/>
                </a:lnTo>
                <a:lnTo>
                  <a:pt x="105" y="51"/>
                </a:lnTo>
                <a:lnTo>
                  <a:pt x="106" y="51"/>
                </a:lnTo>
                <a:lnTo>
                  <a:pt x="107" y="52"/>
                </a:lnTo>
                <a:lnTo>
                  <a:pt x="108" y="52"/>
                </a:lnTo>
                <a:lnTo>
                  <a:pt x="109" y="51"/>
                </a:lnTo>
                <a:lnTo>
                  <a:pt x="110" y="51"/>
                </a:lnTo>
                <a:lnTo>
                  <a:pt x="111" y="51"/>
                </a:lnTo>
                <a:lnTo>
                  <a:pt x="112" y="51"/>
                </a:lnTo>
                <a:lnTo>
                  <a:pt x="113" y="51"/>
                </a:lnTo>
                <a:lnTo>
                  <a:pt x="115" y="51"/>
                </a:lnTo>
                <a:lnTo>
                  <a:pt x="117" y="51"/>
                </a:lnTo>
                <a:lnTo>
                  <a:pt x="118" y="51"/>
                </a:lnTo>
                <a:lnTo>
                  <a:pt x="119" y="51"/>
                </a:lnTo>
                <a:lnTo>
                  <a:pt x="119" y="50"/>
                </a:lnTo>
                <a:lnTo>
                  <a:pt x="120" y="50"/>
                </a:lnTo>
                <a:lnTo>
                  <a:pt x="120" y="48"/>
                </a:lnTo>
                <a:lnTo>
                  <a:pt x="121" y="48"/>
                </a:lnTo>
                <a:lnTo>
                  <a:pt x="122" y="48"/>
                </a:lnTo>
                <a:lnTo>
                  <a:pt x="123" y="48"/>
                </a:lnTo>
                <a:lnTo>
                  <a:pt x="124" y="48"/>
                </a:lnTo>
                <a:lnTo>
                  <a:pt x="123" y="48"/>
                </a:lnTo>
                <a:lnTo>
                  <a:pt x="123" y="49"/>
                </a:lnTo>
                <a:lnTo>
                  <a:pt x="124" y="49"/>
                </a:lnTo>
                <a:lnTo>
                  <a:pt x="124" y="50"/>
                </a:lnTo>
                <a:lnTo>
                  <a:pt x="125" y="51"/>
                </a:lnTo>
                <a:lnTo>
                  <a:pt x="127" y="52"/>
                </a:lnTo>
                <a:lnTo>
                  <a:pt x="127" y="53"/>
                </a:lnTo>
                <a:lnTo>
                  <a:pt x="126" y="53"/>
                </a:lnTo>
                <a:lnTo>
                  <a:pt x="126" y="55"/>
                </a:lnTo>
                <a:lnTo>
                  <a:pt x="127" y="55"/>
                </a:lnTo>
                <a:lnTo>
                  <a:pt x="127" y="57"/>
                </a:lnTo>
                <a:lnTo>
                  <a:pt x="128" y="59"/>
                </a:lnTo>
                <a:lnTo>
                  <a:pt x="129" y="59"/>
                </a:lnTo>
                <a:lnTo>
                  <a:pt x="129" y="60"/>
                </a:lnTo>
                <a:lnTo>
                  <a:pt x="129" y="61"/>
                </a:lnTo>
                <a:lnTo>
                  <a:pt x="128" y="61"/>
                </a:lnTo>
                <a:lnTo>
                  <a:pt x="130" y="62"/>
                </a:lnTo>
                <a:lnTo>
                  <a:pt x="130" y="61"/>
                </a:lnTo>
                <a:lnTo>
                  <a:pt x="131" y="62"/>
                </a:lnTo>
                <a:lnTo>
                  <a:pt x="131" y="63"/>
                </a:lnTo>
                <a:lnTo>
                  <a:pt x="132" y="64"/>
                </a:lnTo>
                <a:lnTo>
                  <a:pt x="132" y="65"/>
                </a:lnTo>
                <a:lnTo>
                  <a:pt x="132" y="66"/>
                </a:lnTo>
                <a:lnTo>
                  <a:pt x="131" y="66"/>
                </a:lnTo>
                <a:lnTo>
                  <a:pt x="132" y="67"/>
                </a:lnTo>
                <a:lnTo>
                  <a:pt x="132" y="68"/>
                </a:lnTo>
                <a:lnTo>
                  <a:pt x="133" y="69"/>
                </a:lnTo>
                <a:lnTo>
                  <a:pt x="133" y="70"/>
                </a:lnTo>
                <a:lnTo>
                  <a:pt x="132" y="70"/>
                </a:lnTo>
                <a:lnTo>
                  <a:pt x="132" y="69"/>
                </a:lnTo>
                <a:lnTo>
                  <a:pt x="132" y="70"/>
                </a:lnTo>
                <a:lnTo>
                  <a:pt x="132" y="71"/>
                </a:lnTo>
                <a:lnTo>
                  <a:pt x="131" y="71"/>
                </a:lnTo>
                <a:lnTo>
                  <a:pt x="132" y="72"/>
                </a:lnTo>
                <a:lnTo>
                  <a:pt x="132" y="73"/>
                </a:lnTo>
                <a:lnTo>
                  <a:pt x="132" y="74"/>
                </a:lnTo>
                <a:lnTo>
                  <a:pt x="131" y="75"/>
                </a:lnTo>
                <a:lnTo>
                  <a:pt x="132" y="75"/>
                </a:lnTo>
                <a:lnTo>
                  <a:pt x="131" y="75"/>
                </a:lnTo>
                <a:lnTo>
                  <a:pt x="131" y="76"/>
                </a:lnTo>
                <a:lnTo>
                  <a:pt x="132" y="78"/>
                </a:lnTo>
                <a:lnTo>
                  <a:pt x="133" y="78"/>
                </a:lnTo>
                <a:lnTo>
                  <a:pt x="134" y="78"/>
                </a:lnTo>
                <a:lnTo>
                  <a:pt x="134" y="79"/>
                </a:lnTo>
                <a:lnTo>
                  <a:pt x="133" y="79"/>
                </a:lnTo>
                <a:lnTo>
                  <a:pt x="133" y="80"/>
                </a:lnTo>
                <a:lnTo>
                  <a:pt x="132" y="80"/>
                </a:lnTo>
                <a:lnTo>
                  <a:pt x="132" y="81"/>
                </a:lnTo>
                <a:lnTo>
                  <a:pt x="131" y="81"/>
                </a:lnTo>
                <a:lnTo>
                  <a:pt x="129" y="82"/>
                </a:lnTo>
                <a:lnTo>
                  <a:pt x="128" y="82"/>
                </a:lnTo>
                <a:lnTo>
                  <a:pt x="127" y="82"/>
                </a:lnTo>
                <a:lnTo>
                  <a:pt x="127" y="83"/>
                </a:lnTo>
                <a:lnTo>
                  <a:pt x="128" y="83"/>
                </a:lnTo>
                <a:lnTo>
                  <a:pt x="128" y="84"/>
                </a:lnTo>
                <a:lnTo>
                  <a:pt x="129" y="85"/>
                </a:lnTo>
                <a:lnTo>
                  <a:pt x="130" y="85"/>
                </a:lnTo>
                <a:lnTo>
                  <a:pt x="130" y="88"/>
                </a:lnTo>
                <a:lnTo>
                  <a:pt x="130" y="89"/>
                </a:lnTo>
                <a:lnTo>
                  <a:pt x="130" y="92"/>
                </a:lnTo>
                <a:lnTo>
                  <a:pt x="130" y="94"/>
                </a:lnTo>
                <a:lnTo>
                  <a:pt x="130" y="95"/>
                </a:lnTo>
                <a:lnTo>
                  <a:pt x="131" y="96"/>
                </a:lnTo>
                <a:lnTo>
                  <a:pt x="131" y="97"/>
                </a:lnTo>
                <a:lnTo>
                  <a:pt x="130" y="97"/>
                </a:lnTo>
                <a:lnTo>
                  <a:pt x="130" y="100"/>
                </a:lnTo>
                <a:lnTo>
                  <a:pt x="130" y="101"/>
                </a:lnTo>
                <a:lnTo>
                  <a:pt x="129" y="101"/>
                </a:lnTo>
                <a:lnTo>
                  <a:pt x="128" y="101"/>
                </a:lnTo>
                <a:lnTo>
                  <a:pt x="127" y="102"/>
                </a:lnTo>
                <a:lnTo>
                  <a:pt x="127" y="103"/>
                </a:lnTo>
                <a:lnTo>
                  <a:pt x="127" y="104"/>
                </a:lnTo>
                <a:lnTo>
                  <a:pt x="128" y="104"/>
                </a:lnTo>
                <a:lnTo>
                  <a:pt x="128" y="103"/>
                </a:lnTo>
                <a:lnTo>
                  <a:pt x="129" y="103"/>
                </a:lnTo>
                <a:lnTo>
                  <a:pt x="131" y="103"/>
                </a:lnTo>
                <a:lnTo>
                  <a:pt x="132" y="103"/>
                </a:lnTo>
                <a:lnTo>
                  <a:pt x="133" y="103"/>
                </a:lnTo>
                <a:lnTo>
                  <a:pt x="134" y="103"/>
                </a:lnTo>
                <a:lnTo>
                  <a:pt x="134" y="102"/>
                </a:lnTo>
                <a:lnTo>
                  <a:pt x="136" y="102"/>
                </a:lnTo>
                <a:lnTo>
                  <a:pt x="136" y="103"/>
                </a:lnTo>
                <a:lnTo>
                  <a:pt x="138" y="103"/>
                </a:lnTo>
                <a:lnTo>
                  <a:pt x="139" y="103"/>
                </a:lnTo>
                <a:lnTo>
                  <a:pt x="140" y="102"/>
                </a:lnTo>
                <a:lnTo>
                  <a:pt x="141" y="102"/>
                </a:lnTo>
                <a:lnTo>
                  <a:pt x="143" y="103"/>
                </a:lnTo>
                <a:lnTo>
                  <a:pt x="142" y="104"/>
                </a:lnTo>
                <a:lnTo>
                  <a:pt x="143" y="104"/>
                </a:lnTo>
                <a:lnTo>
                  <a:pt x="144" y="104"/>
                </a:lnTo>
                <a:lnTo>
                  <a:pt x="145" y="104"/>
                </a:lnTo>
                <a:lnTo>
                  <a:pt x="146" y="103"/>
                </a:lnTo>
                <a:lnTo>
                  <a:pt x="146" y="102"/>
                </a:lnTo>
                <a:lnTo>
                  <a:pt x="147" y="103"/>
                </a:lnTo>
                <a:lnTo>
                  <a:pt x="147" y="102"/>
                </a:lnTo>
                <a:lnTo>
                  <a:pt x="147" y="101"/>
                </a:lnTo>
                <a:lnTo>
                  <a:pt x="148" y="101"/>
                </a:lnTo>
                <a:lnTo>
                  <a:pt x="149" y="102"/>
                </a:lnTo>
                <a:lnTo>
                  <a:pt x="150" y="102"/>
                </a:lnTo>
                <a:lnTo>
                  <a:pt x="151" y="102"/>
                </a:lnTo>
                <a:lnTo>
                  <a:pt x="152" y="102"/>
                </a:lnTo>
                <a:lnTo>
                  <a:pt x="152" y="103"/>
                </a:lnTo>
                <a:lnTo>
                  <a:pt x="153" y="103"/>
                </a:lnTo>
                <a:lnTo>
                  <a:pt x="153" y="104"/>
                </a:lnTo>
                <a:lnTo>
                  <a:pt x="156" y="104"/>
                </a:lnTo>
                <a:lnTo>
                  <a:pt x="156" y="103"/>
                </a:lnTo>
                <a:lnTo>
                  <a:pt x="157" y="103"/>
                </a:lnTo>
                <a:lnTo>
                  <a:pt x="158" y="104"/>
                </a:lnTo>
                <a:lnTo>
                  <a:pt x="158" y="106"/>
                </a:lnTo>
                <a:lnTo>
                  <a:pt x="157" y="107"/>
                </a:lnTo>
                <a:lnTo>
                  <a:pt x="158" y="107"/>
                </a:lnTo>
                <a:lnTo>
                  <a:pt x="160" y="106"/>
                </a:lnTo>
                <a:lnTo>
                  <a:pt x="161" y="106"/>
                </a:lnTo>
                <a:lnTo>
                  <a:pt x="162" y="106"/>
                </a:lnTo>
                <a:lnTo>
                  <a:pt x="163" y="106"/>
                </a:lnTo>
                <a:lnTo>
                  <a:pt x="163" y="105"/>
                </a:lnTo>
                <a:lnTo>
                  <a:pt x="163" y="104"/>
                </a:lnTo>
                <a:lnTo>
                  <a:pt x="163" y="103"/>
                </a:lnTo>
                <a:lnTo>
                  <a:pt x="163" y="102"/>
                </a:lnTo>
                <a:lnTo>
                  <a:pt x="164" y="102"/>
                </a:lnTo>
                <a:lnTo>
                  <a:pt x="165" y="102"/>
                </a:lnTo>
                <a:lnTo>
                  <a:pt x="166" y="102"/>
                </a:lnTo>
                <a:lnTo>
                  <a:pt x="167" y="104"/>
                </a:lnTo>
                <a:lnTo>
                  <a:pt x="167" y="105"/>
                </a:lnTo>
                <a:lnTo>
                  <a:pt x="169" y="105"/>
                </a:lnTo>
                <a:lnTo>
                  <a:pt x="170" y="105"/>
                </a:lnTo>
                <a:lnTo>
                  <a:pt x="172" y="104"/>
                </a:lnTo>
                <a:lnTo>
                  <a:pt x="173" y="104"/>
                </a:lnTo>
                <a:lnTo>
                  <a:pt x="173" y="103"/>
                </a:lnTo>
                <a:lnTo>
                  <a:pt x="172" y="103"/>
                </a:lnTo>
                <a:lnTo>
                  <a:pt x="171" y="102"/>
                </a:lnTo>
                <a:lnTo>
                  <a:pt x="171" y="101"/>
                </a:lnTo>
                <a:lnTo>
                  <a:pt x="170" y="100"/>
                </a:lnTo>
                <a:lnTo>
                  <a:pt x="171" y="99"/>
                </a:lnTo>
                <a:lnTo>
                  <a:pt x="172" y="98"/>
                </a:lnTo>
                <a:lnTo>
                  <a:pt x="172" y="97"/>
                </a:lnTo>
                <a:lnTo>
                  <a:pt x="171" y="97"/>
                </a:lnTo>
                <a:lnTo>
                  <a:pt x="171" y="96"/>
                </a:lnTo>
                <a:lnTo>
                  <a:pt x="170" y="96"/>
                </a:lnTo>
                <a:lnTo>
                  <a:pt x="169" y="96"/>
                </a:lnTo>
                <a:lnTo>
                  <a:pt x="169" y="95"/>
                </a:lnTo>
                <a:lnTo>
                  <a:pt x="168" y="95"/>
                </a:lnTo>
                <a:lnTo>
                  <a:pt x="168" y="94"/>
                </a:lnTo>
                <a:lnTo>
                  <a:pt x="167" y="94"/>
                </a:lnTo>
                <a:lnTo>
                  <a:pt x="167" y="93"/>
                </a:lnTo>
                <a:lnTo>
                  <a:pt x="168" y="93"/>
                </a:lnTo>
                <a:lnTo>
                  <a:pt x="169" y="93"/>
                </a:lnTo>
                <a:lnTo>
                  <a:pt x="171" y="92"/>
                </a:lnTo>
                <a:lnTo>
                  <a:pt x="172" y="92"/>
                </a:lnTo>
                <a:lnTo>
                  <a:pt x="175" y="91"/>
                </a:lnTo>
                <a:lnTo>
                  <a:pt x="177" y="90"/>
                </a:lnTo>
                <a:lnTo>
                  <a:pt x="178" y="90"/>
                </a:lnTo>
                <a:lnTo>
                  <a:pt x="178" y="89"/>
                </a:lnTo>
                <a:lnTo>
                  <a:pt x="179" y="89"/>
                </a:lnTo>
                <a:lnTo>
                  <a:pt x="180" y="89"/>
                </a:lnTo>
                <a:lnTo>
                  <a:pt x="181" y="89"/>
                </a:lnTo>
                <a:lnTo>
                  <a:pt x="183" y="88"/>
                </a:lnTo>
                <a:lnTo>
                  <a:pt x="184" y="88"/>
                </a:lnTo>
                <a:lnTo>
                  <a:pt x="184" y="87"/>
                </a:lnTo>
                <a:lnTo>
                  <a:pt x="185" y="87"/>
                </a:lnTo>
                <a:lnTo>
                  <a:pt x="187" y="86"/>
                </a:lnTo>
                <a:lnTo>
                  <a:pt x="189" y="85"/>
                </a:lnTo>
                <a:lnTo>
                  <a:pt x="190" y="84"/>
                </a:lnTo>
                <a:lnTo>
                  <a:pt x="191" y="84"/>
                </a:lnTo>
                <a:lnTo>
                  <a:pt x="193" y="83"/>
                </a:lnTo>
                <a:lnTo>
                  <a:pt x="194" y="82"/>
                </a:lnTo>
                <a:lnTo>
                  <a:pt x="195" y="82"/>
                </a:lnTo>
                <a:lnTo>
                  <a:pt x="197" y="81"/>
                </a:lnTo>
                <a:lnTo>
                  <a:pt x="198" y="81"/>
                </a:lnTo>
                <a:lnTo>
                  <a:pt x="198" y="80"/>
                </a:lnTo>
                <a:lnTo>
                  <a:pt x="199" y="80"/>
                </a:lnTo>
                <a:lnTo>
                  <a:pt x="202" y="77"/>
                </a:lnTo>
                <a:lnTo>
                  <a:pt x="203" y="77"/>
                </a:lnTo>
                <a:lnTo>
                  <a:pt x="204" y="76"/>
                </a:lnTo>
                <a:lnTo>
                  <a:pt x="205" y="76"/>
                </a:lnTo>
                <a:lnTo>
                  <a:pt x="205" y="75"/>
                </a:lnTo>
                <a:lnTo>
                  <a:pt x="205" y="74"/>
                </a:lnTo>
                <a:lnTo>
                  <a:pt x="206" y="74"/>
                </a:lnTo>
                <a:lnTo>
                  <a:pt x="207" y="74"/>
                </a:lnTo>
                <a:lnTo>
                  <a:pt x="208" y="75"/>
                </a:lnTo>
                <a:lnTo>
                  <a:pt x="209" y="75"/>
                </a:lnTo>
                <a:lnTo>
                  <a:pt x="209" y="74"/>
                </a:lnTo>
                <a:lnTo>
                  <a:pt x="210" y="73"/>
                </a:lnTo>
                <a:lnTo>
                  <a:pt x="211" y="73"/>
                </a:lnTo>
                <a:lnTo>
                  <a:pt x="211" y="72"/>
                </a:lnTo>
                <a:lnTo>
                  <a:pt x="212" y="72"/>
                </a:lnTo>
                <a:lnTo>
                  <a:pt x="213" y="71"/>
                </a:lnTo>
                <a:lnTo>
                  <a:pt x="214" y="70"/>
                </a:lnTo>
                <a:lnTo>
                  <a:pt x="215" y="69"/>
                </a:lnTo>
                <a:lnTo>
                  <a:pt x="216" y="69"/>
                </a:lnTo>
                <a:lnTo>
                  <a:pt x="216" y="70"/>
                </a:lnTo>
                <a:lnTo>
                  <a:pt x="217" y="70"/>
                </a:lnTo>
                <a:lnTo>
                  <a:pt x="218" y="69"/>
                </a:lnTo>
                <a:lnTo>
                  <a:pt x="219" y="69"/>
                </a:lnTo>
                <a:lnTo>
                  <a:pt x="221" y="69"/>
                </a:lnTo>
                <a:lnTo>
                  <a:pt x="221" y="68"/>
                </a:lnTo>
                <a:lnTo>
                  <a:pt x="222" y="68"/>
                </a:lnTo>
                <a:lnTo>
                  <a:pt x="222" y="69"/>
                </a:lnTo>
                <a:lnTo>
                  <a:pt x="223" y="70"/>
                </a:lnTo>
                <a:lnTo>
                  <a:pt x="223" y="71"/>
                </a:lnTo>
                <a:lnTo>
                  <a:pt x="223" y="72"/>
                </a:lnTo>
                <a:lnTo>
                  <a:pt x="224" y="72"/>
                </a:lnTo>
                <a:lnTo>
                  <a:pt x="224" y="73"/>
                </a:lnTo>
                <a:lnTo>
                  <a:pt x="224" y="74"/>
                </a:lnTo>
                <a:lnTo>
                  <a:pt x="225" y="74"/>
                </a:lnTo>
                <a:lnTo>
                  <a:pt x="225" y="75"/>
                </a:lnTo>
                <a:lnTo>
                  <a:pt x="225" y="76"/>
                </a:lnTo>
                <a:lnTo>
                  <a:pt x="226" y="76"/>
                </a:lnTo>
                <a:lnTo>
                  <a:pt x="226" y="77"/>
                </a:lnTo>
                <a:lnTo>
                  <a:pt x="227" y="78"/>
                </a:lnTo>
                <a:lnTo>
                  <a:pt x="229" y="80"/>
                </a:lnTo>
                <a:lnTo>
                  <a:pt x="229" y="81"/>
                </a:lnTo>
                <a:lnTo>
                  <a:pt x="230" y="81"/>
                </a:lnTo>
                <a:lnTo>
                  <a:pt x="229" y="81"/>
                </a:lnTo>
                <a:lnTo>
                  <a:pt x="229" y="82"/>
                </a:lnTo>
                <a:lnTo>
                  <a:pt x="229" y="83"/>
                </a:lnTo>
                <a:lnTo>
                  <a:pt x="230" y="83"/>
                </a:lnTo>
                <a:lnTo>
                  <a:pt x="230" y="84"/>
                </a:lnTo>
                <a:lnTo>
                  <a:pt x="231" y="86"/>
                </a:lnTo>
                <a:lnTo>
                  <a:pt x="232" y="86"/>
                </a:lnTo>
                <a:lnTo>
                  <a:pt x="232" y="85"/>
                </a:lnTo>
                <a:lnTo>
                  <a:pt x="233" y="85"/>
                </a:lnTo>
                <a:lnTo>
                  <a:pt x="234" y="85"/>
                </a:lnTo>
                <a:lnTo>
                  <a:pt x="237" y="85"/>
                </a:lnTo>
                <a:lnTo>
                  <a:pt x="237" y="86"/>
                </a:lnTo>
                <a:lnTo>
                  <a:pt x="238" y="86"/>
                </a:lnTo>
                <a:lnTo>
                  <a:pt x="239" y="85"/>
                </a:lnTo>
                <a:lnTo>
                  <a:pt x="240" y="83"/>
                </a:lnTo>
                <a:lnTo>
                  <a:pt x="241" y="83"/>
                </a:lnTo>
                <a:lnTo>
                  <a:pt x="241" y="82"/>
                </a:lnTo>
                <a:lnTo>
                  <a:pt x="240" y="82"/>
                </a:lnTo>
                <a:lnTo>
                  <a:pt x="240" y="81"/>
                </a:lnTo>
                <a:lnTo>
                  <a:pt x="239" y="81"/>
                </a:lnTo>
                <a:lnTo>
                  <a:pt x="239" y="80"/>
                </a:lnTo>
                <a:lnTo>
                  <a:pt x="239" y="78"/>
                </a:lnTo>
                <a:lnTo>
                  <a:pt x="241" y="77"/>
                </a:lnTo>
                <a:lnTo>
                  <a:pt x="241" y="76"/>
                </a:lnTo>
                <a:lnTo>
                  <a:pt x="242" y="76"/>
                </a:lnTo>
                <a:lnTo>
                  <a:pt x="242" y="77"/>
                </a:lnTo>
                <a:lnTo>
                  <a:pt x="243" y="77"/>
                </a:lnTo>
                <a:lnTo>
                  <a:pt x="244" y="77"/>
                </a:lnTo>
                <a:lnTo>
                  <a:pt x="245" y="76"/>
                </a:lnTo>
                <a:lnTo>
                  <a:pt x="246" y="77"/>
                </a:lnTo>
                <a:lnTo>
                  <a:pt x="247" y="77"/>
                </a:lnTo>
                <a:lnTo>
                  <a:pt x="247" y="76"/>
                </a:lnTo>
                <a:lnTo>
                  <a:pt x="248" y="76"/>
                </a:lnTo>
                <a:lnTo>
                  <a:pt x="248" y="75"/>
                </a:lnTo>
                <a:lnTo>
                  <a:pt x="248" y="74"/>
                </a:lnTo>
                <a:lnTo>
                  <a:pt x="249" y="73"/>
                </a:lnTo>
                <a:lnTo>
                  <a:pt x="249" y="72"/>
                </a:lnTo>
                <a:lnTo>
                  <a:pt x="250" y="71"/>
                </a:lnTo>
                <a:lnTo>
                  <a:pt x="250" y="70"/>
                </a:lnTo>
                <a:lnTo>
                  <a:pt x="249" y="70"/>
                </a:lnTo>
                <a:lnTo>
                  <a:pt x="250" y="69"/>
                </a:lnTo>
                <a:lnTo>
                  <a:pt x="251" y="69"/>
                </a:lnTo>
                <a:lnTo>
                  <a:pt x="252" y="69"/>
                </a:lnTo>
                <a:lnTo>
                  <a:pt x="253" y="67"/>
                </a:lnTo>
                <a:lnTo>
                  <a:pt x="253" y="68"/>
                </a:lnTo>
                <a:lnTo>
                  <a:pt x="254" y="68"/>
                </a:lnTo>
                <a:lnTo>
                  <a:pt x="254" y="67"/>
                </a:lnTo>
                <a:lnTo>
                  <a:pt x="255" y="67"/>
                </a:lnTo>
                <a:lnTo>
                  <a:pt x="255" y="66"/>
                </a:lnTo>
                <a:lnTo>
                  <a:pt x="256" y="66"/>
                </a:lnTo>
                <a:lnTo>
                  <a:pt x="257" y="65"/>
                </a:lnTo>
                <a:lnTo>
                  <a:pt x="257" y="64"/>
                </a:lnTo>
                <a:lnTo>
                  <a:pt x="257" y="63"/>
                </a:lnTo>
                <a:lnTo>
                  <a:pt x="258" y="63"/>
                </a:lnTo>
                <a:lnTo>
                  <a:pt x="259" y="62"/>
                </a:lnTo>
                <a:lnTo>
                  <a:pt x="260" y="62"/>
                </a:lnTo>
                <a:lnTo>
                  <a:pt x="261" y="62"/>
                </a:lnTo>
                <a:lnTo>
                  <a:pt x="263" y="62"/>
                </a:lnTo>
                <a:lnTo>
                  <a:pt x="264" y="62"/>
                </a:lnTo>
                <a:lnTo>
                  <a:pt x="264" y="63"/>
                </a:lnTo>
                <a:lnTo>
                  <a:pt x="265" y="63"/>
                </a:lnTo>
                <a:lnTo>
                  <a:pt x="266" y="63"/>
                </a:lnTo>
                <a:lnTo>
                  <a:pt x="267" y="63"/>
                </a:lnTo>
                <a:lnTo>
                  <a:pt x="267" y="64"/>
                </a:lnTo>
                <a:lnTo>
                  <a:pt x="267" y="66"/>
                </a:lnTo>
                <a:lnTo>
                  <a:pt x="265" y="68"/>
                </a:lnTo>
                <a:lnTo>
                  <a:pt x="264" y="68"/>
                </a:lnTo>
                <a:lnTo>
                  <a:pt x="265" y="69"/>
                </a:lnTo>
                <a:lnTo>
                  <a:pt x="266" y="69"/>
                </a:lnTo>
                <a:lnTo>
                  <a:pt x="266" y="68"/>
                </a:lnTo>
                <a:lnTo>
                  <a:pt x="267" y="69"/>
                </a:lnTo>
                <a:lnTo>
                  <a:pt x="268" y="69"/>
                </a:lnTo>
                <a:lnTo>
                  <a:pt x="270" y="68"/>
                </a:lnTo>
                <a:lnTo>
                  <a:pt x="271" y="68"/>
                </a:lnTo>
                <a:lnTo>
                  <a:pt x="272" y="66"/>
                </a:lnTo>
                <a:lnTo>
                  <a:pt x="273" y="66"/>
                </a:lnTo>
                <a:lnTo>
                  <a:pt x="273" y="65"/>
                </a:lnTo>
                <a:lnTo>
                  <a:pt x="274" y="65"/>
                </a:lnTo>
                <a:lnTo>
                  <a:pt x="275" y="65"/>
                </a:lnTo>
                <a:lnTo>
                  <a:pt x="276" y="66"/>
                </a:lnTo>
                <a:lnTo>
                  <a:pt x="276" y="67"/>
                </a:lnTo>
                <a:lnTo>
                  <a:pt x="277" y="67"/>
                </a:lnTo>
                <a:lnTo>
                  <a:pt x="277" y="68"/>
                </a:lnTo>
                <a:lnTo>
                  <a:pt x="278" y="68"/>
                </a:lnTo>
                <a:lnTo>
                  <a:pt x="277" y="68"/>
                </a:lnTo>
                <a:lnTo>
                  <a:pt x="278" y="70"/>
                </a:lnTo>
                <a:lnTo>
                  <a:pt x="279" y="70"/>
                </a:lnTo>
                <a:lnTo>
                  <a:pt x="280" y="70"/>
                </a:lnTo>
                <a:lnTo>
                  <a:pt x="281" y="70"/>
                </a:lnTo>
                <a:lnTo>
                  <a:pt x="282" y="71"/>
                </a:lnTo>
                <a:lnTo>
                  <a:pt x="282" y="70"/>
                </a:lnTo>
                <a:lnTo>
                  <a:pt x="283" y="70"/>
                </a:lnTo>
                <a:lnTo>
                  <a:pt x="282" y="70"/>
                </a:lnTo>
                <a:lnTo>
                  <a:pt x="283" y="70"/>
                </a:lnTo>
                <a:lnTo>
                  <a:pt x="284" y="70"/>
                </a:lnTo>
                <a:lnTo>
                  <a:pt x="285" y="70"/>
                </a:lnTo>
                <a:lnTo>
                  <a:pt x="286" y="70"/>
                </a:lnTo>
                <a:lnTo>
                  <a:pt x="287" y="70"/>
                </a:lnTo>
                <a:lnTo>
                  <a:pt x="288" y="69"/>
                </a:lnTo>
                <a:lnTo>
                  <a:pt x="289" y="68"/>
                </a:lnTo>
                <a:lnTo>
                  <a:pt x="290" y="68"/>
                </a:lnTo>
                <a:lnTo>
                  <a:pt x="292" y="69"/>
                </a:lnTo>
                <a:lnTo>
                  <a:pt x="292" y="68"/>
                </a:lnTo>
                <a:lnTo>
                  <a:pt x="295" y="68"/>
                </a:lnTo>
                <a:lnTo>
                  <a:pt x="295" y="67"/>
                </a:lnTo>
                <a:lnTo>
                  <a:pt x="296" y="66"/>
                </a:lnTo>
                <a:lnTo>
                  <a:pt x="296" y="65"/>
                </a:lnTo>
                <a:lnTo>
                  <a:pt x="299" y="64"/>
                </a:lnTo>
                <a:lnTo>
                  <a:pt x="299" y="63"/>
                </a:lnTo>
                <a:lnTo>
                  <a:pt x="300" y="64"/>
                </a:lnTo>
                <a:lnTo>
                  <a:pt x="301" y="66"/>
                </a:lnTo>
                <a:lnTo>
                  <a:pt x="305" y="64"/>
                </a:lnTo>
                <a:lnTo>
                  <a:pt x="306" y="64"/>
                </a:lnTo>
                <a:lnTo>
                  <a:pt x="306" y="63"/>
                </a:lnTo>
                <a:lnTo>
                  <a:pt x="307" y="63"/>
                </a:lnTo>
                <a:lnTo>
                  <a:pt x="308" y="63"/>
                </a:lnTo>
                <a:lnTo>
                  <a:pt x="309" y="62"/>
                </a:lnTo>
                <a:lnTo>
                  <a:pt x="310" y="61"/>
                </a:lnTo>
                <a:lnTo>
                  <a:pt x="310" y="60"/>
                </a:lnTo>
                <a:lnTo>
                  <a:pt x="310" y="58"/>
                </a:lnTo>
                <a:lnTo>
                  <a:pt x="310" y="57"/>
                </a:lnTo>
                <a:lnTo>
                  <a:pt x="310" y="56"/>
                </a:lnTo>
                <a:lnTo>
                  <a:pt x="309" y="56"/>
                </a:lnTo>
                <a:lnTo>
                  <a:pt x="310" y="55"/>
                </a:lnTo>
                <a:lnTo>
                  <a:pt x="310" y="54"/>
                </a:lnTo>
                <a:lnTo>
                  <a:pt x="311" y="53"/>
                </a:lnTo>
                <a:lnTo>
                  <a:pt x="311" y="52"/>
                </a:lnTo>
                <a:lnTo>
                  <a:pt x="310" y="52"/>
                </a:lnTo>
                <a:lnTo>
                  <a:pt x="310" y="51"/>
                </a:lnTo>
                <a:lnTo>
                  <a:pt x="309" y="51"/>
                </a:lnTo>
                <a:lnTo>
                  <a:pt x="309" y="50"/>
                </a:lnTo>
                <a:lnTo>
                  <a:pt x="308" y="50"/>
                </a:lnTo>
                <a:lnTo>
                  <a:pt x="308" y="49"/>
                </a:lnTo>
                <a:lnTo>
                  <a:pt x="307" y="48"/>
                </a:lnTo>
                <a:lnTo>
                  <a:pt x="307" y="47"/>
                </a:lnTo>
                <a:lnTo>
                  <a:pt x="306" y="47"/>
                </a:lnTo>
                <a:lnTo>
                  <a:pt x="304" y="47"/>
                </a:lnTo>
                <a:lnTo>
                  <a:pt x="304" y="46"/>
                </a:lnTo>
                <a:lnTo>
                  <a:pt x="303" y="45"/>
                </a:lnTo>
                <a:lnTo>
                  <a:pt x="302" y="44"/>
                </a:lnTo>
                <a:lnTo>
                  <a:pt x="302" y="43"/>
                </a:lnTo>
                <a:lnTo>
                  <a:pt x="301" y="42"/>
                </a:lnTo>
                <a:lnTo>
                  <a:pt x="302" y="42"/>
                </a:lnTo>
                <a:lnTo>
                  <a:pt x="303" y="42"/>
                </a:lnTo>
                <a:lnTo>
                  <a:pt x="304" y="43"/>
                </a:lnTo>
                <a:lnTo>
                  <a:pt x="305" y="43"/>
                </a:lnTo>
                <a:lnTo>
                  <a:pt x="307" y="43"/>
                </a:lnTo>
                <a:lnTo>
                  <a:pt x="308" y="44"/>
                </a:lnTo>
                <a:lnTo>
                  <a:pt x="308" y="43"/>
                </a:lnTo>
                <a:lnTo>
                  <a:pt x="309" y="43"/>
                </a:lnTo>
                <a:lnTo>
                  <a:pt x="310" y="43"/>
                </a:lnTo>
                <a:lnTo>
                  <a:pt x="311" y="43"/>
                </a:lnTo>
                <a:lnTo>
                  <a:pt x="311" y="44"/>
                </a:lnTo>
                <a:lnTo>
                  <a:pt x="312" y="44"/>
                </a:lnTo>
                <a:lnTo>
                  <a:pt x="312" y="43"/>
                </a:lnTo>
                <a:lnTo>
                  <a:pt x="313" y="43"/>
                </a:lnTo>
                <a:lnTo>
                  <a:pt x="314" y="42"/>
                </a:lnTo>
                <a:lnTo>
                  <a:pt x="314" y="41"/>
                </a:lnTo>
                <a:lnTo>
                  <a:pt x="313" y="41"/>
                </a:lnTo>
                <a:lnTo>
                  <a:pt x="313" y="40"/>
                </a:lnTo>
                <a:lnTo>
                  <a:pt x="313" y="39"/>
                </a:lnTo>
                <a:lnTo>
                  <a:pt x="312" y="39"/>
                </a:lnTo>
                <a:lnTo>
                  <a:pt x="312" y="38"/>
                </a:lnTo>
                <a:lnTo>
                  <a:pt x="312" y="36"/>
                </a:lnTo>
                <a:lnTo>
                  <a:pt x="312" y="35"/>
                </a:lnTo>
                <a:lnTo>
                  <a:pt x="312" y="34"/>
                </a:lnTo>
                <a:lnTo>
                  <a:pt x="312" y="33"/>
                </a:lnTo>
                <a:lnTo>
                  <a:pt x="312" y="32"/>
                </a:lnTo>
                <a:lnTo>
                  <a:pt x="311" y="31"/>
                </a:lnTo>
                <a:lnTo>
                  <a:pt x="311" y="30"/>
                </a:lnTo>
                <a:lnTo>
                  <a:pt x="311" y="29"/>
                </a:lnTo>
                <a:lnTo>
                  <a:pt x="310" y="29"/>
                </a:lnTo>
                <a:lnTo>
                  <a:pt x="310" y="27"/>
                </a:lnTo>
                <a:lnTo>
                  <a:pt x="310" y="26"/>
                </a:lnTo>
                <a:lnTo>
                  <a:pt x="310" y="25"/>
                </a:lnTo>
                <a:lnTo>
                  <a:pt x="311" y="25"/>
                </a:lnTo>
                <a:lnTo>
                  <a:pt x="311" y="24"/>
                </a:lnTo>
                <a:lnTo>
                  <a:pt x="311" y="23"/>
                </a:lnTo>
                <a:lnTo>
                  <a:pt x="312" y="22"/>
                </a:lnTo>
                <a:lnTo>
                  <a:pt x="314" y="21"/>
                </a:lnTo>
                <a:lnTo>
                  <a:pt x="316" y="20"/>
                </a:lnTo>
                <a:lnTo>
                  <a:pt x="318" y="19"/>
                </a:lnTo>
                <a:lnTo>
                  <a:pt x="319" y="19"/>
                </a:lnTo>
                <a:lnTo>
                  <a:pt x="319" y="20"/>
                </a:lnTo>
                <a:lnTo>
                  <a:pt x="320" y="20"/>
                </a:lnTo>
                <a:lnTo>
                  <a:pt x="320" y="19"/>
                </a:lnTo>
                <a:lnTo>
                  <a:pt x="321" y="19"/>
                </a:lnTo>
                <a:lnTo>
                  <a:pt x="321" y="18"/>
                </a:lnTo>
                <a:lnTo>
                  <a:pt x="321" y="17"/>
                </a:lnTo>
                <a:lnTo>
                  <a:pt x="321" y="16"/>
                </a:lnTo>
                <a:lnTo>
                  <a:pt x="322" y="16"/>
                </a:lnTo>
                <a:lnTo>
                  <a:pt x="323" y="16"/>
                </a:lnTo>
                <a:lnTo>
                  <a:pt x="324" y="16"/>
                </a:lnTo>
                <a:lnTo>
                  <a:pt x="325" y="16"/>
                </a:lnTo>
                <a:lnTo>
                  <a:pt x="327" y="16"/>
                </a:lnTo>
                <a:lnTo>
                  <a:pt x="328" y="15"/>
                </a:lnTo>
                <a:lnTo>
                  <a:pt x="328" y="14"/>
                </a:lnTo>
                <a:lnTo>
                  <a:pt x="329" y="14"/>
                </a:lnTo>
                <a:lnTo>
                  <a:pt x="329" y="13"/>
                </a:lnTo>
                <a:lnTo>
                  <a:pt x="329" y="14"/>
                </a:lnTo>
                <a:lnTo>
                  <a:pt x="330" y="14"/>
                </a:lnTo>
                <a:lnTo>
                  <a:pt x="331" y="15"/>
                </a:lnTo>
                <a:lnTo>
                  <a:pt x="332" y="15"/>
                </a:lnTo>
                <a:lnTo>
                  <a:pt x="334" y="15"/>
                </a:lnTo>
                <a:lnTo>
                  <a:pt x="335" y="15"/>
                </a:lnTo>
                <a:lnTo>
                  <a:pt x="336" y="15"/>
                </a:lnTo>
                <a:lnTo>
                  <a:pt x="338" y="15"/>
                </a:lnTo>
                <a:lnTo>
                  <a:pt x="340" y="15"/>
                </a:lnTo>
                <a:lnTo>
                  <a:pt x="342" y="14"/>
                </a:lnTo>
                <a:lnTo>
                  <a:pt x="343" y="14"/>
                </a:lnTo>
                <a:lnTo>
                  <a:pt x="343" y="15"/>
                </a:lnTo>
                <a:lnTo>
                  <a:pt x="344" y="14"/>
                </a:lnTo>
                <a:lnTo>
                  <a:pt x="345" y="14"/>
                </a:lnTo>
                <a:lnTo>
                  <a:pt x="346" y="14"/>
                </a:lnTo>
                <a:lnTo>
                  <a:pt x="347" y="15"/>
                </a:lnTo>
                <a:lnTo>
                  <a:pt x="348" y="15"/>
                </a:lnTo>
                <a:lnTo>
                  <a:pt x="349" y="15"/>
                </a:lnTo>
                <a:lnTo>
                  <a:pt x="350" y="15"/>
                </a:lnTo>
                <a:lnTo>
                  <a:pt x="349" y="15"/>
                </a:lnTo>
                <a:lnTo>
                  <a:pt x="350" y="16"/>
                </a:lnTo>
                <a:lnTo>
                  <a:pt x="351" y="16"/>
                </a:lnTo>
                <a:lnTo>
                  <a:pt x="353" y="16"/>
                </a:lnTo>
                <a:lnTo>
                  <a:pt x="354" y="16"/>
                </a:lnTo>
                <a:lnTo>
                  <a:pt x="355" y="16"/>
                </a:lnTo>
                <a:lnTo>
                  <a:pt x="356" y="15"/>
                </a:lnTo>
                <a:lnTo>
                  <a:pt x="357" y="15"/>
                </a:lnTo>
                <a:lnTo>
                  <a:pt x="358" y="15"/>
                </a:lnTo>
                <a:lnTo>
                  <a:pt x="358" y="14"/>
                </a:lnTo>
                <a:lnTo>
                  <a:pt x="357" y="14"/>
                </a:lnTo>
                <a:lnTo>
                  <a:pt x="357" y="13"/>
                </a:lnTo>
                <a:lnTo>
                  <a:pt x="358" y="13"/>
                </a:lnTo>
                <a:lnTo>
                  <a:pt x="358" y="12"/>
                </a:lnTo>
                <a:lnTo>
                  <a:pt x="358" y="11"/>
                </a:lnTo>
                <a:lnTo>
                  <a:pt x="358" y="10"/>
                </a:lnTo>
                <a:lnTo>
                  <a:pt x="357" y="10"/>
                </a:lnTo>
                <a:lnTo>
                  <a:pt x="356" y="10"/>
                </a:lnTo>
                <a:lnTo>
                  <a:pt x="355" y="10"/>
                </a:lnTo>
                <a:lnTo>
                  <a:pt x="356" y="10"/>
                </a:lnTo>
                <a:lnTo>
                  <a:pt x="356" y="9"/>
                </a:lnTo>
                <a:lnTo>
                  <a:pt x="356" y="8"/>
                </a:lnTo>
                <a:lnTo>
                  <a:pt x="357" y="8"/>
                </a:lnTo>
                <a:lnTo>
                  <a:pt x="357" y="7"/>
                </a:lnTo>
                <a:lnTo>
                  <a:pt x="358" y="7"/>
                </a:lnTo>
                <a:lnTo>
                  <a:pt x="359" y="6"/>
                </a:lnTo>
                <a:lnTo>
                  <a:pt x="359" y="5"/>
                </a:lnTo>
                <a:lnTo>
                  <a:pt x="360" y="4"/>
                </a:lnTo>
                <a:lnTo>
                  <a:pt x="360" y="3"/>
                </a:lnTo>
                <a:lnTo>
                  <a:pt x="361" y="3"/>
                </a:lnTo>
                <a:lnTo>
                  <a:pt x="362" y="2"/>
                </a:lnTo>
                <a:lnTo>
                  <a:pt x="363" y="1"/>
                </a:lnTo>
                <a:lnTo>
                  <a:pt x="364" y="1"/>
                </a:lnTo>
                <a:lnTo>
                  <a:pt x="364" y="2"/>
                </a:lnTo>
                <a:lnTo>
                  <a:pt x="366" y="2"/>
                </a:lnTo>
                <a:lnTo>
                  <a:pt x="367" y="2"/>
                </a:lnTo>
                <a:lnTo>
                  <a:pt x="367" y="3"/>
                </a:lnTo>
                <a:lnTo>
                  <a:pt x="368" y="3"/>
                </a:lnTo>
                <a:lnTo>
                  <a:pt x="368" y="2"/>
                </a:lnTo>
                <a:lnTo>
                  <a:pt x="369" y="1"/>
                </a:lnTo>
                <a:lnTo>
                  <a:pt x="370" y="1"/>
                </a:lnTo>
                <a:lnTo>
                  <a:pt x="373" y="1"/>
                </a:lnTo>
                <a:lnTo>
                  <a:pt x="374" y="1"/>
                </a:lnTo>
                <a:lnTo>
                  <a:pt x="375" y="1"/>
                </a:lnTo>
                <a:lnTo>
                  <a:pt x="375" y="2"/>
                </a:lnTo>
                <a:lnTo>
                  <a:pt x="377" y="3"/>
                </a:lnTo>
                <a:lnTo>
                  <a:pt x="379" y="3"/>
                </a:lnTo>
                <a:lnTo>
                  <a:pt x="380" y="3"/>
                </a:lnTo>
                <a:lnTo>
                  <a:pt x="381" y="3"/>
                </a:lnTo>
                <a:lnTo>
                  <a:pt x="382" y="3"/>
                </a:lnTo>
                <a:lnTo>
                  <a:pt x="384" y="3"/>
                </a:lnTo>
                <a:lnTo>
                  <a:pt x="385" y="2"/>
                </a:lnTo>
                <a:lnTo>
                  <a:pt x="386" y="2"/>
                </a:lnTo>
                <a:lnTo>
                  <a:pt x="387" y="2"/>
                </a:lnTo>
                <a:lnTo>
                  <a:pt x="388" y="2"/>
                </a:lnTo>
                <a:lnTo>
                  <a:pt x="388" y="1"/>
                </a:lnTo>
                <a:lnTo>
                  <a:pt x="389" y="1"/>
                </a:lnTo>
                <a:lnTo>
                  <a:pt x="390" y="0"/>
                </a:lnTo>
                <a:lnTo>
                  <a:pt x="391" y="0"/>
                </a:lnTo>
                <a:lnTo>
                  <a:pt x="392" y="0"/>
                </a:lnTo>
                <a:lnTo>
                  <a:pt x="393" y="0"/>
                </a:lnTo>
                <a:close/>
              </a:path>
            </a:pathLst>
          </a:custGeom>
          <a:solidFill>
            <a:srgbClr val="B7D7E9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6" name=""/>
          <p:cNvSpPr/>
          <p:nvPr/>
        </p:nvSpPr>
        <p:spPr>
          <a:xfrm>
            <a:off x="2176920" y="3659400"/>
            <a:ext cx="16920" cy="17640"/>
          </a:xfrm>
          <a:custGeom>
            <a:avLst/>
            <a:gdLst/>
            <a:ahLst/>
            <a:rect l="0" t="0" r="r" b="b"/>
            <a:pathLst>
              <a:path w="47" h="49">
                <a:moveTo>
                  <a:pt x="42" y="1"/>
                </a:moveTo>
                <a:lnTo>
                  <a:pt x="42" y="0"/>
                </a:lnTo>
                <a:lnTo>
                  <a:pt x="43" y="2"/>
                </a:lnTo>
                <a:lnTo>
                  <a:pt x="42" y="2"/>
                </a:lnTo>
                <a:lnTo>
                  <a:pt x="41" y="2"/>
                </a:lnTo>
                <a:lnTo>
                  <a:pt x="40" y="2"/>
                </a:lnTo>
                <a:lnTo>
                  <a:pt x="40" y="3"/>
                </a:lnTo>
                <a:lnTo>
                  <a:pt x="40" y="4"/>
                </a:lnTo>
                <a:lnTo>
                  <a:pt x="40" y="6"/>
                </a:lnTo>
                <a:lnTo>
                  <a:pt x="41" y="7"/>
                </a:lnTo>
                <a:lnTo>
                  <a:pt x="41" y="8"/>
                </a:lnTo>
                <a:lnTo>
                  <a:pt x="41" y="9"/>
                </a:lnTo>
                <a:lnTo>
                  <a:pt x="41" y="10"/>
                </a:lnTo>
                <a:lnTo>
                  <a:pt x="40" y="10"/>
                </a:lnTo>
                <a:lnTo>
                  <a:pt x="41" y="10"/>
                </a:lnTo>
                <a:lnTo>
                  <a:pt x="40" y="12"/>
                </a:lnTo>
                <a:lnTo>
                  <a:pt x="39" y="12"/>
                </a:lnTo>
                <a:lnTo>
                  <a:pt x="39" y="13"/>
                </a:lnTo>
                <a:lnTo>
                  <a:pt x="39" y="14"/>
                </a:lnTo>
                <a:lnTo>
                  <a:pt x="39" y="13"/>
                </a:lnTo>
                <a:lnTo>
                  <a:pt x="38" y="13"/>
                </a:lnTo>
                <a:lnTo>
                  <a:pt x="38" y="14"/>
                </a:lnTo>
                <a:lnTo>
                  <a:pt x="38" y="15"/>
                </a:lnTo>
                <a:lnTo>
                  <a:pt x="37" y="15"/>
                </a:lnTo>
                <a:lnTo>
                  <a:pt x="37" y="16"/>
                </a:lnTo>
                <a:lnTo>
                  <a:pt x="36" y="16"/>
                </a:lnTo>
                <a:lnTo>
                  <a:pt x="36" y="17"/>
                </a:lnTo>
                <a:lnTo>
                  <a:pt x="36" y="18"/>
                </a:lnTo>
                <a:lnTo>
                  <a:pt x="36" y="19"/>
                </a:lnTo>
                <a:lnTo>
                  <a:pt x="37" y="19"/>
                </a:lnTo>
                <a:lnTo>
                  <a:pt x="38" y="19"/>
                </a:lnTo>
                <a:lnTo>
                  <a:pt x="37" y="19"/>
                </a:lnTo>
                <a:lnTo>
                  <a:pt x="37" y="20"/>
                </a:lnTo>
                <a:lnTo>
                  <a:pt x="38" y="21"/>
                </a:lnTo>
                <a:lnTo>
                  <a:pt x="37" y="21"/>
                </a:lnTo>
                <a:lnTo>
                  <a:pt x="37" y="22"/>
                </a:lnTo>
                <a:lnTo>
                  <a:pt x="38" y="22"/>
                </a:lnTo>
                <a:lnTo>
                  <a:pt x="38" y="23"/>
                </a:lnTo>
                <a:lnTo>
                  <a:pt x="39" y="22"/>
                </a:lnTo>
                <a:lnTo>
                  <a:pt x="39" y="23"/>
                </a:lnTo>
                <a:lnTo>
                  <a:pt x="38" y="23"/>
                </a:lnTo>
                <a:lnTo>
                  <a:pt x="39" y="23"/>
                </a:lnTo>
                <a:lnTo>
                  <a:pt x="40" y="23"/>
                </a:lnTo>
                <a:lnTo>
                  <a:pt x="39" y="23"/>
                </a:lnTo>
                <a:lnTo>
                  <a:pt x="40" y="23"/>
                </a:lnTo>
                <a:lnTo>
                  <a:pt x="41" y="23"/>
                </a:lnTo>
                <a:lnTo>
                  <a:pt x="41" y="24"/>
                </a:lnTo>
                <a:lnTo>
                  <a:pt x="42" y="24"/>
                </a:lnTo>
                <a:lnTo>
                  <a:pt x="43" y="24"/>
                </a:lnTo>
                <a:lnTo>
                  <a:pt x="44" y="25"/>
                </a:lnTo>
                <a:lnTo>
                  <a:pt x="44" y="24"/>
                </a:lnTo>
                <a:lnTo>
                  <a:pt x="45" y="24"/>
                </a:lnTo>
                <a:lnTo>
                  <a:pt x="46" y="24"/>
                </a:lnTo>
                <a:lnTo>
                  <a:pt x="46" y="25"/>
                </a:lnTo>
                <a:lnTo>
                  <a:pt x="46" y="26"/>
                </a:lnTo>
                <a:lnTo>
                  <a:pt x="46" y="27"/>
                </a:lnTo>
                <a:lnTo>
                  <a:pt x="47" y="27"/>
                </a:lnTo>
                <a:lnTo>
                  <a:pt x="46" y="27"/>
                </a:lnTo>
                <a:lnTo>
                  <a:pt x="45" y="27"/>
                </a:lnTo>
                <a:lnTo>
                  <a:pt x="44" y="27"/>
                </a:lnTo>
                <a:lnTo>
                  <a:pt x="43" y="27"/>
                </a:lnTo>
                <a:lnTo>
                  <a:pt x="42" y="26"/>
                </a:lnTo>
                <a:lnTo>
                  <a:pt x="41" y="27"/>
                </a:lnTo>
                <a:lnTo>
                  <a:pt x="40" y="27"/>
                </a:lnTo>
                <a:lnTo>
                  <a:pt x="39" y="27"/>
                </a:lnTo>
                <a:lnTo>
                  <a:pt x="38" y="27"/>
                </a:lnTo>
                <a:lnTo>
                  <a:pt x="38" y="28"/>
                </a:lnTo>
                <a:lnTo>
                  <a:pt x="37" y="28"/>
                </a:lnTo>
                <a:lnTo>
                  <a:pt x="38" y="28"/>
                </a:lnTo>
                <a:lnTo>
                  <a:pt x="38" y="29"/>
                </a:lnTo>
                <a:lnTo>
                  <a:pt x="37" y="29"/>
                </a:lnTo>
                <a:lnTo>
                  <a:pt x="37" y="30"/>
                </a:lnTo>
                <a:lnTo>
                  <a:pt x="38" y="30"/>
                </a:lnTo>
                <a:lnTo>
                  <a:pt x="39" y="30"/>
                </a:lnTo>
                <a:lnTo>
                  <a:pt x="39" y="31"/>
                </a:lnTo>
                <a:lnTo>
                  <a:pt x="39" y="32"/>
                </a:lnTo>
                <a:lnTo>
                  <a:pt x="40" y="32"/>
                </a:lnTo>
                <a:lnTo>
                  <a:pt x="41" y="32"/>
                </a:lnTo>
                <a:lnTo>
                  <a:pt x="41" y="33"/>
                </a:lnTo>
                <a:lnTo>
                  <a:pt x="42" y="34"/>
                </a:lnTo>
                <a:lnTo>
                  <a:pt x="41" y="34"/>
                </a:lnTo>
                <a:lnTo>
                  <a:pt x="40" y="34"/>
                </a:lnTo>
                <a:lnTo>
                  <a:pt x="40" y="35"/>
                </a:lnTo>
                <a:lnTo>
                  <a:pt x="39" y="35"/>
                </a:lnTo>
                <a:lnTo>
                  <a:pt x="38" y="35"/>
                </a:lnTo>
                <a:lnTo>
                  <a:pt x="38" y="36"/>
                </a:lnTo>
                <a:lnTo>
                  <a:pt x="37" y="36"/>
                </a:lnTo>
                <a:lnTo>
                  <a:pt x="37" y="38"/>
                </a:lnTo>
                <a:lnTo>
                  <a:pt x="38" y="38"/>
                </a:lnTo>
                <a:lnTo>
                  <a:pt x="38" y="39"/>
                </a:lnTo>
                <a:lnTo>
                  <a:pt x="39" y="39"/>
                </a:lnTo>
                <a:lnTo>
                  <a:pt x="38" y="39"/>
                </a:lnTo>
                <a:lnTo>
                  <a:pt x="38" y="40"/>
                </a:lnTo>
                <a:lnTo>
                  <a:pt x="39" y="40"/>
                </a:lnTo>
                <a:lnTo>
                  <a:pt x="38" y="40"/>
                </a:lnTo>
                <a:lnTo>
                  <a:pt x="39" y="41"/>
                </a:lnTo>
                <a:lnTo>
                  <a:pt x="39" y="42"/>
                </a:lnTo>
                <a:lnTo>
                  <a:pt x="38" y="42"/>
                </a:lnTo>
                <a:lnTo>
                  <a:pt x="39" y="43"/>
                </a:lnTo>
                <a:lnTo>
                  <a:pt x="38" y="43"/>
                </a:lnTo>
                <a:lnTo>
                  <a:pt x="38" y="44"/>
                </a:lnTo>
                <a:lnTo>
                  <a:pt x="38" y="45"/>
                </a:lnTo>
                <a:lnTo>
                  <a:pt x="38" y="46"/>
                </a:lnTo>
                <a:lnTo>
                  <a:pt x="39" y="46"/>
                </a:lnTo>
                <a:lnTo>
                  <a:pt x="39" y="47"/>
                </a:lnTo>
                <a:lnTo>
                  <a:pt x="38" y="47"/>
                </a:lnTo>
                <a:lnTo>
                  <a:pt x="37" y="47"/>
                </a:lnTo>
                <a:lnTo>
                  <a:pt x="37" y="48"/>
                </a:lnTo>
                <a:lnTo>
                  <a:pt x="36" y="48"/>
                </a:lnTo>
                <a:lnTo>
                  <a:pt x="36" y="49"/>
                </a:lnTo>
                <a:lnTo>
                  <a:pt x="35" y="49"/>
                </a:lnTo>
                <a:lnTo>
                  <a:pt x="34" y="49"/>
                </a:lnTo>
                <a:lnTo>
                  <a:pt x="33" y="48"/>
                </a:lnTo>
                <a:lnTo>
                  <a:pt x="32" y="47"/>
                </a:lnTo>
                <a:lnTo>
                  <a:pt x="33" y="47"/>
                </a:lnTo>
                <a:lnTo>
                  <a:pt x="32" y="47"/>
                </a:lnTo>
                <a:lnTo>
                  <a:pt x="30" y="46"/>
                </a:lnTo>
                <a:lnTo>
                  <a:pt x="29" y="46"/>
                </a:lnTo>
                <a:lnTo>
                  <a:pt x="27" y="46"/>
                </a:lnTo>
                <a:lnTo>
                  <a:pt x="26" y="45"/>
                </a:lnTo>
                <a:lnTo>
                  <a:pt x="25" y="45"/>
                </a:lnTo>
                <a:lnTo>
                  <a:pt x="24" y="45"/>
                </a:lnTo>
                <a:lnTo>
                  <a:pt x="24" y="46"/>
                </a:lnTo>
                <a:lnTo>
                  <a:pt x="23" y="46"/>
                </a:lnTo>
                <a:lnTo>
                  <a:pt x="22" y="46"/>
                </a:lnTo>
                <a:lnTo>
                  <a:pt x="21" y="46"/>
                </a:lnTo>
                <a:lnTo>
                  <a:pt x="21" y="47"/>
                </a:lnTo>
                <a:lnTo>
                  <a:pt x="21" y="46"/>
                </a:lnTo>
                <a:lnTo>
                  <a:pt x="21" y="45"/>
                </a:lnTo>
                <a:lnTo>
                  <a:pt x="20" y="46"/>
                </a:lnTo>
                <a:lnTo>
                  <a:pt x="19" y="45"/>
                </a:lnTo>
                <a:lnTo>
                  <a:pt x="19" y="44"/>
                </a:lnTo>
                <a:lnTo>
                  <a:pt x="19" y="43"/>
                </a:lnTo>
                <a:lnTo>
                  <a:pt x="20" y="43"/>
                </a:lnTo>
                <a:lnTo>
                  <a:pt x="19" y="43"/>
                </a:lnTo>
                <a:lnTo>
                  <a:pt x="19" y="42"/>
                </a:lnTo>
                <a:lnTo>
                  <a:pt x="18" y="42"/>
                </a:lnTo>
                <a:lnTo>
                  <a:pt x="18" y="41"/>
                </a:lnTo>
                <a:lnTo>
                  <a:pt x="19" y="41"/>
                </a:lnTo>
                <a:lnTo>
                  <a:pt x="19" y="40"/>
                </a:lnTo>
                <a:lnTo>
                  <a:pt x="19" y="39"/>
                </a:lnTo>
                <a:lnTo>
                  <a:pt x="16" y="39"/>
                </a:lnTo>
                <a:lnTo>
                  <a:pt x="16" y="40"/>
                </a:lnTo>
                <a:lnTo>
                  <a:pt x="15" y="41"/>
                </a:lnTo>
                <a:lnTo>
                  <a:pt x="14" y="41"/>
                </a:lnTo>
                <a:lnTo>
                  <a:pt x="14" y="40"/>
                </a:lnTo>
                <a:lnTo>
                  <a:pt x="13" y="40"/>
                </a:lnTo>
                <a:lnTo>
                  <a:pt x="13" y="39"/>
                </a:lnTo>
                <a:lnTo>
                  <a:pt x="14" y="39"/>
                </a:lnTo>
                <a:lnTo>
                  <a:pt x="13" y="39"/>
                </a:lnTo>
                <a:lnTo>
                  <a:pt x="13" y="38"/>
                </a:lnTo>
                <a:lnTo>
                  <a:pt x="14" y="38"/>
                </a:lnTo>
                <a:lnTo>
                  <a:pt x="15" y="37"/>
                </a:lnTo>
                <a:lnTo>
                  <a:pt x="16" y="37"/>
                </a:lnTo>
                <a:lnTo>
                  <a:pt x="16" y="36"/>
                </a:lnTo>
                <a:lnTo>
                  <a:pt x="15" y="36"/>
                </a:lnTo>
                <a:lnTo>
                  <a:pt x="16" y="36"/>
                </a:lnTo>
                <a:lnTo>
                  <a:pt x="15" y="35"/>
                </a:lnTo>
                <a:lnTo>
                  <a:pt x="15" y="34"/>
                </a:lnTo>
                <a:lnTo>
                  <a:pt x="14" y="34"/>
                </a:lnTo>
                <a:lnTo>
                  <a:pt x="15" y="34"/>
                </a:lnTo>
                <a:lnTo>
                  <a:pt x="15" y="33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9" y="32"/>
                </a:lnTo>
                <a:lnTo>
                  <a:pt x="18" y="32"/>
                </a:lnTo>
                <a:lnTo>
                  <a:pt x="18" y="31"/>
                </a:lnTo>
                <a:lnTo>
                  <a:pt x="17" y="30"/>
                </a:lnTo>
                <a:lnTo>
                  <a:pt x="17" y="29"/>
                </a:lnTo>
                <a:lnTo>
                  <a:pt x="18" y="29"/>
                </a:lnTo>
                <a:lnTo>
                  <a:pt x="17" y="29"/>
                </a:lnTo>
                <a:lnTo>
                  <a:pt x="17" y="28"/>
                </a:lnTo>
                <a:lnTo>
                  <a:pt x="17" y="27"/>
                </a:lnTo>
                <a:lnTo>
                  <a:pt x="17" y="26"/>
                </a:lnTo>
                <a:lnTo>
                  <a:pt x="16" y="26"/>
                </a:lnTo>
                <a:lnTo>
                  <a:pt x="16" y="25"/>
                </a:lnTo>
                <a:lnTo>
                  <a:pt x="15" y="25"/>
                </a:lnTo>
                <a:lnTo>
                  <a:pt x="14" y="25"/>
                </a:lnTo>
                <a:lnTo>
                  <a:pt x="15" y="25"/>
                </a:lnTo>
                <a:lnTo>
                  <a:pt x="15" y="26"/>
                </a:lnTo>
                <a:lnTo>
                  <a:pt x="15" y="27"/>
                </a:lnTo>
                <a:lnTo>
                  <a:pt x="14" y="27"/>
                </a:lnTo>
                <a:lnTo>
                  <a:pt x="14" y="26"/>
                </a:lnTo>
                <a:lnTo>
                  <a:pt x="13" y="25"/>
                </a:lnTo>
                <a:lnTo>
                  <a:pt x="12" y="25"/>
                </a:lnTo>
                <a:lnTo>
                  <a:pt x="11" y="25"/>
                </a:lnTo>
                <a:lnTo>
                  <a:pt x="10" y="25"/>
                </a:lnTo>
                <a:lnTo>
                  <a:pt x="10" y="24"/>
                </a:lnTo>
                <a:lnTo>
                  <a:pt x="9" y="24"/>
                </a:lnTo>
                <a:lnTo>
                  <a:pt x="9" y="23"/>
                </a:lnTo>
                <a:lnTo>
                  <a:pt x="8" y="23"/>
                </a:lnTo>
                <a:lnTo>
                  <a:pt x="8" y="22"/>
                </a:lnTo>
                <a:lnTo>
                  <a:pt x="7" y="22"/>
                </a:lnTo>
                <a:lnTo>
                  <a:pt x="5" y="21"/>
                </a:lnTo>
                <a:lnTo>
                  <a:pt x="5" y="22"/>
                </a:lnTo>
                <a:lnTo>
                  <a:pt x="4" y="22"/>
                </a:lnTo>
                <a:lnTo>
                  <a:pt x="3" y="21"/>
                </a:lnTo>
                <a:lnTo>
                  <a:pt x="3" y="20"/>
                </a:lnTo>
                <a:lnTo>
                  <a:pt x="3" y="19"/>
                </a:lnTo>
                <a:lnTo>
                  <a:pt x="3" y="17"/>
                </a:lnTo>
                <a:lnTo>
                  <a:pt x="3" y="16"/>
                </a:lnTo>
                <a:lnTo>
                  <a:pt x="3" y="15"/>
                </a:lnTo>
                <a:lnTo>
                  <a:pt x="2" y="15"/>
                </a:lnTo>
                <a:lnTo>
                  <a:pt x="2" y="14"/>
                </a:lnTo>
                <a:lnTo>
                  <a:pt x="1" y="14"/>
                </a:lnTo>
                <a:lnTo>
                  <a:pt x="0" y="14"/>
                </a:lnTo>
                <a:lnTo>
                  <a:pt x="0" y="13"/>
                </a:lnTo>
                <a:lnTo>
                  <a:pt x="1" y="13"/>
                </a:lnTo>
                <a:lnTo>
                  <a:pt x="1" y="12"/>
                </a:lnTo>
                <a:lnTo>
                  <a:pt x="1" y="10"/>
                </a:lnTo>
                <a:lnTo>
                  <a:pt x="2" y="10"/>
                </a:lnTo>
                <a:lnTo>
                  <a:pt x="2" y="9"/>
                </a:lnTo>
                <a:lnTo>
                  <a:pt x="2" y="8"/>
                </a:lnTo>
                <a:lnTo>
                  <a:pt x="2" y="7"/>
                </a:lnTo>
                <a:lnTo>
                  <a:pt x="2" y="6"/>
                </a:lnTo>
                <a:lnTo>
                  <a:pt x="2" y="5"/>
                </a:lnTo>
                <a:lnTo>
                  <a:pt x="3" y="5"/>
                </a:lnTo>
                <a:lnTo>
                  <a:pt x="4" y="5"/>
                </a:lnTo>
                <a:lnTo>
                  <a:pt x="4" y="6"/>
                </a:lnTo>
                <a:lnTo>
                  <a:pt x="7" y="5"/>
                </a:lnTo>
                <a:lnTo>
                  <a:pt x="7" y="4"/>
                </a:lnTo>
                <a:lnTo>
                  <a:pt x="8" y="3"/>
                </a:lnTo>
                <a:lnTo>
                  <a:pt x="10" y="3"/>
                </a:lnTo>
                <a:lnTo>
                  <a:pt x="11" y="3"/>
                </a:lnTo>
                <a:lnTo>
                  <a:pt x="11" y="4"/>
                </a:lnTo>
                <a:lnTo>
                  <a:pt x="12" y="4"/>
                </a:lnTo>
                <a:lnTo>
                  <a:pt x="13" y="4"/>
                </a:lnTo>
                <a:lnTo>
                  <a:pt x="15" y="3"/>
                </a:lnTo>
                <a:lnTo>
                  <a:pt x="16" y="3"/>
                </a:lnTo>
                <a:lnTo>
                  <a:pt x="16" y="4"/>
                </a:lnTo>
                <a:lnTo>
                  <a:pt x="17" y="3"/>
                </a:lnTo>
                <a:lnTo>
                  <a:pt x="18" y="4"/>
                </a:lnTo>
                <a:lnTo>
                  <a:pt x="19" y="4"/>
                </a:lnTo>
                <a:lnTo>
                  <a:pt x="20" y="3"/>
                </a:lnTo>
                <a:lnTo>
                  <a:pt x="21" y="3"/>
                </a:lnTo>
                <a:lnTo>
                  <a:pt x="21" y="5"/>
                </a:lnTo>
                <a:lnTo>
                  <a:pt x="22" y="5"/>
                </a:lnTo>
                <a:lnTo>
                  <a:pt x="23" y="5"/>
                </a:lnTo>
                <a:lnTo>
                  <a:pt x="26" y="5"/>
                </a:lnTo>
                <a:lnTo>
                  <a:pt x="27" y="4"/>
                </a:lnTo>
                <a:lnTo>
                  <a:pt x="27" y="3"/>
                </a:lnTo>
                <a:lnTo>
                  <a:pt x="28" y="3"/>
                </a:lnTo>
                <a:lnTo>
                  <a:pt x="28" y="2"/>
                </a:lnTo>
                <a:lnTo>
                  <a:pt x="29" y="2"/>
                </a:lnTo>
                <a:lnTo>
                  <a:pt x="30" y="2"/>
                </a:lnTo>
                <a:lnTo>
                  <a:pt x="31" y="2"/>
                </a:lnTo>
                <a:lnTo>
                  <a:pt x="31" y="1"/>
                </a:lnTo>
                <a:lnTo>
                  <a:pt x="32" y="1"/>
                </a:lnTo>
                <a:lnTo>
                  <a:pt x="34" y="1"/>
                </a:lnTo>
                <a:lnTo>
                  <a:pt x="35" y="1"/>
                </a:lnTo>
                <a:lnTo>
                  <a:pt x="35" y="2"/>
                </a:lnTo>
                <a:lnTo>
                  <a:pt x="36" y="2"/>
                </a:lnTo>
                <a:lnTo>
                  <a:pt x="37" y="2"/>
                </a:lnTo>
                <a:lnTo>
                  <a:pt x="37" y="1"/>
                </a:lnTo>
                <a:lnTo>
                  <a:pt x="38" y="1"/>
                </a:lnTo>
                <a:lnTo>
                  <a:pt x="39" y="1"/>
                </a:lnTo>
                <a:lnTo>
                  <a:pt x="40" y="1"/>
                </a:lnTo>
                <a:lnTo>
                  <a:pt x="40" y="0"/>
                </a:lnTo>
                <a:lnTo>
                  <a:pt x="41" y="1"/>
                </a:lnTo>
                <a:lnTo>
                  <a:pt x="41" y="2"/>
                </a:lnTo>
                <a:lnTo>
                  <a:pt x="42" y="1"/>
                </a:lnTo>
                <a:close/>
              </a:path>
            </a:pathLst>
          </a:custGeom>
          <a:solidFill>
            <a:srgbClr val="B7D7E9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7" name=""/>
          <p:cNvSpPr/>
          <p:nvPr/>
        </p:nvSpPr>
        <p:spPr>
          <a:xfrm>
            <a:off x="1965600" y="3634920"/>
            <a:ext cx="140760" cy="227160"/>
          </a:xfrm>
          <a:custGeom>
            <a:avLst/>
            <a:gdLst/>
            <a:ahLst/>
            <a:rect l="0" t="0" r="r" b="b"/>
            <a:pathLst>
              <a:path w="391" h="631">
                <a:moveTo>
                  <a:pt x="353" y="1"/>
                </a:moveTo>
                <a:lnTo>
                  <a:pt x="353" y="2"/>
                </a:lnTo>
                <a:lnTo>
                  <a:pt x="354" y="3"/>
                </a:lnTo>
                <a:lnTo>
                  <a:pt x="355" y="3"/>
                </a:lnTo>
                <a:lnTo>
                  <a:pt x="355" y="4"/>
                </a:lnTo>
                <a:lnTo>
                  <a:pt x="355" y="5"/>
                </a:lnTo>
                <a:lnTo>
                  <a:pt x="356" y="5"/>
                </a:lnTo>
                <a:lnTo>
                  <a:pt x="356" y="6"/>
                </a:lnTo>
                <a:lnTo>
                  <a:pt x="356" y="7"/>
                </a:lnTo>
                <a:lnTo>
                  <a:pt x="357" y="9"/>
                </a:lnTo>
                <a:lnTo>
                  <a:pt x="358" y="10"/>
                </a:lnTo>
                <a:lnTo>
                  <a:pt x="359" y="11"/>
                </a:lnTo>
                <a:lnTo>
                  <a:pt x="359" y="12"/>
                </a:lnTo>
                <a:lnTo>
                  <a:pt x="359" y="13"/>
                </a:lnTo>
                <a:lnTo>
                  <a:pt x="360" y="13"/>
                </a:lnTo>
                <a:lnTo>
                  <a:pt x="360" y="14"/>
                </a:lnTo>
                <a:lnTo>
                  <a:pt x="361" y="14"/>
                </a:lnTo>
                <a:lnTo>
                  <a:pt x="362" y="15"/>
                </a:lnTo>
                <a:lnTo>
                  <a:pt x="363" y="15"/>
                </a:lnTo>
                <a:lnTo>
                  <a:pt x="363" y="14"/>
                </a:lnTo>
                <a:lnTo>
                  <a:pt x="364" y="14"/>
                </a:lnTo>
                <a:lnTo>
                  <a:pt x="364" y="15"/>
                </a:lnTo>
                <a:lnTo>
                  <a:pt x="365" y="15"/>
                </a:lnTo>
                <a:lnTo>
                  <a:pt x="365" y="16"/>
                </a:lnTo>
                <a:lnTo>
                  <a:pt x="366" y="16"/>
                </a:lnTo>
                <a:lnTo>
                  <a:pt x="366" y="17"/>
                </a:lnTo>
                <a:lnTo>
                  <a:pt x="365" y="17"/>
                </a:lnTo>
                <a:lnTo>
                  <a:pt x="365" y="18"/>
                </a:lnTo>
                <a:lnTo>
                  <a:pt x="365" y="19"/>
                </a:lnTo>
                <a:lnTo>
                  <a:pt x="365" y="20"/>
                </a:lnTo>
                <a:lnTo>
                  <a:pt x="366" y="20"/>
                </a:lnTo>
                <a:lnTo>
                  <a:pt x="367" y="21"/>
                </a:lnTo>
                <a:lnTo>
                  <a:pt x="367" y="22"/>
                </a:lnTo>
                <a:lnTo>
                  <a:pt x="366" y="22"/>
                </a:lnTo>
                <a:lnTo>
                  <a:pt x="366" y="23"/>
                </a:lnTo>
                <a:lnTo>
                  <a:pt x="366" y="24"/>
                </a:lnTo>
                <a:lnTo>
                  <a:pt x="365" y="26"/>
                </a:lnTo>
                <a:lnTo>
                  <a:pt x="365" y="27"/>
                </a:lnTo>
                <a:lnTo>
                  <a:pt x="364" y="28"/>
                </a:lnTo>
                <a:lnTo>
                  <a:pt x="364" y="29"/>
                </a:lnTo>
                <a:lnTo>
                  <a:pt x="365" y="30"/>
                </a:lnTo>
                <a:lnTo>
                  <a:pt x="366" y="30"/>
                </a:lnTo>
                <a:lnTo>
                  <a:pt x="366" y="31"/>
                </a:lnTo>
                <a:lnTo>
                  <a:pt x="367" y="31"/>
                </a:lnTo>
                <a:lnTo>
                  <a:pt x="367" y="32"/>
                </a:lnTo>
                <a:lnTo>
                  <a:pt x="366" y="32"/>
                </a:lnTo>
                <a:lnTo>
                  <a:pt x="366" y="33"/>
                </a:lnTo>
                <a:lnTo>
                  <a:pt x="366" y="34"/>
                </a:lnTo>
                <a:lnTo>
                  <a:pt x="367" y="34"/>
                </a:lnTo>
                <a:lnTo>
                  <a:pt x="367" y="35"/>
                </a:lnTo>
                <a:lnTo>
                  <a:pt x="367" y="36"/>
                </a:lnTo>
                <a:lnTo>
                  <a:pt x="367" y="37"/>
                </a:lnTo>
                <a:lnTo>
                  <a:pt x="367" y="38"/>
                </a:lnTo>
                <a:lnTo>
                  <a:pt x="367" y="39"/>
                </a:lnTo>
                <a:lnTo>
                  <a:pt x="368" y="39"/>
                </a:lnTo>
                <a:lnTo>
                  <a:pt x="369" y="39"/>
                </a:lnTo>
                <a:lnTo>
                  <a:pt x="371" y="39"/>
                </a:lnTo>
                <a:lnTo>
                  <a:pt x="372" y="39"/>
                </a:lnTo>
                <a:lnTo>
                  <a:pt x="373" y="39"/>
                </a:lnTo>
                <a:lnTo>
                  <a:pt x="374" y="39"/>
                </a:lnTo>
                <a:lnTo>
                  <a:pt x="375" y="40"/>
                </a:lnTo>
                <a:lnTo>
                  <a:pt x="374" y="40"/>
                </a:lnTo>
                <a:lnTo>
                  <a:pt x="375" y="40"/>
                </a:lnTo>
                <a:lnTo>
                  <a:pt x="375" y="41"/>
                </a:lnTo>
                <a:lnTo>
                  <a:pt x="376" y="41"/>
                </a:lnTo>
                <a:lnTo>
                  <a:pt x="377" y="40"/>
                </a:lnTo>
                <a:lnTo>
                  <a:pt x="378" y="39"/>
                </a:lnTo>
                <a:lnTo>
                  <a:pt x="379" y="39"/>
                </a:lnTo>
                <a:lnTo>
                  <a:pt x="380" y="39"/>
                </a:lnTo>
                <a:lnTo>
                  <a:pt x="381" y="39"/>
                </a:lnTo>
                <a:lnTo>
                  <a:pt x="382" y="40"/>
                </a:lnTo>
                <a:lnTo>
                  <a:pt x="382" y="41"/>
                </a:lnTo>
                <a:lnTo>
                  <a:pt x="383" y="41"/>
                </a:lnTo>
                <a:lnTo>
                  <a:pt x="384" y="41"/>
                </a:lnTo>
                <a:lnTo>
                  <a:pt x="385" y="41"/>
                </a:lnTo>
                <a:lnTo>
                  <a:pt x="386" y="40"/>
                </a:lnTo>
                <a:lnTo>
                  <a:pt x="387" y="40"/>
                </a:lnTo>
                <a:lnTo>
                  <a:pt x="387" y="41"/>
                </a:lnTo>
                <a:lnTo>
                  <a:pt x="388" y="41"/>
                </a:lnTo>
                <a:lnTo>
                  <a:pt x="388" y="42"/>
                </a:lnTo>
                <a:lnTo>
                  <a:pt x="388" y="43"/>
                </a:lnTo>
                <a:lnTo>
                  <a:pt x="387" y="43"/>
                </a:lnTo>
                <a:lnTo>
                  <a:pt x="387" y="44"/>
                </a:lnTo>
                <a:lnTo>
                  <a:pt x="387" y="45"/>
                </a:lnTo>
                <a:lnTo>
                  <a:pt x="386" y="46"/>
                </a:lnTo>
                <a:lnTo>
                  <a:pt x="385" y="46"/>
                </a:lnTo>
                <a:lnTo>
                  <a:pt x="385" y="47"/>
                </a:lnTo>
                <a:lnTo>
                  <a:pt x="385" y="48"/>
                </a:lnTo>
                <a:lnTo>
                  <a:pt x="384" y="48"/>
                </a:lnTo>
                <a:lnTo>
                  <a:pt x="383" y="49"/>
                </a:lnTo>
                <a:lnTo>
                  <a:pt x="382" y="50"/>
                </a:lnTo>
                <a:lnTo>
                  <a:pt x="381" y="50"/>
                </a:lnTo>
                <a:lnTo>
                  <a:pt x="380" y="51"/>
                </a:lnTo>
                <a:lnTo>
                  <a:pt x="379" y="51"/>
                </a:lnTo>
                <a:lnTo>
                  <a:pt x="378" y="51"/>
                </a:lnTo>
                <a:lnTo>
                  <a:pt x="377" y="52"/>
                </a:lnTo>
                <a:lnTo>
                  <a:pt x="375" y="52"/>
                </a:lnTo>
                <a:lnTo>
                  <a:pt x="374" y="52"/>
                </a:lnTo>
                <a:lnTo>
                  <a:pt x="374" y="51"/>
                </a:lnTo>
                <a:lnTo>
                  <a:pt x="373" y="51"/>
                </a:lnTo>
                <a:lnTo>
                  <a:pt x="372" y="51"/>
                </a:lnTo>
                <a:lnTo>
                  <a:pt x="371" y="51"/>
                </a:lnTo>
                <a:lnTo>
                  <a:pt x="371" y="52"/>
                </a:lnTo>
                <a:lnTo>
                  <a:pt x="370" y="52"/>
                </a:lnTo>
                <a:lnTo>
                  <a:pt x="369" y="52"/>
                </a:lnTo>
                <a:lnTo>
                  <a:pt x="368" y="52"/>
                </a:lnTo>
                <a:lnTo>
                  <a:pt x="368" y="53"/>
                </a:lnTo>
                <a:lnTo>
                  <a:pt x="367" y="53"/>
                </a:lnTo>
                <a:lnTo>
                  <a:pt x="366" y="53"/>
                </a:lnTo>
                <a:lnTo>
                  <a:pt x="366" y="54"/>
                </a:lnTo>
                <a:lnTo>
                  <a:pt x="365" y="54"/>
                </a:lnTo>
                <a:lnTo>
                  <a:pt x="364" y="53"/>
                </a:lnTo>
                <a:lnTo>
                  <a:pt x="364" y="52"/>
                </a:lnTo>
                <a:lnTo>
                  <a:pt x="363" y="52"/>
                </a:lnTo>
                <a:lnTo>
                  <a:pt x="363" y="53"/>
                </a:lnTo>
                <a:lnTo>
                  <a:pt x="362" y="54"/>
                </a:lnTo>
                <a:lnTo>
                  <a:pt x="361" y="54"/>
                </a:lnTo>
                <a:lnTo>
                  <a:pt x="361" y="55"/>
                </a:lnTo>
                <a:lnTo>
                  <a:pt x="361" y="56"/>
                </a:lnTo>
                <a:lnTo>
                  <a:pt x="361" y="57"/>
                </a:lnTo>
                <a:lnTo>
                  <a:pt x="360" y="56"/>
                </a:lnTo>
                <a:lnTo>
                  <a:pt x="359" y="56"/>
                </a:lnTo>
                <a:lnTo>
                  <a:pt x="359" y="57"/>
                </a:lnTo>
                <a:lnTo>
                  <a:pt x="360" y="57"/>
                </a:lnTo>
                <a:lnTo>
                  <a:pt x="359" y="57"/>
                </a:lnTo>
                <a:lnTo>
                  <a:pt x="358" y="57"/>
                </a:lnTo>
                <a:lnTo>
                  <a:pt x="357" y="57"/>
                </a:lnTo>
                <a:lnTo>
                  <a:pt x="356" y="57"/>
                </a:lnTo>
                <a:lnTo>
                  <a:pt x="355" y="57"/>
                </a:lnTo>
                <a:lnTo>
                  <a:pt x="355" y="58"/>
                </a:lnTo>
                <a:lnTo>
                  <a:pt x="354" y="58"/>
                </a:lnTo>
                <a:lnTo>
                  <a:pt x="353" y="58"/>
                </a:lnTo>
                <a:lnTo>
                  <a:pt x="353" y="59"/>
                </a:lnTo>
                <a:lnTo>
                  <a:pt x="352" y="59"/>
                </a:lnTo>
                <a:lnTo>
                  <a:pt x="351" y="58"/>
                </a:lnTo>
                <a:lnTo>
                  <a:pt x="351" y="57"/>
                </a:lnTo>
                <a:lnTo>
                  <a:pt x="350" y="57"/>
                </a:lnTo>
                <a:lnTo>
                  <a:pt x="349" y="57"/>
                </a:lnTo>
                <a:lnTo>
                  <a:pt x="348" y="57"/>
                </a:lnTo>
                <a:lnTo>
                  <a:pt x="347" y="57"/>
                </a:lnTo>
                <a:lnTo>
                  <a:pt x="347" y="58"/>
                </a:lnTo>
                <a:lnTo>
                  <a:pt x="347" y="57"/>
                </a:lnTo>
                <a:lnTo>
                  <a:pt x="346" y="57"/>
                </a:lnTo>
                <a:lnTo>
                  <a:pt x="346" y="58"/>
                </a:lnTo>
                <a:lnTo>
                  <a:pt x="346" y="59"/>
                </a:lnTo>
                <a:lnTo>
                  <a:pt x="347" y="60"/>
                </a:lnTo>
                <a:lnTo>
                  <a:pt x="347" y="61"/>
                </a:lnTo>
                <a:lnTo>
                  <a:pt x="347" y="62"/>
                </a:lnTo>
                <a:lnTo>
                  <a:pt x="348" y="63"/>
                </a:lnTo>
                <a:lnTo>
                  <a:pt x="348" y="64"/>
                </a:lnTo>
                <a:lnTo>
                  <a:pt x="348" y="65"/>
                </a:lnTo>
                <a:lnTo>
                  <a:pt x="349" y="65"/>
                </a:lnTo>
                <a:lnTo>
                  <a:pt x="349" y="66"/>
                </a:lnTo>
                <a:lnTo>
                  <a:pt x="349" y="67"/>
                </a:lnTo>
                <a:lnTo>
                  <a:pt x="348" y="67"/>
                </a:lnTo>
                <a:lnTo>
                  <a:pt x="348" y="68"/>
                </a:lnTo>
                <a:lnTo>
                  <a:pt x="348" y="69"/>
                </a:lnTo>
                <a:lnTo>
                  <a:pt x="347" y="69"/>
                </a:lnTo>
                <a:lnTo>
                  <a:pt x="346" y="70"/>
                </a:lnTo>
                <a:lnTo>
                  <a:pt x="345" y="70"/>
                </a:lnTo>
                <a:lnTo>
                  <a:pt x="344" y="71"/>
                </a:lnTo>
                <a:lnTo>
                  <a:pt x="343" y="70"/>
                </a:lnTo>
                <a:lnTo>
                  <a:pt x="343" y="69"/>
                </a:lnTo>
                <a:lnTo>
                  <a:pt x="343" y="68"/>
                </a:lnTo>
                <a:lnTo>
                  <a:pt x="342" y="67"/>
                </a:lnTo>
                <a:lnTo>
                  <a:pt x="342" y="66"/>
                </a:lnTo>
                <a:lnTo>
                  <a:pt x="341" y="66"/>
                </a:lnTo>
                <a:lnTo>
                  <a:pt x="341" y="65"/>
                </a:lnTo>
                <a:lnTo>
                  <a:pt x="340" y="65"/>
                </a:lnTo>
                <a:lnTo>
                  <a:pt x="339" y="65"/>
                </a:lnTo>
                <a:lnTo>
                  <a:pt x="338" y="65"/>
                </a:lnTo>
                <a:lnTo>
                  <a:pt x="338" y="66"/>
                </a:lnTo>
                <a:lnTo>
                  <a:pt x="338" y="67"/>
                </a:lnTo>
                <a:lnTo>
                  <a:pt x="338" y="69"/>
                </a:lnTo>
                <a:lnTo>
                  <a:pt x="338" y="70"/>
                </a:lnTo>
                <a:lnTo>
                  <a:pt x="338" y="71"/>
                </a:lnTo>
                <a:lnTo>
                  <a:pt x="337" y="71"/>
                </a:lnTo>
                <a:lnTo>
                  <a:pt x="337" y="72"/>
                </a:lnTo>
                <a:lnTo>
                  <a:pt x="337" y="73"/>
                </a:lnTo>
                <a:lnTo>
                  <a:pt x="336" y="73"/>
                </a:lnTo>
                <a:lnTo>
                  <a:pt x="336" y="74"/>
                </a:lnTo>
                <a:lnTo>
                  <a:pt x="334" y="74"/>
                </a:lnTo>
                <a:lnTo>
                  <a:pt x="333" y="74"/>
                </a:lnTo>
                <a:lnTo>
                  <a:pt x="332" y="74"/>
                </a:lnTo>
                <a:lnTo>
                  <a:pt x="332" y="75"/>
                </a:lnTo>
                <a:lnTo>
                  <a:pt x="332" y="76"/>
                </a:lnTo>
                <a:lnTo>
                  <a:pt x="333" y="76"/>
                </a:lnTo>
                <a:lnTo>
                  <a:pt x="334" y="76"/>
                </a:lnTo>
                <a:lnTo>
                  <a:pt x="335" y="76"/>
                </a:lnTo>
                <a:lnTo>
                  <a:pt x="336" y="76"/>
                </a:lnTo>
                <a:lnTo>
                  <a:pt x="339" y="77"/>
                </a:lnTo>
                <a:lnTo>
                  <a:pt x="340" y="77"/>
                </a:lnTo>
                <a:lnTo>
                  <a:pt x="341" y="77"/>
                </a:lnTo>
                <a:lnTo>
                  <a:pt x="342" y="77"/>
                </a:lnTo>
                <a:lnTo>
                  <a:pt x="342" y="78"/>
                </a:lnTo>
                <a:lnTo>
                  <a:pt x="343" y="78"/>
                </a:lnTo>
                <a:lnTo>
                  <a:pt x="343" y="79"/>
                </a:lnTo>
                <a:lnTo>
                  <a:pt x="342" y="79"/>
                </a:lnTo>
                <a:lnTo>
                  <a:pt x="342" y="80"/>
                </a:lnTo>
                <a:lnTo>
                  <a:pt x="343" y="81"/>
                </a:lnTo>
                <a:lnTo>
                  <a:pt x="343" y="82"/>
                </a:lnTo>
                <a:lnTo>
                  <a:pt x="343" y="83"/>
                </a:lnTo>
                <a:lnTo>
                  <a:pt x="344" y="83"/>
                </a:lnTo>
                <a:lnTo>
                  <a:pt x="344" y="84"/>
                </a:lnTo>
                <a:lnTo>
                  <a:pt x="344" y="85"/>
                </a:lnTo>
                <a:lnTo>
                  <a:pt x="345" y="85"/>
                </a:lnTo>
                <a:lnTo>
                  <a:pt x="346" y="84"/>
                </a:lnTo>
                <a:lnTo>
                  <a:pt x="347" y="84"/>
                </a:lnTo>
                <a:lnTo>
                  <a:pt x="347" y="85"/>
                </a:lnTo>
                <a:lnTo>
                  <a:pt x="348" y="85"/>
                </a:lnTo>
                <a:lnTo>
                  <a:pt x="348" y="86"/>
                </a:lnTo>
                <a:lnTo>
                  <a:pt x="349" y="86"/>
                </a:lnTo>
                <a:lnTo>
                  <a:pt x="351" y="86"/>
                </a:lnTo>
                <a:lnTo>
                  <a:pt x="352" y="86"/>
                </a:lnTo>
                <a:lnTo>
                  <a:pt x="353" y="86"/>
                </a:lnTo>
                <a:lnTo>
                  <a:pt x="353" y="87"/>
                </a:lnTo>
                <a:lnTo>
                  <a:pt x="354" y="87"/>
                </a:lnTo>
                <a:lnTo>
                  <a:pt x="355" y="87"/>
                </a:lnTo>
                <a:lnTo>
                  <a:pt x="356" y="87"/>
                </a:lnTo>
                <a:lnTo>
                  <a:pt x="357" y="86"/>
                </a:lnTo>
                <a:lnTo>
                  <a:pt x="358" y="86"/>
                </a:lnTo>
                <a:lnTo>
                  <a:pt x="359" y="86"/>
                </a:lnTo>
                <a:lnTo>
                  <a:pt x="359" y="85"/>
                </a:lnTo>
                <a:lnTo>
                  <a:pt x="360" y="85"/>
                </a:lnTo>
                <a:lnTo>
                  <a:pt x="360" y="86"/>
                </a:lnTo>
                <a:lnTo>
                  <a:pt x="361" y="87"/>
                </a:lnTo>
                <a:lnTo>
                  <a:pt x="360" y="87"/>
                </a:lnTo>
                <a:lnTo>
                  <a:pt x="359" y="88"/>
                </a:lnTo>
                <a:lnTo>
                  <a:pt x="358" y="88"/>
                </a:lnTo>
                <a:lnTo>
                  <a:pt x="358" y="89"/>
                </a:lnTo>
                <a:lnTo>
                  <a:pt x="359" y="90"/>
                </a:lnTo>
                <a:lnTo>
                  <a:pt x="359" y="91"/>
                </a:lnTo>
                <a:lnTo>
                  <a:pt x="360" y="90"/>
                </a:lnTo>
                <a:lnTo>
                  <a:pt x="360" y="91"/>
                </a:lnTo>
                <a:lnTo>
                  <a:pt x="360" y="92"/>
                </a:lnTo>
                <a:lnTo>
                  <a:pt x="360" y="91"/>
                </a:lnTo>
                <a:lnTo>
                  <a:pt x="361" y="91"/>
                </a:lnTo>
                <a:lnTo>
                  <a:pt x="362" y="91"/>
                </a:lnTo>
                <a:lnTo>
                  <a:pt x="362" y="90"/>
                </a:lnTo>
                <a:lnTo>
                  <a:pt x="363" y="90"/>
                </a:lnTo>
                <a:lnTo>
                  <a:pt x="364" y="90"/>
                </a:lnTo>
                <a:lnTo>
                  <a:pt x="365" y="90"/>
                </a:lnTo>
                <a:lnTo>
                  <a:pt x="365" y="89"/>
                </a:lnTo>
                <a:lnTo>
                  <a:pt x="366" y="90"/>
                </a:lnTo>
                <a:lnTo>
                  <a:pt x="366" y="91"/>
                </a:lnTo>
                <a:lnTo>
                  <a:pt x="367" y="91"/>
                </a:lnTo>
                <a:lnTo>
                  <a:pt x="368" y="91"/>
                </a:lnTo>
                <a:lnTo>
                  <a:pt x="369" y="91"/>
                </a:lnTo>
                <a:lnTo>
                  <a:pt x="369" y="90"/>
                </a:lnTo>
                <a:lnTo>
                  <a:pt x="370" y="90"/>
                </a:lnTo>
                <a:lnTo>
                  <a:pt x="371" y="91"/>
                </a:lnTo>
                <a:lnTo>
                  <a:pt x="372" y="90"/>
                </a:lnTo>
                <a:lnTo>
                  <a:pt x="373" y="90"/>
                </a:lnTo>
                <a:lnTo>
                  <a:pt x="374" y="90"/>
                </a:lnTo>
                <a:lnTo>
                  <a:pt x="375" y="90"/>
                </a:lnTo>
                <a:lnTo>
                  <a:pt x="376" y="90"/>
                </a:lnTo>
                <a:lnTo>
                  <a:pt x="376" y="91"/>
                </a:lnTo>
                <a:lnTo>
                  <a:pt x="376" y="92"/>
                </a:lnTo>
                <a:lnTo>
                  <a:pt x="376" y="93"/>
                </a:lnTo>
                <a:lnTo>
                  <a:pt x="377" y="94"/>
                </a:lnTo>
                <a:lnTo>
                  <a:pt x="376" y="94"/>
                </a:lnTo>
                <a:lnTo>
                  <a:pt x="375" y="94"/>
                </a:lnTo>
                <a:lnTo>
                  <a:pt x="375" y="95"/>
                </a:lnTo>
                <a:lnTo>
                  <a:pt x="376" y="96"/>
                </a:lnTo>
                <a:lnTo>
                  <a:pt x="376" y="97"/>
                </a:lnTo>
                <a:lnTo>
                  <a:pt x="376" y="98"/>
                </a:lnTo>
                <a:lnTo>
                  <a:pt x="377" y="98"/>
                </a:lnTo>
                <a:lnTo>
                  <a:pt x="377" y="99"/>
                </a:lnTo>
                <a:lnTo>
                  <a:pt x="378" y="99"/>
                </a:lnTo>
                <a:lnTo>
                  <a:pt x="377" y="100"/>
                </a:lnTo>
                <a:lnTo>
                  <a:pt x="377" y="101"/>
                </a:lnTo>
                <a:lnTo>
                  <a:pt x="377" y="102"/>
                </a:lnTo>
                <a:lnTo>
                  <a:pt x="377" y="103"/>
                </a:lnTo>
                <a:lnTo>
                  <a:pt x="377" y="104"/>
                </a:lnTo>
                <a:lnTo>
                  <a:pt x="377" y="105"/>
                </a:lnTo>
                <a:lnTo>
                  <a:pt x="377" y="106"/>
                </a:lnTo>
                <a:lnTo>
                  <a:pt x="376" y="106"/>
                </a:lnTo>
                <a:lnTo>
                  <a:pt x="377" y="107"/>
                </a:lnTo>
                <a:lnTo>
                  <a:pt x="376" y="108"/>
                </a:lnTo>
                <a:lnTo>
                  <a:pt x="377" y="109"/>
                </a:lnTo>
                <a:lnTo>
                  <a:pt x="376" y="110"/>
                </a:lnTo>
                <a:lnTo>
                  <a:pt x="376" y="111"/>
                </a:lnTo>
                <a:lnTo>
                  <a:pt x="377" y="111"/>
                </a:lnTo>
                <a:lnTo>
                  <a:pt x="376" y="111"/>
                </a:lnTo>
                <a:lnTo>
                  <a:pt x="376" y="112"/>
                </a:lnTo>
                <a:lnTo>
                  <a:pt x="376" y="113"/>
                </a:lnTo>
                <a:lnTo>
                  <a:pt x="377" y="113"/>
                </a:lnTo>
                <a:lnTo>
                  <a:pt x="377" y="114"/>
                </a:lnTo>
                <a:lnTo>
                  <a:pt x="378" y="114"/>
                </a:lnTo>
                <a:lnTo>
                  <a:pt x="378" y="115"/>
                </a:lnTo>
                <a:lnTo>
                  <a:pt x="378" y="116"/>
                </a:lnTo>
                <a:lnTo>
                  <a:pt x="379" y="116"/>
                </a:lnTo>
                <a:lnTo>
                  <a:pt x="379" y="117"/>
                </a:lnTo>
                <a:lnTo>
                  <a:pt x="380" y="117"/>
                </a:lnTo>
                <a:lnTo>
                  <a:pt x="381" y="116"/>
                </a:lnTo>
                <a:lnTo>
                  <a:pt x="382" y="116"/>
                </a:lnTo>
                <a:lnTo>
                  <a:pt x="383" y="117"/>
                </a:lnTo>
                <a:lnTo>
                  <a:pt x="384" y="117"/>
                </a:lnTo>
                <a:lnTo>
                  <a:pt x="385" y="117"/>
                </a:lnTo>
                <a:lnTo>
                  <a:pt x="385" y="118"/>
                </a:lnTo>
                <a:lnTo>
                  <a:pt x="386" y="118"/>
                </a:lnTo>
                <a:lnTo>
                  <a:pt x="385" y="118"/>
                </a:lnTo>
                <a:lnTo>
                  <a:pt x="386" y="119"/>
                </a:lnTo>
                <a:lnTo>
                  <a:pt x="386" y="120"/>
                </a:lnTo>
                <a:lnTo>
                  <a:pt x="386" y="121"/>
                </a:lnTo>
                <a:lnTo>
                  <a:pt x="388" y="121"/>
                </a:lnTo>
                <a:lnTo>
                  <a:pt x="388" y="120"/>
                </a:lnTo>
                <a:lnTo>
                  <a:pt x="390" y="119"/>
                </a:lnTo>
                <a:lnTo>
                  <a:pt x="391" y="120"/>
                </a:lnTo>
                <a:lnTo>
                  <a:pt x="391" y="121"/>
                </a:lnTo>
                <a:lnTo>
                  <a:pt x="391" y="122"/>
                </a:lnTo>
                <a:lnTo>
                  <a:pt x="390" y="122"/>
                </a:lnTo>
                <a:lnTo>
                  <a:pt x="390" y="123"/>
                </a:lnTo>
                <a:lnTo>
                  <a:pt x="390" y="124"/>
                </a:lnTo>
                <a:lnTo>
                  <a:pt x="390" y="125"/>
                </a:lnTo>
                <a:lnTo>
                  <a:pt x="389" y="125"/>
                </a:lnTo>
                <a:lnTo>
                  <a:pt x="389" y="126"/>
                </a:lnTo>
                <a:lnTo>
                  <a:pt x="388" y="126"/>
                </a:lnTo>
                <a:lnTo>
                  <a:pt x="388" y="127"/>
                </a:lnTo>
                <a:lnTo>
                  <a:pt x="388" y="128"/>
                </a:lnTo>
                <a:lnTo>
                  <a:pt x="388" y="129"/>
                </a:lnTo>
                <a:lnTo>
                  <a:pt x="387" y="129"/>
                </a:lnTo>
                <a:lnTo>
                  <a:pt x="386" y="130"/>
                </a:lnTo>
                <a:lnTo>
                  <a:pt x="385" y="130"/>
                </a:lnTo>
                <a:lnTo>
                  <a:pt x="385" y="131"/>
                </a:lnTo>
                <a:lnTo>
                  <a:pt x="385" y="132"/>
                </a:lnTo>
                <a:lnTo>
                  <a:pt x="385" y="133"/>
                </a:lnTo>
                <a:lnTo>
                  <a:pt x="385" y="134"/>
                </a:lnTo>
                <a:lnTo>
                  <a:pt x="385" y="135"/>
                </a:lnTo>
                <a:lnTo>
                  <a:pt x="384" y="135"/>
                </a:lnTo>
                <a:lnTo>
                  <a:pt x="383" y="136"/>
                </a:lnTo>
                <a:lnTo>
                  <a:pt x="383" y="137"/>
                </a:lnTo>
                <a:lnTo>
                  <a:pt x="383" y="138"/>
                </a:lnTo>
                <a:lnTo>
                  <a:pt x="383" y="139"/>
                </a:lnTo>
                <a:lnTo>
                  <a:pt x="383" y="140"/>
                </a:lnTo>
                <a:lnTo>
                  <a:pt x="382" y="140"/>
                </a:lnTo>
                <a:lnTo>
                  <a:pt x="383" y="141"/>
                </a:lnTo>
                <a:lnTo>
                  <a:pt x="382" y="142"/>
                </a:lnTo>
                <a:lnTo>
                  <a:pt x="383" y="143"/>
                </a:lnTo>
                <a:lnTo>
                  <a:pt x="383" y="144"/>
                </a:lnTo>
                <a:lnTo>
                  <a:pt x="382" y="144"/>
                </a:lnTo>
                <a:lnTo>
                  <a:pt x="382" y="145"/>
                </a:lnTo>
                <a:lnTo>
                  <a:pt x="381" y="145"/>
                </a:lnTo>
                <a:lnTo>
                  <a:pt x="380" y="145"/>
                </a:lnTo>
                <a:lnTo>
                  <a:pt x="380" y="146"/>
                </a:lnTo>
                <a:lnTo>
                  <a:pt x="379" y="146"/>
                </a:lnTo>
                <a:lnTo>
                  <a:pt x="379" y="147"/>
                </a:lnTo>
                <a:lnTo>
                  <a:pt x="379" y="149"/>
                </a:lnTo>
                <a:lnTo>
                  <a:pt x="378" y="150"/>
                </a:lnTo>
                <a:lnTo>
                  <a:pt x="378" y="151"/>
                </a:lnTo>
                <a:lnTo>
                  <a:pt x="379" y="152"/>
                </a:lnTo>
                <a:lnTo>
                  <a:pt x="378" y="153"/>
                </a:lnTo>
                <a:lnTo>
                  <a:pt x="378" y="154"/>
                </a:lnTo>
                <a:lnTo>
                  <a:pt x="377" y="154"/>
                </a:lnTo>
                <a:lnTo>
                  <a:pt x="378" y="155"/>
                </a:lnTo>
                <a:lnTo>
                  <a:pt x="379" y="155"/>
                </a:lnTo>
                <a:lnTo>
                  <a:pt x="380" y="155"/>
                </a:lnTo>
                <a:lnTo>
                  <a:pt x="381" y="156"/>
                </a:lnTo>
                <a:lnTo>
                  <a:pt x="382" y="156"/>
                </a:lnTo>
                <a:lnTo>
                  <a:pt x="383" y="156"/>
                </a:lnTo>
                <a:lnTo>
                  <a:pt x="383" y="157"/>
                </a:lnTo>
                <a:lnTo>
                  <a:pt x="382" y="158"/>
                </a:lnTo>
                <a:lnTo>
                  <a:pt x="383" y="158"/>
                </a:lnTo>
                <a:lnTo>
                  <a:pt x="382" y="159"/>
                </a:lnTo>
                <a:lnTo>
                  <a:pt x="382" y="160"/>
                </a:lnTo>
                <a:lnTo>
                  <a:pt x="381" y="159"/>
                </a:lnTo>
                <a:lnTo>
                  <a:pt x="380" y="159"/>
                </a:lnTo>
                <a:lnTo>
                  <a:pt x="380" y="160"/>
                </a:lnTo>
                <a:lnTo>
                  <a:pt x="380" y="161"/>
                </a:lnTo>
                <a:lnTo>
                  <a:pt x="379" y="161"/>
                </a:lnTo>
                <a:lnTo>
                  <a:pt x="378" y="161"/>
                </a:lnTo>
                <a:lnTo>
                  <a:pt x="377" y="161"/>
                </a:lnTo>
                <a:lnTo>
                  <a:pt x="377" y="160"/>
                </a:lnTo>
                <a:lnTo>
                  <a:pt x="377" y="161"/>
                </a:lnTo>
                <a:lnTo>
                  <a:pt x="376" y="161"/>
                </a:lnTo>
                <a:lnTo>
                  <a:pt x="375" y="161"/>
                </a:lnTo>
                <a:lnTo>
                  <a:pt x="374" y="162"/>
                </a:lnTo>
                <a:lnTo>
                  <a:pt x="374" y="163"/>
                </a:lnTo>
                <a:lnTo>
                  <a:pt x="374" y="164"/>
                </a:lnTo>
                <a:lnTo>
                  <a:pt x="372" y="164"/>
                </a:lnTo>
                <a:lnTo>
                  <a:pt x="372" y="165"/>
                </a:lnTo>
                <a:lnTo>
                  <a:pt x="373" y="165"/>
                </a:lnTo>
                <a:lnTo>
                  <a:pt x="373" y="166"/>
                </a:lnTo>
                <a:lnTo>
                  <a:pt x="373" y="167"/>
                </a:lnTo>
                <a:lnTo>
                  <a:pt x="373" y="168"/>
                </a:lnTo>
                <a:lnTo>
                  <a:pt x="373" y="169"/>
                </a:lnTo>
                <a:lnTo>
                  <a:pt x="372" y="170"/>
                </a:lnTo>
                <a:lnTo>
                  <a:pt x="372" y="171"/>
                </a:lnTo>
                <a:lnTo>
                  <a:pt x="371" y="171"/>
                </a:lnTo>
                <a:lnTo>
                  <a:pt x="370" y="171"/>
                </a:lnTo>
                <a:lnTo>
                  <a:pt x="369" y="171"/>
                </a:lnTo>
                <a:lnTo>
                  <a:pt x="368" y="171"/>
                </a:lnTo>
                <a:lnTo>
                  <a:pt x="367" y="171"/>
                </a:lnTo>
                <a:lnTo>
                  <a:pt x="366" y="171"/>
                </a:lnTo>
                <a:lnTo>
                  <a:pt x="365" y="171"/>
                </a:lnTo>
                <a:lnTo>
                  <a:pt x="364" y="171"/>
                </a:lnTo>
                <a:lnTo>
                  <a:pt x="363" y="171"/>
                </a:lnTo>
                <a:lnTo>
                  <a:pt x="362" y="172"/>
                </a:lnTo>
                <a:lnTo>
                  <a:pt x="361" y="172"/>
                </a:lnTo>
                <a:lnTo>
                  <a:pt x="360" y="172"/>
                </a:lnTo>
                <a:lnTo>
                  <a:pt x="359" y="172"/>
                </a:lnTo>
                <a:lnTo>
                  <a:pt x="359" y="173"/>
                </a:lnTo>
                <a:lnTo>
                  <a:pt x="359" y="174"/>
                </a:lnTo>
                <a:lnTo>
                  <a:pt x="357" y="174"/>
                </a:lnTo>
                <a:lnTo>
                  <a:pt x="357" y="173"/>
                </a:lnTo>
                <a:lnTo>
                  <a:pt x="356" y="173"/>
                </a:lnTo>
                <a:lnTo>
                  <a:pt x="356" y="172"/>
                </a:lnTo>
                <a:lnTo>
                  <a:pt x="355" y="172"/>
                </a:lnTo>
                <a:lnTo>
                  <a:pt x="355" y="173"/>
                </a:lnTo>
                <a:lnTo>
                  <a:pt x="354" y="173"/>
                </a:lnTo>
                <a:lnTo>
                  <a:pt x="354" y="174"/>
                </a:lnTo>
                <a:lnTo>
                  <a:pt x="353" y="174"/>
                </a:lnTo>
                <a:lnTo>
                  <a:pt x="351" y="174"/>
                </a:lnTo>
                <a:lnTo>
                  <a:pt x="350" y="173"/>
                </a:lnTo>
                <a:lnTo>
                  <a:pt x="350" y="172"/>
                </a:lnTo>
                <a:lnTo>
                  <a:pt x="350" y="171"/>
                </a:lnTo>
                <a:lnTo>
                  <a:pt x="349" y="171"/>
                </a:lnTo>
                <a:lnTo>
                  <a:pt x="349" y="170"/>
                </a:lnTo>
                <a:lnTo>
                  <a:pt x="348" y="170"/>
                </a:lnTo>
                <a:lnTo>
                  <a:pt x="348" y="169"/>
                </a:lnTo>
                <a:lnTo>
                  <a:pt x="347" y="169"/>
                </a:lnTo>
                <a:lnTo>
                  <a:pt x="346" y="169"/>
                </a:lnTo>
                <a:lnTo>
                  <a:pt x="346" y="168"/>
                </a:lnTo>
                <a:lnTo>
                  <a:pt x="345" y="168"/>
                </a:lnTo>
                <a:lnTo>
                  <a:pt x="345" y="166"/>
                </a:lnTo>
                <a:lnTo>
                  <a:pt x="345" y="165"/>
                </a:lnTo>
                <a:lnTo>
                  <a:pt x="344" y="165"/>
                </a:lnTo>
                <a:lnTo>
                  <a:pt x="344" y="166"/>
                </a:lnTo>
                <a:lnTo>
                  <a:pt x="343" y="166"/>
                </a:lnTo>
                <a:lnTo>
                  <a:pt x="342" y="166"/>
                </a:lnTo>
                <a:lnTo>
                  <a:pt x="341" y="166"/>
                </a:lnTo>
                <a:lnTo>
                  <a:pt x="340" y="167"/>
                </a:lnTo>
                <a:lnTo>
                  <a:pt x="340" y="168"/>
                </a:lnTo>
                <a:lnTo>
                  <a:pt x="339" y="169"/>
                </a:lnTo>
                <a:lnTo>
                  <a:pt x="338" y="169"/>
                </a:lnTo>
                <a:lnTo>
                  <a:pt x="337" y="169"/>
                </a:lnTo>
                <a:lnTo>
                  <a:pt x="337" y="168"/>
                </a:lnTo>
                <a:lnTo>
                  <a:pt x="335" y="169"/>
                </a:lnTo>
                <a:lnTo>
                  <a:pt x="334" y="170"/>
                </a:lnTo>
                <a:lnTo>
                  <a:pt x="334" y="171"/>
                </a:lnTo>
                <a:lnTo>
                  <a:pt x="334" y="172"/>
                </a:lnTo>
                <a:lnTo>
                  <a:pt x="333" y="172"/>
                </a:lnTo>
                <a:lnTo>
                  <a:pt x="332" y="172"/>
                </a:lnTo>
                <a:lnTo>
                  <a:pt x="331" y="172"/>
                </a:lnTo>
                <a:lnTo>
                  <a:pt x="330" y="172"/>
                </a:lnTo>
                <a:lnTo>
                  <a:pt x="329" y="173"/>
                </a:lnTo>
                <a:lnTo>
                  <a:pt x="328" y="174"/>
                </a:lnTo>
                <a:lnTo>
                  <a:pt x="327" y="176"/>
                </a:lnTo>
                <a:lnTo>
                  <a:pt x="326" y="176"/>
                </a:lnTo>
                <a:lnTo>
                  <a:pt x="324" y="177"/>
                </a:lnTo>
                <a:lnTo>
                  <a:pt x="324" y="178"/>
                </a:lnTo>
                <a:lnTo>
                  <a:pt x="323" y="179"/>
                </a:lnTo>
                <a:lnTo>
                  <a:pt x="322" y="180"/>
                </a:lnTo>
                <a:lnTo>
                  <a:pt x="321" y="179"/>
                </a:lnTo>
                <a:lnTo>
                  <a:pt x="320" y="179"/>
                </a:lnTo>
                <a:lnTo>
                  <a:pt x="320" y="180"/>
                </a:lnTo>
                <a:lnTo>
                  <a:pt x="319" y="181"/>
                </a:lnTo>
                <a:lnTo>
                  <a:pt x="319" y="183"/>
                </a:lnTo>
                <a:lnTo>
                  <a:pt x="319" y="185"/>
                </a:lnTo>
                <a:lnTo>
                  <a:pt x="320" y="186"/>
                </a:lnTo>
                <a:lnTo>
                  <a:pt x="320" y="188"/>
                </a:lnTo>
                <a:lnTo>
                  <a:pt x="319" y="190"/>
                </a:lnTo>
                <a:lnTo>
                  <a:pt x="320" y="190"/>
                </a:lnTo>
                <a:lnTo>
                  <a:pt x="320" y="191"/>
                </a:lnTo>
                <a:lnTo>
                  <a:pt x="321" y="191"/>
                </a:lnTo>
                <a:lnTo>
                  <a:pt x="321" y="192"/>
                </a:lnTo>
                <a:lnTo>
                  <a:pt x="322" y="192"/>
                </a:lnTo>
                <a:lnTo>
                  <a:pt x="322" y="193"/>
                </a:lnTo>
                <a:lnTo>
                  <a:pt x="322" y="194"/>
                </a:lnTo>
                <a:lnTo>
                  <a:pt x="323" y="194"/>
                </a:lnTo>
                <a:lnTo>
                  <a:pt x="324" y="195"/>
                </a:lnTo>
                <a:lnTo>
                  <a:pt x="325" y="195"/>
                </a:lnTo>
                <a:lnTo>
                  <a:pt x="326" y="195"/>
                </a:lnTo>
                <a:lnTo>
                  <a:pt x="326" y="196"/>
                </a:lnTo>
                <a:lnTo>
                  <a:pt x="327" y="197"/>
                </a:lnTo>
                <a:lnTo>
                  <a:pt x="327" y="198"/>
                </a:lnTo>
                <a:lnTo>
                  <a:pt x="326" y="198"/>
                </a:lnTo>
                <a:lnTo>
                  <a:pt x="325" y="199"/>
                </a:lnTo>
                <a:lnTo>
                  <a:pt x="325" y="200"/>
                </a:lnTo>
                <a:lnTo>
                  <a:pt x="325" y="201"/>
                </a:lnTo>
                <a:lnTo>
                  <a:pt x="325" y="202"/>
                </a:lnTo>
                <a:lnTo>
                  <a:pt x="325" y="203"/>
                </a:lnTo>
                <a:lnTo>
                  <a:pt x="323" y="203"/>
                </a:lnTo>
                <a:lnTo>
                  <a:pt x="322" y="203"/>
                </a:lnTo>
                <a:lnTo>
                  <a:pt x="321" y="204"/>
                </a:lnTo>
                <a:lnTo>
                  <a:pt x="320" y="207"/>
                </a:lnTo>
                <a:lnTo>
                  <a:pt x="320" y="208"/>
                </a:lnTo>
                <a:lnTo>
                  <a:pt x="319" y="209"/>
                </a:lnTo>
                <a:lnTo>
                  <a:pt x="318" y="210"/>
                </a:lnTo>
                <a:lnTo>
                  <a:pt x="318" y="209"/>
                </a:lnTo>
                <a:lnTo>
                  <a:pt x="317" y="209"/>
                </a:lnTo>
                <a:lnTo>
                  <a:pt x="316" y="208"/>
                </a:lnTo>
                <a:lnTo>
                  <a:pt x="315" y="208"/>
                </a:lnTo>
                <a:lnTo>
                  <a:pt x="314" y="208"/>
                </a:lnTo>
                <a:lnTo>
                  <a:pt x="314" y="210"/>
                </a:lnTo>
                <a:lnTo>
                  <a:pt x="314" y="211"/>
                </a:lnTo>
                <a:lnTo>
                  <a:pt x="314" y="212"/>
                </a:lnTo>
                <a:lnTo>
                  <a:pt x="315" y="212"/>
                </a:lnTo>
                <a:lnTo>
                  <a:pt x="315" y="213"/>
                </a:lnTo>
                <a:lnTo>
                  <a:pt x="314" y="213"/>
                </a:lnTo>
                <a:lnTo>
                  <a:pt x="314" y="214"/>
                </a:lnTo>
                <a:lnTo>
                  <a:pt x="313" y="214"/>
                </a:lnTo>
                <a:lnTo>
                  <a:pt x="312" y="215"/>
                </a:lnTo>
                <a:lnTo>
                  <a:pt x="311" y="215"/>
                </a:lnTo>
                <a:lnTo>
                  <a:pt x="309" y="214"/>
                </a:lnTo>
                <a:lnTo>
                  <a:pt x="307" y="214"/>
                </a:lnTo>
                <a:lnTo>
                  <a:pt x="306" y="214"/>
                </a:lnTo>
                <a:lnTo>
                  <a:pt x="306" y="215"/>
                </a:lnTo>
                <a:lnTo>
                  <a:pt x="305" y="216"/>
                </a:lnTo>
                <a:lnTo>
                  <a:pt x="304" y="217"/>
                </a:lnTo>
                <a:lnTo>
                  <a:pt x="304" y="218"/>
                </a:lnTo>
                <a:lnTo>
                  <a:pt x="304" y="219"/>
                </a:lnTo>
                <a:lnTo>
                  <a:pt x="305" y="219"/>
                </a:lnTo>
                <a:lnTo>
                  <a:pt x="305" y="220"/>
                </a:lnTo>
                <a:lnTo>
                  <a:pt x="303" y="222"/>
                </a:lnTo>
                <a:lnTo>
                  <a:pt x="302" y="222"/>
                </a:lnTo>
                <a:lnTo>
                  <a:pt x="301" y="223"/>
                </a:lnTo>
                <a:lnTo>
                  <a:pt x="300" y="224"/>
                </a:lnTo>
                <a:lnTo>
                  <a:pt x="300" y="226"/>
                </a:lnTo>
                <a:lnTo>
                  <a:pt x="300" y="227"/>
                </a:lnTo>
                <a:lnTo>
                  <a:pt x="299" y="228"/>
                </a:lnTo>
                <a:lnTo>
                  <a:pt x="300" y="229"/>
                </a:lnTo>
                <a:lnTo>
                  <a:pt x="300" y="230"/>
                </a:lnTo>
                <a:lnTo>
                  <a:pt x="300" y="231"/>
                </a:lnTo>
                <a:lnTo>
                  <a:pt x="300" y="232"/>
                </a:lnTo>
                <a:lnTo>
                  <a:pt x="301" y="232"/>
                </a:lnTo>
                <a:lnTo>
                  <a:pt x="302" y="232"/>
                </a:lnTo>
                <a:lnTo>
                  <a:pt x="302" y="233"/>
                </a:lnTo>
                <a:lnTo>
                  <a:pt x="303" y="233"/>
                </a:lnTo>
                <a:lnTo>
                  <a:pt x="303" y="234"/>
                </a:lnTo>
                <a:lnTo>
                  <a:pt x="302" y="234"/>
                </a:lnTo>
                <a:lnTo>
                  <a:pt x="301" y="235"/>
                </a:lnTo>
                <a:lnTo>
                  <a:pt x="301" y="236"/>
                </a:lnTo>
                <a:lnTo>
                  <a:pt x="301" y="238"/>
                </a:lnTo>
                <a:lnTo>
                  <a:pt x="300" y="238"/>
                </a:lnTo>
                <a:lnTo>
                  <a:pt x="299" y="237"/>
                </a:lnTo>
                <a:lnTo>
                  <a:pt x="299" y="238"/>
                </a:lnTo>
                <a:lnTo>
                  <a:pt x="298" y="238"/>
                </a:lnTo>
                <a:lnTo>
                  <a:pt x="297" y="242"/>
                </a:lnTo>
                <a:lnTo>
                  <a:pt x="297" y="243"/>
                </a:lnTo>
                <a:lnTo>
                  <a:pt x="298" y="243"/>
                </a:lnTo>
                <a:lnTo>
                  <a:pt x="298" y="244"/>
                </a:lnTo>
                <a:lnTo>
                  <a:pt x="298" y="245"/>
                </a:lnTo>
                <a:lnTo>
                  <a:pt x="299" y="245"/>
                </a:lnTo>
                <a:lnTo>
                  <a:pt x="300" y="246"/>
                </a:lnTo>
                <a:lnTo>
                  <a:pt x="301" y="246"/>
                </a:lnTo>
                <a:lnTo>
                  <a:pt x="301" y="247"/>
                </a:lnTo>
                <a:lnTo>
                  <a:pt x="300" y="248"/>
                </a:lnTo>
                <a:lnTo>
                  <a:pt x="299" y="249"/>
                </a:lnTo>
                <a:lnTo>
                  <a:pt x="299" y="251"/>
                </a:lnTo>
                <a:lnTo>
                  <a:pt x="299" y="252"/>
                </a:lnTo>
                <a:lnTo>
                  <a:pt x="299" y="254"/>
                </a:lnTo>
                <a:lnTo>
                  <a:pt x="299" y="255"/>
                </a:lnTo>
                <a:lnTo>
                  <a:pt x="301" y="256"/>
                </a:lnTo>
                <a:lnTo>
                  <a:pt x="302" y="257"/>
                </a:lnTo>
                <a:lnTo>
                  <a:pt x="303" y="257"/>
                </a:lnTo>
                <a:lnTo>
                  <a:pt x="304" y="257"/>
                </a:lnTo>
                <a:lnTo>
                  <a:pt x="306" y="257"/>
                </a:lnTo>
                <a:lnTo>
                  <a:pt x="308" y="257"/>
                </a:lnTo>
                <a:lnTo>
                  <a:pt x="309" y="257"/>
                </a:lnTo>
                <a:lnTo>
                  <a:pt x="309" y="258"/>
                </a:lnTo>
                <a:lnTo>
                  <a:pt x="310" y="259"/>
                </a:lnTo>
                <a:lnTo>
                  <a:pt x="311" y="260"/>
                </a:lnTo>
                <a:lnTo>
                  <a:pt x="312" y="260"/>
                </a:lnTo>
                <a:lnTo>
                  <a:pt x="313" y="260"/>
                </a:lnTo>
                <a:lnTo>
                  <a:pt x="314" y="260"/>
                </a:lnTo>
                <a:lnTo>
                  <a:pt x="315" y="260"/>
                </a:lnTo>
                <a:lnTo>
                  <a:pt x="315" y="261"/>
                </a:lnTo>
                <a:lnTo>
                  <a:pt x="318" y="263"/>
                </a:lnTo>
                <a:lnTo>
                  <a:pt x="320" y="264"/>
                </a:lnTo>
                <a:lnTo>
                  <a:pt x="321" y="264"/>
                </a:lnTo>
                <a:lnTo>
                  <a:pt x="322" y="264"/>
                </a:lnTo>
                <a:lnTo>
                  <a:pt x="323" y="264"/>
                </a:lnTo>
                <a:lnTo>
                  <a:pt x="324" y="264"/>
                </a:lnTo>
                <a:lnTo>
                  <a:pt x="325" y="264"/>
                </a:lnTo>
                <a:lnTo>
                  <a:pt x="324" y="266"/>
                </a:lnTo>
                <a:lnTo>
                  <a:pt x="323" y="268"/>
                </a:lnTo>
                <a:lnTo>
                  <a:pt x="323" y="269"/>
                </a:lnTo>
                <a:lnTo>
                  <a:pt x="323" y="270"/>
                </a:lnTo>
                <a:lnTo>
                  <a:pt x="324" y="270"/>
                </a:lnTo>
                <a:lnTo>
                  <a:pt x="325" y="271"/>
                </a:lnTo>
                <a:lnTo>
                  <a:pt x="327" y="273"/>
                </a:lnTo>
                <a:lnTo>
                  <a:pt x="329" y="275"/>
                </a:lnTo>
                <a:lnTo>
                  <a:pt x="329" y="280"/>
                </a:lnTo>
                <a:lnTo>
                  <a:pt x="328" y="281"/>
                </a:lnTo>
                <a:lnTo>
                  <a:pt x="328" y="282"/>
                </a:lnTo>
                <a:lnTo>
                  <a:pt x="329" y="282"/>
                </a:lnTo>
                <a:lnTo>
                  <a:pt x="330" y="282"/>
                </a:lnTo>
                <a:lnTo>
                  <a:pt x="331" y="282"/>
                </a:lnTo>
                <a:lnTo>
                  <a:pt x="331" y="283"/>
                </a:lnTo>
                <a:lnTo>
                  <a:pt x="333" y="286"/>
                </a:lnTo>
                <a:lnTo>
                  <a:pt x="333" y="287"/>
                </a:lnTo>
                <a:lnTo>
                  <a:pt x="334" y="289"/>
                </a:lnTo>
                <a:lnTo>
                  <a:pt x="335" y="289"/>
                </a:lnTo>
                <a:lnTo>
                  <a:pt x="336" y="290"/>
                </a:lnTo>
                <a:lnTo>
                  <a:pt x="338" y="293"/>
                </a:lnTo>
                <a:lnTo>
                  <a:pt x="338" y="295"/>
                </a:lnTo>
                <a:lnTo>
                  <a:pt x="337" y="296"/>
                </a:lnTo>
                <a:lnTo>
                  <a:pt x="337" y="300"/>
                </a:lnTo>
                <a:lnTo>
                  <a:pt x="337" y="301"/>
                </a:lnTo>
                <a:lnTo>
                  <a:pt x="338" y="301"/>
                </a:lnTo>
                <a:lnTo>
                  <a:pt x="339" y="301"/>
                </a:lnTo>
                <a:lnTo>
                  <a:pt x="340" y="301"/>
                </a:lnTo>
                <a:lnTo>
                  <a:pt x="341" y="301"/>
                </a:lnTo>
                <a:lnTo>
                  <a:pt x="341" y="302"/>
                </a:lnTo>
                <a:lnTo>
                  <a:pt x="342" y="302"/>
                </a:lnTo>
                <a:lnTo>
                  <a:pt x="342" y="303"/>
                </a:lnTo>
                <a:lnTo>
                  <a:pt x="343" y="303"/>
                </a:lnTo>
                <a:lnTo>
                  <a:pt x="343" y="304"/>
                </a:lnTo>
                <a:lnTo>
                  <a:pt x="344" y="304"/>
                </a:lnTo>
                <a:lnTo>
                  <a:pt x="344" y="305"/>
                </a:lnTo>
                <a:lnTo>
                  <a:pt x="344" y="306"/>
                </a:lnTo>
                <a:lnTo>
                  <a:pt x="344" y="307"/>
                </a:lnTo>
                <a:lnTo>
                  <a:pt x="343" y="308"/>
                </a:lnTo>
                <a:lnTo>
                  <a:pt x="342" y="308"/>
                </a:lnTo>
                <a:lnTo>
                  <a:pt x="341" y="308"/>
                </a:lnTo>
                <a:lnTo>
                  <a:pt x="340" y="308"/>
                </a:lnTo>
                <a:lnTo>
                  <a:pt x="339" y="311"/>
                </a:lnTo>
                <a:lnTo>
                  <a:pt x="340" y="312"/>
                </a:lnTo>
                <a:lnTo>
                  <a:pt x="341" y="311"/>
                </a:lnTo>
                <a:lnTo>
                  <a:pt x="342" y="311"/>
                </a:lnTo>
                <a:lnTo>
                  <a:pt x="343" y="311"/>
                </a:lnTo>
                <a:lnTo>
                  <a:pt x="343" y="310"/>
                </a:lnTo>
                <a:lnTo>
                  <a:pt x="344" y="310"/>
                </a:lnTo>
                <a:lnTo>
                  <a:pt x="345" y="310"/>
                </a:lnTo>
                <a:lnTo>
                  <a:pt x="346" y="311"/>
                </a:lnTo>
                <a:lnTo>
                  <a:pt x="347" y="311"/>
                </a:lnTo>
                <a:lnTo>
                  <a:pt x="348" y="311"/>
                </a:lnTo>
                <a:lnTo>
                  <a:pt x="348" y="312"/>
                </a:lnTo>
                <a:lnTo>
                  <a:pt x="349" y="311"/>
                </a:lnTo>
                <a:lnTo>
                  <a:pt x="349" y="312"/>
                </a:lnTo>
                <a:lnTo>
                  <a:pt x="350" y="312"/>
                </a:lnTo>
                <a:lnTo>
                  <a:pt x="351" y="313"/>
                </a:lnTo>
                <a:lnTo>
                  <a:pt x="352" y="313"/>
                </a:lnTo>
                <a:lnTo>
                  <a:pt x="352" y="314"/>
                </a:lnTo>
                <a:lnTo>
                  <a:pt x="352" y="315"/>
                </a:lnTo>
                <a:lnTo>
                  <a:pt x="353" y="315"/>
                </a:lnTo>
                <a:lnTo>
                  <a:pt x="353" y="316"/>
                </a:lnTo>
                <a:lnTo>
                  <a:pt x="352" y="316"/>
                </a:lnTo>
                <a:lnTo>
                  <a:pt x="352" y="317"/>
                </a:lnTo>
                <a:lnTo>
                  <a:pt x="352" y="318"/>
                </a:lnTo>
                <a:lnTo>
                  <a:pt x="353" y="318"/>
                </a:lnTo>
                <a:lnTo>
                  <a:pt x="352" y="318"/>
                </a:lnTo>
                <a:lnTo>
                  <a:pt x="352" y="319"/>
                </a:lnTo>
                <a:lnTo>
                  <a:pt x="351" y="319"/>
                </a:lnTo>
                <a:lnTo>
                  <a:pt x="350" y="319"/>
                </a:lnTo>
                <a:lnTo>
                  <a:pt x="350" y="320"/>
                </a:lnTo>
                <a:lnTo>
                  <a:pt x="350" y="321"/>
                </a:lnTo>
                <a:lnTo>
                  <a:pt x="351" y="321"/>
                </a:lnTo>
                <a:lnTo>
                  <a:pt x="351" y="322"/>
                </a:lnTo>
                <a:lnTo>
                  <a:pt x="352" y="322"/>
                </a:lnTo>
                <a:lnTo>
                  <a:pt x="352" y="323"/>
                </a:lnTo>
                <a:lnTo>
                  <a:pt x="351" y="323"/>
                </a:lnTo>
                <a:lnTo>
                  <a:pt x="351" y="324"/>
                </a:lnTo>
                <a:lnTo>
                  <a:pt x="350" y="324"/>
                </a:lnTo>
                <a:lnTo>
                  <a:pt x="350" y="325"/>
                </a:lnTo>
                <a:lnTo>
                  <a:pt x="350" y="326"/>
                </a:lnTo>
                <a:lnTo>
                  <a:pt x="349" y="326"/>
                </a:lnTo>
                <a:lnTo>
                  <a:pt x="348" y="326"/>
                </a:lnTo>
                <a:lnTo>
                  <a:pt x="349" y="327"/>
                </a:lnTo>
                <a:lnTo>
                  <a:pt x="348" y="328"/>
                </a:lnTo>
                <a:lnTo>
                  <a:pt x="349" y="328"/>
                </a:lnTo>
                <a:lnTo>
                  <a:pt x="349" y="329"/>
                </a:lnTo>
                <a:lnTo>
                  <a:pt x="348" y="329"/>
                </a:lnTo>
                <a:lnTo>
                  <a:pt x="347" y="329"/>
                </a:lnTo>
                <a:lnTo>
                  <a:pt x="347" y="330"/>
                </a:lnTo>
                <a:lnTo>
                  <a:pt x="347" y="331"/>
                </a:lnTo>
                <a:lnTo>
                  <a:pt x="346" y="332"/>
                </a:lnTo>
                <a:lnTo>
                  <a:pt x="345" y="332"/>
                </a:lnTo>
                <a:lnTo>
                  <a:pt x="345" y="333"/>
                </a:lnTo>
                <a:lnTo>
                  <a:pt x="344" y="333"/>
                </a:lnTo>
                <a:lnTo>
                  <a:pt x="344" y="334"/>
                </a:lnTo>
                <a:lnTo>
                  <a:pt x="344" y="335"/>
                </a:lnTo>
                <a:lnTo>
                  <a:pt x="343" y="335"/>
                </a:lnTo>
                <a:lnTo>
                  <a:pt x="343" y="336"/>
                </a:lnTo>
                <a:lnTo>
                  <a:pt x="343" y="337"/>
                </a:lnTo>
                <a:lnTo>
                  <a:pt x="343" y="338"/>
                </a:lnTo>
                <a:lnTo>
                  <a:pt x="343" y="339"/>
                </a:lnTo>
                <a:lnTo>
                  <a:pt x="342" y="340"/>
                </a:lnTo>
                <a:lnTo>
                  <a:pt x="341" y="341"/>
                </a:lnTo>
                <a:lnTo>
                  <a:pt x="340" y="341"/>
                </a:lnTo>
                <a:lnTo>
                  <a:pt x="339" y="341"/>
                </a:lnTo>
                <a:lnTo>
                  <a:pt x="338" y="342"/>
                </a:lnTo>
                <a:lnTo>
                  <a:pt x="338" y="343"/>
                </a:lnTo>
                <a:lnTo>
                  <a:pt x="337" y="343"/>
                </a:lnTo>
                <a:lnTo>
                  <a:pt x="337" y="344"/>
                </a:lnTo>
                <a:lnTo>
                  <a:pt x="336" y="345"/>
                </a:lnTo>
                <a:lnTo>
                  <a:pt x="336" y="346"/>
                </a:lnTo>
                <a:lnTo>
                  <a:pt x="336" y="347"/>
                </a:lnTo>
                <a:lnTo>
                  <a:pt x="336" y="348"/>
                </a:lnTo>
                <a:lnTo>
                  <a:pt x="336" y="349"/>
                </a:lnTo>
                <a:lnTo>
                  <a:pt x="335" y="350"/>
                </a:lnTo>
                <a:lnTo>
                  <a:pt x="335" y="349"/>
                </a:lnTo>
                <a:lnTo>
                  <a:pt x="334" y="349"/>
                </a:lnTo>
                <a:lnTo>
                  <a:pt x="333" y="349"/>
                </a:lnTo>
                <a:lnTo>
                  <a:pt x="333" y="350"/>
                </a:lnTo>
                <a:lnTo>
                  <a:pt x="332" y="351"/>
                </a:lnTo>
                <a:lnTo>
                  <a:pt x="331" y="352"/>
                </a:lnTo>
                <a:lnTo>
                  <a:pt x="331" y="353"/>
                </a:lnTo>
                <a:lnTo>
                  <a:pt x="331" y="356"/>
                </a:lnTo>
                <a:lnTo>
                  <a:pt x="330" y="356"/>
                </a:lnTo>
                <a:lnTo>
                  <a:pt x="329" y="358"/>
                </a:lnTo>
                <a:lnTo>
                  <a:pt x="330" y="358"/>
                </a:lnTo>
                <a:lnTo>
                  <a:pt x="330" y="359"/>
                </a:lnTo>
                <a:lnTo>
                  <a:pt x="329" y="359"/>
                </a:lnTo>
                <a:lnTo>
                  <a:pt x="328" y="362"/>
                </a:lnTo>
                <a:lnTo>
                  <a:pt x="325" y="365"/>
                </a:lnTo>
                <a:lnTo>
                  <a:pt x="325" y="366"/>
                </a:lnTo>
                <a:lnTo>
                  <a:pt x="325" y="367"/>
                </a:lnTo>
                <a:lnTo>
                  <a:pt x="324" y="367"/>
                </a:lnTo>
                <a:lnTo>
                  <a:pt x="322" y="367"/>
                </a:lnTo>
                <a:lnTo>
                  <a:pt x="322" y="368"/>
                </a:lnTo>
                <a:lnTo>
                  <a:pt x="321" y="368"/>
                </a:lnTo>
                <a:lnTo>
                  <a:pt x="320" y="368"/>
                </a:lnTo>
                <a:lnTo>
                  <a:pt x="320" y="369"/>
                </a:lnTo>
                <a:lnTo>
                  <a:pt x="319" y="369"/>
                </a:lnTo>
                <a:lnTo>
                  <a:pt x="319" y="370"/>
                </a:lnTo>
                <a:lnTo>
                  <a:pt x="319" y="371"/>
                </a:lnTo>
                <a:lnTo>
                  <a:pt x="320" y="372"/>
                </a:lnTo>
                <a:lnTo>
                  <a:pt x="320" y="374"/>
                </a:lnTo>
                <a:lnTo>
                  <a:pt x="319" y="374"/>
                </a:lnTo>
                <a:lnTo>
                  <a:pt x="319" y="375"/>
                </a:lnTo>
                <a:lnTo>
                  <a:pt x="318" y="375"/>
                </a:lnTo>
                <a:lnTo>
                  <a:pt x="318" y="376"/>
                </a:lnTo>
                <a:lnTo>
                  <a:pt x="319" y="376"/>
                </a:lnTo>
                <a:lnTo>
                  <a:pt x="318" y="376"/>
                </a:lnTo>
                <a:lnTo>
                  <a:pt x="318" y="377"/>
                </a:lnTo>
                <a:lnTo>
                  <a:pt x="319" y="378"/>
                </a:lnTo>
                <a:lnTo>
                  <a:pt x="320" y="378"/>
                </a:lnTo>
                <a:lnTo>
                  <a:pt x="321" y="378"/>
                </a:lnTo>
                <a:lnTo>
                  <a:pt x="321" y="379"/>
                </a:lnTo>
                <a:lnTo>
                  <a:pt x="321" y="380"/>
                </a:lnTo>
                <a:lnTo>
                  <a:pt x="320" y="381"/>
                </a:lnTo>
                <a:lnTo>
                  <a:pt x="319" y="382"/>
                </a:lnTo>
                <a:lnTo>
                  <a:pt x="319" y="383"/>
                </a:lnTo>
                <a:lnTo>
                  <a:pt x="320" y="384"/>
                </a:lnTo>
                <a:lnTo>
                  <a:pt x="321" y="384"/>
                </a:lnTo>
                <a:lnTo>
                  <a:pt x="322" y="385"/>
                </a:lnTo>
                <a:lnTo>
                  <a:pt x="321" y="385"/>
                </a:lnTo>
                <a:lnTo>
                  <a:pt x="320" y="386"/>
                </a:lnTo>
                <a:lnTo>
                  <a:pt x="319" y="388"/>
                </a:lnTo>
                <a:lnTo>
                  <a:pt x="318" y="388"/>
                </a:lnTo>
                <a:lnTo>
                  <a:pt x="318" y="389"/>
                </a:lnTo>
                <a:lnTo>
                  <a:pt x="319" y="391"/>
                </a:lnTo>
                <a:lnTo>
                  <a:pt x="320" y="393"/>
                </a:lnTo>
                <a:lnTo>
                  <a:pt x="321" y="393"/>
                </a:lnTo>
                <a:lnTo>
                  <a:pt x="322" y="396"/>
                </a:lnTo>
                <a:lnTo>
                  <a:pt x="322" y="397"/>
                </a:lnTo>
                <a:lnTo>
                  <a:pt x="321" y="398"/>
                </a:lnTo>
                <a:lnTo>
                  <a:pt x="320" y="398"/>
                </a:lnTo>
                <a:lnTo>
                  <a:pt x="318" y="398"/>
                </a:lnTo>
                <a:lnTo>
                  <a:pt x="318" y="399"/>
                </a:lnTo>
                <a:lnTo>
                  <a:pt x="317" y="400"/>
                </a:lnTo>
                <a:lnTo>
                  <a:pt x="316" y="398"/>
                </a:lnTo>
                <a:lnTo>
                  <a:pt x="316" y="397"/>
                </a:lnTo>
                <a:lnTo>
                  <a:pt x="316" y="396"/>
                </a:lnTo>
                <a:lnTo>
                  <a:pt x="314" y="396"/>
                </a:lnTo>
                <a:lnTo>
                  <a:pt x="313" y="396"/>
                </a:lnTo>
                <a:lnTo>
                  <a:pt x="312" y="396"/>
                </a:lnTo>
                <a:lnTo>
                  <a:pt x="312" y="398"/>
                </a:lnTo>
                <a:lnTo>
                  <a:pt x="311" y="399"/>
                </a:lnTo>
                <a:lnTo>
                  <a:pt x="311" y="400"/>
                </a:lnTo>
                <a:lnTo>
                  <a:pt x="311" y="401"/>
                </a:lnTo>
                <a:lnTo>
                  <a:pt x="311" y="402"/>
                </a:lnTo>
                <a:lnTo>
                  <a:pt x="310" y="404"/>
                </a:lnTo>
                <a:lnTo>
                  <a:pt x="311" y="405"/>
                </a:lnTo>
                <a:lnTo>
                  <a:pt x="310" y="405"/>
                </a:lnTo>
                <a:lnTo>
                  <a:pt x="310" y="406"/>
                </a:lnTo>
                <a:lnTo>
                  <a:pt x="309" y="406"/>
                </a:lnTo>
                <a:lnTo>
                  <a:pt x="307" y="407"/>
                </a:lnTo>
                <a:lnTo>
                  <a:pt x="305" y="409"/>
                </a:lnTo>
                <a:lnTo>
                  <a:pt x="304" y="410"/>
                </a:lnTo>
                <a:lnTo>
                  <a:pt x="303" y="409"/>
                </a:lnTo>
                <a:lnTo>
                  <a:pt x="302" y="409"/>
                </a:lnTo>
                <a:lnTo>
                  <a:pt x="302" y="408"/>
                </a:lnTo>
                <a:lnTo>
                  <a:pt x="299" y="409"/>
                </a:lnTo>
                <a:lnTo>
                  <a:pt x="298" y="410"/>
                </a:lnTo>
                <a:lnTo>
                  <a:pt x="299" y="410"/>
                </a:lnTo>
                <a:lnTo>
                  <a:pt x="299" y="411"/>
                </a:lnTo>
                <a:lnTo>
                  <a:pt x="298" y="411"/>
                </a:lnTo>
                <a:lnTo>
                  <a:pt x="298" y="412"/>
                </a:lnTo>
                <a:lnTo>
                  <a:pt x="297" y="412"/>
                </a:lnTo>
                <a:lnTo>
                  <a:pt x="296" y="412"/>
                </a:lnTo>
                <a:lnTo>
                  <a:pt x="296" y="411"/>
                </a:lnTo>
                <a:lnTo>
                  <a:pt x="295" y="411"/>
                </a:lnTo>
                <a:lnTo>
                  <a:pt x="294" y="411"/>
                </a:lnTo>
                <a:lnTo>
                  <a:pt x="293" y="411"/>
                </a:lnTo>
                <a:lnTo>
                  <a:pt x="292" y="413"/>
                </a:lnTo>
                <a:lnTo>
                  <a:pt x="291" y="413"/>
                </a:lnTo>
                <a:lnTo>
                  <a:pt x="291" y="414"/>
                </a:lnTo>
                <a:lnTo>
                  <a:pt x="292" y="414"/>
                </a:lnTo>
                <a:lnTo>
                  <a:pt x="292" y="415"/>
                </a:lnTo>
                <a:lnTo>
                  <a:pt x="293" y="415"/>
                </a:lnTo>
                <a:lnTo>
                  <a:pt x="294" y="414"/>
                </a:lnTo>
                <a:lnTo>
                  <a:pt x="295" y="414"/>
                </a:lnTo>
                <a:lnTo>
                  <a:pt x="296" y="415"/>
                </a:lnTo>
                <a:lnTo>
                  <a:pt x="296" y="416"/>
                </a:lnTo>
                <a:lnTo>
                  <a:pt x="295" y="417"/>
                </a:lnTo>
                <a:lnTo>
                  <a:pt x="294" y="417"/>
                </a:lnTo>
                <a:lnTo>
                  <a:pt x="294" y="418"/>
                </a:lnTo>
                <a:lnTo>
                  <a:pt x="293" y="419"/>
                </a:lnTo>
                <a:lnTo>
                  <a:pt x="293" y="420"/>
                </a:lnTo>
                <a:lnTo>
                  <a:pt x="293" y="421"/>
                </a:lnTo>
                <a:lnTo>
                  <a:pt x="294" y="421"/>
                </a:lnTo>
                <a:lnTo>
                  <a:pt x="297" y="423"/>
                </a:lnTo>
                <a:lnTo>
                  <a:pt x="299" y="423"/>
                </a:lnTo>
                <a:lnTo>
                  <a:pt x="299" y="424"/>
                </a:lnTo>
                <a:lnTo>
                  <a:pt x="299" y="425"/>
                </a:lnTo>
                <a:lnTo>
                  <a:pt x="298" y="425"/>
                </a:lnTo>
                <a:lnTo>
                  <a:pt x="298" y="426"/>
                </a:lnTo>
                <a:lnTo>
                  <a:pt x="299" y="426"/>
                </a:lnTo>
                <a:lnTo>
                  <a:pt x="300" y="427"/>
                </a:lnTo>
                <a:lnTo>
                  <a:pt x="301" y="428"/>
                </a:lnTo>
                <a:lnTo>
                  <a:pt x="303" y="429"/>
                </a:lnTo>
                <a:lnTo>
                  <a:pt x="303" y="430"/>
                </a:lnTo>
                <a:lnTo>
                  <a:pt x="303" y="431"/>
                </a:lnTo>
                <a:lnTo>
                  <a:pt x="302" y="431"/>
                </a:lnTo>
                <a:lnTo>
                  <a:pt x="301" y="431"/>
                </a:lnTo>
                <a:lnTo>
                  <a:pt x="299" y="431"/>
                </a:lnTo>
                <a:lnTo>
                  <a:pt x="299" y="432"/>
                </a:lnTo>
                <a:lnTo>
                  <a:pt x="301" y="432"/>
                </a:lnTo>
                <a:lnTo>
                  <a:pt x="301" y="433"/>
                </a:lnTo>
                <a:lnTo>
                  <a:pt x="300" y="434"/>
                </a:lnTo>
                <a:lnTo>
                  <a:pt x="300" y="436"/>
                </a:lnTo>
                <a:lnTo>
                  <a:pt x="301" y="436"/>
                </a:lnTo>
                <a:lnTo>
                  <a:pt x="302" y="437"/>
                </a:lnTo>
                <a:lnTo>
                  <a:pt x="302" y="438"/>
                </a:lnTo>
                <a:lnTo>
                  <a:pt x="303" y="440"/>
                </a:lnTo>
                <a:lnTo>
                  <a:pt x="304" y="440"/>
                </a:lnTo>
                <a:lnTo>
                  <a:pt x="305" y="439"/>
                </a:lnTo>
                <a:lnTo>
                  <a:pt x="306" y="440"/>
                </a:lnTo>
                <a:lnTo>
                  <a:pt x="307" y="440"/>
                </a:lnTo>
                <a:lnTo>
                  <a:pt x="308" y="441"/>
                </a:lnTo>
                <a:lnTo>
                  <a:pt x="309" y="442"/>
                </a:lnTo>
                <a:lnTo>
                  <a:pt x="309" y="443"/>
                </a:lnTo>
                <a:lnTo>
                  <a:pt x="311" y="443"/>
                </a:lnTo>
                <a:lnTo>
                  <a:pt x="312" y="443"/>
                </a:lnTo>
                <a:lnTo>
                  <a:pt x="313" y="443"/>
                </a:lnTo>
                <a:lnTo>
                  <a:pt x="314" y="443"/>
                </a:lnTo>
                <a:lnTo>
                  <a:pt x="314" y="445"/>
                </a:lnTo>
                <a:lnTo>
                  <a:pt x="315" y="446"/>
                </a:lnTo>
                <a:lnTo>
                  <a:pt x="316" y="448"/>
                </a:lnTo>
                <a:lnTo>
                  <a:pt x="317" y="448"/>
                </a:lnTo>
                <a:lnTo>
                  <a:pt x="317" y="449"/>
                </a:lnTo>
                <a:lnTo>
                  <a:pt x="316" y="449"/>
                </a:lnTo>
                <a:lnTo>
                  <a:pt x="316" y="450"/>
                </a:lnTo>
                <a:lnTo>
                  <a:pt x="317" y="450"/>
                </a:lnTo>
                <a:lnTo>
                  <a:pt x="315" y="452"/>
                </a:lnTo>
                <a:lnTo>
                  <a:pt x="316" y="453"/>
                </a:lnTo>
                <a:lnTo>
                  <a:pt x="317" y="453"/>
                </a:lnTo>
                <a:lnTo>
                  <a:pt x="317" y="454"/>
                </a:lnTo>
                <a:lnTo>
                  <a:pt x="315" y="455"/>
                </a:lnTo>
                <a:lnTo>
                  <a:pt x="315" y="456"/>
                </a:lnTo>
                <a:lnTo>
                  <a:pt x="314" y="456"/>
                </a:lnTo>
                <a:lnTo>
                  <a:pt x="314" y="455"/>
                </a:lnTo>
                <a:lnTo>
                  <a:pt x="314" y="456"/>
                </a:lnTo>
                <a:lnTo>
                  <a:pt x="314" y="458"/>
                </a:lnTo>
                <a:lnTo>
                  <a:pt x="314" y="459"/>
                </a:lnTo>
                <a:lnTo>
                  <a:pt x="314" y="460"/>
                </a:lnTo>
                <a:lnTo>
                  <a:pt x="313" y="460"/>
                </a:lnTo>
                <a:lnTo>
                  <a:pt x="313" y="461"/>
                </a:lnTo>
                <a:lnTo>
                  <a:pt x="312" y="463"/>
                </a:lnTo>
                <a:lnTo>
                  <a:pt x="312" y="465"/>
                </a:lnTo>
                <a:lnTo>
                  <a:pt x="313" y="465"/>
                </a:lnTo>
                <a:lnTo>
                  <a:pt x="313" y="466"/>
                </a:lnTo>
                <a:lnTo>
                  <a:pt x="312" y="466"/>
                </a:lnTo>
                <a:lnTo>
                  <a:pt x="312" y="467"/>
                </a:lnTo>
                <a:lnTo>
                  <a:pt x="313" y="467"/>
                </a:lnTo>
                <a:lnTo>
                  <a:pt x="313" y="468"/>
                </a:lnTo>
                <a:lnTo>
                  <a:pt x="312" y="468"/>
                </a:lnTo>
                <a:lnTo>
                  <a:pt x="311" y="468"/>
                </a:lnTo>
                <a:lnTo>
                  <a:pt x="310" y="468"/>
                </a:lnTo>
                <a:lnTo>
                  <a:pt x="309" y="469"/>
                </a:lnTo>
                <a:lnTo>
                  <a:pt x="309" y="470"/>
                </a:lnTo>
                <a:lnTo>
                  <a:pt x="310" y="470"/>
                </a:lnTo>
                <a:lnTo>
                  <a:pt x="311" y="470"/>
                </a:lnTo>
                <a:lnTo>
                  <a:pt x="313" y="471"/>
                </a:lnTo>
                <a:lnTo>
                  <a:pt x="314" y="471"/>
                </a:lnTo>
                <a:lnTo>
                  <a:pt x="314" y="473"/>
                </a:lnTo>
                <a:lnTo>
                  <a:pt x="313" y="474"/>
                </a:lnTo>
                <a:lnTo>
                  <a:pt x="312" y="474"/>
                </a:lnTo>
                <a:lnTo>
                  <a:pt x="311" y="474"/>
                </a:lnTo>
                <a:lnTo>
                  <a:pt x="310" y="474"/>
                </a:lnTo>
                <a:lnTo>
                  <a:pt x="310" y="475"/>
                </a:lnTo>
                <a:lnTo>
                  <a:pt x="311" y="477"/>
                </a:lnTo>
                <a:lnTo>
                  <a:pt x="312" y="479"/>
                </a:lnTo>
                <a:lnTo>
                  <a:pt x="312" y="480"/>
                </a:lnTo>
                <a:lnTo>
                  <a:pt x="312" y="481"/>
                </a:lnTo>
                <a:lnTo>
                  <a:pt x="311" y="481"/>
                </a:lnTo>
                <a:lnTo>
                  <a:pt x="310" y="481"/>
                </a:lnTo>
                <a:lnTo>
                  <a:pt x="310" y="482"/>
                </a:lnTo>
                <a:lnTo>
                  <a:pt x="309" y="482"/>
                </a:lnTo>
                <a:lnTo>
                  <a:pt x="309" y="483"/>
                </a:lnTo>
                <a:lnTo>
                  <a:pt x="310" y="484"/>
                </a:lnTo>
                <a:lnTo>
                  <a:pt x="311" y="484"/>
                </a:lnTo>
                <a:lnTo>
                  <a:pt x="313" y="484"/>
                </a:lnTo>
                <a:lnTo>
                  <a:pt x="313" y="485"/>
                </a:lnTo>
                <a:lnTo>
                  <a:pt x="313" y="486"/>
                </a:lnTo>
                <a:lnTo>
                  <a:pt x="313" y="487"/>
                </a:lnTo>
                <a:lnTo>
                  <a:pt x="313" y="488"/>
                </a:lnTo>
                <a:lnTo>
                  <a:pt x="312" y="488"/>
                </a:lnTo>
                <a:lnTo>
                  <a:pt x="311" y="488"/>
                </a:lnTo>
                <a:lnTo>
                  <a:pt x="310" y="488"/>
                </a:lnTo>
                <a:lnTo>
                  <a:pt x="309" y="487"/>
                </a:lnTo>
                <a:lnTo>
                  <a:pt x="308" y="487"/>
                </a:lnTo>
                <a:lnTo>
                  <a:pt x="308" y="488"/>
                </a:lnTo>
                <a:lnTo>
                  <a:pt x="307" y="488"/>
                </a:lnTo>
                <a:lnTo>
                  <a:pt x="307" y="489"/>
                </a:lnTo>
                <a:lnTo>
                  <a:pt x="308" y="489"/>
                </a:lnTo>
                <a:lnTo>
                  <a:pt x="308" y="490"/>
                </a:lnTo>
                <a:lnTo>
                  <a:pt x="309" y="490"/>
                </a:lnTo>
                <a:lnTo>
                  <a:pt x="309" y="491"/>
                </a:lnTo>
                <a:lnTo>
                  <a:pt x="309" y="492"/>
                </a:lnTo>
                <a:lnTo>
                  <a:pt x="309" y="493"/>
                </a:lnTo>
                <a:lnTo>
                  <a:pt x="309" y="494"/>
                </a:lnTo>
                <a:lnTo>
                  <a:pt x="308" y="494"/>
                </a:lnTo>
                <a:lnTo>
                  <a:pt x="308" y="495"/>
                </a:lnTo>
                <a:lnTo>
                  <a:pt x="309" y="496"/>
                </a:lnTo>
                <a:lnTo>
                  <a:pt x="308" y="496"/>
                </a:lnTo>
                <a:lnTo>
                  <a:pt x="308" y="497"/>
                </a:lnTo>
                <a:lnTo>
                  <a:pt x="308" y="498"/>
                </a:lnTo>
                <a:lnTo>
                  <a:pt x="308" y="499"/>
                </a:lnTo>
                <a:lnTo>
                  <a:pt x="307" y="499"/>
                </a:lnTo>
                <a:lnTo>
                  <a:pt x="307" y="500"/>
                </a:lnTo>
                <a:lnTo>
                  <a:pt x="307" y="501"/>
                </a:lnTo>
                <a:lnTo>
                  <a:pt x="308" y="501"/>
                </a:lnTo>
                <a:lnTo>
                  <a:pt x="308" y="502"/>
                </a:lnTo>
                <a:lnTo>
                  <a:pt x="308" y="501"/>
                </a:lnTo>
                <a:lnTo>
                  <a:pt x="309" y="501"/>
                </a:lnTo>
                <a:lnTo>
                  <a:pt x="310" y="501"/>
                </a:lnTo>
                <a:lnTo>
                  <a:pt x="310" y="502"/>
                </a:lnTo>
                <a:lnTo>
                  <a:pt x="309" y="502"/>
                </a:lnTo>
                <a:lnTo>
                  <a:pt x="309" y="503"/>
                </a:lnTo>
                <a:lnTo>
                  <a:pt x="310" y="503"/>
                </a:lnTo>
                <a:lnTo>
                  <a:pt x="310" y="504"/>
                </a:lnTo>
                <a:lnTo>
                  <a:pt x="309" y="504"/>
                </a:lnTo>
                <a:lnTo>
                  <a:pt x="308" y="504"/>
                </a:lnTo>
                <a:lnTo>
                  <a:pt x="308" y="505"/>
                </a:lnTo>
                <a:lnTo>
                  <a:pt x="307" y="504"/>
                </a:lnTo>
                <a:lnTo>
                  <a:pt x="306" y="503"/>
                </a:lnTo>
                <a:lnTo>
                  <a:pt x="306" y="504"/>
                </a:lnTo>
                <a:lnTo>
                  <a:pt x="305" y="504"/>
                </a:lnTo>
                <a:lnTo>
                  <a:pt x="305" y="505"/>
                </a:lnTo>
                <a:lnTo>
                  <a:pt x="304" y="505"/>
                </a:lnTo>
                <a:lnTo>
                  <a:pt x="303" y="505"/>
                </a:lnTo>
                <a:lnTo>
                  <a:pt x="303" y="504"/>
                </a:lnTo>
                <a:lnTo>
                  <a:pt x="303" y="505"/>
                </a:lnTo>
                <a:lnTo>
                  <a:pt x="302" y="505"/>
                </a:lnTo>
                <a:lnTo>
                  <a:pt x="303" y="505"/>
                </a:lnTo>
                <a:lnTo>
                  <a:pt x="303" y="506"/>
                </a:lnTo>
                <a:lnTo>
                  <a:pt x="304" y="507"/>
                </a:lnTo>
                <a:lnTo>
                  <a:pt x="305" y="507"/>
                </a:lnTo>
                <a:lnTo>
                  <a:pt x="304" y="507"/>
                </a:lnTo>
                <a:lnTo>
                  <a:pt x="304" y="508"/>
                </a:lnTo>
                <a:lnTo>
                  <a:pt x="303" y="508"/>
                </a:lnTo>
                <a:lnTo>
                  <a:pt x="302" y="508"/>
                </a:lnTo>
                <a:lnTo>
                  <a:pt x="303" y="509"/>
                </a:lnTo>
                <a:lnTo>
                  <a:pt x="304" y="510"/>
                </a:lnTo>
                <a:lnTo>
                  <a:pt x="305" y="510"/>
                </a:lnTo>
                <a:lnTo>
                  <a:pt x="305" y="511"/>
                </a:lnTo>
                <a:lnTo>
                  <a:pt x="304" y="511"/>
                </a:lnTo>
                <a:lnTo>
                  <a:pt x="304" y="512"/>
                </a:lnTo>
                <a:lnTo>
                  <a:pt x="303" y="512"/>
                </a:lnTo>
                <a:lnTo>
                  <a:pt x="303" y="513"/>
                </a:lnTo>
                <a:lnTo>
                  <a:pt x="303" y="514"/>
                </a:lnTo>
                <a:lnTo>
                  <a:pt x="304" y="514"/>
                </a:lnTo>
                <a:lnTo>
                  <a:pt x="304" y="515"/>
                </a:lnTo>
                <a:lnTo>
                  <a:pt x="305" y="515"/>
                </a:lnTo>
                <a:lnTo>
                  <a:pt x="304" y="516"/>
                </a:lnTo>
                <a:lnTo>
                  <a:pt x="304" y="517"/>
                </a:lnTo>
                <a:lnTo>
                  <a:pt x="304" y="518"/>
                </a:lnTo>
                <a:lnTo>
                  <a:pt x="303" y="518"/>
                </a:lnTo>
                <a:lnTo>
                  <a:pt x="304" y="518"/>
                </a:lnTo>
                <a:lnTo>
                  <a:pt x="305" y="519"/>
                </a:lnTo>
                <a:lnTo>
                  <a:pt x="306" y="520"/>
                </a:lnTo>
                <a:lnTo>
                  <a:pt x="306" y="521"/>
                </a:lnTo>
                <a:lnTo>
                  <a:pt x="306" y="522"/>
                </a:lnTo>
                <a:lnTo>
                  <a:pt x="306" y="523"/>
                </a:lnTo>
                <a:lnTo>
                  <a:pt x="306" y="524"/>
                </a:lnTo>
                <a:lnTo>
                  <a:pt x="305" y="524"/>
                </a:lnTo>
                <a:lnTo>
                  <a:pt x="304" y="524"/>
                </a:lnTo>
                <a:lnTo>
                  <a:pt x="303" y="524"/>
                </a:lnTo>
                <a:lnTo>
                  <a:pt x="302" y="524"/>
                </a:lnTo>
                <a:lnTo>
                  <a:pt x="302" y="523"/>
                </a:lnTo>
                <a:lnTo>
                  <a:pt x="301" y="523"/>
                </a:lnTo>
                <a:lnTo>
                  <a:pt x="300" y="523"/>
                </a:lnTo>
                <a:lnTo>
                  <a:pt x="300" y="522"/>
                </a:lnTo>
                <a:lnTo>
                  <a:pt x="299" y="522"/>
                </a:lnTo>
                <a:lnTo>
                  <a:pt x="299" y="523"/>
                </a:lnTo>
                <a:lnTo>
                  <a:pt x="300" y="523"/>
                </a:lnTo>
                <a:lnTo>
                  <a:pt x="300" y="524"/>
                </a:lnTo>
                <a:lnTo>
                  <a:pt x="299" y="524"/>
                </a:lnTo>
                <a:lnTo>
                  <a:pt x="300" y="524"/>
                </a:lnTo>
                <a:lnTo>
                  <a:pt x="300" y="525"/>
                </a:lnTo>
                <a:lnTo>
                  <a:pt x="299" y="526"/>
                </a:lnTo>
                <a:lnTo>
                  <a:pt x="299" y="527"/>
                </a:lnTo>
                <a:lnTo>
                  <a:pt x="299" y="528"/>
                </a:lnTo>
                <a:lnTo>
                  <a:pt x="298" y="528"/>
                </a:lnTo>
                <a:lnTo>
                  <a:pt x="297" y="529"/>
                </a:lnTo>
                <a:lnTo>
                  <a:pt x="297" y="530"/>
                </a:lnTo>
                <a:lnTo>
                  <a:pt x="296" y="530"/>
                </a:lnTo>
                <a:lnTo>
                  <a:pt x="295" y="530"/>
                </a:lnTo>
                <a:lnTo>
                  <a:pt x="295" y="531"/>
                </a:lnTo>
                <a:lnTo>
                  <a:pt x="296" y="531"/>
                </a:lnTo>
                <a:lnTo>
                  <a:pt x="296" y="532"/>
                </a:lnTo>
                <a:lnTo>
                  <a:pt x="295" y="532"/>
                </a:lnTo>
                <a:lnTo>
                  <a:pt x="295" y="533"/>
                </a:lnTo>
                <a:lnTo>
                  <a:pt x="294" y="533"/>
                </a:lnTo>
                <a:lnTo>
                  <a:pt x="295" y="533"/>
                </a:lnTo>
                <a:lnTo>
                  <a:pt x="295" y="534"/>
                </a:lnTo>
                <a:lnTo>
                  <a:pt x="295" y="535"/>
                </a:lnTo>
                <a:lnTo>
                  <a:pt x="296" y="535"/>
                </a:lnTo>
                <a:lnTo>
                  <a:pt x="296" y="536"/>
                </a:lnTo>
                <a:lnTo>
                  <a:pt x="295" y="536"/>
                </a:lnTo>
                <a:lnTo>
                  <a:pt x="294" y="536"/>
                </a:lnTo>
                <a:lnTo>
                  <a:pt x="294" y="535"/>
                </a:lnTo>
                <a:lnTo>
                  <a:pt x="293" y="535"/>
                </a:lnTo>
                <a:lnTo>
                  <a:pt x="293" y="536"/>
                </a:lnTo>
                <a:lnTo>
                  <a:pt x="293" y="537"/>
                </a:lnTo>
                <a:lnTo>
                  <a:pt x="292" y="537"/>
                </a:lnTo>
                <a:lnTo>
                  <a:pt x="292" y="536"/>
                </a:lnTo>
                <a:lnTo>
                  <a:pt x="291" y="536"/>
                </a:lnTo>
                <a:lnTo>
                  <a:pt x="290" y="536"/>
                </a:lnTo>
                <a:lnTo>
                  <a:pt x="290" y="537"/>
                </a:lnTo>
                <a:lnTo>
                  <a:pt x="288" y="537"/>
                </a:lnTo>
                <a:lnTo>
                  <a:pt x="287" y="537"/>
                </a:lnTo>
                <a:lnTo>
                  <a:pt x="287" y="536"/>
                </a:lnTo>
                <a:lnTo>
                  <a:pt x="286" y="536"/>
                </a:lnTo>
                <a:lnTo>
                  <a:pt x="286" y="537"/>
                </a:lnTo>
                <a:lnTo>
                  <a:pt x="285" y="537"/>
                </a:lnTo>
                <a:lnTo>
                  <a:pt x="284" y="537"/>
                </a:lnTo>
                <a:lnTo>
                  <a:pt x="284" y="538"/>
                </a:lnTo>
                <a:lnTo>
                  <a:pt x="284" y="539"/>
                </a:lnTo>
                <a:lnTo>
                  <a:pt x="283" y="539"/>
                </a:lnTo>
                <a:lnTo>
                  <a:pt x="283" y="540"/>
                </a:lnTo>
                <a:lnTo>
                  <a:pt x="281" y="540"/>
                </a:lnTo>
                <a:lnTo>
                  <a:pt x="282" y="540"/>
                </a:lnTo>
                <a:lnTo>
                  <a:pt x="282" y="541"/>
                </a:lnTo>
                <a:lnTo>
                  <a:pt x="281" y="541"/>
                </a:lnTo>
                <a:lnTo>
                  <a:pt x="280" y="541"/>
                </a:lnTo>
                <a:lnTo>
                  <a:pt x="279" y="541"/>
                </a:lnTo>
                <a:lnTo>
                  <a:pt x="279" y="540"/>
                </a:lnTo>
                <a:lnTo>
                  <a:pt x="278" y="540"/>
                </a:lnTo>
                <a:lnTo>
                  <a:pt x="278" y="539"/>
                </a:lnTo>
                <a:lnTo>
                  <a:pt x="278" y="540"/>
                </a:lnTo>
                <a:lnTo>
                  <a:pt x="277" y="540"/>
                </a:lnTo>
                <a:lnTo>
                  <a:pt x="276" y="541"/>
                </a:lnTo>
                <a:lnTo>
                  <a:pt x="277" y="541"/>
                </a:lnTo>
                <a:lnTo>
                  <a:pt x="278" y="541"/>
                </a:lnTo>
                <a:lnTo>
                  <a:pt x="279" y="542"/>
                </a:lnTo>
                <a:lnTo>
                  <a:pt x="278" y="543"/>
                </a:lnTo>
                <a:lnTo>
                  <a:pt x="278" y="542"/>
                </a:lnTo>
                <a:lnTo>
                  <a:pt x="277" y="542"/>
                </a:lnTo>
                <a:lnTo>
                  <a:pt x="278" y="542"/>
                </a:lnTo>
                <a:lnTo>
                  <a:pt x="278" y="543"/>
                </a:lnTo>
                <a:lnTo>
                  <a:pt x="277" y="543"/>
                </a:lnTo>
                <a:lnTo>
                  <a:pt x="277" y="544"/>
                </a:lnTo>
                <a:lnTo>
                  <a:pt x="277" y="545"/>
                </a:lnTo>
                <a:lnTo>
                  <a:pt x="276" y="545"/>
                </a:lnTo>
                <a:lnTo>
                  <a:pt x="275" y="544"/>
                </a:lnTo>
                <a:lnTo>
                  <a:pt x="274" y="544"/>
                </a:lnTo>
                <a:lnTo>
                  <a:pt x="273" y="544"/>
                </a:lnTo>
                <a:lnTo>
                  <a:pt x="272" y="544"/>
                </a:lnTo>
                <a:lnTo>
                  <a:pt x="272" y="543"/>
                </a:lnTo>
                <a:lnTo>
                  <a:pt x="272" y="542"/>
                </a:lnTo>
                <a:lnTo>
                  <a:pt x="271" y="542"/>
                </a:lnTo>
                <a:lnTo>
                  <a:pt x="270" y="543"/>
                </a:lnTo>
                <a:lnTo>
                  <a:pt x="269" y="543"/>
                </a:lnTo>
                <a:lnTo>
                  <a:pt x="268" y="543"/>
                </a:lnTo>
                <a:lnTo>
                  <a:pt x="267" y="543"/>
                </a:lnTo>
                <a:lnTo>
                  <a:pt x="267" y="544"/>
                </a:lnTo>
                <a:lnTo>
                  <a:pt x="267" y="545"/>
                </a:lnTo>
                <a:lnTo>
                  <a:pt x="266" y="546"/>
                </a:lnTo>
                <a:lnTo>
                  <a:pt x="267" y="546"/>
                </a:lnTo>
                <a:lnTo>
                  <a:pt x="267" y="547"/>
                </a:lnTo>
                <a:lnTo>
                  <a:pt x="266" y="547"/>
                </a:lnTo>
                <a:lnTo>
                  <a:pt x="266" y="546"/>
                </a:lnTo>
                <a:lnTo>
                  <a:pt x="265" y="546"/>
                </a:lnTo>
                <a:lnTo>
                  <a:pt x="265" y="547"/>
                </a:lnTo>
                <a:lnTo>
                  <a:pt x="265" y="548"/>
                </a:lnTo>
                <a:lnTo>
                  <a:pt x="266" y="548"/>
                </a:lnTo>
                <a:lnTo>
                  <a:pt x="265" y="549"/>
                </a:lnTo>
                <a:lnTo>
                  <a:pt x="264" y="549"/>
                </a:lnTo>
                <a:lnTo>
                  <a:pt x="264" y="550"/>
                </a:lnTo>
                <a:lnTo>
                  <a:pt x="264" y="551"/>
                </a:lnTo>
                <a:lnTo>
                  <a:pt x="263" y="551"/>
                </a:lnTo>
                <a:lnTo>
                  <a:pt x="263" y="552"/>
                </a:lnTo>
                <a:lnTo>
                  <a:pt x="263" y="553"/>
                </a:lnTo>
                <a:lnTo>
                  <a:pt x="262" y="553"/>
                </a:lnTo>
                <a:lnTo>
                  <a:pt x="262" y="554"/>
                </a:lnTo>
                <a:lnTo>
                  <a:pt x="262" y="555"/>
                </a:lnTo>
                <a:lnTo>
                  <a:pt x="261" y="555"/>
                </a:lnTo>
                <a:lnTo>
                  <a:pt x="260" y="554"/>
                </a:lnTo>
                <a:lnTo>
                  <a:pt x="259" y="554"/>
                </a:lnTo>
                <a:lnTo>
                  <a:pt x="258" y="554"/>
                </a:lnTo>
                <a:lnTo>
                  <a:pt x="257" y="554"/>
                </a:lnTo>
                <a:lnTo>
                  <a:pt x="256" y="553"/>
                </a:lnTo>
                <a:lnTo>
                  <a:pt x="255" y="553"/>
                </a:lnTo>
                <a:lnTo>
                  <a:pt x="254" y="552"/>
                </a:lnTo>
                <a:lnTo>
                  <a:pt x="253" y="552"/>
                </a:lnTo>
                <a:lnTo>
                  <a:pt x="252" y="552"/>
                </a:lnTo>
                <a:lnTo>
                  <a:pt x="251" y="552"/>
                </a:lnTo>
                <a:lnTo>
                  <a:pt x="250" y="552"/>
                </a:lnTo>
                <a:lnTo>
                  <a:pt x="249" y="552"/>
                </a:lnTo>
                <a:lnTo>
                  <a:pt x="249" y="553"/>
                </a:lnTo>
                <a:lnTo>
                  <a:pt x="249" y="554"/>
                </a:lnTo>
                <a:lnTo>
                  <a:pt x="248" y="554"/>
                </a:lnTo>
                <a:lnTo>
                  <a:pt x="248" y="556"/>
                </a:lnTo>
                <a:lnTo>
                  <a:pt x="249" y="556"/>
                </a:lnTo>
                <a:lnTo>
                  <a:pt x="248" y="557"/>
                </a:lnTo>
                <a:lnTo>
                  <a:pt x="249" y="557"/>
                </a:lnTo>
                <a:lnTo>
                  <a:pt x="249" y="558"/>
                </a:lnTo>
                <a:lnTo>
                  <a:pt x="249" y="559"/>
                </a:lnTo>
                <a:lnTo>
                  <a:pt x="248" y="560"/>
                </a:lnTo>
                <a:lnTo>
                  <a:pt x="248" y="559"/>
                </a:lnTo>
                <a:lnTo>
                  <a:pt x="247" y="559"/>
                </a:lnTo>
                <a:lnTo>
                  <a:pt x="246" y="559"/>
                </a:lnTo>
                <a:lnTo>
                  <a:pt x="245" y="559"/>
                </a:lnTo>
                <a:lnTo>
                  <a:pt x="245" y="560"/>
                </a:lnTo>
                <a:lnTo>
                  <a:pt x="244" y="560"/>
                </a:lnTo>
                <a:lnTo>
                  <a:pt x="244" y="561"/>
                </a:lnTo>
                <a:lnTo>
                  <a:pt x="244" y="562"/>
                </a:lnTo>
                <a:lnTo>
                  <a:pt x="244" y="563"/>
                </a:lnTo>
                <a:lnTo>
                  <a:pt x="243" y="563"/>
                </a:lnTo>
                <a:lnTo>
                  <a:pt x="239" y="564"/>
                </a:lnTo>
                <a:lnTo>
                  <a:pt x="238" y="564"/>
                </a:lnTo>
                <a:lnTo>
                  <a:pt x="237" y="563"/>
                </a:lnTo>
                <a:lnTo>
                  <a:pt x="236" y="563"/>
                </a:lnTo>
                <a:lnTo>
                  <a:pt x="235" y="563"/>
                </a:lnTo>
                <a:lnTo>
                  <a:pt x="234" y="563"/>
                </a:lnTo>
                <a:lnTo>
                  <a:pt x="233" y="563"/>
                </a:lnTo>
                <a:lnTo>
                  <a:pt x="233" y="564"/>
                </a:lnTo>
                <a:lnTo>
                  <a:pt x="232" y="565"/>
                </a:lnTo>
                <a:lnTo>
                  <a:pt x="231" y="564"/>
                </a:lnTo>
                <a:lnTo>
                  <a:pt x="230" y="564"/>
                </a:lnTo>
                <a:lnTo>
                  <a:pt x="230" y="565"/>
                </a:lnTo>
                <a:lnTo>
                  <a:pt x="230" y="566"/>
                </a:lnTo>
                <a:lnTo>
                  <a:pt x="229" y="566"/>
                </a:lnTo>
                <a:lnTo>
                  <a:pt x="229" y="567"/>
                </a:lnTo>
                <a:lnTo>
                  <a:pt x="228" y="568"/>
                </a:lnTo>
                <a:lnTo>
                  <a:pt x="227" y="568"/>
                </a:lnTo>
                <a:lnTo>
                  <a:pt x="226" y="567"/>
                </a:lnTo>
                <a:lnTo>
                  <a:pt x="225" y="567"/>
                </a:lnTo>
                <a:lnTo>
                  <a:pt x="224" y="568"/>
                </a:lnTo>
                <a:lnTo>
                  <a:pt x="224" y="569"/>
                </a:lnTo>
                <a:lnTo>
                  <a:pt x="224" y="570"/>
                </a:lnTo>
                <a:lnTo>
                  <a:pt x="224" y="569"/>
                </a:lnTo>
                <a:lnTo>
                  <a:pt x="223" y="568"/>
                </a:lnTo>
                <a:lnTo>
                  <a:pt x="223" y="567"/>
                </a:lnTo>
                <a:lnTo>
                  <a:pt x="224" y="567"/>
                </a:lnTo>
                <a:lnTo>
                  <a:pt x="223" y="566"/>
                </a:lnTo>
                <a:lnTo>
                  <a:pt x="222" y="566"/>
                </a:lnTo>
                <a:lnTo>
                  <a:pt x="221" y="566"/>
                </a:lnTo>
                <a:lnTo>
                  <a:pt x="221" y="565"/>
                </a:lnTo>
                <a:lnTo>
                  <a:pt x="220" y="565"/>
                </a:lnTo>
                <a:lnTo>
                  <a:pt x="219" y="564"/>
                </a:lnTo>
                <a:lnTo>
                  <a:pt x="219" y="563"/>
                </a:lnTo>
                <a:lnTo>
                  <a:pt x="219" y="562"/>
                </a:lnTo>
                <a:lnTo>
                  <a:pt x="218" y="562"/>
                </a:lnTo>
                <a:lnTo>
                  <a:pt x="217" y="561"/>
                </a:lnTo>
                <a:lnTo>
                  <a:pt x="216" y="561"/>
                </a:lnTo>
                <a:lnTo>
                  <a:pt x="216" y="562"/>
                </a:lnTo>
                <a:lnTo>
                  <a:pt x="216" y="563"/>
                </a:lnTo>
                <a:lnTo>
                  <a:pt x="215" y="563"/>
                </a:lnTo>
                <a:lnTo>
                  <a:pt x="216" y="563"/>
                </a:lnTo>
                <a:lnTo>
                  <a:pt x="216" y="564"/>
                </a:lnTo>
                <a:lnTo>
                  <a:pt x="217" y="564"/>
                </a:lnTo>
                <a:lnTo>
                  <a:pt x="217" y="565"/>
                </a:lnTo>
                <a:lnTo>
                  <a:pt x="216" y="565"/>
                </a:lnTo>
                <a:lnTo>
                  <a:pt x="216" y="566"/>
                </a:lnTo>
                <a:lnTo>
                  <a:pt x="215" y="566"/>
                </a:lnTo>
                <a:lnTo>
                  <a:pt x="214" y="566"/>
                </a:lnTo>
                <a:lnTo>
                  <a:pt x="213" y="566"/>
                </a:lnTo>
                <a:lnTo>
                  <a:pt x="212" y="566"/>
                </a:lnTo>
                <a:lnTo>
                  <a:pt x="211" y="566"/>
                </a:lnTo>
                <a:lnTo>
                  <a:pt x="211" y="567"/>
                </a:lnTo>
                <a:lnTo>
                  <a:pt x="210" y="567"/>
                </a:lnTo>
                <a:lnTo>
                  <a:pt x="209" y="567"/>
                </a:lnTo>
                <a:lnTo>
                  <a:pt x="209" y="566"/>
                </a:lnTo>
                <a:lnTo>
                  <a:pt x="208" y="566"/>
                </a:lnTo>
                <a:lnTo>
                  <a:pt x="207" y="566"/>
                </a:lnTo>
                <a:lnTo>
                  <a:pt x="206" y="566"/>
                </a:lnTo>
                <a:lnTo>
                  <a:pt x="205" y="566"/>
                </a:lnTo>
                <a:lnTo>
                  <a:pt x="204" y="565"/>
                </a:lnTo>
                <a:lnTo>
                  <a:pt x="203" y="565"/>
                </a:lnTo>
                <a:lnTo>
                  <a:pt x="203" y="566"/>
                </a:lnTo>
                <a:lnTo>
                  <a:pt x="203" y="565"/>
                </a:lnTo>
                <a:lnTo>
                  <a:pt x="202" y="565"/>
                </a:lnTo>
                <a:lnTo>
                  <a:pt x="201" y="565"/>
                </a:lnTo>
                <a:lnTo>
                  <a:pt x="200" y="565"/>
                </a:lnTo>
                <a:lnTo>
                  <a:pt x="199" y="565"/>
                </a:lnTo>
                <a:lnTo>
                  <a:pt x="199" y="564"/>
                </a:lnTo>
                <a:lnTo>
                  <a:pt x="197" y="564"/>
                </a:lnTo>
                <a:lnTo>
                  <a:pt x="196" y="564"/>
                </a:lnTo>
                <a:lnTo>
                  <a:pt x="194" y="564"/>
                </a:lnTo>
                <a:lnTo>
                  <a:pt x="194" y="565"/>
                </a:lnTo>
                <a:lnTo>
                  <a:pt x="193" y="565"/>
                </a:lnTo>
                <a:lnTo>
                  <a:pt x="192" y="566"/>
                </a:lnTo>
                <a:lnTo>
                  <a:pt x="190" y="566"/>
                </a:lnTo>
                <a:lnTo>
                  <a:pt x="189" y="566"/>
                </a:lnTo>
                <a:lnTo>
                  <a:pt x="187" y="566"/>
                </a:lnTo>
                <a:lnTo>
                  <a:pt x="186" y="566"/>
                </a:lnTo>
                <a:lnTo>
                  <a:pt x="185" y="566"/>
                </a:lnTo>
                <a:lnTo>
                  <a:pt x="185" y="565"/>
                </a:lnTo>
                <a:lnTo>
                  <a:pt x="186" y="564"/>
                </a:lnTo>
                <a:lnTo>
                  <a:pt x="186" y="563"/>
                </a:lnTo>
                <a:lnTo>
                  <a:pt x="185" y="563"/>
                </a:lnTo>
                <a:lnTo>
                  <a:pt x="184" y="563"/>
                </a:lnTo>
                <a:lnTo>
                  <a:pt x="183" y="563"/>
                </a:lnTo>
                <a:lnTo>
                  <a:pt x="182" y="563"/>
                </a:lnTo>
                <a:lnTo>
                  <a:pt x="182" y="564"/>
                </a:lnTo>
                <a:lnTo>
                  <a:pt x="181" y="564"/>
                </a:lnTo>
                <a:lnTo>
                  <a:pt x="181" y="565"/>
                </a:lnTo>
                <a:lnTo>
                  <a:pt x="179" y="564"/>
                </a:lnTo>
                <a:lnTo>
                  <a:pt x="178" y="564"/>
                </a:lnTo>
                <a:lnTo>
                  <a:pt x="178" y="563"/>
                </a:lnTo>
                <a:lnTo>
                  <a:pt x="177" y="563"/>
                </a:lnTo>
                <a:lnTo>
                  <a:pt x="176" y="563"/>
                </a:lnTo>
                <a:lnTo>
                  <a:pt x="175" y="562"/>
                </a:lnTo>
                <a:lnTo>
                  <a:pt x="174" y="562"/>
                </a:lnTo>
                <a:lnTo>
                  <a:pt x="173" y="562"/>
                </a:lnTo>
                <a:lnTo>
                  <a:pt x="173" y="561"/>
                </a:lnTo>
                <a:lnTo>
                  <a:pt x="172" y="561"/>
                </a:lnTo>
                <a:lnTo>
                  <a:pt x="171" y="561"/>
                </a:lnTo>
                <a:lnTo>
                  <a:pt x="170" y="561"/>
                </a:lnTo>
                <a:lnTo>
                  <a:pt x="170" y="562"/>
                </a:lnTo>
                <a:lnTo>
                  <a:pt x="169" y="562"/>
                </a:lnTo>
                <a:lnTo>
                  <a:pt x="169" y="561"/>
                </a:lnTo>
                <a:lnTo>
                  <a:pt x="168" y="561"/>
                </a:lnTo>
                <a:lnTo>
                  <a:pt x="167" y="560"/>
                </a:lnTo>
                <a:lnTo>
                  <a:pt x="166" y="560"/>
                </a:lnTo>
                <a:lnTo>
                  <a:pt x="165" y="560"/>
                </a:lnTo>
                <a:lnTo>
                  <a:pt x="164" y="560"/>
                </a:lnTo>
                <a:lnTo>
                  <a:pt x="164" y="561"/>
                </a:lnTo>
                <a:lnTo>
                  <a:pt x="165" y="562"/>
                </a:lnTo>
                <a:lnTo>
                  <a:pt x="165" y="563"/>
                </a:lnTo>
                <a:lnTo>
                  <a:pt x="166" y="564"/>
                </a:lnTo>
                <a:lnTo>
                  <a:pt x="166" y="565"/>
                </a:lnTo>
                <a:lnTo>
                  <a:pt x="166" y="566"/>
                </a:lnTo>
                <a:lnTo>
                  <a:pt x="165" y="566"/>
                </a:lnTo>
                <a:lnTo>
                  <a:pt x="165" y="567"/>
                </a:lnTo>
                <a:lnTo>
                  <a:pt x="164" y="567"/>
                </a:lnTo>
                <a:lnTo>
                  <a:pt x="163" y="568"/>
                </a:lnTo>
                <a:lnTo>
                  <a:pt x="162" y="568"/>
                </a:lnTo>
                <a:lnTo>
                  <a:pt x="162" y="569"/>
                </a:lnTo>
                <a:lnTo>
                  <a:pt x="163" y="570"/>
                </a:lnTo>
                <a:lnTo>
                  <a:pt x="164" y="571"/>
                </a:lnTo>
                <a:lnTo>
                  <a:pt x="164" y="572"/>
                </a:lnTo>
                <a:lnTo>
                  <a:pt x="165" y="573"/>
                </a:lnTo>
                <a:lnTo>
                  <a:pt x="165" y="574"/>
                </a:lnTo>
                <a:lnTo>
                  <a:pt x="164" y="574"/>
                </a:lnTo>
                <a:lnTo>
                  <a:pt x="165" y="575"/>
                </a:lnTo>
                <a:lnTo>
                  <a:pt x="165" y="576"/>
                </a:lnTo>
                <a:lnTo>
                  <a:pt x="164" y="577"/>
                </a:lnTo>
                <a:lnTo>
                  <a:pt x="164" y="578"/>
                </a:lnTo>
                <a:lnTo>
                  <a:pt x="164" y="579"/>
                </a:lnTo>
                <a:lnTo>
                  <a:pt x="164" y="580"/>
                </a:lnTo>
                <a:lnTo>
                  <a:pt x="164" y="581"/>
                </a:lnTo>
                <a:lnTo>
                  <a:pt x="164" y="583"/>
                </a:lnTo>
                <a:lnTo>
                  <a:pt x="163" y="584"/>
                </a:lnTo>
                <a:lnTo>
                  <a:pt x="162" y="584"/>
                </a:lnTo>
                <a:lnTo>
                  <a:pt x="162" y="583"/>
                </a:lnTo>
                <a:lnTo>
                  <a:pt x="161" y="583"/>
                </a:lnTo>
                <a:lnTo>
                  <a:pt x="161" y="582"/>
                </a:lnTo>
                <a:lnTo>
                  <a:pt x="160" y="582"/>
                </a:lnTo>
                <a:lnTo>
                  <a:pt x="159" y="582"/>
                </a:lnTo>
                <a:lnTo>
                  <a:pt x="158" y="582"/>
                </a:lnTo>
                <a:lnTo>
                  <a:pt x="157" y="582"/>
                </a:lnTo>
                <a:lnTo>
                  <a:pt x="156" y="581"/>
                </a:lnTo>
                <a:lnTo>
                  <a:pt x="155" y="581"/>
                </a:lnTo>
                <a:lnTo>
                  <a:pt x="155" y="580"/>
                </a:lnTo>
                <a:lnTo>
                  <a:pt x="154" y="580"/>
                </a:lnTo>
                <a:lnTo>
                  <a:pt x="153" y="580"/>
                </a:lnTo>
                <a:lnTo>
                  <a:pt x="152" y="580"/>
                </a:lnTo>
                <a:lnTo>
                  <a:pt x="152" y="581"/>
                </a:lnTo>
                <a:lnTo>
                  <a:pt x="151" y="581"/>
                </a:lnTo>
                <a:lnTo>
                  <a:pt x="150" y="581"/>
                </a:lnTo>
                <a:lnTo>
                  <a:pt x="149" y="581"/>
                </a:lnTo>
                <a:lnTo>
                  <a:pt x="149" y="582"/>
                </a:lnTo>
                <a:lnTo>
                  <a:pt x="148" y="582"/>
                </a:lnTo>
                <a:lnTo>
                  <a:pt x="148" y="581"/>
                </a:lnTo>
                <a:lnTo>
                  <a:pt x="147" y="581"/>
                </a:lnTo>
                <a:lnTo>
                  <a:pt x="146" y="581"/>
                </a:lnTo>
                <a:lnTo>
                  <a:pt x="145" y="581"/>
                </a:lnTo>
                <a:lnTo>
                  <a:pt x="144" y="581"/>
                </a:lnTo>
                <a:lnTo>
                  <a:pt x="144" y="582"/>
                </a:lnTo>
                <a:lnTo>
                  <a:pt x="142" y="582"/>
                </a:lnTo>
                <a:lnTo>
                  <a:pt x="142" y="583"/>
                </a:lnTo>
                <a:lnTo>
                  <a:pt x="142" y="584"/>
                </a:lnTo>
                <a:lnTo>
                  <a:pt x="142" y="585"/>
                </a:lnTo>
                <a:lnTo>
                  <a:pt x="141" y="586"/>
                </a:lnTo>
                <a:lnTo>
                  <a:pt x="140" y="586"/>
                </a:lnTo>
                <a:lnTo>
                  <a:pt x="139" y="586"/>
                </a:lnTo>
                <a:lnTo>
                  <a:pt x="139" y="587"/>
                </a:lnTo>
                <a:lnTo>
                  <a:pt x="138" y="587"/>
                </a:lnTo>
                <a:lnTo>
                  <a:pt x="136" y="587"/>
                </a:lnTo>
                <a:lnTo>
                  <a:pt x="136" y="588"/>
                </a:lnTo>
                <a:lnTo>
                  <a:pt x="135" y="588"/>
                </a:lnTo>
                <a:lnTo>
                  <a:pt x="136" y="588"/>
                </a:lnTo>
                <a:lnTo>
                  <a:pt x="135" y="588"/>
                </a:lnTo>
                <a:lnTo>
                  <a:pt x="134" y="588"/>
                </a:lnTo>
                <a:lnTo>
                  <a:pt x="133" y="588"/>
                </a:lnTo>
                <a:lnTo>
                  <a:pt x="133" y="589"/>
                </a:lnTo>
                <a:lnTo>
                  <a:pt x="132" y="589"/>
                </a:lnTo>
                <a:lnTo>
                  <a:pt x="131" y="589"/>
                </a:lnTo>
                <a:lnTo>
                  <a:pt x="130" y="590"/>
                </a:lnTo>
                <a:lnTo>
                  <a:pt x="129" y="590"/>
                </a:lnTo>
                <a:lnTo>
                  <a:pt x="129" y="591"/>
                </a:lnTo>
                <a:lnTo>
                  <a:pt x="130" y="591"/>
                </a:lnTo>
                <a:lnTo>
                  <a:pt x="130" y="592"/>
                </a:lnTo>
                <a:lnTo>
                  <a:pt x="130" y="593"/>
                </a:lnTo>
                <a:lnTo>
                  <a:pt x="130" y="594"/>
                </a:lnTo>
                <a:lnTo>
                  <a:pt x="129" y="595"/>
                </a:lnTo>
                <a:lnTo>
                  <a:pt x="128" y="595"/>
                </a:lnTo>
                <a:lnTo>
                  <a:pt x="127" y="595"/>
                </a:lnTo>
                <a:lnTo>
                  <a:pt x="126" y="595"/>
                </a:lnTo>
                <a:lnTo>
                  <a:pt x="126" y="596"/>
                </a:lnTo>
                <a:lnTo>
                  <a:pt x="125" y="597"/>
                </a:lnTo>
                <a:lnTo>
                  <a:pt x="125" y="598"/>
                </a:lnTo>
                <a:lnTo>
                  <a:pt x="124" y="599"/>
                </a:lnTo>
                <a:lnTo>
                  <a:pt x="124" y="600"/>
                </a:lnTo>
                <a:lnTo>
                  <a:pt x="123" y="600"/>
                </a:lnTo>
                <a:lnTo>
                  <a:pt x="122" y="600"/>
                </a:lnTo>
                <a:lnTo>
                  <a:pt x="122" y="601"/>
                </a:lnTo>
                <a:lnTo>
                  <a:pt x="122" y="602"/>
                </a:lnTo>
                <a:lnTo>
                  <a:pt x="122" y="603"/>
                </a:lnTo>
                <a:lnTo>
                  <a:pt x="121" y="604"/>
                </a:lnTo>
                <a:lnTo>
                  <a:pt x="120" y="605"/>
                </a:lnTo>
                <a:lnTo>
                  <a:pt x="119" y="605"/>
                </a:lnTo>
                <a:lnTo>
                  <a:pt x="119" y="604"/>
                </a:lnTo>
                <a:lnTo>
                  <a:pt x="117" y="604"/>
                </a:lnTo>
                <a:lnTo>
                  <a:pt x="116" y="604"/>
                </a:lnTo>
                <a:lnTo>
                  <a:pt x="115" y="605"/>
                </a:lnTo>
                <a:lnTo>
                  <a:pt x="114" y="605"/>
                </a:lnTo>
                <a:lnTo>
                  <a:pt x="114" y="606"/>
                </a:lnTo>
                <a:lnTo>
                  <a:pt x="113" y="606"/>
                </a:lnTo>
                <a:lnTo>
                  <a:pt x="112" y="606"/>
                </a:lnTo>
                <a:lnTo>
                  <a:pt x="112" y="607"/>
                </a:lnTo>
                <a:lnTo>
                  <a:pt x="111" y="606"/>
                </a:lnTo>
                <a:lnTo>
                  <a:pt x="110" y="606"/>
                </a:lnTo>
                <a:lnTo>
                  <a:pt x="109" y="605"/>
                </a:lnTo>
                <a:lnTo>
                  <a:pt x="108" y="605"/>
                </a:lnTo>
                <a:lnTo>
                  <a:pt x="108" y="606"/>
                </a:lnTo>
                <a:lnTo>
                  <a:pt x="107" y="606"/>
                </a:lnTo>
                <a:lnTo>
                  <a:pt x="106" y="606"/>
                </a:lnTo>
                <a:lnTo>
                  <a:pt x="106" y="607"/>
                </a:lnTo>
                <a:lnTo>
                  <a:pt x="105" y="607"/>
                </a:lnTo>
                <a:lnTo>
                  <a:pt x="104" y="608"/>
                </a:lnTo>
                <a:lnTo>
                  <a:pt x="103" y="607"/>
                </a:lnTo>
                <a:lnTo>
                  <a:pt x="102" y="607"/>
                </a:lnTo>
                <a:lnTo>
                  <a:pt x="101" y="607"/>
                </a:lnTo>
                <a:lnTo>
                  <a:pt x="100" y="607"/>
                </a:lnTo>
                <a:lnTo>
                  <a:pt x="100" y="606"/>
                </a:lnTo>
                <a:lnTo>
                  <a:pt x="99" y="606"/>
                </a:lnTo>
                <a:lnTo>
                  <a:pt x="99" y="607"/>
                </a:lnTo>
                <a:lnTo>
                  <a:pt x="98" y="607"/>
                </a:lnTo>
                <a:lnTo>
                  <a:pt x="97" y="607"/>
                </a:lnTo>
                <a:lnTo>
                  <a:pt x="96" y="608"/>
                </a:lnTo>
                <a:lnTo>
                  <a:pt x="95" y="608"/>
                </a:lnTo>
                <a:lnTo>
                  <a:pt x="95" y="609"/>
                </a:lnTo>
                <a:lnTo>
                  <a:pt x="94" y="608"/>
                </a:lnTo>
                <a:lnTo>
                  <a:pt x="93" y="608"/>
                </a:lnTo>
                <a:lnTo>
                  <a:pt x="93" y="607"/>
                </a:lnTo>
                <a:lnTo>
                  <a:pt x="92" y="607"/>
                </a:lnTo>
                <a:lnTo>
                  <a:pt x="91" y="607"/>
                </a:lnTo>
                <a:lnTo>
                  <a:pt x="91" y="608"/>
                </a:lnTo>
                <a:lnTo>
                  <a:pt x="91" y="609"/>
                </a:lnTo>
                <a:lnTo>
                  <a:pt x="91" y="610"/>
                </a:lnTo>
                <a:lnTo>
                  <a:pt x="90" y="610"/>
                </a:lnTo>
                <a:lnTo>
                  <a:pt x="89" y="610"/>
                </a:lnTo>
                <a:lnTo>
                  <a:pt x="88" y="610"/>
                </a:lnTo>
                <a:lnTo>
                  <a:pt x="88" y="609"/>
                </a:lnTo>
                <a:lnTo>
                  <a:pt x="87" y="609"/>
                </a:lnTo>
                <a:lnTo>
                  <a:pt x="85" y="609"/>
                </a:lnTo>
                <a:lnTo>
                  <a:pt x="84" y="609"/>
                </a:lnTo>
                <a:lnTo>
                  <a:pt x="84" y="608"/>
                </a:lnTo>
                <a:lnTo>
                  <a:pt x="83" y="608"/>
                </a:lnTo>
                <a:lnTo>
                  <a:pt x="82" y="608"/>
                </a:lnTo>
                <a:lnTo>
                  <a:pt x="81" y="610"/>
                </a:lnTo>
                <a:lnTo>
                  <a:pt x="81" y="611"/>
                </a:lnTo>
                <a:lnTo>
                  <a:pt x="80" y="612"/>
                </a:lnTo>
                <a:lnTo>
                  <a:pt x="80" y="613"/>
                </a:lnTo>
                <a:lnTo>
                  <a:pt x="79" y="613"/>
                </a:lnTo>
                <a:lnTo>
                  <a:pt x="79" y="614"/>
                </a:lnTo>
                <a:lnTo>
                  <a:pt x="78" y="614"/>
                </a:lnTo>
                <a:lnTo>
                  <a:pt x="77" y="614"/>
                </a:lnTo>
                <a:lnTo>
                  <a:pt x="76" y="614"/>
                </a:lnTo>
                <a:lnTo>
                  <a:pt x="74" y="614"/>
                </a:lnTo>
                <a:lnTo>
                  <a:pt x="73" y="615"/>
                </a:lnTo>
                <a:lnTo>
                  <a:pt x="72" y="615"/>
                </a:lnTo>
                <a:lnTo>
                  <a:pt x="71" y="616"/>
                </a:lnTo>
                <a:lnTo>
                  <a:pt x="70" y="616"/>
                </a:lnTo>
                <a:lnTo>
                  <a:pt x="69" y="617"/>
                </a:lnTo>
                <a:lnTo>
                  <a:pt x="68" y="618"/>
                </a:lnTo>
                <a:lnTo>
                  <a:pt x="67" y="618"/>
                </a:lnTo>
                <a:lnTo>
                  <a:pt x="66" y="619"/>
                </a:lnTo>
                <a:lnTo>
                  <a:pt x="65" y="619"/>
                </a:lnTo>
                <a:lnTo>
                  <a:pt x="65" y="618"/>
                </a:lnTo>
                <a:lnTo>
                  <a:pt x="65" y="617"/>
                </a:lnTo>
                <a:lnTo>
                  <a:pt x="64" y="617"/>
                </a:lnTo>
                <a:lnTo>
                  <a:pt x="63" y="616"/>
                </a:lnTo>
                <a:lnTo>
                  <a:pt x="62" y="616"/>
                </a:lnTo>
                <a:lnTo>
                  <a:pt x="61" y="617"/>
                </a:lnTo>
                <a:lnTo>
                  <a:pt x="62" y="617"/>
                </a:lnTo>
                <a:lnTo>
                  <a:pt x="62" y="618"/>
                </a:lnTo>
                <a:lnTo>
                  <a:pt x="61" y="618"/>
                </a:lnTo>
                <a:lnTo>
                  <a:pt x="61" y="619"/>
                </a:lnTo>
                <a:lnTo>
                  <a:pt x="61" y="620"/>
                </a:lnTo>
                <a:lnTo>
                  <a:pt x="60" y="621"/>
                </a:lnTo>
                <a:lnTo>
                  <a:pt x="60" y="622"/>
                </a:lnTo>
                <a:lnTo>
                  <a:pt x="60" y="623"/>
                </a:lnTo>
                <a:lnTo>
                  <a:pt x="59" y="624"/>
                </a:lnTo>
                <a:lnTo>
                  <a:pt x="58" y="625"/>
                </a:lnTo>
                <a:lnTo>
                  <a:pt x="57" y="626"/>
                </a:lnTo>
                <a:lnTo>
                  <a:pt x="56" y="626"/>
                </a:lnTo>
                <a:lnTo>
                  <a:pt x="55" y="626"/>
                </a:lnTo>
                <a:lnTo>
                  <a:pt x="54" y="627"/>
                </a:lnTo>
                <a:lnTo>
                  <a:pt x="54" y="628"/>
                </a:lnTo>
                <a:lnTo>
                  <a:pt x="53" y="628"/>
                </a:lnTo>
                <a:lnTo>
                  <a:pt x="52" y="628"/>
                </a:lnTo>
                <a:lnTo>
                  <a:pt x="52" y="627"/>
                </a:lnTo>
                <a:lnTo>
                  <a:pt x="51" y="626"/>
                </a:lnTo>
                <a:lnTo>
                  <a:pt x="51" y="625"/>
                </a:lnTo>
                <a:lnTo>
                  <a:pt x="50" y="625"/>
                </a:lnTo>
                <a:lnTo>
                  <a:pt x="50" y="624"/>
                </a:lnTo>
                <a:lnTo>
                  <a:pt x="49" y="624"/>
                </a:lnTo>
                <a:lnTo>
                  <a:pt x="47" y="624"/>
                </a:lnTo>
                <a:lnTo>
                  <a:pt x="46" y="624"/>
                </a:lnTo>
                <a:lnTo>
                  <a:pt x="46" y="625"/>
                </a:lnTo>
                <a:lnTo>
                  <a:pt x="45" y="625"/>
                </a:lnTo>
                <a:lnTo>
                  <a:pt x="45" y="626"/>
                </a:lnTo>
                <a:lnTo>
                  <a:pt x="44" y="626"/>
                </a:lnTo>
                <a:lnTo>
                  <a:pt x="44" y="627"/>
                </a:lnTo>
                <a:lnTo>
                  <a:pt x="43" y="627"/>
                </a:lnTo>
                <a:lnTo>
                  <a:pt x="43" y="628"/>
                </a:lnTo>
                <a:lnTo>
                  <a:pt x="43" y="629"/>
                </a:lnTo>
                <a:lnTo>
                  <a:pt x="42" y="629"/>
                </a:lnTo>
                <a:lnTo>
                  <a:pt x="41" y="629"/>
                </a:lnTo>
                <a:lnTo>
                  <a:pt x="41" y="628"/>
                </a:lnTo>
                <a:lnTo>
                  <a:pt x="41" y="629"/>
                </a:lnTo>
                <a:lnTo>
                  <a:pt x="40" y="629"/>
                </a:lnTo>
                <a:lnTo>
                  <a:pt x="40" y="630"/>
                </a:lnTo>
                <a:lnTo>
                  <a:pt x="40" y="631"/>
                </a:lnTo>
                <a:lnTo>
                  <a:pt x="39" y="631"/>
                </a:lnTo>
                <a:lnTo>
                  <a:pt x="38" y="631"/>
                </a:lnTo>
                <a:lnTo>
                  <a:pt x="38" y="630"/>
                </a:lnTo>
                <a:lnTo>
                  <a:pt x="37" y="630"/>
                </a:lnTo>
                <a:lnTo>
                  <a:pt x="36" y="630"/>
                </a:lnTo>
                <a:lnTo>
                  <a:pt x="36" y="629"/>
                </a:lnTo>
                <a:lnTo>
                  <a:pt x="35" y="629"/>
                </a:lnTo>
                <a:lnTo>
                  <a:pt x="34" y="629"/>
                </a:lnTo>
                <a:lnTo>
                  <a:pt x="34" y="628"/>
                </a:lnTo>
                <a:lnTo>
                  <a:pt x="34" y="629"/>
                </a:lnTo>
                <a:lnTo>
                  <a:pt x="33" y="629"/>
                </a:lnTo>
                <a:lnTo>
                  <a:pt x="32" y="629"/>
                </a:lnTo>
                <a:lnTo>
                  <a:pt x="32" y="630"/>
                </a:lnTo>
                <a:lnTo>
                  <a:pt x="31" y="630"/>
                </a:lnTo>
                <a:lnTo>
                  <a:pt x="31" y="631"/>
                </a:lnTo>
                <a:lnTo>
                  <a:pt x="29" y="631"/>
                </a:lnTo>
                <a:lnTo>
                  <a:pt x="28" y="631"/>
                </a:lnTo>
                <a:lnTo>
                  <a:pt x="27" y="631"/>
                </a:lnTo>
                <a:lnTo>
                  <a:pt x="26" y="631"/>
                </a:lnTo>
                <a:lnTo>
                  <a:pt x="25" y="631"/>
                </a:lnTo>
                <a:lnTo>
                  <a:pt x="25" y="630"/>
                </a:lnTo>
                <a:lnTo>
                  <a:pt x="24" y="630"/>
                </a:lnTo>
                <a:lnTo>
                  <a:pt x="24" y="629"/>
                </a:lnTo>
                <a:lnTo>
                  <a:pt x="23" y="629"/>
                </a:lnTo>
                <a:lnTo>
                  <a:pt x="23" y="628"/>
                </a:lnTo>
                <a:lnTo>
                  <a:pt x="22" y="628"/>
                </a:lnTo>
                <a:lnTo>
                  <a:pt x="21" y="628"/>
                </a:lnTo>
                <a:lnTo>
                  <a:pt x="20" y="628"/>
                </a:lnTo>
                <a:lnTo>
                  <a:pt x="20" y="629"/>
                </a:lnTo>
                <a:lnTo>
                  <a:pt x="19" y="629"/>
                </a:lnTo>
                <a:lnTo>
                  <a:pt x="19" y="630"/>
                </a:lnTo>
                <a:lnTo>
                  <a:pt x="18" y="630"/>
                </a:lnTo>
                <a:lnTo>
                  <a:pt x="17" y="630"/>
                </a:lnTo>
                <a:lnTo>
                  <a:pt x="17" y="631"/>
                </a:lnTo>
                <a:lnTo>
                  <a:pt x="15" y="631"/>
                </a:lnTo>
                <a:lnTo>
                  <a:pt x="15" y="630"/>
                </a:lnTo>
                <a:lnTo>
                  <a:pt x="14" y="630"/>
                </a:lnTo>
                <a:lnTo>
                  <a:pt x="13" y="630"/>
                </a:lnTo>
                <a:lnTo>
                  <a:pt x="12" y="629"/>
                </a:lnTo>
                <a:lnTo>
                  <a:pt x="11" y="629"/>
                </a:lnTo>
                <a:lnTo>
                  <a:pt x="8" y="629"/>
                </a:lnTo>
                <a:lnTo>
                  <a:pt x="6" y="629"/>
                </a:lnTo>
                <a:lnTo>
                  <a:pt x="5" y="629"/>
                </a:lnTo>
                <a:lnTo>
                  <a:pt x="5" y="628"/>
                </a:lnTo>
                <a:lnTo>
                  <a:pt x="4" y="628"/>
                </a:lnTo>
                <a:lnTo>
                  <a:pt x="3" y="628"/>
                </a:lnTo>
                <a:lnTo>
                  <a:pt x="3" y="627"/>
                </a:lnTo>
                <a:lnTo>
                  <a:pt x="2" y="627"/>
                </a:lnTo>
                <a:lnTo>
                  <a:pt x="1" y="626"/>
                </a:lnTo>
                <a:lnTo>
                  <a:pt x="1" y="625"/>
                </a:lnTo>
                <a:lnTo>
                  <a:pt x="1" y="624"/>
                </a:lnTo>
                <a:lnTo>
                  <a:pt x="0" y="624"/>
                </a:lnTo>
                <a:lnTo>
                  <a:pt x="0" y="623"/>
                </a:lnTo>
                <a:lnTo>
                  <a:pt x="0" y="622"/>
                </a:lnTo>
                <a:lnTo>
                  <a:pt x="1" y="622"/>
                </a:lnTo>
                <a:lnTo>
                  <a:pt x="1" y="621"/>
                </a:lnTo>
                <a:lnTo>
                  <a:pt x="1" y="620"/>
                </a:lnTo>
                <a:lnTo>
                  <a:pt x="1" y="619"/>
                </a:lnTo>
                <a:lnTo>
                  <a:pt x="1" y="618"/>
                </a:lnTo>
                <a:lnTo>
                  <a:pt x="1" y="617"/>
                </a:lnTo>
                <a:lnTo>
                  <a:pt x="2" y="617"/>
                </a:lnTo>
                <a:lnTo>
                  <a:pt x="2" y="616"/>
                </a:lnTo>
                <a:lnTo>
                  <a:pt x="2" y="611"/>
                </a:lnTo>
                <a:lnTo>
                  <a:pt x="2" y="610"/>
                </a:lnTo>
                <a:lnTo>
                  <a:pt x="1" y="610"/>
                </a:lnTo>
                <a:lnTo>
                  <a:pt x="1" y="609"/>
                </a:lnTo>
                <a:lnTo>
                  <a:pt x="1" y="608"/>
                </a:lnTo>
                <a:lnTo>
                  <a:pt x="1" y="607"/>
                </a:lnTo>
                <a:lnTo>
                  <a:pt x="1" y="606"/>
                </a:lnTo>
                <a:lnTo>
                  <a:pt x="1" y="605"/>
                </a:lnTo>
                <a:lnTo>
                  <a:pt x="1" y="604"/>
                </a:lnTo>
                <a:lnTo>
                  <a:pt x="1" y="603"/>
                </a:lnTo>
                <a:lnTo>
                  <a:pt x="0" y="602"/>
                </a:lnTo>
                <a:lnTo>
                  <a:pt x="0" y="601"/>
                </a:lnTo>
                <a:lnTo>
                  <a:pt x="0" y="600"/>
                </a:lnTo>
                <a:lnTo>
                  <a:pt x="0" y="599"/>
                </a:lnTo>
                <a:lnTo>
                  <a:pt x="0" y="597"/>
                </a:lnTo>
                <a:lnTo>
                  <a:pt x="0" y="596"/>
                </a:lnTo>
                <a:lnTo>
                  <a:pt x="0" y="595"/>
                </a:lnTo>
                <a:lnTo>
                  <a:pt x="1" y="595"/>
                </a:lnTo>
                <a:lnTo>
                  <a:pt x="1" y="594"/>
                </a:lnTo>
                <a:lnTo>
                  <a:pt x="2" y="594"/>
                </a:lnTo>
                <a:lnTo>
                  <a:pt x="2" y="593"/>
                </a:lnTo>
                <a:lnTo>
                  <a:pt x="3" y="593"/>
                </a:lnTo>
                <a:lnTo>
                  <a:pt x="3" y="591"/>
                </a:lnTo>
                <a:lnTo>
                  <a:pt x="4" y="590"/>
                </a:lnTo>
                <a:lnTo>
                  <a:pt x="5" y="590"/>
                </a:lnTo>
                <a:lnTo>
                  <a:pt x="6" y="590"/>
                </a:lnTo>
                <a:lnTo>
                  <a:pt x="6" y="589"/>
                </a:lnTo>
                <a:lnTo>
                  <a:pt x="6" y="588"/>
                </a:lnTo>
                <a:lnTo>
                  <a:pt x="6" y="587"/>
                </a:lnTo>
                <a:lnTo>
                  <a:pt x="6" y="586"/>
                </a:lnTo>
                <a:lnTo>
                  <a:pt x="7" y="586"/>
                </a:lnTo>
                <a:lnTo>
                  <a:pt x="8" y="586"/>
                </a:lnTo>
                <a:lnTo>
                  <a:pt x="8" y="585"/>
                </a:lnTo>
                <a:lnTo>
                  <a:pt x="9" y="584"/>
                </a:lnTo>
                <a:lnTo>
                  <a:pt x="9" y="583"/>
                </a:lnTo>
                <a:lnTo>
                  <a:pt x="9" y="582"/>
                </a:lnTo>
                <a:lnTo>
                  <a:pt x="9" y="581"/>
                </a:lnTo>
                <a:lnTo>
                  <a:pt x="8" y="581"/>
                </a:lnTo>
                <a:lnTo>
                  <a:pt x="8" y="580"/>
                </a:lnTo>
                <a:lnTo>
                  <a:pt x="9" y="580"/>
                </a:lnTo>
                <a:lnTo>
                  <a:pt x="10" y="580"/>
                </a:lnTo>
                <a:lnTo>
                  <a:pt x="10" y="579"/>
                </a:lnTo>
                <a:lnTo>
                  <a:pt x="11" y="579"/>
                </a:lnTo>
                <a:lnTo>
                  <a:pt x="11" y="578"/>
                </a:lnTo>
                <a:lnTo>
                  <a:pt x="11" y="577"/>
                </a:lnTo>
                <a:lnTo>
                  <a:pt x="12" y="577"/>
                </a:lnTo>
                <a:lnTo>
                  <a:pt x="12" y="576"/>
                </a:lnTo>
                <a:lnTo>
                  <a:pt x="12" y="575"/>
                </a:lnTo>
                <a:lnTo>
                  <a:pt x="13" y="574"/>
                </a:lnTo>
                <a:lnTo>
                  <a:pt x="12" y="574"/>
                </a:lnTo>
                <a:lnTo>
                  <a:pt x="12" y="573"/>
                </a:lnTo>
                <a:lnTo>
                  <a:pt x="11" y="572"/>
                </a:lnTo>
                <a:lnTo>
                  <a:pt x="11" y="571"/>
                </a:lnTo>
                <a:lnTo>
                  <a:pt x="11" y="570"/>
                </a:lnTo>
                <a:lnTo>
                  <a:pt x="11" y="569"/>
                </a:lnTo>
                <a:lnTo>
                  <a:pt x="11" y="568"/>
                </a:lnTo>
                <a:lnTo>
                  <a:pt x="12" y="567"/>
                </a:lnTo>
                <a:lnTo>
                  <a:pt x="12" y="566"/>
                </a:lnTo>
                <a:lnTo>
                  <a:pt x="12" y="565"/>
                </a:lnTo>
                <a:lnTo>
                  <a:pt x="12" y="564"/>
                </a:lnTo>
                <a:lnTo>
                  <a:pt x="12" y="563"/>
                </a:lnTo>
                <a:lnTo>
                  <a:pt x="12" y="562"/>
                </a:lnTo>
                <a:lnTo>
                  <a:pt x="13" y="562"/>
                </a:lnTo>
                <a:lnTo>
                  <a:pt x="13" y="561"/>
                </a:lnTo>
                <a:lnTo>
                  <a:pt x="13" y="560"/>
                </a:lnTo>
                <a:lnTo>
                  <a:pt x="14" y="560"/>
                </a:lnTo>
                <a:lnTo>
                  <a:pt x="15" y="560"/>
                </a:lnTo>
                <a:lnTo>
                  <a:pt x="16" y="559"/>
                </a:lnTo>
                <a:lnTo>
                  <a:pt x="16" y="558"/>
                </a:lnTo>
                <a:lnTo>
                  <a:pt x="15" y="558"/>
                </a:lnTo>
                <a:lnTo>
                  <a:pt x="16" y="558"/>
                </a:lnTo>
                <a:lnTo>
                  <a:pt x="16" y="557"/>
                </a:lnTo>
                <a:lnTo>
                  <a:pt x="16" y="556"/>
                </a:lnTo>
                <a:lnTo>
                  <a:pt x="16" y="555"/>
                </a:lnTo>
                <a:lnTo>
                  <a:pt x="16" y="554"/>
                </a:lnTo>
                <a:lnTo>
                  <a:pt x="17" y="554"/>
                </a:lnTo>
                <a:lnTo>
                  <a:pt x="17" y="553"/>
                </a:lnTo>
                <a:lnTo>
                  <a:pt x="17" y="552"/>
                </a:lnTo>
                <a:lnTo>
                  <a:pt x="18" y="552"/>
                </a:lnTo>
                <a:lnTo>
                  <a:pt x="18" y="551"/>
                </a:lnTo>
                <a:lnTo>
                  <a:pt x="19" y="550"/>
                </a:lnTo>
                <a:lnTo>
                  <a:pt x="19" y="549"/>
                </a:lnTo>
                <a:lnTo>
                  <a:pt x="19" y="548"/>
                </a:lnTo>
                <a:lnTo>
                  <a:pt x="20" y="548"/>
                </a:lnTo>
                <a:lnTo>
                  <a:pt x="21" y="547"/>
                </a:lnTo>
                <a:lnTo>
                  <a:pt x="21" y="546"/>
                </a:lnTo>
                <a:lnTo>
                  <a:pt x="22" y="545"/>
                </a:lnTo>
                <a:lnTo>
                  <a:pt x="23" y="545"/>
                </a:lnTo>
                <a:lnTo>
                  <a:pt x="23" y="544"/>
                </a:lnTo>
                <a:lnTo>
                  <a:pt x="24" y="544"/>
                </a:lnTo>
                <a:lnTo>
                  <a:pt x="25" y="543"/>
                </a:lnTo>
                <a:lnTo>
                  <a:pt x="26" y="542"/>
                </a:lnTo>
                <a:lnTo>
                  <a:pt x="27" y="542"/>
                </a:lnTo>
                <a:lnTo>
                  <a:pt x="27" y="541"/>
                </a:lnTo>
                <a:lnTo>
                  <a:pt x="27" y="540"/>
                </a:lnTo>
                <a:lnTo>
                  <a:pt x="28" y="539"/>
                </a:lnTo>
                <a:lnTo>
                  <a:pt x="28" y="538"/>
                </a:lnTo>
                <a:lnTo>
                  <a:pt x="29" y="537"/>
                </a:lnTo>
                <a:lnTo>
                  <a:pt x="29" y="536"/>
                </a:lnTo>
                <a:lnTo>
                  <a:pt x="29" y="535"/>
                </a:lnTo>
                <a:lnTo>
                  <a:pt x="30" y="534"/>
                </a:lnTo>
                <a:lnTo>
                  <a:pt x="30" y="533"/>
                </a:lnTo>
                <a:lnTo>
                  <a:pt x="31" y="532"/>
                </a:lnTo>
                <a:lnTo>
                  <a:pt x="32" y="531"/>
                </a:lnTo>
                <a:lnTo>
                  <a:pt x="33" y="531"/>
                </a:lnTo>
                <a:lnTo>
                  <a:pt x="33" y="530"/>
                </a:lnTo>
                <a:lnTo>
                  <a:pt x="34" y="529"/>
                </a:lnTo>
                <a:lnTo>
                  <a:pt x="34" y="528"/>
                </a:lnTo>
                <a:lnTo>
                  <a:pt x="34" y="527"/>
                </a:lnTo>
                <a:lnTo>
                  <a:pt x="34" y="526"/>
                </a:lnTo>
                <a:lnTo>
                  <a:pt x="34" y="525"/>
                </a:lnTo>
                <a:lnTo>
                  <a:pt x="34" y="524"/>
                </a:lnTo>
                <a:lnTo>
                  <a:pt x="34" y="523"/>
                </a:lnTo>
                <a:lnTo>
                  <a:pt x="34" y="522"/>
                </a:lnTo>
                <a:lnTo>
                  <a:pt x="33" y="521"/>
                </a:lnTo>
                <a:lnTo>
                  <a:pt x="32" y="521"/>
                </a:lnTo>
                <a:lnTo>
                  <a:pt x="32" y="520"/>
                </a:lnTo>
                <a:lnTo>
                  <a:pt x="32" y="519"/>
                </a:lnTo>
                <a:lnTo>
                  <a:pt x="32" y="518"/>
                </a:lnTo>
                <a:lnTo>
                  <a:pt x="31" y="518"/>
                </a:lnTo>
                <a:lnTo>
                  <a:pt x="31" y="517"/>
                </a:lnTo>
                <a:lnTo>
                  <a:pt x="31" y="516"/>
                </a:lnTo>
                <a:lnTo>
                  <a:pt x="31" y="515"/>
                </a:lnTo>
                <a:lnTo>
                  <a:pt x="31" y="514"/>
                </a:lnTo>
                <a:lnTo>
                  <a:pt x="31" y="513"/>
                </a:lnTo>
                <a:lnTo>
                  <a:pt x="30" y="512"/>
                </a:lnTo>
                <a:lnTo>
                  <a:pt x="30" y="511"/>
                </a:lnTo>
                <a:lnTo>
                  <a:pt x="31" y="511"/>
                </a:lnTo>
                <a:lnTo>
                  <a:pt x="31" y="510"/>
                </a:lnTo>
                <a:lnTo>
                  <a:pt x="30" y="510"/>
                </a:lnTo>
                <a:lnTo>
                  <a:pt x="30" y="509"/>
                </a:lnTo>
                <a:lnTo>
                  <a:pt x="29" y="509"/>
                </a:lnTo>
                <a:lnTo>
                  <a:pt x="29" y="508"/>
                </a:lnTo>
                <a:lnTo>
                  <a:pt x="30" y="508"/>
                </a:lnTo>
                <a:lnTo>
                  <a:pt x="30" y="507"/>
                </a:lnTo>
                <a:lnTo>
                  <a:pt x="29" y="505"/>
                </a:lnTo>
                <a:lnTo>
                  <a:pt x="29" y="504"/>
                </a:lnTo>
                <a:lnTo>
                  <a:pt x="28" y="503"/>
                </a:lnTo>
                <a:lnTo>
                  <a:pt x="28" y="502"/>
                </a:lnTo>
                <a:lnTo>
                  <a:pt x="28" y="501"/>
                </a:lnTo>
                <a:lnTo>
                  <a:pt x="28" y="499"/>
                </a:lnTo>
                <a:lnTo>
                  <a:pt x="27" y="499"/>
                </a:lnTo>
                <a:lnTo>
                  <a:pt x="26" y="499"/>
                </a:lnTo>
                <a:lnTo>
                  <a:pt x="25" y="499"/>
                </a:lnTo>
                <a:lnTo>
                  <a:pt x="25" y="498"/>
                </a:lnTo>
                <a:lnTo>
                  <a:pt x="25" y="497"/>
                </a:lnTo>
                <a:lnTo>
                  <a:pt x="25" y="496"/>
                </a:lnTo>
                <a:lnTo>
                  <a:pt x="25" y="495"/>
                </a:lnTo>
                <a:lnTo>
                  <a:pt x="25" y="494"/>
                </a:lnTo>
                <a:lnTo>
                  <a:pt x="24" y="493"/>
                </a:lnTo>
                <a:lnTo>
                  <a:pt x="24" y="492"/>
                </a:lnTo>
                <a:lnTo>
                  <a:pt x="24" y="491"/>
                </a:lnTo>
                <a:lnTo>
                  <a:pt x="25" y="491"/>
                </a:lnTo>
                <a:lnTo>
                  <a:pt x="25" y="490"/>
                </a:lnTo>
                <a:lnTo>
                  <a:pt x="25" y="489"/>
                </a:lnTo>
                <a:lnTo>
                  <a:pt x="24" y="489"/>
                </a:lnTo>
                <a:lnTo>
                  <a:pt x="24" y="488"/>
                </a:lnTo>
                <a:lnTo>
                  <a:pt x="23" y="488"/>
                </a:lnTo>
                <a:lnTo>
                  <a:pt x="23" y="487"/>
                </a:lnTo>
                <a:lnTo>
                  <a:pt x="23" y="486"/>
                </a:lnTo>
                <a:lnTo>
                  <a:pt x="24" y="486"/>
                </a:lnTo>
                <a:lnTo>
                  <a:pt x="24" y="485"/>
                </a:lnTo>
                <a:lnTo>
                  <a:pt x="23" y="485"/>
                </a:lnTo>
                <a:lnTo>
                  <a:pt x="23" y="484"/>
                </a:lnTo>
                <a:lnTo>
                  <a:pt x="23" y="483"/>
                </a:lnTo>
                <a:lnTo>
                  <a:pt x="23" y="482"/>
                </a:lnTo>
                <a:lnTo>
                  <a:pt x="22" y="482"/>
                </a:lnTo>
                <a:lnTo>
                  <a:pt x="22" y="481"/>
                </a:lnTo>
                <a:lnTo>
                  <a:pt x="22" y="480"/>
                </a:lnTo>
                <a:lnTo>
                  <a:pt x="21" y="480"/>
                </a:lnTo>
                <a:lnTo>
                  <a:pt x="21" y="479"/>
                </a:lnTo>
                <a:lnTo>
                  <a:pt x="21" y="478"/>
                </a:lnTo>
                <a:lnTo>
                  <a:pt x="21" y="477"/>
                </a:lnTo>
                <a:lnTo>
                  <a:pt x="21" y="476"/>
                </a:lnTo>
                <a:lnTo>
                  <a:pt x="20" y="476"/>
                </a:lnTo>
                <a:lnTo>
                  <a:pt x="20" y="475"/>
                </a:lnTo>
                <a:lnTo>
                  <a:pt x="20" y="474"/>
                </a:lnTo>
                <a:lnTo>
                  <a:pt x="19" y="474"/>
                </a:lnTo>
                <a:lnTo>
                  <a:pt x="19" y="473"/>
                </a:lnTo>
                <a:lnTo>
                  <a:pt x="19" y="471"/>
                </a:lnTo>
                <a:lnTo>
                  <a:pt x="19" y="470"/>
                </a:lnTo>
                <a:lnTo>
                  <a:pt x="19" y="469"/>
                </a:lnTo>
                <a:lnTo>
                  <a:pt x="19" y="468"/>
                </a:lnTo>
                <a:lnTo>
                  <a:pt x="20" y="468"/>
                </a:lnTo>
                <a:lnTo>
                  <a:pt x="20" y="467"/>
                </a:lnTo>
                <a:lnTo>
                  <a:pt x="20" y="466"/>
                </a:lnTo>
                <a:lnTo>
                  <a:pt x="20" y="465"/>
                </a:lnTo>
                <a:lnTo>
                  <a:pt x="19" y="465"/>
                </a:lnTo>
                <a:lnTo>
                  <a:pt x="19" y="464"/>
                </a:lnTo>
                <a:lnTo>
                  <a:pt x="20" y="464"/>
                </a:lnTo>
                <a:lnTo>
                  <a:pt x="20" y="463"/>
                </a:lnTo>
                <a:lnTo>
                  <a:pt x="21" y="462"/>
                </a:lnTo>
                <a:lnTo>
                  <a:pt x="21" y="461"/>
                </a:lnTo>
                <a:lnTo>
                  <a:pt x="22" y="461"/>
                </a:lnTo>
                <a:lnTo>
                  <a:pt x="22" y="460"/>
                </a:lnTo>
                <a:lnTo>
                  <a:pt x="21" y="460"/>
                </a:lnTo>
                <a:lnTo>
                  <a:pt x="21" y="459"/>
                </a:lnTo>
                <a:lnTo>
                  <a:pt x="21" y="458"/>
                </a:lnTo>
                <a:lnTo>
                  <a:pt x="21" y="457"/>
                </a:lnTo>
                <a:lnTo>
                  <a:pt x="21" y="456"/>
                </a:lnTo>
                <a:lnTo>
                  <a:pt x="21" y="455"/>
                </a:lnTo>
                <a:lnTo>
                  <a:pt x="21" y="454"/>
                </a:lnTo>
                <a:lnTo>
                  <a:pt x="20" y="454"/>
                </a:lnTo>
                <a:lnTo>
                  <a:pt x="20" y="453"/>
                </a:lnTo>
                <a:lnTo>
                  <a:pt x="20" y="452"/>
                </a:lnTo>
                <a:lnTo>
                  <a:pt x="20" y="451"/>
                </a:lnTo>
                <a:lnTo>
                  <a:pt x="21" y="451"/>
                </a:lnTo>
                <a:lnTo>
                  <a:pt x="21" y="449"/>
                </a:lnTo>
                <a:lnTo>
                  <a:pt x="21" y="448"/>
                </a:lnTo>
                <a:lnTo>
                  <a:pt x="22" y="448"/>
                </a:lnTo>
                <a:lnTo>
                  <a:pt x="22" y="447"/>
                </a:lnTo>
                <a:lnTo>
                  <a:pt x="23" y="446"/>
                </a:lnTo>
                <a:lnTo>
                  <a:pt x="22" y="446"/>
                </a:lnTo>
                <a:lnTo>
                  <a:pt x="22" y="445"/>
                </a:lnTo>
                <a:lnTo>
                  <a:pt x="23" y="445"/>
                </a:lnTo>
                <a:lnTo>
                  <a:pt x="23" y="444"/>
                </a:lnTo>
                <a:lnTo>
                  <a:pt x="23" y="443"/>
                </a:lnTo>
                <a:lnTo>
                  <a:pt x="22" y="442"/>
                </a:lnTo>
                <a:lnTo>
                  <a:pt x="21" y="441"/>
                </a:lnTo>
                <a:lnTo>
                  <a:pt x="21" y="440"/>
                </a:lnTo>
                <a:lnTo>
                  <a:pt x="22" y="439"/>
                </a:lnTo>
                <a:lnTo>
                  <a:pt x="23" y="439"/>
                </a:lnTo>
                <a:lnTo>
                  <a:pt x="23" y="438"/>
                </a:lnTo>
                <a:lnTo>
                  <a:pt x="24" y="438"/>
                </a:lnTo>
                <a:lnTo>
                  <a:pt x="24" y="437"/>
                </a:lnTo>
                <a:lnTo>
                  <a:pt x="24" y="435"/>
                </a:lnTo>
                <a:lnTo>
                  <a:pt x="24" y="434"/>
                </a:lnTo>
                <a:lnTo>
                  <a:pt x="24" y="433"/>
                </a:lnTo>
                <a:lnTo>
                  <a:pt x="24" y="432"/>
                </a:lnTo>
                <a:lnTo>
                  <a:pt x="24" y="431"/>
                </a:lnTo>
                <a:lnTo>
                  <a:pt x="23" y="431"/>
                </a:lnTo>
                <a:lnTo>
                  <a:pt x="23" y="430"/>
                </a:lnTo>
                <a:lnTo>
                  <a:pt x="23" y="429"/>
                </a:lnTo>
                <a:lnTo>
                  <a:pt x="23" y="428"/>
                </a:lnTo>
                <a:lnTo>
                  <a:pt x="23" y="427"/>
                </a:lnTo>
                <a:lnTo>
                  <a:pt x="24" y="427"/>
                </a:lnTo>
                <a:lnTo>
                  <a:pt x="23" y="427"/>
                </a:lnTo>
                <a:lnTo>
                  <a:pt x="23" y="426"/>
                </a:lnTo>
                <a:lnTo>
                  <a:pt x="22" y="426"/>
                </a:lnTo>
                <a:lnTo>
                  <a:pt x="21" y="426"/>
                </a:lnTo>
                <a:lnTo>
                  <a:pt x="21" y="425"/>
                </a:lnTo>
                <a:lnTo>
                  <a:pt x="19" y="423"/>
                </a:lnTo>
                <a:lnTo>
                  <a:pt x="18" y="422"/>
                </a:lnTo>
                <a:lnTo>
                  <a:pt x="18" y="421"/>
                </a:lnTo>
                <a:lnTo>
                  <a:pt x="18" y="420"/>
                </a:lnTo>
                <a:lnTo>
                  <a:pt x="17" y="420"/>
                </a:lnTo>
                <a:lnTo>
                  <a:pt x="17" y="419"/>
                </a:lnTo>
                <a:lnTo>
                  <a:pt x="16" y="418"/>
                </a:lnTo>
                <a:lnTo>
                  <a:pt x="15" y="418"/>
                </a:lnTo>
                <a:lnTo>
                  <a:pt x="14" y="417"/>
                </a:lnTo>
                <a:lnTo>
                  <a:pt x="14" y="416"/>
                </a:lnTo>
                <a:lnTo>
                  <a:pt x="14" y="415"/>
                </a:lnTo>
                <a:lnTo>
                  <a:pt x="15" y="415"/>
                </a:lnTo>
                <a:lnTo>
                  <a:pt x="16" y="416"/>
                </a:lnTo>
                <a:lnTo>
                  <a:pt x="17" y="417"/>
                </a:lnTo>
                <a:lnTo>
                  <a:pt x="18" y="417"/>
                </a:lnTo>
                <a:lnTo>
                  <a:pt x="18" y="416"/>
                </a:lnTo>
                <a:lnTo>
                  <a:pt x="18" y="415"/>
                </a:lnTo>
                <a:lnTo>
                  <a:pt x="18" y="414"/>
                </a:lnTo>
                <a:lnTo>
                  <a:pt x="19" y="413"/>
                </a:lnTo>
                <a:lnTo>
                  <a:pt x="19" y="412"/>
                </a:lnTo>
                <a:lnTo>
                  <a:pt x="19" y="411"/>
                </a:lnTo>
                <a:lnTo>
                  <a:pt x="18" y="411"/>
                </a:lnTo>
                <a:lnTo>
                  <a:pt x="18" y="412"/>
                </a:lnTo>
                <a:lnTo>
                  <a:pt x="17" y="412"/>
                </a:lnTo>
                <a:lnTo>
                  <a:pt x="17" y="413"/>
                </a:lnTo>
                <a:lnTo>
                  <a:pt x="16" y="413"/>
                </a:lnTo>
                <a:lnTo>
                  <a:pt x="16" y="412"/>
                </a:lnTo>
                <a:lnTo>
                  <a:pt x="16" y="411"/>
                </a:lnTo>
                <a:lnTo>
                  <a:pt x="17" y="411"/>
                </a:lnTo>
                <a:lnTo>
                  <a:pt x="18" y="410"/>
                </a:lnTo>
                <a:lnTo>
                  <a:pt x="17" y="410"/>
                </a:lnTo>
                <a:lnTo>
                  <a:pt x="17" y="409"/>
                </a:lnTo>
                <a:lnTo>
                  <a:pt x="16" y="409"/>
                </a:lnTo>
                <a:lnTo>
                  <a:pt x="15" y="408"/>
                </a:lnTo>
                <a:lnTo>
                  <a:pt x="14" y="408"/>
                </a:lnTo>
                <a:lnTo>
                  <a:pt x="13" y="408"/>
                </a:lnTo>
                <a:lnTo>
                  <a:pt x="13" y="407"/>
                </a:lnTo>
                <a:lnTo>
                  <a:pt x="14" y="407"/>
                </a:lnTo>
                <a:lnTo>
                  <a:pt x="15" y="407"/>
                </a:lnTo>
                <a:lnTo>
                  <a:pt x="16" y="405"/>
                </a:lnTo>
                <a:lnTo>
                  <a:pt x="17" y="404"/>
                </a:lnTo>
                <a:lnTo>
                  <a:pt x="17" y="403"/>
                </a:lnTo>
                <a:lnTo>
                  <a:pt x="17" y="402"/>
                </a:lnTo>
                <a:lnTo>
                  <a:pt x="16" y="402"/>
                </a:lnTo>
                <a:lnTo>
                  <a:pt x="15" y="402"/>
                </a:lnTo>
                <a:lnTo>
                  <a:pt x="16" y="401"/>
                </a:lnTo>
                <a:lnTo>
                  <a:pt x="17" y="401"/>
                </a:lnTo>
                <a:lnTo>
                  <a:pt x="17" y="400"/>
                </a:lnTo>
                <a:lnTo>
                  <a:pt x="17" y="399"/>
                </a:lnTo>
                <a:lnTo>
                  <a:pt x="17" y="398"/>
                </a:lnTo>
                <a:lnTo>
                  <a:pt x="16" y="398"/>
                </a:lnTo>
                <a:lnTo>
                  <a:pt x="15" y="398"/>
                </a:lnTo>
                <a:lnTo>
                  <a:pt x="14" y="398"/>
                </a:lnTo>
                <a:lnTo>
                  <a:pt x="13" y="398"/>
                </a:lnTo>
                <a:lnTo>
                  <a:pt x="13" y="397"/>
                </a:lnTo>
                <a:lnTo>
                  <a:pt x="12" y="397"/>
                </a:lnTo>
                <a:lnTo>
                  <a:pt x="12" y="396"/>
                </a:lnTo>
                <a:lnTo>
                  <a:pt x="13" y="396"/>
                </a:lnTo>
                <a:lnTo>
                  <a:pt x="14" y="396"/>
                </a:lnTo>
                <a:lnTo>
                  <a:pt x="15" y="396"/>
                </a:lnTo>
                <a:lnTo>
                  <a:pt x="15" y="395"/>
                </a:lnTo>
                <a:lnTo>
                  <a:pt x="16" y="395"/>
                </a:lnTo>
                <a:lnTo>
                  <a:pt x="16" y="394"/>
                </a:lnTo>
                <a:lnTo>
                  <a:pt x="16" y="392"/>
                </a:lnTo>
                <a:lnTo>
                  <a:pt x="16" y="391"/>
                </a:lnTo>
                <a:lnTo>
                  <a:pt x="17" y="389"/>
                </a:lnTo>
                <a:lnTo>
                  <a:pt x="17" y="388"/>
                </a:lnTo>
                <a:lnTo>
                  <a:pt x="17" y="387"/>
                </a:lnTo>
                <a:lnTo>
                  <a:pt x="16" y="387"/>
                </a:lnTo>
                <a:lnTo>
                  <a:pt x="16" y="386"/>
                </a:lnTo>
                <a:lnTo>
                  <a:pt x="15" y="385"/>
                </a:lnTo>
                <a:lnTo>
                  <a:pt x="14" y="385"/>
                </a:lnTo>
                <a:lnTo>
                  <a:pt x="13" y="384"/>
                </a:lnTo>
                <a:lnTo>
                  <a:pt x="13" y="383"/>
                </a:lnTo>
                <a:lnTo>
                  <a:pt x="13" y="382"/>
                </a:lnTo>
                <a:lnTo>
                  <a:pt x="15" y="382"/>
                </a:lnTo>
                <a:lnTo>
                  <a:pt x="16" y="382"/>
                </a:lnTo>
                <a:lnTo>
                  <a:pt x="17" y="383"/>
                </a:lnTo>
                <a:lnTo>
                  <a:pt x="17" y="384"/>
                </a:lnTo>
                <a:lnTo>
                  <a:pt x="18" y="384"/>
                </a:lnTo>
                <a:lnTo>
                  <a:pt x="19" y="384"/>
                </a:lnTo>
                <a:lnTo>
                  <a:pt x="19" y="383"/>
                </a:lnTo>
                <a:lnTo>
                  <a:pt x="19" y="382"/>
                </a:lnTo>
                <a:lnTo>
                  <a:pt x="18" y="382"/>
                </a:lnTo>
                <a:lnTo>
                  <a:pt x="17" y="382"/>
                </a:lnTo>
                <a:lnTo>
                  <a:pt x="16" y="382"/>
                </a:lnTo>
                <a:lnTo>
                  <a:pt x="16" y="381"/>
                </a:lnTo>
                <a:lnTo>
                  <a:pt x="17" y="380"/>
                </a:lnTo>
                <a:lnTo>
                  <a:pt x="18" y="380"/>
                </a:lnTo>
                <a:lnTo>
                  <a:pt x="19" y="380"/>
                </a:lnTo>
                <a:lnTo>
                  <a:pt x="20" y="380"/>
                </a:lnTo>
                <a:lnTo>
                  <a:pt x="20" y="379"/>
                </a:lnTo>
                <a:lnTo>
                  <a:pt x="21" y="379"/>
                </a:lnTo>
                <a:lnTo>
                  <a:pt x="21" y="378"/>
                </a:lnTo>
                <a:lnTo>
                  <a:pt x="22" y="378"/>
                </a:lnTo>
                <a:lnTo>
                  <a:pt x="23" y="376"/>
                </a:lnTo>
                <a:lnTo>
                  <a:pt x="23" y="375"/>
                </a:lnTo>
                <a:lnTo>
                  <a:pt x="24" y="375"/>
                </a:lnTo>
                <a:lnTo>
                  <a:pt x="25" y="374"/>
                </a:lnTo>
                <a:lnTo>
                  <a:pt x="26" y="374"/>
                </a:lnTo>
                <a:lnTo>
                  <a:pt x="27" y="373"/>
                </a:lnTo>
                <a:lnTo>
                  <a:pt x="27" y="372"/>
                </a:lnTo>
                <a:lnTo>
                  <a:pt x="27" y="371"/>
                </a:lnTo>
                <a:lnTo>
                  <a:pt x="27" y="370"/>
                </a:lnTo>
                <a:lnTo>
                  <a:pt x="28" y="369"/>
                </a:lnTo>
                <a:lnTo>
                  <a:pt x="29" y="368"/>
                </a:lnTo>
                <a:lnTo>
                  <a:pt x="29" y="367"/>
                </a:lnTo>
                <a:lnTo>
                  <a:pt x="30" y="367"/>
                </a:lnTo>
                <a:lnTo>
                  <a:pt x="31" y="366"/>
                </a:lnTo>
                <a:lnTo>
                  <a:pt x="32" y="365"/>
                </a:lnTo>
                <a:lnTo>
                  <a:pt x="33" y="364"/>
                </a:lnTo>
                <a:lnTo>
                  <a:pt x="33" y="363"/>
                </a:lnTo>
                <a:lnTo>
                  <a:pt x="34" y="363"/>
                </a:lnTo>
                <a:lnTo>
                  <a:pt x="34" y="362"/>
                </a:lnTo>
                <a:lnTo>
                  <a:pt x="36" y="360"/>
                </a:lnTo>
                <a:lnTo>
                  <a:pt x="36" y="359"/>
                </a:lnTo>
                <a:lnTo>
                  <a:pt x="37" y="359"/>
                </a:lnTo>
                <a:lnTo>
                  <a:pt x="37" y="358"/>
                </a:lnTo>
                <a:lnTo>
                  <a:pt x="38" y="357"/>
                </a:lnTo>
                <a:lnTo>
                  <a:pt x="38" y="356"/>
                </a:lnTo>
                <a:lnTo>
                  <a:pt x="38" y="355"/>
                </a:lnTo>
                <a:lnTo>
                  <a:pt x="39" y="355"/>
                </a:lnTo>
                <a:lnTo>
                  <a:pt x="40" y="355"/>
                </a:lnTo>
                <a:lnTo>
                  <a:pt x="41" y="355"/>
                </a:lnTo>
                <a:lnTo>
                  <a:pt x="41" y="354"/>
                </a:lnTo>
                <a:lnTo>
                  <a:pt x="40" y="353"/>
                </a:lnTo>
                <a:lnTo>
                  <a:pt x="40" y="352"/>
                </a:lnTo>
                <a:lnTo>
                  <a:pt x="41" y="352"/>
                </a:lnTo>
                <a:lnTo>
                  <a:pt x="41" y="351"/>
                </a:lnTo>
                <a:lnTo>
                  <a:pt x="42" y="350"/>
                </a:lnTo>
                <a:lnTo>
                  <a:pt x="42" y="349"/>
                </a:lnTo>
                <a:lnTo>
                  <a:pt x="42" y="348"/>
                </a:lnTo>
                <a:lnTo>
                  <a:pt x="41" y="348"/>
                </a:lnTo>
                <a:lnTo>
                  <a:pt x="38" y="348"/>
                </a:lnTo>
                <a:lnTo>
                  <a:pt x="37" y="348"/>
                </a:lnTo>
                <a:lnTo>
                  <a:pt x="36" y="348"/>
                </a:lnTo>
                <a:lnTo>
                  <a:pt x="36" y="347"/>
                </a:lnTo>
                <a:lnTo>
                  <a:pt x="36" y="346"/>
                </a:lnTo>
                <a:lnTo>
                  <a:pt x="35" y="346"/>
                </a:lnTo>
                <a:lnTo>
                  <a:pt x="35" y="344"/>
                </a:lnTo>
                <a:lnTo>
                  <a:pt x="36" y="344"/>
                </a:lnTo>
                <a:lnTo>
                  <a:pt x="36" y="343"/>
                </a:lnTo>
                <a:lnTo>
                  <a:pt x="36" y="341"/>
                </a:lnTo>
                <a:lnTo>
                  <a:pt x="36" y="340"/>
                </a:lnTo>
                <a:lnTo>
                  <a:pt x="37" y="340"/>
                </a:lnTo>
                <a:lnTo>
                  <a:pt x="37" y="339"/>
                </a:lnTo>
                <a:lnTo>
                  <a:pt x="38" y="339"/>
                </a:lnTo>
                <a:lnTo>
                  <a:pt x="40" y="339"/>
                </a:lnTo>
                <a:lnTo>
                  <a:pt x="41" y="339"/>
                </a:lnTo>
                <a:lnTo>
                  <a:pt x="43" y="339"/>
                </a:lnTo>
                <a:lnTo>
                  <a:pt x="45" y="338"/>
                </a:lnTo>
                <a:lnTo>
                  <a:pt x="46" y="338"/>
                </a:lnTo>
                <a:lnTo>
                  <a:pt x="47" y="336"/>
                </a:lnTo>
                <a:lnTo>
                  <a:pt x="47" y="335"/>
                </a:lnTo>
                <a:lnTo>
                  <a:pt x="47" y="334"/>
                </a:lnTo>
                <a:lnTo>
                  <a:pt x="47" y="333"/>
                </a:lnTo>
                <a:lnTo>
                  <a:pt x="47" y="332"/>
                </a:lnTo>
                <a:lnTo>
                  <a:pt x="48" y="331"/>
                </a:lnTo>
                <a:lnTo>
                  <a:pt x="48" y="330"/>
                </a:lnTo>
                <a:lnTo>
                  <a:pt x="48" y="329"/>
                </a:lnTo>
                <a:lnTo>
                  <a:pt x="49" y="329"/>
                </a:lnTo>
                <a:lnTo>
                  <a:pt x="49" y="328"/>
                </a:lnTo>
                <a:lnTo>
                  <a:pt x="50" y="328"/>
                </a:lnTo>
                <a:lnTo>
                  <a:pt x="50" y="327"/>
                </a:lnTo>
                <a:lnTo>
                  <a:pt x="50" y="326"/>
                </a:lnTo>
                <a:lnTo>
                  <a:pt x="49" y="325"/>
                </a:lnTo>
                <a:lnTo>
                  <a:pt x="49" y="324"/>
                </a:lnTo>
                <a:lnTo>
                  <a:pt x="48" y="324"/>
                </a:lnTo>
                <a:lnTo>
                  <a:pt x="48" y="323"/>
                </a:lnTo>
                <a:lnTo>
                  <a:pt x="48" y="321"/>
                </a:lnTo>
                <a:lnTo>
                  <a:pt x="48" y="320"/>
                </a:lnTo>
                <a:lnTo>
                  <a:pt x="47" y="320"/>
                </a:lnTo>
                <a:lnTo>
                  <a:pt x="47" y="319"/>
                </a:lnTo>
                <a:lnTo>
                  <a:pt x="48" y="319"/>
                </a:lnTo>
                <a:lnTo>
                  <a:pt x="48" y="318"/>
                </a:lnTo>
                <a:lnTo>
                  <a:pt x="49" y="318"/>
                </a:lnTo>
                <a:lnTo>
                  <a:pt x="50" y="318"/>
                </a:lnTo>
                <a:lnTo>
                  <a:pt x="50" y="317"/>
                </a:lnTo>
                <a:lnTo>
                  <a:pt x="50" y="316"/>
                </a:lnTo>
                <a:lnTo>
                  <a:pt x="49" y="316"/>
                </a:lnTo>
                <a:lnTo>
                  <a:pt x="49" y="315"/>
                </a:lnTo>
                <a:lnTo>
                  <a:pt x="48" y="315"/>
                </a:lnTo>
                <a:lnTo>
                  <a:pt x="48" y="314"/>
                </a:lnTo>
                <a:lnTo>
                  <a:pt x="47" y="314"/>
                </a:lnTo>
                <a:lnTo>
                  <a:pt x="45" y="314"/>
                </a:lnTo>
                <a:lnTo>
                  <a:pt x="45" y="313"/>
                </a:lnTo>
                <a:lnTo>
                  <a:pt x="44" y="313"/>
                </a:lnTo>
                <a:lnTo>
                  <a:pt x="43" y="313"/>
                </a:lnTo>
                <a:lnTo>
                  <a:pt x="42" y="312"/>
                </a:lnTo>
                <a:lnTo>
                  <a:pt x="42" y="311"/>
                </a:lnTo>
                <a:lnTo>
                  <a:pt x="42" y="310"/>
                </a:lnTo>
                <a:lnTo>
                  <a:pt x="43" y="310"/>
                </a:lnTo>
                <a:lnTo>
                  <a:pt x="44" y="310"/>
                </a:lnTo>
                <a:lnTo>
                  <a:pt x="45" y="310"/>
                </a:lnTo>
                <a:lnTo>
                  <a:pt x="45" y="309"/>
                </a:lnTo>
                <a:lnTo>
                  <a:pt x="46" y="309"/>
                </a:lnTo>
                <a:lnTo>
                  <a:pt x="47" y="309"/>
                </a:lnTo>
                <a:lnTo>
                  <a:pt x="47" y="308"/>
                </a:lnTo>
                <a:lnTo>
                  <a:pt x="47" y="307"/>
                </a:lnTo>
                <a:lnTo>
                  <a:pt x="46" y="307"/>
                </a:lnTo>
                <a:lnTo>
                  <a:pt x="45" y="306"/>
                </a:lnTo>
                <a:lnTo>
                  <a:pt x="43" y="305"/>
                </a:lnTo>
                <a:lnTo>
                  <a:pt x="42" y="304"/>
                </a:lnTo>
                <a:lnTo>
                  <a:pt x="41" y="304"/>
                </a:lnTo>
                <a:lnTo>
                  <a:pt x="40" y="304"/>
                </a:lnTo>
                <a:lnTo>
                  <a:pt x="40" y="303"/>
                </a:lnTo>
                <a:lnTo>
                  <a:pt x="39" y="303"/>
                </a:lnTo>
                <a:lnTo>
                  <a:pt x="39" y="302"/>
                </a:lnTo>
                <a:lnTo>
                  <a:pt x="38" y="299"/>
                </a:lnTo>
                <a:lnTo>
                  <a:pt x="37" y="297"/>
                </a:lnTo>
                <a:lnTo>
                  <a:pt x="35" y="294"/>
                </a:lnTo>
                <a:lnTo>
                  <a:pt x="35" y="293"/>
                </a:lnTo>
                <a:lnTo>
                  <a:pt x="34" y="293"/>
                </a:lnTo>
                <a:lnTo>
                  <a:pt x="34" y="292"/>
                </a:lnTo>
                <a:lnTo>
                  <a:pt x="33" y="290"/>
                </a:lnTo>
                <a:lnTo>
                  <a:pt x="32" y="289"/>
                </a:lnTo>
                <a:lnTo>
                  <a:pt x="31" y="288"/>
                </a:lnTo>
                <a:lnTo>
                  <a:pt x="29" y="287"/>
                </a:lnTo>
                <a:lnTo>
                  <a:pt x="28" y="287"/>
                </a:lnTo>
                <a:lnTo>
                  <a:pt x="28" y="286"/>
                </a:lnTo>
                <a:lnTo>
                  <a:pt x="27" y="286"/>
                </a:lnTo>
                <a:lnTo>
                  <a:pt x="26" y="286"/>
                </a:lnTo>
                <a:lnTo>
                  <a:pt x="25" y="285"/>
                </a:lnTo>
                <a:lnTo>
                  <a:pt x="25" y="284"/>
                </a:lnTo>
                <a:lnTo>
                  <a:pt x="25" y="283"/>
                </a:lnTo>
                <a:lnTo>
                  <a:pt x="26" y="283"/>
                </a:lnTo>
                <a:lnTo>
                  <a:pt x="26" y="282"/>
                </a:lnTo>
                <a:lnTo>
                  <a:pt x="26" y="281"/>
                </a:lnTo>
                <a:lnTo>
                  <a:pt x="26" y="280"/>
                </a:lnTo>
                <a:lnTo>
                  <a:pt x="25" y="280"/>
                </a:lnTo>
                <a:lnTo>
                  <a:pt x="24" y="280"/>
                </a:lnTo>
                <a:lnTo>
                  <a:pt x="24" y="279"/>
                </a:lnTo>
                <a:lnTo>
                  <a:pt x="24" y="278"/>
                </a:lnTo>
                <a:lnTo>
                  <a:pt x="24" y="277"/>
                </a:lnTo>
                <a:lnTo>
                  <a:pt x="24" y="276"/>
                </a:lnTo>
                <a:lnTo>
                  <a:pt x="24" y="275"/>
                </a:lnTo>
                <a:lnTo>
                  <a:pt x="24" y="274"/>
                </a:lnTo>
                <a:lnTo>
                  <a:pt x="24" y="273"/>
                </a:lnTo>
                <a:lnTo>
                  <a:pt x="24" y="272"/>
                </a:lnTo>
                <a:lnTo>
                  <a:pt x="24" y="271"/>
                </a:lnTo>
                <a:lnTo>
                  <a:pt x="25" y="270"/>
                </a:lnTo>
                <a:lnTo>
                  <a:pt x="25" y="269"/>
                </a:lnTo>
                <a:lnTo>
                  <a:pt x="26" y="269"/>
                </a:lnTo>
                <a:lnTo>
                  <a:pt x="26" y="268"/>
                </a:lnTo>
                <a:lnTo>
                  <a:pt x="25" y="268"/>
                </a:lnTo>
                <a:lnTo>
                  <a:pt x="25" y="267"/>
                </a:lnTo>
                <a:lnTo>
                  <a:pt x="25" y="266"/>
                </a:lnTo>
                <a:lnTo>
                  <a:pt x="24" y="265"/>
                </a:lnTo>
                <a:lnTo>
                  <a:pt x="24" y="262"/>
                </a:lnTo>
                <a:lnTo>
                  <a:pt x="24" y="261"/>
                </a:lnTo>
                <a:lnTo>
                  <a:pt x="25" y="261"/>
                </a:lnTo>
                <a:lnTo>
                  <a:pt x="25" y="260"/>
                </a:lnTo>
                <a:lnTo>
                  <a:pt x="26" y="260"/>
                </a:lnTo>
                <a:lnTo>
                  <a:pt x="26" y="259"/>
                </a:lnTo>
                <a:lnTo>
                  <a:pt x="27" y="259"/>
                </a:lnTo>
                <a:lnTo>
                  <a:pt x="28" y="259"/>
                </a:lnTo>
                <a:lnTo>
                  <a:pt x="28" y="260"/>
                </a:lnTo>
                <a:lnTo>
                  <a:pt x="29" y="260"/>
                </a:lnTo>
                <a:lnTo>
                  <a:pt x="29" y="259"/>
                </a:lnTo>
                <a:lnTo>
                  <a:pt x="30" y="259"/>
                </a:lnTo>
                <a:lnTo>
                  <a:pt x="30" y="258"/>
                </a:lnTo>
                <a:lnTo>
                  <a:pt x="30" y="257"/>
                </a:lnTo>
                <a:lnTo>
                  <a:pt x="30" y="256"/>
                </a:lnTo>
                <a:lnTo>
                  <a:pt x="30" y="255"/>
                </a:lnTo>
                <a:lnTo>
                  <a:pt x="30" y="254"/>
                </a:lnTo>
                <a:lnTo>
                  <a:pt x="30" y="253"/>
                </a:lnTo>
                <a:lnTo>
                  <a:pt x="30" y="252"/>
                </a:lnTo>
                <a:lnTo>
                  <a:pt x="30" y="251"/>
                </a:lnTo>
                <a:lnTo>
                  <a:pt x="31" y="250"/>
                </a:lnTo>
                <a:lnTo>
                  <a:pt x="32" y="250"/>
                </a:lnTo>
                <a:lnTo>
                  <a:pt x="32" y="249"/>
                </a:lnTo>
                <a:lnTo>
                  <a:pt x="33" y="250"/>
                </a:lnTo>
                <a:lnTo>
                  <a:pt x="34" y="250"/>
                </a:lnTo>
                <a:lnTo>
                  <a:pt x="35" y="250"/>
                </a:lnTo>
                <a:lnTo>
                  <a:pt x="37" y="250"/>
                </a:lnTo>
                <a:lnTo>
                  <a:pt x="38" y="250"/>
                </a:lnTo>
                <a:lnTo>
                  <a:pt x="39" y="249"/>
                </a:lnTo>
                <a:lnTo>
                  <a:pt x="40" y="248"/>
                </a:lnTo>
                <a:lnTo>
                  <a:pt x="40" y="247"/>
                </a:lnTo>
                <a:lnTo>
                  <a:pt x="41" y="246"/>
                </a:lnTo>
                <a:lnTo>
                  <a:pt x="42" y="246"/>
                </a:lnTo>
                <a:lnTo>
                  <a:pt x="43" y="245"/>
                </a:lnTo>
                <a:lnTo>
                  <a:pt x="43" y="244"/>
                </a:lnTo>
                <a:lnTo>
                  <a:pt x="44" y="244"/>
                </a:lnTo>
                <a:lnTo>
                  <a:pt x="45" y="244"/>
                </a:lnTo>
                <a:lnTo>
                  <a:pt x="46" y="244"/>
                </a:lnTo>
                <a:lnTo>
                  <a:pt x="46" y="243"/>
                </a:lnTo>
                <a:lnTo>
                  <a:pt x="47" y="242"/>
                </a:lnTo>
                <a:lnTo>
                  <a:pt x="47" y="241"/>
                </a:lnTo>
                <a:lnTo>
                  <a:pt x="48" y="238"/>
                </a:lnTo>
                <a:lnTo>
                  <a:pt x="49" y="235"/>
                </a:lnTo>
                <a:lnTo>
                  <a:pt x="50" y="235"/>
                </a:lnTo>
                <a:lnTo>
                  <a:pt x="52" y="235"/>
                </a:lnTo>
                <a:lnTo>
                  <a:pt x="53" y="235"/>
                </a:lnTo>
                <a:lnTo>
                  <a:pt x="54" y="236"/>
                </a:lnTo>
                <a:lnTo>
                  <a:pt x="55" y="236"/>
                </a:lnTo>
                <a:lnTo>
                  <a:pt x="57" y="235"/>
                </a:lnTo>
                <a:lnTo>
                  <a:pt x="58" y="234"/>
                </a:lnTo>
                <a:lnTo>
                  <a:pt x="58" y="233"/>
                </a:lnTo>
                <a:lnTo>
                  <a:pt x="57" y="233"/>
                </a:lnTo>
                <a:lnTo>
                  <a:pt x="57" y="232"/>
                </a:lnTo>
                <a:lnTo>
                  <a:pt x="57" y="230"/>
                </a:lnTo>
                <a:lnTo>
                  <a:pt x="57" y="229"/>
                </a:lnTo>
                <a:lnTo>
                  <a:pt x="58" y="228"/>
                </a:lnTo>
                <a:lnTo>
                  <a:pt x="59" y="228"/>
                </a:lnTo>
                <a:lnTo>
                  <a:pt x="60" y="228"/>
                </a:lnTo>
                <a:lnTo>
                  <a:pt x="60" y="227"/>
                </a:lnTo>
                <a:lnTo>
                  <a:pt x="61" y="227"/>
                </a:lnTo>
                <a:lnTo>
                  <a:pt x="61" y="226"/>
                </a:lnTo>
                <a:lnTo>
                  <a:pt x="61" y="225"/>
                </a:lnTo>
                <a:lnTo>
                  <a:pt x="60" y="225"/>
                </a:lnTo>
                <a:lnTo>
                  <a:pt x="60" y="224"/>
                </a:lnTo>
                <a:lnTo>
                  <a:pt x="61" y="223"/>
                </a:lnTo>
                <a:lnTo>
                  <a:pt x="61" y="222"/>
                </a:lnTo>
                <a:lnTo>
                  <a:pt x="62" y="222"/>
                </a:lnTo>
                <a:lnTo>
                  <a:pt x="61" y="222"/>
                </a:lnTo>
                <a:lnTo>
                  <a:pt x="61" y="221"/>
                </a:lnTo>
                <a:lnTo>
                  <a:pt x="60" y="221"/>
                </a:lnTo>
                <a:lnTo>
                  <a:pt x="59" y="221"/>
                </a:lnTo>
                <a:lnTo>
                  <a:pt x="59" y="220"/>
                </a:lnTo>
                <a:lnTo>
                  <a:pt x="58" y="218"/>
                </a:lnTo>
                <a:lnTo>
                  <a:pt x="58" y="217"/>
                </a:lnTo>
                <a:lnTo>
                  <a:pt x="58" y="216"/>
                </a:lnTo>
                <a:lnTo>
                  <a:pt x="59" y="216"/>
                </a:lnTo>
                <a:lnTo>
                  <a:pt x="59" y="215"/>
                </a:lnTo>
                <a:lnTo>
                  <a:pt x="59" y="214"/>
                </a:lnTo>
                <a:lnTo>
                  <a:pt x="59" y="213"/>
                </a:lnTo>
                <a:lnTo>
                  <a:pt x="60" y="213"/>
                </a:lnTo>
                <a:lnTo>
                  <a:pt x="61" y="213"/>
                </a:lnTo>
                <a:lnTo>
                  <a:pt x="61" y="212"/>
                </a:lnTo>
                <a:lnTo>
                  <a:pt x="61" y="211"/>
                </a:lnTo>
                <a:lnTo>
                  <a:pt x="61" y="210"/>
                </a:lnTo>
                <a:lnTo>
                  <a:pt x="61" y="209"/>
                </a:lnTo>
                <a:lnTo>
                  <a:pt x="62" y="209"/>
                </a:lnTo>
                <a:lnTo>
                  <a:pt x="62" y="208"/>
                </a:lnTo>
                <a:lnTo>
                  <a:pt x="63" y="208"/>
                </a:lnTo>
                <a:lnTo>
                  <a:pt x="63" y="207"/>
                </a:lnTo>
                <a:lnTo>
                  <a:pt x="64" y="207"/>
                </a:lnTo>
                <a:lnTo>
                  <a:pt x="64" y="206"/>
                </a:lnTo>
                <a:lnTo>
                  <a:pt x="65" y="205"/>
                </a:lnTo>
                <a:lnTo>
                  <a:pt x="66" y="204"/>
                </a:lnTo>
                <a:lnTo>
                  <a:pt x="66" y="203"/>
                </a:lnTo>
                <a:lnTo>
                  <a:pt x="65" y="203"/>
                </a:lnTo>
                <a:lnTo>
                  <a:pt x="65" y="202"/>
                </a:lnTo>
                <a:lnTo>
                  <a:pt x="65" y="201"/>
                </a:lnTo>
                <a:lnTo>
                  <a:pt x="66" y="201"/>
                </a:lnTo>
                <a:lnTo>
                  <a:pt x="67" y="201"/>
                </a:lnTo>
                <a:lnTo>
                  <a:pt x="67" y="200"/>
                </a:lnTo>
                <a:lnTo>
                  <a:pt x="67" y="199"/>
                </a:lnTo>
                <a:lnTo>
                  <a:pt x="68" y="199"/>
                </a:lnTo>
                <a:lnTo>
                  <a:pt x="68" y="198"/>
                </a:lnTo>
                <a:lnTo>
                  <a:pt x="68" y="197"/>
                </a:lnTo>
                <a:lnTo>
                  <a:pt x="68" y="196"/>
                </a:lnTo>
                <a:lnTo>
                  <a:pt x="69" y="196"/>
                </a:lnTo>
                <a:lnTo>
                  <a:pt x="69" y="195"/>
                </a:lnTo>
                <a:lnTo>
                  <a:pt x="69" y="194"/>
                </a:lnTo>
                <a:lnTo>
                  <a:pt x="69" y="193"/>
                </a:lnTo>
                <a:lnTo>
                  <a:pt x="68" y="193"/>
                </a:lnTo>
                <a:lnTo>
                  <a:pt x="68" y="192"/>
                </a:lnTo>
                <a:lnTo>
                  <a:pt x="69" y="192"/>
                </a:lnTo>
                <a:lnTo>
                  <a:pt x="69" y="191"/>
                </a:lnTo>
                <a:lnTo>
                  <a:pt x="70" y="191"/>
                </a:lnTo>
                <a:lnTo>
                  <a:pt x="70" y="189"/>
                </a:lnTo>
                <a:lnTo>
                  <a:pt x="70" y="187"/>
                </a:lnTo>
                <a:lnTo>
                  <a:pt x="70" y="186"/>
                </a:lnTo>
                <a:lnTo>
                  <a:pt x="69" y="183"/>
                </a:lnTo>
                <a:lnTo>
                  <a:pt x="68" y="183"/>
                </a:lnTo>
                <a:lnTo>
                  <a:pt x="67" y="183"/>
                </a:lnTo>
                <a:lnTo>
                  <a:pt x="67" y="182"/>
                </a:lnTo>
                <a:lnTo>
                  <a:pt x="67" y="181"/>
                </a:lnTo>
                <a:lnTo>
                  <a:pt x="67" y="180"/>
                </a:lnTo>
                <a:lnTo>
                  <a:pt x="68" y="179"/>
                </a:lnTo>
                <a:lnTo>
                  <a:pt x="69" y="179"/>
                </a:lnTo>
                <a:lnTo>
                  <a:pt x="71" y="177"/>
                </a:lnTo>
                <a:lnTo>
                  <a:pt x="72" y="177"/>
                </a:lnTo>
                <a:lnTo>
                  <a:pt x="73" y="177"/>
                </a:lnTo>
                <a:lnTo>
                  <a:pt x="74" y="176"/>
                </a:lnTo>
                <a:lnTo>
                  <a:pt x="75" y="176"/>
                </a:lnTo>
                <a:lnTo>
                  <a:pt x="76" y="176"/>
                </a:lnTo>
                <a:lnTo>
                  <a:pt x="77" y="176"/>
                </a:lnTo>
                <a:lnTo>
                  <a:pt x="77" y="175"/>
                </a:lnTo>
                <a:lnTo>
                  <a:pt x="78" y="175"/>
                </a:lnTo>
                <a:lnTo>
                  <a:pt x="79" y="174"/>
                </a:lnTo>
                <a:lnTo>
                  <a:pt x="81" y="172"/>
                </a:lnTo>
                <a:lnTo>
                  <a:pt x="82" y="171"/>
                </a:lnTo>
                <a:lnTo>
                  <a:pt x="82" y="169"/>
                </a:lnTo>
                <a:lnTo>
                  <a:pt x="82" y="168"/>
                </a:lnTo>
                <a:lnTo>
                  <a:pt x="83" y="168"/>
                </a:lnTo>
                <a:lnTo>
                  <a:pt x="84" y="167"/>
                </a:lnTo>
                <a:lnTo>
                  <a:pt x="84" y="166"/>
                </a:lnTo>
                <a:lnTo>
                  <a:pt x="84" y="165"/>
                </a:lnTo>
                <a:lnTo>
                  <a:pt x="84" y="164"/>
                </a:lnTo>
                <a:lnTo>
                  <a:pt x="83" y="164"/>
                </a:lnTo>
                <a:lnTo>
                  <a:pt x="83" y="163"/>
                </a:lnTo>
                <a:lnTo>
                  <a:pt x="84" y="161"/>
                </a:lnTo>
                <a:lnTo>
                  <a:pt x="85" y="161"/>
                </a:lnTo>
                <a:lnTo>
                  <a:pt x="85" y="160"/>
                </a:lnTo>
                <a:lnTo>
                  <a:pt x="86" y="159"/>
                </a:lnTo>
                <a:lnTo>
                  <a:pt x="86" y="158"/>
                </a:lnTo>
                <a:lnTo>
                  <a:pt x="87" y="157"/>
                </a:lnTo>
                <a:lnTo>
                  <a:pt x="87" y="156"/>
                </a:lnTo>
                <a:lnTo>
                  <a:pt x="88" y="155"/>
                </a:lnTo>
                <a:lnTo>
                  <a:pt x="88" y="154"/>
                </a:lnTo>
                <a:lnTo>
                  <a:pt x="88" y="153"/>
                </a:lnTo>
                <a:lnTo>
                  <a:pt x="88" y="152"/>
                </a:lnTo>
                <a:lnTo>
                  <a:pt x="88" y="151"/>
                </a:lnTo>
                <a:lnTo>
                  <a:pt x="89" y="150"/>
                </a:lnTo>
                <a:lnTo>
                  <a:pt x="89" y="149"/>
                </a:lnTo>
                <a:lnTo>
                  <a:pt x="90" y="149"/>
                </a:lnTo>
                <a:lnTo>
                  <a:pt x="91" y="148"/>
                </a:lnTo>
                <a:lnTo>
                  <a:pt x="90" y="148"/>
                </a:lnTo>
                <a:lnTo>
                  <a:pt x="89" y="148"/>
                </a:lnTo>
                <a:lnTo>
                  <a:pt x="88" y="148"/>
                </a:lnTo>
                <a:lnTo>
                  <a:pt x="87" y="148"/>
                </a:lnTo>
                <a:lnTo>
                  <a:pt x="87" y="147"/>
                </a:lnTo>
                <a:lnTo>
                  <a:pt x="86" y="147"/>
                </a:lnTo>
                <a:lnTo>
                  <a:pt x="85" y="145"/>
                </a:lnTo>
                <a:lnTo>
                  <a:pt x="85" y="144"/>
                </a:lnTo>
                <a:lnTo>
                  <a:pt x="86" y="144"/>
                </a:lnTo>
                <a:lnTo>
                  <a:pt x="86" y="143"/>
                </a:lnTo>
                <a:lnTo>
                  <a:pt x="85" y="143"/>
                </a:lnTo>
                <a:lnTo>
                  <a:pt x="84" y="143"/>
                </a:lnTo>
                <a:lnTo>
                  <a:pt x="84" y="144"/>
                </a:lnTo>
                <a:lnTo>
                  <a:pt x="83" y="144"/>
                </a:lnTo>
                <a:lnTo>
                  <a:pt x="83" y="143"/>
                </a:lnTo>
                <a:lnTo>
                  <a:pt x="83" y="142"/>
                </a:lnTo>
                <a:lnTo>
                  <a:pt x="83" y="141"/>
                </a:lnTo>
                <a:lnTo>
                  <a:pt x="82" y="141"/>
                </a:lnTo>
                <a:lnTo>
                  <a:pt x="81" y="141"/>
                </a:lnTo>
                <a:lnTo>
                  <a:pt x="80" y="141"/>
                </a:lnTo>
                <a:lnTo>
                  <a:pt x="79" y="141"/>
                </a:lnTo>
                <a:lnTo>
                  <a:pt x="79" y="140"/>
                </a:lnTo>
                <a:lnTo>
                  <a:pt x="81" y="139"/>
                </a:lnTo>
                <a:lnTo>
                  <a:pt x="81" y="138"/>
                </a:lnTo>
                <a:lnTo>
                  <a:pt x="82" y="137"/>
                </a:lnTo>
                <a:lnTo>
                  <a:pt x="82" y="136"/>
                </a:lnTo>
                <a:lnTo>
                  <a:pt x="83" y="136"/>
                </a:lnTo>
                <a:lnTo>
                  <a:pt x="84" y="136"/>
                </a:lnTo>
                <a:lnTo>
                  <a:pt x="84" y="135"/>
                </a:lnTo>
                <a:lnTo>
                  <a:pt x="85" y="135"/>
                </a:lnTo>
                <a:lnTo>
                  <a:pt x="85" y="136"/>
                </a:lnTo>
                <a:lnTo>
                  <a:pt x="86" y="136"/>
                </a:lnTo>
                <a:lnTo>
                  <a:pt x="87" y="136"/>
                </a:lnTo>
                <a:lnTo>
                  <a:pt x="87" y="135"/>
                </a:lnTo>
                <a:lnTo>
                  <a:pt x="88" y="135"/>
                </a:lnTo>
                <a:lnTo>
                  <a:pt x="89" y="135"/>
                </a:lnTo>
                <a:lnTo>
                  <a:pt x="90" y="135"/>
                </a:lnTo>
                <a:lnTo>
                  <a:pt x="91" y="135"/>
                </a:lnTo>
                <a:lnTo>
                  <a:pt x="92" y="135"/>
                </a:lnTo>
                <a:lnTo>
                  <a:pt x="93" y="135"/>
                </a:lnTo>
                <a:lnTo>
                  <a:pt x="93" y="136"/>
                </a:lnTo>
                <a:lnTo>
                  <a:pt x="94" y="136"/>
                </a:lnTo>
                <a:lnTo>
                  <a:pt x="95" y="136"/>
                </a:lnTo>
                <a:lnTo>
                  <a:pt x="96" y="136"/>
                </a:lnTo>
                <a:lnTo>
                  <a:pt x="98" y="136"/>
                </a:lnTo>
                <a:lnTo>
                  <a:pt x="99" y="136"/>
                </a:lnTo>
                <a:lnTo>
                  <a:pt x="100" y="135"/>
                </a:lnTo>
                <a:lnTo>
                  <a:pt x="101" y="135"/>
                </a:lnTo>
                <a:lnTo>
                  <a:pt x="101" y="134"/>
                </a:lnTo>
                <a:lnTo>
                  <a:pt x="101" y="133"/>
                </a:lnTo>
                <a:lnTo>
                  <a:pt x="101" y="131"/>
                </a:lnTo>
                <a:lnTo>
                  <a:pt x="102" y="130"/>
                </a:lnTo>
                <a:lnTo>
                  <a:pt x="103" y="129"/>
                </a:lnTo>
                <a:lnTo>
                  <a:pt x="104" y="128"/>
                </a:lnTo>
                <a:lnTo>
                  <a:pt x="105" y="128"/>
                </a:lnTo>
                <a:lnTo>
                  <a:pt x="106" y="128"/>
                </a:lnTo>
                <a:lnTo>
                  <a:pt x="107" y="128"/>
                </a:lnTo>
                <a:lnTo>
                  <a:pt x="107" y="127"/>
                </a:lnTo>
                <a:lnTo>
                  <a:pt x="108" y="125"/>
                </a:lnTo>
                <a:lnTo>
                  <a:pt x="107" y="125"/>
                </a:lnTo>
                <a:lnTo>
                  <a:pt x="107" y="124"/>
                </a:lnTo>
                <a:lnTo>
                  <a:pt x="107" y="123"/>
                </a:lnTo>
                <a:lnTo>
                  <a:pt x="107" y="122"/>
                </a:lnTo>
                <a:lnTo>
                  <a:pt x="108" y="120"/>
                </a:lnTo>
                <a:lnTo>
                  <a:pt x="108" y="118"/>
                </a:lnTo>
                <a:lnTo>
                  <a:pt x="108" y="117"/>
                </a:lnTo>
                <a:lnTo>
                  <a:pt x="107" y="116"/>
                </a:lnTo>
                <a:lnTo>
                  <a:pt x="107" y="115"/>
                </a:lnTo>
                <a:lnTo>
                  <a:pt x="108" y="115"/>
                </a:lnTo>
                <a:lnTo>
                  <a:pt x="109" y="116"/>
                </a:lnTo>
                <a:lnTo>
                  <a:pt x="110" y="117"/>
                </a:lnTo>
                <a:lnTo>
                  <a:pt x="110" y="116"/>
                </a:lnTo>
                <a:lnTo>
                  <a:pt x="110" y="115"/>
                </a:lnTo>
                <a:lnTo>
                  <a:pt x="110" y="114"/>
                </a:lnTo>
                <a:lnTo>
                  <a:pt x="109" y="114"/>
                </a:lnTo>
                <a:lnTo>
                  <a:pt x="108" y="114"/>
                </a:lnTo>
                <a:lnTo>
                  <a:pt x="108" y="113"/>
                </a:lnTo>
                <a:lnTo>
                  <a:pt x="109" y="113"/>
                </a:lnTo>
                <a:lnTo>
                  <a:pt x="110" y="113"/>
                </a:lnTo>
                <a:lnTo>
                  <a:pt x="110" y="112"/>
                </a:lnTo>
                <a:lnTo>
                  <a:pt x="111" y="112"/>
                </a:lnTo>
                <a:lnTo>
                  <a:pt x="112" y="112"/>
                </a:lnTo>
                <a:lnTo>
                  <a:pt x="113" y="111"/>
                </a:lnTo>
                <a:lnTo>
                  <a:pt x="114" y="111"/>
                </a:lnTo>
                <a:lnTo>
                  <a:pt x="115" y="111"/>
                </a:lnTo>
                <a:lnTo>
                  <a:pt x="116" y="111"/>
                </a:lnTo>
                <a:lnTo>
                  <a:pt x="117" y="112"/>
                </a:lnTo>
                <a:lnTo>
                  <a:pt x="118" y="112"/>
                </a:lnTo>
                <a:lnTo>
                  <a:pt x="121" y="113"/>
                </a:lnTo>
                <a:lnTo>
                  <a:pt x="122" y="113"/>
                </a:lnTo>
                <a:lnTo>
                  <a:pt x="124" y="114"/>
                </a:lnTo>
                <a:lnTo>
                  <a:pt x="125" y="114"/>
                </a:lnTo>
                <a:lnTo>
                  <a:pt x="126" y="113"/>
                </a:lnTo>
                <a:lnTo>
                  <a:pt x="127" y="113"/>
                </a:lnTo>
                <a:lnTo>
                  <a:pt x="128" y="113"/>
                </a:lnTo>
                <a:lnTo>
                  <a:pt x="129" y="114"/>
                </a:lnTo>
                <a:lnTo>
                  <a:pt x="130" y="114"/>
                </a:lnTo>
                <a:lnTo>
                  <a:pt x="131" y="114"/>
                </a:lnTo>
                <a:lnTo>
                  <a:pt x="131" y="115"/>
                </a:lnTo>
                <a:lnTo>
                  <a:pt x="133" y="116"/>
                </a:lnTo>
                <a:lnTo>
                  <a:pt x="133" y="117"/>
                </a:lnTo>
                <a:lnTo>
                  <a:pt x="137" y="118"/>
                </a:lnTo>
                <a:lnTo>
                  <a:pt x="139" y="119"/>
                </a:lnTo>
                <a:lnTo>
                  <a:pt x="140" y="119"/>
                </a:lnTo>
                <a:lnTo>
                  <a:pt x="140" y="118"/>
                </a:lnTo>
                <a:lnTo>
                  <a:pt x="141" y="117"/>
                </a:lnTo>
                <a:lnTo>
                  <a:pt x="142" y="117"/>
                </a:lnTo>
                <a:lnTo>
                  <a:pt x="143" y="116"/>
                </a:lnTo>
                <a:lnTo>
                  <a:pt x="144" y="115"/>
                </a:lnTo>
                <a:lnTo>
                  <a:pt x="145" y="115"/>
                </a:lnTo>
                <a:lnTo>
                  <a:pt x="145" y="116"/>
                </a:lnTo>
                <a:lnTo>
                  <a:pt x="148" y="117"/>
                </a:lnTo>
                <a:lnTo>
                  <a:pt x="148" y="116"/>
                </a:lnTo>
                <a:lnTo>
                  <a:pt x="149" y="116"/>
                </a:lnTo>
                <a:lnTo>
                  <a:pt x="150" y="116"/>
                </a:lnTo>
                <a:lnTo>
                  <a:pt x="151" y="116"/>
                </a:lnTo>
                <a:lnTo>
                  <a:pt x="152" y="116"/>
                </a:lnTo>
                <a:lnTo>
                  <a:pt x="153" y="116"/>
                </a:lnTo>
                <a:lnTo>
                  <a:pt x="153" y="114"/>
                </a:lnTo>
                <a:lnTo>
                  <a:pt x="153" y="113"/>
                </a:lnTo>
                <a:lnTo>
                  <a:pt x="153" y="112"/>
                </a:lnTo>
                <a:lnTo>
                  <a:pt x="152" y="112"/>
                </a:lnTo>
                <a:lnTo>
                  <a:pt x="152" y="111"/>
                </a:lnTo>
                <a:lnTo>
                  <a:pt x="152" y="110"/>
                </a:lnTo>
                <a:lnTo>
                  <a:pt x="154" y="109"/>
                </a:lnTo>
                <a:lnTo>
                  <a:pt x="155" y="109"/>
                </a:lnTo>
                <a:lnTo>
                  <a:pt x="155" y="108"/>
                </a:lnTo>
                <a:lnTo>
                  <a:pt x="156" y="106"/>
                </a:lnTo>
                <a:lnTo>
                  <a:pt x="156" y="105"/>
                </a:lnTo>
                <a:lnTo>
                  <a:pt x="156" y="101"/>
                </a:lnTo>
                <a:lnTo>
                  <a:pt x="156" y="98"/>
                </a:lnTo>
                <a:lnTo>
                  <a:pt x="156" y="97"/>
                </a:lnTo>
                <a:lnTo>
                  <a:pt x="158" y="96"/>
                </a:lnTo>
                <a:lnTo>
                  <a:pt x="159" y="94"/>
                </a:lnTo>
                <a:lnTo>
                  <a:pt x="161" y="93"/>
                </a:lnTo>
                <a:lnTo>
                  <a:pt x="161" y="92"/>
                </a:lnTo>
                <a:lnTo>
                  <a:pt x="162" y="92"/>
                </a:lnTo>
                <a:lnTo>
                  <a:pt x="162" y="91"/>
                </a:lnTo>
                <a:lnTo>
                  <a:pt x="163" y="89"/>
                </a:lnTo>
                <a:lnTo>
                  <a:pt x="163" y="88"/>
                </a:lnTo>
                <a:lnTo>
                  <a:pt x="164" y="86"/>
                </a:lnTo>
                <a:lnTo>
                  <a:pt x="165" y="86"/>
                </a:lnTo>
                <a:lnTo>
                  <a:pt x="165" y="85"/>
                </a:lnTo>
                <a:lnTo>
                  <a:pt x="166" y="85"/>
                </a:lnTo>
                <a:lnTo>
                  <a:pt x="166" y="84"/>
                </a:lnTo>
                <a:lnTo>
                  <a:pt x="166" y="83"/>
                </a:lnTo>
                <a:lnTo>
                  <a:pt x="166" y="82"/>
                </a:lnTo>
                <a:lnTo>
                  <a:pt x="167" y="82"/>
                </a:lnTo>
                <a:lnTo>
                  <a:pt x="168" y="81"/>
                </a:lnTo>
                <a:lnTo>
                  <a:pt x="169" y="79"/>
                </a:lnTo>
                <a:lnTo>
                  <a:pt x="169" y="78"/>
                </a:lnTo>
                <a:lnTo>
                  <a:pt x="170" y="78"/>
                </a:lnTo>
                <a:lnTo>
                  <a:pt x="170" y="77"/>
                </a:lnTo>
                <a:lnTo>
                  <a:pt x="171" y="77"/>
                </a:lnTo>
                <a:lnTo>
                  <a:pt x="171" y="76"/>
                </a:lnTo>
                <a:lnTo>
                  <a:pt x="171" y="75"/>
                </a:lnTo>
                <a:lnTo>
                  <a:pt x="171" y="74"/>
                </a:lnTo>
                <a:lnTo>
                  <a:pt x="172" y="74"/>
                </a:lnTo>
                <a:lnTo>
                  <a:pt x="173" y="73"/>
                </a:lnTo>
                <a:lnTo>
                  <a:pt x="173" y="72"/>
                </a:lnTo>
                <a:lnTo>
                  <a:pt x="174" y="72"/>
                </a:lnTo>
                <a:lnTo>
                  <a:pt x="174" y="71"/>
                </a:lnTo>
                <a:lnTo>
                  <a:pt x="175" y="71"/>
                </a:lnTo>
                <a:lnTo>
                  <a:pt x="175" y="70"/>
                </a:lnTo>
                <a:lnTo>
                  <a:pt x="175" y="69"/>
                </a:lnTo>
                <a:lnTo>
                  <a:pt x="175" y="68"/>
                </a:lnTo>
                <a:lnTo>
                  <a:pt x="176" y="67"/>
                </a:lnTo>
                <a:lnTo>
                  <a:pt x="177" y="67"/>
                </a:lnTo>
                <a:lnTo>
                  <a:pt x="177" y="66"/>
                </a:lnTo>
                <a:lnTo>
                  <a:pt x="178" y="65"/>
                </a:lnTo>
                <a:lnTo>
                  <a:pt x="178" y="64"/>
                </a:lnTo>
                <a:lnTo>
                  <a:pt x="179" y="64"/>
                </a:lnTo>
                <a:lnTo>
                  <a:pt x="179" y="63"/>
                </a:lnTo>
                <a:lnTo>
                  <a:pt x="180" y="63"/>
                </a:lnTo>
                <a:lnTo>
                  <a:pt x="180" y="62"/>
                </a:lnTo>
                <a:lnTo>
                  <a:pt x="179" y="62"/>
                </a:lnTo>
                <a:lnTo>
                  <a:pt x="179" y="61"/>
                </a:lnTo>
                <a:lnTo>
                  <a:pt x="179" y="60"/>
                </a:lnTo>
                <a:lnTo>
                  <a:pt x="180" y="60"/>
                </a:lnTo>
                <a:lnTo>
                  <a:pt x="180" y="59"/>
                </a:lnTo>
                <a:lnTo>
                  <a:pt x="181" y="59"/>
                </a:lnTo>
                <a:lnTo>
                  <a:pt x="181" y="58"/>
                </a:lnTo>
                <a:lnTo>
                  <a:pt x="182" y="58"/>
                </a:lnTo>
                <a:lnTo>
                  <a:pt x="182" y="57"/>
                </a:lnTo>
                <a:lnTo>
                  <a:pt x="183" y="57"/>
                </a:lnTo>
                <a:lnTo>
                  <a:pt x="184" y="57"/>
                </a:lnTo>
                <a:lnTo>
                  <a:pt x="184" y="56"/>
                </a:lnTo>
                <a:lnTo>
                  <a:pt x="185" y="56"/>
                </a:lnTo>
                <a:lnTo>
                  <a:pt x="186" y="55"/>
                </a:lnTo>
                <a:lnTo>
                  <a:pt x="186" y="54"/>
                </a:lnTo>
                <a:lnTo>
                  <a:pt x="185" y="54"/>
                </a:lnTo>
                <a:lnTo>
                  <a:pt x="185" y="53"/>
                </a:lnTo>
                <a:lnTo>
                  <a:pt x="186" y="52"/>
                </a:lnTo>
                <a:lnTo>
                  <a:pt x="187" y="51"/>
                </a:lnTo>
                <a:lnTo>
                  <a:pt x="187" y="50"/>
                </a:lnTo>
                <a:lnTo>
                  <a:pt x="188" y="50"/>
                </a:lnTo>
                <a:lnTo>
                  <a:pt x="189" y="50"/>
                </a:lnTo>
                <a:lnTo>
                  <a:pt x="189" y="51"/>
                </a:lnTo>
                <a:lnTo>
                  <a:pt x="190" y="51"/>
                </a:lnTo>
                <a:lnTo>
                  <a:pt x="191" y="50"/>
                </a:lnTo>
                <a:lnTo>
                  <a:pt x="194" y="49"/>
                </a:lnTo>
                <a:lnTo>
                  <a:pt x="196" y="47"/>
                </a:lnTo>
                <a:lnTo>
                  <a:pt x="197" y="46"/>
                </a:lnTo>
                <a:lnTo>
                  <a:pt x="201" y="46"/>
                </a:lnTo>
                <a:lnTo>
                  <a:pt x="202" y="46"/>
                </a:lnTo>
                <a:lnTo>
                  <a:pt x="205" y="48"/>
                </a:lnTo>
                <a:lnTo>
                  <a:pt x="208" y="50"/>
                </a:lnTo>
                <a:lnTo>
                  <a:pt x="209" y="50"/>
                </a:lnTo>
                <a:lnTo>
                  <a:pt x="210" y="50"/>
                </a:lnTo>
                <a:lnTo>
                  <a:pt x="211" y="50"/>
                </a:lnTo>
                <a:lnTo>
                  <a:pt x="214" y="51"/>
                </a:lnTo>
                <a:lnTo>
                  <a:pt x="216" y="52"/>
                </a:lnTo>
                <a:lnTo>
                  <a:pt x="217" y="52"/>
                </a:lnTo>
                <a:lnTo>
                  <a:pt x="217" y="53"/>
                </a:lnTo>
                <a:lnTo>
                  <a:pt x="218" y="53"/>
                </a:lnTo>
                <a:lnTo>
                  <a:pt x="218" y="54"/>
                </a:lnTo>
                <a:lnTo>
                  <a:pt x="219" y="54"/>
                </a:lnTo>
                <a:lnTo>
                  <a:pt x="220" y="55"/>
                </a:lnTo>
                <a:lnTo>
                  <a:pt x="221" y="56"/>
                </a:lnTo>
                <a:lnTo>
                  <a:pt x="222" y="57"/>
                </a:lnTo>
                <a:lnTo>
                  <a:pt x="224" y="58"/>
                </a:lnTo>
                <a:lnTo>
                  <a:pt x="226" y="59"/>
                </a:lnTo>
                <a:lnTo>
                  <a:pt x="227" y="60"/>
                </a:lnTo>
                <a:lnTo>
                  <a:pt x="228" y="59"/>
                </a:lnTo>
                <a:lnTo>
                  <a:pt x="230" y="58"/>
                </a:lnTo>
                <a:lnTo>
                  <a:pt x="231" y="58"/>
                </a:lnTo>
                <a:lnTo>
                  <a:pt x="232" y="57"/>
                </a:lnTo>
                <a:lnTo>
                  <a:pt x="234" y="57"/>
                </a:lnTo>
                <a:lnTo>
                  <a:pt x="237" y="56"/>
                </a:lnTo>
                <a:lnTo>
                  <a:pt x="237" y="55"/>
                </a:lnTo>
                <a:lnTo>
                  <a:pt x="237" y="54"/>
                </a:lnTo>
                <a:lnTo>
                  <a:pt x="238" y="53"/>
                </a:lnTo>
                <a:lnTo>
                  <a:pt x="238" y="52"/>
                </a:lnTo>
                <a:lnTo>
                  <a:pt x="238" y="51"/>
                </a:lnTo>
                <a:lnTo>
                  <a:pt x="239" y="50"/>
                </a:lnTo>
                <a:lnTo>
                  <a:pt x="239" y="49"/>
                </a:lnTo>
                <a:lnTo>
                  <a:pt x="240" y="48"/>
                </a:lnTo>
                <a:lnTo>
                  <a:pt x="240" y="47"/>
                </a:lnTo>
                <a:lnTo>
                  <a:pt x="240" y="46"/>
                </a:lnTo>
                <a:lnTo>
                  <a:pt x="240" y="45"/>
                </a:lnTo>
                <a:lnTo>
                  <a:pt x="241" y="45"/>
                </a:lnTo>
                <a:lnTo>
                  <a:pt x="241" y="43"/>
                </a:lnTo>
                <a:lnTo>
                  <a:pt x="240" y="43"/>
                </a:lnTo>
                <a:lnTo>
                  <a:pt x="241" y="43"/>
                </a:lnTo>
                <a:lnTo>
                  <a:pt x="242" y="42"/>
                </a:lnTo>
                <a:lnTo>
                  <a:pt x="243" y="42"/>
                </a:lnTo>
                <a:lnTo>
                  <a:pt x="244" y="42"/>
                </a:lnTo>
                <a:lnTo>
                  <a:pt x="245" y="41"/>
                </a:lnTo>
                <a:lnTo>
                  <a:pt x="247" y="41"/>
                </a:lnTo>
                <a:lnTo>
                  <a:pt x="247" y="40"/>
                </a:lnTo>
                <a:lnTo>
                  <a:pt x="248" y="40"/>
                </a:lnTo>
                <a:lnTo>
                  <a:pt x="249" y="40"/>
                </a:lnTo>
                <a:lnTo>
                  <a:pt x="250" y="40"/>
                </a:lnTo>
                <a:lnTo>
                  <a:pt x="251" y="40"/>
                </a:lnTo>
                <a:lnTo>
                  <a:pt x="251" y="39"/>
                </a:lnTo>
                <a:lnTo>
                  <a:pt x="252" y="39"/>
                </a:lnTo>
                <a:lnTo>
                  <a:pt x="253" y="39"/>
                </a:lnTo>
                <a:lnTo>
                  <a:pt x="254" y="39"/>
                </a:lnTo>
                <a:lnTo>
                  <a:pt x="255" y="39"/>
                </a:lnTo>
                <a:lnTo>
                  <a:pt x="256" y="39"/>
                </a:lnTo>
                <a:lnTo>
                  <a:pt x="257" y="39"/>
                </a:lnTo>
                <a:lnTo>
                  <a:pt x="258" y="38"/>
                </a:lnTo>
                <a:lnTo>
                  <a:pt x="260" y="38"/>
                </a:lnTo>
                <a:lnTo>
                  <a:pt x="261" y="38"/>
                </a:lnTo>
                <a:lnTo>
                  <a:pt x="262" y="38"/>
                </a:lnTo>
                <a:lnTo>
                  <a:pt x="262" y="37"/>
                </a:lnTo>
                <a:lnTo>
                  <a:pt x="263" y="37"/>
                </a:lnTo>
                <a:lnTo>
                  <a:pt x="264" y="37"/>
                </a:lnTo>
                <a:lnTo>
                  <a:pt x="265" y="36"/>
                </a:lnTo>
                <a:lnTo>
                  <a:pt x="266" y="36"/>
                </a:lnTo>
                <a:lnTo>
                  <a:pt x="267" y="36"/>
                </a:lnTo>
                <a:lnTo>
                  <a:pt x="268" y="36"/>
                </a:lnTo>
                <a:lnTo>
                  <a:pt x="269" y="36"/>
                </a:lnTo>
                <a:lnTo>
                  <a:pt x="270" y="35"/>
                </a:lnTo>
                <a:lnTo>
                  <a:pt x="271" y="35"/>
                </a:lnTo>
                <a:lnTo>
                  <a:pt x="272" y="35"/>
                </a:lnTo>
                <a:lnTo>
                  <a:pt x="272" y="34"/>
                </a:lnTo>
                <a:lnTo>
                  <a:pt x="273" y="34"/>
                </a:lnTo>
                <a:lnTo>
                  <a:pt x="273" y="35"/>
                </a:lnTo>
                <a:lnTo>
                  <a:pt x="273" y="36"/>
                </a:lnTo>
                <a:lnTo>
                  <a:pt x="274" y="36"/>
                </a:lnTo>
                <a:lnTo>
                  <a:pt x="275" y="37"/>
                </a:lnTo>
                <a:lnTo>
                  <a:pt x="275" y="38"/>
                </a:lnTo>
                <a:lnTo>
                  <a:pt x="276" y="39"/>
                </a:lnTo>
                <a:lnTo>
                  <a:pt x="276" y="40"/>
                </a:lnTo>
                <a:lnTo>
                  <a:pt x="276" y="41"/>
                </a:lnTo>
                <a:lnTo>
                  <a:pt x="277" y="41"/>
                </a:lnTo>
                <a:lnTo>
                  <a:pt x="277" y="42"/>
                </a:lnTo>
                <a:lnTo>
                  <a:pt x="278" y="43"/>
                </a:lnTo>
                <a:lnTo>
                  <a:pt x="278" y="44"/>
                </a:lnTo>
                <a:lnTo>
                  <a:pt x="279" y="44"/>
                </a:lnTo>
                <a:lnTo>
                  <a:pt x="280" y="44"/>
                </a:lnTo>
                <a:lnTo>
                  <a:pt x="281" y="44"/>
                </a:lnTo>
                <a:lnTo>
                  <a:pt x="282" y="44"/>
                </a:lnTo>
                <a:lnTo>
                  <a:pt x="283" y="44"/>
                </a:lnTo>
                <a:lnTo>
                  <a:pt x="285" y="44"/>
                </a:lnTo>
                <a:lnTo>
                  <a:pt x="286" y="44"/>
                </a:lnTo>
                <a:lnTo>
                  <a:pt x="287" y="44"/>
                </a:lnTo>
                <a:lnTo>
                  <a:pt x="288" y="44"/>
                </a:lnTo>
                <a:lnTo>
                  <a:pt x="289" y="43"/>
                </a:lnTo>
                <a:lnTo>
                  <a:pt x="290" y="43"/>
                </a:lnTo>
                <a:lnTo>
                  <a:pt x="291" y="43"/>
                </a:lnTo>
                <a:lnTo>
                  <a:pt x="292" y="43"/>
                </a:lnTo>
                <a:lnTo>
                  <a:pt x="293" y="43"/>
                </a:lnTo>
                <a:lnTo>
                  <a:pt x="294" y="43"/>
                </a:lnTo>
                <a:lnTo>
                  <a:pt x="295" y="42"/>
                </a:lnTo>
                <a:lnTo>
                  <a:pt x="296" y="42"/>
                </a:lnTo>
                <a:lnTo>
                  <a:pt x="297" y="42"/>
                </a:lnTo>
                <a:lnTo>
                  <a:pt x="298" y="42"/>
                </a:lnTo>
                <a:lnTo>
                  <a:pt x="299" y="42"/>
                </a:lnTo>
                <a:lnTo>
                  <a:pt x="300" y="42"/>
                </a:lnTo>
                <a:lnTo>
                  <a:pt x="300" y="41"/>
                </a:lnTo>
                <a:lnTo>
                  <a:pt x="301" y="41"/>
                </a:lnTo>
                <a:lnTo>
                  <a:pt x="302" y="41"/>
                </a:lnTo>
                <a:lnTo>
                  <a:pt x="302" y="40"/>
                </a:lnTo>
                <a:lnTo>
                  <a:pt x="302" y="39"/>
                </a:lnTo>
                <a:lnTo>
                  <a:pt x="303" y="39"/>
                </a:lnTo>
                <a:lnTo>
                  <a:pt x="303" y="38"/>
                </a:lnTo>
                <a:lnTo>
                  <a:pt x="304" y="38"/>
                </a:lnTo>
                <a:lnTo>
                  <a:pt x="304" y="37"/>
                </a:lnTo>
                <a:lnTo>
                  <a:pt x="305" y="37"/>
                </a:lnTo>
                <a:lnTo>
                  <a:pt x="306" y="37"/>
                </a:lnTo>
                <a:lnTo>
                  <a:pt x="306" y="36"/>
                </a:lnTo>
                <a:lnTo>
                  <a:pt x="307" y="36"/>
                </a:lnTo>
                <a:lnTo>
                  <a:pt x="307" y="35"/>
                </a:lnTo>
                <a:lnTo>
                  <a:pt x="308" y="35"/>
                </a:lnTo>
                <a:lnTo>
                  <a:pt x="309" y="34"/>
                </a:lnTo>
                <a:lnTo>
                  <a:pt x="310" y="34"/>
                </a:lnTo>
                <a:lnTo>
                  <a:pt x="310" y="33"/>
                </a:lnTo>
                <a:lnTo>
                  <a:pt x="311" y="32"/>
                </a:lnTo>
                <a:lnTo>
                  <a:pt x="311" y="31"/>
                </a:lnTo>
                <a:lnTo>
                  <a:pt x="312" y="31"/>
                </a:lnTo>
                <a:lnTo>
                  <a:pt x="314" y="30"/>
                </a:lnTo>
                <a:lnTo>
                  <a:pt x="316" y="29"/>
                </a:lnTo>
                <a:lnTo>
                  <a:pt x="317" y="29"/>
                </a:lnTo>
                <a:lnTo>
                  <a:pt x="318" y="29"/>
                </a:lnTo>
                <a:lnTo>
                  <a:pt x="318" y="28"/>
                </a:lnTo>
                <a:lnTo>
                  <a:pt x="319" y="28"/>
                </a:lnTo>
                <a:lnTo>
                  <a:pt x="319" y="27"/>
                </a:lnTo>
                <a:lnTo>
                  <a:pt x="320" y="27"/>
                </a:lnTo>
                <a:lnTo>
                  <a:pt x="320" y="26"/>
                </a:lnTo>
                <a:lnTo>
                  <a:pt x="321" y="26"/>
                </a:lnTo>
                <a:lnTo>
                  <a:pt x="321" y="25"/>
                </a:lnTo>
                <a:lnTo>
                  <a:pt x="321" y="24"/>
                </a:lnTo>
                <a:lnTo>
                  <a:pt x="321" y="23"/>
                </a:lnTo>
                <a:lnTo>
                  <a:pt x="322" y="23"/>
                </a:lnTo>
                <a:lnTo>
                  <a:pt x="322" y="24"/>
                </a:lnTo>
                <a:lnTo>
                  <a:pt x="323" y="24"/>
                </a:lnTo>
                <a:lnTo>
                  <a:pt x="323" y="25"/>
                </a:lnTo>
                <a:lnTo>
                  <a:pt x="324" y="25"/>
                </a:lnTo>
                <a:lnTo>
                  <a:pt x="324" y="26"/>
                </a:lnTo>
                <a:lnTo>
                  <a:pt x="325" y="27"/>
                </a:lnTo>
                <a:lnTo>
                  <a:pt x="325" y="28"/>
                </a:lnTo>
                <a:lnTo>
                  <a:pt x="326" y="28"/>
                </a:lnTo>
                <a:lnTo>
                  <a:pt x="327" y="29"/>
                </a:lnTo>
                <a:lnTo>
                  <a:pt x="328" y="29"/>
                </a:lnTo>
                <a:lnTo>
                  <a:pt x="328" y="30"/>
                </a:lnTo>
                <a:lnTo>
                  <a:pt x="328" y="31"/>
                </a:lnTo>
                <a:lnTo>
                  <a:pt x="329" y="30"/>
                </a:lnTo>
                <a:lnTo>
                  <a:pt x="331" y="29"/>
                </a:lnTo>
                <a:lnTo>
                  <a:pt x="331" y="28"/>
                </a:lnTo>
                <a:lnTo>
                  <a:pt x="332" y="27"/>
                </a:lnTo>
                <a:lnTo>
                  <a:pt x="333" y="26"/>
                </a:lnTo>
                <a:lnTo>
                  <a:pt x="335" y="25"/>
                </a:lnTo>
                <a:lnTo>
                  <a:pt x="335" y="24"/>
                </a:lnTo>
                <a:lnTo>
                  <a:pt x="336" y="24"/>
                </a:lnTo>
                <a:lnTo>
                  <a:pt x="336" y="23"/>
                </a:lnTo>
                <a:lnTo>
                  <a:pt x="337" y="23"/>
                </a:lnTo>
                <a:lnTo>
                  <a:pt x="338" y="23"/>
                </a:lnTo>
                <a:lnTo>
                  <a:pt x="339" y="23"/>
                </a:lnTo>
                <a:lnTo>
                  <a:pt x="340" y="23"/>
                </a:lnTo>
                <a:lnTo>
                  <a:pt x="341" y="23"/>
                </a:lnTo>
                <a:lnTo>
                  <a:pt x="342" y="23"/>
                </a:lnTo>
                <a:lnTo>
                  <a:pt x="343" y="23"/>
                </a:lnTo>
                <a:lnTo>
                  <a:pt x="345" y="22"/>
                </a:lnTo>
                <a:lnTo>
                  <a:pt x="347" y="21"/>
                </a:lnTo>
                <a:lnTo>
                  <a:pt x="348" y="20"/>
                </a:lnTo>
                <a:lnTo>
                  <a:pt x="348" y="19"/>
                </a:lnTo>
                <a:lnTo>
                  <a:pt x="347" y="19"/>
                </a:lnTo>
                <a:lnTo>
                  <a:pt x="347" y="18"/>
                </a:lnTo>
                <a:lnTo>
                  <a:pt x="347" y="17"/>
                </a:lnTo>
                <a:lnTo>
                  <a:pt x="346" y="17"/>
                </a:lnTo>
                <a:lnTo>
                  <a:pt x="346" y="16"/>
                </a:lnTo>
                <a:lnTo>
                  <a:pt x="345" y="16"/>
                </a:lnTo>
                <a:lnTo>
                  <a:pt x="345" y="15"/>
                </a:lnTo>
                <a:lnTo>
                  <a:pt x="344" y="15"/>
                </a:lnTo>
                <a:lnTo>
                  <a:pt x="344" y="14"/>
                </a:lnTo>
                <a:lnTo>
                  <a:pt x="344" y="13"/>
                </a:lnTo>
                <a:lnTo>
                  <a:pt x="345" y="12"/>
                </a:lnTo>
                <a:lnTo>
                  <a:pt x="346" y="11"/>
                </a:lnTo>
                <a:lnTo>
                  <a:pt x="346" y="10"/>
                </a:lnTo>
                <a:lnTo>
                  <a:pt x="346" y="9"/>
                </a:lnTo>
                <a:lnTo>
                  <a:pt x="346" y="8"/>
                </a:lnTo>
                <a:lnTo>
                  <a:pt x="346" y="7"/>
                </a:lnTo>
                <a:lnTo>
                  <a:pt x="346" y="6"/>
                </a:lnTo>
                <a:lnTo>
                  <a:pt x="346" y="5"/>
                </a:lnTo>
                <a:lnTo>
                  <a:pt x="345" y="5"/>
                </a:lnTo>
                <a:lnTo>
                  <a:pt x="345" y="4"/>
                </a:lnTo>
                <a:lnTo>
                  <a:pt x="345" y="3"/>
                </a:lnTo>
                <a:lnTo>
                  <a:pt x="346" y="2"/>
                </a:lnTo>
                <a:lnTo>
                  <a:pt x="347" y="2"/>
                </a:lnTo>
                <a:lnTo>
                  <a:pt x="348" y="1"/>
                </a:lnTo>
                <a:lnTo>
                  <a:pt x="349" y="1"/>
                </a:lnTo>
                <a:lnTo>
                  <a:pt x="350" y="1"/>
                </a:lnTo>
                <a:lnTo>
                  <a:pt x="352" y="0"/>
                </a:lnTo>
                <a:lnTo>
                  <a:pt x="352" y="1"/>
                </a:lnTo>
                <a:lnTo>
                  <a:pt x="353" y="1"/>
                </a:lnTo>
                <a:close/>
              </a:path>
            </a:pathLst>
          </a:custGeom>
          <a:solidFill>
            <a:srgbClr val="A2CAE1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8" name=""/>
          <p:cNvSpPr/>
          <p:nvPr/>
        </p:nvSpPr>
        <p:spPr>
          <a:xfrm>
            <a:off x="1541880" y="3171240"/>
            <a:ext cx="937800" cy="587160"/>
          </a:xfrm>
          <a:custGeom>
            <a:avLst/>
            <a:gdLst/>
            <a:ahLst/>
            <a:rect l="0" t="0" r="r" b="b"/>
            <a:pathLst>
              <a:path w="2605" h="1631">
                <a:moveTo>
                  <a:pt x="2192" y="1"/>
                </a:moveTo>
                <a:lnTo>
                  <a:pt x="2192" y="2"/>
                </a:lnTo>
                <a:lnTo>
                  <a:pt x="2193" y="2"/>
                </a:lnTo>
                <a:lnTo>
                  <a:pt x="2194" y="2"/>
                </a:lnTo>
                <a:lnTo>
                  <a:pt x="2195" y="2"/>
                </a:lnTo>
                <a:lnTo>
                  <a:pt x="2195" y="3"/>
                </a:lnTo>
                <a:lnTo>
                  <a:pt x="2196" y="4"/>
                </a:lnTo>
                <a:lnTo>
                  <a:pt x="2196" y="5"/>
                </a:lnTo>
                <a:lnTo>
                  <a:pt x="2197" y="5"/>
                </a:lnTo>
                <a:lnTo>
                  <a:pt x="2198" y="4"/>
                </a:lnTo>
                <a:lnTo>
                  <a:pt x="2199" y="4"/>
                </a:lnTo>
                <a:lnTo>
                  <a:pt x="2199" y="5"/>
                </a:lnTo>
                <a:lnTo>
                  <a:pt x="2199" y="6"/>
                </a:lnTo>
                <a:lnTo>
                  <a:pt x="2200" y="6"/>
                </a:lnTo>
                <a:lnTo>
                  <a:pt x="2201" y="6"/>
                </a:lnTo>
                <a:lnTo>
                  <a:pt x="2201" y="7"/>
                </a:lnTo>
                <a:lnTo>
                  <a:pt x="2202" y="8"/>
                </a:lnTo>
                <a:lnTo>
                  <a:pt x="2203" y="8"/>
                </a:lnTo>
                <a:lnTo>
                  <a:pt x="2204" y="8"/>
                </a:lnTo>
                <a:lnTo>
                  <a:pt x="2205" y="8"/>
                </a:lnTo>
                <a:lnTo>
                  <a:pt x="2205" y="9"/>
                </a:lnTo>
                <a:lnTo>
                  <a:pt x="2206" y="9"/>
                </a:lnTo>
                <a:lnTo>
                  <a:pt x="2207" y="10"/>
                </a:lnTo>
                <a:lnTo>
                  <a:pt x="2208" y="10"/>
                </a:lnTo>
                <a:lnTo>
                  <a:pt x="2208" y="11"/>
                </a:lnTo>
                <a:lnTo>
                  <a:pt x="2208" y="12"/>
                </a:lnTo>
                <a:lnTo>
                  <a:pt x="2207" y="12"/>
                </a:lnTo>
                <a:lnTo>
                  <a:pt x="2207" y="13"/>
                </a:lnTo>
                <a:lnTo>
                  <a:pt x="2207" y="14"/>
                </a:lnTo>
                <a:lnTo>
                  <a:pt x="2208" y="14"/>
                </a:lnTo>
                <a:lnTo>
                  <a:pt x="2207" y="15"/>
                </a:lnTo>
                <a:lnTo>
                  <a:pt x="2206" y="15"/>
                </a:lnTo>
                <a:lnTo>
                  <a:pt x="2205" y="15"/>
                </a:lnTo>
                <a:lnTo>
                  <a:pt x="2206" y="15"/>
                </a:lnTo>
                <a:lnTo>
                  <a:pt x="2206" y="16"/>
                </a:lnTo>
                <a:lnTo>
                  <a:pt x="2206" y="17"/>
                </a:lnTo>
                <a:lnTo>
                  <a:pt x="2207" y="17"/>
                </a:lnTo>
                <a:lnTo>
                  <a:pt x="2208" y="18"/>
                </a:lnTo>
                <a:lnTo>
                  <a:pt x="2209" y="18"/>
                </a:lnTo>
                <a:lnTo>
                  <a:pt x="2210" y="18"/>
                </a:lnTo>
                <a:lnTo>
                  <a:pt x="2210" y="19"/>
                </a:lnTo>
                <a:lnTo>
                  <a:pt x="2211" y="19"/>
                </a:lnTo>
                <a:lnTo>
                  <a:pt x="2211" y="20"/>
                </a:lnTo>
                <a:lnTo>
                  <a:pt x="2212" y="20"/>
                </a:lnTo>
                <a:lnTo>
                  <a:pt x="2213" y="20"/>
                </a:lnTo>
                <a:lnTo>
                  <a:pt x="2214" y="19"/>
                </a:lnTo>
                <a:lnTo>
                  <a:pt x="2214" y="20"/>
                </a:lnTo>
                <a:lnTo>
                  <a:pt x="2215" y="20"/>
                </a:lnTo>
                <a:lnTo>
                  <a:pt x="2215" y="21"/>
                </a:lnTo>
                <a:lnTo>
                  <a:pt x="2216" y="22"/>
                </a:lnTo>
                <a:lnTo>
                  <a:pt x="2217" y="23"/>
                </a:lnTo>
                <a:lnTo>
                  <a:pt x="2217" y="22"/>
                </a:lnTo>
                <a:lnTo>
                  <a:pt x="2217" y="23"/>
                </a:lnTo>
                <a:lnTo>
                  <a:pt x="2217" y="24"/>
                </a:lnTo>
                <a:lnTo>
                  <a:pt x="2217" y="25"/>
                </a:lnTo>
                <a:lnTo>
                  <a:pt x="2216" y="25"/>
                </a:lnTo>
                <a:lnTo>
                  <a:pt x="2216" y="26"/>
                </a:lnTo>
                <a:lnTo>
                  <a:pt x="2217" y="26"/>
                </a:lnTo>
                <a:lnTo>
                  <a:pt x="2218" y="26"/>
                </a:lnTo>
                <a:lnTo>
                  <a:pt x="2218" y="27"/>
                </a:lnTo>
                <a:lnTo>
                  <a:pt x="2219" y="27"/>
                </a:lnTo>
                <a:lnTo>
                  <a:pt x="2220" y="28"/>
                </a:lnTo>
                <a:lnTo>
                  <a:pt x="2221" y="28"/>
                </a:lnTo>
                <a:lnTo>
                  <a:pt x="2220" y="29"/>
                </a:lnTo>
                <a:lnTo>
                  <a:pt x="2219" y="29"/>
                </a:lnTo>
                <a:lnTo>
                  <a:pt x="2219" y="30"/>
                </a:lnTo>
                <a:lnTo>
                  <a:pt x="2219" y="31"/>
                </a:lnTo>
                <a:lnTo>
                  <a:pt x="2218" y="31"/>
                </a:lnTo>
                <a:lnTo>
                  <a:pt x="2218" y="32"/>
                </a:lnTo>
                <a:lnTo>
                  <a:pt x="2218" y="33"/>
                </a:lnTo>
                <a:lnTo>
                  <a:pt x="2217" y="33"/>
                </a:lnTo>
                <a:lnTo>
                  <a:pt x="2216" y="33"/>
                </a:lnTo>
                <a:lnTo>
                  <a:pt x="2216" y="34"/>
                </a:lnTo>
                <a:lnTo>
                  <a:pt x="2215" y="34"/>
                </a:lnTo>
                <a:lnTo>
                  <a:pt x="2214" y="34"/>
                </a:lnTo>
                <a:lnTo>
                  <a:pt x="2214" y="35"/>
                </a:lnTo>
                <a:lnTo>
                  <a:pt x="2213" y="35"/>
                </a:lnTo>
                <a:lnTo>
                  <a:pt x="2212" y="35"/>
                </a:lnTo>
                <a:lnTo>
                  <a:pt x="2211" y="35"/>
                </a:lnTo>
                <a:lnTo>
                  <a:pt x="2211" y="36"/>
                </a:lnTo>
                <a:lnTo>
                  <a:pt x="2210" y="36"/>
                </a:lnTo>
                <a:lnTo>
                  <a:pt x="2210" y="37"/>
                </a:lnTo>
                <a:lnTo>
                  <a:pt x="2210" y="38"/>
                </a:lnTo>
                <a:lnTo>
                  <a:pt x="2209" y="38"/>
                </a:lnTo>
                <a:lnTo>
                  <a:pt x="2209" y="39"/>
                </a:lnTo>
                <a:lnTo>
                  <a:pt x="2208" y="39"/>
                </a:lnTo>
                <a:lnTo>
                  <a:pt x="2208" y="40"/>
                </a:lnTo>
                <a:lnTo>
                  <a:pt x="2208" y="41"/>
                </a:lnTo>
                <a:lnTo>
                  <a:pt x="2208" y="42"/>
                </a:lnTo>
                <a:lnTo>
                  <a:pt x="2207" y="42"/>
                </a:lnTo>
                <a:lnTo>
                  <a:pt x="2207" y="43"/>
                </a:lnTo>
                <a:lnTo>
                  <a:pt x="2206" y="43"/>
                </a:lnTo>
                <a:lnTo>
                  <a:pt x="2207" y="43"/>
                </a:lnTo>
                <a:lnTo>
                  <a:pt x="2207" y="44"/>
                </a:lnTo>
                <a:lnTo>
                  <a:pt x="2206" y="44"/>
                </a:lnTo>
                <a:lnTo>
                  <a:pt x="2205" y="44"/>
                </a:lnTo>
                <a:lnTo>
                  <a:pt x="2204" y="45"/>
                </a:lnTo>
                <a:lnTo>
                  <a:pt x="2203" y="45"/>
                </a:lnTo>
                <a:lnTo>
                  <a:pt x="2203" y="46"/>
                </a:lnTo>
                <a:lnTo>
                  <a:pt x="2202" y="46"/>
                </a:lnTo>
                <a:lnTo>
                  <a:pt x="2201" y="46"/>
                </a:lnTo>
                <a:lnTo>
                  <a:pt x="2202" y="46"/>
                </a:lnTo>
                <a:lnTo>
                  <a:pt x="2202" y="47"/>
                </a:lnTo>
                <a:lnTo>
                  <a:pt x="2201" y="47"/>
                </a:lnTo>
                <a:lnTo>
                  <a:pt x="2201" y="48"/>
                </a:lnTo>
                <a:lnTo>
                  <a:pt x="2202" y="49"/>
                </a:lnTo>
                <a:lnTo>
                  <a:pt x="2203" y="50"/>
                </a:lnTo>
                <a:lnTo>
                  <a:pt x="2202" y="50"/>
                </a:lnTo>
                <a:lnTo>
                  <a:pt x="2201" y="51"/>
                </a:lnTo>
                <a:lnTo>
                  <a:pt x="2201" y="52"/>
                </a:lnTo>
                <a:lnTo>
                  <a:pt x="2200" y="52"/>
                </a:lnTo>
                <a:lnTo>
                  <a:pt x="2200" y="53"/>
                </a:lnTo>
                <a:lnTo>
                  <a:pt x="2199" y="53"/>
                </a:lnTo>
                <a:lnTo>
                  <a:pt x="2198" y="54"/>
                </a:lnTo>
                <a:lnTo>
                  <a:pt x="2197" y="54"/>
                </a:lnTo>
                <a:lnTo>
                  <a:pt x="2195" y="55"/>
                </a:lnTo>
                <a:lnTo>
                  <a:pt x="2194" y="56"/>
                </a:lnTo>
                <a:lnTo>
                  <a:pt x="2193" y="57"/>
                </a:lnTo>
                <a:lnTo>
                  <a:pt x="2192" y="57"/>
                </a:lnTo>
                <a:lnTo>
                  <a:pt x="2192" y="58"/>
                </a:lnTo>
                <a:lnTo>
                  <a:pt x="2190" y="58"/>
                </a:lnTo>
                <a:lnTo>
                  <a:pt x="2190" y="59"/>
                </a:lnTo>
                <a:lnTo>
                  <a:pt x="2189" y="59"/>
                </a:lnTo>
                <a:lnTo>
                  <a:pt x="2188" y="60"/>
                </a:lnTo>
                <a:lnTo>
                  <a:pt x="2188" y="61"/>
                </a:lnTo>
                <a:lnTo>
                  <a:pt x="2188" y="62"/>
                </a:lnTo>
                <a:lnTo>
                  <a:pt x="2187" y="62"/>
                </a:lnTo>
                <a:lnTo>
                  <a:pt x="2187" y="63"/>
                </a:lnTo>
                <a:lnTo>
                  <a:pt x="2186" y="63"/>
                </a:lnTo>
                <a:lnTo>
                  <a:pt x="2185" y="63"/>
                </a:lnTo>
                <a:lnTo>
                  <a:pt x="2184" y="65"/>
                </a:lnTo>
                <a:lnTo>
                  <a:pt x="2183" y="65"/>
                </a:lnTo>
                <a:lnTo>
                  <a:pt x="2183" y="66"/>
                </a:lnTo>
                <a:lnTo>
                  <a:pt x="2182" y="66"/>
                </a:lnTo>
                <a:lnTo>
                  <a:pt x="2181" y="66"/>
                </a:lnTo>
                <a:lnTo>
                  <a:pt x="2181" y="67"/>
                </a:lnTo>
                <a:lnTo>
                  <a:pt x="2180" y="67"/>
                </a:lnTo>
                <a:lnTo>
                  <a:pt x="2179" y="67"/>
                </a:lnTo>
                <a:lnTo>
                  <a:pt x="2178" y="67"/>
                </a:lnTo>
                <a:lnTo>
                  <a:pt x="2177" y="68"/>
                </a:lnTo>
                <a:lnTo>
                  <a:pt x="2175" y="68"/>
                </a:lnTo>
                <a:lnTo>
                  <a:pt x="2174" y="68"/>
                </a:lnTo>
                <a:lnTo>
                  <a:pt x="2174" y="69"/>
                </a:lnTo>
                <a:lnTo>
                  <a:pt x="2175" y="69"/>
                </a:lnTo>
                <a:lnTo>
                  <a:pt x="2174" y="69"/>
                </a:lnTo>
                <a:lnTo>
                  <a:pt x="2173" y="69"/>
                </a:lnTo>
                <a:lnTo>
                  <a:pt x="2173" y="70"/>
                </a:lnTo>
                <a:lnTo>
                  <a:pt x="2173" y="71"/>
                </a:lnTo>
                <a:lnTo>
                  <a:pt x="2172" y="71"/>
                </a:lnTo>
                <a:lnTo>
                  <a:pt x="2171" y="72"/>
                </a:lnTo>
                <a:lnTo>
                  <a:pt x="2170" y="72"/>
                </a:lnTo>
                <a:lnTo>
                  <a:pt x="2169" y="72"/>
                </a:lnTo>
                <a:lnTo>
                  <a:pt x="2168" y="73"/>
                </a:lnTo>
                <a:lnTo>
                  <a:pt x="2168" y="74"/>
                </a:lnTo>
                <a:lnTo>
                  <a:pt x="2167" y="74"/>
                </a:lnTo>
                <a:lnTo>
                  <a:pt x="2166" y="74"/>
                </a:lnTo>
                <a:lnTo>
                  <a:pt x="2166" y="75"/>
                </a:lnTo>
                <a:lnTo>
                  <a:pt x="2165" y="75"/>
                </a:lnTo>
                <a:lnTo>
                  <a:pt x="2164" y="76"/>
                </a:lnTo>
                <a:lnTo>
                  <a:pt x="2164" y="77"/>
                </a:lnTo>
                <a:lnTo>
                  <a:pt x="2165" y="77"/>
                </a:lnTo>
                <a:lnTo>
                  <a:pt x="2166" y="78"/>
                </a:lnTo>
                <a:lnTo>
                  <a:pt x="2167" y="78"/>
                </a:lnTo>
                <a:lnTo>
                  <a:pt x="2168" y="78"/>
                </a:lnTo>
                <a:lnTo>
                  <a:pt x="2169" y="78"/>
                </a:lnTo>
                <a:lnTo>
                  <a:pt x="2169" y="77"/>
                </a:lnTo>
                <a:lnTo>
                  <a:pt x="2170" y="77"/>
                </a:lnTo>
                <a:lnTo>
                  <a:pt x="2171" y="77"/>
                </a:lnTo>
                <a:lnTo>
                  <a:pt x="2172" y="77"/>
                </a:lnTo>
                <a:lnTo>
                  <a:pt x="2174" y="78"/>
                </a:lnTo>
                <a:lnTo>
                  <a:pt x="2176" y="78"/>
                </a:lnTo>
                <a:lnTo>
                  <a:pt x="2176" y="79"/>
                </a:lnTo>
                <a:lnTo>
                  <a:pt x="2176" y="80"/>
                </a:lnTo>
                <a:lnTo>
                  <a:pt x="2177" y="81"/>
                </a:lnTo>
                <a:lnTo>
                  <a:pt x="2178" y="81"/>
                </a:lnTo>
                <a:lnTo>
                  <a:pt x="2178" y="82"/>
                </a:lnTo>
                <a:lnTo>
                  <a:pt x="2179" y="83"/>
                </a:lnTo>
                <a:lnTo>
                  <a:pt x="2180" y="83"/>
                </a:lnTo>
                <a:lnTo>
                  <a:pt x="2181" y="83"/>
                </a:lnTo>
                <a:lnTo>
                  <a:pt x="2182" y="83"/>
                </a:lnTo>
                <a:lnTo>
                  <a:pt x="2183" y="83"/>
                </a:lnTo>
                <a:lnTo>
                  <a:pt x="2184" y="84"/>
                </a:lnTo>
                <a:lnTo>
                  <a:pt x="2184" y="85"/>
                </a:lnTo>
                <a:lnTo>
                  <a:pt x="2184" y="86"/>
                </a:lnTo>
                <a:lnTo>
                  <a:pt x="2185" y="86"/>
                </a:lnTo>
                <a:lnTo>
                  <a:pt x="2186" y="86"/>
                </a:lnTo>
                <a:lnTo>
                  <a:pt x="2187" y="87"/>
                </a:lnTo>
                <a:lnTo>
                  <a:pt x="2188" y="87"/>
                </a:lnTo>
                <a:lnTo>
                  <a:pt x="2189" y="87"/>
                </a:lnTo>
                <a:lnTo>
                  <a:pt x="2189" y="88"/>
                </a:lnTo>
                <a:lnTo>
                  <a:pt x="2191" y="88"/>
                </a:lnTo>
                <a:lnTo>
                  <a:pt x="2192" y="88"/>
                </a:lnTo>
                <a:lnTo>
                  <a:pt x="2193" y="89"/>
                </a:lnTo>
                <a:lnTo>
                  <a:pt x="2193" y="90"/>
                </a:lnTo>
                <a:lnTo>
                  <a:pt x="2194" y="91"/>
                </a:lnTo>
                <a:lnTo>
                  <a:pt x="2195" y="91"/>
                </a:lnTo>
                <a:lnTo>
                  <a:pt x="2195" y="90"/>
                </a:lnTo>
                <a:lnTo>
                  <a:pt x="2196" y="90"/>
                </a:lnTo>
                <a:lnTo>
                  <a:pt x="2197" y="90"/>
                </a:lnTo>
                <a:lnTo>
                  <a:pt x="2198" y="90"/>
                </a:lnTo>
                <a:lnTo>
                  <a:pt x="2199" y="90"/>
                </a:lnTo>
                <a:lnTo>
                  <a:pt x="2199" y="91"/>
                </a:lnTo>
                <a:lnTo>
                  <a:pt x="2200" y="92"/>
                </a:lnTo>
                <a:lnTo>
                  <a:pt x="2201" y="92"/>
                </a:lnTo>
                <a:lnTo>
                  <a:pt x="2202" y="92"/>
                </a:lnTo>
                <a:lnTo>
                  <a:pt x="2203" y="92"/>
                </a:lnTo>
                <a:lnTo>
                  <a:pt x="2205" y="92"/>
                </a:lnTo>
                <a:lnTo>
                  <a:pt x="2206" y="93"/>
                </a:lnTo>
                <a:lnTo>
                  <a:pt x="2207" y="93"/>
                </a:lnTo>
                <a:lnTo>
                  <a:pt x="2208" y="94"/>
                </a:lnTo>
                <a:lnTo>
                  <a:pt x="2207" y="95"/>
                </a:lnTo>
                <a:lnTo>
                  <a:pt x="2207" y="96"/>
                </a:lnTo>
                <a:lnTo>
                  <a:pt x="2207" y="97"/>
                </a:lnTo>
                <a:lnTo>
                  <a:pt x="2206" y="97"/>
                </a:lnTo>
                <a:lnTo>
                  <a:pt x="2207" y="97"/>
                </a:lnTo>
                <a:lnTo>
                  <a:pt x="2208" y="99"/>
                </a:lnTo>
                <a:lnTo>
                  <a:pt x="2209" y="99"/>
                </a:lnTo>
                <a:lnTo>
                  <a:pt x="2210" y="100"/>
                </a:lnTo>
                <a:lnTo>
                  <a:pt x="2211" y="101"/>
                </a:lnTo>
                <a:lnTo>
                  <a:pt x="2212" y="103"/>
                </a:lnTo>
                <a:lnTo>
                  <a:pt x="2211" y="103"/>
                </a:lnTo>
                <a:lnTo>
                  <a:pt x="2211" y="105"/>
                </a:lnTo>
                <a:lnTo>
                  <a:pt x="2212" y="105"/>
                </a:lnTo>
                <a:lnTo>
                  <a:pt x="2213" y="105"/>
                </a:lnTo>
                <a:lnTo>
                  <a:pt x="2214" y="105"/>
                </a:lnTo>
                <a:lnTo>
                  <a:pt x="2215" y="105"/>
                </a:lnTo>
                <a:lnTo>
                  <a:pt x="2216" y="106"/>
                </a:lnTo>
                <a:lnTo>
                  <a:pt x="2217" y="106"/>
                </a:lnTo>
                <a:lnTo>
                  <a:pt x="2218" y="106"/>
                </a:lnTo>
                <a:lnTo>
                  <a:pt x="2219" y="106"/>
                </a:lnTo>
                <a:lnTo>
                  <a:pt x="2219" y="107"/>
                </a:lnTo>
                <a:lnTo>
                  <a:pt x="2220" y="107"/>
                </a:lnTo>
                <a:lnTo>
                  <a:pt x="2221" y="107"/>
                </a:lnTo>
                <a:lnTo>
                  <a:pt x="2221" y="108"/>
                </a:lnTo>
                <a:lnTo>
                  <a:pt x="2222" y="108"/>
                </a:lnTo>
                <a:lnTo>
                  <a:pt x="2224" y="108"/>
                </a:lnTo>
                <a:lnTo>
                  <a:pt x="2226" y="108"/>
                </a:lnTo>
                <a:lnTo>
                  <a:pt x="2227" y="108"/>
                </a:lnTo>
                <a:lnTo>
                  <a:pt x="2228" y="108"/>
                </a:lnTo>
                <a:lnTo>
                  <a:pt x="2229" y="108"/>
                </a:lnTo>
                <a:lnTo>
                  <a:pt x="2230" y="108"/>
                </a:lnTo>
                <a:lnTo>
                  <a:pt x="2231" y="108"/>
                </a:lnTo>
                <a:lnTo>
                  <a:pt x="2232" y="108"/>
                </a:lnTo>
                <a:lnTo>
                  <a:pt x="2233" y="107"/>
                </a:lnTo>
                <a:lnTo>
                  <a:pt x="2233" y="106"/>
                </a:lnTo>
                <a:lnTo>
                  <a:pt x="2234" y="105"/>
                </a:lnTo>
                <a:lnTo>
                  <a:pt x="2233" y="105"/>
                </a:lnTo>
                <a:lnTo>
                  <a:pt x="2234" y="104"/>
                </a:lnTo>
                <a:lnTo>
                  <a:pt x="2235" y="104"/>
                </a:lnTo>
                <a:lnTo>
                  <a:pt x="2236" y="104"/>
                </a:lnTo>
                <a:lnTo>
                  <a:pt x="2236" y="103"/>
                </a:lnTo>
                <a:lnTo>
                  <a:pt x="2236" y="102"/>
                </a:lnTo>
                <a:lnTo>
                  <a:pt x="2237" y="102"/>
                </a:lnTo>
                <a:lnTo>
                  <a:pt x="2237" y="101"/>
                </a:lnTo>
                <a:lnTo>
                  <a:pt x="2238" y="100"/>
                </a:lnTo>
                <a:lnTo>
                  <a:pt x="2239" y="100"/>
                </a:lnTo>
                <a:lnTo>
                  <a:pt x="2240" y="99"/>
                </a:lnTo>
                <a:lnTo>
                  <a:pt x="2241" y="99"/>
                </a:lnTo>
                <a:lnTo>
                  <a:pt x="2241" y="97"/>
                </a:lnTo>
                <a:lnTo>
                  <a:pt x="2242" y="97"/>
                </a:lnTo>
                <a:lnTo>
                  <a:pt x="2241" y="95"/>
                </a:lnTo>
                <a:lnTo>
                  <a:pt x="2243" y="95"/>
                </a:lnTo>
                <a:lnTo>
                  <a:pt x="2244" y="94"/>
                </a:lnTo>
                <a:lnTo>
                  <a:pt x="2245" y="94"/>
                </a:lnTo>
                <a:lnTo>
                  <a:pt x="2246" y="94"/>
                </a:lnTo>
                <a:lnTo>
                  <a:pt x="2246" y="93"/>
                </a:lnTo>
                <a:lnTo>
                  <a:pt x="2245" y="93"/>
                </a:lnTo>
                <a:lnTo>
                  <a:pt x="2246" y="92"/>
                </a:lnTo>
                <a:lnTo>
                  <a:pt x="2247" y="92"/>
                </a:lnTo>
                <a:lnTo>
                  <a:pt x="2247" y="91"/>
                </a:lnTo>
                <a:lnTo>
                  <a:pt x="2248" y="91"/>
                </a:lnTo>
                <a:lnTo>
                  <a:pt x="2248" y="90"/>
                </a:lnTo>
                <a:lnTo>
                  <a:pt x="2248" y="89"/>
                </a:lnTo>
                <a:lnTo>
                  <a:pt x="2249" y="89"/>
                </a:lnTo>
                <a:lnTo>
                  <a:pt x="2250" y="88"/>
                </a:lnTo>
                <a:lnTo>
                  <a:pt x="2249" y="88"/>
                </a:lnTo>
                <a:lnTo>
                  <a:pt x="2249" y="87"/>
                </a:lnTo>
                <a:lnTo>
                  <a:pt x="2250" y="87"/>
                </a:lnTo>
                <a:lnTo>
                  <a:pt x="2250" y="86"/>
                </a:lnTo>
                <a:lnTo>
                  <a:pt x="2250" y="85"/>
                </a:lnTo>
                <a:lnTo>
                  <a:pt x="2251" y="85"/>
                </a:lnTo>
                <a:lnTo>
                  <a:pt x="2251" y="84"/>
                </a:lnTo>
                <a:lnTo>
                  <a:pt x="2252" y="84"/>
                </a:lnTo>
                <a:lnTo>
                  <a:pt x="2253" y="84"/>
                </a:lnTo>
                <a:lnTo>
                  <a:pt x="2253" y="85"/>
                </a:lnTo>
                <a:lnTo>
                  <a:pt x="2253" y="86"/>
                </a:lnTo>
                <a:lnTo>
                  <a:pt x="2254" y="86"/>
                </a:lnTo>
                <a:lnTo>
                  <a:pt x="2253" y="86"/>
                </a:lnTo>
                <a:lnTo>
                  <a:pt x="2253" y="87"/>
                </a:lnTo>
                <a:lnTo>
                  <a:pt x="2254" y="87"/>
                </a:lnTo>
                <a:lnTo>
                  <a:pt x="2254" y="88"/>
                </a:lnTo>
                <a:lnTo>
                  <a:pt x="2255" y="88"/>
                </a:lnTo>
                <a:lnTo>
                  <a:pt x="2256" y="89"/>
                </a:lnTo>
                <a:lnTo>
                  <a:pt x="2257" y="89"/>
                </a:lnTo>
                <a:lnTo>
                  <a:pt x="2258" y="89"/>
                </a:lnTo>
                <a:lnTo>
                  <a:pt x="2259" y="89"/>
                </a:lnTo>
                <a:lnTo>
                  <a:pt x="2260" y="89"/>
                </a:lnTo>
                <a:lnTo>
                  <a:pt x="2261" y="89"/>
                </a:lnTo>
                <a:lnTo>
                  <a:pt x="2262" y="89"/>
                </a:lnTo>
                <a:lnTo>
                  <a:pt x="2263" y="89"/>
                </a:lnTo>
                <a:lnTo>
                  <a:pt x="2263" y="88"/>
                </a:lnTo>
                <a:lnTo>
                  <a:pt x="2264" y="88"/>
                </a:lnTo>
                <a:lnTo>
                  <a:pt x="2265" y="88"/>
                </a:lnTo>
                <a:lnTo>
                  <a:pt x="2266" y="88"/>
                </a:lnTo>
                <a:lnTo>
                  <a:pt x="2266" y="89"/>
                </a:lnTo>
                <a:lnTo>
                  <a:pt x="2266" y="90"/>
                </a:lnTo>
                <a:lnTo>
                  <a:pt x="2267" y="90"/>
                </a:lnTo>
                <a:lnTo>
                  <a:pt x="2267" y="91"/>
                </a:lnTo>
                <a:lnTo>
                  <a:pt x="2267" y="92"/>
                </a:lnTo>
                <a:lnTo>
                  <a:pt x="2268" y="93"/>
                </a:lnTo>
                <a:lnTo>
                  <a:pt x="2269" y="93"/>
                </a:lnTo>
                <a:lnTo>
                  <a:pt x="2269" y="94"/>
                </a:lnTo>
                <a:lnTo>
                  <a:pt x="2269" y="95"/>
                </a:lnTo>
                <a:lnTo>
                  <a:pt x="2270" y="95"/>
                </a:lnTo>
                <a:lnTo>
                  <a:pt x="2271" y="95"/>
                </a:lnTo>
                <a:lnTo>
                  <a:pt x="2271" y="96"/>
                </a:lnTo>
                <a:lnTo>
                  <a:pt x="2272" y="97"/>
                </a:lnTo>
                <a:lnTo>
                  <a:pt x="2274" y="97"/>
                </a:lnTo>
                <a:lnTo>
                  <a:pt x="2274" y="98"/>
                </a:lnTo>
                <a:lnTo>
                  <a:pt x="2274" y="99"/>
                </a:lnTo>
                <a:lnTo>
                  <a:pt x="2275" y="99"/>
                </a:lnTo>
                <a:lnTo>
                  <a:pt x="2275" y="98"/>
                </a:lnTo>
                <a:lnTo>
                  <a:pt x="2276" y="98"/>
                </a:lnTo>
                <a:lnTo>
                  <a:pt x="2277" y="98"/>
                </a:lnTo>
                <a:lnTo>
                  <a:pt x="2277" y="97"/>
                </a:lnTo>
                <a:lnTo>
                  <a:pt x="2278" y="97"/>
                </a:lnTo>
                <a:lnTo>
                  <a:pt x="2278" y="98"/>
                </a:lnTo>
                <a:lnTo>
                  <a:pt x="2279" y="99"/>
                </a:lnTo>
                <a:lnTo>
                  <a:pt x="2279" y="100"/>
                </a:lnTo>
                <a:lnTo>
                  <a:pt x="2280" y="100"/>
                </a:lnTo>
                <a:lnTo>
                  <a:pt x="2280" y="101"/>
                </a:lnTo>
                <a:lnTo>
                  <a:pt x="2281" y="101"/>
                </a:lnTo>
                <a:lnTo>
                  <a:pt x="2281" y="102"/>
                </a:lnTo>
                <a:lnTo>
                  <a:pt x="2281" y="103"/>
                </a:lnTo>
                <a:lnTo>
                  <a:pt x="2280" y="103"/>
                </a:lnTo>
                <a:lnTo>
                  <a:pt x="2280" y="104"/>
                </a:lnTo>
                <a:lnTo>
                  <a:pt x="2281" y="104"/>
                </a:lnTo>
                <a:lnTo>
                  <a:pt x="2281" y="105"/>
                </a:lnTo>
                <a:lnTo>
                  <a:pt x="2281" y="106"/>
                </a:lnTo>
                <a:lnTo>
                  <a:pt x="2280" y="106"/>
                </a:lnTo>
                <a:lnTo>
                  <a:pt x="2281" y="107"/>
                </a:lnTo>
                <a:lnTo>
                  <a:pt x="2282" y="107"/>
                </a:lnTo>
                <a:lnTo>
                  <a:pt x="2283" y="107"/>
                </a:lnTo>
                <a:lnTo>
                  <a:pt x="2283" y="108"/>
                </a:lnTo>
                <a:lnTo>
                  <a:pt x="2284" y="108"/>
                </a:lnTo>
                <a:lnTo>
                  <a:pt x="2286" y="108"/>
                </a:lnTo>
                <a:lnTo>
                  <a:pt x="2287" y="108"/>
                </a:lnTo>
                <a:lnTo>
                  <a:pt x="2289" y="108"/>
                </a:lnTo>
                <a:lnTo>
                  <a:pt x="2290" y="109"/>
                </a:lnTo>
                <a:lnTo>
                  <a:pt x="2290" y="110"/>
                </a:lnTo>
                <a:lnTo>
                  <a:pt x="2291" y="110"/>
                </a:lnTo>
                <a:lnTo>
                  <a:pt x="2293" y="110"/>
                </a:lnTo>
                <a:lnTo>
                  <a:pt x="2295" y="109"/>
                </a:lnTo>
                <a:lnTo>
                  <a:pt x="2296" y="109"/>
                </a:lnTo>
                <a:lnTo>
                  <a:pt x="2297" y="109"/>
                </a:lnTo>
                <a:lnTo>
                  <a:pt x="2297" y="108"/>
                </a:lnTo>
                <a:lnTo>
                  <a:pt x="2298" y="108"/>
                </a:lnTo>
                <a:lnTo>
                  <a:pt x="2298" y="109"/>
                </a:lnTo>
                <a:lnTo>
                  <a:pt x="2299" y="109"/>
                </a:lnTo>
                <a:lnTo>
                  <a:pt x="2300" y="109"/>
                </a:lnTo>
                <a:lnTo>
                  <a:pt x="2301" y="109"/>
                </a:lnTo>
                <a:lnTo>
                  <a:pt x="2301" y="110"/>
                </a:lnTo>
                <a:lnTo>
                  <a:pt x="2300" y="110"/>
                </a:lnTo>
                <a:lnTo>
                  <a:pt x="2300" y="111"/>
                </a:lnTo>
                <a:lnTo>
                  <a:pt x="2301" y="111"/>
                </a:lnTo>
                <a:lnTo>
                  <a:pt x="2302" y="111"/>
                </a:lnTo>
                <a:lnTo>
                  <a:pt x="2303" y="111"/>
                </a:lnTo>
                <a:lnTo>
                  <a:pt x="2304" y="110"/>
                </a:lnTo>
                <a:lnTo>
                  <a:pt x="2305" y="111"/>
                </a:lnTo>
                <a:lnTo>
                  <a:pt x="2306" y="110"/>
                </a:lnTo>
                <a:lnTo>
                  <a:pt x="2307" y="110"/>
                </a:lnTo>
                <a:lnTo>
                  <a:pt x="2307" y="111"/>
                </a:lnTo>
                <a:lnTo>
                  <a:pt x="2308" y="111"/>
                </a:lnTo>
                <a:lnTo>
                  <a:pt x="2309" y="111"/>
                </a:lnTo>
                <a:lnTo>
                  <a:pt x="2309" y="112"/>
                </a:lnTo>
                <a:lnTo>
                  <a:pt x="2308" y="113"/>
                </a:lnTo>
                <a:lnTo>
                  <a:pt x="2307" y="113"/>
                </a:lnTo>
                <a:lnTo>
                  <a:pt x="2306" y="114"/>
                </a:lnTo>
                <a:lnTo>
                  <a:pt x="2307" y="114"/>
                </a:lnTo>
                <a:lnTo>
                  <a:pt x="2307" y="115"/>
                </a:lnTo>
                <a:lnTo>
                  <a:pt x="2307" y="116"/>
                </a:lnTo>
                <a:lnTo>
                  <a:pt x="2308" y="116"/>
                </a:lnTo>
                <a:lnTo>
                  <a:pt x="2308" y="117"/>
                </a:lnTo>
                <a:lnTo>
                  <a:pt x="2307" y="118"/>
                </a:lnTo>
                <a:lnTo>
                  <a:pt x="2308" y="118"/>
                </a:lnTo>
                <a:lnTo>
                  <a:pt x="2308" y="119"/>
                </a:lnTo>
                <a:lnTo>
                  <a:pt x="2307" y="119"/>
                </a:lnTo>
                <a:lnTo>
                  <a:pt x="2306" y="119"/>
                </a:lnTo>
                <a:lnTo>
                  <a:pt x="2306" y="120"/>
                </a:lnTo>
                <a:lnTo>
                  <a:pt x="2305" y="120"/>
                </a:lnTo>
                <a:lnTo>
                  <a:pt x="2305" y="121"/>
                </a:lnTo>
                <a:lnTo>
                  <a:pt x="2304" y="122"/>
                </a:lnTo>
                <a:lnTo>
                  <a:pt x="2303" y="122"/>
                </a:lnTo>
                <a:lnTo>
                  <a:pt x="2302" y="122"/>
                </a:lnTo>
                <a:lnTo>
                  <a:pt x="2301" y="122"/>
                </a:lnTo>
                <a:lnTo>
                  <a:pt x="2301" y="123"/>
                </a:lnTo>
                <a:lnTo>
                  <a:pt x="2300" y="123"/>
                </a:lnTo>
                <a:lnTo>
                  <a:pt x="2299" y="123"/>
                </a:lnTo>
                <a:lnTo>
                  <a:pt x="2298" y="123"/>
                </a:lnTo>
                <a:lnTo>
                  <a:pt x="2297" y="123"/>
                </a:lnTo>
                <a:lnTo>
                  <a:pt x="2296" y="123"/>
                </a:lnTo>
                <a:lnTo>
                  <a:pt x="2295" y="123"/>
                </a:lnTo>
                <a:lnTo>
                  <a:pt x="2294" y="124"/>
                </a:lnTo>
                <a:lnTo>
                  <a:pt x="2295" y="124"/>
                </a:lnTo>
                <a:lnTo>
                  <a:pt x="2295" y="125"/>
                </a:lnTo>
                <a:lnTo>
                  <a:pt x="2296" y="126"/>
                </a:lnTo>
                <a:lnTo>
                  <a:pt x="2296" y="127"/>
                </a:lnTo>
                <a:lnTo>
                  <a:pt x="2295" y="127"/>
                </a:lnTo>
                <a:lnTo>
                  <a:pt x="2295" y="128"/>
                </a:lnTo>
                <a:lnTo>
                  <a:pt x="2294" y="130"/>
                </a:lnTo>
                <a:lnTo>
                  <a:pt x="2294" y="131"/>
                </a:lnTo>
                <a:lnTo>
                  <a:pt x="2296" y="131"/>
                </a:lnTo>
                <a:lnTo>
                  <a:pt x="2297" y="131"/>
                </a:lnTo>
                <a:lnTo>
                  <a:pt x="2297" y="132"/>
                </a:lnTo>
                <a:lnTo>
                  <a:pt x="2297" y="133"/>
                </a:lnTo>
                <a:lnTo>
                  <a:pt x="2297" y="134"/>
                </a:lnTo>
                <a:lnTo>
                  <a:pt x="2297" y="135"/>
                </a:lnTo>
                <a:lnTo>
                  <a:pt x="2298" y="135"/>
                </a:lnTo>
                <a:lnTo>
                  <a:pt x="2298" y="136"/>
                </a:lnTo>
                <a:lnTo>
                  <a:pt x="2298" y="137"/>
                </a:lnTo>
                <a:lnTo>
                  <a:pt x="2298" y="138"/>
                </a:lnTo>
                <a:lnTo>
                  <a:pt x="2298" y="139"/>
                </a:lnTo>
                <a:lnTo>
                  <a:pt x="2299" y="140"/>
                </a:lnTo>
                <a:lnTo>
                  <a:pt x="2300" y="140"/>
                </a:lnTo>
                <a:lnTo>
                  <a:pt x="2301" y="139"/>
                </a:lnTo>
                <a:lnTo>
                  <a:pt x="2302" y="139"/>
                </a:lnTo>
                <a:lnTo>
                  <a:pt x="2303" y="140"/>
                </a:lnTo>
                <a:lnTo>
                  <a:pt x="2303" y="141"/>
                </a:lnTo>
                <a:lnTo>
                  <a:pt x="2303" y="142"/>
                </a:lnTo>
                <a:lnTo>
                  <a:pt x="2302" y="142"/>
                </a:lnTo>
                <a:lnTo>
                  <a:pt x="2302" y="143"/>
                </a:lnTo>
                <a:lnTo>
                  <a:pt x="2303" y="143"/>
                </a:lnTo>
                <a:lnTo>
                  <a:pt x="2303" y="144"/>
                </a:lnTo>
                <a:lnTo>
                  <a:pt x="2304" y="145"/>
                </a:lnTo>
                <a:lnTo>
                  <a:pt x="2303" y="145"/>
                </a:lnTo>
                <a:lnTo>
                  <a:pt x="2303" y="146"/>
                </a:lnTo>
                <a:lnTo>
                  <a:pt x="2302" y="146"/>
                </a:lnTo>
                <a:lnTo>
                  <a:pt x="2302" y="147"/>
                </a:lnTo>
                <a:lnTo>
                  <a:pt x="2301" y="148"/>
                </a:lnTo>
                <a:lnTo>
                  <a:pt x="2301" y="149"/>
                </a:lnTo>
                <a:lnTo>
                  <a:pt x="2302" y="149"/>
                </a:lnTo>
                <a:lnTo>
                  <a:pt x="2303" y="149"/>
                </a:lnTo>
                <a:lnTo>
                  <a:pt x="2303" y="150"/>
                </a:lnTo>
                <a:lnTo>
                  <a:pt x="2303" y="152"/>
                </a:lnTo>
                <a:lnTo>
                  <a:pt x="2304" y="153"/>
                </a:lnTo>
                <a:lnTo>
                  <a:pt x="2304" y="155"/>
                </a:lnTo>
                <a:lnTo>
                  <a:pt x="2304" y="156"/>
                </a:lnTo>
                <a:lnTo>
                  <a:pt x="2305" y="158"/>
                </a:lnTo>
                <a:lnTo>
                  <a:pt x="2306" y="159"/>
                </a:lnTo>
                <a:lnTo>
                  <a:pt x="2307" y="159"/>
                </a:lnTo>
                <a:lnTo>
                  <a:pt x="2307" y="161"/>
                </a:lnTo>
                <a:lnTo>
                  <a:pt x="2307" y="162"/>
                </a:lnTo>
                <a:lnTo>
                  <a:pt x="2306" y="163"/>
                </a:lnTo>
                <a:lnTo>
                  <a:pt x="2305" y="164"/>
                </a:lnTo>
                <a:lnTo>
                  <a:pt x="2305" y="165"/>
                </a:lnTo>
                <a:lnTo>
                  <a:pt x="2306" y="165"/>
                </a:lnTo>
                <a:lnTo>
                  <a:pt x="2307" y="166"/>
                </a:lnTo>
                <a:lnTo>
                  <a:pt x="2308" y="167"/>
                </a:lnTo>
                <a:lnTo>
                  <a:pt x="2308" y="170"/>
                </a:lnTo>
                <a:lnTo>
                  <a:pt x="2309" y="170"/>
                </a:lnTo>
                <a:lnTo>
                  <a:pt x="2309" y="171"/>
                </a:lnTo>
                <a:lnTo>
                  <a:pt x="2310" y="171"/>
                </a:lnTo>
                <a:lnTo>
                  <a:pt x="2310" y="173"/>
                </a:lnTo>
                <a:lnTo>
                  <a:pt x="2311" y="173"/>
                </a:lnTo>
                <a:lnTo>
                  <a:pt x="2312" y="173"/>
                </a:lnTo>
                <a:lnTo>
                  <a:pt x="2312" y="175"/>
                </a:lnTo>
                <a:lnTo>
                  <a:pt x="2312" y="176"/>
                </a:lnTo>
                <a:lnTo>
                  <a:pt x="2313" y="176"/>
                </a:lnTo>
                <a:lnTo>
                  <a:pt x="2314" y="176"/>
                </a:lnTo>
                <a:lnTo>
                  <a:pt x="2315" y="178"/>
                </a:lnTo>
                <a:lnTo>
                  <a:pt x="2315" y="179"/>
                </a:lnTo>
                <a:lnTo>
                  <a:pt x="2314" y="179"/>
                </a:lnTo>
                <a:lnTo>
                  <a:pt x="2313" y="179"/>
                </a:lnTo>
                <a:lnTo>
                  <a:pt x="2313" y="180"/>
                </a:lnTo>
                <a:lnTo>
                  <a:pt x="2313" y="181"/>
                </a:lnTo>
                <a:lnTo>
                  <a:pt x="2314" y="182"/>
                </a:lnTo>
                <a:lnTo>
                  <a:pt x="2315" y="182"/>
                </a:lnTo>
                <a:lnTo>
                  <a:pt x="2317" y="184"/>
                </a:lnTo>
                <a:lnTo>
                  <a:pt x="2318" y="184"/>
                </a:lnTo>
                <a:lnTo>
                  <a:pt x="2318" y="186"/>
                </a:lnTo>
                <a:lnTo>
                  <a:pt x="2317" y="186"/>
                </a:lnTo>
                <a:lnTo>
                  <a:pt x="2316" y="186"/>
                </a:lnTo>
                <a:lnTo>
                  <a:pt x="2315" y="186"/>
                </a:lnTo>
                <a:lnTo>
                  <a:pt x="2316" y="188"/>
                </a:lnTo>
                <a:lnTo>
                  <a:pt x="2317" y="188"/>
                </a:lnTo>
                <a:lnTo>
                  <a:pt x="2318" y="189"/>
                </a:lnTo>
                <a:lnTo>
                  <a:pt x="2317" y="189"/>
                </a:lnTo>
                <a:lnTo>
                  <a:pt x="2317" y="190"/>
                </a:lnTo>
                <a:lnTo>
                  <a:pt x="2317" y="191"/>
                </a:lnTo>
                <a:lnTo>
                  <a:pt x="2316" y="191"/>
                </a:lnTo>
                <a:lnTo>
                  <a:pt x="2315" y="191"/>
                </a:lnTo>
                <a:lnTo>
                  <a:pt x="2315" y="192"/>
                </a:lnTo>
                <a:lnTo>
                  <a:pt x="2316" y="193"/>
                </a:lnTo>
                <a:lnTo>
                  <a:pt x="2317" y="194"/>
                </a:lnTo>
                <a:lnTo>
                  <a:pt x="2319" y="194"/>
                </a:lnTo>
                <a:lnTo>
                  <a:pt x="2320" y="195"/>
                </a:lnTo>
                <a:lnTo>
                  <a:pt x="2319" y="195"/>
                </a:lnTo>
                <a:lnTo>
                  <a:pt x="2319" y="196"/>
                </a:lnTo>
                <a:lnTo>
                  <a:pt x="2319" y="197"/>
                </a:lnTo>
                <a:lnTo>
                  <a:pt x="2319" y="198"/>
                </a:lnTo>
                <a:lnTo>
                  <a:pt x="2320" y="198"/>
                </a:lnTo>
                <a:lnTo>
                  <a:pt x="2321" y="199"/>
                </a:lnTo>
                <a:lnTo>
                  <a:pt x="2322" y="199"/>
                </a:lnTo>
                <a:lnTo>
                  <a:pt x="2322" y="198"/>
                </a:lnTo>
                <a:lnTo>
                  <a:pt x="2323" y="199"/>
                </a:lnTo>
                <a:lnTo>
                  <a:pt x="2323" y="200"/>
                </a:lnTo>
                <a:lnTo>
                  <a:pt x="2324" y="200"/>
                </a:lnTo>
                <a:lnTo>
                  <a:pt x="2325" y="200"/>
                </a:lnTo>
                <a:lnTo>
                  <a:pt x="2325" y="201"/>
                </a:lnTo>
                <a:lnTo>
                  <a:pt x="2325" y="202"/>
                </a:lnTo>
                <a:lnTo>
                  <a:pt x="2325" y="203"/>
                </a:lnTo>
                <a:lnTo>
                  <a:pt x="2324" y="203"/>
                </a:lnTo>
                <a:lnTo>
                  <a:pt x="2324" y="204"/>
                </a:lnTo>
                <a:lnTo>
                  <a:pt x="2325" y="204"/>
                </a:lnTo>
                <a:lnTo>
                  <a:pt x="2325" y="205"/>
                </a:lnTo>
                <a:lnTo>
                  <a:pt x="2325" y="206"/>
                </a:lnTo>
                <a:lnTo>
                  <a:pt x="2326" y="207"/>
                </a:lnTo>
                <a:lnTo>
                  <a:pt x="2328" y="208"/>
                </a:lnTo>
                <a:lnTo>
                  <a:pt x="2328" y="209"/>
                </a:lnTo>
                <a:lnTo>
                  <a:pt x="2329" y="209"/>
                </a:lnTo>
                <a:lnTo>
                  <a:pt x="2330" y="209"/>
                </a:lnTo>
                <a:lnTo>
                  <a:pt x="2330" y="208"/>
                </a:lnTo>
                <a:lnTo>
                  <a:pt x="2331" y="208"/>
                </a:lnTo>
                <a:lnTo>
                  <a:pt x="2334" y="208"/>
                </a:lnTo>
                <a:lnTo>
                  <a:pt x="2335" y="208"/>
                </a:lnTo>
                <a:lnTo>
                  <a:pt x="2336" y="209"/>
                </a:lnTo>
                <a:lnTo>
                  <a:pt x="2337" y="209"/>
                </a:lnTo>
                <a:lnTo>
                  <a:pt x="2338" y="209"/>
                </a:lnTo>
                <a:lnTo>
                  <a:pt x="2339" y="210"/>
                </a:lnTo>
                <a:lnTo>
                  <a:pt x="2340" y="210"/>
                </a:lnTo>
                <a:lnTo>
                  <a:pt x="2341" y="209"/>
                </a:lnTo>
                <a:lnTo>
                  <a:pt x="2342" y="210"/>
                </a:lnTo>
                <a:lnTo>
                  <a:pt x="2343" y="210"/>
                </a:lnTo>
                <a:lnTo>
                  <a:pt x="2343" y="211"/>
                </a:lnTo>
                <a:lnTo>
                  <a:pt x="2345" y="211"/>
                </a:lnTo>
                <a:lnTo>
                  <a:pt x="2346" y="211"/>
                </a:lnTo>
                <a:lnTo>
                  <a:pt x="2347" y="211"/>
                </a:lnTo>
                <a:lnTo>
                  <a:pt x="2348" y="212"/>
                </a:lnTo>
                <a:lnTo>
                  <a:pt x="2349" y="213"/>
                </a:lnTo>
                <a:lnTo>
                  <a:pt x="2350" y="214"/>
                </a:lnTo>
                <a:lnTo>
                  <a:pt x="2351" y="214"/>
                </a:lnTo>
                <a:lnTo>
                  <a:pt x="2352" y="215"/>
                </a:lnTo>
                <a:lnTo>
                  <a:pt x="2353" y="215"/>
                </a:lnTo>
                <a:lnTo>
                  <a:pt x="2354" y="215"/>
                </a:lnTo>
                <a:lnTo>
                  <a:pt x="2354" y="214"/>
                </a:lnTo>
                <a:lnTo>
                  <a:pt x="2355" y="214"/>
                </a:lnTo>
                <a:lnTo>
                  <a:pt x="2355" y="213"/>
                </a:lnTo>
                <a:lnTo>
                  <a:pt x="2356" y="213"/>
                </a:lnTo>
                <a:lnTo>
                  <a:pt x="2358" y="212"/>
                </a:lnTo>
                <a:lnTo>
                  <a:pt x="2359" y="212"/>
                </a:lnTo>
                <a:lnTo>
                  <a:pt x="2359" y="213"/>
                </a:lnTo>
                <a:lnTo>
                  <a:pt x="2360" y="213"/>
                </a:lnTo>
                <a:lnTo>
                  <a:pt x="2361" y="213"/>
                </a:lnTo>
                <a:lnTo>
                  <a:pt x="2362" y="213"/>
                </a:lnTo>
                <a:lnTo>
                  <a:pt x="2363" y="213"/>
                </a:lnTo>
                <a:lnTo>
                  <a:pt x="2363" y="212"/>
                </a:lnTo>
                <a:lnTo>
                  <a:pt x="2364" y="212"/>
                </a:lnTo>
                <a:lnTo>
                  <a:pt x="2365" y="212"/>
                </a:lnTo>
                <a:lnTo>
                  <a:pt x="2366" y="212"/>
                </a:lnTo>
                <a:lnTo>
                  <a:pt x="2367" y="213"/>
                </a:lnTo>
                <a:lnTo>
                  <a:pt x="2369" y="213"/>
                </a:lnTo>
                <a:lnTo>
                  <a:pt x="2369" y="212"/>
                </a:lnTo>
                <a:lnTo>
                  <a:pt x="2369" y="211"/>
                </a:lnTo>
                <a:lnTo>
                  <a:pt x="2370" y="211"/>
                </a:lnTo>
                <a:lnTo>
                  <a:pt x="2372" y="210"/>
                </a:lnTo>
                <a:lnTo>
                  <a:pt x="2373" y="210"/>
                </a:lnTo>
                <a:lnTo>
                  <a:pt x="2373" y="211"/>
                </a:lnTo>
                <a:lnTo>
                  <a:pt x="2374" y="211"/>
                </a:lnTo>
                <a:lnTo>
                  <a:pt x="2376" y="211"/>
                </a:lnTo>
                <a:lnTo>
                  <a:pt x="2377" y="211"/>
                </a:lnTo>
                <a:lnTo>
                  <a:pt x="2378" y="211"/>
                </a:lnTo>
                <a:lnTo>
                  <a:pt x="2379" y="211"/>
                </a:lnTo>
                <a:lnTo>
                  <a:pt x="2380" y="210"/>
                </a:lnTo>
                <a:lnTo>
                  <a:pt x="2380" y="209"/>
                </a:lnTo>
                <a:lnTo>
                  <a:pt x="2381" y="208"/>
                </a:lnTo>
                <a:lnTo>
                  <a:pt x="2382" y="208"/>
                </a:lnTo>
                <a:lnTo>
                  <a:pt x="2384" y="208"/>
                </a:lnTo>
                <a:lnTo>
                  <a:pt x="2385" y="207"/>
                </a:lnTo>
                <a:lnTo>
                  <a:pt x="2386" y="207"/>
                </a:lnTo>
                <a:lnTo>
                  <a:pt x="2387" y="208"/>
                </a:lnTo>
                <a:lnTo>
                  <a:pt x="2387" y="207"/>
                </a:lnTo>
                <a:lnTo>
                  <a:pt x="2387" y="206"/>
                </a:lnTo>
                <a:lnTo>
                  <a:pt x="2387" y="205"/>
                </a:lnTo>
                <a:lnTo>
                  <a:pt x="2388" y="205"/>
                </a:lnTo>
                <a:lnTo>
                  <a:pt x="2389" y="204"/>
                </a:lnTo>
                <a:lnTo>
                  <a:pt x="2389" y="203"/>
                </a:lnTo>
                <a:lnTo>
                  <a:pt x="2389" y="202"/>
                </a:lnTo>
                <a:lnTo>
                  <a:pt x="2391" y="200"/>
                </a:lnTo>
                <a:lnTo>
                  <a:pt x="2392" y="200"/>
                </a:lnTo>
                <a:lnTo>
                  <a:pt x="2392" y="199"/>
                </a:lnTo>
                <a:lnTo>
                  <a:pt x="2393" y="199"/>
                </a:lnTo>
                <a:lnTo>
                  <a:pt x="2393" y="200"/>
                </a:lnTo>
                <a:lnTo>
                  <a:pt x="2393" y="201"/>
                </a:lnTo>
                <a:lnTo>
                  <a:pt x="2394" y="201"/>
                </a:lnTo>
                <a:lnTo>
                  <a:pt x="2396" y="202"/>
                </a:lnTo>
                <a:lnTo>
                  <a:pt x="2397" y="203"/>
                </a:lnTo>
                <a:lnTo>
                  <a:pt x="2399" y="203"/>
                </a:lnTo>
                <a:lnTo>
                  <a:pt x="2401" y="203"/>
                </a:lnTo>
                <a:lnTo>
                  <a:pt x="2402" y="203"/>
                </a:lnTo>
                <a:lnTo>
                  <a:pt x="2403" y="203"/>
                </a:lnTo>
                <a:lnTo>
                  <a:pt x="2404" y="203"/>
                </a:lnTo>
                <a:lnTo>
                  <a:pt x="2405" y="204"/>
                </a:lnTo>
                <a:lnTo>
                  <a:pt x="2405" y="205"/>
                </a:lnTo>
                <a:lnTo>
                  <a:pt x="2406" y="205"/>
                </a:lnTo>
                <a:lnTo>
                  <a:pt x="2406" y="206"/>
                </a:lnTo>
                <a:lnTo>
                  <a:pt x="2408" y="208"/>
                </a:lnTo>
                <a:lnTo>
                  <a:pt x="2410" y="209"/>
                </a:lnTo>
                <a:lnTo>
                  <a:pt x="2411" y="210"/>
                </a:lnTo>
                <a:lnTo>
                  <a:pt x="2412" y="209"/>
                </a:lnTo>
                <a:lnTo>
                  <a:pt x="2413" y="208"/>
                </a:lnTo>
                <a:lnTo>
                  <a:pt x="2416" y="207"/>
                </a:lnTo>
                <a:lnTo>
                  <a:pt x="2417" y="207"/>
                </a:lnTo>
                <a:lnTo>
                  <a:pt x="2419" y="207"/>
                </a:lnTo>
                <a:lnTo>
                  <a:pt x="2420" y="207"/>
                </a:lnTo>
                <a:lnTo>
                  <a:pt x="2420" y="208"/>
                </a:lnTo>
                <a:lnTo>
                  <a:pt x="2422" y="208"/>
                </a:lnTo>
                <a:lnTo>
                  <a:pt x="2422" y="207"/>
                </a:lnTo>
                <a:lnTo>
                  <a:pt x="2423" y="207"/>
                </a:lnTo>
                <a:lnTo>
                  <a:pt x="2423" y="208"/>
                </a:lnTo>
                <a:lnTo>
                  <a:pt x="2424" y="208"/>
                </a:lnTo>
                <a:lnTo>
                  <a:pt x="2425" y="208"/>
                </a:lnTo>
                <a:lnTo>
                  <a:pt x="2425" y="207"/>
                </a:lnTo>
                <a:lnTo>
                  <a:pt x="2426" y="206"/>
                </a:lnTo>
                <a:lnTo>
                  <a:pt x="2426" y="205"/>
                </a:lnTo>
                <a:lnTo>
                  <a:pt x="2429" y="205"/>
                </a:lnTo>
                <a:lnTo>
                  <a:pt x="2430" y="206"/>
                </a:lnTo>
                <a:lnTo>
                  <a:pt x="2431" y="206"/>
                </a:lnTo>
                <a:lnTo>
                  <a:pt x="2431" y="205"/>
                </a:lnTo>
                <a:lnTo>
                  <a:pt x="2432" y="205"/>
                </a:lnTo>
                <a:lnTo>
                  <a:pt x="2433" y="205"/>
                </a:lnTo>
                <a:lnTo>
                  <a:pt x="2434" y="206"/>
                </a:lnTo>
                <a:lnTo>
                  <a:pt x="2436" y="205"/>
                </a:lnTo>
                <a:lnTo>
                  <a:pt x="2437" y="205"/>
                </a:lnTo>
                <a:lnTo>
                  <a:pt x="2439" y="205"/>
                </a:lnTo>
                <a:lnTo>
                  <a:pt x="2440" y="206"/>
                </a:lnTo>
                <a:lnTo>
                  <a:pt x="2442" y="207"/>
                </a:lnTo>
                <a:lnTo>
                  <a:pt x="2442" y="208"/>
                </a:lnTo>
                <a:lnTo>
                  <a:pt x="2444" y="209"/>
                </a:lnTo>
                <a:lnTo>
                  <a:pt x="2445" y="210"/>
                </a:lnTo>
                <a:lnTo>
                  <a:pt x="2445" y="211"/>
                </a:lnTo>
                <a:lnTo>
                  <a:pt x="2446" y="211"/>
                </a:lnTo>
                <a:lnTo>
                  <a:pt x="2447" y="210"/>
                </a:lnTo>
                <a:lnTo>
                  <a:pt x="2448" y="210"/>
                </a:lnTo>
                <a:lnTo>
                  <a:pt x="2448" y="211"/>
                </a:lnTo>
                <a:lnTo>
                  <a:pt x="2448" y="212"/>
                </a:lnTo>
                <a:lnTo>
                  <a:pt x="2449" y="212"/>
                </a:lnTo>
                <a:lnTo>
                  <a:pt x="2449" y="213"/>
                </a:lnTo>
                <a:lnTo>
                  <a:pt x="2449" y="212"/>
                </a:lnTo>
                <a:lnTo>
                  <a:pt x="2450" y="212"/>
                </a:lnTo>
                <a:lnTo>
                  <a:pt x="2452" y="212"/>
                </a:lnTo>
                <a:lnTo>
                  <a:pt x="2453" y="212"/>
                </a:lnTo>
                <a:lnTo>
                  <a:pt x="2454" y="212"/>
                </a:lnTo>
                <a:lnTo>
                  <a:pt x="2455" y="212"/>
                </a:lnTo>
                <a:lnTo>
                  <a:pt x="2455" y="211"/>
                </a:lnTo>
                <a:lnTo>
                  <a:pt x="2456" y="210"/>
                </a:lnTo>
                <a:lnTo>
                  <a:pt x="2457" y="209"/>
                </a:lnTo>
                <a:lnTo>
                  <a:pt x="2457" y="207"/>
                </a:lnTo>
                <a:lnTo>
                  <a:pt x="2456" y="206"/>
                </a:lnTo>
                <a:lnTo>
                  <a:pt x="2456" y="205"/>
                </a:lnTo>
                <a:lnTo>
                  <a:pt x="2457" y="204"/>
                </a:lnTo>
                <a:lnTo>
                  <a:pt x="2458" y="203"/>
                </a:lnTo>
                <a:lnTo>
                  <a:pt x="2460" y="203"/>
                </a:lnTo>
                <a:lnTo>
                  <a:pt x="2461" y="203"/>
                </a:lnTo>
                <a:lnTo>
                  <a:pt x="2461" y="202"/>
                </a:lnTo>
                <a:lnTo>
                  <a:pt x="2462" y="202"/>
                </a:lnTo>
                <a:lnTo>
                  <a:pt x="2462" y="201"/>
                </a:lnTo>
                <a:lnTo>
                  <a:pt x="2463" y="201"/>
                </a:lnTo>
                <a:lnTo>
                  <a:pt x="2464" y="202"/>
                </a:lnTo>
                <a:lnTo>
                  <a:pt x="2465" y="202"/>
                </a:lnTo>
                <a:lnTo>
                  <a:pt x="2466" y="202"/>
                </a:lnTo>
                <a:lnTo>
                  <a:pt x="2467" y="202"/>
                </a:lnTo>
                <a:lnTo>
                  <a:pt x="2468" y="202"/>
                </a:lnTo>
                <a:lnTo>
                  <a:pt x="2469" y="202"/>
                </a:lnTo>
                <a:lnTo>
                  <a:pt x="2470" y="203"/>
                </a:lnTo>
                <a:lnTo>
                  <a:pt x="2471" y="203"/>
                </a:lnTo>
                <a:lnTo>
                  <a:pt x="2471" y="204"/>
                </a:lnTo>
                <a:lnTo>
                  <a:pt x="2472" y="204"/>
                </a:lnTo>
                <a:lnTo>
                  <a:pt x="2472" y="205"/>
                </a:lnTo>
                <a:lnTo>
                  <a:pt x="2473" y="206"/>
                </a:lnTo>
                <a:lnTo>
                  <a:pt x="2474" y="207"/>
                </a:lnTo>
                <a:lnTo>
                  <a:pt x="2475" y="207"/>
                </a:lnTo>
                <a:lnTo>
                  <a:pt x="2477" y="206"/>
                </a:lnTo>
                <a:lnTo>
                  <a:pt x="2478" y="206"/>
                </a:lnTo>
                <a:lnTo>
                  <a:pt x="2479" y="206"/>
                </a:lnTo>
                <a:lnTo>
                  <a:pt x="2482" y="205"/>
                </a:lnTo>
                <a:lnTo>
                  <a:pt x="2484" y="204"/>
                </a:lnTo>
                <a:lnTo>
                  <a:pt x="2485" y="204"/>
                </a:lnTo>
                <a:lnTo>
                  <a:pt x="2486" y="204"/>
                </a:lnTo>
                <a:lnTo>
                  <a:pt x="2486" y="203"/>
                </a:lnTo>
                <a:lnTo>
                  <a:pt x="2486" y="202"/>
                </a:lnTo>
                <a:lnTo>
                  <a:pt x="2486" y="201"/>
                </a:lnTo>
                <a:lnTo>
                  <a:pt x="2488" y="200"/>
                </a:lnTo>
                <a:lnTo>
                  <a:pt x="2489" y="200"/>
                </a:lnTo>
                <a:lnTo>
                  <a:pt x="2490" y="200"/>
                </a:lnTo>
                <a:lnTo>
                  <a:pt x="2490" y="201"/>
                </a:lnTo>
                <a:lnTo>
                  <a:pt x="2491" y="201"/>
                </a:lnTo>
                <a:lnTo>
                  <a:pt x="2493" y="201"/>
                </a:lnTo>
                <a:lnTo>
                  <a:pt x="2495" y="202"/>
                </a:lnTo>
                <a:lnTo>
                  <a:pt x="2496" y="202"/>
                </a:lnTo>
                <a:lnTo>
                  <a:pt x="2496" y="201"/>
                </a:lnTo>
                <a:lnTo>
                  <a:pt x="2497" y="201"/>
                </a:lnTo>
                <a:lnTo>
                  <a:pt x="2498" y="201"/>
                </a:lnTo>
                <a:lnTo>
                  <a:pt x="2498" y="200"/>
                </a:lnTo>
                <a:lnTo>
                  <a:pt x="2497" y="200"/>
                </a:lnTo>
                <a:lnTo>
                  <a:pt x="2497" y="199"/>
                </a:lnTo>
                <a:lnTo>
                  <a:pt x="2498" y="198"/>
                </a:lnTo>
                <a:lnTo>
                  <a:pt x="2499" y="197"/>
                </a:lnTo>
                <a:lnTo>
                  <a:pt x="2500" y="196"/>
                </a:lnTo>
                <a:lnTo>
                  <a:pt x="2501" y="196"/>
                </a:lnTo>
                <a:lnTo>
                  <a:pt x="2502" y="196"/>
                </a:lnTo>
                <a:lnTo>
                  <a:pt x="2503" y="195"/>
                </a:lnTo>
                <a:lnTo>
                  <a:pt x="2503" y="194"/>
                </a:lnTo>
                <a:lnTo>
                  <a:pt x="2502" y="193"/>
                </a:lnTo>
                <a:lnTo>
                  <a:pt x="2501" y="192"/>
                </a:lnTo>
                <a:lnTo>
                  <a:pt x="2501" y="191"/>
                </a:lnTo>
                <a:lnTo>
                  <a:pt x="2501" y="190"/>
                </a:lnTo>
                <a:lnTo>
                  <a:pt x="2501" y="189"/>
                </a:lnTo>
                <a:lnTo>
                  <a:pt x="2502" y="189"/>
                </a:lnTo>
                <a:lnTo>
                  <a:pt x="2503" y="189"/>
                </a:lnTo>
                <a:lnTo>
                  <a:pt x="2505" y="189"/>
                </a:lnTo>
                <a:lnTo>
                  <a:pt x="2506" y="189"/>
                </a:lnTo>
                <a:lnTo>
                  <a:pt x="2507" y="188"/>
                </a:lnTo>
                <a:lnTo>
                  <a:pt x="2507" y="187"/>
                </a:lnTo>
                <a:lnTo>
                  <a:pt x="2508" y="187"/>
                </a:lnTo>
                <a:lnTo>
                  <a:pt x="2509" y="186"/>
                </a:lnTo>
                <a:lnTo>
                  <a:pt x="2511" y="186"/>
                </a:lnTo>
                <a:lnTo>
                  <a:pt x="2512" y="186"/>
                </a:lnTo>
                <a:lnTo>
                  <a:pt x="2513" y="186"/>
                </a:lnTo>
                <a:lnTo>
                  <a:pt x="2514" y="185"/>
                </a:lnTo>
                <a:lnTo>
                  <a:pt x="2514" y="184"/>
                </a:lnTo>
                <a:lnTo>
                  <a:pt x="2515" y="184"/>
                </a:lnTo>
                <a:lnTo>
                  <a:pt x="2515" y="183"/>
                </a:lnTo>
                <a:lnTo>
                  <a:pt x="2514" y="183"/>
                </a:lnTo>
                <a:lnTo>
                  <a:pt x="2514" y="181"/>
                </a:lnTo>
                <a:lnTo>
                  <a:pt x="2514" y="179"/>
                </a:lnTo>
                <a:lnTo>
                  <a:pt x="2514" y="178"/>
                </a:lnTo>
                <a:lnTo>
                  <a:pt x="2514" y="176"/>
                </a:lnTo>
                <a:lnTo>
                  <a:pt x="2515" y="175"/>
                </a:lnTo>
                <a:lnTo>
                  <a:pt x="2516" y="175"/>
                </a:lnTo>
                <a:lnTo>
                  <a:pt x="2517" y="174"/>
                </a:lnTo>
                <a:lnTo>
                  <a:pt x="2517" y="173"/>
                </a:lnTo>
                <a:lnTo>
                  <a:pt x="2518" y="173"/>
                </a:lnTo>
                <a:lnTo>
                  <a:pt x="2519" y="173"/>
                </a:lnTo>
                <a:lnTo>
                  <a:pt x="2520" y="173"/>
                </a:lnTo>
                <a:lnTo>
                  <a:pt x="2520" y="174"/>
                </a:lnTo>
                <a:lnTo>
                  <a:pt x="2520" y="175"/>
                </a:lnTo>
                <a:lnTo>
                  <a:pt x="2520" y="176"/>
                </a:lnTo>
                <a:lnTo>
                  <a:pt x="2521" y="176"/>
                </a:lnTo>
                <a:lnTo>
                  <a:pt x="2522" y="175"/>
                </a:lnTo>
                <a:lnTo>
                  <a:pt x="2523" y="175"/>
                </a:lnTo>
                <a:lnTo>
                  <a:pt x="2524" y="175"/>
                </a:lnTo>
                <a:lnTo>
                  <a:pt x="2525" y="175"/>
                </a:lnTo>
                <a:lnTo>
                  <a:pt x="2526" y="176"/>
                </a:lnTo>
                <a:lnTo>
                  <a:pt x="2527" y="176"/>
                </a:lnTo>
                <a:lnTo>
                  <a:pt x="2528" y="176"/>
                </a:lnTo>
                <a:lnTo>
                  <a:pt x="2528" y="175"/>
                </a:lnTo>
                <a:lnTo>
                  <a:pt x="2529" y="175"/>
                </a:lnTo>
                <a:lnTo>
                  <a:pt x="2530" y="175"/>
                </a:lnTo>
                <a:lnTo>
                  <a:pt x="2531" y="176"/>
                </a:lnTo>
                <a:lnTo>
                  <a:pt x="2532" y="176"/>
                </a:lnTo>
                <a:lnTo>
                  <a:pt x="2532" y="175"/>
                </a:lnTo>
                <a:lnTo>
                  <a:pt x="2533" y="175"/>
                </a:lnTo>
                <a:lnTo>
                  <a:pt x="2534" y="175"/>
                </a:lnTo>
                <a:lnTo>
                  <a:pt x="2535" y="176"/>
                </a:lnTo>
                <a:lnTo>
                  <a:pt x="2535" y="177"/>
                </a:lnTo>
                <a:lnTo>
                  <a:pt x="2536" y="178"/>
                </a:lnTo>
                <a:lnTo>
                  <a:pt x="2537" y="178"/>
                </a:lnTo>
                <a:lnTo>
                  <a:pt x="2537" y="177"/>
                </a:lnTo>
                <a:lnTo>
                  <a:pt x="2538" y="177"/>
                </a:lnTo>
                <a:lnTo>
                  <a:pt x="2539" y="177"/>
                </a:lnTo>
                <a:lnTo>
                  <a:pt x="2540" y="177"/>
                </a:lnTo>
                <a:lnTo>
                  <a:pt x="2541" y="177"/>
                </a:lnTo>
                <a:lnTo>
                  <a:pt x="2541" y="178"/>
                </a:lnTo>
                <a:lnTo>
                  <a:pt x="2542" y="178"/>
                </a:lnTo>
                <a:lnTo>
                  <a:pt x="2542" y="179"/>
                </a:lnTo>
                <a:lnTo>
                  <a:pt x="2542" y="180"/>
                </a:lnTo>
                <a:lnTo>
                  <a:pt x="2542" y="181"/>
                </a:lnTo>
                <a:lnTo>
                  <a:pt x="2543" y="181"/>
                </a:lnTo>
                <a:lnTo>
                  <a:pt x="2544" y="182"/>
                </a:lnTo>
                <a:lnTo>
                  <a:pt x="2545" y="182"/>
                </a:lnTo>
                <a:lnTo>
                  <a:pt x="2546" y="183"/>
                </a:lnTo>
                <a:lnTo>
                  <a:pt x="2547" y="183"/>
                </a:lnTo>
                <a:lnTo>
                  <a:pt x="2547" y="184"/>
                </a:lnTo>
                <a:lnTo>
                  <a:pt x="2548" y="184"/>
                </a:lnTo>
                <a:lnTo>
                  <a:pt x="2549" y="185"/>
                </a:lnTo>
                <a:lnTo>
                  <a:pt x="2549" y="186"/>
                </a:lnTo>
                <a:lnTo>
                  <a:pt x="2550" y="186"/>
                </a:lnTo>
                <a:lnTo>
                  <a:pt x="2551" y="186"/>
                </a:lnTo>
                <a:lnTo>
                  <a:pt x="2551" y="187"/>
                </a:lnTo>
                <a:lnTo>
                  <a:pt x="2552" y="188"/>
                </a:lnTo>
                <a:lnTo>
                  <a:pt x="2553" y="188"/>
                </a:lnTo>
                <a:lnTo>
                  <a:pt x="2553" y="189"/>
                </a:lnTo>
                <a:lnTo>
                  <a:pt x="2554" y="189"/>
                </a:lnTo>
                <a:lnTo>
                  <a:pt x="2555" y="190"/>
                </a:lnTo>
                <a:lnTo>
                  <a:pt x="2556" y="191"/>
                </a:lnTo>
                <a:lnTo>
                  <a:pt x="2557" y="192"/>
                </a:lnTo>
                <a:lnTo>
                  <a:pt x="2557" y="193"/>
                </a:lnTo>
                <a:lnTo>
                  <a:pt x="2558" y="193"/>
                </a:lnTo>
                <a:lnTo>
                  <a:pt x="2559" y="194"/>
                </a:lnTo>
                <a:lnTo>
                  <a:pt x="2560" y="194"/>
                </a:lnTo>
                <a:lnTo>
                  <a:pt x="2560" y="195"/>
                </a:lnTo>
                <a:lnTo>
                  <a:pt x="2559" y="195"/>
                </a:lnTo>
                <a:lnTo>
                  <a:pt x="2559" y="196"/>
                </a:lnTo>
                <a:lnTo>
                  <a:pt x="2560" y="196"/>
                </a:lnTo>
                <a:lnTo>
                  <a:pt x="2560" y="197"/>
                </a:lnTo>
                <a:lnTo>
                  <a:pt x="2560" y="196"/>
                </a:lnTo>
                <a:lnTo>
                  <a:pt x="2561" y="196"/>
                </a:lnTo>
                <a:lnTo>
                  <a:pt x="2561" y="197"/>
                </a:lnTo>
                <a:lnTo>
                  <a:pt x="2562" y="198"/>
                </a:lnTo>
                <a:lnTo>
                  <a:pt x="2563" y="199"/>
                </a:lnTo>
                <a:lnTo>
                  <a:pt x="2564" y="199"/>
                </a:lnTo>
                <a:lnTo>
                  <a:pt x="2564" y="200"/>
                </a:lnTo>
                <a:lnTo>
                  <a:pt x="2564" y="201"/>
                </a:lnTo>
                <a:lnTo>
                  <a:pt x="2565" y="202"/>
                </a:lnTo>
                <a:lnTo>
                  <a:pt x="2566" y="202"/>
                </a:lnTo>
                <a:lnTo>
                  <a:pt x="2566" y="203"/>
                </a:lnTo>
                <a:lnTo>
                  <a:pt x="2567" y="204"/>
                </a:lnTo>
                <a:lnTo>
                  <a:pt x="2568" y="204"/>
                </a:lnTo>
                <a:lnTo>
                  <a:pt x="2568" y="205"/>
                </a:lnTo>
                <a:lnTo>
                  <a:pt x="2569" y="205"/>
                </a:lnTo>
                <a:lnTo>
                  <a:pt x="2570" y="206"/>
                </a:lnTo>
                <a:lnTo>
                  <a:pt x="2571" y="206"/>
                </a:lnTo>
                <a:lnTo>
                  <a:pt x="2571" y="207"/>
                </a:lnTo>
                <a:lnTo>
                  <a:pt x="2571" y="208"/>
                </a:lnTo>
                <a:lnTo>
                  <a:pt x="2572" y="208"/>
                </a:lnTo>
                <a:lnTo>
                  <a:pt x="2572" y="209"/>
                </a:lnTo>
                <a:lnTo>
                  <a:pt x="2573" y="210"/>
                </a:lnTo>
                <a:lnTo>
                  <a:pt x="2574" y="211"/>
                </a:lnTo>
                <a:lnTo>
                  <a:pt x="2575" y="213"/>
                </a:lnTo>
                <a:lnTo>
                  <a:pt x="2576" y="213"/>
                </a:lnTo>
                <a:lnTo>
                  <a:pt x="2576" y="214"/>
                </a:lnTo>
                <a:lnTo>
                  <a:pt x="2577" y="214"/>
                </a:lnTo>
                <a:lnTo>
                  <a:pt x="2577" y="215"/>
                </a:lnTo>
                <a:lnTo>
                  <a:pt x="2576" y="216"/>
                </a:lnTo>
                <a:lnTo>
                  <a:pt x="2576" y="217"/>
                </a:lnTo>
                <a:lnTo>
                  <a:pt x="2578" y="217"/>
                </a:lnTo>
                <a:lnTo>
                  <a:pt x="2579" y="217"/>
                </a:lnTo>
                <a:lnTo>
                  <a:pt x="2580" y="217"/>
                </a:lnTo>
                <a:lnTo>
                  <a:pt x="2581" y="217"/>
                </a:lnTo>
                <a:lnTo>
                  <a:pt x="2582" y="217"/>
                </a:lnTo>
                <a:lnTo>
                  <a:pt x="2584" y="218"/>
                </a:lnTo>
                <a:lnTo>
                  <a:pt x="2584" y="219"/>
                </a:lnTo>
                <a:lnTo>
                  <a:pt x="2585" y="219"/>
                </a:lnTo>
                <a:lnTo>
                  <a:pt x="2585" y="220"/>
                </a:lnTo>
                <a:lnTo>
                  <a:pt x="2585" y="221"/>
                </a:lnTo>
                <a:lnTo>
                  <a:pt x="2586" y="221"/>
                </a:lnTo>
                <a:lnTo>
                  <a:pt x="2586" y="222"/>
                </a:lnTo>
                <a:lnTo>
                  <a:pt x="2586" y="223"/>
                </a:lnTo>
                <a:lnTo>
                  <a:pt x="2587" y="224"/>
                </a:lnTo>
                <a:lnTo>
                  <a:pt x="2586" y="225"/>
                </a:lnTo>
                <a:lnTo>
                  <a:pt x="2586" y="226"/>
                </a:lnTo>
                <a:lnTo>
                  <a:pt x="2587" y="226"/>
                </a:lnTo>
                <a:lnTo>
                  <a:pt x="2588" y="226"/>
                </a:lnTo>
                <a:lnTo>
                  <a:pt x="2588" y="227"/>
                </a:lnTo>
                <a:lnTo>
                  <a:pt x="2590" y="226"/>
                </a:lnTo>
                <a:lnTo>
                  <a:pt x="2591" y="226"/>
                </a:lnTo>
                <a:lnTo>
                  <a:pt x="2591" y="227"/>
                </a:lnTo>
                <a:lnTo>
                  <a:pt x="2592" y="227"/>
                </a:lnTo>
                <a:lnTo>
                  <a:pt x="2591" y="228"/>
                </a:lnTo>
                <a:lnTo>
                  <a:pt x="2592" y="228"/>
                </a:lnTo>
                <a:lnTo>
                  <a:pt x="2592" y="229"/>
                </a:lnTo>
                <a:lnTo>
                  <a:pt x="2593" y="229"/>
                </a:lnTo>
                <a:lnTo>
                  <a:pt x="2594" y="229"/>
                </a:lnTo>
                <a:lnTo>
                  <a:pt x="2595" y="228"/>
                </a:lnTo>
                <a:lnTo>
                  <a:pt x="2596" y="228"/>
                </a:lnTo>
                <a:lnTo>
                  <a:pt x="2596" y="227"/>
                </a:lnTo>
                <a:lnTo>
                  <a:pt x="2596" y="228"/>
                </a:lnTo>
                <a:lnTo>
                  <a:pt x="2597" y="228"/>
                </a:lnTo>
                <a:lnTo>
                  <a:pt x="2597" y="229"/>
                </a:lnTo>
                <a:lnTo>
                  <a:pt x="2597" y="228"/>
                </a:lnTo>
                <a:lnTo>
                  <a:pt x="2598" y="228"/>
                </a:lnTo>
                <a:lnTo>
                  <a:pt x="2598" y="229"/>
                </a:lnTo>
                <a:lnTo>
                  <a:pt x="2597" y="229"/>
                </a:lnTo>
                <a:lnTo>
                  <a:pt x="2597" y="230"/>
                </a:lnTo>
                <a:lnTo>
                  <a:pt x="2596" y="231"/>
                </a:lnTo>
                <a:lnTo>
                  <a:pt x="2597" y="231"/>
                </a:lnTo>
                <a:lnTo>
                  <a:pt x="2597" y="232"/>
                </a:lnTo>
                <a:lnTo>
                  <a:pt x="2596" y="231"/>
                </a:lnTo>
                <a:lnTo>
                  <a:pt x="2596" y="232"/>
                </a:lnTo>
                <a:lnTo>
                  <a:pt x="2597" y="232"/>
                </a:lnTo>
                <a:lnTo>
                  <a:pt x="2598" y="233"/>
                </a:lnTo>
                <a:lnTo>
                  <a:pt x="2599" y="233"/>
                </a:lnTo>
                <a:lnTo>
                  <a:pt x="2600" y="233"/>
                </a:lnTo>
                <a:lnTo>
                  <a:pt x="2600" y="234"/>
                </a:lnTo>
                <a:lnTo>
                  <a:pt x="2599" y="234"/>
                </a:lnTo>
                <a:lnTo>
                  <a:pt x="2600" y="234"/>
                </a:lnTo>
                <a:lnTo>
                  <a:pt x="2601" y="235"/>
                </a:lnTo>
                <a:lnTo>
                  <a:pt x="2602" y="236"/>
                </a:lnTo>
                <a:lnTo>
                  <a:pt x="2603" y="236"/>
                </a:lnTo>
                <a:lnTo>
                  <a:pt x="2604" y="236"/>
                </a:lnTo>
                <a:lnTo>
                  <a:pt x="2604" y="237"/>
                </a:lnTo>
                <a:lnTo>
                  <a:pt x="2603" y="237"/>
                </a:lnTo>
                <a:lnTo>
                  <a:pt x="2602" y="236"/>
                </a:lnTo>
                <a:lnTo>
                  <a:pt x="2602" y="237"/>
                </a:lnTo>
                <a:lnTo>
                  <a:pt x="2603" y="237"/>
                </a:lnTo>
                <a:lnTo>
                  <a:pt x="2602" y="238"/>
                </a:lnTo>
                <a:lnTo>
                  <a:pt x="2602" y="239"/>
                </a:lnTo>
                <a:lnTo>
                  <a:pt x="2601" y="239"/>
                </a:lnTo>
                <a:lnTo>
                  <a:pt x="2601" y="240"/>
                </a:lnTo>
                <a:lnTo>
                  <a:pt x="2602" y="240"/>
                </a:lnTo>
                <a:lnTo>
                  <a:pt x="2602" y="241"/>
                </a:lnTo>
                <a:lnTo>
                  <a:pt x="2603" y="241"/>
                </a:lnTo>
                <a:lnTo>
                  <a:pt x="2602" y="242"/>
                </a:lnTo>
                <a:lnTo>
                  <a:pt x="2603" y="242"/>
                </a:lnTo>
                <a:lnTo>
                  <a:pt x="2603" y="243"/>
                </a:lnTo>
                <a:lnTo>
                  <a:pt x="2604" y="242"/>
                </a:lnTo>
                <a:lnTo>
                  <a:pt x="2605" y="242"/>
                </a:lnTo>
                <a:lnTo>
                  <a:pt x="2605" y="243"/>
                </a:lnTo>
                <a:lnTo>
                  <a:pt x="2604" y="244"/>
                </a:lnTo>
                <a:lnTo>
                  <a:pt x="2603" y="245"/>
                </a:lnTo>
                <a:lnTo>
                  <a:pt x="2602" y="246"/>
                </a:lnTo>
                <a:lnTo>
                  <a:pt x="2602" y="247"/>
                </a:lnTo>
                <a:lnTo>
                  <a:pt x="2602" y="248"/>
                </a:lnTo>
                <a:lnTo>
                  <a:pt x="2601" y="248"/>
                </a:lnTo>
                <a:lnTo>
                  <a:pt x="2602" y="247"/>
                </a:lnTo>
                <a:lnTo>
                  <a:pt x="2601" y="247"/>
                </a:lnTo>
                <a:lnTo>
                  <a:pt x="2600" y="248"/>
                </a:lnTo>
                <a:lnTo>
                  <a:pt x="2600" y="249"/>
                </a:lnTo>
                <a:lnTo>
                  <a:pt x="2601" y="249"/>
                </a:lnTo>
                <a:lnTo>
                  <a:pt x="2601" y="250"/>
                </a:lnTo>
                <a:lnTo>
                  <a:pt x="2600" y="250"/>
                </a:lnTo>
                <a:lnTo>
                  <a:pt x="2599" y="249"/>
                </a:lnTo>
                <a:lnTo>
                  <a:pt x="2599" y="250"/>
                </a:lnTo>
                <a:lnTo>
                  <a:pt x="2598" y="250"/>
                </a:lnTo>
                <a:lnTo>
                  <a:pt x="2598" y="251"/>
                </a:lnTo>
                <a:lnTo>
                  <a:pt x="2599" y="251"/>
                </a:lnTo>
                <a:lnTo>
                  <a:pt x="2598" y="251"/>
                </a:lnTo>
                <a:lnTo>
                  <a:pt x="2598" y="252"/>
                </a:lnTo>
                <a:lnTo>
                  <a:pt x="2598" y="253"/>
                </a:lnTo>
                <a:lnTo>
                  <a:pt x="2597" y="253"/>
                </a:lnTo>
                <a:lnTo>
                  <a:pt x="2596" y="253"/>
                </a:lnTo>
                <a:lnTo>
                  <a:pt x="2596" y="252"/>
                </a:lnTo>
                <a:lnTo>
                  <a:pt x="2596" y="251"/>
                </a:lnTo>
                <a:lnTo>
                  <a:pt x="2595" y="251"/>
                </a:lnTo>
                <a:lnTo>
                  <a:pt x="2595" y="250"/>
                </a:lnTo>
                <a:lnTo>
                  <a:pt x="2594" y="250"/>
                </a:lnTo>
                <a:lnTo>
                  <a:pt x="2594" y="251"/>
                </a:lnTo>
                <a:lnTo>
                  <a:pt x="2594" y="252"/>
                </a:lnTo>
                <a:lnTo>
                  <a:pt x="2594" y="253"/>
                </a:lnTo>
                <a:lnTo>
                  <a:pt x="2593" y="253"/>
                </a:lnTo>
                <a:lnTo>
                  <a:pt x="2593" y="254"/>
                </a:lnTo>
                <a:lnTo>
                  <a:pt x="2594" y="254"/>
                </a:lnTo>
                <a:lnTo>
                  <a:pt x="2594" y="255"/>
                </a:lnTo>
                <a:lnTo>
                  <a:pt x="2593" y="255"/>
                </a:lnTo>
                <a:lnTo>
                  <a:pt x="2591" y="255"/>
                </a:lnTo>
                <a:lnTo>
                  <a:pt x="2590" y="255"/>
                </a:lnTo>
                <a:lnTo>
                  <a:pt x="2589" y="255"/>
                </a:lnTo>
                <a:lnTo>
                  <a:pt x="2590" y="255"/>
                </a:lnTo>
                <a:lnTo>
                  <a:pt x="2591" y="256"/>
                </a:lnTo>
                <a:lnTo>
                  <a:pt x="2591" y="257"/>
                </a:lnTo>
                <a:lnTo>
                  <a:pt x="2591" y="258"/>
                </a:lnTo>
                <a:lnTo>
                  <a:pt x="2590" y="258"/>
                </a:lnTo>
                <a:lnTo>
                  <a:pt x="2589" y="258"/>
                </a:lnTo>
                <a:lnTo>
                  <a:pt x="2588" y="258"/>
                </a:lnTo>
                <a:lnTo>
                  <a:pt x="2588" y="259"/>
                </a:lnTo>
                <a:lnTo>
                  <a:pt x="2587" y="259"/>
                </a:lnTo>
                <a:lnTo>
                  <a:pt x="2588" y="260"/>
                </a:lnTo>
                <a:lnTo>
                  <a:pt x="2588" y="261"/>
                </a:lnTo>
                <a:lnTo>
                  <a:pt x="2587" y="261"/>
                </a:lnTo>
                <a:lnTo>
                  <a:pt x="2586" y="261"/>
                </a:lnTo>
                <a:lnTo>
                  <a:pt x="2586" y="262"/>
                </a:lnTo>
                <a:lnTo>
                  <a:pt x="2585" y="262"/>
                </a:lnTo>
                <a:lnTo>
                  <a:pt x="2584" y="262"/>
                </a:lnTo>
                <a:lnTo>
                  <a:pt x="2584" y="261"/>
                </a:lnTo>
                <a:lnTo>
                  <a:pt x="2583" y="261"/>
                </a:lnTo>
                <a:lnTo>
                  <a:pt x="2583" y="262"/>
                </a:lnTo>
                <a:lnTo>
                  <a:pt x="2583" y="263"/>
                </a:lnTo>
                <a:lnTo>
                  <a:pt x="2584" y="263"/>
                </a:lnTo>
                <a:lnTo>
                  <a:pt x="2584" y="264"/>
                </a:lnTo>
                <a:lnTo>
                  <a:pt x="2584" y="265"/>
                </a:lnTo>
                <a:lnTo>
                  <a:pt x="2583" y="265"/>
                </a:lnTo>
                <a:lnTo>
                  <a:pt x="2582" y="265"/>
                </a:lnTo>
                <a:lnTo>
                  <a:pt x="2582" y="264"/>
                </a:lnTo>
                <a:lnTo>
                  <a:pt x="2581" y="264"/>
                </a:lnTo>
                <a:lnTo>
                  <a:pt x="2580" y="264"/>
                </a:lnTo>
                <a:lnTo>
                  <a:pt x="2580" y="263"/>
                </a:lnTo>
                <a:lnTo>
                  <a:pt x="2580" y="264"/>
                </a:lnTo>
                <a:lnTo>
                  <a:pt x="2579" y="264"/>
                </a:lnTo>
                <a:lnTo>
                  <a:pt x="2578" y="264"/>
                </a:lnTo>
                <a:lnTo>
                  <a:pt x="2578" y="265"/>
                </a:lnTo>
                <a:lnTo>
                  <a:pt x="2577" y="265"/>
                </a:lnTo>
                <a:lnTo>
                  <a:pt x="2577" y="266"/>
                </a:lnTo>
                <a:lnTo>
                  <a:pt x="2576" y="266"/>
                </a:lnTo>
                <a:lnTo>
                  <a:pt x="2577" y="266"/>
                </a:lnTo>
                <a:lnTo>
                  <a:pt x="2578" y="266"/>
                </a:lnTo>
                <a:lnTo>
                  <a:pt x="2579" y="267"/>
                </a:lnTo>
                <a:lnTo>
                  <a:pt x="2580" y="267"/>
                </a:lnTo>
                <a:lnTo>
                  <a:pt x="2580" y="268"/>
                </a:lnTo>
                <a:lnTo>
                  <a:pt x="2579" y="268"/>
                </a:lnTo>
                <a:lnTo>
                  <a:pt x="2578" y="268"/>
                </a:lnTo>
                <a:lnTo>
                  <a:pt x="2579" y="269"/>
                </a:lnTo>
                <a:lnTo>
                  <a:pt x="2580" y="269"/>
                </a:lnTo>
                <a:lnTo>
                  <a:pt x="2581" y="270"/>
                </a:lnTo>
                <a:lnTo>
                  <a:pt x="2582" y="270"/>
                </a:lnTo>
                <a:lnTo>
                  <a:pt x="2582" y="271"/>
                </a:lnTo>
                <a:lnTo>
                  <a:pt x="2582" y="272"/>
                </a:lnTo>
                <a:lnTo>
                  <a:pt x="2581" y="272"/>
                </a:lnTo>
                <a:lnTo>
                  <a:pt x="2581" y="273"/>
                </a:lnTo>
                <a:lnTo>
                  <a:pt x="2580" y="273"/>
                </a:lnTo>
                <a:lnTo>
                  <a:pt x="2579" y="273"/>
                </a:lnTo>
                <a:lnTo>
                  <a:pt x="2580" y="274"/>
                </a:lnTo>
                <a:lnTo>
                  <a:pt x="2580" y="275"/>
                </a:lnTo>
                <a:lnTo>
                  <a:pt x="2581" y="275"/>
                </a:lnTo>
                <a:lnTo>
                  <a:pt x="2580" y="275"/>
                </a:lnTo>
                <a:lnTo>
                  <a:pt x="2580" y="276"/>
                </a:lnTo>
                <a:lnTo>
                  <a:pt x="2579" y="277"/>
                </a:lnTo>
                <a:lnTo>
                  <a:pt x="2580" y="278"/>
                </a:lnTo>
                <a:lnTo>
                  <a:pt x="2581" y="278"/>
                </a:lnTo>
                <a:lnTo>
                  <a:pt x="2581" y="279"/>
                </a:lnTo>
                <a:lnTo>
                  <a:pt x="2581" y="280"/>
                </a:lnTo>
                <a:lnTo>
                  <a:pt x="2581" y="281"/>
                </a:lnTo>
                <a:lnTo>
                  <a:pt x="2582" y="282"/>
                </a:lnTo>
                <a:lnTo>
                  <a:pt x="2582" y="283"/>
                </a:lnTo>
                <a:lnTo>
                  <a:pt x="2582" y="284"/>
                </a:lnTo>
                <a:lnTo>
                  <a:pt x="2583" y="285"/>
                </a:lnTo>
                <a:lnTo>
                  <a:pt x="2582" y="285"/>
                </a:lnTo>
                <a:lnTo>
                  <a:pt x="2582" y="286"/>
                </a:lnTo>
                <a:lnTo>
                  <a:pt x="2582" y="287"/>
                </a:lnTo>
                <a:lnTo>
                  <a:pt x="2581" y="286"/>
                </a:lnTo>
                <a:lnTo>
                  <a:pt x="2581" y="287"/>
                </a:lnTo>
                <a:lnTo>
                  <a:pt x="2580" y="287"/>
                </a:lnTo>
                <a:lnTo>
                  <a:pt x="2580" y="288"/>
                </a:lnTo>
                <a:lnTo>
                  <a:pt x="2579" y="288"/>
                </a:lnTo>
                <a:lnTo>
                  <a:pt x="2578" y="288"/>
                </a:lnTo>
                <a:lnTo>
                  <a:pt x="2577" y="288"/>
                </a:lnTo>
                <a:lnTo>
                  <a:pt x="2577" y="289"/>
                </a:lnTo>
                <a:lnTo>
                  <a:pt x="2578" y="289"/>
                </a:lnTo>
                <a:lnTo>
                  <a:pt x="2578" y="290"/>
                </a:lnTo>
                <a:lnTo>
                  <a:pt x="2577" y="290"/>
                </a:lnTo>
                <a:lnTo>
                  <a:pt x="2576" y="291"/>
                </a:lnTo>
                <a:lnTo>
                  <a:pt x="2575" y="291"/>
                </a:lnTo>
                <a:lnTo>
                  <a:pt x="2575" y="290"/>
                </a:lnTo>
                <a:lnTo>
                  <a:pt x="2576" y="290"/>
                </a:lnTo>
                <a:lnTo>
                  <a:pt x="2576" y="289"/>
                </a:lnTo>
                <a:lnTo>
                  <a:pt x="2575" y="289"/>
                </a:lnTo>
                <a:lnTo>
                  <a:pt x="2574" y="289"/>
                </a:lnTo>
                <a:lnTo>
                  <a:pt x="2573" y="290"/>
                </a:lnTo>
                <a:lnTo>
                  <a:pt x="2573" y="291"/>
                </a:lnTo>
                <a:lnTo>
                  <a:pt x="2572" y="292"/>
                </a:lnTo>
                <a:lnTo>
                  <a:pt x="2571" y="292"/>
                </a:lnTo>
                <a:lnTo>
                  <a:pt x="2570" y="292"/>
                </a:lnTo>
                <a:lnTo>
                  <a:pt x="2570" y="293"/>
                </a:lnTo>
                <a:lnTo>
                  <a:pt x="2571" y="293"/>
                </a:lnTo>
                <a:lnTo>
                  <a:pt x="2570" y="293"/>
                </a:lnTo>
                <a:lnTo>
                  <a:pt x="2569" y="294"/>
                </a:lnTo>
                <a:lnTo>
                  <a:pt x="2568" y="294"/>
                </a:lnTo>
                <a:lnTo>
                  <a:pt x="2567" y="294"/>
                </a:lnTo>
                <a:lnTo>
                  <a:pt x="2567" y="295"/>
                </a:lnTo>
                <a:lnTo>
                  <a:pt x="2567" y="296"/>
                </a:lnTo>
                <a:lnTo>
                  <a:pt x="2566" y="296"/>
                </a:lnTo>
                <a:lnTo>
                  <a:pt x="2566" y="297"/>
                </a:lnTo>
                <a:lnTo>
                  <a:pt x="2565" y="297"/>
                </a:lnTo>
                <a:lnTo>
                  <a:pt x="2564" y="297"/>
                </a:lnTo>
                <a:lnTo>
                  <a:pt x="2563" y="297"/>
                </a:lnTo>
                <a:lnTo>
                  <a:pt x="2562" y="296"/>
                </a:lnTo>
                <a:lnTo>
                  <a:pt x="2561" y="296"/>
                </a:lnTo>
                <a:lnTo>
                  <a:pt x="2560" y="297"/>
                </a:lnTo>
                <a:lnTo>
                  <a:pt x="2561" y="297"/>
                </a:lnTo>
                <a:lnTo>
                  <a:pt x="2561" y="298"/>
                </a:lnTo>
                <a:lnTo>
                  <a:pt x="2560" y="298"/>
                </a:lnTo>
                <a:lnTo>
                  <a:pt x="2559" y="297"/>
                </a:lnTo>
                <a:lnTo>
                  <a:pt x="2559" y="298"/>
                </a:lnTo>
                <a:lnTo>
                  <a:pt x="2559" y="299"/>
                </a:lnTo>
                <a:lnTo>
                  <a:pt x="2559" y="300"/>
                </a:lnTo>
                <a:lnTo>
                  <a:pt x="2560" y="300"/>
                </a:lnTo>
                <a:lnTo>
                  <a:pt x="2561" y="301"/>
                </a:lnTo>
                <a:lnTo>
                  <a:pt x="2560" y="302"/>
                </a:lnTo>
                <a:lnTo>
                  <a:pt x="2559" y="302"/>
                </a:lnTo>
                <a:lnTo>
                  <a:pt x="2559" y="301"/>
                </a:lnTo>
                <a:lnTo>
                  <a:pt x="2557" y="300"/>
                </a:lnTo>
                <a:lnTo>
                  <a:pt x="2556" y="300"/>
                </a:lnTo>
                <a:lnTo>
                  <a:pt x="2555" y="300"/>
                </a:lnTo>
                <a:lnTo>
                  <a:pt x="2556" y="300"/>
                </a:lnTo>
                <a:lnTo>
                  <a:pt x="2555" y="300"/>
                </a:lnTo>
                <a:lnTo>
                  <a:pt x="2555" y="301"/>
                </a:lnTo>
                <a:lnTo>
                  <a:pt x="2554" y="301"/>
                </a:lnTo>
                <a:lnTo>
                  <a:pt x="2555" y="301"/>
                </a:lnTo>
                <a:lnTo>
                  <a:pt x="2555" y="302"/>
                </a:lnTo>
                <a:lnTo>
                  <a:pt x="2556" y="302"/>
                </a:lnTo>
                <a:lnTo>
                  <a:pt x="2556" y="303"/>
                </a:lnTo>
                <a:lnTo>
                  <a:pt x="2556" y="304"/>
                </a:lnTo>
                <a:lnTo>
                  <a:pt x="2555" y="304"/>
                </a:lnTo>
                <a:lnTo>
                  <a:pt x="2555" y="305"/>
                </a:lnTo>
                <a:lnTo>
                  <a:pt x="2556" y="305"/>
                </a:lnTo>
                <a:lnTo>
                  <a:pt x="2557" y="305"/>
                </a:lnTo>
                <a:lnTo>
                  <a:pt x="2557" y="306"/>
                </a:lnTo>
                <a:lnTo>
                  <a:pt x="2557" y="307"/>
                </a:lnTo>
                <a:lnTo>
                  <a:pt x="2556" y="307"/>
                </a:lnTo>
                <a:lnTo>
                  <a:pt x="2555" y="307"/>
                </a:lnTo>
                <a:lnTo>
                  <a:pt x="2555" y="308"/>
                </a:lnTo>
                <a:lnTo>
                  <a:pt x="2555" y="309"/>
                </a:lnTo>
                <a:lnTo>
                  <a:pt x="2556" y="309"/>
                </a:lnTo>
                <a:lnTo>
                  <a:pt x="2555" y="309"/>
                </a:lnTo>
                <a:lnTo>
                  <a:pt x="2554" y="309"/>
                </a:lnTo>
                <a:lnTo>
                  <a:pt x="2553" y="310"/>
                </a:lnTo>
                <a:lnTo>
                  <a:pt x="2554" y="310"/>
                </a:lnTo>
                <a:lnTo>
                  <a:pt x="2555" y="310"/>
                </a:lnTo>
                <a:lnTo>
                  <a:pt x="2555" y="311"/>
                </a:lnTo>
                <a:lnTo>
                  <a:pt x="2554" y="311"/>
                </a:lnTo>
                <a:lnTo>
                  <a:pt x="2553" y="311"/>
                </a:lnTo>
                <a:lnTo>
                  <a:pt x="2552" y="311"/>
                </a:lnTo>
                <a:lnTo>
                  <a:pt x="2552" y="312"/>
                </a:lnTo>
                <a:lnTo>
                  <a:pt x="2551" y="312"/>
                </a:lnTo>
                <a:lnTo>
                  <a:pt x="2550" y="312"/>
                </a:lnTo>
                <a:lnTo>
                  <a:pt x="2550" y="314"/>
                </a:lnTo>
                <a:lnTo>
                  <a:pt x="2550" y="315"/>
                </a:lnTo>
                <a:lnTo>
                  <a:pt x="2549" y="315"/>
                </a:lnTo>
                <a:lnTo>
                  <a:pt x="2548" y="316"/>
                </a:lnTo>
                <a:lnTo>
                  <a:pt x="2548" y="317"/>
                </a:lnTo>
                <a:lnTo>
                  <a:pt x="2549" y="317"/>
                </a:lnTo>
                <a:lnTo>
                  <a:pt x="2549" y="318"/>
                </a:lnTo>
                <a:lnTo>
                  <a:pt x="2548" y="318"/>
                </a:lnTo>
                <a:lnTo>
                  <a:pt x="2549" y="318"/>
                </a:lnTo>
                <a:lnTo>
                  <a:pt x="2549" y="319"/>
                </a:lnTo>
                <a:lnTo>
                  <a:pt x="2550" y="319"/>
                </a:lnTo>
                <a:lnTo>
                  <a:pt x="2549" y="319"/>
                </a:lnTo>
                <a:lnTo>
                  <a:pt x="2548" y="319"/>
                </a:lnTo>
                <a:lnTo>
                  <a:pt x="2547" y="319"/>
                </a:lnTo>
                <a:lnTo>
                  <a:pt x="2547" y="320"/>
                </a:lnTo>
                <a:lnTo>
                  <a:pt x="2548" y="320"/>
                </a:lnTo>
                <a:lnTo>
                  <a:pt x="2548" y="321"/>
                </a:lnTo>
                <a:lnTo>
                  <a:pt x="2548" y="322"/>
                </a:lnTo>
                <a:lnTo>
                  <a:pt x="2547" y="322"/>
                </a:lnTo>
                <a:lnTo>
                  <a:pt x="2546" y="322"/>
                </a:lnTo>
                <a:lnTo>
                  <a:pt x="2546" y="323"/>
                </a:lnTo>
                <a:lnTo>
                  <a:pt x="2545" y="323"/>
                </a:lnTo>
                <a:lnTo>
                  <a:pt x="2544" y="323"/>
                </a:lnTo>
                <a:lnTo>
                  <a:pt x="2544" y="322"/>
                </a:lnTo>
                <a:lnTo>
                  <a:pt x="2543" y="322"/>
                </a:lnTo>
                <a:lnTo>
                  <a:pt x="2543" y="323"/>
                </a:lnTo>
                <a:lnTo>
                  <a:pt x="2543" y="324"/>
                </a:lnTo>
                <a:lnTo>
                  <a:pt x="2543" y="325"/>
                </a:lnTo>
                <a:lnTo>
                  <a:pt x="2542" y="325"/>
                </a:lnTo>
                <a:lnTo>
                  <a:pt x="2541" y="325"/>
                </a:lnTo>
                <a:lnTo>
                  <a:pt x="2541" y="326"/>
                </a:lnTo>
                <a:lnTo>
                  <a:pt x="2540" y="326"/>
                </a:lnTo>
                <a:lnTo>
                  <a:pt x="2539" y="326"/>
                </a:lnTo>
                <a:lnTo>
                  <a:pt x="2538" y="326"/>
                </a:lnTo>
                <a:lnTo>
                  <a:pt x="2539" y="326"/>
                </a:lnTo>
                <a:lnTo>
                  <a:pt x="2540" y="327"/>
                </a:lnTo>
                <a:lnTo>
                  <a:pt x="2541" y="327"/>
                </a:lnTo>
                <a:lnTo>
                  <a:pt x="2541" y="328"/>
                </a:lnTo>
                <a:lnTo>
                  <a:pt x="2542" y="328"/>
                </a:lnTo>
                <a:lnTo>
                  <a:pt x="2542" y="329"/>
                </a:lnTo>
                <a:lnTo>
                  <a:pt x="2541" y="329"/>
                </a:lnTo>
                <a:lnTo>
                  <a:pt x="2540" y="329"/>
                </a:lnTo>
                <a:lnTo>
                  <a:pt x="2539" y="329"/>
                </a:lnTo>
                <a:lnTo>
                  <a:pt x="2538" y="329"/>
                </a:lnTo>
                <a:lnTo>
                  <a:pt x="2538" y="330"/>
                </a:lnTo>
                <a:lnTo>
                  <a:pt x="2538" y="331"/>
                </a:lnTo>
                <a:lnTo>
                  <a:pt x="2537" y="331"/>
                </a:lnTo>
                <a:lnTo>
                  <a:pt x="2537" y="330"/>
                </a:lnTo>
                <a:lnTo>
                  <a:pt x="2536" y="330"/>
                </a:lnTo>
                <a:lnTo>
                  <a:pt x="2536" y="329"/>
                </a:lnTo>
                <a:lnTo>
                  <a:pt x="2536" y="328"/>
                </a:lnTo>
                <a:lnTo>
                  <a:pt x="2535" y="328"/>
                </a:lnTo>
                <a:lnTo>
                  <a:pt x="2535" y="329"/>
                </a:lnTo>
                <a:lnTo>
                  <a:pt x="2534" y="329"/>
                </a:lnTo>
                <a:lnTo>
                  <a:pt x="2533" y="330"/>
                </a:lnTo>
                <a:lnTo>
                  <a:pt x="2533" y="331"/>
                </a:lnTo>
                <a:lnTo>
                  <a:pt x="2534" y="331"/>
                </a:lnTo>
                <a:lnTo>
                  <a:pt x="2533" y="331"/>
                </a:lnTo>
                <a:lnTo>
                  <a:pt x="2533" y="332"/>
                </a:lnTo>
                <a:lnTo>
                  <a:pt x="2532" y="332"/>
                </a:lnTo>
                <a:lnTo>
                  <a:pt x="2531" y="332"/>
                </a:lnTo>
                <a:lnTo>
                  <a:pt x="2531" y="333"/>
                </a:lnTo>
                <a:lnTo>
                  <a:pt x="2532" y="333"/>
                </a:lnTo>
                <a:lnTo>
                  <a:pt x="2533" y="333"/>
                </a:lnTo>
                <a:lnTo>
                  <a:pt x="2534" y="333"/>
                </a:lnTo>
                <a:lnTo>
                  <a:pt x="2534" y="334"/>
                </a:lnTo>
                <a:lnTo>
                  <a:pt x="2533" y="334"/>
                </a:lnTo>
                <a:lnTo>
                  <a:pt x="2532" y="334"/>
                </a:lnTo>
                <a:lnTo>
                  <a:pt x="2532" y="335"/>
                </a:lnTo>
                <a:lnTo>
                  <a:pt x="2533" y="335"/>
                </a:lnTo>
                <a:lnTo>
                  <a:pt x="2534" y="335"/>
                </a:lnTo>
                <a:lnTo>
                  <a:pt x="2535" y="336"/>
                </a:lnTo>
                <a:lnTo>
                  <a:pt x="2536" y="336"/>
                </a:lnTo>
                <a:lnTo>
                  <a:pt x="2537" y="336"/>
                </a:lnTo>
                <a:lnTo>
                  <a:pt x="2538" y="336"/>
                </a:lnTo>
                <a:lnTo>
                  <a:pt x="2539" y="337"/>
                </a:lnTo>
                <a:lnTo>
                  <a:pt x="2538" y="337"/>
                </a:lnTo>
                <a:lnTo>
                  <a:pt x="2538" y="338"/>
                </a:lnTo>
                <a:lnTo>
                  <a:pt x="2537" y="338"/>
                </a:lnTo>
                <a:lnTo>
                  <a:pt x="2536" y="338"/>
                </a:lnTo>
                <a:lnTo>
                  <a:pt x="2535" y="338"/>
                </a:lnTo>
                <a:lnTo>
                  <a:pt x="2535" y="337"/>
                </a:lnTo>
                <a:lnTo>
                  <a:pt x="2534" y="337"/>
                </a:lnTo>
                <a:lnTo>
                  <a:pt x="2533" y="337"/>
                </a:lnTo>
                <a:lnTo>
                  <a:pt x="2532" y="337"/>
                </a:lnTo>
                <a:lnTo>
                  <a:pt x="2532" y="338"/>
                </a:lnTo>
                <a:lnTo>
                  <a:pt x="2531" y="338"/>
                </a:lnTo>
                <a:lnTo>
                  <a:pt x="2531" y="339"/>
                </a:lnTo>
                <a:lnTo>
                  <a:pt x="2532" y="339"/>
                </a:lnTo>
                <a:lnTo>
                  <a:pt x="2533" y="339"/>
                </a:lnTo>
                <a:lnTo>
                  <a:pt x="2534" y="339"/>
                </a:lnTo>
                <a:lnTo>
                  <a:pt x="2535" y="340"/>
                </a:lnTo>
                <a:lnTo>
                  <a:pt x="2535" y="341"/>
                </a:lnTo>
                <a:lnTo>
                  <a:pt x="2535" y="342"/>
                </a:lnTo>
                <a:lnTo>
                  <a:pt x="2534" y="342"/>
                </a:lnTo>
                <a:lnTo>
                  <a:pt x="2534" y="343"/>
                </a:lnTo>
                <a:lnTo>
                  <a:pt x="2533" y="343"/>
                </a:lnTo>
                <a:lnTo>
                  <a:pt x="2532" y="343"/>
                </a:lnTo>
                <a:lnTo>
                  <a:pt x="2531" y="343"/>
                </a:lnTo>
                <a:lnTo>
                  <a:pt x="2530" y="343"/>
                </a:lnTo>
                <a:lnTo>
                  <a:pt x="2530" y="344"/>
                </a:lnTo>
                <a:lnTo>
                  <a:pt x="2530" y="345"/>
                </a:lnTo>
                <a:lnTo>
                  <a:pt x="2530" y="346"/>
                </a:lnTo>
                <a:lnTo>
                  <a:pt x="2529" y="347"/>
                </a:lnTo>
                <a:lnTo>
                  <a:pt x="2528" y="347"/>
                </a:lnTo>
                <a:lnTo>
                  <a:pt x="2527" y="347"/>
                </a:lnTo>
                <a:lnTo>
                  <a:pt x="2526" y="347"/>
                </a:lnTo>
                <a:lnTo>
                  <a:pt x="2525" y="347"/>
                </a:lnTo>
                <a:lnTo>
                  <a:pt x="2525" y="348"/>
                </a:lnTo>
                <a:lnTo>
                  <a:pt x="2526" y="348"/>
                </a:lnTo>
                <a:lnTo>
                  <a:pt x="2526" y="349"/>
                </a:lnTo>
                <a:lnTo>
                  <a:pt x="2526" y="350"/>
                </a:lnTo>
                <a:lnTo>
                  <a:pt x="2527" y="350"/>
                </a:lnTo>
                <a:lnTo>
                  <a:pt x="2528" y="350"/>
                </a:lnTo>
                <a:lnTo>
                  <a:pt x="2528" y="351"/>
                </a:lnTo>
                <a:lnTo>
                  <a:pt x="2527" y="351"/>
                </a:lnTo>
                <a:lnTo>
                  <a:pt x="2527" y="352"/>
                </a:lnTo>
                <a:lnTo>
                  <a:pt x="2528" y="353"/>
                </a:lnTo>
                <a:lnTo>
                  <a:pt x="2529" y="353"/>
                </a:lnTo>
                <a:lnTo>
                  <a:pt x="2529" y="354"/>
                </a:lnTo>
                <a:lnTo>
                  <a:pt x="2530" y="354"/>
                </a:lnTo>
                <a:lnTo>
                  <a:pt x="2530" y="355"/>
                </a:lnTo>
                <a:lnTo>
                  <a:pt x="2530" y="356"/>
                </a:lnTo>
                <a:lnTo>
                  <a:pt x="2529" y="356"/>
                </a:lnTo>
                <a:lnTo>
                  <a:pt x="2528" y="356"/>
                </a:lnTo>
                <a:lnTo>
                  <a:pt x="2528" y="357"/>
                </a:lnTo>
                <a:lnTo>
                  <a:pt x="2529" y="357"/>
                </a:lnTo>
                <a:lnTo>
                  <a:pt x="2529" y="358"/>
                </a:lnTo>
                <a:lnTo>
                  <a:pt x="2530" y="358"/>
                </a:lnTo>
                <a:lnTo>
                  <a:pt x="2530" y="359"/>
                </a:lnTo>
                <a:lnTo>
                  <a:pt x="2529" y="359"/>
                </a:lnTo>
                <a:lnTo>
                  <a:pt x="2528" y="359"/>
                </a:lnTo>
                <a:lnTo>
                  <a:pt x="2528" y="360"/>
                </a:lnTo>
                <a:lnTo>
                  <a:pt x="2526" y="360"/>
                </a:lnTo>
                <a:lnTo>
                  <a:pt x="2525" y="360"/>
                </a:lnTo>
                <a:lnTo>
                  <a:pt x="2524" y="360"/>
                </a:lnTo>
                <a:lnTo>
                  <a:pt x="2524" y="361"/>
                </a:lnTo>
                <a:lnTo>
                  <a:pt x="2525" y="362"/>
                </a:lnTo>
                <a:lnTo>
                  <a:pt x="2526" y="362"/>
                </a:lnTo>
                <a:lnTo>
                  <a:pt x="2527" y="362"/>
                </a:lnTo>
                <a:lnTo>
                  <a:pt x="2527" y="363"/>
                </a:lnTo>
                <a:lnTo>
                  <a:pt x="2528" y="363"/>
                </a:lnTo>
                <a:lnTo>
                  <a:pt x="2528" y="364"/>
                </a:lnTo>
                <a:lnTo>
                  <a:pt x="2529" y="364"/>
                </a:lnTo>
                <a:lnTo>
                  <a:pt x="2528" y="364"/>
                </a:lnTo>
                <a:lnTo>
                  <a:pt x="2528" y="365"/>
                </a:lnTo>
                <a:lnTo>
                  <a:pt x="2529" y="366"/>
                </a:lnTo>
                <a:lnTo>
                  <a:pt x="2528" y="367"/>
                </a:lnTo>
                <a:lnTo>
                  <a:pt x="2528" y="368"/>
                </a:lnTo>
                <a:lnTo>
                  <a:pt x="2527" y="368"/>
                </a:lnTo>
                <a:lnTo>
                  <a:pt x="2527" y="369"/>
                </a:lnTo>
                <a:lnTo>
                  <a:pt x="2526" y="370"/>
                </a:lnTo>
                <a:lnTo>
                  <a:pt x="2527" y="370"/>
                </a:lnTo>
                <a:lnTo>
                  <a:pt x="2528" y="370"/>
                </a:lnTo>
                <a:lnTo>
                  <a:pt x="2528" y="371"/>
                </a:lnTo>
                <a:lnTo>
                  <a:pt x="2528" y="372"/>
                </a:lnTo>
                <a:lnTo>
                  <a:pt x="2528" y="373"/>
                </a:lnTo>
                <a:lnTo>
                  <a:pt x="2528" y="375"/>
                </a:lnTo>
                <a:lnTo>
                  <a:pt x="2528" y="377"/>
                </a:lnTo>
                <a:lnTo>
                  <a:pt x="2527" y="377"/>
                </a:lnTo>
                <a:lnTo>
                  <a:pt x="2527" y="378"/>
                </a:lnTo>
                <a:lnTo>
                  <a:pt x="2526" y="378"/>
                </a:lnTo>
                <a:lnTo>
                  <a:pt x="2526" y="379"/>
                </a:lnTo>
                <a:lnTo>
                  <a:pt x="2526" y="380"/>
                </a:lnTo>
                <a:lnTo>
                  <a:pt x="2525" y="380"/>
                </a:lnTo>
                <a:lnTo>
                  <a:pt x="2525" y="379"/>
                </a:lnTo>
                <a:lnTo>
                  <a:pt x="2525" y="378"/>
                </a:lnTo>
                <a:lnTo>
                  <a:pt x="2524" y="378"/>
                </a:lnTo>
                <a:lnTo>
                  <a:pt x="2524" y="377"/>
                </a:lnTo>
                <a:lnTo>
                  <a:pt x="2523" y="377"/>
                </a:lnTo>
                <a:lnTo>
                  <a:pt x="2522" y="376"/>
                </a:lnTo>
                <a:lnTo>
                  <a:pt x="2521" y="376"/>
                </a:lnTo>
                <a:lnTo>
                  <a:pt x="2520" y="376"/>
                </a:lnTo>
                <a:lnTo>
                  <a:pt x="2520" y="377"/>
                </a:lnTo>
                <a:lnTo>
                  <a:pt x="2519" y="377"/>
                </a:lnTo>
                <a:lnTo>
                  <a:pt x="2519" y="378"/>
                </a:lnTo>
                <a:lnTo>
                  <a:pt x="2520" y="379"/>
                </a:lnTo>
                <a:lnTo>
                  <a:pt x="2520" y="380"/>
                </a:lnTo>
                <a:lnTo>
                  <a:pt x="2520" y="381"/>
                </a:lnTo>
                <a:lnTo>
                  <a:pt x="2521" y="381"/>
                </a:lnTo>
                <a:lnTo>
                  <a:pt x="2521" y="382"/>
                </a:lnTo>
                <a:lnTo>
                  <a:pt x="2522" y="382"/>
                </a:lnTo>
                <a:lnTo>
                  <a:pt x="2523" y="382"/>
                </a:lnTo>
                <a:lnTo>
                  <a:pt x="2523" y="381"/>
                </a:lnTo>
                <a:lnTo>
                  <a:pt x="2524" y="380"/>
                </a:lnTo>
                <a:lnTo>
                  <a:pt x="2524" y="381"/>
                </a:lnTo>
                <a:lnTo>
                  <a:pt x="2524" y="382"/>
                </a:lnTo>
                <a:lnTo>
                  <a:pt x="2525" y="382"/>
                </a:lnTo>
                <a:lnTo>
                  <a:pt x="2525" y="383"/>
                </a:lnTo>
                <a:lnTo>
                  <a:pt x="2526" y="383"/>
                </a:lnTo>
                <a:lnTo>
                  <a:pt x="2526" y="384"/>
                </a:lnTo>
                <a:lnTo>
                  <a:pt x="2527" y="384"/>
                </a:lnTo>
                <a:lnTo>
                  <a:pt x="2528" y="384"/>
                </a:lnTo>
                <a:lnTo>
                  <a:pt x="2529" y="384"/>
                </a:lnTo>
                <a:lnTo>
                  <a:pt x="2529" y="385"/>
                </a:lnTo>
                <a:lnTo>
                  <a:pt x="2529" y="386"/>
                </a:lnTo>
                <a:lnTo>
                  <a:pt x="2528" y="386"/>
                </a:lnTo>
                <a:lnTo>
                  <a:pt x="2528" y="387"/>
                </a:lnTo>
                <a:lnTo>
                  <a:pt x="2527" y="387"/>
                </a:lnTo>
                <a:lnTo>
                  <a:pt x="2528" y="387"/>
                </a:lnTo>
                <a:lnTo>
                  <a:pt x="2529" y="387"/>
                </a:lnTo>
                <a:lnTo>
                  <a:pt x="2529" y="388"/>
                </a:lnTo>
                <a:lnTo>
                  <a:pt x="2529" y="389"/>
                </a:lnTo>
                <a:lnTo>
                  <a:pt x="2529" y="390"/>
                </a:lnTo>
                <a:lnTo>
                  <a:pt x="2528" y="390"/>
                </a:lnTo>
                <a:lnTo>
                  <a:pt x="2527" y="390"/>
                </a:lnTo>
                <a:lnTo>
                  <a:pt x="2527" y="389"/>
                </a:lnTo>
                <a:lnTo>
                  <a:pt x="2527" y="390"/>
                </a:lnTo>
                <a:lnTo>
                  <a:pt x="2527" y="391"/>
                </a:lnTo>
                <a:lnTo>
                  <a:pt x="2528" y="391"/>
                </a:lnTo>
                <a:lnTo>
                  <a:pt x="2528" y="392"/>
                </a:lnTo>
                <a:lnTo>
                  <a:pt x="2528" y="393"/>
                </a:lnTo>
                <a:lnTo>
                  <a:pt x="2530" y="393"/>
                </a:lnTo>
                <a:lnTo>
                  <a:pt x="2530" y="394"/>
                </a:lnTo>
                <a:lnTo>
                  <a:pt x="2529" y="394"/>
                </a:lnTo>
                <a:lnTo>
                  <a:pt x="2529" y="395"/>
                </a:lnTo>
                <a:lnTo>
                  <a:pt x="2529" y="396"/>
                </a:lnTo>
                <a:lnTo>
                  <a:pt x="2530" y="396"/>
                </a:lnTo>
                <a:lnTo>
                  <a:pt x="2531" y="397"/>
                </a:lnTo>
                <a:lnTo>
                  <a:pt x="2532" y="398"/>
                </a:lnTo>
                <a:lnTo>
                  <a:pt x="2532" y="399"/>
                </a:lnTo>
                <a:lnTo>
                  <a:pt x="2532" y="400"/>
                </a:lnTo>
                <a:lnTo>
                  <a:pt x="2531" y="400"/>
                </a:lnTo>
                <a:lnTo>
                  <a:pt x="2531" y="401"/>
                </a:lnTo>
                <a:lnTo>
                  <a:pt x="2531" y="402"/>
                </a:lnTo>
                <a:lnTo>
                  <a:pt x="2531" y="403"/>
                </a:lnTo>
                <a:lnTo>
                  <a:pt x="2531" y="404"/>
                </a:lnTo>
                <a:lnTo>
                  <a:pt x="2531" y="405"/>
                </a:lnTo>
                <a:lnTo>
                  <a:pt x="2532" y="405"/>
                </a:lnTo>
                <a:lnTo>
                  <a:pt x="2533" y="405"/>
                </a:lnTo>
                <a:lnTo>
                  <a:pt x="2533" y="406"/>
                </a:lnTo>
                <a:lnTo>
                  <a:pt x="2533" y="407"/>
                </a:lnTo>
                <a:lnTo>
                  <a:pt x="2532" y="407"/>
                </a:lnTo>
                <a:lnTo>
                  <a:pt x="2532" y="408"/>
                </a:lnTo>
                <a:lnTo>
                  <a:pt x="2533" y="408"/>
                </a:lnTo>
                <a:lnTo>
                  <a:pt x="2532" y="408"/>
                </a:lnTo>
                <a:lnTo>
                  <a:pt x="2531" y="408"/>
                </a:lnTo>
                <a:lnTo>
                  <a:pt x="2531" y="409"/>
                </a:lnTo>
                <a:lnTo>
                  <a:pt x="2531" y="410"/>
                </a:lnTo>
                <a:lnTo>
                  <a:pt x="2532" y="410"/>
                </a:lnTo>
                <a:lnTo>
                  <a:pt x="2532" y="411"/>
                </a:lnTo>
                <a:lnTo>
                  <a:pt x="2531" y="411"/>
                </a:lnTo>
                <a:lnTo>
                  <a:pt x="2531" y="412"/>
                </a:lnTo>
                <a:lnTo>
                  <a:pt x="2532" y="412"/>
                </a:lnTo>
                <a:lnTo>
                  <a:pt x="2532" y="413"/>
                </a:lnTo>
                <a:lnTo>
                  <a:pt x="2531" y="413"/>
                </a:lnTo>
                <a:lnTo>
                  <a:pt x="2530" y="414"/>
                </a:lnTo>
                <a:lnTo>
                  <a:pt x="2529" y="415"/>
                </a:lnTo>
                <a:lnTo>
                  <a:pt x="2529" y="416"/>
                </a:lnTo>
                <a:lnTo>
                  <a:pt x="2528" y="416"/>
                </a:lnTo>
                <a:lnTo>
                  <a:pt x="2527" y="416"/>
                </a:lnTo>
                <a:lnTo>
                  <a:pt x="2527" y="417"/>
                </a:lnTo>
                <a:lnTo>
                  <a:pt x="2528" y="417"/>
                </a:lnTo>
                <a:lnTo>
                  <a:pt x="2529" y="417"/>
                </a:lnTo>
                <a:lnTo>
                  <a:pt x="2529" y="418"/>
                </a:lnTo>
                <a:lnTo>
                  <a:pt x="2528" y="418"/>
                </a:lnTo>
                <a:lnTo>
                  <a:pt x="2528" y="419"/>
                </a:lnTo>
                <a:lnTo>
                  <a:pt x="2529" y="418"/>
                </a:lnTo>
                <a:lnTo>
                  <a:pt x="2529" y="419"/>
                </a:lnTo>
                <a:lnTo>
                  <a:pt x="2527" y="419"/>
                </a:lnTo>
                <a:lnTo>
                  <a:pt x="2527" y="420"/>
                </a:lnTo>
                <a:lnTo>
                  <a:pt x="2528" y="420"/>
                </a:lnTo>
                <a:lnTo>
                  <a:pt x="2528" y="421"/>
                </a:lnTo>
                <a:lnTo>
                  <a:pt x="2529" y="421"/>
                </a:lnTo>
                <a:lnTo>
                  <a:pt x="2529" y="422"/>
                </a:lnTo>
                <a:lnTo>
                  <a:pt x="2528" y="423"/>
                </a:lnTo>
                <a:lnTo>
                  <a:pt x="2528" y="424"/>
                </a:lnTo>
                <a:lnTo>
                  <a:pt x="2528" y="425"/>
                </a:lnTo>
                <a:lnTo>
                  <a:pt x="2528" y="426"/>
                </a:lnTo>
                <a:lnTo>
                  <a:pt x="2527" y="426"/>
                </a:lnTo>
                <a:lnTo>
                  <a:pt x="2526" y="426"/>
                </a:lnTo>
                <a:lnTo>
                  <a:pt x="2525" y="426"/>
                </a:lnTo>
                <a:lnTo>
                  <a:pt x="2524" y="426"/>
                </a:lnTo>
                <a:lnTo>
                  <a:pt x="2524" y="427"/>
                </a:lnTo>
                <a:lnTo>
                  <a:pt x="2523" y="428"/>
                </a:lnTo>
                <a:lnTo>
                  <a:pt x="2523" y="429"/>
                </a:lnTo>
                <a:lnTo>
                  <a:pt x="2522" y="429"/>
                </a:lnTo>
                <a:lnTo>
                  <a:pt x="2522" y="430"/>
                </a:lnTo>
                <a:lnTo>
                  <a:pt x="2521" y="430"/>
                </a:lnTo>
                <a:lnTo>
                  <a:pt x="2521" y="431"/>
                </a:lnTo>
                <a:lnTo>
                  <a:pt x="2520" y="431"/>
                </a:lnTo>
                <a:lnTo>
                  <a:pt x="2519" y="432"/>
                </a:lnTo>
                <a:lnTo>
                  <a:pt x="2518" y="432"/>
                </a:lnTo>
                <a:lnTo>
                  <a:pt x="2517" y="432"/>
                </a:lnTo>
                <a:lnTo>
                  <a:pt x="2517" y="431"/>
                </a:lnTo>
                <a:lnTo>
                  <a:pt x="2516" y="431"/>
                </a:lnTo>
                <a:lnTo>
                  <a:pt x="2515" y="431"/>
                </a:lnTo>
                <a:lnTo>
                  <a:pt x="2514" y="431"/>
                </a:lnTo>
                <a:lnTo>
                  <a:pt x="2514" y="430"/>
                </a:lnTo>
                <a:lnTo>
                  <a:pt x="2513" y="430"/>
                </a:lnTo>
                <a:lnTo>
                  <a:pt x="2512" y="430"/>
                </a:lnTo>
                <a:lnTo>
                  <a:pt x="2512" y="429"/>
                </a:lnTo>
                <a:lnTo>
                  <a:pt x="2511" y="429"/>
                </a:lnTo>
                <a:lnTo>
                  <a:pt x="2511" y="428"/>
                </a:lnTo>
                <a:lnTo>
                  <a:pt x="2512" y="428"/>
                </a:lnTo>
                <a:lnTo>
                  <a:pt x="2512" y="427"/>
                </a:lnTo>
                <a:lnTo>
                  <a:pt x="2511" y="427"/>
                </a:lnTo>
                <a:lnTo>
                  <a:pt x="2510" y="427"/>
                </a:lnTo>
                <a:lnTo>
                  <a:pt x="2509" y="427"/>
                </a:lnTo>
                <a:lnTo>
                  <a:pt x="2508" y="427"/>
                </a:lnTo>
                <a:lnTo>
                  <a:pt x="2508" y="428"/>
                </a:lnTo>
                <a:lnTo>
                  <a:pt x="2507" y="428"/>
                </a:lnTo>
                <a:lnTo>
                  <a:pt x="2506" y="428"/>
                </a:lnTo>
                <a:lnTo>
                  <a:pt x="2505" y="428"/>
                </a:lnTo>
                <a:lnTo>
                  <a:pt x="2504" y="428"/>
                </a:lnTo>
                <a:lnTo>
                  <a:pt x="2503" y="428"/>
                </a:lnTo>
                <a:lnTo>
                  <a:pt x="2502" y="427"/>
                </a:lnTo>
                <a:lnTo>
                  <a:pt x="2501" y="427"/>
                </a:lnTo>
                <a:lnTo>
                  <a:pt x="2501" y="426"/>
                </a:lnTo>
                <a:lnTo>
                  <a:pt x="2500" y="426"/>
                </a:lnTo>
                <a:lnTo>
                  <a:pt x="2499" y="426"/>
                </a:lnTo>
                <a:lnTo>
                  <a:pt x="2499" y="427"/>
                </a:lnTo>
                <a:lnTo>
                  <a:pt x="2498" y="427"/>
                </a:lnTo>
                <a:lnTo>
                  <a:pt x="2497" y="427"/>
                </a:lnTo>
                <a:lnTo>
                  <a:pt x="2496" y="428"/>
                </a:lnTo>
                <a:lnTo>
                  <a:pt x="2495" y="429"/>
                </a:lnTo>
                <a:lnTo>
                  <a:pt x="2495" y="430"/>
                </a:lnTo>
                <a:lnTo>
                  <a:pt x="2495" y="431"/>
                </a:lnTo>
                <a:lnTo>
                  <a:pt x="2494" y="432"/>
                </a:lnTo>
                <a:lnTo>
                  <a:pt x="2493" y="432"/>
                </a:lnTo>
                <a:lnTo>
                  <a:pt x="2493" y="433"/>
                </a:lnTo>
                <a:lnTo>
                  <a:pt x="2492" y="433"/>
                </a:lnTo>
                <a:lnTo>
                  <a:pt x="2491" y="433"/>
                </a:lnTo>
                <a:lnTo>
                  <a:pt x="2491" y="434"/>
                </a:lnTo>
                <a:lnTo>
                  <a:pt x="2491" y="435"/>
                </a:lnTo>
                <a:lnTo>
                  <a:pt x="2492" y="435"/>
                </a:lnTo>
                <a:lnTo>
                  <a:pt x="2492" y="436"/>
                </a:lnTo>
                <a:lnTo>
                  <a:pt x="2492" y="437"/>
                </a:lnTo>
                <a:lnTo>
                  <a:pt x="2493" y="437"/>
                </a:lnTo>
                <a:lnTo>
                  <a:pt x="2493" y="438"/>
                </a:lnTo>
                <a:lnTo>
                  <a:pt x="2492" y="438"/>
                </a:lnTo>
                <a:lnTo>
                  <a:pt x="2492" y="439"/>
                </a:lnTo>
                <a:lnTo>
                  <a:pt x="2492" y="440"/>
                </a:lnTo>
                <a:lnTo>
                  <a:pt x="2492" y="441"/>
                </a:lnTo>
                <a:lnTo>
                  <a:pt x="2491" y="441"/>
                </a:lnTo>
                <a:lnTo>
                  <a:pt x="2491" y="442"/>
                </a:lnTo>
                <a:lnTo>
                  <a:pt x="2491" y="443"/>
                </a:lnTo>
                <a:lnTo>
                  <a:pt x="2490" y="444"/>
                </a:lnTo>
                <a:lnTo>
                  <a:pt x="2489" y="445"/>
                </a:lnTo>
                <a:lnTo>
                  <a:pt x="2488" y="445"/>
                </a:lnTo>
                <a:lnTo>
                  <a:pt x="2487" y="446"/>
                </a:lnTo>
                <a:lnTo>
                  <a:pt x="2487" y="447"/>
                </a:lnTo>
                <a:lnTo>
                  <a:pt x="2486" y="448"/>
                </a:lnTo>
                <a:lnTo>
                  <a:pt x="2485" y="450"/>
                </a:lnTo>
                <a:lnTo>
                  <a:pt x="2485" y="451"/>
                </a:lnTo>
                <a:lnTo>
                  <a:pt x="2486" y="451"/>
                </a:lnTo>
                <a:lnTo>
                  <a:pt x="2486" y="452"/>
                </a:lnTo>
                <a:lnTo>
                  <a:pt x="2485" y="453"/>
                </a:lnTo>
                <a:lnTo>
                  <a:pt x="2483" y="453"/>
                </a:lnTo>
                <a:lnTo>
                  <a:pt x="2482" y="454"/>
                </a:lnTo>
                <a:lnTo>
                  <a:pt x="2482" y="455"/>
                </a:lnTo>
                <a:lnTo>
                  <a:pt x="2482" y="456"/>
                </a:lnTo>
                <a:lnTo>
                  <a:pt x="2482" y="457"/>
                </a:lnTo>
                <a:lnTo>
                  <a:pt x="2482" y="458"/>
                </a:lnTo>
                <a:lnTo>
                  <a:pt x="2482" y="459"/>
                </a:lnTo>
                <a:lnTo>
                  <a:pt x="2480" y="461"/>
                </a:lnTo>
                <a:lnTo>
                  <a:pt x="2479" y="461"/>
                </a:lnTo>
                <a:lnTo>
                  <a:pt x="2477" y="462"/>
                </a:lnTo>
                <a:lnTo>
                  <a:pt x="2476" y="463"/>
                </a:lnTo>
                <a:lnTo>
                  <a:pt x="2476" y="464"/>
                </a:lnTo>
                <a:lnTo>
                  <a:pt x="2476" y="465"/>
                </a:lnTo>
                <a:lnTo>
                  <a:pt x="2476" y="466"/>
                </a:lnTo>
                <a:lnTo>
                  <a:pt x="2477" y="467"/>
                </a:lnTo>
                <a:lnTo>
                  <a:pt x="2477" y="468"/>
                </a:lnTo>
                <a:lnTo>
                  <a:pt x="2476" y="468"/>
                </a:lnTo>
                <a:lnTo>
                  <a:pt x="2474" y="469"/>
                </a:lnTo>
                <a:lnTo>
                  <a:pt x="2474" y="470"/>
                </a:lnTo>
                <a:lnTo>
                  <a:pt x="2473" y="471"/>
                </a:lnTo>
                <a:lnTo>
                  <a:pt x="2473" y="472"/>
                </a:lnTo>
                <a:lnTo>
                  <a:pt x="2474" y="474"/>
                </a:lnTo>
                <a:lnTo>
                  <a:pt x="2474" y="475"/>
                </a:lnTo>
                <a:lnTo>
                  <a:pt x="2474" y="477"/>
                </a:lnTo>
                <a:lnTo>
                  <a:pt x="2473" y="479"/>
                </a:lnTo>
                <a:lnTo>
                  <a:pt x="2473" y="480"/>
                </a:lnTo>
                <a:lnTo>
                  <a:pt x="2472" y="480"/>
                </a:lnTo>
                <a:lnTo>
                  <a:pt x="2472" y="482"/>
                </a:lnTo>
                <a:lnTo>
                  <a:pt x="2472" y="483"/>
                </a:lnTo>
                <a:lnTo>
                  <a:pt x="2470" y="484"/>
                </a:lnTo>
                <a:lnTo>
                  <a:pt x="2470" y="485"/>
                </a:lnTo>
                <a:lnTo>
                  <a:pt x="2470" y="486"/>
                </a:lnTo>
                <a:lnTo>
                  <a:pt x="2469" y="487"/>
                </a:lnTo>
                <a:lnTo>
                  <a:pt x="2467" y="487"/>
                </a:lnTo>
                <a:lnTo>
                  <a:pt x="2467" y="488"/>
                </a:lnTo>
                <a:lnTo>
                  <a:pt x="2465" y="490"/>
                </a:lnTo>
                <a:lnTo>
                  <a:pt x="2465" y="491"/>
                </a:lnTo>
                <a:lnTo>
                  <a:pt x="2466" y="491"/>
                </a:lnTo>
                <a:lnTo>
                  <a:pt x="2466" y="492"/>
                </a:lnTo>
                <a:lnTo>
                  <a:pt x="2467" y="492"/>
                </a:lnTo>
                <a:lnTo>
                  <a:pt x="2468" y="493"/>
                </a:lnTo>
                <a:lnTo>
                  <a:pt x="2467" y="493"/>
                </a:lnTo>
                <a:lnTo>
                  <a:pt x="2467" y="494"/>
                </a:lnTo>
                <a:lnTo>
                  <a:pt x="2466" y="494"/>
                </a:lnTo>
                <a:lnTo>
                  <a:pt x="2466" y="495"/>
                </a:lnTo>
                <a:lnTo>
                  <a:pt x="2466" y="496"/>
                </a:lnTo>
                <a:lnTo>
                  <a:pt x="2467" y="497"/>
                </a:lnTo>
                <a:lnTo>
                  <a:pt x="2467" y="498"/>
                </a:lnTo>
                <a:lnTo>
                  <a:pt x="2467" y="499"/>
                </a:lnTo>
                <a:lnTo>
                  <a:pt x="2468" y="499"/>
                </a:lnTo>
                <a:lnTo>
                  <a:pt x="2468" y="500"/>
                </a:lnTo>
                <a:lnTo>
                  <a:pt x="2467" y="500"/>
                </a:lnTo>
                <a:lnTo>
                  <a:pt x="2466" y="500"/>
                </a:lnTo>
                <a:lnTo>
                  <a:pt x="2466" y="501"/>
                </a:lnTo>
                <a:lnTo>
                  <a:pt x="2465" y="501"/>
                </a:lnTo>
                <a:lnTo>
                  <a:pt x="2464" y="501"/>
                </a:lnTo>
                <a:lnTo>
                  <a:pt x="2464" y="502"/>
                </a:lnTo>
                <a:lnTo>
                  <a:pt x="2465" y="503"/>
                </a:lnTo>
                <a:lnTo>
                  <a:pt x="2465" y="504"/>
                </a:lnTo>
                <a:lnTo>
                  <a:pt x="2465" y="505"/>
                </a:lnTo>
                <a:lnTo>
                  <a:pt x="2465" y="506"/>
                </a:lnTo>
                <a:lnTo>
                  <a:pt x="2465" y="507"/>
                </a:lnTo>
                <a:lnTo>
                  <a:pt x="2465" y="508"/>
                </a:lnTo>
                <a:lnTo>
                  <a:pt x="2464" y="508"/>
                </a:lnTo>
                <a:lnTo>
                  <a:pt x="2465" y="509"/>
                </a:lnTo>
                <a:lnTo>
                  <a:pt x="2465" y="510"/>
                </a:lnTo>
                <a:lnTo>
                  <a:pt x="2466" y="510"/>
                </a:lnTo>
                <a:lnTo>
                  <a:pt x="2466" y="509"/>
                </a:lnTo>
                <a:lnTo>
                  <a:pt x="2466" y="510"/>
                </a:lnTo>
                <a:lnTo>
                  <a:pt x="2467" y="510"/>
                </a:lnTo>
                <a:lnTo>
                  <a:pt x="2467" y="511"/>
                </a:lnTo>
                <a:lnTo>
                  <a:pt x="2468" y="512"/>
                </a:lnTo>
                <a:lnTo>
                  <a:pt x="2467" y="512"/>
                </a:lnTo>
                <a:lnTo>
                  <a:pt x="2467" y="513"/>
                </a:lnTo>
                <a:lnTo>
                  <a:pt x="2467" y="514"/>
                </a:lnTo>
                <a:lnTo>
                  <a:pt x="2468" y="514"/>
                </a:lnTo>
                <a:lnTo>
                  <a:pt x="2469" y="514"/>
                </a:lnTo>
                <a:lnTo>
                  <a:pt x="2469" y="515"/>
                </a:lnTo>
                <a:lnTo>
                  <a:pt x="2469" y="516"/>
                </a:lnTo>
                <a:lnTo>
                  <a:pt x="2470" y="516"/>
                </a:lnTo>
                <a:lnTo>
                  <a:pt x="2470" y="517"/>
                </a:lnTo>
                <a:lnTo>
                  <a:pt x="2471" y="517"/>
                </a:lnTo>
                <a:lnTo>
                  <a:pt x="2470" y="517"/>
                </a:lnTo>
                <a:lnTo>
                  <a:pt x="2469" y="517"/>
                </a:lnTo>
                <a:lnTo>
                  <a:pt x="2469" y="518"/>
                </a:lnTo>
                <a:lnTo>
                  <a:pt x="2468" y="518"/>
                </a:lnTo>
                <a:lnTo>
                  <a:pt x="2468" y="519"/>
                </a:lnTo>
                <a:lnTo>
                  <a:pt x="2468" y="520"/>
                </a:lnTo>
                <a:lnTo>
                  <a:pt x="2470" y="520"/>
                </a:lnTo>
                <a:lnTo>
                  <a:pt x="2470" y="521"/>
                </a:lnTo>
                <a:lnTo>
                  <a:pt x="2470" y="522"/>
                </a:lnTo>
                <a:lnTo>
                  <a:pt x="2469" y="522"/>
                </a:lnTo>
                <a:lnTo>
                  <a:pt x="2469" y="523"/>
                </a:lnTo>
                <a:lnTo>
                  <a:pt x="2468" y="523"/>
                </a:lnTo>
                <a:lnTo>
                  <a:pt x="2469" y="524"/>
                </a:lnTo>
                <a:lnTo>
                  <a:pt x="2468" y="525"/>
                </a:lnTo>
                <a:lnTo>
                  <a:pt x="2468" y="526"/>
                </a:lnTo>
                <a:lnTo>
                  <a:pt x="2467" y="527"/>
                </a:lnTo>
                <a:lnTo>
                  <a:pt x="2466" y="528"/>
                </a:lnTo>
                <a:lnTo>
                  <a:pt x="2465" y="528"/>
                </a:lnTo>
                <a:lnTo>
                  <a:pt x="2465" y="529"/>
                </a:lnTo>
                <a:lnTo>
                  <a:pt x="2466" y="529"/>
                </a:lnTo>
                <a:lnTo>
                  <a:pt x="2466" y="530"/>
                </a:lnTo>
                <a:lnTo>
                  <a:pt x="2465" y="530"/>
                </a:lnTo>
                <a:lnTo>
                  <a:pt x="2464" y="530"/>
                </a:lnTo>
                <a:lnTo>
                  <a:pt x="2465" y="531"/>
                </a:lnTo>
                <a:lnTo>
                  <a:pt x="2466" y="531"/>
                </a:lnTo>
                <a:lnTo>
                  <a:pt x="2466" y="532"/>
                </a:lnTo>
                <a:lnTo>
                  <a:pt x="2465" y="532"/>
                </a:lnTo>
                <a:lnTo>
                  <a:pt x="2465" y="533"/>
                </a:lnTo>
                <a:lnTo>
                  <a:pt x="2464" y="533"/>
                </a:lnTo>
                <a:lnTo>
                  <a:pt x="2464" y="534"/>
                </a:lnTo>
                <a:lnTo>
                  <a:pt x="2463" y="535"/>
                </a:lnTo>
                <a:lnTo>
                  <a:pt x="2462" y="534"/>
                </a:lnTo>
                <a:lnTo>
                  <a:pt x="2461" y="534"/>
                </a:lnTo>
                <a:lnTo>
                  <a:pt x="2461" y="535"/>
                </a:lnTo>
                <a:lnTo>
                  <a:pt x="2461" y="536"/>
                </a:lnTo>
                <a:lnTo>
                  <a:pt x="2461" y="537"/>
                </a:lnTo>
                <a:lnTo>
                  <a:pt x="2460" y="537"/>
                </a:lnTo>
                <a:lnTo>
                  <a:pt x="2459" y="537"/>
                </a:lnTo>
                <a:lnTo>
                  <a:pt x="2458" y="537"/>
                </a:lnTo>
                <a:lnTo>
                  <a:pt x="2457" y="538"/>
                </a:lnTo>
                <a:lnTo>
                  <a:pt x="2457" y="539"/>
                </a:lnTo>
                <a:lnTo>
                  <a:pt x="2456" y="539"/>
                </a:lnTo>
                <a:lnTo>
                  <a:pt x="2456" y="538"/>
                </a:lnTo>
                <a:lnTo>
                  <a:pt x="2456" y="537"/>
                </a:lnTo>
                <a:lnTo>
                  <a:pt x="2456" y="536"/>
                </a:lnTo>
                <a:lnTo>
                  <a:pt x="2457" y="536"/>
                </a:lnTo>
                <a:lnTo>
                  <a:pt x="2457" y="535"/>
                </a:lnTo>
                <a:lnTo>
                  <a:pt x="2457" y="534"/>
                </a:lnTo>
                <a:lnTo>
                  <a:pt x="2458" y="534"/>
                </a:lnTo>
                <a:lnTo>
                  <a:pt x="2459" y="534"/>
                </a:lnTo>
                <a:lnTo>
                  <a:pt x="2460" y="534"/>
                </a:lnTo>
                <a:lnTo>
                  <a:pt x="2461" y="534"/>
                </a:lnTo>
                <a:lnTo>
                  <a:pt x="2461" y="533"/>
                </a:lnTo>
                <a:lnTo>
                  <a:pt x="2460" y="533"/>
                </a:lnTo>
                <a:lnTo>
                  <a:pt x="2460" y="532"/>
                </a:lnTo>
                <a:lnTo>
                  <a:pt x="2460" y="531"/>
                </a:lnTo>
                <a:lnTo>
                  <a:pt x="2461" y="531"/>
                </a:lnTo>
                <a:lnTo>
                  <a:pt x="2461" y="530"/>
                </a:lnTo>
                <a:lnTo>
                  <a:pt x="2460" y="529"/>
                </a:lnTo>
                <a:lnTo>
                  <a:pt x="2459" y="529"/>
                </a:lnTo>
                <a:lnTo>
                  <a:pt x="2458" y="529"/>
                </a:lnTo>
                <a:lnTo>
                  <a:pt x="2457" y="529"/>
                </a:lnTo>
                <a:lnTo>
                  <a:pt x="2456" y="529"/>
                </a:lnTo>
                <a:lnTo>
                  <a:pt x="2456" y="528"/>
                </a:lnTo>
                <a:lnTo>
                  <a:pt x="2456" y="527"/>
                </a:lnTo>
                <a:lnTo>
                  <a:pt x="2456" y="526"/>
                </a:lnTo>
                <a:lnTo>
                  <a:pt x="2455" y="526"/>
                </a:lnTo>
                <a:lnTo>
                  <a:pt x="2456" y="526"/>
                </a:lnTo>
                <a:lnTo>
                  <a:pt x="2455" y="526"/>
                </a:lnTo>
                <a:lnTo>
                  <a:pt x="2455" y="525"/>
                </a:lnTo>
                <a:lnTo>
                  <a:pt x="2456" y="525"/>
                </a:lnTo>
                <a:lnTo>
                  <a:pt x="2457" y="525"/>
                </a:lnTo>
                <a:lnTo>
                  <a:pt x="2457" y="524"/>
                </a:lnTo>
                <a:lnTo>
                  <a:pt x="2457" y="523"/>
                </a:lnTo>
                <a:lnTo>
                  <a:pt x="2456" y="523"/>
                </a:lnTo>
                <a:lnTo>
                  <a:pt x="2456" y="522"/>
                </a:lnTo>
                <a:lnTo>
                  <a:pt x="2455" y="522"/>
                </a:lnTo>
                <a:lnTo>
                  <a:pt x="2454" y="522"/>
                </a:lnTo>
                <a:lnTo>
                  <a:pt x="2454" y="521"/>
                </a:lnTo>
                <a:lnTo>
                  <a:pt x="2454" y="520"/>
                </a:lnTo>
                <a:lnTo>
                  <a:pt x="2453" y="520"/>
                </a:lnTo>
                <a:lnTo>
                  <a:pt x="2453" y="519"/>
                </a:lnTo>
                <a:lnTo>
                  <a:pt x="2452" y="519"/>
                </a:lnTo>
                <a:lnTo>
                  <a:pt x="2451" y="518"/>
                </a:lnTo>
                <a:lnTo>
                  <a:pt x="2451" y="517"/>
                </a:lnTo>
                <a:lnTo>
                  <a:pt x="2450" y="517"/>
                </a:lnTo>
                <a:lnTo>
                  <a:pt x="2450" y="516"/>
                </a:lnTo>
                <a:lnTo>
                  <a:pt x="2450" y="515"/>
                </a:lnTo>
                <a:lnTo>
                  <a:pt x="2449" y="515"/>
                </a:lnTo>
                <a:lnTo>
                  <a:pt x="2448" y="514"/>
                </a:lnTo>
                <a:lnTo>
                  <a:pt x="2448" y="513"/>
                </a:lnTo>
                <a:lnTo>
                  <a:pt x="2448" y="512"/>
                </a:lnTo>
                <a:lnTo>
                  <a:pt x="2447" y="512"/>
                </a:lnTo>
                <a:lnTo>
                  <a:pt x="2447" y="511"/>
                </a:lnTo>
                <a:lnTo>
                  <a:pt x="2447" y="510"/>
                </a:lnTo>
                <a:lnTo>
                  <a:pt x="2446" y="510"/>
                </a:lnTo>
                <a:lnTo>
                  <a:pt x="2446" y="509"/>
                </a:lnTo>
                <a:lnTo>
                  <a:pt x="2447" y="509"/>
                </a:lnTo>
                <a:lnTo>
                  <a:pt x="2447" y="507"/>
                </a:lnTo>
                <a:lnTo>
                  <a:pt x="2447" y="506"/>
                </a:lnTo>
                <a:lnTo>
                  <a:pt x="2446" y="506"/>
                </a:lnTo>
                <a:lnTo>
                  <a:pt x="2446" y="505"/>
                </a:lnTo>
                <a:lnTo>
                  <a:pt x="2446" y="504"/>
                </a:lnTo>
                <a:lnTo>
                  <a:pt x="2447" y="504"/>
                </a:lnTo>
                <a:lnTo>
                  <a:pt x="2448" y="504"/>
                </a:lnTo>
                <a:lnTo>
                  <a:pt x="2448" y="503"/>
                </a:lnTo>
                <a:lnTo>
                  <a:pt x="2447" y="503"/>
                </a:lnTo>
                <a:lnTo>
                  <a:pt x="2447" y="502"/>
                </a:lnTo>
                <a:lnTo>
                  <a:pt x="2446" y="502"/>
                </a:lnTo>
                <a:lnTo>
                  <a:pt x="2445" y="501"/>
                </a:lnTo>
                <a:lnTo>
                  <a:pt x="2445" y="500"/>
                </a:lnTo>
                <a:lnTo>
                  <a:pt x="2445" y="499"/>
                </a:lnTo>
                <a:lnTo>
                  <a:pt x="2446" y="499"/>
                </a:lnTo>
                <a:lnTo>
                  <a:pt x="2446" y="498"/>
                </a:lnTo>
                <a:lnTo>
                  <a:pt x="2446" y="497"/>
                </a:lnTo>
                <a:lnTo>
                  <a:pt x="2446" y="495"/>
                </a:lnTo>
                <a:lnTo>
                  <a:pt x="2445" y="495"/>
                </a:lnTo>
                <a:lnTo>
                  <a:pt x="2445" y="494"/>
                </a:lnTo>
                <a:lnTo>
                  <a:pt x="2444" y="494"/>
                </a:lnTo>
                <a:lnTo>
                  <a:pt x="2443" y="493"/>
                </a:lnTo>
                <a:lnTo>
                  <a:pt x="2442" y="492"/>
                </a:lnTo>
                <a:lnTo>
                  <a:pt x="2441" y="492"/>
                </a:lnTo>
                <a:lnTo>
                  <a:pt x="2441" y="493"/>
                </a:lnTo>
                <a:lnTo>
                  <a:pt x="2439" y="494"/>
                </a:lnTo>
                <a:lnTo>
                  <a:pt x="2439" y="495"/>
                </a:lnTo>
                <a:lnTo>
                  <a:pt x="2438" y="495"/>
                </a:lnTo>
                <a:lnTo>
                  <a:pt x="2434" y="497"/>
                </a:lnTo>
                <a:lnTo>
                  <a:pt x="2431" y="499"/>
                </a:lnTo>
                <a:lnTo>
                  <a:pt x="2430" y="500"/>
                </a:lnTo>
                <a:lnTo>
                  <a:pt x="2429" y="501"/>
                </a:lnTo>
                <a:lnTo>
                  <a:pt x="2427" y="502"/>
                </a:lnTo>
                <a:lnTo>
                  <a:pt x="2426" y="502"/>
                </a:lnTo>
                <a:lnTo>
                  <a:pt x="2425" y="502"/>
                </a:lnTo>
                <a:lnTo>
                  <a:pt x="2425" y="503"/>
                </a:lnTo>
                <a:lnTo>
                  <a:pt x="2424" y="503"/>
                </a:lnTo>
                <a:lnTo>
                  <a:pt x="2424" y="504"/>
                </a:lnTo>
                <a:lnTo>
                  <a:pt x="2423" y="505"/>
                </a:lnTo>
                <a:lnTo>
                  <a:pt x="2422" y="505"/>
                </a:lnTo>
                <a:lnTo>
                  <a:pt x="2421" y="506"/>
                </a:lnTo>
                <a:lnTo>
                  <a:pt x="2420" y="507"/>
                </a:lnTo>
                <a:lnTo>
                  <a:pt x="2419" y="508"/>
                </a:lnTo>
                <a:lnTo>
                  <a:pt x="2416" y="510"/>
                </a:lnTo>
                <a:lnTo>
                  <a:pt x="2415" y="511"/>
                </a:lnTo>
                <a:lnTo>
                  <a:pt x="2414" y="512"/>
                </a:lnTo>
                <a:lnTo>
                  <a:pt x="2413" y="513"/>
                </a:lnTo>
                <a:lnTo>
                  <a:pt x="2412" y="514"/>
                </a:lnTo>
                <a:lnTo>
                  <a:pt x="2410" y="515"/>
                </a:lnTo>
                <a:lnTo>
                  <a:pt x="2409" y="516"/>
                </a:lnTo>
                <a:lnTo>
                  <a:pt x="2408" y="517"/>
                </a:lnTo>
                <a:lnTo>
                  <a:pt x="2407" y="518"/>
                </a:lnTo>
                <a:lnTo>
                  <a:pt x="2406" y="519"/>
                </a:lnTo>
                <a:lnTo>
                  <a:pt x="2405" y="520"/>
                </a:lnTo>
                <a:lnTo>
                  <a:pt x="2403" y="521"/>
                </a:lnTo>
                <a:lnTo>
                  <a:pt x="2402" y="522"/>
                </a:lnTo>
                <a:lnTo>
                  <a:pt x="2401" y="523"/>
                </a:lnTo>
                <a:lnTo>
                  <a:pt x="2400" y="524"/>
                </a:lnTo>
                <a:lnTo>
                  <a:pt x="2399" y="525"/>
                </a:lnTo>
                <a:lnTo>
                  <a:pt x="2396" y="526"/>
                </a:lnTo>
                <a:lnTo>
                  <a:pt x="2396" y="527"/>
                </a:lnTo>
                <a:lnTo>
                  <a:pt x="2395" y="527"/>
                </a:lnTo>
                <a:lnTo>
                  <a:pt x="2393" y="529"/>
                </a:lnTo>
                <a:lnTo>
                  <a:pt x="2392" y="531"/>
                </a:lnTo>
                <a:lnTo>
                  <a:pt x="2391" y="532"/>
                </a:lnTo>
                <a:lnTo>
                  <a:pt x="2390" y="533"/>
                </a:lnTo>
                <a:lnTo>
                  <a:pt x="2388" y="534"/>
                </a:lnTo>
                <a:lnTo>
                  <a:pt x="2387" y="536"/>
                </a:lnTo>
                <a:lnTo>
                  <a:pt x="2386" y="537"/>
                </a:lnTo>
                <a:lnTo>
                  <a:pt x="2383" y="540"/>
                </a:lnTo>
                <a:lnTo>
                  <a:pt x="2382" y="541"/>
                </a:lnTo>
                <a:lnTo>
                  <a:pt x="2380" y="542"/>
                </a:lnTo>
                <a:lnTo>
                  <a:pt x="2380" y="543"/>
                </a:lnTo>
                <a:lnTo>
                  <a:pt x="2379" y="544"/>
                </a:lnTo>
                <a:lnTo>
                  <a:pt x="2377" y="545"/>
                </a:lnTo>
                <a:lnTo>
                  <a:pt x="2376" y="545"/>
                </a:lnTo>
                <a:lnTo>
                  <a:pt x="2375" y="545"/>
                </a:lnTo>
                <a:lnTo>
                  <a:pt x="2374" y="546"/>
                </a:lnTo>
                <a:lnTo>
                  <a:pt x="2371" y="547"/>
                </a:lnTo>
                <a:lnTo>
                  <a:pt x="2370" y="547"/>
                </a:lnTo>
                <a:lnTo>
                  <a:pt x="2367" y="548"/>
                </a:lnTo>
                <a:lnTo>
                  <a:pt x="2366" y="548"/>
                </a:lnTo>
                <a:lnTo>
                  <a:pt x="2365" y="549"/>
                </a:lnTo>
                <a:lnTo>
                  <a:pt x="2362" y="550"/>
                </a:lnTo>
                <a:lnTo>
                  <a:pt x="2360" y="551"/>
                </a:lnTo>
                <a:lnTo>
                  <a:pt x="2359" y="551"/>
                </a:lnTo>
                <a:lnTo>
                  <a:pt x="2357" y="551"/>
                </a:lnTo>
                <a:lnTo>
                  <a:pt x="2356" y="551"/>
                </a:lnTo>
                <a:lnTo>
                  <a:pt x="2356" y="552"/>
                </a:lnTo>
                <a:lnTo>
                  <a:pt x="2355" y="552"/>
                </a:lnTo>
                <a:lnTo>
                  <a:pt x="2354" y="553"/>
                </a:lnTo>
                <a:lnTo>
                  <a:pt x="2353" y="555"/>
                </a:lnTo>
                <a:lnTo>
                  <a:pt x="2353" y="556"/>
                </a:lnTo>
                <a:lnTo>
                  <a:pt x="2352" y="558"/>
                </a:lnTo>
                <a:lnTo>
                  <a:pt x="2351" y="559"/>
                </a:lnTo>
                <a:lnTo>
                  <a:pt x="2350" y="562"/>
                </a:lnTo>
                <a:lnTo>
                  <a:pt x="2349" y="563"/>
                </a:lnTo>
                <a:lnTo>
                  <a:pt x="2348" y="564"/>
                </a:lnTo>
                <a:lnTo>
                  <a:pt x="2348" y="565"/>
                </a:lnTo>
                <a:lnTo>
                  <a:pt x="2347" y="565"/>
                </a:lnTo>
                <a:lnTo>
                  <a:pt x="2347" y="566"/>
                </a:lnTo>
                <a:lnTo>
                  <a:pt x="2346" y="566"/>
                </a:lnTo>
                <a:lnTo>
                  <a:pt x="2345" y="568"/>
                </a:lnTo>
                <a:lnTo>
                  <a:pt x="2343" y="569"/>
                </a:lnTo>
                <a:lnTo>
                  <a:pt x="2342" y="570"/>
                </a:lnTo>
                <a:lnTo>
                  <a:pt x="2341" y="570"/>
                </a:lnTo>
                <a:lnTo>
                  <a:pt x="2338" y="571"/>
                </a:lnTo>
                <a:lnTo>
                  <a:pt x="2335" y="572"/>
                </a:lnTo>
                <a:lnTo>
                  <a:pt x="2333" y="573"/>
                </a:lnTo>
                <a:lnTo>
                  <a:pt x="2332" y="573"/>
                </a:lnTo>
                <a:lnTo>
                  <a:pt x="2330" y="574"/>
                </a:lnTo>
                <a:lnTo>
                  <a:pt x="2329" y="575"/>
                </a:lnTo>
                <a:lnTo>
                  <a:pt x="2328" y="575"/>
                </a:lnTo>
                <a:lnTo>
                  <a:pt x="2326" y="576"/>
                </a:lnTo>
                <a:lnTo>
                  <a:pt x="2324" y="577"/>
                </a:lnTo>
                <a:lnTo>
                  <a:pt x="2323" y="577"/>
                </a:lnTo>
                <a:lnTo>
                  <a:pt x="2322" y="578"/>
                </a:lnTo>
                <a:lnTo>
                  <a:pt x="2321" y="578"/>
                </a:lnTo>
                <a:lnTo>
                  <a:pt x="2320" y="579"/>
                </a:lnTo>
                <a:lnTo>
                  <a:pt x="2318" y="579"/>
                </a:lnTo>
                <a:lnTo>
                  <a:pt x="2316" y="580"/>
                </a:lnTo>
                <a:lnTo>
                  <a:pt x="2315" y="580"/>
                </a:lnTo>
                <a:lnTo>
                  <a:pt x="2314" y="581"/>
                </a:lnTo>
                <a:lnTo>
                  <a:pt x="2313" y="582"/>
                </a:lnTo>
                <a:lnTo>
                  <a:pt x="2310" y="584"/>
                </a:lnTo>
                <a:lnTo>
                  <a:pt x="2308" y="585"/>
                </a:lnTo>
                <a:lnTo>
                  <a:pt x="2308" y="586"/>
                </a:lnTo>
                <a:lnTo>
                  <a:pt x="2307" y="586"/>
                </a:lnTo>
                <a:lnTo>
                  <a:pt x="2307" y="587"/>
                </a:lnTo>
                <a:lnTo>
                  <a:pt x="2306" y="587"/>
                </a:lnTo>
                <a:lnTo>
                  <a:pt x="2304" y="588"/>
                </a:lnTo>
                <a:lnTo>
                  <a:pt x="2300" y="590"/>
                </a:lnTo>
                <a:lnTo>
                  <a:pt x="2297" y="591"/>
                </a:lnTo>
                <a:lnTo>
                  <a:pt x="2295" y="592"/>
                </a:lnTo>
                <a:lnTo>
                  <a:pt x="2291" y="594"/>
                </a:lnTo>
                <a:lnTo>
                  <a:pt x="2290" y="594"/>
                </a:lnTo>
                <a:lnTo>
                  <a:pt x="2290" y="595"/>
                </a:lnTo>
                <a:lnTo>
                  <a:pt x="2289" y="595"/>
                </a:lnTo>
                <a:lnTo>
                  <a:pt x="2288" y="597"/>
                </a:lnTo>
                <a:lnTo>
                  <a:pt x="2287" y="599"/>
                </a:lnTo>
                <a:lnTo>
                  <a:pt x="2287" y="600"/>
                </a:lnTo>
                <a:lnTo>
                  <a:pt x="2286" y="600"/>
                </a:lnTo>
                <a:lnTo>
                  <a:pt x="2286" y="602"/>
                </a:lnTo>
                <a:lnTo>
                  <a:pt x="2286" y="603"/>
                </a:lnTo>
                <a:lnTo>
                  <a:pt x="2285" y="604"/>
                </a:lnTo>
                <a:lnTo>
                  <a:pt x="2284" y="607"/>
                </a:lnTo>
                <a:lnTo>
                  <a:pt x="2284" y="608"/>
                </a:lnTo>
                <a:lnTo>
                  <a:pt x="2283" y="609"/>
                </a:lnTo>
                <a:lnTo>
                  <a:pt x="2282" y="609"/>
                </a:lnTo>
                <a:lnTo>
                  <a:pt x="2282" y="610"/>
                </a:lnTo>
                <a:lnTo>
                  <a:pt x="2280" y="611"/>
                </a:lnTo>
                <a:lnTo>
                  <a:pt x="2279" y="611"/>
                </a:lnTo>
                <a:lnTo>
                  <a:pt x="2278" y="612"/>
                </a:lnTo>
                <a:lnTo>
                  <a:pt x="2277" y="612"/>
                </a:lnTo>
                <a:lnTo>
                  <a:pt x="2276" y="613"/>
                </a:lnTo>
                <a:lnTo>
                  <a:pt x="2275" y="614"/>
                </a:lnTo>
                <a:lnTo>
                  <a:pt x="2276" y="615"/>
                </a:lnTo>
                <a:lnTo>
                  <a:pt x="2276" y="616"/>
                </a:lnTo>
                <a:lnTo>
                  <a:pt x="2277" y="616"/>
                </a:lnTo>
                <a:lnTo>
                  <a:pt x="2276" y="616"/>
                </a:lnTo>
                <a:lnTo>
                  <a:pt x="2277" y="616"/>
                </a:lnTo>
                <a:lnTo>
                  <a:pt x="2277" y="617"/>
                </a:lnTo>
                <a:lnTo>
                  <a:pt x="2277" y="618"/>
                </a:lnTo>
                <a:lnTo>
                  <a:pt x="2278" y="618"/>
                </a:lnTo>
                <a:lnTo>
                  <a:pt x="2279" y="619"/>
                </a:lnTo>
                <a:lnTo>
                  <a:pt x="2279" y="620"/>
                </a:lnTo>
                <a:lnTo>
                  <a:pt x="2279" y="621"/>
                </a:lnTo>
                <a:lnTo>
                  <a:pt x="2280" y="621"/>
                </a:lnTo>
                <a:lnTo>
                  <a:pt x="2281" y="622"/>
                </a:lnTo>
                <a:lnTo>
                  <a:pt x="2281" y="623"/>
                </a:lnTo>
                <a:lnTo>
                  <a:pt x="2282" y="623"/>
                </a:lnTo>
                <a:lnTo>
                  <a:pt x="2283" y="623"/>
                </a:lnTo>
                <a:lnTo>
                  <a:pt x="2283" y="624"/>
                </a:lnTo>
                <a:lnTo>
                  <a:pt x="2284" y="624"/>
                </a:lnTo>
                <a:lnTo>
                  <a:pt x="2284" y="625"/>
                </a:lnTo>
                <a:lnTo>
                  <a:pt x="2284" y="626"/>
                </a:lnTo>
                <a:lnTo>
                  <a:pt x="2285" y="627"/>
                </a:lnTo>
                <a:lnTo>
                  <a:pt x="2285" y="628"/>
                </a:lnTo>
                <a:lnTo>
                  <a:pt x="2286" y="628"/>
                </a:lnTo>
                <a:lnTo>
                  <a:pt x="2286" y="629"/>
                </a:lnTo>
                <a:lnTo>
                  <a:pt x="2287" y="630"/>
                </a:lnTo>
                <a:lnTo>
                  <a:pt x="2287" y="631"/>
                </a:lnTo>
                <a:lnTo>
                  <a:pt x="2288" y="631"/>
                </a:lnTo>
                <a:lnTo>
                  <a:pt x="2288" y="632"/>
                </a:lnTo>
                <a:lnTo>
                  <a:pt x="2289" y="632"/>
                </a:lnTo>
                <a:lnTo>
                  <a:pt x="2289" y="633"/>
                </a:lnTo>
                <a:lnTo>
                  <a:pt x="2290" y="632"/>
                </a:lnTo>
                <a:lnTo>
                  <a:pt x="2290" y="633"/>
                </a:lnTo>
                <a:lnTo>
                  <a:pt x="2291" y="633"/>
                </a:lnTo>
                <a:lnTo>
                  <a:pt x="2291" y="634"/>
                </a:lnTo>
                <a:lnTo>
                  <a:pt x="2292" y="634"/>
                </a:lnTo>
                <a:lnTo>
                  <a:pt x="2293" y="636"/>
                </a:lnTo>
                <a:lnTo>
                  <a:pt x="2293" y="637"/>
                </a:lnTo>
                <a:lnTo>
                  <a:pt x="2294" y="637"/>
                </a:lnTo>
                <a:lnTo>
                  <a:pt x="2294" y="638"/>
                </a:lnTo>
                <a:lnTo>
                  <a:pt x="2295" y="638"/>
                </a:lnTo>
                <a:lnTo>
                  <a:pt x="2296" y="638"/>
                </a:lnTo>
                <a:lnTo>
                  <a:pt x="2297" y="639"/>
                </a:lnTo>
                <a:lnTo>
                  <a:pt x="2298" y="639"/>
                </a:lnTo>
                <a:lnTo>
                  <a:pt x="2298" y="640"/>
                </a:lnTo>
                <a:lnTo>
                  <a:pt x="2299" y="640"/>
                </a:lnTo>
                <a:lnTo>
                  <a:pt x="2300" y="640"/>
                </a:lnTo>
                <a:lnTo>
                  <a:pt x="2301" y="639"/>
                </a:lnTo>
                <a:lnTo>
                  <a:pt x="2301" y="640"/>
                </a:lnTo>
                <a:lnTo>
                  <a:pt x="2303" y="640"/>
                </a:lnTo>
                <a:lnTo>
                  <a:pt x="2304" y="640"/>
                </a:lnTo>
                <a:lnTo>
                  <a:pt x="2305" y="641"/>
                </a:lnTo>
                <a:lnTo>
                  <a:pt x="2306" y="642"/>
                </a:lnTo>
                <a:lnTo>
                  <a:pt x="2307" y="642"/>
                </a:lnTo>
                <a:lnTo>
                  <a:pt x="2308" y="642"/>
                </a:lnTo>
                <a:lnTo>
                  <a:pt x="2309" y="642"/>
                </a:lnTo>
                <a:lnTo>
                  <a:pt x="2310" y="642"/>
                </a:lnTo>
                <a:lnTo>
                  <a:pt x="2311" y="642"/>
                </a:lnTo>
                <a:lnTo>
                  <a:pt x="2311" y="643"/>
                </a:lnTo>
                <a:lnTo>
                  <a:pt x="2312" y="643"/>
                </a:lnTo>
                <a:lnTo>
                  <a:pt x="2312" y="642"/>
                </a:lnTo>
                <a:lnTo>
                  <a:pt x="2313" y="643"/>
                </a:lnTo>
                <a:lnTo>
                  <a:pt x="2314" y="642"/>
                </a:lnTo>
                <a:lnTo>
                  <a:pt x="2315" y="642"/>
                </a:lnTo>
                <a:lnTo>
                  <a:pt x="2315" y="643"/>
                </a:lnTo>
                <a:lnTo>
                  <a:pt x="2315" y="644"/>
                </a:lnTo>
                <a:lnTo>
                  <a:pt x="2314" y="644"/>
                </a:lnTo>
                <a:lnTo>
                  <a:pt x="2314" y="645"/>
                </a:lnTo>
                <a:lnTo>
                  <a:pt x="2313" y="645"/>
                </a:lnTo>
                <a:lnTo>
                  <a:pt x="2312" y="646"/>
                </a:lnTo>
                <a:lnTo>
                  <a:pt x="2311" y="646"/>
                </a:lnTo>
                <a:lnTo>
                  <a:pt x="2310" y="647"/>
                </a:lnTo>
                <a:lnTo>
                  <a:pt x="2310" y="648"/>
                </a:lnTo>
                <a:lnTo>
                  <a:pt x="2308" y="649"/>
                </a:lnTo>
                <a:lnTo>
                  <a:pt x="2308" y="650"/>
                </a:lnTo>
                <a:lnTo>
                  <a:pt x="2308" y="651"/>
                </a:lnTo>
                <a:lnTo>
                  <a:pt x="2308" y="652"/>
                </a:lnTo>
                <a:lnTo>
                  <a:pt x="2308" y="653"/>
                </a:lnTo>
                <a:lnTo>
                  <a:pt x="2309" y="653"/>
                </a:lnTo>
                <a:lnTo>
                  <a:pt x="2308" y="653"/>
                </a:lnTo>
                <a:lnTo>
                  <a:pt x="2309" y="653"/>
                </a:lnTo>
                <a:lnTo>
                  <a:pt x="2310" y="654"/>
                </a:lnTo>
                <a:lnTo>
                  <a:pt x="2309" y="655"/>
                </a:lnTo>
                <a:lnTo>
                  <a:pt x="2309" y="656"/>
                </a:lnTo>
                <a:lnTo>
                  <a:pt x="2310" y="656"/>
                </a:lnTo>
                <a:lnTo>
                  <a:pt x="2311" y="656"/>
                </a:lnTo>
                <a:lnTo>
                  <a:pt x="2312" y="656"/>
                </a:lnTo>
                <a:lnTo>
                  <a:pt x="2313" y="656"/>
                </a:lnTo>
                <a:lnTo>
                  <a:pt x="2314" y="656"/>
                </a:lnTo>
                <a:lnTo>
                  <a:pt x="2315" y="655"/>
                </a:lnTo>
                <a:lnTo>
                  <a:pt x="2316" y="655"/>
                </a:lnTo>
                <a:lnTo>
                  <a:pt x="2316" y="654"/>
                </a:lnTo>
                <a:lnTo>
                  <a:pt x="2317" y="654"/>
                </a:lnTo>
                <a:lnTo>
                  <a:pt x="2318" y="654"/>
                </a:lnTo>
                <a:lnTo>
                  <a:pt x="2319" y="654"/>
                </a:lnTo>
                <a:lnTo>
                  <a:pt x="2318" y="654"/>
                </a:lnTo>
                <a:lnTo>
                  <a:pt x="2319" y="654"/>
                </a:lnTo>
                <a:lnTo>
                  <a:pt x="2319" y="655"/>
                </a:lnTo>
                <a:lnTo>
                  <a:pt x="2319" y="656"/>
                </a:lnTo>
                <a:lnTo>
                  <a:pt x="2319" y="657"/>
                </a:lnTo>
                <a:lnTo>
                  <a:pt x="2318" y="657"/>
                </a:lnTo>
                <a:lnTo>
                  <a:pt x="2319" y="657"/>
                </a:lnTo>
                <a:lnTo>
                  <a:pt x="2319" y="658"/>
                </a:lnTo>
                <a:lnTo>
                  <a:pt x="2319" y="659"/>
                </a:lnTo>
                <a:lnTo>
                  <a:pt x="2318" y="659"/>
                </a:lnTo>
                <a:lnTo>
                  <a:pt x="2318" y="660"/>
                </a:lnTo>
                <a:lnTo>
                  <a:pt x="2317" y="660"/>
                </a:lnTo>
                <a:lnTo>
                  <a:pt x="2317" y="661"/>
                </a:lnTo>
                <a:lnTo>
                  <a:pt x="2317" y="662"/>
                </a:lnTo>
                <a:lnTo>
                  <a:pt x="2318" y="662"/>
                </a:lnTo>
                <a:lnTo>
                  <a:pt x="2319" y="663"/>
                </a:lnTo>
                <a:lnTo>
                  <a:pt x="2319" y="664"/>
                </a:lnTo>
                <a:lnTo>
                  <a:pt x="2319" y="665"/>
                </a:lnTo>
                <a:lnTo>
                  <a:pt x="2319" y="666"/>
                </a:lnTo>
                <a:lnTo>
                  <a:pt x="2319" y="667"/>
                </a:lnTo>
                <a:lnTo>
                  <a:pt x="2319" y="668"/>
                </a:lnTo>
                <a:lnTo>
                  <a:pt x="2320" y="668"/>
                </a:lnTo>
                <a:lnTo>
                  <a:pt x="2320" y="669"/>
                </a:lnTo>
                <a:lnTo>
                  <a:pt x="2321" y="670"/>
                </a:lnTo>
                <a:lnTo>
                  <a:pt x="2321" y="671"/>
                </a:lnTo>
                <a:lnTo>
                  <a:pt x="2321" y="672"/>
                </a:lnTo>
                <a:lnTo>
                  <a:pt x="2322" y="671"/>
                </a:lnTo>
                <a:lnTo>
                  <a:pt x="2323" y="671"/>
                </a:lnTo>
                <a:lnTo>
                  <a:pt x="2323" y="672"/>
                </a:lnTo>
                <a:lnTo>
                  <a:pt x="2324" y="672"/>
                </a:lnTo>
                <a:lnTo>
                  <a:pt x="2324" y="673"/>
                </a:lnTo>
                <a:lnTo>
                  <a:pt x="2326" y="673"/>
                </a:lnTo>
                <a:lnTo>
                  <a:pt x="2327" y="674"/>
                </a:lnTo>
                <a:lnTo>
                  <a:pt x="2328" y="674"/>
                </a:lnTo>
                <a:lnTo>
                  <a:pt x="2328" y="675"/>
                </a:lnTo>
                <a:lnTo>
                  <a:pt x="2327" y="676"/>
                </a:lnTo>
                <a:lnTo>
                  <a:pt x="2328" y="676"/>
                </a:lnTo>
                <a:lnTo>
                  <a:pt x="2328" y="677"/>
                </a:lnTo>
                <a:lnTo>
                  <a:pt x="2329" y="678"/>
                </a:lnTo>
                <a:lnTo>
                  <a:pt x="2330" y="678"/>
                </a:lnTo>
                <a:lnTo>
                  <a:pt x="2331" y="678"/>
                </a:lnTo>
                <a:lnTo>
                  <a:pt x="2332" y="677"/>
                </a:lnTo>
                <a:lnTo>
                  <a:pt x="2333" y="677"/>
                </a:lnTo>
                <a:lnTo>
                  <a:pt x="2333" y="676"/>
                </a:lnTo>
                <a:lnTo>
                  <a:pt x="2334" y="676"/>
                </a:lnTo>
                <a:lnTo>
                  <a:pt x="2334" y="677"/>
                </a:lnTo>
                <a:lnTo>
                  <a:pt x="2334" y="676"/>
                </a:lnTo>
                <a:lnTo>
                  <a:pt x="2335" y="676"/>
                </a:lnTo>
                <a:lnTo>
                  <a:pt x="2336" y="676"/>
                </a:lnTo>
                <a:lnTo>
                  <a:pt x="2337" y="676"/>
                </a:lnTo>
                <a:lnTo>
                  <a:pt x="2337" y="677"/>
                </a:lnTo>
                <a:lnTo>
                  <a:pt x="2338" y="677"/>
                </a:lnTo>
                <a:lnTo>
                  <a:pt x="2339" y="677"/>
                </a:lnTo>
                <a:lnTo>
                  <a:pt x="2340" y="676"/>
                </a:lnTo>
                <a:lnTo>
                  <a:pt x="2341" y="676"/>
                </a:lnTo>
                <a:lnTo>
                  <a:pt x="2342" y="676"/>
                </a:lnTo>
                <a:lnTo>
                  <a:pt x="2343" y="675"/>
                </a:lnTo>
                <a:lnTo>
                  <a:pt x="2344" y="675"/>
                </a:lnTo>
                <a:lnTo>
                  <a:pt x="2344" y="674"/>
                </a:lnTo>
                <a:lnTo>
                  <a:pt x="2344" y="673"/>
                </a:lnTo>
                <a:lnTo>
                  <a:pt x="2344" y="672"/>
                </a:lnTo>
                <a:lnTo>
                  <a:pt x="2345" y="672"/>
                </a:lnTo>
                <a:lnTo>
                  <a:pt x="2345" y="671"/>
                </a:lnTo>
                <a:lnTo>
                  <a:pt x="2345" y="670"/>
                </a:lnTo>
                <a:lnTo>
                  <a:pt x="2346" y="670"/>
                </a:lnTo>
                <a:lnTo>
                  <a:pt x="2347" y="669"/>
                </a:lnTo>
                <a:lnTo>
                  <a:pt x="2347" y="668"/>
                </a:lnTo>
                <a:lnTo>
                  <a:pt x="2348" y="668"/>
                </a:lnTo>
                <a:lnTo>
                  <a:pt x="2348" y="667"/>
                </a:lnTo>
                <a:lnTo>
                  <a:pt x="2347" y="666"/>
                </a:lnTo>
                <a:lnTo>
                  <a:pt x="2348" y="666"/>
                </a:lnTo>
                <a:lnTo>
                  <a:pt x="2348" y="665"/>
                </a:lnTo>
                <a:lnTo>
                  <a:pt x="2347" y="665"/>
                </a:lnTo>
                <a:lnTo>
                  <a:pt x="2348" y="665"/>
                </a:lnTo>
                <a:lnTo>
                  <a:pt x="2348" y="664"/>
                </a:lnTo>
                <a:lnTo>
                  <a:pt x="2349" y="664"/>
                </a:lnTo>
                <a:lnTo>
                  <a:pt x="2349" y="663"/>
                </a:lnTo>
                <a:lnTo>
                  <a:pt x="2349" y="664"/>
                </a:lnTo>
                <a:lnTo>
                  <a:pt x="2350" y="664"/>
                </a:lnTo>
                <a:lnTo>
                  <a:pt x="2351" y="664"/>
                </a:lnTo>
                <a:lnTo>
                  <a:pt x="2352" y="664"/>
                </a:lnTo>
                <a:lnTo>
                  <a:pt x="2353" y="664"/>
                </a:lnTo>
                <a:lnTo>
                  <a:pt x="2354" y="664"/>
                </a:lnTo>
                <a:lnTo>
                  <a:pt x="2355" y="663"/>
                </a:lnTo>
                <a:lnTo>
                  <a:pt x="2356" y="664"/>
                </a:lnTo>
                <a:lnTo>
                  <a:pt x="2357" y="664"/>
                </a:lnTo>
                <a:lnTo>
                  <a:pt x="2357" y="665"/>
                </a:lnTo>
                <a:lnTo>
                  <a:pt x="2358" y="665"/>
                </a:lnTo>
                <a:lnTo>
                  <a:pt x="2358" y="666"/>
                </a:lnTo>
                <a:lnTo>
                  <a:pt x="2358" y="667"/>
                </a:lnTo>
                <a:lnTo>
                  <a:pt x="2359" y="667"/>
                </a:lnTo>
                <a:lnTo>
                  <a:pt x="2360" y="667"/>
                </a:lnTo>
                <a:lnTo>
                  <a:pt x="2360" y="666"/>
                </a:lnTo>
                <a:lnTo>
                  <a:pt x="2361" y="666"/>
                </a:lnTo>
                <a:lnTo>
                  <a:pt x="2362" y="666"/>
                </a:lnTo>
                <a:lnTo>
                  <a:pt x="2364" y="661"/>
                </a:lnTo>
                <a:lnTo>
                  <a:pt x="2364" y="659"/>
                </a:lnTo>
                <a:lnTo>
                  <a:pt x="2364" y="658"/>
                </a:lnTo>
                <a:lnTo>
                  <a:pt x="2364" y="656"/>
                </a:lnTo>
                <a:lnTo>
                  <a:pt x="2363" y="656"/>
                </a:lnTo>
                <a:lnTo>
                  <a:pt x="2363" y="655"/>
                </a:lnTo>
                <a:lnTo>
                  <a:pt x="2363" y="654"/>
                </a:lnTo>
                <a:lnTo>
                  <a:pt x="2362" y="654"/>
                </a:lnTo>
                <a:lnTo>
                  <a:pt x="2360" y="653"/>
                </a:lnTo>
                <a:lnTo>
                  <a:pt x="2359" y="653"/>
                </a:lnTo>
                <a:lnTo>
                  <a:pt x="2358" y="653"/>
                </a:lnTo>
                <a:lnTo>
                  <a:pt x="2355" y="653"/>
                </a:lnTo>
                <a:lnTo>
                  <a:pt x="2355" y="652"/>
                </a:lnTo>
                <a:lnTo>
                  <a:pt x="2355" y="651"/>
                </a:lnTo>
                <a:lnTo>
                  <a:pt x="2355" y="650"/>
                </a:lnTo>
                <a:lnTo>
                  <a:pt x="2356" y="650"/>
                </a:lnTo>
                <a:lnTo>
                  <a:pt x="2357" y="650"/>
                </a:lnTo>
                <a:lnTo>
                  <a:pt x="2358" y="651"/>
                </a:lnTo>
                <a:lnTo>
                  <a:pt x="2359" y="651"/>
                </a:lnTo>
                <a:lnTo>
                  <a:pt x="2359" y="652"/>
                </a:lnTo>
                <a:lnTo>
                  <a:pt x="2360" y="652"/>
                </a:lnTo>
                <a:lnTo>
                  <a:pt x="2361" y="653"/>
                </a:lnTo>
                <a:lnTo>
                  <a:pt x="2362" y="654"/>
                </a:lnTo>
                <a:lnTo>
                  <a:pt x="2363" y="654"/>
                </a:lnTo>
                <a:lnTo>
                  <a:pt x="2363" y="655"/>
                </a:lnTo>
                <a:lnTo>
                  <a:pt x="2363" y="656"/>
                </a:lnTo>
                <a:lnTo>
                  <a:pt x="2364" y="656"/>
                </a:lnTo>
                <a:lnTo>
                  <a:pt x="2365" y="656"/>
                </a:lnTo>
                <a:lnTo>
                  <a:pt x="2366" y="656"/>
                </a:lnTo>
                <a:lnTo>
                  <a:pt x="2367" y="656"/>
                </a:lnTo>
                <a:lnTo>
                  <a:pt x="2368" y="656"/>
                </a:lnTo>
                <a:lnTo>
                  <a:pt x="2369" y="655"/>
                </a:lnTo>
                <a:lnTo>
                  <a:pt x="2370" y="655"/>
                </a:lnTo>
                <a:lnTo>
                  <a:pt x="2370" y="654"/>
                </a:lnTo>
                <a:lnTo>
                  <a:pt x="2371" y="654"/>
                </a:lnTo>
                <a:lnTo>
                  <a:pt x="2372" y="654"/>
                </a:lnTo>
                <a:lnTo>
                  <a:pt x="2373" y="654"/>
                </a:lnTo>
                <a:lnTo>
                  <a:pt x="2374" y="654"/>
                </a:lnTo>
                <a:lnTo>
                  <a:pt x="2375" y="654"/>
                </a:lnTo>
                <a:lnTo>
                  <a:pt x="2375" y="655"/>
                </a:lnTo>
                <a:lnTo>
                  <a:pt x="2375" y="656"/>
                </a:lnTo>
                <a:lnTo>
                  <a:pt x="2375" y="657"/>
                </a:lnTo>
                <a:lnTo>
                  <a:pt x="2375" y="658"/>
                </a:lnTo>
                <a:lnTo>
                  <a:pt x="2374" y="658"/>
                </a:lnTo>
                <a:lnTo>
                  <a:pt x="2374" y="659"/>
                </a:lnTo>
                <a:lnTo>
                  <a:pt x="2374" y="660"/>
                </a:lnTo>
                <a:lnTo>
                  <a:pt x="2373" y="660"/>
                </a:lnTo>
                <a:lnTo>
                  <a:pt x="2373" y="661"/>
                </a:lnTo>
                <a:lnTo>
                  <a:pt x="2373" y="662"/>
                </a:lnTo>
                <a:lnTo>
                  <a:pt x="2372" y="663"/>
                </a:lnTo>
                <a:lnTo>
                  <a:pt x="2371" y="664"/>
                </a:lnTo>
                <a:lnTo>
                  <a:pt x="2371" y="665"/>
                </a:lnTo>
                <a:lnTo>
                  <a:pt x="2372" y="665"/>
                </a:lnTo>
                <a:lnTo>
                  <a:pt x="2372" y="666"/>
                </a:lnTo>
                <a:lnTo>
                  <a:pt x="2373" y="667"/>
                </a:lnTo>
                <a:lnTo>
                  <a:pt x="2374" y="667"/>
                </a:lnTo>
                <a:lnTo>
                  <a:pt x="2375" y="667"/>
                </a:lnTo>
                <a:lnTo>
                  <a:pt x="2376" y="667"/>
                </a:lnTo>
                <a:lnTo>
                  <a:pt x="2377" y="667"/>
                </a:lnTo>
                <a:lnTo>
                  <a:pt x="2378" y="667"/>
                </a:lnTo>
                <a:lnTo>
                  <a:pt x="2379" y="667"/>
                </a:lnTo>
                <a:lnTo>
                  <a:pt x="2379" y="666"/>
                </a:lnTo>
                <a:lnTo>
                  <a:pt x="2380" y="666"/>
                </a:lnTo>
                <a:lnTo>
                  <a:pt x="2380" y="665"/>
                </a:lnTo>
                <a:lnTo>
                  <a:pt x="2380" y="664"/>
                </a:lnTo>
                <a:lnTo>
                  <a:pt x="2379" y="664"/>
                </a:lnTo>
                <a:lnTo>
                  <a:pt x="2379" y="663"/>
                </a:lnTo>
                <a:lnTo>
                  <a:pt x="2380" y="663"/>
                </a:lnTo>
                <a:lnTo>
                  <a:pt x="2380" y="662"/>
                </a:lnTo>
                <a:lnTo>
                  <a:pt x="2380" y="661"/>
                </a:lnTo>
                <a:lnTo>
                  <a:pt x="2380" y="660"/>
                </a:lnTo>
                <a:lnTo>
                  <a:pt x="2381" y="660"/>
                </a:lnTo>
                <a:lnTo>
                  <a:pt x="2381" y="661"/>
                </a:lnTo>
                <a:lnTo>
                  <a:pt x="2382" y="661"/>
                </a:lnTo>
                <a:lnTo>
                  <a:pt x="2383" y="661"/>
                </a:lnTo>
                <a:lnTo>
                  <a:pt x="2383" y="662"/>
                </a:lnTo>
                <a:lnTo>
                  <a:pt x="2382" y="662"/>
                </a:lnTo>
                <a:lnTo>
                  <a:pt x="2382" y="663"/>
                </a:lnTo>
                <a:lnTo>
                  <a:pt x="2382" y="664"/>
                </a:lnTo>
                <a:lnTo>
                  <a:pt x="2383" y="664"/>
                </a:lnTo>
                <a:lnTo>
                  <a:pt x="2383" y="665"/>
                </a:lnTo>
                <a:lnTo>
                  <a:pt x="2384" y="665"/>
                </a:lnTo>
                <a:lnTo>
                  <a:pt x="2384" y="666"/>
                </a:lnTo>
                <a:lnTo>
                  <a:pt x="2383" y="666"/>
                </a:lnTo>
                <a:lnTo>
                  <a:pt x="2382" y="667"/>
                </a:lnTo>
                <a:lnTo>
                  <a:pt x="2381" y="667"/>
                </a:lnTo>
                <a:lnTo>
                  <a:pt x="2380" y="667"/>
                </a:lnTo>
                <a:lnTo>
                  <a:pt x="2380" y="668"/>
                </a:lnTo>
                <a:lnTo>
                  <a:pt x="2381" y="668"/>
                </a:lnTo>
                <a:lnTo>
                  <a:pt x="2381" y="669"/>
                </a:lnTo>
                <a:lnTo>
                  <a:pt x="2382" y="669"/>
                </a:lnTo>
                <a:lnTo>
                  <a:pt x="2385" y="669"/>
                </a:lnTo>
                <a:lnTo>
                  <a:pt x="2384" y="669"/>
                </a:lnTo>
                <a:lnTo>
                  <a:pt x="2384" y="670"/>
                </a:lnTo>
                <a:lnTo>
                  <a:pt x="2385" y="671"/>
                </a:lnTo>
                <a:lnTo>
                  <a:pt x="2384" y="671"/>
                </a:lnTo>
                <a:lnTo>
                  <a:pt x="2385" y="674"/>
                </a:lnTo>
                <a:lnTo>
                  <a:pt x="2384" y="674"/>
                </a:lnTo>
                <a:lnTo>
                  <a:pt x="2384" y="676"/>
                </a:lnTo>
                <a:lnTo>
                  <a:pt x="2385" y="676"/>
                </a:lnTo>
                <a:lnTo>
                  <a:pt x="2385" y="677"/>
                </a:lnTo>
                <a:lnTo>
                  <a:pt x="2385" y="678"/>
                </a:lnTo>
                <a:lnTo>
                  <a:pt x="2384" y="678"/>
                </a:lnTo>
                <a:lnTo>
                  <a:pt x="2383" y="680"/>
                </a:lnTo>
                <a:lnTo>
                  <a:pt x="2382" y="681"/>
                </a:lnTo>
                <a:lnTo>
                  <a:pt x="2379" y="681"/>
                </a:lnTo>
                <a:lnTo>
                  <a:pt x="2376" y="682"/>
                </a:lnTo>
                <a:lnTo>
                  <a:pt x="2372" y="682"/>
                </a:lnTo>
                <a:lnTo>
                  <a:pt x="2371" y="682"/>
                </a:lnTo>
                <a:lnTo>
                  <a:pt x="2366" y="682"/>
                </a:lnTo>
                <a:lnTo>
                  <a:pt x="2361" y="682"/>
                </a:lnTo>
                <a:lnTo>
                  <a:pt x="2361" y="683"/>
                </a:lnTo>
                <a:lnTo>
                  <a:pt x="2360" y="683"/>
                </a:lnTo>
                <a:lnTo>
                  <a:pt x="2359" y="683"/>
                </a:lnTo>
                <a:lnTo>
                  <a:pt x="2358" y="683"/>
                </a:lnTo>
                <a:lnTo>
                  <a:pt x="2358" y="684"/>
                </a:lnTo>
                <a:lnTo>
                  <a:pt x="2357" y="684"/>
                </a:lnTo>
                <a:lnTo>
                  <a:pt x="2356" y="684"/>
                </a:lnTo>
                <a:lnTo>
                  <a:pt x="2355" y="684"/>
                </a:lnTo>
                <a:lnTo>
                  <a:pt x="2353" y="684"/>
                </a:lnTo>
                <a:lnTo>
                  <a:pt x="2353" y="685"/>
                </a:lnTo>
                <a:lnTo>
                  <a:pt x="2352" y="685"/>
                </a:lnTo>
                <a:lnTo>
                  <a:pt x="2353" y="685"/>
                </a:lnTo>
                <a:lnTo>
                  <a:pt x="2353" y="686"/>
                </a:lnTo>
                <a:lnTo>
                  <a:pt x="2353" y="687"/>
                </a:lnTo>
                <a:lnTo>
                  <a:pt x="2353" y="688"/>
                </a:lnTo>
                <a:lnTo>
                  <a:pt x="2353" y="689"/>
                </a:lnTo>
                <a:lnTo>
                  <a:pt x="2352" y="689"/>
                </a:lnTo>
                <a:lnTo>
                  <a:pt x="2351" y="689"/>
                </a:lnTo>
                <a:lnTo>
                  <a:pt x="2351" y="690"/>
                </a:lnTo>
                <a:lnTo>
                  <a:pt x="2350" y="690"/>
                </a:lnTo>
                <a:lnTo>
                  <a:pt x="2350" y="691"/>
                </a:lnTo>
                <a:lnTo>
                  <a:pt x="2349" y="691"/>
                </a:lnTo>
                <a:lnTo>
                  <a:pt x="2348" y="692"/>
                </a:lnTo>
                <a:lnTo>
                  <a:pt x="2348" y="691"/>
                </a:lnTo>
                <a:lnTo>
                  <a:pt x="2348" y="692"/>
                </a:lnTo>
                <a:lnTo>
                  <a:pt x="2347" y="692"/>
                </a:lnTo>
                <a:lnTo>
                  <a:pt x="2347" y="691"/>
                </a:lnTo>
                <a:lnTo>
                  <a:pt x="2347" y="692"/>
                </a:lnTo>
                <a:lnTo>
                  <a:pt x="2347" y="691"/>
                </a:lnTo>
                <a:lnTo>
                  <a:pt x="2346" y="691"/>
                </a:lnTo>
                <a:lnTo>
                  <a:pt x="2345" y="690"/>
                </a:lnTo>
                <a:lnTo>
                  <a:pt x="2345" y="689"/>
                </a:lnTo>
                <a:lnTo>
                  <a:pt x="2344" y="689"/>
                </a:lnTo>
                <a:lnTo>
                  <a:pt x="2342" y="689"/>
                </a:lnTo>
                <a:lnTo>
                  <a:pt x="2341" y="690"/>
                </a:lnTo>
                <a:lnTo>
                  <a:pt x="2340" y="690"/>
                </a:lnTo>
                <a:lnTo>
                  <a:pt x="2339" y="690"/>
                </a:lnTo>
                <a:lnTo>
                  <a:pt x="2338" y="690"/>
                </a:lnTo>
                <a:lnTo>
                  <a:pt x="2337" y="690"/>
                </a:lnTo>
                <a:lnTo>
                  <a:pt x="2337" y="691"/>
                </a:lnTo>
                <a:lnTo>
                  <a:pt x="2336" y="691"/>
                </a:lnTo>
                <a:lnTo>
                  <a:pt x="2335" y="690"/>
                </a:lnTo>
                <a:lnTo>
                  <a:pt x="2335" y="689"/>
                </a:lnTo>
                <a:lnTo>
                  <a:pt x="2335" y="688"/>
                </a:lnTo>
                <a:lnTo>
                  <a:pt x="2334" y="688"/>
                </a:lnTo>
                <a:lnTo>
                  <a:pt x="2332" y="689"/>
                </a:lnTo>
                <a:lnTo>
                  <a:pt x="2332" y="690"/>
                </a:lnTo>
                <a:lnTo>
                  <a:pt x="2333" y="691"/>
                </a:lnTo>
                <a:lnTo>
                  <a:pt x="2333" y="692"/>
                </a:lnTo>
                <a:lnTo>
                  <a:pt x="2333" y="693"/>
                </a:lnTo>
                <a:lnTo>
                  <a:pt x="2330" y="693"/>
                </a:lnTo>
                <a:lnTo>
                  <a:pt x="2329" y="693"/>
                </a:lnTo>
                <a:lnTo>
                  <a:pt x="2328" y="693"/>
                </a:lnTo>
                <a:lnTo>
                  <a:pt x="2328" y="694"/>
                </a:lnTo>
                <a:lnTo>
                  <a:pt x="2329" y="696"/>
                </a:lnTo>
                <a:lnTo>
                  <a:pt x="2329" y="697"/>
                </a:lnTo>
                <a:lnTo>
                  <a:pt x="2329" y="698"/>
                </a:lnTo>
                <a:lnTo>
                  <a:pt x="2329" y="704"/>
                </a:lnTo>
                <a:lnTo>
                  <a:pt x="2329" y="705"/>
                </a:lnTo>
                <a:lnTo>
                  <a:pt x="2329" y="706"/>
                </a:lnTo>
                <a:lnTo>
                  <a:pt x="2329" y="707"/>
                </a:lnTo>
                <a:lnTo>
                  <a:pt x="2336" y="717"/>
                </a:lnTo>
                <a:lnTo>
                  <a:pt x="2340" y="720"/>
                </a:lnTo>
                <a:lnTo>
                  <a:pt x="2340" y="721"/>
                </a:lnTo>
                <a:lnTo>
                  <a:pt x="2341" y="721"/>
                </a:lnTo>
                <a:lnTo>
                  <a:pt x="2344" y="726"/>
                </a:lnTo>
                <a:lnTo>
                  <a:pt x="2343" y="727"/>
                </a:lnTo>
                <a:lnTo>
                  <a:pt x="2341" y="728"/>
                </a:lnTo>
                <a:lnTo>
                  <a:pt x="2340" y="730"/>
                </a:lnTo>
                <a:lnTo>
                  <a:pt x="2340" y="733"/>
                </a:lnTo>
                <a:lnTo>
                  <a:pt x="2339" y="734"/>
                </a:lnTo>
                <a:lnTo>
                  <a:pt x="2337" y="734"/>
                </a:lnTo>
                <a:lnTo>
                  <a:pt x="2337" y="735"/>
                </a:lnTo>
                <a:lnTo>
                  <a:pt x="2338" y="739"/>
                </a:lnTo>
                <a:lnTo>
                  <a:pt x="2334" y="739"/>
                </a:lnTo>
                <a:lnTo>
                  <a:pt x="2332" y="742"/>
                </a:lnTo>
                <a:lnTo>
                  <a:pt x="2329" y="742"/>
                </a:lnTo>
                <a:lnTo>
                  <a:pt x="2324" y="743"/>
                </a:lnTo>
                <a:lnTo>
                  <a:pt x="2309" y="744"/>
                </a:lnTo>
                <a:lnTo>
                  <a:pt x="2313" y="761"/>
                </a:lnTo>
                <a:lnTo>
                  <a:pt x="2312" y="761"/>
                </a:lnTo>
                <a:lnTo>
                  <a:pt x="2312" y="762"/>
                </a:lnTo>
                <a:lnTo>
                  <a:pt x="2312" y="763"/>
                </a:lnTo>
                <a:lnTo>
                  <a:pt x="2312" y="764"/>
                </a:lnTo>
                <a:lnTo>
                  <a:pt x="2311" y="764"/>
                </a:lnTo>
                <a:lnTo>
                  <a:pt x="2310" y="767"/>
                </a:lnTo>
                <a:lnTo>
                  <a:pt x="2308" y="767"/>
                </a:lnTo>
                <a:lnTo>
                  <a:pt x="2307" y="767"/>
                </a:lnTo>
                <a:lnTo>
                  <a:pt x="2307" y="768"/>
                </a:lnTo>
                <a:lnTo>
                  <a:pt x="2306" y="768"/>
                </a:lnTo>
                <a:lnTo>
                  <a:pt x="2306" y="769"/>
                </a:lnTo>
                <a:lnTo>
                  <a:pt x="2306" y="770"/>
                </a:lnTo>
                <a:lnTo>
                  <a:pt x="2307" y="771"/>
                </a:lnTo>
                <a:lnTo>
                  <a:pt x="2307" y="772"/>
                </a:lnTo>
                <a:lnTo>
                  <a:pt x="2308" y="773"/>
                </a:lnTo>
                <a:lnTo>
                  <a:pt x="2308" y="774"/>
                </a:lnTo>
                <a:lnTo>
                  <a:pt x="2309" y="774"/>
                </a:lnTo>
                <a:lnTo>
                  <a:pt x="2309" y="775"/>
                </a:lnTo>
                <a:lnTo>
                  <a:pt x="2309" y="776"/>
                </a:lnTo>
                <a:lnTo>
                  <a:pt x="2308" y="777"/>
                </a:lnTo>
                <a:lnTo>
                  <a:pt x="2307" y="777"/>
                </a:lnTo>
                <a:lnTo>
                  <a:pt x="2307" y="778"/>
                </a:lnTo>
                <a:lnTo>
                  <a:pt x="2306" y="778"/>
                </a:lnTo>
                <a:lnTo>
                  <a:pt x="2306" y="779"/>
                </a:lnTo>
                <a:lnTo>
                  <a:pt x="2305" y="779"/>
                </a:lnTo>
                <a:lnTo>
                  <a:pt x="2306" y="779"/>
                </a:lnTo>
                <a:lnTo>
                  <a:pt x="2306" y="780"/>
                </a:lnTo>
                <a:lnTo>
                  <a:pt x="2305" y="780"/>
                </a:lnTo>
                <a:lnTo>
                  <a:pt x="2305" y="781"/>
                </a:lnTo>
                <a:lnTo>
                  <a:pt x="2305" y="782"/>
                </a:lnTo>
                <a:lnTo>
                  <a:pt x="2301" y="782"/>
                </a:lnTo>
                <a:lnTo>
                  <a:pt x="2298" y="782"/>
                </a:lnTo>
                <a:lnTo>
                  <a:pt x="2298" y="781"/>
                </a:lnTo>
                <a:lnTo>
                  <a:pt x="2298" y="780"/>
                </a:lnTo>
                <a:lnTo>
                  <a:pt x="2298" y="779"/>
                </a:lnTo>
                <a:lnTo>
                  <a:pt x="2296" y="779"/>
                </a:lnTo>
                <a:lnTo>
                  <a:pt x="2296" y="778"/>
                </a:lnTo>
                <a:lnTo>
                  <a:pt x="2296" y="777"/>
                </a:lnTo>
                <a:lnTo>
                  <a:pt x="2296" y="776"/>
                </a:lnTo>
                <a:lnTo>
                  <a:pt x="2296" y="775"/>
                </a:lnTo>
                <a:lnTo>
                  <a:pt x="2293" y="775"/>
                </a:lnTo>
                <a:lnTo>
                  <a:pt x="2292" y="775"/>
                </a:lnTo>
                <a:lnTo>
                  <a:pt x="2290" y="773"/>
                </a:lnTo>
                <a:lnTo>
                  <a:pt x="2289" y="772"/>
                </a:lnTo>
                <a:lnTo>
                  <a:pt x="2289" y="771"/>
                </a:lnTo>
                <a:lnTo>
                  <a:pt x="2289" y="770"/>
                </a:lnTo>
                <a:lnTo>
                  <a:pt x="2288" y="770"/>
                </a:lnTo>
                <a:lnTo>
                  <a:pt x="2287" y="770"/>
                </a:lnTo>
                <a:lnTo>
                  <a:pt x="2287" y="771"/>
                </a:lnTo>
                <a:lnTo>
                  <a:pt x="2286" y="772"/>
                </a:lnTo>
                <a:lnTo>
                  <a:pt x="2285" y="774"/>
                </a:lnTo>
                <a:lnTo>
                  <a:pt x="2284" y="774"/>
                </a:lnTo>
                <a:lnTo>
                  <a:pt x="2283" y="774"/>
                </a:lnTo>
                <a:lnTo>
                  <a:pt x="2283" y="773"/>
                </a:lnTo>
                <a:lnTo>
                  <a:pt x="2283" y="772"/>
                </a:lnTo>
                <a:lnTo>
                  <a:pt x="2283" y="771"/>
                </a:lnTo>
                <a:lnTo>
                  <a:pt x="2283" y="770"/>
                </a:lnTo>
                <a:lnTo>
                  <a:pt x="2283" y="769"/>
                </a:lnTo>
                <a:lnTo>
                  <a:pt x="2283" y="768"/>
                </a:lnTo>
                <a:lnTo>
                  <a:pt x="2283" y="767"/>
                </a:lnTo>
                <a:lnTo>
                  <a:pt x="2282" y="766"/>
                </a:lnTo>
                <a:lnTo>
                  <a:pt x="2281" y="765"/>
                </a:lnTo>
                <a:lnTo>
                  <a:pt x="2281" y="764"/>
                </a:lnTo>
                <a:lnTo>
                  <a:pt x="2280" y="763"/>
                </a:lnTo>
                <a:lnTo>
                  <a:pt x="2278" y="760"/>
                </a:lnTo>
                <a:lnTo>
                  <a:pt x="2272" y="760"/>
                </a:lnTo>
                <a:lnTo>
                  <a:pt x="2271" y="760"/>
                </a:lnTo>
                <a:lnTo>
                  <a:pt x="2270" y="760"/>
                </a:lnTo>
                <a:lnTo>
                  <a:pt x="2270" y="762"/>
                </a:lnTo>
                <a:lnTo>
                  <a:pt x="2270" y="763"/>
                </a:lnTo>
                <a:lnTo>
                  <a:pt x="2271" y="766"/>
                </a:lnTo>
                <a:lnTo>
                  <a:pt x="2271" y="767"/>
                </a:lnTo>
                <a:lnTo>
                  <a:pt x="2270" y="767"/>
                </a:lnTo>
                <a:lnTo>
                  <a:pt x="2269" y="766"/>
                </a:lnTo>
                <a:lnTo>
                  <a:pt x="2268" y="766"/>
                </a:lnTo>
                <a:lnTo>
                  <a:pt x="2268" y="767"/>
                </a:lnTo>
                <a:lnTo>
                  <a:pt x="2267" y="767"/>
                </a:lnTo>
                <a:lnTo>
                  <a:pt x="2267" y="768"/>
                </a:lnTo>
                <a:lnTo>
                  <a:pt x="2267" y="769"/>
                </a:lnTo>
                <a:lnTo>
                  <a:pt x="2266" y="769"/>
                </a:lnTo>
                <a:lnTo>
                  <a:pt x="2265" y="769"/>
                </a:lnTo>
                <a:lnTo>
                  <a:pt x="2265" y="770"/>
                </a:lnTo>
                <a:lnTo>
                  <a:pt x="2266" y="770"/>
                </a:lnTo>
                <a:lnTo>
                  <a:pt x="2265" y="770"/>
                </a:lnTo>
                <a:lnTo>
                  <a:pt x="2265" y="771"/>
                </a:lnTo>
                <a:lnTo>
                  <a:pt x="2264" y="771"/>
                </a:lnTo>
                <a:lnTo>
                  <a:pt x="2263" y="772"/>
                </a:lnTo>
                <a:lnTo>
                  <a:pt x="2264" y="772"/>
                </a:lnTo>
                <a:lnTo>
                  <a:pt x="2263" y="772"/>
                </a:lnTo>
                <a:lnTo>
                  <a:pt x="2262" y="772"/>
                </a:lnTo>
                <a:lnTo>
                  <a:pt x="2262" y="773"/>
                </a:lnTo>
                <a:lnTo>
                  <a:pt x="2261" y="773"/>
                </a:lnTo>
                <a:lnTo>
                  <a:pt x="2261" y="772"/>
                </a:lnTo>
                <a:lnTo>
                  <a:pt x="2260" y="772"/>
                </a:lnTo>
                <a:lnTo>
                  <a:pt x="2260" y="771"/>
                </a:lnTo>
                <a:lnTo>
                  <a:pt x="2260" y="770"/>
                </a:lnTo>
                <a:lnTo>
                  <a:pt x="2260" y="769"/>
                </a:lnTo>
                <a:lnTo>
                  <a:pt x="2259" y="769"/>
                </a:lnTo>
                <a:lnTo>
                  <a:pt x="2258" y="769"/>
                </a:lnTo>
                <a:lnTo>
                  <a:pt x="2257" y="769"/>
                </a:lnTo>
                <a:lnTo>
                  <a:pt x="2258" y="768"/>
                </a:lnTo>
                <a:lnTo>
                  <a:pt x="2257" y="768"/>
                </a:lnTo>
                <a:lnTo>
                  <a:pt x="2257" y="767"/>
                </a:lnTo>
                <a:lnTo>
                  <a:pt x="2256" y="767"/>
                </a:lnTo>
                <a:lnTo>
                  <a:pt x="2255" y="767"/>
                </a:lnTo>
                <a:lnTo>
                  <a:pt x="2255" y="766"/>
                </a:lnTo>
                <a:lnTo>
                  <a:pt x="2254" y="766"/>
                </a:lnTo>
                <a:lnTo>
                  <a:pt x="2253" y="766"/>
                </a:lnTo>
                <a:lnTo>
                  <a:pt x="2252" y="766"/>
                </a:lnTo>
                <a:lnTo>
                  <a:pt x="2252" y="765"/>
                </a:lnTo>
                <a:lnTo>
                  <a:pt x="2251" y="766"/>
                </a:lnTo>
                <a:lnTo>
                  <a:pt x="2251" y="765"/>
                </a:lnTo>
                <a:lnTo>
                  <a:pt x="2250" y="765"/>
                </a:lnTo>
                <a:lnTo>
                  <a:pt x="2249" y="765"/>
                </a:lnTo>
                <a:lnTo>
                  <a:pt x="2248" y="765"/>
                </a:lnTo>
                <a:lnTo>
                  <a:pt x="2247" y="764"/>
                </a:lnTo>
                <a:lnTo>
                  <a:pt x="2246" y="764"/>
                </a:lnTo>
                <a:lnTo>
                  <a:pt x="2246" y="763"/>
                </a:lnTo>
                <a:lnTo>
                  <a:pt x="2245" y="762"/>
                </a:lnTo>
                <a:lnTo>
                  <a:pt x="2245" y="761"/>
                </a:lnTo>
                <a:lnTo>
                  <a:pt x="2246" y="761"/>
                </a:lnTo>
                <a:lnTo>
                  <a:pt x="2245" y="760"/>
                </a:lnTo>
                <a:lnTo>
                  <a:pt x="2244" y="759"/>
                </a:lnTo>
                <a:lnTo>
                  <a:pt x="2243" y="759"/>
                </a:lnTo>
                <a:lnTo>
                  <a:pt x="2243" y="758"/>
                </a:lnTo>
                <a:lnTo>
                  <a:pt x="2242" y="758"/>
                </a:lnTo>
                <a:lnTo>
                  <a:pt x="2241" y="757"/>
                </a:lnTo>
                <a:lnTo>
                  <a:pt x="2242" y="756"/>
                </a:lnTo>
                <a:lnTo>
                  <a:pt x="2241" y="756"/>
                </a:lnTo>
                <a:lnTo>
                  <a:pt x="2240" y="756"/>
                </a:lnTo>
                <a:lnTo>
                  <a:pt x="2239" y="756"/>
                </a:lnTo>
                <a:lnTo>
                  <a:pt x="2239" y="755"/>
                </a:lnTo>
                <a:lnTo>
                  <a:pt x="2238" y="755"/>
                </a:lnTo>
                <a:lnTo>
                  <a:pt x="2239" y="755"/>
                </a:lnTo>
                <a:lnTo>
                  <a:pt x="2239" y="754"/>
                </a:lnTo>
                <a:lnTo>
                  <a:pt x="2238" y="754"/>
                </a:lnTo>
                <a:lnTo>
                  <a:pt x="2237" y="754"/>
                </a:lnTo>
                <a:lnTo>
                  <a:pt x="2237" y="755"/>
                </a:lnTo>
                <a:lnTo>
                  <a:pt x="2237" y="754"/>
                </a:lnTo>
                <a:lnTo>
                  <a:pt x="2236" y="754"/>
                </a:lnTo>
                <a:lnTo>
                  <a:pt x="2235" y="754"/>
                </a:lnTo>
                <a:lnTo>
                  <a:pt x="2234" y="754"/>
                </a:lnTo>
                <a:lnTo>
                  <a:pt x="2234" y="753"/>
                </a:lnTo>
                <a:lnTo>
                  <a:pt x="2232" y="753"/>
                </a:lnTo>
                <a:lnTo>
                  <a:pt x="2231" y="753"/>
                </a:lnTo>
                <a:lnTo>
                  <a:pt x="2231" y="752"/>
                </a:lnTo>
                <a:lnTo>
                  <a:pt x="2231" y="751"/>
                </a:lnTo>
                <a:lnTo>
                  <a:pt x="2230" y="751"/>
                </a:lnTo>
                <a:lnTo>
                  <a:pt x="2228" y="751"/>
                </a:lnTo>
                <a:lnTo>
                  <a:pt x="2228" y="752"/>
                </a:lnTo>
                <a:lnTo>
                  <a:pt x="2227" y="752"/>
                </a:lnTo>
                <a:lnTo>
                  <a:pt x="2226" y="752"/>
                </a:lnTo>
                <a:lnTo>
                  <a:pt x="2226" y="751"/>
                </a:lnTo>
                <a:lnTo>
                  <a:pt x="2224" y="751"/>
                </a:lnTo>
                <a:lnTo>
                  <a:pt x="2223" y="750"/>
                </a:lnTo>
                <a:lnTo>
                  <a:pt x="2223" y="749"/>
                </a:lnTo>
                <a:lnTo>
                  <a:pt x="2221" y="749"/>
                </a:lnTo>
                <a:lnTo>
                  <a:pt x="2220" y="749"/>
                </a:lnTo>
                <a:lnTo>
                  <a:pt x="2220" y="750"/>
                </a:lnTo>
                <a:lnTo>
                  <a:pt x="2219" y="750"/>
                </a:lnTo>
                <a:lnTo>
                  <a:pt x="2219" y="751"/>
                </a:lnTo>
                <a:lnTo>
                  <a:pt x="2218" y="751"/>
                </a:lnTo>
                <a:lnTo>
                  <a:pt x="2217" y="751"/>
                </a:lnTo>
                <a:lnTo>
                  <a:pt x="2216" y="752"/>
                </a:lnTo>
                <a:lnTo>
                  <a:pt x="2215" y="752"/>
                </a:lnTo>
                <a:lnTo>
                  <a:pt x="2215" y="753"/>
                </a:lnTo>
                <a:lnTo>
                  <a:pt x="2216" y="753"/>
                </a:lnTo>
                <a:lnTo>
                  <a:pt x="2217" y="753"/>
                </a:lnTo>
                <a:lnTo>
                  <a:pt x="2218" y="754"/>
                </a:lnTo>
                <a:lnTo>
                  <a:pt x="2219" y="755"/>
                </a:lnTo>
                <a:lnTo>
                  <a:pt x="2220" y="756"/>
                </a:lnTo>
                <a:lnTo>
                  <a:pt x="2219" y="756"/>
                </a:lnTo>
                <a:lnTo>
                  <a:pt x="2220" y="757"/>
                </a:lnTo>
                <a:lnTo>
                  <a:pt x="2219" y="757"/>
                </a:lnTo>
                <a:lnTo>
                  <a:pt x="2219" y="758"/>
                </a:lnTo>
                <a:lnTo>
                  <a:pt x="2220" y="758"/>
                </a:lnTo>
                <a:lnTo>
                  <a:pt x="2220" y="759"/>
                </a:lnTo>
                <a:lnTo>
                  <a:pt x="2220" y="760"/>
                </a:lnTo>
                <a:lnTo>
                  <a:pt x="2221" y="760"/>
                </a:lnTo>
                <a:lnTo>
                  <a:pt x="2220" y="761"/>
                </a:lnTo>
                <a:lnTo>
                  <a:pt x="2220" y="762"/>
                </a:lnTo>
                <a:lnTo>
                  <a:pt x="2219" y="762"/>
                </a:lnTo>
                <a:lnTo>
                  <a:pt x="2220" y="762"/>
                </a:lnTo>
                <a:lnTo>
                  <a:pt x="2220" y="763"/>
                </a:lnTo>
                <a:lnTo>
                  <a:pt x="2219" y="763"/>
                </a:lnTo>
                <a:lnTo>
                  <a:pt x="2220" y="763"/>
                </a:lnTo>
                <a:lnTo>
                  <a:pt x="2220" y="764"/>
                </a:lnTo>
                <a:lnTo>
                  <a:pt x="2220" y="765"/>
                </a:lnTo>
                <a:lnTo>
                  <a:pt x="2219" y="765"/>
                </a:lnTo>
                <a:lnTo>
                  <a:pt x="2218" y="765"/>
                </a:lnTo>
                <a:lnTo>
                  <a:pt x="2218" y="766"/>
                </a:lnTo>
                <a:lnTo>
                  <a:pt x="2218" y="767"/>
                </a:lnTo>
                <a:lnTo>
                  <a:pt x="2217" y="767"/>
                </a:lnTo>
                <a:lnTo>
                  <a:pt x="2216" y="768"/>
                </a:lnTo>
                <a:lnTo>
                  <a:pt x="2216" y="769"/>
                </a:lnTo>
                <a:lnTo>
                  <a:pt x="2216" y="770"/>
                </a:lnTo>
                <a:lnTo>
                  <a:pt x="2215" y="771"/>
                </a:lnTo>
                <a:lnTo>
                  <a:pt x="2215" y="770"/>
                </a:lnTo>
                <a:lnTo>
                  <a:pt x="2215" y="771"/>
                </a:lnTo>
                <a:lnTo>
                  <a:pt x="2215" y="772"/>
                </a:lnTo>
                <a:lnTo>
                  <a:pt x="2214" y="772"/>
                </a:lnTo>
                <a:lnTo>
                  <a:pt x="2215" y="772"/>
                </a:lnTo>
                <a:lnTo>
                  <a:pt x="2215" y="773"/>
                </a:lnTo>
                <a:lnTo>
                  <a:pt x="2214" y="773"/>
                </a:lnTo>
                <a:lnTo>
                  <a:pt x="2213" y="774"/>
                </a:lnTo>
                <a:lnTo>
                  <a:pt x="2212" y="773"/>
                </a:lnTo>
                <a:lnTo>
                  <a:pt x="2213" y="773"/>
                </a:lnTo>
                <a:lnTo>
                  <a:pt x="2212" y="773"/>
                </a:lnTo>
                <a:lnTo>
                  <a:pt x="2212" y="774"/>
                </a:lnTo>
                <a:lnTo>
                  <a:pt x="2211" y="774"/>
                </a:lnTo>
                <a:lnTo>
                  <a:pt x="2211" y="775"/>
                </a:lnTo>
                <a:lnTo>
                  <a:pt x="2210" y="775"/>
                </a:lnTo>
                <a:lnTo>
                  <a:pt x="2209" y="775"/>
                </a:lnTo>
                <a:lnTo>
                  <a:pt x="2209" y="776"/>
                </a:lnTo>
                <a:lnTo>
                  <a:pt x="2210" y="776"/>
                </a:lnTo>
                <a:lnTo>
                  <a:pt x="2209" y="776"/>
                </a:lnTo>
                <a:lnTo>
                  <a:pt x="2208" y="776"/>
                </a:lnTo>
                <a:lnTo>
                  <a:pt x="2208" y="775"/>
                </a:lnTo>
                <a:lnTo>
                  <a:pt x="2207" y="775"/>
                </a:lnTo>
                <a:lnTo>
                  <a:pt x="2207" y="776"/>
                </a:lnTo>
                <a:lnTo>
                  <a:pt x="2207" y="775"/>
                </a:lnTo>
                <a:lnTo>
                  <a:pt x="2206" y="775"/>
                </a:lnTo>
                <a:lnTo>
                  <a:pt x="2206" y="776"/>
                </a:lnTo>
                <a:lnTo>
                  <a:pt x="2205" y="777"/>
                </a:lnTo>
                <a:lnTo>
                  <a:pt x="2205" y="778"/>
                </a:lnTo>
                <a:lnTo>
                  <a:pt x="2206" y="778"/>
                </a:lnTo>
                <a:lnTo>
                  <a:pt x="2207" y="779"/>
                </a:lnTo>
                <a:lnTo>
                  <a:pt x="2207" y="780"/>
                </a:lnTo>
                <a:lnTo>
                  <a:pt x="2208" y="780"/>
                </a:lnTo>
                <a:lnTo>
                  <a:pt x="2209" y="781"/>
                </a:lnTo>
                <a:lnTo>
                  <a:pt x="2211" y="782"/>
                </a:lnTo>
                <a:lnTo>
                  <a:pt x="2213" y="783"/>
                </a:lnTo>
                <a:lnTo>
                  <a:pt x="2214" y="783"/>
                </a:lnTo>
                <a:lnTo>
                  <a:pt x="2215" y="783"/>
                </a:lnTo>
                <a:lnTo>
                  <a:pt x="2216" y="783"/>
                </a:lnTo>
                <a:lnTo>
                  <a:pt x="2217" y="783"/>
                </a:lnTo>
                <a:lnTo>
                  <a:pt x="2219" y="784"/>
                </a:lnTo>
                <a:lnTo>
                  <a:pt x="2220" y="784"/>
                </a:lnTo>
                <a:lnTo>
                  <a:pt x="2220" y="783"/>
                </a:lnTo>
                <a:lnTo>
                  <a:pt x="2220" y="782"/>
                </a:lnTo>
                <a:lnTo>
                  <a:pt x="2221" y="782"/>
                </a:lnTo>
                <a:lnTo>
                  <a:pt x="2222" y="781"/>
                </a:lnTo>
                <a:lnTo>
                  <a:pt x="2223" y="781"/>
                </a:lnTo>
                <a:lnTo>
                  <a:pt x="2224" y="781"/>
                </a:lnTo>
                <a:lnTo>
                  <a:pt x="2227" y="781"/>
                </a:lnTo>
                <a:lnTo>
                  <a:pt x="2228" y="781"/>
                </a:lnTo>
                <a:lnTo>
                  <a:pt x="2229" y="781"/>
                </a:lnTo>
                <a:lnTo>
                  <a:pt x="2230" y="781"/>
                </a:lnTo>
                <a:lnTo>
                  <a:pt x="2231" y="781"/>
                </a:lnTo>
                <a:lnTo>
                  <a:pt x="2232" y="781"/>
                </a:lnTo>
                <a:lnTo>
                  <a:pt x="2233" y="781"/>
                </a:lnTo>
                <a:lnTo>
                  <a:pt x="2235" y="783"/>
                </a:lnTo>
                <a:lnTo>
                  <a:pt x="2236" y="784"/>
                </a:lnTo>
                <a:lnTo>
                  <a:pt x="2237" y="787"/>
                </a:lnTo>
                <a:lnTo>
                  <a:pt x="2237" y="789"/>
                </a:lnTo>
                <a:lnTo>
                  <a:pt x="2238" y="789"/>
                </a:lnTo>
                <a:lnTo>
                  <a:pt x="2238" y="790"/>
                </a:lnTo>
                <a:lnTo>
                  <a:pt x="2237" y="792"/>
                </a:lnTo>
                <a:lnTo>
                  <a:pt x="2238" y="793"/>
                </a:lnTo>
                <a:lnTo>
                  <a:pt x="2236" y="793"/>
                </a:lnTo>
                <a:lnTo>
                  <a:pt x="2235" y="793"/>
                </a:lnTo>
                <a:lnTo>
                  <a:pt x="2235" y="794"/>
                </a:lnTo>
                <a:lnTo>
                  <a:pt x="2235" y="795"/>
                </a:lnTo>
                <a:lnTo>
                  <a:pt x="2235" y="796"/>
                </a:lnTo>
                <a:lnTo>
                  <a:pt x="2236" y="796"/>
                </a:lnTo>
                <a:lnTo>
                  <a:pt x="2236" y="797"/>
                </a:lnTo>
                <a:lnTo>
                  <a:pt x="2237" y="798"/>
                </a:lnTo>
                <a:lnTo>
                  <a:pt x="2237" y="799"/>
                </a:lnTo>
                <a:lnTo>
                  <a:pt x="2238" y="800"/>
                </a:lnTo>
                <a:lnTo>
                  <a:pt x="2238" y="802"/>
                </a:lnTo>
                <a:lnTo>
                  <a:pt x="2238" y="803"/>
                </a:lnTo>
                <a:lnTo>
                  <a:pt x="2239" y="803"/>
                </a:lnTo>
                <a:lnTo>
                  <a:pt x="2240" y="804"/>
                </a:lnTo>
                <a:lnTo>
                  <a:pt x="2241" y="804"/>
                </a:lnTo>
                <a:lnTo>
                  <a:pt x="2244" y="806"/>
                </a:lnTo>
                <a:lnTo>
                  <a:pt x="2246" y="806"/>
                </a:lnTo>
                <a:lnTo>
                  <a:pt x="2247" y="806"/>
                </a:lnTo>
                <a:lnTo>
                  <a:pt x="2249" y="808"/>
                </a:lnTo>
                <a:lnTo>
                  <a:pt x="2251" y="808"/>
                </a:lnTo>
                <a:lnTo>
                  <a:pt x="2252" y="808"/>
                </a:lnTo>
                <a:lnTo>
                  <a:pt x="2253" y="809"/>
                </a:lnTo>
                <a:lnTo>
                  <a:pt x="2254" y="812"/>
                </a:lnTo>
                <a:lnTo>
                  <a:pt x="2252" y="815"/>
                </a:lnTo>
                <a:lnTo>
                  <a:pt x="2251" y="816"/>
                </a:lnTo>
                <a:lnTo>
                  <a:pt x="2251" y="817"/>
                </a:lnTo>
                <a:lnTo>
                  <a:pt x="2251" y="818"/>
                </a:lnTo>
                <a:lnTo>
                  <a:pt x="2251" y="819"/>
                </a:lnTo>
                <a:lnTo>
                  <a:pt x="2251" y="821"/>
                </a:lnTo>
                <a:lnTo>
                  <a:pt x="2251" y="822"/>
                </a:lnTo>
                <a:lnTo>
                  <a:pt x="2251" y="823"/>
                </a:lnTo>
                <a:lnTo>
                  <a:pt x="2251" y="824"/>
                </a:lnTo>
                <a:lnTo>
                  <a:pt x="2258" y="826"/>
                </a:lnTo>
                <a:lnTo>
                  <a:pt x="2259" y="826"/>
                </a:lnTo>
                <a:lnTo>
                  <a:pt x="2259" y="827"/>
                </a:lnTo>
                <a:lnTo>
                  <a:pt x="2260" y="829"/>
                </a:lnTo>
                <a:lnTo>
                  <a:pt x="2259" y="833"/>
                </a:lnTo>
                <a:lnTo>
                  <a:pt x="2257" y="834"/>
                </a:lnTo>
                <a:lnTo>
                  <a:pt x="2255" y="836"/>
                </a:lnTo>
                <a:lnTo>
                  <a:pt x="2251" y="835"/>
                </a:lnTo>
                <a:lnTo>
                  <a:pt x="2250" y="837"/>
                </a:lnTo>
                <a:lnTo>
                  <a:pt x="2249" y="838"/>
                </a:lnTo>
                <a:lnTo>
                  <a:pt x="2248" y="840"/>
                </a:lnTo>
                <a:lnTo>
                  <a:pt x="2249" y="844"/>
                </a:lnTo>
                <a:lnTo>
                  <a:pt x="2249" y="847"/>
                </a:lnTo>
                <a:lnTo>
                  <a:pt x="2248" y="849"/>
                </a:lnTo>
                <a:lnTo>
                  <a:pt x="2247" y="852"/>
                </a:lnTo>
                <a:lnTo>
                  <a:pt x="2245" y="853"/>
                </a:lnTo>
                <a:lnTo>
                  <a:pt x="2245" y="854"/>
                </a:lnTo>
                <a:lnTo>
                  <a:pt x="2246" y="859"/>
                </a:lnTo>
                <a:lnTo>
                  <a:pt x="2245" y="863"/>
                </a:lnTo>
                <a:lnTo>
                  <a:pt x="2244" y="863"/>
                </a:lnTo>
                <a:lnTo>
                  <a:pt x="2243" y="863"/>
                </a:lnTo>
                <a:lnTo>
                  <a:pt x="2242" y="864"/>
                </a:lnTo>
                <a:lnTo>
                  <a:pt x="2243" y="865"/>
                </a:lnTo>
                <a:lnTo>
                  <a:pt x="2243" y="866"/>
                </a:lnTo>
                <a:lnTo>
                  <a:pt x="2244" y="866"/>
                </a:lnTo>
                <a:lnTo>
                  <a:pt x="2244" y="867"/>
                </a:lnTo>
                <a:lnTo>
                  <a:pt x="2245" y="868"/>
                </a:lnTo>
                <a:lnTo>
                  <a:pt x="2245" y="869"/>
                </a:lnTo>
                <a:lnTo>
                  <a:pt x="2245" y="870"/>
                </a:lnTo>
                <a:lnTo>
                  <a:pt x="2245" y="871"/>
                </a:lnTo>
                <a:lnTo>
                  <a:pt x="2246" y="871"/>
                </a:lnTo>
                <a:lnTo>
                  <a:pt x="2246" y="872"/>
                </a:lnTo>
                <a:lnTo>
                  <a:pt x="2247" y="873"/>
                </a:lnTo>
                <a:lnTo>
                  <a:pt x="2247" y="874"/>
                </a:lnTo>
                <a:lnTo>
                  <a:pt x="2246" y="874"/>
                </a:lnTo>
                <a:lnTo>
                  <a:pt x="2246" y="875"/>
                </a:lnTo>
                <a:lnTo>
                  <a:pt x="2247" y="876"/>
                </a:lnTo>
                <a:lnTo>
                  <a:pt x="2248" y="877"/>
                </a:lnTo>
                <a:lnTo>
                  <a:pt x="2249" y="877"/>
                </a:lnTo>
                <a:lnTo>
                  <a:pt x="2250" y="877"/>
                </a:lnTo>
                <a:lnTo>
                  <a:pt x="2252" y="877"/>
                </a:lnTo>
                <a:lnTo>
                  <a:pt x="2253" y="878"/>
                </a:lnTo>
                <a:lnTo>
                  <a:pt x="2252" y="878"/>
                </a:lnTo>
                <a:lnTo>
                  <a:pt x="2251" y="879"/>
                </a:lnTo>
                <a:lnTo>
                  <a:pt x="2250" y="879"/>
                </a:lnTo>
                <a:lnTo>
                  <a:pt x="2249" y="879"/>
                </a:lnTo>
                <a:lnTo>
                  <a:pt x="2248" y="878"/>
                </a:lnTo>
                <a:lnTo>
                  <a:pt x="2247" y="880"/>
                </a:lnTo>
                <a:lnTo>
                  <a:pt x="2247" y="881"/>
                </a:lnTo>
                <a:lnTo>
                  <a:pt x="2248" y="881"/>
                </a:lnTo>
                <a:lnTo>
                  <a:pt x="2250" y="880"/>
                </a:lnTo>
                <a:lnTo>
                  <a:pt x="2252" y="880"/>
                </a:lnTo>
                <a:lnTo>
                  <a:pt x="2252" y="882"/>
                </a:lnTo>
                <a:lnTo>
                  <a:pt x="2251" y="883"/>
                </a:lnTo>
                <a:lnTo>
                  <a:pt x="2250" y="884"/>
                </a:lnTo>
                <a:lnTo>
                  <a:pt x="2248" y="885"/>
                </a:lnTo>
                <a:lnTo>
                  <a:pt x="2249" y="885"/>
                </a:lnTo>
                <a:lnTo>
                  <a:pt x="2248" y="886"/>
                </a:lnTo>
                <a:lnTo>
                  <a:pt x="2247" y="888"/>
                </a:lnTo>
                <a:lnTo>
                  <a:pt x="2247" y="890"/>
                </a:lnTo>
                <a:lnTo>
                  <a:pt x="2248" y="893"/>
                </a:lnTo>
                <a:lnTo>
                  <a:pt x="2250" y="895"/>
                </a:lnTo>
                <a:lnTo>
                  <a:pt x="2250" y="896"/>
                </a:lnTo>
                <a:lnTo>
                  <a:pt x="2250" y="897"/>
                </a:lnTo>
                <a:lnTo>
                  <a:pt x="2253" y="898"/>
                </a:lnTo>
                <a:lnTo>
                  <a:pt x="2255" y="899"/>
                </a:lnTo>
                <a:lnTo>
                  <a:pt x="2256" y="899"/>
                </a:lnTo>
                <a:lnTo>
                  <a:pt x="2256" y="900"/>
                </a:lnTo>
                <a:lnTo>
                  <a:pt x="2256" y="901"/>
                </a:lnTo>
                <a:lnTo>
                  <a:pt x="2257" y="901"/>
                </a:lnTo>
                <a:lnTo>
                  <a:pt x="2257" y="902"/>
                </a:lnTo>
                <a:lnTo>
                  <a:pt x="2258" y="902"/>
                </a:lnTo>
                <a:lnTo>
                  <a:pt x="2258" y="903"/>
                </a:lnTo>
                <a:lnTo>
                  <a:pt x="2258" y="905"/>
                </a:lnTo>
                <a:lnTo>
                  <a:pt x="2257" y="906"/>
                </a:lnTo>
                <a:lnTo>
                  <a:pt x="2258" y="907"/>
                </a:lnTo>
                <a:lnTo>
                  <a:pt x="2260" y="908"/>
                </a:lnTo>
                <a:lnTo>
                  <a:pt x="2261" y="908"/>
                </a:lnTo>
                <a:lnTo>
                  <a:pt x="2262" y="908"/>
                </a:lnTo>
                <a:lnTo>
                  <a:pt x="2264" y="907"/>
                </a:lnTo>
                <a:lnTo>
                  <a:pt x="2264" y="913"/>
                </a:lnTo>
                <a:lnTo>
                  <a:pt x="2264" y="914"/>
                </a:lnTo>
                <a:lnTo>
                  <a:pt x="2264" y="925"/>
                </a:lnTo>
                <a:lnTo>
                  <a:pt x="2263" y="928"/>
                </a:lnTo>
                <a:lnTo>
                  <a:pt x="2262" y="929"/>
                </a:lnTo>
                <a:lnTo>
                  <a:pt x="2262" y="930"/>
                </a:lnTo>
                <a:lnTo>
                  <a:pt x="2265" y="932"/>
                </a:lnTo>
                <a:lnTo>
                  <a:pt x="2266" y="932"/>
                </a:lnTo>
                <a:lnTo>
                  <a:pt x="2267" y="933"/>
                </a:lnTo>
                <a:lnTo>
                  <a:pt x="2268" y="932"/>
                </a:lnTo>
                <a:lnTo>
                  <a:pt x="2271" y="932"/>
                </a:lnTo>
                <a:lnTo>
                  <a:pt x="2281" y="932"/>
                </a:lnTo>
                <a:lnTo>
                  <a:pt x="2282" y="932"/>
                </a:lnTo>
                <a:lnTo>
                  <a:pt x="2284" y="931"/>
                </a:lnTo>
                <a:lnTo>
                  <a:pt x="2286" y="930"/>
                </a:lnTo>
                <a:lnTo>
                  <a:pt x="2288" y="930"/>
                </a:lnTo>
                <a:lnTo>
                  <a:pt x="2290" y="929"/>
                </a:lnTo>
                <a:lnTo>
                  <a:pt x="2292" y="929"/>
                </a:lnTo>
                <a:lnTo>
                  <a:pt x="2292" y="928"/>
                </a:lnTo>
                <a:lnTo>
                  <a:pt x="2296" y="927"/>
                </a:lnTo>
                <a:lnTo>
                  <a:pt x="2299" y="927"/>
                </a:lnTo>
                <a:lnTo>
                  <a:pt x="2300" y="926"/>
                </a:lnTo>
                <a:lnTo>
                  <a:pt x="2300" y="925"/>
                </a:lnTo>
                <a:lnTo>
                  <a:pt x="2301" y="924"/>
                </a:lnTo>
                <a:lnTo>
                  <a:pt x="2302" y="923"/>
                </a:lnTo>
                <a:lnTo>
                  <a:pt x="2303" y="921"/>
                </a:lnTo>
                <a:lnTo>
                  <a:pt x="2305" y="920"/>
                </a:lnTo>
                <a:lnTo>
                  <a:pt x="2305" y="919"/>
                </a:lnTo>
                <a:lnTo>
                  <a:pt x="2306" y="919"/>
                </a:lnTo>
                <a:lnTo>
                  <a:pt x="2308" y="918"/>
                </a:lnTo>
                <a:lnTo>
                  <a:pt x="2315" y="916"/>
                </a:lnTo>
                <a:lnTo>
                  <a:pt x="2316" y="915"/>
                </a:lnTo>
                <a:lnTo>
                  <a:pt x="2317" y="915"/>
                </a:lnTo>
                <a:lnTo>
                  <a:pt x="2318" y="914"/>
                </a:lnTo>
                <a:lnTo>
                  <a:pt x="2320" y="913"/>
                </a:lnTo>
                <a:lnTo>
                  <a:pt x="2321" y="912"/>
                </a:lnTo>
                <a:lnTo>
                  <a:pt x="2323" y="911"/>
                </a:lnTo>
                <a:lnTo>
                  <a:pt x="2325" y="910"/>
                </a:lnTo>
                <a:lnTo>
                  <a:pt x="2325" y="909"/>
                </a:lnTo>
                <a:lnTo>
                  <a:pt x="2327" y="908"/>
                </a:lnTo>
                <a:lnTo>
                  <a:pt x="2328" y="908"/>
                </a:lnTo>
                <a:lnTo>
                  <a:pt x="2328" y="907"/>
                </a:lnTo>
                <a:lnTo>
                  <a:pt x="2329" y="907"/>
                </a:lnTo>
                <a:lnTo>
                  <a:pt x="2330" y="906"/>
                </a:lnTo>
                <a:lnTo>
                  <a:pt x="2332" y="905"/>
                </a:lnTo>
                <a:lnTo>
                  <a:pt x="2334" y="905"/>
                </a:lnTo>
                <a:lnTo>
                  <a:pt x="2335" y="905"/>
                </a:lnTo>
                <a:lnTo>
                  <a:pt x="2336" y="904"/>
                </a:lnTo>
                <a:lnTo>
                  <a:pt x="2338" y="904"/>
                </a:lnTo>
                <a:lnTo>
                  <a:pt x="2339" y="904"/>
                </a:lnTo>
                <a:lnTo>
                  <a:pt x="2340" y="905"/>
                </a:lnTo>
                <a:lnTo>
                  <a:pt x="2340" y="906"/>
                </a:lnTo>
                <a:lnTo>
                  <a:pt x="2340" y="907"/>
                </a:lnTo>
                <a:lnTo>
                  <a:pt x="2339" y="908"/>
                </a:lnTo>
                <a:lnTo>
                  <a:pt x="2340" y="908"/>
                </a:lnTo>
                <a:lnTo>
                  <a:pt x="2340" y="909"/>
                </a:lnTo>
                <a:lnTo>
                  <a:pt x="2340" y="910"/>
                </a:lnTo>
                <a:lnTo>
                  <a:pt x="2339" y="910"/>
                </a:lnTo>
                <a:lnTo>
                  <a:pt x="2341" y="913"/>
                </a:lnTo>
                <a:lnTo>
                  <a:pt x="2340" y="914"/>
                </a:lnTo>
                <a:lnTo>
                  <a:pt x="2340" y="915"/>
                </a:lnTo>
                <a:lnTo>
                  <a:pt x="2339" y="915"/>
                </a:lnTo>
                <a:lnTo>
                  <a:pt x="2338" y="915"/>
                </a:lnTo>
                <a:lnTo>
                  <a:pt x="2338" y="916"/>
                </a:lnTo>
                <a:lnTo>
                  <a:pt x="2339" y="916"/>
                </a:lnTo>
                <a:lnTo>
                  <a:pt x="2339" y="919"/>
                </a:lnTo>
                <a:lnTo>
                  <a:pt x="2340" y="919"/>
                </a:lnTo>
                <a:lnTo>
                  <a:pt x="2339" y="919"/>
                </a:lnTo>
                <a:lnTo>
                  <a:pt x="2340" y="919"/>
                </a:lnTo>
                <a:lnTo>
                  <a:pt x="2341" y="919"/>
                </a:lnTo>
                <a:lnTo>
                  <a:pt x="2343" y="921"/>
                </a:lnTo>
                <a:lnTo>
                  <a:pt x="2344" y="921"/>
                </a:lnTo>
                <a:lnTo>
                  <a:pt x="2345" y="921"/>
                </a:lnTo>
                <a:lnTo>
                  <a:pt x="2346" y="921"/>
                </a:lnTo>
                <a:lnTo>
                  <a:pt x="2346" y="922"/>
                </a:lnTo>
                <a:lnTo>
                  <a:pt x="2349" y="926"/>
                </a:lnTo>
                <a:lnTo>
                  <a:pt x="2350" y="926"/>
                </a:lnTo>
                <a:lnTo>
                  <a:pt x="2353" y="931"/>
                </a:lnTo>
                <a:lnTo>
                  <a:pt x="2354" y="935"/>
                </a:lnTo>
                <a:lnTo>
                  <a:pt x="2355" y="935"/>
                </a:lnTo>
                <a:lnTo>
                  <a:pt x="2355" y="936"/>
                </a:lnTo>
                <a:lnTo>
                  <a:pt x="2356" y="937"/>
                </a:lnTo>
                <a:lnTo>
                  <a:pt x="2357" y="938"/>
                </a:lnTo>
                <a:lnTo>
                  <a:pt x="2363" y="940"/>
                </a:lnTo>
                <a:lnTo>
                  <a:pt x="2362" y="941"/>
                </a:lnTo>
                <a:lnTo>
                  <a:pt x="2362" y="942"/>
                </a:lnTo>
                <a:lnTo>
                  <a:pt x="2363" y="942"/>
                </a:lnTo>
                <a:lnTo>
                  <a:pt x="2362" y="942"/>
                </a:lnTo>
                <a:lnTo>
                  <a:pt x="2361" y="942"/>
                </a:lnTo>
                <a:lnTo>
                  <a:pt x="2361" y="943"/>
                </a:lnTo>
                <a:lnTo>
                  <a:pt x="2360" y="943"/>
                </a:lnTo>
                <a:lnTo>
                  <a:pt x="2360" y="944"/>
                </a:lnTo>
                <a:lnTo>
                  <a:pt x="2360" y="945"/>
                </a:lnTo>
                <a:lnTo>
                  <a:pt x="2360" y="946"/>
                </a:lnTo>
                <a:lnTo>
                  <a:pt x="2359" y="946"/>
                </a:lnTo>
                <a:lnTo>
                  <a:pt x="2359" y="947"/>
                </a:lnTo>
                <a:lnTo>
                  <a:pt x="2359" y="948"/>
                </a:lnTo>
                <a:lnTo>
                  <a:pt x="2359" y="947"/>
                </a:lnTo>
                <a:lnTo>
                  <a:pt x="2358" y="947"/>
                </a:lnTo>
                <a:lnTo>
                  <a:pt x="2358" y="948"/>
                </a:lnTo>
                <a:lnTo>
                  <a:pt x="2358" y="949"/>
                </a:lnTo>
                <a:lnTo>
                  <a:pt x="2358" y="950"/>
                </a:lnTo>
                <a:lnTo>
                  <a:pt x="2358" y="951"/>
                </a:lnTo>
                <a:lnTo>
                  <a:pt x="2357" y="951"/>
                </a:lnTo>
                <a:lnTo>
                  <a:pt x="2357" y="952"/>
                </a:lnTo>
                <a:lnTo>
                  <a:pt x="2357" y="953"/>
                </a:lnTo>
                <a:lnTo>
                  <a:pt x="2358" y="953"/>
                </a:lnTo>
                <a:lnTo>
                  <a:pt x="2357" y="953"/>
                </a:lnTo>
                <a:lnTo>
                  <a:pt x="2358" y="953"/>
                </a:lnTo>
                <a:lnTo>
                  <a:pt x="2358" y="954"/>
                </a:lnTo>
                <a:lnTo>
                  <a:pt x="2359" y="954"/>
                </a:lnTo>
                <a:lnTo>
                  <a:pt x="2360" y="955"/>
                </a:lnTo>
                <a:lnTo>
                  <a:pt x="2361" y="955"/>
                </a:lnTo>
                <a:lnTo>
                  <a:pt x="2361" y="956"/>
                </a:lnTo>
                <a:lnTo>
                  <a:pt x="2362" y="956"/>
                </a:lnTo>
                <a:lnTo>
                  <a:pt x="2363" y="958"/>
                </a:lnTo>
                <a:lnTo>
                  <a:pt x="2364" y="959"/>
                </a:lnTo>
                <a:lnTo>
                  <a:pt x="2363" y="959"/>
                </a:lnTo>
                <a:lnTo>
                  <a:pt x="2362" y="959"/>
                </a:lnTo>
                <a:lnTo>
                  <a:pt x="2362" y="960"/>
                </a:lnTo>
                <a:lnTo>
                  <a:pt x="2362" y="961"/>
                </a:lnTo>
                <a:lnTo>
                  <a:pt x="2363" y="961"/>
                </a:lnTo>
                <a:lnTo>
                  <a:pt x="2364" y="962"/>
                </a:lnTo>
                <a:lnTo>
                  <a:pt x="2365" y="963"/>
                </a:lnTo>
                <a:lnTo>
                  <a:pt x="2366" y="964"/>
                </a:lnTo>
                <a:lnTo>
                  <a:pt x="2367" y="965"/>
                </a:lnTo>
                <a:lnTo>
                  <a:pt x="2367" y="966"/>
                </a:lnTo>
                <a:lnTo>
                  <a:pt x="2368" y="967"/>
                </a:lnTo>
                <a:lnTo>
                  <a:pt x="2368" y="968"/>
                </a:lnTo>
                <a:lnTo>
                  <a:pt x="2368" y="969"/>
                </a:lnTo>
                <a:lnTo>
                  <a:pt x="2369" y="969"/>
                </a:lnTo>
                <a:lnTo>
                  <a:pt x="2369" y="970"/>
                </a:lnTo>
                <a:lnTo>
                  <a:pt x="2370" y="971"/>
                </a:lnTo>
                <a:lnTo>
                  <a:pt x="2370" y="973"/>
                </a:lnTo>
                <a:lnTo>
                  <a:pt x="2370" y="975"/>
                </a:lnTo>
                <a:lnTo>
                  <a:pt x="2371" y="975"/>
                </a:lnTo>
                <a:lnTo>
                  <a:pt x="2371" y="976"/>
                </a:lnTo>
                <a:lnTo>
                  <a:pt x="2371" y="977"/>
                </a:lnTo>
                <a:lnTo>
                  <a:pt x="2372" y="978"/>
                </a:lnTo>
                <a:lnTo>
                  <a:pt x="2373" y="979"/>
                </a:lnTo>
                <a:lnTo>
                  <a:pt x="2373" y="980"/>
                </a:lnTo>
                <a:lnTo>
                  <a:pt x="2372" y="981"/>
                </a:lnTo>
                <a:lnTo>
                  <a:pt x="2372" y="982"/>
                </a:lnTo>
                <a:lnTo>
                  <a:pt x="2371" y="983"/>
                </a:lnTo>
                <a:lnTo>
                  <a:pt x="2371" y="984"/>
                </a:lnTo>
                <a:lnTo>
                  <a:pt x="2372" y="984"/>
                </a:lnTo>
                <a:lnTo>
                  <a:pt x="2373" y="984"/>
                </a:lnTo>
                <a:lnTo>
                  <a:pt x="2374" y="986"/>
                </a:lnTo>
                <a:lnTo>
                  <a:pt x="2375" y="986"/>
                </a:lnTo>
                <a:lnTo>
                  <a:pt x="2375" y="987"/>
                </a:lnTo>
                <a:lnTo>
                  <a:pt x="2375" y="988"/>
                </a:lnTo>
                <a:lnTo>
                  <a:pt x="2375" y="989"/>
                </a:lnTo>
                <a:lnTo>
                  <a:pt x="2375" y="990"/>
                </a:lnTo>
                <a:lnTo>
                  <a:pt x="2376" y="991"/>
                </a:lnTo>
                <a:lnTo>
                  <a:pt x="2376" y="992"/>
                </a:lnTo>
                <a:lnTo>
                  <a:pt x="2376" y="993"/>
                </a:lnTo>
                <a:lnTo>
                  <a:pt x="2376" y="994"/>
                </a:lnTo>
                <a:lnTo>
                  <a:pt x="2375" y="994"/>
                </a:lnTo>
                <a:lnTo>
                  <a:pt x="2374" y="995"/>
                </a:lnTo>
                <a:lnTo>
                  <a:pt x="2374" y="996"/>
                </a:lnTo>
                <a:lnTo>
                  <a:pt x="2374" y="997"/>
                </a:lnTo>
                <a:lnTo>
                  <a:pt x="2374" y="998"/>
                </a:lnTo>
                <a:lnTo>
                  <a:pt x="2372" y="998"/>
                </a:lnTo>
                <a:lnTo>
                  <a:pt x="2371" y="998"/>
                </a:lnTo>
                <a:lnTo>
                  <a:pt x="2369" y="999"/>
                </a:lnTo>
                <a:lnTo>
                  <a:pt x="2367" y="997"/>
                </a:lnTo>
                <a:lnTo>
                  <a:pt x="2366" y="997"/>
                </a:lnTo>
                <a:lnTo>
                  <a:pt x="2366" y="996"/>
                </a:lnTo>
                <a:lnTo>
                  <a:pt x="2366" y="997"/>
                </a:lnTo>
                <a:lnTo>
                  <a:pt x="2366" y="998"/>
                </a:lnTo>
                <a:lnTo>
                  <a:pt x="2367" y="999"/>
                </a:lnTo>
                <a:lnTo>
                  <a:pt x="2367" y="1000"/>
                </a:lnTo>
                <a:lnTo>
                  <a:pt x="2368" y="1000"/>
                </a:lnTo>
                <a:lnTo>
                  <a:pt x="2368" y="999"/>
                </a:lnTo>
                <a:lnTo>
                  <a:pt x="2369" y="1001"/>
                </a:lnTo>
                <a:lnTo>
                  <a:pt x="2370" y="1001"/>
                </a:lnTo>
                <a:lnTo>
                  <a:pt x="2369" y="1001"/>
                </a:lnTo>
                <a:lnTo>
                  <a:pt x="2369" y="1002"/>
                </a:lnTo>
                <a:lnTo>
                  <a:pt x="2369" y="1003"/>
                </a:lnTo>
                <a:lnTo>
                  <a:pt x="2368" y="1003"/>
                </a:lnTo>
                <a:lnTo>
                  <a:pt x="2367" y="1002"/>
                </a:lnTo>
                <a:lnTo>
                  <a:pt x="2366" y="1002"/>
                </a:lnTo>
                <a:lnTo>
                  <a:pt x="2365" y="1002"/>
                </a:lnTo>
                <a:lnTo>
                  <a:pt x="2364" y="1001"/>
                </a:lnTo>
                <a:lnTo>
                  <a:pt x="2363" y="1001"/>
                </a:lnTo>
                <a:lnTo>
                  <a:pt x="2360" y="1001"/>
                </a:lnTo>
                <a:lnTo>
                  <a:pt x="2359" y="1001"/>
                </a:lnTo>
                <a:lnTo>
                  <a:pt x="2358" y="1002"/>
                </a:lnTo>
                <a:lnTo>
                  <a:pt x="2357" y="1002"/>
                </a:lnTo>
                <a:lnTo>
                  <a:pt x="2356" y="1002"/>
                </a:lnTo>
                <a:lnTo>
                  <a:pt x="2355" y="1002"/>
                </a:lnTo>
                <a:lnTo>
                  <a:pt x="2356" y="1004"/>
                </a:lnTo>
                <a:lnTo>
                  <a:pt x="2357" y="1005"/>
                </a:lnTo>
                <a:lnTo>
                  <a:pt x="2358" y="1006"/>
                </a:lnTo>
                <a:lnTo>
                  <a:pt x="2357" y="1007"/>
                </a:lnTo>
                <a:lnTo>
                  <a:pt x="2356" y="1008"/>
                </a:lnTo>
                <a:lnTo>
                  <a:pt x="2358" y="1010"/>
                </a:lnTo>
                <a:lnTo>
                  <a:pt x="2361" y="1009"/>
                </a:lnTo>
                <a:lnTo>
                  <a:pt x="2361" y="1010"/>
                </a:lnTo>
                <a:lnTo>
                  <a:pt x="2362" y="1010"/>
                </a:lnTo>
                <a:lnTo>
                  <a:pt x="2362" y="1011"/>
                </a:lnTo>
                <a:lnTo>
                  <a:pt x="2363" y="1011"/>
                </a:lnTo>
                <a:lnTo>
                  <a:pt x="2363" y="1012"/>
                </a:lnTo>
                <a:lnTo>
                  <a:pt x="2363" y="1013"/>
                </a:lnTo>
                <a:lnTo>
                  <a:pt x="2364" y="1014"/>
                </a:lnTo>
                <a:lnTo>
                  <a:pt x="2365" y="1015"/>
                </a:lnTo>
                <a:lnTo>
                  <a:pt x="2366" y="1017"/>
                </a:lnTo>
                <a:lnTo>
                  <a:pt x="2367" y="1016"/>
                </a:lnTo>
                <a:lnTo>
                  <a:pt x="2368" y="1016"/>
                </a:lnTo>
                <a:lnTo>
                  <a:pt x="2368" y="1015"/>
                </a:lnTo>
                <a:lnTo>
                  <a:pt x="2368" y="1014"/>
                </a:lnTo>
                <a:lnTo>
                  <a:pt x="2372" y="1013"/>
                </a:lnTo>
                <a:lnTo>
                  <a:pt x="2372" y="1014"/>
                </a:lnTo>
                <a:lnTo>
                  <a:pt x="2373" y="1014"/>
                </a:lnTo>
                <a:lnTo>
                  <a:pt x="2373" y="1015"/>
                </a:lnTo>
                <a:lnTo>
                  <a:pt x="2374" y="1017"/>
                </a:lnTo>
                <a:lnTo>
                  <a:pt x="2375" y="1017"/>
                </a:lnTo>
                <a:lnTo>
                  <a:pt x="2375" y="1018"/>
                </a:lnTo>
                <a:lnTo>
                  <a:pt x="2376" y="1018"/>
                </a:lnTo>
                <a:lnTo>
                  <a:pt x="2376" y="1017"/>
                </a:lnTo>
                <a:lnTo>
                  <a:pt x="2377" y="1016"/>
                </a:lnTo>
                <a:lnTo>
                  <a:pt x="2377" y="1017"/>
                </a:lnTo>
                <a:lnTo>
                  <a:pt x="2378" y="1017"/>
                </a:lnTo>
                <a:lnTo>
                  <a:pt x="2379" y="1018"/>
                </a:lnTo>
                <a:lnTo>
                  <a:pt x="2379" y="1019"/>
                </a:lnTo>
                <a:lnTo>
                  <a:pt x="2380" y="1019"/>
                </a:lnTo>
                <a:lnTo>
                  <a:pt x="2380" y="1020"/>
                </a:lnTo>
                <a:lnTo>
                  <a:pt x="2381" y="1020"/>
                </a:lnTo>
                <a:lnTo>
                  <a:pt x="2383" y="1021"/>
                </a:lnTo>
                <a:lnTo>
                  <a:pt x="2384" y="1021"/>
                </a:lnTo>
                <a:lnTo>
                  <a:pt x="2386" y="1021"/>
                </a:lnTo>
                <a:lnTo>
                  <a:pt x="2388" y="1021"/>
                </a:lnTo>
                <a:lnTo>
                  <a:pt x="2390" y="1021"/>
                </a:lnTo>
                <a:lnTo>
                  <a:pt x="2391" y="1021"/>
                </a:lnTo>
                <a:lnTo>
                  <a:pt x="2391" y="1022"/>
                </a:lnTo>
                <a:lnTo>
                  <a:pt x="2392" y="1023"/>
                </a:lnTo>
                <a:lnTo>
                  <a:pt x="2392" y="1024"/>
                </a:lnTo>
                <a:lnTo>
                  <a:pt x="2392" y="1025"/>
                </a:lnTo>
                <a:lnTo>
                  <a:pt x="2391" y="1025"/>
                </a:lnTo>
                <a:lnTo>
                  <a:pt x="2391" y="1026"/>
                </a:lnTo>
                <a:lnTo>
                  <a:pt x="2392" y="1026"/>
                </a:lnTo>
                <a:lnTo>
                  <a:pt x="2393" y="1026"/>
                </a:lnTo>
                <a:lnTo>
                  <a:pt x="2393" y="1027"/>
                </a:lnTo>
                <a:lnTo>
                  <a:pt x="2392" y="1027"/>
                </a:lnTo>
                <a:lnTo>
                  <a:pt x="2391" y="1027"/>
                </a:lnTo>
                <a:lnTo>
                  <a:pt x="2391" y="1028"/>
                </a:lnTo>
                <a:lnTo>
                  <a:pt x="2391" y="1029"/>
                </a:lnTo>
                <a:lnTo>
                  <a:pt x="2391" y="1030"/>
                </a:lnTo>
                <a:lnTo>
                  <a:pt x="2392" y="1030"/>
                </a:lnTo>
                <a:lnTo>
                  <a:pt x="2392" y="1031"/>
                </a:lnTo>
                <a:lnTo>
                  <a:pt x="2391" y="1031"/>
                </a:lnTo>
                <a:lnTo>
                  <a:pt x="2390" y="1031"/>
                </a:lnTo>
                <a:lnTo>
                  <a:pt x="2390" y="1030"/>
                </a:lnTo>
                <a:lnTo>
                  <a:pt x="2390" y="1031"/>
                </a:lnTo>
                <a:lnTo>
                  <a:pt x="2389" y="1031"/>
                </a:lnTo>
                <a:lnTo>
                  <a:pt x="2388" y="1031"/>
                </a:lnTo>
                <a:lnTo>
                  <a:pt x="2388" y="1032"/>
                </a:lnTo>
                <a:lnTo>
                  <a:pt x="2388" y="1033"/>
                </a:lnTo>
                <a:lnTo>
                  <a:pt x="2389" y="1033"/>
                </a:lnTo>
                <a:lnTo>
                  <a:pt x="2389" y="1034"/>
                </a:lnTo>
                <a:lnTo>
                  <a:pt x="2388" y="1034"/>
                </a:lnTo>
                <a:lnTo>
                  <a:pt x="2388" y="1035"/>
                </a:lnTo>
                <a:lnTo>
                  <a:pt x="2389" y="1035"/>
                </a:lnTo>
                <a:lnTo>
                  <a:pt x="2389" y="1036"/>
                </a:lnTo>
                <a:lnTo>
                  <a:pt x="2388" y="1036"/>
                </a:lnTo>
                <a:lnTo>
                  <a:pt x="2387" y="1036"/>
                </a:lnTo>
                <a:lnTo>
                  <a:pt x="2387" y="1037"/>
                </a:lnTo>
                <a:lnTo>
                  <a:pt x="2386" y="1037"/>
                </a:lnTo>
                <a:lnTo>
                  <a:pt x="2386" y="1038"/>
                </a:lnTo>
                <a:lnTo>
                  <a:pt x="2387" y="1039"/>
                </a:lnTo>
                <a:lnTo>
                  <a:pt x="2388" y="1039"/>
                </a:lnTo>
                <a:lnTo>
                  <a:pt x="2388" y="1040"/>
                </a:lnTo>
                <a:lnTo>
                  <a:pt x="2387" y="1041"/>
                </a:lnTo>
                <a:lnTo>
                  <a:pt x="2386" y="1041"/>
                </a:lnTo>
                <a:lnTo>
                  <a:pt x="2386" y="1042"/>
                </a:lnTo>
                <a:lnTo>
                  <a:pt x="2387" y="1042"/>
                </a:lnTo>
                <a:lnTo>
                  <a:pt x="2387" y="1043"/>
                </a:lnTo>
                <a:lnTo>
                  <a:pt x="2386" y="1043"/>
                </a:lnTo>
                <a:lnTo>
                  <a:pt x="2385" y="1044"/>
                </a:lnTo>
                <a:lnTo>
                  <a:pt x="2385" y="1045"/>
                </a:lnTo>
                <a:lnTo>
                  <a:pt x="2386" y="1045"/>
                </a:lnTo>
                <a:lnTo>
                  <a:pt x="2386" y="1046"/>
                </a:lnTo>
                <a:lnTo>
                  <a:pt x="2385" y="1046"/>
                </a:lnTo>
                <a:lnTo>
                  <a:pt x="2385" y="1047"/>
                </a:lnTo>
                <a:lnTo>
                  <a:pt x="2385" y="1048"/>
                </a:lnTo>
                <a:lnTo>
                  <a:pt x="2385" y="1050"/>
                </a:lnTo>
                <a:lnTo>
                  <a:pt x="2384" y="1051"/>
                </a:lnTo>
                <a:lnTo>
                  <a:pt x="2383" y="1051"/>
                </a:lnTo>
                <a:lnTo>
                  <a:pt x="2383" y="1052"/>
                </a:lnTo>
                <a:lnTo>
                  <a:pt x="2382" y="1052"/>
                </a:lnTo>
                <a:lnTo>
                  <a:pt x="2383" y="1053"/>
                </a:lnTo>
                <a:lnTo>
                  <a:pt x="2383" y="1054"/>
                </a:lnTo>
                <a:lnTo>
                  <a:pt x="2382" y="1055"/>
                </a:lnTo>
                <a:lnTo>
                  <a:pt x="2381" y="1055"/>
                </a:lnTo>
                <a:lnTo>
                  <a:pt x="2380" y="1055"/>
                </a:lnTo>
                <a:lnTo>
                  <a:pt x="2380" y="1057"/>
                </a:lnTo>
                <a:lnTo>
                  <a:pt x="2381" y="1057"/>
                </a:lnTo>
                <a:lnTo>
                  <a:pt x="2380" y="1058"/>
                </a:lnTo>
                <a:lnTo>
                  <a:pt x="2379" y="1058"/>
                </a:lnTo>
                <a:lnTo>
                  <a:pt x="2378" y="1058"/>
                </a:lnTo>
                <a:lnTo>
                  <a:pt x="2377" y="1058"/>
                </a:lnTo>
                <a:lnTo>
                  <a:pt x="2376" y="1058"/>
                </a:lnTo>
                <a:lnTo>
                  <a:pt x="2375" y="1058"/>
                </a:lnTo>
                <a:lnTo>
                  <a:pt x="2376" y="1058"/>
                </a:lnTo>
                <a:lnTo>
                  <a:pt x="2375" y="1057"/>
                </a:lnTo>
                <a:lnTo>
                  <a:pt x="2375" y="1056"/>
                </a:lnTo>
                <a:lnTo>
                  <a:pt x="2374" y="1056"/>
                </a:lnTo>
                <a:lnTo>
                  <a:pt x="2373" y="1056"/>
                </a:lnTo>
                <a:lnTo>
                  <a:pt x="2372" y="1056"/>
                </a:lnTo>
                <a:lnTo>
                  <a:pt x="2372" y="1055"/>
                </a:lnTo>
                <a:lnTo>
                  <a:pt x="2371" y="1055"/>
                </a:lnTo>
                <a:lnTo>
                  <a:pt x="2371" y="1054"/>
                </a:lnTo>
                <a:lnTo>
                  <a:pt x="2370" y="1054"/>
                </a:lnTo>
                <a:lnTo>
                  <a:pt x="2370" y="1055"/>
                </a:lnTo>
                <a:lnTo>
                  <a:pt x="2368" y="1055"/>
                </a:lnTo>
                <a:lnTo>
                  <a:pt x="2368" y="1056"/>
                </a:lnTo>
                <a:lnTo>
                  <a:pt x="2367" y="1056"/>
                </a:lnTo>
                <a:lnTo>
                  <a:pt x="2366" y="1056"/>
                </a:lnTo>
                <a:lnTo>
                  <a:pt x="2365" y="1056"/>
                </a:lnTo>
                <a:lnTo>
                  <a:pt x="2364" y="1057"/>
                </a:lnTo>
                <a:lnTo>
                  <a:pt x="2363" y="1057"/>
                </a:lnTo>
                <a:lnTo>
                  <a:pt x="2362" y="1057"/>
                </a:lnTo>
                <a:lnTo>
                  <a:pt x="2363" y="1057"/>
                </a:lnTo>
                <a:lnTo>
                  <a:pt x="2362" y="1057"/>
                </a:lnTo>
                <a:lnTo>
                  <a:pt x="2362" y="1058"/>
                </a:lnTo>
                <a:lnTo>
                  <a:pt x="2361" y="1058"/>
                </a:lnTo>
                <a:lnTo>
                  <a:pt x="2360" y="1058"/>
                </a:lnTo>
                <a:lnTo>
                  <a:pt x="2359" y="1058"/>
                </a:lnTo>
                <a:lnTo>
                  <a:pt x="2358" y="1058"/>
                </a:lnTo>
                <a:lnTo>
                  <a:pt x="2357" y="1059"/>
                </a:lnTo>
                <a:lnTo>
                  <a:pt x="2356" y="1059"/>
                </a:lnTo>
                <a:lnTo>
                  <a:pt x="2354" y="1059"/>
                </a:lnTo>
                <a:lnTo>
                  <a:pt x="2353" y="1059"/>
                </a:lnTo>
                <a:lnTo>
                  <a:pt x="2351" y="1059"/>
                </a:lnTo>
                <a:lnTo>
                  <a:pt x="2351" y="1060"/>
                </a:lnTo>
                <a:lnTo>
                  <a:pt x="2350" y="1060"/>
                </a:lnTo>
                <a:lnTo>
                  <a:pt x="2350" y="1061"/>
                </a:lnTo>
                <a:lnTo>
                  <a:pt x="2349" y="1061"/>
                </a:lnTo>
                <a:lnTo>
                  <a:pt x="2349" y="1062"/>
                </a:lnTo>
                <a:lnTo>
                  <a:pt x="2349" y="1063"/>
                </a:lnTo>
                <a:lnTo>
                  <a:pt x="2348" y="1063"/>
                </a:lnTo>
                <a:lnTo>
                  <a:pt x="2347" y="1063"/>
                </a:lnTo>
                <a:lnTo>
                  <a:pt x="2347" y="1064"/>
                </a:lnTo>
                <a:lnTo>
                  <a:pt x="2346" y="1064"/>
                </a:lnTo>
                <a:lnTo>
                  <a:pt x="2346" y="1065"/>
                </a:lnTo>
                <a:lnTo>
                  <a:pt x="2345" y="1065"/>
                </a:lnTo>
                <a:lnTo>
                  <a:pt x="2345" y="1066"/>
                </a:lnTo>
                <a:lnTo>
                  <a:pt x="2345" y="1067"/>
                </a:lnTo>
                <a:lnTo>
                  <a:pt x="2345" y="1068"/>
                </a:lnTo>
                <a:lnTo>
                  <a:pt x="2345" y="1069"/>
                </a:lnTo>
                <a:lnTo>
                  <a:pt x="2345" y="1070"/>
                </a:lnTo>
                <a:lnTo>
                  <a:pt x="2345" y="1071"/>
                </a:lnTo>
                <a:lnTo>
                  <a:pt x="2344" y="1071"/>
                </a:lnTo>
                <a:lnTo>
                  <a:pt x="2344" y="1072"/>
                </a:lnTo>
                <a:lnTo>
                  <a:pt x="2344" y="1073"/>
                </a:lnTo>
                <a:lnTo>
                  <a:pt x="2343" y="1073"/>
                </a:lnTo>
                <a:lnTo>
                  <a:pt x="2343" y="1074"/>
                </a:lnTo>
                <a:lnTo>
                  <a:pt x="2344" y="1074"/>
                </a:lnTo>
                <a:lnTo>
                  <a:pt x="2345" y="1074"/>
                </a:lnTo>
                <a:lnTo>
                  <a:pt x="2346" y="1075"/>
                </a:lnTo>
                <a:lnTo>
                  <a:pt x="2348" y="1075"/>
                </a:lnTo>
                <a:lnTo>
                  <a:pt x="2348" y="1076"/>
                </a:lnTo>
                <a:lnTo>
                  <a:pt x="2348" y="1077"/>
                </a:lnTo>
                <a:lnTo>
                  <a:pt x="2348" y="1076"/>
                </a:lnTo>
                <a:lnTo>
                  <a:pt x="2347" y="1076"/>
                </a:lnTo>
                <a:lnTo>
                  <a:pt x="2347" y="1077"/>
                </a:lnTo>
                <a:lnTo>
                  <a:pt x="2346" y="1077"/>
                </a:lnTo>
                <a:lnTo>
                  <a:pt x="2345" y="1077"/>
                </a:lnTo>
                <a:lnTo>
                  <a:pt x="2344" y="1077"/>
                </a:lnTo>
                <a:lnTo>
                  <a:pt x="2343" y="1078"/>
                </a:lnTo>
                <a:lnTo>
                  <a:pt x="2342" y="1078"/>
                </a:lnTo>
                <a:lnTo>
                  <a:pt x="2341" y="1078"/>
                </a:lnTo>
                <a:lnTo>
                  <a:pt x="2341" y="1079"/>
                </a:lnTo>
                <a:lnTo>
                  <a:pt x="2340" y="1079"/>
                </a:lnTo>
                <a:lnTo>
                  <a:pt x="2339" y="1079"/>
                </a:lnTo>
                <a:lnTo>
                  <a:pt x="2338" y="1079"/>
                </a:lnTo>
                <a:lnTo>
                  <a:pt x="2338" y="1080"/>
                </a:lnTo>
                <a:lnTo>
                  <a:pt x="2337" y="1080"/>
                </a:lnTo>
                <a:lnTo>
                  <a:pt x="2336" y="1080"/>
                </a:lnTo>
                <a:lnTo>
                  <a:pt x="2335" y="1081"/>
                </a:lnTo>
                <a:lnTo>
                  <a:pt x="2334" y="1082"/>
                </a:lnTo>
                <a:lnTo>
                  <a:pt x="2333" y="1082"/>
                </a:lnTo>
                <a:lnTo>
                  <a:pt x="2331" y="1082"/>
                </a:lnTo>
                <a:lnTo>
                  <a:pt x="2330" y="1082"/>
                </a:lnTo>
                <a:lnTo>
                  <a:pt x="2329" y="1082"/>
                </a:lnTo>
                <a:lnTo>
                  <a:pt x="2328" y="1082"/>
                </a:lnTo>
                <a:lnTo>
                  <a:pt x="2327" y="1082"/>
                </a:lnTo>
                <a:lnTo>
                  <a:pt x="2327" y="1081"/>
                </a:lnTo>
                <a:lnTo>
                  <a:pt x="2326" y="1081"/>
                </a:lnTo>
                <a:lnTo>
                  <a:pt x="2326" y="1082"/>
                </a:lnTo>
                <a:lnTo>
                  <a:pt x="2325" y="1082"/>
                </a:lnTo>
                <a:lnTo>
                  <a:pt x="2325" y="1083"/>
                </a:lnTo>
                <a:lnTo>
                  <a:pt x="2326" y="1083"/>
                </a:lnTo>
                <a:lnTo>
                  <a:pt x="2325" y="1083"/>
                </a:lnTo>
                <a:lnTo>
                  <a:pt x="2324" y="1084"/>
                </a:lnTo>
                <a:lnTo>
                  <a:pt x="2323" y="1084"/>
                </a:lnTo>
                <a:lnTo>
                  <a:pt x="2322" y="1083"/>
                </a:lnTo>
                <a:lnTo>
                  <a:pt x="2322" y="1082"/>
                </a:lnTo>
                <a:lnTo>
                  <a:pt x="2321" y="1082"/>
                </a:lnTo>
                <a:lnTo>
                  <a:pt x="2319" y="1082"/>
                </a:lnTo>
                <a:lnTo>
                  <a:pt x="2318" y="1082"/>
                </a:lnTo>
                <a:lnTo>
                  <a:pt x="2318" y="1083"/>
                </a:lnTo>
                <a:lnTo>
                  <a:pt x="2317" y="1083"/>
                </a:lnTo>
                <a:lnTo>
                  <a:pt x="2317" y="1085"/>
                </a:lnTo>
                <a:lnTo>
                  <a:pt x="2316" y="1086"/>
                </a:lnTo>
                <a:lnTo>
                  <a:pt x="2315" y="1087"/>
                </a:lnTo>
                <a:lnTo>
                  <a:pt x="2315" y="1088"/>
                </a:lnTo>
                <a:lnTo>
                  <a:pt x="2315" y="1089"/>
                </a:lnTo>
                <a:lnTo>
                  <a:pt x="2314" y="1089"/>
                </a:lnTo>
                <a:lnTo>
                  <a:pt x="2314" y="1088"/>
                </a:lnTo>
                <a:lnTo>
                  <a:pt x="2314" y="1087"/>
                </a:lnTo>
                <a:lnTo>
                  <a:pt x="2313" y="1088"/>
                </a:lnTo>
                <a:lnTo>
                  <a:pt x="2313" y="1087"/>
                </a:lnTo>
                <a:lnTo>
                  <a:pt x="2312" y="1086"/>
                </a:lnTo>
                <a:lnTo>
                  <a:pt x="2311" y="1086"/>
                </a:lnTo>
                <a:lnTo>
                  <a:pt x="2311" y="1085"/>
                </a:lnTo>
                <a:lnTo>
                  <a:pt x="2310" y="1085"/>
                </a:lnTo>
                <a:lnTo>
                  <a:pt x="2309" y="1085"/>
                </a:lnTo>
                <a:lnTo>
                  <a:pt x="2309" y="1083"/>
                </a:lnTo>
                <a:lnTo>
                  <a:pt x="2308" y="1083"/>
                </a:lnTo>
                <a:lnTo>
                  <a:pt x="2307" y="1083"/>
                </a:lnTo>
                <a:lnTo>
                  <a:pt x="2306" y="1083"/>
                </a:lnTo>
                <a:lnTo>
                  <a:pt x="2306" y="1082"/>
                </a:lnTo>
                <a:lnTo>
                  <a:pt x="2306" y="1083"/>
                </a:lnTo>
                <a:lnTo>
                  <a:pt x="2305" y="1083"/>
                </a:lnTo>
                <a:lnTo>
                  <a:pt x="2305" y="1082"/>
                </a:lnTo>
                <a:lnTo>
                  <a:pt x="2304" y="1082"/>
                </a:lnTo>
                <a:lnTo>
                  <a:pt x="2304" y="1081"/>
                </a:lnTo>
                <a:lnTo>
                  <a:pt x="2304" y="1080"/>
                </a:lnTo>
                <a:lnTo>
                  <a:pt x="2303" y="1081"/>
                </a:lnTo>
                <a:lnTo>
                  <a:pt x="2302" y="1081"/>
                </a:lnTo>
                <a:lnTo>
                  <a:pt x="2301" y="1081"/>
                </a:lnTo>
                <a:lnTo>
                  <a:pt x="2300" y="1081"/>
                </a:lnTo>
                <a:lnTo>
                  <a:pt x="2299" y="1081"/>
                </a:lnTo>
                <a:lnTo>
                  <a:pt x="2298" y="1081"/>
                </a:lnTo>
                <a:lnTo>
                  <a:pt x="2297" y="1081"/>
                </a:lnTo>
                <a:lnTo>
                  <a:pt x="2295" y="1082"/>
                </a:lnTo>
                <a:lnTo>
                  <a:pt x="2294" y="1082"/>
                </a:lnTo>
                <a:lnTo>
                  <a:pt x="2294" y="1081"/>
                </a:lnTo>
                <a:lnTo>
                  <a:pt x="2293" y="1081"/>
                </a:lnTo>
                <a:lnTo>
                  <a:pt x="2292" y="1081"/>
                </a:lnTo>
                <a:lnTo>
                  <a:pt x="2291" y="1081"/>
                </a:lnTo>
                <a:lnTo>
                  <a:pt x="2291" y="1080"/>
                </a:lnTo>
                <a:lnTo>
                  <a:pt x="2290" y="1080"/>
                </a:lnTo>
                <a:lnTo>
                  <a:pt x="2290" y="1079"/>
                </a:lnTo>
                <a:lnTo>
                  <a:pt x="2289" y="1079"/>
                </a:lnTo>
                <a:lnTo>
                  <a:pt x="2289" y="1078"/>
                </a:lnTo>
                <a:lnTo>
                  <a:pt x="2290" y="1078"/>
                </a:lnTo>
                <a:lnTo>
                  <a:pt x="2290" y="1077"/>
                </a:lnTo>
                <a:lnTo>
                  <a:pt x="2289" y="1077"/>
                </a:lnTo>
                <a:lnTo>
                  <a:pt x="2289" y="1076"/>
                </a:lnTo>
                <a:lnTo>
                  <a:pt x="2288" y="1076"/>
                </a:lnTo>
                <a:lnTo>
                  <a:pt x="2287" y="1076"/>
                </a:lnTo>
                <a:lnTo>
                  <a:pt x="2286" y="1076"/>
                </a:lnTo>
                <a:lnTo>
                  <a:pt x="2285" y="1076"/>
                </a:lnTo>
                <a:lnTo>
                  <a:pt x="2284" y="1076"/>
                </a:lnTo>
                <a:lnTo>
                  <a:pt x="2283" y="1075"/>
                </a:lnTo>
                <a:lnTo>
                  <a:pt x="2282" y="1075"/>
                </a:lnTo>
                <a:lnTo>
                  <a:pt x="2281" y="1075"/>
                </a:lnTo>
                <a:lnTo>
                  <a:pt x="2280" y="1075"/>
                </a:lnTo>
                <a:lnTo>
                  <a:pt x="2279" y="1075"/>
                </a:lnTo>
                <a:lnTo>
                  <a:pt x="2278" y="1075"/>
                </a:lnTo>
                <a:lnTo>
                  <a:pt x="2276" y="1075"/>
                </a:lnTo>
                <a:lnTo>
                  <a:pt x="2275" y="1075"/>
                </a:lnTo>
                <a:lnTo>
                  <a:pt x="2274" y="1075"/>
                </a:lnTo>
                <a:lnTo>
                  <a:pt x="2273" y="1075"/>
                </a:lnTo>
                <a:lnTo>
                  <a:pt x="2272" y="1075"/>
                </a:lnTo>
                <a:lnTo>
                  <a:pt x="2271" y="1075"/>
                </a:lnTo>
                <a:lnTo>
                  <a:pt x="2270" y="1075"/>
                </a:lnTo>
                <a:lnTo>
                  <a:pt x="2270" y="1076"/>
                </a:lnTo>
                <a:lnTo>
                  <a:pt x="2269" y="1077"/>
                </a:lnTo>
                <a:lnTo>
                  <a:pt x="2270" y="1077"/>
                </a:lnTo>
                <a:lnTo>
                  <a:pt x="2270" y="1078"/>
                </a:lnTo>
                <a:lnTo>
                  <a:pt x="2270" y="1079"/>
                </a:lnTo>
                <a:lnTo>
                  <a:pt x="2270" y="1080"/>
                </a:lnTo>
                <a:lnTo>
                  <a:pt x="2271" y="1081"/>
                </a:lnTo>
                <a:lnTo>
                  <a:pt x="2271" y="1082"/>
                </a:lnTo>
                <a:lnTo>
                  <a:pt x="2272" y="1082"/>
                </a:lnTo>
                <a:lnTo>
                  <a:pt x="2274" y="1082"/>
                </a:lnTo>
                <a:lnTo>
                  <a:pt x="2275" y="1082"/>
                </a:lnTo>
                <a:lnTo>
                  <a:pt x="2277" y="1082"/>
                </a:lnTo>
                <a:lnTo>
                  <a:pt x="2278" y="1082"/>
                </a:lnTo>
                <a:lnTo>
                  <a:pt x="2279" y="1082"/>
                </a:lnTo>
                <a:lnTo>
                  <a:pt x="2279" y="1083"/>
                </a:lnTo>
                <a:lnTo>
                  <a:pt x="2279" y="1084"/>
                </a:lnTo>
                <a:lnTo>
                  <a:pt x="2278" y="1084"/>
                </a:lnTo>
                <a:lnTo>
                  <a:pt x="2278" y="1085"/>
                </a:lnTo>
                <a:lnTo>
                  <a:pt x="2277" y="1086"/>
                </a:lnTo>
                <a:lnTo>
                  <a:pt x="2276" y="1087"/>
                </a:lnTo>
                <a:lnTo>
                  <a:pt x="2275" y="1088"/>
                </a:lnTo>
                <a:lnTo>
                  <a:pt x="2274" y="1088"/>
                </a:lnTo>
                <a:lnTo>
                  <a:pt x="2274" y="1089"/>
                </a:lnTo>
                <a:lnTo>
                  <a:pt x="2274" y="1090"/>
                </a:lnTo>
                <a:lnTo>
                  <a:pt x="2274" y="1091"/>
                </a:lnTo>
                <a:lnTo>
                  <a:pt x="2273" y="1091"/>
                </a:lnTo>
                <a:lnTo>
                  <a:pt x="2271" y="1091"/>
                </a:lnTo>
                <a:lnTo>
                  <a:pt x="2270" y="1091"/>
                </a:lnTo>
                <a:lnTo>
                  <a:pt x="2270" y="1092"/>
                </a:lnTo>
                <a:lnTo>
                  <a:pt x="2269" y="1092"/>
                </a:lnTo>
                <a:lnTo>
                  <a:pt x="2268" y="1092"/>
                </a:lnTo>
                <a:lnTo>
                  <a:pt x="2268" y="1091"/>
                </a:lnTo>
                <a:lnTo>
                  <a:pt x="2267" y="1091"/>
                </a:lnTo>
                <a:lnTo>
                  <a:pt x="2266" y="1091"/>
                </a:lnTo>
                <a:lnTo>
                  <a:pt x="2266" y="1090"/>
                </a:lnTo>
                <a:lnTo>
                  <a:pt x="2265" y="1090"/>
                </a:lnTo>
                <a:lnTo>
                  <a:pt x="2264" y="1090"/>
                </a:lnTo>
                <a:lnTo>
                  <a:pt x="2263" y="1090"/>
                </a:lnTo>
                <a:lnTo>
                  <a:pt x="2262" y="1090"/>
                </a:lnTo>
                <a:lnTo>
                  <a:pt x="2261" y="1090"/>
                </a:lnTo>
                <a:lnTo>
                  <a:pt x="2261" y="1089"/>
                </a:lnTo>
                <a:lnTo>
                  <a:pt x="2260" y="1088"/>
                </a:lnTo>
                <a:lnTo>
                  <a:pt x="2259" y="1088"/>
                </a:lnTo>
                <a:lnTo>
                  <a:pt x="2259" y="1087"/>
                </a:lnTo>
                <a:lnTo>
                  <a:pt x="2258" y="1087"/>
                </a:lnTo>
                <a:lnTo>
                  <a:pt x="2258" y="1086"/>
                </a:lnTo>
                <a:lnTo>
                  <a:pt x="2257" y="1086"/>
                </a:lnTo>
                <a:lnTo>
                  <a:pt x="2256" y="1086"/>
                </a:lnTo>
                <a:lnTo>
                  <a:pt x="2257" y="1087"/>
                </a:lnTo>
                <a:lnTo>
                  <a:pt x="2257" y="1088"/>
                </a:lnTo>
                <a:lnTo>
                  <a:pt x="2257" y="1089"/>
                </a:lnTo>
                <a:lnTo>
                  <a:pt x="2256" y="1090"/>
                </a:lnTo>
                <a:lnTo>
                  <a:pt x="2256" y="1091"/>
                </a:lnTo>
                <a:lnTo>
                  <a:pt x="2256" y="1092"/>
                </a:lnTo>
                <a:lnTo>
                  <a:pt x="2255" y="1092"/>
                </a:lnTo>
                <a:lnTo>
                  <a:pt x="2256" y="1091"/>
                </a:lnTo>
                <a:lnTo>
                  <a:pt x="2256" y="1090"/>
                </a:lnTo>
                <a:lnTo>
                  <a:pt x="2255" y="1090"/>
                </a:lnTo>
                <a:lnTo>
                  <a:pt x="2254" y="1091"/>
                </a:lnTo>
                <a:lnTo>
                  <a:pt x="2253" y="1091"/>
                </a:lnTo>
                <a:lnTo>
                  <a:pt x="2252" y="1091"/>
                </a:lnTo>
                <a:lnTo>
                  <a:pt x="2251" y="1091"/>
                </a:lnTo>
                <a:lnTo>
                  <a:pt x="2250" y="1090"/>
                </a:lnTo>
                <a:lnTo>
                  <a:pt x="2249" y="1090"/>
                </a:lnTo>
                <a:lnTo>
                  <a:pt x="2249" y="1089"/>
                </a:lnTo>
                <a:lnTo>
                  <a:pt x="2248" y="1089"/>
                </a:lnTo>
                <a:lnTo>
                  <a:pt x="2247" y="1089"/>
                </a:lnTo>
                <a:lnTo>
                  <a:pt x="2245" y="1088"/>
                </a:lnTo>
                <a:lnTo>
                  <a:pt x="2244" y="1088"/>
                </a:lnTo>
                <a:lnTo>
                  <a:pt x="2244" y="1087"/>
                </a:lnTo>
                <a:lnTo>
                  <a:pt x="2243" y="1087"/>
                </a:lnTo>
                <a:lnTo>
                  <a:pt x="2243" y="1088"/>
                </a:lnTo>
                <a:lnTo>
                  <a:pt x="2242" y="1088"/>
                </a:lnTo>
                <a:lnTo>
                  <a:pt x="2241" y="1089"/>
                </a:lnTo>
                <a:lnTo>
                  <a:pt x="2240" y="1089"/>
                </a:lnTo>
                <a:lnTo>
                  <a:pt x="2239" y="1089"/>
                </a:lnTo>
                <a:lnTo>
                  <a:pt x="2238" y="1089"/>
                </a:lnTo>
                <a:lnTo>
                  <a:pt x="2237" y="1089"/>
                </a:lnTo>
                <a:lnTo>
                  <a:pt x="2237" y="1090"/>
                </a:lnTo>
                <a:lnTo>
                  <a:pt x="2236" y="1089"/>
                </a:lnTo>
                <a:lnTo>
                  <a:pt x="2235" y="1089"/>
                </a:lnTo>
                <a:lnTo>
                  <a:pt x="2234" y="1090"/>
                </a:lnTo>
                <a:lnTo>
                  <a:pt x="2235" y="1090"/>
                </a:lnTo>
                <a:lnTo>
                  <a:pt x="2235" y="1091"/>
                </a:lnTo>
                <a:lnTo>
                  <a:pt x="2234" y="1091"/>
                </a:lnTo>
                <a:lnTo>
                  <a:pt x="2233" y="1091"/>
                </a:lnTo>
                <a:lnTo>
                  <a:pt x="2232" y="1091"/>
                </a:lnTo>
                <a:lnTo>
                  <a:pt x="2232" y="1092"/>
                </a:lnTo>
                <a:lnTo>
                  <a:pt x="2233" y="1093"/>
                </a:lnTo>
                <a:lnTo>
                  <a:pt x="2232" y="1093"/>
                </a:lnTo>
                <a:lnTo>
                  <a:pt x="2231" y="1093"/>
                </a:lnTo>
                <a:lnTo>
                  <a:pt x="2231" y="1094"/>
                </a:lnTo>
                <a:lnTo>
                  <a:pt x="2230" y="1095"/>
                </a:lnTo>
                <a:lnTo>
                  <a:pt x="2230" y="1096"/>
                </a:lnTo>
                <a:lnTo>
                  <a:pt x="2229" y="1096"/>
                </a:lnTo>
                <a:lnTo>
                  <a:pt x="2229" y="1097"/>
                </a:lnTo>
                <a:lnTo>
                  <a:pt x="2230" y="1097"/>
                </a:lnTo>
                <a:lnTo>
                  <a:pt x="2230" y="1096"/>
                </a:lnTo>
                <a:lnTo>
                  <a:pt x="2231" y="1096"/>
                </a:lnTo>
                <a:lnTo>
                  <a:pt x="2231" y="1097"/>
                </a:lnTo>
                <a:lnTo>
                  <a:pt x="2230" y="1097"/>
                </a:lnTo>
                <a:lnTo>
                  <a:pt x="2229" y="1097"/>
                </a:lnTo>
                <a:lnTo>
                  <a:pt x="2229" y="1098"/>
                </a:lnTo>
                <a:lnTo>
                  <a:pt x="2230" y="1098"/>
                </a:lnTo>
                <a:lnTo>
                  <a:pt x="2231" y="1099"/>
                </a:lnTo>
                <a:lnTo>
                  <a:pt x="2230" y="1099"/>
                </a:lnTo>
                <a:lnTo>
                  <a:pt x="2230" y="1100"/>
                </a:lnTo>
                <a:lnTo>
                  <a:pt x="2231" y="1101"/>
                </a:lnTo>
                <a:lnTo>
                  <a:pt x="2230" y="1101"/>
                </a:lnTo>
                <a:lnTo>
                  <a:pt x="2229" y="1101"/>
                </a:lnTo>
                <a:lnTo>
                  <a:pt x="2229" y="1100"/>
                </a:lnTo>
                <a:lnTo>
                  <a:pt x="2229" y="1101"/>
                </a:lnTo>
                <a:lnTo>
                  <a:pt x="2229" y="1102"/>
                </a:lnTo>
                <a:lnTo>
                  <a:pt x="2230" y="1102"/>
                </a:lnTo>
                <a:lnTo>
                  <a:pt x="2229" y="1103"/>
                </a:lnTo>
                <a:lnTo>
                  <a:pt x="2229" y="1104"/>
                </a:lnTo>
                <a:lnTo>
                  <a:pt x="2228" y="1104"/>
                </a:lnTo>
                <a:lnTo>
                  <a:pt x="2227" y="1104"/>
                </a:lnTo>
                <a:lnTo>
                  <a:pt x="2226" y="1104"/>
                </a:lnTo>
                <a:lnTo>
                  <a:pt x="2226" y="1105"/>
                </a:lnTo>
                <a:lnTo>
                  <a:pt x="2226" y="1106"/>
                </a:lnTo>
                <a:lnTo>
                  <a:pt x="2226" y="1107"/>
                </a:lnTo>
                <a:lnTo>
                  <a:pt x="2226" y="1106"/>
                </a:lnTo>
                <a:lnTo>
                  <a:pt x="2224" y="1106"/>
                </a:lnTo>
                <a:lnTo>
                  <a:pt x="2223" y="1106"/>
                </a:lnTo>
                <a:lnTo>
                  <a:pt x="2222" y="1106"/>
                </a:lnTo>
                <a:lnTo>
                  <a:pt x="2221" y="1106"/>
                </a:lnTo>
                <a:lnTo>
                  <a:pt x="2222" y="1106"/>
                </a:lnTo>
                <a:lnTo>
                  <a:pt x="2221" y="1107"/>
                </a:lnTo>
                <a:lnTo>
                  <a:pt x="2221" y="1108"/>
                </a:lnTo>
                <a:lnTo>
                  <a:pt x="2221" y="1109"/>
                </a:lnTo>
                <a:lnTo>
                  <a:pt x="2220" y="1109"/>
                </a:lnTo>
                <a:lnTo>
                  <a:pt x="2220" y="1110"/>
                </a:lnTo>
                <a:lnTo>
                  <a:pt x="2219" y="1110"/>
                </a:lnTo>
                <a:lnTo>
                  <a:pt x="2219" y="1109"/>
                </a:lnTo>
                <a:lnTo>
                  <a:pt x="2219" y="1108"/>
                </a:lnTo>
                <a:lnTo>
                  <a:pt x="2218" y="1110"/>
                </a:lnTo>
                <a:lnTo>
                  <a:pt x="2217" y="1110"/>
                </a:lnTo>
                <a:lnTo>
                  <a:pt x="2216" y="1111"/>
                </a:lnTo>
                <a:lnTo>
                  <a:pt x="2215" y="1111"/>
                </a:lnTo>
                <a:lnTo>
                  <a:pt x="2214" y="1111"/>
                </a:lnTo>
                <a:lnTo>
                  <a:pt x="2214" y="1112"/>
                </a:lnTo>
                <a:lnTo>
                  <a:pt x="2213" y="1112"/>
                </a:lnTo>
                <a:lnTo>
                  <a:pt x="2213" y="1113"/>
                </a:lnTo>
                <a:lnTo>
                  <a:pt x="2212" y="1114"/>
                </a:lnTo>
                <a:lnTo>
                  <a:pt x="2212" y="1115"/>
                </a:lnTo>
                <a:lnTo>
                  <a:pt x="2211" y="1115"/>
                </a:lnTo>
                <a:lnTo>
                  <a:pt x="2211" y="1116"/>
                </a:lnTo>
                <a:lnTo>
                  <a:pt x="2210" y="1116"/>
                </a:lnTo>
                <a:lnTo>
                  <a:pt x="2209" y="1116"/>
                </a:lnTo>
                <a:lnTo>
                  <a:pt x="2208" y="1116"/>
                </a:lnTo>
                <a:lnTo>
                  <a:pt x="2207" y="1116"/>
                </a:lnTo>
                <a:lnTo>
                  <a:pt x="2206" y="1116"/>
                </a:lnTo>
                <a:lnTo>
                  <a:pt x="2205" y="1114"/>
                </a:lnTo>
                <a:lnTo>
                  <a:pt x="2205" y="1113"/>
                </a:lnTo>
                <a:lnTo>
                  <a:pt x="2205" y="1112"/>
                </a:lnTo>
                <a:lnTo>
                  <a:pt x="2204" y="1112"/>
                </a:lnTo>
                <a:lnTo>
                  <a:pt x="2203" y="1112"/>
                </a:lnTo>
                <a:lnTo>
                  <a:pt x="2202" y="1112"/>
                </a:lnTo>
                <a:lnTo>
                  <a:pt x="2202" y="1111"/>
                </a:lnTo>
                <a:lnTo>
                  <a:pt x="2201" y="1110"/>
                </a:lnTo>
                <a:lnTo>
                  <a:pt x="2201" y="1109"/>
                </a:lnTo>
                <a:lnTo>
                  <a:pt x="2202" y="1109"/>
                </a:lnTo>
                <a:lnTo>
                  <a:pt x="2202" y="1108"/>
                </a:lnTo>
                <a:lnTo>
                  <a:pt x="2201" y="1108"/>
                </a:lnTo>
                <a:lnTo>
                  <a:pt x="2201" y="1109"/>
                </a:lnTo>
                <a:lnTo>
                  <a:pt x="2200" y="1109"/>
                </a:lnTo>
                <a:lnTo>
                  <a:pt x="2200" y="1110"/>
                </a:lnTo>
                <a:lnTo>
                  <a:pt x="2199" y="1110"/>
                </a:lnTo>
                <a:lnTo>
                  <a:pt x="2199" y="1111"/>
                </a:lnTo>
                <a:lnTo>
                  <a:pt x="2198" y="1111"/>
                </a:lnTo>
                <a:lnTo>
                  <a:pt x="2197" y="1111"/>
                </a:lnTo>
                <a:lnTo>
                  <a:pt x="2196" y="1111"/>
                </a:lnTo>
                <a:lnTo>
                  <a:pt x="2195" y="1111"/>
                </a:lnTo>
                <a:lnTo>
                  <a:pt x="2194" y="1111"/>
                </a:lnTo>
                <a:lnTo>
                  <a:pt x="2193" y="1111"/>
                </a:lnTo>
                <a:lnTo>
                  <a:pt x="2193" y="1112"/>
                </a:lnTo>
                <a:lnTo>
                  <a:pt x="2192" y="1112"/>
                </a:lnTo>
                <a:lnTo>
                  <a:pt x="2192" y="1111"/>
                </a:lnTo>
                <a:lnTo>
                  <a:pt x="2191" y="1110"/>
                </a:lnTo>
                <a:lnTo>
                  <a:pt x="2191" y="1111"/>
                </a:lnTo>
                <a:lnTo>
                  <a:pt x="2190" y="1110"/>
                </a:lnTo>
                <a:lnTo>
                  <a:pt x="2189" y="1111"/>
                </a:lnTo>
                <a:lnTo>
                  <a:pt x="2189" y="1112"/>
                </a:lnTo>
                <a:lnTo>
                  <a:pt x="2188" y="1112"/>
                </a:lnTo>
                <a:lnTo>
                  <a:pt x="2187" y="1112"/>
                </a:lnTo>
                <a:lnTo>
                  <a:pt x="2186" y="1112"/>
                </a:lnTo>
                <a:lnTo>
                  <a:pt x="2185" y="1112"/>
                </a:lnTo>
                <a:lnTo>
                  <a:pt x="2185" y="1111"/>
                </a:lnTo>
                <a:lnTo>
                  <a:pt x="2184" y="1111"/>
                </a:lnTo>
                <a:lnTo>
                  <a:pt x="2184" y="1112"/>
                </a:lnTo>
                <a:lnTo>
                  <a:pt x="2183" y="1112"/>
                </a:lnTo>
                <a:lnTo>
                  <a:pt x="2182" y="1112"/>
                </a:lnTo>
                <a:lnTo>
                  <a:pt x="2182" y="1113"/>
                </a:lnTo>
                <a:lnTo>
                  <a:pt x="2181" y="1113"/>
                </a:lnTo>
                <a:lnTo>
                  <a:pt x="2182" y="1114"/>
                </a:lnTo>
                <a:lnTo>
                  <a:pt x="2182" y="1115"/>
                </a:lnTo>
                <a:lnTo>
                  <a:pt x="2181" y="1115"/>
                </a:lnTo>
                <a:lnTo>
                  <a:pt x="2180" y="1114"/>
                </a:lnTo>
                <a:lnTo>
                  <a:pt x="2178" y="1114"/>
                </a:lnTo>
                <a:lnTo>
                  <a:pt x="2178" y="1115"/>
                </a:lnTo>
                <a:lnTo>
                  <a:pt x="2177" y="1115"/>
                </a:lnTo>
                <a:lnTo>
                  <a:pt x="2176" y="1116"/>
                </a:lnTo>
                <a:lnTo>
                  <a:pt x="2175" y="1116"/>
                </a:lnTo>
                <a:lnTo>
                  <a:pt x="2174" y="1116"/>
                </a:lnTo>
                <a:lnTo>
                  <a:pt x="2174" y="1117"/>
                </a:lnTo>
                <a:lnTo>
                  <a:pt x="2175" y="1117"/>
                </a:lnTo>
                <a:lnTo>
                  <a:pt x="2175" y="1118"/>
                </a:lnTo>
                <a:lnTo>
                  <a:pt x="2174" y="1118"/>
                </a:lnTo>
                <a:lnTo>
                  <a:pt x="2175" y="1118"/>
                </a:lnTo>
                <a:lnTo>
                  <a:pt x="2174" y="1118"/>
                </a:lnTo>
                <a:lnTo>
                  <a:pt x="2174" y="1119"/>
                </a:lnTo>
                <a:lnTo>
                  <a:pt x="2174" y="1120"/>
                </a:lnTo>
                <a:lnTo>
                  <a:pt x="2173" y="1120"/>
                </a:lnTo>
                <a:lnTo>
                  <a:pt x="2173" y="1121"/>
                </a:lnTo>
                <a:lnTo>
                  <a:pt x="2172" y="1121"/>
                </a:lnTo>
                <a:lnTo>
                  <a:pt x="2172" y="1122"/>
                </a:lnTo>
                <a:lnTo>
                  <a:pt x="2171" y="1122"/>
                </a:lnTo>
                <a:lnTo>
                  <a:pt x="2170" y="1122"/>
                </a:lnTo>
                <a:lnTo>
                  <a:pt x="2169" y="1122"/>
                </a:lnTo>
                <a:lnTo>
                  <a:pt x="2170" y="1122"/>
                </a:lnTo>
                <a:lnTo>
                  <a:pt x="2169" y="1123"/>
                </a:lnTo>
                <a:lnTo>
                  <a:pt x="2168" y="1123"/>
                </a:lnTo>
                <a:lnTo>
                  <a:pt x="2167" y="1123"/>
                </a:lnTo>
                <a:lnTo>
                  <a:pt x="2166" y="1123"/>
                </a:lnTo>
                <a:lnTo>
                  <a:pt x="2166" y="1124"/>
                </a:lnTo>
                <a:lnTo>
                  <a:pt x="2165" y="1124"/>
                </a:lnTo>
                <a:lnTo>
                  <a:pt x="2165" y="1125"/>
                </a:lnTo>
                <a:lnTo>
                  <a:pt x="2164" y="1125"/>
                </a:lnTo>
                <a:lnTo>
                  <a:pt x="2164" y="1126"/>
                </a:lnTo>
                <a:lnTo>
                  <a:pt x="2163" y="1127"/>
                </a:lnTo>
                <a:lnTo>
                  <a:pt x="2162" y="1128"/>
                </a:lnTo>
                <a:lnTo>
                  <a:pt x="2161" y="1128"/>
                </a:lnTo>
                <a:lnTo>
                  <a:pt x="2161" y="1129"/>
                </a:lnTo>
                <a:lnTo>
                  <a:pt x="2160" y="1129"/>
                </a:lnTo>
                <a:lnTo>
                  <a:pt x="2161" y="1129"/>
                </a:lnTo>
                <a:lnTo>
                  <a:pt x="2160" y="1130"/>
                </a:lnTo>
                <a:lnTo>
                  <a:pt x="2159" y="1130"/>
                </a:lnTo>
                <a:lnTo>
                  <a:pt x="2159" y="1131"/>
                </a:lnTo>
                <a:lnTo>
                  <a:pt x="2158" y="1132"/>
                </a:lnTo>
                <a:lnTo>
                  <a:pt x="2157" y="1132"/>
                </a:lnTo>
                <a:lnTo>
                  <a:pt x="2156" y="1132"/>
                </a:lnTo>
                <a:lnTo>
                  <a:pt x="2155" y="1132"/>
                </a:lnTo>
                <a:lnTo>
                  <a:pt x="2155" y="1133"/>
                </a:lnTo>
                <a:lnTo>
                  <a:pt x="2154" y="1134"/>
                </a:lnTo>
                <a:lnTo>
                  <a:pt x="2153" y="1135"/>
                </a:lnTo>
                <a:lnTo>
                  <a:pt x="2152" y="1135"/>
                </a:lnTo>
                <a:lnTo>
                  <a:pt x="2151" y="1134"/>
                </a:lnTo>
                <a:lnTo>
                  <a:pt x="2150" y="1135"/>
                </a:lnTo>
                <a:lnTo>
                  <a:pt x="2150" y="1136"/>
                </a:lnTo>
                <a:lnTo>
                  <a:pt x="2149" y="1136"/>
                </a:lnTo>
                <a:lnTo>
                  <a:pt x="2148" y="1136"/>
                </a:lnTo>
                <a:lnTo>
                  <a:pt x="2148" y="1135"/>
                </a:lnTo>
                <a:lnTo>
                  <a:pt x="2147" y="1135"/>
                </a:lnTo>
                <a:lnTo>
                  <a:pt x="2148" y="1135"/>
                </a:lnTo>
                <a:lnTo>
                  <a:pt x="2148" y="1134"/>
                </a:lnTo>
                <a:lnTo>
                  <a:pt x="2147" y="1134"/>
                </a:lnTo>
                <a:lnTo>
                  <a:pt x="2146" y="1134"/>
                </a:lnTo>
                <a:lnTo>
                  <a:pt x="2145" y="1134"/>
                </a:lnTo>
                <a:lnTo>
                  <a:pt x="2144" y="1134"/>
                </a:lnTo>
                <a:lnTo>
                  <a:pt x="2143" y="1134"/>
                </a:lnTo>
                <a:lnTo>
                  <a:pt x="2143" y="1133"/>
                </a:lnTo>
                <a:lnTo>
                  <a:pt x="2142" y="1133"/>
                </a:lnTo>
                <a:lnTo>
                  <a:pt x="2141" y="1132"/>
                </a:lnTo>
                <a:lnTo>
                  <a:pt x="2141" y="1133"/>
                </a:lnTo>
                <a:lnTo>
                  <a:pt x="2140" y="1133"/>
                </a:lnTo>
                <a:lnTo>
                  <a:pt x="2139" y="1133"/>
                </a:lnTo>
                <a:lnTo>
                  <a:pt x="2138" y="1133"/>
                </a:lnTo>
                <a:lnTo>
                  <a:pt x="2138" y="1134"/>
                </a:lnTo>
                <a:lnTo>
                  <a:pt x="2137" y="1133"/>
                </a:lnTo>
                <a:lnTo>
                  <a:pt x="2136" y="1133"/>
                </a:lnTo>
                <a:lnTo>
                  <a:pt x="2136" y="1134"/>
                </a:lnTo>
                <a:lnTo>
                  <a:pt x="2137" y="1134"/>
                </a:lnTo>
                <a:lnTo>
                  <a:pt x="2137" y="1135"/>
                </a:lnTo>
                <a:lnTo>
                  <a:pt x="2137" y="1136"/>
                </a:lnTo>
                <a:lnTo>
                  <a:pt x="2136" y="1136"/>
                </a:lnTo>
                <a:lnTo>
                  <a:pt x="2135" y="1135"/>
                </a:lnTo>
                <a:lnTo>
                  <a:pt x="2134" y="1135"/>
                </a:lnTo>
                <a:lnTo>
                  <a:pt x="2133" y="1136"/>
                </a:lnTo>
                <a:lnTo>
                  <a:pt x="2133" y="1135"/>
                </a:lnTo>
                <a:lnTo>
                  <a:pt x="2133" y="1136"/>
                </a:lnTo>
                <a:lnTo>
                  <a:pt x="2132" y="1136"/>
                </a:lnTo>
                <a:lnTo>
                  <a:pt x="2131" y="1135"/>
                </a:lnTo>
                <a:lnTo>
                  <a:pt x="2131" y="1136"/>
                </a:lnTo>
                <a:lnTo>
                  <a:pt x="2131" y="1137"/>
                </a:lnTo>
                <a:lnTo>
                  <a:pt x="2131" y="1138"/>
                </a:lnTo>
                <a:lnTo>
                  <a:pt x="2130" y="1138"/>
                </a:lnTo>
                <a:lnTo>
                  <a:pt x="2130" y="1137"/>
                </a:lnTo>
                <a:lnTo>
                  <a:pt x="2129" y="1137"/>
                </a:lnTo>
                <a:lnTo>
                  <a:pt x="2128" y="1137"/>
                </a:lnTo>
                <a:lnTo>
                  <a:pt x="2128" y="1138"/>
                </a:lnTo>
                <a:lnTo>
                  <a:pt x="2128" y="1139"/>
                </a:lnTo>
                <a:lnTo>
                  <a:pt x="2128" y="1138"/>
                </a:lnTo>
                <a:lnTo>
                  <a:pt x="2126" y="1138"/>
                </a:lnTo>
                <a:lnTo>
                  <a:pt x="2124" y="1138"/>
                </a:lnTo>
                <a:lnTo>
                  <a:pt x="2123" y="1138"/>
                </a:lnTo>
                <a:lnTo>
                  <a:pt x="2123" y="1139"/>
                </a:lnTo>
                <a:lnTo>
                  <a:pt x="2122" y="1140"/>
                </a:lnTo>
                <a:lnTo>
                  <a:pt x="2122" y="1141"/>
                </a:lnTo>
                <a:lnTo>
                  <a:pt x="2122" y="1140"/>
                </a:lnTo>
                <a:lnTo>
                  <a:pt x="2121" y="1140"/>
                </a:lnTo>
                <a:lnTo>
                  <a:pt x="2120" y="1140"/>
                </a:lnTo>
                <a:lnTo>
                  <a:pt x="2120" y="1141"/>
                </a:lnTo>
                <a:lnTo>
                  <a:pt x="2119" y="1141"/>
                </a:lnTo>
                <a:lnTo>
                  <a:pt x="2119" y="1142"/>
                </a:lnTo>
                <a:lnTo>
                  <a:pt x="2118" y="1142"/>
                </a:lnTo>
                <a:lnTo>
                  <a:pt x="2118" y="1143"/>
                </a:lnTo>
                <a:lnTo>
                  <a:pt x="2117" y="1143"/>
                </a:lnTo>
                <a:lnTo>
                  <a:pt x="2116" y="1143"/>
                </a:lnTo>
                <a:lnTo>
                  <a:pt x="2116" y="1144"/>
                </a:lnTo>
                <a:lnTo>
                  <a:pt x="2115" y="1144"/>
                </a:lnTo>
                <a:lnTo>
                  <a:pt x="2114" y="1144"/>
                </a:lnTo>
                <a:lnTo>
                  <a:pt x="2113" y="1145"/>
                </a:lnTo>
                <a:lnTo>
                  <a:pt x="2112" y="1145"/>
                </a:lnTo>
                <a:lnTo>
                  <a:pt x="2111" y="1144"/>
                </a:lnTo>
                <a:lnTo>
                  <a:pt x="2109" y="1144"/>
                </a:lnTo>
                <a:lnTo>
                  <a:pt x="2109" y="1145"/>
                </a:lnTo>
                <a:lnTo>
                  <a:pt x="2108" y="1146"/>
                </a:lnTo>
                <a:lnTo>
                  <a:pt x="2107" y="1146"/>
                </a:lnTo>
                <a:lnTo>
                  <a:pt x="2107" y="1147"/>
                </a:lnTo>
                <a:lnTo>
                  <a:pt x="2106" y="1146"/>
                </a:lnTo>
                <a:lnTo>
                  <a:pt x="2105" y="1146"/>
                </a:lnTo>
                <a:lnTo>
                  <a:pt x="2105" y="1147"/>
                </a:lnTo>
                <a:lnTo>
                  <a:pt x="2104" y="1147"/>
                </a:lnTo>
                <a:lnTo>
                  <a:pt x="2103" y="1147"/>
                </a:lnTo>
                <a:lnTo>
                  <a:pt x="2103" y="1148"/>
                </a:lnTo>
                <a:lnTo>
                  <a:pt x="2102" y="1148"/>
                </a:lnTo>
                <a:lnTo>
                  <a:pt x="2102" y="1149"/>
                </a:lnTo>
                <a:lnTo>
                  <a:pt x="2101" y="1149"/>
                </a:lnTo>
                <a:lnTo>
                  <a:pt x="2100" y="1149"/>
                </a:lnTo>
                <a:lnTo>
                  <a:pt x="2099" y="1150"/>
                </a:lnTo>
                <a:lnTo>
                  <a:pt x="2099" y="1151"/>
                </a:lnTo>
                <a:lnTo>
                  <a:pt x="2100" y="1152"/>
                </a:lnTo>
                <a:lnTo>
                  <a:pt x="2100" y="1151"/>
                </a:lnTo>
                <a:lnTo>
                  <a:pt x="2101" y="1151"/>
                </a:lnTo>
                <a:lnTo>
                  <a:pt x="2101" y="1152"/>
                </a:lnTo>
                <a:lnTo>
                  <a:pt x="2102" y="1152"/>
                </a:lnTo>
                <a:lnTo>
                  <a:pt x="2101" y="1152"/>
                </a:lnTo>
                <a:lnTo>
                  <a:pt x="2100" y="1152"/>
                </a:lnTo>
                <a:lnTo>
                  <a:pt x="2100" y="1153"/>
                </a:lnTo>
                <a:lnTo>
                  <a:pt x="2101" y="1153"/>
                </a:lnTo>
                <a:lnTo>
                  <a:pt x="2101" y="1154"/>
                </a:lnTo>
                <a:lnTo>
                  <a:pt x="2100" y="1154"/>
                </a:lnTo>
                <a:lnTo>
                  <a:pt x="2100" y="1155"/>
                </a:lnTo>
                <a:lnTo>
                  <a:pt x="2099" y="1155"/>
                </a:lnTo>
                <a:lnTo>
                  <a:pt x="2098" y="1155"/>
                </a:lnTo>
                <a:lnTo>
                  <a:pt x="2097" y="1155"/>
                </a:lnTo>
                <a:lnTo>
                  <a:pt x="2097" y="1156"/>
                </a:lnTo>
                <a:lnTo>
                  <a:pt x="2097" y="1157"/>
                </a:lnTo>
                <a:lnTo>
                  <a:pt x="2098" y="1157"/>
                </a:lnTo>
                <a:lnTo>
                  <a:pt x="2098" y="1158"/>
                </a:lnTo>
                <a:lnTo>
                  <a:pt x="2097" y="1158"/>
                </a:lnTo>
                <a:lnTo>
                  <a:pt x="2097" y="1159"/>
                </a:lnTo>
                <a:lnTo>
                  <a:pt x="2098" y="1159"/>
                </a:lnTo>
                <a:lnTo>
                  <a:pt x="2098" y="1160"/>
                </a:lnTo>
                <a:lnTo>
                  <a:pt x="2097" y="1160"/>
                </a:lnTo>
                <a:lnTo>
                  <a:pt x="2096" y="1160"/>
                </a:lnTo>
                <a:lnTo>
                  <a:pt x="2095" y="1160"/>
                </a:lnTo>
                <a:lnTo>
                  <a:pt x="2095" y="1161"/>
                </a:lnTo>
                <a:lnTo>
                  <a:pt x="2094" y="1161"/>
                </a:lnTo>
                <a:lnTo>
                  <a:pt x="2094" y="1162"/>
                </a:lnTo>
                <a:lnTo>
                  <a:pt x="2095" y="1162"/>
                </a:lnTo>
                <a:lnTo>
                  <a:pt x="2094" y="1163"/>
                </a:lnTo>
                <a:lnTo>
                  <a:pt x="2093" y="1163"/>
                </a:lnTo>
                <a:lnTo>
                  <a:pt x="2092" y="1162"/>
                </a:lnTo>
                <a:lnTo>
                  <a:pt x="2091" y="1162"/>
                </a:lnTo>
                <a:lnTo>
                  <a:pt x="2090" y="1162"/>
                </a:lnTo>
                <a:lnTo>
                  <a:pt x="2089" y="1162"/>
                </a:lnTo>
                <a:lnTo>
                  <a:pt x="2089" y="1163"/>
                </a:lnTo>
                <a:lnTo>
                  <a:pt x="2088" y="1163"/>
                </a:lnTo>
                <a:lnTo>
                  <a:pt x="2087" y="1163"/>
                </a:lnTo>
                <a:lnTo>
                  <a:pt x="2087" y="1164"/>
                </a:lnTo>
                <a:lnTo>
                  <a:pt x="2087" y="1165"/>
                </a:lnTo>
                <a:lnTo>
                  <a:pt x="2086" y="1165"/>
                </a:lnTo>
                <a:lnTo>
                  <a:pt x="2085" y="1165"/>
                </a:lnTo>
                <a:lnTo>
                  <a:pt x="2085" y="1166"/>
                </a:lnTo>
                <a:lnTo>
                  <a:pt x="2085" y="1167"/>
                </a:lnTo>
                <a:lnTo>
                  <a:pt x="2085" y="1168"/>
                </a:lnTo>
                <a:lnTo>
                  <a:pt x="2084" y="1169"/>
                </a:lnTo>
                <a:lnTo>
                  <a:pt x="2084" y="1168"/>
                </a:lnTo>
                <a:lnTo>
                  <a:pt x="2083" y="1168"/>
                </a:lnTo>
                <a:lnTo>
                  <a:pt x="2082" y="1168"/>
                </a:lnTo>
                <a:lnTo>
                  <a:pt x="2082" y="1169"/>
                </a:lnTo>
                <a:lnTo>
                  <a:pt x="2083" y="1169"/>
                </a:lnTo>
                <a:lnTo>
                  <a:pt x="2082" y="1170"/>
                </a:lnTo>
                <a:lnTo>
                  <a:pt x="2082" y="1169"/>
                </a:lnTo>
                <a:lnTo>
                  <a:pt x="2081" y="1169"/>
                </a:lnTo>
                <a:lnTo>
                  <a:pt x="2081" y="1170"/>
                </a:lnTo>
                <a:lnTo>
                  <a:pt x="2081" y="1171"/>
                </a:lnTo>
                <a:lnTo>
                  <a:pt x="2080" y="1171"/>
                </a:lnTo>
                <a:lnTo>
                  <a:pt x="2081" y="1171"/>
                </a:lnTo>
                <a:lnTo>
                  <a:pt x="2082" y="1171"/>
                </a:lnTo>
                <a:lnTo>
                  <a:pt x="2083" y="1172"/>
                </a:lnTo>
                <a:lnTo>
                  <a:pt x="2083" y="1173"/>
                </a:lnTo>
                <a:lnTo>
                  <a:pt x="2082" y="1173"/>
                </a:lnTo>
                <a:lnTo>
                  <a:pt x="2081" y="1173"/>
                </a:lnTo>
                <a:lnTo>
                  <a:pt x="2080" y="1173"/>
                </a:lnTo>
                <a:lnTo>
                  <a:pt x="2079" y="1173"/>
                </a:lnTo>
                <a:lnTo>
                  <a:pt x="2079" y="1174"/>
                </a:lnTo>
                <a:lnTo>
                  <a:pt x="2078" y="1174"/>
                </a:lnTo>
                <a:lnTo>
                  <a:pt x="2078" y="1175"/>
                </a:lnTo>
                <a:lnTo>
                  <a:pt x="2077" y="1175"/>
                </a:lnTo>
                <a:lnTo>
                  <a:pt x="2077" y="1176"/>
                </a:lnTo>
                <a:lnTo>
                  <a:pt x="2076" y="1176"/>
                </a:lnTo>
                <a:lnTo>
                  <a:pt x="2075" y="1176"/>
                </a:lnTo>
                <a:lnTo>
                  <a:pt x="2074" y="1176"/>
                </a:lnTo>
                <a:lnTo>
                  <a:pt x="2074" y="1177"/>
                </a:lnTo>
                <a:lnTo>
                  <a:pt x="2074" y="1178"/>
                </a:lnTo>
                <a:lnTo>
                  <a:pt x="2074" y="1179"/>
                </a:lnTo>
                <a:lnTo>
                  <a:pt x="2073" y="1179"/>
                </a:lnTo>
                <a:lnTo>
                  <a:pt x="2072" y="1179"/>
                </a:lnTo>
                <a:lnTo>
                  <a:pt x="2072" y="1180"/>
                </a:lnTo>
                <a:lnTo>
                  <a:pt x="2072" y="1181"/>
                </a:lnTo>
                <a:lnTo>
                  <a:pt x="2071" y="1181"/>
                </a:lnTo>
                <a:lnTo>
                  <a:pt x="2071" y="1182"/>
                </a:lnTo>
                <a:lnTo>
                  <a:pt x="2070" y="1182"/>
                </a:lnTo>
                <a:lnTo>
                  <a:pt x="2070" y="1183"/>
                </a:lnTo>
                <a:lnTo>
                  <a:pt x="2070" y="1184"/>
                </a:lnTo>
                <a:lnTo>
                  <a:pt x="2069" y="1184"/>
                </a:lnTo>
                <a:lnTo>
                  <a:pt x="2068" y="1184"/>
                </a:lnTo>
                <a:lnTo>
                  <a:pt x="2068" y="1185"/>
                </a:lnTo>
                <a:lnTo>
                  <a:pt x="2068" y="1186"/>
                </a:lnTo>
                <a:lnTo>
                  <a:pt x="2068" y="1187"/>
                </a:lnTo>
                <a:lnTo>
                  <a:pt x="2069" y="1187"/>
                </a:lnTo>
                <a:lnTo>
                  <a:pt x="2069" y="1188"/>
                </a:lnTo>
                <a:lnTo>
                  <a:pt x="2069" y="1189"/>
                </a:lnTo>
                <a:lnTo>
                  <a:pt x="2067" y="1190"/>
                </a:lnTo>
                <a:lnTo>
                  <a:pt x="2066" y="1191"/>
                </a:lnTo>
                <a:lnTo>
                  <a:pt x="2066" y="1192"/>
                </a:lnTo>
                <a:lnTo>
                  <a:pt x="2065" y="1192"/>
                </a:lnTo>
                <a:lnTo>
                  <a:pt x="2064" y="1192"/>
                </a:lnTo>
                <a:lnTo>
                  <a:pt x="2063" y="1192"/>
                </a:lnTo>
                <a:lnTo>
                  <a:pt x="2062" y="1192"/>
                </a:lnTo>
                <a:lnTo>
                  <a:pt x="2062" y="1191"/>
                </a:lnTo>
                <a:lnTo>
                  <a:pt x="2061" y="1191"/>
                </a:lnTo>
                <a:lnTo>
                  <a:pt x="2060" y="1191"/>
                </a:lnTo>
                <a:lnTo>
                  <a:pt x="2060" y="1190"/>
                </a:lnTo>
                <a:lnTo>
                  <a:pt x="2060" y="1189"/>
                </a:lnTo>
                <a:lnTo>
                  <a:pt x="2059" y="1189"/>
                </a:lnTo>
                <a:lnTo>
                  <a:pt x="2059" y="1188"/>
                </a:lnTo>
                <a:lnTo>
                  <a:pt x="2059" y="1187"/>
                </a:lnTo>
                <a:lnTo>
                  <a:pt x="2060" y="1187"/>
                </a:lnTo>
                <a:lnTo>
                  <a:pt x="2059" y="1187"/>
                </a:lnTo>
                <a:lnTo>
                  <a:pt x="2060" y="1186"/>
                </a:lnTo>
                <a:lnTo>
                  <a:pt x="2060" y="1185"/>
                </a:lnTo>
                <a:lnTo>
                  <a:pt x="2061" y="1185"/>
                </a:lnTo>
                <a:lnTo>
                  <a:pt x="2061" y="1184"/>
                </a:lnTo>
                <a:lnTo>
                  <a:pt x="2060" y="1184"/>
                </a:lnTo>
                <a:lnTo>
                  <a:pt x="2059" y="1183"/>
                </a:lnTo>
                <a:lnTo>
                  <a:pt x="2060" y="1183"/>
                </a:lnTo>
                <a:lnTo>
                  <a:pt x="2061" y="1183"/>
                </a:lnTo>
                <a:lnTo>
                  <a:pt x="2061" y="1182"/>
                </a:lnTo>
                <a:lnTo>
                  <a:pt x="2060" y="1182"/>
                </a:lnTo>
                <a:lnTo>
                  <a:pt x="2061" y="1181"/>
                </a:lnTo>
                <a:lnTo>
                  <a:pt x="2060" y="1180"/>
                </a:lnTo>
                <a:lnTo>
                  <a:pt x="2061" y="1179"/>
                </a:lnTo>
                <a:lnTo>
                  <a:pt x="2060" y="1179"/>
                </a:lnTo>
                <a:lnTo>
                  <a:pt x="2060" y="1180"/>
                </a:lnTo>
                <a:lnTo>
                  <a:pt x="2059" y="1180"/>
                </a:lnTo>
                <a:lnTo>
                  <a:pt x="2059" y="1179"/>
                </a:lnTo>
                <a:lnTo>
                  <a:pt x="2058" y="1179"/>
                </a:lnTo>
                <a:lnTo>
                  <a:pt x="2058" y="1178"/>
                </a:lnTo>
                <a:lnTo>
                  <a:pt x="2058" y="1176"/>
                </a:lnTo>
                <a:lnTo>
                  <a:pt x="2058" y="1175"/>
                </a:lnTo>
                <a:lnTo>
                  <a:pt x="2057" y="1175"/>
                </a:lnTo>
                <a:lnTo>
                  <a:pt x="2056" y="1174"/>
                </a:lnTo>
                <a:lnTo>
                  <a:pt x="2056" y="1173"/>
                </a:lnTo>
                <a:lnTo>
                  <a:pt x="2056" y="1172"/>
                </a:lnTo>
                <a:lnTo>
                  <a:pt x="2056" y="1171"/>
                </a:lnTo>
                <a:lnTo>
                  <a:pt x="2055" y="1170"/>
                </a:lnTo>
                <a:lnTo>
                  <a:pt x="2053" y="1169"/>
                </a:lnTo>
                <a:lnTo>
                  <a:pt x="2053" y="1168"/>
                </a:lnTo>
                <a:lnTo>
                  <a:pt x="2053" y="1167"/>
                </a:lnTo>
                <a:lnTo>
                  <a:pt x="2053" y="1166"/>
                </a:lnTo>
                <a:lnTo>
                  <a:pt x="2053" y="1165"/>
                </a:lnTo>
                <a:lnTo>
                  <a:pt x="2053" y="1164"/>
                </a:lnTo>
                <a:lnTo>
                  <a:pt x="2053" y="1163"/>
                </a:lnTo>
                <a:lnTo>
                  <a:pt x="2052" y="1163"/>
                </a:lnTo>
                <a:lnTo>
                  <a:pt x="2051" y="1163"/>
                </a:lnTo>
                <a:lnTo>
                  <a:pt x="2051" y="1162"/>
                </a:lnTo>
                <a:lnTo>
                  <a:pt x="2050" y="1161"/>
                </a:lnTo>
                <a:lnTo>
                  <a:pt x="2050" y="1160"/>
                </a:lnTo>
                <a:lnTo>
                  <a:pt x="2049" y="1160"/>
                </a:lnTo>
                <a:lnTo>
                  <a:pt x="2048" y="1160"/>
                </a:lnTo>
                <a:lnTo>
                  <a:pt x="2048" y="1159"/>
                </a:lnTo>
                <a:lnTo>
                  <a:pt x="2048" y="1158"/>
                </a:lnTo>
                <a:lnTo>
                  <a:pt x="2047" y="1156"/>
                </a:lnTo>
                <a:lnTo>
                  <a:pt x="2046" y="1156"/>
                </a:lnTo>
                <a:lnTo>
                  <a:pt x="2046" y="1155"/>
                </a:lnTo>
                <a:lnTo>
                  <a:pt x="2046" y="1153"/>
                </a:lnTo>
                <a:lnTo>
                  <a:pt x="2044" y="1151"/>
                </a:lnTo>
                <a:lnTo>
                  <a:pt x="2043" y="1151"/>
                </a:lnTo>
                <a:lnTo>
                  <a:pt x="2042" y="1151"/>
                </a:lnTo>
                <a:lnTo>
                  <a:pt x="2043" y="1150"/>
                </a:lnTo>
                <a:lnTo>
                  <a:pt x="2042" y="1149"/>
                </a:lnTo>
                <a:lnTo>
                  <a:pt x="2042" y="1148"/>
                </a:lnTo>
                <a:lnTo>
                  <a:pt x="2042" y="1146"/>
                </a:lnTo>
                <a:lnTo>
                  <a:pt x="2043" y="1146"/>
                </a:lnTo>
                <a:lnTo>
                  <a:pt x="2043" y="1145"/>
                </a:lnTo>
                <a:lnTo>
                  <a:pt x="2044" y="1144"/>
                </a:lnTo>
                <a:lnTo>
                  <a:pt x="2043" y="1144"/>
                </a:lnTo>
                <a:lnTo>
                  <a:pt x="2044" y="1143"/>
                </a:lnTo>
                <a:lnTo>
                  <a:pt x="2044" y="1142"/>
                </a:lnTo>
                <a:lnTo>
                  <a:pt x="2043" y="1141"/>
                </a:lnTo>
                <a:lnTo>
                  <a:pt x="2043" y="1140"/>
                </a:lnTo>
                <a:lnTo>
                  <a:pt x="2043" y="1139"/>
                </a:lnTo>
                <a:lnTo>
                  <a:pt x="2042" y="1139"/>
                </a:lnTo>
                <a:lnTo>
                  <a:pt x="2041" y="1139"/>
                </a:lnTo>
                <a:lnTo>
                  <a:pt x="2040" y="1139"/>
                </a:lnTo>
                <a:lnTo>
                  <a:pt x="2039" y="1139"/>
                </a:lnTo>
                <a:lnTo>
                  <a:pt x="2038" y="1139"/>
                </a:lnTo>
                <a:lnTo>
                  <a:pt x="2037" y="1139"/>
                </a:lnTo>
                <a:lnTo>
                  <a:pt x="2035" y="1139"/>
                </a:lnTo>
                <a:lnTo>
                  <a:pt x="2036" y="1139"/>
                </a:lnTo>
                <a:lnTo>
                  <a:pt x="2035" y="1139"/>
                </a:lnTo>
                <a:lnTo>
                  <a:pt x="2034" y="1139"/>
                </a:lnTo>
                <a:lnTo>
                  <a:pt x="2033" y="1139"/>
                </a:lnTo>
                <a:lnTo>
                  <a:pt x="2033" y="1138"/>
                </a:lnTo>
                <a:lnTo>
                  <a:pt x="2032" y="1138"/>
                </a:lnTo>
                <a:lnTo>
                  <a:pt x="2031" y="1139"/>
                </a:lnTo>
                <a:lnTo>
                  <a:pt x="2031" y="1138"/>
                </a:lnTo>
                <a:lnTo>
                  <a:pt x="2032" y="1138"/>
                </a:lnTo>
                <a:lnTo>
                  <a:pt x="2031" y="1138"/>
                </a:lnTo>
                <a:lnTo>
                  <a:pt x="2030" y="1138"/>
                </a:lnTo>
                <a:lnTo>
                  <a:pt x="2028" y="1137"/>
                </a:lnTo>
                <a:lnTo>
                  <a:pt x="2028" y="1136"/>
                </a:lnTo>
                <a:lnTo>
                  <a:pt x="2027" y="1136"/>
                </a:lnTo>
                <a:lnTo>
                  <a:pt x="2026" y="1137"/>
                </a:lnTo>
                <a:lnTo>
                  <a:pt x="2025" y="1137"/>
                </a:lnTo>
                <a:lnTo>
                  <a:pt x="2024" y="1136"/>
                </a:lnTo>
                <a:lnTo>
                  <a:pt x="2023" y="1135"/>
                </a:lnTo>
                <a:lnTo>
                  <a:pt x="2022" y="1135"/>
                </a:lnTo>
                <a:lnTo>
                  <a:pt x="2022" y="1134"/>
                </a:lnTo>
                <a:lnTo>
                  <a:pt x="2021" y="1133"/>
                </a:lnTo>
                <a:lnTo>
                  <a:pt x="2020" y="1132"/>
                </a:lnTo>
                <a:lnTo>
                  <a:pt x="2019" y="1132"/>
                </a:lnTo>
                <a:lnTo>
                  <a:pt x="2018" y="1132"/>
                </a:lnTo>
                <a:lnTo>
                  <a:pt x="2018" y="1131"/>
                </a:lnTo>
                <a:lnTo>
                  <a:pt x="2018" y="1130"/>
                </a:lnTo>
                <a:lnTo>
                  <a:pt x="2018" y="1131"/>
                </a:lnTo>
                <a:lnTo>
                  <a:pt x="2017" y="1131"/>
                </a:lnTo>
                <a:lnTo>
                  <a:pt x="2016" y="1131"/>
                </a:lnTo>
                <a:lnTo>
                  <a:pt x="2015" y="1131"/>
                </a:lnTo>
                <a:lnTo>
                  <a:pt x="2015" y="1130"/>
                </a:lnTo>
                <a:lnTo>
                  <a:pt x="2016" y="1130"/>
                </a:lnTo>
                <a:lnTo>
                  <a:pt x="2016" y="1128"/>
                </a:lnTo>
                <a:lnTo>
                  <a:pt x="2017" y="1128"/>
                </a:lnTo>
                <a:lnTo>
                  <a:pt x="2018" y="1127"/>
                </a:lnTo>
                <a:lnTo>
                  <a:pt x="2018" y="1126"/>
                </a:lnTo>
                <a:lnTo>
                  <a:pt x="2018" y="1125"/>
                </a:lnTo>
                <a:lnTo>
                  <a:pt x="2018" y="1124"/>
                </a:lnTo>
                <a:lnTo>
                  <a:pt x="2016" y="1124"/>
                </a:lnTo>
                <a:lnTo>
                  <a:pt x="2015" y="1124"/>
                </a:lnTo>
                <a:lnTo>
                  <a:pt x="2014" y="1123"/>
                </a:lnTo>
                <a:lnTo>
                  <a:pt x="2013" y="1123"/>
                </a:lnTo>
                <a:lnTo>
                  <a:pt x="2013" y="1122"/>
                </a:lnTo>
                <a:lnTo>
                  <a:pt x="2012" y="1121"/>
                </a:lnTo>
                <a:lnTo>
                  <a:pt x="2012" y="1122"/>
                </a:lnTo>
                <a:lnTo>
                  <a:pt x="2011" y="1123"/>
                </a:lnTo>
                <a:lnTo>
                  <a:pt x="2011" y="1124"/>
                </a:lnTo>
                <a:lnTo>
                  <a:pt x="2011" y="1125"/>
                </a:lnTo>
                <a:lnTo>
                  <a:pt x="2010" y="1125"/>
                </a:lnTo>
                <a:lnTo>
                  <a:pt x="2009" y="1126"/>
                </a:lnTo>
                <a:lnTo>
                  <a:pt x="2008" y="1127"/>
                </a:lnTo>
                <a:lnTo>
                  <a:pt x="2007" y="1127"/>
                </a:lnTo>
                <a:lnTo>
                  <a:pt x="2006" y="1127"/>
                </a:lnTo>
                <a:lnTo>
                  <a:pt x="2006" y="1128"/>
                </a:lnTo>
                <a:lnTo>
                  <a:pt x="2006" y="1129"/>
                </a:lnTo>
                <a:lnTo>
                  <a:pt x="2004" y="1129"/>
                </a:lnTo>
                <a:lnTo>
                  <a:pt x="2002" y="1130"/>
                </a:lnTo>
                <a:lnTo>
                  <a:pt x="2000" y="1130"/>
                </a:lnTo>
                <a:lnTo>
                  <a:pt x="1999" y="1130"/>
                </a:lnTo>
                <a:lnTo>
                  <a:pt x="1998" y="1130"/>
                </a:lnTo>
                <a:lnTo>
                  <a:pt x="1997" y="1130"/>
                </a:lnTo>
                <a:lnTo>
                  <a:pt x="1997" y="1131"/>
                </a:lnTo>
                <a:lnTo>
                  <a:pt x="1997" y="1132"/>
                </a:lnTo>
                <a:lnTo>
                  <a:pt x="1996" y="1132"/>
                </a:lnTo>
                <a:lnTo>
                  <a:pt x="1994" y="1133"/>
                </a:lnTo>
                <a:lnTo>
                  <a:pt x="1993" y="1133"/>
                </a:lnTo>
                <a:lnTo>
                  <a:pt x="1992" y="1134"/>
                </a:lnTo>
                <a:lnTo>
                  <a:pt x="1992" y="1135"/>
                </a:lnTo>
                <a:lnTo>
                  <a:pt x="1991" y="1135"/>
                </a:lnTo>
                <a:lnTo>
                  <a:pt x="1992" y="1135"/>
                </a:lnTo>
                <a:lnTo>
                  <a:pt x="1992" y="1136"/>
                </a:lnTo>
                <a:lnTo>
                  <a:pt x="1991" y="1136"/>
                </a:lnTo>
                <a:lnTo>
                  <a:pt x="1991" y="1137"/>
                </a:lnTo>
                <a:lnTo>
                  <a:pt x="1990" y="1138"/>
                </a:lnTo>
                <a:lnTo>
                  <a:pt x="1989" y="1138"/>
                </a:lnTo>
                <a:lnTo>
                  <a:pt x="1989" y="1139"/>
                </a:lnTo>
                <a:lnTo>
                  <a:pt x="1989" y="1140"/>
                </a:lnTo>
                <a:lnTo>
                  <a:pt x="1988" y="1140"/>
                </a:lnTo>
                <a:lnTo>
                  <a:pt x="1988" y="1141"/>
                </a:lnTo>
                <a:lnTo>
                  <a:pt x="1989" y="1141"/>
                </a:lnTo>
                <a:lnTo>
                  <a:pt x="1989" y="1142"/>
                </a:lnTo>
                <a:lnTo>
                  <a:pt x="1990" y="1142"/>
                </a:lnTo>
                <a:lnTo>
                  <a:pt x="1991" y="1142"/>
                </a:lnTo>
                <a:lnTo>
                  <a:pt x="1992" y="1144"/>
                </a:lnTo>
                <a:lnTo>
                  <a:pt x="1992" y="1145"/>
                </a:lnTo>
                <a:lnTo>
                  <a:pt x="1993" y="1145"/>
                </a:lnTo>
                <a:lnTo>
                  <a:pt x="1993" y="1146"/>
                </a:lnTo>
                <a:lnTo>
                  <a:pt x="1993" y="1145"/>
                </a:lnTo>
                <a:lnTo>
                  <a:pt x="1994" y="1146"/>
                </a:lnTo>
                <a:lnTo>
                  <a:pt x="1994" y="1147"/>
                </a:lnTo>
                <a:lnTo>
                  <a:pt x="1994" y="1148"/>
                </a:lnTo>
                <a:lnTo>
                  <a:pt x="1994" y="1149"/>
                </a:lnTo>
                <a:lnTo>
                  <a:pt x="1995" y="1149"/>
                </a:lnTo>
                <a:lnTo>
                  <a:pt x="1996" y="1149"/>
                </a:lnTo>
                <a:lnTo>
                  <a:pt x="1997" y="1149"/>
                </a:lnTo>
                <a:lnTo>
                  <a:pt x="1998" y="1149"/>
                </a:lnTo>
                <a:lnTo>
                  <a:pt x="1999" y="1150"/>
                </a:lnTo>
                <a:lnTo>
                  <a:pt x="2000" y="1150"/>
                </a:lnTo>
                <a:lnTo>
                  <a:pt x="2001" y="1152"/>
                </a:lnTo>
                <a:lnTo>
                  <a:pt x="2001" y="1153"/>
                </a:lnTo>
                <a:lnTo>
                  <a:pt x="2000" y="1153"/>
                </a:lnTo>
                <a:lnTo>
                  <a:pt x="2000" y="1154"/>
                </a:lnTo>
                <a:lnTo>
                  <a:pt x="2001" y="1154"/>
                </a:lnTo>
                <a:lnTo>
                  <a:pt x="2001" y="1155"/>
                </a:lnTo>
                <a:lnTo>
                  <a:pt x="2001" y="1156"/>
                </a:lnTo>
                <a:lnTo>
                  <a:pt x="2001" y="1157"/>
                </a:lnTo>
                <a:lnTo>
                  <a:pt x="2000" y="1158"/>
                </a:lnTo>
                <a:lnTo>
                  <a:pt x="2000" y="1159"/>
                </a:lnTo>
                <a:lnTo>
                  <a:pt x="2000" y="1160"/>
                </a:lnTo>
                <a:lnTo>
                  <a:pt x="1999" y="1160"/>
                </a:lnTo>
                <a:lnTo>
                  <a:pt x="1999" y="1161"/>
                </a:lnTo>
                <a:lnTo>
                  <a:pt x="1998" y="1161"/>
                </a:lnTo>
                <a:lnTo>
                  <a:pt x="1998" y="1162"/>
                </a:lnTo>
                <a:lnTo>
                  <a:pt x="1997" y="1163"/>
                </a:lnTo>
                <a:lnTo>
                  <a:pt x="1996" y="1163"/>
                </a:lnTo>
                <a:lnTo>
                  <a:pt x="1996" y="1164"/>
                </a:lnTo>
                <a:lnTo>
                  <a:pt x="1996" y="1166"/>
                </a:lnTo>
                <a:lnTo>
                  <a:pt x="1996" y="1167"/>
                </a:lnTo>
                <a:lnTo>
                  <a:pt x="1996" y="1168"/>
                </a:lnTo>
                <a:lnTo>
                  <a:pt x="1997" y="1168"/>
                </a:lnTo>
                <a:lnTo>
                  <a:pt x="1997" y="1171"/>
                </a:lnTo>
                <a:lnTo>
                  <a:pt x="1996" y="1171"/>
                </a:lnTo>
                <a:lnTo>
                  <a:pt x="1996" y="1172"/>
                </a:lnTo>
                <a:lnTo>
                  <a:pt x="1996" y="1173"/>
                </a:lnTo>
                <a:lnTo>
                  <a:pt x="1996" y="1174"/>
                </a:lnTo>
                <a:lnTo>
                  <a:pt x="1997" y="1174"/>
                </a:lnTo>
                <a:lnTo>
                  <a:pt x="1997" y="1175"/>
                </a:lnTo>
                <a:lnTo>
                  <a:pt x="1996" y="1175"/>
                </a:lnTo>
                <a:lnTo>
                  <a:pt x="1996" y="1176"/>
                </a:lnTo>
                <a:lnTo>
                  <a:pt x="1996" y="1177"/>
                </a:lnTo>
                <a:lnTo>
                  <a:pt x="1995" y="1177"/>
                </a:lnTo>
                <a:lnTo>
                  <a:pt x="1995" y="1178"/>
                </a:lnTo>
                <a:lnTo>
                  <a:pt x="1995" y="1179"/>
                </a:lnTo>
                <a:lnTo>
                  <a:pt x="1995" y="1180"/>
                </a:lnTo>
                <a:lnTo>
                  <a:pt x="1995" y="1181"/>
                </a:lnTo>
                <a:lnTo>
                  <a:pt x="1994" y="1181"/>
                </a:lnTo>
                <a:lnTo>
                  <a:pt x="1994" y="1182"/>
                </a:lnTo>
                <a:lnTo>
                  <a:pt x="1993" y="1182"/>
                </a:lnTo>
                <a:lnTo>
                  <a:pt x="1993" y="1183"/>
                </a:lnTo>
                <a:lnTo>
                  <a:pt x="1993" y="1184"/>
                </a:lnTo>
                <a:lnTo>
                  <a:pt x="1994" y="1185"/>
                </a:lnTo>
                <a:lnTo>
                  <a:pt x="1995" y="1185"/>
                </a:lnTo>
                <a:lnTo>
                  <a:pt x="1995" y="1186"/>
                </a:lnTo>
                <a:lnTo>
                  <a:pt x="1995" y="1187"/>
                </a:lnTo>
                <a:lnTo>
                  <a:pt x="1994" y="1187"/>
                </a:lnTo>
                <a:lnTo>
                  <a:pt x="1994" y="1188"/>
                </a:lnTo>
                <a:lnTo>
                  <a:pt x="1994" y="1187"/>
                </a:lnTo>
                <a:lnTo>
                  <a:pt x="1995" y="1187"/>
                </a:lnTo>
                <a:lnTo>
                  <a:pt x="1995" y="1188"/>
                </a:lnTo>
                <a:lnTo>
                  <a:pt x="1995" y="1189"/>
                </a:lnTo>
                <a:lnTo>
                  <a:pt x="1994" y="1190"/>
                </a:lnTo>
                <a:lnTo>
                  <a:pt x="1993" y="1191"/>
                </a:lnTo>
                <a:lnTo>
                  <a:pt x="1994" y="1192"/>
                </a:lnTo>
                <a:lnTo>
                  <a:pt x="1995" y="1193"/>
                </a:lnTo>
                <a:lnTo>
                  <a:pt x="1995" y="1194"/>
                </a:lnTo>
                <a:lnTo>
                  <a:pt x="1995" y="1195"/>
                </a:lnTo>
                <a:lnTo>
                  <a:pt x="1995" y="1196"/>
                </a:lnTo>
                <a:lnTo>
                  <a:pt x="1994" y="1196"/>
                </a:lnTo>
                <a:lnTo>
                  <a:pt x="1994" y="1197"/>
                </a:lnTo>
                <a:lnTo>
                  <a:pt x="1995" y="1198"/>
                </a:lnTo>
                <a:lnTo>
                  <a:pt x="1996" y="1198"/>
                </a:lnTo>
                <a:lnTo>
                  <a:pt x="1997" y="1199"/>
                </a:lnTo>
                <a:lnTo>
                  <a:pt x="1997" y="1200"/>
                </a:lnTo>
                <a:lnTo>
                  <a:pt x="1998" y="1201"/>
                </a:lnTo>
                <a:lnTo>
                  <a:pt x="1999" y="1201"/>
                </a:lnTo>
                <a:lnTo>
                  <a:pt x="2000" y="1201"/>
                </a:lnTo>
                <a:lnTo>
                  <a:pt x="2001" y="1202"/>
                </a:lnTo>
                <a:lnTo>
                  <a:pt x="2002" y="1202"/>
                </a:lnTo>
                <a:lnTo>
                  <a:pt x="2004" y="1203"/>
                </a:lnTo>
                <a:lnTo>
                  <a:pt x="2004" y="1204"/>
                </a:lnTo>
                <a:lnTo>
                  <a:pt x="2004" y="1205"/>
                </a:lnTo>
                <a:lnTo>
                  <a:pt x="2004" y="1206"/>
                </a:lnTo>
                <a:lnTo>
                  <a:pt x="2002" y="1206"/>
                </a:lnTo>
                <a:lnTo>
                  <a:pt x="2002" y="1205"/>
                </a:lnTo>
                <a:lnTo>
                  <a:pt x="1999" y="1205"/>
                </a:lnTo>
                <a:lnTo>
                  <a:pt x="1999" y="1207"/>
                </a:lnTo>
                <a:lnTo>
                  <a:pt x="2000" y="1207"/>
                </a:lnTo>
                <a:lnTo>
                  <a:pt x="2000" y="1208"/>
                </a:lnTo>
                <a:lnTo>
                  <a:pt x="2001" y="1209"/>
                </a:lnTo>
                <a:lnTo>
                  <a:pt x="2001" y="1210"/>
                </a:lnTo>
                <a:lnTo>
                  <a:pt x="2002" y="1210"/>
                </a:lnTo>
                <a:lnTo>
                  <a:pt x="2003" y="1211"/>
                </a:lnTo>
                <a:lnTo>
                  <a:pt x="2003" y="1212"/>
                </a:lnTo>
                <a:lnTo>
                  <a:pt x="2002" y="1212"/>
                </a:lnTo>
                <a:lnTo>
                  <a:pt x="2002" y="1213"/>
                </a:lnTo>
                <a:lnTo>
                  <a:pt x="2003" y="1213"/>
                </a:lnTo>
                <a:lnTo>
                  <a:pt x="2003" y="1214"/>
                </a:lnTo>
                <a:lnTo>
                  <a:pt x="2002" y="1215"/>
                </a:lnTo>
                <a:lnTo>
                  <a:pt x="2001" y="1215"/>
                </a:lnTo>
                <a:lnTo>
                  <a:pt x="2001" y="1216"/>
                </a:lnTo>
                <a:lnTo>
                  <a:pt x="2000" y="1217"/>
                </a:lnTo>
                <a:lnTo>
                  <a:pt x="2000" y="1218"/>
                </a:lnTo>
                <a:lnTo>
                  <a:pt x="2000" y="1219"/>
                </a:lnTo>
                <a:lnTo>
                  <a:pt x="2000" y="1220"/>
                </a:lnTo>
                <a:lnTo>
                  <a:pt x="1999" y="1220"/>
                </a:lnTo>
                <a:lnTo>
                  <a:pt x="1999" y="1221"/>
                </a:lnTo>
                <a:lnTo>
                  <a:pt x="1998" y="1221"/>
                </a:lnTo>
                <a:lnTo>
                  <a:pt x="1997" y="1221"/>
                </a:lnTo>
                <a:lnTo>
                  <a:pt x="1996" y="1221"/>
                </a:lnTo>
                <a:lnTo>
                  <a:pt x="1995" y="1222"/>
                </a:lnTo>
                <a:lnTo>
                  <a:pt x="1995" y="1223"/>
                </a:lnTo>
                <a:lnTo>
                  <a:pt x="1996" y="1223"/>
                </a:lnTo>
                <a:lnTo>
                  <a:pt x="1996" y="1224"/>
                </a:lnTo>
                <a:lnTo>
                  <a:pt x="1996" y="1225"/>
                </a:lnTo>
                <a:lnTo>
                  <a:pt x="1996" y="1226"/>
                </a:lnTo>
                <a:lnTo>
                  <a:pt x="1995" y="1226"/>
                </a:lnTo>
                <a:lnTo>
                  <a:pt x="1996" y="1227"/>
                </a:lnTo>
                <a:lnTo>
                  <a:pt x="1996" y="1228"/>
                </a:lnTo>
                <a:lnTo>
                  <a:pt x="1996" y="1229"/>
                </a:lnTo>
                <a:lnTo>
                  <a:pt x="1996" y="1230"/>
                </a:lnTo>
                <a:lnTo>
                  <a:pt x="1995" y="1229"/>
                </a:lnTo>
                <a:lnTo>
                  <a:pt x="1995" y="1228"/>
                </a:lnTo>
                <a:lnTo>
                  <a:pt x="1994" y="1229"/>
                </a:lnTo>
                <a:lnTo>
                  <a:pt x="1994" y="1230"/>
                </a:lnTo>
                <a:lnTo>
                  <a:pt x="1993" y="1230"/>
                </a:lnTo>
                <a:lnTo>
                  <a:pt x="1992" y="1230"/>
                </a:lnTo>
                <a:lnTo>
                  <a:pt x="1990" y="1230"/>
                </a:lnTo>
                <a:lnTo>
                  <a:pt x="1989" y="1230"/>
                </a:lnTo>
                <a:lnTo>
                  <a:pt x="1988" y="1230"/>
                </a:lnTo>
                <a:lnTo>
                  <a:pt x="1988" y="1231"/>
                </a:lnTo>
                <a:lnTo>
                  <a:pt x="1987" y="1231"/>
                </a:lnTo>
                <a:lnTo>
                  <a:pt x="1986" y="1232"/>
                </a:lnTo>
                <a:lnTo>
                  <a:pt x="1986" y="1233"/>
                </a:lnTo>
                <a:lnTo>
                  <a:pt x="1985" y="1233"/>
                </a:lnTo>
                <a:lnTo>
                  <a:pt x="1985" y="1234"/>
                </a:lnTo>
                <a:lnTo>
                  <a:pt x="1983" y="1234"/>
                </a:lnTo>
                <a:lnTo>
                  <a:pt x="1983" y="1233"/>
                </a:lnTo>
                <a:lnTo>
                  <a:pt x="1981" y="1233"/>
                </a:lnTo>
                <a:lnTo>
                  <a:pt x="1980" y="1233"/>
                </a:lnTo>
                <a:lnTo>
                  <a:pt x="1979" y="1233"/>
                </a:lnTo>
                <a:lnTo>
                  <a:pt x="1978" y="1233"/>
                </a:lnTo>
                <a:lnTo>
                  <a:pt x="1977" y="1233"/>
                </a:lnTo>
                <a:lnTo>
                  <a:pt x="1976" y="1233"/>
                </a:lnTo>
                <a:lnTo>
                  <a:pt x="1974" y="1233"/>
                </a:lnTo>
                <a:lnTo>
                  <a:pt x="1973" y="1233"/>
                </a:lnTo>
                <a:lnTo>
                  <a:pt x="1972" y="1233"/>
                </a:lnTo>
                <a:lnTo>
                  <a:pt x="1971" y="1233"/>
                </a:lnTo>
                <a:lnTo>
                  <a:pt x="1970" y="1233"/>
                </a:lnTo>
                <a:lnTo>
                  <a:pt x="1969" y="1233"/>
                </a:lnTo>
                <a:lnTo>
                  <a:pt x="1969" y="1232"/>
                </a:lnTo>
                <a:lnTo>
                  <a:pt x="1967" y="1232"/>
                </a:lnTo>
                <a:lnTo>
                  <a:pt x="1966" y="1232"/>
                </a:lnTo>
                <a:lnTo>
                  <a:pt x="1965" y="1232"/>
                </a:lnTo>
                <a:lnTo>
                  <a:pt x="1964" y="1232"/>
                </a:lnTo>
                <a:lnTo>
                  <a:pt x="1963" y="1232"/>
                </a:lnTo>
                <a:lnTo>
                  <a:pt x="1962" y="1231"/>
                </a:lnTo>
                <a:lnTo>
                  <a:pt x="1961" y="1232"/>
                </a:lnTo>
                <a:lnTo>
                  <a:pt x="1960" y="1232"/>
                </a:lnTo>
                <a:lnTo>
                  <a:pt x="1959" y="1232"/>
                </a:lnTo>
                <a:lnTo>
                  <a:pt x="1958" y="1232"/>
                </a:lnTo>
                <a:lnTo>
                  <a:pt x="1957" y="1233"/>
                </a:lnTo>
                <a:lnTo>
                  <a:pt x="1957" y="1232"/>
                </a:lnTo>
                <a:lnTo>
                  <a:pt x="1956" y="1232"/>
                </a:lnTo>
                <a:lnTo>
                  <a:pt x="1955" y="1232"/>
                </a:lnTo>
                <a:lnTo>
                  <a:pt x="1954" y="1231"/>
                </a:lnTo>
                <a:lnTo>
                  <a:pt x="1954" y="1230"/>
                </a:lnTo>
                <a:lnTo>
                  <a:pt x="1954" y="1229"/>
                </a:lnTo>
                <a:lnTo>
                  <a:pt x="1953" y="1228"/>
                </a:lnTo>
                <a:lnTo>
                  <a:pt x="1952" y="1227"/>
                </a:lnTo>
                <a:lnTo>
                  <a:pt x="1952" y="1226"/>
                </a:lnTo>
                <a:lnTo>
                  <a:pt x="1953" y="1226"/>
                </a:lnTo>
                <a:lnTo>
                  <a:pt x="1953" y="1225"/>
                </a:lnTo>
                <a:lnTo>
                  <a:pt x="1953" y="1224"/>
                </a:lnTo>
                <a:lnTo>
                  <a:pt x="1952" y="1225"/>
                </a:lnTo>
                <a:lnTo>
                  <a:pt x="1951" y="1225"/>
                </a:lnTo>
                <a:lnTo>
                  <a:pt x="1950" y="1225"/>
                </a:lnTo>
                <a:lnTo>
                  <a:pt x="1950" y="1226"/>
                </a:lnTo>
                <a:lnTo>
                  <a:pt x="1949" y="1226"/>
                </a:lnTo>
                <a:lnTo>
                  <a:pt x="1947" y="1227"/>
                </a:lnTo>
                <a:lnTo>
                  <a:pt x="1946" y="1227"/>
                </a:lnTo>
                <a:lnTo>
                  <a:pt x="1946" y="1228"/>
                </a:lnTo>
                <a:lnTo>
                  <a:pt x="1945" y="1230"/>
                </a:lnTo>
                <a:lnTo>
                  <a:pt x="1944" y="1230"/>
                </a:lnTo>
                <a:lnTo>
                  <a:pt x="1943" y="1230"/>
                </a:lnTo>
                <a:lnTo>
                  <a:pt x="1941" y="1230"/>
                </a:lnTo>
                <a:lnTo>
                  <a:pt x="1941" y="1229"/>
                </a:lnTo>
                <a:lnTo>
                  <a:pt x="1940" y="1229"/>
                </a:lnTo>
                <a:lnTo>
                  <a:pt x="1939" y="1229"/>
                </a:lnTo>
                <a:lnTo>
                  <a:pt x="1938" y="1228"/>
                </a:lnTo>
                <a:lnTo>
                  <a:pt x="1938" y="1227"/>
                </a:lnTo>
                <a:lnTo>
                  <a:pt x="1937" y="1227"/>
                </a:lnTo>
                <a:lnTo>
                  <a:pt x="1936" y="1227"/>
                </a:lnTo>
                <a:lnTo>
                  <a:pt x="1936" y="1228"/>
                </a:lnTo>
                <a:lnTo>
                  <a:pt x="1935" y="1228"/>
                </a:lnTo>
                <a:lnTo>
                  <a:pt x="1934" y="1228"/>
                </a:lnTo>
                <a:lnTo>
                  <a:pt x="1932" y="1228"/>
                </a:lnTo>
                <a:lnTo>
                  <a:pt x="1932" y="1227"/>
                </a:lnTo>
                <a:lnTo>
                  <a:pt x="1931" y="1227"/>
                </a:lnTo>
                <a:lnTo>
                  <a:pt x="1931" y="1228"/>
                </a:lnTo>
                <a:lnTo>
                  <a:pt x="1930" y="1227"/>
                </a:lnTo>
                <a:lnTo>
                  <a:pt x="1929" y="1227"/>
                </a:lnTo>
                <a:lnTo>
                  <a:pt x="1927" y="1227"/>
                </a:lnTo>
                <a:lnTo>
                  <a:pt x="1926" y="1227"/>
                </a:lnTo>
                <a:lnTo>
                  <a:pt x="1926" y="1228"/>
                </a:lnTo>
                <a:lnTo>
                  <a:pt x="1925" y="1227"/>
                </a:lnTo>
                <a:lnTo>
                  <a:pt x="1924" y="1227"/>
                </a:lnTo>
                <a:lnTo>
                  <a:pt x="1923" y="1228"/>
                </a:lnTo>
                <a:lnTo>
                  <a:pt x="1921" y="1228"/>
                </a:lnTo>
                <a:lnTo>
                  <a:pt x="1920" y="1228"/>
                </a:lnTo>
                <a:lnTo>
                  <a:pt x="1919" y="1228"/>
                </a:lnTo>
                <a:lnTo>
                  <a:pt x="1918" y="1228"/>
                </a:lnTo>
                <a:lnTo>
                  <a:pt x="1917" y="1228"/>
                </a:lnTo>
                <a:lnTo>
                  <a:pt x="1917" y="1229"/>
                </a:lnTo>
                <a:lnTo>
                  <a:pt x="1916" y="1229"/>
                </a:lnTo>
                <a:lnTo>
                  <a:pt x="1915" y="1229"/>
                </a:lnTo>
                <a:lnTo>
                  <a:pt x="1914" y="1229"/>
                </a:lnTo>
                <a:lnTo>
                  <a:pt x="1914" y="1230"/>
                </a:lnTo>
                <a:lnTo>
                  <a:pt x="1914" y="1231"/>
                </a:lnTo>
                <a:lnTo>
                  <a:pt x="1914" y="1230"/>
                </a:lnTo>
                <a:lnTo>
                  <a:pt x="1913" y="1230"/>
                </a:lnTo>
                <a:lnTo>
                  <a:pt x="1913" y="1231"/>
                </a:lnTo>
                <a:lnTo>
                  <a:pt x="1912" y="1231"/>
                </a:lnTo>
                <a:lnTo>
                  <a:pt x="1911" y="1231"/>
                </a:lnTo>
                <a:lnTo>
                  <a:pt x="1910" y="1231"/>
                </a:lnTo>
                <a:lnTo>
                  <a:pt x="1909" y="1230"/>
                </a:lnTo>
                <a:lnTo>
                  <a:pt x="1909" y="1229"/>
                </a:lnTo>
                <a:lnTo>
                  <a:pt x="1909" y="1228"/>
                </a:lnTo>
                <a:lnTo>
                  <a:pt x="1909" y="1227"/>
                </a:lnTo>
                <a:lnTo>
                  <a:pt x="1909" y="1226"/>
                </a:lnTo>
                <a:lnTo>
                  <a:pt x="1908" y="1226"/>
                </a:lnTo>
                <a:lnTo>
                  <a:pt x="1908" y="1225"/>
                </a:lnTo>
                <a:lnTo>
                  <a:pt x="1909" y="1225"/>
                </a:lnTo>
                <a:lnTo>
                  <a:pt x="1909" y="1224"/>
                </a:lnTo>
                <a:lnTo>
                  <a:pt x="1910" y="1224"/>
                </a:lnTo>
                <a:lnTo>
                  <a:pt x="1909" y="1224"/>
                </a:lnTo>
                <a:lnTo>
                  <a:pt x="1909" y="1223"/>
                </a:lnTo>
                <a:lnTo>
                  <a:pt x="1908" y="1223"/>
                </a:lnTo>
                <a:lnTo>
                  <a:pt x="1908" y="1222"/>
                </a:lnTo>
                <a:lnTo>
                  <a:pt x="1908" y="1220"/>
                </a:lnTo>
                <a:lnTo>
                  <a:pt x="1909" y="1220"/>
                </a:lnTo>
                <a:lnTo>
                  <a:pt x="1908" y="1219"/>
                </a:lnTo>
                <a:lnTo>
                  <a:pt x="1907" y="1218"/>
                </a:lnTo>
                <a:lnTo>
                  <a:pt x="1907" y="1217"/>
                </a:lnTo>
                <a:lnTo>
                  <a:pt x="1906" y="1217"/>
                </a:lnTo>
                <a:lnTo>
                  <a:pt x="1905" y="1217"/>
                </a:lnTo>
                <a:lnTo>
                  <a:pt x="1904" y="1216"/>
                </a:lnTo>
                <a:lnTo>
                  <a:pt x="1903" y="1216"/>
                </a:lnTo>
                <a:lnTo>
                  <a:pt x="1902" y="1216"/>
                </a:lnTo>
                <a:lnTo>
                  <a:pt x="1901" y="1216"/>
                </a:lnTo>
                <a:lnTo>
                  <a:pt x="1901" y="1215"/>
                </a:lnTo>
                <a:lnTo>
                  <a:pt x="1902" y="1214"/>
                </a:lnTo>
                <a:lnTo>
                  <a:pt x="1903" y="1214"/>
                </a:lnTo>
                <a:lnTo>
                  <a:pt x="1904" y="1214"/>
                </a:lnTo>
                <a:lnTo>
                  <a:pt x="1904" y="1213"/>
                </a:lnTo>
                <a:lnTo>
                  <a:pt x="1904" y="1212"/>
                </a:lnTo>
                <a:lnTo>
                  <a:pt x="1905" y="1212"/>
                </a:lnTo>
                <a:lnTo>
                  <a:pt x="1906" y="1211"/>
                </a:lnTo>
                <a:lnTo>
                  <a:pt x="1906" y="1210"/>
                </a:lnTo>
                <a:lnTo>
                  <a:pt x="1905" y="1210"/>
                </a:lnTo>
                <a:lnTo>
                  <a:pt x="1905" y="1209"/>
                </a:lnTo>
                <a:lnTo>
                  <a:pt x="1904" y="1209"/>
                </a:lnTo>
                <a:lnTo>
                  <a:pt x="1904" y="1208"/>
                </a:lnTo>
                <a:lnTo>
                  <a:pt x="1904" y="1207"/>
                </a:lnTo>
                <a:lnTo>
                  <a:pt x="1904" y="1206"/>
                </a:lnTo>
                <a:lnTo>
                  <a:pt x="1905" y="1206"/>
                </a:lnTo>
                <a:lnTo>
                  <a:pt x="1905" y="1205"/>
                </a:lnTo>
                <a:lnTo>
                  <a:pt x="1904" y="1205"/>
                </a:lnTo>
                <a:lnTo>
                  <a:pt x="1903" y="1206"/>
                </a:lnTo>
                <a:lnTo>
                  <a:pt x="1902" y="1206"/>
                </a:lnTo>
                <a:lnTo>
                  <a:pt x="1902" y="1205"/>
                </a:lnTo>
                <a:lnTo>
                  <a:pt x="1901" y="1205"/>
                </a:lnTo>
                <a:lnTo>
                  <a:pt x="1900" y="1204"/>
                </a:lnTo>
                <a:lnTo>
                  <a:pt x="1899" y="1204"/>
                </a:lnTo>
                <a:lnTo>
                  <a:pt x="1898" y="1204"/>
                </a:lnTo>
                <a:lnTo>
                  <a:pt x="1897" y="1203"/>
                </a:lnTo>
                <a:lnTo>
                  <a:pt x="1896" y="1201"/>
                </a:lnTo>
                <a:lnTo>
                  <a:pt x="1896" y="1199"/>
                </a:lnTo>
                <a:lnTo>
                  <a:pt x="1896" y="1198"/>
                </a:lnTo>
                <a:lnTo>
                  <a:pt x="1896" y="1197"/>
                </a:lnTo>
                <a:lnTo>
                  <a:pt x="1895" y="1197"/>
                </a:lnTo>
                <a:lnTo>
                  <a:pt x="1895" y="1196"/>
                </a:lnTo>
                <a:lnTo>
                  <a:pt x="1894" y="1196"/>
                </a:lnTo>
                <a:lnTo>
                  <a:pt x="1894" y="1195"/>
                </a:lnTo>
                <a:lnTo>
                  <a:pt x="1893" y="1195"/>
                </a:lnTo>
                <a:lnTo>
                  <a:pt x="1892" y="1194"/>
                </a:lnTo>
                <a:lnTo>
                  <a:pt x="1891" y="1194"/>
                </a:lnTo>
                <a:lnTo>
                  <a:pt x="1891" y="1193"/>
                </a:lnTo>
                <a:lnTo>
                  <a:pt x="1891" y="1192"/>
                </a:lnTo>
                <a:lnTo>
                  <a:pt x="1891" y="1191"/>
                </a:lnTo>
                <a:lnTo>
                  <a:pt x="1891" y="1190"/>
                </a:lnTo>
                <a:lnTo>
                  <a:pt x="1891" y="1189"/>
                </a:lnTo>
                <a:lnTo>
                  <a:pt x="1890" y="1189"/>
                </a:lnTo>
                <a:lnTo>
                  <a:pt x="1889" y="1189"/>
                </a:lnTo>
                <a:lnTo>
                  <a:pt x="1889" y="1188"/>
                </a:lnTo>
                <a:lnTo>
                  <a:pt x="1889" y="1187"/>
                </a:lnTo>
                <a:lnTo>
                  <a:pt x="1890" y="1186"/>
                </a:lnTo>
                <a:lnTo>
                  <a:pt x="1890" y="1185"/>
                </a:lnTo>
                <a:lnTo>
                  <a:pt x="1889" y="1185"/>
                </a:lnTo>
                <a:lnTo>
                  <a:pt x="1889" y="1184"/>
                </a:lnTo>
                <a:lnTo>
                  <a:pt x="1890" y="1183"/>
                </a:lnTo>
                <a:lnTo>
                  <a:pt x="1890" y="1182"/>
                </a:lnTo>
                <a:lnTo>
                  <a:pt x="1891" y="1181"/>
                </a:lnTo>
                <a:lnTo>
                  <a:pt x="1893" y="1180"/>
                </a:lnTo>
                <a:lnTo>
                  <a:pt x="1894" y="1180"/>
                </a:lnTo>
                <a:lnTo>
                  <a:pt x="1895" y="1181"/>
                </a:lnTo>
                <a:lnTo>
                  <a:pt x="1896" y="1180"/>
                </a:lnTo>
                <a:lnTo>
                  <a:pt x="1897" y="1180"/>
                </a:lnTo>
                <a:lnTo>
                  <a:pt x="1898" y="1180"/>
                </a:lnTo>
                <a:lnTo>
                  <a:pt x="1899" y="1182"/>
                </a:lnTo>
                <a:lnTo>
                  <a:pt x="1898" y="1182"/>
                </a:lnTo>
                <a:lnTo>
                  <a:pt x="1898" y="1183"/>
                </a:lnTo>
                <a:lnTo>
                  <a:pt x="1899" y="1183"/>
                </a:lnTo>
                <a:lnTo>
                  <a:pt x="1899" y="1184"/>
                </a:lnTo>
                <a:lnTo>
                  <a:pt x="1900" y="1185"/>
                </a:lnTo>
                <a:lnTo>
                  <a:pt x="1901" y="1185"/>
                </a:lnTo>
                <a:lnTo>
                  <a:pt x="1902" y="1185"/>
                </a:lnTo>
                <a:lnTo>
                  <a:pt x="1902" y="1184"/>
                </a:lnTo>
                <a:lnTo>
                  <a:pt x="1903" y="1184"/>
                </a:lnTo>
                <a:lnTo>
                  <a:pt x="1904" y="1184"/>
                </a:lnTo>
                <a:lnTo>
                  <a:pt x="1904" y="1183"/>
                </a:lnTo>
                <a:lnTo>
                  <a:pt x="1905" y="1182"/>
                </a:lnTo>
                <a:lnTo>
                  <a:pt x="1905" y="1181"/>
                </a:lnTo>
                <a:lnTo>
                  <a:pt x="1905" y="1180"/>
                </a:lnTo>
                <a:lnTo>
                  <a:pt x="1905" y="1179"/>
                </a:lnTo>
                <a:lnTo>
                  <a:pt x="1906" y="1178"/>
                </a:lnTo>
                <a:lnTo>
                  <a:pt x="1906" y="1177"/>
                </a:lnTo>
                <a:lnTo>
                  <a:pt x="1907" y="1177"/>
                </a:lnTo>
                <a:lnTo>
                  <a:pt x="1908" y="1177"/>
                </a:lnTo>
                <a:lnTo>
                  <a:pt x="1908" y="1176"/>
                </a:lnTo>
                <a:lnTo>
                  <a:pt x="1907" y="1176"/>
                </a:lnTo>
                <a:lnTo>
                  <a:pt x="1907" y="1175"/>
                </a:lnTo>
                <a:lnTo>
                  <a:pt x="1907" y="1174"/>
                </a:lnTo>
                <a:lnTo>
                  <a:pt x="1907" y="1173"/>
                </a:lnTo>
                <a:lnTo>
                  <a:pt x="1906" y="1173"/>
                </a:lnTo>
                <a:lnTo>
                  <a:pt x="1905" y="1173"/>
                </a:lnTo>
                <a:lnTo>
                  <a:pt x="1904" y="1172"/>
                </a:lnTo>
                <a:lnTo>
                  <a:pt x="1903" y="1171"/>
                </a:lnTo>
                <a:lnTo>
                  <a:pt x="1903" y="1170"/>
                </a:lnTo>
                <a:lnTo>
                  <a:pt x="1902" y="1170"/>
                </a:lnTo>
                <a:lnTo>
                  <a:pt x="1901" y="1170"/>
                </a:lnTo>
                <a:lnTo>
                  <a:pt x="1900" y="1169"/>
                </a:lnTo>
                <a:lnTo>
                  <a:pt x="1901" y="1168"/>
                </a:lnTo>
                <a:lnTo>
                  <a:pt x="1902" y="1168"/>
                </a:lnTo>
                <a:lnTo>
                  <a:pt x="1904" y="1167"/>
                </a:lnTo>
                <a:lnTo>
                  <a:pt x="1904" y="1166"/>
                </a:lnTo>
                <a:lnTo>
                  <a:pt x="1904" y="1165"/>
                </a:lnTo>
                <a:lnTo>
                  <a:pt x="1904" y="1164"/>
                </a:lnTo>
                <a:lnTo>
                  <a:pt x="1904" y="1163"/>
                </a:lnTo>
                <a:lnTo>
                  <a:pt x="1905" y="1163"/>
                </a:lnTo>
                <a:lnTo>
                  <a:pt x="1905" y="1162"/>
                </a:lnTo>
                <a:lnTo>
                  <a:pt x="1904" y="1162"/>
                </a:lnTo>
                <a:lnTo>
                  <a:pt x="1903" y="1162"/>
                </a:lnTo>
                <a:lnTo>
                  <a:pt x="1903" y="1161"/>
                </a:lnTo>
                <a:lnTo>
                  <a:pt x="1903" y="1160"/>
                </a:lnTo>
                <a:lnTo>
                  <a:pt x="1900" y="1160"/>
                </a:lnTo>
                <a:lnTo>
                  <a:pt x="1899" y="1160"/>
                </a:lnTo>
                <a:lnTo>
                  <a:pt x="1898" y="1160"/>
                </a:lnTo>
                <a:lnTo>
                  <a:pt x="1898" y="1159"/>
                </a:lnTo>
                <a:lnTo>
                  <a:pt x="1900" y="1159"/>
                </a:lnTo>
                <a:lnTo>
                  <a:pt x="1901" y="1158"/>
                </a:lnTo>
                <a:lnTo>
                  <a:pt x="1902" y="1158"/>
                </a:lnTo>
                <a:lnTo>
                  <a:pt x="1902" y="1157"/>
                </a:lnTo>
                <a:lnTo>
                  <a:pt x="1903" y="1157"/>
                </a:lnTo>
                <a:lnTo>
                  <a:pt x="1903" y="1156"/>
                </a:lnTo>
                <a:lnTo>
                  <a:pt x="1903" y="1155"/>
                </a:lnTo>
                <a:lnTo>
                  <a:pt x="1902" y="1155"/>
                </a:lnTo>
                <a:lnTo>
                  <a:pt x="1902" y="1154"/>
                </a:lnTo>
                <a:lnTo>
                  <a:pt x="1901" y="1153"/>
                </a:lnTo>
                <a:lnTo>
                  <a:pt x="1901" y="1152"/>
                </a:lnTo>
                <a:lnTo>
                  <a:pt x="1900" y="1152"/>
                </a:lnTo>
                <a:lnTo>
                  <a:pt x="1899" y="1152"/>
                </a:lnTo>
                <a:lnTo>
                  <a:pt x="1898" y="1152"/>
                </a:lnTo>
                <a:lnTo>
                  <a:pt x="1897" y="1152"/>
                </a:lnTo>
                <a:lnTo>
                  <a:pt x="1896" y="1152"/>
                </a:lnTo>
                <a:lnTo>
                  <a:pt x="1896" y="1153"/>
                </a:lnTo>
                <a:lnTo>
                  <a:pt x="1896" y="1154"/>
                </a:lnTo>
                <a:lnTo>
                  <a:pt x="1896" y="1155"/>
                </a:lnTo>
                <a:lnTo>
                  <a:pt x="1897" y="1155"/>
                </a:lnTo>
                <a:lnTo>
                  <a:pt x="1896" y="1156"/>
                </a:lnTo>
                <a:lnTo>
                  <a:pt x="1896" y="1157"/>
                </a:lnTo>
                <a:lnTo>
                  <a:pt x="1895" y="1157"/>
                </a:lnTo>
                <a:lnTo>
                  <a:pt x="1894" y="1158"/>
                </a:lnTo>
                <a:lnTo>
                  <a:pt x="1891" y="1158"/>
                </a:lnTo>
                <a:lnTo>
                  <a:pt x="1890" y="1158"/>
                </a:lnTo>
                <a:lnTo>
                  <a:pt x="1889" y="1158"/>
                </a:lnTo>
                <a:lnTo>
                  <a:pt x="1887" y="1157"/>
                </a:lnTo>
                <a:lnTo>
                  <a:pt x="1888" y="1157"/>
                </a:lnTo>
                <a:lnTo>
                  <a:pt x="1889" y="1156"/>
                </a:lnTo>
                <a:lnTo>
                  <a:pt x="1890" y="1156"/>
                </a:lnTo>
                <a:lnTo>
                  <a:pt x="1890" y="1155"/>
                </a:lnTo>
                <a:lnTo>
                  <a:pt x="1889" y="1155"/>
                </a:lnTo>
                <a:lnTo>
                  <a:pt x="1889" y="1154"/>
                </a:lnTo>
                <a:lnTo>
                  <a:pt x="1890" y="1154"/>
                </a:lnTo>
                <a:lnTo>
                  <a:pt x="1890" y="1155"/>
                </a:lnTo>
                <a:lnTo>
                  <a:pt x="1891" y="1155"/>
                </a:lnTo>
                <a:lnTo>
                  <a:pt x="1891" y="1154"/>
                </a:lnTo>
                <a:lnTo>
                  <a:pt x="1891" y="1153"/>
                </a:lnTo>
                <a:lnTo>
                  <a:pt x="1891" y="1152"/>
                </a:lnTo>
                <a:lnTo>
                  <a:pt x="1890" y="1152"/>
                </a:lnTo>
                <a:lnTo>
                  <a:pt x="1889" y="1152"/>
                </a:lnTo>
                <a:lnTo>
                  <a:pt x="1889" y="1151"/>
                </a:lnTo>
                <a:lnTo>
                  <a:pt x="1888" y="1151"/>
                </a:lnTo>
                <a:lnTo>
                  <a:pt x="1887" y="1151"/>
                </a:lnTo>
                <a:lnTo>
                  <a:pt x="1886" y="1150"/>
                </a:lnTo>
                <a:lnTo>
                  <a:pt x="1885" y="1150"/>
                </a:lnTo>
                <a:lnTo>
                  <a:pt x="1885" y="1149"/>
                </a:lnTo>
                <a:lnTo>
                  <a:pt x="1885" y="1148"/>
                </a:lnTo>
                <a:lnTo>
                  <a:pt x="1885" y="1147"/>
                </a:lnTo>
                <a:lnTo>
                  <a:pt x="1885" y="1146"/>
                </a:lnTo>
                <a:lnTo>
                  <a:pt x="1886" y="1145"/>
                </a:lnTo>
                <a:lnTo>
                  <a:pt x="1887" y="1144"/>
                </a:lnTo>
                <a:lnTo>
                  <a:pt x="1886" y="1143"/>
                </a:lnTo>
                <a:lnTo>
                  <a:pt x="1885" y="1143"/>
                </a:lnTo>
                <a:lnTo>
                  <a:pt x="1883" y="1142"/>
                </a:lnTo>
                <a:lnTo>
                  <a:pt x="1883" y="1141"/>
                </a:lnTo>
                <a:lnTo>
                  <a:pt x="1882" y="1141"/>
                </a:lnTo>
                <a:lnTo>
                  <a:pt x="1881" y="1141"/>
                </a:lnTo>
                <a:lnTo>
                  <a:pt x="1880" y="1141"/>
                </a:lnTo>
                <a:lnTo>
                  <a:pt x="1880" y="1140"/>
                </a:lnTo>
                <a:lnTo>
                  <a:pt x="1879" y="1140"/>
                </a:lnTo>
                <a:lnTo>
                  <a:pt x="1879" y="1139"/>
                </a:lnTo>
                <a:lnTo>
                  <a:pt x="1878" y="1139"/>
                </a:lnTo>
                <a:lnTo>
                  <a:pt x="1877" y="1139"/>
                </a:lnTo>
                <a:lnTo>
                  <a:pt x="1877" y="1138"/>
                </a:lnTo>
                <a:lnTo>
                  <a:pt x="1875" y="1137"/>
                </a:lnTo>
                <a:lnTo>
                  <a:pt x="1874" y="1137"/>
                </a:lnTo>
                <a:lnTo>
                  <a:pt x="1874" y="1136"/>
                </a:lnTo>
                <a:lnTo>
                  <a:pt x="1875" y="1135"/>
                </a:lnTo>
                <a:lnTo>
                  <a:pt x="1876" y="1135"/>
                </a:lnTo>
                <a:lnTo>
                  <a:pt x="1877" y="1135"/>
                </a:lnTo>
                <a:lnTo>
                  <a:pt x="1878" y="1135"/>
                </a:lnTo>
                <a:lnTo>
                  <a:pt x="1878" y="1134"/>
                </a:lnTo>
                <a:lnTo>
                  <a:pt x="1878" y="1133"/>
                </a:lnTo>
                <a:lnTo>
                  <a:pt x="1879" y="1133"/>
                </a:lnTo>
                <a:lnTo>
                  <a:pt x="1880" y="1133"/>
                </a:lnTo>
                <a:lnTo>
                  <a:pt x="1882" y="1132"/>
                </a:lnTo>
                <a:lnTo>
                  <a:pt x="1882" y="1131"/>
                </a:lnTo>
                <a:lnTo>
                  <a:pt x="1882" y="1129"/>
                </a:lnTo>
                <a:lnTo>
                  <a:pt x="1881" y="1129"/>
                </a:lnTo>
                <a:lnTo>
                  <a:pt x="1879" y="1129"/>
                </a:lnTo>
                <a:lnTo>
                  <a:pt x="1879" y="1128"/>
                </a:lnTo>
                <a:lnTo>
                  <a:pt x="1878" y="1127"/>
                </a:lnTo>
                <a:lnTo>
                  <a:pt x="1877" y="1126"/>
                </a:lnTo>
                <a:lnTo>
                  <a:pt x="1877" y="1125"/>
                </a:lnTo>
                <a:lnTo>
                  <a:pt x="1878" y="1123"/>
                </a:lnTo>
                <a:lnTo>
                  <a:pt x="1879" y="1123"/>
                </a:lnTo>
                <a:lnTo>
                  <a:pt x="1879" y="1122"/>
                </a:lnTo>
                <a:lnTo>
                  <a:pt x="1879" y="1121"/>
                </a:lnTo>
                <a:lnTo>
                  <a:pt x="1878" y="1121"/>
                </a:lnTo>
                <a:lnTo>
                  <a:pt x="1878" y="1120"/>
                </a:lnTo>
                <a:lnTo>
                  <a:pt x="1878" y="1119"/>
                </a:lnTo>
                <a:lnTo>
                  <a:pt x="1877" y="1119"/>
                </a:lnTo>
                <a:lnTo>
                  <a:pt x="1877" y="1118"/>
                </a:lnTo>
                <a:lnTo>
                  <a:pt x="1876" y="1118"/>
                </a:lnTo>
                <a:lnTo>
                  <a:pt x="1875" y="1118"/>
                </a:lnTo>
                <a:lnTo>
                  <a:pt x="1875" y="1117"/>
                </a:lnTo>
                <a:lnTo>
                  <a:pt x="1874" y="1117"/>
                </a:lnTo>
                <a:lnTo>
                  <a:pt x="1873" y="1117"/>
                </a:lnTo>
                <a:lnTo>
                  <a:pt x="1871" y="1115"/>
                </a:lnTo>
                <a:lnTo>
                  <a:pt x="1871" y="1114"/>
                </a:lnTo>
                <a:lnTo>
                  <a:pt x="1870" y="1113"/>
                </a:lnTo>
                <a:lnTo>
                  <a:pt x="1870" y="1112"/>
                </a:lnTo>
                <a:lnTo>
                  <a:pt x="1868" y="1112"/>
                </a:lnTo>
                <a:lnTo>
                  <a:pt x="1867" y="1111"/>
                </a:lnTo>
                <a:lnTo>
                  <a:pt x="1866" y="1111"/>
                </a:lnTo>
                <a:lnTo>
                  <a:pt x="1866" y="1110"/>
                </a:lnTo>
                <a:lnTo>
                  <a:pt x="1865" y="1111"/>
                </a:lnTo>
                <a:lnTo>
                  <a:pt x="1865" y="1110"/>
                </a:lnTo>
                <a:lnTo>
                  <a:pt x="1865" y="1108"/>
                </a:lnTo>
                <a:lnTo>
                  <a:pt x="1864" y="1106"/>
                </a:lnTo>
                <a:lnTo>
                  <a:pt x="1863" y="1106"/>
                </a:lnTo>
                <a:lnTo>
                  <a:pt x="1863" y="1105"/>
                </a:lnTo>
                <a:lnTo>
                  <a:pt x="1862" y="1104"/>
                </a:lnTo>
                <a:lnTo>
                  <a:pt x="1862" y="1103"/>
                </a:lnTo>
                <a:lnTo>
                  <a:pt x="1861" y="1103"/>
                </a:lnTo>
                <a:lnTo>
                  <a:pt x="1860" y="1102"/>
                </a:lnTo>
                <a:lnTo>
                  <a:pt x="1859" y="1102"/>
                </a:lnTo>
                <a:lnTo>
                  <a:pt x="1858" y="1101"/>
                </a:lnTo>
                <a:lnTo>
                  <a:pt x="1858" y="1100"/>
                </a:lnTo>
                <a:lnTo>
                  <a:pt x="1859" y="1099"/>
                </a:lnTo>
                <a:lnTo>
                  <a:pt x="1859" y="1098"/>
                </a:lnTo>
                <a:lnTo>
                  <a:pt x="1858" y="1098"/>
                </a:lnTo>
                <a:lnTo>
                  <a:pt x="1857" y="1098"/>
                </a:lnTo>
                <a:lnTo>
                  <a:pt x="1856" y="1098"/>
                </a:lnTo>
                <a:lnTo>
                  <a:pt x="1855" y="1099"/>
                </a:lnTo>
                <a:lnTo>
                  <a:pt x="1854" y="1099"/>
                </a:lnTo>
                <a:lnTo>
                  <a:pt x="1854" y="1100"/>
                </a:lnTo>
                <a:lnTo>
                  <a:pt x="1853" y="1100"/>
                </a:lnTo>
                <a:lnTo>
                  <a:pt x="1852" y="1100"/>
                </a:lnTo>
                <a:lnTo>
                  <a:pt x="1851" y="1100"/>
                </a:lnTo>
                <a:lnTo>
                  <a:pt x="1850" y="1101"/>
                </a:lnTo>
                <a:lnTo>
                  <a:pt x="1848" y="1101"/>
                </a:lnTo>
                <a:lnTo>
                  <a:pt x="1847" y="1101"/>
                </a:lnTo>
                <a:lnTo>
                  <a:pt x="1846" y="1101"/>
                </a:lnTo>
                <a:lnTo>
                  <a:pt x="1845" y="1101"/>
                </a:lnTo>
                <a:lnTo>
                  <a:pt x="1843" y="1101"/>
                </a:lnTo>
                <a:lnTo>
                  <a:pt x="1841" y="1100"/>
                </a:lnTo>
                <a:lnTo>
                  <a:pt x="1841" y="1099"/>
                </a:lnTo>
                <a:lnTo>
                  <a:pt x="1840" y="1099"/>
                </a:lnTo>
                <a:lnTo>
                  <a:pt x="1839" y="1099"/>
                </a:lnTo>
                <a:lnTo>
                  <a:pt x="1836" y="1099"/>
                </a:lnTo>
                <a:lnTo>
                  <a:pt x="1835" y="1099"/>
                </a:lnTo>
                <a:lnTo>
                  <a:pt x="1834" y="1100"/>
                </a:lnTo>
                <a:lnTo>
                  <a:pt x="1834" y="1101"/>
                </a:lnTo>
                <a:lnTo>
                  <a:pt x="1833" y="1101"/>
                </a:lnTo>
                <a:lnTo>
                  <a:pt x="1833" y="1100"/>
                </a:lnTo>
                <a:lnTo>
                  <a:pt x="1832" y="1100"/>
                </a:lnTo>
                <a:lnTo>
                  <a:pt x="1830" y="1100"/>
                </a:lnTo>
                <a:lnTo>
                  <a:pt x="1830" y="1099"/>
                </a:lnTo>
                <a:lnTo>
                  <a:pt x="1829" y="1099"/>
                </a:lnTo>
                <a:lnTo>
                  <a:pt x="1828" y="1100"/>
                </a:lnTo>
                <a:lnTo>
                  <a:pt x="1827" y="1101"/>
                </a:lnTo>
                <a:lnTo>
                  <a:pt x="1826" y="1101"/>
                </a:lnTo>
                <a:lnTo>
                  <a:pt x="1826" y="1102"/>
                </a:lnTo>
                <a:lnTo>
                  <a:pt x="1825" y="1103"/>
                </a:lnTo>
                <a:lnTo>
                  <a:pt x="1825" y="1104"/>
                </a:lnTo>
                <a:lnTo>
                  <a:pt x="1824" y="1105"/>
                </a:lnTo>
                <a:lnTo>
                  <a:pt x="1823" y="1105"/>
                </a:lnTo>
                <a:lnTo>
                  <a:pt x="1823" y="1106"/>
                </a:lnTo>
                <a:lnTo>
                  <a:pt x="1822" y="1106"/>
                </a:lnTo>
                <a:lnTo>
                  <a:pt x="1822" y="1107"/>
                </a:lnTo>
                <a:lnTo>
                  <a:pt x="1822" y="1108"/>
                </a:lnTo>
                <a:lnTo>
                  <a:pt x="1821" y="1108"/>
                </a:lnTo>
                <a:lnTo>
                  <a:pt x="1822" y="1108"/>
                </a:lnTo>
                <a:lnTo>
                  <a:pt x="1823" y="1108"/>
                </a:lnTo>
                <a:lnTo>
                  <a:pt x="1824" y="1108"/>
                </a:lnTo>
                <a:lnTo>
                  <a:pt x="1824" y="1109"/>
                </a:lnTo>
                <a:lnTo>
                  <a:pt x="1824" y="1110"/>
                </a:lnTo>
                <a:lnTo>
                  <a:pt x="1824" y="1111"/>
                </a:lnTo>
                <a:lnTo>
                  <a:pt x="1823" y="1111"/>
                </a:lnTo>
                <a:lnTo>
                  <a:pt x="1823" y="1112"/>
                </a:lnTo>
                <a:lnTo>
                  <a:pt x="1824" y="1112"/>
                </a:lnTo>
                <a:lnTo>
                  <a:pt x="1824" y="1113"/>
                </a:lnTo>
                <a:lnTo>
                  <a:pt x="1823" y="1113"/>
                </a:lnTo>
                <a:lnTo>
                  <a:pt x="1822" y="1113"/>
                </a:lnTo>
                <a:lnTo>
                  <a:pt x="1821" y="1114"/>
                </a:lnTo>
                <a:lnTo>
                  <a:pt x="1820" y="1114"/>
                </a:lnTo>
                <a:lnTo>
                  <a:pt x="1819" y="1114"/>
                </a:lnTo>
                <a:lnTo>
                  <a:pt x="1817" y="1114"/>
                </a:lnTo>
                <a:lnTo>
                  <a:pt x="1816" y="1114"/>
                </a:lnTo>
                <a:lnTo>
                  <a:pt x="1815" y="1113"/>
                </a:lnTo>
                <a:lnTo>
                  <a:pt x="1816" y="1113"/>
                </a:lnTo>
                <a:lnTo>
                  <a:pt x="1815" y="1113"/>
                </a:lnTo>
                <a:lnTo>
                  <a:pt x="1814" y="1113"/>
                </a:lnTo>
                <a:lnTo>
                  <a:pt x="1813" y="1113"/>
                </a:lnTo>
                <a:lnTo>
                  <a:pt x="1812" y="1112"/>
                </a:lnTo>
                <a:lnTo>
                  <a:pt x="1811" y="1112"/>
                </a:lnTo>
                <a:lnTo>
                  <a:pt x="1810" y="1112"/>
                </a:lnTo>
                <a:lnTo>
                  <a:pt x="1809" y="1113"/>
                </a:lnTo>
                <a:lnTo>
                  <a:pt x="1809" y="1112"/>
                </a:lnTo>
                <a:lnTo>
                  <a:pt x="1808" y="1112"/>
                </a:lnTo>
                <a:lnTo>
                  <a:pt x="1806" y="1113"/>
                </a:lnTo>
                <a:lnTo>
                  <a:pt x="1804" y="1113"/>
                </a:lnTo>
                <a:lnTo>
                  <a:pt x="1802" y="1113"/>
                </a:lnTo>
                <a:lnTo>
                  <a:pt x="1801" y="1113"/>
                </a:lnTo>
                <a:lnTo>
                  <a:pt x="1800" y="1113"/>
                </a:lnTo>
                <a:lnTo>
                  <a:pt x="1798" y="1113"/>
                </a:lnTo>
                <a:lnTo>
                  <a:pt x="1797" y="1113"/>
                </a:lnTo>
                <a:lnTo>
                  <a:pt x="1796" y="1112"/>
                </a:lnTo>
                <a:lnTo>
                  <a:pt x="1795" y="1112"/>
                </a:lnTo>
                <a:lnTo>
                  <a:pt x="1795" y="1111"/>
                </a:lnTo>
                <a:lnTo>
                  <a:pt x="1795" y="1112"/>
                </a:lnTo>
                <a:lnTo>
                  <a:pt x="1794" y="1112"/>
                </a:lnTo>
                <a:lnTo>
                  <a:pt x="1794" y="1113"/>
                </a:lnTo>
                <a:lnTo>
                  <a:pt x="1793" y="1114"/>
                </a:lnTo>
                <a:lnTo>
                  <a:pt x="1791" y="1114"/>
                </a:lnTo>
                <a:lnTo>
                  <a:pt x="1790" y="1114"/>
                </a:lnTo>
                <a:lnTo>
                  <a:pt x="1789" y="1114"/>
                </a:lnTo>
                <a:lnTo>
                  <a:pt x="1788" y="1114"/>
                </a:lnTo>
                <a:lnTo>
                  <a:pt x="1787" y="1114"/>
                </a:lnTo>
                <a:lnTo>
                  <a:pt x="1787" y="1115"/>
                </a:lnTo>
                <a:lnTo>
                  <a:pt x="1787" y="1116"/>
                </a:lnTo>
                <a:lnTo>
                  <a:pt x="1787" y="1117"/>
                </a:lnTo>
                <a:lnTo>
                  <a:pt x="1786" y="1117"/>
                </a:lnTo>
                <a:lnTo>
                  <a:pt x="1786" y="1118"/>
                </a:lnTo>
                <a:lnTo>
                  <a:pt x="1785" y="1118"/>
                </a:lnTo>
                <a:lnTo>
                  <a:pt x="1785" y="1117"/>
                </a:lnTo>
                <a:lnTo>
                  <a:pt x="1784" y="1117"/>
                </a:lnTo>
                <a:lnTo>
                  <a:pt x="1782" y="1118"/>
                </a:lnTo>
                <a:lnTo>
                  <a:pt x="1780" y="1119"/>
                </a:lnTo>
                <a:lnTo>
                  <a:pt x="1778" y="1120"/>
                </a:lnTo>
                <a:lnTo>
                  <a:pt x="1777" y="1121"/>
                </a:lnTo>
                <a:lnTo>
                  <a:pt x="1777" y="1122"/>
                </a:lnTo>
                <a:lnTo>
                  <a:pt x="1777" y="1123"/>
                </a:lnTo>
                <a:lnTo>
                  <a:pt x="1776" y="1123"/>
                </a:lnTo>
                <a:lnTo>
                  <a:pt x="1776" y="1124"/>
                </a:lnTo>
                <a:lnTo>
                  <a:pt x="1776" y="1125"/>
                </a:lnTo>
                <a:lnTo>
                  <a:pt x="1776" y="1127"/>
                </a:lnTo>
                <a:lnTo>
                  <a:pt x="1777" y="1127"/>
                </a:lnTo>
                <a:lnTo>
                  <a:pt x="1777" y="1128"/>
                </a:lnTo>
                <a:lnTo>
                  <a:pt x="1777" y="1129"/>
                </a:lnTo>
                <a:lnTo>
                  <a:pt x="1778" y="1130"/>
                </a:lnTo>
                <a:lnTo>
                  <a:pt x="1778" y="1131"/>
                </a:lnTo>
                <a:lnTo>
                  <a:pt x="1778" y="1132"/>
                </a:lnTo>
                <a:lnTo>
                  <a:pt x="1778" y="1133"/>
                </a:lnTo>
                <a:lnTo>
                  <a:pt x="1778" y="1134"/>
                </a:lnTo>
                <a:lnTo>
                  <a:pt x="1778" y="1136"/>
                </a:lnTo>
                <a:lnTo>
                  <a:pt x="1778" y="1137"/>
                </a:lnTo>
                <a:lnTo>
                  <a:pt x="1779" y="1137"/>
                </a:lnTo>
                <a:lnTo>
                  <a:pt x="1779" y="1138"/>
                </a:lnTo>
                <a:lnTo>
                  <a:pt x="1779" y="1139"/>
                </a:lnTo>
                <a:lnTo>
                  <a:pt x="1780" y="1139"/>
                </a:lnTo>
                <a:lnTo>
                  <a:pt x="1780" y="1140"/>
                </a:lnTo>
                <a:lnTo>
                  <a:pt x="1779" y="1141"/>
                </a:lnTo>
                <a:lnTo>
                  <a:pt x="1778" y="1141"/>
                </a:lnTo>
                <a:lnTo>
                  <a:pt x="1778" y="1142"/>
                </a:lnTo>
                <a:lnTo>
                  <a:pt x="1777" y="1142"/>
                </a:lnTo>
                <a:lnTo>
                  <a:pt x="1777" y="1141"/>
                </a:lnTo>
                <a:lnTo>
                  <a:pt x="1776" y="1141"/>
                </a:lnTo>
                <a:lnTo>
                  <a:pt x="1775" y="1141"/>
                </a:lnTo>
                <a:lnTo>
                  <a:pt x="1774" y="1141"/>
                </a:lnTo>
                <a:lnTo>
                  <a:pt x="1774" y="1142"/>
                </a:lnTo>
                <a:lnTo>
                  <a:pt x="1773" y="1141"/>
                </a:lnTo>
                <a:lnTo>
                  <a:pt x="1771" y="1141"/>
                </a:lnTo>
                <a:lnTo>
                  <a:pt x="1770" y="1141"/>
                </a:lnTo>
                <a:lnTo>
                  <a:pt x="1769" y="1140"/>
                </a:lnTo>
                <a:lnTo>
                  <a:pt x="1768" y="1140"/>
                </a:lnTo>
                <a:lnTo>
                  <a:pt x="1767" y="1140"/>
                </a:lnTo>
                <a:lnTo>
                  <a:pt x="1768" y="1141"/>
                </a:lnTo>
                <a:lnTo>
                  <a:pt x="1768" y="1142"/>
                </a:lnTo>
                <a:lnTo>
                  <a:pt x="1769" y="1143"/>
                </a:lnTo>
                <a:lnTo>
                  <a:pt x="1770" y="1144"/>
                </a:lnTo>
                <a:lnTo>
                  <a:pt x="1770" y="1145"/>
                </a:lnTo>
                <a:lnTo>
                  <a:pt x="1772" y="1145"/>
                </a:lnTo>
                <a:lnTo>
                  <a:pt x="1773" y="1145"/>
                </a:lnTo>
                <a:lnTo>
                  <a:pt x="1773" y="1146"/>
                </a:lnTo>
                <a:lnTo>
                  <a:pt x="1774" y="1147"/>
                </a:lnTo>
                <a:lnTo>
                  <a:pt x="1774" y="1148"/>
                </a:lnTo>
                <a:lnTo>
                  <a:pt x="1775" y="1148"/>
                </a:lnTo>
                <a:lnTo>
                  <a:pt x="1775" y="1149"/>
                </a:lnTo>
                <a:lnTo>
                  <a:pt x="1776" y="1149"/>
                </a:lnTo>
                <a:lnTo>
                  <a:pt x="1776" y="1150"/>
                </a:lnTo>
                <a:lnTo>
                  <a:pt x="1777" y="1150"/>
                </a:lnTo>
                <a:lnTo>
                  <a:pt x="1777" y="1151"/>
                </a:lnTo>
                <a:lnTo>
                  <a:pt x="1776" y="1152"/>
                </a:lnTo>
                <a:lnTo>
                  <a:pt x="1776" y="1153"/>
                </a:lnTo>
                <a:lnTo>
                  <a:pt x="1775" y="1154"/>
                </a:lnTo>
                <a:lnTo>
                  <a:pt x="1776" y="1154"/>
                </a:lnTo>
                <a:lnTo>
                  <a:pt x="1776" y="1155"/>
                </a:lnTo>
                <a:lnTo>
                  <a:pt x="1776" y="1156"/>
                </a:lnTo>
                <a:lnTo>
                  <a:pt x="1776" y="1158"/>
                </a:lnTo>
                <a:lnTo>
                  <a:pt x="1776" y="1159"/>
                </a:lnTo>
                <a:lnTo>
                  <a:pt x="1775" y="1160"/>
                </a:lnTo>
                <a:lnTo>
                  <a:pt x="1774" y="1161"/>
                </a:lnTo>
                <a:lnTo>
                  <a:pt x="1773" y="1161"/>
                </a:lnTo>
                <a:lnTo>
                  <a:pt x="1772" y="1161"/>
                </a:lnTo>
                <a:lnTo>
                  <a:pt x="1772" y="1162"/>
                </a:lnTo>
                <a:lnTo>
                  <a:pt x="1771" y="1162"/>
                </a:lnTo>
                <a:lnTo>
                  <a:pt x="1767" y="1164"/>
                </a:lnTo>
                <a:lnTo>
                  <a:pt x="1766" y="1162"/>
                </a:lnTo>
                <a:lnTo>
                  <a:pt x="1765" y="1161"/>
                </a:lnTo>
                <a:lnTo>
                  <a:pt x="1765" y="1162"/>
                </a:lnTo>
                <a:lnTo>
                  <a:pt x="1763" y="1163"/>
                </a:lnTo>
                <a:lnTo>
                  <a:pt x="1763" y="1164"/>
                </a:lnTo>
                <a:lnTo>
                  <a:pt x="1762" y="1165"/>
                </a:lnTo>
                <a:lnTo>
                  <a:pt x="1762" y="1166"/>
                </a:lnTo>
                <a:lnTo>
                  <a:pt x="1759" y="1166"/>
                </a:lnTo>
                <a:lnTo>
                  <a:pt x="1759" y="1167"/>
                </a:lnTo>
                <a:lnTo>
                  <a:pt x="1757" y="1166"/>
                </a:lnTo>
                <a:lnTo>
                  <a:pt x="1756" y="1166"/>
                </a:lnTo>
                <a:lnTo>
                  <a:pt x="1755" y="1167"/>
                </a:lnTo>
                <a:lnTo>
                  <a:pt x="1754" y="1168"/>
                </a:lnTo>
                <a:lnTo>
                  <a:pt x="1753" y="1168"/>
                </a:lnTo>
                <a:lnTo>
                  <a:pt x="1752" y="1168"/>
                </a:lnTo>
                <a:lnTo>
                  <a:pt x="1751" y="1168"/>
                </a:lnTo>
                <a:lnTo>
                  <a:pt x="1750" y="1168"/>
                </a:lnTo>
                <a:lnTo>
                  <a:pt x="1749" y="1168"/>
                </a:lnTo>
                <a:lnTo>
                  <a:pt x="1750" y="1168"/>
                </a:lnTo>
                <a:lnTo>
                  <a:pt x="1749" y="1168"/>
                </a:lnTo>
                <a:lnTo>
                  <a:pt x="1749" y="1169"/>
                </a:lnTo>
                <a:lnTo>
                  <a:pt x="1748" y="1168"/>
                </a:lnTo>
                <a:lnTo>
                  <a:pt x="1747" y="1168"/>
                </a:lnTo>
                <a:lnTo>
                  <a:pt x="1746" y="1168"/>
                </a:lnTo>
                <a:lnTo>
                  <a:pt x="1745" y="1168"/>
                </a:lnTo>
                <a:lnTo>
                  <a:pt x="1744" y="1166"/>
                </a:lnTo>
                <a:lnTo>
                  <a:pt x="1745" y="1166"/>
                </a:lnTo>
                <a:lnTo>
                  <a:pt x="1744" y="1166"/>
                </a:lnTo>
                <a:lnTo>
                  <a:pt x="1744" y="1165"/>
                </a:lnTo>
                <a:lnTo>
                  <a:pt x="1743" y="1165"/>
                </a:lnTo>
                <a:lnTo>
                  <a:pt x="1743" y="1164"/>
                </a:lnTo>
                <a:lnTo>
                  <a:pt x="1742" y="1163"/>
                </a:lnTo>
                <a:lnTo>
                  <a:pt x="1741" y="1163"/>
                </a:lnTo>
                <a:lnTo>
                  <a:pt x="1740" y="1163"/>
                </a:lnTo>
                <a:lnTo>
                  <a:pt x="1740" y="1164"/>
                </a:lnTo>
                <a:lnTo>
                  <a:pt x="1739" y="1164"/>
                </a:lnTo>
                <a:lnTo>
                  <a:pt x="1738" y="1166"/>
                </a:lnTo>
                <a:lnTo>
                  <a:pt x="1737" y="1166"/>
                </a:lnTo>
                <a:lnTo>
                  <a:pt x="1735" y="1167"/>
                </a:lnTo>
                <a:lnTo>
                  <a:pt x="1734" y="1167"/>
                </a:lnTo>
                <a:lnTo>
                  <a:pt x="1733" y="1166"/>
                </a:lnTo>
                <a:lnTo>
                  <a:pt x="1733" y="1167"/>
                </a:lnTo>
                <a:lnTo>
                  <a:pt x="1732" y="1167"/>
                </a:lnTo>
                <a:lnTo>
                  <a:pt x="1731" y="1166"/>
                </a:lnTo>
                <a:lnTo>
                  <a:pt x="1732" y="1166"/>
                </a:lnTo>
                <a:lnTo>
                  <a:pt x="1734" y="1164"/>
                </a:lnTo>
                <a:lnTo>
                  <a:pt x="1734" y="1162"/>
                </a:lnTo>
                <a:lnTo>
                  <a:pt x="1734" y="1161"/>
                </a:lnTo>
                <a:lnTo>
                  <a:pt x="1733" y="1161"/>
                </a:lnTo>
                <a:lnTo>
                  <a:pt x="1732" y="1161"/>
                </a:lnTo>
                <a:lnTo>
                  <a:pt x="1731" y="1161"/>
                </a:lnTo>
                <a:lnTo>
                  <a:pt x="1731" y="1160"/>
                </a:lnTo>
                <a:lnTo>
                  <a:pt x="1730" y="1160"/>
                </a:lnTo>
                <a:lnTo>
                  <a:pt x="1728" y="1160"/>
                </a:lnTo>
                <a:lnTo>
                  <a:pt x="1727" y="1160"/>
                </a:lnTo>
                <a:lnTo>
                  <a:pt x="1726" y="1160"/>
                </a:lnTo>
                <a:lnTo>
                  <a:pt x="1725" y="1161"/>
                </a:lnTo>
                <a:lnTo>
                  <a:pt x="1724" y="1161"/>
                </a:lnTo>
                <a:lnTo>
                  <a:pt x="1724" y="1162"/>
                </a:lnTo>
                <a:lnTo>
                  <a:pt x="1724" y="1163"/>
                </a:lnTo>
                <a:lnTo>
                  <a:pt x="1723" y="1164"/>
                </a:lnTo>
                <a:lnTo>
                  <a:pt x="1722" y="1164"/>
                </a:lnTo>
                <a:lnTo>
                  <a:pt x="1722" y="1165"/>
                </a:lnTo>
                <a:lnTo>
                  <a:pt x="1721" y="1165"/>
                </a:lnTo>
                <a:lnTo>
                  <a:pt x="1721" y="1166"/>
                </a:lnTo>
                <a:lnTo>
                  <a:pt x="1720" y="1166"/>
                </a:lnTo>
                <a:lnTo>
                  <a:pt x="1720" y="1165"/>
                </a:lnTo>
                <a:lnTo>
                  <a:pt x="1719" y="1167"/>
                </a:lnTo>
                <a:lnTo>
                  <a:pt x="1718" y="1167"/>
                </a:lnTo>
                <a:lnTo>
                  <a:pt x="1717" y="1167"/>
                </a:lnTo>
                <a:lnTo>
                  <a:pt x="1716" y="1168"/>
                </a:lnTo>
                <a:lnTo>
                  <a:pt x="1717" y="1168"/>
                </a:lnTo>
                <a:lnTo>
                  <a:pt x="1717" y="1169"/>
                </a:lnTo>
                <a:lnTo>
                  <a:pt x="1716" y="1170"/>
                </a:lnTo>
                <a:lnTo>
                  <a:pt x="1716" y="1171"/>
                </a:lnTo>
                <a:lnTo>
                  <a:pt x="1715" y="1172"/>
                </a:lnTo>
                <a:lnTo>
                  <a:pt x="1715" y="1173"/>
                </a:lnTo>
                <a:lnTo>
                  <a:pt x="1715" y="1174"/>
                </a:lnTo>
                <a:lnTo>
                  <a:pt x="1714" y="1174"/>
                </a:lnTo>
                <a:lnTo>
                  <a:pt x="1714" y="1175"/>
                </a:lnTo>
                <a:lnTo>
                  <a:pt x="1713" y="1175"/>
                </a:lnTo>
                <a:lnTo>
                  <a:pt x="1712" y="1174"/>
                </a:lnTo>
                <a:lnTo>
                  <a:pt x="1711" y="1175"/>
                </a:lnTo>
                <a:lnTo>
                  <a:pt x="1710" y="1175"/>
                </a:lnTo>
                <a:lnTo>
                  <a:pt x="1709" y="1175"/>
                </a:lnTo>
                <a:lnTo>
                  <a:pt x="1709" y="1174"/>
                </a:lnTo>
                <a:lnTo>
                  <a:pt x="1708" y="1174"/>
                </a:lnTo>
                <a:lnTo>
                  <a:pt x="1708" y="1175"/>
                </a:lnTo>
                <a:lnTo>
                  <a:pt x="1706" y="1176"/>
                </a:lnTo>
                <a:lnTo>
                  <a:pt x="1706" y="1178"/>
                </a:lnTo>
                <a:lnTo>
                  <a:pt x="1706" y="1179"/>
                </a:lnTo>
                <a:lnTo>
                  <a:pt x="1707" y="1179"/>
                </a:lnTo>
                <a:lnTo>
                  <a:pt x="1707" y="1180"/>
                </a:lnTo>
                <a:lnTo>
                  <a:pt x="1708" y="1180"/>
                </a:lnTo>
                <a:lnTo>
                  <a:pt x="1708" y="1181"/>
                </a:lnTo>
                <a:lnTo>
                  <a:pt x="1707" y="1181"/>
                </a:lnTo>
                <a:lnTo>
                  <a:pt x="1706" y="1183"/>
                </a:lnTo>
                <a:lnTo>
                  <a:pt x="1705" y="1184"/>
                </a:lnTo>
                <a:lnTo>
                  <a:pt x="1704" y="1184"/>
                </a:lnTo>
                <a:lnTo>
                  <a:pt x="1704" y="1183"/>
                </a:lnTo>
                <a:lnTo>
                  <a:pt x="1701" y="1183"/>
                </a:lnTo>
                <a:lnTo>
                  <a:pt x="1700" y="1183"/>
                </a:lnTo>
                <a:lnTo>
                  <a:pt x="1699" y="1183"/>
                </a:lnTo>
                <a:lnTo>
                  <a:pt x="1699" y="1184"/>
                </a:lnTo>
                <a:lnTo>
                  <a:pt x="1698" y="1184"/>
                </a:lnTo>
                <a:lnTo>
                  <a:pt x="1697" y="1182"/>
                </a:lnTo>
                <a:lnTo>
                  <a:pt x="1697" y="1181"/>
                </a:lnTo>
                <a:lnTo>
                  <a:pt x="1696" y="1181"/>
                </a:lnTo>
                <a:lnTo>
                  <a:pt x="1696" y="1180"/>
                </a:lnTo>
                <a:lnTo>
                  <a:pt x="1696" y="1179"/>
                </a:lnTo>
                <a:lnTo>
                  <a:pt x="1697" y="1179"/>
                </a:lnTo>
                <a:lnTo>
                  <a:pt x="1696" y="1179"/>
                </a:lnTo>
                <a:lnTo>
                  <a:pt x="1696" y="1178"/>
                </a:lnTo>
                <a:lnTo>
                  <a:pt x="1694" y="1176"/>
                </a:lnTo>
                <a:lnTo>
                  <a:pt x="1693" y="1175"/>
                </a:lnTo>
                <a:lnTo>
                  <a:pt x="1693" y="1174"/>
                </a:lnTo>
                <a:lnTo>
                  <a:pt x="1692" y="1174"/>
                </a:lnTo>
                <a:lnTo>
                  <a:pt x="1692" y="1173"/>
                </a:lnTo>
                <a:lnTo>
                  <a:pt x="1692" y="1172"/>
                </a:lnTo>
                <a:lnTo>
                  <a:pt x="1691" y="1172"/>
                </a:lnTo>
                <a:lnTo>
                  <a:pt x="1691" y="1171"/>
                </a:lnTo>
                <a:lnTo>
                  <a:pt x="1691" y="1170"/>
                </a:lnTo>
                <a:lnTo>
                  <a:pt x="1690" y="1170"/>
                </a:lnTo>
                <a:lnTo>
                  <a:pt x="1690" y="1169"/>
                </a:lnTo>
                <a:lnTo>
                  <a:pt x="1690" y="1168"/>
                </a:lnTo>
                <a:lnTo>
                  <a:pt x="1689" y="1167"/>
                </a:lnTo>
                <a:lnTo>
                  <a:pt x="1689" y="1166"/>
                </a:lnTo>
                <a:lnTo>
                  <a:pt x="1688" y="1166"/>
                </a:lnTo>
                <a:lnTo>
                  <a:pt x="1688" y="1167"/>
                </a:lnTo>
                <a:lnTo>
                  <a:pt x="1686" y="1167"/>
                </a:lnTo>
                <a:lnTo>
                  <a:pt x="1685" y="1167"/>
                </a:lnTo>
                <a:lnTo>
                  <a:pt x="1684" y="1168"/>
                </a:lnTo>
                <a:lnTo>
                  <a:pt x="1683" y="1168"/>
                </a:lnTo>
                <a:lnTo>
                  <a:pt x="1683" y="1167"/>
                </a:lnTo>
                <a:lnTo>
                  <a:pt x="1682" y="1167"/>
                </a:lnTo>
                <a:lnTo>
                  <a:pt x="1681" y="1168"/>
                </a:lnTo>
                <a:lnTo>
                  <a:pt x="1680" y="1169"/>
                </a:lnTo>
                <a:lnTo>
                  <a:pt x="1679" y="1170"/>
                </a:lnTo>
                <a:lnTo>
                  <a:pt x="1678" y="1170"/>
                </a:lnTo>
                <a:lnTo>
                  <a:pt x="1678" y="1171"/>
                </a:lnTo>
                <a:lnTo>
                  <a:pt x="1677" y="1171"/>
                </a:lnTo>
                <a:lnTo>
                  <a:pt x="1676" y="1172"/>
                </a:lnTo>
                <a:lnTo>
                  <a:pt x="1676" y="1173"/>
                </a:lnTo>
                <a:lnTo>
                  <a:pt x="1675" y="1173"/>
                </a:lnTo>
                <a:lnTo>
                  <a:pt x="1674" y="1172"/>
                </a:lnTo>
                <a:lnTo>
                  <a:pt x="1673" y="1172"/>
                </a:lnTo>
                <a:lnTo>
                  <a:pt x="1672" y="1172"/>
                </a:lnTo>
                <a:lnTo>
                  <a:pt x="1672" y="1173"/>
                </a:lnTo>
                <a:lnTo>
                  <a:pt x="1672" y="1174"/>
                </a:lnTo>
                <a:lnTo>
                  <a:pt x="1671" y="1174"/>
                </a:lnTo>
                <a:lnTo>
                  <a:pt x="1670" y="1175"/>
                </a:lnTo>
                <a:lnTo>
                  <a:pt x="1669" y="1175"/>
                </a:lnTo>
                <a:lnTo>
                  <a:pt x="1666" y="1178"/>
                </a:lnTo>
                <a:lnTo>
                  <a:pt x="1665" y="1178"/>
                </a:lnTo>
                <a:lnTo>
                  <a:pt x="1665" y="1179"/>
                </a:lnTo>
                <a:lnTo>
                  <a:pt x="1664" y="1179"/>
                </a:lnTo>
                <a:lnTo>
                  <a:pt x="1662" y="1180"/>
                </a:lnTo>
                <a:lnTo>
                  <a:pt x="1661" y="1180"/>
                </a:lnTo>
                <a:lnTo>
                  <a:pt x="1660" y="1181"/>
                </a:lnTo>
                <a:lnTo>
                  <a:pt x="1658" y="1182"/>
                </a:lnTo>
                <a:lnTo>
                  <a:pt x="1657" y="1182"/>
                </a:lnTo>
                <a:lnTo>
                  <a:pt x="1656" y="1183"/>
                </a:lnTo>
                <a:lnTo>
                  <a:pt x="1654" y="1184"/>
                </a:lnTo>
                <a:lnTo>
                  <a:pt x="1652" y="1185"/>
                </a:lnTo>
                <a:lnTo>
                  <a:pt x="1651" y="1185"/>
                </a:lnTo>
                <a:lnTo>
                  <a:pt x="1651" y="1186"/>
                </a:lnTo>
                <a:lnTo>
                  <a:pt x="1650" y="1186"/>
                </a:lnTo>
                <a:lnTo>
                  <a:pt x="1648" y="1187"/>
                </a:lnTo>
                <a:lnTo>
                  <a:pt x="1647" y="1187"/>
                </a:lnTo>
                <a:lnTo>
                  <a:pt x="1646" y="1187"/>
                </a:lnTo>
                <a:lnTo>
                  <a:pt x="1645" y="1187"/>
                </a:lnTo>
                <a:lnTo>
                  <a:pt x="1645" y="1188"/>
                </a:lnTo>
                <a:lnTo>
                  <a:pt x="1644" y="1188"/>
                </a:lnTo>
                <a:lnTo>
                  <a:pt x="1642" y="1189"/>
                </a:lnTo>
                <a:lnTo>
                  <a:pt x="1639" y="1190"/>
                </a:lnTo>
                <a:lnTo>
                  <a:pt x="1638" y="1190"/>
                </a:lnTo>
                <a:lnTo>
                  <a:pt x="1636" y="1191"/>
                </a:lnTo>
                <a:lnTo>
                  <a:pt x="1635" y="1191"/>
                </a:lnTo>
                <a:lnTo>
                  <a:pt x="1634" y="1191"/>
                </a:lnTo>
                <a:lnTo>
                  <a:pt x="1634" y="1192"/>
                </a:lnTo>
                <a:lnTo>
                  <a:pt x="1635" y="1192"/>
                </a:lnTo>
                <a:lnTo>
                  <a:pt x="1635" y="1193"/>
                </a:lnTo>
                <a:lnTo>
                  <a:pt x="1636" y="1193"/>
                </a:lnTo>
                <a:lnTo>
                  <a:pt x="1636" y="1194"/>
                </a:lnTo>
                <a:lnTo>
                  <a:pt x="1637" y="1194"/>
                </a:lnTo>
                <a:lnTo>
                  <a:pt x="1638" y="1194"/>
                </a:lnTo>
                <a:lnTo>
                  <a:pt x="1638" y="1195"/>
                </a:lnTo>
                <a:lnTo>
                  <a:pt x="1639" y="1195"/>
                </a:lnTo>
                <a:lnTo>
                  <a:pt x="1639" y="1196"/>
                </a:lnTo>
                <a:lnTo>
                  <a:pt x="1638" y="1197"/>
                </a:lnTo>
                <a:lnTo>
                  <a:pt x="1637" y="1198"/>
                </a:lnTo>
                <a:lnTo>
                  <a:pt x="1638" y="1199"/>
                </a:lnTo>
                <a:lnTo>
                  <a:pt x="1638" y="1200"/>
                </a:lnTo>
                <a:lnTo>
                  <a:pt x="1639" y="1201"/>
                </a:lnTo>
                <a:lnTo>
                  <a:pt x="1640" y="1201"/>
                </a:lnTo>
                <a:lnTo>
                  <a:pt x="1640" y="1202"/>
                </a:lnTo>
                <a:lnTo>
                  <a:pt x="1639" y="1202"/>
                </a:lnTo>
                <a:lnTo>
                  <a:pt x="1637" y="1203"/>
                </a:lnTo>
                <a:lnTo>
                  <a:pt x="1636" y="1203"/>
                </a:lnTo>
                <a:lnTo>
                  <a:pt x="1634" y="1203"/>
                </a:lnTo>
                <a:lnTo>
                  <a:pt x="1634" y="1202"/>
                </a:lnTo>
                <a:lnTo>
                  <a:pt x="1633" y="1200"/>
                </a:lnTo>
                <a:lnTo>
                  <a:pt x="1632" y="1200"/>
                </a:lnTo>
                <a:lnTo>
                  <a:pt x="1631" y="1200"/>
                </a:lnTo>
                <a:lnTo>
                  <a:pt x="1630" y="1200"/>
                </a:lnTo>
                <a:lnTo>
                  <a:pt x="1630" y="1201"/>
                </a:lnTo>
                <a:lnTo>
                  <a:pt x="1630" y="1202"/>
                </a:lnTo>
                <a:lnTo>
                  <a:pt x="1630" y="1203"/>
                </a:lnTo>
                <a:lnTo>
                  <a:pt x="1630" y="1204"/>
                </a:lnTo>
                <a:lnTo>
                  <a:pt x="1629" y="1204"/>
                </a:lnTo>
                <a:lnTo>
                  <a:pt x="1628" y="1204"/>
                </a:lnTo>
                <a:lnTo>
                  <a:pt x="1627" y="1204"/>
                </a:lnTo>
                <a:lnTo>
                  <a:pt x="1625" y="1205"/>
                </a:lnTo>
                <a:lnTo>
                  <a:pt x="1624" y="1205"/>
                </a:lnTo>
                <a:lnTo>
                  <a:pt x="1625" y="1204"/>
                </a:lnTo>
                <a:lnTo>
                  <a:pt x="1625" y="1202"/>
                </a:lnTo>
                <a:lnTo>
                  <a:pt x="1624" y="1201"/>
                </a:lnTo>
                <a:lnTo>
                  <a:pt x="1623" y="1201"/>
                </a:lnTo>
                <a:lnTo>
                  <a:pt x="1623" y="1202"/>
                </a:lnTo>
                <a:lnTo>
                  <a:pt x="1620" y="1202"/>
                </a:lnTo>
                <a:lnTo>
                  <a:pt x="1620" y="1201"/>
                </a:lnTo>
                <a:lnTo>
                  <a:pt x="1619" y="1201"/>
                </a:lnTo>
                <a:lnTo>
                  <a:pt x="1619" y="1200"/>
                </a:lnTo>
                <a:lnTo>
                  <a:pt x="1618" y="1200"/>
                </a:lnTo>
                <a:lnTo>
                  <a:pt x="1617" y="1200"/>
                </a:lnTo>
                <a:lnTo>
                  <a:pt x="1616" y="1200"/>
                </a:lnTo>
                <a:lnTo>
                  <a:pt x="1615" y="1199"/>
                </a:lnTo>
                <a:lnTo>
                  <a:pt x="1614" y="1199"/>
                </a:lnTo>
                <a:lnTo>
                  <a:pt x="1614" y="1200"/>
                </a:lnTo>
                <a:lnTo>
                  <a:pt x="1614" y="1201"/>
                </a:lnTo>
                <a:lnTo>
                  <a:pt x="1613" y="1200"/>
                </a:lnTo>
                <a:lnTo>
                  <a:pt x="1613" y="1201"/>
                </a:lnTo>
                <a:lnTo>
                  <a:pt x="1612" y="1202"/>
                </a:lnTo>
                <a:lnTo>
                  <a:pt x="1611" y="1202"/>
                </a:lnTo>
                <a:lnTo>
                  <a:pt x="1610" y="1202"/>
                </a:lnTo>
                <a:lnTo>
                  <a:pt x="1609" y="1202"/>
                </a:lnTo>
                <a:lnTo>
                  <a:pt x="1610" y="1201"/>
                </a:lnTo>
                <a:lnTo>
                  <a:pt x="1608" y="1200"/>
                </a:lnTo>
                <a:lnTo>
                  <a:pt x="1607" y="1200"/>
                </a:lnTo>
                <a:lnTo>
                  <a:pt x="1606" y="1201"/>
                </a:lnTo>
                <a:lnTo>
                  <a:pt x="1605" y="1201"/>
                </a:lnTo>
                <a:lnTo>
                  <a:pt x="1603" y="1201"/>
                </a:lnTo>
                <a:lnTo>
                  <a:pt x="1603" y="1200"/>
                </a:lnTo>
                <a:lnTo>
                  <a:pt x="1601" y="1200"/>
                </a:lnTo>
                <a:lnTo>
                  <a:pt x="1601" y="1201"/>
                </a:lnTo>
                <a:lnTo>
                  <a:pt x="1600" y="1201"/>
                </a:lnTo>
                <a:lnTo>
                  <a:pt x="1599" y="1201"/>
                </a:lnTo>
                <a:lnTo>
                  <a:pt x="1598" y="1201"/>
                </a:lnTo>
                <a:lnTo>
                  <a:pt x="1596" y="1201"/>
                </a:lnTo>
                <a:lnTo>
                  <a:pt x="1595" y="1201"/>
                </a:lnTo>
                <a:lnTo>
                  <a:pt x="1595" y="1202"/>
                </a:lnTo>
                <a:lnTo>
                  <a:pt x="1594" y="1202"/>
                </a:lnTo>
                <a:lnTo>
                  <a:pt x="1594" y="1201"/>
                </a:lnTo>
                <a:lnTo>
                  <a:pt x="1594" y="1200"/>
                </a:lnTo>
                <a:lnTo>
                  <a:pt x="1595" y="1199"/>
                </a:lnTo>
                <a:lnTo>
                  <a:pt x="1596" y="1199"/>
                </a:lnTo>
                <a:lnTo>
                  <a:pt x="1597" y="1199"/>
                </a:lnTo>
                <a:lnTo>
                  <a:pt x="1597" y="1198"/>
                </a:lnTo>
                <a:lnTo>
                  <a:pt x="1597" y="1195"/>
                </a:lnTo>
                <a:lnTo>
                  <a:pt x="1598" y="1195"/>
                </a:lnTo>
                <a:lnTo>
                  <a:pt x="1598" y="1194"/>
                </a:lnTo>
                <a:lnTo>
                  <a:pt x="1597" y="1193"/>
                </a:lnTo>
                <a:lnTo>
                  <a:pt x="1597" y="1192"/>
                </a:lnTo>
                <a:lnTo>
                  <a:pt x="1597" y="1190"/>
                </a:lnTo>
                <a:lnTo>
                  <a:pt x="1597" y="1187"/>
                </a:lnTo>
                <a:lnTo>
                  <a:pt x="1597" y="1186"/>
                </a:lnTo>
                <a:lnTo>
                  <a:pt x="1597" y="1183"/>
                </a:lnTo>
                <a:lnTo>
                  <a:pt x="1596" y="1183"/>
                </a:lnTo>
                <a:lnTo>
                  <a:pt x="1595" y="1182"/>
                </a:lnTo>
                <a:lnTo>
                  <a:pt x="1595" y="1181"/>
                </a:lnTo>
                <a:lnTo>
                  <a:pt x="1594" y="1181"/>
                </a:lnTo>
                <a:lnTo>
                  <a:pt x="1594" y="1180"/>
                </a:lnTo>
                <a:lnTo>
                  <a:pt x="1595" y="1180"/>
                </a:lnTo>
                <a:lnTo>
                  <a:pt x="1596" y="1180"/>
                </a:lnTo>
                <a:lnTo>
                  <a:pt x="1598" y="1179"/>
                </a:lnTo>
                <a:lnTo>
                  <a:pt x="1599" y="1179"/>
                </a:lnTo>
                <a:lnTo>
                  <a:pt x="1599" y="1178"/>
                </a:lnTo>
                <a:lnTo>
                  <a:pt x="1600" y="1178"/>
                </a:lnTo>
                <a:lnTo>
                  <a:pt x="1600" y="1177"/>
                </a:lnTo>
                <a:lnTo>
                  <a:pt x="1601" y="1177"/>
                </a:lnTo>
                <a:lnTo>
                  <a:pt x="1601" y="1176"/>
                </a:lnTo>
                <a:lnTo>
                  <a:pt x="1600" y="1176"/>
                </a:lnTo>
                <a:lnTo>
                  <a:pt x="1599" y="1176"/>
                </a:lnTo>
                <a:lnTo>
                  <a:pt x="1598" y="1174"/>
                </a:lnTo>
                <a:lnTo>
                  <a:pt x="1598" y="1173"/>
                </a:lnTo>
                <a:lnTo>
                  <a:pt x="1599" y="1173"/>
                </a:lnTo>
                <a:lnTo>
                  <a:pt x="1598" y="1173"/>
                </a:lnTo>
                <a:lnTo>
                  <a:pt x="1599" y="1172"/>
                </a:lnTo>
                <a:lnTo>
                  <a:pt x="1599" y="1171"/>
                </a:lnTo>
                <a:lnTo>
                  <a:pt x="1599" y="1170"/>
                </a:lnTo>
                <a:lnTo>
                  <a:pt x="1598" y="1169"/>
                </a:lnTo>
                <a:lnTo>
                  <a:pt x="1599" y="1169"/>
                </a:lnTo>
                <a:lnTo>
                  <a:pt x="1599" y="1168"/>
                </a:lnTo>
                <a:lnTo>
                  <a:pt x="1599" y="1167"/>
                </a:lnTo>
                <a:lnTo>
                  <a:pt x="1599" y="1168"/>
                </a:lnTo>
                <a:lnTo>
                  <a:pt x="1600" y="1168"/>
                </a:lnTo>
                <a:lnTo>
                  <a:pt x="1600" y="1167"/>
                </a:lnTo>
                <a:lnTo>
                  <a:pt x="1599" y="1166"/>
                </a:lnTo>
                <a:lnTo>
                  <a:pt x="1599" y="1165"/>
                </a:lnTo>
                <a:lnTo>
                  <a:pt x="1598" y="1164"/>
                </a:lnTo>
                <a:lnTo>
                  <a:pt x="1599" y="1164"/>
                </a:lnTo>
                <a:lnTo>
                  <a:pt x="1599" y="1163"/>
                </a:lnTo>
                <a:lnTo>
                  <a:pt x="1599" y="1162"/>
                </a:lnTo>
                <a:lnTo>
                  <a:pt x="1598" y="1161"/>
                </a:lnTo>
                <a:lnTo>
                  <a:pt x="1598" y="1160"/>
                </a:lnTo>
                <a:lnTo>
                  <a:pt x="1597" y="1159"/>
                </a:lnTo>
                <a:lnTo>
                  <a:pt x="1597" y="1160"/>
                </a:lnTo>
                <a:lnTo>
                  <a:pt x="1595" y="1159"/>
                </a:lnTo>
                <a:lnTo>
                  <a:pt x="1596" y="1159"/>
                </a:lnTo>
                <a:lnTo>
                  <a:pt x="1596" y="1158"/>
                </a:lnTo>
                <a:lnTo>
                  <a:pt x="1596" y="1157"/>
                </a:lnTo>
                <a:lnTo>
                  <a:pt x="1595" y="1157"/>
                </a:lnTo>
                <a:lnTo>
                  <a:pt x="1594" y="1155"/>
                </a:lnTo>
                <a:lnTo>
                  <a:pt x="1594" y="1153"/>
                </a:lnTo>
                <a:lnTo>
                  <a:pt x="1593" y="1153"/>
                </a:lnTo>
                <a:lnTo>
                  <a:pt x="1593" y="1151"/>
                </a:lnTo>
                <a:lnTo>
                  <a:pt x="1594" y="1151"/>
                </a:lnTo>
                <a:lnTo>
                  <a:pt x="1594" y="1150"/>
                </a:lnTo>
                <a:lnTo>
                  <a:pt x="1592" y="1149"/>
                </a:lnTo>
                <a:lnTo>
                  <a:pt x="1591" y="1148"/>
                </a:lnTo>
                <a:lnTo>
                  <a:pt x="1591" y="1147"/>
                </a:lnTo>
                <a:lnTo>
                  <a:pt x="1590" y="1147"/>
                </a:lnTo>
                <a:lnTo>
                  <a:pt x="1590" y="1146"/>
                </a:lnTo>
                <a:lnTo>
                  <a:pt x="1591" y="1146"/>
                </a:lnTo>
                <a:lnTo>
                  <a:pt x="1590" y="1146"/>
                </a:lnTo>
                <a:lnTo>
                  <a:pt x="1589" y="1146"/>
                </a:lnTo>
                <a:lnTo>
                  <a:pt x="1588" y="1146"/>
                </a:lnTo>
                <a:lnTo>
                  <a:pt x="1587" y="1146"/>
                </a:lnTo>
                <a:lnTo>
                  <a:pt x="1587" y="1148"/>
                </a:lnTo>
                <a:lnTo>
                  <a:pt x="1586" y="1148"/>
                </a:lnTo>
                <a:lnTo>
                  <a:pt x="1586" y="1149"/>
                </a:lnTo>
                <a:lnTo>
                  <a:pt x="1585" y="1149"/>
                </a:lnTo>
                <a:lnTo>
                  <a:pt x="1584" y="1149"/>
                </a:lnTo>
                <a:lnTo>
                  <a:pt x="1582" y="1149"/>
                </a:lnTo>
                <a:lnTo>
                  <a:pt x="1580" y="1149"/>
                </a:lnTo>
                <a:lnTo>
                  <a:pt x="1579" y="1149"/>
                </a:lnTo>
                <a:lnTo>
                  <a:pt x="1578" y="1149"/>
                </a:lnTo>
                <a:lnTo>
                  <a:pt x="1577" y="1149"/>
                </a:lnTo>
                <a:lnTo>
                  <a:pt x="1576" y="1149"/>
                </a:lnTo>
                <a:lnTo>
                  <a:pt x="1575" y="1150"/>
                </a:lnTo>
                <a:lnTo>
                  <a:pt x="1574" y="1150"/>
                </a:lnTo>
                <a:lnTo>
                  <a:pt x="1573" y="1149"/>
                </a:lnTo>
                <a:lnTo>
                  <a:pt x="1572" y="1149"/>
                </a:lnTo>
                <a:lnTo>
                  <a:pt x="1571" y="1148"/>
                </a:lnTo>
                <a:lnTo>
                  <a:pt x="1570" y="1148"/>
                </a:lnTo>
                <a:lnTo>
                  <a:pt x="1569" y="1147"/>
                </a:lnTo>
                <a:lnTo>
                  <a:pt x="1568" y="1147"/>
                </a:lnTo>
                <a:lnTo>
                  <a:pt x="1567" y="1148"/>
                </a:lnTo>
                <a:lnTo>
                  <a:pt x="1566" y="1148"/>
                </a:lnTo>
                <a:lnTo>
                  <a:pt x="1566" y="1149"/>
                </a:lnTo>
                <a:lnTo>
                  <a:pt x="1565" y="1148"/>
                </a:lnTo>
                <a:lnTo>
                  <a:pt x="1563" y="1149"/>
                </a:lnTo>
                <a:lnTo>
                  <a:pt x="1562" y="1149"/>
                </a:lnTo>
                <a:lnTo>
                  <a:pt x="1562" y="1150"/>
                </a:lnTo>
                <a:lnTo>
                  <a:pt x="1562" y="1151"/>
                </a:lnTo>
                <a:lnTo>
                  <a:pt x="1562" y="1152"/>
                </a:lnTo>
                <a:lnTo>
                  <a:pt x="1561" y="1152"/>
                </a:lnTo>
                <a:lnTo>
                  <a:pt x="1561" y="1153"/>
                </a:lnTo>
                <a:lnTo>
                  <a:pt x="1561" y="1154"/>
                </a:lnTo>
                <a:lnTo>
                  <a:pt x="1560" y="1155"/>
                </a:lnTo>
                <a:lnTo>
                  <a:pt x="1559" y="1154"/>
                </a:lnTo>
                <a:lnTo>
                  <a:pt x="1559" y="1155"/>
                </a:lnTo>
                <a:lnTo>
                  <a:pt x="1559" y="1156"/>
                </a:lnTo>
                <a:lnTo>
                  <a:pt x="1558" y="1157"/>
                </a:lnTo>
                <a:lnTo>
                  <a:pt x="1558" y="1158"/>
                </a:lnTo>
                <a:lnTo>
                  <a:pt x="1559" y="1159"/>
                </a:lnTo>
                <a:lnTo>
                  <a:pt x="1560" y="1159"/>
                </a:lnTo>
                <a:lnTo>
                  <a:pt x="1560" y="1160"/>
                </a:lnTo>
                <a:lnTo>
                  <a:pt x="1559" y="1160"/>
                </a:lnTo>
                <a:lnTo>
                  <a:pt x="1560" y="1161"/>
                </a:lnTo>
                <a:lnTo>
                  <a:pt x="1561" y="1162"/>
                </a:lnTo>
                <a:lnTo>
                  <a:pt x="1562" y="1163"/>
                </a:lnTo>
                <a:lnTo>
                  <a:pt x="1562" y="1164"/>
                </a:lnTo>
                <a:lnTo>
                  <a:pt x="1561" y="1164"/>
                </a:lnTo>
                <a:lnTo>
                  <a:pt x="1560" y="1164"/>
                </a:lnTo>
                <a:lnTo>
                  <a:pt x="1560" y="1165"/>
                </a:lnTo>
                <a:lnTo>
                  <a:pt x="1559" y="1165"/>
                </a:lnTo>
                <a:lnTo>
                  <a:pt x="1559" y="1166"/>
                </a:lnTo>
                <a:lnTo>
                  <a:pt x="1558" y="1166"/>
                </a:lnTo>
                <a:lnTo>
                  <a:pt x="1555" y="1167"/>
                </a:lnTo>
                <a:lnTo>
                  <a:pt x="1554" y="1167"/>
                </a:lnTo>
                <a:lnTo>
                  <a:pt x="1553" y="1166"/>
                </a:lnTo>
                <a:lnTo>
                  <a:pt x="1552" y="1166"/>
                </a:lnTo>
                <a:lnTo>
                  <a:pt x="1551" y="1166"/>
                </a:lnTo>
                <a:lnTo>
                  <a:pt x="1550" y="1165"/>
                </a:lnTo>
                <a:lnTo>
                  <a:pt x="1549" y="1166"/>
                </a:lnTo>
                <a:lnTo>
                  <a:pt x="1548" y="1166"/>
                </a:lnTo>
                <a:lnTo>
                  <a:pt x="1547" y="1166"/>
                </a:lnTo>
                <a:lnTo>
                  <a:pt x="1548" y="1167"/>
                </a:lnTo>
                <a:lnTo>
                  <a:pt x="1548" y="1168"/>
                </a:lnTo>
                <a:lnTo>
                  <a:pt x="1547" y="1168"/>
                </a:lnTo>
                <a:lnTo>
                  <a:pt x="1546" y="1168"/>
                </a:lnTo>
                <a:lnTo>
                  <a:pt x="1545" y="1168"/>
                </a:lnTo>
                <a:lnTo>
                  <a:pt x="1545" y="1169"/>
                </a:lnTo>
                <a:lnTo>
                  <a:pt x="1546" y="1169"/>
                </a:lnTo>
                <a:lnTo>
                  <a:pt x="1546" y="1170"/>
                </a:lnTo>
                <a:lnTo>
                  <a:pt x="1545" y="1170"/>
                </a:lnTo>
                <a:lnTo>
                  <a:pt x="1545" y="1171"/>
                </a:lnTo>
                <a:lnTo>
                  <a:pt x="1544" y="1172"/>
                </a:lnTo>
                <a:lnTo>
                  <a:pt x="1543" y="1172"/>
                </a:lnTo>
                <a:lnTo>
                  <a:pt x="1543" y="1173"/>
                </a:lnTo>
                <a:lnTo>
                  <a:pt x="1543" y="1174"/>
                </a:lnTo>
                <a:lnTo>
                  <a:pt x="1542" y="1174"/>
                </a:lnTo>
                <a:lnTo>
                  <a:pt x="1542" y="1175"/>
                </a:lnTo>
                <a:lnTo>
                  <a:pt x="1541" y="1175"/>
                </a:lnTo>
                <a:lnTo>
                  <a:pt x="1541" y="1176"/>
                </a:lnTo>
                <a:lnTo>
                  <a:pt x="1540" y="1176"/>
                </a:lnTo>
                <a:lnTo>
                  <a:pt x="1539" y="1177"/>
                </a:lnTo>
                <a:lnTo>
                  <a:pt x="1538" y="1178"/>
                </a:lnTo>
                <a:lnTo>
                  <a:pt x="1538" y="1179"/>
                </a:lnTo>
                <a:lnTo>
                  <a:pt x="1537" y="1180"/>
                </a:lnTo>
                <a:lnTo>
                  <a:pt x="1536" y="1180"/>
                </a:lnTo>
                <a:lnTo>
                  <a:pt x="1536" y="1181"/>
                </a:lnTo>
                <a:lnTo>
                  <a:pt x="1535" y="1181"/>
                </a:lnTo>
                <a:lnTo>
                  <a:pt x="1534" y="1182"/>
                </a:lnTo>
                <a:lnTo>
                  <a:pt x="1534" y="1183"/>
                </a:lnTo>
                <a:lnTo>
                  <a:pt x="1534" y="1184"/>
                </a:lnTo>
                <a:lnTo>
                  <a:pt x="1535" y="1184"/>
                </a:lnTo>
                <a:lnTo>
                  <a:pt x="1535" y="1185"/>
                </a:lnTo>
                <a:lnTo>
                  <a:pt x="1534" y="1185"/>
                </a:lnTo>
                <a:lnTo>
                  <a:pt x="1535" y="1186"/>
                </a:lnTo>
                <a:lnTo>
                  <a:pt x="1535" y="1187"/>
                </a:lnTo>
                <a:lnTo>
                  <a:pt x="1535" y="1188"/>
                </a:lnTo>
                <a:lnTo>
                  <a:pt x="1536" y="1189"/>
                </a:lnTo>
                <a:lnTo>
                  <a:pt x="1537" y="1190"/>
                </a:lnTo>
                <a:lnTo>
                  <a:pt x="1537" y="1191"/>
                </a:lnTo>
                <a:lnTo>
                  <a:pt x="1537" y="1192"/>
                </a:lnTo>
                <a:lnTo>
                  <a:pt x="1536" y="1192"/>
                </a:lnTo>
                <a:lnTo>
                  <a:pt x="1535" y="1192"/>
                </a:lnTo>
                <a:lnTo>
                  <a:pt x="1535" y="1193"/>
                </a:lnTo>
                <a:lnTo>
                  <a:pt x="1536" y="1194"/>
                </a:lnTo>
                <a:lnTo>
                  <a:pt x="1536" y="1195"/>
                </a:lnTo>
                <a:lnTo>
                  <a:pt x="1537" y="1196"/>
                </a:lnTo>
                <a:lnTo>
                  <a:pt x="1539" y="1199"/>
                </a:lnTo>
                <a:lnTo>
                  <a:pt x="1538" y="1199"/>
                </a:lnTo>
                <a:lnTo>
                  <a:pt x="1537" y="1200"/>
                </a:lnTo>
                <a:lnTo>
                  <a:pt x="1536" y="1200"/>
                </a:lnTo>
                <a:lnTo>
                  <a:pt x="1536" y="1201"/>
                </a:lnTo>
                <a:lnTo>
                  <a:pt x="1537" y="1201"/>
                </a:lnTo>
                <a:lnTo>
                  <a:pt x="1537" y="1202"/>
                </a:lnTo>
                <a:lnTo>
                  <a:pt x="1536" y="1204"/>
                </a:lnTo>
                <a:lnTo>
                  <a:pt x="1536" y="1205"/>
                </a:lnTo>
                <a:lnTo>
                  <a:pt x="1536" y="1206"/>
                </a:lnTo>
                <a:lnTo>
                  <a:pt x="1537" y="1207"/>
                </a:lnTo>
                <a:lnTo>
                  <a:pt x="1537" y="1211"/>
                </a:lnTo>
                <a:lnTo>
                  <a:pt x="1536" y="1211"/>
                </a:lnTo>
                <a:lnTo>
                  <a:pt x="1535" y="1211"/>
                </a:lnTo>
                <a:lnTo>
                  <a:pt x="1534" y="1210"/>
                </a:lnTo>
                <a:lnTo>
                  <a:pt x="1532" y="1210"/>
                </a:lnTo>
                <a:lnTo>
                  <a:pt x="1530" y="1209"/>
                </a:lnTo>
                <a:lnTo>
                  <a:pt x="1529" y="1209"/>
                </a:lnTo>
                <a:lnTo>
                  <a:pt x="1528" y="1209"/>
                </a:lnTo>
                <a:lnTo>
                  <a:pt x="1527" y="1209"/>
                </a:lnTo>
                <a:lnTo>
                  <a:pt x="1526" y="1208"/>
                </a:lnTo>
                <a:lnTo>
                  <a:pt x="1525" y="1208"/>
                </a:lnTo>
                <a:lnTo>
                  <a:pt x="1524" y="1209"/>
                </a:lnTo>
                <a:lnTo>
                  <a:pt x="1523" y="1209"/>
                </a:lnTo>
                <a:lnTo>
                  <a:pt x="1522" y="1209"/>
                </a:lnTo>
                <a:lnTo>
                  <a:pt x="1521" y="1209"/>
                </a:lnTo>
                <a:lnTo>
                  <a:pt x="1521" y="1210"/>
                </a:lnTo>
                <a:lnTo>
                  <a:pt x="1520" y="1209"/>
                </a:lnTo>
                <a:lnTo>
                  <a:pt x="1519" y="1209"/>
                </a:lnTo>
                <a:lnTo>
                  <a:pt x="1518" y="1210"/>
                </a:lnTo>
                <a:lnTo>
                  <a:pt x="1516" y="1210"/>
                </a:lnTo>
                <a:lnTo>
                  <a:pt x="1516" y="1211"/>
                </a:lnTo>
                <a:lnTo>
                  <a:pt x="1515" y="1211"/>
                </a:lnTo>
                <a:lnTo>
                  <a:pt x="1514" y="1211"/>
                </a:lnTo>
                <a:lnTo>
                  <a:pt x="1514" y="1212"/>
                </a:lnTo>
                <a:lnTo>
                  <a:pt x="1513" y="1213"/>
                </a:lnTo>
                <a:lnTo>
                  <a:pt x="1512" y="1213"/>
                </a:lnTo>
                <a:lnTo>
                  <a:pt x="1512" y="1214"/>
                </a:lnTo>
                <a:lnTo>
                  <a:pt x="1511" y="1214"/>
                </a:lnTo>
                <a:lnTo>
                  <a:pt x="1510" y="1214"/>
                </a:lnTo>
                <a:lnTo>
                  <a:pt x="1510" y="1213"/>
                </a:lnTo>
                <a:lnTo>
                  <a:pt x="1510" y="1214"/>
                </a:lnTo>
                <a:lnTo>
                  <a:pt x="1509" y="1214"/>
                </a:lnTo>
                <a:lnTo>
                  <a:pt x="1509" y="1215"/>
                </a:lnTo>
                <a:lnTo>
                  <a:pt x="1509" y="1216"/>
                </a:lnTo>
                <a:lnTo>
                  <a:pt x="1509" y="1217"/>
                </a:lnTo>
                <a:lnTo>
                  <a:pt x="1508" y="1217"/>
                </a:lnTo>
                <a:lnTo>
                  <a:pt x="1508" y="1218"/>
                </a:lnTo>
                <a:lnTo>
                  <a:pt x="1507" y="1218"/>
                </a:lnTo>
                <a:lnTo>
                  <a:pt x="1506" y="1218"/>
                </a:lnTo>
                <a:lnTo>
                  <a:pt x="1506" y="1219"/>
                </a:lnTo>
                <a:lnTo>
                  <a:pt x="1505" y="1219"/>
                </a:lnTo>
                <a:lnTo>
                  <a:pt x="1505" y="1220"/>
                </a:lnTo>
                <a:lnTo>
                  <a:pt x="1504" y="1221"/>
                </a:lnTo>
                <a:lnTo>
                  <a:pt x="1505" y="1221"/>
                </a:lnTo>
                <a:lnTo>
                  <a:pt x="1506" y="1221"/>
                </a:lnTo>
                <a:lnTo>
                  <a:pt x="1507" y="1222"/>
                </a:lnTo>
                <a:lnTo>
                  <a:pt x="1508" y="1222"/>
                </a:lnTo>
                <a:lnTo>
                  <a:pt x="1509" y="1222"/>
                </a:lnTo>
                <a:lnTo>
                  <a:pt x="1509" y="1223"/>
                </a:lnTo>
                <a:lnTo>
                  <a:pt x="1510" y="1223"/>
                </a:lnTo>
                <a:lnTo>
                  <a:pt x="1511" y="1223"/>
                </a:lnTo>
                <a:lnTo>
                  <a:pt x="1510" y="1224"/>
                </a:lnTo>
                <a:lnTo>
                  <a:pt x="1510" y="1225"/>
                </a:lnTo>
                <a:lnTo>
                  <a:pt x="1510" y="1226"/>
                </a:lnTo>
                <a:lnTo>
                  <a:pt x="1510" y="1225"/>
                </a:lnTo>
                <a:lnTo>
                  <a:pt x="1510" y="1226"/>
                </a:lnTo>
                <a:lnTo>
                  <a:pt x="1510" y="1227"/>
                </a:lnTo>
                <a:lnTo>
                  <a:pt x="1509" y="1228"/>
                </a:lnTo>
                <a:lnTo>
                  <a:pt x="1509" y="1229"/>
                </a:lnTo>
                <a:lnTo>
                  <a:pt x="1509" y="1230"/>
                </a:lnTo>
                <a:lnTo>
                  <a:pt x="1508" y="1230"/>
                </a:lnTo>
                <a:lnTo>
                  <a:pt x="1507" y="1230"/>
                </a:lnTo>
                <a:lnTo>
                  <a:pt x="1507" y="1231"/>
                </a:lnTo>
                <a:lnTo>
                  <a:pt x="1507" y="1232"/>
                </a:lnTo>
                <a:lnTo>
                  <a:pt x="1508" y="1232"/>
                </a:lnTo>
                <a:lnTo>
                  <a:pt x="1508" y="1233"/>
                </a:lnTo>
                <a:lnTo>
                  <a:pt x="1509" y="1233"/>
                </a:lnTo>
                <a:lnTo>
                  <a:pt x="1510" y="1233"/>
                </a:lnTo>
                <a:lnTo>
                  <a:pt x="1511" y="1234"/>
                </a:lnTo>
                <a:lnTo>
                  <a:pt x="1512" y="1234"/>
                </a:lnTo>
                <a:lnTo>
                  <a:pt x="1512" y="1235"/>
                </a:lnTo>
                <a:lnTo>
                  <a:pt x="1512" y="1236"/>
                </a:lnTo>
                <a:lnTo>
                  <a:pt x="1512" y="1237"/>
                </a:lnTo>
                <a:lnTo>
                  <a:pt x="1513" y="1237"/>
                </a:lnTo>
                <a:lnTo>
                  <a:pt x="1513" y="1238"/>
                </a:lnTo>
                <a:lnTo>
                  <a:pt x="1513" y="1239"/>
                </a:lnTo>
                <a:lnTo>
                  <a:pt x="1514" y="1237"/>
                </a:lnTo>
                <a:lnTo>
                  <a:pt x="1514" y="1236"/>
                </a:lnTo>
                <a:lnTo>
                  <a:pt x="1515" y="1236"/>
                </a:lnTo>
                <a:lnTo>
                  <a:pt x="1516" y="1237"/>
                </a:lnTo>
                <a:lnTo>
                  <a:pt x="1517" y="1238"/>
                </a:lnTo>
                <a:lnTo>
                  <a:pt x="1517" y="1239"/>
                </a:lnTo>
                <a:lnTo>
                  <a:pt x="1517" y="1240"/>
                </a:lnTo>
                <a:lnTo>
                  <a:pt x="1517" y="1241"/>
                </a:lnTo>
                <a:lnTo>
                  <a:pt x="1516" y="1242"/>
                </a:lnTo>
                <a:lnTo>
                  <a:pt x="1516" y="1243"/>
                </a:lnTo>
                <a:lnTo>
                  <a:pt x="1516" y="1244"/>
                </a:lnTo>
                <a:lnTo>
                  <a:pt x="1516" y="1245"/>
                </a:lnTo>
                <a:lnTo>
                  <a:pt x="1515" y="1245"/>
                </a:lnTo>
                <a:lnTo>
                  <a:pt x="1514" y="1245"/>
                </a:lnTo>
                <a:lnTo>
                  <a:pt x="1513" y="1245"/>
                </a:lnTo>
                <a:lnTo>
                  <a:pt x="1513" y="1246"/>
                </a:lnTo>
                <a:lnTo>
                  <a:pt x="1512" y="1246"/>
                </a:lnTo>
                <a:lnTo>
                  <a:pt x="1512" y="1245"/>
                </a:lnTo>
                <a:lnTo>
                  <a:pt x="1511" y="1245"/>
                </a:lnTo>
                <a:lnTo>
                  <a:pt x="1510" y="1245"/>
                </a:lnTo>
                <a:lnTo>
                  <a:pt x="1509" y="1246"/>
                </a:lnTo>
                <a:lnTo>
                  <a:pt x="1508" y="1246"/>
                </a:lnTo>
                <a:lnTo>
                  <a:pt x="1508" y="1247"/>
                </a:lnTo>
                <a:lnTo>
                  <a:pt x="1508" y="1248"/>
                </a:lnTo>
                <a:lnTo>
                  <a:pt x="1507" y="1249"/>
                </a:lnTo>
                <a:lnTo>
                  <a:pt x="1506" y="1250"/>
                </a:lnTo>
                <a:lnTo>
                  <a:pt x="1506" y="1249"/>
                </a:lnTo>
                <a:lnTo>
                  <a:pt x="1506" y="1250"/>
                </a:lnTo>
                <a:lnTo>
                  <a:pt x="1505" y="1250"/>
                </a:lnTo>
                <a:lnTo>
                  <a:pt x="1505" y="1251"/>
                </a:lnTo>
                <a:lnTo>
                  <a:pt x="1505" y="1252"/>
                </a:lnTo>
                <a:lnTo>
                  <a:pt x="1506" y="1252"/>
                </a:lnTo>
                <a:lnTo>
                  <a:pt x="1504" y="1252"/>
                </a:lnTo>
                <a:lnTo>
                  <a:pt x="1501" y="1252"/>
                </a:lnTo>
                <a:lnTo>
                  <a:pt x="1500" y="1253"/>
                </a:lnTo>
                <a:lnTo>
                  <a:pt x="1500" y="1254"/>
                </a:lnTo>
                <a:lnTo>
                  <a:pt x="1501" y="1254"/>
                </a:lnTo>
                <a:lnTo>
                  <a:pt x="1502" y="1255"/>
                </a:lnTo>
                <a:lnTo>
                  <a:pt x="1504" y="1255"/>
                </a:lnTo>
                <a:lnTo>
                  <a:pt x="1504" y="1256"/>
                </a:lnTo>
                <a:lnTo>
                  <a:pt x="1505" y="1257"/>
                </a:lnTo>
                <a:lnTo>
                  <a:pt x="1504" y="1257"/>
                </a:lnTo>
                <a:lnTo>
                  <a:pt x="1505" y="1257"/>
                </a:lnTo>
                <a:lnTo>
                  <a:pt x="1506" y="1258"/>
                </a:lnTo>
                <a:lnTo>
                  <a:pt x="1506" y="1259"/>
                </a:lnTo>
                <a:lnTo>
                  <a:pt x="1507" y="1259"/>
                </a:lnTo>
                <a:lnTo>
                  <a:pt x="1508" y="1259"/>
                </a:lnTo>
                <a:lnTo>
                  <a:pt x="1509" y="1260"/>
                </a:lnTo>
                <a:lnTo>
                  <a:pt x="1509" y="1261"/>
                </a:lnTo>
                <a:lnTo>
                  <a:pt x="1509" y="1262"/>
                </a:lnTo>
                <a:lnTo>
                  <a:pt x="1510" y="1262"/>
                </a:lnTo>
                <a:lnTo>
                  <a:pt x="1511" y="1262"/>
                </a:lnTo>
                <a:lnTo>
                  <a:pt x="1512" y="1263"/>
                </a:lnTo>
                <a:lnTo>
                  <a:pt x="1513" y="1264"/>
                </a:lnTo>
                <a:lnTo>
                  <a:pt x="1514" y="1264"/>
                </a:lnTo>
                <a:lnTo>
                  <a:pt x="1514" y="1265"/>
                </a:lnTo>
                <a:lnTo>
                  <a:pt x="1514" y="1267"/>
                </a:lnTo>
                <a:lnTo>
                  <a:pt x="1514" y="1268"/>
                </a:lnTo>
                <a:lnTo>
                  <a:pt x="1514" y="1269"/>
                </a:lnTo>
                <a:lnTo>
                  <a:pt x="1515" y="1269"/>
                </a:lnTo>
                <a:lnTo>
                  <a:pt x="1515" y="1270"/>
                </a:lnTo>
                <a:lnTo>
                  <a:pt x="1516" y="1270"/>
                </a:lnTo>
                <a:lnTo>
                  <a:pt x="1516" y="1269"/>
                </a:lnTo>
                <a:lnTo>
                  <a:pt x="1517" y="1269"/>
                </a:lnTo>
                <a:lnTo>
                  <a:pt x="1517" y="1270"/>
                </a:lnTo>
                <a:lnTo>
                  <a:pt x="1519" y="1270"/>
                </a:lnTo>
                <a:lnTo>
                  <a:pt x="1520" y="1270"/>
                </a:lnTo>
                <a:lnTo>
                  <a:pt x="1521" y="1270"/>
                </a:lnTo>
                <a:lnTo>
                  <a:pt x="1521" y="1271"/>
                </a:lnTo>
                <a:lnTo>
                  <a:pt x="1520" y="1271"/>
                </a:lnTo>
                <a:lnTo>
                  <a:pt x="1520" y="1272"/>
                </a:lnTo>
                <a:lnTo>
                  <a:pt x="1520" y="1273"/>
                </a:lnTo>
                <a:lnTo>
                  <a:pt x="1520" y="1274"/>
                </a:lnTo>
                <a:lnTo>
                  <a:pt x="1521" y="1274"/>
                </a:lnTo>
                <a:lnTo>
                  <a:pt x="1521" y="1275"/>
                </a:lnTo>
                <a:lnTo>
                  <a:pt x="1521" y="1277"/>
                </a:lnTo>
                <a:lnTo>
                  <a:pt x="1522" y="1278"/>
                </a:lnTo>
                <a:lnTo>
                  <a:pt x="1523" y="1278"/>
                </a:lnTo>
                <a:lnTo>
                  <a:pt x="1522" y="1279"/>
                </a:lnTo>
                <a:lnTo>
                  <a:pt x="1521" y="1279"/>
                </a:lnTo>
                <a:lnTo>
                  <a:pt x="1520" y="1280"/>
                </a:lnTo>
                <a:lnTo>
                  <a:pt x="1520" y="1281"/>
                </a:lnTo>
                <a:lnTo>
                  <a:pt x="1521" y="1281"/>
                </a:lnTo>
                <a:lnTo>
                  <a:pt x="1521" y="1282"/>
                </a:lnTo>
                <a:lnTo>
                  <a:pt x="1521" y="1283"/>
                </a:lnTo>
                <a:lnTo>
                  <a:pt x="1522" y="1283"/>
                </a:lnTo>
                <a:lnTo>
                  <a:pt x="1522" y="1284"/>
                </a:lnTo>
                <a:lnTo>
                  <a:pt x="1523" y="1284"/>
                </a:lnTo>
                <a:lnTo>
                  <a:pt x="1523" y="1285"/>
                </a:lnTo>
                <a:lnTo>
                  <a:pt x="1524" y="1284"/>
                </a:lnTo>
                <a:lnTo>
                  <a:pt x="1525" y="1284"/>
                </a:lnTo>
                <a:lnTo>
                  <a:pt x="1525" y="1285"/>
                </a:lnTo>
                <a:lnTo>
                  <a:pt x="1525" y="1286"/>
                </a:lnTo>
                <a:lnTo>
                  <a:pt x="1525" y="1287"/>
                </a:lnTo>
                <a:lnTo>
                  <a:pt x="1525" y="1288"/>
                </a:lnTo>
                <a:lnTo>
                  <a:pt x="1526" y="1288"/>
                </a:lnTo>
                <a:lnTo>
                  <a:pt x="1527" y="1289"/>
                </a:lnTo>
                <a:lnTo>
                  <a:pt x="1528" y="1289"/>
                </a:lnTo>
                <a:lnTo>
                  <a:pt x="1526" y="1290"/>
                </a:lnTo>
                <a:lnTo>
                  <a:pt x="1525" y="1290"/>
                </a:lnTo>
                <a:lnTo>
                  <a:pt x="1524" y="1290"/>
                </a:lnTo>
                <a:lnTo>
                  <a:pt x="1523" y="1291"/>
                </a:lnTo>
                <a:lnTo>
                  <a:pt x="1522" y="1291"/>
                </a:lnTo>
                <a:lnTo>
                  <a:pt x="1521" y="1292"/>
                </a:lnTo>
                <a:lnTo>
                  <a:pt x="1521" y="1293"/>
                </a:lnTo>
                <a:lnTo>
                  <a:pt x="1521" y="1294"/>
                </a:lnTo>
                <a:lnTo>
                  <a:pt x="1522" y="1294"/>
                </a:lnTo>
                <a:lnTo>
                  <a:pt x="1522" y="1295"/>
                </a:lnTo>
                <a:lnTo>
                  <a:pt x="1522" y="1296"/>
                </a:lnTo>
                <a:lnTo>
                  <a:pt x="1522" y="1297"/>
                </a:lnTo>
                <a:lnTo>
                  <a:pt x="1522" y="1298"/>
                </a:lnTo>
                <a:lnTo>
                  <a:pt x="1522" y="1299"/>
                </a:lnTo>
                <a:lnTo>
                  <a:pt x="1522" y="1300"/>
                </a:lnTo>
                <a:lnTo>
                  <a:pt x="1521" y="1301"/>
                </a:lnTo>
                <a:lnTo>
                  <a:pt x="1520" y="1302"/>
                </a:lnTo>
                <a:lnTo>
                  <a:pt x="1520" y="1303"/>
                </a:lnTo>
                <a:lnTo>
                  <a:pt x="1520" y="1304"/>
                </a:lnTo>
                <a:lnTo>
                  <a:pt x="1521" y="1304"/>
                </a:lnTo>
                <a:lnTo>
                  <a:pt x="1521" y="1305"/>
                </a:lnTo>
                <a:lnTo>
                  <a:pt x="1522" y="1305"/>
                </a:lnTo>
                <a:lnTo>
                  <a:pt x="1522" y="1306"/>
                </a:lnTo>
                <a:lnTo>
                  <a:pt x="1523" y="1306"/>
                </a:lnTo>
                <a:lnTo>
                  <a:pt x="1523" y="1307"/>
                </a:lnTo>
                <a:lnTo>
                  <a:pt x="1523" y="1308"/>
                </a:lnTo>
                <a:lnTo>
                  <a:pt x="1524" y="1308"/>
                </a:lnTo>
                <a:lnTo>
                  <a:pt x="1524" y="1309"/>
                </a:lnTo>
                <a:lnTo>
                  <a:pt x="1523" y="1310"/>
                </a:lnTo>
                <a:lnTo>
                  <a:pt x="1521" y="1311"/>
                </a:lnTo>
                <a:lnTo>
                  <a:pt x="1519" y="1312"/>
                </a:lnTo>
                <a:lnTo>
                  <a:pt x="1518" y="1312"/>
                </a:lnTo>
                <a:lnTo>
                  <a:pt x="1517" y="1312"/>
                </a:lnTo>
                <a:lnTo>
                  <a:pt x="1516" y="1312"/>
                </a:lnTo>
                <a:lnTo>
                  <a:pt x="1515" y="1312"/>
                </a:lnTo>
                <a:lnTo>
                  <a:pt x="1514" y="1312"/>
                </a:lnTo>
                <a:lnTo>
                  <a:pt x="1513" y="1312"/>
                </a:lnTo>
                <a:lnTo>
                  <a:pt x="1512" y="1312"/>
                </a:lnTo>
                <a:lnTo>
                  <a:pt x="1512" y="1313"/>
                </a:lnTo>
                <a:lnTo>
                  <a:pt x="1511" y="1313"/>
                </a:lnTo>
                <a:lnTo>
                  <a:pt x="1511" y="1314"/>
                </a:lnTo>
                <a:lnTo>
                  <a:pt x="1509" y="1315"/>
                </a:lnTo>
                <a:lnTo>
                  <a:pt x="1508" y="1316"/>
                </a:lnTo>
                <a:lnTo>
                  <a:pt x="1507" y="1317"/>
                </a:lnTo>
                <a:lnTo>
                  <a:pt x="1507" y="1318"/>
                </a:lnTo>
                <a:lnTo>
                  <a:pt x="1505" y="1319"/>
                </a:lnTo>
                <a:lnTo>
                  <a:pt x="1504" y="1320"/>
                </a:lnTo>
                <a:lnTo>
                  <a:pt x="1504" y="1319"/>
                </a:lnTo>
                <a:lnTo>
                  <a:pt x="1504" y="1318"/>
                </a:lnTo>
                <a:lnTo>
                  <a:pt x="1503" y="1318"/>
                </a:lnTo>
                <a:lnTo>
                  <a:pt x="1502" y="1317"/>
                </a:lnTo>
                <a:lnTo>
                  <a:pt x="1501" y="1317"/>
                </a:lnTo>
                <a:lnTo>
                  <a:pt x="1501" y="1316"/>
                </a:lnTo>
                <a:lnTo>
                  <a:pt x="1500" y="1315"/>
                </a:lnTo>
                <a:lnTo>
                  <a:pt x="1500" y="1314"/>
                </a:lnTo>
                <a:lnTo>
                  <a:pt x="1499" y="1314"/>
                </a:lnTo>
                <a:lnTo>
                  <a:pt x="1499" y="1313"/>
                </a:lnTo>
                <a:lnTo>
                  <a:pt x="1498" y="1313"/>
                </a:lnTo>
                <a:lnTo>
                  <a:pt x="1498" y="1312"/>
                </a:lnTo>
                <a:lnTo>
                  <a:pt x="1497" y="1312"/>
                </a:lnTo>
                <a:lnTo>
                  <a:pt x="1497" y="1313"/>
                </a:lnTo>
                <a:lnTo>
                  <a:pt x="1497" y="1314"/>
                </a:lnTo>
                <a:lnTo>
                  <a:pt x="1497" y="1315"/>
                </a:lnTo>
                <a:lnTo>
                  <a:pt x="1496" y="1315"/>
                </a:lnTo>
                <a:lnTo>
                  <a:pt x="1496" y="1316"/>
                </a:lnTo>
                <a:lnTo>
                  <a:pt x="1495" y="1316"/>
                </a:lnTo>
                <a:lnTo>
                  <a:pt x="1495" y="1317"/>
                </a:lnTo>
                <a:lnTo>
                  <a:pt x="1494" y="1317"/>
                </a:lnTo>
                <a:lnTo>
                  <a:pt x="1494" y="1318"/>
                </a:lnTo>
                <a:lnTo>
                  <a:pt x="1493" y="1318"/>
                </a:lnTo>
                <a:lnTo>
                  <a:pt x="1492" y="1318"/>
                </a:lnTo>
                <a:lnTo>
                  <a:pt x="1490" y="1319"/>
                </a:lnTo>
                <a:lnTo>
                  <a:pt x="1488" y="1320"/>
                </a:lnTo>
                <a:lnTo>
                  <a:pt x="1487" y="1320"/>
                </a:lnTo>
                <a:lnTo>
                  <a:pt x="1487" y="1321"/>
                </a:lnTo>
                <a:lnTo>
                  <a:pt x="1486" y="1322"/>
                </a:lnTo>
                <a:lnTo>
                  <a:pt x="1486" y="1323"/>
                </a:lnTo>
                <a:lnTo>
                  <a:pt x="1485" y="1323"/>
                </a:lnTo>
                <a:lnTo>
                  <a:pt x="1484" y="1324"/>
                </a:lnTo>
                <a:lnTo>
                  <a:pt x="1483" y="1324"/>
                </a:lnTo>
                <a:lnTo>
                  <a:pt x="1483" y="1325"/>
                </a:lnTo>
                <a:lnTo>
                  <a:pt x="1482" y="1325"/>
                </a:lnTo>
                <a:lnTo>
                  <a:pt x="1482" y="1326"/>
                </a:lnTo>
                <a:lnTo>
                  <a:pt x="1481" y="1326"/>
                </a:lnTo>
                <a:lnTo>
                  <a:pt x="1480" y="1326"/>
                </a:lnTo>
                <a:lnTo>
                  <a:pt x="1480" y="1327"/>
                </a:lnTo>
                <a:lnTo>
                  <a:pt x="1479" y="1327"/>
                </a:lnTo>
                <a:lnTo>
                  <a:pt x="1479" y="1328"/>
                </a:lnTo>
                <a:lnTo>
                  <a:pt x="1478" y="1328"/>
                </a:lnTo>
                <a:lnTo>
                  <a:pt x="1478" y="1329"/>
                </a:lnTo>
                <a:lnTo>
                  <a:pt x="1478" y="1330"/>
                </a:lnTo>
                <a:lnTo>
                  <a:pt x="1477" y="1330"/>
                </a:lnTo>
                <a:lnTo>
                  <a:pt x="1476" y="1330"/>
                </a:lnTo>
                <a:lnTo>
                  <a:pt x="1476" y="1331"/>
                </a:lnTo>
                <a:lnTo>
                  <a:pt x="1475" y="1331"/>
                </a:lnTo>
                <a:lnTo>
                  <a:pt x="1474" y="1331"/>
                </a:lnTo>
                <a:lnTo>
                  <a:pt x="1473" y="1331"/>
                </a:lnTo>
                <a:lnTo>
                  <a:pt x="1472" y="1331"/>
                </a:lnTo>
                <a:lnTo>
                  <a:pt x="1471" y="1331"/>
                </a:lnTo>
                <a:lnTo>
                  <a:pt x="1470" y="1332"/>
                </a:lnTo>
                <a:lnTo>
                  <a:pt x="1469" y="1332"/>
                </a:lnTo>
                <a:lnTo>
                  <a:pt x="1468" y="1332"/>
                </a:lnTo>
                <a:lnTo>
                  <a:pt x="1467" y="1332"/>
                </a:lnTo>
                <a:lnTo>
                  <a:pt x="1466" y="1332"/>
                </a:lnTo>
                <a:lnTo>
                  <a:pt x="1465" y="1332"/>
                </a:lnTo>
                <a:lnTo>
                  <a:pt x="1464" y="1333"/>
                </a:lnTo>
                <a:lnTo>
                  <a:pt x="1463" y="1333"/>
                </a:lnTo>
                <a:lnTo>
                  <a:pt x="1462" y="1333"/>
                </a:lnTo>
                <a:lnTo>
                  <a:pt x="1461" y="1333"/>
                </a:lnTo>
                <a:lnTo>
                  <a:pt x="1459" y="1333"/>
                </a:lnTo>
                <a:lnTo>
                  <a:pt x="1458" y="1333"/>
                </a:lnTo>
                <a:lnTo>
                  <a:pt x="1457" y="1333"/>
                </a:lnTo>
                <a:lnTo>
                  <a:pt x="1456" y="1333"/>
                </a:lnTo>
                <a:lnTo>
                  <a:pt x="1455" y="1333"/>
                </a:lnTo>
                <a:lnTo>
                  <a:pt x="1454" y="1333"/>
                </a:lnTo>
                <a:lnTo>
                  <a:pt x="1454" y="1332"/>
                </a:lnTo>
                <a:lnTo>
                  <a:pt x="1453" y="1331"/>
                </a:lnTo>
                <a:lnTo>
                  <a:pt x="1453" y="1330"/>
                </a:lnTo>
                <a:lnTo>
                  <a:pt x="1452" y="1330"/>
                </a:lnTo>
                <a:lnTo>
                  <a:pt x="1452" y="1329"/>
                </a:lnTo>
                <a:lnTo>
                  <a:pt x="1452" y="1328"/>
                </a:lnTo>
                <a:lnTo>
                  <a:pt x="1451" y="1327"/>
                </a:lnTo>
                <a:lnTo>
                  <a:pt x="1451" y="1326"/>
                </a:lnTo>
                <a:lnTo>
                  <a:pt x="1450" y="1325"/>
                </a:lnTo>
                <a:lnTo>
                  <a:pt x="1449" y="1325"/>
                </a:lnTo>
                <a:lnTo>
                  <a:pt x="1449" y="1324"/>
                </a:lnTo>
                <a:lnTo>
                  <a:pt x="1449" y="1323"/>
                </a:lnTo>
                <a:lnTo>
                  <a:pt x="1448" y="1323"/>
                </a:lnTo>
                <a:lnTo>
                  <a:pt x="1448" y="1324"/>
                </a:lnTo>
                <a:lnTo>
                  <a:pt x="1447" y="1324"/>
                </a:lnTo>
                <a:lnTo>
                  <a:pt x="1446" y="1324"/>
                </a:lnTo>
                <a:lnTo>
                  <a:pt x="1445" y="1325"/>
                </a:lnTo>
                <a:lnTo>
                  <a:pt x="1444" y="1325"/>
                </a:lnTo>
                <a:lnTo>
                  <a:pt x="1443" y="1325"/>
                </a:lnTo>
                <a:lnTo>
                  <a:pt x="1442" y="1325"/>
                </a:lnTo>
                <a:lnTo>
                  <a:pt x="1441" y="1325"/>
                </a:lnTo>
                <a:lnTo>
                  <a:pt x="1440" y="1326"/>
                </a:lnTo>
                <a:lnTo>
                  <a:pt x="1439" y="1326"/>
                </a:lnTo>
                <a:lnTo>
                  <a:pt x="1438" y="1326"/>
                </a:lnTo>
                <a:lnTo>
                  <a:pt x="1438" y="1327"/>
                </a:lnTo>
                <a:lnTo>
                  <a:pt x="1437" y="1327"/>
                </a:lnTo>
                <a:lnTo>
                  <a:pt x="1436" y="1327"/>
                </a:lnTo>
                <a:lnTo>
                  <a:pt x="1434" y="1327"/>
                </a:lnTo>
                <a:lnTo>
                  <a:pt x="1433" y="1328"/>
                </a:lnTo>
                <a:lnTo>
                  <a:pt x="1432" y="1328"/>
                </a:lnTo>
                <a:lnTo>
                  <a:pt x="1431" y="1328"/>
                </a:lnTo>
                <a:lnTo>
                  <a:pt x="1430" y="1328"/>
                </a:lnTo>
                <a:lnTo>
                  <a:pt x="1429" y="1328"/>
                </a:lnTo>
                <a:lnTo>
                  <a:pt x="1428" y="1328"/>
                </a:lnTo>
                <a:lnTo>
                  <a:pt x="1427" y="1328"/>
                </a:lnTo>
                <a:lnTo>
                  <a:pt x="1427" y="1329"/>
                </a:lnTo>
                <a:lnTo>
                  <a:pt x="1426" y="1329"/>
                </a:lnTo>
                <a:lnTo>
                  <a:pt x="1425" y="1329"/>
                </a:lnTo>
                <a:lnTo>
                  <a:pt x="1424" y="1329"/>
                </a:lnTo>
                <a:lnTo>
                  <a:pt x="1423" y="1329"/>
                </a:lnTo>
                <a:lnTo>
                  <a:pt x="1423" y="1330"/>
                </a:lnTo>
                <a:lnTo>
                  <a:pt x="1421" y="1330"/>
                </a:lnTo>
                <a:lnTo>
                  <a:pt x="1420" y="1331"/>
                </a:lnTo>
                <a:lnTo>
                  <a:pt x="1419" y="1331"/>
                </a:lnTo>
                <a:lnTo>
                  <a:pt x="1418" y="1331"/>
                </a:lnTo>
                <a:lnTo>
                  <a:pt x="1417" y="1332"/>
                </a:lnTo>
                <a:lnTo>
                  <a:pt x="1416" y="1332"/>
                </a:lnTo>
                <a:lnTo>
                  <a:pt x="1417" y="1332"/>
                </a:lnTo>
                <a:lnTo>
                  <a:pt x="1417" y="1334"/>
                </a:lnTo>
                <a:lnTo>
                  <a:pt x="1416" y="1334"/>
                </a:lnTo>
                <a:lnTo>
                  <a:pt x="1416" y="1335"/>
                </a:lnTo>
                <a:lnTo>
                  <a:pt x="1416" y="1336"/>
                </a:lnTo>
                <a:lnTo>
                  <a:pt x="1416" y="1337"/>
                </a:lnTo>
                <a:lnTo>
                  <a:pt x="1415" y="1338"/>
                </a:lnTo>
                <a:lnTo>
                  <a:pt x="1415" y="1339"/>
                </a:lnTo>
                <a:lnTo>
                  <a:pt x="1414" y="1340"/>
                </a:lnTo>
                <a:lnTo>
                  <a:pt x="1414" y="1341"/>
                </a:lnTo>
                <a:lnTo>
                  <a:pt x="1414" y="1342"/>
                </a:lnTo>
                <a:lnTo>
                  <a:pt x="1413" y="1343"/>
                </a:lnTo>
                <a:lnTo>
                  <a:pt x="1413" y="1344"/>
                </a:lnTo>
                <a:lnTo>
                  <a:pt x="1413" y="1345"/>
                </a:lnTo>
                <a:lnTo>
                  <a:pt x="1410" y="1346"/>
                </a:lnTo>
                <a:lnTo>
                  <a:pt x="1408" y="1346"/>
                </a:lnTo>
                <a:lnTo>
                  <a:pt x="1407" y="1347"/>
                </a:lnTo>
                <a:lnTo>
                  <a:pt x="1406" y="1347"/>
                </a:lnTo>
                <a:lnTo>
                  <a:pt x="1404" y="1348"/>
                </a:lnTo>
                <a:lnTo>
                  <a:pt x="1403" y="1349"/>
                </a:lnTo>
                <a:lnTo>
                  <a:pt x="1402" y="1348"/>
                </a:lnTo>
                <a:lnTo>
                  <a:pt x="1400" y="1347"/>
                </a:lnTo>
                <a:lnTo>
                  <a:pt x="1398" y="1346"/>
                </a:lnTo>
                <a:lnTo>
                  <a:pt x="1397" y="1345"/>
                </a:lnTo>
                <a:lnTo>
                  <a:pt x="1396" y="1344"/>
                </a:lnTo>
                <a:lnTo>
                  <a:pt x="1395" y="1343"/>
                </a:lnTo>
                <a:lnTo>
                  <a:pt x="1394" y="1343"/>
                </a:lnTo>
                <a:lnTo>
                  <a:pt x="1394" y="1342"/>
                </a:lnTo>
                <a:lnTo>
                  <a:pt x="1393" y="1342"/>
                </a:lnTo>
                <a:lnTo>
                  <a:pt x="1393" y="1341"/>
                </a:lnTo>
                <a:lnTo>
                  <a:pt x="1392" y="1341"/>
                </a:lnTo>
                <a:lnTo>
                  <a:pt x="1390" y="1340"/>
                </a:lnTo>
                <a:lnTo>
                  <a:pt x="1387" y="1339"/>
                </a:lnTo>
                <a:lnTo>
                  <a:pt x="1386" y="1339"/>
                </a:lnTo>
                <a:lnTo>
                  <a:pt x="1385" y="1339"/>
                </a:lnTo>
                <a:lnTo>
                  <a:pt x="1384" y="1339"/>
                </a:lnTo>
                <a:lnTo>
                  <a:pt x="1381" y="1337"/>
                </a:lnTo>
                <a:lnTo>
                  <a:pt x="1378" y="1335"/>
                </a:lnTo>
                <a:lnTo>
                  <a:pt x="1377" y="1335"/>
                </a:lnTo>
                <a:lnTo>
                  <a:pt x="1373" y="1335"/>
                </a:lnTo>
                <a:lnTo>
                  <a:pt x="1372" y="1336"/>
                </a:lnTo>
                <a:lnTo>
                  <a:pt x="1371" y="1338"/>
                </a:lnTo>
                <a:lnTo>
                  <a:pt x="1368" y="1339"/>
                </a:lnTo>
                <a:lnTo>
                  <a:pt x="1367" y="1340"/>
                </a:lnTo>
                <a:lnTo>
                  <a:pt x="1366" y="1340"/>
                </a:lnTo>
                <a:lnTo>
                  <a:pt x="1366" y="1339"/>
                </a:lnTo>
                <a:lnTo>
                  <a:pt x="1365" y="1339"/>
                </a:lnTo>
                <a:lnTo>
                  <a:pt x="1364" y="1339"/>
                </a:lnTo>
                <a:lnTo>
                  <a:pt x="1364" y="1340"/>
                </a:lnTo>
                <a:lnTo>
                  <a:pt x="1363" y="1341"/>
                </a:lnTo>
                <a:lnTo>
                  <a:pt x="1362" y="1342"/>
                </a:lnTo>
                <a:lnTo>
                  <a:pt x="1362" y="1343"/>
                </a:lnTo>
                <a:lnTo>
                  <a:pt x="1363" y="1343"/>
                </a:lnTo>
                <a:lnTo>
                  <a:pt x="1363" y="1344"/>
                </a:lnTo>
                <a:lnTo>
                  <a:pt x="1362" y="1345"/>
                </a:lnTo>
                <a:lnTo>
                  <a:pt x="1361" y="1345"/>
                </a:lnTo>
                <a:lnTo>
                  <a:pt x="1361" y="1346"/>
                </a:lnTo>
                <a:lnTo>
                  <a:pt x="1360" y="1346"/>
                </a:lnTo>
                <a:lnTo>
                  <a:pt x="1359" y="1346"/>
                </a:lnTo>
                <a:lnTo>
                  <a:pt x="1359" y="1347"/>
                </a:lnTo>
                <a:lnTo>
                  <a:pt x="1358" y="1347"/>
                </a:lnTo>
                <a:lnTo>
                  <a:pt x="1358" y="1348"/>
                </a:lnTo>
                <a:lnTo>
                  <a:pt x="1357" y="1348"/>
                </a:lnTo>
                <a:lnTo>
                  <a:pt x="1357" y="1349"/>
                </a:lnTo>
                <a:lnTo>
                  <a:pt x="1356" y="1349"/>
                </a:lnTo>
                <a:lnTo>
                  <a:pt x="1356" y="1350"/>
                </a:lnTo>
                <a:lnTo>
                  <a:pt x="1356" y="1351"/>
                </a:lnTo>
                <a:lnTo>
                  <a:pt x="1357" y="1351"/>
                </a:lnTo>
                <a:lnTo>
                  <a:pt x="1357" y="1352"/>
                </a:lnTo>
                <a:lnTo>
                  <a:pt x="1356" y="1352"/>
                </a:lnTo>
                <a:lnTo>
                  <a:pt x="1356" y="1353"/>
                </a:lnTo>
                <a:lnTo>
                  <a:pt x="1355" y="1353"/>
                </a:lnTo>
                <a:lnTo>
                  <a:pt x="1355" y="1354"/>
                </a:lnTo>
                <a:lnTo>
                  <a:pt x="1354" y="1355"/>
                </a:lnTo>
                <a:lnTo>
                  <a:pt x="1354" y="1356"/>
                </a:lnTo>
                <a:lnTo>
                  <a:pt x="1353" y="1356"/>
                </a:lnTo>
                <a:lnTo>
                  <a:pt x="1352" y="1357"/>
                </a:lnTo>
                <a:lnTo>
                  <a:pt x="1352" y="1358"/>
                </a:lnTo>
                <a:lnTo>
                  <a:pt x="1352" y="1359"/>
                </a:lnTo>
                <a:lnTo>
                  <a:pt x="1352" y="1360"/>
                </a:lnTo>
                <a:lnTo>
                  <a:pt x="1351" y="1360"/>
                </a:lnTo>
                <a:lnTo>
                  <a:pt x="1351" y="1361"/>
                </a:lnTo>
                <a:lnTo>
                  <a:pt x="1350" y="1361"/>
                </a:lnTo>
                <a:lnTo>
                  <a:pt x="1350" y="1362"/>
                </a:lnTo>
                <a:lnTo>
                  <a:pt x="1349" y="1363"/>
                </a:lnTo>
                <a:lnTo>
                  <a:pt x="1348" y="1363"/>
                </a:lnTo>
                <a:lnTo>
                  <a:pt x="1348" y="1364"/>
                </a:lnTo>
                <a:lnTo>
                  <a:pt x="1348" y="1365"/>
                </a:lnTo>
                <a:lnTo>
                  <a:pt x="1348" y="1366"/>
                </a:lnTo>
                <a:lnTo>
                  <a:pt x="1347" y="1366"/>
                </a:lnTo>
                <a:lnTo>
                  <a:pt x="1347" y="1367"/>
                </a:lnTo>
                <a:lnTo>
                  <a:pt x="1346" y="1367"/>
                </a:lnTo>
                <a:lnTo>
                  <a:pt x="1346" y="1368"/>
                </a:lnTo>
                <a:lnTo>
                  <a:pt x="1345" y="1370"/>
                </a:lnTo>
                <a:lnTo>
                  <a:pt x="1344" y="1371"/>
                </a:lnTo>
                <a:lnTo>
                  <a:pt x="1343" y="1371"/>
                </a:lnTo>
                <a:lnTo>
                  <a:pt x="1343" y="1372"/>
                </a:lnTo>
                <a:lnTo>
                  <a:pt x="1343" y="1373"/>
                </a:lnTo>
                <a:lnTo>
                  <a:pt x="1343" y="1374"/>
                </a:lnTo>
                <a:lnTo>
                  <a:pt x="1342" y="1374"/>
                </a:lnTo>
                <a:lnTo>
                  <a:pt x="1342" y="1375"/>
                </a:lnTo>
                <a:lnTo>
                  <a:pt x="1341" y="1375"/>
                </a:lnTo>
                <a:lnTo>
                  <a:pt x="1340" y="1377"/>
                </a:lnTo>
                <a:lnTo>
                  <a:pt x="1340" y="1378"/>
                </a:lnTo>
                <a:lnTo>
                  <a:pt x="1339" y="1380"/>
                </a:lnTo>
                <a:lnTo>
                  <a:pt x="1339" y="1381"/>
                </a:lnTo>
                <a:lnTo>
                  <a:pt x="1338" y="1381"/>
                </a:lnTo>
                <a:lnTo>
                  <a:pt x="1338" y="1382"/>
                </a:lnTo>
                <a:lnTo>
                  <a:pt x="1336" y="1383"/>
                </a:lnTo>
                <a:lnTo>
                  <a:pt x="1335" y="1385"/>
                </a:lnTo>
                <a:lnTo>
                  <a:pt x="1333" y="1386"/>
                </a:lnTo>
                <a:lnTo>
                  <a:pt x="1333" y="1387"/>
                </a:lnTo>
                <a:lnTo>
                  <a:pt x="1333" y="1390"/>
                </a:lnTo>
                <a:lnTo>
                  <a:pt x="1333" y="1394"/>
                </a:lnTo>
                <a:lnTo>
                  <a:pt x="1333" y="1395"/>
                </a:lnTo>
                <a:lnTo>
                  <a:pt x="1332" y="1397"/>
                </a:lnTo>
                <a:lnTo>
                  <a:pt x="1332" y="1398"/>
                </a:lnTo>
                <a:lnTo>
                  <a:pt x="1331" y="1398"/>
                </a:lnTo>
                <a:lnTo>
                  <a:pt x="1329" y="1399"/>
                </a:lnTo>
                <a:lnTo>
                  <a:pt x="1329" y="1400"/>
                </a:lnTo>
                <a:lnTo>
                  <a:pt x="1329" y="1401"/>
                </a:lnTo>
                <a:lnTo>
                  <a:pt x="1330" y="1401"/>
                </a:lnTo>
                <a:lnTo>
                  <a:pt x="1330" y="1402"/>
                </a:lnTo>
                <a:lnTo>
                  <a:pt x="1330" y="1403"/>
                </a:lnTo>
                <a:lnTo>
                  <a:pt x="1330" y="1405"/>
                </a:lnTo>
                <a:lnTo>
                  <a:pt x="1329" y="1405"/>
                </a:lnTo>
                <a:lnTo>
                  <a:pt x="1328" y="1405"/>
                </a:lnTo>
                <a:lnTo>
                  <a:pt x="1327" y="1405"/>
                </a:lnTo>
                <a:lnTo>
                  <a:pt x="1326" y="1405"/>
                </a:lnTo>
                <a:lnTo>
                  <a:pt x="1325" y="1405"/>
                </a:lnTo>
                <a:lnTo>
                  <a:pt x="1325" y="1406"/>
                </a:lnTo>
                <a:lnTo>
                  <a:pt x="1322" y="1405"/>
                </a:lnTo>
                <a:lnTo>
                  <a:pt x="1322" y="1404"/>
                </a:lnTo>
                <a:lnTo>
                  <a:pt x="1321" y="1404"/>
                </a:lnTo>
                <a:lnTo>
                  <a:pt x="1320" y="1405"/>
                </a:lnTo>
                <a:lnTo>
                  <a:pt x="1319" y="1406"/>
                </a:lnTo>
                <a:lnTo>
                  <a:pt x="1318" y="1406"/>
                </a:lnTo>
                <a:lnTo>
                  <a:pt x="1317" y="1407"/>
                </a:lnTo>
                <a:lnTo>
                  <a:pt x="1317" y="1408"/>
                </a:lnTo>
                <a:lnTo>
                  <a:pt x="1316" y="1408"/>
                </a:lnTo>
                <a:lnTo>
                  <a:pt x="1314" y="1407"/>
                </a:lnTo>
                <a:lnTo>
                  <a:pt x="1310" y="1406"/>
                </a:lnTo>
                <a:lnTo>
                  <a:pt x="1310" y="1405"/>
                </a:lnTo>
                <a:lnTo>
                  <a:pt x="1308" y="1404"/>
                </a:lnTo>
                <a:lnTo>
                  <a:pt x="1308" y="1403"/>
                </a:lnTo>
                <a:lnTo>
                  <a:pt x="1307" y="1403"/>
                </a:lnTo>
                <a:lnTo>
                  <a:pt x="1306" y="1403"/>
                </a:lnTo>
                <a:lnTo>
                  <a:pt x="1305" y="1402"/>
                </a:lnTo>
                <a:lnTo>
                  <a:pt x="1304" y="1402"/>
                </a:lnTo>
                <a:lnTo>
                  <a:pt x="1303" y="1402"/>
                </a:lnTo>
                <a:lnTo>
                  <a:pt x="1302" y="1403"/>
                </a:lnTo>
                <a:lnTo>
                  <a:pt x="1301" y="1403"/>
                </a:lnTo>
                <a:lnTo>
                  <a:pt x="1299" y="1402"/>
                </a:lnTo>
                <a:lnTo>
                  <a:pt x="1298" y="1402"/>
                </a:lnTo>
                <a:lnTo>
                  <a:pt x="1295" y="1401"/>
                </a:lnTo>
                <a:lnTo>
                  <a:pt x="1294" y="1401"/>
                </a:lnTo>
                <a:lnTo>
                  <a:pt x="1293" y="1400"/>
                </a:lnTo>
                <a:lnTo>
                  <a:pt x="1292" y="1400"/>
                </a:lnTo>
                <a:lnTo>
                  <a:pt x="1291" y="1400"/>
                </a:lnTo>
                <a:lnTo>
                  <a:pt x="1290" y="1400"/>
                </a:lnTo>
                <a:lnTo>
                  <a:pt x="1289" y="1401"/>
                </a:lnTo>
                <a:lnTo>
                  <a:pt x="1288" y="1401"/>
                </a:lnTo>
                <a:lnTo>
                  <a:pt x="1287" y="1401"/>
                </a:lnTo>
                <a:lnTo>
                  <a:pt x="1287" y="1402"/>
                </a:lnTo>
                <a:lnTo>
                  <a:pt x="1286" y="1402"/>
                </a:lnTo>
                <a:lnTo>
                  <a:pt x="1285" y="1402"/>
                </a:lnTo>
                <a:lnTo>
                  <a:pt x="1285" y="1403"/>
                </a:lnTo>
                <a:lnTo>
                  <a:pt x="1286" y="1403"/>
                </a:lnTo>
                <a:lnTo>
                  <a:pt x="1287" y="1403"/>
                </a:lnTo>
                <a:lnTo>
                  <a:pt x="1287" y="1404"/>
                </a:lnTo>
                <a:lnTo>
                  <a:pt x="1287" y="1405"/>
                </a:lnTo>
                <a:lnTo>
                  <a:pt x="1287" y="1406"/>
                </a:lnTo>
                <a:lnTo>
                  <a:pt x="1286" y="1405"/>
                </a:lnTo>
                <a:lnTo>
                  <a:pt x="1285" y="1404"/>
                </a:lnTo>
                <a:lnTo>
                  <a:pt x="1284" y="1404"/>
                </a:lnTo>
                <a:lnTo>
                  <a:pt x="1284" y="1405"/>
                </a:lnTo>
                <a:lnTo>
                  <a:pt x="1285" y="1406"/>
                </a:lnTo>
                <a:lnTo>
                  <a:pt x="1285" y="1407"/>
                </a:lnTo>
                <a:lnTo>
                  <a:pt x="1285" y="1409"/>
                </a:lnTo>
                <a:lnTo>
                  <a:pt x="1284" y="1411"/>
                </a:lnTo>
                <a:lnTo>
                  <a:pt x="1284" y="1412"/>
                </a:lnTo>
                <a:lnTo>
                  <a:pt x="1284" y="1413"/>
                </a:lnTo>
                <a:lnTo>
                  <a:pt x="1284" y="1414"/>
                </a:lnTo>
                <a:lnTo>
                  <a:pt x="1285" y="1414"/>
                </a:lnTo>
                <a:lnTo>
                  <a:pt x="1284" y="1416"/>
                </a:lnTo>
                <a:lnTo>
                  <a:pt x="1284" y="1417"/>
                </a:lnTo>
                <a:lnTo>
                  <a:pt x="1283" y="1417"/>
                </a:lnTo>
                <a:lnTo>
                  <a:pt x="1282" y="1417"/>
                </a:lnTo>
                <a:lnTo>
                  <a:pt x="1281" y="1417"/>
                </a:lnTo>
                <a:lnTo>
                  <a:pt x="1280" y="1418"/>
                </a:lnTo>
                <a:lnTo>
                  <a:pt x="1279" y="1419"/>
                </a:lnTo>
                <a:lnTo>
                  <a:pt x="1278" y="1420"/>
                </a:lnTo>
                <a:lnTo>
                  <a:pt x="1278" y="1422"/>
                </a:lnTo>
                <a:lnTo>
                  <a:pt x="1278" y="1423"/>
                </a:lnTo>
                <a:lnTo>
                  <a:pt x="1278" y="1424"/>
                </a:lnTo>
                <a:lnTo>
                  <a:pt x="1277" y="1424"/>
                </a:lnTo>
                <a:lnTo>
                  <a:pt x="1276" y="1425"/>
                </a:lnTo>
                <a:lnTo>
                  <a:pt x="1275" y="1425"/>
                </a:lnTo>
                <a:lnTo>
                  <a:pt x="1273" y="1425"/>
                </a:lnTo>
                <a:lnTo>
                  <a:pt x="1272" y="1425"/>
                </a:lnTo>
                <a:lnTo>
                  <a:pt x="1271" y="1425"/>
                </a:lnTo>
                <a:lnTo>
                  <a:pt x="1270" y="1425"/>
                </a:lnTo>
                <a:lnTo>
                  <a:pt x="1270" y="1424"/>
                </a:lnTo>
                <a:lnTo>
                  <a:pt x="1269" y="1424"/>
                </a:lnTo>
                <a:lnTo>
                  <a:pt x="1268" y="1424"/>
                </a:lnTo>
                <a:lnTo>
                  <a:pt x="1267" y="1424"/>
                </a:lnTo>
                <a:lnTo>
                  <a:pt x="1266" y="1424"/>
                </a:lnTo>
                <a:lnTo>
                  <a:pt x="1265" y="1424"/>
                </a:lnTo>
                <a:lnTo>
                  <a:pt x="1264" y="1424"/>
                </a:lnTo>
                <a:lnTo>
                  <a:pt x="1264" y="1425"/>
                </a:lnTo>
                <a:lnTo>
                  <a:pt x="1263" y="1425"/>
                </a:lnTo>
                <a:lnTo>
                  <a:pt x="1262" y="1425"/>
                </a:lnTo>
                <a:lnTo>
                  <a:pt x="1262" y="1424"/>
                </a:lnTo>
                <a:lnTo>
                  <a:pt x="1261" y="1424"/>
                </a:lnTo>
                <a:lnTo>
                  <a:pt x="1261" y="1425"/>
                </a:lnTo>
                <a:lnTo>
                  <a:pt x="1260" y="1425"/>
                </a:lnTo>
                <a:lnTo>
                  <a:pt x="1259" y="1425"/>
                </a:lnTo>
                <a:lnTo>
                  <a:pt x="1259" y="1426"/>
                </a:lnTo>
                <a:lnTo>
                  <a:pt x="1258" y="1427"/>
                </a:lnTo>
                <a:lnTo>
                  <a:pt x="1258" y="1428"/>
                </a:lnTo>
                <a:lnTo>
                  <a:pt x="1256" y="1429"/>
                </a:lnTo>
                <a:lnTo>
                  <a:pt x="1256" y="1430"/>
                </a:lnTo>
                <a:lnTo>
                  <a:pt x="1257" y="1430"/>
                </a:lnTo>
                <a:lnTo>
                  <a:pt x="1257" y="1431"/>
                </a:lnTo>
                <a:lnTo>
                  <a:pt x="1256" y="1431"/>
                </a:lnTo>
                <a:lnTo>
                  <a:pt x="1255" y="1431"/>
                </a:lnTo>
                <a:lnTo>
                  <a:pt x="1254" y="1429"/>
                </a:lnTo>
                <a:lnTo>
                  <a:pt x="1253" y="1429"/>
                </a:lnTo>
                <a:lnTo>
                  <a:pt x="1253" y="1428"/>
                </a:lnTo>
                <a:lnTo>
                  <a:pt x="1255" y="1427"/>
                </a:lnTo>
                <a:lnTo>
                  <a:pt x="1255" y="1426"/>
                </a:lnTo>
                <a:lnTo>
                  <a:pt x="1254" y="1426"/>
                </a:lnTo>
                <a:lnTo>
                  <a:pt x="1253" y="1426"/>
                </a:lnTo>
                <a:lnTo>
                  <a:pt x="1252" y="1427"/>
                </a:lnTo>
                <a:lnTo>
                  <a:pt x="1251" y="1427"/>
                </a:lnTo>
                <a:lnTo>
                  <a:pt x="1251" y="1426"/>
                </a:lnTo>
                <a:lnTo>
                  <a:pt x="1251" y="1424"/>
                </a:lnTo>
                <a:lnTo>
                  <a:pt x="1251" y="1422"/>
                </a:lnTo>
                <a:lnTo>
                  <a:pt x="1252" y="1421"/>
                </a:lnTo>
                <a:lnTo>
                  <a:pt x="1254" y="1420"/>
                </a:lnTo>
                <a:lnTo>
                  <a:pt x="1254" y="1419"/>
                </a:lnTo>
                <a:lnTo>
                  <a:pt x="1255" y="1418"/>
                </a:lnTo>
                <a:lnTo>
                  <a:pt x="1255" y="1417"/>
                </a:lnTo>
                <a:lnTo>
                  <a:pt x="1257" y="1415"/>
                </a:lnTo>
                <a:lnTo>
                  <a:pt x="1258" y="1414"/>
                </a:lnTo>
                <a:lnTo>
                  <a:pt x="1259" y="1414"/>
                </a:lnTo>
                <a:lnTo>
                  <a:pt x="1259" y="1413"/>
                </a:lnTo>
                <a:lnTo>
                  <a:pt x="1260" y="1410"/>
                </a:lnTo>
                <a:lnTo>
                  <a:pt x="1259" y="1409"/>
                </a:lnTo>
                <a:lnTo>
                  <a:pt x="1258" y="1408"/>
                </a:lnTo>
                <a:lnTo>
                  <a:pt x="1257" y="1408"/>
                </a:lnTo>
                <a:lnTo>
                  <a:pt x="1256" y="1409"/>
                </a:lnTo>
                <a:lnTo>
                  <a:pt x="1256" y="1410"/>
                </a:lnTo>
                <a:lnTo>
                  <a:pt x="1255" y="1411"/>
                </a:lnTo>
                <a:lnTo>
                  <a:pt x="1254" y="1411"/>
                </a:lnTo>
                <a:lnTo>
                  <a:pt x="1250" y="1411"/>
                </a:lnTo>
                <a:lnTo>
                  <a:pt x="1249" y="1410"/>
                </a:lnTo>
                <a:lnTo>
                  <a:pt x="1247" y="1411"/>
                </a:lnTo>
                <a:lnTo>
                  <a:pt x="1245" y="1412"/>
                </a:lnTo>
                <a:lnTo>
                  <a:pt x="1245" y="1413"/>
                </a:lnTo>
                <a:lnTo>
                  <a:pt x="1244" y="1413"/>
                </a:lnTo>
                <a:lnTo>
                  <a:pt x="1242" y="1415"/>
                </a:lnTo>
                <a:lnTo>
                  <a:pt x="1238" y="1416"/>
                </a:lnTo>
                <a:lnTo>
                  <a:pt x="1237" y="1416"/>
                </a:lnTo>
                <a:lnTo>
                  <a:pt x="1237" y="1415"/>
                </a:lnTo>
                <a:lnTo>
                  <a:pt x="1235" y="1416"/>
                </a:lnTo>
                <a:lnTo>
                  <a:pt x="1234" y="1418"/>
                </a:lnTo>
                <a:lnTo>
                  <a:pt x="1233" y="1418"/>
                </a:lnTo>
                <a:lnTo>
                  <a:pt x="1232" y="1421"/>
                </a:lnTo>
                <a:lnTo>
                  <a:pt x="1230" y="1423"/>
                </a:lnTo>
                <a:lnTo>
                  <a:pt x="1229" y="1425"/>
                </a:lnTo>
                <a:lnTo>
                  <a:pt x="1227" y="1426"/>
                </a:lnTo>
                <a:lnTo>
                  <a:pt x="1227" y="1427"/>
                </a:lnTo>
                <a:lnTo>
                  <a:pt x="1226" y="1428"/>
                </a:lnTo>
                <a:lnTo>
                  <a:pt x="1225" y="1429"/>
                </a:lnTo>
                <a:lnTo>
                  <a:pt x="1223" y="1431"/>
                </a:lnTo>
                <a:lnTo>
                  <a:pt x="1222" y="1431"/>
                </a:lnTo>
                <a:lnTo>
                  <a:pt x="1222" y="1432"/>
                </a:lnTo>
                <a:lnTo>
                  <a:pt x="1221" y="1437"/>
                </a:lnTo>
                <a:lnTo>
                  <a:pt x="1219" y="1439"/>
                </a:lnTo>
                <a:lnTo>
                  <a:pt x="1219" y="1440"/>
                </a:lnTo>
                <a:lnTo>
                  <a:pt x="1218" y="1440"/>
                </a:lnTo>
                <a:lnTo>
                  <a:pt x="1213" y="1440"/>
                </a:lnTo>
                <a:lnTo>
                  <a:pt x="1212" y="1440"/>
                </a:lnTo>
                <a:lnTo>
                  <a:pt x="1210" y="1439"/>
                </a:lnTo>
                <a:lnTo>
                  <a:pt x="1209" y="1439"/>
                </a:lnTo>
                <a:lnTo>
                  <a:pt x="1208" y="1437"/>
                </a:lnTo>
                <a:lnTo>
                  <a:pt x="1207" y="1436"/>
                </a:lnTo>
                <a:lnTo>
                  <a:pt x="1207" y="1435"/>
                </a:lnTo>
                <a:lnTo>
                  <a:pt x="1207" y="1434"/>
                </a:lnTo>
                <a:lnTo>
                  <a:pt x="1206" y="1432"/>
                </a:lnTo>
                <a:lnTo>
                  <a:pt x="1205" y="1430"/>
                </a:lnTo>
                <a:lnTo>
                  <a:pt x="1204" y="1429"/>
                </a:lnTo>
                <a:lnTo>
                  <a:pt x="1203" y="1429"/>
                </a:lnTo>
                <a:lnTo>
                  <a:pt x="1202" y="1429"/>
                </a:lnTo>
                <a:lnTo>
                  <a:pt x="1202" y="1430"/>
                </a:lnTo>
                <a:lnTo>
                  <a:pt x="1201" y="1430"/>
                </a:lnTo>
                <a:lnTo>
                  <a:pt x="1201" y="1431"/>
                </a:lnTo>
                <a:lnTo>
                  <a:pt x="1200" y="1431"/>
                </a:lnTo>
                <a:lnTo>
                  <a:pt x="1199" y="1431"/>
                </a:lnTo>
                <a:lnTo>
                  <a:pt x="1199" y="1430"/>
                </a:lnTo>
                <a:lnTo>
                  <a:pt x="1198" y="1430"/>
                </a:lnTo>
                <a:lnTo>
                  <a:pt x="1198" y="1429"/>
                </a:lnTo>
                <a:lnTo>
                  <a:pt x="1196" y="1429"/>
                </a:lnTo>
                <a:lnTo>
                  <a:pt x="1195" y="1429"/>
                </a:lnTo>
                <a:lnTo>
                  <a:pt x="1194" y="1429"/>
                </a:lnTo>
                <a:lnTo>
                  <a:pt x="1194" y="1431"/>
                </a:lnTo>
                <a:lnTo>
                  <a:pt x="1193" y="1432"/>
                </a:lnTo>
                <a:lnTo>
                  <a:pt x="1194" y="1432"/>
                </a:lnTo>
                <a:lnTo>
                  <a:pt x="1194" y="1433"/>
                </a:lnTo>
                <a:lnTo>
                  <a:pt x="1192" y="1435"/>
                </a:lnTo>
                <a:lnTo>
                  <a:pt x="1191" y="1436"/>
                </a:lnTo>
                <a:lnTo>
                  <a:pt x="1190" y="1436"/>
                </a:lnTo>
                <a:lnTo>
                  <a:pt x="1190" y="1435"/>
                </a:lnTo>
                <a:lnTo>
                  <a:pt x="1189" y="1434"/>
                </a:lnTo>
                <a:lnTo>
                  <a:pt x="1188" y="1434"/>
                </a:lnTo>
                <a:lnTo>
                  <a:pt x="1186" y="1433"/>
                </a:lnTo>
                <a:lnTo>
                  <a:pt x="1186" y="1432"/>
                </a:lnTo>
                <a:lnTo>
                  <a:pt x="1185" y="1432"/>
                </a:lnTo>
                <a:lnTo>
                  <a:pt x="1184" y="1431"/>
                </a:lnTo>
                <a:lnTo>
                  <a:pt x="1184" y="1430"/>
                </a:lnTo>
                <a:lnTo>
                  <a:pt x="1182" y="1429"/>
                </a:lnTo>
                <a:lnTo>
                  <a:pt x="1181" y="1427"/>
                </a:lnTo>
                <a:lnTo>
                  <a:pt x="1180" y="1427"/>
                </a:lnTo>
                <a:lnTo>
                  <a:pt x="1180" y="1426"/>
                </a:lnTo>
                <a:lnTo>
                  <a:pt x="1181" y="1425"/>
                </a:lnTo>
                <a:lnTo>
                  <a:pt x="1180" y="1424"/>
                </a:lnTo>
                <a:lnTo>
                  <a:pt x="1177" y="1424"/>
                </a:lnTo>
                <a:lnTo>
                  <a:pt x="1177" y="1423"/>
                </a:lnTo>
                <a:lnTo>
                  <a:pt x="1176" y="1423"/>
                </a:lnTo>
                <a:lnTo>
                  <a:pt x="1175" y="1422"/>
                </a:lnTo>
                <a:lnTo>
                  <a:pt x="1174" y="1423"/>
                </a:lnTo>
                <a:lnTo>
                  <a:pt x="1169" y="1421"/>
                </a:lnTo>
                <a:lnTo>
                  <a:pt x="1168" y="1421"/>
                </a:lnTo>
                <a:lnTo>
                  <a:pt x="1167" y="1422"/>
                </a:lnTo>
                <a:lnTo>
                  <a:pt x="1167" y="1424"/>
                </a:lnTo>
                <a:lnTo>
                  <a:pt x="1167" y="1425"/>
                </a:lnTo>
                <a:lnTo>
                  <a:pt x="1167" y="1426"/>
                </a:lnTo>
                <a:lnTo>
                  <a:pt x="1168" y="1428"/>
                </a:lnTo>
                <a:lnTo>
                  <a:pt x="1169" y="1428"/>
                </a:lnTo>
                <a:lnTo>
                  <a:pt x="1170" y="1428"/>
                </a:lnTo>
                <a:lnTo>
                  <a:pt x="1171" y="1429"/>
                </a:lnTo>
                <a:lnTo>
                  <a:pt x="1171" y="1430"/>
                </a:lnTo>
                <a:lnTo>
                  <a:pt x="1172" y="1430"/>
                </a:lnTo>
                <a:lnTo>
                  <a:pt x="1172" y="1431"/>
                </a:lnTo>
                <a:lnTo>
                  <a:pt x="1173" y="1433"/>
                </a:lnTo>
                <a:lnTo>
                  <a:pt x="1174" y="1434"/>
                </a:lnTo>
                <a:lnTo>
                  <a:pt x="1174" y="1435"/>
                </a:lnTo>
                <a:lnTo>
                  <a:pt x="1174" y="1437"/>
                </a:lnTo>
                <a:lnTo>
                  <a:pt x="1174" y="1438"/>
                </a:lnTo>
                <a:lnTo>
                  <a:pt x="1175" y="1439"/>
                </a:lnTo>
                <a:lnTo>
                  <a:pt x="1173" y="1439"/>
                </a:lnTo>
                <a:lnTo>
                  <a:pt x="1168" y="1441"/>
                </a:lnTo>
                <a:lnTo>
                  <a:pt x="1166" y="1442"/>
                </a:lnTo>
                <a:lnTo>
                  <a:pt x="1165" y="1442"/>
                </a:lnTo>
                <a:lnTo>
                  <a:pt x="1165" y="1443"/>
                </a:lnTo>
                <a:lnTo>
                  <a:pt x="1164" y="1443"/>
                </a:lnTo>
                <a:lnTo>
                  <a:pt x="1164" y="1444"/>
                </a:lnTo>
                <a:lnTo>
                  <a:pt x="1163" y="1444"/>
                </a:lnTo>
                <a:lnTo>
                  <a:pt x="1162" y="1445"/>
                </a:lnTo>
                <a:lnTo>
                  <a:pt x="1160" y="1445"/>
                </a:lnTo>
                <a:lnTo>
                  <a:pt x="1159" y="1446"/>
                </a:lnTo>
                <a:lnTo>
                  <a:pt x="1155" y="1446"/>
                </a:lnTo>
                <a:lnTo>
                  <a:pt x="1154" y="1446"/>
                </a:lnTo>
                <a:lnTo>
                  <a:pt x="1152" y="1446"/>
                </a:lnTo>
                <a:lnTo>
                  <a:pt x="1151" y="1445"/>
                </a:lnTo>
                <a:lnTo>
                  <a:pt x="1151" y="1444"/>
                </a:lnTo>
                <a:lnTo>
                  <a:pt x="1150" y="1443"/>
                </a:lnTo>
                <a:lnTo>
                  <a:pt x="1149" y="1442"/>
                </a:lnTo>
                <a:lnTo>
                  <a:pt x="1147" y="1440"/>
                </a:lnTo>
                <a:lnTo>
                  <a:pt x="1145" y="1441"/>
                </a:lnTo>
                <a:lnTo>
                  <a:pt x="1144" y="1442"/>
                </a:lnTo>
                <a:lnTo>
                  <a:pt x="1144" y="1443"/>
                </a:lnTo>
                <a:lnTo>
                  <a:pt x="1145" y="1444"/>
                </a:lnTo>
                <a:lnTo>
                  <a:pt x="1147" y="1444"/>
                </a:lnTo>
                <a:lnTo>
                  <a:pt x="1148" y="1445"/>
                </a:lnTo>
                <a:lnTo>
                  <a:pt x="1152" y="1448"/>
                </a:lnTo>
                <a:lnTo>
                  <a:pt x="1152" y="1449"/>
                </a:lnTo>
                <a:lnTo>
                  <a:pt x="1151" y="1450"/>
                </a:lnTo>
                <a:lnTo>
                  <a:pt x="1150" y="1450"/>
                </a:lnTo>
                <a:lnTo>
                  <a:pt x="1147" y="1453"/>
                </a:lnTo>
                <a:lnTo>
                  <a:pt x="1147" y="1454"/>
                </a:lnTo>
                <a:lnTo>
                  <a:pt x="1147" y="1455"/>
                </a:lnTo>
                <a:lnTo>
                  <a:pt x="1147" y="1456"/>
                </a:lnTo>
                <a:lnTo>
                  <a:pt x="1147" y="1457"/>
                </a:lnTo>
                <a:lnTo>
                  <a:pt x="1147" y="1458"/>
                </a:lnTo>
                <a:lnTo>
                  <a:pt x="1145" y="1458"/>
                </a:lnTo>
                <a:lnTo>
                  <a:pt x="1144" y="1458"/>
                </a:lnTo>
                <a:lnTo>
                  <a:pt x="1143" y="1458"/>
                </a:lnTo>
                <a:lnTo>
                  <a:pt x="1142" y="1458"/>
                </a:lnTo>
                <a:lnTo>
                  <a:pt x="1142" y="1459"/>
                </a:lnTo>
                <a:lnTo>
                  <a:pt x="1141" y="1459"/>
                </a:lnTo>
                <a:lnTo>
                  <a:pt x="1140" y="1460"/>
                </a:lnTo>
                <a:lnTo>
                  <a:pt x="1135" y="1461"/>
                </a:lnTo>
                <a:lnTo>
                  <a:pt x="1134" y="1462"/>
                </a:lnTo>
                <a:lnTo>
                  <a:pt x="1133" y="1463"/>
                </a:lnTo>
                <a:lnTo>
                  <a:pt x="1131" y="1466"/>
                </a:lnTo>
                <a:lnTo>
                  <a:pt x="1129" y="1466"/>
                </a:lnTo>
                <a:lnTo>
                  <a:pt x="1128" y="1468"/>
                </a:lnTo>
                <a:lnTo>
                  <a:pt x="1127" y="1471"/>
                </a:lnTo>
                <a:lnTo>
                  <a:pt x="1127" y="1474"/>
                </a:lnTo>
                <a:lnTo>
                  <a:pt x="1126" y="1476"/>
                </a:lnTo>
                <a:lnTo>
                  <a:pt x="1125" y="1477"/>
                </a:lnTo>
                <a:lnTo>
                  <a:pt x="1124" y="1480"/>
                </a:lnTo>
                <a:lnTo>
                  <a:pt x="1122" y="1482"/>
                </a:lnTo>
                <a:lnTo>
                  <a:pt x="1121" y="1483"/>
                </a:lnTo>
                <a:lnTo>
                  <a:pt x="1119" y="1484"/>
                </a:lnTo>
                <a:lnTo>
                  <a:pt x="1116" y="1488"/>
                </a:lnTo>
                <a:lnTo>
                  <a:pt x="1115" y="1488"/>
                </a:lnTo>
                <a:lnTo>
                  <a:pt x="1115" y="1487"/>
                </a:lnTo>
                <a:lnTo>
                  <a:pt x="1114" y="1486"/>
                </a:lnTo>
                <a:lnTo>
                  <a:pt x="1112" y="1485"/>
                </a:lnTo>
                <a:lnTo>
                  <a:pt x="1111" y="1485"/>
                </a:lnTo>
                <a:lnTo>
                  <a:pt x="1109" y="1487"/>
                </a:lnTo>
                <a:lnTo>
                  <a:pt x="1106" y="1490"/>
                </a:lnTo>
                <a:lnTo>
                  <a:pt x="1103" y="1494"/>
                </a:lnTo>
                <a:lnTo>
                  <a:pt x="1102" y="1495"/>
                </a:lnTo>
                <a:lnTo>
                  <a:pt x="1100" y="1497"/>
                </a:lnTo>
                <a:lnTo>
                  <a:pt x="1099" y="1497"/>
                </a:lnTo>
                <a:lnTo>
                  <a:pt x="1099" y="1498"/>
                </a:lnTo>
                <a:lnTo>
                  <a:pt x="1098" y="1498"/>
                </a:lnTo>
                <a:lnTo>
                  <a:pt x="1097" y="1498"/>
                </a:lnTo>
                <a:lnTo>
                  <a:pt x="1097" y="1499"/>
                </a:lnTo>
                <a:lnTo>
                  <a:pt x="1096" y="1499"/>
                </a:lnTo>
                <a:lnTo>
                  <a:pt x="1095" y="1502"/>
                </a:lnTo>
                <a:lnTo>
                  <a:pt x="1096" y="1503"/>
                </a:lnTo>
                <a:lnTo>
                  <a:pt x="1097" y="1505"/>
                </a:lnTo>
                <a:lnTo>
                  <a:pt x="1097" y="1507"/>
                </a:lnTo>
                <a:lnTo>
                  <a:pt x="1096" y="1507"/>
                </a:lnTo>
                <a:lnTo>
                  <a:pt x="1095" y="1507"/>
                </a:lnTo>
                <a:lnTo>
                  <a:pt x="1094" y="1507"/>
                </a:lnTo>
                <a:lnTo>
                  <a:pt x="1092" y="1507"/>
                </a:lnTo>
                <a:lnTo>
                  <a:pt x="1091" y="1507"/>
                </a:lnTo>
                <a:lnTo>
                  <a:pt x="1091" y="1506"/>
                </a:lnTo>
                <a:lnTo>
                  <a:pt x="1090" y="1507"/>
                </a:lnTo>
                <a:lnTo>
                  <a:pt x="1089" y="1508"/>
                </a:lnTo>
                <a:lnTo>
                  <a:pt x="1088" y="1508"/>
                </a:lnTo>
                <a:lnTo>
                  <a:pt x="1087" y="1509"/>
                </a:lnTo>
                <a:lnTo>
                  <a:pt x="1085" y="1512"/>
                </a:lnTo>
                <a:lnTo>
                  <a:pt x="1085" y="1513"/>
                </a:lnTo>
                <a:lnTo>
                  <a:pt x="1082" y="1516"/>
                </a:lnTo>
                <a:lnTo>
                  <a:pt x="1079" y="1518"/>
                </a:lnTo>
                <a:lnTo>
                  <a:pt x="1077" y="1521"/>
                </a:lnTo>
                <a:lnTo>
                  <a:pt x="1077" y="1522"/>
                </a:lnTo>
                <a:lnTo>
                  <a:pt x="1076" y="1522"/>
                </a:lnTo>
                <a:lnTo>
                  <a:pt x="1074" y="1523"/>
                </a:lnTo>
                <a:lnTo>
                  <a:pt x="1070" y="1526"/>
                </a:lnTo>
                <a:lnTo>
                  <a:pt x="1071" y="1527"/>
                </a:lnTo>
                <a:lnTo>
                  <a:pt x="1071" y="1529"/>
                </a:lnTo>
                <a:lnTo>
                  <a:pt x="1069" y="1532"/>
                </a:lnTo>
                <a:lnTo>
                  <a:pt x="1068" y="1532"/>
                </a:lnTo>
                <a:lnTo>
                  <a:pt x="1068" y="1533"/>
                </a:lnTo>
                <a:lnTo>
                  <a:pt x="1067" y="1533"/>
                </a:lnTo>
                <a:lnTo>
                  <a:pt x="1064" y="1539"/>
                </a:lnTo>
                <a:lnTo>
                  <a:pt x="1064" y="1540"/>
                </a:lnTo>
                <a:lnTo>
                  <a:pt x="1063" y="1540"/>
                </a:lnTo>
                <a:lnTo>
                  <a:pt x="1063" y="1541"/>
                </a:lnTo>
                <a:lnTo>
                  <a:pt x="1063" y="1542"/>
                </a:lnTo>
                <a:lnTo>
                  <a:pt x="1063" y="1543"/>
                </a:lnTo>
                <a:lnTo>
                  <a:pt x="1063" y="1544"/>
                </a:lnTo>
                <a:lnTo>
                  <a:pt x="1062" y="1546"/>
                </a:lnTo>
                <a:lnTo>
                  <a:pt x="1062" y="1547"/>
                </a:lnTo>
                <a:lnTo>
                  <a:pt x="1061" y="1547"/>
                </a:lnTo>
                <a:lnTo>
                  <a:pt x="1061" y="1548"/>
                </a:lnTo>
                <a:lnTo>
                  <a:pt x="1061" y="1552"/>
                </a:lnTo>
                <a:lnTo>
                  <a:pt x="1061" y="1553"/>
                </a:lnTo>
                <a:lnTo>
                  <a:pt x="1062" y="1553"/>
                </a:lnTo>
                <a:lnTo>
                  <a:pt x="1064" y="1554"/>
                </a:lnTo>
                <a:lnTo>
                  <a:pt x="1066" y="1556"/>
                </a:lnTo>
                <a:lnTo>
                  <a:pt x="1068" y="1557"/>
                </a:lnTo>
                <a:lnTo>
                  <a:pt x="1070" y="1559"/>
                </a:lnTo>
                <a:lnTo>
                  <a:pt x="1071" y="1560"/>
                </a:lnTo>
                <a:lnTo>
                  <a:pt x="1072" y="1560"/>
                </a:lnTo>
                <a:lnTo>
                  <a:pt x="1071" y="1561"/>
                </a:lnTo>
                <a:lnTo>
                  <a:pt x="1071" y="1562"/>
                </a:lnTo>
                <a:lnTo>
                  <a:pt x="1070" y="1563"/>
                </a:lnTo>
                <a:lnTo>
                  <a:pt x="1070" y="1564"/>
                </a:lnTo>
                <a:lnTo>
                  <a:pt x="1070" y="1565"/>
                </a:lnTo>
                <a:lnTo>
                  <a:pt x="1071" y="1566"/>
                </a:lnTo>
                <a:lnTo>
                  <a:pt x="1072" y="1567"/>
                </a:lnTo>
                <a:lnTo>
                  <a:pt x="1072" y="1568"/>
                </a:lnTo>
                <a:lnTo>
                  <a:pt x="1069" y="1569"/>
                </a:lnTo>
                <a:lnTo>
                  <a:pt x="1068" y="1571"/>
                </a:lnTo>
                <a:lnTo>
                  <a:pt x="1067" y="1572"/>
                </a:lnTo>
                <a:lnTo>
                  <a:pt x="1065" y="1573"/>
                </a:lnTo>
                <a:lnTo>
                  <a:pt x="1064" y="1574"/>
                </a:lnTo>
                <a:lnTo>
                  <a:pt x="1064" y="1575"/>
                </a:lnTo>
                <a:lnTo>
                  <a:pt x="1064" y="1576"/>
                </a:lnTo>
                <a:lnTo>
                  <a:pt x="1063" y="1577"/>
                </a:lnTo>
                <a:lnTo>
                  <a:pt x="1061" y="1578"/>
                </a:lnTo>
                <a:lnTo>
                  <a:pt x="1060" y="1578"/>
                </a:lnTo>
                <a:lnTo>
                  <a:pt x="1059" y="1577"/>
                </a:lnTo>
                <a:lnTo>
                  <a:pt x="1058" y="1576"/>
                </a:lnTo>
                <a:lnTo>
                  <a:pt x="1057" y="1573"/>
                </a:lnTo>
                <a:lnTo>
                  <a:pt x="1056" y="1573"/>
                </a:lnTo>
                <a:lnTo>
                  <a:pt x="1056" y="1572"/>
                </a:lnTo>
                <a:lnTo>
                  <a:pt x="1056" y="1571"/>
                </a:lnTo>
                <a:lnTo>
                  <a:pt x="1056" y="1570"/>
                </a:lnTo>
                <a:lnTo>
                  <a:pt x="1054" y="1567"/>
                </a:lnTo>
                <a:lnTo>
                  <a:pt x="1051" y="1565"/>
                </a:lnTo>
                <a:lnTo>
                  <a:pt x="1047" y="1565"/>
                </a:lnTo>
                <a:lnTo>
                  <a:pt x="1049" y="1567"/>
                </a:lnTo>
                <a:lnTo>
                  <a:pt x="1049" y="1568"/>
                </a:lnTo>
                <a:lnTo>
                  <a:pt x="1050" y="1569"/>
                </a:lnTo>
                <a:lnTo>
                  <a:pt x="1050" y="1572"/>
                </a:lnTo>
                <a:lnTo>
                  <a:pt x="1048" y="1576"/>
                </a:lnTo>
                <a:lnTo>
                  <a:pt x="1047" y="1578"/>
                </a:lnTo>
                <a:lnTo>
                  <a:pt x="1047" y="1582"/>
                </a:lnTo>
                <a:lnTo>
                  <a:pt x="1047" y="1584"/>
                </a:lnTo>
                <a:lnTo>
                  <a:pt x="1047" y="1587"/>
                </a:lnTo>
                <a:lnTo>
                  <a:pt x="1047" y="1590"/>
                </a:lnTo>
                <a:lnTo>
                  <a:pt x="1048" y="1591"/>
                </a:lnTo>
                <a:lnTo>
                  <a:pt x="1048" y="1592"/>
                </a:lnTo>
                <a:lnTo>
                  <a:pt x="1048" y="1593"/>
                </a:lnTo>
                <a:lnTo>
                  <a:pt x="1047" y="1593"/>
                </a:lnTo>
                <a:lnTo>
                  <a:pt x="1046" y="1594"/>
                </a:lnTo>
                <a:lnTo>
                  <a:pt x="1046" y="1595"/>
                </a:lnTo>
                <a:lnTo>
                  <a:pt x="1046" y="1597"/>
                </a:lnTo>
                <a:lnTo>
                  <a:pt x="1046" y="1598"/>
                </a:lnTo>
                <a:lnTo>
                  <a:pt x="1047" y="1599"/>
                </a:lnTo>
                <a:lnTo>
                  <a:pt x="1047" y="1600"/>
                </a:lnTo>
                <a:lnTo>
                  <a:pt x="1047" y="1601"/>
                </a:lnTo>
                <a:lnTo>
                  <a:pt x="1046" y="1602"/>
                </a:lnTo>
                <a:lnTo>
                  <a:pt x="1045" y="1603"/>
                </a:lnTo>
                <a:lnTo>
                  <a:pt x="1044" y="1602"/>
                </a:lnTo>
                <a:lnTo>
                  <a:pt x="1043" y="1602"/>
                </a:lnTo>
                <a:lnTo>
                  <a:pt x="1041" y="1602"/>
                </a:lnTo>
                <a:lnTo>
                  <a:pt x="1040" y="1602"/>
                </a:lnTo>
                <a:lnTo>
                  <a:pt x="1039" y="1603"/>
                </a:lnTo>
                <a:lnTo>
                  <a:pt x="1039" y="1604"/>
                </a:lnTo>
                <a:lnTo>
                  <a:pt x="1037" y="1604"/>
                </a:lnTo>
                <a:lnTo>
                  <a:pt x="1035" y="1605"/>
                </a:lnTo>
                <a:lnTo>
                  <a:pt x="1033" y="1605"/>
                </a:lnTo>
                <a:lnTo>
                  <a:pt x="1030" y="1605"/>
                </a:lnTo>
                <a:lnTo>
                  <a:pt x="1029" y="1605"/>
                </a:lnTo>
                <a:lnTo>
                  <a:pt x="1028" y="1604"/>
                </a:lnTo>
                <a:lnTo>
                  <a:pt x="1027" y="1603"/>
                </a:lnTo>
                <a:lnTo>
                  <a:pt x="1026" y="1603"/>
                </a:lnTo>
                <a:lnTo>
                  <a:pt x="1026" y="1602"/>
                </a:lnTo>
                <a:lnTo>
                  <a:pt x="1025" y="1602"/>
                </a:lnTo>
                <a:lnTo>
                  <a:pt x="1024" y="1602"/>
                </a:lnTo>
                <a:lnTo>
                  <a:pt x="1019" y="1603"/>
                </a:lnTo>
                <a:lnTo>
                  <a:pt x="1018" y="1603"/>
                </a:lnTo>
                <a:lnTo>
                  <a:pt x="1017" y="1604"/>
                </a:lnTo>
                <a:lnTo>
                  <a:pt x="1016" y="1605"/>
                </a:lnTo>
                <a:lnTo>
                  <a:pt x="1015" y="1605"/>
                </a:lnTo>
                <a:lnTo>
                  <a:pt x="1014" y="1606"/>
                </a:lnTo>
                <a:lnTo>
                  <a:pt x="1012" y="1606"/>
                </a:lnTo>
                <a:lnTo>
                  <a:pt x="1009" y="1607"/>
                </a:lnTo>
                <a:lnTo>
                  <a:pt x="1006" y="1608"/>
                </a:lnTo>
                <a:lnTo>
                  <a:pt x="1005" y="1608"/>
                </a:lnTo>
                <a:lnTo>
                  <a:pt x="1004" y="1607"/>
                </a:lnTo>
                <a:lnTo>
                  <a:pt x="1003" y="1607"/>
                </a:lnTo>
                <a:lnTo>
                  <a:pt x="1002" y="1606"/>
                </a:lnTo>
                <a:lnTo>
                  <a:pt x="1002" y="1605"/>
                </a:lnTo>
                <a:lnTo>
                  <a:pt x="1001" y="1605"/>
                </a:lnTo>
                <a:lnTo>
                  <a:pt x="1000" y="1604"/>
                </a:lnTo>
                <a:lnTo>
                  <a:pt x="997" y="1604"/>
                </a:lnTo>
                <a:lnTo>
                  <a:pt x="995" y="1605"/>
                </a:lnTo>
                <a:lnTo>
                  <a:pt x="994" y="1605"/>
                </a:lnTo>
                <a:lnTo>
                  <a:pt x="994" y="1606"/>
                </a:lnTo>
                <a:lnTo>
                  <a:pt x="992" y="1608"/>
                </a:lnTo>
                <a:lnTo>
                  <a:pt x="990" y="1608"/>
                </a:lnTo>
                <a:lnTo>
                  <a:pt x="989" y="1609"/>
                </a:lnTo>
                <a:lnTo>
                  <a:pt x="987" y="1609"/>
                </a:lnTo>
                <a:lnTo>
                  <a:pt x="987" y="1608"/>
                </a:lnTo>
                <a:lnTo>
                  <a:pt x="985" y="1607"/>
                </a:lnTo>
                <a:lnTo>
                  <a:pt x="983" y="1607"/>
                </a:lnTo>
                <a:lnTo>
                  <a:pt x="982" y="1607"/>
                </a:lnTo>
                <a:lnTo>
                  <a:pt x="981" y="1606"/>
                </a:lnTo>
                <a:lnTo>
                  <a:pt x="978" y="1606"/>
                </a:lnTo>
                <a:lnTo>
                  <a:pt x="977" y="1605"/>
                </a:lnTo>
                <a:lnTo>
                  <a:pt x="977" y="1603"/>
                </a:lnTo>
                <a:lnTo>
                  <a:pt x="978" y="1602"/>
                </a:lnTo>
                <a:lnTo>
                  <a:pt x="978" y="1601"/>
                </a:lnTo>
                <a:lnTo>
                  <a:pt x="977" y="1598"/>
                </a:lnTo>
                <a:lnTo>
                  <a:pt x="976" y="1598"/>
                </a:lnTo>
                <a:lnTo>
                  <a:pt x="976" y="1597"/>
                </a:lnTo>
                <a:lnTo>
                  <a:pt x="975" y="1597"/>
                </a:lnTo>
                <a:lnTo>
                  <a:pt x="975" y="1596"/>
                </a:lnTo>
                <a:lnTo>
                  <a:pt x="974" y="1594"/>
                </a:lnTo>
                <a:lnTo>
                  <a:pt x="974" y="1592"/>
                </a:lnTo>
                <a:lnTo>
                  <a:pt x="970" y="1591"/>
                </a:lnTo>
                <a:lnTo>
                  <a:pt x="969" y="1590"/>
                </a:lnTo>
                <a:lnTo>
                  <a:pt x="968" y="1590"/>
                </a:lnTo>
                <a:lnTo>
                  <a:pt x="967" y="1589"/>
                </a:lnTo>
                <a:lnTo>
                  <a:pt x="966" y="1589"/>
                </a:lnTo>
                <a:lnTo>
                  <a:pt x="965" y="1590"/>
                </a:lnTo>
                <a:lnTo>
                  <a:pt x="962" y="1588"/>
                </a:lnTo>
                <a:lnTo>
                  <a:pt x="961" y="1587"/>
                </a:lnTo>
                <a:lnTo>
                  <a:pt x="960" y="1587"/>
                </a:lnTo>
                <a:lnTo>
                  <a:pt x="959" y="1587"/>
                </a:lnTo>
                <a:lnTo>
                  <a:pt x="959" y="1588"/>
                </a:lnTo>
                <a:lnTo>
                  <a:pt x="957" y="1587"/>
                </a:lnTo>
                <a:lnTo>
                  <a:pt x="956" y="1587"/>
                </a:lnTo>
                <a:lnTo>
                  <a:pt x="955" y="1586"/>
                </a:lnTo>
                <a:lnTo>
                  <a:pt x="953" y="1586"/>
                </a:lnTo>
                <a:lnTo>
                  <a:pt x="952" y="1586"/>
                </a:lnTo>
                <a:lnTo>
                  <a:pt x="951" y="1585"/>
                </a:lnTo>
                <a:lnTo>
                  <a:pt x="949" y="1583"/>
                </a:lnTo>
                <a:lnTo>
                  <a:pt x="948" y="1583"/>
                </a:lnTo>
                <a:lnTo>
                  <a:pt x="948" y="1582"/>
                </a:lnTo>
                <a:lnTo>
                  <a:pt x="948" y="1581"/>
                </a:lnTo>
                <a:lnTo>
                  <a:pt x="947" y="1581"/>
                </a:lnTo>
                <a:lnTo>
                  <a:pt x="946" y="1583"/>
                </a:lnTo>
                <a:lnTo>
                  <a:pt x="944" y="1584"/>
                </a:lnTo>
                <a:lnTo>
                  <a:pt x="943" y="1583"/>
                </a:lnTo>
                <a:lnTo>
                  <a:pt x="937" y="1581"/>
                </a:lnTo>
                <a:lnTo>
                  <a:pt x="936" y="1581"/>
                </a:lnTo>
                <a:lnTo>
                  <a:pt x="935" y="1581"/>
                </a:lnTo>
                <a:lnTo>
                  <a:pt x="935" y="1580"/>
                </a:lnTo>
                <a:lnTo>
                  <a:pt x="931" y="1577"/>
                </a:lnTo>
                <a:lnTo>
                  <a:pt x="930" y="1576"/>
                </a:lnTo>
                <a:lnTo>
                  <a:pt x="928" y="1576"/>
                </a:lnTo>
                <a:lnTo>
                  <a:pt x="927" y="1576"/>
                </a:lnTo>
                <a:lnTo>
                  <a:pt x="926" y="1577"/>
                </a:lnTo>
                <a:lnTo>
                  <a:pt x="923" y="1576"/>
                </a:lnTo>
                <a:lnTo>
                  <a:pt x="922" y="1575"/>
                </a:lnTo>
                <a:lnTo>
                  <a:pt x="923" y="1574"/>
                </a:lnTo>
                <a:lnTo>
                  <a:pt x="925" y="1570"/>
                </a:lnTo>
                <a:lnTo>
                  <a:pt x="924" y="1570"/>
                </a:lnTo>
                <a:lnTo>
                  <a:pt x="922" y="1568"/>
                </a:lnTo>
                <a:lnTo>
                  <a:pt x="921" y="1567"/>
                </a:lnTo>
                <a:lnTo>
                  <a:pt x="920" y="1567"/>
                </a:lnTo>
                <a:lnTo>
                  <a:pt x="918" y="1565"/>
                </a:lnTo>
                <a:lnTo>
                  <a:pt x="917" y="1564"/>
                </a:lnTo>
                <a:lnTo>
                  <a:pt x="917" y="1563"/>
                </a:lnTo>
                <a:lnTo>
                  <a:pt x="917" y="1562"/>
                </a:lnTo>
                <a:lnTo>
                  <a:pt x="916" y="1562"/>
                </a:lnTo>
                <a:lnTo>
                  <a:pt x="916" y="1561"/>
                </a:lnTo>
                <a:lnTo>
                  <a:pt x="915" y="1561"/>
                </a:lnTo>
                <a:lnTo>
                  <a:pt x="913" y="1560"/>
                </a:lnTo>
                <a:lnTo>
                  <a:pt x="912" y="1560"/>
                </a:lnTo>
                <a:lnTo>
                  <a:pt x="911" y="1560"/>
                </a:lnTo>
                <a:lnTo>
                  <a:pt x="910" y="1560"/>
                </a:lnTo>
                <a:lnTo>
                  <a:pt x="910" y="1559"/>
                </a:lnTo>
                <a:lnTo>
                  <a:pt x="909" y="1559"/>
                </a:lnTo>
                <a:lnTo>
                  <a:pt x="907" y="1559"/>
                </a:lnTo>
                <a:lnTo>
                  <a:pt x="907" y="1558"/>
                </a:lnTo>
                <a:lnTo>
                  <a:pt x="906" y="1558"/>
                </a:lnTo>
                <a:lnTo>
                  <a:pt x="906" y="1557"/>
                </a:lnTo>
                <a:lnTo>
                  <a:pt x="905" y="1557"/>
                </a:lnTo>
                <a:lnTo>
                  <a:pt x="904" y="1557"/>
                </a:lnTo>
                <a:lnTo>
                  <a:pt x="904" y="1556"/>
                </a:lnTo>
                <a:lnTo>
                  <a:pt x="904" y="1555"/>
                </a:lnTo>
                <a:lnTo>
                  <a:pt x="902" y="1554"/>
                </a:lnTo>
                <a:lnTo>
                  <a:pt x="901" y="1554"/>
                </a:lnTo>
                <a:lnTo>
                  <a:pt x="900" y="1554"/>
                </a:lnTo>
                <a:lnTo>
                  <a:pt x="899" y="1554"/>
                </a:lnTo>
                <a:lnTo>
                  <a:pt x="898" y="1554"/>
                </a:lnTo>
                <a:lnTo>
                  <a:pt x="897" y="1554"/>
                </a:lnTo>
                <a:lnTo>
                  <a:pt x="897" y="1555"/>
                </a:lnTo>
                <a:lnTo>
                  <a:pt x="889" y="1557"/>
                </a:lnTo>
                <a:lnTo>
                  <a:pt x="889" y="1558"/>
                </a:lnTo>
                <a:lnTo>
                  <a:pt x="888" y="1558"/>
                </a:lnTo>
                <a:lnTo>
                  <a:pt x="886" y="1558"/>
                </a:lnTo>
                <a:lnTo>
                  <a:pt x="882" y="1557"/>
                </a:lnTo>
                <a:lnTo>
                  <a:pt x="881" y="1557"/>
                </a:lnTo>
                <a:lnTo>
                  <a:pt x="878" y="1556"/>
                </a:lnTo>
                <a:lnTo>
                  <a:pt x="877" y="1555"/>
                </a:lnTo>
                <a:lnTo>
                  <a:pt x="876" y="1555"/>
                </a:lnTo>
                <a:lnTo>
                  <a:pt x="875" y="1555"/>
                </a:lnTo>
                <a:lnTo>
                  <a:pt x="874" y="1555"/>
                </a:lnTo>
                <a:lnTo>
                  <a:pt x="872" y="1554"/>
                </a:lnTo>
                <a:lnTo>
                  <a:pt x="871" y="1554"/>
                </a:lnTo>
                <a:lnTo>
                  <a:pt x="870" y="1554"/>
                </a:lnTo>
                <a:lnTo>
                  <a:pt x="870" y="1553"/>
                </a:lnTo>
                <a:lnTo>
                  <a:pt x="869" y="1553"/>
                </a:lnTo>
                <a:lnTo>
                  <a:pt x="868" y="1553"/>
                </a:lnTo>
                <a:lnTo>
                  <a:pt x="866" y="1553"/>
                </a:lnTo>
                <a:lnTo>
                  <a:pt x="865" y="1552"/>
                </a:lnTo>
                <a:lnTo>
                  <a:pt x="864" y="1552"/>
                </a:lnTo>
                <a:lnTo>
                  <a:pt x="863" y="1551"/>
                </a:lnTo>
                <a:lnTo>
                  <a:pt x="862" y="1550"/>
                </a:lnTo>
                <a:lnTo>
                  <a:pt x="861" y="1549"/>
                </a:lnTo>
                <a:lnTo>
                  <a:pt x="859" y="1549"/>
                </a:lnTo>
                <a:lnTo>
                  <a:pt x="858" y="1548"/>
                </a:lnTo>
                <a:lnTo>
                  <a:pt x="857" y="1548"/>
                </a:lnTo>
                <a:lnTo>
                  <a:pt x="856" y="1547"/>
                </a:lnTo>
                <a:lnTo>
                  <a:pt x="855" y="1547"/>
                </a:lnTo>
                <a:lnTo>
                  <a:pt x="854" y="1547"/>
                </a:lnTo>
                <a:lnTo>
                  <a:pt x="853" y="1546"/>
                </a:lnTo>
                <a:lnTo>
                  <a:pt x="852" y="1546"/>
                </a:lnTo>
                <a:lnTo>
                  <a:pt x="851" y="1546"/>
                </a:lnTo>
                <a:lnTo>
                  <a:pt x="848" y="1544"/>
                </a:lnTo>
                <a:lnTo>
                  <a:pt x="847" y="1544"/>
                </a:lnTo>
                <a:lnTo>
                  <a:pt x="846" y="1543"/>
                </a:lnTo>
                <a:lnTo>
                  <a:pt x="844" y="1542"/>
                </a:lnTo>
                <a:lnTo>
                  <a:pt x="843" y="1541"/>
                </a:lnTo>
                <a:lnTo>
                  <a:pt x="842" y="1539"/>
                </a:lnTo>
                <a:lnTo>
                  <a:pt x="841" y="1539"/>
                </a:lnTo>
                <a:lnTo>
                  <a:pt x="840" y="1539"/>
                </a:lnTo>
                <a:lnTo>
                  <a:pt x="839" y="1539"/>
                </a:lnTo>
                <a:lnTo>
                  <a:pt x="839" y="1538"/>
                </a:lnTo>
                <a:lnTo>
                  <a:pt x="839" y="1537"/>
                </a:lnTo>
                <a:lnTo>
                  <a:pt x="849" y="1530"/>
                </a:lnTo>
                <a:lnTo>
                  <a:pt x="854" y="1522"/>
                </a:lnTo>
                <a:lnTo>
                  <a:pt x="854" y="1519"/>
                </a:lnTo>
                <a:lnTo>
                  <a:pt x="854" y="1516"/>
                </a:lnTo>
                <a:lnTo>
                  <a:pt x="855" y="1508"/>
                </a:lnTo>
                <a:lnTo>
                  <a:pt x="857" y="1502"/>
                </a:lnTo>
                <a:lnTo>
                  <a:pt x="859" y="1497"/>
                </a:lnTo>
                <a:lnTo>
                  <a:pt x="863" y="1493"/>
                </a:lnTo>
                <a:lnTo>
                  <a:pt x="867" y="1488"/>
                </a:lnTo>
                <a:lnTo>
                  <a:pt x="870" y="1484"/>
                </a:lnTo>
                <a:lnTo>
                  <a:pt x="882" y="1473"/>
                </a:lnTo>
                <a:lnTo>
                  <a:pt x="883" y="1465"/>
                </a:lnTo>
                <a:lnTo>
                  <a:pt x="883" y="1463"/>
                </a:lnTo>
                <a:lnTo>
                  <a:pt x="883" y="1462"/>
                </a:lnTo>
                <a:lnTo>
                  <a:pt x="882" y="1462"/>
                </a:lnTo>
                <a:lnTo>
                  <a:pt x="880" y="1461"/>
                </a:lnTo>
                <a:lnTo>
                  <a:pt x="879" y="1460"/>
                </a:lnTo>
                <a:lnTo>
                  <a:pt x="878" y="1460"/>
                </a:lnTo>
                <a:lnTo>
                  <a:pt x="877" y="1460"/>
                </a:lnTo>
                <a:lnTo>
                  <a:pt x="876" y="1459"/>
                </a:lnTo>
                <a:lnTo>
                  <a:pt x="875" y="1459"/>
                </a:lnTo>
                <a:lnTo>
                  <a:pt x="874" y="1459"/>
                </a:lnTo>
                <a:lnTo>
                  <a:pt x="874" y="1458"/>
                </a:lnTo>
                <a:lnTo>
                  <a:pt x="873" y="1458"/>
                </a:lnTo>
                <a:lnTo>
                  <a:pt x="873" y="1457"/>
                </a:lnTo>
                <a:lnTo>
                  <a:pt x="873" y="1456"/>
                </a:lnTo>
                <a:lnTo>
                  <a:pt x="872" y="1456"/>
                </a:lnTo>
                <a:lnTo>
                  <a:pt x="872" y="1455"/>
                </a:lnTo>
                <a:lnTo>
                  <a:pt x="872" y="1454"/>
                </a:lnTo>
                <a:lnTo>
                  <a:pt x="871" y="1453"/>
                </a:lnTo>
                <a:lnTo>
                  <a:pt x="871" y="1452"/>
                </a:lnTo>
                <a:lnTo>
                  <a:pt x="871" y="1451"/>
                </a:lnTo>
                <a:lnTo>
                  <a:pt x="870" y="1450"/>
                </a:lnTo>
                <a:lnTo>
                  <a:pt x="870" y="1449"/>
                </a:lnTo>
                <a:lnTo>
                  <a:pt x="870" y="1448"/>
                </a:lnTo>
                <a:lnTo>
                  <a:pt x="870" y="1447"/>
                </a:lnTo>
                <a:lnTo>
                  <a:pt x="869" y="1447"/>
                </a:lnTo>
                <a:lnTo>
                  <a:pt x="869" y="1446"/>
                </a:lnTo>
                <a:lnTo>
                  <a:pt x="869" y="1445"/>
                </a:lnTo>
                <a:lnTo>
                  <a:pt x="868" y="1445"/>
                </a:lnTo>
                <a:lnTo>
                  <a:pt x="868" y="1444"/>
                </a:lnTo>
                <a:lnTo>
                  <a:pt x="867" y="1444"/>
                </a:lnTo>
                <a:lnTo>
                  <a:pt x="867" y="1443"/>
                </a:lnTo>
                <a:lnTo>
                  <a:pt x="866" y="1443"/>
                </a:lnTo>
                <a:lnTo>
                  <a:pt x="867" y="1442"/>
                </a:lnTo>
                <a:lnTo>
                  <a:pt x="867" y="1441"/>
                </a:lnTo>
                <a:lnTo>
                  <a:pt x="868" y="1440"/>
                </a:lnTo>
                <a:lnTo>
                  <a:pt x="868" y="1439"/>
                </a:lnTo>
                <a:lnTo>
                  <a:pt x="868" y="1438"/>
                </a:lnTo>
                <a:lnTo>
                  <a:pt x="867" y="1437"/>
                </a:lnTo>
                <a:lnTo>
                  <a:pt x="868" y="1437"/>
                </a:lnTo>
                <a:lnTo>
                  <a:pt x="868" y="1435"/>
                </a:lnTo>
                <a:lnTo>
                  <a:pt x="867" y="1435"/>
                </a:lnTo>
                <a:lnTo>
                  <a:pt x="867" y="1434"/>
                </a:lnTo>
                <a:lnTo>
                  <a:pt x="867" y="1433"/>
                </a:lnTo>
                <a:lnTo>
                  <a:pt x="867" y="1432"/>
                </a:lnTo>
                <a:lnTo>
                  <a:pt x="867" y="1431"/>
                </a:lnTo>
                <a:lnTo>
                  <a:pt x="866" y="1430"/>
                </a:lnTo>
                <a:lnTo>
                  <a:pt x="865" y="1430"/>
                </a:lnTo>
                <a:lnTo>
                  <a:pt x="864" y="1430"/>
                </a:lnTo>
                <a:lnTo>
                  <a:pt x="863" y="1429"/>
                </a:lnTo>
                <a:lnTo>
                  <a:pt x="863" y="1428"/>
                </a:lnTo>
                <a:lnTo>
                  <a:pt x="862" y="1428"/>
                </a:lnTo>
                <a:lnTo>
                  <a:pt x="862" y="1429"/>
                </a:lnTo>
                <a:lnTo>
                  <a:pt x="861" y="1429"/>
                </a:lnTo>
                <a:lnTo>
                  <a:pt x="859" y="1430"/>
                </a:lnTo>
                <a:lnTo>
                  <a:pt x="858" y="1430"/>
                </a:lnTo>
                <a:lnTo>
                  <a:pt x="857" y="1431"/>
                </a:lnTo>
                <a:lnTo>
                  <a:pt x="856" y="1431"/>
                </a:lnTo>
                <a:lnTo>
                  <a:pt x="855" y="1431"/>
                </a:lnTo>
                <a:lnTo>
                  <a:pt x="854" y="1431"/>
                </a:lnTo>
                <a:lnTo>
                  <a:pt x="853" y="1431"/>
                </a:lnTo>
                <a:lnTo>
                  <a:pt x="852" y="1431"/>
                </a:lnTo>
                <a:lnTo>
                  <a:pt x="852" y="1430"/>
                </a:lnTo>
                <a:lnTo>
                  <a:pt x="850" y="1429"/>
                </a:lnTo>
                <a:lnTo>
                  <a:pt x="847" y="1432"/>
                </a:lnTo>
                <a:lnTo>
                  <a:pt x="846" y="1434"/>
                </a:lnTo>
                <a:lnTo>
                  <a:pt x="843" y="1437"/>
                </a:lnTo>
                <a:lnTo>
                  <a:pt x="841" y="1440"/>
                </a:lnTo>
                <a:lnTo>
                  <a:pt x="840" y="1440"/>
                </a:lnTo>
                <a:lnTo>
                  <a:pt x="839" y="1439"/>
                </a:lnTo>
                <a:lnTo>
                  <a:pt x="837" y="1439"/>
                </a:lnTo>
                <a:lnTo>
                  <a:pt x="835" y="1439"/>
                </a:lnTo>
                <a:lnTo>
                  <a:pt x="834" y="1438"/>
                </a:lnTo>
                <a:lnTo>
                  <a:pt x="831" y="1438"/>
                </a:lnTo>
                <a:lnTo>
                  <a:pt x="829" y="1439"/>
                </a:lnTo>
                <a:lnTo>
                  <a:pt x="828" y="1439"/>
                </a:lnTo>
                <a:lnTo>
                  <a:pt x="827" y="1439"/>
                </a:lnTo>
                <a:lnTo>
                  <a:pt x="824" y="1439"/>
                </a:lnTo>
                <a:lnTo>
                  <a:pt x="823" y="1440"/>
                </a:lnTo>
                <a:lnTo>
                  <a:pt x="822" y="1440"/>
                </a:lnTo>
                <a:lnTo>
                  <a:pt x="822" y="1439"/>
                </a:lnTo>
                <a:lnTo>
                  <a:pt x="821" y="1440"/>
                </a:lnTo>
                <a:lnTo>
                  <a:pt x="820" y="1440"/>
                </a:lnTo>
                <a:lnTo>
                  <a:pt x="820" y="1441"/>
                </a:lnTo>
                <a:lnTo>
                  <a:pt x="820" y="1442"/>
                </a:lnTo>
                <a:lnTo>
                  <a:pt x="821" y="1443"/>
                </a:lnTo>
                <a:lnTo>
                  <a:pt x="821" y="1444"/>
                </a:lnTo>
                <a:lnTo>
                  <a:pt x="821" y="1445"/>
                </a:lnTo>
                <a:lnTo>
                  <a:pt x="821" y="1446"/>
                </a:lnTo>
                <a:lnTo>
                  <a:pt x="820" y="1446"/>
                </a:lnTo>
                <a:lnTo>
                  <a:pt x="820" y="1447"/>
                </a:lnTo>
                <a:lnTo>
                  <a:pt x="821" y="1448"/>
                </a:lnTo>
                <a:lnTo>
                  <a:pt x="821" y="1449"/>
                </a:lnTo>
                <a:lnTo>
                  <a:pt x="822" y="1449"/>
                </a:lnTo>
                <a:lnTo>
                  <a:pt x="822" y="1451"/>
                </a:lnTo>
                <a:lnTo>
                  <a:pt x="821" y="1453"/>
                </a:lnTo>
                <a:lnTo>
                  <a:pt x="820" y="1454"/>
                </a:lnTo>
                <a:lnTo>
                  <a:pt x="818" y="1454"/>
                </a:lnTo>
                <a:lnTo>
                  <a:pt x="817" y="1454"/>
                </a:lnTo>
                <a:lnTo>
                  <a:pt x="816" y="1453"/>
                </a:lnTo>
                <a:lnTo>
                  <a:pt x="816" y="1454"/>
                </a:lnTo>
                <a:lnTo>
                  <a:pt x="815" y="1454"/>
                </a:lnTo>
                <a:lnTo>
                  <a:pt x="814" y="1454"/>
                </a:lnTo>
                <a:lnTo>
                  <a:pt x="813" y="1454"/>
                </a:lnTo>
                <a:lnTo>
                  <a:pt x="813" y="1453"/>
                </a:lnTo>
                <a:lnTo>
                  <a:pt x="812" y="1453"/>
                </a:lnTo>
                <a:lnTo>
                  <a:pt x="811" y="1452"/>
                </a:lnTo>
                <a:lnTo>
                  <a:pt x="810" y="1452"/>
                </a:lnTo>
                <a:lnTo>
                  <a:pt x="810" y="1451"/>
                </a:lnTo>
                <a:lnTo>
                  <a:pt x="809" y="1452"/>
                </a:lnTo>
                <a:lnTo>
                  <a:pt x="808" y="1452"/>
                </a:lnTo>
                <a:lnTo>
                  <a:pt x="808" y="1453"/>
                </a:lnTo>
                <a:lnTo>
                  <a:pt x="807" y="1454"/>
                </a:lnTo>
                <a:lnTo>
                  <a:pt x="807" y="1455"/>
                </a:lnTo>
                <a:lnTo>
                  <a:pt x="806" y="1455"/>
                </a:lnTo>
                <a:lnTo>
                  <a:pt x="805" y="1455"/>
                </a:lnTo>
                <a:lnTo>
                  <a:pt x="805" y="1456"/>
                </a:lnTo>
                <a:lnTo>
                  <a:pt x="806" y="1456"/>
                </a:lnTo>
                <a:lnTo>
                  <a:pt x="805" y="1457"/>
                </a:lnTo>
                <a:lnTo>
                  <a:pt x="805" y="1458"/>
                </a:lnTo>
                <a:lnTo>
                  <a:pt x="804" y="1459"/>
                </a:lnTo>
                <a:lnTo>
                  <a:pt x="804" y="1460"/>
                </a:lnTo>
                <a:lnTo>
                  <a:pt x="804" y="1461"/>
                </a:lnTo>
                <a:lnTo>
                  <a:pt x="803" y="1461"/>
                </a:lnTo>
                <a:lnTo>
                  <a:pt x="803" y="1462"/>
                </a:lnTo>
                <a:lnTo>
                  <a:pt x="803" y="1463"/>
                </a:lnTo>
                <a:lnTo>
                  <a:pt x="803" y="1464"/>
                </a:lnTo>
                <a:lnTo>
                  <a:pt x="802" y="1464"/>
                </a:lnTo>
                <a:lnTo>
                  <a:pt x="802" y="1465"/>
                </a:lnTo>
                <a:lnTo>
                  <a:pt x="803" y="1465"/>
                </a:lnTo>
                <a:lnTo>
                  <a:pt x="803" y="1466"/>
                </a:lnTo>
                <a:lnTo>
                  <a:pt x="803" y="1467"/>
                </a:lnTo>
                <a:lnTo>
                  <a:pt x="802" y="1468"/>
                </a:lnTo>
                <a:lnTo>
                  <a:pt x="802" y="1469"/>
                </a:lnTo>
                <a:lnTo>
                  <a:pt x="801" y="1469"/>
                </a:lnTo>
                <a:lnTo>
                  <a:pt x="801" y="1470"/>
                </a:lnTo>
                <a:lnTo>
                  <a:pt x="801" y="1471"/>
                </a:lnTo>
                <a:lnTo>
                  <a:pt x="800" y="1471"/>
                </a:lnTo>
                <a:lnTo>
                  <a:pt x="800" y="1472"/>
                </a:lnTo>
                <a:lnTo>
                  <a:pt x="799" y="1472"/>
                </a:lnTo>
                <a:lnTo>
                  <a:pt x="798" y="1472"/>
                </a:lnTo>
                <a:lnTo>
                  <a:pt x="796" y="1473"/>
                </a:lnTo>
                <a:lnTo>
                  <a:pt x="796" y="1474"/>
                </a:lnTo>
                <a:lnTo>
                  <a:pt x="795" y="1474"/>
                </a:lnTo>
                <a:lnTo>
                  <a:pt x="796" y="1475"/>
                </a:lnTo>
                <a:lnTo>
                  <a:pt x="796" y="1476"/>
                </a:lnTo>
                <a:lnTo>
                  <a:pt x="795" y="1476"/>
                </a:lnTo>
                <a:lnTo>
                  <a:pt x="794" y="1476"/>
                </a:lnTo>
                <a:lnTo>
                  <a:pt x="793" y="1478"/>
                </a:lnTo>
                <a:lnTo>
                  <a:pt x="793" y="1479"/>
                </a:lnTo>
                <a:lnTo>
                  <a:pt x="794" y="1480"/>
                </a:lnTo>
                <a:lnTo>
                  <a:pt x="794" y="1481"/>
                </a:lnTo>
                <a:lnTo>
                  <a:pt x="795" y="1480"/>
                </a:lnTo>
                <a:lnTo>
                  <a:pt x="796" y="1480"/>
                </a:lnTo>
                <a:lnTo>
                  <a:pt x="796" y="1481"/>
                </a:lnTo>
                <a:lnTo>
                  <a:pt x="795" y="1481"/>
                </a:lnTo>
                <a:lnTo>
                  <a:pt x="795" y="1483"/>
                </a:lnTo>
                <a:lnTo>
                  <a:pt x="794" y="1483"/>
                </a:lnTo>
                <a:lnTo>
                  <a:pt x="793" y="1484"/>
                </a:lnTo>
                <a:lnTo>
                  <a:pt x="791" y="1486"/>
                </a:lnTo>
                <a:lnTo>
                  <a:pt x="790" y="1486"/>
                </a:lnTo>
                <a:lnTo>
                  <a:pt x="789" y="1487"/>
                </a:lnTo>
                <a:lnTo>
                  <a:pt x="790" y="1488"/>
                </a:lnTo>
                <a:lnTo>
                  <a:pt x="789" y="1488"/>
                </a:lnTo>
                <a:lnTo>
                  <a:pt x="787" y="1489"/>
                </a:lnTo>
                <a:lnTo>
                  <a:pt x="786" y="1489"/>
                </a:lnTo>
                <a:lnTo>
                  <a:pt x="786" y="1490"/>
                </a:lnTo>
                <a:lnTo>
                  <a:pt x="786" y="1491"/>
                </a:lnTo>
                <a:lnTo>
                  <a:pt x="787" y="1491"/>
                </a:lnTo>
                <a:lnTo>
                  <a:pt x="787" y="1492"/>
                </a:lnTo>
                <a:lnTo>
                  <a:pt x="786" y="1493"/>
                </a:lnTo>
                <a:lnTo>
                  <a:pt x="787" y="1493"/>
                </a:lnTo>
                <a:lnTo>
                  <a:pt x="787" y="1494"/>
                </a:lnTo>
                <a:lnTo>
                  <a:pt x="787" y="1495"/>
                </a:lnTo>
                <a:lnTo>
                  <a:pt x="786" y="1496"/>
                </a:lnTo>
                <a:lnTo>
                  <a:pt x="785" y="1497"/>
                </a:lnTo>
                <a:lnTo>
                  <a:pt x="785" y="1498"/>
                </a:lnTo>
                <a:lnTo>
                  <a:pt x="786" y="1499"/>
                </a:lnTo>
                <a:lnTo>
                  <a:pt x="785" y="1501"/>
                </a:lnTo>
                <a:lnTo>
                  <a:pt x="784" y="1501"/>
                </a:lnTo>
                <a:lnTo>
                  <a:pt x="784" y="1502"/>
                </a:lnTo>
                <a:lnTo>
                  <a:pt x="784" y="1503"/>
                </a:lnTo>
                <a:lnTo>
                  <a:pt x="783" y="1503"/>
                </a:lnTo>
                <a:lnTo>
                  <a:pt x="782" y="1504"/>
                </a:lnTo>
                <a:lnTo>
                  <a:pt x="782" y="1505"/>
                </a:lnTo>
                <a:lnTo>
                  <a:pt x="782" y="1506"/>
                </a:lnTo>
                <a:lnTo>
                  <a:pt x="782" y="1507"/>
                </a:lnTo>
                <a:lnTo>
                  <a:pt x="783" y="1508"/>
                </a:lnTo>
                <a:lnTo>
                  <a:pt x="784" y="1509"/>
                </a:lnTo>
                <a:lnTo>
                  <a:pt x="784" y="1510"/>
                </a:lnTo>
                <a:lnTo>
                  <a:pt x="783" y="1511"/>
                </a:lnTo>
                <a:lnTo>
                  <a:pt x="782" y="1511"/>
                </a:lnTo>
                <a:lnTo>
                  <a:pt x="782" y="1512"/>
                </a:lnTo>
                <a:lnTo>
                  <a:pt x="782" y="1513"/>
                </a:lnTo>
                <a:lnTo>
                  <a:pt x="783" y="1513"/>
                </a:lnTo>
                <a:lnTo>
                  <a:pt x="783" y="1514"/>
                </a:lnTo>
                <a:lnTo>
                  <a:pt x="783" y="1515"/>
                </a:lnTo>
                <a:lnTo>
                  <a:pt x="783" y="1516"/>
                </a:lnTo>
                <a:lnTo>
                  <a:pt x="783" y="1517"/>
                </a:lnTo>
                <a:lnTo>
                  <a:pt x="782" y="1517"/>
                </a:lnTo>
                <a:lnTo>
                  <a:pt x="781" y="1518"/>
                </a:lnTo>
                <a:lnTo>
                  <a:pt x="781" y="1519"/>
                </a:lnTo>
                <a:lnTo>
                  <a:pt x="781" y="1520"/>
                </a:lnTo>
                <a:lnTo>
                  <a:pt x="781" y="1521"/>
                </a:lnTo>
                <a:lnTo>
                  <a:pt x="781" y="1522"/>
                </a:lnTo>
                <a:lnTo>
                  <a:pt x="781" y="1523"/>
                </a:lnTo>
                <a:lnTo>
                  <a:pt x="782" y="1524"/>
                </a:lnTo>
                <a:lnTo>
                  <a:pt x="782" y="1525"/>
                </a:lnTo>
                <a:lnTo>
                  <a:pt x="781" y="1525"/>
                </a:lnTo>
                <a:lnTo>
                  <a:pt x="780" y="1525"/>
                </a:lnTo>
                <a:lnTo>
                  <a:pt x="780" y="1526"/>
                </a:lnTo>
                <a:lnTo>
                  <a:pt x="780" y="1527"/>
                </a:lnTo>
                <a:lnTo>
                  <a:pt x="780" y="1528"/>
                </a:lnTo>
                <a:lnTo>
                  <a:pt x="780" y="1529"/>
                </a:lnTo>
                <a:lnTo>
                  <a:pt x="781" y="1530"/>
                </a:lnTo>
                <a:lnTo>
                  <a:pt x="781" y="1531"/>
                </a:lnTo>
                <a:lnTo>
                  <a:pt x="780" y="1531"/>
                </a:lnTo>
                <a:lnTo>
                  <a:pt x="779" y="1532"/>
                </a:lnTo>
                <a:lnTo>
                  <a:pt x="779" y="1533"/>
                </a:lnTo>
                <a:lnTo>
                  <a:pt x="780" y="1534"/>
                </a:lnTo>
                <a:lnTo>
                  <a:pt x="780" y="1535"/>
                </a:lnTo>
                <a:lnTo>
                  <a:pt x="781" y="1536"/>
                </a:lnTo>
                <a:lnTo>
                  <a:pt x="781" y="1537"/>
                </a:lnTo>
                <a:lnTo>
                  <a:pt x="782" y="1538"/>
                </a:lnTo>
                <a:lnTo>
                  <a:pt x="783" y="1540"/>
                </a:lnTo>
                <a:lnTo>
                  <a:pt x="783" y="1541"/>
                </a:lnTo>
                <a:lnTo>
                  <a:pt x="782" y="1543"/>
                </a:lnTo>
                <a:lnTo>
                  <a:pt x="781" y="1544"/>
                </a:lnTo>
                <a:lnTo>
                  <a:pt x="781" y="1545"/>
                </a:lnTo>
                <a:lnTo>
                  <a:pt x="781" y="1546"/>
                </a:lnTo>
                <a:lnTo>
                  <a:pt x="780" y="1547"/>
                </a:lnTo>
                <a:lnTo>
                  <a:pt x="779" y="1547"/>
                </a:lnTo>
                <a:lnTo>
                  <a:pt x="778" y="1548"/>
                </a:lnTo>
                <a:lnTo>
                  <a:pt x="776" y="1548"/>
                </a:lnTo>
                <a:lnTo>
                  <a:pt x="776" y="1549"/>
                </a:lnTo>
                <a:lnTo>
                  <a:pt x="775" y="1550"/>
                </a:lnTo>
                <a:lnTo>
                  <a:pt x="775" y="1552"/>
                </a:lnTo>
                <a:lnTo>
                  <a:pt x="775" y="1554"/>
                </a:lnTo>
                <a:lnTo>
                  <a:pt x="775" y="1555"/>
                </a:lnTo>
                <a:lnTo>
                  <a:pt x="774" y="1558"/>
                </a:lnTo>
                <a:lnTo>
                  <a:pt x="775" y="1558"/>
                </a:lnTo>
                <a:lnTo>
                  <a:pt x="775" y="1560"/>
                </a:lnTo>
                <a:lnTo>
                  <a:pt x="776" y="1561"/>
                </a:lnTo>
                <a:lnTo>
                  <a:pt x="776" y="1562"/>
                </a:lnTo>
                <a:lnTo>
                  <a:pt x="776" y="1563"/>
                </a:lnTo>
                <a:lnTo>
                  <a:pt x="777" y="1564"/>
                </a:lnTo>
                <a:lnTo>
                  <a:pt x="778" y="1565"/>
                </a:lnTo>
                <a:lnTo>
                  <a:pt x="778" y="1566"/>
                </a:lnTo>
                <a:lnTo>
                  <a:pt x="779" y="1566"/>
                </a:lnTo>
                <a:lnTo>
                  <a:pt x="780" y="1568"/>
                </a:lnTo>
                <a:lnTo>
                  <a:pt x="781" y="1569"/>
                </a:lnTo>
                <a:lnTo>
                  <a:pt x="781" y="1570"/>
                </a:lnTo>
                <a:lnTo>
                  <a:pt x="780" y="1571"/>
                </a:lnTo>
                <a:lnTo>
                  <a:pt x="779" y="1574"/>
                </a:lnTo>
                <a:lnTo>
                  <a:pt x="778" y="1574"/>
                </a:lnTo>
                <a:lnTo>
                  <a:pt x="777" y="1574"/>
                </a:lnTo>
                <a:lnTo>
                  <a:pt x="777" y="1575"/>
                </a:lnTo>
                <a:lnTo>
                  <a:pt x="777" y="1577"/>
                </a:lnTo>
                <a:lnTo>
                  <a:pt x="777" y="1578"/>
                </a:lnTo>
                <a:lnTo>
                  <a:pt x="777" y="1579"/>
                </a:lnTo>
                <a:lnTo>
                  <a:pt x="777" y="1580"/>
                </a:lnTo>
                <a:lnTo>
                  <a:pt x="778" y="1581"/>
                </a:lnTo>
                <a:lnTo>
                  <a:pt x="778" y="1582"/>
                </a:lnTo>
                <a:lnTo>
                  <a:pt x="778" y="1583"/>
                </a:lnTo>
                <a:lnTo>
                  <a:pt x="778" y="1584"/>
                </a:lnTo>
                <a:lnTo>
                  <a:pt x="778" y="1585"/>
                </a:lnTo>
                <a:lnTo>
                  <a:pt x="777" y="1585"/>
                </a:lnTo>
                <a:lnTo>
                  <a:pt x="777" y="1586"/>
                </a:lnTo>
                <a:lnTo>
                  <a:pt x="776" y="1587"/>
                </a:lnTo>
                <a:lnTo>
                  <a:pt x="775" y="1588"/>
                </a:lnTo>
                <a:lnTo>
                  <a:pt x="775" y="1589"/>
                </a:lnTo>
                <a:lnTo>
                  <a:pt x="775" y="1590"/>
                </a:lnTo>
                <a:lnTo>
                  <a:pt x="775" y="1591"/>
                </a:lnTo>
                <a:lnTo>
                  <a:pt x="773" y="1591"/>
                </a:lnTo>
                <a:lnTo>
                  <a:pt x="773" y="1590"/>
                </a:lnTo>
                <a:lnTo>
                  <a:pt x="772" y="1590"/>
                </a:lnTo>
                <a:lnTo>
                  <a:pt x="771" y="1591"/>
                </a:lnTo>
                <a:lnTo>
                  <a:pt x="770" y="1592"/>
                </a:lnTo>
                <a:lnTo>
                  <a:pt x="768" y="1592"/>
                </a:lnTo>
                <a:lnTo>
                  <a:pt x="767" y="1593"/>
                </a:lnTo>
                <a:lnTo>
                  <a:pt x="766" y="1593"/>
                </a:lnTo>
                <a:lnTo>
                  <a:pt x="765" y="1593"/>
                </a:lnTo>
                <a:lnTo>
                  <a:pt x="765" y="1594"/>
                </a:lnTo>
                <a:lnTo>
                  <a:pt x="765" y="1593"/>
                </a:lnTo>
                <a:lnTo>
                  <a:pt x="764" y="1593"/>
                </a:lnTo>
                <a:lnTo>
                  <a:pt x="763" y="1592"/>
                </a:lnTo>
                <a:lnTo>
                  <a:pt x="762" y="1592"/>
                </a:lnTo>
                <a:lnTo>
                  <a:pt x="762" y="1593"/>
                </a:lnTo>
                <a:lnTo>
                  <a:pt x="761" y="1593"/>
                </a:lnTo>
                <a:lnTo>
                  <a:pt x="761" y="1595"/>
                </a:lnTo>
                <a:lnTo>
                  <a:pt x="761" y="1599"/>
                </a:lnTo>
                <a:lnTo>
                  <a:pt x="759" y="1600"/>
                </a:lnTo>
                <a:lnTo>
                  <a:pt x="758" y="1600"/>
                </a:lnTo>
                <a:lnTo>
                  <a:pt x="757" y="1601"/>
                </a:lnTo>
                <a:lnTo>
                  <a:pt x="756" y="1601"/>
                </a:lnTo>
                <a:lnTo>
                  <a:pt x="751" y="1601"/>
                </a:lnTo>
                <a:lnTo>
                  <a:pt x="748" y="1600"/>
                </a:lnTo>
                <a:lnTo>
                  <a:pt x="746" y="1601"/>
                </a:lnTo>
                <a:lnTo>
                  <a:pt x="741" y="1600"/>
                </a:lnTo>
                <a:lnTo>
                  <a:pt x="739" y="1599"/>
                </a:lnTo>
                <a:lnTo>
                  <a:pt x="738" y="1599"/>
                </a:lnTo>
                <a:lnTo>
                  <a:pt x="735" y="1600"/>
                </a:lnTo>
                <a:lnTo>
                  <a:pt x="729" y="1602"/>
                </a:lnTo>
                <a:lnTo>
                  <a:pt x="727" y="1604"/>
                </a:lnTo>
                <a:lnTo>
                  <a:pt x="724" y="1604"/>
                </a:lnTo>
                <a:lnTo>
                  <a:pt x="721" y="1604"/>
                </a:lnTo>
                <a:lnTo>
                  <a:pt x="720" y="1605"/>
                </a:lnTo>
                <a:lnTo>
                  <a:pt x="714" y="1609"/>
                </a:lnTo>
                <a:lnTo>
                  <a:pt x="709" y="1612"/>
                </a:lnTo>
                <a:lnTo>
                  <a:pt x="707" y="1613"/>
                </a:lnTo>
                <a:lnTo>
                  <a:pt x="706" y="1613"/>
                </a:lnTo>
                <a:lnTo>
                  <a:pt x="698" y="1614"/>
                </a:lnTo>
                <a:lnTo>
                  <a:pt x="697" y="1614"/>
                </a:lnTo>
                <a:lnTo>
                  <a:pt x="693" y="1614"/>
                </a:lnTo>
                <a:lnTo>
                  <a:pt x="690" y="1616"/>
                </a:lnTo>
                <a:lnTo>
                  <a:pt x="688" y="1617"/>
                </a:lnTo>
                <a:lnTo>
                  <a:pt x="683" y="1618"/>
                </a:lnTo>
                <a:lnTo>
                  <a:pt x="671" y="1619"/>
                </a:lnTo>
                <a:lnTo>
                  <a:pt x="661" y="1619"/>
                </a:lnTo>
                <a:lnTo>
                  <a:pt x="654" y="1620"/>
                </a:lnTo>
                <a:lnTo>
                  <a:pt x="653" y="1620"/>
                </a:lnTo>
                <a:lnTo>
                  <a:pt x="652" y="1623"/>
                </a:lnTo>
                <a:lnTo>
                  <a:pt x="652" y="1625"/>
                </a:lnTo>
                <a:lnTo>
                  <a:pt x="651" y="1625"/>
                </a:lnTo>
                <a:lnTo>
                  <a:pt x="649" y="1625"/>
                </a:lnTo>
                <a:lnTo>
                  <a:pt x="648" y="1625"/>
                </a:lnTo>
                <a:lnTo>
                  <a:pt x="647" y="1626"/>
                </a:lnTo>
                <a:lnTo>
                  <a:pt x="646" y="1627"/>
                </a:lnTo>
                <a:lnTo>
                  <a:pt x="645" y="1627"/>
                </a:lnTo>
                <a:lnTo>
                  <a:pt x="645" y="1626"/>
                </a:lnTo>
                <a:lnTo>
                  <a:pt x="644" y="1626"/>
                </a:lnTo>
                <a:lnTo>
                  <a:pt x="643" y="1627"/>
                </a:lnTo>
                <a:lnTo>
                  <a:pt x="641" y="1629"/>
                </a:lnTo>
                <a:lnTo>
                  <a:pt x="641" y="1628"/>
                </a:lnTo>
                <a:lnTo>
                  <a:pt x="637" y="1630"/>
                </a:lnTo>
                <a:lnTo>
                  <a:pt x="632" y="1631"/>
                </a:lnTo>
                <a:lnTo>
                  <a:pt x="622" y="1624"/>
                </a:lnTo>
                <a:lnTo>
                  <a:pt x="616" y="1618"/>
                </a:lnTo>
                <a:lnTo>
                  <a:pt x="610" y="1614"/>
                </a:lnTo>
                <a:lnTo>
                  <a:pt x="604" y="1610"/>
                </a:lnTo>
                <a:lnTo>
                  <a:pt x="601" y="1606"/>
                </a:lnTo>
                <a:lnTo>
                  <a:pt x="599" y="1604"/>
                </a:lnTo>
                <a:lnTo>
                  <a:pt x="586" y="1592"/>
                </a:lnTo>
                <a:lnTo>
                  <a:pt x="571" y="1587"/>
                </a:lnTo>
                <a:lnTo>
                  <a:pt x="570" y="1587"/>
                </a:lnTo>
                <a:lnTo>
                  <a:pt x="562" y="1584"/>
                </a:lnTo>
                <a:lnTo>
                  <a:pt x="561" y="1584"/>
                </a:lnTo>
                <a:lnTo>
                  <a:pt x="561" y="1581"/>
                </a:lnTo>
                <a:lnTo>
                  <a:pt x="561" y="1580"/>
                </a:lnTo>
                <a:lnTo>
                  <a:pt x="560" y="1579"/>
                </a:lnTo>
                <a:lnTo>
                  <a:pt x="560" y="1578"/>
                </a:lnTo>
                <a:lnTo>
                  <a:pt x="560" y="1577"/>
                </a:lnTo>
                <a:lnTo>
                  <a:pt x="560" y="1576"/>
                </a:lnTo>
                <a:lnTo>
                  <a:pt x="560" y="1575"/>
                </a:lnTo>
                <a:lnTo>
                  <a:pt x="560" y="1574"/>
                </a:lnTo>
                <a:lnTo>
                  <a:pt x="559" y="1573"/>
                </a:lnTo>
                <a:lnTo>
                  <a:pt x="559" y="1572"/>
                </a:lnTo>
                <a:lnTo>
                  <a:pt x="558" y="1571"/>
                </a:lnTo>
                <a:lnTo>
                  <a:pt x="558" y="1570"/>
                </a:lnTo>
                <a:lnTo>
                  <a:pt x="558" y="1568"/>
                </a:lnTo>
                <a:lnTo>
                  <a:pt x="557" y="1567"/>
                </a:lnTo>
                <a:lnTo>
                  <a:pt x="557" y="1566"/>
                </a:lnTo>
                <a:lnTo>
                  <a:pt x="558" y="1566"/>
                </a:lnTo>
                <a:lnTo>
                  <a:pt x="558" y="1565"/>
                </a:lnTo>
                <a:lnTo>
                  <a:pt x="558" y="1563"/>
                </a:lnTo>
                <a:lnTo>
                  <a:pt x="559" y="1561"/>
                </a:lnTo>
                <a:lnTo>
                  <a:pt x="570" y="1556"/>
                </a:lnTo>
                <a:lnTo>
                  <a:pt x="575" y="1554"/>
                </a:lnTo>
                <a:lnTo>
                  <a:pt x="568" y="1536"/>
                </a:lnTo>
                <a:lnTo>
                  <a:pt x="567" y="1534"/>
                </a:lnTo>
                <a:lnTo>
                  <a:pt x="565" y="1531"/>
                </a:lnTo>
                <a:lnTo>
                  <a:pt x="564" y="1530"/>
                </a:lnTo>
                <a:lnTo>
                  <a:pt x="563" y="1529"/>
                </a:lnTo>
                <a:lnTo>
                  <a:pt x="570" y="1524"/>
                </a:lnTo>
                <a:lnTo>
                  <a:pt x="571" y="1523"/>
                </a:lnTo>
                <a:lnTo>
                  <a:pt x="578" y="1519"/>
                </a:lnTo>
                <a:lnTo>
                  <a:pt x="603" y="1504"/>
                </a:lnTo>
                <a:lnTo>
                  <a:pt x="606" y="1498"/>
                </a:lnTo>
                <a:lnTo>
                  <a:pt x="608" y="1496"/>
                </a:lnTo>
                <a:lnTo>
                  <a:pt x="608" y="1495"/>
                </a:lnTo>
                <a:lnTo>
                  <a:pt x="609" y="1494"/>
                </a:lnTo>
                <a:lnTo>
                  <a:pt x="616" y="1483"/>
                </a:lnTo>
                <a:lnTo>
                  <a:pt x="618" y="1479"/>
                </a:lnTo>
                <a:lnTo>
                  <a:pt x="631" y="1474"/>
                </a:lnTo>
                <a:lnTo>
                  <a:pt x="633" y="1469"/>
                </a:lnTo>
                <a:lnTo>
                  <a:pt x="633" y="1468"/>
                </a:lnTo>
                <a:lnTo>
                  <a:pt x="633" y="1467"/>
                </a:lnTo>
                <a:lnTo>
                  <a:pt x="632" y="1463"/>
                </a:lnTo>
                <a:lnTo>
                  <a:pt x="633" y="1462"/>
                </a:lnTo>
                <a:lnTo>
                  <a:pt x="633" y="1461"/>
                </a:lnTo>
                <a:lnTo>
                  <a:pt x="633" y="1459"/>
                </a:lnTo>
                <a:lnTo>
                  <a:pt x="631" y="1452"/>
                </a:lnTo>
                <a:lnTo>
                  <a:pt x="624" y="1443"/>
                </a:lnTo>
                <a:lnTo>
                  <a:pt x="619" y="1437"/>
                </a:lnTo>
                <a:lnTo>
                  <a:pt x="621" y="1433"/>
                </a:lnTo>
                <a:lnTo>
                  <a:pt x="623" y="1425"/>
                </a:lnTo>
                <a:lnTo>
                  <a:pt x="610" y="1421"/>
                </a:lnTo>
                <a:lnTo>
                  <a:pt x="602" y="1421"/>
                </a:lnTo>
                <a:lnTo>
                  <a:pt x="569" y="1430"/>
                </a:lnTo>
                <a:lnTo>
                  <a:pt x="558" y="1433"/>
                </a:lnTo>
                <a:lnTo>
                  <a:pt x="556" y="1434"/>
                </a:lnTo>
                <a:lnTo>
                  <a:pt x="551" y="1438"/>
                </a:lnTo>
                <a:lnTo>
                  <a:pt x="549" y="1441"/>
                </a:lnTo>
                <a:lnTo>
                  <a:pt x="545" y="1443"/>
                </a:lnTo>
                <a:lnTo>
                  <a:pt x="541" y="1447"/>
                </a:lnTo>
                <a:lnTo>
                  <a:pt x="538" y="1448"/>
                </a:lnTo>
                <a:lnTo>
                  <a:pt x="526" y="1458"/>
                </a:lnTo>
                <a:lnTo>
                  <a:pt x="525" y="1457"/>
                </a:lnTo>
                <a:lnTo>
                  <a:pt x="515" y="1455"/>
                </a:lnTo>
                <a:lnTo>
                  <a:pt x="507" y="1453"/>
                </a:lnTo>
                <a:lnTo>
                  <a:pt x="490" y="1450"/>
                </a:lnTo>
                <a:lnTo>
                  <a:pt x="481" y="1445"/>
                </a:lnTo>
                <a:lnTo>
                  <a:pt x="478" y="1443"/>
                </a:lnTo>
                <a:lnTo>
                  <a:pt x="476" y="1442"/>
                </a:lnTo>
                <a:lnTo>
                  <a:pt x="467" y="1444"/>
                </a:lnTo>
                <a:lnTo>
                  <a:pt x="461" y="1448"/>
                </a:lnTo>
                <a:lnTo>
                  <a:pt x="435" y="1454"/>
                </a:lnTo>
                <a:lnTo>
                  <a:pt x="422" y="1458"/>
                </a:lnTo>
                <a:lnTo>
                  <a:pt x="420" y="1458"/>
                </a:lnTo>
                <a:lnTo>
                  <a:pt x="429" y="1467"/>
                </a:lnTo>
                <a:lnTo>
                  <a:pt x="430" y="1468"/>
                </a:lnTo>
                <a:lnTo>
                  <a:pt x="433" y="1471"/>
                </a:lnTo>
                <a:lnTo>
                  <a:pt x="435" y="1473"/>
                </a:lnTo>
                <a:lnTo>
                  <a:pt x="442" y="1479"/>
                </a:lnTo>
                <a:lnTo>
                  <a:pt x="435" y="1483"/>
                </a:lnTo>
                <a:lnTo>
                  <a:pt x="430" y="1487"/>
                </a:lnTo>
                <a:lnTo>
                  <a:pt x="422" y="1496"/>
                </a:lnTo>
                <a:lnTo>
                  <a:pt x="417" y="1501"/>
                </a:lnTo>
                <a:lnTo>
                  <a:pt x="416" y="1502"/>
                </a:lnTo>
                <a:lnTo>
                  <a:pt x="415" y="1503"/>
                </a:lnTo>
                <a:lnTo>
                  <a:pt x="414" y="1502"/>
                </a:lnTo>
                <a:lnTo>
                  <a:pt x="414" y="1501"/>
                </a:lnTo>
                <a:lnTo>
                  <a:pt x="413" y="1501"/>
                </a:lnTo>
                <a:lnTo>
                  <a:pt x="412" y="1501"/>
                </a:lnTo>
                <a:lnTo>
                  <a:pt x="410" y="1501"/>
                </a:lnTo>
                <a:lnTo>
                  <a:pt x="410" y="1500"/>
                </a:lnTo>
                <a:lnTo>
                  <a:pt x="409" y="1500"/>
                </a:lnTo>
                <a:lnTo>
                  <a:pt x="408" y="1500"/>
                </a:lnTo>
                <a:lnTo>
                  <a:pt x="407" y="1500"/>
                </a:lnTo>
                <a:lnTo>
                  <a:pt x="407" y="1499"/>
                </a:lnTo>
                <a:lnTo>
                  <a:pt x="406" y="1499"/>
                </a:lnTo>
                <a:lnTo>
                  <a:pt x="406" y="1500"/>
                </a:lnTo>
                <a:lnTo>
                  <a:pt x="406" y="1499"/>
                </a:lnTo>
                <a:lnTo>
                  <a:pt x="405" y="1499"/>
                </a:lnTo>
                <a:lnTo>
                  <a:pt x="404" y="1499"/>
                </a:lnTo>
                <a:lnTo>
                  <a:pt x="404" y="1500"/>
                </a:lnTo>
                <a:lnTo>
                  <a:pt x="403" y="1500"/>
                </a:lnTo>
                <a:lnTo>
                  <a:pt x="403" y="1501"/>
                </a:lnTo>
                <a:lnTo>
                  <a:pt x="402" y="1501"/>
                </a:lnTo>
                <a:lnTo>
                  <a:pt x="402" y="1502"/>
                </a:lnTo>
                <a:lnTo>
                  <a:pt x="401" y="1502"/>
                </a:lnTo>
                <a:lnTo>
                  <a:pt x="401" y="1503"/>
                </a:lnTo>
                <a:lnTo>
                  <a:pt x="400" y="1503"/>
                </a:lnTo>
                <a:lnTo>
                  <a:pt x="400" y="1504"/>
                </a:lnTo>
                <a:lnTo>
                  <a:pt x="399" y="1504"/>
                </a:lnTo>
                <a:lnTo>
                  <a:pt x="398" y="1502"/>
                </a:lnTo>
                <a:lnTo>
                  <a:pt x="398" y="1501"/>
                </a:lnTo>
                <a:lnTo>
                  <a:pt x="397" y="1499"/>
                </a:lnTo>
                <a:lnTo>
                  <a:pt x="396" y="1499"/>
                </a:lnTo>
                <a:lnTo>
                  <a:pt x="395" y="1497"/>
                </a:lnTo>
                <a:lnTo>
                  <a:pt x="390" y="1495"/>
                </a:lnTo>
                <a:lnTo>
                  <a:pt x="389" y="1495"/>
                </a:lnTo>
                <a:lnTo>
                  <a:pt x="388" y="1495"/>
                </a:lnTo>
                <a:lnTo>
                  <a:pt x="387" y="1494"/>
                </a:lnTo>
                <a:lnTo>
                  <a:pt x="387" y="1493"/>
                </a:lnTo>
                <a:lnTo>
                  <a:pt x="386" y="1493"/>
                </a:lnTo>
                <a:lnTo>
                  <a:pt x="385" y="1493"/>
                </a:lnTo>
                <a:lnTo>
                  <a:pt x="384" y="1493"/>
                </a:lnTo>
                <a:lnTo>
                  <a:pt x="384" y="1492"/>
                </a:lnTo>
                <a:lnTo>
                  <a:pt x="383" y="1492"/>
                </a:lnTo>
                <a:lnTo>
                  <a:pt x="382" y="1492"/>
                </a:lnTo>
                <a:lnTo>
                  <a:pt x="381" y="1491"/>
                </a:lnTo>
                <a:lnTo>
                  <a:pt x="380" y="1491"/>
                </a:lnTo>
                <a:lnTo>
                  <a:pt x="379" y="1491"/>
                </a:lnTo>
                <a:lnTo>
                  <a:pt x="378" y="1491"/>
                </a:lnTo>
                <a:lnTo>
                  <a:pt x="377" y="1491"/>
                </a:lnTo>
                <a:lnTo>
                  <a:pt x="376" y="1491"/>
                </a:lnTo>
                <a:lnTo>
                  <a:pt x="376" y="1490"/>
                </a:lnTo>
                <a:lnTo>
                  <a:pt x="375" y="1490"/>
                </a:lnTo>
                <a:lnTo>
                  <a:pt x="375" y="1491"/>
                </a:lnTo>
                <a:lnTo>
                  <a:pt x="374" y="1491"/>
                </a:lnTo>
                <a:lnTo>
                  <a:pt x="374" y="1490"/>
                </a:lnTo>
                <a:lnTo>
                  <a:pt x="373" y="1490"/>
                </a:lnTo>
                <a:lnTo>
                  <a:pt x="373" y="1489"/>
                </a:lnTo>
                <a:lnTo>
                  <a:pt x="373" y="1488"/>
                </a:lnTo>
                <a:lnTo>
                  <a:pt x="372" y="1488"/>
                </a:lnTo>
                <a:lnTo>
                  <a:pt x="373" y="1488"/>
                </a:lnTo>
                <a:lnTo>
                  <a:pt x="374" y="1488"/>
                </a:lnTo>
                <a:lnTo>
                  <a:pt x="375" y="1487"/>
                </a:lnTo>
                <a:lnTo>
                  <a:pt x="375" y="1486"/>
                </a:lnTo>
                <a:lnTo>
                  <a:pt x="376" y="1486"/>
                </a:lnTo>
                <a:lnTo>
                  <a:pt x="376" y="1485"/>
                </a:lnTo>
                <a:lnTo>
                  <a:pt x="375" y="1484"/>
                </a:lnTo>
                <a:lnTo>
                  <a:pt x="375" y="1483"/>
                </a:lnTo>
                <a:lnTo>
                  <a:pt x="372" y="1483"/>
                </a:lnTo>
                <a:lnTo>
                  <a:pt x="370" y="1483"/>
                </a:lnTo>
                <a:lnTo>
                  <a:pt x="368" y="1482"/>
                </a:lnTo>
                <a:lnTo>
                  <a:pt x="367" y="1482"/>
                </a:lnTo>
                <a:lnTo>
                  <a:pt x="366" y="1479"/>
                </a:lnTo>
                <a:lnTo>
                  <a:pt x="366" y="1478"/>
                </a:lnTo>
                <a:lnTo>
                  <a:pt x="366" y="1477"/>
                </a:lnTo>
                <a:lnTo>
                  <a:pt x="365" y="1476"/>
                </a:lnTo>
                <a:lnTo>
                  <a:pt x="363" y="1473"/>
                </a:lnTo>
                <a:lnTo>
                  <a:pt x="363" y="1472"/>
                </a:lnTo>
                <a:lnTo>
                  <a:pt x="364" y="1471"/>
                </a:lnTo>
                <a:lnTo>
                  <a:pt x="364" y="1469"/>
                </a:lnTo>
                <a:lnTo>
                  <a:pt x="365" y="1468"/>
                </a:lnTo>
                <a:lnTo>
                  <a:pt x="366" y="1465"/>
                </a:lnTo>
                <a:lnTo>
                  <a:pt x="361" y="1468"/>
                </a:lnTo>
                <a:lnTo>
                  <a:pt x="360" y="1468"/>
                </a:lnTo>
                <a:lnTo>
                  <a:pt x="357" y="1470"/>
                </a:lnTo>
                <a:lnTo>
                  <a:pt x="356" y="1470"/>
                </a:lnTo>
                <a:lnTo>
                  <a:pt x="348" y="1472"/>
                </a:lnTo>
                <a:lnTo>
                  <a:pt x="343" y="1473"/>
                </a:lnTo>
                <a:lnTo>
                  <a:pt x="342" y="1473"/>
                </a:lnTo>
                <a:lnTo>
                  <a:pt x="342" y="1472"/>
                </a:lnTo>
                <a:lnTo>
                  <a:pt x="342" y="1471"/>
                </a:lnTo>
                <a:lnTo>
                  <a:pt x="342" y="1470"/>
                </a:lnTo>
                <a:lnTo>
                  <a:pt x="342" y="1469"/>
                </a:lnTo>
                <a:lnTo>
                  <a:pt x="342" y="1468"/>
                </a:lnTo>
                <a:lnTo>
                  <a:pt x="341" y="1467"/>
                </a:lnTo>
                <a:lnTo>
                  <a:pt x="339" y="1466"/>
                </a:lnTo>
                <a:lnTo>
                  <a:pt x="336" y="1464"/>
                </a:lnTo>
                <a:lnTo>
                  <a:pt x="335" y="1468"/>
                </a:lnTo>
                <a:lnTo>
                  <a:pt x="334" y="1468"/>
                </a:lnTo>
                <a:lnTo>
                  <a:pt x="333" y="1467"/>
                </a:lnTo>
                <a:lnTo>
                  <a:pt x="331" y="1466"/>
                </a:lnTo>
                <a:lnTo>
                  <a:pt x="331" y="1465"/>
                </a:lnTo>
                <a:lnTo>
                  <a:pt x="330" y="1465"/>
                </a:lnTo>
                <a:lnTo>
                  <a:pt x="330" y="1464"/>
                </a:lnTo>
                <a:lnTo>
                  <a:pt x="330" y="1461"/>
                </a:lnTo>
                <a:lnTo>
                  <a:pt x="330" y="1460"/>
                </a:lnTo>
                <a:lnTo>
                  <a:pt x="333" y="1457"/>
                </a:lnTo>
                <a:lnTo>
                  <a:pt x="333" y="1456"/>
                </a:lnTo>
                <a:lnTo>
                  <a:pt x="333" y="1455"/>
                </a:lnTo>
                <a:lnTo>
                  <a:pt x="333" y="1454"/>
                </a:lnTo>
                <a:lnTo>
                  <a:pt x="332" y="1453"/>
                </a:lnTo>
                <a:lnTo>
                  <a:pt x="332" y="1452"/>
                </a:lnTo>
                <a:lnTo>
                  <a:pt x="332" y="1451"/>
                </a:lnTo>
                <a:lnTo>
                  <a:pt x="331" y="1450"/>
                </a:lnTo>
                <a:lnTo>
                  <a:pt x="331" y="1449"/>
                </a:lnTo>
                <a:lnTo>
                  <a:pt x="331" y="1448"/>
                </a:lnTo>
                <a:lnTo>
                  <a:pt x="331" y="1447"/>
                </a:lnTo>
                <a:lnTo>
                  <a:pt x="331" y="1446"/>
                </a:lnTo>
                <a:lnTo>
                  <a:pt x="330" y="1442"/>
                </a:lnTo>
                <a:lnTo>
                  <a:pt x="330" y="1438"/>
                </a:lnTo>
                <a:lnTo>
                  <a:pt x="330" y="1432"/>
                </a:lnTo>
                <a:lnTo>
                  <a:pt x="330" y="1426"/>
                </a:lnTo>
                <a:lnTo>
                  <a:pt x="323" y="1426"/>
                </a:lnTo>
                <a:lnTo>
                  <a:pt x="322" y="1426"/>
                </a:lnTo>
                <a:lnTo>
                  <a:pt x="321" y="1427"/>
                </a:lnTo>
                <a:lnTo>
                  <a:pt x="321" y="1426"/>
                </a:lnTo>
                <a:lnTo>
                  <a:pt x="319" y="1426"/>
                </a:lnTo>
                <a:lnTo>
                  <a:pt x="318" y="1426"/>
                </a:lnTo>
                <a:lnTo>
                  <a:pt x="317" y="1427"/>
                </a:lnTo>
                <a:lnTo>
                  <a:pt x="316" y="1427"/>
                </a:lnTo>
                <a:lnTo>
                  <a:pt x="315" y="1427"/>
                </a:lnTo>
                <a:lnTo>
                  <a:pt x="314" y="1428"/>
                </a:lnTo>
                <a:lnTo>
                  <a:pt x="313" y="1428"/>
                </a:lnTo>
                <a:lnTo>
                  <a:pt x="312" y="1428"/>
                </a:lnTo>
                <a:lnTo>
                  <a:pt x="311" y="1428"/>
                </a:lnTo>
                <a:lnTo>
                  <a:pt x="309" y="1428"/>
                </a:lnTo>
                <a:lnTo>
                  <a:pt x="308" y="1428"/>
                </a:lnTo>
                <a:lnTo>
                  <a:pt x="307" y="1428"/>
                </a:lnTo>
                <a:lnTo>
                  <a:pt x="306" y="1427"/>
                </a:lnTo>
                <a:lnTo>
                  <a:pt x="305" y="1427"/>
                </a:lnTo>
                <a:lnTo>
                  <a:pt x="304" y="1427"/>
                </a:lnTo>
                <a:lnTo>
                  <a:pt x="303" y="1427"/>
                </a:lnTo>
                <a:lnTo>
                  <a:pt x="302" y="1427"/>
                </a:lnTo>
                <a:lnTo>
                  <a:pt x="300" y="1427"/>
                </a:lnTo>
                <a:lnTo>
                  <a:pt x="300" y="1418"/>
                </a:lnTo>
                <a:lnTo>
                  <a:pt x="295" y="1418"/>
                </a:lnTo>
                <a:lnTo>
                  <a:pt x="284" y="1416"/>
                </a:lnTo>
                <a:lnTo>
                  <a:pt x="282" y="1409"/>
                </a:lnTo>
                <a:lnTo>
                  <a:pt x="283" y="1405"/>
                </a:lnTo>
                <a:lnTo>
                  <a:pt x="278" y="1399"/>
                </a:lnTo>
                <a:lnTo>
                  <a:pt x="277" y="1398"/>
                </a:lnTo>
                <a:lnTo>
                  <a:pt x="265" y="1396"/>
                </a:lnTo>
                <a:lnTo>
                  <a:pt x="258" y="1390"/>
                </a:lnTo>
                <a:lnTo>
                  <a:pt x="252" y="1389"/>
                </a:lnTo>
                <a:lnTo>
                  <a:pt x="246" y="1387"/>
                </a:lnTo>
                <a:lnTo>
                  <a:pt x="239" y="1379"/>
                </a:lnTo>
                <a:lnTo>
                  <a:pt x="238" y="1379"/>
                </a:lnTo>
                <a:lnTo>
                  <a:pt x="237" y="1379"/>
                </a:lnTo>
                <a:lnTo>
                  <a:pt x="234" y="1379"/>
                </a:lnTo>
                <a:lnTo>
                  <a:pt x="233" y="1379"/>
                </a:lnTo>
                <a:lnTo>
                  <a:pt x="233" y="1378"/>
                </a:lnTo>
                <a:lnTo>
                  <a:pt x="232" y="1378"/>
                </a:lnTo>
                <a:lnTo>
                  <a:pt x="231" y="1378"/>
                </a:lnTo>
                <a:lnTo>
                  <a:pt x="230" y="1378"/>
                </a:lnTo>
                <a:lnTo>
                  <a:pt x="229" y="1378"/>
                </a:lnTo>
                <a:lnTo>
                  <a:pt x="228" y="1377"/>
                </a:lnTo>
                <a:lnTo>
                  <a:pt x="226" y="1377"/>
                </a:lnTo>
                <a:lnTo>
                  <a:pt x="224" y="1377"/>
                </a:lnTo>
                <a:lnTo>
                  <a:pt x="206" y="1378"/>
                </a:lnTo>
                <a:lnTo>
                  <a:pt x="205" y="1378"/>
                </a:lnTo>
                <a:lnTo>
                  <a:pt x="205" y="1377"/>
                </a:lnTo>
                <a:lnTo>
                  <a:pt x="205" y="1376"/>
                </a:lnTo>
                <a:lnTo>
                  <a:pt x="206" y="1376"/>
                </a:lnTo>
                <a:lnTo>
                  <a:pt x="207" y="1376"/>
                </a:lnTo>
                <a:lnTo>
                  <a:pt x="208" y="1376"/>
                </a:lnTo>
                <a:lnTo>
                  <a:pt x="208" y="1377"/>
                </a:lnTo>
                <a:lnTo>
                  <a:pt x="209" y="1377"/>
                </a:lnTo>
                <a:lnTo>
                  <a:pt x="211" y="1377"/>
                </a:lnTo>
                <a:lnTo>
                  <a:pt x="212" y="1377"/>
                </a:lnTo>
                <a:lnTo>
                  <a:pt x="213" y="1377"/>
                </a:lnTo>
                <a:lnTo>
                  <a:pt x="213" y="1376"/>
                </a:lnTo>
                <a:lnTo>
                  <a:pt x="214" y="1376"/>
                </a:lnTo>
                <a:lnTo>
                  <a:pt x="215" y="1375"/>
                </a:lnTo>
                <a:lnTo>
                  <a:pt x="216" y="1375"/>
                </a:lnTo>
                <a:lnTo>
                  <a:pt x="218" y="1374"/>
                </a:lnTo>
                <a:lnTo>
                  <a:pt x="219" y="1373"/>
                </a:lnTo>
                <a:lnTo>
                  <a:pt x="220" y="1373"/>
                </a:lnTo>
                <a:lnTo>
                  <a:pt x="221" y="1373"/>
                </a:lnTo>
                <a:lnTo>
                  <a:pt x="222" y="1372"/>
                </a:lnTo>
                <a:lnTo>
                  <a:pt x="225" y="1371"/>
                </a:lnTo>
                <a:lnTo>
                  <a:pt x="226" y="1370"/>
                </a:lnTo>
                <a:lnTo>
                  <a:pt x="228" y="1369"/>
                </a:lnTo>
                <a:lnTo>
                  <a:pt x="229" y="1368"/>
                </a:lnTo>
                <a:lnTo>
                  <a:pt x="230" y="1368"/>
                </a:lnTo>
                <a:lnTo>
                  <a:pt x="230" y="1367"/>
                </a:lnTo>
                <a:lnTo>
                  <a:pt x="231" y="1367"/>
                </a:lnTo>
                <a:lnTo>
                  <a:pt x="231" y="1366"/>
                </a:lnTo>
                <a:lnTo>
                  <a:pt x="232" y="1365"/>
                </a:lnTo>
                <a:lnTo>
                  <a:pt x="233" y="1365"/>
                </a:lnTo>
                <a:lnTo>
                  <a:pt x="234" y="1365"/>
                </a:lnTo>
                <a:lnTo>
                  <a:pt x="235" y="1365"/>
                </a:lnTo>
                <a:lnTo>
                  <a:pt x="236" y="1364"/>
                </a:lnTo>
                <a:lnTo>
                  <a:pt x="237" y="1364"/>
                </a:lnTo>
                <a:lnTo>
                  <a:pt x="238" y="1364"/>
                </a:lnTo>
                <a:lnTo>
                  <a:pt x="239" y="1364"/>
                </a:lnTo>
                <a:lnTo>
                  <a:pt x="240" y="1364"/>
                </a:lnTo>
                <a:lnTo>
                  <a:pt x="241" y="1364"/>
                </a:lnTo>
                <a:lnTo>
                  <a:pt x="242" y="1364"/>
                </a:lnTo>
                <a:lnTo>
                  <a:pt x="242" y="1363"/>
                </a:lnTo>
                <a:lnTo>
                  <a:pt x="243" y="1363"/>
                </a:lnTo>
                <a:lnTo>
                  <a:pt x="244" y="1363"/>
                </a:lnTo>
                <a:lnTo>
                  <a:pt x="244" y="1362"/>
                </a:lnTo>
                <a:lnTo>
                  <a:pt x="245" y="1361"/>
                </a:lnTo>
                <a:lnTo>
                  <a:pt x="246" y="1361"/>
                </a:lnTo>
                <a:lnTo>
                  <a:pt x="248" y="1360"/>
                </a:lnTo>
                <a:lnTo>
                  <a:pt x="248" y="1359"/>
                </a:lnTo>
                <a:lnTo>
                  <a:pt x="249" y="1359"/>
                </a:lnTo>
                <a:lnTo>
                  <a:pt x="249" y="1358"/>
                </a:lnTo>
                <a:lnTo>
                  <a:pt x="249" y="1357"/>
                </a:lnTo>
                <a:lnTo>
                  <a:pt x="249" y="1356"/>
                </a:lnTo>
                <a:lnTo>
                  <a:pt x="250" y="1355"/>
                </a:lnTo>
                <a:lnTo>
                  <a:pt x="250" y="1354"/>
                </a:lnTo>
                <a:lnTo>
                  <a:pt x="250" y="1353"/>
                </a:lnTo>
                <a:lnTo>
                  <a:pt x="251" y="1352"/>
                </a:lnTo>
                <a:lnTo>
                  <a:pt x="251" y="1351"/>
                </a:lnTo>
                <a:lnTo>
                  <a:pt x="251" y="1350"/>
                </a:lnTo>
                <a:lnTo>
                  <a:pt x="251" y="1349"/>
                </a:lnTo>
                <a:lnTo>
                  <a:pt x="252" y="1348"/>
                </a:lnTo>
                <a:lnTo>
                  <a:pt x="253" y="1348"/>
                </a:lnTo>
                <a:lnTo>
                  <a:pt x="253" y="1347"/>
                </a:lnTo>
                <a:lnTo>
                  <a:pt x="254" y="1347"/>
                </a:lnTo>
                <a:lnTo>
                  <a:pt x="254" y="1346"/>
                </a:lnTo>
                <a:lnTo>
                  <a:pt x="255" y="1346"/>
                </a:lnTo>
                <a:lnTo>
                  <a:pt x="255" y="1345"/>
                </a:lnTo>
                <a:lnTo>
                  <a:pt x="256" y="1345"/>
                </a:lnTo>
                <a:lnTo>
                  <a:pt x="257" y="1344"/>
                </a:lnTo>
                <a:lnTo>
                  <a:pt x="258" y="1343"/>
                </a:lnTo>
                <a:lnTo>
                  <a:pt x="259" y="1343"/>
                </a:lnTo>
                <a:lnTo>
                  <a:pt x="260" y="1343"/>
                </a:lnTo>
                <a:lnTo>
                  <a:pt x="261" y="1342"/>
                </a:lnTo>
                <a:lnTo>
                  <a:pt x="263" y="1341"/>
                </a:lnTo>
                <a:lnTo>
                  <a:pt x="264" y="1340"/>
                </a:lnTo>
                <a:lnTo>
                  <a:pt x="265" y="1340"/>
                </a:lnTo>
                <a:lnTo>
                  <a:pt x="267" y="1339"/>
                </a:lnTo>
                <a:lnTo>
                  <a:pt x="268" y="1338"/>
                </a:lnTo>
                <a:lnTo>
                  <a:pt x="270" y="1337"/>
                </a:lnTo>
                <a:lnTo>
                  <a:pt x="270" y="1310"/>
                </a:lnTo>
                <a:lnTo>
                  <a:pt x="277" y="1302"/>
                </a:lnTo>
                <a:lnTo>
                  <a:pt x="277" y="1297"/>
                </a:lnTo>
                <a:lnTo>
                  <a:pt x="276" y="1292"/>
                </a:lnTo>
                <a:lnTo>
                  <a:pt x="275" y="1291"/>
                </a:lnTo>
                <a:lnTo>
                  <a:pt x="269" y="1282"/>
                </a:lnTo>
                <a:lnTo>
                  <a:pt x="268" y="1280"/>
                </a:lnTo>
                <a:lnTo>
                  <a:pt x="265" y="1276"/>
                </a:lnTo>
                <a:lnTo>
                  <a:pt x="260" y="1273"/>
                </a:lnTo>
                <a:lnTo>
                  <a:pt x="255" y="1273"/>
                </a:lnTo>
                <a:lnTo>
                  <a:pt x="254" y="1272"/>
                </a:lnTo>
                <a:lnTo>
                  <a:pt x="239" y="1271"/>
                </a:lnTo>
                <a:lnTo>
                  <a:pt x="233" y="1271"/>
                </a:lnTo>
                <a:lnTo>
                  <a:pt x="225" y="1270"/>
                </a:lnTo>
                <a:lnTo>
                  <a:pt x="216" y="1279"/>
                </a:lnTo>
                <a:lnTo>
                  <a:pt x="205" y="1279"/>
                </a:lnTo>
                <a:lnTo>
                  <a:pt x="197" y="1278"/>
                </a:lnTo>
                <a:lnTo>
                  <a:pt x="190" y="1278"/>
                </a:lnTo>
                <a:lnTo>
                  <a:pt x="188" y="1278"/>
                </a:lnTo>
                <a:lnTo>
                  <a:pt x="181" y="1278"/>
                </a:lnTo>
                <a:lnTo>
                  <a:pt x="181" y="1280"/>
                </a:lnTo>
                <a:lnTo>
                  <a:pt x="180" y="1289"/>
                </a:lnTo>
                <a:lnTo>
                  <a:pt x="176" y="1292"/>
                </a:lnTo>
                <a:lnTo>
                  <a:pt x="176" y="1293"/>
                </a:lnTo>
                <a:lnTo>
                  <a:pt x="175" y="1294"/>
                </a:lnTo>
                <a:lnTo>
                  <a:pt x="175" y="1295"/>
                </a:lnTo>
                <a:lnTo>
                  <a:pt x="174" y="1296"/>
                </a:lnTo>
                <a:lnTo>
                  <a:pt x="173" y="1296"/>
                </a:lnTo>
                <a:lnTo>
                  <a:pt x="172" y="1296"/>
                </a:lnTo>
                <a:lnTo>
                  <a:pt x="171" y="1295"/>
                </a:lnTo>
                <a:lnTo>
                  <a:pt x="170" y="1295"/>
                </a:lnTo>
                <a:lnTo>
                  <a:pt x="169" y="1295"/>
                </a:lnTo>
                <a:lnTo>
                  <a:pt x="169" y="1294"/>
                </a:lnTo>
                <a:lnTo>
                  <a:pt x="168" y="1294"/>
                </a:lnTo>
                <a:lnTo>
                  <a:pt x="168" y="1293"/>
                </a:lnTo>
                <a:lnTo>
                  <a:pt x="167" y="1291"/>
                </a:lnTo>
                <a:lnTo>
                  <a:pt x="166" y="1290"/>
                </a:lnTo>
                <a:lnTo>
                  <a:pt x="166" y="1289"/>
                </a:lnTo>
                <a:lnTo>
                  <a:pt x="165" y="1288"/>
                </a:lnTo>
                <a:lnTo>
                  <a:pt x="164" y="1285"/>
                </a:lnTo>
                <a:lnTo>
                  <a:pt x="163" y="1285"/>
                </a:lnTo>
                <a:lnTo>
                  <a:pt x="162" y="1286"/>
                </a:lnTo>
                <a:lnTo>
                  <a:pt x="158" y="1288"/>
                </a:lnTo>
                <a:lnTo>
                  <a:pt x="157" y="1288"/>
                </a:lnTo>
                <a:lnTo>
                  <a:pt x="157" y="1289"/>
                </a:lnTo>
                <a:lnTo>
                  <a:pt x="156" y="1289"/>
                </a:lnTo>
                <a:lnTo>
                  <a:pt x="153" y="1290"/>
                </a:lnTo>
                <a:lnTo>
                  <a:pt x="151" y="1291"/>
                </a:lnTo>
                <a:lnTo>
                  <a:pt x="150" y="1292"/>
                </a:lnTo>
                <a:lnTo>
                  <a:pt x="149" y="1292"/>
                </a:lnTo>
                <a:lnTo>
                  <a:pt x="148" y="1293"/>
                </a:lnTo>
                <a:lnTo>
                  <a:pt x="147" y="1293"/>
                </a:lnTo>
                <a:lnTo>
                  <a:pt x="146" y="1293"/>
                </a:lnTo>
                <a:lnTo>
                  <a:pt x="146" y="1295"/>
                </a:lnTo>
                <a:lnTo>
                  <a:pt x="146" y="1296"/>
                </a:lnTo>
                <a:lnTo>
                  <a:pt x="146" y="1297"/>
                </a:lnTo>
                <a:lnTo>
                  <a:pt x="147" y="1297"/>
                </a:lnTo>
                <a:lnTo>
                  <a:pt x="147" y="1298"/>
                </a:lnTo>
                <a:lnTo>
                  <a:pt x="147" y="1300"/>
                </a:lnTo>
                <a:lnTo>
                  <a:pt x="147" y="1301"/>
                </a:lnTo>
                <a:lnTo>
                  <a:pt x="146" y="1301"/>
                </a:lnTo>
                <a:lnTo>
                  <a:pt x="147" y="1301"/>
                </a:lnTo>
                <a:lnTo>
                  <a:pt x="147" y="1302"/>
                </a:lnTo>
                <a:lnTo>
                  <a:pt x="147" y="1303"/>
                </a:lnTo>
                <a:lnTo>
                  <a:pt x="146" y="1303"/>
                </a:lnTo>
                <a:lnTo>
                  <a:pt x="145" y="1301"/>
                </a:lnTo>
                <a:lnTo>
                  <a:pt x="144" y="1300"/>
                </a:lnTo>
                <a:lnTo>
                  <a:pt x="143" y="1299"/>
                </a:lnTo>
                <a:lnTo>
                  <a:pt x="141" y="1299"/>
                </a:lnTo>
                <a:lnTo>
                  <a:pt x="140" y="1298"/>
                </a:lnTo>
                <a:lnTo>
                  <a:pt x="139" y="1298"/>
                </a:lnTo>
                <a:lnTo>
                  <a:pt x="138" y="1297"/>
                </a:lnTo>
                <a:lnTo>
                  <a:pt x="138" y="1296"/>
                </a:lnTo>
                <a:lnTo>
                  <a:pt x="137" y="1295"/>
                </a:lnTo>
                <a:lnTo>
                  <a:pt x="137" y="1294"/>
                </a:lnTo>
                <a:lnTo>
                  <a:pt x="137" y="1293"/>
                </a:lnTo>
                <a:lnTo>
                  <a:pt x="136" y="1292"/>
                </a:lnTo>
                <a:lnTo>
                  <a:pt x="136" y="1291"/>
                </a:lnTo>
                <a:lnTo>
                  <a:pt x="136" y="1290"/>
                </a:lnTo>
                <a:lnTo>
                  <a:pt x="136" y="1289"/>
                </a:lnTo>
                <a:lnTo>
                  <a:pt x="135" y="1288"/>
                </a:lnTo>
                <a:lnTo>
                  <a:pt x="135" y="1286"/>
                </a:lnTo>
                <a:lnTo>
                  <a:pt x="134" y="1287"/>
                </a:lnTo>
                <a:lnTo>
                  <a:pt x="133" y="1287"/>
                </a:lnTo>
                <a:lnTo>
                  <a:pt x="132" y="1287"/>
                </a:lnTo>
                <a:lnTo>
                  <a:pt x="131" y="1288"/>
                </a:lnTo>
                <a:lnTo>
                  <a:pt x="128" y="1288"/>
                </a:lnTo>
                <a:lnTo>
                  <a:pt x="126" y="1289"/>
                </a:lnTo>
                <a:lnTo>
                  <a:pt x="127" y="1290"/>
                </a:lnTo>
                <a:lnTo>
                  <a:pt x="127" y="1291"/>
                </a:lnTo>
                <a:lnTo>
                  <a:pt x="128" y="1291"/>
                </a:lnTo>
                <a:lnTo>
                  <a:pt x="128" y="1292"/>
                </a:lnTo>
                <a:lnTo>
                  <a:pt x="129" y="1293"/>
                </a:lnTo>
                <a:lnTo>
                  <a:pt x="130" y="1294"/>
                </a:lnTo>
                <a:lnTo>
                  <a:pt x="131" y="1295"/>
                </a:lnTo>
                <a:lnTo>
                  <a:pt x="131" y="1296"/>
                </a:lnTo>
                <a:lnTo>
                  <a:pt x="129" y="1297"/>
                </a:lnTo>
                <a:lnTo>
                  <a:pt x="128" y="1297"/>
                </a:lnTo>
                <a:lnTo>
                  <a:pt x="127" y="1298"/>
                </a:lnTo>
                <a:lnTo>
                  <a:pt x="125" y="1299"/>
                </a:lnTo>
                <a:lnTo>
                  <a:pt x="123" y="1300"/>
                </a:lnTo>
                <a:lnTo>
                  <a:pt x="122" y="1300"/>
                </a:lnTo>
                <a:lnTo>
                  <a:pt x="120" y="1301"/>
                </a:lnTo>
                <a:lnTo>
                  <a:pt x="113" y="1304"/>
                </a:lnTo>
                <a:lnTo>
                  <a:pt x="106" y="1307"/>
                </a:lnTo>
                <a:lnTo>
                  <a:pt x="106" y="1304"/>
                </a:lnTo>
                <a:lnTo>
                  <a:pt x="106" y="1300"/>
                </a:lnTo>
                <a:lnTo>
                  <a:pt x="106" y="1299"/>
                </a:lnTo>
                <a:lnTo>
                  <a:pt x="106" y="1297"/>
                </a:lnTo>
                <a:lnTo>
                  <a:pt x="105" y="1296"/>
                </a:lnTo>
                <a:lnTo>
                  <a:pt x="105" y="1295"/>
                </a:lnTo>
                <a:lnTo>
                  <a:pt x="105" y="1291"/>
                </a:lnTo>
                <a:lnTo>
                  <a:pt x="105" y="1287"/>
                </a:lnTo>
                <a:lnTo>
                  <a:pt x="105" y="1286"/>
                </a:lnTo>
                <a:lnTo>
                  <a:pt x="105" y="1282"/>
                </a:lnTo>
                <a:lnTo>
                  <a:pt x="105" y="1281"/>
                </a:lnTo>
                <a:lnTo>
                  <a:pt x="105" y="1277"/>
                </a:lnTo>
                <a:lnTo>
                  <a:pt x="105" y="1276"/>
                </a:lnTo>
                <a:lnTo>
                  <a:pt x="105" y="1271"/>
                </a:lnTo>
                <a:lnTo>
                  <a:pt x="103" y="1271"/>
                </a:lnTo>
                <a:lnTo>
                  <a:pt x="102" y="1270"/>
                </a:lnTo>
                <a:lnTo>
                  <a:pt x="101" y="1270"/>
                </a:lnTo>
                <a:lnTo>
                  <a:pt x="99" y="1270"/>
                </a:lnTo>
                <a:lnTo>
                  <a:pt x="98" y="1270"/>
                </a:lnTo>
                <a:lnTo>
                  <a:pt x="97" y="1269"/>
                </a:lnTo>
                <a:lnTo>
                  <a:pt x="96" y="1268"/>
                </a:lnTo>
                <a:lnTo>
                  <a:pt x="95" y="1268"/>
                </a:lnTo>
                <a:lnTo>
                  <a:pt x="95" y="1267"/>
                </a:lnTo>
                <a:lnTo>
                  <a:pt x="94" y="1267"/>
                </a:lnTo>
                <a:lnTo>
                  <a:pt x="94" y="1266"/>
                </a:lnTo>
                <a:lnTo>
                  <a:pt x="93" y="1266"/>
                </a:lnTo>
                <a:lnTo>
                  <a:pt x="92" y="1265"/>
                </a:lnTo>
                <a:lnTo>
                  <a:pt x="92" y="1264"/>
                </a:lnTo>
                <a:lnTo>
                  <a:pt x="91" y="1264"/>
                </a:lnTo>
                <a:lnTo>
                  <a:pt x="90" y="1264"/>
                </a:lnTo>
                <a:lnTo>
                  <a:pt x="89" y="1263"/>
                </a:lnTo>
                <a:lnTo>
                  <a:pt x="88" y="1263"/>
                </a:lnTo>
                <a:lnTo>
                  <a:pt x="86" y="1262"/>
                </a:lnTo>
                <a:lnTo>
                  <a:pt x="85" y="1261"/>
                </a:lnTo>
                <a:lnTo>
                  <a:pt x="84" y="1260"/>
                </a:lnTo>
                <a:lnTo>
                  <a:pt x="80" y="1258"/>
                </a:lnTo>
                <a:lnTo>
                  <a:pt x="79" y="1257"/>
                </a:lnTo>
                <a:lnTo>
                  <a:pt x="75" y="1255"/>
                </a:lnTo>
                <a:lnTo>
                  <a:pt x="72" y="1253"/>
                </a:lnTo>
                <a:lnTo>
                  <a:pt x="67" y="1247"/>
                </a:lnTo>
                <a:lnTo>
                  <a:pt x="66" y="1246"/>
                </a:lnTo>
                <a:lnTo>
                  <a:pt x="52" y="1231"/>
                </a:lnTo>
                <a:lnTo>
                  <a:pt x="51" y="1229"/>
                </a:lnTo>
                <a:lnTo>
                  <a:pt x="41" y="1218"/>
                </a:lnTo>
                <a:lnTo>
                  <a:pt x="42" y="1218"/>
                </a:lnTo>
                <a:lnTo>
                  <a:pt x="42" y="1217"/>
                </a:lnTo>
                <a:lnTo>
                  <a:pt x="41" y="1216"/>
                </a:lnTo>
                <a:lnTo>
                  <a:pt x="40" y="1216"/>
                </a:lnTo>
                <a:lnTo>
                  <a:pt x="40" y="1214"/>
                </a:lnTo>
                <a:lnTo>
                  <a:pt x="41" y="1214"/>
                </a:lnTo>
                <a:lnTo>
                  <a:pt x="42" y="1212"/>
                </a:lnTo>
                <a:lnTo>
                  <a:pt x="43" y="1212"/>
                </a:lnTo>
                <a:lnTo>
                  <a:pt x="44" y="1211"/>
                </a:lnTo>
                <a:lnTo>
                  <a:pt x="45" y="1210"/>
                </a:lnTo>
                <a:lnTo>
                  <a:pt x="46" y="1209"/>
                </a:lnTo>
                <a:lnTo>
                  <a:pt x="47" y="1208"/>
                </a:lnTo>
                <a:lnTo>
                  <a:pt x="48" y="1207"/>
                </a:lnTo>
                <a:lnTo>
                  <a:pt x="49" y="1207"/>
                </a:lnTo>
                <a:lnTo>
                  <a:pt x="50" y="1205"/>
                </a:lnTo>
                <a:lnTo>
                  <a:pt x="51" y="1204"/>
                </a:lnTo>
                <a:lnTo>
                  <a:pt x="52" y="1204"/>
                </a:lnTo>
                <a:lnTo>
                  <a:pt x="52" y="1203"/>
                </a:lnTo>
                <a:lnTo>
                  <a:pt x="54" y="1202"/>
                </a:lnTo>
                <a:lnTo>
                  <a:pt x="55" y="1201"/>
                </a:lnTo>
                <a:lnTo>
                  <a:pt x="56" y="1200"/>
                </a:lnTo>
                <a:lnTo>
                  <a:pt x="57" y="1200"/>
                </a:lnTo>
                <a:lnTo>
                  <a:pt x="57" y="1199"/>
                </a:lnTo>
                <a:lnTo>
                  <a:pt x="58" y="1199"/>
                </a:lnTo>
                <a:lnTo>
                  <a:pt x="59" y="1198"/>
                </a:lnTo>
                <a:lnTo>
                  <a:pt x="60" y="1197"/>
                </a:lnTo>
                <a:lnTo>
                  <a:pt x="61" y="1196"/>
                </a:lnTo>
                <a:lnTo>
                  <a:pt x="60" y="1195"/>
                </a:lnTo>
                <a:lnTo>
                  <a:pt x="60" y="1194"/>
                </a:lnTo>
                <a:lnTo>
                  <a:pt x="59" y="1193"/>
                </a:lnTo>
                <a:lnTo>
                  <a:pt x="59" y="1192"/>
                </a:lnTo>
                <a:lnTo>
                  <a:pt x="58" y="1191"/>
                </a:lnTo>
                <a:lnTo>
                  <a:pt x="58" y="1190"/>
                </a:lnTo>
                <a:lnTo>
                  <a:pt x="58" y="1189"/>
                </a:lnTo>
                <a:lnTo>
                  <a:pt x="57" y="1188"/>
                </a:lnTo>
                <a:lnTo>
                  <a:pt x="56" y="1187"/>
                </a:lnTo>
                <a:lnTo>
                  <a:pt x="56" y="1186"/>
                </a:lnTo>
                <a:lnTo>
                  <a:pt x="55" y="1184"/>
                </a:lnTo>
                <a:lnTo>
                  <a:pt x="54" y="1183"/>
                </a:lnTo>
                <a:lnTo>
                  <a:pt x="54" y="1182"/>
                </a:lnTo>
                <a:lnTo>
                  <a:pt x="53" y="1181"/>
                </a:lnTo>
                <a:lnTo>
                  <a:pt x="53" y="1180"/>
                </a:lnTo>
                <a:lnTo>
                  <a:pt x="52" y="1180"/>
                </a:lnTo>
                <a:lnTo>
                  <a:pt x="52" y="1179"/>
                </a:lnTo>
                <a:lnTo>
                  <a:pt x="52" y="1178"/>
                </a:lnTo>
                <a:lnTo>
                  <a:pt x="51" y="1177"/>
                </a:lnTo>
                <a:lnTo>
                  <a:pt x="51" y="1176"/>
                </a:lnTo>
                <a:lnTo>
                  <a:pt x="50" y="1175"/>
                </a:lnTo>
                <a:lnTo>
                  <a:pt x="50" y="1174"/>
                </a:lnTo>
                <a:lnTo>
                  <a:pt x="49" y="1173"/>
                </a:lnTo>
                <a:lnTo>
                  <a:pt x="49" y="1172"/>
                </a:lnTo>
                <a:lnTo>
                  <a:pt x="48" y="1171"/>
                </a:lnTo>
                <a:lnTo>
                  <a:pt x="48" y="1170"/>
                </a:lnTo>
                <a:lnTo>
                  <a:pt x="47" y="1169"/>
                </a:lnTo>
                <a:lnTo>
                  <a:pt x="46" y="1168"/>
                </a:lnTo>
                <a:lnTo>
                  <a:pt x="46" y="1167"/>
                </a:lnTo>
                <a:lnTo>
                  <a:pt x="45" y="1166"/>
                </a:lnTo>
                <a:lnTo>
                  <a:pt x="45" y="1165"/>
                </a:lnTo>
                <a:lnTo>
                  <a:pt x="44" y="1163"/>
                </a:lnTo>
                <a:lnTo>
                  <a:pt x="44" y="1162"/>
                </a:lnTo>
                <a:lnTo>
                  <a:pt x="43" y="1162"/>
                </a:lnTo>
                <a:lnTo>
                  <a:pt x="43" y="1161"/>
                </a:lnTo>
                <a:lnTo>
                  <a:pt x="42" y="1159"/>
                </a:lnTo>
                <a:lnTo>
                  <a:pt x="41" y="1158"/>
                </a:lnTo>
                <a:lnTo>
                  <a:pt x="41" y="1157"/>
                </a:lnTo>
                <a:lnTo>
                  <a:pt x="40" y="1156"/>
                </a:lnTo>
                <a:lnTo>
                  <a:pt x="39" y="1153"/>
                </a:lnTo>
                <a:lnTo>
                  <a:pt x="38" y="1152"/>
                </a:lnTo>
                <a:lnTo>
                  <a:pt x="37" y="1149"/>
                </a:lnTo>
                <a:lnTo>
                  <a:pt x="36" y="1148"/>
                </a:lnTo>
                <a:lnTo>
                  <a:pt x="36" y="1147"/>
                </a:lnTo>
                <a:lnTo>
                  <a:pt x="35" y="1145"/>
                </a:lnTo>
                <a:lnTo>
                  <a:pt x="34" y="1144"/>
                </a:lnTo>
                <a:lnTo>
                  <a:pt x="34" y="1143"/>
                </a:lnTo>
                <a:lnTo>
                  <a:pt x="33" y="1143"/>
                </a:lnTo>
                <a:lnTo>
                  <a:pt x="33" y="1142"/>
                </a:lnTo>
                <a:lnTo>
                  <a:pt x="31" y="1138"/>
                </a:lnTo>
                <a:lnTo>
                  <a:pt x="30" y="1136"/>
                </a:lnTo>
                <a:lnTo>
                  <a:pt x="29" y="1134"/>
                </a:lnTo>
                <a:lnTo>
                  <a:pt x="27" y="1131"/>
                </a:lnTo>
                <a:lnTo>
                  <a:pt x="27" y="1130"/>
                </a:lnTo>
                <a:lnTo>
                  <a:pt x="26" y="1128"/>
                </a:lnTo>
                <a:lnTo>
                  <a:pt x="25" y="1127"/>
                </a:lnTo>
                <a:lnTo>
                  <a:pt x="24" y="1126"/>
                </a:lnTo>
                <a:lnTo>
                  <a:pt x="16" y="1110"/>
                </a:lnTo>
                <a:lnTo>
                  <a:pt x="7" y="1095"/>
                </a:lnTo>
                <a:lnTo>
                  <a:pt x="6" y="1093"/>
                </a:lnTo>
                <a:lnTo>
                  <a:pt x="6" y="1092"/>
                </a:lnTo>
                <a:lnTo>
                  <a:pt x="2" y="1083"/>
                </a:lnTo>
                <a:lnTo>
                  <a:pt x="0" y="1079"/>
                </a:lnTo>
                <a:lnTo>
                  <a:pt x="47" y="1087"/>
                </a:lnTo>
                <a:lnTo>
                  <a:pt x="65" y="1090"/>
                </a:lnTo>
                <a:lnTo>
                  <a:pt x="92" y="1094"/>
                </a:lnTo>
                <a:lnTo>
                  <a:pt x="124" y="1096"/>
                </a:lnTo>
                <a:lnTo>
                  <a:pt x="134" y="1097"/>
                </a:lnTo>
                <a:lnTo>
                  <a:pt x="154" y="1098"/>
                </a:lnTo>
                <a:lnTo>
                  <a:pt x="160" y="1099"/>
                </a:lnTo>
                <a:lnTo>
                  <a:pt x="165" y="1099"/>
                </a:lnTo>
                <a:lnTo>
                  <a:pt x="211" y="1103"/>
                </a:lnTo>
                <a:lnTo>
                  <a:pt x="252" y="1095"/>
                </a:lnTo>
                <a:lnTo>
                  <a:pt x="279" y="1096"/>
                </a:lnTo>
                <a:lnTo>
                  <a:pt x="279" y="1095"/>
                </a:lnTo>
                <a:lnTo>
                  <a:pt x="284" y="1090"/>
                </a:lnTo>
                <a:lnTo>
                  <a:pt x="332" y="1092"/>
                </a:lnTo>
                <a:lnTo>
                  <a:pt x="383" y="1104"/>
                </a:lnTo>
                <a:lnTo>
                  <a:pt x="396" y="1107"/>
                </a:lnTo>
                <a:lnTo>
                  <a:pt x="417" y="1109"/>
                </a:lnTo>
                <a:lnTo>
                  <a:pt x="435" y="1130"/>
                </a:lnTo>
                <a:lnTo>
                  <a:pt x="442" y="1137"/>
                </a:lnTo>
                <a:lnTo>
                  <a:pt x="476" y="1146"/>
                </a:lnTo>
                <a:lnTo>
                  <a:pt x="484" y="1144"/>
                </a:lnTo>
                <a:lnTo>
                  <a:pt x="493" y="1145"/>
                </a:lnTo>
                <a:lnTo>
                  <a:pt x="499" y="1145"/>
                </a:lnTo>
                <a:lnTo>
                  <a:pt x="519" y="1154"/>
                </a:lnTo>
                <a:lnTo>
                  <a:pt x="525" y="1157"/>
                </a:lnTo>
                <a:lnTo>
                  <a:pt x="563" y="1173"/>
                </a:lnTo>
                <a:lnTo>
                  <a:pt x="572" y="1175"/>
                </a:lnTo>
                <a:lnTo>
                  <a:pt x="593" y="1179"/>
                </a:lnTo>
                <a:lnTo>
                  <a:pt x="603" y="1181"/>
                </a:lnTo>
                <a:lnTo>
                  <a:pt x="622" y="1181"/>
                </a:lnTo>
                <a:lnTo>
                  <a:pt x="643" y="1177"/>
                </a:lnTo>
                <a:lnTo>
                  <a:pt x="663" y="1174"/>
                </a:lnTo>
                <a:lnTo>
                  <a:pt x="662" y="1196"/>
                </a:lnTo>
                <a:lnTo>
                  <a:pt x="677" y="1197"/>
                </a:lnTo>
                <a:lnTo>
                  <a:pt x="698" y="1196"/>
                </a:lnTo>
                <a:lnTo>
                  <a:pt x="706" y="1204"/>
                </a:lnTo>
                <a:lnTo>
                  <a:pt x="726" y="1186"/>
                </a:lnTo>
                <a:lnTo>
                  <a:pt x="731" y="1187"/>
                </a:lnTo>
                <a:lnTo>
                  <a:pt x="738" y="1184"/>
                </a:lnTo>
                <a:lnTo>
                  <a:pt x="740" y="1182"/>
                </a:lnTo>
                <a:lnTo>
                  <a:pt x="749" y="1178"/>
                </a:lnTo>
                <a:lnTo>
                  <a:pt x="758" y="1173"/>
                </a:lnTo>
                <a:lnTo>
                  <a:pt x="770" y="1167"/>
                </a:lnTo>
                <a:lnTo>
                  <a:pt x="785" y="1162"/>
                </a:lnTo>
                <a:lnTo>
                  <a:pt x="803" y="1155"/>
                </a:lnTo>
                <a:lnTo>
                  <a:pt x="829" y="1145"/>
                </a:lnTo>
                <a:lnTo>
                  <a:pt x="850" y="1136"/>
                </a:lnTo>
                <a:lnTo>
                  <a:pt x="866" y="1131"/>
                </a:lnTo>
                <a:lnTo>
                  <a:pt x="890" y="1128"/>
                </a:lnTo>
                <a:lnTo>
                  <a:pt x="910" y="1123"/>
                </a:lnTo>
                <a:lnTo>
                  <a:pt x="912" y="1118"/>
                </a:lnTo>
                <a:lnTo>
                  <a:pt x="927" y="1114"/>
                </a:lnTo>
                <a:lnTo>
                  <a:pt x="930" y="1114"/>
                </a:lnTo>
                <a:lnTo>
                  <a:pt x="937" y="1118"/>
                </a:lnTo>
                <a:lnTo>
                  <a:pt x="951" y="1118"/>
                </a:lnTo>
                <a:lnTo>
                  <a:pt x="970" y="1119"/>
                </a:lnTo>
                <a:lnTo>
                  <a:pt x="972" y="1118"/>
                </a:lnTo>
                <a:lnTo>
                  <a:pt x="974" y="1118"/>
                </a:lnTo>
                <a:lnTo>
                  <a:pt x="976" y="1117"/>
                </a:lnTo>
                <a:lnTo>
                  <a:pt x="978" y="1116"/>
                </a:lnTo>
                <a:lnTo>
                  <a:pt x="983" y="1116"/>
                </a:lnTo>
                <a:lnTo>
                  <a:pt x="998" y="1114"/>
                </a:lnTo>
                <a:lnTo>
                  <a:pt x="1002" y="1116"/>
                </a:lnTo>
                <a:lnTo>
                  <a:pt x="1019" y="1116"/>
                </a:lnTo>
                <a:lnTo>
                  <a:pt x="1023" y="1115"/>
                </a:lnTo>
                <a:lnTo>
                  <a:pt x="1039" y="1119"/>
                </a:lnTo>
                <a:lnTo>
                  <a:pt x="1047" y="1118"/>
                </a:lnTo>
                <a:lnTo>
                  <a:pt x="1050" y="1120"/>
                </a:lnTo>
                <a:lnTo>
                  <a:pt x="1051" y="1121"/>
                </a:lnTo>
                <a:lnTo>
                  <a:pt x="1062" y="1116"/>
                </a:lnTo>
                <a:lnTo>
                  <a:pt x="1064" y="1115"/>
                </a:lnTo>
                <a:lnTo>
                  <a:pt x="1065" y="1114"/>
                </a:lnTo>
                <a:lnTo>
                  <a:pt x="1066" y="1115"/>
                </a:lnTo>
                <a:lnTo>
                  <a:pt x="1068" y="1114"/>
                </a:lnTo>
                <a:lnTo>
                  <a:pt x="1092" y="1116"/>
                </a:lnTo>
                <a:lnTo>
                  <a:pt x="1093" y="1116"/>
                </a:lnTo>
                <a:lnTo>
                  <a:pt x="1099" y="1115"/>
                </a:lnTo>
                <a:lnTo>
                  <a:pt x="1100" y="1115"/>
                </a:lnTo>
                <a:lnTo>
                  <a:pt x="1102" y="1115"/>
                </a:lnTo>
                <a:lnTo>
                  <a:pt x="1103" y="1115"/>
                </a:lnTo>
                <a:lnTo>
                  <a:pt x="1106" y="1114"/>
                </a:lnTo>
                <a:lnTo>
                  <a:pt x="1109" y="1114"/>
                </a:lnTo>
                <a:lnTo>
                  <a:pt x="1111" y="1113"/>
                </a:lnTo>
                <a:lnTo>
                  <a:pt x="1114" y="1113"/>
                </a:lnTo>
                <a:lnTo>
                  <a:pt x="1127" y="1104"/>
                </a:lnTo>
                <a:lnTo>
                  <a:pt x="1131" y="1102"/>
                </a:lnTo>
                <a:lnTo>
                  <a:pt x="1147" y="1096"/>
                </a:lnTo>
                <a:lnTo>
                  <a:pt x="1154" y="1096"/>
                </a:lnTo>
                <a:lnTo>
                  <a:pt x="1165" y="1095"/>
                </a:lnTo>
                <a:lnTo>
                  <a:pt x="1168" y="1092"/>
                </a:lnTo>
                <a:lnTo>
                  <a:pt x="1181" y="1087"/>
                </a:lnTo>
                <a:lnTo>
                  <a:pt x="1184" y="1086"/>
                </a:lnTo>
                <a:lnTo>
                  <a:pt x="1186" y="1086"/>
                </a:lnTo>
                <a:lnTo>
                  <a:pt x="1195" y="1081"/>
                </a:lnTo>
                <a:lnTo>
                  <a:pt x="1198" y="1075"/>
                </a:lnTo>
                <a:lnTo>
                  <a:pt x="1209" y="1068"/>
                </a:lnTo>
                <a:lnTo>
                  <a:pt x="1212" y="1065"/>
                </a:lnTo>
                <a:lnTo>
                  <a:pt x="1218" y="1057"/>
                </a:lnTo>
                <a:lnTo>
                  <a:pt x="1218" y="1055"/>
                </a:lnTo>
                <a:lnTo>
                  <a:pt x="1222" y="1050"/>
                </a:lnTo>
                <a:lnTo>
                  <a:pt x="1225" y="1048"/>
                </a:lnTo>
                <a:lnTo>
                  <a:pt x="1235" y="1038"/>
                </a:lnTo>
                <a:lnTo>
                  <a:pt x="1247" y="1025"/>
                </a:lnTo>
                <a:lnTo>
                  <a:pt x="1251" y="1023"/>
                </a:lnTo>
                <a:lnTo>
                  <a:pt x="1252" y="1022"/>
                </a:lnTo>
                <a:lnTo>
                  <a:pt x="1254" y="1021"/>
                </a:lnTo>
                <a:lnTo>
                  <a:pt x="1259" y="1020"/>
                </a:lnTo>
                <a:lnTo>
                  <a:pt x="1262" y="1018"/>
                </a:lnTo>
                <a:lnTo>
                  <a:pt x="1270" y="1016"/>
                </a:lnTo>
                <a:lnTo>
                  <a:pt x="1274" y="1015"/>
                </a:lnTo>
                <a:lnTo>
                  <a:pt x="1276" y="1014"/>
                </a:lnTo>
                <a:lnTo>
                  <a:pt x="1278" y="1014"/>
                </a:lnTo>
                <a:lnTo>
                  <a:pt x="1281" y="1010"/>
                </a:lnTo>
                <a:lnTo>
                  <a:pt x="1287" y="1008"/>
                </a:lnTo>
                <a:lnTo>
                  <a:pt x="1292" y="1008"/>
                </a:lnTo>
                <a:lnTo>
                  <a:pt x="1297" y="1009"/>
                </a:lnTo>
                <a:lnTo>
                  <a:pt x="1300" y="1006"/>
                </a:lnTo>
                <a:lnTo>
                  <a:pt x="1311" y="996"/>
                </a:lnTo>
                <a:lnTo>
                  <a:pt x="1317" y="990"/>
                </a:lnTo>
                <a:lnTo>
                  <a:pt x="1326" y="990"/>
                </a:lnTo>
                <a:lnTo>
                  <a:pt x="1329" y="988"/>
                </a:lnTo>
                <a:lnTo>
                  <a:pt x="1331" y="988"/>
                </a:lnTo>
                <a:lnTo>
                  <a:pt x="1333" y="982"/>
                </a:lnTo>
                <a:lnTo>
                  <a:pt x="1333" y="977"/>
                </a:lnTo>
                <a:lnTo>
                  <a:pt x="1332" y="974"/>
                </a:lnTo>
                <a:lnTo>
                  <a:pt x="1324" y="963"/>
                </a:lnTo>
                <a:lnTo>
                  <a:pt x="1317" y="956"/>
                </a:lnTo>
                <a:lnTo>
                  <a:pt x="1316" y="956"/>
                </a:lnTo>
                <a:lnTo>
                  <a:pt x="1313" y="955"/>
                </a:lnTo>
                <a:lnTo>
                  <a:pt x="1310" y="954"/>
                </a:lnTo>
                <a:lnTo>
                  <a:pt x="1307" y="952"/>
                </a:lnTo>
                <a:lnTo>
                  <a:pt x="1305" y="950"/>
                </a:lnTo>
                <a:lnTo>
                  <a:pt x="1304" y="948"/>
                </a:lnTo>
                <a:lnTo>
                  <a:pt x="1300" y="945"/>
                </a:lnTo>
                <a:lnTo>
                  <a:pt x="1299" y="942"/>
                </a:lnTo>
                <a:lnTo>
                  <a:pt x="1298" y="941"/>
                </a:lnTo>
                <a:lnTo>
                  <a:pt x="1296" y="939"/>
                </a:lnTo>
                <a:lnTo>
                  <a:pt x="1295" y="937"/>
                </a:lnTo>
                <a:lnTo>
                  <a:pt x="1294" y="935"/>
                </a:lnTo>
                <a:lnTo>
                  <a:pt x="1294" y="931"/>
                </a:lnTo>
                <a:lnTo>
                  <a:pt x="1294" y="929"/>
                </a:lnTo>
                <a:lnTo>
                  <a:pt x="1292" y="927"/>
                </a:lnTo>
                <a:lnTo>
                  <a:pt x="1290" y="925"/>
                </a:lnTo>
                <a:lnTo>
                  <a:pt x="1284" y="923"/>
                </a:lnTo>
                <a:lnTo>
                  <a:pt x="1283" y="920"/>
                </a:lnTo>
                <a:lnTo>
                  <a:pt x="1284" y="916"/>
                </a:lnTo>
                <a:lnTo>
                  <a:pt x="1288" y="907"/>
                </a:lnTo>
                <a:lnTo>
                  <a:pt x="1292" y="904"/>
                </a:lnTo>
                <a:lnTo>
                  <a:pt x="1294" y="900"/>
                </a:lnTo>
                <a:lnTo>
                  <a:pt x="1296" y="898"/>
                </a:lnTo>
                <a:lnTo>
                  <a:pt x="1297" y="897"/>
                </a:lnTo>
                <a:lnTo>
                  <a:pt x="1296" y="890"/>
                </a:lnTo>
                <a:lnTo>
                  <a:pt x="1298" y="884"/>
                </a:lnTo>
                <a:lnTo>
                  <a:pt x="1300" y="880"/>
                </a:lnTo>
                <a:lnTo>
                  <a:pt x="1302" y="877"/>
                </a:lnTo>
                <a:lnTo>
                  <a:pt x="1306" y="870"/>
                </a:lnTo>
                <a:lnTo>
                  <a:pt x="1309" y="867"/>
                </a:lnTo>
                <a:lnTo>
                  <a:pt x="1313" y="860"/>
                </a:lnTo>
                <a:lnTo>
                  <a:pt x="1315" y="857"/>
                </a:lnTo>
                <a:lnTo>
                  <a:pt x="1326" y="849"/>
                </a:lnTo>
                <a:lnTo>
                  <a:pt x="1331" y="847"/>
                </a:lnTo>
                <a:lnTo>
                  <a:pt x="1336" y="845"/>
                </a:lnTo>
                <a:lnTo>
                  <a:pt x="1342" y="844"/>
                </a:lnTo>
                <a:lnTo>
                  <a:pt x="1346" y="847"/>
                </a:lnTo>
                <a:lnTo>
                  <a:pt x="1372" y="848"/>
                </a:lnTo>
                <a:lnTo>
                  <a:pt x="1375" y="846"/>
                </a:lnTo>
                <a:lnTo>
                  <a:pt x="1385" y="854"/>
                </a:lnTo>
                <a:lnTo>
                  <a:pt x="1390" y="861"/>
                </a:lnTo>
                <a:lnTo>
                  <a:pt x="1400" y="866"/>
                </a:lnTo>
                <a:lnTo>
                  <a:pt x="1413" y="870"/>
                </a:lnTo>
                <a:lnTo>
                  <a:pt x="1420" y="870"/>
                </a:lnTo>
                <a:lnTo>
                  <a:pt x="1426" y="872"/>
                </a:lnTo>
                <a:lnTo>
                  <a:pt x="1428" y="872"/>
                </a:lnTo>
                <a:lnTo>
                  <a:pt x="1437" y="875"/>
                </a:lnTo>
                <a:lnTo>
                  <a:pt x="1451" y="875"/>
                </a:lnTo>
                <a:lnTo>
                  <a:pt x="1471" y="877"/>
                </a:lnTo>
                <a:lnTo>
                  <a:pt x="1475" y="879"/>
                </a:lnTo>
                <a:lnTo>
                  <a:pt x="1482" y="880"/>
                </a:lnTo>
                <a:lnTo>
                  <a:pt x="1490" y="876"/>
                </a:lnTo>
                <a:lnTo>
                  <a:pt x="1494" y="872"/>
                </a:lnTo>
                <a:lnTo>
                  <a:pt x="1498" y="869"/>
                </a:lnTo>
                <a:lnTo>
                  <a:pt x="1503" y="868"/>
                </a:lnTo>
                <a:lnTo>
                  <a:pt x="1504" y="867"/>
                </a:lnTo>
                <a:lnTo>
                  <a:pt x="1505" y="867"/>
                </a:lnTo>
                <a:lnTo>
                  <a:pt x="1506" y="866"/>
                </a:lnTo>
                <a:lnTo>
                  <a:pt x="1506" y="865"/>
                </a:lnTo>
                <a:lnTo>
                  <a:pt x="1507" y="864"/>
                </a:lnTo>
                <a:lnTo>
                  <a:pt x="1507" y="863"/>
                </a:lnTo>
                <a:lnTo>
                  <a:pt x="1508" y="863"/>
                </a:lnTo>
                <a:lnTo>
                  <a:pt x="1510" y="863"/>
                </a:lnTo>
                <a:lnTo>
                  <a:pt x="1512" y="863"/>
                </a:lnTo>
                <a:lnTo>
                  <a:pt x="1513" y="862"/>
                </a:lnTo>
                <a:lnTo>
                  <a:pt x="1517" y="862"/>
                </a:lnTo>
                <a:lnTo>
                  <a:pt x="1522" y="861"/>
                </a:lnTo>
                <a:lnTo>
                  <a:pt x="1526" y="859"/>
                </a:lnTo>
                <a:lnTo>
                  <a:pt x="1530" y="855"/>
                </a:lnTo>
                <a:lnTo>
                  <a:pt x="1530" y="854"/>
                </a:lnTo>
                <a:lnTo>
                  <a:pt x="1532" y="850"/>
                </a:lnTo>
                <a:lnTo>
                  <a:pt x="1533" y="850"/>
                </a:lnTo>
                <a:lnTo>
                  <a:pt x="1539" y="847"/>
                </a:lnTo>
                <a:lnTo>
                  <a:pt x="1546" y="842"/>
                </a:lnTo>
                <a:lnTo>
                  <a:pt x="1547" y="842"/>
                </a:lnTo>
                <a:lnTo>
                  <a:pt x="1553" y="836"/>
                </a:lnTo>
                <a:lnTo>
                  <a:pt x="1557" y="832"/>
                </a:lnTo>
                <a:lnTo>
                  <a:pt x="1558" y="831"/>
                </a:lnTo>
                <a:lnTo>
                  <a:pt x="1563" y="825"/>
                </a:lnTo>
                <a:lnTo>
                  <a:pt x="1565" y="820"/>
                </a:lnTo>
                <a:lnTo>
                  <a:pt x="1566" y="814"/>
                </a:lnTo>
                <a:lnTo>
                  <a:pt x="1583" y="809"/>
                </a:lnTo>
                <a:lnTo>
                  <a:pt x="1584" y="809"/>
                </a:lnTo>
                <a:lnTo>
                  <a:pt x="1599" y="815"/>
                </a:lnTo>
                <a:lnTo>
                  <a:pt x="1604" y="816"/>
                </a:lnTo>
                <a:lnTo>
                  <a:pt x="1607" y="815"/>
                </a:lnTo>
                <a:lnTo>
                  <a:pt x="1608" y="815"/>
                </a:lnTo>
                <a:lnTo>
                  <a:pt x="1610" y="815"/>
                </a:lnTo>
                <a:lnTo>
                  <a:pt x="1613" y="814"/>
                </a:lnTo>
                <a:lnTo>
                  <a:pt x="1615" y="814"/>
                </a:lnTo>
                <a:lnTo>
                  <a:pt x="1622" y="814"/>
                </a:lnTo>
                <a:lnTo>
                  <a:pt x="1639" y="814"/>
                </a:lnTo>
                <a:lnTo>
                  <a:pt x="1640" y="814"/>
                </a:lnTo>
                <a:lnTo>
                  <a:pt x="1656" y="810"/>
                </a:lnTo>
                <a:lnTo>
                  <a:pt x="1669" y="807"/>
                </a:lnTo>
                <a:lnTo>
                  <a:pt x="1672" y="805"/>
                </a:lnTo>
                <a:lnTo>
                  <a:pt x="1685" y="794"/>
                </a:lnTo>
                <a:lnTo>
                  <a:pt x="1691" y="789"/>
                </a:lnTo>
                <a:lnTo>
                  <a:pt x="1697" y="787"/>
                </a:lnTo>
                <a:lnTo>
                  <a:pt x="1699" y="786"/>
                </a:lnTo>
                <a:lnTo>
                  <a:pt x="1699" y="784"/>
                </a:lnTo>
                <a:lnTo>
                  <a:pt x="1701" y="784"/>
                </a:lnTo>
                <a:lnTo>
                  <a:pt x="1704" y="784"/>
                </a:lnTo>
                <a:lnTo>
                  <a:pt x="1707" y="784"/>
                </a:lnTo>
                <a:lnTo>
                  <a:pt x="1709" y="783"/>
                </a:lnTo>
                <a:lnTo>
                  <a:pt x="1712" y="783"/>
                </a:lnTo>
                <a:lnTo>
                  <a:pt x="1715" y="781"/>
                </a:lnTo>
                <a:lnTo>
                  <a:pt x="1716" y="780"/>
                </a:lnTo>
                <a:lnTo>
                  <a:pt x="1716" y="778"/>
                </a:lnTo>
                <a:lnTo>
                  <a:pt x="1718" y="777"/>
                </a:lnTo>
                <a:lnTo>
                  <a:pt x="1720" y="775"/>
                </a:lnTo>
                <a:lnTo>
                  <a:pt x="1722" y="775"/>
                </a:lnTo>
                <a:lnTo>
                  <a:pt x="1721" y="769"/>
                </a:lnTo>
                <a:lnTo>
                  <a:pt x="1722" y="768"/>
                </a:lnTo>
                <a:lnTo>
                  <a:pt x="1720" y="765"/>
                </a:lnTo>
                <a:lnTo>
                  <a:pt x="1718" y="764"/>
                </a:lnTo>
                <a:lnTo>
                  <a:pt x="1720" y="755"/>
                </a:lnTo>
                <a:lnTo>
                  <a:pt x="1723" y="752"/>
                </a:lnTo>
                <a:lnTo>
                  <a:pt x="1733" y="738"/>
                </a:lnTo>
                <a:lnTo>
                  <a:pt x="1735" y="738"/>
                </a:lnTo>
                <a:lnTo>
                  <a:pt x="1744" y="728"/>
                </a:lnTo>
                <a:lnTo>
                  <a:pt x="1747" y="726"/>
                </a:lnTo>
                <a:lnTo>
                  <a:pt x="1749" y="722"/>
                </a:lnTo>
                <a:lnTo>
                  <a:pt x="1751" y="721"/>
                </a:lnTo>
                <a:lnTo>
                  <a:pt x="1757" y="719"/>
                </a:lnTo>
                <a:lnTo>
                  <a:pt x="1764" y="718"/>
                </a:lnTo>
                <a:lnTo>
                  <a:pt x="1766" y="717"/>
                </a:lnTo>
                <a:lnTo>
                  <a:pt x="1766" y="716"/>
                </a:lnTo>
                <a:lnTo>
                  <a:pt x="1767" y="716"/>
                </a:lnTo>
                <a:lnTo>
                  <a:pt x="1769" y="716"/>
                </a:lnTo>
                <a:lnTo>
                  <a:pt x="1769" y="715"/>
                </a:lnTo>
                <a:lnTo>
                  <a:pt x="1770" y="714"/>
                </a:lnTo>
                <a:lnTo>
                  <a:pt x="1770" y="713"/>
                </a:lnTo>
                <a:lnTo>
                  <a:pt x="1771" y="713"/>
                </a:lnTo>
                <a:lnTo>
                  <a:pt x="1778" y="714"/>
                </a:lnTo>
                <a:lnTo>
                  <a:pt x="1787" y="714"/>
                </a:lnTo>
                <a:lnTo>
                  <a:pt x="1789" y="715"/>
                </a:lnTo>
                <a:lnTo>
                  <a:pt x="1794" y="715"/>
                </a:lnTo>
                <a:lnTo>
                  <a:pt x="1808" y="714"/>
                </a:lnTo>
                <a:lnTo>
                  <a:pt x="1819" y="715"/>
                </a:lnTo>
                <a:lnTo>
                  <a:pt x="1821" y="711"/>
                </a:lnTo>
                <a:lnTo>
                  <a:pt x="1820" y="709"/>
                </a:lnTo>
                <a:lnTo>
                  <a:pt x="1822" y="703"/>
                </a:lnTo>
                <a:lnTo>
                  <a:pt x="1826" y="698"/>
                </a:lnTo>
                <a:lnTo>
                  <a:pt x="1824" y="692"/>
                </a:lnTo>
                <a:lnTo>
                  <a:pt x="1827" y="692"/>
                </a:lnTo>
                <a:lnTo>
                  <a:pt x="1831" y="691"/>
                </a:lnTo>
                <a:lnTo>
                  <a:pt x="1833" y="691"/>
                </a:lnTo>
                <a:lnTo>
                  <a:pt x="1836" y="690"/>
                </a:lnTo>
                <a:lnTo>
                  <a:pt x="1838" y="691"/>
                </a:lnTo>
                <a:lnTo>
                  <a:pt x="1840" y="690"/>
                </a:lnTo>
                <a:lnTo>
                  <a:pt x="1842" y="691"/>
                </a:lnTo>
                <a:lnTo>
                  <a:pt x="1844" y="692"/>
                </a:lnTo>
                <a:lnTo>
                  <a:pt x="1844" y="693"/>
                </a:lnTo>
                <a:lnTo>
                  <a:pt x="1844" y="695"/>
                </a:lnTo>
                <a:lnTo>
                  <a:pt x="1845" y="696"/>
                </a:lnTo>
                <a:lnTo>
                  <a:pt x="1847" y="697"/>
                </a:lnTo>
                <a:lnTo>
                  <a:pt x="1849" y="699"/>
                </a:lnTo>
                <a:lnTo>
                  <a:pt x="1851" y="699"/>
                </a:lnTo>
                <a:lnTo>
                  <a:pt x="1854" y="698"/>
                </a:lnTo>
                <a:lnTo>
                  <a:pt x="1855" y="697"/>
                </a:lnTo>
                <a:lnTo>
                  <a:pt x="1856" y="697"/>
                </a:lnTo>
                <a:lnTo>
                  <a:pt x="1859" y="698"/>
                </a:lnTo>
                <a:lnTo>
                  <a:pt x="1861" y="697"/>
                </a:lnTo>
                <a:lnTo>
                  <a:pt x="1862" y="697"/>
                </a:lnTo>
                <a:lnTo>
                  <a:pt x="1864" y="696"/>
                </a:lnTo>
                <a:lnTo>
                  <a:pt x="1864" y="694"/>
                </a:lnTo>
                <a:lnTo>
                  <a:pt x="1864" y="693"/>
                </a:lnTo>
                <a:lnTo>
                  <a:pt x="1866" y="692"/>
                </a:lnTo>
                <a:lnTo>
                  <a:pt x="1867" y="692"/>
                </a:lnTo>
                <a:lnTo>
                  <a:pt x="1867" y="691"/>
                </a:lnTo>
                <a:lnTo>
                  <a:pt x="1869" y="689"/>
                </a:lnTo>
                <a:lnTo>
                  <a:pt x="1870" y="689"/>
                </a:lnTo>
                <a:lnTo>
                  <a:pt x="1872" y="689"/>
                </a:lnTo>
                <a:lnTo>
                  <a:pt x="1873" y="689"/>
                </a:lnTo>
                <a:lnTo>
                  <a:pt x="1874" y="689"/>
                </a:lnTo>
                <a:lnTo>
                  <a:pt x="1875" y="689"/>
                </a:lnTo>
                <a:lnTo>
                  <a:pt x="1876" y="687"/>
                </a:lnTo>
                <a:lnTo>
                  <a:pt x="1877" y="687"/>
                </a:lnTo>
                <a:lnTo>
                  <a:pt x="1879" y="687"/>
                </a:lnTo>
                <a:lnTo>
                  <a:pt x="1880" y="687"/>
                </a:lnTo>
                <a:lnTo>
                  <a:pt x="1881" y="687"/>
                </a:lnTo>
                <a:lnTo>
                  <a:pt x="1888" y="682"/>
                </a:lnTo>
                <a:lnTo>
                  <a:pt x="1890" y="682"/>
                </a:lnTo>
                <a:lnTo>
                  <a:pt x="1893" y="682"/>
                </a:lnTo>
                <a:lnTo>
                  <a:pt x="1894" y="682"/>
                </a:lnTo>
                <a:lnTo>
                  <a:pt x="1896" y="681"/>
                </a:lnTo>
                <a:lnTo>
                  <a:pt x="1897" y="679"/>
                </a:lnTo>
                <a:lnTo>
                  <a:pt x="1898" y="679"/>
                </a:lnTo>
                <a:lnTo>
                  <a:pt x="1901" y="679"/>
                </a:lnTo>
                <a:lnTo>
                  <a:pt x="1905" y="676"/>
                </a:lnTo>
                <a:lnTo>
                  <a:pt x="1913" y="677"/>
                </a:lnTo>
                <a:lnTo>
                  <a:pt x="1916" y="680"/>
                </a:lnTo>
                <a:lnTo>
                  <a:pt x="1929" y="681"/>
                </a:lnTo>
                <a:lnTo>
                  <a:pt x="1934" y="678"/>
                </a:lnTo>
                <a:lnTo>
                  <a:pt x="1935" y="678"/>
                </a:lnTo>
                <a:lnTo>
                  <a:pt x="1936" y="678"/>
                </a:lnTo>
                <a:lnTo>
                  <a:pt x="1937" y="681"/>
                </a:lnTo>
                <a:lnTo>
                  <a:pt x="1942" y="681"/>
                </a:lnTo>
                <a:lnTo>
                  <a:pt x="1947" y="682"/>
                </a:lnTo>
                <a:lnTo>
                  <a:pt x="1948" y="682"/>
                </a:lnTo>
                <a:lnTo>
                  <a:pt x="1948" y="681"/>
                </a:lnTo>
                <a:lnTo>
                  <a:pt x="1948" y="680"/>
                </a:lnTo>
                <a:lnTo>
                  <a:pt x="1947" y="679"/>
                </a:lnTo>
                <a:lnTo>
                  <a:pt x="1952" y="673"/>
                </a:lnTo>
                <a:lnTo>
                  <a:pt x="1955" y="673"/>
                </a:lnTo>
                <a:lnTo>
                  <a:pt x="1958" y="673"/>
                </a:lnTo>
                <a:lnTo>
                  <a:pt x="1959" y="673"/>
                </a:lnTo>
                <a:lnTo>
                  <a:pt x="1959" y="676"/>
                </a:lnTo>
                <a:lnTo>
                  <a:pt x="1959" y="677"/>
                </a:lnTo>
                <a:lnTo>
                  <a:pt x="1960" y="678"/>
                </a:lnTo>
                <a:lnTo>
                  <a:pt x="1962" y="678"/>
                </a:lnTo>
                <a:lnTo>
                  <a:pt x="1964" y="677"/>
                </a:lnTo>
                <a:lnTo>
                  <a:pt x="1967" y="676"/>
                </a:lnTo>
                <a:lnTo>
                  <a:pt x="1969" y="678"/>
                </a:lnTo>
                <a:lnTo>
                  <a:pt x="1972" y="682"/>
                </a:lnTo>
                <a:lnTo>
                  <a:pt x="1976" y="685"/>
                </a:lnTo>
                <a:lnTo>
                  <a:pt x="1977" y="686"/>
                </a:lnTo>
                <a:lnTo>
                  <a:pt x="1978" y="686"/>
                </a:lnTo>
                <a:lnTo>
                  <a:pt x="1980" y="685"/>
                </a:lnTo>
                <a:lnTo>
                  <a:pt x="1981" y="685"/>
                </a:lnTo>
                <a:lnTo>
                  <a:pt x="1985" y="686"/>
                </a:lnTo>
                <a:lnTo>
                  <a:pt x="1988" y="685"/>
                </a:lnTo>
                <a:lnTo>
                  <a:pt x="1990" y="686"/>
                </a:lnTo>
                <a:lnTo>
                  <a:pt x="1990" y="687"/>
                </a:lnTo>
                <a:lnTo>
                  <a:pt x="1992" y="688"/>
                </a:lnTo>
                <a:lnTo>
                  <a:pt x="1995" y="690"/>
                </a:lnTo>
                <a:lnTo>
                  <a:pt x="1996" y="690"/>
                </a:lnTo>
                <a:lnTo>
                  <a:pt x="1998" y="689"/>
                </a:lnTo>
                <a:lnTo>
                  <a:pt x="1999" y="689"/>
                </a:lnTo>
                <a:lnTo>
                  <a:pt x="2000" y="690"/>
                </a:lnTo>
                <a:lnTo>
                  <a:pt x="2001" y="690"/>
                </a:lnTo>
                <a:lnTo>
                  <a:pt x="2002" y="689"/>
                </a:lnTo>
                <a:lnTo>
                  <a:pt x="2005" y="687"/>
                </a:lnTo>
                <a:lnTo>
                  <a:pt x="2010" y="687"/>
                </a:lnTo>
                <a:lnTo>
                  <a:pt x="2012" y="687"/>
                </a:lnTo>
                <a:lnTo>
                  <a:pt x="2013" y="687"/>
                </a:lnTo>
                <a:lnTo>
                  <a:pt x="2017" y="687"/>
                </a:lnTo>
                <a:lnTo>
                  <a:pt x="2019" y="689"/>
                </a:lnTo>
                <a:lnTo>
                  <a:pt x="2021" y="689"/>
                </a:lnTo>
                <a:lnTo>
                  <a:pt x="2024" y="688"/>
                </a:lnTo>
                <a:lnTo>
                  <a:pt x="2025" y="688"/>
                </a:lnTo>
                <a:lnTo>
                  <a:pt x="2026" y="689"/>
                </a:lnTo>
                <a:lnTo>
                  <a:pt x="2027" y="689"/>
                </a:lnTo>
                <a:lnTo>
                  <a:pt x="2028" y="690"/>
                </a:lnTo>
                <a:lnTo>
                  <a:pt x="2028" y="691"/>
                </a:lnTo>
                <a:lnTo>
                  <a:pt x="2028" y="692"/>
                </a:lnTo>
                <a:lnTo>
                  <a:pt x="2031" y="691"/>
                </a:lnTo>
                <a:lnTo>
                  <a:pt x="2032" y="689"/>
                </a:lnTo>
                <a:lnTo>
                  <a:pt x="2033" y="689"/>
                </a:lnTo>
                <a:lnTo>
                  <a:pt x="2035" y="689"/>
                </a:lnTo>
                <a:lnTo>
                  <a:pt x="2036" y="689"/>
                </a:lnTo>
                <a:lnTo>
                  <a:pt x="2039" y="685"/>
                </a:lnTo>
                <a:lnTo>
                  <a:pt x="2039" y="683"/>
                </a:lnTo>
                <a:lnTo>
                  <a:pt x="2039" y="682"/>
                </a:lnTo>
                <a:lnTo>
                  <a:pt x="2045" y="684"/>
                </a:lnTo>
                <a:lnTo>
                  <a:pt x="2046" y="684"/>
                </a:lnTo>
                <a:lnTo>
                  <a:pt x="2049" y="683"/>
                </a:lnTo>
                <a:lnTo>
                  <a:pt x="2049" y="682"/>
                </a:lnTo>
                <a:lnTo>
                  <a:pt x="2049" y="681"/>
                </a:lnTo>
                <a:lnTo>
                  <a:pt x="2050" y="680"/>
                </a:lnTo>
                <a:lnTo>
                  <a:pt x="2051" y="679"/>
                </a:lnTo>
                <a:lnTo>
                  <a:pt x="2049" y="677"/>
                </a:lnTo>
                <a:lnTo>
                  <a:pt x="2049" y="675"/>
                </a:lnTo>
                <a:lnTo>
                  <a:pt x="2049" y="674"/>
                </a:lnTo>
                <a:lnTo>
                  <a:pt x="2048" y="673"/>
                </a:lnTo>
                <a:lnTo>
                  <a:pt x="2051" y="671"/>
                </a:lnTo>
                <a:lnTo>
                  <a:pt x="2051" y="670"/>
                </a:lnTo>
                <a:lnTo>
                  <a:pt x="2050" y="667"/>
                </a:lnTo>
                <a:lnTo>
                  <a:pt x="2050" y="666"/>
                </a:lnTo>
                <a:lnTo>
                  <a:pt x="2051" y="665"/>
                </a:lnTo>
                <a:lnTo>
                  <a:pt x="2049" y="665"/>
                </a:lnTo>
                <a:lnTo>
                  <a:pt x="2049" y="661"/>
                </a:lnTo>
                <a:lnTo>
                  <a:pt x="2050" y="659"/>
                </a:lnTo>
                <a:lnTo>
                  <a:pt x="2044" y="658"/>
                </a:lnTo>
                <a:lnTo>
                  <a:pt x="2043" y="655"/>
                </a:lnTo>
                <a:lnTo>
                  <a:pt x="2045" y="654"/>
                </a:lnTo>
                <a:lnTo>
                  <a:pt x="2044" y="653"/>
                </a:lnTo>
                <a:lnTo>
                  <a:pt x="2042" y="653"/>
                </a:lnTo>
                <a:lnTo>
                  <a:pt x="2039" y="650"/>
                </a:lnTo>
                <a:lnTo>
                  <a:pt x="2039" y="649"/>
                </a:lnTo>
                <a:lnTo>
                  <a:pt x="2038" y="648"/>
                </a:lnTo>
                <a:lnTo>
                  <a:pt x="2038" y="647"/>
                </a:lnTo>
                <a:lnTo>
                  <a:pt x="2038" y="646"/>
                </a:lnTo>
                <a:lnTo>
                  <a:pt x="2038" y="645"/>
                </a:lnTo>
                <a:lnTo>
                  <a:pt x="2039" y="644"/>
                </a:lnTo>
                <a:lnTo>
                  <a:pt x="2035" y="637"/>
                </a:lnTo>
                <a:lnTo>
                  <a:pt x="2035" y="636"/>
                </a:lnTo>
                <a:lnTo>
                  <a:pt x="2032" y="632"/>
                </a:lnTo>
                <a:lnTo>
                  <a:pt x="2032" y="631"/>
                </a:lnTo>
                <a:lnTo>
                  <a:pt x="2030" y="630"/>
                </a:lnTo>
                <a:lnTo>
                  <a:pt x="2028" y="629"/>
                </a:lnTo>
                <a:lnTo>
                  <a:pt x="2027" y="628"/>
                </a:lnTo>
                <a:lnTo>
                  <a:pt x="2026" y="626"/>
                </a:lnTo>
                <a:lnTo>
                  <a:pt x="2025" y="626"/>
                </a:lnTo>
                <a:lnTo>
                  <a:pt x="2025" y="625"/>
                </a:lnTo>
                <a:lnTo>
                  <a:pt x="2024" y="625"/>
                </a:lnTo>
                <a:lnTo>
                  <a:pt x="2023" y="624"/>
                </a:lnTo>
                <a:lnTo>
                  <a:pt x="2021" y="624"/>
                </a:lnTo>
                <a:lnTo>
                  <a:pt x="2020" y="624"/>
                </a:lnTo>
                <a:lnTo>
                  <a:pt x="2019" y="624"/>
                </a:lnTo>
                <a:lnTo>
                  <a:pt x="2018" y="624"/>
                </a:lnTo>
                <a:lnTo>
                  <a:pt x="2017" y="624"/>
                </a:lnTo>
                <a:lnTo>
                  <a:pt x="2017" y="623"/>
                </a:lnTo>
                <a:lnTo>
                  <a:pt x="2017" y="622"/>
                </a:lnTo>
                <a:lnTo>
                  <a:pt x="2018" y="622"/>
                </a:lnTo>
                <a:lnTo>
                  <a:pt x="2018" y="621"/>
                </a:lnTo>
                <a:lnTo>
                  <a:pt x="2017" y="621"/>
                </a:lnTo>
                <a:lnTo>
                  <a:pt x="2016" y="621"/>
                </a:lnTo>
                <a:lnTo>
                  <a:pt x="2017" y="621"/>
                </a:lnTo>
                <a:lnTo>
                  <a:pt x="2018" y="621"/>
                </a:lnTo>
                <a:lnTo>
                  <a:pt x="2018" y="620"/>
                </a:lnTo>
                <a:lnTo>
                  <a:pt x="2017" y="620"/>
                </a:lnTo>
                <a:lnTo>
                  <a:pt x="2017" y="621"/>
                </a:lnTo>
                <a:lnTo>
                  <a:pt x="2017" y="620"/>
                </a:lnTo>
                <a:lnTo>
                  <a:pt x="2018" y="620"/>
                </a:lnTo>
                <a:lnTo>
                  <a:pt x="2017" y="620"/>
                </a:lnTo>
                <a:lnTo>
                  <a:pt x="2017" y="619"/>
                </a:lnTo>
                <a:lnTo>
                  <a:pt x="2015" y="619"/>
                </a:lnTo>
                <a:lnTo>
                  <a:pt x="2015" y="618"/>
                </a:lnTo>
                <a:lnTo>
                  <a:pt x="2014" y="618"/>
                </a:lnTo>
                <a:lnTo>
                  <a:pt x="2014" y="617"/>
                </a:lnTo>
                <a:lnTo>
                  <a:pt x="2013" y="617"/>
                </a:lnTo>
                <a:lnTo>
                  <a:pt x="2013" y="616"/>
                </a:lnTo>
                <a:lnTo>
                  <a:pt x="2012" y="617"/>
                </a:lnTo>
                <a:lnTo>
                  <a:pt x="2012" y="616"/>
                </a:lnTo>
                <a:lnTo>
                  <a:pt x="2011" y="616"/>
                </a:lnTo>
                <a:lnTo>
                  <a:pt x="2010" y="616"/>
                </a:lnTo>
                <a:lnTo>
                  <a:pt x="2010" y="615"/>
                </a:lnTo>
                <a:lnTo>
                  <a:pt x="2009" y="615"/>
                </a:lnTo>
                <a:lnTo>
                  <a:pt x="2008" y="615"/>
                </a:lnTo>
                <a:lnTo>
                  <a:pt x="2008" y="614"/>
                </a:lnTo>
                <a:lnTo>
                  <a:pt x="2008" y="613"/>
                </a:lnTo>
                <a:lnTo>
                  <a:pt x="2008" y="614"/>
                </a:lnTo>
                <a:lnTo>
                  <a:pt x="2007" y="614"/>
                </a:lnTo>
                <a:lnTo>
                  <a:pt x="2007" y="613"/>
                </a:lnTo>
                <a:lnTo>
                  <a:pt x="2006" y="613"/>
                </a:lnTo>
                <a:lnTo>
                  <a:pt x="2006" y="612"/>
                </a:lnTo>
                <a:lnTo>
                  <a:pt x="2006" y="611"/>
                </a:lnTo>
                <a:lnTo>
                  <a:pt x="2005" y="611"/>
                </a:lnTo>
                <a:lnTo>
                  <a:pt x="2004" y="611"/>
                </a:lnTo>
                <a:lnTo>
                  <a:pt x="2005" y="611"/>
                </a:lnTo>
                <a:lnTo>
                  <a:pt x="2004" y="610"/>
                </a:lnTo>
                <a:lnTo>
                  <a:pt x="2003" y="610"/>
                </a:lnTo>
                <a:lnTo>
                  <a:pt x="2003" y="609"/>
                </a:lnTo>
                <a:lnTo>
                  <a:pt x="2002" y="609"/>
                </a:lnTo>
                <a:lnTo>
                  <a:pt x="2001" y="609"/>
                </a:lnTo>
                <a:lnTo>
                  <a:pt x="2000" y="608"/>
                </a:lnTo>
                <a:lnTo>
                  <a:pt x="2001" y="608"/>
                </a:lnTo>
                <a:lnTo>
                  <a:pt x="2000" y="608"/>
                </a:lnTo>
                <a:lnTo>
                  <a:pt x="2000" y="607"/>
                </a:lnTo>
                <a:lnTo>
                  <a:pt x="1999" y="607"/>
                </a:lnTo>
                <a:lnTo>
                  <a:pt x="2000" y="607"/>
                </a:lnTo>
                <a:lnTo>
                  <a:pt x="2000" y="606"/>
                </a:lnTo>
                <a:lnTo>
                  <a:pt x="1999" y="606"/>
                </a:lnTo>
                <a:lnTo>
                  <a:pt x="1998" y="606"/>
                </a:lnTo>
                <a:lnTo>
                  <a:pt x="1998" y="605"/>
                </a:lnTo>
                <a:lnTo>
                  <a:pt x="1998" y="606"/>
                </a:lnTo>
                <a:lnTo>
                  <a:pt x="1997" y="606"/>
                </a:lnTo>
                <a:lnTo>
                  <a:pt x="1997" y="605"/>
                </a:lnTo>
                <a:lnTo>
                  <a:pt x="1997" y="606"/>
                </a:lnTo>
                <a:lnTo>
                  <a:pt x="1996" y="606"/>
                </a:lnTo>
                <a:lnTo>
                  <a:pt x="1996" y="605"/>
                </a:lnTo>
                <a:lnTo>
                  <a:pt x="1998" y="602"/>
                </a:lnTo>
                <a:lnTo>
                  <a:pt x="1999" y="601"/>
                </a:lnTo>
                <a:lnTo>
                  <a:pt x="1997" y="600"/>
                </a:lnTo>
                <a:lnTo>
                  <a:pt x="1985" y="596"/>
                </a:lnTo>
                <a:lnTo>
                  <a:pt x="1980" y="594"/>
                </a:lnTo>
                <a:lnTo>
                  <a:pt x="1980" y="591"/>
                </a:lnTo>
                <a:lnTo>
                  <a:pt x="1979" y="587"/>
                </a:lnTo>
                <a:lnTo>
                  <a:pt x="1979" y="586"/>
                </a:lnTo>
                <a:lnTo>
                  <a:pt x="1978" y="582"/>
                </a:lnTo>
                <a:lnTo>
                  <a:pt x="1972" y="580"/>
                </a:lnTo>
                <a:lnTo>
                  <a:pt x="1967" y="578"/>
                </a:lnTo>
                <a:lnTo>
                  <a:pt x="1961" y="576"/>
                </a:lnTo>
                <a:lnTo>
                  <a:pt x="1946" y="571"/>
                </a:lnTo>
                <a:lnTo>
                  <a:pt x="1945" y="570"/>
                </a:lnTo>
                <a:lnTo>
                  <a:pt x="1936" y="559"/>
                </a:lnTo>
                <a:lnTo>
                  <a:pt x="1928" y="549"/>
                </a:lnTo>
                <a:lnTo>
                  <a:pt x="1927" y="548"/>
                </a:lnTo>
                <a:lnTo>
                  <a:pt x="1925" y="548"/>
                </a:lnTo>
                <a:lnTo>
                  <a:pt x="1918" y="547"/>
                </a:lnTo>
                <a:lnTo>
                  <a:pt x="1917" y="547"/>
                </a:lnTo>
                <a:lnTo>
                  <a:pt x="1917" y="548"/>
                </a:lnTo>
                <a:lnTo>
                  <a:pt x="1916" y="548"/>
                </a:lnTo>
                <a:lnTo>
                  <a:pt x="1916" y="547"/>
                </a:lnTo>
                <a:lnTo>
                  <a:pt x="1915" y="546"/>
                </a:lnTo>
                <a:lnTo>
                  <a:pt x="1914" y="546"/>
                </a:lnTo>
                <a:lnTo>
                  <a:pt x="1913" y="546"/>
                </a:lnTo>
                <a:lnTo>
                  <a:pt x="1912" y="546"/>
                </a:lnTo>
                <a:lnTo>
                  <a:pt x="1911" y="546"/>
                </a:lnTo>
                <a:lnTo>
                  <a:pt x="1910" y="546"/>
                </a:lnTo>
                <a:lnTo>
                  <a:pt x="1909" y="546"/>
                </a:lnTo>
                <a:lnTo>
                  <a:pt x="1909" y="547"/>
                </a:lnTo>
                <a:lnTo>
                  <a:pt x="1909" y="546"/>
                </a:lnTo>
                <a:lnTo>
                  <a:pt x="1909" y="547"/>
                </a:lnTo>
                <a:lnTo>
                  <a:pt x="1908" y="547"/>
                </a:lnTo>
                <a:lnTo>
                  <a:pt x="1907" y="547"/>
                </a:lnTo>
                <a:lnTo>
                  <a:pt x="1907" y="546"/>
                </a:lnTo>
                <a:lnTo>
                  <a:pt x="1906" y="546"/>
                </a:lnTo>
                <a:lnTo>
                  <a:pt x="1906" y="547"/>
                </a:lnTo>
                <a:lnTo>
                  <a:pt x="1905" y="546"/>
                </a:lnTo>
                <a:lnTo>
                  <a:pt x="1904" y="546"/>
                </a:lnTo>
                <a:lnTo>
                  <a:pt x="1904" y="547"/>
                </a:lnTo>
                <a:lnTo>
                  <a:pt x="1903" y="547"/>
                </a:lnTo>
                <a:lnTo>
                  <a:pt x="1902" y="546"/>
                </a:lnTo>
                <a:lnTo>
                  <a:pt x="1901" y="546"/>
                </a:lnTo>
                <a:lnTo>
                  <a:pt x="1901" y="545"/>
                </a:lnTo>
                <a:lnTo>
                  <a:pt x="1900" y="545"/>
                </a:lnTo>
                <a:lnTo>
                  <a:pt x="1899" y="545"/>
                </a:lnTo>
                <a:lnTo>
                  <a:pt x="1899" y="544"/>
                </a:lnTo>
                <a:lnTo>
                  <a:pt x="1898" y="544"/>
                </a:lnTo>
                <a:lnTo>
                  <a:pt x="1898" y="543"/>
                </a:lnTo>
                <a:lnTo>
                  <a:pt x="1897" y="543"/>
                </a:lnTo>
                <a:lnTo>
                  <a:pt x="1895" y="543"/>
                </a:lnTo>
                <a:lnTo>
                  <a:pt x="1894" y="543"/>
                </a:lnTo>
                <a:lnTo>
                  <a:pt x="1893" y="543"/>
                </a:lnTo>
                <a:lnTo>
                  <a:pt x="1893" y="542"/>
                </a:lnTo>
                <a:lnTo>
                  <a:pt x="1892" y="542"/>
                </a:lnTo>
                <a:lnTo>
                  <a:pt x="1892" y="543"/>
                </a:lnTo>
                <a:lnTo>
                  <a:pt x="1891" y="543"/>
                </a:lnTo>
                <a:lnTo>
                  <a:pt x="1890" y="544"/>
                </a:lnTo>
                <a:lnTo>
                  <a:pt x="1889" y="543"/>
                </a:lnTo>
                <a:lnTo>
                  <a:pt x="1889" y="544"/>
                </a:lnTo>
                <a:lnTo>
                  <a:pt x="1888" y="544"/>
                </a:lnTo>
                <a:lnTo>
                  <a:pt x="1888" y="543"/>
                </a:lnTo>
                <a:lnTo>
                  <a:pt x="1888" y="542"/>
                </a:lnTo>
                <a:lnTo>
                  <a:pt x="1887" y="542"/>
                </a:lnTo>
                <a:lnTo>
                  <a:pt x="1887" y="543"/>
                </a:lnTo>
                <a:lnTo>
                  <a:pt x="1886" y="543"/>
                </a:lnTo>
                <a:lnTo>
                  <a:pt x="1886" y="544"/>
                </a:lnTo>
                <a:lnTo>
                  <a:pt x="1885" y="544"/>
                </a:lnTo>
                <a:lnTo>
                  <a:pt x="1884" y="544"/>
                </a:lnTo>
                <a:lnTo>
                  <a:pt x="1884" y="545"/>
                </a:lnTo>
                <a:lnTo>
                  <a:pt x="1884" y="544"/>
                </a:lnTo>
                <a:lnTo>
                  <a:pt x="1883" y="544"/>
                </a:lnTo>
                <a:lnTo>
                  <a:pt x="1883" y="545"/>
                </a:lnTo>
                <a:lnTo>
                  <a:pt x="1882" y="545"/>
                </a:lnTo>
                <a:lnTo>
                  <a:pt x="1881" y="545"/>
                </a:lnTo>
                <a:lnTo>
                  <a:pt x="1880" y="545"/>
                </a:lnTo>
                <a:lnTo>
                  <a:pt x="1881" y="545"/>
                </a:lnTo>
                <a:lnTo>
                  <a:pt x="1881" y="546"/>
                </a:lnTo>
                <a:lnTo>
                  <a:pt x="1880" y="546"/>
                </a:lnTo>
                <a:lnTo>
                  <a:pt x="1879" y="546"/>
                </a:lnTo>
                <a:lnTo>
                  <a:pt x="1878" y="546"/>
                </a:lnTo>
                <a:lnTo>
                  <a:pt x="1877" y="546"/>
                </a:lnTo>
                <a:lnTo>
                  <a:pt x="1876" y="546"/>
                </a:lnTo>
                <a:lnTo>
                  <a:pt x="1876" y="545"/>
                </a:lnTo>
                <a:lnTo>
                  <a:pt x="1875" y="545"/>
                </a:lnTo>
                <a:lnTo>
                  <a:pt x="1874" y="546"/>
                </a:lnTo>
                <a:lnTo>
                  <a:pt x="1873" y="546"/>
                </a:lnTo>
                <a:lnTo>
                  <a:pt x="1873" y="545"/>
                </a:lnTo>
                <a:lnTo>
                  <a:pt x="1873" y="546"/>
                </a:lnTo>
                <a:lnTo>
                  <a:pt x="1872" y="546"/>
                </a:lnTo>
                <a:lnTo>
                  <a:pt x="1872" y="545"/>
                </a:lnTo>
                <a:lnTo>
                  <a:pt x="1871" y="545"/>
                </a:lnTo>
                <a:lnTo>
                  <a:pt x="1871" y="546"/>
                </a:lnTo>
                <a:lnTo>
                  <a:pt x="1870" y="546"/>
                </a:lnTo>
                <a:lnTo>
                  <a:pt x="1870" y="545"/>
                </a:lnTo>
                <a:lnTo>
                  <a:pt x="1869" y="545"/>
                </a:lnTo>
                <a:lnTo>
                  <a:pt x="1868" y="545"/>
                </a:lnTo>
                <a:lnTo>
                  <a:pt x="1867" y="544"/>
                </a:lnTo>
                <a:lnTo>
                  <a:pt x="1866" y="544"/>
                </a:lnTo>
                <a:lnTo>
                  <a:pt x="1860" y="545"/>
                </a:lnTo>
                <a:lnTo>
                  <a:pt x="1860" y="546"/>
                </a:lnTo>
                <a:lnTo>
                  <a:pt x="1859" y="546"/>
                </a:lnTo>
                <a:lnTo>
                  <a:pt x="1858" y="547"/>
                </a:lnTo>
                <a:lnTo>
                  <a:pt x="1834" y="570"/>
                </a:lnTo>
                <a:lnTo>
                  <a:pt x="1834" y="571"/>
                </a:lnTo>
                <a:lnTo>
                  <a:pt x="1833" y="572"/>
                </a:lnTo>
                <a:lnTo>
                  <a:pt x="1831" y="572"/>
                </a:lnTo>
                <a:lnTo>
                  <a:pt x="1830" y="572"/>
                </a:lnTo>
                <a:lnTo>
                  <a:pt x="1821" y="584"/>
                </a:lnTo>
                <a:lnTo>
                  <a:pt x="1795" y="565"/>
                </a:lnTo>
                <a:lnTo>
                  <a:pt x="1787" y="562"/>
                </a:lnTo>
                <a:lnTo>
                  <a:pt x="1775" y="558"/>
                </a:lnTo>
                <a:lnTo>
                  <a:pt x="1767" y="557"/>
                </a:lnTo>
                <a:lnTo>
                  <a:pt x="1757" y="558"/>
                </a:lnTo>
                <a:lnTo>
                  <a:pt x="1736" y="564"/>
                </a:lnTo>
                <a:lnTo>
                  <a:pt x="1720" y="560"/>
                </a:lnTo>
                <a:lnTo>
                  <a:pt x="1706" y="566"/>
                </a:lnTo>
                <a:lnTo>
                  <a:pt x="1697" y="576"/>
                </a:lnTo>
                <a:lnTo>
                  <a:pt x="1693" y="579"/>
                </a:lnTo>
                <a:lnTo>
                  <a:pt x="1691" y="580"/>
                </a:lnTo>
                <a:lnTo>
                  <a:pt x="1658" y="555"/>
                </a:lnTo>
                <a:lnTo>
                  <a:pt x="1657" y="547"/>
                </a:lnTo>
                <a:lnTo>
                  <a:pt x="1655" y="537"/>
                </a:lnTo>
                <a:lnTo>
                  <a:pt x="1654" y="537"/>
                </a:lnTo>
                <a:lnTo>
                  <a:pt x="1654" y="536"/>
                </a:lnTo>
                <a:lnTo>
                  <a:pt x="1654" y="535"/>
                </a:lnTo>
                <a:lnTo>
                  <a:pt x="1655" y="535"/>
                </a:lnTo>
                <a:lnTo>
                  <a:pt x="1656" y="534"/>
                </a:lnTo>
                <a:lnTo>
                  <a:pt x="1655" y="533"/>
                </a:lnTo>
                <a:lnTo>
                  <a:pt x="1654" y="533"/>
                </a:lnTo>
                <a:lnTo>
                  <a:pt x="1654" y="532"/>
                </a:lnTo>
                <a:lnTo>
                  <a:pt x="1680" y="521"/>
                </a:lnTo>
                <a:lnTo>
                  <a:pt x="1678" y="494"/>
                </a:lnTo>
                <a:lnTo>
                  <a:pt x="1703" y="464"/>
                </a:lnTo>
                <a:lnTo>
                  <a:pt x="1703" y="463"/>
                </a:lnTo>
                <a:lnTo>
                  <a:pt x="1700" y="458"/>
                </a:lnTo>
                <a:lnTo>
                  <a:pt x="1761" y="358"/>
                </a:lnTo>
                <a:lnTo>
                  <a:pt x="1776" y="365"/>
                </a:lnTo>
                <a:lnTo>
                  <a:pt x="1792" y="374"/>
                </a:lnTo>
                <a:lnTo>
                  <a:pt x="1798" y="376"/>
                </a:lnTo>
                <a:lnTo>
                  <a:pt x="1811" y="380"/>
                </a:lnTo>
                <a:lnTo>
                  <a:pt x="1830" y="380"/>
                </a:lnTo>
                <a:lnTo>
                  <a:pt x="1843" y="386"/>
                </a:lnTo>
                <a:lnTo>
                  <a:pt x="1859" y="392"/>
                </a:lnTo>
                <a:lnTo>
                  <a:pt x="1860" y="392"/>
                </a:lnTo>
                <a:lnTo>
                  <a:pt x="1860" y="391"/>
                </a:lnTo>
                <a:lnTo>
                  <a:pt x="1860" y="390"/>
                </a:lnTo>
                <a:lnTo>
                  <a:pt x="1861" y="390"/>
                </a:lnTo>
                <a:lnTo>
                  <a:pt x="1861" y="389"/>
                </a:lnTo>
                <a:lnTo>
                  <a:pt x="1862" y="389"/>
                </a:lnTo>
                <a:lnTo>
                  <a:pt x="1863" y="388"/>
                </a:lnTo>
                <a:lnTo>
                  <a:pt x="1863" y="387"/>
                </a:lnTo>
                <a:lnTo>
                  <a:pt x="1864" y="387"/>
                </a:lnTo>
                <a:lnTo>
                  <a:pt x="1864" y="386"/>
                </a:lnTo>
                <a:lnTo>
                  <a:pt x="1864" y="385"/>
                </a:lnTo>
                <a:lnTo>
                  <a:pt x="1864" y="384"/>
                </a:lnTo>
                <a:lnTo>
                  <a:pt x="1865" y="384"/>
                </a:lnTo>
                <a:lnTo>
                  <a:pt x="1866" y="384"/>
                </a:lnTo>
                <a:lnTo>
                  <a:pt x="1867" y="384"/>
                </a:lnTo>
                <a:lnTo>
                  <a:pt x="1868" y="384"/>
                </a:lnTo>
                <a:lnTo>
                  <a:pt x="1869" y="384"/>
                </a:lnTo>
                <a:lnTo>
                  <a:pt x="1870" y="384"/>
                </a:lnTo>
                <a:lnTo>
                  <a:pt x="1871" y="384"/>
                </a:lnTo>
                <a:lnTo>
                  <a:pt x="1872" y="384"/>
                </a:lnTo>
                <a:lnTo>
                  <a:pt x="1872" y="383"/>
                </a:lnTo>
                <a:lnTo>
                  <a:pt x="1872" y="382"/>
                </a:lnTo>
                <a:lnTo>
                  <a:pt x="1873" y="382"/>
                </a:lnTo>
                <a:lnTo>
                  <a:pt x="1874" y="382"/>
                </a:lnTo>
                <a:lnTo>
                  <a:pt x="1875" y="382"/>
                </a:lnTo>
                <a:lnTo>
                  <a:pt x="1874" y="382"/>
                </a:lnTo>
                <a:lnTo>
                  <a:pt x="1875" y="382"/>
                </a:lnTo>
                <a:lnTo>
                  <a:pt x="1875" y="381"/>
                </a:lnTo>
                <a:lnTo>
                  <a:pt x="1876" y="381"/>
                </a:lnTo>
                <a:lnTo>
                  <a:pt x="1876" y="382"/>
                </a:lnTo>
                <a:lnTo>
                  <a:pt x="1877" y="382"/>
                </a:lnTo>
                <a:lnTo>
                  <a:pt x="1879" y="382"/>
                </a:lnTo>
                <a:lnTo>
                  <a:pt x="1880" y="382"/>
                </a:lnTo>
                <a:lnTo>
                  <a:pt x="1881" y="382"/>
                </a:lnTo>
                <a:lnTo>
                  <a:pt x="1882" y="382"/>
                </a:lnTo>
                <a:lnTo>
                  <a:pt x="1884" y="382"/>
                </a:lnTo>
                <a:lnTo>
                  <a:pt x="1884" y="381"/>
                </a:lnTo>
                <a:lnTo>
                  <a:pt x="1885" y="380"/>
                </a:lnTo>
                <a:lnTo>
                  <a:pt x="1886" y="379"/>
                </a:lnTo>
                <a:lnTo>
                  <a:pt x="1886" y="378"/>
                </a:lnTo>
                <a:lnTo>
                  <a:pt x="1887" y="378"/>
                </a:lnTo>
                <a:lnTo>
                  <a:pt x="1887" y="377"/>
                </a:lnTo>
                <a:lnTo>
                  <a:pt x="1887" y="376"/>
                </a:lnTo>
                <a:lnTo>
                  <a:pt x="1889" y="377"/>
                </a:lnTo>
                <a:lnTo>
                  <a:pt x="1890" y="377"/>
                </a:lnTo>
                <a:lnTo>
                  <a:pt x="1890" y="378"/>
                </a:lnTo>
                <a:lnTo>
                  <a:pt x="1891" y="378"/>
                </a:lnTo>
                <a:lnTo>
                  <a:pt x="1892" y="377"/>
                </a:lnTo>
                <a:lnTo>
                  <a:pt x="1891" y="377"/>
                </a:lnTo>
                <a:lnTo>
                  <a:pt x="1892" y="377"/>
                </a:lnTo>
                <a:lnTo>
                  <a:pt x="1892" y="376"/>
                </a:lnTo>
                <a:lnTo>
                  <a:pt x="1893" y="376"/>
                </a:lnTo>
                <a:lnTo>
                  <a:pt x="1893" y="375"/>
                </a:lnTo>
                <a:lnTo>
                  <a:pt x="1892" y="375"/>
                </a:lnTo>
                <a:lnTo>
                  <a:pt x="1893" y="375"/>
                </a:lnTo>
                <a:lnTo>
                  <a:pt x="1894" y="375"/>
                </a:lnTo>
                <a:lnTo>
                  <a:pt x="1895" y="375"/>
                </a:lnTo>
                <a:lnTo>
                  <a:pt x="1895" y="374"/>
                </a:lnTo>
                <a:lnTo>
                  <a:pt x="1895" y="373"/>
                </a:lnTo>
                <a:lnTo>
                  <a:pt x="1896" y="373"/>
                </a:lnTo>
                <a:lnTo>
                  <a:pt x="1895" y="372"/>
                </a:lnTo>
                <a:lnTo>
                  <a:pt x="1896" y="371"/>
                </a:lnTo>
                <a:lnTo>
                  <a:pt x="1896" y="372"/>
                </a:lnTo>
                <a:lnTo>
                  <a:pt x="1897" y="372"/>
                </a:lnTo>
                <a:lnTo>
                  <a:pt x="1897" y="371"/>
                </a:lnTo>
                <a:lnTo>
                  <a:pt x="1897" y="370"/>
                </a:lnTo>
                <a:lnTo>
                  <a:pt x="1898" y="370"/>
                </a:lnTo>
                <a:lnTo>
                  <a:pt x="1897" y="370"/>
                </a:lnTo>
                <a:lnTo>
                  <a:pt x="1897" y="369"/>
                </a:lnTo>
                <a:lnTo>
                  <a:pt x="1899" y="369"/>
                </a:lnTo>
                <a:lnTo>
                  <a:pt x="1899" y="370"/>
                </a:lnTo>
                <a:lnTo>
                  <a:pt x="1899" y="369"/>
                </a:lnTo>
                <a:lnTo>
                  <a:pt x="1900" y="369"/>
                </a:lnTo>
                <a:lnTo>
                  <a:pt x="1902" y="369"/>
                </a:lnTo>
                <a:lnTo>
                  <a:pt x="1903" y="369"/>
                </a:lnTo>
                <a:lnTo>
                  <a:pt x="1903" y="368"/>
                </a:lnTo>
                <a:lnTo>
                  <a:pt x="1903" y="367"/>
                </a:lnTo>
                <a:lnTo>
                  <a:pt x="1903" y="368"/>
                </a:lnTo>
                <a:lnTo>
                  <a:pt x="1904" y="368"/>
                </a:lnTo>
                <a:lnTo>
                  <a:pt x="1904" y="367"/>
                </a:lnTo>
                <a:lnTo>
                  <a:pt x="1905" y="366"/>
                </a:lnTo>
                <a:lnTo>
                  <a:pt x="1904" y="366"/>
                </a:lnTo>
                <a:lnTo>
                  <a:pt x="1905" y="366"/>
                </a:lnTo>
                <a:lnTo>
                  <a:pt x="1906" y="366"/>
                </a:lnTo>
                <a:lnTo>
                  <a:pt x="1907" y="366"/>
                </a:lnTo>
                <a:lnTo>
                  <a:pt x="1908" y="366"/>
                </a:lnTo>
                <a:lnTo>
                  <a:pt x="1908" y="365"/>
                </a:lnTo>
                <a:lnTo>
                  <a:pt x="1909" y="365"/>
                </a:lnTo>
                <a:lnTo>
                  <a:pt x="1910" y="365"/>
                </a:lnTo>
                <a:lnTo>
                  <a:pt x="1911" y="365"/>
                </a:lnTo>
                <a:lnTo>
                  <a:pt x="1911" y="364"/>
                </a:lnTo>
                <a:lnTo>
                  <a:pt x="1911" y="363"/>
                </a:lnTo>
                <a:lnTo>
                  <a:pt x="1911" y="362"/>
                </a:lnTo>
                <a:lnTo>
                  <a:pt x="1912" y="363"/>
                </a:lnTo>
                <a:lnTo>
                  <a:pt x="1913" y="362"/>
                </a:lnTo>
                <a:lnTo>
                  <a:pt x="1912" y="362"/>
                </a:lnTo>
                <a:lnTo>
                  <a:pt x="1912" y="361"/>
                </a:lnTo>
                <a:lnTo>
                  <a:pt x="1911" y="361"/>
                </a:lnTo>
                <a:lnTo>
                  <a:pt x="1911" y="360"/>
                </a:lnTo>
                <a:lnTo>
                  <a:pt x="1912" y="360"/>
                </a:lnTo>
                <a:lnTo>
                  <a:pt x="1913" y="360"/>
                </a:lnTo>
                <a:lnTo>
                  <a:pt x="1913" y="361"/>
                </a:lnTo>
                <a:lnTo>
                  <a:pt x="1914" y="361"/>
                </a:lnTo>
                <a:lnTo>
                  <a:pt x="1915" y="361"/>
                </a:lnTo>
                <a:lnTo>
                  <a:pt x="1915" y="360"/>
                </a:lnTo>
                <a:lnTo>
                  <a:pt x="1916" y="360"/>
                </a:lnTo>
                <a:lnTo>
                  <a:pt x="1915" y="360"/>
                </a:lnTo>
                <a:lnTo>
                  <a:pt x="1916" y="360"/>
                </a:lnTo>
                <a:lnTo>
                  <a:pt x="1916" y="359"/>
                </a:lnTo>
                <a:lnTo>
                  <a:pt x="1917" y="360"/>
                </a:lnTo>
                <a:lnTo>
                  <a:pt x="1918" y="360"/>
                </a:lnTo>
                <a:lnTo>
                  <a:pt x="1918" y="359"/>
                </a:lnTo>
                <a:lnTo>
                  <a:pt x="1918" y="360"/>
                </a:lnTo>
                <a:lnTo>
                  <a:pt x="1919" y="360"/>
                </a:lnTo>
                <a:lnTo>
                  <a:pt x="1919" y="361"/>
                </a:lnTo>
                <a:lnTo>
                  <a:pt x="1919" y="360"/>
                </a:lnTo>
                <a:lnTo>
                  <a:pt x="1920" y="360"/>
                </a:lnTo>
                <a:lnTo>
                  <a:pt x="1919" y="359"/>
                </a:lnTo>
                <a:lnTo>
                  <a:pt x="1920" y="359"/>
                </a:lnTo>
                <a:lnTo>
                  <a:pt x="1921" y="359"/>
                </a:lnTo>
                <a:lnTo>
                  <a:pt x="1921" y="358"/>
                </a:lnTo>
                <a:lnTo>
                  <a:pt x="1920" y="358"/>
                </a:lnTo>
                <a:lnTo>
                  <a:pt x="1920" y="357"/>
                </a:lnTo>
                <a:lnTo>
                  <a:pt x="1920" y="356"/>
                </a:lnTo>
                <a:lnTo>
                  <a:pt x="1920" y="355"/>
                </a:lnTo>
                <a:lnTo>
                  <a:pt x="1921" y="355"/>
                </a:lnTo>
                <a:lnTo>
                  <a:pt x="1922" y="355"/>
                </a:lnTo>
                <a:lnTo>
                  <a:pt x="1923" y="355"/>
                </a:lnTo>
                <a:lnTo>
                  <a:pt x="1924" y="355"/>
                </a:lnTo>
                <a:lnTo>
                  <a:pt x="1924" y="354"/>
                </a:lnTo>
                <a:lnTo>
                  <a:pt x="1924" y="353"/>
                </a:lnTo>
                <a:lnTo>
                  <a:pt x="1925" y="353"/>
                </a:lnTo>
                <a:lnTo>
                  <a:pt x="1926" y="353"/>
                </a:lnTo>
                <a:lnTo>
                  <a:pt x="1926" y="352"/>
                </a:lnTo>
                <a:lnTo>
                  <a:pt x="1927" y="352"/>
                </a:lnTo>
                <a:lnTo>
                  <a:pt x="1927" y="353"/>
                </a:lnTo>
                <a:lnTo>
                  <a:pt x="1927" y="352"/>
                </a:lnTo>
                <a:lnTo>
                  <a:pt x="1926" y="352"/>
                </a:lnTo>
                <a:lnTo>
                  <a:pt x="1927" y="352"/>
                </a:lnTo>
                <a:lnTo>
                  <a:pt x="1928" y="352"/>
                </a:lnTo>
                <a:lnTo>
                  <a:pt x="1928" y="351"/>
                </a:lnTo>
                <a:lnTo>
                  <a:pt x="1927" y="351"/>
                </a:lnTo>
                <a:lnTo>
                  <a:pt x="1927" y="350"/>
                </a:lnTo>
                <a:lnTo>
                  <a:pt x="1928" y="350"/>
                </a:lnTo>
                <a:lnTo>
                  <a:pt x="1929" y="350"/>
                </a:lnTo>
                <a:lnTo>
                  <a:pt x="1930" y="350"/>
                </a:lnTo>
                <a:lnTo>
                  <a:pt x="1931" y="350"/>
                </a:lnTo>
                <a:lnTo>
                  <a:pt x="1932" y="350"/>
                </a:lnTo>
                <a:lnTo>
                  <a:pt x="1931" y="350"/>
                </a:lnTo>
                <a:lnTo>
                  <a:pt x="1931" y="349"/>
                </a:lnTo>
                <a:lnTo>
                  <a:pt x="1932" y="349"/>
                </a:lnTo>
                <a:lnTo>
                  <a:pt x="1933" y="349"/>
                </a:lnTo>
                <a:lnTo>
                  <a:pt x="1932" y="349"/>
                </a:lnTo>
                <a:lnTo>
                  <a:pt x="1932" y="348"/>
                </a:lnTo>
                <a:lnTo>
                  <a:pt x="1933" y="348"/>
                </a:lnTo>
                <a:lnTo>
                  <a:pt x="1933" y="349"/>
                </a:lnTo>
                <a:lnTo>
                  <a:pt x="1933" y="348"/>
                </a:lnTo>
                <a:lnTo>
                  <a:pt x="1934" y="348"/>
                </a:lnTo>
                <a:lnTo>
                  <a:pt x="1934" y="349"/>
                </a:lnTo>
                <a:lnTo>
                  <a:pt x="1935" y="349"/>
                </a:lnTo>
                <a:lnTo>
                  <a:pt x="1935" y="348"/>
                </a:lnTo>
                <a:lnTo>
                  <a:pt x="1936" y="348"/>
                </a:lnTo>
                <a:lnTo>
                  <a:pt x="1937" y="348"/>
                </a:lnTo>
                <a:lnTo>
                  <a:pt x="1937" y="347"/>
                </a:lnTo>
                <a:lnTo>
                  <a:pt x="1938" y="347"/>
                </a:lnTo>
                <a:lnTo>
                  <a:pt x="1939" y="347"/>
                </a:lnTo>
                <a:lnTo>
                  <a:pt x="1939" y="348"/>
                </a:lnTo>
                <a:lnTo>
                  <a:pt x="1940" y="348"/>
                </a:lnTo>
                <a:lnTo>
                  <a:pt x="1940" y="347"/>
                </a:lnTo>
                <a:lnTo>
                  <a:pt x="1940" y="348"/>
                </a:lnTo>
                <a:lnTo>
                  <a:pt x="1941" y="348"/>
                </a:lnTo>
                <a:lnTo>
                  <a:pt x="1942" y="348"/>
                </a:lnTo>
                <a:lnTo>
                  <a:pt x="1942" y="347"/>
                </a:lnTo>
                <a:lnTo>
                  <a:pt x="1943" y="347"/>
                </a:lnTo>
                <a:lnTo>
                  <a:pt x="1943" y="348"/>
                </a:lnTo>
                <a:lnTo>
                  <a:pt x="1944" y="348"/>
                </a:lnTo>
                <a:lnTo>
                  <a:pt x="1944" y="347"/>
                </a:lnTo>
                <a:lnTo>
                  <a:pt x="1945" y="347"/>
                </a:lnTo>
                <a:lnTo>
                  <a:pt x="1946" y="347"/>
                </a:lnTo>
                <a:lnTo>
                  <a:pt x="1947" y="347"/>
                </a:lnTo>
                <a:lnTo>
                  <a:pt x="1948" y="347"/>
                </a:lnTo>
                <a:lnTo>
                  <a:pt x="1947" y="347"/>
                </a:lnTo>
                <a:lnTo>
                  <a:pt x="1948" y="347"/>
                </a:lnTo>
                <a:lnTo>
                  <a:pt x="1948" y="346"/>
                </a:lnTo>
                <a:lnTo>
                  <a:pt x="1949" y="346"/>
                </a:lnTo>
                <a:lnTo>
                  <a:pt x="1950" y="346"/>
                </a:lnTo>
                <a:lnTo>
                  <a:pt x="1951" y="346"/>
                </a:lnTo>
                <a:lnTo>
                  <a:pt x="1951" y="347"/>
                </a:lnTo>
                <a:lnTo>
                  <a:pt x="1952" y="347"/>
                </a:lnTo>
                <a:lnTo>
                  <a:pt x="1952" y="346"/>
                </a:lnTo>
                <a:lnTo>
                  <a:pt x="1953" y="346"/>
                </a:lnTo>
                <a:lnTo>
                  <a:pt x="1954" y="346"/>
                </a:lnTo>
                <a:lnTo>
                  <a:pt x="1955" y="346"/>
                </a:lnTo>
                <a:lnTo>
                  <a:pt x="1955" y="345"/>
                </a:lnTo>
                <a:lnTo>
                  <a:pt x="1956" y="345"/>
                </a:lnTo>
                <a:lnTo>
                  <a:pt x="1955" y="345"/>
                </a:lnTo>
                <a:lnTo>
                  <a:pt x="1956" y="345"/>
                </a:lnTo>
                <a:lnTo>
                  <a:pt x="1957" y="345"/>
                </a:lnTo>
                <a:lnTo>
                  <a:pt x="1958" y="345"/>
                </a:lnTo>
                <a:lnTo>
                  <a:pt x="1959" y="345"/>
                </a:lnTo>
                <a:lnTo>
                  <a:pt x="1959" y="344"/>
                </a:lnTo>
                <a:lnTo>
                  <a:pt x="1960" y="344"/>
                </a:lnTo>
                <a:lnTo>
                  <a:pt x="1961" y="344"/>
                </a:lnTo>
                <a:lnTo>
                  <a:pt x="1962" y="344"/>
                </a:lnTo>
                <a:lnTo>
                  <a:pt x="1963" y="344"/>
                </a:lnTo>
                <a:lnTo>
                  <a:pt x="1964" y="344"/>
                </a:lnTo>
                <a:lnTo>
                  <a:pt x="1965" y="344"/>
                </a:lnTo>
                <a:lnTo>
                  <a:pt x="1964" y="344"/>
                </a:lnTo>
                <a:lnTo>
                  <a:pt x="1965" y="345"/>
                </a:lnTo>
                <a:lnTo>
                  <a:pt x="1965" y="344"/>
                </a:lnTo>
                <a:lnTo>
                  <a:pt x="1966" y="344"/>
                </a:lnTo>
                <a:lnTo>
                  <a:pt x="1966" y="345"/>
                </a:lnTo>
                <a:lnTo>
                  <a:pt x="1965" y="345"/>
                </a:lnTo>
                <a:lnTo>
                  <a:pt x="1966" y="345"/>
                </a:lnTo>
                <a:lnTo>
                  <a:pt x="1967" y="345"/>
                </a:lnTo>
                <a:lnTo>
                  <a:pt x="1968" y="345"/>
                </a:lnTo>
                <a:lnTo>
                  <a:pt x="1969" y="344"/>
                </a:lnTo>
                <a:lnTo>
                  <a:pt x="1970" y="344"/>
                </a:lnTo>
                <a:lnTo>
                  <a:pt x="1971" y="344"/>
                </a:lnTo>
                <a:lnTo>
                  <a:pt x="1971" y="345"/>
                </a:lnTo>
                <a:lnTo>
                  <a:pt x="1971" y="344"/>
                </a:lnTo>
                <a:lnTo>
                  <a:pt x="1972" y="344"/>
                </a:lnTo>
                <a:lnTo>
                  <a:pt x="1973" y="344"/>
                </a:lnTo>
                <a:lnTo>
                  <a:pt x="1973" y="343"/>
                </a:lnTo>
                <a:lnTo>
                  <a:pt x="1973" y="344"/>
                </a:lnTo>
                <a:lnTo>
                  <a:pt x="1974" y="344"/>
                </a:lnTo>
                <a:lnTo>
                  <a:pt x="1975" y="344"/>
                </a:lnTo>
                <a:lnTo>
                  <a:pt x="1976" y="343"/>
                </a:lnTo>
                <a:lnTo>
                  <a:pt x="1977" y="343"/>
                </a:lnTo>
                <a:lnTo>
                  <a:pt x="1977" y="342"/>
                </a:lnTo>
                <a:lnTo>
                  <a:pt x="1978" y="342"/>
                </a:lnTo>
                <a:lnTo>
                  <a:pt x="1978" y="341"/>
                </a:lnTo>
                <a:lnTo>
                  <a:pt x="1978" y="340"/>
                </a:lnTo>
                <a:lnTo>
                  <a:pt x="1979" y="340"/>
                </a:lnTo>
                <a:lnTo>
                  <a:pt x="1979" y="339"/>
                </a:lnTo>
                <a:lnTo>
                  <a:pt x="1980" y="339"/>
                </a:lnTo>
                <a:lnTo>
                  <a:pt x="1981" y="340"/>
                </a:lnTo>
                <a:lnTo>
                  <a:pt x="1981" y="339"/>
                </a:lnTo>
                <a:lnTo>
                  <a:pt x="1982" y="338"/>
                </a:lnTo>
                <a:lnTo>
                  <a:pt x="1983" y="337"/>
                </a:lnTo>
                <a:lnTo>
                  <a:pt x="1983" y="336"/>
                </a:lnTo>
                <a:lnTo>
                  <a:pt x="1984" y="336"/>
                </a:lnTo>
                <a:lnTo>
                  <a:pt x="1984" y="335"/>
                </a:lnTo>
                <a:lnTo>
                  <a:pt x="1983" y="335"/>
                </a:lnTo>
                <a:lnTo>
                  <a:pt x="1984" y="335"/>
                </a:lnTo>
                <a:lnTo>
                  <a:pt x="1984" y="334"/>
                </a:lnTo>
                <a:lnTo>
                  <a:pt x="1983" y="334"/>
                </a:lnTo>
                <a:lnTo>
                  <a:pt x="1984" y="334"/>
                </a:lnTo>
                <a:lnTo>
                  <a:pt x="1985" y="334"/>
                </a:lnTo>
                <a:lnTo>
                  <a:pt x="1986" y="334"/>
                </a:lnTo>
                <a:lnTo>
                  <a:pt x="1987" y="334"/>
                </a:lnTo>
                <a:lnTo>
                  <a:pt x="1987" y="335"/>
                </a:lnTo>
                <a:lnTo>
                  <a:pt x="1988" y="335"/>
                </a:lnTo>
                <a:lnTo>
                  <a:pt x="1988" y="334"/>
                </a:lnTo>
                <a:lnTo>
                  <a:pt x="1989" y="333"/>
                </a:lnTo>
                <a:lnTo>
                  <a:pt x="1989" y="332"/>
                </a:lnTo>
                <a:lnTo>
                  <a:pt x="1990" y="332"/>
                </a:lnTo>
                <a:lnTo>
                  <a:pt x="1991" y="332"/>
                </a:lnTo>
                <a:lnTo>
                  <a:pt x="1991" y="331"/>
                </a:lnTo>
                <a:lnTo>
                  <a:pt x="1992" y="331"/>
                </a:lnTo>
                <a:lnTo>
                  <a:pt x="1992" y="332"/>
                </a:lnTo>
                <a:lnTo>
                  <a:pt x="1993" y="331"/>
                </a:lnTo>
                <a:lnTo>
                  <a:pt x="1993" y="330"/>
                </a:lnTo>
                <a:lnTo>
                  <a:pt x="1993" y="329"/>
                </a:lnTo>
                <a:lnTo>
                  <a:pt x="1993" y="328"/>
                </a:lnTo>
                <a:lnTo>
                  <a:pt x="1994" y="328"/>
                </a:lnTo>
                <a:lnTo>
                  <a:pt x="1995" y="328"/>
                </a:lnTo>
                <a:lnTo>
                  <a:pt x="1995" y="327"/>
                </a:lnTo>
                <a:lnTo>
                  <a:pt x="1995" y="326"/>
                </a:lnTo>
                <a:lnTo>
                  <a:pt x="1997" y="326"/>
                </a:lnTo>
                <a:lnTo>
                  <a:pt x="1997" y="325"/>
                </a:lnTo>
                <a:lnTo>
                  <a:pt x="1997" y="324"/>
                </a:lnTo>
                <a:lnTo>
                  <a:pt x="1996" y="324"/>
                </a:lnTo>
                <a:lnTo>
                  <a:pt x="1997" y="324"/>
                </a:lnTo>
                <a:lnTo>
                  <a:pt x="1997" y="323"/>
                </a:lnTo>
                <a:lnTo>
                  <a:pt x="1998" y="323"/>
                </a:lnTo>
                <a:lnTo>
                  <a:pt x="1999" y="323"/>
                </a:lnTo>
                <a:lnTo>
                  <a:pt x="1998" y="322"/>
                </a:lnTo>
                <a:lnTo>
                  <a:pt x="1997" y="321"/>
                </a:lnTo>
                <a:lnTo>
                  <a:pt x="1996" y="321"/>
                </a:lnTo>
                <a:lnTo>
                  <a:pt x="1995" y="321"/>
                </a:lnTo>
                <a:lnTo>
                  <a:pt x="1995" y="320"/>
                </a:lnTo>
                <a:lnTo>
                  <a:pt x="1996" y="319"/>
                </a:lnTo>
                <a:lnTo>
                  <a:pt x="1995" y="319"/>
                </a:lnTo>
                <a:lnTo>
                  <a:pt x="1996" y="319"/>
                </a:lnTo>
                <a:lnTo>
                  <a:pt x="1996" y="318"/>
                </a:lnTo>
                <a:lnTo>
                  <a:pt x="1997" y="318"/>
                </a:lnTo>
                <a:lnTo>
                  <a:pt x="1997" y="317"/>
                </a:lnTo>
                <a:lnTo>
                  <a:pt x="1997" y="316"/>
                </a:lnTo>
                <a:lnTo>
                  <a:pt x="1997" y="317"/>
                </a:lnTo>
                <a:lnTo>
                  <a:pt x="1998" y="317"/>
                </a:lnTo>
                <a:lnTo>
                  <a:pt x="1998" y="316"/>
                </a:lnTo>
                <a:lnTo>
                  <a:pt x="1997" y="316"/>
                </a:lnTo>
                <a:lnTo>
                  <a:pt x="1996" y="316"/>
                </a:lnTo>
                <a:lnTo>
                  <a:pt x="1997" y="315"/>
                </a:lnTo>
                <a:lnTo>
                  <a:pt x="1997" y="314"/>
                </a:lnTo>
                <a:lnTo>
                  <a:pt x="1996" y="314"/>
                </a:lnTo>
                <a:lnTo>
                  <a:pt x="1996" y="313"/>
                </a:lnTo>
                <a:lnTo>
                  <a:pt x="1998" y="313"/>
                </a:lnTo>
                <a:lnTo>
                  <a:pt x="1998" y="312"/>
                </a:lnTo>
                <a:lnTo>
                  <a:pt x="1998" y="311"/>
                </a:lnTo>
                <a:lnTo>
                  <a:pt x="1999" y="311"/>
                </a:lnTo>
                <a:lnTo>
                  <a:pt x="2000" y="311"/>
                </a:lnTo>
                <a:lnTo>
                  <a:pt x="2000" y="310"/>
                </a:lnTo>
                <a:lnTo>
                  <a:pt x="2001" y="310"/>
                </a:lnTo>
                <a:lnTo>
                  <a:pt x="2001" y="309"/>
                </a:lnTo>
                <a:lnTo>
                  <a:pt x="2000" y="309"/>
                </a:lnTo>
                <a:lnTo>
                  <a:pt x="2000" y="310"/>
                </a:lnTo>
                <a:lnTo>
                  <a:pt x="1999" y="310"/>
                </a:lnTo>
                <a:lnTo>
                  <a:pt x="1999" y="309"/>
                </a:lnTo>
                <a:lnTo>
                  <a:pt x="2000" y="309"/>
                </a:lnTo>
                <a:lnTo>
                  <a:pt x="2000" y="308"/>
                </a:lnTo>
                <a:lnTo>
                  <a:pt x="2000" y="307"/>
                </a:lnTo>
                <a:lnTo>
                  <a:pt x="1999" y="307"/>
                </a:lnTo>
                <a:lnTo>
                  <a:pt x="2000" y="307"/>
                </a:lnTo>
                <a:lnTo>
                  <a:pt x="1999" y="307"/>
                </a:lnTo>
                <a:lnTo>
                  <a:pt x="1999" y="306"/>
                </a:lnTo>
                <a:lnTo>
                  <a:pt x="1998" y="306"/>
                </a:lnTo>
                <a:lnTo>
                  <a:pt x="1997" y="306"/>
                </a:lnTo>
                <a:lnTo>
                  <a:pt x="1996" y="306"/>
                </a:lnTo>
                <a:lnTo>
                  <a:pt x="1995" y="306"/>
                </a:lnTo>
                <a:lnTo>
                  <a:pt x="1995" y="307"/>
                </a:lnTo>
                <a:lnTo>
                  <a:pt x="1995" y="306"/>
                </a:lnTo>
                <a:lnTo>
                  <a:pt x="1994" y="306"/>
                </a:lnTo>
                <a:lnTo>
                  <a:pt x="1994" y="307"/>
                </a:lnTo>
                <a:lnTo>
                  <a:pt x="1993" y="307"/>
                </a:lnTo>
                <a:lnTo>
                  <a:pt x="1993" y="306"/>
                </a:lnTo>
                <a:lnTo>
                  <a:pt x="1992" y="306"/>
                </a:lnTo>
                <a:lnTo>
                  <a:pt x="1992" y="305"/>
                </a:lnTo>
                <a:lnTo>
                  <a:pt x="1991" y="305"/>
                </a:lnTo>
                <a:lnTo>
                  <a:pt x="1991" y="306"/>
                </a:lnTo>
                <a:lnTo>
                  <a:pt x="1990" y="307"/>
                </a:lnTo>
                <a:lnTo>
                  <a:pt x="1989" y="307"/>
                </a:lnTo>
                <a:lnTo>
                  <a:pt x="1990" y="307"/>
                </a:lnTo>
                <a:lnTo>
                  <a:pt x="1989" y="307"/>
                </a:lnTo>
                <a:lnTo>
                  <a:pt x="1988" y="307"/>
                </a:lnTo>
                <a:lnTo>
                  <a:pt x="1988" y="306"/>
                </a:lnTo>
                <a:lnTo>
                  <a:pt x="1988" y="305"/>
                </a:lnTo>
                <a:lnTo>
                  <a:pt x="1986" y="305"/>
                </a:lnTo>
                <a:lnTo>
                  <a:pt x="1985" y="305"/>
                </a:lnTo>
                <a:lnTo>
                  <a:pt x="1985" y="306"/>
                </a:lnTo>
                <a:lnTo>
                  <a:pt x="1984" y="307"/>
                </a:lnTo>
                <a:lnTo>
                  <a:pt x="1983" y="307"/>
                </a:lnTo>
                <a:lnTo>
                  <a:pt x="1982" y="307"/>
                </a:lnTo>
                <a:lnTo>
                  <a:pt x="1983" y="306"/>
                </a:lnTo>
                <a:lnTo>
                  <a:pt x="1984" y="306"/>
                </a:lnTo>
                <a:lnTo>
                  <a:pt x="1984" y="305"/>
                </a:lnTo>
                <a:lnTo>
                  <a:pt x="1983" y="306"/>
                </a:lnTo>
                <a:lnTo>
                  <a:pt x="1982" y="306"/>
                </a:lnTo>
                <a:lnTo>
                  <a:pt x="1981" y="306"/>
                </a:lnTo>
                <a:lnTo>
                  <a:pt x="1980" y="306"/>
                </a:lnTo>
                <a:lnTo>
                  <a:pt x="1980" y="305"/>
                </a:lnTo>
                <a:lnTo>
                  <a:pt x="1981" y="305"/>
                </a:lnTo>
                <a:lnTo>
                  <a:pt x="1982" y="305"/>
                </a:lnTo>
                <a:lnTo>
                  <a:pt x="1982" y="304"/>
                </a:lnTo>
                <a:lnTo>
                  <a:pt x="1981" y="304"/>
                </a:lnTo>
                <a:lnTo>
                  <a:pt x="1980" y="304"/>
                </a:lnTo>
                <a:lnTo>
                  <a:pt x="1980" y="303"/>
                </a:lnTo>
                <a:lnTo>
                  <a:pt x="1979" y="303"/>
                </a:lnTo>
                <a:lnTo>
                  <a:pt x="1979" y="304"/>
                </a:lnTo>
                <a:lnTo>
                  <a:pt x="1978" y="304"/>
                </a:lnTo>
                <a:lnTo>
                  <a:pt x="1978" y="303"/>
                </a:lnTo>
                <a:lnTo>
                  <a:pt x="1978" y="302"/>
                </a:lnTo>
                <a:lnTo>
                  <a:pt x="1979" y="302"/>
                </a:lnTo>
                <a:lnTo>
                  <a:pt x="1979" y="301"/>
                </a:lnTo>
                <a:lnTo>
                  <a:pt x="1980" y="301"/>
                </a:lnTo>
                <a:lnTo>
                  <a:pt x="1980" y="300"/>
                </a:lnTo>
                <a:lnTo>
                  <a:pt x="1981" y="300"/>
                </a:lnTo>
                <a:lnTo>
                  <a:pt x="1981" y="299"/>
                </a:lnTo>
                <a:lnTo>
                  <a:pt x="1982" y="299"/>
                </a:lnTo>
                <a:lnTo>
                  <a:pt x="1982" y="300"/>
                </a:lnTo>
                <a:lnTo>
                  <a:pt x="1983" y="299"/>
                </a:lnTo>
                <a:lnTo>
                  <a:pt x="1984" y="299"/>
                </a:lnTo>
                <a:lnTo>
                  <a:pt x="1984" y="300"/>
                </a:lnTo>
                <a:lnTo>
                  <a:pt x="1985" y="300"/>
                </a:lnTo>
                <a:lnTo>
                  <a:pt x="1985" y="301"/>
                </a:lnTo>
                <a:lnTo>
                  <a:pt x="1986" y="301"/>
                </a:lnTo>
                <a:lnTo>
                  <a:pt x="1986" y="300"/>
                </a:lnTo>
                <a:lnTo>
                  <a:pt x="1985" y="300"/>
                </a:lnTo>
                <a:lnTo>
                  <a:pt x="1985" y="299"/>
                </a:lnTo>
                <a:lnTo>
                  <a:pt x="1986" y="299"/>
                </a:lnTo>
                <a:lnTo>
                  <a:pt x="1987" y="299"/>
                </a:lnTo>
                <a:lnTo>
                  <a:pt x="1987" y="298"/>
                </a:lnTo>
                <a:lnTo>
                  <a:pt x="1986" y="298"/>
                </a:lnTo>
                <a:lnTo>
                  <a:pt x="1986" y="297"/>
                </a:lnTo>
                <a:lnTo>
                  <a:pt x="1987" y="297"/>
                </a:lnTo>
                <a:lnTo>
                  <a:pt x="1988" y="297"/>
                </a:lnTo>
                <a:lnTo>
                  <a:pt x="1989" y="297"/>
                </a:lnTo>
                <a:lnTo>
                  <a:pt x="1989" y="296"/>
                </a:lnTo>
                <a:lnTo>
                  <a:pt x="1988" y="296"/>
                </a:lnTo>
                <a:lnTo>
                  <a:pt x="1988" y="295"/>
                </a:lnTo>
                <a:lnTo>
                  <a:pt x="1989" y="295"/>
                </a:lnTo>
                <a:lnTo>
                  <a:pt x="1990" y="295"/>
                </a:lnTo>
                <a:lnTo>
                  <a:pt x="1990" y="294"/>
                </a:lnTo>
                <a:lnTo>
                  <a:pt x="1990" y="293"/>
                </a:lnTo>
                <a:lnTo>
                  <a:pt x="1990" y="292"/>
                </a:lnTo>
                <a:lnTo>
                  <a:pt x="1989" y="292"/>
                </a:lnTo>
                <a:lnTo>
                  <a:pt x="1988" y="292"/>
                </a:lnTo>
                <a:lnTo>
                  <a:pt x="1988" y="291"/>
                </a:lnTo>
                <a:lnTo>
                  <a:pt x="1990" y="291"/>
                </a:lnTo>
                <a:lnTo>
                  <a:pt x="1990" y="290"/>
                </a:lnTo>
                <a:lnTo>
                  <a:pt x="1990" y="289"/>
                </a:lnTo>
                <a:lnTo>
                  <a:pt x="1991" y="289"/>
                </a:lnTo>
                <a:lnTo>
                  <a:pt x="1991" y="288"/>
                </a:lnTo>
                <a:lnTo>
                  <a:pt x="1990" y="288"/>
                </a:lnTo>
                <a:lnTo>
                  <a:pt x="1990" y="287"/>
                </a:lnTo>
                <a:lnTo>
                  <a:pt x="1991" y="287"/>
                </a:lnTo>
                <a:lnTo>
                  <a:pt x="1992" y="287"/>
                </a:lnTo>
                <a:lnTo>
                  <a:pt x="1992" y="286"/>
                </a:lnTo>
                <a:lnTo>
                  <a:pt x="1991" y="285"/>
                </a:lnTo>
                <a:lnTo>
                  <a:pt x="1991" y="286"/>
                </a:lnTo>
                <a:lnTo>
                  <a:pt x="1991" y="285"/>
                </a:lnTo>
                <a:lnTo>
                  <a:pt x="1990" y="285"/>
                </a:lnTo>
                <a:lnTo>
                  <a:pt x="1991" y="285"/>
                </a:lnTo>
                <a:lnTo>
                  <a:pt x="1991" y="284"/>
                </a:lnTo>
                <a:lnTo>
                  <a:pt x="1992" y="284"/>
                </a:lnTo>
                <a:lnTo>
                  <a:pt x="1993" y="284"/>
                </a:lnTo>
                <a:lnTo>
                  <a:pt x="1993" y="283"/>
                </a:lnTo>
                <a:lnTo>
                  <a:pt x="1993" y="282"/>
                </a:lnTo>
                <a:lnTo>
                  <a:pt x="1992" y="282"/>
                </a:lnTo>
                <a:lnTo>
                  <a:pt x="1992" y="281"/>
                </a:lnTo>
                <a:lnTo>
                  <a:pt x="1993" y="280"/>
                </a:lnTo>
                <a:lnTo>
                  <a:pt x="1994" y="280"/>
                </a:lnTo>
                <a:lnTo>
                  <a:pt x="1995" y="280"/>
                </a:lnTo>
                <a:lnTo>
                  <a:pt x="1996" y="279"/>
                </a:lnTo>
                <a:lnTo>
                  <a:pt x="1997" y="279"/>
                </a:lnTo>
                <a:lnTo>
                  <a:pt x="1997" y="278"/>
                </a:lnTo>
                <a:lnTo>
                  <a:pt x="1996" y="278"/>
                </a:lnTo>
                <a:lnTo>
                  <a:pt x="1996" y="277"/>
                </a:lnTo>
                <a:lnTo>
                  <a:pt x="1997" y="277"/>
                </a:lnTo>
                <a:lnTo>
                  <a:pt x="1997" y="278"/>
                </a:lnTo>
                <a:lnTo>
                  <a:pt x="1998" y="278"/>
                </a:lnTo>
                <a:lnTo>
                  <a:pt x="1999" y="278"/>
                </a:lnTo>
                <a:lnTo>
                  <a:pt x="2000" y="277"/>
                </a:lnTo>
                <a:lnTo>
                  <a:pt x="2000" y="276"/>
                </a:lnTo>
                <a:lnTo>
                  <a:pt x="2001" y="275"/>
                </a:lnTo>
                <a:lnTo>
                  <a:pt x="2002" y="275"/>
                </a:lnTo>
                <a:lnTo>
                  <a:pt x="2002" y="274"/>
                </a:lnTo>
                <a:lnTo>
                  <a:pt x="2001" y="274"/>
                </a:lnTo>
                <a:lnTo>
                  <a:pt x="2000" y="273"/>
                </a:lnTo>
                <a:lnTo>
                  <a:pt x="2001" y="273"/>
                </a:lnTo>
                <a:lnTo>
                  <a:pt x="2003" y="273"/>
                </a:lnTo>
                <a:lnTo>
                  <a:pt x="2004" y="272"/>
                </a:lnTo>
                <a:lnTo>
                  <a:pt x="2005" y="272"/>
                </a:lnTo>
                <a:lnTo>
                  <a:pt x="2005" y="273"/>
                </a:lnTo>
                <a:lnTo>
                  <a:pt x="2006" y="272"/>
                </a:lnTo>
                <a:lnTo>
                  <a:pt x="2007" y="272"/>
                </a:lnTo>
                <a:lnTo>
                  <a:pt x="2007" y="270"/>
                </a:lnTo>
                <a:lnTo>
                  <a:pt x="2008" y="270"/>
                </a:lnTo>
                <a:lnTo>
                  <a:pt x="2008" y="269"/>
                </a:lnTo>
                <a:lnTo>
                  <a:pt x="2009" y="269"/>
                </a:lnTo>
                <a:lnTo>
                  <a:pt x="2009" y="268"/>
                </a:lnTo>
                <a:lnTo>
                  <a:pt x="2010" y="268"/>
                </a:lnTo>
                <a:lnTo>
                  <a:pt x="2010" y="267"/>
                </a:lnTo>
                <a:lnTo>
                  <a:pt x="2011" y="267"/>
                </a:lnTo>
                <a:lnTo>
                  <a:pt x="2011" y="266"/>
                </a:lnTo>
                <a:lnTo>
                  <a:pt x="2012" y="266"/>
                </a:lnTo>
                <a:lnTo>
                  <a:pt x="2011" y="265"/>
                </a:lnTo>
                <a:lnTo>
                  <a:pt x="2012" y="265"/>
                </a:lnTo>
                <a:lnTo>
                  <a:pt x="2012" y="264"/>
                </a:lnTo>
                <a:lnTo>
                  <a:pt x="2011" y="264"/>
                </a:lnTo>
                <a:lnTo>
                  <a:pt x="2011" y="263"/>
                </a:lnTo>
                <a:lnTo>
                  <a:pt x="2012" y="263"/>
                </a:lnTo>
                <a:lnTo>
                  <a:pt x="2012" y="262"/>
                </a:lnTo>
                <a:lnTo>
                  <a:pt x="2014" y="262"/>
                </a:lnTo>
                <a:lnTo>
                  <a:pt x="2013" y="262"/>
                </a:lnTo>
                <a:lnTo>
                  <a:pt x="2013" y="261"/>
                </a:lnTo>
                <a:lnTo>
                  <a:pt x="2012" y="260"/>
                </a:lnTo>
                <a:lnTo>
                  <a:pt x="2013" y="260"/>
                </a:lnTo>
                <a:lnTo>
                  <a:pt x="2013" y="259"/>
                </a:lnTo>
                <a:lnTo>
                  <a:pt x="2012" y="259"/>
                </a:lnTo>
                <a:lnTo>
                  <a:pt x="2012" y="258"/>
                </a:lnTo>
                <a:lnTo>
                  <a:pt x="2011" y="258"/>
                </a:lnTo>
                <a:lnTo>
                  <a:pt x="2011" y="257"/>
                </a:lnTo>
                <a:lnTo>
                  <a:pt x="2011" y="256"/>
                </a:lnTo>
                <a:lnTo>
                  <a:pt x="2012" y="256"/>
                </a:lnTo>
                <a:lnTo>
                  <a:pt x="2012" y="255"/>
                </a:lnTo>
                <a:lnTo>
                  <a:pt x="2012" y="254"/>
                </a:lnTo>
                <a:lnTo>
                  <a:pt x="2011" y="254"/>
                </a:lnTo>
                <a:lnTo>
                  <a:pt x="2011" y="253"/>
                </a:lnTo>
                <a:lnTo>
                  <a:pt x="2011" y="252"/>
                </a:lnTo>
                <a:lnTo>
                  <a:pt x="2012" y="252"/>
                </a:lnTo>
                <a:lnTo>
                  <a:pt x="2013" y="252"/>
                </a:lnTo>
                <a:lnTo>
                  <a:pt x="2013" y="251"/>
                </a:lnTo>
                <a:lnTo>
                  <a:pt x="2013" y="250"/>
                </a:lnTo>
                <a:lnTo>
                  <a:pt x="2014" y="250"/>
                </a:lnTo>
                <a:lnTo>
                  <a:pt x="2014" y="249"/>
                </a:lnTo>
                <a:lnTo>
                  <a:pt x="2015" y="249"/>
                </a:lnTo>
                <a:lnTo>
                  <a:pt x="2016" y="249"/>
                </a:lnTo>
                <a:lnTo>
                  <a:pt x="2016" y="248"/>
                </a:lnTo>
                <a:lnTo>
                  <a:pt x="2017" y="248"/>
                </a:lnTo>
                <a:lnTo>
                  <a:pt x="2017" y="247"/>
                </a:lnTo>
                <a:lnTo>
                  <a:pt x="2018" y="247"/>
                </a:lnTo>
                <a:lnTo>
                  <a:pt x="2018" y="246"/>
                </a:lnTo>
                <a:lnTo>
                  <a:pt x="2019" y="245"/>
                </a:lnTo>
                <a:lnTo>
                  <a:pt x="2019" y="244"/>
                </a:lnTo>
                <a:lnTo>
                  <a:pt x="2020" y="244"/>
                </a:lnTo>
                <a:lnTo>
                  <a:pt x="2020" y="243"/>
                </a:lnTo>
                <a:lnTo>
                  <a:pt x="2020" y="242"/>
                </a:lnTo>
                <a:lnTo>
                  <a:pt x="2021" y="242"/>
                </a:lnTo>
                <a:lnTo>
                  <a:pt x="2021" y="241"/>
                </a:lnTo>
                <a:lnTo>
                  <a:pt x="2022" y="241"/>
                </a:lnTo>
                <a:lnTo>
                  <a:pt x="2023" y="241"/>
                </a:lnTo>
                <a:lnTo>
                  <a:pt x="2023" y="240"/>
                </a:lnTo>
                <a:lnTo>
                  <a:pt x="2023" y="239"/>
                </a:lnTo>
                <a:lnTo>
                  <a:pt x="2024" y="239"/>
                </a:lnTo>
                <a:lnTo>
                  <a:pt x="2025" y="239"/>
                </a:lnTo>
                <a:lnTo>
                  <a:pt x="2026" y="239"/>
                </a:lnTo>
                <a:lnTo>
                  <a:pt x="2027" y="239"/>
                </a:lnTo>
                <a:lnTo>
                  <a:pt x="2028" y="239"/>
                </a:lnTo>
                <a:lnTo>
                  <a:pt x="2028" y="238"/>
                </a:lnTo>
                <a:lnTo>
                  <a:pt x="2029" y="238"/>
                </a:lnTo>
                <a:lnTo>
                  <a:pt x="2029" y="237"/>
                </a:lnTo>
                <a:lnTo>
                  <a:pt x="2028" y="237"/>
                </a:lnTo>
                <a:lnTo>
                  <a:pt x="2029" y="237"/>
                </a:lnTo>
                <a:lnTo>
                  <a:pt x="2030" y="236"/>
                </a:lnTo>
                <a:lnTo>
                  <a:pt x="2031" y="236"/>
                </a:lnTo>
                <a:lnTo>
                  <a:pt x="2031" y="235"/>
                </a:lnTo>
                <a:lnTo>
                  <a:pt x="2032" y="235"/>
                </a:lnTo>
                <a:lnTo>
                  <a:pt x="2032" y="234"/>
                </a:lnTo>
                <a:lnTo>
                  <a:pt x="2032" y="233"/>
                </a:lnTo>
                <a:lnTo>
                  <a:pt x="2031" y="233"/>
                </a:lnTo>
                <a:lnTo>
                  <a:pt x="2032" y="233"/>
                </a:lnTo>
                <a:lnTo>
                  <a:pt x="2033" y="233"/>
                </a:lnTo>
                <a:lnTo>
                  <a:pt x="2034" y="232"/>
                </a:lnTo>
                <a:lnTo>
                  <a:pt x="2033" y="232"/>
                </a:lnTo>
                <a:lnTo>
                  <a:pt x="2033" y="231"/>
                </a:lnTo>
                <a:lnTo>
                  <a:pt x="2034" y="231"/>
                </a:lnTo>
                <a:lnTo>
                  <a:pt x="2035" y="231"/>
                </a:lnTo>
                <a:lnTo>
                  <a:pt x="2035" y="230"/>
                </a:lnTo>
                <a:lnTo>
                  <a:pt x="2034" y="229"/>
                </a:lnTo>
                <a:lnTo>
                  <a:pt x="2034" y="228"/>
                </a:lnTo>
                <a:lnTo>
                  <a:pt x="2035" y="228"/>
                </a:lnTo>
                <a:lnTo>
                  <a:pt x="2036" y="228"/>
                </a:lnTo>
                <a:lnTo>
                  <a:pt x="2036" y="227"/>
                </a:lnTo>
                <a:lnTo>
                  <a:pt x="2036" y="226"/>
                </a:lnTo>
                <a:lnTo>
                  <a:pt x="2036" y="225"/>
                </a:lnTo>
                <a:lnTo>
                  <a:pt x="2037" y="225"/>
                </a:lnTo>
                <a:lnTo>
                  <a:pt x="2037" y="224"/>
                </a:lnTo>
                <a:lnTo>
                  <a:pt x="2036" y="224"/>
                </a:lnTo>
                <a:lnTo>
                  <a:pt x="2035" y="224"/>
                </a:lnTo>
                <a:lnTo>
                  <a:pt x="2035" y="223"/>
                </a:lnTo>
                <a:lnTo>
                  <a:pt x="2036" y="223"/>
                </a:lnTo>
                <a:lnTo>
                  <a:pt x="2037" y="223"/>
                </a:lnTo>
                <a:lnTo>
                  <a:pt x="2037" y="224"/>
                </a:lnTo>
                <a:lnTo>
                  <a:pt x="2037" y="223"/>
                </a:lnTo>
                <a:lnTo>
                  <a:pt x="2037" y="222"/>
                </a:lnTo>
                <a:lnTo>
                  <a:pt x="2036" y="222"/>
                </a:lnTo>
                <a:lnTo>
                  <a:pt x="2036" y="221"/>
                </a:lnTo>
                <a:lnTo>
                  <a:pt x="2036" y="220"/>
                </a:lnTo>
                <a:lnTo>
                  <a:pt x="2035" y="220"/>
                </a:lnTo>
                <a:lnTo>
                  <a:pt x="2035" y="219"/>
                </a:lnTo>
                <a:lnTo>
                  <a:pt x="2035" y="218"/>
                </a:lnTo>
                <a:lnTo>
                  <a:pt x="2036" y="218"/>
                </a:lnTo>
                <a:lnTo>
                  <a:pt x="2036" y="217"/>
                </a:lnTo>
                <a:lnTo>
                  <a:pt x="2037" y="217"/>
                </a:lnTo>
                <a:lnTo>
                  <a:pt x="2038" y="217"/>
                </a:lnTo>
                <a:lnTo>
                  <a:pt x="2038" y="218"/>
                </a:lnTo>
                <a:lnTo>
                  <a:pt x="2039" y="218"/>
                </a:lnTo>
                <a:lnTo>
                  <a:pt x="2040" y="218"/>
                </a:lnTo>
                <a:lnTo>
                  <a:pt x="2041" y="218"/>
                </a:lnTo>
                <a:lnTo>
                  <a:pt x="2041" y="217"/>
                </a:lnTo>
                <a:lnTo>
                  <a:pt x="2040" y="217"/>
                </a:lnTo>
                <a:lnTo>
                  <a:pt x="2039" y="216"/>
                </a:lnTo>
                <a:lnTo>
                  <a:pt x="2038" y="215"/>
                </a:lnTo>
                <a:lnTo>
                  <a:pt x="2039" y="214"/>
                </a:lnTo>
                <a:lnTo>
                  <a:pt x="2040" y="214"/>
                </a:lnTo>
                <a:lnTo>
                  <a:pt x="2041" y="214"/>
                </a:lnTo>
                <a:lnTo>
                  <a:pt x="2041" y="213"/>
                </a:lnTo>
                <a:lnTo>
                  <a:pt x="2040" y="213"/>
                </a:lnTo>
                <a:lnTo>
                  <a:pt x="2040" y="212"/>
                </a:lnTo>
                <a:lnTo>
                  <a:pt x="2039" y="212"/>
                </a:lnTo>
                <a:lnTo>
                  <a:pt x="2040" y="211"/>
                </a:lnTo>
                <a:lnTo>
                  <a:pt x="2041" y="211"/>
                </a:lnTo>
                <a:lnTo>
                  <a:pt x="2041" y="210"/>
                </a:lnTo>
                <a:lnTo>
                  <a:pt x="2042" y="210"/>
                </a:lnTo>
                <a:lnTo>
                  <a:pt x="2043" y="210"/>
                </a:lnTo>
                <a:lnTo>
                  <a:pt x="2044" y="210"/>
                </a:lnTo>
                <a:lnTo>
                  <a:pt x="2045" y="210"/>
                </a:lnTo>
                <a:lnTo>
                  <a:pt x="2046" y="210"/>
                </a:lnTo>
                <a:lnTo>
                  <a:pt x="2046" y="209"/>
                </a:lnTo>
                <a:lnTo>
                  <a:pt x="2046" y="208"/>
                </a:lnTo>
                <a:lnTo>
                  <a:pt x="2046" y="207"/>
                </a:lnTo>
                <a:lnTo>
                  <a:pt x="2046" y="206"/>
                </a:lnTo>
                <a:lnTo>
                  <a:pt x="2047" y="205"/>
                </a:lnTo>
                <a:lnTo>
                  <a:pt x="2048" y="205"/>
                </a:lnTo>
                <a:lnTo>
                  <a:pt x="2049" y="205"/>
                </a:lnTo>
                <a:lnTo>
                  <a:pt x="2050" y="205"/>
                </a:lnTo>
                <a:lnTo>
                  <a:pt x="2051" y="204"/>
                </a:lnTo>
                <a:lnTo>
                  <a:pt x="2052" y="204"/>
                </a:lnTo>
                <a:lnTo>
                  <a:pt x="2052" y="203"/>
                </a:lnTo>
                <a:lnTo>
                  <a:pt x="2051" y="203"/>
                </a:lnTo>
                <a:lnTo>
                  <a:pt x="2050" y="203"/>
                </a:lnTo>
                <a:lnTo>
                  <a:pt x="2050" y="202"/>
                </a:lnTo>
                <a:lnTo>
                  <a:pt x="2049" y="202"/>
                </a:lnTo>
                <a:lnTo>
                  <a:pt x="2048" y="201"/>
                </a:lnTo>
                <a:lnTo>
                  <a:pt x="2048" y="200"/>
                </a:lnTo>
                <a:lnTo>
                  <a:pt x="2049" y="200"/>
                </a:lnTo>
                <a:lnTo>
                  <a:pt x="2050" y="200"/>
                </a:lnTo>
                <a:lnTo>
                  <a:pt x="2051" y="200"/>
                </a:lnTo>
                <a:lnTo>
                  <a:pt x="2052" y="200"/>
                </a:lnTo>
                <a:lnTo>
                  <a:pt x="2053" y="200"/>
                </a:lnTo>
                <a:lnTo>
                  <a:pt x="2054" y="199"/>
                </a:lnTo>
                <a:lnTo>
                  <a:pt x="2054" y="198"/>
                </a:lnTo>
                <a:lnTo>
                  <a:pt x="2054" y="197"/>
                </a:lnTo>
                <a:lnTo>
                  <a:pt x="2054" y="196"/>
                </a:lnTo>
                <a:lnTo>
                  <a:pt x="2055" y="195"/>
                </a:lnTo>
                <a:lnTo>
                  <a:pt x="2056" y="194"/>
                </a:lnTo>
                <a:lnTo>
                  <a:pt x="2057" y="194"/>
                </a:lnTo>
                <a:lnTo>
                  <a:pt x="2057" y="193"/>
                </a:lnTo>
                <a:lnTo>
                  <a:pt x="2056" y="193"/>
                </a:lnTo>
                <a:lnTo>
                  <a:pt x="2056" y="192"/>
                </a:lnTo>
                <a:lnTo>
                  <a:pt x="2056" y="191"/>
                </a:lnTo>
                <a:lnTo>
                  <a:pt x="2055" y="191"/>
                </a:lnTo>
                <a:lnTo>
                  <a:pt x="2055" y="190"/>
                </a:lnTo>
                <a:lnTo>
                  <a:pt x="2056" y="190"/>
                </a:lnTo>
                <a:lnTo>
                  <a:pt x="2056" y="189"/>
                </a:lnTo>
                <a:lnTo>
                  <a:pt x="2055" y="189"/>
                </a:lnTo>
                <a:lnTo>
                  <a:pt x="2055" y="188"/>
                </a:lnTo>
                <a:lnTo>
                  <a:pt x="2056" y="188"/>
                </a:lnTo>
                <a:lnTo>
                  <a:pt x="2057" y="188"/>
                </a:lnTo>
                <a:lnTo>
                  <a:pt x="2057" y="187"/>
                </a:lnTo>
                <a:lnTo>
                  <a:pt x="2058" y="187"/>
                </a:lnTo>
                <a:lnTo>
                  <a:pt x="2059" y="186"/>
                </a:lnTo>
                <a:lnTo>
                  <a:pt x="2059" y="185"/>
                </a:lnTo>
                <a:lnTo>
                  <a:pt x="2059" y="184"/>
                </a:lnTo>
                <a:lnTo>
                  <a:pt x="2060" y="184"/>
                </a:lnTo>
                <a:lnTo>
                  <a:pt x="2061" y="184"/>
                </a:lnTo>
                <a:lnTo>
                  <a:pt x="2061" y="183"/>
                </a:lnTo>
                <a:lnTo>
                  <a:pt x="2061" y="182"/>
                </a:lnTo>
                <a:lnTo>
                  <a:pt x="2061" y="181"/>
                </a:lnTo>
                <a:lnTo>
                  <a:pt x="2060" y="181"/>
                </a:lnTo>
                <a:lnTo>
                  <a:pt x="2060" y="180"/>
                </a:lnTo>
                <a:lnTo>
                  <a:pt x="2060" y="179"/>
                </a:lnTo>
                <a:lnTo>
                  <a:pt x="2061" y="179"/>
                </a:lnTo>
                <a:lnTo>
                  <a:pt x="2061" y="178"/>
                </a:lnTo>
                <a:lnTo>
                  <a:pt x="2061" y="177"/>
                </a:lnTo>
                <a:lnTo>
                  <a:pt x="2062" y="177"/>
                </a:lnTo>
                <a:lnTo>
                  <a:pt x="2062" y="176"/>
                </a:lnTo>
                <a:lnTo>
                  <a:pt x="2062" y="175"/>
                </a:lnTo>
                <a:lnTo>
                  <a:pt x="2063" y="175"/>
                </a:lnTo>
                <a:lnTo>
                  <a:pt x="2063" y="174"/>
                </a:lnTo>
                <a:lnTo>
                  <a:pt x="2064" y="174"/>
                </a:lnTo>
                <a:lnTo>
                  <a:pt x="2065" y="174"/>
                </a:lnTo>
                <a:lnTo>
                  <a:pt x="2066" y="174"/>
                </a:lnTo>
                <a:lnTo>
                  <a:pt x="2066" y="173"/>
                </a:lnTo>
                <a:lnTo>
                  <a:pt x="2065" y="172"/>
                </a:lnTo>
                <a:lnTo>
                  <a:pt x="2065" y="171"/>
                </a:lnTo>
                <a:lnTo>
                  <a:pt x="2064" y="171"/>
                </a:lnTo>
                <a:lnTo>
                  <a:pt x="2065" y="171"/>
                </a:lnTo>
                <a:lnTo>
                  <a:pt x="2066" y="171"/>
                </a:lnTo>
                <a:lnTo>
                  <a:pt x="2067" y="171"/>
                </a:lnTo>
                <a:lnTo>
                  <a:pt x="2068" y="171"/>
                </a:lnTo>
                <a:lnTo>
                  <a:pt x="2069" y="171"/>
                </a:lnTo>
                <a:lnTo>
                  <a:pt x="2070" y="171"/>
                </a:lnTo>
                <a:lnTo>
                  <a:pt x="2071" y="171"/>
                </a:lnTo>
                <a:lnTo>
                  <a:pt x="2072" y="171"/>
                </a:lnTo>
                <a:lnTo>
                  <a:pt x="2073" y="171"/>
                </a:lnTo>
                <a:lnTo>
                  <a:pt x="2073" y="170"/>
                </a:lnTo>
                <a:lnTo>
                  <a:pt x="2074" y="170"/>
                </a:lnTo>
                <a:lnTo>
                  <a:pt x="2074" y="169"/>
                </a:lnTo>
                <a:lnTo>
                  <a:pt x="2075" y="169"/>
                </a:lnTo>
                <a:lnTo>
                  <a:pt x="2075" y="168"/>
                </a:lnTo>
                <a:lnTo>
                  <a:pt x="2076" y="168"/>
                </a:lnTo>
                <a:lnTo>
                  <a:pt x="2076" y="167"/>
                </a:lnTo>
                <a:lnTo>
                  <a:pt x="2077" y="167"/>
                </a:lnTo>
                <a:lnTo>
                  <a:pt x="2077" y="166"/>
                </a:lnTo>
                <a:lnTo>
                  <a:pt x="2078" y="166"/>
                </a:lnTo>
                <a:lnTo>
                  <a:pt x="2079" y="166"/>
                </a:lnTo>
                <a:lnTo>
                  <a:pt x="2080" y="166"/>
                </a:lnTo>
                <a:lnTo>
                  <a:pt x="2080" y="165"/>
                </a:lnTo>
                <a:lnTo>
                  <a:pt x="2080" y="164"/>
                </a:lnTo>
                <a:lnTo>
                  <a:pt x="2081" y="164"/>
                </a:lnTo>
                <a:lnTo>
                  <a:pt x="2081" y="163"/>
                </a:lnTo>
                <a:lnTo>
                  <a:pt x="2082" y="163"/>
                </a:lnTo>
                <a:lnTo>
                  <a:pt x="2082" y="164"/>
                </a:lnTo>
                <a:lnTo>
                  <a:pt x="2083" y="164"/>
                </a:lnTo>
                <a:lnTo>
                  <a:pt x="2083" y="163"/>
                </a:lnTo>
                <a:lnTo>
                  <a:pt x="2083" y="162"/>
                </a:lnTo>
                <a:lnTo>
                  <a:pt x="2084" y="162"/>
                </a:lnTo>
                <a:lnTo>
                  <a:pt x="2084" y="161"/>
                </a:lnTo>
                <a:lnTo>
                  <a:pt x="2085" y="160"/>
                </a:lnTo>
                <a:lnTo>
                  <a:pt x="2086" y="160"/>
                </a:lnTo>
                <a:lnTo>
                  <a:pt x="2087" y="160"/>
                </a:lnTo>
                <a:lnTo>
                  <a:pt x="2089" y="160"/>
                </a:lnTo>
                <a:lnTo>
                  <a:pt x="2089" y="159"/>
                </a:lnTo>
                <a:lnTo>
                  <a:pt x="2090" y="159"/>
                </a:lnTo>
                <a:lnTo>
                  <a:pt x="2090" y="158"/>
                </a:lnTo>
                <a:lnTo>
                  <a:pt x="2091" y="158"/>
                </a:lnTo>
                <a:lnTo>
                  <a:pt x="2091" y="157"/>
                </a:lnTo>
                <a:lnTo>
                  <a:pt x="2093" y="157"/>
                </a:lnTo>
                <a:lnTo>
                  <a:pt x="2093" y="156"/>
                </a:lnTo>
                <a:lnTo>
                  <a:pt x="2092" y="156"/>
                </a:lnTo>
                <a:lnTo>
                  <a:pt x="2092" y="155"/>
                </a:lnTo>
                <a:lnTo>
                  <a:pt x="2093" y="155"/>
                </a:lnTo>
                <a:lnTo>
                  <a:pt x="2094" y="155"/>
                </a:lnTo>
                <a:lnTo>
                  <a:pt x="2095" y="155"/>
                </a:lnTo>
                <a:lnTo>
                  <a:pt x="2096" y="155"/>
                </a:lnTo>
                <a:lnTo>
                  <a:pt x="2096" y="154"/>
                </a:lnTo>
                <a:lnTo>
                  <a:pt x="2097" y="154"/>
                </a:lnTo>
                <a:lnTo>
                  <a:pt x="2098" y="154"/>
                </a:lnTo>
                <a:lnTo>
                  <a:pt x="2099" y="154"/>
                </a:lnTo>
                <a:lnTo>
                  <a:pt x="2099" y="153"/>
                </a:lnTo>
                <a:lnTo>
                  <a:pt x="2100" y="153"/>
                </a:lnTo>
                <a:lnTo>
                  <a:pt x="2100" y="152"/>
                </a:lnTo>
                <a:lnTo>
                  <a:pt x="2100" y="150"/>
                </a:lnTo>
                <a:lnTo>
                  <a:pt x="2099" y="150"/>
                </a:lnTo>
                <a:lnTo>
                  <a:pt x="2099" y="149"/>
                </a:lnTo>
                <a:lnTo>
                  <a:pt x="2100" y="149"/>
                </a:lnTo>
                <a:lnTo>
                  <a:pt x="2101" y="149"/>
                </a:lnTo>
                <a:lnTo>
                  <a:pt x="2102" y="149"/>
                </a:lnTo>
                <a:lnTo>
                  <a:pt x="2103" y="149"/>
                </a:lnTo>
                <a:lnTo>
                  <a:pt x="2104" y="149"/>
                </a:lnTo>
                <a:lnTo>
                  <a:pt x="2105" y="149"/>
                </a:lnTo>
                <a:lnTo>
                  <a:pt x="2106" y="149"/>
                </a:lnTo>
                <a:lnTo>
                  <a:pt x="2106" y="147"/>
                </a:lnTo>
                <a:lnTo>
                  <a:pt x="2106" y="146"/>
                </a:lnTo>
                <a:lnTo>
                  <a:pt x="2107" y="146"/>
                </a:lnTo>
                <a:lnTo>
                  <a:pt x="2108" y="146"/>
                </a:lnTo>
                <a:lnTo>
                  <a:pt x="2109" y="146"/>
                </a:lnTo>
                <a:lnTo>
                  <a:pt x="2110" y="146"/>
                </a:lnTo>
                <a:lnTo>
                  <a:pt x="2111" y="146"/>
                </a:lnTo>
                <a:lnTo>
                  <a:pt x="2112" y="145"/>
                </a:lnTo>
                <a:lnTo>
                  <a:pt x="2113" y="145"/>
                </a:lnTo>
                <a:lnTo>
                  <a:pt x="2115" y="145"/>
                </a:lnTo>
                <a:lnTo>
                  <a:pt x="2116" y="145"/>
                </a:lnTo>
                <a:lnTo>
                  <a:pt x="2116" y="144"/>
                </a:lnTo>
                <a:lnTo>
                  <a:pt x="2116" y="143"/>
                </a:lnTo>
                <a:lnTo>
                  <a:pt x="2116" y="142"/>
                </a:lnTo>
                <a:lnTo>
                  <a:pt x="2116" y="141"/>
                </a:lnTo>
                <a:lnTo>
                  <a:pt x="2117" y="141"/>
                </a:lnTo>
                <a:lnTo>
                  <a:pt x="2117" y="140"/>
                </a:lnTo>
                <a:lnTo>
                  <a:pt x="2118" y="140"/>
                </a:lnTo>
                <a:lnTo>
                  <a:pt x="2119" y="140"/>
                </a:lnTo>
                <a:lnTo>
                  <a:pt x="2119" y="139"/>
                </a:lnTo>
                <a:lnTo>
                  <a:pt x="2120" y="139"/>
                </a:lnTo>
                <a:lnTo>
                  <a:pt x="2120" y="138"/>
                </a:lnTo>
                <a:lnTo>
                  <a:pt x="2121" y="138"/>
                </a:lnTo>
                <a:lnTo>
                  <a:pt x="2121" y="137"/>
                </a:lnTo>
                <a:lnTo>
                  <a:pt x="2121" y="136"/>
                </a:lnTo>
                <a:lnTo>
                  <a:pt x="2121" y="135"/>
                </a:lnTo>
                <a:lnTo>
                  <a:pt x="2120" y="135"/>
                </a:lnTo>
                <a:lnTo>
                  <a:pt x="2119" y="135"/>
                </a:lnTo>
                <a:lnTo>
                  <a:pt x="2119" y="134"/>
                </a:lnTo>
                <a:lnTo>
                  <a:pt x="2118" y="133"/>
                </a:lnTo>
                <a:lnTo>
                  <a:pt x="2119" y="132"/>
                </a:lnTo>
                <a:lnTo>
                  <a:pt x="2120" y="131"/>
                </a:lnTo>
                <a:lnTo>
                  <a:pt x="2121" y="130"/>
                </a:lnTo>
                <a:lnTo>
                  <a:pt x="2122" y="129"/>
                </a:lnTo>
                <a:lnTo>
                  <a:pt x="2123" y="129"/>
                </a:lnTo>
                <a:lnTo>
                  <a:pt x="2124" y="129"/>
                </a:lnTo>
                <a:lnTo>
                  <a:pt x="2125" y="129"/>
                </a:lnTo>
                <a:lnTo>
                  <a:pt x="2125" y="128"/>
                </a:lnTo>
                <a:lnTo>
                  <a:pt x="2124" y="128"/>
                </a:lnTo>
                <a:lnTo>
                  <a:pt x="2123" y="128"/>
                </a:lnTo>
                <a:lnTo>
                  <a:pt x="2123" y="127"/>
                </a:lnTo>
                <a:lnTo>
                  <a:pt x="2124" y="127"/>
                </a:lnTo>
                <a:lnTo>
                  <a:pt x="2125" y="127"/>
                </a:lnTo>
                <a:lnTo>
                  <a:pt x="2125" y="126"/>
                </a:lnTo>
                <a:lnTo>
                  <a:pt x="2126" y="126"/>
                </a:lnTo>
                <a:lnTo>
                  <a:pt x="2126" y="125"/>
                </a:lnTo>
                <a:lnTo>
                  <a:pt x="2126" y="124"/>
                </a:lnTo>
                <a:lnTo>
                  <a:pt x="2125" y="124"/>
                </a:lnTo>
                <a:lnTo>
                  <a:pt x="2125" y="123"/>
                </a:lnTo>
                <a:lnTo>
                  <a:pt x="2126" y="122"/>
                </a:lnTo>
                <a:lnTo>
                  <a:pt x="2127" y="122"/>
                </a:lnTo>
                <a:lnTo>
                  <a:pt x="2127" y="121"/>
                </a:lnTo>
                <a:lnTo>
                  <a:pt x="2127" y="120"/>
                </a:lnTo>
                <a:lnTo>
                  <a:pt x="2127" y="119"/>
                </a:lnTo>
                <a:lnTo>
                  <a:pt x="2126" y="119"/>
                </a:lnTo>
                <a:lnTo>
                  <a:pt x="2125" y="118"/>
                </a:lnTo>
                <a:lnTo>
                  <a:pt x="2125" y="117"/>
                </a:lnTo>
                <a:lnTo>
                  <a:pt x="2124" y="117"/>
                </a:lnTo>
                <a:lnTo>
                  <a:pt x="2124" y="116"/>
                </a:lnTo>
                <a:lnTo>
                  <a:pt x="2124" y="115"/>
                </a:lnTo>
                <a:lnTo>
                  <a:pt x="2124" y="114"/>
                </a:lnTo>
                <a:lnTo>
                  <a:pt x="2123" y="114"/>
                </a:lnTo>
                <a:lnTo>
                  <a:pt x="2124" y="114"/>
                </a:lnTo>
                <a:lnTo>
                  <a:pt x="2124" y="113"/>
                </a:lnTo>
                <a:lnTo>
                  <a:pt x="2124" y="112"/>
                </a:lnTo>
                <a:lnTo>
                  <a:pt x="2125" y="112"/>
                </a:lnTo>
                <a:lnTo>
                  <a:pt x="2125" y="111"/>
                </a:lnTo>
                <a:lnTo>
                  <a:pt x="2124" y="111"/>
                </a:lnTo>
                <a:lnTo>
                  <a:pt x="2124" y="110"/>
                </a:lnTo>
                <a:lnTo>
                  <a:pt x="2123" y="110"/>
                </a:lnTo>
                <a:lnTo>
                  <a:pt x="2122" y="110"/>
                </a:lnTo>
                <a:lnTo>
                  <a:pt x="2121" y="110"/>
                </a:lnTo>
                <a:lnTo>
                  <a:pt x="2120" y="109"/>
                </a:lnTo>
                <a:lnTo>
                  <a:pt x="2120" y="108"/>
                </a:lnTo>
                <a:lnTo>
                  <a:pt x="2119" y="107"/>
                </a:lnTo>
                <a:lnTo>
                  <a:pt x="2118" y="107"/>
                </a:lnTo>
                <a:lnTo>
                  <a:pt x="2117" y="107"/>
                </a:lnTo>
                <a:lnTo>
                  <a:pt x="2116" y="106"/>
                </a:lnTo>
                <a:lnTo>
                  <a:pt x="2115" y="106"/>
                </a:lnTo>
                <a:lnTo>
                  <a:pt x="2114" y="105"/>
                </a:lnTo>
                <a:lnTo>
                  <a:pt x="2113" y="104"/>
                </a:lnTo>
                <a:lnTo>
                  <a:pt x="2113" y="103"/>
                </a:lnTo>
                <a:lnTo>
                  <a:pt x="2113" y="102"/>
                </a:lnTo>
                <a:lnTo>
                  <a:pt x="2113" y="101"/>
                </a:lnTo>
                <a:lnTo>
                  <a:pt x="2112" y="101"/>
                </a:lnTo>
                <a:lnTo>
                  <a:pt x="2112" y="100"/>
                </a:lnTo>
                <a:lnTo>
                  <a:pt x="2113" y="100"/>
                </a:lnTo>
                <a:lnTo>
                  <a:pt x="2114" y="100"/>
                </a:lnTo>
                <a:lnTo>
                  <a:pt x="2115" y="100"/>
                </a:lnTo>
                <a:lnTo>
                  <a:pt x="2115" y="99"/>
                </a:lnTo>
                <a:lnTo>
                  <a:pt x="2115" y="98"/>
                </a:lnTo>
                <a:lnTo>
                  <a:pt x="2115" y="97"/>
                </a:lnTo>
                <a:lnTo>
                  <a:pt x="2116" y="96"/>
                </a:lnTo>
                <a:lnTo>
                  <a:pt x="2117" y="96"/>
                </a:lnTo>
                <a:lnTo>
                  <a:pt x="2117" y="95"/>
                </a:lnTo>
                <a:lnTo>
                  <a:pt x="2117" y="94"/>
                </a:lnTo>
                <a:lnTo>
                  <a:pt x="2118" y="94"/>
                </a:lnTo>
                <a:lnTo>
                  <a:pt x="2119" y="93"/>
                </a:lnTo>
                <a:lnTo>
                  <a:pt x="2119" y="92"/>
                </a:lnTo>
                <a:lnTo>
                  <a:pt x="2118" y="91"/>
                </a:lnTo>
                <a:lnTo>
                  <a:pt x="2118" y="90"/>
                </a:lnTo>
                <a:lnTo>
                  <a:pt x="2118" y="89"/>
                </a:lnTo>
                <a:lnTo>
                  <a:pt x="2119" y="88"/>
                </a:lnTo>
                <a:lnTo>
                  <a:pt x="2120" y="88"/>
                </a:lnTo>
                <a:lnTo>
                  <a:pt x="2120" y="87"/>
                </a:lnTo>
                <a:lnTo>
                  <a:pt x="2120" y="86"/>
                </a:lnTo>
                <a:lnTo>
                  <a:pt x="2119" y="86"/>
                </a:lnTo>
                <a:lnTo>
                  <a:pt x="2119" y="85"/>
                </a:lnTo>
                <a:lnTo>
                  <a:pt x="2118" y="85"/>
                </a:lnTo>
                <a:lnTo>
                  <a:pt x="2118" y="84"/>
                </a:lnTo>
                <a:lnTo>
                  <a:pt x="2119" y="84"/>
                </a:lnTo>
                <a:lnTo>
                  <a:pt x="2120" y="84"/>
                </a:lnTo>
                <a:lnTo>
                  <a:pt x="2121" y="84"/>
                </a:lnTo>
                <a:lnTo>
                  <a:pt x="2121" y="83"/>
                </a:lnTo>
                <a:lnTo>
                  <a:pt x="2122" y="83"/>
                </a:lnTo>
                <a:lnTo>
                  <a:pt x="2122" y="82"/>
                </a:lnTo>
                <a:lnTo>
                  <a:pt x="2123" y="82"/>
                </a:lnTo>
                <a:lnTo>
                  <a:pt x="2122" y="81"/>
                </a:lnTo>
                <a:lnTo>
                  <a:pt x="2121" y="81"/>
                </a:lnTo>
                <a:lnTo>
                  <a:pt x="2120" y="81"/>
                </a:lnTo>
                <a:lnTo>
                  <a:pt x="2119" y="81"/>
                </a:lnTo>
                <a:lnTo>
                  <a:pt x="2118" y="81"/>
                </a:lnTo>
                <a:lnTo>
                  <a:pt x="2118" y="80"/>
                </a:lnTo>
                <a:lnTo>
                  <a:pt x="2117" y="80"/>
                </a:lnTo>
                <a:lnTo>
                  <a:pt x="2117" y="79"/>
                </a:lnTo>
                <a:lnTo>
                  <a:pt x="2116" y="79"/>
                </a:lnTo>
                <a:lnTo>
                  <a:pt x="2115" y="79"/>
                </a:lnTo>
                <a:lnTo>
                  <a:pt x="2114" y="79"/>
                </a:lnTo>
                <a:lnTo>
                  <a:pt x="2113" y="79"/>
                </a:lnTo>
                <a:lnTo>
                  <a:pt x="2113" y="78"/>
                </a:lnTo>
                <a:lnTo>
                  <a:pt x="2112" y="78"/>
                </a:lnTo>
                <a:lnTo>
                  <a:pt x="2112" y="77"/>
                </a:lnTo>
                <a:lnTo>
                  <a:pt x="2111" y="77"/>
                </a:lnTo>
                <a:lnTo>
                  <a:pt x="2110" y="76"/>
                </a:lnTo>
                <a:lnTo>
                  <a:pt x="2108" y="76"/>
                </a:lnTo>
                <a:lnTo>
                  <a:pt x="2107" y="76"/>
                </a:lnTo>
                <a:lnTo>
                  <a:pt x="2106" y="76"/>
                </a:lnTo>
                <a:lnTo>
                  <a:pt x="2106" y="75"/>
                </a:lnTo>
                <a:lnTo>
                  <a:pt x="2105" y="75"/>
                </a:lnTo>
                <a:lnTo>
                  <a:pt x="2103" y="74"/>
                </a:lnTo>
                <a:lnTo>
                  <a:pt x="2101" y="73"/>
                </a:lnTo>
                <a:lnTo>
                  <a:pt x="2100" y="73"/>
                </a:lnTo>
                <a:lnTo>
                  <a:pt x="2100" y="72"/>
                </a:lnTo>
                <a:lnTo>
                  <a:pt x="2099" y="72"/>
                </a:lnTo>
                <a:lnTo>
                  <a:pt x="2099" y="71"/>
                </a:lnTo>
                <a:lnTo>
                  <a:pt x="2098" y="71"/>
                </a:lnTo>
                <a:lnTo>
                  <a:pt x="2097" y="71"/>
                </a:lnTo>
                <a:lnTo>
                  <a:pt x="2096" y="72"/>
                </a:lnTo>
                <a:lnTo>
                  <a:pt x="2095" y="72"/>
                </a:lnTo>
                <a:lnTo>
                  <a:pt x="2094" y="73"/>
                </a:lnTo>
                <a:lnTo>
                  <a:pt x="2093" y="74"/>
                </a:lnTo>
                <a:lnTo>
                  <a:pt x="2092" y="74"/>
                </a:lnTo>
                <a:lnTo>
                  <a:pt x="2090" y="74"/>
                </a:lnTo>
                <a:lnTo>
                  <a:pt x="2087" y="74"/>
                </a:lnTo>
                <a:lnTo>
                  <a:pt x="2085" y="74"/>
                </a:lnTo>
                <a:lnTo>
                  <a:pt x="2084" y="74"/>
                </a:lnTo>
                <a:lnTo>
                  <a:pt x="2084" y="73"/>
                </a:lnTo>
                <a:lnTo>
                  <a:pt x="2083" y="73"/>
                </a:lnTo>
                <a:lnTo>
                  <a:pt x="2082" y="73"/>
                </a:lnTo>
                <a:lnTo>
                  <a:pt x="2082" y="74"/>
                </a:lnTo>
                <a:lnTo>
                  <a:pt x="2081" y="74"/>
                </a:lnTo>
                <a:lnTo>
                  <a:pt x="2080" y="74"/>
                </a:lnTo>
                <a:lnTo>
                  <a:pt x="2080" y="75"/>
                </a:lnTo>
                <a:lnTo>
                  <a:pt x="2079" y="75"/>
                </a:lnTo>
                <a:lnTo>
                  <a:pt x="2078" y="75"/>
                </a:lnTo>
                <a:lnTo>
                  <a:pt x="2077" y="76"/>
                </a:lnTo>
                <a:lnTo>
                  <a:pt x="2076" y="77"/>
                </a:lnTo>
                <a:lnTo>
                  <a:pt x="2075" y="77"/>
                </a:lnTo>
                <a:lnTo>
                  <a:pt x="2075" y="78"/>
                </a:lnTo>
                <a:lnTo>
                  <a:pt x="2074" y="78"/>
                </a:lnTo>
                <a:lnTo>
                  <a:pt x="2073" y="78"/>
                </a:lnTo>
                <a:lnTo>
                  <a:pt x="2072" y="78"/>
                </a:lnTo>
                <a:lnTo>
                  <a:pt x="2071" y="77"/>
                </a:lnTo>
                <a:lnTo>
                  <a:pt x="2070" y="77"/>
                </a:lnTo>
                <a:lnTo>
                  <a:pt x="2068" y="77"/>
                </a:lnTo>
                <a:lnTo>
                  <a:pt x="2067" y="77"/>
                </a:lnTo>
                <a:lnTo>
                  <a:pt x="2066" y="77"/>
                </a:lnTo>
                <a:lnTo>
                  <a:pt x="2065" y="77"/>
                </a:lnTo>
                <a:lnTo>
                  <a:pt x="2064" y="77"/>
                </a:lnTo>
                <a:lnTo>
                  <a:pt x="2063" y="77"/>
                </a:lnTo>
                <a:lnTo>
                  <a:pt x="2062" y="77"/>
                </a:lnTo>
                <a:lnTo>
                  <a:pt x="2062" y="76"/>
                </a:lnTo>
                <a:lnTo>
                  <a:pt x="2061" y="76"/>
                </a:lnTo>
                <a:lnTo>
                  <a:pt x="2061" y="75"/>
                </a:lnTo>
                <a:lnTo>
                  <a:pt x="2060" y="75"/>
                </a:lnTo>
                <a:lnTo>
                  <a:pt x="2060" y="73"/>
                </a:lnTo>
                <a:lnTo>
                  <a:pt x="2060" y="72"/>
                </a:lnTo>
                <a:lnTo>
                  <a:pt x="2060" y="71"/>
                </a:lnTo>
                <a:lnTo>
                  <a:pt x="2060" y="69"/>
                </a:lnTo>
                <a:lnTo>
                  <a:pt x="2061" y="69"/>
                </a:lnTo>
                <a:lnTo>
                  <a:pt x="2061" y="68"/>
                </a:lnTo>
                <a:lnTo>
                  <a:pt x="2061" y="67"/>
                </a:lnTo>
                <a:lnTo>
                  <a:pt x="2062" y="67"/>
                </a:lnTo>
                <a:lnTo>
                  <a:pt x="2062" y="66"/>
                </a:lnTo>
                <a:lnTo>
                  <a:pt x="2063" y="66"/>
                </a:lnTo>
                <a:lnTo>
                  <a:pt x="2063" y="65"/>
                </a:lnTo>
                <a:lnTo>
                  <a:pt x="2063" y="64"/>
                </a:lnTo>
                <a:lnTo>
                  <a:pt x="2062" y="64"/>
                </a:lnTo>
                <a:lnTo>
                  <a:pt x="2062" y="63"/>
                </a:lnTo>
                <a:lnTo>
                  <a:pt x="2062" y="62"/>
                </a:lnTo>
                <a:lnTo>
                  <a:pt x="2061" y="61"/>
                </a:lnTo>
                <a:lnTo>
                  <a:pt x="2061" y="60"/>
                </a:lnTo>
                <a:lnTo>
                  <a:pt x="2060" y="59"/>
                </a:lnTo>
                <a:lnTo>
                  <a:pt x="2059" y="59"/>
                </a:lnTo>
                <a:lnTo>
                  <a:pt x="2059" y="58"/>
                </a:lnTo>
                <a:lnTo>
                  <a:pt x="2060" y="57"/>
                </a:lnTo>
                <a:lnTo>
                  <a:pt x="2063" y="57"/>
                </a:lnTo>
                <a:lnTo>
                  <a:pt x="2064" y="57"/>
                </a:lnTo>
                <a:lnTo>
                  <a:pt x="2065" y="57"/>
                </a:lnTo>
                <a:lnTo>
                  <a:pt x="2066" y="56"/>
                </a:lnTo>
                <a:lnTo>
                  <a:pt x="2066" y="55"/>
                </a:lnTo>
                <a:lnTo>
                  <a:pt x="2067" y="55"/>
                </a:lnTo>
                <a:lnTo>
                  <a:pt x="2068" y="55"/>
                </a:lnTo>
                <a:lnTo>
                  <a:pt x="2069" y="54"/>
                </a:lnTo>
                <a:lnTo>
                  <a:pt x="2070" y="54"/>
                </a:lnTo>
                <a:lnTo>
                  <a:pt x="2071" y="54"/>
                </a:lnTo>
                <a:lnTo>
                  <a:pt x="2072" y="54"/>
                </a:lnTo>
                <a:lnTo>
                  <a:pt x="2073" y="54"/>
                </a:lnTo>
                <a:lnTo>
                  <a:pt x="2074" y="54"/>
                </a:lnTo>
                <a:lnTo>
                  <a:pt x="2074" y="53"/>
                </a:lnTo>
                <a:lnTo>
                  <a:pt x="2075" y="52"/>
                </a:lnTo>
                <a:lnTo>
                  <a:pt x="2076" y="52"/>
                </a:lnTo>
                <a:lnTo>
                  <a:pt x="2076" y="51"/>
                </a:lnTo>
                <a:lnTo>
                  <a:pt x="2077" y="51"/>
                </a:lnTo>
                <a:lnTo>
                  <a:pt x="2077" y="50"/>
                </a:lnTo>
                <a:lnTo>
                  <a:pt x="2078" y="50"/>
                </a:lnTo>
                <a:lnTo>
                  <a:pt x="2079" y="50"/>
                </a:lnTo>
                <a:lnTo>
                  <a:pt x="2080" y="49"/>
                </a:lnTo>
                <a:lnTo>
                  <a:pt x="2081" y="49"/>
                </a:lnTo>
                <a:lnTo>
                  <a:pt x="2082" y="49"/>
                </a:lnTo>
                <a:lnTo>
                  <a:pt x="2083" y="49"/>
                </a:lnTo>
                <a:lnTo>
                  <a:pt x="2083" y="48"/>
                </a:lnTo>
                <a:lnTo>
                  <a:pt x="2083" y="47"/>
                </a:lnTo>
                <a:lnTo>
                  <a:pt x="2083" y="46"/>
                </a:lnTo>
                <a:lnTo>
                  <a:pt x="2084" y="46"/>
                </a:lnTo>
                <a:lnTo>
                  <a:pt x="2084" y="45"/>
                </a:lnTo>
                <a:lnTo>
                  <a:pt x="2087" y="45"/>
                </a:lnTo>
                <a:lnTo>
                  <a:pt x="2088" y="45"/>
                </a:lnTo>
                <a:lnTo>
                  <a:pt x="2088" y="44"/>
                </a:lnTo>
                <a:lnTo>
                  <a:pt x="2088" y="43"/>
                </a:lnTo>
                <a:lnTo>
                  <a:pt x="2088" y="42"/>
                </a:lnTo>
                <a:lnTo>
                  <a:pt x="2089" y="42"/>
                </a:lnTo>
                <a:lnTo>
                  <a:pt x="2089" y="41"/>
                </a:lnTo>
                <a:lnTo>
                  <a:pt x="2090" y="41"/>
                </a:lnTo>
                <a:lnTo>
                  <a:pt x="2090" y="40"/>
                </a:lnTo>
                <a:lnTo>
                  <a:pt x="2091" y="40"/>
                </a:lnTo>
                <a:lnTo>
                  <a:pt x="2092" y="40"/>
                </a:lnTo>
                <a:lnTo>
                  <a:pt x="2093" y="40"/>
                </a:lnTo>
                <a:lnTo>
                  <a:pt x="2093" y="39"/>
                </a:lnTo>
                <a:lnTo>
                  <a:pt x="2094" y="39"/>
                </a:lnTo>
                <a:lnTo>
                  <a:pt x="2094" y="38"/>
                </a:lnTo>
                <a:lnTo>
                  <a:pt x="2094" y="37"/>
                </a:lnTo>
                <a:lnTo>
                  <a:pt x="2095" y="37"/>
                </a:lnTo>
                <a:lnTo>
                  <a:pt x="2095" y="36"/>
                </a:lnTo>
                <a:lnTo>
                  <a:pt x="2096" y="35"/>
                </a:lnTo>
                <a:lnTo>
                  <a:pt x="2097" y="34"/>
                </a:lnTo>
                <a:lnTo>
                  <a:pt x="2098" y="34"/>
                </a:lnTo>
                <a:lnTo>
                  <a:pt x="2098" y="33"/>
                </a:lnTo>
                <a:lnTo>
                  <a:pt x="2099" y="33"/>
                </a:lnTo>
                <a:lnTo>
                  <a:pt x="2100" y="33"/>
                </a:lnTo>
                <a:lnTo>
                  <a:pt x="2100" y="32"/>
                </a:lnTo>
                <a:lnTo>
                  <a:pt x="2101" y="32"/>
                </a:lnTo>
                <a:lnTo>
                  <a:pt x="2102" y="32"/>
                </a:lnTo>
                <a:lnTo>
                  <a:pt x="2102" y="31"/>
                </a:lnTo>
                <a:lnTo>
                  <a:pt x="2103" y="31"/>
                </a:lnTo>
                <a:lnTo>
                  <a:pt x="2103" y="30"/>
                </a:lnTo>
                <a:lnTo>
                  <a:pt x="2104" y="30"/>
                </a:lnTo>
                <a:lnTo>
                  <a:pt x="2104" y="29"/>
                </a:lnTo>
                <a:lnTo>
                  <a:pt x="2105" y="29"/>
                </a:lnTo>
                <a:lnTo>
                  <a:pt x="2105" y="28"/>
                </a:lnTo>
                <a:lnTo>
                  <a:pt x="2106" y="27"/>
                </a:lnTo>
                <a:lnTo>
                  <a:pt x="2107" y="26"/>
                </a:lnTo>
                <a:lnTo>
                  <a:pt x="2108" y="26"/>
                </a:lnTo>
                <a:lnTo>
                  <a:pt x="2109" y="26"/>
                </a:lnTo>
                <a:lnTo>
                  <a:pt x="2110" y="26"/>
                </a:lnTo>
                <a:lnTo>
                  <a:pt x="2110" y="25"/>
                </a:lnTo>
                <a:lnTo>
                  <a:pt x="2111" y="25"/>
                </a:lnTo>
                <a:lnTo>
                  <a:pt x="2112" y="25"/>
                </a:lnTo>
                <a:lnTo>
                  <a:pt x="2112" y="24"/>
                </a:lnTo>
                <a:lnTo>
                  <a:pt x="2113" y="24"/>
                </a:lnTo>
                <a:lnTo>
                  <a:pt x="2114" y="24"/>
                </a:lnTo>
                <a:lnTo>
                  <a:pt x="2115" y="24"/>
                </a:lnTo>
                <a:lnTo>
                  <a:pt x="2115" y="23"/>
                </a:lnTo>
                <a:lnTo>
                  <a:pt x="2115" y="22"/>
                </a:lnTo>
                <a:lnTo>
                  <a:pt x="2116" y="21"/>
                </a:lnTo>
                <a:lnTo>
                  <a:pt x="2117" y="21"/>
                </a:lnTo>
                <a:lnTo>
                  <a:pt x="2118" y="20"/>
                </a:lnTo>
                <a:lnTo>
                  <a:pt x="2119" y="20"/>
                </a:lnTo>
                <a:lnTo>
                  <a:pt x="2119" y="19"/>
                </a:lnTo>
                <a:lnTo>
                  <a:pt x="2120" y="18"/>
                </a:lnTo>
                <a:lnTo>
                  <a:pt x="2119" y="18"/>
                </a:lnTo>
                <a:lnTo>
                  <a:pt x="2119" y="17"/>
                </a:lnTo>
                <a:lnTo>
                  <a:pt x="2120" y="16"/>
                </a:lnTo>
                <a:lnTo>
                  <a:pt x="2121" y="16"/>
                </a:lnTo>
                <a:lnTo>
                  <a:pt x="2121" y="15"/>
                </a:lnTo>
                <a:lnTo>
                  <a:pt x="2122" y="15"/>
                </a:lnTo>
                <a:lnTo>
                  <a:pt x="2122" y="14"/>
                </a:lnTo>
                <a:lnTo>
                  <a:pt x="2123" y="14"/>
                </a:lnTo>
                <a:lnTo>
                  <a:pt x="2124" y="13"/>
                </a:lnTo>
                <a:lnTo>
                  <a:pt x="2125" y="13"/>
                </a:lnTo>
                <a:lnTo>
                  <a:pt x="2126" y="13"/>
                </a:lnTo>
                <a:lnTo>
                  <a:pt x="2128" y="12"/>
                </a:lnTo>
                <a:lnTo>
                  <a:pt x="2129" y="11"/>
                </a:lnTo>
                <a:lnTo>
                  <a:pt x="2130" y="11"/>
                </a:lnTo>
                <a:lnTo>
                  <a:pt x="2130" y="10"/>
                </a:lnTo>
                <a:lnTo>
                  <a:pt x="2131" y="10"/>
                </a:lnTo>
                <a:lnTo>
                  <a:pt x="2132" y="10"/>
                </a:lnTo>
                <a:lnTo>
                  <a:pt x="2132" y="9"/>
                </a:lnTo>
                <a:lnTo>
                  <a:pt x="2132" y="8"/>
                </a:lnTo>
                <a:lnTo>
                  <a:pt x="2131" y="8"/>
                </a:lnTo>
                <a:lnTo>
                  <a:pt x="2130" y="8"/>
                </a:lnTo>
                <a:lnTo>
                  <a:pt x="2130" y="7"/>
                </a:lnTo>
                <a:lnTo>
                  <a:pt x="2131" y="7"/>
                </a:lnTo>
                <a:lnTo>
                  <a:pt x="2132" y="7"/>
                </a:lnTo>
                <a:lnTo>
                  <a:pt x="2133" y="7"/>
                </a:lnTo>
                <a:lnTo>
                  <a:pt x="2134" y="6"/>
                </a:lnTo>
                <a:lnTo>
                  <a:pt x="2135" y="6"/>
                </a:lnTo>
                <a:lnTo>
                  <a:pt x="2136" y="6"/>
                </a:lnTo>
                <a:lnTo>
                  <a:pt x="2136" y="5"/>
                </a:lnTo>
                <a:lnTo>
                  <a:pt x="2137" y="5"/>
                </a:lnTo>
                <a:lnTo>
                  <a:pt x="2138" y="5"/>
                </a:lnTo>
                <a:lnTo>
                  <a:pt x="2138" y="6"/>
                </a:lnTo>
                <a:lnTo>
                  <a:pt x="2138" y="5"/>
                </a:lnTo>
                <a:lnTo>
                  <a:pt x="2141" y="5"/>
                </a:lnTo>
                <a:lnTo>
                  <a:pt x="2142" y="4"/>
                </a:lnTo>
                <a:lnTo>
                  <a:pt x="2143" y="4"/>
                </a:lnTo>
                <a:lnTo>
                  <a:pt x="2144" y="4"/>
                </a:lnTo>
                <a:lnTo>
                  <a:pt x="2144" y="5"/>
                </a:lnTo>
                <a:lnTo>
                  <a:pt x="2145" y="5"/>
                </a:lnTo>
                <a:lnTo>
                  <a:pt x="2146" y="5"/>
                </a:lnTo>
                <a:lnTo>
                  <a:pt x="2147" y="5"/>
                </a:lnTo>
                <a:lnTo>
                  <a:pt x="2149" y="5"/>
                </a:lnTo>
                <a:lnTo>
                  <a:pt x="2150" y="5"/>
                </a:lnTo>
                <a:lnTo>
                  <a:pt x="2151" y="5"/>
                </a:lnTo>
                <a:lnTo>
                  <a:pt x="2152" y="5"/>
                </a:lnTo>
                <a:lnTo>
                  <a:pt x="2152" y="4"/>
                </a:lnTo>
                <a:lnTo>
                  <a:pt x="2153" y="4"/>
                </a:lnTo>
                <a:lnTo>
                  <a:pt x="2154" y="4"/>
                </a:lnTo>
                <a:lnTo>
                  <a:pt x="2155" y="3"/>
                </a:lnTo>
                <a:lnTo>
                  <a:pt x="2156" y="3"/>
                </a:lnTo>
                <a:lnTo>
                  <a:pt x="2156" y="4"/>
                </a:lnTo>
                <a:lnTo>
                  <a:pt x="2157" y="4"/>
                </a:lnTo>
                <a:lnTo>
                  <a:pt x="2157" y="5"/>
                </a:lnTo>
                <a:lnTo>
                  <a:pt x="2157" y="6"/>
                </a:lnTo>
                <a:lnTo>
                  <a:pt x="2158" y="6"/>
                </a:lnTo>
                <a:lnTo>
                  <a:pt x="2159" y="6"/>
                </a:lnTo>
                <a:lnTo>
                  <a:pt x="2160" y="6"/>
                </a:lnTo>
                <a:lnTo>
                  <a:pt x="2161" y="6"/>
                </a:lnTo>
                <a:lnTo>
                  <a:pt x="2162" y="6"/>
                </a:lnTo>
                <a:lnTo>
                  <a:pt x="2163" y="6"/>
                </a:lnTo>
                <a:lnTo>
                  <a:pt x="2164" y="6"/>
                </a:lnTo>
                <a:lnTo>
                  <a:pt x="2165" y="6"/>
                </a:lnTo>
                <a:lnTo>
                  <a:pt x="2166" y="6"/>
                </a:lnTo>
                <a:lnTo>
                  <a:pt x="2168" y="6"/>
                </a:lnTo>
                <a:lnTo>
                  <a:pt x="2169" y="6"/>
                </a:lnTo>
                <a:lnTo>
                  <a:pt x="2169" y="5"/>
                </a:lnTo>
                <a:lnTo>
                  <a:pt x="2170" y="5"/>
                </a:lnTo>
                <a:lnTo>
                  <a:pt x="2171" y="5"/>
                </a:lnTo>
                <a:lnTo>
                  <a:pt x="2172" y="5"/>
                </a:lnTo>
                <a:lnTo>
                  <a:pt x="2173" y="5"/>
                </a:lnTo>
                <a:lnTo>
                  <a:pt x="2173" y="4"/>
                </a:lnTo>
                <a:lnTo>
                  <a:pt x="2174" y="4"/>
                </a:lnTo>
                <a:lnTo>
                  <a:pt x="2175" y="4"/>
                </a:lnTo>
                <a:lnTo>
                  <a:pt x="2175" y="3"/>
                </a:lnTo>
                <a:lnTo>
                  <a:pt x="2176" y="3"/>
                </a:lnTo>
                <a:lnTo>
                  <a:pt x="2176" y="2"/>
                </a:lnTo>
                <a:lnTo>
                  <a:pt x="2177" y="2"/>
                </a:lnTo>
                <a:lnTo>
                  <a:pt x="2177" y="1"/>
                </a:lnTo>
                <a:lnTo>
                  <a:pt x="2179" y="1"/>
                </a:lnTo>
                <a:lnTo>
                  <a:pt x="2180" y="2"/>
                </a:lnTo>
                <a:lnTo>
                  <a:pt x="2182" y="2"/>
                </a:lnTo>
                <a:lnTo>
                  <a:pt x="2183" y="2"/>
                </a:lnTo>
                <a:lnTo>
                  <a:pt x="2184" y="2"/>
                </a:lnTo>
                <a:lnTo>
                  <a:pt x="2185" y="2"/>
                </a:lnTo>
                <a:lnTo>
                  <a:pt x="2185" y="1"/>
                </a:lnTo>
                <a:lnTo>
                  <a:pt x="2186" y="1"/>
                </a:lnTo>
                <a:lnTo>
                  <a:pt x="2186" y="2"/>
                </a:lnTo>
                <a:lnTo>
                  <a:pt x="2188" y="2"/>
                </a:lnTo>
                <a:lnTo>
                  <a:pt x="2188" y="1"/>
                </a:lnTo>
                <a:lnTo>
                  <a:pt x="2189" y="1"/>
                </a:lnTo>
                <a:lnTo>
                  <a:pt x="2190" y="1"/>
                </a:lnTo>
                <a:lnTo>
                  <a:pt x="2191" y="1"/>
                </a:lnTo>
                <a:lnTo>
                  <a:pt x="2191" y="0"/>
                </a:lnTo>
                <a:lnTo>
                  <a:pt x="2192" y="0"/>
                </a:lnTo>
                <a:lnTo>
                  <a:pt x="2192" y="1"/>
                </a:lnTo>
                <a:close/>
              </a:path>
            </a:pathLst>
          </a:custGeom>
          <a:solidFill>
            <a:srgbClr val="9AC5DE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9" name=""/>
          <p:cNvSpPr/>
          <p:nvPr/>
        </p:nvSpPr>
        <p:spPr>
          <a:xfrm>
            <a:off x="2421360" y="36637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0" name=""/>
          <p:cNvSpPr/>
          <p:nvPr/>
        </p:nvSpPr>
        <p:spPr>
          <a:xfrm>
            <a:off x="2421720" y="36637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1" name=""/>
          <p:cNvSpPr/>
          <p:nvPr/>
        </p:nvSpPr>
        <p:spPr>
          <a:xfrm>
            <a:off x="2421720" y="36637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2" name=""/>
          <p:cNvSpPr/>
          <p:nvPr/>
        </p:nvSpPr>
        <p:spPr>
          <a:xfrm>
            <a:off x="2421720" y="36637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3" name=""/>
          <p:cNvSpPr/>
          <p:nvPr/>
        </p:nvSpPr>
        <p:spPr>
          <a:xfrm>
            <a:off x="2427840" y="36576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4" name=""/>
          <p:cNvSpPr/>
          <p:nvPr/>
        </p:nvSpPr>
        <p:spPr>
          <a:xfrm>
            <a:off x="2427840" y="3656520"/>
            <a:ext cx="360" cy="1080"/>
          </a:xfrm>
          <a:custGeom>
            <a:avLst/>
            <a:gdLst/>
            <a:ahLst/>
            <a:rect l="0" t="0" r="r" b="b"/>
            <a:pathLst>
              <a:path w="1" h="3">
                <a:moveTo>
                  <a:pt x="0" y="3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5" name=""/>
          <p:cNvSpPr/>
          <p:nvPr/>
        </p:nvSpPr>
        <p:spPr>
          <a:xfrm>
            <a:off x="2432880" y="365148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6" name=""/>
          <p:cNvSpPr/>
          <p:nvPr/>
        </p:nvSpPr>
        <p:spPr>
          <a:xfrm>
            <a:off x="2432880" y="36511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7" name=""/>
          <p:cNvSpPr/>
          <p:nvPr/>
        </p:nvSpPr>
        <p:spPr>
          <a:xfrm>
            <a:off x="2433600" y="36511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8" name=""/>
          <p:cNvSpPr/>
          <p:nvPr/>
        </p:nvSpPr>
        <p:spPr>
          <a:xfrm>
            <a:off x="2417400" y="3628800"/>
            <a:ext cx="60840" cy="41040"/>
          </a:xfrm>
          <a:custGeom>
            <a:avLst/>
            <a:gdLst/>
            <a:ahLst/>
            <a:rect l="0" t="0" r="r" b="b"/>
            <a:pathLst>
              <a:path w="169" h="114">
                <a:moveTo>
                  <a:pt x="11" y="98"/>
                </a:moveTo>
                <a:lnTo>
                  <a:pt x="11" y="99"/>
                </a:lnTo>
                <a:lnTo>
                  <a:pt x="11" y="100"/>
                </a:lnTo>
                <a:lnTo>
                  <a:pt x="12" y="100"/>
                </a:lnTo>
                <a:lnTo>
                  <a:pt x="11" y="101"/>
                </a:lnTo>
                <a:lnTo>
                  <a:pt x="11" y="102"/>
                </a:lnTo>
                <a:lnTo>
                  <a:pt x="11" y="101"/>
                </a:lnTo>
                <a:lnTo>
                  <a:pt x="12" y="101"/>
                </a:lnTo>
                <a:lnTo>
                  <a:pt x="13" y="101"/>
                </a:lnTo>
                <a:lnTo>
                  <a:pt x="13" y="100"/>
                </a:lnTo>
                <a:lnTo>
                  <a:pt x="14" y="100"/>
                </a:lnTo>
                <a:lnTo>
                  <a:pt x="15" y="99"/>
                </a:lnTo>
                <a:lnTo>
                  <a:pt x="16" y="99"/>
                </a:lnTo>
                <a:lnTo>
                  <a:pt x="16" y="98"/>
                </a:lnTo>
                <a:lnTo>
                  <a:pt x="17" y="97"/>
                </a:lnTo>
                <a:lnTo>
                  <a:pt x="16" y="97"/>
                </a:lnTo>
                <a:lnTo>
                  <a:pt x="17" y="96"/>
                </a:lnTo>
                <a:lnTo>
                  <a:pt x="16" y="96"/>
                </a:lnTo>
                <a:lnTo>
                  <a:pt x="17" y="96"/>
                </a:lnTo>
                <a:lnTo>
                  <a:pt x="17" y="97"/>
                </a:lnTo>
                <a:lnTo>
                  <a:pt x="17" y="96"/>
                </a:lnTo>
                <a:lnTo>
                  <a:pt x="18" y="95"/>
                </a:lnTo>
                <a:lnTo>
                  <a:pt x="18" y="94"/>
                </a:lnTo>
                <a:lnTo>
                  <a:pt x="18" y="93"/>
                </a:lnTo>
                <a:lnTo>
                  <a:pt x="19" y="93"/>
                </a:lnTo>
                <a:lnTo>
                  <a:pt x="19" y="92"/>
                </a:lnTo>
                <a:lnTo>
                  <a:pt x="18" y="92"/>
                </a:lnTo>
                <a:lnTo>
                  <a:pt x="18" y="91"/>
                </a:lnTo>
                <a:lnTo>
                  <a:pt x="17" y="90"/>
                </a:lnTo>
                <a:lnTo>
                  <a:pt x="16" y="90"/>
                </a:lnTo>
                <a:lnTo>
                  <a:pt x="15" y="89"/>
                </a:lnTo>
                <a:lnTo>
                  <a:pt x="15" y="88"/>
                </a:lnTo>
                <a:lnTo>
                  <a:pt x="16" y="88"/>
                </a:lnTo>
                <a:lnTo>
                  <a:pt x="16" y="87"/>
                </a:lnTo>
                <a:lnTo>
                  <a:pt x="16" y="86"/>
                </a:lnTo>
                <a:lnTo>
                  <a:pt x="17" y="86"/>
                </a:lnTo>
                <a:lnTo>
                  <a:pt x="17" y="85"/>
                </a:lnTo>
                <a:lnTo>
                  <a:pt x="18" y="85"/>
                </a:lnTo>
                <a:lnTo>
                  <a:pt x="18" y="84"/>
                </a:lnTo>
                <a:lnTo>
                  <a:pt x="19" y="84"/>
                </a:lnTo>
                <a:lnTo>
                  <a:pt x="19" y="83"/>
                </a:lnTo>
                <a:lnTo>
                  <a:pt x="20" y="83"/>
                </a:lnTo>
                <a:lnTo>
                  <a:pt x="20" y="82"/>
                </a:lnTo>
                <a:lnTo>
                  <a:pt x="21" y="82"/>
                </a:lnTo>
                <a:lnTo>
                  <a:pt x="21" y="81"/>
                </a:lnTo>
                <a:lnTo>
                  <a:pt x="22" y="81"/>
                </a:lnTo>
                <a:lnTo>
                  <a:pt x="22" y="80"/>
                </a:lnTo>
                <a:lnTo>
                  <a:pt x="23" y="80"/>
                </a:lnTo>
                <a:lnTo>
                  <a:pt x="24" y="80"/>
                </a:lnTo>
                <a:lnTo>
                  <a:pt x="24" y="79"/>
                </a:lnTo>
                <a:lnTo>
                  <a:pt x="25" y="79"/>
                </a:lnTo>
                <a:lnTo>
                  <a:pt x="25" y="78"/>
                </a:lnTo>
                <a:lnTo>
                  <a:pt x="25" y="77"/>
                </a:lnTo>
                <a:lnTo>
                  <a:pt x="26" y="77"/>
                </a:lnTo>
                <a:lnTo>
                  <a:pt x="26" y="76"/>
                </a:lnTo>
                <a:lnTo>
                  <a:pt x="27" y="76"/>
                </a:lnTo>
                <a:lnTo>
                  <a:pt x="28" y="76"/>
                </a:lnTo>
                <a:lnTo>
                  <a:pt x="29" y="76"/>
                </a:lnTo>
                <a:lnTo>
                  <a:pt x="28" y="76"/>
                </a:lnTo>
                <a:lnTo>
                  <a:pt x="28" y="77"/>
                </a:lnTo>
                <a:lnTo>
                  <a:pt x="29" y="77"/>
                </a:lnTo>
                <a:lnTo>
                  <a:pt x="29" y="76"/>
                </a:lnTo>
                <a:lnTo>
                  <a:pt x="29" y="75"/>
                </a:lnTo>
                <a:lnTo>
                  <a:pt x="30" y="75"/>
                </a:lnTo>
                <a:lnTo>
                  <a:pt x="30" y="74"/>
                </a:lnTo>
                <a:lnTo>
                  <a:pt x="31" y="74"/>
                </a:lnTo>
                <a:lnTo>
                  <a:pt x="31" y="73"/>
                </a:lnTo>
                <a:lnTo>
                  <a:pt x="32" y="73"/>
                </a:lnTo>
                <a:lnTo>
                  <a:pt x="32" y="72"/>
                </a:lnTo>
                <a:lnTo>
                  <a:pt x="33" y="72"/>
                </a:lnTo>
                <a:lnTo>
                  <a:pt x="34" y="72"/>
                </a:lnTo>
                <a:lnTo>
                  <a:pt x="35" y="72"/>
                </a:lnTo>
                <a:lnTo>
                  <a:pt x="35" y="71"/>
                </a:lnTo>
                <a:lnTo>
                  <a:pt x="34" y="71"/>
                </a:lnTo>
                <a:lnTo>
                  <a:pt x="35" y="71"/>
                </a:lnTo>
                <a:lnTo>
                  <a:pt x="34" y="70"/>
                </a:lnTo>
                <a:lnTo>
                  <a:pt x="35" y="70"/>
                </a:lnTo>
                <a:lnTo>
                  <a:pt x="35" y="69"/>
                </a:lnTo>
                <a:lnTo>
                  <a:pt x="36" y="69"/>
                </a:lnTo>
                <a:lnTo>
                  <a:pt x="37" y="68"/>
                </a:lnTo>
                <a:lnTo>
                  <a:pt x="38" y="68"/>
                </a:lnTo>
                <a:lnTo>
                  <a:pt x="38" y="67"/>
                </a:lnTo>
                <a:lnTo>
                  <a:pt x="39" y="67"/>
                </a:lnTo>
                <a:lnTo>
                  <a:pt x="39" y="66"/>
                </a:lnTo>
                <a:lnTo>
                  <a:pt x="40" y="66"/>
                </a:lnTo>
                <a:lnTo>
                  <a:pt x="40" y="65"/>
                </a:lnTo>
                <a:lnTo>
                  <a:pt x="41" y="65"/>
                </a:lnTo>
                <a:lnTo>
                  <a:pt x="42" y="65"/>
                </a:lnTo>
                <a:lnTo>
                  <a:pt x="42" y="64"/>
                </a:lnTo>
                <a:lnTo>
                  <a:pt x="43" y="64"/>
                </a:lnTo>
                <a:lnTo>
                  <a:pt x="42" y="64"/>
                </a:lnTo>
                <a:lnTo>
                  <a:pt x="42" y="65"/>
                </a:lnTo>
                <a:lnTo>
                  <a:pt x="43" y="65"/>
                </a:lnTo>
                <a:lnTo>
                  <a:pt x="43" y="64"/>
                </a:lnTo>
                <a:lnTo>
                  <a:pt x="44" y="64"/>
                </a:lnTo>
                <a:lnTo>
                  <a:pt x="45" y="64"/>
                </a:lnTo>
                <a:lnTo>
                  <a:pt x="46" y="64"/>
                </a:lnTo>
                <a:lnTo>
                  <a:pt x="46" y="63"/>
                </a:lnTo>
                <a:lnTo>
                  <a:pt x="47" y="63"/>
                </a:lnTo>
                <a:lnTo>
                  <a:pt x="48" y="63"/>
                </a:lnTo>
                <a:lnTo>
                  <a:pt x="48" y="62"/>
                </a:lnTo>
                <a:lnTo>
                  <a:pt x="50" y="62"/>
                </a:lnTo>
                <a:lnTo>
                  <a:pt x="48" y="62"/>
                </a:lnTo>
                <a:lnTo>
                  <a:pt x="48" y="63"/>
                </a:lnTo>
                <a:lnTo>
                  <a:pt x="48" y="62"/>
                </a:lnTo>
                <a:lnTo>
                  <a:pt x="50" y="62"/>
                </a:lnTo>
                <a:lnTo>
                  <a:pt x="50" y="61"/>
                </a:lnTo>
                <a:lnTo>
                  <a:pt x="50" y="62"/>
                </a:lnTo>
                <a:lnTo>
                  <a:pt x="51" y="62"/>
                </a:lnTo>
                <a:lnTo>
                  <a:pt x="50" y="62"/>
                </a:lnTo>
                <a:lnTo>
                  <a:pt x="51" y="62"/>
                </a:lnTo>
                <a:lnTo>
                  <a:pt x="51" y="61"/>
                </a:lnTo>
                <a:lnTo>
                  <a:pt x="51" y="62"/>
                </a:lnTo>
                <a:lnTo>
                  <a:pt x="51" y="61"/>
                </a:lnTo>
                <a:lnTo>
                  <a:pt x="52" y="61"/>
                </a:lnTo>
                <a:lnTo>
                  <a:pt x="52" y="60"/>
                </a:lnTo>
                <a:lnTo>
                  <a:pt x="52" y="58"/>
                </a:lnTo>
                <a:lnTo>
                  <a:pt x="52" y="57"/>
                </a:lnTo>
                <a:lnTo>
                  <a:pt x="53" y="57"/>
                </a:lnTo>
                <a:lnTo>
                  <a:pt x="53" y="55"/>
                </a:lnTo>
                <a:lnTo>
                  <a:pt x="54" y="55"/>
                </a:lnTo>
                <a:lnTo>
                  <a:pt x="54" y="54"/>
                </a:lnTo>
                <a:lnTo>
                  <a:pt x="55" y="54"/>
                </a:lnTo>
                <a:lnTo>
                  <a:pt x="55" y="53"/>
                </a:lnTo>
                <a:lnTo>
                  <a:pt x="56" y="53"/>
                </a:lnTo>
                <a:lnTo>
                  <a:pt x="57" y="53"/>
                </a:lnTo>
                <a:lnTo>
                  <a:pt x="57" y="52"/>
                </a:lnTo>
                <a:lnTo>
                  <a:pt x="58" y="52"/>
                </a:lnTo>
                <a:lnTo>
                  <a:pt x="59" y="52"/>
                </a:lnTo>
                <a:lnTo>
                  <a:pt x="59" y="51"/>
                </a:lnTo>
                <a:lnTo>
                  <a:pt x="60" y="51"/>
                </a:lnTo>
                <a:lnTo>
                  <a:pt x="61" y="51"/>
                </a:lnTo>
                <a:lnTo>
                  <a:pt x="61" y="50"/>
                </a:lnTo>
                <a:lnTo>
                  <a:pt x="62" y="50"/>
                </a:lnTo>
                <a:lnTo>
                  <a:pt x="62" y="49"/>
                </a:lnTo>
                <a:lnTo>
                  <a:pt x="63" y="49"/>
                </a:lnTo>
                <a:lnTo>
                  <a:pt x="64" y="48"/>
                </a:lnTo>
                <a:lnTo>
                  <a:pt x="65" y="47"/>
                </a:lnTo>
                <a:lnTo>
                  <a:pt x="66" y="46"/>
                </a:lnTo>
                <a:lnTo>
                  <a:pt x="67" y="45"/>
                </a:lnTo>
                <a:lnTo>
                  <a:pt x="67" y="44"/>
                </a:lnTo>
                <a:lnTo>
                  <a:pt x="68" y="44"/>
                </a:lnTo>
                <a:lnTo>
                  <a:pt x="69" y="44"/>
                </a:lnTo>
                <a:lnTo>
                  <a:pt x="69" y="45"/>
                </a:lnTo>
                <a:lnTo>
                  <a:pt x="68" y="46"/>
                </a:lnTo>
                <a:lnTo>
                  <a:pt x="69" y="46"/>
                </a:lnTo>
                <a:lnTo>
                  <a:pt x="69" y="47"/>
                </a:lnTo>
                <a:lnTo>
                  <a:pt x="70" y="47"/>
                </a:lnTo>
                <a:lnTo>
                  <a:pt x="71" y="47"/>
                </a:lnTo>
                <a:lnTo>
                  <a:pt x="72" y="47"/>
                </a:lnTo>
                <a:lnTo>
                  <a:pt x="72" y="46"/>
                </a:lnTo>
                <a:lnTo>
                  <a:pt x="73" y="46"/>
                </a:lnTo>
                <a:lnTo>
                  <a:pt x="74" y="45"/>
                </a:lnTo>
                <a:lnTo>
                  <a:pt x="75" y="45"/>
                </a:lnTo>
                <a:lnTo>
                  <a:pt x="76" y="45"/>
                </a:lnTo>
                <a:lnTo>
                  <a:pt x="77" y="45"/>
                </a:lnTo>
                <a:lnTo>
                  <a:pt x="78" y="45"/>
                </a:lnTo>
                <a:lnTo>
                  <a:pt x="78" y="46"/>
                </a:lnTo>
                <a:lnTo>
                  <a:pt x="78" y="45"/>
                </a:lnTo>
                <a:lnTo>
                  <a:pt x="78" y="46"/>
                </a:lnTo>
                <a:lnTo>
                  <a:pt x="79" y="46"/>
                </a:lnTo>
                <a:lnTo>
                  <a:pt x="80" y="46"/>
                </a:lnTo>
                <a:lnTo>
                  <a:pt x="80" y="45"/>
                </a:lnTo>
                <a:lnTo>
                  <a:pt x="80" y="44"/>
                </a:lnTo>
                <a:lnTo>
                  <a:pt x="79" y="44"/>
                </a:lnTo>
                <a:lnTo>
                  <a:pt x="79" y="43"/>
                </a:lnTo>
                <a:lnTo>
                  <a:pt x="78" y="43"/>
                </a:lnTo>
                <a:lnTo>
                  <a:pt x="78" y="44"/>
                </a:lnTo>
                <a:lnTo>
                  <a:pt x="77" y="44"/>
                </a:lnTo>
                <a:lnTo>
                  <a:pt x="77" y="43"/>
                </a:lnTo>
                <a:lnTo>
                  <a:pt x="76" y="43"/>
                </a:lnTo>
                <a:lnTo>
                  <a:pt x="76" y="41"/>
                </a:lnTo>
                <a:lnTo>
                  <a:pt x="76" y="40"/>
                </a:lnTo>
                <a:lnTo>
                  <a:pt x="77" y="40"/>
                </a:lnTo>
                <a:lnTo>
                  <a:pt x="77" y="39"/>
                </a:lnTo>
                <a:lnTo>
                  <a:pt x="78" y="39"/>
                </a:lnTo>
                <a:lnTo>
                  <a:pt x="78" y="38"/>
                </a:lnTo>
                <a:lnTo>
                  <a:pt x="78" y="39"/>
                </a:lnTo>
                <a:lnTo>
                  <a:pt x="78" y="38"/>
                </a:lnTo>
                <a:lnTo>
                  <a:pt x="79" y="38"/>
                </a:lnTo>
                <a:lnTo>
                  <a:pt x="80" y="38"/>
                </a:lnTo>
                <a:lnTo>
                  <a:pt x="80" y="37"/>
                </a:lnTo>
                <a:lnTo>
                  <a:pt x="79" y="37"/>
                </a:lnTo>
                <a:lnTo>
                  <a:pt x="79" y="36"/>
                </a:lnTo>
                <a:lnTo>
                  <a:pt x="79" y="35"/>
                </a:lnTo>
                <a:lnTo>
                  <a:pt x="80" y="36"/>
                </a:lnTo>
                <a:lnTo>
                  <a:pt x="80" y="37"/>
                </a:lnTo>
                <a:lnTo>
                  <a:pt x="81" y="37"/>
                </a:lnTo>
                <a:lnTo>
                  <a:pt x="82" y="36"/>
                </a:lnTo>
                <a:lnTo>
                  <a:pt x="83" y="36"/>
                </a:lnTo>
                <a:lnTo>
                  <a:pt x="83" y="35"/>
                </a:lnTo>
                <a:lnTo>
                  <a:pt x="82" y="35"/>
                </a:lnTo>
                <a:lnTo>
                  <a:pt x="82" y="34"/>
                </a:lnTo>
                <a:lnTo>
                  <a:pt x="82" y="33"/>
                </a:lnTo>
                <a:lnTo>
                  <a:pt x="82" y="32"/>
                </a:lnTo>
                <a:lnTo>
                  <a:pt x="83" y="32"/>
                </a:lnTo>
                <a:lnTo>
                  <a:pt x="83" y="33"/>
                </a:lnTo>
                <a:lnTo>
                  <a:pt x="83" y="34"/>
                </a:lnTo>
                <a:lnTo>
                  <a:pt x="82" y="34"/>
                </a:lnTo>
                <a:lnTo>
                  <a:pt x="82" y="35"/>
                </a:lnTo>
                <a:lnTo>
                  <a:pt x="83" y="35"/>
                </a:lnTo>
                <a:lnTo>
                  <a:pt x="84" y="35"/>
                </a:lnTo>
                <a:lnTo>
                  <a:pt x="84" y="36"/>
                </a:lnTo>
                <a:lnTo>
                  <a:pt x="85" y="36"/>
                </a:lnTo>
                <a:lnTo>
                  <a:pt x="86" y="36"/>
                </a:lnTo>
                <a:lnTo>
                  <a:pt x="86" y="35"/>
                </a:lnTo>
                <a:lnTo>
                  <a:pt x="87" y="35"/>
                </a:lnTo>
                <a:lnTo>
                  <a:pt x="87" y="34"/>
                </a:lnTo>
                <a:lnTo>
                  <a:pt x="87" y="33"/>
                </a:lnTo>
                <a:lnTo>
                  <a:pt x="87" y="34"/>
                </a:lnTo>
                <a:lnTo>
                  <a:pt x="88" y="34"/>
                </a:lnTo>
                <a:lnTo>
                  <a:pt x="89" y="34"/>
                </a:lnTo>
                <a:lnTo>
                  <a:pt x="89" y="33"/>
                </a:lnTo>
                <a:lnTo>
                  <a:pt x="90" y="33"/>
                </a:lnTo>
                <a:lnTo>
                  <a:pt x="90" y="32"/>
                </a:lnTo>
                <a:lnTo>
                  <a:pt x="91" y="32"/>
                </a:lnTo>
                <a:lnTo>
                  <a:pt x="92" y="32"/>
                </a:lnTo>
                <a:lnTo>
                  <a:pt x="92" y="31"/>
                </a:lnTo>
                <a:lnTo>
                  <a:pt x="93" y="31"/>
                </a:lnTo>
                <a:lnTo>
                  <a:pt x="93" y="30"/>
                </a:lnTo>
                <a:lnTo>
                  <a:pt x="93" y="29"/>
                </a:lnTo>
                <a:lnTo>
                  <a:pt x="92" y="28"/>
                </a:lnTo>
                <a:lnTo>
                  <a:pt x="91" y="28"/>
                </a:lnTo>
                <a:lnTo>
                  <a:pt x="91" y="27"/>
                </a:lnTo>
                <a:lnTo>
                  <a:pt x="92" y="27"/>
                </a:lnTo>
                <a:lnTo>
                  <a:pt x="92" y="26"/>
                </a:lnTo>
                <a:lnTo>
                  <a:pt x="93" y="26"/>
                </a:lnTo>
                <a:lnTo>
                  <a:pt x="92" y="26"/>
                </a:lnTo>
                <a:lnTo>
                  <a:pt x="93" y="26"/>
                </a:lnTo>
                <a:lnTo>
                  <a:pt x="93" y="27"/>
                </a:lnTo>
                <a:lnTo>
                  <a:pt x="92" y="27"/>
                </a:lnTo>
                <a:lnTo>
                  <a:pt x="93" y="28"/>
                </a:lnTo>
                <a:lnTo>
                  <a:pt x="93" y="29"/>
                </a:lnTo>
                <a:lnTo>
                  <a:pt x="94" y="30"/>
                </a:lnTo>
                <a:lnTo>
                  <a:pt x="95" y="30"/>
                </a:lnTo>
                <a:lnTo>
                  <a:pt x="96" y="30"/>
                </a:lnTo>
                <a:lnTo>
                  <a:pt x="97" y="30"/>
                </a:lnTo>
                <a:lnTo>
                  <a:pt x="98" y="30"/>
                </a:lnTo>
                <a:lnTo>
                  <a:pt x="99" y="30"/>
                </a:lnTo>
                <a:lnTo>
                  <a:pt x="100" y="30"/>
                </a:lnTo>
                <a:lnTo>
                  <a:pt x="100" y="29"/>
                </a:lnTo>
                <a:lnTo>
                  <a:pt x="100" y="28"/>
                </a:lnTo>
                <a:lnTo>
                  <a:pt x="100" y="27"/>
                </a:lnTo>
                <a:lnTo>
                  <a:pt x="101" y="27"/>
                </a:lnTo>
                <a:lnTo>
                  <a:pt x="101" y="26"/>
                </a:lnTo>
                <a:lnTo>
                  <a:pt x="102" y="26"/>
                </a:lnTo>
                <a:lnTo>
                  <a:pt x="103" y="26"/>
                </a:lnTo>
                <a:lnTo>
                  <a:pt x="104" y="26"/>
                </a:lnTo>
                <a:lnTo>
                  <a:pt x="105" y="27"/>
                </a:lnTo>
                <a:lnTo>
                  <a:pt x="106" y="28"/>
                </a:lnTo>
                <a:lnTo>
                  <a:pt x="107" y="28"/>
                </a:lnTo>
                <a:lnTo>
                  <a:pt x="107" y="27"/>
                </a:lnTo>
                <a:lnTo>
                  <a:pt x="108" y="27"/>
                </a:lnTo>
                <a:lnTo>
                  <a:pt x="109" y="27"/>
                </a:lnTo>
                <a:lnTo>
                  <a:pt x="109" y="26"/>
                </a:lnTo>
                <a:lnTo>
                  <a:pt x="110" y="26"/>
                </a:lnTo>
                <a:lnTo>
                  <a:pt x="110" y="27"/>
                </a:lnTo>
                <a:lnTo>
                  <a:pt x="111" y="27"/>
                </a:lnTo>
                <a:lnTo>
                  <a:pt x="111" y="28"/>
                </a:lnTo>
                <a:lnTo>
                  <a:pt x="112" y="28"/>
                </a:lnTo>
                <a:lnTo>
                  <a:pt x="112" y="29"/>
                </a:lnTo>
                <a:lnTo>
                  <a:pt x="113" y="29"/>
                </a:lnTo>
                <a:lnTo>
                  <a:pt x="114" y="29"/>
                </a:lnTo>
                <a:lnTo>
                  <a:pt x="114" y="28"/>
                </a:lnTo>
                <a:lnTo>
                  <a:pt x="114" y="27"/>
                </a:lnTo>
                <a:lnTo>
                  <a:pt x="113" y="27"/>
                </a:lnTo>
                <a:lnTo>
                  <a:pt x="114" y="27"/>
                </a:lnTo>
                <a:lnTo>
                  <a:pt x="113" y="27"/>
                </a:lnTo>
                <a:lnTo>
                  <a:pt x="113" y="26"/>
                </a:lnTo>
                <a:lnTo>
                  <a:pt x="113" y="25"/>
                </a:lnTo>
                <a:lnTo>
                  <a:pt x="114" y="25"/>
                </a:lnTo>
                <a:lnTo>
                  <a:pt x="114" y="24"/>
                </a:lnTo>
                <a:lnTo>
                  <a:pt x="114" y="25"/>
                </a:lnTo>
                <a:lnTo>
                  <a:pt x="114" y="24"/>
                </a:lnTo>
                <a:lnTo>
                  <a:pt x="115" y="24"/>
                </a:lnTo>
                <a:lnTo>
                  <a:pt x="115" y="25"/>
                </a:lnTo>
                <a:lnTo>
                  <a:pt x="116" y="24"/>
                </a:lnTo>
                <a:lnTo>
                  <a:pt x="115" y="23"/>
                </a:lnTo>
                <a:lnTo>
                  <a:pt x="116" y="24"/>
                </a:lnTo>
                <a:lnTo>
                  <a:pt x="116" y="25"/>
                </a:lnTo>
                <a:lnTo>
                  <a:pt x="117" y="25"/>
                </a:lnTo>
                <a:lnTo>
                  <a:pt x="117" y="24"/>
                </a:lnTo>
                <a:lnTo>
                  <a:pt x="117" y="22"/>
                </a:lnTo>
                <a:lnTo>
                  <a:pt x="117" y="21"/>
                </a:lnTo>
                <a:lnTo>
                  <a:pt x="118" y="21"/>
                </a:lnTo>
                <a:lnTo>
                  <a:pt x="118" y="20"/>
                </a:lnTo>
                <a:lnTo>
                  <a:pt x="119" y="20"/>
                </a:lnTo>
                <a:lnTo>
                  <a:pt x="119" y="19"/>
                </a:lnTo>
                <a:lnTo>
                  <a:pt x="120" y="19"/>
                </a:lnTo>
                <a:lnTo>
                  <a:pt x="121" y="19"/>
                </a:lnTo>
                <a:lnTo>
                  <a:pt x="121" y="18"/>
                </a:lnTo>
                <a:lnTo>
                  <a:pt x="121" y="19"/>
                </a:lnTo>
                <a:lnTo>
                  <a:pt x="122" y="19"/>
                </a:lnTo>
                <a:lnTo>
                  <a:pt x="123" y="19"/>
                </a:lnTo>
                <a:lnTo>
                  <a:pt x="123" y="20"/>
                </a:lnTo>
                <a:lnTo>
                  <a:pt x="124" y="20"/>
                </a:lnTo>
                <a:lnTo>
                  <a:pt x="124" y="19"/>
                </a:lnTo>
                <a:lnTo>
                  <a:pt x="125" y="19"/>
                </a:lnTo>
                <a:lnTo>
                  <a:pt x="124" y="19"/>
                </a:lnTo>
                <a:lnTo>
                  <a:pt x="124" y="18"/>
                </a:lnTo>
                <a:lnTo>
                  <a:pt x="124" y="17"/>
                </a:lnTo>
                <a:lnTo>
                  <a:pt x="125" y="18"/>
                </a:lnTo>
                <a:lnTo>
                  <a:pt x="125" y="19"/>
                </a:lnTo>
                <a:lnTo>
                  <a:pt x="125" y="18"/>
                </a:lnTo>
                <a:lnTo>
                  <a:pt x="126" y="17"/>
                </a:lnTo>
                <a:lnTo>
                  <a:pt x="125" y="17"/>
                </a:lnTo>
                <a:lnTo>
                  <a:pt x="125" y="16"/>
                </a:lnTo>
                <a:lnTo>
                  <a:pt x="125" y="15"/>
                </a:lnTo>
                <a:lnTo>
                  <a:pt x="126" y="15"/>
                </a:lnTo>
                <a:lnTo>
                  <a:pt x="126" y="14"/>
                </a:lnTo>
                <a:lnTo>
                  <a:pt x="127" y="14"/>
                </a:lnTo>
                <a:lnTo>
                  <a:pt x="127" y="13"/>
                </a:lnTo>
                <a:lnTo>
                  <a:pt x="128" y="13"/>
                </a:lnTo>
                <a:lnTo>
                  <a:pt x="129" y="13"/>
                </a:lnTo>
                <a:lnTo>
                  <a:pt x="130" y="13"/>
                </a:lnTo>
                <a:lnTo>
                  <a:pt x="131" y="13"/>
                </a:lnTo>
                <a:lnTo>
                  <a:pt x="131" y="14"/>
                </a:lnTo>
                <a:lnTo>
                  <a:pt x="130" y="14"/>
                </a:lnTo>
                <a:lnTo>
                  <a:pt x="130" y="15"/>
                </a:lnTo>
                <a:lnTo>
                  <a:pt x="131" y="15"/>
                </a:lnTo>
                <a:lnTo>
                  <a:pt x="131" y="16"/>
                </a:lnTo>
                <a:lnTo>
                  <a:pt x="133" y="16"/>
                </a:lnTo>
                <a:lnTo>
                  <a:pt x="133" y="15"/>
                </a:lnTo>
                <a:lnTo>
                  <a:pt x="134" y="15"/>
                </a:lnTo>
                <a:lnTo>
                  <a:pt x="135" y="15"/>
                </a:lnTo>
                <a:lnTo>
                  <a:pt x="136" y="15"/>
                </a:lnTo>
                <a:lnTo>
                  <a:pt x="137" y="15"/>
                </a:lnTo>
                <a:lnTo>
                  <a:pt x="138" y="15"/>
                </a:lnTo>
                <a:lnTo>
                  <a:pt x="138" y="14"/>
                </a:lnTo>
                <a:lnTo>
                  <a:pt x="138" y="13"/>
                </a:lnTo>
                <a:lnTo>
                  <a:pt x="137" y="13"/>
                </a:lnTo>
                <a:lnTo>
                  <a:pt x="136" y="13"/>
                </a:lnTo>
                <a:lnTo>
                  <a:pt x="135" y="13"/>
                </a:lnTo>
                <a:lnTo>
                  <a:pt x="134" y="12"/>
                </a:lnTo>
                <a:lnTo>
                  <a:pt x="133" y="12"/>
                </a:lnTo>
                <a:lnTo>
                  <a:pt x="133" y="11"/>
                </a:lnTo>
                <a:lnTo>
                  <a:pt x="133" y="10"/>
                </a:lnTo>
                <a:lnTo>
                  <a:pt x="134" y="10"/>
                </a:lnTo>
                <a:lnTo>
                  <a:pt x="134" y="9"/>
                </a:lnTo>
                <a:lnTo>
                  <a:pt x="135" y="9"/>
                </a:lnTo>
                <a:lnTo>
                  <a:pt x="136" y="8"/>
                </a:lnTo>
                <a:lnTo>
                  <a:pt x="137" y="8"/>
                </a:lnTo>
                <a:lnTo>
                  <a:pt x="137" y="7"/>
                </a:lnTo>
                <a:lnTo>
                  <a:pt x="138" y="7"/>
                </a:lnTo>
                <a:lnTo>
                  <a:pt x="138" y="6"/>
                </a:lnTo>
                <a:lnTo>
                  <a:pt x="139" y="6"/>
                </a:lnTo>
                <a:lnTo>
                  <a:pt x="139" y="5"/>
                </a:lnTo>
                <a:lnTo>
                  <a:pt x="140" y="5"/>
                </a:lnTo>
                <a:lnTo>
                  <a:pt x="141" y="4"/>
                </a:lnTo>
                <a:lnTo>
                  <a:pt x="142" y="4"/>
                </a:lnTo>
                <a:lnTo>
                  <a:pt x="143" y="4"/>
                </a:lnTo>
                <a:lnTo>
                  <a:pt x="144" y="4"/>
                </a:lnTo>
                <a:lnTo>
                  <a:pt x="144" y="3"/>
                </a:lnTo>
                <a:lnTo>
                  <a:pt x="145" y="3"/>
                </a:lnTo>
                <a:lnTo>
                  <a:pt x="145" y="2"/>
                </a:lnTo>
                <a:lnTo>
                  <a:pt x="147" y="2"/>
                </a:lnTo>
                <a:lnTo>
                  <a:pt x="148" y="2"/>
                </a:lnTo>
                <a:lnTo>
                  <a:pt x="148" y="3"/>
                </a:lnTo>
                <a:lnTo>
                  <a:pt x="149" y="3"/>
                </a:lnTo>
                <a:lnTo>
                  <a:pt x="149" y="4"/>
                </a:lnTo>
                <a:lnTo>
                  <a:pt x="149" y="5"/>
                </a:lnTo>
                <a:lnTo>
                  <a:pt x="149" y="4"/>
                </a:lnTo>
                <a:lnTo>
                  <a:pt x="149" y="5"/>
                </a:lnTo>
                <a:lnTo>
                  <a:pt x="150" y="5"/>
                </a:lnTo>
                <a:lnTo>
                  <a:pt x="151" y="5"/>
                </a:lnTo>
                <a:lnTo>
                  <a:pt x="151" y="4"/>
                </a:lnTo>
                <a:lnTo>
                  <a:pt x="152" y="4"/>
                </a:lnTo>
                <a:lnTo>
                  <a:pt x="152" y="3"/>
                </a:lnTo>
                <a:lnTo>
                  <a:pt x="153" y="3"/>
                </a:lnTo>
                <a:lnTo>
                  <a:pt x="154" y="3"/>
                </a:lnTo>
                <a:lnTo>
                  <a:pt x="154" y="2"/>
                </a:lnTo>
                <a:lnTo>
                  <a:pt x="154" y="1"/>
                </a:lnTo>
                <a:lnTo>
                  <a:pt x="155" y="1"/>
                </a:lnTo>
                <a:lnTo>
                  <a:pt x="156" y="1"/>
                </a:lnTo>
                <a:lnTo>
                  <a:pt x="157" y="1"/>
                </a:lnTo>
                <a:lnTo>
                  <a:pt x="157" y="2"/>
                </a:lnTo>
                <a:lnTo>
                  <a:pt x="158" y="2"/>
                </a:lnTo>
                <a:lnTo>
                  <a:pt x="158" y="1"/>
                </a:lnTo>
                <a:lnTo>
                  <a:pt x="158" y="0"/>
                </a:lnTo>
                <a:lnTo>
                  <a:pt x="159" y="0"/>
                </a:lnTo>
                <a:lnTo>
                  <a:pt x="159" y="1"/>
                </a:lnTo>
                <a:lnTo>
                  <a:pt x="159" y="2"/>
                </a:lnTo>
                <a:lnTo>
                  <a:pt x="158" y="2"/>
                </a:lnTo>
                <a:lnTo>
                  <a:pt x="159" y="2"/>
                </a:lnTo>
                <a:lnTo>
                  <a:pt x="159" y="3"/>
                </a:lnTo>
                <a:lnTo>
                  <a:pt x="160" y="3"/>
                </a:lnTo>
                <a:lnTo>
                  <a:pt x="161" y="3"/>
                </a:lnTo>
                <a:lnTo>
                  <a:pt x="161" y="4"/>
                </a:lnTo>
                <a:lnTo>
                  <a:pt x="162" y="4"/>
                </a:lnTo>
                <a:lnTo>
                  <a:pt x="162" y="3"/>
                </a:lnTo>
                <a:lnTo>
                  <a:pt x="163" y="3"/>
                </a:lnTo>
                <a:lnTo>
                  <a:pt x="163" y="2"/>
                </a:lnTo>
                <a:lnTo>
                  <a:pt x="164" y="1"/>
                </a:lnTo>
                <a:lnTo>
                  <a:pt x="165" y="1"/>
                </a:lnTo>
                <a:lnTo>
                  <a:pt x="166" y="1"/>
                </a:lnTo>
                <a:lnTo>
                  <a:pt x="166" y="2"/>
                </a:lnTo>
                <a:lnTo>
                  <a:pt x="167" y="2"/>
                </a:lnTo>
                <a:lnTo>
                  <a:pt x="168" y="1"/>
                </a:lnTo>
                <a:lnTo>
                  <a:pt x="169" y="1"/>
                </a:lnTo>
                <a:lnTo>
                  <a:pt x="169" y="2"/>
                </a:lnTo>
                <a:lnTo>
                  <a:pt x="168" y="2"/>
                </a:lnTo>
                <a:lnTo>
                  <a:pt x="167" y="2"/>
                </a:lnTo>
                <a:lnTo>
                  <a:pt x="166" y="2"/>
                </a:lnTo>
                <a:lnTo>
                  <a:pt x="165" y="2"/>
                </a:lnTo>
                <a:lnTo>
                  <a:pt x="165" y="1"/>
                </a:lnTo>
                <a:lnTo>
                  <a:pt x="164" y="1"/>
                </a:lnTo>
                <a:lnTo>
                  <a:pt x="164" y="2"/>
                </a:lnTo>
                <a:lnTo>
                  <a:pt x="164" y="3"/>
                </a:lnTo>
                <a:lnTo>
                  <a:pt x="163" y="3"/>
                </a:lnTo>
                <a:lnTo>
                  <a:pt x="163" y="4"/>
                </a:lnTo>
                <a:lnTo>
                  <a:pt x="162" y="4"/>
                </a:lnTo>
                <a:lnTo>
                  <a:pt x="160" y="4"/>
                </a:lnTo>
                <a:lnTo>
                  <a:pt x="160" y="3"/>
                </a:lnTo>
                <a:lnTo>
                  <a:pt x="159" y="3"/>
                </a:lnTo>
                <a:lnTo>
                  <a:pt x="158" y="3"/>
                </a:lnTo>
                <a:lnTo>
                  <a:pt x="158" y="2"/>
                </a:lnTo>
                <a:lnTo>
                  <a:pt x="158" y="1"/>
                </a:lnTo>
                <a:lnTo>
                  <a:pt x="159" y="1"/>
                </a:lnTo>
                <a:lnTo>
                  <a:pt x="159" y="0"/>
                </a:lnTo>
                <a:lnTo>
                  <a:pt x="158" y="0"/>
                </a:lnTo>
                <a:lnTo>
                  <a:pt x="158" y="1"/>
                </a:lnTo>
                <a:lnTo>
                  <a:pt x="158" y="2"/>
                </a:lnTo>
                <a:lnTo>
                  <a:pt x="157" y="2"/>
                </a:lnTo>
                <a:lnTo>
                  <a:pt x="156" y="2"/>
                </a:lnTo>
                <a:lnTo>
                  <a:pt x="156" y="1"/>
                </a:lnTo>
                <a:lnTo>
                  <a:pt x="155" y="1"/>
                </a:lnTo>
                <a:lnTo>
                  <a:pt x="155" y="2"/>
                </a:lnTo>
                <a:lnTo>
                  <a:pt x="154" y="2"/>
                </a:lnTo>
                <a:lnTo>
                  <a:pt x="154" y="3"/>
                </a:lnTo>
                <a:lnTo>
                  <a:pt x="153" y="3"/>
                </a:lnTo>
                <a:lnTo>
                  <a:pt x="153" y="4"/>
                </a:lnTo>
                <a:lnTo>
                  <a:pt x="152" y="4"/>
                </a:lnTo>
                <a:lnTo>
                  <a:pt x="151" y="4"/>
                </a:lnTo>
                <a:lnTo>
                  <a:pt x="151" y="5"/>
                </a:lnTo>
                <a:lnTo>
                  <a:pt x="150" y="5"/>
                </a:lnTo>
                <a:lnTo>
                  <a:pt x="149" y="5"/>
                </a:lnTo>
                <a:lnTo>
                  <a:pt x="148" y="5"/>
                </a:lnTo>
                <a:lnTo>
                  <a:pt x="148" y="4"/>
                </a:lnTo>
                <a:lnTo>
                  <a:pt x="149" y="4"/>
                </a:lnTo>
                <a:lnTo>
                  <a:pt x="148" y="4"/>
                </a:lnTo>
                <a:lnTo>
                  <a:pt x="148" y="3"/>
                </a:lnTo>
                <a:lnTo>
                  <a:pt x="147" y="3"/>
                </a:lnTo>
                <a:lnTo>
                  <a:pt x="147" y="2"/>
                </a:lnTo>
                <a:lnTo>
                  <a:pt x="146" y="2"/>
                </a:lnTo>
                <a:lnTo>
                  <a:pt x="146" y="3"/>
                </a:lnTo>
                <a:lnTo>
                  <a:pt x="145" y="3"/>
                </a:lnTo>
                <a:lnTo>
                  <a:pt x="145" y="4"/>
                </a:lnTo>
                <a:lnTo>
                  <a:pt x="145" y="3"/>
                </a:lnTo>
                <a:lnTo>
                  <a:pt x="145" y="4"/>
                </a:lnTo>
                <a:lnTo>
                  <a:pt x="146" y="4"/>
                </a:lnTo>
                <a:lnTo>
                  <a:pt x="145" y="4"/>
                </a:lnTo>
                <a:lnTo>
                  <a:pt x="145" y="5"/>
                </a:lnTo>
                <a:lnTo>
                  <a:pt x="144" y="5"/>
                </a:lnTo>
                <a:lnTo>
                  <a:pt x="143" y="5"/>
                </a:lnTo>
                <a:lnTo>
                  <a:pt x="142" y="5"/>
                </a:lnTo>
                <a:lnTo>
                  <a:pt x="141" y="5"/>
                </a:lnTo>
                <a:lnTo>
                  <a:pt x="140" y="5"/>
                </a:lnTo>
                <a:lnTo>
                  <a:pt x="140" y="6"/>
                </a:lnTo>
                <a:lnTo>
                  <a:pt x="140" y="7"/>
                </a:lnTo>
                <a:lnTo>
                  <a:pt x="139" y="7"/>
                </a:lnTo>
                <a:lnTo>
                  <a:pt x="139" y="8"/>
                </a:lnTo>
                <a:lnTo>
                  <a:pt x="138" y="8"/>
                </a:lnTo>
                <a:lnTo>
                  <a:pt x="137" y="9"/>
                </a:lnTo>
                <a:lnTo>
                  <a:pt x="136" y="9"/>
                </a:lnTo>
                <a:lnTo>
                  <a:pt x="136" y="10"/>
                </a:lnTo>
                <a:lnTo>
                  <a:pt x="135" y="10"/>
                </a:lnTo>
                <a:lnTo>
                  <a:pt x="135" y="12"/>
                </a:lnTo>
                <a:lnTo>
                  <a:pt x="136" y="12"/>
                </a:lnTo>
                <a:lnTo>
                  <a:pt x="137" y="12"/>
                </a:lnTo>
                <a:lnTo>
                  <a:pt x="138" y="13"/>
                </a:lnTo>
                <a:lnTo>
                  <a:pt x="139" y="13"/>
                </a:lnTo>
                <a:lnTo>
                  <a:pt x="139" y="14"/>
                </a:lnTo>
                <a:lnTo>
                  <a:pt x="139" y="15"/>
                </a:lnTo>
                <a:lnTo>
                  <a:pt x="138" y="15"/>
                </a:lnTo>
                <a:lnTo>
                  <a:pt x="138" y="16"/>
                </a:lnTo>
                <a:lnTo>
                  <a:pt x="137" y="16"/>
                </a:lnTo>
                <a:lnTo>
                  <a:pt x="136" y="16"/>
                </a:lnTo>
                <a:lnTo>
                  <a:pt x="134" y="16"/>
                </a:lnTo>
                <a:lnTo>
                  <a:pt x="133" y="16"/>
                </a:lnTo>
                <a:lnTo>
                  <a:pt x="132" y="16"/>
                </a:lnTo>
                <a:lnTo>
                  <a:pt x="131" y="16"/>
                </a:lnTo>
                <a:lnTo>
                  <a:pt x="130" y="16"/>
                </a:lnTo>
                <a:lnTo>
                  <a:pt x="130" y="15"/>
                </a:lnTo>
                <a:lnTo>
                  <a:pt x="129" y="15"/>
                </a:lnTo>
                <a:lnTo>
                  <a:pt x="127" y="15"/>
                </a:lnTo>
                <a:lnTo>
                  <a:pt x="127" y="17"/>
                </a:lnTo>
                <a:lnTo>
                  <a:pt x="126" y="17"/>
                </a:lnTo>
                <a:lnTo>
                  <a:pt x="126" y="18"/>
                </a:lnTo>
                <a:lnTo>
                  <a:pt x="126" y="19"/>
                </a:lnTo>
                <a:lnTo>
                  <a:pt x="126" y="20"/>
                </a:lnTo>
                <a:lnTo>
                  <a:pt x="125" y="20"/>
                </a:lnTo>
                <a:lnTo>
                  <a:pt x="124" y="20"/>
                </a:lnTo>
                <a:lnTo>
                  <a:pt x="124" y="21"/>
                </a:lnTo>
                <a:lnTo>
                  <a:pt x="124" y="20"/>
                </a:lnTo>
                <a:lnTo>
                  <a:pt x="123" y="20"/>
                </a:lnTo>
                <a:lnTo>
                  <a:pt x="122" y="20"/>
                </a:lnTo>
                <a:lnTo>
                  <a:pt x="121" y="20"/>
                </a:lnTo>
                <a:lnTo>
                  <a:pt x="120" y="20"/>
                </a:lnTo>
                <a:lnTo>
                  <a:pt x="119" y="20"/>
                </a:lnTo>
                <a:lnTo>
                  <a:pt x="119" y="21"/>
                </a:lnTo>
                <a:lnTo>
                  <a:pt x="118" y="21"/>
                </a:lnTo>
                <a:lnTo>
                  <a:pt x="118" y="22"/>
                </a:lnTo>
                <a:lnTo>
                  <a:pt x="118" y="23"/>
                </a:lnTo>
                <a:lnTo>
                  <a:pt x="118" y="24"/>
                </a:lnTo>
                <a:lnTo>
                  <a:pt x="118" y="25"/>
                </a:lnTo>
                <a:lnTo>
                  <a:pt x="117" y="25"/>
                </a:lnTo>
                <a:lnTo>
                  <a:pt x="117" y="26"/>
                </a:lnTo>
                <a:lnTo>
                  <a:pt x="116" y="26"/>
                </a:lnTo>
                <a:lnTo>
                  <a:pt x="116" y="25"/>
                </a:lnTo>
                <a:lnTo>
                  <a:pt x="115" y="25"/>
                </a:lnTo>
                <a:lnTo>
                  <a:pt x="114" y="25"/>
                </a:lnTo>
                <a:lnTo>
                  <a:pt x="114" y="26"/>
                </a:lnTo>
                <a:lnTo>
                  <a:pt x="114" y="27"/>
                </a:lnTo>
                <a:lnTo>
                  <a:pt x="115" y="27"/>
                </a:lnTo>
                <a:lnTo>
                  <a:pt x="115" y="28"/>
                </a:lnTo>
                <a:lnTo>
                  <a:pt x="115" y="29"/>
                </a:lnTo>
                <a:lnTo>
                  <a:pt x="114" y="29"/>
                </a:lnTo>
                <a:lnTo>
                  <a:pt x="114" y="30"/>
                </a:lnTo>
                <a:lnTo>
                  <a:pt x="113" y="30"/>
                </a:lnTo>
                <a:lnTo>
                  <a:pt x="112" y="30"/>
                </a:lnTo>
                <a:lnTo>
                  <a:pt x="112" y="29"/>
                </a:lnTo>
                <a:lnTo>
                  <a:pt x="111" y="29"/>
                </a:lnTo>
                <a:lnTo>
                  <a:pt x="111" y="28"/>
                </a:lnTo>
                <a:lnTo>
                  <a:pt x="110" y="28"/>
                </a:lnTo>
                <a:lnTo>
                  <a:pt x="110" y="27"/>
                </a:lnTo>
                <a:lnTo>
                  <a:pt x="110" y="28"/>
                </a:lnTo>
                <a:lnTo>
                  <a:pt x="110" y="27"/>
                </a:lnTo>
                <a:lnTo>
                  <a:pt x="109" y="27"/>
                </a:lnTo>
                <a:lnTo>
                  <a:pt x="108" y="28"/>
                </a:lnTo>
                <a:lnTo>
                  <a:pt x="107" y="28"/>
                </a:lnTo>
                <a:lnTo>
                  <a:pt x="107" y="29"/>
                </a:lnTo>
                <a:lnTo>
                  <a:pt x="106" y="29"/>
                </a:lnTo>
                <a:lnTo>
                  <a:pt x="106" y="28"/>
                </a:lnTo>
                <a:lnTo>
                  <a:pt x="105" y="28"/>
                </a:lnTo>
                <a:lnTo>
                  <a:pt x="104" y="28"/>
                </a:lnTo>
                <a:lnTo>
                  <a:pt x="104" y="27"/>
                </a:lnTo>
                <a:lnTo>
                  <a:pt x="103" y="27"/>
                </a:lnTo>
                <a:lnTo>
                  <a:pt x="102" y="27"/>
                </a:lnTo>
                <a:lnTo>
                  <a:pt x="103" y="27"/>
                </a:lnTo>
                <a:lnTo>
                  <a:pt x="102" y="27"/>
                </a:lnTo>
                <a:lnTo>
                  <a:pt x="102" y="28"/>
                </a:lnTo>
                <a:lnTo>
                  <a:pt x="102" y="27"/>
                </a:lnTo>
                <a:lnTo>
                  <a:pt x="101" y="27"/>
                </a:lnTo>
                <a:lnTo>
                  <a:pt x="101" y="28"/>
                </a:lnTo>
                <a:lnTo>
                  <a:pt x="101" y="30"/>
                </a:lnTo>
                <a:lnTo>
                  <a:pt x="101" y="31"/>
                </a:lnTo>
                <a:lnTo>
                  <a:pt x="100" y="31"/>
                </a:lnTo>
                <a:lnTo>
                  <a:pt x="99" y="31"/>
                </a:lnTo>
                <a:lnTo>
                  <a:pt x="100" y="31"/>
                </a:lnTo>
                <a:lnTo>
                  <a:pt x="100" y="32"/>
                </a:lnTo>
                <a:lnTo>
                  <a:pt x="99" y="32"/>
                </a:lnTo>
                <a:lnTo>
                  <a:pt x="99" y="31"/>
                </a:lnTo>
                <a:lnTo>
                  <a:pt x="99" y="32"/>
                </a:lnTo>
                <a:lnTo>
                  <a:pt x="98" y="32"/>
                </a:lnTo>
                <a:lnTo>
                  <a:pt x="98" y="31"/>
                </a:lnTo>
                <a:lnTo>
                  <a:pt x="97" y="31"/>
                </a:lnTo>
                <a:lnTo>
                  <a:pt x="96" y="32"/>
                </a:lnTo>
                <a:lnTo>
                  <a:pt x="95" y="32"/>
                </a:lnTo>
                <a:lnTo>
                  <a:pt x="94" y="32"/>
                </a:lnTo>
                <a:lnTo>
                  <a:pt x="93" y="33"/>
                </a:lnTo>
                <a:lnTo>
                  <a:pt x="92" y="33"/>
                </a:lnTo>
                <a:lnTo>
                  <a:pt x="91" y="33"/>
                </a:lnTo>
                <a:lnTo>
                  <a:pt x="91" y="34"/>
                </a:lnTo>
                <a:lnTo>
                  <a:pt x="90" y="34"/>
                </a:lnTo>
                <a:lnTo>
                  <a:pt x="89" y="34"/>
                </a:lnTo>
                <a:lnTo>
                  <a:pt x="89" y="35"/>
                </a:lnTo>
                <a:lnTo>
                  <a:pt x="88" y="35"/>
                </a:lnTo>
                <a:lnTo>
                  <a:pt x="88" y="36"/>
                </a:lnTo>
                <a:lnTo>
                  <a:pt x="88" y="35"/>
                </a:lnTo>
                <a:lnTo>
                  <a:pt x="88" y="36"/>
                </a:lnTo>
                <a:lnTo>
                  <a:pt x="87" y="36"/>
                </a:lnTo>
                <a:lnTo>
                  <a:pt x="88" y="36"/>
                </a:lnTo>
                <a:lnTo>
                  <a:pt x="88" y="37"/>
                </a:lnTo>
                <a:lnTo>
                  <a:pt x="87" y="37"/>
                </a:lnTo>
                <a:lnTo>
                  <a:pt x="86" y="37"/>
                </a:lnTo>
                <a:lnTo>
                  <a:pt x="85" y="37"/>
                </a:lnTo>
                <a:lnTo>
                  <a:pt x="84" y="37"/>
                </a:lnTo>
                <a:lnTo>
                  <a:pt x="83" y="37"/>
                </a:lnTo>
                <a:lnTo>
                  <a:pt x="83" y="38"/>
                </a:lnTo>
                <a:lnTo>
                  <a:pt x="82" y="38"/>
                </a:lnTo>
                <a:lnTo>
                  <a:pt x="83" y="38"/>
                </a:lnTo>
                <a:lnTo>
                  <a:pt x="83" y="39"/>
                </a:lnTo>
                <a:lnTo>
                  <a:pt x="84" y="39"/>
                </a:lnTo>
                <a:lnTo>
                  <a:pt x="85" y="39"/>
                </a:lnTo>
                <a:lnTo>
                  <a:pt x="85" y="40"/>
                </a:lnTo>
                <a:lnTo>
                  <a:pt x="84" y="40"/>
                </a:lnTo>
                <a:lnTo>
                  <a:pt x="84" y="39"/>
                </a:lnTo>
                <a:lnTo>
                  <a:pt x="83" y="39"/>
                </a:lnTo>
                <a:lnTo>
                  <a:pt x="82" y="39"/>
                </a:lnTo>
                <a:lnTo>
                  <a:pt x="81" y="39"/>
                </a:lnTo>
                <a:lnTo>
                  <a:pt x="80" y="39"/>
                </a:lnTo>
                <a:lnTo>
                  <a:pt x="79" y="39"/>
                </a:lnTo>
                <a:lnTo>
                  <a:pt x="79" y="40"/>
                </a:lnTo>
                <a:lnTo>
                  <a:pt x="78" y="40"/>
                </a:lnTo>
                <a:lnTo>
                  <a:pt x="78" y="41"/>
                </a:lnTo>
                <a:lnTo>
                  <a:pt x="77" y="41"/>
                </a:lnTo>
                <a:lnTo>
                  <a:pt x="78" y="41"/>
                </a:lnTo>
                <a:lnTo>
                  <a:pt x="78" y="42"/>
                </a:lnTo>
                <a:lnTo>
                  <a:pt x="79" y="42"/>
                </a:lnTo>
                <a:lnTo>
                  <a:pt x="80" y="43"/>
                </a:lnTo>
                <a:lnTo>
                  <a:pt x="81" y="43"/>
                </a:lnTo>
                <a:lnTo>
                  <a:pt x="82" y="43"/>
                </a:lnTo>
                <a:lnTo>
                  <a:pt x="82" y="44"/>
                </a:lnTo>
                <a:lnTo>
                  <a:pt x="83" y="44"/>
                </a:lnTo>
                <a:lnTo>
                  <a:pt x="83" y="45"/>
                </a:lnTo>
                <a:lnTo>
                  <a:pt x="82" y="45"/>
                </a:lnTo>
                <a:lnTo>
                  <a:pt x="82" y="44"/>
                </a:lnTo>
                <a:lnTo>
                  <a:pt x="82" y="45"/>
                </a:lnTo>
                <a:lnTo>
                  <a:pt x="82" y="46"/>
                </a:lnTo>
                <a:lnTo>
                  <a:pt x="81" y="46"/>
                </a:lnTo>
                <a:lnTo>
                  <a:pt x="81" y="47"/>
                </a:lnTo>
                <a:lnTo>
                  <a:pt x="80" y="47"/>
                </a:lnTo>
                <a:lnTo>
                  <a:pt x="79" y="47"/>
                </a:lnTo>
                <a:lnTo>
                  <a:pt x="78" y="47"/>
                </a:lnTo>
                <a:lnTo>
                  <a:pt x="77" y="47"/>
                </a:lnTo>
                <a:lnTo>
                  <a:pt x="77" y="46"/>
                </a:lnTo>
                <a:lnTo>
                  <a:pt x="77" y="47"/>
                </a:lnTo>
                <a:lnTo>
                  <a:pt x="77" y="46"/>
                </a:lnTo>
                <a:lnTo>
                  <a:pt x="76" y="46"/>
                </a:lnTo>
                <a:lnTo>
                  <a:pt x="75" y="46"/>
                </a:lnTo>
                <a:lnTo>
                  <a:pt x="74" y="46"/>
                </a:lnTo>
                <a:lnTo>
                  <a:pt x="73" y="46"/>
                </a:lnTo>
                <a:lnTo>
                  <a:pt x="73" y="47"/>
                </a:lnTo>
                <a:lnTo>
                  <a:pt x="72" y="47"/>
                </a:lnTo>
                <a:lnTo>
                  <a:pt x="70" y="47"/>
                </a:lnTo>
                <a:lnTo>
                  <a:pt x="69" y="47"/>
                </a:lnTo>
                <a:lnTo>
                  <a:pt x="68" y="47"/>
                </a:lnTo>
                <a:lnTo>
                  <a:pt x="68" y="46"/>
                </a:lnTo>
                <a:lnTo>
                  <a:pt x="68" y="45"/>
                </a:lnTo>
                <a:lnTo>
                  <a:pt x="68" y="44"/>
                </a:lnTo>
                <a:lnTo>
                  <a:pt x="67" y="44"/>
                </a:lnTo>
                <a:lnTo>
                  <a:pt x="67" y="45"/>
                </a:lnTo>
                <a:lnTo>
                  <a:pt x="67" y="46"/>
                </a:lnTo>
                <a:lnTo>
                  <a:pt x="66" y="46"/>
                </a:lnTo>
                <a:lnTo>
                  <a:pt x="66" y="47"/>
                </a:lnTo>
                <a:lnTo>
                  <a:pt x="65" y="48"/>
                </a:lnTo>
                <a:lnTo>
                  <a:pt x="65" y="49"/>
                </a:lnTo>
                <a:lnTo>
                  <a:pt x="64" y="49"/>
                </a:lnTo>
                <a:lnTo>
                  <a:pt x="64" y="50"/>
                </a:lnTo>
                <a:lnTo>
                  <a:pt x="63" y="50"/>
                </a:lnTo>
                <a:lnTo>
                  <a:pt x="63" y="51"/>
                </a:lnTo>
                <a:lnTo>
                  <a:pt x="62" y="51"/>
                </a:lnTo>
                <a:lnTo>
                  <a:pt x="61" y="51"/>
                </a:lnTo>
                <a:lnTo>
                  <a:pt x="61" y="52"/>
                </a:lnTo>
                <a:lnTo>
                  <a:pt x="60" y="52"/>
                </a:lnTo>
                <a:lnTo>
                  <a:pt x="60" y="53"/>
                </a:lnTo>
                <a:lnTo>
                  <a:pt x="59" y="53"/>
                </a:lnTo>
                <a:lnTo>
                  <a:pt x="58" y="53"/>
                </a:lnTo>
                <a:lnTo>
                  <a:pt x="57" y="53"/>
                </a:lnTo>
                <a:lnTo>
                  <a:pt x="57" y="54"/>
                </a:lnTo>
                <a:lnTo>
                  <a:pt x="56" y="54"/>
                </a:lnTo>
                <a:lnTo>
                  <a:pt x="55" y="54"/>
                </a:lnTo>
                <a:lnTo>
                  <a:pt x="55" y="55"/>
                </a:lnTo>
                <a:lnTo>
                  <a:pt x="54" y="55"/>
                </a:lnTo>
                <a:lnTo>
                  <a:pt x="54" y="57"/>
                </a:lnTo>
                <a:lnTo>
                  <a:pt x="53" y="57"/>
                </a:lnTo>
                <a:lnTo>
                  <a:pt x="53" y="58"/>
                </a:lnTo>
                <a:lnTo>
                  <a:pt x="53" y="57"/>
                </a:lnTo>
                <a:lnTo>
                  <a:pt x="54" y="57"/>
                </a:lnTo>
                <a:lnTo>
                  <a:pt x="54" y="58"/>
                </a:lnTo>
                <a:lnTo>
                  <a:pt x="53" y="58"/>
                </a:lnTo>
                <a:lnTo>
                  <a:pt x="53" y="59"/>
                </a:lnTo>
                <a:lnTo>
                  <a:pt x="53" y="60"/>
                </a:lnTo>
                <a:lnTo>
                  <a:pt x="52" y="60"/>
                </a:lnTo>
                <a:lnTo>
                  <a:pt x="53" y="60"/>
                </a:lnTo>
                <a:lnTo>
                  <a:pt x="53" y="61"/>
                </a:lnTo>
                <a:lnTo>
                  <a:pt x="52" y="61"/>
                </a:lnTo>
                <a:lnTo>
                  <a:pt x="52" y="62"/>
                </a:lnTo>
                <a:lnTo>
                  <a:pt x="51" y="62"/>
                </a:lnTo>
                <a:lnTo>
                  <a:pt x="52" y="62"/>
                </a:lnTo>
                <a:lnTo>
                  <a:pt x="51" y="62"/>
                </a:lnTo>
                <a:lnTo>
                  <a:pt x="50" y="62"/>
                </a:lnTo>
                <a:lnTo>
                  <a:pt x="50" y="63"/>
                </a:lnTo>
                <a:lnTo>
                  <a:pt x="48" y="63"/>
                </a:lnTo>
                <a:lnTo>
                  <a:pt x="47" y="63"/>
                </a:lnTo>
                <a:lnTo>
                  <a:pt x="47" y="64"/>
                </a:lnTo>
                <a:lnTo>
                  <a:pt x="46" y="64"/>
                </a:lnTo>
                <a:lnTo>
                  <a:pt x="45" y="64"/>
                </a:lnTo>
                <a:lnTo>
                  <a:pt x="44" y="64"/>
                </a:lnTo>
                <a:lnTo>
                  <a:pt x="44" y="65"/>
                </a:lnTo>
                <a:lnTo>
                  <a:pt x="43" y="65"/>
                </a:lnTo>
                <a:lnTo>
                  <a:pt x="42" y="65"/>
                </a:lnTo>
                <a:lnTo>
                  <a:pt x="41" y="65"/>
                </a:lnTo>
                <a:lnTo>
                  <a:pt x="41" y="66"/>
                </a:lnTo>
                <a:lnTo>
                  <a:pt x="40" y="66"/>
                </a:lnTo>
                <a:lnTo>
                  <a:pt x="39" y="66"/>
                </a:lnTo>
                <a:lnTo>
                  <a:pt x="40" y="66"/>
                </a:lnTo>
                <a:lnTo>
                  <a:pt x="39" y="66"/>
                </a:lnTo>
                <a:lnTo>
                  <a:pt x="39" y="67"/>
                </a:lnTo>
                <a:lnTo>
                  <a:pt x="39" y="68"/>
                </a:lnTo>
                <a:lnTo>
                  <a:pt x="38" y="68"/>
                </a:lnTo>
                <a:lnTo>
                  <a:pt x="38" y="69"/>
                </a:lnTo>
                <a:lnTo>
                  <a:pt x="38" y="70"/>
                </a:lnTo>
                <a:lnTo>
                  <a:pt x="38" y="71"/>
                </a:lnTo>
                <a:lnTo>
                  <a:pt x="37" y="71"/>
                </a:lnTo>
                <a:lnTo>
                  <a:pt x="36" y="71"/>
                </a:lnTo>
                <a:lnTo>
                  <a:pt x="36" y="72"/>
                </a:lnTo>
                <a:lnTo>
                  <a:pt x="35" y="72"/>
                </a:lnTo>
                <a:lnTo>
                  <a:pt x="34" y="72"/>
                </a:lnTo>
                <a:lnTo>
                  <a:pt x="33" y="73"/>
                </a:lnTo>
                <a:lnTo>
                  <a:pt x="32" y="73"/>
                </a:lnTo>
                <a:lnTo>
                  <a:pt x="32" y="74"/>
                </a:lnTo>
                <a:lnTo>
                  <a:pt x="32" y="75"/>
                </a:lnTo>
                <a:lnTo>
                  <a:pt x="32" y="76"/>
                </a:lnTo>
                <a:lnTo>
                  <a:pt x="33" y="76"/>
                </a:lnTo>
                <a:lnTo>
                  <a:pt x="33" y="77"/>
                </a:lnTo>
                <a:lnTo>
                  <a:pt x="32" y="77"/>
                </a:lnTo>
                <a:lnTo>
                  <a:pt x="32" y="78"/>
                </a:lnTo>
                <a:lnTo>
                  <a:pt x="31" y="78"/>
                </a:lnTo>
                <a:lnTo>
                  <a:pt x="31" y="77"/>
                </a:lnTo>
                <a:lnTo>
                  <a:pt x="31" y="78"/>
                </a:lnTo>
                <a:lnTo>
                  <a:pt x="31" y="77"/>
                </a:lnTo>
                <a:lnTo>
                  <a:pt x="30" y="77"/>
                </a:lnTo>
                <a:lnTo>
                  <a:pt x="30" y="78"/>
                </a:lnTo>
                <a:lnTo>
                  <a:pt x="30" y="77"/>
                </a:lnTo>
                <a:lnTo>
                  <a:pt x="31" y="77"/>
                </a:lnTo>
                <a:lnTo>
                  <a:pt x="32" y="77"/>
                </a:lnTo>
                <a:lnTo>
                  <a:pt x="33" y="77"/>
                </a:lnTo>
                <a:lnTo>
                  <a:pt x="33" y="76"/>
                </a:lnTo>
                <a:lnTo>
                  <a:pt x="32" y="76"/>
                </a:lnTo>
                <a:lnTo>
                  <a:pt x="32" y="74"/>
                </a:lnTo>
                <a:lnTo>
                  <a:pt x="32" y="73"/>
                </a:lnTo>
                <a:lnTo>
                  <a:pt x="32" y="74"/>
                </a:lnTo>
                <a:lnTo>
                  <a:pt x="31" y="74"/>
                </a:lnTo>
                <a:lnTo>
                  <a:pt x="30" y="75"/>
                </a:lnTo>
                <a:lnTo>
                  <a:pt x="30" y="76"/>
                </a:lnTo>
                <a:lnTo>
                  <a:pt x="29" y="76"/>
                </a:lnTo>
                <a:lnTo>
                  <a:pt x="29" y="77"/>
                </a:lnTo>
                <a:lnTo>
                  <a:pt x="28" y="77"/>
                </a:lnTo>
                <a:lnTo>
                  <a:pt x="27" y="77"/>
                </a:lnTo>
                <a:lnTo>
                  <a:pt x="27" y="78"/>
                </a:lnTo>
                <a:lnTo>
                  <a:pt x="26" y="78"/>
                </a:lnTo>
                <a:lnTo>
                  <a:pt x="26" y="79"/>
                </a:lnTo>
                <a:lnTo>
                  <a:pt x="25" y="79"/>
                </a:lnTo>
                <a:lnTo>
                  <a:pt x="25" y="80"/>
                </a:lnTo>
                <a:lnTo>
                  <a:pt x="24" y="80"/>
                </a:lnTo>
                <a:lnTo>
                  <a:pt x="23" y="80"/>
                </a:lnTo>
                <a:lnTo>
                  <a:pt x="22" y="80"/>
                </a:lnTo>
                <a:lnTo>
                  <a:pt x="22" y="81"/>
                </a:lnTo>
                <a:lnTo>
                  <a:pt x="22" y="82"/>
                </a:lnTo>
                <a:lnTo>
                  <a:pt x="24" y="82"/>
                </a:lnTo>
                <a:lnTo>
                  <a:pt x="24" y="81"/>
                </a:lnTo>
                <a:lnTo>
                  <a:pt x="25" y="81"/>
                </a:lnTo>
                <a:lnTo>
                  <a:pt x="27" y="81"/>
                </a:lnTo>
                <a:lnTo>
                  <a:pt x="27" y="80"/>
                </a:lnTo>
                <a:lnTo>
                  <a:pt x="28" y="80"/>
                </a:lnTo>
                <a:lnTo>
                  <a:pt x="28" y="79"/>
                </a:lnTo>
                <a:lnTo>
                  <a:pt x="28" y="78"/>
                </a:lnTo>
                <a:lnTo>
                  <a:pt x="28" y="79"/>
                </a:lnTo>
                <a:lnTo>
                  <a:pt x="28" y="80"/>
                </a:lnTo>
                <a:lnTo>
                  <a:pt x="27" y="81"/>
                </a:lnTo>
                <a:lnTo>
                  <a:pt x="26" y="81"/>
                </a:lnTo>
                <a:lnTo>
                  <a:pt x="26" y="82"/>
                </a:lnTo>
                <a:lnTo>
                  <a:pt x="25" y="82"/>
                </a:lnTo>
                <a:lnTo>
                  <a:pt x="24" y="82"/>
                </a:lnTo>
                <a:lnTo>
                  <a:pt x="24" y="83"/>
                </a:lnTo>
                <a:lnTo>
                  <a:pt x="25" y="83"/>
                </a:lnTo>
                <a:lnTo>
                  <a:pt x="24" y="83"/>
                </a:lnTo>
                <a:lnTo>
                  <a:pt x="24" y="82"/>
                </a:lnTo>
                <a:lnTo>
                  <a:pt x="23" y="82"/>
                </a:lnTo>
                <a:lnTo>
                  <a:pt x="22" y="82"/>
                </a:lnTo>
                <a:lnTo>
                  <a:pt x="22" y="83"/>
                </a:lnTo>
                <a:lnTo>
                  <a:pt x="21" y="83"/>
                </a:lnTo>
                <a:lnTo>
                  <a:pt x="20" y="84"/>
                </a:lnTo>
                <a:lnTo>
                  <a:pt x="19" y="84"/>
                </a:lnTo>
                <a:lnTo>
                  <a:pt x="19" y="85"/>
                </a:lnTo>
                <a:lnTo>
                  <a:pt x="19" y="86"/>
                </a:lnTo>
                <a:lnTo>
                  <a:pt x="19" y="87"/>
                </a:lnTo>
                <a:lnTo>
                  <a:pt x="20" y="87"/>
                </a:lnTo>
                <a:lnTo>
                  <a:pt x="20" y="89"/>
                </a:lnTo>
                <a:lnTo>
                  <a:pt x="19" y="89"/>
                </a:lnTo>
                <a:lnTo>
                  <a:pt x="19" y="90"/>
                </a:lnTo>
                <a:lnTo>
                  <a:pt x="20" y="90"/>
                </a:lnTo>
                <a:lnTo>
                  <a:pt x="19" y="90"/>
                </a:lnTo>
                <a:lnTo>
                  <a:pt x="20" y="90"/>
                </a:lnTo>
                <a:lnTo>
                  <a:pt x="20" y="91"/>
                </a:lnTo>
                <a:lnTo>
                  <a:pt x="20" y="92"/>
                </a:lnTo>
                <a:lnTo>
                  <a:pt x="20" y="93"/>
                </a:lnTo>
                <a:lnTo>
                  <a:pt x="19" y="93"/>
                </a:lnTo>
                <a:lnTo>
                  <a:pt x="19" y="94"/>
                </a:lnTo>
                <a:lnTo>
                  <a:pt x="19" y="95"/>
                </a:lnTo>
                <a:lnTo>
                  <a:pt x="18" y="95"/>
                </a:lnTo>
                <a:lnTo>
                  <a:pt x="18" y="96"/>
                </a:lnTo>
                <a:lnTo>
                  <a:pt x="18" y="97"/>
                </a:lnTo>
                <a:lnTo>
                  <a:pt x="18" y="98"/>
                </a:lnTo>
                <a:lnTo>
                  <a:pt x="19" y="98"/>
                </a:lnTo>
                <a:lnTo>
                  <a:pt x="19" y="99"/>
                </a:lnTo>
                <a:lnTo>
                  <a:pt x="19" y="100"/>
                </a:lnTo>
                <a:lnTo>
                  <a:pt x="19" y="99"/>
                </a:lnTo>
                <a:lnTo>
                  <a:pt x="18" y="99"/>
                </a:lnTo>
                <a:lnTo>
                  <a:pt x="18" y="98"/>
                </a:lnTo>
                <a:lnTo>
                  <a:pt x="18" y="99"/>
                </a:lnTo>
                <a:lnTo>
                  <a:pt x="17" y="99"/>
                </a:lnTo>
                <a:lnTo>
                  <a:pt x="17" y="100"/>
                </a:lnTo>
                <a:lnTo>
                  <a:pt x="16" y="100"/>
                </a:lnTo>
                <a:lnTo>
                  <a:pt x="16" y="101"/>
                </a:lnTo>
                <a:lnTo>
                  <a:pt x="17" y="101"/>
                </a:lnTo>
                <a:lnTo>
                  <a:pt x="18" y="101"/>
                </a:lnTo>
                <a:lnTo>
                  <a:pt x="18" y="100"/>
                </a:lnTo>
                <a:lnTo>
                  <a:pt x="18" y="101"/>
                </a:lnTo>
                <a:lnTo>
                  <a:pt x="17" y="101"/>
                </a:lnTo>
                <a:lnTo>
                  <a:pt x="15" y="101"/>
                </a:lnTo>
                <a:lnTo>
                  <a:pt x="15" y="102"/>
                </a:lnTo>
                <a:lnTo>
                  <a:pt x="14" y="102"/>
                </a:lnTo>
                <a:lnTo>
                  <a:pt x="14" y="103"/>
                </a:lnTo>
                <a:lnTo>
                  <a:pt x="14" y="104"/>
                </a:lnTo>
                <a:lnTo>
                  <a:pt x="14" y="105"/>
                </a:lnTo>
                <a:lnTo>
                  <a:pt x="15" y="105"/>
                </a:lnTo>
                <a:lnTo>
                  <a:pt x="15" y="106"/>
                </a:lnTo>
                <a:lnTo>
                  <a:pt x="16" y="106"/>
                </a:lnTo>
                <a:lnTo>
                  <a:pt x="16" y="107"/>
                </a:lnTo>
                <a:lnTo>
                  <a:pt x="17" y="107"/>
                </a:lnTo>
                <a:lnTo>
                  <a:pt x="17" y="108"/>
                </a:lnTo>
                <a:lnTo>
                  <a:pt x="17" y="109"/>
                </a:lnTo>
                <a:lnTo>
                  <a:pt x="17" y="110"/>
                </a:lnTo>
                <a:lnTo>
                  <a:pt x="18" y="110"/>
                </a:lnTo>
                <a:lnTo>
                  <a:pt x="19" y="111"/>
                </a:lnTo>
                <a:lnTo>
                  <a:pt x="19" y="110"/>
                </a:lnTo>
                <a:lnTo>
                  <a:pt x="18" y="109"/>
                </a:lnTo>
                <a:lnTo>
                  <a:pt x="18" y="108"/>
                </a:lnTo>
                <a:lnTo>
                  <a:pt x="18" y="107"/>
                </a:lnTo>
                <a:lnTo>
                  <a:pt x="18" y="106"/>
                </a:lnTo>
                <a:lnTo>
                  <a:pt x="17" y="106"/>
                </a:lnTo>
                <a:lnTo>
                  <a:pt x="17" y="105"/>
                </a:lnTo>
                <a:lnTo>
                  <a:pt x="16" y="105"/>
                </a:lnTo>
                <a:lnTo>
                  <a:pt x="17" y="105"/>
                </a:lnTo>
                <a:lnTo>
                  <a:pt x="17" y="106"/>
                </a:lnTo>
                <a:lnTo>
                  <a:pt x="18" y="106"/>
                </a:lnTo>
                <a:lnTo>
                  <a:pt x="18" y="107"/>
                </a:lnTo>
                <a:lnTo>
                  <a:pt x="18" y="108"/>
                </a:lnTo>
                <a:lnTo>
                  <a:pt x="18" y="109"/>
                </a:lnTo>
                <a:lnTo>
                  <a:pt x="19" y="109"/>
                </a:lnTo>
                <a:lnTo>
                  <a:pt x="19" y="110"/>
                </a:lnTo>
                <a:lnTo>
                  <a:pt x="20" y="110"/>
                </a:lnTo>
                <a:lnTo>
                  <a:pt x="20" y="111"/>
                </a:lnTo>
                <a:lnTo>
                  <a:pt x="20" y="110"/>
                </a:lnTo>
                <a:lnTo>
                  <a:pt x="20" y="109"/>
                </a:lnTo>
                <a:lnTo>
                  <a:pt x="20" y="108"/>
                </a:lnTo>
                <a:lnTo>
                  <a:pt x="21" y="108"/>
                </a:lnTo>
                <a:lnTo>
                  <a:pt x="21" y="107"/>
                </a:lnTo>
                <a:lnTo>
                  <a:pt x="20" y="107"/>
                </a:lnTo>
                <a:lnTo>
                  <a:pt x="21" y="107"/>
                </a:lnTo>
                <a:lnTo>
                  <a:pt x="21" y="108"/>
                </a:lnTo>
                <a:lnTo>
                  <a:pt x="20" y="108"/>
                </a:lnTo>
                <a:lnTo>
                  <a:pt x="20" y="109"/>
                </a:lnTo>
                <a:lnTo>
                  <a:pt x="20" y="110"/>
                </a:lnTo>
                <a:lnTo>
                  <a:pt x="21" y="110"/>
                </a:lnTo>
                <a:lnTo>
                  <a:pt x="22" y="111"/>
                </a:lnTo>
                <a:lnTo>
                  <a:pt x="22" y="112"/>
                </a:lnTo>
                <a:lnTo>
                  <a:pt x="23" y="112"/>
                </a:lnTo>
                <a:lnTo>
                  <a:pt x="23" y="113"/>
                </a:lnTo>
                <a:lnTo>
                  <a:pt x="23" y="112"/>
                </a:lnTo>
                <a:lnTo>
                  <a:pt x="23" y="114"/>
                </a:lnTo>
                <a:lnTo>
                  <a:pt x="21" y="114"/>
                </a:lnTo>
                <a:lnTo>
                  <a:pt x="20" y="114"/>
                </a:lnTo>
                <a:lnTo>
                  <a:pt x="19" y="114"/>
                </a:lnTo>
                <a:lnTo>
                  <a:pt x="18" y="114"/>
                </a:lnTo>
                <a:lnTo>
                  <a:pt x="17" y="114"/>
                </a:lnTo>
                <a:lnTo>
                  <a:pt x="16" y="113"/>
                </a:lnTo>
                <a:lnTo>
                  <a:pt x="15" y="113"/>
                </a:lnTo>
                <a:lnTo>
                  <a:pt x="14" y="113"/>
                </a:lnTo>
                <a:lnTo>
                  <a:pt x="13" y="113"/>
                </a:lnTo>
                <a:lnTo>
                  <a:pt x="12" y="113"/>
                </a:lnTo>
                <a:lnTo>
                  <a:pt x="11" y="113"/>
                </a:lnTo>
                <a:lnTo>
                  <a:pt x="10" y="113"/>
                </a:lnTo>
                <a:lnTo>
                  <a:pt x="10" y="112"/>
                </a:lnTo>
                <a:lnTo>
                  <a:pt x="10" y="111"/>
                </a:lnTo>
                <a:lnTo>
                  <a:pt x="10" y="110"/>
                </a:lnTo>
                <a:lnTo>
                  <a:pt x="10" y="109"/>
                </a:lnTo>
                <a:lnTo>
                  <a:pt x="10" y="108"/>
                </a:lnTo>
                <a:lnTo>
                  <a:pt x="10" y="107"/>
                </a:lnTo>
                <a:lnTo>
                  <a:pt x="10" y="106"/>
                </a:lnTo>
                <a:lnTo>
                  <a:pt x="10" y="105"/>
                </a:lnTo>
                <a:lnTo>
                  <a:pt x="11" y="105"/>
                </a:lnTo>
                <a:lnTo>
                  <a:pt x="10" y="105"/>
                </a:lnTo>
                <a:lnTo>
                  <a:pt x="10" y="104"/>
                </a:lnTo>
                <a:lnTo>
                  <a:pt x="11" y="104"/>
                </a:lnTo>
                <a:lnTo>
                  <a:pt x="11" y="103"/>
                </a:lnTo>
                <a:lnTo>
                  <a:pt x="11" y="102"/>
                </a:lnTo>
                <a:lnTo>
                  <a:pt x="11" y="101"/>
                </a:lnTo>
                <a:lnTo>
                  <a:pt x="11" y="102"/>
                </a:lnTo>
                <a:lnTo>
                  <a:pt x="10" y="102"/>
                </a:lnTo>
                <a:lnTo>
                  <a:pt x="10" y="101"/>
                </a:lnTo>
                <a:lnTo>
                  <a:pt x="9" y="101"/>
                </a:lnTo>
                <a:lnTo>
                  <a:pt x="8" y="101"/>
                </a:lnTo>
                <a:lnTo>
                  <a:pt x="8" y="102"/>
                </a:lnTo>
                <a:lnTo>
                  <a:pt x="7" y="102"/>
                </a:lnTo>
                <a:lnTo>
                  <a:pt x="6" y="102"/>
                </a:lnTo>
                <a:lnTo>
                  <a:pt x="6" y="103"/>
                </a:lnTo>
                <a:lnTo>
                  <a:pt x="6" y="104"/>
                </a:lnTo>
                <a:lnTo>
                  <a:pt x="5" y="104"/>
                </a:lnTo>
                <a:lnTo>
                  <a:pt x="5" y="105"/>
                </a:lnTo>
                <a:lnTo>
                  <a:pt x="5" y="106"/>
                </a:lnTo>
                <a:lnTo>
                  <a:pt x="5" y="107"/>
                </a:lnTo>
                <a:lnTo>
                  <a:pt x="5" y="109"/>
                </a:lnTo>
                <a:lnTo>
                  <a:pt x="5" y="110"/>
                </a:lnTo>
                <a:lnTo>
                  <a:pt x="5" y="111"/>
                </a:lnTo>
                <a:lnTo>
                  <a:pt x="4" y="111"/>
                </a:lnTo>
                <a:lnTo>
                  <a:pt x="3" y="112"/>
                </a:lnTo>
                <a:lnTo>
                  <a:pt x="2" y="112"/>
                </a:lnTo>
                <a:lnTo>
                  <a:pt x="1" y="112"/>
                </a:lnTo>
                <a:lnTo>
                  <a:pt x="0" y="112"/>
                </a:lnTo>
                <a:lnTo>
                  <a:pt x="1" y="111"/>
                </a:lnTo>
                <a:lnTo>
                  <a:pt x="1" y="110"/>
                </a:lnTo>
                <a:lnTo>
                  <a:pt x="2" y="110"/>
                </a:lnTo>
                <a:lnTo>
                  <a:pt x="3" y="110"/>
                </a:lnTo>
                <a:lnTo>
                  <a:pt x="3" y="109"/>
                </a:lnTo>
                <a:lnTo>
                  <a:pt x="4" y="109"/>
                </a:lnTo>
                <a:lnTo>
                  <a:pt x="4" y="108"/>
                </a:lnTo>
                <a:lnTo>
                  <a:pt x="4" y="106"/>
                </a:lnTo>
                <a:lnTo>
                  <a:pt x="5" y="106"/>
                </a:lnTo>
                <a:lnTo>
                  <a:pt x="5" y="105"/>
                </a:lnTo>
                <a:lnTo>
                  <a:pt x="5" y="104"/>
                </a:lnTo>
                <a:lnTo>
                  <a:pt x="5" y="103"/>
                </a:lnTo>
                <a:lnTo>
                  <a:pt x="6" y="103"/>
                </a:lnTo>
                <a:lnTo>
                  <a:pt x="7" y="102"/>
                </a:lnTo>
                <a:lnTo>
                  <a:pt x="8" y="102"/>
                </a:lnTo>
                <a:lnTo>
                  <a:pt x="8" y="101"/>
                </a:lnTo>
                <a:lnTo>
                  <a:pt x="9" y="101"/>
                </a:lnTo>
                <a:lnTo>
                  <a:pt x="10" y="101"/>
                </a:lnTo>
                <a:lnTo>
                  <a:pt x="10" y="102"/>
                </a:lnTo>
                <a:lnTo>
                  <a:pt x="11" y="102"/>
                </a:lnTo>
                <a:lnTo>
                  <a:pt x="11" y="101"/>
                </a:lnTo>
                <a:lnTo>
                  <a:pt x="11" y="100"/>
                </a:lnTo>
                <a:lnTo>
                  <a:pt x="12" y="100"/>
                </a:lnTo>
                <a:lnTo>
                  <a:pt x="11" y="100"/>
                </a:lnTo>
                <a:lnTo>
                  <a:pt x="11" y="99"/>
                </a:lnTo>
                <a:lnTo>
                  <a:pt x="11" y="98"/>
                </a:lnTo>
                <a:moveTo>
                  <a:pt x="17" y="111"/>
                </a:moveTo>
                <a:lnTo>
                  <a:pt x="16" y="110"/>
                </a:lnTo>
                <a:lnTo>
                  <a:pt x="17" y="111"/>
                </a:lnTo>
                <a:moveTo>
                  <a:pt x="13" y="103"/>
                </a:moveTo>
                <a:lnTo>
                  <a:pt x="13" y="102"/>
                </a:lnTo>
                <a:lnTo>
                  <a:pt x="14" y="102"/>
                </a:lnTo>
                <a:lnTo>
                  <a:pt x="13" y="102"/>
                </a:lnTo>
                <a:lnTo>
                  <a:pt x="12" y="102"/>
                </a:lnTo>
                <a:lnTo>
                  <a:pt x="12" y="103"/>
                </a:lnTo>
                <a:lnTo>
                  <a:pt x="13" y="103"/>
                </a:lnTo>
                <a:moveTo>
                  <a:pt x="15" y="100"/>
                </a:moveTo>
                <a:lnTo>
                  <a:pt x="15" y="101"/>
                </a:lnTo>
                <a:lnTo>
                  <a:pt x="15" y="100"/>
                </a:lnTo>
                <a:moveTo>
                  <a:pt x="18" y="88"/>
                </a:moveTo>
                <a:lnTo>
                  <a:pt x="18" y="87"/>
                </a:lnTo>
                <a:lnTo>
                  <a:pt x="18" y="86"/>
                </a:lnTo>
                <a:lnTo>
                  <a:pt x="17" y="87"/>
                </a:lnTo>
                <a:lnTo>
                  <a:pt x="17" y="88"/>
                </a:lnTo>
                <a:lnTo>
                  <a:pt x="16" y="88"/>
                </a:lnTo>
                <a:lnTo>
                  <a:pt x="16" y="89"/>
                </a:lnTo>
                <a:lnTo>
                  <a:pt x="17" y="90"/>
                </a:lnTo>
                <a:lnTo>
                  <a:pt x="18" y="90"/>
                </a:lnTo>
                <a:lnTo>
                  <a:pt x="19" y="90"/>
                </a:lnTo>
                <a:lnTo>
                  <a:pt x="18" y="90"/>
                </a:lnTo>
                <a:lnTo>
                  <a:pt x="18" y="89"/>
                </a:lnTo>
                <a:lnTo>
                  <a:pt x="18" y="88"/>
                </a:lnTo>
                <a:moveTo>
                  <a:pt x="19" y="88"/>
                </a:moveTo>
                <a:lnTo>
                  <a:pt x="20" y="88"/>
                </a:lnTo>
                <a:lnTo>
                  <a:pt x="20" y="87"/>
                </a:lnTo>
                <a:lnTo>
                  <a:pt x="19" y="87"/>
                </a:lnTo>
                <a:lnTo>
                  <a:pt x="19" y="88"/>
                </a:lnTo>
                <a:moveTo>
                  <a:pt x="25" y="79"/>
                </a:moveTo>
                <a:lnTo>
                  <a:pt x="25" y="79"/>
                </a:lnTo>
                <a:moveTo>
                  <a:pt x="26" y="78"/>
                </a:moveTo>
                <a:lnTo>
                  <a:pt x="26" y="79"/>
                </a:lnTo>
                <a:lnTo>
                  <a:pt x="26" y="78"/>
                </a:lnTo>
                <a:moveTo>
                  <a:pt x="27" y="77"/>
                </a:moveTo>
                <a:lnTo>
                  <a:pt x="27" y="77"/>
                </a:lnTo>
                <a:moveTo>
                  <a:pt x="35" y="72"/>
                </a:moveTo>
                <a:lnTo>
                  <a:pt x="36" y="72"/>
                </a:lnTo>
                <a:lnTo>
                  <a:pt x="36" y="71"/>
                </a:lnTo>
                <a:lnTo>
                  <a:pt x="37" y="71"/>
                </a:lnTo>
                <a:lnTo>
                  <a:pt x="38" y="71"/>
                </a:lnTo>
                <a:lnTo>
                  <a:pt x="38" y="70"/>
                </a:lnTo>
                <a:lnTo>
                  <a:pt x="38" y="69"/>
                </a:lnTo>
                <a:lnTo>
                  <a:pt x="37" y="69"/>
                </a:lnTo>
                <a:lnTo>
                  <a:pt x="36" y="69"/>
                </a:lnTo>
                <a:lnTo>
                  <a:pt x="35" y="70"/>
                </a:lnTo>
                <a:lnTo>
                  <a:pt x="35" y="71"/>
                </a:lnTo>
                <a:lnTo>
                  <a:pt x="35" y="72"/>
                </a:lnTo>
                <a:moveTo>
                  <a:pt x="37" y="69"/>
                </a:moveTo>
                <a:lnTo>
                  <a:pt x="37" y="68"/>
                </a:lnTo>
                <a:lnTo>
                  <a:pt x="37" y="69"/>
                </a:lnTo>
                <a:lnTo>
                  <a:pt x="36" y="69"/>
                </a:lnTo>
                <a:lnTo>
                  <a:pt x="37" y="69"/>
                </a:lnTo>
                <a:moveTo>
                  <a:pt x="38" y="69"/>
                </a:moveTo>
                <a:lnTo>
                  <a:pt x="38" y="68"/>
                </a:lnTo>
                <a:lnTo>
                  <a:pt x="38" y="67"/>
                </a:lnTo>
                <a:lnTo>
                  <a:pt x="38" y="68"/>
                </a:lnTo>
                <a:lnTo>
                  <a:pt x="37" y="68"/>
                </a:lnTo>
                <a:lnTo>
                  <a:pt x="37" y="69"/>
                </a:lnTo>
                <a:lnTo>
                  <a:pt x="38" y="69"/>
                </a:lnTo>
                <a:moveTo>
                  <a:pt x="47" y="63"/>
                </a:moveTo>
                <a:lnTo>
                  <a:pt x="46" y="63"/>
                </a:lnTo>
                <a:lnTo>
                  <a:pt x="46" y="64"/>
                </a:lnTo>
                <a:lnTo>
                  <a:pt x="46" y="63"/>
                </a:lnTo>
                <a:lnTo>
                  <a:pt x="47" y="63"/>
                </a:lnTo>
                <a:moveTo>
                  <a:pt x="51" y="62"/>
                </a:moveTo>
                <a:lnTo>
                  <a:pt x="52" y="62"/>
                </a:lnTo>
                <a:lnTo>
                  <a:pt x="52" y="61"/>
                </a:lnTo>
                <a:lnTo>
                  <a:pt x="52" y="62"/>
                </a:lnTo>
                <a:lnTo>
                  <a:pt x="51" y="62"/>
                </a:lnTo>
                <a:moveTo>
                  <a:pt x="64" y="48"/>
                </a:moveTo>
                <a:lnTo>
                  <a:pt x="63" y="49"/>
                </a:lnTo>
                <a:lnTo>
                  <a:pt x="64" y="49"/>
                </a:lnTo>
                <a:lnTo>
                  <a:pt x="64" y="48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9" name=""/>
          <p:cNvSpPr/>
          <p:nvPr/>
        </p:nvSpPr>
        <p:spPr>
          <a:xfrm>
            <a:off x="2493000" y="3597840"/>
            <a:ext cx="9000" cy="14040"/>
          </a:xfrm>
          <a:custGeom>
            <a:avLst/>
            <a:gdLst/>
            <a:ahLst/>
            <a:rect l="0" t="0" r="r" b="b"/>
            <a:pathLst>
              <a:path w="25" h="39">
                <a:moveTo>
                  <a:pt x="23" y="1"/>
                </a:moveTo>
                <a:lnTo>
                  <a:pt x="24" y="2"/>
                </a:lnTo>
                <a:lnTo>
                  <a:pt x="25" y="3"/>
                </a:lnTo>
                <a:lnTo>
                  <a:pt x="24" y="3"/>
                </a:lnTo>
                <a:lnTo>
                  <a:pt x="23" y="2"/>
                </a:lnTo>
                <a:lnTo>
                  <a:pt x="22" y="2"/>
                </a:lnTo>
                <a:lnTo>
                  <a:pt x="22" y="1"/>
                </a:lnTo>
                <a:lnTo>
                  <a:pt x="20" y="1"/>
                </a:lnTo>
                <a:lnTo>
                  <a:pt x="19" y="1"/>
                </a:lnTo>
                <a:lnTo>
                  <a:pt x="19" y="2"/>
                </a:lnTo>
                <a:lnTo>
                  <a:pt x="20" y="2"/>
                </a:lnTo>
                <a:lnTo>
                  <a:pt x="21" y="2"/>
                </a:lnTo>
                <a:lnTo>
                  <a:pt x="22" y="3"/>
                </a:lnTo>
                <a:lnTo>
                  <a:pt x="23" y="3"/>
                </a:lnTo>
                <a:lnTo>
                  <a:pt x="23" y="4"/>
                </a:lnTo>
                <a:lnTo>
                  <a:pt x="23" y="5"/>
                </a:lnTo>
                <a:lnTo>
                  <a:pt x="22" y="5"/>
                </a:lnTo>
                <a:lnTo>
                  <a:pt x="22" y="6"/>
                </a:lnTo>
                <a:lnTo>
                  <a:pt x="21" y="6"/>
                </a:lnTo>
                <a:lnTo>
                  <a:pt x="21" y="7"/>
                </a:lnTo>
                <a:lnTo>
                  <a:pt x="20" y="7"/>
                </a:lnTo>
                <a:lnTo>
                  <a:pt x="19" y="7"/>
                </a:lnTo>
                <a:lnTo>
                  <a:pt x="19" y="8"/>
                </a:lnTo>
                <a:lnTo>
                  <a:pt x="20" y="8"/>
                </a:lnTo>
                <a:lnTo>
                  <a:pt x="20" y="9"/>
                </a:lnTo>
                <a:lnTo>
                  <a:pt x="19" y="9"/>
                </a:lnTo>
                <a:lnTo>
                  <a:pt x="19" y="10"/>
                </a:lnTo>
                <a:lnTo>
                  <a:pt x="18" y="10"/>
                </a:lnTo>
                <a:lnTo>
                  <a:pt x="17" y="9"/>
                </a:lnTo>
                <a:lnTo>
                  <a:pt x="17" y="10"/>
                </a:lnTo>
                <a:lnTo>
                  <a:pt x="16" y="10"/>
                </a:lnTo>
                <a:lnTo>
                  <a:pt x="16" y="11"/>
                </a:lnTo>
                <a:lnTo>
                  <a:pt x="15" y="10"/>
                </a:lnTo>
                <a:lnTo>
                  <a:pt x="14" y="10"/>
                </a:lnTo>
                <a:lnTo>
                  <a:pt x="13" y="9"/>
                </a:lnTo>
                <a:lnTo>
                  <a:pt x="12" y="9"/>
                </a:lnTo>
                <a:lnTo>
                  <a:pt x="12" y="10"/>
                </a:lnTo>
                <a:lnTo>
                  <a:pt x="12" y="11"/>
                </a:lnTo>
                <a:lnTo>
                  <a:pt x="12" y="12"/>
                </a:lnTo>
                <a:lnTo>
                  <a:pt x="11" y="13"/>
                </a:lnTo>
                <a:lnTo>
                  <a:pt x="9" y="13"/>
                </a:lnTo>
                <a:lnTo>
                  <a:pt x="9" y="14"/>
                </a:lnTo>
                <a:lnTo>
                  <a:pt x="8" y="14"/>
                </a:lnTo>
                <a:lnTo>
                  <a:pt x="7" y="14"/>
                </a:lnTo>
                <a:lnTo>
                  <a:pt x="7" y="15"/>
                </a:lnTo>
                <a:lnTo>
                  <a:pt x="7" y="16"/>
                </a:lnTo>
                <a:lnTo>
                  <a:pt x="8" y="17"/>
                </a:lnTo>
                <a:lnTo>
                  <a:pt x="8" y="18"/>
                </a:lnTo>
                <a:lnTo>
                  <a:pt x="9" y="18"/>
                </a:lnTo>
                <a:lnTo>
                  <a:pt x="9" y="20"/>
                </a:lnTo>
                <a:lnTo>
                  <a:pt x="9" y="21"/>
                </a:lnTo>
                <a:lnTo>
                  <a:pt x="9" y="22"/>
                </a:lnTo>
                <a:lnTo>
                  <a:pt x="8" y="22"/>
                </a:lnTo>
                <a:lnTo>
                  <a:pt x="7" y="23"/>
                </a:lnTo>
                <a:lnTo>
                  <a:pt x="7" y="24"/>
                </a:lnTo>
                <a:lnTo>
                  <a:pt x="7" y="25"/>
                </a:lnTo>
                <a:lnTo>
                  <a:pt x="7" y="26"/>
                </a:lnTo>
                <a:lnTo>
                  <a:pt x="6" y="26"/>
                </a:lnTo>
                <a:lnTo>
                  <a:pt x="6" y="27"/>
                </a:lnTo>
                <a:lnTo>
                  <a:pt x="5" y="27"/>
                </a:lnTo>
                <a:lnTo>
                  <a:pt x="6" y="28"/>
                </a:lnTo>
                <a:lnTo>
                  <a:pt x="6" y="29"/>
                </a:lnTo>
                <a:lnTo>
                  <a:pt x="5" y="29"/>
                </a:lnTo>
                <a:lnTo>
                  <a:pt x="4" y="30"/>
                </a:lnTo>
                <a:lnTo>
                  <a:pt x="3" y="31"/>
                </a:lnTo>
                <a:lnTo>
                  <a:pt x="3" y="32"/>
                </a:lnTo>
                <a:lnTo>
                  <a:pt x="2" y="33"/>
                </a:lnTo>
                <a:lnTo>
                  <a:pt x="1" y="34"/>
                </a:lnTo>
                <a:lnTo>
                  <a:pt x="2" y="34"/>
                </a:lnTo>
                <a:lnTo>
                  <a:pt x="3" y="34"/>
                </a:lnTo>
                <a:lnTo>
                  <a:pt x="3" y="35"/>
                </a:lnTo>
                <a:lnTo>
                  <a:pt x="2" y="35"/>
                </a:lnTo>
                <a:lnTo>
                  <a:pt x="2" y="36"/>
                </a:lnTo>
                <a:lnTo>
                  <a:pt x="2" y="37"/>
                </a:lnTo>
                <a:lnTo>
                  <a:pt x="2" y="38"/>
                </a:lnTo>
                <a:lnTo>
                  <a:pt x="2" y="37"/>
                </a:lnTo>
                <a:lnTo>
                  <a:pt x="3" y="37"/>
                </a:lnTo>
                <a:lnTo>
                  <a:pt x="4" y="37"/>
                </a:lnTo>
                <a:lnTo>
                  <a:pt x="3" y="38"/>
                </a:lnTo>
                <a:lnTo>
                  <a:pt x="2" y="38"/>
                </a:lnTo>
                <a:lnTo>
                  <a:pt x="2" y="39"/>
                </a:lnTo>
                <a:lnTo>
                  <a:pt x="1" y="39"/>
                </a:lnTo>
                <a:lnTo>
                  <a:pt x="1" y="38"/>
                </a:lnTo>
                <a:lnTo>
                  <a:pt x="0" y="38"/>
                </a:lnTo>
                <a:lnTo>
                  <a:pt x="0" y="37"/>
                </a:lnTo>
                <a:lnTo>
                  <a:pt x="0" y="36"/>
                </a:lnTo>
                <a:lnTo>
                  <a:pt x="1" y="36"/>
                </a:lnTo>
                <a:lnTo>
                  <a:pt x="1" y="35"/>
                </a:lnTo>
                <a:lnTo>
                  <a:pt x="1" y="34"/>
                </a:lnTo>
                <a:lnTo>
                  <a:pt x="1" y="33"/>
                </a:lnTo>
                <a:lnTo>
                  <a:pt x="2" y="32"/>
                </a:lnTo>
                <a:lnTo>
                  <a:pt x="2" y="31"/>
                </a:lnTo>
                <a:lnTo>
                  <a:pt x="3" y="31"/>
                </a:lnTo>
                <a:lnTo>
                  <a:pt x="3" y="30"/>
                </a:lnTo>
                <a:lnTo>
                  <a:pt x="4" y="29"/>
                </a:lnTo>
                <a:lnTo>
                  <a:pt x="5" y="28"/>
                </a:lnTo>
                <a:lnTo>
                  <a:pt x="4" y="28"/>
                </a:lnTo>
                <a:lnTo>
                  <a:pt x="4" y="27"/>
                </a:lnTo>
                <a:lnTo>
                  <a:pt x="4" y="26"/>
                </a:lnTo>
                <a:lnTo>
                  <a:pt x="5" y="26"/>
                </a:lnTo>
                <a:lnTo>
                  <a:pt x="5" y="25"/>
                </a:lnTo>
                <a:lnTo>
                  <a:pt x="5" y="24"/>
                </a:lnTo>
                <a:lnTo>
                  <a:pt x="5" y="23"/>
                </a:lnTo>
                <a:lnTo>
                  <a:pt x="6" y="23"/>
                </a:lnTo>
                <a:lnTo>
                  <a:pt x="6" y="22"/>
                </a:lnTo>
                <a:lnTo>
                  <a:pt x="7" y="22"/>
                </a:lnTo>
                <a:lnTo>
                  <a:pt x="7" y="21"/>
                </a:lnTo>
                <a:lnTo>
                  <a:pt x="8" y="22"/>
                </a:lnTo>
                <a:lnTo>
                  <a:pt x="8" y="21"/>
                </a:lnTo>
                <a:lnTo>
                  <a:pt x="8" y="20"/>
                </a:lnTo>
                <a:lnTo>
                  <a:pt x="8" y="18"/>
                </a:lnTo>
                <a:lnTo>
                  <a:pt x="7" y="17"/>
                </a:lnTo>
                <a:lnTo>
                  <a:pt x="6" y="17"/>
                </a:lnTo>
                <a:lnTo>
                  <a:pt x="6" y="16"/>
                </a:lnTo>
                <a:lnTo>
                  <a:pt x="6" y="15"/>
                </a:lnTo>
                <a:lnTo>
                  <a:pt x="6" y="14"/>
                </a:lnTo>
                <a:lnTo>
                  <a:pt x="7" y="14"/>
                </a:lnTo>
                <a:lnTo>
                  <a:pt x="8" y="13"/>
                </a:lnTo>
                <a:lnTo>
                  <a:pt x="9" y="13"/>
                </a:lnTo>
                <a:lnTo>
                  <a:pt x="9" y="12"/>
                </a:lnTo>
                <a:lnTo>
                  <a:pt x="11" y="12"/>
                </a:lnTo>
                <a:lnTo>
                  <a:pt x="11" y="11"/>
                </a:lnTo>
                <a:lnTo>
                  <a:pt x="11" y="10"/>
                </a:lnTo>
                <a:lnTo>
                  <a:pt x="11" y="9"/>
                </a:lnTo>
                <a:lnTo>
                  <a:pt x="12" y="8"/>
                </a:lnTo>
                <a:lnTo>
                  <a:pt x="13" y="8"/>
                </a:lnTo>
                <a:lnTo>
                  <a:pt x="13" y="9"/>
                </a:lnTo>
                <a:lnTo>
                  <a:pt x="14" y="9"/>
                </a:lnTo>
                <a:lnTo>
                  <a:pt x="14" y="10"/>
                </a:lnTo>
                <a:lnTo>
                  <a:pt x="15" y="10"/>
                </a:lnTo>
                <a:lnTo>
                  <a:pt x="16" y="10"/>
                </a:lnTo>
                <a:lnTo>
                  <a:pt x="16" y="9"/>
                </a:lnTo>
                <a:lnTo>
                  <a:pt x="17" y="9"/>
                </a:lnTo>
                <a:lnTo>
                  <a:pt x="18" y="8"/>
                </a:lnTo>
                <a:lnTo>
                  <a:pt x="19" y="7"/>
                </a:lnTo>
                <a:lnTo>
                  <a:pt x="20" y="6"/>
                </a:lnTo>
                <a:lnTo>
                  <a:pt x="21" y="5"/>
                </a:lnTo>
                <a:lnTo>
                  <a:pt x="22" y="5"/>
                </a:lnTo>
                <a:lnTo>
                  <a:pt x="22" y="4"/>
                </a:lnTo>
                <a:lnTo>
                  <a:pt x="21" y="4"/>
                </a:lnTo>
                <a:lnTo>
                  <a:pt x="20" y="3"/>
                </a:lnTo>
                <a:lnTo>
                  <a:pt x="19" y="3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19" y="0"/>
                </a:lnTo>
                <a:lnTo>
                  <a:pt x="20" y="0"/>
                </a:lnTo>
                <a:lnTo>
                  <a:pt x="21" y="0"/>
                </a:lnTo>
                <a:lnTo>
                  <a:pt x="22" y="0"/>
                </a:lnTo>
                <a:lnTo>
                  <a:pt x="22" y="1"/>
                </a:lnTo>
                <a:lnTo>
                  <a:pt x="2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0" name=""/>
          <p:cNvSpPr/>
          <p:nvPr/>
        </p:nvSpPr>
        <p:spPr>
          <a:xfrm>
            <a:off x="2614320" y="3556080"/>
            <a:ext cx="13680" cy="17640"/>
          </a:xfrm>
          <a:custGeom>
            <a:avLst/>
            <a:gdLst/>
            <a:ahLst/>
            <a:rect l="0" t="0" r="r" b="b"/>
            <a:pathLst>
              <a:path w="38" h="49">
                <a:moveTo>
                  <a:pt x="2" y="3"/>
                </a:moveTo>
                <a:lnTo>
                  <a:pt x="2" y="4"/>
                </a:lnTo>
                <a:lnTo>
                  <a:pt x="2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1" y="9"/>
                </a:lnTo>
                <a:lnTo>
                  <a:pt x="0" y="9"/>
                </a:lnTo>
                <a:lnTo>
                  <a:pt x="0" y="10"/>
                </a:lnTo>
                <a:lnTo>
                  <a:pt x="0" y="11"/>
                </a:lnTo>
                <a:lnTo>
                  <a:pt x="1" y="11"/>
                </a:lnTo>
                <a:lnTo>
                  <a:pt x="1" y="12"/>
                </a:lnTo>
                <a:lnTo>
                  <a:pt x="1" y="13"/>
                </a:lnTo>
                <a:lnTo>
                  <a:pt x="1" y="14"/>
                </a:lnTo>
                <a:lnTo>
                  <a:pt x="1" y="15"/>
                </a:lnTo>
                <a:lnTo>
                  <a:pt x="1" y="16"/>
                </a:lnTo>
                <a:lnTo>
                  <a:pt x="2" y="16"/>
                </a:lnTo>
                <a:lnTo>
                  <a:pt x="2" y="17"/>
                </a:lnTo>
                <a:lnTo>
                  <a:pt x="2" y="18"/>
                </a:lnTo>
                <a:lnTo>
                  <a:pt x="2" y="19"/>
                </a:lnTo>
                <a:lnTo>
                  <a:pt x="3" y="19"/>
                </a:lnTo>
                <a:lnTo>
                  <a:pt x="4" y="19"/>
                </a:lnTo>
                <a:lnTo>
                  <a:pt x="5" y="19"/>
                </a:lnTo>
                <a:lnTo>
                  <a:pt x="6" y="19"/>
                </a:lnTo>
                <a:lnTo>
                  <a:pt x="6" y="20"/>
                </a:lnTo>
                <a:lnTo>
                  <a:pt x="6" y="21"/>
                </a:lnTo>
                <a:lnTo>
                  <a:pt x="7" y="22"/>
                </a:lnTo>
                <a:lnTo>
                  <a:pt x="6" y="22"/>
                </a:lnTo>
                <a:lnTo>
                  <a:pt x="7" y="22"/>
                </a:lnTo>
                <a:lnTo>
                  <a:pt x="7" y="23"/>
                </a:lnTo>
                <a:lnTo>
                  <a:pt x="8" y="23"/>
                </a:lnTo>
                <a:lnTo>
                  <a:pt x="8" y="24"/>
                </a:lnTo>
                <a:lnTo>
                  <a:pt x="10" y="25"/>
                </a:lnTo>
                <a:lnTo>
                  <a:pt x="11" y="25"/>
                </a:lnTo>
                <a:lnTo>
                  <a:pt x="12" y="25"/>
                </a:lnTo>
                <a:lnTo>
                  <a:pt x="12" y="26"/>
                </a:lnTo>
                <a:lnTo>
                  <a:pt x="13" y="26"/>
                </a:lnTo>
                <a:lnTo>
                  <a:pt x="13" y="27"/>
                </a:lnTo>
                <a:lnTo>
                  <a:pt x="14" y="27"/>
                </a:lnTo>
                <a:lnTo>
                  <a:pt x="14" y="28"/>
                </a:lnTo>
                <a:lnTo>
                  <a:pt x="14" y="29"/>
                </a:lnTo>
                <a:lnTo>
                  <a:pt x="15" y="29"/>
                </a:lnTo>
                <a:lnTo>
                  <a:pt x="16" y="29"/>
                </a:lnTo>
                <a:lnTo>
                  <a:pt x="17" y="28"/>
                </a:lnTo>
                <a:lnTo>
                  <a:pt x="18" y="28"/>
                </a:lnTo>
                <a:lnTo>
                  <a:pt x="19" y="28"/>
                </a:lnTo>
                <a:lnTo>
                  <a:pt x="19" y="29"/>
                </a:lnTo>
                <a:lnTo>
                  <a:pt x="20" y="29"/>
                </a:lnTo>
                <a:lnTo>
                  <a:pt x="20" y="30"/>
                </a:lnTo>
                <a:lnTo>
                  <a:pt x="19" y="30"/>
                </a:lnTo>
                <a:lnTo>
                  <a:pt x="19" y="31"/>
                </a:lnTo>
                <a:lnTo>
                  <a:pt x="18" y="32"/>
                </a:lnTo>
                <a:lnTo>
                  <a:pt x="18" y="33"/>
                </a:lnTo>
                <a:lnTo>
                  <a:pt x="19" y="35"/>
                </a:lnTo>
                <a:lnTo>
                  <a:pt x="20" y="35"/>
                </a:lnTo>
                <a:lnTo>
                  <a:pt x="20" y="36"/>
                </a:lnTo>
                <a:lnTo>
                  <a:pt x="22" y="36"/>
                </a:lnTo>
                <a:lnTo>
                  <a:pt x="22" y="35"/>
                </a:lnTo>
                <a:lnTo>
                  <a:pt x="23" y="35"/>
                </a:lnTo>
                <a:lnTo>
                  <a:pt x="23" y="33"/>
                </a:lnTo>
                <a:lnTo>
                  <a:pt x="23" y="32"/>
                </a:lnTo>
                <a:lnTo>
                  <a:pt x="23" y="31"/>
                </a:lnTo>
                <a:lnTo>
                  <a:pt x="22" y="31"/>
                </a:lnTo>
                <a:lnTo>
                  <a:pt x="22" y="30"/>
                </a:lnTo>
                <a:lnTo>
                  <a:pt x="21" y="30"/>
                </a:lnTo>
                <a:lnTo>
                  <a:pt x="22" y="29"/>
                </a:lnTo>
                <a:lnTo>
                  <a:pt x="22" y="28"/>
                </a:lnTo>
                <a:lnTo>
                  <a:pt x="23" y="28"/>
                </a:lnTo>
                <a:lnTo>
                  <a:pt x="23" y="27"/>
                </a:lnTo>
                <a:lnTo>
                  <a:pt x="24" y="27"/>
                </a:lnTo>
                <a:lnTo>
                  <a:pt x="25" y="27"/>
                </a:lnTo>
                <a:lnTo>
                  <a:pt x="26" y="27"/>
                </a:lnTo>
                <a:lnTo>
                  <a:pt x="26" y="28"/>
                </a:lnTo>
                <a:lnTo>
                  <a:pt x="27" y="28"/>
                </a:lnTo>
                <a:lnTo>
                  <a:pt x="27" y="29"/>
                </a:lnTo>
                <a:lnTo>
                  <a:pt x="27" y="30"/>
                </a:lnTo>
                <a:lnTo>
                  <a:pt x="26" y="31"/>
                </a:lnTo>
                <a:lnTo>
                  <a:pt x="26" y="32"/>
                </a:lnTo>
                <a:lnTo>
                  <a:pt x="27" y="32"/>
                </a:lnTo>
                <a:lnTo>
                  <a:pt x="28" y="33"/>
                </a:lnTo>
                <a:lnTo>
                  <a:pt x="28" y="36"/>
                </a:lnTo>
                <a:lnTo>
                  <a:pt x="29" y="37"/>
                </a:lnTo>
                <a:lnTo>
                  <a:pt x="30" y="38"/>
                </a:lnTo>
                <a:lnTo>
                  <a:pt x="30" y="39"/>
                </a:lnTo>
                <a:lnTo>
                  <a:pt x="30" y="40"/>
                </a:lnTo>
                <a:lnTo>
                  <a:pt x="30" y="41"/>
                </a:lnTo>
                <a:lnTo>
                  <a:pt x="30" y="42"/>
                </a:lnTo>
                <a:lnTo>
                  <a:pt x="31" y="42"/>
                </a:lnTo>
                <a:lnTo>
                  <a:pt x="32" y="42"/>
                </a:lnTo>
                <a:lnTo>
                  <a:pt x="33" y="42"/>
                </a:lnTo>
                <a:lnTo>
                  <a:pt x="33" y="43"/>
                </a:lnTo>
                <a:lnTo>
                  <a:pt x="33" y="44"/>
                </a:lnTo>
                <a:lnTo>
                  <a:pt x="33" y="43"/>
                </a:lnTo>
                <a:lnTo>
                  <a:pt x="32" y="43"/>
                </a:lnTo>
                <a:lnTo>
                  <a:pt x="32" y="44"/>
                </a:lnTo>
                <a:lnTo>
                  <a:pt x="32" y="45"/>
                </a:lnTo>
                <a:lnTo>
                  <a:pt x="31" y="46"/>
                </a:lnTo>
                <a:lnTo>
                  <a:pt x="31" y="47"/>
                </a:lnTo>
                <a:lnTo>
                  <a:pt x="32" y="47"/>
                </a:lnTo>
                <a:lnTo>
                  <a:pt x="32" y="48"/>
                </a:lnTo>
                <a:lnTo>
                  <a:pt x="33" y="48"/>
                </a:lnTo>
                <a:lnTo>
                  <a:pt x="34" y="47"/>
                </a:lnTo>
                <a:lnTo>
                  <a:pt x="35" y="47"/>
                </a:lnTo>
                <a:lnTo>
                  <a:pt x="35" y="48"/>
                </a:lnTo>
                <a:lnTo>
                  <a:pt x="36" y="48"/>
                </a:lnTo>
                <a:lnTo>
                  <a:pt x="37" y="48"/>
                </a:lnTo>
                <a:lnTo>
                  <a:pt x="38" y="49"/>
                </a:lnTo>
                <a:lnTo>
                  <a:pt x="37" y="49"/>
                </a:lnTo>
                <a:lnTo>
                  <a:pt x="36" y="48"/>
                </a:lnTo>
                <a:lnTo>
                  <a:pt x="35" y="48"/>
                </a:lnTo>
                <a:lnTo>
                  <a:pt x="34" y="48"/>
                </a:lnTo>
                <a:lnTo>
                  <a:pt x="33" y="48"/>
                </a:lnTo>
                <a:lnTo>
                  <a:pt x="32" y="48"/>
                </a:lnTo>
                <a:lnTo>
                  <a:pt x="31" y="47"/>
                </a:lnTo>
                <a:lnTo>
                  <a:pt x="31" y="46"/>
                </a:lnTo>
                <a:lnTo>
                  <a:pt x="31" y="45"/>
                </a:lnTo>
                <a:lnTo>
                  <a:pt x="31" y="44"/>
                </a:lnTo>
                <a:lnTo>
                  <a:pt x="31" y="43"/>
                </a:lnTo>
                <a:lnTo>
                  <a:pt x="31" y="42"/>
                </a:lnTo>
                <a:lnTo>
                  <a:pt x="30" y="42"/>
                </a:lnTo>
                <a:lnTo>
                  <a:pt x="30" y="41"/>
                </a:lnTo>
                <a:lnTo>
                  <a:pt x="29" y="41"/>
                </a:lnTo>
                <a:lnTo>
                  <a:pt x="29" y="40"/>
                </a:lnTo>
                <a:lnTo>
                  <a:pt x="29" y="39"/>
                </a:lnTo>
                <a:lnTo>
                  <a:pt x="29" y="38"/>
                </a:lnTo>
                <a:lnTo>
                  <a:pt x="28" y="37"/>
                </a:lnTo>
                <a:lnTo>
                  <a:pt x="27" y="37"/>
                </a:lnTo>
                <a:lnTo>
                  <a:pt x="27" y="36"/>
                </a:lnTo>
                <a:lnTo>
                  <a:pt x="27" y="35"/>
                </a:lnTo>
                <a:lnTo>
                  <a:pt x="27" y="33"/>
                </a:lnTo>
                <a:lnTo>
                  <a:pt x="27" y="32"/>
                </a:lnTo>
                <a:lnTo>
                  <a:pt x="26" y="32"/>
                </a:lnTo>
                <a:lnTo>
                  <a:pt x="26" y="31"/>
                </a:lnTo>
                <a:lnTo>
                  <a:pt x="26" y="30"/>
                </a:lnTo>
                <a:lnTo>
                  <a:pt x="27" y="30"/>
                </a:lnTo>
                <a:lnTo>
                  <a:pt x="27" y="29"/>
                </a:lnTo>
                <a:lnTo>
                  <a:pt x="27" y="28"/>
                </a:lnTo>
                <a:lnTo>
                  <a:pt x="26" y="28"/>
                </a:lnTo>
                <a:lnTo>
                  <a:pt x="24" y="28"/>
                </a:lnTo>
                <a:lnTo>
                  <a:pt x="23" y="28"/>
                </a:lnTo>
                <a:lnTo>
                  <a:pt x="23" y="29"/>
                </a:lnTo>
                <a:lnTo>
                  <a:pt x="22" y="29"/>
                </a:lnTo>
                <a:lnTo>
                  <a:pt x="22" y="30"/>
                </a:lnTo>
                <a:lnTo>
                  <a:pt x="22" y="31"/>
                </a:lnTo>
                <a:lnTo>
                  <a:pt x="23" y="31"/>
                </a:lnTo>
                <a:lnTo>
                  <a:pt x="23" y="32"/>
                </a:lnTo>
                <a:lnTo>
                  <a:pt x="24" y="32"/>
                </a:lnTo>
                <a:lnTo>
                  <a:pt x="24" y="33"/>
                </a:lnTo>
                <a:lnTo>
                  <a:pt x="23" y="35"/>
                </a:lnTo>
                <a:lnTo>
                  <a:pt x="22" y="36"/>
                </a:lnTo>
                <a:lnTo>
                  <a:pt x="21" y="36"/>
                </a:lnTo>
                <a:lnTo>
                  <a:pt x="20" y="36"/>
                </a:lnTo>
                <a:lnTo>
                  <a:pt x="19" y="36"/>
                </a:lnTo>
                <a:lnTo>
                  <a:pt x="19" y="35"/>
                </a:lnTo>
                <a:lnTo>
                  <a:pt x="18" y="35"/>
                </a:lnTo>
                <a:lnTo>
                  <a:pt x="18" y="33"/>
                </a:lnTo>
                <a:lnTo>
                  <a:pt x="17" y="32"/>
                </a:lnTo>
                <a:lnTo>
                  <a:pt x="18" y="32"/>
                </a:lnTo>
                <a:lnTo>
                  <a:pt x="18" y="31"/>
                </a:lnTo>
                <a:lnTo>
                  <a:pt x="19" y="31"/>
                </a:lnTo>
                <a:lnTo>
                  <a:pt x="19" y="30"/>
                </a:lnTo>
                <a:lnTo>
                  <a:pt x="19" y="29"/>
                </a:lnTo>
                <a:lnTo>
                  <a:pt x="19" y="28"/>
                </a:lnTo>
                <a:lnTo>
                  <a:pt x="18" y="28"/>
                </a:lnTo>
                <a:lnTo>
                  <a:pt x="17" y="28"/>
                </a:lnTo>
                <a:lnTo>
                  <a:pt x="17" y="29"/>
                </a:lnTo>
                <a:lnTo>
                  <a:pt x="16" y="29"/>
                </a:lnTo>
                <a:lnTo>
                  <a:pt x="16" y="30"/>
                </a:lnTo>
                <a:lnTo>
                  <a:pt x="15" y="30"/>
                </a:lnTo>
                <a:lnTo>
                  <a:pt x="14" y="29"/>
                </a:lnTo>
                <a:lnTo>
                  <a:pt x="14" y="28"/>
                </a:lnTo>
                <a:lnTo>
                  <a:pt x="13" y="28"/>
                </a:lnTo>
                <a:lnTo>
                  <a:pt x="13" y="27"/>
                </a:lnTo>
                <a:lnTo>
                  <a:pt x="12" y="26"/>
                </a:lnTo>
                <a:lnTo>
                  <a:pt x="11" y="26"/>
                </a:lnTo>
                <a:lnTo>
                  <a:pt x="11" y="25"/>
                </a:lnTo>
                <a:lnTo>
                  <a:pt x="10" y="25"/>
                </a:lnTo>
                <a:lnTo>
                  <a:pt x="8" y="25"/>
                </a:lnTo>
                <a:lnTo>
                  <a:pt x="8" y="24"/>
                </a:lnTo>
                <a:lnTo>
                  <a:pt x="7" y="24"/>
                </a:lnTo>
                <a:lnTo>
                  <a:pt x="7" y="23"/>
                </a:lnTo>
                <a:lnTo>
                  <a:pt x="6" y="22"/>
                </a:lnTo>
                <a:lnTo>
                  <a:pt x="6" y="21"/>
                </a:lnTo>
                <a:lnTo>
                  <a:pt x="6" y="20"/>
                </a:lnTo>
                <a:lnTo>
                  <a:pt x="5" y="19"/>
                </a:lnTo>
                <a:lnTo>
                  <a:pt x="4" y="19"/>
                </a:lnTo>
                <a:lnTo>
                  <a:pt x="3" y="19"/>
                </a:lnTo>
                <a:lnTo>
                  <a:pt x="2" y="19"/>
                </a:lnTo>
                <a:lnTo>
                  <a:pt x="2" y="18"/>
                </a:lnTo>
                <a:lnTo>
                  <a:pt x="2" y="17"/>
                </a:lnTo>
                <a:lnTo>
                  <a:pt x="1" y="17"/>
                </a:lnTo>
                <a:lnTo>
                  <a:pt x="1" y="16"/>
                </a:lnTo>
                <a:lnTo>
                  <a:pt x="0" y="16"/>
                </a:lnTo>
                <a:lnTo>
                  <a:pt x="0" y="15"/>
                </a:lnTo>
                <a:lnTo>
                  <a:pt x="1" y="14"/>
                </a:lnTo>
                <a:lnTo>
                  <a:pt x="1" y="13"/>
                </a:lnTo>
                <a:lnTo>
                  <a:pt x="1" y="12"/>
                </a:ln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1" y="4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3" y="1"/>
                </a:lnTo>
                <a:lnTo>
                  <a:pt x="3" y="2"/>
                </a:lnTo>
                <a:lnTo>
                  <a:pt x="2" y="3"/>
                </a:lnTo>
                <a:moveTo>
                  <a:pt x="31" y="46"/>
                </a:moveTo>
                <a:lnTo>
                  <a:pt x="31" y="45"/>
                </a:lnTo>
                <a:lnTo>
                  <a:pt x="32" y="45"/>
                </a:lnTo>
                <a:lnTo>
                  <a:pt x="32" y="44"/>
                </a:lnTo>
                <a:lnTo>
                  <a:pt x="31" y="44"/>
                </a:lnTo>
                <a:lnTo>
                  <a:pt x="31" y="45"/>
                </a:lnTo>
                <a:lnTo>
                  <a:pt x="31" y="46"/>
                </a:lnTo>
                <a:moveTo>
                  <a:pt x="32" y="44"/>
                </a:moveTo>
                <a:lnTo>
                  <a:pt x="32" y="43"/>
                </a:lnTo>
                <a:lnTo>
                  <a:pt x="33" y="43"/>
                </a:lnTo>
                <a:lnTo>
                  <a:pt x="32" y="42"/>
                </a:lnTo>
                <a:lnTo>
                  <a:pt x="31" y="43"/>
                </a:lnTo>
                <a:lnTo>
                  <a:pt x="31" y="44"/>
                </a:lnTo>
                <a:lnTo>
                  <a:pt x="32" y="44"/>
                </a:lnTo>
                <a:moveTo>
                  <a:pt x="30" y="40"/>
                </a:moveTo>
                <a:lnTo>
                  <a:pt x="30" y="39"/>
                </a:lnTo>
                <a:lnTo>
                  <a:pt x="30" y="38"/>
                </a:lnTo>
                <a:lnTo>
                  <a:pt x="29" y="38"/>
                </a:lnTo>
                <a:lnTo>
                  <a:pt x="29" y="37"/>
                </a:lnTo>
                <a:lnTo>
                  <a:pt x="28" y="37"/>
                </a:lnTo>
                <a:lnTo>
                  <a:pt x="29" y="38"/>
                </a:lnTo>
                <a:lnTo>
                  <a:pt x="29" y="39"/>
                </a:lnTo>
                <a:lnTo>
                  <a:pt x="29" y="40"/>
                </a:lnTo>
                <a:lnTo>
                  <a:pt x="30" y="40"/>
                </a:lnTo>
                <a:moveTo>
                  <a:pt x="25" y="27"/>
                </a:moveTo>
                <a:lnTo>
                  <a:pt x="24" y="27"/>
                </a:lnTo>
                <a:lnTo>
                  <a:pt x="25" y="27"/>
                </a:lnTo>
                <a:lnTo>
                  <a:pt x="26" y="27"/>
                </a:lnTo>
                <a:lnTo>
                  <a:pt x="25" y="27"/>
                </a:lnTo>
                <a:moveTo>
                  <a:pt x="1" y="17"/>
                </a:moveTo>
                <a:lnTo>
                  <a:pt x="1" y="17"/>
                </a:lnTo>
                <a:moveTo>
                  <a:pt x="1" y="14"/>
                </a:moveTo>
                <a:lnTo>
                  <a:pt x="1" y="13"/>
                </a:lnTo>
                <a:lnTo>
                  <a:pt x="1" y="14"/>
                </a:lnTo>
                <a:moveTo>
                  <a:pt x="1" y="8"/>
                </a:moveTo>
                <a:lnTo>
                  <a:pt x="1" y="7"/>
                </a:lnTo>
                <a:lnTo>
                  <a:pt x="1" y="6"/>
                </a:lnTo>
                <a:lnTo>
                  <a:pt x="1" y="7"/>
                </a:lnTo>
                <a:lnTo>
                  <a:pt x="0" y="7"/>
                </a:lnTo>
                <a:lnTo>
                  <a:pt x="0" y="8"/>
                </a:lnTo>
                <a:lnTo>
                  <a:pt x="1" y="8"/>
                </a:lnTo>
                <a:moveTo>
                  <a:pt x="3" y="2"/>
                </a:move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1" name=""/>
          <p:cNvSpPr/>
          <p:nvPr/>
        </p:nvSpPr>
        <p:spPr>
          <a:xfrm>
            <a:off x="2315520" y="370404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22" name=""/>
          <p:cNvSpPr/>
          <p:nvPr/>
        </p:nvSpPr>
        <p:spPr>
          <a:xfrm>
            <a:off x="2341440" y="370296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2" y="0"/>
                </a:moveTo>
                <a:lnTo>
                  <a:pt x="2" y="1"/>
                </a:lnTo>
                <a:lnTo>
                  <a:pt x="2" y="2"/>
                </a:lnTo>
                <a:lnTo>
                  <a:pt x="4" y="4"/>
                </a:lnTo>
                <a:lnTo>
                  <a:pt x="2" y="5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23" name=""/>
          <p:cNvSpPr/>
          <p:nvPr/>
        </p:nvSpPr>
        <p:spPr>
          <a:xfrm>
            <a:off x="2341800" y="3702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24" name=""/>
          <p:cNvSpPr/>
          <p:nvPr/>
        </p:nvSpPr>
        <p:spPr>
          <a:xfrm>
            <a:off x="2314080" y="37008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25" name=""/>
          <p:cNvSpPr/>
          <p:nvPr/>
        </p:nvSpPr>
        <p:spPr>
          <a:xfrm>
            <a:off x="2319840" y="36957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26" name=""/>
          <p:cNvSpPr/>
          <p:nvPr/>
        </p:nvSpPr>
        <p:spPr>
          <a:xfrm>
            <a:off x="2322000" y="36954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27" name=""/>
          <p:cNvSpPr/>
          <p:nvPr/>
        </p:nvSpPr>
        <p:spPr>
          <a:xfrm>
            <a:off x="2360160" y="36925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28" name=""/>
          <p:cNvSpPr/>
          <p:nvPr/>
        </p:nvSpPr>
        <p:spPr>
          <a:xfrm>
            <a:off x="2357280" y="3691080"/>
            <a:ext cx="3600" cy="3240"/>
          </a:xfrm>
          <a:custGeom>
            <a:avLst/>
            <a:gdLst/>
            <a:ahLst/>
            <a:rect l="0" t="0" r="r" b="b"/>
            <a:pathLst>
              <a:path w="10" h="9">
                <a:moveTo>
                  <a:pt x="9" y="1"/>
                </a:move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6" y="3"/>
                </a:lnTo>
                <a:lnTo>
                  <a:pt x="7" y="3"/>
                </a:lnTo>
                <a:lnTo>
                  <a:pt x="7" y="4"/>
                </a:lnTo>
                <a:lnTo>
                  <a:pt x="9" y="5"/>
                </a:lnTo>
                <a:lnTo>
                  <a:pt x="7" y="5"/>
                </a:lnTo>
                <a:lnTo>
                  <a:pt x="9" y="5"/>
                </a:lnTo>
                <a:lnTo>
                  <a:pt x="9" y="7"/>
                </a:lnTo>
                <a:lnTo>
                  <a:pt x="7" y="7"/>
                </a:lnTo>
                <a:lnTo>
                  <a:pt x="6" y="7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5" y="7"/>
                </a:lnTo>
                <a:lnTo>
                  <a:pt x="4" y="7"/>
                </a:lnTo>
                <a:lnTo>
                  <a:pt x="4" y="8"/>
                </a:lnTo>
                <a:lnTo>
                  <a:pt x="5" y="8"/>
                </a:lnTo>
                <a:lnTo>
                  <a:pt x="4" y="8"/>
                </a:lnTo>
                <a:lnTo>
                  <a:pt x="4" y="9"/>
                </a:lnTo>
                <a:lnTo>
                  <a:pt x="3" y="9"/>
                </a:lnTo>
                <a:lnTo>
                  <a:pt x="2" y="9"/>
                </a:lnTo>
                <a:lnTo>
                  <a:pt x="2" y="8"/>
                </a:lnTo>
                <a:lnTo>
                  <a:pt x="1" y="7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6" y="1"/>
                </a:lnTo>
                <a:lnTo>
                  <a:pt x="7" y="1"/>
                </a:lnTo>
                <a:lnTo>
                  <a:pt x="9" y="1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9" y="1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29" name=""/>
          <p:cNvSpPr/>
          <p:nvPr/>
        </p:nvSpPr>
        <p:spPr>
          <a:xfrm>
            <a:off x="2333160" y="3692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30" name=""/>
          <p:cNvSpPr/>
          <p:nvPr/>
        </p:nvSpPr>
        <p:spPr>
          <a:xfrm>
            <a:off x="2329200" y="36918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31" name=""/>
          <p:cNvSpPr/>
          <p:nvPr/>
        </p:nvSpPr>
        <p:spPr>
          <a:xfrm>
            <a:off x="2330640" y="36914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32" name=""/>
          <p:cNvSpPr/>
          <p:nvPr/>
        </p:nvSpPr>
        <p:spPr>
          <a:xfrm>
            <a:off x="2356920" y="3691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33" name=""/>
          <p:cNvSpPr/>
          <p:nvPr/>
        </p:nvSpPr>
        <p:spPr>
          <a:xfrm>
            <a:off x="2360880" y="369072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34" name=""/>
          <p:cNvSpPr/>
          <p:nvPr/>
        </p:nvSpPr>
        <p:spPr>
          <a:xfrm>
            <a:off x="2363040" y="3690720"/>
            <a:ext cx="2160" cy="720"/>
          </a:xfrm>
          <a:custGeom>
            <a:avLst/>
            <a:gdLst/>
            <a:ahLst/>
            <a:rect l="0" t="0" r="r" b="b"/>
            <a:pathLst>
              <a:path w="6" h="2">
                <a:moveTo>
                  <a:pt x="6" y="0"/>
                </a:moveTo>
                <a:lnTo>
                  <a:pt x="6" y="2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0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35" name=""/>
          <p:cNvSpPr/>
          <p:nvPr/>
        </p:nvSpPr>
        <p:spPr>
          <a:xfrm>
            <a:off x="2360880" y="368928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1" y="0"/>
                </a:moveTo>
                <a:lnTo>
                  <a:pt x="1" y="2"/>
                </a:lnTo>
                <a:lnTo>
                  <a:pt x="2" y="2"/>
                </a:lnTo>
                <a:lnTo>
                  <a:pt x="3" y="2"/>
                </a:lnTo>
                <a:lnTo>
                  <a:pt x="5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36" name=""/>
          <p:cNvSpPr/>
          <p:nvPr/>
        </p:nvSpPr>
        <p:spPr>
          <a:xfrm>
            <a:off x="2356200" y="36889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0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4" y="0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37" name=""/>
          <p:cNvSpPr/>
          <p:nvPr/>
        </p:nvSpPr>
        <p:spPr>
          <a:xfrm>
            <a:off x="2357640" y="36864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2"/>
                </a:move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38" name=""/>
          <p:cNvSpPr/>
          <p:nvPr/>
        </p:nvSpPr>
        <p:spPr>
          <a:xfrm>
            <a:off x="2302200" y="3647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39" name=""/>
          <p:cNvSpPr/>
          <p:nvPr/>
        </p:nvSpPr>
        <p:spPr>
          <a:xfrm>
            <a:off x="2307600" y="364356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5" y="4"/>
                </a:moveTo>
                <a:lnTo>
                  <a:pt x="4" y="4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40" name=""/>
          <p:cNvSpPr/>
          <p:nvPr/>
        </p:nvSpPr>
        <p:spPr>
          <a:xfrm>
            <a:off x="2244960" y="3533760"/>
            <a:ext cx="225360" cy="176040"/>
          </a:xfrm>
          <a:custGeom>
            <a:avLst/>
            <a:gdLst/>
            <a:ahLst/>
            <a:rect l="0" t="0" r="r" b="b"/>
            <a:pathLst>
              <a:path w="626" h="489">
                <a:moveTo>
                  <a:pt x="449" y="3"/>
                </a:moveTo>
                <a:lnTo>
                  <a:pt x="449" y="2"/>
                </a:lnTo>
                <a:lnTo>
                  <a:pt x="450" y="2"/>
                </a:lnTo>
                <a:lnTo>
                  <a:pt x="450" y="3"/>
                </a:lnTo>
                <a:lnTo>
                  <a:pt x="451" y="3"/>
                </a:lnTo>
                <a:lnTo>
                  <a:pt x="452" y="3"/>
                </a:lnTo>
                <a:lnTo>
                  <a:pt x="453" y="3"/>
                </a:lnTo>
                <a:lnTo>
                  <a:pt x="453" y="4"/>
                </a:lnTo>
                <a:lnTo>
                  <a:pt x="452" y="4"/>
                </a:lnTo>
                <a:lnTo>
                  <a:pt x="453" y="4"/>
                </a:lnTo>
                <a:lnTo>
                  <a:pt x="453" y="5"/>
                </a:lnTo>
                <a:lnTo>
                  <a:pt x="452" y="6"/>
                </a:lnTo>
                <a:lnTo>
                  <a:pt x="452" y="7"/>
                </a:lnTo>
                <a:lnTo>
                  <a:pt x="452" y="8"/>
                </a:lnTo>
                <a:lnTo>
                  <a:pt x="452" y="9"/>
                </a:lnTo>
                <a:lnTo>
                  <a:pt x="453" y="9"/>
                </a:lnTo>
                <a:lnTo>
                  <a:pt x="453" y="10"/>
                </a:lnTo>
                <a:lnTo>
                  <a:pt x="455" y="11"/>
                </a:lnTo>
                <a:lnTo>
                  <a:pt x="456" y="11"/>
                </a:lnTo>
                <a:lnTo>
                  <a:pt x="456" y="12"/>
                </a:lnTo>
                <a:lnTo>
                  <a:pt x="456" y="13"/>
                </a:lnTo>
                <a:lnTo>
                  <a:pt x="456" y="14"/>
                </a:lnTo>
                <a:lnTo>
                  <a:pt x="457" y="14"/>
                </a:lnTo>
                <a:lnTo>
                  <a:pt x="458" y="14"/>
                </a:lnTo>
                <a:lnTo>
                  <a:pt x="459" y="14"/>
                </a:lnTo>
                <a:lnTo>
                  <a:pt x="460" y="15"/>
                </a:lnTo>
                <a:lnTo>
                  <a:pt x="462" y="16"/>
                </a:lnTo>
                <a:lnTo>
                  <a:pt x="463" y="17"/>
                </a:lnTo>
                <a:lnTo>
                  <a:pt x="463" y="18"/>
                </a:lnTo>
                <a:lnTo>
                  <a:pt x="464" y="19"/>
                </a:lnTo>
                <a:lnTo>
                  <a:pt x="465" y="20"/>
                </a:lnTo>
                <a:lnTo>
                  <a:pt x="466" y="20"/>
                </a:lnTo>
                <a:lnTo>
                  <a:pt x="466" y="21"/>
                </a:lnTo>
                <a:lnTo>
                  <a:pt x="467" y="21"/>
                </a:lnTo>
                <a:lnTo>
                  <a:pt x="468" y="22"/>
                </a:lnTo>
                <a:lnTo>
                  <a:pt x="469" y="22"/>
                </a:lnTo>
                <a:lnTo>
                  <a:pt x="469" y="21"/>
                </a:lnTo>
                <a:lnTo>
                  <a:pt x="470" y="21"/>
                </a:lnTo>
                <a:lnTo>
                  <a:pt x="471" y="21"/>
                </a:lnTo>
                <a:lnTo>
                  <a:pt x="472" y="21"/>
                </a:lnTo>
                <a:lnTo>
                  <a:pt x="473" y="21"/>
                </a:lnTo>
                <a:lnTo>
                  <a:pt x="474" y="21"/>
                </a:lnTo>
                <a:lnTo>
                  <a:pt x="474" y="22"/>
                </a:lnTo>
                <a:lnTo>
                  <a:pt x="475" y="22"/>
                </a:lnTo>
                <a:lnTo>
                  <a:pt x="476" y="22"/>
                </a:lnTo>
                <a:lnTo>
                  <a:pt x="475" y="23"/>
                </a:lnTo>
                <a:lnTo>
                  <a:pt x="476" y="24"/>
                </a:lnTo>
                <a:lnTo>
                  <a:pt x="475" y="24"/>
                </a:lnTo>
                <a:lnTo>
                  <a:pt x="475" y="25"/>
                </a:lnTo>
                <a:lnTo>
                  <a:pt x="476" y="25"/>
                </a:lnTo>
                <a:lnTo>
                  <a:pt x="477" y="25"/>
                </a:lnTo>
                <a:lnTo>
                  <a:pt x="478" y="25"/>
                </a:lnTo>
                <a:lnTo>
                  <a:pt x="479" y="25"/>
                </a:lnTo>
                <a:lnTo>
                  <a:pt x="479" y="26"/>
                </a:lnTo>
                <a:lnTo>
                  <a:pt x="480" y="26"/>
                </a:lnTo>
                <a:lnTo>
                  <a:pt x="481" y="26"/>
                </a:lnTo>
                <a:lnTo>
                  <a:pt x="482" y="26"/>
                </a:lnTo>
                <a:lnTo>
                  <a:pt x="483" y="26"/>
                </a:lnTo>
                <a:lnTo>
                  <a:pt x="483" y="25"/>
                </a:lnTo>
                <a:lnTo>
                  <a:pt x="484" y="25"/>
                </a:lnTo>
                <a:lnTo>
                  <a:pt x="484" y="24"/>
                </a:lnTo>
                <a:lnTo>
                  <a:pt x="485" y="24"/>
                </a:lnTo>
                <a:lnTo>
                  <a:pt x="485" y="25"/>
                </a:lnTo>
                <a:lnTo>
                  <a:pt x="485" y="26"/>
                </a:lnTo>
                <a:lnTo>
                  <a:pt x="486" y="27"/>
                </a:lnTo>
                <a:lnTo>
                  <a:pt x="488" y="27"/>
                </a:lnTo>
                <a:lnTo>
                  <a:pt x="489" y="27"/>
                </a:lnTo>
                <a:lnTo>
                  <a:pt x="490" y="27"/>
                </a:lnTo>
                <a:lnTo>
                  <a:pt x="491" y="27"/>
                </a:lnTo>
                <a:lnTo>
                  <a:pt x="490" y="27"/>
                </a:lnTo>
                <a:lnTo>
                  <a:pt x="490" y="28"/>
                </a:lnTo>
                <a:lnTo>
                  <a:pt x="490" y="29"/>
                </a:lnTo>
                <a:lnTo>
                  <a:pt x="491" y="29"/>
                </a:lnTo>
                <a:lnTo>
                  <a:pt x="491" y="30"/>
                </a:lnTo>
                <a:lnTo>
                  <a:pt x="490" y="30"/>
                </a:lnTo>
                <a:lnTo>
                  <a:pt x="490" y="31"/>
                </a:lnTo>
                <a:lnTo>
                  <a:pt x="490" y="32"/>
                </a:lnTo>
                <a:lnTo>
                  <a:pt x="490" y="33"/>
                </a:lnTo>
                <a:lnTo>
                  <a:pt x="491" y="33"/>
                </a:lnTo>
                <a:lnTo>
                  <a:pt x="490" y="33"/>
                </a:lnTo>
                <a:lnTo>
                  <a:pt x="491" y="34"/>
                </a:lnTo>
                <a:lnTo>
                  <a:pt x="492" y="34"/>
                </a:lnTo>
                <a:lnTo>
                  <a:pt x="492" y="35"/>
                </a:lnTo>
                <a:lnTo>
                  <a:pt x="493" y="35"/>
                </a:lnTo>
                <a:lnTo>
                  <a:pt x="494" y="35"/>
                </a:lnTo>
                <a:lnTo>
                  <a:pt x="494" y="36"/>
                </a:lnTo>
                <a:lnTo>
                  <a:pt x="495" y="36"/>
                </a:lnTo>
                <a:lnTo>
                  <a:pt x="495" y="37"/>
                </a:lnTo>
                <a:lnTo>
                  <a:pt x="496" y="37"/>
                </a:lnTo>
                <a:lnTo>
                  <a:pt x="496" y="38"/>
                </a:lnTo>
                <a:lnTo>
                  <a:pt x="497" y="38"/>
                </a:lnTo>
                <a:lnTo>
                  <a:pt x="498" y="38"/>
                </a:lnTo>
                <a:lnTo>
                  <a:pt x="499" y="40"/>
                </a:lnTo>
                <a:lnTo>
                  <a:pt x="500" y="40"/>
                </a:lnTo>
                <a:lnTo>
                  <a:pt x="500" y="41"/>
                </a:lnTo>
                <a:lnTo>
                  <a:pt x="501" y="41"/>
                </a:lnTo>
                <a:lnTo>
                  <a:pt x="502" y="42"/>
                </a:lnTo>
                <a:lnTo>
                  <a:pt x="503" y="42"/>
                </a:lnTo>
                <a:lnTo>
                  <a:pt x="503" y="43"/>
                </a:lnTo>
                <a:lnTo>
                  <a:pt x="498" y="48"/>
                </a:lnTo>
                <a:lnTo>
                  <a:pt x="497" y="49"/>
                </a:lnTo>
                <a:lnTo>
                  <a:pt x="497" y="50"/>
                </a:lnTo>
                <a:lnTo>
                  <a:pt x="496" y="50"/>
                </a:lnTo>
                <a:lnTo>
                  <a:pt x="496" y="51"/>
                </a:lnTo>
                <a:lnTo>
                  <a:pt x="495" y="51"/>
                </a:lnTo>
                <a:lnTo>
                  <a:pt x="496" y="51"/>
                </a:lnTo>
                <a:lnTo>
                  <a:pt x="496" y="52"/>
                </a:lnTo>
                <a:lnTo>
                  <a:pt x="497" y="52"/>
                </a:lnTo>
                <a:lnTo>
                  <a:pt x="497" y="53"/>
                </a:lnTo>
                <a:lnTo>
                  <a:pt x="498" y="53"/>
                </a:lnTo>
                <a:lnTo>
                  <a:pt x="498" y="54"/>
                </a:lnTo>
                <a:lnTo>
                  <a:pt x="499" y="54"/>
                </a:lnTo>
                <a:lnTo>
                  <a:pt x="500" y="54"/>
                </a:lnTo>
                <a:lnTo>
                  <a:pt x="501" y="54"/>
                </a:lnTo>
                <a:lnTo>
                  <a:pt x="502" y="53"/>
                </a:lnTo>
                <a:lnTo>
                  <a:pt x="503" y="53"/>
                </a:lnTo>
                <a:lnTo>
                  <a:pt x="503" y="54"/>
                </a:lnTo>
                <a:lnTo>
                  <a:pt x="504" y="54"/>
                </a:lnTo>
                <a:lnTo>
                  <a:pt x="504" y="55"/>
                </a:lnTo>
                <a:lnTo>
                  <a:pt x="505" y="55"/>
                </a:lnTo>
                <a:lnTo>
                  <a:pt x="505" y="56"/>
                </a:lnTo>
                <a:lnTo>
                  <a:pt x="505" y="57"/>
                </a:lnTo>
                <a:lnTo>
                  <a:pt x="504" y="57"/>
                </a:lnTo>
                <a:lnTo>
                  <a:pt x="504" y="58"/>
                </a:lnTo>
                <a:lnTo>
                  <a:pt x="503" y="58"/>
                </a:lnTo>
                <a:lnTo>
                  <a:pt x="502" y="58"/>
                </a:lnTo>
                <a:lnTo>
                  <a:pt x="502" y="59"/>
                </a:lnTo>
                <a:lnTo>
                  <a:pt x="501" y="59"/>
                </a:lnTo>
                <a:lnTo>
                  <a:pt x="500" y="60"/>
                </a:lnTo>
                <a:lnTo>
                  <a:pt x="499" y="60"/>
                </a:lnTo>
                <a:lnTo>
                  <a:pt x="498" y="61"/>
                </a:lnTo>
                <a:lnTo>
                  <a:pt x="498" y="62"/>
                </a:lnTo>
                <a:lnTo>
                  <a:pt x="498" y="63"/>
                </a:lnTo>
                <a:lnTo>
                  <a:pt x="501" y="63"/>
                </a:lnTo>
                <a:lnTo>
                  <a:pt x="502" y="63"/>
                </a:lnTo>
                <a:lnTo>
                  <a:pt x="503" y="63"/>
                </a:lnTo>
                <a:lnTo>
                  <a:pt x="503" y="64"/>
                </a:lnTo>
                <a:lnTo>
                  <a:pt x="504" y="64"/>
                </a:lnTo>
                <a:lnTo>
                  <a:pt x="504" y="63"/>
                </a:lnTo>
                <a:lnTo>
                  <a:pt x="505" y="63"/>
                </a:lnTo>
                <a:lnTo>
                  <a:pt x="505" y="64"/>
                </a:lnTo>
                <a:lnTo>
                  <a:pt x="506" y="65"/>
                </a:lnTo>
                <a:lnTo>
                  <a:pt x="506" y="66"/>
                </a:lnTo>
                <a:lnTo>
                  <a:pt x="506" y="67"/>
                </a:lnTo>
                <a:lnTo>
                  <a:pt x="506" y="68"/>
                </a:lnTo>
                <a:lnTo>
                  <a:pt x="506" y="69"/>
                </a:lnTo>
                <a:lnTo>
                  <a:pt x="507" y="69"/>
                </a:lnTo>
                <a:lnTo>
                  <a:pt x="508" y="68"/>
                </a:lnTo>
                <a:lnTo>
                  <a:pt x="507" y="68"/>
                </a:lnTo>
                <a:lnTo>
                  <a:pt x="507" y="67"/>
                </a:lnTo>
                <a:lnTo>
                  <a:pt x="508" y="66"/>
                </a:lnTo>
                <a:lnTo>
                  <a:pt x="509" y="65"/>
                </a:lnTo>
                <a:lnTo>
                  <a:pt x="510" y="65"/>
                </a:lnTo>
                <a:lnTo>
                  <a:pt x="511" y="64"/>
                </a:lnTo>
                <a:lnTo>
                  <a:pt x="512" y="64"/>
                </a:lnTo>
                <a:lnTo>
                  <a:pt x="513" y="64"/>
                </a:lnTo>
                <a:lnTo>
                  <a:pt x="514" y="64"/>
                </a:lnTo>
                <a:lnTo>
                  <a:pt x="514" y="63"/>
                </a:lnTo>
                <a:lnTo>
                  <a:pt x="514" y="62"/>
                </a:lnTo>
                <a:lnTo>
                  <a:pt x="515" y="62"/>
                </a:lnTo>
                <a:lnTo>
                  <a:pt x="516" y="62"/>
                </a:lnTo>
                <a:lnTo>
                  <a:pt x="516" y="61"/>
                </a:lnTo>
                <a:lnTo>
                  <a:pt x="517" y="61"/>
                </a:lnTo>
                <a:lnTo>
                  <a:pt x="518" y="60"/>
                </a:lnTo>
                <a:lnTo>
                  <a:pt x="519" y="59"/>
                </a:lnTo>
                <a:lnTo>
                  <a:pt x="519" y="58"/>
                </a:lnTo>
                <a:lnTo>
                  <a:pt x="520" y="58"/>
                </a:lnTo>
                <a:lnTo>
                  <a:pt x="519" y="58"/>
                </a:lnTo>
                <a:lnTo>
                  <a:pt x="520" y="57"/>
                </a:lnTo>
                <a:lnTo>
                  <a:pt x="521" y="57"/>
                </a:lnTo>
                <a:lnTo>
                  <a:pt x="521" y="56"/>
                </a:lnTo>
                <a:lnTo>
                  <a:pt x="522" y="56"/>
                </a:lnTo>
                <a:lnTo>
                  <a:pt x="523" y="55"/>
                </a:lnTo>
                <a:lnTo>
                  <a:pt x="522" y="55"/>
                </a:lnTo>
                <a:lnTo>
                  <a:pt x="522" y="54"/>
                </a:lnTo>
                <a:lnTo>
                  <a:pt x="522" y="53"/>
                </a:lnTo>
                <a:lnTo>
                  <a:pt x="523" y="53"/>
                </a:lnTo>
                <a:lnTo>
                  <a:pt x="524" y="53"/>
                </a:lnTo>
                <a:lnTo>
                  <a:pt x="524" y="54"/>
                </a:lnTo>
                <a:lnTo>
                  <a:pt x="524" y="53"/>
                </a:lnTo>
                <a:lnTo>
                  <a:pt x="525" y="53"/>
                </a:lnTo>
                <a:lnTo>
                  <a:pt x="525" y="52"/>
                </a:lnTo>
                <a:lnTo>
                  <a:pt x="526" y="52"/>
                </a:lnTo>
                <a:lnTo>
                  <a:pt x="525" y="52"/>
                </a:lnTo>
                <a:lnTo>
                  <a:pt x="526" y="51"/>
                </a:lnTo>
                <a:lnTo>
                  <a:pt x="526" y="50"/>
                </a:lnTo>
                <a:lnTo>
                  <a:pt x="526" y="49"/>
                </a:lnTo>
                <a:lnTo>
                  <a:pt x="526" y="48"/>
                </a:lnTo>
                <a:lnTo>
                  <a:pt x="526" y="47"/>
                </a:lnTo>
                <a:lnTo>
                  <a:pt x="527" y="46"/>
                </a:lnTo>
                <a:lnTo>
                  <a:pt x="527" y="45"/>
                </a:lnTo>
                <a:lnTo>
                  <a:pt x="529" y="44"/>
                </a:lnTo>
                <a:lnTo>
                  <a:pt x="530" y="44"/>
                </a:lnTo>
                <a:lnTo>
                  <a:pt x="530" y="43"/>
                </a:lnTo>
                <a:lnTo>
                  <a:pt x="531" y="43"/>
                </a:lnTo>
                <a:lnTo>
                  <a:pt x="531" y="44"/>
                </a:lnTo>
                <a:lnTo>
                  <a:pt x="532" y="44"/>
                </a:lnTo>
                <a:lnTo>
                  <a:pt x="533" y="44"/>
                </a:lnTo>
                <a:lnTo>
                  <a:pt x="533" y="43"/>
                </a:lnTo>
                <a:lnTo>
                  <a:pt x="533" y="42"/>
                </a:lnTo>
                <a:lnTo>
                  <a:pt x="534" y="42"/>
                </a:lnTo>
                <a:lnTo>
                  <a:pt x="534" y="41"/>
                </a:lnTo>
                <a:lnTo>
                  <a:pt x="535" y="41"/>
                </a:lnTo>
                <a:lnTo>
                  <a:pt x="536" y="40"/>
                </a:lnTo>
                <a:lnTo>
                  <a:pt x="536" y="39"/>
                </a:lnTo>
                <a:lnTo>
                  <a:pt x="536" y="38"/>
                </a:lnTo>
                <a:lnTo>
                  <a:pt x="537" y="38"/>
                </a:lnTo>
                <a:lnTo>
                  <a:pt x="538" y="38"/>
                </a:lnTo>
                <a:lnTo>
                  <a:pt x="538" y="39"/>
                </a:lnTo>
                <a:lnTo>
                  <a:pt x="539" y="38"/>
                </a:lnTo>
                <a:lnTo>
                  <a:pt x="540" y="38"/>
                </a:lnTo>
                <a:lnTo>
                  <a:pt x="541" y="38"/>
                </a:lnTo>
                <a:lnTo>
                  <a:pt x="542" y="38"/>
                </a:lnTo>
                <a:lnTo>
                  <a:pt x="542" y="39"/>
                </a:lnTo>
                <a:lnTo>
                  <a:pt x="543" y="38"/>
                </a:lnTo>
                <a:lnTo>
                  <a:pt x="544" y="38"/>
                </a:lnTo>
                <a:lnTo>
                  <a:pt x="544" y="37"/>
                </a:lnTo>
                <a:lnTo>
                  <a:pt x="545" y="37"/>
                </a:lnTo>
                <a:lnTo>
                  <a:pt x="546" y="38"/>
                </a:lnTo>
                <a:lnTo>
                  <a:pt x="546" y="39"/>
                </a:lnTo>
                <a:lnTo>
                  <a:pt x="545" y="39"/>
                </a:lnTo>
                <a:lnTo>
                  <a:pt x="545" y="40"/>
                </a:lnTo>
                <a:lnTo>
                  <a:pt x="545" y="42"/>
                </a:lnTo>
                <a:lnTo>
                  <a:pt x="545" y="43"/>
                </a:lnTo>
                <a:lnTo>
                  <a:pt x="544" y="44"/>
                </a:lnTo>
                <a:lnTo>
                  <a:pt x="543" y="45"/>
                </a:lnTo>
                <a:lnTo>
                  <a:pt x="542" y="46"/>
                </a:lnTo>
                <a:lnTo>
                  <a:pt x="542" y="47"/>
                </a:lnTo>
                <a:lnTo>
                  <a:pt x="541" y="47"/>
                </a:lnTo>
                <a:lnTo>
                  <a:pt x="541" y="48"/>
                </a:lnTo>
                <a:lnTo>
                  <a:pt x="542" y="49"/>
                </a:lnTo>
                <a:lnTo>
                  <a:pt x="542" y="50"/>
                </a:lnTo>
                <a:lnTo>
                  <a:pt x="543" y="50"/>
                </a:lnTo>
                <a:lnTo>
                  <a:pt x="543" y="51"/>
                </a:lnTo>
                <a:lnTo>
                  <a:pt x="543" y="52"/>
                </a:lnTo>
                <a:lnTo>
                  <a:pt x="544" y="52"/>
                </a:lnTo>
                <a:lnTo>
                  <a:pt x="543" y="53"/>
                </a:lnTo>
                <a:lnTo>
                  <a:pt x="543" y="54"/>
                </a:lnTo>
                <a:lnTo>
                  <a:pt x="543" y="55"/>
                </a:lnTo>
                <a:lnTo>
                  <a:pt x="543" y="56"/>
                </a:lnTo>
                <a:lnTo>
                  <a:pt x="543" y="57"/>
                </a:lnTo>
                <a:lnTo>
                  <a:pt x="543" y="58"/>
                </a:lnTo>
                <a:lnTo>
                  <a:pt x="543" y="59"/>
                </a:lnTo>
                <a:lnTo>
                  <a:pt x="543" y="60"/>
                </a:lnTo>
                <a:lnTo>
                  <a:pt x="542" y="60"/>
                </a:lnTo>
                <a:lnTo>
                  <a:pt x="542" y="61"/>
                </a:lnTo>
                <a:lnTo>
                  <a:pt x="542" y="62"/>
                </a:lnTo>
                <a:lnTo>
                  <a:pt x="542" y="63"/>
                </a:lnTo>
                <a:lnTo>
                  <a:pt x="542" y="64"/>
                </a:lnTo>
                <a:lnTo>
                  <a:pt x="542" y="65"/>
                </a:lnTo>
                <a:lnTo>
                  <a:pt x="542" y="66"/>
                </a:lnTo>
                <a:lnTo>
                  <a:pt x="543" y="66"/>
                </a:lnTo>
                <a:lnTo>
                  <a:pt x="543" y="67"/>
                </a:lnTo>
                <a:lnTo>
                  <a:pt x="543" y="68"/>
                </a:lnTo>
                <a:lnTo>
                  <a:pt x="542" y="68"/>
                </a:lnTo>
                <a:lnTo>
                  <a:pt x="542" y="69"/>
                </a:lnTo>
                <a:lnTo>
                  <a:pt x="543" y="69"/>
                </a:lnTo>
                <a:lnTo>
                  <a:pt x="543" y="70"/>
                </a:lnTo>
                <a:lnTo>
                  <a:pt x="543" y="71"/>
                </a:lnTo>
                <a:lnTo>
                  <a:pt x="544" y="72"/>
                </a:lnTo>
                <a:lnTo>
                  <a:pt x="545" y="72"/>
                </a:lnTo>
                <a:lnTo>
                  <a:pt x="546" y="72"/>
                </a:lnTo>
                <a:lnTo>
                  <a:pt x="547" y="72"/>
                </a:lnTo>
                <a:lnTo>
                  <a:pt x="547" y="71"/>
                </a:lnTo>
                <a:lnTo>
                  <a:pt x="548" y="71"/>
                </a:lnTo>
                <a:lnTo>
                  <a:pt x="547" y="70"/>
                </a:lnTo>
                <a:lnTo>
                  <a:pt x="548" y="69"/>
                </a:lnTo>
                <a:lnTo>
                  <a:pt x="548" y="70"/>
                </a:lnTo>
                <a:lnTo>
                  <a:pt x="548" y="69"/>
                </a:lnTo>
                <a:lnTo>
                  <a:pt x="549" y="69"/>
                </a:lnTo>
                <a:lnTo>
                  <a:pt x="549" y="70"/>
                </a:lnTo>
                <a:lnTo>
                  <a:pt x="550" y="70"/>
                </a:lnTo>
                <a:lnTo>
                  <a:pt x="551" y="70"/>
                </a:lnTo>
                <a:lnTo>
                  <a:pt x="551" y="71"/>
                </a:lnTo>
                <a:lnTo>
                  <a:pt x="552" y="71"/>
                </a:lnTo>
                <a:lnTo>
                  <a:pt x="553" y="71"/>
                </a:lnTo>
                <a:lnTo>
                  <a:pt x="553" y="72"/>
                </a:lnTo>
                <a:lnTo>
                  <a:pt x="553" y="73"/>
                </a:lnTo>
                <a:lnTo>
                  <a:pt x="554" y="73"/>
                </a:lnTo>
                <a:lnTo>
                  <a:pt x="555" y="74"/>
                </a:lnTo>
                <a:lnTo>
                  <a:pt x="555" y="75"/>
                </a:lnTo>
                <a:lnTo>
                  <a:pt x="554" y="75"/>
                </a:lnTo>
                <a:lnTo>
                  <a:pt x="553" y="76"/>
                </a:lnTo>
                <a:lnTo>
                  <a:pt x="554" y="76"/>
                </a:lnTo>
                <a:lnTo>
                  <a:pt x="555" y="77"/>
                </a:lnTo>
                <a:lnTo>
                  <a:pt x="555" y="78"/>
                </a:lnTo>
                <a:lnTo>
                  <a:pt x="554" y="78"/>
                </a:lnTo>
                <a:lnTo>
                  <a:pt x="554" y="79"/>
                </a:lnTo>
                <a:lnTo>
                  <a:pt x="553" y="79"/>
                </a:lnTo>
                <a:lnTo>
                  <a:pt x="552" y="79"/>
                </a:lnTo>
                <a:lnTo>
                  <a:pt x="553" y="79"/>
                </a:lnTo>
                <a:lnTo>
                  <a:pt x="553" y="80"/>
                </a:lnTo>
                <a:lnTo>
                  <a:pt x="553" y="81"/>
                </a:lnTo>
                <a:lnTo>
                  <a:pt x="554" y="81"/>
                </a:lnTo>
                <a:lnTo>
                  <a:pt x="554" y="82"/>
                </a:lnTo>
                <a:lnTo>
                  <a:pt x="554" y="83"/>
                </a:lnTo>
                <a:lnTo>
                  <a:pt x="553" y="83"/>
                </a:lnTo>
                <a:lnTo>
                  <a:pt x="552" y="83"/>
                </a:lnTo>
                <a:lnTo>
                  <a:pt x="552" y="84"/>
                </a:lnTo>
                <a:lnTo>
                  <a:pt x="553" y="84"/>
                </a:lnTo>
                <a:lnTo>
                  <a:pt x="554" y="84"/>
                </a:lnTo>
                <a:lnTo>
                  <a:pt x="555" y="84"/>
                </a:lnTo>
                <a:lnTo>
                  <a:pt x="555" y="85"/>
                </a:lnTo>
                <a:lnTo>
                  <a:pt x="556" y="85"/>
                </a:lnTo>
                <a:lnTo>
                  <a:pt x="557" y="85"/>
                </a:lnTo>
                <a:lnTo>
                  <a:pt x="556" y="85"/>
                </a:lnTo>
                <a:lnTo>
                  <a:pt x="557" y="86"/>
                </a:lnTo>
                <a:lnTo>
                  <a:pt x="557" y="87"/>
                </a:lnTo>
                <a:lnTo>
                  <a:pt x="557" y="88"/>
                </a:lnTo>
                <a:lnTo>
                  <a:pt x="556" y="88"/>
                </a:lnTo>
                <a:lnTo>
                  <a:pt x="557" y="89"/>
                </a:lnTo>
                <a:lnTo>
                  <a:pt x="558" y="89"/>
                </a:lnTo>
                <a:lnTo>
                  <a:pt x="558" y="90"/>
                </a:lnTo>
                <a:lnTo>
                  <a:pt x="559" y="90"/>
                </a:lnTo>
                <a:lnTo>
                  <a:pt x="560" y="89"/>
                </a:lnTo>
                <a:lnTo>
                  <a:pt x="561" y="89"/>
                </a:lnTo>
                <a:lnTo>
                  <a:pt x="561" y="90"/>
                </a:lnTo>
                <a:lnTo>
                  <a:pt x="561" y="89"/>
                </a:lnTo>
                <a:lnTo>
                  <a:pt x="562" y="89"/>
                </a:lnTo>
                <a:lnTo>
                  <a:pt x="563" y="89"/>
                </a:lnTo>
                <a:lnTo>
                  <a:pt x="564" y="89"/>
                </a:lnTo>
                <a:lnTo>
                  <a:pt x="564" y="90"/>
                </a:lnTo>
                <a:lnTo>
                  <a:pt x="564" y="91"/>
                </a:lnTo>
                <a:lnTo>
                  <a:pt x="563" y="91"/>
                </a:lnTo>
                <a:lnTo>
                  <a:pt x="564" y="91"/>
                </a:lnTo>
                <a:lnTo>
                  <a:pt x="564" y="92"/>
                </a:lnTo>
                <a:lnTo>
                  <a:pt x="563" y="92"/>
                </a:lnTo>
                <a:lnTo>
                  <a:pt x="563" y="93"/>
                </a:lnTo>
                <a:lnTo>
                  <a:pt x="562" y="93"/>
                </a:lnTo>
                <a:lnTo>
                  <a:pt x="563" y="93"/>
                </a:lnTo>
                <a:lnTo>
                  <a:pt x="563" y="94"/>
                </a:lnTo>
                <a:lnTo>
                  <a:pt x="563" y="95"/>
                </a:lnTo>
                <a:lnTo>
                  <a:pt x="562" y="95"/>
                </a:lnTo>
                <a:lnTo>
                  <a:pt x="562" y="96"/>
                </a:lnTo>
                <a:lnTo>
                  <a:pt x="562" y="97"/>
                </a:lnTo>
                <a:lnTo>
                  <a:pt x="562" y="98"/>
                </a:lnTo>
                <a:lnTo>
                  <a:pt x="561" y="98"/>
                </a:lnTo>
                <a:lnTo>
                  <a:pt x="561" y="99"/>
                </a:lnTo>
                <a:lnTo>
                  <a:pt x="562" y="99"/>
                </a:lnTo>
                <a:lnTo>
                  <a:pt x="563" y="99"/>
                </a:lnTo>
                <a:lnTo>
                  <a:pt x="563" y="100"/>
                </a:lnTo>
                <a:lnTo>
                  <a:pt x="563" y="101"/>
                </a:lnTo>
                <a:lnTo>
                  <a:pt x="562" y="101"/>
                </a:lnTo>
                <a:lnTo>
                  <a:pt x="562" y="102"/>
                </a:lnTo>
                <a:lnTo>
                  <a:pt x="561" y="102"/>
                </a:lnTo>
                <a:lnTo>
                  <a:pt x="562" y="102"/>
                </a:lnTo>
                <a:lnTo>
                  <a:pt x="563" y="102"/>
                </a:lnTo>
                <a:lnTo>
                  <a:pt x="564" y="102"/>
                </a:lnTo>
                <a:lnTo>
                  <a:pt x="564" y="103"/>
                </a:lnTo>
                <a:lnTo>
                  <a:pt x="565" y="103"/>
                </a:lnTo>
                <a:lnTo>
                  <a:pt x="565" y="104"/>
                </a:lnTo>
                <a:lnTo>
                  <a:pt x="566" y="104"/>
                </a:lnTo>
                <a:lnTo>
                  <a:pt x="566" y="105"/>
                </a:lnTo>
                <a:lnTo>
                  <a:pt x="567" y="105"/>
                </a:lnTo>
                <a:lnTo>
                  <a:pt x="568" y="105"/>
                </a:lnTo>
                <a:lnTo>
                  <a:pt x="568" y="106"/>
                </a:lnTo>
                <a:lnTo>
                  <a:pt x="569" y="106"/>
                </a:lnTo>
                <a:lnTo>
                  <a:pt x="569" y="107"/>
                </a:lnTo>
                <a:lnTo>
                  <a:pt x="568" y="107"/>
                </a:lnTo>
                <a:lnTo>
                  <a:pt x="568" y="108"/>
                </a:lnTo>
                <a:lnTo>
                  <a:pt x="569" y="108"/>
                </a:lnTo>
                <a:lnTo>
                  <a:pt x="571" y="109"/>
                </a:lnTo>
                <a:lnTo>
                  <a:pt x="572" y="109"/>
                </a:lnTo>
                <a:lnTo>
                  <a:pt x="572" y="110"/>
                </a:lnTo>
                <a:lnTo>
                  <a:pt x="572" y="111"/>
                </a:lnTo>
                <a:lnTo>
                  <a:pt x="573" y="111"/>
                </a:lnTo>
                <a:lnTo>
                  <a:pt x="573" y="112"/>
                </a:lnTo>
                <a:lnTo>
                  <a:pt x="572" y="113"/>
                </a:lnTo>
                <a:lnTo>
                  <a:pt x="572" y="114"/>
                </a:lnTo>
                <a:lnTo>
                  <a:pt x="573" y="114"/>
                </a:lnTo>
                <a:lnTo>
                  <a:pt x="574" y="115"/>
                </a:lnTo>
                <a:lnTo>
                  <a:pt x="574" y="116"/>
                </a:lnTo>
                <a:lnTo>
                  <a:pt x="573" y="116"/>
                </a:lnTo>
                <a:lnTo>
                  <a:pt x="572" y="116"/>
                </a:lnTo>
                <a:lnTo>
                  <a:pt x="571" y="116"/>
                </a:lnTo>
                <a:lnTo>
                  <a:pt x="571" y="117"/>
                </a:lnTo>
                <a:lnTo>
                  <a:pt x="570" y="117"/>
                </a:lnTo>
                <a:lnTo>
                  <a:pt x="571" y="117"/>
                </a:lnTo>
                <a:lnTo>
                  <a:pt x="571" y="118"/>
                </a:lnTo>
                <a:lnTo>
                  <a:pt x="571" y="119"/>
                </a:lnTo>
                <a:lnTo>
                  <a:pt x="571" y="120"/>
                </a:lnTo>
                <a:lnTo>
                  <a:pt x="571" y="121"/>
                </a:lnTo>
                <a:lnTo>
                  <a:pt x="572" y="121"/>
                </a:lnTo>
                <a:lnTo>
                  <a:pt x="572" y="122"/>
                </a:lnTo>
                <a:lnTo>
                  <a:pt x="573" y="122"/>
                </a:lnTo>
                <a:lnTo>
                  <a:pt x="574" y="122"/>
                </a:lnTo>
                <a:lnTo>
                  <a:pt x="575" y="122"/>
                </a:lnTo>
                <a:lnTo>
                  <a:pt x="576" y="122"/>
                </a:lnTo>
                <a:lnTo>
                  <a:pt x="577" y="121"/>
                </a:lnTo>
                <a:lnTo>
                  <a:pt x="578" y="121"/>
                </a:lnTo>
                <a:lnTo>
                  <a:pt x="579" y="121"/>
                </a:lnTo>
                <a:lnTo>
                  <a:pt x="579" y="122"/>
                </a:lnTo>
                <a:lnTo>
                  <a:pt x="580" y="122"/>
                </a:lnTo>
                <a:lnTo>
                  <a:pt x="580" y="123"/>
                </a:lnTo>
                <a:lnTo>
                  <a:pt x="581" y="123"/>
                </a:lnTo>
                <a:lnTo>
                  <a:pt x="582" y="123"/>
                </a:lnTo>
                <a:lnTo>
                  <a:pt x="582" y="124"/>
                </a:lnTo>
                <a:lnTo>
                  <a:pt x="581" y="125"/>
                </a:lnTo>
                <a:lnTo>
                  <a:pt x="580" y="125"/>
                </a:lnTo>
                <a:lnTo>
                  <a:pt x="580" y="126"/>
                </a:lnTo>
                <a:lnTo>
                  <a:pt x="581" y="127"/>
                </a:lnTo>
                <a:lnTo>
                  <a:pt x="581" y="128"/>
                </a:lnTo>
                <a:lnTo>
                  <a:pt x="581" y="129"/>
                </a:lnTo>
                <a:lnTo>
                  <a:pt x="580" y="129"/>
                </a:lnTo>
                <a:lnTo>
                  <a:pt x="581" y="130"/>
                </a:lnTo>
                <a:lnTo>
                  <a:pt x="582" y="130"/>
                </a:lnTo>
                <a:lnTo>
                  <a:pt x="583" y="130"/>
                </a:lnTo>
                <a:lnTo>
                  <a:pt x="583" y="131"/>
                </a:lnTo>
                <a:lnTo>
                  <a:pt x="583" y="132"/>
                </a:lnTo>
                <a:lnTo>
                  <a:pt x="582" y="133"/>
                </a:lnTo>
                <a:lnTo>
                  <a:pt x="582" y="134"/>
                </a:lnTo>
                <a:lnTo>
                  <a:pt x="581" y="134"/>
                </a:lnTo>
                <a:lnTo>
                  <a:pt x="581" y="135"/>
                </a:lnTo>
                <a:lnTo>
                  <a:pt x="580" y="135"/>
                </a:lnTo>
                <a:lnTo>
                  <a:pt x="581" y="135"/>
                </a:lnTo>
                <a:lnTo>
                  <a:pt x="581" y="136"/>
                </a:lnTo>
                <a:lnTo>
                  <a:pt x="581" y="135"/>
                </a:lnTo>
                <a:lnTo>
                  <a:pt x="582" y="135"/>
                </a:lnTo>
                <a:lnTo>
                  <a:pt x="582" y="134"/>
                </a:lnTo>
                <a:lnTo>
                  <a:pt x="583" y="134"/>
                </a:lnTo>
                <a:lnTo>
                  <a:pt x="583" y="133"/>
                </a:lnTo>
                <a:lnTo>
                  <a:pt x="584" y="133"/>
                </a:lnTo>
                <a:lnTo>
                  <a:pt x="584" y="134"/>
                </a:lnTo>
                <a:lnTo>
                  <a:pt x="583" y="134"/>
                </a:lnTo>
                <a:lnTo>
                  <a:pt x="583" y="135"/>
                </a:lnTo>
                <a:lnTo>
                  <a:pt x="583" y="136"/>
                </a:lnTo>
                <a:lnTo>
                  <a:pt x="583" y="137"/>
                </a:lnTo>
                <a:lnTo>
                  <a:pt x="583" y="138"/>
                </a:lnTo>
                <a:lnTo>
                  <a:pt x="584" y="138"/>
                </a:lnTo>
                <a:lnTo>
                  <a:pt x="584" y="139"/>
                </a:lnTo>
                <a:lnTo>
                  <a:pt x="585" y="138"/>
                </a:lnTo>
                <a:lnTo>
                  <a:pt x="586" y="138"/>
                </a:lnTo>
                <a:lnTo>
                  <a:pt x="587" y="138"/>
                </a:lnTo>
                <a:lnTo>
                  <a:pt x="588" y="138"/>
                </a:lnTo>
                <a:lnTo>
                  <a:pt x="588" y="137"/>
                </a:lnTo>
                <a:lnTo>
                  <a:pt x="587" y="137"/>
                </a:lnTo>
                <a:lnTo>
                  <a:pt x="587" y="136"/>
                </a:lnTo>
                <a:lnTo>
                  <a:pt x="587" y="135"/>
                </a:lnTo>
                <a:lnTo>
                  <a:pt x="588" y="134"/>
                </a:lnTo>
                <a:lnTo>
                  <a:pt x="589" y="134"/>
                </a:lnTo>
                <a:lnTo>
                  <a:pt x="589" y="135"/>
                </a:lnTo>
                <a:lnTo>
                  <a:pt x="590" y="135"/>
                </a:lnTo>
                <a:lnTo>
                  <a:pt x="590" y="136"/>
                </a:lnTo>
                <a:lnTo>
                  <a:pt x="591" y="136"/>
                </a:lnTo>
                <a:lnTo>
                  <a:pt x="591" y="137"/>
                </a:lnTo>
                <a:lnTo>
                  <a:pt x="592" y="137"/>
                </a:lnTo>
                <a:lnTo>
                  <a:pt x="593" y="137"/>
                </a:lnTo>
                <a:lnTo>
                  <a:pt x="594" y="137"/>
                </a:lnTo>
                <a:lnTo>
                  <a:pt x="595" y="137"/>
                </a:lnTo>
                <a:lnTo>
                  <a:pt x="596" y="137"/>
                </a:lnTo>
                <a:lnTo>
                  <a:pt x="597" y="137"/>
                </a:lnTo>
                <a:lnTo>
                  <a:pt x="598" y="138"/>
                </a:lnTo>
                <a:lnTo>
                  <a:pt x="599" y="138"/>
                </a:lnTo>
                <a:lnTo>
                  <a:pt x="599" y="139"/>
                </a:lnTo>
                <a:lnTo>
                  <a:pt x="599" y="140"/>
                </a:lnTo>
                <a:lnTo>
                  <a:pt x="598" y="140"/>
                </a:lnTo>
                <a:lnTo>
                  <a:pt x="598" y="141"/>
                </a:lnTo>
                <a:lnTo>
                  <a:pt x="597" y="141"/>
                </a:lnTo>
                <a:lnTo>
                  <a:pt x="597" y="142"/>
                </a:lnTo>
                <a:lnTo>
                  <a:pt x="597" y="141"/>
                </a:lnTo>
                <a:lnTo>
                  <a:pt x="596" y="141"/>
                </a:lnTo>
                <a:lnTo>
                  <a:pt x="596" y="142"/>
                </a:lnTo>
                <a:lnTo>
                  <a:pt x="596" y="143"/>
                </a:lnTo>
                <a:lnTo>
                  <a:pt x="595" y="143"/>
                </a:lnTo>
                <a:lnTo>
                  <a:pt x="594" y="143"/>
                </a:lnTo>
                <a:lnTo>
                  <a:pt x="593" y="143"/>
                </a:lnTo>
                <a:lnTo>
                  <a:pt x="592" y="143"/>
                </a:lnTo>
                <a:lnTo>
                  <a:pt x="593" y="144"/>
                </a:lnTo>
                <a:lnTo>
                  <a:pt x="593" y="145"/>
                </a:lnTo>
                <a:lnTo>
                  <a:pt x="593" y="146"/>
                </a:lnTo>
                <a:lnTo>
                  <a:pt x="593" y="147"/>
                </a:lnTo>
                <a:lnTo>
                  <a:pt x="592" y="147"/>
                </a:lnTo>
                <a:lnTo>
                  <a:pt x="591" y="148"/>
                </a:lnTo>
                <a:lnTo>
                  <a:pt x="589" y="150"/>
                </a:lnTo>
                <a:lnTo>
                  <a:pt x="589" y="151"/>
                </a:lnTo>
                <a:lnTo>
                  <a:pt x="588" y="151"/>
                </a:lnTo>
                <a:lnTo>
                  <a:pt x="588" y="152"/>
                </a:lnTo>
                <a:lnTo>
                  <a:pt x="588" y="153"/>
                </a:lnTo>
                <a:lnTo>
                  <a:pt x="587" y="153"/>
                </a:lnTo>
                <a:lnTo>
                  <a:pt x="586" y="153"/>
                </a:lnTo>
                <a:lnTo>
                  <a:pt x="586" y="154"/>
                </a:lnTo>
                <a:lnTo>
                  <a:pt x="585" y="154"/>
                </a:lnTo>
                <a:lnTo>
                  <a:pt x="585" y="155"/>
                </a:lnTo>
                <a:lnTo>
                  <a:pt x="584" y="155"/>
                </a:lnTo>
                <a:lnTo>
                  <a:pt x="583" y="155"/>
                </a:lnTo>
                <a:lnTo>
                  <a:pt x="582" y="156"/>
                </a:lnTo>
                <a:lnTo>
                  <a:pt x="582" y="157"/>
                </a:lnTo>
                <a:lnTo>
                  <a:pt x="582" y="158"/>
                </a:lnTo>
                <a:lnTo>
                  <a:pt x="583" y="158"/>
                </a:lnTo>
                <a:lnTo>
                  <a:pt x="584" y="158"/>
                </a:lnTo>
                <a:lnTo>
                  <a:pt x="584" y="159"/>
                </a:lnTo>
                <a:lnTo>
                  <a:pt x="585" y="159"/>
                </a:lnTo>
                <a:lnTo>
                  <a:pt x="586" y="159"/>
                </a:lnTo>
                <a:lnTo>
                  <a:pt x="587" y="159"/>
                </a:lnTo>
                <a:lnTo>
                  <a:pt x="587" y="160"/>
                </a:lnTo>
                <a:lnTo>
                  <a:pt x="586" y="160"/>
                </a:lnTo>
                <a:lnTo>
                  <a:pt x="584" y="160"/>
                </a:lnTo>
                <a:lnTo>
                  <a:pt x="583" y="161"/>
                </a:lnTo>
                <a:lnTo>
                  <a:pt x="583" y="162"/>
                </a:lnTo>
                <a:lnTo>
                  <a:pt x="583" y="163"/>
                </a:lnTo>
                <a:lnTo>
                  <a:pt x="582" y="163"/>
                </a:lnTo>
                <a:lnTo>
                  <a:pt x="582" y="164"/>
                </a:lnTo>
                <a:lnTo>
                  <a:pt x="582" y="165"/>
                </a:lnTo>
                <a:lnTo>
                  <a:pt x="582" y="166"/>
                </a:lnTo>
                <a:lnTo>
                  <a:pt x="582" y="167"/>
                </a:lnTo>
                <a:lnTo>
                  <a:pt x="582" y="169"/>
                </a:lnTo>
                <a:lnTo>
                  <a:pt x="582" y="170"/>
                </a:lnTo>
                <a:lnTo>
                  <a:pt x="582" y="171"/>
                </a:lnTo>
                <a:lnTo>
                  <a:pt x="582" y="172"/>
                </a:lnTo>
                <a:lnTo>
                  <a:pt x="582" y="173"/>
                </a:lnTo>
                <a:lnTo>
                  <a:pt x="582" y="174"/>
                </a:lnTo>
                <a:lnTo>
                  <a:pt x="583" y="174"/>
                </a:lnTo>
                <a:lnTo>
                  <a:pt x="584" y="175"/>
                </a:lnTo>
                <a:lnTo>
                  <a:pt x="584" y="176"/>
                </a:lnTo>
                <a:lnTo>
                  <a:pt x="584" y="177"/>
                </a:lnTo>
                <a:lnTo>
                  <a:pt x="585" y="178"/>
                </a:lnTo>
                <a:lnTo>
                  <a:pt x="585" y="179"/>
                </a:lnTo>
                <a:lnTo>
                  <a:pt x="584" y="179"/>
                </a:lnTo>
                <a:lnTo>
                  <a:pt x="585" y="179"/>
                </a:lnTo>
                <a:lnTo>
                  <a:pt x="585" y="180"/>
                </a:lnTo>
                <a:lnTo>
                  <a:pt x="585" y="181"/>
                </a:lnTo>
                <a:lnTo>
                  <a:pt x="585" y="182"/>
                </a:lnTo>
                <a:lnTo>
                  <a:pt x="585" y="183"/>
                </a:lnTo>
                <a:lnTo>
                  <a:pt x="585" y="184"/>
                </a:lnTo>
                <a:lnTo>
                  <a:pt x="584" y="185"/>
                </a:lnTo>
                <a:lnTo>
                  <a:pt x="585" y="185"/>
                </a:lnTo>
                <a:lnTo>
                  <a:pt x="584" y="187"/>
                </a:lnTo>
                <a:lnTo>
                  <a:pt x="584" y="188"/>
                </a:lnTo>
                <a:lnTo>
                  <a:pt x="585" y="188"/>
                </a:lnTo>
                <a:lnTo>
                  <a:pt x="585" y="187"/>
                </a:lnTo>
                <a:lnTo>
                  <a:pt x="586" y="187"/>
                </a:lnTo>
                <a:lnTo>
                  <a:pt x="587" y="187"/>
                </a:lnTo>
                <a:lnTo>
                  <a:pt x="588" y="187"/>
                </a:lnTo>
                <a:lnTo>
                  <a:pt x="589" y="186"/>
                </a:lnTo>
                <a:lnTo>
                  <a:pt x="591" y="186"/>
                </a:lnTo>
                <a:lnTo>
                  <a:pt x="592" y="186"/>
                </a:lnTo>
                <a:lnTo>
                  <a:pt x="593" y="187"/>
                </a:lnTo>
                <a:lnTo>
                  <a:pt x="594" y="187"/>
                </a:lnTo>
                <a:lnTo>
                  <a:pt x="595" y="187"/>
                </a:lnTo>
                <a:lnTo>
                  <a:pt x="596" y="187"/>
                </a:lnTo>
                <a:lnTo>
                  <a:pt x="596" y="188"/>
                </a:lnTo>
                <a:lnTo>
                  <a:pt x="596" y="189"/>
                </a:lnTo>
                <a:lnTo>
                  <a:pt x="597" y="191"/>
                </a:lnTo>
                <a:lnTo>
                  <a:pt x="597" y="192"/>
                </a:lnTo>
                <a:lnTo>
                  <a:pt x="596" y="192"/>
                </a:lnTo>
                <a:lnTo>
                  <a:pt x="596" y="193"/>
                </a:lnTo>
                <a:lnTo>
                  <a:pt x="596" y="194"/>
                </a:lnTo>
                <a:lnTo>
                  <a:pt x="596" y="195"/>
                </a:lnTo>
                <a:lnTo>
                  <a:pt x="596" y="196"/>
                </a:lnTo>
                <a:lnTo>
                  <a:pt x="597" y="197"/>
                </a:lnTo>
                <a:lnTo>
                  <a:pt x="597" y="198"/>
                </a:lnTo>
                <a:lnTo>
                  <a:pt x="597" y="199"/>
                </a:lnTo>
                <a:lnTo>
                  <a:pt x="598" y="199"/>
                </a:lnTo>
                <a:lnTo>
                  <a:pt x="598" y="200"/>
                </a:lnTo>
                <a:lnTo>
                  <a:pt x="598" y="201"/>
                </a:lnTo>
                <a:lnTo>
                  <a:pt x="599" y="200"/>
                </a:lnTo>
                <a:lnTo>
                  <a:pt x="599" y="201"/>
                </a:lnTo>
                <a:lnTo>
                  <a:pt x="600" y="201"/>
                </a:lnTo>
                <a:lnTo>
                  <a:pt x="601" y="202"/>
                </a:lnTo>
                <a:lnTo>
                  <a:pt x="601" y="203"/>
                </a:lnTo>
                <a:lnTo>
                  <a:pt x="600" y="203"/>
                </a:lnTo>
                <a:lnTo>
                  <a:pt x="600" y="204"/>
                </a:lnTo>
                <a:lnTo>
                  <a:pt x="600" y="205"/>
                </a:lnTo>
                <a:lnTo>
                  <a:pt x="601" y="205"/>
                </a:lnTo>
                <a:lnTo>
                  <a:pt x="601" y="206"/>
                </a:lnTo>
                <a:lnTo>
                  <a:pt x="602" y="206"/>
                </a:lnTo>
                <a:lnTo>
                  <a:pt x="602" y="207"/>
                </a:lnTo>
                <a:lnTo>
                  <a:pt x="603" y="207"/>
                </a:lnTo>
                <a:lnTo>
                  <a:pt x="603" y="208"/>
                </a:lnTo>
                <a:lnTo>
                  <a:pt x="604" y="208"/>
                </a:lnTo>
                <a:lnTo>
                  <a:pt x="604" y="209"/>
                </a:lnTo>
                <a:lnTo>
                  <a:pt x="604" y="210"/>
                </a:lnTo>
                <a:lnTo>
                  <a:pt x="603" y="210"/>
                </a:lnTo>
                <a:lnTo>
                  <a:pt x="603" y="211"/>
                </a:lnTo>
                <a:lnTo>
                  <a:pt x="604" y="211"/>
                </a:lnTo>
                <a:lnTo>
                  <a:pt x="604" y="212"/>
                </a:lnTo>
                <a:lnTo>
                  <a:pt x="603" y="212"/>
                </a:lnTo>
                <a:lnTo>
                  <a:pt x="603" y="213"/>
                </a:lnTo>
                <a:lnTo>
                  <a:pt x="604" y="213"/>
                </a:lnTo>
                <a:lnTo>
                  <a:pt x="605" y="213"/>
                </a:lnTo>
                <a:lnTo>
                  <a:pt x="605" y="214"/>
                </a:lnTo>
                <a:lnTo>
                  <a:pt x="605" y="215"/>
                </a:lnTo>
                <a:lnTo>
                  <a:pt x="605" y="216"/>
                </a:lnTo>
                <a:lnTo>
                  <a:pt x="607" y="216"/>
                </a:lnTo>
                <a:lnTo>
                  <a:pt x="608" y="216"/>
                </a:lnTo>
                <a:lnTo>
                  <a:pt x="608" y="217"/>
                </a:lnTo>
                <a:lnTo>
                  <a:pt x="608" y="218"/>
                </a:lnTo>
                <a:lnTo>
                  <a:pt x="608" y="219"/>
                </a:lnTo>
                <a:lnTo>
                  <a:pt x="610" y="219"/>
                </a:lnTo>
                <a:lnTo>
                  <a:pt x="611" y="220"/>
                </a:lnTo>
                <a:lnTo>
                  <a:pt x="612" y="220"/>
                </a:lnTo>
                <a:lnTo>
                  <a:pt x="612" y="221"/>
                </a:lnTo>
                <a:lnTo>
                  <a:pt x="613" y="221"/>
                </a:lnTo>
                <a:lnTo>
                  <a:pt x="613" y="222"/>
                </a:lnTo>
                <a:lnTo>
                  <a:pt x="613" y="223"/>
                </a:lnTo>
                <a:lnTo>
                  <a:pt x="612" y="223"/>
                </a:lnTo>
                <a:lnTo>
                  <a:pt x="612" y="224"/>
                </a:lnTo>
                <a:lnTo>
                  <a:pt x="611" y="224"/>
                </a:lnTo>
                <a:lnTo>
                  <a:pt x="612" y="224"/>
                </a:lnTo>
                <a:lnTo>
                  <a:pt x="612" y="225"/>
                </a:lnTo>
                <a:lnTo>
                  <a:pt x="613" y="225"/>
                </a:lnTo>
                <a:lnTo>
                  <a:pt x="613" y="226"/>
                </a:lnTo>
                <a:lnTo>
                  <a:pt x="613" y="227"/>
                </a:lnTo>
                <a:lnTo>
                  <a:pt x="613" y="228"/>
                </a:lnTo>
                <a:lnTo>
                  <a:pt x="613" y="229"/>
                </a:lnTo>
                <a:lnTo>
                  <a:pt x="614" y="229"/>
                </a:lnTo>
                <a:lnTo>
                  <a:pt x="615" y="229"/>
                </a:lnTo>
                <a:lnTo>
                  <a:pt x="616" y="228"/>
                </a:lnTo>
                <a:lnTo>
                  <a:pt x="617" y="228"/>
                </a:lnTo>
                <a:lnTo>
                  <a:pt x="617" y="229"/>
                </a:lnTo>
                <a:lnTo>
                  <a:pt x="617" y="230"/>
                </a:lnTo>
                <a:lnTo>
                  <a:pt x="618" y="231"/>
                </a:lnTo>
                <a:lnTo>
                  <a:pt x="619" y="231"/>
                </a:lnTo>
                <a:lnTo>
                  <a:pt x="620" y="231"/>
                </a:lnTo>
                <a:lnTo>
                  <a:pt x="621" y="231"/>
                </a:lnTo>
                <a:lnTo>
                  <a:pt x="622" y="231"/>
                </a:lnTo>
                <a:lnTo>
                  <a:pt x="623" y="231"/>
                </a:lnTo>
                <a:lnTo>
                  <a:pt x="623" y="232"/>
                </a:lnTo>
                <a:lnTo>
                  <a:pt x="624" y="232"/>
                </a:lnTo>
                <a:lnTo>
                  <a:pt x="623" y="233"/>
                </a:lnTo>
                <a:lnTo>
                  <a:pt x="623" y="234"/>
                </a:lnTo>
                <a:lnTo>
                  <a:pt x="622" y="235"/>
                </a:lnTo>
                <a:lnTo>
                  <a:pt x="622" y="236"/>
                </a:lnTo>
                <a:lnTo>
                  <a:pt x="621" y="236"/>
                </a:lnTo>
                <a:lnTo>
                  <a:pt x="622" y="238"/>
                </a:lnTo>
                <a:lnTo>
                  <a:pt x="623" y="238"/>
                </a:lnTo>
                <a:lnTo>
                  <a:pt x="623" y="239"/>
                </a:lnTo>
                <a:lnTo>
                  <a:pt x="624" y="239"/>
                </a:lnTo>
                <a:lnTo>
                  <a:pt x="625" y="239"/>
                </a:lnTo>
                <a:lnTo>
                  <a:pt x="626" y="239"/>
                </a:lnTo>
                <a:lnTo>
                  <a:pt x="626" y="240"/>
                </a:lnTo>
                <a:lnTo>
                  <a:pt x="625" y="240"/>
                </a:lnTo>
                <a:lnTo>
                  <a:pt x="624" y="241"/>
                </a:lnTo>
                <a:lnTo>
                  <a:pt x="624" y="242"/>
                </a:lnTo>
                <a:lnTo>
                  <a:pt x="624" y="243"/>
                </a:lnTo>
                <a:lnTo>
                  <a:pt x="623" y="243"/>
                </a:lnTo>
                <a:lnTo>
                  <a:pt x="622" y="243"/>
                </a:lnTo>
                <a:lnTo>
                  <a:pt x="621" y="243"/>
                </a:lnTo>
                <a:lnTo>
                  <a:pt x="621" y="244"/>
                </a:lnTo>
                <a:lnTo>
                  <a:pt x="620" y="244"/>
                </a:lnTo>
                <a:lnTo>
                  <a:pt x="620" y="245"/>
                </a:lnTo>
                <a:lnTo>
                  <a:pt x="620" y="246"/>
                </a:lnTo>
                <a:lnTo>
                  <a:pt x="619" y="246"/>
                </a:lnTo>
                <a:lnTo>
                  <a:pt x="619" y="247"/>
                </a:lnTo>
                <a:lnTo>
                  <a:pt x="620" y="247"/>
                </a:lnTo>
                <a:lnTo>
                  <a:pt x="620" y="246"/>
                </a:lnTo>
                <a:lnTo>
                  <a:pt x="621" y="247"/>
                </a:lnTo>
                <a:lnTo>
                  <a:pt x="622" y="247"/>
                </a:lnTo>
                <a:lnTo>
                  <a:pt x="622" y="248"/>
                </a:lnTo>
                <a:lnTo>
                  <a:pt x="621" y="248"/>
                </a:lnTo>
                <a:lnTo>
                  <a:pt x="621" y="249"/>
                </a:lnTo>
                <a:lnTo>
                  <a:pt x="621" y="250"/>
                </a:lnTo>
                <a:lnTo>
                  <a:pt x="621" y="251"/>
                </a:lnTo>
                <a:lnTo>
                  <a:pt x="620" y="251"/>
                </a:lnTo>
                <a:lnTo>
                  <a:pt x="620" y="252"/>
                </a:lnTo>
                <a:lnTo>
                  <a:pt x="619" y="252"/>
                </a:lnTo>
                <a:lnTo>
                  <a:pt x="619" y="253"/>
                </a:lnTo>
                <a:lnTo>
                  <a:pt x="617" y="254"/>
                </a:lnTo>
                <a:lnTo>
                  <a:pt x="617" y="255"/>
                </a:lnTo>
                <a:lnTo>
                  <a:pt x="617" y="256"/>
                </a:lnTo>
                <a:lnTo>
                  <a:pt x="616" y="256"/>
                </a:lnTo>
                <a:lnTo>
                  <a:pt x="617" y="257"/>
                </a:lnTo>
                <a:lnTo>
                  <a:pt x="617" y="258"/>
                </a:lnTo>
                <a:lnTo>
                  <a:pt x="616" y="259"/>
                </a:lnTo>
                <a:lnTo>
                  <a:pt x="615" y="258"/>
                </a:lnTo>
                <a:lnTo>
                  <a:pt x="614" y="259"/>
                </a:lnTo>
                <a:lnTo>
                  <a:pt x="614" y="260"/>
                </a:lnTo>
                <a:lnTo>
                  <a:pt x="613" y="260"/>
                </a:lnTo>
                <a:lnTo>
                  <a:pt x="613" y="261"/>
                </a:lnTo>
                <a:lnTo>
                  <a:pt x="613" y="262"/>
                </a:lnTo>
                <a:lnTo>
                  <a:pt x="612" y="262"/>
                </a:lnTo>
                <a:lnTo>
                  <a:pt x="611" y="262"/>
                </a:lnTo>
                <a:lnTo>
                  <a:pt x="610" y="262"/>
                </a:lnTo>
                <a:lnTo>
                  <a:pt x="610" y="263"/>
                </a:lnTo>
                <a:lnTo>
                  <a:pt x="609" y="263"/>
                </a:lnTo>
                <a:lnTo>
                  <a:pt x="608" y="263"/>
                </a:lnTo>
                <a:lnTo>
                  <a:pt x="608" y="264"/>
                </a:lnTo>
                <a:lnTo>
                  <a:pt x="609" y="264"/>
                </a:lnTo>
                <a:lnTo>
                  <a:pt x="608" y="264"/>
                </a:lnTo>
                <a:lnTo>
                  <a:pt x="608" y="265"/>
                </a:lnTo>
                <a:lnTo>
                  <a:pt x="608" y="264"/>
                </a:lnTo>
                <a:lnTo>
                  <a:pt x="608" y="265"/>
                </a:lnTo>
                <a:lnTo>
                  <a:pt x="607" y="266"/>
                </a:lnTo>
                <a:lnTo>
                  <a:pt x="607" y="267"/>
                </a:lnTo>
                <a:lnTo>
                  <a:pt x="608" y="267"/>
                </a:lnTo>
                <a:lnTo>
                  <a:pt x="609" y="267"/>
                </a:lnTo>
                <a:lnTo>
                  <a:pt x="610" y="266"/>
                </a:lnTo>
                <a:lnTo>
                  <a:pt x="611" y="266"/>
                </a:lnTo>
                <a:lnTo>
                  <a:pt x="613" y="266"/>
                </a:lnTo>
                <a:lnTo>
                  <a:pt x="614" y="266"/>
                </a:lnTo>
                <a:lnTo>
                  <a:pt x="614" y="265"/>
                </a:lnTo>
                <a:lnTo>
                  <a:pt x="615" y="265"/>
                </a:lnTo>
                <a:lnTo>
                  <a:pt x="615" y="266"/>
                </a:lnTo>
                <a:lnTo>
                  <a:pt x="616" y="266"/>
                </a:lnTo>
                <a:lnTo>
                  <a:pt x="617" y="266"/>
                </a:lnTo>
                <a:lnTo>
                  <a:pt x="617" y="267"/>
                </a:lnTo>
                <a:lnTo>
                  <a:pt x="618" y="267"/>
                </a:lnTo>
                <a:lnTo>
                  <a:pt x="618" y="268"/>
                </a:lnTo>
                <a:lnTo>
                  <a:pt x="618" y="269"/>
                </a:lnTo>
                <a:lnTo>
                  <a:pt x="619" y="269"/>
                </a:lnTo>
                <a:lnTo>
                  <a:pt x="619" y="270"/>
                </a:lnTo>
                <a:lnTo>
                  <a:pt x="618" y="270"/>
                </a:lnTo>
                <a:lnTo>
                  <a:pt x="618" y="271"/>
                </a:lnTo>
                <a:lnTo>
                  <a:pt x="617" y="271"/>
                </a:lnTo>
                <a:lnTo>
                  <a:pt x="617" y="272"/>
                </a:lnTo>
                <a:lnTo>
                  <a:pt x="616" y="272"/>
                </a:lnTo>
                <a:lnTo>
                  <a:pt x="616" y="273"/>
                </a:lnTo>
                <a:lnTo>
                  <a:pt x="615" y="273"/>
                </a:lnTo>
                <a:lnTo>
                  <a:pt x="614" y="274"/>
                </a:lnTo>
                <a:lnTo>
                  <a:pt x="613" y="274"/>
                </a:lnTo>
                <a:lnTo>
                  <a:pt x="613" y="275"/>
                </a:lnTo>
                <a:lnTo>
                  <a:pt x="612" y="275"/>
                </a:lnTo>
                <a:lnTo>
                  <a:pt x="612" y="276"/>
                </a:lnTo>
                <a:lnTo>
                  <a:pt x="612" y="277"/>
                </a:lnTo>
                <a:lnTo>
                  <a:pt x="613" y="277"/>
                </a:lnTo>
                <a:lnTo>
                  <a:pt x="614" y="278"/>
                </a:lnTo>
                <a:lnTo>
                  <a:pt x="615" y="278"/>
                </a:lnTo>
                <a:lnTo>
                  <a:pt x="616" y="278"/>
                </a:lnTo>
                <a:lnTo>
                  <a:pt x="617" y="278"/>
                </a:lnTo>
                <a:lnTo>
                  <a:pt x="617" y="279"/>
                </a:lnTo>
                <a:lnTo>
                  <a:pt x="617" y="280"/>
                </a:lnTo>
                <a:lnTo>
                  <a:pt x="616" y="280"/>
                </a:lnTo>
                <a:lnTo>
                  <a:pt x="615" y="280"/>
                </a:lnTo>
                <a:lnTo>
                  <a:pt x="614" y="280"/>
                </a:lnTo>
                <a:lnTo>
                  <a:pt x="613" y="280"/>
                </a:lnTo>
                <a:lnTo>
                  <a:pt x="612" y="280"/>
                </a:lnTo>
                <a:lnTo>
                  <a:pt x="612" y="281"/>
                </a:lnTo>
                <a:lnTo>
                  <a:pt x="610" y="281"/>
                </a:lnTo>
                <a:lnTo>
                  <a:pt x="610" y="280"/>
                </a:lnTo>
                <a:lnTo>
                  <a:pt x="609" y="280"/>
                </a:lnTo>
                <a:lnTo>
                  <a:pt x="609" y="279"/>
                </a:lnTo>
                <a:lnTo>
                  <a:pt x="610" y="279"/>
                </a:lnTo>
                <a:lnTo>
                  <a:pt x="610" y="278"/>
                </a:lnTo>
                <a:lnTo>
                  <a:pt x="609" y="278"/>
                </a:lnTo>
                <a:lnTo>
                  <a:pt x="608" y="278"/>
                </a:lnTo>
                <a:lnTo>
                  <a:pt x="607" y="278"/>
                </a:lnTo>
                <a:lnTo>
                  <a:pt x="606" y="278"/>
                </a:lnTo>
                <a:lnTo>
                  <a:pt x="606" y="279"/>
                </a:lnTo>
                <a:lnTo>
                  <a:pt x="605" y="279"/>
                </a:lnTo>
                <a:lnTo>
                  <a:pt x="605" y="280"/>
                </a:lnTo>
                <a:lnTo>
                  <a:pt x="604" y="280"/>
                </a:lnTo>
                <a:lnTo>
                  <a:pt x="604" y="281"/>
                </a:lnTo>
                <a:lnTo>
                  <a:pt x="604" y="282"/>
                </a:lnTo>
                <a:lnTo>
                  <a:pt x="605" y="282"/>
                </a:lnTo>
                <a:lnTo>
                  <a:pt x="604" y="283"/>
                </a:lnTo>
                <a:lnTo>
                  <a:pt x="604" y="284"/>
                </a:lnTo>
                <a:lnTo>
                  <a:pt x="604" y="283"/>
                </a:lnTo>
                <a:lnTo>
                  <a:pt x="603" y="282"/>
                </a:lnTo>
                <a:lnTo>
                  <a:pt x="603" y="283"/>
                </a:lnTo>
                <a:lnTo>
                  <a:pt x="603" y="284"/>
                </a:lnTo>
                <a:lnTo>
                  <a:pt x="604" y="284"/>
                </a:lnTo>
                <a:lnTo>
                  <a:pt x="603" y="284"/>
                </a:lnTo>
                <a:lnTo>
                  <a:pt x="603" y="285"/>
                </a:lnTo>
                <a:lnTo>
                  <a:pt x="602" y="285"/>
                </a:lnTo>
                <a:lnTo>
                  <a:pt x="602" y="284"/>
                </a:lnTo>
                <a:lnTo>
                  <a:pt x="601" y="284"/>
                </a:lnTo>
                <a:lnTo>
                  <a:pt x="600" y="284"/>
                </a:lnTo>
                <a:lnTo>
                  <a:pt x="600" y="283"/>
                </a:lnTo>
                <a:lnTo>
                  <a:pt x="600" y="284"/>
                </a:lnTo>
                <a:lnTo>
                  <a:pt x="599" y="284"/>
                </a:lnTo>
                <a:lnTo>
                  <a:pt x="598" y="284"/>
                </a:lnTo>
                <a:lnTo>
                  <a:pt x="598" y="285"/>
                </a:lnTo>
                <a:lnTo>
                  <a:pt x="597" y="285"/>
                </a:lnTo>
                <a:lnTo>
                  <a:pt x="597" y="286"/>
                </a:lnTo>
                <a:lnTo>
                  <a:pt x="596" y="286"/>
                </a:lnTo>
                <a:lnTo>
                  <a:pt x="596" y="287"/>
                </a:lnTo>
                <a:lnTo>
                  <a:pt x="596" y="289"/>
                </a:lnTo>
                <a:lnTo>
                  <a:pt x="596" y="290"/>
                </a:lnTo>
                <a:lnTo>
                  <a:pt x="595" y="290"/>
                </a:lnTo>
                <a:lnTo>
                  <a:pt x="595" y="289"/>
                </a:lnTo>
                <a:lnTo>
                  <a:pt x="594" y="288"/>
                </a:lnTo>
                <a:lnTo>
                  <a:pt x="595" y="289"/>
                </a:lnTo>
                <a:lnTo>
                  <a:pt x="594" y="290"/>
                </a:lnTo>
                <a:lnTo>
                  <a:pt x="594" y="289"/>
                </a:lnTo>
                <a:lnTo>
                  <a:pt x="593" y="289"/>
                </a:lnTo>
                <a:lnTo>
                  <a:pt x="593" y="290"/>
                </a:lnTo>
                <a:lnTo>
                  <a:pt x="593" y="289"/>
                </a:lnTo>
                <a:lnTo>
                  <a:pt x="593" y="290"/>
                </a:lnTo>
                <a:lnTo>
                  <a:pt x="592" y="290"/>
                </a:lnTo>
                <a:lnTo>
                  <a:pt x="592" y="291"/>
                </a:lnTo>
                <a:lnTo>
                  <a:pt x="592" y="292"/>
                </a:lnTo>
                <a:lnTo>
                  <a:pt x="593" y="292"/>
                </a:lnTo>
                <a:lnTo>
                  <a:pt x="592" y="292"/>
                </a:lnTo>
                <a:lnTo>
                  <a:pt x="593" y="292"/>
                </a:lnTo>
                <a:lnTo>
                  <a:pt x="593" y="293"/>
                </a:lnTo>
                <a:lnTo>
                  <a:pt x="593" y="294"/>
                </a:lnTo>
                <a:lnTo>
                  <a:pt x="592" y="294"/>
                </a:lnTo>
                <a:lnTo>
                  <a:pt x="591" y="294"/>
                </a:lnTo>
                <a:lnTo>
                  <a:pt x="591" y="293"/>
                </a:lnTo>
                <a:lnTo>
                  <a:pt x="590" y="293"/>
                </a:lnTo>
                <a:lnTo>
                  <a:pt x="590" y="292"/>
                </a:lnTo>
                <a:lnTo>
                  <a:pt x="589" y="292"/>
                </a:lnTo>
                <a:lnTo>
                  <a:pt x="589" y="291"/>
                </a:lnTo>
                <a:lnTo>
                  <a:pt x="588" y="291"/>
                </a:lnTo>
                <a:lnTo>
                  <a:pt x="588" y="292"/>
                </a:lnTo>
                <a:lnTo>
                  <a:pt x="587" y="292"/>
                </a:lnTo>
                <a:lnTo>
                  <a:pt x="586" y="292"/>
                </a:lnTo>
                <a:lnTo>
                  <a:pt x="586" y="293"/>
                </a:lnTo>
                <a:lnTo>
                  <a:pt x="585" y="293"/>
                </a:lnTo>
                <a:lnTo>
                  <a:pt x="584" y="292"/>
                </a:lnTo>
                <a:lnTo>
                  <a:pt x="583" y="291"/>
                </a:lnTo>
                <a:lnTo>
                  <a:pt x="582" y="291"/>
                </a:lnTo>
                <a:lnTo>
                  <a:pt x="581" y="291"/>
                </a:lnTo>
                <a:lnTo>
                  <a:pt x="580" y="291"/>
                </a:lnTo>
                <a:lnTo>
                  <a:pt x="580" y="292"/>
                </a:lnTo>
                <a:lnTo>
                  <a:pt x="579" y="292"/>
                </a:lnTo>
                <a:lnTo>
                  <a:pt x="579" y="293"/>
                </a:lnTo>
                <a:lnTo>
                  <a:pt x="579" y="294"/>
                </a:lnTo>
                <a:lnTo>
                  <a:pt x="579" y="295"/>
                </a:lnTo>
                <a:lnTo>
                  <a:pt x="578" y="295"/>
                </a:lnTo>
                <a:lnTo>
                  <a:pt x="577" y="295"/>
                </a:lnTo>
                <a:lnTo>
                  <a:pt x="576" y="295"/>
                </a:lnTo>
                <a:lnTo>
                  <a:pt x="575" y="295"/>
                </a:lnTo>
                <a:lnTo>
                  <a:pt x="574" y="295"/>
                </a:lnTo>
                <a:lnTo>
                  <a:pt x="573" y="295"/>
                </a:lnTo>
                <a:lnTo>
                  <a:pt x="572" y="294"/>
                </a:lnTo>
                <a:lnTo>
                  <a:pt x="572" y="293"/>
                </a:lnTo>
                <a:lnTo>
                  <a:pt x="571" y="292"/>
                </a:lnTo>
                <a:lnTo>
                  <a:pt x="572" y="292"/>
                </a:lnTo>
                <a:lnTo>
                  <a:pt x="572" y="291"/>
                </a:lnTo>
                <a:lnTo>
                  <a:pt x="571" y="291"/>
                </a:lnTo>
                <a:lnTo>
                  <a:pt x="572" y="291"/>
                </a:lnTo>
                <a:lnTo>
                  <a:pt x="571" y="291"/>
                </a:lnTo>
                <a:lnTo>
                  <a:pt x="571" y="292"/>
                </a:lnTo>
                <a:lnTo>
                  <a:pt x="570" y="292"/>
                </a:lnTo>
                <a:lnTo>
                  <a:pt x="570" y="293"/>
                </a:lnTo>
                <a:lnTo>
                  <a:pt x="571" y="293"/>
                </a:lnTo>
                <a:lnTo>
                  <a:pt x="572" y="294"/>
                </a:lnTo>
                <a:lnTo>
                  <a:pt x="572" y="295"/>
                </a:lnTo>
                <a:lnTo>
                  <a:pt x="572" y="296"/>
                </a:lnTo>
                <a:lnTo>
                  <a:pt x="571" y="296"/>
                </a:lnTo>
                <a:lnTo>
                  <a:pt x="571" y="297"/>
                </a:lnTo>
                <a:lnTo>
                  <a:pt x="570" y="297"/>
                </a:lnTo>
                <a:lnTo>
                  <a:pt x="569" y="297"/>
                </a:lnTo>
                <a:lnTo>
                  <a:pt x="569" y="298"/>
                </a:lnTo>
                <a:lnTo>
                  <a:pt x="568" y="298"/>
                </a:lnTo>
                <a:lnTo>
                  <a:pt x="568" y="299"/>
                </a:lnTo>
                <a:lnTo>
                  <a:pt x="567" y="299"/>
                </a:lnTo>
                <a:lnTo>
                  <a:pt x="566" y="299"/>
                </a:lnTo>
                <a:lnTo>
                  <a:pt x="566" y="298"/>
                </a:lnTo>
                <a:lnTo>
                  <a:pt x="566" y="299"/>
                </a:lnTo>
                <a:lnTo>
                  <a:pt x="566" y="300"/>
                </a:lnTo>
                <a:lnTo>
                  <a:pt x="565" y="300"/>
                </a:lnTo>
                <a:lnTo>
                  <a:pt x="565" y="301"/>
                </a:lnTo>
                <a:lnTo>
                  <a:pt x="564" y="301"/>
                </a:lnTo>
                <a:lnTo>
                  <a:pt x="563" y="301"/>
                </a:lnTo>
                <a:lnTo>
                  <a:pt x="563" y="300"/>
                </a:lnTo>
                <a:lnTo>
                  <a:pt x="562" y="300"/>
                </a:lnTo>
                <a:lnTo>
                  <a:pt x="561" y="300"/>
                </a:lnTo>
                <a:lnTo>
                  <a:pt x="561" y="299"/>
                </a:lnTo>
                <a:lnTo>
                  <a:pt x="562" y="299"/>
                </a:lnTo>
                <a:lnTo>
                  <a:pt x="562" y="298"/>
                </a:lnTo>
                <a:lnTo>
                  <a:pt x="562" y="297"/>
                </a:lnTo>
                <a:lnTo>
                  <a:pt x="561" y="297"/>
                </a:lnTo>
                <a:lnTo>
                  <a:pt x="561" y="298"/>
                </a:lnTo>
                <a:lnTo>
                  <a:pt x="561" y="299"/>
                </a:lnTo>
                <a:lnTo>
                  <a:pt x="561" y="300"/>
                </a:lnTo>
                <a:lnTo>
                  <a:pt x="562" y="300"/>
                </a:lnTo>
                <a:lnTo>
                  <a:pt x="562" y="301"/>
                </a:lnTo>
                <a:lnTo>
                  <a:pt x="561" y="301"/>
                </a:lnTo>
                <a:lnTo>
                  <a:pt x="560" y="302"/>
                </a:lnTo>
                <a:lnTo>
                  <a:pt x="559" y="302"/>
                </a:lnTo>
                <a:lnTo>
                  <a:pt x="559" y="301"/>
                </a:lnTo>
                <a:lnTo>
                  <a:pt x="558" y="300"/>
                </a:lnTo>
                <a:lnTo>
                  <a:pt x="558" y="301"/>
                </a:lnTo>
                <a:lnTo>
                  <a:pt x="558" y="302"/>
                </a:lnTo>
                <a:lnTo>
                  <a:pt x="559" y="302"/>
                </a:lnTo>
                <a:lnTo>
                  <a:pt x="559" y="303"/>
                </a:lnTo>
                <a:lnTo>
                  <a:pt x="558" y="303"/>
                </a:lnTo>
                <a:lnTo>
                  <a:pt x="557" y="303"/>
                </a:lnTo>
                <a:lnTo>
                  <a:pt x="557" y="304"/>
                </a:lnTo>
                <a:lnTo>
                  <a:pt x="557" y="303"/>
                </a:lnTo>
                <a:lnTo>
                  <a:pt x="557" y="304"/>
                </a:lnTo>
                <a:lnTo>
                  <a:pt x="556" y="304"/>
                </a:lnTo>
                <a:lnTo>
                  <a:pt x="556" y="305"/>
                </a:lnTo>
                <a:lnTo>
                  <a:pt x="555" y="305"/>
                </a:lnTo>
                <a:lnTo>
                  <a:pt x="555" y="306"/>
                </a:lnTo>
                <a:lnTo>
                  <a:pt x="555" y="308"/>
                </a:lnTo>
                <a:lnTo>
                  <a:pt x="556" y="308"/>
                </a:lnTo>
                <a:lnTo>
                  <a:pt x="556" y="309"/>
                </a:lnTo>
                <a:lnTo>
                  <a:pt x="557" y="309"/>
                </a:lnTo>
                <a:lnTo>
                  <a:pt x="557" y="308"/>
                </a:lnTo>
                <a:lnTo>
                  <a:pt x="558" y="308"/>
                </a:lnTo>
                <a:lnTo>
                  <a:pt x="558" y="309"/>
                </a:lnTo>
                <a:lnTo>
                  <a:pt x="559" y="309"/>
                </a:lnTo>
                <a:lnTo>
                  <a:pt x="559" y="310"/>
                </a:lnTo>
                <a:lnTo>
                  <a:pt x="559" y="311"/>
                </a:lnTo>
                <a:lnTo>
                  <a:pt x="558" y="311"/>
                </a:lnTo>
                <a:lnTo>
                  <a:pt x="557" y="311"/>
                </a:lnTo>
                <a:lnTo>
                  <a:pt x="557" y="310"/>
                </a:lnTo>
                <a:lnTo>
                  <a:pt x="557" y="311"/>
                </a:lnTo>
                <a:lnTo>
                  <a:pt x="557" y="310"/>
                </a:lnTo>
                <a:lnTo>
                  <a:pt x="556" y="310"/>
                </a:lnTo>
                <a:lnTo>
                  <a:pt x="555" y="310"/>
                </a:lnTo>
                <a:lnTo>
                  <a:pt x="554" y="310"/>
                </a:lnTo>
                <a:lnTo>
                  <a:pt x="553" y="310"/>
                </a:lnTo>
                <a:lnTo>
                  <a:pt x="552" y="311"/>
                </a:lnTo>
                <a:lnTo>
                  <a:pt x="551" y="311"/>
                </a:lnTo>
                <a:lnTo>
                  <a:pt x="551" y="312"/>
                </a:lnTo>
                <a:lnTo>
                  <a:pt x="550" y="312"/>
                </a:lnTo>
                <a:lnTo>
                  <a:pt x="549" y="312"/>
                </a:lnTo>
                <a:lnTo>
                  <a:pt x="548" y="312"/>
                </a:lnTo>
                <a:lnTo>
                  <a:pt x="548" y="311"/>
                </a:lnTo>
                <a:lnTo>
                  <a:pt x="547" y="311"/>
                </a:lnTo>
                <a:lnTo>
                  <a:pt x="548" y="310"/>
                </a:lnTo>
                <a:lnTo>
                  <a:pt x="548" y="309"/>
                </a:lnTo>
                <a:lnTo>
                  <a:pt x="547" y="309"/>
                </a:lnTo>
                <a:lnTo>
                  <a:pt x="546" y="309"/>
                </a:lnTo>
                <a:lnTo>
                  <a:pt x="546" y="310"/>
                </a:lnTo>
                <a:lnTo>
                  <a:pt x="545" y="311"/>
                </a:lnTo>
                <a:lnTo>
                  <a:pt x="544" y="312"/>
                </a:lnTo>
                <a:lnTo>
                  <a:pt x="543" y="313"/>
                </a:lnTo>
                <a:lnTo>
                  <a:pt x="542" y="314"/>
                </a:lnTo>
                <a:lnTo>
                  <a:pt x="541" y="314"/>
                </a:lnTo>
                <a:lnTo>
                  <a:pt x="541" y="315"/>
                </a:lnTo>
                <a:lnTo>
                  <a:pt x="540" y="315"/>
                </a:lnTo>
                <a:lnTo>
                  <a:pt x="540" y="316"/>
                </a:lnTo>
                <a:lnTo>
                  <a:pt x="539" y="316"/>
                </a:lnTo>
                <a:lnTo>
                  <a:pt x="538" y="316"/>
                </a:lnTo>
                <a:lnTo>
                  <a:pt x="538" y="317"/>
                </a:lnTo>
                <a:lnTo>
                  <a:pt x="537" y="317"/>
                </a:lnTo>
                <a:lnTo>
                  <a:pt x="536" y="317"/>
                </a:lnTo>
                <a:lnTo>
                  <a:pt x="536" y="318"/>
                </a:lnTo>
                <a:lnTo>
                  <a:pt x="535" y="318"/>
                </a:lnTo>
                <a:lnTo>
                  <a:pt x="534" y="318"/>
                </a:lnTo>
                <a:lnTo>
                  <a:pt x="534" y="319"/>
                </a:lnTo>
                <a:lnTo>
                  <a:pt x="533" y="319"/>
                </a:lnTo>
                <a:lnTo>
                  <a:pt x="533" y="320"/>
                </a:lnTo>
                <a:lnTo>
                  <a:pt x="532" y="320"/>
                </a:lnTo>
                <a:lnTo>
                  <a:pt x="532" y="321"/>
                </a:lnTo>
                <a:lnTo>
                  <a:pt x="531" y="321"/>
                </a:lnTo>
                <a:lnTo>
                  <a:pt x="531" y="322"/>
                </a:lnTo>
                <a:lnTo>
                  <a:pt x="531" y="324"/>
                </a:lnTo>
                <a:lnTo>
                  <a:pt x="531" y="325"/>
                </a:lnTo>
                <a:lnTo>
                  <a:pt x="530" y="325"/>
                </a:lnTo>
                <a:lnTo>
                  <a:pt x="530" y="326"/>
                </a:lnTo>
                <a:lnTo>
                  <a:pt x="530" y="325"/>
                </a:lnTo>
                <a:lnTo>
                  <a:pt x="530" y="326"/>
                </a:lnTo>
                <a:lnTo>
                  <a:pt x="529" y="326"/>
                </a:lnTo>
                <a:lnTo>
                  <a:pt x="530" y="326"/>
                </a:lnTo>
                <a:lnTo>
                  <a:pt x="529" y="326"/>
                </a:lnTo>
                <a:lnTo>
                  <a:pt x="529" y="325"/>
                </a:lnTo>
                <a:lnTo>
                  <a:pt x="529" y="326"/>
                </a:lnTo>
                <a:lnTo>
                  <a:pt x="528" y="326"/>
                </a:lnTo>
                <a:lnTo>
                  <a:pt x="528" y="327"/>
                </a:lnTo>
                <a:lnTo>
                  <a:pt x="528" y="326"/>
                </a:lnTo>
                <a:lnTo>
                  <a:pt x="529" y="326"/>
                </a:lnTo>
                <a:lnTo>
                  <a:pt x="528" y="326"/>
                </a:lnTo>
                <a:lnTo>
                  <a:pt x="528" y="327"/>
                </a:lnTo>
                <a:lnTo>
                  <a:pt x="527" y="327"/>
                </a:lnTo>
                <a:lnTo>
                  <a:pt x="526" y="327"/>
                </a:lnTo>
                <a:lnTo>
                  <a:pt x="525" y="327"/>
                </a:lnTo>
                <a:lnTo>
                  <a:pt x="524" y="327"/>
                </a:lnTo>
                <a:lnTo>
                  <a:pt x="524" y="328"/>
                </a:lnTo>
                <a:lnTo>
                  <a:pt x="523" y="328"/>
                </a:lnTo>
                <a:lnTo>
                  <a:pt x="522" y="328"/>
                </a:lnTo>
                <a:lnTo>
                  <a:pt x="522" y="329"/>
                </a:lnTo>
                <a:lnTo>
                  <a:pt x="521" y="329"/>
                </a:lnTo>
                <a:lnTo>
                  <a:pt x="520" y="329"/>
                </a:lnTo>
                <a:lnTo>
                  <a:pt x="520" y="330"/>
                </a:lnTo>
                <a:lnTo>
                  <a:pt x="519" y="330"/>
                </a:lnTo>
                <a:lnTo>
                  <a:pt x="519" y="331"/>
                </a:lnTo>
                <a:lnTo>
                  <a:pt x="518" y="331"/>
                </a:lnTo>
                <a:lnTo>
                  <a:pt x="518" y="332"/>
                </a:lnTo>
                <a:lnTo>
                  <a:pt x="517" y="332"/>
                </a:lnTo>
                <a:lnTo>
                  <a:pt x="516" y="333"/>
                </a:lnTo>
                <a:lnTo>
                  <a:pt x="515" y="333"/>
                </a:lnTo>
                <a:lnTo>
                  <a:pt x="515" y="334"/>
                </a:lnTo>
                <a:lnTo>
                  <a:pt x="514" y="334"/>
                </a:lnTo>
                <a:lnTo>
                  <a:pt x="513" y="335"/>
                </a:lnTo>
                <a:lnTo>
                  <a:pt x="512" y="335"/>
                </a:lnTo>
                <a:lnTo>
                  <a:pt x="512" y="336"/>
                </a:lnTo>
                <a:lnTo>
                  <a:pt x="511" y="336"/>
                </a:lnTo>
                <a:lnTo>
                  <a:pt x="511" y="338"/>
                </a:lnTo>
                <a:lnTo>
                  <a:pt x="510" y="338"/>
                </a:lnTo>
                <a:lnTo>
                  <a:pt x="510" y="339"/>
                </a:lnTo>
                <a:lnTo>
                  <a:pt x="509" y="339"/>
                </a:lnTo>
                <a:lnTo>
                  <a:pt x="509" y="340"/>
                </a:lnTo>
                <a:lnTo>
                  <a:pt x="509" y="341"/>
                </a:lnTo>
                <a:lnTo>
                  <a:pt x="508" y="341"/>
                </a:lnTo>
                <a:lnTo>
                  <a:pt x="508" y="340"/>
                </a:lnTo>
                <a:lnTo>
                  <a:pt x="509" y="340"/>
                </a:lnTo>
                <a:lnTo>
                  <a:pt x="508" y="340"/>
                </a:lnTo>
                <a:lnTo>
                  <a:pt x="507" y="340"/>
                </a:lnTo>
                <a:lnTo>
                  <a:pt x="506" y="340"/>
                </a:lnTo>
                <a:lnTo>
                  <a:pt x="506" y="341"/>
                </a:lnTo>
                <a:lnTo>
                  <a:pt x="505" y="341"/>
                </a:lnTo>
                <a:lnTo>
                  <a:pt x="505" y="342"/>
                </a:lnTo>
                <a:lnTo>
                  <a:pt x="505" y="343"/>
                </a:lnTo>
                <a:lnTo>
                  <a:pt x="504" y="343"/>
                </a:lnTo>
                <a:lnTo>
                  <a:pt x="504" y="344"/>
                </a:lnTo>
                <a:lnTo>
                  <a:pt x="503" y="344"/>
                </a:lnTo>
                <a:lnTo>
                  <a:pt x="502" y="344"/>
                </a:lnTo>
                <a:lnTo>
                  <a:pt x="502" y="345"/>
                </a:lnTo>
                <a:lnTo>
                  <a:pt x="501" y="345"/>
                </a:lnTo>
                <a:lnTo>
                  <a:pt x="501" y="346"/>
                </a:lnTo>
                <a:lnTo>
                  <a:pt x="500" y="346"/>
                </a:lnTo>
                <a:lnTo>
                  <a:pt x="500" y="347"/>
                </a:lnTo>
                <a:lnTo>
                  <a:pt x="499" y="347"/>
                </a:lnTo>
                <a:lnTo>
                  <a:pt x="499" y="348"/>
                </a:lnTo>
                <a:lnTo>
                  <a:pt x="498" y="348"/>
                </a:lnTo>
                <a:lnTo>
                  <a:pt x="498" y="349"/>
                </a:lnTo>
                <a:lnTo>
                  <a:pt x="497" y="349"/>
                </a:lnTo>
                <a:lnTo>
                  <a:pt x="497" y="350"/>
                </a:lnTo>
                <a:lnTo>
                  <a:pt x="496" y="350"/>
                </a:lnTo>
                <a:lnTo>
                  <a:pt x="496" y="351"/>
                </a:lnTo>
                <a:lnTo>
                  <a:pt x="496" y="352"/>
                </a:lnTo>
                <a:lnTo>
                  <a:pt x="495" y="352"/>
                </a:lnTo>
                <a:lnTo>
                  <a:pt x="495" y="353"/>
                </a:lnTo>
                <a:lnTo>
                  <a:pt x="496" y="354"/>
                </a:lnTo>
                <a:lnTo>
                  <a:pt x="497" y="354"/>
                </a:lnTo>
                <a:lnTo>
                  <a:pt x="498" y="355"/>
                </a:lnTo>
                <a:lnTo>
                  <a:pt x="498" y="356"/>
                </a:lnTo>
                <a:lnTo>
                  <a:pt x="499" y="356"/>
                </a:lnTo>
                <a:lnTo>
                  <a:pt x="499" y="357"/>
                </a:lnTo>
                <a:lnTo>
                  <a:pt x="498" y="357"/>
                </a:lnTo>
                <a:lnTo>
                  <a:pt x="498" y="358"/>
                </a:lnTo>
                <a:lnTo>
                  <a:pt x="498" y="359"/>
                </a:lnTo>
                <a:lnTo>
                  <a:pt x="497" y="360"/>
                </a:lnTo>
                <a:lnTo>
                  <a:pt x="497" y="361"/>
                </a:lnTo>
                <a:lnTo>
                  <a:pt x="497" y="360"/>
                </a:lnTo>
                <a:lnTo>
                  <a:pt x="496" y="360"/>
                </a:lnTo>
                <a:lnTo>
                  <a:pt x="495" y="360"/>
                </a:lnTo>
                <a:lnTo>
                  <a:pt x="495" y="361"/>
                </a:lnTo>
                <a:lnTo>
                  <a:pt x="494" y="361"/>
                </a:lnTo>
                <a:lnTo>
                  <a:pt x="494" y="362"/>
                </a:lnTo>
                <a:lnTo>
                  <a:pt x="493" y="362"/>
                </a:lnTo>
                <a:lnTo>
                  <a:pt x="492" y="362"/>
                </a:lnTo>
                <a:lnTo>
                  <a:pt x="491" y="362"/>
                </a:lnTo>
                <a:lnTo>
                  <a:pt x="491" y="363"/>
                </a:lnTo>
                <a:lnTo>
                  <a:pt x="491" y="364"/>
                </a:lnTo>
                <a:lnTo>
                  <a:pt x="492" y="364"/>
                </a:lnTo>
                <a:lnTo>
                  <a:pt x="491" y="364"/>
                </a:lnTo>
                <a:lnTo>
                  <a:pt x="491" y="365"/>
                </a:lnTo>
                <a:lnTo>
                  <a:pt x="491" y="366"/>
                </a:lnTo>
                <a:lnTo>
                  <a:pt x="490" y="366"/>
                </a:lnTo>
                <a:lnTo>
                  <a:pt x="490" y="365"/>
                </a:lnTo>
                <a:lnTo>
                  <a:pt x="489" y="365"/>
                </a:lnTo>
                <a:lnTo>
                  <a:pt x="488" y="365"/>
                </a:lnTo>
                <a:lnTo>
                  <a:pt x="488" y="366"/>
                </a:lnTo>
                <a:lnTo>
                  <a:pt x="487" y="366"/>
                </a:lnTo>
                <a:lnTo>
                  <a:pt x="486" y="367"/>
                </a:lnTo>
                <a:lnTo>
                  <a:pt x="485" y="367"/>
                </a:lnTo>
                <a:lnTo>
                  <a:pt x="485" y="368"/>
                </a:lnTo>
                <a:lnTo>
                  <a:pt x="485" y="369"/>
                </a:lnTo>
                <a:lnTo>
                  <a:pt x="485" y="370"/>
                </a:lnTo>
                <a:lnTo>
                  <a:pt x="484" y="370"/>
                </a:lnTo>
                <a:lnTo>
                  <a:pt x="484" y="372"/>
                </a:lnTo>
                <a:lnTo>
                  <a:pt x="484" y="373"/>
                </a:lnTo>
                <a:lnTo>
                  <a:pt x="483" y="373"/>
                </a:lnTo>
                <a:lnTo>
                  <a:pt x="483" y="374"/>
                </a:lnTo>
                <a:lnTo>
                  <a:pt x="482" y="374"/>
                </a:lnTo>
                <a:lnTo>
                  <a:pt x="481" y="374"/>
                </a:lnTo>
                <a:lnTo>
                  <a:pt x="481" y="375"/>
                </a:lnTo>
                <a:lnTo>
                  <a:pt x="480" y="376"/>
                </a:lnTo>
                <a:lnTo>
                  <a:pt x="480" y="377"/>
                </a:lnTo>
                <a:lnTo>
                  <a:pt x="479" y="376"/>
                </a:lnTo>
                <a:lnTo>
                  <a:pt x="478" y="375"/>
                </a:lnTo>
                <a:lnTo>
                  <a:pt x="477" y="375"/>
                </a:lnTo>
                <a:lnTo>
                  <a:pt x="478" y="375"/>
                </a:lnTo>
                <a:lnTo>
                  <a:pt x="477" y="376"/>
                </a:lnTo>
                <a:lnTo>
                  <a:pt x="476" y="376"/>
                </a:lnTo>
                <a:lnTo>
                  <a:pt x="475" y="376"/>
                </a:lnTo>
                <a:lnTo>
                  <a:pt x="474" y="376"/>
                </a:lnTo>
                <a:lnTo>
                  <a:pt x="471" y="377"/>
                </a:lnTo>
                <a:lnTo>
                  <a:pt x="470" y="377"/>
                </a:lnTo>
                <a:lnTo>
                  <a:pt x="469" y="378"/>
                </a:lnTo>
                <a:lnTo>
                  <a:pt x="468" y="378"/>
                </a:lnTo>
                <a:lnTo>
                  <a:pt x="466" y="379"/>
                </a:lnTo>
                <a:lnTo>
                  <a:pt x="465" y="379"/>
                </a:lnTo>
                <a:lnTo>
                  <a:pt x="462" y="378"/>
                </a:lnTo>
                <a:lnTo>
                  <a:pt x="461" y="377"/>
                </a:lnTo>
                <a:lnTo>
                  <a:pt x="460" y="377"/>
                </a:lnTo>
                <a:lnTo>
                  <a:pt x="458" y="377"/>
                </a:lnTo>
                <a:lnTo>
                  <a:pt x="457" y="377"/>
                </a:lnTo>
                <a:lnTo>
                  <a:pt x="457" y="376"/>
                </a:lnTo>
                <a:lnTo>
                  <a:pt x="456" y="376"/>
                </a:lnTo>
                <a:lnTo>
                  <a:pt x="455" y="376"/>
                </a:lnTo>
                <a:lnTo>
                  <a:pt x="454" y="376"/>
                </a:lnTo>
                <a:lnTo>
                  <a:pt x="453" y="376"/>
                </a:lnTo>
                <a:lnTo>
                  <a:pt x="452" y="376"/>
                </a:lnTo>
                <a:lnTo>
                  <a:pt x="451" y="376"/>
                </a:lnTo>
                <a:lnTo>
                  <a:pt x="450" y="376"/>
                </a:lnTo>
                <a:lnTo>
                  <a:pt x="451" y="375"/>
                </a:lnTo>
                <a:lnTo>
                  <a:pt x="450" y="375"/>
                </a:lnTo>
                <a:lnTo>
                  <a:pt x="449" y="375"/>
                </a:lnTo>
                <a:lnTo>
                  <a:pt x="448" y="376"/>
                </a:lnTo>
                <a:lnTo>
                  <a:pt x="447" y="376"/>
                </a:lnTo>
                <a:lnTo>
                  <a:pt x="446" y="376"/>
                </a:lnTo>
                <a:lnTo>
                  <a:pt x="443" y="376"/>
                </a:lnTo>
                <a:lnTo>
                  <a:pt x="442" y="377"/>
                </a:lnTo>
                <a:lnTo>
                  <a:pt x="442" y="376"/>
                </a:lnTo>
                <a:lnTo>
                  <a:pt x="438" y="377"/>
                </a:lnTo>
                <a:lnTo>
                  <a:pt x="437" y="376"/>
                </a:lnTo>
                <a:lnTo>
                  <a:pt x="436" y="376"/>
                </a:lnTo>
                <a:lnTo>
                  <a:pt x="434" y="375"/>
                </a:lnTo>
                <a:lnTo>
                  <a:pt x="434" y="374"/>
                </a:lnTo>
                <a:lnTo>
                  <a:pt x="434" y="373"/>
                </a:lnTo>
                <a:lnTo>
                  <a:pt x="433" y="373"/>
                </a:lnTo>
                <a:lnTo>
                  <a:pt x="434" y="375"/>
                </a:lnTo>
                <a:lnTo>
                  <a:pt x="434" y="376"/>
                </a:lnTo>
                <a:lnTo>
                  <a:pt x="433" y="376"/>
                </a:lnTo>
                <a:lnTo>
                  <a:pt x="432" y="376"/>
                </a:lnTo>
                <a:lnTo>
                  <a:pt x="432" y="377"/>
                </a:lnTo>
                <a:lnTo>
                  <a:pt x="433" y="377"/>
                </a:lnTo>
                <a:lnTo>
                  <a:pt x="433" y="378"/>
                </a:lnTo>
                <a:lnTo>
                  <a:pt x="433" y="379"/>
                </a:lnTo>
                <a:lnTo>
                  <a:pt x="432" y="379"/>
                </a:lnTo>
                <a:lnTo>
                  <a:pt x="432" y="380"/>
                </a:lnTo>
                <a:lnTo>
                  <a:pt x="431" y="380"/>
                </a:lnTo>
                <a:lnTo>
                  <a:pt x="430" y="381"/>
                </a:lnTo>
                <a:lnTo>
                  <a:pt x="429" y="381"/>
                </a:lnTo>
                <a:lnTo>
                  <a:pt x="429" y="382"/>
                </a:lnTo>
                <a:lnTo>
                  <a:pt x="428" y="382"/>
                </a:lnTo>
                <a:lnTo>
                  <a:pt x="428" y="381"/>
                </a:lnTo>
                <a:lnTo>
                  <a:pt x="427" y="381"/>
                </a:lnTo>
                <a:lnTo>
                  <a:pt x="428" y="381"/>
                </a:lnTo>
                <a:lnTo>
                  <a:pt x="427" y="381"/>
                </a:lnTo>
                <a:lnTo>
                  <a:pt x="427" y="380"/>
                </a:lnTo>
                <a:lnTo>
                  <a:pt x="426" y="380"/>
                </a:lnTo>
                <a:lnTo>
                  <a:pt x="426" y="381"/>
                </a:lnTo>
                <a:lnTo>
                  <a:pt x="426" y="382"/>
                </a:lnTo>
                <a:lnTo>
                  <a:pt x="426" y="383"/>
                </a:lnTo>
                <a:lnTo>
                  <a:pt x="425" y="383"/>
                </a:lnTo>
                <a:lnTo>
                  <a:pt x="424" y="383"/>
                </a:lnTo>
                <a:lnTo>
                  <a:pt x="425" y="383"/>
                </a:lnTo>
                <a:lnTo>
                  <a:pt x="425" y="382"/>
                </a:lnTo>
                <a:lnTo>
                  <a:pt x="424" y="381"/>
                </a:lnTo>
                <a:lnTo>
                  <a:pt x="424" y="380"/>
                </a:lnTo>
                <a:lnTo>
                  <a:pt x="423" y="380"/>
                </a:lnTo>
                <a:lnTo>
                  <a:pt x="422" y="380"/>
                </a:lnTo>
                <a:lnTo>
                  <a:pt x="422" y="381"/>
                </a:lnTo>
                <a:lnTo>
                  <a:pt x="422" y="382"/>
                </a:lnTo>
                <a:lnTo>
                  <a:pt x="420" y="382"/>
                </a:lnTo>
                <a:lnTo>
                  <a:pt x="420" y="383"/>
                </a:lnTo>
                <a:lnTo>
                  <a:pt x="419" y="383"/>
                </a:lnTo>
                <a:lnTo>
                  <a:pt x="419" y="382"/>
                </a:lnTo>
                <a:lnTo>
                  <a:pt x="418" y="382"/>
                </a:lnTo>
                <a:lnTo>
                  <a:pt x="418" y="383"/>
                </a:lnTo>
                <a:lnTo>
                  <a:pt x="417" y="383"/>
                </a:lnTo>
                <a:lnTo>
                  <a:pt x="417" y="384"/>
                </a:lnTo>
                <a:lnTo>
                  <a:pt x="417" y="383"/>
                </a:lnTo>
                <a:lnTo>
                  <a:pt x="418" y="383"/>
                </a:lnTo>
                <a:lnTo>
                  <a:pt x="418" y="384"/>
                </a:lnTo>
                <a:lnTo>
                  <a:pt x="417" y="384"/>
                </a:lnTo>
                <a:lnTo>
                  <a:pt x="416" y="384"/>
                </a:lnTo>
                <a:lnTo>
                  <a:pt x="415" y="385"/>
                </a:lnTo>
                <a:lnTo>
                  <a:pt x="414" y="386"/>
                </a:lnTo>
                <a:lnTo>
                  <a:pt x="413" y="386"/>
                </a:lnTo>
                <a:lnTo>
                  <a:pt x="412" y="385"/>
                </a:lnTo>
                <a:lnTo>
                  <a:pt x="412" y="386"/>
                </a:lnTo>
                <a:lnTo>
                  <a:pt x="411" y="386"/>
                </a:lnTo>
                <a:lnTo>
                  <a:pt x="410" y="386"/>
                </a:lnTo>
                <a:lnTo>
                  <a:pt x="410" y="385"/>
                </a:lnTo>
                <a:lnTo>
                  <a:pt x="411" y="384"/>
                </a:lnTo>
                <a:lnTo>
                  <a:pt x="412" y="384"/>
                </a:lnTo>
                <a:lnTo>
                  <a:pt x="413" y="384"/>
                </a:lnTo>
                <a:lnTo>
                  <a:pt x="413" y="383"/>
                </a:lnTo>
                <a:lnTo>
                  <a:pt x="412" y="383"/>
                </a:lnTo>
                <a:lnTo>
                  <a:pt x="411" y="383"/>
                </a:lnTo>
                <a:lnTo>
                  <a:pt x="411" y="382"/>
                </a:lnTo>
                <a:lnTo>
                  <a:pt x="411" y="381"/>
                </a:lnTo>
                <a:lnTo>
                  <a:pt x="412" y="380"/>
                </a:lnTo>
                <a:lnTo>
                  <a:pt x="412" y="379"/>
                </a:lnTo>
                <a:lnTo>
                  <a:pt x="412" y="380"/>
                </a:lnTo>
                <a:lnTo>
                  <a:pt x="411" y="380"/>
                </a:lnTo>
                <a:lnTo>
                  <a:pt x="410" y="381"/>
                </a:lnTo>
                <a:lnTo>
                  <a:pt x="411" y="382"/>
                </a:lnTo>
                <a:lnTo>
                  <a:pt x="411" y="383"/>
                </a:lnTo>
                <a:lnTo>
                  <a:pt x="410" y="384"/>
                </a:lnTo>
                <a:lnTo>
                  <a:pt x="409" y="384"/>
                </a:lnTo>
                <a:lnTo>
                  <a:pt x="408" y="384"/>
                </a:lnTo>
                <a:lnTo>
                  <a:pt x="406" y="384"/>
                </a:lnTo>
                <a:lnTo>
                  <a:pt x="406" y="383"/>
                </a:lnTo>
                <a:lnTo>
                  <a:pt x="405" y="383"/>
                </a:lnTo>
                <a:lnTo>
                  <a:pt x="404" y="384"/>
                </a:lnTo>
                <a:lnTo>
                  <a:pt x="403" y="384"/>
                </a:lnTo>
                <a:lnTo>
                  <a:pt x="402" y="383"/>
                </a:lnTo>
                <a:lnTo>
                  <a:pt x="402" y="382"/>
                </a:lnTo>
                <a:lnTo>
                  <a:pt x="401" y="381"/>
                </a:lnTo>
                <a:lnTo>
                  <a:pt x="401" y="380"/>
                </a:lnTo>
                <a:lnTo>
                  <a:pt x="400" y="380"/>
                </a:lnTo>
                <a:lnTo>
                  <a:pt x="400" y="381"/>
                </a:lnTo>
                <a:lnTo>
                  <a:pt x="402" y="383"/>
                </a:lnTo>
                <a:lnTo>
                  <a:pt x="401" y="383"/>
                </a:lnTo>
                <a:lnTo>
                  <a:pt x="399" y="383"/>
                </a:lnTo>
                <a:lnTo>
                  <a:pt x="400" y="385"/>
                </a:lnTo>
                <a:lnTo>
                  <a:pt x="399" y="385"/>
                </a:lnTo>
                <a:lnTo>
                  <a:pt x="398" y="384"/>
                </a:lnTo>
                <a:lnTo>
                  <a:pt x="397" y="384"/>
                </a:lnTo>
                <a:lnTo>
                  <a:pt x="397" y="385"/>
                </a:lnTo>
                <a:lnTo>
                  <a:pt x="398" y="385"/>
                </a:lnTo>
                <a:lnTo>
                  <a:pt x="399" y="385"/>
                </a:lnTo>
                <a:lnTo>
                  <a:pt x="400" y="386"/>
                </a:lnTo>
                <a:lnTo>
                  <a:pt x="400" y="387"/>
                </a:lnTo>
                <a:lnTo>
                  <a:pt x="399" y="387"/>
                </a:lnTo>
                <a:lnTo>
                  <a:pt x="399" y="388"/>
                </a:lnTo>
                <a:lnTo>
                  <a:pt x="400" y="388"/>
                </a:lnTo>
                <a:lnTo>
                  <a:pt x="400" y="389"/>
                </a:lnTo>
                <a:lnTo>
                  <a:pt x="401" y="389"/>
                </a:lnTo>
                <a:lnTo>
                  <a:pt x="400" y="389"/>
                </a:lnTo>
                <a:lnTo>
                  <a:pt x="400" y="390"/>
                </a:lnTo>
                <a:lnTo>
                  <a:pt x="400" y="389"/>
                </a:lnTo>
                <a:lnTo>
                  <a:pt x="399" y="389"/>
                </a:lnTo>
                <a:lnTo>
                  <a:pt x="398" y="389"/>
                </a:lnTo>
                <a:lnTo>
                  <a:pt x="398" y="390"/>
                </a:lnTo>
                <a:lnTo>
                  <a:pt x="397" y="389"/>
                </a:lnTo>
                <a:lnTo>
                  <a:pt x="396" y="389"/>
                </a:lnTo>
                <a:lnTo>
                  <a:pt x="395" y="389"/>
                </a:lnTo>
                <a:lnTo>
                  <a:pt x="394" y="390"/>
                </a:lnTo>
                <a:lnTo>
                  <a:pt x="394" y="391"/>
                </a:lnTo>
                <a:lnTo>
                  <a:pt x="395" y="391"/>
                </a:lnTo>
                <a:lnTo>
                  <a:pt x="395" y="392"/>
                </a:lnTo>
                <a:lnTo>
                  <a:pt x="394" y="392"/>
                </a:lnTo>
                <a:lnTo>
                  <a:pt x="393" y="392"/>
                </a:lnTo>
                <a:lnTo>
                  <a:pt x="392" y="392"/>
                </a:lnTo>
                <a:lnTo>
                  <a:pt x="391" y="392"/>
                </a:lnTo>
                <a:lnTo>
                  <a:pt x="391" y="391"/>
                </a:lnTo>
                <a:lnTo>
                  <a:pt x="390" y="392"/>
                </a:lnTo>
                <a:lnTo>
                  <a:pt x="390" y="393"/>
                </a:lnTo>
                <a:lnTo>
                  <a:pt x="389" y="393"/>
                </a:lnTo>
                <a:lnTo>
                  <a:pt x="388" y="394"/>
                </a:lnTo>
                <a:lnTo>
                  <a:pt x="387" y="395"/>
                </a:lnTo>
                <a:lnTo>
                  <a:pt x="386" y="394"/>
                </a:lnTo>
                <a:lnTo>
                  <a:pt x="386" y="393"/>
                </a:lnTo>
                <a:lnTo>
                  <a:pt x="387" y="393"/>
                </a:lnTo>
                <a:lnTo>
                  <a:pt x="386" y="393"/>
                </a:lnTo>
                <a:lnTo>
                  <a:pt x="385" y="392"/>
                </a:lnTo>
                <a:lnTo>
                  <a:pt x="384" y="391"/>
                </a:lnTo>
                <a:lnTo>
                  <a:pt x="383" y="391"/>
                </a:lnTo>
                <a:lnTo>
                  <a:pt x="384" y="393"/>
                </a:lnTo>
                <a:lnTo>
                  <a:pt x="383" y="393"/>
                </a:lnTo>
                <a:lnTo>
                  <a:pt x="382" y="393"/>
                </a:lnTo>
                <a:lnTo>
                  <a:pt x="382" y="392"/>
                </a:lnTo>
                <a:lnTo>
                  <a:pt x="381" y="392"/>
                </a:lnTo>
                <a:lnTo>
                  <a:pt x="380" y="393"/>
                </a:lnTo>
                <a:lnTo>
                  <a:pt x="380" y="392"/>
                </a:lnTo>
                <a:lnTo>
                  <a:pt x="378" y="392"/>
                </a:lnTo>
                <a:lnTo>
                  <a:pt x="377" y="393"/>
                </a:lnTo>
                <a:lnTo>
                  <a:pt x="376" y="393"/>
                </a:lnTo>
                <a:lnTo>
                  <a:pt x="376" y="392"/>
                </a:lnTo>
                <a:lnTo>
                  <a:pt x="376" y="391"/>
                </a:lnTo>
                <a:lnTo>
                  <a:pt x="376" y="392"/>
                </a:lnTo>
                <a:lnTo>
                  <a:pt x="375" y="392"/>
                </a:lnTo>
                <a:lnTo>
                  <a:pt x="375" y="393"/>
                </a:lnTo>
                <a:lnTo>
                  <a:pt x="374" y="393"/>
                </a:lnTo>
                <a:lnTo>
                  <a:pt x="373" y="393"/>
                </a:lnTo>
                <a:lnTo>
                  <a:pt x="374" y="393"/>
                </a:lnTo>
                <a:lnTo>
                  <a:pt x="375" y="394"/>
                </a:lnTo>
                <a:lnTo>
                  <a:pt x="375" y="395"/>
                </a:lnTo>
                <a:lnTo>
                  <a:pt x="374" y="395"/>
                </a:lnTo>
                <a:lnTo>
                  <a:pt x="372" y="396"/>
                </a:lnTo>
                <a:lnTo>
                  <a:pt x="372" y="397"/>
                </a:lnTo>
                <a:lnTo>
                  <a:pt x="372" y="398"/>
                </a:lnTo>
                <a:lnTo>
                  <a:pt x="372" y="399"/>
                </a:lnTo>
                <a:lnTo>
                  <a:pt x="370" y="399"/>
                </a:lnTo>
                <a:lnTo>
                  <a:pt x="370" y="398"/>
                </a:lnTo>
                <a:lnTo>
                  <a:pt x="367" y="399"/>
                </a:lnTo>
                <a:lnTo>
                  <a:pt x="366" y="398"/>
                </a:lnTo>
                <a:lnTo>
                  <a:pt x="363" y="399"/>
                </a:lnTo>
                <a:lnTo>
                  <a:pt x="361" y="399"/>
                </a:lnTo>
                <a:lnTo>
                  <a:pt x="360" y="400"/>
                </a:lnTo>
                <a:lnTo>
                  <a:pt x="361" y="402"/>
                </a:lnTo>
                <a:lnTo>
                  <a:pt x="359" y="403"/>
                </a:lnTo>
                <a:lnTo>
                  <a:pt x="358" y="401"/>
                </a:lnTo>
                <a:lnTo>
                  <a:pt x="357" y="401"/>
                </a:lnTo>
                <a:lnTo>
                  <a:pt x="356" y="401"/>
                </a:lnTo>
                <a:lnTo>
                  <a:pt x="356" y="402"/>
                </a:lnTo>
                <a:lnTo>
                  <a:pt x="358" y="403"/>
                </a:lnTo>
                <a:lnTo>
                  <a:pt x="350" y="406"/>
                </a:lnTo>
                <a:lnTo>
                  <a:pt x="348" y="405"/>
                </a:lnTo>
                <a:lnTo>
                  <a:pt x="348" y="406"/>
                </a:lnTo>
                <a:lnTo>
                  <a:pt x="347" y="406"/>
                </a:lnTo>
                <a:lnTo>
                  <a:pt x="347" y="407"/>
                </a:lnTo>
                <a:lnTo>
                  <a:pt x="347" y="408"/>
                </a:lnTo>
                <a:lnTo>
                  <a:pt x="346" y="408"/>
                </a:lnTo>
                <a:lnTo>
                  <a:pt x="345" y="407"/>
                </a:lnTo>
                <a:lnTo>
                  <a:pt x="344" y="405"/>
                </a:lnTo>
                <a:lnTo>
                  <a:pt x="344" y="406"/>
                </a:lnTo>
                <a:lnTo>
                  <a:pt x="343" y="406"/>
                </a:lnTo>
                <a:lnTo>
                  <a:pt x="344" y="407"/>
                </a:lnTo>
                <a:lnTo>
                  <a:pt x="343" y="407"/>
                </a:lnTo>
                <a:lnTo>
                  <a:pt x="343" y="408"/>
                </a:lnTo>
                <a:lnTo>
                  <a:pt x="343" y="409"/>
                </a:lnTo>
                <a:lnTo>
                  <a:pt x="342" y="410"/>
                </a:lnTo>
                <a:lnTo>
                  <a:pt x="341" y="410"/>
                </a:lnTo>
                <a:lnTo>
                  <a:pt x="341" y="411"/>
                </a:lnTo>
                <a:lnTo>
                  <a:pt x="342" y="411"/>
                </a:lnTo>
                <a:lnTo>
                  <a:pt x="341" y="411"/>
                </a:lnTo>
                <a:lnTo>
                  <a:pt x="340" y="410"/>
                </a:lnTo>
                <a:lnTo>
                  <a:pt x="340" y="411"/>
                </a:lnTo>
                <a:lnTo>
                  <a:pt x="339" y="411"/>
                </a:lnTo>
                <a:lnTo>
                  <a:pt x="339" y="412"/>
                </a:lnTo>
                <a:lnTo>
                  <a:pt x="338" y="412"/>
                </a:lnTo>
                <a:lnTo>
                  <a:pt x="338" y="413"/>
                </a:lnTo>
                <a:lnTo>
                  <a:pt x="337" y="413"/>
                </a:lnTo>
                <a:lnTo>
                  <a:pt x="337" y="412"/>
                </a:lnTo>
                <a:lnTo>
                  <a:pt x="338" y="412"/>
                </a:lnTo>
                <a:lnTo>
                  <a:pt x="338" y="411"/>
                </a:lnTo>
                <a:lnTo>
                  <a:pt x="337" y="411"/>
                </a:lnTo>
                <a:lnTo>
                  <a:pt x="336" y="411"/>
                </a:lnTo>
                <a:lnTo>
                  <a:pt x="336" y="412"/>
                </a:lnTo>
                <a:lnTo>
                  <a:pt x="337" y="412"/>
                </a:lnTo>
                <a:lnTo>
                  <a:pt x="336" y="413"/>
                </a:lnTo>
                <a:lnTo>
                  <a:pt x="336" y="414"/>
                </a:lnTo>
                <a:lnTo>
                  <a:pt x="336" y="415"/>
                </a:lnTo>
                <a:lnTo>
                  <a:pt x="336" y="416"/>
                </a:lnTo>
                <a:lnTo>
                  <a:pt x="337" y="416"/>
                </a:lnTo>
                <a:lnTo>
                  <a:pt x="337" y="417"/>
                </a:lnTo>
                <a:lnTo>
                  <a:pt x="336" y="417"/>
                </a:lnTo>
                <a:lnTo>
                  <a:pt x="335" y="415"/>
                </a:lnTo>
                <a:lnTo>
                  <a:pt x="333" y="418"/>
                </a:lnTo>
                <a:lnTo>
                  <a:pt x="332" y="418"/>
                </a:lnTo>
                <a:lnTo>
                  <a:pt x="331" y="418"/>
                </a:lnTo>
                <a:lnTo>
                  <a:pt x="331" y="417"/>
                </a:lnTo>
                <a:lnTo>
                  <a:pt x="330" y="418"/>
                </a:lnTo>
                <a:lnTo>
                  <a:pt x="331" y="419"/>
                </a:lnTo>
                <a:lnTo>
                  <a:pt x="330" y="419"/>
                </a:lnTo>
                <a:lnTo>
                  <a:pt x="329" y="419"/>
                </a:lnTo>
                <a:lnTo>
                  <a:pt x="328" y="419"/>
                </a:lnTo>
                <a:lnTo>
                  <a:pt x="326" y="419"/>
                </a:lnTo>
                <a:lnTo>
                  <a:pt x="325" y="419"/>
                </a:lnTo>
                <a:lnTo>
                  <a:pt x="325" y="418"/>
                </a:lnTo>
                <a:lnTo>
                  <a:pt x="324" y="418"/>
                </a:lnTo>
                <a:lnTo>
                  <a:pt x="321" y="418"/>
                </a:lnTo>
                <a:lnTo>
                  <a:pt x="320" y="418"/>
                </a:lnTo>
                <a:lnTo>
                  <a:pt x="319" y="418"/>
                </a:lnTo>
                <a:lnTo>
                  <a:pt x="319" y="419"/>
                </a:lnTo>
                <a:lnTo>
                  <a:pt x="319" y="420"/>
                </a:lnTo>
                <a:lnTo>
                  <a:pt x="316" y="421"/>
                </a:lnTo>
                <a:lnTo>
                  <a:pt x="315" y="422"/>
                </a:lnTo>
                <a:lnTo>
                  <a:pt x="315" y="421"/>
                </a:lnTo>
                <a:lnTo>
                  <a:pt x="314" y="422"/>
                </a:lnTo>
                <a:lnTo>
                  <a:pt x="315" y="422"/>
                </a:lnTo>
                <a:lnTo>
                  <a:pt x="315" y="423"/>
                </a:lnTo>
                <a:lnTo>
                  <a:pt x="312" y="424"/>
                </a:lnTo>
                <a:lnTo>
                  <a:pt x="311" y="424"/>
                </a:lnTo>
                <a:lnTo>
                  <a:pt x="312" y="424"/>
                </a:lnTo>
                <a:lnTo>
                  <a:pt x="312" y="425"/>
                </a:lnTo>
                <a:lnTo>
                  <a:pt x="313" y="426"/>
                </a:lnTo>
                <a:lnTo>
                  <a:pt x="312" y="427"/>
                </a:lnTo>
                <a:lnTo>
                  <a:pt x="312" y="426"/>
                </a:lnTo>
                <a:lnTo>
                  <a:pt x="311" y="425"/>
                </a:lnTo>
                <a:lnTo>
                  <a:pt x="310" y="426"/>
                </a:lnTo>
                <a:lnTo>
                  <a:pt x="308" y="428"/>
                </a:lnTo>
                <a:lnTo>
                  <a:pt x="307" y="428"/>
                </a:lnTo>
                <a:lnTo>
                  <a:pt x="307" y="427"/>
                </a:lnTo>
                <a:lnTo>
                  <a:pt x="306" y="427"/>
                </a:lnTo>
                <a:lnTo>
                  <a:pt x="306" y="428"/>
                </a:lnTo>
                <a:lnTo>
                  <a:pt x="307" y="428"/>
                </a:lnTo>
                <a:lnTo>
                  <a:pt x="308" y="428"/>
                </a:lnTo>
                <a:lnTo>
                  <a:pt x="308" y="429"/>
                </a:lnTo>
                <a:lnTo>
                  <a:pt x="308" y="430"/>
                </a:lnTo>
                <a:lnTo>
                  <a:pt x="307" y="431"/>
                </a:lnTo>
                <a:lnTo>
                  <a:pt x="306" y="431"/>
                </a:lnTo>
                <a:lnTo>
                  <a:pt x="306" y="432"/>
                </a:lnTo>
                <a:lnTo>
                  <a:pt x="306" y="433"/>
                </a:lnTo>
                <a:lnTo>
                  <a:pt x="305" y="433"/>
                </a:lnTo>
                <a:lnTo>
                  <a:pt x="304" y="433"/>
                </a:lnTo>
                <a:lnTo>
                  <a:pt x="303" y="433"/>
                </a:lnTo>
                <a:lnTo>
                  <a:pt x="303" y="434"/>
                </a:lnTo>
                <a:lnTo>
                  <a:pt x="302" y="434"/>
                </a:lnTo>
                <a:lnTo>
                  <a:pt x="301" y="434"/>
                </a:lnTo>
                <a:lnTo>
                  <a:pt x="300" y="434"/>
                </a:lnTo>
                <a:lnTo>
                  <a:pt x="300" y="435"/>
                </a:lnTo>
                <a:lnTo>
                  <a:pt x="299" y="435"/>
                </a:lnTo>
                <a:lnTo>
                  <a:pt x="298" y="436"/>
                </a:lnTo>
                <a:lnTo>
                  <a:pt x="297" y="436"/>
                </a:lnTo>
                <a:lnTo>
                  <a:pt x="297" y="437"/>
                </a:lnTo>
                <a:lnTo>
                  <a:pt x="297" y="438"/>
                </a:lnTo>
                <a:lnTo>
                  <a:pt x="296" y="438"/>
                </a:lnTo>
                <a:lnTo>
                  <a:pt x="295" y="438"/>
                </a:lnTo>
                <a:lnTo>
                  <a:pt x="294" y="438"/>
                </a:lnTo>
                <a:lnTo>
                  <a:pt x="294" y="439"/>
                </a:lnTo>
                <a:lnTo>
                  <a:pt x="294" y="440"/>
                </a:lnTo>
                <a:lnTo>
                  <a:pt x="295" y="440"/>
                </a:lnTo>
                <a:lnTo>
                  <a:pt x="295" y="441"/>
                </a:lnTo>
                <a:lnTo>
                  <a:pt x="294" y="442"/>
                </a:lnTo>
                <a:lnTo>
                  <a:pt x="293" y="442"/>
                </a:lnTo>
                <a:lnTo>
                  <a:pt x="292" y="442"/>
                </a:lnTo>
                <a:lnTo>
                  <a:pt x="293" y="442"/>
                </a:lnTo>
                <a:lnTo>
                  <a:pt x="294" y="443"/>
                </a:lnTo>
                <a:lnTo>
                  <a:pt x="295" y="443"/>
                </a:lnTo>
                <a:lnTo>
                  <a:pt x="294" y="444"/>
                </a:lnTo>
                <a:lnTo>
                  <a:pt x="295" y="444"/>
                </a:lnTo>
                <a:lnTo>
                  <a:pt x="296" y="444"/>
                </a:lnTo>
                <a:lnTo>
                  <a:pt x="297" y="444"/>
                </a:lnTo>
                <a:lnTo>
                  <a:pt x="297" y="445"/>
                </a:lnTo>
                <a:lnTo>
                  <a:pt x="298" y="445"/>
                </a:lnTo>
                <a:lnTo>
                  <a:pt x="299" y="445"/>
                </a:lnTo>
                <a:lnTo>
                  <a:pt x="298" y="445"/>
                </a:lnTo>
                <a:lnTo>
                  <a:pt x="297" y="445"/>
                </a:lnTo>
                <a:lnTo>
                  <a:pt x="296" y="445"/>
                </a:lnTo>
                <a:lnTo>
                  <a:pt x="295" y="446"/>
                </a:lnTo>
                <a:lnTo>
                  <a:pt x="294" y="446"/>
                </a:lnTo>
                <a:lnTo>
                  <a:pt x="294" y="447"/>
                </a:lnTo>
                <a:lnTo>
                  <a:pt x="293" y="447"/>
                </a:lnTo>
                <a:lnTo>
                  <a:pt x="292" y="447"/>
                </a:lnTo>
                <a:lnTo>
                  <a:pt x="292" y="448"/>
                </a:lnTo>
                <a:lnTo>
                  <a:pt x="291" y="448"/>
                </a:lnTo>
                <a:lnTo>
                  <a:pt x="291" y="449"/>
                </a:lnTo>
                <a:lnTo>
                  <a:pt x="292" y="449"/>
                </a:lnTo>
                <a:lnTo>
                  <a:pt x="291" y="449"/>
                </a:lnTo>
                <a:lnTo>
                  <a:pt x="290" y="449"/>
                </a:lnTo>
                <a:lnTo>
                  <a:pt x="289" y="449"/>
                </a:lnTo>
                <a:lnTo>
                  <a:pt x="288" y="449"/>
                </a:lnTo>
                <a:lnTo>
                  <a:pt x="288" y="448"/>
                </a:lnTo>
                <a:lnTo>
                  <a:pt x="287" y="448"/>
                </a:lnTo>
                <a:lnTo>
                  <a:pt x="288" y="450"/>
                </a:lnTo>
                <a:lnTo>
                  <a:pt x="288" y="451"/>
                </a:lnTo>
                <a:lnTo>
                  <a:pt x="288" y="452"/>
                </a:lnTo>
                <a:lnTo>
                  <a:pt x="289" y="452"/>
                </a:lnTo>
                <a:lnTo>
                  <a:pt x="290" y="453"/>
                </a:lnTo>
                <a:lnTo>
                  <a:pt x="290" y="454"/>
                </a:lnTo>
                <a:lnTo>
                  <a:pt x="289" y="454"/>
                </a:lnTo>
                <a:lnTo>
                  <a:pt x="288" y="454"/>
                </a:lnTo>
                <a:lnTo>
                  <a:pt x="287" y="453"/>
                </a:lnTo>
                <a:lnTo>
                  <a:pt x="286" y="453"/>
                </a:lnTo>
                <a:lnTo>
                  <a:pt x="285" y="453"/>
                </a:lnTo>
                <a:lnTo>
                  <a:pt x="283" y="453"/>
                </a:lnTo>
                <a:lnTo>
                  <a:pt x="283" y="454"/>
                </a:lnTo>
                <a:lnTo>
                  <a:pt x="282" y="454"/>
                </a:lnTo>
                <a:lnTo>
                  <a:pt x="281" y="456"/>
                </a:lnTo>
                <a:lnTo>
                  <a:pt x="281" y="457"/>
                </a:lnTo>
                <a:lnTo>
                  <a:pt x="280" y="457"/>
                </a:lnTo>
                <a:lnTo>
                  <a:pt x="279" y="457"/>
                </a:lnTo>
                <a:lnTo>
                  <a:pt x="279" y="456"/>
                </a:lnTo>
                <a:lnTo>
                  <a:pt x="278" y="456"/>
                </a:lnTo>
                <a:lnTo>
                  <a:pt x="278" y="455"/>
                </a:lnTo>
                <a:lnTo>
                  <a:pt x="277" y="455"/>
                </a:lnTo>
                <a:lnTo>
                  <a:pt x="276" y="455"/>
                </a:lnTo>
                <a:lnTo>
                  <a:pt x="275" y="455"/>
                </a:lnTo>
                <a:lnTo>
                  <a:pt x="275" y="456"/>
                </a:lnTo>
                <a:lnTo>
                  <a:pt x="276" y="456"/>
                </a:lnTo>
                <a:lnTo>
                  <a:pt x="276" y="457"/>
                </a:lnTo>
                <a:lnTo>
                  <a:pt x="276" y="456"/>
                </a:lnTo>
                <a:lnTo>
                  <a:pt x="277" y="458"/>
                </a:lnTo>
                <a:lnTo>
                  <a:pt x="277" y="459"/>
                </a:lnTo>
                <a:lnTo>
                  <a:pt x="276" y="458"/>
                </a:lnTo>
                <a:lnTo>
                  <a:pt x="276" y="457"/>
                </a:lnTo>
                <a:lnTo>
                  <a:pt x="275" y="457"/>
                </a:lnTo>
                <a:lnTo>
                  <a:pt x="274" y="458"/>
                </a:lnTo>
                <a:lnTo>
                  <a:pt x="273" y="457"/>
                </a:lnTo>
                <a:lnTo>
                  <a:pt x="272" y="457"/>
                </a:lnTo>
                <a:lnTo>
                  <a:pt x="271" y="456"/>
                </a:lnTo>
                <a:lnTo>
                  <a:pt x="270" y="456"/>
                </a:lnTo>
                <a:lnTo>
                  <a:pt x="270" y="457"/>
                </a:lnTo>
                <a:lnTo>
                  <a:pt x="270" y="458"/>
                </a:lnTo>
                <a:lnTo>
                  <a:pt x="271" y="458"/>
                </a:lnTo>
                <a:lnTo>
                  <a:pt x="272" y="459"/>
                </a:lnTo>
                <a:lnTo>
                  <a:pt x="273" y="460"/>
                </a:lnTo>
                <a:lnTo>
                  <a:pt x="275" y="461"/>
                </a:lnTo>
                <a:lnTo>
                  <a:pt x="275" y="462"/>
                </a:lnTo>
                <a:lnTo>
                  <a:pt x="275" y="463"/>
                </a:lnTo>
                <a:lnTo>
                  <a:pt x="275" y="464"/>
                </a:lnTo>
                <a:lnTo>
                  <a:pt x="274" y="465"/>
                </a:lnTo>
                <a:lnTo>
                  <a:pt x="273" y="466"/>
                </a:lnTo>
                <a:lnTo>
                  <a:pt x="272" y="466"/>
                </a:lnTo>
                <a:lnTo>
                  <a:pt x="271" y="466"/>
                </a:lnTo>
                <a:lnTo>
                  <a:pt x="270" y="466"/>
                </a:lnTo>
                <a:lnTo>
                  <a:pt x="269" y="466"/>
                </a:lnTo>
                <a:lnTo>
                  <a:pt x="269" y="465"/>
                </a:lnTo>
                <a:lnTo>
                  <a:pt x="270" y="464"/>
                </a:lnTo>
                <a:lnTo>
                  <a:pt x="269" y="464"/>
                </a:lnTo>
                <a:lnTo>
                  <a:pt x="269" y="463"/>
                </a:lnTo>
                <a:lnTo>
                  <a:pt x="268" y="463"/>
                </a:lnTo>
                <a:lnTo>
                  <a:pt x="268" y="464"/>
                </a:lnTo>
                <a:lnTo>
                  <a:pt x="267" y="464"/>
                </a:lnTo>
                <a:lnTo>
                  <a:pt x="267" y="463"/>
                </a:lnTo>
                <a:lnTo>
                  <a:pt x="267" y="462"/>
                </a:lnTo>
                <a:lnTo>
                  <a:pt x="266" y="461"/>
                </a:lnTo>
                <a:lnTo>
                  <a:pt x="266" y="460"/>
                </a:lnTo>
                <a:lnTo>
                  <a:pt x="266" y="459"/>
                </a:lnTo>
                <a:lnTo>
                  <a:pt x="265" y="458"/>
                </a:lnTo>
                <a:lnTo>
                  <a:pt x="264" y="458"/>
                </a:lnTo>
                <a:lnTo>
                  <a:pt x="263" y="458"/>
                </a:lnTo>
                <a:lnTo>
                  <a:pt x="263" y="457"/>
                </a:lnTo>
                <a:lnTo>
                  <a:pt x="262" y="458"/>
                </a:lnTo>
                <a:lnTo>
                  <a:pt x="261" y="458"/>
                </a:lnTo>
                <a:lnTo>
                  <a:pt x="261" y="457"/>
                </a:lnTo>
                <a:lnTo>
                  <a:pt x="260" y="457"/>
                </a:lnTo>
                <a:lnTo>
                  <a:pt x="259" y="457"/>
                </a:lnTo>
                <a:lnTo>
                  <a:pt x="259" y="458"/>
                </a:lnTo>
                <a:lnTo>
                  <a:pt x="260" y="458"/>
                </a:lnTo>
                <a:lnTo>
                  <a:pt x="260" y="457"/>
                </a:lnTo>
                <a:lnTo>
                  <a:pt x="261" y="458"/>
                </a:lnTo>
                <a:lnTo>
                  <a:pt x="261" y="459"/>
                </a:lnTo>
                <a:lnTo>
                  <a:pt x="262" y="459"/>
                </a:lnTo>
                <a:lnTo>
                  <a:pt x="261" y="460"/>
                </a:lnTo>
                <a:lnTo>
                  <a:pt x="260" y="460"/>
                </a:lnTo>
                <a:lnTo>
                  <a:pt x="259" y="460"/>
                </a:lnTo>
                <a:lnTo>
                  <a:pt x="258" y="460"/>
                </a:lnTo>
                <a:lnTo>
                  <a:pt x="258" y="459"/>
                </a:lnTo>
                <a:lnTo>
                  <a:pt x="257" y="459"/>
                </a:lnTo>
                <a:lnTo>
                  <a:pt x="256" y="459"/>
                </a:lnTo>
                <a:lnTo>
                  <a:pt x="256" y="460"/>
                </a:lnTo>
                <a:lnTo>
                  <a:pt x="255" y="460"/>
                </a:lnTo>
                <a:lnTo>
                  <a:pt x="255" y="459"/>
                </a:lnTo>
                <a:lnTo>
                  <a:pt x="254" y="459"/>
                </a:lnTo>
                <a:lnTo>
                  <a:pt x="253" y="459"/>
                </a:lnTo>
                <a:lnTo>
                  <a:pt x="252" y="460"/>
                </a:lnTo>
                <a:lnTo>
                  <a:pt x="252" y="461"/>
                </a:lnTo>
                <a:lnTo>
                  <a:pt x="253" y="461"/>
                </a:lnTo>
                <a:lnTo>
                  <a:pt x="254" y="461"/>
                </a:lnTo>
                <a:lnTo>
                  <a:pt x="254" y="462"/>
                </a:lnTo>
                <a:lnTo>
                  <a:pt x="254" y="463"/>
                </a:lnTo>
                <a:lnTo>
                  <a:pt x="254" y="464"/>
                </a:lnTo>
                <a:lnTo>
                  <a:pt x="253" y="464"/>
                </a:lnTo>
                <a:lnTo>
                  <a:pt x="252" y="465"/>
                </a:lnTo>
                <a:lnTo>
                  <a:pt x="252" y="464"/>
                </a:lnTo>
                <a:lnTo>
                  <a:pt x="251" y="465"/>
                </a:lnTo>
                <a:lnTo>
                  <a:pt x="250" y="465"/>
                </a:lnTo>
                <a:lnTo>
                  <a:pt x="249" y="466"/>
                </a:lnTo>
                <a:lnTo>
                  <a:pt x="250" y="467"/>
                </a:lnTo>
                <a:lnTo>
                  <a:pt x="249" y="467"/>
                </a:lnTo>
                <a:lnTo>
                  <a:pt x="249" y="468"/>
                </a:lnTo>
                <a:lnTo>
                  <a:pt x="250" y="468"/>
                </a:lnTo>
                <a:lnTo>
                  <a:pt x="251" y="467"/>
                </a:lnTo>
                <a:lnTo>
                  <a:pt x="252" y="467"/>
                </a:lnTo>
                <a:lnTo>
                  <a:pt x="253" y="467"/>
                </a:lnTo>
                <a:lnTo>
                  <a:pt x="252" y="467"/>
                </a:lnTo>
                <a:lnTo>
                  <a:pt x="252" y="468"/>
                </a:lnTo>
                <a:lnTo>
                  <a:pt x="253" y="468"/>
                </a:lnTo>
                <a:lnTo>
                  <a:pt x="254" y="467"/>
                </a:lnTo>
                <a:lnTo>
                  <a:pt x="254" y="468"/>
                </a:lnTo>
                <a:lnTo>
                  <a:pt x="255" y="468"/>
                </a:lnTo>
                <a:lnTo>
                  <a:pt x="256" y="468"/>
                </a:lnTo>
                <a:lnTo>
                  <a:pt x="257" y="469"/>
                </a:lnTo>
                <a:lnTo>
                  <a:pt x="258" y="469"/>
                </a:lnTo>
                <a:lnTo>
                  <a:pt x="259" y="469"/>
                </a:lnTo>
                <a:lnTo>
                  <a:pt x="259" y="470"/>
                </a:lnTo>
                <a:lnTo>
                  <a:pt x="259" y="471"/>
                </a:lnTo>
                <a:lnTo>
                  <a:pt x="258" y="471"/>
                </a:lnTo>
                <a:lnTo>
                  <a:pt x="258" y="472"/>
                </a:lnTo>
                <a:lnTo>
                  <a:pt x="258" y="473"/>
                </a:lnTo>
                <a:lnTo>
                  <a:pt x="258" y="474"/>
                </a:lnTo>
                <a:lnTo>
                  <a:pt x="257" y="474"/>
                </a:lnTo>
                <a:lnTo>
                  <a:pt x="257" y="475"/>
                </a:lnTo>
                <a:lnTo>
                  <a:pt x="256" y="475"/>
                </a:lnTo>
                <a:lnTo>
                  <a:pt x="256" y="474"/>
                </a:lnTo>
                <a:lnTo>
                  <a:pt x="256" y="473"/>
                </a:lnTo>
                <a:lnTo>
                  <a:pt x="255" y="473"/>
                </a:lnTo>
                <a:lnTo>
                  <a:pt x="255" y="474"/>
                </a:lnTo>
                <a:lnTo>
                  <a:pt x="255" y="475"/>
                </a:lnTo>
                <a:lnTo>
                  <a:pt x="254" y="475"/>
                </a:lnTo>
                <a:lnTo>
                  <a:pt x="253" y="475"/>
                </a:lnTo>
                <a:lnTo>
                  <a:pt x="252" y="475"/>
                </a:lnTo>
                <a:lnTo>
                  <a:pt x="251" y="475"/>
                </a:lnTo>
                <a:lnTo>
                  <a:pt x="249" y="475"/>
                </a:lnTo>
                <a:lnTo>
                  <a:pt x="249" y="474"/>
                </a:lnTo>
                <a:lnTo>
                  <a:pt x="248" y="474"/>
                </a:lnTo>
                <a:lnTo>
                  <a:pt x="248" y="473"/>
                </a:lnTo>
                <a:lnTo>
                  <a:pt x="247" y="473"/>
                </a:lnTo>
                <a:lnTo>
                  <a:pt x="246" y="473"/>
                </a:lnTo>
                <a:lnTo>
                  <a:pt x="245" y="473"/>
                </a:lnTo>
                <a:lnTo>
                  <a:pt x="244" y="474"/>
                </a:lnTo>
                <a:lnTo>
                  <a:pt x="243" y="475"/>
                </a:lnTo>
                <a:lnTo>
                  <a:pt x="243" y="476"/>
                </a:lnTo>
                <a:lnTo>
                  <a:pt x="242" y="476"/>
                </a:lnTo>
                <a:lnTo>
                  <a:pt x="241" y="476"/>
                </a:lnTo>
                <a:lnTo>
                  <a:pt x="241" y="477"/>
                </a:lnTo>
                <a:lnTo>
                  <a:pt x="241" y="478"/>
                </a:lnTo>
                <a:lnTo>
                  <a:pt x="240" y="478"/>
                </a:lnTo>
                <a:lnTo>
                  <a:pt x="240" y="479"/>
                </a:lnTo>
                <a:lnTo>
                  <a:pt x="239" y="479"/>
                </a:lnTo>
                <a:lnTo>
                  <a:pt x="238" y="479"/>
                </a:lnTo>
                <a:lnTo>
                  <a:pt x="237" y="479"/>
                </a:lnTo>
                <a:lnTo>
                  <a:pt x="235" y="479"/>
                </a:lnTo>
                <a:lnTo>
                  <a:pt x="234" y="479"/>
                </a:lnTo>
                <a:lnTo>
                  <a:pt x="232" y="479"/>
                </a:lnTo>
                <a:lnTo>
                  <a:pt x="232" y="480"/>
                </a:lnTo>
                <a:lnTo>
                  <a:pt x="231" y="480"/>
                </a:lnTo>
                <a:lnTo>
                  <a:pt x="230" y="480"/>
                </a:lnTo>
                <a:lnTo>
                  <a:pt x="229" y="480"/>
                </a:lnTo>
                <a:lnTo>
                  <a:pt x="229" y="479"/>
                </a:lnTo>
                <a:lnTo>
                  <a:pt x="228" y="479"/>
                </a:lnTo>
                <a:lnTo>
                  <a:pt x="227" y="479"/>
                </a:lnTo>
                <a:lnTo>
                  <a:pt x="225" y="479"/>
                </a:lnTo>
                <a:lnTo>
                  <a:pt x="224" y="479"/>
                </a:lnTo>
                <a:lnTo>
                  <a:pt x="223" y="479"/>
                </a:lnTo>
                <a:lnTo>
                  <a:pt x="223" y="480"/>
                </a:lnTo>
                <a:lnTo>
                  <a:pt x="223" y="481"/>
                </a:lnTo>
                <a:lnTo>
                  <a:pt x="222" y="481"/>
                </a:lnTo>
                <a:lnTo>
                  <a:pt x="222" y="482"/>
                </a:lnTo>
                <a:lnTo>
                  <a:pt x="221" y="482"/>
                </a:lnTo>
                <a:lnTo>
                  <a:pt x="220" y="481"/>
                </a:lnTo>
                <a:lnTo>
                  <a:pt x="220" y="482"/>
                </a:lnTo>
                <a:lnTo>
                  <a:pt x="219" y="482"/>
                </a:lnTo>
                <a:lnTo>
                  <a:pt x="218" y="482"/>
                </a:lnTo>
                <a:lnTo>
                  <a:pt x="217" y="482"/>
                </a:lnTo>
                <a:lnTo>
                  <a:pt x="217" y="481"/>
                </a:lnTo>
                <a:lnTo>
                  <a:pt x="215" y="481"/>
                </a:lnTo>
                <a:lnTo>
                  <a:pt x="214" y="482"/>
                </a:lnTo>
                <a:lnTo>
                  <a:pt x="214" y="483"/>
                </a:lnTo>
                <a:lnTo>
                  <a:pt x="214" y="484"/>
                </a:lnTo>
                <a:lnTo>
                  <a:pt x="214" y="483"/>
                </a:lnTo>
                <a:lnTo>
                  <a:pt x="215" y="483"/>
                </a:lnTo>
                <a:lnTo>
                  <a:pt x="216" y="482"/>
                </a:lnTo>
                <a:lnTo>
                  <a:pt x="217" y="482"/>
                </a:lnTo>
                <a:lnTo>
                  <a:pt x="216" y="483"/>
                </a:lnTo>
                <a:lnTo>
                  <a:pt x="216" y="484"/>
                </a:lnTo>
                <a:lnTo>
                  <a:pt x="215" y="484"/>
                </a:lnTo>
                <a:lnTo>
                  <a:pt x="215" y="485"/>
                </a:lnTo>
                <a:lnTo>
                  <a:pt x="214" y="485"/>
                </a:lnTo>
                <a:lnTo>
                  <a:pt x="214" y="486"/>
                </a:lnTo>
                <a:lnTo>
                  <a:pt x="214" y="487"/>
                </a:lnTo>
                <a:lnTo>
                  <a:pt x="213" y="487"/>
                </a:lnTo>
                <a:lnTo>
                  <a:pt x="213" y="488"/>
                </a:lnTo>
                <a:lnTo>
                  <a:pt x="212" y="489"/>
                </a:lnTo>
                <a:lnTo>
                  <a:pt x="211" y="489"/>
                </a:lnTo>
                <a:lnTo>
                  <a:pt x="210" y="489"/>
                </a:lnTo>
                <a:lnTo>
                  <a:pt x="209" y="489"/>
                </a:lnTo>
                <a:lnTo>
                  <a:pt x="208" y="489"/>
                </a:lnTo>
                <a:lnTo>
                  <a:pt x="207" y="489"/>
                </a:lnTo>
                <a:lnTo>
                  <a:pt x="206" y="489"/>
                </a:lnTo>
                <a:lnTo>
                  <a:pt x="206" y="488"/>
                </a:lnTo>
                <a:lnTo>
                  <a:pt x="206" y="487"/>
                </a:lnTo>
                <a:lnTo>
                  <a:pt x="206" y="485"/>
                </a:lnTo>
                <a:lnTo>
                  <a:pt x="205" y="485"/>
                </a:lnTo>
                <a:lnTo>
                  <a:pt x="205" y="484"/>
                </a:lnTo>
                <a:lnTo>
                  <a:pt x="204" y="484"/>
                </a:lnTo>
                <a:lnTo>
                  <a:pt x="204" y="483"/>
                </a:lnTo>
                <a:lnTo>
                  <a:pt x="205" y="483"/>
                </a:lnTo>
                <a:lnTo>
                  <a:pt x="206" y="483"/>
                </a:lnTo>
                <a:lnTo>
                  <a:pt x="207" y="483"/>
                </a:lnTo>
                <a:lnTo>
                  <a:pt x="207" y="482"/>
                </a:lnTo>
                <a:lnTo>
                  <a:pt x="207" y="481"/>
                </a:lnTo>
                <a:lnTo>
                  <a:pt x="206" y="481"/>
                </a:lnTo>
                <a:lnTo>
                  <a:pt x="206" y="482"/>
                </a:lnTo>
                <a:lnTo>
                  <a:pt x="206" y="481"/>
                </a:lnTo>
                <a:lnTo>
                  <a:pt x="206" y="480"/>
                </a:lnTo>
                <a:lnTo>
                  <a:pt x="207" y="480"/>
                </a:lnTo>
                <a:lnTo>
                  <a:pt x="206" y="479"/>
                </a:lnTo>
                <a:lnTo>
                  <a:pt x="206" y="480"/>
                </a:lnTo>
                <a:lnTo>
                  <a:pt x="205" y="480"/>
                </a:lnTo>
                <a:lnTo>
                  <a:pt x="205" y="479"/>
                </a:lnTo>
                <a:lnTo>
                  <a:pt x="204" y="479"/>
                </a:lnTo>
                <a:lnTo>
                  <a:pt x="204" y="477"/>
                </a:lnTo>
                <a:lnTo>
                  <a:pt x="204" y="476"/>
                </a:lnTo>
                <a:lnTo>
                  <a:pt x="204" y="475"/>
                </a:lnTo>
                <a:lnTo>
                  <a:pt x="204" y="474"/>
                </a:lnTo>
                <a:lnTo>
                  <a:pt x="205" y="474"/>
                </a:lnTo>
                <a:lnTo>
                  <a:pt x="206" y="474"/>
                </a:lnTo>
                <a:lnTo>
                  <a:pt x="205" y="473"/>
                </a:lnTo>
                <a:lnTo>
                  <a:pt x="205" y="472"/>
                </a:lnTo>
                <a:lnTo>
                  <a:pt x="204" y="471"/>
                </a:lnTo>
                <a:lnTo>
                  <a:pt x="204" y="472"/>
                </a:lnTo>
                <a:lnTo>
                  <a:pt x="203" y="472"/>
                </a:lnTo>
                <a:lnTo>
                  <a:pt x="202" y="471"/>
                </a:lnTo>
                <a:lnTo>
                  <a:pt x="202" y="470"/>
                </a:lnTo>
                <a:lnTo>
                  <a:pt x="202" y="469"/>
                </a:lnTo>
                <a:lnTo>
                  <a:pt x="203" y="469"/>
                </a:lnTo>
                <a:lnTo>
                  <a:pt x="203" y="468"/>
                </a:lnTo>
                <a:lnTo>
                  <a:pt x="205" y="467"/>
                </a:lnTo>
                <a:lnTo>
                  <a:pt x="205" y="466"/>
                </a:lnTo>
                <a:lnTo>
                  <a:pt x="207" y="466"/>
                </a:lnTo>
                <a:lnTo>
                  <a:pt x="207" y="465"/>
                </a:lnTo>
                <a:lnTo>
                  <a:pt x="208" y="466"/>
                </a:lnTo>
                <a:lnTo>
                  <a:pt x="209" y="466"/>
                </a:lnTo>
                <a:lnTo>
                  <a:pt x="210" y="466"/>
                </a:lnTo>
                <a:lnTo>
                  <a:pt x="211" y="466"/>
                </a:lnTo>
                <a:lnTo>
                  <a:pt x="212" y="467"/>
                </a:lnTo>
                <a:lnTo>
                  <a:pt x="213" y="468"/>
                </a:lnTo>
                <a:lnTo>
                  <a:pt x="214" y="468"/>
                </a:lnTo>
                <a:lnTo>
                  <a:pt x="214" y="467"/>
                </a:lnTo>
                <a:lnTo>
                  <a:pt x="215" y="467"/>
                </a:lnTo>
                <a:lnTo>
                  <a:pt x="215" y="466"/>
                </a:lnTo>
                <a:lnTo>
                  <a:pt x="216" y="465"/>
                </a:lnTo>
                <a:lnTo>
                  <a:pt x="217" y="465"/>
                </a:lnTo>
                <a:lnTo>
                  <a:pt x="218" y="465"/>
                </a:lnTo>
                <a:lnTo>
                  <a:pt x="219" y="465"/>
                </a:lnTo>
                <a:lnTo>
                  <a:pt x="219" y="464"/>
                </a:lnTo>
                <a:lnTo>
                  <a:pt x="221" y="464"/>
                </a:lnTo>
                <a:lnTo>
                  <a:pt x="222" y="464"/>
                </a:lnTo>
                <a:lnTo>
                  <a:pt x="223" y="464"/>
                </a:lnTo>
                <a:lnTo>
                  <a:pt x="224" y="464"/>
                </a:lnTo>
                <a:lnTo>
                  <a:pt x="225" y="463"/>
                </a:lnTo>
                <a:lnTo>
                  <a:pt x="225" y="462"/>
                </a:lnTo>
                <a:lnTo>
                  <a:pt x="225" y="461"/>
                </a:lnTo>
                <a:lnTo>
                  <a:pt x="225" y="460"/>
                </a:lnTo>
                <a:lnTo>
                  <a:pt x="224" y="460"/>
                </a:lnTo>
                <a:lnTo>
                  <a:pt x="223" y="461"/>
                </a:lnTo>
                <a:lnTo>
                  <a:pt x="223" y="460"/>
                </a:lnTo>
                <a:lnTo>
                  <a:pt x="223" y="459"/>
                </a:lnTo>
                <a:lnTo>
                  <a:pt x="224" y="459"/>
                </a:lnTo>
                <a:lnTo>
                  <a:pt x="224" y="458"/>
                </a:lnTo>
                <a:lnTo>
                  <a:pt x="225" y="458"/>
                </a:lnTo>
                <a:lnTo>
                  <a:pt x="225" y="457"/>
                </a:lnTo>
                <a:lnTo>
                  <a:pt x="225" y="456"/>
                </a:lnTo>
                <a:lnTo>
                  <a:pt x="226" y="456"/>
                </a:lnTo>
                <a:lnTo>
                  <a:pt x="227" y="456"/>
                </a:lnTo>
                <a:lnTo>
                  <a:pt x="227" y="455"/>
                </a:lnTo>
                <a:lnTo>
                  <a:pt x="228" y="455"/>
                </a:lnTo>
                <a:lnTo>
                  <a:pt x="228" y="454"/>
                </a:lnTo>
                <a:lnTo>
                  <a:pt x="228" y="455"/>
                </a:lnTo>
                <a:lnTo>
                  <a:pt x="229" y="456"/>
                </a:lnTo>
                <a:lnTo>
                  <a:pt x="230" y="456"/>
                </a:lnTo>
                <a:lnTo>
                  <a:pt x="230" y="457"/>
                </a:lnTo>
                <a:lnTo>
                  <a:pt x="231" y="457"/>
                </a:lnTo>
                <a:lnTo>
                  <a:pt x="231" y="458"/>
                </a:lnTo>
                <a:lnTo>
                  <a:pt x="233" y="458"/>
                </a:lnTo>
                <a:lnTo>
                  <a:pt x="234" y="458"/>
                </a:lnTo>
                <a:lnTo>
                  <a:pt x="235" y="458"/>
                </a:lnTo>
                <a:lnTo>
                  <a:pt x="236" y="458"/>
                </a:lnTo>
                <a:lnTo>
                  <a:pt x="236" y="459"/>
                </a:lnTo>
                <a:lnTo>
                  <a:pt x="237" y="458"/>
                </a:lnTo>
                <a:lnTo>
                  <a:pt x="238" y="458"/>
                </a:lnTo>
                <a:lnTo>
                  <a:pt x="239" y="458"/>
                </a:lnTo>
                <a:lnTo>
                  <a:pt x="240" y="457"/>
                </a:lnTo>
                <a:lnTo>
                  <a:pt x="241" y="456"/>
                </a:lnTo>
                <a:lnTo>
                  <a:pt x="242" y="456"/>
                </a:lnTo>
                <a:lnTo>
                  <a:pt x="243" y="455"/>
                </a:lnTo>
                <a:lnTo>
                  <a:pt x="244" y="455"/>
                </a:lnTo>
                <a:lnTo>
                  <a:pt x="245" y="454"/>
                </a:lnTo>
                <a:lnTo>
                  <a:pt x="246" y="454"/>
                </a:lnTo>
                <a:lnTo>
                  <a:pt x="247" y="454"/>
                </a:lnTo>
                <a:lnTo>
                  <a:pt x="249" y="453"/>
                </a:lnTo>
                <a:lnTo>
                  <a:pt x="250" y="453"/>
                </a:lnTo>
                <a:lnTo>
                  <a:pt x="252" y="453"/>
                </a:lnTo>
                <a:lnTo>
                  <a:pt x="251" y="452"/>
                </a:lnTo>
                <a:lnTo>
                  <a:pt x="252" y="452"/>
                </a:lnTo>
                <a:lnTo>
                  <a:pt x="252" y="451"/>
                </a:lnTo>
                <a:lnTo>
                  <a:pt x="253" y="451"/>
                </a:lnTo>
                <a:lnTo>
                  <a:pt x="254" y="452"/>
                </a:lnTo>
                <a:lnTo>
                  <a:pt x="254" y="451"/>
                </a:lnTo>
                <a:lnTo>
                  <a:pt x="255" y="451"/>
                </a:lnTo>
                <a:lnTo>
                  <a:pt x="255" y="450"/>
                </a:lnTo>
                <a:lnTo>
                  <a:pt x="256" y="450"/>
                </a:lnTo>
                <a:lnTo>
                  <a:pt x="256" y="449"/>
                </a:lnTo>
                <a:lnTo>
                  <a:pt x="256" y="448"/>
                </a:lnTo>
                <a:lnTo>
                  <a:pt x="255" y="448"/>
                </a:lnTo>
                <a:lnTo>
                  <a:pt x="255" y="447"/>
                </a:lnTo>
                <a:lnTo>
                  <a:pt x="256" y="447"/>
                </a:lnTo>
                <a:lnTo>
                  <a:pt x="256" y="446"/>
                </a:lnTo>
                <a:lnTo>
                  <a:pt x="255" y="446"/>
                </a:lnTo>
                <a:lnTo>
                  <a:pt x="254" y="446"/>
                </a:lnTo>
                <a:lnTo>
                  <a:pt x="253" y="445"/>
                </a:lnTo>
                <a:lnTo>
                  <a:pt x="252" y="444"/>
                </a:lnTo>
                <a:lnTo>
                  <a:pt x="251" y="443"/>
                </a:lnTo>
                <a:lnTo>
                  <a:pt x="251" y="444"/>
                </a:lnTo>
                <a:lnTo>
                  <a:pt x="250" y="443"/>
                </a:lnTo>
                <a:lnTo>
                  <a:pt x="248" y="443"/>
                </a:lnTo>
                <a:lnTo>
                  <a:pt x="248" y="442"/>
                </a:lnTo>
                <a:lnTo>
                  <a:pt x="248" y="441"/>
                </a:lnTo>
                <a:lnTo>
                  <a:pt x="247" y="441"/>
                </a:lnTo>
                <a:lnTo>
                  <a:pt x="247" y="440"/>
                </a:lnTo>
                <a:lnTo>
                  <a:pt x="248" y="440"/>
                </a:lnTo>
                <a:lnTo>
                  <a:pt x="249" y="440"/>
                </a:lnTo>
                <a:lnTo>
                  <a:pt x="249" y="439"/>
                </a:lnTo>
                <a:lnTo>
                  <a:pt x="248" y="439"/>
                </a:lnTo>
                <a:lnTo>
                  <a:pt x="247" y="439"/>
                </a:lnTo>
                <a:lnTo>
                  <a:pt x="247" y="438"/>
                </a:lnTo>
                <a:lnTo>
                  <a:pt x="248" y="438"/>
                </a:lnTo>
                <a:lnTo>
                  <a:pt x="249" y="438"/>
                </a:lnTo>
                <a:lnTo>
                  <a:pt x="249" y="437"/>
                </a:lnTo>
                <a:lnTo>
                  <a:pt x="250" y="438"/>
                </a:lnTo>
                <a:lnTo>
                  <a:pt x="251" y="438"/>
                </a:lnTo>
                <a:lnTo>
                  <a:pt x="251" y="437"/>
                </a:lnTo>
                <a:lnTo>
                  <a:pt x="252" y="437"/>
                </a:lnTo>
                <a:lnTo>
                  <a:pt x="252" y="436"/>
                </a:lnTo>
                <a:lnTo>
                  <a:pt x="250" y="436"/>
                </a:lnTo>
                <a:lnTo>
                  <a:pt x="250" y="435"/>
                </a:lnTo>
                <a:lnTo>
                  <a:pt x="249" y="435"/>
                </a:lnTo>
                <a:lnTo>
                  <a:pt x="249" y="434"/>
                </a:lnTo>
                <a:lnTo>
                  <a:pt x="248" y="434"/>
                </a:lnTo>
                <a:lnTo>
                  <a:pt x="248" y="435"/>
                </a:lnTo>
                <a:lnTo>
                  <a:pt x="248" y="434"/>
                </a:lnTo>
                <a:lnTo>
                  <a:pt x="247" y="434"/>
                </a:lnTo>
                <a:lnTo>
                  <a:pt x="247" y="433"/>
                </a:lnTo>
                <a:lnTo>
                  <a:pt x="248" y="433"/>
                </a:lnTo>
                <a:lnTo>
                  <a:pt x="249" y="433"/>
                </a:lnTo>
                <a:lnTo>
                  <a:pt x="250" y="433"/>
                </a:lnTo>
                <a:lnTo>
                  <a:pt x="250" y="432"/>
                </a:lnTo>
                <a:lnTo>
                  <a:pt x="251" y="432"/>
                </a:lnTo>
                <a:lnTo>
                  <a:pt x="252" y="432"/>
                </a:lnTo>
                <a:lnTo>
                  <a:pt x="253" y="433"/>
                </a:lnTo>
                <a:lnTo>
                  <a:pt x="254" y="433"/>
                </a:lnTo>
                <a:lnTo>
                  <a:pt x="255" y="433"/>
                </a:lnTo>
                <a:lnTo>
                  <a:pt x="255" y="432"/>
                </a:lnTo>
                <a:lnTo>
                  <a:pt x="256" y="432"/>
                </a:lnTo>
                <a:lnTo>
                  <a:pt x="256" y="431"/>
                </a:lnTo>
                <a:lnTo>
                  <a:pt x="255" y="430"/>
                </a:lnTo>
                <a:lnTo>
                  <a:pt x="254" y="429"/>
                </a:lnTo>
                <a:lnTo>
                  <a:pt x="255" y="429"/>
                </a:lnTo>
                <a:lnTo>
                  <a:pt x="256" y="429"/>
                </a:lnTo>
                <a:lnTo>
                  <a:pt x="257" y="428"/>
                </a:lnTo>
                <a:lnTo>
                  <a:pt x="257" y="429"/>
                </a:lnTo>
                <a:lnTo>
                  <a:pt x="258" y="429"/>
                </a:lnTo>
                <a:lnTo>
                  <a:pt x="259" y="429"/>
                </a:lnTo>
                <a:lnTo>
                  <a:pt x="259" y="430"/>
                </a:lnTo>
                <a:lnTo>
                  <a:pt x="260" y="430"/>
                </a:lnTo>
                <a:lnTo>
                  <a:pt x="260" y="429"/>
                </a:lnTo>
                <a:lnTo>
                  <a:pt x="260" y="428"/>
                </a:lnTo>
                <a:lnTo>
                  <a:pt x="259" y="428"/>
                </a:lnTo>
                <a:lnTo>
                  <a:pt x="259" y="427"/>
                </a:lnTo>
                <a:lnTo>
                  <a:pt x="259" y="426"/>
                </a:lnTo>
                <a:lnTo>
                  <a:pt x="258" y="426"/>
                </a:lnTo>
                <a:lnTo>
                  <a:pt x="258" y="425"/>
                </a:lnTo>
                <a:lnTo>
                  <a:pt x="259" y="425"/>
                </a:lnTo>
                <a:lnTo>
                  <a:pt x="260" y="425"/>
                </a:lnTo>
                <a:lnTo>
                  <a:pt x="260" y="424"/>
                </a:lnTo>
                <a:lnTo>
                  <a:pt x="259" y="424"/>
                </a:lnTo>
                <a:lnTo>
                  <a:pt x="260" y="423"/>
                </a:lnTo>
                <a:lnTo>
                  <a:pt x="260" y="422"/>
                </a:lnTo>
                <a:lnTo>
                  <a:pt x="261" y="422"/>
                </a:lnTo>
                <a:lnTo>
                  <a:pt x="262" y="422"/>
                </a:lnTo>
                <a:lnTo>
                  <a:pt x="264" y="423"/>
                </a:lnTo>
                <a:lnTo>
                  <a:pt x="267" y="423"/>
                </a:lnTo>
                <a:lnTo>
                  <a:pt x="268" y="423"/>
                </a:lnTo>
                <a:lnTo>
                  <a:pt x="269" y="423"/>
                </a:lnTo>
                <a:lnTo>
                  <a:pt x="270" y="422"/>
                </a:lnTo>
                <a:lnTo>
                  <a:pt x="270" y="423"/>
                </a:lnTo>
                <a:lnTo>
                  <a:pt x="271" y="423"/>
                </a:lnTo>
                <a:lnTo>
                  <a:pt x="272" y="422"/>
                </a:lnTo>
                <a:lnTo>
                  <a:pt x="274" y="421"/>
                </a:lnTo>
                <a:lnTo>
                  <a:pt x="275" y="421"/>
                </a:lnTo>
                <a:lnTo>
                  <a:pt x="275" y="420"/>
                </a:lnTo>
                <a:lnTo>
                  <a:pt x="275" y="421"/>
                </a:lnTo>
                <a:lnTo>
                  <a:pt x="276" y="421"/>
                </a:lnTo>
                <a:lnTo>
                  <a:pt x="276" y="420"/>
                </a:lnTo>
                <a:lnTo>
                  <a:pt x="277" y="420"/>
                </a:lnTo>
                <a:lnTo>
                  <a:pt x="278" y="420"/>
                </a:lnTo>
                <a:lnTo>
                  <a:pt x="277" y="420"/>
                </a:lnTo>
                <a:lnTo>
                  <a:pt x="277" y="419"/>
                </a:lnTo>
                <a:lnTo>
                  <a:pt x="274" y="419"/>
                </a:lnTo>
                <a:lnTo>
                  <a:pt x="274" y="420"/>
                </a:lnTo>
                <a:lnTo>
                  <a:pt x="273" y="420"/>
                </a:lnTo>
                <a:lnTo>
                  <a:pt x="272" y="420"/>
                </a:lnTo>
                <a:lnTo>
                  <a:pt x="271" y="420"/>
                </a:lnTo>
                <a:lnTo>
                  <a:pt x="269" y="421"/>
                </a:lnTo>
                <a:lnTo>
                  <a:pt x="268" y="422"/>
                </a:lnTo>
                <a:lnTo>
                  <a:pt x="267" y="421"/>
                </a:lnTo>
                <a:lnTo>
                  <a:pt x="264" y="421"/>
                </a:lnTo>
                <a:lnTo>
                  <a:pt x="264" y="422"/>
                </a:lnTo>
                <a:lnTo>
                  <a:pt x="262" y="422"/>
                </a:lnTo>
                <a:lnTo>
                  <a:pt x="262" y="421"/>
                </a:lnTo>
                <a:lnTo>
                  <a:pt x="261" y="421"/>
                </a:lnTo>
                <a:lnTo>
                  <a:pt x="260" y="420"/>
                </a:lnTo>
                <a:lnTo>
                  <a:pt x="259" y="420"/>
                </a:lnTo>
                <a:lnTo>
                  <a:pt x="258" y="419"/>
                </a:lnTo>
                <a:lnTo>
                  <a:pt x="257" y="420"/>
                </a:lnTo>
                <a:lnTo>
                  <a:pt x="258" y="421"/>
                </a:lnTo>
                <a:lnTo>
                  <a:pt x="258" y="422"/>
                </a:lnTo>
                <a:lnTo>
                  <a:pt x="258" y="423"/>
                </a:lnTo>
                <a:lnTo>
                  <a:pt x="258" y="424"/>
                </a:lnTo>
                <a:lnTo>
                  <a:pt x="257" y="424"/>
                </a:lnTo>
                <a:lnTo>
                  <a:pt x="256" y="424"/>
                </a:lnTo>
                <a:lnTo>
                  <a:pt x="256" y="425"/>
                </a:lnTo>
                <a:lnTo>
                  <a:pt x="255" y="425"/>
                </a:lnTo>
                <a:lnTo>
                  <a:pt x="255" y="424"/>
                </a:lnTo>
                <a:lnTo>
                  <a:pt x="254" y="425"/>
                </a:lnTo>
                <a:lnTo>
                  <a:pt x="253" y="425"/>
                </a:lnTo>
                <a:lnTo>
                  <a:pt x="252" y="426"/>
                </a:lnTo>
                <a:lnTo>
                  <a:pt x="251" y="426"/>
                </a:lnTo>
                <a:lnTo>
                  <a:pt x="250" y="427"/>
                </a:lnTo>
                <a:lnTo>
                  <a:pt x="247" y="427"/>
                </a:lnTo>
                <a:lnTo>
                  <a:pt x="246" y="427"/>
                </a:lnTo>
                <a:lnTo>
                  <a:pt x="245" y="428"/>
                </a:lnTo>
                <a:lnTo>
                  <a:pt x="245" y="427"/>
                </a:lnTo>
                <a:lnTo>
                  <a:pt x="244" y="427"/>
                </a:lnTo>
                <a:lnTo>
                  <a:pt x="244" y="428"/>
                </a:lnTo>
                <a:lnTo>
                  <a:pt x="243" y="428"/>
                </a:lnTo>
                <a:lnTo>
                  <a:pt x="243" y="427"/>
                </a:lnTo>
                <a:lnTo>
                  <a:pt x="242" y="427"/>
                </a:lnTo>
                <a:lnTo>
                  <a:pt x="241" y="427"/>
                </a:lnTo>
                <a:lnTo>
                  <a:pt x="241" y="428"/>
                </a:lnTo>
                <a:lnTo>
                  <a:pt x="241" y="430"/>
                </a:lnTo>
                <a:lnTo>
                  <a:pt x="240" y="430"/>
                </a:lnTo>
                <a:lnTo>
                  <a:pt x="239" y="431"/>
                </a:lnTo>
                <a:lnTo>
                  <a:pt x="239" y="430"/>
                </a:lnTo>
                <a:lnTo>
                  <a:pt x="236" y="430"/>
                </a:lnTo>
                <a:lnTo>
                  <a:pt x="237" y="428"/>
                </a:lnTo>
                <a:lnTo>
                  <a:pt x="237" y="427"/>
                </a:lnTo>
                <a:lnTo>
                  <a:pt x="237" y="426"/>
                </a:lnTo>
                <a:lnTo>
                  <a:pt x="236" y="426"/>
                </a:lnTo>
                <a:lnTo>
                  <a:pt x="235" y="425"/>
                </a:lnTo>
                <a:lnTo>
                  <a:pt x="235" y="426"/>
                </a:lnTo>
                <a:lnTo>
                  <a:pt x="234" y="426"/>
                </a:lnTo>
                <a:lnTo>
                  <a:pt x="234" y="425"/>
                </a:lnTo>
                <a:lnTo>
                  <a:pt x="235" y="423"/>
                </a:lnTo>
                <a:lnTo>
                  <a:pt x="235" y="424"/>
                </a:lnTo>
                <a:lnTo>
                  <a:pt x="236" y="422"/>
                </a:lnTo>
                <a:lnTo>
                  <a:pt x="236" y="420"/>
                </a:lnTo>
                <a:lnTo>
                  <a:pt x="237" y="420"/>
                </a:lnTo>
                <a:lnTo>
                  <a:pt x="237" y="419"/>
                </a:lnTo>
                <a:lnTo>
                  <a:pt x="236" y="419"/>
                </a:lnTo>
                <a:lnTo>
                  <a:pt x="235" y="419"/>
                </a:lnTo>
                <a:lnTo>
                  <a:pt x="235" y="418"/>
                </a:lnTo>
                <a:lnTo>
                  <a:pt x="234" y="417"/>
                </a:lnTo>
                <a:lnTo>
                  <a:pt x="234" y="418"/>
                </a:lnTo>
                <a:lnTo>
                  <a:pt x="234" y="419"/>
                </a:lnTo>
                <a:lnTo>
                  <a:pt x="234" y="420"/>
                </a:lnTo>
                <a:lnTo>
                  <a:pt x="234" y="421"/>
                </a:lnTo>
                <a:lnTo>
                  <a:pt x="233" y="421"/>
                </a:lnTo>
                <a:lnTo>
                  <a:pt x="233" y="422"/>
                </a:lnTo>
                <a:lnTo>
                  <a:pt x="232" y="422"/>
                </a:lnTo>
                <a:lnTo>
                  <a:pt x="232" y="423"/>
                </a:lnTo>
                <a:lnTo>
                  <a:pt x="231" y="423"/>
                </a:lnTo>
                <a:lnTo>
                  <a:pt x="230" y="423"/>
                </a:lnTo>
                <a:lnTo>
                  <a:pt x="230" y="424"/>
                </a:lnTo>
                <a:lnTo>
                  <a:pt x="229" y="423"/>
                </a:lnTo>
                <a:lnTo>
                  <a:pt x="228" y="422"/>
                </a:lnTo>
                <a:lnTo>
                  <a:pt x="228" y="423"/>
                </a:lnTo>
                <a:lnTo>
                  <a:pt x="228" y="422"/>
                </a:lnTo>
                <a:lnTo>
                  <a:pt x="227" y="422"/>
                </a:lnTo>
                <a:lnTo>
                  <a:pt x="226" y="422"/>
                </a:lnTo>
                <a:lnTo>
                  <a:pt x="225" y="422"/>
                </a:lnTo>
                <a:lnTo>
                  <a:pt x="224" y="422"/>
                </a:lnTo>
                <a:lnTo>
                  <a:pt x="223" y="422"/>
                </a:lnTo>
                <a:lnTo>
                  <a:pt x="223" y="421"/>
                </a:lnTo>
                <a:lnTo>
                  <a:pt x="223" y="420"/>
                </a:lnTo>
                <a:lnTo>
                  <a:pt x="224" y="419"/>
                </a:lnTo>
                <a:lnTo>
                  <a:pt x="225" y="418"/>
                </a:lnTo>
                <a:lnTo>
                  <a:pt x="226" y="418"/>
                </a:lnTo>
                <a:lnTo>
                  <a:pt x="227" y="417"/>
                </a:lnTo>
                <a:lnTo>
                  <a:pt x="227" y="416"/>
                </a:lnTo>
                <a:lnTo>
                  <a:pt x="227" y="415"/>
                </a:lnTo>
                <a:lnTo>
                  <a:pt x="226" y="415"/>
                </a:lnTo>
                <a:lnTo>
                  <a:pt x="225" y="416"/>
                </a:lnTo>
                <a:lnTo>
                  <a:pt x="224" y="417"/>
                </a:lnTo>
                <a:lnTo>
                  <a:pt x="223" y="417"/>
                </a:lnTo>
                <a:lnTo>
                  <a:pt x="225" y="418"/>
                </a:lnTo>
                <a:lnTo>
                  <a:pt x="224" y="418"/>
                </a:lnTo>
                <a:lnTo>
                  <a:pt x="223" y="419"/>
                </a:lnTo>
                <a:lnTo>
                  <a:pt x="222" y="420"/>
                </a:lnTo>
                <a:lnTo>
                  <a:pt x="221" y="420"/>
                </a:lnTo>
                <a:lnTo>
                  <a:pt x="221" y="419"/>
                </a:lnTo>
                <a:lnTo>
                  <a:pt x="220" y="419"/>
                </a:lnTo>
                <a:lnTo>
                  <a:pt x="220" y="420"/>
                </a:lnTo>
                <a:lnTo>
                  <a:pt x="220" y="421"/>
                </a:lnTo>
                <a:lnTo>
                  <a:pt x="219" y="422"/>
                </a:lnTo>
                <a:lnTo>
                  <a:pt x="218" y="422"/>
                </a:lnTo>
                <a:lnTo>
                  <a:pt x="217" y="421"/>
                </a:lnTo>
                <a:lnTo>
                  <a:pt x="216" y="421"/>
                </a:lnTo>
                <a:lnTo>
                  <a:pt x="217" y="420"/>
                </a:lnTo>
                <a:lnTo>
                  <a:pt x="218" y="420"/>
                </a:lnTo>
                <a:lnTo>
                  <a:pt x="218" y="419"/>
                </a:lnTo>
                <a:lnTo>
                  <a:pt x="218" y="418"/>
                </a:lnTo>
                <a:lnTo>
                  <a:pt x="219" y="417"/>
                </a:lnTo>
                <a:lnTo>
                  <a:pt x="218" y="417"/>
                </a:lnTo>
                <a:lnTo>
                  <a:pt x="218" y="415"/>
                </a:lnTo>
                <a:lnTo>
                  <a:pt x="219" y="415"/>
                </a:lnTo>
                <a:lnTo>
                  <a:pt x="219" y="414"/>
                </a:lnTo>
                <a:lnTo>
                  <a:pt x="219" y="413"/>
                </a:lnTo>
                <a:lnTo>
                  <a:pt x="221" y="412"/>
                </a:lnTo>
                <a:lnTo>
                  <a:pt x="222" y="412"/>
                </a:lnTo>
                <a:lnTo>
                  <a:pt x="223" y="411"/>
                </a:lnTo>
                <a:lnTo>
                  <a:pt x="224" y="411"/>
                </a:lnTo>
                <a:lnTo>
                  <a:pt x="225" y="410"/>
                </a:lnTo>
                <a:lnTo>
                  <a:pt x="226" y="410"/>
                </a:lnTo>
                <a:lnTo>
                  <a:pt x="226" y="409"/>
                </a:lnTo>
                <a:lnTo>
                  <a:pt x="227" y="409"/>
                </a:lnTo>
                <a:lnTo>
                  <a:pt x="228" y="409"/>
                </a:lnTo>
                <a:lnTo>
                  <a:pt x="229" y="409"/>
                </a:lnTo>
                <a:lnTo>
                  <a:pt x="229" y="410"/>
                </a:lnTo>
                <a:lnTo>
                  <a:pt x="229" y="411"/>
                </a:lnTo>
                <a:lnTo>
                  <a:pt x="230" y="411"/>
                </a:lnTo>
                <a:lnTo>
                  <a:pt x="231" y="411"/>
                </a:lnTo>
                <a:lnTo>
                  <a:pt x="231" y="410"/>
                </a:lnTo>
                <a:lnTo>
                  <a:pt x="232" y="410"/>
                </a:lnTo>
                <a:lnTo>
                  <a:pt x="232" y="409"/>
                </a:lnTo>
                <a:lnTo>
                  <a:pt x="233" y="409"/>
                </a:lnTo>
                <a:lnTo>
                  <a:pt x="234" y="409"/>
                </a:lnTo>
                <a:lnTo>
                  <a:pt x="234" y="408"/>
                </a:lnTo>
                <a:lnTo>
                  <a:pt x="235" y="408"/>
                </a:lnTo>
                <a:lnTo>
                  <a:pt x="235" y="407"/>
                </a:lnTo>
                <a:lnTo>
                  <a:pt x="236" y="407"/>
                </a:lnTo>
                <a:lnTo>
                  <a:pt x="237" y="407"/>
                </a:lnTo>
                <a:lnTo>
                  <a:pt x="237" y="406"/>
                </a:lnTo>
                <a:lnTo>
                  <a:pt x="237" y="407"/>
                </a:lnTo>
                <a:lnTo>
                  <a:pt x="236" y="407"/>
                </a:lnTo>
                <a:lnTo>
                  <a:pt x="235" y="407"/>
                </a:lnTo>
                <a:lnTo>
                  <a:pt x="234" y="408"/>
                </a:lnTo>
                <a:lnTo>
                  <a:pt x="233" y="408"/>
                </a:lnTo>
                <a:lnTo>
                  <a:pt x="233" y="409"/>
                </a:lnTo>
                <a:lnTo>
                  <a:pt x="232" y="409"/>
                </a:lnTo>
                <a:lnTo>
                  <a:pt x="231" y="409"/>
                </a:lnTo>
                <a:lnTo>
                  <a:pt x="230" y="409"/>
                </a:lnTo>
                <a:lnTo>
                  <a:pt x="229" y="408"/>
                </a:lnTo>
                <a:lnTo>
                  <a:pt x="227" y="407"/>
                </a:lnTo>
                <a:lnTo>
                  <a:pt x="226" y="407"/>
                </a:lnTo>
                <a:lnTo>
                  <a:pt x="226" y="408"/>
                </a:lnTo>
                <a:lnTo>
                  <a:pt x="225" y="408"/>
                </a:lnTo>
                <a:lnTo>
                  <a:pt x="224" y="408"/>
                </a:lnTo>
                <a:lnTo>
                  <a:pt x="223" y="409"/>
                </a:lnTo>
                <a:lnTo>
                  <a:pt x="223" y="410"/>
                </a:lnTo>
                <a:lnTo>
                  <a:pt x="222" y="410"/>
                </a:lnTo>
                <a:lnTo>
                  <a:pt x="222" y="411"/>
                </a:lnTo>
                <a:lnTo>
                  <a:pt x="221" y="411"/>
                </a:lnTo>
                <a:lnTo>
                  <a:pt x="221" y="410"/>
                </a:lnTo>
                <a:lnTo>
                  <a:pt x="221" y="409"/>
                </a:lnTo>
                <a:lnTo>
                  <a:pt x="220" y="408"/>
                </a:lnTo>
                <a:lnTo>
                  <a:pt x="219" y="408"/>
                </a:lnTo>
                <a:lnTo>
                  <a:pt x="219" y="409"/>
                </a:lnTo>
                <a:lnTo>
                  <a:pt x="218" y="409"/>
                </a:lnTo>
                <a:lnTo>
                  <a:pt x="218" y="410"/>
                </a:lnTo>
                <a:lnTo>
                  <a:pt x="218" y="411"/>
                </a:lnTo>
                <a:lnTo>
                  <a:pt x="215" y="411"/>
                </a:lnTo>
                <a:lnTo>
                  <a:pt x="214" y="408"/>
                </a:lnTo>
                <a:lnTo>
                  <a:pt x="214" y="406"/>
                </a:lnTo>
                <a:lnTo>
                  <a:pt x="215" y="406"/>
                </a:lnTo>
                <a:lnTo>
                  <a:pt x="215" y="405"/>
                </a:lnTo>
                <a:lnTo>
                  <a:pt x="215" y="404"/>
                </a:lnTo>
                <a:lnTo>
                  <a:pt x="217" y="402"/>
                </a:lnTo>
                <a:lnTo>
                  <a:pt x="219" y="402"/>
                </a:lnTo>
                <a:lnTo>
                  <a:pt x="220" y="402"/>
                </a:lnTo>
                <a:lnTo>
                  <a:pt x="221" y="401"/>
                </a:lnTo>
                <a:lnTo>
                  <a:pt x="221" y="400"/>
                </a:lnTo>
                <a:lnTo>
                  <a:pt x="221" y="399"/>
                </a:lnTo>
                <a:lnTo>
                  <a:pt x="222" y="400"/>
                </a:lnTo>
                <a:lnTo>
                  <a:pt x="223" y="400"/>
                </a:lnTo>
                <a:lnTo>
                  <a:pt x="225" y="399"/>
                </a:lnTo>
                <a:lnTo>
                  <a:pt x="226" y="399"/>
                </a:lnTo>
                <a:lnTo>
                  <a:pt x="227" y="399"/>
                </a:lnTo>
                <a:lnTo>
                  <a:pt x="229" y="399"/>
                </a:lnTo>
                <a:lnTo>
                  <a:pt x="230" y="399"/>
                </a:lnTo>
                <a:lnTo>
                  <a:pt x="231" y="399"/>
                </a:lnTo>
                <a:lnTo>
                  <a:pt x="232" y="398"/>
                </a:lnTo>
                <a:lnTo>
                  <a:pt x="232" y="397"/>
                </a:lnTo>
                <a:lnTo>
                  <a:pt x="233" y="397"/>
                </a:lnTo>
                <a:lnTo>
                  <a:pt x="233" y="398"/>
                </a:lnTo>
                <a:lnTo>
                  <a:pt x="234" y="398"/>
                </a:lnTo>
                <a:lnTo>
                  <a:pt x="234" y="397"/>
                </a:lnTo>
                <a:lnTo>
                  <a:pt x="235" y="397"/>
                </a:lnTo>
                <a:lnTo>
                  <a:pt x="235" y="396"/>
                </a:lnTo>
                <a:lnTo>
                  <a:pt x="236" y="396"/>
                </a:lnTo>
                <a:lnTo>
                  <a:pt x="236" y="395"/>
                </a:lnTo>
                <a:lnTo>
                  <a:pt x="235" y="395"/>
                </a:lnTo>
                <a:lnTo>
                  <a:pt x="234" y="395"/>
                </a:lnTo>
                <a:lnTo>
                  <a:pt x="234" y="394"/>
                </a:lnTo>
                <a:lnTo>
                  <a:pt x="235" y="394"/>
                </a:lnTo>
                <a:lnTo>
                  <a:pt x="236" y="394"/>
                </a:lnTo>
                <a:lnTo>
                  <a:pt x="237" y="394"/>
                </a:lnTo>
                <a:lnTo>
                  <a:pt x="238" y="393"/>
                </a:lnTo>
                <a:lnTo>
                  <a:pt x="239" y="393"/>
                </a:lnTo>
                <a:lnTo>
                  <a:pt x="239" y="394"/>
                </a:lnTo>
                <a:lnTo>
                  <a:pt x="240" y="394"/>
                </a:lnTo>
                <a:lnTo>
                  <a:pt x="241" y="395"/>
                </a:lnTo>
                <a:lnTo>
                  <a:pt x="241" y="396"/>
                </a:lnTo>
                <a:lnTo>
                  <a:pt x="242" y="397"/>
                </a:lnTo>
                <a:lnTo>
                  <a:pt x="242" y="398"/>
                </a:lnTo>
                <a:lnTo>
                  <a:pt x="242" y="399"/>
                </a:lnTo>
                <a:lnTo>
                  <a:pt x="242" y="400"/>
                </a:lnTo>
                <a:lnTo>
                  <a:pt x="243" y="400"/>
                </a:lnTo>
                <a:lnTo>
                  <a:pt x="244" y="400"/>
                </a:lnTo>
                <a:lnTo>
                  <a:pt x="245" y="399"/>
                </a:lnTo>
                <a:lnTo>
                  <a:pt x="244" y="399"/>
                </a:lnTo>
                <a:lnTo>
                  <a:pt x="243" y="399"/>
                </a:lnTo>
                <a:lnTo>
                  <a:pt x="242" y="398"/>
                </a:lnTo>
                <a:lnTo>
                  <a:pt x="242" y="397"/>
                </a:lnTo>
                <a:lnTo>
                  <a:pt x="242" y="396"/>
                </a:lnTo>
                <a:lnTo>
                  <a:pt x="241" y="395"/>
                </a:lnTo>
                <a:lnTo>
                  <a:pt x="240" y="394"/>
                </a:lnTo>
                <a:lnTo>
                  <a:pt x="240" y="393"/>
                </a:lnTo>
                <a:lnTo>
                  <a:pt x="239" y="393"/>
                </a:lnTo>
                <a:lnTo>
                  <a:pt x="239" y="392"/>
                </a:lnTo>
                <a:lnTo>
                  <a:pt x="240" y="392"/>
                </a:lnTo>
                <a:lnTo>
                  <a:pt x="239" y="391"/>
                </a:lnTo>
                <a:lnTo>
                  <a:pt x="239" y="390"/>
                </a:lnTo>
                <a:lnTo>
                  <a:pt x="240" y="390"/>
                </a:lnTo>
                <a:lnTo>
                  <a:pt x="240" y="389"/>
                </a:lnTo>
                <a:lnTo>
                  <a:pt x="239" y="388"/>
                </a:lnTo>
                <a:lnTo>
                  <a:pt x="238" y="388"/>
                </a:lnTo>
                <a:lnTo>
                  <a:pt x="238" y="387"/>
                </a:lnTo>
                <a:lnTo>
                  <a:pt x="237" y="386"/>
                </a:lnTo>
                <a:lnTo>
                  <a:pt x="236" y="385"/>
                </a:lnTo>
                <a:lnTo>
                  <a:pt x="235" y="385"/>
                </a:lnTo>
                <a:lnTo>
                  <a:pt x="235" y="384"/>
                </a:lnTo>
                <a:lnTo>
                  <a:pt x="236" y="384"/>
                </a:lnTo>
                <a:lnTo>
                  <a:pt x="237" y="384"/>
                </a:lnTo>
                <a:lnTo>
                  <a:pt x="238" y="383"/>
                </a:lnTo>
                <a:lnTo>
                  <a:pt x="238" y="382"/>
                </a:lnTo>
                <a:lnTo>
                  <a:pt x="238" y="381"/>
                </a:lnTo>
                <a:lnTo>
                  <a:pt x="238" y="380"/>
                </a:lnTo>
                <a:lnTo>
                  <a:pt x="237" y="380"/>
                </a:lnTo>
                <a:lnTo>
                  <a:pt x="237" y="379"/>
                </a:lnTo>
                <a:lnTo>
                  <a:pt x="237" y="378"/>
                </a:lnTo>
                <a:lnTo>
                  <a:pt x="238" y="378"/>
                </a:lnTo>
                <a:lnTo>
                  <a:pt x="239" y="377"/>
                </a:lnTo>
                <a:lnTo>
                  <a:pt x="240" y="376"/>
                </a:lnTo>
                <a:lnTo>
                  <a:pt x="241" y="375"/>
                </a:lnTo>
                <a:lnTo>
                  <a:pt x="242" y="374"/>
                </a:lnTo>
                <a:lnTo>
                  <a:pt x="243" y="373"/>
                </a:lnTo>
                <a:lnTo>
                  <a:pt x="242" y="372"/>
                </a:lnTo>
                <a:lnTo>
                  <a:pt x="243" y="372"/>
                </a:lnTo>
                <a:lnTo>
                  <a:pt x="244" y="373"/>
                </a:lnTo>
                <a:lnTo>
                  <a:pt x="245" y="373"/>
                </a:lnTo>
                <a:lnTo>
                  <a:pt x="246" y="373"/>
                </a:lnTo>
                <a:lnTo>
                  <a:pt x="247" y="373"/>
                </a:lnTo>
                <a:lnTo>
                  <a:pt x="247" y="372"/>
                </a:lnTo>
                <a:lnTo>
                  <a:pt x="248" y="372"/>
                </a:lnTo>
                <a:lnTo>
                  <a:pt x="249" y="372"/>
                </a:lnTo>
                <a:lnTo>
                  <a:pt x="250" y="371"/>
                </a:lnTo>
                <a:lnTo>
                  <a:pt x="251" y="371"/>
                </a:lnTo>
                <a:lnTo>
                  <a:pt x="251" y="370"/>
                </a:lnTo>
                <a:lnTo>
                  <a:pt x="251" y="369"/>
                </a:lnTo>
                <a:lnTo>
                  <a:pt x="252" y="369"/>
                </a:lnTo>
                <a:lnTo>
                  <a:pt x="254" y="369"/>
                </a:lnTo>
                <a:lnTo>
                  <a:pt x="254" y="368"/>
                </a:lnTo>
                <a:lnTo>
                  <a:pt x="255" y="367"/>
                </a:lnTo>
                <a:lnTo>
                  <a:pt x="256" y="367"/>
                </a:lnTo>
                <a:lnTo>
                  <a:pt x="257" y="366"/>
                </a:lnTo>
                <a:lnTo>
                  <a:pt x="257" y="365"/>
                </a:lnTo>
                <a:lnTo>
                  <a:pt x="258" y="365"/>
                </a:lnTo>
                <a:lnTo>
                  <a:pt x="259" y="366"/>
                </a:lnTo>
                <a:lnTo>
                  <a:pt x="260" y="367"/>
                </a:lnTo>
                <a:lnTo>
                  <a:pt x="261" y="367"/>
                </a:lnTo>
                <a:lnTo>
                  <a:pt x="261" y="366"/>
                </a:lnTo>
                <a:lnTo>
                  <a:pt x="262" y="366"/>
                </a:lnTo>
                <a:lnTo>
                  <a:pt x="263" y="366"/>
                </a:lnTo>
                <a:lnTo>
                  <a:pt x="263" y="365"/>
                </a:lnTo>
                <a:lnTo>
                  <a:pt x="264" y="365"/>
                </a:lnTo>
                <a:lnTo>
                  <a:pt x="265" y="365"/>
                </a:lnTo>
                <a:lnTo>
                  <a:pt x="265" y="364"/>
                </a:lnTo>
                <a:lnTo>
                  <a:pt x="265" y="363"/>
                </a:lnTo>
                <a:lnTo>
                  <a:pt x="266" y="362"/>
                </a:lnTo>
                <a:lnTo>
                  <a:pt x="268" y="361"/>
                </a:lnTo>
                <a:lnTo>
                  <a:pt x="269" y="361"/>
                </a:lnTo>
                <a:lnTo>
                  <a:pt x="268" y="360"/>
                </a:lnTo>
                <a:lnTo>
                  <a:pt x="268" y="359"/>
                </a:lnTo>
                <a:lnTo>
                  <a:pt x="268" y="358"/>
                </a:lnTo>
                <a:lnTo>
                  <a:pt x="268" y="357"/>
                </a:lnTo>
                <a:lnTo>
                  <a:pt x="267" y="358"/>
                </a:lnTo>
                <a:lnTo>
                  <a:pt x="266" y="359"/>
                </a:lnTo>
                <a:lnTo>
                  <a:pt x="263" y="360"/>
                </a:lnTo>
                <a:lnTo>
                  <a:pt x="263" y="359"/>
                </a:lnTo>
                <a:lnTo>
                  <a:pt x="265" y="359"/>
                </a:lnTo>
                <a:lnTo>
                  <a:pt x="265" y="358"/>
                </a:lnTo>
                <a:lnTo>
                  <a:pt x="266" y="358"/>
                </a:lnTo>
                <a:lnTo>
                  <a:pt x="267" y="357"/>
                </a:lnTo>
                <a:lnTo>
                  <a:pt x="268" y="356"/>
                </a:lnTo>
                <a:lnTo>
                  <a:pt x="269" y="356"/>
                </a:lnTo>
                <a:lnTo>
                  <a:pt x="268" y="355"/>
                </a:lnTo>
                <a:lnTo>
                  <a:pt x="270" y="355"/>
                </a:lnTo>
                <a:lnTo>
                  <a:pt x="271" y="355"/>
                </a:lnTo>
                <a:lnTo>
                  <a:pt x="272" y="355"/>
                </a:lnTo>
                <a:lnTo>
                  <a:pt x="273" y="354"/>
                </a:lnTo>
                <a:lnTo>
                  <a:pt x="273" y="355"/>
                </a:lnTo>
                <a:lnTo>
                  <a:pt x="274" y="355"/>
                </a:lnTo>
                <a:lnTo>
                  <a:pt x="274" y="354"/>
                </a:lnTo>
                <a:lnTo>
                  <a:pt x="275" y="352"/>
                </a:lnTo>
                <a:lnTo>
                  <a:pt x="276" y="353"/>
                </a:lnTo>
                <a:lnTo>
                  <a:pt x="276" y="352"/>
                </a:lnTo>
                <a:lnTo>
                  <a:pt x="278" y="351"/>
                </a:lnTo>
                <a:lnTo>
                  <a:pt x="278" y="350"/>
                </a:lnTo>
                <a:lnTo>
                  <a:pt x="278" y="349"/>
                </a:lnTo>
                <a:lnTo>
                  <a:pt x="278" y="348"/>
                </a:lnTo>
                <a:lnTo>
                  <a:pt x="279" y="348"/>
                </a:lnTo>
                <a:lnTo>
                  <a:pt x="279" y="347"/>
                </a:lnTo>
                <a:lnTo>
                  <a:pt x="280" y="347"/>
                </a:lnTo>
                <a:lnTo>
                  <a:pt x="281" y="346"/>
                </a:lnTo>
                <a:lnTo>
                  <a:pt x="282" y="346"/>
                </a:lnTo>
                <a:lnTo>
                  <a:pt x="283" y="346"/>
                </a:lnTo>
                <a:lnTo>
                  <a:pt x="284" y="346"/>
                </a:lnTo>
                <a:lnTo>
                  <a:pt x="285" y="345"/>
                </a:lnTo>
                <a:lnTo>
                  <a:pt x="285" y="344"/>
                </a:lnTo>
                <a:lnTo>
                  <a:pt x="285" y="343"/>
                </a:lnTo>
                <a:lnTo>
                  <a:pt x="285" y="342"/>
                </a:lnTo>
                <a:lnTo>
                  <a:pt x="285" y="341"/>
                </a:lnTo>
                <a:lnTo>
                  <a:pt x="285" y="340"/>
                </a:lnTo>
                <a:lnTo>
                  <a:pt x="284" y="340"/>
                </a:lnTo>
                <a:lnTo>
                  <a:pt x="283" y="340"/>
                </a:lnTo>
                <a:lnTo>
                  <a:pt x="283" y="339"/>
                </a:lnTo>
                <a:lnTo>
                  <a:pt x="284" y="339"/>
                </a:lnTo>
                <a:lnTo>
                  <a:pt x="281" y="338"/>
                </a:lnTo>
                <a:lnTo>
                  <a:pt x="280" y="338"/>
                </a:lnTo>
                <a:lnTo>
                  <a:pt x="281" y="338"/>
                </a:lnTo>
                <a:lnTo>
                  <a:pt x="286" y="338"/>
                </a:lnTo>
                <a:lnTo>
                  <a:pt x="286" y="339"/>
                </a:lnTo>
                <a:lnTo>
                  <a:pt x="287" y="339"/>
                </a:lnTo>
                <a:lnTo>
                  <a:pt x="288" y="339"/>
                </a:lnTo>
                <a:lnTo>
                  <a:pt x="288" y="338"/>
                </a:lnTo>
                <a:lnTo>
                  <a:pt x="289" y="338"/>
                </a:lnTo>
                <a:lnTo>
                  <a:pt x="289" y="337"/>
                </a:lnTo>
                <a:lnTo>
                  <a:pt x="290" y="337"/>
                </a:lnTo>
                <a:lnTo>
                  <a:pt x="291" y="336"/>
                </a:lnTo>
                <a:lnTo>
                  <a:pt x="292" y="335"/>
                </a:lnTo>
                <a:lnTo>
                  <a:pt x="293" y="334"/>
                </a:lnTo>
                <a:lnTo>
                  <a:pt x="292" y="334"/>
                </a:lnTo>
                <a:lnTo>
                  <a:pt x="292" y="333"/>
                </a:lnTo>
                <a:lnTo>
                  <a:pt x="293" y="333"/>
                </a:lnTo>
                <a:lnTo>
                  <a:pt x="293" y="330"/>
                </a:lnTo>
                <a:lnTo>
                  <a:pt x="293" y="329"/>
                </a:lnTo>
                <a:lnTo>
                  <a:pt x="293" y="328"/>
                </a:lnTo>
                <a:lnTo>
                  <a:pt x="292" y="328"/>
                </a:lnTo>
                <a:lnTo>
                  <a:pt x="291" y="326"/>
                </a:lnTo>
                <a:lnTo>
                  <a:pt x="288" y="327"/>
                </a:lnTo>
                <a:lnTo>
                  <a:pt x="288" y="326"/>
                </a:lnTo>
                <a:lnTo>
                  <a:pt x="291" y="325"/>
                </a:lnTo>
                <a:lnTo>
                  <a:pt x="292" y="325"/>
                </a:lnTo>
                <a:lnTo>
                  <a:pt x="292" y="327"/>
                </a:lnTo>
                <a:lnTo>
                  <a:pt x="293" y="327"/>
                </a:lnTo>
                <a:lnTo>
                  <a:pt x="294" y="327"/>
                </a:lnTo>
                <a:lnTo>
                  <a:pt x="294" y="326"/>
                </a:lnTo>
                <a:lnTo>
                  <a:pt x="296" y="325"/>
                </a:lnTo>
                <a:lnTo>
                  <a:pt x="296" y="324"/>
                </a:lnTo>
                <a:lnTo>
                  <a:pt x="297" y="324"/>
                </a:lnTo>
                <a:lnTo>
                  <a:pt x="297" y="325"/>
                </a:lnTo>
                <a:lnTo>
                  <a:pt x="298" y="325"/>
                </a:lnTo>
                <a:lnTo>
                  <a:pt x="298" y="324"/>
                </a:lnTo>
                <a:lnTo>
                  <a:pt x="299" y="325"/>
                </a:lnTo>
                <a:lnTo>
                  <a:pt x="299" y="324"/>
                </a:lnTo>
                <a:lnTo>
                  <a:pt x="298" y="323"/>
                </a:lnTo>
                <a:lnTo>
                  <a:pt x="298" y="322"/>
                </a:lnTo>
                <a:lnTo>
                  <a:pt x="299" y="322"/>
                </a:lnTo>
                <a:lnTo>
                  <a:pt x="299" y="323"/>
                </a:lnTo>
                <a:lnTo>
                  <a:pt x="300" y="322"/>
                </a:lnTo>
                <a:lnTo>
                  <a:pt x="300" y="323"/>
                </a:lnTo>
                <a:lnTo>
                  <a:pt x="301" y="322"/>
                </a:lnTo>
                <a:lnTo>
                  <a:pt x="301" y="321"/>
                </a:lnTo>
                <a:lnTo>
                  <a:pt x="301" y="322"/>
                </a:lnTo>
                <a:lnTo>
                  <a:pt x="302" y="322"/>
                </a:lnTo>
                <a:lnTo>
                  <a:pt x="302" y="321"/>
                </a:lnTo>
                <a:lnTo>
                  <a:pt x="302" y="320"/>
                </a:lnTo>
                <a:lnTo>
                  <a:pt x="301" y="320"/>
                </a:lnTo>
                <a:lnTo>
                  <a:pt x="302" y="320"/>
                </a:lnTo>
                <a:lnTo>
                  <a:pt x="303" y="320"/>
                </a:lnTo>
                <a:lnTo>
                  <a:pt x="303" y="319"/>
                </a:lnTo>
                <a:lnTo>
                  <a:pt x="303" y="318"/>
                </a:lnTo>
                <a:lnTo>
                  <a:pt x="303" y="317"/>
                </a:lnTo>
                <a:lnTo>
                  <a:pt x="302" y="316"/>
                </a:lnTo>
                <a:lnTo>
                  <a:pt x="302" y="315"/>
                </a:lnTo>
                <a:lnTo>
                  <a:pt x="303" y="315"/>
                </a:lnTo>
                <a:lnTo>
                  <a:pt x="304" y="316"/>
                </a:lnTo>
                <a:lnTo>
                  <a:pt x="304" y="315"/>
                </a:lnTo>
                <a:lnTo>
                  <a:pt x="305" y="315"/>
                </a:lnTo>
                <a:lnTo>
                  <a:pt x="306" y="315"/>
                </a:lnTo>
                <a:lnTo>
                  <a:pt x="307" y="313"/>
                </a:lnTo>
                <a:lnTo>
                  <a:pt x="307" y="312"/>
                </a:lnTo>
                <a:lnTo>
                  <a:pt x="306" y="312"/>
                </a:lnTo>
                <a:lnTo>
                  <a:pt x="307" y="312"/>
                </a:lnTo>
                <a:lnTo>
                  <a:pt x="308" y="311"/>
                </a:lnTo>
                <a:lnTo>
                  <a:pt x="308" y="310"/>
                </a:lnTo>
                <a:lnTo>
                  <a:pt x="309" y="310"/>
                </a:lnTo>
                <a:lnTo>
                  <a:pt x="310" y="309"/>
                </a:lnTo>
                <a:lnTo>
                  <a:pt x="309" y="309"/>
                </a:lnTo>
                <a:lnTo>
                  <a:pt x="308" y="309"/>
                </a:lnTo>
                <a:lnTo>
                  <a:pt x="307" y="309"/>
                </a:lnTo>
                <a:lnTo>
                  <a:pt x="307" y="308"/>
                </a:lnTo>
                <a:lnTo>
                  <a:pt x="308" y="308"/>
                </a:lnTo>
                <a:lnTo>
                  <a:pt x="307" y="306"/>
                </a:lnTo>
                <a:lnTo>
                  <a:pt x="306" y="305"/>
                </a:lnTo>
                <a:lnTo>
                  <a:pt x="304" y="304"/>
                </a:lnTo>
                <a:lnTo>
                  <a:pt x="305" y="303"/>
                </a:lnTo>
                <a:lnTo>
                  <a:pt x="304" y="302"/>
                </a:lnTo>
                <a:lnTo>
                  <a:pt x="303" y="301"/>
                </a:lnTo>
                <a:lnTo>
                  <a:pt x="302" y="301"/>
                </a:lnTo>
                <a:lnTo>
                  <a:pt x="302" y="300"/>
                </a:lnTo>
                <a:lnTo>
                  <a:pt x="301" y="299"/>
                </a:lnTo>
                <a:lnTo>
                  <a:pt x="300" y="298"/>
                </a:lnTo>
                <a:lnTo>
                  <a:pt x="299" y="297"/>
                </a:lnTo>
                <a:lnTo>
                  <a:pt x="298" y="297"/>
                </a:lnTo>
                <a:lnTo>
                  <a:pt x="296" y="295"/>
                </a:lnTo>
                <a:lnTo>
                  <a:pt x="297" y="294"/>
                </a:lnTo>
                <a:lnTo>
                  <a:pt x="298" y="294"/>
                </a:lnTo>
                <a:lnTo>
                  <a:pt x="298" y="293"/>
                </a:lnTo>
                <a:lnTo>
                  <a:pt x="298" y="292"/>
                </a:lnTo>
                <a:lnTo>
                  <a:pt x="299" y="292"/>
                </a:lnTo>
                <a:lnTo>
                  <a:pt x="299" y="291"/>
                </a:lnTo>
                <a:lnTo>
                  <a:pt x="299" y="290"/>
                </a:lnTo>
                <a:lnTo>
                  <a:pt x="299" y="289"/>
                </a:lnTo>
                <a:lnTo>
                  <a:pt x="298" y="289"/>
                </a:lnTo>
                <a:lnTo>
                  <a:pt x="297" y="289"/>
                </a:lnTo>
                <a:lnTo>
                  <a:pt x="297" y="290"/>
                </a:lnTo>
                <a:lnTo>
                  <a:pt x="296" y="290"/>
                </a:lnTo>
                <a:lnTo>
                  <a:pt x="295" y="290"/>
                </a:lnTo>
                <a:lnTo>
                  <a:pt x="294" y="290"/>
                </a:lnTo>
                <a:lnTo>
                  <a:pt x="293" y="290"/>
                </a:lnTo>
                <a:lnTo>
                  <a:pt x="292" y="290"/>
                </a:lnTo>
                <a:lnTo>
                  <a:pt x="291" y="290"/>
                </a:lnTo>
                <a:lnTo>
                  <a:pt x="290" y="291"/>
                </a:lnTo>
                <a:lnTo>
                  <a:pt x="289" y="291"/>
                </a:lnTo>
                <a:lnTo>
                  <a:pt x="289" y="290"/>
                </a:lnTo>
                <a:lnTo>
                  <a:pt x="289" y="289"/>
                </a:lnTo>
                <a:lnTo>
                  <a:pt x="290" y="289"/>
                </a:lnTo>
                <a:lnTo>
                  <a:pt x="290" y="288"/>
                </a:lnTo>
                <a:lnTo>
                  <a:pt x="289" y="288"/>
                </a:lnTo>
                <a:lnTo>
                  <a:pt x="290" y="286"/>
                </a:lnTo>
                <a:lnTo>
                  <a:pt x="288" y="288"/>
                </a:lnTo>
                <a:lnTo>
                  <a:pt x="288" y="289"/>
                </a:lnTo>
                <a:lnTo>
                  <a:pt x="285" y="288"/>
                </a:lnTo>
                <a:lnTo>
                  <a:pt x="284" y="287"/>
                </a:lnTo>
                <a:lnTo>
                  <a:pt x="282" y="286"/>
                </a:lnTo>
                <a:lnTo>
                  <a:pt x="285" y="283"/>
                </a:lnTo>
                <a:lnTo>
                  <a:pt x="283" y="282"/>
                </a:lnTo>
                <a:lnTo>
                  <a:pt x="282" y="284"/>
                </a:lnTo>
                <a:lnTo>
                  <a:pt x="281" y="284"/>
                </a:lnTo>
                <a:lnTo>
                  <a:pt x="283" y="282"/>
                </a:lnTo>
                <a:lnTo>
                  <a:pt x="282" y="282"/>
                </a:lnTo>
                <a:lnTo>
                  <a:pt x="281" y="282"/>
                </a:lnTo>
                <a:lnTo>
                  <a:pt x="281" y="281"/>
                </a:lnTo>
                <a:lnTo>
                  <a:pt x="281" y="280"/>
                </a:lnTo>
                <a:lnTo>
                  <a:pt x="280" y="279"/>
                </a:lnTo>
                <a:lnTo>
                  <a:pt x="280" y="278"/>
                </a:lnTo>
                <a:lnTo>
                  <a:pt x="280" y="276"/>
                </a:lnTo>
                <a:lnTo>
                  <a:pt x="279" y="276"/>
                </a:lnTo>
                <a:lnTo>
                  <a:pt x="279" y="275"/>
                </a:lnTo>
                <a:lnTo>
                  <a:pt x="278" y="275"/>
                </a:lnTo>
                <a:lnTo>
                  <a:pt x="279" y="274"/>
                </a:lnTo>
                <a:lnTo>
                  <a:pt x="280" y="274"/>
                </a:lnTo>
                <a:lnTo>
                  <a:pt x="280" y="275"/>
                </a:lnTo>
                <a:lnTo>
                  <a:pt x="280" y="274"/>
                </a:lnTo>
                <a:lnTo>
                  <a:pt x="280" y="273"/>
                </a:lnTo>
                <a:lnTo>
                  <a:pt x="278" y="273"/>
                </a:lnTo>
                <a:lnTo>
                  <a:pt x="276" y="273"/>
                </a:lnTo>
                <a:lnTo>
                  <a:pt x="276" y="274"/>
                </a:lnTo>
                <a:lnTo>
                  <a:pt x="276" y="275"/>
                </a:lnTo>
                <a:lnTo>
                  <a:pt x="277" y="275"/>
                </a:lnTo>
                <a:lnTo>
                  <a:pt x="278" y="275"/>
                </a:lnTo>
                <a:lnTo>
                  <a:pt x="278" y="276"/>
                </a:lnTo>
                <a:lnTo>
                  <a:pt x="275" y="276"/>
                </a:lnTo>
                <a:lnTo>
                  <a:pt x="274" y="276"/>
                </a:lnTo>
                <a:lnTo>
                  <a:pt x="274" y="275"/>
                </a:lnTo>
                <a:lnTo>
                  <a:pt x="273" y="275"/>
                </a:lnTo>
                <a:lnTo>
                  <a:pt x="272" y="274"/>
                </a:lnTo>
                <a:lnTo>
                  <a:pt x="271" y="274"/>
                </a:lnTo>
                <a:lnTo>
                  <a:pt x="271" y="273"/>
                </a:lnTo>
                <a:lnTo>
                  <a:pt x="270" y="271"/>
                </a:lnTo>
                <a:lnTo>
                  <a:pt x="270" y="270"/>
                </a:lnTo>
                <a:lnTo>
                  <a:pt x="270" y="269"/>
                </a:lnTo>
                <a:lnTo>
                  <a:pt x="270" y="267"/>
                </a:lnTo>
                <a:lnTo>
                  <a:pt x="269" y="267"/>
                </a:lnTo>
                <a:lnTo>
                  <a:pt x="269" y="266"/>
                </a:lnTo>
                <a:lnTo>
                  <a:pt x="269" y="265"/>
                </a:lnTo>
                <a:lnTo>
                  <a:pt x="270" y="264"/>
                </a:lnTo>
                <a:lnTo>
                  <a:pt x="269" y="264"/>
                </a:lnTo>
                <a:lnTo>
                  <a:pt x="269" y="263"/>
                </a:lnTo>
                <a:lnTo>
                  <a:pt x="268" y="263"/>
                </a:lnTo>
                <a:lnTo>
                  <a:pt x="268" y="262"/>
                </a:lnTo>
                <a:lnTo>
                  <a:pt x="268" y="261"/>
                </a:lnTo>
                <a:lnTo>
                  <a:pt x="269" y="261"/>
                </a:lnTo>
                <a:lnTo>
                  <a:pt x="269" y="260"/>
                </a:lnTo>
                <a:lnTo>
                  <a:pt x="270" y="259"/>
                </a:lnTo>
                <a:lnTo>
                  <a:pt x="271" y="258"/>
                </a:lnTo>
                <a:lnTo>
                  <a:pt x="270" y="258"/>
                </a:lnTo>
                <a:lnTo>
                  <a:pt x="269" y="259"/>
                </a:lnTo>
                <a:lnTo>
                  <a:pt x="268" y="259"/>
                </a:lnTo>
                <a:lnTo>
                  <a:pt x="267" y="259"/>
                </a:lnTo>
                <a:lnTo>
                  <a:pt x="266" y="260"/>
                </a:lnTo>
                <a:lnTo>
                  <a:pt x="266" y="261"/>
                </a:lnTo>
                <a:lnTo>
                  <a:pt x="266" y="262"/>
                </a:lnTo>
                <a:lnTo>
                  <a:pt x="265" y="263"/>
                </a:lnTo>
                <a:lnTo>
                  <a:pt x="264" y="263"/>
                </a:lnTo>
                <a:lnTo>
                  <a:pt x="264" y="264"/>
                </a:lnTo>
                <a:lnTo>
                  <a:pt x="265" y="265"/>
                </a:lnTo>
                <a:lnTo>
                  <a:pt x="265" y="266"/>
                </a:lnTo>
                <a:lnTo>
                  <a:pt x="264" y="266"/>
                </a:lnTo>
                <a:lnTo>
                  <a:pt x="264" y="267"/>
                </a:lnTo>
                <a:lnTo>
                  <a:pt x="263" y="268"/>
                </a:lnTo>
                <a:lnTo>
                  <a:pt x="263" y="267"/>
                </a:lnTo>
                <a:lnTo>
                  <a:pt x="262" y="267"/>
                </a:lnTo>
                <a:lnTo>
                  <a:pt x="262" y="268"/>
                </a:lnTo>
                <a:lnTo>
                  <a:pt x="261" y="268"/>
                </a:lnTo>
                <a:lnTo>
                  <a:pt x="261" y="267"/>
                </a:lnTo>
                <a:lnTo>
                  <a:pt x="261" y="266"/>
                </a:lnTo>
                <a:lnTo>
                  <a:pt x="260" y="266"/>
                </a:lnTo>
                <a:lnTo>
                  <a:pt x="260" y="267"/>
                </a:lnTo>
                <a:lnTo>
                  <a:pt x="259" y="267"/>
                </a:lnTo>
                <a:lnTo>
                  <a:pt x="258" y="268"/>
                </a:lnTo>
                <a:lnTo>
                  <a:pt x="259" y="269"/>
                </a:lnTo>
                <a:lnTo>
                  <a:pt x="260" y="268"/>
                </a:lnTo>
                <a:lnTo>
                  <a:pt x="261" y="268"/>
                </a:lnTo>
                <a:lnTo>
                  <a:pt x="262" y="269"/>
                </a:lnTo>
                <a:lnTo>
                  <a:pt x="261" y="270"/>
                </a:lnTo>
                <a:lnTo>
                  <a:pt x="261" y="269"/>
                </a:lnTo>
                <a:lnTo>
                  <a:pt x="261" y="270"/>
                </a:lnTo>
                <a:lnTo>
                  <a:pt x="260" y="270"/>
                </a:lnTo>
                <a:lnTo>
                  <a:pt x="260" y="272"/>
                </a:lnTo>
                <a:lnTo>
                  <a:pt x="259" y="272"/>
                </a:lnTo>
                <a:lnTo>
                  <a:pt x="258" y="272"/>
                </a:lnTo>
                <a:lnTo>
                  <a:pt x="258" y="271"/>
                </a:lnTo>
                <a:lnTo>
                  <a:pt x="257" y="271"/>
                </a:lnTo>
                <a:lnTo>
                  <a:pt x="257" y="272"/>
                </a:lnTo>
                <a:lnTo>
                  <a:pt x="256" y="272"/>
                </a:lnTo>
                <a:lnTo>
                  <a:pt x="256" y="271"/>
                </a:lnTo>
                <a:lnTo>
                  <a:pt x="256" y="270"/>
                </a:lnTo>
                <a:lnTo>
                  <a:pt x="256" y="269"/>
                </a:lnTo>
                <a:lnTo>
                  <a:pt x="256" y="270"/>
                </a:lnTo>
                <a:lnTo>
                  <a:pt x="256" y="272"/>
                </a:lnTo>
                <a:lnTo>
                  <a:pt x="256" y="273"/>
                </a:lnTo>
                <a:lnTo>
                  <a:pt x="255" y="273"/>
                </a:lnTo>
                <a:lnTo>
                  <a:pt x="255" y="272"/>
                </a:lnTo>
                <a:lnTo>
                  <a:pt x="254" y="272"/>
                </a:lnTo>
                <a:lnTo>
                  <a:pt x="254" y="273"/>
                </a:lnTo>
                <a:lnTo>
                  <a:pt x="252" y="273"/>
                </a:lnTo>
                <a:lnTo>
                  <a:pt x="252" y="272"/>
                </a:lnTo>
                <a:lnTo>
                  <a:pt x="252" y="271"/>
                </a:lnTo>
                <a:lnTo>
                  <a:pt x="252" y="272"/>
                </a:lnTo>
                <a:lnTo>
                  <a:pt x="252" y="273"/>
                </a:lnTo>
                <a:lnTo>
                  <a:pt x="251" y="273"/>
                </a:lnTo>
                <a:lnTo>
                  <a:pt x="251" y="271"/>
                </a:lnTo>
                <a:lnTo>
                  <a:pt x="250" y="271"/>
                </a:lnTo>
                <a:lnTo>
                  <a:pt x="249" y="271"/>
                </a:lnTo>
                <a:lnTo>
                  <a:pt x="250" y="270"/>
                </a:lnTo>
                <a:lnTo>
                  <a:pt x="249" y="270"/>
                </a:lnTo>
                <a:lnTo>
                  <a:pt x="247" y="272"/>
                </a:lnTo>
                <a:lnTo>
                  <a:pt x="245" y="272"/>
                </a:lnTo>
                <a:lnTo>
                  <a:pt x="244" y="272"/>
                </a:lnTo>
                <a:lnTo>
                  <a:pt x="245" y="272"/>
                </a:lnTo>
                <a:lnTo>
                  <a:pt x="245" y="271"/>
                </a:lnTo>
                <a:lnTo>
                  <a:pt x="244" y="272"/>
                </a:lnTo>
                <a:lnTo>
                  <a:pt x="244" y="271"/>
                </a:lnTo>
                <a:lnTo>
                  <a:pt x="244" y="270"/>
                </a:lnTo>
                <a:lnTo>
                  <a:pt x="245" y="269"/>
                </a:lnTo>
                <a:lnTo>
                  <a:pt x="244" y="269"/>
                </a:lnTo>
                <a:lnTo>
                  <a:pt x="244" y="270"/>
                </a:lnTo>
                <a:lnTo>
                  <a:pt x="244" y="271"/>
                </a:lnTo>
                <a:lnTo>
                  <a:pt x="242" y="271"/>
                </a:lnTo>
                <a:lnTo>
                  <a:pt x="241" y="271"/>
                </a:lnTo>
                <a:lnTo>
                  <a:pt x="241" y="270"/>
                </a:lnTo>
                <a:lnTo>
                  <a:pt x="241" y="269"/>
                </a:lnTo>
                <a:lnTo>
                  <a:pt x="240" y="269"/>
                </a:lnTo>
                <a:lnTo>
                  <a:pt x="239" y="269"/>
                </a:lnTo>
                <a:lnTo>
                  <a:pt x="239" y="268"/>
                </a:lnTo>
                <a:lnTo>
                  <a:pt x="240" y="268"/>
                </a:lnTo>
                <a:lnTo>
                  <a:pt x="239" y="268"/>
                </a:lnTo>
                <a:lnTo>
                  <a:pt x="239" y="267"/>
                </a:lnTo>
                <a:lnTo>
                  <a:pt x="239" y="268"/>
                </a:lnTo>
                <a:lnTo>
                  <a:pt x="238" y="268"/>
                </a:lnTo>
                <a:lnTo>
                  <a:pt x="237" y="268"/>
                </a:lnTo>
                <a:lnTo>
                  <a:pt x="236" y="268"/>
                </a:lnTo>
                <a:lnTo>
                  <a:pt x="235" y="268"/>
                </a:lnTo>
                <a:lnTo>
                  <a:pt x="233" y="268"/>
                </a:lnTo>
                <a:lnTo>
                  <a:pt x="233" y="267"/>
                </a:lnTo>
                <a:lnTo>
                  <a:pt x="233" y="266"/>
                </a:lnTo>
                <a:lnTo>
                  <a:pt x="232" y="266"/>
                </a:lnTo>
                <a:lnTo>
                  <a:pt x="232" y="267"/>
                </a:lnTo>
                <a:lnTo>
                  <a:pt x="233" y="267"/>
                </a:lnTo>
                <a:lnTo>
                  <a:pt x="233" y="268"/>
                </a:lnTo>
                <a:lnTo>
                  <a:pt x="229" y="267"/>
                </a:lnTo>
                <a:lnTo>
                  <a:pt x="230" y="267"/>
                </a:lnTo>
                <a:lnTo>
                  <a:pt x="230" y="268"/>
                </a:lnTo>
                <a:lnTo>
                  <a:pt x="233" y="268"/>
                </a:lnTo>
                <a:lnTo>
                  <a:pt x="232" y="269"/>
                </a:lnTo>
                <a:lnTo>
                  <a:pt x="233" y="270"/>
                </a:lnTo>
                <a:lnTo>
                  <a:pt x="233" y="271"/>
                </a:lnTo>
                <a:lnTo>
                  <a:pt x="233" y="272"/>
                </a:lnTo>
                <a:lnTo>
                  <a:pt x="233" y="273"/>
                </a:lnTo>
                <a:lnTo>
                  <a:pt x="229" y="272"/>
                </a:lnTo>
                <a:lnTo>
                  <a:pt x="228" y="272"/>
                </a:lnTo>
                <a:lnTo>
                  <a:pt x="226" y="272"/>
                </a:lnTo>
                <a:lnTo>
                  <a:pt x="224" y="271"/>
                </a:lnTo>
                <a:lnTo>
                  <a:pt x="224" y="270"/>
                </a:lnTo>
                <a:lnTo>
                  <a:pt x="224" y="269"/>
                </a:lnTo>
                <a:lnTo>
                  <a:pt x="223" y="269"/>
                </a:lnTo>
                <a:lnTo>
                  <a:pt x="220" y="270"/>
                </a:lnTo>
                <a:lnTo>
                  <a:pt x="220" y="269"/>
                </a:lnTo>
                <a:lnTo>
                  <a:pt x="219" y="268"/>
                </a:lnTo>
                <a:lnTo>
                  <a:pt x="219" y="266"/>
                </a:lnTo>
                <a:lnTo>
                  <a:pt x="220" y="266"/>
                </a:lnTo>
                <a:lnTo>
                  <a:pt x="221" y="266"/>
                </a:lnTo>
                <a:lnTo>
                  <a:pt x="221" y="265"/>
                </a:lnTo>
                <a:lnTo>
                  <a:pt x="218" y="265"/>
                </a:lnTo>
                <a:lnTo>
                  <a:pt x="217" y="265"/>
                </a:lnTo>
                <a:lnTo>
                  <a:pt x="217" y="266"/>
                </a:lnTo>
                <a:lnTo>
                  <a:pt x="216" y="266"/>
                </a:lnTo>
                <a:lnTo>
                  <a:pt x="217" y="267"/>
                </a:lnTo>
                <a:lnTo>
                  <a:pt x="215" y="267"/>
                </a:lnTo>
                <a:lnTo>
                  <a:pt x="215" y="271"/>
                </a:lnTo>
                <a:lnTo>
                  <a:pt x="214" y="271"/>
                </a:lnTo>
                <a:lnTo>
                  <a:pt x="214" y="270"/>
                </a:lnTo>
                <a:lnTo>
                  <a:pt x="212" y="270"/>
                </a:lnTo>
                <a:lnTo>
                  <a:pt x="213" y="269"/>
                </a:lnTo>
                <a:lnTo>
                  <a:pt x="214" y="269"/>
                </a:lnTo>
                <a:lnTo>
                  <a:pt x="214" y="267"/>
                </a:lnTo>
                <a:lnTo>
                  <a:pt x="211" y="267"/>
                </a:lnTo>
                <a:lnTo>
                  <a:pt x="211" y="266"/>
                </a:lnTo>
                <a:lnTo>
                  <a:pt x="210" y="266"/>
                </a:lnTo>
                <a:lnTo>
                  <a:pt x="209" y="266"/>
                </a:lnTo>
                <a:lnTo>
                  <a:pt x="209" y="267"/>
                </a:lnTo>
                <a:lnTo>
                  <a:pt x="210" y="267"/>
                </a:lnTo>
                <a:lnTo>
                  <a:pt x="210" y="268"/>
                </a:lnTo>
                <a:lnTo>
                  <a:pt x="210" y="269"/>
                </a:lnTo>
                <a:lnTo>
                  <a:pt x="209" y="269"/>
                </a:lnTo>
                <a:lnTo>
                  <a:pt x="208" y="269"/>
                </a:lnTo>
                <a:lnTo>
                  <a:pt x="207" y="268"/>
                </a:lnTo>
                <a:lnTo>
                  <a:pt x="206" y="268"/>
                </a:lnTo>
                <a:lnTo>
                  <a:pt x="205" y="268"/>
                </a:lnTo>
                <a:lnTo>
                  <a:pt x="204" y="269"/>
                </a:lnTo>
                <a:lnTo>
                  <a:pt x="203" y="269"/>
                </a:lnTo>
                <a:lnTo>
                  <a:pt x="202" y="269"/>
                </a:lnTo>
                <a:lnTo>
                  <a:pt x="202" y="270"/>
                </a:lnTo>
                <a:lnTo>
                  <a:pt x="201" y="270"/>
                </a:lnTo>
                <a:lnTo>
                  <a:pt x="201" y="271"/>
                </a:lnTo>
                <a:lnTo>
                  <a:pt x="202" y="271"/>
                </a:lnTo>
                <a:lnTo>
                  <a:pt x="202" y="273"/>
                </a:lnTo>
                <a:lnTo>
                  <a:pt x="201" y="274"/>
                </a:lnTo>
                <a:lnTo>
                  <a:pt x="200" y="274"/>
                </a:lnTo>
                <a:lnTo>
                  <a:pt x="200" y="275"/>
                </a:lnTo>
                <a:lnTo>
                  <a:pt x="201" y="275"/>
                </a:lnTo>
                <a:lnTo>
                  <a:pt x="201" y="276"/>
                </a:lnTo>
                <a:lnTo>
                  <a:pt x="200" y="276"/>
                </a:lnTo>
                <a:lnTo>
                  <a:pt x="200" y="275"/>
                </a:lnTo>
                <a:lnTo>
                  <a:pt x="199" y="276"/>
                </a:lnTo>
                <a:lnTo>
                  <a:pt x="200" y="276"/>
                </a:lnTo>
                <a:lnTo>
                  <a:pt x="200" y="277"/>
                </a:lnTo>
                <a:lnTo>
                  <a:pt x="199" y="277"/>
                </a:lnTo>
                <a:lnTo>
                  <a:pt x="198" y="276"/>
                </a:lnTo>
                <a:lnTo>
                  <a:pt x="197" y="276"/>
                </a:lnTo>
                <a:lnTo>
                  <a:pt x="197" y="275"/>
                </a:lnTo>
                <a:lnTo>
                  <a:pt x="196" y="274"/>
                </a:lnTo>
                <a:lnTo>
                  <a:pt x="195" y="274"/>
                </a:lnTo>
                <a:lnTo>
                  <a:pt x="194" y="274"/>
                </a:lnTo>
                <a:lnTo>
                  <a:pt x="193" y="274"/>
                </a:lnTo>
                <a:lnTo>
                  <a:pt x="192" y="274"/>
                </a:lnTo>
                <a:lnTo>
                  <a:pt x="192" y="275"/>
                </a:lnTo>
                <a:lnTo>
                  <a:pt x="191" y="275"/>
                </a:lnTo>
                <a:lnTo>
                  <a:pt x="191" y="276"/>
                </a:lnTo>
                <a:lnTo>
                  <a:pt x="191" y="277"/>
                </a:lnTo>
                <a:lnTo>
                  <a:pt x="192" y="278"/>
                </a:lnTo>
                <a:lnTo>
                  <a:pt x="191" y="279"/>
                </a:lnTo>
                <a:lnTo>
                  <a:pt x="190" y="279"/>
                </a:lnTo>
                <a:lnTo>
                  <a:pt x="191" y="279"/>
                </a:lnTo>
                <a:lnTo>
                  <a:pt x="191" y="280"/>
                </a:lnTo>
                <a:lnTo>
                  <a:pt x="191" y="282"/>
                </a:lnTo>
                <a:lnTo>
                  <a:pt x="192" y="282"/>
                </a:lnTo>
                <a:lnTo>
                  <a:pt x="192" y="283"/>
                </a:lnTo>
                <a:lnTo>
                  <a:pt x="193" y="283"/>
                </a:lnTo>
                <a:lnTo>
                  <a:pt x="193" y="282"/>
                </a:lnTo>
                <a:lnTo>
                  <a:pt x="196" y="282"/>
                </a:lnTo>
                <a:lnTo>
                  <a:pt x="196" y="285"/>
                </a:lnTo>
                <a:lnTo>
                  <a:pt x="197" y="285"/>
                </a:lnTo>
                <a:lnTo>
                  <a:pt x="197" y="286"/>
                </a:lnTo>
                <a:lnTo>
                  <a:pt x="196" y="286"/>
                </a:lnTo>
                <a:lnTo>
                  <a:pt x="195" y="286"/>
                </a:lnTo>
                <a:lnTo>
                  <a:pt x="195" y="285"/>
                </a:lnTo>
                <a:lnTo>
                  <a:pt x="194" y="285"/>
                </a:lnTo>
                <a:lnTo>
                  <a:pt x="192" y="286"/>
                </a:lnTo>
                <a:lnTo>
                  <a:pt x="190" y="287"/>
                </a:lnTo>
                <a:lnTo>
                  <a:pt x="189" y="287"/>
                </a:lnTo>
                <a:lnTo>
                  <a:pt x="189" y="288"/>
                </a:lnTo>
                <a:lnTo>
                  <a:pt x="188" y="288"/>
                </a:lnTo>
                <a:lnTo>
                  <a:pt x="187" y="288"/>
                </a:lnTo>
                <a:lnTo>
                  <a:pt x="186" y="288"/>
                </a:lnTo>
                <a:lnTo>
                  <a:pt x="185" y="288"/>
                </a:lnTo>
                <a:lnTo>
                  <a:pt x="184" y="288"/>
                </a:lnTo>
                <a:lnTo>
                  <a:pt x="183" y="288"/>
                </a:lnTo>
                <a:lnTo>
                  <a:pt x="183" y="289"/>
                </a:lnTo>
                <a:lnTo>
                  <a:pt x="182" y="289"/>
                </a:lnTo>
                <a:lnTo>
                  <a:pt x="182" y="288"/>
                </a:lnTo>
                <a:lnTo>
                  <a:pt x="181" y="288"/>
                </a:lnTo>
                <a:lnTo>
                  <a:pt x="180" y="288"/>
                </a:lnTo>
                <a:lnTo>
                  <a:pt x="180" y="289"/>
                </a:lnTo>
                <a:lnTo>
                  <a:pt x="179" y="289"/>
                </a:lnTo>
                <a:lnTo>
                  <a:pt x="178" y="290"/>
                </a:lnTo>
                <a:lnTo>
                  <a:pt x="178" y="291"/>
                </a:lnTo>
                <a:lnTo>
                  <a:pt x="178" y="292"/>
                </a:lnTo>
                <a:lnTo>
                  <a:pt x="179" y="292"/>
                </a:lnTo>
                <a:lnTo>
                  <a:pt x="179" y="293"/>
                </a:lnTo>
                <a:lnTo>
                  <a:pt x="178" y="293"/>
                </a:lnTo>
                <a:lnTo>
                  <a:pt x="177" y="293"/>
                </a:lnTo>
                <a:lnTo>
                  <a:pt x="177" y="294"/>
                </a:lnTo>
                <a:lnTo>
                  <a:pt x="176" y="295"/>
                </a:lnTo>
                <a:lnTo>
                  <a:pt x="176" y="296"/>
                </a:lnTo>
                <a:lnTo>
                  <a:pt x="176" y="297"/>
                </a:lnTo>
                <a:lnTo>
                  <a:pt x="175" y="297"/>
                </a:lnTo>
                <a:lnTo>
                  <a:pt x="175" y="298"/>
                </a:lnTo>
                <a:lnTo>
                  <a:pt x="174" y="298"/>
                </a:lnTo>
                <a:lnTo>
                  <a:pt x="173" y="300"/>
                </a:lnTo>
                <a:lnTo>
                  <a:pt x="173" y="301"/>
                </a:lnTo>
                <a:lnTo>
                  <a:pt x="172" y="300"/>
                </a:lnTo>
                <a:lnTo>
                  <a:pt x="171" y="300"/>
                </a:lnTo>
                <a:lnTo>
                  <a:pt x="171" y="301"/>
                </a:lnTo>
                <a:lnTo>
                  <a:pt x="170" y="301"/>
                </a:lnTo>
                <a:lnTo>
                  <a:pt x="169" y="301"/>
                </a:lnTo>
                <a:lnTo>
                  <a:pt x="169" y="302"/>
                </a:lnTo>
                <a:lnTo>
                  <a:pt x="168" y="303"/>
                </a:lnTo>
                <a:lnTo>
                  <a:pt x="167" y="303"/>
                </a:lnTo>
                <a:lnTo>
                  <a:pt x="167" y="304"/>
                </a:lnTo>
                <a:lnTo>
                  <a:pt x="166" y="304"/>
                </a:lnTo>
                <a:lnTo>
                  <a:pt x="167" y="305"/>
                </a:lnTo>
                <a:lnTo>
                  <a:pt x="167" y="304"/>
                </a:lnTo>
                <a:lnTo>
                  <a:pt x="168" y="304"/>
                </a:lnTo>
                <a:lnTo>
                  <a:pt x="169" y="305"/>
                </a:lnTo>
                <a:lnTo>
                  <a:pt x="168" y="306"/>
                </a:lnTo>
                <a:lnTo>
                  <a:pt x="167" y="306"/>
                </a:lnTo>
                <a:lnTo>
                  <a:pt x="167" y="307"/>
                </a:lnTo>
                <a:lnTo>
                  <a:pt x="166" y="307"/>
                </a:lnTo>
                <a:lnTo>
                  <a:pt x="166" y="306"/>
                </a:lnTo>
                <a:lnTo>
                  <a:pt x="165" y="306"/>
                </a:lnTo>
                <a:lnTo>
                  <a:pt x="164" y="307"/>
                </a:lnTo>
                <a:lnTo>
                  <a:pt x="164" y="308"/>
                </a:lnTo>
                <a:lnTo>
                  <a:pt x="164" y="309"/>
                </a:lnTo>
                <a:lnTo>
                  <a:pt x="163" y="309"/>
                </a:lnTo>
                <a:lnTo>
                  <a:pt x="162" y="309"/>
                </a:lnTo>
                <a:lnTo>
                  <a:pt x="160" y="309"/>
                </a:lnTo>
                <a:lnTo>
                  <a:pt x="159" y="310"/>
                </a:lnTo>
                <a:lnTo>
                  <a:pt x="158" y="310"/>
                </a:lnTo>
                <a:lnTo>
                  <a:pt x="159" y="312"/>
                </a:lnTo>
                <a:lnTo>
                  <a:pt x="160" y="312"/>
                </a:lnTo>
                <a:lnTo>
                  <a:pt x="159" y="312"/>
                </a:lnTo>
                <a:lnTo>
                  <a:pt x="159" y="313"/>
                </a:lnTo>
                <a:lnTo>
                  <a:pt x="159" y="312"/>
                </a:lnTo>
                <a:lnTo>
                  <a:pt x="158" y="312"/>
                </a:lnTo>
                <a:lnTo>
                  <a:pt x="158" y="313"/>
                </a:lnTo>
                <a:lnTo>
                  <a:pt x="159" y="313"/>
                </a:lnTo>
                <a:lnTo>
                  <a:pt x="158" y="314"/>
                </a:lnTo>
                <a:lnTo>
                  <a:pt x="159" y="315"/>
                </a:lnTo>
                <a:lnTo>
                  <a:pt x="159" y="316"/>
                </a:lnTo>
                <a:lnTo>
                  <a:pt x="158" y="317"/>
                </a:lnTo>
                <a:lnTo>
                  <a:pt x="156" y="316"/>
                </a:lnTo>
                <a:lnTo>
                  <a:pt x="157" y="317"/>
                </a:lnTo>
                <a:lnTo>
                  <a:pt x="155" y="318"/>
                </a:lnTo>
                <a:lnTo>
                  <a:pt x="156" y="319"/>
                </a:lnTo>
                <a:lnTo>
                  <a:pt x="156" y="320"/>
                </a:lnTo>
                <a:lnTo>
                  <a:pt x="157" y="319"/>
                </a:lnTo>
                <a:lnTo>
                  <a:pt x="158" y="320"/>
                </a:lnTo>
                <a:lnTo>
                  <a:pt x="157" y="320"/>
                </a:lnTo>
                <a:lnTo>
                  <a:pt x="157" y="321"/>
                </a:lnTo>
                <a:lnTo>
                  <a:pt x="156" y="321"/>
                </a:lnTo>
                <a:lnTo>
                  <a:pt x="156" y="322"/>
                </a:lnTo>
                <a:lnTo>
                  <a:pt x="155" y="322"/>
                </a:lnTo>
                <a:lnTo>
                  <a:pt x="154" y="322"/>
                </a:lnTo>
                <a:lnTo>
                  <a:pt x="153" y="323"/>
                </a:lnTo>
                <a:lnTo>
                  <a:pt x="152" y="324"/>
                </a:lnTo>
                <a:lnTo>
                  <a:pt x="151" y="324"/>
                </a:lnTo>
                <a:lnTo>
                  <a:pt x="150" y="325"/>
                </a:lnTo>
                <a:lnTo>
                  <a:pt x="149" y="325"/>
                </a:lnTo>
                <a:lnTo>
                  <a:pt x="149" y="326"/>
                </a:lnTo>
                <a:lnTo>
                  <a:pt x="150" y="328"/>
                </a:lnTo>
                <a:lnTo>
                  <a:pt x="150" y="329"/>
                </a:lnTo>
                <a:lnTo>
                  <a:pt x="151" y="330"/>
                </a:lnTo>
                <a:lnTo>
                  <a:pt x="151" y="331"/>
                </a:lnTo>
                <a:lnTo>
                  <a:pt x="150" y="332"/>
                </a:lnTo>
                <a:lnTo>
                  <a:pt x="150" y="333"/>
                </a:lnTo>
                <a:lnTo>
                  <a:pt x="149" y="333"/>
                </a:lnTo>
                <a:lnTo>
                  <a:pt x="149" y="334"/>
                </a:lnTo>
                <a:lnTo>
                  <a:pt x="149" y="335"/>
                </a:lnTo>
                <a:lnTo>
                  <a:pt x="148" y="335"/>
                </a:lnTo>
                <a:lnTo>
                  <a:pt x="148" y="334"/>
                </a:lnTo>
                <a:lnTo>
                  <a:pt x="148" y="335"/>
                </a:lnTo>
                <a:lnTo>
                  <a:pt x="147" y="335"/>
                </a:lnTo>
                <a:lnTo>
                  <a:pt x="146" y="336"/>
                </a:lnTo>
                <a:lnTo>
                  <a:pt x="146" y="337"/>
                </a:lnTo>
                <a:lnTo>
                  <a:pt x="145" y="337"/>
                </a:lnTo>
                <a:lnTo>
                  <a:pt x="145" y="338"/>
                </a:lnTo>
                <a:lnTo>
                  <a:pt x="144" y="338"/>
                </a:lnTo>
                <a:lnTo>
                  <a:pt x="143" y="338"/>
                </a:lnTo>
                <a:lnTo>
                  <a:pt x="142" y="338"/>
                </a:lnTo>
                <a:lnTo>
                  <a:pt x="141" y="338"/>
                </a:lnTo>
                <a:lnTo>
                  <a:pt x="140" y="338"/>
                </a:lnTo>
                <a:lnTo>
                  <a:pt x="139" y="338"/>
                </a:lnTo>
                <a:lnTo>
                  <a:pt x="138" y="338"/>
                </a:lnTo>
                <a:lnTo>
                  <a:pt x="137" y="338"/>
                </a:lnTo>
                <a:lnTo>
                  <a:pt x="137" y="339"/>
                </a:lnTo>
                <a:lnTo>
                  <a:pt x="136" y="339"/>
                </a:lnTo>
                <a:lnTo>
                  <a:pt x="135" y="339"/>
                </a:lnTo>
                <a:lnTo>
                  <a:pt x="134" y="339"/>
                </a:lnTo>
                <a:lnTo>
                  <a:pt x="133" y="339"/>
                </a:lnTo>
                <a:lnTo>
                  <a:pt x="132" y="339"/>
                </a:lnTo>
                <a:lnTo>
                  <a:pt x="132" y="340"/>
                </a:lnTo>
                <a:lnTo>
                  <a:pt x="131" y="340"/>
                </a:lnTo>
                <a:lnTo>
                  <a:pt x="131" y="341"/>
                </a:lnTo>
                <a:lnTo>
                  <a:pt x="130" y="342"/>
                </a:lnTo>
                <a:lnTo>
                  <a:pt x="129" y="342"/>
                </a:lnTo>
                <a:lnTo>
                  <a:pt x="129" y="343"/>
                </a:lnTo>
                <a:lnTo>
                  <a:pt x="128" y="343"/>
                </a:lnTo>
                <a:lnTo>
                  <a:pt x="127" y="343"/>
                </a:lnTo>
                <a:lnTo>
                  <a:pt x="126" y="343"/>
                </a:lnTo>
                <a:lnTo>
                  <a:pt x="125" y="344"/>
                </a:lnTo>
                <a:lnTo>
                  <a:pt x="124" y="344"/>
                </a:lnTo>
                <a:lnTo>
                  <a:pt x="124" y="345"/>
                </a:lnTo>
                <a:lnTo>
                  <a:pt x="123" y="345"/>
                </a:lnTo>
                <a:lnTo>
                  <a:pt x="122" y="345"/>
                </a:lnTo>
                <a:lnTo>
                  <a:pt x="122" y="346"/>
                </a:lnTo>
                <a:lnTo>
                  <a:pt x="121" y="346"/>
                </a:lnTo>
                <a:lnTo>
                  <a:pt x="120" y="346"/>
                </a:lnTo>
                <a:lnTo>
                  <a:pt x="119" y="346"/>
                </a:lnTo>
                <a:lnTo>
                  <a:pt x="118" y="347"/>
                </a:lnTo>
                <a:lnTo>
                  <a:pt x="117" y="347"/>
                </a:lnTo>
                <a:lnTo>
                  <a:pt x="115" y="348"/>
                </a:lnTo>
                <a:lnTo>
                  <a:pt x="114" y="348"/>
                </a:lnTo>
                <a:lnTo>
                  <a:pt x="112" y="349"/>
                </a:lnTo>
                <a:lnTo>
                  <a:pt x="110" y="349"/>
                </a:lnTo>
                <a:lnTo>
                  <a:pt x="108" y="350"/>
                </a:lnTo>
                <a:lnTo>
                  <a:pt x="107" y="350"/>
                </a:lnTo>
                <a:lnTo>
                  <a:pt x="107" y="351"/>
                </a:lnTo>
                <a:lnTo>
                  <a:pt x="106" y="351"/>
                </a:lnTo>
                <a:lnTo>
                  <a:pt x="105" y="351"/>
                </a:lnTo>
                <a:lnTo>
                  <a:pt x="104" y="351"/>
                </a:lnTo>
                <a:lnTo>
                  <a:pt x="102" y="352"/>
                </a:lnTo>
                <a:lnTo>
                  <a:pt x="100" y="352"/>
                </a:lnTo>
                <a:lnTo>
                  <a:pt x="100" y="353"/>
                </a:lnTo>
                <a:lnTo>
                  <a:pt x="99" y="353"/>
                </a:lnTo>
                <a:lnTo>
                  <a:pt x="98" y="354"/>
                </a:lnTo>
                <a:lnTo>
                  <a:pt x="97" y="354"/>
                </a:lnTo>
                <a:lnTo>
                  <a:pt x="97" y="355"/>
                </a:lnTo>
                <a:lnTo>
                  <a:pt x="96" y="356"/>
                </a:lnTo>
                <a:lnTo>
                  <a:pt x="96" y="357"/>
                </a:lnTo>
                <a:lnTo>
                  <a:pt x="96" y="358"/>
                </a:lnTo>
                <a:lnTo>
                  <a:pt x="95" y="359"/>
                </a:lnTo>
                <a:lnTo>
                  <a:pt x="94" y="359"/>
                </a:lnTo>
                <a:lnTo>
                  <a:pt x="93" y="359"/>
                </a:lnTo>
                <a:lnTo>
                  <a:pt x="92" y="359"/>
                </a:lnTo>
                <a:lnTo>
                  <a:pt x="91" y="359"/>
                </a:lnTo>
                <a:lnTo>
                  <a:pt x="90" y="359"/>
                </a:lnTo>
                <a:lnTo>
                  <a:pt x="90" y="358"/>
                </a:lnTo>
                <a:lnTo>
                  <a:pt x="89" y="358"/>
                </a:lnTo>
                <a:lnTo>
                  <a:pt x="90" y="357"/>
                </a:lnTo>
                <a:lnTo>
                  <a:pt x="90" y="356"/>
                </a:lnTo>
                <a:lnTo>
                  <a:pt x="90" y="355"/>
                </a:lnTo>
                <a:lnTo>
                  <a:pt x="89" y="354"/>
                </a:lnTo>
                <a:lnTo>
                  <a:pt x="88" y="354"/>
                </a:lnTo>
                <a:lnTo>
                  <a:pt x="87" y="353"/>
                </a:lnTo>
                <a:lnTo>
                  <a:pt x="86" y="354"/>
                </a:lnTo>
                <a:lnTo>
                  <a:pt x="85" y="354"/>
                </a:lnTo>
                <a:lnTo>
                  <a:pt x="84" y="354"/>
                </a:lnTo>
                <a:lnTo>
                  <a:pt x="84" y="353"/>
                </a:lnTo>
                <a:lnTo>
                  <a:pt x="83" y="353"/>
                </a:lnTo>
                <a:lnTo>
                  <a:pt x="82" y="352"/>
                </a:lnTo>
                <a:lnTo>
                  <a:pt x="82" y="351"/>
                </a:lnTo>
                <a:lnTo>
                  <a:pt x="83" y="350"/>
                </a:lnTo>
                <a:lnTo>
                  <a:pt x="82" y="350"/>
                </a:lnTo>
                <a:lnTo>
                  <a:pt x="82" y="349"/>
                </a:lnTo>
                <a:lnTo>
                  <a:pt x="80" y="348"/>
                </a:lnTo>
                <a:lnTo>
                  <a:pt x="80" y="347"/>
                </a:lnTo>
                <a:lnTo>
                  <a:pt x="81" y="346"/>
                </a:lnTo>
                <a:lnTo>
                  <a:pt x="82" y="345"/>
                </a:lnTo>
                <a:lnTo>
                  <a:pt x="82" y="344"/>
                </a:lnTo>
                <a:lnTo>
                  <a:pt x="82" y="343"/>
                </a:lnTo>
                <a:lnTo>
                  <a:pt x="81" y="341"/>
                </a:lnTo>
                <a:lnTo>
                  <a:pt x="81" y="340"/>
                </a:lnTo>
                <a:lnTo>
                  <a:pt x="81" y="339"/>
                </a:lnTo>
                <a:lnTo>
                  <a:pt x="81" y="337"/>
                </a:lnTo>
                <a:lnTo>
                  <a:pt x="79" y="337"/>
                </a:lnTo>
                <a:lnTo>
                  <a:pt x="78" y="337"/>
                </a:lnTo>
                <a:lnTo>
                  <a:pt x="79" y="338"/>
                </a:lnTo>
                <a:lnTo>
                  <a:pt x="78" y="338"/>
                </a:lnTo>
                <a:lnTo>
                  <a:pt x="77" y="338"/>
                </a:lnTo>
                <a:lnTo>
                  <a:pt x="77" y="337"/>
                </a:lnTo>
                <a:lnTo>
                  <a:pt x="76" y="337"/>
                </a:lnTo>
                <a:lnTo>
                  <a:pt x="75" y="336"/>
                </a:lnTo>
                <a:lnTo>
                  <a:pt x="75" y="335"/>
                </a:lnTo>
                <a:lnTo>
                  <a:pt x="74" y="334"/>
                </a:lnTo>
                <a:lnTo>
                  <a:pt x="73" y="334"/>
                </a:lnTo>
                <a:lnTo>
                  <a:pt x="72" y="335"/>
                </a:lnTo>
                <a:lnTo>
                  <a:pt x="71" y="335"/>
                </a:lnTo>
                <a:lnTo>
                  <a:pt x="70" y="336"/>
                </a:lnTo>
                <a:lnTo>
                  <a:pt x="70" y="335"/>
                </a:lnTo>
                <a:lnTo>
                  <a:pt x="70" y="334"/>
                </a:lnTo>
                <a:lnTo>
                  <a:pt x="71" y="333"/>
                </a:lnTo>
                <a:lnTo>
                  <a:pt x="72" y="332"/>
                </a:lnTo>
                <a:lnTo>
                  <a:pt x="72" y="331"/>
                </a:lnTo>
                <a:lnTo>
                  <a:pt x="72" y="329"/>
                </a:lnTo>
                <a:lnTo>
                  <a:pt x="71" y="329"/>
                </a:lnTo>
                <a:lnTo>
                  <a:pt x="70" y="328"/>
                </a:lnTo>
                <a:lnTo>
                  <a:pt x="69" y="328"/>
                </a:lnTo>
                <a:lnTo>
                  <a:pt x="69" y="327"/>
                </a:lnTo>
                <a:lnTo>
                  <a:pt x="69" y="326"/>
                </a:lnTo>
                <a:lnTo>
                  <a:pt x="69" y="325"/>
                </a:lnTo>
                <a:lnTo>
                  <a:pt x="68" y="324"/>
                </a:lnTo>
                <a:lnTo>
                  <a:pt x="67" y="324"/>
                </a:lnTo>
                <a:lnTo>
                  <a:pt x="67" y="323"/>
                </a:lnTo>
                <a:lnTo>
                  <a:pt x="67" y="322"/>
                </a:lnTo>
                <a:lnTo>
                  <a:pt x="68" y="322"/>
                </a:lnTo>
                <a:lnTo>
                  <a:pt x="68" y="321"/>
                </a:lnTo>
                <a:lnTo>
                  <a:pt x="67" y="321"/>
                </a:lnTo>
                <a:lnTo>
                  <a:pt x="67" y="320"/>
                </a:lnTo>
                <a:lnTo>
                  <a:pt x="66" y="320"/>
                </a:lnTo>
                <a:lnTo>
                  <a:pt x="66" y="319"/>
                </a:lnTo>
                <a:lnTo>
                  <a:pt x="67" y="319"/>
                </a:lnTo>
                <a:lnTo>
                  <a:pt x="67" y="318"/>
                </a:lnTo>
                <a:lnTo>
                  <a:pt x="67" y="317"/>
                </a:lnTo>
                <a:lnTo>
                  <a:pt x="67" y="316"/>
                </a:lnTo>
                <a:lnTo>
                  <a:pt x="67" y="315"/>
                </a:lnTo>
                <a:lnTo>
                  <a:pt x="67" y="314"/>
                </a:lnTo>
                <a:lnTo>
                  <a:pt x="67" y="313"/>
                </a:lnTo>
                <a:lnTo>
                  <a:pt x="68" y="313"/>
                </a:lnTo>
                <a:lnTo>
                  <a:pt x="68" y="312"/>
                </a:lnTo>
                <a:lnTo>
                  <a:pt x="68" y="311"/>
                </a:lnTo>
                <a:lnTo>
                  <a:pt x="67" y="311"/>
                </a:lnTo>
                <a:lnTo>
                  <a:pt x="67" y="310"/>
                </a:lnTo>
                <a:lnTo>
                  <a:pt x="66" y="310"/>
                </a:lnTo>
                <a:lnTo>
                  <a:pt x="65" y="310"/>
                </a:lnTo>
                <a:lnTo>
                  <a:pt x="64" y="308"/>
                </a:lnTo>
                <a:lnTo>
                  <a:pt x="64" y="307"/>
                </a:lnTo>
                <a:lnTo>
                  <a:pt x="63" y="307"/>
                </a:lnTo>
                <a:lnTo>
                  <a:pt x="63" y="306"/>
                </a:lnTo>
                <a:lnTo>
                  <a:pt x="64" y="305"/>
                </a:lnTo>
                <a:lnTo>
                  <a:pt x="65" y="305"/>
                </a:lnTo>
                <a:lnTo>
                  <a:pt x="65" y="304"/>
                </a:lnTo>
                <a:lnTo>
                  <a:pt x="64" y="304"/>
                </a:lnTo>
                <a:lnTo>
                  <a:pt x="63" y="303"/>
                </a:lnTo>
                <a:lnTo>
                  <a:pt x="63" y="302"/>
                </a:lnTo>
                <a:lnTo>
                  <a:pt x="62" y="302"/>
                </a:lnTo>
                <a:lnTo>
                  <a:pt x="61" y="302"/>
                </a:lnTo>
                <a:lnTo>
                  <a:pt x="60" y="302"/>
                </a:lnTo>
                <a:lnTo>
                  <a:pt x="59" y="302"/>
                </a:lnTo>
                <a:lnTo>
                  <a:pt x="58" y="303"/>
                </a:lnTo>
                <a:lnTo>
                  <a:pt x="58" y="304"/>
                </a:lnTo>
                <a:lnTo>
                  <a:pt x="57" y="304"/>
                </a:lnTo>
                <a:lnTo>
                  <a:pt x="56" y="304"/>
                </a:lnTo>
                <a:lnTo>
                  <a:pt x="55" y="303"/>
                </a:lnTo>
                <a:lnTo>
                  <a:pt x="55" y="304"/>
                </a:lnTo>
                <a:lnTo>
                  <a:pt x="54" y="304"/>
                </a:lnTo>
                <a:lnTo>
                  <a:pt x="53" y="303"/>
                </a:lnTo>
                <a:lnTo>
                  <a:pt x="52" y="303"/>
                </a:lnTo>
                <a:lnTo>
                  <a:pt x="51" y="303"/>
                </a:lnTo>
                <a:lnTo>
                  <a:pt x="50" y="304"/>
                </a:lnTo>
                <a:lnTo>
                  <a:pt x="50" y="305"/>
                </a:lnTo>
                <a:lnTo>
                  <a:pt x="49" y="305"/>
                </a:lnTo>
                <a:lnTo>
                  <a:pt x="48" y="304"/>
                </a:lnTo>
                <a:lnTo>
                  <a:pt x="49" y="303"/>
                </a:lnTo>
                <a:lnTo>
                  <a:pt x="48" y="302"/>
                </a:lnTo>
                <a:lnTo>
                  <a:pt x="47" y="302"/>
                </a:lnTo>
                <a:lnTo>
                  <a:pt x="45" y="304"/>
                </a:lnTo>
                <a:lnTo>
                  <a:pt x="44" y="304"/>
                </a:lnTo>
                <a:lnTo>
                  <a:pt x="43" y="304"/>
                </a:lnTo>
                <a:lnTo>
                  <a:pt x="42" y="304"/>
                </a:lnTo>
                <a:lnTo>
                  <a:pt x="41" y="304"/>
                </a:lnTo>
                <a:lnTo>
                  <a:pt x="40" y="304"/>
                </a:lnTo>
                <a:lnTo>
                  <a:pt x="40" y="303"/>
                </a:lnTo>
                <a:lnTo>
                  <a:pt x="39" y="303"/>
                </a:lnTo>
                <a:lnTo>
                  <a:pt x="38" y="303"/>
                </a:lnTo>
                <a:lnTo>
                  <a:pt x="37" y="303"/>
                </a:lnTo>
                <a:lnTo>
                  <a:pt x="37" y="302"/>
                </a:lnTo>
                <a:lnTo>
                  <a:pt x="36" y="302"/>
                </a:lnTo>
                <a:lnTo>
                  <a:pt x="35" y="302"/>
                </a:lnTo>
                <a:lnTo>
                  <a:pt x="35" y="301"/>
                </a:lnTo>
                <a:lnTo>
                  <a:pt x="34" y="300"/>
                </a:lnTo>
                <a:lnTo>
                  <a:pt x="33" y="300"/>
                </a:lnTo>
                <a:lnTo>
                  <a:pt x="34" y="299"/>
                </a:lnTo>
                <a:lnTo>
                  <a:pt x="34" y="298"/>
                </a:lnTo>
                <a:lnTo>
                  <a:pt x="35" y="298"/>
                </a:lnTo>
                <a:lnTo>
                  <a:pt x="35" y="297"/>
                </a:lnTo>
                <a:lnTo>
                  <a:pt x="34" y="297"/>
                </a:lnTo>
                <a:lnTo>
                  <a:pt x="34" y="296"/>
                </a:lnTo>
                <a:lnTo>
                  <a:pt x="33" y="296"/>
                </a:lnTo>
                <a:lnTo>
                  <a:pt x="31" y="296"/>
                </a:lnTo>
                <a:lnTo>
                  <a:pt x="31" y="297"/>
                </a:lnTo>
                <a:lnTo>
                  <a:pt x="30" y="297"/>
                </a:lnTo>
                <a:lnTo>
                  <a:pt x="30" y="296"/>
                </a:lnTo>
                <a:lnTo>
                  <a:pt x="29" y="296"/>
                </a:lnTo>
                <a:lnTo>
                  <a:pt x="29" y="297"/>
                </a:lnTo>
                <a:lnTo>
                  <a:pt x="28" y="297"/>
                </a:lnTo>
                <a:lnTo>
                  <a:pt x="28" y="296"/>
                </a:lnTo>
                <a:lnTo>
                  <a:pt x="28" y="295"/>
                </a:lnTo>
                <a:lnTo>
                  <a:pt x="27" y="295"/>
                </a:lnTo>
                <a:lnTo>
                  <a:pt x="27" y="294"/>
                </a:lnTo>
                <a:lnTo>
                  <a:pt x="27" y="293"/>
                </a:lnTo>
                <a:lnTo>
                  <a:pt x="28" y="292"/>
                </a:lnTo>
                <a:lnTo>
                  <a:pt x="29" y="292"/>
                </a:lnTo>
                <a:lnTo>
                  <a:pt x="30" y="291"/>
                </a:lnTo>
                <a:lnTo>
                  <a:pt x="30" y="290"/>
                </a:lnTo>
                <a:lnTo>
                  <a:pt x="30" y="289"/>
                </a:lnTo>
                <a:lnTo>
                  <a:pt x="30" y="288"/>
                </a:lnTo>
                <a:lnTo>
                  <a:pt x="28" y="287"/>
                </a:lnTo>
                <a:lnTo>
                  <a:pt x="27" y="288"/>
                </a:lnTo>
                <a:lnTo>
                  <a:pt x="26" y="289"/>
                </a:lnTo>
                <a:lnTo>
                  <a:pt x="25" y="290"/>
                </a:lnTo>
                <a:lnTo>
                  <a:pt x="24" y="290"/>
                </a:lnTo>
                <a:lnTo>
                  <a:pt x="23" y="291"/>
                </a:lnTo>
                <a:lnTo>
                  <a:pt x="22" y="290"/>
                </a:lnTo>
                <a:lnTo>
                  <a:pt x="21" y="289"/>
                </a:lnTo>
                <a:lnTo>
                  <a:pt x="20" y="289"/>
                </a:lnTo>
                <a:lnTo>
                  <a:pt x="20" y="290"/>
                </a:lnTo>
                <a:lnTo>
                  <a:pt x="19" y="291"/>
                </a:lnTo>
                <a:lnTo>
                  <a:pt x="18" y="290"/>
                </a:lnTo>
                <a:lnTo>
                  <a:pt x="18" y="289"/>
                </a:lnTo>
                <a:lnTo>
                  <a:pt x="16" y="288"/>
                </a:lnTo>
                <a:lnTo>
                  <a:pt x="15" y="288"/>
                </a:lnTo>
                <a:lnTo>
                  <a:pt x="14" y="288"/>
                </a:lnTo>
                <a:lnTo>
                  <a:pt x="14" y="287"/>
                </a:lnTo>
                <a:lnTo>
                  <a:pt x="13" y="287"/>
                </a:lnTo>
                <a:lnTo>
                  <a:pt x="12" y="287"/>
                </a:lnTo>
                <a:lnTo>
                  <a:pt x="12" y="286"/>
                </a:lnTo>
                <a:lnTo>
                  <a:pt x="10" y="285"/>
                </a:lnTo>
                <a:lnTo>
                  <a:pt x="10" y="284"/>
                </a:lnTo>
                <a:lnTo>
                  <a:pt x="9" y="282"/>
                </a:lnTo>
                <a:lnTo>
                  <a:pt x="8" y="282"/>
                </a:lnTo>
                <a:lnTo>
                  <a:pt x="6" y="281"/>
                </a:lnTo>
                <a:lnTo>
                  <a:pt x="5" y="281"/>
                </a:lnTo>
                <a:lnTo>
                  <a:pt x="4" y="281"/>
                </a:lnTo>
                <a:lnTo>
                  <a:pt x="5" y="281"/>
                </a:lnTo>
                <a:lnTo>
                  <a:pt x="5" y="280"/>
                </a:lnTo>
                <a:lnTo>
                  <a:pt x="5" y="279"/>
                </a:lnTo>
                <a:lnTo>
                  <a:pt x="4" y="279"/>
                </a:lnTo>
                <a:lnTo>
                  <a:pt x="3" y="279"/>
                </a:lnTo>
                <a:lnTo>
                  <a:pt x="3" y="278"/>
                </a:lnTo>
                <a:lnTo>
                  <a:pt x="2" y="278"/>
                </a:lnTo>
                <a:lnTo>
                  <a:pt x="2" y="277"/>
                </a:lnTo>
                <a:lnTo>
                  <a:pt x="1" y="277"/>
                </a:lnTo>
                <a:lnTo>
                  <a:pt x="1" y="276"/>
                </a:lnTo>
                <a:lnTo>
                  <a:pt x="1" y="277"/>
                </a:lnTo>
                <a:lnTo>
                  <a:pt x="0" y="277"/>
                </a:lnTo>
                <a:lnTo>
                  <a:pt x="0" y="276"/>
                </a:lnTo>
                <a:lnTo>
                  <a:pt x="0" y="275"/>
                </a:lnTo>
                <a:lnTo>
                  <a:pt x="0" y="274"/>
                </a:lnTo>
                <a:lnTo>
                  <a:pt x="1" y="273"/>
                </a:lnTo>
                <a:lnTo>
                  <a:pt x="1" y="272"/>
                </a:lnTo>
                <a:lnTo>
                  <a:pt x="2" y="272"/>
                </a:lnTo>
                <a:lnTo>
                  <a:pt x="2" y="271"/>
                </a:lnTo>
                <a:lnTo>
                  <a:pt x="3" y="270"/>
                </a:lnTo>
                <a:lnTo>
                  <a:pt x="3" y="269"/>
                </a:lnTo>
                <a:lnTo>
                  <a:pt x="4" y="267"/>
                </a:lnTo>
                <a:lnTo>
                  <a:pt x="4" y="266"/>
                </a:lnTo>
                <a:lnTo>
                  <a:pt x="4" y="265"/>
                </a:lnTo>
                <a:lnTo>
                  <a:pt x="3" y="264"/>
                </a:lnTo>
                <a:lnTo>
                  <a:pt x="4" y="264"/>
                </a:lnTo>
                <a:lnTo>
                  <a:pt x="4" y="263"/>
                </a:lnTo>
                <a:lnTo>
                  <a:pt x="4" y="262"/>
                </a:lnTo>
                <a:lnTo>
                  <a:pt x="4" y="261"/>
                </a:lnTo>
                <a:lnTo>
                  <a:pt x="5" y="260"/>
                </a:lnTo>
                <a:lnTo>
                  <a:pt x="6" y="259"/>
                </a:lnTo>
                <a:lnTo>
                  <a:pt x="7" y="260"/>
                </a:lnTo>
                <a:lnTo>
                  <a:pt x="8" y="260"/>
                </a:lnTo>
                <a:lnTo>
                  <a:pt x="8" y="261"/>
                </a:lnTo>
                <a:lnTo>
                  <a:pt x="9" y="261"/>
                </a:lnTo>
                <a:lnTo>
                  <a:pt x="11" y="260"/>
                </a:lnTo>
                <a:lnTo>
                  <a:pt x="12" y="260"/>
                </a:lnTo>
                <a:lnTo>
                  <a:pt x="13" y="260"/>
                </a:lnTo>
                <a:lnTo>
                  <a:pt x="14" y="259"/>
                </a:lnTo>
                <a:lnTo>
                  <a:pt x="14" y="258"/>
                </a:lnTo>
                <a:lnTo>
                  <a:pt x="15" y="258"/>
                </a:lnTo>
                <a:lnTo>
                  <a:pt x="15" y="257"/>
                </a:lnTo>
                <a:lnTo>
                  <a:pt x="15" y="256"/>
                </a:lnTo>
                <a:lnTo>
                  <a:pt x="16" y="256"/>
                </a:lnTo>
                <a:lnTo>
                  <a:pt x="15" y="255"/>
                </a:lnTo>
                <a:lnTo>
                  <a:pt x="14" y="255"/>
                </a:lnTo>
                <a:lnTo>
                  <a:pt x="13" y="255"/>
                </a:lnTo>
                <a:lnTo>
                  <a:pt x="12" y="255"/>
                </a:lnTo>
                <a:lnTo>
                  <a:pt x="11" y="254"/>
                </a:lnTo>
                <a:lnTo>
                  <a:pt x="10" y="254"/>
                </a:lnTo>
                <a:lnTo>
                  <a:pt x="9" y="254"/>
                </a:lnTo>
                <a:lnTo>
                  <a:pt x="8" y="253"/>
                </a:lnTo>
                <a:lnTo>
                  <a:pt x="8" y="252"/>
                </a:lnTo>
                <a:lnTo>
                  <a:pt x="8" y="251"/>
                </a:lnTo>
                <a:lnTo>
                  <a:pt x="9" y="250"/>
                </a:lnTo>
                <a:lnTo>
                  <a:pt x="9" y="249"/>
                </a:lnTo>
                <a:lnTo>
                  <a:pt x="10" y="249"/>
                </a:lnTo>
                <a:lnTo>
                  <a:pt x="10" y="248"/>
                </a:lnTo>
                <a:lnTo>
                  <a:pt x="12" y="248"/>
                </a:lnTo>
                <a:lnTo>
                  <a:pt x="12" y="249"/>
                </a:lnTo>
                <a:lnTo>
                  <a:pt x="13" y="249"/>
                </a:lnTo>
                <a:lnTo>
                  <a:pt x="14" y="249"/>
                </a:lnTo>
                <a:lnTo>
                  <a:pt x="15" y="249"/>
                </a:lnTo>
                <a:lnTo>
                  <a:pt x="16" y="250"/>
                </a:lnTo>
                <a:lnTo>
                  <a:pt x="17" y="250"/>
                </a:lnTo>
                <a:lnTo>
                  <a:pt x="17" y="249"/>
                </a:lnTo>
                <a:lnTo>
                  <a:pt x="18" y="249"/>
                </a:lnTo>
                <a:lnTo>
                  <a:pt x="18" y="248"/>
                </a:lnTo>
                <a:lnTo>
                  <a:pt x="19" y="248"/>
                </a:lnTo>
                <a:lnTo>
                  <a:pt x="19" y="249"/>
                </a:lnTo>
                <a:lnTo>
                  <a:pt x="20" y="249"/>
                </a:lnTo>
                <a:lnTo>
                  <a:pt x="20" y="248"/>
                </a:lnTo>
                <a:lnTo>
                  <a:pt x="21" y="247"/>
                </a:lnTo>
                <a:lnTo>
                  <a:pt x="21" y="246"/>
                </a:lnTo>
                <a:lnTo>
                  <a:pt x="21" y="245"/>
                </a:lnTo>
                <a:lnTo>
                  <a:pt x="21" y="244"/>
                </a:lnTo>
                <a:lnTo>
                  <a:pt x="21" y="243"/>
                </a:lnTo>
                <a:lnTo>
                  <a:pt x="21" y="242"/>
                </a:lnTo>
                <a:lnTo>
                  <a:pt x="22" y="242"/>
                </a:lnTo>
                <a:lnTo>
                  <a:pt x="22" y="243"/>
                </a:lnTo>
                <a:lnTo>
                  <a:pt x="23" y="243"/>
                </a:lnTo>
                <a:lnTo>
                  <a:pt x="24" y="242"/>
                </a:lnTo>
                <a:lnTo>
                  <a:pt x="25" y="242"/>
                </a:lnTo>
                <a:lnTo>
                  <a:pt x="26" y="242"/>
                </a:lnTo>
                <a:lnTo>
                  <a:pt x="26" y="241"/>
                </a:lnTo>
                <a:lnTo>
                  <a:pt x="27" y="240"/>
                </a:lnTo>
                <a:lnTo>
                  <a:pt x="27" y="239"/>
                </a:lnTo>
                <a:lnTo>
                  <a:pt x="28" y="239"/>
                </a:lnTo>
                <a:lnTo>
                  <a:pt x="30" y="237"/>
                </a:lnTo>
                <a:lnTo>
                  <a:pt x="31" y="237"/>
                </a:lnTo>
                <a:lnTo>
                  <a:pt x="31" y="236"/>
                </a:lnTo>
                <a:lnTo>
                  <a:pt x="31" y="235"/>
                </a:lnTo>
                <a:lnTo>
                  <a:pt x="30" y="235"/>
                </a:lnTo>
                <a:lnTo>
                  <a:pt x="29" y="235"/>
                </a:lnTo>
                <a:lnTo>
                  <a:pt x="29" y="234"/>
                </a:lnTo>
                <a:lnTo>
                  <a:pt x="30" y="233"/>
                </a:lnTo>
                <a:lnTo>
                  <a:pt x="30" y="234"/>
                </a:lnTo>
                <a:lnTo>
                  <a:pt x="31" y="234"/>
                </a:lnTo>
                <a:lnTo>
                  <a:pt x="32" y="234"/>
                </a:lnTo>
                <a:lnTo>
                  <a:pt x="32" y="233"/>
                </a:lnTo>
                <a:lnTo>
                  <a:pt x="33" y="233"/>
                </a:lnTo>
                <a:lnTo>
                  <a:pt x="32" y="233"/>
                </a:lnTo>
                <a:lnTo>
                  <a:pt x="32" y="231"/>
                </a:lnTo>
                <a:lnTo>
                  <a:pt x="33" y="230"/>
                </a:lnTo>
                <a:lnTo>
                  <a:pt x="34" y="230"/>
                </a:lnTo>
                <a:lnTo>
                  <a:pt x="35" y="230"/>
                </a:lnTo>
                <a:lnTo>
                  <a:pt x="35" y="229"/>
                </a:lnTo>
                <a:lnTo>
                  <a:pt x="36" y="228"/>
                </a:lnTo>
                <a:lnTo>
                  <a:pt x="36" y="227"/>
                </a:lnTo>
                <a:lnTo>
                  <a:pt x="35" y="224"/>
                </a:lnTo>
                <a:lnTo>
                  <a:pt x="35" y="223"/>
                </a:lnTo>
                <a:lnTo>
                  <a:pt x="36" y="223"/>
                </a:lnTo>
                <a:lnTo>
                  <a:pt x="37" y="223"/>
                </a:lnTo>
                <a:lnTo>
                  <a:pt x="39" y="223"/>
                </a:lnTo>
                <a:lnTo>
                  <a:pt x="40" y="223"/>
                </a:lnTo>
                <a:lnTo>
                  <a:pt x="41" y="223"/>
                </a:lnTo>
                <a:lnTo>
                  <a:pt x="41" y="222"/>
                </a:lnTo>
                <a:lnTo>
                  <a:pt x="42" y="221"/>
                </a:lnTo>
                <a:lnTo>
                  <a:pt x="42" y="222"/>
                </a:lnTo>
                <a:lnTo>
                  <a:pt x="43" y="223"/>
                </a:lnTo>
                <a:lnTo>
                  <a:pt x="43" y="222"/>
                </a:lnTo>
                <a:lnTo>
                  <a:pt x="43" y="221"/>
                </a:lnTo>
                <a:lnTo>
                  <a:pt x="43" y="220"/>
                </a:lnTo>
                <a:lnTo>
                  <a:pt x="42" y="219"/>
                </a:lnTo>
                <a:lnTo>
                  <a:pt x="43" y="219"/>
                </a:lnTo>
                <a:lnTo>
                  <a:pt x="43" y="218"/>
                </a:lnTo>
                <a:lnTo>
                  <a:pt x="43" y="217"/>
                </a:lnTo>
                <a:lnTo>
                  <a:pt x="43" y="216"/>
                </a:lnTo>
                <a:lnTo>
                  <a:pt x="42" y="216"/>
                </a:lnTo>
                <a:lnTo>
                  <a:pt x="42" y="215"/>
                </a:lnTo>
                <a:lnTo>
                  <a:pt x="43" y="214"/>
                </a:lnTo>
                <a:lnTo>
                  <a:pt x="44" y="214"/>
                </a:lnTo>
                <a:lnTo>
                  <a:pt x="45" y="214"/>
                </a:lnTo>
                <a:lnTo>
                  <a:pt x="46" y="214"/>
                </a:lnTo>
                <a:lnTo>
                  <a:pt x="46" y="213"/>
                </a:lnTo>
                <a:lnTo>
                  <a:pt x="47" y="213"/>
                </a:lnTo>
                <a:lnTo>
                  <a:pt x="47" y="212"/>
                </a:lnTo>
                <a:lnTo>
                  <a:pt x="47" y="211"/>
                </a:lnTo>
                <a:lnTo>
                  <a:pt x="47" y="210"/>
                </a:lnTo>
                <a:lnTo>
                  <a:pt x="48" y="209"/>
                </a:lnTo>
                <a:lnTo>
                  <a:pt x="48" y="208"/>
                </a:lnTo>
                <a:lnTo>
                  <a:pt x="49" y="208"/>
                </a:lnTo>
                <a:lnTo>
                  <a:pt x="50" y="207"/>
                </a:lnTo>
                <a:lnTo>
                  <a:pt x="50" y="206"/>
                </a:lnTo>
                <a:lnTo>
                  <a:pt x="49" y="206"/>
                </a:lnTo>
                <a:lnTo>
                  <a:pt x="49" y="205"/>
                </a:lnTo>
                <a:lnTo>
                  <a:pt x="50" y="205"/>
                </a:lnTo>
                <a:lnTo>
                  <a:pt x="50" y="204"/>
                </a:lnTo>
                <a:lnTo>
                  <a:pt x="49" y="203"/>
                </a:lnTo>
                <a:lnTo>
                  <a:pt x="48" y="203"/>
                </a:lnTo>
                <a:lnTo>
                  <a:pt x="48" y="202"/>
                </a:lnTo>
                <a:lnTo>
                  <a:pt x="47" y="201"/>
                </a:lnTo>
                <a:lnTo>
                  <a:pt x="47" y="200"/>
                </a:lnTo>
                <a:lnTo>
                  <a:pt x="46" y="200"/>
                </a:lnTo>
                <a:lnTo>
                  <a:pt x="46" y="198"/>
                </a:lnTo>
                <a:lnTo>
                  <a:pt x="49" y="198"/>
                </a:lnTo>
                <a:lnTo>
                  <a:pt x="49" y="199"/>
                </a:lnTo>
                <a:lnTo>
                  <a:pt x="51" y="199"/>
                </a:lnTo>
                <a:lnTo>
                  <a:pt x="51" y="198"/>
                </a:lnTo>
                <a:lnTo>
                  <a:pt x="51" y="197"/>
                </a:lnTo>
                <a:lnTo>
                  <a:pt x="51" y="196"/>
                </a:lnTo>
                <a:lnTo>
                  <a:pt x="49" y="195"/>
                </a:lnTo>
                <a:lnTo>
                  <a:pt x="48" y="195"/>
                </a:lnTo>
                <a:lnTo>
                  <a:pt x="47" y="194"/>
                </a:lnTo>
                <a:lnTo>
                  <a:pt x="46" y="194"/>
                </a:lnTo>
                <a:lnTo>
                  <a:pt x="45" y="194"/>
                </a:lnTo>
                <a:lnTo>
                  <a:pt x="44" y="193"/>
                </a:lnTo>
                <a:lnTo>
                  <a:pt x="44" y="192"/>
                </a:lnTo>
                <a:lnTo>
                  <a:pt x="43" y="191"/>
                </a:lnTo>
                <a:lnTo>
                  <a:pt x="42" y="191"/>
                </a:lnTo>
                <a:lnTo>
                  <a:pt x="41" y="190"/>
                </a:lnTo>
                <a:lnTo>
                  <a:pt x="41" y="189"/>
                </a:lnTo>
                <a:lnTo>
                  <a:pt x="42" y="189"/>
                </a:lnTo>
                <a:lnTo>
                  <a:pt x="42" y="188"/>
                </a:lnTo>
                <a:lnTo>
                  <a:pt x="42" y="187"/>
                </a:lnTo>
                <a:lnTo>
                  <a:pt x="42" y="186"/>
                </a:lnTo>
                <a:lnTo>
                  <a:pt x="41" y="185"/>
                </a:lnTo>
                <a:lnTo>
                  <a:pt x="40" y="184"/>
                </a:lnTo>
                <a:lnTo>
                  <a:pt x="41" y="183"/>
                </a:lnTo>
                <a:lnTo>
                  <a:pt x="42" y="182"/>
                </a:lnTo>
                <a:lnTo>
                  <a:pt x="42" y="181"/>
                </a:lnTo>
                <a:lnTo>
                  <a:pt x="42" y="180"/>
                </a:lnTo>
                <a:lnTo>
                  <a:pt x="41" y="180"/>
                </a:lnTo>
                <a:lnTo>
                  <a:pt x="41" y="181"/>
                </a:lnTo>
                <a:lnTo>
                  <a:pt x="41" y="180"/>
                </a:lnTo>
                <a:lnTo>
                  <a:pt x="42" y="180"/>
                </a:lnTo>
                <a:lnTo>
                  <a:pt x="42" y="179"/>
                </a:lnTo>
                <a:lnTo>
                  <a:pt x="42" y="178"/>
                </a:lnTo>
                <a:lnTo>
                  <a:pt x="41" y="178"/>
                </a:lnTo>
                <a:lnTo>
                  <a:pt x="40" y="177"/>
                </a:lnTo>
                <a:lnTo>
                  <a:pt x="40" y="176"/>
                </a:lnTo>
                <a:lnTo>
                  <a:pt x="40" y="175"/>
                </a:lnTo>
                <a:lnTo>
                  <a:pt x="41" y="175"/>
                </a:lnTo>
                <a:lnTo>
                  <a:pt x="41" y="174"/>
                </a:lnTo>
                <a:lnTo>
                  <a:pt x="42" y="174"/>
                </a:lnTo>
                <a:lnTo>
                  <a:pt x="42" y="173"/>
                </a:lnTo>
                <a:lnTo>
                  <a:pt x="42" y="172"/>
                </a:lnTo>
                <a:lnTo>
                  <a:pt x="42" y="171"/>
                </a:lnTo>
                <a:lnTo>
                  <a:pt x="42" y="170"/>
                </a:lnTo>
                <a:lnTo>
                  <a:pt x="43" y="170"/>
                </a:lnTo>
                <a:lnTo>
                  <a:pt x="43" y="169"/>
                </a:lnTo>
                <a:lnTo>
                  <a:pt x="43" y="167"/>
                </a:lnTo>
                <a:lnTo>
                  <a:pt x="44" y="167"/>
                </a:lnTo>
                <a:lnTo>
                  <a:pt x="44" y="166"/>
                </a:lnTo>
                <a:lnTo>
                  <a:pt x="43" y="166"/>
                </a:lnTo>
                <a:lnTo>
                  <a:pt x="43" y="165"/>
                </a:lnTo>
                <a:lnTo>
                  <a:pt x="43" y="164"/>
                </a:lnTo>
                <a:lnTo>
                  <a:pt x="43" y="163"/>
                </a:lnTo>
                <a:lnTo>
                  <a:pt x="44" y="163"/>
                </a:lnTo>
                <a:lnTo>
                  <a:pt x="44" y="160"/>
                </a:lnTo>
                <a:lnTo>
                  <a:pt x="43" y="160"/>
                </a:lnTo>
                <a:lnTo>
                  <a:pt x="43" y="159"/>
                </a:lnTo>
                <a:lnTo>
                  <a:pt x="43" y="158"/>
                </a:lnTo>
                <a:lnTo>
                  <a:pt x="43" y="156"/>
                </a:lnTo>
                <a:lnTo>
                  <a:pt x="43" y="155"/>
                </a:lnTo>
                <a:lnTo>
                  <a:pt x="44" y="155"/>
                </a:lnTo>
                <a:lnTo>
                  <a:pt x="45" y="154"/>
                </a:lnTo>
                <a:lnTo>
                  <a:pt x="45" y="153"/>
                </a:lnTo>
                <a:lnTo>
                  <a:pt x="46" y="153"/>
                </a:lnTo>
                <a:lnTo>
                  <a:pt x="46" y="152"/>
                </a:lnTo>
                <a:lnTo>
                  <a:pt x="47" y="152"/>
                </a:lnTo>
                <a:lnTo>
                  <a:pt x="47" y="151"/>
                </a:lnTo>
                <a:lnTo>
                  <a:pt x="47" y="150"/>
                </a:lnTo>
                <a:lnTo>
                  <a:pt x="48" y="149"/>
                </a:lnTo>
                <a:lnTo>
                  <a:pt x="48" y="148"/>
                </a:lnTo>
                <a:lnTo>
                  <a:pt x="48" y="147"/>
                </a:lnTo>
                <a:lnTo>
                  <a:pt x="48" y="146"/>
                </a:lnTo>
                <a:lnTo>
                  <a:pt x="47" y="146"/>
                </a:lnTo>
                <a:lnTo>
                  <a:pt x="47" y="145"/>
                </a:lnTo>
                <a:lnTo>
                  <a:pt x="48" y="145"/>
                </a:lnTo>
                <a:lnTo>
                  <a:pt x="48" y="144"/>
                </a:lnTo>
                <a:lnTo>
                  <a:pt x="47" y="142"/>
                </a:lnTo>
                <a:lnTo>
                  <a:pt x="46" y="142"/>
                </a:lnTo>
                <a:lnTo>
                  <a:pt x="45" y="141"/>
                </a:lnTo>
                <a:lnTo>
                  <a:pt x="44" y="141"/>
                </a:lnTo>
                <a:lnTo>
                  <a:pt x="43" y="141"/>
                </a:lnTo>
                <a:lnTo>
                  <a:pt x="42" y="141"/>
                </a:lnTo>
                <a:lnTo>
                  <a:pt x="41" y="141"/>
                </a:lnTo>
                <a:lnTo>
                  <a:pt x="41" y="140"/>
                </a:lnTo>
                <a:lnTo>
                  <a:pt x="41" y="139"/>
                </a:lnTo>
                <a:lnTo>
                  <a:pt x="41" y="138"/>
                </a:lnTo>
                <a:lnTo>
                  <a:pt x="40" y="137"/>
                </a:lnTo>
                <a:lnTo>
                  <a:pt x="40" y="138"/>
                </a:lnTo>
                <a:lnTo>
                  <a:pt x="40" y="137"/>
                </a:lnTo>
                <a:lnTo>
                  <a:pt x="39" y="137"/>
                </a:lnTo>
                <a:lnTo>
                  <a:pt x="39" y="136"/>
                </a:lnTo>
                <a:lnTo>
                  <a:pt x="38" y="134"/>
                </a:lnTo>
                <a:lnTo>
                  <a:pt x="37" y="134"/>
                </a:lnTo>
                <a:lnTo>
                  <a:pt x="36" y="134"/>
                </a:lnTo>
                <a:lnTo>
                  <a:pt x="36" y="133"/>
                </a:lnTo>
                <a:lnTo>
                  <a:pt x="35" y="133"/>
                </a:lnTo>
                <a:lnTo>
                  <a:pt x="35" y="132"/>
                </a:lnTo>
                <a:lnTo>
                  <a:pt x="36" y="132"/>
                </a:lnTo>
                <a:lnTo>
                  <a:pt x="36" y="131"/>
                </a:lnTo>
                <a:lnTo>
                  <a:pt x="36" y="130"/>
                </a:lnTo>
                <a:lnTo>
                  <a:pt x="37" y="130"/>
                </a:lnTo>
                <a:lnTo>
                  <a:pt x="38" y="129"/>
                </a:lnTo>
                <a:lnTo>
                  <a:pt x="38" y="128"/>
                </a:lnTo>
                <a:lnTo>
                  <a:pt x="39" y="128"/>
                </a:lnTo>
                <a:lnTo>
                  <a:pt x="39" y="127"/>
                </a:lnTo>
                <a:lnTo>
                  <a:pt x="38" y="127"/>
                </a:lnTo>
                <a:lnTo>
                  <a:pt x="39" y="127"/>
                </a:lnTo>
                <a:lnTo>
                  <a:pt x="39" y="126"/>
                </a:lnTo>
                <a:lnTo>
                  <a:pt x="40" y="125"/>
                </a:lnTo>
                <a:lnTo>
                  <a:pt x="41" y="125"/>
                </a:lnTo>
                <a:lnTo>
                  <a:pt x="43" y="124"/>
                </a:lnTo>
                <a:lnTo>
                  <a:pt x="44" y="124"/>
                </a:lnTo>
                <a:lnTo>
                  <a:pt x="44" y="123"/>
                </a:lnTo>
                <a:lnTo>
                  <a:pt x="44" y="122"/>
                </a:lnTo>
                <a:lnTo>
                  <a:pt x="45" y="122"/>
                </a:lnTo>
                <a:lnTo>
                  <a:pt x="46" y="122"/>
                </a:lnTo>
                <a:lnTo>
                  <a:pt x="47" y="122"/>
                </a:lnTo>
                <a:lnTo>
                  <a:pt x="49" y="122"/>
                </a:lnTo>
                <a:lnTo>
                  <a:pt x="51" y="121"/>
                </a:lnTo>
                <a:lnTo>
                  <a:pt x="53" y="121"/>
                </a:lnTo>
                <a:lnTo>
                  <a:pt x="53" y="120"/>
                </a:lnTo>
                <a:lnTo>
                  <a:pt x="53" y="119"/>
                </a:lnTo>
                <a:lnTo>
                  <a:pt x="54" y="119"/>
                </a:lnTo>
                <a:lnTo>
                  <a:pt x="55" y="119"/>
                </a:lnTo>
                <a:lnTo>
                  <a:pt x="56" y="118"/>
                </a:lnTo>
                <a:lnTo>
                  <a:pt x="57" y="117"/>
                </a:lnTo>
                <a:lnTo>
                  <a:pt x="58" y="117"/>
                </a:lnTo>
                <a:lnTo>
                  <a:pt x="58" y="116"/>
                </a:lnTo>
                <a:lnTo>
                  <a:pt x="58" y="115"/>
                </a:lnTo>
                <a:lnTo>
                  <a:pt x="59" y="114"/>
                </a:lnTo>
                <a:lnTo>
                  <a:pt x="59" y="113"/>
                </a:lnTo>
                <a:lnTo>
                  <a:pt x="60" y="114"/>
                </a:lnTo>
                <a:lnTo>
                  <a:pt x="60" y="115"/>
                </a:lnTo>
                <a:lnTo>
                  <a:pt x="61" y="115"/>
                </a:lnTo>
                <a:lnTo>
                  <a:pt x="62" y="116"/>
                </a:lnTo>
                <a:lnTo>
                  <a:pt x="63" y="116"/>
                </a:lnTo>
                <a:lnTo>
                  <a:pt x="65" y="116"/>
                </a:lnTo>
                <a:lnTo>
                  <a:pt x="65" y="117"/>
                </a:lnTo>
                <a:lnTo>
                  <a:pt x="65" y="118"/>
                </a:lnTo>
                <a:lnTo>
                  <a:pt x="65" y="119"/>
                </a:lnTo>
                <a:lnTo>
                  <a:pt x="64" y="120"/>
                </a:lnTo>
                <a:lnTo>
                  <a:pt x="63" y="120"/>
                </a:lnTo>
                <a:lnTo>
                  <a:pt x="63" y="122"/>
                </a:lnTo>
                <a:lnTo>
                  <a:pt x="62" y="122"/>
                </a:lnTo>
                <a:lnTo>
                  <a:pt x="62" y="123"/>
                </a:lnTo>
                <a:lnTo>
                  <a:pt x="63" y="123"/>
                </a:lnTo>
                <a:lnTo>
                  <a:pt x="64" y="123"/>
                </a:lnTo>
                <a:lnTo>
                  <a:pt x="65" y="123"/>
                </a:lnTo>
                <a:lnTo>
                  <a:pt x="65" y="122"/>
                </a:lnTo>
                <a:lnTo>
                  <a:pt x="65" y="123"/>
                </a:lnTo>
                <a:lnTo>
                  <a:pt x="65" y="124"/>
                </a:lnTo>
                <a:lnTo>
                  <a:pt x="66" y="124"/>
                </a:lnTo>
                <a:lnTo>
                  <a:pt x="67" y="124"/>
                </a:lnTo>
                <a:lnTo>
                  <a:pt x="68" y="125"/>
                </a:lnTo>
                <a:lnTo>
                  <a:pt x="69" y="126"/>
                </a:lnTo>
                <a:lnTo>
                  <a:pt x="69" y="127"/>
                </a:lnTo>
                <a:lnTo>
                  <a:pt x="70" y="127"/>
                </a:lnTo>
                <a:lnTo>
                  <a:pt x="71" y="128"/>
                </a:lnTo>
                <a:lnTo>
                  <a:pt x="72" y="129"/>
                </a:lnTo>
                <a:lnTo>
                  <a:pt x="73" y="129"/>
                </a:lnTo>
                <a:lnTo>
                  <a:pt x="74" y="128"/>
                </a:lnTo>
                <a:lnTo>
                  <a:pt x="75" y="128"/>
                </a:lnTo>
                <a:lnTo>
                  <a:pt x="75" y="129"/>
                </a:lnTo>
                <a:lnTo>
                  <a:pt x="77" y="130"/>
                </a:lnTo>
                <a:lnTo>
                  <a:pt x="78" y="130"/>
                </a:lnTo>
                <a:lnTo>
                  <a:pt x="79" y="130"/>
                </a:lnTo>
                <a:lnTo>
                  <a:pt x="78" y="130"/>
                </a:lnTo>
                <a:lnTo>
                  <a:pt x="78" y="131"/>
                </a:lnTo>
                <a:lnTo>
                  <a:pt x="79" y="130"/>
                </a:lnTo>
                <a:lnTo>
                  <a:pt x="80" y="130"/>
                </a:lnTo>
                <a:lnTo>
                  <a:pt x="80" y="131"/>
                </a:lnTo>
                <a:lnTo>
                  <a:pt x="81" y="131"/>
                </a:lnTo>
                <a:lnTo>
                  <a:pt x="82" y="131"/>
                </a:lnTo>
                <a:lnTo>
                  <a:pt x="83" y="131"/>
                </a:lnTo>
                <a:lnTo>
                  <a:pt x="82" y="131"/>
                </a:lnTo>
                <a:lnTo>
                  <a:pt x="84" y="131"/>
                </a:lnTo>
                <a:lnTo>
                  <a:pt x="85" y="131"/>
                </a:lnTo>
                <a:lnTo>
                  <a:pt x="86" y="131"/>
                </a:lnTo>
                <a:lnTo>
                  <a:pt x="87" y="131"/>
                </a:lnTo>
                <a:lnTo>
                  <a:pt x="88" y="131"/>
                </a:lnTo>
                <a:lnTo>
                  <a:pt x="89" y="131"/>
                </a:lnTo>
                <a:lnTo>
                  <a:pt x="90" y="131"/>
                </a:lnTo>
                <a:lnTo>
                  <a:pt x="90" y="132"/>
                </a:lnTo>
                <a:lnTo>
                  <a:pt x="90" y="133"/>
                </a:lnTo>
                <a:lnTo>
                  <a:pt x="91" y="134"/>
                </a:lnTo>
                <a:lnTo>
                  <a:pt x="91" y="135"/>
                </a:lnTo>
                <a:lnTo>
                  <a:pt x="90" y="136"/>
                </a:lnTo>
                <a:lnTo>
                  <a:pt x="91" y="136"/>
                </a:lnTo>
                <a:lnTo>
                  <a:pt x="90" y="137"/>
                </a:lnTo>
                <a:lnTo>
                  <a:pt x="90" y="138"/>
                </a:lnTo>
                <a:lnTo>
                  <a:pt x="89" y="138"/>
                </a:lnTo>
                <a:lnTo>
                  <a:pt x="89" y="140"/>
                </a:lnTo>
                <a:lnTo>
                  <a:pt x="89" y="141"/>
                </a:lnTo>
                <a:lnTo>
                  <a:pt x="90" y="142"/>
                </a:lnTo>
                <a:lnTo>
                  <a:pt x="89" y="143"/>
                </a:lnTo>
                <a:lnTo>
                  <a:pt x="90" y="143"/>
                </a:lnTo>
                <a:lnTo>
                  <a:pt x="91" y="143"/>
                </a:lnTo>
                <a:lnTo>
                  <a:pt x="93" y="145"/>
                </a:lnTo>
                <a:lnTo>
                  <a:pt x="93" y="147"/>
                </a:lnTo>
                <a:lnTo>
                  <a:pt x="93" y="148"/>
                </a:lnTo>
                <a:lnTo>
                  <a:pt x="94" y="148"/>
                </a:lnTo>
                <a:lnTo>
                  <a:pt x="95" y="150"/>
                </a:lnTo>
                <a:lnTo>
                  <a:pt x="95" y="151"/>
                </a:lnTo>
                <a:lnTo>
                  <a:pt x="95" y="152"/>
                </a:lnTo>
                <a:lnTo>
                  <a:pt x="96" y="152"/>
                </a:lnTo>
                <a:lnTo>
                  <a:pt x="97" y="152"/>
                </a:lnTo>
                <a:lnTo>
                  <a:pt x="97" y="153"/>
                </a:lnTo>
                <a:lnTo>
                  <a:pt x="98" y="154"/>
                </a:lnTo>
                <a:lnTo>
                  <a:pt x="98" y="155"/>
                </a:lnTo>
                <a:lnTo>
                  <a:pt x="99" y="155"/>
                </a:lnTo>
                <a:lnTo>
                  <a:pt x="100" y="155"/>
                </a:lnTo>
                <a:lnTo>
                  <a:pt x="100" y="156"/>
                </a:lnTo>
                <a:lnTo>
                  <a:pt x="100" y="157"/>
                </a:lnTo>
                <a:lnTo>
                  <a:pt x="100" y="158"/>
                </a:lnTo>
                <a:lnTo>
                  <a:pt x="100" y="159"/>
                </a:lnTo>
                <a:lnTo>
                  <a:pt x="100" y="160"/>
                </a:lnTo>
                <a:lnTo>
                  <a:pt x="100" y="161"/>
                </a:lnTo>
                <a:lnTo>
                  <a:pt x="102" y="162"/>
                </a:lnTo>
                <a:lnTo>
                  <a:pt x="103" y="163"/>
                </a:lnTo>
                <a:lnTo>
                  <a:pt x="103" y="164"/>
                </a:lnTo>
                <a:lnTo>
                  <a:pt x="103" y="165"/>
                </a:lnTo>
                <a:lnTo>
                  <a:pt x="103" y="166"/>
                </a:lnTo>
                <a:lnTo>
                  <a:pt x="104" y="167"/>
                </a:lnTo>
                <a:lnTo>
                  <a:pt x="105" y="167"/>
                </a:lnTo>
                <a:lnTo>
                  <a:pt x="105" y="169"/>
                </a:lnTo>
                <a:lnTo>
                  <a:pt x="105" y="171"/>
                </a:lnTo>
                <a:lnTo>
                  <a:pt x="105" y="172"/>
                </a:lnTo>
                <a:lnTo>
                  <a:pt x="106" y="172"/>
                </a:lnTo>
                <a:lnTo>
                  <a:pt x="106" y="173"/>
                </a:lnTo>
                <a:lnTo>
                  <a:pt x="107" y="173"/>
                </a:lnTo>
                <a:lnTo>
                  <a:pt x="107" y="172"/>
                </a:lnTo>
                <a:lnTo>
                  <a:pt x="108" y="172"/>
                </a:lnTo>
                <a:lnTo>
                  <a:pt x="107" y="173"/>
                </a:lnTo>
                <a:lnTo>
                  <a:pt x="108" y="174"/>
                </a:lnTo>
                <a:lnTo>
                  <a:pt x="107" y="175"/>
                </a:lnTo>
                <a:lnTo>
                  <a:pt x="108" y="175"/>
                </a:lnTo>
                <a:lnTo>
                  <a:pt x="108" y="176"/>
                </a:lnTo>
                <a:lnTo>
                  <a:pt x="107" y="176"/>
                </a:lnTo>
                <a:lnTo>
                  <a:pt x="106" y="176"/>
                </a:lnTo>
                <a:lnTo>
                  <a:pt x="107" y="177"/>
                </a:lnTo>
                <a:lnTo>
                  <a:pt x="108" y="177"/>
                </a:lnTo>
                <a:lnTo>
                  <a:pt x="108" y="178"/>
                </a:lnTo>
                <a:lnTo>
                  <a:pt x="107" y="178"/>
                </a:lnTo>
                <a:lnTo>
                  <a:pt x="107" y="179"/>
                </a:lnTo>
                <a:lnTo>
                  <a:pt x="106" y="180"/>
                </a:lnTo>
                <a:lnTo>
                  <a:pt x="107" y="180"/>
                </a:lnTo>
                <a:lnTo>
                  <a:pt x="106" y="180"/>
                </a:lnTo>
                <a:lnTo>
                  <a:pt x="106" y="181"/>
                </a:lnTo>
                <a:lnTo>
                  <a:pt x="106" y="182"/>
                </a:lnTo>
                <a:lnTo>
                  <a:pt x="107" y="182"/>
                </a:lnTo>
                <a:lnTo>
                  <a:pt x="107" y="183"/>
                </a:lnTo>
                <a:lnTo>
                  <a:pt x="107" y="184"/>
                </a:lnTo>
                <a:lnTo>
                  <a:pt x="108" y="184"/>
                </a:lnTo>
                <a:lnTo>
                  <a:pt x="109" y="184"/>
                </a:lnTo>
                <a:lnTo>
                  <a:pt x="109" y="185"/>
                </a:lnTo>
                <a:lnTo>
                  <a:pt x="110" y="185"/>
                </a:lnTo>
                <a:lnTo>
                  <a:pt x="111" y="185"/>
                </a:lnTo>
                <a:lnTo>
                  <a:pt x="112" y="185"/>
                </a:lnTo>
                <a:lnTo>
                  <a:pt x="113" y="185"/>
                </a:lnTo>
                <a:lnTo>
                  <a:pt x="113" y="184"/>
                </a:lnTo>
                <a:lnTo>
                  <a:pt x="114" y="183"/>
                </a:lnTo>
                <a:lnTo>
                  <a:pt x="116" y="182"/>
                </a:lnTo>
                <a:lnTo>
                  <a:pt x="116" y="181"/>
                </a:lnTo>
                <a:lnTo>
                  <a:pt x="116" y="180"/>
                </a:lnTo>
                <a:lnTo>
                  <a:pt x="115" y="180"/>
                </a:lnTo>
                <a:lnTo>
                  <a:pt x="115" y="179"/>
                </a:lnTo>
                <a:lnTo>
                  <a:pt x="115" y="178"/>
                </a:lnTo>
                <a:lnTo>
                  <a:pt x="115" y="177"/>
                </a:lnTo>
                <a:lnTo>
                  <a:pt x="116" y="177"/>
                </a:lnTo>
                <a:lnTo>
                  <a:pt x="117" y="177"/>
                </a:lnTo>
                <a:lnTo>
                  <a:pt x="117" y="176"/>
                </a:lnTo>
                <a:lnTo>
                  <a:pt x="117" y="175"/>
                </a:lnTo>
                <a:lnTo>
                  <a:pt x="118" y="175"/>
                </a:lnTo>
                <a:lnTo>
                  <a:pt x="118" y="174"/>
                </a:lnTo>
                <a:lnTo>
                  <a:pt x="119" y="174"/>
                </a:lnTo>
                <a:lnTo>
                  <a:pt x="119" y="173"/>
                </a:lnTo>
                <a:lnTo>
                  <a:pt x="119" y="172"/>
                </a:lnTo>
                <a:lnTo>
                  <a:pt x="120" y="172"/>
                </a:lnTo>
                <a:lnTo>
                  <a:pt x="121" y="172"/>
                </a:lnTo>
                <a:lnTo>
                  <a:pt x="121" y="171"/>
                </a:lnTo>
                <a:lnTo>
                  <a:pt x="121" y="170"/>
                </a:lnTo>
                <a:lnTo>
                  <a:pt x="121" y="169"/>
                </a:lnTo>
                <a:lnTo>
                  <a:pt x="122" y="169"/>
                </a:lnTo>
                <a:lnTo>
                  <a:pt x="123" y="169"/>
                </a:lnTo>
                <a:lnTo>
                  <a:pt x="124" y="169"/>
                </a:lnTo>
                <a:lnTo>
                  <a:pt x="124" y="167"/>
                </a:lnTo>
                <a:lnTo>
                  <a:pt x="125" y="167"/>
                </a:lnTo>
                <a:lnTo>
                  <a:pt x="125" y="166"/>
                </a:lnTo>
                <a:lnTo>
                  <a:pt x="126" y="166"/>
                </a:lnTo>
                <a:lnTo>
                  <a:pt x="126" y="165"/>
                </a:lnTo>
                <a:lnTo>
                  <a:pt x="127" y="165"/>
                </a:lnTo>
                <a:lnTo>
                  <a:pt x="128" y="165"/>
                </a:lnTo>
                <a:lnTo>
                  <a:pt x="129" y="165"/>
                </a:lnTo>
                <a:lnTo>
                  <a:pt x="130" y="165"/>
                </a:lnTo>
                <a:lnTo>
                  <a:pt x="130" y="164"/>
                </a:lnTo>
                <a:lnTo>
                  <a:pt x="129" y="163"/>
                </a:lnTo>
                <a:lnTo>
                  <a:pt x="128" y="163"/>
                </a:lnTo>
                <a:lnTo>
                  <a:pt x="127" y="163"/>
                </a:lnTo>
                <a:lnTo>
                  <a:pt x="128" y="163"/>
                </a:lnTo>
                <a:lnTo>
                  <a:pt x="128" y="162"/>
                </a:lnTo>
                <a:lnTo>
                  <a:pt x="128" y="161"/>
                </a:lnTo>
                <a:lnTo>
                  <a:pt x="129" y="161"/>
                </a:lnTo>
                <a:lnTo>
                  <a:pt x="129" y="162"/>
                </a:lnTo>
                <a:lnTo>
                  <a:pt x="130" y="161"/>
                </a:lnTo>
                <a:lnTo>
                  <a:pt x="129" y="161"/>
                </a:lnTo>
                <a:lnTo>
                  <a:pt x="129" y="160"/>
                </a:lnTo>
                <a:lnTo>
                  <a:pt x="130" y="160"/>
                </a:lnTo>
                <a:lnTo>
                  <a:pt x="131" y="160"/>
                </a:lnTo>
                <a:lnTo>
                  <a:pt x="131" y="161"/>
                </a:lnTo>
                <a:lnTo>
                  <a:pt x="132" y="160"/>
                </a:lnTo>
                <a:lnTo>
                  <a:pt x="132" y="159"/>
                </a:lnTo>
                <a:lnTo>
                  <a:pt x="132" y="158"/>
                </a:lnTo>
                <a:lnTo>
                  <a:pt x="132" y="157"/>
                </a:lnTo>
                <a:lnTo>
                  <a:pt x="133" y="157"/>
                </a:lnTo>
                <a:lnTo>
                  <a:pt x="134" y="157"/>
                </a:lnTo>
                <a:lnTo>
                  <a:pt x="134" y="156"/>
                </a:lnTo>
                <a:lnTo>
                  <a:pt x="134" y="155"/>
                </a:lnTo>
                <a:lnTo>
                  <a:pt x="135" y="155"/>
                </a:lnTo>
                <a:lnTo>
                  <a:pt x="136" y="155"/>
                </a:lnTo>
                <a:lnTo>
                  <a:pt x="136" y="154"/>
                </a:lnTo>
                <a:lnTo>
                  <a:pt x="137" y="154"/>
                </a:lnTo>
                <a:lnTo>
                  <a:pt x="138" y="154"/>
                </a:lnTo>
                <a:lnTo>
                  <a:pt x="139" y="154"/>
                </a:lnTo>
                <a:lnTo>
                  <a:pt x="140" y="155"/>
                </a:lnTo>
                <a:lnTo>
                  <a:pt x="141" y="155"/>
                </a:lnTo>
                <a:lnTo>
                  <a:pt x="142" y="154"/>
                </a:lnTo>
                <a:lnTo>
                  <a:pt x="141" y="154"/>
                </a:lnTo>
                <a:lnTo>
                  <a:pt x="141" y="153"/>
                </a:lnTo>
                <a:lnTo>
                  <a:pt x="142" y="153"/>
                </a:lnTo>
                <a:lnTo>
                  <a:pt x="142" y="152"/>
                </a:lnTo>
                <a:lnTo>
                  <a:pt x="143" y="152"/>
                </a:lnTo>
                <a:lnTo>
                  <a:pt x="144" y="152"/>
                </a:lnTo>
                <a:lnTo>
                  <a:pt x="145" y="152"/>
                </a:lnTo>
                <a:lnTo>
                  <a:pt x="145" y="151"/>
                </a:lnTo>
                <a:lnTo>
                  <a:pt x="144" y="151"/>
                </a:lnTo>
                <a:lnTo>
                  <a:pt x="144" y="150"/>
                </a:lnTo>
                <a:lnTo>
                  <a:pt x="145" y="150"/>
                </a:lnTo>
                <a:lnTo>
                  <a:pt x="145" y="149"/>
                </a:lnTo>
                <a:lnTo>
                  <a:pt x="144" y="149"/>
                </a:lnTo>
                <a:lnTo>
                  <a:pt x="144" y="148"/>
                </a:lnTo>
                <a:lnTo>
                  <a:pt x="144" y="147"/>
                </a:lnTo>
                <a:lnTo>
                  <a:pt x="145" y="147"/>
                </a:lnTo>
                <a:lnTo>
                  <a:pt x="146" y="147"/>
                </a:lnTo>
                <a:lnTo>
                  <a:pt x="147" y="147"/>
                </a:lnTo>
                <a:lnTo>
                  <a:pt x="147" y="146"/>
                </a:lnTo>
                <a:lnTo>
                  <a:pt x="148" y="146"/>
                </a:lnTo>
                <a:lnTo>
                  <a:pt x="148" y="145"/>
                </a:lnTo>
                <a:lnTo>
                  <a:pt x="147" y="145"/>
                </a:lnTo>
                <a:lnTo>
                  <a:pt x="147" y="144"/>
                </a:lnTo>
                <a:lnTo>
                  <a:pt x="148" y="144"/>
                </a:lnTo>
                <a:lnTo>
                  <a:pt x="149" y="144"/>
                </a:lnTo>
                <a:lnTo>
                  <a:pt x="148" y="144"/>
                </a:lnTo>
                <a:lnTo>
                  <a:pt x="148" y="143"/>
                </a:lnTo>
                <a:lnTo>
                  <a:pt x="147" y="143"/>
                </a:lnTo>
                <a:lnTo>
                  <a:pt x="147" y="144"/>
                </a:lnTo>
                <a:lnTo>
                  <a:pt x="146" y="143"/>
                </a:lnTo>
                <a:lnTo>
                  <a:pt x="146" y="142"/>
                </a:lnTo>
                <a:lnTo>
                  <a:pt x="147" y="141"/>
                </a:lnTo>
                <a:lnTo>
                  <a:pt x="148" y="141"/>
                </a:lnTo>
                <a:lnTo>
                  <a:pt x="149" y="141"/>
                </a:lnTo>
                <a:lnTo>
                  <a:pt x="149" y="140"/>
                </a:lnTo>
                <a:lnTo>
                  <a:pt x="150" y="140"/>
                </a:lnTo>
                <a:lnTo>
                  <a:pt x="150" y="139"/>
                </a:lnTo>
                <a:lnTo>
                  <a:pt x="151" y="139"/>
                </a:lnTo>
                <a:lnTo>
                  <a:pt x="152" y="139"/>
                </a:lnTo>
                <a:lnTo>
                  <a:pt x="152" y="138"/>
                </a:lnTo>
                <a:lnTo>
                  <a:pt x="153" y="138"/>
                </a:lnTo>
                <a:lnTo>
                  <a:pt x="154" y="139"/>
                </a:lnTo>
                <a:lnTo>
                  <a:pt x="154" y="138"/>
                </a:lnTo>
                <a:lnTo>
                  <a:pt x="155" y="138"/>
                </a:lnTo>
                <a:lnTo>
                  <a:pt x="156" y="137"/>
                </a:lnTo>
                <a:lnTo>
                  <a:pt x="156" y="136"/>
                </a:lnTo>
                <a:lnTo>
                  <a:pt x="158" y="136"/>
                </a:lnTo>
                <a:lnTo>
                  <a:pt x="159" y="137"/>
                </a:lnTo>
                <a:lnTo>
                  <a:pt x="160" y="137"/>
                </a:lnTo>
                <a:lnTo>
                  <a:pt x="161" y="136"/>
                </a:lnTo>
                <a:lnTo>
                  <a:pt x="162" y="136"/>
                </a:lnTo>
                <a:lnTo>
                  <a:pt x="163" y="136"/>
                </a:lnTo>
                <a:lnTo>
                  <a:pt x="163" y="135"/>
                </a:lnTo>
                <a:lnTo>
                  <a:pt x="164" y="135"/>
                </a:lnTo>
                <a:lnTo>
                  <a:pt x="165" y="135"/>
                </a:lnTo>
                <a:lnTo>
                  <a:pt x="165" y="134"/>
                </a:lnTo>
                <a:lnTo>
                  <a:pt x="166" y="134"/>
                </a:lnTo>
                <a:lnTo>
                  <a:pt x="166" y="133"/>
                </a:lnTo>
                <a:lnTo>
                  <a:pt x="167" y="133"/>
                </a:lnTo>
                <a:lnTo>
                  <a:pt x="167" y="132"/>
                </a:lnTo>
                <a:lnTo>
                  <a:pt x="168" y="132"/>
                </a:lnTo>
                <a:lnTo>
                  <a:pt x="169" y="132"/>
                </a:lnTo>
                <a:lnTo>
                  <a:pt x="169" y="133"/>
                </a:lnTo>
                <a:lnTo>
                  <a:pt x="169" y="132"/>
                </a:lnTo>
                <a:lnTo>
                  <a:pt x="170" y="131"/>
                </a:lnTo>
                <a:lnTo>
                  <a:pt x="170" y="130"/>
                </a:lnTo>
                <a:lnTo>
                  <a:pt x="171" y="130"/>
                </a:lnTo>
                <a:lnTo>
                  <a:pt x="173" y="130"/>
                </a:lnTo>
                <a:lnTo>
                  <a:pt x="175" y="130"/>
                </a:lnTo>
                <a:lnTo>
                  <a:pt x="175" y="131"/>
                </a:lnTo>
                <a:lnTo>
                  <a:pt x="175" y="130"/>
                </a:lnTo>
                <a:lnTo>
                  <a:pt x="175" y="129"/>
                </a:lnTo>
                <a:lnTo>
                  <a:pt x="176" y="129"/>
                </a:lnTo>
                <a:lnTo>
                  <a:pt x="177" y="129"/>
                </a:lnTo>
                <a:lnTo>
                  <a:pt x="177" y="130"/>
                </a:lnTo>
                <a:lnTo>
                  <a:pt x="178" y="130"/>
                </a:lnTo>
                <a:lnTo>
                  <a:pt x="178" y="129"/>
                </a:lnTo>
                <a:lnTo>
                  <a:pt x="178" y="128"/>
                </a:lnTo>
                <a:lnTo>
                  <a:pt x="178" y="127"/>
                </a:lnTo>
                <a:lnTo>
                  <a:pt x="179" y="128"/>
                </a:lnTo>
                <a:lnTo>
                  <a:pt x="180" y="128"/>
                </a:lnTo>
                <a:lnTo>
                  <a:pt x="180" y="127"/>
                </a:lnTo>
                <a:lnTo>
                  <a:pt x="180" y="128"/>
                </a:lnTo>
                <a:lnTo>
                  <a:pt x="181" y="127"/>
                </a:lnTo>
                <a:lnTo>
                  <a:pt x="182" y="127"/>
                </a:lnTo>
                <a:lnTo>
                  <a:pt x="183" y="128"/>
                </a:lnTo>
                <a:lnTo>
                  <a:pt x="184" y="128"/>
                </a:lnTo>
                <a:lnTo>
                  <a:pt x="184" y="127"/>
                </a:lnTo>
                <a:lnTo>
                  <a:pt x="184" y="126"/>
                </a:lnTo>
                <a:lnTo>
                  <a:pt x="183" y="126"/>
                </a:lnTo>
                <a:lnTo>
                  <a:pt x="183" y="125"/>
                </a:lnTo>
                <a:lnTo>
                  <a:pt x="184" y="125"/>
                </a:lnTo>
                <a:lnTo>
                  <a:pt x="185" y="126"/>
                </a:lnTo>
                <a:lnTo>
                  <a:pt x="185" y="125"/>
                </a:lnTo>
                <a:lnTo>
                  <a:pt x="186" y="125"/>
                </a:lnTo>
                <a:lnTo>
                  <a:pt x="187" y="125"/>
                </a:lnTo>
                <a:lnTo>
                  <a:pt x="188" y="125"/>
                </a:lnTo>
                <a:lnTo>
                  <a:pt x="188" y="124"/>
                </a:lnTo>
                <a:lnTo>
                  <a:pt x="189" y="125"/>
                </a:lnTo>
                <a:lnTo>
                  <a:pt x="190" y="125"/>
                </a:lnTo>
                <a:lnTo>
                  <a:pt x="190" y="126"/>
                </a:lnTo>
                <a:lnTo>
                  <a:pt x="191" y="126"/>
                </a:lnTo>
                <a:lnTo>
                  <a:pt x="192" y="126"/>
                </a:lnTo>
                <a:lnTo>
                  <a:pt x="193" y="126"/>
                </a:lnTo>
                <a:lnTo>
                  <a:pt x="194" y="126"/>
                </a:lnTo>
                <a:lnTo>
                  <a:pt x="195" y="126"/>
                </a:lnTo>
                <a:lnTo>
                  <a:pt x="195" y="127"/>
                </a:lnTo>
                <a:lnTo>
                  <a:pt x="194" y="127"/>
                </a:lnTo>
                <a:lnTo>
                  <a:pt x="195" y="127"/>
                </a:lnTo>
                <a:lnTo>
                  <a:pt x="195" y="128"/>
                </a:lnTo>
                <a:lnTo>
                  <a:pt x="196" y="128"/>
                </a:lnTo>
                <a:lnTo>
                  <a:pt x="197" y="128"/>
                </a:lnTo>
                <a:lnTo>
                  <a:pt x="197" y="127"/>
                </a:lnTo>
                <a:lnTo>
                  <a:pt x="198" y="126"/>
                </a:lnTo>
                <a:lnTo>
                  <a:pt x="199" y="127"/>
                </a:lnTo>
                <a:lnTo>
                  <a:pt x="200" y="127"/>
                </a:lnTo>
                <a:lnTo>
                  <a:pt x="201" y="126"/>
                </a:lnTo>
                <a:lnTo>
                  <a:pt x="202" y="125"/>
                </a:lnTo>
                <a:lnTo>
                  <a:pt x="202" y="124"/>
                </a:lnTo>
                <a:lnTo>
                  <a:pt x="203" y="124"/>
                </a:lnTo>
                <a:lnTo>
                  <a:pt x="204" y="124"/>
                </a:lnTo>
                <a:lnTo>
                  <a:pt x="205" y="124"/>
                </a:lnTo>
                <a:lnTo>
                  <a:pt x="206" y="123"/>
                </a:lnTo>
                <a:lnTo>
                  <a:pt x="206" y="122"/>
                </a:lnTo>
                <a:lnTo>
                  <a:pt x="207" y="122"/>
                </a:lnTo>
                <a:lnTo>
                  <a:pt x="208" y="121"/>
                </a:lnTo>
                <a:lnTo>
                  <a:pt x="207" y="121"/>
                </a:lnTo>
                <a:lnTo>
                  <a:pt x="208" y="121"/>
                </a:lnTo>
                <a:lnTo>
                  <a:pt x="208" y="120"/>
                </a:lnTo>
                <a:lnTo>
                  <a:pt x="209" y="120"/>
                </a:lnTo>
                <a:lnTo>
                  <a:pt x="210" y="119"/>
                </a:lnTo>
                <a:lnTo>
                  <a:pt x="211" y="118"/>
                </a:lnTo>
                <a:lnTo>
                  <a:pt x="211" y="117"/>
                </a:lnTo>
                <a:lnTo>
                  <a:pt x="212" y="117"/>
                </a:lnTo>
                <a:lnTo>
                  <a:pt x="212" y="116"/>
                </a:lnTo>
                <a:lnTo>
                  <a:pt x="213" y="116"/>
                </a:lnTo>
                <a:lnTo>
                  <a:pt x="213" y="115"/>
                </a:lnTo>
                <a:lnTo>
                  <a:pt x="214" y="115"/>
                </a:lnTo>
                <a:lnTo>
                  <a:pt x="215" y="115"/>
                </a:lnTo>
                <a:lnTo>
                  <a:pt x="216" y="115"/>
                </a:lnTo>
                <a:lnTo>
                  <a:pt x="217" y="114"/>
                </a:lnTo>
                <a:lnTo>
                  <a:pt x="216" y="114"/>
                </a:lnTo>
                <a:lnTo>
                  <a:pt x="217" y="114"/>
                </a:lnTo>
                <a:lnTo>
                  <a:pt x="218" y="114"/>
                </a:lnTo>
                <a:lnTo>
                  <a:pt x="219" y="114"/>
                </a:lnTo>
                <a:lnTo>
                  <a:pt x="219" y="113"/>
                </a:lnTo>
                <a:lnTo>
                  <a:pt x="220" y="113"/>
                </a:lnTo>
                <a:lnTo>
                  <a:pt x="220" y="112"/>
                </a:lnTo>
                <a:lnTo>
                  <a:pt x="221" y="112"/>
                </a:lnTo>
                <a:lnTo>
                  <a:pt x="221" y="111"/>
                </a:lnTo>
                <a:lnTo>
                  <a:pt x="221" y="110"/>
                </a:lnTo>
                <a:lnTo>
                  <a:pt x="222" y="110"/>
                </a:lnTo>
                <a:lnTo>
                  <a:pt x="221" y="110"/>
                </a:lnTo>
                <a:lnTo>
                  <a:pt x="222" y="110"/>
                </a:lnTo>
                <a:lnTo>
                  <a:pt x="222" y="109"/>
                </a:lnTo>
                <a:lnTo>
                  <a:pt x="221" y="109"/>
                </a:lnTo>
                <a:lnTo>
                  <a:pt x="221" y="108"/>
                </a:lnTo>
                <a:lnTo>
                  <a:pt x="222" y="108"/>
                </a:lnTo>
                <a:lnTo>
                  <a:pt x="223" y="108"/>
                </a:lnTo>
                <a:lnTo>
                  <a:pt x="224" y="107"/>
                </a:lnTo>
                <a:lnTo>
                  <a:pt x="225" y="107"/>
                </a:lnTo>
                <a:lnTo>
                  <a:pt x="225" y="106"/>
                </a:lnTo>
                <a:lnTo>
                  <a:pt x="227" y="106"/>
                </a:lnTo>
                <a:lnTo>
                  <a:pt x="228" y="107"/>
                </a:lnTo>
                <a:lnTo>
                  <a:pt x="229" y="107"/>
                </a:lnTo>
                <a:lnTo>
                  <a:pt x="229" y="106"/>
                </a:lnTo>
                <a:lnTo>
                  <a:pt x="228" y="105"/>
                </a:lnTo>
                <a:lnTo>
                  <a:pt x="229" y="105"/>
                </a:lnTo>
                <a:lnTo>
                  <a:pt x="229" y="104"/>
                </a:lnTo>
                <a:lnTo>
                  <a:pt x="230" y="104"/>
                </a:lnTo>
                <a:lnTo>
                  <a:pt x="231" y="104"/>
                </a:lnTo>
                <a:lnTo>
                  <a:pt x="231" y="103"/>
                </a:lnTo>
                <a:lnTo>
                  <a:pt x="232" y="103"/>
                </a:lnTo>
                <a:lnTo>
                  <a:pt x="232" y="104"/>
                </a:lnTo>
                <a:lnTo>
                  <a:pt x="233" y="104"/>
                </a:lnTo>
                <a:lnTo>
                  <a:pt x="234" y="104"/>
                </a:lnTo>
                <a:lnTo>
                  <a:pt x="235" y="104"/>
                </a:lnTo>
                <a:lnTo>
                  <a:pt x="236" y="104"/>
                </a:lnTo>
                <a:lnTo>
                  <a:pt x="236" y="103"/>
                </a:lnTo>
                <a:lnTo>
                  <a:pt x="237" y="102"/>
                </a:lnTo>
                <a:lnTo>
                  <a:pt x="238" y="103"/>
                </a:lnTo>
                <a:lnTo>
                  <a:pt x="238" y="102"/>
                </a:lnTo>
                <a:lnTo>
                  <a:pt x="239" y="103"/>
                </a:lnTo>
                <a:lnTo>
                  <a:pt x="239" y="104"/>
                </a:lnTo>
                <a:lnTo>
                  <a:pt x="240" y="104"/>
                </a:lnTo>
                <a:lnTo>
                  <a:pt x="240" y="103"/>
                </a:lnTo>
                <a:lnTo>
                  <a:pt x="241" y="103"/>
                </a:lnTo>
                <a:lnTo>
                  <a:pt x="242" y="103"/>
                </a:lnTo>
                <a:lnTo>
                  <a:pt x="243" y="103"/>
                </a:lnTo>
                <a:lnTo>
                  <a:pt x="244" y="103"/>
                </a:lnTo>
                <a:lnTo>
                  <a:pt x="245" y="103"/>
                </a:lnTo>
                <a:lnTo>
                  <a:pt x="246" y="103"/>
                </a:lnTo>
                <a:lnTo>
                  <a:pt x="246" y="102"/>
                </a:lnTo>
                <a:lnTo>
                  <a:pt x="247" y="102"/>
                </a:lnTo>
                <a:lnTo>
                  <a:pt x="247" y="101"/>
                </a:lnTo>
                <a:lnTo>
                  <a:pt x="248" y="101"/>
                </a:lnTo>
                <a:lnTo>
                  <a:pt x="248" y="100"/>
                </a:lnTo>
                <a:lnTo>
                  <a:pt x="249" y="100"/>
                </a:lnTo>
                <a:lnTo>
                  <a:pt x="249" y="101"/>
                </a:lnTo>
                <a:lnTo>
                  <a:pt x="248" y="101"/>
                </a:lnTo>
                <a:lnTo>
                  <a:pt x="248" y="102"/>
                </a:lnTo>
                <a:lnTo>
                  <a:pt x="249" y="103"/>
                </a:lnTo>
                <a:lnTo>
                  <a:pt x="249" y="104"/>
                </a:lnTo>
                <a:lnTo>
                  <a:pt x="250" y="104"/>
                </a:lnTo>
                <a:lnTo>
                  <a:pt x="251" y="104"/>
                </a:lnTo>
                <a:lnTo>
                  <a:pt x="252" y="104"/>
                </a:lnTo>
                <a:lnTo>
                  <a:pt x="252" y="105"/>
                </a:lnTo>
                <a:lnTo>
                  <a:pt x="252" y="106"/>
                </a:lnTo>
                <a:lnTo>
                  <a:pt x="253" y="108"/>
                </a:lnTo>
                <a:lnTo>
                  <a:pt x="254" y="108"/>
                </a:lnTo>
                <a:lnTo>
                  <a:pt x="255" y="108"/>
                </a:lnTo>
                <a:lnTo>
                  <a:pt x="256" y="108"/>
                </a:lnTo>
                <a:lnTo>
                  <a:pt x="257" y="108"/>
                </a:lnTo>
                <a:lnTo>
                  <a:pt x="258" y="108"/>
                </a:lnTo>
                <a:lnTo>
                  <a:pt x="258" y="107"/>
                </a:lnTo>
                <a:lnTo>
                  <a:pt x="259" y="107"/>
                </a:lnTo>
                <a:lnTo>
                  <a:pt x="259" y="106"/>
                </a:lnTo>
                <a:lnTo>
                  <a:pt x="260" y="105"/>
                </a:lnTo>
                <a:lnTo>
                  <a:pt x="260" y="104"/>
                </a:lnTo>
                <a:lnTo>
                  <a:pt x="261" y="104"/>
                </a:lnTo>
                <a:lnTo>
                  <a:pt x="261" y="103"/>
                </a:lnTo>
                <a:lnTo>
                  <a:pt x="262" y="103"/>
                </a:lnTo>
                <a:lnTo>
                  <a:pt x="263" y="103"/>
                </a:lnTo>
                <a:lnTo>
                  <a:pt x="264" y="102"/>
                </a:lnTo>
                <a:lnTo>
                  <a:pt x="265" y="102"/>
                </a:lnTo>
                <a:lnTo>
                  <a:pt x="266" y="100"/>
                </a:lnTo>
                <a:lnTo>
                  <a:pt x="266" y="101"/>
                </a:lnTo>
                <a:lnTo>
                  <a:pt x="266" y="102"/>
                </a:lnTo>
                <a:lnTo>
                  <a:pt x="267" y="102"/>
                </a:lnTo>
                <a:lnTo>
                  <a:pt x="267" y="101"/>
                </a:lnTo>
                <a:lnTo>
                  <a:pt x="268" y="101"/>
                </a:lnTo>
                <a:lnTo>
                  <a:pt x="268" y="100"/>
                </a:lnTo>
                <a:lnTo>
                  <a:pt x="268" y="99"/>
                </a:lnTo>
                <a:lnTo>
                  <a:pt x="269" y="98"/>
                </a:lnTo>
                <a:lnTo>
                  <a:pt x="268" y="98"/>
                </a:lnTo>
                <a:lnTo>
                  <a:pt x="269" y="98"/>
                </a:lnTo>
                <a:lnTo>
                  <a:pt x="270" y="98"/>
                </a:lnTo>
                <a:lnTo>
                  <a:pt x="271" y="98"/>
                </a:lnTo>
                <a:lnTo>
                  <a:pt x="272" y="98"/>
                </a:lnTo>
                <a:lnTo>
                  <a:pt x="272" y="99"/>
                </a:lnTo>
                <a:lnTo>
                  <a:pt x="272" y="98"/>
                </a:lnTo>
                <a:lnTo>
                  <a:pt x="272" y="97"/>
                </a:lnTo>
                <a:lnTo>
                  <a:pt x="272" y="96"/>
                </a:lnTo>
                <a:lnTo>
                  <a:pt x="273" y="96"/>
                </a:lnTo>
                <a:lnTo>
                  <a:pt x="274" y="96"/>
                </a:lnTo>
                <a:lnTo>
                  <a:pt x="275" y="96"/>
                </a:lnTo>
                <a:lnTo>
                  <a:pt x="275" y="95"/>
                </a:lnTo>
                <a:lnTo>
                  <a:pt x="276" y="94"/>
                </a:lnTo>
                <a:lnTo>
                  <a:pt x="275" y="94"/>
                </a:lnTo>
                <a:lnTo>
                  <a:pt x="275" y="93"/>
                </a:lnTo>
                <a:lnTo>
                  <a:pt x="275" y="92"/>
                </a:lnTo>
                <a:lnTo>
                  <a:pt x="275" y="93"/>
                </a:lnTo>
                <a:lnTo>
                  <a:pt x="276" y="93"/>
                </a:lnTo>
                <a:lnTo>
                  <a:pt x="277" y="93"/>
                </a:lnTo>
                <a:lnTo>
                  <a:pt x="276" y="92"/>
                </a:lnTo>
                <a:lnTo>
                  <a:pt x="276" y="91"/>
                </a:lnTo>
                <a:lnTo>
                  <a:pt x="277" y="91"/>
                </a:lnTo>
                <a:lnTo>
                  <a:pt x="276" y="90"/>
                </a:lnTo>
                <a:lnTo>
                  <a:pt x="275" y="90"/>
                </a:lnTo>
                <a:lnTo>
                  <a:pt x="275" y="89"/>
                </a:lnTo>
                <a:lnTo>
                  <a:pt x="276" y="89"/>
                </a:lnTo>
                <a:lnTo>
                  <a:pt x="277" y="89"/>
                </a:lnTo>
                <a:lnTo>
                  <a:pt x="277" y="88"/>
                </a:lnTo>
                <a:lnTo>
                  <a:pt x="276" y="88"/>
                </a:lnTo>
                <a:lnTo>
                  <a:pt x="276" y="89"/>
                </a:lnTo>
                <a:lnTo>
                  <a:pt x="275" y="89"/>
                </a:lnTo>
                <a:lnTo>
                  <a:pt x="275" y="88"/>
                </a:lnTo>
                <a:lnTo>
                  <a:pt x="276" y="88"/>
                </a:lnTo>
                <a:lnTo>
                  <a:pt x="276" y="87"/>
                </a:lnTo>
                <a:lnTo>
                  <a:pt x="277" y="86"/>
                </a:lnTo>
                <a:lnTo>
                  <a:pt x="277" y="85"/>
                </a:lnTo>
                <a:lnTo>
                  <a:pt x="278" y="85"/>
                </a:lnTo>
                <a:lnTo>
                  <a:pt x="279" y="85"/>
                </a:lnTo>
                <a:lnTo>
                  <a:pt x="278" y="84"/>
                </a:lnTo>
                <a:lnTo>
                  <a:pt x="278" y="83"/>
                </a:lnTo>
                <a:lnTo>
                  <a:pt x="279" y="83"/>
                </a:lnTo>
                <a:lnTo>
                  <a:pt x="280" y="83"/>
                </a:lnTo>
                <a:lnTo>
                  <a:pt x="281" y="83"/>
                </a:lnTo>
                <a:lnTo>
                  <a:pt x="281" y="82"/>
                </a:lnTo>
                <a:lnTo>
                  <a:pt x="280" y="82"/>
                </a:lnTo>
                <a:lnTo>
                  <a:pt x="281" y="81"/>
                </a:lnTo>
                <a:lnTo>
                  <a:pt x="282" y="81"/>
                </a:lnTo>
                <a:lnTo>
                  <a:pt x="283" y="82"/>
                </a:lnTo>
                <a:lnTo>
                  <a:pt x="283" y="81"/>
                </a:lnTo>
                <a:lnTo>
                  <a:pt x="284" y="81"/>
                </a:lnTo>
                <a:lnTo>
                  <a:pt x="285" y="81"/>
                </a:lnTo>
                <a:lnTo>
                  <a:pt x="286" y="81"/>
                </a:lnTo>
                <a:lnTo>
                  <a:pt x="287" y="81"/>
                </a:lnTo>
                <a:lnTo>
                  <a:pt x="288" y="80"/>
                </a:lnTo>
                <a:lnTo>
                  <a:pt x="289" y="80"/>
                </a:lnTo>
                <a:lnTo>
                  <a:pt x="289" y="79"/>
                </a:lnTo>
                <a:lnTo>
                  <a:pt x="290" y="79"/>
                </a:lnTo>
                <a:lnTo>
                  <a:pt x="290" y="80"/>
                </a:lnTo>
                <a:lnTo>
                  <a:pt x="291" y="80"/>
                </a:lnTo>
                <a:lnTo>
                  <a:pt x="293" y="81"/>
                </a:lnTo>
                <a:lnTo>
                  <a:pt x="294" y="81"/>
                </a:lnTo>
                <a:lnTo>
                  <a:pt x="295" y="81"/>
                </a:lnTo>
                <a:lnTo>
                  <a:pt x="295" y="82"/>
                </a:lnTo>
                <a:lnTo>
                  <a:pt x="296" y="82"/>
                </a:lnTo>
                <a:lnTo>
                  <a:pt x="297" y="83"/>
                </a:lnTo>
                <a:lnTo>
                  <a:pt x="298" y="83"/>
                </a:lnTo>
                <a:lnTo>
                  <a:pt x="299" y="83"/>
                </a:lnTo>
                <a:lnTo>
                  <a:pt x="300" y="83"/>
                </a:lnTo>
                <a:lnTo>
                  <a:pt x="301" y="82"/>
                </a:lnTo>
                <a:lnTo>
                  <a:pt x="302" y="82"/>
                </a:lnTo>
                <a:lnTo>
                  <a:pt x="302" y="83"/>
                </a:lnTo>
                <a:lnTo>
                  <a:pt x="301" y="84"/>
                </a:lnTo>
                <a:lnTo>
                  <a:pt x="302" y="84"/>
                </a:lnTo>
                <a:lnTo>
                  <a:pt x="302" y="83"/>
                </a:lnTo>
                <a:lnTo>
                  <a:pt x="302" y="82"/>
                </a:lnTo>
                <a:lnTo>
                  <a:pt x="303" y="81"/>
                </a:lnTo>
                <a:lnTo>
                  <a:pt x="303" y="80"/>
                </a:lnTo>
                <a:lnTo>
                  <a:pt x="303" y="79"/>
                </a:lnTo>
                <a:lnTo>
                  <a:pt x="302" y="78"/>
                </a:lnTo>
                <a:lnTo>
                  <a:pt x="303" y="78"/>
                </a:lnTo>
                <a:lnTo>
                  <a:pt x="304" y="78"/>
                </a:lnTo>
                <a:lnTo>
                  <a:pt x="304" y="79"/>
                </a:lnTo>
                <a:lnTo>
                  <a:pt x="305" y="79"/>
                </a:lnTo>
                <a:lnTo>
                  <a:pt x="305" y="80"/>
                </a:lnTo>
                <a:lnTo>
                  <a:pt x="306" y="80"/>
                </a:lnTo>
                <a:lnTo>
                  <a:pt x="307" y="81"/>
                </a:lnTo>
                <a:lnTo>
                  <a:pt x="307" y="82"/>
                </a:lnTo>
                <a:lnTo>
                  <a:pt x="308" y="82"/>
                </a:lnTo>
                <a:lnTo>
                  <a:pt x="309" y="82"/>
                </a:lnTo>
                <a:lnTo>
                  <a:pt x="310" y="82"/>
                </a:lnTo>
                <a:lnTo>
                  <a:pt x="311" y="82"/>
                </a:lnTo>
                <a:lnTo>
                  <a:pt x="312" y="82"/>
                </a:lnTo>
                <a:lnTo>
                  <a:pt x="312" y="83"/>
                </a:lnTo>
                <a:lnTo>
                  <a:pt x="313" y="83"/>
                </a:lnTo>
                <a:lnTo>
                  <a:pt x="314" y="83"/>
                </a:lnTo>
                <a:lnTo>
                  <a:pt x="314" y="84"/>
                </a:lnTo>
                <a:lnTo>
                  <a:pt x="315" y="84"/>
                </a:lnTo>
                <a:lnTo>
                  <a:pt x="316" y="84"/>
                </a:lnTo>
                <a:lnTo>
                  <a:pt x="316" y="83"/>
                </a:lnTo>
                <a:lnTo>
                  <a:pt x="317" y="83"/>
                </a:lnTo>
                <a:lnTo>
                  <a:pt x="319" y="83"/>
                </a:lnTo>
                <a:lnTo>
                  <a:pt x="320" y="83"/>
                </a:lnTo>
                <a:lnTo>
                  <a:pt x="320" y="82"/>
                </a:lnTo>
                <a:lnTo>
                  <a:pt x="320" y="81"/>
                </a:lnTo>
                <a:lnTo>
                  <a:pt x="320" y="80"/>
                </a:lnTo>
                <a:lnTo>
                  <a:pt x="321" y="80"/>
                </a:lnTo>
                <a:lnTo>
                  <a:pt x="322" y="79"/>
                </a:lnTo>
                <a:lnTo>
                  <a:pt x="323" y="78"/>
                </a:lnTo>
                <a:lnTo>
                  <a:pt x="324" y="77"/>
                </a:lnTo>
                <a:lnTo>
                  <a:pt x="324" y="76"/>
                </a:lnTo>
                <a:lnTo>
                  <a:pt x="325" y="76"/>
                </a:lnTo>
                <a:lnTo>
                  <a:pt x="325" y="75"/>
                </a:lnTo>
                <a:lnTo>
                  <a:pt x="325" y="74"/>
                </a:lnTo>
                <a:lnTo>
                  <a:pt x="324" y="74"/>
                </a:lnTo>
                <a:lnTo>
                  <a:pt x="323" y="74"/>
                </a:lnTo>
                <a:lnTo>
                  <a:pt x="321" y="74"/>
                </a:lnTo>
                <a:lnTo>
                  <a:pt x="320" y="74"/>
                </a:lnTo>
                <a:lnTo>
                  <a:pt x="318" y="74"/>
                </a:lnTo>
                <a:lnTo>
                  <a:pt x="317" y="74"/>
                </a:lnTo>
                <a:lnTo>
                  <a:pt x="317" y="73"/>
                </a:lnTo>
                <a:lnTo>
                  <a:pt x="316" y="72"/>
                </a:lnTo>
                <a:lnTo>
                  <a:pt x="316" y="71"/>
                </a:lnTo>
                <a:lnTo>
                  <a:pt x="316" y="70"/>
                </a:lnTo>
                <a:lnTo>
                  <a:pt x="316" y="69"/>
                </a:lnTo>
                <a:lnTo>
                  <a:pt x="315" y="69"/>
                </a:lnTo>
                <a:lnTo>
                  <a:pt x="316" y="68"/>
                </a:lnTo>
                <a:lnTo>
                  <a:pt x="316" y="67"/>
                </a:lnTo>
                <a:lnTo>
                  <a:pt x="317" y="67"/>
                </a:lnTo>
                <a:lnTo>
                  <a:pt x="318" y="67"/>
                </a:lnTo>
                <a:lnTo>
                  <a:pt x="319" y="67"/>
                </a:lnTo>
                <a:lnTo>
                  <a:pt x="320" y="67"/>
                </a:lnTo>
                <a:lnTo>
                  <a:pt x="321" y="67"/>
                </a:lnTo>
                <a:lnTo>
                  <a:pt x="322" y="67"/>
                </a:lnTo>
                <a:lnTo>
                  <a:pt x="324" y="67"/>
                </a:lnTo>
                <a:lnTo>
                  <a:pt x="325" y="67"/>
                </a:lnTo>
                <a:lnTo>
                  <a:pt x="326" y="67"/>
                </a:lnTo>
                <a:lnTo>
                  <a:pt x="328" y="67"/>
                </a:lnTo>
                <a:lnTo>
                  <a:pt x="329" y="67"/>
                </a:lnTo>
                <a:lnTo>
                  <a:pt x="330" y="67"/>
                </a:lnTo>
                <a:lnTo>
                  <a:pt x="331" y="68"/>
                </a:lnTo>
                <a:lnTo>
                  <a:pt x="332" y="68"/>
                </a:lnTo>
                <a:lnTo>
                  <a:pt x="333" y="68"/>
                </a:lnTo>
                <a:lnTo>
                  <a:pt x="334" y="68"/>
                </a:lnTo>
                <a:lnTo>
                  <a:pt x="335" y="68"/>
                </a:lnTo>
                <a:lnTo>
                  <a:pt x="336" y="68"/>
                </a:lnTo>
                <a:lnTo>
                  <a:pt x="336" y="69"/>
                </a:lnTo>
                <a:lnTo>
                  <a:pt x="337" y="69"/>
                </a:lnTo>
                <a:lnTo>
                  <a:pt x="337" y="70"/>
                </a:lnTo>
                <a:lnTo>
                  <a:pt x="336" y="70"/>
                </a:lnTo>
                <a:lnTo>
                  <a:pt x="336" y="71"/>
                </a:lnTo>
                <a:lnTo>
                  <a:pt x="337" y="71"/>
                </a:lnTo>
                <a:lnTo>
                  <a:pt x="337" y="72"/>
                </a:lnTo>
                <a:lnTo>
                  <a:pt x="338" y="72"/>
                </a:lnTo>
                <a:lnTo>
                  <a:pt x="338" y="73"/>
                </a:lnTo>
                <a:lnTo>
                  <a:pt x="339" y="73"/>
                </a:lnTo>
                <a:lnTo>
                  <a:pt x="340" y="73"/>
                </a:lnTo>
                <a:lnTo>
                  <a:pt x="341" y="73"/>
                </a:lnTo>
                <a:lnTo>
                  <a:pt x="341" y="74"/>
                </a:lnTo>
                <a:lnTo>
                  <a:pt x="342" y="74"/>
                </a:lnTo>
                <a:lnTo>
                  <a:pt x="344" y="73"/>
                </a:lnTo>
                <a:lnTo>
                  <a:pt x="345" y="73"/>
                </a:lnTo>
                <a:lnTo>
                  <a:pt x="346" y="73"/>
                </a:lnTo>
                <a:lnTo>
                  <a:pt x="347" y="73"/>
                </a:lnTo>
                <a:lnTo>
                  <a:pt x="348" y="73"/>
                </a:lnTo>
                <a:lnTo>
                  <a:pt x="349" y="73"/>
                </a:lnTo>
                <a:lnTo>
                  <a:pt x="350" y="73"/>
                </a:lnTo>
                <a:lnTo>
                  <a:pt x="351" y="72"/>
                </a:lnTo>
                <a:lnTo>
                  <a:pt x="351" y="73"/>
                </a:lnTo>
                <a:lnTo>
                  <a:pt x="351" y="74"/>
                </a:lnTo>
                <a:lnTo>
                  <a:pt x="352" y="74"/>
                </a:lnTo>
                <a:lnTo>
                  <a:pt x="352" y="75"/>
                </a:lnTo>
                <a:lnTo>
                  <a:pt x="353" y="75"/>
                </a:lnTo>
                <a:lnTo>
                  <a:pt x="353" y="74"/>
                </a:lnTo>
                <a:lnTo>
                  <a:pt x="353" y="75"/>
                </a:lnTo>
                <a:lnTo>
                  <a:pt x="354" y="75"/>
                </a:lnTo>
                <a:lnTo>
                  <a:pt x="355" y="75"/>
                </a:lnTo>
                <a:lnTo>
                  <a:pt x="356" y="75"/>
                </a:lnTo>
                <a:lnTo>
                  <a:pt x="356" y="77"/>
                </a:lnTo>
                <a:lnTo>
                  <a:pt x="357" y="77"/>
                </a:lnTo>
                <a:lnTo>
                  <a:pt x="358" y="77"/>
                </a:lnTo>
                <a:lnTo>
                  <a:pt x="358" y="78"/>
                </a:lnTo>
                <a:lnTo>
                  <a:pt x="359" y="78"/>
                </a:lnTo>
                <a:lnTo>
                  <a:pt x="360" y="79"/>
                </a:lnTo>
                <a:lnTo>
                  <a:pt x="360" y="80"/>
                </a:lnTo>
                <a:lnTo>
                  <a:pt x="361" y="79"/>
                </a:lnTo>
                <a:lnTo>
                  <a:pt x="361" y="80"/>
                </a:lnTo>
                <a:lnTo>
                  <a:pt x="361" y="81"/>
                </a:lnTo>
                <a:lnTo>
                  <a:pt x="362" y="81"/>
                </a:lnTo>
                <a:lnTo>
                  <a:pt x="362" y="80"/>
                </a:lnTo>
                <a:lnTo>
                  <a:pt x="362" y="79"/>
                </a:lnTo>
                <a:lnTo>
                  <a:pt x="363" y="78"/>
                </a:lnTo>
                <a:lnTo>
                  <a:pt x="364" y="77"/>
                </a:lnTo>
                <a:lnTo>
                  <a:pt x="364" y="75"/>
                </a:lnTo>
                <a:lnTo>
                  <a:pt x="365" y="75"/>
                </a:lnTo>
                <a:lnTo>
                  <a:pt x="365" y="74"/>
                </a:lnTo>
                <a:lnTo>
                  <a:pt x="366" y="74"/>
                </a:lnTo>
                <a:lnTo>
                  <a:pt x="368" y="74"/>
                </a:lnTo>
                <a:lnTo>
                  <a:pt x="369" y="74"/>
                </a:lnTo>
                <a:lnTo>
                  <a:pt x="369" y="75"/>
                </a:lnTo>
                <a:lnTo>
                  <a:pt x="370" y="76"/>
                </a:lnTo>
                <a:lnTo>
                  <a:pt x="371" y="76"/>
                </a:lnTo>
                <a:lnTo>
                  <a:pt x="372" y="75"/>
                </a:lnTo>
                <a:lnTo>
                  <a:pt x="373" y="75"/>
                </a:lnTo>
                <a:lnTo>
                  <a:pt x="372" y="75"/>
                </a:lnTo>
                <a:lnTo>
                  <a:pt x="372" y="74"/>
                </a:lnTo>
                <a:lnTo>
                  <a:pt x="373" y="74"/>
                </a:lnTo>
                <a:lnTo>
                  <a:pt x="373" y="73"/>
                </a:lnTo>
                <a:lnTo>
                  <a:pt x="374" y="73"/>
                </a:lnTo>
                <a:lnTo>
                  <a:pt x="374" y="74"/>
                </a:lnTo>
                <a:lnTo>
                  <a:pt x="375" y="74"/>
                </a:lnTo>
                <a:lnTo>
                  <a:pt x="376" y="74"/>
                </a:lnTo>
                <a:lnTo>
                  <a:pt x="377" y="74"/>
                </a:lnTo>
                <a:lnTo>
                  <a:pt x="378" y="74"/>
                </a:lnTo>
                <a:lnTo>
                  <a:pt x="380" y="74"/>
                </a:lnTo>
                <a:lnTo>
                  <a:pt x="381" y="74"/>
                </a:lnTo>
                <a:lnTo>
                  <a:pt x="382" y="73"/>
                </a:lnTo>
                <a:lnTo>
                  <a:pt x="383" y="72"/>
                </a:lnTo>
                <a:lnTo>
                  <a:pt x="384" y="72"/>
                </a:lnTo>
                <a:lnTo>
                  <a:pt x="385" y="72"/>
                </a:lnTo>
                <a:lnTo>
                  <a:pt x="385" y="71"/>
                </a:lnTo>
                <a:lnTo>
                  <a:pt x="386" y="71"/>
                </a:lnTo>
                <a:lnTo>
                  <a:pt x="387" y="71"/>
                </a:lnTo>
                <a:lnTo>
                  <a:pt x="388" y="71"/>
                </a:lnTo>
                <a:lnTo>
                  <a:pt x="388" y="70"/>
                </a:lnTo>
                <a:lnTo>
                  <a:pt x="389" y="70"/>
                </a:lnTo>
                <a:lnTo>
                  <a:pt x="390" y="70"/>
                </a:lnTo>
                <a:lnTo>
                  <a:pt x="391" y="69"/>
                </a:lnTo>
                <a:lnTo>
                  <a:pt x="392" y="69"/>
                </a:lnTo>
                <a:lnTo>
                  <a:pt x="393" y="69"/>
                </a:lnTo>
                <a:lnTo>
                  <a:pt x="394" y="69"/>
                </a:lnTo>
                <a:lnTo>
                  <a:pt x="394" y="68"/>
                </a:lnTo>
                <a:lnTo>
                  <a:pt x="395" y="68"/>
                </a:lnTo>
                <a:lnTo>
                  <a:pt x="395" y="69"/>
                </a:lnTo>
                <a:lnTo>
                  <a:pt x="395" y="68"/>
                </a:lnTo>
                <a:lnTo>
                  <a:pt x="395" y="67"/>
                </a:lnTo>
                <a:lnTo>
                  <a:pt x="393" y="67"/>
                </a:lnTo>
                <a:lnTo>
                  <a:pt x="392" y="66"/>
                </a:lnTo>
                <a:lnTo>
                  <a:pt x="391" y="66"/>
                </a:lnTo>
                <a:lnTo>
                  <a:pt x="390" y="66"/>
                </a:lnTo>
                <a:lnTo>
                  <a:pt x="390" y="65"/>
                </a:lnTo>
                <a:lnTo>
                  <a:pt x="391" y="65"/>
                </a:lnTo>
                <a:lnTo>
                  <a:pt x="391" y="64"/>
                </a:lnTo>
                <a:lnTo>
                  <a:pt x="391" y="63"/>
                </a:lnTo>
                <a:lnTo>
                  <a:pt x="392" y="63"/>
                </a:lnTo>
                <a:lnTo>
                  <a:pt x="392" y="62"/>
                </a:lnTo>
                <a:lnTo>
                  <a:pt x="392" y="61"/>
                </a:lnTo>
                <a:lnTo>
                  <a:pt x="392" y="60"/>
                </a:lnTo>
                <a:lnTo>
                  <a:pt x="392" y="59"/>
                </a:lnTo>
                <a:lnTo>
                  <a:pt x="392" y="58"/>
                </a:lnTo>
                <a:lnTo>
                  <a:pt x="392" y="57"/>
                </a:lnTo>
                <a:lnTo>
                  <a:pt x="393" y="57"/>
                </a:lnTo>
                <a:lnTo>
                  <a:pt x="393" y="56"/>
                </a:lnTo>
                <a:lnTo>
                  <a:pt x="394" y="56"/>
                </a:lnTo>
                <a:lnTo>
                  <a:pt x="394" y="55"/>
                </a:lnTo>
                <a:lnTo>
                  <a:pt x="395" y="55"/>
                </a:lnTo>
                <a:lnTo>
                  <a:pt x="396" y="55"/>
                </a:lnTo>
                <a:lnTo>
                  <a:pt x="396" y="54"/>
                </a:lnTo>
                <a:lnTo>
                  <a:pt x="396" y="53"/>
                </a:lnTo>
                <a:lnTo>
                  <a:pt x="397" y="53"/>
                </a:lnTo>
                <a:lnTo>
                  <a:pt x="397" y="52"/>
                </a:lnTo>
                <a:lnTo>
                  <a:pt x="398" y="52"/>
                </a:lnTo>
                <a:lnTo>
                  <a:pt x="398" y="51"/>
                </a:lnTo>
                <a:lnTo>
                  <a:pt x="400" y="51"/>
                </a:lnTo>
                <a:lnTo>
                  <a:pt x="401" y="51"/>
                </a:lnTo>
                <a:lnTo>
                  <a:pt x="403" y="51"/>
                </a:lnTo>
                <a:lnTo>
                  <a:pt x="404" y="51"/>
                </a:lnTo>
                <a:lnTo>
                  <a:pt x="405" y="50"/>
                </a:lnTo>
                <a:lnTo>
                  <a:pt x="406" y="50"/>
                </a:lnTo>
                <a:lnTo>
                  <a:pt x="407" y="50"/>
                </a:lnTo>
                <a:lnTo>
                  <a:pt x="408" y="50"/>
                </a:lnTo>
                <a:lnTo>
                  <a:pt x="409" y="50"/>
                </a:lnTo>
                <a:lnTo>
                  <a:pt x="409" y="49"/>
                </a:lnTo>
                <a:lnTo>
                  <a:pt x="410" y="49"/>
                </a:lnTo>
                <a:lnTo>
                  <a:pt x="409" y="49"/>
                </a:lnTo>
                <a:lnTo>
                  <a:pt x="410" y="49"/>
                </a:lnTo>
                <a:lnTo>
                  <a:pt x="411" y="49"/>
                </a:lnTo>
                <a:lnTo>
                  <a:pt x="412" y="48"/>
                </a:lnTo>
                <a:lnTo>
                  <a:pt x="413" y="48"/>
                </a:lnTo>
                <a:lnTo>
                  <a:pt x="414" y="48"/>
                </a:lnTo>
                <a:lnTo>
                  <a:pt x="415" y="48"/>
                </a:lnTo>
                <a:lnTo>
                  <a:pt x="415" y="47"/>
                </a:lnTo>
                <a:lnTo>
                  <a:pt x="417" y="47"/>
                </a:lnTo>
                <a:lnTo>
                  <a:pt x="417" y="46"/>
                </a:lnTo>
                <a:lnTo>
                  <a:pt x="418" y="46"/>
                </a:lnTo>
                <a:lnTo>
                  <a:pt x="418" y="47"/>
                </a:lnTo>
                <a:lnTo>
                  <a:pt x="419" y="47"/>
                </a:lnTo>
                <a:lnTo>
                  <a:pt x="419" y="48"/>
                </a:lnTo>
                <a:lnTo>
                  <a:pt x="420" y="48"/>
                </a:lnTo>
                <a:lnTo>
                  <a:pt x="421" y="48"/>
                </a:lnTo>
                <a:lnTo>
                  <a:pt x="422" y="48"/>
                </a:lnTo>
                <a:lnTo>
                  <a:pt x="422" y="49"/>
                </a:lnTo>
                <a:lnTo>
                  <a:pt x="423" y="50"/>
                </a:lnTo>
                <a:lnTo>
                  <a:pt x="422" y="50"/>
                </a:lnTo>
                <a:lnTo>
                  <a:pt x="423" y="50"/>
                </a:lnTo>
                <a:lnTo>
                  <a:pt x="424" y="50"/>
                </a:lnTo>
                <a:lnTo>
                  <a:pt x="425" y="50"/>
                </a:lnTo>
                <a:lnTo>
                  <a:pt x="426" y="50"/>
                </a:lnTo>
                <a:lnTo>
                  <a:pt x="427" y="50"/>
                </a:lnTo>
                <a:lnTo>
                  <a:pt x="428" y="49"/>
                </a:lnTo>
                <a:lnTo>
                  <a:pt x="427" y="49"/>
                </a:lnTo>
                <a:lnTo>
                  <a:pt x="427" y="47"/>
                </a:lnTo>
                <a:lnTo>
                  <a:pt x="428" y="47"/>
                </a:lnTo>
                <a:lnTo>
                  <a:pt x="429" y="47"/>
                </a:lnTo>
                <a:lnTo>
                  <a:pt x="430" y="46"/>
                </a:lnTo>
                <a:lnTo>
                  <a:pt x="430" y="45"/>
                </a:lnTo>
                <a:lnTo>
                  <a:pt x="429" y="44"/>
                </a:lnTo>
                <a:lnTo>
                  <a:pt x="430" y="44"/>
                </a:lnTo>
                <a:lnTo>
                  <a:pt x="430" y="43"/>
                </a:lnTo>
                <a:lnTo>
                  <a:pt x="431" y="43"/>
                </a:lnTo>
                <a:lnTo>
                  <a:pt x="432" y="42"/>
                </a:lnTo>
                <a:lnTo>
                  <a:pt x="432" y="40"/>
                </a:lnTo>
                <a:lnTo>
                  <a:pt x="432" y="39"/>
                </a:lnTo>
                <a:lnTo>
                  <a:pt x="432" y="38"/>
                </a:lnTo>
                <a:lnTo>
                  <a:pt x="433" y="38"/>
                </a:lnTo>
                <a:lnTo>
                  <a:pt x="433" y="37"/>
                </a:lnTo>
                <a:lnTo>
                  <a:pt x="432" y="37"/>
                </a:lnTo>
                <a:lnTo>
                  <a:pt x="432" y="36"/>
                </a:lnTo>
                <a:lnTo>
                  <a:pt x="433" y="35"/>
                </a:lnTo>
                <a:lnTo>
                  <a:pt x="434" y="35"/>
                </a:lnTo>
                <a:lnTo>
                  <a:pt x="434" y="34"/>
                </a:lnTo>
                <a:lnTo>
                  <a:pt x="433" y="34"/>
                </a:lnTo>
                <a:lnTo>
                  <a:pt x="433" y="33"/>
                </a:lnTo>
                <a:lnTo>
                  <a:pt x="434" y="33"/>
                </a:lnTo>
                <a:lnTo>
                  <a:pt x="435" y="32"/>
                </a:lnTo>
                <a:lnTo>
                  <a:pt x="435" y="31"/>
                </a:lnTo>
                <a:lnTo>
                  <a:pt x="434" y="31"/>
                </a:lnTo>
                <a:lnTo>
                  <a:pt x="433" y="30"/>
                </a:lnTo>
                <a:lnTo>
                  <a:pt x="433" y="29"/>
                </a:lnTo>
                <a:lnTo>
                  <a:pt x="434" y="29"/>
                </a:lnTo>
                <a:lnTo>
                  <a:pt x="434" y="28"/>
                </a:lnTo>
                <a:lnTo>
                  <a:pt x="435" y="28"/>
                </a:lnTo>
                <a:lnTo>
                  <a:pt x="436" y="28"/>
                </a:lnTo>
                <a:lnTo>
                  <a:pt x="436" y="27"/>
                </a:lnTo>
                <a:lnTo>
                  <a:pt x="435" y="27"/>
                </a:lnTo>
                <a:lnTo>
                  <a:pt x="435" y="26"/>
                </a:lnTo>
                <a:lnTo>
                  <a:pt x="436" y="26"/>
                </a:lnTo>
                <a:lnTo>
                  <a:pt x="436" y="25"/>
                </a:lnTo>
                <a:lnTo>
                  <a:pt x="435" y="25"/>
                </a:lnTo>
                <a:lnTo>
                  <a:pt x="435" y="24"/>
                </a:lnTo>
                <a:lnTo>
                  <a:pt x="435" y="23"/>
                </a:lnTo>
                <a:lnTo>
                  <a:pt x="436" y="23"/>
                </a:lnTo>
                <a:lnTo>
                  <a:pt x="437" y="23"/>
                </a:lnTo>
                <a:lnTo>
                  <a:pt x="437" y="22"/>
                </a:lnTo>
                <a:lnTo>
                  <a:pt x="437" y="23"/>
                </a:lnTo>
                <a:lnTo>
                  <a:pt x="438" y="23"/>
                </a:lnTo>
                <a:lnTo>
                  <a:pt x="439" y="23"/>
                </a:lnTo>
                <a:lnTo>
                  <a:pt x="439" y="22"/>
                </a:lnTo>
                <a:lnTo>
                  <a:pt x="438" y="22"/>
                </a:lnTo>
                <a:lnTo>
                  <a:pt x="438" y="21"/>
                </a:lnTo>
                <a:lnTo>
                  <a:pt x="438" y="20"/>
                </a:lnTo>
                <a:lnTo>
                  <a:pt x="438" y="19"/>
                </a:lnTo>
                <a:lnTo>
                  <a:pt x="439" y="19"/>
                </a:lnTo>
                <a:lnTo>
                  <a:pt x="440" y="19"/>
                </a:lnTo>
                <a:lnTo>
                  <a:pt x="440" y="18"/>
                </a:lnTo>
                <a:lnTo>
                  <a:pt x="439" y="18"/>
                </a:lnTo>
                <a:lnTo>
                  <a:pt x="438" y="18"/>
                </a:lnTo>
                <a:lnTo>
                  <a:pt x="438" y="17"/>
                </a:lnTo>
                <a:lnTo>
                  <a:pt x="439" y="17"/>
                </a:lnTo>
                <a:lnTo>
                  <a:pt x="439" y="16"/>
                </a:lnTo>
                <a:lnTo>
                  <a:pt x="439" y="15"/>
                </a:lnTo>
                <a:lnTo>
                  <a:pt x="438" y="14"/>
                </a:lnTo>
                <a:lnTo>
                  <a:pt x="438" y="13"/>
                </a:lnTo>
                <a:lnTo>
                  <a:pt x="438" y="12"/>
                </a:lnTo>
                <a:lnTo>
                  <a:pt x="438" y="11"/>
                </a:lnTo>
                <a:lnTo>
                  <a:pt x="438" y="10"/>
                </a:lnTo>
                <a:lnTo>
                  <a:pt x="438" y="9"/>
                </a:lnTo>
                <a:lnTo>
                  <a:pt x="439" y="8"/>
                </a:lnTo>
                <a:lnTo>
                  <a:pt x="441" y="7"/>
                </a:lnTo>
                <a:lnTo>
                  <a:pt x="442" y="6"/>
                </a:lnTo>
                <a:lnTo>
                  <a:pt x="442" y="5"/>
                </a:lnTo>
                <a:lnTo>
                  <a:pt x="443" y="4"/>
                </a:lnTo>
                <a:lnTo>
                  <a:pt x="443" y="3"/>
                </a:lnTo>
                <a:lnTo>
                  <a:pt x="442" y="3"/>
                </a:lnTo>
                <a:lnTo>
                  <a:pt x="443" y="2"/>
                </a:lnTo>
                <a:lnTo>
                  <a:pt x="444" y="2"/>
                </a:lnTo>
                <a:lnTo>
                  <a:pt x="444" y="1"/>
                </a:lnTo>
                <a:lnTo>
                  <a:pt x="445" y="1"/>
                </a:lnTo>
                <a:lnTo>
                  <a:pt x="445" y="2"/>
                </a:lnTo>
                <a:lnTo>
                  <a:pt x="446" y="2"/>
                </a:lnTo>
                <a:lnTo>
                  <a:pt x="446" y="1"/>
                </a:lnTo>
                <a:lnTo>
                  <a:pt x="446" y="0"/>
                </a:lnTo>
                <a:lnTo>
                  <a:pt x="447" y="1"/>
                </a:lnTo>
                <a:lnTo>
                  <a:pt x="448" y="1"/>
                </a:lnTo>
                <a:lnTo>
                  <a:pt x="448" y="2"/>
                </a:lnTo>
                <a:lnTo>
                  <a:pt x="449" y="2"/>
                </a:lnTo>
                <a:lnTo>
                  <a:pt x="449" y="3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41" name=""/>
          <p:cNvSpPr/>
          <p:nvPr/>
        </p:nvSpPr>
        <p:spPr>
          <a:xfrm>
            <a:off x="2369880" y="369756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3" y="1"/>
                </a:moveTo>
                <a:lnTo>
                  <a:pt x="4" y="1"/>
                </a:lnTo>
                <a:lnTo>
                  <a:pt x="6" y="1"/>
                </a:lnTo>
                <a:lnTo>
                  <a:pt x="4" y="2"/>
                </a:lnTo>
                <a:lnTo>
                  <a:pt x="6" y="2"/>
                </a:lnTo>
                <a:lnTo>
                  <a:pt x="6" y="4"/>
                </a:lnTo>
                <a:lnTo>
                  <a:pt x="6" y="2"/>
                </a:lnTo>
                <a:lnTo>
                  <a:pt x="7" y="2"/>
                </a:lnTo>
                <a:lnTo>
                  <a:pt x="7" y="4"/>
                </a:lnTo>
                <a:lnTo>
                  <a:pt x="6" y="5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42" name=""/>
          <p:cNvSpPr/>
          <p:nvPr/>
        </p:nvSpPr>
        <p:spPr>
          <a:xfrm>
            <a:off x="2373840" y="36972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2" y="2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43" name=""/>
          <p:cNvSpPr/>
          <p:nvPr/>
        </p:nvSpPr>
        <p:spPr>
          <a:xfrm>
            <a:off x="2374920" y="369684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1" y="0"/>
                </a:moveTo>
                <a:lnTo>
                  <a:pt x="3" y="0"/>
                </a:lnTo>
                <a:lnTo>
                  <a:pt x="3" y="1"/>
                </a:lnTo>
                <a:lnTo>
                  <a:pt x="1" y="1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44" name=""/>
          <p:cNvSpPr/>
          <p:nvPr/>
        </p:nvSpPr>
        <p:spPr>
          <a:xfrm>
            <a:off x="2384280" y="3695400"/>
            <a:ext cx="2160" cy="3600"/>
          </a:xfrm>
          <a:custGeom>
            <a:avLst/>
            <a:gdLst/>
            <a:ahLst/>
            <a:rect l="0" t="0" r="r" b="b"/>
            <a:pathLst>
              <a:path w="6" h="10">
                <a:moveTo>
                  <a:pt x="6" y="4"/>
                </a:moveTo>
                <a:lnTo>
                  <a:pt x="4" y="4"/>
                </a:lnTo>
                <a:lnTo>
                  <a:pt x="4" y="5"/>
                </a:lnTo>
                <a:lnTo>
                  <a:pt x="6" y="5"/>
                </a:lnTo>
                <a:lnTo>
                  <a:pt x="6" y="6"/>
                </a:lnTo>
                <a:lnTo>
                  <a:pt x="4" y="6"/>
                </a:lnTo>
                <a:lnTo>
                  <a:pt x="4" y="7"/>
                </a:lnTo>
                <a:lnTo>
                  <a:pt x="3" y="7"/>
                </a:lnTo>
                <a:lnTo>
                  <a:pt x="3" y="8"/>
                </a:lnTo>
                <a:lnTo>
                  <a:pt x="2" y="8"/>
                </a:lnTo>
                <a:lnTo>
                  <a:pt x="2" y="10"/>
                </a:lnTo>
                <a:lnTo>
                  <a:pt x="1" y="10"/>
                </a:lnTo>
                <a:lnTo>
                  <a:pt x="1" y="8"/>
                </a:lnTo>
                <a:lnTo>
                  <a:pt x="0" y="8"/>
                </a:lnTo>
                <a:lnTo>
                  <a:pt x="0" y="7"/>
                </a:lnTo>
                <a:lnTo>
                  <a:pt x="1" y="6"/>
                </a:lnTo>
                <a:lnTo>
                  <a:pt x="1" y="5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4" y="3"/>
                </a:lnTo>
                <a:lnTo>
                  <a:pt x="4" y="4"/>
                </a:lnTo>
                <a:lnTo>
                  <a:pt x="6" y="4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45" name=""/>
          <p:cNvSpPr/>
          <p:nvPr/>
        </p:nvSpPr>
        <p:spPr>
          <a:xfrm>
            <a:off x="2372400" y="36964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46" name=""/>
          <p:cNvSpPr/>
          <p:nvPr/>
        </p:nvSpPr>
        <p:spPr>
          <a:xfrm>
            <a:off x="2373120" y="36961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47" name=""/>
          <p:cNvSpPr/>
          <p:nvPr/>
        </p:nvSpPr>
        <p:spPr>
          <a:xfrm>
            <a:off x="2366280" y="36910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2"/>
                </a:move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48" name=""/>
          <p:cNvSpPr/>
          <p:nvPr/>
        </p:nvSpPr>
        <p:spPr>
          <a:xfrm>
            <a:off x="2372040" y="3690720"/>
            <a:ext cx="2160" cy="720"/>
          </a:xfrm>
          <a:custGeom>
            <a:avLst/>
            <a:gdLst/>
            <a:ahLst/>
            <a:rect l="0" t="0" r="r" b="b"/>
            <a:pathLst>
              <a:path w="6" h="2">
                <a:moveTo>
                  <a:pt x="6" y="0"/>
                </a:moveTo>
                <a:lnTo>
                  <a:pt x="6" y="2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49" name=""/>
          <p:cNvSpPr/>
          <p:nvPr/>
        </p:nvSpPr>
        <p:spPr>
          <a:xfrm>
            <a:off x="2367720" y="3690000"/>
            <a:ext cx="4320" cy="2160"/>
          </a:xfrm>
          <a:custGeom>
            <a:avLst/>
            <a:gdLst/>
            <a:ahLst/>
            <a:rect l="0" t="0" r="r" b="b"/>
            <a:pathLst>
              <a:path w="12" h="6">
                <a:moveTo>
                  <a:pt x="11" y="2"/>
                </a:moveTo>
                <a:lnTo>
                  <a:pt x="12" y="2"/>
                </a:lnTo>
                <a:lnTo>
                  <a:pt x="11" y="3"/>
                </a:lnTo>
                <a:lnTo>
                  <a:pt x="10" y="3"/>
                </a:lnTo>
                <a:lnTo>
                  <a:pt x="9" y="3"/>
                </a:lnTo>
                <a:lnTo>
                  <a:pt x="10" y="3"/>
                </a:lnTo>
                <a:lnTo>
                  <a:pt x="9" y="5"/>
                </a:lnTo>
                <a:lnTo>
                  <a:pt x="8" y="5"/>
                </a:lnTo>
                <a:lnTo>
                  <a:pt x="6" y="5"/>
                </a:lnTo>
                <a:lnTo>
                  <a:pt x="6" y="6"/>
                </a:lnTo>
                <a:lnTo>
                  <a:pt x="6" y="5"/>
                </a:lnTo>
                <a:lnTo>
                  <a:pt x="6" y="3"/>
                </a:lnTo>
                <a:lnTo>
                  <a:pt x="8" y="3"/>
                </a:lnTo>
                <a:lnTo>
                  <a:pt x="8" y="2"/>
                </a:lnTo>
                <a:lnTo>
                  <a:pt x="6" y="2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8" y="1"/>
                </a:lnTo>
                <a:lnTo>
                  <a:pt x="9" y="1"/>
                </a:lnTo>
                <a:lnTo>
                  <a:pt x="10" y="0"/>
                </a:lnTo>
                <a:lnTo>
                  <a:pt x="11" y="0"/>
                </a:lnTo>
                <a:lnTo>
                  <a:pt x="11" y="2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0" name=""/>
          <p:cNvSpPr/>
          <p:nvPr/>
        </p:nvSpPr>
        <p:spPr>
          <a:xfrm>
            <a:off x="2379240" y="36896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1" name=""/>
          <p:cNvSpPr/>
          <p:nvPr/>
        </p:nvSpPr>
        <p:spPr>
          <a:xfrm>
            <a:off x="2363400" y="3687840"/>
            <a:ext cx="6480" cy="2520"/>
          </a:xfrm>
          <a:custGeom>
            <a:avLst/>
            <a:gdLst/>
            <a:ahLst/>
            <a:rect l="0" t="0" r="r" b="b"/>
            <a:pathLst>
              <a:path w="18" h="7">
                <a:moveTo>
                  <a:pt x="4" y="1"/>
                </a:moveTo>
                <a:lnTo>
                  <a:pt x="4" y="2"/>
                </a:lnTo>
                <a:lnTo>
                  <a:pt x="5" y="2"/>
                </a:lnTo>
                <a:lnTo>
                  <a:pt x="7" y="1"/>
                </a:lnTo>
                <a:lnTo>
                  <a:pt x="8" y="2"/>
                </a:lnTo>
                <a:lnTo>
                  <a:pt x="8" y="3"/>
                </a:lnTo>
                <a:lnTo>
                  <a:pt x="9" y="3"/>
                </a:lnTo>
                <a:lnTo>
                  <a:pt x="11" y="3"/>
                </a:lnTo>
                <a:lnTo>
                  <a:pt x="12" y="3"/>
                </a:lnTo>
                <a:lnTo>
                  <a:pt x="13" y="3"/>
                </a:lnTo>
                <a:lnTo>
                  <a:pt x="13" y="2"/>
                </a:lnTo>
                <a:lnTo>
                  <a:pt x="14" y="2"/>
                </a:lnTo>
                <a:lnTo>
                  <a:pt x="14" y="3"/>
                </a:lnTo>
                <a:lnTo>
                  <a:pt x="15" y="3"/>
                </a:lnTo>
                <a:lnTo>
                  <a:pt x="15" y="5"/>
                </a:lnTo>
                <a:lnTo>
                  <a:pt x="16" y="5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8" y="5"/>
                </a:lnTo>
                <a:lnTo>
                  <a:pt x="17" y="5"/>
                </a:lnTo>
                <a:lnTo>
                  <a:pt x="17" y="6"/>
                </a:lnTo>
                <a:lnTo>
                  <a:pt x="16" y="6"/>
                </a:lnTo>
                <a:lnTo>
                  <a:pt x="16" y="7"/>
                </a:lnTo>
                <a:lnTo>
                  <a:pt x="16" y="6"/>
                </a:lnTo>
                <a:lnTo>
                  <a:pt x="15" y="6"/>
                </a:lnTo>
                <a:lnTo>
                  <a:pt x="14" y="6"/>
                </a:lnTo>
                <a:lnTo>
                  <a:pt x="13" y="6"/>
                </a:lnTo>
                <a:lnTo>
                  <a:pt x="12" y="6"/>
                </a:lnTo>
                <a:lnTo>
                  <a:pt x="12" y="5"/>
                </a:lnTo>
                <a:lnTo>
                  <a:pt x="12" y="6"/>
                </a:lnTo>
                <a:lnTo>
                  <a:pt x="12" y="5"/>
                </a:lnTo>
                <a:lnTo>
                  <a:pt x="11" y="5"/>
                </a:lnTo>
                <a:lnTo>
                  <a:pt x="10" y="5"/>
                </a:lnTo>
                <a:lnTo>
                  <a:pt x="9" y="5"/>
                </a:lnTo>
                <a:lnTo>
                  <a:pt x="9" y="6"/>
                </a:lnTo>
                <a:lnTo>
                  <a:pt x="9" y="7"/>
                </a:lnTo>
                <a:lnTo>
                  <a:pt x="8" y="7"/>
                </a:lnTo>
                <a:lnTo>
                  <a:pt x="8" y="6"/>
                </a:lnTo>
                <a:lnTo>
                  <a:pt x="8" y="5"/>
                </a:lnTo>
                <a:lnTo>
                  <a:pt x="7" y="5"/>
                </a:lnTo>
                <a:lnTo>
                  <a:pt x="5" y="5"/>
                </a:ln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4" y="0"/>
                </a:lnTo>
                <a:lnTo>
                  <a:pt x="4" y="1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2" name=""/>
          <p:cNvSpPr/>
          <p:nvPr/>
        </p:nvSpPr>
        <p:spPr>
          <a:xfrm>
            <a:off x="2381400" y="36824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1" y="1"/>
                </a:moveTo>
                <a:lnTo>
                  <a:pt x="2" y="1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3" name=""/>
          <p:cNvSpPr/>
          <p:nvPr/>
        </p:nvSpPr>
        <p:spPr>
          <a:xfrm>
            <a:off x="2381400" y="368064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0"/>
                </a:move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4" name=""/>
          <p:cNvSpPr/>
          <p:nvPr/>
        </p:nvSpPr>
        <p:spPr>
          <a:xfrm>
            <a:off x="2382840" y="3680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5" name=""/>
          <p:cNvSpPr/>
          <p:nvPr/>
        </p:nvSpPr>
        <p:spPr>
          <a:xfrm>
            <a:off x="2377800" y="3678840"/>
            <a:ext cx="3240" cy="2520"/>
          </a:xfrm>
          <a:custGeom>
            <a:avLst/>
            <a:gdLst/>
            <a:ahLst/>
            <a:rect l="0" t="0" r="r" b="b"/>
            <a:pathLst>
              <a:path w="9" h="7">
                <a:moveTo>
                  <a:pt x="5" y="0"/>
                </a:moveTo>
                <a:lnTo>
                  <a:pt x="6" y="0"/>
                </a:lnTo>
                <a:lnTo>
                  <a:pt x="6" y="1"/>
                </a:lnTo>
                <a:lnTo>
                  <a:pt x="8" y="1"/>
                </a:lnTo>
                <a:lnTo>
                  <a:pt x="9" y="3"/>
                </a:lnTo>
                <a:lnTo>
                  <a:pt x="9" y="4"/>
                </a:lnTo>
                <a:lnTo>
                  <a:pt x="8" y="4"/>
                </a:lnTo>
                <a:lnTo>
                  <a:pt x="8" y="5"/>
                </a:lnTo>
                <a:lnTo>
                  <a:pt x="8" y="6"/>
                </a:lnTo>
                <a:lnTo>
                  <a:pt x="6" y="6"/>
                </a:lnTo>
                <a:lnTo>
                  <a:pt x="5" y="6"/>
                </a:lnTo>
                <a:lnTo>
                  <a:pt x="6" y="6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2" y="1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5" y="0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6" name=""/>
          <p:cNvSpPr/>
          <p:nvPr/>
        </p:nvSpPr>
        <p:spPr>
          <a:xfrm>
            <a:off x="2380680" y="3675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7" name=""/>
          <p:cNvSpPr/>
          <p:nvPr/>
        </p:nvSpPr>
        <p:spPr>
          <a:xfrm>
            <a:off x="2402640" y="3671280"/>
            <a:ext cx="2160" cy="1080"/>
          </a:xfrm>
          <a:custGeom>
            <a:avLst/>
            <a:gdLst/>
            <a:ahLst/>
            <a:rect l="0" t="0" r="r" b="b"/>
            <a:pathLst>
              <a:path w="6" h="3">
                <a:moveTo>
                  <a:pt x="5" y="2"/>
                </a:moveTo>
                <a:lnTo>
                  <a:pt x="6" y="2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8" name=""/>
          <p:cNvSpPr/>
          <p:nvPr/>
        </p:nvSpPr>
        <p:spPr>
          <a:xfrm>
            <a:off x="2405880" y="36698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9" name=""/>
          <p:cNvSpPr/>
          <p:nvPr/>
        </p:nvSpPr>
        <p:spPr>
          <a:xfrm>
            <a:off x="2439720" y="3646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29ECA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60" name=""/>
          <p:cNvSpPr/>
          <p:nvPr/>
        </p:nvSpPr>
        <p:spPr>
          <a:xfrm>
            <a:off x="2625120" y="35715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FDFEC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1" name=""/>
          <p:cNvSpPr/>
          <p:nvPr/>
        </p:nvSpPr>
        <p:spPr>
          <a:xfrm>
            <a:off x="2622600" y="356580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FDFEC4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2" name=""/>
          <p:cNvSpPr/>
          <p:nvPr/>
        </p:nvSpPr>
        <p:spPr>
          <a:xfrm>
            <a:off x="2614320" y="35582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FDFEC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3" name=""/>
          <p:cNvSpPr/>
          <p:nvPr/>
        </p:nvSpPr>
        <p:spPr>
          <a:xfrm>
            <a:off x="2614680" y="355752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FDFEC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4" name=""/>
          <p:cNvSpPr/>
          <p:nvPr/>
        </p:nvSpPr>
        <p:spPr>
          <a:xfrm>
            <a:off x="2615400" y="35568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FDFEC4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5" name=""/>
          <p:cNvSpPr/>
          <p:nvPr/>
        </p:nvSpPr>
        <p:spPr>
          <a:xfrm>
            <a:off x="2335680" y="3430440"/>
            <a:ext cx="313920" cy="200520"/>
          </a:xfrm>
          <a:custGeom>
            <a:avLst/>
            <a:gdLst/>
            <a:ahLst/>
            <a:rect l="0" t="0" r="r" b="b"/>
            <a:pathLst>
              <a:path w="872" h="557">
                <a:moveTo>
                  <a:pt x="205" y="1"/>
                </a:moveTo>
                <a:lnTo>
                  <a:pt x="204" y="1"/>
                </a:lnTo>
                <a:lnTo>
                  <a:pt x="205" y="2"/>
                </a:lnTo>
                <a:lnTo>
                  <a:pt x="205" y="3"/>
                </a:lnTo>
                <a:lnTo>
                  <a:pt x="204" y="3"/>
                </a:lnTo>
                <a:lnTo>
                  <a:pt x="204" y="4"/>
                </a:lnTo>
                <a:lnTo>
                  <a:pt x="205" y="4"/>
                </a:lnTo>
                <a:lnTo>
                  <a:pt x="206" y="5"/>
                </a:lnTo>
                <a:lnTo>
                  <a:pt x="206" y="4"/>
                </a:lnTo>
                <a:lnTo>
                  <a:pt x="207" y="3"/>
                </a:lnTo>
                <a:lnTo>
                  <a:pt x="207" y="2"/>
                </a:lnTo>
                <a:lnTo>
                  <a:pt x="207" y="1"/>
                </a:lnTo>
                <a:lnTo>
                  <a:pt x="209" y="1"/>
                </a:lnTo>
                <a:lnTo>
                  <a:pt x="209" y="2"/>
                </a:lnTo>
                <a:lnTo>
                  <a:pt x="210" y="2"/>
                </a:lnTo>
                <a:lnTo>
                  <a:pt x="210" y="3"/>
                </a:lnTo>
                <a:lnTo>
                  <a:pt x="210" y="4"/>
                </a:lnTo>
                <a:lnTo>
                  <a:pt x="209" y="4"/>
                </a:lnTo>
                <a:lnTo>
                  <a:pt x="209" y="5"/>
                </a:lnTo>
                <a:lnTo>
                  <a:pt x="209" y="6"/>
                </a:lnTo>
                <a:lnTo>
                  <a:pt x="210" y="6"/>
                </a:lnTo>
                <a:lnTo>
                  <a:pt x="210" y="7"/>
                </a:lnTo>
                <a:lnTo>
                  <a:pt x="211" y="7"/>
                </a:lnTo>
                <a:lnTo>
                  <a:pt x="212" y="8"/>
                </a:lnTo>
                <a:lnTo>
                  <a:pt x="211" y="8"/>
                </a:lnTo>
                <a:lnTo>
                  <a:pt x="211" y="9"/>
                </a:lnTo>
                <a:lnTo>
                  <a:pt x="210" y="9"/>
                </a:lnTo>
                <a:lnTo>
                  <a:pt x="209" y="9"/>
                </a:lnTo>
                <a:lnTo>
                  <a:pt x="209" y="10"/>
                </a:lnTo>
                <a:lnTo>
                  <a:pt x="209" y="11"/>
                </a:lnTo>
                <a:lnTo>
                  <a:pt x="210" y="11"/>
                </a:lnTo>
                <a:lnTo>
                  <a:pt x="210" y="12"/>
                </a:lnTo>
                <a:lnTo>
                  <a:pt x="211" y="12"/>
                </a:lnTo>
                <a:lnTo>
                  <a:pt x="211" y="13"/>
                </a:lnTo>
                <a:lnTo>
                  <a:pt x="211" y="14"/>
                </a:lnTo>
                <a:lnTo>
                  <a:pt x="210" y="14"/>
                </a:lnTo>
                <a:lnTo>
                  <a:pt x="211" y="14"/>
                </a:lnTo>
                <a:lnTo>
                  <a:pt x="212" y="14"/>
                </a:lnTo>
                <a:lnTo>
                  <a:pt x="213" y="14"/>
                </a:lnTo>
                <a:lnTo>
                  <a:pt x="214" y="14"/>
                </a:lnTo>
                <a:lnTo>
                  <a:pt x="214" y="15"/>
                </a:lnTo>
                <a:lnTo>
                  <a:pt x="213" y="15"/>
                </a:lnTo>
                <a:lnTo>
                  <a:pt x="212" y="16"/>
                </a:lnTo>
                <a:lnTo>
                  <a:pt x="212" y="17"/>
                </a:lnTo>
                <a:lnTo>
                  <a:pt x="213" y="17"/>
                </a:lnTo>
                <a:lnTo>
                  <a:pt x="214" y="18"/>
                </a:lnTo>
                <a:lnTo>
                  <a:pt x="215" y="18"/>
                </a:lnTo>
                <a:lnTo>
                  <a:pt x="215" y="19"/>
                </a:lnTo>
                <a:lnTo>
                  <a:pt x="214" y="19"/>
                </a:lnTo>
                <a:lnTo>
                  <a:pt x="213" y="20"/>
                </a:lnTo>
                <a:lnTo>
                  <a:pt x="212" y="20"/>
                </a:lnTo>
                <a:lnTo>
                  <a:pt x="212" y="21"/>
                </a:lnTo>
                <a:lnTo>
                  <a:pt x="213" y="21"/>
                </a:lnTo>
                <a:lnTo>
                  <a:pt x="214" y="21"/>
                </a:lnTo>
                <a:lnTo>
                  <a:pt x="214" y="22"/>
                </a:lnTo>
                <a:lnTo>
                  <a:pt x="215" y="22"/>
                </a:lnTo>
                <a:lnTo>
                  <a:pt x="215" y="23"/>
                </a:lnTo>
                <a:lnTo>
                  <a:pt x="214" y="23"/>
                </a:lnTo>
                <a:lnTo>
                  <a:pt x="213" y="24"/>
                </a:lnTo>
                <a:lnTo>
                  <a:pt x="213" y="25"/>
                </a:lnTo>
                <a:lnTo>
                  <a:pt x="214" y="25"/>
                </a:lnTo>
                <a:lnTo>
                  <a:pt x="215" y="25"/>
                </a:lnTo>
                <a:lnTo>
                  <a:pt x="216" y="26"/>
                </a:lnTo>
                <a:lnTo>
                  <a:pt x="216" y="27"/>
                </a:lnTo>
                <a:lnTo>
                  <a:pt x="216" y="28"/>
                </a:lnTo>
                <a:lnTo>
                  <a:pt x="217" y="28"/>
                </a:lnTo>
                <a:lnTo>
                  <a:pt x="217" y="29"/>
                </a:lnTo>
                <a:lnTo>
                  <a:pt x="216" y="29"/>
                </a:lnTo>
                <a:lnTo>
                  <a:pt x="215" y="29"/>
                </a:lnTo>
                <a:lnTo>
                  <a:pt x="214" y="29"/>
                </a:lnTo>
                <a:lnTo>
                  <a:pt x="213" y="29"/>
                </a:lnTo>
                <a:lnTo>
                  <a:pt x="212" y="29"/>
                </a:lnTo>
                <a:lnTo>
                  <a:pt x="212" y="30"/>
                </a:lnTo>
                <a:lnTo>
                  <a:pt x="213" y="30"/>
                </a:lnTo>
                <a:lnTo>
                  <a:pt x="213" y="31"/>
                </a:lnTo>
                <a:lnTo>
                  <a:pt x="214" y="31"/>
                </a:lnTo>
                <a:lnTo>
                  <a:pt x="215" y="31"/>
                </a:lnTo>
                <a:lnTo>
                  <a:pt x="215" y="32"/>
                </a:lnTo>
                <a:lnTo>
                  <a:pt x="214" y="33"/>
                </a:lnTo>
                <a:lnTo>
                  <a:pt x="213" y="33"/>
                </a:lnTo>
                <a:lnTo>
                  <a:pt x="212" y="33"/>
                </a:lnTo>
                <a:lnTo>
                  <a:pt x="211" y="33"/>
                </a:lnTo>
                <a:lnTo>
                  <a:pt x="210" y="34"/>
                </a:lnTo>
                <a:lnTo>
                  <a:pt x="210" y="35"/>
                </a:lnTo>
                <a:lnTo>
                  <a:pt x="210" y="36"/>
                </a:lnTo>
                <a:lnTo>
                  <a:pt x="210" y="37"/>
                </a:lnTo>
                <a:lnTo>
                  <a:pt x="210" y="38"/>
                </a:lnTo>
                <a:lnTo>
                  <a:pt x="211" y="38"/>
                </a:lnTo>
                <a:lnTo>
                  <a:pt x="211" y="39"/>
                </a:lnTo>
                <a:lnTo>
                  <a:pt x="212" y="39"/>
                </a:lnTo>
                <a:lnTo>
                  <a:pt x="212" y="40"/>
                </a:lnTo>
                <a:lnTo>
                  <a:pt x="213" y="40"/>
                </a:lnTo>
                <a:lnTo>
                  <a:pt x="213" y="41"/>
                </a:lnTo>
                <a:lnTo>
                  <a:pt x="214" y="41"/>
                </a:lnTo>
                <a:lnTo>
                  <a:pt x="215" y="41"/>
                </a:lnTo>
                <a:lnTo>
                  <a:pt x="216" y="41"/>
                </a:lnTo>
                <a:lnTo>
                  <a:pt x="216" y="42"/>
                </a:lnTo>
                <a:lnTo>
                  <a:pt x="217" y="42"/>
                </a:lnTo>
                <a:lnTo>
                  <a:pt x="218" y="42"/>
                </a:lnTo>
                <a:lnTo>
                  <a:pt x="219" y="42"/>
                </a:lnTo>
                <a:lnTo>
                  <a:pt x="219" y="44"/>
                </a:lnTo>
                <a:lnTo>
                  <a:pt x="219" y="45"/>
                </a:lnTo>
                <a:lnTo>
                  <a:pt x="219" y="46"/>
                </a:lnTo>
                <a:lnTo>
                  <a:pt x="219" y="47"/>
                </a:lnTo>
                <a:lnTo>
                  <a:pt x="218" y="47"/>
                </a:lnTo>
                <a:lnTo>
                  <a:pt x="217" y="47"/>
                </a:lnTo>
                <a:lnTo>
                  <a:pt x="216" y="47"/>
                </a:lnTo>
                <a:lnTo>
                  <a:pt x="216" y="48"/>
                </a:lnTo>
                <a:lnTo>
                  <a:pt x="216" y="49"/>
                </a:lnTo>
                <a:lnTo>
                  <a:pt x="217" y="49"/>
                </a:lnTo>
                <a:lnTo>
                  <a:pt x="217" y="50"/>
                </a:lnTo>
                <a:lnTo>
                  <a:pt x="218" y="50"/>
                </a:lnTo>
                <a:lnTo>
                  <a:pt x="218" y="51"/>
                </a:lnTo>
                <a:lnTo>
                  <a:pt x="219" y="51"/>
                </a:lnTo>
                <a:lnTo>
                  <a:pt x="219" y="52"/>
                </a:lnTo>
                <a:lnTo>
                  <a:pt x="218" y="52"/>
                </a:lnTo>
                <a:lnTo>
                  <a:pt x="217" y="52"/>
                </a:lnTo>
                <a:lnTo>
                  <a:pt x="216" y="52"/>
                </a:lnTo>
                <a:lnTo>
                  <a:pt x="216" y="53"/>
                </a:lnTo>
                <a:lnTo>
                  <a:pt x="215" y="53"/>
                </a:lnTo>
                <a:lnTo>
                  <a:pt x="214" y="53"/>
                </a:lnTo>
                <a:lnTo>
                  <a:pt x="213" y="53"/>
                </a:lnTo>
                <a:lnTo>
                  <a:pt x="213" y="54"/>
                </a:lnTo>
                <a:lnTo>
                  <a:pt x="213" y="55"/>
                </a:lnTo>
                <a:lnTo>
                  <a:pt x="214" y="55"/>
                </a:lnTo>
                <a:lnTo>
                  <a:pt x="214" y="56"/>
                </a:lnTo>
                <a:lnTo>
                  <a:pt x="215" y="56"/>
                </a:lnTo>
                <a:lnTo>
                  <a:pt x="215" y="57"/>
                </a:lnTo>
                <a:lnTo>
                  <a:pt x="216" y="57"/>
                </a:lnTo>
                <a:lnTo>
                  <a:pt x="216" y="56"/>
                </a:lnTo>
                <a:lnTo>
                  <a:pt x="217" y="56"/>
                </a:lnTo>
                <a:lnTo>
                  <a:pt x="218" y="56"/>
                </a:lnTo>
                <a:lnTo>
                  <a:pt x="218" y="57"/>
                </a:lnTo>
                <a:lnTo>
                  <a:pt x="219" y="57"/>
                </a:lnTo>
                <a:lnTo>
                  <a:pt x="220" y="57"/>
                </a:lnTo>
                <a:lnTo>
                  <a:pt x="220" y="58"/>
                </a:lnTo>
                <a:lnTo>
                  <a:pt x="221" y="58"/>
                </a:lnTo>
                <a:lnTo>
                  <a:pt x="221" y="59"/>
                </a:lnTo>
                <a:lnTo>
                  <a:pt x="222" y="59"/>
                </a:lnTo>
                <a:lnTo>
                  <a:pt x="222" y="60"/>
                </a:lnTo>
                <a:lnTo>
                  <a:pt x="222" y="61"/>
                </a:lnTo>
                <a:lnTo>
                  <a:pt x="222" y="62"/>
                </a:lnTo>
                <a:lnTo>
                  <a:pt x="223" y="62"/>
                </a:lnTo>
                <a:lnTo>
                  <a:pt x="224" y="62"/>
                </a:lnTo>
                <a:lnTo>
                  <a:pt x="225" y="62"/>
                </a:lnTo>
                <a:lnTo>
                  <a:pt x="225" y="63"/>
                </a:lnTo>
                <a:lnTo>
                  <a:pt x="226" y="63"/>
                </a:lnTo>
                <a:lnTo>
                  <a:pt x="226" y="64"/>
                </a:lnTo>
                <a:lnTo>
                  <a:pt x="225" y="64"/>
                </a:lnTo>
                <a:lnTo>
                  <a:pt x="224" y="65"/>
                </a:lnTo>
                <a:lnTo>
                  <a:pt x="226" y="65"/>
                </a:lnTo>
                <a:lnTo>
                  <a:pt x="227" y="65"/>
                </a:lnTo>
                <a:lnTo>
                  <a:pt x="227" y="66"/>
                </a:lnTo>
                <a:lnTo>
                  <a:pt x="226" y="67"/>
                </a:lnTo>
                <a:lnTo>
                  <a:pt x="225" y="68"/>
                </a:lnTo>
                <a:lnTo>
                  <a:pt x="225" y="69"/>
                </a:lnTo>
                <a:lnTo>
                  <a:pt x="226" y="69"/>
                </a:lnTo>
                <a:lnTo>
                  <a:pt x="226" y="70"/>
                </a:lnTo>
                <a:lnTo>
                  <a:pt x="227" y="70"/>
                </a:lnTo>
                <a:lnTo>
                  <a:pt x="228" y="70"/>
                </a:lnTo>
                <a:lnTo>
                  <a:pt x="229" y="70"/>
                </a:lnTo>
                <a:lnTo>
                  <a:pt x="230" y="70"/>
                </a:lnTo>
                <a:lnTo>
                  <a:pt x="231" y="70"/>
                </a:lnTo>
                <a:lnTo>
                  <a:pt x="232" y="69"/>
                </a:lnTo>
                <a:lnTo>
                  <a:pt x="233" y="69"/>
                </a:lnTo>
                <a:lnTo>
                  <a:pt x="233" y="68"/>
                </a:lnTo>
                <a:lnTo>
                  <a:pt x="234" y="68"/>
                </a:lnTo>
                <a:lnTo>
                  <a:pt x="234" y="69"/>
                </a:lnTo>
                <a:lnTo>
                  <a:pt x="235" y="69"/>
                </a:lnTo>
                <a:lnTo>
                  <a:pt x="234" y="70"/>
                </a:lnTo>
                <a:lnTo>
                  <a:pt x="233" y="70"/>
                </a:lnTo>
                <a:lnTo>
                  <a:pt x="233" y="71"/>
                </a:lnTo>
                <a:lnTo>
                  <a:pt x="233" y="72"/>
                </a:lnTo>
                <a:lnTo>
                  <a:pt x="234" y="72"/>
                </a:lnTo>
                <a:lnTo>
                  <a:pt x="234" y="73"/>
                </a:lnTo>
                <a:lnTo>
                  <a:pt x="235" y="73"/>
                </a:lnTo>
                <a:lnTo>
                  <a:pt x="236" y="73"/>
                </a:lnTo>
                <a:lnTo>
                  <a:pt x="237" y="73"/>
                </a:lnTo>
                <a:lnTo>
                  <a:pt x="238" y="73"/>
                </a:lnTo>
                <a:lnTo>
                  <a:pt x="237" y="74"/>
                </a:lnTo>
                <a:lnTo>
                  <a:pt x="237" y="75"/>
                </a:lnTo>
                <a:lnTo>
                  <a:pt x="237" y="76"/>
                </a:lnTo>
                <a:lnTo>
                  <a:pt x="237" y="77"/>
                </a:lnTo>
                <a:lnTo>
                  <a:pt x="238" y="77"/>
                </a:lnTo>
                <a:lnTo>
                  <a:pt x="238" y="78"/>
                </a:lnTo>
                <a:lnTo>
                  <a:pt x="239" y="78"/>
                </a:lnTo>
                <a:lnTo>
                  <a:pt x="240" y="78"/>
                </a:lnTo>
                <a:lnTo>
                  <a:pt x="241" y="78"/>
                </a:lnTo>
                <a:lnTo>
                  <a:pt x="242" y="78"/>
                </a:lnTo>
                <a:lnTo>
                  <a:pt x="243" y="77"/>
                </a:lnTo>
                <a:lnTo>
                  <a:pt x="244" y="77"/>
                </a:lnTo>
                <a:lnTo>
                  <a:pt x="245" y="77"/>
                </a:lnTo>
                <a:lnTo>
                  <a:pt x="246" y="78"/>
                </a:lnTo>
                <a:lnTo>
                  <a:pt x="246" y="80"/>
                </a:lnTo>
                <a:lnTo>
                  <a:pt x="246" y="81"/>
                </a:lnTo>
                <a:lnTo>
                  <a:pt x="246" y="82"/>
                </a:lnTo>
                <a:lnTo>
                  <a:pt x="245" y="82"/>
                </a:lnTo>
                <a:lnTo>
                  <a:pt x="245" y="83"/>
                </a:lnTo>
                <a:lnTo>
                  <a:pt x="245" y="84"/>
                </a:lnTo>
                <a:lnTo>
                  <a:pt x="246" y="84"/>
                </a:lnTo>
                <a:lnTo>
                  <a:pt x="246" y="85"/>
                </a:lnTo>
                <a:lnTo>
                  <a:pt x="247" y="85"/>
                </a:lnTo>
                <a:lnTo>
                  <a:pt x="247" y="86"/>
                </a:lnTo>
                <a:lnTo>
                  <a:pt x="247" y="87"/>
                </a:lnTo>
                <a:lnTo>
                  <a:pt x="248" y="87"/>
                </a:lnTo>
                <a:lnTo>
                  <a:pt x="248" y="88"/>
                </a:lnTo>
                <a:lnTo>
                  <a:pt x="249" y="88"/>
                </a:lnTo>
                <a:lnTo>
                  <a:pt x="250" y="88"/>
                </a:lnTo>
                <a:lnTo>
                  <a:pt x="251" y="88"/>
                </a:lnTo>
                <a:lnTo>
                  <a:pt x="251" y="87"/>
                </a:lnTo>
                <a:lnTo>
                  <a:pt x="252" y="87"/>
                </a:lnTo>
                <a:lnTo>
                  <a:pt x="253" y="87"/>
                </a:lnTo>
                <a:lnTo>
                  <a:pt x="253" y="86"/>
                </a:lnTo>
                <a:lnTo>
                  <a:pt x="254" y="86"/>
                </a:lnTo>
                <a:lnTo>
                  <a:pt x="255" y="86"/>
                </a:lnTo>
                <a:lnTo>
                  <a:pt x="256" y="86"/>
                </a:lnTo>
                <a:lnTo>
                  <a:pt x="257" y="87"/>
                </a:lnTo>
                <a:lnTo>
                  <a:pt x="257" y="88"/>
                </a:lnTo>
                <a:lnTo>
                  <a:pt x="258" y="88"/>
                </a:lnTo>
                <a:lnTo>
                  <a:pt x="258" y="89"/>
                </a:lnTo>
                <a:lnTo>
                  <a:pt x="259" y="90"/>
                </a:lnTo>
                <a:lnTo>
                  <a:pt x="260" y="90"/>
                </a:lnTo>
                <a:lnTo>
                  <a:pt x="261" y="90"/>
                </a:lnTo>
                <a:lnTo>
                  <a:pt x="261" y="91"/>
                </a:lnTo>
                <a:lnTo>
                  <a:pt x="262" y="91"/>
                </a:lnTo>
                <a:lnTo>
                  <a:pt x="263" y="91"/>
                </a:lnTo>
                <a:lnTo>
                  <a:pt x="264" y="91"/>
                </a:lnTo>
                <a:lnTo>
                  <a:pt x="264" y="90"/>
                </a:lnTo>
                <a:lnTo>
                  <a:pt x="265" y="90"/>
                </a:lnTo>
                <a:lnTo>
                  <a:pt x="266" y="89"/>
                </a:lnTo>
                <a:lnTo>
                  <a:pt x="265" y="88"/>
                </a:lnTo>
                <a:lnTo>
                  <a:pt x="265" y="87"/>
                </a:lnTo>
                <a:lnTo>
                  <a:pt x="266" y="87"/>
                </a:lnTo>
                <a:lnTo>
                  <a:pt x="267" y="87"/>
                </a:lnTo>
                <a:lnTo>
                  <a:pt x="268" y="88"/>
                </a:lnTo>
                <a:lnTo>
                  <a:pt x="269" y="88"/>
                </a:lnTo>
                <a:lnTo>
                  <a:pt x="270" y="89"/>
                </a:lnTo>
                <a:lnTo>
                  <a:pt x="272" y="89"/>
                </a:lnTo>
                <a:lnTo>
                  <a:pt x="272" y="88"/>
                </a:lnTo>
                <a:lnTo>
                  <a:pt x="273" y="88"/>
                </a:lnTo>
                <a:lnTo>
                  <a:pt x="274" y="88"/>
                </a:lnTo>
                <a:lnTo>
                  <a:pt x="274" y="87"/>
                </a:lnTo>
                <a:lnTo>
                  <a:pt x="275" y="87"/>
                </a:lnTo>
                <a:lnTo>
                  <a:pt x="276" y="87"/>
                </a:lnTo>
                <a:lnTo>
                  <a:pt x="277" y="87"/>
                </a:lnTo>
                <a:lnTo>
                  <a:pt x="277" y="88"/>
                </a:lnTo>
                <a:lnTo>
                  <a:pt x="278" y="88"/>
                </a:lnTo>
                <a:lnTo>
                  <a:pt x="279" y="88"/>
                </a:lnTo>
                <a:lnTo>
                  <a:pt x="280" y="87"/>
                </a:lnTo>
                <a:lnTo>
                  <a:pt x="280" y="86"/>
                </a:lnTo>
                <a:lnTo>
                  <a:pt x="281" y="85"/>
                </a:lnTo>
                <a:lnTo>
                  <a:pt x="282" y="85"/>
                </a:lnTo>
                <a:lnTo>
                  <a:pt x="283" y="85"/>
                </a:lnTo>
                <a:lnTo>
                  <a:pt x="283" y="86"/>
                </a:lnTo>
                <a:lnTo>
                  <a:pt x="283" y="87"/>
                </a:lnTo>
                <a:lnTo>
                  <a:pt x="283" y="88"/>
                </a:lnTo>
                <a:lnTo>
                  <a:pt x="284" y="89"/>
                </a:lnTo>
                <a:lnTo>
                  <a:pt x="285" y="88"/>
                </a:lnTo>
                <a:lnTo>
                  <a:pt x="286" y="88"/>
                </a:lnTo>
                <a:lnTo>
                  <a:pt x="287" y="87"/>
                </a:lnTo>
                <a:lnTo>
                  <a:pt x="288" y="87"/>
                </a:lnTo>
                <a:lnTo>
                  <a:pt x="288" y="86"/>
                </a:lnTo>
                <a:lnTo>
                  <a:pt x="289" y="87"/>
                </a:lnTo>
                <a:lnTo>
                  <a:pt x="290" y="87"/>
                </a:lnTo>
                <a:lnTo>
                  <a:pt x="291" y="88"/>
                </a:lnTo>
                <a:lnTo>
                  <a:pt x="292" y="88"/>
                </a:lnTo>
                <a:lnTo>
                  <a:pt x="293" y="88"/>
                </a:lnTo>
                <a:lnTo>
                  <a:pt x="294" y="87"/>
                </a:lnTo>
                <a:lnTo>
                  <a:pt x="293" y="87"/>
                </a:lnTo>
                <a:lnTo>
                  <a:pt x="293" y="86"/>
                </a:lnTo>
                <a:lnTo>
                  <a:pt x="293" y="85"/>
                </a:lnTo>
                <a:lnTo>
                  <a:pt x="293" y="84"/>
                </a:lnTo>
                <a:lnTo>
                  <a:pt x="292" y="84"/>
                </a:lnTo>
                <a:lnTo>
                  <a:pt x="292" y="83"/>
                </a:lnTo>
                <a:lnTo>
                  <a:pt x="293" y="83"/>
                </a:lnTo>
                <a:lnTo>
                  <a:pt x="293" y="82"/>
                </a:lnTo>
                <a:lnTo>
                  <a:pt x="294" y="82"/>
                </a:lnTo>
                <a:lnTo>
                  <a:pt x="294" y="81"/>
                </a:lnTo>
                <a:lnTo>
                  <a:pt x="295" y="80"/>
                </a:lnTo>
                <a:lnTo>
                  <a:pt x="295" y="79"/>
                </a:lnTo>
                <a:lnTo>
                  <a:pt x="295" y="78"/>
                </a:lnTo>
                <a:lnTo>
                  <a:pt x="296" y="78"/>
                </a:lnTo>
                <a:lnTo>
                  <a:pt x="297" y="78"/>
                </a:lnTo>
                <a:lnTo>
                  <a:pt x="298" y="79"/>
                </a:lnTo>
                <a:lnTo>
                  <a:pt x="298" y="80"/>
                </a:lnTo>
                <a:lnTo>
                  <a:pt x="298" y="81"/>
                </a:lnTo>
                <a:lnTo>
                  <a:pt x="298" y="82"/>
                </a:lnTo>
                <a:lnTo>
                  <a:pt x="299" y="82"/>
                </a:lnTo>
                <a:lnTo>
                  <a:pt x="301" y="82"/>
                </a:lnTo>
                <a:lnTo>
                  <a:pt x="301" y="83"/>
                </a:lnTo>
                <a:lnTo>
                  <a:pt x="303" y="83"/>
                </a:lnTo>
                <a:lnTo>
                  <a:pt x="304" y="83"/>
                </a:lnTo>
                <a:lnTo>
                  <a:pt x="306" y="83"/>
                </a:lnTo>
                <a:lnTo>
                  <a:pt x="306" y="85"/>
                </a:lnTo>
                <a:lnTo>
                  <a:pt x="306" y="86"/>
                </a:lnTo>
                <a:lnTo>
                  <a:pt x="307" y="86"/>
                </a:lnTo>
                <a:lnTo>
                  <a:pt x="307" y="88"/>
                </a:lnTo>
                <a:lnTo>
                  <a:pt x="307" y="89"/>
                </a:lnTo>
                <a:lnTo>
                  <a:pt x="308" y="89"/>
                </a:lnTo>
                <a:lnTo>
                  <a:pt x="308" y="90"/>
                </a:lnTo>
                <a:lnTo>
                  <a:pt x="309" y="90"/>
                </a:lnTo>
                <a:lnTo>
                  <a:pt x="310" y="90"/>
                </a:lnTo>
                <a:lnTo>
                  <a:pt x="311" y="90"/>
                </a:lnTo>
                <a:lnTo>
                  <a:pt x="311" y="91"/>
                </a:lnTo>
                <a:lnTo>
                  <a:pt x="311" y="92"/>
                </a:lnTo>
                <a:lnTo>
                  <a:pt x="310" y="92"/>
                </a:lnTo>
                <a:lnTo>
                  <a:pt x="309" y="92"/>
                </a:lnTo>
                <a:lnTo>
                  <a:pt x="309" y="93"/>
                </a:lnTo>
                <a:lnTo>
                  <a:pt x="309" y="94"/>
                </a:lnTo>
                <a:lnTo>
                  <a:pt x="310" y="94"/>
                </a:lnTo>
                <a:lnTo>
                  <a:pt x="311" y="94"/>
                </a:lnTo>
                <a:lnTo>
                  <a:pt x="312" y="94"/>
                </a:lnTo>
                <a:lnTo>
                  <a:pt x="313" y="94"/>
                </a:lnTo>
                <a:lnTo>
                  <a:pt x="313" y="93"/>
                </a:lnTo>
                <a:lnTo>
                  <a:pt x="314" y="93"/>
                </a:lnTo>
                <a:lnTo>
                  <a:pt x="315" y="92"/>
                </a:lnTo>
                <a:lnTo>
                  <a:pt x="316" y="91"/>
                </a:lnTo>
                <a:lnTo>
                  <a:pt x="317" y="91"/>
                </a:lnTo>
                <a:lnTo>
                  <a:pt x="318" y="92"/>
                </a:lnTo>
                <a:lnTo>
                  <a:pt x="319" y="92"/>
                </a:lnTo>
                <a:lnTo>
                  <a:pt x="320" y="92"/>
                </a:lnTo>
                <a:lnTo>
                  <a:pt x="321" y="92"/>
                </a:lnTo>
                <a:lnTo>
                  <a:pt x="322" y="92"/>
                </a:lnTo>
                <a:lnTo>
                  <a:pt x="323" y="91"/>
                </a:lnTo>
                <a:lnTo>
                  <a:pt x="324" y="91"/>
                </a:lnTo>
                <a:lnTo>
                  <a:pt x="326" y="90"/>
                </a:lnTo>
                <a:lnTo>
                  <a:pt x="327" y="90"/>
                </a:lnTo>
                <a:lnTo>
                  <a:pt x="328" y="91"/>
                </a:lnTo>
                <a:lnTo>
                  <a:pt x="329" y="91"/>
                </a:lnTo>
                <a:lnTo>
                  <a:pt x="330" y="91"/>
                </a:lnTo>
                <a:lnTo>
                  <a:pt x="330" y="92"/>
                </a:lnTo>
                <a:lnTo>
                  <a:pt x="331" y="92"/>
                </a:lnTo>
                <a:lnTo>
                  <a:pt x="332" y="92"/>
                </a:lnTo>
                <a:lnTo>
                  <a:pt x="332" y="91"/>
                </a:lnTo>
                <a:lnTo>
                  <a:pt x="331" y="91"/>
                </a:lnTo>
                <a:lnTo>
                  <a:pt x="331" y="90"/>
                </a:lnTo>
                <a:lnTo>
                  <a:pt x="332" y="90"/>
                </a:lnTo>
                <a:lnTo>
                  <a:pt x="333" y="90"/>
                </a:lnTo>
                <a:lnTo>
                  <a:pt x="333" y="91"/>
                </a:lnTo>
                <a:lnTo>
                  <a:pt x="333" y="92"/>
                </a:lnTo>
                <a:lnTo>
                  <a:pt x="334" y="92"/>
                </a:lnTo>
                <a:lnTo>
                  <a:pt x="334" y="93"/>
                </a:lnTo>
                <a:lnTo>
                  <a:pt x="335" y="93"/>
                </a:lnTo>
                <a:lnTo>
                  <a:pt x="336" y="93"/>
                </a:lnTo>
                <a:lnTo>
                  <a:pt x="337" y="93"/>
                </a:lnTo>
                <a:lnTo>
                  <a:pt x="337" y="92"/>
                </a:lnTo>
                <a:lnTo>
                  <a:pt x="338" y="91"/>
                </a:lnTo>
                <a:lnTo>
                  <a:pt x="340" y="90"/>
                </a:lnTo>
                <a:lnTo>
                  <a:pt x="341" y="89"/>
                </a:lnTo>
                <a:lnTo>
                  <a:pt x="341" y="87"/>
                </a:lnTo>
                <a:lnTo>
                  <a:pt x="342" y="87"/>
                </a:lnTo>
                <a:lnTo>
                  <a:pt x="342" y="86"/>
                </a:lnTo>
                <a:lnTo>
                  <a:pt x="342" y="85"/>
                </a:lnTo>
                <a:lnTo>
                  <a:pt x="341" y="84"/>
                </a:lnTo>
                <a:lnTo>
                  <a:pt x="341" y="83"/>
                </a:lnTo>
                <a:lnTo>
                  <a:pt x="342" y="83"/>
                </a:lnTo>
                <a:lnTo>
                  <a:pt x="343" y="83"/>
                </a:lnTo>
                <a:lnTo>
                  <a:pt x="343" y="84"/>
                </a:lnTo>
                <a:lnTo>
                  <a:pt x="344" y="84"/>
                </a:lnTo>
                <a:lnTo>
                  <a:pt x="344" y="83"/>
                </a:lnTo>
                <a:lnTo>
                  <a:pt x="345" y="83"/>
                </a:lnTo>
                <a:lnTo>
                  <a:pt x="346" y="83"/>
                </a:lnTo>
                <a:lnTo>
                  <a:pt x="347" y="83"/>
                </a:lnTo>
                <a:lnTo>
                  <a:pt x="347" y="84"/>
                </a:lnTo>
                <a:lnTo>
                  <a:pt x="347" y="85"/>
                </a:lnTo>
                <a:lnTo>
                  <a:pt x="348" y="85"/>
                </a:lnTo>
                <a:lnTo>
                  <a:pt x="349" y="85"/>
                </a:lnTo>
                <a:lnTo>
                  <a:pt x="350" y="85"/>
                </a:lnTo>
                <a:lnTo>
                  <a:pt x="350" y="84"/>
                </a:lnTo>
                <a:lnTo>
                  <a:pt x="351" y="84"/>
                </a:lnTo>
                <a:lnTo>
                  <a:pt x="352" y="84"/>
                </a:lnTo>
                <a:lnTo>
                  <a:pt x="353" y="84"/>
                </a:lnTo>
                <a:lnTo>
                  <a:pt x="353" y="83"/>
                </a:lnTo>
                <a:lnTo>
                  <a:pt x="354" y="83"/>
                </a:lnTo>
                <a:lnTo>
                  <a:pt x="355" y="83"/>
                </a:lnTo>
                <a:lnTo>
                  <a:pt x="356" y="83"/>
                </a:lnTo>
                <a:lnTo>
                  <a:pt x="357" y="82"/>
                </a:lnTo>
                <a:lnTo>
                  <a:pt x="358" y="81"/>
                </a:lnTo>
                <a:lnTo>
                  <a:pt x="359" y="80"/>
                </a:lnTo>
                <a:lnTo>
                  <a:pt x="360" y="80"/>
                </a:lnTo>
                <a:lnTo>
                  <a:pt x="361" y="80"/>
                </a:lnTo>
                <a:lnTo>
                  <a:pt x="362" y="81"/>
                </a:lnTo>
                <a:lnTo>
                  <a:pt x="363" y="81"/>
                </a:lnTo>
                <a:lnTo>
                  <a:pt x="363" y="82"/>
                </a:lnTo>
                <a:lnTo>
                  <a:pt x="364" y="81"/>
                </a:lnTo>
                <a:lnTo>
                  <a:pt x="365" y="81"/>
                </a:lnTo>
                <a:lnTo>
                  <a:pt x="365" y="80"/>
                </a:lnTo>
                <a:lnTo>
                  <a:pt x="365" y="81"/>
                </a:lnTo>
                <a:lnTo>
                  <a:pt x="366" y="81"/>
                </a:lnTo>
                <a:lnTo>
                  <a:pt x="366" y="82"/>
                </a:lnTo>
                <a:lnTo>
                  <a:pt x="367" y="82"/>
                </a:lnTo>
                <a:lnTo>
                  <a:pt x="366" y="82"/>
                </a:lnTo>
                <a:lnTo>
                  <a:pt x="365" y="82"/>
                </a:lnTo>
                <a:lnTo>
                  <a:pt x="365" y="83"/>
                </a:lnTo>
                <a:lnTo>
                  <a:pt x="366" y="83"/>
                </a:lnTo>
                <a:lnTo>
                  <a:pt x="367" y="84"/>
                </a:lnTo>
                <a:lnTo>
                  <a:pt x="367" y="85"/>
                </a:lnTo>
                <a:lnTo>
                  <a:pt x="366" y="85"/>
                </a:lnTo>
                <a:lnTo>
                  <a:pt x="366" y="84"/>
                </a:lnTo>
                <a:lnTo>
                  <a:pt x="366" y="85"/>
                </a:lnTo>
                <a:lnTo>
                  <a:pt x="366" y="86"/>
                </a:lnTo>
                <a:lnTo>
                  <a:pt x="367" y="86"/>
                </a:lnTo>
                <a:lnTo>
                  <a:pt x="367" y="85"/>
                </a:lnTo>
                <a:lnTo>
                  <a:pt x="367" y="86"/>
                </a:lnTo>
                <a:lnTo>
                  <a:pt x="366" y="86"/>
                </a:lnTo>
                <a:lnTo>
                  <a:pt x="366" y="87"/>
                </a:lnTo>
                <a:lnTo>
                  <a:pt x="367" y="87"/>
                </a:lnTo>
                <a:lnTo>
                  <a:pt x="367" y="88"/>
                </a:lnTo>
                <a:lnTo>
                  <a:pt x="367" y="89"/>
                </a:lnTo>
                <a:lnTo>
                  <a:pt x="367" y="90"/>
                </a:lnTo>
                <a:lnTo>
                  <a:pt x="368" y="90"/>
                </a:lnTo>
                <a:lnTo>
                  <a:pt x="368" y="91"/>
                </a:lnTo>
                <a:lnTo>
                  <a:pt x="368" y="92"/>
                </a:lnTo>
                <a:lnTo>
                  <a:pt x="368" y="93"/>
                </a:lnTo>
                <a:lnTo>
                  <a:pt x="367" y="93"/>
                </a:lnTo>
                <a:lnTo>
                  <a:pt x="367" y="94"/>
                </a:lnTo>
                <a:lnTo>
                  <a:pt x="366" y="95"/>
                </a:lnTo>
                <a:lnTo>
                  <a:pt x="366" y="96"/>
                </a:lnTo>
                <a:lnTo>
                  <a:pt x="366" y="97"/>
                </a:lnTo>
                <a:lnTo>
                  <a:pt x="366" y="98"/>
                </a:lnTo>
                <a:lnTo>
                  <a:pt x="367" y="98"/>
                </a:lnTo>
                <a:lnTo>
                  <a:pt x="368" y="98"/>
                </a:lnTo>
                <a:lnTo>
                  <a:pt x="368" y="99"/>
                </a:lnTo>
                <a:lnTo>
                  <a:pt x="369" y="99"/>
                </a:lnTo>
                <a:lnTo>
                  <a:pt x="368" y="99"/>
                </a:lnTo>
                <a:lnTo>
                  <a:pt x="368" y="100"/>
                </a:lnTo>
                <a:lnTo>
                  <a:pt x="369" y="100"/>
                </a:lnTo>
                <a:lnTo>
                  <a:pt x="369" y="101"/>
                </a:lnTo>
                <a:lnTo>
                  <a:pt x="370" y="101"/>
                </a:lnTo>
                <a:lnTo>
                  <a:pt x="370" y="102"/>
                </a:lnTo>
                <a:lnTo>
                  <a:pt x="371" y="102"/>
                </a:lnTo>
                <a:lnTo>
                  <a:pt x="371" y="103"/>
                </a:lnTo>
                <a:lnTo>
                  <a:pt x="371" y="104"/>
                </a:lnTo>
                <a:lnTo>
                  <a:pt x="372" y="104"/>
                </a:lnTo>
                <a:lnTo>
                  <a:pt x="371" y="103"/>
                </a:lnTo>
                <a:lnTo>
                  <a:pt x="372" y="103"/>
                </a:lnTo>
                <a:lnTo>
                  <a:pt x="372" y="104"/>
                </a:lnTo>
                <a:lnTo>
                  <a:pt x="372" y="103"/>
                </a:lnTo>
                <a:lnTo>
                  <a:pt x="373" y="103"/>
                </a:lnTo>
                <a:lnTo>
                  <a:pt x="373" y="104"/>
                </a:lnTo>
                <a:lnTo>
                  <a:pt x="374" y="104"/>
                </a:lnTo>
                <a:lnTo>
                  <a:pt x="374" y="105"/>
                </a:lnTo>
                <a:lnTo>
                  <a:pt x="373" y="105"/>
                </a:lnTo>
                <a:lnTo>
                  <a:pt x="374" y="105"/>
                </a:lnTo>
                <a:lnTo>
                  <a:pt x="375" y="105"/>
                </a:lnTo>
                <a:lnTo>
                  <a:pt x="376" y="105"/>
                </a:lnTo>
                <a:lnTo>
                  <a:pt x="376" y="106"/>
                </a:lnTo>
                <a:lnTo>
                  <a:pt x="376" y="107"/>
                </a:lnTo>
                <a:lnTo>
                  <a:pt x="377" y="107"/>
                </a:lnTo>
                <a:lnTo>
                  <a:pt x="376" y="107"/>
                </a:lnTo>
                <a:lnTo>
                  <a:pt x="376" y="108"/>
                </a:lnTo>
                <a:lnTo>
                  <a:pt x="377" y="108"/>
                </a:lnTo>
                <a:lnTo>
                  <a:pt x="377" y="109"/>
                </a:lnTo>
                <a:lnTo>
                  <a:pt x="378" y="109"/>
                </a:lnTo>
                <a:lnTo>
                  <a:pt x="379" y="109"/>
                </a:lnTo>
                <a:lnTo>
                  <a:pt x="380" y="109"/>
                </a:lnTo>
                <a:lnTo>
                  <a:pt x="380" y="110"/>
                </a:lnTo>
                <a:lnTo>
                  <a:pt x="381" y="110"/>
                </a:lnTo>
                <a:lnTo>
                  <a:pt x="381" y="109"/>
                </a:lnTo>
                <a:lnTo>
                  <a:pt x="381" y="110"/>
                </a:lnTo>
                <a:lnTo>
                  <a:pt x="382" y="111"/>
                </a:lnTo>
                <a:lnTo>
                  <a:pt x="383" y="111"/>
                </a:lnTo>
                <a:lnTo>
                  <a:pt x="383" y="110"/>
                </a:lnTo>
                <a:lnTo>
                  <a:pt x="383" y="111"/>
                </a:lnTo>
                <a:lnTo>
                  <a:pt x="384" y="111"/>
                </a:lnTo>
                <a:lnTo>
                  <a:pt x="384" y="112"/>
                </a:lnTo>
                <a:lnTo>
                  <a:pt x="385" y="112"/>
                </a:lnTo>
                <a:lnTo>
                  <a:pt x="385" y="113"/>
                </a:lnTo>
                <a:lnTo>
                  <a:pt x="387" y="113"/>
                </a:lnTo>
                <a:lnTo>
                  <a:pt x="388" y="113"/>
                </a:lnTo>
                <a:lnTo>
                  <a:pt x="389" y="113"/>
                </a:lnTo>
                <a:lnTo>
                  <a:pt x="390" y="113"/>
                </a:lnTo>
                <a:lnTo>
                  <a:pt x="391" y="114"/>
                </a:lnTo>
                <a:lnTo>
                  <a:pt x="392" y="113"/>
                </a:lnTo>
                <a:lnTo>
                  <a:pt x="393" y="113"/>
                </a:lnTo>
                <a:lnTo>
                  <a:pt x="393" y="114"/>
                </a:lnTo>
                <a:lnTo>
                  <a:pt x="392" y="114"/>
                </a:lnTo>
                <a:lnTo>
                  <a:pt x="392" y="115"/>
                </a:lnTo>
                <a:lnTo>
                  <a:pt x="391" y="115"/>
                </a:lnTo>
                <a:lnTo>
                  <a:pt x="392" y="115"/>
                </a:lnTo>
                <a:lnTo>
                  <a:pt x="393" y="115"/>
                </a:lnTo>
                <a:lnTo>
                  <a:pt x="393" y="116"/>
                </a:lnTo>
                <a:lnTo>
                  <a:pt x="393" y="117"/>
                </a:lnTo>
                <a:lnTo>
                  <a:pt x="393" y="116"/>
                </a:lnTo>
                <a:lnTo>
                  <a:pt x="394" y="116"/>
                </a:lnTo>
                <a:lnTo>
                  <a:pt x="395" y="116"/>
                </a:lnTo>
                <a:lnTo>
                  <a:pt x="395" y="117"/>
                </a:lnTo>
                <a:lnTo>
                  <a:pt x="396" y="117"/>
                </a:lnTo>
                <a:lnTo>
                  <a:pt x="396" y="116"/>
                </a:lnTo>
                <a:lnTo>
                  <a:pt x="397" y="116"/>
                </a:lnTo>
                <a:lnTo>
                  <a:pt x="398" y="116"/>
                </a:lnTo>
                <a:lnTo>
                  <a:pt x="399" y="116"/>
                </a:lnTo>
                <a:lnTo>
                  <a:pt x="400" y="116"/>
                </a:lnTo>
                <a:lnTo>
                  <a:pt x="401" y="116"/>
                </a:lnTo>
                <a:lnTo>
                  <a:pt x="401" y="117"/>
                </a:lnTo>
                <a:lnTo>
                  <a:pt x="401" y="118"/>
                </a:lnTo>
                <a:lnTo>
                  <a:pt x="402" y="118"/>
                </a:lnTo>
                <a:lnTo>
                  <a:pt x="403" y="118"/>
                </a:lnTo>
                <a:lnTo>
                  <a:pt x="403" y="119"/>
                </a:lnTo>
                <a:lnTo>
                  <a:pt x="404" y="119"/>
                </a:lnTo>
                <a:lnTo>
                  <a:pt x="404" y="118"/>
                </a:lnTo>
                <a:lnTo>
                  <a:pt x="405" y="118"/>
                </a:lnTo>
                <a:lnTo>
                  <a:pt x="406" y="118"/>
                </a:lnTo>
                <a:lnTo>
                  <a:pt x="407" y="119"/>
                </a:lnTo>
                <a:lnTo>
                  <a:pt x="408" y="120"/>
                </a:lnTo>
                <a:lnTo>
                  <a:pt x="409" y="119"/>
                </a:lnTo>
                <a:lnTo>
                  <a:pt x="408" y="119"/>
                </a:lnTo>
                <a:lnTo>
                  <a:pt x="409" y="119"/>
                </a:lnTo>
                <a:lnTo>
                  <a:pt x="409" y="118"/>
                </a:lnTo>
                <a:lnTo>
                  <a:pt x="410" y="118"/>
                </a:lnTo>
                <a:lnTo>
                  <a:pt x="411" y="117"/>
                </a:lnTo>
                <a:lnTo>
                  <a:pt x="412" y="117"/>
                </a:lnTo>
                <a:lnTo>
                  <a:pt x="412" y="118"/>
                </a:lnTo>
                <a:lnTo>
                  <a:pt x="413" y="118"/>
                </a:lnTo>
                <a:lnTo>
                  <a:pt x="414" y="118"/>
                </a:lnTo>
                <a:lnTo>
                  <a:pt x="414" y="119"/>
                </a:lnTo>
                <a:lnTo>
                  <a:pt x="415" y="119"/>
                </a:lnTo>
                <a:lnTo>
                  <a:pt x="416" y="119"/>
                </a:lnTo>
                <a:lnTo>
                  <a:pt x="416" y="118"/>
                </a:lnTo>
                <a:lnTo>
                  <a:pt x="415" y="118"/>
                </a:lnTo>
                <a:lnTo>
                  <a:pt x="416" y="118"/>
                </a:lnTo>
                <a:lnTo>
                  <a:pt x="416" y="117"/>
                </a:lnTo>
                <a:lnTo>
                  <a:pt x="416" y="118"/>
                </a:lnTo>
                <a:lnTo>
                  <a:pt x="417" y="118"/>
                </a:lnTo>
                <a:lnTo>
                  <a:pt x="417" y="117"/>
                </a:lnTo>
                <a:lnTo>
                  <a:pt x="417" y="116"/>
                </a:lnTo>
                <a:lnTo>
                  <a:pt x="418" y="116"/>
                </a:lnTo>
                <a:lnTo>
                  <a:pt x="419" y="117"/>
                </a:lnTo>
                <a:lnTo>
                  <a:pt x="420" y="116"/>
                </a:lnTo>
                <a:lnTo>
                  <a:pt x="419" y="116"/>
                </a:lnTo>
                <a:lnTo>
                  <a:pt x="419" y="115"/>
                </a:lnTo>
                <a:lnTo>
                  <a:pt x="420" y="115"/>
                </a:lnTo>
                <a:lnTo>
                  <a:pt x="419" y="114"/>
                </a:lnTo>
                <a:lnTo>
                  <a:pt x="420" y="113"/>
                </a:lnTo>
                <a:lnTo>
                  <a:pt x="420" y="114"/>
                </a:lnTo>
                <a:lnTo>
                  <a:pt x="421" y="114"/>
                </a:lnTo>
                <a:lnTo>
                  <a:pt x="420" y="114"/>
                </a:lnTo>
                <a:lnTo>
                  <a:pt x="420" y="115"/>
                </a:lnTo>
                <a:lnTo>
                  <a:pt x="421" y="115"/>
                </a:lnTo>
                <a:lnTo>
                  <a:pt x="422" y="115"/>
                </a:lnTo>
                <a:lnTo>
                  <a:pt x="423" y="114"/>
                </a:lnTo>
                <a:lnTo>
                  <a:pt x="423" y="113"/>
                </a:lnTo>
                <a:lnTo>
                  <a:pt x="424" y="113"/>
                </a:lnTo>
                <a:lnTo>
                  <a:pt x="424" y="114"/>
                </a:lnTo>
                <a:lnTo>
                  <a:pt x="425" y="114"/>
                </a:lnTo>
                <a:lnTo>
                  <a:pt x="426" y="114"/>
                </a:lnTo>
                <a:lnTo>
                  <a:pt x="426" y="113"/>
                </a:lnTo>
                <a:lnTo>
                  <a:pt x="427" y="113"/>
                </a:lnTo>
                <a:lnTo>
                  <a:pt x="427" y="112"/>
                </a:lnTo>
                <a:lnTo>
                  <a:pt x="428" y="112"/>
                </a:lnTo>
                <a:lnTo>
                  <a:pt x="428" y="111"/>
                </a:lnTo>
                <a:lnTo>
                  <a:pt x="429" y="111"/>
                </a:lnTo>
                <a:lnTo>
                  <a:pt x="429" y="110"/>
                </a:lnTo>
                <a:lnTo>
                  <a:pt x="430" y="110"/>
                </a:lnTo>
                <a:lnTo>
                  <a:pt x="431" y="110"/>
                </a:lnTo>
                <a:lnTo>
                  <a:pt x="431" y="109"/>
                </a:lnTo>
                <a:lnTo>
                  <a:pt x="432" y="109"/>
                </a:lnTo>
                <a:lnTo>
                  <a:pt x="432" y="110"/>
                </a:lnTo>
                <a:lnTo>
                  <a:pt x="433" y="110"/>
                </a:lnTo>
                <a:lnTo>
                  <a:pt x="434" y="110"/>
                </a:lnTo>
                <a:lnTo>
                  <a:pt x="435" y="109"/>
                </a:lnTo>
                <a:lnTo>
                  <a:pt x="436" y="109"/>
                </a:lnTo>
                <a:lnTo>
                  <a:pt x="437" y="109"/>
                </a:lnTo>
                <a:lnTo>
                  <a:pt x="438" y="108"/>
                </a:lnTo>
                <a:lnTo>
                  <a:pt x="439" y="108"/>
                </a:lnTo>
                <a:lnTo>
                  <a:pt x="439" y="109"/>
                </a:lnTo>
                <a:lnTo>
                  <a:pt x="439" y="108"/>
                </a:lnTo>
                <a:lnTo>
                  <a:pt x="440" y="108"/>
                </a:lnTo>
                <a:lnTo>
                  <a:pt x="441" y="108"/>
                </a:lnTo>
                <a:lnTo>
                  <a:pt x="442" y="108"/>
                </a:lnTo>
                <a:lnTo>
                  <a:pt x="442" y="109"/>
                </a:lnTo>
                <a:lnTo>
                  <a:pt x="443" y="109"/>
                </a:lnTo>
                <a:lnTo>
                  <a:pt x="443" y="108"/>
                </a:lnTo>
                <a:lnTo>
                  <a:pt x="444" y="107"/>
                </a:lnTo>
                <a:lnTo>
                  <a:pt x="445" y="107"/>
                </a:lnTo>
                <a:lnTo>
                  <a:pt x="446" y="107"/>
                </a:lnTo>
                <a:lnTo>
                  <a:pt x="447" y="108"/>
                </a:lnTo>
                <a:lnTo>
                  <a:pt x="447" y="109"/>
                </a:lnTo>
                <a:lnTo>
                  <a:pt x="446" y="109"/>
                </a:lnTo>
                <a:lnTo>
                  <a:pt x="447" y="109"/>
                </a:lnTo>
                <a:lnTo>
                  <a:pt x="447" y="108"/>
                </a:lnTo>
                <a:lnTo>
                  <a:pt x="448" y="108"/>
                </a:lnTo>
                <a:lnTo>
                  <a:pt x="448" y="109"/>
                </a:lnTo>
                <a:lnTo>
                  <a:pt x="449" y="109"/>
                </a:lnTo>
                <a:lnTo>
                  <a:pt x="450" y="109"/>
                </a:lnTo>
                <a:lnTo>
                  <a:pt x="450" y="110"/>
                </a:lnTo>
                <a:lnTo>
                  <a:pt x="451" y="110"/>
                </a:lnTo>
                <a:lnTo>
                  <a:pt x="452" y="110"/>
                </a:lnTo>
                <a:lnTo>
                  <a:pt x="452" y="111"/>
                </a:lnTo>
                <a:lnTo>
                  <a:pt x="451" y="111"/>
                </a:lnTo>
                <a:lnTo>
                  <a:pt x="452" y="111"/>
                </a:lnTo>
                <a:lnTo>
                  <a:pt x="453" y="112"/>
                </a:lnTo>
                <a:lnTo>
                  <a:pt x="453" y="113"/>
                </a:lnTo>
                <a:lnTo>
                  <a:pt x="454" y="113"/>
                </a:lnTo>
                <a:lnTo>
                  <a:pt x="455" y="113"/>
                </a:lnTo>
                <a:lnTo>
                  <a:pt x="455" y="114"/>
                </a:lnTo>
                <a:lnTo>
                  <a:pt x="457" y="114"/>
                </a:lnTo>
                <a:lnTo>
                  <a:pt x="459" y="114"/>
                </a:lnTo>
                <a:lnTo>
                  <a:pt x="459" y="115"/>
                </a:lnTo>
                <a:lnTo>
                  <a:pt x="460" y="115"/>
                </a:lnTo>
                <a:lnTo>
                  <a:pt x="461" y="115"/>
                </a:lnTo>
                <a:lnTo>
                  <a:pt x="462" y="115"/>
                </a:lnTo>
                <a:lnTo>
                  <a:pt x="462" y="116"/>
                </a:lnTo>
                <a:lnTo>
                  <a:pt x="463" y="116"/>
                </a:lnTo>
                <a:lnTo>
                  <a:pt x="463" y="117"/>
                </a:lnTo>
                <a:lnTo>
                  <a:pt x="464" y="117"/>
                </a:lnTo>
                <a:lnTo>
                  <a:pt x="464" y="118"/>
                </a:lnTo>
                <a:lnTo>
                  <a:pt x="464" y="119"/>
                </a:lnTo>
                <a:lnTo>
                  <a:pt x="465" y="119"/>
                </a:lnTo>
                <a:lnTo>
                  <a:pt x="466" y="119"/>
                </a:lnTo>
                <a:lnTo>
                  <a:pt x="467" y="119"/>
                </a:lnTo>
                <a:lnTo>
                  <a:pt x="467" y="118"/>
                </a:lnTo>
                <a:lnTo>
                  <a:pt x="468" y="118"/>
                </a:lnTo>
                <a:lnTo>
                  <a:pt x="468" y="119"/>
                </a:lnTo>
                <a:lnTo>
                  <a:pt x="468" y="120"/>
                </a:lnTo>
                <a:lnTo>
                  <a:pt x="469" y="120"/>
                </a:lnTo>
                <a:lnTo>
                  <a:pt x="469" y="119"/>
                </a:lnTo>
                <a:lnTo>
                  <a:pt x="470" y="119"/>
                </a:lnTo>
                <a:lnTo>
                  <a:pt x="471" y="119"/>
                </a:lnTo>
                <a:lnTo>
                  <a:pt x="472" y="119"/>
                </a:lnTo>
                <a:lnTo>
                  <a:pt x="473" y="119"/>
                </a:lnTo>
                <a:lnTo>
                  <a:pt x="474" y="119"/>
                </a:lnTo>
                <a:lnTo>
                  <a:pt x="475" y="119"/>
                </a:lnTo>
                <a:lnTo>
                  <a:pt x="475" y="118"/>
                </a:lnTo>
                <a:lnTo>
                  <a:pt x="476" y="118"/>
                </a:lnTo>
                <a:lnTo>
                  <a:pt x="477" y="119"/>
                </a:lnTo>
                <a:lnTo>
                  <a:pt x="478" y="119"/>
                </a:lnTo>
                <a:lnTo>
                  <a:pt x="479" y="119"/>
                </a:lnTo>
                <a:lnTo>
                  <a:pt x="480" y="119"/>
                </a:lnTo>
                <a:lnTo>
                  <a:pt x="480" y="120"/>
                </a:lnTo>
                <a:lnTo>
                  <a:pt x="479" y="120"/>
                </a:lnTo>
                <a:lnTo>
                  <a:pt x="479" y="121"/>
                </a:lnTo>
                <a:lnTo>
                  <a:pt x="480" y="121"/>
                </a:lnTo>
                <a:lnTo>
                  <a:pt x="481" y="121"/>
                </a:lnTo>
                <a:lnTo>
                  <a:pt x="481" y="122"/>
                </a:lnTo>
                <a:lnTo>
                  <a:pt x="482" y="122"/>
                </a:lnTo>
                <a:lnTo>
                  <a:pt x="481" y="122"/>
                </a:lnTo>
                <a:lnTo>
                  <a:pt x="481" y="123"/>
                </a:lnTo>
                <a:lnTo>
                  <a:pt x="481" y="124"/>
                </a:lnTo>
                <a:lnTo>
                  <a:pt x="480" y="124"/>
                </a:lnTo>
                <a:lnTo>
                  <a:pt x="480" y="125"/>
                </a:lnTo>
                <a:lnTo>
                  <a:pt x="481" y="126"/>
                </a:lnTo>
                <a:lnTo>
                  <a:pt x="482" y="126"/>
                </a:lnTo>
                <a:lnTo>
                  <a:pt x="483" y="127"/>
                </a:lnTo>
                <a:lnTo>
                  <a:pt x="483" y="128"/>
                </a:lnTo>
                <a:lnTo>
                  <a:pt x="484" y="129"/>
                </a:lnTo>
                <a:lnTo>
                  <a:pt x="485" y="129"/>
                </a:lnTo>
                <a:lnTo>
                  <a:pt x="485" y="130"/>
                </a:lnTo>
                <a:lnTo>
                  <a:pt x="486" y="131"/>
                </a:lnTo>
                <a:lnTo>
                  <a:pt x="486" y="132"/>
                </a:lnTo>
                <a:lnTo>
                  <a:pt x="487" y="132"/>
                </a:lnTo>
                <a:lnTo>
                  <a:pt x="488" y="132"/>
                </a:lnTo>
                <a:lnTo>
                  <a:pt x="488" y="133"/>
                </a:lnTo>
                <a:lnTo>
                  <a:pt x="487" y="133"/>
                </a:lnTo>
                <a:lnTo>
                  <a:pt x="487" y="134"/>
                </a:lnTo>
                <a:lnTo>
                  <a:pt x="488" y="134"/>
                </a:lnTo>
                <a:lnTo>
                  <a:pt x="489" y="134"/>
                </a:lnTo>
                <a:lnTo>
                  <a:pt x="489" y="135"/>
                </a:lnTo>
                <a:lnTo>
                  <a:pt x="490" y="136"/>
                </a:lnTo>
                <a:lnTo>
                  <a:pt x="490" y="137"/>
                </a:lnTo>
                <a:lnTo>
                  <a:pt x="490" y="138"/>
                </a:lnTo>
                <a:lnTo>
                  <a:pt x="491" y="138"/>
                </a:lnTo>
                <a:lnTo>
                  <a:pt x="492" y="139"/>
                </a:lnTo>
                <a:lnTo>
                  <a:pt x="491" y="139"/>
                </a:lnTo>
                <a:lnTo>
                  <a:pt x="491" y="140"/>
                </a:lnTo>
                <a:lnTo>
                  <a:pt x="491" y="141"/>
                </a:lnTo>
                <a:lnTo>
                  <a:pt x="491" y="142"/>
                </a:lnTo>
                <a:lnTo>
                  <a:pt x="490" y="142"/>
                </a:lnTo>
                <a:lnTo>
                  <a:pt x="490" y="141"/>
                </a:lnTo>
                <a:lnTo>
                  <a:pt x="490" y="142"/>
                </a:lnTo>
                <a:lnTo>
                  <a:pt x="490" y="143"/>
                </a:lnTo>
                <a:lnTo>
                  <a:pt x="489" y="143"/>
                </a:lnTo>
                <a:lnTo>
                  <a:pt x="487" y="143"/>
                </a:lnTo>
                <a:lnTo>
                  <a:pt x="486" y="143"/>
                </a:lnTo>
                <a:lnTo>
                  <a:pt x="485" y="143"/>
                </a:lnTo>
                <a:lnTo>
                  <a:pt x="485" y="144"/>
                </a:lnTo>
                <a:lnTo>
                  <a:pt x="484" y="144"/>
                </a:lnTo>
                <a:lnTo>
                  <a:pt x="484" y="145"/>
                </a:lnTo>
                <a:lnTo>
                  <a:pt x="483" y="146"/>
                </a:lnTo>
                <a:lnTo>
                  <a:pt x="483" y="147"/>
                </a:lnTo>
                <a:lnTo>
                  <a:pt x="484" y="147"/>
                </a:lnTo>
                <a:lnTo>
                  <a:pt x="484" y="148"/>
                </a:lnTo>
                <a:lnTo>
                  <a:pt x="483" y="148"/>
                </a:lnTo>
                <a:lnTo>
                  <a:pt x="483" y="149"/>
                </a:lnTo>
                <a:lnTo>
                  <a:pt x="483" y="150"/>
                </a:lnTo>
                <a:lnTo>
                  <a:pt x="482" y="150"/>
                </a:lnTo>
                <a:lnTo>
                  <a:pt x="482" y="151"/>
                </a:lnTo>
                <a:lnTo>
                  <a:pt x="482" y="152"/>
                </a:lnTo>
                <a:lnTo>
                  <a:pt x="482" y="153"/>
                </a:lnTo>
                <a:lnTo>
                  <a:pt x="482" y="154"/>
                </a:lnTo>
                <a:lnTo>
                  <a:pt x="483" y="154"/>
                </a:lnTo>
                <a:lnTo>
                  <a:pt x="483" y="155"/>
                </a:lnTo>
                <a:lnTo>
                  <a:pt x="483" y="156"/>
                </a:lnTo>
                <a:lnTo>
                  <a:pt x="483" y="157"/>
                </a:lnTo>
                <a:lnTo>
                  <a:pt x="483" y="158"/>
                </a:lnTo>
                <a:lnTo>
                  <a:pt x="484" y="158"/>
                </a:lnTo>
                <a:lnTo>
                  <a:pt x="484" y="159"/>
                </a:lnTo>
                <a:lnTo>
                  <a:pt x="485" y="159"/>
                </a:lnTo>
                <a:lnTo>
                  <a:pt x="485" y="160"/>
                </a:lnTo>
                <a:lnTo>
                  <a:pt x="486" y="161"/>
                </a:lnTo>
                <a:lnTo>
                  <a:pt x="487" y="162"/>
                </a:lnTo>
                <a:lnTo>
                  <a:pt x="487" y="163"/>
                </a:lnTo>
                <a:lnTo>
                  <a:pt x="487" y="164"/>
                </a:lnTo>
                <a:lnTo>
                  <a:pt x="487" y="165"/>
                </a:lnTo>
                <a:lnTo>
                  <a:pt x="486" y="166"/>
                </a:lnTo>
                <a:lnTo>
                  <a:pt x="486" y="167"/>
                </a:lnTo>
                <a:lnTo>
                  <a:pt x="487" y="168"/>
                </a:lnTo>
                <a:lnTo>
                  <a:pt x="487" y="169"/>
                </a:lnTo>
                <a:lnTo>
                  <a:pt x="487" y="170"/>
                </a:lnTo>
                <a:lnTo>
                  <a:pt x="487" y="171"/>
                </a:lnTo>
                <a:lnTo>
                  <a:pt x="487" y="172"/>
                </a:lnTo>
                <a:lnTo>
                  <a:pt x="487" y="173"/>
                </a:lnTo>
                <a:lnTo>
                  <a:pt x="486" y="173"/>
                </a:lnTo>
                <a:lnTo>
                  <a:pt x="486" y="174"/>
                </a:lnTo>
                <a:lnTo>
                  <a:pt x="487" y="175"/>
                </a:lnTo>
                <a:lnTo>
                  <a:pt x="487" y="176"/>
                </a:lnTo>
                <a:lnTo>
                  <a:pt x="487" y="177"/>
                </a:lnTo>
                <a:lnTo>
                  <a:pt x="488" y="177"/>
                </a:lnTo>
                <a:lnTo>
                  <a:pt x="489" y="177"/>
                </a:lnTo>
                <a:lnTo>
                  <a:pt x="489" y="176"/>
                </a:lnTo>
                <a:lnTo>
                  <a:pt x="490" y="175"/>
                </a:lnTo>
                <a:lnTo>
                  <a:pt x="491" y="175"/>
                </a:lnTo>
                <a:lnTo>
                  <a:pt x="492" y="174"/>
                </a:lnTo>
                <a:lnTo>
                  <a:pt x="491" y="174"/>
                </a:lnTo>
                <a:lnTo>
                  <a:pt x="491" y="173"/>
                </a:lnTo>
                <a:lnTo>
                  <a:pt x="492" y="173"/>
                </a:lnTo>
                <a:lnTo>
                  <a:pt x="492" y="172"/>
                </a:lnTo>
                <a:lnTo>
                  <a:pt x="494" y="172"/>
                </a:lnTo>
                <a:lnTo>
                  <a:pt x="494" y="173"/>
                </a:lnTo>
                <a:lnTo>
                  <a:pt x="495" y="173"/>
                </a:lnTo>
                <a:lnTo>
                  <a:pt x="496" y="173"/>
                </a:lnTo>
                <a:lnTo>
                  <a:pt x="496" y="172"/>
                </a:lnTo>
                <a:lnTo>
                  <a:pt x="497" y="172"/>
                </a:lnTo>
                <a:lnTo>
                  <a:pt x="498" y="172"/>
                </a:lnTo>
                <a:lnTo>
                  <a:pt x="498" y="171"/>
                </a:lnTo>
                <a:lnTo>
                  <a:pt x="499" y="171"/>
                </a:lnTo>
                <a:lnTo>
                  <a:pt x="499" y="170"/>
                </a:lnTo>
                <a:lnTo>
                  <a:pt x="500" y="170"/>
                </a:lnTo>
                <a:lnTo>
                  <a:pt x="500" y="169"/>
                </a:lnTo>
                <a:lnTo>
                  <a:pt x="501" y="169"/>
                </a:lnTo>
                <a:lnTo>
                  <a:pt x="502" y="169"/>
                </a:lnTo>
                <a:lnTo>
                  <a:pt x="503" y="170"/>
                </a:lnTo>
                <a:lnTo>
                  <a:pt x="504" y="170"/>
                </a:lnTo>
                <a:lnTo>
                  <a:pt x="504" y="171"/>
                </a:lnTo>
                <a:lnTo>
                  <a:pt x="503" y="171"/>
                </a:lnTo>
                <a:lnTo>
                  <a:pt x="503" y="172"/>
                </a:lnTo>
                <a:lnTo>
                  <a:pt x="504" y="172"/>
                </a:lnTo>
                <a:lnTo>
                  <a:pt x="505" y="172"/>
                </a:lnTo>
                <a:lnTo>
                  <a:pt x="506" y="172"/>
                </a:lnTo>
                <a:lnTo>
                  <a:pt x="507" y="173"/>
                </a:lnTo>
                <a:lnTo>
                  <a:pt x="507" y="172"/>
                </a:lnTo>
                <a:lnTo>
                  <a:pt x="508" y="172"/>
                </a:lnTo>
                <a:lnTo>
                  <a:pt x="508" y="171"/>
                </a:lnTo>
                <a:lnTo>
                  <a:pt x="508" y="170"/>
                </a:lnTo>
                <a:lnTo>
                  <a:pt x="509" y="170"/>
                </a:lnTo>
                <a:lnTo>
                  <a:pt x="511" y="170"/>
                </a:lnTo>
                <a:lnTo>
                  <a:pt x="512" y="170"/>
                </a:lnTo>
                <a:lnTo>
                  <a:pt x="513" y="170"/>
                </a:lnTo>
                <a:lnTo>
                  <a:pt x="513" y="171"/>
                </a:lnTo>
                <a:lnTo>
                  <a:pt x="515" y="171"/>
                </a:lnTo>
                <a:lnTo>
                  <a:pt x="517" y="171"/>
                </a:lnTo>
                <a:lnTo>
                  <a:pt x="518" y="171"/>
                </a:lnTo>
                <a:lnTo>
                  <a:pt x="519" y="171"/>
                </a:lnTo>
                <a:lnTo>
                  <a:pt x="520" y="171"/>
                </a:lnTo>
                <a:lnTo>
                  <a:pt x="520" y="172"/>
                </a:lnTo>
                <a:lnTo>
                  <a:pt x="521" y="172"/>
                </a:lnTo>
                <a:lnTo>
                  <a:pt x="522" y="172"/>
                </a:lnTo>
                <a:lnTo>
                  <a:pt x="522" y="173"/>
                </a:lnTo>
                <a:lnTo>
                  <a:pt x="523" y="173"/>
                </a:lnTo>
                <a:lnTo>
                  <a:pt x="523" y="172"/>
                </a:lnTo>
                <a:lnTo>
                  <a:pt x="524" y="172"/>
                </a:lnTo>
                <a:lnTo>
                  <a:pt x="524" y="173"/>
                </a:lnTo>
                <a:lnTo>
                  <a:pt x="525" y="173"/>
                </a:lnTo>
                <a:lnTo>
                  <a:pt x="526" y="173"/>
                </a:lnTo>
                <a:lnTo>
                  <a:pt x="526" y="174"/>
                </a:lnTo>
                <a:lnTo>
                  <a:pt x="527" y="174"/>
                </a:lnTo>
                <a:lnTo>
                  <a:pt x="528" y="174"/>
                </a:lnTo>
                <a:lnTo>
                  <a:pt x="529" y="174"/>
                </a:lnTo>
                <a:lnTo>
                  <a:pt x="529" y="175"/>
                </a:lnTo>
                <a:lnTo>
                  <a:pt x="529" y="176"/>
                </a:lnTo>
                <a:lnTo>
                  <a:pt x="530" y="176"/>
                </a:lnTo>
                <a:lnTo>
                  <a:pt x="531" y="176"/>
                </a:lnTo>
                <a:lnTo>
                  <a:pt x="532" y="177"/>
                </a:lnTo>
                <a:lnTo>
                  <a:pt x="532" y="176"/>
                </a:lnTo>
                <a:lnTo>
                  <a:pt x="533" y="176"/>
                </a:lnTo>
                <a:lnTo>
                  <a:pt x="533" y="177"/>
                </a:lnTo>
                <a:lnTo>
                  <a:pt x="534" y="177"/>
                </a:lnTo>
                <a:lnTo>
                  <a:pt x="534" y="178"/>
                </a:lnTo>
                <a:lnTo>
                  <a:pt x="535" y="178"/>
                </a:lnTo>
                <a:lnTo>
                  <a:pt x="534" y="179"/>
                </a:lnTo>
                <a:lnTo>
                  <a:pt x="535" y="179"/>
                </a:lnTo>
                <a:lnTo>
                  <a:pt x="534" y="179"/>
                </a:lnTo>
                <a:lnTo>
                  <a:pt x="534" y="180"/>
                </a:lnTo>
                <a:lnTo>
                  <a:pt x="533" y="180"/>
                </a:lnTo>
                <a:lnTo>
                  <a:pt x="533" y="181"/>
                </a:lnTo>
                <a:lnTo>
                  <a:pt x="532" y="181"/>
                </a:lnTo>
                <a:lnTo>
                  <a:pt x="532" y="182"/>
                </a:lnTo>
                <a:lnTo>
                  <a:pt x="531" y="182"/>
                </a:lnTo>
                <a:lnTo>
                  <a:pt x="530" y="182"/>
                </a:lnTo>
                <a:lnTo>
                  <a:pt x="529" y="182"/>
                </a:lnTo>
                <a:lnTo>
                  <a:pt x="529" y="181"/>
                </a:lnTo>
                <a:lnTo>
                  <a:pt x="527" y="181"/>
                </a:lnTo>
                <a:lnTo>
                  <a:pt x="526" y="182"/>
                </a:lnTo>
                <a:lnTo>
                  <a:pt x="526" y="183"/>
                </a:lnTo>
                <a:lnTo>
                  <a:pt x="525" y="183"/>
                </a:lnTo>
                <a:lnTo>
                  <a:pt x="526" y="184"/>
                </a:lnTo>
                <a:lnTo>
                  <a:pt x="526" y="185"/>
                </a:lnTo>
                <a:lnTo>
                  <a:pt x="525" y="186"/>
                </a:lnTo>
                <a:lnTo>
                  <a:pt x="526" y="188"/>
                </a:lnTo>
                <a:lnTo>
                  <a:pt x="527" y="189"/>
                </a:lnTo>
                <a:lnTo>
                  <a:pt x="528" y="189"/>
                </a:lnTo>
                <a:lnTo>
                  <a:pt x="529" y="189"/>
                </a:lnTo>
                <a:lnTo>
                  <a:pt x="529" y="190"/>
                </a:lnTo>
                <a:lnTo>
                  <a:pt x="529" y="191"/>
                </a:lnTo>
                <a:lnTo>
                  <a:pt x="529" y="192"/>
                </a:lnTo>
                <a:lnTo>
                  <a:pt x="528" y="192"/>
                </a:lnTo>
                <a:lnTo>
                  <a:pt x="527" y="194"/>
                </a:lnTo>
                <a:lnTo>
                  <a:pt x="527" y="195"/>
                </a:lnTo>
                <a:lnTo>
                  <a:pt x="528" y="195"/>
                </a:lnTo>
                <a:lnTo>
                  <a:pt x="529" y="195"/>
                </a:lnTo>
                <a:lnTo>
                  <a:pt x="529" y="196"/>
                </a:lnTo>
                <a:lnTo>
                  <a:pt x="530" y="197"/>
                </a:lnTo>
                <a:lnTo>
                  <a:pt x="530" y="198"/>
                </a:lnTo>
                <a:lnTo>
                  <a:pt x="531" y="198"/>
                </a:lnTo>
                <a:lnTo>
                  <a:pt x="531" y="199"/>
                </a:lnTo>
                <a:lnTo>
                  <a:pt x="532" y="199"/>
                </a:lnTo>
                <a:lnTo>
                  <a:pt x="532" y="200"/>
                </a:lnTo>
                <a:lnTo>
                  <a:pt x="533" y="200"/>
                </a:lnTo>
                <a:lnTo>
                  <a:pt x="533" y="202"/>
                </a:lnTo>
                <a:lnTo>
                  <a:pt x="534" y="202"/>
                </a:lnTo>
                <a:lnTo>
                  <a:pt x="534" y="203"/>
                </a:lnTo>
                <a:lnTo>
                  <a:pt x="535" y="203"/>
                </a:lnTo>
                <a:lnTo>
                  <a:pt x="535" y="204"/>
                </a:lnTo>
                <a:lnTo>
                  <a:pt x="536" y="205"/>
                </a:lnTo>
                <a:lnTo>
                  <a:pt x="537" y="205"/>
                </a:lnTo>
                <a:lnTo>
                  <a:pt x="537" y="206"/>
                </a:lnTo>
                <a:lnTo>
                  <a:pt x="538" y="206"/>
                </a:lnTo>
                <a:lnTo>
                  <a:pt x="539" y="207"/>
                </a:lnTo>
                <a:lnTo>
                  <a:pt x="540" y="208"/>
                </a:lnTo>
                <a:lnTo>
                  <a:pt x="539" y="208"/>
                </a:lnTo>
                <a:lnTo>
                  <a:pt x="539" y="209"/>
                </a:lnTo>
                <a:lnTo>
                  <a:pt x="539" y="210"/>
                </a:lnTo>
                <a:lnTo>
                  <a:pt x="540" y="210"/>
                </a:lnTo>
                <a:lnTo>
                  <a:pt x="539" y="210"/>
                </a:lnTo>
                <a:lnTo>
                  <a:pt x="538" y="211"/>
                </a:lnTo>
                <a:lnTo>
                  <a:pt x="538" y="212"/>
                </a:lnTo>
                <a:lnTo>
                  <a:pt x="537" y="212"/>
                </a:lnTo>
                <a:lnTo>
                  <a:pt x="537" y="213"/>
                </a:lnTo>
                <a:lnTo>
                  <a:pt x="537" y="214"/>
                </a:lnTo>
                <a:lnTo>
                  <a:pt x="538" y="214"/>
                </a:lnTo>
                <a:lnTo>
                  <a:pt x="538" y="215"/>
                </a:lnTo>
                <a:lnTo>
                  <a:pt x="539" y="216"/>
                </a:lnTo>
                <a:lnTo>
                  <a:pt x="539" y="217"/>
                </a:lnTo>
                <a:lnTo>
                  <a:pt x="540" y="217"/>
                </a:lnTo>
                <a:lnTo>
                  <a:pt x="541" y="217"/>
                </a:lnTo>
                <a:lnTo>
                  <a:pt x="542" y="217"/>
                </a:lnTo>
                <a:lnTo>
                  <a:pt x="543" y="218"/>
                </a:lnTo>
                <a:lnTo>
                  <a:pt x="544" y="218"/>
                </a:lnTo>
                <a:lnTo>
                  <a:pt x="544" y="219"/>
                </a:lnTo>
                <a:lnTo>
                  <a:pt x="545" y="219"/>
                </a:lnTo>
                <a:lnTo>
                  <a:pt x="546" y="219"/>
                </a:lnTo>
                <a:lnTo>
                  <a:pt x="546" y="218"/>
                </a:lnTo>
                <a:lnTo>
                  <a:pt x="547" y="218"/>
                </a:lnTo>
                <a:lnTo>
                  <a:pt x="547" y="217"/>
                </a:lnTo>
                <a:lnTo>
                  <a:pt x="548" y="216"/>
                </a:lnTo>
                <a:lnTo>
                  <a:pt x="549" y="216"/>
                </a:lnTo>
                <a:lnTo>
                  <a:pt x="549" y="217"/>
                </a:lnTo>
                <a:lnTo>
                  <a:pt x="548" y="217"/>
                </a:lnTo>
                <a:lnTo>
                  <a:pt x="548" y="218"/>
                </a:lnTo>
                <a:lnTo>
                  <a:pt x="548" y="219"/>
                </a:lnTo>
                <a:lnTo>
                  <a:pt x="548" y="220"/>
                </a:lnTo>
                <a:lnTo>
                  <a:pt x="548" y="221"/>
                </a:lnTo>
                <a:lnTo>
                  <a:pt x="549" y="222"/>
                </a:lnTo>
                <a:lnTo>
                  <a:pt x="549" y="223"/>
                </a:lnTo>
                <a:lnTo>
                  <a:pt x="549" y="224"/>
                </a:lnTo>
                <a:lnTo>
                  <a:pt x="550" y="224"/>
                </a:lnTo>
                <a:lnTo>
                  <a:pt x="550" y="225"/>
                </a:lnTo>
                <a:lnTo>
                  <a:pt x="549" y="225"/>
                </a:lnTo>
                <a:lnTo>
                  <a:pt x="549" y="226"/>
                </a:lnTo>
                <a:lnTo>
                  <a:pt x="550" y="227"/>
                </a:lnTo>
                <a:lnTo>
                  <a:pt x="551" y="227"/>
                </a:lnTo>
                <a:lnTo>
                  <a:pt x="551" y="228"/>
                </a:lnTo>
                <a:lnTo>
                  <a:pt x="552" y="228"/>
                </a:lnTo>
                <a:lnTo>
                  <a:pt x="553" y="229"/>
                </a:lnTo>
                <a:lnTo>
                  <a:pt x="554" y="229"/>
                </a:lnTo>
                <a:lnTo>
                  <a:pt x="555" y="229"/>
                </a:lnTo>
                <a:lnTo>
                  <a:pt x="556" y="228"/>
                </a:lnTo>
                <a:lnTo>
                  <a:pt x="557" y="228"/>
                </a:lnTo>
                <a:lnTo>
                  <a:pt x="558" y="228"/>
                </a:lnTo>
                <a:lnTo>
                  <a:pt x="559" y="228"/>
                </a:lnTo>
                <a:lnTo>
                  <a:pt x="560" y="228"/>
                </a:lnTo>
                <a:lnTo>
                  <a:pt x="560" y="229"/>
                </a:lnTo>
                <a:lnTo>
                  <a:pt x="561" y="230"/>
                </a:lnTo>
                <a:lnTo>
                  <a:pt x="562" y="230"/>
                </a:lnTo>
                <a:lnTo>
                  <a:pt x="563" y="230"/>
                </a:lnTo>
                <a:lnTo>
                  <a:pt x="563" y="229"/>
                </a:lnTo>
                <a:lnTo>
                  <a:pt x="564" y="229"/>
                </a:lnTo>
                <a:lnTo>
                  <a:pt x="564" y="230"/>
                </a:lnTo>
                <a:lnTo>
                  <a:pt x="565" y="230"/>
                </a:lnTo>
                <a:lnTo>
                  <a:pt x="566" y="230"/>
                </a:lnTo>
                <a:lnTo>
                  <a:pt x="566" y="229"/>
                </a:lnTo>
                <a:lnTo>
                  <a:pt x="567" y="229"/>
                </a:lnTo>
                <a:lnTo>
                  <a:pt x="568" y="228"/>
                </a:lnTo>
                <a:lnTo>
                  <a:pt x="569" y="227"/>
                </a:lnTo>
                <a:lnTo>
                  <a:pt x="570" y="227"/>
                </a:lnTo>
                <a:lnTo>
                  <a:pt x="570" y="228"/>
                </a:lnTo>
                <a:lnTo>
                  <a:pt x="570" y="227"/>
                </a:lnTo>
                <a:lnTo>
                  <a:pt x="571" y="227"/>
                </a:lnTo>
                <a:lnTo>
                  <a:pt x="572" y="227"/>
                </a:lnTo>
                <a:lnTo>
                  <a:pt x="573" y="227"/>
                </a:lnTo>
                <a:lnTo>
                  <a:pt x="574" y="227"/>
                </a:lnTo>
                <a:lnTo>
                  <a:pt x="575" y="227"/>
                </a:lnTo>
                <a:lnTo>
                  <a:pt x="575" y="226"/>
                </a:lnTo>
                <a:lnTo>
                  <a:pt x="576" y="225"/>
                </a:lnTo>
                <a:lnTo>
                  <a:pt x="577" y="226"/>
                </a:lnTo>
                <a:lnTo>
                  <a:pt x="578" y="226"/>
                </a:lnTo>
                <a:lnTo>
                  <a:pt x="579" y="225"/>
                </a:lnTo>
                <a:lnTo>
                  <a:pt x="580" y="224"/>
                </a:lnTo>
                <a:lnTo>
                  <a:pt x="581" y="224"/>
                </a:lnTo>
                <a:lnTo>
                  <a:pt x="581" y="223"/>
                </a:lnTo>
                <a:lnTo>
                  <a:pt x="582" y="223"/>
                </a:lnTo>
                <a:lnTo>
                  <a:pt x="583" y="223"/>
                </a:lnTo>
                <a:lnTo>
                  <a:pt x="583" y="222"/>
                </a:lnTo>
                <a:lnTo>
                  <a:pt x="582" y="222"/>
                </a:lnTo>
                <a:lnTo>
                  <a:pt x="581" y="222"/>
                </a:lnTo>
                <a:lnTo>
                  <a:pt x="581" y="221"/>
                </a:lnTo>
                <a:lnTo>
                  <a:pt x="581" y="220"/>
                </a:lnTo>
                <a:lnTo>
                  <a:pt x="580" y="220"/>
                </a:lnTo>
                <a:lnTo>
                  <a:pt x="580" y="219"/>
                </a:lnTo>
                <a:lnTo>
                  <a:pt x="579" y="219"/>
                </a:lnTo>
                <a:lnTo>
                  <a:pt x="580" y="218"/>
                </a:lnTo>
                <a:lnTo>
                  <a:pt x="581" y="218"/>
                </a:lnTo>
                <a:lnTo>
                  <a:pt x="582" y="218"/>
                </a:lnTo>
                <a:lnTo>
                  <a:pt x="582" y="217"/>
                </a:lnTo>
                <a:lnTo>
                  <a:pt x="582" y="215"/>
                </a:lnTo>
                <a:lnTo>
                  <a:pt x="582" y="214"/>
                </a:lnTo>
                <a:lnTo>
                  <a:pt x="582" y="215"/>
                </a:lnTo>
                <a:lnTo>
                  <a:pt x="583" y="215"/>
                </a:lnTo>
                <a:lnTo>
                  <a:pt x="583" y="214"/>
                </a:lnTo>
                <a:lnTo>
                  <a:pt x="583" y="213"/>
                </a:lnTo>
                <a:lnTo>
                  <a:pt x="582" y="213"/>
                </a:lnTo>
                <a:lnTo>
                  <a:pt x="581" y="212"/>
                </a:lnTo>
                <a:lnTo>
                  <a:pt x="582" y="212"/>
                </a:lnTo>
                <a:lnTo>
                  <a:pt x="582" y="211"/>
                </a:lnTo>
                <a:lnTo>
                  <a:pt x="581" y="211"/>
                </a:lnTo>
                <a:lnTo>
                  <a:pt x="580" y="211"/>
                </a:lnTo>
                <a:lnTo>
                  <a:pt x="579" y="211"/>
                </a:lnTo>
                <a:lnTo>
                  <a:pt x="579" y="210"/>
                </a:lnTo>
                <a:lnTo>
                  <a:pt x="579" y="209"/>
                </a:lnTo>
                <a:lnTo>
                  <a:pt x="580" y="209"/>
                </a:lnTo>
                <a:lnTo>
                  <a:pt x="581" y="209"/>
                </a:lnTo>
                <a:lnTo>
                  <a:pt x="581" y="208"/>
                </a:lnTo>
                <a:lnTo>
                  <a:pt x="582" y="207"/>
                </a:lnTo>
                <a:lnTo>
                  <a:pt x="583" y="207"/>
                </a:lnTo>
                <a:lnTo>
                  <a:pt x="583" y="206"/>
                </a:lnTo>
                <a:lnTo>
                  <a:pt x="582" y="206"/>
                </a:lnTo>
                <a:lnTo>
                  <a:pt x="582" y="207"/>
                </a:lnTo>
                <a:lnTo>
                  <a:pt x="581" y="207"/>
                </a:lnTo>
                <a:lnTo>
                  <a:pt x="581" y="206"/>
                </a:lnTo>
                <a:lnTo>
                  <a:pt x="581" y="205"/>
                </a:lnTo>
                <a:lnTo>
                  <a:pt x="579" y="205"/>
                </a:lnTo>
                <a:lnTo>
                  <a:pt x="579" y="204"/>
                </a:lnTo>
                <a:lnTo>
                  <a:pt x="579" y="203"/>
                </a:lnTo>
                <a:lnTo>
                  <a:pt x="579" y="202"/>
                </a:lnTo>
                <a:lnTo>
                  <a:pt x="579" y="200"/>
                </a:lnTo>
                <a:lnTo>
                  <a:pt x="578" y="200"/>
                </a:lnTo>
                <a:lnTo>
                  <a:pt x="578" y="199"/>
                </a:lnTo>
                <a:lnTo>
                  <a:pt x="579" y="199"/>
                </a:lnTo>
                <a:lnTo>
                  <a:pt x="579" y="198"/>
                </a:lnTo>
                <a:lnTo>
                  <a:pt x="580" y="198"/>
                </a:lnTo>
                <a:lnTo>
                  <a:pt x="579" y="198"/>
                </a:lnTo>
                <a:lnTo>
                  <a:pt x="580" y="197"/>
                </a:lnTo>
                <a:lnTo>
                  <a:pt x="580" y="198"/>
                </a:lnTo>
                <a:lnTo>
                  <a:pt x="582" y="199"/>
                </a:lnTo>
                <a:lnTo>
                  <a:pt x="583" y="199"/>
                </a:lnTo>
                <a:lnTo>
                  <a:pt x="584" y="199"/>
                </a:lnTo>
                <a:lnTo>
                  <a:pt x="584" y="200"/>
                </a:lnTo>
                <a:lnTo>
                  <a:pt x="585" y="200"/>
                </a:lnTo>
                <a:lnTo>
                  <a:pt x="585" y="199"/>
                </a:lnTo>
                <a:lnTo>
                  <a:pt x="586" y="199"/>
                </a:lnTo>
                <a:lnTo>
                  <a:pt x="587" y="199"/>
                </a:lnTo>
                <a:lnTo>
                  <a:pt x="588" y="199"/>
                </a:lnTo>
                <a:lnTo>
                  <a:pt x="588" y="200"/>
                </a:lnTo>
                <a:lnTo>
                  <a:pt x="589" y="200"/>
                </a:lnTo>
                <a:lnTo>
                  <a:pt x="590" y="198"/>
                </a:lnTo>
                <a:lnTo>
                  <a:pt x="591" y="198"/>
                </a:lnTo>
                <a:lnTo>
                  <a:pt x="591" y="197"/>
                </a:lnTo>
                <a:lnTo>
                  <a:pt x="591" y="196"/>
                </a:lnTo>
                <a:lnTo>
                  <a:pt x="591" y="195"/>
                </a:lnTo>
                <a:lnTo>
                  <a:pt x="592" y="194"/>
                </a:lnTo>
                <a:lnTo>
                  <a:pt x="592" y="193"/>
                </a:lnTo>
                <a:lnTo>
                  <a:pt x="592" y="192"/>
                </a:lnTo>
                <a:lnTo>
                  <a:pt x="592" y="191"/>
                </a:lnTo>
                <a:lnTo>
                  <a:pt x="593" y="191"/>
                </a:lnTo>
                <a:lnTo>
                  <a:pt x="593" y="190"/>
                </a:lnTo>
                <a:lnTo>
                  <a:pt x="594" y="190"/>
                </a:lnTo>
                <a:lnTo>
                  <a:pt x="596" y="190"/>
                </a:lnTo>
                <a:lnTo>
                  <a:pt x="596" y="189"/>
                </a:lnTo>
                <a:lnTo>
                  <a:pt x="597" y="189"/>
                </a:lnTo>
                <a:lnTo>
                  <a:pt x="597" y="188"/>
                </a:lnTo>
                <a:lnTo>
                  <a:pt x="598" y="188"/>
                </a:lnTo>
                <a:lnTo>
                  <a:pt x="599" y="188"/>
                </a:lnTo>
                <a:lnTo>
                  <a:pt x="600" y="188"/>
                </a:lnTo>
                <a:lnTo>
                  <a:pt x="600" y="187"/>
                </a:lnTo>
                <a:lnTo>
                  <a:pt x="600" y="186"/>
                </a:lnTo>
                <a:lnTo>
                  <a:pt x="601" y="186"/>
                </a:lnTo>
                <a:lnTo>
                  <a:pt x="602" y="185"/>
                </a:lnTo>
                <a:lnTo>
                  <a:pt x="603" y="185"/>
                </a:lnTo>
                <a:lnTo>
                  <a:pt x="604" y="184"/>
                </a:lnTo>
                <a:lnTo>
                  <a:pt x="605" y="183"/>
                </a:lnTo>
                <a:lnTo>
                  <a:pt x="606" y="183"/>
                </a:lnTo>
                <a:lnTo>
                  <a:pt x="607" y="183"/>
                </a:lnTo>
                <a:lnTo>
                  <a:pt x="608" y="184"/>
                </a:lnTo>
                <a:lnTo>
                  <a:pt x="608" y="185"/>
                </a:lnTo>
                <a:lnTo>
                  <a:pt x="609" y="185"/>
                </a:lnTo>
                <a:lnTo>
                  <a:pt x="609" y="186"/>
                </a:lnTo>
                <a:lnTo>
                  <a:pt x="610" y="186"/>
                </a:lnTo>
                <a:lnTo>
                  <a:pt x="611" y="186"/>
                </a:lnTo>
                <a:lnTo>
                  <a:pt x="611" y="187"/>
                </a:lnTo>
                <a:lnTo>
                  <a:pt x="612" y="187"/>
                </a:lnTo>
                <a:lnTo>
                  <a:pt x="612" y="188"/>
                </a:lnTo>
                <a:lnTo>
                  <a:pt x="613" y="188"/>
                </a:lnTo>
                <a:lnTo>
                  <a:pt x="613" y="189"/>
                </a:lnTo>
                <a:lnTo>
                  <a:pt x="613" y="190"/>
                </a:lnTo>
                <a:lnTo>
                  <a:pt x="614" y="190"/>
                </a:lnTo>
                <a:lnTo>
                  <a:pt x="614" y="191"/>
                </a:lnTo>
                <a:lnTo>
                  <a:pt x="615" y="191"/>
                </a:lnTo>
                <a:lnTo>
                  <a:pt x="615" y="192"/>
                </a:lnTo>
                <a:lnTo>
                  <a:pt x="615" y="194"/>
                </a:lnTo>
                <a:lnTo>
                  <a:pt x="615" y="195"/>
                </a:lnTo>
                <a:lnTo>
                  <a:pt x="616" y="195"/>
                </a:lnTo>
                <a:lnTo>
                  <a:pt x="616" y="196"/>
                </a:lnTo>
                <a:lnTo>
                  <a:pt x="617" y="197"/>
                </a:lnTo>
                <a:lnTo>
                  <a:pt x="617" y="198"/>
                </a:lnTo>
                <a:lnTo>
                  <a:pt x="616" y="198"/>
                </a:lnTo>
                <a:lnTo>
                  <a:pt x="616" y="200"/>
                </a:lnTo>
                <a:lnTo>
                  <a:pt x="615" y="200"/>
                </a:lnTo>
                <a:lnTo>
                  <a:pt x="614" y="200"/>
                </a:lnTo>
                <a:lnTo>
                  <a:pt x="614" y="202"/>
                </a:lnTo>
                <a:lnTo>
                  <a:pt x="614" y="203"/>
                </a:lnTo>
                <a:lnTo>
                  <a:pt x="615" y="203"/>
                </a:lnTo>
                <a:lnTo>
                  <a:pt x="616" y="203"/>
                </a:lnTo>
                <a:lnTo>
                  <a:pt x="616" y="204"/>
                </a:lnTo>
                <a:lnTo>
                  <a:pt x="616" y="205"/>
                </a:lnTo>
                <a:lnTo>
                  <a:pt x="616" y="206"/>
                </a:lnTo>
                <a:lnTo>
                  <a:pt x="616" y="207"/>
                </a:lnTo>
                <a:lnTo>
                  <a:pt x="615" y="207"/>
                </a:lnTo>
                <a:lnTo>
                  <a:pt x="615" y="208"/>
                </a:lnTo>
                <a:lnTo>
                  <a:pt x="614" y="210"/>
                </a:lnTo>
                <a:lnTo>
                  <a:pt x="615" y="210"/>
                </a:lnTo>
                <a:lnTo>
                  <a:pt x="616" y="211"/>
                </a:lnTo>
                <a:lnTo>
                  <a:pt x="616" y="212"/>
                </a:lnTo>
                <a:lnTo>
                  <a:pt x="616" y="213"/>
                </a:lnTo>
                <a:lnTo>
                  <a:pt x="615" y="213"/>
                </a:lnTo>
                <a:lnTo>
                  <a:pt x="615" y="214"/>
                </a:lnTo>
                <a:lnTo>
                  <a:pt x="615" y="215"/>
                </a:lnTo>
                <a:lnTo>
                  <a:pt x="614" y="215"/>
                </a:lnTo>
                <a:lnTo>
                  <a:pt x="614" y="216"/>
                </a:lnTo>
                <a:lnTo>
                  <a:pt x="615" y="216"/>
                </a:lnTo>
                <a:lnTo>
                  <a:pt x="615" y="217"/>
                </a:lnTo>
                <a:lnTo>
                  <a:pt x="615" y="218"/>
                </a:lnTo>
                <a:lnTo>
                  <a:pt x="616" y="219"/>
                </a:lnTo>
                <a:lnTo>
                  <a:pt x="616" y="220"/>
                </a:lnTo>
                <a:lnTo>
                  <a:pt x="616" y="221"/>
                </a:lnTo>
                <a:lnTo>
                  <a:pt x="617" y="221"/>
                </a:lnTo>
                <a:lnTo>
                  <a:pt x="617" y="222"/>
                </a:lnTo>
                <a:lnTo>
                  <a:pt x="618" y="222"/>
                </a:lnTo>
                <a:lnTo>
                  <a:pt x="618" y="223"/>
                </a:lnTo>
                <a:lnTo>
                  <a:pt x="619" y="223"/>
                </a:lnTo>
                <a:lnTo>
                  <a:pt x="619" y="224"/>
                </a:lnTo>
                <a:lnTo>
                  <a:pt x="620" y="224"/>
                </a:lnTo>
                <a:lnTo>
                  <a:pt x="621" y="225"/>
                </a:lnTo>
                <a:lnTo>
                  <a:pt x="622" y="226"/>
                </a:lnTo>
                <a:lnTo>
                  <a:pt x="622" y="227"/>
                </a:lnTo>
                <a:lnTo>
                  <a:pt x="623" y="228"/>
                </a:lnTo>
                <a:lnTo>
                  <a:pt x="624" y="229"/>
                </a:lnTo>
                <a:lnTo>
                  <a:pt x="624" y="230"/>
                </a:lnTo>
                <a:lnTo>
                  <a:pt x="624" y="231"/>
                </a:lnTo>
                <a:lnTo>
                  <a:pt x="625" y="231"/>
                </a:lnTo>
                <a:lnTo>
                  <a:pt x="624" y="231"/>
                </a:lnTo>
                <a:lnTo>
                  <a:pt x="625" y="231"/>
                </a:lnTo>
                <a:lnTo>
                  <a:pt x="625" y="232"/>
                </a:lnTo>
                <a:lnTo>
                  <a:pt x="625" y="233"/>
                </a:lnTo>
                <a:lnTo>
                  <a:pt x="625" y="234"/>
                </a:lnTo>
                <a:lnTo>
                  <a:pt x="626" y="235"/>
                </a:lnTo>
                <a:lnTo>
                  <a:pt x="626" y="236"/>
                </a:lnTo>
                <a:lnTo>
                  <a:pt x="626" y="237"/>
                </a:lnTo>
                <a:lnTo>
                  <a:pt x="626" y="238"/>
                </a:lnTo>
                <a:lnTo>
                  <a:pt x="627" y="238"/>
                </a:lnTo>
                <a:lnTo>
                  <a:pt x="627" y="239"/>
                </a:lnTo>
                <a:lnTo>
                  <a:pt x="628" y="239"/>
                </a:lnTo>
                <a:lnTo>
                  <a:pt x="628" y="240"/>
                </a:lnTo>
                <a:lnTo>
                  <a:pt x="629" y="240"/>
                </a:lnTo>
                <a:lnTo>
                  <a:pt x="630" y="242"/>
                </a:lnTo>
                <a:lnTo>
                  <a:pt x="631" y="242"/>
                </a:lnTo>
                <a:lnTo>
                  <a:pt x="631" y="243"/>
                </a:lnTo>
                <a:lnTo>
                  <a:pt x="630" y="244"/>
                </a:lnTo>
                <a:lnTo>
                  <a:pt x="630" y="245"/>
                </a:lnTo>
                <a:lnTo>
                  <a:pt x="631" y="246"/>
                </a:lnTo>
                <a:lnTo>
                  <a:pt x="631" y="247"/>
                </a:lnTo>
                <a:lnTo>
                  <a:pt x="631" y="248"/>
                </a:lnTo>
                <a:lnTo>
                  <a:pt x="631" y="247"/>
                </a:lnTo>
                <a:lnTo>
                  <a:pt x="632" y="247"/>
                </a:lnTo>
                <a:lnTo>
                  <a:pt x="632" y="248"/>
                </a:lnTo>
                <a:lnTo>
                  <a:pt x="633" y="248"/>
                </a:lnTo>
                <a:lnTo>
                  <a:pt x="634" y="247"/>
                </a:lnTo>
                <a:lnTo>
                  <a:pt x="635" y="247"/>
                </a:lnTo>
                <a:lnTo>
                  <a:pt x="636" y="247"/>
                </a:lnTo>
                <a:lnTo>
                  <a:pt x="636" y="246"/>
                </a:lnTo>
                <a:lnTo>
                  <a:pt x="637" y="247"/>
                </a:lnTo>
                <a:lnTo>
                  <a:pt x="638" y="247"/>
                </a:lnTo>
                <a:lnTo>
                  <a:pt x="639" y="247"/>
                </a:lnTo>
                <a:lnTo>
                  <a:pt x="640" y="248"/>
                </a:lnTo>
                <a:lnTo>
                  <a:pt x="640" y="249"/>
                </a:lnTo>
                <a:lnTo>
                  <a:pt x="641" y="250"/>
                </a:lnTo>
                <a:lnTo>
                  <a:pt x="642" y="250"/>
                </a:lnTo>
                <a:lnTo>
                  <a:pt x="642" y="251"/>
                </a:lnTo>
                <a:lnTo>
                  <a:pt x="641" y="252"/>
                </a:lnTo>
                <a:lnTo>
                  <a:pt x="639" y="254"/>
                </a:lnTo>
                <a:lnTo>
                  <a:pt x="638" y="254"/>
                </a:lnTo>
                <a:lnTo>
                  <a:pt x="638" y="255"/>
                </a:lnTo>
                <a:lnTo>
                  <a:pt x="639" y="256"/>
                </a:lnTo>
                <a:lnTo>
                  <a:pt x="640" y="256"/>
                </a:lnTo>
                <a:lnTo>
                  <a:pt x="640" y="257"/>
                </a:lnTo>
                <a:lnTo>
                  <a:pt x="640" y="258"/>
                </a:lnTo>
                <a:lnTo>
                  <a:pt x="641" y="259"/>
                </a:lnTo>
                <a:lnTo>
                  <a:pt x="641" y="260"/>
                </a:lnTo>
                <a:lnTo>
                  <a:pt x="642" y="261"/>
                </a:lnTo>
                <a:lnTo>
                  <a:pt x="643" y="261"/>
                </a:lnTo>
                <a:lnTo>
                  <a:pt x="642" y="261"/>
                </a:lnTo>
                <a:lnTo>
                  <a:pt x="642" y="262"/>
                </a:lnTo>
                <a:lnTo>
                  <a:pt x="642" y="261"/>
                </a:lnTo>
                <a:lnTo>
                  <a:pt x="641" y="261"/>
                </a:lnTo>
                <a:lnTo>
                  <a:pt x="640" y="262"/>
                </a:lnTo>
                <a:lnTo>
                  <a:pt x="639" y="262"/>
                </a:lnTo>
                <a:lnTo>
                  <a:pt x="639" y="263"/>
                </a:lnTo>
                <a:lnTo>
                  <a:pt x="640" y="263"/>
                </a:lnTo>
                <a:lnTo>
                  <a:pt x="641" y="263"/>
                </a:lnTo>
                <a:lnTo>
                  <a:pt x="640" y="263"/>
                </a:lnTo>
                <a:lnTo>
                  <a:pt x="640" y="264"/>
                </a:lnTo>
                <a:lnTo>
                  <a:pt x="641" y="264"/>
                </a:lnTo>
                <a:lnTo>
                  <a:pt x="642" y="264"/>
                </a:lnTo>
                <a:lnTo>
                  <a:pt x="643" y="264"/>
                </a:lnTo>
                <a:lnTo>
                  <a:pt x="643" y="265"/>
                </a:lnTo>
                <a:lnTo>
                  <a:pt x="644" y="265"/>
                </a:lnTo>
                <a:lnTo>
                  <a:pt x="644" y="266"/>
                </a:lnTo>
                <a:lnTo>
                  <a:pt x="644" y="267"/>
                </a:lnTo>
                <a:lnTo>
                  <a:pt x="645" y="267"/>
                </a:lnTo>
                <a:lnTo>
                  <a:pt x="645" y="268"/>
                </a:lnTo>
                <a:lnTo>
                  <a:pt x="644" y="268"/>
                </a:lnTo>
                <a:lnTo>
                  <a:pt x="644" y="269"/>
                </a:lnTo>
                <a:lnTo>
                  <a:pt x="645" y="269"/>
                </a:lnTo>
                <a:lnTo>
                  <a:pt x="645" y="270"/>
                </a:lnTo>
                <a:lnTo>
                  <a:pt x="646" y="270"/>
                </a:lnTo>
                <a:lnTo>
                  <a:pt x="646" y="271"/>
                </a:lnTo>
                <a:lnTo>
                  <a:pt x="647" y="273"/>
                </a:lnTo>
                <a:lnTo>
                  <a:pt x="647" y="274"/>
                </a:lnTo>
                <a:lnTo>
                  <a:pt x="648" y="274"/>
                </a:lnTo>
                <a:lnTo>
                  <a:pt x="648" y="276"/>
                </a:lnTo>
                <a:lnTo>
                  <a:pt x="648" y="277"/>
                </a:lnTo>
                <a:lnTo>
                  <a:pt x="649" y="278"/>
                </a:lnTo>
                <a:lnTo>
                  <a:pt x="649" y="279"/>
                </a:lnTo>
                <a:lnTo>
                  <a:pt x="650" y="280"/>
                </a:lnTo>
                <a:lnTo>
                  <a:pt x="650" y="281"/>
                </a:lnTo>
                <a:lnTo>
                  <a:pt x="650" y="282"/>
                </a:lnTo>
                <a:lnTo>
                  <a:pt x="651" y="282"/>
                </a:lnTo>
                <a:lnTo>
                  <a:pt x="652" y="282"/>
                </a:lnTo>
                <a:lnTo>
                  <a:pt x="652" y="283"/>
                </a:lnTo>
                <a:lnTo>
                  <a:pt x="653" y="283"/>
                </a:lnTo>
                <a:lnTo>
                  <a:pt x="654" y="283"/>
                </a:lnTo>
                <a:lnTo>
                  <a:pt x="656" y="283"/>
                </a:lnTo>
                <a:lnTo>
                  <a:pt x="657" y="283"/>
                </a:lnTo>
                <a:lnTo>
                  <a:pt x="657" y="282"/>
                </a:lnTo>
                <a:lnTo>
                  <a:pt x="658" y="282"/>
                </a:lnTo>
                <a:lnTo>
                  <a:pt x="659" y="282"/>
                </a:lnTo>
                <a:lnTo>
                  <a:pt x="660" y="283"/>
                </a:lnTo>
                <a:lnTo>
                  <a:pt x="660" y="284"/>
                </a:lnTo>
                <a:lnTo>
                  <a:pt x="661" y="284"/>
                </a:lnTo>
                <a:lnTo>
                  <a:pt x="662" y="284"/>
                </a:lnTo>
                <a:lnTo>
                  <a:pt x="663" y="284"/>
                </a:lnTo>
                <a:lnTo>
                  <a:pt x="664" y="285"/>
                </a:lnTo>
                <a:lnTo>
                  <a:pt x="665" y="285"/>
                </a:lnTo>
                <a:lnTo>
                  <a:pt x="666" y="284"/>
                </a:lnTo>
                <a:lnTo>
                  <a:pt x="667" y="284"/>
                </a:lnTo>
                <a:lnTo>
                  <a:pt x="667" y="283"/>
                </a:lnTo>
                <a:lnTo>
                  <a:pt x="668" y="283"/>
                </a:lnTo>
                <a:lnTo>
                  <a:pt x="669" y="283"/>
                </a:lnTo>
                <a:lnTo>
                  <a:pt x="671" y="283"/>
                </a:lnTo>
                <a:lnTo>
                  <a:pt x="672" y="283"/>
                </a:lnTo>
                <a:lnTo>
                  <a:pt x="672" y="282"/>
                </a:lnTo>
                <a:lnTo>
                  <a:pt x="673" y="282"/>
                </a:lnTo>
                <a:lnTo>
                  <a:pt x="673" y="281"/>
                </a:lnTo>
                <a:lnTo>
                  <a:pt x="673" y="282"/>
                </a:lnTo>
                <a:lnTo>
                  <a:pt x="674" y="282"/>
                </a:lnTo>
                <a:lnTo>
                  <a:pt x="675" y="282"/>
                </a:lnTo>
                <a:lnTo>
                  <a:pt x="676" y="281"/>
                </a:lnTo>
                <a:lnTo>
                  <a:pt x="677" y="280"/>
                </a:lnTo>
                <a:lnTo>
                  <a:pt x="679" y="280"/>
                </a:lnTo>
                <a:lnTo>
                  <a:pt x="679" y="281"/>
                </a:lnTo>
                <a:lnTo>
                  <a:pt x="680" y="281"/>
                </a:lnTo>
                <a:lnTo>
                  <a:pt x="681" y="280"/>
                </a:lnTo>
                <a:lnTo>
                  <a:pt x="682" y="280"/>
                </a:lnTo>
                <a:lnTo>
                  <a:pt x="682" y="279"/>
                </a:lnTo>
                <a:lnTo>
                  <a:pt x="683" y="279"/>
                </a:lnTo>
                <a:lnTo>
                  <a:pt x="684" y="279"/>
                </a:lnTo>
                <a:lnTo>
                  <a:pt x="684" y="278"/>
                </a:lnTo>
                <a:lnTo>
                  <a:pt x="684" y="277"/>
                </a:lnTo>
                <a:lnTo>
                  <a:pt x="685" y="277"/>
                </a:lnTo>
                <a:lnTo>
                  <a:pt x="685" y="276"/>
                </a:lnTo>
                <a:lnTo>
                  <a:pt x="684" y="275"/>
                </a:lnTo>
                <a:lnTo>
                  <a:pt x="684" y="274"/>
                </a:lnTo>
                <a:lnTo>
                  <a:pt x="684" y="273"/>
                </a:lnTo>
                <a:lnTo>
                  <a:pt x="684" y="272"/>
                </a:lnTo>
                <a:lnTo>
                  <a:pt x="683" y="272"/>
                </a:lnTo>
                <a:lnTo>
                  <a:pt x="683" y="271"/>
                </a:lnTo>
                <a:lnTo>
                  <a:pt x="683" y="270"/>
                </a:lnTo>
                <a:lnTo>
                  <a:pt x="683" y="269"/>
                </a:lnTo>
                <a:lnTo>
                  <a:pt x="683" y="268"/>
                </a:lnTo>
                <a:lnTo>
                  <a:pt x="683" y="267"/>
                </a:lnTo>
                <a:lnTo>
                  <a:pt x="684" y="267"/>
                </a:lnTo>
                <a:lnTo>
                  <a:pt x="684" y="266"/>
                </a:lnTo>
                <a:lnTo>
                  <a:pt x="685" y="266"/>
                </a:lnTo>
                <a:lnTo>
                  <a:pt x="684" y="266"/>
                </a:lnTo>
                <a:lnTo>
                  <a:pt x="684" y="265"/>
                </a:lnTo>
                <a:lnTo>
                  <a:pt x="683" y="265"/>
                </a:lnTo>
                <a:lnTo>
                  <a:pt x="683" y="264"/>
                </a:lnTo>
                <a:lnTo>
                  <a:pt x="683" y="263"/>
                </a:lnTo>
                <a:lnTo>
                  <a:pt x="683" y="262"/>
                </a:lnTo>
                <a:lnTo>
                  <a:pt x="683" y="261"/>
                </a:lnTo>
                <a:lnTo>
                  <a:pt x="683" y="260"/>
                </a:lnTo>
                <a:lnTo>
                  <a:pt x="683" y="259"/>
                </a:lnTo>
                <a:lnTo>
                  <a:pt x="683" y="258"/>
                </a:lnTo>
                <a:lnTo>
                  <a:pt x="684" y="257"/>
                </a:lnTo>
                <a:lnTo>
                  <a:pt x="685" y="257"/>
                </a:lnTo>
                <a:lnTo>
                  <a:pt x="685" y="256"/>
                </a:lnTo>
                <a:lnTo>
                  <a:pt x="686" y="256"/>
                </a:lnTo>
                <a:lnTo>
                  <a:pt x="686" y="255"/>
                </a:lnTo>
                <a:lnTo>
                  <a:pt x="687" y="255"/>
                </a:lnTo>
                <a:lnTo>
                  <a:pt x="688" y="255"/>
                </a:lnTo>
                <a:lnTo>
                  <a:pt x="689" y="256"/>
                </a:lnTo>
                <a:lnTo>
                  <a:pt x="689" y="257"/>
                </a:lnTo>
                <a:lnTo>
                  <a:pt x="690" y="257"/>
                </a:lnTo>
                <a:lnTo>
                  <a:pt x="691" y="257"/>
                </a:lnTo>
                <a:lnTo>
                  <a:pt x="692" y="257"/>
                </a:lnTo>
                <a:lnTo>
                  <a:pt x="691" y="256"/>
                </a:lnTo>
                <a:lnTo>
                  <a:pt x="692" y="256"/>
                </a:lnTo>
                <a:lnTo>
                  <a:pt x="694" y="257"/>
                </a:lnTo>
                <a:lnTo>
                  <a:pt x="695" y="257"/>
                </a:lnTo>
                <a:lnTo>
                  <a:pt x="696" y="257"/>
                </a:lnTo>
                <a:lnTo>
                  <a:pt x="697" y="257"/>
                </a:lnTo>
                <a:lnTo>
                  <a:pt x="698" y="256"/>
                </a:lnTo>
                <a:lnTo>
                  <a:pt x="699" y="255"/>
                </a:lnTo>
                <a:lnTo>
                  <a:pt x="700" y="255"/>
                </a:lnTo>
                <a:lnTo>
                  <a:pt x="700" y="254"/>
                </a:lnTo>
                <a:lnTo>
                  <a:pt x="700" y="253"/>
                </a:lnTo>
                <a:lnTo>
                  <a:pt x="701" y="253"/>
                </a:lnTo>
                <a:lnTo>
                  <a:pt x="702" y="252"/>
                </a:lnTo>
                <a:lnTo>
                  <a:pt x="702" y="253"/>
                </a:lnTo>
                <a:lnTo>
                  <a:pt x="703" y="253"/>
                </a:lnTo>
                <a:lnTo>
                  <a:pt x="703" y="252"/>
                </a:lnTo>
                <a:lnTo>
                  <a:pt x="704" y="252"/>
                </a:lnTo>
                <a:lnTo>
                  <a:pt x="705" y="251"/>
                </a:lnTo>
                <a:lnTo>
                  <a:pt x="705" y="250"/>
                </a:lnTo>
                <a:lnTo>
                  <a:pt x="706" y="250"/>
                </a:lnTo>
                <a:lnTo>
                  <a:pt x="706" y="249"/>
                </a:lnTo>
                <a:lnTo>
                  <a:pt x="708" y="249"/>
                </a:lnTo>
                <a:lnTo>
                  <a:pt x="709" y="249"/>
                </a:lnTo>
                <a:lnTo>
                  <a:pt x="710" y="249"/>
                </a:lnTo>
                <a:lnTo>
                  <a:pt x="711" y="250"/>
                </a:lnTo>
                <a:lnTo>
                  <a:pt x="712" y="250"/>
                </a:lnTo>
                <a:lnTo>
                  <a:pt x="712" y="249"/>
                </a:lnTo>
                <a:lnTo>
                  <a:pt x="713" y="249"/>
                </a:lnTo>
                <a:lnTo>
                  <a:pt x="714" y="250"/>
                </a:lnTo>
                <a:lnTo>
                  <a:pt x="715" y="250"/>
                </a:lnTo>
                <a:lnTo>
                  <a:pt x="717" y="249"/>
                </a:lnTo>
                <a:lnTo>
                  <a:pt x="718" y="249"/>
                </a:lnTo>
                <a:lnTo>
                  <a:pt x="719" y="249"/>
                </a:lnTo>
                <a:lnTo>
                  <a:pt x="721" y="249"/>
                </a:lnTo>
                <a:lnTo>
                  <a:pt x="722" y="249"/>
                </a:lnTo>
                <a:lnTo>
                  <a:pt x="722" y="250"/>
                </a:lnTo>
                <a:lnTo>
                  <a:pt x="723" y="250"/>
                </a:lnTo>
                <a:lnTo>
                  <a:pt x="723" y="249"/>
                </a:lnTo>
                <a:lnTo>
                  <a:pt x="724" y="249"/>
                </a:lnTo>
                <a:lnTo>
                  <a:pt x="725" y="249"/>
                </a:lnTo>
                <a:lnTo>
                  <a:pt x="726" y="249"/>
                </a:lnTo>
                <a:lnTo>
                  <a:pt x="726" y="248"/>
                </a:lnTo>
                <a:lnTo>
                  <a:pt x="727" y="249"/>
                </a:lnTo>
                <a:lnTo>
                  <a:pt x="728" y="249"/>
                </a:lnTo>
                <a:lnTo>
                  <a:pt x="729" y="249"/>
                </a:lnTo>
                <a:lnTo>
                  <a:pt x="730" y="249"/>
                </a:lnTo>
                <a:lnTo>
                  <a:pt x="730" y="248"/>
                </a:lnTo>
                <a:lnTo>
                  <a:pt x="730" y="247"/>
                </a:lnTo>
                <a:lnTo>
                  <a:pt x="732" y="247"/>
                </a:lnTo>
                <a:lnTo>
                  <a:pt x="733" y="247"/>
                </a:lnTo>
                <a:lnTo>
                  <a:pt x="734" y="247"/>
                </a:lnTo>
                <a:lnTo>
                  <a:pt x="734" y="246"/>
                </a:lnTo>
                <a:lnTo>
                  <a:pt x="734" y="245"/>
                </a:lnTo>
                <a:lnTo>
                  <a:pt x="734" y="244"/>
                </a:lnTo>
                <a:lnTo>
                  <a:pt x="734" y="243"/>
                </a:lnTo>
                <a:lnTo>
                  <a:pt x="735" y="243"/>
                </a:lnTo>
                <a:lnTo>
                  <a:pt x="735" y="242"/>
                </a:lnTo>
                <a:lnTo>
                  <a:pt x="734" y="242"/>
                </a:lnTo>
                <a:lnTo>
                  <a:pt x="734" y="241"/>
                </a:lnTo>
                <a:lnTo>
                  <a:pt x="734" y="240"/>
                </a:lnTo>
                <a:lnTo>
                  <a:pt x="735" y="240"/>
                </a:lnTo>
                <a:lnTo>
                  <a:pt x="736" y="240"/>
                </a:lnTo>
                <a:lnTo>
                  <a:pt x="737" y="240"/>
                </a:lnTo>
                <a:lnTo>
                  <a:pt x="737" y="239"/>
                </a:lnTo>
                <a:lnTo>
                  <a:pt x="738" y="238"/>
                </a:lnTo>
                <a:lnTo>
                  <a:pt x="739" y="238"/>
                </a:lnTo>
                <a:lnTo>
                  <a:pt x="739" y="237"/>
                </a:lnTo>
                <a:lnTo>
                  <a:pt x="740" y="237"/>
                </a:lnTo>
                <a:lnTo>
                  <a:pt x="740" y="236"/>
                </a:lnTo>
                <a:lnTo>
                  <a:pt x="741" y="236"/>
                </a:lnTo>
                <a:lnTo>
                  <a:pt x="742" y="235"/>
                </a:lnTo>
                <a:lnTo>
                  <a:pt x="742" y="236"/>
                </a:lnTo>
                <a:lnTo>
                  <a:pt x="743" y="236"/>
                </a:lnTo>
                <a:lnTo>
                  <a:pt x="744" y="235"/>
                </a:lnTo>
                <a:lnTo>
                  <a:pt x="745" y="235"/>
                </a:lnTo>
                <a:lnTo>
                  <a:pt x="745" y="234"/>
                </a:lnTo>
                <a:lnTo>
                  <a:pt x="746" y="234"/>
                </a:lnTo>
                <a:lnTo>
                  <a:pt x="747" y="235"/>
                </a:lnTo>
                <a:lnTo>
                  <a:pt x="747" y="234"/>
                </a:lnTo>
                <a:lnTo>
                  <a:pt x="748" y="234"/>
                </a:lnTo>
                <a:lnTo>
                  <a:pt x="749" y="234"/>
                </a:lnTo>
                <a:lnTo>
                  <a:pt x="750" y="234"/>
                </a:lnTo>
                <a:lnTo>
                  <a:pt x="751" y="234"/>
                </a:lnTo>
                <a:lnTo>
                  <a:pt x="752" y="235"/>
                </a:lnTo>
                <a:lnTo>
                  <a:pt x="752" y="236"/>
                </a:lnTo>
                <a:lnTo>
                  <a:pt x="752" y="237"/>
                </a:lnTo>
                <a:lnTo>
                  <a:pt x="753" y="237"/>
                </a:lnTo>
                <a:lnTo>
                  <a:pt x="753" y="236"/>
                </a:lnTo>
                <a:lnTo>
                  <a:pt x="754" y="236"/>
                </a:lnTo>
                <a:lnTo>
                  <a:pt x="754" y="237"/>
                </a:lnTo>
                <a:lnTo>
                  <a:pt x="754" y="238"/>
                </a:lnTo>
                <a:lnTo>
                  <a:pt x="753" y="238"/>
                </a:lnTo>
                <a:lnTo>
                  <a:pt x="753" y="239"/>
                </a:lnTo>
                <a:lnTo>
                  <a:pt x="754" y="239"/>
                </a:lnTo>
                <a:lnTo>
                  <a:pt x="754" y="240"/>
                </a:lnTo>
                <a:lnTo>
                  <a:pt x="755" y="240"/>
                </a:lnTo>
                <a:lnTo>
                  <a:pt x="755" y="241"/>
                </a:lnTo>
                <a:lnTo>
                  <a:pt x="755" y="242"/>
                </a:lnTo>
                <a:lnTo>
                  <a:pt x="756" y="242"/>
                </a:lnTo>
                <a:lnTo>
                  <a:pt x="755" y="243"/>
                </a:lnTo>
                <a:lnTo>
                  <a:pt x="756" y="243"/>
                </a:lnTo>
                <a:lnTo>
                  <a:pt x="756" y="244"/>
                </a:lnTo>
                <a:lnTo>
                  <a:pt x="756" y="245"/>
                </a:lnTo>
                <a:lnTo>
                  <a:pt x="755" y="245"/>
                </a:lnTo>
                <a:lnTo>
                  <a:pt x="755" y="246"/>
                </a:lnTo>
                <a:lnTo>
                  <a:pt x="754" y="247"/>
                </a:lnTo>
                <a:lnTo>
                  <a:pt x="755" y="249"/>
                </a:lnTo>
                <a:lnTo>
                  <a:pt x="755" y="250"/>
                </a:lnTo>
                <a:lnTo>
                  <a:pt x="755" y="251"/>
                </a:lnTo>
                <a:lnTo>
                  <a:pt x="756" y="251"/>
                </a:lnTo>
                <a:lnTo>
                  <a:pt x="757" y="251"/>
                </a:lnTo>
                <a:lnTo>
                  <a:pt x="758" y="252"/>
                </a:lnTo>
                <a:lnTo>
                  <a:pt x="758" y="253"/>
                </a:lnTo>
                <a:lnTo>
                  <a:pt x="759" y="253"/>
                </a:lnTo>
                <a:lnTo>
                  <a:pt x="760" y="253"/>
                </a:lnTo>
                <a:lnTo>
                  <a:pt x="761" y="253"/>
                </a:lnTo>
                <a:lnTo>
                  <a:pt x="762" y="253"/>
                </a:lnTo>
                <a:lnTo>
                  <a:pt x="763" y="252"/>
                </a:lnTo>
                <a:lnTo>
                  <a:pt x="764" y="252"/>
                </a:lnTo>
                <a:lnTo>
                  <a:pt x="763" y="251"/>
                </a:lnTo>
                <a:lnTo>
                  <a:pt x="764" y="250"/>
                </a:lnTo>
                <a:lnTo>
                  <a:pt x="764" y="249"/>
                </a:lnTo>
                <a:lnTo>
                  <a:pt x="765" y="249"/>
                </a:lnTo>
                <a:lnTo>
                  <a:pt x="766" y="249"/>
                </a:lnTo>
                <a:lnTo>
                  <a:pt x="767" y="249"/>
                </a:lnTo>
                <a:lnTo>
                  <a:pt x="767" y="248"/>
                </a:lnTo>
                <a:lnTo>
                  <a:pt x="767" y="247"/>
                </a:lnTo>
                <a:lnTo>
                  <a:pt x="767" y="245"/>
                </a:lnTo>
                <a:lnTo>
                  <a:pt x="768" y="245"/>
                </a:lnTo>
                <a:lnTo>
                  <a:pt x="770" y="243"/>
                </a:lnTo>
                <a:lnTo>
                  <a:pt x="770" y="244"/>
                </a:lnTo>
                <a:lnTo>
                  <a:pt x="770" y="243"/>
                </a:lnTo>
                <a:lnTo>
                  <a:pt x="771" y="243"/>
                </a:lnTo>
                <a:lnTo>
                  <a:pt x="771" y="242"/>
                </a:lnTo>
                <a:lnTo>
                  <a:pt x="772" y="242"/>
                </a:lnTo>
                <a:lnTo>
                  <a:pt x="774" y="242"/>
                </a:lnTo>
                <a:lnTo>
                  <a:pt x="775" y="242"/>
                </a:lnTo>
                <a:lnTo>
                  <a:pt x="776" y="242"/>
                </a:lnTo>
                <a:lnTo>
                  <a:pt x="777" y="242"/>
                </a:lnTo>
                <a:lnTo>
                  <a:pt x="777" y="241"/>
                </a:lnTo>
                <a:lnTo>
                  <a:pt x="778" y="240"/>
                </a:lnTo>
                <a:lnTo>
                  <a:pt x="778" y="239"/>
                </a:lnTo>
                <a:lnTo>
                  <a:pt x="778" y="238"/>
                </a:lnTo>
                <a:lnTo>
                  <a:pt x="779" y="238"/>
                </a:lnTo>
                <a:lnTo>
                  <a:pt x="780" y="237"/>
                </a:lnTo>
                <a:lnTo>
                  <a:pt x="780" y="236"/>
                </a:lnTo>
                <a:lnTo>
                  <a:pt x="781" y="236"/>
                </a:lnTo>
                <a:lnTo>
                  <a:pt x="781" y="235"/>
                </a:lnTo>
                <a:lnTo>
                  <a:pt x="782" y="235"/>
                </a:lnTo>
                <a:lnTo>
                  <a:pt x="781" y="234"/>
                </a:lnTo>
                <a:lnTo>
                  <a:pt x="782" y="234"/>
                </a:lnTo>
                <a:lnTo>
                  <a:pt x="782" y="233"/>
                </a:lnTo>
                <a:lnTo>
                  <a:pt x="782" y="232"/>
                </a:lnTo>
                <a:lnTo>
                  <a:pt x="783" y="232"/>
                </a:lnTo>
                <a:lnTo>
                  <a:pt x="784" y="232"/>
                </a:lnTo>
                <a:lnTo>
                  <a:pt x="785" y="232"/>
                </a:lnTo>
                <a:lnTo>
                  <a:pt x="785" y="231"/>
                </a:lnTo>
                <a:lnTo>
                  <a:pt x="786" y="231"/>
                </a:lnTo>
                <a:lnTo>
                  <a:pt x="786" y="232"/>
                </a:lnTo>
                <a:lnTo>
                  <a:pt x="787" y="232"/>
                </a:lnTo>
                <a:lnTo>
                  <a:pt x="786" y="232"/>
                </a:lnTo>
                <a:lnTo>
                  <a:pt x="786" y="233"/>
                </a:lnTo>
                <a:lnTo>
                  <a:pt x="786" y="234"/>
                </a:lnTo>
                <a:lnTo>
                  <a:pt x="786" y="235"/>
                </a:lnTo>
                <a:lnTo>
                  <a:pt x="787" y="235"/>
                </a:lnTo>
                <a:lnTo>
                  <a:pt x="787" y="236"/>
                </a:lnTo>
                <a:lnTo>
                  <a:pt x="786" y="236"/>
                </a:lnTo>
                <a:lnTo>
                  <a:pt x="786" y="237"/>
                </a:lnTo>
                <a:lnTo>
                  <a:pt x="785" y="239"/>
                </a:lnTo>
                <a:lnTo>
                  <a:pt x="785" y="240"/>
                </a:lnTo>
                <a:lnTo>
                  <a:pt x="784" y="240"/>
                </a:lnTo>
                <a:lnTo>
                  <a:pt x="784" y="241"/>
                </a:lnTo>
                <a:lnTo>
                  <a:pt x="784" y="242"/>
                </a:lnTo>
                <a:lnTo>
                  <a:pt x="785" y="242"/>
                </a:lnTo>
                <a:lnTo>
                  <a:pt x="786" y="242"/>
                </a:lnTo>
                <a:lnTo>
                  <a:pt x="787" y="244"/>
                </a:lnTo>
                <a:lnTo>
                  <a:pt x="787" y="245"/>
                </a:lnTo>
                <a:lnTo>
                  <a:pt x="788" y="245"/>
                </a:lnTo>
                <a:lnTo>
                  <a:pt x="788" y="246"/>
                </a:lnTo>
                <a:lnTo>
                  <a:pt x="787" y="247"/>
                </a:lnTo>
                <a:lnTo>
                  <a:pt x="787" y="248"/>
                </a:lnTo>
                <a:lnTo>
                  <a:pt x="787" y="249"/>
                </a:lnTo>
                <a:lnTo>
                  <a:pt x="787" y="250"/>
                </a:lnTo>
                <a:lnTo>
                  <a:pt x="788" y="250"/>
                </a:lnTo>
                <a:lnTo>
                  <a:pt x="788" y="251"/>
                </a:lnTo>
                <a:lnTo>
                  <a:pt x="787" y="252"/>
                </a:lnTo>
                <a:lnTo>
                  <a:pt x="786" y="252"/>
                </a:lnTo>
                <a:lnTo>
                  <a:pt x="786" y="253"/>
                </a:lnTo>
                <a:lnTo>
                  <a:pt x="787" y="253"/>
                </a:lnTo>
                <a:lnTo>
                  <a:pt x="787" y="254"/>
                </a:lnTo>
                <a:lnTo>
                  <a:pt x="788" y="254"/>
                </a:lnTo>
                <a:lnTo>
                  <a:pt x="788" y="255"/>
                </a:lnTo>
                <a:lnTo>
                  <a:pt x="788" y="256"/>
                </a:lnTo>
                <a:lnTo>
                  <a:pt x="788" y="257"/>
                </a:lnTo>
                <a:lnTo>
                  <a:pt x="788" y="258"/>
                </a:lnTo>
                <a:lnTo>
                  <a:pt x="788" y="259"/>
                </a:lnTo>
                <a:lnTo>
                  <a:pt x="788" y="260"/>
                </a:lnTo>
                <a:lnTo>
                  <a:pt x="789" y="260"/>
                </a:lnTo>
                <a:lnTo>
                  <a:pt x="789" y="261"/>
                </a:lnTo>
                <a:lnTo>
                  <a:pt x="790" y="261"/>
                </a:lnTo>
                <a:lnTo>
                  <a:pt x="791" y="261"/>
                </a:lnTo>
                <a:lnTo>
                  <a:pt x="791" y="262"/>
                </a:lnTo>
                <a:lnTo>
                  <a:pt x="792" y="263"/>
                </a:lnTo>
                <a:lnTo>
                  <a:pt x="791" y="263"/>
                </a:lnTo>
                <a:lnTo>
                  <a:pt x="791" y="264"/>
                </a:lnTo>
                <a:lnTo>
                  <a:pt x="790" y="265"/>
                </a:lnTo>
                <a:lnTo>
                  <a:pt x="790" y="266"/>
                </a:lnTo>
                <a:lnTo>
                  <a:pt x="789" y="266"/>
                </a:lnTo>
                <a:lnTo>
                  <a:pt x="789" y="267"/>
                </a:lnTo>
                <a:lnTo>
                  <a:pt x="789" y="268"/>
                </a:lnTo>
                <a:lnTo>
                  <a:pt x="789" y="269"/>
                </a:lnTo>
                <a:lnTo>
                  <a:pt x="790" y="270"/>
                </a:lnTo>
                <a:lnTo>
                  <a:pt x="791" y="270"/>
                </a:lnTo>
                <a:lnTo>
                  <a:pt x="790" y="271"/>
                </a:lnTo>
                <a:lnTo>
                  <a:pt x="791" y="272"/>
                </a:lnTo>
                <a:lnTo>
                  <a:pt x="793" y="273"/>
                </a:lnTo>
                <a:lnTo>
                  <a:pt x="794" y="273"/>
                </a:lnTo>
                <a:lnTo>
                  <a:pt x="795" y="273"/>
                </a:lnTo>
                <a:lnTo>
                  <a:pt x="795" y="272"/>
                </a:lnTo>
                <a:lnTo>
                  <a:pt x="796" y="272"/>
                </a:lnTo>
                <a:lnTo>
                  <a:pt x="797" y="272"/>
                </a:lnTo>
                <a:lnTo>
                  <a:pt x="798" y="272"/>
                </a:lnTo>
                <a:lnTo>
                  <a:pt x="798" y="273"/>
                </a:lnTo>
                <a:lnTo>
                  <a:pt x="799" y="274"/>
                </a:lnTo>
                <a:lnTo>
                  <a:pt x="800" y="274"/>
                </a:lnTo>
                <a:lnTo>
                  <a:pt x="802" y="274"/>
                </a:lnTo>
                <a:lnTo>
                  <a:pt x="802" y="275"/>
                </a:lnTo>
                <a:lnTo>
                  <a:pt x="803" y="275"/>
                </a:lnTo>
                <a:lnTo>
                  <a:pt x="804" y="274"/>
                </a:lnTo>
                <a:lnTo>
                  <a:pt x="805" y="275"/>
                </a:lnTo>
                <a:lnTo>
                  <a:pt x="806" y="275"/>
                </a:lnTo>
                <a:lnTo>
                  <a:pt x="806" y="276"/>
                </a:lnTo>
                <a:lnTo>
                  <a:pt x="807" y="276"/>
                </a:lnTo>
                <a:lnTo>
                  <a:pt x="807" y="275"/>
                </a:lnTo>
                <a:lnTo>
                  <a:pt x="808" y="275"/>
                </a:lnTo>
                <a:lnTo>
                  <a:pt x="809" y="275"/>
                </a:lnTo>
                <a:lnTo>
                  <a:pt x="810" y="275"/>
                </a:lnTo>
                <a:lnTo>
                  <a:pt x="811" y="276"/>
                </a:lnTo>
                <a:lnTo>
                  <a:pt x="810" y="277"/>
                </a:lnTo>
                <a:lnTo>
                  <a:pt x="810" y="278"/>
                </a:lnTo>
                <a:lnTo>
                  <a:pt x="810" y="279"/>
                </a:lnTo>
                <a:lnTo>
                  <a:pt x="811" y="279"/>
                </a:lnTo>
                <a:lnTo>
                  <a:pt x="812" y="279"/>
                </a:lnTo>
                <a:lnTo>
                  <a:pt x="813" y="279"/>
                </a:lnTo>
                <a:lnTo>
                  <a:pt x="814" y="279"/>
                </a:lnTo>
                <a:lnTo>
                  <a:pt x="814" y="280"/>
                </a:lnTo>
                <a:lnTo>
                  <a:pt x="814" y="281"/>
                </a:lnTo>
                <a:lnTo>
                  <a:pt x="815" y="281"/>
                </a:lnTo>
                <a:lnTo>
                  <a:pt x="816" y="281"/>
                </a:lnTo>
                <a:lnTo>
                  <a:pt x="817" y="281"/>
                </a:lnTo>
                <a:lnTo>
                  <a:pt x="818" y="281"/>
                </a:lnTo>
                <a:lnTo>
                  <a:pt x="819" y="281"/>
                </a:lnTo>
                <a:lnTo>
                  <a:pt x="819" y="282"/>
                </a:lnTo>
                <a:lnTo>
                  <a:pt x="820" y="282"/>
                </a:lnTo>
                <a:lnTo>
                  <a:pt x="820" y="283"/>
                </a:lnTo>
                <a:lnTo>
                  <a:pt x="821" y="283"/>
                </a:lnTo>
                <a:lnTo>
                  <a:pt x="822" y="284"/>
                </a:lnTo>
                <a:lnTo>
                  <a:pt x="823" y="284"/>
                </a:lnTo>
                <a:lnTo>
                  <a:pt x="823" y="285"/>
                </a:lnTo>
                <a:lnTo>
                  <a:pt x="824" y="285"/>
                </a:lnTo>
                <a:lnTo>
                  <a:pt x="825" y="285"/>
                </a:lnTo>
                <a:lnTo>
                  <a:pt x="826" y="287"/>
                </a:lnTo>
                <a:lnTo>
                  <a:pt x="827" y="287"/>
                </a:lnTo>
                <a:lnTo>
                  <a:pt x="828" y="287"/>
                </a:lnTo>
                <a:lnTo>
                  <a:pt x="828" y="288"/>
                </a:lnTo>
                <a:lnTo>
                  <a:pt x="828" y="289"/>
                </a:lnTo>
                <a:lnTo>
                  <a:pt x="829" y="290"/>
                </a:lnTo>
                <a:lnTo>
                  <a:pt x="829" y="291"/>
                </a:lnTo>
                <a:lnTo>
                  <a:pt x="829" y="292"/>
                </a:lnTo>
                <a:lnTo>
                  <a:pt x="830" y="293"/>
                </a:lnTo>
                <a:lnTo>
                  <a:pt x="831" y="293"/>
                </a:lnTo>
                <a:lnTo>
                  <a:pt x="831" y="294"/>
                </a:lnTo>
                <a:lnTo>
                  <a:pt x="832" y="294"/>
                </a:lnTo>
                <a:lnTo>
                  <a:pt x="833" y="294"/>
                </a:lnTo>
                <a:lnTo>
                  <a:pt x="834" y="294"/>
                </a:lnTo>
                <a:lnTo>
                  <a:pt x="835" y="294"/>
                </a:lnTo>
                <a:lnTo>
                  <a:pt x="836" y="294"/>
                </a:lnTo>
                <a:lnTo>
                  <a:pt x="836" y="293"/>
                </a:lnTo>
                <a:lnTo>
                  <a:pt x="836" y="292"/>
                </a:lnTo>
                <a:lnTo>
                  <a:pt x="837" y="291"/>
                </a:lnTo>
                <a:lnTo>
                  <a:pt x="838" y="290"/>
                </a:lnTo>
                <a:lnTo>
                  <a:pt x="839" y="290"/>
                </a:lnTo>
                <a:lnTo>
                  <a:pt x="840" y="289"/>
                </a:lnTo>
                <a:lnTo>
                  <a:pt x="841" y="289"/>
                </a:lnTo>
                <a:lnTo>
                  <a:pt x="842" y="288"/>
                </a:lnTo>
                <a:lnTo>
                  <a:pt x="844" y="287"/>
                </a:lnTo>
                <a:lnTo>
                  <a:pt x="845" y="287"/>
                </a:lnTo>
                <a:lnTo>
                  <a:pt x="846" y="287"/>
                </a:lnTo>
                <a:lnTo>
                  <a:pt x="847" y="287"/>
                </a:lnTo>
                <a:lnTo>
                  <a:pt x="847" y="288"/>
                </a:lnTo>
                <a:lnTo>
                  <a:pt x="848" y="288"/>
                </a:lnTo>
                <a:lnTo>
                  <a:pt x="848" y="289"/>
                </a:lnTo>
                <a:lnTo>
                  <a:pt x="849" y="289"/>
                </a:lnTo>
                <a:lnTo>
                  <a:pt x="850" y="289"/>
                </a:lnTo>
                <a:lnTo>
                  <a:pt x="850" y="290"/>
                </a:lnTo>
                <a:lnTo>
                  <a:pt x="851" y="291"/>
                </a:lnTo>
                <a:lnTo>
                  <a:pt x="852" y="292"/>
                </a:lnTo>
                <a:lnTo>
                  <a:pt x="853" y="293"/>
                </a:lnTo>
                <a:lnTo>
                  <a:pt x="854" y="293"/>
                </a:lnTo>
                <a:lnTo>
                  <a:pt x="855" y="293"/>
                </a:lnTo>
                <a:lnTo>
                  <a:pt x="855" y="294"/>
                </a:lnTo>
                <a:lnTo>
                  <a:pt x="855" y="295"/>
                </a:lnTo>
                <a:lnTo>
                  <a:pt x="856" y="295"/>
                </a:lnTo>
                <a:lnTo>
                  <a:pt x="857" y="295"/>
                </a:lnTo>
                <a:lnTo>
                  <a:pt x="858" y="295"/>
                </a:lnTo>
                <a:lnTo>
                  <a:pt x="858" y="294"/>
                </a:lnTo>
                <a:lnTo>
                  <a:pt x="859" y="294"/>
                </a:lnTo>
                <a:lnTo>
                  <a:pt x="859" y="293"/>
                </a:lnTo>
                <a:lnTo>
                  <a:pt x="860" y="293"/>
                </a:lnTo>
                <a:lnTo>
                  <a:pt x="861" y="294"/>
                </a:lnTo>
                <a:lnTo>
                  <a:pt x="862" y="294"/>
                </a:lnTo>
                <a:lnTo>
                  <a:pt x="862" y="293"/>
                </a:lnTo>
                <a:lnTo>
                  <a:pt x="862" y="292"/>
                </a:lnTo>
                <a:lnTo>
                  <a:pt x="864" y="292"/>
                </a:lnTo>
                <a:lnTo>
                  <a:pt x="865" y="291"/>
                </a:lnTo>
                <a:lnTo>
                  <a:pt x="865" y="290"/>
                </a:lnTo>
                <a:lnTo>
                  <a:pt x="866" y="290"/>
                </a:lnTo>
                <a:lnTo>
                  <a:pt x="867" y="290"/>
                </a:lnTo>
                <a:lnTo>
                  <a:pt x="867" y="291"/>
                </a:lnTo>
                <a:lnTo>
                  <a:pt x="868" y="291"/>
                </a:lnTo>
                <a:lnTo>
                  <a:pt x="869" y="291"/>
                </a:lnTo>
                <a:lnTo>
                  <a:pt x="870" y="291"/>
                </a:lnTo>
                <a:lnTo>
                  <a:pt x="870" y="290"/>
                </a:lnTo>
                <a:lnTo>
                  <a:pt x="871" y="290"/>
                </a:lnTo>
                <a:lnTo>
                  <a:pt x="871" y="289"/>
                </a:lnTo>
                <a:lnTo>
                  <a:pt x="871" y="288"/>
                </a:lnTo>
                <a:lnTo>
                  <a:pt x="870" y="288"/>
                </a:lnTo>
                <a:lnTo>
                  <a:pt x="871" y="288"/>
                </a:lnTo>
                <a:lnTo>
                  <a:pt x="871" y="287"/>
                </a:lnTo>
                <a:lnTo>
                  <a:pt x="872" y="288"/>
                </a:lnTo>
                <a:lnTo>
                  <a:pt x="872" y="290"/>
                </a:lnTo>
                <a:lnTo>
                  <a:pt x="872" y="291"/>
                </a:lnTo>
                <a:lnTo>
                  <a:pt x="871" y="292"/>
                </a:lnTo>
                <a:lnTo>
                  <a:pt x="871" y="293"/>
                </a:lnTo>
                <a:lnTo>
                  <a:pt x="871" y="294"/>
                </a:lnTo>
                <a:lnTo>
                  <a:pt x="871" y="295"/>
                </a:lnTo>
                <a:lnTo>
                  <a:pt x="872" y="297"/>
                </a:lnTo>
                <a:lnTo>
                  <a:pt x="872" y="298"/>
                </a:lnTo>
                <a:lnTo>
                  <a:pt x="871" y="299"/>
                </a:lnTo>
                <a:lnTo>
                  <a:pt x="870" y="299"/>
                </a:lnTo>
                <a:lnTo>
                  <a:pt x="869" y="300"/>
                </a:lnTo>
                <a:lnTo>
                  <a:pt x="868" y="301"/>
                </a:lnTo>
                <a:lnTo>
                  <a:pt x="868" y="303"/>
                </a:lnTo>
                <a:lnTo>
                  <a:pt x="868" y="308"/>
                </a:lnTo>
                <a:lnTo>
                  <a:pt x="867" y="308"/>
                </a:lnTo>
                <a:lnTo>
                  <a:pt x="867" y="309"/>
                </a:lnTo>
                <a:lnTo>
                  <a:pt x="867" y="311"/>
                </a:lnTo>
                <a:lnTo>
                  <a:pt x="866" y="312"/>
                </a:lnTo>
                <a:lnTo>
                  <a:pt x="865" y="313"/>
                </a:lnTo>
                <a:lnTo>
                  <a:pt x="863" y="314"/>
                </a:lnTo>
                <a:lnTo>
                  <a:pt x="862" y="315"/>
                </a:lnTo>
                <a:lnTo>
                  <a:pt x="862" y="316"/>
                </a:lnTo>
                <a:lnTo>
                  <a:pt x="862" y="317"/>
                </a:lnTo>
                <a:lnTo>
                  <a:pt x="862" y="318"/>
                </a:lnTo>
                <a:lnTo>
                  <a:pt x="863" y="319"/>
                </a:lnTo>
                <a:lnTo>
                  <a:pt x="864" y="320"/>
                </a:lnTo>
                <a:lnTo>
                  <a:pt x="863" y="321"/>
                </a:lnTo>
                <a:lnTo>
                  <a:pt x="863" y="322"/>
                </a:lnTo>
                <a:lnTo>
                  <a:pt x="863" y="323"/>
                </a:lnTo>
                <a:lnTo>
                  <a:pt x="863" y="325"/>
                </a:lnTo>
                <a:lnTo>
                  <a:pt x="860" y="328"/>
                </a:lnTo>
                <a:lnTo>
                  <a:pt x="859" y="328"/>
                </a:lnTo>
                <a:lnTo>
                  <a:pt x="859" y="329"/>
                </a:lnTo>
                <a:lnTo>
                  <a:pt x="859" y="331"/>
                </a:lnTo>
                <a:lnTo>
                  <a:pt x="857" y="331"/>
                </a:lnTo>
                <a:lnTo>
                  <a:pt x="855" y="332"/>
                </a:lnTo>
                <a:lnTo>
                  <a:pt x="854" y="332"/>
                </a:lnTo>
                <a:lnTo>
                  <a:pt x="854" y="333"/>
                </a:lnTo>
                <a:lnTo>
                  <a:pt x="855" y="333"/>
                </a:lnTo>
                <a:lnTo>
                  <a:pt x="855" y="334"/>
                </a:lnTo>
                <a:lnTo>
                  <a:pt x="854" y="334"/>
                </a:lnTo>
                <a:lnTo>
                  <a:pt x="853" y="335"/>
                </a:lnTo>
                <a:lnTo>
                  <a:pt x="852" y="336"/>
                </a:lnTo>
                <a:lnTo>
                  <a:pt x="852" y="337"/>
                </a:lnTo>
                <a:lnTo>
                  <a:pt x="853" y="337"/>
                </a:lnTo>
                <a:lnTo>
                  <a:pt x="853" y="338"/>
                </a:lnTo>
                <a:lnTo>
                  <a:pt x="854" y="338"/>
                </a:lnTo>
                <a:lnTo>
                  <a:pt x="854" y="340"/>
                </a:lnTo>
                <a:lnTo>
                  <a:pt x="854" y="341"/>
                </a:lnTo>
                <a:lnTo>
                  <a:pt x="855" y="342"/>
                </a:lnTo>
                <a:lnTo>
                  <a:pt x="857" y="342"/>
                </a:lnTo>
                <a:lnTo>
                  <a:pt x="857" y="343"/>
                </a:lnTo>
                <a:lnTo>
                  <a:pt x="857" y="344"/>
                </a:lnTo>
                <a:lnTo>
                  <a:pt x="857" y="345"/>
                </a:lnTo>
                <a:lnTo>
                  <a:pt x="856" y="345"/>
                </a:lnTo>
                <a:lnTo>
                  <a:pt x="855" y="346"/>
                </a:lnTo>
                <a:lnTo>
                  <a:pt x="855" y="347"/>
                </a:lnTo>
                <a:lnTo>
                  <a:pt x="854" y="347"/>
                </a:lnTo>
                <a:lnTo>
                  <a:pt x="853" y="347"/>
                </a:lnTo>
                <a:lnTo>
                  <a:pt x="852" y="347"/>
                </a:lnTo>
                <a:lnTo>
                  <a:pt x="851" y="347"/>
                </a:lnTo>
                <a:lnTo>
                  <a:pt x="850" y="347"/>
                </a:lnTo>
                <a:lnTo>
                  <a:pt x="849" y="347"/>
                </a:lnTo>
                <a:lnTo>
                  <a:pt x="848" y="346"/>
                </a:lnTo>
                <a:lnTo>
                  <a:pt x="847" y="346"/>
                </a:lnTo>
                <a:lnTo>
                  <a:pt x="846" y="347"/>
                </a:lnTo>
                <a:lnTo>
                  <a:pt x="845" y="348"/>
                </a:lnTo>
                <a:lnTo>
                  <a:pt x="847" y="351"/>
                </a:lnTo>
                <a:lnTo>
                  <a:pt x="847" y="352"/>
                </a:lnTo>
                <a:lnTo>
                  <a:pt x="847" y="353"/>
                </a:lnTo>
                <a:lnTo>
                  <a:pt x="845" y="353"/>
                </a:lnTo>
                <a:lnTo>
                  <a:pt x="842" y="353"/>
                </a:lnTo>
                <a:lnTo>
                  <a:pt x="841" y="353"/>
                </a:lnTo>
                <a:lnTo>
                  <a:pt x="840" y="352"/>
                </a:lnTo>
                <a:lnTo>
                  <a:pt x="839" y="352"/>
                </a:lnTo>
                <a:lnTo>
                  <a:pt x="838" y="351"/>
                </a:lnTo>
                <a:lnTo>
                  <a:pt x="837" y="352"/>
                </a:lnTo>
                <a:lnTo>
                  <a:pt x="836" y="352"/>
                </a:lnTo>
                <a:lnTo>
                  <a:pt x="834" y="354"/>
                </a:lnTo>
                <a:lnTo>
                  <a:pt x="833" y="353"/>
                </a:lnTo>
                <a:lnTo>
                  <a:pt x="832" y="353"/>
                </a:lnTo>
                <a:lnTo>
                  <a:pt x="831" y="353"/>
                </a:lnTo>
                <a:lnTo>
                  <a:pt x="830" y="352"/>
                </a:lnTo>
                <a:lnTo>
                  <a:pt x="829" y="351"/>
                </a:lnTo>
                <a:lnTo>
                  <a:pt x="828" y="351"/>
                </a:lnTo>
                <a:lnTo>
                  <a:pt x="826" y="351"/>
                </a:lnTo>
                <a:lnTo>
                  <a:pt x="825" y="352"/>
                </a:lnTo>
                <a:lnTo>
                  <a:pt x="824" y="354"/>
                </a:lnTo>
                <a:lnTo>
                  <a:pt x="824" y="355"/>
                </a:lnTo>
                <a:lnTo>
                  <a:pt x="823" y="355"/>
                </a:lnTo>
                <a:lnTo>
                  <a:pt x="821" y="355"/>
                </a:lnTo>
                <a:lnTo>
                  <a:pt x="820" y="356"/>
                </a:lnTo>
                <a:lnTo>
                  <a:pt x="819" y="356"/>
                </a:lnTo>
                <a:lnTo>
                  <a:pt x="818" y="356"/>
                </a:lnTo>
                <a:lnTo>
                  <a:pt x="818" y="355"/>
                </a:lnTo>
                <a:lnTo>
                  <a:pt x="817" y="354"/>
                </a:lnTo>
                <a:lnTo>
                  <a:pt x="816" y="354"/>
                </a:lnTo>
                <a:lnTo>
                  <a:pt x="815" y="354"/>
                </a:lnTo>
                <a:lnTo>
                  <a:pt x="813" y="355"/>
                </a:lnTo>
                <a:lnTo>
                  <a:pt x="810" y="356"/>
                </a:lnTo>
                <a:lnTo>
                  <a:pt x="809" y="357"/>
                </a:lnTo>
                <a:lnTo>
                  <a:pt x="808" y="358"/>
                </a:lnTo>
                <a:lnTo>
                  <a:pt x="807" y="358"/>
                </a:lnTo>
                <a:lnTo>
                  <a:pt x="805" y="358"/>
                </a:lnTo>
                <a:lnTo>
                  <a:pt x="804" y="358"/>
                </a:lnTo>
                <a:lnTo>
                  <a:pt x="803" y="359"/>
                </a:lnTo>
                <a:lnTo>
                  <a:pt x="802" y="360"/>
                </a:lnTo>
                <a:lnTo>
                  <a:pt x="801" y="361"/>
                </a:lnTo>
                <a:lnTo>
                  <a:pt x="798" y="362"/>
                </a:lnTo>
                <a:lnTo>
                  <a:pt x="796" y="362"/>
                </a:lnTo>
                <a:lnTo>
                  <a:pt x="795" y="363"/>
                </a:lnTo>
                <a:lnTo>
                  <a:pt x="794" y="364"/>
                </a:lnTo>
                <a:lnTo>
                  <a:pt x="793" y="365"/>
                </a:lnTo>
                <a:lnTo>
                  <a:pt x="792" y="366"/>
                </a:lnTo>
                <a:lnTo>
                  <a:pt x="791" y="366"/>
                </a:lnTo>
                <a:lnTo>
                  <a:pt x="790" y="366"/>
                </a:lnTo>
                <a:lnTo>
                  <a:pt x="790" y="367"/>
                </a:lnTo>
                <a:lnTo>
                  <a:pt x="792" y="368"/>
                </a:lnTo>
                <a:lnTo>
                  <a:pt x="793" y="369"/>
                </a:lnTo>
                <a:lnTo>
                  <a:pt x="794" y="369"/>
                </a:lnTo>
                <a:lnTo>
                  <a:pt x="794" y="370"/>
                </a:lnTo>
                <a:lnTo>
                  <a:pt x="795" y="371"/>
                </a:lnTo>
                <a:lnTo>
                  <a:pt x="796" y="371"/>
                </a:lnTo>
                <a:lnTo>
                  <a:pt x="797" y="371"/>
                </a:lnTo>
                <a:lnTo>
                  <a:pt x="798" y="370"/>
                </a:lnTo>
                <a:lnTo>
                  <a:pt x="800" y="370"/>
                </a:lnTo>
                <a:lnTo>
                  <a:pt x="801" y="369"/>
                </a:lnTo>
                <a:lnTo>
                  <a:pt x="802" y="369"/>
                </a:lnTo>
                <a:lnTo>
                  <a:pt x="804" y="370"/>
                </a:lnTo>
                <a:lnTo>
                  <a:pt x="805" y="371"/>
                </a:lnTo>
                <a:lnTo>
                  <a:pt x="806" y="371"/>
                </a:lnTo>
                <a:lnTo>
                  <a:pt x="807" y="372"/>
                </a:lnTo>
                <a:lnTo>
                  <a:pt x="807" y="373"/>
                </a:lnTo>
                <a:lnTo>
                  <a:pt x="808" y="374"/>
                </a:lnTo>
                <a:lnTo>
                  <a:pt x="808" y="375"/>
                </a:lnTo>
                <a:lnTo>
                  <a:pt x="809" y="376"/>
                </a:lnTo>
                <a:lnTo>
                  <a:pt x="810" y="377"/>
                </a:lnTo>
                <a:lnTo>
                  <a:pt x="810" y="378"/>
                </a:lnTo>
                <a:lnTo>
                  <a:pt x="811" y="380"/>
                </a:lnTo>
                <a:lnTo>
                  <a:pt x="811" y="381"/>
                </a:lnTo>
                <a:lnTo>
                  <a:pt x="809" y="385"/>
                </a:lnTo>
                <a:lnTo>
                  <a:pt x="808" y="384"/>
                </a:lnTo>
                <a:lnTo>
                  <a:pt x="807" y="384"/>
                </a:lnTo>
                <a:lnTo>
                  <a:pt x="806" y="384"/>
                </a:lnTo>
                <a:lnTo>
                  <a:pt x="805" y="384"/>
                </a:lnTo>
                <a:lnTo>
                  <a:pt x="805" y="386"/>
                </a:lnTo>
                <a:lnTo>
                  <a:pt x="806" y="387"/>
                </a:lnTo>
                <a:lnTo>
                  <a:pt x="805" y="390"/>
                </a:lnTo>
                <a:lnTo>
                  <a:pt x="808" y="391"/>
                </a:lnTo>
                <a:lnTo>
                  <a:pt x="808" y="395"/>
                </a:lnTo>
                <a:lnTo>
                  <a:pt x="808" y="396"/>
                </a:lnTo>
                <a:lnTo>
                  <a:pt x="809" y="396"/>
                </a:lnTo>
                <a:lnTo>
                  <a:pt x="810" y="396"/>
                </a:lnTo>
                <a:lnTo>
                  <a:pt x="811" y="397"/>
                </a:lnTo>
                <a:lnTo>
                  <a:pt x="812" y="398"/>
                </a:lnTo>
                <a:lnTo>
                  <a:pt x="811" y="397"/>
                </a:lnTo>
                <a:lnTo>
                  <a:pt x="810" y="397"/>
                </a:lnTo>
                <a:lnTo>
                  <a:pt x="809" y="397"/>
                </a:lnTo>
                <a:lnTo>
                  <a:pt x="809" y="396"/>
                </a:lnTo>
                <a:lnTo>
                  <a:pt x="808" y="396"/>
                </a:lnTo>
                <a:lnTo>
                  <a:pt x="807" y="397"/>
                </a:lnTo>
                <a:lnTo>
                  <a:pt x="806" y="397"/>
                </a:lnTo>
                <a:lnTo>
                  <a:pt x="806" y="396"/>
                </a:lnTo>
                <a:lnTo>
                  <a:pt x="805" y="396"/>
                </a:lnTo>
                <a:lnTo>
                  <a:pt x="805" y="395"/>
                </a:lnTo>
                <a:lnTo>
                  <a:pt x="806" y="394"/>
                </a:lnTo>
                <a:lnTo>
                  <a:pt x="806" y="393"/>
                </a:lnTo>
                <a:lnTo>
                  <a:pt x="806" y="392"/>
                </a:lnTo>
                <a:lnTo>
                  <a:pt x="807" y="392"/>
                </a:lnTo>
                <a:lnTo>
                  <a:pt x="807" y="393"/>
                </a:lnTo>
                <a:lnTo>
                  <a:pt x="807" y="392"/>
                </a:lnTo>
                <a:lnTo>
                  <a:pt x="807" y="391"/>
                </a:lnTo>
                <a:lnTo>
                  <a:pt x="806" y="391"/>
                </a:lnTo>
                <a:lnTo>
                  <a:pt x="805" y="391"/>
                </a:lnTo>
                <a:lnTo>
                  <a:pt x="804" y="391"/>
                </a:lnTo>
                <a:lnTo>
                  <a:pt x="804" y="390"/>
                </a:lnTo>
                <a:lnTo>
                  <a:pt x="804" y="389"/>
                </a:lnTo>
                <a:lnTo>
                  <a:pt x="804" y="388"/>
                </a:lnTo>
                <a:lnTo>
                  <a:pt x="804" y="387"/>
                </a:lnTo>
                <a:lnTo>
                  <a:pt x="803" y="386"/>
                </a:lnTo>
                <a:lnTo>
                  <a:pt x="802" y="385"/>
                </a:lnTo>
                <a:lnTo>
                  <a:pt x="802" y="383"/>
                </a:lnTo>
                <a:lnTo>
                  <a:pt x="801" y="382"/>
                </a:lnTo>
                <a:lnTo>
                  <a:pt x="800" y="382"/>
                </a:lnTo>
                <a:lnTo>
                  <a:pt x="800" y="381"/>
                </a:lnTo>
                <a:lnTo>
                  <a:pt x="801" y="380"/>
                </a:lnTo>
                <a:lnTo>
                  <a:pt x="801" y="379"/>
                </a:lnTo>
                <a:lnTo>
                  <a:pt x="801" y="378"/>
                </a:lnTo>
                <a:lnTo>
                  <a:pt x="800" y="378"/>
                </a:lnTo>
                <a:lnTo>
                  <a:pt x="800" y="377"/>
                </a:lnTo>
                <a:lnTo>
                  <a:pt x="799" y="377"/>
                </a:lnTo>
                <a:lnTo>
                  <a:pt x="798" y="377"/>
                </a:lnTo>
                <a:lnTo>
                  <a:pt x="797" y="377"/>
                </a:lnTo>
                <a:lnTo>
                  <a:pt x="797" y="378"/>
                </a:lnTo>
                <a:lnTo>
                  <a:pt x="796" y="378"/>
                </a:lnTo>
                <a:lnTo>
                  <a:pt x="796" y="379"/>
                </a:lnTo>
                <a:lnTo>
                  <a:pt x="795" y="380"/>
                </a:lnTo>
                <a:lnTo>
                  <a:pt x="796" y="380"/>
                </a:lnTo>
                <a:lnTo>
                  <a:pt x="796" y="381"/>
                </a:lnTo>
                <a:lnTo>
                  <a:pt x="797" y="381"/>
                </a:lnTo>
                <a:lnTo>
                  <a:pt x="797" y="382"/>
                </a:lnTo>
                <a:lnTo>
                  <a:pt x="797" y="383"/>
                </a:lnTo>
                <a:lnTo>
                  <a:pt x="797" y="384"/>
                </a:lnTo>
                <a:lnTo>
                  <a:pt x="796" y="384"/>
                </a:lnTo>
                <a:lnTo>
                  <a:pt x="796" y="385"/>
                </a:lnTo>
                <a:lnTo>
                  <a:pt x="794" y="385"/>
                </a:lnTo>
                <a:lnTo>
                  <a:pt x="794" y="384"/>
                </a:lnTo>
                <a:lnTo>
                  <a:pt x="793" y="384"/>
                </a:lnTo>
                <a:lnTo>
                  <a:pt x="792" y="383"/>
                </a:lnTo>
                <a:lnTo>
                  <a:pt x="792" y="382"/>
                </a:lnTo>
                <a:lnTo>
                  <a:pt x="793" y="381"/>
                </a:lnTo>
                <a:lnTo>
                  <a:pt x="793" y="380"/>
                </a:lnTo>
                <a:lnTo>
                  <a:pt x="794" y="380"/>
                </a:lnTo>
                <a:lnTo>
                  <a:pt x="794" y="379"/>
                </a:lnTo>
                <a:lnTo>
                  <a:pt x="793" y="379"/>
                </a:lnTo>
                <a:lnTo>
                  <a:pt x="793" y="378"/>
                </a:lnTo>
                <a:lnTo>
                  <a:pt x="792" y="378"/>
                </a:lnTo>
                <a:lnTo>
                  <a:pt x="791" y="378"/>
                </a:lnTo>
                <a:lnTo>
                  <a:pt x="790" y="379"/>
                </a:lnTo>
                <a:lnTo>
                  <a:pt x="789" y="379"/>
                </a:lnTo>
                <a:lnTo>
                  <a:pt x="788" y="379"/>
                </a:lnTo>
                <a:lnTo>
                  <a:pt x="788" y="378"/>
                </a:lnTo>
                <a:lnTo>
                  <a:pt x="788" y="377"/>
                </a:lnTo>
                <a:lnTo>
                  <a:pt x="787" y="377"/>
                </a:lnTo>
                <a:lnTo>
                  <a:pt x="787" y="376"/>
                </a:lnTo>
                <a:lnTo>
                  <a:pt x="786" y="376"/>
                </a:lnTo>
                <a:lnTo>
                  <a:pt x="786" y="375"/>
                </a:lnTo>
                <a:lnTo>
                  <a:pt x="785" y="375"/>
                </a:lnTo>
                <a:lnTo>
                  <a:pt x="784" y="375"/>
                </a:lnTo>
                <a:lnTo>
                  <a:pt x="783" y="374"/>
                </a:lnTo>
                <a:lnTo>
                  <a:pt x="783" y="373"/>
                </a:lnTo>
                <a:lnTo>
                  <a:pt x="782" y="373"/>
                </a:lnTo>
                <a:lnTo>
                  <a:pt x="782" y="372"/>
                </a:lnTo>
                <a:lnTo>
                  <a:pt x="781" y="372"/>
                </a:lnTo>
                <a:lnTo>
                  <a:pt x="782" y="372"/>
                </a:lnTo>
                <a:lnTo>
                  <a:pt x="781" y="371"/>
                </a:lnTo>
                <a:lnTo>
                  <a:pt x="781" y="370"/>
                </a:lnTo>
                <a:lnTo>
                  <a:pt x="781" y="369"/>
                </a:lnTo>
                <a:lnTo>
                  <a:pt x="780" y="369"/>
                </a:lnTo>
                <a:lnTo>
                  <a:pt x="779" y="369"/>
                </a:lnTo>
                <a:lnTo>
                  <a:pt x="778" y="369"/>
                </a:lnTo>
                <a:lnTo>
                  <a:pt x="777" y="369"/>
                </a:lnTo>
                <a:lnTo>
                  <a:pt x="777" y="368"/>
                </a:lnTo>
                <a:lnTo>
                  <a:pt x="777" y="367"/>
                </a:lnTo>
                <a:lnTo>
                  <a:pt x="777" y="366"/>
                </a:lnTo>
                <a:lnTo>
                  <a:pt x="776" y="366"/>
                </a:lnTo>
                <a:lnTo>
                  <a:pt x="776" y="365"/>
                </a:lnTo>
                <a:lnTo>
                  <a:pt x="776" y="364"/>
                </a:lnTo>
                <a:lnTo>
                  <a:pt x="776" y="363"/>
                </a:lnTo>
                <a:lnTo>
                  <a:pt x="776" y="362"/>
                </a:lnTo>
                <a:lnTo>
                  <a:pt x="776" y="361"/>
                </a:lnTo>
                <a:lnTo>
                  <a:pt x="777" y="361"/>
                </a:lnTo>
                <a:lnTo>
                  <a:pt x="777" y="360"/>
                </a:lnTo>
                <a:lnTo>
                  <a:pt x="776" y="359"/>
                </a:lnTo>
                <a:lnTo>
                  <a:pt x="776" y="358"/>
                </a:lnTo>
                <a:lnTo>
                  <a:pt x="776" y="357"/>
                </a:lnTo>
                <a:lnTo>
                  <a:pt x="776" y="356"/>
                </a:lnTo>
                <a:lnTo>
                  <a:pt x="777" y="355"/>
                </a:lnTo>
                <a:lnTo>
                  <a:pt x="777" y="354"/>
                </a:lnTo>
                <a:lnTo>
                  <a:pt x="777" y="353"/>
                </a:lnTo>
                <a:lnTo>
                  <a:pt x="778" y="352"/>
                </a:lnTo>
                <a:lnTo>
                  <a:pt x="778" y="351"/>
                </a:lnTo>
                <a:lnTo>
                  <a:pt x="779" y="350"/>
                </a:lnTo>
                <a:lnTo>
                  <a:pt x="778" y="350"/>
                </a:lnTo>
                <a:lnTo>
                  <a:pt x="778" y="351"/>
                </a:lnTo>
                <a:lnTo>
                  <a:pt x="778" y="350"/>
                </a:lnTo>
                <a:lnTo>
                  <a:pt x="777" y="350"/>
                </a:lnTo>
                <a:lnTo>
                  <a:pt x="778" y="349"/>
                </a:lnTo>
                <a:lnTo>
                  <a:pt x="778" y="348"/>
                </a:lnTo>
                <a:lnTo>
                  <a:pt x="777" y="348"/>
                </a:lnTo>
                <a:lnTo>
                  <a:pt x="776" y="348"/>
                </a:lnTo>
                <a:lnTo>
                  <a:pt x="775" y="348"/>
                </a:lnTo>
                <a:lnTo>
                  <a:pt x="774" y="348"/>
                </a:lnTo>
                <a:lnTo>
                  <a:pt x="773" y="348"/>
                </a:lnTo>
                <a:lnTo>
                  <a:pt x="772" y="348"/>
                </a:lnTo>
                <a:lnTo>
                  <a:pt x="771" y="348"/>
                </a:lnTo>
                <a:lnTo>
                  <a:pt x="770" y="347"/>
                </a:lnTo>
                <a:lnTo>
                  <a:pt x="769" y="347"/>
                </a:lnTo>
                <a:lnTo>
                  <a:pt x="768" y="348"/>
                </a:lnTo>
                <a:lnTo>
                  <a:pt x="767" y="348"/>
                </a:lnTo>
                <a:lnTo>
                  <a:pt x="766" y="348"/>
                </a:lnTo>
                <a:lnTo>
                  <a:pt x="765" y="348"/>
                </a:lnTo>
                <a:lnTo>
                  <a:pt x="765" y="347"/>
                </a:lnTo>
                <a:lnTo>
                  <a:pt x="764" y="347"/>
                </a:lnTo>
                <a:lnTo>
                  <a:pt x="763" y="347"/>
                </a:lnTo>
                <a:lnTo>
                  <a:pt x="763" y="346"/>
                </a:lnTo>
                <a:lnTo>
                  <a:pt x="764" y="346"/>
                </a:lnTo>
                <a:lnTo>
                  <a:pt x="765" y="346"/>
                </a:lnTo>
                <a:lnTo>
                  <a:pt x="766" y="346"/>
                </a:lnTo>
                <a:lnTo>
                  <a:pt x="766" y="345"/>
                </a:lnTo>
                <a:lnTo>
                  <a:pt x="765" y="345"/>
                </a:lnTo>
                <a:lnTo>
                  <a:pt x="765" y="344"/>
                </a:lnTo>
                <a:lnTo>
                  <a:pt x="765" y="343"/>
                </a:lnTo>
                <a:lnTo>
                  <a:pt x="766" y="342"/>
                </a:lnTo>
                <a:lnTo>
                  <a:pt x="767" y="342"/>
                </a:lnTo>
                <a:lnTo>
                  <a:pt x="767" y="341"/>
                </a:lnTo>
                <a:lnTo>
                  <a:pt x="767" y="340"/>
                </a:lnTo>
                <a:lnTo>
                  <a:pt x="766" y="341"/>
                </a:lnTo>
                <a:lnTo>
                  <a:pt x="766" y="340"/>
                </a:lnTo>
                <a:lnTo>
                  <a:pt x="765" y="340"/>
                </a:lnTo>
                <a:lnTo>
                  <a:pt x="764" y="340"/>
                </a:lnTo>
                <a:lnTo>
                  <a:pt x="763" y="340"/>
                </a:lnTo>
                <a:lnTo>
                  <a:pt x="762" y="340"/>
                </a:lnTo>
                <a:lnTo>
                  <a:pt x="762" y="341"/>
                </a:lnTo>
                <a:lnTo>
                  <a:pt x="761" y="341"/>
                </a:lnTo>
                <a:lnTo>
                  <a:pt x="760" y="342"/>
                </a:lnTo>
                <a:lnTo>
                  <a:pt x="757" y="342"/>
                </a:lnTo>
                <a:lnTo>
                  <a:pt x="755" y="342"/>
                </a:lnTo>
                <a:lnTo>
                  <a:pt x="755" y="341"/>
                </a:lnTo>
                <a:lnTo>
                  <a:pt x="754" y="341"/>
                </a:lnTo>
                <a:lnTo>
                  <a:pt x="753" y="341"/>
                </a:lnTo>
                <a:lnTo>
                  <a:pt x="752" y="341"/>
                </a:lnTo>
                <a:lnTo>
                  <a:pt x="751" y="341"/>
                </a:lnTo>
                <a:lnTo>
                  <a:pt x="750" y="341"/>
                </a:lnTo>
                <a:lnTo>
                  <a:pt x="750" y="340"/>
                </a:lnTo>
                <a:lnTo>
                  <a:pt x="750" y="339"/>
                </a:lnTo>
                <a:lnTo>
                  <a:pt x="750" y="338"/>
                </a:lnTo>
                <a:lnTo>
                  <a:pt x="747" y="338"/>
                </a:lnTo>
                <a:lnTo>
                  <a:pt x="746" y="338"/>
                </a:lnTo>
                <a:lnTo>
                  <a:pt x="745" y="338"/>
                </a:lnTo>
                <a:lnTo>
                  <a:pt x="744" y="338"/>
                </a:lnTo>
                <a:lnTo>
                  <a:pt x="743" y="339"/>
                </a:lnTo>
                <a:lnTo>
                  <a:pt x="743" y="340"/>
                </a:lnTo>
                <a:lnTo>
                  <a:pt x="744" y="341"/>
                </a:lnTo>
                <a:lnTo>
                  <a:pt x="745" y="341"/>
                </a:lnTo>
                <a:lnTo>
                  <a:pt x="747" y="341"/>
                </a:lnTo>
                <a:lnTo>
                  <a:pt x="746" y="341"/>
                </a:lnTo>
                <a:lnTo>
                  <a:pt x="746" y="342"/>
                </a:lnTo>
                <a:lnTo>
                  <a:pt x="745" y="342"/>
                </a:lnTo>
                <a:lnTo>
                  <a:pt x="745" y="341"/>
                </a:lnTo>
                <a:lnTo>
                  <a:pt x="744" y="341"/>
                </a:lnTo>
                <a:lnTo>
                  <a:pt x="742" y="341"/>
                </a:lnTo>
                <a:lnTo>
                  <a:pt x="742" y="342"/>
                </a:lnTo>
                <a:lnTo>
                  <a:pt x="741" y="342"/>
                </a:lnTo>
                <a:lnTo>
                  <a:pt x="741" y="343"/>
                </a:lnTo>
                <a:lnTo>
                  <a:pt x="741" y="344"/>
                </a:lnTo>
                <a:lnTo>
                  <a:pt x="741" y="345"/>
                </a:lnTo>
                <a:lnTo>
                  <a:pt x="742" y="345"/>
                </a:lnTo>
                <a:lnTo>
                  <a:pt x="742" y="346"/>
                </a:lnTo>
                <a:lnTo>
                  <a:pt x="742" y="347"/>
                </a:lnTo>
                <a:lnTo>
                  <a:pt x="743" y="347"/>
                </a:lnTo>
                <a:lnTo>
                  <a:pt x="742" y="347"/>
                </a:lnTo>
                <a:lnTo>
                  <a:pt x="741" y="347"/>
                </a:lnTo>
                <a:lnTo>
                  <a:pt x="740" y="347"/>
                </a:lnTo>
                <a:lnTo>
                  <a:pt x="740" y="348"/>
                </a:lnTo>
                <a:lnTo>
                  <a:pt x="740" y="349"/>
                </a:lnTo>
                <a:lnTo>
                  <a:pt x="740" y="350"/>
                </a:lnTo>
                <a:lnTo>
                  <a:pt x="740" y="351"/>
                </a:lnTo>
                <a:lnTo>
                  <a:pt x="739" y="351"/>
                </a:lnTo>
                <a:lnTo>
                  <a:pt x="739" y="352"/>
                </a:lnTo>
                <a:lnTo>
                  <a:pt x="740" y="352"/>
                </a:lnTo>
                <a:lnTo>
                  <a:pt x="739" y="352"/>
                </a:lnTo>
                <a:lnTo>
                  <a:pt x="739" y="353"/>
                </a:lnTo>
                <a:lnTo>
                  <a:pt x="738" y="353"/>
                </a:lnTo>
                <a:lnTo>
                  <a:pt x="738" y="354"/>
                </a:lnTo>
                <a:lnTo>
                  <a:pt x="737" y="354"/>
                </a:lnTo>
                <a:lnTo>
                  <a:pt x="738" y="354"/>
                </a:lnTo>
                <a:lnTo>
                  <a:pt x="738" y="355"/>
                </a:lnTo>
                <a:lnTo>
                  <a:pt x="737" y="355"/>
                </a:lnTo>
                <a:lnTo>
                  <a:pt x="737" y="356"/>
                </a:lnTo>
                <a:lnTo>
                  <a:pt x="737" y="357"/>
                </a:lnTo>
                <a:lnTo>
                  <a:pt x="736" y="357"/>
                </a:lnTo>
                <a:lnTo>
                  <a:pt x="736" y="358"/>
                </a:lnTo>
                <a:lnTo>
                  <a:pt x="737" y="358"/>
                </a:lnTo>
                <a:lnTo>
                  <a:pt x="737" y="359"/>
                </a:lnTo>
                <a:lnTo>
                  <a:pt x="737" y="360"/>
                </a:lnTo>
                <a:lnTo>
                  <a:pt x="736" y="360"/>
                </a:lnTo>
                <a:lnTo>
                  <a:pt x="736" y="361"/>
                </a:lnTo>
                <a:lnTo>
                  <a:pt x="735" y="361"/>
                </a:lnTo>
                <a:lnTo>
                  <a:pt x="735" y="362"/>
                </a:lnTo>
                <a:lnTo>
                  <a:pt x="735" y="363"/>
                </a:lnTo>
                <a:lnTo>
                  <a:pt x="735" y="364"/>
                </a:lnTo>
                <a:lnTo>
                  <a:pt x="734" y="364"/>
                </a:lnTo>
                <a:lnTo>
                  <a:pt x="734" y="365"/>
                </a:lnTo>
                <a:lnTo>
                  <a:pt x="734" y="366"/>
                </a:lnTo>
                <a:lnTo>
                  <a:pt x="733" y="366"/>
                </a:lnTo>
                <a:lnTo>
                  <a:pt x="733" y="368"/>
                </a:lnTo>
                <a:lnTo>
                  <a:pt x="733" y="369"/>
                </a:lnTo>
                <a:lnTo>
                  <a:pt x="734" y="370"/>
                </a:lnTo>
                <a:lnTo>
                  <a:pt x="734" y="371"/>
                </a:lnTo>
                <a:lnTo>
                  <a:pt x="735" y="371"/>
                </a:lnTo>
                <a:lnTo>
                  <a:pt x="736" y="371"/>
                </a:lnTo>
                <a:lnTo>
                  <a:pt x="737" y="371"/>
                </a:lnTo>
                <a:lnTo>
                  <a:pt x="736" y="371"/>
                </a:lnTo>
                <a:lnTo>
                  <a:pt x="736" y="372"/>
                </a:lnTo>
                <a:lnTo>
                  <a:pt x="735" y="372"/>
                </a:lnTo>
                <a:lnTo>
                  <a:pt x="735" y="371"/>
                </a:lnTo>
                <a:lnTo>
                  <a:pt x="734" y="372"/>
                </a:lnTo>
                <a:lnTo>
                  <a:pt x="734" y="373"/>
                </a:lnTo>
                <a:lnTo>
                  <a:pt x="734" y="374"/>
                </a:lnTo>
                <a:lnTo>
                  <a:pt x="735" y="374"/>
                </a:lnTo>
                <a:lnTo>
                  <a:pt x="735" y="375"/>
                </a:lnTo>
                <a:lnTo>
                  <a:pt x="734" y="375"/>
                </a:lnTo>
                <a:lnTo>
                  <a:pt x="733" y="374"/>
                </a:lnTo>
                <a:lnTo>
                  <a:pt x="732" y="374"/>
                </a:lnTo>
                <a:lnTo>
                  <a:pt x="731" y="375"/>
                </a:lnTo>
                <a:lnTo>
                  <a:pt x="732" y="375"/>
                </a:lnTo>
                <a:lnTo>
                  <a:pt x="733" y="375"/>
                </a:lnTo>
                <a:lnTo>
                  <a:pt x="733" y="376"/>
                </a:lnTo>
                <a:lnTo>
                  <a:pt x="732" y="377"/>
                </a:lnTo>
                <a:lnTo>
                  <a:pt x="732" y="378"/>
                </a:lnTo>
                <a:lnTo>
                  <a:pt x="733" y="378"/>
                </a:lnTo>
                <a:lnTo>
                  <a:pt x="734" y="378"/>
                </a:lnTo>
                <a:lnTo>
                  <a:pt x="734" y="379"/>
                </a:lnTo>
                <a:lnTo>
                  <a:pt x="733" y="379"/>
                </a:lnTo>
                <a:lnTo>
                  <a:pt x="732" y="379"/>
                </a:lnTo>
                <a:lnTo>
                  <a:pt x="732" y="380"/>
                </a:lnTo>
                <a:lnTo>
                  <a:pt x="732" y="381"/>
                </a:lnTo>
                <a:lnTo>
                  <a:pt x="731" y="381"/>
                </a:lnTo>
                <a:lnTo>
                  <a:pt x="731" y="382"/>
                </a:lnTo>
                <a:lnTo>
                  <a:pt x="730" y="382"/>
                </a:lnTo>
                <a:lnTo>
                  <a:pt x="731" y="383"/>
                </a:lnTo>
                <a:lnTo>
                  <a:pt x="730" y="383"/>
                </a:lnTo>
                <a:lnTo>
                  <a:pt x="730" y="384"/>
                </a:lnTo>
                <a:lnTo>
                  <a:pt x="731" y="384"/>
                </a:lnTo>
                <a:lnTo>
                  <a:pt x="731" y="385"/>
                </a:lnTo>
                <a:lnTo>
                  <a:pt x="731" y="386"/>
                </a:lnTo>
                <a:lnTo>
                  <a:pt x="731" y="387"/>
                </a:lnTo>
                <a:lnTo>
                  <a:pt x="731" y="388"/>
                </a:lnTo>
                <a:lnTo>
                  <a:pt x="731" y="389"/>
                </a:lnTo>
                <a:lnTo>
                  <a:pt x="730" y="389"/>
                </a:lnTo>
                <a:lnTo>
                  <a:pt x="730" y="390"/>
                </a:lnTo>
                <a:lnTo>
                  <a:pt x="731" y="390"/>
                </a:lnTo>
                <a:lnTo>
                  <a:pt x="731" y="391"/>
                </a:lnTo>
                <a:lnTo>
                  <a:pt x="731" y="392"/>
                </a:lnTo>
                <a:lnTo>
                  <a:pt x="731" y="393"/>
                </a:lnTo>
                <a:lnTo>
                  <a:pt x="730" y="393"/>
                </a:lnTo>
                <a:lnTo>
                  <a:pt x="730" y="394"/>
                </a:lnTo>
                <a:lnTo>
                  <a:pt x="730" y="395"/>
                </a:lnTo>
                <a:lnTo>
                  <a:pt x="729" y="395"/>
                </a:lnTo>
                <a:lnTo>
                  <a:pt x="730" y="395"/>
                </a:lnTo>
                <a:lnTo>
                  <a:pt x="730" y="396"/>
                </a:lnTo>
                <a:lnTo>
                  <a:pt x="729" y="396"/>
                </a:lnTo>
                <a:lnTo>
                  <a:pt x="728" y="396"/>
                </a:lnTo>
                <a:lnTo>
                  <a:pt x="728" y="397"/>
                </a:lnTo>
                <a:lnTo>
                  <a:pt x="727" y="397"/>
                </a:lnTo>
                <a:lnTo>
                  <a:pt x="726" y="397"/>
                </a:lnTo>
                <a:lnTo>
                  <a:pt x="725" y="397"/>
                </a:lnTo>
                <a:lnTo>
                  <a:pt x="725" y="396"/>
                </a:lnTo>
                <a:lnTo>
                  <a:pt x="724" y="396"/>
                </a:lnTo>
                <a:lnTo>
                  <a:pt x="724" y="397"/>
                </a:lnTo>
                <a:lnTo>
                  <a:pt x="723" y="397"/>
                </a:lnTo>
                <a:lnTo>
                  <a:pt x="722" y="397"/>
                </a:lnTo>
                <a:lnTo>
                  <a:pt x="722" y="396"/>
                </a:lnTo>
                <a:lnTo>
                  <a:pt x="721" y="396"/>
                </a:lnTo>
                <a:lnTo>
                  <a:pt x="720" y="395"/>
                </a:lnTo>
                <a:lnTo>
                  <a:pt x="720" y="394"/>
                </a:lnTo>
                <a:lnTo>
                  <a:pt x="719" y="394"/>
                </a:lnTo>
                <a:lnTo>
                  <a:pt x="718" y="395"/>
                </a:lnTo>
                <a:lnTo>
                  <a:pt x="717" y="395"/>
                </a:lnTo>
                <a:lnTo>
                  <a:pt x="717" y="396"/>
                </a:lnTo>
                <a:lnTo>
                  <a:pt x="718" y="396"/>
                </a:lnTo>
                <a:lnTo>
                  <a:pt x="718" y="395"/>
                </a:lnTo>
                <a:lnTo>
                  <a:pt x="719" y="395"/>
                </a:lnTo>
                <a:lnTo>
                  <a:pt x="719" y="396"/>
                </a:lnTo>
                <a:lnTo>
                  <a:pt x="719" y="397"/>
                </a:lnTo>
                <a:lnTo>
                  <a:pt x="718" y="397"/>
                </a:lnTo>
                <a:lnTo>
                  <a:pt x="718" y="398"/>
                </a:lnTo>
                <a:lnTo>
                  <a:pt x="718" y="399"/>
                </a:lnTo>
                <a:lnTo>
                  <a:pt x="717" y="399"/>
                </a:lnTo>
                <a:lnTo>
                  <a:pt x="716" y="398"/>
                </a:lnTo>
                <a:lnTo>
                  <a:pt x="716" y="399"/>
                </a:lnTo>
                <a:lnTo>
                  <a:pt x="716" y="400"/>
                </a:lnTo>
                <a:lnTo>
                  <a:pt x="715" y="400"/>
                </a:lnTo>
                <a:lnTo>
                  <a:pt x="715" y="401"/>
                </a:lnTo>
                <a:lnTo>
                  <a:pt x="714" y="401"/>
                </a:lnTo>
                <a:lnTo>
                  <a:pt x="715" y="401"/>
                </a:lnTo>
                <a:lnTo>
                  <a:pt x="716" y="401"/>
                </a:lnTo>
                <a:lnTo>
                  <a:pt x="716" y="402"/>
                </a:lnTo>
                <a:lnTo>
                  <a:pt x="715" y="402"/>
                </a:lnTo>
                <a:lnTo>
                  <a:pt x="714" y="402"/>
                </a:lnTo>
                <a:lnTo>
                  <a:pt x="714" y="403"/>
                </a:lnTo>
                <a:lnTo>
                  <a:pt x="714" y="404"/>
                </a:lnTo>
                <a:lnTo>
                  <a:pt x="713" y="404"/>
                </a:lnTo>
                <a:lnTo>
                  <a:pt x="713" y="403"/>
                </a:lnTo>
                <a:lnTo>
                  <a:pt x="713" y="404"/>
                </a:lnTo>
                <a:lnTo>
                  <a:pt x="712" y="404"/>
                </a:lnTo>
                <a:lnTo>
                  <a:pt x="712" y="403"/>
                </a:lnTo>
                <a:lnTo>
                  <a:pt x="712" y="402"/>
                </a:lnTo>
                <a:lnTo>
                  <a:pt x="711" y="401"/>
                </a:lnTo>
                <a:lnTo>
                  <a:pt x="710" y="401"/>
                </a:lnTo>
                <a:lnTo>
                  <a:pt x="710" y="400"/>
                </a:lnTo>
                <a:lnTo>
                  <a:pt x="709" y="400"/>
                </a:lnTo>
                <a:lnTo>
                  <a:pt x="709" y="399"/>
                </a:lnTo>
                <a:lnTo>
                  <a:pt x="709" y="398"/>
                </a:lnTo>
                <a:lnTo>
                  <a:pt x="708" y="398"/>
                </a:lnTo>
                <a:lnTo>
                  <a:pt x="707" y="398"/>
                </a:lnTo>
                <a:lnTo>
                  <a:pt x="706" y="398"/>
                </a:lnTo>
                <a:lnTo>
                  <a:pt x="705" y="398"/>
                </a:lnTo>
                <a:lnTo>
                  <a:pt x="705" y="397"/>
                </a:lnTo>
                <a:lnTo>
                  <a:pt x="705" y="396"/>
                </a:lnTo>
                <a:lnTo>
                  <a:pt x="704" y="396"/>
                </a:lnTo>
                <a:lnTo>
                  <a:pt x="704" y="395"/>
                </a:lnTo>
                <a:lnTo>
                  <a:pt x="703" y="396"/>
                </a:lnTo>
                <a:lnTo>
                  <a:pt x="703" y="397"/>
                </a:lnTo>
                <a:lnTo>
                  <a:pt x="702" y="397"/>
                </a:lnTo>
                <a:lnTo>
                  <a:pt x="702" y="396"/>
                </a:lnTo>
                <a:lnTo>
                  <a:pt x="701" y="396"/>
                </a:lnTo>
                <a:lnTo>
                  <a:pt x="700" y="395"/>
                </a:lnTo>
                <a:lnTo>
                  <a:pt x="699" y="395"/>
                </a:lnTo>
                <a:lnTo>
                  <a:pt x="699" y="396"/>
                </a:lnTo>
                <a:lnTo>
                  <a:pt x="699" y="397"/>
                </a:lnTo>
                <a:lnTo>
                  <a:pt x="699" y="398"/>
                </a:lnTo>
                <a:lnTo>
                  <a:pt x="698" y="398"/>
                </a:lnTo>
                <a:lnTo>
                  <a:pt x="698" y="397"/>
                </a:lnTo>
                <a:lnTo>
                  <a:pt x="697" y="397"/>
                </a:lnTo>
                <a:lnTo>
                  <a:pt x="696" y="397"/>
                </a:lnTo>
                <a:lnTo>
                  <a:pt x="697" y="396"/>
                </a:lnTo>
                <a:lnTo>
                  <a:pt x="697" y="395"/>
                </a:lnTo>
                <a:lnTo>
                  <a:pt x="697" y="394"/>
                </a:lnTo>
                <a:lnTo>
                  <a:pt x="696" y="394"/>
                </a:lnTo>
                <a:lnTo>
                  <a:pt x="695" y="395"/>
                </a:lnTo>
                <a:lnTo>
                  <a:pt x="694" y="395"/>
                </a:lnTo>
                <a:lnTo>
                  <a:pt x="694" y="396"/>
                </a:lnTo>
                <a:lnTo>
                  <a:pt x="695" y="396"/>
                </a:lnTo>
                <a:lnTo>
                  <a:pt x="695" y="397"/>
                </a:lnTo>
                <a:lnTo>
                  <a:pt x="696" y="397"/>
                </a:lnTo>
                <a:lnTo>
                  <a:pt x="696" y="398"/>
                </a:lnTo>
                <a:lnTo>
                  <a:pt x="695" y="398"/>
                </a:lnTo>
                <a:lnTo>
                  <a:pt x="696" y="399"/>
                </a:lnTo>
                <a:lnTo>
                  <a:pt x="695" y="399"/>
                </a:lnTo>
                <a:lnTo>
                  <a:pt x="694" y="398"/>
                </a:lnTo>
                <a:lnTo>
                  <a:pt x="694" y="397"/>
                </a:lnTo>
                <a:lnTo>
                  <a:pt x="693" y="397"/>
                </a:lnTo>
                <a:lnTo>
                  <a:pt x="693" y="398"/>
                </a:lnTo>
                <a:lnTo>
                  <a:pt x="692" y="398"/>
                </a:lnTo>
                <a:lnTo>
                  <a:pt x="692" y="397"/>
                </a:lnTo>
                <a:lnTo>
                  <a:pt x="692" y="398"/>
                </a:lnTo>
                <a:lnTo>
                  <a:pt x="692" y="399"/>
                </a:lnTo>
                <a:lnTo>
                  <a:pt x="691" y="399"/>
                </a:lnTo>
                <a:lnTo>
                  <a:pt x="691" y="400"/>
                </a:lnTo>
                <a:lnTo>
                  <a:pt x="692" y="400"/>
                </a:lnTo>
                <a:lnTo>
                  <a:pt x="693" y="401"/>
                </a:lnTo>
                <a:lnTo>
                  <a:pt x="693" y="402"/>
                </a:lnTo>
                <a:lnTo>
                  <a:pt x="692" y="401"/>
                </a:lnTo>
                <a:lnTo>
                  <a:pt x="691" y="401"/>
                </a:lnTo>
                <a:lnTo>
                  <a:pt x="691" y="402"/>
                </a:lnTo>
                <a:lnTo>
                  <a:pt x="690" y="402"/>
                </a:lnTo>
                <a:lnTo>
                  <a:pt x="689" y="402"/>
                </a:lnTo>
                <a:lnTo>
                  <a:pt x="689" y="401"/>
                </a:lnTo>
                <a:lnTo>
                  <a:pt x="688" y="401"/>
                </a:lnTo>
                <a:lnTo>
                  <a:pt x="688" y="402"/>
                </a:lnTo>
                <a:lnTo>
                  <a:pt x="688" y="403"/>
                </a:lnTo>
                <a:lnTo>
                  <a:pt x="687" y="403"/>
                </a:lnTo>
                <a:lnTo>
                  <a:pt x="687" y="402"/>
                </a:lnTo>
                <a:lnTo>
                  <a:pt x="686" y="402"/>
                </a:lnTo>
                <a:lnTo>
                  <a:pt x="685" y="403"/>
                </a:lnTo>
                <a:lnTo>
                  <a:pt x="685" y="404"/>
                </a:lnTo>
                <a:lnTo>
                  <a:pt x="684" y="404"/>
                </a:lnTo>
                <a:lnTo>
                  <a:pt x="684" y="405"/>
                </a:lnTo>
                <a:lnTo>
                  <a:pt x="685" y="405"/>
                </a:lnTo>
                <a:lnTo>
                  <a:pt x="685" y="406"/>
                </a:lnTo>
                <a:lnTo>
                  <a:pt x="686" y="406"/>
                </a:lnTo>
                <a:lnTo>
                  <a:pt x="687" y="406"/>
                </a:lnTo>
                <a:lnTo>
                  <a:pt x="687" y="407"/>
                </a:lnTo>
                <a:lnTo>
                  <a:pt x="687" y="408"/>
                </a:lnTo>
                <a:lnTo>
                  <a:pt x="686" y="408"/>
                </a:lnTo>
                <a:lnTo>
                  <a:pt x="686" y="409"/>
                </a:lnTo>
                <a:lnTo>
                  <a:pt x="685" y="409"/>
                </a:lnTo>
                <a:lnTo>
                  <a:pt x="684" y="409"/>
                </a:lnTo>
                <a:lnTo>
                  <a:pt x="684" y="408"/>
                </a:lnTo>
                <a:lnTo>
                  <a:pt x="683" y="408"/>
                </a:lnTo>
                <a:lnTo>
                  <a:pt x="682" y="408"/>
                </a:lnTo>
                <a:lnTo>
                  <a:pt x="682" y="409"/>
                </a:lnTo>
                <a:lnTo>
                  <a:pt x="681" y="409"/>
                </a:lnTo>
                <a:lnTo>
                  <a:pt x="682" y="409"/>
                </a:lnTo>
                <a:lnTo>
                  <a:pt x="683" y="409"/>
                </a:lnTo>
                <a:lnTo>
                  <a:pt x="683" y="410"/>
                </a:lnTo>
                <a:lnTo>
                  <a:pt x="684" y="410"/>
                </a:lnTo>
                <a:lnTo>
                  <a:pt x="684" y="409"/>
                </a:lnTo>
                <a:lnTo>
                  <a:pt x="685" y="409"/>
                </a:lnTo>
                <a:lnTo>
                  <a:pt x="685" y="410"/>
                </a:lnTo>
                <a:lnTo>
                  <a:pt x="684" y="410"/>
                </a:lnTo>
                <a:lnTo>
                  <a:pt x="683" y="411"/>
                </a:lnTo>
                <a:lnTo>
                  <a:pt x="682" y="411"/>
                </a:lnTo>
                <a:lnTo>
                  <a:pt x="682" y="412"/>
                </a:lnTo>
                <a:lnTo>
                  <a:pt x="683" y="412"/>
                </a:lnTo>
                <a:lnTo>
                  <a:pt x="684" y="412"/>
                </a:lnTo>
                <a:lnTo>
                  <a:pt x="685" y="412"/>
                </a:lnTo>
                <a:lnTo>
                  <a:pt x="684" y="412"/>
                </a:lnTo>
                <a:lnTo>
                  <a:pt x="684" y="413"/>
                </a:lnTo>
                <a:lnTo>
                  <a:pt x="684" y="414"/>
                </a:lnTo>
                <a:lnTo>
                  <a:pt x="683" y="414"/>
                </a:lnTo>
                <a:lnTo>
                  <a:pt x="682" y="414"/>
                </a:lnTo>
                <a:lnTo>
                  <a:pt x="681" y="414"/>
                </a:lnTo>
                <a:lnTo>
                  <a:pt x="680" y="414"/>
                </a:lnTo>
                <a:lnTo>
                  <a:pt x="680" y="415"/>
                </a:lnTo>
                <a:lnTo>
                  <a:pt x="680" y="416"/>
                </a:lnTo>
                <a:lnTo>
                  <a:pt x="680" y="417"/>
                </a:lnTo>
                <a:lnTo>
                  <a:pt x="681" y="417"/>
                </a:lnTo>
                <a:lnTo>
                  <a:pt x="681" y="416"/>
                </a:lnTo>
                <a:lnTo>
                  <a:pt x="682" y="416"/>
                </a:lnTo>
                <a:lnTo>
                  <a:pt x="683" y="417"/>
                </a:lnTo>
                <a:lnTo>
                  <a:pt x="682" y="417"/>
                </a:lnTo>
                <a:lnTo>
                  <a:pt x="682" y="418"/>
                </a:lnTo>
                <a:lnTo>
                  <a:pt x="682" y="419"/>
                </a:lnTo>
                <a:lnTo>
                  <a:pt x="683" y="419"/>
                </a:lnTo>
                <a:lnTo>
                  <a:pt x="684" y="419"/>
                </a:lnTo>
                <a:lnTo>
                  <a:pt x="684" y="420"/>
                </a:lnTo>
                <a:lnTo>
                  <a:pt x="683" y="420"/>
                </a:lnTo>
                <a:lnTo>
                  <a:pt x="682" y="420"/>
                </a:lnTo>
                <a:lnTo>
                  <a:pt x="681" y="420"/>
                </a:lnTo>
                <a:lnTo>
                  <a:pt x="681" y="421"/>
                </a:lnTo>
                <a:lnTo>
                  <a:pt x="681" y="422"/>
                </a:lnTo>
                <a:lnTo>
                  <a:pt x="680" y="422"/>
                </a:lnTo>
                <a:lnTo>
                  <a:pt x="679" y="422"/>
                </a:lnTo>
                <a:lnTo>
                  <a:pt x="678" y="422"/>
                </a:lnTo>
                <a:lnTo>
                  <a:pt x="678" y="423"/>
                </a:lnTo>
                <a:lnTo>
                  <a:pt x="679" y="423"/>
                </a:lnTo>
                <a:lnTo>
                  <a:pt x="679" y="424"/>
                </a:lnTo>
                <a:lnTo>
                  <a:pt x="677" y="424"/>
                </a:lnTo>
                <a:lnTo>
                  <a:pt x="676" y="424"/>
                </a:lnTo>
                <a:lnTo>
                  <a:pt x="676" y="425"/>
                </a:lnTo>
                <a:lnTo>
                  <a:pt x="676" y="426"/>
                </a:lnTo>
                <a:lnTo>
                  <a:pt x="675" y="426"/>
                </a:lnTo>
                <a:lnTo>
                  <a:pt x="674" y="426"/>
                </a:lnTo>
                <a:lnTo>
                  <a:pt x="675" y="426"/>
                </a:lnTo>
                <a:lnTo>
                  <a:pt x="674" y="426"/>
                </a:lnTo>
                <a:lnTo>
                  <a:pt x="674" y="427"/>
                </a:lnTo>
                <a:lnTo>
                  <a:pt x="673" y="426"/>
                </a:lnTo>
                <a:lnTo>
                  <a:pt x="672" y="427"/>
                </a:lnTo>
                <a:lnTo>
                  <a:pt x="672" y="426"/>
                </a:lnTo>
                <a:lnTo>
                  <a:pt x="671" y="426"/>
                </a:lnTo>
                <a:lnTo>
                  <a:pt x="671" y="425"/>
                </a:lnTo>
                <a:lnTo>
                  <a:pt x="670" y="425"/>
                </a:lnTo>
                <a:lnTo>
                  <a:pt x="670" y="426"/>
                </a:lnTo>
                <a:lnTo>
                  <a:pt x="671" y="426"/>
                </a:lnTo>
                <a:lnTo>
                  <a:pt x="671" y="427"/>
                </a:lnTo>
                <a:lnTo>
                  <a:pt x="670" y="427"/>
                </a:lnTo>
                <a:lnTo>
                  <a:pt x="669" y="427"/>
                </a:lnTo>
                <a:lnTo>
                  <a:pt x="668" y="427"/>
                </a:lnTo>
                <a:lnTo>
                  <a:pt x="667" y="427"/>
                </a:lnTo>
                <a:lnTo>
                  <a:pt x="667" y="428"/>
                </a:lnTo>
                <a:lnTo>
                  <a:pt x="668" y="429"/>
                </a:lnTo>
                <a:lnTo>
                  <a:pt x="667" y="429"/>
                </a:lnTo>
                <a:lnTo>
                  <a:pt x="667" y="430"/>
                </a:lnTo>
                <a:lnTo>
                  <a:pt x="666" y="431"/>
                </a:lnTo>
                <a:lnTo>
                  <a:pt x="665" y="431"/>
                </a:lnTo>
                <a:lnTo>
                  <a:pt x="664" y="432"/>
                </a:lnTo>
                <a:lnTo>
                  <a:pt x="664" y="431"/>
                </a:lnTo>
                <a:lnTo>
                  <a:pt x="663" y="431"/>
                </a:lnTo>
                <a:lnTo>
                  <a:pt x="662" y="432"/>
                </a:lnTo>
                <a:lnTo>
                  <a:pt x="661" y="432"/>
                </a:lnTo>
                <a:lnTo>
                  <a:pt x="661" y="431"/>
                </a:lnTo>
                <a:lnTo>
                  <a:pt x="660" y="432"/>
                </a:lnTo>
                <a:lnTo>
                  <a:pt x="659" y="432"/>
                </a:lnTo>
                <a:lnTo>
                  <a:pt x="659" y="433"/>
                </a:lnTo>
                <a:lnTo>
                  <a:pt x="659" y="434"/>
                </a:lnTo>
                <a:lnTo>
                  <a:pt x="659" y="435"/>
                </a:lnTo>
                <a:lnTo>
                  <a:pt x="660" y="435"/>
                </a:lnTo>
                <a:lnTo>
                  <a:pt x="660" y="436"/>
                </a:lnTo>
                <a:lnTo>
                  <a:pt x="660" y="437"/>
                </a:lnTo>
                <a:lnTo>
                  <a:pt x="659" y="437"/>
                </a:lnTo>
                <a:lnTo>
                  <a:pt x="659" y="438"/>
                </a:lnTo>
                <a:lnTo>
                  <a:pt x="658" y="438"/>
                </a:lnTo>
                <a:lnTo>
                  <a:pt x="658" y="439"/>
                </a:lnTo>
                <a:lnTo>
                  <a:pt x="657" y="440"/>
                </a:lnTo>
                <a:lnTo>
                  <a:pt x="656" y="440"/>
                </a:lnTo>
                <a:lnTo>
                  <a:pt x="656" y="439"/>
                </a:lnTo>
                <a:lnTo>
                  <a:pt x="655" y="439"/>
                </a:lnTo>
                <a:lnTo>
                  <a:pt x="654" y="439"/>
                </a:lnTo>
                <a:lnTo>
                  <a:pt x="654" y="438"/>
                </a:lnTo>
                <a:lnTo>
                  <a:pt x="653" y="438"/>
                </a:lnTo>
                <a:lnTo>
                  <a:pt x="652" y="438"/>
                </a:lnTo>
                <a:lnTo>
                  <a:pt x="651" y="438"/>
                </a:lnTo>
                <a:lnTo>
                  <a:pt x="650" y="438"/>
                </a:lnTo>
                <a:lnTo>
                  <a:pt x="649" y="438"/>
                </a:lnTo>
                <a:lnTo>
                  <a:pt x="649" y="437"/>
                </a:lnTo>
                <a:lnTo>
                  <a:pt x="648" y="437"/>
                </a:lnTo>
                <a:lnTo>
                  <a:pt x="647" y="437"/>
                </a:lnTo>
                <a:lnTo>
                  <a:pt x="645" y="437"/>
                </a:lnTo>
                <a:lnTo>
                  <a:pt x="644" y="437"/>
                </a:lnTo>
                <a:lnTo>
                  <a:pt x="643" y="438"/>
                </a:lnTo>
                <a:lnTo>
                  <a:pt x="643" y="437"/>
                </a:lnTo>
                <a:lnTo>
                  <a:pt x="642" y="437"/>
                </a:lnTo>
                <a:lnTo>
                  <a:pt x="642" y="436"/>
                </a:lnTo>
                <a:lnTo>
                  <a:pt x="641" y="436"/>
                </a:lnTo>
                <a:lnTo>
                  <a:pt x="640" y="436"/>
                </a:lnTo>
                <a:lnTo>
                  <a:pt x="640" y="437"/>
                </a:lnTo>
                <a:lnTo>
                  <a:pt x="639" y="437"/>
                </a:lnTo>
                <a:lnTo>
                  <a:pt x="638" y="437"/>
                </a:lnTo>
                <a:lnTo>
                  <a:pt x="638" y="438"/>
                </a:lnTo>
                <a:lnTo>
                  <a:pt x="637" y="438"/>
                </a:lnTo>
                <a:lnTo>
                  <a:pt x="637" y="439"/>
                </a:lnTo>
                <a:lnTo>
                  <a:pt x="636" y="439"/>
                </a:lnTo>
                <a:lnTo>
                  <a:pt x="635" y="440"/>
                </a:lnTo>
                <a:lnTo>
                  <a:pt x="634" y="439"/>
                </a:lnTo>
                <a:lnTo>
                  <a:pt x="633" y="439"/>
                </a:lnTo>
                <a:lnTo>
                  <a:pt x="633" y="438"/>
                </a:lnTo>
                <a:lnTo>
                  <a:pt x="632" y="438"/>
                </a:lnTo>
                <a:lnTo>
                  <a:pt x="631" y="437"/>
                </a:lnTo>
                <a:lnTo>
                  <a:pt x="630" y="437"/>
                </a:lnTo>
                <a:lnTo>
                  <a:pt x="630" y="438"/>
                </a:lnTo>
                <a:lnTo>
                  <a:pt x="629" y="438"/>
                </a:lnTo>
                <a:lnTo>
                  <a:pt x="628" y="437"/>
                </a:lnTo>
                <a:lnTo>
                  <a:pt x="628" y="438"/>
                </a:lnTo>
                <a:lnTo>
                  <a:pt x="627" y="438"/>
                </a:lnTo>
                <a:lnTo>
                  <a:pt x="627" y="439"/>
                </a:lnTo>
                <a:lnTo>
                  <a:pt x="627" y="440"/>
                </a:lnTo>
                <a:lnTo>
                  <a:pt x="626" y="441"/>
                </a:lnTo>
                <a:lnTo>
                  <a:pt x="625" y="441"/>
                </a:lnTo>
                <a:lnTo>
                  <a:pt x="624" y="441"/>
                </a:lnTo>
                <a:lnTo>
                  <a:pt x="623" y="441"/>
                </a:lnTo>
                <a:lnTo>
                  <a:pt x="622" y="441"/>
                </a:lnTo>
                <a:lnTo>
                  <a:pt x="620" y="441"/>
                </a:lnTo>
                <a:lnTo>
                  <a:pt x="619" y="441"/>
                </a:lnTo>
                <a:lnTo>
                  <a:pt x="618" y="441"/>
                </a:lnTo>
                <a:lnTo>
                  <a:pt x="618" y="440"/>
                </a:lnTo>
                <a:lnTo>
                  <a:pt x="617" y="440"/>
                </a:lnTo>
                <a:lnTo>
                  <a:pt x="616" y="440"/>
                </a:lnTo>
                <a:lnTo>
                  <a:pt x="615" y="439"/>
                </a:lnTo>
                <a:lnTo>
                  <a:pt x="614" y="439"/>
                </a:lnTo>
                <a:lnTo>
                  <a:pt x="613" y="439"/>
                </a:lnTo>
                <a:lnTo>
                  <a:pt x="612" y="439"/>
                </a:lnTo>
                <a:lnTo>
                  <a:pt x="600" y="438"/>
                </a:lnTo>
                <a:lnTo>
                  <a:pt x="582" y="439"/>
                </a:lnTo>
                <a:lnTo>
                  <a:pt x="579" y="440"/>
                </a:lnTo>
                <a:lnTo>
                  <a:pt x="576" y="441"/>
                </a:lnTo>
                <a:lnTo>
                  <a:pt x="577" y="442"/>
                </a:lnTo>
                <a:lnTo>
                  <a:pt x="578" y="443"/>
                </a:lnTo>
                <a:lnTo>
                  <a:pt x="579" y="443"/>
                </a:lnTo>
                <a:lnTo>
                  <a:pt x="579" y="444"/>
                </a:lnTo>
                <a:lnTo>
                  <a:pt x="580" y="444"/>
                </a:lnTo>
                <a:lnTo>
                  <a:pt x="582" y="445"/>
                </a:lnTo>
                <a:lnTo>
                  <a:pt x="583" y="446"/>
                </a:lnTo>
                <a:lnTo>
                  <a:pt x="583" y="448"/>
                </a:lnTo>
                <a:lnTo>
                  <a:pt x="583" y="449"/>
                </a:lnTo>
                <a:lnTo>
                  <a:pt x="583" y="450"/>
                </a:lnTo>
                <a:lnTo>
                  <a:pt x="583" y="451"/>
                </a:lnTo>
                <a:lnTo>
                  <a:pt x="584" y="451"/>
                </a:lnTo>
                <a:lnTo>
                  <a:pt x="584" y="452"/>
                </a:lnTo>
                <a:lnTo>
                  <a:pt x="584" y="453"/>
                </a:lnTo>
                <a:lnTo>
                  <a:pt x="583" y="453"/>
                </a:lnTo>
                <a:lnTo>
                  <a:pt x="583" y="454"/>
                </a:lnTo>
                <a:lnTo>
                  <a:pt x="583" y="455"/>
                </a:lnTo>
                <a:lnTo>
                  <a:pt x="583" y="456"/>
                </a:lnTo>
                <a:lnTo>
                  <a:pt x="583" y="457"/>
                </a:lnTo>
                <a:lnTo>
                  <a:pt x="583" y="458"/>
                </a:lnTo>
                <a:lnTo>
                  <a:pt x="583" y="460"/>
                </a:lnTo>
                <a:lnTo>
                  <a:pt x="584" y="460"/>
                </a:lnTo>
                <a:lnTo>
                  <a:pt x="584" y="461"/>
                </a:lnTo>
                <a:lnTo>
                  <a:pt x="583" y="461"/>
                </a:lnTo>
                <a:lnTo>
                  <a:pt x="584" y="462"/>
                </a:lnTo>
                <a:lnTo>
                  <a:pt x="585" y="463"/>
                </a:lnTo>
                <a:lnTo>
                  <a:pt x="586" y="463"/>
                </a:lnTo>
                <a:lnTo>
                  <a:pt x="586" y="464"/>
                </a:lnTo>
                <a:lnTo>
                  <a:pt x="586" y="465"/>
                </a:lnTo>
                <a:lnTo>
                  <a:pt x="587" y="466"/>
                </a:lnTo>
                <a:lnTo>
                  <a:pt x="587" y="467"/>
                </a:lnTo>
                <a:lnTo>
                  <a:pt x="587" y="468"/>
                </a:lnTo>
                <a:lnTo>
                  <a:pt x="588" y="469"/>
                </a:lnTo>
                <a:lnTo>
                  <a:pt x="589" y="470"/>
                </a:lnTo>
                <a:lnTo>
                  <a:pt x="590" y="470"/>
                </a:lnTo>
                <a:lnTo>
                  <a:pt x="591" y="471"/>
                </a:lnTo>
                <a:lnTo>
                  <a:pt x="592" y="472"/>
                </a:lnTo>
                <a:lnTo>
                  <a:pt x="592" y="473"/>
                </a:lnTo>
                <a:lnTo>
                  <a:pt x="593" y="473"/>
                </a:lnTo>
                <a:lnTo>
                  <a:pt x="593" y="474"/>
                </a:lnTo>
                <a:lnTo>
                  <a:pt x="594" y="474"/>
                </a:lnTo>
                <a:lnTo>
                  <a:pt x="595" y="474"/>
                </a:lnTo>
                <a:lnTo>
                  <a:pt x="595" y="473"/>
                </a:lnTo>
                <a:lnTo>
                  <a:pt x="596" y="474"/>
                </a:lnTo>
                <a:lnTo>
                  <a:pt x="597" y="474"/>
                </a:lnTo>
                <a:lnTo>
                  <a:pt x="597" y="475"/>
                </a:lnTo>
                <a:lnTo>
                  <a:pt x="598" y="475"/>
                </a:lnTo>
                <a:lnTo>
                  <a:pt x="598" y="476"/>
                </a:lnTo>
                <a:lnTo>
                  <a:pt x="598" y="477"/>
                </a:lnTo>
                <a:lnTo>
                  <a:pt x="599" y="477"/>
                </a:lnTo>
                <a:lnTo>
                  <a:pt x="599" y="478"/>
                </a:lnTo>
                <a:lnTo>
                  <a:pt x="600" y="479"/>
                </a:lnTo>
                <a:lnTo>
                  <a:pt x="601" y="479"/>
                </a:lnTo>
                <a:lnTo>
                  <a:pt x="601" y="480"/>
                </a:lnTo>
                <a:lnTo>
                  <a:pt x="600" y="480"/>
                </a:lnTo>
                <a:lnTo>
                  <a:pt x="600" y="481"/>
                </a:lnTo>
                <a:lnTo>
                  <a:pt x="601" y="481"/>
                </a:lnTo>
                <a:lnTo>
                  <a:pt x="601" y="482"/>
                </a:lnTo>
                <a:lnTo>
                  <a:pt x="601" y="481"/>
                </a:lnTo>
                <a:lnTo>
                  <a:pt x="602" y="481"/>
                </a:lnTo>
                <a:lnTo>
                  <a:pt x="602" y="482"/>
                </a:lnTo>
                <a:lnTo>
                  <a:pt x="601" y="482"/>
                </a:lnTo>
                <a:lnTo>
                  <a:pt x="602" y="482"/>
                </a:lnTo>
                <a:lnTo>
                  <a:pt x="602" y="483"/>
                </a:lnTo>
                <a:lnTo>
                  <a:pt x="602" y="484"/>
                </a:lnTo>
                <a:lnTo>
                  <a:pt x="602" y="485"/>
                </a:lnTo>
                <a:lnTo>
                  <a:pt x="601" y="485"/>
                </a:lnTo>
                <a:lnTo>
                  <a:pt x="600" y="486"/>
                </a:lnTo>
                <a:lnTo>
                  <a:pt x="600" y="487"/>
                </a:lnTo>
                <a:lnTo>
                  <a:pt x="601" y="488"/>
                </a:lnTo>
                <a:lnTo>
                  <a:pt x="600" y="488"/>
                </a:lnTo>
                <a:lnTo>
                  <a:pt x="600" y="489"/>
                </a:lnTo>
                <a:lnTo>
                  <a:pt x="600" y="488"/>
                </a:lnTo>
                <a:lnTo>
                  <a:pt x="599" y="488"/>
                </a:lnTo>
                <a:lnTo>
                  <a:pt x="599" y="489"/>
                </a:lnTo>
                <a:lnTo>
                  <a:pt x="599" y="490"/>
                </a:lnTo>
                <a:lnTo>
                  <a:pt x="598" y="491"/>
                </a:lnTo>
                <a:lnTo>
                  <a:pt x="597" y="491"/>
                </a:lnTo>
                <a:lnTo>
                  <a:pt x="597" y="492"/>
                </a:lnTo>
                <a:lnTo>
                  <a:pt x="596" y="492"/>
                </a:lnTo>
                <a:lnTo>
                  <a:pt x="595" y="492"/>
                </a:lnTo>
                <a:lnTo>
                  <a:pt x="595" y="493"/>
                </a:lnTo>
                <a:lnTo>
                  <a:pt x="596" y="493"/>
                </a:lnTo>
                <a:lnTo>
                  <a:pt x="596" y="494"/>
                </a:lnTo>
                <a:lnTo>
                  <a:pt x="595" y="494"/>
                </a:lnTo>
                <a:lnTo>
                  <a:pt x="595" y="495"/>
                </a:lnTo>
                <a:lnTo>
                  <a:pt x="595" y="496"/>
                </a:lnTo>
                <a:lnTo>
                  <a:pt x="595" y="497"/>
                </a:lnTo>
                <a:lnTo>
                  <a:pt x="596" y="497"/>
                </a:lnTo>
                <a:lnTo>
                  <a:pt x="595" y="498"/>
                </a:lnTo>
                <a:lnTo>
                  <a:pt x="594" y="498"/>
                </a:lnTo>
                <a:lnTo>
                  <a:pt x="593" y="498"/>
                </a:lnTo>
                <a:lnTo>
                  <a:pt x="593" y="499"/>
                </a:lnTo>
                <a:lnTo>
                  <a:pt x="593" y="501"/>
                </a:lnTo>
                <a:lnTo>
                  <a:pt x="592" y="501"/>
                </a:lnTo>
                <a:lnTo>
                  <a:pt x="591" y="501"/>
                </a:lnTo>
                <a:lnTo>
                  <a:pt x="590" y="501"/>
                </a:lnTo>
                <a:lnTo>
                  <a:pt x="589" y="502"/>
                </a:lnTo>
                <a:lnTo>
                  <a:pt x="589" y="503"/>
                </a:lnTo>
                <a:lnTo>
                  <a:pt x="588" y="503"/>
                </a:lnTo>
                <a:lnTo>
                  <a:pt x="588" y="504"/>
                </a:lnTo>
                <a:lnTo>
                  <a:pt x="587" y="504"/>
                </a:lnTo>
                <a:lnTo>
                  <a:pt x="586" y="504"/>
                </a:lnTo>
                <a:lnTo>
                  <a:pt x="585" y="504"/>
                </a:lnTo>
                <a:lnTo>
                  <a:pt x="585" y="505"/>
                </a:lnTo>
                <a:lnTo>
                  <a:pt x="584" y="506"/>
                </a:lnTo>
                <a:lnTo>
                  <a:pt x="583" y="506"/>
                </a:lnTo>
                <a:lnTo>
                  <a:pt x="583" y="505"/>
                </a:lnTo>
                <a:lnTo>
                  <a:pt x="582" y="505"/>
                </a:lnTo>
                <a:lnTo>
                  <a:pt x="582" y="504"/>
                </a:lnTo>
                <a:lnTo>
                  <a:pt x="583" y="504"/>
                </a:lnTo>
                <a:lnTo>
                  <a:pt x="583" y="503"/>
                </a:lnTo>
                <a:lnTo>
                  <a:pt x="582" y="503"/>
                </a:lnTo>
                <a:lnTo>
                  <a:pt x="581" y="503"/>
                </a:lnTo>
                <a:lnTo>
                  <a:pt x="581" y="504"/>
                </a:lnTo>
                <a:lnTo>
                  <a:pt x="581" y="505"/>
                </a:lnTo>
                <a:lnTo>
                  <a:pt x="581" y="504"/>
                </a:lnTo>
                <a:lnTo>
                  <a:pt x="580" y="504"/>
                </a:lnTo>
                <a:lnTo>
                  <a:pt x="580" y="503"/>
                </a:lnTo>
                <a:lnTo>
                  <a:pt x="579" y="503"/>
                </a:lnTo>
                <a:lnTo>
                  <a:pt x="578" y="503"/>
                </a:lnTo>
                <a:lnTo>
                  <a:pt x="577" y="503"/>
                </a:lnTo>
                <a:lnTo>
                  <a:pt x="577" y="502"/>
                </a:lnTo>
                <a:lnTo>
                  <a:pt x="577" y="501"/>
                </a:lnTo>
                <a:lnTo>
                  <a:pt x="578" y="501"/>
                </a:lnTo>
                <a:lnTo>
                  <a:pt x="577" y="500"/>
                </a:lnTo>
                <a:lnTo>
                  <a:pt x="577" y="501"/>
                </a:lnTo>
                <a:lnTo>
                  <a:pt x="576" y="501"/>
                </a:lnTo>
                <a:lnTo>
                  <a:pt x="575" y="501"/>
                </a:lnTo>
                <a:lnTo>
                  <a:pt x="575" y="500"/>
                </a:lnTo>
                <a:lnTo>
                  <a:pt x="575" y="499"/>
                </a:lnTo>
                <a:lnTo>
                  <a:pt x="574" y="499"/>
                </a:lnTo>
                <a:lnTo>
                  <a:pt x="574" y="500"/>
                </a:lnTo>
                <a:lnTo>
                  <a:pt x="574" y="499"/>
                </a:lnTo>
                <a:lnTo>
                  <a:pt x="575" y="499"/>
                </a:lnTo>
                <a:lnTo>
                  <a:pt x="575" y="498"/>
                </a:lnTo>
                <a:lnTo>
                  <a:pt x="574" y="498"/>
                </a:lnTo>
                <a:lnTo>
                  <a:pt x="573" y="499"/>
                </a:lnTo>
                <a:lnTo>
                  <a:pt x="573" y="500"/>
                </a:lnTo>
                <a:lnTo>
                  <a:pt x="572" y="500"/>
                </a:lnTo>
                <a:lnTo>
                  <a:pt x="572" y="501"/>
                </a:lnTo>
                <a:lnTo>
                  <a:pt x="572" y="500"/>
                </a:lnTo>
                <a:lnTo>
                  <a:pt x="572" y="499"/>
                </a:lnTo>
                <a:lnTo>
                  <a:pt x="571" y="499"/>
                </a:lnTo>
                <a:lnTo>
                  <a:pt x="571" y="498"/>
                </a:lnTo>
                <a:lnTo>
                  <a:pt x="570" y="498"/>
                </a:lnTo>
                <a:lnTo>
                  <a:pt x="570" y="499"/>
                </a:lnTo>
                <a:lnTo>
                  <a:pt x="569" y="499"/>
                </a:lnTo>
                <a:lnTo>
                  <a:pt x="569" y="498"/>
                </a:lnTo>
                <a:lnTo>
                  <a:pt x="569" y="497"/>
                </a:lnTo>
                <a:lnTo>
                  <a:pt x="568" y="497"/>
                </a:lnTo>
                <a:lnTo>
                  <a:pt x="568" y="496"/>
                </a:lnTo>
                <a:lnTo>
                  <a:pt x="567" y="497"/>
                </a:lnTo>
                <a:lnTo>
                  <a:pt x="567" y="498"/>
                </a:lnTo>
                <a:lnTo>
                  <a:pt x="566" y="498"/>
                </a:lnTo>
                <a:lnTo>
                  <a:pt x="566" y="499"/>
                </a:lnTo>
                <a:lnTo>
                  <a:pt x="565" y="499"/>
                </a:lnTo>
                <a:lnTo>
                  <a:pt x="564" y="499"/>
                </a:lnTo>
                <a:lnTo>
                  <a:pt x="564" y="498"/>
                </a:lnTo>
                <a:lnTo>
                  <a:pt x="563" y="498"/>
                </a:lnTo>
                <a:lnTo>
                  <a:pt x="562" y="498"/>
                </a:lnTo>
                <a:lnTo>
                  <a:pt x="562" y="499"/>
                </a:lnTo>
                <a:lnTo>
                  <a:pt x="562" y="500"/>
                </a:lnTo>
                <a:lnTo>
                  <a:pt x="562" y="501"/>
                </a:lnTo>
                <a:lnTo>
                  <a:pt x="563" y="501"/>
                </a:lnTo>
                <a:lnTo>
                  <a:pt x="562" y="502"/>
                </a:lnTo>
                <a:lnTo>
                  <a:pt x="561" y="502"/>
                </a:lnTo>
                <a:lnTo>
                  <a:pt x="561" y="501"/>
                </a:lnTo>
                <a:lnTo>
                  <a:pt x="560" y="501"/>
                </a:lnTo>
                <a:lnTo>
                  <a:pt x="560" y="500"/>
                </a:lnTo>
                <a:lnTo>
                  <a:pt x="559" y="500"/>
                </a:lnTo>
                <a:lnTo>
                  <a:pt x="559" y="501"/>
                </a:lnTo>
                <a:lnTo>
                  <a:pt x="559" y="502"/>
                </a:lnTo>
                <a:lnTo>
                  <a:pt x="558" y="502"/>
                </a:lnTo>
                <a:lnTo>
                  <a:pt x="558" y="501"/>
                </a:lnTo>
                <a:lnTo>
                  <a:pt x="557" y="501"/>
                </a:lnTo>
                <a:lnTo>
                  <a:pt x="557" y="500"/>
                </a:lnTo>
                <a:lnTo>
                  <a:pt x="556" y="500"/>
                </a:lnTo>
                <a:lnTo>
                  <a:pt x="555" y="500"/>
                </a:lnTo>
                <a:lnTo>
                  <a:pt x="555" y="501"/>
                </a:lnTo>
                <a:lnTo>
                  <a:pt x="555" y="502"/>
                </a:lnTo>
                <a:lnTo>
                  <a:pt x="555" y="501"/>
                </a:lnTo>
                <a:lnTo>
                  <a:pt x="554" y="501"/>
                </a:lnTo>
                <a:lnTo>
                  <a:pt x="554" y="500"/>
                </a:lnTo>
                <a:lnTo>
                  <a:pt x="553" y="500"/>
                </a:lnTo>
                <a:lnTo>
                  <a:pt x="552" y="500"/>
                </a:lnTo>
                <a:lnTo>
                  <a:pt x="550" y="500"/>
                </a:lnTo>
                <a:lnTo>
                  <a:pt x="549" y="500"/>
                </a:lnTo>
                <a:lnTo>
                  <a:pt x="547" y="500"/>
                </a:lnTo>
                <a:lnTo>
                  <a:pt x="546" y="500"/>
                </a:lnTo>
                <a:lnTo>
                  <a:pt x="545" y="500"/>
                </a:lnTo>
                <a:lnTo>
                  <a:pt x="545" y="501"/>
                </a:lnTo>
                <a:lnTo>
                  <a:pt x="544" y="501"/>
                </a:lnTo>
                <a:lnTo>
                  <a:pt x="544" y="500"/>
                </a:lnTo>
                <a:lnTo>
                  <a:pt x="543" y="500"/>
                </a:lnTo>
                <a:lnTo>
                  <a:pt x="543" y="499"/>
                </a:lnTo>
                <a:lnTo>
                  <a:pt x="542" y="499"/>
                </a:lnTo>
                <a:lnTo>
                  <a:pt x="542" y="500"/>
                </a:lnTo>
                <a:lnTo>
                  <a:pt x="543" y="501"/>
                </a:lnTo>
                <a:lnTo>
                  <a:pt x="543" y="502"/>
                </a:lnTo>
                <a:lnTo>
                  <a:pt x="542" y="502"/>
                </a:lnTo>
                <a:lnTo>
                  <a:pt x="541" y="501"/>
                </a:lnTo>
                <a:lnTo>
                  <a:pt x="540" y="500"/>
                </a:lnTo>
                <a:lnTo>
                  <a:pt x="540" y="499"/>
                </a:lnTo>
                <a:lnTo>
                  <a:pt x="539" y="499"/>
                </a:lnTo>
                <a:lnTo>
                  <a:pt x="538" y="499"/>
                </a:lnTo>
                <a:lnTo>
                  <a:pt x="537" y="499"/>
                </a:lnTo>
                <a:lnTo>
                  <a:pt x="537" y="500"/>
                </a:lnTo>
                <a:lnTo>
                  <a:pt x="536" y="500"/>
                </a:lnTo>
                <a:lnTo>
                  <a:pt x="535" y="499"/>
                </a:lnTo>
                <a:lnTo>
                  <a:pt x="534" y="499"/>
                </a:lnTo>
                <a:lnTo>
                  <a:pt x="534" y="498"/>
                </a:lnTo>
                <a:lnTo>
                  <a:pt x="533" y="498"/>
                </a:lnTo>
                <a:lnTo>
                  <a:pt x="533" y="497"/>
                </a:lnTo>
                <a:lnTo>
                  <a:pt x="532" y="497"/>
                </a:lnTo>
                <a:lnTo>
                  <a:pt x="532" y="496"/>
                </a:lnTo>
                <a:lnTo>
                  <a:pt x="533" y="495"/>
                </a:lnTo>
                <a:lnTo>
                  <a:pt x="532" y="495"/>
                </a:lnTo>
                <a:lnTo>
                  <a:pt x="531" y="496"/>
                </a:lnTo>
                <a:lnTo>
                  <a:pt x="530" y="496"/>
                </a:lnTo>
                <a:lnTo>
                  <a:pt x="530" y="495"/>
                </a:lnTo>
                <a:lnTo>
                  <a:pt x="529" y="495"/>
                </a:lnTo>
                <a:lnTo>
                  <a:pt x="529" y="494"/>
                </a:lnTo>
                <a:lnTo>
                  <a:pt x="528" y="494"/>
                </a:lnTo>
                <a:lnTo>
                  <a:pt x="528" y="495"/>
                </a:lnTo>
                <a:lnTo>
                  <a:pt x="527" y="495"/>
                </a:lnTo>
                <a:lnTo>
                  <a:pt x="526" y="495"/>
                </a:lnTo>
                <a:lnTo>
                  <a:pt x="527" y="495"/>
                </a:lnTo>
                <a:lnTo>
                  <a:pt x="527" y="494"/>
                </a:lnTo>
                <a:lnTo>
                  <a:pt x="526" y="494"/>
                </a:lnTo>
                <a:lnTo>
                  <a:pt x="525" y="494"/>
                </a:lnTo>
                <a:lnTo>
                  <a:pt x="525" y="495"/>
                </a:lnTo>
                <a:lnTo>
                  <a:pt x="525" y="496"/>
                </a:lnTo>
                <a:lnTo>
                  <a:pt x="526" y="496"/>
                </a:lnTo>
                <a:lnTo>
                  <a:pt x="525" y="496"/>
                </a:lnTo>
                <a:lnTo>
                  <a:pt x="524" y="496"/>
                </a:lnTo>
                <a:lnTo>
                  <a:pt x="523" y="496"/>
                </a:lnTo>
                <a:lnTo>
                  <a:pt x="522" y="496"/>
                </a:lnTo>
                <a:lnTo>
                  <a:pt x="521" y="496"/>
                </a:lnTo>
                <a:lnTo>
                  <a:pt x="520" y="496"/>
                </a:lnTo>
                <a:lnTo>
                  <a:pt x="520" y="495"/>
                </a:lnTo>
                <a:lnTo>
                  <a:pt x="520" y="494"/>
                </a:lnTo>
                <a:lnTo>
                  <a:pt x="519" y="494"/>
                </a:lnTo>
                <a:lnTo>
                  <a:pt x="518" y="494"/>
                </a:lnTo>
                <a:lnTo>
                  <a:pt x="517" y="494"/>
                </a:lnTo>
                <a:lnTo>
                  <a:pt x="516" y="494"/>
                </a:lnTo>
                <a:lnTo>
                  <a:pt x="516" y="495"/>
                </a:lnTo>
                <a:lnTo>
                  <a:pt x="516" y="496"/>
                </a:lnTo>
                <a:lnTo>
                  <a:pt x="515" y="496"/>
                </a:lnTo>
                <a:lnTo>
                  <a:pt x="514" y="496"/>
                </a:lnTo>
                <a:lnTo>
                  <a:pt x="514" y="495"/>
                </a:lnTo>
                <a:lnTo>
                  <a:pt x="513" y="495"/>
                </a:lnTo>
                <a:lnTo>
                  <a:pt x="512" y="495"/>
                </a:lnTo>
                <a:lnTo>
                  <a:pt x="512" y="494"/>
                </a:lnTo>
                <a:lnTo>
                  <a:pt x="510" y="494"/>
                </a:lnTo>
                <a:lnTo>
                  <a:pt x="509" y="494"/>
                </a:lnTo>
                <a:lnTo>
                  <a:pt x="507" y="494"/>
                </a:lnTo>
                <a:lnTo>
                  <a:pt x="506" y="494"/>
                </a:lnTo>
                <a:lnTo>
                  <a:pt x="506" y="493"/>
                </a:lnTo>
                <a:lnTo>
                  <a:pt x="508" y="493"/>
                </a:lnTo>
                <a:lnTo>
                  <a:pt x="509" y="493"/>
                </a:lnTo>
                <a:lnTo>
                  <a:pt x="509" y="492"/>
                </a:lnTo>
                <a:lnTo>
                  <a:pt x="509" y="491"/>
                </a:lnTo>
                <a:lnTo>
                  <a:pt x="508" y="491"/>
                </a:lnTo>
                <a:lnTo>
                  <a:pt x="507" y="491"/>
                </a:lnTo>
                <a:lnTo>
                  <a:pt x="506" y="492"/>
                </a:lnTo>
                <a:lnTo>
                  <a:pt x="505" y="492"/>
                </a:lnTo>
                <a:lnTo>
                  <a:pt x="505" y="491"/>
                </a:lnTo>
                <a:lnTo>
                  <a:pt x="504" y="491"/>
                </a:lnTo>
                <a:lnTo>
                  <a:pt x="505" y="491"/>
                </a:lnTo>
                <a:lnTo>
                  <a:pt x="505" y="490"/>
                </a:lnTo>
                <a:lnTo>
                  <a:pt x="504" y="490"/>
                </a:lnTo>
                <a:lnTo>
                  <a:pt x="503" y="490"/>
                </a:lnTo>
                <a:lnTo>
                  <a:pt x="502" y="490"/>
                </a:lnTo>
                <a:lnTo>
                  <a:pt x="502" y="489"/>
                </a:lnTo>
                <a:lnTo>
                  <a:pt x="503" y="489"/>
                </a:lnTo>
                <a:lnTo>
                  <a:pt x="502" y="489"/>
                </a:lnTo>
                <a:lnTo>
                  <a:pt x="501" y="489"/>
                </a:lnTo>
                <a:lnTo>
                  <a:pt x="500" y="490"/>
                </a:lnTo>
                <a:lnTo>
                  <a:pt x="500" y="489"/>
                </a:lnTo>
                <a:lnTo>
                  <a:pt x="499" y="489"/>
                </a:lnTo>
                <a:lnTo>
                  <a:pt x="499" y="488"/>
                </a:lnTo>
                <a:lnTo>
                  <a:pt x="498" y="488"/>
                </a:lnTo>
                <a:lnTo>
                  <a:pt x="497" y="489"/>
                </a:lnTo>
                <a:lnTo>
                  <a:pt x="496" y="489"/>
                </a:lnTo>
                <a:lnTo>
                  <a:pt x="496" y="488"/>
                </a:lnTo>
                <a:lnTo>
                  <a:pt x="495" y="488"/>
                </a:lnTo>
                <a:lnTo>
                  <a:pt x="494" y="488"/>
                </a:lnTo>
                <a:lnTo>
                  <a:pt x="493" y="488"/>
                </a:lnTo>
                <a:lnTo>
                  <a:pt x="493" y="487"/>
                </a:lnTo>
                <a:lnTo>
                  <a:pt x="494" y="487"/>
                </a:lnTo>
                <a:lnTo>
                  <a:pt x="494" y="486"/>
                </a:lnTo>
                <a:lnTo>
                  <a:pt x="495" y="485"/>
                </a:lnTo>
                <a:lnTo>
                  <a:pt x="496" y="485"/>
                </a:lnTo>
                <a:lnTo>
                  <a:pt x="497" y="485"/>
                </a:lnTo>
                <a:lnTo>
                  <a:pt x="497" y="484"/>
                </a:lnTo>
                <a:lnTo>
                  <a:pt x="496" y="484"/>
                </a:lnTo>
                <a:lnTo>
                  <a:pt x="497" y="483"/>
                </a:lnTo>
                <a:lnTo>
                  <a:pt x="498" y="483"/>
                </a:lnTo>
                <a:lnTo>
                  <a:pt x="500" y="483"/>
                </a:lnTo>
                <a:lnTo>
                  <a:pt x="500" y="482"/>
                </a:lnTo>
                <a:lnTo>
                  <a:pt x="499" y="482"/>
                </a:lnTo>
                <a:lnTo>
                  <a:pt x="498" y="482"/>
                </a:lnTo>
                <a:lnTo>
                  <a:pt x="497" y="482"/>
                </a:lnTo>
                <a:lnTo>
                  <a:pt x="496" y="482"/>
                </a:lnTo>
                <a:lnTo>
                  <a:pt x="495" y="482"/>
                </a:lnTo>
                <a:lnTo>
                  <a:pt x="494" y="481"/>
                </a:lnTo>
                <a:lnTo>
                  <a:pt x="495" y="481"/>
                </a:lnTo>
                <a:lnTo>
                  <a:pt x="495" y="480"/>
                </a:lnTo>
                <a:lnTo>
                  <a:pt x="494" y="479"/>
                </a:lnTo>
                <a:lnTo>
                  <a:pt x="494" y="480"/>
                </a:lnTo>
                <a:lnTo>
                  <a:pt x="493" y="480"/>
                </a:lnTo>
                <a:lnTo>
                  <a:pt x="492" y="480"/>
                </a:lnTo>
                <a:lnTo>
                  <a:pt x="492" y="479"/>
                </a:lnTo>
                <a:lnTo>
                  <a:pt x="493" y="479"/>
                </a:lnTo>
                <a:lnTo>
                  <a:pt x="493" y="478"/>
                </a:lnTo>
                <a:lnTo>
                  <a:pt x="493" y="477"/>
                </a:lnTo>
                <a:lnTo>
                  <a:pt x="492" y="477"/>
                </a:lnTo>
                <a:lnTo>
                  <a:pt x="491" y="477"/>
                </a:lnTo>
                <a:lnTo>
                  <a:pt x="490" y="477"/>
                </a:lnTo>
                <a:lnTo>
                  <a:pt x="490" y="476"/>
                </a:lnTo>
                <a:lnTo>
                  <a:pt x="489" y="476"/>
                </a:lnTo>
                <a:lnTo>
                  <a:pt x="488" y="475"/>
                </a:lnTo>
                <a:lnTo>
                  <a:pt x="487" y="475"/>
                </a:lnTo>
                <a:lnTo>
                  <a:pt x="487" y="474"/>
                </a:lnTo>
                <a:lnTo>
                  <a:pt x="487" y="473"/>
                </a:lnTo>
                <a:lnTo>
                  <a:pt x="488" y="473"/>
                </a:lnTo>
                <a:lnTo>
                  <a:pt x="488" y="472"/>
                </a:lnTo>
                <a:lnTo>
                  <a:pt x="489" y="472"/>
                </a:lnTo>
                <a:lnTo>
                  <a:pt x="489" y="473"/>
                </a:lnTo>
                <a:lnTo>
                  <a:pt x="490" y="473"/>
                </a:lnTo>
                <a:lnTo>
                  <a:pt x="491" y="472"/>
                </a:lnTo>
                <a:lnTo>
                  <a:pt x="491" y="471"/>
                </a:lnTo>
                <a:lnTo>
                  <a:pt x="490" y="471"/>
                </a:lnTo>
                <a:lnTo>
                  <a:pt x="489" y="472"/>
                </a:lnTo>
                <a:lnTo>
                  <a:pt x="489" y="471"/>
                </a:lnTo>
                <a:lnTo>
                  <a:pt x="488" y="471"/>
                </a:lnTo>
                <a:lnTo>
                  <a:pt x="488" y="470"/>
                </a:lnTo>
                <a:lnTo>
                  <a:pt x="488" y="469"/>
                </a:lnTo>
                <a:lnTo>
                  <a:pt x="488" y="468"/>
                </a:lnTo>
                <a:lnTo>
                  <a:pt x="488" y="467"/>
                </a:lnTo>
                <a:lnTo>
                  <a:pt x="487" y="467"/>
                </a:lnTo>
                <a:lnTo>
                  <a:pt x="485" y="467"/>
                </a:lnTo>
                <a:lnTo>
                  <a:pt x="484" y="467"/>
                </a:lnTo>
                <a:lnTo>
                  <a:pt x="484" y="466"/>
                </a:lnTo>
                <a:lnTo>
                  <a:pt x="484" y="465"/>
                </a:lnTo>
                <a:lnTo>
                  <a:pt x="483" y="465"/>
                </a:lnTo>
                <a:lnTo>
                  <a:pt x="482" y="465"/>
                </a:lnTo>
                <a:lnTo>
                  <a:pt x="482" y="464"/>
                </a:lnTo>
                <a:lnTo>
                  <a:pt x="481" y="464"/>
                </a:lnTo>
                <a:lnTo>
                  <a:pt x="480" y="464"/>
                </a:lnTo>
                <a:lnTo>
                  <a:pt x="479" y="464"/>
                </a:lnTo>
                <a:lnTo>
                  <a:pt x="478" y="464"/>
                </a:lnTo>
                <a:lnTo>
                  <a:pt x="477" y="464"/>
                </a:lnTo>
                <a:lnTo>
                  <a:pt x="478" y="463"/>
                </a:lnTo>
                <a:lnTo>
                  <a:pt x="479" y="463"/>
                </a:lnTo>
                <a:lnTo>
                  <a:pt x="479" y="462"/>
                </a:lnTo>
                <a:lnTo>
                  <a:pt x="479" y="461"/>
                </a:lnTo>
                <a:lnTo>
                  <a:pt x="478" y="460"/>
                </a:lnTo>
                <a:lnTo>
                  <a:pt x="477" y="460"/>
                </a:lnTo>
                <a:lnTo>
                  <a:pt x="477" y="461"/>
                </a:lnTo>
                <a:lnTo>
                  <a:pt x="476" y="461"/>
                </a:lnTo>
                <a:lnTo>
                  <a:pt x="475" y="462"/>
                </a:lnTo>
                <a:lnTo>
                  <a:pt x="474" y="462"/>
                </a:lnTo>
                <a:lnTo>
                  <a:pt x="473" y="462"/>
                </a:lnTo>
                <a:lnTo>
                  <a:pt x="473" y="463"/>
                </a:lnTo>
                <a:lnTo>
                  <a:pt x="472" y="463"/>
                </a:lnTo>
                <a:lnTo>
                  <a:pt x="471" y="464"/>
                </a:lnTo>
                <a:lnTo>
                  <a:pt x="471" y="465"/>
                </a:lnTo>
                <a:lnTo>
                  <a:pt x="470" y="466"/>
                </a:lnTo>
                <a:lnTo>
                  <a:pt x="470" y="467"/>
                </a:lnTo>
                <a:lnTo>
                  <a:pt x="470" y="468"/>
                </a:lnTo>
                <a:lnTo>
                  <a:pt x="470" y="469"/>
                </a:lnTo>
                <a:lnTo>
                  <a:pt x="469" y="469"/>
                </a:lnTo>
                <a:lnTo>
                  <a:pt x="469" y="470"/>
                </a:lnTo>
                <a:lnTo>
                  <a:pt x="469" y="469"/>
                </a:lnTo>
                <a:lnTo>
                  <a:pt x="468" y="469"/>
                </a:lnTo>
                <a:lnTo>
                  <a:pt x="468" y="468"/>
                </a:lnTo>
                <a:lnTo>
                  <a:pt x="467" y="467"/>
                </a:lnTo>
                <a:lnTo>
                  <a:pt x="466" y="467"/>
                </a:lnTo>
                <a:lnTo>
                  <a:pt x="466" y="468"/>
                </a:lnTo>
                <a:lnTo>
                  <a:pt x="465" y="468"/>
                </a:lnTo>
                <a:lnTo>
                  <a:pt x="465" y="469"/>
                </a:lnTo>
                <a:lnTo>
                  <a:pt x="465" y="470"/>
                </a:lnTo>
                <a:lnTo>
                  <a:pt x="465" y="471"/>
                </a:lnTo>
                <a:lnTo>
                  <a:pt x="466" y="471"/>
                </a:lnTo>
                <a:lnTo>
                  <a:pt x="466" y="472"/>
                </a:lnTo>
                <a:lnTo>
                  <a:pt x="465" y="472"/>
                </a:lnTo>
                <a:lnTo>
                  <a:pt x="464" y="472"/>
                </a:lnTo>
                <a:lnTo>
                  <a:pt x="463" y="472"/>
                </a:lnTo>
                <a:lnTo>
                  <a:pt x="463" y="471"/>
                </a:lnTo>
                <a:lnTo>
                  <a:pt x="463" y="470"/>
                </a:lnTo>
                <a:lnTo>
                  <a:pt x="463" y="469"/>
                </a:lnTo>
                <a:lnTo>
                  <a:pt x="462" y="469"/>
                </a:lnTo>
                <a:lnTo>
                  <a:pt x="461" y="468"/>
                </a:lnTo>
                <a:lnTo>
                  <a:pt x="460" y="467"/>
                </a:lnTo>
                <a:lnTo>
                  <a:pt x="459" y="467"/>
                </a:lnTo>
                <a:lnTo>
                  <a:pt x="459" y="466"/>
                </a:lnTo>
                <a:lnTo>
                  <a:pt x="458" y="466"/>
                </a:lnTo>
                <a:lnTo>
                  <a:pt x="457" y="466"/>
                </a:lnTo>
                <a:lnTo>
                  <a:pt x="456" y="466"/>
                </a:lnTo>
                <a:lnTo>
                  <a:pt x="456" y="467"/>
                </a:lnTo>
                <a:lnTo>
                  <a:pt x="455" y="467"/>
                </a:lnTo>
                <a:lnTo>
                  <a:pt x="455" y="468"/>
                </a:lnTo>
                <a:lnTo>
                  <a:pt x="456" y="469"/>
                </a:lnTo>
                <a:lnTo>
                  <a:pt x="457" y="469"/>
                </a:lnTo>
                <a:lnTo>
                  <a:pt x="458" y="470"/>
                </a:lnTo>
                <a:lnTo>
                  <a:pt x="459" y="470"/>
                </a:lnTo>
                <a:lnTo>
                  <a:pt x="459" y="471"/>
                </a:lnTo>
                <a:lnTo>
                  <a:pt x="458" y="471"/>
                </a:lnTo>
                <a:lnTo>
                  <a:pt x="457" y="472"/>
                </a:lnTo>
                <a:lnTo>
                  <a:pt x="456" y="473"/>
                </a:lnTo>
                <a:lnTo>
                  <a:pt x="455" y="474"/>
                </a:lnTo>
                <a:lnTo>
                  <a:pt x="454" y="475"/>
                </a:lnTo>
                <a:lnTo>
                  <a:pt x="453" y="475"/>
                </a:lnTo>
                <a:lnTo>
                  <a:pt x="453" y="476"/>
                </a:lnTo>
                <a:lnTo>
                  <a:pt x="452" y="476"/>
                </a:lnTo>
                <a:lnTo>
                  <a:pt x="451" y="476"/>
                </a:lnTo>
                <a:lnTo>
                  <a:pt x="451" y="475"/>
                </a:lnTo>
                <a:lnTo>
                  <a:pt x="450" y="475"/>
                </a:lnTo>
                <a:lnTo>
                  <a:pt x="450" y="474"/>
                </a:lnTo>
                <a:lnTo>
                  <a:pt x="449" y="474"/>
                </a:lnTo>
                <a:lnTo>
                  <a:pt x="448" y="475"/>
                </a:lnTo>
                <a:lnTo>
                  <a:pt x="448" y="476"/>
                </a:lnTo>
                <a:lnTo>
                  <a:pt x="448" y="477"/>
                </a:lnTo>
                <a:lnTo>
                  <a:pt x="448" y="478"/>
                </a:lnTo>
                <a:lnTo>
                  <a:pt x="447" y="478"/>
                </a:lnTo>
                <a:lnTo>
                  <a:pt x="447" y="479"/>
                </a:lnTo>
                <a:lnTo>
                  <a:pt x="446" y="479"/>
                </a:lnTo>
                <a:lnTo>
                  <a:pt x="445" y="480"/>
                </a:lnTo>
                <a:lnTo>
                  <a:pt x="444" y="480"/>
                </a:lnTo>
                <a:lnTo>
                  <a:pt x="444" y="481"/>
                </a:lnTo>
                <a:lnTo>
                  <a:pt x="444" y="482"/>
                </a:lnTo>
                <a:lnTo>
                  <a:pt x="444" y="483"/>
                </a:lnTo>
                <a:lnTo>
                  <a:pt x="445" y="483"/>
                </a:lnTo>
                <a:lnTo>
                  <a:pt x="446" y="484"/>
                </a:lnTo>
                <a:lnTo>
                  <a:pt x="446" y="485"/>
                </a:lnTo>
                <a:lnTo>
                  <a:pt x="446" y="486"/>
                </a:lnTo>
                <a:lnTo>
                  <a:pt x="446" y="487"/>
                </a:lnTo>
                <a:lnTo>
                  <a:pt x="445" y="486"/>
                </a:lnTo>
                <a:lnTo>
                  <a:pt x="445" y="487"/>
                </a:lnTo>
                <a:lnTo>
                  <a:pt x="444" y="487"/>
                </a:lnTo>
                <a:lnTo>
                  <a:pt x="444" y="488"/>
                </a:lnTo>
                <a:lnTo>
                  <a:pt x="443" y="488"/>
                </a:lnTo>
                <a:lnTo>
                  <a:pt x="443" y="489"/>
                </a:lnTo>
                <a:lnTo>
                  <a:pt x="443" y="490"/>
                </a:lnTo>
                <a:lnTo>
                  <a:pt x="443" y="491"/>
                </a:lnTo>
                <a:lnTo>
                  <a:pt x="442" y="491"/>
                </a:lnTo>
                <a:lnTo>
                  <a:pt x="442" y="492"/>
                </a:lnTo>
                <a:lnTo>
                  <a:pt x="442" y="493"/>
                </a:lnTo>
                <a:lnTo>
                  <a:pt x="443" y="493"/>
                </a:lnTo>
                <a:lnTo>
                  <a:pt x="442" y="494"/>
                </a:lnTo>
                <a:lnTo>
                  <a:pt x="441" y="495"/>
                </a:lnTo>
                <a:lnTo>
                  <a:pt x="441" y="496"/>
                </a:lnTo>
                <a:lnTo>
                  <a:pt x="440" y="496"/>
                </a:lnTo>
                <a:lnTo>
                  <a:pt x="440" y="497"/>
                </a:lnTo>
                <a:lnTo>
                  <a:pt x="439" y="498"/>
                </a:lnTo>
                <a:lnTo>
                  <a:pt x="439" y="499"/>
                </a:lnTo>
                <a:lnTo>
                  <a:pt x="439" y="500"/>
                </a:lnTo>
                <a:lnTo>
                  <a:pt x="439" y="501"/>
                </a:lnTo>
                <a:lnTo>
                  <a:pt x="438" y="501"/>
                </a:lnTo>
                <a:lnTo>
                  <a:pt x="438" y="502"/>
                </a:lnTo>
                <a:lnTo>
                  <a:pt x="438" y="503"/>
                </a:lnTo>
                <a:lnTo>
                  <a:pt x="439" y="503"/>
                </a:lnTo>
                <a:lnTo>
                  <a:pt x="439" y="504"/>
                </a:lnTo>
                <a:lnTo>
                  <a:pt x="440" y="504"/>
                </a:lnTo>
                <a:lnTo>
                  <a:pt x="441" y="504"/>
                </a:lnTo>
                <a:lnTo>
                  <a:pt x="441" y="505"/>
                </a:lnTo>
                <a:lnTo>
                  <a:pt x="442" y="505"/>
                </a:lnTo>
                <a:lnTo>
                  <a:pt x="442" y="506"/>
                </a:lnTo>
                <a:lnTo>
                  <a:pt x="442" y="507"/>
                </a:lnTo>
                <a:lnTo>
                  <a:pt x="441" y="507"/>
                </a:lnTo>
                <a:lnTo>
                  <a:pt x="440" y="508"/>
                </a:lnTo>
                <a:lnTo>
                  <a:pt x="439" y="508"/>
                </a:lnTo>
                <a:lnTo>
                  <a:pt x="438" y="508"/>
                </a:lnTo>
                <a:lnTo>
                  <a:pt x="437" y="508"/>
                </a:lnTo>
                <a:lnTo>
                  <a:pt x="437" y="507"/>
                </a:lnTo>
                <a:lnTo>
                  <a:pt x="438" y="507"/>
                </a:lnTo>
                <a:lnTo>
                  <a:pt x="439" y="507"/>
                </a:lnTo>
                <a:lnTo>
                  <a:pt x="440" y="506"/>
                </a:lnTo>
                <a:lnTo>
                  <a:pt x="440" y="505"/>
                </a:lnTo>
                <a:lnTo>
                  <a:pt x="439" y="505"/>
                </a:lnTo>
                <a:lnTo>
                  <a:pt x="438" y="505"/>
                </a:lnTo>
                <a:lnTo>
                  <a:pt x="437" y="505"/>
                </a:lnTo>
                <a:lnTo>
                  <a:pt x="437" y="506"/>
                </a:lnTo>
                <a:lnTo>
                  <a:pt x="436" y="506"/>
                </a:lnTo>
                <a:lnTo>
                  <a:pt x="435" y="506"/>
                </a:lnTo>
                <a:lnTo>
                  <a:pt x="435" y="507"/>
                </a:lnTo>
                <a:lnTo>
                  <a:pt x="434" y="507"/>
                </a:lnTo>
                <a:lnTo>
                  <a:pt x="433" y="507"/>
                </a:lnTo>
                <a:lnTo>
                  <a:pt x="432" y="507"/>
                </a:lnTo>
                <a:lnTo>
                  <a:pt x="432" y="509"/>
                </a:lnTo>
                <a:lnTo>
                  <a:pt x="433" y="509"/>
                </a:lnTo>
                <a:lnTo>
                  <a:pt x="432" y="509"/>
                </a:lnTo>
                <a:lnTo>
                  <a:pt x="431" y="509"/>
                </a:lnTo>
                <a:lnTo>
                  <a:pt x="430" y="510"/>
                </a:lnTo>
                <a:lnTo>
                  <a:pt x="430" y="511"/>
                </a:lnTo>
                <a:lnTo>
                  <a:pt x="430" y="512"/>
                </a:lnTo>
                <a:lnTo>
                  <a:pt x="429" y="512"/>
                </a:lnTo>
                <a:lnTo>
                  <a:pt x="428" y="513"/>
                </a:lnTo>
                <a:lnTo>
                  <a:pt x="427" y="513"/>
                </a:lnTo>
                <a:lnTo>
                  <a:pt x="427" y="514"/>
                </a:lnTo>
                <a:lnTo>
                  <a:pt x="426" y="514"/>
                </a:lnTo>
                <a:lnTo>
                  <a:pt x="426" y="515"/>
                </a:lnTo>
                <a:lnTo>
                  <a:pt x="426" y="516"/>
                </a:lnTo>
                <a:lnTo>
                  <a:pt x="426" y="518"/>
                </a:lnTo>
                <a:lnTo>
                  <a:pt x="425" y="518"/>
                </a:lnTo>
                <a:lnTo>
                  <a:pt x="425" y="519"/>
                </a:lnTo>
                <a:lnTo>
                  <a:pt x="424" y="519"/>
                </a:lnTo>
                <a:lnTo>
                  <a:pt x="423" y="519"/>
                </a:lnTo>
                <a:lnTo>
                  <a:pt x="422" y="520"/>
                </a:lnTo>
                <a:lnTo>
                  <a:pt x="422" y="521"/>
                </a:lnTo>
                <a:lnTo>
                  <a:pt x="422" y="522"/>
                </a:lnTo>
                <a:lnTo>
                  <a:pt x="421" y="522"/>
                </a:lnTo>
                <a:lnTo>
                  <a:pt x="421" y="523"/>
                </a:lnTo>
                <a:lnTo>
                  <a:pt x="421" y="524"/>
                </a:lnTo>
                <a:lnTo>
                  <a:pt x="420" y="524"/>
                </a:lnTo>
                <a:lnTo>
                  <a:pt x="419" y="524"/>
                </a:lnTo>
                <a:lnTo>
                  <a:pt x="420" y="525"/>
                </a:lnTo>
                <a:lnTo>
                  <a:pt x="420" y="526"/>
                </a:lnTo>
                <a:lnTo>
                  <a:pt x="419" y="527"/>
                </a:lnTo>
                <a:lnTo>
                  <a:pt x="418" y="527"/>
                </a:lnTo>
                <a:lnTo>
                  <a:pt x="417" y="528"/>
                </a:lnTo>
                <a:lnTo>
                  <a:pt x="416" y="528"/>
                </a:lnTo>
                <a:lnTo>
                  <a:pt x="415" y="528"/>
                </a:lnTo>
                <a:lnTo>
                  <a:pt x="414" y="530"/>
                </a:lnTo>
                <a:lnTo>
                  <a:pt x="413" y="530"/>
                </a:lnTo>
                <a:lnTo>
                  <a:pt x="412" y="530"/>
                </a:lnTo>
                <a:lnTo>
                  <a:pt x="411" y="531"/>
                </a:lnTo>
                <a:lnTo>
                  <a:pt x="411" y="532"/>
                </a:lnTo>
                <a:lnTo>
                  <a:pt x="410" y="532"/>
                </a:lnTo>
                <a:lnTo>
                  <a:pt x="409" y="533"/>
                </a:lnTo>
                <a:lnTo>
                  <a:pt x="409" y="534"/>
                </a:lnTo>
                <a:lnTo>
                  <a:pt x="408" y="534"/>
                </a:lnTo>
                <a:lnTo>
                  <a:pt x="407" y="534"/>
                </a:lnTo>
                <a:lnTo>
                  <a:pt x="406" y="534"/>
                </a:lnTo>
                <a:lnTo>
                  <a:pt x="405" y="534"/>
                </a:lnTo>
                <a:lnTo>
                  <a:pt x="404" y="534"/>
                </a:lnTo>
                <a:lnTo>
                  <a:pt x="404" y="535"/>
                </a:lnTo>
                <a:lnTo>
                  <a:pt x="404" y="536"/>
                </a:lnTo>
                <a:lnTo>
                  <a:pt x="405" y="537"/>
                </a:lnTo>
                <a:lnTo>
                  <a:pt x="406" y="537"/>
                </a:lnTo>
                <a:lnTo>
                  <a:pt x="405" y="538"/>
                </a:lnTo>
                <a:lnTo>
                  <a:pt x="405" y="539"/>
                </a:lnTo>
                <a:lnTo>
                  <a:pt x="405" y="540"/>
                </a:lnTo>
                <a:lnTo>
                  <a:pt x="404" y="540"/>
                </a:lnTo>
                <a:lnTo>
                  <a:pt x="404" y="539"/>
                </a:lnTo>
                <a:lnTo>
                  <a:pt x="403" y="539"/>
                </a:lnTo>
                <a:lnTo>
                  <a:pt x="402" y="540"/>
                </a:lnTo>
                <a:lnTo>
                  <a:pt x="403" y="542"/>
                </a:lnTo>
                <a:lnTo>
                  <a:pt x="403" y="543"/>
                </a:lnTo>
                <a:lnTo>
                  <a:pt x="402" y="543"/>
                </a:lnTo>
                <a:lnTo>
                  <a:pt x="401" y="543"/>
                </a:lnTo>
                <a:lnTo>
                  <a:pt x="400" y="543"/>
                </a:lnTo>
                <a:lnTo>
                  <a:pt x="400" y="544"/>
                </a:lnTo>
                <a:lnTo>
                  <a:pt x="401" y="545"/>
                </a:lnTo>
                <a:lnTo>
                  <a:pt x="400" y="546"/>
                </a:lnTo>
                <a:lnTo>
                  <a:pt x="399" y="546"/>
                </a:lnTo>
                <a:lnTo>
                  <a:pt x="398" y="547"/>
                </a:lnTo>
                <a:lnTo>
                  <a:pt x="398" y="548"/>
                </a:lnTo>
                <a:lnTo>
                  <a:pt x="398" y="549"/>
                </a:lnTo>
                <a:lnTo>
                  <a:pt x="397" y="549"/>
                </a:lnTo>
                <a:lnTo>
                  <a:pt x="397" y="550"/>
                </a:lnTo>
                <a:lnTo>
                  <a:pt x="397" y="551"/>
                </a:lnTo>
                <a:lnTo>
                  <a:pt x="396" y="551"/>
                </a:lnTo>
                <a:lnTo>
                  <a:pt x="396" y="550"/>
                </a:lnTo>
                <a:lnTo>
                  <a:pt x="395" y="550"/>
                </a:lnTo>
                <a:lnTo>
                  <a:pt x="394" y="550"/>
                </a:lnTo>
                <a:lnTo>
                  <a:pt x="393" y="550"/>
                </a:lnTo>
                <a:lnTo>
                  <a:pt x="392" y="551"/>
                </a:lnTo>
                <a:lnTo>
                  <a:pt x="392" y="552"/>
                </a:lnTo>
                <a:lnTo>
                  <a:pt x="391" y="552"/>
                </a:lnTo>
                <a:lnTo>
                  <a:pt x="392" y="552"/>
                </a:lnTo>
                <a:lnTo>
                  <a:pt x="393" y="552"/>
                </a:lnTo>
                <a:lnTo>
                  <a:pt x="394" y="552"/>
                </a:lnTo>
                <a:lnTo>
                  <a:pt x="395" y="552"/>
                </a:lnTo>
                <a:lnTo>
                  <a:pt x="395" y="553"/>
                </a:lnTo>
                <a:lnTo>
                  <a:pt x="394" y="554"/>
                </a:lnTo>
                <a:lnTo>
                  <a:pt x="393" y="554"/>
                </a:lnTo>
                <a:lnTo>
                  <a:pt x="393" y="553"/>
                </a:lnTo>
                <a:lnTo>
                  <a:pt x="392" y="553"/>
                </a:lnTo>
                <a:lnTo>
                  <a:pt x="391" y="553"/>
                </a:lnTo>
                <a:lnTo>
                  <a:pt x="390" y="554"/>
                </a:lnTo>
                <a:lnTo>
                  <a:pt x="390" y="555"/>
                </a:lnTo>
                <a:lnTo>
                  <a:pt x="389" y="555"/>
                </a:lnTo>
                <a:lnTo>
                  <a:pt x="389" y="556"/>
                </a:lnTo>
                <a:lnTo>
                  <a:pt x="388" y="556"/>
                </a:lnTo>
                <a:lnTo>
                  <a:pt x="388" y="555"/>
                </a:lnTo>
                <a:lnTo>
                  <a:pt x="387" y="555"/>
                </a:lnTo>
                <a:lnTo>
                  <a:pt x="386" y="555"/>
                </a:lnTo>
                <a:lnTo>
                  <a:pt x="386" y="554"/>
                </a:lnTo>
                <a:lnTo>
                  <a:pt x="385" y="554"/>
                </a:lnTo>
                <a:lnTo>
                  <a:pt x="386" y="554"/>
                </a:lnTo>
                <a:lnTo>
                  <a:pt x="386" y="553"/>
                </a:lnTo>
                <a:lnTo>
                  <a:pt x="386" y="552"/>
                </a:lnTo>
                <a:lnTo>
                  <a:pt x="385" y="552"/>
                </a:lnTo>
                <a:lnTo>
                  <a:pt x="385" y="553"/>
                </a:lnTo>
                <a:lnTo>
                  <a:pt x="385" y="554"/>
                </a:lnTo>
                <a:lnTo>
                  <a:pt x="384" y="554"/>
                </a:lnTo>
                <a:lnTo>
                  <a:pt x="384" y="553"/>
                </a:lnTo>
                <a:lnTo>
                  <a:pt x="383" y="553"/>
                </a:lnTo>
                <a:lnTo>
                  <a:pt x="382" y="553"/>
                </a:lnTo>
                <a:lnTo>
                  <a:pt x="381" y="553"/>
                </a:lnTo>
                <a:lnTo>
                  <a:pt x="381" y="554"/>
                </a:lnTo>
                <a:lnTo>
                  <a:pt x="381" y="555"/>
                </a:lnTo>
                <a:lnTo>
                  <a:pt x="380" y="555"/>
                </a:lnTo>
                <a:lnTo>
                  <a:pt x="379" y="555"/>
                </a:lnTo>
                <a:lnTo>
                  <a:pt x="379" y="556"/>
                </a:lnTo>
                <a:lnTo>
                  <a:pt x="378" y="556"/>
                </a:lnTo>
                <a:lnTo>
                  <a:pt x="378" y="557"/>
                </a:lnTo>
                <a:lnTo>
                  <a:pt x="377" y="557"/>
                </a:lnTo>
                <a:lnTo>
                  <a:pt x="376" y="557"/>
                </a:lnTo>
                <a:lnTo>
                  <a:pt x="376" y="556"/>
                </a:lnTo>
                <a:lnTo>
                  <a:pt x="376" y="557"/>
                </a:lnTo>
                <a:lnTo>
                  <a:pt x="376" y="556"/>
                </a:lnTo>
                <a:lnTo>
                  <a:pt x="376" y="555"/>
                </a:lnTo>
                <a:lnTo>
                  <a:pt x="375" y="555"/>
                </a:lnTo>
                <a:lnTo>
                  <a:pt x="375" y="554"/>
                </a:lnTo>
                <a:lnTo>
                  <a:pt x="374" y="554"/>
                </a:lnTo>
                <a:lnTo>
                  <a:pt x="372" y="554"/>
                </a:lnTo>
                <a:lnTo>
                  <a:pt x="372" y="555"/>
                </a:lnTo>
                <a:lnTo>
                  <a:pt x="371" y="555"/>
                </a:lnTo>
                <a:lnTo>
                  <a:pt x="371" y="556"/>
                </a:lnTo>
                <a:lnTo>
                  <a:pt x="370" y="556"/>
                </a:lnTo>
                <a:lnTo>
                  <a:pt x="369" y="556"/>
                </a:lnTo>
                <a:lnTo>
                  <a:pt x="368" y="556"/>
                </a:lnTo>
                <a:lnTo>
                  <a:pt x="367" y="557"/>
                </a:lnTo>
                <a:lnTo>
                  <a:pt x="367" y="556"/>
                </a:lnTo>
                <a:lnTo>
                  <a:pt x="366" y="556"/>
                </a:lnTo>
                <a:lnTo>
                  <a:pt x="366" y="555"/>
                </a:lnTo>
                <a:lnTo>
                  <a:pt x="366" y="554"/>
                </a:lnTo>
                <a:lnTo>
                  <a:pt x="365" y="554"/>
                </a:lnTo>
                <a:lnTo>
                  <a:pt x="365" y="553"/>
                </a:lnTo>
                <a:lnTo>
                  <a:pt x="364" y="553"/>
                </a:lnTo>
                <a:lnTo>
                  <a:pt x="363" y="553"/>
                </a:lnTo>
                <a:lnTo>
                  <a:pt x="363" y="552"/>
                </a:lnTo>
                <a:lnTo>
                  <a:pt x="362" y="552"/>
                </a:lnTo>
                <a:lnTo>
                  <a:pt x="362" y="553"/>
                </a:lnTo>
                <a:lnTo>
                  <a:pt x="361" y="553"/>
                </a:lnTo>
                <a:lnTo>
                  <a:pt x="359" y="553"/>
                </a:lnTo>
                <a:lnTo>
                  <a:pt x="358" y="553"/>
                </a:lnTo>
                <a:lnTo>
                  <a:pt x="357" y="554"/>
                </a:lnTo>
                <a:lnTo>
                  <a:pt x="356" y="554"/>
                </a:lnTo>
                <a:lnTo>
                  <a:pt x="355" y="554"/>
                </a:lnTo>
                <a:lnTo>
                  <a:pt x="355" y="553"/>
                </a:lnTo>
                <a:lnTo>
                  <a:pt x="356" y="552"/>
                </a:lnTo>
                <a:lnTo>
                  <a:pt x="356" y="551"/>
                </a:lnTo>
                <a:lnTo>
                  <a:pt x="356" y="552"/>
                </a:lnTo>
                <a:lnTo>
                  <a:pt x="356" y="551"/>
                </a:lnTo>
                <a:lnTo>
                  <a:pt x="357" y="551"/>
                </a:lnTo>
                <a:lnTo>
                  <a:pt x="356" y="551"/>
                </a:lnTo>
                <a:lnTo>
                  <a:pt x="356" y="550"/>
                </a:lnTo>
                <a:lnTo>
                  <a:pt x="357" y="550"/>
                </a:lnTo>
                <a:lnTo>
                  <a:pt x="358" y="550"/>
                </a:lnTo>
                <a:lnTo>
                  <a:pt x="358" y="549"/>
                </a:lnTo>
                <a:lnTo>
                  <a:pt x="359" y="549"/>
                </a:lnTo>
                <a:lnTo>
                  <a:pt x="360" y="549"/>
                </a:lnTo>
                <a:lnTo>
                  <a:pt x="361" y="549"/>
                </a:lnTo>
                <a:lnTo>
                  <a:pt x="361" y="548"/>
                </a:lnTo>
                <a:lnTo>
                  <a:pt x="361" y="547"/>
                </a:lnTo>
                <a:lnTo>
                  <a:pt x="362" y="547"/>
                </a:lnTo>
                <a:lnTo>
                  <a:pt x="362" y="546"/>
                </a:lnTo>
                <a:lnTo>
                  <a:pt x="363" y="545"/>
                </a:lnTo>
                <a:lnTo>
                  <a:pt x="364" y="546"/>
                </a:lnTo>
                <a:lnTo>
                  <a:pt x="365" y="545"/>
                </a:lnTo>
                <a:lnTo>
                  <a:pt x="365" y="544"/>
                </a:lnTo>
                <a:lnTo>
                  <a:pt x="364" y="543"/>
                </a:lnTo>
                <a:lnTo>
                  <a:pt x="365" y="543"/>
                </a:lnTo>
                <a:lnTo>
                  <a:pt x="365" y="542"/>
                </a:lnTo>
                <a:lnTo>
                  <a:pt x="365" y="541"/>
                </a:lnTo>
                <a:lnTo>
                  <a:pt x="367" y="540"/>
                </a:lnTo>
                <a:lnTo>
                  <a:pt x="367" y="539"/>
                </a:lnTo>
                <a:lnTo>
                  <a:pt x="368" y="539"/>
                </a:lnTo>
                <a:lnTo>
                  <a:pt x="368" y="538"/>
                </a:lnTo>
                <a:lnTo>
                  <a:pt x="369" y="538"/>
                </a:lnTo>
                <a:lnTo>
                  <a:pt x="369" y="537"/>
                </a:lnTo>
                <a:lnTo>
                  <a:pt x="369" y="536"/>
                </a:lnTo>
                <a:lnTo>
                  <a:pt x="369" y="535"/>
                </a:lnTo>
                <a:lnTo>
                  <a:pt x="370" y="535"/>
                </a:lnTo>
                <a:lnTo>
                  <a:pt x="370" y="534"/>
                </a:lnTo>
                <a:lnTo>
                  <a:pt x="369" y="534"/>
                </a:lnTo>
                <a:lnTo>
                  <a:pt x="368" y="533"/>
                </a:lnTo>
                <a:lnTo>
                  <a:pt x="368" y="534"/>
                </a:lnTo>
                <a:lnTo>
                  <a:pt x="367" y="534"/>
                </a:lnTo>
                <a:lnTo>
                  <a:pt x="367" y="533"/>
                </a:lnTo>
                <a:lnTo>
                  <a:pt x="368" y="533"/>
                </a:lnTo>
                <a:lnTo>
                  <a:pt x="368" y="532"/>
                </a:lnTo>
                <a:lnTo>
                  <a:pt x="368" y="531"/>
                </a:lnTo>
                <a:lnTo>
                  <a:pt x="369" y="531"/>
                </a:lnTo>
                <a:lnTo>
                  <a:pt x="369" y="530"/>
                </a:lnTo>
                <a:lnTo>
                  <a:pt x="370" y="530"/>
                </a:lnTo>
                <a:lnTo>
                  <a:pt x="371" y="530"/>
                </a:lnTo>
                <a:lnTo>
                  <a:pt x="372" y="530"/>
                </a:lnTo>
                <a:lnTo>
                  <a:pt x="372" y="529"/>
                </a:lnTo>
                <a:lnTo>
                  <a:pt x="372" y="528"/>
                </a:lnTo>
                <a:lnTo>
                  <a:pt x="373" y="527"/>
                </a:lnTo>
                <a:lnTo>
                  <a:pt x="374" y="527"/>
                </a:lnTo>
                <a:lnTo>
                  <a:pt x="374" y="526"/>
                </a:lnTo>
                <a:lnTo>
                  <a:pt x="373" y="526"/>
                </a:lnTo>
                <a:lnTo>
                  <a:pt x="372" y="526"/>
                </a:lnTo>
                <a:lnTo>
                  <a:pt x="371" y="526"/>
                </a:lnTo>
                <a:lnTo>
                  <a:pt x="371" y="525"/>
                </a:lnTo>
                <a:lnTo>
                  <a:pt x="370" y="525"/>
                </a:lnTo>
                <a:lnTo>
                  <a:pt x="369" y="523"/>
                </a:lnTo>
                <a:lnTo>
                  <a:pt x="370" y="523"/>
                </a:lnTo>
                <a:lnTo>
                  <a:pt x="370" y="522"/>
                </a:lnTo>
                <a:lnTo>
                  <a:pt x="371" y="521"/>
                </a:lnTo>
                <a:lnTo>
                  <a:pt x="371" y="520"/>
                </a:lnTo>
                <a:lnTo>
                  <a:pt x="372" y="519"/>
                </a:lnTo>
                <a:lnTo>
                  <a:pt x="371" y="519"/>
                </a:lnTo>
                <a:lnTo>
                  <a:pt x="371" y="518"/>
                </a:lnTo>
                <a:lnTo>
                  <a:pt x="370" y="518"/>
                </a:lnTo>
                <a:lnTo>
                  <a:pt x="369" y="518"/>
                </a:lnTo>
                <a:lnTo>
                  <a:pt x="368" y="518"/>
                </a:lnTo>
                <a:lnTo>
                  <a:pt x="367" y="518"/>
                </a:lnTo>
                <a:lnTo>
                  <a:pt x="366" y="518"/>
                </a:lnTo>
                <a:lnTo>
                  <a:pt x="365" y="517"/>
                </a:lnTo>
                <a:lnTo>
                  <a:pt x="365" y="516"/>
                </a:lnTo>
                <a:lnTo>
                  <a:pt x="365" y="515"/>
                </a:lnTo>
                <a:lnTo>
                  <a:pt x="364" y="515"/>
                </a:lnTo>
                <a:lnTo>
                  <a:pt x="363" y="516"/>
                </a:lnTo>
                <a:lnTo>
                  <a:pt x="362" y="516"/>
                </a:lnTo>
                <a:lnTo>
                  <a:pt x="361" y="516"/>
                </a:lnTo>
                <a:lnTo>
                  <a:pt x="361" y="515"/>
                </a:lnTo>
                <a:lnTo>
                  <a:pt x="361" y="514"/>
                </a:lnTo>
                <a:lnTo>
                  <a:pt x="361" y="513"/>
                </a:lnTo>
                <a:lnTo>
                  <a:pt x="361" y="512"/>
                </a:lnTo>
                <a:lnTo>
                  <a:pt x="360" y="512"/>
                </a:lnTo>
                <a:lnTo>
                  <a:pt x="360" y="511"/>
                </a:lnTo>
                <a:lnTo>
                  <a:pt x="359" y="511"/>
                </a:lnTo>
                <a:lnTo>
                  <a:pt x="360" y="511"/>
                </a:lnTo>
                <a:lnTo>
                  <a:pt x="360" y="510"/>
                </a:lnTo>
                <a:lnTo>
                  <a:pt x="361" y="510"/>
                </a:lnTo>
                <a:lnTo>
                  <a:pt x="361" y="509"/>
                </a:lnTo>
                <a:lnTo>
                  <a:pt x="361" y="508"/>
                </a:lnTo>
                <a:lnTo>
                  <a:pt x="360" y="508"/>
                </a:lnTo>
                <a:lnTo>
                  <a:pt x="360" y="507"/>
                </a:lnTo>
                <a:lnTo>
                  <a:pt x="359" y="507"/>
                </a:lnTo>
                <a:lnTo>
                  <a:pt x="358" y="506"/>
                </a:lnTo>
                <a:lnTo>
                  <a:pt x="356" y="506"/>
                </a:lnTo>
                <a:lnTo>
                  <a:pt x="356" y="505"/>
                </a:lnTo>
                <a:lnTo>
                  <a:pt x="356" y="504"/>
                </a:lnTo>
                <a:lnTo>
                  <a:pt x="356" y="503"/>
                </a:lnTo>
                <a:lnTo>
                  <a:pt x="355" y="503"/>
                </a:lnTo>
                <a:lnTo>
                  <a:pt x="353" y="503"/>
                </a:lnTo>
                <a:lnTo>
                  <a:pt x="353" y="502"/>
                </a:lnTo>
                <a:lnTo>
                  <a:pt x="353" y="501"/>
                </a:lnTo>
                <a:lnTo>
                  <a:pt x="353" y="500"/>
                </a:lnTo>
                <a:lnTo>
                  <a:pt x="352" y="500"/>
                </a:lnTo>
                <a:lnTo>
                  <a:pt x="351" y="500"/>
                </a:lnTo>
                <a:lnTo>
                  <a:pt x="351" y="499"/>
                </a:lnTo>
                <a:lnTo>
                  <a:pt x="352" y="499"/>
                </a:lnTo>
                <a:lnTo>
                  <a:pt x="352" y="498"/>
                </a:lnTo>
                <a:lnTo>
                  <a:pt x="351" y="498"/>
                </a:lnTo>
                <a:lnTo>
                  <a:pt x="351" y="497"/>
                </a:lnTo>
                <a:lnTo>
                  <a:pt x="352" y="497"/>
                </a:lnTo>
                <a:lnTo>
                  <a:pt x="352" y="496"/>
                </a:lnTo>
                <a:lnTo>
                  <a:pt x="352" y="495"/>
                </a:lnTo>
                <a:lnTo>
                  <a:pt x="351" y="495"/>
                </a:lnTo>
                <a:lnTo>
                  <a:pt x="351" y="494"/>
                </a:lnTo>
                <a:lnTo>
                  <a:pt x="350" y="494"/>
                </a:lnTo>
                <a:lnTo>
                  <a:pt x="350" y="493"/>
                </a:lnTo>
                <a:lnTo>
                  <a:pt x="349" y="493"/>
                </a:lnTo>
                <a:lnTo>
                  <a:pt x="349" y="492"/>
                </a:lnTo>
                <a:lnTo>
                  <a:pt x="348" y="492"/>
                </a:lnTo>
                <a:lnTo>
                  <a:pt x="348" y="491"/>
                </a:lnTo>
                <a:lnTo>
                  <a:pt x="348" y="490"/>
                </a:lnTo>
                <a:lnTo>
                  <a:pt x="349" y="490"/>
                </a:lnTo>
                <a:lnTo>
                  <a:pt x="349" y="489"/>
                </a:lnTo>
                <a:lnTo>
                  <a:pt x="348" y="488"/>
                </a:lnTo>
                <a:lnTo>
                  <a:pt x="347" y="488"/>
                </a:lnTo>
                <a:lnTo>
                  <a:pt x="347" y="487"/>
                </a:lnTo>
                <a:lnTo>
                  <a:pt x="346" y="488"/>
                </a:lnTo>
                <a:lnTo>
                  <a:pt x="346" y="487"/>
                </a:lnTo>
                <a:lnTo>
                  <a:pt x="346" y="486"/>
                </a:lnTo>
                <a:lnTo>
                  <a:pt x="345" y="486"/>
                </a:lnTo>
                <a:lnTo>
                  <a:pt x="345" y="485"/>
                </a:lnTo>
                <a:lnTo>
                  <a:pt x="345" y="484"/>
                </a:lnTo>
                <a:lnTo>
                  <a:pt x="344" y="483"/>
                </a:lnTo>
                <a:lnTo>
                  <a:pt x="344" y="482"/>
                </a:lnTo>
                <a:lnTo>
                  <a:pt x="344" y="481"/>
                </a:lnTo>
                <a:lnTo>
                  <a:pt x="344" y="480"/>
                </a:lnTo>
                <a:lnTo>
                  <a:pt x="344" y="479"/>
                </a:lnTo>
                <a:lnTo>
                  <a:pt x="345" y="479"/>
                </a:lnTo>
                <a:lnTo>
                  <a:pt x="345" y="478"/>
                </a:lnTo>
                <a:lnTo>
                  <a:pt x="344" y="476"/>
                </a:lnTo>
                <a:lnTo>
                  <a:pt x="344" y="475"/>
                </a:lnTo>
                <a:lnTo>
                  <a:pt x="344" y="474"/>
                </a:lnTo>
                <a:lnTo>
                  <a:pt x="343" y="474"/>
                </a:lnTo>
                <a:lnTo>
                  <a:pt x="342" y="474"/>
                </a:lnTo>
                <a:lnTo>
                  <a:pt x="341" y="474"/>
                </a:lnTo>
                <a:lnTo>
                  <a:pt x="340" y="473"/>
                </a:lnTo>
                <a:lnTo>
                  <a:pt x="339" y="473"/>
                </a:lnTo>
                <a:lnTo>
                  <a:pt x="337" y="473"/>
                </a:lnTo>
                <a:lnTo>
                  <a:pt x="336" y="474"/>
                </a:lnTo>
                <a:lnTo>
                  <a:pt x="335" y="474"/>
                </a:lnTo>
                <a:lnTo>
                  <a:pt x="334" y="474"/>
                </a:lnTo>
                <a:lnTo>
                  <a:pt x="333" y="474"/>
                </a:lnTo>
                <a:lnTo>
                  <a:pt x="333" y="475"/>
                </a:lnTo>
                <a:lnTo>
                  <a:pt x="332" y="475"/>
                </a:lnTo>
                <a:lnTo>
                  <a:pt x="332" y="474"/>
                </a:lnTo>
                <a:lnTo>
                  <a:pt x="333" y="472"/>
                </a:lnTo>
                <a:lnTo>
                  <a:pt x="332" y="472"/>
                </a:lnTo>
                <a:lnTo>
                  <a:pt x="333" y="471"/>
                </a:lnTo>
                <a:lnTo>
                  <a:pt x="333" y="470"/>
                </a:lnTo>
                <a:lnTo>
                  <a:pt x="333" y="469"/>
                </a:lnTo>
                <a:lnTo>
                  <a:pt x="333" y="468"/>
                </a:lnTo>
                <a:lnTo>
                  <a:pt x="333" y="467"/>
                </a:lnTo>
                <a:lnTo>
                  <a:pt x="333" y="466"/>
                </a:lnTo>
                <a:lnTo>
                  <a:pt x="332" y="466"/>
                </a:lnTo>
                <a:lnTo>
                  <a:pt x="333" y="466"/>
                </a:lnTo>
                <a:lnTo>
                  <a:pt x="333" y="465"/>
                </a:lnTo>
                <a:lnTo>
                  <a:pt x="332" y="464"/>
                </a:lnTo>
                <a:lnTo>
                  <a:pt x="332" y="463"/>
                </a:lnTo>
                <a:lnTo>
                  <a:pt x="332" y="462"/>
                </a:lnTo>
                <a:lnTo>
                  <a:pt x="331" y="461"/>
                </a:lnTo>
                <a:lnTo>
                  <a:pt x="330" y="461"/>
                </a:lnTo>
                <a:lnTo>
                  <a:pt x="330" y="460"/>
                </a:lnTo>
                <a:lnTo>
                  <a:pt x="330" y="459"/>
                </a:lnTo>
                <a:lnTo>
                  <a:pt x="330" y="458"/>
                </a:lnTo>
                <a:lnTo>
                  <a:pt x="330" y="457"/>
                </a:lnTo>
                <a:lnTo>
                  <a:pt x="330" y="456"/>
                </a:lnTo>
                <a:lnTo>
                  <a:pt x="330" y="455"/>
                </a:lnTo>
                <a:lnTo>
                  <a:pt x="330" y="454"/>
                </a:lnTo>
                <a:lnTo>
                  <a:pt x="330" y="453"/>
                </a:lnTo>
                <a:lnTo>
                  <a:pt x="330" y="452"/>
                </a:lnTo>
                <a:lnTo>
                  <a:pt x="330" y="451"/>
                </a:lnTo>
                <a:lnTo>
                  <a:pt x="331" y="451"/>
                </a:lnTo>
                <a:lnTo>
                  <a:pt x="331" y="450"/>
                </a:lnTo>
                <a:lnTo>
                  <a:pt x="331" y="449"/>
                </a:lnTo>
                <a:lnTo>
                  <a:pt x="332" y="448"/>
                </a:lnTo>
                <a:lnTo>
                  <a:pt x="334" y="448"/>
                </a:lnTo>
                <a:lnTo>
                  <a:pt x="335" y="448"/>
                </a:lnTo>
                <a:lnTo>
                  <a:pt x="335" y="447"/>
                </a:lnTo>
                <a:lnTo>
                  <a:pt x="334" y="447"/>
                </a:lnTo>
                <a:lnTo>
                  <a:pt x="333" y="447"/>
                </a:lnTo>
                <a:lnTo>
                  <a:pt x="332" y="447"/>
                </a:lnTo>
                <a:lnTo>
                  <a:pt x="332" y="446"/>
                </a:lnTo>
                <a:lnTo>
                  <a:pt x="331" y="446"/>
                </a:lnTo>
                <a:lnTo>
                  <a:pt x="330" y="446"/>
                </a:lnTo>
                <a:lnTo>
                  <a:pt x="330" y="445"/>
                </a:lnTo>
                <a:lnTo>
                  <a:pt x="330" y="444"/>
                </a:lnTo>
                <a:lnTo>
                  <a:pt x="331" y="443"/>
                </a:lnTo>
                <a:lnTo>
                  <a:pt x="332" y="443"/>
                </a:lnTo>
                <a:lnTo>
                  <a:pt x="333" y="443"/>
                </a:lnTo>
                <a:lnTo>
                  <a:pt x="333" y="442"/>
                </a:lnTo>
                <a:lnTo>
                  <a:pt x="334" y="442"/>
                </a:lnTo>
                <a:lnTo>
                  <a:pt x="334" y="441"/>
                </a:lnTo>
                <a:lnTo>
                  <a:pt x="335" y="441"/>
                </a:lnTo>
                <a:lnTo>
                  <a:pt x="336" y="441"/>
                </a:lnTo>
                <a:lnTo>
                  <a:pt x="336" y="440"/>
                </a:lnTo>
                <a:lnTo>
                  <a:pt x="336" y="439"/>
                </a:lnTo>
                <a:lnTo>
                  <a:pt x="337" y="439"/>
                </a:lnTo>
                <a:lnTo>
                  <a:pt x="337" y="438"/>
                </a:lnTo>
                <a:lnTo>
                  <a:pt x="339" y="436"/>
                </a:lnTo>
                <a:lnTo>
                  <a:pt x="340" y="435"/>
                </a:lnTo>
                <a:lnTo>
                  <a:pt x="341" y="435"/>
                </a:lnTo>
                <a:lnTo>
                  <a:pt x="341" y="434"/>
                </a:lnTo>
                <a:lnTo>
                  <a:pt x="341" y="433"/>
                </a:lnTo>
                <a:lnTo>
                  <a:pt x="341" y="432"/>
                </a:lnTo>
                <a:lnTo>
                  <a:pt x="340" y="431"/>
                </a:lnTo>
                <a:lnTo>
                  <a:pt x="341" y="431"/>
                </a:lnTo>
                <a:lnTo>
                  <a:pt x="342" y="431"/>
                </a:lnTo>
                <a:lnTo>
                  <a:pt x="343" y="431"/>
                </a:lnTo>
                <a:lnTo>
                  <a:pt x="344" y="431"/>
                </a:lnTo>
                <a:lnTo>
                  <a:pt x="344" y="430"/>
                </a:lnTo>
                <a:lnTo>
                  <a:pt x="344" y="429"/>
                </a:lnTo>
                <a:lnTo>
                  <a:pt x="345" y="429"/>
                </a:lnTo>
                <a:lnTo>
                  <a:pt x="345" y="430"/>
                </a:lnTo>
                <a:lnTo>
                  <a:pt x="345" y="429"/>
                </a:lnTo>
                <a:lnTo>
                  <a:pt x="346" y="429"/>
                </a:lnTo>
                <a:lnTo>
                  <a:pt x="346" y="428"/>
                </a:lnTo>
                <a:lnTo>
                  <a:pt x="347" y="428"/>
                </a:lnTo>
                <a:lnTo>
                  <a:pt x="347" y="427"/>
                </a:lnTo>
                <a:lnTo>
                  <a:pt x="347" y="426"/>
                </a:lnTo>
                <a:lnTo>
                  <a:pt x="346" y="426"/>
                </a:lnTo>
                <a:lnTo>
                  <a:pt x="345" y="425"/>
                </a:lnTo>
                <a:lnTo>
                  <a:pt x="344" y="425"/>
                </a:lnTo>
                <a:lnTo>
                  <a:pt x="343" y="425"/>
                </a:lnTo>
                <a:lnTo>
                  <a:pt x="342" y="425"/>
                </a:lnTo>
                <a:lnTo>
                  <a:pt x="341" y="425"/>
                </a:lnTo>
                <a:lnTo>
                  <a:pt x="340" y="425"/>
                </a:lnTo>
                <a:lnTo>
                  <a:pt x="339" y="425"/>
                </a:lnTo>
                <a:lnTo>
                  <a:pt x="339" y="424"/>
                </a:lnTo>
                <a:lnTo>
                  <a:pt x="338" y="424"/>
                </a:lnTo>
                <a:lnTo>
                  <a:pt x="338" y="423"/>
                </a:lnTo>
                <a:lnTo>
                  <a:pt x="337" y="423"/>
                </a:lnTo>
                <a:lnTo>
                  <a:pt x="337" y="422"/>
                </a:lnTo>
                <a:lnTo>
                  <a:pt x="336" y="422"/>
                </a:lnTo>
                <a:lnTo>
                  <a:pt x="335" y="423"/>
                </a:lnTo>
                <a:lnTo>
                  <a:pt x="335" y="424"/>
                </a:lnTo>
                <a:lnTo>
                  <a:pt x="335" y="425"/>
                </a:lnTo>
                <a:lnTo>
                  <a:pt x="336" y="425"/>
                </a:lnTo>
                <a:lnTo>
                  <a:pt x="336" y="426"/>
                </a:lnTo>
                <a:lnTo>
                  <a:pt x="335" y="426"/>
                </a:lnTo>
                <a:lnTo>
                  <a:pt x="334" y="426"/>
                </a:lnTo>
                <a:lnTo>
                  <a:pt x="333" y="426"/>
                </a:lnTo>
                <a:lnTo>
                  <a:pt x="332" y="427"/>
                </a:lnTo>
                <a:lnTo>
                  <a:pt x="332" y="426"/>
                </a:lnTo>
                <a:lnTo>
                  <a:pt x="331" y="426"/>
                </a:lnTo>
                <a:lnTo>
                  <a:pt x="331" y="425"/>
                </a:lnTo>
                <a:lnTo>
                  <a:pt x="331" y="424"/>
                </a:lnTo>
                <a:lnTo>
                  <a:pt x="331" y="423"/>
                </a:lnTo>
                <a:lnTo>
                  <a:pt x="331" y="422"/>
                </a:lnTo>
                <a:lnTo>
                  <a:pt x="332" y="422"/>
                </a:lnTo>
                <a:lnTo>
                  <a:pt x="332" y="421"/>
                </a:lnTo>
                <a:lnTo>
                  <a:pt x="331" y="421"/>
                </a:lnTo>
                <a:lnTo>
                  <a:pt x="331" y="422"/>
                </a:lnTo>
                <a:lnTo>
                  <a:pt x="330" y="422"/>
                </a:lnTo>
                <a:lnTo>
                  <a:pt x="330" y="423"/>
                </a:lnTo>
                <a:lnTo>
                  <a:pt x="329" y="423"/>
                </a:lnTo>
                <a:lnTo>
                  <a:pt x="329" y="424"/>
                </a:lnTo>
                <a:lnTo>
                  <a:pt x="329" y="423"/>
                </a:lnTo>
                <a:lnTo>
                  <a:pt x="328" y="423"/>
                </a:lnTo>
                <a:lnTo>
                  <a:pt x="329" y="423"/>
                </a:lnTo>
                <a:lnTo>
                  <a:pt x="329" y="422"/>
                </a:lnTo>
                <a:lnTo>
                  <a:pt x="330" y="422"/>
                </a:lnTo>
                <a:lnTo>
                  <a:pt x="330" y="421"/>
                </a:lnTo>
                <a:lnTo>
                  <a:pt x="331" y="420"/>
                </a:lnTo>
                <a:lnTo>
                  <a:pt x="331" y="419"/>
                </a:lnTo>
                <a:lnTo>
                  <a:pt x="331" y="418"/>
                </a:lnTo>
                <a:lnTo>
                  <a:pt x="330" y="418"/>
                </a:lnTo>
                <a:lnTo>
                  <a:pt x="329" y="418"/>
                </a:lnTo>
                <a:lnTo>
                  <a:pt x="328" y="417"/>
                </a:lnTo>
                <a:lnTo>
                  <a:pt x="329" y="417"/>
                </a:lnTo>
                <a:lnTo>
                  <a:pt x="329" y="416"/>
                </a:lnTo>
                <a:lnTo>
                  <a:pt x="329" y="415"/>
                </a:lnTo>
                <a:lnTo>
                  <a:pt x="328" y="414"/>
                </a:lnTo>
                <a:lnTo>
                  <a:pt x="328" y="413"/>
                </a:lnTo>
                <a:lnTo>
                  <a:pt x="329" y="413"/>
                </a:lnTo>
                <a:lnTo>
                  <a:pt x="330" y="412"/>
                </a:lnTo>
                <a:lnTo>
                  <a:pt x="330" y="411"/>
                </a:lnTo>
                <a:lnTo>
                  <a:pt x="329" y="411"/>
                </a:lnTo>
                <a:lnTo>
                  <a:pt x="328" y="411"/>
                </a:lnTo>
                <a:lnTo>
                  <a:pt x="328" y="410"/>
                </a:lnTo>
                <a:lnTo>
                  <a:pt x="327" y="410"/>
                </a:lnTo>
                <a:lnTo>
                  <a:pt x="327" y="409"/>
                </a:lnTo>
                <a:lnTo>
                  <a:pt x="326" y="409"/>
                </a:lnTo>
                <a:lnTo>
                  <a:pt x="325" y="409"/>
                </a:lnTo>
                <a:lnTo>
                  <a:pt x="324" y="410"/>
                </a:lnTo>
                <a:lnTo>
                  <a:pt x="323" y="410"/>
                </a:lnTo>
                <a:lnTo>
                  <a:pt x="322" y="410"/>
                </a:lnTo>
                <a:lnTo>
                  <a:pt x="321" y="410"/>
                </a:lnTo>
                <a:lnTo>
                  <a:pt x="320" y="410"/>
                </a:lnTo>
                <a:lnTo>
                  <a:pt x="320" y="409"/>
                </a:lnTo>
                <a:lnTo>
                  <a:pt x="319" y="409"/>
                </a:lnTo>
                <a:lnTo>
                  <a:pt x="319" y="408"/>
                </a:lnTo>
                <a:lnTo>
                  <a:pt x="319" y="407"/>
                </a:lnTo>
                <a:lnTo>
                  <a:pt x="319" y="406"/>
                </a:lnTo>
                <a:lnTo>
                  <a:pt x="319" y="405"/>
                </a:lnTo>
                <a:lnTo>
                  <a:pt x="318" y="405"/>
                </a:lnTo>
                <a:lnTo>
                  <a:pt x="319" y="405"/>
                </a:lnTo>
                <a:lnTo>
                  <a:pt x="319" y="404"/>
                </a:lnTo>
                <a:lnTo>
                  <a:pt x="320" y="404"/>
                </a:lnTo>
                <a:lnTo>
                  <a:pt x="321" y="404"/>
                </a:lnTo>
                <a:lnTo>
                  <a:pt x="322" y="404"/>
                </a:lnTo>
                <a:lnTo>
                  <a:pt x="322" y="403"/>
                </a:lnTo>
                <a:lnTo>
                  <a:pt x="321" y="402"/>
                </a:lnTo>
                <a:lnTo>
                  <a:pt x="320" y="402"/>
                </a:lnTo>
                <a:lnTo>
                  <a:pt x="320" y="401"/>
                </a:lnTo>
                <a:lnTo>
                  <a:pt x="321" y="400"/>
                </a:lnTo>
                <a:lnTo>
                  <a:pt x="321" y="399"/>
                </a:lnTo>
                <a:lnTo>
                  <a:pt x="320" y="399"/>
                </a:lnTo>
                <a:lnTo>
                  <a:pt x="320" y="398"/>
                </a:lnTo>
                <a:lnTo>
                  <a:pt x="320" y="397"/>
                </a:lnTo>
                <a:lnTo>
                  <a:pt x="319" y="397"/>
                </a:lnTo>
                <a:lnTo>
                  <a:pt x="317" y="396"/>
                </a:lnTo>
                <a:lnTo>
                  <a:pt x="316" y="396"/>
                </a:lnTo>
                <a:lnTo>
                  <a:pt x="316" y="395"/>
                </a:lnTo>
                <a:lnTo>
                  <a:pt x="317" y="395"/>
                </a:lnTo>
                <a:lnTo>
                  <a:pt x="317" y="394"/>
                </a:lnTo>
                <a:lnTo>
                  <a:pt x="316" y="394"/>
                </a:lnTo>
                <a:lnTo>
                  <a:pt x="316" y="393"/>
                </a:lnTo>
                <a:lnTo>
                  <a:pt x="315" y="393"/>
                </a:lnTo>
                <a:lnTo>
                  <a:pt x="314" y="393"/>
                </a:lnTo>
                <a:lnTo>
                  <a:pt x="314" y="392"/>
                </a:lnTo>
                <a:lnTo>
                  <a:pt x="313" y="392"/>
                </a:lnTo>
                <a:lnTo>
                  <a:pt x="313" y="391"/>
                </a:lnTo>
                <a:lnTo>
                  <a:pt x="312" y="391"/>
                </a:lnTo>
                <a:lnTo>
                  <a:pt x="312" y="390"/>
                </a:lnTo>
                <a:lnTo>
                  <a:pt x="311" y="390"/>
                </a:lnTo>
                <a:lnTo>
                  <a:pt x="310" y="390"/>
                </a:lnTo>
                <a:lnTo>
                  <a:pt x="309" y="390"/>
                </a:lnTo>
                <a:lnTo>
                  <a:pt x="310" y="390"/>
                </a:lnTo>
                <a:lnTo>
                  <a:pt x="310" y="389"/>
                </a:lnTo>
                <a:lnTo>
                  <a:pt x="311" y="389"/>
                </a:lnTo>
                <a:lnTo>
                  <a:pt x="311" y="388"/>
                </a:lnTo>
                <a:lnTo>
                  <a:pt x="311" y="387"/>
                </a:lnTo>
                <a:lnTo>
                  <a:pt x="310" y="387"/>
                </a:lnTo>
                <a:lnTo>
                  <a:pt x="309" y="387"/>
                </a:lnTo>
                <a:lnTo>
                  <a:pt x="309" y="386"/>
                </a:lnTo>
                <a:lnTo>
                  <a:pt x="310" y="386"/>
                </a:lnTo>
                <a:lnTo>
                  <a:pt x="310" y="385"/>
                </a:lnTo>
                <a:lnTo>
                  <a:pt x="310" y="384"/>
                </a:lnTo>
                <a:lnTo>
                  <a:pt x="310" y="383"/>
                </a:lnTo>
                <a:lnTo>
                  <a:pt x="311" y="383"/>
                </a:lnTo>
                <a:lnTo>
                  <a:pt x="311" y="382"/>
                </a:lnTo>
                <a:lnTo>
                  <a:pt x="311" y="381"/>
                </a:lnTo>
                <a:lnTo>
                  <a:pt x="310" y="381"/>
                </a:lnTo>
                <a:lnTo>
                  <a:pt x="311" y="381"/>
                </a:lnTo>
                <a:lnTo>
                  <a:pt x="311" y="380"/>
                </a:lnTo>
                <a:lnTo>
                  <a:pt x="312" y="380"/>
                </a:lnTo>
                <a:lnTo>
                  <a:pt x="312" y="379"/>
                </a:lnTo>
                <a:lnTo>
                  <a:pt x="311" y="379"/>
                </a:lnTo>
                <a:lnTo>
                  <a:pt x="312" y="379"/>
                </a:lnTo>
                <a:lnTo>
                  <a:pt x="312" y="378"/>
                </a:lnTo>
                <a:lnTo>
                  <a:pt x="312" y="377"/>
                </a:lnTo>
                <a:lnTo>
                  <a:pt x="311" y="377"/>
                </a:lnTo>
                <a:lnTo>
                  <a:pt x="310" y="377"/>
                </a:lnTo>
                <a:lnTo>
                  <a:pt x="309" y="377"/>
                </a:lnTo>
                <a:lnTo>
                  <a:pt x="309" y="378"/>
                </a:lnTo>
                <a:lnTo>
                  <a:pt x="309" y="377"/>
                </a:lnTo>
                <a:lnTo>
                  <a:pt x="308" y="377"/>
                </a:lnTo>
                <a:lnTo>
                  <a:pt x="307" y="378"/>
                </a:lnTo>
                <a:lnTo>
                  <a:pt x="306" y="378"/>
                </a:lnTo>
                <a:lnTo>
                  <a:pt x="306" y="377"/>
                </a:lnTo>
                <a:lnTo>
                  <a:pt x="305" y="377"/>
                </a:lnTo>
                <a:lnTo>
                  <a:pt x="304" y="376"/>
                </a:lnTo>
                <a:lnTo>
                  <a:pt x="305" y="376"/>
                </a:lnTo>
                <a:lnTo>
                  <a:pt x="305" y="375"/>
                </a:lnTo>
                <a:lnTo>
                  <a:pt x="305" y="374"/>
                </a:lnTo>
                <a:lnTo>
                  <a:pt x="304" y="373"/>
                </a:lnTo>
                <a:lnTo>
                  <a:pt x="305" y="373"/>
                </a:lnTo>
                <a:lnTo>
                  <a:pt x="304" y="373"/>
                </a:lnTo>
                <a:lnTo>
                  <a:pt x="303" y="373"/>
                </a:lnTo>
                <a:lnTo>
                  <a:pt x="303" y="372"/>
                </a:lnTo>
                <a:lnTo>
                  <a:pt x="302" y="372"/>
                </a:lnTo>
                <a:lnTo>
                  <a:pt x="301" y="372"/>
                </a:lnTo>
                <a:lnTo>
                  <a:pt x="300" y="372"/>
                </a:lnTo>
                <a:lnTo>
                  <a:pt x="300" y="371"/>
                </a:lnTo>
                <a:lnTo>
                  <a:pt x="301" y="371"/>
                </a:lnTo>
                <a:lnTo>
                  <a:pt x="302" y="371"/>
                </a:lnTo>
                <a:lnTo>
                  <a:pt x="302" y="370"/>
                </a:lnTo>
                <a:lnTo>
                  <a:pt x="302" y="369"/>
                </a:lnTo>
                <a:lnTo>
                  <a:pt x="301" y="369"/>
                </a:lnTo>
                <a:lnTo>
                  <a:pt x="301" y="368"/>
                </a:lnTo>
                <a:lnTo>
                  <a:pt x="301" y="367"/>
                </a:lnTo>
                <a:lnTo>
                  <a:pt x="300" y="367"/>
                </a:lnTo>
                <a:lnTo>
                  <a:pt x="301" y="367"/>
                </a:lnTo>
                <a:lnTo>
                  <a:pt x="302" y="367"/>
                </a:lnTo>
                <a:lnTo>
                  <a:pt x="302" y="366"/>
                </a:lnTo>
                <a:lnTo>
                  <a:pt x="303" y="366"/>
                </a:lnTo>
                <a:lnTo>
                  <a:pt x="303" y="365"/>
                </a:lnTo>
                <a:lnTo>
                  <a:pt x="302" y="364"/>
                </a:lnTo>
                <a:lnTo>
                  <a:pt x="301" y="364"/>
                </a:lnTo>
                <a:lnTo>
                  <a:pt x="302" y="363"/>
                </a:lnTo>
                <a:lnTo>
                  <a:pt x="303" y="363"/>
                </a:lnTo>
                <a:lnTo>
                  <a:pt x="303" y="362"/>
                </a:lnTo>
                <a:lnTo>
                  <a:pt x="302" y="361"/>
                </a:lnTo>
                <a:lnTo>
                  <a:pt x="301" y="361"/>
                </a:lnTo>
                <a:lnTo>
                  <a:pt x="301" y="360"/>
                </a:lnTo>
                <a:lnTo>
                  <a:pt x="301" y="359"/>
                </a:lnTo>
                <a:lnTo>
                  <a:pt x="300" y="359"/>
                </a:lnTo>
                <a:lnTo>
                  <a:pt x="299" y="359"/>
                </a:lnTo>
                <a:lnTo>
                  <a:pt x="299" y="358"/>
                </a:lnTo>
                <a:lnTo>
                  <a:pt x="298" y="358"/>
                </a:lnTo>
                <a:lnTo>
                  <a:pt x="297" y="358"/>
                </a:lnTo>
                <a:lnTo>
                  <a:pt x="297" y="357"/>
                </a:lnTo>
                <a:lnTo>
                  <a:pt x="296" y="357"/>
                </a:lnTo>
                <a:lnTo>
                  <a:pt x="296" y="358"/>
                </a:lnTo>
                <a:lnTo>
                  <a:pt x="296" y="357"/>
                </a:lnTo>
                <a:lnTo>
                  <a:pt x="295" y="358"/>
                </a:lnTo>
                <a:lnTo>
                  <a:pt x="296" y="359"/>
                </a:lnTo>
                <a:lnTo>
                  <a:pt x="295" y="359"/>
                </a:lnTo>
                <a:lnTo>
                  <a:pt x="295" y="360"/>
                </a:lnTo>
                <a:lnTo>
                  <a:pt x="294" y="360"/>
                </a:lnTo>
                <a:lnTo>
                  <a:pt x="293" y="360"/>
                </a:lnTo>
                <a:lnTo>
                  <a:pt x="292" y="360"/>
                </a:lnTo>
                <a:lnTo>
                  <a:pt x="291" y="359"/>
                </a:lnTo>
                <a:lnTo>
                  <a:pt x="291" y="358"/>
                </a:lnTo>
                <a:lnTo>
                  <a:pt x="291" y="357"/>
                </a:lnTo>
                <a:lnTo>
                  <a:pt x="290" y="357"/>
                </a:lnTo>
                <a:lnTo>
                  <a:pt x="290" y="356"/>
                </a:lnTo>
                <a:lnTo>
                  <a:pt x="291" y="356"/>
                </a:lnTo>
                <a:lnTo>
                  <a:pt x="291" y="355"/>
                </a:lnTo>
                <a:lnTo>
                  <a:pt x="291" y="354"/>
                </a:lnTo>
                <a:lnTo>
                  <a:pt x="290" y="354"/>
                </a:lnTo>
                <a:lnTo>
                  <a:pt x="290" y="353"/>
                </a:lnTo>
                <a:lnTo>
                  <a:pt x="290" y="352"/>
                </a:lnTo>
                <a:lnTo>
                  <a:pt x="290" y="351"/>
                </a:lnTo>
                <a:lnTo>
                  <a:pt x="290" y="350"/>
                </a:lnTo>
                <a:lnTo>
                  <a:pt x="290" y="349"/>
                </a:lnTo>
                <a:lnTo>
                  <a:pt x="290" y="348"/>
                </a:lnTo>
                <a:lnTo>
                  <a:pt x="291" y="348"/>
                </a:lnTo>
                <a:lnTo>
                  <a:pt x="291" y="347"/>
                </a:lnTo>
                <a:lnTo>
                  <a:pt x="291" y="346"/>
                </a:lnTo>
                <a:lnTo>
                  <a:pt x="291" y="345"/>
                </a:lnTo>
                <a:lnTo>
                  <a:pt x="291" y="344"/>
                </a:lnTo>
                <a:lnTo>
                  <a:pt x="291" y="343"/>
                </a:lnTo>
                <a:lnTo>
                  <a:pt x="291" y="342"/>
                </a:lnTo>
                <a:lnTo>
                  <a:pt x="291" y="341"/>
                </a:lnTo>
                <a:lnTo>
                  <a:pt x="292" y="340"/>
                </a:lnTo>
                <a:lnTo>
                  <a:pt x="291" y="340"/>
                </a:lnTo>
                <a:lnTo>
                  <a:pt x="291" y="339"/>
                </a:lnTo>
                <a:lnTo>
                  <a:pt x="291" y="338"/>
                </a:lnTo>
                <a:lnTo>
                  <a:pt x="290" y="338"/>
                </a:lnTo>
                <a:lnTo>
                  <a:pt x="290" y="337"/>
                </a:lnTo>
                <a:lnTo>
                  <a:pt x="289" y="336"/>
                </a:lnTo>
                <a:lnTo>
                  <a:pt x="289" y="335"/>
                </a:lnTo>
                <a:lnTo>
                  <a:pt x="290" y="335"/>
                </a:lnTo>
                <a:lnTo>
                  <a:pt x="290" y="334"/>
                </a:lnTo>
                <a:lnTo>
                  <a:pt x="291" y="333"/>
                </a:lnTo>
                <a:lnTo>
                  <a:pt x="292" y="332"/>
                </a:lnTo>
                <a:lnTo>
                  <a:pt x="293" y="331"/>
                </a:lnTo>
                <a:lnTo>
                  <a:pt x="293" y="330"/>
                </a:lnTo>
                <a:lnTo>
                  <a:pt x="293" y="328"/>
                </a:lnTo>
                <a:lnTo>
                  <a:pt x="293" y="327"/>
                </a:lnTo>
                <a:lnTo>
                  <a:pt x="294" y="327"/>
                </a:lnTo>
                <a:lnTo>
                  <a:pt x="294" y="326"/>
                </a:lnTo>
                <a:lnTo>
                  <a:pt x="293" y="325"/>
                </a:lnTo>
                <a:lnTo>
                  <a:pt x="292" y="325"/>
                </a:lnTo>
                <a:lnTo>
                  <a:pt x="292" y="326"/>
                </a:lnTo>
                <a:lnTo>
                  <a:pt x="291" y="326"/>
                </a:lnTo>
                <a:lnTo>
                  <a:pt x="290" y="327"/>
                </a:lnTo>
                <a:lnTo>
                  <a:pt x="290" y="326"/>
                </a:lnTo>
                <a:lnTo>
                  <a:pt x="289" y="326"/>
                </a:lnTo>
                <a:lnTo>
                  <a:pt x="288" y="326"/>
                </a:lnTo>
                <a:lnTo>
                  <a:pt x="287" y="326"/>
                </a:lnTo>
                <a:lnTo>
                  <a:pt x="286" y="327"/>
                </a:lnTo>
                <a:lnTo>
                  <a:pt x="286" y="326"/>
                </a:lnTo>
                <a:lnTo>
                  <a:pt x="285" y="326"/>
                </a:lnTo>
                <a:lnTo>
                  <a:pt x="284" y="326"/>
                </a:lnTo>
                <a:lnTo>
                  <a:pt x="284" y="327"/>
                </a:lnTo>
                <a:lnTo>
                  <a:pt x="284" y="328"/>
                </a:lnTo>
                <a:lnTo>
                  <a:pt x="283" y="329"/>
                </a:lnTo>
                <a:lnTo>
                  <a:pt x="282" y="329"/>
                </a:lnTo>
                <a:lnTo>
                  <a:pt x="282" y="330"/>
                </a:lnTo>
                <a:lnTo>
                  <a:pt x="281" y="330"/>
                </a:lnTo>
                <a:lnTo>
                  <a:pt x="281" y="331"/>
                </a:lnTo>
                <a:lnTo>
                  <a:pt x="281" y="332"/>
                </a:lnTo>
                <a:lnTo>
                  <a:pt x="280" y="332"/>
                </a:lnTo>
                <a:lnTo>
                  <a:pt x="279" y="332"/>
                </a:lnTo>
                <a:lnTo>
                  <a:pt x="279" y="331"/>
                </a:lnTo>
                <a:lnTo>
                  <a:pt x="278" y="331"/>
                </a:lnTo>
                <a:lnTo>
                  <a:pt x="278" y="332"/>
                </a:lnTo>
                <a:lnTo>
                  <a:pt x="277" y="332"/>
                </a:lnTo>
                <a:lnTo>
                  <a:pt x="275" y="333"/>
                </a:lnTo>
                <a:lnTo>
                  <a:pt x="275" y="334"/>
                </a:lnTo>
                <a:lnTo>
                  <a:pt x="274" y="335"/>
                </a:lnTo>
                <a:lnTo>
                  <a:pt x="274" y="336"/>
                </a:lnTo>
                <a:lnTo>
                  <a:pt x="274" y="337"/>
                </a:lnTo>
                <a:lnTo>
                  <a:pt x="274" y="338"/>
                </a:lnTo>
                <a:lnTo>
                  <a:pt x="274" y="339"/>
                </a:lnTo>
                <a:lnTo>
                  <a:pt x="273" y="340"/>
                </a:lnTo>
                <a:lnTo>
                  <a:pt x="274" y="340"/>
                </a:lnTo>
                <a:lnTo>
                  <a:pt x="273" y="340"/>
                </a:lnTo>
                <a:lnTo>
                  <a:pt x="273" y="341"/>
                </a:lnTo>
                <a:lnTo>
                  <a:pt x="272" y="341"/>
                </a:lnTo>
                <a:lnTo>
                  <a:pt x="272" y="342"/>
                </a:lnTo>
                <a:lnTo>
                  <a:pt x="272" y="341"/>
                </a:lnTo>
                <a:lnTo>
                  <a:pt x="271" y="341"/>
                </a:lnTo>
                <a:lnTo>
                  <a:pt x="270" y="341"/>
                </a:lnTo>
                <a:lnTo>
                  <a:pt x="270" y="342"/>
                </a:lnTo>
                <a:lnTo>
                  <a:pt x="270" y="343"/>
                </a:lnTo>
                <a:lnTo>
                  <a:pt x="271" y="343"/>
                </a:lnTo>
                <a:lnTo>
                  <a:pt x="270" y="344"/>
                </a:lnTo>
                <a:lnTo>
                  <a:pt x="269" y="344"/>
                </a:lnTo>
                <a:lnTo>
                  <a:pt x="269" y="345"/>
                </a:lnTo>
                <a:lnTo>
                  <a:pt x="268" y="345"/>
                </a:lnTo>
                <a:lnTo>
                  <a:pt x="267" y="346"/>
                </a:lnTo>
                <a:lnTo>
                  <a:pt x="268" y="346"/>
                </a:lnTo>
                <a:lnTo>
                  <a:pt x="267" y="346"/>
                </a:lnTo>
                <a:lnTo>
                  <a:pt x="267" y="347"/>
                </a:lnTo>
                <a:lnTo>
                  <a:pt x="266" y="348"/>
                </a:lnTo>
                <a:lnTo>
                  <a:pt x="265" y="349"/>
                </a:lnTo>
                <a:lnTo>
                  <a:pt x="264" y="349"/>
                </a:lnTo>
                <a:lnTo>
                  <a:pt x="264" y="350"/>
                </a:lnTo>
                <a:lnTo>
                  <a:pt x="263" y="350"/>
                </a:lnTo>
                <a:lnTo>
                  <a:pt x="262" y="350"/>
                </a:lnTo>
                <a:lnTo>
                  <a:pt x="262" y="351"/>
                </a:lnTo>
                <a:lnTo>
                  <a:pt x="262" y="352"/>
                </a:lnTo>
                <a:lnTo>
                  <a:pt x="261" y="352"/>
                </a:lnTo>
                <a:lnTo>
                  <a:pt x="260" y="352"/>
                </a:lnTo>
                <a:lnTo>
                  <a:pt x="259" y="352"/>
                </a:lnTo>
                <a:lnTo>
                  <a:pt x="258" y="353"/>
                </a:lnTo>
                <a:lnTo>
                  <a:pt x="257" y="353"/>
                </a:lnTo>
                <a:lnTo>
                  <a:pt x="256" y="354"/>
                </a:lnTo>
                <a:lnTo>
                  <a:pt x="255" y="355"/>
                </a:lnTo>
                <a:lnTo>
                  <a:pt x="255" y="356"/>
                </a:lnTo>
                <a:lnTo>
                  <a:pt x="256" y="356"/>
                </a:lnTo>
                <a:lnTo>
                  <a:pt x="255" y="357"/>
                </a:lnTo>
                <a:lnTo>
                  <a:pt x="254" y="357"/>
                </a:lnTo>
                <a:lnTo>
                  <a:pt x="254" y="356"/>
                </a:lnTo>
                <a:lnTo>
                  <a:pt x="254" y="355"/>
                </a:lnTo>
                <a:lnTo>
                  <a:pt x="254" y="354"/>
                </a:lnTo>
                <a:lnTo>
                  <a:pt x="254" y="353"/>
                </a:lnTo>
                <a:lnTo>
                  <a:pt x="253" y="352"/>
                </a:lnTo>
                <a:lnTo>
                  <a:pt x="253" y="351"/>
                </a:lnTo>
                <a:lnTo>
                  <a:pt x="252" y="351"/>
                </a:lnTo>
                <a:lnTo>
                  <a:pt x="252" y="352"/>
                </a:lnTo>
                <a:lnTo>
                  <a:pt x="251" y="352"/>
                </a:lnTo>
                <a:lnTo>
                  <a:pt x="251" y="351"/>
                </a:lnTo>
                <a:lnTo>
                  <a:pt x="250" y="351"/>
                </a:lnTo>
                <a:lnTo>
                  <a:pt x="249" y="351"/>
                </a:lnTo>
                <a:lnTo>
                  <a:pt x="246" y="351"/>
                </a:lnTo>
                <a:lnTo>
                  <a:pt x="246" y="350"/>
                </a:lnTo>
                <a:lnTo>
                  <a:pt x="246" y="349"/>
                </a:lnTo>
                <a:lnTo>
                  <a:pt x="247" y="348"/>
                </a:lnTo>
                <a:lnTo>
                  <a:pt x="248" y="348"/>
                </a:lnTo>
                <a:lnTo>
                  <a:pt x="249" y="347"/>
                </a:lnTo>
                <a:lnTo>
                  <a:pt x="250" y="347"/>
                </a:lnTo>
                <a:lnTo>
                  <a:pt x="250" y="346"/>
                </a:lnTo>
                <a:lnTo>
                  <a:pt x="251" y="346"/>
                </a:lnTo>
                <a:lnTo>
                  <a:pt x="252" y="346"/>
                </a:lnTo>
                <a:lnTo>
                  <a:pt x="252" y="345"/>
                </a:lnTo>
                <a:lnTo>
                  <a:pt x="253" y="345"/>
                </a:lnTo>
                <a:lnTo>
                  <a:pt x="253" y="344"/>
                </a:lnTo>
                <a:lnTo>
                  <a:pt x="253" y="343"/>
                </a:lnTo>
                <a:lnTo>
                  <a:pt x="252" y="343"/>
                </a:lnTo>
                <a:lnTo>
                  <a:pt x="252" y="342"/>
                </a:lnTo>
                <a:lnTo>
                  <a:pt x="251" y="342"/>
                </a:lnTo>
                <a:lnTo>
                  <a:pt x="251" y="341"/>
                </a:lnTo>
                <a:lnTo>
                  <a:pt x="250" y="341"/>
                </a:lnTo>
                <a:lnTo>
                  <a:pt x="249" y="342"/>
                </a:lnTo>
                <a:lnTo>
                  <a:pt x="248" y="342"/>
                </a:lnTo>
                <a:lnTo>
                  <a:pt x="247" y="342"/>
                </a:lnTo>
                <a:lnTo>
                  <a:pt x="246" y="342"/>
                </a:lnTo>
                <a:lnTo>
                  <a:pt x="246" y="341"/>
                </a:lnTo>
                <a:lnTo>
                  <a:pt x="245" y="341"/>
                </a:lnTo>
                <a:lnTo>
                  <a:pt x="245" y="340"/>
                </a:lnTo>
                <a:lnTo>
                  <a:pt x="244" y="340"/>
                </a:lnTo>
                <a:lnTo>
                  <a:pt x="244" y="339"/>
                </a:lnTo>
                <a:lnTo>
                  <a:pt x="243" y="339"/>
                </a:lnTo>
                <a:lnTo>
                  <a:pt x="244" y="339"/>
                </a:lnTo>
                <a:lnTo>
                  <a:pt x="244" y="338"/>
                </a:lnTo>
                <a:lnTo>
                  <a:pt x="245" y="338"/>
                </a:lnTo>
                <a:lnTo>
                  <a:pt x="245" y="337"/>
                </a:lnTo>
                <a:lnTo>
                  <a:pt x="246" y="336"/>
                </a:lnTo>
                <a:lnTo>
                  <a:pt x="251" y="331"/>
                </a:lnTo>
                <a:lnTo>
                  <a:pt x="251" y="330"/>
                </a:lnTo>
                <a:lnTo>
                  <a:pt x="250" y="330"/>
                </a:lnTo>
                <a:lnTo>
                  <a:pt x="249" y="329"/>
                </a:lnTo>
                <a:lnTo>
                  <a:pt x="248" y="329"/>
                </a:lnTo>
                <a:lnTo>
                  <a:pt x="248" y="328"/>
                </a:lnTo>
                <a:lnTo>
                  <a:pt x="247" y="328"/>
                </a:lnTo>
                <a:lnTo>
                  <a:pt x="246" y="326"/>
                </a:lnTo>
                <a:lnTo>
                  <a:pt x="245" y="326"/>
                </a:lnTo>
                <a:lnTo>
                  <a:pt x="244" y="326"/>
                </a:lnTo>
                <a:lnTo>
                  <a:pt x="244" y="325"/>
                </a:lnTo>
                <a:lnTo>
                  <a:pt x="243" y="325"/>
                </a:lnTo>
                <a:lnTo>
                  <a:pt x="243" y="324"/>
                </a:lnTo>
                <a:lnTo>
                  <a:pt x="242" y="324"/>
                </a:lnTo>
                <a:lnTo>
                  <a:pt x="242" y="323"/>
                </a:lnTo>
                <a:lnTo>
                  <a:pt x="241" y="323"/>
                </a:lnTo>
                <a:lnTo>
                  <a:pt x="240" y="323"/>
                </a:lnTo>
                <a:lnTo>
                  <a:pt x="240" y="322"/>
                </a:lnTo>
                <a:lnTo>
                  <a:pt x="239" y="322"/>
                </a:lnTo>
                <a:lnTo>
                  <a:pt x="238" y="321"/>
                </a:lnTo>
                <a:lnTo>
                  <a:pt x="239" y="321"/>
                </a:lnTo>
                <a:lnTo>
                  <a:pt x="238" y="321"/>
                </a:lnTo>
                <a:lnTo>
                  <a:pt x="238" y="320"/>
                </a:lnTo>
                <a:lnTo>
                  <a:pt x="238" y="319"/>
                </a:lnTo>
                <a:lnTo>
                  <a:pt x="238" y="318"/>
                </a:lnTo>
                <a:lnTo>
                  <a:pt x="239" y="318"/>
                </a:lnTo>
                <a:lnTo>
                  <a:pt x="239" y="317"/>
                </a:lnTo>
                <a:lnTo>
                  <a:pt x="238" y="317"/>
                </a:lnTo>
                <a:lnTo>
                  <a:pt x="238" y="316"/>
                </a:lnTo>
                <a:lnTo>
                  <a:pt x="238" y="315"/>
                </a:lnTo>
                <a:lnTo>
                  <a:pt x="239" y="315"/>
                </a:lnTo>
                <a:lnTo>
                  <a:pt x="238" y="315"/>
                </a:lnTo>
                <a:lnTo>
                  <a:pt x="237" y="315"/>
                </a:lnTo>
                <a:lnTo>
                  <a:pt x="236" y="315"/>
                </a:lnTo>
                <a:lnTo>
                  <a:pt x="234" y="315"/>
                </a:lnTo>
                <a:lnTo>
                  <a:pt x="233" y="314"/>
                </a:lnTo>
                <a:lnTo>
                  <a:pt x="233" y="313"/>
                </a:lnTo>
                <a:lnTo>
                  <a:pt x="233" y="312"/>
                </a:lnTo>
                <a:lnTo>
                  <a:pt x="232" y="312"/>
                </a:lnTo>
                <a:lnTo>
                  <a:pt x="232" y="313"/>
                </a:lnTo>
                <a:lnTo>
                  <a:pt x="231" y="313"/>
                </a:lnTo>
                <a:lnTo>
                  <a:pt x="231" y="314"/>
                </a:lnTo>
                <a:lnTo>
                  <a:pt x="230" y="314"/>
                </a:lnTo>
                <a:lnTo>
                  <a:pt x="229" y="314"/>
                </a:lnTo>
                <a:lnTo>
                  <a:pt x="228" y="314"/>
                </a:lnTo>
                <a:lnTo>
                  <a:pt x="227" y="314"/>
                </a:lnTo>
                <a:lnTo>
                  <a:pt x="227" y="313"/>
                </a:lnTo>
                <a:lnTo>
                  <a:pt x="226" y="313"/>
                </a:lnTo>
                <a:lnTo>
                  <a:pt x="225" y="313"/>
                </a:lnTo>
                <a:lnTo>
                  <a:pt x="224" y="313"/>
                </a:lnTo>
                <a:lnTo>
                  <a:pt x="223" y="313"/>
                </a:lnTo>
                <a:lnTo>
                  <a:pt x="223" y="312"/>
                </a:lnTo>
                <a:lnTo>
                  <a:pt x="224" y="312"/>
                </a:lnTo>
                <a:lnTo>
                  <a:pt x="223" y="311"/>
                </a:lnTo>
                <a:lnTo>
                  <a:pt x="224" y="310"/>
                </a:lnTo>
                <a:lnTo>
                  <a:pt x="223" y="310"/>
                </a:lnTo>
                <a:lnTo>
                  <a:pt x="222" y="310"/>
                </a:lnTo>
                <a:lnTo>
                  <a:pt x="222" y="309"/>
                </a:lnTo>
                <a:lnTo>
                  <a:pt x="221" y="309"/>
                </a:lnTo>
                <a:lnTo>
                  <a:pt x="220" y="309"/>
                </a:lnTo>
                <a:lnTo>
                  <a:pt x="219" y="309"/>
                </a:lnTo>
                <a:lnTo>
                  <a:pt x="218" y="309"/>
                </a:lnTo>
                <a:lnTo>
                  <a:pt x="217" y="309"/>
                </a:lnTo>
                <a:lnTo>
                  <a:pt x="217" y="310"/>
                </a:lnTo>
                <a:lnTo>
                  <a:pt x="216" y="310"/>
                </a:lnTo>
                <a:lnTo>
                  <a:pt x="215" y="309"/>
                </a:lnTo>
                <a:lnTo>
                  <a:pt x="214" y="309"/>
                </a:lnTo>
                <a:lnTo>
                  <a:pt x="214" y="308"/>
                </a:lnTo>
                <a:lnTo>
                  <a:pt x="213" y="308"/>
                </a:lnTo>
                <a:lnTo>
                  <a:pt x="212" y="307"/>
                </a:lnTo>
                <a:lnTo>
                  <a:pt x="211" y="306"/>
                </a:lnTo>
                <a:lnTo>
                  <a:pt x="211" y="305"/>
                </a:lnTo>
                <a:lnTo>
                  <a:pt x="210" y="304"/>
                </a:lnTo>
                <a:lnTo>
                  <a:pt x="208" y="303"/>
                </a:lnTo>
                <a:lnTo>
                  <a:pt x="207" y="302"/>
                </a:lnTo>
                <a:lnTo>
                  <a:pt x="206" y="302"/>
                </a:lnTo>
                <a:lnTo>
                  <a:pt x="205" y="302"/>
                </a:lnTo>
                <a:lnTo>
                  <a:pt x="204" y="302"/>
                </a:lnTo>
                <a:lnTo>
                  <a:pt x="204" y="301"/>
                </a:lnTo>
                <a:lnTo>
                  <a:pt x="204" y="300"/>
                </a:lnTo>
                <a:lnTo>
                  <a:pt x="204" y="299"/>
                </a:lnTo>
                <a:lnTo>
                  <a:pt x="203" y="299"/>
                </a:lnTo>
                <a:lnTo>
                  <a:pt x="201" y="298"/>
                </a:lnTo>
                <a:lnTo>
                  <a:pt x="201" y="297"/>
                </a:lnTo>
                <a:lnTo>
                  <a:pt x="200" y="297"/>
                </a:lnTo>
                <a:lnTo>
                  <a:pt x="200" y="296"/>
                </a:lnTo>
                <a:lnTo>
                  <a:pt x="200" y="295"/>
                </a:lnTo>
                <a:lnTo>
                  <a:pt x="200" y="294"/>
                </a:lnTo>
                <a:lnTo>
                  <a:pt x="201" y="293"/>
                </a:lnTo>
                <a:lnTo>
                  <a:pt x="201" y="292"/>
                </a:lnTo>
                <a:lnTo>
                  <a:pt x="200" y="292"/>
                </a:lnTo>
                <a:lnTo>
                  <a:pt x="201" y="292"/>
                </a:lnTo>
                <a:lnTo>
                  <a:pt x="201" y="291"/>
                </a:lnTo>
                <a:lnTo>
                  <a:pt x="200" y="291"/>
                </a:lnTo>
                <a:lnTo>
                  <a:pt x="199" y="291"/>
                </a:lnTo>
                <a:lnTo>
                  <a:pt x="198" y="291"/>
                </a:lnTo>
                <a:lnTo>
                  <a:pt x="198" y="290"/>
                </a:lnTo>
                <a:lnTo>
                  <a:pt x="197" y="290"/>
                </a:lnTo>
                <a:lnTo>
                  <a:pt x="197" y="291"/>
                </a:lnTo>
                <a:lnTo>
                  <a:pt x="197" y="290"/>
                </a:lnTo>
                <a:lnTo>
                  <a:pt x="196" y="290"/>
                </a:lnTo>
                <a:lnTo>
                  <a:pt x="196" y="289"/>
                </a:lnTo>
                <a:lnTo>
                  <a:pt x="195" y="289"/>
                </a:lnTo>
                <a:lnTo>
                  <a:pt x="194" y="288"/>
                </a:lnTo>
                <a:lnTo>
                  <a:pt x="194" y="289"/>
                </a:lnTo>
                <a:lnTo>
                  <a:pt x="194" y="290"/>
                </a:lnTo>
                <a:lnTo>
                  <a:pt x="193" y="290"/>
                </a:lnTo>
                <a:lnTo>
                  <a:pt x="193" y="289"/>
                </a:lnTo>
                <a:lnTo>
                  <a:pt x="192" y="289"/>
                </a:lnTo>
                <a:lnTo>
                  <a:pt x="192" y="290"/>
                </a:lnTo>
                <a:lnTo>
                  <a:pt x="191" y="290"/>
                </a:lnTo>
                <a:lnTo>
                  <a:pt x="190" y="291"/>
                </a:lnTo>
                <a:lnTo>
                  <a:pt x="191" y="291"/>
                </a:lnTo>
                <a:lnTo>
                  <a:pt x="191" y="292"/>
                </a:lnTo>
                <a:lnTo>
                  <a:pt x="190" y="293"/>
                </a:lnTo>
                <a:lnTo>
                  <a:pt x="190" y="294"/>
                </a:lnTo>
                <a:lnTo>
                  <a:pt x="189" y="295"/>
                </a:lnTo>
                <a:lnTo>
                  <a:pt x="187" y="296"/>
                </a:lnTo>
                <a:lnTo>
                  <a:pt x="186" y="297"/>
                </a:lnTo>
                <a:lnTo>
                  <a:pt x="186" y="298"/>
                </a:lnTo>
                <a:lnTo>
                  <a:pt x="186" y="299"/>
                </a:lnTo>
                <a:lnTo>
                  <a:pt x="186" y="300"/>
                </a:lnTo>
                <a:lnTo>
                  <a:pt x="186" y="301"/>
                </a:lnTo>
                <a:lnTo>
                  <a:pt x="185" y="301"/>
                </a:lnTo>
                <a:lnTo>
                  <a:pt x="183" y="301"/>
                </a:lnTo>
                <a:lnTo>
                  <a:pt x="181" y="301"/>
                </a:lnTo>
                <a:lnTo>
                  <a:pt x="179" y="301"/>
                </a:lnTo>
                <a:lnTo>
                  <a:pt x="178" y="301"/>
                </a:lnTo>
                <a:lnTo>
                  <a:pt x="176" y="300"/>
                </a:lnTo>
                <a:lnTo>
                  <a:pt x="175" y="300"/>
                </a:lnTo>
                <a:lnTo>
                  <a:pt x="175" y="299"/>
                </a:lnTo>
                <a:lnTo>
                  <a:pt x="174" y="299"/>
                </a:lnTo>
                <a:lnTo>
                  <a:pt x="174" y="298"/>
                </a:lnTo>
                <a:lnTo>
                  <a:pt x="173" y="297"/>
                </a:lnTo>
                <a:lnTo>
                  <a:pt x="172" y="297"/>
                </a:lnTo>
                <a:lnTo>
                  <a:pt x="172" y="296"/>
                </a:lnTo>
                <a:lnTo>
                  <a:pt x="171" y="297"/>
                </a:lnTo>
                <a:lnTo>
                  <a:pt x="171" y="298"/>
                </a:lnTo>
                <a:lnTo>
                  <a:pt x="170" y="298"/>
                </a:lnTo>
                <a:lnTo>
                  <a:pt x="170" y="297"/>
                </a:lnTo>
                <a:lnTo>
                  <a:pt x="169" y="297"/>
                </a:lnTo>
                <a:lnTo>
                  <a:pt x="168" y="295"/>
                </a:lnTo>
                <a:lnTo>
                  <a:pt x="168" y="294"/>
                </a:lnTo>
                <a:lnTo>
                  <a:pt x="167" y="294"/>
                </a:lnTo>
                <a:lnTo>
                  <a:pt x="167" y="293"/>
                </a:lnTo>
                <a:lnTo>
                  <a:pt x="163" y="294"/>
                </a:lnTo>
                <a:lnTo>
                  <a:pt x="163" y="295"/>
                </a:lnTo>
                <a:lnTo>
                  <a:pt x="163" y="296"/>
                </a:lnTo>
                <a:lnTo>
                  <a:pt x="162" y="296"/>
                </a:lnTo>
                <a:lnTo>
                  <a:pt x="161" y="297"/>
                </a:lnTo>
                <a:lnTo>
                  <a:pt x="160" y="295"/>
                </a:lnTo>
                <a:lnTo>
                  <a:pt x="159" y="294"/>
                </a:lnTo>
                <a:lnTo>
                  <a:pt x="158" y="293"/>
                </a:lnTo>
                <a:lnTo>
                  <a:pt x="158" y="292"/>
                </a:lnTo>
                <a:lnTo>
                  <a:pt x="158" y="291"/>
                </a:lnTo>
                <a:lnTo>
                  <a:pt x="157" y="291"/>
                </a:lnTo>
                <a:lnTo>
                  <a:pt x="157" y="290"/>
                </a:lnTo>
                <a:lnTo>
                  <a:pt x="156" y="290"/>
                </a:lnTo>
                <a:lnTo>
                  <a:pt x="156" y="289"/>
                </a:lnTo>
                <a:lnTo>
                  <a:pt x="153" y="290"/>
                </a:lnTo>
                <a:lnTo>
                  <a:pt x="151" y="288"/>
                </a:lnTo>
                <a:lnTo>
                  <a:pt x="152" y="287"/>
                </a:lnTo>
                <a:lnTo>
                  <a:pt x="153" y="286"/>
                </a:lnTo>
                <a:lnTo>
                  <a:pt x="152" y="285"/>
                </a:lnTo>
                <a:lnTo>
                  <a:pt x="151" y="284"/>
                </a:lnTo>
                <a:lnTo>
                  <a:pt x="150" y="282"/>
                </a:lnTo>
                <a:lnTo>
                  <a:pt x="151" y="282"/>
                </a:lnTo>
                <a:lnTo>
                  <a:pt x="152" y="282"/>
                </a:lnTo>
                <a:lnTo>
                  <a:pt x="153" y="282"/>
                </a:lnTo>
                <a:lnTo>
                  <a:pt x="154" y="281"/>
                </a:lnTo>
                <a:lnTo>
                  <a:pt x="155" y="281"/>
                </a:lnTo>
                <a:lnTo>
                  <a:pt x="158" y="281"/>
                </a:lnTo>
                <a:lnTo>
                  <a:pt x="159" y="281"/>
                </a:lnTo>
                <a:lnTo>
                  <a:pt x="160" y="282"/>
                </a:lnTo>
                <a:lnTo>
                  <a:pt x="161" y="282"/>
                </a:lnTo>
                <a:lnTo>
                  <a:pt x="162" y="282"/>
                </a:lnTo>
                <a:lnTo>
                  <a:pt x="163" y="283"/>
                </a:lnTo>
                <a:lnTo>
                  <a:pt x="164" y="283"/>
                </a:lnTo>
                <a:lnTo>
                  <a:pt x="164" y="282"/>
                </a:lnTo>
                <a:lnTo>
                  <a:pt x="164" y="281"/>
                </a:lnTo>
                <a:lnTo>
                  <a:pt x="165" y="281"/>
                </a:lnTo>
                <a:lnTo>
                  <a:pt x="164" y="281"/>
                </a:lnTo>
                <a:lnTo>
                  <a:pt x="163" y="279"/>
                </a:lnTo>
                <a:lnTo>
                  <a:pt x="163" y="280"/>
                </a:lnTo>
                <a:lnTo>
                  <a:pt x="162" y="280"/>
                </a:lnTo>
                <a:lnTo>
                  <a:pt x="162" y="279"/>
                </a:lnTo>
                <a:lnTo>
                  <a:pt x="161" y="278"/>
                </a:lnTo>
                <a:lnTo>
                  <a:pt x="161" y="277"/>
                </a:lnTo>
                <a:lnTo>
                  <a:pt x="161" y="276"/>
                </a:lnTo>
                <a:lnTo>
                  <a:pt x="161" y="277"/>
                </a:lnTo>
                <a:lnTo>
                  <a:pt x="162" y="277"/>
                </a:lnTo>
                <a:lnTo>
                  <a:pt x="164" y="279"/>
                </a:lnTo>
                <a:lnTo>
                  <a:pt x="166" y="278"/>
                </a:lnTo>
                <a:lnTo>
                  <a:pt x="167" y="278"/>
                </a:lnTo>
                <a:lnTo>
                  <a:pt x="169" y="278"/>
                </a:lnTo>
                <a:lnTo>
                  <a:pt x="169" y="277"/>
                </a:lnTo>
                <a:lnTo>
                  <a:pt x="169" y="276"/>
                </a:lnTo>
                <a:lnTo>
                  <a:pt x="169" y="275"/>
                </a:lnTo>
                <a:lnTo>
                  <a:pt x="170" y="274"/>
                </a:lnTo>
                <a:lnTo>
                  <a:pt x="171" y="274"/>
                </a:lnTo>
                <a:lnTo>
                  <a:pt x="171" y="273"/>
                </a:lnTo>
                <a:lnTo>
                  <a:pt x="171" y="272"/>
                </a:lnTo>
                <a:lnTo>
                  <a:pt x="171" y="271"/>
                </a:lnTo>
                <a:lnTo>
                  <a:pt x="170" y="270"/>
                </a:lnTo>
                <a:lnTo>
                  <a:pt x="170" y="269"/>
                </a:lnTo>
                <a:lnTo>
                  <a:pt x="170" y="268"/>
                </a:lnTo>
                <a:lnTo>
                  <a:pt x="170" y="267"/>
                </a:lnTo>
                <a:lnTo>
                  <a:pt x="170" y="266"/>
                </a:lnTo>
                <a:lnTo>
                  <a:pt x="169" y="266"/>
                </a:lnTo>
                <a:lnTo>
                  <a:pt x="168" y="264"/>
                </a:lnTo>
                <a:lnTo>
                  <a:pt x="167" y="264"/>
                </a:lnTo>
                <a:lnTo>
                  <a:pt x="166" y="264"/>
                </a:lnTo>
                <a:lnTo>
                  <a:pt x="166" y="263"/>
                </a:lnTo>
                <a:lnTo>
                  <a:pt x="167" y="262"/>
                </a:lnTo>
                <a:lnTo>
                  <a:pt x="167" y="261"/>
                </a:lnTo>
                <a:lnTo>
                  <a:pt x="168" y="260"/>
                </a:lnTo>
                <a:lnTo>
                  <a:pt x="168" y="259"/>
                </a:lnTo>
                <a:lnTo>
                  <a:pt x="167" y="258"/>
                </a:lnTo>
                <a:lnTo>
                  <a:pt x="166" y="257"/>
                </a:lnTo>
                <a:lnTo>
                  <a:pt x="166" y="256"/>
                </a:lnTo>
                <a:lnTo>
                  <a:pt x="166" y="255"/>
                </a:lnTo>
                <a:lnTo>
                  <a:pt x="165" y="255"/>
                </a:lnTo>
                <a:lnTo>
                  <a:pt x="165" y="253"/>
                </a:lnTo>
                <a:lnTo>
                  <a:pt x="165" y="251"/>
                </a:lnTo>
                <a:lnTo>
                  <a:pt x="164" y="250"/>
                </a:lnTo>
                <a:lnTo>
                  <a:pt x="164" y="249"/>
                </a:lnTo>
                <a:lnTo>
                  <a:pt x="163" y="249"/>
                </a:lnTo>
                <a:lnTo>
                  <a:pt x="163" y="248"/>
                </a:lnTo>
                <a:lnTo>
                  <a:pt x="163" y="247"/>
                </a:lnTo>
                <a:lnTo>
                  <a:pt x="162" y="246"/>
                </a:lnTo>
                <a:lnTo>
                  <a:pt x="162" y="245"/>
                </a:lnTo>
                <a:lnTo>
                  <a:pt x="161" y="244"/>
                </a:lnTo>
                <a:lnTo>
                  <a:pt x="160" y="243"/>
                </a:lnTo>
                <a:lnTo>
                  <a:pt x="159" y="242"/>
                </a:lnTo>
                <a:lnTo>
                  <a:pt x="158" y="241"/>
                </a:lnTo>
                <a:lnTo>
                  <a:pt x="157" y="241"/>
                </a:lnTo>
                <a:lnTo>
                  <a:pt x="157" y="240"/>
                </a:lnTo>
                <a:lnTo>
                  <a:pt x="157" y="239"/>
                </a:lnTo>
                <a:lnTo>
                  <a:pt x="158" y="239"/>
                </a:lnTo>
                <a:lnTo>
                  <a:pt x="159" y="239"/>
                </a:lnTo>
                <a:lnTo>
                  <a:pt x="158" y="238"/>
                </a:lnTo>
                <a:lnTo>
                  <a:pt x="157" y="236"/>
                </a:lnTo>
                <a:lnTo>
                  <a:pt x="156" y="236"/>
                </a:lnTo>
                <a:lnTo>
                  <a:pt x="156" y="235"/>
                </a:lnTo>
                <a:lnTo>
                  <a:pt x="155" y="235"/>
                </a:lnTo>
                <a:lnTo>
                  <a:pt x="154" y="234"/>
                </a:lnTo>
                <a:lnTo>
                  <a:pt x="153" y="234"/>
                </a:lnTo>
                <a:lnTo>
                  <a:pt x="153" y="233"/>
                </a:lnTo>
                <a:lnTo>
                  <a:pt x="152" y="233"/>
                </a:lnTo>
                <a:lnTo>
                  <a:pt x="153" y="233"/>
                </a:lnTo>
                <a:lnTo>
                  <a:pt x="152" y="233"/>
                </a:lnTo>
                <a:lnTo>
                  <a:pt x="152" y="232"/>
                </a:lnTo>
                <a:lnTo>
                  <a:pt x="152" y="231"/>
                </a:lnTo>
                <a:lnTo>
                  <a:pt x="153" y="231"/>
                </a:lnTo>
                <a:lnTo>
                  <a:pt x="153" y="230"/>
                </a:lnTo>
                <a:lnTo>
                  <a:pt x="153" y="229"/>
                </a:lnTo>
                <a:lnTo>
                  <a:pt x="153" y="228"/>
                </a:lnTo>
                <a:lnTo>
                  <a:pt x="153" y="227"/>
                </a:lnTo>
                <a:lnTo>
                  <a:pt x="154" y="227"/>
                </a:lnTo>
                <a:lnTo>
                  <a:pt x="154" y="228"/>
                </a:lnTo>
                <a:lnTo>
                  <a:pt x="154" y="227"/>
                </a:lnTo>
                <a:lnTo>
                  <a:pt x="154" y="226"/>
                </a:lnTo>
                <a:lnTo>
                  <a:pt x="155" y="226"/>
                </a:lnTo>
                <a:lnTo>
                  <a:pt x="155" y="225"/>
                </a:lnTo>
                <a:lnTo>
                  <a:pt x="155" y="224"/>
                </a:lnTo>
                <a:lnTo>
                  <a:pt x="155" y="223"/>
                </a:lnTo>
                <a:lnTo>
                  <a:pt x="156" y="223"/>
                </a:lnTo>
                <a:lnTo>
                  <a:pt x="156" y="222"/>
                </a:lnTo>
                <a:lnTo>
                  <a:pt x="157" y="222"/>
                </a:lnTo>
                <a:lnTo>
                  <a:pt x="158" y="222"/>
                </a:lnTo>
                <a:lnTo>
                  <a:pt x="157" y="222"/>
                </a:lnTo>
                <a:lnTo>
                  <a:pt x="157" y="221"/>
                </a:lnTo>
                <a:lnTo>
                  <a:pt x="158" y="220"/>
                </a:lnTo>
                <a:lnTo>
                  <a:pt x="152" y="218"/>
                </a:lnTo>
                <a:lnTo>
                  <a:pt x="151" y="217"/>
                </a:lnTo>
                <a:lnTo>
                  <a:pt x="150" y="216"/>
                </a:lnTo>
                <a:lnTo>
                  <a:pt x="150" y="215"/>
                </a:lnTo>
                <a:lnTo>
                  <a:pt x="149" y="215"/>
                </a:lnTo>
                <a:lnTo>
                  <a:pt x="148" y="211"/>
                </a:lnTo>
                <a:lnTo>
                  <a:pt x="145" y="206"/>
                </a:lnTo>
                <a:lnTo>
                  <a:pt x="144" y="206"/>
                </a:lnTo>
                <a:lnTo>
                  <a:pt x="141" y="202"/>
                </a:lnTo>
                <a:lnTo>
                  <a:pt x="141" y="200"/>
                </a:lnTo>
                <a:lnTo>
                  <a:pt x="140" y="200"/>
                </a:lnTo>
                <a:lnTo>
                  <a:pt x="139" y="200"/>
                </a:lnTo>
                <a:lnTo>
                  <a:pt x="138" y="200"/>
                </a:lnTo>
                <a:lnTo>
                  <a:pt x="136" y="198"/>
                </a:lnTo>
                <a:lnTo>
                  <a:pt x="135" y="198"/>
                </a:lnTo>
                <a:lnTo>
                  <a:pt x="134" y="198"/>
                </a:lnTo>
                <a:lnTo>
                  <a:pt x="135" y="198"/>
                </a:lnTo>
                <a:lnTo>
                  <a:pt x="134" y="198"/>
                </a:lnTo>
                <a:lnTo>
                  <a:pt x="134" y="195"/>
                </a:lnTo>
                <a:lnTo>
                  <a:pt x="133" y="195"/>
                </a:lnTo>
                <a:lnTo>
                  <a:pt x="133" y="194"/>
                </a:lnTo>
                <a:lnTo>
                  <a:pt x="134" y="194"/>
                </a:lnTo>
                <a:lnTo>
                  <a:pt x="135" y="194"/>
                </a:lnTo>
                <a:lnTo>
                  <a:pt x="135" y="193"/>
                </a:lnTo>
                <a:lnTo>
                  <a:pt x="136" y="192"/>
                </a:lnTo>
                <a:lnTo>
                  <a:pt x="134" y="189"/>
                </a:lnTo>
                <a:lnTo>
                  <a:pt x="135" y="189"/>
                </a:lnTo>
                <a:lnTo>
                  <a:pt x="135" y="188"/>
                </a:lnTo>
                <a:lnTo>
                  <a:pt x="135" y="187"/>
                </a:lnTo>
                <a:lnTo>
                  <a:pt x="134" y="187"/>
                </a:lnTo>
                <a:lnTo>
                  <a:pt x="135" y="186"/>
                </a:lnTo>
                <a:lnTo>
                  <a:pt x="135" y="185"/>
                </a:lnTo>
                <a:lnTo>
                  <a:pt x="135" y="184"/>
                </a:lnTo>
                <a:lnTo>
                  <a:pt x="134" y="183"/>
                </a:lnTo>
                <a:lnTo>
                  <a:pt x="133" y="183"/>
                </a:lnTo>
                <a:lnTo>
                  <a:pt x="131" y="183"/>
                </a:lnTo>
                <a:lnTo>
                  <a:pt x="130" y="184"/>
                </a:lnTo>
                <a:lnTo>
                  <a:pt x="129" y="184"/>
                </a:lnTo>
                <a:lnTo>
                  <a:pt x="127" y="184"/>
                </a:lnTo>
                <a:lnTo>
                  <a:pt x="125" y="185"/>
                </a:lnTo>
                <a:lnTo>
                  <a:pt x="124" y="186"/>
                </a:lnTo>
                <a:lnTo>
                  <a:pt x="123" y="186"/>
                </a:lnTo>
                <a:lnTo>
                  <a:pt x="123" y="187"/>
                </a:lnTo>
                <a:lnTo>
                  <a:pt x="122" y="187"/>
                </a:lnTo>
                <a:lnTo>
                  <a:pt x="120" y="188"/>
                </a:lnTo>
                <a:lnTo>
                  <a:pt x="120" y="189"/>
                </a:lnTo>
                <a:lnTo>
                  <a:pt x="118" y="190"/>
                </a:lnTo>
                <a:lnTo>
                  <a:pt x="116" y="191"/>
                </a:lnTo>
                <a:lnTo>
                  <a:pt x="115" y="192"/>
                </a:lnTo>
                <a:lnTo>
                  <a:pt x="113" y="193"/>
                </a:lnTo>
                <a:lnTo>
                  <a:pt x="112" y="194"/>
                </a:lnTo>
                <a:lnTo>
                  <a:pt x="111" y="194"/>
                </a:lnTo>
                <a:lnTo>
                  <a:pt x="110" y="195"/>
                </a:lnTo>
                <a:lnTo>
                  <a:pt x="103" y="197"/>
                </a:lnTo>
                <a:lnTo>
                  <a:pt x="101" y="198"/>
                </a:lnTo>
                <a:lnTo>
                  <a:pt x="100" y="198"/>
                </a:lnTo>
                <a:lnTo>
                  <a:pt x="100" y="199"/>
                </a:lnTo>
                <a:lnTo>
                  <a:pt x="98" y="200"/>
                </a:lnTo>
                <a:lnTo>
                  <a:pt x="97" y="203"/>
                </a:lnTo>
                <a:lnTo>
                  <a:pt x="96" y="204"/>
                </a:lnTo>
                <a:lnTo>
                  <a:pt x="95" y="205"/>
                </a:lnTo>
                <a:lnTo>
                  <a:pt x="95" y="206"/>
                </a:lnTo>
                <a:lnTo>
                  <a:pt x="94" y="207"/>
                </a:lnTo>
                <a:lnTo>
                  <a:pt x="91" y="207"/>
                </a:lnTo>
                <a:lnTo>
                  <a:pt x="87" y="208"/>
                </a:lnTo>
                <a:lnTo>
                  <a:pt x="87" y="209"/>
                </a:lnTo>
                <a:lnTo>
                  <a:pt x="85" y="209"/>
                </a:lnTo>
                <a:lnTo>
                  <a:pt x="83" y="210"/>
                </a:lnTo>
                <a:lnTo>
                  <a:pt x="81" y="210"/>
                </a:lnTo>
                <a:lnTo>
                  <a:pt x="79" y="211"/>
                </a:lnTo>
                <a:lnTo>
                  <a:pt x="77" y="212"/>
                </a:lnTo>
                <a:lnTo>
                  <a:pt x="76" y="212"/>
                </a:lnTo>
                <a:lnTo>
                  <a:pt x="66" y="212"/>
                </a:lnTo>
                <a:lnTo>
                  <a:pt x="63" y="212"/>
                </a:lnTo>
                <a:lnTo>
                  <a:pt x="62" y="213"/>
                </a:lnTo>
                <a:lnTo>
                  <a:pt x="61" y="212"/>
                </a:lnTo>
                <a:lnTo>
                  <a:pt x="60" y="212"/>
                </a:lnTo>
                <a:lnTo>
                  <a:pt x="57" y="210"/>
                </a:lnTo>
                <a:lnTo>
                  <a:pt x="57" y="209"/>
                </a:lnTo>
                <a:lnTo>
                  <a:pt x="58" y="208"/>
                </a:lnTo>
                <a:lnTo>
                  <a:pt x="59" y="205"/>
                </a:lnTo>
                <a:lnTo>
                  <a:pt x="59" y="193"/>
                </a:lnTo>
                <a:lnTo>
                  <a:pt x="59" y="192"/>
                </a:lnTo>
                <a:lnTo>
                  <a:pt x="59" y="186"/>
                </a:lnTo>
                <a:lnTo>
                  <a:pt x="57" y="187"/>
                </a:lnTo>
                <a:lnTo>
                  <a:pt x="56" y="187"/>
                </a:lnTo>
                <a:lnTo>
                  <a:pt x="55" y="187"/>
                </a:lnTo>
                <a:lnTo>
                  <a:pt x="53" y="186"/>
                </a:lnTo>
                <a:lnTo>
                  <a:pt x="52" y="185"/>
                </a:lnTo>
                <a:lnTo>
                  <a:pt x="53" y="184"/>
                </a:lnTo>
                <a:lnTo>
                  <a:pt x="53" y="182"/>
                </a:lnTo>
                <a:lnTo>
                  <a:pt x="53" y="181"/>
                </a:lnTo>
                <a:lnTo>
                  <a:pt x="52" y="181"/>
                </a:lnTo>
                <a:lnTo>
                  <a:pt x="52" y="180"/>
                </a:lnTo>
                <a:lnTo>
                  <a:pt x="51" y="180"/>
                </a:lnTo>
                <a:lnTo>
                  <a:pt x="51" y="179"/>
                </a:lnTo>
                <a:lnTo>
                  <a:pt x="51" y="178"/>
                </a:lnTo>
                <a:lnTo>
                  <a:pt x="50" y="178"/>
                </a:lnTo>
                <a:lnTo>
                  <a:pt x="48" y="177"/>
                </a:lnTo>
                <a:lnTo>
                  <a:pt x="44" y="176"/>
                </a:lnTo>
                <a:lnTo>
                  <a:pt x="44" y="175"/>
                </a:lnTo>
                <a:lnTo>
                  <a:pt x="44" y="174"/>
                </a:lnTo>
                <a:lnTo>
                  <a:pt x="42" y="172"/>
                </a:lnTo>
                <a:lnTo>
                  <a:pt x="41" y="169"/>
                </a:lnTo>
                <a:lnTo>
                  <a:pt x="41" y="167"/>
                </a:lnTo>
                <a:lnTo>
                  <a:pt x="42" y="165"/>
                </a:lnTo>
                <a:lnTo>
                  <a:pt x="43" y="164"/>
                </a:lnTo>
                <a:lnTo>
                  <a:pt x="42" y="164"/>
                </a:lnTo>
                <a:lnTo>
                  <a:pt x="44" y="163"/>
                </a:lnTo>
                <a:lnTo>
                  <a:pt x="46" y="162"/>
                </a:lnTo>
                <a:lnTo>
                  <a:pt x="47" y="161"/>
                </a:lnTo>
                <a:lnTo>
                  <a:pt x="47" y="159"/>
                </a:lnTo>
                <a:lnTo>
                  <a:pt x="44" y="159"/>
                </a:lnTo>
                <a:lnTo>
                  <a:pt x="42" y="160"/>
                </a:lnTo>
                <a:lnTo>
                  <a:pt x="41" y="160"/>
                </a:lnTo>
                <a:lnTo>
                  <a:pt x="41" y="159"/>
                </a:lnTo>
                <a:lnTo>
                  <a:pt x="42" y="157"/>
                </a:lnTo>
                <a:lnTo>
                  <a:pt x="43" y="158"/>
                </a:lnTo>
                <a:lnTo>
                  <a:pt x="44" y="158"/>
                </a:lnTo>
                <a:lnTo>
                  <a:pt x="46" y="158"/>
                </a:lnTo>
                <a:lnTo>
                  <a:pt x="47" y="157"/>
                </a:lnTo>
                <a:lnTo>
                  <a:pt x="48" y="157"/>
                </a:lnTo>
                <a:lnTo>
                  <a:pt x="47" y="156"/>
                </a:lnTo>
                <a:lnTo>
                  <a:pt x="44" y="156"/>
                </a:lnTo>
                <a:lnTo>
                  <a:pt x="43" y="156"/>
                </a:lnTo>
                <a:lnTo>
                  <a:pt x="42" y="156"/>
                </a:lnTo>
                <a:lnTo>
                  <a:pt x="41" y="155"/>
                </a:lnTo>
                <a:lnTo>
                  <a:pt x="40" y="154"/>
                </a:lnTo>
                <a:lnTo>
                  <a:pt x="40" y="153"/>
                </a:lnTo>
                <a:lnTo>
                  <a:pt x="41" y="153"/>
                </a:lnTo>
                <a:lnTo>
                  <a:pt x="41" y="152"/>
                </a:lnTo>
                <a:lnTo>
                  <a:pt x="40" y="151"/>
                </a:lnTo>
                <a:lnTo>
                  <a:pt x="40" y="150"/>
                </a:lnTo>
                <a:lnTo>
                  <a:pt x="39" y="150"/>
                </a:lnTo>
                <a:lnTo>
                  <a:pt x="39" y="149"/>
                </a:lnTo>
                <a:lnTo>
                  <a:pt x="39" y="148"/>
                </a:lnTo>
                <a:lnTo>
                  <a:pt x="39" y="147"/>
                </a:lnTo>
                <a:lnTo>
                  <a:pt x="38" y="146"/>
                </a:lnTo>
                <a:lnTo>
                  <a:pt x="38" y="145"/>
                </a:lnTo>
                <a:lnTo>
                  <a:pt x="37" y="145"/>
                </a:lnTo>
                <a:lnTo>
                  <a:pt x="37" y="144"/>
                </a:lnTo>
                <a:lnTo>
                  <a:pt x="36" y="143"/>
                </a:lnTo>
                <a:lnTo>
                  <a:pt x="37" y="142"/>
                </a:lnTo>
                <a:lnTo>
                  <a:pt x="38" y="142"/>
                </a:lnTo>
                <a:lnTo>
                  <a:pt x="39" y="142"/>
                </a:lnTo>
                <a:lnTo>
                  <a:pt x="40" y="138"/>
                </a:lnTo>
                <a:lnTo>
                  <a:pt x="39" y="133"/>
                </a:lnTo>
                <a:lnTo>
                  <a:pt x="39" y="132"/>
                </a:lnTo>
                <a:lnTo>
                  <a:pt x="41" y="131"/>
                </a:lnTo>
                <a:lnTo>
                  <a:pt x="42" y="128"/>
                </a:lnTo>
                <a:lnTo>
                  <a:pt x="43" y="126"/>
                </a:lnTo>
                <a:lnTo>
                  <a:pt x="43" y="123"/>
                </a:lnTo>
                <a:lnTo>
                  <a:pt x="42" y="119"/>
                </a:lnTo>
                <a:lnTo>
                  <a:pt x="43" y="117"/>
                </a:lnTo>
                <a:lnTo>
                  <a:pt x="44" y="116"/>
                </a:lnTo>
                <a:lnTo>
                  <a:pt x="46" y="114"/>
                </a:lnTo>
                <a:lnTo>
                  <a:pt x="50" y="115"/>
                </a:lnTo>
                <a:lnTo>
                  <a:pt x="52" y="113"/>
                </a:lnTo>
                <a:lnTo>
                  <a:pt x="54" y="112"/>
                </a:lnTo>
                <a:lnTo>
                  <a:pt x="55" y="108"/>
                </a:lnTo>
                <a:lnTo>
                  <a:pt x="54" y="106"/>
                </a:lnTo>
                <a:lnTo>
                  <a:pt x="54" y="105"/>
                </a:lnTo>
                <a:lnTo>
                  <a:pt x="53" y="105"/>
                </a:lnTo>
                <a:lnTo>
                  <a:pt x="46" y="103"/>
                </a:lnTo>
                <a:lnTo>
                  <a:pt x="46" y="102"/>
                </a:lnTo>
                <a:lnTo>
                  <a:pt x="46" y="101"/>
                </a:lnTo>
                <a:lnTo>
                  <a:pt x="46" y="100"/>
                </a:lnTo>
                <a:lnTo>
                  <a:pt x="46" y="98"/>
                </a:lnTo>
                <a:lnTo>
                  <a:pt x="46" y="97"/>
                </a:lnTo>
                <a:lnTo>
                  <a:pt x="46" y="96"/>
                </a:lnTo>
                <a:lnTo>
                  <a:pt x="46" y="95"/>
                </a:lnTo>
                <a:lnTo>
                  <a:pt x="47" y="94"/>
                </a:lnTo>
                <a:lnTo>
                  <a:pt x="49" y="91"/>
                </a:lnTo>
                <a:lnTo>
                  <a:pt x="48" y="88"/>
                </a:lnTo>
                <a:lnTo>
                  <a:pt x="47" y="87"/>
                </a:lnTo>
                <a:lnTo>
                  <a:pt x="46" y="87"/>
                </a:lnTo>
                <a:lnTo>
                  <a:pt x="43" y="87"/>
                </a:lnTo>
                <a:lnTo>
                  <a:pt x="41" y="85"/>
                </a:lnTo>
                <a:lnTo>
                  <a:pt x="40" y="85"/>
                </a:lnTo>
                <a:lnTo>
                  <a:pt x="38" y="85"/>
                </a:lnTo>
                <a:lnTo>
                  <a:pt x="35" y="83"/>
                </a:lnTo>
                <a:lnTo>
                  <a:pt x="34" y="83"/>
                </a:lnTo>
                <a:lnTo>
                  <a:pt x="33" y="82"/>
                </a:lnTo>
                <a:lnTo>
                  <a:pt x="32" y="82"/>
                </a:lnTo>
                <a:lnTo>
                  <a:pt x="32" y="81"/>
                </a:lnTo>
                <a:lnTo>
                  <a:pt x="32" y="79"/>
                </a:lnTo>
                <a:lnTo>
                  <a:pt x="31" y="78"/>
                </a:lnTo>
                <a:lnTo>
                  <a:pt x="31" y="77"/>
                </a:lnTo>
                <a:lnTo>
                  <a:pt x="30" y="76"/>
                </a:lnTo>
                <a:lnTo>
                  <a:pt x="30" y="75"/>
                </a:lnTo>
                <a:lnTo>
                  <a:pt x="29" y="75"/>
                </a:lnTo>
                <a:lnTo>
                  <a:pt x="29" y="74"/>
                </a:lnTo>
                <a:lnTo>
                  <a:pt x="29" y="73"/>
                </a:lnTo>
                <a:lnTo>
                  <a:pt x="29" y="72"/>
                </a:lnTo>
                <a:lnTo>
                  <a:pt x="30" y="72"/>
                </a:lnTo>
                <a:lnTo>
                  <a:pt x="32" y="72"/>
                </a:lnTo>
                <a:lnTo>
                  <a:pt x="31" y="71"/>
                </a:lnTo>
                <a:lnTo>
                  <a:pt x="32" y="69"/>
                </a:lnTo>
                <a:lnTo>
                  <a:pt x="32" y="68"/>
                </a:lnTo>
                <a:lnTo>
                  <a:pt x="31" y="68"/>
                </a:lnTo>
                <a:lnTo>
                  <a:pt x="31" y="66"/>
                </a:lnTo>
                <a:lnTo>
                  <a:pt x="30" y="63"/>
                </a:lnTo>
                <a:lnTo>
                  <a:pt x="29" y="62"/>
                </a:lnTo>
                <a:lnTo>
                  <a:pt x="27" y="60"/>
                </a:lnTo>
                <a:lnTo>
                  <a:pt x="26" y="60"/>
                </a:lnTo>
                <a:lnTo>
                  <a:pt x="25" y="60"/>
                </a:lnTo>
                <a:lnTo>
                  <a:pt x="24" y="60"/>
                </a:lnTo>
                <a:lnTo>
                  <a:pt x="23" y="60"/>
                </a:lnTo>
                <a:lnTo>
                  <a:pt x="22" y="60"/>
                </a:lnTo>
                <a:lnTo>
                  <a:pt x="21" y="60"/>
                </a:lnTo>
                <a:lnTo>
                  <a:pt x="19" y="60"/>
                </a:lnTo>
                <a:lnTo>
                  <a:pt x="18" y="60"/>
                </a:lnTo>
                <a:lnTo>
                  <a:pt x="17" y="60"/>
                </a:lnTo>
                <a:lnTo>
                  <a:pt x="16" y="61"/>
                </a:lnTo>
                <a:lnTo>
                  <a:pt x="15" y="61"/>
                </a:lnTo>
                <a:lnTo>
                  <a:pt x="15" y="62"/>
                </a:lnTo>
                <a:lnTo>
                  <a:pt x="15" y="63"/>
                </a:lnTo>
                <a:lnTo>
                  <a:pt x="14" y="63"/>
                </a:lnTo>
                <a:lnTo>
                  <a:pt x="12" y="62"/>
                </a:lnTo>
                <a:lnTo>
                  <a:pt x="11" y="62"/>
                </a:lnTo>
                <a:lnTo>
                  <a:pt x="10" y="62"/>
                </a:lnTo>
                <a:lnTo>
                  <a:pt x="9" y="62"/>
                </a:lnTo>
                <a:lnTo>
                  <a:pt x="8" y="62"/>
                </a:lnTo>
                <a:lnTo>
                  <a:pt x="6" y="61"/>
                </a:lnTo>
                <a:lnTo>
                  <a:pt x="4" y="60"/>
                </a:lnTo>
                <a:lnTo>
                  <a:pt x="3" y="59"/>
                </a:lnTo>
                <a:lnTo>
                  <a:pt x="2" y="59"/>
                </a:lnTo>
                <a:lnTo>
                  <a:pt x="2" y="58"/>
                </a:lnTo>
                <a:lnTo>
                  <a:pt x="1" y="57"/>
                </a:lnTo>
                <a:lnTo>
                  <a:pt x="0" y="57"/>
                </a:lnTo>
                <a:lnTo>
                  <a:pt x="0" y="56"/>
                </a:lnTo>
                <a:lnTo>
                  <a:pt x="1" y="55"/>
                </a:lnTo>
                <a:lnTo>
                  <a:pt x="1" y="54"/>
                </a:lnTo>
                <a:lnTo>
                  <a:pt x="2" y="54"/>
                </a:lnTo>
                <a:lnTo>
                  <a:pt x="2" y="55"/>
                </a:lnTo>
                <a:lnTo>
                  <a:pt x="2" y="54"/>
                </a:lnTo>
                <a:lnTo>
                  <a:pt x="3" y="54"/>
                </a:lnTo>
                <a:lnTo>
                  <a:pt x="3" y="55"/>
                </a:lnTo>
                <a:lnTo>
                  <a:pt x="4" y="55"/>
                </a:lnTo>
                <a:lnTo>
                  <a:pt x="5" y="55"/>
                </a:lnTo>
                <a:lnTo>
                  <a:pt x="4" y="55"/>
                </a:lnTo>
                <a:lnTo>
                  <a:pt x="4" y="54"/>
                </a:lnTo>
                <a:lnTo>
                  <a:pt x="5" y="54"/>
                </a:lnTo>
                <a:lnTo>
                  <a:pt x="6" y="54"/>
                </a:lnTo>
                <a:lnTo>
                  <a:pt x="6" y="53"/>
                </a:lnTo>
                <a:lnTo>
                  <a:pt x="7" y="53"/>
                </a:lnTo>
                <a:lnTo>
                  <a:pt x="7" y="52"/>
                </a:lnTo>
                <a:lnTo>
                  <a:pt x="8" y="52"/>
                </a:lnTo>
                <a:lnTo>
                  <a:pt x="7" y="52"/>
                </a:lnTo>
                <a:lnTo>
                  <a:pt x="8" y="53"/>
                </a:lnTo>
                <a:lnTo>
                  <a:pt x="9" y="52"/>
                </a:lnTo>
                <a:lnTo>
                  <a:pt x="10" y="52"/>
                </a:lnTo>
                <a:lnTo>
                  <a:pt x="10" y="51"/>
                </a:lnTo>
                <a:lnTo>
                  <a:pt x="9" y="51"/>
                </a:lnTo>
                <a:lnTo>
                  <a:pt x="10" y="51"/>
                </a:lnTo>
                <a:lnTo>
                  <a:pt x="10" y="50"/>
                </a:lnTo>
                <a:lnTo>
                  <a:pt x="10" y="49"/>
                </a:lnTo>
                <a:lnTo>
                  <a:pt x="10" y="50"/>
                </a:lnTo>
                <a:lnTo>
                  <a:pt x="11" y="49"/>
                </a:lnTo>
                <a:lnTo>
                  <a:pt x="11" y="48"/>
                </a:lnTo>
                <a:lnTo>
                  <a:pt x="11" y="47"/>
                </a:lnTo>
                <a:lnTo>
                  <a:pt x="12" y="46"/>
                </a:lnTo>
                <a:lnTo>
                  <a:pt x="13" y="46"/>
                </a:lnTo>
                <a:lnTo>
                  <a:pt x="13" y="45"/>
                </a:lnTo>
                <a:lnTo>
                  <a:pt x="13" y="44"/>
                </a:lnTo>
                <a:lnTo>
                  <a:pt x="14" y="44"/>
                </a:lnTo>
                <a:lnTo>
                  <a:pt x="15" y="44"/>
                </a:lnTo>
                <a:lnTo>
                  <a:pt x="15" y="43"/>
                </a:lnTo>
                <a:lnTo>
                  <a:pt x="15" y="42"/>
                </a:lnTo>
                <a:lnTo>
                  <a:pt x="14" y="42"/>
                </a:lnTo>
                <a:lnTo>
                  <a:pt x="15" y="42"/>
                </a:lnTo>
                <a:lnTo>
                  <a:pt x="15" y="41"/>
                </a:lnTo>
                <a:lnTo>
                  <a:pt x="14" y="41"/>
                </a:lnTo>
                <a:lnTo>
                  <a:pt x="15" y="41"/>
                </a:lnTo>
                <a:lnTo>
                  <a:pt x="15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4" y="36"/>
                </a:lnTo>
                <a:lnTo>
                  <a:pt x="15" y="36"/>
                </a:lnTo>
                <a:lnTo>
                  <a:pt x="14" y="35"/>
                </a:lnTo>
                <a:lnTo>
                  <a:pt x="15" y="35"/>
                </a:lnTo>
                <a:lnTo>
                  <a:pt x="14" y="34"/>
                </a:lnTo>
                <a:lnTo>
                  <a:pt x="13" y="33"/>
                </a:lnTo>
                <a:lnTo>
                  <a:pt x="12" y="32"/>
                </a:lnTo>
                <a:lnTo>
                  <a:pt x="11" y="32"/>
                </a:lnTo>
                <a:lnTo>
                  <a:pt x="10" y="32"/>
                </a:lnTo>
                <a:lnTo>
                  <a:pt x="10" y="31"/>
                </a:lnTo>
                <a:lnTo>
                  <a:pt x="11" y="31"/>
                </a:lnTo>
                <a:lnTo>
                  <a:pt x="12" y="30"/>
                </a:lnTo>
                <a:lnTo>
                  <a:pt x="13" y="30"/>
                </a:lnTo>
                <a:lnTo>
                  <a:pt x="14" y="30"/>
                </a:lnTo>
                <a:lnTo>
                  <a:pt x="14" y="29"/>
                </a:lnTo>
                <a:lnTo>
                  <a:pt x="15" y="29"/>
                </a:lnTo>
                <a:lnTo>
                  <a:pt x="15" y="28"/>
                </a:lnTo>
                <a:lnTo>
                  <a:pt x="16" y="28"/>
                </a:lnTo>
                <a:lnTo>
                  <a:pt x="18" y="28"/>
                </a:lnTo>
                <a:lnTo>
                  <a:pt x="18" y="29"/>
                </a:lnTo>
                <a:lnTo>
                  <a:pt x="19" y="30"/>
                </a:lnTo>
                <a:lnTo>
                  <a:pt x="20" y="30"/>
                </a:lnTo>
                <a:lnTo>
                  <a:pt x="20" y="31"/>
                </a:lnTo>
                <a:lnTo>
                  <a:pt x="21" y="31"/>
                </a:lnTo>
                <a:lnTo>
                  <a:pt x="22" y="31"/>
                </a:lnTo>
                <a:lnTo>
                  <a:pt x="22" y="30"/>
                </a:lnTo>
                <a:lnTo>
                  <a:pt x="24" y="30"/>
                </a:lnTo>
                <a:lnTo>
                  <a:pt x="25" y="30"/>
                </a:lnTo>
                <a:lnTo>
                  <a:pt x="25" y="31"/>
                </a:lnTo>
                <a:lnTo>
                  <a:pt x="25" y="32"/>
                </a:lnTo>
                <a:lnTo>
                  <a:pt x="26" y="32"/>
                </a:lnTo>
                <a:lnTo>
                  <a:pt x="28" y="32"/>
                </a:lnTo>
                <a:lnTo>
                  <a:pt x="28" y="33"/>
                </a:lnTo>
                <a:lnTo>
                  <a:pt x="29" y="33"/>
                </a:lnTo>
                <a:lnTo>
                  <a:pt x="30" y="33"/>
                </a:lnTo>
                <a:lnTo>
                  <a:pt x="31" y="33"/>
                </a:lnTo>
                <a:lnTo>
                  <a:pt x="31" y="34"/>
                </a:lnTo>
                <a:lnTo>
                  <a:pt x="31" y="33"/>
                </a:lnTo>
                <a:lnTo>
                  <a:pt x="32" y="33"/>
                </a:lnTo>
                <a:lnTo>
                  <a:pt x="33" y="33"/>
                </a:lnTo>
                <a:lnTo>
                  <a:pt x="33" y="34"/>
                </a:lnTo>
                <a:lnTo>
                  <a:pt x="32" y="34"/>
                </a:lnTo>
                <a:lnTo>
                  <a:pt x="33" y="34"/>
                </a:lnTo>
                <a:lnTo>
                  <a:pt x="33" y="35"/>
                </a:lnTo>
                <a:lnTo>
                  <a:pt x="34" y="35"/>
                </a:lnTo>
                <a:lnTo>
                  <a:pt x="35" y="35"/>
                </a:lnTo>
                <a:lnTo>
                  <a:pt x="36" y="35"/>
                </a:lnTo>
                <a:lnTo>
                  <a:pt x="35" y="36"/>
                </a:lnTo>
                <a:lnTo>
                  <a:pt x="36" y="37"/>
                </a:lnTo>
                <a:lnTo>
                  <a:pt x="37" y="37"/>
                </a:lnTo>
                <a:lnTo>
                  <a:pt x="37" y="38"/>
                </a:lnTo>
                <a:lnTo>
                  <a:pt x="38" y="38"/>
                </a:lnTo>
                <a:lnTo>
                  <a:pt x="39" y="39"/>
                </a:lnTo>
                <a:lnTo>
                  <a:pt x="40" y="40"/>
                </a:lnTo>
                <a:lnTo>
                  <a:pt x="39" y="40"/>
                </a:lnTo>
                <a:lnTo>
                  <a:pt x="39" y="41"/>
                </a:lnTo>
                <a:lnTo>
                  <a:pt x="40" y="42"/>
                </a:lnTo>
                <a:lnTo>
                  <a:pt x="40" y="43"/>
                </a:lnTo>
                <a:lnTo>
                  <a:pt x="41" y="43"/>
                </a:lnTo>
                <a:lnTo>
                  <a:pt x="42" y="44"/>
                </a:lnTo>
                <a:lnTo>
                  <a:pt x="43" y="44"/>
                </a:lnTo>
                <a:lnTo>
                  <a:pt x="44" y="44"/>
                </a:lnTo>
                <a:lnTo>
                  <a:pt x="46" y="44"/>
                </a:lnTo>
                <a:lnTo>
                  <a:pt x="46" y="45"/>
                </a:lnTo>
                <a:lnTo>
                  <a:pt x="47" y="44"/>
                </a:lnTo>
                <a:lnTo>
                  <a:pt x="47" y="45"/>
                </a:lnTo>
                <a:lnTo>
                  <a:pt x="48" y="45"/>
                </a:lnTo>
                <a:lnTo>
                  <a:pt x="49" y="45"/>
                </a:lnTo>
                <a:lnTo>
                  <a:pt x="50" y="45"/>
                </a:lnTo>
                <a:lnTo>
                  <a:pt x="50" y="46"/>
                </a:lnTo>
                <a:lnTo>
                  <a:pt x="51" y="46"/>
                </a:lnTo>
                <a:lnTo>
                  <a:pt x="52" y="46"/>
                </a:lnTo>
                <a:lnTo>
                  <a:pt x="52" y="47"/>
                </a:lnTo>
                <a:lnTo>
                  <a:pt x="53" y="47"/>
                </a:lnTo>
                <a:lnTo>
                  <a:pt x="52" y="48"/>
                </a:lnTo>
                <a:lnTo>
                  <a:pt x="53" y="48"/>
                </a:lnTo>
                <a:lnTo>
                  <a:pt x="54" y="48"/>
                </a:lnTo>
                <a:lnTo>
                  <a:pt x="55" y="48"/>
                </a:lnTo>
                <a:lnTo>
                  <a:pt x="55" y="49"/>
                </a:lnTo>
                <a:lnTo>
                  <a:pt x="55" y="50"/>
                </a:lnTo>
                <a:lnTo>
                  <a:pt x="55" y="51"/>
                </a:lnTo>
                <a:lnTo>
                  <a:pt x="56" y="51"/>
                </a:lnTo>
                <a:lnTo>
                  <a:pt x="56" y="52"/>
                </a:lnTo>
                <a:lnTo>
                  <a:pt x="57" y="52"/>
                </a:lnTo>
                <a:lnTo>
                  <a:pt x="57" y="51"/>
                </a:lnTo>
                <a:lnTo>
                  <a:pt x="58" y="51"/>
                </a:lnTo>
                <a:lnTo>
                  <a:pt x="59" y="51"/>
                </a:lnTo>
                <a:lnTo>
                  <a:pt x="58" y="51"/>
                </a:lnTo>
                <a:lnTo>
                  <a:pt x="59" y="50"/>
                </a:lnTo>
                <a:lnTo>
                  <a:pt x="60" y="50"/>
                </a:lnTo>
                <a:lnTo>
                  <a:pt x="60" y="49"/>
                </a:lnTo>
                <a:lnTo>
                  <a:pt x="61" y="49"/>
                </a:lnTo>
                <a:lnTo>
                  <a:pt x="60" y="49"/>
                </a:lnTo>
                <a:lnTo>
                  <a:pt x="60" y="48"/>
                </a:lnTo>
                <a:lnTo>
                  <a:pt x="61" y="48"/>
                </a:lnTo>
                <a:lnTo>
                  <a:pt x="62" y="48"/>
                </a:lnTo>
                <a:lnTo>
                  <a:pt x="62" y="47"/>
                </a:lnTo>
                <a:lnTo>
                  <a:pt x="62" y="46"/>
                </a:lnTo>
                <a:lnTo>
                  <a:pt x="63" y="46"/>
                </a:lnTo>
                <a:lnTo>
                  <a:pt x="63" y="45"/>
                </a:lnTo>
                <a:lnTo>
                  <a:pt x="64" y="45"/>
                </a:lnTo>
                <a:lnTo>
                  <a:pt x="65" y="46"/>
                </a:lnTo>
                <a:lnTo>
                  <a:pt x="66" y="46"/>
                </a:lnTo>
                <a:lnTo>
                  <a:pt x="66" y="45"/>
                </a:lnTo>
                <a:lnTo>
                  <a:pt x="65" y="42"/>
                </a:lnTo>
                <a:lnTo>
                  <a:pt x="65" y="41"/>
                </a:lnTo>
                <a:lnTo>
                  <a:pt x="65" y="39"/>
                </a:lnTo>
                <a:lnTo>
                  <a:pt x="66" y="39"/>
                </a:lnTo>
                <a:lnTo>
                  <a:pt x="67" y="39"/>
                </a:lnTo>
                <a:lnTo>
                  <a:pt x="73" y="39"/>
                </a:lnTo>
                <a:lnTo>
                  <a:pt x="75" y="42"/>
                </a:lnTo>
                <a:lnTo>
                  <a:pt x="76" y="43"/>
                </a:lnTo>
                <a:lnTo>
                  <a:pt x="76" y="44"/>
                </a:lnTo>
                <a:lnTo>
                  <a:pt x="77" y="45"/>
                </a:lnTo>
                <a:lnTo>
                  <a:pt x="78" y="46"/>
                </a:lnTo>
                <a:lnTo>
                  <a:pt x="78" y="47"/>
                </a:lnTo>
                <a:lnTo>
                  <a:pt x="78" y="48"/>
                </a:lnTo>
                <a:lnTo>
                  <a:pt x="78" y="49"/>
                </a:lnTo>
                <a:lnTo>
                  <a:pt x="78" y="50"/>
                </a:lnTo>
                <a:lnTo>
                  <a:pt x="78" y="51"/>
                </a:lnTo>
                <a:lnTo>
                  <a:pt x="78" y="52"/>
                </a:lnTo>
                <a:lnTo>
                  <a:pt x="78" y="53"/>
                </a:lnTo>
                <a:lnTo>
                  <a:pt x="79" y="53"/>
                </a:lnTo>
                <a:lnTo>
                  <a:pt x="80" y="53"/>
                </a:lnTo>
                <a:lnTo>
                  <a:pt x="81" y="51"/>
                </a:lnTo>
                <a:lnTo>
                  <a:pt x="82" y="50"/>
                </a:lnTo>
                <a:lnTo>
                  <a:pt x="82" y="49"/>
                </a:lnTo>
                <a:lnTo>
                  <a:pt x="83" y="49"/>
                </a:lnTo>
                <a:lnTo>
                  <a:pt x="84" y="49"/>
                </a:lnTo>
                <a:lnTo>
                  <a:pt x="84" y="50"/>
                </a:lnTo>
                <a:lnTo>
                  <a:pt x="84" y="51"/>
                </a:lnTo>
                <a:lnTo>
                  <a:pt x="85" y="52"/>
                </a:lnTo>
                <a:lnTo>
                  <a:pt x="87" y="54"/>
                </a:lnTo>
                <a:lnTo>
                  <a:pt x="88" y="54"/>
                </a:lnTo>
                <a:lnTo>
                  <a:pt x="91" y="54"/>
                </a:lnTo>
                <a:lnTo>
                  <a:pt x="91" y="55"/>
                </a:lnTo>
                <a:lnTo>
                  <a:pt x="91" y="56"/>
                </a:lnTo>
                <a:lnTo>
                  <a:pt x="91" y="57"/>
                </a:lnTo>
                <a:lnTo>
                  <a:pt x="91" y="58"/>
                </a:lnTo>
                <a:lnTo>
                  <a:pt x="93" y="58"/>
                </a:lnTo>
                <a:lnTo>
                  <a:pt x="93" y="59"/>
                </a:lnTo>
                <a:lnTo>
                  <a:pt x="93" y="60"/>
                </a:lnTo>
                <a:lnTo>
                  <a:pt x="93" y="61"/>
                </a:lnTo>
                <a:lnTo>
                  <a:pt x="96" y="61"/>
                </a:lnTo>
                <a:lnTo>
                  <a:pt x="100" y="61"/>
                </a:lnTo>
                <a:lnTo>
                  <a:pt x="100" y="60"/>
                </a:lnTo>
                <a:lnTo>
                  <a:pt x="100" y="59"/>
                </a:lnTo>
                <a:lnTo>
                  <a:pt x="101" y="59"/>
                </a:lnTo>
                <a:lnTo>
                  <a:pt x="101" y="58"/>
                </a:lnTo>
                <a:lnTo>
                  <a:pt x="100" y="58"/>
                </a:lnTo>
                <a:lnTo>
                  <a:pt x="101" y="58"/>
                </a:lnTo>
                <a:lnTo>
                  <a:pt x="101" y="57"/>
                </a:lnTo>
                <a:lnTo>
                  <a:pt x="102" y="57"/>
                </a:lnTo>
                <a:lnTo>
                  <a:pt x="102" y="56"/>
                </a:lnTo>
                <a:lnTo>
                  <a:pt x="103" y="56"/>
                </a:lnTo>
                <a:lnTo>
                  <a:pt x="104" y="55"/>
                </a:lnTo>
                <a:lnTo>
                  <a:pt x="104" y="54"/>
                </a:lnTo>
                <a:lnTo>
                  <a:pt x="104" y="53"/>
                </a:lnTo>
                <a:lnTo>
                  <a:pt x="103" y="53"/>
                </a:lnTo>
                <a:lnTo>
                  <a:pt x="103" y="52"/>
                </a:lnTo>
                <a:lnTo>
                  <a:pt x="102" y="51"/>
                </a:lnTo>
                <a:lnTo>
                  <a:pt x="102" y="50"/>
                </a:lnTo>
                <a:lnTo>
                  <a:pt x="101" y="49"/>
                </a:lnTo>
                <a:lnTo>
                  <a:pt x="101" y="48"/>
                </a:lnTo>
                <a:lnTo>
                  <a:pt x="101" y="47"/>
                </a:lnTo>
                <a:lnTo>
                  <a:pt x="102" y="47"/>
                </a:lnTo>
                <a:lnTo>
                  <a:pt x="102" y="46"/>
                </a:lnTo>
                <a:lnTo>
                  <a:pt x="103" y="46"/>
                </a:lnTo>
                <a:lnTo>
                  <a:pt x="105" y="46"/>
                </a:lnTo>
                <a:lnTo>
                  <a:pt x="106" y="43"/>
                </a:lnTo>
                <a:lnTo>
                  <a:pt x="107" y="43"/>
                </a:lnTo>
                <a:lnTo>
                  <a:pt x="107" y="42"/>
                </a:lnTo>
                <a:lnTo>
                  <a:pt x="107" y="41"/>
                </a:lnTo>
                <a:lnTo>
                  <a:pt x="107" y="40"/>
                </a:lnTo>
                <a:lnTo>
                  <a:pt x="108" y="40"/>
                </a:lnTo>
                <a:lnTo>
                  <a:pt x="104" y="23"/>
                </a:lnTo>
                <a:lnTo>
                  <a:pt x="119" y="22"/>
                </a:lnTo>
                <a:lnTo>
                  <a:pt x="124" y="21"/>
                </a:lnTo>
                <a:lnTo>
                  <a:pt x="127" y="21"/>
                </a:lnTo>
                <a:lnTo>
                  <a:pt x="129" y="18"/>
                </a:lnTo>
                <a:lnTo>
                  <a:pt x="133" y="18"/>
                </a:lnTo>
                <a:lnTo>
                  <a:pt x="132" y="14"/>
                </a:lnTo>
                <a:lnTo>
                  <a:pt x="132" y="13"/>
                </a:lnTo>
                <a:lnTo>
                  <a:pt x="134" y="13"/>
                </a:lnTo>
                <a:lnTo>
                  <a:pt x="135" y="12"/>
                </a:lnTo>
                <a:lnTo>
                  <a:pt x="135" y="9"/>
                </a:lnTo>
                <a:lnTo>
                  <a:pt x="136" y="7"/>
                </a:lnTo>
                <a:lnTo>
                  <a:pt x="138" y="6"/>
                </a:lnTo>
                <a:lnTo>
                  <a:pt x="139" y="6"/>
                </a:lnTo>
                <a:lnTo>
                  <a:pt x="142" y="4"/>
                </a:lnTo>
                <a:lnTo>
                  <a:pt x="143" y="3"/>
                </a:lnTo>
                <a:lnTo>
                  <a:pt x="144" y="3"/>
                </a:lnTo>
                <a:lnTo>
                  <a:pt x="145" y="3"/>
                </a:lnTo>
                <a:lnTo>
                  <a:pt x="146" y="3"/>
                </a:lnTo>
                <a:lnTo>
                  <a:pt x="146" y="4"/>
                </a:lnTo>
                <a:lnTo>
                  <a:pt x="147" y="4"/>
                </a:lnTo>
                <a:lnTo>
                  <a:pt x="148" y="4"/>
                </a:lnTo>
                <a:lnTo>
                  <a:pt x="148" y="5"/>
                </a:lnTo>
                <a:lnTo>
                  <a:pt x="149" y="5"/>
                </a:lnTo>
                <a:lnTo>
                  <a:pt x="150" y="5"/>
                </a:lnTo>
                <a:lnTo>
                  <a:pt x="151" y="5"/>
                </a:lnTo>
                <a:lnTo>
                  <a:pt x="152" y="5"/>
                </a:lnTo>
                <a:lnTo>
                  <a:pt x="153" y="5"/>
                </a:lnTo>
                <a:lnTo>
                  <a:pt x="153" y="6"/>
                </a:lnTo>
                <a:lnTo>
                  <a:pt x="154" y="6"/>
                </a:lnTo>
                <a:lnTo>
                  <a:pt x="155" y="6"/>
                </a:lnTo>
                <a:lnTo>
                  <a:pt x="155" y="7"/>
                </a:lnTo>
                <a:lnTo>
                  <a:pt x="156" y="8"/>
                </a:lnTo>
                <a:lnTo>
                  <a:pt x="157" y="8"/>
                </a:lnTo>
                <a:lnTo>
                  <a:pt x="157" y="7"/>
                </a:lnTo>
                <a:lnTo>
                  <a:pt x="158" y="7"/>
                </a:lnTo>
                <a:lnTo>
                  <a:pt x="158" y="6"/>
                </a:lnTo>
                <a:lnTo>
                  <a:pt x="159" y="6"/>
                </a:lnTo>
                <a:lnTo>
                  <a:pt x="160" y="6"/>
                </a:lnTo>
                <a:lnTo>
                  <a:pt x="161" y="6"/>
                </a:lnTo>
                <a:lnTo>
                  <a:pt x="162" y="6"/>
                </a:lnTo>
                <a:lnTo>
                  <a:pt x="163" y="6"/>
                </a:lnTo>
                <a:lnTo>
                  <a:pt x="163" y="7"/>
                </a:lnTo>
                <a:lnTo>
                  <a:pt x="164" y="7"/>
                </a:lnTo>
                <a:lnTo>
                  <a:pt x="165" y="6"/>
                </a:lnTo>
                <a:lnTo>
                  <a:pt x="166" y="6"/>
                </a:lnTo>
                <a:lnTo>
                  <a:pt x="166" y="5"/>
                </a:lnTo>
                <a:lnTo>
                  <a:pt x="167" y="5"/>
                </a:lnTo>
                <a:lnTo>
                  <a:pt x="168" y="4"/>
                </a:lnTo>
                <a:lnTo>
                  <a:pt x="169" y="5"/>
                </a:lnTo>
                <a:lnTo>
                  <a:pt x="170" y="5"/>
                </a:lnTo>
                <a:lnTo>
                  <a:pt x="170" y="6"/>
                </a:lnTo>
                <a:lnTo>
                  <a:pt x="171" y="6"/>
                </a:lnTo>
                <a:lnTo>
                  <a:pt x="171" y="7"/>
                </a:lnTo>
                <a:lnTo>
                  <a:pt x="172" y="7"/>
                </a:lnTo>
                <a:lnTo>
                  <a:pt x="173" y="7"/>
                </a:lnTo>
                <a:lnTo>
                  <a:pt x="174" y="7"/>
                </a:lnTo>
                <a:lnTo>
                  <a:pt x="174" y="8"/>
                </a:lnTo>
                <a:lnTo>
                  <a:pt x="174" y="7"/>
                </a:lnTo>
                <a:lnTo>
                  <a:pt x="175" y="7"/>
                </a:lnTo>
                <a:lnTo>
                  <a:pt x="176" y="7"/>
                </a:lnTo>
                <a:lnTo>
                  <a:pt x="177" y="7"/>
                </a:lnTo>
                <a:lnTo>
                  <a:pt x="177" y="6"/>
                </a:lnTo>
                <a:lnTo>
                  <a:pt x="177" y="5"/>
                </a:lnTo>
                <a:lnTo>
                  <a:pt x="178" y="5"/>
                </a:lnTo>
                <a:lnTo>
                  <a:pt x="177" y="5"/>
                </a:lnTo>
                <a:lnTo>
                  <a:pt x="179" y="5"/>
                </a:lnTo>
                <a:lnTo>
                  <a:pt x="182" y="5"/>
                </a:lnTo>
                <a:lnTo>
                  <a:pt x="183" y="4"/>
                </a:lnTo>
                <a:lnTo>
                  <a:pt x="184" y="4"/>
                </a:lnTo>
                <a:lnTo>
                  <a:pt x="184" y="5"/>
                </a:lnTo>
                <a:lnTo>
                  <a:pt x="185" y="5"/>
                </a:lnTo>
                <a:lnTo>
                  <a:pt x="186" y="5"/>
                </a:lnTo>
                <a:lnTo>
                  <a:pt x="186" y="4"/>
                </a:lnTo>
                <a:lnTo>
                  <a:pt x="187" y="5"/>
                </a:lnTo>
                <a:lnTo>
                  <a:pt x="188" y="5"/>
                </a:lnTo>
                <a:lnTo>
                  <a:pt x="189" y="4"/>
                </a:lnTo>
                <a:lnTo>
                  <a:pt x="190" y="4"/>
                </a:lnTo>
                <a:lnTo>
                  <a:pt x="191" y="4"/>
                </a:lnTo>
                <a:lnTo>
                  <a:pt x="190" y="4"/>
                </a:lnTo>
                <a:lnTo>
                  <a:pt x="191" y="4"/>
                </a:lnTo>
                <a:lnTo>
                  <a:pt x="192" y="4"/>
                </a:lnTo>
                <a:lnTo>
                  <a:pt x="193" y="4"/>
                </a:lnTo>
                <a:lnTo>
                  <a:pt x="194" y="4"/>
                </a:lnTo>
                <a:lnTo>
                  <a:pt x="194" y="3"/>
                </a:lnTo>
                <a:lnTo>
                  <a:pt x="195" y="3"/>
                </a:lnTo>
                <a:lnTo>
                  <a:pt x="195" y="2"/>
                </a:lnTo>
                <a:lnTo>
                  <a:pt x="196" y="2"/>
                </a:lnTo>
                <a:lnTo>
                  <a:pt x="197" y="2"/>
                </a:lnTo>
                <a:lnTo>
                  <a:pt x="198" y="1"/>
                </a:lnTo>
                <a:lnTo>
                  <a:pt x="197" y="1"/>
                </a:lnTo>
                <a:lnTo>
                  <a:pt x="198" y="1"/>
                </a:lnTo>
                <a:lnTo>
                  <a:pt x="199" y="0"/>
                </a:lnTo>
                <a:lnTo>
                  <a:pt x="200" y="0"/>
                </a:lnTo>
                <a:lnTo>
                  <a:pt x="201" y="0"/>
                </a:lnTo>
                <a:lnTo>
                  <a:pt x="202" y="0"/>
                </a:lnTo>
                <a:lnTo>
                  <a:pt x="203" y="0"/>
                </a:lnTo>
                <a:lnTo>
                  <a:pt x="204" y="0"/>
                </a:lnTo>
                <a:lnTo>
                  <a:pt x="205" y="0"/>
                </a:lnTo>
                <a:lnTo>
                  <a:pt x="205" y="1"/>
                </a:lnTo>
                <a:close/>
              </a:path>
            </a:pathLst>
          </a:custGeom>
          <a:solidFill>
            <a:srgbClr val="FDFEC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6" name=""/>
          <p:cNvSpPr/>
          <p:nvPr/>
        </p:nvSpPr>
        <p:spPr>
          <a:xfrm>
            <a:off x="2320920" y="3162960"/>
            <a:ext cx="451440" cy="373680"/>
          </a:xfrm>
          <a:custGeom>
            <a:avLst/>
            <a:gdLst/>
            <a:ahLst/>
            <a:rect l="0" t="0" r="r" b="b"/>
            <a:pathLst>
              <a:path w="1254" h="1038">
                <a:moveTo>
                  <a:pt x="200" y="3"/>
                </a:moveTo>
                <a:lnTo>
                  <a:pt x="201" y="3"/>
                </a:lnTo>
                <a:lnTo>
                  <a:pt x="202" y="3"/>
                </a:lnTo>
                <a:lnTo>
                  <a:pt x="204" y="3"/>
                </a:lnTo>
                <a:lnTo>
                  <a:pt x="205" y="4"/>
                </a:lnTo>
                <a:lnTo>
                  <a:pt x="205" y="5"/>
                </a:lnTo>
                <a:lnTo>
                  <a:pt x="205" y="6"/>
                </a:lnTo>
                <a:lnTo>
                  <a:pt x="206" y="7"/>
                </a:lnTo>
                <a:lnTo>
                  <a:pt x="207" y="7"/>
                </a:lnTo>
                <a:lnTo>
                  <a:pt x="208" y="7"/>
                </a:lnTo>
                <a:lnTo>
                  <a:pt x="209" y="7"/>
                </a:lnTo>
                <a:lnTo>
                  <a:pt x="209" y="6"/>
                </a:lnTo>
                <a:lnTo>
                  <a:pt x="209" y="5"/>
                </a:lnTo>
                <a:lnTo>
                  <a:pt x="208" y="5"/>
                </a:lnTo>
                <a:lnTo>
                  <a:pt x="207" y="5"/>
                </a:lnTo>
                <a:lnTo>
                  <a:pt x="207" y="4"/>
                </a:lnTo>
                <a:lnTo>
                  <a:pt x="207" y="3"/>
                </a:lnTo>
                <a:lnTo>
                  <a:pt x="207" y="2"/>
                </a:lnTo>
                <a:lnTo>
                  <a:pt x="208" y="2"/>
                </a:lnTo>
                <a:lnTo>
                  <a:pt x="208" y="1"/>
                </a:lnTo>
                <a:lnTo>
                  <a:pt x="209" y="1"/>
                </a:lnTo>
                <a:lnTo>
                  <a:pt x="210" y="1"/>
                </a:lnTo>
                <a:lnTo>
                  <a:pt x="211" y="1"/>
                </a:lnTo>
                <a:lnTo>
                  <a:pt x="212" y="1"/>
                </a:lnTo>
                <a:lnTo>
                  <a:pt x="212" y="2"/>
                </a:lnTo>
                <a:lnTo>
                  <a:pt x="213" y="2"/>
                </a:lnTo>
                <a:lnTo>
                  <a:pt x="213" y="3"/>
                </a:lnTo>
                <a:lnTo>
                  <a:pt x="213" y="4"/>
                </a:lnTo>
                <a:lnTo>
                  <a:pt x="212" y="4"/>
                </a:lnTo>
                <a:lnTo>
                  <a:pt x="212" y="5"/>
                </a:lnTo>
                <a:lnTo>
                  <a:pt x="211" y="5"/>
                </a:lnTo>
                <a:lnTo>
                  <a:pt x="211" y="6"/>
                </a:lnTo>
                <a:lnTo>
                  <a:pt x="210" y="6"/>
                </a:lnTo>
                <a:lnTo>
                  <a:pt x="211" y="6"/>
                </a:lnTo>
                <a:lnTo>
                  <a:pt x="211" y="7"/>
                </a:lnTo>
                <a:lnTo>
                  <a:pt x="212" y="7"/>
                </a:lnTo>
                <a:lnTo>
                  <a:pt x="213" y="7"/>
                </a:lnTo>
                <a:lnTo>
                  <a:pt x="214" y="7"/>
                </a:lnTo>
                <a:lnTo>
                  <a:pt x="214" y="6"/>
                </a:lnTo>
                <a:lnTo>
                  <a:pt x="215" y="6"/>
                </a:lnTo>
                <a:lnTo>
                  <a:pt x="215" y="5"/>
                </a:lnTo>
                <a:lnTo>
                  <a:pt x="215" y="4"/>
                </a:lnTo>
                <a:lnTo>
                  <a:pt x="216" y="4"/>
                </a:lnTo>
                <a:lnTo>
                  <a:pt x="216" y="3"/>
                </a:lnTo>
                <a:lnTo>
                  <a:pt x="216" y="2"/>
                </a:lnTo>
                <a:lnTo>
                  <a:pt x="216" y="1"/>
                </a:lnTo>
                <a:lnTo>
                  <a:pt x="217" y="1"/>
                </a:lnTo>
                <a:lnTo>
                  <a:pt x="218" y="1"/>
                </a:lnTo>
                <a:lnTo>
                  <a:pt x="219" y="2"/>
                </a:lnTo>
                <a:lnTo>
                  <a:pt x="220" y="2"/>
                </a:lnTo>
                <a:lnTo>
                  <a:pt x="221" y="2"/>
                </a:lnTo>
                <a:lnTo>
                  <a:pt x="222" y="3"/>
                </a:lnTo>
                <a:lnTo>
                  <a:pt x="223" y="3"/>
                </a:lnTo>
                <a:lnTo>
                  <a:pt x="223" y="4"/>
                </a:lnTo>
                <a:lnTo>
                  <a:pt x="224" y="4"/>
                </a:lnTo>
                <a:lnTo>
                  <a:pt x="224" y="5"/>
                </a:lnTo>
                <a:lnTo>
                  <a:pt x="224" y="6"/>
                </a:lnTo>
                <a:lnTo>
                  <a:pt x="225" y="7"/>
                </a:lnTo>
                <a:lnTo>
                  <a:pt x="226" y="7"/>
                </a:lnTo>
                <a:lnTo>
                  <a:pt x="227" y="7"/>
                </a:lnTo>
                <a:lnTo>
                  <a:pt x="228" y="7"/>
                </a:lnTo>
                <a:lnTo>
                  <a:pt x="229" y="7"/>
                </a:lnTo>
                <a:lnTo>
                  <a:pt x="230" y="7"/>
                </a:lnTo>
                <a:lnTo>
                  <a:pt x="231" y="7"/>
                </a:lnTo>
                <a:lnTo>
                  <a:pt x="232" y="7"/>
                </a:lnTo>
                <a:lnTo>
                  <a:pt x="233" y="7"/>
                </a:lnTo>
                <a:lnTo>
                  <a:pt x="235" y="8"/>
                </a:lnTo>
                <a:lnTo>
                  <a:pt x="237" y="8"/>
                </a:lnTo>
                <a:lnTo>
                  <a:pt x="238" y="8"/>
                </a:lnTo>
                <a:lnTo>
                  <a:pt x="240" y="8"/>
                </a:lnTo>
                <a:lnTo>
                  <a:pt x="241" y="8"/>
                </a:lnTo>
                <a:lnTo>
                  <a:pt x="242" y="8"/>
                </a:lnTo>
                <a:lnTo>
                  <a:pt x="243" y="9"/>
                </a:lnTo>
                <a:lnTo>
                  <a:pt x="244" y="9"/>
                </a:lnTo>
                <a:lnTo>
                  <a:pt x="246" y="10"/>
                </a:lnTo>
                <a:lnTo>
                  <a:pt x="248" y="12"/>
                </a:lnTo>
                <a:lnTo>
                  <a:pt x="250" y="13"/>
                </a:lnTo>
                <a:lnTo>
                  <a:pt x="251" y="13"/>
                </a:lnTo>
                <a:lnTo>
                  <a:pt x="253" y="15"/>
                </a:lnTo>
                <a:lnTo>
                  <a:pt x="253" y="16"/>
                </a:lnTo>
                <a:lnTo>
                  <a:pt x="254" y="16"/>
                </a:lnTo>
                <a:lnTo>
                  <a:pt x="254" y="17"/>
                </a:lnTo>
                <a:lnTo>
                  <a:pt x="255" y="17"/>
                </a:lnTo>
                <a:lnTo>
                  <a:pt x="256" y="17"/>
                </a:lnTo>
                <a:lnTo>
                  <a:pt x="257" y="17"/>
                </a:lnTo>
                <a:lnTo>
                  <a:pt x="258" y="17"/>
                </a:lnTo>
                <a:lnTo>
                  <a:pt x="259" y="17"/>
                </a:lnTo>
                <a:lnTo>
                  <a:pt x="260" y="17"/>
                </a:lnTo>
                <a:lnTo>
                  <a:pt x="260" y="18"/>
                </a:lnTo>
                <a:lnTo>
                  <a:pt x="260" y="19"/>
                </a:lnTo>
                <a:lnTo>
                  <a:pt x="261" y="19"/>
                </a:lnTo>
                <a:lnTo>
                  <a:pt x="261" y="21"/>
                </a:lnTo>
                <a:lnTo>
                  <a:pt x="262" y="21"/>
                </a:lnTo>
                <a:lnTo>
                  <a:pt x="263" y="22"/>
                </a:lnTo>
                <a:lnTo>
                  <a:pt x="263" y="23"/>
                </a:lnTo>
                <a:lnTo>
                  <a:pt x="264" y="23"/>
                </a:lnTo>
                <a:lnTo>
                  <a:pt x="265" y="23"/>
                </a:lnTo>
                <a:lnTo>
                  <a:pt x="266" y="23"/>
                </a:lnTo>
                <a:lnTo>
                  <a:pt x="267" y="22"/>
                </a:lnTo>
                <a:lnTo>
                  <a:pt x="268" y="22"/>
                </a:lnTo>
                <a:lnTo>
                  <a:pt x="268" y="21"/>
                </a:lnTo>
                <a:lnTo>
                  <a:pt x="269" y="21"/>
                </a:lnTo>
                <a:lnTo>
                  <a:pt x="270" y="21"/>
                </a:lnTo>
                <a:lnTo>
                  <a:pt x="272" y="19"/>
                </a:lnTo>
                <a:lnTo>
                  <a:pt x="273" y="19"/>
                </a:lnTo>
                <a:lnTo>
                  <a:pt x="274" y="19"/>
                </a:lnTo>
                <a:lnTo>
                  <a:pt x="275" y="19"/>
                </a:lnTo>
                <a:lnTo>
                  <a:pt x="276" y="19"/>
                </a:lnTo>
                <a:lnTo>
                  <a:pt x="276" y="21"/>
                </a:lnTo>
                <a:lnTo>
                  <a:pt x="277" y="22"/>
                </a:lnTo>
                <a:lnTo>
                  <a:pt x="278" y="22"/>
                </a:lnTo>
                <a:lnTo>
                  <a:pt x="278" y="23"/>
                </a:lnTo>
                <a:lnTo>
                  <a:pt x="279" y="23"/>
                </a:lnTo>
                <a:lnTo>
                  <a:pt x="280" y="24"/>
                </a:lnTo>
                <a:lnTo>
                  <a:pt x="281" y="24"/>
                </a:lnTo>
                <a:lnTo>
                  <a:pt x="282" y="25"/>
                </a:lnTo>
                <a:lnTo>
                  <a:pt x="283" y="26"/>
                </a:lnTo>
                <a:lnTo>
                  <a:pt x="283" y="27"/>
                </a:lnTo>
                <a:lnTo>
                  <a:pt x="284" y="27"/>
                </a:lnTo>
                <a:lnTo>
                  <a:pt x="284" y="28"/>
                </a:lnTo>
                <a:lnTo>
                  <a:pt x="284" y="29"/>
                </a:lnTo>
                <a:lnTo>
                  <a:pt x="285" y="29"/>
                </a:lnTo>
                <a:lnTo>
                  <a:pt x="285" y="30"/>
                </a:lnTo>
                <a:lnTo>
                  <a:pt x="286" y="31"/>
                </a:lnTo>
                <a:lnTo>
                  <a:pt x="286" y="32"/>
                </a:lnTo>
                <a:lnTo>
                  <a:pt x="287" y="32"/>
                </a:lnTo>
                <a:lnTo>
                  <a:pt x="287" y="33"/>
                </a:lnTo>
                <a:lnTo>
                  <a:pt x="288" y="33"/>
                </a:lnTo>
                <a:lnTo>
                  <a:pt x="289" y="33"/>
                </a:lnTo>
                <a:lnTo>
                  <a:pt x="290" y="33"/>
                </a:lnTo>
                <a:lnTo>
                  <a:pt x="290" y="34"/>
                </a:lnTo>
                <a:lnTo>
                  <a:pt x="291" y="34"/>
                </a:lnTo>
                <a:lnTo>
                  <a:pt x="291" y="35"/>
                </a:lnTo>
                <a:lnTo>
                  <a:pt x="292" y="35"/>
                </a:lnTo>
                <a:lnTo>
                  <a:pt x="292" y="36"/>
                </a:lnTo>
                <a:lnTo>
                  <a:pt x="293" y="36"/>
                </a:lnTo>
                <a:lnTo>
                  <a:pt x="293" y="37"/>
                </a:lnTo>
                <a:lnTo>
                  <a:pt x="294" y="37"/>
                </a:lnTo>
                <a:lnTo>
                  <a:pt x="294" y="36"/>
                </a:lnTo>
                <a:lnTo>
                  <a:pt x="295" y="36"/>
                </a:lnTo>
                <a:lnTo>
                  <a:pt x="296" y="37"/>
                </a:lnTo>
                <a:lnTo>
                  <a:pt x="297" y="37"/>
                </a:lnTo>
                <a:lnTo>
                  <a:pt x="298" y="38"/>
                </a:lnTo>
                <a:lnTo>
                  <a:pt x="299" y="38"/>
                </a:lnTo>
                <a:lnTo>
                  <a:pt x="300" y="38"/>
                </a:lnTo>
                <a:lnTo>
                  <a:pt x="302" y="38"/>
                </a:lnTo>
                <a:lnTo>
                  <a:pt x="305" y="38"/>
                </a:lnTo>
                <a:lnTo>
                  <a:pt x="307" y="37"/>
                </a:lnTo>
                <a:lnTo>
                  <a:pt x="308" y="37"/>
                </a:lnTo>
                <a:lnTo>
                  <a:pt x="309" y="38"/>
                </a:lnTo>
                <a:lnTo>
                  <a:pt x="309" y="37"/>
                </a:lnTo>
                <a:lnTo>
                  <a:pt x="310" y="37"/>
                </a:lnTo>
                <a:lnTo>
                  <a:pt x="311" y="38"/>
                </a:lnTo>
                <a:lnTo>
                  <a:pt x="312" y="38"/>
                </a:lnTo>
                <a:lnTo>
                  <a:pt x="313" y="38"/>
                </a:lnTo>
                <a:lnTo>
                  <a:pt x="314" y="38"/>
                </a:lnTo>
                <a:lnTo>
                  <a:pt x="315" y="38"/>
                </a:lnTo>
                <a:lnTo>
                  <a:pt x="316" y="38"/>
                </a:lnTo>
                <a:lnTo>
                  <a:pt x="316" y="39"/>
                </a:lnTo>
                <a:lnTo>
                  <a:pt x="317" y="39"/>
                </a:lnTo>
                <a:lnTo>
                  <a:pt x="318" y="39"/>
                </a:lnTo>
                <a:lnTo>
                  <a:pt x="319" y="40"/>
                </a:lnTo>
                <a:lnTo>
                  <a:pt x="318" y="41"/>
                </a:lnTo>
                <a:lnTo>
                  <a:pt x="318" y="42"/>
                </a:lnTo>
                <a:lnTo>
                  <a:pt x="317" y="42"/>
                </a:lnTo>
                <a:lnTo>
                  <a:pt x="317" y="43"/>
                </a:lnTo>
                <a:lnTo>
                  <a:pt x="318" y="43"/>
                </a:lnTo>
                <a:lnTo>
                  <a:pt x="319" y="44"/>
                </a:lnTo>
                <a:lnTo>
                  <a:pt x="320" y="44"/>
                </a:lnTo>
                <a:lnTo>
                  <a:pt x="321" y="44"/>
                </a:lnTo>
                <a:lnTo>
                  <a:pt x="322" y="44"/>
                </a:lnTo>
                <a:lnTo>
                  <a:pt x="324" y="44"/>
                </a:lnTo>
                <a:lnTo>
                  <a:pt x="325" y="44"/>
                </a:lnTo>
                <a:lnTo>
                  <a:pt x="326" y="44"/>
                </a:lnTo>
                <a:lnTo>
                  <a:pt x="327" y="44"/>
                </a:lnTo>
                <a:lnTo>
                  <a:pt x="328" y="44"/>
                </a:lnTo>
                <a:lnTo>
                  <a:pt x="329" y="44"/>
                </a:lnTo>
                <a:lnTo>
                  <a:pt x="329" y="45"/>
                </a:lnTo>
                <a:lnTo>
                  <a:pt x="330" y="46"/>
                </a:lnTo>
                <a:lnTo>
                  <a:pt x="330" y="47"/>
                </a:lnTo>
                <a:lnTo>
                  <a:pt x="330" y="48"/>
                </a:lnTo>
                <a:lnTo>
                  <a:pt x="331" y="48"/>
                </a:lnTo>
                <a:lnTo>
                  <a:pt x="331" y="49"/>
                </a:lnTo>
                <a:lnTo>
                  <a:pt x="332" y="49"/>
                </a:lnTo>
                <a:lnTo>
                  <a:pt x="333" y="49"/>
                </a:lnTo>
                <a:lnTo>
                  <a:pt x="334" y="49"/>
                </a:lnTo>
                <a:lnTo>
                  <a:pt x="334" y="48"/>
                </a:lnTo>
                <a:lnTo>
                  <a:pt x="335" y="48"/>
                </a:lnTo>
                <a:lnTo>
                  <a:pt x="335" y="47"/>
                </a:lnTo>
                <a:lnTo>
                  <a:pt x="335" y="46"/>
                </a:lnTo>
                <a:lnTo>
                  <a:pt x="334" y="46"/>
                </a:lnTo>
                <a:lnTo>
                  <a:pt x="334" y="45"/>
                </a:lnTo>
                <a:lnTo>
                  <a:pt x="334" y="44"/>
                </a:lnTo>
                <a:lnTo>
                  <a:pt x="333" y="44"/>
                </a:lnTo>
                <a:lnTo>
                  <a:pt x="333" y="43"/>
                </a:lnTo>
                <a:lnTo>
                  <a:pt x="333" y="42"/>
                </a:lnTo>
                <a:lnTo>
                  <a:pt x="334" y="41"/>
                </a:lnTo>
                <a:lnTo>
                  <a:pt x="338" y="40"/>
                </a:lnTo>
                <a:lnTo>
                  <a:pt x="339" y="40"/>
                </a:lnTo>
                <a:lnTo>
                  <a:pt x="340" y="39"/>
                </a:lnTo>
                <a:lnTo>
                  <a:pt x="341" y="39"/>
                </a:lnTo>
                <a:lnTo>
                  <a:pt x="343" y="38"/>
                </a:lnTo>
                <a:lnTo>
                  <a:pt x="344" y="38"/>
                </a:lnTo>
                <a:lnTo>
                  <a:pt x="345" y="38"/>
                </a:lnTo>
                <a:lnTo>
                  <a:pt x="346" y="38"/>
                </a:lnTo>
                <a:lnTo>
                  <a:pt x="347" y="38"/>
                </a:lnTo>
                <a:lnTo>
                  <a:pt x="349" y="38"/>
                </a:lnTo>
                <a:lnTo>
                  <a:pt x="350" y="38"/>
                </a:lnTo>
                <a:lnTo>
                  <a:pt x="353" y="38"/>
                </a:lnTo>
                <a:lnTo>
                  <a:pt x="355" y="38"/>
                </a:lnTo>
                <a:lnTo>
                  <a:pt x="357" y="38"/>
                </a:lnTo>
                <a:lnTo>
                  <a:pt x="358" y="38"/>
                </a:lnTo>
                <a:lnTo>
                  <a:pt x="359" y="38"/>
                </a:lnTo>
                <a:lnTo>
                  <a:pt x="360" y="38"/>
                </a:lnTo>
                <a:lnTo>
                  <a:pt x="361" y="39"/>
                </a:lnTo>
                <a:lnTo>
                  <a:pt x="362" y="39"/>
                </a:lnTo>
                <a:lnTo>
                  <a:pt x="363" y="39"/>
                </a:lnTo>
                <a:lnTo>
                  <a:pt x="363" y="40"/>
                </a:lnTo>
                <a:lnTo>
                  <a:pt x="364" y="40"/>
                </a:lnTo>
                <a:lnTo>
                  <a:pt x="365" y="40"/>
                </a:lnTo>
                <a:lnTo>
                  <a:pt x="369" y="42"/>
                </a:lnTo>
                <a:lnTo>
                  <a:pt x="369" y="43"/>
                </a:lnTo>
                <a:lnTo>
                  <a:pt x="370" y="43"/>
                </a:lnTo>
                <a:lnTo>
                  <a:pt x="371" y="43"/>
                </a:lnTo>
                <a:lnTo>
                  <a:pt x="371" y="44"/>
                </a:lnTo>
                <a:lnTo>
                  <a:pt x="372" y="44"/>
                </a:lnTo>
                <a:lnTo>
                  <a:pt x="373" y="44"/>
                </a:lnTo>
                <a:lnTo>
                  <a:pt x="374" y="44"/>
                </a:lnTo>
                <a:lnTo>
                  <a:pt x="374" y="45"/>
                </a:lnTo>
                <a:lnTo>
                  <a:pt x="375" y="45"/>
                </a:lnTo>
                <a:lnTo>
                  <a:pt x="376" y="45"/>
                </a:lnTo>
                <a:lnTo>
                  <a:pt x="377" y="45"/>
                </a:lnTo>
                <a:lnTo>
                  <a:pt x="378" y="46"/>
                </a:lnTo>
                <a:lnTo>
                  <a:pt x="378" y="45"/>
                </a:lnTo>
                <a:lnTo>
                  <a:pt x="379" y="46"/>
                </a:lnTo>
                <a:lnTo>
                  <a:pt x="380" y="46"/>
                </a:lnTo>
                <a:lnTo>
                  <a:pt x="381" y="46"/>
                </a:lnTo>
                <a:lnTo>
                  <a:pt x="382" y="47"/>
                </a:lnTo>
                <a:lnTo>
                  <a:pt x="383" y="47"/>
                </a:lnTo>
                <a:lnTo>
                  <a:pt x="384" y="48"/>
                </a:lnTo>
                <a:lnTo>
                  <a:pt x="385" y="48"/>
                </a:lnTo>
                <a:lnTo>
                  <a:pt x="386" y="48"/>
                </a:lnTo>
                <a:lnTo>
                  <a:pt x="387" y="48"/>
                </a:lnTo>
                <a:lnTo>
                  <a:pt x="388" y="49"/>
                </a:lnTo>
                <a:lnTo>
                  <a:pt x="389" y="49"/>
                </a:lnTo>
                <a:lnTo>
                  <a:pt x="389" y="50"/>
                </a:lnTo>
                <a:lnTo>
                  <a:pt x="388" y="50"/>
                </a:lnTo>
                <a:lnTo>
                  <a:pt x="388" y="51"/>
                </a:lnTo>
                <a:lnTo>
                  <a:pt x="388" y="52"/>
                </a:lnTo>
                <a:lnTo>
                  <a:pt x="389" y="53"/>
                </a:lnTo>
                <a:lnTo>
                  <a:pt x="389" y="54"/>
                </a:lnTo>
                <a:lnTo>
                  <a:pt x="390" y="54"/>
                </a:lnTo>
                <a:lnTo>
                  <a:pt x="391" y="54"/>
                </a:lnTo>
                <a:lnTo>
                  <a:pt x="391" y="53"/>
                </a:lnTo>
                <a:lnTo>
                  <a:pt x="392" y="53"/>
                </a:lnTo>
                <a:lnTo>
                  <a:pt x="393" y="52"/>
                </a:lnTo>
                <a:lnTo>
                  <a:pt x="394" y="52"/>
                </a:lnTo>
                <a:lnTo>
                  <a:pt x="394" y="51"/>
                </a:lnTo>
                <a:lnTo>
                  <a:pt x="395" y="51"/>
                </a:lnTo>
                <a:lnTo>
                  <a:pt x="396" y="50"/>
                </a:lnTo>
                <a:lnTo>
                  <a:pt x="397" y="50"/>
                </a:lnTo>
                <a:lnTo>
                  <a:pt x="398" y="50"/>
                </a:lnTo>
                <a:lnTo>
                  <a:pt x="399" y="50"/>
                </a:lnTo>
                <a:lnTo>
                  <a:pt x="399" y="51"/>
                </a:lnTo>
                <a:lnTo>
                  <a:pt x="400" y="51"/>
                </a:lnTo>
                <a:lnTo>
                  <a:pt x="400" y="52"/>
                </a:lnTo>
                <a:lnTo>
                  <a:pt x="401" y="52"/>
                </a:lnTo>
                <a:lnTo>
                  <a:pt x="401" y="53"/>
                </a:lnTo>
                <a:lnTo>
                  <a:pt x="401" y="54"/>
                </a:lnTo>
                <a:lnTo>
                  <a:pt x="401" y="55"/>
                </a:lnTo>
                <a:lnTo>
                  <a:pt x="402" y="55"/>
                </a:lnTo>
                <a:lnTo>
                  <a:pt x="402" y="56"/>
                </a:lnTo>
                <a:lnTo>
                  <a:pt x="403" y="56"/>
                </a:lnTo>
                <a:lnTo>
                  <a:pt x="404" y="57"/>
                </a:lnTo>
                <a:lnTo>
                  <a:pt x="404" y="58"/>
                </a:lnTo>
                <a:lnTo>
                  <a:pt x="405" y="58"/>
                </a:lnTo>
                <a:lnTo>
                  <a:pt x="406" y="59"/>
                </a:lnTo>
                <a:lnTo>
                  <a:pt x="407" y="59"/>
                </a:lnTo>
                <a:lnTo>
                  <a:pt x="408" y="59"/>
                </a:lnTo>
                <a:lnTo>
                  <a:pt x="409" y="59"/>
                </a:lnTo>
                <a:lnTo>
                  <a:pt x="410" y="59"/>
                </a:lnTo>
                <a:lnTo>
                  <a:pt x="410" y="60"/>
                </a:lnTo>
                <a:lnTo>
                  <a:pt x="411" y="60"/>
                </a:lnTo>
                <a:lnTo>
                  <a:pt x="411" y="61"/>
                </a:lnTo>
                <a:lnTo>
                  <a:pt x="410" y="61"/>
                </a:lnTo>
                <a:lnTo>
                  <a:pt x="409" y="61"/>
                </a:lnTo>
                <a:lnTo>
                  <a:pt x="409" y="62"/>
                </a:lnTo>
                <a:lnTo>
                  <a:pt x="409" y="63"/>
                </a:lnTo>
                <a:lnTo>
                  <a:pt x="409" y="64"/>
                </a:lnTo>
                <a:lnTo>
                  <a:pt x="409" y="65"/>
                </a:lnTo>
                <a:lnTo>
                  <a:pt x="408" y="66"/>
                </a:lnTo>
                <a:lnTo>
                  <a:pt x="406" y="66"/>
                </a:lnTo>
                <a:lnTo>
                  <a:pt x="405" y="66"/>
                </a:lnTo>
                <a:lnTo>
                  <a:pt x="404" y="66"/>
                </a:lnTo>
                <a:lnTo>
                  <a:pt x="404" y="67"/>
                </a:lnTo>
                <a:lnTo>
                  <a:pt x="403" y="67"/>
                </a:lnTo>
                <a:lnTo>
                  <a:pt x="403" y="68"/>
                </a:lnTo>
                <a:lnTo>
                  <a:pt x="403" y="69"/>
                </a:lnTo>
                <a:lnTo>
                  <a:pt x="403" y="71"/>
                </a:lnTo>
                <a:lnTo>
                  <a:pt x="403" y="72"/>
                </a:lnTo>
                <a:lnTo>
                  <a:pt x="403" y="73"/>
                </a:lnTo>
                <a:lnTo>
                  <a:pt x="404" y="73"/>
                </a:lnTo>
                <a:lnTo>
                  <a:pt x="405" y="73"/>
                </a:lnTo>
                <a:lnTo>
                  <a:pt x="406" y="72"/>
                </a:lnTo>
                <a:lnTo>
                  <a:pt x="407" y="72"/>
                </a:lnTo>
                <a:lnTo>
                  <a:pt x="407" y="71"/>
                </a:lnTo>
                <a:lnTo>
                  <a:pt x="408" y="71"/>
                </a:lnTo>
                <a:lnTo>
                  <a:pt x="409" y="71"/>
                </a:lnTo>
                <a:lnTo>
                  <a:pt x="411" y="71"/>
                </a:lnTo>
                <a:lnTo>
                  <a:pt x="412" y="70"/>
                </a:lnTo>
                <a:lnTo>
                  <a:pt x="412" y="69"/>
                </a:lnTo>
                <a:lnTo>
                  <a:pt x="413" y="69"/>
                </a:lnTo>
                <a:lnTo>
                  <a:pt x="414" y="69"/>
                </a:lnTo>
                <a:lnTo>
                  <a:pt x="415" y="70"/>
                </a:lnTo>
                <a:lnTo>
                  <a:pt x="416" y="70"/>
                </a:lnTo>
                <a:lnTo>
                  <a:pt x="416" y="69"/>
                </a:lnTo>
                <a:lnTo>
                  <a:pt x="417" y="69"/>
                </a:lnTo>
                <a:lnTo>
                  <a:pt x="418" y="69"/>
                </a:lnTo>
                <a:lnTo>
                  <a:pt x="419" y="69"/>
                </a:lnTo>
                <a:lnTo>
                  <a:pt x="419" y="70"/>
                </a:lnTo>
                <a:lnTo>
                  <a:pt x="420" y="70"/>
                </a:lnTo>
                <a:lnTo>
                  <a:pt x="420" y="71"/>
                </a:lnTo>
                <a:lnTo>
                  <a:pt x="420" y="72"/>
                </a:lnTo>
                <a:lnTo>
                  <a:pt x="420" y="73"/>
                </a:lnTo>
                <a:lnTo>
                  <a:pt x="421" y="73"/>
                </a:lnTo>
                <a:lnTo>
                  <a:pt x="421" y="74"/>
                </a:lnTo>
                <a:lnTo>
                  <a:pt x="422" y="74"/>
                </a:lnTo>
                <a:lnTo>
                  <a:pt x="423" y="75"/>
                </a:lnTo>
                <a:lnTo>
                  <a:pt x="424" y="76"/>
                </a:lnTo>
                <a:lnTo>
                  <a:pt x="425" y="76"/>
                </a:lnTo>
                <a:lnTo>
                  <a:pt x="425" y="77"/>
                </a:lnTo>
                <a:lnTo>
                  <a:pt x="426" y="77"/>
                </a:lnTo>
                <a:lnTo>
                  <a:pt x="426" y="78"/>
                </a:lnTo>
                <a:lnTo>
                  <a:pt x="427" y="78"/>
                </a:lnTo>
                <a:lnTo>
                  <a:pt x="427" y="79"/>
                </a:lnTo>
                <a:lnTo>
                  <a:pt x="427" y="80"/>
                </a:lnTo>
                <a:lnTo>
                  <a:pt x="427" y="81"/>
                </a:lnTo>
                <a:lnTo>
                  <a:pt x="428" y="81"/>
                </a:lnTo>
                <a:lnTo>
                  <a:pt x="429" y="81"/>
                </a:lnTo>
                <a:lnTo>
                  <a:pt x="429" y="82"/>
                </a:lnTo>
                <a:lnTo>
                  <a:pt x="430" y="82"/>
                </a:lnTo>
                <a:lnTo>
                  <a:pt x="430" y="83"/>
                </a:lnTo>
                <a:lnTo>
                  <a:pt x="431" y="83"/>
                </a:lnTo>
                <a:lnTo>
                  <a:pt x="431" y="84"/>
                </a:lnTo>
                <a:lnTo>
                  <a:pt x="432" y="84"/>
                </a:lnTo>
                <a:lnTo>
                  <a:pt x="432" y="83"/>
                </a:lnTo>
                <a:lnTo>
                  <a:pt x="433" y="83"/>
                </a:lnTo>
                <a:lnTo>
                  <a:pt x="433" y="82"/>
                </a:lnTo>
                <a:lnTo>
                  <a:pt x="434" y="82"/>
                </a:lnTo>
                <a:lnTo>
                  <a:pt x="434" y="81"/>
                </a:lnTo>
                <a:lnTo>
                  <a:pt x="434" y="80"/>
                </a:lnTo>
                <a:lnTo>
                  <a:pt x="435" y="79"/>
                </a:lnTo>
                <a:lnTo>
                  <a:pt x="436" y="79"/>
                </a:lnTo>
                <a:lnTo>
                  <a:pt x="437" y="79"/>
                </a:lnTo>
                <a:lnTo>
                  <a:pt x="438" y="79"/>
                </a:lnTo>
                <a:lnTo>
                  <a:pt x="441" y="81"/>
                </a:lnTo>
                <a:lnTo>
                  <a:pt x="443" y="81"/>
                </a:lnTo>
                <a:lnTo>
                  <a:pt x="444" y="82"/>
                </a:lnTo>
                <a:lnTo>
                  <a:pt x="445" y="82"/>
                </a:lnTo>
                <a:lnTo>
                  <a:pt x="445" y="83"/>
                </a:lnTo>
                <a:lnTo>
                  <a:pt x="444" y="83"/>
                </a:lnTo>
                <a:lnTo>
                  <a:pt x="444" y="84"/>
                </a:lnTo>
                <a:lnTo>
                  <a:pt x="443" y="84"/>
                </a:lnTo>
                <a:lnTo>
                  <a:pt x="442" y="84"/>
                </a:lnTo>
                <a:lnTo>
                  <a:pt x="440" y="84"/>
                </a:lnTo>
                <a:lnTo>
                  <a:pt x="438" y="84"/>
                </a:lnTo>
                <a:lnTo>
                  <a:pt x="437" y="85"/>
                </a:lnTo>
                <a:lnTo>
                  <a:pt x="437" y="86"/>
                </a:lnTo>
                <a:lnTo>
                  <a:pt x="438" y="87"/>
                </a:lnTo>
                <a:lnTo>
                  <a:pt x="438" y="88"/>
                </a:lnTo>
                <a:lnTo>
                  <a:pt x="440" y="89"/>
                </a:lnTo>
                <a:lnTo>
                  <a:pt x="440" y="90"/>
                </a:lnTo>
                <a:lnTo>
                  <a:pt x="441" y="90"/>
                </a:lnTo>
                <a:lnTo>
                  <a:pt x="441" y="91"/>
                </a:lnTo>
                <a:lnTo>
                  <a:pt x="440" y="91"/>
                </a:lnTo>
                <a:lnTo>
                  <a:pt x="438" y="92"/>
                </a:lnTo>
                <a:lnTo>
                  <a:pt x="435" y="92"/>
                </a:lnTo>
                <a:lnTo>
                  <a:pt x="434" y="92"/>
                </a:lnTo>
                <a:lnTo>
                  <a:pt x="433" y="92"/>
                </a:lnTo>
                <a:lnTo>
                  <a:pt x="432" y="92"/>
                </a:lnTo>
                <a:lnTo>
                  <a:pt x="431" y="94"/>
                </a:lnTo>
                <a:lnTo>
                  <a:pt x="430" y="95"/>
                </a:lnTo>
                <a:lnTo>
                  <a:pt x="430" y="97"/>
                </a:lnTo>
                <a:lnTo>
                  <a:pt x="431" y="98"/>
                </a:lnTo>
                <a:lnTo>
                  <a:pt x="431" y="99"/>
                </a:lnTo>
                <a:lnTo>
                  <a:pt x="432" y="99"/>
                </a:lnTo>
                <a:lnTo>
                  <a:pt x="433" y="100"/>
                </a:lnTo>
                <a:lnTo>
                  <a:pt x="434" y="101"/>
                </a:lnTo>
                <a:lnTo>
                  <a:pt x="435" y="102"/>
                </a:lnTo>
                <a:lnTo>
                  <a:pt x="436" y="102"/>
                </a:lnTo>
                <a:lnTo>
                  <a:pt x="437" y="102"/>
                </a:lnTo>
                <a:lnTo>
                  <a:pt x="438" y="101"/>
                </a:lnTo>
                <a:lnTo>
                  <a:pt x="438" y="100"/>
                </a:lnTo>
                <a:lnTo>
                  <a:pt x="440" y="99"/>
                </a:lnTo>
                <a:lnTo>
                  <a:pt x="441" y="99"/>
                </a:lnTo>
                <a:lnTo>
                  <a:pt x="443" y="100"/>
                </a:lnTo>
                <a:lnTo>
                  <a:pt x="444" y="101"/>
                </a:lnTo>
                <a:lnTo>
                  <a:pt x="445" y="101"/>
                </a:lnTo>
                <a:lnTo>
                  <a:pt x="445" y="102"/>
                </a:lnTo>
                <a:lnTo>
                  <a:pt x="446" y="102"/>
                </a:lnTo>
                <a:lnTo>
                  <a:pt x="450" y="104"/>
                </a:lnTo>
                <a:lnTo>
                  <a:pt x="451" y="105"/>
                </a:lnTo>
                <a:lnTo>
                  <a:pt x="452" y="106"/>
                </a:lnTo>
                <a:lnTo>
                  <a:pt x="453" y="107"/>
                </a:lnTo>
                <a:lnTo>
                  <a:pt x="453" y="108"/>
                </a:lnTo>
                <a:lnTo>
                  <a:pt x="452" y="109"/>
                </a:lnTo>
                <a:lnTo>
                  <a:pt x="452" y="110"/>
                </a:lnTo>
                <a:lnTo>
                  <a:pt x="451" y="111"/>
                </a:lnTo>
                <a:lnTo>
                  <a:pt x="451" y="112"/>
                </a:lnTo>
                <a:lnTo>
                  <a:pt x="451" y="113"/>
                </a:lnTo>
                <a:lnTo>
                  <a:pt x="452" y="113"/>
                </a:lnTo>
                <a:lnTo>
                  <a:pt x="453" y="113"/>
                </a:lnTo>
                <a:lnTo>
                  <a:pt x="455" y="113"/>
                </a:lnTo>
                <a:lnTo>
                  <a:pt x="457" y="113"/>
                </a:lnTo>
                <a:lnTo>
                  <a:pt x="457" y="112"/>
                </a:lnTo>
                <a:lnTo>
                  <a:pt x="458" y="112"/>
                </a:lnTo>
                <a:lnTo>
                  <a:pt x="458" y="113"/>
                </a:lnTo>
                <a:lnTo>
                  <a:pt x="459" y="113"/>
                </a:lnTo>
                <a:lnTo>
                  <a:pt x="459" y="114"/>
                </a:lnTo>
                <a:lnTo>
                  <a:pt x="460" y="115"/>
                </a:lnTo>
                <a:lnTo>
                  <a:pt x="461" y="116"/>
                </a:lnTo>
                <a:lnTo>
                  <a:pt x="462" y="116"/>
                </a:lnTo>
                <a:lnTo>
                  <a:pt x="462" y="117"/>
                </a:lnTo>
                <a:lnTo>
                  <a:pt x="463" y="117"/>
                </a:lnTo>
                <a:lnTo>
                  <a:pt x="464" y="118"/>
                </a:lnTo>
                <a:lnTo>
                  <a:pt x="464" y="119"/>
                </a:lnTo>
                <a:lnTo>
                  <a:pt x="466" y="120"/>
                </a:lnTo>
                <a:lnTo>
                  <a:pt x="466" y="122"/>
                </a:lnTo>
                <a:lnTo>
                  <a:pt x="466" y="124"/>
                </a:lnTo>
                <a:lnTo>
                  <a:pt x="465" y="125"/>
                </a:lnTo>
                <a:lnTo>
                  <a:pt x="464" y="125"/>
                </a:lnTo>
                <a:lnTo>
                  <a:pt x="464" y="126"/>
                </a:lnTo>
                <a:lnTo>
                  <a:pt x="463" y="126"/>
                </a:lnTo>
                <a:lnTo>
                  <a:pt x="463" y="127"/>
                </a:lnTo>
                <a:lnTo>
                  <a:pt x="463" y="128"/>
                </a:lnTo>
                <a:lnTo>
                  <a:pt x="463" y="129"/>
                </a:lnTo>
                <a:lnTo>
                  <a:pt x="464" y="129"/>
                </a:lnTo>
                <a:lnTo>
                  <a:pt x="464" y="130"/>
                </a:lnTo>
                <a:lnTo>
                  <a:pt x="465" y="130"/>
                </a:lnTo>
                <a:lnTo>
                  <a:pt x="466" y="130"/>
                </a:lnTo>
                <a:lnTo>
                  <a:pt x="468" y="130"/>
                </a:lnTo>
                <a:lnTo>
                  <a:pt x="469" y="130"/>
                </a:lnTo>
                <a:lnTo>
                  <a:pt x="470" y="130"/>
                </a:lnTo>
                <a:lnTo>
                  <a:pt x="471" y="130"/>
                </a:lnTo>
                <a:lnTo>
                  <a:pt x="472" y="130"/>
                </a:lnTo>
                <a:lnTo>
                  <a:pt x="473" y="130"/>
                </a:lnTo>
                <a:lnTo>
                  <a:pt x="473" y="131"/>
                </a:lnTo>
                <a:lnTo>
                  <a:pt x="474" y="131"/>
                </a:lnTo>
                <a:lnTo>
                  <a:pt x="473" y="132"/>
                </a:lnTo>
                <a:lnTo>
                  <a:pt x="472" y="132"/>
                </a:lnTo>
                <a:lnTo>
                  <a:pt x="471" y="132"/>
                </a:lnTo>
                <a:lnTo>
                  <a:pt x="470" y="132"/>
                </a:lnTo>
                <a:lnTo>
                  <a:pt x="469" y="133"/>
                </a:lnTo>
                <a:lnTo>
                  <a:pt x="468" y="133"/>
                </a:lnTo>
                <a:lnTo>
                  <a:pt x="468" y="134"/>
                </a:lnTo>
                <a:lnTo>
                  <a:pt x="467" y="134"/>
                </a:lnTo>
                <a:lnTo>
                  <a:pt x="466" y="134"/>
                </a:lnTo>
                <a:lnTo>
                  <a:pt x="465" y="135"/>
                </a:lnTo>
                <a:lnTo>
                  <a:pt x="464" y="135"/>
                </a:lnTo>
                <a:lnTo>
                  <a:pt x="464" y="136"/>
                </a:lnTo>
                <a:lnTo>
                  <a:pt x="463" y="136"/>
                </a:lnTo>
                <a:lnTo>
                  <a:pt x="462" y="137"/>
                </a:lnTo>
                <a:lnTo>
                  <a:pt x="462" y="138"/>
                </a:lnTo>
                <a:lnTo>
                  <a:pt x="461" y="138"/>
                </a:lnTo>
                <a:lnTo>
                  <a:pt x="461" y="139"/>
                </a:lnTo>
                <a:lnTo>
                  <a:pt x="462" y="140"/>
                </a:lnTo>
                <a:lnTo>
                  <a:pt x="463" y="140"/>
                </a:lnTo>
                <a:lnTo>
                  <a:pt x="463" y="141"/>
                </a:lnTo>
                <a:lnTo>
                  <a:pt x="464" y="141"/>
                </a:lnTo>
                <a:lnTo>
                  <a:pt x="465" y="141"/>
                </a:lnTo>
                <a:lnTo>
                  <a:pt x="466" y="141"/>
                </a:lnTo>
                <a:lnTo>
                  <a:pt x="466" y="142"/>
                </a:lnTo>
                <a:lnTo>
                  <a:pt x="467" y="142"/>
                </a:lnTo>
                <a:lnTo>
                  <a:pt x="468" y="142"/>
                </a:lnTo>
                <a:lnTo>
                  <a:pt x="469" y="142"/>
                </a:lnTo>
                <a:lnTo>
                  <a:pt x="470" y="142"/>
                </a:lnTo>
                <a:lnTo>
                  <a:pt x="471" y="142"/>
                </a:lnTo>
                <a:lnTo>
                  <a:pt x="471" y="143"/>
                </a:lnTo>
                <a:lnTo>
                  <a:pt x="472" y="143"/>
                </a:lnTo>
                <a:lnTo>
                  <a:pt x="473" y="143"/>
                </a:lnTo>
                <a:lnTo>
                  <a:pt x="474" y="144"/>
                </a:lnTo>
                <a:lnTo>
                  <a:pt x="475" y="144"/>
                </a:lnTo>
                <a:lnTo>
                  <a:pt x="476" y="144"/>
                </a:lnTo>
                <a:lnTo>
                  <a:pt x="477" y="144"/>
                </a:lnTo>
                <a:lnTo>
                  <a:pt x="478" y="144"/>
                </a:lnTo>
                <a:lnTo>
                  <a:pt x="479" y="145"/>
                </a:lnTo>
                <a:lnTo>
                  <a:pt x="480" y="145"/>
                </a:lnTo>
                <a:lnTo>
                  <a:pt x="483" y="146"/>
                </a:lnTo>
                <a:lnTo>
                  <a:pt x="484" y="147"/>
                </a:lnTo>
                <a:lnTo>
                  <a:pt x="485" y="147"/>
                </a:lnTo>
                <a:lnTo>
                  <a:pt x="485" y="148"/>
                </a:lnTo>
                <a:lnTo>
                  <a:pt x="485" y="149"/>
                </a:lnTo>
                <a:lnTo>
                  <a:pt x="484" y="150"/>
                </a:lnTo>
                <a:lnTo>
                  <a:pt x="484" y="151"/>
                </a:lnTo>
                <a:lnTo>
                  <a:pt x="483" y="151"/>
                </a:lnTo>
                <a:lnTo>
                  <a:pt x="483" y="152"/>
                </a:lnTo>
                <a:lnTo>
                  <a:pt x="483" y="153"/>
                </a:lnTo>
                <a:lnTo>
                  <a:pt x="483" y="154"/>
                </a:lnTo>
                <a:lnTo>
                  <a:pt x="482" y="154"/>
                </a:lnTo>
                <a:lnTo>
                  <a:pt x="482" y="155"/>
                </a:lnTo>
                <a:lnTo>
                  <a:pt x="481" y="155"/>
                </a:lnTo>
                <a:lnTo>
                  <a:pt x="481" y="156"/>
                </a:lnTo>
                <a:lnTo>
                  <a:pt x="481" y="157"/>
                </a:lnTo>
                <a:lnTo>
                  <a:pt x="480" y="157"/>
                </a:lnTo>
                <a:lnTo>
                  <a:pt x="479" y="157"/>
                </a:lnTo>
                <a:lnTo>
                  <a:pt x="478" y="157"/>
                </a:lnTo>
                <a:lnTo>
                  <a:pt x="477" y="157"/>
                </a:lnTo>
                <a:lnTo>
                  <a:pt x="475" y="158"/>
                </a:lnTo>
                <a:lnTo>
                  <a:pt x="474" y="159"/>
                </a:lnTo>
                <a:lnTo>
                  <a:pt x="474" y="160"/>
                </a:lnTo>
                <a:lnTo>
                  <a:pt x="474" y="161"/>
                </a:lnTo>
                <a:lnTo>
                  <a:pt x="475" y="161"/>
                </a:lnTo>
                <a:lnTo>
                  <a:pt x="475" y="162"/>
                </a:lnTo>
                <a:lnTo>
                  <a:pt x="476" y="162"/>
                </a:lnTo>
                <a:lnTo>
                  <a:pt x="476" y="163"/>
                </a:lnTo>
                <a:lnTo>
                  <a:pt x="476" y="164"/>
                </a:lnTo>
                <a:lnTo>
                  <a:pt x="476" y="165"/>
                </a:lnTo>
                <a:lnTo>
                  <a:pt x="476" y="166"/>
                </a:lnTo>
                <a:lnTo>
                  <a:pt x="476" y="167"/>
                </a:lnTo>
                <a:lnTo>
                  <a:pt x="477" y="167"/>
                </a:lnTo>
                <a:lnTo>
                  <a:pt x="477" y="168"/>
                </a:lnTo>
                <a:lnTo>
                  <a:pt x="478" y="168"/>
                </a:lnTo>
                <a:lnTo>
                  <a:pt x="479" y="168"/>
                </a:lnTo>
                <a:lnTo>
                  <a:pt x="480" y="168"/>
                </a:lnTo>
                <a:lnTo>
                  <a:pt x="480" y="169"/>
                </a:lnTo>
                <a:lnTo>
                  <a:pt x="481" y="171"/>
                </a:lnTo>
                <a:lnTo>
                  <a:pt x="482" y="172"/>
                </a:lnTo>
                <a:lnTo>
                  <a:pt x="483" y="172"/>
                </a:lnTo>
                <a:lnTo>
                  <a:pt x="484" y="173"/>
                </a:lnTo>
                <a:lnTo>
                  <a:pt x="485" y="175"/>
                </a:lnTo>
                <a:lnTo>
                  <a:pt x="486" y="177"/>
                </a:lnTo>
                <a:lnTo>
                  <a:pt x="486" y="178"/>
                </a:lnTo>
                <a:lnTo>
                  <a:pt x="487" y="179"/>
                </a:lnTo>
                <a:lnTo>
                  <a:pt x="488" y="180"/>
                </a:lnTo>
                <a:lnTo>
                  <a:pt x="489" y="181"/>
                </a:lnTo>
                <a:lnTo>
                  <a:pt x="489" y="182"/>
                </a:lnTo>
                <a:lnTo>
                  <a:pt x="490" y="183"/>
                </a:lnTo>
                <a:lnTo>
                  <a:pt x="491" y="184"/>
                </a:lnTo>
                <a:lnTo>
                  <a:pt x="492" y="185"/>
                </a:lnTo>
                <a:lnTo>
                  <a:pt x="493" y="185"/>
                </a:lnTo>
                <a:lnTo>
                  <a:pt x="494" y="185"/>
                </a:lnTo>
                <a:lnTo>
                  <a:pt x="494" y="186"/>
                </a:lnTo>
                <a:lnTo>
                  <a:pt x="494" y="187"/>
                </a:lnTo>
                <a:lnTo>
                  <a:pt x="494" y="188"/>
                </a:lnTo>
                <a:lnTo>
                  <a:pt x="495" y="189"/>
                </a:lnTo>
                <a:lnTo>
                  <a:pt x="496" y="189"/>
                </a:lnTo>
                <a:lnTo>
                  <a:pt x="497" y="189"/>
                </a:lnTo>
                <a:lnTo>
                  <a:pt x="498" y="189"/>
                </a:lnTo>
                <a:lnTo>
                  <a:pt x="498" y="188"/>
                </a:lnTo>
                <a:lnTo>
                  <a:pt x="499" y="189"/>
                </a:lnTo>
                <a:lnTo>
                  <a:pt x="500" y="190"/>
                </a:lnTo>
                <a:lnTo>
                  <a:pt x="500" y="191"/>
                </a:lnTo>
                <a:lnTo>
                  <a:pt x="500" y="192"/>
                </a:lnTo>
                <a:lnTo>
                  <a:pt x="499" y="192"/>
                </a:lnTo>
                <a:lnTo>
                  <a:pt x="499" y="193"/>
                </a:lnTo>
                <a:lnTo>
                  <a:pt x="499" y="194"/>
                </a:lnTo>
                <a:lnTo>
                  <a:pt x="500" y="194"/>
                </a:lnTo>
                <a:lnTo>
                  <a:pt x="500" y="195"/>
                </a:lnTo>
                <a:lnTo>
                  <a:pt x="501" y="196"/>
                </a:lnTo>
                <a:lnTo>
                  <a:pt x="501" y="197"/>
                </a:lnTo>
                <a:lnTo>
                  <a:pt x="501" y="198"/>
                </a:lnTo>
                <a:lnTo>
                  <a:pt x="500" y="199"/>
                </a:lnTo>
                <a:lnTo>
                  <a:pt x="499" y="200"/>
                </a:lnTo>
                <a:lnTo>
                  <a:pt x="498" y="200"/>
                </a:lnTo>
                <a:lnTo>
                  <a:pt x="497" y="200"/>
                </a:lnTo>
                <a:lnTo>
                  <a:pt x="495" y="201"/>
                </a:lnTo>
                <a:lnTo>
                  <a:pt x="495" y="202"/>
                </a:lnTo>
                <a:lnTo>
                  <a:pt x="496" y="203"/>
                </a:lnTo>
                <a:lnTo>
                  <a:pt x="497" y="204"/>
                </a:lnTo>
                <a:lnTo>
                  <a:pt x="498" y="205"/>
                </a:lnTo>
                <a:lnTo>
                  <a:pt x="499" y="205"/>
                </a:lnTo>
                <a:lnTo>
                  <a:pt x="500" y="205"/>
                </a:lnTo>
                <a:lnTo>
                  <a:pt x="501" y="206"/>
                </a:lnTo>
                <a:lnTo>
                  <a:pt x="502" y="206"/>
                </a:lnTo>
                <a:lnTo>
                  <a:pt x="504" y="206"/>
                </a:lnTo>
                <a:lnTo>
                  <a:pt x="506" y="207"/>
                </a:lnTo>
                <a:lnTo>
                  <a:pt x="507" y="207"/>
                </a:lnTo>
                <a:lnTo>
                  <a:pt x="510" y="208"/>
                </a:lnTo>
                <a:lnTo>
                  <a:pt x="510" y="209"/>
                </a:lnTo>
                <a:lnTo>
                  <a:pt x="510" y="210"/>
                </a:lnTo>
                <a:lnTo>
                  <a:pt x="509" y="211"/>
                </a:lnTo>
                <a:lnTo>
                  <a:pt x="509" y="212"/>
                </a:lnTo>
                <a:lnTo>
                  <a:pt x="508" y="212"/>
                </a:lnTo>
                <a:lnTo>
                  <a:pt x="507" y="213"/>
                </a:lnTo>
                <a:lnTo>
                  <a:pt x="507" y="214"/>
                </a:lnTo>
                <a:lnTo>
                  <a:pt x="507" y="215"/>
                </a:lnTo>
                <a:lnTo>
                  <a:pt x="506" y="216"/>
                </a:lnTo>
                <a:lnTo>
                  <a:pt x="505" y="217"/>
                </a:lnTo>
                <a:lnTo>
                  <a:pt x="505" y="218"/>
                </a:lnTo>
                <a:lnTo>
                  <a:pt x="506" y="220"/>
                </a:lnTo>
                <a:lnTo>
                  <a:pt x="507" y="220"/>
                </a:lnTo>
                <a:lnTo>
                  <a:pt x="508" y="221"/>
                </a:lnTo>
                <a:lnTo>
                  <a:pt x="509" y="221"/>
                </a:lnTo>
                <a:lnTo>
                  <a:pt x="511" y="221"/>
                </a:lnTo>
                <a:lnTo>
                  <a:pt x="514" y="221"/>
                </a:lnTo>
                <a:lnTo>
                  <a:pt x="515" y="221"/>
                </a:lnTo>
                <a:lnTo>
                  <a:pt x="516" y="222"/>
                </a:lnTo>
                <a:lnTo>
                  <a:pt x="517" y="223"/>
                </a:lnTo>
                <a:lnTo>
                  <a:pt x="517" y="224"/>
                </a:lnTo>
                <a:lnTo>
                  <a:pt x="518" y="226"/>
                </a:lnTo>
                <a:lnTo>
                  <a:pt x="518" y="227"/>
                </a:lnTo>
                <a:lnTo>
                  <a:pt x="517" y="228"/>
                </a:lnTo>
                <a:lnTo>
                  <a:pt x="516" y="228"/>
                </a:lnTo>
                <a:lnTo>
                  <a:pt x="515" y="229"/>
                </a:lnTo>
                <a:lnTo>
                  <a:pt x="514" y="228"/>
                </a:lnTo>
                <a:lnTo>
                  <a:pt x="513" y="228"/>
                </a:lnTo>
                <a:lnTo>
                  <a:pt x="511" y="228"/>
                </a:lnTo>
                <a:lnTo>
                  <a:pt x="510" y="228"/>
                </a:lnTo>
                <a:lnTo>
                  <a:pt x="509" y="229"/>
                </a:lnTo>
                <a:lnTo>
                  <a:pt x="508" y="229"/>
                </a:lnTo>
                <a:lnTo>
                  <a:pt x="508" y="230"/>
                </a:lnTo>
                <a:lnTo>
                  <a:pt x="508" y="231"/>
                </a:lnTo>
                <a:lnTo>
                  <a:pt x="507" y="231"/>
                </a:lnTo>
                <a:lnTo>
                  <a:pt x="508" y="233"/>
                </a:lnTo>
                <a:lnTo>
                  <a:pt x="508" y="235"/>
                </a:lnTo>
                <a:lnTo>
                  <a:pt x="509" y="236"/>
                </a:lnTo>
                <a:lnTo>
                  <a:pt x="510" y="237"/>
                </a:lnTo>
                <a:lnTo>
                  <a:pt x="511" y="238"/>
                </a:lnTo>
                <a:lnTo>
                  <a:pt x="512" y="238"/>
                </a:lnTo>
                <a:lnTo>
                  <a:pt x="514" y="238"/>
                </a:lnTo>
                <a:lnTo>
                  <a:pt x="515" y="238"/>
                </a:lnTo>
                <a:lnTo>
                  <a:pt x="516" y="238"/>
                </a:lnTo>
                <a:lnTo>
                  <a:pt x="517" y="237"/>
                </a:lnTo>
                <a:lnTo>
                  <a:pt x="517" y="236"/>
                </a:lnTo>
                <a:lnTo>
                  <a:pt x="517" y="235"/>
                </a:lnTo>
                <a:lnTo>
                  <a:pt x="516" y="234"/>
                </a:lnTo>
                <a:lnTo>
                  <a:pt x="515" y="234"/>
                </a:lnTo>
                <a:lnTo>
                  <a:pt x="514" y="233"/>
                </a:lnTo>
                <a:lnTo>
                  <a:pt x="513" y="232"/>
                </a:lnTo>
                <a:lnTo>
                  <a:pt x="513" y="231"/>
                </a:lnTo>
                <a:lnTo>
                  <a:pt x="514" y="230"/>
                </a:lnTo>
                <a:lnTo>
                  <a:pt x="515" y="230"/>
                </a:lnTo>
                <a:lnTo>
                  <a:pt x="517" y="230"/>
                </a:lnTo>
                <a:lnTo>
                  <a:pt x="519" y="229"/>
                </a:lnTo>
                <a:lnTo>
                  <a:pt x="520" y="229"/>
                </a:lnTo>
                <a:lnTo>
                  <a:pt x="522" y="229"/>
                </a:lnTo>
                <a:lnTo>
                  <a:pt x="523" y="229"/>
                </a:lnTo>
                <a:lnTo>
                  <a:pt x="523" y="230"/>
                </a:lnTo>
                <a:lnTo>
                  <a:pt x="523" y="232"/>
                </a:lnTo>
                <a:lnTo>
                  <a:pt x="523" y="233"/>
                </a:lnTo>
                <a:lnTo>
                  <a:pt x="522" y="233"/>
                </a:lnTo>
                <a:lnTo>
                  <a:pt x="521" y="235"/>
                </a:lnTo>
                <a:lnTo>
                  <a:pt x="520" y="236"/>
                </a:lnTo>
                <a:lnTo>
                  <a:pt x="519" y="237"/>
                </a:lnTo>
                <a:lnTo>
                  <a:pt x="518" y="238"/>
                </a:lnTo>
                <a:lnTo>
                  <a:pt x="517" y="240"/>
                </a:lnTo>
                <a:lnTo>
                  <a:pt x="516" y="241"/>
                </a:lnTo>
                <a:lnTo>
                  <a:pt x="515" y="242"/>
                </a:lnTo>
                <a:lnTo>
                  <a:pt x="515" y="243"/>
                </a:lnTo>
                <a:lnTo>
                  <a:pt x="516" y="244"/>
                </a:lnTo>
                <a:lnTo>
                  <a:pt x="516" y="245"/>
                </a:lnTo>
                <a:lnTo>
                  <a:pt x="517" y="249"/>
                </a:lnTo>
                <a:lnTo>
                  <a:pt x="517" y="250"/>
                </a:lnTo>
                <a:lnTo>
                  <a:pt x="517" y="252"/>
                </a:lnTo>
                <a:lnTo>
                  <a:pt x="517" y="253"/>
                </a:lnTo>
                <a:lnTo>
                  <a:pt x="517" y="254"/>
                </a:lnTo>
                <a:lnTo>
                  <a:pt x="517" y="255"/>
                </a:lnTo>
                <a:lnTo>
                  <a:pt x="517" y="257"/>
                </a:lnTo>
                <a:lnTo>
                  <a:pt x="518" y="257"/>
                </a:lnTo>
                <a:lnTo>
                  <a:pt x="518" y="258"/>
                </a:lnTo>
                <a:lnTo>
                  <a:pt x="519" y="258"/>
                </a:lnTo>
                <a:lnTo>
                  <a:pt x="520" y="258"/>
                </a:lnTo>
                <a:lnTo>
                  <a:pt x="520" y="259"/>
                </a:lnTo>
                <a:lnTo>
                  <a:pt x="522" y="260"/>
                </a:lnTo>
                <a:lnTo>
                  <a:pt x="524" y="261"/>
                </a:lnTo>
                <a:lnTo>
                  <a:pt x="525" y="263"/>
                </a:lnTo>
                <a:lnTo>
                  <a:pt x="526" y="264"/>
                </a:lnTo>
                <a:lnTo>
                  <a:pt x="527" y="265"/>
                </a:lnTo>
                <a:lnTo>
                  <a:pt x="528" y="266"/>
                </a:lnTo>
                <a:lnTo>
                  <a:pt x="528" y="267"/>
                </a:lnTo>
                <a:lnTo>
                  <a:pt x="529" y="267"/>
                </a:lnTo>
                <a:lnTo>
                  <a:pt x="531" y="268"/>
                </a:lnTo>
                <a:lnTo>
                  <a:pt x="533" y="269"/>
                </a:lnTo>
                <a:lnTo>
                  <a:pt x="534" y="269"/>
                </a:lnTo>
                <a:lnTo>
                  <a:pt x="535" y="271"/>
                </a:lnTo>
                <a:lnTo>
                  <a:pt x="537" y="272"/>
                </a:lnTo>
                <a:lnTo>
                  <a:pt x="537" y="273"/>
                </a:lnTo>
                <a:lnTo>
                  <a:pt x="538" y="273"/>
                </a:lnTo>
                <a:lnTo>
                  <a:pt x="538" y="274"/>
                </a:lnTo>
                <a:lnTo>
                  <a:pt x="539" y="274"/>
                </a:lnTo>
                <a:lnTo>
                  <a:pt x="540" y="276"/>
                </a:lnTo>
                <a:lnTo>
                  <a:pt x="541" y="279"/>
                </a:lnTo>
                <a:lnTo>
                  <a:pt x="543" y="281"/>
                </a:lnTo>
                <a:lnTo>
                  <a:pt x="544" y="283"/>
                </a:lnTo>
                <a:lnTo>
                  <a:pt x="545" y="285"/>
                </a:lnTo>
                <a:lnTo>
                  <a:pt x="546" y="286"/>
                </a:lnTo>
                <a:lnTo>
                  <a:pt x="547" y="287"/>
                </a:lnTo>
                <a:lnTo>
                  <a:pt x="548" y="287"/>
                </a:lnTo>
                <a:lnTo>
                  <a:pt x="548" y="288"/>
                </a:lnTo>
                <a:lnTo>
                  <a:pt x="550" y="288"/>
                </a:lnTo>
                <a:lnTo>
                  <a:pt x="551" y="288"/>
                </a:lnTo>
                <a:lnTo>
                  <a:pt x="551" y="289"/>
                </a:lnTo>
                <a:lnTo>
                  <a:pt x="552" y="289"/>
                </a:lnTo>
                <a:lnTo>
                  <a:pt x="552" y="290"/>
                </a:lnTo>
                <a:lnTo>
                  <a:pt x="551" y="291"/>
                </a:lnTo>
                <a:lnTo>
                  <a:pt x="551" y="292"/>
                </a:lnTo>
                <a:lnTo>
                  <a:pt x="550" y="293"/>
                </a:lnTo>
                <a:lnTo>
                  <a:pt x="550" y="294"/>
                </a:lnTo>
                <a:lnTo>
                  <a:pt x="550" y="295"/>
                </a:lnTo>
                <a:lnTo>
                  <a:pt x="551" y="297"/>
                </a:lnTo>
                <a:lnTo>
                  <a:pt x="551" y="298"/>
                </a:lnTo>
                <a:lnTo>
                  <a:pt x="552" y="299"/>
                </a:lnTo>
                <a:lnTo>
                  <a:pt x="553" y="300"/>
                </a:lnTo>
                <a:lnTo>
                  <a:pt x="554" y="301"/>
                </a:lnTo>
                <a:lnTo>
                  <a:pt x="555" y="302"/>
                </a:lnTo>
                <a:lnTo>
                  <a:pt x="556" y="303"/>
                </a:lnTo>
                <a:lnTo>
                  <a:pt x="556" y="304"/>
                </a:lnTo>
                <a:lnTo>
                  <a:pt x="558" y="306"/>
                </a:lnTo>
                <a:lnTo>
                  <a:pt x="558" y="307"/>
                </a:lnTo>
                <a:lnTo>
                  <a:pt x="557" y="308"/>
                </a:lnTo>
                <a:lnTo>
                  <a:pt x="557" y="309"/>
                </a:lnTo>
                <a:lnTo>
                  <a:pt x="557" y="310"/>
                </a:lnTo>
                <a:lnTo>
                  <a:pt x="556" y="310"/>
                </a:lnTo>
                <a:lnTo>
                  <a:pt x="554" y="311"/>
                </a:lnTo>
                <a:lnTo>
                  <a:pt x="553" y="312"/>
                </a:lnTo>
                <a:lnTo>
                  <a:pt x="553" y="314"/>
                </a:lnTo>
                <a:lnTo>
                  <a:pt x="552" y="316"/>
                </a:lnTo>
                <a:lnTo>
                  <a:pt x="551" y="316"/>
                </a:lnTo>
                <a:lnTo>
                  <a:pt x="551" y="317"/>
                </a:lnTo>
                <a:lnTo>
                  <a:pt x="551" y="318"/>
                </a:lnTo>
                <a:lnTo>
                  <a:pt x="552" y="319"/>
                </a:lnTo>
                <a:lnTo>
                  <a:pt x="553" y="320"/>
                </a:lnTo>
                <a:lnTo>
                  <a:pt x="554" y="320"/>
                </a:lnTo>
                <a:lnTo>
                  <a:pt x="556" y="320"/>
                </a:lnTo>
                <a:lnTo>
                  <a:pt x="557" y="320"/>
                </a:lnTo>
                <a:lnTo>
                  <a:pt x="557" y="321"/>
                </a:lnTo>
                <a:lnTo>
                  <a:pt x="558" y="322"/>
                </a:lnTo>
                <a:lnTo>
                  <a:pt x="558" y="323"/>
                </a:lnTo>
                <a:lnTo>
                  <a:pt x="558" y="324"/>
                </a:lnTo>
                <a:lnTo>
                  <a:pt x="557" y="325"/>
                </a:lnTo>
                <a:lnTo>
                  <a:pt x="557" y="326"/>
                </a:lnTo>
                <a:lnTo>
                  <a:pt x="556" y="327"/>
                </a:lnTo>
                <a:lnTo>
                  <a:pt x="555" y="328"/>
                </a:lnTo>
                <a:lnTo>
                  <a:pt x="554" y="329"/>
                </a:lnTo>
                <a:lnTo>
                  <a:pt x="554" y="330"/>
                </a:lnTo>
                <a:lnTo>
                  <a:pt x="554" y="331"/>
                </a:lnTo>
                <a:lnTo>
                  <a:pt x="555" y="331"/>
                </a:lnTo>
                <a:lnTo>
                  <a:pt x="555" y="332"/>
                </a:lnTo>
                <a:lnTo>
                  <a:pt x="556" y="333"/>
                </a:lnTo>
                <a:lnTo>
                  <a:pt x="556" y="334"/>
                </a:lnTo>
                <a:lnTo>
                  <a:pt x="557" y="335"/>
                </a:lnTo>
                <a:lnTo>
                  <a:pt x="558" y="336"/>
                </a:lnTo>
                <a:lnTo>
                  <a:pt x="559" y="336"/>
                </a:lnTo>
                <a:lnTo>
                  <a:pt x="561" y="337"/>
                </a:lnTo>
                <a:lnTo>
                  <a:pt x="563" y="337"/>
                </a:lnTo>
                <a:lnTo>
                  <a:pt x="564" y="337"/>
                </a:lnTo>
                <a:lnTo>
                  <a:pt x="564" y="338"/>
                </a:lnTo>
                <a:lnTo>
                  <a:pt x="565" y="338"/>
                </a:lnTo>
                <a:lnTo>
                  <a:pt x="566" y="338"/>
                </a:lnTo>
                <a:lnTo>
                  <a:pt x="567" y="338"/>
                </a:lnTo>
                <a:lnTo>
                  <a:pt x="568" y="339"/>
                </a:lnTo>
                <a:lnTo>
                  <a:pt x="569" y="339"/>
                </a:lnTo>
                <a:lnTo>
                  <a:pt x="570" y="339"/>
                </a:lnTo>
                <a:lnTo>
                  <a:pt x="572" y="340"/>
                </a:lnTo>
                <a:lnTo>
                  <a:pt x="573" y="340"/>
                </a:lnTo>
                <a:lnTo>
                  <a:pt x="575" y="340"/>
                </a:lnTo>
                <a:lnTo>
                  <a:pt x="577" y="341"/>
                </a:lnTo>
                <a:lnTo>
                  <a:pt x="578" y="341"/>
                </a:lnTo>
                <a:lnTo>
                  <a:pt x="579" y="341"/>
                </a:lnTo>
                <a:lnTo>
                  <a:pt x="579" y="342"/>
                </a:lnTo>
                <a:lnTo>
                  <a:pt x="579" y="343"/>
                </a:lnTo>
                <a:lnTo>
                  <a:pt x="579" y="344"/>
                </a:lnTo>
                <a:lnTo>
                  <a:pt x="579" y="346"/>
                </a:lnTo>
                <a:lnTo>
                  <a:pt x="579" y="348"/>
                </a:lnTo>
                <a:lnTo>
                  <a:pt x="578" y="349"/>
                </a:lnTo>
                <a:lnTo>
                  <a:pt x="578" y="350"/>
                </a:lnTo>
                <a:lnTo>
                  <a:pt x="577" y="351"/>
                </a:lnTo>
                <a:lnTo>
                  <a:pt x="576" y="353"/>
                </a:lnTo>
                <a:lnTo>
                  <a:pt x="574" y="354"/>
                </a:lnTo>
                <a:lnTo>
                  <a:pt x="574" y="355"/>
                </a:lnTo>
                <a:lnTo>
                  <a:pt x="573" y="355"/>
                </a:lnTo>
                <a:lnTo>
                  <a:pt x="573" y="356"/>
                </a:lnTo>
                <a:lnTo>
                  <a:pt x="571" y="357"/>
                </a:lnTo>
                <a:lnTo>
                  <a:pt x="571" y="358"/>
                </a:lnTo>
                <a:lnTo>
                  <a:pt x="570" y="359"/>
                </a:lnTo>
                <a:lnTo>
                  <a:pt x="570" y="362"/>
                </a:lnTo>
                <a:lnTo>
                  <a:pt x="569" y="362"/>
                </a:lnTo>
                <a:lnTo>
                  <a:pt x="569" y="364"/>
                </a:lnTo>
                <a:lnTo>
                  <a:pt x="569" y="365"/>
                </a:lnTo>
                <a:lnTo>
                  <a:pt x="569" y="367"/>
                </a:lnTo>
                <a:lnTo>
                  <a:pt x="570" y="368"/>
                </a:lnTo>
                <a:lnTo>
                  <a:pt x="571" y="369"/>
                </a:lnTo>
                <a:lnTo>
                  <a:pt x="573" y="371"/>
                </a:lnTo>
                <a:lnTo>
                  <a:pt x="573" y="372"/>
                </a:lnTo>
                <a:lnTo>
                  <a:pt x="574" y="373"/>
                </a:lnTo>
                <a:lnTo>
                  <a:pt x="573" y="374"/>
                </a:lnTo>
                <a:lnTo>
                  <a:pt x="573" y="376"/>
                </a:lnTo>
                <a:lnTo>
                  <a:pt x="572" y="378"/>
                </a:lnTo>
                <a:lnTo>
                  <a:pt x="572" y="380"/>
                </a:lnTo>
                <a:lnTo>
                  <a:pt x="572" y="381"/>
                </a:lnTo>
                <a:lnTo>
                  <a:pt x="572" y="382"/>
                </a:lnTo>
                <a:lnTo>
                  <a:pt x="572" y="383"/>
                </a:lnTo>
                <a:lnTo>
                  <a:pt x="573" y="384"/>
                </a:lnTo>
                <a:lnTo>
                  <a:pt x="573" y="385"/>
                </a:lnTo>
                <a:lnTo>
                  <a:pt x="575" y="386"/>
                </a:lnTo>
                <a:lnTo>
                  <a:pt x="576" y="387"/>
                </a:lnTo>
                <a:lnTo>
                  <a:pt x="577" y="388"/>
                </a:lnTo>
                <a:lnTo>
                  <a:pt x="579" y="388"/>
                </a:lnTo>
                <a:lnTo>
                  <a:pt x="581" y="388"/>
                </a:lnTo>
                <a:lnTo>
                  <a:pt x="583" y="388"/>
                </a:lnTo>
                <a:lnTo>
                  <a:pt x="584" y="388"/>
                </a:lnTo>
                <a:lnTo>
                  <a:pt x="584" y="389"/>
                </a:lnTo>
                <a:lnTo>
                  <a:pt x="585" y="389"/>
                </a:lnTo>
                <a:lnTo>
                  <a:pt x="585" y="390"/>
                </a:lnTo>
                <a:lnTo>
                  <a:pt x="585" y="391"/>
                </a:lnTo>
                <a:lnTo>
                  <a:pt x="585" y="392"/>
                </a:lnTo>
                <a:lnTo>
                  <a:pt x="585" y="394"/>
                </a:lnTo>
                <a:lnTo>
                  <a:pt x="585" y="396"/>
                </a:lnTo>
                <a:lnTo>
                  <a:pt x="586" y="397"/>
                </a:lnTo>
                <a:lnTo>
                  <a:pt x="586" y="398"/>
                </a:lnTo>
                <a:lnTo>
                  <a:pt x="587" y="399"/>
                </a:lnTo>
                <a:lnTo>
                  <a:pt x="588" y="401"/>
                </a:lnTo>
                <a:lnTo>
                  <a:pt x="590" y="401"/>
                </a:lnTo>
                <a:lnTo>
                  <a:pt x="592" y="402"/>
                </a:lnTo>
                <a:lnTo>
                  <a:pt x="594" y="403"/>
                </a:lnTo>
                <a:lnTo>
                  <a:pt x="595" y="404"/>
                </a:lnTo>
                <a:lnTo>
                  <a:pt x="596" y="405"/>
                </a:lnTo>
                <a:lnTo>
                  <a:pt x="597" y="406"/>
                </a:lnTo>
                <a:lnTo>
                  <a:pt x="597" y="407"/>
                </a:lnTo>
                <a:lnTo>
                  <a:pt x="598" y="408"/>
                </a:lnTo>
                <a:lnTo>
                  <a:pt x="599" y="408"/>
                </a:lnTo>
                <a:lnTo>
                  <a:pt x="600" y="408"/>
                </a:lnTo>
                <a:lnTo>
                  <a:pt x="601" y="408"/>
                </a:lnTo>
                <a:lnTo>
                  <a:pt x="602" y="408"/>
                </a:lnTo>
                <a:lnTo>
                  <a:pt x="603" y="408"/>
                </a:lnTo>
                <a:lnTo>
                  <a:pt x="604" y="409"/>
                </a:lnTo>
                <a:lnTo>
                  <a:pt x="605" y="409"/>
                </a:lnTo>
                <a:lnTo>
                  <a:pt x="606" y="409"/>
                </a:lnTo>
                <a:lnTo>
                  <a:pt x="607" y="409"/>
                </a:lnTo>
                <a:lnTo>
                  <a:pt x="608" y="409"/>
                </a:lnTo>
                <a:lnTo>
                  <a:pt x="608" y="408"/>
                </a:lnTo>
                <a:lnTo>
                  <a:pt x="609" y="408"/>
                </a:lnTo>
                <a:lnTo>
                  <a:pt x="610" y="407"/>
                </a:lnTo>
                <a:lnTo>
                  <a:pt x="611" y="407"/>
                </a:lnTo>
                <a:lnTo>
                  <a:pt x="612" y="407"/>
                </a:lnTo>
                <a:lnTo>
                  <a:pt x="613" y="408"/>
                </a:lnTo>
                <a:lnTo>
                  <a:pt x="614" y="408"/>
                </a:lnTo>
                <a:lnTo>
                  <a:pt x="615" y="408"/>
                </a:lnTo>
                <a:lnTo>
                  <a:pt x="616" y="409"/>
                </a:lnTo>
                <a:lnTo>
                  <a:pt x="618" y="410"/>
                </a:lnTo>
                <a:lnTo>
                  <a:pt x="619" y="411"/>
                </a:lnTo>
                <a:lnTo>
                  <a:pt x="620" y="411"/>
                </a:lnTo>
                <a:lnTo>
                  <a:pt x="623" y="412"/>
                </a:lnTo>
                <a:lnTo>
                  <a:pt x="624" y="412"/>
                </a:lnTo>
                <a:lnTo>
                  <a:pt x="625" y="412"/>
                </a:lnTo>
                <a:lnTo>
                  <a:pt x="626" y="412"/>
                </a:lnTo>
                <a:lnTo>
                  <a:pt x="628" y="412"/>
                </a:lnTo>
                <a:lnTo>
                  <a:pt x="629" y="413"/>
                </a:lnTo>
                <a:lnTo>
                  <a:pt x="632" y="413"/>
                </a:lnTo>
                <a:lnTo>
                  <a:pt x="633" y="413"/>
                </a:lnTo>
                <a:lnTo>
                  <a:pt x="633" y="412"/>
                </a:lnTo>
                <a:lnTo>
                  <a:pt x="634" y="412"/>
                </a:lnTo>
                <a:lnTo>
                  <a:pt x="635" y="411"/>
                </a:lnTo>
                <a:lnTo>
                  <a:pt x="636" y="411"/>
                </a:lnTo>
                <a:lnTo>
                  <a:pt x="637" y="410"/>
                </a:lnTo>
                <a:lnTo>
                  <a:pt x="639" y="410"/>
                </a:lnTo>
                <a:lnTo>
                  <a:pt x="640" y="410"/>
                </a:lnTo>
                <a:lnTo>
                  <a:pt x="641" y="410"/>
                </a:lnTo>
                <a:lnTo>
                  <a:pt x="642" y="411"/>
                </a:lnTo>
                <a:lnTo>
                  <a:pt x="643" y="411"/>
                </a:lnTo>
                <a:lnTo>
                  <a:pt x="644" y="412"/>
                </a:lnTo>
                <a:lnTo>
                  <a:pt x="645" y="412"/>
                </a:lnTo>
                <a:lnTo>
                  <a:pt x="646" y="412"/>
                </a:lnTo>
                <a:lnTo>
                  <a:pt x="647" y="411"/>
                </a:lnTo>
                <a:lnTo>
                  <a:pt x="648" y="410"/>
                </a:lnTo>
                <a:lnTo>
                  <a:pt x="648" y="408"/>
                </a:lnTo>
                <a:lnTo>
                  <a:pt x="649" y="408"/>
                </a:lnTo>
                <a:lnTo>
                  <a:pt x="651" y="407"/>
                </a:lnTo>
                <a:lnTo>
                  <a:pt x="653" y="408"/>
                </a:lnTo>
                <a:lnTo>
                  <a:pt x="655" y="408"/>
                </a:lnTo>
                <a:lnTo>
                  <a:pt x="657" y="408"/>
                </a:lnTo>
                <a:lnTo>
                  <a:pt x="659" y="407"/>
                </a:lnTo>
                <a:lnTo>
                  <a:pt x="661" y="407"/>
                </a:lnTo>
                <a:lnTo>
                  <a:pt x="662" y="406"/>
                </a:lnTo>
                <a:lnTo>
                  <a:pt x="663" y="406"/>
                </a:lnTo>
                <a:lnTo>
                  <a:pt x="664" y="406"/>
                </a:lnTo>
                <a:lnTo>
                  <a:pt x="665" y="406"/>
                </a:lnTo>
                <a:lnTo>
                  <a:pt x="667" y="407"/>
                </a:lnTo>
                <a:lnTo>
                  <a:pt x="669" y="407"/>
                </a:lnTo>
                <a:lnTo>
                  <a:pt x="670" y="408"/>
                </a:lnTo>
                <a:lnTo>
                  <a:pt x="671" y="408"/>
                </a:lnTo>
                <a:lnTo>
                  <a:pt x="673" y="409"/>
                </a:lnTo>
                <a:lnTo>
                  <a:pt x="675" y="409"/>
                </a:lnTo>
                <a:lnTo>
                  <a:pt x="677" y="410"/>
                </a:lnTo>
                <a:lnTo>
                  <a:pt x="678" y="410"/>
                </a:lnTo>
                <a:lnTo>
                  <a:pt x="679" y="410"/>
                </a:lnTo>
                <a:lnTo>
                  <a:pt x="680" y="410"/>
                </a:lnTo>
                <a:lnTo>
                  <a:pt x="680" y="409"/>
                </a:lnTo>
                <a:lnTo>
                  <a:pt x="681" y="408"/>
                </a:lnTo>
                <a:lnTo>
                  <a:pt x="681" y="407"/>
                </a:lnTo>
                <a:lnTo>
                  <a:pt x="682" y="407"/>
                </a:lnTo>
                <a:lnTo>
                  <a:pt x="683" y="407"/>
                </a:lnTo>
                <a:lnTo>
                  <a:pt x="684" y="407"/>
                </a:lnTo>
                <a:lnTo>
                  <a:pt x="686" y="408"/>
                </a:lnTo>
                <a:lnTo>
                  <a:pt x="687" y="408"/>
                </a:lnTo>
                <a:lnTo>
                  <a:pt x="687" y="409"/>
                </a:lnTo>
                <a:lnTo>
                  <a:pt x="687" y="410"/>
                </a:lnTo>
                <a:lnTo>
                  <a:pt x="687" y="411"/>
                </a:lnTo>
                <a:lnTo>
                  <a:pt x="687" y="412"/>
                </a:lnTo>
                <a:lnTo>
                  <a:pt x="686" y="412"/>
                </a:lnTo>
                <a:lnTo>
                  <a:pt x="685" y="413"/>
                </a:lnTo>
                <a:lnTo>
                  <a:pt x="683" y="415"/>
                </a:lnTo>
                <a:lnTo>
                  <a:pt x="682" y="416"/>
                </a:lnTo>
                <a:lnTo>
                  <a:pt x="682" y="417"/>
                </a:lnTo>
                <a:lnTo>
                  <a:pt x="682" y="418"/>
                </a:lnTo>
                <a:lnTo>
                  <a:pt x="682" y="419"/>
                </a:lnTo>
                <a:lnTo>
                  <a:pt x="683" y="419"/>
                </a:lnTo>
                <a:lnTo>
                  <a:pt x="684" y="419"/>
                </a:lnTo>
                <a:lnTo>
                  <a:pt x="685" y="420"/>
                </a:lnTo>
                <a:lnTo>
                  <a:pt x="686" y="420"/>
                </a:lnTo>
                <a:lnTo>
                  <a:pt x="687" y="419"/>
                </a:lnTo>
                <a:lnTo>
                  <a:pt x="688" y="419"/>
                </a:lnTo>
                <a:lnTo>
                  <a:pt x="691" y="418"/>
                </a:lnTo>
                <a:lnTo>
                  <a:pt x="692" y="418"/>
                </a:lnTo>
                <a:lnTo>
                  <a:pt x="694" y="418"/>
                </a:lnTo>
                <a:lnTo>
                  <a:pt x="695" y="418"/>
                </a:lnTo>
                <a:lnTo>
                  <a:pt x="697" y="419"/>
                </a:lnTo>
                <a:lnTo>
                  <a:pt x="698" y="420"/>
                </a:lnTo>
                <a:lnTo>
                  <a:pt x="699" y="420"/>
                </a:lnTo>
                <a:lnTo>
                  <a:pt x="700" y="421"/>
                </a:lnTo>
                <a:lnTo>
                  <a:pt x="702" y="421"/>
                </a:lnTo>
                <a:lnTo>
                  <a:pt x="704" y="421"/>
                </a:lnTo>
                <a:lnTo>
                  <a:pt x="705" y="421"/>
                </a:lnTo>
                <a:lnTo>
                  <a:pt x="706" y="422"/>
                </a:lnTo>
                <a:lnTo>
                  <a:pt x="707" y="423"/>
                </a:lnTo>
                <a:lnTo>
                  <a:pt x="707" y="424"/>
                </a:lnTo>
                <a:lnTo>
                  <a:pt x="708" y="425"/>
                </a:lnTo>
                <a:lnTo>
                  <a:pt x="709" y="428"/>
                </a:lnTo>
                <a:lnTo>
                  <a:pt x="709" y="429"/>
                </a:lnTo>
                <a:lnTo>
                  <a:pt x="710" y="429"/>
                </a:lnTo>
                <a:lnTo>
                  <a:pt x="710" y="430"/>
                </a:lnTo>
                <a:lnTo>
                  <a:pt x="711" y="431"/>
                </a:lnTo>
                <a:lnTo>
                  <a:pt x="712" y="431"/>
                </a:lnTo>
                <a:lnTo>
                  <a:pt x="713" y="432"/>
                </a:lnTo>
                <a:lnTo>
                  <a:pt x="714" y="432"/>
                </a:lnTo>
                <a:lnTo>
                  <a:pt x="716" y="432"/>
                </a:lnTo>
                <a:lnTo>
                  <a:pt x="717" y="432"/>
                </a:lnTo>
                <a:lnTo>
                  <a:pt x="718" y="431"/>
                </a:lnTo>
                <a:lnTo>
                  <a:pt x="719" y="430"/>
                </a:lnTo>
                <a:lnTo>
                  <a:pt x="720" y="429"/>
                </a:lnTo>
                <a:lnTo>
                  <a:pt x="721" y="428"/>
                </a:lnTo>
                <a:lnTo>
                  <a:pt x="722" y="428"/>
                </a:lnTo>
                <a:lnTo>
                  <a:pt x="724" y="427"/>
                </a:lnTo>
                <a:lnTo>
                  <a:pt x="725" y="427"/>
                </a:lnTo>
                <a:lnTo>
                  <a:pt x="727" y="427"/>
                </a:lnTo>
                <a:lnTo>
                  <a:pt x="729" y="428"/>
                </a:lnTo>
                <a:lnTo>
                  <a:pt x="730" y="428"/>
                </a:lnTo>
                <a:lnTo>
                  <a:pt x="730" y="429"/>
                </a:lnTo>
                <a:lnTo>
                  <a:pt x="731" y="429"/>
                </a:lnTo>
                <a:lnTo>
                  <a:pt x="731" y="430"/>
                </a:lnTo>
                <a:lnTo>
                  <a:pt x="732" y="430"/>
                </a:lnTo>
                <a:lnTo>
                  <a:pt x="732" y="431"/>
                </a:lnTo>
                <a:lnTo>
                  <a:pt x="733" y="431"/>
                </a:lnTo>
                <a:lnTo>
                  <a:pt x="733" y="432"/>
                </a:lnTo>
                <a:lnTo>
                  <a:pt x="734" y="432"/>
                </a:lnTo>
                <a:lnTo>
                  <a:pt x="735" y="432"/>
                </a:lnTo>
                <a:lnTo>
                  <a:pt x="736" y="432"/>
                </a:lnTo>
                <a:lnTo>
                  <a:pt x="737" y="432"/>
                </a:lnTo>
                <a:lnTo>
                  <a:pt x="738" y="431"/>
                </a:lnTo>
                <a:lnTo>
                  <a:pt x="739" y="431"/>
                </a:lnTo>
                <a:lnTo>
                  <a:pt x="739" y="430"/>
                </a:lnTo>
                <a:lnTo>
                  <a:pt x="739" y="429"/>
                </a:lnTo>
                <a:lnTo>
                  <a:pt x="739" y="428"/>
                </a:lnTo>
                <a:lnTo>
                  <a:pt x="738" y="428"/>
                </a:lnTo>
                <a:lnTo>
                  <a:pt x="738" y="427"/>
                </a:lnTo>
                <a:lnTo>
                  <a:pt x="738" y="426"/>
                </a:lnTo>
                <a:lnTo>
                  <a:pt x="738" y="425"/>
                </a:lnTo>
                <a:lnTo>
                  <a:pt x="739" y="425"/>
                </a:lnTo>
                <a:lnTo>
                  <a:pt x="740" y="424"/>
                </a:lnTo>
                <a:lnTo>
                  <a:pt x="741" y="423"/>
                </a:lnTo>
                <a:lnTo>
                  <a:pt x="742" y="423"/>
                </a:lnTo>
                <a:lnTo>
                  <a:pt x="744" y="423"/>
                </a:lnTo>
                <a:lnTo>
                  <a:pt x="745" y="423"/>
                </a:lnTo>
                <a:lnTo>
                  <a:pt x="746" y="423"/>
                </a:lnTo>
                <a:lnTo>
                  <a:pt x="747" y="424"/>
                </a:lnTo>
                <a:lnTo>
                  <a:pt x="748" y="424"/>
                </a:lnTo>
                <a:lnTo>
                  <a:pt x="749" y="424"/>
                </a:lnTo>
                <a:lnTo>
                  <a:pt x="751" y="425"/>
                </a:lnTo>
                <a:lnTo>
                  <a:pt x="752" y="426"/>
                </a:lnTo>
                <a:lnTo>
                  <a:pt x="753" y="427"/>
                </a:lnTo>
                <a:lnTo>
                  <a:pt x="754" y="428"/>
                </a:lnTo>
                <a:lnTo>
                  <a:pt x="754" y="430"/>
                </a:lnTo>
                <a:lnTo>
                  <a:pt x="754" y="433"/>
                </a:lnTo>
                <a:lnTo>
                  <a:pt x="754" y="435"/>
                </a:lnTo>
                <a:lnTo>
                  <a:pt x="754" y="436"/>
                </a:lnTo>
                <a:lnTo>
                  <a:pt x="755" y="436"/>
                </a:lnTo>
                <a:lnTo>
                  <a:pt x="755" y="437"/>
                </a:lnTo>
                <a:lnTo>
                  <a:pt x="755" y="438"/>
                </a:lnTo>
                <a:lnTo>
                  <a:pt x="756" y="439"/>
                </a:lnTo>
                <a:lnTo>
                  <a:pt x="757" y="439"/>
                </a:lnTo>
                <a:lnTo>
                  <a:pt x="758" y="439"/>
                </a:lnTo>
                <a:lnTo>
                  <a:pt x="758" y="440"/>
                </a:lnTo>
                <a:lnTo>
                  <a:pt x="760" y="440"/>
                </a:lnTo>
                <a:lnTo>
                  <a:pt x="760" y="439"/>
                </a:lnTo>
                <a:lnTo>
                  <a:pt x="761" y="439"/>
                </a:lnTo>
                <a:lnTo>
                  <a:pt x="762" y="439"/>
                </a:lnTo>
                <a:lnTo>
                  <a:pt x="763" y="438"/>
                </a:lnTo>
                <a:lnTo>
                  <a:pt x="764" y="438"/>
                </a:lnTo>
                <a:lnTo>
                  <a:pt x="765" y="438"/>
                </a:lnTo>
                <a:lnTo>
                  <a:pt x="768" y="438"/>
                </a:lnTo>
                <a:lnTo>
                  <a:pt x="769" y="438"/>
                </a:lnTo>
                <a:lnTo>
                  <a:pt x="770" y="438"/>
                </a:lnTo>
                <a:lnTo>
                  <a:pt x="770" y="439"/>
                </a:lnTo>
                <a:lnTo>
                  <a:pt x="771" y="439"/>
                </a:lnTo>
                <a:lnTo>
                  <a:pt x="771" y="440"/>
                </a:lnTo>
                <a:lnTo>
                  <a:pt x="772" y="440"/>
                </a:lnTo>
                <a:lnTo>
                  <a:pt x="772" y="441"/>
                </a:lnTo>
                <a:lnTo>
                  <a:pt x="772" y="442"/>
                </a:lnTo>
                <a:lnTo>
                  <a:pt x="772" y="443"/>
                </a:lnTo>
                <a:lnTo>
                  <a:pt x="772" y="444"/>
                </a:lnTo>
                <a:lnTo>
                  <a:pt x="772" y="445"/>
                </a:lnTo>
                <a:lnTo>
                  <a:pt x="772" y="447"/>
                </a:lnTo>
                <a:lnTo>
                  <a:pt x="773" y="447"/>
                </a:lnTo>
                <a:lnTo>
                  <a:pt x="773" y="448"/>
                </a:lnTo>
                <a:lnTo>
                  <a:pt x="774" y="449"/>
                </a:lnTo>
                <a:lnTo>
                  <a:pt x="775" y="449"/>
                </a:lnTo>
                <a:lnTo>
                  <a:pt x="776" y="450"/>
                </a:lnTo>
                <a:lnTo>
                  <a:pt x="778" y="450"/>
                </a:lnTo>
                <a:lnTo>
                  <a:pt x="779" y="450"/>
                </a:lnTo>
                <a:lnTo>
                  <a:pt x="780" y="450"/>
                </a:lnTo>
                <a:lnTo>
                  <a:pt x="781" y="450"/>
                </a:lnTo>
                <a:lnTo>
                  <a:pt x="782" y="450"/>
                </a:lnTo>
                <a:lnTo>
                  <a:pt x="782" y="451"/>
                </a:lnTo>
                <a:lnTo>
                  <a:pt x="782" y="452"/>
                </a:lnTo>
                <a:lnTo>
                  <a:pt x="782" y="453"/>
                </a:lnTo>
                <a:lnTo>
                  <a:pt x="781" y="454"/>
                </a:lnTo>
                <a:lnTo>
                  <a:pt x="781" y="455"/>
                </a:lnTo>
                <a:lnTo>
                  <a:pt x="781" y="456"/>
                </a:lnTo>
                <a:lnTo>
                  <a:pt x="782" y="457"/>
                </a:lnTo>
                <a:lnTo>
                  <a:pt x="783" y="457"/>
                </a:lnTo>
                <a:lnTo>
                  <a:pt x="784" y="457"/>
                </a:lnTo>
                <a:lnTo>
                  <a:pt x="786" y="457"/>
                </a:lnTo>
                <a:lnTo>
                  <a:pt x="787" y="457"/>
                </a:lnTo>
                <a:lnTo>
                  <a:pt x="788" y="458"/>
                </a:lnTo>
                <a:lnTo>
                  <a:pt x="788" y="459"/>
                </a:lnTo>
                <a:lnTo>
                  <a:pt x="788" y="460"/>
                </a:lnTo>
                <a:lnTo>
                  <a:pt x="788" y="461"/>
                </a:lnTo>
                <a:lnTo>
                  <a:pt x="787" y="462"/>
                </a:lnTo>
                <a:lnTo>
                  <a:pt x="787" y="463"/>
                </a:lnTo>
                <a:lnTo>
                  <a:pt x="788" y="464"/>
                </a:lnTo>
                <a:lnTo>
                  <a:pt x="789" y="464"/>
                </a:lnTo>
                <a:lnTo>
                  <a:pt x="791" y="465"/>
                </a:lnTo>
                <a:lnTo>
                  <a:pt x="792" y="465"/>
                </a:lnTo>
                <a:lnTo>
                  <a:pt x="793" y="465"/>
                </a:lnTo>
                <a:lnTo>
                  <a:pt x="796" y="466"/>
                </a:lnTo>
                <a:lnTo>
                  <a:pt x="797" y="467"/>
                </a:lnTo>
                <a:lnTo>
                  <a:pt x="798" y="468"/>
                </a:lnTo>
                <a:lnTo>
                  <a:pt x="798" y="469"/>
                </a:lnTo>
                <a:lnTo>
                  <a:pt x="799" y="470"/>
                </a:lnTo>
                <a:lnTo>
                  <a:pt x="800" y="470"/>
                </a:lnTo>
                <a:lnTo>
                  <a:pt x="800" y="471"/>
                </a:lnTo>
                <a:lnTo>
                  <a:pt x="801" y="471"/>
                </a:lnTo>
                <a:lnTo>
                  <a:pt x="802" y="472"/>
                </a:lnTo>
                <a:lnTo>
                  <a:pt x="803" y="472"/>
                </a:lnTo>
                <a:lnTo>
                  <a:pt x="804" y="472"/>
                </a:lnTo>
                <a:lnTo>
                  <a:pt x="805" y="473"/>
                </a:lnTo>
                <a:lnTo>
                  <a:pt x="806" y="474"/>
                </a:lnTo>
                <a:lnTo>
                  <a:pt x="807" y="474"/>
                </a:lnTo>
                <a:lnTo>
                  <a:pt x="808" y="474"/>
                </a:lnTo>
                <a:lnTo>
                  <a:pt x="808" y="475"/>
                </a:lnTo>
                <a:lnTo>
                  <a:pt x="811" y="477"/>
                </a:lnTo>
                <a:lnTo>
                  <a:pt x="813" y="478"/>
                </a:lnTo>
                <a:lnTo>
                  <a:pt x="814" y="479"/>
                </a:lnTo>
                <a:lnTo>
                  <a:pt x="815" y="481"/>
                </a:lnTo>
                <a:lnTo>
                  <a:pt x="816" y="482"/>
                </a:lnTo>
                <a:lnTo>
                  <a:pt x="817" y="482"/>
                </a:lnTo>
                <a:lnTo>
                  <a:pt x="819" y="482"/>
                </a:lnTo>
                <a:lnTo>
                  <a:pt x="820" y="482"/>
                </a:lnTo>
                <a:lnTo>
                  <a:pt x="821" y="482"/>
                </a:lnTo>
                <a:lnTo>
                  <a:pt x="822" y="481"/>
                </a:lnTo>
                <a:lnTo>
                  <a:pt x="824" y="480"/>
                </a:lnTo>
                <a:lnTo>
                  <a:pt x="826" y="479"/>
                </a:lnTo>
                <a:lnTo>
                  <a:pt x="828" y="479"/>
                </a:lnTo>
                <a:lnTo>
                  <a:pt x="830" y="478"/>
                </a:lnTo>
                <a:lnTo>
                  <a:pt x="831" y="478"/>
                </a:lnTo>
                <a:lnTo>
                  <a:pt x="832" y="478"/>
                </a:lnTo>
                <a:lnTo>
                  <a:pt x="833" y="478"/>
                </a:lnTo>
                <a:lnTo>
                  <a:pt x="833" y="477"/>
                </a:lnTo>
                <a:lnTo>
                  <a:pt x="835" y="477"/>
                </a:lnTo>
                <a:lnTo>
                  <a:pt x="836" y="478"/>
                </a:lnTo>
                <a:lnTo>
                  <a:pt x="837" y="478"/>
                </a:lnTo>
                <a:lnTo>
                  <a:pt x="838" y="479"/>
                </a:lnTo>
                <a:lnTo>
                  <a:pt x="838" y="480"/>
                </a:lnTo>
                <a:lnTo>
                  <a:pt x="839" y="480"/>
                </a:lnTo>
                <a:lnTo>
                  <a:pt x="839" y="481"/>
                </a:lnTo>
                <a:lnTo>
                  <a:pt x="839" y="482"/>
                </a:lnTo>
                <a:lnTo>
                  <a:pt x="840" y="482"/>
                </a:lnTo>
                <a:lnTo>
                  <a:pt x="841" y="483"/>
                </a:lnTo>
                <a:lnTo>
                  <a:pt x="842" y="483"/>
                </a:lnTo>
                <a:lnTo>
                  <a:pt x="843" y="483"/>
                </a:lnTo>
                <a:lnTo>
                  <a:pt x="844" y="483"/>
                </a:lnTo>
                <a:lnTo>
                  <a:pt x="845" y="483"/>
                </a:lnTo>
                <a:lnTo>
                  <a:pt x="846" y="482"/>
                </a:lnTo>
                <a:lnTo>
                  <a:pt x="847" y="481"/>
                </a:lnTo>
                <a:lnTo>
                  <a:pt x="848" y="481"/>
                </a:lnTo>
                <a:lnTo>
                  <a:pt x="849" y="480"/>
                </a:lnTo>
                <a:lnTo>
                  <a:pt x="850" y="480"/>
                </a:lnTo>
                <a:lnTo>
                  <a:pt x="851" y="480"/>
                </a:lnTo>
                <a:lnTo>
                  <a:pt x="852" y="480"/>
                </a:lnTo>
                <a:lnTo>
                  <a:pt x="853" y="480"/>
                </a:lnTo>
                <a:lnTo>
                  <a:pt x="854" y="480"/>
                </a:lnTo>
                <a:lnTo>
                  <a:pt x="855" y="480"/>
                </a:lnTo>
                <a:lnTo>
                  <a:pt x="856" y="480"/>
                </a:lnTo>
                <a:lnTo>
                  <a:pt x="856" y="481"/>
                </a:lnTo>
                <a:lnTo>
                  <a:pt x="857" y="481"/>
                </a:lnTo>
                <a:lnTo>
                  <a:pt x="857" y="482"/>
                </a:lnTo>
                <a:lnTo>
                  <a:pt x="857" y="483"/>
                </a:lnTo>
                <a:lnTo>
                  <a:pt x="856" y="484"/>
                </a:lnTo>
                <a:lnTo>
                  <a:pt x="855" y="485"/>
                </a:lnTo>
                <a:lnTo>
                  <a:pt x="854" y="486"/>
                </a:lnTo>
                <a:lnTo>
                  <a:pt x="853" y="486"/>
                </a:lnTo>
                <a:lnTo>
                  <a:pt x="853" y="487"/>
                </a:lnTo>
                <a:lnTo>
                  <a:pt x="852" y="487"/>
                </a:lnTo>
                <a:lnTo>
                  <a:pt x="852" y="488"/>
                </a:lnTo>
                <a:lnTo>
                  <a:pt x="851" y="488"/>
                </a:lnTo>
                <a:lnTo>
                  <a:pt x="851" y="489"/>
                </a:lnTo>
                <a:lnTo>
                  <a:pt x="850" y="490"/>
                </a:lnTo>
                <a:lnTo>
                  <a:pt x="850" y="491"/>
                </a:lnTo>
                <a:lnTo>
                  <a:pt x="850" y="492"/>
                </a:lnTo>
                <a:lnTo>
                  <a:pt x="849" y="492"/>
                </a:lnTo>
                <a:lnTo>
                  <a:pt x="849" y="493"/>
                </a:lnTo>
                <a:lnTo>
                  <a:pt x="849" y="494"/>
                </a:lnTo>
                <a:lnTo>
                  <a:pt x="848" y="494"/>
                </a:lnTo>
                <a:lnTo>
                  <a:pt x="848" y="495"/>
                </a:lnTo>
                <a:lnTo>
                  <a:pt x="848" y="496"/>
                </a:lnTo>
                <a:lnTo>
                  <a:pt x="847" y="496"/>
                </a:lnTo>
                <a:lnTo>
                  <a:pt x="847" y="497"/>
                </a:lnTo>
                <a:lnTo>
                  <a:pt x="847" y="498"/>
                </a:lnTo>
                <a:lnTo>
                  <a:pt x="846" y="501"/>
                </a:lnTo>
                <a:lnTo>
                  <a:pt x="845" y="502"/>
                </a:lnTo>
                <a:lnTo>
                  <a:pt x="844" y="503"/>
                </a:lnTo>
                <a:lnTo>
                  <a:pt x="844" y="504"/>
                </a:lnTo>
                <a:lnTo>
                  <a:pt x="843" y="504"/>
                </a:lnTo>
                <a:lnTo>
                  <a:pt x="843" y="505"/>
                </a:lnTo>
                <a:lnTo>
                  <a:pt x="842" y="506"/>
                </a:lnTo>
                <a:lnTo>
                  <a:pt x="842" y="507"/>
                </a:lnTo>
                <a:lnTo>
                  <a:pt x="842" y="508"/>
                </a:lnTo>
                <a:lnTo>
                  <a:pt x="843" y="508"/>
                </a:lnTo>
                <a:lnTo>
                  <a:pt x="844" y="508"/>
                </a:lnTo>
                <a:lnTo>
                  <a:pt x="844" y="509"/>
                </a:lnTo>
                <a:lnTo>
                  <a:pt x="845" y="509"/>
                </a:lnTo>
                <a:lnTo>
                  <a:pt x="846" y="509"/>
                </a:lnTo>
                <a:lnTo>
                  <a:pt x="847" y="509"/>
                </a:lnTo>
                <a:lnTo>
                  <a:pt x="848" y="509"/>
                </a:lnTo>
                <a:lnTo>
                  <a:pt x="849" y="509"/>
                </a:lnTo>
                <a:lnTo>
                  <a:pt x="849" y="510"/>
                </a:lnTo>
                <a:lnTo>
                  <a:pt x="850" y="510"/>
                </a:lnTo>
                <a:lnTo>
                  <a:pt x="850" y="511"/>
                </a:lnTo>
                <a:lnTo>
                  <a:pt x="850" y="512"/>
                </a:lnTo>
                <a:lnTo>
                  <a:pt x="850" y="513"/>
                </a:lnTo>
                <a:lnTo>
                  <a:pt x="850" y="515"/>
                </a:lnTo>
                <a:lnTo>
                  <a:pt x="850" y="516"/>
                </a:lnTo>
                <a:lnTo>
                  <a:pt x="850" y="517"/>
                </a:lnTo>
                <a:lnTo>
                  <a:pt x="850" y="518"/>
                </a:lnTo>
                <a:lnTo>
                  <a:pt x="850" y="519"/>
                </a:lnTo>
                <a:lnTo>
                  <a:pt x="851" y="519"/>
                </a:lnTo>
                <a:lnTo>
                  <a:pt x="851" y="520"/>
                </a:lnTo>
                <a:lnTo>
                  <a:pt x="852" y="520"/>
                </a:lnTo>
                <a:lnTo>
                  <a:pt x="854" y="520"/>
                </a:lnTo>
                <a:lnTo>
                  <a:pt x="855" y="520"/>
                </a:lnTo>
                <a:lnTo>
                  <a:pt x="856" y="520"/>
                </a:lnTo>
                <a:lnTo>
                  <a:pt x="856" y="519"/>
                </a:lnTo>
                <a:lnTo>
                  <a:pt x="857" y="519"/>
                </a:lnTo>
                <a:lnTo>
                  <a:pt x="858" y="519"/>
                </a:lnTo>
                <a:lnTo>
                  <a:pt x="858" y="518"/>
                </a:lnTo>
                <a:lnTo>
                  <a:pt x="859" y="518"/>
                </a:lnTo>
                <a:lnTo>
                  <a:pt x="860" y="517"/>
                </a:lnTo>
                <a:lnTo>
                  <a:pt x="861" y="517"/>
                </a:lnTo>
                <a:lnTo>
                  <a:pt x="862" y="517"/>
                </a:lnTo>
                <a:lnTo>
                  <a:pt x="862" y="518"/>
                </a:lnTo>
                <a:lnTo>
                  <a:pt x="864" y="519"/>
                </a:lnTo>
                <a:lnTo>
                  <a:pt x="864" y="520"/>
                </a:lnTo>
                <a:lnTo>
                  <a:pt x="864" y="521"/>
                </a:lnTo>
                <a:lnTo>
                  <a:pt x="864" y="522"/>
                </a:lnTo>
                <a:lnTo>
                  <a:pt x="863" y="522"/>
                </a:lnTo>
                <a:lnTo>
                  <a:pt x="862" y="523"/>
                </a:lnTo>
                <a:lnTo>
                  <a:pt x="862" y="524"/>
                </a:lnTo>
                <a:lnTo>
                  <a:pt x="861" y="524"/>
                </a:lnTo>
                <a:lnTo>
                  <a:pt x="861" y="525"/>
                </a:lnTo>
                <a:lnTo>
                  <a:pt x="861" y="526"/>
                </a:lnTo>
                <a:lnTo>
                  <a:pt x="862" y="527"/>
                </a:lnTo>
                <a:lnTo>
                  <a:pt x="862" y="528"/>
                </a:lnTo>
                <a:lnTo>
                  <a:pt x="862" y="529"/>
                </a:lnTo>
                <a:lnTo>
                  <a:pt x="863" y="529"/>
                </a:lnTo>
                <a:lnTo>
                  <a:pt x="863" y="530"/>
                </a:lnTo>
                <a:lnTo>
                  <a:pt x="864" y="530"/>
                </a:lnTo>
                <a:lnTo>
                  <a:pt x="864" y="531"/>
                </a:lnTo>
                <a:lnTo>
                  <a:pt x="864" y="532"/>
                </a:lnTo>
                <a:lnTo>
                  <a:pt x="864" y="533"/>
                </a:lnTo>
                <a:lnTo>
                  <a:pt x="864" y="534"/>
                </a:lnTo>
                <a:lnTo>
                  <a:pt x="865" y="534"/>
                </a:lnTo>
                <a:lnTo>
                  <a:pt x="866" y="534"/>
                </a:lnTo>
                <a:lnTo>
                  <a:pt x="867" y="534"/>
                </a:lnTo>
                <a:lnTo>
                  <a:pt x="867" y="535"/>
                </a:lnTo>
                <a:lnTo>
                  <a:pt x="868" y="535"/>
                </a:lnTo>
                <a:lnTo>
                  <a:pt x="869" y="535"/>
                </a:lnTo>
                <a:lnTo>
                  <a:pt x="869" y="536"/>
                </a:lnTo>
                <a:lnTo>
                  <a:pt x="869" y="537"/>
                </a:lnTo>
                <a:lnTo>
                  <a:pt x="869" y="538"/>
                </a:lnTo>
                <a:lnTo>
                  <a:pt x="870" y="538"/>
                </a:lnTo>
                <a:lnTo>
                  <a:pt x="870" y="539"/>
                </a:lnTo>
                <a:lnTo>
                  <a:pt x="870" y="540"/>
                </a:lnTo>
                <a:lnTo>
                  <a:pt x="869" y="541"/>
                </a:lnTo>
                <a:lnTo>
                  <a:pt x="868" y="542"/>
                </a:lnTo>
                <a:lnTo>
                  <a:pt x="868" y="543"/>
                </a:lnTo>
                <a:lnTo>
                  <a:pt x="867" y="543"/>
                </a:lnTo>
                <a:lnTo>
                  <a:pt x="867" y="544"/>
                </a:lnTo>
                <a:lnTo>
                  <a:pt x="866" y="544"/>
                </a:lnTo>
                <a:lnTo>
                  <a:pt x="865" y="544"/>
                </a:lnTo>
                <a:lnTo>
                  <a:pt x="865" y="545"/>
                </a:lnTo>
                <a:lnTo>
                  <a:pt x="864" y="545"/>
                </a:lnTo>
                <a:lnTo>
                  <a:pt x="864" y="546"/>
                </a:lnTo>
                <a:lnTo>
                  <a:pt x="864" y="547"/>
                </a:lnTo>
                <a:lnTo>
                  <a:pt x="863" y="547"/>
                </a:lnTo>
                <a:lnTo>
                  <a:pt x="863" y="548"/>
                </a:lnTo>
                <a:lnTo>
                  <a:pt x="863" y="549"/>
                </a:lnTo>
                <a:lnTo>
                  <a:pt x="863" y="550"/>
                </a:lnTo>
                <a:lnTo>
                  <a:pt x="863" y="551"/>
                </a:lnTo>
                <a:lnTo>
                  <a:pt x="862" y="551"/>
                </a:lnTo>
                <a:lnTo>
                  <a:pt x="862" y="552"/>
                </a:lnTo>
                <a:lnTo>
                  <a:pt x="861" y="552"/>
                </a:lnTo>
                <a:lnTo>
                  <a:pt x="860" y="552"/>
                </a:lnTo>
                <a:lnTo>
                  <a:pt x="860" y="553"/>
                </a:lnTo>
                <a:lnTo>
                  <a:pt x="859" y="553"/>
                </a:lnTo>
                <a:lnTo>
                  <a:pt x="859" y="554"/>
                </a:lnTo>
                <a:lnTo>
                  <a:pt x="858" y="555"/>
                </a:lnTo>
                <a:lnTo>
                  <a:pt x="857" y="555"/>
                </a:lnTo>
                <a:lnTo>
                  <a:pt x="857" y="556"/>
                </a:lnTo>
                <a:lnTo>
                  <a:pt x="856" y="556"/>
                </a:lnTo>
                <a:lnTo>
                  <a:pt x="856" y="557"/>
                </a:lnTo>
                <a:lnTo>
                  <a:pt x="855" y="557"/>
                </a:lnTo>
                <a:lnTo>
                  <a:pt x="855" y="558"/>
                </a:lnTo>
                <a:lnTo>
                  <a:pt x="854" y="558"/>
                </a:lnTo>
                <a:lnTo>
                  <a:pt x="854" y="559"/>
                </a:lnTo>
                <a:lnTo>
                  <a:pt x="854" y="560"/>
                </a:lnTo>
                <a:lnTo>
                  <a:pt x="855" y="561"/>
                </a:lnTo>
                <a:lnTo>
                  <a:pt x="856" y="561"/>
                </a:lnTo>
                <a:lnTo>
                  <a:pt x="856" y="562"/>
                </a:lnTo>
                <a:lnTo>
                  <a:pt x="856" y="563"/>
                </a:lnTo>
                <a:lnTo>
                  <a:pt x="856" y="564"/>
                </a:lnTo>
                <a:lnTo>
                  <a:pt x="856" y="565"/>
                </a:lnTo>
                <a:lnTo>
                  <a:pt x="857" y="565"/>
                </a:lnTo>
                <a:lnTo>
                  <a:pt x="857" y="566"/>
                </a:lnTo>
                <a:lnTo>
                  <a:pt x="858" y="566"/>
                </a:lnTo>
                <a:lnTo>
                  <a:pt x="859" y="566"/>
                </a:lnTo>
                <a:lnTo>
                  <a:pt x="860" y="567"/>
                </a:lnTo>
                <a:lnTo>
                  <a:pt x="861" y="567"/>
                </a:lnTo>
                <a:lnTo>
                  <a:pt x="861" y="568"/>
                </a:lnTo>
                <a:lnTo>
                  <a:pt x="862" y="569"/>
                </a:lnTo>
                <a:lnTo>
                  <a:pt x="862" y="570"/>
                </a:lnTo>
                <a:lnTo>
                  <a:pt x="863" y="570"/>
                </a:lnTo>
                <a:lnTo>
                  <a:pt x="864" y="571"/>
                </a:lnTo>
                <a:lnTo>
                  <a:pt x="867" y="573"/>
                </a:lnTo>
                <a:lnTo>
                  <a:pt x="870" y="575"/>
                </a:lnTo>
                <a:lnTo>
                  <a:pt x="872" y="576"/>
                </a:lnTo>
                <a:lnTo>
                  <a:pt x="873" y="577"/>
                </a:lnTo>
                <a:lnTo>
                  <a:pt x="874" y="578"/>
                </a:lnTo>
                <a:lnTo>
                  <a:pt x="874" y="579"/>
                </a:lnTo>
                <a:lnTo>
                  <a:pt x="875" y="579"/>
                </a:lnTo>
                <a:lnTo>
                  <a:pt x="876" y="580"/>
                </a:lnTo>
                <a:lnTo>
                  <a:pt x="877" y="581"/>
                </a:lnTo>
                <a:lnTo>
                  <a:pt x="877" y="583"/>
                </a:lnTo>
                <a:lnTo>
                  <a:pt x="878" y="584"/>
                </a:lnTo>
                <a:lnTo>
                  <a:pt x="880" y="586"/>
                </a:lnTo>
                <a:lnTo>
                  <a:pt x="880" y="587"/>
                </a:lnTo>
                <a:lnTo>
                  <a:pt x="881" y="587"/>
                </a:lnTo>
                <a:lnTo>
                  <a:pt x="881" y="588"/>
                </a:lnTo>
                <a:lnTo>
                  <a:pt x="881" y="589"/>
                </a:lnTo>
                <a:lnTo>
                  <a:pt x="881" y="592"/>
                </a:lnTo>
                <a:lnTo>
                  <a:pt x="881" y="593"/>
                </a:lnTo>
                <a:lnTo>
                  <a:pt x="881" y="596"/>
                </a:lnTo>
                <a:lnTo>
                  <a:pt x="882" y="598"/>
                </a:lnTo>
                <a:lnTo>
                  <a:pt x="882" y="599"/>
                </a:lnTo>
                <a:lnTo>
                  <a:pt x="882" y="600"/>
                </a:lnTo>
                <a:lnTo>
                  <a:pt x="883" y="600"/>
                </a:lnTo>
                <a:lnTo>
                  <a:pt x="884" y="600"/>
                </a:lnTo>
                <a:lnTo>
                  <a:pt x="885" y="601"/>
                </a:lnTo>
                <a:lnTo>
                  <a:pt x="887" y="602"/>
                </a:lnTo>
                <a:lnTo>
                  <a:pt x="889" y="602"/>
                </a:lnTo>
                <a:lnTo>
                  <a:pt x="896" y="602"/>
                </a:lnTo>
                <a:lnTo>
                  <a:pt x="901" y="601"/>
                </a:lnTo>
                <a:lnTo>
                  <a:pt x="902" y="600"/>
                </a:lnTo>
                <a:lnTo>
                  <a:pt x="903" y="600"/>
                </a:lnTo>
                <a:lnTo>
                  <a:pt x="903" y="599"/>
                </a:lnTo>
                <a:lnTo>
                  <a:pt x="904" y="599"/>
                </a:lnTo>
                <a:lnTo>
                  <a:pt x="905" y="598"/>
                </a:lnTo>
                <a:lnTo>
                  <a:pt x="906" y="598"/>
                </a:lnTo>
                <a:lnTo>
                  <a:pt x="908" y="597"/>
                </a:lnTo>
                <a:lnTo>
                  <a:pt x="909" y="597"/>
                </a:lnTo>
                <a:lnTo>
                  <a:pt x="911" y="597"/>
                </a:lnTo>
                <a:lnTo>
                  <a:pt x="912" y="597"/>
                </a:lnTo>
                <a:lnTo>
                  <a:pt x="913" y="597"/>
                </a:lnTo>
                <a:lnTo>
                  <a:pt x="915" y="598"/>
                </a:lnTo>
                <a:lnTo>
                  <a:pt x="916" y="598"/>
                </a:lnTo>
                <a:lnTo>
                  <a:pt x="918" y="598"/>
                </a:lnTo>
                <a:lnTo>
                  <a:pt x="919" y="598"/>
                </a:lnTo>
                <a:lnTo>
                  <a:pt x="920" y="598"/>
                </a:lnTo>
                <a:lnTo>
                  <a:pt x="921" y="597"/>
                </a:lnTo>
                <a:lnTo>
                  <a:pt x="922" y="597"/>
                </a:lnTo>
                <a:lnTo>
                  <a:pt x="924" y="596"/>
                </a:lnTo>
                <a:lnTo>
                  <a:pt x="925" y="596"/>
                </a:lnTo>
                <a:lnTo>
                  <a:pt x="926" y="596"/>
                </a:lnTo>
                <a:lnTo>
                  <a:pt x="927" y="596"/>
                </a:lnTo>
                <a:lnTo>
                  <a:pt x="928" y="597"/>
                </a:lnTo>
                <a:lnTo>
                  <a:pt x="929" y="597"/>
                </a:lnTo>
                <a:lnTo>
                  <a:pt x="931" y="597"/>
                </a:lnTo>
                <a:lnTo>
                  <a:pt x="933" y="597"/>
                </a:lnTo>
                <a:lnTo>
                  <a:pt x="934" y="597"/>
                </a:lnTo>
                <a:lnTo>
                  <a:pt x="935" y="598"/>
                </a:lnTo>
                <a:lnTo>
                  <a:pt x="935" y="599"/>
                </a:lnTo>
                <a:lnTo>
                  <a:pt x="935" y="600"/>
                </a:lnTo>
                <a:lnTo>
                  <a:pt x="935" y="602"/>
                </a:lnTo>
                <a:lnTo>
                  <a:pt x="935" y="603"/>
                </a:lnTo>
                <a:lnTo>
                  <a:pt x="936" y="603"/>
                </a:lnTo>
                <a:lnTo>
                  <a:pt x="936" y="604"/>
                </a:lnTo>
                <a:lnTo>
                  <a:pt x="938" y="605"/>
                </a:lnTo>
                <a:lnTo>
                  <a:pt x="939" y="605"/>
                </a:lnTo>
                <a:lnTo>
                  <a:pt x="941" y="605"/>
                </a:lnTo>
                <a:lnTo>
                  <a:pt x="942" y="605"/>
                </a:lnTo>
                <a:lnTo>
                  <a:pt x="943" y="604"/>
                </a:lnTo>
                <a:lnTo>
                  <a:pt x="944" y="604"/>
                </a:lnTo>
                <a:lnTo>
                  <a:pt x="944" y="603"/>
                </a:lnTo>
                <a:lnTo>
                  <a:pt x="945" y="603"/>
                </a:lnTo>
                <a:lnTo>
                  <a:pt x="945" y="602"/>
                </a:lnTo>
                <a:lnTo>
                  <a:pt x="946" y="601"/>
                </a:lnTo>
                <a:lnTo>
                  <a:pt x="947" y="600"/>
                </a:lnTo>
                <a:lnTo>
                  <a:pt x="948" y="600"/>
                </a:lnTo>
                <a:lnTo>
                  <a:pt x="949" y="600"/>
                </a:lnTo>
                <a:lnTo>
                  <a:pt x="950" y="600"/>
                </a:lnTo>
                <a:lnTo>
                  <a:pt x="951" y="600"/>
                </a:lnTo>
                <a:lnTo>
                  <a:pt x="952" y="601"/>
                </a:lnTo>
                <a:lnTo>
                  <a:pt x="954" y="602"/>
                </a:lnTo>
                <a:lnTo>
                  <a:pt x="954" y="603"/>
                </a:lnTo>
                <a:lnTo>
                  <a:pt x="955" y="603"/>
                </a:lnTo>
                <a:lnTo>
                  <a:pt x="956" y="603"/>
                </a:lnTo>
                <a:lnTo>
                  <a:pt x="958" y="604"/>
                </a:lnTo>
                <a:lnTo>
                  <a:pt x="959" y="604"/>
                </a:lnTo>
                <a:lnTo>
                  <a:pt x="960" y="604"/>
                </a:lnTo>
                <a:lnTo>
                  <a:pt x="961" y="604"/>
                </a:lnTo>
                <a:lnTo>
                  <a:pt x="962" y="604"/>
                </a:lnTo>
                <a:lnTo>
                  <a:pt x="963" y="603"/>
                </a:lnTo>
                <a:lnTo>
                  <a:pt x="966" y="603"/>
                </a:lnTo>
                <a:lnTo>
                  <a:pt x="966" y="602"/>
                </a:lnTo>
                <a:lnTo>
                  <a:pt x="966" y="603"/>
                </a:lnTo>
                <a:lnTo>
                  <a:pt x="967" y="603"/>
                </a:lnTo>
                <a:lnTo>
                  <a:pt x="972" y="604"/>
                </a:lnTo>
                <a:lnTo>
                  <a:pt x="973" y="604"/>
                </a:lnTo>
                <a:lnTo>
                  <a:pt x="974" y="604"/>
                </a:lnTo>
                <a:lnTo>
                  <a:pt x="974" y="603"/>
                </a:lnTo>
                <a:lnTo>
                  <a:pt x="974" y="602"/>
                </a:lnTo>
                <a:lnTo>
                  <a:pt x="974" y="601"/>
                </a:lnTo>
                <a:lnTo>
                  <a:pt x="975" y="600"/>
                </a:lnTo>
                <a:lnTo>
                  <a:pt x="976" y="600"/>
                </a:lnTo>
                <a:lnTo>
                  <a:pt x="976" y="599"/>
                </a:lnTo>
                <a:lnTo>
                  <a:pt x="977" y="599"/>
                </a:lnTo>
                <a:lnTo>
                  <a:pt x="978" y="600"/>
                </a:lnTo>
                <a:lnTo>
                  <a:pt x="979" y="600"/>
                </a:lnTo>
                <a:lnTo>
                  <a:pt x="980" y="600"/>
                </a:lnTo>
                <a:lnTo>
                  <a:pt x="980" y="601"/>
                </a:lnTo>
                <a:lnTo>
                  <a:pt x="981" y="601"/>
                </a:lnTo>
                <a:lnTo>
                  <a:pt x="982" y="601"/>
                </a:lnTo>
                <a:lnTo>
                  <a:pt x="984" y="601"/>
                </a:lnTo>
                <a:lnTo>
                  <a:pt x="986" y="601"/>
                </a:lnTo>
                <a:lnTo>
                  <a:pt x="986" y="600"/>
                </a:lnTo>
                <a:lnTo>
                  <a:pt x="987" y="600"/>
                </a:lnTo>
                <a:lnTo>
                  <a:pt x="987" y="601"/>
                </a:lnTo>
                <a:lnTo>
                  <a:pt x="989" y="600"/>
                </a:lnTo>
                <a:lnTo>
                  <a:pt x="990" y="600"/>
                </a:lnTo>
                <a:lnTo>
                  <a:pt x="991" y="600"/>
                </a:lnTo>
                <a:lnTo>
                  <a:pt x="992" y="600"/>
                </a:lnTo>
                <a:lnTo>
                  <a:pt x="993" y="600"/>
                </a:lnTo>
                <a:lnTo>
                  <a:pt x="993" y="599"/>
                </a:lnTo>
                <a:lnTo>
                  <a:pt x="995" y="599"/>
                </a:lnTo>
                <a:lnTo>
                  <a:pt x="996" y="599"/>
                </a:lnTo>
                <a:lnTo>
                  <a:pt x="996" y="600"/>
                </a:lnTo>
                <a:lnTo>
                  <a:pt x="997" y="600"/>
                </a:lnTo>
                <a:lnTo>
                  <a:pt x="998" y="600"/>
                </a:lnTo>
                <a:lnTo>
                  <a:pt x="999" y="600"/>
                </a:lnTo>
                <a:lnTo>
                  <a:pt x="999" y="599"/>
                </a:lnTo>
                <a:lnTo>
                  <a:pt x="1000" y="599"/>
                </a:lnTo>
                <a:lnTo>
                  <a:pt x="1001" y="598"/>
                </a:lnTo>
                <a:lnTo>
                  <a:pt x="1001" y="597"/>
                </a:lnTo>
                <a:lnTo>
                  <a:pt x="1002" y="596"/>
                </a:lnTo>
                <a:lnTo>
                  <a:pt x="1003" y="595"/>
                </a:lnTo>
                <a:lnTo>
                  <a:pt x="1004" y="595"/>
                </a:lnTo>
                <a:lnTo>
                  <a:pt x="1005" y="595"/>
                </a:lnTo>
                <a:lnTo>
                  <a:pt x="1007" y="595"/>
                </a:lnTo>
                <a:lnTo>
                  <a:pt x="1008" y="595"/>
                </a:lnTo>
                <a:lnTo>
                  <a:pt x="1009" y="595"/>
                </a:lnTo>
                <a:lnTo>
                  <a:pt x="1010" y="595"/>
                </a:lnTo>
                <a:lnTo>
                  <a:pt x="1010" y="596"/>
                </a:lnTo>
                <a:lnTo>
                  <a:pt x="1011" y="596"/>
                </a:lnTo>
                <a:lnTo>
                  <a:pt x="1012" y="596"/>
                </a:lnTo>
                <a:lnTo>
                  <a:pt x="1012" y="597"/>
                </a:lnTo>
                <a:lnTo>
                  <a:pt x="1013" y="597"/>
                </a:lnTo>
                <a:lnTo>
                  <a:pt x="1015" y="598"/>
                </a:lnTo>
                <a:lnTo>
                  <a:pt x="1016" y="598"/>
                </a:lnTo>
                <a:lnTo>
                  <a:pt x="1018" y="599"/>
                </a:lnTo>
                <a:lnTo>
                  <a:pt x="1019" y="599"/>
                </a:lnTo>
                <a:lnTo>
                  <a:pt x="1020" y="599"/>
                </a:lnTo>
                <a:lnTo>
                  <a:pt x="1021" y="599"/>
                </a:lnTo>
                <a:lnTo>
                  <a:pt x="1024" y="599"/>
                </a:lnTo>
                <a:lnTo>
                  <a:pt x="1025" y="599"/>
                </a:lnTo>
                <a:lnTo>
                  <a:pt x="1026" y="599"/>
                </a:lnTo>
                <a:lnTo>
                  <a:pt x="1027" y="599"/>
                </a:lnTo>
                <a:lnTo>
                  <a:pt x="1027" y="598"/>
                </a:lnTo>
                <a:lnTo>
                  <a:pt x="1028" y="598"/>
                </a:lnTo>
                <a:lnTo>
                  <a:pt x="1029" y="598"/>
                </a:lnTo>
                <a:lnTo>
                  <a:pt x="1029" y="597"/>
                </a:lnTo>
                <a:lnTo>
                  <a:pt x="1030" y="597"/>
                </a:lnTo>
                <a:lnTo>
                  <a:pt x="1030" y="596"/>
                </a:lnTo>
                <a:lnTo>
                  <a:pt x="1030" y="595"/>
                </a:lnTo>
                <a:lnTo>
                  <a:pt x="1029" y="595"/>
                </a:lnTo>
                <a:lnTo>
                  <a:pt x="1029" y="594"/>
                </a:lnTo>
                <a:lnTo>
                  <a:pt x="1028" y="594"/>
                </a:lnTo>
                <a:lnTo>
                  <a:pt x="1028" y="593"/>
                </a:lnTo>
                <a:lnTo>
                  <a:pt x="1028" y="592"/>
                </a:lnTo>
                <a:lnTo>
                  <a:pt x="1029" y="592"/>
                </a:lnTo>
                <a:lnTo>
                  <a:pt x="1029" y="591"/>
                </a:lnTo>
                <a:lnTo>
                  <a:pt x="1029" y="590"/>
                </a:lnTo>
                <a:lnTo>
                  <a:pt x="1029" y="589"/>
                </a:lnTo>
                <a:lnTo>
                  <a:pt x="1030" y="589"/>
                </a:lnTo>
                <a:lnTo>
                  <a:pt x="1030" y="588"/>
                </a:lnTo>
                <a:lnTo>
                  <a:pt x="1031" y="588"/>
                </a:lnTo>
                <a:lnTo>
                  <a:pt x="1031" y="587"/>
                </a:lnTo>
                <a:lnTo>
                  <a:pt x="1031" y="586"/>
                </a:lnTo>
                <a:lnTo>
                  <a:pt x="1032" y="586"/>
                </a:lnTo>
                <a:lnTo>
                  <a:pt x="1033" y="586"/>
                </a:lnTo>
                <a:lnTo>
                  <a:pt x="1034" y="585"/>
                </a:lnTo>
                <a:lnTo>
                  <a:pt x="1035" y="585"/>
                </a:lnTo>
                <a:lnTo>
                  <a:pt x="1035" y="584"/>
                </a:lnTo>
                <a:lnTo>
                  <a:pt x="1036" y="584"/>
                </a:lnTo>
                <a:lnTo>
                  <a:pt x="1037" y="584"/>
                </a:lnTo>
                <a:lnTo>
                  <a:pt x="1037" y="583"/>
                </a:lnTo>
                <a:lnTo>
                  <a:pt x="1037" y="582"/>
                </a:lnTo>
                <a:lnTo>
                  <a:pt x="1037" y="581"/>
                </a:lnTo>
                <a:lnTo>
                  <a:pt x="1036" y="580"/>
                </a:lnTo>
                <a:lnTo>
                  <a:pt x="1036" y="579"/>
                </a:lnTo>
                <a:lnTo>
                  <a:pt x="1035" y="579"/>
                </a:lnTo>
                <a:lnTo>
                  <a:pt x="1035" y="578"/>
                </a:lnTo>
                <a:lnTo>
                  <a:pt x="1034" y="578"/>
                </a:lnTo>
                <a:lnTo>
                  <a:pt x="1034" y="577"/>
                </a:lnTo>
                <a:lnTo>
                  <a:pt x="1034" y="576"/>
                </a:lnTo>
                <a:lnTo>
                  <a:pt x="1035" y="576"/>
                </a:lnTo>
                <a:lnTo>
                  <a:pt x="1035" y="575"/>
                </a:lnTo>
                <a:lnTo>
                  <a:pt x="1036" y="575"/>
                </a:lnTo>
                <a:lnTo>
                  <a:pt x="1036" y="574"/>
                </a:lnTo>
                <a:lnTo>
                  <a:pt x="1037" y="574"/>
                </a:lnTo>
                <a:lnTo>
                  <a:pt x="1038" y="574"/>
                </a:lnTo>
                <a:lnTo>
                  <a:pt x="1040" y="574"/>
                </a:lnTo>
                <a:lnTo>
                  <a:pt x="1041" y="574"/>
                </a:lnTo>
                <a:lnTo>
                  <a:pt x="1042" y="575"/>
                </a:lnTo>
                <a:lnTo>
                  <a:pt x="1042" y="576"/>
                </a:lnTo>
                <a:lnTo>
                  <a:pt x="1043" y="576"/>
                </a:lnTo>
                <a:lnTo>
                  <a:pt x="1044" y="577"/>
                </a:lnTo>
                <a:lnTo>
                  <a:pt x="1045" y="577"/>
                </a:lnTo>
                <a:lnTo>
                  <a:pt x="1047" y="577"/>
                </a:lnTo>
                <a:lnTo>
                  <a:pt x="1048" y="577"/>
                </a:lnTo>
                <a:lnTo>
                  <a:pt x="1049" y="577"/>
                </a:lnTo>
                <a:lnTo>
                  <a:pt x="1050" y="576"/>
                </a:lnTo>
                <a:lnTo>
                  <a:pt x="1050" y="575"/>
                </a:lnTo>
                <a:lnTo>
                  <a:pt x="1051" y="575"/>
                </a:lnTo>
                <a:lnTo>
                  <a:pt x="1051" y="574"/>
                </a:lnTo>
                <a:lnTo>
                  <a:pt x="1052" y="573"/>
                </a:lnTo>
                <a:lnTo>
                  <a:pt x="1052" y="572"/>
                </a:lnTo>
                <a:lnTo>
                  <a:pt x="1053" y="572"/>
                </a:lnTo>
                <a:lnTo>
                  <a:pt x="1053" y="571"/>
                </a:lnTo>
                <a:lnTo>
                  <a:pt x="1054" y="570"/>
                </a:lnTo>
                <a:lnTo>
                  <a:pt x="1057" y="569"/>
                </a:lnTo>
                <a:lnTo>
                  <a:pt x="1058" y="568"/>
                </a:lnTo>
                <a:lnTo>
                  <a:pt x="1059" y="568"/>
                </a:lnTo>
                <a:lnTo>
                  <a:pt x="1064" y="567"/>
                </a:lnTo>
                <a:lnTo>
                  <a:pt x="1065" y="567"/>
                </a:lnTo>
                <a:lnTo>
                  <a:pt x="1067" y="565"/>
                </a:lnTo>
                <a:lnTo>
                  <a:pt x="1068" y="563"/>
                </a:lnTo>
                <a:lnTo>
                  <a:pt x="1068" y="562"/>
                </a:lnTo>
                <a:lnTo>
                  <a:pt x="1068" y="561"/>
                </a:lnTo>
                <a:lnTo>
                  <a:pt x="1069" y="559"/>
                </a:lnTo>
                <a:lnTo>
                  <a:pt x="1070" y="559"/>
                </a:lnTo>
                <a:lnTo>
                  <a:pt x="1071" y="558"/>
                </a:lnTo>
                <a:lnTo>
                  <a:pt x="1072" y="558"/>
                </a:lnTo>
                <a:lnTo>
                  <a:pt x="1073" y="558"/>
                </a:lnTo>
                <a:lnTo>
                  <a:pt x="1073" y="557"/>
                </a:lnTo>
                <a:lnTo>
                  <a:pt x="1074" y="557"/>
                </a:lnTo>
                <a:lnTo>
                  <a:pt x="1075" y="557"/>
                </a:lnTo>
                <a:lnTo>
                  <a:pt x="1076" y="557"/>
                </a:lnTo>
                <a:lnTo>
                  <a:pt x="1077" y="557"/>
                </a:lnTo>
                <a:lnTo>
                  <a:pt x="1078" y="557"/>
                </a:lnTo>
                <a:lnTo>
                  <a:pt x="1079" y="557"/>
                </a:lnTo>
                <a:lnTo>
                  <a:pt x="1079" y="556"/>
                </a:lnTo>
                <a:lnTo>
                  <a:pt x="1080" y="556"/>
                </a:lnTo>
                <a:lnTo>
                  <a:pt x="1081" y="556"/>
                </a:lnTo>
                <a:lnTo>
                  <a:pt x="1083" y="557"/>
                </a:lnTo>
                <a:lnTo>
                  <a:pt x="1084" y="557"/>
                </a:lnTo>
                <a:lnTo>
                  <a:pt x="1085" y="557"/>
                </a:lnTo>
                <a:lnTo>
                  <a:pt x="1086" y="557"/>
                </a:lnTo>
                <a:lnTo>
                  <a:pt x="1087" y="557"/>
                </a:lnTo>
                <a:lnTo>
                  <a:pt x="1088" y="558"/>
                </a:lnTo>
                <a:lnTo>
                  <a:pt x="1089" y="559"/>
                </a:lnTo>
                <a:lnTo>
                  <a:pt x="1090" y="559"/>
                </a:lnTo>
                <a:lnTo>
                  <a:pt x="1092" y="559"/>
                </a:lnTo>
                <a:lnTo>
                  <a:pt x="1093" y="560"/>
                </a:lnTo>
                <a:lnTo>
                  <a:pt x="1094" y="560"/>
                </a:lnTo>
                <a:lnTo>
                  <a:pt x="1095" y="560"/>
                </a:lnTo>
                <a:lnTo>
                  <a:pt x="1095" y="559"/>
                </a:lnTo>
                <a:lnTo>
                  <a:pt x="1096" y="559"/>
                </a:lnTo>
                <a:lnTo>
                  <a:pt x="1097" y="559"/>
                </a:lnTo>
                <a:lnTo>
                  <a:pt x="1098" y="558"/>
                </a:lnTo>
                <a:lnTo>
                  <a:pt x="1099" y="558"/>
                </a:lnTo>
                <a:lnTo>
                  <a:pt x="1100" y="558"/>
                </a:lnTo>
                <a:lnTo>
                  <a:pt x="1100" y="557"/>
                </a:lnTo>
                <a:lnTo>
                  <a:pt x="1101" y="557"/>
                </a:lnTo>
                <a:lnTo>
                  <a:pt x="1102" y="557"/>
                </a:lnTo>
                <a:lnTo>
                  <a:pt x="1102" y="558"/>
                </a:lnTo>
                <a:lnTo>
                  <a:pt x="1103" y="558"/>
                </a:lnTo>
                <a:lnTo>
                  <a:pt x="1104" y="558"/>
                </a:lnTo>
                <a:lnTo>
                  <a:pt x="1104" y="559"/>
                </a:lnTo>
                <a:lnTo>
                  <a:pt x="1105" y="559"/>
                </a:lnTo>
                <a:lnTo>
                  <a:pt x="1106" y="559"/>
                </a:lnTo>
                <a:lnTo>
                  <a:pt x="1107" y="559"/>
                </a:lnTo>
                <a:lnTo>
                  <a:pt x="1109" y="558"/>
                </a:lnTo>
                <a:lnTo>
                  <a:pt x="1110" y="558"/>
                </a:lnTo>
                <a:lnTo>
                  <a:pt x="1111" y="558"/>
                </a:lnTo>
                <a:lnTo>
                  <a:pt x="1112" y="558"/>
                </a:lnTo>
                <a:lnTo>
                  <a:pt x="1113" y="558"/>
                </a:lnTo>
                <a:lnTo>
                  <a:pt x="1114" y="558"/>
                </a:lnTo>
                <a:lnTo>
                  <a:pt x="1115" y="558"/>
                </a:lnTo>
                <a:lnTo>
                  <a:pt x="1115" y="557"/>
                </a:lnTo>
                <a:lnTo>
                  <a:pt x="1116" y="556"/>
                </a:lnTo>
                <a:lnTo>
                  <a:pt x="1117" y="554"/>
                </a:lnTo>
                <a:lnTo>
                  <a:pt x="1117" y="552"/>
                </a:lnTo>
                <a:lnTo>
                  <a:pt x="1118" y="551"/>
                </a:lnTo>
                <a:lnTo>
                  <a:pt x="1118" y="550"/>
                </a:lnTo>
                <a:lnTo>
                  <a:pt x="1119" y="550"/>
                </a:lnTo>
                <a:lnTo>
                  <a:pt x="1120" y="550"/>
                </a:lnTo>
                <a:lnTo>
                  <a:pt x="1121" y="550"/>
                </a:lnTo>
                <a:lnTo>
                  <a:pt x="1122" y="550"/>
                </a:lnTo>
                <a:lnTo>
                  <a:pt x="1124" y="551"/>
                </a:lnTo>
                <a:lnTo>
                  <a:pt x="1125" y="551"/>
                </a:lnTo>
                <a:lnTo>
                  <a:pt x="1126" y="552"/>
                </a:lnTo>
                <a:lnTo>
                  <a:pt x="1128" y="551"/>
                </a:lnTo>
                <a:lnTo>
                  <a:pt x="1129" y="551"/>
                </a:lnTo>
                <a:lnTo>
                  <a:pt x="1130" y="550"/>
                </a:lnTo>
                <a:lnTo>
                  <a:pt x="1130" y="549"/>
                </a:lnTo>
                <a:lnTo>
                  <a:pt x="1130" y="547"/>
                </a:lnTo>
                <a:lnTo>
                  <a:pt x="1130" y="546"/>
                </a:lnTo>
                <a:lnTo>
                  <a:pt x="1130" y="545"/>
                </a:lnTo>
                <a:lnTo>
                  <a:pt x="1131" y="545"/>
                </a:lnTo>
                <a:lnTo>
                  <a:pt x="1132" y="544"/>
                </a:lnTo>
                <a:lnTo>
                  <a:pt x="1133" y="544"/>
                </a:lnTo>
                <a:lnTo>
                  <a:pt x="1134" y="544"/>
                </a:lnTo>
                <a:lnTo>
                  <a:pt x="1135" y="544"/>
                </a:lnTo>
                <a:lnTo>
                  <a:pt x="1135" y="543"/>
                </a:lnTo>
                <a:lnTo>
                  <a:pt x="1138" y="543"/>
                </a:lnTo>
                <a:lnTo>
                  <a:pt x="1139" y="543"/>
                </a:lnTo>
                <a:lnTo>
                  <a:pt x="1140" y="542"/>
                </a:lnTo>
                <a:lnTo>
                  <a:pt x="1141" y="542"/>
                </a:lnTo>
                <a:lnTo>
                  <a:pt x="1143" y="541"/>
                </a:lnTo>
                <a:lnTo>
                  <a:pt x="1144" y="541"/>
                </a:lnTo>
                <a:lnTo>
                  <a:pt x="1145" y="541"/>
                </a:lnTo>
                <a:lnTo>
                  <a:pt x="1146" y="540"/>
                </a:lnTo>
                <a:lnTo>
                  <a:pt x="1147" y="540"/>
                </a:lnTo>
                <a:lnTo>
                  <a:pt x="1148" y="540"/>
                </a:lnTo>
                <a:lnTo>
                  <a:pt x="1149" y="540"/>
                </a:lnTo>
                <a:lnTo>
                  <a:pt x="1150" y="539"/>
                </a:lnTo>
                <a:lnTo>
                  <a:pt x="1151" y="539"/>
                </a:lnTo>
                <a:lnTo>
                  <a:pt x="1152" y="539"/>
                </a:lnTo>
                <a:lnTo>
                  <a:pt x="1154" y="539"/>
                </a:lnTo>
                <a:lnTo>
                  <a:pt x="1155" y="539"/>
                </a:lnTo>
                <a:lnTo>
                  <a:pt x="1156" y="539"/>
                </a:lnTo>
                <a:lnTo>
                  <a:pt x="1156" y="538"/>
                </a:lnTo>
                <a:lnTo>
                  <a:pt x="1157" y="538"/>
                </a:lnTo>
                <a:lnTo>
                  <a:pt x="1158" y="536"/>
                </a:lnTo>
                <a:lnTo>
                  <a:pt x="1159" y="535"/>
                </a:lnTo>
                <a:lnTo>
                  <a:pt x="1161" y="535"/>
                </a:lnTo>
                <a:lnTo>
                  <a:pt x="1162" y="536"/>
                </a:lnTo>
                <a:lnTo>
                  <a:pt x="1163" y="536"/>
                </a:lnTo>
                <a:lnTo>
                  <a:pt x="1165" y="536"/>
                </a:lnTo>
                <a:lnTo>
                  <a:pt x="1166" y="536"/>
                </a:lnTo>
                <a:lnTo>
                  <a:pt x="1167" y="536"/>
                </a:lnTo>
                <a:lnTo>
                  <a:pt x="1168" y="536"/>
                </a:lnTo>
                <a:lnTo>
                  <a:pt x="1168" y="535"/>
                </a:lnTo>
                <a:lnTo>
                  <a:pt x="1169" y="534"/>
                </a:lnTo>
                <a:lnTo>
                  <a:pt x="1170" y="534"/>
                </a:lnTo>
                <a:lnTo>
                  <a:pt x="1171" y="533"/>
                </a:lnTo>
                <a:lnTo>
                  <a:pt x="1172" y="532"/>
                </a:lnTo>
                <a:lnTo>
                  <a:pt x="1173" y="531"/>
                </a:lnTo>
                <a:lnTo>
                  <a:pt x="1174" y="531"/>
                </a:lnTo>
                <a:lnTo>
                  <a:pt x="1176" y="531"/>
                </a:lnTo>
                <a:lnTo>
                  <a:pt x="1177" y="531"/>
                </a:lnTo>
                <a:lnTo>
                  <a:pt x="1178" y="531"/>
                </a:lnTo>
                <a:lnTo>
                  <a:pt x="1179" y="531"/>
                </a:lnTo>
                <a:lnTo>
                  <a:pt x="1180" y="531"/>
                </a:lnTo>
                <a:lnTo>
                  <a:pt x="1181" y="531"/>
                </a:lnTo>
                <a:lnTo>
                  <a:pt x="1182" y="531"/>
                </a:lnTo>
                <a:lnTo>
                  <a:pt x="1183" y="531"/>
                </a:lnTo>
                <a:lnTo>
                  <a:pt x="1184" y="532"/>
                </a:lnTo>
                <a:lnTo>
                  <a:pt x="1185" y="532"/>
                </a:lnTo>
                <a:lnTo>
                  <a:pt x="1185" y="531"/>
                </a:lnTo>
                <a:lnTo>
                  <a:pt x="1186" y="531"/>
                </a:lnTo>
                <a:lnTo>
                  <a:pt x="1188" y="531"/>
                </a:lnTo>
                <a:lnTo>
                  <a:pt x="1189" y="531"/>
                </a:lnTo>
                <a:lnTo>
                  <a:pt x="1190" y="530"/>
                </a:lnTo>
                <a:lnTo>
                  <a:pt x="1191" y="530"/>
                </a:lnTo>
                <a:lnTo>
                  <a:pt x="1192" y="529"/>
                </a:lnTo>
                <a:lnTo>
                  <a:pt x="1193" y="529"/>
                </a:lnTo>
                <a:lnTo>
                  <a:pt x="1194" y="529"/>
                </a:lnTo>
                <a:lnTo>
                  <a:pt x="1195" y="529"/>
                </a:lnTo>
                <a:lnTo>
                  <a:pt x="1196" y="529"/>
                </a:lnTo>
                <a:lnTo>
                  <a:pt x="1197" y="528"/>
                </a:lnTo>
                <a:lnTo>
                  <a:pt x="1198" y="528"/>
                </a:lnTo>
                <a:lnTo>
                  <a:pt x="1199" y="527"/>
                </a:lnTo>
                <a:lnTo>
                  <a:pt x="1200" y="527"/>
                </a:lnTo>
                <a:lnTo>
                  <a:pt x="1201" y="527"/>
                </a:lnTo>
                <a:lnTo>
                  <a:pt x="1202" y="527"/>
                </a:lnTo>
                <a:lnTo>
                  <a:pt x="1203" y="527"/>
                </a:lnTo>
                <a:lnTo>
                  <a:pt x="1205" y="528"/>
                </a:lnTo>
                <a:lnTo>
                  <a:pt x="1206" y="528"/>
                </a:lnTo>
                <a:lnTo>
                  <a:pt x="1207" y="529"/>
                </a:lnTo>
                <a:lnTo>
                  <a:pt x="1209" y="529"/>
                </a:lnTo>
                <a:lnTo>
                  <a:pt x="1210" y="528"/>
                </a:lnTo>
                <a:lnTo>
                  <a:pt x="1211" y="528"/>
                </a:lnTo>
                <a:lnTo>
                  <a:pt x="1212" y="528"/>
                </a:lnTo>
                <a:lnTo>
                  <a:pt x="1214" y="528"/>
                </a:lnTo>
                <a:lnTo>
                  <a:pt x="1215" y="528"/>
                </a:lnTo>
                <a:lnTo>
                  <a:pt x="1216" y="528"/>
                </a:lnTo>
                <a:lnTo>
                  <a:pt x="1217" y="528"/>
                </a:lnTo>
                <a:lnTo>
                  <a:pt x="1218" y="529"/>
                </a:lnTo>
                <a:lnTo>
                  <a:pt x="1219" y="529"/>
                </a:lnTo>
                <a:lnTo>
                  <a:pt x="1220" y="530"/>
                </a:lnTo>
                <a:lnTo>
                  <a:pt x="1221" y="531"/>
                </a:lnTo>
                <a:lnTo>
                  <a:pt x="1225" y="532"/>
                </a:lnTo>
                <a:lnTo>
                  <a:pt x="1226" y="532"/>
                </a:lnTo>
                <a:lnTo>
                  <a:pt x="1228" y="532"/>
                </a:lnTo>
                <a:lnTo>
                  <a:pt x="1229" y="532"/>
                </a:lnTo>
                <a:lnTo>
                  <a:pt x="1230" y="531"/>
                </a:lnTo>
                <a:lnTo>
                  <a:pt x="1231" y="530"/>
                </a:lnTo>
                <a:lnTo>
                  <a:pt x="1231" y="529"/>
                </a:lnTo>
                <a:lnTo>
                  <a:pt x="1232" y="528"/>
                </a:lnTo>
                <a:lnTo>
                  <a:pt x="1233" y="527"/>
                </a:lnTo>
                <a:lnTo>
                  <a:pt x="1235" y="525"/>
                </a:lnTo>
                <a:lnTo>
                  <a:pt x="1236" y="525"/>
                </a:lnTo>
                <a:lnTo>
                  <a:pt x="1236" y="524"/>
                </a:lnTo>
                <a:lnTo>
                  <a:pt x="1237" y="524"/>
                </a:lnTo>
                <a:lnTo>
                  <a:pt x="1239" y="524"/>
                </a:lnTo>
                <a:lnTo>
                  <a:pt x="1240" y="524"/>
                </a:lnTo>
                <a:lnTo>
                  <a:pt x="1244" y="525"/>
                </a:lnTo>
                <a:lnTo>
                  <a:pt x="1246" y="525"/>
                </a:lnTo>
                <a:lnTo>
                  <a:pt x="1247" y="525"/>
                </a:lnTo>
                <a:lnTo>
                  <a:pt x="1248" y="525"/>
                </a:lnTo>
                <a:lnTo>
                  <a:pt x="1249" y="525"/>
                </a:lnTo>
                <a:lnTo>
                  <a:pt x="1250" y="524"/>
                </a:lnTo>
                <a:lnTo>
                  <a:pt x="1250" y="523"/>
                </a:lnTo>
                <a:lnTo>
                  <a:pt x="1251" y="523"/>
                </a:lnTo>
                <a:lnTo>
                  <a:pt x="1252" y="524"/>
                </a:lnTo>
                <a:lnTo>
                  <a:pt x="1253" y="524"/>
                </a:lnTo>
                <a:lnTo>
                  <a:pt x="1253" y="525"/>
                </a:lnTo>
                <a:lnTo>
                  <a:pt x="1254" y="526"/>
                </a:lnTo>
                <a:lnTo>
                  <a:pt x="1254" y="527"/>
                </a:lnTo>
                <a:lnTo>
                  <a:pt x="1253" y="529"/>
                </a:lnTo>
                <a:lnTo>
                  <a:pt x="1252" y="530"/>
                </a:lnTo>
                <a:lnTo>
                  <a:pt x="1251" y="531"/>
                </a:lnTo>
                <a:lnTo>
                  <a:pt x="1250" y="531"/>
                </a:lnTo>
                <a:lnTo>
                  <a:pt x="1249" y="531"/>
                </a:lnTo>
                <a:lnTo>
                  <a:pt x="1246" y="533"/>
                </a:lnTo>
                <a:lnTo>
                  <a:pt x="1245" y="533"/>
                </a:lnTo>
                <a:lnTo>
                  <a:pt x="1244" y="533"/>
                </a:lnTo>
                <a:lnTo>
                  <a:pt x="1242" y="534"/>
                </a:lnTo>
                <a:lnTo>
                  <a:pt x="1241" y="534"/>
                </a:lnTo>
                <a:lnTo>
                  <a:pt x="1240" y="534"/>
                </a:lnTo>
                <a:lnTo>
                  <a:pt x="1238" y="535"/>
                </a:lnTo>
                <a:lnTo>
                  <a:pt x="1237" y="535"/>
                </a:lnTo>
                <a:lnTo>
                  <a:pt x="1236" y="536"/>
                </a:lnTo>
                <a:lnTo>
                  <a:pt x="1235" y="536"/>
                </a:lnTo>
                <a:lnTo>
                  <a:pt x="1233" y="536"/>
                </a:lnTo>
                <a:lnTo>
                  <a:pt x="1231" y="537"/>
                </a:lnTo>
                <a:lnTo>
                  <a:pt x="1230" y="538"/>
                </a:lnTo>
                <a:lnTo>
                  <a:pt x="1229" y="538"/>
                </a:lnTo>
                <a:lnTo>
                  <a:pt x="1228" y="538"/>
                </a:lnTo>
                <a:lnTo>
                  <a:pt x="1228" y="539"/>
                </a:lnTo>
                <a:lnTo>
                  <a:pt x="1227" y="540"/>
                </a:lnTo>
                <a:lnTo>
                  <a:pt x="1226" y="541"/>
                </a:lnTo>
                <a:lnTo>
                  <a:pt x="1225" y="541"/>
                </a:lnTo>
                <a:lnTo>
                  <a:pt x="1225" y="540"/>
                </a:lnTo>
                <a:lnTo>
                  <a:pt x="1224" y="541"/>
                </a:lnTo>
                <a:lnTo>
                  <a:pt x="1223" y="541"/>
                </a:lnTo>
                <a:lnTo>
                  <a:pt x="1222" y="542"/>
                </a:lnTo>
                <a:lnTo>
                  <a:pt x="1221" y="542"/>
                </a:lnTo>
                <a:lnTo>
                  <a:pt x="1220" y="542"/>
                </a:lnTo>
                <a:lnTo>
                  <a:pt x="1220" y="543"/>
                </a:lnTo>
                <a:lnTo>
                  <a:pt x="1218" y="543"/>
                </a:lnTo>
                <a:lnTo>
                  <a:pt x="1217" y="544"/>
                </a:lnTo>
                <a:lnTo>
                  <a:pt x="1216" y="544"/>
                </a:lnTo>
                <a:lnTo>
                  <a:pt x="1216" y="545"/>
                </a:lnTo>
                <a:lnTo>
                  <a:pt x="1216" y="548"/>
                </a:lnTo>
                <a:lnTo>
                  <a:pt x="1216" y="549"/>
                </a:lnTo>
                <a:lnTo>
                  <a:pt x="1216" y="550"/>
                </a:lnTo>
                <a:lnTo>
                  <a:pt x="1216" y="551"/>
                </a:lnTo>
                <a:lnTo>
                  <a:pt x="1216" y="552"/>
                </a:lnTo>
                <a:lnTo>
                  <a:pt x="1216" y="553"/>
                </a:lnTo>
                <a:lnTo>
                  <a:pt x="1216" y="554"/>
                </a:lnTo>
                <a:lnTo>
                  <a:pt x="1216" y="555"/>
                </a:lnTo>
                <a:lnTo>
                  <a:pt x="1215" y="556"/>
                </a:lnTo>
                <a:lnTo>
                  <a:pt x="1214" y="556"/>
                </a:lnTo>
                <a:lnTo>
                  <a:pt x="1214" y="557"/>
                </a:lnTo>
                <a:lnTo>
                  <a:pt x="1213" y="557"/>
                </a:lnTo>
                <a:lnTo>
                  <a:pt x="1213" y="558"/>
                </a:lnTo>
                <a:lnTo>
                  <a:pt x="1212" y="560"/>
                </a:lnTo>
                <a:lnTo>
                  <a:pt x="1211" y="561"/>
                </a:lnTo>
                <a:lnTo>
                  <a:pt x="1209" y="562"/>
                </a:lnTo>
                <a:lnTo>
                  <a:pt x="1209" y="563"/>
                </a:lnTo>
                <a:lnTo>
                  <a:pt x="1208" y="564"/>
                </a:lnTo>
                <a:lnTo>
                  <a:pt x="1207" y="564"/>
                </a:lnTo>
                <a:lnTo>
                  <a:pt x="1207" y="565"/>
                </a:lnTo>
                <a:lnTo>
                  <a:pt x="1207" y="566"/>
                </a:lnTo>
                <a:lnTo>
                  <a:pt x="1206" y="566"/>
                </a:lnTo>
                <a:lnTo>
                  <a:pt x="1205" y="566"/>
                </a:lnTo>
                <a:lnTo>
                  <a:pt x="1205" y="567"/>
                </a:lnTo>
                <a:lnTo>
                  <a:pt x="1205" y="568"/>
                </a:lnTo>
                <a:lnTo>
                  <a:pt x="1205" y="569"/>
                </a:lnTo>
                <a:lnTo>
                  <a:pt x="1205" y="570"/>
                </a:lnTo>
                <a:lnTo>
                  <a:pt x="1205" y="571"/>
                </a:lnTo>
                <a:lnTo>
                  <a:pt x="1205" y="572"/>
                </a:lnTo>
                <a:lnTo>
                  <a:pt x="1206" y="572"/>
                </a:lnTo>
                <a:lnTo>
                  <a:pt x="1206" y="573"/>
                </a:lnTo>
                <a:lnTo>
                  <a:pt x="1207" y="573"/>
                </a:lnTo>
                <a:lnTo>
                  <a:pt x="1207" y="574"/>
                </a:lnTo>
                <a:lnTo>
                  <a:pt x="1208" y="574"/>
                </a:lnTo>
                <a:lnTo>
                  <a:pt x="1208" y="575"/>
                </a:lnTo>
                <a:lnTo>
                  <a:pt x="1209" y="575"/>
                </a:lnTo>
                <a:lnTo>
                  <a:pt x="1209" y="576"/>
                </a:lnTo>
                <a:lnTo>
                  <a:pt x="1209" y="577"/>
                </a:lnTo>
                <a:lnTo>
                  <a:pt x="1210" y="577"/>
                </a:lnTo>
                <a:lnTo>
                  <a:pt x="1210" y="578"/>
                </a:lnTo>
                <a:lnTo>
                  <a:pt x="1210" y="579"/>
                </a:lnTo>
                <a:lnTo>
                  <a:pt x="1210" y="580"/>
                </a:lnTo>
                <a:lnTo>
                  <a:pt x="1212" y="580"/>
                </a:lnTo>
                <a:lnTo>
                  <a:pt x="1213" y="580"/>
                </a:lnTo>
                <a:lnTo>
                  <a:pt x="1214" y="580"/>
                </a:lnTo>
                <a:lnTo>
                  <a:pt x="1215" y="581"/>
                </a:lnTo>
                <a:lnTo>
                  <a:pt x="1215" y="582"/>
                </a:lnTo>
                <a:lnTo>
                  <a:pt x="1216" y="582"/>
                </a:lnTo>
                <a:lnTo>
                  <a:pt x="1216" y="583"/>
                </a:lnTo>
                <a:lnTo>
                  <a:pt x="1215" y="584"/>
                </a:lnTo>
                <a:lnTo>
                  <a:pt x="1215" y="585"/>
                </a:lnTo>
                <a:lnTo>
                  <a:pt x="1216" y="585"/>
                </a:lnTo>
                <a:lnTo>
                  <a:pt x="1216" y="586"/>
                </a:lnTo>
                <a:lnTo>
                  <a:pt x="1216" y="587"/>
                </a:lnTo>
                <a:lnTo>
                  <a:pt x="1216" y="588"/>
                </a:lnTo>
                <a:lnTo>
                  <a:pt x="1215" y="588"/>
                </a:lnTo>
                <a:lnTo>
                  <a:pt x="1216" y="588"/>
                </a:lnTo>
                <a:lnTo>
                  <a:pt x="1216" y="589"/>
                </a:lnTo>
                <a:lnTo>
                  <a:pt x="1217" y="589"/>
                </a:lnTo>
                <a:lnTo>
                  <a:pt x="1217" y="590"/>
                </a:lnTo>
                <a:lnTo>
                  <a:pt x="1218" y="590"/>
                </a:lnTo>
                <a:lnTo>
                  <a:pt x="1219" y="590"/>
                </a:lnTo>
                <a:lnTo>
                  <a:pt x="1219" y="591"/>
                </a:lnTo>
                <a:lnTo>
                  <a:pt x="1220" y="591"/>
                </a:lnTo>
                <a:lnTo>
                  <a:pt x="1221" y="592"/>
                </a:lnTo>
                <a:lnTo>
                  <a:pt x="1221" y="593"/>
                </a:lnTo>
                <a:lnTo>
                  <a:pt x="1222" y="593"/>
                </a:lnTo>
                <a:lnTo>
                  <a:pt x="1223" y="593"/>
                </a:lnTo>
                <a:lnTo>
                  <a:pt x="1223" y="594"/>
                </a:lnTo>
                <a:lnTo>
                  <a:pt x="1224" y="594"/>
                </a:lnTo>
                <a:lnTo>
                  <a:pt x="1224" y="595"/>
                </a:lnTo>
                <a:lnTo>
                  <a:pt x="1225" y="595"/>
                </a:lnTo>
                <a:lnTo>
                  <a:pt x="1225" y="596"/>
                </a:lnTo>
                <a:lnTo>
                  <a:pt x="1225" y="598"/>
                </a:lnTo>
                <a:lnTo>
                  <a:pt x="1225" y="599"/>
                </a:lnTo>
                <a:lnTo>
                  <a:pt x="1225" y="600"/>
                </a:lnTo>
                <a:lnTo>
                  <a:pt x="1224" y="600"/>
                </a:lnTo>
                <a:lnTo>
                  <a:pt x="1223" y="601"/>
                </a:lnTo>
                <a:lnTo>
                  <a:pt x="1223" y="602"/>
                </a:lnTo>
                <a:lnTo>
                  <a:pt x="1223" y="603"/>
                </a:lnTo>
                <a:lnTo>
                  <a:pt x="1222" y="603"/>
                </a:lnTo>
                <a:lnTo>
                  <a:pt x="1221" y="604"/>
                </a:lnTo>
                <a:lnTo>
                  <a:pt x="1220" y="605"/>
                </a:lnTo>
                <a:lnTo>
                  <a:pt x="1219" y="606"/>
                </a:lnTo>
                <a:lnTo>
                  <a:pt x="1218" y="606"/>
                </a:lnTo>
                <a:lnTo>
                  <a:pt x="1218" y="607"/>
                </a:lnTo>
                <a:lnTo>
                  <a:pt x="1217" y="607"/>
                </a:lnTo>
                <a:lnTo>
                  <a:pt x="1217" y="608"/>
                </a:lnTo>
                <a:lnTo>
                  <a:pt x="1217" y="609"/>
                </a:lnTo>
                <a:lnTo>
                  <a:pt x="1217" y="610"/>
                </a:lnTo>
                <a:lnTo>
                  <a:pt x="1217" y="611"/>
                </a:lnTo>
                <a:lnTo>
                  <a:pt x="1217" y="612"/>
                </a:lnTo>
                <a:lnTo>
                  <a:pt x="1216" y="613"/>
                </a:lnTo>
                <a:lnTo>
                  <a:pt x="1215" y="613"/>
                </a:lnTo>
                <a:lnTo>
                  <a:pt x="1214" y="613"/>
                </a:lnTo>
                <a:lnTo>
                  <a:pt x="1214" y="614"/>
                </a:lnTo>
                <a:lnTo>
                  <a:pt x="1213" y="614"/>
                </a:lnTo>
                <a:lnTo>
                  <a:pt x="1213" y="615"/>
                </a:lnTo>
                <a:lnTo>
                  <a:pt x="1212" y="615"/>
                </a:lnTo>
                <a:lnTo>
                  <a:pt x="1212" y="616"/>
                </a:lnTo>
                <a:lnTo>
                  <a:pt x="1212" y="617"/>
                </a:lnTo>
                <a:lnTo>
                  <a:pt x="1211" y="617"/>
                </a:lnTo>
                <a:lnTo>
                  <a:pt x="1211" y="618"/>
                </a:lnTo>
                <a:lnTo>
                  <a:pt x="1210" y="618"/>
                </a:lnTo>
                <a:lnTo>
                  <a:pt x="1209" y="618"/>
                </a:lnTo>
                <a:lnTo>
                  <a:pt x="1208" y="618"/>
                </a:lnTo>
                <a:lnTo>
                  <a:pt x="1208" y="619"/>
                </a:lnTo>
                <a:lnTo>
                  <a:pt x="1207" y="619"/>
                </a:lnTo>
                <a:lnTo>
                  <a:pt x="1207" y="621"/>
                </a:lnTo>
                <a:lnTo>
                  <a:pt x="1207" y="622"/>
                </a:lnTo>
                <a:lnTo>
                  <a:pt x="1207" y="623"/>
                </a:lnTo>
                <a:lnTo>
                  <a:pt x="1206" y="623"/>
                </a:lnTo>
                <a:lnTo>
                  <a:pt x="1206" y="624"/>
                </a:lnTo>
                <a:lnTo>
                  <a:pt x="1205" y="624"/>
                </a:lnTo>
                <a:lnTo>
                  <a:pt x="1204" y="624"/>
                </a:lnTo>
                <a:lnTo>
                  <a:pt x="1203" y="624"/>
                </a:lnTo>
                <a:lnTo>
                  <a:pt x="1203" y="625"/>
                </a:lnTo>
                <a:lnTo>
                  <a:pt x="1202" y="625"/>
                </a:lnTo>
                <a:lnTo>
                  <a:pt x="1201" y="626"/>
                </a:lnTo>
                <a:lnTo>
                  <a:pt x="1201" y="627"/>
                </a:lnTo>
                <a:lnTo>
                  <a:pt x="1200" y="627"/>
                </a:lnTo>
                <a:lnTo>
                  <a:pt x="1199" y="627"/>
                </a:lnTo>
                <a:lnTo>
                  <a:pt x="1198" y="627"/>
                </a:lnTo>
                <a:lnTo>
                  <a:pt x="1197" y="627"/>
                </a:lnTo>
                <a:lnTo>
                  <a:pt x="1196" y="627"/>
                </a:lnTo>
                <a:lnTo>
                  <a:pt x="1195" y="627"/>
                </a:lnTo>
                <a:lnTo>
                  <a:pt x="1194" y="627"/>
                </a:lnTo>
                <a:lnTo>
                  <a:pt x="1193" y="627"/>
                </a:lnTo>
                <a:lnTo>
                  <a:pt x="1193" y="628"/>
                </a:lnTo>
                <a:lnTo>
                  <a:pt x="1192" y="628"/>
                </a:lnTo>
                <a:lnTo>
                  <a:pt x="1190" y="628"/>
                </a:lnTo>
                <a:lnTo>
                  <a:pt x="1189" y="628"/>
                </a:lnTo>
                <a:lnTo>
                  <a:pt x="1188" y="627"/>
                </a:lnTo>
                <a:lnTo>
                  <a:pt x="1188" y="628"/>
                </a:lnTo>
                <a:lnTo>
                  <a:pt x="1188" y="627"/>
                </a:lnTo>
                <a:lnTo>
                  <a:pt x="1187" y="627"/>
                </a:lnTo>
                <a:lnTo>
                  <a:pt x="1186" y="627"/>
                </a:lnTo>
                <a:lnTo>
                  <a:pt x="1185" y="628"/>
                </a:lnTo>
                <a:lnTo>
                  <a:pt x="1184" y="628"/>
                </a:lnTo>
                <a:lnTo>
                  <a:pt x="1183" y="628"/>
                </a:lnTo>
                <a:lnTo>
                  <a:pt x="1183" y="629"/>
                </a:lnTo>
                <a:lnTo>
                  <a:pt x="1182" y="630"/>
                </a:lnTo>
                <a:lnTo>
                  <a:pt x="1181" y="630"/>
                </a:lnTo>
                <a:lnTo>
                  <a:pt x="1181" y="631"/>
                </a:lnTo>
                <a:lnTo>
                  <a:pt x="1180" y="631"/>
                </a:lnTo>
                <a:lnTo>
                  <a:pt x="1179" y="632"/>
                </a:lnTo>
                <a:lnTo>
                  <a:pt x="1179" y="633"/>
                </a:lnTo>
                <a:lnTo>
                  <a:pt x="1179" y="634"/>
                </a:lnTo>
                <a:lnTo>
                  <a:pt x="1179" y="635"/>
                </a:lnTo>
                <a:lnTo>
                  <a:pt x="1178" y="635"/>
                </a:lnTo>
                <a:lnTo>
                  <a:pt x="1178" y="636"/>
                </a:lnTo>
                <a:lnTo>
                  <a:pt x="1177" y="636"/>
                </a:lnTo>
                <a:lnTo>
                  <a:pt x="1176" y="636"/>
                </a:lnTo>
                <a:lnTo>
                  <a:pt x="1176" y="637"/>
                </a:lnTo>
                <a:lnTo>
                  <a:pt x="1175" y="637"/>
                </a:lnTo>
                <a:lnTo>
                  <a:pt x="1174" y="637"/>
                </a:lnTo>
                <a:lnTo>
                  <a:pt x="1173" y="637"/>
                </a:lnTo>
                <a:lnTo>
                  <a:pt x="1173" y="638"/>
                </a:lnTo>
                <a:lnTo>
                  <a:pt x="1172" y="638"/>
                </a:lnTo>
                <a:lnTo>
                  <a:pt x="1172" y="639"/>
                </a:lnTo>
                <a:lnTo>
                  <a:pt x="1171" y="639"/>
                </a:lnTo>
                <a:lnTo>
                  <a:pt x="1171" y="640"/>
                </a:lnTo>
                <a:lnTo>
                  <a:pt x="1171" y="641"/>
                </a:lnTo>
                <a:lnTo>
                  <a:pt x="1171" y="642"/>
                </a:lnTo>
                <a:lnTo>
                  <a:pt x="1170" y="642"/>
                </a:lnTo>
                <a:lnTo>
                  <a:pt x="1170" y="643"/>
                </a:lnTo>
                <a:lnTo>
                  <a:pt x="1170" y="644"/>
                </a:lnTo>
                <a:lnTo>
                  <a:pt x="1170" y="645"/>
                </a:lnTo>
                <a:lnTo>
                  <a:pt x="1170" y="646"/>
                </a:lnTo>
                <a:lnTo>
                  <a:pt x="1169" y="646"/>
                </a:lnTo>
                <a:lnTo>
                  <a:pt x="1169" y="647"/>
                </a:lnTo>
                <a:lnTo>
                  <a:pt x="1170" y="647"/>
                </a:lnTo>
                <a:lnTo>
                  <a:pt x="1170" y="648"/>
                </a:lnTo>
                <a:lnTo>
                  <a:pt x="1170" y="649"/>
                </a:lnTo>
                <a:lnTo>
                  <a:pt x="1171" y="649"/>
                </a:lnTo>
                <a:lnTo>
                  <a:pt x="1172" y="649"/>
                </a:lnTo>
                <a:lnTo>
                  <a:pt x="1173" y="650"/>
                </a:lnTo>
                <a:lnTo>
                  <a:pt x="1174" y="651"/>
                </a:lnTo>
                <a:lnTo>
                  <a:pt x="1175" y="652"/>
                </a:lnTo>
                <a:lnTo>
                  <a:pt x="1175" y="653"/>
                </a:lnTo>
                <a:lnTo>
                  <a:pt x="1176" y="654"/>
                </a:lnTo>
                <a:lnTo>
                  <a:pt x="1176" y="656"/>
                </a:lnTo>
                <a:lnTo>
                  <a:pt x="1176" y="658"/>
                </a:lnTo>
                <a:lnTo>
                  <a:pt x="1176" y="659"/>
                </a:lnTo>
                <a:lnTo>
                  <a:pt x="1176" y="660"/>
                </a:lnTo>
                <a:lnTo>
                  <a:pt x="1176" y="661"/>
                </a:lnTo>
                <a:lnTo>
                  <a:pt x="1175" y="662"/>
                </a:lnTo>
                <a:lnTo>
                  <a:pt x="1174" y="662"/>
                </a:lnTo>
                <a:lnTo>
                  <a:pt x="1173" y="663"/>
                </a:lnTo>
                <a:lnTo>
                  <a:pt x="1172" y="662"/>
                </a:lnTo>
                <a:lnTo>
                  <a:pt x="1172" y="663"/>
                </a:lnTo>
                <a:lnTo>
                  <a:pt x="1170" y="663"/>
                </a:lnTo>
                <a:lnTo>
                  <a:pt x="1169" y="662"/>
                </a:lnTo>
                <a:lnTo>
                  <a:pt x="1169" y="663"/>
                </a:lnTo>
                <a:lnTo>
                  <a:pt x="1168" y="663"/>
                </a:lnTo>
                <a:lnTo>
                  <a:pt x="1167" y="664"/>
                </a:lnTo>
                <a:lnTo>
                  <a:pt x="1167" y="665"/>
                </a:lnTo>
                <a:lnTo>
                  <a:pt x="1166" y="665"/>
                </a:lnTo>
                <a:lnTo>
                  <a:pt x="1166" y="666"/>
                </a:lnTo>
                <a:lnTo>
                  <a:pt x="1166" y="667"/>
                </a:lnTo>
                <a:lnTo>
                  <a:pt x="1166" y="668"/>
                </a:lnTo>
                <a:lnTo>
                  <a:pt x="1166" y="669"/>
                </a:lnTo>
                <a:lnTo>
                  <a:pt x="1165" y="669"/>
                </a:lnTo>
                <a:lnTo>
                  <a:pt x="1165" y="670"/>
                </a:lnTo>
                <a:lnTo>
                  <a:pt x="1164" y="670"/>
                </a:lnTo>
                <a:lnTo>
                  <a:pt x="1164" y="672"/>
                </a:lnTo>
                <a:lnTo>
                  <a:pt x="1163" y="673"/>
                </a:lnTo>
                <a:lnTo>
                  <a:pt x="1162" y="673"/>
                </a:lnTo>
                <a:lnTo>
                  <a:pt x="1162" y="674"/>
                </a:lnTo>
                <a:lnTo>
                  <a:pt x="1161" y="674"/>
                </a:lnTo>
                <a:lnTo>
                  <a:pt x="1161" y="675"/>
                </a:lnTo>
                <a:lnTo>
                  <a:pt x="1161" y="676"/>
                </a:lnTo>
                <a:lnTo>
                  <a:pt x="1162" y="676"/>
                </a:lnTo>
                <a:lnTo>
                  <a:pt x="1162" y="677"/>
                </a:lnTo>
                <a:lnTo>
                  <a:pt x="1162" y="678"/>
                </a:lnTo>
                <a:lnTo>
                  <a:pt x="1162" y="679"/>
                </a:lnTo>
                <a:lnTo>
                  <a:pt x="1162" y="680"/>
                </a:lnTo>
                <a:lnTo>
                  <a:pt x="1161" y="680"/>
                </a:lnTo>
                <a:lnTo>
                  <a:pt x="1161" y="681"/>
                </a:lnTo>
                <a:lnTo>
                  <a:pt x="1160" y="682"/>
                </a:lnTo>
                <a:lnTo>
                  <a:pt x="1160" y="683"/>
                </a:lnTo>
                <a:lnTo>
                  <a:pt x="1159" y="684"/>
                </a:lnTo>
                <a:lnTo>
                  <a:pt x="1159" y="685"/>
                </a:lnTo>
                <a:lnTo>
                  <a:pt x="1159" y="686"/>
                </a:lnTo>
                <a:lnTo>
                  <a:pt x="1159" y="687"/>
                </a:lnTo>
                <a:lnTo>
                  <a:pt x="1159" y="688"/>
                </a:lnTo>
                <a:lnTo>
                  <a:pt x="1158" y="688"/>
                </a:lnTo>
                <a:lnTo>
                  <a:pt x="1158" y="689"/>
                </a:lnTo>
                <a:lnTo>
                  <a:pt x="1157" y="689"/>
                </a:lnTo>
                <a:lnTo>
                  <a:pt x="1157" y="690"/>
                </a:lnTo>
                <a:lnTo>
                  <a:pt x="1157" y="692"/>
                </a:lnTo>
                <a:lnTo>
                  <a:pt x="1158" y="692"/>
                </a:lnTo>
                <a:lnTo>
                  <a:pt x="1158" y="693"/>
                </a:lnTo>
                <a:lnTo>
                  <a:pt x="1159" y="693"/>
                </a:lnTo>
                <a:lnTo>
                  <a:pt x="1159" y="694"/>
                </a:lnTo>
                <a:lnTo>
                  <a:pt x="1159" y="695"/>
                </a:lnTo>
                <a:lnTo>
                  <a:pt x="1160" y="695"/>
                </a:lnTo>
                <a:lnTo>
                  <a:pt x="1160" y="696"/>
                </a:lnTo>
                <a:lnTo>
                  <a:pt x="1159" y="696"/>
                </a:lnTo>
                <a:lnTo>
                  <a:pt x="1158" y="697"/>
                </a:lnTo>
                <a:lnTo>
                  <a:pt x="1158" y="698"/>
                </a:lnTo>
                <a:lnTo>
                  <a:pt x="1158" y="699"/>
                </a:lnTo>
                <a:lnTo>
                  <a:pt x="1157" y="699"/>
                </a:lnTo>
                <a:lnTo>
                  <a:pt x="1157" y="700"/>
                </a:lnTo>
                <a:lnTo>
                  <a:pt x="1157" y="701"/>
                </a:lnTo>
                <a:lnTo>
                  <a:pt x="1158" y="702"/>
                </a:lnTo>
                <a:lnTo>
                  <a:pt x="1158" y="703"/>
                </a:lnTo>
                <a:lnTo>
                  <a:pt x="1158" y="704"/>
                </a:lnTo>
                <a:lnTo>
                  <a:pt x="1158" y="705"/>
                </a:lnTo>
                <a:lnTo>
                  <a:pt x="1157" y="705"/>
                </a:lnTo>
                <a:lnTo>
                  <a:pt x="1157" y="706"/>
                </a:lnTo>
                <a:lnTo>
                  <a:pt x="1157" y="707"/>
                </a:lnTo>
                <a:lnTo>
                  <a:pt x="1157" y="708"/>
                </a:lnTo>
                <a:lnTo>
                  <a:pt x="1156" y="709"/>
                </a:lnTo>
                <a:lnTo>
                  <a:pt x="1156" y="710"/>
                </a:lnTo>
                <a:lnTo>
                  <a:pt x="1155" y="710"/>
                </a:lnTo>
                <a:lnTo>
                  <a:pt x="1154" y="711"/>
                </a:lnTo>
                <a:lnTo>
                  <a:pt x="1153" y="711"/>
                </a:lnTo>
                <a:lnTo>
                  <a:pt x="1153" y="712"/>
                </a:lnTo>
                <a:lnTo>
                  <a:pt x="1152" y="712"/>
                </a:lnTo>
                <a:lnTo>
                  <a:pt x="1151" y="712"/>
                </a:lnTo>
                <a:lnTo>
                  <a:pt x="1150" y="712"/>
                </a:lnTo>
                <a:lnTo>
                  <a:pt x="1150" y="713"/>
                </a:lnTo>
                <a:lnTo>
                  <a:pt x="1149" y="713"/>
                </a:lnTo>
                <a:lnTo>
                  <a:pt x="1148" y="713"/>
                </a:lnTo>
                <a:lnTo>
                  <a:pt x="1148" y="714"/>
                </a:lnTo>
                <a:lnTo>
                  <a:pt x="1147" y="715"/>
                </a:lnTo>
                <a:lnTo>
                  <a:pt x="1147" y="716"/>
                </a:lnTo>
                <a:lnTo>
                  <a:pt x="1146" y="717"/>
                </a:lnTo>
                <a:lnTo>
                  <a:pt x="1146" y="718"/>
                </a:lnTo>
                <a:lnTo>
                  <a:pt x="1146" y="719"/>
                </a:lnTo>
                <a:lnTo>
                  <a:pt x="1146" y="720"/>
                </a:lnTo>
                <a:lnTo>
                  <a:pt x="1145" y="721"/>
                </a:lnTo>
                <a:lnTo>
                  <a:pt x="1144" y="722"/>
                </a:lnTo>
                <a:lnTo>
                  <a:pt x="1143" y="722"/>
                </a:lnTo>
                <a:lnTo>
                  <a:pt x="1143" y="723"/>
                </a:lnTo>
                <a:lnTo>
                  <a:pt x="1144" y="723"/>
                </a:lnTo>
                <a:lnTo>
                  <a:pt x="1143" y="724"/>
                </a:lnTo>
                <a:lnTo>
                  <a:pt x="1142" y="725"/>
                </a:lnTo>
                <a:lnTo>
                  <a:pt x="1142" y="726"/>
                </a:lnTo>
                <a:lnTo>
                  <a:pt x="1141" y="726"/>
                </a:lnTo>
                <a:lnTo>
                  <a:pt x="1141" y="727"/>
                </a:lnTo>
                <a:lnTo>
                  <a:pt x="1142" y="728"/>
                </a:lnTo>
                <a:lnTo>
                  <a:pt x="1142" y="729"/>
                </a:lnTo>
                <a:lnTo>
                  <a:pt x="1143" y="729"/>
                </a:lnTo>
                <a:lnTo>
                  <a:pt x="1144" y="729"/>
                </a:lnTo>
                <a:lnTo>
                  <a:pt x="1145" y="729"/>
                </a:lnTo>
                <a:lnTo>
                  <a:pt x="1146" y="729"/>
                </a:lnTo>
                <a:lnTo>
                  <a:pt x="1147" y="730"/>
                </a:lnTo>
                <a:lnTo>
                  <a:pt x="1148" y="731"/>
                </a:lnTo>
                <a:lnTo>
                  <a:pt x="1149" y="731"/>
                </a:lnTo>
                <a:lnTo>
                  <a:pt x="1149" y="732"/>
                </a:lnTo>
                <a:lnTo>
                  <a:pt x="1149" y="733"/>
                </a:lnTo>
                <a:lnTo>
                  <a:pt x="1150" y="733"/>
                </a:lnTo>
                <a:lnTo>
                  <a:pt x="1150" y="734"/>
                </a:lnTo>
                <a:lnTo>
                  <a:pt x="1150" y="735"/>
                </a:lnTo>
                <a:lnTo>
                  <a:pt x="1150" y="736"/>
                </a:lnTo>
                <a:lnTo>
                  <a:pt x="1149" y="736"/>
                </a:lnTo>
                <a:lnTo>
                  <a:pt x="1149" y="737"/>
                </a:lnTo>
                <a:lnTo>
                  <a:pt x="1148" y="737"/>
                </a:lnTo>
                <a:lnTo>
                  <a:pt x="1147" y="737"/>
                </a:lnTo>
                <a:lnTo>
                  <a:pt x="1146" y="737"/>
                </a:lnTo>
                <a:lnTo>
                  <a:pt x="1145" y="737"/>
                </a:lnTo>
                <a:lnTo>
                  <a:pt x="1145" y="738"/>
                </a:lnTo>
                <a:lnTo>
                  <a:pt x="1144" y="738"/>
                </a:lnTo>
                <a:lnTo>
                  <a:pt x="1143" y="739"/>
                </a:lnTo>
                <a:lnTo>
                  <a:pt x="1143" y="740"/>
                </a:lnTo>
                <a:lnTo>
                  <a:pt x="1144" y="740"/>
                </a:lnTo>
                <a:lnTo>
                  <a:pt x="1144" y="741"/>
                </a:lnTo>
                <a:lnTo>
                  <a:pt x="1145" y="741"/>
                </a:lnTo>
                <a:lnTo>
                  <a:pt x="1146" y="741"/>
                </a:lnTo>
                <a:lnTo>
                  <a:pt x="1147" y="741"/>
                </a:lnTo>
                <a:lnTo>
                  <a:pt x="1148" y="740"/>
                </a:lnTo>
                <a:lnTo>
                  <a:pt x="1148" y="741"/>
                </a:lnTo>
                <a:lnTo>
                  <a:pt x="1148" y="742"/>
                </a:lnTo>
                <a:lnTo>
                  <a:pt x="1147" y="742"/>
                </a:lnTo>
                <a:lnTo>
                  <a:pt x="1147" y="743"/>
                </a:lnTo>
                <a:lnTo>
                  <a:pt x="1147" y="744"/>
                </a:lnTo>
                <a:lnTo>
                  <a:pt x="1147" y="745"/>
                </a:lnTo>
                <a:lnTo>
                  <a:pt x="1147" y="746"/>
                </a:lnTo>
                <a:lnTo>
                  <a:pt x="1148" y="746"/>
                </a:lnTo>
                <a:lnTo>
                  <a:pt x="1148" y="747"/>
                </a:lnTo>
                <a:lnTo>
                  <a:pt x="1148" y="748"/>
                </a:lnTo>
                <a:lnTo>
                  <a:pt x="1147" y="748"/>
                </a:lnTo>
                <a:lnTo>
                  <a:pt x="1147" y="749"/>
                </a:lnTo>
                <a:lnTo>
                  <a:pt x="1146" y="749"/>
                </a:lnTo>
                <a:lnTo>
                  <a:pt x="1145" y="749"/>
                </a:lnTo>
                <a:lnTo>
                  <a:pt x="1144" y="749"/>
                </a:lnTo>
                <a:lnTo>
                  <a:pt x="1143" y="749"/>
                </a:lnTo>
                <a:lnTo>
                  <a:pt x="1142" y="749"/>
                </a:lnTo>
                <a:lnTo>
                  <a:pt x="1142" y="750"/>
                </a:lnTo>
                <a:lnTo>
                  <a:pt x="1143" y="750"/>
                </a:lnTo>
                <a:lnTo>
                  <a:pt x="1144" y="750"/>
                </a:lnTo>
                <a:lnTo>
                  <a:pt x="1144" y="751"/>
                </a:lnTo>
                <a:lnTo>
                  <a:pt x="1143" y="751"/>
                </a:lnTo>
                <a:lnTo>
                  <a:pt x="1143" y="752"/>
                </a:lnTo>
                <a:lnTo>
                  <a:pt x="1142" y="752"/>
                </a:lnTo>
                <a:lnTo>
                  <a:pt x="1142" y="753"/>
                </a:lnTo>
                <a:lnTo>
                  <a:pt x="1142" y="754"/>
                </a:lnTo>
                <a:lnTo>
                  <a:pt x="1141" y="754"/>
                </a:lnTo>
                <a:lnTo>
                  <a:pt x="1140" y="754"/>
                </a:lnTo>
                <a:lnTo>
                  <a:pt x="1140" y="753"/>
                </a:lnTo>
                <a:lnTo>
                  <a:pt x="1140" y="752"/>
                </a:lnTo>
                <a:lnTo>
                  <a:pt x="1139" y="751"/>
                </a:lnTo>
                <a:lnTo>
                  <a:pt x="1138" y="751"/>
                </a:lnTo>
                <a:lnTo>
                  <a:pt x="1137" y="752"/>
                </a:lnTo>
                <a:lnTo>
                  <a:pt x="1137" y="754"/>
                </a:lnTo>
                <a:lnTo>
                  <a:pt x="1137" y="755"/>
                </a:lnTo>
                <a:lnTo>
                  <a:pt x="1136" y="756"/>
                </a:lnTo>
                <a:lnTo>
                  <a:pt x="1135" y="756"/>
                </a:lnTo>
                <a:lnTo>
                  <a:pt x="1134" y="757"/>
                </a:lnTo>
                <a:lnTo>
                  <a:pt x="1133" y="757"/>
                </a:lnTo>
                <a:lnTo>
                  <a:pt x="1132" y="757"/>
                </a:lnTo>
                <a:lnTo>
                  <a:pt x="1131" y="758"/>
                </a:lnTo>
                <a:lnTo>
                  <a:pt x="1130" y="758"/>
                </a:lnTo>
                <a:lnTo>
                  <a:pt x="1129" y="758"/>
                </a:lnTo>
                <a:lnTo>
                  <a:pt x="1128" y="758"/>
                </a:lnTo>
                <a:lnTo>
                  <a:pt x="1128" y="759"/>
                </a:lnTo>
                <a:lnTo>
                  <a:pt x="1127" y="759"/>
                </a:lnTo>
                <a:lnTo>
                  <a:pt x="1127" y="760"/>
                </a:lnTo>
                <a:lnTo>
                  <a:pt x="1127" y="761"/>
                </a:lnTo>
                <a:lnTo>
                  <a:pt x="1128" y="762"/>
                </a:lnTo>
                <a:lnTo>
                  <a:pt x="1128" y="763"/>
                </a:lnTo>
                <a:lnTo>
                  <a:pt x="1128" y="764"/>
                </a:lnTo>
                <a:lnTo>
                  <a:pt x="1129" y="764"/>
                </a:lnTo>
                <a:lnTo>
                  <a:pt x="1129" y="765"/>
                </a:lnTo>
                <a:lnTo>
                  <a:pt x="1130" y="765"/>
                </a:lnTo>
                <a:lnTo>
                  <a:pt x="1131" y="766"/>
                </a:lnTo>
                <a:lnTo>
                  <a:pt x="1131" y="767"/>
                </a:lnTo>
                <a:lnTo>
                  <a:pt x="1132" y="767"/>
                </a:lnTo>
                <a:lnTo>
                  <a:pt x="1132" y="768"/>
                </a:lnTo>
                <a:lnTo>
                  <a:pt x="1132" y="769"/>
                </a:lnTo>
                <a:lnTo>
                  <a:pt x="1131" y="770"/>
                </a:lnTo>
                <a:lnTo>
                  <a:pt x="1130" y="772"/>
                </a:lnTo>
                <a:lnTo>
                  <a:pt x="1129" y="773"/>
                </a:lnTo>
                <a:lnTo>
                  <a:pt x="1128" y="773"/>
                </a:lnTo>
                <a:lnTo>
                  <a:pt x="1128" y="774"/>
                </a:lnTo>
                <a:lnTo>
                  <a:pt x="1127" y="774"/>
                </a:lnTo>
                <a:lnTo>
                  <a:pt x="1127" y="775"/>
                </a:lnTo>
                <a:lnTo>
                  <a:pt x="1127" y="776"/>
                </a:lnTo>
                <a:lnTo>
                  <a:pt x="1126" y="776"/>
                </a:lnTo>
                <a:lnTo>
                  <a:pt x="1126" y="777"/>
                </a:lnTo>
                <a:lnTo>
                  <a:pt x="1126" y="778"/>
                </a:lnTo>
                <a:lnTo>
                  <a:pt x="1127" y="779"/>
                </a:lnTo>
                <a:lnTo>
                  <a:pt x="1126" y="779"/>
                </a:lnTo>
                <a:lnTo>
                  <a:pt x="1126" y="780"/>
                </a:lnTo>
                <a:lnTo>
                  <a:pt x="1126" y="781"/>
                </a:lnTo>
                <a:lnTo>
                  <a:pt x="1125" y="781"/>
                </a:lnTo>
                <a:lnTo>
                  <a:pt x="1124" y="780"/>
                </a:lnTo>
                <a:lnTo>
                  <a:pt x="1123" y="780"/>
                </a:lnTo>
                <a:lnTo>
                  <a:pt x="1122" y="780"/>
                </a:lnTo>
                <a:lnTo>
                  <a:pt x="1121" y="780"/>
                </a:lnTo>
                <a:lnTo>
                  <a:pt x="1121" y="781"/>
                </a:lnTo>
                <a:lnTo>
                  <a:pt x="1120" y="781"/>
                </a:lnTo>
                <a:lnTo>
                  <a:pt x="1119" y="782"/>
                </a:lnTo>
                <a:lnTo>
                  <a:pt x="1119" y="783"/>
                </a:lnTo>
                <a:lnTo>
                  <a:pt x="1120" y="783"/>
                </a:lnTo>
                <a:lnTo>
                  <a:pt x="1120" y="784"/>
                </a:lnTo>
                <a:lnTo>
                  <a:pt x="1121" y="784"/>
                </a:lnTo>
                <a:lnTo>
                  <a:pt x="1120" y="785"/>
                </a:lnTo>
                <a:lnTo>
                  <a:pt x="1119" y="785"/>
                </a:lnTo>
                <a:lnTo>
                  <a:pt x="1119" y="786"/>
                </a:lnTo>
                <a:lnTo>
                  <a:pt x="1118" y="786"/>
                </a:lnTo>
                <a:lnTo>
                  <a:pt x="1118" y="787"/>
                </a:lnTo>
                <a:lnTo>
                  <a:pt x="1119" y="787"/>
                </a:lnTo>
                <a:lnTo>
                  <a:pt x="1119" y="788"/>
                </a:lnTo>
                <a:lnTo>
                  <a:pt x="1118" y="788"/>
                </a:lnTo>
                <a:lnTo>
                  <a:pt x="1117" y="788"/>
                </a:lnTo>
                <a:lnTo>
                  <a:pt x="1116" y="788"/>
                </a:lnTo>
                <a:lnTo>
                  <a:pt x="1116" y="787"/>
                </a:lnTo>
                <a:lnTo>
                  <a:pt x="1115" y="787"/>
                </a:lnTo>
                <a:lnTo>
                  <a:pt x="1115" y="786"/>
                </a:lnTo>
                <a:lnTo>
                  <a:pt x="1114" y="785"/>
                </a:lnTo>
                <a:lnTo>
                  <a:pt x="1113" y="785"/>
                </a:lnTo>
                <a:lnTo>
                  <a:pt x="1112" y="785"/>
                </a:lnTo>
                <a:lnTo>
                  <a:pt x="1112" y="786"/>
                </a:lnTo>
                <a:lnTo>
                  <a:pt x="1111" y="786"/>
                </a:lnTo>
                <a:lnTo>
                  <a:pt x="1111" y="787"/>
                </a:lnTo>
                <a:lnTo>
                  <a:pt x="1111" y="788"/>
                </a:lnTo>
                <a:lnTo>
                  <a:pt x="1111" y="789"/>
                </a:lnTo>
                <a:lnTo>
                  <a:pt x="1110" y="788"/>
                </a:lnTo>
                <a:lnTo>
                  <a:pt x="1109" y="788"/>
                </a:lnTo>
                <a:lnTo>
                  <a:pt x="1109" y="789"/>
                </a:lnTo>
                <a:lnTo>
                  <a:pt x="1109" y="790"/>
                </a:lnTo>
                <a:lnTo>
                  <a:pt x="1109" y="791"/>
                </a:lnTo>
                <a:lnTo>
                  <a:pt x="1110" y="791"/>
                </a:lnTo>
                <a:lnTo>
                  <a:pt x="1109" y="792"/>
                </a:lnTo>
                <a:lnTo>
                  <a:pt x="1108" y="791"/>
                </a:lnTo>
                <a:lnTo>
                  <a:pt x="1107" y="791"/>
                </a:lnTo>
                <a:lnTo>
                  <a:pt x="1107" y="792"/>
                </a:lnTo>
                <a:lnTo>
                  <a:pt x="1107" y="793"/>
                </a:lnTo>
                <a:lnTo>
                  <a:pt x="1107" y="794"/>
                </a:lnTo>
                <a:lnTo>
                  <a:pt x="1107" y="795"/>
                </a:lnTo>
                <a:lnTo>
                  <a:pt x="1107" y="796"/>
                </a:lnTo>
                <a:lnTo>
                  <a:pt x="1108" y="796"/>
                </a:lnTo>
                <a:lnTo>
                  <a:pt x="1109" y="796"/>
                </a:lnTo>
                <a:lnTo>
                  <a:pt x="1110" y="796"/>
                </a:lnTo>
                <a:lnTo>
                  <a:pt x="1110" y="797"/>
                </a:lnTo>
                <a:lnTo>
                  <a:pt x="1111" y="797"/>
                </a:lnTo>
                <a:lnTo>
                  <a:pt x="1110" y="797"/>
                </a:lnTo>
                <a:lnTo>
                  <a:pt x="1110" y="798"/>
                </a:lnTo>
                <a:lnTo>
                  <a:pt x="1109" y="798"/>
                </a:lnTo>
                <a:lnTo>
                  <a:pt x="1109" y="797"/>
                </a:lnTo>
                <a:lnTo>
                  <a:pt x="1108" y="797"/>
                </a:lnTo>
                <a:lnTo>
                  <a:pt x="1107" y="797"/>
                </a:lnTo>
                <a:lnTo>
                  <a:pt x="1107" y="798"/>
                </a:lnTo>
                <a:lnTo>
                  <a:pt x="1107" y="799"/>
                </a:lnTo>
                <a:lnTo>
                  <a:pt x="1107" y="800"/>
                </a:lnTo>
                <a:lnTo>
                  <a:pt x="1108" y="800"/>
                </a:lnTo>
                <a:lnTo>
                  <a:pt x="1109" y="800"/>
                </a:lnTo>
                <a:lnTo>
                  <a:pt x="1109" y="801"/>
                </a:lnTo>
                <a:lnTo>
                  <a:pt x="1109" y="802"/>
                </a:lnTo>
                <a:lnTo>
                  <a:pt x="1108" y="802"/>
                </a:lnTo>
                <a:lnTo>
                  <a:pt x="1107" y="802"/>
                </a:lnTo>
                <a:lnTo>
                  <a:pt x="1106" y="802"/>
                </a:lnTo>
                <a:lnTo>
                  <a:pt x="1106" y="803"/>
                </a:lnTo>
                <a:lnTo>
                  <a:pt x="1105" y="803"/>
                </a:lnTo>
                <a:lnTo>
                  <a:pt x="1105" y="804"/>
                </a:lnTo>
                <a:lnTo>
                  <a:pt x="1105" y="805"/>
                </a:lnTo>
                <a:lnTo>
                  <a:pt x="1104" y="805"/>
                </a:lnTo>
                <a:lnTo>
                  <a:pt x="1104" y="806"/>
                </a:lnTo>
                <a:lnTo>
                  <a:pt x="1105" y="806"/>
                </a:lnTo>
                <a:lnTo>
                  <a:pt x="1104" y="806"/>
                </a:lnTo>
                <a:lnTo>
                  <a:pt x="1105" y="806"/>
                </a:lnTo>
                <a:lnTo>
                  <a:pt x="1105" y="805"/>
                </a:lnTo>
                <a:lnTo>
                  <a:pt x="1106" y="805"/>
                </a:lnTo>
                <a:lnTo>
                  <a:pt x="1106" y="806"/>
                </a:lnTo>
                <a:lnTo>
                  <a:pt x="1107" y="806"/>
                </a:lnTo>
                <a:lnTo>
                  <a:pt x="1108" y="806"/>
                </a:lnTo>
                <a:lnTo>
                  <a:pt x="1109" y="806"/>
                </a:lnTo>
                <a:lnTo>
                  <a:pt x="1109" y="807"/>
                </a:lnTo>
                <a:lnTo>
                  <a:pt x="1108" y="807"/>
                </a:lnTo>
                <a:lnTo>
                  <a:pt x="1108" y="808"/>
                </a:lnTo>
                <a:lnTo>
                  <a:pt x="1109" y="808"/>
                </a:lnTo>
                <a:lnTo>
                  <a:pt x="1109" y="809"/>
                </a:lnTo>
                <a:lnTo>
                  <a:pt x="1109" y="810"/>
                </a:lnTo>
                <a:lnTo>
                  <a:pt x="1108" y="810"/>
                </a:lnTo>
                <a:lnTo>
                  <a:pt x="1107" y="810"/>
                </a:lnTo>
                <a:lnTo>
                  <a:pt x="1106" y="810"/>
                </a:lnTo>
                <a:lnTo>
                  <a:pt x="1105" y="810"/>
                </a:lnTo>
                <a:lnTo>
                  <a:pt x="1105" y="811"/>
                </a:lnTo>
                <a:lnTo>
                  <a:pt x="1105" y="812"/>
                </a:lnTo>
                <a:lnTo>
                  <a:pt x="1106" y="812"/>
                </a:lnTo>
                <a:lnTo>
                  <a:pt x="1107" y="812"/>
                </a:lnTo>
                <a:lnTo>
                  <a:pt x="1107" y="813"/>
                </a:lnTo>
                <a:lnTo>
                  <a:pt x="1108" y="813"/>
                </a:lnTo>
                <a:lnTo>
                  <a:pt x="1108" y="814"/>
                </a:lnTo>
                <a:lnTo>
                  <a:pt x="1107" y="814"/>
                </a:lnTo>
                <a:lnTo>
                  <a:pt x="1106" y="814"/>
                </a:lnTo>
                <a:lnTo>
                  <a:pt x="1106" y="813"/>
                </a:lnTo>
                <a:lnTo>
                  <a:pt x="1105" y="813"/>
                </a:lnTo>
                <a:lnTo>
                  <a:pt x="1104" y="813"/>
                </a:lnTo>
                <a:lnTo>
                  <a:pt x="1104" y="814"/>
                </a:lnTo>
                <a:lnTo>
                  <a:pt x="1103" y="814"/>
                </a:lnTo>
                <a:lnTo>
                  <a:pt x="1102" y="814"/>
                </a:lnTo>
                <a:lnTo>
                  <a:pt x="1103" y="814"/>
                </a:lnTo>
                <a:lnTo>
                  <a:pt x="1103" y="815"/>
                </a:lnTo>
                <a:lnTo>
                  <a:pt x="1102" y="815"/>
                </a:lnTo>
                <a:lnTo>
                  <a:pt x="1102" y="816"/>
                </a:lnTo>
                <a:lnTo>
                  <a:pt x="1102" y="817"/>
                </a:lnTo>
                <a:lnTo>
                  <a:pt x="1103" y="817"/>
                </a:lnTo>
                <a:lnTo>
                  <a:pt x="1103" y="818"/>
                </a:lnTo>
                <a:lnTo>
                  <a:pt x="1103" y="819"/>
                </a:lnTo>
                <a:lnTo>
                  <a:pt x="1102" y="819"/>
                </a:lnTo>
                <a:lnTo>
                  <a:pt x="1102" y="818"/>
                </a:lnTo>
                <a:lnTo>
                  <a:pt x="1101" y="818"/>
                </a:lnTo>
                <a:lnTo>
                  <a:pt x="1101" y="819"/>
                </a:lnTo>
                <a:lnTo>
                  <a:pt x="1101" y="818"/>
                </a:lnTo>
                <a:lnTo>
                  <a:pt x="1100" y="818"/>
                </a:lnTo>
                <a:lnTo>
                  <a:pt x="1099" y="819"/>
                </a:lnTo>
                <a:lnTo>
                  <a:pt x="1099" y="818"/>
                </a:lnTo>
                <a:lnTo>
                  <a:pt x="1098" y="818"/>
                </a:lnTo>
                <a:lnTo>
                  <a:pt x="1098" y="819"/>
                </a:lnTo>
                <a:lnTo>
                  <a:pt x="1099" y="819"/>
                </a:lnTo>
                <a:lnTo>
                  <a:pt x="1098" y="819"/>
                </a:lnTo>
                <a:lnTo>
                  <a:pt x="1097" y="819"/>
                </a:lnTo>
                <a:lnTo>
                  <a:pt x="1096" y="819"/>
                </a:lnTo>
                <a:lnTo>
                  <a:pt x="1097" y="819"/>
                </a:lnTo>
                <a:lnTo>
                  <a:pt x="1096" y="819"/>
                </a:lnTo>
                <a:lnTo>
                  <a:pt x="1096" y="820"/>
                </a:lnTo>
                <a:lnTo>
                  <a:pt x="1096" y="821"/>
                </a:lnTo>
                <a:lnTo>
                  <a:pt x="1095" y="821"/>
                </a:lnTo>
                <a:lnTo>
                  <a:pt x="1096" y="820"/>
                </a:lnTo>
                <a:lnTo>
                  <a:pt x="1095" y="820"/>
                </a:lnTo>
                <a:lnTo>
                  <a:pt x="1094" y="820"/>
                </a:lnTo>
                <a:lnTo>
                  <a:pt x="1094" y="821"/>
                </a:lnTo>
                <a:lnTo>
                  <a:pt x="1093" y="821"/>
                </a:lnTo>
                <a:lnTo>
                  <a:pt x="1094" y="821"/>
                </a:lnTo>
                <a:lnTo>
                  <a:pt x="1093" y="821"/>
                </a:lnTo>
                <a:lnTo>
                  <a:pt x="1092" y="821"/>
                </a:lnTo>
                <a:lnTo>
                  <a:pt x="1092" y="822"/>
                </a:lnTo>
                <a:lnTo>
                  <a:pt x="1092" y="821"/>
                </a:lnTo>
                <a:lnTo>
                  <a:pt x="1091" y="821"/>
                </a:lnTo>
                <a:lnTo>
                  <a:pt x="1091" y="822"/>
                </a:lnTo>
                <a:lnTo>
                  <a:pt x="1090" y="822"/>
                </a:lnTo>
                <a:lnTo>
                  <a:pt x="1090" y="823"/>
                </a:lnTo>
                <a:lnTo>
                  <a:pt x="1090" y="822"/>
                </a:lnTo>
                <a:lnTo>
                  <a:pt x="1089" y="822"/>
                </a:lnTo>
                <a:lnTo>
                  <a:pt x="1089" y="823"/>
                </a:lnTo>
                <a:lnTo>
                  <a:pt x="1088" y="823"/>
                </a:lnTo>
                <a:lnTo>
                  <a:pt x="1088" y="824"/>
                </a:lnTo>
                <a:lnTo>
                  <a:pt x="1087" y="824"/>
                </a:lnTo>
                <a:lnTo>
                  <a:pt x="1086" y="824"/>
                </a:lnTo>
                <a:lnTo>
                  <a:pt x="1086" y="825"/>
                </a:lnTo>
                <a:lnTo>
                  <a:pt x="1085" y="825"/>
                </a:lnTo>
                <a:lnTo>
                  <a:pt x="1085" y="824"/>
                </a:lnTo>
                <a:lnTo>
                  <a:pt x="1084" y="824"/>
                </a:lnTo>
                <a:lnTo>
                  <a:pt x="1084" y="825"/>
                </a:lnTo>
                <a:lnTo>
                  <a:pt x="1084" y="824"/>
                </a:lnTo>
                <a:lnTo>
                  <a:pt x="1083" y="824"/>
                </a:lnTo>
                <a:lnTo>
                  <a:pt x="1083" y="825"/>
                </a:lnTo>
                <a:lnTo>
                  <a:pt x="1084" y="825"/>
                </a:lnTo>
                <a:lnTo>
                  <a:pt x="1083" y="826"/>
                </a:lnTo>
                <a:lnTo>
                  <a:pt x="1082" y="826"/>
                </a:lnTo>
                <a:lnTo>
                  <a:pt x="1083" y="826"/>
                </a:lnTo>
                <a:lnTo>
                  <a:pt x="1083" y="827"/>
                </a:lnTo>
                <a:lnTo>
                  <a:pt x="1082" y="827"/>
                </a:lnTo>
                <a:lnTo>
                  <a:pt x="1082" y="828"/>
                </a:lnTo>
                <a:lnTo>
                  <a:pt x="1081" y="828"/>
                </a:lnTo>
                <a:lnTo>
                  <a:pt x="1081" y="829"/>
                </a:lnTo>
                <a:lnTo>
                  <a:pt x="1082" y="829"/>
                </a:lnTo>
                <a:lnTo>
                  <a:pt x="1081" y="829"/>
                </a:lnTo>
                <a:lnTo>
                  <a:pt x="1080" y="829"/>
                </a:lnTo>
                <a:lnTo>
                  <a:pt x="1080" y="830"/>
                </a:lnTo>
                <a:lnTo>
                  <a:pt x="1081" y="829"/>
                </a:lnTo>
                <a:lnTo>
                  <a:pt x="1081" y="830"/>
                </a:lnTo>
                <a:lnTo>
                  <a:pt x="1080" y="830"/>
                </a:lnTo>
                <a:lnTo>
                  <a:pt x="1080" y="831"/>
                </a:lnTo>
                <a:lnTo>
                  <a:pt x="1079" y="831"/>
                </a:lnTo>
                <a:lnTo>
                  <a:pt x="1079" y="832"/>
                </a:lnTo>
                <a:lnTo>
                  <a:pt x="1080" y="832"/>
                </a:lnTo>
                <a:lnTo>
                  <a:pt x="1078" y="832"/>
                </a:lnTo>
                <a:lnTo>
                  <a:pt x="1078" y="833"/>
                </a:lnTo>
                <a:lnTo>
                  <a:pt x="1079" y="833"/>
                </a:lnTo>
                <a:lnTo>
                  <a:pt x="1078" y="833"/>
                </a:lnTo>
                <a:lnTo>
                  <a:pt x="1078" y="834"/>
                </a:lnTo>
                <a:lnTo>
                  <a:pt x="1077" y="834"/>
                </a:lnTo>
                <a:lnTo>
                  <a:pt x="1077" y="835"/>
                </a:lnTo>
                <a:lnTo>
                  <a:pt x="1078" y="835"/>
                </a:lnTo>
                <a:lnTo>
                  <a:pt x="1078" y="836"/>
                </a:lnTo>
                <a:lnTo>
                  <a:pt x="1077" y="836"/>
                </a:lnTo>
                <a:lnTo>
                  <a:pt x="1078" y="836"/>
                </a:lnTo>
                <a:lnTo>
                  <a:pt x="1078" y="837"/>
                </a:lnTo>
                <a:lnTo>
                  <a:pt x="1077" y="838"/>
                </a:lnTo>
                <a:lnTo>
                  <a:pt x="1078" y="838"/>
                </a:lnTo>
                <a:lnTo>
                  <a:pt x="1078" y="839"/>
                </a:lnTo>
                <a:lnTo>
                  <a:pt x="1078" y="840"/>
                </a:lnTo>
                <a:lnTo>
                  <a:pt x="1077" y="839"/>
                </a:lnTo>
                <a:lnTo>
                  <a:pt x="1077" y="840"/>
                </a:lnTo>
                <a:lnTo>
                  <a:pt x="1076" y="840"/>
                </a:lnTo>
                <a:lnTo>
                  <a:pt x="1076" y="841"/>
                </a:lnTo>
                <a:lnTo>
                  <a:pt x="1076" y="842"/>
                </a:lnTo>
                <a:lnTo>
                  <a:pt x="1077" y="843"/>
                </a:lnTo>
                <a:lnTo>
                  <a:pt x="1076" y="843"/>
                </a:lnTo>
                <a:lnTo>
                  <a:pt x="1076" y="844"/>
                </a:lnTo>
                <a:lnTo>
                  <a:pt x="1075" y="844"/>
                </a:lnTo>
                <a:lnTo>
                  <a:pt x="1074" y="844"/>
                </a:lnTo>
                <a:lnTo>
                  <a:pt x="1074" y="845"/>
                </a:lnTo>
                <a:lnTo>
                  <a:pt x="1075" y="845"/>
                </a:lnTo>
                <a:lnTo>
                  <a:pt x="1076" y="845"/>
                </a:lnTo>
                <a:lnTo>
                  <a:pt x="1076" y="846"/>
                </a:lnTo>
                <a:lnTo>
                  <a:pt x="1075" y="846"/>
                </a:lnTo>
                <a:lnTo>
                  <a:pt x="1074" y="846"/>
                </a:lnTo>
                <a:lnTo>
                  <a:pt x="1075" y="846"/>
                </a:lnTo>
                <a:lnTo>
                  <a:pt x="1075" y="847"/>
                </a:lnTo>
                <a:lnTo>
                  <a:pt x="1074" y="847"/>
                </a:lnTo>
                <a:lnTo>
                  <a:pt x="1075" y="847"/>
                </a:lnTo>
                <a:lnTo>
                  <a:pt x="1075" y="848"/>
                </a:lnTo>
                <a:lnTo>
                  <a:pt x="1074" y="848"/>
                </a:lnTo>
                <a:lnTo>
                  <a:pt x="1073" y="848"/>
                </a:lnTo>
                <a:lnTo>
                  <a:pt x="1075" y="848"/>
                </a:lnTo>
                <a:lnTo>
                  <a:pt x="1075" y="849"/>
                </a:lnTo>
                <a:lnTo>
                  <a:pt x="1074" y="849"/>
                </a:lnTo>
                <a:lnTo>
                  <a:pt x="1074" y="850"/>
                </a:lnTo>
                <a:lnTo>
                  <a:pt x="1074" y="849"/>
                </a:lnTo>
                <a:lnTo>
                  <a:pt x="1075" y="849"/>
                </a:lnTo>
                <a:lnTo>
                  <a:pt x="1075" y="850"/>
                </a:lnTo>
                <a:lnTo>
                  <a:pt x="1074" y="850"/>
                </a:lnTo>
                <a:lnTo>
                  <a:pt x="1073" y="851"/>
                </a:lnTo>
                <a:lnTo>
                  <a:pt x="1074" y="852"/>
                </a:lnTo>
                <a:lnTo>
                  <a:pt x="1074" y="851"/>
                </a:lnTo>
                <a:lnTo>
                  <a:pt x="1075" y="851"/>
                </a:lnTo>
                <a:lnTo>
                  <a:pt x="1074" y="851"/>
                </a:lnTo>
                <a:lnTo>
                  <a:pt x="1074" y="852"/>
                </a:lnTo>
                <a:lnTo>
                  <a:pt x="1075" y="852"/>
                </a:lnTo>
                <a:lnTo>
                  <a:pt x="1074" y="852"/>
                </a:lnTo>
                <a:lnTo>
                  <a:pt x="1073" y="852"/>
                </a:lnTo>
                <a:lnTo>
                  <a:pt x="1074" y="852"/>
                </a:lnTo>
                <a:lnTo>
                  <a:pt x="1075" y="852"/>
                </a:lnTo>
                <a:lnTo>
                  <a:pt x="1075" y="853"/>
                </a:lnTo>
                <a:lnTo>
                  <a:pt x="1074" y="853"/>
                </a:lnTo>
                <a:lnTo>
                  <a:pt x="1075" y="853"/>
                </a:lnTo>
                <a:lnTo>
                  <a:pt x="1075" y="854"/>
                </a:lnTo>
                <a:lnTo>
                  <a:pt x="1075" y="853"/>
                </a:lnTo>
                <a:lnTo>
                  <a:pt x="1075" y="854"/>
                </a:lnTo>
                <a:lnTo>
                  <a:pt x="1076" y="854"/>
                </a:lnTo>
                <a:lnTo>
                  <a:pt x="1076" y="855"/>
                </a:lnTo>
                <a:lnTo>
                  <a:pt x="1076" y="856"/>
                </a:lnTo>
                <a:lnTo>
                  <a:pt x="1076" y="857"/>
                </a:lnTo>
                <a:lnTo>
                  <a:pt x="1077" y="857"/>
                </a:lnTo>
                <a:lnTo>
                  <a:pt x="1077" y="858"/>
                </a:lnTo>
                <a:lnTo>
                  <a:pt x="1077" y="859"/>
                </a:lnTo>
                <a:lnTo>
                  <a:pt x="1077" y="860"/>
                </a:lnTo>
                <a:lnTo>
                  <a:pt x="1076" y="860"/>
                </a:lnTo>
                <a:lnTo>
                  <a:pt x="1077" y="860"/>
                </a:lnTo>
                <a:lnTo>
                  <a:pt x="1077" y="861"/>
                </a:lnTo>
                <a:lnTo>
                  <a:pt x="1076" y="861"/>
                </a:lnTo>
                <a:lnTo>
                  <a:pt x="1077" y="861"/>
                </a:lnTo>
                <a:lnTo>
                  <a:pt x="1078" y="862"/>
                </a:lnTo>
                <a:lnTo>
                  <a:pt x="1077" y="862"/>
                </a:lnTo>
                <a:lnTo>
                  <a:pt x="1077" y="863"/>
                </a:lnTo>
                <a:lnTo>
                  <a:pt x="1076" y="863"/>
                </a:lnTo>
                <a:lnTo>
                  <a:pt x="1077" y="863"/>
                </a:lnTo>
                <a:lnTo>
                  <a:pt x="1077" y="862"/>
                </a:lnTo>
                <a:lnTo>
                  <a:pt x="1078" y="862"/>
                </a:lnTo>
                <a:lnTo>
                  <a:pt x="1078" y="863"/>
                </a:lnTo>
                <a:lnTo>
                  <a:pt x="1077" y="863"/>
                </a:lnTo>
                <a:lnTo>
                  <a:pt x="1078" y="863"/>
                </a:lnTo>
                <a:lnTo>
                  <a:pt x="1077" y="863"/>
                </a:lnTo>
                <a:lnTo>
                  <a:pt x="1077" y="864"/>
                </a:lnTo>
                <a:lnTo>
                  <a:pt x="1078" y="864"/>
                </a:lnTo>
                <a:lnTo>
                  <a:pt x="1077" y="864"/>
                </a:lnTo>
                <a:lnTo>
                  <a:pt x="1076" y="864"/>
                </a:lnTo>
                <a:lnTo>
                  <a:pt x="1077" y="864"/>
                </a:lnTo>
                <a:lnTo>
                  <a:pt x="1076" y="864"/>
                </a:lnTo>
                <a:lnTo>
                  <a:pt x="1075" y="864"/>
                </a:lnTo>
                <a:lnTo>
                  <a:pt x="1074" y="864"/>
                </a:lnTo>
                <a:lnTo>
                  <a:pt x="1074" y="865"/>
                </a:lnTo>
                <a:lnTo>
                  <a:pt x="1075" y="865"/>
                </a:lnTo>
                <a:lnTo>
                  <a:pt x="1074" y="865"/>
                </a:lnTo>
                <a:lnTo>
                  <a:pt x="1074" y="866"/>
                </a:lnTo>
                <a:lnTo>
                  <a:pt x="1073" y="866"/>
                </a:lnTo>
                <a:lnTo>
                  <a:pt x="1073" y="867"/>
                </a:lnTo>
                <a:lnTo>
                  <a:pt x="1072" y="867"/>
                </a:lnTo>
                <a:lnTo>
                  <a:pt x="1071" y="867"/>
                </a:lnTo>
                <a:lnTo>
                  <a:pt x="1071" y="868"/>
                </a:lnTo>
                <a:lnTo>
                  <a:pt x="1070" y="868"/>
                </a:lnTo>
                <a:lnTo>
                  <a:pt x="1070" y="869"/>
                </a:lnTo>
                <a:lnTo>
                  <a:pt x="1069" y="869"/>
                </a:lnTo>
                <a:lnTo>
                  <a:pt x="1069" y="870"/>
                </a:lnTo>
                <a:lnTo>
                  <a:pt x="1068" y="870"/>
                </a:lnTo>
                <a:lnTo>
                  <a:pt x="1069" y="870"/>
                </a:lnTo>
                <a:lnTo>
                  <a:pt x="1069" y="871"/>
                </a:lnTo>
                <a:lnTo>
                  <a:pt x="1068" y="871"/>
                </a:lnTo>
                <a:lnTo>
                  <a:pt x="1069" y="871"/>
                </a:lnTo>
                <a:lnTo>
                  <a:pt x="1068" y="871"/>
                </a:lnTo>
                <a:lnTo>
                  <a:pt x="1068" y="872"/>
                </a:lnTo>
                <a:lnTo>
                  <a:pt x="1068" y="871"/>
                </a:lnTo>
                <a:lnTo>
                  <a:pt x="1067" y="872"/>
                </a:lnTo>
                <a:lnTo>
                  <a:pt x="1066" y="872"/>
                </a:lnTo>
                <a:lnTo>
                  <a:pt x="1065" y="872"/>
                </a:lnTo>
                <a:lnTo>
                  <a:pt x="1065" y="873"/>
                </a:lnTo>
                <a:lnTo>
                  <a:pt x="1064" y="873"/>
                </a:lnTo>
                <a:lnTo>
                  <a:pt x="1063" y="873"/>
                </a:lnTo>
                <a:lnTo>
                  <a:pt x="1063" y="874"/>
                </a:lnTo>
                <a:lnTo>
                  <a:pt x="1063" y="875"/>
                </a:lnTo>
                <a:lnTo>
                  <a:pt x="1062" y="875"/>
                </a:lnTo>
                <a:lnTo>
                  <a:pt x="1062" y="874"/>
                </a:lnTo>
                <a:lnTo>
                  <a:pt x="1061" y="874"/>
                </a:lnTo>
                <a:lnTo>
                  <a:pt x="1061" y="875"/>
                </a:lnTo>
                <a:lnTo>
                  <a:pt x="1060" y="875"/>
                </a:lnTo>
                <a:lnTo>
                  <a:pt x="1060" y="874"/>
                </a:lnTo>
                <a:lnTo>
                  <a:pt x="1059" y="874"/>
                </a:lnTo>
                <a:lnTo>
                  <a:pt x="1058" y="874"/>
                </a:lnTo>
                <a:lnTo>
                  <a:pt x="1057" y="874"/>
                </a:lnTo>
                <a:lnTo>
                  <a:pt x="1058" y="873"/>
                </a:lnTo>
                <a:lnTo>
                  <a:pt x="1057" y="873"/>
                </a:lnTo>
                <a:lnTo>
                  <a:pt x="1057" y="874"/>
                </a:lnTo>
                <a:lnTo>
                  <a:pt x="1057" y="873"/>
                </a:lnTo>
                <a:lnTo>
                  <a:pt x="1056" y="873"/>
                </a:lnTo>
                <a:lnTo>
                  <a:pt x="1055" y="873"/>
                </a:lnTo>
                <a:lnTo>
                  <a:pt x="1055" y="872"/>
                </a:lnTo>
                <a:lnTo>
                  <a:pt x="1054" y="872"/>
                </a:lnTo>
                <a:lnTo>
                  <a:pt x="1055" y="872"/>
                </a:lnTo>
                <a:lnTo>
                  <a:pt x="1054" y="872"/>
                </a:lnTo>
                <a:lnTo>
                  <a:pt x="1054" y="871"/>
                </a:lnTo>
                <a:lnTo>
                  <a:pt x="1053" y="871"/>
                </a:lnTo>
                <a:lnTo>
                  <a:pt x="1052" y="871"/>
                </a:lnTo>
                <a:lnTo>
                  <a:pt x="976" y="851"/>
                </a:lnTo>
                <a:lnTo>
                  <a:pt x="975" y="851"/>
                </a:lnTo>
                <a:lnTo>
                  <a:pt x="975" y="850"/>
                </a:lnTo>
                <a:lnTo>
                  <a:pt x="974" y="849"/>
                </a:lnTo>
                <a:lnTo>
                  <a:pt x="973" y="849"/>
                </a:lnTo>
                <a:lnTo>
                  <a:pt x="972" y="849"/>
                </a:lnTo>
                <a:lnTo>
                  <a:pt x="971" y="849"/>
                </a:lnTo>
                <a:lnTo>
                  <a:pt x="971" y="848"/>
                </a:lnTo>
                <a:lnTo>
                  <a:pt x="970" y="848"/>
                </a:lnTo>
                <a:lnTo>
                  <a:pt x="969" y="848"/>
                </a:lnTo>
                <a:lnTo>
                  <a:pt x="969" y="847"/>
                </a:lnTo>
                <a:lnTo>
                  <a:pt x="968" y="845"/>
                </a:lnTo>
                <a:lnTo>
                  <a:pt x="968" y="844"/>
                </a:lnTo>
                <a:lnTo>
                  <a:pt x="968" y="843"/>
                </a:lnTo>
                <a:lnTo>
                  <a:pt x="968" y="842"/>
                </a:lnTo>
                <a:lnTo>
                  <a:pt x="965" y="842"/>
                </a:lnTo>
                <a:lnTo>
                  <a:pt x="964" y="842"/>
                </a:lnTo>
                <a:lnTo>
                  <a:pt x="963" y="842"/>
                </a:lnTo>
                <a:lnTo>
                  <a:pt x="963" y="843"/>
                </a:lnTo>
                <a:lnTo>
                  <a:pt x="963" y="844"/>
                </a:lnTo>
                <a:lnTo>
                  <a:pt x="961" y="844"/>
                </a:lnTo>
                <a:lnTo>
                  <a:pt x="960" y="845"/>
                </a:lnTo>
                <a:lnTo>
                  <a:pt x="960" y="846"/>
                </a:lnTo>
                <a:lnTo>
                  <a:pt x="960" y="847"/>
                </a:lnTo>
                <a:lnTo>
                  <a:pt x="959" y="847"/>
                </a:lnTo>
                <a:lnTo>
                  <a:pt x="957" y="849"/>
                </a:lnTo>
                <a:lnTo>
                  <a:pt x="957" y="850"/>
                </a:lnTo>
                <a:lnTo>
                  <a:pt x="956" y="851"/>
                </a:lnTo>
                <a:lnTo>
                  <a:pt x="956" y="852"/>
                </a:lnTo>
                <a:lnTo>
                  <a:pt x="955" y="853"/>
                </a:lnTo>
                <a:lnTo>
                  <a:pt x="955" y="854"/>
                </a:lnTo>
                <a:lnTo>
                  <a:pt x="956" y="855"/>
                </a:lnTo>
                <a:lnTo>
                  <a:pt x="955" y="855"/>
                </a:lnTo>
                <a:lnTo>
                  <a:pt x="954" y="855"/>
                </a:lnTo>
                <a:lnTo>
                  <a:pt x="953" y="855"/>
                </a:lnTo>
                <a:lnTo>
                  <a:pt x="952" y="854"/>
                </a:lnTo>
                <a:lnTo>
                  <a:pt x="951" y="854"/>
                </a:lnTo>
                <a:lnTo>
                  <a:pt x="950" y="854"/>
                </a:lnTo>
                <a:lnTo>
                  <a:pt x="949" y="854"/>
                </a:lnTo>
                <a:lnTo>
                  <a:pt x="948" y="854"/>
                </a:lnTo>
                <a:lnTo>
                  <a:pt x="948" y="855"/>
                </a:lnTo>
                <a:lnTo>
                  <a:pt x="947" y="855"/>
                </a:lnTo>
                <a:lnTo>
                  <a:pt x="946" y="855"/>
                </a:lnTo>
                <a:lnTo>
                  <a:pt x="945" y="857"/>
                </a:lnTo>
                <a:lnTo>
                  <a:pt x="944" y="859"/>
                </a:lnTo>
                <a:lnTo>
                  <a:pt x="943" y="860"/>
                </a:lnTo>
                <a:lnTo>
                  <a:pt x="943" y="861"/>
                </a:lnTo>
                <a:lnTo>
                  <a:pt x="945" y="861"/>
                </a:lnTo>
                <a:lnTo>
                  <a:pt x="947" y="862"/>
                </a:lnTo>
                <a:lnTo>
                  <a:pt x="946" y="863"/>
                </a:lnTo>
                <a:lnTo>
                  <a:pt x="947" y="863"/>
                </a:lnTo>
                <a:lnTo>
                  <a:pt x="947" y="864"/>
                </a:lnTo>
                <a:lnTo>
                  <a:pt x="947" y="865"/>
                </a:lnTo>
                <a:lnTo>
                  <a:pt x="946" y="865"/>
                </a:lnTo>
                <a:lnTo>
                  <a:pt x="945" y="866"/>
                </a:lnTo>
                <a:lnTo>
                  <a:pt x="942" y="868"/>
                </a:lnTo>
                <a:lnTo>
                  <a:pt x="941" y="869"/>
                </a:lnTo>
                <a:lnTo>
                  <a:pt x="940" y="870"/>
                </a:lnTo>
                <a:lnTo>
                  <a:pt x="939" y="871"/>
                </a:lnTo>
                <a:lnTo>
                  <a:pt x="937" y="872"/>
                </a:lnTo>
                <a:lnTo>
                  <a:pt x="936" y="872"/>
                </a:lnTo>
                <a:lnTo>
                  <a:pt x="936" y="873"/>
                </a:lnTo>
                <a:lnTo>
                  <a:pt x="935" y="874"/>
                </a:lnTo>
                <a:lnTo>
                  <a:pt x="934" y="875"/>
                </a:lnTo>
                <a:lnTo>
                  <a:pt x="933" y="875"/>
                </a:lnTo>
                <a:lnTo>
                  <a:pt x="932" y="875"/>
                </a:lnTo>
                <a:lnTo>
                  <a:pt x="931" y="876"/>
                </a:lnTo>
                <a:lnTo>
                  <a:pt x="930" y="876"/>
                </a:lnTo>
                <a:lnTo>
                  <a:pt x="930" y="877"/>
                </a:lnTo>
                <a:lnTo>
                  <a:pt x="929" y="877"/>
                </a:lnTo>
                <a:lnTo>
                  <a:pt x="928" y="877"/>
                </a:lnTo>
                <a:lnTo>
                  <a:pt x="928" y="878"/>
                </a:lnTo>
                <a:lnTo>
                  <a:pt x="928" y="879"/>
                </a:lnTo>
                <a:lnTo>
                  <a:pt x="929" y="879"/>
                </a:lnTo>
                <a:lnTo>
                  <a:pt x="930" y="879"/>
                </a:lnTo>
                <a:lnTo>
                  <a:pt x="930" y="880"/>
                </a:lnTo>
                <a:lnTo>
                  <a:pt x="929" y="880"/>
                </a:lnTo>
                <a:lnTo>
                  <a:pt x="928" y="881"/>
                </a:lnTo>
                <a:lnTo>
                  <a:pt x="927" y="881"/>
                </a:lnTo>
                <a:lnTo>
                  <a:pt x="926" y="881"/>
                </a:lnTo>
                <a:lnTo>
                  <a:pt x="925" y="880"/>
                </a:lnTo>
                <a:lnTo>
                  <a:pt x="924" y="880"/>
                </a:lnTo>
                <a:lnTo>
                  <a:pt x="923" y="880"/>
                </a:lnTo>
                <a:lnTo>
                  <a:pt x="921" y="879"/>
                </a:lnTo>
                <a:lnTo>
                  <a:pt x="920" y="879"/>
                </a:lnTo>
                <a:lnTo>
                  <a:pt x="919" y="879"/>
                </a:lnTo>
                <a:lnTo>
                  <a:pt x="918" y="879"/>
                </a:lnTo>
                <a:lnTo>
                  <a:pt x="917" y="878"/>
                </a:lnTo>
                <a:lnTo>
                  <a:pt x="916" y="878"/>
                </a:lnTo>
                <a:lnTo>
                  <a:pt x="916" y="879"/>
                </a:lnTo>
                <a:lnTo>
                  <a:pt x="915" y="880"/>
                </a:lnTo>
                <a:lnTo>
                  <a:pt x="914" y="880"/>
                </a:lnTo>
                <a:lnTo>
                  <a:pt x="913" y="881"/>
                </a:lnTo>
                <a:lnTo>
                  <a:pt x="912" y="881"/>
                </a:lnTo>
                <a:lnTo>
                  <a:pt x="912" y="882"/>
                </a:lnTo>
                <a:lnTo>
                  <a:pt x="911" y="883"/>
                </a:lnTo>
                <a:lnTo>
                  <a:pt x="911" y="884"/>
                </a:lnTo>
                <a:lnTo>
                  <a:pt x="910" y="885"/>
                </a:lnTo>
                <a:lnTo>
                  <a:pt x="909" y="885"/>
                </a:lnTo>
                <a:lnTo>
                  <a:pt x="908" y="884"/>
                </a:lnTo>
                <a:lnTo>
                  <a:pt x="907" y="884"/>
                </a:lnTo>
                <a:lnTo>
                  <a:pt x="906" y="885"/>
                </a:lnTo>
                <a:lnTo>
                  <a:pt x="905" y="885"/>
                </a:lnTo>
                <a:lnTo>
                  <a:pt x="904" y="885"/>
                </a:lnTo>
                <a:lnTo>
                  <a:pt x="904" y="886"/>
                </a:lnTo>
                <a:lnTo>
                  <a:pt x="903" y="885"/>
                </a:lnTo>
                <a:lnTo>
                  <a:pt x="902" y="884"/>
                </a:lnTo>
                <a:lnTo>
                  <a:pt x="901" y="884"/>
                </a:lnTo>
                <a:lnTo>
                  <a:pt x="900" y="884"/>
                </a:lnTo>
                <a:lnTo>
                  <a:pt x="899" y="884"/>
                </a:lnTo>
                <a:lnTo>
                  <a:pt x="899" y="883"/>
                </a:lnTo>
                <a:lnTo>
                  <a:pt x="898" y="883"/>
                </a:lnTo>
                <a:lnTo>
                  <a:pt x="897" y="883"/>
                </a:lnTo>
                <a:lnTo>
                  <a:pt x="896" y="884"/>
                </a:lnTo>
                <a:lnTo>
                  <a:pt x="893" y="884"/>
                </a:lnTo>
                <a:lnTo>
                  <a:pt x="892" y="885"/>
                </a:lnTo>
                <a:lnTo>
                  <a:pt x="892" y="886"/>
                </a:lnTo>
                <a:lnTo>
                  <a:pt x="893" y="887"/>
                </a:lnTo>
                <a:lnTo>
                  <a:pt x="893" y="888"/>
                </a:lnTo>
                <a:lnTo>
                  <a:pt x="892" y="888"/>
                </a:lnTo>
                <a:lnTo>
                  <a:pt x="890" y="889"/>
                </a:lnTo>
                <a:lnTo>
                  <a:pt x="889" y="890"/>
                </a:lnTo>
                <a:lnTo>
                  <a:pt x="888" y="890"/>
                </a:lnTo>
                <a:lnTo>
                  <a:pt x="887" y="890"/>
                </a:lnTo>
                <a:lnTo>
                  <a:pt x="886" y="891"/>
                </a:lnTo>
                <a:lnTo>
                  <a:pt x="884" y="891"/>
                </a:lnTo>
                <a:lnTo>
                  <a:pt x="883" y="891"/>
                </a:lnTo>
                <a:lnTo>
                  <a:pt x="882" y="892"/>
                </a:lnTo>
                <a:lnTo>
                  <a:pt x="881" y="893"/>
                </a:lnTo>
                <a:lnTo>
                  <a:pt x="881" y="894"/>
                </a:lnTo>
                <a:lnTo>
                  <a:pt x="881" y="895"/>
                </a:lnTo>
                <a:lnTo>
                  <a:pt x="882" y="896"/>
                </a:lnTo>
                <a:lnTo>
                  <a:pt x="883" y="896"/>
                </a:lnTo>
                <a:lnTo>
                  <a:pt x="883" y="895"/>
                </a:lnTo>
                <a:lnTo>
                  <a:pt x="884" y="895"/>
                </a:lnTo>
                <a:lnTo>
                  <a:pt x="885" y="896"/>
                </a:lnTo>
                <a:lnTo>
                  <a:pt x="886" y="897"/>
                </a:lnTo>
                <a:lnTo>
                  <a:pt x="886" y="898"/>
                </a:lnTo>
                <a:lnTo>
                  <a:pt x="886" y="899"/>
                </a:lnTo>
                <a:lnTo>
                  <a:pt x="886" y="900"/>
                </a:lnTo>
                <a:lnTo>
                  <a:pt x="887" y="900"/>
                </a:lnTo>
                <a:lnTo>
                  <a:pt x="888" y="900"/>
                </a:lnTo>
                <a:lnTo>
                  <a:pt x="890" y="899"/>
                </a:lnTo>
                <a:lnTo>
                  <a:pt x="890" y="901"/>
                </a:lnTo>
                <a:lnTo>
                  <a:pt x="891" y="902"/>
                </a:lnTo>
                <a:lnTo>
                  <a:pt x="893" y="903"/>
                </a:lnTo>
                <a:lnTo>
                  <a:pt x="893" y="904"/>
                </a:lnTo>
                <a:lnTo>
                  <a:pt x="893" y="906"/>
                </a:lnTo>
                <a:lnTo>
                  <a:pt x="893" y="907"/>
                </a:lnTo>
                <a:lnTo>
                  <a:pt x="894" y="907"/>
                </a:lnTo>
                <a:lnTo>
                  <a:pt x="898" y="920"/>
                </a:lnTo>
                <a:lnTo>
                  <a:pt x="899" y="925"/>
                </a:lnTo>
                <a:lnTo>
                  <a:pt x="905" y="949"/>
                </a:lnTo>
                <a:lnTo>
                  <a:pt x="912" y="974"/>
                </a:lnTo>
                <a:lnTo>
                  <a:pt x="911" y="975"/>
                </a:lnTo>
                <a:lnTo>
                  <a:pt x="911" y="976"/>
                </a:lnTo>
                <a:lnTo>
                  <a:pt x="910" y="976"/>
                </a:lnTo>
                <a:lnTo>
                  <a:pt x="909" y="976"/>
                </a:lnTo>
                <a:lnTo>
                  <a:pt x="908" y="976"/>
                </a:lnTo>
                <a:lnTo>
                  <a:pt x="908" y="979"/>
                </a:lnTo>
                <a:lnTo>
                  <a:pt x="908" y="980"/>
                </a:lnTo>
                <a:lnTo>
                  <a:pt x="908" y="981"/>
                </a:lnTo>
                <a:lnTo>
                  <a:pt x="907" y="981"/>
                </a:lnTo>
                <a:lnTo>
                  <a:pt x="907" y="980"/>
                </a:lnTo>
                <a:lnTo>
                  <a:pt x="907" y="981"/>
                </a:lnTo>
                <a:lnTo>
                  <a:pt x="907" y="982"/>
                </a:lnTo>
                <a:lnTo>
                  <a:pt x="906" y="982"/>
                </a:lnTo>
                <a:lnTo>
                  <a:pt x="906" y="983"/>
                </a:lnTo>
                <a:lnTo>
                  <a:pt x="907" y="983"/>
                </a:lnTo>
                <a:lnTo>
                  <a:pt x="907" y="984"/>
                </a:lnTo>
                <a:lnTo>
                  <a:pt x="908" y="985"/>
                </a:lnTo>
                <a:lnTo>
                  <a:pt x="909" y="985"/>
                </a:lnTo>
                <a:lnTo>
                  <a:pt x="909" y="986"/>
                </a:lnTo>
                <a:lnTo>
                  <a:pt x="908" y="987"/>
                </a:lnTo>
                <a:lnTo>
                  <a:pt x="908" y="989"/>
                </a:lnTo>
                <a:lnTo>
                  <a:pt x="908" y="990"/>
                </a:lnTo>
                <a:lnTo>
                  <a:pt x="907" y="991"/>
                </a:lnTo>
                <a:lnTo>
                  <a:pt x="906" y="991"/>
                </a:lnTo>
                <a:lnTo>
                  <a:pt x="906" y="992"/>
                </a:lnTo>
                <a:lnTo>
                  <a:pt x="906" y="993"/>
                </a:lnTo>
                <a:lnTo>
                  <a:pt x="906" y="994"/>
                </a:lnTo>
                <a:lnTo>
                  <a:pt x="906" y="995"/>
                </a:lnTo>
                <a:lnTo>
                  <a:pt x="905" y="995"/>
                </a:lnTo>
                <a:lnTo>
                  <a:pt x="905" y="996"/>
                </a:lnTo>
                <a:lnTo>
                  <a:pt x="904" y="997"/>
                </a:lnTo>
                <a:lnTo>
                  <a:pt x="905" y="998"/>
                </a:lnTo>
                <a:lnTo>
                  <a:pt x="905" y="999"/>
                </a:lnTo>
                <a:lnTo>
                  <a:pt x="905" y="1000"/>
                </a:lnTo>
                <a:lnTo>
                  <a:pt x="904" y="1000"/>
                </a:lnTo>
                <a:lnTo>
                  <a:pt x="905" y="1000"/>
                </a:lnTo>
                <a:lnTo>
                  <a:pt x="905" y="1001"/>
                </a:lnTo>
                <a:lnTo>
                  <a:pt x="904" y="1001"/>
                </a:lnTo>
                <a:lnTo>
                  <a:pt x="904" y="1002"/>
                </a:lnTo>
                <a:lnTo>
                  <a:pt x="904" y="1003"/>
                </a:lnTo>
                <a:lnTo>
                  <a:pt x="905" y="1003"/>
                </a:lnTo>
                <a:lnTo>
                  <a:pt x="905" y="1004"/>
                </a:lnTo>
                <a:lnTo>
                  <a:pt x="905" y="1005"/>
                </a:lnTo>
                <a:lnTo>
                  <a:pt x="905" y="1006"/>
                </a:lnTo>
                <a:lnTo>
                  <a:pt x="906" y="1006"/>
                </a:lnTo>
                <a:lnTo>
                  <a:pt x="905" y="1006"/>
                </a:lnTo>
                <a:lnTo>
                  <a:pt x="905" y="1007"/>
                </a:lnTo>
                <a:lnTo>
                  <a:pt x="904" y="1007"/>
                </a:lnTo>
                <a:lnTo>
                  <a:pt x="904" y="1008"/>
                </a:lnTo>
                <a:lnTo>
                  <a:pt x="905" y="1008"/>
                </a:lnTo>
                <a:lnTo>
                  <a:pt x="905" y="1009"/>
                </a:lnTo>
                <a:lnTo>
                  <a:pt x="905" y="1010"/>
                </a:lnTo>
                <a:lnTo>
                  <a:pt x="904" y="1010"/>
                </a:lnTo>
                <a:lnTo>
                  <a:pt x="904" y="1011"/>
                </a:lnTo>
                <a:lnTo>
                  <a:pt x="904" y="1012"/>
                </a:lnTo>
                <a:lnTo>
                  <a:pt x="905" y="1012"/>
                </a:lnTo>
                <a:lnTo>
                  <a:pt x="906" y="1013"/>
                </a:lnTo>
                <a:lnTo>
                  <a:pt x="906" y="1014"/>
                </a:lnTo>
                <a:lnTo>
                  <a:pt x="906" y="1015"/>
                </a:lnTo>
                <a:lnTo>
                  <a:pt x="906" y="1016"/>
                </a:lnTo>
                <a:lnTo>
                  <a:pt x="905" y="1016"/>
                </a:lnTo>
                <a:lnTo>
                  <a:pt x="906" y="1016"/>
                </a:lnTo>
                <a:lnTo>
                  <a:pt x="906" y="1017"/>
                </a:lnTo>
                <a:lnTo>
                  <a:pt x="905" y="1017"/>
                </a:lnTo>
                <a:lnTo>
                  <a:pt x="904" y="1017"/>
                </a:lnTo>
                <a:lnTo>
                  <a:pt x="904" y="1018"/>
                </a:lnTo>
                <a:lnTo>
                  <a:pt x="905" y="1018"/>
                </a:lnTo>
                <a:lnTo>
                  <a:pt x="905" y="1019"/>
                </a:lnTo>
                <a:lnTo>
                  <a:pt x="904" y="1019"/>
                </a:lnTo>
                <a:lnTo>
                  <a:pt x="905" y="1020"/>
                </a:lnTo>
                <a:lnTo>
                  <a:pt x="906" y="1020"/>
                </a:lnTo>
                <a:lnTo>
                  <a:pt x="907" y="1020"/>
                </a:lnTo>
                <a:lnTo>
                  <a:pt x="906" y="1020"/>
                </a:lnTo>
                <a:lnTo>
                  <a:pt x="906" y="1021"/>
                </a:lnTo>
                <a:lnTo>
                  <a:pt x="906" y="1022"/>
                </a:lnTo>
                <a:lnTo>
                  <a:pt x="905" y="1022"/>
                </a:lnTo>
                <a:lnTo>
                  <a:pt x="905" y="1021"/>
                </a:lnTo>
                <a:lnTo>
                  <a:pt x="904" y="1021"/>
                </a:lnTo>
                <a:lnTo>
                  <a:pt x="903" y="1022"/>
                </a:lnTo>
                <a:lnTo>
                  <a:pt x="903" y="1023"/>
                </a:lnTo>
                <a:lnTo>
                  <a:pt x="904" y="1023"/>
                </a:lnTo>
                <a:lnTo>
                  <a:pt x="904" y="1024"/>
                </a:lnTo>
                <a:lnTo>
                  <a:pt x="903" y="1024"/>
                </a:lnTo>
                <a:lnTo>
                  <a:pt x="902" y="1024"/>
                </a:lnTo>
                <a:lnTo>
                  <a:pt x="902" y="1025"/>
                </a:lnTo>
                <a:lnTo>
                  <a:pt x="903" y="1025"/>
                </a:lnTo>
                <a:lnTo>
                  <a:pt x="903" y="1026"/>
                </a:lnTo>
                <a:lnTo>
                  <a:pt x="903" y="1027"/>
                </a:lnTo>
                <a:lnTo>
                  <a:pt x="904" y="1028"/>
                </a:lnTo>
                <a:lnTo>
                  <a:pt x="905" y="1028"/>
                </a:lnTo>
                <a:lnTo>
                  <a:pt x="905" y="1029"/>
                </a:lnTo>
                <a:lnTo>
                  <a:pt x="906" y="1029"/>
                </a:lnTo>
                <a:lnTo>
                  <a:pt x="907" y="1029"/>
                </a:lnTo>
                <a:lnTo>
                  <a:pt x="907" y="1030"/>
                </a:lnTo>
                <a:lnTo>
                  <a:pt x="908" y="1030"/>
                </a:lnTo>
                <a:lnTo>
                  <a:pt x="909" y="1031"/>
                </a:lnTo>
                <a:lnTo>
                  <a:pt x="910" y="1031"/>
                </a:lnTo>
                <a:lnTo>
                  <a:pt x="911" y="1031"/>
                </a:lnTo>
                <a:lnTo>
                  <a:pt x="911" y="1030"/>
                </a:lnTo>
                <a:lnTo>
                  <a:pt x="912" y="1030"/>
                </a:lnTo>
                <a:lnTo>
                  <a:pt x="912" y="1031"/>
                </a:lnTo>
                <a:lnTo>
                  <a:pt x="911" y="1031"/>
                </a:lnTo>
                <a:lnTo>
                  <a:pt x="912" y="1031"/>
                </a:lnTo>
                <a:lnTo>
                  <a:pt x="912" y="1032"/>
                </a:lnTo>
                <a:lnTo>
                  <a:pt x="912" y="1033"/>
                </a:lnTo>
                <a:lnTo>
                  <a:pt x="911" y="1033"/>
                </a:lnTo>
                <a:lnTo>
                  <a:pt x="911" y="1034"/>
                </a:lnTo>
                <a:lnTo>
                  <a:pt x="910" y="1034"/>
                </a:lnTo>
                <a:lnTo>
                  <a:pt x="909" y="1034"/>
                </a:lnTo>
                <a:lnTo>
                  <a:pt x="908" y="1034"/>
                </a:lnTo>
                <a:lnTo>
                  <a:pt x="908" y="1033"/>
                </a:lnTo>
                <a:lnTo>
                  <a:pt x="907" y="1033"/>
                </a:lnTo>
                <a:lnTo>
                  <a:pt x="906" y="1033"/>
                </a:lnTo>
                <a:lnTo>
                  <a:pt x="906" y="1034"/>
                </a:lnTo>
                <a:lnTo>
                  <a:pt x="905" y="1035"/>
                </a:lnTo>
                <a:lnTo>
                  <a:pt x="903" y="1035"/>
                </a:lnTo>
                <a:lnTo>
                  <a:pt x="903" y="1036"/>
                </a:lnTo>
                <a:lnTo>
                  <a:pt x="903" y="1037"/>
                </a:lnTo>
                <a:lnTo>
                  <a:pt x="902" y="1037"/>
                </a:lnTo>
                <a:lnTo>
                  <a:pt x="901" y="1036"/>
                </a:lnTo>
                <a:lnTo>
                  <a:pt x="900" y="1036"/>
                </a:lnTo>
                <a:lnTo>
                  <a:pt x="900" y="1037"/>
                </a:lnTo>
                <a:lnTo>
                  <a:pt x="899" y="1037"/>
                </a:lnTo>
                <a:lnTo>
                  <a:pt x="899" y="1038"/>
                </a:lnTo>
                <a:lnTo>
                  <a:pt x="898" y="1038"/>
                </a:lnTo>
                <a:lnTo>
                  <a:pt x="897" y="1038"/>
                </a:lnTo>
                <a:lnTo>
                  <a:pt x="896" y="1038"/>
                </a:lnTo>
                <a:lnTo>
                  <a:pt x="896" y="1037"/>
                </a:lnTo>
                <a:lnTo>
                  <a:pt x="896" y="1036"/>
                </a:lnTo>
                <a:lnTo>
                  <a:pt x="895" y="1036"/>
                </a:lnTo>
                <a:lnTo>
                  <a:pt x="894" y="1036"/>
                </a:lnTo>
                <a:lnTo>
                  <a:pt x="893" y="1035"/>
                </a:lnTo>
                <a:lnTo>
                  <a:pt x="892" y="1034"/>
                </a:lnTo>
                <a:lnTo>
                  <a:pt x="891" y="1033"/>
                </a:lnTo>
                <a:lnTo>
                  <a:pt x="891" y="1032"/>
                </a:lnTo>
                <a:lnTo>
                  <a:pt x="890" y="1032"/>
                </a:lnTo>
                <a:lnTo>
                  <a:pt x="889" y="1032"/>
                </a:lnTo>
                <a:lnTo>
                  <a:pt x="889" y="1031"/>
                </a:lnTo>
                <a:lnTo>
                  <a:pt x="888" y="1031"/>
                </a:lnTo>
                <a:lnTo>
                  <a:pt x="888" y="1030"/>
                </a:lnTo>
                <a:lnTo>
                  <a:pt x="887" y="1030"/>
                </a:lnTo>
                <a:lnTo>
                  <a:pt x="886" y="1030"/>
                </a:lnTo>
                <a:lnTo>
                  <a:pt x="885" y="1030"/>
                </a:lnTo>
                <a:lnTo>
                  <a:pt x="883" y="1031"/>
                </a:lnTo>
                <a:lnTo>
                  <a:pt x="882" y="1032"/>
                </a:lnTo>
                <a:lnTo>
                  <a:pt x="881" y="1032"/>
                </a:lnTo>
                <a:lnTo>
                  <a:pt x="880" y="1033"/>
                </a:lnTo>
                <a:lnTo>
                  <a:pt x="879" y="1033"/>
                </a:lnTo>
                <a:lnTo>
                  <a:pt x="878" y="1034"/>
                </a:lnTo>
                <a:lnTo>
                  <a:pt x="877" y="1035"/>
                </a:lnTo>
                <a:lnTo>
                  <a:pt x="877" y="1036"/>
                </a:lnTo>
                <a:lnTo>
                  <a:pt x="877" y="1037"/>
                </a:lnTo>
                <a:lnTo>
                  <a:pt x="876" y="1037"/>
                </a:lnTo>
                <a:lnTo>
                  <a:pt x="875" y="1037"/>
                </a:lnTo>
                <a:lnTo>
                  <a:pt x="874" y="1037"/>
                </a:lnTo>
                <a:lnTo>
                  <a:pt x="873" y="1037"/>
                </a:lnTo>
                <a:lnTo>
                  <a:pt x="872" y="1037"/>
                </a:lnTo>
                <a:lnTo>
                  <a:pt x="872" y="1036"/>
                </a:lnTo>
                <a:lnTo>
                  <a:pt x="871" y="1036"/>
                </a:lnTo>
                <a:lnTo>
                  <a:pt x="870" y="1035"/>
                </a:lnTo>
                <a:lnTo>
                  <a:pt x="870" y="1034"/>
                </a:lnTo>
                <a:lnTo>
                  <a:pt x="870" y="1033"/>
                </a:lnTo>
                <a:lnTo>
                  <a:pt x="869" y="1032"/>
                </a:lnTo>
                <a:lnTo>
                  <a:pt x="869" y="1031"/>
                </a:lnTo>
                <a:lnTo>
                  <a:pt x="869" y="1030"/>
                </a:lnTo>
                <a:lnTo>
                  <a:pt x="868" y="1030"/>
                </a:lnTo>
                <a:lnTo>
                  <a:pt x="867" y="1030"/>
                </a:lnTo>
                <a:lnTo>
                  <a:pt x="866" y="1028"/>
                </a:lnTo>
                <a:lnTo>
                  <a:pt x="865" y="1028"/>
                </a:lnTo>
                <a:lnTo>
                  <a:pt x="864" y="1028"/>
                </a:lnTo>
                <a:lnTo>
                  <a:pt x="864" y="1027"/>
                </a:lnTo>
                <a:lnTo>
                  <a:pt x="863" y="1027"/>
                </a:lnTo>
                <a:lnTo>
                  <a:pt x="862" y="1026"/>
                </a:lnTo>
                <a:lnTo>
                  <a:pt x="861" y="1026"/>
                </a:lnTo>
                <a:lnTo>
                  <a:pt x="861" y="1025"/>
                </a:lnTo>
                <a:lnTo>
                  <a:pt x="860" y="1025"/>
                </a:lnTo>
                <a:lnTo>
                  <a:pt x="860" y="1024"/>
                </a:lnTo>
                <a:lnTo>
                  <a:pt x="859" y="1024"/>
                </a:lnTo>
                <a:lnTo>
                  <a:pt x="858" y="1024"/>
                </a:lnTo>
                <a:lnTo>
                  <a:pt x="857" y="1024"/>
                </a:lnTo>
                <a:lnTo>
                  <a:pt x="856" y="1024"/>
                </a:lnTo>
                <a:lnTo>
                  <a:pt x="855" y="1024"/>
                </a:lnTo>
                <a:lnTo>
                  <a:pt x="855" y="1023"/>
                </a:lnTo>
                <a:lnTo>
                  <a:pt x="855" y="1022"/>
                </a:lnTo>
                <a:lnTo>
                  <a:pt x="854" y="1022"/>
                </a:lnTo>
                <a:lnTo>
                  <a:pt x="853" y="1022"/>
                </a:lnTo>
                <a:lnTo>
                  <a:pt x="852" y="1022"/>
                </a:lnTo>
                <a:lnTo>
                  <a:pt x="851" y="1022"/>
                </a:lnTo>
                <a:lnTo>
                  <a:pt x="851" y="1021"/>
                </a:lnTo>
                <a:lnTo>
                  <a:pt x="851" y="1020"/>
                </a:lnTo>
                <a:lnTo>
                  <a:pt x="852" y="1019"/>
                </a:lnTo>
                <a:lnTo>
                  <a:pt x="851" y="1018"/>
                </a:lnTo>
                <a:lnTo>
                  <a:pt x="850" y="1018"/>
                </a:lnTo>
                <a:lnTo>
                  <a:pt x="849" y="1018"/>
                </a:lnTo>
                <a:lnTo>
                  <a:pt x="848" y="1018"/>
                </a:lnTo>
                <a:lnTo>
                  <a:pt x="848" y="1019"/>
                </a:lnTo>
                <a:lnTo>
                  <a:pt x="847" y="1019"/>
                </a:lnTo>
                <a:lnTo>
                  <a:pt x="847" y="1018"/>
                </a:lnTo>
                <a:lnTo>
                  <a:pt x="846" y="1018"/>
                </a:lnTo>
                <a:lnTo>
                  <a:pt x="845" y="1017"/>
                </a:lnTo>
                <a:lnTo>
                  <a:pt x="844" y="1018"/>
                </a:lnTo>
                <a:lnTo>
                  <a:pt x="843" y="1018"/>
                </a:lnTo>
                <a:lnTo>
                  <a:pt x="843" y="1017"/>
                </a:lnTo>
                <a:lnTo>
                  <a:pt x="841" y="1017"/>
                </a:lnTo>
                <a:lnTo>
                  <a:pt x="840" y="1017"/>
                </a:lnTo>
                <a:lnTo>
                  <a:pt x="839" y="1016"/>
                </a:lnTo>
                <a:lnTo>
                  <a:pt x="839" y="1015"/>
                </a:lnTo>
                <a:lnTo>
                  <a:pt x="838" y="1015"/>
                </a:lnTo>
                <a:lnTo>
                  <a:pt x="837" y="1015"/>
                </a:lnTo>
                <a:lnTo>
                  <a:pt x="836" y="1015"/>
                </a:lnTo>
                <a:lnTo>
                  <a:pt x="836" y="1016"/>
                </a:lnTo>
                <a:lnTo>
                  <a:pt x="835" y="1016"/>
                </a:lnTo>
                <a:lnTo>
                  <a:pt x="834" y="1016"/>
                </a:lnTo>
                <a:lnTo>
                  <a:pt x="832" y="1015"/>
                </a:lnTo>
                <a:lnTo>
                  <a:pt x="831" y="1014"/>
                </a:lnTo>
                <a:lnTo>
                  <a:pt x="832" y="1013"/>
                </a:lnTo>
                <a:lnTo>
                  <a:pt x="831" y="1013"/>
                </a:lnTo>
                <a:lnTo>
                  <a:pt x="830" y="1012"/>
                </a:lnTo>
                <a:lnTo>
                  <a:pt x="830" y="1011"/>
                </a:lnTo>
                <a:lnTo>
                  <a:pt x="830" y="1010"/>
                </a:lnTo>
                <a:lnTo>
                  <a:pt x="830" y="1009"/>
                </a:lnTo>
                <a:lnTo>
                  <a:pt x="831" y="1009"/>
                </a:lnTo>
                <a:lnTo>
                  <a:pt x="831" y="1008"/>
                </a:lnTo>
                <a:lnTo>
                  <a:pt x="832" y="1007"/>
                </a:lnTo>
                <a:lnTo>
                  <a:pt x="832" y="1006"/>
                </a:lnTo>
                <a:lnTo>
                  <a:pt x="833" y="1006"/>
                </a:lnTo>
                <a:lnTo>
                  <a:pt x="832" y="1005"/>
                </a:lnTo>
                <a:lnTo>
                  <a:pt x="832" y="1004"/>
                </a:lnTo>
                <a:lnTo>
                  <a:pt x="831" y="1004"/>
                </a:lnTo>
                <a:lnTo>
                  <a:pt x="830" y="1004"/>
                </a:lnTo>
                <a:lnTo>
                  <a:pt x="830" y="1003"/>
                </a:lnTo>
                <a:lnTo>
                  <a:pt x="829" y="1003"/>
                </a:lnTo>
                <a:lnTo>
                  <a:pt x="829" y="1002"/>
                </a:lnTo>
                <a:lnTo>
                  <a:pt x="829" y="1001"/>
                </a:lnTo>
                <a:lnTo>
                  <a:pt x="829" y="1000"/>
                </a:lnTo>
                <a:lnTo>
                  <a:pt x="829" y="999"/>
                </a:lnTo>
                <a:lnTo>
                  <a:pt x="829" y="998"/>
                </a:lnTo>
                <a:lnTo>
                  <a:pt x="829" y="997"/>
                </a:lnTo>
                <a:lnTo>
                  <a:pt x="828" y="997"/>
                </a:lnTo>
                <a:lnTo>
                  <a:pt x="828" y="996"/>
                </a:lnTo>
                <a:lnTo>
                  <a:pt x="827" y="996"/>
                </a:lnTo>
                <a:lnTo>
                  <a:pt x="827" y="995"/>
                </a:lnTo>
                <a:lnTo>
                  <a:pt x="828" y="995"/>
                </a:lnTo>
                <a:lnTo>
                  <a:pt x="829" y="994"/>
                </a:lnTo>
                <a:lnTo>
                  <a:pt x="829" y="993"/>
                </a:lnTo>
                <a:lnTo>
                  <a:pt x="828" y="993"/>
                </a:lnTo>
                <a:lnTo>
                  <a:pt x="828" y="992"/>
                </a:lnTo>
                <a:lnTo>
                  <a:pt x="828" y="991"/>
                </a:lnTo>
                <a:lnTo>
                  <a:pt x="828" y="990"/>
                </a:lnTo>
                <a:lnTo>
                  <a:pt x="829" y="989"/>
                </a:lnTo>
                <a:lnTo>
                  <a:pt x="829" y="988"/>
                </a:lnTo>
                <a:lnTo>
                  <a:pt x="828" y="988"/>
                </a:lnTo>
                <a:lnTo>
                  <a:pt x="828" y="987"/>
                </a:lnTo>
                <a:lnTo>
                  <a:pt x="827" y="985"/>
                </a:lnTo>
                <a:lnTo>
                  <a:pt x="826" y="985"/>
                </a:lnTo>
                <a:lnTo>
                  <a:pt x="825" y="985"/>
                </a:lnTo>
                <a:lnTo>
                  <a:pt x="825" y="984"/>
                </a:lnTo>
                <a:lnTo>
                  <a:pt x="825" y="983"/>
                </a:lnTo>
                <a:lnTo>
                  <a:pt x="826" y="983"/>
                </a:lnTo>
                <a:lnTo>
                  <a:pt x="826" y="982"/>
                </a:lnTo>
                <a:lnTo>
                  <a:pt x="827" y="980"/>
                </a:lnTo>
                <a:lnTo>
                  <a:pt x="827" y="979"/>
                </a:lnTo>
                <a:lnTo>
                  <a:pt x="828" y="979"/>
                </a:lnTo>
                <a:lnTo>
                  <a:pt x="828" y="978"/>
                </a:lnTo>
                <a:lnTo>
                  <a:pt x="827" y="978"/>
                </a:lnTo>
                <a:lnTo>
                  <a:pt x="827" y="977"/>
                </a:lnTo>
                <a:lnTo>
                  <a:pt x="827" y="976"/>
                </a:lnTo>
                <a:lnTo>
                  <a:pt x="827" y="975"/>
                </a:lnTo>
                <a:lnTo>
                  <a:pt x="828" y="975"/>
                </a:lnTo>
                <a:lnTo>
                  <a:pt x="827" y="975"/>
                </a:lnTo>
                <a:lnTo>
                  <a:pt x="827" y="974"/>
                </a:lnTo>
                <a:lnTo>
                  <a:pt x="826" y="974"/>
                </a:lnTo>
                <a:lnTo>
                  <a:pt x="826" y="975"/>
                </a:lnTo>
                <a:lnTo>
                  <a:pt x="825" y="975"/>
                </a:lnTo>
                <a:lnTo>
                  <a:pt x="824" y="975"/>
                </a:lnTo>
                <a:lnTo>
                  <a:pt x="823" y="975"/>
                </a:lnTo>
                <a:lnTo>
                  <a:pt x="823" y="976"/>
                </a:lnTo>
                <a:lnTo>
                  <a:pt x="823" y="977"/>
                </a:lnTo>
                <a:lnTo>
                  <a:pt x="822" y="977"/>
                </a:lnTo>
                <a:lnTo>
                  <a:pt x="823" y="978"/>
                </a:lnTo>
                <a:lnTo>
                  <a:pt x="822" y="978"/>
                </a:lnTo>
                <a:lnTo>
                  <a:pt x="822" y="979"/>
                </a:lnTo>
                <a:lnTo>
                  <a:pt x="821" y="979"/>
                </a:lnTo>
                <a:lnTo>
                  <a:pt x="821" y="980"/>
                </a:lnTo>
                <a:lnTo>
                  <a:pt x="820" y="981"/>
                </a:lnTo>
                <a:lnTo>
                  <a:pt x="819" y="981"/>
                </a:lnTo>
                <a:lnTo>
                  <a:pt x="819" y="982"/>
                </a:lnTo>
                <a:lnTo>
                  <a:pt x="819" y="983"/>
                </a:lnTo>
                <a:lnTo>
                  <a:pt x="818" y="984"/>
                </a:lnTo>
                <a:lnTo>
                  <a:pt x="818" y="985"/>
                </a:lnTo>
                <a:lnTo>
                  <a:pt x="817" y="985"/>
                </a:lnTo>
                <a:lnTo>
                  <a:pt x="816" y="985"/>
                </a:lnTo>
                <a:lnTo>
                  <a:pt x="815" y="985"/>
                </a:lnTo>
                <a:lnTo>
                  <a:pt x="813" y="985"/>
                </a:lnTo>
                <a:lnTo>
                  <a:pt x="812" y="985"/>
                </a:lnTo>
                <a:lnTo>
                  <a:pt x="812" y="986"/>
                </a:lnTo>
                <a:lnTo>
                  <a:pt x="811" y="986"/>
                </a:lnTo>
                <a:lnTo>
                  <a:pt x="811" y="987"/>
                </a:lnTo>
                <a:lnTo>
                  <a:pt x="811" y="986"/>
                </a:lnTo>
                <a:lnTo>
                  <a:pt x="809" y="988"/>
                </a:lnTo>
                <a:lnTo>
                  <a:pt x="808" y="988"/>
                </a:lnTo>
                <a:lnTo>
                  <a:pt x="808" y="990"/>
                </a:lnTo>
                <a:lnTo>
                  <a:pt x="808" y="991"/>
                </a:lnTo>
                <a:lnTo>
                  <a:pt x="808" y="992"/>
                </a:lnTo>
                <a:lnTo>
                  <a:pt x="807" y="992"/>
                </a:lnTo>
                <a:lnTo>
                  <a:pt x="806" y="992"/>
                </a:lnTo>
                <a:lnTo>
                  <a:pt x="805" y="992"/>
                </a:lnTo>
                <a:lnTo>
                  <a:pt x="805" y="993"/>
                </a:lnTo>
                <a:lnTo>
                  <a:pt x="804" y="994"/>
                </a:lnTo>
                <a:lnTo>
                  <a:pt x="805" y="995"/>
                </a:lnTo>
                <a:lnTo>
                  <a:pt x="804" y="995"/>
                </a:lnTo>
                <a:lnTo>
                  <a:pt x="803" y="996"/>
                </a:lnTo>
                <a:lnTo>
                  <a:pt x="802" y="996"/>
                </a:lnTo>
                <a:lnTo>
                  <a:pt x="801" y="996"/>
                </a:lnTo>
                <a:lnTo>
                  <a:pt x="800" y="996"/>
                </a:lnTo>
                <a:lnTo>
                  <a:pt x="799" y="996"/>
                </a:lnTo>
                <a:lnTo>
                  <a:pt x="799" y="995"/>
                </a:lnTo>
                <a:lnTo>
                  <a:pt x="798" y="994"/>
                </a:lnTo>
                <a:lnTo>
                  <a:pt x="797" y="994"/>
                </a:lnTo>
                <a:lnTo>
                  <a:pt x="796" y="994"/>
                </a:lnTo>
                <a:lnTo>
                  <a:pt x="796" y="993"/>
                </a:lnTo>
                <a:lnTo>
                  <a:pt x="796" y="992"/>
                </a:lnTo>
                <a:lnTo>
                  <a:pt x="795" y="990"/>
                </a:lnTo>
                <a:lnTo>
                  <a:pt x="796" y="989"/>
                </a:lnTo>
                <a:lnTo>
                  <a:pt x="796" y="988"/>
                </a:lnTo>
                <a:lnTo>
                  <a:pt x="797" y="988"/>
                </a:lnTo>
                <a:lnTo>
                  <a:pt x="797" y="987"/>
                </a:lnTo>
                <a:lnTo>
                  <a:pt x="797" y="986"/>
                </a:lnTo>
                <a:lnTo>
                  <a:pt x="796" y="986"/>
                </a:lnTo>
                <a:lnTo>
                  <a:pt x="797" y="985"/>
                </a:lnTo>
                <a:lnTo>
                  <a:pt x="796" y="985"/>
                </a:lnTo>
                <a:lnTo>
                  <a:pt x="796" y="984"/>
                </a:lnTo>
                <a:lnTo>
                  <a:pt x="796" y="983"/>
                </a:lnTo>
                <a:lnTo>
                  <a:pt x="795" y="983"/>
                </a:lnTo>
                <a:lnTo>
                  <a:pt x="795" y="982"/>
                </a:lnTo>
                <a:lnTo>
                  <a:pt x="794" y="982"/>
                </a:lnTo>
                <a:lnTo>
                  <a:pt x="794" y="981"/>
                </a:lnTo>
                <a:lnTo>
                  <a:pt x="795" y="981"/>
                </a:lnTo>
                <a:lnTo>
                  <a:pt x="795" y="980"/>
                </a:lnTo>
                <a:lnTo>
                  <a:pt x="795" y="979"/>
                </a:lnTo>
                <a:lnTo>
                  <a:pt x="794" y="979"/>
                </a:lnTo>
                <a:lnTo>
                  <a:pt x="794" y="980"/>
                </a:lnTo>
                <a:lnTo>
                  <a:pt x="793" y="980"/>
                </a:lnTo>
                <a:lnTo>
                  <a:pt x="793" y="979"/>
                </a:lnTo>
                <a:lnTo>
                  <a:pt x="793" y="978"/>
                </a:lnTo>
                <a:lnTo>
                  <a:pt x="792" y="977"/>
                </a:lnTo>
                <a:lnTo>
                  <a:pt x="791" y="977"/>
                </a:lnTo>
                <a:lnTo>
                  <a:pt x="790" y="977"/>
                </a:lnTo>
                <a:lnTo>
                  <a:pt x="789" y="977"/>
                </a:lnTo>
                <a:lnTo>
                  <a:pt x="788" y="977"/>
                </a:lnTo>
                <a:lnTo>
                  <a:pt x="788" y="978"/>
                </a:lnTo>
                <a:lnTo>
                  <a:pt x="787" y="977"/>
                </a:lnTo>
                <a:lnTo>
                  <a:pt x="786" y="977"/>
                </a:lnTo>
                <a:lnTo>
                  <a:pt x="786" y="978"/>
                </a:lnTo>
                <a:lnTo>
                  <a:pt x="785" y="978"/>
                </a:lnTo>
                <a:lnTo>
                  <a:pt x="784" y="979"/>
                </a:lnTo>
                <a:lnTo>
                  <a:pt x="783" y="979"/>
                </a:lnTo>
                <a:lnTo>
                  <a:pt x="783" y="978"/>
                </a:lnTo>
                <a:lnTo>
                  <a:pt x="782" y="979"/>
                </a:lnTo>
                <a:lnTo>
                  <a:pt x="781" y="979"/>
                </a:lnTo>
                <a:lnTo>
                  <a:pt x="781" y="980"/>
                </a:lnTo>
                <a:lnTo>
                  <a:pt x="780" y="980"/>
                </a:lnTo>
                <a:lnTo>
                  <a:pt x="780" y="981"/>
                </a:lnTo>
                <a:lnTo>
                  <a:pt x="779" y="981"/>
                </a:lnTo>
                <a:lnTo>
                  <a:pt x="778" y="982"/>
                </a:lnTo>
                <a:lnTo>
                  <a:pt x="778" y="983"/>
                </a:lnTo>
                <a:lnTo>
                  <a:pt x="777" y="983"/>
                </a:lnTo>
                <a:lnTo>
                  <a:pt x="776" y="983"/>
                </a:lnTo>
                <a:lnTo>
                  <a:pt x="775" y="983"/>
                </a:lnTo>
                <a:lnTo>
                  <a:pt x="775" y="984"/>
                </a:lnTo>
                <a:lnTo>
                  <a:pt x="775" y="985"/>
                </a:lnTo>
                <a:lnTo>
                  <a:pt x="776" y="985"/>
                </a:lnTo>
                <a:lnTo>
                  <a:pt x="776" y="986"/>
                </a:lnTo>
                <a:lnTo>
                  <a:pt x="775" y="986"/>
                </a:lnTo>
                <a:lnTo>
                  <a:pt x="775" y="987"/>
                </a:lnTo>
                <a:lnTo>
                  <a:pt x="775" y="988"/>
                </a:lnTo>
                <a:lnTo>
                  <a:pt x="775" y="989"/>
                </a:lnTo>
                <a:lnTo>
                  <a:pt x="775" y="990"/>
                </a:lnTo>
                <a:lnTo>
                  <a:pt x="774" y="990"/>
                </a:lnTo>
                <a:lnTo>
                  <a:pt x="773" y="990"/>
                </a:lnTo>
                <a:lnTo>
                  <a:pt x="771" y="990"/>
                </a:lnTo>
                <a:lnTo>
                  <a:pt x="771" y="991"/>
                </a:lnTo>
                <a:lnTo>
                  <a:pt x="771" y="992"/>
                </a:lnTo>
                <a:lnTo>
                  <a:pt x="770" y="992"/>
                </a:lnTo>
                <a:lnTo>
                  <a:pt x="769" y="992"/>
                </a:lnTo>
                <a:lnTo>
                  <a:pt x="768" y="992"/>
                </a:lnTo>
                <a:lnTo>
                  <a:pt x="767" y="991"/>
                </a:lnTo>
                <a:lnTo>
                  <a:pt x="767" y="992"/>
                </a:lnTo>
                <a:lnTo>
                  <a:pt x="766" y="992"/>
                </a:lnTo>
                <a:lnTo>
                  <a:pt x="765" y="992"/>
                </a:lnTo>
                <a:lnTo>
                  <a:pt x="764" y="992"/>
                </a:lnTo>
                <a:lnTo>
                  <a:pt x="764" y="993"/>
                </a:lnTo>
                <a:lnTo>
                  <a:pt x="763" y="993"/>
                </a:lnTo>
                <a:lnTo>
                  <a:pt x="763" y="992"/>
                </a:lnTo>
                <a:lnTo>
                  <a:pt x="762" y="992"/>
                </a:lnTo>
                <a:lnTo>
                  <a:pt x="760" y="992"/>
                </a:lnTo>
                <a:lnTo>
                  <a:pt x="759" y="992"/>
                </a:lnTo>
                <a:lnTo>
                  <a:pt x="758" y="992"/>
                </a:lnTo>
                <a:lnTo>
                  <a:pt x="756" y="993"/>
                </a:lnTo>
                <a:lnTo>
                  <a:pt x="755" y="993"/>
                </a:lnTo>
                <a:lnTo>
                  <a:pt x="754" y="992"/>
                </a:lnTo>
                <a:lnTo>
                  <a:pt x="753" y="992"/>
                </a:lnTo>
                <a:lnTo>
                  <a:pt x="753" y="993"/>
                </a:lnTo>
                <a:lnTo>
                  <a:pt x="752" y="993"/>
                </a:lnTo>
                <a:lnTo>
                  <a:pt x="751" y="992"/>
                </a:lnTo>
                <a:lnTo>
                  <a:pt x="750" y="992"/>
                </a:lnTo>
                <a:lnTo>
                  <a:pt x="749" y="992"/>
                </a:lnTo>
                <a:lnTo>
                  <a:pt x="747" y="992"/>
                </a:lnTo>
                <a:lnTo>
                  <a:pt x="747" y="993"/>
                </a:lnTo>
                <a:lnTo>
                  <a:pt x="746" y="993"/>
                </a:lnTo>
                <a:lnTo>
                  <a:pt x="746" y="994"/>
                </a:lnTo>
                <a:lnTo>
                  <a:pt x="745" y="995"/>
                </a:lnTo>
                <a:lnTo>
                  <a:pt x="744" y="995"/>
                </a:lnTo>
                <a:lnTo>
                  <a:pt x="744" y="996"/>
                </a:lnTo>
                <a:lnTo>
                  <a:pt x="743" y="996"/>
                </a:lnTo>
                <a:lnTo>
                  <a:pt x="743" y="995"/>
                </a:lnTo>
                <a:lnTo>
                  <a:pt x="742" y="996"/>
                </a:lnTo>
                <a:lnTo>
                  <a:pt x="741" y="996"/>
                </a:lnTo>
                <a:lnTo>
                  <a:pt x="741" y="997"/>
                </a:lnTo>
                <a:lnTo>
                  <a:pt x="741" y="998"/>
                </a:lnTo>
                <a:lnTo>
                  <a:pt x="740" y="998"/>
                </a:lnTo>
                <a:lnTo>
                  <a:pt x="739" y="999"/>
                </a:lnTo>
                <a:lnTo>
                  <a:pt x="738" y="1000"/>
                </a:lnTo>
                <a:lnTo>
                  <a:pt x="737" y="1000"/>
                </a:lnTo>
                <a:lnTo>
                  <a:pt x="736" y="1000"/>
                </a:lnTo>
                <a:lnTo>
                  <a:pt x="735" y="1000"/>
                </a:lnTo>
                <a:lnTo>
                  <a:pt x="733" y="999"/>
                </a:lnTo>
                <a:lnTo>
                  <a:pt x="732" y="999"/>
                </a:lnTo>
                <a:lnTo>
                  <a:pt x="733" y="1000"/>
                </a:lnTo>
                <a:lnTo>
                  <a:pt x="732" y="1000"/>
                </a:lnTo>
                <a:lnTo>
                  <a:pt x="731" y="1000"/>
                </a:lnTo>
                <a:lnTo>
                  <a:pt x="730" y="1000"/>
                </a:lnTo>
                <a:lnTo>
                  <a:pt x="730" y="999"/>
                </a:lnTo>
                <a:lnTo>
                  <a:pt x="729" y="998"/>
                </a:lnTo>
                <a:lnTo>
                  <a:pt x="728" y="998"/>
                </a:lnTo>
                <a:lnTo>
                  <a:pt x="727" y="998"/>
                </a:lnTo>
                <a:lnTo>
                  <a:pt x="727" y="999"/>
                </a:lnTo>
                <a:lnTo>
                  <a:pt x="726" y="999"/>
                </a:lnTo>
                <a:lnTo>
                  <a:pt x="726" y="1000"/>
                </a:lnTo>
                <a:lnTo>
                  <a:pt x="725" y="1000"/>
                </a:lnTo>
                <a:lnTo>
                  <a:pt x="724" y="1001"/>
                </a:lnTo>
                <a:lnTo>
                  <a:pt x="724" y="1002"/>
                </a:lnTo>
                <a:lnTo>
                  <a:pt x="724" y="1003"/>
                </a:lnTo>
                <a:lnTo>
                  <a:pt x="724" y="1004"/>
                </a:lnTo>
                <a:lnTo>
                  <a:pt x="724" y="1005"/>
                </a:lnTo>
                <a:lnTo>
                  <a:pt x="724" y="1006"/>
                </a:lnTo>
                <a:lnTo>
                  <a:pt x="724" y="1007"/>
                </a:lnTo>
                <a:lnTo>
                  <a:pt x="724" y="1008"/>
                </a:lnTo>
                <a:lnTo>
                  <a:pt x="725" y="1008"/>
                </a:lnTo>
                <a:lnTo>
                  <a:pt x="725" y="1009"/>
                </a:lnTo>
                <a:lnTo>
                  <a:pt x="726" y="1009"/>
                </a:lnTo>
                <a:lnTo>
                  <a:pt x="725" y="1009"/>
                </a:lnTo>
                <a:lnTo>
                  <a:pt x="725" y="1010"/>
                </a:lnTo>
                <a:lnTo>
                  <a:pt x="724" y="1010"/>
                </a:lnTo>
                <a:lnTo>
                  <a:pt x="724" y="1011"/>
                </a:lnTo>
                <a:lnTo>
                  <a:pt x="724" y="1012"/>
                </a:lnTo>
                <a:lnTo>
                  <a:pt x="724" y="1013"/>
                </a:lnTo>
                <a:lnTo>
                  <a:pt x="724" y="1014"/>
                </a:lnTo>
                <a:lnTo>
                  <a:pt x="724" y="1015"/>
                </a:lnTo>
                <a:lnTo>
                  <a:pt x="725" y="1015"/>
                </a:lnTo>
                <a:lnTo>
                  <a:pt x="725" y="1016"/>
                </a:lnTo>
                <a:lnTo>
                  <a:pt x="725" y="1017"/>
                </a:lnTo>
                <a:lnTo>
                  <a:pt x="725" y="1018"/>
                </a:lnTo>
                <a:lnTo>
                  <a:pt x="726" y="1019"/>
                </a:lnTo>
                <a:lnTo>
                  <a:pt x="726" y="1020"/>
                </a:lnTo>
                <a:lnTo>
                  <a:pt x="725" y="1020"/>
                </a:lnTo>
                <a:lnTo>
                  <a:pt x="725" y="1021"/>
                </a:lnTo>
                <a:lnTo>
                  <a:pt x="725" y="1022"/>
                </a:lnTo>
                <a:lnTo>
                  <a:pt x="724" y="1022"/>
                </a:lnTo>
                <a:lnTo>
                  <a:pt x="723" y="1022"/>
                </a:lnTo>
                <a:lnTo>
                  <a:pt x="723" y="1023"/>
                </a:lnTo>
                <a:lnTo>
                  <a:pt x="722" y="1023"/>
                </a:lnTo>
                <a:lnTo>
                  <a:pt x="721" y="1024"/>
                </a:lnTo>
                <a:lnTo>
                  <a:pt x="720" y="1024"/>
                </a:lnTo>
                <a:lnTo>
                  <a:pt x="720" y="1023"/>
                </a:lnTo>
                <a:lnTo>
                  <a:pt x="718" y="1023"/>
                </a:lnTo>
                <a:lnTo>
                  <a:pt x="717" y="1024"/>
                </a:lnTo>
                <a:lnTo>
                  <a:pt x="716" y="1025"/>
                </a:lnTo>
                <a:lnTo>
                  <a:pt x="715" y="1025"/>
                </a:lnTo>
                <a:lnTo>
                  <a:pt x="714" y="1025"/>
                </a:lnTo>
                <a:lnTo>
                  <a:pt x="714" y="1024"/>
                </a:lnTo>
                <a:lnTo>
                  <a:pt x="714" y="1025"/>
                </a:lnTo>
                <a:lnTo>
                  <a:pt x="713" y="1025"/>
                </a:lnTo>
                <a:lnTo>
                  <a:pt x="713" y="1026"/>
                </a:lnTo>
                <a:lnTo>
                  <a:pt x="712" y="1026"/>
                </a:lnTo>
                <a:lnTo>
                  <a:pt x="710" y="1026"/>
                </a:lnTo>
                <a:lnTo>
                  <a:pt x="709" y="1026"/>
                </a:lnTo>
                <a:lnTo>
                  <a:pt x="708" y="1026"/>
                </a:lnTo>
                <a:lnTo>
                  <a:pt x="708" y="1027"/>
                </a:lnTo>
                <a:lnTo>
                  <a:pt x="707" y="1027"/>
                </a:lnTo>
                <a:lnTo>
                  <a:pt x="706" y="1028"/>
                </a:lnTo>
                <a:lnTo>
                  <a:pt x="705" y="1028"/>
                </a:lnTo>
                <a:lnTo>
                  <a:pt x="704" y="1027"/>
                </a:lnTo>
                <a:lnTo>
                  <a:pt x="703" y="1027"/>
                </a:lnTo>
                <a:lnTo>
                  <a:pt x="702" y="1027"/>
                </a:lnTo>
                <a:lnTo>
                  <a:pt x="701" y="1027"/>
                </a:lnTo>
                <a:lnTo>
                  <a:pt x="701" y="1026"/>
                </a:lnTo>
                <a:lnTo>
                  <a:pt x="700" y="1025"/>
                </a:lnTo>
                <a:lnTo>
                  <a:pt x="699" y="1025"/>
                </a:lnTo>
                <a:lnTo>
                  <a:pt x="698" y="1025"/>
                </a:lnTo>
                <a:lnTo>
                  <a:pt x="698" y="1026"/>
                </a:lnTo>
                <a:lnTo>
                  <a:pt x="697" y="1026"/>
                </a:lnTo>
                <a:lnTo>
                  <a:pt x="695" y="1026"/>
                </a:lnTo>
                <a:lnTo>
                  <a:pt x="694" y="1026"/>
                </a:lnTo>
                <a:lnTo>
                  <a:pt x="693" y="1026"/>
                </a:lnTo>
                <a:lnTo>
                  <a:pt x="693" y="1025"/>
                </a:lnTo>
                <a:lnTo>
                  <a:pt x="692" y="1025"/>
                </a:lnTo>
                <a:lnTo>
                  <a:pt x="691" y="1025"/>
                </a:lnTo>
                <a:lnTo>
                  <a:pt x="691" y="1024"/>
                </a:lnTo>
                <a:lnTo>
                  <a:pt x="691" y="1023"/>
                </a:lnTo>
                <a:lnTo>
                  <a:pt x="690" y="1022"/>
                </a:lnTo>
                <a:lnTo>
                  <a:pt x="690" y="1021"/>
                </a:lnTo>
                <a:lnTo>
                  <a:pt x="689" y="1020"/>
                </a:lnTo>
                <a:lnTo>
                  <a:pt x="689" y="1019"/>
                </a:lnTo>
                <a:lnTo>
                  <a:pt x="689" y="1017"/>
                </a:lnTo>
                <a:lnTo>
                  <a:pt x="688" y="1017"/>
                </a:lnTo>
                <a:lnTo>
                  <a:pt x="688" y="1016"/>
                </a:lnTo>
                <a:lnTo>
                  <a:pt x="687" y="1014"/>
                </a:lnTo>
                <a:lnTo>
                  <a:pt x="687" y="1013"/>
                </a:lnTo>
                <a:lnTo>
                  <a:pt x="686" y="1013"/>
                </a:lnTo>
                <a:lnTo>
                  <a:pt x="686" y="1012"/>
                </a:lnTo>
                <a:lnTo>
                  <a:pt x="685" y="1012"/>
                </a:lnTo>
                <a:lnTo>
                  <a:pt x="685" y="1011"/>
                </a:lnTo>
                <a:lnTo>
                  <a:pt x="686" y="1011"/>
                </a:lnTo>
                <a:lnTo>
                  <a:pt x="686" y="1010"/>
                </a:lnTo>
                <a:lnTo>
                  <a:pt x="685" y="1010"/>
                </a:lnTo>
                <a:lnTo>
                  <a:pt x="685" y="1009"/>
                </a:lnTo>
                <a:lnTo>
                  <a:pt x="685" y="1008"/>
                </a:lnTo>
                <a:lnTo>
                  <a:pt x="684" y="1008"/>
                </a:lnTo>
                <a:lnTo>
                  <a:pt x="684" y="1007"/>
                </a:lnTo>
                <a:lnTo>
                  <a:pt x="683" y="1007"/>
                </a:lnTo>
                <a:lnTo>
                  <a:pt x="682" y="1007"/>
                </a:lnTo>
                <a:lnTo>
                  <a:pt x="681" y="1007"/>
                </a:lnTo>
                <a:lnTo>
                  <a:pt x="681" y="1006"/>
                </a:lnTo>
                <a:lnTo>
                  <a:pt x="682" y="1006"/>
                </a:lnTo>
                <a:lnTo>
                  <a:pt x="681" y="1006"/>
                </a:lnTo>
                <a:lnTo>
                  <a:pt x="680" y="1006"/>
                </a:lnTo>
                <a:lnTo>
                  <a:pt x="680" y="1005"/>
                </a:lnTo>
                <a:lnTo>
                  <a:pt x="681" y="1005"/>
                </a:lnTo>
                <a:lnTo>
                  <a:pt x="682" y="1004"/>
                </a:lnTo>
                <a:lnTo>
                  <a:pt x="683" y="1004"/>
                </a:lnTo>
                <a:lnTo>
                  <a:pt x="683" y="1005"/>
                </a:lnTo>
                <a:lnTo>
                  <a:pt x="683" y="1004"/>
                </a:lnTo>
                <a:lnTo>
                  <a:pt x="684" y="1004"/>
                </a:lnTo>
                <a:lnTo>
                  <a:pt x="683" y="1004"/>
                </a:lnTo>
                <a:lnTo>
                  <a:pt x="682" y="1003"/>
                </a:lnTo>
                <a:lnTo>
                  <a:pt x="682" y="1002"/>
                </a:lnTo>
                <a:lnTo>
                  <a:pt x="681" y="1001"/>
                </a:lnTo>
                <a:lnTo>
                  <a:pt x="681" y="1000"/>
                </a:lnTo>
                <a:lnTo>
                  <a:pt x="681" y="999"/>
                </a:lnTo>
                <a:lnTo>
                  <a:pt x="680" y="999"/>
                </a:lnTo>
                <a:lnTo>
                  <a:pt x="679" y="998"/>
                </a:lnTo>
                <a:lnTo>
                  <a:pt x="679" y="997"/>
                </a:lnTo>
                <a:lnTo>
                  <a:pt x="680" y="997"/>
                </a:lnTo>
                <a:lnTo>
                  <a:pt x="682" y="995"/>
                </a:lnTo>
                <a:lnTo>
                  <a:pt x="683" y="994"/>
                </a:lnTo>
                <a:lnTo>
                  <a:pt x="683" y="993"/>
                </a:lnTo>
                <a:lnTo>
                  <a:pt x="682" y="993"/>
                </a:lnTo>
                <a:lnTo>
                  <a:pt x="681" y="992"/>
                </a:lnTo>
                <a:lnTo>
                  <a:pt x="681" y="991"/>
                </a:lnTo>
                <a:lnTo>
                  <a:pt x="680" y="990"/>
                </a:lnTo>
                <a:lnTo>
                  <a:pt x="679" y="990"/>
                </a:lnTo>
                <a:lnTo>
                  <a:pt x="678" y="990"/>
                </a:lnTo>
                <a:lnTo>
                  <a:pt x="677" y="989"/>
                </a:lnTo>
                <a:lnTo>
                  <a:pt x="677" y="990"/>
                </a:lnTo>
                <a:lnTo>
                  <a:pt x="676" y="990"/>
                </a:lnTo>
                <a:lnTo>
                  <a:pt x="675" y="990"/>
                </a:lnTo>
                <a:lnTo>
                  <a:pt x="674" y="991"/>
                </a:lnTo>
                <a:lnTo>
                  <a:pt x="673" y="991"/>
                </a:lnTo>
                <a:lnTo>
                  <a:pt x="673" y="990"/>
                </a:lnTo>
                <a:lnTo>
                  <a:pt x="672" y="990"/>
                </a:lnTo>
                <a:lnTo>
                  <a:pt x="672" y="991"/>
                </a:lnTo>
                <a:lnTo>
                  <a:pt x="672" y="990"/>
                </a:lnTo>
                <a:lnTo>
                  <a:pt x="672" y="989"/>
                </a:lnTo>
                <a:lnTo>
                  <a:pt x="671" y="988"/>
                </a:lnTo>
                <a:lnTo>
                  <a:pt x="671" y="987"/>
                </a:lnTo>
                <a:lnTo>
                  <a:pt x="672" y="986"/>
                </a:lnTo>
                <a:lnTo>
                  <a:pt x="672" y="985"/>
                </a:lnTo>
                <a:lnTo>
                  <a:pt x="671" y="985"/>
                </a:lnTo>
                <a:lnTo>
                  <a:pt x="670" y="983"/>
                </a:lnTo>
                <a:lnTo>
                  <a:pt x="669" y="983"/>
                </a:lnTo>
                <a:lnTo>
                  <a:pt x="669" y="982"/>
                </a:lnTo>
                <a:lnTo>
                  <a:pt x="668" y="982"/>
                </a:lnTo>
                <a:lnTo>
                  <a:pt x="668" y="981"/>
                </a:lnTo>
                <a:lnTo>
                  <a:pt x="667" y="981"/>
                </a:lnTo>
                <a:lnTo>
                  <a:pt x="667" y="980"/>
                </a:lnTo>
                <a:lnTo>
                  <a:pt x="667" y="979"/>
                </a:lnTo>
                <a:lnTo>
                  <a:pt x="667" y="978"/>
                </a:lnTo>
                <a:lnTo>
                  <a:pt x="666" y="977"/>
                </a:lnTo>
                <a:lnTo>
                  <a:pt x="666" y="976"/>
                </a:lnTo>
                <a:lnTo>
                  <a:pt x="666" y="975"/>
                </a:lnTo>
                <a:lnTo>
                  <a:pt x="666" y="974"/>
                </a:lnTo>
                <a:lnTo>
                  <a:pt x="665" y="974"/>
                </a:lnTo>
                <a:lnTo>
                  <a:pt x="666" y="974"/>
                </a:lnTo>
                <a:lnTo>
                  <a:pt x="665" y="974"/>
                </a:lnTo>
                <a:lnTo>
                  <a:pt x="665" y="973"/>
                </a:lnTo>
                <a:lnTo>
                  <a:pt x="665" y="972"/>
                </a:lnTo>
                <a:lnTo>
                  <a:pt x="664" y="971"/>
                </a:lnTo>
                <a:lnTo>
                  <a:pt x="663" y="970"/>
                </a:lnTo>
                <a:lnTo>
                  <a:pt x="663" y="969"/>
                </a:lnTo>
                <a:lnTo>
                  <a:pt x="662" y="968"/>
                </a:lnTo>
                <a:lnTo>
                  <a:pt x="661" y="967"/>
                </a:lnTo>
                <a:lnTo>
                  <a:pt x="660" y="967"/>
                </a:lnTo>
                <a:lnTo>
                  <a:pt x="660" y="966"/>
                </a:lnTo>
                <a:lnTo>
                  <a:pt x="659" y="966"/>
                </a:lnTo>
                <a:lnTo>
                  <a:pt x="659" y="965"/>
                </a:lnTo>
                <a:lnTo>
                  <a:pt x="658" y="965"/>
                </a:lnTo>
                <a:lnTo>
                  <a:pt x="658" y="964"/>
                </a:lnTo>
                <a:lnTo>
                  <a:pt x="657" y="964"/>
                </a:lnTo>
                <a:lnTo>
                  <a:pt x="657" y="963"/>
                </a:lnTo>
                <a:lnTo>
                  <a:pt x="657" y="962"/>
                </a:lnTo>
                <a:lnTo>
                  <a:pt x="656" y="961"/>
                </a:lnTo>
                <a:lnTo>
                  <a:pt x="656" y="960"/>
                </a:lnTo>
                <a:lnTo>
                  <a:pt x="656" y="959"/>
                </a:lnTo>
                <a:lnTo>
                  <a:pt x="655" y="959"/>
                </a:lnTo>
                <a:lnTo>
                  <a:pt x="655" y="958"/>
                </a:lnTo>
                <a:lnTo>
                  <a:pt x="656" y="958"/>
                </a:lnTo>
                <a:lnTo>
                  <a:pt x="656" y="957"/>
                </a:lnTo>
                <a:lnTo>
                  <a:pt x="656" y="956"/>
                </a:lnTo>
                <a:lnTo>
                  <a:pt x="657" y="956"/>
                </a:lnTo>
                <a:lnTo>
                  <a:pt x="657" y="955"/>
                </a:lnTo>
                <a:lnTo>
                  <a:pt x="657" y="954"/>
                </a:lnTo>
                <a:lnTo>
                  <a:pt x="656" y="953"/>
                </a:lnTo>
                <a:lnTo>
                  <a:pt x="655" y="953"/>
                </a:lnTo>
                <a:lnTo>
                  <a:pt x="656" y="951"/>
                </a:lnTo>
                <a:lnTo>
                  <a:pt x="656" y="950"/>
                </a:lnTo>
                <a:lnTo>
                  <a:pt x="657" y="950"/>
                </a:lnTo>
                <a:lnTo>
                  <a:pt x="657" y="949"/>
                </a:lnTo>
                <a:lnTo>
                  <a:pt x="657" y="948"/>
                </a:lnTo>
                <a:lnTo>
                  <a:pt x="657" y="947"/>
                </a:lnTo>
                <a:lnTo>
                  <a:pt x="657" y="946"/>
                </a:lnTo>
                <a:lnTo>
                  <a:pt x="656" y="946"/>
                </a:lnTo>
                <a:lnTo>
                  <a:pt x="655" y="946"/>
                </a:lnTo>
                <a:lnTo>
                  <a:pt x="655" y="945"/>
                </a:lnTo>
                <a:lnTo>
                  <a:pt x="655" y="944"/>
                </a:lnTo>
                <a:lnTo>
                  <a:pt x="656" y="944"/>
                </a:lnTo>
                <a:lnTo>
                  <a:pt x="657" y="944"/>
                </a:lnTo>
                <a:lnTo>
                  <a:pt x="657" y="942"/>
                </a:lnTo>
                <a:lnTo>
                  <a:pt x="658" y="942"/>
                </a:lnTo>
                <a:lnTo>
                  <a:pt x="658" y="941"/>
                </a:lnTo>
                <a:lnTo>
                  <a:pt x="657" y="940"/>
                </a:lnTo>
                <a:lnTo>
                  <a:pt x="657" y="939"/>
                </a:lnTo>
                <a:lnTo>
                  <a:pt x="656" y="939"/>
                </a:lnTo>
                <a:lnTo>
                  <a:pt x="656" y="938"/>
                </a:lnTo>
                <a:lnTo>
                  <a:pt x="656" y="936"/>
                </a:lnTo>
                <a:lnTo>
                  <a:pt x="656" y="935"/>
                </a:lnTo>
                <a:lnTo>
                  <a:pt x="655" y="935"/>
                </a:lnTo>
                <a:lnTo>
                  <a:pt x="655" y="934"/>
                </a:lnTo>
                <a:lnTo>
                  <a:pt x="654" y="934"/>
                </a:lnTo>
                <a:lnTo>
                  <a:pt x="654" y="933"/>
                </a:lnTo>
                <a:lnTo>
                  <a:pt x="654" y="932"/>
                </a:lnTo>
                <a:lnTo>
                  <a:pt x="653" y="932"/>
                </a:lnTo>
                <a:lnTo>
                  <a:pt x="653" y="931"/>
                </a:lnTo>
                <a:lnTo>
                  <a:pt x="652" y="931"/>
                </a:lnTo>
                <a:lnTo>
                  <a:pt x="652" y="930"/>
                </a:lnTo>
                <a:lnTo>
                  <a:pt x="651" y="930"/>
                </a:lnTo>
                <a:lnTo>
                  <a:pt x="650" y="930"/>
                </a:lnTo>
                <a:lnTo>
                  <a:pt x="650" y="929"/>
                </a:lnTo>
                <a:lnTo>
                  <a:pt x="649" y="929"/>
                </a:lnTo>
                <a:lnTo>
                  <a:pt x="649" y="928"/>
                </a:lnTo>
                <a:lnTo>
                  <a:pt x="648" y="927"/>
                </a:lnTo>
                <a:lnTo>
                  <a:pt x="647" y="927"/>
                </a:lnTo>
                <a:lnTo>
                  <a:pt x="646" y="927"/>
                </a:lnTo>
                <a:lnTo>
                  <a:pt x="645" y="928"/>
                </a:lnTo>
                <a:lnTo>
                  <a:pt x="644" y="929"/>
                </a:lnTo>
                <a:lnTo>
                  <a:pt x="643" y="929"/>
                </a:lnTo>
                <a:lnTo>
                  <a:pt x="642" y="930"/>
                </a:lnTo>
                <a:lnTo>
                  <a:pt x="641" y="930"/>
                </a:lnTo>
                <a:lnTo>
                  <a:pt x="641" y="931"/>
                </a:lnTo>
                <a:lnTo>
                  <a:pt x="641" y="932"/>
                </a:lnTo>
                <a:lnTo>
                  <a:pt x="640" y="932"/>
                </a:lnTo>
                <a:lnTo>
                  <a:pt x="639" y="932"/>
                </a:lnTo>
                <a:lnTo>
                  <a:pt x="638" y="932"/>
                </a:lnTo>
                <a:lnTo>
                  <a:pt x="638" y="933"/>
                </a:lnTo>
                <a:lnTo>
                  <a:pt x="637" y="933"/>
                </a:lnTo>
                <a:lnTo>
                  <a:pt x="637" y="934"/>
                </a:lnTo>
                <a:lnTo>
                  <a:pt x="635" y="934"/>
                </a:lnTo>
                <a:lnTo>
                  <a:pt x="634" y="934"/>
                </a:lnTo>
                <a:lnTo>
                  <a:pt x="634" y="935"/>
                </a:lnTo>
                <a:lnTo>
                  <a:pt x="633" y="935"/>
                </a:lnTo>
                <a:lnTo>
                  <a:pt x="633" y="936"/>
                </a:lnTo>
                <a:lnTo>
                  <a:pt x="633" y="937"/>
                </a:lnTo>
                <a:lnTo>
                  <a:pt x="633" y="938"/>
                </a:lnTo>
                <a:lnTo>
                  <a:pt x="632" y="939"/>
                </a:lnTo>
                <a:lnTo>
                  <a:pt x="632" y="940"/>
                </a:lnTo>
                <a:lnTo>
                  <a:pt x="632" y="941"/>
                </a:lnTo>
                <a:lnTo>
                  <a:pt x="632" y="942"/>
                </a:lnTo>
                <a:lnTo>
                  <a:pt x="631" y="942"/>
                </a:lnTo>
                <a:lnTo>
                  <a:pt x="630" y="944"/>
                </a:lnTo>
                <a:lnTo>
                  <a:pt x="629" y="944"/>
                </a:lnTo>
                <a:lnTo>
                  <a:pt x="629" y="943"/>
                </a:lnTo>
                <a:lnTo>
                  <a:pt x="628" y="943"/>
                </a:lnTo>
                <a:lnTo>
                  <a:pt x="627" y="943"/>
                </a:lnTo>
                <a:lnTo>
                  <a:pt x="626" y="943"/>
                </a:lnTo>
                <a:lnTo>
                  <a:pt x="626" y="944"/>
                </a:lnTo>
                <a:lnTo>
                  <a:pt x="625" y="944"/>
                </a:lnTo>
                <a:lnTo>
                  <a:pt x="625" y="943"/>
                </a:lnTo>
                <a:lnTo>
                  <a:pt x="624" y="943"/>
                </a:lnTo>
                <a:lnTo>
                  <a:pt x="623" y="943"/>
                </a:lnTo>
                <a:lnTo>
                  <a:pt x="621" y="942"/>
                </a:lnTo>
                <a:lnTo>
                  <a:pt x="621" y="941"/>
                </a:lnTo>
                <a:lnTo>
                  <a:pt x="620" y="942"/>
                </a:lnTo>
                <a:lnTo>
                  <a:pt x="621" y="942"/>
                </a:lnTo>
                <a:lnTo>
                  <a:pt x="620" y="942"/>
                </a:lnTo>
                <a:lnTo>
                  <a:pt x="620" y="943"/>
                </a:lnTo>
                <a:lnTo>
                  <a:pt x="619" y="943"/>
                </a:lnTo>
                <a:lnTo>
                  <a:pt x="619" y="944"/>
                </a:lnTo>
                <a:lnTo>
                  <a:pt x="620" y="944"/>
                </a:lnTo>
                <a:lnTo>
                  <a:pt x="620" y="945"/>
                </a:lnTo>
                <a:lnTo>
                  <a:pt x="620" y="946"/>
                </a:lnTo>
                <a:lnTo>
                  <a:pt x="620" y="947"/>
                </a:lnTo>
                <a:lnTo>
                  <a:pt x="620" y="948"/>
                </a:lnTo>
                <a:lnTo>
                  <a:pt x="622" y="948"/>
                </a:lnTo>
                <a:lnTo>
                  <a:pt x="622" y="949"/>
                </a:lnTo>
                <a:lnTo>
                  <a:pt x="622" y="950"/>
                </a:lnTo>
                <a:lnTo>
                  <a:pt x="623" y="950"/>
                </a:lnTo>
                <a:lnTo>
                  <a:pt x="623" y="949"/>
                </a:lnTo>
                <a:lnTo>
                  <a:pt x="624" y="949"/>
                </a:lnTo>
                <a:lnTo>
                  <a:pt x="624" y="950"/>
                </a:lnTo>
                <a:lnTo>
                  <a:pt x="623" y="950"/>
                </a:lnTo>
                <a:lnTo>
                  <a:pt x="622" y="951"/>
                </a:lnTo>
                <a:lnTo>
                  <a:pt x="622" y="952"/>
                </a:lnTo>
                <a:lnTo>
                  <a:pt x="621" y="952"/>
                </a:lnTo>
                <a:lnTo>
                  <a:pt x="620" y="952"/>
                </a:lnTo>
                <a:lnTo>
                  <a:pt x="620" y="953"/>
                </a:lnTo>
                <a:lnTo>
                  <a:pt x="620" y="954"/>
                </a:lnTo>
                <a:lnTo>
                  <a:pt x="621" y="954"/>
                </a:lnTo>
                <a:lnTo>
                  <a:pt x="622" y="954"/>
                </a:lnTo>
                <a:lnTo>
                  <a:pt x="623" y="954"/>
                </a:lnTo>
                <a:lnTo>
                  <a:pt x="623" y="955"/>
                </a:lnTo>
                <a:lnTo>
                  <a:pt x="622" y="955"/>
                </a:lnTo>
                <a:lnTo>
                  <a:pt x="623" y="956"/>
                </a:lnTo>
                <a:lnTo>
                  <a:pt x="624" y="956"/>
                </a:lnTo>
                <a:lnTo>
                  <a:pt x="624" y="957"/>
                </a:lnTo>
                <a:lnTo>
                  <a:pt x="624" y="958"/>
                </a:lnTo>
                <a:lnTo>
                  <a:pt x="623" y="958"/>
                </a:lnTo>
                <a:lnTo>
                  <a:pt x="623" y="957"/>
                </a:lnTo>
                <a:lnTo>
                  <a:pt x="623" y="958"/>
                </a:lnTo>
                <a:lnTo>
                  <a:pt x="623" y="960"/>
                </a:lnTo>
                <a:lnTo>
                  <a:pt x="623" y="961"/>
                </a:lnTo>
                <a:lnTo>
                  <a:pt x="622" y="961"/>
                </a:lnTo>
                <a:lnTo>
                  <a:pt x="621" y="961"/>
                </a:lnTo>
                <a:lnTo>
                  <a:pt x="620" y="962"/>
                </a:lnTo>
                <a:lnTo>
                  <a:pt x="621" y="962"/>
                </a:lnTo>
                <a:lnTo>
                  <a:pt x="621" y="963"/>
                </a:lnTo>
                <a:lnTo>
                  <a:pt x="622" y="963"/>
                </a:lnTo>
                <a:lnTo>
                  <a:pt x="622" y="964"/>
                </a:lnTo>
                <a:lnTo>
                  <a:pt x="622" y="965"/>
                </a:lnTo>
                <a:lnTo>
                  <a:pt x="623" y="965"/>
                </a:lnTo>
                <a:lnTo>
                  <a:pt x="624" y="965"/>
                </a:lnTo>
                <a:lnTo>
                  <a:pt x="624" y="966"/>
                </a:lnTo>
                <a:lnTo>
                  <a:pt x="623" y="966"/>
                </a:lnTo>
                <a:lnTo>
                  <a:pt x="622" y="966"/>
                </a:lnTo>
                <a:lnTo>
                  <a:pt x="622" y="967"/>
                </a:lnTo>
                <a:lnTo>
                  <a:pt x="621" y="967"/>
                </a:lnTo>
                <a:lnTo>
                  <a:pt x="620" y="968"/>
                </a:lnTo>
                <a:lnTo>
                  <a:pt x="619" y="969"/>
                </a:lnTo>
                <a:lnTo>
                  <a:pt x="618" y="969"/>
                </a:lnTo>
                <a:lnTo>
                  <a:pt x="617" y="968"/>
                </a:lnTo>
                <a:lnTo>
                  <a:pt x="616" y="969"/>
                </a:lnTo>
                <a:lnTo>
                  <a:pt x="616" y="970"/>
                </a:lnTo>
                <a:lnTo>
                  <a:pt x="615" y="970"/>
                </a:lnTo>
                <a:lnTo>
                  <a:pt x="614" y="970"/>
                </a:lnTo>
                <a:lnTo>
                  <a:pt x="613" y="970"/>
                </a:lnTo>
                <a:lnTo>
                  <a:pt x="612" y="970"/>
                </a:lnTo>
                <a:lnTo>
                  <a:pt x="611" y="970"/>
                </a:lnTo>
                <a:lnTo>
                  <a:pt x="611" y="971"/>
                </a:lnTo>
                <a:lnTo>
                  <a:pt x="611" y="970"/>
                </a:lnTo>
                <a:lnTo>
                  <a:pt x="610" y="970"/>
                </a:lnTo>
                <a:lnTo>
                  <a:pt x="609" y="971"/>
                </a:lnTo>
                <a:lnTo>
                  <a:pt x="608" y="972"/>
                </a:lnTo>
                <a:lnTo>
                  <a:pt x="607" y="972"/>
                </a:lnTo>
                <a:lnTo>
                  <a:pt x="607" y="973"/>
                </a:lnTo>
                <a:lnTo>
                  <a:pt x="606" y="973"/>
                </a:lnTo>
                <a:lnTo>
                  <a:pt x="605" y="973"/>
                </a:lnTo>
                <a:lnTo>
                  <a:pt x="605" y="972"/>
                </a:lnTo>
                <a:lnTo>
                  <a:pt x="604" y="972"/>
                </a:lnTo>
                <a:lnTo>
                  <a:pt x="604" y="973"/>
                </a:lnTo>
                <a:lnTo>
                  <a:pt x="603" y="973"/>
                </a:lnTo>
                <a:lnTo>
                  <a:pt x="602" y="973"/>
                </a:lnTo>
                <a:lnTo>
                  <a:pt x="601" y="972"/>
                </a:lnTo>
                <a:lnTo>
                  <a:pt x="601" y="971"/>
                </a:lnTo>
                <a:lnTo>
                  <a:pt x="600" y="971"/>
                </a:lnTo>
                <a:lnTo>
                  <a:pt x="599" y="971"/>
                </a:lnTo>
                <a:lnTo>
                  <a:pt x="598" y="971"/>
                </a:lnTo>
                <a:lnTo>
                  <a:pt x="597" y="971"/>
                </a:lnTo>
                <a:lnTo>
                  <a:pt x="596" y="972"/>
                </a:lnTo>
                <a:lnTo>
                  <a:pt x="595" y="972"/>
                </a:lnTo>
                <a:lnTo>
                  <a:pt x="594" y="972"/>
                </a:lnTo>
                <a:lnTo>
                  <a:pt x="593" y="971"/>
                </a:lnTo>
                <a:lnTo>
                  <a:pt x="592" y="971"/>
                </a:lnTo>
                <a:lnTo>
                  <a:pt x="592" y="970"/>
                </a:lnTo>
                <a:lnTo>
                  <a:pt x="591" y="970"/>
                </a:lnTo>
                <a:lnTo>
                  <a:pt x="590" y="969"/>
                </a:lnTo>
                <a:lnTo>
                  <a:pt x="590" y="968"/>
                </a:lnTo>
                <a:lnTo>
                  <a:pt x="591" y="968"/>
                </a:lnTo>
                <a:lnTo>
                  <a:pt x="591" y="967"/>
                </a:lnTo>
                <a:lnTo>
                  <a:pt x="590" y="967"/>
                </a:lnTo>
                <a:lnTo>
                  <a:pt x="590" y="966"/>
                </a:lnTo>
                <a:lnTo>
                  <a:pt x="590" y="965"/>
                </a:lnTo>
                <a:lnTo>
                  <a:pt x="589" y="964"/>
                </a:lnTo>
                <a:lnTo>
                  <a:pt x="589" y="963"/>
                </a:lnTo>
                <a:lnTo>
                  <a:pt x="589" y="962"/>
                </a:lnTo>
                <a:lnTo>
                  <a:pt x="589" y="961"/>
                </a:lnTo>
                <a:lnTo>
                  <a:pt x="589" y="960"/>
                </a:lnTo>
                <a:lnTo>
                  <a:pt x="590" y="960"/>
                </a:lnTo>
                <a:lnTo>
                  <a:pt x="590" y="959"/>
                </a:lnTo>
                <a:lnTo>
                  <a:pt x="589" y="959"/>
                </a:lnTo>
                <a:lnTo>
                  <a:pt x="588" y="960"/>
                </a:lnTo>
                <a:lnTo>
                  <a:pt x="588" y="961"/>
                </a:lnTo>
                <a:lnTo>
                  <a:pt x="587" y="961"/>
                </a:lnTo>
                <a:lnTo>
                  <a:pt x="587" y="962"/>
                </a:lnTo>
                <a:lnTo>
                  <a:pt x="586" y="962"/>
                </a:lnTo>
                <a:lnTo>
                  <a:pt x="585" y="962"/>
                </a:lnTo>
                <a:lnTo>
                  <a:pt x="585" y="961"/>
                </a:lnTo>
                <a:lnTo>
                  <a:pt x="584" y="961"/>
                </a:lnTo>
                <a:lnTo>
                  <a:pt x="583" y="960"/>
                </a:lnTo>
                <a:lnTo>
                  <a:pt x="582" y="960"/>
                </a:lnTo>
                <a:lnTo>
                  <a:pt x="581" y="960"/>
                </a:lnTo>
                <a:lnTo>
                  <a:pt x="580" y="960"/>
                </a:lnTo>
                <a:lnTo>
                  <a:pt x="580" y="959"/>
                </a:lnTo>
                <a:lnTo>
                  <a:pt x="579" y="958"/>
                </a:lnTo>
                <a:lnTo>
                  <a:pt x="579" y="957"/>
                </a:lnTo>
                <a:lnTo>
                  <a:pt x="578" y="957"/>
                </a:lnTo>
                <a:lnTo>
                  <a:pt x="578" y="956"/>
                </a:lnTo>
                <a:lnTo>
                  <a:pt x="578" y="955"/>
                </a:lnTo>
                <a:lnTo>
                  <a:pt x="579" y="955"/>
                </a:lnTo>
                <a:lnTo>
                  <a:pt x="579" y="954"/>
                </a:lnTo>
                <a:lnTo>
                  <a:pt x="580" y="953"/>
                </a:lnTo>
                <a:lnTo>
                  <a:pt x="581" y="953"/>
                </a:lnTo>
                <a:lnTo>
                  <a:pt x="580" y="953"/>
                </a:lnTo>
                <a:lnTo>
                  <a:pt x="580" y="952"/>
                </a:lnTo>
                <a:lnTo>
                  <a:pt x="580" y="951"/>
                </a:lnTo>
                <a:lnTo>
                  <a:pt x="581" y="951"/>
                </a:lnTo>
                <a:lnTo>
                  <a:pt x="580" y="950"/>
                </a:lnTo>
                <a:lnTo>
                  <a:pt x="579" y="949"/>
                </a:lnTo>
                <a:lnTo>
                  <a:pt x="578" y="949"/>
                </a:lnTo>
                <a:lnTo>
                  <a:pt x="578" y="948"/>
                </a:lnTo>
                <a:lnTo>
                  <a:pt x="577" y="948"/>
                </a:lnTo>
                <a:lnTo>
                  <a:pt x="576" y="947"/>
                </a:lnTo>
                <a:lnTo>
                  <a:pt x="576" y="946"/>
                </a:lnTo>
                <a:lnTo>
                  <a:pt x="575" y="946"/>
                </a:lnTo>
                <a:lnTo>
                  <a:pt x="575" y="945"/>
                </a:lnTo>
                <a:lnTo>
                  <a:pt x="574" y="945"/>
                </a:lnTo>
                <a:lnTo>
                  <a:pt x="574" y="944"/>
                </a:lnTo>
                <a:lnTo>
                  <a:pt x="573" y="944"/>
                </a:lnTo>
                <a:lnTo>
                  <a:pt x="573" y="943"/>
                </a:lnTo>
                <a:lnTo>
                  <a:pt x="572" y="943"/>
                </a:lnTo>
                <a:lnTo>
                  <a:pt x="572" y="942"/>
                </a:lnTo>
                <a:lnTo>
                  <a:pt x="571" y="942"/>
                </a:lnTo>
                <a:lnTo>
                  <a:pt x="571" y="941"/>
                </a:lnTo>
                <a:lnTo>
                  <a:pt x="570" y="940"/>
                </a:lnTo>
                <a:lnTo>
                  <a:pt x="570" y="939"/>
                </a:lnTo>
                <a:lnTo>
                  <a:pt x="569" y="939"/>
                </a:lnTo>
                <a:lnTo>
                  <a:pt x="568" y="939"/>
                </a:lnTo>
                <a:lnTo>
                  <a:pt x="568" y="938"/>
                </a:lnTo>
                <a:lnTo>
                  <a:pt x="569" y="936"/>
                </a:lnTo>
                <a:lnTo>
                  <a:pt x="570" y="936"/>
                </a:lnTo>
                <a:lnTo>
                  <a:pt x="570" y="935"/>
                </a:lnTo>
                <a:lnTo>
                  <a:pt x="570" y="934"/>
                </a:lnTo>
                <a:lnTo>
                  <a:pt x="570" y="933"/>
                </a:lnTo>
                <a:lnTo>
                  <a:pt x="569" y="933"/>
                </a:lnTo>
                <a:lnTo>
                  <a:pt x="568" y="933"/>
                </a:lnTo>
                <a:lnTo>
                  <a:pt x="567" y="932"/>
                </a:lnTo>
                <a:lnTo>
                  <a:pt x="566" y="930"/>
                </a:lnTo>
                <a:lnTo>
                  <a:pt x="567" y="929"/>
                </a:lnTo>
                <a:lnTo>
                  <a:pt x="567" y="928"/>
                </a:lnTo>
                <a:lnTo>
                  <a:pt x="566" y="927"/>
                </a:lnTo>
                <a:lnTo>
                  <a:pt x="567" y="927"/>
                </a:lnTo>
                <a:lnTo>
                  <a:pt x="567" y="926"/>
                </a:lnTo>
                <a:lnTo>
                  <a:pt x="568" y="925"/>
                </a:lnTo>
                <a:lnTo>
                  <a:pt x="570" y="925"/>
                </a:lnTo>
                <a:lnTo>
                  <a:pt x="570" y="926"/>
                </a:lnTo>
                <a:lnTo>
                  <a:pt x="571" y="926"/>
                </a:lnTo>
                <a:lnTo>
                  <a:pt x="572" y="926"/>
                </a:lnTo>
                <a:lnTo>
                  <a:pt x="573" y="926"/>
                </a:lnTo>
                <a:lnTo>
                  <a:pt x="573" y="925"/>
                </a:lnTo>
                <a:lnTo>
                  <a:pt x="574" y="925"/>
                </a:lnTo>
                <a:lnTo>
                  <a:pt x="574" y="924"/>
                </a:lnTo>
                <a:lnTo>
                  <a:pt x="575" y="924"/>
                </a:lnTo>
                <a:lnTo>
                  <a:pt x="575" y="923"/>
                </a:lnTo>
                <a:lnTo>
                  <a:pt x="576" y="923"/>
                </a:lnTo>
                <a:lnTo>
                  <a:pt x="575" y="923"/>
                </a:lnTo>
                <a:lnTo>
                  <a:pt x="576" y="922"/>
                </a:lnTo>
                <a:lnTo>
                  <a:pt x="575" y="922"/>
                </a:lnTo>
                <a:lnTo>
                  <a:pt x="575" y="921"/>
                </a:lnTo>
                <a:lnTo>
                  <a:pt x="574" y="921"/>
                </a:lnTo>
                <a:lnTo>
                  <a:pt x="574" y="920"/>
                </a:lnTo>
                <a:lnTo>
                  <a:pt x="573" y="920"/>
                </a:lnTo>
                <a:lnTo>
                  <a:pt x="573" y="921"/>
                </a:lnTo>
                <a:lnTo>
                  <a:pt x="572" y="920"/>
                </a:lnTo>
                <a:lnTo>
                  <a:pt x="571" y="920"/>
                </a:lnTo>
                <a:lnTo>
                  <a:pt x="570" y="920"/>
                </a:lnTo>
                <a:lnTo>
                  <a:pt x="570" y="919"/>
                </a:lnTo>
                <a:lnTo>
                  <a:pt x="570" y="918"/>
                </a:lnTo>
                <a:lnTo>
                  <a:pt x="569" y="918"/>
                </a:lnTo>
                <a:lnTo>
                  <a:pt x="568" y="918"/>
                </a:lnTo>
                <a:lnTo>
                  <a:pt x="567" y="918"/>
                </a:lnTo>
                <a:lnTo>
                  <a:pt x="567" y="917"/>
                </a:lnTo>
                <a:lnTo>
                  <a:pt x="566" y="917"/>
                </a:lnTo>
                <a:lnTo>
                  <a:pt x="565" y="917"/>
                </a:lnTo>
                <a:lnTo>
                  <a:pt x="565" y="916"/>
                </a:lnTo>
                <a:lnTo>
                  <a:pt x="564" y="916"/>
                </a:lnTo>
                <a:lnTo>
                  <a:pt x="564" y="917"/>
                </a:lnTo>
                <a:lnTo>
                  <a:pt x="563" y="917"/>
                </a:lnTo>
                <a:lnTo>
                  <a:pt x="563" y="916"/>
                </a:lnTo>
                <a:lnTo>
                  <a:pt x="562" y="916"/>
                </a:lnTo>
                <a:lnTo>
                  <a:pt x="561" y="916"/>
                </a:lnTo>
                <a:lnTo>
                  <a:pt x="561" y="915"/>
                </a:lnTo>
                <a:lnTo>
                  <a:pt x="560" y="915"/>
                </a:lnTo>
                <a:lnTo>
                  <a:pt x="559" y="915"/>
                </a:lnTo>
                <a:lnTo>
                  <a:pt x="558" y="915"/>
                </a:lnTo>
                <a:lnTo>
                  <a:pt x="556" y="915"/>
                </a:lnTo>
                <a:lnTo>
                  <a:pt x="554" y="915"/>
                </a:lnTo>
                <a:lnTo>
                  <a:pt x="554" y="914"/>
                </a:lnTo>
                <a:lnTo>
                  <a:pt x="553" y="914"/>
                </a:lnTo>
                <a:lnTo>
                  <a:pt x="552" y="914"/>
                </a:lnTo>
                <a:lnTo>
                  <a:pt x="550" y="914"/>
                </a:lnTo>
                <a:lnTo>
                  <a:pt x="549" y="914"/>
                </a:lnTo>
                <a:lnTo>
                  <a:pt x="549" y="915"/>
                </a:lnTo>
                <a:lnTo>
                  <a:pt x="549" y="916"/>
                </a:lnTo>
                <a:lnTo>
                  <a:pt x="548" y="916"/>
                </a:lnTo>
                <a:lnTo>
                  <a:pt x="548" y="917"/>
                </a:lnTo>
                <a:lnTo>
                  <a:pt x="547" y="916"/>
                </a:lnTo>
                <a:lnTo>
                  <a:pt x="546" y="916"/>
                </a:lnTo>
                <a:lnTo>
                  <a:pt x="545" y="916"/>
                </a:lnTo>
                <a:lnTo>
                  <a:pt x="544" y="916"/>
                </a:lnTo>
                <a:lnTo>
                  <a:pt x="544" y="915"/>
                </a:lnTo>
                <a:lnTo>
                  <a:pt x="545" y="915"/>
                </a:lnTo>
                <a:lnTo>
                  <a:pt x="545" y="914"/>
                </a:lnTo>
                <a:lnTo>
                  <a:pt x="544" y="914"/>
                </a:lnTo>
                <a:lnTo>
                  <a:pt x="543" y="913"/>
                </a:lnTo>
                <a:lnTo>
                  <a:pt x="542" y="913"/>
                </a:lnTo>
                <a:lnTo>
                  <a:pt x="541" y="913"/>
                </a:lnTo>
                <a:lnTo>
                  <a:pt x="541" y="914"/>
                </a:lnTo>
                <a:lnTo>
                  <a:pt x="540" y="914"/>
                </a:lnTo>
                <a:lnTo>
                  <a:pt x="540" y="915"/>
                </a:lnTo>
                <a:lnTo>
                  <a:pt x="539" y="915"/>
                </a:lnTo>
                <a:lnTo>
                  <a:pt x="539" y="916"/>
                </a:lnTo>
                <a:lnTo>
                  <a:pt x="538" y="916"/>
                </a:lnTo>
                <a:lnTo>
                  <a:pt x="537" y="916"/>
                </a:lnTo>
                <a:lnTo>
                  <a:pt x="537" y="917"/>
                </a:lnTo>
                <a:lnTo>
                  <a:pt x="536" y="917"/>
                </a:lnTo>
                <a:lnTo>
                  <a:pt x="535" y="917"/>
                </a:lnTo>
                <a:lnTo>
                  <a:pt x="535" y="916"/>
                </a:lnTo>
                <a:lnTo>
                  <a:pt x="533" y="916"/>
                </a:lnTo>
                <a:lnTo>
                  <a:pt x="533" y="917"/>
                </a:lnTo>
                <a:lnTo>
                  <a:pt x="532" y="917"/>
                </a:lnTo>
                <a:lnTo>
                  <a:pt x="532" y="918"/>
                </a:lnTo>
                <a:lnTo>
                  <a:pt x="533" y="918"/>
                </a:lnTo>
                <a:lnTo>
                  <a:pt x="532" y="919"/>
                </a:lnTo>
                <a:lnTo>
                  <a:pt x="531" y="919"/>
                </a:lnTo>
                <a:lnTo>
                  <a:pt x="530" y="920"/>
                </a:lnTo>
                <a:lnTo>
                  <a:pt x="530" y="921"/>
                </a:lnTo>
                <a:lnTo>
                  <a:pt x="529" y="921"/>
                </a:lnTo>
                <a:lnTo>
                  <a:pt x="528" y="921"/>
                </a:lnTo>
                <a:lnTo>
                  <a:pt x="528" y="920"/>
                </a:lnTo>
                <a:lnTo>
                  <a:pt x="528" y="919"/>
                </a:lnTo>
                <a:lnTo>
                  <a:pt x="527" y="918"/>
                </a:lnTo>
                <a:lnTo>
                  <a:pt x="527" y="917"/>
                </a:lnTo>
                <a:lnTo>
                  <a:pt x="528" y="917"/>
                </a:lnTo>
                <a:lnTo>
                  <a:pt x="528" y="916"/>
                </a:lnTo>
                <a:lnTo>
                  <a:pt x="528" y="915"/>
                </a:lnTo>
                <a:lnTo>
                  <a:pt x="528" y="914"/>
                </a:lnTo>
                <a:lnTo>
                  <a:pt x="528" y="913"/>
                </a:lnTo>
                <a:lnTo>
                  <a:pt x="528" y="912"/>
                </a:lnTo>
                <a:lnTo>
                  <a:pt x="527" y="911"/>
                </a:lnTo>
                <a:lnTo>
                  <a:pt x="527" y="910"/>
                </a:lnTo>
                <a:lnTo>
                  <a:pt x="528" y="909"/>
                </a:lnTo>
                <a:lnTo>
                  <a:pt x="528" y="908"/>
                </a:lnTo>
                <a:lnTo>
                  <a:pt x="528" y="907"/>
                </a:lnTo>
                <a:lnTo>
                  <a:pt x="528" y="906"/>
                </a:lnTo>
                <a:lnTo>
                  <a:pt x="527" y="905"/>
                </a:lnTo>
                <a:lnTo>
                  <a:pt x="526" y="904"/>
                </a:lnTo>
                <a:lnTo>
                  <a:pt x="526" y="903"/>
                </a:lnTo>
                <a:lnTo>
                  <a:pt x="525" y="903"/>
                </a:lnTo>
                <a:lnTo>
                  <a:pt x="525" y="902"/>
                </a:lnTo>
                <a:lnTo>
                  <a:pt x="524" y="902"/>
                </a:lnTo>
                <a:lnTo>
                  <a:pt x="524" y="901"/>
                </a:lnTo>
                <a:lnTo>
                  <a:pt x="524" y="900"/>
                </a:lnTo>
                <a:lnTo>
                  <a:pt x="524" y="899"/>
                </a:lnTo>
                <a:lnTo>
                  <a:pt x="524" y="898"/>
                </a:lnTo>
                <a:lnTo>
                  <a:pt x="523" y="898"/>
                </a:lnTo>
                <a:lnTo>
                  <a:pt x="523" y="897"/>
                </a:lnTo>
                <a:lnTo>
                  <a:pt x="523" y="896"/>
                </a:lnTo>
                <a:lnTo>
                  <a:pt x="523" y="895"/>
                </a:lnTo>
                <a:lnTo>
                  <a:pt x="523" y="894"/>
                </a:lnTo>
                <a:lnTo>
                  <a:pt x="524" y="894"/>
                </a:lnTo>
                <a:lnTo>
                  <a:pt x="524" y="893"/>
                </a:lnTo>
                <a:lnTo>
                  <a:pt x="524" y="892"/>
                </a:lnTo>
                <a:lnTo>
                  <a:pt x="525" y="892"/>
                </a:lnTo>
                <a:lnTo>
                  <a:pt x="525" y="891"/>
                </a:lnTo>
                <a:lnTo>
                  <a:pt x="524" y="891"/>
                </a:lnTo>
                <a:lnTo>
                  <a:pt x="524" y="890"/>
                </a:lnTo>
                <a:lnTo>
                  <a:pt x="525" y="889"/>
                </a:lnTo>
                <a:lnTo>
                  <a:pt x="525" y="888"/>
                </a:lnTo>
                <a:lnTo>
                  <a:pt x="526" y="888"/>
                </a:lnTo>
                <a:lnTo>
                  <a:pt x="526" y="887"/>
                </a:lnTo>
                <a:lnTo>
                  <a:pt x="527" y="887"/>
                </a:lnTo>
                <a:lnTo>
                  <a:pt x="528" y="887"/>
                </a:lnTo>
                <a:lnTo>
                  <a:pt x="530" y="887"/>
                </a:lnTo>
                <a:lnTo>
                  <a:pt x="531" y="887"/>
                </a:lnTo>
                <a:lnTo>
                  <a:pt x="531" y="886"/>
                </a:lnTo>
                <a:lnTo>
                  <a:pt x="531" y="885"/>
                </a:lnTo>
                <a:lnTo>
                  <a:pt x="531" y="886"/>
                </a:lnTo>
                <a:lnTo>
                  <a:pt x="532" y="886"/>
                </a:lnTo>
                <a:lnTo>
                  <a:pt x="532" y="885"/>
                </a:lnTo>
                <a:lnTo>
                  <a:pt x="532" y="884"/>
                </a:lnTo>
                <a:lnTo>
                  <a:pt x="532" y="883"/>
                </a:lnTo>
                <a:lnTo>
                  <a:pt x="533" y="883"/>
                </a:lnTo>
                <a:lnTo>
                  <a:pt x="532" y="882"/>
                </a:lnTo>
                <a:lnTo>
                  <a:pt x="531" y="882"/>
                </a:lnTo>
                <a:lnTo>
                  <a:pt x="531" y="881"/>
                </a:lnTo>
                <a:lnTo>
                  <a:pt x="531" y="880"/>
                </a:lnTo>
                <a:lnTo>
                  <a:pt x="530" y="879"/>
                </a:lnTo>
                <a:lnTo>
                  <a:pt x="530" y="878"/>
                </a:lnTo>
                <a:lnTo>
                  <a:pt x="529" y="878"/>
                </a:lnTo>
                <a:lnTo>
                  <a:pt x="528" y="878"/>
                </a:lnTo>
                <a:lnTo>
                  <a:pt x="528" y="877"/>
                </a:lnTo>
                <a:lnTo>
                  <a:pt x="529" y="877"/>
                </a:lnTo>
                <a:lnTo>
                  <a:pt x="529" y="876"/>
                </a:lnTo>
                <a:lnTo>
                  <a:pt x="528" y="876"/>
                </a:lnTo>
                <a:lnTo>
                  <a:pt x="527" y="876"/>
                </a:lnTo>
                <a:lnTo>
                  <a:pt x="527" y="875"/>
                </a:lnTo>
                <a:lnTo>
                  <a:pt x="526" y="874"/>
                </a:lnTo>
                <a:lnTo>
                  <a:pt x="526" y="873"/>
                </a:lnTo>
                <a:lnTo>
                  <a:pt x="525" y="873"/>
                </a:lnTo>
                <a:lnTo>
                  <a:pt x="524" y="872"/>
                </a:lnTo>
                <a:lnTo>
                  <a:pt x="524" y="871"/>
                </a:lnTo>
                <a:lnTo>
                  <a:pt x="523" y="870"/>
                </a:lnTo>
                <a:lnTo>
                  <a:pt x="522" y="870"/>
                </a:lnTo>
                <a:lnTo>
                  <a:pt x="521" y="869"/>
                </a:lnTo>
                <a:lnTo>
                  <a:pt x="521" y="868"/>
                </a:lnTo>
                <a:lnTo>
                  <a:pt x="522" y="868"/>
                </a:lnTo>
                <a:lnTo>
                  <a:pt x="522" y="867"/>
                </a:lnTo>
                <a:lnTo>
                  <a:pt x="522" y="866"/>
                </a:lnTo>
                <a:lnTo>
                  <a:pt x="523" y="866"/>
                </a:lnTo>
                <a:lnTo>
                  <a:pt x="522" y="866"/>
                </a:lnTo>
                <a:lnTo>
                  <a:pt x="522" y="865"/>
                </a:lnTo>
                <a:lnTo>
                  <a:pt x="521" y="865"/>
                </a:lnTo>
                <a:lnTo>
                  <a:pt x="520" y="865"/>
                </a:lnTo>
                <a:lnTo>
                  <a:pt x="520" y="864"/>
                </a:lnTo>
                <a:lnTo>
                  <a:pt x="521" y="864"/>
                </a:lnTo>
                <a:lnTo>
                  <a:pt x="521" y="863"/>
                </a:lnTo>
                <a:lnTo>
                  <a:pt x="520" y="863"/>
                </a:lnTo>
                <a:lnTo>
                  <a:pt x="519" y="863"/>
                </a:lnTo>
                <a:lnTo>
                  <a:pt x="518" y="863"/>
                </a:lnTo>
                <a:lnTo>
                  <a:pt x="517" y="862"/>
                </a:lnTo>
                <a:lnTo>
                  <a:pt x="516" y="862"/>
                </a:lnTo>
                <a:lnTo>
                  <a:pt x="516" y="863"/>
                </a:lnTo>
                <a:lnTo>
                  <a:pt x="515" y="863"/>
                </a:lnTo>
                <a:lnTo>
                  <a:pt x="514" y="863"/>
                </a:lnTo>
                <a:lnTo>
                  <a:pt x="513" y="863"/>
                </a:lnTo>
                <a:lnTo>
                  <a:pt x="512" y="863"/>
                </a:lnTo>
                <a:lnTo>
                  <a:pt x="511" y="863"/>
                </a:lnTo>
                <a:lnTo>
                  <a:pt x="510" y="863"/>
                </a:lnTo>
                <a:lnTo>
                  <a:pt x="510" y="864"/>
                </a:lnTo>
                <a:lnTo>
                  <a:pt x="509" y="864"/>
                </a:lnTo>
                <a:lnTo>
                  <a:pt x="509" y="863"/>
                </a:lnTo>
                <a:lnTo>
                  <a:pt x="509" y="862"/>
                </a:lnTo>
                <a:lnTo>
                  <a:pt x="508" y="862"/>
                </a:lnTo>
                <a:lnTo>
                  <a:pt x="508" y="863"/>
                </a:lnTo>
                <a:lnTo>
                  <a:pt x="507" y="863"/>
                </a:lnTo>
                <a:lnTo>
                  <a:pt x="506" y="863"/>
                </a:lnTo>
                <a:lnTo>
                  <a:pt x="505" y="863"/>
                </a:lnTo>
                <a:lnTo>
                  <a:pt x="505" y="862"/>
                </a:lnTo>
                <a:lnTo>
                  <a:pt x="505" y="861"/>
                </a:lnTo>
                <a:lnTo>
                  <a:pt x="504" y="861"/>
                </a:lnTo>
                <a:lnTo>
                  <a:pt x="504" y="860"/>
                </a:lnTo>
                <a:lnTo>
                  <a:pt x="503" y="860"/>
                </a:lnTo>
                <a:lnTo>
                  <a:pt x="503" y="859"/>
                </a:lnTo>
                <a:lnTo>
                  <a:pt x="502" y="859"/>
                </a:lnTo>
                <a:lnTo>
                  <a:pt x="501" y="859"/>
                </a:lnTo>
                <a:lnTo>
                  <a:pt x="500" y="859"/>
                </a:lnTo>
                <a:lnTo>
                  <a:pt x="500" y="858"/>
                </a:lnTo>
                <a:lnTo>
                  <a:pt x="498" y="858"/>
                </a:lnTo>
                <a:lnTo>
                  <a:pt x="496" y="858"/>
                </a:lnTo>
                <a:lnTo>
                  <a:pt x="496" y="857"/>
                </a:lnTo>
                <a:lnTo>
                  <a:pt x="495" y="857"/>
                </a:lnTo>
                <a:lnTo>
                  <a:pt x="494" y="857"/>
                </a:lnTo>
                <a:lnTo>
                  <a:pt x="494" y="856"/>
                </a:lnTo>
                <a:lnTo>
                  <a:pt x="493" y="855"/>
                </a:lnTo>
                <a:lnTo>
                  <a:pt x="492" y="855"/>
                </a:lnTo>
                <a:lnTo>
                  <a:pt x="493" y="855"/>
                </a:lnTo>
                <a:lnTo>
                  <a:pt x="493" y="854"/>
                </a:lnTo>
                <a:lnTo>
                  <a:pt x="492" y="854"/>
                </a:lnTo>
                <a:lnTo>
                  <a:pt x="491" y="854"/>
                </a:lnTo>
                <a:lnTo>
                  <a:pt x="491" y="853"/>
                </a:lnTo>
                <a:lnTo>
                  <a:pt x="490" y="853"/>
                </a:lnTo>
                <a:lnTo>
                  <a:pt x="489" y="853"/>
                </a:lnTo>
                <a:lnTo>
                  <a:pt x="489" y="852"/>
                </a:lnTo>
                <a:lnTo>
                  <a:pt x="488" y="852"/>
                </a:lnTo>
                <a:lnTo>
                  <a:pt x="488" y="853"/>
                </a:lnTo>
                <a:lnTo>
                  <a:pt x="487" y="853"/>
                </a:lnTo>
                <a:lnTo>
                  <a:pt x="488" y="853"/>
                </a:lnTo>
                <a:lnTo>
                  <a:pt x="488" y="852"/>
                </a:lnTo>
                <a:lnTo>
                  <a:pt x="487" y="851"/>
                </a:lnTo>
                <a:lnTo>
                  <a:pt x="486" y="851"/>
                </a:lnTo>
                <a:lnTo>
                  <a:pt x="485" y="851"/>
                </a:lnTo>
                <a:lnTo>
                  <a:pt x="484" y="852"/>
                </a:lnTo>
                <a:lnTo>
                  <a:pt x="484" y="853"/>
                </a:lnTo>
                <a:lnTo>
                  <a:pt x="483" y="853"/>
                </a:lnTo>
                <a:lnTo>
                  <a:pt x="483" y="852"/>
                </a:lnTo>
                <a:lnTo>
                  <a:pt x="482" y="852"/>
                </a:lnTo>
                <a:lnTo>
                  <a:pt x="481" y="852"/>
                </a:lnTo>
                <a:lnTo>
                  <a:pt x="480" y="852"/>
                </a:lnTo>
                <a:lnTo>
                  <a:pt x="480" y="853"/>
                </a:lnTo>
                <a:lnTo>
                  <a:pt x="480" y="852"/>
                </a:lnTo>
                <a:lnTo>
                  <a:pt x="479" y="852"/>
                </a:lnTo>
                <a:lnTo>
                  <a:pt x="478" y="853"/>
                </a:lnTo>
                <a:lnTo>
                  <a:pt x="477" y="853"/>
                </a:lnTo>
                <a:lnTo>
                  <a:pt x="476" y="853"/>
                </a:lnTo>
                <a:lnTo>
                  <a:pt x="475" y="854"/>
                </a:lnTo>
                <a:lnTo>
                  <a:pt x="474" y="854"/>
                </a:lnTo>
                <a:lnTo>
                  <a:pt x="473" y="854"/>
                </a:lnTo>
                <a:lnTo>
                  <a:pt x="473" y="853"/>
                </a:lnTo>
                <a:lnTo>
                  <a:pt x="472" y="853"/>
                </a:lnTo>
                <a:lnTo>
                  <a:pt x="472" y="854"/>
                </a:lnTo>
                <a:lnTo>
                  <a:pt x="471" y="854"/>
                </a:lnTo>
                <a:lnTo>
                  <a:pt x="470" y="854"/>
                </a:lnTo>
                <a:lnTo>
                  <a:pt x="470" y="855"/>
                </a:lnTo>
                <a:lnTo>
                  <a:pt x="469" y="855"/>
                </a:lnTo>
                <a:lnTo>
                  <a:pt x="469" y="856"/>
                </a:lnTo>
                <a:lnTo>
                  <a:pt x="468" y="856"/>
                </a:lnTo>
                <a:lnTo>
                  <a:pt x="468" y="857"/>
                </a:lnTo>
                <a:lnTo>
                  <a:pt x="467" y="857"/>
                </a:lnTo>
                <a:lnTo>
                  <a:pt x="467" y="858"/>
                </a:lnTo>
                <a:lnTo>
                  <a:pt x="466" y="858"/>
                </a:lnTo>
                <a:lnTo>
                  <a:pt x="465" y="858"/>
                </a:lnTo>
                <a:lnTo>
                  <a:pt x="465" y="857"/>
                </a:lnTo>
                <a:lnTo>
                  <a:pt x="464" y="857"/>
                </a:lnTo>
                <a:lnTo>
                  <a:pt x="464" y="858"/>
                </a:lnTo>
                <a:lnTo>
                  <a:pt x="463" y="859"/>
                </a:lnTo>
                <a:lnTo>
                  <a:pt x="462" y="859"/>
                </a:lnTo>
                <a:lnTo>
                  <a:pt x="461" y="859"/>
                </a:lnTo>
                <a:lnTo>
                  <a:pt x="461" y="858"/>
                </a:lnTo>
                <a:lnTo>
                  <a:pt x="462" y="858"/>
                </a:lnTo>
                <a:lnTo>
                  <a:pt x="461" y="858"/>
                </a:lnTo>
                <a:lnTo>
                  <a:pt x="461" y="857"/>
                </a:lnTo>
                <a:lnTo>
                  <a:pt x="460" y="858"/>
                </a:lnTo>
                <a:lnTo>
                  <a:pt x="461" y="859"/>
                </a:lnTo>
                <a:lnTo>
                  <a:pt x="460" y="859"/>
                </a:lnTo>
                <a:lnTo>
                  <a:pt x="460" y="860"/>
                </a:lnTo>
                <a:lnTo>
                  <a:pt x="461" y="860"/>
                </a:lnTo>
                <a:lnTo>
                  <a:pt x="460" y="861"/>
                </a:lnTo>
                <a:lnTo>
                  <a:pt x="459" y="860"/>
                </a:lnTo>
                <a:lnTo>
                  <a:pt x="458" y="860"/>
                </a:lnTo>
                <a:lnTo>
                  <a:pt x="458" y="861"/>
                </a:lnTo>
                <a:lnTo>
                  <a:pt x="458" y="862"/>
                </a:lnTo>
                <a:lnTo>
                  <a:pt x="457" y="862"/>
                </a:lnTo>
                <a:lnTo>
                  <a:pt x="457" y="861"/>
                </a:lnTo>
                <a:lnTo>
                  <a:pt x="457" y="862"/>
                </a:lnTo>
                <a:lnTo>
                  <a:pt x="456" y="862"/>
                </a:lnTo>
                <a:lnTo>
                  <a:pt x="457" y="862"/>
                </a:lnTo>
                <a:lnTo>
                  <a:pt x="457" y="863"/>
                </a:lnTo>
                <a:lnTo>
                  <a:pt x="456" y="863"/>
                </a:lnTo>
                <a:lnTo>
                  <a:pt x="455" y="863"/>
                </a:lnTo>
                <a:lnTo>
                  <a:pt x="455" y="862"/>
                </a:lnTo>
                <a:lnTo>
                  <a:pt x="454" y="862"/>
                </a:lnTo>
                <a:lnTo>
                  <a:pt x="453" y="862"/>
                </a:lnTo>
                <a:lnTo>
                  <a:pt x="453" y="861"/>
                </a:lnTo>
                <a:lnTo>
                  <a:pt x="452" y="861"/>
                </a:lnTo>
                <a:lnTo>
                  <a:pt x="451" y="862"/>
                </a:lnTo>
                <a:lnTo>
                  <a:pt x="450" y="862"/>
                </a:lnTo>
                <a:lnTo>
                  <a:pt x="450" y="863"/>
                </a:lnTo>
                <a:lnTo>
                  <a:pt x="449" y="863"/>
                </a:lnTo>
                <a:lnTo>
                  <a:pt x="450" y="863"/>
                </a:lnTo>
                <a:lnTo>
                  <a:pt x="449" y="864"/>
                </a:lnTo>
                <a:lnTo>
                  <a:pt x="448" y="863"/>
                </a:lnTo>
                <a:lnTo>
                  <a:pt x="447" y="862"/>
                </a:lnTo>
                <a:lnTo>
                  <a:pt x="446" y="862"/>
                </a:lnTo>
                <a:lnTo>
                  <a:pt x="445" y="862"/>
                </a:lnTo>
                <a:lnTo>
                  <a:pt x="445" y="863"/>
                </a:lnTo>
                <a:lnTo>
                  <a:pt x="444" y="863"/>
                </a:lnTo>
                <a:lnTo>
                  <a:pt x="444" y="862"/>
                </a:lnTo>
                <a:lnTo>
                  <a:pt x="443" y="862"/>
                </a:lnTo>
                <a:lnTo>
                  <a:pt x="442" y="862"/>
                </a:lnTo>
                <a:lnTo>
                  <a:pt x="442" y="861"/>
                </a:lnTo>
                <a:lnTo>
                  <a:pt x="442" y="860"/>
                </a:lnTo>
                <a:lnTo>
                  <a:pt x="441" y="860"/>
                </a:lnTo>
                <a:lnTo>
                  <a:pt x="440" y="860"/>
                </a:lnTo>
                <a:lnTo>
                  <a:pt x="438" y="860"/>
                </a:lnTo>
                <a:lnTo>
                  <a:pt x="437" y="860"/>
                </a:lnTo>
                <a:lnTo>
                  <a:pt x="436" y="860"/>
                </a:lnTo>
                <a:lnTo>
                  <a:pt x="436" y="861"/>
                </a:lnTo>
                <a:lnTo>
                  <a:pt x="435" y="861"/>
                </a:lnTo>
                <a:lnTo>
                  <a:pt x="435" y="860"/>
                </a:lnTo>
                <a:lnTo>
                  <a:pt x="434" y="860"/>
                </a:lnTo>
                <a:lnTo>
                  <a:pt x="433" y="860"/>
                </a:lnTo>
                <a:lnTo>
                  <a:pt x="433" y="861"/>
                </a:lnTo>
                <a:lnTo>
                  <a:pt x="433" y="860"/>
                </a:lnTo>
                <a:lnTo>
                  <a:pt x="433" y="859"/>
                </a:lnTo>
                <a:lnTo>
                  <a:pt x="432" y="859"/>
                </a:lnTo>
                <a:lnTo>
                  <a:pt x="431" y="859"/>
                </a:lnTo>
                <a:lnTo>
                  <a:pt x="432" y="859"/>
                </a:lnTo>
                <a:lnTo>
                  <a:pt x="432" y="858"/>
                </a:lnTo>
                <a:lnTo>
                  <a:pt x="433" y="858"/>
                </a:lnTo>
                <a:lnTo>
                  <a:pt x="433" y="857"/>
                </a:lnTo>
                <a:lnTo>
                  <a:pt x="432" y="857"/>
                </a:lnTo>
                <a:lnTo>
                  <a:pt x="431" y="858"/>
                </a:lnTo>
                <a:lnTo>
                  <a:pt x="430" y="857"/>
                </a:lnTo>
                <a:lnTo>
                  <a:pt x="429" y="857"/>
                </a:lnTo>
                <a:lnTo>
                  <a:pt x="428" y="857"/>
                </a:lnTo>
                <a:lnTo>
                  <a:pt x="427" y="857"/>
                </a:lnTo>
                <a:lnTo>
                  <a:pt x="425" y="857"/>
                </a:lnTo>
                <a:lnTo>
                  <a:pt x="425" y="856"/>
                </a:lnTo>
                <a:lnTo>
                  <a:pt x="424" y="856"/>
                </a:lnTo>
                <a:lnTo>
                  <a:pt x="424" y="855"/>
                </a:lnTo>
                <a:lnTo>
                  <a:pt x="423" y="855"/>
                </a:lnTo>
                <a:lnTo>
                  <a:pt x="423" y="854"/>
                </a:lnTo>
                <a:lnTo>
                  <a:pt x="423" y="855"/>
                </a:lnTo>
                <a:lnTo>
                  <a:pt x="422" y="855"/>
                </a:lnTo>
                <a:lnTo>
                  <a:pt x="421" y="854"/>
                </a:lnTo>
                <a:lnTo>
                  <a:pt x="421" y="853"/>
                </a:lnTo>
                <a:lnTo>
                  <a:pt x="421" y="854"/>
                </a:lnTo>
                <a:lnTo>
                  <a:pt x="420" y="854"/>
                </a:lnTo>
                <a:lnTo>
                  <a:pt x="420" y="853"/>
                </a:lnTo>
                <a:lnTo>
                  <a:pt x="419" y="853"/>
                </a:lnTo>
                <a:lnTo>
                  <a:pt x="418" y="853"/>
                </a:lnTo>
                <a:lnTo>
                  <a:pt x="417" y="853"/>
                </a:lnTo>
                <a:lnTo>
                  <a:pt x="417" y="852"/>
                </a:lnTo>
                <a:lnTo>
                  <a:pt x="416" y="852"/>
                </a:lnTo>
                <a:lnTo>
                  <a:pt x="416" y="851"/>
                </a:lnTo>
                <a:lnTo>
                  <a:pt x="417" y="851"/>
                </a:lnTo>
                <a:lnTo>
                  <a:pt x="416" y="851"/>
                </a:lnTo>
                <a:lnTo>
                  <a:pt x="416" y="850"/>
                </a:lnTo>
                <a:lnTo>
                  <a:pt x="416" y="849"/>
                </a:lnTo>
                <a:lnTo>
                  <a:pt x="415" y="849"/>
                </a:lnTo>
                <a:lnTo>
                  <a:pt x="414" y="849"/>
                </a:lnTo>
                <a:lnTo>
                  <a:pt x="413" y="849"/>
                </a:lnTo>
                <a:lnTo>
                  <a:pt x="414" y="849"/>
                </a:lnTo>
                <a:lnTo>
                  <a:pt x="414" y="848"/>
                </a:lnTo>
                <a:lnTo>
                  <a:pt x="413" y="848"/>
                </a:lnTo>
                <a:lnTo>
                  <a:pt x="413" y="847"/>
                </a:lnTo>
                <a:lnTo>
                  <a:pt x="412" y="847"/>
                </a:lnTo>
                <a:lnTo>
                  <a:pt x="412" y="848"/>
                </a:lnTo>
                <a:lnTo>
                  <a:pt x="412" y="847"/>
                </a:lnTo>
                <a:lnTo>
                  <a:pt x="411" y="847"/>
                </a:lnTo>
                <a:lnTo>
                  <a:pt x="412" y="848"/>
                </a:lnTo>
                <a:lnTo>
                  <a:pt x="411" y="848"/>
                </a:lnTo>
                <a:lnTo>
                  <a:pt x="411" y="847"/>
                </a:lnTo>
                <a:lnTo>
                  <a:pt x="411" y="846"/>
                </a:lnTo>
                <a:lnTo>
                  <a:pt x="410" y="846"/>
                </a:lnTo>
                <a:lnTo>
                  <a:pt x="410" y="845"/>
                </a:lnTo>
                <a:lnTo>
                  <a:pt x="409" y="845"/>
                </a:lnTo>
                <a:lnTo>
                  <a:pt x="409" y="844"/>
                </a:lnTo>
                <a:lnTo>
                  <a:pt x="408" y="844"/>
                </a:lnTo>
                <a:lnTo>
                  <a:pt x="408" y="843"/>
                </a:lnTo>
                <a:lnTo>
                  <a:pt x="409" y="843"/>
                </a:lnTo>
                <a:lnTo>
                  <a:pt x="408" y="843"/>
                </a:lnTo>
                <a:lnTo>
                  <a:pt x="408" y="842"/>
                </a:lnTo>
                <a:lnTo>
                  <a:pt x="407" y="842"/>
                </a:lnTo>
                <a:lnTo>
                  <a:pt x="406" y="842"/>
                </a:lnTo>
                <a:lnTo>
                  <a:pt x="406" y="841"/>
                </a:lnTo>
                <a:lnTo>
                  <a:pt x="406" y="840"/>
                </a:lnTo>
                <a:lnTo>
                  <a:pt x="406" y="839"/>
                </a:lnTo>
                <a:lnTo>
                  <a:pt x="407" y="838"/>
                </a:lnTo>
                <a:lnTo>
                  <a:pt x="407" y="837"/>
                </a:lnTo>
                <a:lnTo>
                  <a:pt x="408" y="837"/>
                </a:lnTo>
                <a:lnTo>
                  <a:pt x="408" y="836"/>
                </a:lnTo>
                <a:lnTo>
                  <a:pt x="408" y="835"/>
                </a:lnTo>
                <a:lnTo>
                  <a:pt x="408" y="834"/>
                </a:lnTo>
                <a:lnTo>
                  <a:pt x="407" y="834"/>
                </a:lnTo>
                <a:lnTo>
                  <a:pt x="407" y="833"/>
                </a:lnTo>
                <a:lnTo>
                  <a:pt x="407" y="832"/>
                </a:lnTo>
                <a:lnTo>
                  <a:pt x="407" y="831"/>
                </a:lnTo>
                <a:lnTo>
                  <a:pt x="406" y="831"/>
                </a:lnTo>
                <a:lnTo>
                  <a:pt x="406" y="830"/>
                </a:lnTo>
                <a:lnTo>
                  <a:pt x="407" y="830"/>
                </a:lnTo>
                <a:lnTo>
                  <a:pt x="407" y="829"/>
                </a:lnTo>
                <a:lnTo>
                  <a:pt x="407" y="830"/>
                </a:lnTo>
                <a:lnTo>
                  <a:pt x="406" y="830"/>
                </a:lnTo>
                <a:lnTo>
                  <a:pt x="406" y="829"/>
                </a:lnTo>
                <a:lnTo>
                  <a:pt x="406" y="828"/>
                </a:lnTo>
                <a:lnTo>
                  <a:pt x="406" y="829"/>
                </a:lnTo>
                <a:lnTo>
                  <a:pt x="407" y="829"/>
                </a:lnTo>
                <a:lnTo>
                  <a:pt x="407" y="828"/>
                </a:lnTo>
                <a:lnTo>
                  <a:pt x="406" y="827"/>
                </a:lnTo>
                <a:lnTo>
                  <a:pt x="405" y="827"/>
                </a:lnTo>
                <a:lnTo>
                  <a:pt x="405" y="826"/>
                </a:lnTo>
                <a:lnTo>
                  <a:pt x="406" y="826"/>
                </a:lnTo>
                <a:lnTo>
                  <a:pt x="407" y="826"/>
                </a:lnTo>
                <a:lnTo>
                  <a:pt x="406" y="826"/>
                </a:lnTo>
                <a:lnTo>
                  <a:pt x="406" y="825"/>
                </a:lnTo>
                <a:lnTo>
                  <a:pt x="405" y="825"/>
                </a:lnTo>
                <a:lnTo>
                  <a:pt x="405" y="824"/>
                </a:lnTo>
                <a:lnTo>
                  <a:pt x="405" y="825"/>
                </a:lnTo>
                <a:lnTo>
                  <a:pt x="404" y="825"/>
                </a:lnTo>
                <a:lnTo>
                  <a:pt x="403" y="826"/>
                </a:lnTo>
                <a:lnTo>
                  <a:pt x="403" y="825"/>
                </a:lnTo>
                <a:lnTo>
                  <a:pt x="402" y="825"/>
                </a:lnTo>
                <a:lnTo>
                  <a:pt x="401" y="824"/>
                </a:lnTo>
                <a:lnTo>
                  <a:pt x="400" y="824"/>
                </a:lnTo>
                <a:lnTo>
                  <a:pt x="399" y="824"/>
                </a:lnTo>
                <a:lnTo>
                  <a:pt x="398" y="825"/>
                </a:lnTo>
                <a:lnTo>
                  <a:pt x="397" y="826"/>
                </a:lnTo>
                <a:lnTo>
                  <a:pt x="396" y="827"/>
                </a:lnTo>
                <a:lnTo>
                  <a:pt x="395" y="827"/>
                </a:lnTo>
                <a:lnTo>
                  <a:pt x="394" y="827"/>
                </a:lnTo>
                <a:lnTo>
                  <a:pt x="393" y="827"/>
                </a:lnTo>
                <a:lnTo>
                  <a:pt x="393" y="828"/>
                </a:lnTo>
                <a:lnTo>
                  <a:pt x="392" y="828"/>
                </a:lnTo>
                <a:lnTo>
                  <a:pt x="391" y="828"/>
                </a:lnTo>
                <a:lnTo>
                  <a:pt x="390" y="828"/>
                </a:lnTo>
                <a:lnTo>
                  <a:pt x="390" y="829"/>
                </a:lnTo>
                <a:lnTo>
                  <a:pt x="389" y="829"/>
                </a:lnTo>
                <a:lnTo>
                  <a:pt x="388" y="829"/>
                </a:lnTo>
                <a:lnTo>
                  <a:pt x="387" y="829"/>
                </a:lnTo>
                <a:lnTo>
                  <a:pt x="387" y="828"/>
                </a:lnTo>
                <a:lnTo>
                  <a:pt x="387" y="827"/>
                </a:lnTo>
                <a:lnTo>
                  <a:pt x="386" y="827"/>
                </a:lnTo>
                <a:lnTo>
                  <a:pt x="385" y="827"/>
                </a:lnTo>
                <a:lnTo>
                  <a:pt x="384" y="827"/>
                </a:lnTo>
                <a:lnTo>
                  <a:pt x="384" y="828"/>
                </a:lnTo>
                <a:lnTo>
                  <a:pt x="383" y="828"/>
                </a:lnTo>
                <a:lnTo>
                  <a:pt x="383" y="827"/>
                </a:lnTo>
                <a:lnTo>
                  <a:pt x="382" y="827"/>
                </a:lnTo>
                <a:lnTo>
                  <a:pt x="381" y="827"/>
                </a:lnTo>
                <a:lnTo>
                  <a:pt x="381" y="828"/>
                </a:lnTo>
                <a:lnTo>
                  <a:pt x="382" y="829"/>
                </a:lnTo>
                <a:lnTo>
                  <a:pt x="382" y="830"/>
                </a:lnTo>
                <a:lnTo>
                  <a:pt x="382" y="831"/>
                </a:lnTo>
                <a:lnTo>
                  <a:pt x="381" y="831"/>
                </a:lnTo>
                <a:lnTo>
                  <a:pt x="381" y="833"/>
                </a:lnTo>
                <a:lnTo>
                  <a:pt x="380" y="834"/>
                </a:lnTo>
                <a:lnTo>
                  <a:pt x="378" y="835"/>
                </a:lnTo>
                <a:lnTo>
                  <a:pt x="377" y="836"/>
                </a:lnTo>
                <a:lnTo>
                  <a:pt x="377" y="837"/>
                </a:lnTo>
                <a:lnTo>
                  <a:pt x="376" y="837"/>
                </a:lnTo>
                <a:lnTo>
                  <a:pt x="375" y="837"/>
                </a:lnTo>
                <a:lnTo>
                  <a:pt x="374" y="837"/>
                </a:lnTo>
                <a:lnTo>
                  <a:pt x="374" y="836"/>
                </a:lnTo>
                <a:lnTo>
                  <a:pt x="373" y="836"/>
                </a:lnTo>
                <a:lnTo>
                  <a:pt x="373" y="835"/>
                </a:lnTo>
                <a:lnTo>
                  <a:pt x="373" y="834"/>
                </a:lnTo>
                <a:lnTo>
                  <a:pt x="372" y="834"/>
                </a:lnTo>
                <a:lnTo>
                  <a:pt x="371" y="834"/>
                </a:lnTo>
                <a:lnTo>
                  <a:pt x="371" y="835"/>
                </a:lnTo>
                <a:lnTo>
                  <a:pt x="372" y="835"/>
                </a:lnTo>
                <a:lnTo>
                  <a:pt x="372" y="836"/>
                </a:lnTo>
                <a:lnTo>
                  <a:pt x="371" y="836"/>
                </a:lnTo>
                <a:lnTo>
                  <a:pt x="370" y="836"/>
                </a:lnTo>
                <a:lnTo>
                  <a:pt x="370" y="835"/>
                </a:lnTo>
                <a:lnTo>
                  <a:pt x="369" y="835"/>
                </a:lnTo>
                <a:lnTo>
                  <a:pt x="368" y="835"/>
                </a:lnTo>
                <a:lnTo>
                  <a:pt x="367" y="834"/>
                </a:lnTo>
                <a:lnTo>
                  <a:pt x="366" y="834"/>
                </a:lnTo>
                <a:lnTo>
                  <a:pt x="364" y="835"/>
                </a:lnTo>
                <a:lnTo>
                  <a:pt x="363" y="835"/>
                </a:lnTo>
                <a:lnTo>
                  <a:pt x="362" y="836"/>
                </a:lnTo>
                <a:lnTo>
                  <a:pt x="361" y="836"/>
                </a:lnTo>
                <a:lnTo>
                  <a:pt x="360" y="836"/>
                </a:lnTo>
                <a:lnTo>
                  <a:pt x="359" y="836"/>
                </a:lnTo>
                <a:lnTo>
                  <a:pt x="358" y="836"/>
                </a:lnTo>
                <a:lnTo>
                  <a:pt x="357" y="835"/>
                </a:lnTo>
                <a:lnTo>
                  <a:pt x="356" y="835"/>
                </a:lnTo>
                <a:lnTo>
                  <a:pt x="355" y="836"/>
                </a:lnTo>
                <a:lnTo>
                  <a:pt x="354" y="837"/>
                </a:lnTo>
                <a:lnTo>
                  <a:pt x="353" y="837"/>
                </a:lnTo>
                <a:lnTo>
                  <a:pt x="353" y="838"/>
                </a:lnTo>
                <a:lnTo>
                  <a:pt x="352" y="838"/>
                </a:lnTo>
                <a:lnTo>
                  <a:pt x="351" y="838"/>
                </a:lnTo>
                <a:lnTo>
                  <a:pt x="350" y="838"/>
                </a:lnTo>
                <a:lnTo>
                  <a:pt x="349" y="838"/>
                </a:lnTo>
                <a:lnTo>
                  <a:pt x="349" y="837"/>
                </a:lnTo>
                <a:lnTo>
                  <a:pt x="349" y="836"/>
                </a:lnTo>
                <a:lnTo>
                  <a:pt x="350" y="836"/>
                </a:lnTo>
                <a:lnTo>
                  <a:pt x="351" y="836"/>
                </a:lnTo>
                <a:lnTo>
                  <a:pt x="351" y="835"/>
                </a:lnTo>
                <a:lnTo>
                  <a:pt x="351" y="834"/>
                </a:lnTo>
                <a:lnTo>
                  <a:pt x="350" y="834"/>
                </a:lnTo>
                <a:lnTo>
                  <a:pt x="349" y="834"/>
                </a:lnTo>
                <a:lnTo>
                  <a:pt x="348" y="834"/>
                </a:lnTo>
                <a:lnTo>
                  <a:pt x="348" y="833"/>
                </a:lnTo>
                <a:lnTo>
                  <a:pt x="347" y="833"/>
                </a:lnTo>
                <a:lnTo>
                  <a:pt x="347" y="832"/>
                </a:lnTo>
                <a:lnTo>
                  <a:pt x="347" y="830"/>
                </a:lnTo>
                <a:lnTo>
                  <a:pt x="346" y="830"/>
                </a:lnTo>
                <a:lnTo>
                  <a:pt x="346" y="829"/>
                </a:lnTo>
                <a:lnTo>
                  <a:pt x="346" y="827"/>
                </a:lnTo>
                <a:lnTo>
                  <a:pt x="344" y="827"/>
                </a:lnTo>
                <a:lnTo>
                  <a:pt x="343" y="827"/>
                </a:lnTo>
                <a:lnTo>
                  <a:pt x="341" y="827"/>
                </a:lnTo>
                <a:lnTo>
                  <a:pt x="341" y="826"/>
                </a:lnTo>
                <a:lnTo>
                  <a:pt x="339" y="826"/>
                </a:lnTo>
                <a:lnTo>
                  <a:pt x="338" y="826"/>
                </a:lnTo>
                <a:lnTo>
                  <a:pt x="338" y="825"/>
                </a:lnTo>
                <a:lnTo>
                  <a:pt x="338" y="824"/>
                </a:lnTo>
                <a:lnTo>
                  <a:pt x="338" y="823"/>
                </a:lnTo>
                <a:lnTo>
                  <a:pt x="337" y="822"/>
                </a:lnTo>
                <a:lnTo>
                  <a:pt x="336" y="822"/>
                </a:lnTo>
                <a:lnTo>
                  <a:pt x="335" y="822"/>
                </a:lnTo>
                <a:lnTo>
                  <a:pt x="335" y="823"/>
                </a:lnTo>
                <a:lnTo>
                  <a:pt x="335" y="824"/>
                </a:lnTo>
                <a:lnTo>
                  <a:pt x="334" y="825"/>
                </a:lnTo>
                <a:lnTo>
                  <a:pt x="334" y="826"/>
                </a:lnTo>
                <a:lnTo>
                  <a:pt x="333" y="826"/>
                </a:lnTo>
                <a:lnTo>
                  <a:pt x="333" y="827"/>
                </a:lnTo>
                <a:lnTo>
                  <a:pt x="332" y="827"/>
                </a:lnTo>
                <a:lnTo>
                  <a:pt x="332" y="828"/>
                </a:lnTo>
                <a:lnTo>
                  <a:pt x="333" y="828"/>
                </a:lnTo>
                <a:lnTo>
                  <a:pt x="333" y="829"/>
                </a:lnTo>
                <a:lnTo>
                  <a:pt x="333" y="830"/>
                </a:lnTo>
                <a:lnTo>
                  <a:pt x="333" y="831"/>
                </a:lnTo>
                <a:lnTo>
                  <a:pt x="334" y="831"/>
                </a:lnTo>
                <a:lnTo>
                  <a:pt x="333" y="832"/>
                </a:lnTo>
                <a:lnTo>
                  <a:pt x="332" y="832"/>
                </a:lnTo>
                <a:lnTo>
                  <a:pt x="331" y="832"/>
                </a:lnTo>
                <a:lnTo>
                  <a:pt x="330" y="831"/>
                </a:lnTo>
                <a:lnTo>
                  <a:pt x="329" y="831"/>
                </a:lnTo>
                <a:lnTo>
                  <a:pt x="328" y="830"/>
                </a:lnTo>
                <a:lnTo>
                  <a:pt x="328" y="831"/>
                </a:lnTo>
                <a:lnTo>
                  <a:pt x="327" y="831"/>
                </a:lnTo>
                <a:lnTo>
                  <a:pt x="326" y="832"/>
                </a:lnTo>
                <a:lnTo>
                  <a:pt x="325" y="832"/>
                </a:lnTo>
                <a:lnTo>
                  <a:pt x="324" y="833"/>
                </a:lnTo>
                <a:lnTo>
                  <a:pt x="323" y="832"/>
                </a:lnTo>
                <a:lnTo>
                  <a:pt x="323" y="831"/>
                </a:lnTo>
                <a:lnTo>
                  <a:pt x="323" y="830"/>
                </a:lnTo>
                <a:lnTo>
                  <a:pt x="323" y="829"/>
                </a:lnTo>
                <a:lnTo>
                  <a:pt x="322" y="829"/>
                </a:lnTo>
                <a:lnTo>
                  <a:pt x="321" y="829"/>
                </a:lnTo>
                <a:lnTo>
                  <a:pt x="320" y="830"/>
                </a:lnTo>
                <a:lnTo>
                  <a:pt x="320" y="831"/>
                </a:lnTo>
                <a:lnTo>
                  <a:pt x="319" y="832"/>
                </a:lnTo>
                <a:lnTo>
                  <a:pt x="318" y="832"/>
                </a:lnTo>
                <a:lnTo>
                  <a:pt x="317" y="832"/>
                </a:lnTo>
                <a:lnTo>
                  <a:pt x="317" y="831"/>
                </a:lnTo>
                <a:lnTo>
                  <a:pt x="316" y="831"/>
                </a:lnTo>
                <a:lnTo>
                  <a:pt x="315" y="831"/>
                </a:lnTo>
                <a:lnTo>
                  <a:pt x="314" y="831"/>
                </a:lnTo>
                <a:lnTo>
                  <a:pt x="314" y="832"/>
                </a:lnTo>
                <a:lnTo>
                  <a:pt x="313" y="832"/>
                </a:lnTo>
                <a:lnTo>
                  <a:pt x="312" y="832"/>
                </a:lnTo>
                <a:lnTo>
                  <a:pt x="312" y="833"/>
                </a:lnTo>
                <a:lnTo>
                  <a:pt x="310" y="833"/>
                </a:lnTo>
                <a:lnTo>
                  <a:pt x="309" y="832"/>
                </a:lnTo>
                <a:lnTo>
                  <a:pt x="308" y="832"/>
                </a:lnTo>
                <a:lnTo>
                  <a:pt x="307" y="831"/>
                </a:lnTo>
                <a:lnTo>
                  <a:pt x="306" y="831"/>
                </a:lnTo>
                <a:lnTo>
                  <a:pt x="305" y="831"/>
                </a:lnTo>
                <a:lnTo>
                  <a:pt x="305" y="832"/>
                </a:lnTo>
                <a:lnTo>
                  <a:pt x="306" y="833"/>
                </a:lnTo>
                <a:lnTo>
                  <a:pt x="305" y="834"/>
                </a:lnTo>
                <a:lnTo>
                  <a:pt x="304" y="834"/>
                </a:lnTo>
                <a:lnTo>
                  <a:pt x="304" y="835"/>
                </a:lnTo>
                <a:lnTo>
                  <a:pt x="303" y="835"/>
                </a:lnTo>
                <a:lnTo>
                  <a:pt x="302" y="835"/>
                </a:lnTo>
                <a:lnTo>
                  <a:pt x="301" y="835"/>
                </a:lnTo>
                <a:lnTo>
                  <a:pt x="301" y="834"/>
                </a:lnTo>
                <a:lnTo>
                  <a:pt x="300" y="834"/>
                </a:lnTo>
                <a:lnTo>
                  <a:pt x="299" y="834"/>
                </a:lnTo>
                <a:lnTo>
                  <a:pt x="298" y="833"/>
                </a:lnTo>
                <a:lnTo>
                  <a:pt x="298" y="832"/>
                </a:lnTo>
                <a:lnTo>
                  <a:pt x="297" y="832"/>
                </a:lnTo>
                <a:lnTo>
                  <a:pt x="297" y="831"/>
                </a:lnTo>
                <a:lnTo>
                  <a:pt x="296" y="830"/>
                </a:lnTo>
                <a:lnTo>
                  <a:pt x="295" y="830"/>
                </a:lnTo>
                <a:lnTo>
                  <a:pt x="294" y="830"/>
                </a:lnTo>
                <a:lnTo>
                  <a:pt x="293" y="830"/>
                </a:lnTo>
                <a:lnTo>
                  <a:pt x="293" y="831"/>
                </a:lnTo>
                <a:lnTo>
                  <a:pt x="292" y="831"/>
                </a:lnTo>
                <a:lnTo>
                  <a:pt x="291" y="831"/>
                </a:lnTo>
                <a:lnTo>
                  <a:pt x="291" y="832"/>
                </a:lnTo>
                <a:lnTo>
                  <a:pt x="290" y="832"/>
                </a:lnTo>
                <a:lnTo>
                  <a:pt x="289" y="832"/>
                </a:lnTo>
                <a:lnTo>
                  <a:pt x="288" y="832"/>
                </a:lnTo>
                <a:lnTo>
                  <a:pt x="288" y="831"/>
                </a:lnTo>
                <a:lnTo>
                  <a:pt x="287" y="831"/>
                </a:lnTo>
                <a:lnTo>
                  <a:pt x="287" y="830"/>
                </a:lnTo>
                <a:lnTo>
                  <a:pt x="287" y="829"/>
                </a:lnTo>
                <a:lnTo>
                  <a:pt x="286" y="829"/>
                </a:lnTo>
                <a:lnTo>
                  <a:pt x="286" y="828"/>
                </a:lnTo>
                <a:lnTo>
                  <a:pt x="285" y="828"/>
                </a:lnTo>
                <a:lnTo>
                  <a:pt x="285" y="827"/>
                </a:lnTo>
                <a:lnTo>
                  <a:pt x="285" y="826"/>
                </a:lnTo>
                <a:lnTo>
                  <a:pt x="286" y="826"/>
                </a:lnTo>
                <a:lnTo>
                  <a:pt x="286" y="825"/>
                </a:lnTo>
                <a:lnTo>
                  <a:pt x="286" y="824"/>
                </a:lnTo>
                <a:lnTo>
                  <a:pt x="286" y="822"/>
                </a:lnTo>
                <a:lnTo>
                  <a:pt x="285" y="821"/>
                </a:lnTo>
                <a:lnTo>
                  <a:pt x="284" y="821"/>
                </a:lnTo>
                <a:lnTo>
                  <a:pt x="283" y="821"/>
                </a:lnTo>
                <a:lnTo>
                  <a:pt x="282" y="822"/>
                </a:lnTo>
                <a:lnTo>
                  <a:pt x="281" y="822"/>
                </a:lnTo>
                <a:lnTo>
                  <a:pt x="280" y="822"/>
                </a:lnTo>
                <a:lnTo>
                  <a:pt x="279" y="822"/>
                </a:lnTo>
                <a:lnTo>
                  <a:pt x="278" y="822"/>
                </a:lnTo>
                <a:lnTo>
                  <a:pt x="278" y="821"/>
                </a:lnTo>
                <a:lnTo>
                  <a:pt x="277" y="821"/>
                </a:lnTo>
                <a:lnTo>
                  <a:pt x="277" y="820"/>
                </a:lnTo>
                <a:lnTo>
                  <a:pt x="277" y="819"/>
                </a:lnTo>
                <a:lnTo>
                  <a:pt x="277" y="818"/>
                </a:lnTo>
                <a:lnTo>
                  <a:pt x="278" y="817"/>
                </a:lnTo>
                <a:lnTo>
                  <a:pt x="277" y="817"/>
                </a:lnTo>
                <a:lnTo>
                  <a:pt x="276" y="817"/>
                </a:lnTo>
                <a:lnTo>
                  <a:pt x="275" y="817"/>
                </a:lnTo>
                <a:lnTo>
                  <a:pt x="274" y="817"/>
                </a:lnTo>
                <a:lnTo>
                  <a:pt x="274" y="816"/>
                </a:lnTo>
                <a:lnTo>
                  <a:pt x="273" y="816"/>
                </a:lnTo>
                <a:lnTo>
                  <a:pt x="273" y="815"/>
                </a:lnTo>
                <a:lnTo>
                  <a:pt x="273" y="814"/>
                </a:lnTo>
                <a:lnTo>
                  <a:pt x="274" y="814"/>
                </a:lnTo>
                <a:lnTo>
                  <a:pt x="275" y="813"/>
                </a:lnTo>
                <a:lnTo>
                  <a:pt x="274" y="813"/>
                </a:lnTo>
                <a:lnTo>
                  <a:pt x="274" y="812"/>
                </a:lnTo>
                <a:lnTo>
                  <a:pt x="273" y="812"/>
                </a:lnTo>
                <a:lnTo>
                  <a:pt x="273" y="813"/>
                </a:lnTo>
                <a:lnTo>
                  <a:pt x="272" y="813"/>
                </a:lnTo>
                <a:lnTo>
                  <a:pt x="271" y="814"/>
                </a:lnTo>
                <a:lnTo>
                  <a:pt x="270" y="814"/>
                </a:lnTo>
                <a:lnTo>
                  <a:pt x="269" y="814"/>
                </a:lnTo>
                <a:lnTo>
                  <a:pt x="268" y="814"/>
                </a:lnTo>
                <a:lnTo>
                  <a:pt x="267" y="814"/>
                </a:lnTo>
                <a:lnTo>
                  <a:pt x="266" y="814"/>
                </a:lnTo>
                <a:lnTo>
                  <a:pt x="266" y="813"/>
                </a:lnTo>
                <a:lnTo>
                  <a:pt x="265" y="813"/>
                </a:lnTo>
                <a:lnTo>
                  <a:pt x="265" y="812"/>
                </a:lnTo>
                <a:lnTo>
                  <a:pt x="266" y="811"/>
                </a:lnTo>
                <a:lnTo>
                  <a:pt x="267" y="810"/>
                </a:lnTo>
                <a:lnTo>
                  <a:pt x="267" y="809"/>
                </a:lnTo>
                <a:lnTo>
                  <a:pt x="266" y="809"/>
                </a:lnTo>
                <a:lnTo>
                  <a:pt x="264" y="809"/>
                </a:lnTo>
                <a:lnTo>
                  <a:pt x="265" y="808"/>
                </a:lnTo>
                <a:lnTo>
                  <a:pt x="266" y="808"/>
                </a:lnTo>
                <a:lnTo>
                  <a:pt x="266" y="807"/>
                </a:lnTo>
                <a:lnTo>
                  <a:pt x="265" y="807"/>
                </a:lnTo>
                <a:lnTo>
                  <a:pt x="265" y="806"/>
                </a:lnTo>
                <a:lnTo>
                  <a:pt x="264" y="806"/>
                </a:lnTo>
                <a:lnTo>
                  <a:pt x="263" y="806"/>
                </a:lnTo>
                <a:lnTo>
                  <a:pt x="262" y="806"/>
                </a:lnTo>
                <a:lnTo>
                  <a:pt x="262" y="805"/>
                </a:lnTo>
                <a:lnTo>
                  <a:pt x="262" y="804"/>
                </a:lnTo>
                <a:lnTo>
                  <a:pt x="262" y="803"/>
                </a:lnTo>
                <a:lnTo>
                  <a:pt x="261" y="803"/>
                </a:lnTo>
                <a:lnTo>
                  <a:pt x="261" y="802"/>
                </a:lnTo>
                <a:lnTo>
                  <a:pt x="260" y="802"/>
                </a:lnTo>
                <a:lnTo>
                  <a:pt x="260" y="801"/>
                </a:lnTo>
                <a:lnTo>
                  <a:pt x="259" y="801"/>
                </a:lnTo>
                <a:lnTo>
                  <a:pt x="258" y="801"/>
                </a:lnTo>
                <a:lnTo>
                  <a:pt x="258" y="800"/>
                </a:lnTo>
                <a:lnTo>
                  <a:pt x="257" y="800"/>
                </a:lnTo>
                <a:lnTo>
                  <a:pt x="256" y="800"/>
                </a:lnTo>
                <a:lnTo>
                  <a:pt x="256" y="801"/>
                </a:lnTo>
                <a:lnTo>
                  <a:pt x="255" y="801"/>
                </a:lnTo>
                <a:lnTo>
                  <a:pt x="255" y="800"/>
                </a:lnTo>
                <a:lnTo>
                  <a:pt x="254" y="800"/>
                </a:lnTo>
                <a:lnTo>
                  <a:pt x="254" y="799"/>
                </a:lnTo>
                <a:lnTo>
                  <a:pt x="253" y="799"/>
                </a:lnTo>
                <a:lnTo>
                  <a:pt x="253" y="798"/>
                </a:lnTo>
                <a:lnTo>
                  <a:pt x="253" y="797"/>
                </a:lnTo>
                <a:lnTo>
                  <a:pt x="254" y="797"/>
                </a:lnTo>
                <a:lnTo>
                  <a:pt x="255" y="797"/>
                </a:lnTo>
                <a:lnTo>
                  <a:pt x="256" y="797"/>
                </a:lnTo>
                <a:lnTo>
                  <a:pt x="256" y="796"/>
                </a:lnTo>
                <a:lnTo>
                  <a:pt x="257" y="796"/>
                </a:lnTo>
                <a:lnTo>
                  <a:pt x="258" y="796"/>
                </a:lnTo>
                <a:lnTo>
                  <a:pt x="259" y="796"/>
                </a:lnTo>
                <a:lnTo>
                  <a:pt x="259" y="795"/>
                </a:lnTo>
                <a:lnTo>
                  <a:pt x="258" y="795"/>
                </a:lnTo>
                <a:lnTo>
                  <a:pt x="258" y="794"/>
                </a:lnTo>
                <a:lnTo>
                  <a:pt x="257" y="794"/>
                </a:lnTo>
                <a:lnTo>
                  <a:pt x="257" y="793"/>
                </a:lnTo>
                <a:lnTo>
                  <a:pt x="256" y="793"/>
                </a:lnTo>
                <a:lnTo>
                  <a:pt x="256" y="792"/>
                </a:lnTo>
                <a:lnTo>
                  <a:pt x="256" y="791"/>
                </a:lnTo>
                <a:lnTo>
                  <a:pt x="257" y="791"/>
                </a:lnTo>
                <a:lnTo>
                  <a:pt x="258" y="791"/>
                </a:lnTo>
                <a:lnTo>
                  <a:pt x="259" y="791"/>
                </a:lnTo>
                <a:lnTo>
                  <a:pt x="259" y="790"/>
                </a:lnTo>
                <a:lnTo>
                  <a:pt x="259" y="789"/>
                </a:lnTo>
                <a:lnTo>
                  <a:pt x="259" y="788"/>
                </a:lnTo>
                <a:lnTo>
                  <a:pt x="259" y="786"/>
                </a:lnTo>
                <a:lnTo>
                  <a:pt x="258" y="786"/>
                </a:lnTo>
                <a:lnTo>
                  <a:pt x="257" y="786"/>
                </a:lnTo>
                <a:lnTo>
                  <a:pt x="256" y="786"/>
                </a:lnTo>
                <a:lnTo>
                  <a:pt x="256" y="785"/>
                </a:lnTo>
                <a:lnTo>
                  <a:pt x="255" y="785"/>
                </a:lnTo>
                <a:lnTo>
                  <a:pt x="254" y="785"/>
                </a:lnTo>
                <a:lnTo>
                  <a:pt x="253" y="785"/>
                </a:lnTo>
                <a:lnTo>
                  <a:pt x="253" y="784"/>
                </a:lnTo>
                <a:lnTo>
                  <a:pt x="252" y="784"/>
                </a:lnTo>
                <a:lnTo>
                  <a:pt x="252" y="783"/>
                </a:lnTo>
                <a:lnTo>
                  <a:pt x="251" y="783"/>
                </a:lnTo>
                <a:lnTo>
                  <a:pt x="251" y="782"/>
                </a:lnTo>
                <a:lnTo>
                  <a:pt x="250" y="782"/>
                </a:lnTo>
                <a:lnTo>
                  <a:pt x="250" y="781"/>
                </a:lnTo>
                <a:lnTo>
                  <a:pt x="250" y="780"/>
                </a:lnTo>
                <a:lnTo>
                  <a:pt x="250" y="779"/>
                </a:lnTo>
                <a:lnTo>
                  <a:pt x="250" y="778"/>
                </a:lnTo>
                <a:lnTo>
                  <a:pt x="251" y="777"/>
                </a:lnTo>
                <a:lnTo>
                  <a:pt x="252" y="777"/>
                </a:lnTo>
                <a:lnTo>
                  <a:pt x="253" y="777"/>
                </a:lnTo>
                <a:lnTo>
                  <a:pt x="254" y="777"/>
                </a:lnTo>
                <a:lnTo>
                  <a:pt x="255" y="776"/>
                </a:lnTo>
                <a:lnTo>
                  <a:pt x="255" y="775"/>
                </a:lnTo>
                <a:lnTo>
                  <a:pt x="254" y="775"/>
                </a:lnTo>
                <a:lnTo>
                  <a:pt x="253" y="775"/>
                </a:lnTo>
                <a:lnTo>
                  <a:pt x="253" y="774"/>
                </a:lnTo>
                <a:lnTo>
                  <a:pt x="252" y="774"/>
                </a:lnTo>
                <a:lnTo>
                  <a:pt x="252" y="773"/>
                </a:lnTo>
                <a:lnTo>
                  <a:pt x="253" y="773"/>
                </a:lnTo>
                <a:lnTo>
                  <a:pt x="254" y="773"/>
                </a:lnTo>
                <a:lnTo>
                  <a:pt x="255" y="773"/>
                </a:lnTo>
                <a:lnTo>
                  <a:pt x="256" y="773"/>
                </a:lnTo>
                <a:lnTo>
                  <a:pt x="257" y="773"/>
                </a:lnTo>
                <a:lnTo>
                  <a:pt x="257" y="772"/>
                </a:lnTo>
                <a:lnTo>
                  <a:pt x="256" y="772"/>
                </a:lnTo>
                <a:lnTo>
                  <a:pt x="256" y="771"/>
                </a:lnTo>
                <a:lnTo>
                  <a:pt x="256" y="770"/>
                </a:lnTo>
                <a:lnTo>
                  <a:pt x="255" y="769"/>
                </a:lnTo>
                <a:lnTo>
                  <a:pt x="254" y="769"/>
                </a:lnTo>
                <a:lnTo>
                  <a:pt x="253" y="769"/>
                </a:lnTo>
                <a:lnTo>
                  <a:pt x="253" y="768"/>
                </a:lnTo>
                <a:lnTo>
                  <a:pt x="254" y="767"/>
                </a:lnTo>
                <a:lnTo>
                  <a:pt x="255" y="767"/>
                </a:lnTo>
                <a:lnTo>
                  <a:pt x="255" y="766"/>
                </a:lnTo>
                <a:lnTo>
                  <a:pt x="254" y="766"/>
                </a:lnTo>
                <a:lnTo>
                  <a:pt x="254" y="765"/>
                </a:lnTo>
                <a:lnTo>
                  <a:pt x="253" y="765"/>
                </a:lnTo>
                <a:lnTo>
                  <a:pt x="252" y="765"/>
                </a:lnTo>
                <a:lnTo>
                  <a:pt x="252" y="764"/>
                </a:lnTo>
                <a:lnTo>
                  <a:pt x="253" y="764"/>
                </a:lnTo>
                <a:lnTo>
                  <a:pt x="254" y="763"/>
                </a:lnTo>
                <a:lnTo>
                  <a:pt x="255" y="763"/>
                </a:lnTo>
                <a:lnTo>
                  <a:pt x="255" y="762"/>
                </a:lnTo>
                <a:lnTo>
                  <a:pt x="254" y="762"/>
                </a:lnTo>
                <a:lnTo>
                  <a:pt x="253" y="761"/>
                </a:lnTo>
                <a:lnTo>
                  <a:pt x="252" y="761"/>
                </a:lnTo>
                <a:lnTo>
                  <a:pt x="252" y="760"/>
                </a:lnTo>
                <a:lnTo>
                  <a:pt x="253" y="759"/>
                </a:lnTo>
                <a:lnTo>
                  <a:pt x="254" y="759"/>
                </a:lnTo>
                <a:lnTo>
                  <a:pt x="254" y="758"/>
                </a:lnTo>
                <a:lnTo>
                  <a:pt x="253" y="758"/>
                </a:lnTo>
                <a:lnTo>
                  <a:pt x="252" y="758"/>
                </a:lnTo>
                <a:lnTo>
                  <a:pt x="251" y="758"/>
                </a:lnTo>
                <a:lnTo>
                  <a:pt x="250" y="758"/>
                </a:lnTo>
                <a:lnTo>
                  <a:pt x="251" y="758"/>
                </a:lnTo>
                <a:lnTo>
                  <a:pt x="251" y="757"/>
                </a:lnTo>
                <a:lnTo>
                  <a:pt x="251" y="756"/>
                </a:lnTo>
                <a:lnTo>
                  <a:pt x="250" y="756"/>
                </a:lnTo>
                <a:lnTo>
                  <a:pt x="250" y="755"/>
                </a:lnTo>
                <a:lnTo>
                  <a:pt x="249" y="755"/>
                </a:lnTo>
                <a:lnTo>
                  <a:pt x="249" y="754"/>
                </a:lnTo>
                <a:lnTo>
                  <a:pt x="249" y="753"/>
                </a:lnTo>
                <a:lnTo>
                  <a:pt x="250" y="753"/>
                </a:lnTo>
                <a:lnTo>
                  <a:pt x="251" y="753"/>
                </a:lnTo>
                <a:lnTo>
                  <a:pt x="251" y="752"/>
                </a:lnTo>
                <a:lnTo>
                  <a:pt x="252" y="752"/>
                </a:lnTo>
                <a:lnTo>
                  <a:pt x="251" y="751"/>
                </a:lnTo>
                <a:lnTo>
                  <a:pt x="250" y="751"/>
                </a:lnTo>
                <a:lnTo>
                  <a:pt x="250" y="750"/>
                </a:lnTo>
                <a:lnTo>
                  <a:pt x="249" y="750"/>
                </a:lnTo>
                <a:lnTo>
                  <a:pt x="249" y="749"/>
                </a:lnTo>
                <a:lnTo>
                  <a:pt x="249" y="748"/>
                </a:lnTo>
                <a:lnTo>
                  <a:pt x="250" y="748"/>
                </a:lnTo>
                <a:lnTo>
                  <a:pt x="250" y="747"/>
                </a:lnTo>
                <a:lnTo>
                  <a:pt x="250" y="746"/>
                </a:lnTo>
                <a:lnTo>
                  <a:pt x="249" y="746"/>
                </a:lnTo>
                <a:lnTo>
                  <a:pt x="249" y="745"/>
                </a:lnTo>
                <a:lnTo>
                  <a:pt x="247" y="745"/>
                </a:lnTo>
                <a:lnTo>
                  <a:pt x="247" y="746"/>
                </a:lnTo>
                <a:lnTo>
                  <a:pt x="247" y="747"/>
                </a:lnTo>
                <a:lnTo>
                  <a:pt x="246" y="748"/>
                </a:lnTo>
                <a:lnTo>
                  <a:pt x="246" y="749"/>
                </a:lnTo>
                <a:lnTo>
                  <a:pt x="245" y="748"/>
                </a:lnTo>
                <a:lnTo>
                  <a:pt x="244" y="748"/>
                </a:lnTo>
                <a:lnTo>
                  <a:pt x="244" y="747"/>
                </a:lnTo>
                <a:lnTo>
                  <a:pt x="245" y="747"/>
                </a:lnTo>
                <a:lnTo>
                  <a:pt x="245" y="746"/>
                </a:lnTo>
                <a:lnTo>
                  <a:pt x="244" y="745"/>
                </a:lnTo>
                <a:lnTo>
                  <a:pt x="245" y="745"/>
                </a:lnTo>
                <a:lnTo>
                  <a:pt x="245" y="744"/>
                </a:lnTo>
                <a:lnTo>
                  <a:pt x="244" y="744"/>
                </a:lnTo>
                <a:lnTo>
                  <a:pt x="243" y="744"/>
                </a:lnTo>
                <a:lnTo>
                  <a:pt x="242" y="744"/>
                </a:lnTo>
                <a:lnTo>
                  <a:pt x="241" y="744"/>
                </a:lnTo>
                <a:lnTo>
                  <a:pt x="240" y="744"/>
                </a:lnTo>
                <a:lnTo>
                  <a:pt x="239" y="744"/>
                </a:lnTo>
                <a:lnTo>
                  <a:pt x="238" y="745"/>
                </a:lnTo>
                <a:lnTo>
                  <a:pt x="237" y="745"/>
                </a:lnTo>
                <a:lnTo>
                  <a:pt x="238" y="745"/>
                </a:lnTo>
                <a:lnTo>
                  <a:pt x="237" y="746"/>
                </a:lnTo>
                <a:lnTo>
                  <a:pt x="236" y="746"/>
                </a:lnTo>
                <a:lnTo>
                  <a:pt x="235" y="746"/>
                </a:lnTo>
                <a:lnTo>
                  <a:pt x="235" y="747"/>
                </a:lnTo>
                <a:lnTo>
                  <a:pt x="234" y="747"/>
                </a:lnTo>
                <a:lnTo>
                  <a:pt x="234" y="748"/>
                </a:lnTo>
                <a:lnTo>
                  <a:pt x="233" y="748"/>
                </a:lnTo>
                <a:lnTo>
                  <a:pt x="232" y="748"/>
                </a:lnTo>
                <a:lnTo>
                  <a:pt x="231" y="748"/>
                </a:lnTo>
                <a:lnTo>
                  <a:pt x="230" y="748"/>
                </a:lnTo>
                <a:lnTo>
                  <a:pt x="231" y="748"/>
                </a:lnTo>
                <a:lnTo>
                  <a:pt x="230" y="748"/>
                </a:lnTo>
                <a:lnTo>
                  <a:pt x="229" y="748"/>
                </a:lnTo>
                <a:lnTo>
                  <a:pt x="228" y="749"/>
                </a:lnTo>
                <a:lnTo>
                  <a:pt x="227" y="749"/>
                </a:lnTo>
                <a:lnTo>
                  <a:pt x="226" y="748"/>
                </a:lnTo>
                <a:lnTo>
                  <a:pt x="226" y="749"/>
                </a:lnTo>
                <a:lnTo>
                  <a:pt x="225" y="749"/>
                </a:lnTo>
                <a:lnTo>
                  <a:pt x="224" y="749"/>
                </a:lnTo>
                <a:lnTo>
                  <a:pt x="224" y="748"/>
                </a:lnTo>
                <a:lnTo>
                  <a:pt x="223" y="748"/>
                </a:lnTo>
                <a:lnTo>
                  <a:pt x="222" y="749"/>
                </a:lnTo>
                <a:lnTo>
                  <a:pt x="219" y="749"/>
                </a:lnTo>
                <a:lnTo>
                  <a:pt x="217" y="749"/>
                </a:lnTo>
                <a:lnTo>
                  <a:pt x="218" y="749"/>
                </a:lnTo>
                <a:lnTo>
                  <a:pt x="217" y="749"/>
                </a:lnTo>
                <a:lnTo>
                  <a:pt x="217" y="750"/>
                </a:lnTo>
                <a:lnTo>
                  <a:pt x="217" y="751"/>
                </a:lnTo>
                <a:lnTo>
                  <a:pt x="216" y="751"/>
                </a:lnTo>
                <a:lnTo>
                  <a:pt x="215" y="751"/>
                </a:lnTo>
                <a:lnTo>
                  <a:pt x="214" y="751"/>
                </a:lnTo>
                <a:lnTo>
                  <a:pt x="214" y="752"/>
                </a:lnTo>
                <a:lnTo>
                  <a:pt x="214" y="751"/>
                </a:lnTo>
                <a:lnTo>
                  <a:pt x="213" y="751"/>
                </a:lnTo>
                <a:lnTo>
                  <a:pt x="212" y="751"/>
                </a:lnTo>
                <a:lnTo>
                  <a:pt x="211" y="751"/>
                </a:lnTo>
                <a:lnTo>
                  <a:pt x="211" y="750"/>
                </a:lnTo>
                <a:lnTo>
                  <a:pt x="210" y="750"/>
                </a:lnTo>
                <a:lnTo>
                  <a:pt x="210" y="749"/>
                </a:lnTo>
                <a:lnTo>
                  <a:pt x="209" y="749"/>
                </a:lnTo>
                <a:lnTo>
                  <a:pt x="208" y="748"/>
                </a:lnTo>
                <a:lnTo>
                  <a:pt x="207" y="749"/>
                </a:lnTo>
                <a:lnTo>
                  <a:pt x="206" y="749"/>
                </a:lnTo>
                <a:lnTo>
                  <a:pt x="206" y="750"/>
                </a:lnTo>
                <a:lnTo>
                  <a:pt x="205" y="750"/>
                </a:lnTo>
                <a:lnTo>
                  <a:pt x="204" y="751"/>
                </a:lnTo>
                <a:lnTo>
                  <a:pt x="203" y="751"/>
                </a:lnTo>
                <a:lnTo>
                  <a:pt x="203" y="750"/>
                </a:lnTo>
                <a:lnTo>
                  <a:pt x="202" y="750"/>
                </a:lnTo>
                <a:lnTo>
                  <a:pt x="201" y="750"/>
                </a:lnTo>
                <a:lnTo>
                  <a:pt x="200" y="750"/>
                </a:lnTo>
                <a:lnTo>
                  <a:pt x="199" y="750"/>
                </a:lnTo>
                <a:lnTo>
                  <a:pt x="198" y="750"/>
                </a:lnTo>
                <a:lnTo>
                  <a:pt x="198" y="751"/>
                </a:lnTo>
                <a:lnTo>
                  <a:pt x="197" y="751"/>
                </a:lnTo>
                <a:lnTo>
                  <a:pt x="197" y="752"/>
                </a:lnTo>
                <a:lnTo>
                  <a:pt x="196" y="752"/>
                </a:lnTo>
                <a:lnTo>
                  <a:pt x="195" y="751"/>
                </a:lnTo>
                <a:lnTo>
                  <a:pt x="195" y="750"/>
                </a:lnTo>
                <a:lnTo>
                  <a:pt x="194" y="750"/>
                </a:lnTo>
                <a:lnTo>
                  <a:pt x="193" y="750"/>
                </a:lnTo>
                <a:lnTo>
                  <a:pt x="193" y="749"/>
                </a:lnTo>
                <a:lnTo>
                  <a:pt x="192" y="749"/>
                </a:lnTo>
                <a:lnTo>
                  <a:pt x="191" y="749"/>
                </a:lnTo>
                <a:lnTo>
                  <a:pt x="190" y="749"/>
                </a:lnTo>
                <a:lnTo>
                  <a:pt x="189" y="749"/>
                </a:lnTo>
                <a:lnTo>
                  <a:pt x="188" y="749"/>
                </a:lnTo>
                <a:lnTo>
                  <a:pt x="188" y="748"/>
                </a:lnTo>
                <a:lnTo>
                  <a:pt x="187" y="748"/>
                </a:lnTo>
                <a:lnTo>
                  <a:pt x="186" y="748"/>
                </a:lnTo>
                <a:lnTo>
                  <a:pt x="186" y="747"/>
                </a:lnTo>
                <a:lnTo>
                  <a:pt x="185" y="747"/>
                </a:lnTo>
                <a:lnTo>
                  <a:pt x="184" y="747"/>
                </a:lnTo>
                <a:lnTo>
                  <a:pt x="183" y="747"/>
                </a:lnTo>
                <a:lnTo>
                  <a:pt x="182" y="748"/>
                </a:lnTo>
                <a:lnTo>
                  <a:pt x="179" y="750"/>
                </a:lnTo>
                <a:lnTo>
                  <a:pt x="178" y="750"/>
                </a:lnTo>
                <a:lnTo>
                  <a:pt x="179" y="749"/>
                </a:lnTo>
                <a:lnTo>
                  <a:pt x="176" y="744"/>
                </a:lnTo>
                <a:lnTo>
                  <a:pt x="175" y="744"/>
                </a:lnTo>
                <a:lnTo>
                  <a:pt x="175" y="743"/>
                </a:lnTo>
                <a:lnTo>
                  <a:pt x="171" y="740"/>
                </a:lnTo>
                <a:lnTo>
                  <a:pt x="164" y="730"/>
                </a:lnTo>
                <a:lnTo>
                  <a:pt x="164" y="729"/>
                </a:lnTo>
                <a:lnTo>
                  <a:pt x="164" y="728"/>
                </a:lnTo>
                <a:lnTo>
                  <a:pt x="164" y="727"/>
                </a:lnTo>
                <a:lnTo>
                  <a:pt x="164" y="721"/>
                </a:lnTo>
                <a:lnTo>
                  <a:pt x="164" y="720"/>
                </a:lnTo>
                <a:lnTo>
                  <a:pt x="164" y="719"/>
                </a:lnTo>
                <a:lnTo>
                  <a:pt x="163" y="717"/>
                </a:lnTo>
                <a:lnTo>
                  <a:pt x="163" y="716"/>
                </a:lnTo>
                <a:lnTo>
                  <a:pt x="164" y="716"/>
                </a:lnTo>
                <a:lnTo>
                  <a:pt x="165" y="716"/>
                </a:lnTo>
                <a:lnTo>
                  <a:pt x="168" y="716"/>
                </a:lnTo>
                <a:lnTo>
                  <a:pt x="168" y="715"/>
                </a:lnTo>
                <a:lnTo>
                  <a:pt x="168" y="714"/>
                </a:lnTo>
                <a:lnTo>
                  <a:pt x="167" y="713"/>
                </a:lnTo>
                <a:lnTo>
                  <a:pt x="167" y="712"/>
                </a:lnTo>
                <a:lnTo>
                  <a:pt x="169" y="711"/>
                </a:lnTo>
                <a:lnTo>
                  <a:pt x="170" y="711"/>
                </a:lnTo>
                <a:lnTo>
                  <a:pt x="170" y="712"/>
                </a:lnTo>
                <a:lnTo>
                  <a:pt x="170" y="713"/>
                </a:lnTo>
                <a:lnTo>
                  <a:pt x="171" y="714"/>
                </a:lnTo>
                <a:lnTo>
                  <a:pt x="172" y="714"/>
                </a:lnTo>
                <a:lnTo>
                  <a:pt x="172" y="713"/>
                </a:lnTo>
                <a:lnTo>
                  <a:pt x="173" y="713"/>
                </a:lnTo>
                <a:lnTo>
                  <a:pt x="174" y="713"/>
                </a:lnTo>
                <a:lnTo>
                  <a:pt x="175" y="713"/>
                </a:lnTo>
                <a:lnTo>
                  <a:pt x="176" y="713"/>
                </a:lnTo>
                <a:lnTo>
                  <a:pt x="177" y="712"/>
                </a:lnTo>
                <a:lnTo>
                  <a:pt x="179" y="712"/>
                </a:lnTo>
                <a:lnTo>
                  <a:pt x="180" y="712"/>
                </a:lnTo>
                <a:lnTo>
                  <a:pt x="180" y="713"/>
                </a:lnTo>
                <a:lnTo>
                  <a:pt x="181" y="714"/>
                </a:lnTo>
                <a:lnTo>
                  <a:pt x="182" y="714"/>
                </a:lnTo>
                <a:lnTo>
                  <a:pt x="182" y="715"/>
                </a:lnTo>
                <a:lnTo>
                  <a:pt x="182" y="714"/>
                </a:lnTo>
                <a:lnTo>
                  <a:pt x="182" y="715"/>
                </a:lnTo>
                <a:lnTo>
                  <a:pt x="183" y="715"/>
                </a:lnTo>
                <a:lnTo>
                  <a:pt x="183" y="714"/>
                </a:lnTo>
                <a:lnTo>
                  <a:pt x="183" y="715"/>
                </a:lnTo>
                <a:lnTo>
                  <a:pt x="184" y="714"/>
                </a:lnTo>
                <a:lnTo>
                  <a:pt x="185" y="714"/>
                </a:lnTo>
                <a:lnTo>
                  <a:pt x="185" y="713"/>
                </a:lnTo>
                <a:lnTo>
                  <a:pt x="186" y="713"/>
                </a:lnTo>
                <a:lnTo>
                  <a:pt x="186" y="712"/>
                </a:lnTo>
                <a:lnTo>
                  <a:pt x="187" y="712"/>
                </a:lnTo>
                <a:lnTo>
                  <a:pt x="188" y="712"/>
                </a:lnTo>
                <a:lnTo>
                  <a:pt x="188" y="711"/>
                </a:lnTo>
                <a:lnTo>
                  <a:pt x="188" y="710"/>
                </a:lnTo>
                <a:lnTo>
                  <a:pt x="188" y="709"/>
                </a:lnTo>
                <a:lnTo>
                  <a:pt x="188" y="708"/>
                </a:lnTo>
                <a:lnTo>
                  <a:pt x="187" y="708"/>
                </a:lnTo>
                <a:lnTo>
                  <a:pt x="188" y="708"/>
                </a:lnTo>
                <a:lnTo>
                  <a:pt x="188" y="707"/>
                </a:lnTo>
                <a:lnTo>
                  <a:pt x="190" y="707"/>
                </a:lnTo>
                <a:lnTo>
                  <a:pt x="191" y="707"/>
                </a:lnTo>
                <a:lnTo>
                  <a:pt x="192" y="707"/>
                </a:lnTo>
                <a:lnTo>
                  <a:pt x="193" y="707"/>
                </a:lnTo>
                <a:lnTo>
                  <a:pt x="193" y="706"/>
                </a:lnTo>
                <a:lnTo>
                  <a:pt x="194" y="706"/>
                </a:lnTo>
                <a:lnTo>
                  <a:pt x="195" y="706"/>
                </a:lnTo>
                <a:lnTo>
                  <a:pt x="196" y="706"/>
                </a:lnTo>
                <a:lnTo>
                  <a:pt x="196" y="705"/>
                </a:lnTo>
                <a:lnTo>
                  <a:pt x="201" y="705"/>
                </a:lnTo>
                <a:lnTo>
                  <a:pt x="206" y="705"/>
                </a:lnTo>
                <a:lnTo>
                  <a:pt x="207" y="705"/>
                </a:lnTo>
                <a:lnTo>
                  <a:pt x="211" y="705"/>
                </a:lnTo>
                <a:lnTo>
                  <a:pt x="214" y="704"/>
                </a:lnTo>
                <a:lnTo>
                  <a:pt x="217" y="704"/>
                </a:lnTo>
                <a:lnTo>
                  <a:pt x="218" y="703"/>
                </a:lnTo>
                <a:lnTo>
                  <a:pt x="219" y="701"/>
                </a:lnTo>
                <a:lnTo>
                  <a:pt x="220" y="701"/>
                </a:lnTo>
                <a:lnTo>
                  <a:pt x="220" y="700"/>
                </a:lnTo>
                <a:lnTo>
                  <a:pt x="220" y="699"/>
                </a:lnTo>
                <a:lnTo>
                  <a:pt x="219" y="699"/>
                </a:lnTo>
                <a:lnTo>
                  <a:pt x="219" y="697"/>
                </a:lnTo>
                <a:lnTo>
                  <a:pt x="220" y="697"/>
                </a:lnTo>
                <a:lnTo>
                  <a:pt x="219" y="694"/>
                </a:lnTo>
                <a:lnTo>
                  <a:pt x="220" y="694"/>
                </a:lnTo>
                <a:lnTo>
                  <a:pt x="219" y="693"/>
                </a:lnTo>
                <a:lnTo>
                  <a:pt x="219" y="692"/>
                </a:lnTo>
                <a:lnTo>
                  <a:pt x="220" y="692"/>
                </a:lnTo>
                <a:lnTo>
                  <a:pt x="217" y="692"/>
                </a:lnTo>
                <a:lnTo>
                  <a:pt x="216" y="692"/>
                </a:lnTo>
                <a:lnTo>
                  <a:pt x="216" y="691"/>
                </a:lnTo>
                <a:lnTo>
                  <a:pt x="215" y="691"/>
                </a:lnTo>
                <a:lnTo>
                  <a:pt x="215" y="690"/>
                </a:lnTo>
                <a:lnTo>
                  <a:pt x="216" y="690"/>
                </a:lnTo>
                <a:lnTo>
                  <a:pt x="217" y="690"/>
                </a:lnTo>
                <a:lnTo>
                  <a:pt x="218" y="689"/>
                </a:lnTo>
                <a:lnTo>
                  <a:pt x="219" y="689"/>
                </a:lnTo>
                <a:lnTo>
                  <a:pt x="219" y="688"/>
                </a:lnTo>
                <a:lnTo>
                  <a:pt x="218" y="688"/>
                </a:lnTo>
                <a:lnTo>
                  <a:pt x="218" y="687"/>
                </a:lnTo>
                <a:lnTo>
                  <a:pt x="217" y="687"/>
                </a:lnTo>
                <a:lnTo>
                  <a:pt x="217" y="686"/>
                </a:lnTo>
                <a:lnTo>
                  <a:pt x="217" y="685"/>
                </a:lnTo>
                <a:lnTo>
                  <a:pt x="218" y="685"/>
                </a:lnTo>
                <a:lnTo>
                  <a:pt x="218" y="684"/>
                </a:lnTo>
                <a:lnTo>
                  <a:pt x="217" y="684"/>
                </a:lnTo>
                <a:lnTo>
                  <a:pt x="216" y="684"/>
                </a:lnTo>
                <a:lnTo>
                  <a:pt x="216" y="683"/>
                </a:lnTo>
                <a:lnTo>
                  <a:pt x="215" y="683"/>
                </a:lnTo>
                <a:lnTo>
                  <a:pt x="215" y="684"/>
                </a:lnTo>
                <a:lnTo>
                  <a:pt x="215" y="685"/>
                </a:lnTo>
                <a:lnTo>
                  <a:pt x="215" y="686"/>
                </a:lnTo>
                <a:lnTo>
                  <a:pt x="214" y="686"/>
                </a:lnTo>
                <a:lnTo>
                  <a:pt x="214" y="687"/>
                </a:lnTo>
                <a:lnTo>
                  <a:pt x="215" y="687"/>
                </a:lnTo>
                <a:lnTo>
                  <a:pt x="215" y="688"/>
                </a:lnTo>
                <a:lnTo>
                  <a:pt x="215" y="689"/>
                </a:lnTo>
                <a:lnTo>
                  <a:pt x="214" y="689"/>
                </a:lnTo>
                <a:lnTo>
                  <a:pt x="214" y="690"/>
                </a:lnTo>
                <a:lnTo>
                  <a:pt x="213" y="690"/>
                </a:lnTo>
                <a:lnTo>
                  <a:pt x="212" y="690"/>
                </a:lnTo>
                <a:lnTo>
                  <a:pt x="211" y="690"/>
                </a:lnTo>
                <a:lnTo>
                  <a:pt x="210" y="690"/>
                </a:lnTo>
                <a:lnTo>
                  <a:pt x="209" y="690"/>
                </a:lnTo>
                <a:lnTo>
                  <a:pt x="208" y="690"/>
                </a:lnTo>
                <a:lnTo>
                  <a:pt x="207" y="689"/>
                </a:lnTo>
                <a:lnTo>
                  <a:pt x="207" y="688"/>
                </a:lnTo>
                <a:lnTo>
                  <a:pt x="206" y="688"/>
                </a:lnTo>
                <a:lnTo>
                  <a:pt x="206" y="687"/>
                </a:lnTo>
                <a:lnTo>
                  <a:pt x="207" y="686"/>
                </a:lnTo>
                <a:lnTo>
                  <a:pt x="208" y="685"/>
                </a:lnTo>
                <a:lnTo>
                  <a:pt x="208" y="684"/>
                </a:lnTo>
                <a:lnTo>
                  <a:pt x="208" y="683"/>
                </a:lnTo>
                <a:lnTo>
                  <a:pt x="209" y="683"/>
                </a:lnTo>
                <a:lnTo>
                  <a:pt x="209" y="682"/>
                </a:lnTo>
                <a:lnTo>
                  <a:pt x="209" y="681"/>
                </a:lnTo>
                <a:lnTo>
                  <a:pt x="210" y="681"/>
                </a:lnTo>
                <a:lnTo>
                  <a:pt x="210" y="680"/>
                </a:lnTo>
                <a:lnTo>
                  <a:pt x="210" y="679"/>
                </a:lnTo>
                <a:lnTo>
                  <a:pt x="210" y="678"/>
                </a:lnTo>
                <a:lnTo>
                  <a:pt x="210" y="677"/>
                </a:lnTo>
                <a:lnTo>
                  <a:pt x="209" y="677"/>
                </a:lnTo>
                <a:lnTo>
                  <a:pt x="208" y="677"/>
                </a:lnTo>
                <a:lnTo>
                  <a:pt x="207" y="677"/>
                </a:lnTo>
                <a:lnTo>
                  <a:pt x="206" y="677"/>
                </a:lnTo>
                <a:lnTo>
                  <a:pt x="205" y="677"/>
                </a:lnTo>
                <a:lnTo>
                  <a:pt x="205" y="678"/>
                </a:lnTo>
                <a:lnTo>
                  <a:pt x="204" y="678"/>
                </a:lnTo>
                <a:lnTo>
                  <a:pt x="203" y="679"/>
                </a:lnTo>
                <a:lnTo>
                  <a:pt x="202" y="679"/>
                </a:lnTo>
                <a:lnTo>
                  <a:pt x="201" y="679"/>
                </a:lnTo>
                <a:lnTo>
                  <a:pt x="200" y="679"/>
                </a:lnTo>
                <a:lnTo>
                  <a:pt x="199" y="679"/>
                </a:lnTo>
                <a:lnTo>
                  <a:pt x="198" y="679"/>
                </a:lnTo>
                <a:lnTo>
                  <a:pt x="198" y="678"/>
                </a:lnTo>
                <a:lnTo>
                  <a:pt x="198" y="677"/>
                </a:lnTo>
                <a:lnTo>
                  <a:pt x="197" y="677"/>
                </a:lnTo>
                <a:lnTo>
                  <a:pt x="196" y="676"/>
                </a:lnTo>
                <a:lnTo>
                  <a:pt x="195" y="675"/>
                </a:lnTo>
                <a:lnTo>
                  <a:pt x="194" y="675"/>
                </a:lnTo>
                <a:lnTo>
                  <a:pt x="194" y="674"/>
                </a:lnTo>
                <a:lnTo>
                  <a:pt x="193" y="674"/>
                </a:lnTo>
                <a:lnTo>
                  <a:pt x="192" y="673"/>
                </a:lnTo>
                <a:lnTo>
                  <a:pt x="191" y="673"/>
                </a:lnTo>
                <a:lnTo>
                  <a:pt x="190" y="673"/>
                </a:lnTo>
                <a:lnTo>
                  <a:pt x="190" y="674"/>
                </a:lnTo>
                <a:lnTo>
                  <a:pt x="190" y="675"/>
                </a:lnTo>
                <a:lnTo>
                  <a:pt x="190" y="676"/>
                </a:lnTo>
                <a:lnTo>
                  <a:pt x="193" y="676"/>
                </a:lnTo>
                <a:lnTo>
                  <a:pt x="194" y="676"/>
                </a:lnTo>
                <a:lnTo>
                  <a:pt x="195" y="676"/>
                </a:lnTo>
                <a:lnTo>
                  <a:pt x="197" y="677"/>
                </a:lnTo>
                <a:lnTo>
                  <a:pt x="198" y="677"/>
                </a:lnTo>
                <a:lnTo>
                  <a:pt x="198" y="678"/>
                </a:lnTo>
                <a:lnTo>
                  <a:pt x="198" y="679"/>
                </a:lnTo>
                <a:lnTo>
                  <a:pt x="199" y="679"/>
                </a:lnTo>
                <a:lnTo>
                  <a:pt x="199" y="681"/>
                </a:lnTo>
                <a:lnTo>
                  <a:pt x="199" y="682"/>
                </a:lnTo>
                <a:lnTo>
                  <a:pt x="199" y="684"/>
                </a:lnTo>
                <a:lnTo>
                  <a:pt x="197" y="689"/>
                </a:lnTo>
                <a:lnTo>
                  <a:pt x="196" y="689"/>
                </a:lnTo>
                <a:lnTo>
                  <a:pt x="195" y="689"/>
                </a:lnTo>
                <a:lnTo>
                  <a:pt x="195" y="690"/>
                </a:lnTo>
                <a:lnTo>
                  <a:pt x="194" y="690"/>
                </a:lnTo>
                <a:lnTo>
                  <a:pt x="193" y="690"/>
                </a:lnTo>
                <a:lnTo>
                  <a:pt x="193" y="689"/>
                </a:lnTo>
                <a:lnTo>
                  <a:pt x="193" y="688"/>
                </a:lnTo>
                <a:lnTo>
                  <a:pt x="192" y="688"/>
                </a:lnTo>
                <a:lnTo>
                  <a:pt x="192" y="687"/>
                </a:lnTo>
                <a:lnTo>
                  <a:pt x="191" y="687"/>
                </a:lnTo>
                <a:lnTo>
                  <a:pt x="190" y="686"/>
                </a:lnTo>
                <a:lnTo>
                  <a:pt x="189" y="687"/>
                </a:lnTo>
                <a:lnTo>
                  <a:pt x="188" y="687"/>
                </a:lnTo>
                <a:lnTo>
                  <a:pt x="187" y="687"/>
                </a:lnTo>
                <a:lnTo>
                  <a:pt x="186" y="687"/>
                </a:lnTo>
                <a:lnTo>
                  <a:pt x="185" y="687"/>
                </a:lnTo>
                <a:lnTo>
                  <a:pt x="184" y="687"/>
                </a:lnTo>
                <a:lnTo>
                  <a:pt x="184" y="686"/>
                </a:lnTo>
                <a:lnTo>
                  <a:pt x="184" y="687"/>
                </a:lnTo>
                <a:lnTo>
                  <a:pt x="183" y="687"/>
                </a:lnTo>
                <a:lnTo>
                  <a:pt x="183" y="688"/>
                </a:lnTo>
                <a:lnTo>
                  <a:pt x="182" y="688"/>
                </a:lnTo>
                <a:lnTo>
                  <a:pt x="183" y="688"/>
                </a:lnTo>
                <a:lnTo>
                  <a:pt x="183" y="689"/>
                </a:lnTo>
                <a:lnTo>
                  <a:pt x="182" y="689"/>
                </a:lnTo>
                <a:lnTo>
                  <a:pt x="183" y="690"/>
                </a:lnTo>
                <a:lnTo>
                  <a:pt x="183" y="691"/>
                </a:lnTo>
                <a:lnTo>
                  <a:pt x="182" y="691"/>
                </a:lnTo>
                <a:lnTo>
                  <a:pt x="182" y="692"/>
                </a:lnTo>
                <a:lnTo>
                  <a:pt x="181" y="693"/>
                </a:lnTo>
                <a:lnTo>
                  <a:pt x="180" y="693"/>
                </a:lnTo>
                <a:lnTo>
                  <a:pt x="180" y="694"/>
                </a:lnTo>
                <a:lnTo>
                  <a:pt x="180" y="695"/>
                </a:lnTo>
                <a:lnTo>
                  <a:pt x="179" y="695"/>
                </a:lnTo>
                <a:lnTo>
                  <a:pt x="179" y="696"/>
                </a:lnTo>
                <a:lnTo>
                  <a:pt x="179" y="697"/>
                </a:lnTo>
                <a:lnTo>
                  <a:pt x="179" y="698"/>
                </a:lnTo>
                <a:lnTo>
                  <a:pt x="178" y="698"/>
                </a:lnTo>
                <a:lnTo>
                  <a:pt x="177" y="699"/>
                </a:lnTo>
                <a:lnTo>
                  <a:pt x="176" y="699"/>
                </a:lnTo>
                <a:lnTo>
                  <a:pt x="175" y="699"/>
                </a:lnTo>
                <a:lnTo>
                  <a:pt x="174" y="700"/>
                </a:lnTo>
                <a:lnTo>
                  <a:pt x="173" y="700"/>
                </a:lnTo>
                <a:lnTo>
                  <a:pt x="172" y="700"/>
                </a:lnTo>
                <a:lnTo>
                  <a:pt x="172" y="699"/>
                </a:lnTo>
                <a:lnTo>
                  <a:pt x="171" y="699"/>
                </a:lnTo>
                <a:lnTo>
                  <a:pt x="170" y="699"/>
                </a:lnTo>
                <a:lnTo>
                  <a:pt x="169" y="699"/>
                </a:lnTo>
                <a:lnTo>
                  <a:pt x="169" y="700"/>
                </a:lnTo>
                <a:lnTo>
                  <a:pt x="169" y="699"/>
                </a:lnTo>
                <a:lnTo>
                  <a:pt x="168" y="699"/>
                </a:lnTo>
                <a:lnTo>
                  <a:pt x="168" y="700"/>
                </a:lnTo>
                <a:lnTo>
                  <a:pt x="167" y="700"/>
                </a:lnTo>
                <a:lnTo>
                  <a:pt x="166" y="701"/>
                </a:lnTo>
                <a:lnTo>
                  <a:pt x="165" y="701"/>
                </a:lnTo>
                <a:lnTo>
                  <a:pt x="164" y="701"/>
                </a:lnTo>
                <a:lnTo>
                  <a:pt x="163" y="700"/>
                </a:lnTo>
                <a:lnTo>
                  <a:pt x="163" y="699"/>
                </a:lnTo>
                <a:lnTo>
                  <a:pt x="162" y="699"/>
                </a:lnTo>
                <a:lnTo>
                  <a:pt x="163" y="698"/>
                </a:lnTo>
                <a:lnTo>
                  <a:pt x="163" y="697"/>
                </a:lnTo>
                <a:lnTo>
                  <a:pt x="162" y="697"/>
                </a:lnTo>
                <a:lnTo>
                  <a:pt x="161" y="696"/>
                </a:lnTo>
                <a:lnTo>
                  <a:pt x="159" y="696"/>
                </a:lnTo>
                <a:lnTo>
                  <a:pt x="159" y="695"/>
                </a:lnTo>
                <a:lnTo>
                  <a:pt x="158" y="695"/>
                </a:lnTo>
                <a:lnTo>
                  <a:pt x="158" y="694"/>
                </a:lnTo>
                <a:lnTo>
                  <a:pt x="157" y="694"/>
                </a:lnTo>
                <a:lnTo>
                  <a:pt x="156" y="695"/>
                </a:lnTo>
                <a:lnTo>
                  <a:pt x="156" y="694"/>
                </a:lnTo>
                <a:lnTo>
                  <a:pt x="156" y="693"/>
                </a:lnTo>
                <a:lnTo>
                  <a:pt x="155" y="692"/>
                </a:lnTo>
                <a:lnTo>
                  <a:pt x="155" y="691"/>
                </a:lnTo>
                <a:lnTo>
                  <a:pt x="154" y="691"/>
                </a:lnTo>
                <a:lnTo>
                  <a:pt x="154" y="690"/>
                </a:lnTo>
                <a:lnTo>
                  <a:pt x="154" y="689"/>
                </a:lnTo>
                <a:lnTo>
                  <a:pt x="154" y="688"/>
                </a:lnTo>
                <a:lnTo>
                  <a:pt x="154" y="687"/>
                </a:lnTo>
                <a:lnTo>
                  <a:pt x="154" y="686"/>
                </a:lnTo>
                <a:lnTo>
                  <a:pt x="153" y="685"/>
                </a:lnTo>
                <a:lnTo>
                  <a:pt x="152" y="685"/>
                </a:lnTo>
                <a:lnTo>
                  <a:pt x="152" y="684"/>
                </a:lnTo>
                <a:lnTo>
                  <a:pt x="152" y="683"/>
                </a:lnTo>
                <a:lnTo>
                  <a:pt x="153" y="683"/>
                </a:lnTo>
                <a:lnTo>
                  <a:pt x="153" y="682"/>
                </a:lnTo>
                <a:lnTo>
                  <a:pt x="154" y="682"/>
                </a:lnTo>
                <a:lnTo>
                  <a:pt x="154" y="681"/>
                </a:lnTo>
                <a:lnTo>
                  <a:pt x="154" y="680"/>
                </a:lnTo>
                <a:lnTo>
                  <a:pt x="153" y="680"/>
                </a:lnTo>
                <a:lnTo>
                  <a:pt x="154" y="680"/>
                </a:lnTo>
                <a:lnTo>
                  <a:pt x="154" y="679"/>
                </a:lnTo>
                <a:lnTo>
                  <a:pt x="154" y="678"/>
                </a:lnTo>
                <a:lnTo>
                  <a:pt x="154" y="677"/>
                </a:lnTo>
                <a:lnTo>
                  <a:pt x="153" y="677"/>
                </a:lnTo>
                <a:lnTo>
                  <a:pt x="154" y="677"/>
                </a:lnTo>
                <a:lnTo>
                  <a:pt x="153" y="677"/>
                </a:lnTo>
                <a:lnTo>
                  <a:pt x="152" y="677"/>
                </a:lnTo>
                <a:lnTo>
                  <a:pt x="151" y="677"/>
                </a:lnTo>
                <a:lnTo>
                  <a:pt x="151" y="678"/>
                </a:lnTo>
                <a:lnTo>
                  <a:pt x="150" y="678"/>
                </a:lnTo>
                <a:lnTo>
                  <a:pt x="149" y="679"/>
                </a:lnTo>
                <a:lnTo>
                  <a:pt x="148" y="679"/>
                </a:lnTo>
                <a:lnTo>
                  <a:pt x="147" y="679"/>
                </a:lnTo>
                <a:lnTo>
                  <a:pt x="146" y="679"/>
                </a:lnTo>
                <a:lnTo>
                  <a:pt x="145" y="679"/>
                </a:lnTo>
                <a:lnTo>
                  <a:pt x="144" y="679"/>
                </a:lnTo>
                <a:lnTo>
                  <a:pt x="144" y="678"/>
                </a:lnTo>
                <a:lnTo>
                  <a:pt x="145" y="677"/>
                </a:lnTo>
                <a:lnTo>
                  <a:pt x="144" y="676"/>
                </a:lnTo>
                <a:lnTo>
                  <a:pt x="143" y="676"/>
                </a:lnTo>
                <a:lnTo>
                  <a:pt x="144" y="676"/>
                </a:lnTo>
                <a:lnTo>
                  <a:pt x="143" y="676"/>
                </a:lnTo>
                <a:lnTo>
                  <a:pt x="143" y="675"/>
                </a:lnTo>
                <a:lnTo>
                  <a:pt x="143" y="674"/>
                </a:lnTo>
                <a:lnTo>
                  <a:pt x="143" y="673"/>
                </a:lnTo>
                <a:lnTo>
                  <a:pt x="143" y="672"/>
                </a:lnTo>
                <a:lnTo>
                  <a:pt x="145" y="671"/>
                </a:lnTo>
                <a:lnTo>
                  <a:pt x="145" y="670"/>
                </a:lnTo>
                <a:lnTo>
                  <a:pt x="146" y="669"/>
                </a:lnTo>
                <a:lnTo>
                  <a:pt x="147" y="669"/>
                </a:lnTo>
                <a:lnTo>
                  <a:pt x="148" y="668"/>
                </a:lnTo>
                <a:lnTo>
                  <a:pt x="149" y="668"/>
                </a:lnTo>
                <a:lnTo>
                  <a:pt x="149" y="667"/>
                </a:lnTo>
                <a:lnTo>
                  <a:pt x="150" y="667"/>
                </a:lnTo>
                <a:lnTo>
                  <a:pt x="150" y="666"/>
                </a:lnTo>
                <a:lnTo>
                  <a:pt x="150" y="665"/>
                </a:lnTo>
                <a:lnTo>
                  <a:pt x="149" y="665"/>
                </a:lnTo>
                <a:lnTo>
                  <a:pt x="148" y="666"/>
                </a:lnTo>
                <a:lnTo>
                  <a:pt x="147" y="665"/>
                </a:lnTo>
                <a:lnTo>
                  <a:pt x="147" y="666"/>
                </a:lnTo>
                <a:lnTo>
                  <a:pt x="146" y="666"/>
                </a:lnTo>
                <a:lnTo>
                  <a:pt x="146" y="665"/>
                </a:lnTo>
                <a:lnTo>
                  <a:pt x="145" y="665"/>
                </a:lnTo>
                <a:lnTo>
                  <a:pt x="144" y="665"/>
                </a:lnTo>
                <a:lnTo>
                  <a:pt x="143" y="665"/>
                </a:lnTo>
                <a:lnTo>
                  <a:pt x="142" y="665"/>
                </a:lnTo>
                <a:lnTo>
                  <a:pt x="141" y="665"/>
                </a:lnTo>
                <a:lnTo>
                  <a:pt x="140" y="664"/>
                </a:lnTo>
                <a:lnTo>
                  <a:pt x="139" y="663"/>
                </a:lnTo>
                <a:lnTo>
                  <a:pt x="138" y="663"/>
                </a:lnTo>
                <a:lnTo>
                  <a:pt x="136" y="663"/>
                </a:lnTo>
                <a:lnTo>
                  <a:pt x="136" y="662"/>
                </a:lnTo>
                <a:lnTo>
                  <a:pt x="135" y="663"/>
                </a:lnTo>
                <a:lnTo>
                  <a:pt x="134" y="663"/>
                </a:lnTo>
                <a:lnTo>
                  <a:pt x="133" y="663"/>
                </a:lnTo>
                <a:lnTo>
                  <a:pt x="133" y="662"/>
                </a:lnTo>
                <a:lnTo>
                  <a:pt x="132" y="662"/>
                </a:lnTo>
                <a:lnTo>
                  <a:pt x="131" y="661"/>
                </a:lnTo>
                <a:lnTo>
                  <a:pt x="130" y="661"/>
                </a:lnTo>
                <a:lnTo>
                  <a:pt x="129" y="661"/>
                </a:lnTo>
                <a:lnTo>
                  <a:pt x="129" y="660"/>
                </a:lnTo>
                <a:lnTo>
                  <a:pt x="128" y="660"/>
                </a:lnTo>
                <a:lnTo>
                  <a:pt x="128" y="659"/>
                </a:lnTo>
                <a:lnTo>
                  <a:pt x="127" y="657"/>
                </a:lnTo>
                <a:lnTo>
                  <a:pt x="126" y="657"/>
                </a:lnTo>
                <a:lnTo>
                  <a:pt x="126" y="656"/>
                </a:lnTo>
                <a:lnTo>
                  <a:pt x="125" y="656"/>
                </a:lnTo>
                <a:lnTo>
                  <a:pt x="125" y="655"/>
                </a:lnTo>
                <a:lnTo>
                  <a:pt x="124" y="656"/>
                </a:lnTo>
                <a:lnTo>
                  <a:pt x="124" y="655"/>
                </a:lnTo>
                <a:lnTo>
                  <a:pt x="123" y="655"/>
                </a:lnTo>
                <a:lnTo>
                  <a:pt x="123" y="654"/>
                </a:lnTo>
                <a:lnTo>
                  <a:pt x="122" y="654"/>
                </a:lnTo>
                <a:lnTo>
                  <a:pt x="122" y="653"/>
                </a:lnTo>
                <a:lnTo>
                  <a:pt x="121" y="652"/>
                </a:lnTo>
                <a:lnTo>
                  <a:pt x="121" y="651"/>
                </a:lnTo>
                <a:lnTo>
                  <a:pt x="120" y="651"/>
                </a:lnTo>
                <a:lnTo>
                  <a:pt x="120" y="650"/>
                </a:lnTo>
                <a:lnTo>
                  <a:pt x="119" y="649"/>
                </a:lnTo>
                <a:lnTo>
                  <a:pt x="119" y="648"/>
                </a:lnTo>
                <a:lnTo>
                  <a:pt x="119" y="647"/>
                </a:lnTo>
                <a:lnTo>
                  <a:pt x="118" y="647"/>
                </a:lnTo>
                <a:lnTo>
                  <a:pt x="118" y="646"/>
                </a:lnTo>
                <a:lnTo>
                  <a:pt x="117" y="646"/>
                </a:lnTo>
                <a:lnTo>
                  <a:pt x="116" y="646"/>
                </a:lnTo>
                <a:lnTo>
                  <a:pt x="116" y="645"/>
                </a:lnTo>
                <a:lnTo>
                  <a:pt x="115" y="644"/>
                </a:lnTo>
                <a:lnTo>
                  <a:pt x="114" y="644"/>
                </a:lnTo>
                <a:lnTo>
                  <a:pt x="114" y="643"/>
                </a:lnTo>
                <a:lnTo>
                  <a:pt x="114" y="642"/>
                </a:lnTo>
                <a:lnTo>
                  <a:pt x="113" y="641"/>
                </a:lnTo>
                <a:lnTo>
                  <a:pt x="112" y="641"/>
                </a:lnTo>
                <a:lnTo>
                  <a:pt x="112" y="640"/>
                </a:lnTo>
                <a:lnTo>
                  <a:pt x="112" y="639"/>
                </a:lnTo>
                <a:lnTo>
                  <a:pt x="111" y="639"/>
                </a:lnTo>
                <a:lnTo>
                  <a:pt x="112" y="639"/>
                </a:lnTo>
                <a:lnTo>
                  <a:pt x="111" y="639"/>
                </a:lnTo>
                <a:lnTo>
                  <a:pt x="111" y="638"/>
                </a:lnTo>
                <a:lnTo>
                  <a:pt x="110" y="637"/>
                </a:lnTo>
                <a:lnTo>
                  <a:pt x="111" y="636"/>
                </a:lnTo>
                <a:lnTo>
                  <a:pt x="112" y="635"/>
                </a:lnTo>
                <a:lnTo>
                  <a:pt x="113" y="635"/>
                </a:lnTo>
                <a:lnTo>
                  <a:pt x="114" y="634"/>
                </a:lnTo>
                <a:lnTo>
                  <a:pt x="115" y="634"/>
                </a:lnTo>
                <a:lnTo>
                  <a:pt x="117" y="633"/>
                </a:lnTo>
                <a:lnTo>
                  <a:pt x="117" y="632"/>
                </a:lnTo>
                <a:lnTo>
                  <a:pt x="118" y="632"/>
                </a:lnTo>
                <a:lnTo>
                  <a:pt x="119" y="631"/>
                </a:lnTo>
                <a:lnTo>
                  <a:pt x="119" y="630"/>
                </a:lnTo>
                <a:lnTo>
                  <a:pt x="120" y="627"/>
                </a:lnTo>
                <a:lnTo>
                  <a:pt x="121" y="626"/>
                </a:lnTo>
                <a:lnTo>
                  <a:pt x="121" y="625"/>
                </a:lnTo>
                <a:lnTo>
                  <a:pt x="121" y="623"/>
                </a:lnTo>
                <a:lnTo>
                  <a:pt x="122" y="623"/>
                </a:lnTo>
                <a:lnTo>
                  <a:pt x="122" y="622"/>
                </a:lnTo>
                <a:lnTo>
                  <a:pt x="123" y="620"/>
                </a:lnTo>
                <a:lnTo>
                  <a:pt x="124" y="618"/>
                </a:lnTo>
                <a:lnTo>
                  <a:pt x="125" y="618"/>
                </a:lnTo>
                <a:lnTo>
                  <a:pt x="125" y="617"/>
                </a:lnTo>
                <a:lnTo>
                  <a:pt x="126" y="617"/>
                </a:lnTo>
                <a:lnTo>
                  <a:pt x="130" y="615"/>
                </a:lnTo>
                <a:lnTo>
                  <a:pt x="132" y="614"/>
                </a:lnTo>
                <a:lnTo>
                  <a:pt x="135" y="613"/>
                </a:lnTo>
                <a:lnTo>
                  <a:pt x="139" y="611"/>
                </a:lnTo>
                <a:lnTo>
                  <a:pt x="141" y="610"/>
                </a:lnTo>
                <a:lnTo>
                  <a:pt x="142" y="610"/>
                </a:lnTo>
                <a:lnTo>
                  <a:pt x="142" y="609"/>
                </a:lnTo>
                <a:lnTo>
                  <a:pt x="143" y="609"/>
                </a:lnTo>
                <a:lnTo>
                  <a:pt x="143" y="608"/>
                </a:lnTo>
                <a:lnTo>
                  <a:pt x="145" y="607"/>
                </a:lnTo>
                <a:lnTo>
                  <a:pt x="148" y="605"/>
                </a:lnTo>
                <a:lnTo>
                  <a:pt x="149" y="604"/>
                </a:lnTo>
                <a:lnTo>
                  <a:pt x="150" y="603"/>
                </a:lnTo>
                <a:lnTo>
                  <a:pt x="151" y="603"/>
                </a:lnTo>
                <a:lnTo>
                  <a:pt x="153" y="602"/>
                </a:lnTo>
                <a:lnTo>
                  <a:pt x="155" y="602"/>
                </a:lnTo>
                <a:lnTo>
                  <a:pt x="156" y="601"/>
                </a:lnTo>
                <a:lnTo>
                  <a:pt x="157" y="601"/>
                </a:lnTo>
                <a:lnTo>
                  <a:pt x="158" y="600"/>
                </a:lnTo>
                <a:lnTo>
                  <a:pt x="159" y="600"/>
                </a:lnTo>
                <a:lnTo>
                  <a:pt x="161" y="599"/>
                </a:lnTo>
                <a:lnTo>
                  <a:pt x="163" y="598"/>
                </a:lnTo>
                <a:lnTo>
                  <a:pt x="164" y="598"/>
                </a:lnTo>
                <a:lnTo>
                  <a:pt x="165" y="597"/>
                </a:lnTo>
                <a:lnTo>
                  <a:pt x="167" y="596"/>
                </a:lnTo>
                <a:lnTo>
                  <a:pt x="168" y="596"/>
                </a:lnTo>
                <a:lnTo>
                  <a:pt x="170" y="595"/>
                </a:lnTo>
                <a:lnTo>
                  <a:pt x="173" y="594"/>
                </a:lnTo>
                <a:lnTo>
                  <a:pt x="176" y="593"/>
                </a:lnTo>
                <a:lnTo>
                  <a:pt x="177" y="593"/>
                </a:lnTo>
                <a:lnTo>
                  <a:pt x="178" y="592"/>
                </a:lnTo>
                <a:lnTo>
                  <a:pt x="180" y="591"/>
                </a:lnTo>
                <a:lnTo>
                  <a:pt x="181" y="589"/>
                </a:lnTo>
                <a:lnTo>
                  <a:pt x="182" y="589"/>
                </a:lnTo>
                <a:lnTo>
                  <a:pt x="182" y="588"/>
                </a:lnTo>
                <a:lnTo>
                  <a:pt x="183" y="588"/>
                </a:lnTo>
                <a:lnTo>
                  <a:pt x="183" y="587"/>
                </a:lnTo>
                <a:lnTo>
                  <a:pt x="184" y="586"/>
                </a:lnTo>
                <a:lnTo>
                  <a:pt x="185" y="585"/>
                </a:lnTo>
                <a:lnTo>
                  <a:pt x="186" y="582"/>
                </a:lnTo>
                <a:lnTo>
                  <a:pt x="187" y="581"/>
                </a:lnTo>
                <a:lnTo>
                  <a:pt x="188" y="579"/>
                </a:lnTo>
                <a:lnTo>
                  <a:pt x="188" y="578"/>
                </a:lnTo>
                <a:lnTo>
                  <a:pt x="189" y="576"/>
                </a:lnTo>
                <a:lnTo>
                  <a:pt x="190" y="575"/>
                </a:lnTo>
                <a:lnTo>
                  <a:pt x="191" y="575"/>
                </a:lnTo>
                <a:lnTo>
                  <a:pt x="191" y="574"/>
                </a:lnTo>
                <a:lnTo>
                  <a:pt x="192" y="574"/>
                </a:lnTo>
                <a:lnTo>
                  <a:pt x="194" y="574"/>
                </a:lnTo>
                <a:lnTo>
                  <a:pt x="195" y="574"/>
                </a:lnTo>
                <a:lnTo>
                  <a:pt x="197" y="573"/>
                </a:lnTo>
                <a:lnTo>
                  <a:pt x="200" y="572"/>
                </a:lnTo>
                <a:lnTo>
                  <a:pt x="201" y="571"/>
                </a:lnTo>
                <a:lnTo>
                  <a:pt x="202" y="571"/>
                </a:lnTo>
                <a:lnTo>
                  <a:pt x="205" y="570"/>
                </a:lnTo>
                <a:lnTo>
                  <a:pt x="206" y="570"/>
                </a:lnTo>
                <a:lnTo>
                  <a:pt x="209" y="569"/>
                </a:lnTo>
                <a:lnTo>
                  <a:pt x="210" y="568"/>
                </a:lnTo>
                <a:lnTo>
                  <a:pt x="211" y="568"/>
                </a:lnTo>
                <a:lnTo>
                  <a:pt x="212" y="568"/>
                </a:lnTo>
                <a:lnTo>
                  <a:pt x="214" y="567"/>
                </a:lnTo>
                <a:lnTo>
                  <a:pt x="215" y="566"/>
                </a:lnTo>
                <a:lnTo>
                  <a:pt x="215" y="565"/>
                </a:lnTo>
                <a:lnTo>
                  <a:pt x="217" y="564"/>
                </a:lnTo>
                <a:lnTo>
                  <a:pt x="218" y="563"/>
                </a:lnTo>
                <a:lnTo>
                  <a:pt x="221" y="560"/>
                </a:lnTo>
                <a:lnTo>
                  <a:pt x="222" y="559"/>
                </a:lnTo>
                <a:lnTo>
                  <a:pt x="223" y="557"/>
                </a:lnTo>
                <a:lnTo>
                  <a:pt x="225" y="556"/>
                </a:lnTo>
                <a:lnTo>
                  <a:pt x="226" y="555"/>
                </a:lnTo>
                <a:lnTo>
                  <a:pt x="227" y="554"/>
                </a:lnTo>
                <a:lnTo>
                  <a:pt x="228" y="552"/>
                </a:lnTo>
                <a:lnTo>
                  <a:pt x="230" y="550"/>
                </a:lnTo>
                <a:lnTo>
                  <a:pt x="231" y="550"/>
                </a:lnTo>
                <a:lnTo>
                  <a:pt x="231" y="549"/>
                </a:lnTo>
                <a:lnTo>
                  <a:pt x="234" y="548"/>
                </a:lnTo>
                <a:lnTo>
                  <a:pt x="235" y="547"/>
                </a:lnTo>
                <a:lnTo>
                  <a:pt x="236" y="546"/>
                </a:lnTo>
                <a:lnTo>
                  <a:pt x="237" y="545"/>
                </a:lnTo>
                <a:lnTo>
                  <a:pt x="238" y="544"/>
                </a:lnTo>
                <a:lnTo>
                  <a:pt x="240" y="543"/>
                </a:lnTo>
                <a:lnTo>
                  <a:pt x="241" y="542"/>
                </a:lnTo>
                <a:lnTo>
                  <a:pt x="242" y="541"/>
                </a:lnTo>
                <a:lnTo>
                  <a:pt x="243" y="540"/>
                </a:lnTo>
                <a:lnTo>
                  <a:pt x="244" y="539"/>
                </a:lnTo>
                <a:lnTo>
                  <a:pt x="245" y="538"/>
                </a:lnTo>
                <a:lnTo>
                  <a:pt x="247" y="537"/>
                </a:lnTo>
                <a:lnTo>
                  <a:pt x="248" y="536"/>
                </a:lnTo>
                <a:lnTo>
                  <a:pt x="249" y="535"/>
                </a:lnTo>
                <a:lnTo>
                  <a:pt x="250" y="534"/>
                </a:lnTo>
                <a:lnTo>
                  <a:pt x="251" y="533"/>
                </a:lnTo>
                <a:lnTo>
                  <a:pt x="254" y="531"/>
                </a:lnTo>
                <a:lnTo>
                  <a:pt x="255" y="530"/>
                </a:lnTo>
                <a:lnTo>
                  <a:pt x="256" y="529"/>
                </a:lnTo>
                <a:lnTo>
                  <a:pt x="257" y="528"/>
                </a:lnTo>
                <a:lnTo>
                  <a:pt x="258" y="528"/>
                </a:lnTo>
                <a:lnTo>
                  <a:pt x="259" y="527"/>
                </a:lnTo>
                <a:lnTo>
                  <a:pt x="259" y="526"/>
                </a:lnTo>
                <a:lnTo>
                  <a:pt x="260" y="526"/>
                </a:lnTo>
                <a:lnTo>
                  <a:pt x="260" y="525"/>
                </a:lnTo>
                <a:lnTo>
                  <a:pt x="261" y="525"/>
                </a:lnTo>
                <a:lnTo>
                  <a:pt x="262" y="525"/>
                </a:lnTo>
                <a:lnTo>
                  <a:pt x="264" y="524"/>
                </a:lnTo>
                <a:lnTo>
                  <a:pt x="265" y="523"/>
                </a:lnTo>
                <a:lnTo>
                  <a:pt x="266" y="522"/>
                </a:lnTo>
                <a:lnTo>
                  <a:pt x="269" y="520"/>
                </a:lnTo>
                <a:lnTo>
                  <a:pt x="273" y="518"/>
                </a:lnTo>
                <a:lnTo>
                  <a:pt x="274" y="518"/>
                </a:lnTo>
                <a:lnTo>
                  <a:pt x="274" y="517"/>
                </a:lnTo>
                <a:lnTo>
                  <a:pt x="276" y="516"/>
                </a:lnTo>
                <a:lnTo>
                  <a:pt x="276" y="515"/>
                </a:lnTo>
                <a:lnTo>
                  <a:pt x="277" y="515"/>
                </a:lnTo>
                <a:lnTo>
                  <a:pt x="278" y="516"/>
                </a:lnTo>
                <a:lnTo>
                  <a:pt x="279" y="517"/>
                </a:lnTo>
                <a:lnTo>
                  <a:pt x="280" y="517"/>
                </a:lnTo>
                <a:lnTo>
                  <a:pt x="280" y="518"/>
                </a:lnTo>
                <a:lnTo>
                  <a:pt x="281" y="518"/>
                </a:lnTo>
                <a:lnTo>
                  <a:pt x="281" y="520"/>
                </a:lnTo>
                <a:lnTo>
                  <a:pt x="281" y="521"/>
                </a:lnTo>
                <a:lnTo>
                  <a:pt x="281" y="522"/>
                </a:lnTo>
                <a:lnTo>
                  <a:pt x="280" y="522"/>
                </a:lnTo>
                <a:lnTo>
                  <a:pt x="280" y="523"/>
                </a:lnTo>
                <a:lnTo>
                  <a:pt x="280" y="524"/>
                </a:lnTo>
                <a:lnTo>
                  <a:pt x="281" y="525"/>
                </a:lnTo>
                <a:lnTo>
                  <a:pt x="282" y="525"/>
                </a:lnTo>
                <a:lnTo>
                  <a:pt x="282" y="526"/>
                </a:lnTo>
                <a:lnTo>
                  <a:pt x="283" y="526"/>
                </a:lnTo>
                <a:lnTo>
                  <a:pt x="283" y="527"/>
                </a:lnTo>
                <a:lnTo>
                  <a:pt x="282" y="527"/>
                </a:lnTo>
                <a:lnTo>
                  <a:pt x="281" y="527"/>
                </a:lnTo>
                <a:lnTo>
                  <a:pt x="281" y="528"/>
                </a:lnTo>
                <a:lnTo>
                  <a:pt x="281" y="529"/>
                </a:lnTo>
                <a:lnTo>
                  <a:pt x="282" y="529"/>
                </a:lnTo>
                <a:lnTo>
                  <a:pt x="282" y="530"/>
                </a:lnTo>
                <a:lnTo>
                  <a:pt x="282" y="532"/>
                </a:lnTo>
                <a:lnTo>
                  <a:pt x="281" y="532"/>
                </a:lnTo>
                <a:lnTo>
                  <a:pt x="281" y="533"/>
                </a:lnTo>
                <a:lnTo>
                  <a:pt x="282" y="533"/>
                </a:lnTo>
                <a:lnTo>
                  <a:pt x="282" y="534"/>
                </a:lnTo>
                <a:lnTo>
                  <a:pt x="282" y="535"/>
                </a:lnTo>
                <a:lnTo>
                  <a:pt x="283" y="535"/>
                </a:lnTo>
                <a:lnTo>
                  <a:pt x="283" y="536"/>
                </a:lnTo>
                <a:lnTo>
                  <a:pt x="283" y="537"/>
                </a:lnTo>
                <a:lnTo>
                  <a:pt x="284" y="538"/>
                </a:lnTo>
                <a:lnTo>
                  <a:pt x="285" y="538"/>
                </a:lnTo>
                <a:lnTo>
                  <a:pt x="285" y="539"/>
                </a:lnTo>
                <a:lnTo>
                  <a:pt x="285" y="540"/>
                </a:lnTo>
                <a:lnTo>
                  <a:pt x="286" y="540"/>
                </a:lnTo>
                <a:lnTo>
                  <a:pt x="286" y="541"/>
                </a:lnTo>
                <a:lnTo>
                  <a:pt x="287" y="542"/>
                </a:lnTo>
                <a:lnTo>
                  <a:pt x="288" y="542"/>
                </a:lnTo>
                <a:lnTo>
                  <a:pt x="288" y="543"/>
                </a:lnTo>
                <a:lnTo>
                  <a:pt x="289" y="543"/>
                </a:lnTo>
                <a:lnTo>
                  <a:pt x="289" y="544"/>
                </a:lnTo>
                <a:lnTo>
                  <a:pt x="289" y="545"/>
                </a:lnTo>
                <a:lnTo>
                  <a:pt x="290" y="545"/>
                </a:lnTo>
                <a:lnTo>
                  <a:pt x="291" y="545"/>
                </a:lnTo>
                <a:lnTo>
                  <a:pt x="291" y="546"/>
                </a:lnTo>
                <a:lnTo>
                  <a:pt x="292" y="546"/>
                </a:lnTo>
                <a:lnTo>
                  <a:pt x="292" y="547"/>
                </a:lnTo>
                <a:lnTo>
                  <a:pt x="292" y="548"/>
                </a:lnTo>
                <a:lnTo>
                  <a:pt x="291" y="548"/>
                </a:lnTo>
                <a:lnTo>
                  <a:pt x="290" y="548"/>
                </a:lnTo>
                <a:lnTo>
                  <a:pt x="290" y="549"/>
                </a:lnTo>
                <a:lnTo>
                  <a:pt x="291" y="549"/>
                </a:lnTo>
                <a:lnTo>
                  <a:pt x="290" y="549"/>
                </a:lnTo>
                <a:lnTo>
                  <a:pt x="291" y="549"/>
                </a:lnTo>
                <a:lnTo>
                  <a:pt x="291" y="550"/>
                </a:lnTo>
                <a:lnTo>
                  <a:pt x="291" y="551"/>
                </a:lnTo>
                <a:lnTo>
                  <a:pt x="291" y="552"/>
                </a:lnTo>
                <a:lnTo>
                  <a:pt x="292" y="552"/>
                </a:lnTo>
                <a:lnTo>
                  <a:pt x="293" y="552"/>
                </a:lnTo>
                <a:lnTo>
                  <a:pt x="294" y="552"/>
                </a:lnTo>
                <a:lnTo>
                  <a:pt x="295" y="552"/>
                </a:lnTo>
                <a:lnTo>
                  <a:pt x="296" y="553"/>
                </a:lnTo>
                <a:lnTo>
                  <a:pt x="296" y="554"/>
                </a:lnTo>
                <a:lnTo>
                  <a:pt x="295" y="554"/>
                </a:lnTo>
                <a:lnTo>
                  <a:pt x="295" y="555"/>
                </a:lnTo>
                <a:lnTo>
                  <a:pt x="295" y="556"/>
                </a:lnTo>
                <a:lnTo>
                  <a:pt x="296" y="556"/>
                </a:lnTo>
                <a:lnTo>
                  <a:pt x="296" y="557"/>
                </a:lnTo>
                <a:lnTo>
                  <a:pt x="295" y="557"/>
                </a:lnTo>
                <a:lnTo>
                  <a:pt x="294" y="557"/>
                </a:lnTo>
                <a:lnTo>
                  <a:pt x="293" y="557"/>
                </a:lnTo>
                <a:lnTo>
                  <a:pt x="292" y="557"/>
                </a:lnTo>
                <a:lnTo>
                  <a:pt x="292" y="558"/>
                </a:lnTo>
                <a:lnTo>
                  <a:pt x="292" y="559"/>
                </a:lnTo>
                <a:lnTo>
                  <a:pt x="291" y="559"/>
                </a:lnTo>
                <a:lnTo>
                  <a:pt x="291" y="560"/>
                </a:lnTo>
                <a:lnTo>
                  <a:pt x="291" y="561"/>
                </a:lnTo>
                <a:lnTo>
                  <a:pt x="291" y="562"/>
                </a:lnTo>
                <a:lnTo>
                  <a:pt x="292" y="562"/>
                </a:lnTo>
                <a:lnTo>
                  <a:pt x="292" y="561"/>
                </a:lnTo>
                <a:lnTo>
                  <a:pt x="293" y="560"/>
                </a:lnTo>
                <a:lnTo>
                  <a:pt x="294" y="560"/>
                </a:lnTo>
                <a:lnTo>
                  <a:pt x="295" y="560"/>
                </a:lnTo>
                <a:lnTo>
                  <a:pt x="296" y="560"/>
                </a:lnTo>
                <a:lnTo>
                  <a:pt x="296" y="559"/>
                </a:lnTo>
                <a:lnTo>
                  <a:pt x="296" y="558"/>
                </a:lnTo>
                <a:lnTo>
                  <a:pt x="296" y="557"/>
                </a:lnTo>
                <a:lnTo>
                  <a:pt x="297" y="557"/>
                </a:lnTo>
                <a:lnTo>
                  <a:pt x="298" y="558"/>
                </a:lnTo>
                <a:lnTo>
                  <a:pt x="299" y="557"/>
                </a:lnTo>
                <a:lnTo>
                  <a:pt x="299" y="556"/>
                </a:lnTo>
                <a:lnTo>
                  <a:pt x="300" y="556"/>
                </a:lnTo>
                <a:lnTo>
                  <a:pt x="300" y="555"/>
                </a:lnTo>
                <a:lnTo>
                  <a:pt x="301" y="555"/>
                </a:lnTo>
                <a:lnTo>
                  <a:pt x="301" y="554"/>
                </a:lnTo>
                <a:lnTo>
                  <a:pt x="300" y="554"/>
                </a:lnTo>
                <a:lnTo>
                  <a:pt x="299" y="553"/>
                </a:lnTo>
                <a:lnTo>
                  <a:pt x="300" y="553"/>
                </a:lnTo>
                <a:lnTo>
                  <a:pt x="301" y="553"/>
                </a:lnTo>
                <a:lnTo>
                  <a:pt x="301" y="552"/>
                </a:lnTo>
                <a:lnTo>
                  <a:pt x="300" y="552"/>
                </a:lnTo>
                <a:lnTo>
                  <a:pt x="300" y="551"/>
                </a:lnTo>
                <a:lnTo>
                  <a:pt x="301" y="551"/>
                </a:lnTo>
                <a:lnTo>
                  <a:pt x="302" y="550"/>
                </a:lnTo>
                <a:lnTo>
                  <a:pt x="303" y="549"/>
                </a:lnTo>
                <a:lnTo>
                  <a:pt x="303" y="548"/>
                </a:lnTo>
                <a:lnTo>
                  <a:pt x="304" y="547"/>
                </a:lnTo>
                <a:lnTo>
                  <a:pt x="303" y="546"/>
                </a:lnTo>
                <a:lnTo>
                  <a:pt x="304" y="546"/>
                </a:lnTo>
                <a:lnTo>
                  <a:pt x="304" y="545"/>
                </a:lnTo>
                <a:lnTo>
                  <a:pt x="305" y="545"/>
                </a:lnTo>
                <a:lnTo>
                  <a:pt x="305" y="544"/>
                </a:lnTo>
                <a:lnTo>
                  <a:pt x="305" y="543"/>
                </a:lnTo>
                <a:lnTo>
                  <a:pt x="303" y="543"/>
                </a:lnTo>
                <a:lnTo>
                  <a:pt x="303" y="542"/>
                </a:lnTo>
                <a:lnTo>
                  <a:pt x="303" y="541"/>
                </a:lnTo>
                <a:lnTo>
                  <a:pt x="304" y="541"/>
                </a:lnTo>
                <a:lnTo>
                  <a:pt x="304" y="540"/>
                </a:lnTo>
                <a:lnTo>
                  <a:pt x="305" y="540"/>
                </a:lnTo>
                <a:lnTo>
                  <a:pt x="306" y="540"/>
                </a:lnTo>
                <a:lnTo>
                  <a:pt x="305" y="540"/>
                </a:lnTo>
                <a:lnTo>
                  <a:pt x="305" y="539"/>
                </a:lnTo>
                <a:lnTo>
                  <a:pt x="304" y="539"/>
                </a:lnTo>
                <a:lnTo>
                  <a:pt x="304" y="538"/>
                </a:lnTo>
                <a:lnTo>
                  <a:pt x="304" y="537"/>
                </a:lnTo>
                <a:lnTo>
                  <a:pt x="303" y="537"/>
                </a:lnTo>
                <a:lnTo>
                  <a:pt x="302" y="537"/>
                </a:lnTo>
                <a:lnTo>
                  <a:pt x="302" y="536"/>
                </a:lnTo>
                <a:lnTo>
                  <a:pt x="302" y="535"/>
                </a:lnTo>
                <a:lnTo>
                  <a:pt x="303" y="535"/>
                </a:lnTo>
                <a:lnTo>
                  <a:pt x="302" y="534"/>
                </a:lnTo>
                <a:lnTo>
                  <a:pt x="302" y="533"/>
                </a:lnTo>
                <a:lnTo>
                  <a:pt x="301" y="533"/>
                </a:lnTo>
                <a:lnTo>
                  <a:pt x="301" y="532"/>
                </a:lnTo>
                <a:lnTo>
                  <a:pt x="301" y="533"/>
                </a:lnTo>
                <a:lnTo>
                  <a:pt x="300" y="533"/>
                </a:lnTo>
                <a:lnTo>
                  <a:pt x="300" y="532"/>
                </a:lnTo>
                <a:lnTo>
                  <a:pt x="299" y="531"/>
                </a:lnTo>
                <a:lnTo>
                  <a:pt x="300" y="531"/>
                </a:lnTo>
                <a:lnTo>
                  <a:pt x="300" y="530"/>
                </a:lnTo>
                <a:lnTo>
                  <a:pt x="300" y="529"/>
                </a:lnTo>
                <a:lnTo>
                  <a:pt x="300" y="528"/>
                </a:lnTo>
                <a:lnTo>
                  <a:pt x="300" y="527"/>
                </a:lnTo>
                <a:lnTo>
                  <a:pt x="300" y="526"/>
                </a:lnTo>
                <a:lnTo>
                  <a:pt x="299" y="525"/>
                </a:lnTo>
                <a:lnTo>
                  <a:pt x="299" y="524"/>
                </a:lnTo>
                <a:lnTo>
                  <a:pt x="300" y="524"/>
                </a:lnTo>
                <a:lnTo>
                  <a:pt x="301" y="524"/>
                </a:lnTo>
                <a:lnTo>
                  <a:pt x="301" y="523"/>
                </a:lnTo>
                <a:lnTo>
                  <a:pt x="302" y="523"/>
                </a:lnTo>
                <a:lnTo>
                  <a:pt x="303" y="523"/>
                </a:lnTo>
                <a:lnTo>
                  <a:pt x="303" y="522"/>
                </a:lnTo>
                <a:lnTo>
                  <a:pt x="302" y="522"/>
                </a:lnTo>
                <a:lnTo>
                  <a:pt x="302" y="521"/>
                </a:lnTo>
                <a:lnTo>
                  <a:pt x="302" y="520"/>
                </a:lnTo>
                <a:lnTo>
                  <a:pt x="301" y="519"/>
                </a:lnTo>
                <a:lnTo>
                  <a:pt x="301" y="518"/>
                </a:lnTo>
                <a:lnTo>
                  <a:pt x="301" y="517"/>
                </a:lnTo>
                <a:lnTo>
                  <a:pt x="302" y="517"/>
                </a:lnTo>
                <a:lnTo>
                  <a:pt x="302" y="516"/>
                </a:lnTo>
                <a:lnTo>
                  <a:pt x="303" y="516"/>
                </a:lnTo>
                <a:lnTo>
                  <a:pt x="302" y="515"/>
                </a:lnTo>
                <a:lnTo>
                  <a:pt x="301" y="515"/>
                </a:lnTo>
                <a:lnTo>
                  <a:pt x="301" y="514"/>
                </a:lnTo>
                <a:lnTo>
                  <a:pt x="300" y="514"/>
                </a:lnTo>
                <a:lnTo>
                  <a:pt x="300" y="513"/>
                </a:lnTo>
                <a:lnTo>
                  <a:pt x="302" y="511"/>
                </a:lnTo>
                <a:lnTo>
                  <a:pt x="302" y="510"/>
                </a:lnTo>
                <a:lnTo>
                  <a:pt x="304" y="510"/>
                </a:lnTo>
                <a:lnTo>
                  <a:pt x="305" y="509"/>
                </a:lnTo>
                <a:lnTo>
                  <a:pt x="305" y="508"/>
                </a:lnTo>
                <a:lnTo>
                  <a:pt x="305" y="507"/>
                </a:lnTo>
                <a:lnTo>
                  <a:pt x="307" y="506"/>
                </a:lnTo>
                <a:lnTo>
                  <a:pt x="307" y="505"/>
                </a:lnTo>
                <a:lnTo>
                  <a:pt x="307" y="503"/>
                </a:lnTo>
                <a:lnTo>
                  <a:pt x="308" y="503"/>
                </a:lnTo>
                <a:lnTo>
                  <a:pt x="308" y="502"/>
                </a:lnTo>
                <a:lnTo>
                  <a:pt x="309" y="500"/>
                </a:lnTo>
                <a:lnTo>
                  <a:pt x="309" y="498"/>
                </a:lnTo>
                <a:lnTo>
                  <a:pt x="309" y="497"/>
                </a:lnTo>
                <a:lnTo>
                  <a:pt x="308" y="495"/>
                </a:lnTo>
                <a:lnTo>
                  <a:pt x="308" y="494"/>
                </a:lnTo>
                <a:lnTo>
                  <a:pt x="309" y="493"/>
                </a:lnTo>
                <a:lnTo>
                  <a:pt x="309" y="492"/>
                </a:lnTo>
                <a:lnTo>
                  <a:pt x="311" y="491"/>
                </a:lnTo>
                <a:lnTo>
                  <a:pt x="312" y="491"/>
                </a:lnTo>
                <a:lnTo>
                  <a:pt x="312" y="490"/>
                </a:lnTo>
                <a:lnTo>
                  <a:pt x="311" y="489"/>
                </a:lnTo>
                <a:lnTo>
                  <a:pt x="311" y="488"/>
                </a:lnTo>
                <a:lnTo>
                  <a:pt x="311" y="487"/>
                </a:lnTo>
                <a:lnTo>
                  <a:pt x="311" y="486"/>
                </a:lnTo>
                <a:lnTo>
                  <a:pt x="312" y="485"/>
                </a:lnTo>
                <a:lnTo>
                  <a:pt x="314" y="484"/>
                </a:lnTo>
                <a:lnTo>
                  <a:pt x="315" y="484"/>
                </a:lnTo>
                <a:lnTo>
                  <a:pt x="317" y="482"/>
                </a:lnTo>
                <a:lnTo>
                  <a:pt x="317" y="481"/>
                </a:lnTo>
                <a:lnTo>
                  <a:pt x="317" y="480"/>
                </a:lnTo>
                <a:lnTo>
                  <a:pt x="317" y="479"/>
                </a:lnTo>
                <a:lnTo>
                  <a:pt x="317" y="478"/>
                </a:lnTo>
                <a:lnTo>
                  <a:pt x="317" y="477"/>
                </a:lnTo>
                <a:lnTo>
                  <a:pt x="318" y="476"/>
                </a:lnTo>
                <a:lnTo>
                  <a:pt x="320" y="476"/>
                </a:lnTo>
                <a:lnTo>
                  <a:pt x="321" y="475"/>
                </a:lnTo>
                <a:lnTo>
                  <a:pt x="321" y="474"/>
                </a:lnTo>
                <a:lnTo>
                  <a:pt x="320" y="474"/>
                </a:lnTo>
                <a:lnTo>
                  <a:pt x="320" y="473"/>
                </a:lnTo>
                <a:lnTo>
                  <a:pt x="321" y="471"/>
                </a:lnTo>
                <a:lnTo>
                  <a:pt x="322" y="470"/>
                </a:lnTo>
                <a:lnTo>
                  <a:pt x="322" y="469"/>
                </a:lnTo>
                <a:lnTo>
                  <a:pt x="323" y="468"/>
                </a:lnTo>
                <a:lnTo>
                  <a:pt x="324" y="468"/>
                </a:lnTo>
                <a:lnTo>
                  <a:pt x="325" y="467"/>
                </a:lnTo>
                <a:lnTo>
                  <a:pt x="326" y="466"/>
                </a:lnTo>
                <a:lnTo>
                  <a:pt x="326" y="465"/>
                </a:lnTo>
                <a:lnTo>
                  <a:pt x="326" y="464"/>
                </a:lnTo>
                <a:lnTo>
                  <a:pt x="327" y="464"/>
                </a:lnTo>
                <a:lnTo>
                  <a:pt x="327" y="463"/>
                </a:lnTo>
                <a:lnTo>
                  <a:pt x="327" y="462"/>
                </a:lnTo>
                <a:lnTo>
                  <a:pt x="327" y="461"/>
                </a:lnTo>
                <a:lnTo>
                  <a:pt x="328" y="461"/>
                </a:lnTo>
                <a:lnTo>
                  <a:pt x="328" y="460"/>
                </a:lnTo>
                <a:lnTo>
                  <a:pt x="327" y="460"/>
                </a:lnTo>
                <a:lnTo>
                  <a:pt x="327" y="459"/>
                </a:lnTo>
                <a:lnTo>
                  <a:pt x="327" y="458"/>
                </a:lnTo>
                <a:lnTo>
                  <a:pt x="326" y="458"/>
                </a:lnTo>
                <a:lnTo>
                  <a:pt x="326" y="457"/>
                </a:lnTo>
                <a:lnTo>
                  <a:pt x="326" y="456"/>
                </a:lnTo>
                <a:lnTo>
                  <a:pt x="327" y="456"/>
                </a:lnTo>
                <a:lnTo>
                  <a:pt x="328" y="456"/>
                </a:lnTo>
                <a:lnTo>
                  <a:pt x="328" y="455"/>
                </a:lnTo>
                <a:lnTo>
                  <a:pt x="329" y="455"/>
                </a:lnTo>
                <a:lnTo>
                  <a:pt x="330" y="454"/>
                </a:lnTo>
                <a:lnTo>
                  <a:pt x="330" y="453"/>
                </a:lnTo>
                <a:lnTo>
                  <a:pt x="330" y="452"/>
                </a:lnTo>
                <a:lnTo>
                  <a:pt x="331" y="451"/>
                </a:lnTo>
                <a:lnTo>
                  <a:pt x="332" y="450"/>
                </a:lnTo>
                <a:lnTo>
                  <a:pt x="333" y="450"/>
                </a:lnTo>
                <a:lnTo>
                  <a:pt x="334" y="450"/>
                </a:lnTo>
                <a:lnTo>
                  <a:pt x="334" y="449"/>
                </a:lnTo>
                <a:lnTo>
                  <a:pt x="335" y="449"/>
                </a:lnTo>
                <a:lnTo>
                  <a:pt x="336" y="449"/>
                </a:lnTo>
                <a:lnTo>
                  <a:pt x="336" y="450"/>
                </a:lnTo>
                <a:lnTo>
                  <a:pt x="337" y="450"/>
                </a:lnTo>
                <a:lnTo>
                  <a:pt x="338" y="451"/>
                </a:lnTo>
                <a:lnTo>
                  <a:pt x="339" y="451"/>
                </a:lnTo>
                <a:lnTo>
                  <a:pt x="340" y="451"/>
                </a:lnTo>
                <a:lnTo>
                  <a:pt x="341" y="451"/>
                </a:lnTo>
                <a:lnTo>
                  <a:pt x="342" y="451"/>
                </a:lnTo>
                <a:lnTo>
                  <a:pt x="343" y="451"/>
                </a:lnTo>
                <a:lnTo>
                  <a:pt x="343" y="450"/>
                </a:lnTo>
                <a:lnTo>
                  <a:pt x="344" y="450"/>
                </a:lnTo>
                <a:lnTo>
                  <a:pt x="345" y="450"/>
                </a:lnTo>
                <a:lnTo>
                  <a:pt x="346" y="450"/>
                </a:lnTo>
                <a:lnTo>
                  <a:pt x="347" y="450"/>
                </a:lnTo>
                <a:lnTo>
                  <a:pt x="347" y="451"/>
                </a:lnTo>
                <a:lnTo>
                  <a:pt x="346" y="451"/>
                </a:lnTo>
                <a:lnTo>
                  <a:pt x="346" y="452"/>
                </a:lnTo>
                <a:lnTo>
                  <a:pt x="347" y="452"/>
                </a:lnTo>
                <a:lnTo>
                  <a:pt x="347" y="453"/>
                </a:lnTo>
                <a:lnTo>
                  <a:pt x="348" y="453"/>
                </a:lnTo>
                <a:lnTo>
                  <a:pt x="349" y="453"/>
                </a:lnTo>
                <a:lnTo>
                  <a:pt x="349" y="454"/>
                </a:lnTo>
                <a:lnTo>
                  <a:pt x="350" y="454"/>
                </a:lnTo>
                <a:lnTo>
                  <a:pt x="351" y="454"/>
                </a:lnTo>
                <a:lnTo>
                  <a:pt x="352" y="454"/>
                </a:lnTo>
                <a:lnTo>
                  <a:pt x="352" y="455"/>
                </a:lnTo>
                <a:lnTo>
                  <a:pt x="353" y="455"/>
                </a:lnTo>
                <a:lnTo>
                  <a:pt x="354" y="455"/>
                </a:lnTo>
                <a:lnTo>
                  <a:pt x="355" y="454"/>
                </a:lnTo>
                <a:lnTo>
                  <a:pt x="356" y="454"/>
                </a:lnTo>
                <a:lnTo>
                  <a:pt x="356" y="453"/>
                </a:lnTo>
                <a:lnTo>
                  <a:pt x="357" y="453"/>
                </a:lnTo>
                <a:lnTo>
                  <a:pt x="357" y="452"/>
                </a:lnTo>
                <a:lnTo>
                  <a:pt x="358" y="452"/>
                </a:lnTo>
                <a:lnTo>
                  <a:pt x="358" y="451"/>
                </a:lnTo>
                <a:lnTo>
                  <a:pt x="359" y="450"/>
                </a:lnTo>
                <a:lnTo>
                  <a:pt x="359" y="449"/>
                </a:lnTo>
                <a:lnTo>
                  <a:pt x="360" y="449"/>
                </a:lnTo>
                <a:lnTo>
                  <a:pt x="361" y="449"/>
                </a:lnTo>
                <a:lnTo>
                  <a:pt x="362" y="449"/>
                </a:lnTo>
                <a:lnTo>
                  <a:pt x="363" y="449"/>
                </a:lnTo>
                <a:lnTo>
                  <a:pt x="363" y="448"/>
                </a:lnTo>
                <a:lnTo>
                  <a:pt x="363" y="447"/>
                </a:lnTo>
                <a:lnTo>
                  <a:pt x="363" y="446"/>
                </a:lnTo>
                <a:lnTo>
                  <a:pt x="364" y="445"/>
                </a:lnTo>
                <a:lnTo>
                  <a:pt x="364" y="444"/>
                </a:lnTo>
                <a:lnTo>
                  <a:pt x="363" y="444"/>
                </a:lnTo>
                <a:lnTo>
                  <a:pt x="363" y="443"/>
                </a:lnTo>
                <a:lnTo>
                  <a:pt x="362" y="443"/>
                </a:lnTo>
                <a:lnTo>
                  <a:pt x="362" y="442"/>
                </a:lnTo>
                <a:lnTo>
                  <a:pt x="364" y="442"/>
                </a:lnTo>
                <a:lnTo>
                  <a:pt x="364" y="441"/>
                </a:lnTo>
                <a:lnTo>
                  <a:pt x="363" y="442"/>
                </a:lnTo>
                <a:lnTo>
                  <a:pt x="363" y="441"/>
                </a:lnTo>
                <a:lnTo>
                  <a:pt x="364" y="441"/>
                </a:lnTo>
                <a:lnTo>
                  <a:pt x="364" y="440"/>
                </a:lnTo>
                <a:lnTo>
                  <a:pt x="363" y="440"/>
                </a:lnTo>
                <a:lnTo>
                  <a:pt x="362" y="440"/>
                </a:lnTo>
                <a:lnTo>
                  <a:pt x="362" y="439"/>
                </a:lnTo>
                <a:lnTo>
                  <a:pt x="363" y="439"/>
                </a:lnTo>
                <a:lnTo>
                  <a:pt x="364" y="439"/>
                </a:lnTo>
                <a:lnTo>
                  <a:pt x="364" y="438"/>
                </a:lnTo>
                <a:lnTo>
                  <a:pt x="365" y="437"/>
                </a:lnTo>
                <a:lnTo>
                  <a:pt x="366" y="436"/>
                </a:lnTo>
                <a:lnTo>
                  <a:pt x="367" y="436"/>
                </a:lnTo>
                <a:lnTo>
                  <a:pt x="367" y="435"/>
                </a:lnTo>
                <a:lnTo>
                  <a:pt x="366" y="435"/>
                </a:lnTo>
                <a:lnTo>
                  <a:pt x="366" y="434"/>
                </a:lnTo>
                <a:lnTo>
                  <a:pt x="367" y="434"/>
                </a:lnTo>
                <a:lnTo>
                  <a:pt x="367" y="433"/>
                </a:lnTo>
                <a:lnTo>
                  <a:pt x="366" y="433"/>
                </a:lnTo>
                <a:lnTo>
                  <a:pt x="366" y="432"/>
                </a:lnTo>
                <a:lnTo>
                  <a:pt x="366" y="431"/>
                </a:lnTo>
                <a:lnTo>
                  <a:pt x="367" y="431"/>
                </a:lnTo>
                <a:lnTo>
                  <a:pt x="368" y="431"/>
                </a:lnTo>
                <a:lnTo>
                  <a:pt x="367" y="431"/>
                </a:lnTo>
                <a:lnTo>
                  <a:pt x="367" y="430"/>
                </a:lnTo>
                <a:lnTo>
                  <a:pt x="368" y="430"/>
                </a:lnTo>
                <a:lnTo>
                  <a:pt x="368" y="429"/>
                </a:lnTo>
                <a:lnTo>
                  <a:pt x="368" y="428"/>
                </a:lnTo>
                <a:lnTo>
                  <a:pt x="367" y="428"/>
                </a:lnTo>
                <a:lnTo>
                  <a:pt x="366" y="428"/>
                </a:lnTo>
                <a:lnTo>
                  <a:pt x="366" y="427"/>
                </a:lnTo>
                <a:lnTo>
                  <a:pt x="366" y="426"/>
                </a:lnTo>
                <a:lnTo>
                  <a:pt x="366" y="425"/>
                </a:lnTo>
                <a:lnTo>
                  <a:pt x="366" y="424"/>
                </a:lnTo>
                <a:lnTo>
                  <a:pt x="366" y="423"/>
                </a:lnTo>
                <a:lnTo>
                  <a:pt x="367" y="423"/>
                </a:lnTo>
                <a:lnTo>
                  <a:pt x="367" y="422"/>
                </a:lnTo>
                <a:lnTo>
                  <a:pt x="367" y="421"/>
                </a:lnTo>
                <a:lnTo>
                  <a:pt x="366" y="420"/>
                </a:lnTo>
                <a:lnTo>
                  <a:pt x="365" y="419"/>
                </a:lnTo>
                <a:lnTo>
                  <a:pt x="364" y="419"/>
                </a:lnTo>
                <a:lnTo>
                  <a:pt x="364" y="418"/>
                </a:lnTo>
                <a:lnTo>
                  <a:pt x="364" y="417"/>
                </a:lnTo>
                <a:lnTo>
                  <a:pt x="365" y="417"/>
                </a:lnTo>
                <a:lnTo>
                  <a:pt x="365" y="416"/>
                </a:lnTo>
                <a:lnTo>
                  <a:pt x="363" y="416"/>
                </a:lnTo>
                <a:lnTo>
                  <a:pt x="363" y="415"/>
                </a:lnTo>
                <a:lnTo>
                  <a:pt x="363" y="414"/>
                </a:lnTo>
                <a:lnTo>
                  <a:pt x="362" y="414"/>
                </a:lnTo>
                <a:lnTo>
                  <a:pt x="362" y="413"/>
                </a:lnTo>
                <a:lnTo>
                  <a:pt x="362" y="412"/>
                </a:lnTo>
                <a:lnTo>
                  <a:pt x="362" y="413"/>
                </a:lnTo>
                <a:lnTo>
                  <a:pt x="363" y="413"/>
                </a:lnTo>
                <a:lnTo>
                  <a:pt x="364" y="413"/>
                </a:lnTo>
                <a:lnTo>
                  <a:pt x="364" y="412"/>
                </a:lnTo>
                <a:lnTo>
                  <a:pt x="364" y="411"/>
                </a:lnTo>
                <a:lnTo>
                  <a:pt x="364" y="410"/>
                </a:lnTo>
                <a:lnTo>
                  <a:pt x="363" y="410"/>
                </a:lnTo>
                <a:lnTo>
                  <a:pt x="362" y="410"/>
                </a:lnTo>
                <a:lnTo>
                  <a:pt x="363" y="410"/>
                </a:lnTo>
                <a:lnTo>
                  <a:pt x="363" y="409"/>
                </a:lnTo>
                <a:lnTo>
                  <a:pt x="364" y="409"/>
                </a:lnTo>
                <a:lnTo>
                  <a:pt x="364" y="408"/>
                </a:lnTo>
                <a:lnTo>
                  <a:pt x="364" y="407"/>
                </a:lnTo>
                <a:lnTo>
                  <a:pt x="363" y="407"/>
                </a:lnTo>
                <a:lnTo>
                  <a:pt x="362" y="407"/>
                </a:lnTo>
                <a:lnTo>
                  <a:pt x="361" y="407"/>
                </a:lnTo>
                <a:lnTo>
                  <a:pt x="361" y="406"/>
                </a:lnTo>
                <a:lnTo>
                  <a:pt x="360" y="406"/>
                </a:lnTo>
                <a:lnTo>
                  <a:pt x="360" y="405"/>
                </a:lnTo>
                <a:lnTo>
                  <a:pt x="359" y="405"/>
                </a:lnTo>
                <a:lnTo>
                  <a:pt x="359" y="404"/>
                </a:lnTo>
                <a:lnTo>
                  <a:pt x="359" y="403"/>
                </a:lnTo>
                <a:lnTo>
                  <a:pt x="358" y="404"/>
                </a:lnTo>
                <a:lnTo>
                  <a:pt x="358" y="405"/>
                </a:lnTo>
                <a:lnTo>
                  <a:pt x="357" y="405"/>
                </a:lnTo>
                <a:lnTo>
                  <a:pt x="356" y="405"/>
                </a:lnTo>
                <a:lnTo>
                  <a:pt x="356" y="404"/>
                </a:lnTo>
                <a:lnTo>
                  <a:pt x="355" y="404"/>
                </a:lnTo>
                <a:lnTo>
                  <a:pt x="355" y="403"/>
                </a:lnTo>
                <a:lnTo>
                  <a:pt x="355" y="402"/>
                </a:lnTo>
                <a:lnTo>
                  <a:pt x="354" y="401"/>
                </a:lnTo>
                <a:lnTo>
                  <a:pt x="354" y="400"/>
                </a:lnTo>
                <a:lnTo>
                  <a:pt x="355" y="400"/>
                </a:lnTo>
                <a:lnTo>
                  <a:pt x="355" y="399"/>
                </a:lnTo>
                <a:lnTo>
                  <a:pt x="356" y="399"/>
                </a:lnTo>
                <a:lnTo>
                  <a:pt x="357" y="399"/>
                </a:lnTo>
                <a:lnTo>
                  <a:pt x="358" y="400"/>
                </a:lnTo>
                <a:lnTo>
                  <a:pt x="359" y="400"/>
                </a:lnTo>
                <a:lnTo>
                  <a:pt x="359" y="401"/>
                </a:lnTo>
                <a:lnTo>
                  <a:pt x="360" y="401"/>
                </a:lnTo>
                <a:lnTo>
                  <a:pt x="360" y="402"/>
                </a:lnTo>
                <a:lnTo>
                  <a:pt x="360" y="403"/>
                </a:lnTo>
                <a:lnTo>
                  <a:pt x="361" y="403"/>
                </a:lnTo>
                <a:lnTo>
                  <a:pt x="361" y="402"/>
                </a:lnTo>
                <a:lnTo>
                  <a:pt x="361" y="401"/>
                </a:lnTo>
                <a:lnTo>
                  <a:pt x="362" y="401"/>
                </a:lnTo>
                <a:lnTo>
                  <a:pt x="362" y="400"/>
                </a:lnTo>
                <a:lnTo>
                  <a:pt x="363" y="400"/>
                </a:lnTo>
                <a:lnTo>
                  <a:pt x="363" y="398"/>
                </a:lnTo>
                <a:lnTo>
                  <a:pt x="363" y="396"/>
                </a:lnTo>
                <a:lnTo>
                  <a:pt x="363" y="395"/>
                </a:lnTo>
                <a:lnTo>
                  <a:pt x="363" y="394"/>
                </a:lnTo>
                <a:lnTo>
                  <a:pt x="363" y="393"/>
                </a:lnTo>
                <a:lnTo>
                  <a:pt x="362" y="393"/>
                </a:lnTo>
                <a:lnTo>
                  <a:pt x="361" y="393"/>
                </a:lnTo>
                <a:lnTo>
                  <a:pt x="362" y="392"/>
                </a:lnTo>
                <a:lnTo>
                  <a:pt x="362" y="391"/>
                </a:lnTo>
                <a:lnTo>
                  <a:pt x="363" y="391"/>
                </a:lnTo>
                <a:lnTo>
                  <a:pt x="363" y="390"/>
                </a:lnTo>
                <a:lnTo>
                  <a:pt x="364" y="389"/>
                </a:lnTo>
                <a:lnTo>
                  <a:pt x="363" y="388"/>
                </a:lnTo>
                <a:lnTo>
                  <a:pt x="363" y="387"/>
                </a:lnTo>
                <a:lnTo>
                  <a:pt x="364" y="387"/>
                </a:lnTo>
                <a:lnTo>
                  <a:pt x="363" y="387"/>
                </a:lnTo>
                <a:lnTo>
                  <a:pt x="363" y="386"/>
                </a:lnTo>
                <a:lnTo>
                  <a:pt x="362" y="386"/>
                </a:lnTo>
                <a:lnTo>
                  <a:pt x="362" y="385"/>
                </a:lnTo>
                <a:lnTo>
                  <a:pt x="361" y="385"/>
                </a:lnTo>
                <a:lnTo>
                  <a:pt x="360" y="385"/>
                </a:lnTo>
                <a:lnTo>
                  <a:pt x="359" y="384"/>
                </a:lnTo>
                <a:lnTo>
                  <a:pt x="359" y="383"/>
                </a:lnTo>
                <a:lnTo>
                  <a:pt x="360" y="383"/>
                </a:lnTo>
                <a:lnTo>
                  <a:pt x="361" y="383"/>
                </a:lnTo>
                <a:lnTo>
                  <a:pt x="363" y="383"/>
                </a:lnTo>
                <a:lnTo>
                  <a:pt x="363" y="382"/>
                </a:lnTo>
                <a:lnTo>
                  <a:pt x="364" y="382"/>
                </a:lnTo>
                <a:lnTo>
                  <a:pt x="365" y="382"/>
                </a:lnTo>
                <a:lnTo>
                  <a:pt x="365" y="381"/>
                </a:lnTo>
                <a:lnTo>
                  <a:pt x="364" y="381"/>
                </a:lnTo>
                <a:lnTo>
                  <a:pt x="364" y="380"/>
                </a:lnTo>
                <a:lnTo>
                  <a:pt x="363" y="380"/>
                </a:lnTo>
                <a:lnTo>
                  <a:pt x="363" y="379"/>
                </a:lnTo>
                <a:lnTo>
                  <a:pt x="364" y="379"/>
                </a:lnTo>
                <a:lnTo>
                  <a:pt x="365" y="379"/>
                </a:lnTo>
                <a:lnTo>
                  <a:pt x="365" y="378"/>
                </a:lnTo>
                <a:lnTo>
                  <a:pt x="365" y="377"/>
                </a:lnTo>
                <a:lnTo>
                  <a:pt x="364" y="377"/>
                </a:lnTo>
                <a:lnTo>
                  <a:pt x="364" y="376"/>
                </a:lnTo>
                <a:lnTo>
                  <a:pt x="363" y="376"/>
                </a:lnTo>
                <a:lnTo>
                  <a:pt x="362" y="375"/>
                </a:lnTo>
                <a:lnTo>
                  <a:pt x="362" y="374"/>
                </a:lnTo>
                <a:lnTo>
                  <a:pt x="363" y="374"/>
                </a:lnTo>
                <a:lnTo>
                  <a:pt x="363" y="373"/>
                </a:lnTo>
                <a:lnTo>
                  <a:pt x="362" y="373"/>
                </a:lnTo>
                <a:lnTo>
                  <a:pt x="361" y="373"/>
                </a:lnTo>
                <a:lnTo>
                  <a:pt x="361" y="372"/>
                </a:lnTo>
                <a:lnTo>
                  <a:pt x="361" y="371"/>
                </a:lnTo>
                <a:lnTo>
                  <a:pt x="360" y="371"/>
                </a:lnTo>
                <a:lnTo>
                  <a:pt x="360" y="370"/>
                </a:lnTo>
                <a:lnTo>
                  <a:pt x="361" y="370"/>
                </a:lnTo>
                <a:lnTo>
                  <a:pt x="362" y="370"/>
                </a:lnTo>
                <a:lnTo>
                  <a:pt x="363" y="370"/>
                </a:lnTo>
                <a:lnTo>
                  <a:pt x="364" y="370"/>
                </a:lnTo>
                <a:lnTo>
                  <a:pt x="365" y="369"/>
                </a:lnTo>
                <a:lnTo>
                  <a:pt x="365" y="368"/>
                </a:lnTo>
                <a:lnTo>
                  <a:pt x="365" y="367"/>
                </a:lnTo>
                <a:lnTo>
                  <a:pt x="365" y="366"/>
                </a:lnTo>
                <a:lnTo>
                  <a:pt x="366" y="366"/>
                </a:lnTo>
                <a:lnTo>
                  <a:pt x="367" y="366"/>
                </a:lnTo>
                <a:lnTo>
                  <a:pt x="368" y="366"/>
                </a:lnTo>
                <a:lnTo>
                  <a:pt x="369" y="366"/>
                </a:lnTo>
                <a:lnTo>
                  <a:pt x="369" y="365"/>
                </a:lnTo>
                <a:lnTo>
                  <a:pt x="370" y="365"/>
                </a:lnTo>
                <a:lnTo>
                  <a:pt x="370" y="364"/>
                </a:lnTo>
                <a:lnTo>
                  <a:pt x="370" y="363"/>
                </a:lnTo>
                <a:lnTo>
                  <a:pt x="369" y="362"/>
                </a:lnTo>
                <a:lnTo>
                  <a:pt x="368" y="362"/>
                </a:lnTo>
                <a:lnTo>
                  <a:pt x="367" y="362"/>
                </a:lnTo>
                <a:lnTo>
                  <a:pt x="366" y="362"/>
                </a:lnTo>
                <a:lnTo>
                  <a:pt x="366" y="361"/>
                </a:lnTo>
                <a:lnTo>
                  <a:pt x="367" y="361"/>
                </a:lnTo>
                <a:lnTo>
                  <a:pt x="367" y="360"/>
                </a:lnTo>
                <a:lnTo>
                  <a:pt x="368" y="360"/>
                </a:lnTo>
                <a:lnTo>
                  <a:pt x="369" y="360"/>
                </a:lnTo>
                <a:lnTo>
                  <a:pt x="370" y="360"/>
                </a:lnTo>
                <a:lnTo>
                  <a:pt x="370" y="361"/>
                </a:lnTo>
                <a:lnTo>
                  <a:pt x="371" y="361"/>
                </a:lnTo>
                <a:lnTo>
                  <a:pt x="372" y="361"/>
                </a:lnTo>
                <a:lnTo>
                  <a:pt x="373" y="361"/>
                </a:lnTo>
                <a:lnTo>
                  <a:pt x="373" y="360"/>
                </a:lnTo>
                <a:lnTo>
                  <a:pt x="374" y="360"/>
                </a:lnTo>
                <a:lnTo>
                  <a:pt x="373" y="359"/>
                </a:lnTo>
                <a:lnTo>
                  <a:pt x="372" y="359"/>
                </a:lnTo>
                <a:lnTo>
                  <a:pt x="371" y="359"/>
                </a:lnTo>
                <a:lnTo>
                  <a:pt x="370" y="359"/>
                </a:lnTo>
                <a:lnTo>
                  <a:pt x="369" y="358"/>
                </a:lnTo>
                <a:lnTo>
                  <a:pt x="368" y="358"/>
                </a:lnTo>
                <a:lnTo>
                  <a:pt x="367" y="358"/>
                </a:lnTo>
                <a:lnTo>
                  <a:pt x="367" y="357"/>
                </a:lnTo>
                <a:lnTo>
                  <a:pt x="368" y="357"/>
                </a:lnTo>
                <a:lnTo>
                  <a:pt x="369" y="357"/>
                </a:lnTo>
                <a:lnTo>
                  <a:pt x="369" y="356"/>
                </a:lnTo>
                <a:lnTo>
                  <a:pt x="368" y="356"/>
                </a:lnTo>
                <a:lnTo>
                  <a:pt x="367" y="356"/>
                </a:lnTo>
                <a:lnTo>
                  <a:pt x="366" y="356"/>
                </a:lnTo>
                <a:lnTo>
                  <a:pt x="366" y="355"/>
                </a:lnTo>
                <a:lnTo>
                  <a:pt x="367" y="355"/>
                </a:lnTo>
                <a:lnTo>
                  <a:pt x="368" y="355"/>
                </a:lnTo>
                <a:lnTo>
                  <a:pt x="368" y="354"/>
                </a:lnTo>
                <a:lnTo>
                  <a:pt x="369" y="354"/>
                </a:lnTo>
                <a:lnTo>
                  <a:pt x="368" y="354"/>
                </a:lnTo>
                <a:lnTo>
                  <a:pt x="368" y="353"/>
                </a:lnTo>
                <a:lnTo>
                  <a:pt x="369" y="352"/>
                </a:lnTo>
                <a:lnTo>
                  <a:pt x="370" y="352"/>
                </a:lnTo>
                <a:lnTo>
                  <a:pt x="370" y="351"/>
                </a:lnTo>
                <a:lnTo>
                  <a:pt x="371" y="351"/>
                </a:lnTo>
                <a:lnTo>
                  <a:pt x="371" y="352"/>
                </a:lnTo>
                <a:lnTo>
                  <a:pt x="371" y="353"/>
                </a:lnTo>
                <a:lnTo>
                  <a:pt x="372" y="353"/>
                </a:lnTo>
                <a:lnTo>
                  <a:pt x="372" y="354"/>
                </a:lnTo>
                <a:lnTo>
                  <a:pt x="373" y="354"/>
                </a:lnTo>
                <a:lnTo>
                  <a:pt x="373" y="353"/>
                </a:lnTo>
                <a:lnTo>
                  <a:pt x="373" y="352"/>
                </a:lnTo>
                <a:lnTo>
                  <a:pt x="374" y="352"/>
                </a:lnTo>
                <a:lnTo>
                  <a:pt x="375" y="352"/>
                </a:lnTo>
                <a:lnTo>
                  <a:pt x="376" y="352"/>
                </a:lnTo>
                <a:lnTo>
                  <a:pt x="377" y="352"/>
                </a:lnTo>
                <a:lnTo>
                  <a:pt x="377" y="351"/>
                </a:lnTo>
                <a:lnTo>
                  <a:pt x="376" y="351"/>
                </a:lnTo>
                <a:lnTo>
                  <a:pt x="376" y="350"/>
                </a:lnTo>
                <a:lnTo>
                  <a:pt x="375" y="350"/>
                </a:lnTo>
                <a:lnTo>
                  <a:pt x="374" y="349"/>
                </a:lnTo>
                <a:lnTo>
                  <a:pt x="373" y="349"/>
                </a:lnTo>
                <a:lnTo>
                  <a:pt x="374" y="349"/>
                </a:lnTo>
                <a:lnTo>
                  <a:pt x="375" y="349"/>
                </a:lnTo>
                <a:lnTo>
                  <a:pt x="376" y="349"/>
                </a:lnTo>
                <a:lnTo>
                  <a:pt x="376" y="348"/>
                </a:lnTo>
                <a:lnTo>
                  <a:pt x="377" y="348"/>
                </a:lnTo>
                <a:lnTo>
                  <a:pt x="378" y="348"/>
                </a:lnTo>
                <a:lnTo>
                  <a:pt x="378" y="347"/>
                </a:lnTo>
                <a:lnTo>
                  <a:pt x="378" y="346"/>
                </a:lnTo>
                <a:lnTo>
                  <a:pt x="378" y="345"/>
                </a:lnTo>
                <a:lnTo>
                  <a:pt x="379" y="345"/>
                </a:lnTo>
                <a:lnTo>
                  <a:pt x="379" y="346"/>
                </a:lnTo>
                <a:lnTo>
                  <a:pt x="380" y="346"/>
                </a:lnTo>
                <a:lnTo>
                  <a:pt x="381" y="346"/>
                </a:lnTo>
                <a:lnTo>
                  <a:pt x="381" y="345"/>
                </a:lnTo>
                <a:lnTo>
                  <a:pt x="382" y="345"/>
                </a:lnTo>
                <a:lnTo>
                  <a:pt x="383" y="345"/>
                </a:lnTo>
                <a:lnTo>
                  <a:pt x="383" y="344"/>
                </a:lnTo>
                <a:lnTo>
                  <a:pt x="383" y="343"/>
                </a:lnTo>
                <a:lnTo>
                  <a:pt x="382" y="343"/>
                </a:lnTo>
                <a:lnTo>
                  <a:pt x="382" y="342"/>
                </a:lnTo>
                <a:lnTo>
                  <a:pt x="383" y="342"/>
                </a:lnTo>
                <a:lnTo>
                  <a:pt x="384" y="342"/>
                </a:lnTo>
                <a:lnTo>
                  <a:pt x="385" y="342"/>
                </a:lnTo>
                <a:lnTo>
                  <a:pt x="384" y="342"/>
                </a:lnTo>
                <a:lnTo>
                  <a:pt x="384" y="341"/>
                </a:lnTo>
                <a:lnTo>
                  <a:pt x="383" y="341"/>
                </a:lnTo>
                <a:lnTo>
                  <a:pt x="384" y="341"/>
                </a:lnTo>
                <a:lnTo>
                  <a:pt x="384" y="340"/>
                </a:lnTo>
                <a:lnTo>
                  <a:pt x="383" y="340"/>
                </a:lnTo>
                <a:lnTo>
                  <a:pt x="383" y="339"/>
                </a:lnTo>
                <a:lnTo>
                  <a:pt x="384" y="338"/>
                </a:lnTo>
                <a:lnTo>
                  <a:pt x="385" y="338"/>
                </a:lnTo>
                <a:lnTo>
                  <a:pt x="385" y="337"/>
                </a:lnTo>
                <a:lnTo>
                  <a:pt x="385" y="335"/>
                </a:lnTo>
                <a:lnTo>
                  <a:pt x="386" y="335"/>
                </a:lnTo>
                <a:lnTo>
                  <a:pt x="387" y="335"/>
                </a:lnTo>
                <a:lnTo>
                  <a:pt x="387" y="334"/>
                </a:lnTo>
                <a:lnTo>
                  <a:pt x="388" y="334"/>
                </a:lnTo>
                <a:lnTo>
                  <a:pt x="389" y="334"/>
                </a:lnTo>
                <a:lnTo>
                  <a:pt x="390" y="334"/>
                </a:lnTo>
                <a:lnTo>
                  <a:pt x="390" y="333"/>
                </a:lnTo>
                <a:lnTo>
                  <a:pt x="389" y="333"/>
                </a:lnTo>
                <a:lnTo>
                  <a:pt x="388" y="333"/>
                </a:lnTo>
                <a:lnTo>
                  <a:pt x="389" y="332"/>
                </a:lnTo>
                <a:lnTo>
                  <a:pt x="390" y="332"/>
                </a:lnTo>
                <a:lnTo>
                  <a:pt x="391" y="332"/>
                </a:lnTo>
                <a:lnTo>
                  <a:pt x="390" y="332"/>
                </a:lnTo>
                <a:lnTo>
                  <a:pt x="390" y="331"/>
                </a:lnTo>
                <a:lnTo>
                  <a:pt x="390" y="330"/>
                </a:lnTo>
                <a:lnTo>
                  <a:pt x="391" y="330"/>
                </a:lnTo>
                <a:lnTo>
                  <a:pt x="392" y="330"/>
                </a:lnTo>
                <a:lnTo>
                  <a:pt x="392" y="329"/>
                </a:lnTo>
                <a:lnTo>
                  <a:pt x="392" y="328"/>
                </a:lnTo>
                <a:lnTo>
                  <a:pt x="391" y="328"/>
                </a:lnTo>
                <a:lnTo>
                  <a:pt x="390" y="328"/>
                </a:lnTo>
                <a:lnTo>
                  <a:pt x="390" y="327"/>
                </a:lnTo>
                <a:lnTo>
                  <a:pt x="391" y="327"/>
                </a:lnTo>
                <a:lnTo>
                  <a:pt x="391" y="326"/>
                </a:lnTo>
                <a:lnTo>
                  <a:pt x="391" y="325"/>
                </a:lnTo>
                <a:lnTo>
                  <a:pt x="390" y="325"/>
                </a:lnTo>
                <a:lnTo>
                  <a:pt x="390" y="324"/>
                </a:lnTo>
                <a:lnTo>
                  <a:pt x="389" y="324"/>
                </a:lnTo>
                <a:lnTo>
                  <a:pt x="390" y="324"/>
                </a:lnTo>
                <a:lnTo>
                  <a:pt x="390" y="323"/>
                </a:lnTo>
                <a:lnTo>
                  <a:pt x="391" y="323"/>
                </a:lnTo>
                <a:lnTo>
                  <a:pt x="390" y="323"/>
                </a:lnTo>
                <a:lnTo>
                  <a:pt x="391" y="323"/>
                </a:lnTo>
                <a:lnTo>
                  <a:pt x="392" y="323"/>
                </a:lnTo>
                <a:lnTo>
                  <a:pt x="394" y="324"/>
                </a:lnTo>
                <a:lnTo>
                  <a:pt x="394" y="325"/>
                </a:lnTo>
                <a:lnTo>
                  <a:pt x="395" y="325"/>
                </a:lnTo>
                <a:lnTo>
                  <a:pt x="396" y="324"/>
                </a:lnTo>
                <a:lnTo>
                  <a:pt x="395" y="323"/>
                </a:lnTo>
                <a:lnTo>
                  <a:pt x="394" y="323"/>
                </a:lnTo>
                <a:lnTo>
                  <a:pt x="394" y="322"/>
                </a:lnTo>
                <a:lnTo>
                  <a:pt x="394" y="321"/>
                </a:lnTo>
                <a:lnTo>
                  <a:pt x="394" y="320"/>
                </a:lnTo>
                <a:lnTo>
                  <a:pt x="395" y="321"/>
                </a:lnTo>
                <a:lnTo>
                  <a:pt x="396" y="321"/>
                </a:lnTo>
                <a:lnTo>
                  <a:pt x="396" y="320"/>
                </a:lnTo>
                <a:lnTo>
                  <a:pt x="395" y="320"/>
                </a:lnTo>
                <a:lnTo>
                  <a:pt x="396" y="319"/>
                </a:lnTo>
                <a:lnTo>
                  <a:pt x="397" y="319"/>
                </a:lnTo>
                <a:lnTo>
                  <a:pt x="398" y="320"/>
                </a:lnTo>
                <a:lnTo>
                  <a:pt x="399" y="320"/>
                </a:lnTo>
                <a:lnTo>
                  <a:pt x="400" y="320"/>
                </a:lnTo>
                <a:lnTo>
                  <a:pt x="401" y="320"/>
                </a:lnTo>
                <a:lnTo>
                  <a:pt x="401" y="319"/>
                </a:lnTo>
                <a:lnTo>
                  <a:pt x="402" y="319"/>
                </a:lnTo>
                <a:lnTo>
                  <a:pt x="402" y="318"/>
                </a:lnTo>
                <a:lnTo>
                  <a:pt x="402" y="317"/>
                </a:lnTo>
                <a:lnTo>
                  <a:pt x="403" y="317"/>
                </a:lnTo>
                <a:lnTo>
                  <a:pt x="404" y="317"/>
                </a:lnTo>
                <a:lnTo>
                  <a:pt x="405" y="316"/>
                </a:lnTo>
                <a:lnTo>
                  <a:pt x="406" y="316"/>
                </a:lnTo>
                <a:lnTo>
                  <a:pt x="405" y="316"/>
                </a:lnTo>
                <a:lnTo>
                  <a:pt x="405" y="315"/>
                </a:lnTo>
                <a:lnTo>
                  <a:pt x="406" y="315"/>
                </a:lnTo>
                <a:lnTo>
                  <a:pt x="407" y="315"/>
                </a:lnTo>
                <a:lnTo>
                  <a:pt x="408" y="314"/>
                </a:lnTo>
                <a:lnTo>
                  <a:pt x="408" y="313"/>
                </a:lnTo>
                <a:lnTo>
                  <a:pt x="409" y="312"/>
                </a:lnTo>
                <a:lnTo>
                  <a:pt x="410" y="312"/>
                </a:lnTo>
                <a:lnTo>
                  <a:pt x="411" y="312"/>
                </a:lnTo>
                <a:lnTo>
                  <a:pt x="411" y="313"/>
                </a:lnTo>
                <a:lnTo>
                  <a:pt x="410" y="313"/>
                </a:lnTo>
                <a:lnTo>
                  <a:pt x="410" y="314"/>
                </a:lnTo>
                <a:lnTo>
                  <a:pt x="411" y="314"/>
                </a:lnTo>
                <a:lnTo>
                  <a:pt x="412" y="313"/>
                </a:lnTo>
                <a:lnTo>
                  <a:pt x="413" y="313"/>
                </a:lnTo>
                <a:lnTo>
                  <a:pt x="413" y="312"/>
                </a:lnTo>
                <a:lnTo>
                  <a:pt x="412" y="312"/>
                </a:lnTo>
                <a:lnTo>
                  <a:pt x="412" y="311"/>
                </a:lnTo>
                <a:lnTo>
                  <a:pt x="413" y="311"/>
                </a:lnTo>
                <a:lnTo>
                  <a:pt x="414" y="311"/>
                </a:lnTo>
                <a:lnTo>
                  <a:pt x="415" y="311"/>
                </a:lnTo>
                <a:lnTo>
                  <a:pt x="415" y="310"/>
                </a:lnTo>
                <a:lnTo>
                  <a:pt x="416" y="310"/>
                </a:lnTo>
                <a:lnTo>
                  <a:pt x="416" y="309"/>
                </a:lnTo>
                <a:lnTo>
                  <a:pt x="417" y="310"/>
                </a:lnTo>
                <a:lnTo>
                  <a:pt x="417" y="309"/>
                </a:lnTo>
                <a:lnTo>
                  <a:pt x="417" y="308"/>
                </a:lnTo>
                <a:lnTo>
                  <a:pt x="418" y="308"/>
                </a:lnTo>
                <a:lnTo>
                  <a:pt x="417" y="307"/>
                </a:lnTo>
                <a:lnTo>
                  <a:pt x="417" y="306"/>
                </a:lnTo>
                <a:lnTo>
                  <a:pt x="417" y="305"/>
                </a:lnTo>
                <a:lnTo>
                  <a:pt x="416" y="304"/>
                </a:lnTo>
                <a:lnTo>
                  <a:pt x="416" y="303"/>
                </a:lnTo>
                <a:lnTo>
                  <a:pt x="416" y="302"/>
                </a:lnTo>
                <a:lnTo>
                  <a:pt x="416" y="301"/>
                </a:lnTo>
                <a:lnTo>
                  <a:pt x="415" y="301"/>
                </a:lnTo>
                <a:lnTo>
                  <a:pt x="414" y="300"/>
                </a:lnTo>
                <a:lnTo>
                  <a:pt x="415" y="299"/>
                </a:lnTo>
                <a:lnTo>
                  <a:pt x="415" y="298"/>
                </a:lnTo>
                <a:lnTo>
                  <a:pt x="416" y="298"/>
                </a:lnTo>
                <a:lnTo>
                  <a:pt x="415" y="298"/>
                </a:lnTo>
                <a:lnTo>
                  <a:pt x="415" y="297"/>
                </a:lnTo>
                <a:lnTo>
                  <a:pt x="414" y="296"/>
                </a:lnTo>
                <a:lnTo>
                  <a:pt x="415" y="296"/>
                </a:lnTo>
                <a:lnTo>
                  <a:pt x="416" y="296"/>
                </a:lnTo>
                <a:lnTo>
                  <a:pt x="416" y="295"/>
                </a:lnTo>
                <a:lnTo>
                  <a:pt x="417" y="295"/>
                </a:lnTo>
                <a:lnTo>
                  <a:pt x="417" y="294"/>
                </a:lnTo>
                <a:lnTo>
                  <a:pt x="417" y="293"/>
                </a:lnTo>
                <a:lnTo>
                  <a:pt x="416" y="293"/>
                </a:lnTo>
                <a:lnTo>
                  <a:pt x="415" y="292"/>
                </a:lnTo>
                <a:lnTo>
                  <a:pt x="414" y="292"/>
                </a:lnTo>
                <a:lnTo>
                  <a:pt x="413" y="291"/>
                </a:lnTo>
                <a:lnTo>
                  <a:pt x="414" y="291"/>
                </a:lnTo>
                <a:lnTo>
                  <a:pt x="415" y="291"/>
                </a:lnTo>
                <a:lnTo>
                  <a:pt x="415" y="290"/>
                </a:lnTo>
                <a:lnTo>
                  <a:pt x="414" y="290"/>
                </a:lnTo>
                <a:lnTo>
                  <a:pt x="413" y="289"/>
                </a:lnTo>
                <a:lnTo>
                  <a:pt x="412" y="289"/>
                </a:lnTo>
                <a:lnTo>
                  <a:pt x="411" y="289"/>
                </a:lnTo>
                <a:lnTo>
                  <a:pt x="412" y="289"/>
                </a:lnTo>
                <a:lnTo>
                  <a:pt x="412" y="288"/>
                </a:lnTo>
                <a:lnTo>
                  <a:pt x="413" y="288"/>
                </a:lnTo>
                <a:lnTo>
                  <a:pt x="413" y="287"/>
                </a:lnTo>
                <a:lnTo>
                  <a:pt x="414" y="287"/>
                </a:lnTo>
                <a:lnTo>
                  <a:pt x="415" y="287"/>
                </a:lnTo>
                <a:lnTo>
                  <a:pt x="415" y="286"/>
                </a:lnTo>
                <a:lnTo>
                  <a:pt x="415" y="287"/>
                </a:lnTo>
                <a:lnTo>
                  <a:pt x="416" y="287"/>
                </a:lnTo>
                <a:lnTo>
                  <a:pt x="417" y="287"/>
                </a:lnTo>
                <a:lnTo>
                  <a:pt x="417" y="288"/>
                </a:lnTo>
                <a:lnTo>
                  <a:pt x="418" y="288"/>
                </a:lnTo>
                <a:lnTo>
                  <a:pt x="419" y="288"/>
                </a:lnTo>
                <a:lnTo>
                  <a:pt x="419" y="287"/>
                </a:lnTo>
                <a:lnTo>
                  <a:pt x="419" y="286"/>
                </a:lnTo>
                <a:lnTo>
                  <a:pt x="418" y="286"/>
                </a:lnTo>
                <a:lnTo>
                  <a:pt x="418" y="285"/>
                </a:lnTo>
                <a:lnTo>
                  <a:pt x="418" y="284"/>
                </a:lnTo>
                <a:lnTo>
                  <a:pt x="419" y="284"/>
                </a:lnTo>
                <a:lnTo>
                  <a:pt x="419" y="285"/>
                </a:lnTo>
                <a:lnTo>
                  <a:pt x="420" y="285"/>
                </a:lnTo>
                <a:lnTo>
                  <a:pt x="421" y="285"/>
                </a:lnTo>
                <a:lnTo>
                  <a:pt x="421" y="284"/>
                </a:lnTo>
                <a:lnTo>
                  <a:pt x="422" y="284"/>
                </a:lnTo>
                <a:lnTo>
                  <a:pt x="423" y="284"/>
                </a:lnTo>
                <a:lnTo>
                  <a:pt x="423" y="283"/>
                </a:lnTo>
                <a:lnTo>
                  <a:pt x="422" y="282"/>
                </a:lnTo>
                <a:lnTo>
                  <a:pt x="423" y="282"/>
                </a:lnTo>
                <a:lnTo>
                  <a:pt x="423" y="281"/>
                </a:lnTo>
                <a:lnTo>
                  <a:pt x="424" y="281"/>
                </a:lnTo>
                <a:lnTo>
                  <a:pt x="425" y="281"/>
                </a:lnTo>
                <a:lnTo>
                  <a:pt x="426" y="281"/>
                </a:lnTo>
                <a:lnTo>
                  <a:pt x="426" y="280"/>
                </a:lnTo>
                <a:lnTo>
                  <a:pt x="426" y="279"/>
                </a:lnTo>
                <a:lnTo>
                  <a:pt x="425" y="278"/>
                </a:lnTo>
                <a:lnTo>
                  <a:pt x="424" y="278"/>
                </a:lnTo>
                <a:lnTo>
                  <a:pt x="425" y="278"/>
                </a:lnTo>
                <a:lnTo>
                  <a:pt x="426" y="278"/>
                </a:lnTo>
                <a:lnTo>
                  <a:pt x="428" y="278"/>
                </a:lnTo>
                <a:lnTo>
                  <a:pt x="429" y="278"/>
                </a:lnTo>
                <a:lnTo>
                  <a:pt x="429" y="277"/>
                </a:lnTo>
                <a:lnTo>
                  <a:pt x="428" y="277"/>
                </a:lnTo>
                <a:lnTo>
                  <a:pt x="428" y="276"/>
                </a:lnTo>
                <a:lnTo>
                  <a:pt x="429" y="276"/>
                </a:lnTo>
                <a:lnTo>
                  <a:pt x="429" y="275"/>
                </a:lnTo>
                <a:lnTo>
                  <a:pt x="429" y="274"/>
                </a:lnTo>
                <a:lnTo>
                  <a:pt x="429" y="273"/>
                </a:lnTo>
                <a:lnTo>
                  <a:pt x="430" y="273"/>
                </a:lnTo>
                <a:lnTo>
                  <a:pt x="430" y="274"/>
                </a:lnTo>
                <a:lnTo>
                  <a:pt x="431" y="274"/>
                </a:lnTo>
                <a:lnTo>
                  <a:pt x="431" y="275"/>
                </a:lnTo>
                <a:lnTo>
                  <a:pt x="431" y="276"/>
                </a:lnTo>
                <a:lnTo>
                  <a:pt x="432" y="276"/>
                </a:lnTo>
                <a:lnTo>
                  <a:pt x="433" y="276"/>
                </a:lnTo>
                <a:lnTo>
                  <a:pt x="433" y="275"/>
                </a:lnTo>
                <a:lnTo>
                  <a:pt x="433" y="274"/>
                </a:lnTo>
                <a:lnTo>
                  <a:pt x="434" y="274"/>
                </a:lnTo>
                <a:lnTo>
                  <a:pt x="433" y="274"/>
                </a:lnTo>
                <a:lnTo>
                  <a:pt x="433" y="273"/>
                </a:lnTo>
                <a:lnTo>
                  <a:pt x="434" y="273"/>
                </a:lnTo>
                <a:lnTo>
                  <a:pt x="434" y="272"/>
                </a:lnTo>
                <a:lnTo>
                  <a:pt x="435" y="273"/>
                </a:lnTo>
                <a:lnTo>
                  <a:pt x="436" y="273"/>
                </a:lnTo>
                <a:lnTo>
                  <a:pt x="436" y="272"/>
                </a:lnTo>
                <a:lnTo>
                  <a:pt x="435" y="272"/>
                </a:lnTo>
                <a:lnTo>
                  <a:pt x="435" y="271"/>
                </a:lnTo>
                <a:lnTo>
                  <a:pt x="436" y="270"/>
                </a:lnTo>
                <a:lnTo>
                  <a:pt x="437" y="270"/>
                </a:lnTo>
                <a:lnTo>
                  <a:pt x="436" y="271"/>
                </a:lnTo>
                <a:lnTo>
                  <a:pt x="437" y="271"/>
                </a:lnTo>
                <a:lnTo>
                  <a:pt x="437" y="270"/>
                </a:lnTo>
                <a:lnTo>
                  <a:pt x="437" y="269"/>
                </a:lnTo>
                <a:lnTo>
                  <a:pt x="438" y="268"/>
                </a:lnTo>
                <a:lnTo>
                  <a:pt x="440" y="267"/>
                </a:lnTo>
                <a:lnTo>
                  <a:pt x="441" y="266"/>
                </a:lnTo>
                <a:lnTo>
                  <a:pt x="441" y="265"/>
                </a:lnTo>
                <a:lnTo>
                  <a:pt x="440" y="265"/>
                </a:lnTo>
                <a:lnTo>
                  <a:pt x="438" y="266"/>
                </a:lnTo>
                <a:lnTo>
                  <a:pt x="438" y="265"/>
                </a:lnTo>
                <a:lnTo>
                  <a:pt x="437" y="265"/>
                </a:lnTo>
                <a:lnTo>
                  <a:pt x="438" y="264"/>
                </a:lnTo>
                <a:lnTo>
                  <a:pt x="437" y="264"/>
                </a:lnTo>
                <a:lnTo>
                  <a:pt x="437" y="263"/>
                </a:lnTo>
                <a:lnTo>
                  <a:pt x="436" y="263"/>
                </a:lnTo>
                <a:lnTo>
                  <a:pt x="436" y="262"/>
                </a:lnTo>
                <a:lnTo>
                  <a:pt x="437" y="262"/>
                </a:lnTo>
                <a:lnTo>
                  <a:pt x="437" y="261"/>
                </a:lnTo>
                <a:lnTo>
                  <a:pt x="438" y="260"/>
                </a:lnTo>
                <a:lnTo>
                  <a:pt x="437" y="260"/>
                </a:lnTo>
                <a:lnTo>
                  <a:pt x="437" y="259"/>
                </a:lnTo>
                <a:lnTo>
                  <a:pt x="438" y="260"/>
                </a:lnTo>
                <a:lnTo>
                  <a:pt x="440" y="260"/>
                </a:lnTo>
                <a:lnTo>
                  <a:pt x="440" y="259"/>
                </a:lnTo>
                <a:lnTo>
                  <a:pt x="438" y="259"/>
                </a:lnTo>
                <a:lnTo>
                  <a:pt x="437" y="259"/>
                </a:lnTo>
                <a:lnTo>
                  <a:pt x="436" y="258"/>
                </a:lnTo>
                <a:lnTo>
                  <a:pt x="435" y="257"/>
                </a:lnTo>
                <a:lnTo>
                  <a:pt x="434" y="257"/>
                </a:lnTo>
                <a:lnTo>
                  <a:pt x="435" y="257"/>
                </a:lnTo>
                <a:lnTo>
                  <a:pt x="435" y="256"/>
                </a:lnTo>
                <a:lnTo>
                  <a:pt x="434" y="256"/>
                </a:lnTo>
                <a:lnTo>
                  <a:pt x="433" y="256"/>
                </a:lnTo>
                <a:lnTo>
                  <a:pt x="432" y="255"/>
                </a:lnTo>
                <a:lnTo>
                  <a:pt x="431" y="255"/>
                </a:lnTo>
                <a:lnTo>
                  <a:pt x="431" y="254"/>
                </a:lnTo>
                <a:lnTo>
                  <a:pt x="432" y="255"/>
                </a:lnTo>
                <a:lnTo>
                  <a:pt x="432" y="254"/>
                </a:lnTo>
                <a:lnTo>
                  <a:pt x="431" y="254"/>
                </a:lnTo>
                <a:lnTo>
                  <a:pt x="432" y="253"/>
                </a:lnTo>
                <a:lnTo>
                  <a:pt x="432" y="252"/>
                </a:lnTo>
                <a:lnTo>
                  <a:pt x="433" y="252"/>
                </a:lnTo>
                <a:lnTo>
                  <a:pt x="433" y="251"/>
                </a:lnTo>
                <a:lnTo>
                  <a:pt x="432" y="251"/>
                </a:lnTo>
                <a:lnTo>
                  <a:pt x="432" y="252"/>
                </a:lnTo>
                <a:lnTo>
                  <a:pt x="432" y="251"/>
                </a:lnTo>
                <a:lnTo>
                  <a:pt x="431" y="251"/>
                </a:lnTo>
                <a:lnTo>
                  <a:pt x="431" y="250"/>
                </a:lnTo>
                <a:lnTo>
                  <a:pt x="431" y="251"/>
                </a:lnTo>
                <a:lnTo>
                  <a:pt x="430" y="251"/>
                </a:lnTo>
                <a:lnTo>
                  <a:pt x="429" y="252"/>
                </a:lnTo>
                <a:lnTo>
                  <a:pt x="428" y="252"/>
                </a:lnTo>
                <a:lnTo>
                  <a:pt x="427" y="252"/>
                </a:lnTo>
                <a:lnTo>
                  <a:pt x="427" y="251"/>
                </a:lnTo>
                <a:lnTo>
                  <a:pt x="426" y="251"/>
                </a:lnTo>
                <a:lnTo>
                  <a:pt x="427" y="250"/>
                </a:lnTo>
                <a:lnTo>
                  <a:pt x="426" y="250"/>
                </a:lnTo>
                <a:lnTo>
                  <a:pt x="426" y="249"/>
                </a:lnTo>
                <a:lnTo>
                  <a:pt x="425" y="249"/>
                </a:lnTo>
                <a:lnTo>
                  <a:pt x="423" y="250"/>
                </a:lnTo>
                <a:lnTo>
                  <a:pt x="423" y="249"/>
                </a:lnTo>
                <a:lnTo>
                  <a:pt x="422" y="249"/>
                </a:lnTo>
                <a:lnTo>
                  <a:pt x="421" y="249"/>
                </a:lnTo>
                <a:lnTo>
                  <a:pt x="421" y="248"/>
                </a:lnTo>
                <a:lnTo>
                  <a:pt x="422" y="247"/>
                </a:lnTo>
                <a:lnTo>
                  <a:pt x="421" y="246"/>
                </a:lnTo>
                <a:lnTo>
                  <a:pt x="421" y="245"/>
                </a:lnTo>
                <a:lnTo>
                  <a:pt x="421" y="244"/>
                </a:lnTo>
                <a:lnTo>
                  <a:pt x="420" y="244"/>
                </a:lnTo>
                <a:lnTo>
                  <a:pt x="420" y="243"/>
                </a:lnTo>
                <a:lnTo>
                  <a:pt x="420" y="242"/>
                </a:lnTo>
                <a:lnTo>
                  <a:pt x="419" y="242"/>
                </a:lnTo>
                <a:lnTo>
                  <a:pt x="419" y="241"/>
                </a:lnTo>
                <a:lnTo>
                  <a:pt x="417" y="240"/>
                </a:lnTo>
                <a:lnTo>
                  <a:pt x="416" y="240"/>
                </a:lnTo>
                <a:lnTo>
                  <a:pt x="415" y="240"/>
                </a:lnTo>
                <a:lnTo>
                  <a:pt x="414" y="240"/>
                </a:lnTo>
                <a:lnTo>
                  <a:pt x="413" y="240"/>
                </a:lnTo>
                <a:lnTo>
                  <a:pt x="411" y="240"/>
                </a:lnTo>
                <a:lnTo>
                  <a:pt x="411" y="239"/>
                </a:lnTo>
                <a:lnTo>
                  <a:pt x="412" y="238"/>
                </a:lnTo>
                <a:lnTo>
                  <a:pt x="412" y="237"/>
                </a:lnTo>
                <a:lnTo>
                  <a:pt x="411" y="237"/>
                </a:lnTo>
                <a:lnTo>
                  <a:pt x="411" y="236"/>
                </a:lnTo>
                <a:lnTo>
                  <a:pt x="410" y="236"/>
                </a:lnTo>
                <a:lnTo>
                  <a:pt x="409" y="234"/>
                </a:lnTo>
                <a:lnTo>
                  <a:pt x="408" y="233"/>
                </a:lnTo>
                <a:lnTo>
                  <a:pt x="407" y="232"/>
                </a:lnTo>
                <a:lnTo>
                  <a:pt x="407" y="231"/>
                </a:lnTo>
                <a:lnTo>
                  <a:pt x="406" y="231"/>
                </a:lnTo>
                <a:lnTo>
                  <a:pt x="406" y="230"/>
                </a:lnTo>
                <a:lnTo>
                  <a:pt x="406" y="229"/>
                </a:lnTo>
                <a:lnTo>
                  <a:pt x="405" y="229"/>
                </a:lnTo>
                <a:lnTo>
                  <a:pt x="404" y="228"/>
                </a:lnTo>
                <a:lnTo>
                  <a:pt x="403" y="228"/>
                </a:lnTo>
                <a:lnTo>
                  <a:pt x="403" y="227"/>
                </a:lnTo>
                <a:lnTo>
                  <a:pt x="402" y="227"/>
                </a:lnTo>
                <a:lnTo>
                  <a:pt x="401" y="226"/>
                </a:lnTo>
                <a:lnTo>
                  <a:pt x="401" y="225"/>
                </a:lnTo>
                <a:lnTo>
                  <a:pt x="400" y="225"/>
                </a:lnTo>
                <a:lnTo>
                  <a:pt x="399" y="224"/>
                </a:lnTo>
                <a:lnTo>
                  <a:pt x="399" y="223"/>
                </a:lnTo>
                <a:lnTo>
                  <a:pt x="399" y="222"/>
                </a:lnTo>
                <a:lnTo>
                  <a:pt x="398" y="222"/>
                </a:lnTo>
                <a:lnTo>
                  <a:pt x="397" y="221"/>
                </a:lnTo>
                <a:lnTo>
                  <a:pt x="396" y="220"/>
                </a:lnTo>
                <a:lnTo>
                  <a:pt x="396" y="219"/>
                </a:lnTo>
                <a:lnTo>
                  <a:pt x="395" y="219"/>
                </a:lnTo>
                <a:lnTo>
                  <a:pt x="395" y="220"/>
                </a:lnTo>
                <a:lnTo>
                  <a:pt x="395" y="219"/>
                </a:lnTo>
                <a:lnTo>
                  <a:pt x="394" y="219"/>
                </a:lnTo>
                <a:lnTo>
                  <a:pt x="394" y="218"/>
                </a:lnTo>
                <a:lnTo>
                  <a:pt x="395" y="218"/>
                </a:lnTo>
                <a:lnTo>
                  <a:pt x="395" y="217"/>
                </a:lnTo>
                <a:lnTo>
                  <a:pt x="394" y="217"/>
                </a:lnTo>
                <a:lnTo>
                  <a:pt x="393" y="216"/>
                </a:lnTo>
                <a:lnTo>
                  <a:pt x="392" y="216"/>
                </a:lnTo>
                <a:lnTo>
                  <a:pt x="392" y="215"/>
                </a:lnTo>
                <a:lnTo>
                  <a:pt x="391" y="214"/>
                </a:lnTo>
                <a:lnTo>
                  <a:pt x="390" y="213"/>
                </a:lnTo>
                <a:lnTo>
                  <a:pt x="389" y="212"/>
                </a:lnTo>
                <a:lnTo>
                  <a:pt x="388" y="212"/>
                </a:lnTo>
                <a:lnTo>
                  <a:pt x="388" y="211"/>
                </a:lnTo>
                <a:lnTo>
                  <a:pt x="387" y="211"/>
                </a:lnTo>
                <a:lnTo>
                  <a:pt x="386" y="210"/>
                </a:lnTo>
                <a:lnTo>
                  <a:pt x="386" y="209"/>
                </a:lnTo>
                <a:lnTo>
                  <a:pt x="385" y="209"/>
                </a:lnTo>
                <a:lnTo>
                  <a:pt x="384" y="209"/>
                </a:lnTo>
                <a:lnTo>
                  <a:pt x="384" y="208"/>
                </a:lnTo>
                <a:lnTo>
                  <a:pt x="383" y="207"/>
                </a:lnTo>
                <a:lnTo>
                  <a:pt x="382" y="207"/>
                </a:lnTo>
                <a:lnTo>
                  <a:pt x="382" y="206"/>
                </a:lnTo>
                <a:lnTo>
                  <a:pt x="381" y="206"/>
                </a:lnTo>
                <a:lnTo>
                  <a:pt x="380" y="205"/>
                </a:lnTo>
                <a:lnTo>
                  <a:pt x="379" y="205"/>
                </a:lnTo>
                <a:lnTo>
                  <a:pt x="378" y="204"/>
                </a:lnTo>
                <a:lnTo>
                  <a:pt x="377" y="204"/>
                </a:lnTo>
                <a:lnTo>
                  <a:pt x="377" y="203"/>
                </a:lnTo>
                <a:lnTo>
                  <a:pt x="377" y="202"/>
                </a:lnTo>
                <a:lnTo>
                  <a:pt x="377" y="201"/>
                </a:lnTo>
                <a:lnTo>
                  <a:pt x="376" y="201"/>
                </a:lnTo>
                <a:lnTo>
                  <a:pt x="376" y="200"/>
                </a:lnTo>
                <a:lnTo>
                  <a:pt x="375" y="200"/>
                </a:lnTo>
                <a:lnTo>
                  <a:pt x="374" y="200"/>
                </a:lnTo>
                <a:lnTo>
                  <a:pt x="373" y="200"/>
                </a:lnTo>
                <a:lnTo>
                  <a:pt x="372" y="200"/>
                </a:lnTo>
                <a:lnTo>
                  <a:pt x="372" y="201"/>
                </a:lnTo>
                <a:lnTo>
                  <a:pt x="371" y="201"/>
                </a:lnTo>
                <a:lnTo>
                  <a:pt x="370" y="200"/>
                </a:lnTo>
                <a:lnTo>
                  <a:pt x="370" y="199"/>
                </a:lnTo>
                <a:lnTo>
                  <a:pt x="369" y="198"/>
                </a:lnTo>
                <a:lnTo>
                  <a:pt x="368" y="198"/>
                </a:lnTo>
                <a:lnTo>
                  <a:pt x="367" y="198"/>
                </a:lnTo>
                <a:lnTo>
                  <a:pt x="367" y="199"/>
                </a:lnTo>
                <a:lnTo>
                  <a:pt x="366" y="199"/>
                </a:lnTo>
                <a:lnTo>
                  <a:pt x="365" y="198"/>
                </a:lnTo>
                <a:lnTo>
                  <a:pt x="364" y="198"/>
                </a:lnTo>
                <a:lnTo>
                  <a:pt x="363" y="198"/>
                </a:lnTo>
                <a:lnTo>
                  <a:pt x="363" y="199"/>
                </a:lnTo>
                <a:lnTo>
                  <a:pt x="362" y="199"/>
                </a:lnTo>
                <a:lnTo>
                  <a:pt x="361" y="199"/>
                </a:lnTo>
                <a:lnTo>
                  <a:pt x="360" y="198"/>
                </a:lnTo>
                <a:lnTo>
                  <a:pt x="359" y="198"/>
                </a:lnTo>
                <a:lnTo>
                  <a:pt x="358" y="198"/>
                </a:lnTo>
                <a:lnTo>
                  <a:pt x="357" y="198"/>
                </a:lnTo>
                <a:lnTo>
                  <a:pt x="356" y="199"/>
                </a:lnTo>
                <a:lnTo>
                  <a:pt x="355" y="199"/>
                </a:lnTo>
                <a:lnTo>
                  <a:pt x="355" y="198"/>
                </a:lnTo>
                <a:lnTo>
                  <a:pt x="355" y="197"/>
                </a:lnTo>
                <a:lnTo>
                  <a:pt x="355" y="196"/>
                </a:lnTo>
                <a:lnTo>
                  <a:pt x="354" y="196"/>
                </a:lnTo>
                <a:lnTo>
                  <a:pt x="353" y="196"/>
                </a:lnTo>
                <a:lnTo>
                  <a:pt x="352" y="196"/>
                </a:lnTo>
                <a:lnTo>
                  <a:pt x="352" y="197"/>
                </a:lnTo>
                <a:lnTo>
                  <a:pt x="351" y="198"/>
                </a:lnTo>
                <a:lnTo>
                  <a:pt x="350" y="198"/>
                </a:lnTo>
                <a:lnTo>
                  <a:pt x="349" y="199"/>
                </a:lnTo>
                <a:lnTo>
                  <a:pt x="349" y="201"/>
                </a:lnTo>
                <a:lnTo>
                  <a:pt x="349" y="202"/>
                </a:lnTo>
                <a:lnTo>
                  <a:pt x="349" y="204"/>
                </a:lnTo>
                <a:lnTo>
                  <a:pt x="349" y="206"/>
                </a:lnTo>
                <a:lnTo>
                  <a:pt x="350" y="206"/>
                </a:lnTo>
                <a:lnTo>
                  <a:pt x="350" y="207"/>
                </a:lnTo>
                <a:lnTo>
                  <a:pt x="349" y="207"/>
                </a:lnTo>
                <a:lnTo>
                  <a:pt x="349" y="208"/>
                </a:lnTo>
                <a:lnTo>
                  <a:pt x="348" y="209"/>
                </a:lnTo>
                <a:lnTo>
                  <a:pt x="347" y="209"/>
                </a:lnTo>
                <a:lnTo>
                  <a:pt x="346" y="209"/>
                </a:lnTo>
                <a:lnTo>
                  <a:pt x="344" y="209"/>
                </a:lnTo>
                <a:lnTo>
                  <a:pt x="343" y="210"/>
                </a:lnTo>
                <a:lnTo>
                  <a:pt x="342" y="210"/>
                </a:lnTo>
                <a:lnTo>
                  <a:pt x="342" y="211"/>
                </a:lnTo>
                <a:lnTo>
                  <a:pt x="341" y="212"/>
                </a:lnTo>
                <a:lnTo>
                  <a:pt x="340" y="212"/>
                </a:lnTo>
                <a:lnTo>
                  <a:pt x="338" y="212"/>
                </a:lnTo>
                <a:lnTo>
                  <a:pt x="337" y="212"/>
                </a:lnTo>
                <a:lnTo>
                  <a:pt x="336" y="212"/>
                </a:lnTo>
                <a:lnTo>
                  <a:pt x="336" y="213"/>
                </a:lnTo>
                <a:lnTo>
                  <a:pt x="336" y="214"/>
                </a:lnTo>
                <a:lnTo>
                  <a:pt x="336" y="215"/>
                </a:lnTo>
                <a:lnTo>
                  <a:pt x="337" y="216"/>
                </a:lnTo>
                <a:lnTo>
                  <a:pt x="338" y="217"/>
                </a:lnTo>
                <a:lnTo>
                  <a:pt x="338" y="218"/>
                </a:lnTo>
                <a:lnTo>
                  <a:pt x="337" y="219"/>
                </a:lnTo>
                <a:lnTo>
                  <a:pt x="336" y="219"/>
                </a:lnTo>
                <a:lnTo>
                  <a:pt x="335" y="219"/>
                </a:lnTo>
                <a:lnTo>
                  <a:pt x="334" y="220"/>
                </a:lnTo>
                <a:lnTo>
                  <a:pt x="333" y="221"/>
                </a:lnTo>
                <a:lnTo>
                  <a:pt x="332" y="222"/>
                </a:lnTo>
                <a:lnTo>
                  <a:pt x="332" y="223"/>
                </a:lnTo>
                <a:lnTo>
                  <a:pt x="333" y="223"/>
                </a:lnTo>
                <a:lnTo>
                  <a:pt x="333" y="224"/>
                </a:lnTo>
                <a:lnTo>
                  <a:pt x="332" y="224"/>
                </a:lnTo>
                <a:lnTo>
                  <a:pt x="331" y="224"/>
                </a:lnTo>
                <a:lnTo>
                  <a:pt x="331" y="225"/>
                </a:lnTo>
                <a:lnTo>
                  <a:pt x="330" y="225"/>
                </a:lnTo>
                <a:lnTo>
                  <a:pt x="328" y="224"/>
                </a:lnTo>
                <a:lnTo>
                  <a:pt x="326" y="224"/>
                </a:lnTo>
                <a:lnTo>
                  <a:pt x="325" y="224"/>
                </a:lnTo>
                <a:lnTo>
                  <a:pt x="325" y="223"/>
                </a:lnTo>
                <a:lnTo>
                  <a:pt x="324" y="223"/>
                </a:lnTo>
                <a:lnTo>
                  <a:pt x="323" y="223"/>
                </a:lnTo>
                <a:lnTo>
                  <a:pt x="321" y="224"/>
                </a:lnTo>
                <a:lnTo>
                  <a:pt x="321" y="225"/>
                </a:lnTo>
                <a:lnTo>
                  <a:pt x="321" y="226"/>
                </a:lnTo>
                <a:lnTo>
                  <a:pt x="321" y="227"/>
                </a:lnTo>
                <a:lnTo>
                  <a:pt x="320" y="227"/>
                </a:lnTo>
                <a:lnTo>
                  <a:pt x="319" y="227"/>
                </a:lnTo>
                <a:lnTo>
                  <a:pt x="317" y="228"/>
                </a:lnTo>
                <a:lnTo>
                  <a:pt x="314" y="229"/>
                </a:lnTo>
                <a:lnTo>
                  <a:pt x="313" y="229"/>
                </a:lnTo>
                <a:lnTo>
                  <a:pt x="312" y="229"/>
                </a:lnTo>
                <a:lnTo>
                  <a:pt x="310" y="230"/>
                </a:lnTo>
                <a:lnTo>
                  <a:pt x="309" y="230"/>
                </a:lnTo>
                <a:lnTo>
                  <a:pt x="308" y="229"/>
                </a:lnTo>
                <a:lnTo>
                  <a:pt x="307" y="228"/>
                </a:lnTo>
                <a:lnTo>
                  <a:pt x="307" y="227"/>
                </a:lnTo>
                <a:lnTo>
                  <a:pt x="306" y="227"/>
                </a:lnTo>
                <a:lnTo>
                  <a:pt x="306" y="226"/>
                </a:lnTo>
                <a:lnTo>
                  <a:pt x="305" y="226"/>
                </a:lnTo>
                <a:lnTo>
                  <a:pt x="304" y="225"/>
                </a:lnTo>
                <a:lnTo>
                  <a:pt x="303" y="225"/>
                </a:lnTo>
                <a:lnTo>
                  <a:pt x="302" y="225"/>
                </a:lnTo>
                <a:lnTo>
                  <a:pt x="301" y="225"/>
                </a:lnTo>
                <a:lnTo>
                  <a:pt x="300" y="225"/>
                </a:lnTo>
                <a:lnTo>
                  <a:pt x="299" y="225"/>
                </a:lnTo>
                <a:lnTo>
                  <a:pt x="298" y="224"/>
                </a:lnTo>
                <a:lnTo>
                  <a:pt x="297" y="224"/>
                </a:lnTo>
                <a:lnTo>
                  <a:pt x="297" y="225"/>
                </a:lnTo>
                <a:lnTo>
                  <a:pt x="296" y="225"/>
                </a:lnTo>
                <a:lnTo>
                  <a:pt x="296" y="226"/>
                </a:lnTo>
                <a:lnTo>
                  <a:pt x="295" y="226"/>
                </a:lnTo>
                <a:lnTo>
                  <a:pt x="293" y="226"/>
                </a:lnTo>
                <a:lnTo>
                  <a:pt x="292" y="227"/>
                </a:lnTo>
                <a:lnTo>
                  <a:pt x="291" y="228"/>
                </a:lnTo>
                <a:lnTo>
                  <a:pt x="291" y="229"/>
                </a:lnTo>
                <a:lnTo>
                  <a:pt x="292" y="230"/>
                </a:lnTo>
                <a:lnTo>
                  <a:pt x="292" y="232"/>
                </a:lnTo>
                <a:lnTo>
                  <a:pt x="291" y="233"/>
                </a:lnTo>
                <a:lnTo>
                  <a:pt x="290" y="234"/>
                </a:lnTo>
                <a:lnTo>
                  <a:pt x="290" y="235"/>
                </a:lnTo>
                <a:lnTo>
                  <a:pt x="289" y="235"/>
                </a:lnTo>
                <a:lnTo>
                  <a:pt x="288" y="235"/>
                </a:lnTo>
                <a:lnTo>
                  <a:pt x="287" y="235"/>
                </a:lnTo>
                <a:lnTo>
                  <a:pt x="285" y="235"/>
                </a:lnTo>
                <a:lnTo>
                  <a:pt x="284" y="235"/>
                </a:lnTo>
                <a:lnTo>
                  <a:pt x="284" y="236"/>
                </a:lnTo>
                <a:lnTo>
                  <a:pt x="284" y="235"/>
                </a:lnTo>
                <a:lnTo>
                  <a:pt x="283" y="235"/>
                </a:lnTo>
                <a:lnTo>
                  <a:pt x="283" y="234"/>
                </a:lnTo>
                <a:lnTo>
                  <a:pt x="283" y="233"/>
                </a:lnTo>
                <a:lnTo>
                  <a:pt x="282" y="233"/>
                </a:lnTo>
                <a:lnTo>
                  <a:pt x="281" y="234"/>
                </a:lnTo>
                <a:lnTo>
                  <a:pt x="280" y="234"/>
                </a:lnTo>
                <a:lnTo>
                  <a:pt x="280" y="233"/>
                </a:lnTo>
                <a:lnTo>
                  <a:pt x="279" y="232"/>
                </a:lnTo>
                <a:lnTo>
                  <a:pt x="277" y="231"/>
                </a:lnTo>
                <a:lnTo>
                  <a:pt x="277" y="230"/>
                </a:lnTo>
                <a:lnTo>
                  <a:pt x="275" y="229"/>
                </a:lnTo>
                <a:lnTo>
                  <a:pt x="274" y="228"/>
                </a:lnTo>
                <a:lnTo>
                  <a:pt x="272" y="228"/>
                </a:lnTo>
                <a:lnTo>
                  <a:pt x="271" y="228"/>
                </a:lnTo>
                <a:lnTo>
                  <a:pt x="269" y="229"/>
                </a:lnTo>
                <a:lnTo>
                  <a:pt x="268" y="228"/>
                </a:lnTo>
                <a:lnTo>
                  <a:pt x="267" y="228"/>
                </a:lnTo>
                <a:lnTo>
                  <a:pt x="266" y="228"/>
                </a:lnTo>
                <a:lnTo>
                  <a:pt x="266" y="229"/>
                </a:lnTo>
                <a:lnTo>
                  <a:pt x="265" y="229"/>
                </a:lnTo>
                <a:lnTo>
                  <a:pt x="264" y="228"/>
                </a:lnTo>
                <a:lnTo>
                  <a:pt x="261" y="228"/>
                </a:lnTo>
                <a:lnTo>
                  <a:pt x="261" y="229"/>
                </a:lnTo>
                <a:lnTo>
                  <a:pt x="260" y="230"/>
                </a:lnTo>
                <a:lnTo>
                  <a:pt x="260" y="231"/>
                </a:lnTo>
                <a:lnTo>
                  <a:pt x="259" y="231"/>
                </a:lnTo>
                <a:lnTo>
                  <a:pt x="258" y="231"/>
                </a:lnTo>
                <a:lnTo>
                  <a:pt x="258" y="230"/>
                </a:lnTo>
                <a:lnTo>
                  <a:pt x="257" y="230"/>
                </a:lnTo>
                <a:lnTo>
                  <a:pt x="257" y="231"/>
                </a:lnTo>
                <a:lnTo>
                  <a:pt x="255" y="231"/>
                </a:lnTo>
                <a:lnTo>
                  <a:pt x="255" y="230"/>
                </a:lnTo>
                <a:lnTo>
                  <a:pt x="254" y="230"/>
                </a:lnTo>
                <a:lnTo>
                  <a:pt x="252" y="230"/>
                </a:lnTo>
                <a:lnTo>
                  <a:pt x="251" y="230"/>
                </a:lnTo>
                <a:lnTo>
                  <a:pt x="248" y="231"/>
                </a:lnTo>
                <a:lnTo>
                  <a:pt x="247" y="232"/>
                </a:lnTo>
                <a:lnTo>
                  <a:pt x="246" y="233"/>
                </a:lnTo>
                <a:lnTo>
                  <a:pt x="245" y="232"/>
                </a:lnTo>
                <a:lnTo>
                  <a:pt x="243" y="231"/>
                </a:lnTo>
                <a:lnTo>
                  <a:pt x="241" y="229"/>
                </a:lnTo>
                <a:lnTo>
                  <a:pt x="241" y="228"/>
                </a:lnTo>
                <a:lnTo>
                  <a:pt x="240" y="228"/>
                </a:lnTo>
                <a:lnTo>
                  <a:pt x="240" y="227"/>
                </a:lnTo>
                <a:lnTo>
                  <a:pt x="239" y="226"/>
                </a:lnTo>
                <a:lnTo>
                  <a:pt x="238" y="226"/>
                </a:lnTo>
                <a:lnTo>
                  <a:pt x="237" y="226"/>
                </a:lnTo>
                <a:lnTo>
                  <a:pt x="236" y="226"/>
                </a:lnTo>
                <a:lnTo>
                  <a:pt x="234" y="226"/>
                </a:lnTo>
                <a:lnTo>
                  <a:pt x="232" y="226"/>
                </a:lnTo>
                <a:lnTo>
                  <a:pt x="231" y="225"/>
                </a:lnTo>
                <a:lnTo>
                  <a:pt x="229" y="224"/>
                </a:lnTo>
                <a:lnTo>
                  <a:pt x="228" y="224"/>
                </a:lnTo>
                <a:lnTo>
                  <a:pt x="228" y="223"/>
                </a:lnTo>
                <a:lnTo>
                  <a:pt x="228" y="222"/>
                </a:lnTo>
                <a:lnTo>
                  <a:pt x="227" y="222"/>
                </a:lnTo>
                <a:lnTo>
                  <a:pt x="227" y="223"/>
                </a:lnTo>
                <a:lnTo>
                  <a:pt x="226" y="223"/>
                </a:lnTo>
                <a:lnTo>
                  <a:pt x="224" y="225"/>
                </a:lnTo>
                <a:lnTo>
                  <a:pt x="224" y="226"/>
                </a:lnTo>
                <a:lnTo>
                  <a:pt x="224" y="227"/>
                </a:lnTo>
                <a:lnTo>
                  <a:pt x="223" y="228"/>
                </a:lnTo>
                <a:lnTo>
                  <a:pt x="222" y="228"/>
                </a:lnTo>
                <a:lnTo>
                  <a:pt x="222" y="229"/>
                </a:lnTo>
                <a:lnTo>
                  <a:pt x="222" y="230"/>
                </a:lnTo>
                <a:lnTo>
                  <a:pt x="222" y="231"/>
                </a:lnTo>
                <a:lnTo>
                  <a:pt x="221" y="230"/>
                </a:lnTo>
                <a:lnTo>
                  <a:pt x="220" y="230"/>
                </a:lnTo>
                <a:lnTo>
                  <a:pt x="219" y="231"/>
                </a:lnTo>
                <a:lnTo>
                  <a:pt x="217" y="231"/>
                </a:lnTo>
                <a:lnTo>
                  <a:pt x="216" y="231"/>
                </a:lnTo>
                <a:lnTo>
                  <a:pt x="215" y="232"/>
                </a:lnTo>
                <a:lnTo>
                  <a:pt x="215" y="233"/>
                </a:lnTo>
                <a:lnTo>
                  <a:pt x="214" y="234"/>
                </a:lnTo>
                <a:lnTo>
                  <a:pt x="213" y="234"/>
                </a:lnTo>
                <a:lnTo>
                  <a:pt x="212" y="234"/>
                </a:lnTo>
                <a:lnTo>
                  <a:pt x="211" y="234"/>
                </a:lnTo>
                <a:lnTo>
                  <a:pt x="209" y="234"/>
                </a:lnTo>
                <a:lnTo>
                  <a:pt x="208" y="234"/>
                </a:lnTo>
                <a:lnTo>
                  <a:pt x="208" y="233"/>
                </a:lnTo>
                <a:lnTo>
                  <a:pt x="207" y="233"/>
                </a:lnTo>
                <a:lnTo>
                  <a:pt x="205" y="234"/>
                </a:lnTo>
                <a:lnTo>
                  <a:pt x="204" y="234"/>
                </a:lnTo>
                <a:lnTo>
                  <a:pt x="204" y="235"/>
                </a:lnTo>
                <a:lnTo>
                  <a:pt x="204" y="236"/>
                </a:lnTo>
                <a:lnTo>
                  <a:pt x="202" y="236"/>
                </a:lnTo>
                <a:lnTo>
                  <a:pt x="201" y="235"/>
                </a:lnTo>
                <a:lnTo>
                  <a:pt x="200" y="235"/>
                </a:lnTo>
                <a:lnTo>
                  <a:pt x="199" y="235"/>
                </a:lnTo>
                <a:lnTo>
                  <a:pt x="198" y="235"/>
                </a:lnTo>
                <a:lnTo>
                  <a:pt x="198" y="236"/>
                </a:lnTo>
                <a:lnTo>
                  <a:pt x="197" y="236"/>
                </a:lnTo>
                <a:lnTo>
                  <a:pt x="196" y="236"/>
                </a:lnTo>
                <a:lnTo>
                  <a:pt x="195" y="236"/>
                </a:lnTo>
                <a:lnTo>
                  <a:pt x="194" y="236"/>
                </a:lnTo>
                <a:lnTo>
                  <a:pt x="194" y="235"/>
                </a:lnTo>
                <a:lnTo>
                  <a:pt x="193" y="235"/>
                </a:lnTo>
                <a:lnTo>
                  <a:pt x="191" y="236"/>
                </a:lnTo>
                <a:lnTo>
                  <a:pt x="190" y="236"/>
                </a:lnTo>
                <a:lnTo>
                  <a:pt x="190" y="237"/>
                </a:lnTo>
                <a:lnTo>
                  <a:pt x="189" y="237"/>
                </a:lnTo>
                <a:lnTo>
                  <a:pt x="189" y="238"/>
                </a:lnTo>
                <a:lnTo>
                  <a:pt x="188" y="238"/>
                </a:lnTo>
                <a:lnTo>
                  <a:pt x="187" y="238"/>
                </a:lnTo>
                <a:lnTo>
                  <a:pt x="186" y="237"/>
                </a:lnTo>
                <a:lnTo>
                  <a:pt x="185" y="237"/>
                </a:lnTo>
                <a:lnTo>
                  <a:pt x="184" y="236"/>
                </a:lnTo>
                <a:lnTo>
                  <a:pt x="183" y="235"/>
                </a:lnTo>
                <a:lnTo>
                  <a:pt x="182" y="234"/>
                </a:lnTo>
                <a:lnTo>
                  <a:pt x="181" y="234"/>
                </a:lnTo>
                <a:lnTo>
                  <a:pt x="180" y="234"/>
                </a:lnTo>
                <a:lnTo>
                  <a:pt x="178" y="234"/>
                </a:lnTo>
                <a:lnTo>
                  <a:pt x="178" y="233"/>
                </a:lnTo>
                <a:lnTo>
                  <a:pt x="177" y="233"/>
                </a:lnTo>
                <a:lnTo>
                  <a:pt x="176" y="232"/>
                </a:lnTo>
                <a:lnTo>
                  <a:pt x="175" y="233"/>
                </a:lnTo>
                <a:lnTo>
                  <a:pt x="174" y="233"/>
                </a:lnTo>
                <a:lnTo>
                  <a:pt x="173" y="232"/>
                </a:lnTo>
                <a:lnTo>
                  <a:pt x="172" y="232"/>
                </a:lnTo>
                <a:lnTo>
                  <a:pt x="171" y="232"/>
                </a:lnTo>
                <a:lnTo>
                  <a:pt x="170" y="231"/>
                </a:lnTo>
                <a:lnTo>
                  <a:pt x="169" y="231"/>
                </a:lnTo>
                <a:lnTo>
                  <a:pt x="166" y="231"/>
                </a:lnTo>
                <a:lnTo>
                  <a:pt x="165" y="231"/>
                </a:lnTo>
                <a:lnTo>
                  <a:pt x="165" y="232"/>
                </a:lnTo>
                <a:lnTo>
                  <a:pt x="164" y="232"/>
                </a:lnTo>
                <a:lnTo>
                  <a:pt x="163" y="232"/>
                </a:lnTo>
                <a:lnTo>
                  <a:pt x="163" y="231"/>
                </a:lnTo>
                <a:lnTo>
                  <a:pt x="161" y="230"/>
                </a:lnTo>
                <a:lnTo>
                  <a:pt x="160" y="229"/>
                </a:lnTo>
                <a:lnTo>
                  <a:pt x="160" y="228"/>
                </a:lnTo>
                <a:lnTo>
                  <a:pt x="160" y="227"/>
                </a:lnTo>
                <a:lnTo>
                  <a:pt x="159" y="227"/>
                </a:lnTo>
                <a:lnTo>
                  <a:pt x="159" y="226"/>
                </a:lnTo>
                <a:lnTo>
                  <a:pt x="160" y="226"/>
                </a:lnTo>
                <a:lnTo>
                  <a:pt x="160" y="225"/>
                </a:lnTo>
                <a:lnTo>
                  <a:pt x="160" y="224"/>
                </a:lnTo>
                <a:lnTo>
                  <a:pt x="160" y="223"/>
                </a:lnTo>
                <a:lnTo>
                  <a:pt x="159" y="223"/>
                </a:lnTo>
                <a:lnTo>
                  <a:pt x="158" y="223"/>
                </a:lnTo>
                <a:lnTo>
                  <a:pt x="158" y="222"/>
                </a:lnTo>
                <a:lnTo>
                  <a:pt x="157" y="221"/>
                </a:lnTo>
                <a:lnTo>
                  <a:pt x="157" y="222"/>
                </a:lnTo>
                <a:lnTo>
                  <a:pt x="156" y="222"/>
                </a:lnTo>
                <a:lnTo>
                  <a:pt x="155" y="221"/>
                </a:lnTo>
                <a:lnTo>
                  <a:pt x="154" y="221"/>
                </a:lnTo>
                <a:lnTo>
                  <a:pt x="154" y="220"/>
                </a:lnTo>
                <a:lnTo>
                  <a:pt x="154" y="219"/>
                </a:lnTo>
                <a:lnTo>
                  <a:pt x="154" y="218"/>
                </a:lnTo>
                <a:lnTo>
                  <a:pt x="155" y="218"/>
                </a:lnTo>
                <a:lnTo>
                  <a:pt x="154" y="217"/>
                </a:lnTo>
                <a:lnTo>
                  <a:pt x="152" y="217"/>
                </a:lnTo>
                <a:lnTo>
                  <a:pt x="151" y="216"/>
                </a:lnTo>
                <a:lnTo>
                  <a:pt x="150" y="215"/>
                </a:lnTo>
                <a:lnTo>
                  <a:pt x="150" y="214"/>
                </a:lnTo>
                <a:lnTo>
                  <a:pt x="151" y="214"/>
                </a:lnTo>
                <a:lnTo>
                  <a:pt x="152" y="214"/>
                </a:lnTo>
                <a:lnTo>
                  <a:pt x="152" y="213"/>
                </a:lnTo>
                <a:lnTo>
                  <a:pt x="152" y="212"/>
                </a:lnTo>
                <a:lnTo>
                  <a:pt x="153" y="212"/>
                </a:lnTo>
                <a:lnTo>
                  <a:pt x="152" y="211"/>
                </a:lnTo>
                <a:lnTo>
                  <a:pt x="151" y="211"/>
                </a:lnTo>
                <a:lnTo>
                  <a:pt x="150" y="209"/>
                </a:lnTo>
                <a:lnTo>
                  <a:pt x="151" y="209"/>
                </a:lnTo>
                <a:lnTo>
                  <a:pt x="152" y="209"/>
                </a:lnTo>
                <a:lnTo>
                  <a:pt x="153" y="209"/>
                </a:lnTo>
                <a:lnTo>
                  <a:pt x="153" y="207"/>
                </a:lnTo>
                <a:lnTo>
                  <a:pt x="152" y="207"/>
                </a:lnTo>
                <a:lnTo>
                  <a:pt x="150" y="205"/>
                </a:lnTo>
                <a:lnTo>
                  <a:pt x="149" y="205"/>
                </a:lnTo>
                <a:lnTo>
                  <a:pt x="148" y="204"/>
                </a:lnTo>
                <a:lnTo>
                  <a:pt x="148" y="203"/>
                </a:lnTo>
                <a:lnTo>
                  <a:pt x="148" y="202"/>
                </a:lnTo>
                <a:lnTo>
                  <a:pt x="149" y="202"/>
                </a:lnTo>
                <a:lnTo>
                  <a:pt x="150" y="202"/>
                </a:lnTo>
                <a:lnTo>
                  <a:pt x="150" y="201"/>
                </a:lnTo>
                <a:lnTo>
                  <a:pt x="149" y="199"/>
                </a:lnTo>
                <a:lnTo>
                  <a:pt x="148" y="199"/>
                </a:lnTo>
                <a:lnTo>
                  <a:pt x="147" y="199"/>
                </a:lnTo>
                <a:lnTo>
                  <a:pt x="147" y="198"/>
                </a:lnTo>
                <a:lnTo>
                  <a:pt x="147" y="196"/>
                </a:lnTo>
                <a:lnTo>
                  <a:pt x="146" y="196"/>
                </a:lnTo>
                <a:lnTo>
                  <a:pt x="145" y="196"/>
                </a:lnTo>
                <a:lnTo>
                  <a:pt x="145" y="194"/>
                </a:lnTo>
                <a:lnTo>
                  <a:pt x="144" y="194"/>
                </a:lnTo>
                <a:lnTo>
                  <a:pt x="144" y="193"/>
                </a:lnTo>
                <a:lnTo>
                  <a:pt x="143" y="193"/>
                </a:lnTo>
                <a:lnTo>
                  <a:pt x="143" y="190"/>
                </a:lnTo>
                <a:lnTo>
                  <a:pt x="142" y="189"/>
                </a:lnTo>
                <a:lnTo>
                  <a:pt x="141" y="188"/>
                </a:lnTo>
                <a:lnTo>
                  <a:pt x="140" y="188"/>
                </a:lnTo>
                <a:lnTo>
                  <a:pt x="140" y="187"/>
                </a:lnTo>
                <a:lnTo>
                  <a:pt x="141" y="186"/>
                </a:lnTo>
                <a:lnTo>
                  <a:pt x="142" y="185"/>
                </a:lnTo>
                <a:lnTo>
                  <a:pt x="142" y="184"/>
                </a:lnTo>
                <a:lnTo>
                  <a:pt x="142" y="182"/>
                </a:lnTo>
                <a:lnTo>
                  <a:pt x="141" y="182"/>
                </a:lnTo>
                <a:lnTo>
                  <a:pt x="140" y="181"/>
                </a:lnTo>
                <a:lnTo>
                  <a:pt x="139" y="179"/>
                </a:lnTo>
                <a:lnTo>
                  <a:pt x="139" y="178"/>
                </a:lnTo>
                <a:lnTo>
                  <a:pt x="139" y="176"/>
                </a:lnTo>
                <a:lnTo>
                  <a:pt x="138" y="175"/>
                </a:lnTo>
                <a:lnTo>
                  <a:pt x="138" y="174"/>
                </a:lnTo>
                <a:lnTo>
                  <a:pt x="138" y="173"/>
                </a:lnTo>
                <a:lnTo>
                  <a:pt x="137" y="173"/>
                </a:lnTo>
                <a:lnTo>
                  <a:pt x="136" y="173"/>
                </a:lnTo>
                <a:lnTo>
                  <a:pt x="136" y="172"/>
                </a:lnTo>
                <a:lnTo>
                  <a:pt x="137" y="171"/>
                </a:lnTo>
                <a:lnTo>
                  <a:pt x="137" y="170"/>
                </a:lnTo>
                <a:lnTo>
                  <a:pt x="138" y="170"/>
                </a:lnTo>
                <a:lnTo>
                  <a:pt x="138" y="169"/>
                </a:lnTo>
                <a:lnTo>
                  <a:pt x="139" y="169"/>
                </a:lnTo>
                <a:lnTo>
                  <a:pt x="138" y="168"/>
                </a:lnTo>
                <a:lnTo>
                  <a:pt x="138" y="167"/>
                </a:lnTo>
                <a:lnTo>
                  <a:pt x="137" y="167"/>
                </a:lnTo>
                <a:lnTo>
                  <a:pt x="137" y="166"/>
                </a:lnTo>
                <a:lnTo>
                  <a:pt x="138" y="166"/>
                </a:lnTo>
                <a:lnTo>
                  <a:pt x="138" y="165"/>
                </a:lnTo>
                <a:lnTo>
                  <a:pt x="138" y="164"/>
                </a:lnTo>
                <a:lnTo>
                  <a:pt x="137" y="163"/>
                </a:lnTo>
                <a:lnTo>
                  <a:pt x="136" y="163"/>
                </a:lnTo>
                <a:lnTo>
                  <a:pt x="135" y="164"/>
                </a:lnTo>
                <a:lnTo>
                  <a:pt x="134" y="164"/>
                </a:lnTo>
                <a:lnTo>
                  <a:pt x="133" y="163"/>
                </a:lnTo>
                <a:lnTo>
                  <a:pt x="133" y="162"/>
                </a:lnTo>
                <a:lnTo>
                  <a:pt x="133" y="161"/>
                </a:lnTo>
                <a:lnTo>
                  <a:pt x="133" y="160"/>
                </a:lnTo>
                <a:lnTo>
                  <a:pt x="133" y="159"/>
                </a:lnTo>
                <a:lnTo>
                  <a:pt x="132" y="159"/>
                </a:lnTo>
                <a:lnTo>
                  <a:pt x="132" y="158"/>
                </a:lnTo>
                <a:lnTo>
                  <a:pt x="132" y="157"/>
                </a:lnTo>
                <a:lnTo>
                  <a:pt x="132" y="156"/>
                </a:lnTo>
                <a:lnTo>
                  <a:pt x="132" y="155"/>
                </a:lnTo>
                <a:lnTo>
                  <a:pt x="131" y="155"/>
                </a:lnTo>
                <a:lnTo>
                  <a:pt x="129" y="155"/>
                </a:lnTo>
                <a:lnTo>
                  <a:pt x="129" y="154"/>
                </a:lnTo>
                <a:lnTo>
                  <a:pt x="130" y="152"/>
                </a:lnTo>
                <a:lnTo>
                  <a:pt x="130" y="151"/>
                </a:lnTo>
                <a:lnTo>
                  <a:pt x="131" y="151"/>
                </a:lnTo>
                <a:lnTo>
                  <a:pt x="131" y="150"/>
                </a:lnTo>
                <a:lnTo>
                  <a:pt x="130" y="149"/>
                </a:lnTo>
                <a:lnTo>
                  <a:pt x="130" y="148"/>
                </a:lnTo>
                <a:lnTo>
                  <a:pt x="129" y="148"/>
                </a:lnTo>
                <a:lnTo>
                  <a:pt x="130" y="147"/>
                </a:lnTo>
                <a:lnTo>
                  <a:pt x="131" y="147"/>
                </a:lnTo>
                <a:lnTo>
                  <a:pt x="132" y="147"/>
                </a:lnTo>
                <a:lnTo>
                  <a:pt x="133" y="147"/>
                </a:lnTo>
                <a:lnTo>
                  <a:pt x="134" y="147"/>
                </a:lnTo>
                <a:lnTo>
                  <a:pt x="135" y="147"/>
                </a:lnTo>
                <a:lnTo>
                  <a:pt x="136" y="147"/>
                </a:lnTo>
                <a:lnTo>
                  <a:pt x="136" y="146"/>
                </a:lnTo>
                <a:lnTo>
                  <a:pt x="137" y="146"/>
                </a:lnTo>
                <a:lnTo>
                  <a:pt x="138" y="146"/>
                </a:lnTo>
                <a:lnTo>
                  <a:pt x="139" y="146"/>
                </a:lnTo>
                <a:lnTo>
                  <a:pt x="140" y="145"/>
                </a:lnTo>
                <a:lnTo>
                  <a:pt x="140" y="144"/>
                </a:lnTo>
                <a:lnTo>
                  <a:pt x="141" y="144"/>
                </a:lnTo>
                <a:lnTo>
                  <a:pt x="141" y="143"/>
                </a:lnTo>
                <a:lnTo>
                  <a:pt x="142" y="143"/>
                </a:lnTo>
                <a:lnTo>
                  <a:pt x="143" y="143"/>
                </a:lnTo>
                <a:lnTo>
                  <a:pt x="143" y="142"/>
                </a:lnTo>
                <a:lnTo>
                  <a:pt x="142" y="142"/>
                </a:lnTo>
                <a:lnTo>
                  <a:pt x="143" y="141"/>
                </a:lnTo>
                <a:lnTo>
                  <a:pt x="143" y="140"/>
                </a:lnTo>
                <a:lnTo>
                  <a:pt x="142" y="140"/>
                </a:lnTo>
                <a:lnTo>
                  <a:pt x="142" y="139"/>
                </a:lnTo>
                <a:lnTo>
                  <a:pt x="142" y="138"/>
                </a:lnTo>
                <a:lnTo>
                  <a:pt x="141" y="138"/>
                </a:lnTo>
                <a:lnTo>
                  <a:pt x="142" y="137"/>
                </a:lnTo>
                <a:lnTo>
                  <a:pt x="143" y="137"/>
                </a:lnTo>
                <a:lnTo>
                  <a:pt x="144" y="136"/>
                </a:lnTo>
                <a:lnTo>
                  <a:pt x="144" y="135"/>
                </a:lnTo>
                <a:lnTo>
                  <a:pt x="143" y="135"/>
                </a:lnTo>
                <a:lnTo>
                  <a:pt x="142" y="135"/>
                </a:lnTo>
                <a:lnTo>
                  <a:pt x="142" y="134"/>
                </a:lnTo>
                <a:lnTo>
                  <a:pt x="141" y="134"/>
                </a:lnTo>
                <a:lnTo>
                  <a:pt x="140" y="135"/>
                </a:lnTo>
                <a:lnTo>
                  <a:pt x="139" y="134"/>
                </a:lnTo>
                <a:lnTo>
                  <a:pt x="138" y="135"/>
                </a:lnTo>
                <a:lnTo>
                  <a:pt x="137" y="135"/>
                </a:lnTo>
                <a:lnTo>
                  <a:pt x="136" y="135"/>
                </a:lnTo>
                <a:lnTo>
                  <a:pt x="135" y="135"/>
                </a:lnTo>
                <a:lnTo>
                  <a:pt x="135" y="134"/>
                </a:lnTo>
                <a:lnTo>
                  <a:pt x="136" y="134"/>
                </a:lnTo>
                <a:lnTo>
                  <a:pt x="136" y="133"/>
                </a:lnTo>
                <a:lnTo>
                  <a:pt x="135" y="133"/>
                </a:lnTo>
                <a:lnTo>
                  <a:pt x="134" y="133"/>
                </a:lnTo>
                <a:lnTo>
                  <a:pt x="133" y="133"/>
                </a:lnTo>
                <a:lnTo>
                  <a:pt x="133" y="132"/>
                </a:lnTo>
                <a:lnTo>
                  <a:pt x="132" y="132"/>
                </a:lnTo>
                <a:lnTo>
                  <a:pt x="132" y="133"/>
                </a:lnTo>
                <a:lnTo>
                  <a:pt x="131" y="133"/>
                </a:lnTo>
                <a:lnTo>
                  <a:pt x="130" y="133"/>
                </a:lnTo>
                <a:lnTo>
                  <a:pt x="128" y="134"/>
                </a:lnTo>
                <a:lnTo>
                  <a:pt x="126" y="134"/>
                </a:lnTo>
                <a:lnTo>
                  <a:pt x="125" y="134"/>
                </a:lnTo>
                <a:lnTo>
                  <a:pt x="125" y="133"/>
                </a:lnTo>
                <a:lnTo>
                  <a:pt x="124" y="132"/>
                </a:lnTo>
                <a:lnTo>
                  <a:pt x="122" y="132"/>
                </a:lnTo>
                <a:lnTo>
                  <a:pt x="121" y="132"/>
                </a:lnTo>
                <a:lnTo>
                  <a:pt x="119" y="132"/>
                </a:lnTo>
                <a:lnTo>
                  <a:pt x="118" y="132"/>
                </a:lnTo>
                <a:lnTo>
                  <a:pt x="118" y="131"/>
                </a:lnTo>
                <a:lnTo>
                  <a:pt x="117" y="131"/>
                </a:lnTo>
                <a:lnTo>
                  <a:pt x="116" y="131"/>
                </a:lnTo>
                <a:lnTo>
                  <a:pt x="115" y="130"/>
                </a:lnTo>
                <a:lnTo>
                  <a:pt x="116" y="130"/>
                </a:lnTo>
                <a:lnTo>
                  <a:pt x="116" y="129"/>
                </a:lnTo>
                <a:lnTo>
                  <a:pt x="116" y="128"/>
                </a:lnTo>
                <a:lnTo>
                  <a:pt x="115" y="128"/>
                </a:lnTo>
                <a:lnTo>
                  <a:pt x="115" y="127"/>
                </a:lnTo>
                <a:lnTo>
                  <a:pt x="116" y="127"/>
                </a:lnTo>
                <a:lnTo>
                  <a:pt x="116" y="126"/>
                </a:lnTo>
                <a:lnTo>
                  <a:pt x="116" y="125"/>
                </a:lnTo>
                <a:lnTo>
                  <a:pt x="115" y="125"/>
                </a:lnTo>
                <a:lnTo>
                  <a:pt x="115" y="124"/>
                </a:lnTo>
                <a:lnTo>
                  <a:pt x="114" y="124"/>
                </a:lnTo>
                <a:lnTo>
                  <a:pt x="114" y="123"/>
                </a:lnTo>
                <a:lnTo>
                  <a:pt x="113" y="122"/>
                </a:lnTo>
                <a:lnTo>
                  <a:pt x="113" y="121"/>
                </a:lnTo>
                <a:lnTo>
                  <a:pt x="112" y="121"/>
                </a:lnTo>
                <a:lnTo>
                  <a:pt x="112" y="122"/>
                </a:lnTo>
                <a:lnTo>
                  <a:pt x="111" y="122"/>
                </a:lnTo>
                <a:lnTo>
                  <a:pt x="110" y="122"/>
                </a:lnTo>
                <a:lnTo>
                  <a:pt x="110" y="123"/>
                </a:lnTo>
                <a:lnTo>
                  <a:pt x="109" y="123"/>
                </a:lnTo>
                <a:lnTo>
                  <a:pt x="109" y="122"/>
                </a:lnTo>
                <a:lnTo>
                  <a:pt x="109" y="121"/>
                </a:lnTo>
                <a:lnTo>
                  <a:pt x="107" y="121"/>
                </a:lnTo>
                <a:lnTo>
                  <a:pt x="106" y="120"/>
                </a:lnTo>
                <a:lnTo>
                  <a:pt x="106" y="119"/>
                </a:lnTo>
                <a:lnTo>
                  <a:pt x="105" y="119"/>
                </a:lnTo>
                <a:lnTo>
                  <a:pt x="104" y="119"/>
                </a:lnTo>
                <a:lnTo>
                  <a:pt x="104" y="118"/>
                </a:lnTo>
                <a:lnTo>
                  <a:pt x="104" y="117"/>
                </a:lnTo>
                <a:lnTo>
                  <a:pt x="103" y="117"/>
                </a:lnTo>
                <a:lnTo>
                  <a:pt x="102" y="116"/>
                </a:lnTo>
                <a:lnTo>
                  <a:pt x="102" y="115"/>
                </a:lnTo>
                <a:lnTo>
                  <a:pt x="102" y="114"/>
                </a:lnTo>
                <a:lnTo>
                  <a:pt x="101" y="114"/>
                </a:lnTo>
                <a:lnTo>
                  <a:pt x="101" y="113"/>
                </a:lnTo>
                <a:lnTo>
                  <a:pt x="101" y="112"/>
                </a:lnTo>
                <a:lnTo>
                  <a:pt x="100" y="112"/>
                </a:lnTo>
                <a:lnTo>
                  <a:pt x="99" y="112"/>
                </a:lnTo>
                <a:lnTo>
                  <a:pt x="98" y="112"/>
                </a:lnTo>
                <a:lnTo>
                  <a:pt x="98" y="113"/>
                </a:lnTo>
                <a:lnTo>
                  <a:pt x="97" y="113"/>
                </a:lnTo>
                <a:lnTo>
                  <a:pt x="96" y="113"/>
                </a:lnTo>
                <a:lnTo>
                  <a:pt x="95" y="113"/>
                </a:lnTo>
                <a:lnTo>
                  <a:pt x="94" y="113"/>
                </a:lnTo>
                <a:lnTo>
                  <a:pt x="93" y="113"/>
                </a:lnTo>
                <a:lnTo>
                  <a:pt x="92" y="113"/>
                </a:lnTo>
                <a:lnTo>
                  <a:pt x="91" y="113"/>
                </a:lnTo>
                <a:lnTo>
                  <a:pt x="90" y="112"/>
                </a:lnTo>
                <a:lnTo>
                  <a:pt x="89" y="112"/>
                </a:lnTo>
                <a:lnTo>
                  <a:pt x="89" y="111"/>
                </a:lnTo>
                <a:lnTo>
                  <a:pt x="88" y="111"/>
                </a:lnTo>
                <a:lnTo>
                  <a:pt x="88" y="110"/>
                </a:lnTo>
                <a:lnTo>
                  <a:pt x="89" y="110"/>
                </a:lnTo>
                <a:lnTo>
                  <a:pt x="88" y="110"/>
                </a:lnTo>
                <a:lnTo>
                  <a:pt x="88" y="109"/>
                </a:lnTo>
                <a:lnTo>
                  <a:pt x="88" y="108"/>
                </a:lnTo>
                <a:lnTo>
                  <a:pt x="87" y="108"/>
                </a:lnTo>
                <a:lnTo>
                  <a:pt x="86" y="108"/>
                </a:lnTo>
                <a:lnTo>
                  <a:pt x="86" y="109"/>
                </a:lnTo>
                <a:lnTo>
                  <a:pt x="85" y="109"/>
                </a:lnTo>
                <a:lnTo>
                  <a:pt x="85" y="110"/>
                </a:lnTo>
                <a:lnTo>
                  <a:pt x="85" y="111"/>
                </a:lnTo>
                <a:lnTo>
                  <a:pt x="84" y="111"/>
                </a:lnTo>
                <a:lnTo>
                  <a:pt x="84" y="112"/>
                </a:lnTo>
                <a:lnTo>
                  <a:pt x="85" y="112"/>
                </a:lnTo>
                <a:lnTo>
                  <a:pt x="84" y="113"/>
                </a:lnTo>
                <a:lnTo>
                  <a:pt x="83" y="113"/>
                </a:lnTo>
                <a:lnTo>
                  <a:pt x="83" y="114"/>
                </a:lnTo>
                <a:lnTo>
                  <a:pt x="83" y="115"/>
                </a:lnTo>
                <a:lnTo>
                  <a:pt x="82" y="115"/>
                </a:lnTo>
                <a:lnTo>
                  <a:pt x="82" y="116"/>
                </a:lnTo>
                <a:lnTo>
                  <a:pt x="81" y="116"/>
                </a:lnTo>
                <a:lnTo>
                  <a:pt x="80" y="117"/>
                </a:lnTo>
                <a:lnTo>
                  <a:pt x="81" y="117"/>
                </a:lnTo>
                <a:lnTo>
                  <a:pt x="81" y="118"/>
                </a:lnTo>
                <a:lnTo>
                  <a:pt x="80" y="118"/>
                </a:lnTo>
                <a:lnTo>
                  <a:pt x="79" y="118"/>
                </a:lnTo>
                <a:lnTo>
                  <a:pt x="78" y="119"/>
                </a:lnTo>
                <a:lnTo>
                  <a:pt x="76" y="119"/>
                </a:lnTo>
                <a:lnTo>
                  <a:pt x="77" y="121"/>
                </a:lnTo>
                <a:lnTo>
                  <a:pt x="76" y="121"/>
                </a:lnTo>
                <a:lnTo>
                  <a:pt x="76" y="123"/>
                </a:lnTo>
                <a:lnTo>
                  <a:pt x="75" y="123"/>
                </a:lnTo>
                <a:lnTo>
                  <a:pt x="74" y="124"/>
                </a:lnTo>
                <a:lnTo>
                  <a:pt x="73" y="124"/>
                </a:lnTo>
                <a:lnTo>
                  <a:pt x="72" y="125"/>
                </a:lnTo>
                <a:lnTo>
                  <a:pt x="72" y="126"/>
                </a:lnTo>
                <a:lnTo>
                  <a:pt x="71" y="126"/>
                </a:lnTo>
                <a:lnTo>
                  <a:pt x="71" y="127"/>
                </a:lnTo>
                <a:lnTo>
                  <a:pt x="71" y="128"/>
                </a:lnTo>
                <a:lnTo>
                  <a:pt x="70" y="128"/>
                </a:lnTo>
                <a:lnTo>
                  <a:pt x="69" y="128"/>
                </a:lnTo>
                <a:lnTo>
                  <a:pt x="68" y="129"/>
                </a:lnTo>
                <a:lnTo>
                  <a:pt x="69" y="129"/>
                </a:lnTo>
                <a:lnTo>
                  <a:pt x="68" y="130"/>
                </a:lnTo>
                <a:lnTo>
                  <a:pt x="68" y="131"/>
                </a:lnTo>
                <a:lnTo>
                  <a:pt x="67" y="132"/>
                </a:lnTo>
                <a:lnTo>
                  <a:pt x="66" y="132"/>
                </a:lnTo>
                <a:lnTo>
                  <a:pt x="65" y="132"/>
                </a:lnTo>
                <a:lnTo>
                  <a:pt x="64" y="132"/>
                </a:lnTo>
                <a:lnTo>
                  <a:pt x="63" y="132"/>
                </a:lnTo>
                <a:lnTo>
                  <a:pt x="62" y="132"/>
                </a:lnTo>
                <a:lnTo>
                  <a:pt x="61" y="132"/>
                </a:lnTo>
                <a:lnTo>
                  <a:pt x="60" y="132"/>
                </a:lnTo>
                <a:lnTo>
                  <a:pt x="58" y="132"/>
                </a:lnTo>
                <a:lnTo>
                  <a:pt x="57" y="132"/>
                </a:lnTo>
                <a:lnTo>
                  <a:pt x="57" y="131"/>
                </a:lnTo>
                <a:lnTo>
                  <a:pt x="56" y="131"/>
                </a:lnTo>
                <a:lnTo>
                  <a:pt x="55" y="131"/>
                </a:lnTo>
                <a:lnTo>
                  <a:pt x="55" y="130"/>
                </a:lnTo>
                <a:lnTo>
                  <a:pt x="54" y="130"/>
                </a:lnTo>
                <a:lnTo>
                  <a:pt x="53" y="130"/>
                </a:lnTo>
                <a:lnTo>
                  <a:pt x="52" y="130"/>
                </a:lnTo>
                <a:lnTo>
                  <a:pt x="51" y="129"/>
                </a:lnTo>
                <a:lnTo>
                  <a:pt x="50" y="129"/>
                </a:lnTo>
                <a:lnTo>
                  <a:pt x="49" y="129"/>
                </a:lnTo>
                <a:lnTo>
                  <a:pt x="48" y="129"/>
                </a:lnTo>
                <a:lnTo>
                  <a:pt x="47" y="129"/>
                </a:lnTo>
                <a:lnTo>
                  <a:pt x="47" y="127"/>
                </a:lnTo>
                <a:lnTo>
                  <a:pt x="48" y="127"/>
                </a:lnTo>
                <a:lnTo>
                  <a:pt x="47" y="125"/>
                </a:lnTo>
                <a:lnTo>
                  <a:pt x="46" y="124"/>
                </a:lnTo>
                <a:lnTo>
                  <a:pt x="45" y="123"/>
                </a:lnTo>
                <a:lnTo>
                  <a:pt x="44" y="123"/>
                </a:lnTo>
                <a:lnTo>
                  <a:pt x="43" y="121"/>
                </a:lnTo>
                <a:lnTo>
                  <a:pt x="42" y="121"/>
                </a:lnTo>
                <a:lnTo>
                  <a:pt x="43" y="121"/>
                </a:lnTo>
                <a:lnTo>
                  <a:pt x="43" y="120"/>
                </a:lnTo>
                <a:lnTo>
                  <a:pt x="43" y="119"/>
                </a:lnTo>
                <a:lnTo>
                  <a:pt x="44" y="118"/>
                </a:lnTo>
                <a:lnTo>
                  <a:pt x="43" y="117"/>
                </a:lnTo>
                <a:lnTo>
                  <a:pt x="42" y="117"/>
                </a:lnTo>
                <a:lnTo>
                  <a:pt x="41" y="116"/>
                </a:lnTo>
                <a:lnTo>
                  <a:pt x="39" y="116"/>
                </a:lnTo>
                <a:lnTo>
                  <a:pt x="38" y="116"/>
                </a:lnTo>
                <a:lnTo>
                  <a:pt x="37" y="116"/>
                </a:lnTo>
                <a:lnTo>
                  <a:pt x="36" y="116"/>
                </a:lnTo>
                <a:lnTo>
                  <a:pt x="35" y="115"/>
                </a:lnTo>
                <a:lnTo>
                  <a:pt x="35" y="114"/>
                </a:lnTo>
                <a:lnTo>
                  <a:pt x="34" y="114"/>
                </a:lnTo>
                <a:lnTo>
                  <a:pt x="33" y="114"/>
                </a:lnTo>
                <a:lnTo>
                  <a:pt x="32" y="114"/>
                </a:lnTo>
                <a:lnTo>
                  <a:pt x="31" y="114"/>
                </a:lnTo>
                <a:lnTo>
                  <a:pt x="31" y="115"/>
                </a:lnTo>
                <a:lnTo>
                  <a:pt x="30" y="115"/>
                </a:lnTo>
                <a:lnTo>
                  <a:pt x="29" y="114"/>
                </a:lnTo>
                <a:lnTo>
                  <a:pt x="29" y="113"/>
                </a:lnTo>
                <a:lnTo>
                  <a:pt x="28" y="112"/>
                </a:lnTo>
                <a:lnTo>
                  <a:pt x="27" y="112"/>
                </a:lnTo>
                <a:lnTo>
                  <a:pt x="25" y="112"/>
                </a:lnTo>
                <a:lnTo>
                  <a:pt x="25" y="111"/>
                </a:lnTo>
                <a:lnTo>
                  <a:pt x="24" y="111"/>
                </a:lnTo>
                <a:lnTo>
                  <a:pt x="23" y="111"/>
                </a:lnTo>
                <a:lnTo>
                  <a:pt x="22" y="110"/>
                </a:lnTo>
                <a:lnTo>
                  <a:pt x="21" y="110"/>
                </a:lnTo>
                <a:lnTo>
                  <a:pt x="20" y="110"/>
                </a:lnTo>
                <a:lnTo>
                  <a:pt x="20" y="109"/>
                </a:lnTo>
                <a:lnTo>
                  <a:pt x="20" y="108"/>
                </a:lnTo>
                <a:lnTo>
                  <a:pt x="19" y="107"/>
                </a:lnTo>
                <a:lnTo>
                  <a:pt x="18" y="107"/>
                </a:lnTo>
                <a:lnTo>
                  <a:pt x="17" y="107"/>
                </a:lnTo>
                <a:lnTo>
                  <a:pt x="16" y="107"/>
                </a:lnTo>
                <a:lnTo>
                  <a:pt x="15" y="107"/>
                </a:lnTo>
                <a:lnTo>
                  <a:pt x="14" y="106"/>
                </a:lnTo>
                <a:lnTo>
                  <a:pt x="14" y="105"/>
                </a:lnTo>
                <a:lnTo>
                  <a:pt x="13" y="105"/>
                </a:lnTo>
                <a:lnTo>
                  <a:pt x="12" y="104"/>
                </a:lnTo>
                <a:lnTo>
                  <a:pt x="12" y="103"/>
                </a:lnTo>
                <a:lnTo>
                  <a:pt x="12" y="102"/>
                </a:lnTo>
                <a:lnTo>
                  <a:pt x="10" y="102"/>
                </a:lnTo>
                <a:lnTo>
                  <a:pt x="8" y="101"/>
                </a:lnTo>
                <a:lnTo>
                  <a:pt x="7" y="101"/>
                </a:lnTo>
                <a:lnTo>
                  <a:pt x="6" y="101"/>
                </a:lnTo>
                <a:lnTo>
                  <a:pt x="5" y="101"/>
                </a:lnTo>
                <a:lnTo>
                  <a:pt x="5" y="102"/>
                </a:lnTo>
                <a:lnTo>
                  <a:pt x="4" y="102"/>
                </a:lnTo>
                <a:lnTo>
                  <a:pt x="3" y="102"/>
                </a:lnTo>
                <a:lnTo>
                  <a:pt x="2" y="102"/>
                </a:lnTo>
                <a:lnTo>
                  <a:pt x="1" y="101"/>
                </a:lnTo>
                <a:lnTo>
                  <a:pt x="0" y="101"/>
                </a:lnTo>
                <a:lnTo>
                  <a:pt x="0" y="100"/>
                </a:lnTo>
                <a:lnTo>
                  <a:pt x="1" y="99"/>
                </a:lnTo>
                <a:lnTo>
                  <a:pt x="2" y="99"/>
                </a:lnTo>
                <a:lnTo>
                  <a:pt x="2" y="98"/>
                </a:lnTo>
                <a:lnTo>
                  <a:pt x="3" y="98"/>
                </a:lnTo>
                <a:lnTo>
                  <a:pt x="4" y="98"/>
                </a:lnTo>
                <a:lnTo>
                  <a:pt x="4" y="97"/>
                </a:lnTo>
                <a:lnTo>
                  <a:pt x="5" y="96"/>
                </a:lnTo>
                <a:lnTo>
                  <a:pt x="6" y="96"/>
                </a:lnTo>
                <a:lnTo>
                  <a:pt x="7" y="96"/>
                </a:lnTo>
                <a:lnTo>
                  <a:pt x="8" y="95"/>
                </a:lnTo>
                <a:lnTo>
                  <a:pt x="9" y="95"/>
                </a:lnTo>
                <a:lnTo>
                  <a:pt x="9" y="94"/>
                </a:lnTo>
                <a:lnTo>
                  <a:pt x="9" y="93"/>
                </a:lnTo>
                <a:lnTo>
                  <a:pt x="10" y="93"/>
                </a:lnTo>
                <a:lnTo>
                  <a:pt x="11" y="93"/>
                </a:lnTo>
                <a:lnTo>
                  <a:pt x="10" y="93"/>
                </a:lnTo>
                <a:lnTo>
                  <a:pt x="10" y="92"/>
                </a:lnTo>
                <a:lnTo>
                  <a:pt x="11" y="92"/>
                </a:lnTo>
                <a:lnTo>
                  <a:pt x="13" y="92"/>
                </a:lnTo>
                <a:lnTo>
                  <a:pt x="14" y="91"/>
                </a:lnTo>
                <a:lnTo>
                  <a:pt x="15" y="91"/>
                </a:lnTo>
                <a:lnTo>
                  <a:pt x="16" y="91"/>
                </a:lnTo>
                <a:lnTo>
                  <a:pt x="17" y="91"/>
                </a:lnTo>
                <a:lnTo>
                  <a:pt x="17" y="90"/>
                </a:lnTo>
                <a:lnTo>
                  <a:pt x="18" y="90"/>
                </a:lnTo>
                <a:lnTo>
                  <a:pt x="19" y="90"/>
                </a:lnTo>
                <a:lnTo>
                  <a:pt x="19" y="89"/>
                </a:lnTo>
                <a:lnTo>
                  <a:pt x="20" y="89"/>
                </a:lnTo>
                <a:lnTo>
                  <a:pt x="21" y="87"/>
                </a:lnTo>
                <a:lnTo>
                  <a:pt x="22" y="87"/>
                </a:lnTo>
                <a:lnTo>
                  <a:pt x="23" y="87"/>
                </a:lnTo>
                <a:lnTo>
                  <a:pt x="23" y="86"/>
                </a:lnTo>
                <a:lnTo>
                  <a:pt x="24" y="86"/>
                </a:lnTo>
                <a:lnTo>
                  <a:pt x="24" y="85"/>
                </a:lnTo>
                <a:lnTo>
                  <a:pt x="24" y="84"/>
                </a:lnTo>
                <a:lnTo>
                  <a:pt x="25" y="83"/>
                </a:lnTo>
                <a:lnTo>
                  <a:pt x="26" y="83"/>
                </a:lnTo>
                <a:lnTo>
                  <a:pt x="26" y="82"/>
                </a:lnTo>
                <a:lnTo>
                  <a:pt x="28" y="82"/>
                </a:lnTo>
                <a:lnTo>
                  <a:pt x="28" y="81"/>
                </a:lnTo>
                <a:lnTo>
                  <a:pt x="29" y="81"/>
                </a:lnTo>
                <a:lnTo>
                  <a:pt x="30" y="80"/>
                </a:lnTo>
                <a:lnTo>
                  <a:pt x="31" y="79"/>
                </a:lnTo>
                <a:lnTo>
                  <a:pt x="33" y="78"/>
                </a:lnTo>
                <a:lnTo>
                  <a:pt x="34" y="78"/>
                </a:lnTo>
                <a:lnTo>
                  <a:pt x="35" y="77"/>
                </a:lnTo>
                <a:lnTo>
                  <a:pt x="36" y="77"/>
                </a:lnTo>
                <a:lnTo>
                  <a:pt x="36" y="76"/>
                </a:lnTo>
                <a:lnTo>
                  <a:pt x="37" y="76"/>
                </a:lnTo>
                <a:lnTo>
                  <a:pt x="37" y="75"/>
                </a:lnTo>
                <a:lnTo>
                  <a:pt x="38" y="74"/>
                </a:lnTo>
                <a:lnTo>
                  <a:pt x="39" y="74"/>
                </a:lnTo>
                <a:lnTo>
                  <a:pt x="38" y="73"/>
                </a:lnTo>
                <a:lnTo>
                  <a:pt x="37" y="72"/>
                </a:lnTo>
                <a:lnTo>
                  <a:pt x="37" y="71"/>
                </a:lnTo>
                <a:lnTo>
                  <a:pt x="38" y="71"/>
                </a:lnTo>
                <a:lnTo>
                  <a:pt x="38" y="70"/>
                </a:lnTo>
                <a:lnTo>
                  <a:pt x="37" y="70"/>
                </a:lnTo>
                <a:lnTo>
                  <a:pt x="38" y="70"/>
                </a:lnTo>
                <a:lnTo>
                  <a:pt x="39" y="70"/>
                </a:lnTo>
                <a:lnTo>
                  <a:pt x="39" y="69"/>
                </a:lnTo>
                <a:lnTo>
                  <a:pt x="40" y="69"/>
                </a:lnTo>
                <a:lnTo>
                  <a:pt x="41" y="68"/>
                </a:lnTo>
                <a:lnTo>
                  <a:pt x="42" y="68"/>
                </a:lnTo>
                <a:lnTo>
                  <a:pt x="43" y="68"/>
                </a:lnTo>
                <a:lnTo>
                  <a:pt x="43" y="67"/>
                </a:lnTo>
                <a:lnTo>
                  <a:pt x="42" y="67"/>
                </a:lnTo>
                <a:lnTo>
                  <a:pt x="43" y="67"/>
                </a:lnTo>
                <a:lnTo>
                  <a:pt x="43" y="66"/>
                </a:lnTo>
                <a:lnTo>
                  <a:pt x="44" y="66"/>
                </a:lnTo>
                <a:lnTo>
                  <a:pt x="44" y="65"/>
                </a:lnTo>
                <a:lnTo>
                  <a:pt x="44" y="64"/>
                </a:lnTo>
                <a:lnTo>
                  <a:pt x="44" y="63"/>
                </a:lnTo>
                <a:lnTo>
                  <a:pt x="45" y="63"/>
                </a:lnTo>
                <a:lnTo>
                  <a:pt x="45" y="62"/>
                </a:lnTo>
                <a:lnTo>
                  <a:pt x="46" y="62"/>
                </a:lnTo>
                <a:lnTo>
                  <a:pt x="46" y="61"/>
                </a:lnTo>
                <a:lnTo>
                  <a:pt x="46" y="60"/>
                </a:lnTo>
                <a:lnTo>
                  <a:pt x="47" y="60"/>
                </a:lnTo>
                <a:lnTo>
                  <a:pt x="47" y="59"/>
                </a:lnTo>
                <a:lnTo>
                  <a:pt x="48" y="59"/>
                </a:lnTo>
                <a:lnTo>
                  <a:pt x="49" y="59"/>
                </a:lnTo>
                <a:lnTo>
                  <a:pt x="50" y="59"/>
                </a:lnTo>
                <a:lnTo>
                  <a:pt x="50" y="58"/>
                </a:lnTo>
                <a:lnTo>
                  <a:pt x="51" y="58"/>
                </a:lnTo>
                <a:lnTo>
                  <a:pt x="52" y="58"/>
                </a:lnTo>
                <a:lnTo>
                  <a:pt x="52" y="57"/>
                </a:lnTo>
                <a:lnTo>
                  <a:pt x="53" y="57"/>
                </a:lnTo>
                <a:lnTo>
                  <a:pt x="54" y="57"/>
                </a:lnTo>
                <a:lnTo>
                  <a:pt x="54" y="56"/>
                </a:lnTo>
                <a:lnTo>
                  <a:pt x="54" y="55"/>
                </a:lnTo>
                <a:lnTo>
                  <a:pt x="55" y="55"/>
                </a:lnTo>
                <a:lnTo>
                  <a:pt x="55" y="54"/>
                </a:lnTo>
                <a:lnTo>
                  <a:pt x="55" y="53"/>
                </a:lnTo>
                <a:lnTo>
                  <a:pt x="56" y="53"/>
                </a:lnTo>
                <a:lnTo>
                  <a:pt x="57" y="52"/>
                </a:lnTo>
                <a:lnTo>
                  <a:pt x="56" y="52"/>
                </a:lnTo>
                <a:lnTo>
                  <a:pt x="55" y="51"/>
                </a:lnTo>
                <a:lnTo>
                  <a:pt x="54" y="51"/>
                </a:lnTo>
                <a:lnTo>
                  <a:pt x="54" y="50"/>
                </a:lnTo>
                <a:lnTo>
                  <a:pt x="53" y="50"/>
                </a:lnTo>
                <a:lnTo>
                  <a:pt x="52" y="50"/>
                </a:lnTo>
                <a:lnTo>
                  <a:pt x="52" y="49"/>
                </a:lnTo>
                <a:lnTo>
                  <a:pt x="53" y="49"/>
                </a:lnTo>
                <a:lnTo>
                  <a:pt x="53" y="48"/>
                </a:lnTo>
                <a:lnTo>
                  <a:pt x="53" y="47"/>
                </a:lnTo>
                <a:lnTo>
                  <a:pt x="53" y="46"/>
                </a:lnTo>
                <a:lnTo>
                  <a:pt x="53" y="47"/>
                </a:lnTo>
                <a:lnTo>
                  <a:pt x="52" y="46"/>
                </a:lnTo>
                <a:lnTo>
                  <a:pt x="51" y="45"/>
                </a:lnTo>
                <a:lnTo>
                  <a:pt x="51" y="44"/>
                </a:lnTo>
                <a:lnTo>
                  <a:pt x="50" y="44"/>
                </a:lnTo>
                <a:lnTo>
                  <a:pt x="50" y="43"/>
                </a:lnTo>
                <a:lnTo>
                  <a:pt x="49" y="44"/>
                </a:lnTo>
                <a:lnTo>
                  <a:pt x="48" y="44"/>
                </a:lnTo>
                <a:lnTo>
                  <a:pt x="47" y="44"/>
                </a:lnTo>
                <a:lnTo>
                  <a:pt x="47" y="43"/>
                </a:lnTo>
                <a:lnTo>
                  <a:pt x="46" y="43"/>
                </a:lnTo>
                <a:lnTo>
                  <a:pt x="46" y="42"/>
                </a:lnTo>
                <a:lnTo>
                  <a:pt x="45" y="42"/>
                </a:lnTo>
                <a:lnTo>
                  <a:pt x="44" y="42"/>
                </a:lnTo>
                <a:lnTo>
                  <a:pt x="43" y="41"/>
                </a:lnTo>
                <a:lnTo>
                  <a:pt x="42" y="41"/>
                </a:lnTo>
                <a:lnTo>
                  <a:pt x="42" y="40"/>
                </a:lnTo>
                <a:lnTo>
                  <a:pt x="42" y="39"/>
                </a:lnTo>
                <a:lnTo>
                  <a:pt x="41" y="39"/>
                </a:lnTo>
                <a:lnTo>
                  <a:pt x="42" y="39"/>
                </a:lnTo>
                <a:lnTo>
                  <a:pt x="43" y="39"/>
                </a:lnTo>
                <a:lnTo>
                  <a:pt x="44" y="38"/>
                </a:lnTo>
                <a:lnTo>
                  <a:pt x="43" y="38"/>
                </a:lnTo>
                <a:lnTo>
                  <a:pt x="43" y="37"/>
                </a:lnTo>
                <a:lnTo>
                  <a:pt x="43" y="36"/>
                </a:lnTo>
                <a:lnTo>
                  <a:pt x="44" y="36"/>
                </a:lnTo>
                <a:lnTo>
                  <a:pt x="44" y="35"/>
                </a:lnTo>
                <a:lnTo>
                  <a:pt x="44" y="34"/>
                </a:lnTo>
                <a:lnTo>
                  <a:pt x="43" y="34"/>
                </a:lnTo>
                <a:lnTo>
                  <a:pt x="42" y="33"/>
                </a:lnTo>
                <a:lnTo>
                  <a:pt x="41" y="33"/>
                </a:lnTo>
                <a:lnTo>
                  <a:pt x="41" y="32"/>
                </a:lnTo>
                <a:lnTo>
                  <a:pt x="40" y="32"/>
                </a:lnTo>
                <a:lnTo>
                  <a:pt x="39" y="32"/>
                </a:lnTo>
                <a:lnTo>
                  <a:pt x="38" y="32"/>
                </a:lnTo>
                <a:lnTo>
                  <a:pt x="37" y="31"/>
                </a:lnTo>
                <a:lnTo>
                  <a:pt x="37" y="30"/>
                </a:lnTo>
                <a:lnTo>
                  <a:pt x="36" y="30"/>
                </a:lnTo>
                <a:lnTo>
                  <a:pt x="35" y="30"/>
                </a:lnTo>
                <a:lnTo>
                  <a:pt x="35" y="29"/>
                </a:lnTo>
                <a:lnTo>
                  <a:pt x="35" y="28"/>
                </a:lnTo>
                <a:lnTo>
                  <a:pt x="34" y="28"/>
                </a:lnTo>
                <a:lnTo>
                  <a:pt x="33" y="29"/>
                </a:lnTo>
                <a:lnTo>
                  <a:pt x="32" y="29"/>
                </a:lnTo>
                <a:lnTo>
                  <a:pt x="32" y="28"/>
                </a:lnTo>
                <a:lnTo>
                  <a:pt x="31" y="27"/>
                </a:lnTo>
                <a:lnTo>
                  <a:pt x="31" y="26"/>
                </a:lnTo>
                <a:lnTo>
                  <a:pt x="30" y="26"/>
                </a:lnTo>
                <a:lnTo>
                  <a:pt x="29" y="26"/>
                </a:lnTo>
                <a:lnTo>
                  <a:pt x="28" y="26"/>
                </a:lnTo>
                <a:lnTo>
                  <a:pt x="28" y="25"/>
                </a:lnTo>
                <a:lnTo>
                  <a:pt x="28" y="24"/>
                </a:lnTo>
                <a:lnTo>
                  <a:pt x="29" y="24"/>
                </a:lnTo>
                <a:lnTo>
                  <a:pt x="30" y="24"/>
                </a:lnTo>
                <a:lnTo>
                  <a:pt x="31" y="24"/>
                </a:lnTo>
                <a:lnTo>
                  <a:pt x="32" y="24"/>
                </a:lnTo>
                <a:lnTo>
                  <a:pt x="33" y="24"/>
                </a:lnTo>
                <a:lnTo>
                  <a:pt x="33" y="23"/>
                </a:lnTo>
                <a:lnTo>
                  <a:pt x="34" y="23"/>
                </a:lnTo>
                <a:lnTo>
                  <a:pt x="35" y="23"/>
                </a:lnTo>
                <a:lnTo>
                  <a:pt x="37" y="23"/>
                </a:lnTo>
                <a:lnTo>
                  <a:pt x="37" y="22"/>
                </a:lnTo>
                <a:lnTo>
                  <a:pt x="38" y="22"/>
                </a:lnTo>
                <a:lnTo>
                  <a:pt x="39" y="22"/>
                </a:lnTo>
                <a:lnTo>
                  <a:pt x="39" y="21"/>
                </a:lnTo>
                <a:lnTo>
                  <a:pt x="40" y="21"/>
                </a:lnTo>
                <a:lnTo>
                  <a:pt x="41" y="21"/>
                </a:lnTo>
                <a:lnTo>
                  <a:pt x="42" y="21"/>
                </a:lnTo>
                <a:lnTo>
                  <a:pt x="42" y="19"/>
                </a:lnTo>
                <a:lnTo>
                  <a:pt x="43" y="19"/>
                </a:lnTo>
                <a:lnTo>
                  <a:pt x="44" y="18"/>
                </a:lnTo>
                <a:lnTo>
                  <a:pt x="45" y="18"/>
                </a:lnTo>
                <a:lnTo>
                  <a:pt x="45" y="17"/>
                </a:lnTo>
                <a:lnTo>
                  <a:pt x="46" y="17"/>
                </a:lnTo>
                <a:lnTo>
                  <a:pt x="46" y="18"/>
                </a:lnTo>
                <a:lnTo>
                  <a:pt x="47" y="18"/>
                </a:lnTo>
                <a:lnTo>
                  <a:pt x="48" y="18"/>
                </a:lnTo>
                <a:lnTo>
                  <a:pt x="49" y="18"/>
                </a:lnTo>
                <a:lnTo>
                  <a:pt x="50" y="18"/>
                </a:lnTo>
                <a:lnTo>
                  <a:pt x="51" y="18"/>
                </a:lnTo>
                <a:lnTo>
                  <a:pt x="52" y="17"/>
                </a:lnTo>
                <a:lnTo>
                  <a:pt x="53" y="17"/>
                </a:lnTo>
                <a:lnTo>
                  <a:pt x="54" y="17"/>
                </a:lnTo>
                <a:lnTo>
                  <a:pt x="54" y="16"/>
                </a:lnTo>
                <a:lnTo>
                  <a:pt x="55" y="16"/>
                </a:lnTo>
                <a:lnTo>
                  <a:pt x="56" y="16"/>
                </a:lnTo>
                <a:lnTo>
                  <a:pt x="56" y="15"/>
                </a:lnTo>
                <a:lnTo>
                  <a:pt x="57" y="15"/>
                </a:lnTo>
                <a:lnTo>
                  <a:pt x="59" y="15"/>
                </a:lnTo>
                <a:lnTo>
                  <a:pt x="60" y="15"/>
                </a:lnTo>
                <a:lnTo>
                  <a:pt x="60" y="14"/>
                </a:lnTo>
                <a:lnTo>
                  <a:pt x="61" y="14"/>
                </a:lnTo>
                <a:lnTo>
                  <a:pt x="62" y="14"/>
                </a:lnTo>
                <a:lnTo>
                  <a:pt x="63" y="14"/>
                </a:lnTo>
                <a:lnTo>
                  <a:pt x="64" y="14"/>
                </a:lnTo>
                <a:lnTo>
                  <a:pt x="66" y="14"/>
                </a:lnTo>
                <a:lnTo>
                  <a:pt x="67" y="14"/>
                </a:lnTo>
                <a:lnTo>
                  <a:pt x="68" y="14"/>
                </a:lnTo>
                <a:lnTo>
                  <a:pt x="69" y="14"/>
                </a:lnTo>
                <a:lnTo>
                  <a:pt x="70" y="14"/>
                </a:lnTo>
                <a:lnTo>
                  <a:pt x="71" y="14"/>
                </a:lnTo>
                <a:lnTo>
                  <a:pt x="72" y="14"/>
                </a:lnTo>
                <a:lnTo>
                  <a:pt x="73" y="14"/>
                </a:lnTo>
                <a:lnTo>
                  <a:pt x="74" y="14"/>
                </a:lnTo>
                <a:lnTo>
                  <a:pt x="75" y="14"/>
                </a:lnTo>
                <a:lnTo>
                  <a:pt x="76" y="14"/>
                </a:lnTo>
                <a:lnTo>
                  <a:pt x="77" y="14"/>
                </a:lnTo>
                <a:lnTo>
                  <a:pt x="78" y="15"/>
                </a:lnTo>
                <a:lnTo>
                  <a:pt x="81" y="15"/>
                </a:lnTo>
                <a:lnTo>
                  <a:pt x="82" y="14"/>
                </a:lnTo>
                <a:lnTo>
                  <a:pt x="83" y="14"/>
                </a:lnTo>
                <a:lnTo>
                  <a:pt x="84" y="14"/>
                </a:lnTo>
                <a:lnTo>
                  <a:pt x="84" y="13"/>
                </a:lnTo>
                <a:lnTo>
                  <a:pt x="85" y="13"/>
                </a:lnTo>
                <a:lnTo>
                  <a:pt x="85" y="12"/>
                </a:lnTo>
                <a:lnTo>
                  <a:pt x="86" y="11"/>
                </a:lnTo>
                <a:lnTo>
                  <a:pt x="87" y="10"/>
                </a:lnTo>
                <a:lnTo>
                  <a:pt x="88" y="10"/>
                </a:lnTo>
                <a:lnTo>
                  <a:pt x="88" y="9"/>
                </a:lnTo>
                <a:lnTo>
                  <a:pt x="89" y="9"/>
                </a:lnTo>
                <a:lnTo>
                  <a:pt x="89" y="10"/>
                </a:lnTo>
                <a:lnTo>
                  <a:pt x="90" y="10"/>
                </a:lnTo>
                <a:lnTo>
                  <a:pt x="91" y="10"/>
                </a:lnTo>
                <a:lnTo>
                  <a:pt x="92" y="10"/>
                </a:lnTo>
                <a:lnTo>
                  <a:pt x="95" y="10"/>
                </a:lnTo>
                <a:lnTo>
                  <a:pt x="96" y="10"/>
                </a:lnTo>
                <a:lnTo>
                  <a:pt x="97" y="10"/>
                </a:lnTo>
                <a:lnTo>
                  <a:pt x="98" y="9"/>
                </a:lnTo>
                <a:lnTo>
                  <a:pt x="99" y="9"/>
                </a:lnTo>
                <a:lnTo>
                  <a:pt x="100" y="9"/>
                </a:lnTo>
                <a:lnTo>
                  <a:pt x="100" y="8"/>
                </a:lnTo>
                <a:lnTo>
                  <a:pt x="101" y="8"/>
                </a:lnTo>
                <a:lnTo>
                  <a:pt x="101" y="7"/>
                </a:lnTo>
                <a:lnTo>
                  <a:pt x="102" y="7"/>
                </a:lnTo>
                <a:lnTo>
                  <a:pt x="103" y="6"/>
                </a:lnTo>
                <a:lnTo>
                  <a:pt x="104" y="6"/>
                </a:lnTo>
                <a:lnTo>
                  <a:pt x="105" y="6"/>
                </a:lnTo>
                <a:lnTo>
                  <a:pt x="106" y="8"/>
                </a:lnTo>
                <a:lnTo>
                  <a:pt x="106" y="9"/>
                </a:lnTo>
                <a:lnTo>
                  <a:pt x="107" y="10"/>
                </a:lnTo>
                <a:lnTo>
                  <a:pt x="108" y="10"/>
                </a:lnTo>
                <a:lnTo>
                  <a:pt x="109" y="11"/>
                </a:lnTo>
                <a:lnTo>
                  <a:pt x="110" y="11"/>
                </a:lnTo>
                <a:lnTo>
                  <a:pt x="110" y="12"/>
                </a:lnTo>
                <a:lnTo>
                  <a:pt x="111" y="12"/>
                </a:lnTo>
                <a:lnTo>
                  <a:pt x="112" y="12"/>
                </a:lnTo>
                <a:lnTo>
                  <a:pt x="114" y="12"/>
                </a:lnTo>
                <a:lnTo>
                  <a:pt x="115" y="12"/>
                </a:lnTo>
                <a:lnTo>
                  <a:pt x="116" y="12"/>
                </a:lnTo>
                <a:lnTo>
                  <a:pt x="116" y="11"/>
                </a:lnTo>
                <a:lnTo>
                  <a:pt x="117" y="11"/>
                </a:lnTo>
                <a:lnTo>
                  <a:pt x="118" y="11"/>
                </a:lnTo>
                <a:lnTo>
                  <a:pt x="119" y="11"/>
                </a:lnTo>
                <a:lnTo>
                  <a:pt x="120" y="11"/>
                </a:lnTo>
                <a:lnTo>
                  <a:pt x="122" y="11"/>
                </a:lnTo>
                <a:lnTo>
                  <a:pt x="123" y="11"/>
                </a:lnTo>
                <a:lnTo>
                  <a:pt x="124" y="11"/>
                </a:lnTo>
                <a:lnTo>
                  <a:pt x="125" y="11"/>
                </a:lnTo>
                <a:lnTo>
                  <a:pt x="125" y="10"/>
                </a:lnTo>
                <a:lnTo>
                  <a:pt x="126" y="10"/>
                </a:lnTo>
                <a:lnTo>
                  <a:pt x="127" y="10"/>
                </a:lnTo>
                <a:lnTo>
                  <a:pt x="130" y="10"/>
                </a:lnTo>
                <a:lnTo>
                  <a:pt x="131" y="11"/>
                </a:lnTo>
                <a:lnTo>
                  <a:pt x="132" y="11"/>
                </a:lnTo>
                <a:lnTo>
                  <a:pt x="136" y="11"/>
                </a:lnTo>
                <a:lnTo>
                  <a:pt x="138" y="11"/>
                </a:lnTo>
                <a:lnTo>
                  <a:pt x="140" y="10"/>
                </a:lnTo>
                <a:lnTo>
                  <a:pt x="141" y="10"/>
                </a:lnTo>
                <a:lnTo>
                  <a:pt x="142" y="10"/>
                </a:lnTo>
                <a:lnTo>
                  <a:pt x="142" y="11"/>
                </a:lnTo>
                <a:lnTo>
                  <a:pt x="144" y="11"/>
                </a:lnTo>
                <a:lnTo>
                  <a:pt x="145" y="11"/>
                </a:lnTo>
                <a:lnTo>
                  <a:pt x="146" y="11"/>
                </a:lnTo>
                <a:lnTo>
                  <a:pt x="147" y="11"/>
                </a:lnTo>
                <a:lnTo>
                  <a:pt x="148" y="11"/>
                </a:lnTo>
                <a:lnTo>
                  <a:pt x="151" y="11"/>
                </a:lnTo>
                <a:lnTo>
                  <a:pt x="152" y="11"/>
                </a:lnTo>
                <a:lnTo>
                  <a:pt x="154" y="10"/>
                </a:lnTo>
                <a:lnTo>
                  <a:pt x="155" y="10"/>
                </a:lnTo>
                <a:lnTo>
                  <a:pt x="156" y="10"/>
                </a:lnTo>
                <a:lnTo>
                  <a:pt x="156" y="9"/>
                </a:lnTo>
                <a:lnTo>
                  <a:pt x="157" y="9"/>
                </a:lnTo>
                <a:lnTo>
                  <a:pt x="158" y="8"/>
                </a:lnTo>
                <a:lnTo>
                  <a:pt x="161" y="8"/>
                </a:lnTo>
                <a:lnTo>
                  <a:pt x="162" y="8"/>
                </a:lnTo>
                <a:lnTo>
                  <a:pt x="162" y="7"/>
                </a:lnTo>
                <a:lnTo>
                  <a:pt x="163" y="7"/>
                </a:lnTo>
                <a:lnTo>
                  <a:pt x="164" y="7"/>
                </a:lnTo>
                <a:lnTo>
                  <a:pt x="165" y="7"/>
                </a:lnTo>
                <a:lnTo>
                  <a:pt x="166" y="7"/>
                </a:lnTo>
                <a:lnTo>
                  <a:pt x="166" y="6"/>
                </a:lnTo>
                <a:lnTo>
                  <a:pt x="167" y="6"/>
                </a:lnTo>
                <a:lnTo>
                  <a:pt x="168" y="6"/>
                </a:lnTo>
                <a:lnTo>
                  <a:pt x="169" y="6"/>
                </a:lnTo>
                <a:lnTo>
                  <a:pt x="171" y="6"/>
                </a:lnTo>
                <a:lnTo>
                  <a:pt x="172" y="6"/>
                </a:lnTo>
                <a:lnTo>
                  <a:pt x="173" y="6"/>
                </a:lnTo>
                <a:lnTo>
                  <a:pt x="174" y="6"/>
                </a:lnTo>
                <a:lnTo>
                  <a:pt x="174" y="7"/>
                </a:lnTo>
                <a:lnTo>
                  <a:pt x="175" y="7"/>
                </a:lnTo>
                <a:lnTo>
                  <a:pt x="177" y="7"/>
                </a:lnTo>
                <a:lnTo>
                  <a:pt x="177" y="6"/>
                </a:lnTo>
                <a:lnTo>
                  <a:pt x="178" y="6"/>
                </a:lnTo>
                <a:lnTo>
                  <a:pt x="179" y="6"/>
                </a:lnTo>
                <a:lnTo>
                  <a:pt x="179" y="5"/>
                </a:lnTo>
                <a:lnTo>
                  <a:pt x="180" y="5"/>
                </a:lnTo>
                <a:lnTo>
                  <a:pt x="181" y="4"/>
                </a:lnTo>
                <a:lnTo>
                  <a:pt x="181" y="3"/>
                </a:lnTo>
                <a:lnTo>
                  <a:pt x="182" y="3"/>
                </a:lnTo>
                <a:lnTo>
                  <a:pt x="182" y="2"/>
                </a:lnTo>
                <a:lnTo>
                  <a:pt x="183" y="2"/>
                </a:lnTo>
                <a:lnTo>
                  <a:pt x="184" y="2"/>
                </a:lnTo>
                <a:lnTo>
                  <a:pt x="184" y="1"/>
                </a:lnTo>
                <a:lnTo>
                  <a:pt x="185" y="1"/>
                </a:lnTo>
                <a:lnTo>
                  <a:pt x="187" y="0"/>
                </a:lnTo>
                <a:lnTo>
                  <a:pt x="189" y="0"/>
                </a:lnTo>
                <a:lnTo>
                  <a:pt x="190" y="0"/>
                </a:lnTo>
                <a:lnTo>
                  <a:pt x="191" y="1"/>
                </a:lnTo>
                <a:lnTo>
                  <a:pt x="192" y="1"/>
                </a:lnTo>
                <a:lnTo>
                  <a:pt x="193" y="2"/>
                </a:lnTo>
                <a:lnTo>
                  <a:pt x="195" y="2"/>
                </a:lnTo>
                <a:lnTo>
                  <a:pt x="198" y="3"/>
                </a:lnTo>
                <a:lnTo>
                  <a:pt x="200" y="3"/>
                </a:lnTo>
                <a:close/>
              </a:path>
            </a:pathLst>
          </a:custGeom>
          <a:solidFill>
            <a:srgbClr val="F9FCCC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7" name=""/>
          <p:cNvSpPr/>
          <p:nvPr/>
        </p:nvSpPr>
        <p:spPr>
          <a:xfrm>
            <a:off x="2310120" y="3961800"/>
            <a:ext cx="39240" cy="43920"/>
          </a:xfrm>
          <a:custGeom>
            <a:avLst/>
            <a:gdLst/>
            <a:ahLst/>
            <a:rect l="0" t="0" r="r" b="b"/>
            <a:pathLst>
              <a:path w="109" h="122">
                <a:moveTo>
                  <a:pt x="56" y="11"/>
                </a:moveTo>
                <a:lnTo>
                  <a:pt x="57" y="12"/>
                </a:lnTo>
                <a:lnTo>
                  <a:pt x="58" y="12"/>
                </a:lnTo>
                <a:lnTo>
                  <a:pt x="59" y="12"/>
                </a:lnTo>
                <a:lnTo>
                  <a:pt x="60" y="13"/>
                </a:lnTo>
                <a:lnTo>
                  <a:pt x="62" y="13"/>
                </a:lnTo>
                <a:lnTo>
                  <a:pt x="63" y="13"/>
                </a:lnTo>
                <a:lnTo>
                  <a:pt x="63" y="14"/>
                </a:lnTo>
                <a:lnTo>
                  <a:pt x="62" y="14"/>
                </a:lnTo>
                <a:lnTo>
                  <a:pt x="63" y="14"/>
                </a:lnTo>
                <a:lnTo>
                  <a:pt x="64" y="14"/>
                </a:lnTo>
                <a:lnTo>
                  <a:pt x="64" y="15"/>
                </a:lnTo>
                <a:lnTo>
                  <a:pt x="65" y="15"/>
                </a:lnTo>
                <a:lnTo>
                  <a:pt x="66" y="16"/>
                </a:lnTo>
                <a:lnTo>
                  <a:pt x="67" y="16"/>
                </a:lnTo>
                <a:lnTo>
                  <a:pt x="67" y="17"/>
                </a:lnTo>
                <a:lnTo>
                  <a:pt x="68" y="17"/>
                </a:lnTo>
                <a:lnTo>
                  <a:pt x="68" y="16"/>
                </a:lnTo>
                <a:lnTo>
                  <a:pt x="69" y="16"/>
                </a:lnTo>
                <a:lnTo>
                  <a:pt x="69" y="17"/>
                </a:lnTo>
                <a:lnTo>
                  <a:pt x="70" y="17"/>
                </a:lnTo>
                <a:lnTo>
                  <a:pt x="71" y="18"/>
                </a:lnTo>
                <a:lnTo>
                  <a:pt x="72" y="17"/>
                </a:lnTo>
                <a:lnTo>
                  <a:pt x="75" y="19"/>
                </a:lnTo>
                <a:lnTo>
                  <a:pt x="76" y="19"/>
                </a:lnTo>
                <a:lnTo>
                  <a:pt x="78" y="20"/>
                </a:lnTo>
                <a:lnTo>
                  <a:pt x="79" y="20"/>
                </a:lnTo>
                <a:lnTo>
                  <a:pt x="81" y="21"/>
                </a:lnTo>
                <a:lnTo>
                  <a:pt x="82" y="21"/>
                </a:lnTo>
                <a:lnTo>
                  <a:pt x="86" y="22"/>
                </a:lnTo>
                <a:lnTo>
                  <a:pt x="87" y="23"/>
                </a:lnTo>
                <a:lnTo>
                  <a:pt x="88" y="23"/>
                </a:lnTo>
                <a:lnTo>
                  <a:pt x="89" y="23"/>
                </a:lnTo>
                <a:lnTo>
                  <a:pt x="92" y="24"/>
                </a:lnTo>
                <a:lnTo>
                  <a:pt x="93" y="24"/>
                </a:lnTo>
                <a:lnTo>
                  <a:pt x="93" y="26"/>
                </a:lnTo>
                <a:lnTo>
                  <a:pt x="93" y="29"/>
                </a:lnTo>
                <a:lnTo>
                  <a:pt x="94" y="29"/>
                </a:lnTo>
                <a:lnTo>
                  <a:pt x="96" y="30"/>
                </a:lnTo>
                <a:lnTo>
                  <a:pt x="97" y="30"/>
                </a:lnTo>
                <a:lnTo>
                  <a:pt x="97" y="29"/>
                </a:lnTo>
                <a:lnTo>
                  <a:pt x="101" y="33"/>
                </a:lnTo>
                <a:lnTo>
                  <a:pt x="102" y="34"/>
                </a:lnTo>
                <a:lnTo>
                  <a:pt x="102" y="35"/>
                </a:lnTo>
                <a:lnTo>
                  <a:pt x="103" y="36"/>
                </a:lnTo>
                <a:lnTo>
                  <a:pt x="103" y="38"/>
                </a:lnTo>
                <a:lnTo>
                  <a:pt x="103" y="39"/>
                </a:lnTo>
                <a:lnTo>
                  <a:pt x="103" y="40"/>
                </a:lnTo>
                <a:lnTo>
                  <a:pt x="102" y="41"/>
                </a:lnTo>
                <a:lnTo>
                  <a:pt x="101" y="41"/>
                </a:lnTo>
                <a:lnTo>
                  <a:pt x="97" y="42"/>
                </a:lnTo>
                <a:lnTo>
                  <a:pt x="94" y="44"/>
                </a:lnTo>
                <a:lnTo>
                  <a:pt x="93" y="52"/>
                </a:lnTo>
                <a:lnTo>
                  <a:pt x="96" y="53"/>
                </a:lnTo>
                <a:lnTo>
                  <a:pt x="96" y="56"/>
                </a:lnTo>
                <a:lnTo>
                  <a:pt x="97" y="56"/>
                </a:lnTo>
                <a:lnTo>
                  <a:pt x="102" y="57"/>
                </a:lnTo>
                <a:lnTo>
                  <a:pt x="109" y="58"/>
                </a:lnTo>
                <a:lnTo>
                  <a:pt x="109" y="60"/>
                </a:lnTo>
                <a:lnTo>
                  <a:pt x="106" y="59"/>
                </a:lnTo>
                <a:lnTo>
                  <a:pt x="103" y="59"/>
                </a:lnTo>
                <a:lnTo>
                  <a:pt x="101" y="59"/>
                </a:lnTo>
                <a:lnTo>
                  <a:pt x="100" y="59"/>
                </a:lnTo>
                <a:lnTo>
                  <a:pt x="95" y="58"/>
                </a:lnTo>
                <a:lnTo>
                  <a:pt x="94" y="58"/>
                </a:lnTo>
                <a:lnTo>
                  <a:pt x="91" y="58"/>
                </a:lnTo>
                <a:lnTo>
                  <a:pt x="91" y="59"/>
                </a:lnTo>
                <a:lnTo>
                  <a:pt x="91" y="60"/>
                </a:lnTo>
                <a:lnTo>
                  <a:pt x="91" y="62"/>
                </a:lnTo>
                <a:lnTo>
                  <a:pt x="90" y="64"/>
                </a:lnTo>
                <a:lnTo>
                  <a:pt x="90" y="65"/>
                </a:lnTo>
                <a:lnTo>
                  <a:pt x="89" y="65"/>
                </a:lnTo>
                <a:lnTo>
                  <a:pt x="90" y="66"/>
                </a:lnTo>
                <a:lnTo>
                  <a:pt x="89" y="66"/>
                </a:lnTo>
                <a:lnTo>
                  <a:pt x="88" y="65"/>
                </a:lnTo>
                <a:lnTo>
                  <a:pt x="87" y="65"/>
                </a:lnTo>
                <a:lnTo>
                  <a:pt x="86" y="65"/>
                </a:lnTo>
                <a:lnTo>
                  <a:pt x="85" y="66"/>
                </a:lnTo>
                <a:lnTo>
                  <a:pt x="84" y="67"/>
                </a:lnTo>
                <a:lnTo>
                  <a:pt x="85" y="69"/>
                </a:lnTo>
                <a:lnTo>
                  <a:pt x="86" y="69"/>
                </a:lnTo>
                <a:lnTo>
                  <a:pt x="88" y="71"/>
                </a:lnTo>
                <a:lnTo>
                  <a:pt x="89" y="72"/>
                </a:lnTo>
                <a:lnTo>
                  <a:pt x="90" y="72"/>
                </a:lnTo>
                <a:lnTo>
                  <a:pt x="93" y="75"/>
                </a:lnTo>
                <a:lnTo>
                  <a:pt x="93" y="76"/>
                </a:lnTo>
                <a:lnTo>
                  <a:pt x="92" y="77"/>
                </a:lnTo>
                <a:lnTo>
                  <a:pt x="95" y="81"/>
                </a:lnTo>
                <a:lnTo>
                  <a:pt x="98" y="88"/>
                </a:lnTo>
                <a:lnTo>
                  <a:pt x="99" y="89"/>
                </a:lnTo>
                <a:lnTo>
                  <a:pt x="102" y="98"/>
                </a:lnTo>
                <a:lnTo>
                  <a:pt x="102" y="102"/>
                </a:lnTo>
                <a:lnTo>
                  <a:pt x="101" y="102"/>
                </a:lnTo>
                <a:lnTo>
                  <a:pt x="100" y="103"/>
                </a:lnTo>
                <a:lnTo>
                  <a:pt x="97" y="104"/>
                </a:lnTo>
                <a:lnTo>
                  <a:pt x="94" y="106"/>
                </a:lnTo>
                <a:lnTo>
                  <a:pt x="93" y="105"/>
                </a:lnTo>
                <a:lnTo>
                  <a:pt x="91" y="105"/>
                </a:lnTo>
                <a:lnTo>
                  <a:pt x="89" y="106"/>
                </a:lnTo>
                <a:lnTo>
                  <a:pt x="88" y="106"/>
                </a:lnTo>
                <a:lnTo>
                  <a:pt x="86" y="106"/>
                </a:lnTo>
                <a:lnTo>
                  <a:pt x="85" y="105"/>
                </a:lnTo>
                <a:lnTo>
                  <a:pt x="83" y="106"/>
                </a:lnTo>
                <a:lnTo>
                  <a:pt x="83" y="105"/>
                </a:lnTo>
                <a:lnTo>
                  <a:pt x="81" y="105"/>
                </a:lnTo>
                <a:lnTo>
                  <a:pt x="79" y="105"/>
                </a:lnTo>
                <a:lnTo>
                  <a:pt x="78" y="105"/>
                </a:lnTo>
                <a:lnTo>
                  <a:pt x="77" y="106"/>
                </a:lnTo>
                <a:lnTo>
                  <a:pt x="76" y="106"/>
                </a:lnTo>
                <a:lnTo>
                  <a:pt x="74" y="106"/>
                </a:lnTo>
                <a:lnTo>
                  <a:pt x="73" y="106"/>
                </a:lnTo>
                <a:lnTo>
                  <a:pt x="70" y="106"/>
                </a:lnTo>
                <a:lnTo>
                  <a:pt x="70" y="107"/>
                </a:lnTo>
                <a:lnTo>
                  <a:pt x="66" y="108"/>
                </a:lnTo>
                <a:lnTo>
                  <a:pt x="62" y="109"/>
                </a:lnTo>
                <a:lnTo>
                  <a:pt x="62" y="108"/>
                </a:lnTo>
                <a:lnTo>
                  <a:pt x="60" y="109"/>
                </a:lnTo>
                <a:lnTo>
                  <a:pt x="60" y="110"/>
                </a:lnTo>
                <a:lnTo>
                  <a:pt x="59" y="111"/>
                </a:lnTo>
                <a:lnTo>
                  <a:pt x="58" y="111"/>
                </a:lnTo>
                <a:lnTo>
                  <a:pt x="57" y="112"/>
                </a:lnTo>
                <a:lnTo>
                  <a:pt x="56" y="112"/>
                </a:lnTo>
                <a:lnTo>
                  <a:pt x="53" y="114"/>
                </a:lnTo>
                <a:lnTo>
                  <a:pt x="51" y="114"/>
                </a:lnTo>
                <a:lnTo>
                  <a:pt x="50" y="115"/>
                </a:lnTo>
                <a:lnTo>
                  <a:pt x="49" y="116"/>
                </a:lnTo>
                <a:lnTo>
                  <a:pt x="47" y="118"/>
                </a:lnTo>
                <a:lnTo>
                  <a:pt x="47" y="119"/>
                </a:lnTo>
                <a:lnTo>
                  <a:pt x="46" y="119"/>
                </a:lnTo>
                <a:lnTo>
                  <a:pt x="45" y="120"/>
                </a:lnTo>
                <a:lnTo>
                  <a:pt x="44" y="121"/>
                </a:lnTo>
                <a:lnTo>
                  <a:pt x="43" y="121"/>
                </a:lnTo>
                <a:lnTo>
                  <a:pt x="42" y="121"/>
                </a:lnTo>
                <a:lnTo>
                  <a:pt x="41" y="121"/>
                </a:lnTo>
                <a:lnTo>
                  <a:pt x="39" y="121"/>
                </a:lnTo>
                <a:lnTo>
                  <a:pt x="38" y="122"/>
                </a:lnTo>
                <a:lnTo>
                  <a:pt x="38" y="121"/>
                </a:lnTo>
                <a:lnTo>
                  <a:pt x="38" y="120"/>
                </a:lnTo>
                <a:lnTo>
                  <a:pt x="38" y="119"/>
                </a:lnTo>
                <a:lnTo>
                  <a:pt x="38" y="118"/>
                </a:lnTo>
                <a:lnTo>
                  <a:pt x="38" y="117"/>
                </a:lnTo>
                <a:lnTo>
                  <a:pt x="37" y="117"/>
                </a:lnTo>
                <a:lnTo>
                  <a:pt x="37" y="116"/>
                </a:lnTo>
                <a:lnTo>
                  <a:pt x="35" y="115"/>
                </a:lnTo>
                <a:lnTo>
                  <a:pt x="35" y="114"/>
                </a:lnTo>
                <a:lnTo>
                  <a:pt x="35" y="113"/>
                </a:lnTo>
                <a:lnTo>
                  <a:pt x="34" y="113"/>
                </a:lnTo>
                <a:lnTo>
                  <a:pt x="34" y="112"/>
                </a:lnTo>
                <a:lnTo>
                  <a:pt x="32" y="112"/>
                </a:lnTo>
                <a:lnTo>
                  <a:pt x="32" y="113"/>
                </a:lnTo>
                <a:lnTo>
                  <a:pt x="31" y="113"/>
                </a:lnTo>
                <a:lnTo>
                  <a:pt x="31" y="112"/>
                </a:lnTo>
                <a:lnTo>
                  <a:pt x="31" y="113"/>
                </a:lnTo>
                <a:lnTo>
                  <a:pt x="30" y="113"/>
                </a:lnTo>
                <a:lnTo>
                  <a:pt x="29" y="113"/>
                </a:lnTo>
                <a:lnTo>
                  <a:pt x="28" y="113"/>
                </a:lnTo>
                <a:lnTo>
                  <a:pt x="28" y="112"/>
                </a:lnTo>
                <a:lnTo>
                  <a:pt x="27" y="112"/>
                </a:lnTo>
                <a:lnTo>
                  <a:pt x="27" y="113"/>
                </a:lnTo>
                <a:lnTo>
                  <a:pt x="26" y="113"/>
                </a:lnTo>
                <a:lnTo>
                  <a:pt x="26" y="112"/>
                </a:lnTo>
                <a:lnTo>
                  <a:pt x="25" y="112"/>
                </a:lnTo>
                <a:lnTo>
                  <a:pt x="25" y="110"/>
                </a:lnTo>
                <a:lnTo>
                  <a:pt x="25" y="109"/>
                </a:lnTo>
                <a:lnTo>
                  <a:pt x="26" y="109"/>
                </a:lnTo>
                <a:lnTo>
                  <a:pt x="26" y="108"/>
                </a:lnTo>
                <a:lnTo>
                  <a:pt x="26" y="107"/>
                </a:lnTo>
                <a:lnTo>
                  <a:pt x="26" y="106"/>
                </a:lnTo>
                <a:lnTo>
                  <a:pt x="25" y="106"/>
                </a:lnTo>
                <a:lnTo>
                  <a:pt x="25" y="105"/>
                </a:lnTo>
                <a:lnTo>
                  <a:pt x="24" y="105"/>
                </a:lnTo>
                <a:lnTo>
                  <a:pt x="23" y="105"/>
                </a:lnTo>
                <a:lnTo>
                  <a:pt x="23" y="104"/>
                </a:lnTo>
                <a:lnTo>
                  <a:pt x="22" y="105"/>
                </a:lnTo>
                <a:lnTo>
                  <a:pt x="21" y="105"/>
                </a:lnTo>
                <a:lnTo>
                  <a:pt x="20" y="105"/>
                </a:lnTo>
                <a:lnTo>
                  <a:pt x="19" y="106"/>
                </a:lnTo>
                <a:lnTo>
                  <a:pt x="18" y="107"/>
                </a:lnTo>
                <a:lnTo>
                  <a:pt x="17" y="108"/>
                </a:lnTo>
                <a:lnTo>
                  <a:pt x="18" y="108"/>
                </a:lnTo>
                <a:lnTo>
                  <a:pt x="18" y="109"/>
                </a:lnTo>
                <a:lnTo>
                  <a:pt x="17" y="109"/>
                </a:lnTo>
                <a:lnTo>
                  <a:pt x="17" y="108"/>
                </a:lnTo>
                <a:lnTo>
                  <a:pt x="17" y="107"/>
                </a:lnTo>
                <a:lnTo>
                  <a:pt x="16" y="107"/>
                </a:lnTo>
                <a:lnTo>
                  <a:pt x="15" y="106"/>
                </a:lnTo>
                <a:lnTo>
                  <a:pt x="15" y="107"/>
                </a:lnTo>
                <a:lnTo>
                  <a:pt x="14" y="107"/>
                </a:lnTo>
                <a:lnTo>
                  <a:pt x="13" y="108"/>
                </a:lnTo>
                <a:lnTo>
                  <a:pt x="13" y="107"/>
                </a:lnTo>
                <a:lnTo>
                  <a:pt x="13" y="106"/>
                </a:lnTo>
                <a:lnTo>
                  <a:pt x="14" y="106"/>
                </a:lnTo>
                <a:lnTo>
                  <a:pt x="14" y="105"/>
                </a:lnTo>
                <a:lnTo>
                  <a:pt x="15" y="105"/>
                </a:lnTo>
                <a:lnTo>
                  <a:pt x="15" y="104"/>
                </a:lnTo>
                <a:lnTo>
                  <a:pt x="15" y="103"/>
                </a:lnTo>
                <a:lnTo>
                  <a:pt x="16" y="103"/>
                </a:lnTo>
                <a:lnTo>
                  <a:pt x="16" y="102"/>
                </a:lnTo>
                <a:lnTo>
                  <a:pt x="15" y="102"/>
                </a:lnTo>
                <a:lnTo>
                  <a:pt x="15" y="101"/>
                </a:lnTo>
                <a:lnTo>
                  <a:pt x="14" y="101"/>
                </a:lnTo>
                <a:lnTo>
                  <a:pt x="13" y="101"/>
                </a:lnTo>
                <a:lnTo>
                  <a:pt x="13" y="100"/>
                </a:lnTo>
                <a:lnTo>
                  <a:pt x="14" y="99"/>
                </a:lnTo>
                <a:lnTo>
                  <a:pt x="14" y="96"/>
                </a:lnTo>
                <a:lnTo>
                  <a:pt x="14" y="94"/>
                </a:lnTo>
                <a:lnTo>
                  <a:pt x="14" y="93"/>
                </a:lnTo>
                <a:lnTo>
                  <a:pt x="13" y="93"/>
                </a:lnTo>
                <a:lnTo>
                  <a:pt x="13" y="92"/>
                </a:lnTo>
                <a:lnTo>
                  <a:pt x="14" y="92"/>
                </a:lnTo>
                <a:lnTo>
                  <a:pt x="14" y="91"/>
                </a:lnTo>
                <a:lnTo>
                  <a:pt x="14" y="90"/>
                </a:lnTo>
                <a:lnTo>
                  <a:pt x="13" y="89"/>
                </a:lnTo>
                <a:lnTo>
                  <a:pt x="13" y="88"/>
                </a:lnTo>
                <a:lnTo>
                  <a:pt x="13" y="87"/>
                </a:lnTo>
                <a:lnTo>
                  <a:pt x="12" y="87"/>
                </a:lnTo>
                <a:lnTo>
                  <a:pt x="11" y="87"/>
                </a:lnTo>
                <a:lnTo>
                  <a:pt x="10" y="87"/>
                </a:lnTo>
                <a:lnTo>
                  <a:pt x="10" y="86"/>
                </a:lnTo>
                <a:lnTo>
                  <a:pt x="8" y="86"/>
                </a:lnTo>
                <a:lnTo>
                  <a:pt x="8" y="87"/>
                </a:lnTo>
                <a:lnTo>
                  <a:pt x="7" y="87"/>
                </a:lnTo>
                <a:lnTo>
                  <a:pt x="7" y="88"/>
                </a:lnTo>
                <a:lnTo>
                  <a:pt x="8" y="88"/>
                </a:lnTo>
                <a:lnTo>
                  <a:pt x="7" y="88"/>
                </a:lnTo>
                <a:lnTo>
                  <a:pt x="6" y="87"/>
                </a:lnTo>
                <a:lnTo>
                  <a:pt x="5" y="87"/>
                </a:lnTo>
                <a:lnTo>
                  <a:pt x="5" y="88"/>
                </a:lnTo>
                <a:lnTo>
                  <a:pt x="5" y="87"/>
                </a:lnTo>
                <a:lnTo>
                  <a:pt x="4" y="87"/>
                </a:lnTo>
                <a:lnTo>
                  <a:pt x="4" y="85"/>
                </a:lnTo>
                <a:lnTo>
                  <a:pt x="4" y="84"/>
                </a:lnTo>
                <a:lnTo>
                  <a:pt x="3" y="84"/>
                </a:lnTo>
                <a:lnTo>
                  <a:pt x="3" y="82"/>
                </a:lnTo>
                <a:lnTo>
                  <a:pt x="4" y="81"/>
                </a:lnTo>
                <a:lnTo>
                  <a:pt x="4" y="80"/>
                </a:lnTo>
                <a:lnTo>
                  <a:pt x="3" y="80"/>
                </a:lnTo>
                <a:lnTo>
                  <a:pt x="3" y="79"/>
                </a:lnTo>
                <a:lnTo>
                  <a:pt x="2" y="79"/>
                </a:lnTo>
                <a:lnTo>
                  <a:pt x="2" y="78"/>
                </a:lnTo>
                <a:lnTo>
                  <a:pt x="1" y="78"/>
                </a:lnTo>
                <a:lnTo>
                  <a:pt x="1" y="79"/>
                </a:lnTo>
                <a:lnTo>
                  <a:pt x="0" y="79"/>
                </a:lnTo>
                <a:lnTo>
                  <a:pt x="0" y="78"/>
                </a:lnTo>
                <a:lnTo>
                  <a:pt x="0" y="77"/>
                </a:lnTo>
                <a:lnTo>
                  <a:pt x="1" y="77"/>
                </a:lnTo>
                <a:lnTo>
                  <a:pt x="1" y="76"/>
                </a:lnTo>
                <a:lnTo>
                  <a:pt x="2" y="75"/>
                </a:lnTo>
                <a:lnTo>
                  <a:pt x="3" y="75"/>
                </a:lnTo>
                <a:lnTo>
                  <a:pt x="4" y="75"/>
                </a:lnTo>
                <a:lnTo>
                  <a:pt x="5" y="75"/>
                </a:lnTo>
                <a:lnTo>
                  <a:pt x="6" y="74"/>
                </a:lnTo>
                <a:lnTo>
                  <a:pt x="7" y="74"/>
                </a:lnTo>
                <a:lnTo>
                  <a:pt x="8" y="74"/>
                </a:lnTo>
                <a:lnTo>
                  <a:pt x="10" y="75"/>
                </a:lnTo>
                <a:lnTo>
                  <a:pt x="11" y="75"/>
                </a:lnTo>
                <a:lnTo>
                  <a:pt x="12" y="75"/>
                </a:lnTo>
                <a:lnTo>
                  <a:pt x="13" y="75"/>
                </a:lnTo>
                <a:lnTo>
                  <a:pt x="14" y="75"/>
                </a:lnTo>
                <a:lnTo>
                  <a:pt x="15" y="75"/>
                </a:lnTo>
                <a:lnTo>
                  <a:pt x="16" y="74"/>
                </a:lnTo>
                <a:lnTo>
                  <a:pt x="17" y="74"/>
                </a:lnTo>
                <a:lnTo>
                  <a:pt x="17" y="75"/>
                </a:lnTo>
                <a:lnTo>
                  <a:pt x="18" y="75"/>
                </a:lnTo>
                <a:lnTo>
                  <a:pt x="18" y="74"/>
                </a:lnTo>
                <a:lnTo>
                  <a:pt x="18" y="73"/>
                </a:lnTo>
                <a:lnTo>
                  <a:pt x="19" y="73"/>
                </a:lnTo>
                <a:lnTo>
                  <a:pt x="20" y="73"/>
                </a:lnTo>
                <a:lnTo>
                  <a:pt x="20" y="74"/>
                </a:lnTo>
                <a:lnTo>
                  <a:pt x="20" y="73"/>
                </a:lnTo>
                <a:lnTo>
                  <a:pt x="21" y="73"/>
                </a:lnTo>
                <a:lnTo>
                  <a:pt x="21" y="72"/>
                </a:lnTo>
                <a:lnTo>
                  <a:pt x="21" y="71"/>
                </a:lnTo>
                <a:lnTo>
                  <a:pt x="20" y="71"/>
                </a:lnTo>
                <a:lnTo>
                  <a:pt x="21" y="71"/>
                </a:lnTo>
                <a:lnTo>
                  <a:pt x="20" y="71"/>
                </a:lnTo>
                <a:lnTo>
                  <a:pt x="20" y="70"/>
                </a:lnTo>
                <a:lnTo>
                  <a:pt x="20" y="69"/>
                </a:lnTo>
                <a:lnTo>
                  <a:pt x="20" y="68"/>
                </a:lnTo>
                <a:lnTo>
                  <a:pt x="20" y="67"/>
                </a:lnTo>
                <a:lnTo>
                  <a:pt x="20" y="65"/>
                </a:lnTo>
                <a:lnTo>
                  <a:pt x="19" y="65"/>
                </a:lnTo>
                <a:lnTo>
                  <a:pt x="19" y="64"/>
                </a:lnTo>
                <a:lnTo>
                  <a:pt x="20" y="64"/>
                </a:lnTo>
                <a:lnTo>
                  <a:pt x="19" y="64"/>
                </a:lnTo>
                <a:lnTo>
                  <a:pt x="19" y="63"/>
                </a:lnTo>
                <a:lnTo>
                  <a:pt x="20" y="62"/>
                </a:lnTo>
                <a:lnTo>
                  <a:pt x="20" y="61"/>
                </a:lnTo>
                <a:lnTo>
                  <a:pt x="21" y="61"/>
                </a:lnTo>
                <a:lnTo>
                  <a:pt x="21" y="60"/>
                </a:lnTo>
                <a:lnTo>
                  <a:pt x="22" y="59"/>
                </a:lnTo>
                <a:lnTo>
                  <a:pt x="23" y="60"/>
                </a:lnTo>
                <a:lnTo>
                  <a:pt x="23" y="61"/>
                </a:lnTo>
                <a:lnTo>
                  <a:pt x="24" y="60"/>
                </a:lnTo>
                <a:lnTo>
                  <a:pt x="25" y="60"/>
                </a:lnTo>
                <a:lnTo>
                  <a:pt x="26" y="60"/>
                </a:lnTo>
                <a:lnTo>
                  <a:pt x="27" y="61"/>
                </a:lnTo>
                <a:lnTo>
                  <a:pt x="28" y="60"/>
                </a:lnTo>
                <a:lnTo>
                  <a:pt x="28" y="59"/>
                </a:lnTo>
                <a:lnTo>
                  <a:pt x="27" y="59"/>
                </a:lnTo>
                <a:lnTo>
                  <a:pt x="27" y="58"/>
                </a:lnTo>
                <a:lnTo>
                  <a:pt x="27" y="57"/>
                </a:lnTo>
                <a:lnTo>
                  <a:pt x="26" y="57"/>
                </a:lnTo>
                <a:lnTo>
                  <a:pt x="26" y="58"/>
                </a:lnTo>
                <a:lnTo>
                  <a:pt x="26" y="57"/>
                </a:lnTo>
                <a:lnTo>
                  <a:pt x="25" y="56"/>
                </a:lnTo>
                <a:lnTo>
                  <a:pt x="26" y="56"/>
                </a:lnTo>
                <a:lnTo>
                  <a:pt x="26" y="55"/>
                </a:lnTo>
                <a:lnTo>
                  <a:pt x="26" y="54"/>
                </a:lnTo>
                <a:lnTo>
                  <a:pt x="25" y="54"/>
                </a:lnTo>
                <a:lnTo>
                  <a:pt x="24" y="54"/>
                </a:lnTo>
                <a:lnTo>
                  <a:pt x="24" y="53"/>
                </a:lnTo>
                <a:lnTo>
                  <a:pt x="25" y="53"/>
                </a:lnTo>
                <a:lnTo>
                  <a:pt x="24" y="53"/>
                </a:lnTo>
                <a:lnTo>
                  <a:pt x="23" y="52"/>
                </a:lnTo>
                <a:lnTo>
                  <a:pt x="24" y="52"/>
                </a:lnTo>
                <a:lnTo>
                  <a:pt x="23" y="52"/>
                </a:lnTo>
                <a:lnTo>
                  <a:pt x="23" y="51"/>
                </a:lnTo>
                <a:lnTo>
                  <a:pt x="24" y="51"/>
                </a:lnTo>
                <a:lnTo>
                  <a:pt x="25" y="51"/>
                </a:lnTo>
                <a:lnTo>
                  <a:pt x="24" y="51"/>
                </a:lnTo>
                <a:lnTo>
                  <a:pt x="24" y="50"/>
                </a:lnTo>
                <a:lnTo>
                  <a:pt x="25" y="50"/>
                </a:lnTo>
                <a:lnTo>
                  <a:pt x="26" y="50"/>
                </a:lnTo>
                <a:lnTo>
                  <a:pt x="27" y="49"/>
                </a:lnTo>
                <a:lnTo>
                  <a:pt x="27" y="48"/>
                </a:lnTo>
                <a:lnTo>
                  <a:pt x="28" y="47"/>
                </a:lnTo>
                <a:lnTo>
                  <a:pt x="27" y="46"/>
                </a:lnTo>
                <a:lnTo>
                  <a:pt x="28" y="45"/>
                </a:lnTo>
                <a:lnTo>
                  <a:pt x="29" y="45"/>
                </a:lnTo>
                <a:lnTo>
                  <a:pt x="28" y="45"/>
                </a:lnTo>
                <a:lnTo>
                  <a:pt x="28" y="44"/>
                </a:lnTo>
                <a:lnTo>
                  <a:pt x="27" y="44"/>
                </a:lnTo>
                <a:lnTo>
                  <a:pt x="27" y="43"/>
                </a:lnTo>
                <a:lnTo>
                  <a:pt x="28" y="43"/>
                </a:lnTo>
                <a:lnTo>
                  <a:pt x="29" y="43"/>
                </a:lnTo>
                <a:lnTo>
                  <a:pt x="30" y="43"/>
                </a:lnTo>
                <a:lnTo>
                  <a:pt x="31" y="42"/>
                </a:lnTo>
                <a:lnTo>
                  <a:pt x="31" y="41"/>
                </a:lnTo>
                <a:lnTo>
                  <a:pt x="32" y="41"/>
                </a:lnTo>
                <a:lnTo>
                  <a:pt x="32" y="40"/>
                </a:lnTo>
                <a:lnTo>
                  <a:pt x="33" y="40"/>
                </a:lnTo>
                <a:lnTo>
                  <a:pt x="34" y="40"/>
                </a:lnTo>
                <a:lnTo>
                  <a:pt x="35" y="40"/>
                </a:lnTo>
                <a:lnTo>
                  <a:pt x="35" y="39"/>
                </a:lnTo>
                <a:lnTo>
                  <a:pt x="35" y="38"/>
                </a:lnTo>
                <a:lnTo>
                  <a:pt x="36" y="38"/>
                </a:lnTo>
                <a:lnTo>
                  <a:pt x="36" y="39"/>
                </a:lnTo>
                <a:lnTo>
                  <a:pt x="36" y="40"/>
                </a:lnTo>
                <a:lnTo>
                  <a:pt x="37" y="40"/>
                </a:lnTo>
                <a:lnTo>
                  <a:pt x="38" y="39"/>
                </a:lnTo>
                <a:lnTo>
                  <a:pt x="39" y="39"/>
                </a:lnTo>
                <a:lnTo>
                  <a:pt x="40" y="39"/>
                </a:lnTo>
                <a:lnTo>
                  <a:pt x="41" y="39"/>
                </a:lnTo>
                <a:lnTo>
                  <a:pt x="41" y="38"/>
                </a:lnTo>
                <a:lnTo>
                  <a:pt x="41" y="37"/>
                </a:lnTo>
                <a:lnTo>
                  <a:pt x="42" y="37"/>
                </a:lnTo>
                <a:lnTo>
                  <a:pt x="42" y="38"/>
                </a:lnTo>
                <a:lnTo>
                  <a:pt x="43" y="38"/>
                </a:lnTo>
                <a:lnTo>
                  <a:pt x="44" y="37"/>
                </a:lnTo>
                <a:lnTo>
                  <a:pt x="45" y="36"/>
                </a:lnTo>
                <a:lnTo>
                  <a:pt x="46" y="36"/>
                </a:lnTo>
                <a:lnTo>
                  <a:pt x="46" y="35"/>
                </a:lnTo>
                <a:lnTo>
                  <a:pt x="47" y="35"/>
                </a:lnTo>
                <a:lnTo>
                  <a:pt x="47" y="34"/>
                </a:lnTo>
                <a:lnTo>
                  <a:pt x="48" y="34"/>
                </a:lnTo>
                <a:lnTo>
                  <a:pt x="48" y="33"/>
                </a:lnTo>
                <a:lnTo>
                  <a:pt x="49" y="33"/>
                </a:lnTo>
                <a:lnTo>
                  <a:pt x="48" y="33"/>
                </a:lnTo>
                <a:lnTo>
                  <a:pt x="48" y="32"/>
                </a:lnTo>
                <a:lnTo>
                  <a:pt x="45" y="31"/>
                </a:lnTo>
                <a:lnTo>
                  <a:pt x="45" y="30"/>
                </a:lnTo>
                <a:lnTo>
                  <a:pt x="44" y="30"/>
                </a:lnTo>
                <a:lnTo>
                  <a:pt x="43" y="29"/>
                </a:lnTo>
                <a:lnTo>
                  <a:pt x="42" y="28"/>
                </a:lnTo>
                <a:lnTo>
                  <a:pt x="40" y="26"/>
                </a:lnTo>
                <a:lnTo>
                  <a:pt x="40" y="25"/>
                </a:lnTo>
                <a:lnTo>
                  <a:pt x="39" y="25"/>
                </a:lnTo>
                <a:lnTo>
                  <a:pt x="38" y="23"/>
                </a:lnTo>
                <a:lnTo>
                  <a:pt x="38" y="22"/>
                </a:lnTo>
                <a:lnTo>
                  <a:pt x="37" y="22"/>
                </a:lnTo>
                <a:lnTo>
                  <a:pt x="36" y="21"/>
                </a:lnTo>
                <a:lnTo>
                  <a:pt x="35" y="20"/>
                </a:lnTo>
                <a:lnTo>
                  <a:pt x="34" y="19"/>
                </a:lnTo>
                <a:lnTo>
                  <a:pt x="33" y="19"/>
                </a:lnTo>
                <a:lnTo>
                  <a:pt x="32" y="18"/>
                </a:lnTo>
                <a:lnTo>
                  <a:pt x="31" y="17"/>
                </a:lnTo>
                <a:lnTo>
                  <a:pt x="30" y="16"/>
                </a:lnTo>
                <a:lnTo>
                  <a:pt x="29" y="16"/>
                </a:lnTo>
                <a:lnTo>
                  <a:pt x="27" y="14"/>
                </a:lnTo>
                <a:lnTo>
                  <a:pt x="26" y="14"/>
                </a:lnTo>
                <a:lnTo>
                  <a:pt x="26" y="13"/>
                </a:lnTo>
                <a:lnTo>
                  <a:pt x="23" y="11"/>
                </a:lnTo>
                <a:lnTo>
                  <a:pt x="24" y="10"/>
                </a:lnTo>
                <a:lnTo>
                  <a:pt x="26" y="9"/>
                </a:lnTo>
                <a:lnTo>
                  <a:pt x="27" y="8"/>
                </a:lnTo>
                <a:lnTo>
                  <a:pt x="28" y="7"/>
                </a:lnTo>
                <a:lnTo>
                  <a:pt x="29" y="6"/>
                </a:lnTo>
                <a:lnTo>
                  <a:pt x="30" y="5"/>
                </a:lnTo>
                <a:lnTo>
                  <a:pt x="31" y="4"/>
                </a:lnTo>
                <a:lnTo>
                  <a:pt x="32" y="4"/>
                </a:lnTo>
                <a:lnTo>
                  <a:pt x="32" y="3"/>
                </a:lnTo>
                <a:lnTo>
                  <a:pt x="33" y="3"/>
                </a:lnTo>
                <a:lnTo>
                  <a:pt x="34" y="2"/>
                </a:lnTo>
                <a:lnTo>
                  <a:pt x="36" y="1"/>
                </a:lnTo>
                <a:lnTo>
                  <a:pt x="37" y="1"/>
                </a:lnTo>
                <a:lnTo>
                  <a:pt x="39" y="0"/>
                </a:lnTo>
                <a:lnTo>
                  <a:pt x="40" y="0"/>
                </a:lnTo>
                <a:lnTo>
                  <a:pt x="41" y="0"/>
                </a:lnTo>
                <a:lnTo>
                  <a:pt x="42" y="0"/>
                </a:lnTo>
                <a:lnTo>
                  <a:pt x="44" y="0"/>
                </a:lnTo>
                <a:lnTo>
                  <a:pt x="44" y="1"/>
                </a:lnTo>
                <a:lnTo>
                  <a:pt x="46" y="1"/>
                </a:lnTo>
                <a:lnTo>
                  <a:pt x="47" y="2"/>
                </a:lnTo>
                <a:lnTo>
                  <a:pt x="48" y="2"/>
                </a:lnTo>
                <a:lnTo>
                  <a:pt x="49" y="4"/>
                </a:lnTo>
                <a:lnTo>
                  <a:pt x="50" y="5"/>
                </a:lnTo>
                <a:lnTo>
                  <a:pt x="50" y="6"/>
                </a:lnTo>
                <a:lnTo>
                  <a:pt x="51" y="6"/>
                </a:lnTo>
                <a:lnTo>
                  <a:pt x="51" y="7"/>
                </a:lnTo>
                <a:lnTo>
                  <a:pt x="51" y="8"/>
                </a:lnTo>
                <a:lnTo>
                  <a:pt x="52" y="9"/>
                </a:lnTo>
                <a:lnTo>
                  <a:pt x="53" y="10"/>
                </a:lnTo>
                <a:lnTo>
                  <a:pt x="54" y="11"/>
                </a:lnTo>
                <a:lnTo>
                  <a:pt x="55" y="11"/>
                </a:lnTo>
                <a:lnTo>
                  <a:pt x="56" y="1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8" name=""/>
          <p:cNvSpPr/>
          <p:nvPr/>
        </p:nvSpPr>
        <p:spPr>
          <a:xfrm>
            <a:off x="2327760" y="3937320"/>
            <a:ext cx="1080" cy="360"/>
          </a:xfrm>
          <a:custGeom>
            <a:avLst/>
            <a:gdLst/>
            <a:ahLst/>
            <a:rect l="0" t="0" r="r" b="b"/>
            <a:pathLst>
              <a:path w="3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3" y="0"/>
                </a:lnTo>
                <a:lnTo>
                  <a:pt x="3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9" name=""/>
          <p:cNvSpPr/>
          <p:nvPr/>
        </p:nvSpPr>
        <p:spPr>
          <a:xfrm>
            <a:off x="2164320" y="3841920"/>
            <a:ext cx="181080" cy="160920"/>
          </a:xfrm>
          <a:custGeom>
            <a:avLst/>
            <a:gdLst/>
            <a:ahLst/>
            <a:rect l="0" t="0" r="r" b="b"/>
            <a:pathLst>
              <a:path w="503" h="447">
                <a:moveTo>
                  <a:pt x="260" y="0"/>
                </a:moveTo>
                <a:lnTo>
                  <a:pt x="261" y="0"/>
                </a:lnTo>
                <a:lnTo>
                  <a:pt x="261" y="1"/>
                </a:lnTo>
                <a:lnTo>
                  <a:pt x="262" y="1"/>
                </a:lnTo>
                <a:lnTo>
                  <a:pt x="264" y="1"/>
                </a:lnTo>
                <a:lnTo>
                  <a:pt x="265" y="1"/>
                </a:lnTo>
                <a:lnTo>
                  <a:pt x="265" y="2"/>
                </a:lnTo>
                <a:lnTo>
                  <a:pt x="265" y="3"/>
                </a:lnTo>
                <a:lnTo>
                  <a:pt x="266" y="3"/>
                </a:lnTo>
                <a:lnTo>
                  <a:pt x="266" y="4"/>
                </a:lnTo>
                <a:lnTo>
                  <a:pt x="265" y="5"/>
                </a:lnTo>
                <a:lnTo>
                  <a:pt x="262" y="5"/>
                </a:lnTo>
                <a:lnTo>
                  <a:pt x="261" y="6"/>
                </a:lnTo>
                <a:lnTo>
                  <a:pt x="260" y="7"/>
                </a:lnTo>
                <a:lnTo>
                  <a:pt x="260" y="6"/>
                </a:lnTo>
                <a:lnTo>
                  <a:pt x="260" y="7"/>
                </a:lnTo>
                <a:lnTo>
                  <a:pt x="259" y="7"/>
                </a:lnTo>
                <a:lnTo>
                  <a:pt x="258" y="9"/>
                </a:lnTo>
                <a:lnTo>
                  <a:pt x="257" y="9"/>
                </a:lnTo>
                <a:lnTo>
                  <a:pt x="257" y="10"/>
                </a:lnTo>
                <a:lnTo>
                  <a:pt x="257" y="11"/>
                </a:lnTo>
                <a:lnTo>
                  <a:pt x="257" y="12"/>
                </a:lnTo>
                <a:lnTo>
                  <a:pt x="256" y="12"/>
                </a:lnTo>
                <a:lnTo>
                  <a:pt x="256" y="13"/>
                </a:lnTo>
                <a:lnTo>
                  <a:pt x="256" y="15"/>
                </a:lnTo>
                <a:lnTo>
                  <a:pt x="256" y="16"/>
                </a:lnTo>
                <a:lnTo>
                  <a:pt x="256" y="17"/>
                </a:lnTo>
                <a:lnTo>
                  <a:pt x="256" y="18"/>
                </a:lnTo>
                <a:lnTo>
                  <a:pt x="256" y="19"/>
                </a:lnTo>
                <a:lnTo>
                  <a:pt x="256" y="20"/>
                </a:lnTo>
                <a:lnTo>
                  <a:pt x="256" y="21"/>
                </a:lnTo>
                <a:lnTo>
                  <a:pt x="256" y="22"/>
                </a:lnTo>
                <a:lnTo>
                  <a:pt x="256" y="23"/>
                </a:lnTo>
                <a:lnTo>
                  <a:pt x="255" y="24"/>
                </a:lnTo>
                <a:lnTo>
                  <a:pt x="256" y="24"/>
                </a:lnTo>
                <a:lnTo>
                  <a:pt x="255" y="24"/>
                </a:lnTo>
                <a:lnTo>
                  <a:pt x="255" y="25"/>
                </a:lnTo>
                <a:lnTo>
                  <a:pt x="256" y="25"/>
                </a:lnTo>
                <a:lnTo>
                  <a:pt x="256" y="28"/>
                </a:lnTo>
                <a:lnTo>
                  <a:pt x="255" y="28"/>
                </a:lnTo>
                <a:lnTo>
                  <a:pt x="256" y="28"/>
                </a:lnTo>
                <a:lnTo>
                  <a:pt x="257" y="28"/>
                </a:lnTo>
                <a:lnTo>
                  <a:pt x="257" y="29"/>
                </a:lnTo>
                <a:lnTo>
                  <a:pt x="255" y="30"/>
                </a:lnTo>
                <a:lnTo>
                  <a:pt x="256" y="30"/>
                </a:lnTo>
                <a:lnTo>
                  <a:pt x="256" y="31"/>
                </a:lnTo>
                <a:lnTo>
                  <a:pt x="257" y="30"/>
                </a:lnTo>
                <a:lnTo>
                  <a:pt x="257" y="31"/>
                </a:lnTo>
                <a:lnTo>
                  <a:pt x="257" y="32"/>
                </a:lnTo>
                <a:lnTo>
                  <a:pt x="258" y="33"/>
                </a:lnTo>
                <a:lnTo>
                  <a:pt x="258" y="34"/>
                </a:lnTo>
                <a:lnTo>
                  <a:pt x="258" y="35"/>
                </a:lnTo>
                <a:lnTo>
                  <a:pt x="259" y="35"/>
                </a:lnTo>
                <a:lnTo>
                  <a:pt x="260" y="35"/>
                </a:lnTo>
                <a:lnTo>
                  <a:pt x="261" y="34"/>
                </a:lnTo>
                <a:lnTo>
                  <a:pt x="262" y="34"/>
                </a:lnTo>
                <a:lnTo>
                  <a:pt x="264" y="34"/>
                </a:lnTo>
                <a:lnTo>
                  <a:pt x="264" y="35"/>
                </a:lnTo>
                <a:lnTo>
                  <a:pt x="265" y="35"/>
                </a:lnTo>
                <a:lnTo>
                  <a:pt x="266" y="36"/>
                </a:lnTo>
                <a:lnTo>
                  <a:pt x="267" y="36"/>
                </a:lnTo>
                <a:lnTo>
                  <a:pt x="268" y="36"/>
                </a:lnTo>
                <a:lnTo>
                  <a:pt x="268" y="37"/>
                </a:lnTo>
                <a:lnTo>
                  <a:pt x="269" y="37"/>
                </a:lnTo>
                <a:lnTo>
                  <a:pt x="270" y="37"/>
                </a:lnTo>
                <a:lnTo>
                  <a:pt x="271" y="37"/>
                </a:lnTo>
                <a:lnTo>
                  <a:pt x="272" y="37"/>
                </a:lnTo>
                <a:lnTo>
                  <a:pt x="272" y="38"/>
                </a:lnTo>
                <a:lnTo>
                  <a:pt x="273" y="38"/>
                </a:lnTo>
                <a:lnTo>
                  <a:pt x="274" y="38"/>
                </a:lnTo>
                <a:lnTo>
                  <a:pt x="275" y="39"/>
                </a:lnTo>
                <a:lnTo>
                  <a:pt x="276" y="39"/>
                </a:lnTo>
                <a:lnTo>
                  <a:pt x="277" y="39"/>
                </a:lnTo>
                <a:lnTo>
                  <a:pt x="278" y="39"/>
                </a:lnTo>
                <a:lnTo>
                  <a:pt x="279" y="39"/>
                </a:lnTo>
                <a:lnTo>
                  <a:pt x="280" y="39"/>
                </a:lnTo>
                <a:lnTo>
                  <a:pt x="280" y="40"/>
                </a:lnTo>
                <a:lnTo>
                  <a:pt x="281" y="40"/>
                </a:lnTo>
                <a:lnTo>
                  <a:pt x="282" y="40"/>
                </a:lnTo>
                <a:lnTo>
                  <a:pt x="284" y="41"/>
                </a:lnTo>
                <a:lnTo>
                  <a:pt x="285" y="41"/>
                </a:lnTo>
                <a:lnTo>
                  <a:pt x="285" y="40"/>
                </a:lnTo>
                <a:lnTo>
                  <a:pt x="286" y="40"/>
                </a:lnTo>
                <a:lnTo>
                  <a:pt x="286" y="41"/>
                </a:lnTo>
                <a:lnTo>
                  <a:pt x="285" y="41"/>
                </a:lnTo>
                <a:lnTo>
                  <a:pt x="284" y="41"/>
                </a:lnTo>
                <a:lnTo>
                  <a:pt x="284" y="42"/>
                </a:lnTo>
                <a:lnTo>
                  <a:pt x="282" y="42"/>
                </a:lnTo>
                <a:lnTo>
                  <a:pt x="283" y="43"/>
                </a:lnTo>
                <a:lnTo>
                  <a:pt x="282" y="44"/>
                </a:lnTo>
                <a:lnTo>
                  <a:pt x="282" y="43"/>
                </a:lnTo>
                <a:lnTo>
                  <a:pt x="281" y="44"/>
                </a:lnTo>
                <a:lnTo>
                  <a:pt x="281" y="45"/>
                </a:lnTo>
                <a:lnTo>
                  <a:pt x="280" y="45"/>
                </a:lnTo>
                <a:lnTo>
                  <a:pt x="280" y="46"/>
                </a:lnTo>
                <a:lnTo>
                  <a:pt x="280" y="47"/>
                </a:lnTo>
                <a:lnTo>
                  <a:pt x="281" y="47"/>
                </a:lnTo>
                <a:lnTo>
                  <a:pt x="282" y="48"/>
                </a:lnTo>
                <a:lnTo>
                  <a:pt x="283" y="48"/>
                </a:lnTo>
                <a:lnTo>
                  <a:pt x="283" y="49"/>
                </a:lnTo>
                <a:lnTo>
                  <a:pt x="286" y="51"/>
                </a:lnTo>
                <a:lnTo>
                  <a:pt x="286" y="52"/>
                </a:lnTo>
                <a:lnTo>
                  <a:pt x="288" y="51"/>
                </a:lnTo>
                <a:lnTo>
                  <a:pt x="289" y="51"/>
                </a:lnTo>
                <a:lnTo>
                  <a:pt x="289" y="53"/>
                </a:lnTo>
                <a:lnTo>
                  <a:pt x="290" y="53"/>
                </a:lnTo>
                <a:lnTo>
                  <a:pt x="290" y="54"/>
                </a:lnTo>
                <a:lnTo>
                  <a:pt x="291" y="55"/>
                </a:lnTo>
                <a:lnTo>
                  <a:pt x="292" y="55"/>
                </a:lnTo>
                <a:lnTo>
                  <a:pt x="291" y="55"/>
                </a:lnTo>
                <a:lnTo>
                  <a:pt x="293" y="56"/>
                </a:lnTo>
                <a:lnTo>
                  <a:pt x="294" y="56"/>
                </a:lnTo>
                <a:lnTo>
                  <a:pt x="295" y="57"/>
                </a:lnTo>
                <a:lnTo>
                  <a:pt x="296" y="57"/>
                </a:lnTo>
                <a:lnTo>
                  <a:pt x="297" y="58"/>
                </a:lnTo>
                <a:lnTo>
                  <a:pt x="297" y="59"/>
                </a:lnTo>
                <a:lnTo>
                  <a:pt x="297" y="60"/>
                </a:lnTo>
                <a:lnTo>
                  <a:pt x="297" y="62"/>
                </a:lnTo>
                <a:lnTo>
                  <a:pt x="298" y="62"/>
                </a:lnTo>
                <a:lnTo>
                  <a:pt x="300" y="62"/>
                </a:lnTo>
                <a:lnTo>
                  <a:pt x="300" y="61"/>
                </a:lnTo>
                <a:lnTo>
                  <a:pt x="301" y="61"/>
                </a:lnTo>
                <a:lnTo>
                  <a:pt x="301" y="62"/>
                </a:lnTo>
                <a:lnTo>
                  <a:pt x="302" y="61"/>
                </a:lnTo>
                <a:lnTo>
                  <a:pt x="304" y="61"/>
                </a:lnTo>
                <a:lnTo>
                  <a:pt x="304" y="62"/>
                </a:lnTo>
                <a:lnTo>
                  <a:pt x="305" y="62"/>
                </a:lnTo>
                <a:lnTo>
                  <a:pt x="308" y="64"/>
                </a:lnTo>
                <a:lnTo>
                  <a:pt x="309" y="64"/>
                </a:lnTo>
                <a:lnTo>
                  <a:pt x="310" y="65"/>
                </a:lnTo>
                <a:lnTo>
                  <a:pt x="309" y="65"/>
                </a:lnTo>
                <a:lnTo>
                  <a:pt x="310" y="66"/>
                </a:lnTo>
                <a:lnTo>
                  <a:pt x="310" y="67"/>
                </a:lnTo>
                <a:lnTo>
                  <a:pt x="311" y="67"/>
                </a:lnTo>
                <a:lnTo>
                  <a:pt x="312" y="67"/>
                </a:lnTo>
                <a:lnTo>
                  <a:pt x="313" y="67"/>
                </a:lnTo>
                <a:lnTo>
                  <a:pt x="314" y="68"/>
                </a:lnTo>
                <a:lnTo>
                  <a:pt x="315" y="68"/>
                </a:lnTo>
                <a:lnTo>
                  <a:pt x="318" y="68"/>
                </a:lnTo>
                <a:lnTo>
                  <a:pt x="319" y="68"/>
                </a:lnTo>
                <a:lnTo>
                  <a:pt x="319" y="69"/>
                </a:lnTo>
                <a:lnTo>
                  <a:pt x="320" y="69"/>
                </a:lnTo>
                <a:lnTo>
                  <a:pt x="321" y="69"/>
                </a:lnTo>
                <a:lnTo>
                  <a:pt x="322" y="69"/>
                </a:lnTo>
                <a:lnTo>
                  <a:pt x="323" y="69"/>
                </a:lnTo>
                <a:lnTo>
                  <a:pt x="324" y="70"/>
                </a:lnTo>
                <a:lnTo>
                  <a:pt x="325" y="70"/>
                </a:lnTo>
                <a:lnTo>
                  <a:pt x="327" y="71"/>
                </a:lnTo>
                <a:lnTo>
                  <a:pt x="328" y="71"/>
                </a:lnTo>
                <a:lnTo>
                  <a:pt x="329" y="72"/>
                </a:lnTo>
                <a:lnTo>
                  <a:pt x="330" y="72"/>
                </a:lnTo>
                <a:lnTo>
                  <a:pt x="332" y="73"/>
                </a:lnTo>
                <a:lnTo>
                  <a:pt x="334" y="74"/>
                </a:lnTo>
                <a:lnTo>
                  <a:pt x="335" y="74"/>
                </a:lnTo>
                <a:lnTo>
                  <a:pt x="335" y="75"/>
                </a:lnTo>
                <a:lnTo>
                  <a:pt x="337" y="76"/>
                </a:lnTo>
                <a:lnTo>
                  <a:pt x="337" y="77"/>
                </a:lnTo>
                <a:lnTo>
                  <a:pt x="338" y="77"/>
                </a:lnTo>
                <a:lnTo>
                  <a:pt x="339" y="77"/>
                </a:lnTo>
                <a:lnTo>
                  <a:pt x="339" y="78"/>
                </a:lnTo>
                <a:lnTo>
                  <a:pt x="340" y="78"/>
                </a:lnTo>
                <a:lnTo>
                  <a:pt x="342" y="79"/>
                </a:lnTo>
                <a:lnTo>
                  <a:pt x="343" y="79"/>
                </a:lnTo>
                <a:lnTo>
                  <a:pt x="344" y="80"/>
                </a:lnTo>
                <a:lnTo>
                  <a:pt x="345" y="80"/>
                </a:lnTo>
                <a:lnTo>
                  <a:pt x="346" y="80"/>
                </a:lnTo>
                <a:lnTo>
                  <a:pt x="347" y="81"/>
                </a:lnTo>
                <a:lnTo>
                  <a:pt x="349" y="82"/>
                </a:lnTo>
                <a:lnTo>
                  <a:pt x="351" y="82"/>
                </a:lnTo>
                <a:lnTo>
                  <a:pt x="353" y="83"/>
                </a:lnTo>
                <a:lnTo>
                  <a:pt x="353" y="84"/>
                </a:lnTo>
                <a:lnTo>
                  <a:pt x="354" y="84"/>
                </a:lnTo>
                <a:lnTo>
                  <a:pt x="354" y="85"/>
                </a:lnTo>
                <a:lnTo>
                  <a:pt x="354" y="86"/>
                </a:lnTo>
                <a:lnTo>
                  <a:pt x="354" y="87"/>
                </a:lnTo>
                <a:lnTo>
                  <a:pt x="354" y="88"/>
                </a:lnTo>
                <a:lnTo>
                  <a:pt x="355" y="88"/>
                </a:lnTo>
                <a:lnTo>
                  <a:pt x="354" y="89"/>
                </a:lnTo>
                <a:lnTo>
                  <a:pt x="354" y="90"/>
                </a:lnTo>
                <a:lnTo>
                  <a:pt x="355" y="90"/>
                </a:lnTo>
                <a:lnTo>
                  <a:pt x="355" y="91"/>
                </a:lnTo>
                <a:lnTo>
                  <a:pt x="355" y="92"/>
                </a:lnTo>
                <a:lnTo>
                  <a:pt x="355" y="93"/>
                </a:lnTo>
                <a:lnTo>
                  <a:pt x="356" y="93"/>
                </a:lnTo>
                <a:lnTo>
                  <a:pt x="356" y="94"/>
                </a:lnTo>
                <a:lnTo>
                  <a:pt x="356" y="95"/>
                </a:lnTo>
                <a:lnTo>
                  <a:pt x="356" y="96"/>
                </a:lnTo>
                <a:lnTo>
                  <a:pt x="356" y="97"/>
                </a:lnTo>
                <a:lnTo>
                  <a:pt x="357" y="99"/>
                </a:lnTo>
                <a:lnTo>
                  <a:pt x="357" y="100"/>
                </a:lnTo>
                <a:lnTo>
                  <a:pt x="358" y="100"/>
                </a:lnTo>
                <a:lnTo>
                  <a:pt x="358" y="101"/>
                </a:lnTo>
                <a:lnTo>
                  <a:pt x="358" y="102"/>
                </a:lnTo>
                <a:lnTo>
                  <a:pt x="359" y="103"/>
                </a:lnTo>
                <a:lnTo>
                  <a:pt x="358" y="103"/>
                </a:lnTo>
                <a:lnTo>
                  <a:pt x="358" y="105"/>
                </a:lnTo>
                <a:lnTo>
                  <a:pt x="359" y="105"/>
                </a:lnTo>
                <a:lnTo>
                  <a:pt x="360" y="106"/>
                </a:lnTo>
                <a:lnTo>
                  <a:pt x="360" y="107"/>
                </a:lnTo>
                <a:lnTo>
                  <a:pt x="361" y="108"/>
                </a:lnTo>
                <a:lnTo>
                  <a:pt x="361" y="109"/>
                </a:lnTo>
                <a:lnTo>
                  <a:pt x="362" y="109"/>
                </a:lnTo>
                <a:lnTo>
                  <a:pt x="362" y="110"/>
                </a:lnTo>
                <a:lnTo>
                  <a:pt x="362" y="111"/>
                </a:lnTo>
                <a:lnTo>
                  <a:pt x="363" y="111"/>
                </a:lnTo>
                <a:lnTo>
                  <a:pt x="364" y="114"/>
                </a:lnTo>
                <a:lnTo>
                  <a:pt x="364" y="115"/>
                </a:lnTo>
                <a:lnTo>
                  <a:pt x="365" y="116"/>
                </a:lnTo>
                <a:lnTo>
                  <a:pt x="365" y="117"/>
                </a:lnTo>
                <a:lnTo>
                  <a:pt x="365" y="118"/>
                </a:lnTo>
                <a:lnTo>
                  <a:pt x="365" y="117"/>
                </a:lnTo>
                <a:lnTo>
                  <a:pt x="365" y="118"/>
                </a:lnTo>
                <a:lnTo>
                  <a:pt x="366" y="118"/>
                </a:lnTo>
                <a:lnTo>
                  <a:pt x="366" y="119"/>
                </a:lnTo>
                <a:lnTo>
                  <a:pt x="367" y="120"/>
                </a:lnTo>
                <a:lnTo>
                  <a:pt x="367" y="121"/>
                </a:lnTo>
                <a:lnTo>
                  <a:pt x="367" y="122"/>
                </a:lnTo>
                <a:lnTo>
                  <a:pt x="368" y="123"/>
                </a:lnTo>
                <a:lnTo>
                  <a:pt x="368" y="124"/>
                </a:lnTo>
                <a:lnTo>
                  <a:pt x="369" y="126"/>
                </a:lnTo>
                <a:lnTo>
                  <a:pt x="370" y="127"/>
                </a:lnTo>
                <a:lnTo>
                  <a:pt x="371" y="128"/>
                </a:lnTo>
                <a:lnTo>
                  <a:pt x="371" y="130"/>
                </a:lnTo>
                <a:lnTo>
                  <a:pt x="372" y="130"/>
                </a:lnTo>
                <a:lnTo>
                  <a:pt x="372" y="131"/>
                </a:lnTo>
                <a:lnTo>
                  <a:pt x="372" y="132"/>
                </a:lnTo>
                <a:lnTo>
                  <a:pt x="373" y="132"/>
                </a:lnTo>
                <a:lnTo>
                  <a:pt x="373" y="134"/>
                </a:lnTo>
                <a:lnTo>
                  <a:pt x="372" y="134"/>
                </a:lnTo>
                <a:lnTo>
                  <a:pt x="372" y="135"/>
                </a:lnTo>
                <a:lnTo>
                  <a:pt x="371" y="135"/>
                </a:lnTo>
                <a:lnTo>
                  <a:pt x="371" y="136"/>
                </a:lnTo>
                <a:lnTo>
                  <a:pt x="372" y="136"/>
                </a:lnTo>
                <a:lnTo>
                  <a:pt x="373" y="135"/>
                </a:lnTo>
                <a:lnTo>
                  <a:pt x="374" y="135"/>
                </a:lnTo>
                <a:lnTo>
                  <a:pt x="375" y="136"/>
                </a:lnTo>
                <a:lnTo>
                  <a:pt x="376" y="136"/>
                </a:lnTo>
                <a:lnTo>
                  <a:pt x="376" y="138"/>
                </a:lnTo>
                <a:lnTo>
                  <a:pt x="377" y="138"/>
                </a:lnTo>
                <a:lnTo>
                  <a:pt x="377" y="139"/>
                </a:lnTo>
                <a:lnTo>
                  <a:pt x="378" y="141"/>
                </a:lnTo>
                <a:lnTo>
                  <a:pt x="378" y="142"/>
                </a:lnTo>
                <a:lnTo>
                  <a:pt x="378" y="143"/>
                </a:lnTo>
                <a:lnTo>
                  <a:pt x="379" y="143"/>
                </a:lnTo>
                <a:lnTo>
                  <a:pt x="379" y="144"/>
                </a:lnTo>
                <a:lnTo>
                  <a:pt x="379" y="145"/>
                </a:lnTo>
                <a:lnTo>
                  <a:pt x="380" y="145"/>
                </a:lnTo>
                <a:lnTo>
                  <a:pt x="380" y="146"/>
                </a:lnTo>
                <a:lnTo>
                  <a:pt x="380" y="147"/>
                </a:lnTo>
                <a:lnTo>
                  <a:pt x="381" y="148"/>
                </a:lnTo>
                <a:lnTo>
                  <a:pt x="381" y="150"/>
                </a:lnTo>
                <a:lnTo>
                  <a:pt x="382" y="150"/>
                </a:lnTo>
                <a:lnTo>
                  <a:pt x="382" y="151"/>
                </a:lnTo>
                <a:lnTo>
                  <a:pt x="381" y="151"/>
                </a:lnTo>
                <a:lnTo>
                  <a:pt x="381" y="152"/>
                </a:lnTo>
                <a:lnTo>
                  <a:pt x="380" y="152"/>
                </a:lnTo>
                <a:lnTo>
                  <a:pt x="380" y="153"/>
                </a:lnTo>
                <a:lnTo>
                  <a:pt x="381" y="153"/>
                </a:lnTo>
                <a:lnTo>
                  <a:pt x="382" y="153"/>
                </a:lnTo>
                <a:lnTo>
                  <a:pt x="382" y="154"/>
                </a:lnTo>
                <a:lnTo>
                  <a:pt x="382" y="155"/>
                </a:lnTo>
                <a:lnTo>
                  <a:pt x="382" y="157"/>
                </a:lnTo>
                <a:lnTo>
                  <a:pt x="380" y="158"/>
                </a:lnTo>
                <a:lnTo>
                  <a:pt x="379" y="158"/>
                </a:lnTo>
                <a:lnTo>
                  <a:pt x="380" y="159"/>
                </a:lnTo>
                <a:lnTo>
                  <a:pt x="378" y="160"/>
                </a:lnTo>
                <a:lnTo>
                  <a:pt x="378" y="161"/>
                </a:lnTo>
                <a:lnTo>
                  <a:pt x="379" y="162"/>
                </a:lnTo>
                <a:lnTo>
                  <a:pt x="381" y="163"/>
                </a:lnTo>
                <a:lnTo>
                  <a:pt x="383" y="165"/>
                </a:lnTo>
                <a:lnTo>
                  <a:pt x="384" y="165"/>
                </a:lnTo>
                <a:lnTo>
                  <a:pt x="385" y="165"/>
                </a:lnTo>
                <a:lnTo>
                  <a:pt x="385" y="166"/>
                </a:lnTo>
                <a:lnTo>
                  <a:pt x="386" y="166"/>
                </a:lnTo>
                <a:lnTo>
                  <a:pt x="387" y="166"/>
                </a:lnTo>
                <a:lnTo>
                  <a:pt x="386" y="166"/>
                </a:lnTo>
                <a:lnTo>
                  <a:pt x="385" y="167"/>
                </a:lnTo>
                <a:lnTo>
                  <a:pt x="386" y="167"/>
                </a:lnTo>
                <a:lnTo>
                  <a:pt x="388" y="166"/>
                </a:lnTo>
                <a:lnTo>
                  <a:pt x="388" y="167"/>
                </a:lnTo>
                <a:lnTo>
                  <a:pt x="388" y="168"/>
                </a:lnTo>
                <a:lnTo>
                  <a:pt x="388" y="169"/>
                </a:lnTo>
                <a:lnTo>
                  <a:pt x="389" y="169"/>
                </a:lnTo>
                <a:lnTo>
                  <a:pt x="390" y="169"/>
                </a:lnTo>
                <a:lnTo>
                  <a:pt x="390" y="170"/>
                </a:lnTo>
                <a:lnTo>
                  <a:pt x="391" y="171"/>
                </a:lnTo>
                <a:lnTo>
                  <a:pt x="391" y="172"/>
                </a:lnTo>
                <a:lnTo>
                  <a:pt x="391" y="173"/>
                </a:lnTo>
                <a:lnTo>
                  <a:pt x="391" y="174"/>
                </a:lnTo>
                <a:lnTo>
                  <a:pt x="392" y="174"/>
                </a:lnTo>
                <a:lnTo>
                  <a:pt x="393" y="174"/>
                </a:lnTo>
                <a:lnTo>
                  <a:pt x="393" y="175"/>
                </a:lnTo>
                <a:lnTo>
                  <a:pt x="393" y="177"/>
                </a:lnTo>
                <a:lnTo>
                  <a:pt x="394" y="177"/>
                </a:lnTo>
                <a:lnTo>
                  <a:pt x="394" y="178"/>
                </a:lnTo>
                <a:lnTo>
                  <a:pt x="394" y="179"/>
                </a:lnTo>
                <a:lnTo>
                  <a:pt x="393" y="179"/>
                </a:lnTo>
                <a:lnTo>
                  <a:pt x="392" y="179"/>
                </a:lnTo>
                <a:lnTo>
                  <a:pt x="393" y="180"/>
                </a:lnTo>
                <a:lnTo>
                  <a:pt x="393" y="179"/>
                </a:lnTo>
                <a:lnTo>
                  <a:pt x="394" y="179"/>
                </a:lnTo>
                <a:lnTo>
                  <a:pt x="394" y="181"/>
                </a:lnTo>
                <a:lnTo>
                  <a:pt x="394" y="182"/>
                </a:lnTo>
                <a:lnTo>
                  <a:pt x="393" y="182"/>
                </a:lnTo>
                <a:lnTo>
                  <a:pt x="392" y="183"/>
                </a:lnTo>
                <a:lnTo>
                  <a:pt x="391" y="183"/>
                </a:lnTo>
                <a:lnTo>
                  <a:pt x="390" y="183"/>
                </a:lnTo>
                <a:lnTo>
                  <a:pt x="390" y="184"/>
                </a:lnTo>
                <a:lnTo>
                  <a:pt x="391" y="184"/>
                </a:lnTo>
                <a:lnTo>
                  <a:pt x="392" y="184"/>
                </a:lnTo>
                <a:lnTo>
                  <a:pt x="392" y="183"/>
                </a:lnTo>
                <a:lnTo>
                  <a:pt x="393" y="182"/>
                </a:lnTo>
                <a:lnTo>
                  <a:pt x="393" y="183"/>
                </a:lnTo>
                <a:lnTo>
                  <a:pt x="394" y="182"/>
                </a:lnTo>
                <a:lnTo>
                  <a:pt x="395" y="182"/>
                </a:lnTo>
                <a:lnTo>
                  <a:pt x="395" y="183"/>
                </a:lnTo>
                <a:lnTo>
                  <a:pt x="396" y="184"/>
                </a:lnTo>
                <a:lnTo>
                  <a:pt x="396" y="183"/>
                </a:lnTo>
                <a:lnTo>
                  <a:pt x="397" y="184"/>
                </a:lnTo>
                <a:lnTo>
                  <a:pt x="396" y="184"/>
                </a:lnTo>
                <a:lnTo>
                  <a:pt x="397" y="184"/>
                </a:lnTo>
                <a:lnTo>
                  <a:pt x="397" y="185"/>
                </a:lnTo>
                <a:lnTo>
                  <a:pt x="397" y="187"/>
                </a:lnTo>
                <a:lnTo>
                  <a:pt x="398" y="187"/>
                </a:lnTo>
                <a:lnTo>
                  <a:pt x="398" y="188"/>
                </a:lnTo>
                <a:lnTo>
                  <a:pt x="399" y="189"/>
                </a:lnTo>
                <a:lnTo>
                  <a:pt x="399" y="190"/>
                </a:lnTo>
                <a:lnTo>
                  <a:pt x="400" y="191"/>
                </a:lnTo>
                <a:lnTo>
                  <a:pt x="401" y="194"/>
                </a:lnTo>
                <a:lnTo>
                  <a:pt x="403" y="194"/>
                </a:lnTo>
                <a:lnTo>
                  <a:pt x="404" y="194"/>
                </a:lnTo>
                <a:lnTo>
                  <a:pt x="405" y="195"/>
                </a:lnTo>
                <a:lnTo>
                  <a:pt x="404" y="196"/>
                </a:lnTo>
                <a:lnTo>
                  <a:pt x="404" y="197"/>
                </a:lnTo>
                <a:lnTo>
                  <a:pt x="404" y="198"/>
                </a:lnTo>
                <a:lnTo>
                  <a:pt x="405" y="199"/>
                </a:lnTo>
                <a:lnTo>
                  <a:pt x="403" y="199"/>
                </a:lnTo>
                <a:lnTo>
                  <a:pt x="404" y="200"/>
                </a:lnTo>
                <a:lnTo>
                  <a:pt x="404" y="201"/>
                </a:lnTo>
                <a:lnTo>
                  <a:pt x="405" y="201"/>
                </a:lnTo>
                <a:lnTo>
                  <a:pt x="405" y="202"/>
                </a:lnTo>
                <a:lnTo>
                  <a:pt x="405" y="203"/>
                </a:lnTo>
                <a:lnTo>
                  <a:pt x="406" y="204"/>
                </a:lnTo>
                <a:lnTo>
                  <a:pt x="406" y="205"/>
                </a:lnTo>
                <a:lnTo>
                  <a:pt x="406" y="206"/>
                </a:lnTo>
                <a:lnTo>
                  <a:pt x="406" y="207"/>
                </a:lnTo>
                <a:lnTo>
                  <a:pt x="407" y="208"/>
                </a:lnTo>
                <a:lnTo>
                  <a:pt x="407" y="212"/>
                </a:lnTo>
                <a:lnTo>
                  <a:pt x="404" y="212"/>
                </a:lnTo>
                <a:lnTo>
                  <a:pt x="402" y="213"/>
                </a:lnTo>
                <a:lnTo>
                  <a:pt x="403" y="213"/>
                </a:lnTo>
                <a:lnTo>
                  <a:pt x="404" y="213"/>
                </a:lnTo>
                <a:lnTo>
                  <a:pt x="406" y="214"/>
                </a:lnTo>
                <a:lnTo>
                  <a:pt x="407" y="215"/>
                </a:lnTo>
                <a:lnTo>
                  <a:pt x="409" y="215"/>
                </a:lnTo>
                <a:lnTo>
                  <a:pt x="409" y="216"/>
                </a:lnTo>
                <a:lnTo>
                  <a:pt x="408" y="216"/>
                </a:lnTo>
                <a:lnTo>
                  <a:pt x="409" y="216"/>
                </a:lnTo>
                <a:lnTo>
                  <a:pt x="410" y="216"/>
                </a:lnTo>
                <a:lnTo>
                  <a:pt x="410" y="217"/>
                </a:lnTo>
                <a:lnTo>
                  <a:pt x="411" y="221"/>
                </a:lnTo>
                <a:lnTo>
                  <a:pt x="410" y="222"/>
                </a:lnTo>
                <a:lnTo>
                  <a:pt x="411" y="222"/>
                </a:lnTo>
                <a:lnTo>
                  <a:pt x="411" y="223"/>
                </a:lnTo>
                <a:lnTo>
                  <a:pt x="411" y="225"/>
                </a:lnTo>
                <a:lnTo>
                  <a:pt x="412" y="226"/>
                </a:lnTo>
                <a:lnTo>
                  <a:pt x="412" y="227"/>
                </a:lnTo>
                <a:lnTo>
                  <a:pt x="412" y="228"/>
                </a:lnTo>
                <a:lnTo>
                  <a:pt x="412" y="229"/>
                </a:lnTo>
                <a:lnTo>
                  <a:pt x="411" y="229"/>
                </a:lnTo>
                <a:lnTo>
                  <a:pt x="411" y="230"/>
                </a:lnTo>
                <a:lnTo>
                  <a:pt x="412" y="230"/>
                </a:lnTo>
                <a:lnTo>
                  <a:pt x="413" y="230"/>
                </a:lnTo>
                <a:lnTo>
                  <a:pt x="414" y="230"/>
                </a:lnTo>
                <a:lnTo>
                  <a:pt x="416" y="230"/>
                </a:lnTo>
                <a:lnTo>
                  <a:pt x="416" y="242"/>
                </a:lnTo>
                <a:lnTo>
                  <a:pt x="415" y="242"/>
                </a:lnTo>
                <a:lnTo>
                  <a:pt x="414" y="246"/>
                </a:lnTo>
                <a:lnTo>
                  <a:pt x="411" y="246"/>
                </a:lnTo>
                <a:lnTo>
                  <a:pt x="411" y="247"/>
                </a:lnTo>
                <a:lnTo>
                  <a:pt x="410" y="247"/>
                </a:lnTo>
                <a:lnTo>
                  <a:pt x="410" y="248"/>
                </a:lnTo>
                <a:lnTo>
                  <a:pt x="410" y="249"/>
                </a:lnTo>
                <a:lnTo>
                  <a:pt x="410" y="250"/>
                </a:lnTo>
                <a:lnTo>
                  <a:pt x="410" y="249"/>
                </a:lnTo>
                <a:lnTo>
                  <a:pt x="413" y="249"/>
                </a:lnTo>
                <a:lnTo>
                  <a:pt x="414" y="249"/>
                </a:lnTo>
                <a:lnTo>
                  <a:pt x="415" y="250"/>
                </a:lnTo>
                <a:lnTo>
                  <a:pt x="415" y="251"/>
                </a:lnTo>
                <a:lnTo>
                  <a:pt x="416" y="252"/>
                </a:lnTo>
                <a:lnTo>
                  <a:pt x="416" y="253"/>
                </a:lnTo>
                <a:lnTo>
                  <a:pt x="417" y="254"/>
                </a:lnTo>
                <a:lnTo>
                  <a:pt x="417" y="255"/>
                </a:lnTo>
                <a:lnTo>
                  <a:pt x="416" y="255"/>
                </a:lnTo>
                <a:lnTo>
                  <a:pt x="415" y="258"/>
                </a:lnTo>
                <a:lnTo>
                  <a:pt x="414" y="259"/>
                </a:lnTo>
                <a:lnTo>
                  <a:pt x="415" y="259"/>
                </a:lnTo>
                <a:lnTo>
                  <a:pt x="416" y="258"/>
                </a:lnTo>
                <a:lnTo>
                  <a:pt x="417" y="259"/>
                </a:lnTo>
                <a:lnTo>
                  <a:pt x="418" y="259"/>
                </a:lnTo>
                <a:lnTo>
                  <a:pt x="420" y="260"/>
                </a:lnTo>
                <a:lnTo>
                  <a:pt x="420" y="259"/>
                </a:lnTo>
                <a:lnTo>
                  <a:pt x="421" y="259"/>
                </a:lnTo>
                <a:lnTo>
                  <a:pt x="423" y="260"/>
                </a:lnTo>
                <a:lnTo>
                  <a:pt x="423" y="261"/>
                </a:lnTo>
                <a:lnTo>
                  <a:pt x="422" y="263"/>
                </a:lnTo>
                <a:lnTo>
                  <a:pt x="423" y="263"/>
                </a:lnTo>
                <a:lnTo>
                  <a:pt x="424" y="264"/>
                </a:lnTo>
                <a:lnTo>
                  <a:pt x="425" y="264"/>
                </a:lnTo>
                <a:lnTo>
                  <a:pt x="427" y="265"/>
                </a:lnTo>
                <a:lnTo>
                  <a:pt x="429" y="265"/>
                </a:lnTo>
                <a:lnTo>
                  <a:pt x="430" y="266"/>
                </a:lnTo>
                <a:lnTo>
                  <a:pt x="437" y="269"/>
                </a:lnTo>
                <a:lnTo>
                  <a:pt x="437" y="270"/>
                </a:lnTo>
                <a:lnTo>
                  <a:pt x="436" y="273"/>
                </a:lnTo>
                <a:lnTo>
                  <a:pt x="436" y="272"/>
                </a:lnTo>
                <a:lnTo>
                  <a:pt x="437" y="272"/>
                </a:lnTo>
                <a:lnTo>
                  <a:pt x="437" y="273"/>
                </a:lnTo>
                <a:lnTo>
                  <a:pt x="438" y="273"/>
                </a:lnTo>
                <a:lnTo>
                  <a:pt x="439" y="271"/>
                </a:lnTo>
                <a:lnTo>
                  <a:pt x="443" y="272"/>
                </a:lnTo>
                <a:lnTo>
                  <a:pt x="443" y="273"/>
                </a:lnTo>
                <a:lnTo>
                  <a:pt x="445" y="275"/>
                </a:lnTo>
                <a:lnTo>
                  <a:pt x="445" y="274"/>
                </a:lnTo>
                <a:lnTo>
                  <a:pt x="446" y="274"/>
                </a:lnTo>
                <a:lnTo>
                  <a:pt x="449" y="275"/>
                </a:lnTo>
                <a:lnTo>
                  <a:pt x="453" y="277"/>
                </a:lnTo>
                <a:lnTo>
                  <a:pt x="456" y="279"/>
                </a:lnTo>
                <a:lnTo>
                  <a:pt x="457" y="279"/>
                </a:lnTo>
                <a:lnTo>
                  <a:pt x="456" y="279"/>
                </a:lnTo>
                <a:lnTo>
                  <a:pt x="457" y="280"/>
                </a:lnTo>
                <a:lnTo>
                  <a:pt x="457" y="283"/>
                </a:lnTo>
                <a:lnTo>
                  <a:pt x="457" y="287"/>
                </a:lnTo>
                <a:lnTo>
                  <a:pt x="457" y="288"/>
                </a:lnTo>
                <a:lnTo>
                  <a:pt x="458" y="289"/>
                </a:lnTo>
                <a:lnTo>
                  <a:pt x="459" y="289"/>
                </a:lnTo>
                <a:lnTo>
                  <a:pt x="459" y="292"/>
                </a:lnTo>
                <a:lnTo>
                  <a:pt x="460" y="293"/>
                </a:lnTo>
                <a:lnTo>
                  <a:pt x="460" y="294"/>
                </a:lnTo>
                <a:lnTo>
                  <a:pt x="460" y="295"/>
                </a:lnTo>
                <a:lnTo>
                  <a:pt x="461" y="296"/>
                </a:lnTo>
                <a:lnTo>
                  <a:pt x="462" y="297"/>
                </a:lnTo>
                <a:lnTo>
                  <a:pt x="463" y="297"/>
                </a:lnTo>
                <a:lnTo>
                  <a:pt x="463" y="298"/>
                </a:lnTo>
                <a:lnTo>
                  <a:pt x="462" y="299"/>
                </a:lnTo>
                <a:lnTo>
                  <a:pt x="461" y="299"/>
                </a:lnTo>
                <a:lnTo>
                  <a:pt x="460" y="300"/>
                </a:lnTo>
                <a:lnTo>
                  <a:pt x="459" y="300"/>
                </a:lnTo>
                <a:lnTo>
                  <a:pt x="458" y="299"/>
                </a:lnTo>
                <a:lnTo>
                  <a:pt x="456" y="299"/>
                </a:lnTo>
                <a:lnTo>
                  <a:pt x="456" y="298"/>
                </a:lnTo>
                <a:lnTo>
                  <a:pt x="455" y="298"/>
                </a:lnTo>
                <a:lnTo>
                  <a:pt x="455" y="299"/>
                </a:lnTo>
                <a:lnTo>
                  <a:pt x="454" y="299"/>
                </a:lnTo>
                <a:lnTo>
                  <a:pt x="453" y="299"/>
                </a:lnTo>
                <a:lnTo>
                  <a:pt x="454" y="299"/>
                </a:lnTo>
                <a:lnTo>
                  <a:pt x="454" y="300"/>
                </a:lnTo>
                <a:lnTo>
                  <a:pt x="453" y="300"/>
                </a:lnTo>
                <a:lnTo>
                  <a:pt x="452" y="300"/>
                </a:lnTo>
                <a:lnTo>
                  <a:pt x="452" y="299"/>
                </a:lnTo>
                <a:lnTo>
                  <a:pt x="452" y="300"/>
                </a:lnTo>
                <a:lnTo>
                  <a:pt x="453" y="300"/>
                </a:lnTo>
                <a:lnTo>
                  <a:pt x="454" y="300"/>
                </a:lnTo>
                <a:lnTo>
                  <a:pt x="456" y="300"/>
                </a:lnTo>
                <a:lnTo>
                  <a:pt x="457" y="301"/>
                </a:lnTo>
                <a:lnTo>
                  <a:pt x="456" y="301"/>
                </a:lnTo>
                <a:lnTo>
                  <a:pt x="456" y="303"/>
                </a:lnTo>
                <a:lnTo>
                  <a:pt x="457" y="303"/>
                </a:lnTo>
                <a:lnTo>
                  <a:pt x="458" y="303"/>
                </a:lnTo>
                <a:lnTo>
                  <a:pt x="458" y="304"/>
                </a:lnTo>
                <a:lnTo>
                  <a:pt x="459" y="304"/>
                </a:lnTo>
                <a:lnTo>
                  <a:pt x="460" y="305"/>
                </a:lnTo>
                <a:lnTo>
                  <a:pt x="462" y="304"/>
                </a:lnTo>
                <a:lnTo>
                  <a:pt x="463" y="303"/>
                </a:lnTo>
                <a:lnTo>
                  <a:pt x="464" y="304"/>
                </a:lnTo>
                <a:lnTo>
                  <a:pt x="466" y="304"/>
                </a:lnTo>
                <a:lnTo>
                  <a:pt x="466" y="306"/>
                </a:lnTo>
                <a:lnTo>
                  <a:pt x="466" y="307"/>
                </a:lnTo>
                <a:lnTo>
                  <a:pt x="466" y="309"/>
                </a:lnTo>
                <a:lnTo>
                  <a:pt x="467" y="310"/>
                </a:lnTo>
                <a:lnTo>
                  <a:pt x="468" y="310"/>
                </a:lnTo>
                <a:lnTo>
                  <a:pt x="469" y="310"/>
                </a:lnTo>
                <a:lnTo>
                  <a:pt x="470" y="311"/>
                </a:lnTo>
                <a:lnTo>
                  <a:pt x="471" y="309"/>
                </a:lnTo>
                <a:lnTo>
                  <a:pt x="473" y="310"/>
                </a:lnTo>
                <a:lnTo>
                  <a:pt x="482" y="313"/>
                </a:lnTo>
                <a:lnTo>
                  <a:pt x="485" y="315"/>
                </a:lnTo>
                <a:lnTo>
                  <a:pt x="487" y="316"/>
                </a:lnTo>
                <a:lnTo>
                  <a:pt x="487" y="317"/>
                </a:lnTo>
                <a:lnTo>
                  <a:pt x="486" y="319"/>
                </a:lnTo>
                <a:lnTo>
                  <a:pt x="485" y="319"/>
                </a:lnTo>
                <a:lnTo>
                  <a:pt x="486" y="319"/>
                </a:lnTo>
                <a:lnTo>
                  <a:pt x="486" y="320"/>
                </a:lnTo>
                <a:lnTo>
                  <a:pt x="487" y="320"/>
                </a:lnTo>
                <a:lnTo>
                  <a:pt x="488" y="320"/>
                </a:lnTo>
                <a:lnTo>
                  <a:pt x="489" y="321"/>
                </a:lnTo>
                <a:lnTo>
                  <a:pt x="490" y="322"/>
                </a:lnTo>
                <a:lnTo>
                  <a:pt x="491" y="323"/>
                </a:lnTo>
                <a:lnTo>
                  <a:pt x="492" y="324"/>
                </a:lnTo>
                <a:lnTo>
                  <a:pt x="494" y="325"/>
                </a:lnTo>
                <a:lnTo>
                  <a:pt x="498" y="334"/>
                </a:lnTo>
                <a:lnTo>
                  <a:pt x="498" y="335"/>
                </a:lnTo>
                <a:lnTo>
                  <a:pt x="498" y="336"/>
                </a:lnTo>
                <a:lnTo>
                  <a:pt x="498" y="337"/>
                </a:lnTo>
                <a:lnTo>
                  <a:pt x="498" y="338"/>
                </a:lnTo>
                <a:lnTo>
                  <a:pt x="499" y="338"/>
                </a:lnTo>
                <a:lnTo>
                  <a:pt x="499" y="339"/>
                </a:lnTo>
                <a:lnTo>
                  <a:pt x="499" y="340"/>
                </a:lnTo>
                <a:lnTo>
                  <a:pt x="500" y="340"/>
                </a:lnTo>
                <a:lnTo>
                  <a:pt x="501" y="342"/>
                </a:lnTo>
                <a:lnTo>
                  <a:pt x="500" y="342"/>
                </a:lnTo>
                <a:lnTo>
                  <a:pt x="501" y="343"/>
                </a:lnTo>
                <a:lnTo>
                  <a:pt x="501" y="344"/>
                </a:lnTo>
                <a:lnTo>
                  <a:pt x="502" y="345"/>
                </a:lnTo>
                <a:lnTo>
                  <a:pt x="502" y="346"/>
                </a:lnTo>
                <a:lnTo>
                  <a:pt x="503" y="347"/>
                </a:lnTo>
                <a:lnTo>
                  <a:pt x="503" y="348"/>
                </a:lnTo>
                <a:lnTo>
                  <a:pt x="503" y="349"/>
                </a:lnTo>
                <a:lnTo>
                  <a:pt x="502" y="351"/>
                </a:lnTo>
                <a:lnTo>
                  <a:pt x="501" y="351"/>
                </a:lnTo>
                <a:lnTo>
                  <a:pt x="500" y="351"/>
                </a:lnTo>
                <a:lnTo>
                  <a:pt x="499" y="352"/>
                </a:lnTo>
                <a:lnTo>
                  <a:pt x="499" y="355"/>
                </a:lnTo>
                <a:lnTo>
                  <a:pt x="498" y="358"/>
                </a:lnTo>
                <a:lnTo>
                  <a:pt x="497" y="358"/>
                </a:lnTo>
                <a:lnTo>
                  <a:pt x="494" y="357"/>
                </a:lnTo>
                <a:lnTo>
                  <a:pt x="493" y="357"/>
                </a:lnTo>
                <a:lnTo>
                  <a:pt x="492" y="357"/>
                </a:lnTo>
                <a:lnTo>
                  <a:pt x="491" y="356"/>
                </a:lnTo>
                <a:lnTo>
                  <a:pt x="487" y="355"/>
                </a:lnTo>
                <a:lnTo>
                  <a:pt x="486" y="355"/>
                </a:lnTo>
                <a:lnTo>
                  <a:pt x="484" y="354"/>
                </a:lnTo>
                <a:lnTo>
                  <a:pt x="483" y="354"/>
                </a:lnTo>
                <a:lnTo>
                  <a:pt x="481" y="353"/>
                </a:lnTo>
                <a:lnTo>
                  <a:pt x="480" y="353"/>
                </a:lnTo>
                <a:lnTo>
                  <a:pt x="477" y="351"/>
                </a:lnTo>
                <a:lnTo>
                  <a:pt x="476" y="352"/>
                </a:lnTo>
                <a:lnTo>
                  <a:pt x="475" y="351"/>
                </a:lnTo>
                <a:lnTo>
                  <a:pt x="474" y="351"/>
                </a:lnTo>
                <a:lnTo>
                  <a:pt x="474" y="350"/>
                </a:lnTo>
                <a:lnTo>
                  <a:pt x="473" y="350"/>
                </a:lnTo>
                <a:lnTo>
                  <a:pt x="473" y="351"/>
                </a:lnTo>
                <a:lnTo>
                  <a:pt x="472" y="351"/>
                </a:lnTo>
                <a:lnTo>
                  <a:pt x="472" y="350"/>
                </a:lnTo>
                <a:lnTo>
                  <a:pt x="471" y="350"/>
                </a:lnTo>
                <a:lnTo>
                  <a:pt x="470" y="349"/>
                </a:lnTo>
                <a:lnTo>
                  <a:pt x="469" y="349"/>
                </a:lnTo>
                <a:lnTo>
                  <a:pt x="469" y="348"/>
                </a:lnTo>
                <a:lnTo>
                  <a:pt x="468" y="348"/>
                </a:lnTo>
                <a:lnTo>
                  <a:pt x="467" y="348"/>
                </a:lnTo>
                <a:lnTo>
                  <a:pt x="468" y="348"/>
                </a:lnTo>
                <a:lnTo>
                  <a:pt x="468" y="347"/>
                </a:lnTo>
                <a:lnTo>
                  <a:pt x="467" y="347"/>
                </a:lnTo>
                <a:lnTo>
                  <a:pt x="465" y="347"/>
                </a:lnTo>
                <a:lnTo>
                  <a:pt x="464" y="346"/>
                </a:lnTo>
                <a:lnTo>
                  <a:pt x="463" y="346"/>
                </a:lnTo>
                <a:lnTo>
                  <a:pt x="462" y="346"/>
                </a:lnTo>
                <a:lnTo>
                  <a:pt x="461" y="345"/>
                </a:lnTo>
                <a:lnTo>
                  <a:pt x="460" y="345"/>
                </a:lnTo>
                <a:lnTo>
                  <a:pt x="459" y="345"/>
                </a:lnTo>
                <a:lnTo>
                  <a:pt x="458" y="344"/>
                </a:lnTo>
                <a:lnTo>
                  <a:pt x="457" y="343"/>
                </a:lnTo>
                <a:lnTo>
                  <a:pt x="456" y="342"/>
                </a:lnTo>
                <a:lnTo>
                  <a:pt x="456" y="341"/>
                </a:lnTo>
                <a:lnTo>
                  <a:pt x="456" y="340"/>
                </a:lnTo>
                <a:lnTo>
                  <a:pt x="455" y="340"/>
                </a:lnTo>
                <a:lnTo>
                  <a:pt x="455" y="339"/>
                </a:lnTo>
                <a:lnTo>
                  <a:pt x="454" y="338"/>
                </a:lnTo>
                <a:lnTo>
                  <a:pt x="453" y="336"/>
                </a:lnTo>
                <a:lnTo>
                  <a:pt x="452" y="336"/>
                </a:lnTo>
                <a:lnTo>
                  <a:pt x="451" y="335"/>
                </a:lnTo>
                <a:lnTo>
                  <a:pt x="449" y="335"/>
                </a:lnTo>
                <a:lnTo>
                  <a:pt x="449" y="334"/>
                </a:lnTo>
                <a:lnTo>
                  <a:pt x="447" y="334"/>
                </a:lnTo>
                <a:lnTo>
                  <a:pt x="446" y="334"/>
                </a:lnTo>
                <a:lnTo>
                  <a:pt x="445" y="334"/>
                </a:lnTo>
                <a:lnTo>
                  <a:pt x="444" y="334"/>
                </a:lnTo>
                <a:lnTo>
                  <a:pt x="442" y="335"/>
                </a:lnTo>
                <a:lnTo>
                  <a:pt x="441" y="335"/>
                </a:lnTo>
                <a:lnTo>
                  <a:pt x="439" y="336"/>
                </a:lnTo>
                <a:lnTo>
                  <a:pt x="438" y="337"/>
                </a:lnTo>
                <a:lnTo>
                  <a:pt x="437" y="337"/>
                </a:lnTo>
                <a:lnTo>
                  <a:pt x="437" y="338"/>
                </a:lnTo>
                <a:lnTo>
                  <a:pt x="436" y="338"/>
                </a:lnTo>
                <a:lnTo>
                  <a:pt x="435" y="339"/>
                </a:lnTo>
                <a:lnTo>
                  <a:pt x="434" y="340"/>
                </a:lnTo>
                <a:lnTo>
                  <a:pt x="433" y="341"/>
                </a:lnTo>
                <a:lnTo>
                  <a:pt x="432" y="342"/>
                </a:lnTo>
                <a:lnTo>
                  <a:pt x="431" y="343"/>
                </a:lnTo>
                <a:lnTo>
                  <a:pt x="429" y="344"/>
                </a:lnTo>
                <a:lnTo>
                  <a:pt x="428" y="345"/>
                </a:lnTo>
                <a:lnTo>
                  <a:pt x="431" y="347"/>
                </a:lnTo>
                <a:lnTo>
                  <a:pt x="431" y="348"/>
                </a:lnTo>
                <a:lnTo>
                  <a:pt x="432" y="348"/>
                </a:lnTo>
                <a:lnTo>
                  <a:pt x="434" y="350"/>
                </a:lnTo>
                <a:lnTo>
                  <a:pt x="435" y="350"/>
                </a:lnTo>
                <a:lnTo>
                  <a:pt x="436" y="351"/>
                </a:lnTo>
                <a:lnTo>
                  <a:pt x="437" y="352"/>
                </a:lnTo>
                <a:lnTo>
                  <a:pt x="438" y="353"/>
                </a:lnTo>
                <a:lnTo>
                  <a:pt x="439" y="353"/>
                </a:lnTo>
                <a:lnTo>
                  <a:pt x="440" y="354"/>
                </a:lnTo>
                <a:lnTo>
                  <a:pt x="441" y="355"/>
                </a:lnTo>
                <a:lnTo>
                  <a:pt x="442" y="356"/>
                </a:lnTo>
                <a:lnTo>
                  <a:pt x="443" y="356"/>
                </a:lnTo>
                <a:lnTo>
                  <a:pt x="443" y="357"/>
                </a:lnTo>
                <a:lnTo>
                  <a:pt x="444" y="359"/>
                </a:lnTo>
                <a:lnTo>
                  <a:pt x="445" y="359"/>
                </a:lnTo>
                <a:lnTo>
                  <a:pt x="445" y="360"/>
                </a:lnTo>
                <a:lnTo>
                  <a:pt x="447" y="362"/>
                </a:lnTo>
                <a:lnTo>
                  <a:pt x="448" y="363"/>
                </a:lnTo>
                <a:lnTo>
                  <a:pt x="449" y="364"/>
                </a:lnTo>
                <a:lnTo>
                  <a:pt x="450" y="364"/>
                </a:lnTo>
                <a:lnTo>
                  <a:pt x="450" y="365"/>
                </a:lnTo>
                <a:lnTo>
                  <a:pt x="453" y="366"/>
                </a:lnTo>
                <a:lnTo>
                  <a:pt x="453" y="367"/>
                </a:lnTo>
                <a:lnTo>
                  <a:pt x="454" y="367"/>
                </a:lnTo>
                <a:lnTo>
                  <a:pt x="453" y="367"/>
                </a:lnTo>
                <a:lnTo>
                  <a:pt x="453" y="368"/>
                </a:lnTo>
                <a:lnTo>
                  <a:pt x="452" y="368"/>
                </a:lnTo>
                <a:lnTo>
                  <a:pt x="452" y="369"/>
                </a:lnTo>
                <a:lnTo>
                  <a:pt x="451" y="369"/>
                </a:lnTo>
                <a:lnTo>
                  <a:pt x="451" y="370"/>
                </a:lnTo>
                <a:lnTo>
                  <a:pt x="450" y="370"/>
                </a:lnTo>
                <a:lnTo>
                  <a:pt x="449" y="371"/>
                </a:lnTo>
                <a:lnTo>
                  <a:pt x="448" y="372"/>
                </a:lnTo>
                <a:lnTo>
                  <a:pt x="447" y="372"/>
                </a:lnTo>
                <a:lnTo>
                  <a:pt x="447" y="371"/>
                </a:lnTo>
                <a:lnTo>
                  <a:pt x="446" y="371"/>
                </a:lnTo>
                <a:lnTo>
                  <a:pt x="446" y="372"/>
                </a:lnTo>
                <a:lnTo>
                  <a:pt x="446" y="373"/>
                </a:lnTo>
                <a:lnTo>
                  <a:pt x="445" y="373"/>
                </a:lnTo>
                <a:lnTo>
                  <a:pt x="444" y="373"/>
                </a:lnTo>
                <a:lnTo>
                  <a:pt x="443" y="373"/>
                </a:lnTo>
                <a:lnTo>
                  <a:pt x="442" y="374"/>
                </a:lnTo>
                <a:lnTo>
                  <a:pt x="441" y="374"/>
                </a:lnTo>
                <a:lnTo>
                  <a:pt x="441" y="373"/>
                </a:lnTo>
                <a:lnTo>
                  <a:pt x="441" y="372"/>
                </a:lnTo>
                <a:lnTo>
                  <a:pt x="440" y="372"/>
                </a:lnTo>
                <a:lnTo>
                  <a:pt x="440" y="373"/>
                </a:lnTo>
                <a:lnTo>
                  <a:pt x="440" y="374"/>
                </a:lnTo>
                <a:lnTo>
                  <a:pt x="439" y="374"/>
                </a:lnTo>
                <a:lnTo>
                  <a:pt x="438" y="374"/>
                </a:lnTo>
                <a:lnTo>
                  <a:pt x="437" y="374"/>
                </a:lnTo>
                <a:lnTo>
                  <a:pt x="437" y="375"/>
                </a:lnTo>
                <a:lnTo>
                  <a:pt x="436" y="375"/>
                </a:lnTo>
                <a:lnTo>
                  <a:pt x="436" y="376"/>
                </a:lnTo>
                <a:lnTo>
                  <a:pt x="435" y="377"/>
                </a:lnTo>
                <a:lnTo>
                  <a:pt x="434" y="377"/>
                </a:lnTo>
                <a:lnTo>
                  <a:pt x="433" y="377"/>
                </a:lnTo>
                <a:lnTo>
                  <a:pt x="432" y="377"/>
                </a:lnTo>
                <a:lnTo>
                  <a:pt x="432" y="378"/>
                </a:lnTo>
                <a:lnTo>
                  <a:pt x="433" y="378"/>
                </a:lnTo>
                <a:lnTo>
                  <a:pt x="433" y="379"/>
                </a:lnTo>
                <a:lnTo>
                  <a:pt x="434" y="379"/>
                </a:lnTo>
                <a:lnTo>
                  <a:pt x="433" y="379"/>
                </a:lnTo>
                <a:lnTo>
                  <a:pt x="432" y="380"/>
                </a:lnTo>
                <a:lnTo>
                  <a:pt x="433" y="381"/>
                </a:lnTo>
                <a:lnTo>
                  <a:pt x="432" y="382"/>
                </a:lnTo>
                <a:lnTo>
                  <a:pt x="432" y="383"/>
                </a:lnTo>
                <a:lnTo>
                  <a:pt x="431" y="384"/>
                </a:lnTo>
                <a:lnTo>
                  <a:pt x="430" y="384"/>
                </a:lnTo>
                <a:lnTo>
                  <a:pt x="429" y="384"/>
                </a:lnTo>
                <a:lnTo>
                  <a:pt x="429" y="385"/>
                </a:lnTo>
                <a:lnTo>
                  <a:pt x="430" y="385"/>
                </a:lnTo>
                <a:lnTo>
                  <a:pt x="429" y="385"/>
                </a:lnTo>
                <a:lnTo>
                  <a:pt x="428" y="385"/>
                </a:lnTo>
                <a:lnTo>
                  <a:pt x="428" y="386"/>
                </a:lnTo>
                <a:lnTo>
                  <a:pt x="429" y="386"/>
                </a:lnTo>
                <a:lnTo>
                  <a:pt x="428" y="386"/>
                </a:lnTo>
                <a:lnTo>
                  <a:pt x="429" y="387"/>
                </a:lnTo>
                <a:lnTo>
                  <a:pt x="430" y="387"/>
                </a:lnTo>
                <a:lnTo>
                  <a:pt x="429" y="387"/>
                </a:lnTo>
                <a:lnTo>
                  <a:pt x="429" y="388"/>
                </a:lnTo>
                <a:lnTo>
                  <a:pt x="430" y="388"/>
                </a:lnTo>
                <a:lnTo>
                  <a:pt x="431" y="388"/>
                </a:lnTo>
                <a:lnTo>
                  <a:pt x="431" y="389"/>
                </a:lnTo>
                <a:lnTo>
                  <a:pt x="431" y="390"/>
                </a:lnTo>
                <a:lnTo>
                  <a:pt x="430" y="390"/>
                </a:lnTo>
                <a:lnTo>
                  <a:pt x="431" y="391"/>
                </a:lnTo>
                <a:lnTo>
                  <a:pt x="431" y="392"/>
                </a:lnTo>
                <a:lnTo>
                  <a:pt x="431" y="391"/>
                </a:lnTo>
                <a:lnTo>
                  <a:pt x="432" y="391"/>
                </a:lnTo>
                <a:lnTo>
                  <a:pt x="432" y="392"/>
                </a:lnTo>
                <a:lnTo>
                  <a:pt x="432" y="393"/>
                </a:lnTo>
                <a:lnTo>
                  <a:pt x="433" y="393"/>
                </a:lnTo>
                <a:lnTo>
                  <a:pt x="433" y="394"/>
                </a:lnTo>
                <a:lnTo>
                  <a:pt x="432" y="395"/>
                </a:lnTo>
                <a:lnTo>
                  <a:pt x="431" y="394"/>
                </a:lnTo>
                <a:lnTo>
                  <a:pt x="430" y="394"/>
                </a:lnTo>
                <a:lnTo>
                  <a:pt x="429" y="394"/>
                </a:lnTo>
                <a:lnTo>
                  <a:pt x="428" y="395"/>
                </a:lnTo>
                <a:lnTo>
                  <a:pt x="428" y="394"/>
                </a:lnTo>
                <a:lnTo>
                  <a:pt x="427" y="393"/>
                </a:lnTo>
                <a:lnTo>
                  <a:pt x="426" y="394"/>
                </a:lnTo>
                <a:lnTo>
                  <a:pt x="426" y="395"/>
                </a:lnTo>
                <a:lnTo>
                  <a:pt x="425" y="395"/>
                </a:lnTo>
                <a:lnTo>
                  <a:pt x="425" y="396"/>
                </a:lnTo>
                <a:lnTo>
                  <a:pt x="424" y="397"/>
                </a:lnTo>
                <a:lnTo>
                  <a:pt x="424" y="398"/>
                </a:lnTo>
                <a:lnTo>
                  <a:pt x="425" y="398"/>
                </a:lnTo>
                <a:lnTo>
                  <a:pt x="424" y="398"/>
                </a:lnTo>
                <a:lnTo>
                  <a:pt x="424" y="399"/>
                </a:lnTo>
                <a:lnTo>
                  <a:pt x="425" y="399"/>
                </a:lnTo>
                <a:lnTo>
                  <a:pt x="425" y="401"/>
                </a:lnTo>
                <a:lnTo>
                  <a:pt x="425" y="402"/>
                </a:lnTo>
                <a:lnTo>
                  <a:pt x="425" y="403"/>
                </a:lnTo>
                <a:lnTo>
                  <a:pt x="425" y="404"/>
                </a:lnTo>
                <a:lnTo>
                  <a:pt x="425" y="405"/>
                </a:lnTo>
                <a:lnTo>
                  <a:pt x="426" y="405"/>
                </a:lnTo>
                <a:lnTo>
                  <a:pt x="425" y="405"/>
                </a:lnTo>
                <a:lnTo>
                  <a:pt x="426" y="405"/>
                </a:lnTo>
                <a:lnTo>
                  <a:pt x="426" y="406"/>
                </a:lnTo>
                <a:lnTo>
                  <a:pt x="426" y="407"/>
                </a:lnTo>
                <a:lnTo>
                  <a:pt x="425" y="407"/>
                </a:lnTo>
                <a:lnTo>
                  <a:pt x="425" y="408"/>
                </a:lnTo>
                <a:lnTo>
                  <a:pt x="425" y="407"/>
                </a:lnTo>
                <a:lnTo>
                  <a:pt x="424" y="407"/>
                </a:lnTo>
                <a:lnTo>
                  <a:pt x="423" y="407"/>
                </a:lnTo>
                <a:lnTo>
                  <a:pt x="423" y="408"/>
                </a:lnTo>
                <a:lnTo>
                  <a:pt x="423" y="409"/>
                </a:lnTo>
                <a:lnTo>
                  <a:pt x="422" y="409"/>
                </a:lnTo>
                <a:lnTo>
                  <a:pt x="422" y="408"/>
                </a:lnTo>
                <a:lnTo>
                  <a:pt x="421" y="408"/>
                </a:lnTo>
                <a:lnTo>
                  <a:pt x="420" y="409"/>
                </a:lnTo>
                <a:lnTo>
                  <a:pt x="419" y="409"/>
                </a:lnTo>
                <a:lnTo>
                  <a:pt x="418" y="409"/>
                </a:lnTo>
                <a:lnTo>
                  <a:pt x="417" y="409"/>
                </a:lnTo>
                <a:lnTo>
                  <a:pt x="416" y="409"/>
                </a:lnTo>
                <a:lnTo>
                  <a:pt x="415" y="409"/>
                </a:lnTo>
                <a:lnTo>
                  <a:pt x="414" y="408"/>
                </a:lnTo>
                <a:lnTo>
                  <a:pt x="413" y="408"/>
                </a:lnTo>
                <a:lnTo>
                  <a:pt x="412" y="408"/>
                </a:lnTo>
                <a:lnTo>
                  <a:pt x="411" y="409"/>
                </a:lnTo>
                <a:lnTo>
                  <a:pt x="410" y="409"/>
                </a:lnTo>
                <a:lnTo>
                  <a:pt x="409" y="409"/>
                </a:lnTo>
                <a:lnTo>
                  <a:pt x="408" y="409"/>
                </a:lnTo>
                <a:lnTo>
                  <a:pt x="407" y="410"/>
                </a:lnTo>
                <a:lnTo>
                  <a:pt x="407" y="411"/>
                </a:lnTo>
                <a:lnTo>
                  <a:pt x="406" y="411"/>
                </a:lnTo>
                <a:lnTo>
                  <a:pt x="406" y="412"/>
                </a:lnTo>
                <a:lnTo>
                  <a:pt x="406" y="413"/>
                </a:lnTo>
                <a:lnTo>
                  <a:pt x="407" y="413"/>
                </a:lnTo>
                <a:lnTo>
                  <a:pt x="407" y="412"/>
                </a:lnTo>
                <a:lnTo>
                  <a:pt x="408" y="412"/>
                </a:lnTo>
                <a:lnTo>
                  <a:pt x="408" y="413"/>
                </a:lnTo>
                <a:lnTo>
                  <a:pt x="409" y="413"/>
                </a:lnTo>
                <a:lnTo>
                  <a:pt x="409" y="414"/>
                </a:lnTo>
                <a:lnTo>
                  <a:pt x="410" y="414"/>
                </a:lnTo>
                <a:lnTo>
                  <a:pt x="410" y="415"/>
                </a:lnTo>
                <a:lnTo>
                  <a:pt x="409" y="416"/>
                </a:lnTo>
                <a:lnTo>
                  <a:pt x="409" y="418"/>
                </a:lnTo>
                <a:lnTo>
                  <a:pt x="410" y="418"/>
                </a:lnTo>
                <a:lnTo>
                  <a:pt x="410" y="419"/>
                </a:lnTo>
                <a:lnTo>
                  <a:pt x="410" y="421"/>
                </a:lnTo>
                <a:lnTo>
                  <a:pt x="409" y="421"/>
                </a:lnTo>
                <a:lnTo>
                  <a:pt x="409" y="422"/>
                </a:lnTo>
                <a:lnTo>
                  <a:pt x="409" y="423"/>
                </a:lnTo>
                <a:lnTo>
                  <a:pt x="408" y="423"/>
                </a:lnTo>
                <a:lnTo>
                  <a:pt x="407" y="423"/>
                </a:lnTo>
                <a:lnTo>
                  <a:pt x="407" y="424"/>
                </a:lnTo>
                <a:lnTo>
                  <a:pt x="406" y="424"/>
                </a:lnTo>
                <a:lnTo>
                  <a:pt x="405" y="424"/>
                </a:lnTo>
                <a:lnTo>
                  <a:pt x="405" y="423"/>
                </a:lnTo>
                <a:lnTo>
                  <a:pt x="404" y="423"/>
                </a:lnTo>
                <a:lnTo>
                  <a:pt x="403" y="422"/>
                </a:lnTo>
                <a:lnTo>
                  <a:pt x="402" y="422"/>
                </a:lnTo>
                <a:lnTo>
                  <a:pt x="401" y="422"/>
                </a:lnTo>
                <a:lnTo>
                  <a:pt x="400" y="422"/>
                </a:lnTo>
                <a:lnTo>
                  <a:pt x="400" y="423"/>
                </a:lnTo>
                <a:lnTo>
                  <a:pt x="398" y="423"/>
                </a:lnTo>
                <a:lnTo>
                  <a:pt x="399" y="423"/>
                </a:lnTo>
                <a:lnTo>
                  <a:pt x="398" y="423"/>
                </a:lnTo>
                <a:lnTo>
                  <a:pt x="398" y="424"/>
                </a:lnTo>
                <a:lnTo>
                  <a:pt x="398" y="425"/>
                </a:lnTo>
                <a:lnTo>
                  <a:pt x="397" y="425"/>
                </a:lnTo>
                <a:lnTo>
                  <a:pt x="396" y="426"/>
                </a:lnTo>
                <a:lnTo>
                  <a:pt x="396" y="427"/>
                </a:lnTo>
                <a:lnTo>
                  <a:pt x="395" y="426"/>
                </a:lnTo>
                <a:lnTo>
                  <a:pt x="394" y="426"/>
                </a:lnTo>
                <a:lnTo>
                  <a:pt x="393" y="426"/>
                </a:lnTo>
                <a:lnTo>
                  <a:pt x="392" y="426"/>
                </a:lnTo>
                <a:lnTo>
                  <a:pt x="391" y="426"/>
                </a:lnTo>
                <a:lnTo>
                  <a:pt x="391" y="427"/>
                </a:lnTo>
                <a:lnTo>
                  <a:pt x="390" y="427"/>
                </a:lnTo>
                <a:lnTo>
                  <a:pt x="391" y="427"/>
                </a:lnTo>
                <a:lnTo>
                  <a:pt x="391" y="428"/>
                </a:lnTo>
                <a:lnTo>
                  <a:pt x="392" y="428"/>
                </a:lnTo>
                <a:lnTo>
                  <a:pt x="392" y="429"/>
                </a:lnTo>
                <a:lnTo>
                  <a:pt x="393" y="429"/>
                </a:lnTo>
                <a:lnTo>
                  <a:pt x="393" y="430"/>
                </a:lnTo>
                <a:lnTo>
                  <a:pt x="393" y="431"/>
                </a:lnTo>
                <a:lnTo>
                  <a:pt x="393" y="432"/>
                </a:lnTo>
                <a:lnTo>
                  <a:pt x="393" y="433"/>
                </a:lnTo>
                <a:lnTo>
                  <a:pt x="393" y="434"/>
                </a:lnTo>
                <a:lnTo>
                  <a:pt x="393" y="435"/>
                </a:lnTo>
                <a:lnTo>
                  <a:pt x="392" y="435"/>
                </a:lnTo>
                <a:lnTo>
                  <a:pt x="392" y="436"/>
                </a:lnTo>
                <a:lnTo>
                  <a:pt x="391" y="436"/>
                </a:lnTo>
                <a:lnTo>
                  <a:pt x="391" y="435"/>
                </a:lnTo>
                <a:lnTo>
                  <a:pt x="390" y="435"/>
                </a:lnTo>
                <a:lnTo>
                  <a:pt x="389" y="435"/>
                </a:lnTo>
                <a:lnTo>
                  <a:pt x="389" y="436"/>
                </a:lnTo>
                <a:lnTo>
                  <a:pt x="389" y="437"/>
                </a:lnTo>
                <a:lnTo>
                  <a:pt x="388" y="437"/>
                </a:lnTo>
                <a:lnTo>
                  <a:pt x="388" y="436"/>
                </a:lnTo>
                <a:lnTo>
                  <a:pt x="388" y="437"/>
                </a:lnTo>
                <a:lnTo>
                  <a:pt x="388" y="438"/>
                </a:lnTo>
                <a:lnTo>
                  <a:pt x="387" y="438"/>
                </a:lnTo>
                <a:lnTo>
                  <a:pt x="386" y="438"/>
                </a:lnTo>
                <a:lnTo>
                  <a:pt x="385" y="437"/>
                </a:lnTo>
                <a:lnTo>
                  <a:pt x="385" y="438"/>
                </a:lnTo>
                <a:lnTo>
                  <a:pt x="384" y="438"/>
                </a:lnTo>
                <a:lnTo>
                  <a:pt x="383" y="438"/>
                </a:lnTo>
                <a:lnTo>
                  <a:pt x="382" y="438"/>
                </a:lnTo>
                <a:lnTo>
                  <a:pt x="382" y="437"/>
                </a:lnTo>
                <a:lnTo>
                  <a:pt x="382" y="438"/>
                </a:lnTo>
                <a:lnTo>
                  <a:pt x="381" y="438"/>
                </a:lnTo>
                <a:lnTo>
                  <a:pt x="381" y="439"/>
                </a:lnTo>
                <a:lnTo>
                  <a:pt x="380" y="439"/>
                </a:lnTo>
                <a:lnTo>
                  <a:pt x="379" y="440"/>
                </a:lnTo>
                <a:lnTo>
                  <a:pt x="379" y="439"/>
                </a:lnTo>
                <a:lnTo>
                  <a:pt x="379" y="440"/>
                </a:lnTo>
                <a:lnTo>
                  <a:pt x="379" y="441"/>
                </a:lnTo>
                <a:lnTo>
                  <a:pt x="378" y="441"/>
                </a:lnTo>
                <a:lnTo>
                  <a:pt x="378" y="442"/>
                </a:lnTo>
                <a:lnTo>
                  <a:pt x="377" y="443"/>
                </a:lnTo>
                <a:lnTo>
                  <a:pt x="377" y="444"/>
                </a:lnTo>
                <a:lnTo>
                  <a:pt x="376" y="444"/>
                </a:lnTo>
                <a:lnTo>
                  <a:pt x="376" y="445"/>
                </a:lnTo>
                <a:lnTo>
                  <a:pt x="376" y="446"/>
                </a:lnTo>
                <a:lnTo>
                  <a:pt x="375" y="446"/>
                </a:lnTo>
                <a:lnTo>
                  <a:pt x="375" y="447"/>
                </a:lnTo>
                <a:lnTo>
                  <a:pt x="374" y="447"/>
                </a:lnTo>
                <a:lnTo>
                  <a:pt x="373" y="447"/>
                </a:lnTo>
                <a:lnTo>
                  <a:pt x="373" y="446"/>
                </a:lnTo>
                <a:lnTo>
                  <a:pt x="372" y="446"/>
                </a:lnTo>
                <a:lnTo>
                  <a:pt x="372" y="445"/>
                </a:lnTo>
                <a:lnTo>
                  <a:pt x="372" y="443"/>
                </a:lnTo>
                <a:lnTo>
                  <a:pt x="371" y="443"/>
                </a:lnTo>
                <a:lnTo>
                  <a:pt x="371" y="442"/>
                </a:lnTo>
                <a:lnTo>
                  <a:pt x="370" y="442"/>
                </a:lnTo>
                <a:lnTo>
                  <a:pt x="370" y="441"/>
                </a:lnTo>
                <a:lnTo>
                  <a:pt x="370" y="440"/>
                </a:lnTo>
                <a:lnTo>
                  <a:pt x="370" y="439"/>
                </a:lnTo>
                <a:lnTo>
                  <a:pt x="370" y="438"/>
                </a:lnTo>
                <a:lnTo>
                  <a:pt x="369" y="438"/>
                </a:lnTo>
                <a:lnTo>
                  <a:pt x="368" y="437"/>
                </a:lnTo>
                <a:lnTo>
                  <a:pt x="369" y="436"/>
                </a:lnTo>
                <a:lnTo>
                  <a:pt x="370" y="436"/>
                </a:lnTo>
                <a:lnTo>
                  <a:pt x="369" y="436"/>
                </a:lnTo>
                <a:lnTo>
                  <a:pt x="369" y="435"/>
                </a:lnTo>
                <a:lnTo>
                  <a:pt x="368" y="435"/>
                </a:lnTo>
                <a:lnTo>
                  <a:pt x="368" y="434"/>
                </a:lnTo>
                <a:lnTo>
                  <a:pt x="368" y="433"/>
                </a:lnTo>
                <a:lnTo>
                  <a:pt x="368" y="432"/>
                </a:lnTo>
                <a:lnTo>
                  <a:pt x="368" y="431"/>
                </a:lnTo>
                <a:lnTo>
                  <a:pt x="368" y="430"/>
                </a:lnTo>
                <a:lnTo>
                  <a:pt x="367" y="431"/>
                </a:lnTo>
                <a:lnTo>
                  <a:pt x="367" y="430"/>
                </a:lnTo>
                <a:lnTo>
                  <a:pt x="366" y="430"/>
                </a:lnTo>
                <a:lnTo>
                  <a:pt x="366" y="431"/>
                </a:lnTo>
                <a:lnTo>
                  <a:pt x="367" y="431"/>
                </a:lnTo>
                <a:lnTo>
                  <a:pt x="367" y="432"/>
                </a:lnTo>
                <a:lnTo>
                  <a:pt x="367" y="433"/>
                </a:lnTo>
                <a:lnTo>
                  <a:pt x="366" y="433"/>
                </a:lnTo>
                <a:lnTo>
                  <a:pt x="365" y="433"/>
                </a:lnTo>
                <a:lnTo>
                  <a:pt x="365" y="434"/>
                </a:lnTo>
                <a:lnTo>
                  <a:pt x="364" y="434"/>
                </a:lnTo>
                <a:lnTo>
                  <a:pt x="363" y="434"/>
                </a:lnTo>
                <a:lnTo>
                  <a:pt x="363" y="435"/>
                </a:lnTo>
                <a:lnTo>
                  <a:pt x="362" y="435"/>
                </a:lnTo>
                <a:lnTo>
                  <a:pt x="361" y="435"/>
                </a:lnTo>
                <a:lnTo>
                  <a:pt x="361" y="434"/>
                </a:lnTo>
                <a:lnTo>
                  <a:pt x="361" y="433"/>
                </a:lnTo>
                <a:lnTo>
                  <a:pt x="361" y="432"/>
                </a:lnTo>
                <a:lnTo>
                  <a:pt x="361" y="431"/>
                </a:lnTo>
                <a:lnTo>
                  <a:pt x="362" y="431"/>
                </a:lnTo>
                <a:lnTo>
                  <a:pt x="361" y="430"/>
                </a:lnTo>
                <a:lnTo>
                  <a:pt x="362" y="429"/>
                </a:lnTo>
                <a:lnTo>
                  <a:pt x="362" y="428"/>
                </a:lnTo>
                <a:lnTo>
                  <a:pt x="361" y="428"/>
                </a:lnTo>
                <a:lnTo>
                  <a:pt x="361" y="429"/>
                </a:lnTo>
                <a:lnTo>
                  <a:pt x="360" y="429"/>
                </a:lnTo>
                <a:lnTo>
                  <a:pt x="359" y="429"/>
                </a:lnTo>
                <a:lnTo>
                  <a:pt x="358" y="429"/>
                </a:lnTo>
                <a:lnTo>
                  <a:pt x="357" y="430"/>
                </a:lnTo>
                <a:lnTo>
                  <a:pt x="356" y="430"/>
                </a:lnTo>
                <a:lnTo>
                  <a:pt x="355" y="430"/>
                </a:lnTo>
                <a:lnTo>
                  <a:pt x="354" y="430"/>
                </a:lnTo>
                <a:lnTo>
                  <a:pt x="352" y="430"/>
                </a:lnTo>
                <a:lnTo>
                  <a:pt x="349" y="430"/>
                </a:lnTo>
                <a:lnTo>
                  <a:pt x="348" y="430"/>
                </a:lnTo>
                <a:lnTo>
                  <a:pt x="347" y="430"/>
                </a:lnTo>
                <a:lnTo>
                  <a:pt x="346" y="430"/>
                </a:lnTo>
                <a:lnTo>
                  <a:pt x="345" y="430"/>
                </a:lnTo>
                <a:lnTo>
                  <a:pt x="344" y="429"/>
                </a:lnTo>
                <a:lnTo>
                  <a:pt x="343" y="429"/>
                </a:lnTo>
                <a:lnTo>
                  <a:pt x="342" y="429"/>
                </a:lnTo>
                <a:lnTo>
                  <a:pt x="341" y="428"/>
                </a:lnTo>
                <a:lnTo>
                  <a:pt x="340" y="428"/>
                </a:lnTo>
                <a:lnTo>
                  <a:pt x="338" y="427"/>
                </a:lnTo>
                <a:lnTo>
                  <a:pt x="336" y="425"/>
                </a:lnTo>
                <a:lnTo>
                  <a:pt x="336" y="424"/>
                </a:lnTo>
                <a:lnTo>
                  <a:pt x="335" y="424"/>
                </a:lnTo>
                <a:lnTo>
                  <a:pt x="335" y="423"/>
                </a:lnTo>
                <a:lnTo>
                  <a:pt x="334" y="423"/>
                </a:lnTo>
                <a:lnTo>
                  <a:pt x="333" y="422"/>
                </a:lnTo>
                <a:lnTo>
                  <a:pt x="332" y="422"/>
                </a:lnTo>
                <a:lnTo>
                  <a:pt x="331" y="421"/>
                </a:lnTo>
                <a:lnTo>
                  <a:pt x="330" y="421"/>
                </a:lnTo>
                <a:lnTo>
                  <a:pt x="330" y="420"/>
                </a:lnTo>
                <a:lnTo>
                  <a:pt x="329" y="420"/>
                </a:lnTo>
                <a:lnTo>
                  <a:pt x="328" y="420"/>
                </a:lnTo>
                <a:lnTo>
                  <a:pt x="328" y="419"/>
                </a:lnTo>
                <a:lnTo>
                  <a:pt x="328" y="418"/>
                </a:lnTo>
                <a:lnTo>
                  <a:pt x="327" y="417"/>
                </a:lnTo>
                <a:lnTo>
                  <a:pt x="327" y="416"/>
                </a:lnTo>
                <a:lnTo>
                  <a:pt x="326" y="415"/>
                </a:lnTo>
                <a:lnTo>
                  <a:pt x="325" y="414"/>
                </a:lnTo>
                <a:lnTo>
                  <a:pt x="325" y="413"/>
                </a:lnTo>
                <a:lnTo>
                  <a:pt x="324" y="412"/>
                </a:lnTo>
                <a:lnTo>
                  <a:pt x="324" y="411"/>
                </a:lnTo>
                <a:lnTo>
                  <a:pt x="323" y="409"/>
                </a:lnTo>
                <a:lnTo>
                  <a:pt x="323" y="408"/>
                </a:lnTo>
                <a:lnTo>
                  <a:pt x="322" y="407"/>
                </a:lnTo>
                <a:lnTo>
                  <a:pt x="322" y="406"/>
                </a:lnTo>
                <a:lnTo>
                  <a:pt x="322" y="405"/>
                </a:lnTo>
                <a:lnTo>
                  <a:pt x="321" y="405"/>
                </a:lnTo>
                <a:lnTo>
                  <a:pt x="320" y="405"/>
                </a:lnTo>
                <a:lnTo>
                  <a:pt x="319" y="406"/>
                </a:lnTo>
                <a:lnTo>
                  <a:pt x="318" y="406"/>
                </a:lnTo>
                <a:lnTo>
                  <a:pt x="317" y="406"/>
                </a:lnTo>
                <a:lnTo>
                  <a:pt x="317" y="405"/>
                </a:lnTo>
                <a:lnTo>
                  <a:pt x="316" y="406"/>
                </a:lnTo>
                <a:lnTo>
                  <a:pt x="316" y="405"/>
                </a:lnTo>
                <a:lnTo>
                  <a:pt x="316" y="406"/>
                </a:lnTo>
                <a:lnTo>
                  <a:pt x="315" y="406"/>
                </a:lnTo>
                <a:lnTo>
                  <a:pt x="314" y="405"/>
                </a:lnTo>
                <a:lnTo>
                  <a:pt x="313" y="405"/>
                </a:lnTo>
                <a:lnTo>
                  <a:pt x="312" y="406"/>
                </a:lnTo>
                <a:lnTo>
                  <a:pt x="313" y="406"/>
                </a:lnTo>
                <a:lnTo>
                  <a:pt x="314" y="406"/>
                </a:lnTo>
                <a:lnTo>
                  <a:pt x="313" y="407"/>
                </a:lnTo>
                <a:lnTo>
                  <a:pt x="312" y="407"/>
                </a:lnTo>
                <a:lnTo>
                  <a:pt x="311" y="408"/>
                </a:lnTo>
                <a:lnTo>
                  <a:pt x="311" y="407"/>
                </a:lnTo>
                <a:lnTo>
                  <a:pt x="310" y="407"/>
                </a:lnTo>
                <a:lnTo>
                  <a:pt x="310" y="406"/>
                </a:lnTo>
                <a:lnTo>
                  <a:pt x="310" y="405"/>
                </a:lnTo>
                <a:lnTo>
                  <a:pt x="309" y="404"/>
                </a:lnTo>
                <a:lnTo>
                  <a:pt x="308" y="405"/>
                </a:lnTo>
                <a:lnTo>
                  <a:pt x="308" y="404"/>
                </a:lnTo>
                <a:lnTo>
                  <a:pt x="307" y="404"/>
                </a:lnTo>
                <a:lnTo>
                  <a:pt x="307" y="405"/>
                </a:lnTo>
                <a:lnTo>
                  <a:pt x="306" y="405"/>
                </a:lnTo>
                <a:lnTo>
                  <a:pt x="305" y="405"/>
                </a:lnTo>
                <a:lnTo>
                  <a:pt x="304" y="405"/>
                </a:lnTo>
                <a:lnTo>
                  <a:pt x="303" y="405"/>
                </a:lnTo>
                <a:lnTo>
                  <a:pt x="303" y="406"/>
                </a:lnTo>
                <a:lnTo>
                  <a:pt x="303" y="407"/>
                </a:lnTo>
                <a:lnTo>
                  <a:pt x="302" y="407"/>
                </a:lnTo>
                <a:lnTo>
                  <a:pt x="301" y="407"/>
                </a:lnTo>
                <a:lnTo>
                  <a:pt x="300" y="406"/>
                </a:lnTo>
                <a:lnTo>
                  <a:pt x="299" y="406"/>
                </a:lnTo>
                <a:lnTo>
                  <a:pt x="298" y="406"/>
                </a:lnTo>
                <a:lnTo>
                  <a:pt x="298" y="407"/>
                </a:lnTo>
                <a:lnTo>
                  <a:pt x="297" y="407"/>
                </a:lnTo>
                <a:lnTo>
                  <a:pt x="296" y="408"/>
                </a:lnTo>
                <a:lnTo>
                  <a:pt x="297" y="408"/>
                </a:lnTo>
                <a:lnTo>
                  <a:pt x="296" y="409"/>
                </a:lnTo>
                <a:lnTo>
                  <a:pt x="297" y="409"/>
                </a:lnTo>
                <a:lnTo>
                  <a:pt x="297" y="408"/>
                </a:lnTo>
                <a:lnTo>
                  <a:pt x="298" y="409"/>
                </a:lnTo>
                <a:lnTo>
                  <a:pt x="297" y="409"/>
                </a:lnTo>
                <a:lnTo>
                  <a:pt x="296" y="409"/>
                </a:lnTo>
                <a:lnTo>
                  <a:pt x="295" y="410"/>
                </a:lnTo>
                <a:lnTo>
                  <a:pt x="295" y="409"/>
                </a:lnTo>
                <a:lnTo>
                  <a:pt x="294" y="409"/>
                </a:lnTo>
                <a:lnTo>
                  <a:pt x="294" y="410"/>
                </a:lnTo>
                <a:lnTo>
                  <a:pt x="293" y="410"/>
                </a:lnTo>
                <a:lnTo>
                  <a:pt x="293" y="411"/>
                </a:lnTo>
                <a:lnTo>
                  <a:pt x="294" y="412"/>
                </a:lnTo>
                <a:lnTo>
                  <a:pt x="293" y="412"/>
                </a:lnTo>
                <a:lnTo>
                  <a:pt x="292" y="411"/>
                </a:lnTo>
                <a:lnTo>
                  <a:pt x="292" y="412"/>
                </a:lnTo>
                <a:lnTo>
                  <a:pt x="291" y="411"/>
                </a:lnTo>
                <a:lnTo>
                  <a:pt x="291" y="412"/>
                </a:lnTo>
                <a:lnTo>
                  <a:pt x="290" y="411"/>
                </a:lnTo>
                <a:lnTo>
                  <a:pt x="290" y="410"/>
                </a:lnTo>
                <a:lnTo>
                  <a:pt x="291" y="410"/>
                </a:lnTo>
                <a:lnTo>
                  <a:pt x="291" y="409"/>
                </a:lnTo>
                <a:lnTo>
                  <a:pt x="290" y="409"/>
                </a:lnTo>
                <a:lnTo>
                  <a:pt x="289" y="409"/>
                </a:lnTo>
                <a:lnTo>
                  <a:pt x="289" y="408"/>
                </a:lnTo>
                <a:lnTo>
                  <a:pt x="288" y="408"/>
                </a:lnTo>
                <a:lnTo>
                  <a:pt x="288" y="407"/>
                </a:lnTo>
                <a:lnTo>
                  <a:pt x="287" y="407"/>
                </a:lnTo>
                <a:lnTo>
                  <a:pt x="287" y="406"/>
                </a:lnTo>
                <a:lnTo>
                  <a:pt x="286" y="406"/>
                </a:lnTo>
                <a:lnTo>
                  <a:pt x="285" y="407"/>
                </a:lnTo>
                <a:lnTo>
                  <a:pt x="284" y="407"/>
                </a:lnTo>
                <a:lnTo>
                  <a:pt x="284" y="406"/>
                </a:lnTo>
                <a:lnTo>
                  <a:pt x="283" y="406"/>
                </a:lnTo>
                <a:lnTo>
                  <a:pt x="282" y="406"/>
                </a:lnTo>
                <a:lnTo>
                  <a:pt x="282" y="407"/>
                </a:lnTo>
                <a:lnTo>
                  <a:pt x="281" y="407"/>
                </a:lnTo>
                <a:lnTo>
                  <a:pt x="280" y="407"/>
                </a:lnTo>
                <a:lnTo>
                  <a:pt x="280" y="406"/>
                </a:lnTo>
                <a:lnTo>
                  <a:pt x="279" y="406"/>
                </a:lnTo>
                <a:lnTo>
                  <a:pt x="279" y="405"/>
                </a:lnTo>
                <a:lnTo>
                  <a:pt x="278" y="405"/>
                </a:lnTo>
                <a:lnTo>
                  <a:pt x="277" y="405"/>
                </a:lnTo>
                <a:lnTo>
                  <a:pt x="277" y="404"/>
                </a:lnTo>
                <a:lnTo>
                  <a:pt x="278" y="404"/>
                </a:lnTo>
                <a:lnTo>
                  <a:pt x="277" y="404"/>
                </a:lnTo>
                <a:lnTo>
                  <a:pt x="276" y="405"/>
                </a:lnTo>
                <a:lnTo>
                  <a:pt x="276" y="404"/>
                </a:lnTo>
                <a:lnTo>
                  <a:pt x="275" y="404"/>
                </a:lnTo>
                <a:lnTo>
                  <a:pt x="274" y="405"/>
                </a:lnTo>
                <a:lnTo>
                  <a:pt x="275" y="405"/>
                </a:lnTo>
                <a:lnTo>
                  <a:pt x="274" y="405"/>
                </a:lnTo>
                <a:lnTo>
                  <a:pt x="274" y="406"/>
                </a:lnTo>
                <a:lnTo>
                  <a:pt x="273" y="405"/>
                </a:lnTo>
                <a:lnTo>
                  <a:pt x="274" y="405"/>
                </a:lnTo>
                <a:lnTo>
                  <a:pt x="274" y="404"/>
                </a:lnTo>
                <a:lnTo>
                  <a:pt x="274" y="403"/>
                </a:lnTo>
                <a:lnTo>
                  <a:pt x="275" y="403"/>
                </a:lnTo>
                <a:lnTo>
                  <a:pt x="274" y="402"/>
                </a:lnTo>
                <a:lnTo>
                  <a:pt x="274" y="403"/>
                </a:lnTo>
                <a:lnTo>
                  <a:pt x="273" y="404"/>
                </a:lnTo>
                <a:lnTo>
                  <a:pt x="272" y="403"/>
                </a:lnTo>
                <a:lnTo>
                  <a:pt x="271" y="403"/>
                </a:lnTo>
                <a:lnTo>
                  <a:pt x="271" y="402"/>
                </a:lnTo>
                <a:lnTo>
                  <a:pt x="271" y="401"/>
                </a:lnTo>
                <a:lnTo>
                  <a:pt x="272" y="400"/>
                </a:lnTo>
                <a:lnTo>
                  <a:pt x="271" y="400"/>
                </a:lnTo>
                <a:lnTo>
                  <a:pt x="271" y="399"/>
                </a:lnTo>
                <a:lnTo>
                  <a:pt x="272" y="399"/>
                </a:lnTo>
                <a:lnTo>
                  <a:pt x="271" y="399"/>
                </a:lnTo>
                <a:lnTo>
                  <a:pt x="271" y="398"/>
                </a:lnTo>
                <a:lnTo>
                  <a:pt x="272" y="398"/>
                </a:lnTo>
                <a:lnTo>
                  <a:pt x="272" y="397"/>
                </a:lnTo>
                <a:lnTo>
                  <a:pt x="272" y="396"/>
                </a:lnTo>
                <a:lnTo>
                  <a:pt x="273" y="396"/>
                </a:lnTo>
                <a:lnTo>
                  <a:pt x="273" y="395"/>
                </a:lnTo>
                <a:lnTo>
                  <a:pt x="272" y="395"/>
                </a:lnTo>
                <a:lnTo>
                  <a:pt x="272" y="394"/>
                </a:lnTo>
                <a:lnTo>
                  <a:pt x="272" y="393"/>
                </a:lnTo>
                <a:lnTo>
                  <a:pt x="271" y="393"/>
                </a:lnTo>
                <a:lnTo>
                  <a:pt x="271" y="392"/>
                </a:lnTo>
                <a:lnTo>
                  <a:pt x="270" y="392"/>
                </a:lnTo>
                <a:lnTo>
                  <a:pt x="270" y="393"/>
                </a:lnTo>
                <a:lnTo>
                  <a:pt x="270" y="394"/>
                </a:lnTo>
                <a:lnTo>
                  <a:pt x="269" y="395"/>
                </a:lnTo>
                <a:lnTo>
                  <a:pt x="270" y="396"/>
                </a:lnTo>
                <a:lnTo>
                  <a:pt x="269" y="396"/>
                </a:lnTo>
                <a:lnTo>
                  <a:pt x="268" y="396"/>
                </a:lnTo>
                <a:lnTo>
                  <a:pt x="267" y="396"/>
                </a:lnTo>
                <a:lnTo>
                  <a:pt x="266" y="396"/>
                </a:lnTo>
                <a:lnTo>
                  <a:pt x="266" y="395"/>
                </a:lnTo>
                <a:lnTo>
                  <a:pt x="265" y="396"/>
                </a:lnTo>
                <a:lnTo>
                  <a:pt x="264" y="396"/>
                </a:lnTo>
                <a:lnTo>
                  <a:pt x="264" y="397"/>
                </a:lnTo>
                <a:lnTo>
                  <a:pt x="262" y="397"/>
                </a:lnTo>
                <a:lnTo>
                  <a:pt x="262" y="396"/>
                </a:lnTo>
                <a:lnTo>
                  <a:pt x="261" y="396"/>
                </a:lnTo>
                <a:lnTo>
                  <a:pt x="260" y="396"/>
                </a:lnTo>
                <a:lnTo>
                  <a:pt x="260" y="397"/>
                </a:lnTo>
                <a:lnTo>
                  <a:pt x="259" y="397"/>
                </a:lnTo>
                <a:lnTo>
                  <a:pt x="259" y="396"/>
                </a:lnTo>
                <a:lnTo>
                  <a:pt x="258" y="396"/>
                </a:lnTo>
                <a:lnTo>
                  <a:pt x="257" y="395"/>
                </a:lnTo>
                <a:lnTo>
                  <a:pt x="256" y="395"/>
                </a:lnTo>
                <a:lnTo>
                  <a:pt x="256" y="396"/>
                </a:lnTo>
                <a:lnTo>
                  <a:pt x="256" y="395"/>
                </a:lnTo>
                <a:lnTo>
                  <a:pt x="255" y="395"/>
                </a:lnTo>
                <a:lnTo>
                  <a:pt x="256" y="394"/>
                </a:lnTo>
                <a:lnTo>
                  <a:pt x="256" y="392"/>
                </a:lnTo>
                <a:lnTo>
                  <a:pt x="255" y="392"/>
                </a:lnTo>
                <a:lnTo>
                  <a:pt x="254" y="392"/>
                </a:lnTo>
                <a:lnTo>
                  <a:pt x="254" y="393"/>
                </a:lnTo>
                <a:lnTo>
                  <a:pt x="253" y="393"/>
                </a:lnTo>
                <a:lnTo>
                  <a:pt x="252" y="393"/>
                </a:lnTo>
                <a:lnTo>
                  <a:pt x="251" y="393"/>
                </a:lnTo>
                <a:lnTo>
                  <a:pt x="251" y="394"/>
                </a:lnTo>
                <a:lnTo>
                  <a:pt x="251" y="395"/>
                </a:lnTo>
                <a:lnTo>
                  <a:pt x="250" y="395"/>
                </a:lnTo>
                <a:lnTo>
                  <a:pt x="250" y="396"/>
                </a:lnTo>
                <a:lnTo>
                  <a:pt x="248" y="396"/>
                </a:lnTo>
                <a:lnTo>
                  <a:pt x="247" y="397"/>
                </a:lnTo>
                <a:lnTo>
                  <a:pt x="247" y="399"/>
                </a:lnTo>
                <a:lnTo>
                  <a:pt x="246" y="398"/>
                </a:lnTo>
                <a:lnTo>
                  <a:pt x="245" y="398"/>
                </a:lnTo>
                <a:lnTo>
                  <a:pt x="245" y="399"/>
                </a:lnTo>
                <a:lnTo>
                  <a:pt x="244" y="399"/>
                </a:lnTo>
                <a:lnTo>
                  <a:pt x="244" y="398"/>
                </a:lnTo>
                <a:lnTo>
                  <a:pt x="243" y="398"/>
                </a:lnTo>
                <a:lnTo>
                  <a:pt x="243" y="399"/>
                </a:lnTo>
                <a:lnTo>
                  <a:pt x="242" y="399"/>
                </a:lnTo>
                <a:lnTo>
                  <a:pt x="241" y="399"/>
                </a:lnTo>
                <a:lnTo>
                  <a:pt x="241" y="398"/>
                </a:lnTo>
                <a:lnTo>
                  <a:pt x="241" y="399"/>
                </a:lnTo>
                <a:lnTo>
                  <a:pt x="240" y="398"/>
                </a:lnTo>
                <a:lnTo>
                  <a:pt x="239" y="398"/>
                </a:lnTo>
                <a:lnTo>
                  <a:pt x="239" y="399"/>
                </a:lnTo>
                <a:lnTo>
                  <a:pt x="238" y="399"/>
                </a:lnTo>
                <a:lnTo>
                  <a:pt x="237" y="399"/>
                </a:lnTo>
                <a:lnTo>
                  <a:pt x="236" y="399"/>
                </a:lnTo>
                <a:lnTo>
                  <a:pt x="236" y="398"/>
                </a:lnTo>
                <a:lnTo>
                  <a:pt x="236" y="399"/>
                </a:lnTo>
                <a:lnTo>
                  <a:pt x="235" y="399"/>
                </a:lnTo>
                <a:lnTo>
                  <a:pt x="235" y="398"/>
                </a:lnTo>
                <a:lnTo>
                  <a:pt x="234" y="398"/>
                </a:lnTo>
                <a:lnTo>
                  <a:pt x="234" y="399"/>
                </a:lnTo>
                <a:lnTo>
                  <a:pt x="234" y="398"/>
                </a:lnTo>
                <a:lnTo>
                  <a:pt x="233" y="398"/>
                </a:lnTo>
                <a:lnTo>
                  <a:pt x="233" y="399"/>
                </a:lnTo>
                <a:lnTo>
                  <a:pt x="232" y="398"/>
                </a:lnTo>
                <a:lnTo>
                  <a:pt x="231" y="398"/>
                </a:lnTo>
                <a:lnTo>
                  <a:pt x="230" y="398"/>
                </a:lnTo>
                <a:lnTo>
                  <a:pt x="229" y="399"/>
                </a:lnTo>
                <a:lnTo>
                  <a:pt x="228" y="399"/>
                </a:lnTo>
                <a:lnTo>
                  <a:pt x="227" y="399"/>
                </a:lnTo>
                <a:lnTo>
                  <a:pt x="227" y="398"/>
                </a:lnTo>
                <a:lnTo>
                  <a:pt x="226" y="398"/>
                </a:lnTo>
                <a:lnTo>
                  <a:pt x="225" y="398"/>
                </a:lnTo>
                <a:lnTo>
                  <a:pt x="224" y="398"/>
                </a:lnTo>
                <a:lnTo>
                  <a:pt x="223" y="399"/>
                </a:lnTo>
                <a:lnTo>
                  <a:pt x="222" y="399"/>
                </a:lnTo>
                <a:lnTo>
                  <a:pt x="221" y="399"/>
                </a:lnTo>
                <a:lnTo>
                  <a:pt x="220" y="399"/>
                </a:lnTo>
                <a:lnTo>
                  <a:pt x="219" y="399"/>
                </a:lnTo>
                <a:lnTo>
                  <a:pt x="218" y="399"/>
                </a:lnTo>
                <a:lnTo>
                  <a:pt x="218" y="398"/>
                </a:lnTo>
                <a:lnTo>
                  <a:pt x="218" y="397"/>
                </a:lnTo>
                <a:lnTo>
                  <a:pt x="218" y="396"/>
                </a:lnTo>
                <a:lnTo>
                  <a:pt x="217" y="396"/>
                </a:lnTo>
                <a:lnTo>
                  <a:pt x="217" y="395"/>
                </a:lnTo>
                <a:lnTo>
                  <a:pt x="216" y="395"/>
                </a:lnTo>
                <a:lnTo>
                  <a:pt x="216" y="394"/>
                </a:lnTo>
                <a:lnTo>
                  <a:pt x="215" y="394"/>
                </a:lnTo>
                <a:lnTo>
                  <a:pt x="214" y="394"/>
                </a:lnTo>
                <a:lnTo>
                  <a:pt x="213" y="394"/>
                </a:lnTo>
                <a:lnTo>
                  <a:pt x="213" y="393"/>
                </a:lnTo>
                <a:lnTo>
                  <a:pt x="212" y="393"/>
                </a:lnTo>
                <a:lnTo>
                  <a:pt x="212" y="392"/>
                </a:lnTo>
                <a:lnTo>
                  <a:pt x="211" y="392"/>
                </a:lnTo>
                <a:lnTo>
                  <a:pt x="212" y="392"/>
                </a:lnTo>
                <a:lnTo>
                  <a:pt x="212" y="393"/>
                </a:lnTo>
                <a:lnTo>
                  <a:pt x="212" y="392"/>
                </a:lnTo>
                <a:lnTo>
                  <a:pt x="212" y="390"/>
                </a:lnTo>
                <a:lnTo>
                  <a:pt x="213" y="390"/>
                </a:lnTo>
                <a:lnTo>
                  <a:pt x="213" y="389"/>
                </a:lnTo>
                <a:lnTo>
                  <a:pt x="214" y="387"/>
                </a:lnTo>
                <a:lnTo>
                  <a:pt x="215" y="385"/>
                </a:lnTo>
                <a:lnTo>
                  <a:pt x="216" y="383"/>
                </a:lnTo>
                <a:lnTo>
                  <a:pt x="217" y="384"/>
                </a:lnTo>
                <a:lnTo>
                  <a:pt x="217" y="385"/>
                </a:lnTo>
                <a:lnTo>
                  <a:pt x="218" y="385"/>
                </a:lnTo>
                <a:lnTo>
                  <a:pt x="219" y="385"/>
                </a:lnTo>
                <a:lnTo>
                  <a:pt x="220" y="385"/>
                </a:lnTo>
                <a:lnTo>
                  <a:pt x="221" y="385"/>
                </a:lnTo>
                <a:lnTo>
                  <a:pt x="221" y="384"/>
                </a:lnTo>
                <a:lnTo>
                  <a:pt x="222" y="384"/>
                </a:lnTo>
                <a:lnTo>
                  <a:pt x="223" y="384"/>
                </a:lnTo>
                <a:lnTo>
                  <a:pt x="223" y="383"/>
                </a:lnTo>
                <a:lnTo>
                  <a:pt x="224" y="382"/>
                </a:lnTo>
                <a:lnTo>
                  <a:pt x="225" y="382"/>
                </a:lnTo>
                <a:lnTo>
                  <a:pt x="225" y="381"/>
                </a:lnTo>
                <a:lnTo>
                  <a:pt x="226" y="380"/>
                </a:lnTo>
                <a:lnTo>
                  <a:pt x="226" y="379"/>
                </a:lnTo>
                <a:lnTo>
                  <a:pt x="226" y="378"/>
                </a:lnTo>
                <a:lnTo>
                  <a:pt x="227" y="377"/>
                </a:lnTo>
                <a:lnTo>
                  <a:pt x="227" y="374"/>
                </a:lnTo>
                <a:lnTo>
                  <a:pt x="227" y="373"/>
                </a:lnTo>
                <a:lnTo>
                  <a:pt x="227" y="372"/>
                </a:lnTo>
                <a:lnTo>
                  <a:pt x="227" y="371"/>
                </a:lnTo>
                <a:lnTo>
                  <a:pt x="228" y="369"/>
                </a:lnTo>
                <a:lnTo>
                  <a:pt x="227" y="368"/>
                </a:lnTo>
                <a:lnTo>
                  <a:pt x="226" y="367"/>
                </a:lnTo>
                <a:lnTo>
                  <a:pt x="226" y="366"/>
                </a:lnTo>
                <a:lnTo>
                  <a:pt x="227" y="365"/>
                </a:lnTo>
                <a:lnTo>
                  <a:pt x="226" y="364"/>
                </a:lnTo>
                <a:lnTo>
                  <a:pt x="226" y="363"/>
                </a:lnTo>
                <a:lnTo>
                  <a:pt x="227" y="362"/>
                </a:lnTo>
                <a:lnTo>
                  <a:pt x="226" y="362"/>
                </a:lnTo>
                <a:lnTo>
                  <a:pt x="225" y="362"/>
                </a:lnTo>
                <a:lnTo>
                  <a:pt x="226" y="362"/>
                </a:lnTo>
                <a:lnTo>
                  <a:pt x="226" y="361"/>
                </a:lnTo>
                <a:lnTo>
                  <a:pt x="226" y="360"/>
                </a:lnTo>
                <a:lnTo>
                  <a:pt x="225" y="360"/>
                </a:lnTo>
                <a:lnTo>
                  <a:pt x="225" y="359"/>
                </a:lnTo>
                <a:lnTo>
                  <a:pt x="224" y="359"/>
                </a:lnTo>
                <a:lnTo>
                  <a:pt x="223" y="358"/>
                </a:lnTo>
                <a:lnTo>
                  <a:pt x="222" y="358"/>
                </a:lnTo>
                <a:lnTo>
                  <a:pt x="221" y="358"/>
                </a:lnTo>
                <a:lnTo>
                  <a:pt x="221" y="359"/>
                </a:lnTo>
                <a:lnTo>
                  <a:pt x="220" y="359"/>
                </a:lnTo>
                <a:lnTo>
                  <a:pt x="219" y="359"/>
                </a:lnTo>
                <a:lnTo>
                  <a:pt x="219" y="358"/>
                </a:lnTo>
                <a:lnTo>
                  <a:pt x="219" y="357"/>
                </a:lnTo>
                <a:lnTo>
                  <a:pt x="218" y="356"/>
                </a:lnTo>
                <a:lnTo>
                  <a:pt x="219" y="355"/>
                </a:lnTo>
                <a:lnTo>
                  <a:pt x="219" y="354"/>
                </a:lnTo>
                <a:lnTo>
                  <a:pt x="218" y="354"/>
                </a:lnTo>
                <a:lnTo>
                  <a:pt x="218" y="353"/>
                </a:lnTo>
                <a:lnTo>
                  <a:pt x="217" y="353"/>
                </a:lnTo>
                <a:lnTo>
                  <a:pt x="216" y="353"/>
                </a:lnTo>
                <a:lnTo>
                  <a:pt x="215" y="353"/>
                </a:lnTo>
                <a:lnTo>
                  <a:pt x="215" y="354"/>
                </a:lnTo>
                <a:lnTo>
                  <a:pt x="214" y="354"/>
                </a:lnTo>
                <a:lnTo>
                  <a:pt x="215" y="355"/>
                </a:lnTo>
                <a:lnTo>
                  <a:pt x="215" y="356"/>
                </a:lnTo>
                <a:lnTo>
                  <a:pt x="214" y="356"/>
                </a:lnTo>
                <a:lnTo>
                  <a:pt x="214" y="357"/>
                </a:lnTo>
                <a:lnTo>
                  <a:pt x="214" y="358"/>
                </a:lnTo>
                <a:lnTo>
                  <a:pt x="213" y="358"/>
                </a:lnTo>
                <a:lnTo>
                  <a:pt x="213" y="359"/>
                </a:lnTo>
                <a:lnTo>
                  <a:pt x="212" y="358"/>
                </a:lnTo>
                <a:lnTo>
                  <a:pt x="212" y="357"/>
                </a:lnTo>
                <a:lnTo>
                  <a:pt x="211" y="357"/>
                </a:lnTo>
                <a:lnTo>
                  <a:pt x="210" y="357"/>
                </a:lnTo>
                <a:lnTo>
                  <a:pt x="210" y="358"/>
                </a:lnTo>
                <a:lnTo>
                  <a:pt x="209" y="358"/>
                </a:lnTo>
                <a:lnTo>
                  <a:pt x="209" y="357"/>
                </a:lnTo>
                <a:lnTo>
                  <a:pt x="208" y="357"/>
                </a:lnTo>
                <a:lnTo>
                  <a:pt x="207" y="357"/>
                </a:lnTo>
                <a:lnTo>
                  <a:pt x="206" y="357"/>
                </a:lnTo>
                <a:lnTo>
                  <a:pt x="206" y="356"/>
                </a:lnTo>
                <a:lnTo>
                  <a:pt x="205" y="356"/>
                </a:lnTo>
                <a:lnTo>
                  <a:pt x="206" y="356"/>
                </a:lnTo>
                <a:lnTo>
                  <a:pt x="206" y="355"/>
                </a:lnTo>
                <a:lnTo>
                  <a:pt x="205" y="354"/>
                </a:lnTo>
                <a:lnTo>
                  <a:pt x="206" y="353"/>
                </a:lnTo>
                <a:lnTo>
                  <a:pt x="207" y="353"/>
                </a:lnTo>
                <a:lnTo>
                  <a:pt x="208" y="353"/>
                </a:lnTo>
                <a:lnTo>
                  <a:pt x="208" y="352"/>
                </a:lnTo>
                <a:lnTo>
                  <a:pt x="208" y="351"/>
                </a:lnTo>
                <a:lnTo>
                  <a:pt x="209" y="351"/>
                </a:lnTo>
                <a:lnTo>
                  <a:pt x="210" y="351"/>
                </a:lnTo>
                <a:lnTo>
                  <a:pt x="210" y="350"/>
                </a:lnTo>
                <a:lnTo>
                  <a:pt x="210" y="349"/>
                </a:lnTo>
                <a:lnTo>
                  <a:pt x="209" y="350"/>
                </a:lnTo>
                <a:lnTo>
                  <a:pt x="209" y="349"/>
                </a:lnTo>
                <a:lnTo>
                  <a:pt x="210" y="349"/>
                </a:lnTo>
                <a:lnTo>
                  <a:pt x="209" y="348"/>
                </a:lnTo>
                <a:lnTo>
                  <a:pt x="207" y="348"/>
                </a:lnTo>
                <a:lnTo>
                  <a:pt x="206" y="348"/>
                </a:lnTo>
                <a:lnTo>
                  <a:pt x="206" y="347"/>
                </a:lnTo>
                <a:lnTo>
                  <a:pt x="205" y="346"/>
                </a:lnTo>
                <a:lnTo>
                  <a:pt x="206" y="346"/>
                </a:lnTo>
                <a:lnTo>
                  <a:pt x="205" y="346"/>
                </a:lnTo>
                <a:lnTo>
                  <a:pt x="205" y="345"/>
                </a:lnTo>
                <a:lnTo>
                  <a:pt x="204" y="345"/>
                </a:lnTo>
                <a:lnTo>
                  <a:pt x="203" y="346"/>
                </a:lnTo>
                <a:lnTo>
                  <a:pt x="203" y="345"/>
                </a:lnTo>
                <a:lnTo>
                  <a:pt x="202" y="345"/>
                </a:lnTo>
                <a:lnTo>
                  <a:pt x="202" y="346"/>
                </a:lnTo>
                <a:lnTo>
                  <a:pt x="201" y="346"/>
                </a:lnTo>
                <a:lnTo>
                  <a:pt x="201" y="347"/>
                </a:lnTo>
                <a:lnTo>
                  <a:pt x="200" y="347"/>
                </a:lnTo>
                <a:lnTo>
                  <a:pt x="199" y="347"/>
                </a:lnTo>
                <a:lnTo>
                  <a:pt x="199" y="346"/>
                </a:lnTo>
                <a:lnTo>
                  <a:pt x="198" y="347"/>
                </a:lnTo>
                <a:lnTo>
                  <a:pt x="198" y="348"/>
                </a:lnTo>
                <a:lnTo>
                  <a:pt x="197" y="348"/>
                </a:lnTo>
                <a:lnTo>
                  <a:pt x="197" y="347"/>
                </a:lnTo>
                <a:lnTo>
                  <a:pt x="196" y="348"/>
                </a:lnTo>
                <a:lnTo>
                  <a:pt x="197" y="348"/>
                </a:lnTo>
                <a:lnTo>
                  <a:pt x="196" y="348"/>
                </a:lnTo>
                <a:lnTo>
                  <a:pt x="196" y="347"/>
                </a:lnTo>
                <a:lnTo>
                  <a:pt x="195" y="347"/>
                </a:lnTo>
                <a:lnTo>
                  <a:pt x="194" y="347"/>
                </a:lnTo>
                <a:lnTo>
                  <a:pt x="194" y="346"/>
                </a:lnTo>
                <a:lnTo>
                  <a:pt x="195" y="346"/>
                </a:lnTo>
                <a:lnTo>
                  <a:pt x="196" y="346"/>
                </a:lnTo>
                <a:lnTo>
                  <a:pt x="196" y="345"/>
                </a:lnTo>
                <a:lnTo>
                  <a:pt x="197" y="345"/>
                </a:lnTo>
                <a:lnTo>
                  <a:pt x="196" y="344"/>
                </a:lnTo>
                <a:lnTo>
                  <a:pt x="195" y="344"/>
                </a:lnTo>
                <a:lnTo>
                  <a:pt x="195" y="345"/>
                </a:lnTo>
                <a:lnTo>
                  <a:pt x="194" y="345"/>
                </a:lnTo>
                <a:lnTo>
                  <a:pt x="194" y="344"/>
                </a:lnTo>
                <a:lnTo>
                  <a:pt x="193" y="344"/>
                </a:lnTo>
                <a:lnTo>
                  <a:pt x="193" y="343"/>
                </a:lnTo>
                <a:lnTo>
                  <a:pt x="192" y="343"/>
                </a:lnTo>
                <a:lnTo>
                  <a:pt x="191" y="343"/>
                </a:lnTo>
                <a:lnTo>
                  <a:pt x="191" y="342"/>
                </a:lnTo>
                <a:lnTo>
                  <a:pt x="192" y="340"/>
                </a:lnTo>
                <a:lnTo>
                  <a:pt x="193" y="337"/>
                </a:lnTo>
                <a:lnTo>
                  <a:pt x="192" y="337"/>
                </a:lnTo>
                <a:lnTo>
                  <a:pt x="192" y="336"/>
                </a:lnTo>
                <a:lnTo>
                  <a:pt x="190" y="336"/>
                </a:lnTo>
                <a:lnTo>
                  <a:pt x="190" y="335"/>
                </a:lnTo>
                <a:lnTo>
                  <a:pt x="189" y="334"/>
                </a:lnTo>
                <a:lnTo>
                  <a:pt x="190" y="334"/>
                </a:lnTo>
                <a:lnTo>
                  <a:pt x="191" y="333"/>
                </a:lnTo>
                <a:lnTo>
                  <a:pt x="191" y="332"/>
                </a:lnTo>
                <a:lnTo>
                  <a:pt x="190" y="332"/>
                </a:lnTo>
                <a:lnTo>
                  <a:pt x="188" y="332"/>
                </a:lnTo>
                <a:lnTo>
                  <a:pt x="187" y="332"/>
                </a:lnTo>
                <a:lnTo>
                  <a:pt x="187" y="331"/>
                </a:lnTo>
                <a:lnTo>
                  <a:pt x="186" y="331"/>
                </a:lnTo>
                <a:lnTo>
                  <a:pt x="186" y="332"/>
                </a:lnTo>
                <a:lnTo>
                  <a:pt x="185" y="332"/>
                </a:lnTo>
                <a:lnTo>
                  <a:pt x="185" y="331"/>
                </a:lnTo>
                <a:lnTo>
                  <a:pt x="184" y="331"/>
                </a:lnTo>
                <a:lnTo>
                  <a:pt x="184" y="330"/>
                </a:lnTo>
                <a:lnTo>
                  <a:pt x="183" y="329"/>
                </a:lnTo>
                <a:lnTo>
                  <a:pt x="182" y="330"/>
                </a:lnTo>
                <a:lnTo>
                  <a:pt x="181" y="330"/>
                </a:lnTo>
                <a:lnTo>
                  <a:pt x="181" y="329"/>
                </a:lnTo>
                <a:lnTo>
                  <a:pt x="182" y="329"/>
                </a:lnTo>
                <a:lnTo>
                  <a:pt x="181" y="329"/>
                </a:lnTo>
                <a:lnTo>
                  <a:pt x="181" y="328"/>
                </a:lnTo>
                <a:lnTo>
                  <a:pt x="180" y="328"/>
                </a:lnTo>
                <a:lnTo>
                  <a:pt x="180" y="327"/>
                </a:lnTo>
                <a:lnTo>
                  <a:pt x="181" y="327"/>
                </a:lnTo>
                <a:lnTo>
                  <a:pt x="181" y="326"/>
                </a:lnTo>
                <a:lnTo>
                  <a:pt x="181" y="325"/>
                </a:lnTo>
                <a:lnTo>
                  <a:pt x="181" y="324"/>
                </a:lnTo>
                <a:lnTo>
                  <a:pt x="182" y="324"/>
                </a:lnTo>
                <a:lnTo>
                  <a:pt x="182" y="323"/>
                </a:lnTo>
                <a:lnTo>
                  <a:pt x="181" y="323"/>
                </a:lnTo>
                <a:lnTo>
                  <a:pt x="181" y="322"/>
                </a:lnTo>
                <a:lnTo>
                  <a:pt x="182" y="322"/>
                </a:lnTo>
                <a:lnTo>
                  <a:pt x="182" y="323"/>
                </a:lnTo>
                <a:lnTo>
                  <a:pt x="183" y="322"/>
                </a:lnTo>
                <a:lnTo>
                  <a:pt x="182" y="322"/>
                </a:lnTo>
                <a:lnTo>
                  <a:pt x="183" y="322"/>
                </a:lnTo>
                <a:lnTo>
                  <a:pt x="183" y="321"/>
                </a:lnTo>
                <a:lnTo>
                  <a:pt x="182" y="320"/>
                </a:lnTo>
                <a:lnTo>
                  <a:pt x="182" y="319"/>
                </a:lnTo>
                <a:lnTo>
                  <a:pt x="183" y="319"/>
                </a:lnTo>
                <a:lnTo>
                  <a:pt x="183" y="318"/>
                </a:lnTo>
                <a:lnTo>
                  <a:pt x="183" y="319"/>
                </a:lnTo>
                <a:lnTo>
                  <a:pt x="184" y="319"/>
                </a:lnTo>
                <a:lnTo>
                  <a:pt x="184" y="318"/>
                </a:lnTo>
                <a:lnTo>
                  <a:pt x="183" y="318"/>
                </a:lnTo>
                <a:lnTo>
                  <a:pt x="182" y="318"/>
                </a:lnTo>
                <a:lnTo>
                  <a:pt x="182" y="317"/>
                </a:lnTo>
                <a:lnTo>
                  <a:pt x="182" y="316"/>
                </a:lnTo>
                <a:lnTo>
                  <a:pt x="183" y="316"/>
                </a:lnTo>
                <a:lnTo>
                  <a:pt x="183" y="315"/>
                </a:lnTo>
                <a:lnTo>
                  <a:pt x="182" y="315"/>
                </a:lnTo>
                <a:lnTo>
                  <a:pt x="182" y="314"/>
                </a:lnTo>
                <a:lnTo>
                  <a:pt x="183" y="314"/>
                </a:lnTo>
                <a:lnTo>
                  <a:pt x="183" y="313"/>
                </a:lnTo>
                <a:lnTo>
                  <a:pt x="184" y="312"/>
                </a:lnTo>
                <a:lnTo>
                  <a:pt x="185" y="312"/>
                </a:lnTo>
                <a:lnTo>
                  <a:pt x="186" y="312"/>
                </a:lnTo>
                <a:lnTo>
                  <a:pt x="187" y="312"/>
                </a:lnTo>
                <a:lnTo>
                  <a:pt x="187" y="311"/>
                </a:lnTo>
                <a:lnTo>
                  <a:pt x="188" y="311"/>
                </a:lnTo>
                <a:lnTo>
                  <a:pt x="189" y="310"/>
                </a:lnTo>
                <a:lnTo>
                  <a:pt x="190" y="309"/>
                </a:lnTo>
                <a:lnTo>
                  <a:pt x="190" y="308"/>
                </a:lnTo>
                <a:lnTo>
                  <a:pt x="191" y="308"/>
                </a:lnTo>
                <a:lnTo>
                  <a:pt x="192" y="308"/>
                </a:lnTo>
                <a:lnTo>
                  <a:pt x="193" y="308"/>
                </a:lnTo>
                <a:lnTo>
                  <a:pt x="192" y="308"/>
                </a:lnTo>
                <a:lnTo>
                  <a:pt x="192" y="307"/>
                </a:lnTo>
                <a:lnTo>
                  <a:pt x="192" y="306"/>
                </a:lnTo>
                <a:lnTo>
                  <a:pt x="193" y="306"/>
                </a:lnTo>
                <a:lnTo>
                  <a:pt x="193" y="305"/>
                </a:lnTo>
                <a:lnTo>
                  <a:pt x="192" y="304"/>
                </a:lnTo>
                <a:lnTo>
                  <a:pt x="192" y="302"/>
                </a:lnTo>
                <a:lnTo>
                  <a:pt x="193" y="302"/>
                </a:lnTo>
                <a:lnTo>
                  <a:pt x="193" y="301"/>
                </a:lnTo>
                <a:lnTo>
                  <a:pt x="194" y="301"/>
                </a:lnTo>
                <a:lnTo>
                  <a:pt x="195" y="301"/>
                </a:lnTo>
                <a:lnTo>
                  <a:pt x="195" y="300"/>
                </a:lnTo>
                <a:lnTo>
                  <a:pt x="196" y="300"/>
                </a:lnTo>
                <a:lnTo>
                  <a:pt x="196" y="301"/>
                </a:lnTo>
                <a:lnTo>
                  <a:pt x="197" y="301"/>
                </a:lnTo>
                <a:lnTo>
                  <a:pt x="197" y="300"/>
                </a:lnTo>
                <a:lnTo>
                  <a:pt x="198" y="300"/>
                </a:lnTo>
                <a:lnTo>
                  <a:pt x="199" y="300"/>
                </a:lnTo>
                <a:lnTo>
                  <a:pt x="198" y="300"/>
                </a:lnTo>
                <a:lnTo>
                  <a:pt x="199" y="299"/>
                </a:lnTo>
                <a:lnTo>
                  <a:pt x="199" y="300"/>
                </a:lnTo>
                <a:lnTo>
                  <a:pt x="200" y="300"/>
                </a:lnTo>
                <a:lnTo>
                  <a:pt x="201" y="300"/>
                </a:lnTo>
                <a:lnTo>
                  <a:pt x="201" y="301"/>
                </a:lnTo>
                <a:lnTo>
                  <a:pt x="201" y="300"/>
                </a:lnTo>
                <a:lnTo>
                  <a:pt x="202" y="300"/>
                </a:lnTo>
                <a:lnTo>
                  <a:pt x="203" y="300"/>
                </a:lnTo>
                <a:lnTo>
                  <a:pt x="203" y="299"/>
                </a:lnTo>
                <a:lnTo>
                  <a:pt x="204" y="299"/>
                </a:lnTo>
                <a:lnTo>
                  <a:pt x="204" y="300"/>
                </a:lnTo>
                <a:lnTo>
                  <a:pt x="205" y="300"/>
                </a:lnTo>
                <a:lnTo>
                  <a:pt x="205" y="299"/>
                </a:lnTo>
                <a:lnTo>
                  <a:pt x="206" y="299"/>
                </a:lnTo>
                <a:lnTo>
                  <a:pt x="206" y="298"/>
                </a:lnTo>
                <a:lnTo>
                  <a:pt x="207" y="298"/>
                </a:lnTo>
                <a:lnTo>
                  <a:pt x="207" y="297"/>
                </a:lnTo>
                <a:lnTo>
                  <a:pt x="208" y="296"/>
                </a:lnTo>
                <a:lnTo>
                  <a:pt x="208" y="295"/>
                </a:lnTo>
                <a:lnTo>
                  <a:pt x="208" y="294"/>
                </a:lnTo>
                <a:lnTo>
                  <a:pt x="207" y="294"/>
                </a:lnTo>
                <a:lnTo>
                  <a:pt x="207" y="293"/>
                </a:lnTo>
                <a:lnTo>
                  <a:pt x="207" y="292"/>
                </a:lnTo>
                <a:lnTo>
                  <a:pt x="208" y="292"/>
                </a:lnTo>
                <a:lnTo>
                  <a:pt x="208" y="291"/>
                </a:lnTo>
                <a:lnTo>
                  <a:pt x="208" y="290"/>
                </a:lnTo>
                <a:lnTo>
                  <a:pt x="207" y="290"/>
                </a:lnTo>
                <a:lnTo>
                  <a:pt x="207" y="289"/>
                </a:lnTo>
                <a:lnTo>
                  <a:pt x="208" y="289"/>
                </a:lnTo>
                <a:lnTo>
                  <a:pt x="208" y="288"/>
                </a:lnTo>
                <a:lnTo>
                  <a:pt x="209" y="288"/>
                </a:lnTo>
                <a:lnTo>
                  <a:pt x="209" y="287"/>
                </a:lnTo>
                <a:lnTo>
                  <a:pt x="210" y="287"/>
                </a:lnTo>
                <a:lnTo>
                  <a:pt x="211" y="287"/>
                </a:lnTo>
                <a:lnTo>
                  <a:pt x="211" y="286"/>
                </a:lnTo>
                <a:lnTo>
                  <a:pt x="210" y="285"/>
                </a:lnTo>
                <a:lnTo>
                  <a:pt x="210" y="284"/>
                </a:lnTo>
                <a:lnTo>
                  <a:pt x="210" y="283"/>
                </a:lnTo>
                <a:lnTo>
                  <a:pt x="211" y="283"/>
                </a:lnTo>
                <a:lnTo>
                  <a:pt x="211" y="282"/>
                </a:lnTo>
                <a:lnTo>
                  <a:pt x="211" y="281"/>
                </a:lnTo>
                <a:lnTo>
                  <a:pt x="210" y="281"/>
                </a:lnTo>
                <a:lnTo>
                  <a:pt x="209" y="281"/>
                </a:lnTo>
                <a:lnTo>
                  <a:pt x="209" y="280"/>
                </a:lnTo>
                <a:lnTo>
                  <a:pt x="209" y="279"/>
                </a:lnTo>
                <a:lnTo>
                  <a:pt x="210" y="278"/>
                </a:lnTo>
                <a:lnTo>
                  <a:pt x="210" y="277"/>
                </a:lnTo>
                <a:lnTo>
                  <a:pt x="209" y="277"/>
                </a:lnTo>
                <a:lnTo>
                  <a:pt x="209" y="276"/>
                </a:lnTo>
                <a:lnTo>
                  <a:pt x="210" y="275"/>
                </a:lnTo>
                <a:lnTo>
                  <a:pt x="210" y="274"/>
                </a:lnTo>
                <a:lnTo>
                  <a:pt x="210" y="273"/>
                </a:lnTo>
                <a:lnTo>
                  <a:pt x="210" y="272"/>
                </a:lnTo>
                <a:lnTo>
                  <a:pt x="209" y="272"/>
                </a:lnTo>
                <a:lnTo>
                  <a:pt x="208" y="272"/>
                </a:lnTo>
                <a:lnTo>
                  <a:pt x="207" y="272"/>
                </a:lnTo>
                <a:lnTo>
                  <a:pt x="206" y="272"/>
                </a:lnTo>
                <a:lnTo>
                  <a:pt x="205" y="272"/>
                </a:lnTo>
                <a:lnTo>
                  <a:pt x="204" y="273"/>
                </a:lnTo>
                <a:lnTo>
                  <a:pt x="203" y="272"/>
                </a:lnTo>
                <a:lnTo>
                  <a:pt x="201" y="272"/>
                </a:lnTo>
                <a:lnTo>
                  <a:pt x="201" y="271"/>
                </a:lnTo>
                <a:lnTo>
                  <a:pt x="201" y="269"/>
                </a:lnTo>
                <a:lnTo>
                  <a:pt x="202" y="269"/>
                </a:lnTo>
                <a:lnTo>
                  <a:pt x="203" y="269"/>
                </a:lnTo>
                <a:lnTo>
                  <a:pt x="203" y="268"/>
                </a:lnTo>
                <a:lnTo>
                  <a:pt x="203" y="267"/>
                </a:lnTo>
                <a:lnTo>
                  <a:pt x="202" y="267"/>
                </a:lnTo>
                <a:lnTo>
                  <a:pt x="202" y="266"/>
                </a:lnTo>
                <a:lnTo>
                  <a:pt x="202" y="265"/>
                </a:lnTo>
                <a:lnTo>
                  <a:pt x="201" y="265"/>
                </a:lnTo>
                <a:lnTo>
                  <a:pt x="201" y="264"/>
                </a:lnTo>
                <a:lnTo>
                  <a:pt x="200" y="264"/>
                </a:lnTo>
                <a:lnTo>
                  <a:pt x="199" y="264"/>
                </a:lnTo>
                <a:lnTo>
                  <a:pt x="198" y="263"/>
                </a:lnTo>
                <a:lnTo>
                  <a:pt x="199" y="260"/>
                </a:lnTo>
                <a:lnTo>
                  <a:pt x="200" y="260"/>
                </a:lnTo>
                <a:lnTo>
                  <a:pt x="200" y="259"/>
                </a:lnTo>
                <a:lnTo>
                  <a:pt x="201" y="259"/>
                </a:lnTo>
                <a:lnTo>
                  <a:pt x="202" y="259"/>
                </a:lnTo>
                <a:lnTo>
                  <a:pt x="203" y="259"/>
                </a:lnTo>
                <a:lnTo>
                  <a:pt x="203" y="260"/>
                </a:lnTo>
                <a:lnTo>
                  <a:pt x="204" y="260"/>
                </a:lnTo>
                <a:lnTo>
                  <a:pt x="204" y="261"/>
                </a:lnTo>
                <a:lnTo>
                  <a:pt x="205" y="261"/>
                </a:lnTo>
                <a:lnTo>
                  <a:pt x="206" y="260"/>
                </a:lnTo>
                <a:lnTo>
                  <a:pt x="206" y="259"/>
                </a:lnTo>
                <a:lnTo>
                  <a:pt x="207" y="259"/>
                </a:lnTo>
                <a:lnTo>
                  <a:pt x="208" y="260"/>
                </a:lnTo>
                <a:lnTo>
                  <a:pt x="209" y="260"/>
                </a:lnTo>
                <a:lnTo>
                  <a:pt x="210" y="260"/>
                </a:lnTo>
                <a:lnTo>
                  <a:pt x="211" y="260"/>
                </a:lnTo>
                <a:lnTo>
                  <a:pt x="211" y="259"/>
                </a:lnTo>
                <a:lnTo>
                  <a:pt x="210" y="259"/>
                </a:lnTo>
                <a:lnTo>
                  <a:pt x="211" y="258"/>
                </a:lnTo>
                <a:lnTo>
                  <a:pt x="212" y="258"/>
                </a:lnTo>
                <a:lnTo>
                  <a:pt x="213" y="258"/>
                </a:lnTo>
                <a:lnTo>
                  <a:pt x="213" y="259"/>
                </a:lnTo>
                <a:lnTo>
                  <a:pt x="213" y="260"/>
                </a:lnTo>
                <a:lnTo>
                  <a:pt x="214" y="260"/>
                </a:lnTo>
                <a:lnTo>
                  <a:pt x="214" y="259"/>
                </a:lnTo>
                <a:lnTo>
                  <a:pt x="215" y="259"/>
                </a:lnTo>
                <a:lnTo>
                  <a:pt x="216" y="259"/>
                </a:lnTo>
                <a:lnTo>
                  <a:pt x="215" y="259"/>
                </a:lnTo>
                <a:lnTo>
                  <a:pt x="216" y="259"/>
                </a:lnTo>
                <a:lnTo>
                  <a:pt x="217" y="259"/>
                </a:lnTo>
                <a:lnTo>
                  <a:pt x="217" y="260"/>
                </a:lnTo>
                <a:lnTo>
                  <a:pt x="218" y="261"/>
                </a:lnTo>
                <a:lnTo>
                  <a:pt x="219" y="261"/>
                </a:lnTo>
                <a:lnTo>
                  <a:pt x="220" y="261"/>
                </a:lnTo>
                <a:lnTo>
                  <a:pt x="220" y="260"/>
                </a:lnTo>
                <a:lnTo>
                  <a:pt x="220" y="259"/>
                </a:lnTo>
                <a:lnTo>
                  <a:pt x="221" y="259"/>
                </a:lnTo>
                <a:lnTo>
                  <a:pt x="222" y="259"/>
                </a:lnTo>
                <a:lnTo>
                  <a:pt x="222" y="260"/>
                </a:lnTo>
                <a:lnTo>
                  <a:pt x="221" y="260"/>
                </a:lnTo>
                <a:lnTo>
                  <a:pt x="221" y="261"/>
                </a:lnTo>
                <a:lnTo>
                  <a:pt x="222" y="262"/>
                </a:lnTo>
                <a:lnTo>
                  <a:pt x="224" y="262"/>
                </a:lnTo>
                <a:lnTo>
                  <a:pt x="225" y="262"/>
                </a:lnTo>
                <a:lnTo>
                  <a:pt x="226" y="261"/>
                </a:lnTo>
                <a:lnTo>
                  <a:pt x="227" y="261"/>
                </a:lnTo>
                <a:lnTo>
                  <a:pt x="227" y="260"/>
                </a:lnTo>
                <a:lnTo>
                  <a:pt x="228" y="260"/>
                </a:lnTo>
                <a:lnTo>
                  <a:pt x="229" y="261"/>
                </a:lnTo>
                <a:lnTo>
                  <a:pt x="228" y="261"/>
                </a:lnTo>
                <a:lnTo>
                  <a:pt x="228" y="263"/>
                </a:lnTo>
                <a:lnTo>
                  <a:pt x="227" y="264"/>
                </a:lnTo>
                <a:lnTo>
                  <a:pt x="228" y="264"/>
                </a:lnTo>
                <a:lnTo>
                  <a:pt x="229" y="264"/>
                </a:lnTo>
                <a:lnTo>
                  <a:pt x="230" y="264"/>
                </a:lnTo>
                <a:lnTo>
                  <a:pt x="230" y="263"/>
                </a:lnTo>
                <a:lnTo>
                  <a:pt x="232" y="263"/>
                </a:lnTo>
                <a:lnTo>
                  <a:pt x="232" y="264"/>
                </a:lnTo>
                <a:lnTo>
                  <a:pt x="233" y="265"/>
                </a:lnTo>
                <a:lnTo>
                  <a:pt x="235" y="266"/>
                </a:lnTo>
                <a:lnTo>
                  <a:pt x="235" y="267"/>
                </a:lnTo>
                <a:lnTo>
                  <a:pt x="235" y="268"/>
                </a:lnTo>
                <a:lnTo>
                  <a:pt x="235" y="269"/>
                </a:lnTo>
                <a:lnTo>
                  <a:pt x="236" y="269"/>
                </a:lnTo>
                <a:lnTo>
                  <a:pt x="237" y="269"/>
                </a:lnTo>
                <a:lnTo>
                  <a:pt x="239" y="268"/>
                </a:lnTo>
                <a:lnTo>
                  <a:pt x="240" y="268"/>
                </a:lnTo>
                <a:lnTo>
                  <a:pt x="241" y="268"/>
                </a:lnTo>
                <a:lnTo>
                  <a:pt x="241" y="269"/>
                </a:lnTo>
                <a:lnTo>
                  <a:pt x="242" y="270"/>
                </a:lnTo>
                <a:lnTo>
                  <a:pt x="243" y="271"/>
                </a:lnTo>
                <a:lnTo>
                  <a:pt x="244" y="272"/>
                </a:lnTo>
                <a:lnTo>
                  <a:pt x="244" y="273"/>
                </a:lnTo>
                <a:lnTo>
                  <a:pt x="243" y="273"/>
                </a:lnTo>
                <a:lnTo>
                  <a:pt x="244" y="273"/>
                </a:lnTo>
                <a:lnTo>
                  <a:pt x="244" y="274"/>
                </a:lnTo>
                <a:lnTo>
                  <a:pt x="245" y="274"/>
                </a:lnTo>
                <a:lnTo>
                  <a:pt x="246" y="274"/>
                </a:lnTo>
                <a:lnTo>
                  <a:pt x="246" y="273"/>
                </a:lnTo>
                <a:lnTo>
                  <a:pt x="246" y="272"/>
                </a:lnTo>
                <a:lnTo>
                  <a:pt x="247" y="272"/>
                </a:lnTo>
                <a:lnTo>
                  <a:pt x="248" y="271"/>
                </a:lnTo>
                <a:lnTo>
                  <a:pt x="249" y="270"/>
                </a:lnTo>
                <a:lnTo>
                  <a:pt x="250" y="270"/>
                </a:lnTo>
                <a:lnTo>
                  <a:pt x="251" y="269"/>
                </a:lnTo>
                <a:lnTo>
                  <a:pt x="251" y="268"/>
                </a:lnTo>
                <a:lnTo>
                  <a:pt x="251" y="267"/>
                </a:lnTo>
                <a:lnTo>
                  <a:pt x="251" y="266"/>
                </a:lnTo>
                <a:lnTo>
                  <a:pt x="252" y="266"/>
                </a:lnTo>
                <a:lnTo>
                  <a:pt x="253" y="266"/>
                </a:lnTo>
                <a:lnTo>
                  <a:pt x="252" y="265"/>
                </a:lnTo>
                <a:lnTo>
                  <a:pt x="252" y="264"/>
                </a:lnTo>
                <a:lnTo>
                  <a:pt x="251" y="264"/>
                </a:lnTo>
                <a:lnTo>
                  <a:pt x="252" y="263"/>
                </a:lnTo>
                <a:lnTo>
                  <a:pt x="253" y="262"/>
                </a:lnTo>
                <a:lnTo>
                  <a:pt x="254" y="261"/>
                </a:lnTo>
                <a:lnTo>
                  <a:pt x="253" y="260"/>
                </a:lnTo>
                <a:lnTo>
                  <a:pt x="254" y="260"/>
                </a:lnTo>
                <a:lnTo>
                  <a:pt x="254" y="259"/>
                </a:lnTo>
                <a:lnTo>
                  <a:pt x="255" y="259"/>
                </a:lnTo>
                <a:lnTo>
                  <a:pt x="255" y="260"/>
                </a:lnTo>
                <a:lnTo>
                  <a:pt x="255" y="261"/>
                </a:lnTo>
                <a:lnTo>
                  <a:pt x="257" y="262"/>
                </a:lnTo>
                <a:lnTo>
                  <a:pt x="258" y="261"/>
                </a:lnTo>
                <a:lnTo>
                  <a:pt x="257" y="261"/>
                </a:lnTo>
                <a:lnTo>
                  <a:pt x="257" y="260"/>
                </a:lnTo>
                <a:lnTo>
                  <a:pt x="258" y="259"/>
                </a:lnTo>
                <a:lnTo>
                  <a:pt x="258" y="258"/>
                </a:lnTo>
                <a:lnTo>
                  <a:pt x="257" y="258"/>
                </a:lnTo>
                <a:lnTo>
                  <a:pt x="256" y="258"/>
                </a:lnTo>
                <a:lnTo>
                  <a:pt x="256" y="257"/>
                </a:lnTo>
                <a:lnTo>
                  <a:pt x="257" y="257"/>
                </a:lnTo>
                <a:lnTo>
                  <a:pt x="257" y="255"/>
                </a:lnTo>
                <a:lnTo>
                  <a:pt x="256" y="254"/>
                </a:lnTo>
                <a:lnTo>
                  <a:pt x="256" y="251"/>
                </a:lnTo>
                <a:lnTo>
                  <a:pt x="257" y="250"/>
                </a:lnTo>
                <a:lnTo>
                  <a:pt x="257" y="245"/>
                </a:lnTo>
                <a:lnTo>
                  <a:pt x="256" y="243"/>
                </a:lnTo>
                <a:lnTo>
                  <a:pt x="256" y="242"/>
                </a:lnTo>
                <a:lnTo>
                  <a:pt x="256" y="241"/>
                </a:lnTo>
                <a:lnTo>
                  <a:pt x="255" y="240"/>
                </a:lnTo>
                <a:lnTo>
                  <a:pt x="255" y="239"/>
                </a:lnTo>
                <a:lnTo>
                  <a:pt x="255" y="238"/>
                </a:lnTo>
                <a:lnTo>
                  <a:pt x="255" y="237"/>
                </a:lnTo>
                <a:lnTo>
                  <a:pt x="255" y="236"/>
                </a:lnTo>
                <a:lnTo>
                  <a:pt x="254" y="236"/>
                </a:lnTo>
                <a:lnTo>
                  <a:pt x="254" y="235"/>
                </a:lnTo>
                <a:lnTo>
                  <a:pt x="249" y="235"/>
                </a:lnTo>
                <a:lnTo>
                  <a:pt x="248" y="235"/>
                </a:lnTo>
                <a:lnTo>
                  <a:pt x="247" y="234"/>
                </a:lnTo>
                <a:lnTo>
                  <a:pt x="246" y="234"/>
                </a:lnTo>
                <a:lnTo>
                  <a:pt x="246" y="233"/>
                </a:lnTo>
                <a:lnTo>
                  <a:pt x="245" y="232"/>
                </a:lnTo>
                <a:lnTo>
                  <a:pt x="244" y="232"/>
                </a:lnTo>
                <a:lnTo>
                  <a:pt x="244" y="231"/>
                </a:lnTo>
                <a:lnTo>
                  <a:pt x="243" y="231"/>
                </a:lnTo>
                <a:lnTo>
                  <a:pt x="242" y="230"/>
                </a:lnTo>
                <a:lnTo>
                  <a:pt x="242" y="229"/>
                </a:lnTo>
                <a:lnTo>
                  <a:pt x="242" y="228"/>
                </a:lnTo>
                <a:lnTo>
                  <a:pt x="242" y="226"/>
                </a:lnTo>
                <a:lnTo>
                  <a:pt x="241" y="227"/>
                </a:lnTo>
                <a:lnTo>
                  <a:pt x="240" y="227"/>
                </a:lnTo>
                <a:lnTo>
                  <a:pt x="239" y="227"/>
                </a:lnTo>
                <a:lnTo>
                  <a:pt x="239" y="226"/>
                </a:lnTo>
                <a:lnTo>
                  <a:pt x="239" y="225"/>
                </a:lnTo>
                <a:lnTo>
                  <a:pt x="240" y="225"/>
                </a:lnTo>
                <a:lnTo>
                  <a:pt x="240" y="223"/>
                </a:lnTo>
                <a:lnTo>
                  <a:pt x="240" y="222"/>
                </a:lnTo>
                <a:lnTo>
                  <a:pt x="238" y="221"/>
                </a:lnTo>
                <a:lnTo>
                  <a:pt x="237" y="221"/>
                </a:lnTo>
                <a:lnTo>
                  <a:pt x="236" y="222"/>
                </a:lnTo>
                <a:lnTo>
                  <a:pt x="235" y="222"/>
                </a:lnTo>
                <a:lnTo>
                  <a:pt x="235" y="223"/>
                </a:lnTo>
                <a:lnTo>
                  <a:pt x="234" y="223"/>
                </a:lnTo>
                <a:lnTo>
                  <a:pt x="233" y="223"/>
                </a:lnTo>
                <a:lnTo>
                  <a:pt x="232" y="223"/>
                </a:lnTo>
                <a:lnTo>
                  <a:pt x="232" y="224"/>
                </a:lnTo>
                <a:lnTo>
                  <a:pt x="231" y="223"/>
                </a:lnTo>
                <a:lnTo>
                  <a:pt x="229" y="223"/>
                </a:lnTo>
                <a:lnTo>
                  <a:pt x="228" y="223"/>
                </a:lnTo>
                <a:lnTo>
                  <a:pt x="228" y="222"/>
                </a:lnTo>
                <a:lnTo>
                  <a:pt x="228" y="221"/>
                </a:lnTo>
                <a:lnTo>
                  <a:pt x="226" y="221"/>
                </a:lnTo>
                <a:lnTo>
                  <a:pt x="224" y="221"/>
                </a:lnTo>
                <a:lnTo>
                  <a:pt x="223" y="223"/>
                </a:lnTo>
                <a:lnTo>
                  <a:pt x="224" y="224"/>
                </a:lnTo>
                <a:lnTo>
                  <a:pt x="224" y="225"/>
                </a:lnTo>
                <a:lnTo>
                  <a:pt x="223" y="226"/>
                </a:lnTo>
                <a:lnTo>
                  <a:pt x="222" y="226"/>
                </a:lnTo>
                <a:lnTo>
                  <a:pt x="222" y="225"/>
                </a:lnTo>
                <a:lnTo>
                  <a:pt x="221" y="225"/>
                </a:lnTo>
                <a:lnTo>
                  <a:pt x="221" y="226"/>
                </a:lnTo>
                <a:lnTo>
                  <a:pt x="220" y="226"/>
                </a:lnTo>
                <a:lnTo>
                  <a:pt x="221" y="227"/>
                </a:lnTo>
                <a:lnTo>
                  <a:pt x="221" y="229"/>
                </a:lnTo>
                <a:lnTo>
                  <a:pt x="221" y="230"/>
                </a:lnTo>
                <a:lnTo>
                  <a:pt x="221" y="232"/>
                </a:lnTo>
                <a:lnTo>
                  <a:pt x="219" y="232"/>
                </a:lnTo>
                <a:lnTo>
                  <a:pt x="219" y="233"/>
                </a:lnTo>
                <a:lnTo>
                  <a:pt x="218" y="233"/>
                </a:lnTo>
                <a:lnTo>
                  <a:pt x="218" y="232"/>
                </a:lnTo>
                <a:lnTo>
                  <a:pt x="217" y="232"/>
                </a:lnTo>
                <a:lnTo>
                  <a:pt x="216" y="232"/>
                </a:lnTo>
                <a:lnTo>
                  <a:pt x="215" y="232"/>
                </a:lnTo>
                <a:lnTo>
                  <a:pt x="214" y="232"/>
                </a:lnTo>
                <a:lnTo>
                  <a:pt x="214" y="233"/>
                </a:lnTo>
                <a:lnTo>
                  <a:pt x="214" y="234"/>
                </a:lnTo>
                <a:lnTo>
                  <a:pt x="214" y="235"/>
                </a:lnTo>
                <a:lnTo>
                  <a:pt x="215" y="235"/>
                </a:lnTo>
                <a:lnTo>
                  <a:pt x="215" y="236"/>
                </a:lnTo>
                <a:lnTo>
                  <a:pt x="215" y="237"/>
                </a:lnTo>
                <a:lnTo>
                  <a:pt x="214" y="237"/>
                </a:lnTo>
                <a:lnTo>
                  <a:pt x="214" y="238"/>
                </a:lnTo>
                <a:lnTo>
                  <a:pt x="214" y="239"/>
                </a:lnTo>
                <a:lnTo>
                  <a:pt x="214" y="240"/>
                </a:lnTo>
                <a:lnTo>
                  <a:pt x="214" y="241"/>
                </a:lnTo>
                <a:lnTo>
                  <a:pt x="214" y="242"/>
                </a:lnTo>
                <a:lnTo>
                  <a:pt x="215" y="242"/>
                </a:lnTo>
                <a:lnTo>
                  <a:pt x="216" y="243"/>
                </a:lnTo>
                <a:lnTo>
                  <a:pt x="216" y="244"/>
                </a:lnTo>
                <a:lnTo>
                  <a:pt x="215" y="244"/>
                </a:lnTo>
                <a:lnTo>
                  <a:pt x="214" y="244"/>
                </a:lnTo>
                <a:lnTo>
                  <a:pt x="213" y="245"/>
                </a:lnTo>
                <a:lnTo>
                  <a:pt x="211" y="246"/>
                </a:lnTo>
                <a:lnTo>
                  <a:pt x="210" y="245"/>
                </a:lnTo>
                <a:lnTo>
                  <a:pt x="208" y="245"/>
                </a:lnTo>
                <a:lnTo>
                  <a:pt x="207" y="244"/>
                </a:lnTo>
                <a:lnTo>
                  <a:pt x="206" y="244"/>
                </a:lnTo>
                <a:lnTo>
                  <a:pt x="205" y="243"/>
                </a:lnTo>
                <a:lnTo>
                  <a:pt x="204" y="244"/>
                </a:lnTo>
                <a:lnTo>
                  <a:pt x="203" y="244"/>
                </a:lnTo>
                <a:lnTo>
                  <a:pt x="202" y="245"/>
                </a:lnTo>
                <a:lnTo>
                  <a:pt x="200" y="246"/>
                </a:lnTo>
                <a:lnTo>
                  <a:pt x="199" y="245"/>
                </a:lnTo>
                <a:lnTo>
                  <a:pt x="198" y="245"/>
                </a:lnTo>
                <a:lnTo>
                  <a:pt x="197" y="245"/>
                </a:lnTo>
                <a:lnTo>
                  <a:pt x="196" y="245"/>
                </a:lnTo>
                <a:lnTo>
                  <a:pt x="195" y="245"/>
                </a:lnTo>
                <a:lnTo>
                  <a:pt x="194" y="245"/>
                </a:lnTo>
                <a:lnTo>
                  <a:pt x="193" y="246"/>
                </a:lnTo>
                <a:lnTo>
                  <a:pt x="191" y="246"/>
                </a:lnTo>
                <a:lnTo>
                  <a:pt x="190" y="246"/>
                </a:lnTo>
                <a:lnTo>
                  <a:pt x="189" y="245"/>
                </a:lnTo>
                <a:lnTo>
                  <a:pt x="188" y="244"/>
                </a:lnTo>
                <a:lnTo>
                  <a:pt x="188" y="243"/>
                </a:lnTo>
                <a:lnTo>
                  <a:pt x="188" y="244"/>
                </a:lnTo>
                <a:lnTo>
                  <a:pt x="187" y="244"/>
                </a:lnTo>
                <a:lnTo>
                  <a:pt x="187" y="245"/>
                </a:lnTo>
                <a:lnTo>
                  <a:pt x="186" y="246"/>
                </a:lnTo>
                <a:lnTo>
                  <a:pt x="185" y="246"/>
                </a:lnTo>
                <a:lnTo>
                  <a:pt x="184" y="246"/>
                </a:lnTo>
                <a:lnTo>
                  <a:pt x="183" y="246"/>
                </a:lnTo>
                <a:lnTo>
                  <a:pt x="182" y="246"/>
                </a:lnTo>
                <a:lnTo>
                  <a:pt x="181" y="246"/>
                </a:lnTo>
                <a:lnTo>
                  <a:pt x="181" y="245"/>
                </a:lnTo>
                <a:lnTo>
                  <a:pt x="180" y="245"/>
                </a:lnTo>
                <a:lnTo>
                  <a:pt x="181" y="244"/>
                </a:lnTo>
                <a:lnTo>
                  <a:pt x="181" y="243"/>
                </a:lnTo>
                <a:lnTo>
                  <a:pt x="181" y="242"/>
                </a:lnTo>
                <a:lnTo>
                  <a:pt x="180" y="241"/>
                </a:lnTo>
                <a:lnTo>
                  <a:pt x="180" y="240"/>
                </a:lnTo>
                <a:lnTo>
                  <a:pt x="179" y="240"/>
                </a:lnTo>
                <a:lnTo>
                  <a:pt x="178" y="240"/>
                </a:lnTo>
                <a:lnTo>
                  <a:pt x="178" y="241"/>
                </a:lnTo>
                <a:lnTo>
                  <a:pt x="178" y="242"/>
                </a:lnTo>
                <a:lnTo>
                  <a:pt x="177" y="242"/>
                </a:lnTo>
                <a:lnTo>
                  <a:pt x="177" y="241"/>
                </a:lnTo>
                <a:lnTo>
                  <a:pt x="177" y="240"/>
                </a:lnTo>
                <a:lnTo>
                  <a:pt x="176" y="240"/>
                </a:lnTo>
                <a:lnTo>
                  <a:pt x="175" y="240"/>
                </a:lnTo>
                <a:lnTo>
                  <a:pt x="175" y="239"/>
                </a:lnTo>
                <a:lnTo>
                  <a:pt x="174" y="238"/>
                </a:lnTo>
                <a:lnTo>
                  <a:pt x="175" y="237"/>
                </a:lnTo>
                <a:lnTo>
                  <a:pt x="175" y="236"/>
                </a:lnTo>
                <a:lnTo>
                  <a:pt x="175" y="234"/>
                </a:lnTo>
                <a:lnTo>
                  <a:pt x="174" y="233"/>
                </a:lnTo>
                <a:lnTo>
                  <a:pt x="173" y="232"/>
                </a:lnTo>
                <a:lnTo>
                  <a:pt x="171" y="232"/>
                </a:lnTo>
                <a:lnTo>
                  <a:pt x="171" y="233"/>
                </a:lnTo>
                <a:lnTo>
                  <a:pt x="170" y="233"/>
                </a:lnTo>
                <a:lnTo>
                  <a:pt x="170" y="232"/>
                </a:lnTo>
                <a:lnTo>
                  <a:pt x="170" y="231"/>
                </a:lnTo>
                <a:lnTo>
                  <a:pt x="170" y="230"/>
                </a:lnTo>
                <a:lnTo>
                  <a:pt x="170" y="229"/>
                </a:lnTo>
                <a:lnTo>
                  <a:pt x="169" y="229"/>
                </a:lnTo>
                <a:lnTo>
                  <a:pt x="169" y="228"/>
                </a:lnTo>
                <a:lnTo>
                  <a:pt x="169" y="227"/>
                </a:lnTo>
                <a:lnTo>
                  <a:pt x="168" y="225"/>
                </a:lnTo>
                <a:lnTo>
                  <a:pt x="168" y="224"/>
                </a:lnTo>
                <a:lnTo>
                  <a:pt x="169" y="224"/>
                </a:lnTo>
                <a:lnTo>
                  <a:pt x="170" y="224"/>
                </a:lnTo>
                <a:lnTo>
                  <a:pt x="171" y="223"/>
                </a:lnTo>
                <a:lnTo>
                  <a:pt x="172" y="223"/>
                </a:lnTo>
                <a:lnTo>
                  <a:pt x="173" y="223"/>
                </a:lnTo>
                <a:lnTo>
                  <a:pt x="174" y="223"/>
                </a:lnTo>
                <a:lnTo>
                  <a:pt x="174" y="222"/>
                </a:lnTo>
                <a:lnTo>
                  <a:pt x="175" y="221"/>
                </a:lnTo>
                <a:lnTo>
                  <a:pt x="175" y="220"/>
                </a:lnTo>
                <a:lnTo>
                  <a:pt x="174" y="220"/>
                </a:lnTo>
                <a:lnTo>
                  <a:pt x="173" y="220"/>
                </a:lnTo>
                <a:lnTo>
                  <a:pt x="172" y="220"/>
                </a:lnTo>
                <a:lnTo>
                  <a:pt x="171" y="220"/>
                </a:lnTo>
                <a:lnTo>
                  <a:pt x="170" y="219"/>
                </a:lnTo>
                <a:lnTo>
                  <a:pt x="170" y="218"/>
                </a:lnTo>
                <a:lnTo>
                  <a:pt x="170" y="217"/>
                </a:lnTo>
                <a:lnTo>
                  <a:pt x="169" y="216"/>
                </a:lnTo>
                <a:lnTo>
                  <a:pt x="170" y="215"/>
                </a:lnTo>
                <a:lnTo>
                  <a:pt x="169" y="214"/>
                </a:lnTo>
                <a:lnTo>
                  <a:pt x="169" y="212"/>
                </a:lnTo>
                <a:lnTo>
                  <a:pt x="168" y="211"/>
                </a:lnTo>
                <a:lnTo>
                  <a:pt x="167" y="211"/>
                </a:lnTo>
                <a:lnTo>
                  <a:pt x="166" y="211"/>
                </a:lnTo>
                <a:lnTo>
                  <a:pt x="167" y="211"/>
                </a:lnTo>
                <a:lnTo>
                  <a:pt x="167" y="210"/>
                </a:lnTo>
                <a:lnTo>
                  <a:pt x="168" y="210"/>
                </a:lnTo>
                <a:lnTo>
                  <a:pt x="168" y="209"/>
                </a:lnTo>
                <a:lnTo>
                  <a:pt x="167" y="209"/>
                </a:lnTo>
                <a:lnTo>
                  <a:pt x="166" y="208"/>
                </a:lnTo>
                <a:lnTo>
                  <a:pt x="167" y="208"/>
                </a:lnTo>
                <a:lnTo>
                  <a:pt x="168" y="208"/>
                </a:lnTo>
                <a:lnTo>
                  <a:pt x="168" y="207"/>
                </a:lnTo>
                <a:lnTo>
                  <a:pt x="167" y="207"/>
                </a:lnTo>
                <a:lnTo>
                  <a:pt x="167" y="206"/>
                </a:lnTo>
                <a:lnTo>
                  <a:pt x="166" y="207"/>
                </a:lnTo>
                <a:lnTo>
                  <a:pt x="166" y="206"/>
                </a:lnTo>
                <a:lnTo>
                  <a:pt x="167" y="206"/>
                </a:lnTo>
                <a:lnTo>
                  <a:pt x="167" y="205"/>
                </a:lnTo>
                <a:lnTo>
                  <a:pt x="167" y="204"/>
                </a:lnTo>
                <a:lnTo>
                  <a:pt x="168" y="203"/>
                </a:lnTo>
                <a:lnTo>
                  <a:pt x="168" y="201"/>
                </a:lnTo>
                <a:lnTo>
                  <a:pt x="167" y="201"/>
                </a:lnTo>
                <a:lnTo>
                  <a:pt x="167" y="200"/>
                </a:lnTo>
                <a:lnTo>
                  <a:pt x="168" y="200"/>
                </a:lnTo>
                <a:lnTo>
                  <a:pt x="168" y="199"/>
                </a:lnTo>
                <a:lnTo>
                  <a:pt x="167" y="199"/>
                </a:lnTo>
                <a:lnTo>
                  <a:pt x="167" y="198"/>
                </a:lnTo>
                <a:lnTo>
                  <a:pt x="167" y="197"/>
                </a:lnTo>
                <a:lnTo>
                  <a:pt x="166" y="197"/>
                </a:lnTo>
                <a:lnTo>
                  <a:pt x="166" y="196"/>
                </a:lnTo>
                <a:lnTo>
                  <a:pt x="165" y="196"/>
                </a:lnTo>
                <a:lnTo>
                  <a:pt x="164" y="195"/>
                </a:lnTo>
                <a:lnTo>
                  <a:pt x="163" y="195"/>
                </a:lnTo>
                <a:lnTo>
                  <a:pt x="162" y="196"/>
                </a:lnTo>
                <a:lnTo>
                  <a:pt x="162" y="197"/>
                </a:lnTo>
                <a:lnTo>
                  <a:pt x="162" y="198"/>
                </a:lnTo>
                <a:lnTo>
                  <a:pt x="162" y="199"/>
                </a:lnTo>
                <a:lnTo>
                  <a:pt x="162" y="200"/>
                </a:lnTo>
                <a:lnTo>
                  <a:pt x="161" y="200"/>
                </a:lnTo>
                <a:lnTo>
                  <a:pt x="160" y="200"/>
                </a:lnTo>
                <a:lnTo>
                  <a:pt x="159" y="200"/>
                </a:lnTo>
                <a:lnTo>
                  <a:pt x="158" y="201"/>
                </a:lnTo>
                <a:lnTo>
                  <a:pt x="157" y="201"/>
                </a:lnTo>
                <a:lnTo>
                  <a:pt x="156" y="202"/>
                </a:lnTo>
                <a:lnTo>
                  <a:pt x="155" y="202"/>
                </a:lnTo>
                <a:lnTo>
                  <a:pt x="154" y="203"/>
                </a:lnTo>
                <a:lnTo>
                  <a:pt x="153" y="203"/>
                </a:lnTo>
                <a:lnTo>
                  <a:pt x="153" y="202"/>
                </a:lnTo>
                <a:lnTo>
                  <a:pt x="152" y="202"/>
                </a:lnTo>
                <a:lnTo>
                  <a:pt x="151" y="202"/>
                </a:lnTo>
                <a:lnTo>
                  <a:pt x="151" y="203"/>
                </a:lnTo>
                <a:lnTo>
                  <a:pt x="151" y="201"/>
                </a:lnTo>
                <a:lnTo>
                  <a:pt x="150" y="201"/>
                </a:lnTo>
                <a:lnTo>
                  <a:pt x="149" y="200"/>
                </a:lnTo>
                <a:lnTo>
                  <a:pt x="148" y="200"/>
                </a:lnTo>
                <a:lnTo>
                  <a:pt x="148" y="199"/>
                </a:lnTo>
                <a:lnTo>
                  <a:pt x="147" y="199"/>
                </a:lnTo>
                <a:lnTo>
                  <a:pt x="146" y="197"/>
                </a:lnTo>
                <a:lnTo>
                  <a:pt x="146" y="196"/>
                </a:lnTo>
                <a:lnTo>
                  <a:pt x="146" y="195"/>
                </a:lnTo>
                <a:lnTo>
                  <a:pt x="146" y="194"/>
                </a:lnTo>
                <a:lnTo>
                  <a:pt x="145" y="194"/>
                </a:lnTo>
                <a:lnTo>
                  <a:pt x="144" y="194"/>
                </a:lnTo>
                <a:lnTo>
                  <a:pt x="143" y="194"/>
                </a:lnTo>
                <a:lnTo>
                  <a:pt x="142" y="194"/>
                </a:lnTo>
                <a:lnTo>
                  <a:pt x="142" y="193"/>
                </a:lnTo>
                <a:lnTo>
                  <a:pt x="143" y="193"/>
                </a:lnTo>
                <a:lnTo>
                  <a:pt x="143" y="192"/>
                </a:lnTo>
                <a:lnTo>
                  <a:pt x="143" y="191"/>
                </a:lnTo>
                <a:lnTo>
                  <a:pt x="143" y="190"/>
                </a:lnTo>
                <a:lnTo>
                  <a:pt x="144" y="189"/>
                </a:lnTo>
                <a:lnTo>
                  <a:pt x="145" y="189"/>
                </a:lnTo>
                <a:lnTo>
                  <a:pt x="145" y="188"/>
                </a:lnTo>
                <a:lnTo>
                  <a:pt x="146" y="187"/>
                </a:lnTo>
                <a:lnTo>
                  <a:pt x="146" y="186"/>
                </a:lnTo>
                <a:lnTo>
                  <a:pt x="146" y="185"/>
                </a:lnTo>
                <a:lnTo>
                  <a:pt x="147" y="184"/>
                </a:lnTo>
                <a:lnTo>
                  <a:pt x="147" y="183"/>
                </a:lnTo>
                <a:lnTo>
                  <a:pt x="146" y="183"/>
                </a:lnTo>
                <a:lnTo>
                  <a:pt x="145" y="183"/>
                </a:lnTo>
                <a:lnTo>
                  <a:pt x="145" y="182"/>
                </a:lnTo>
                <a:lnTo>
                  <a:pt x="145" y="181"/>
                </a:lnTo>
                <a:lnTo>
                  <a:pt x="146" y="181"/>
                </a:lnTo>
                <a:lnTo>
                  <a:pt x="147" y="182"/>
                </a:lnTo>
                <a:lnTo>
                  <a:pt x="149" y="181"/>
                </a:lnTo>
                <a:lnTo>
                  <a:pt x="149" y="180"/>
                </a:lnTo>
                <a:lnTo>
                  <a:pt x="150" y="179"/>
                </a:lnTo>
                <a:lnTo>
                  <a:pt x="150" y="178"/>
                </a:lnTo>
                <a:lnTo>
                  <a:pt x="150" y="177"/>
                </a:lnTo>
                <a:lnTo>
                  <a:pt x="149" y="176"/>
                </a:lnTo>
                <a:lnTo>
                  <a:pt x="149" y="175"/>
                </a:lnTo>
                <a:lnTo>
                  <a:pt x="149" y="174"/>
                </a:lnTo>
                <a:lnTo>
                  <a:pt x="150" y="174"/>
                </a:lnTo>
                <a:lnTo>
                  <a:pt x="150" y="173"/>
                </a:lnTo>
                <a:lnTo>
                  <a:pt x="150" y="172"/>
                </a:lnTo>
                <a:lnTo>
                  <a:pt x="150" y="170"/>
                </a:lnTo>
                <a:lnTo>
                  <a:pt x="151" y="169"/>
                </a:lnTo>
                <a:lnTo>
                  <a:pt x="152" y="168"/>
                </a:lnTo>
                <a:lnTo>
                  <a:pt x="152" y="167"/>
                </a:lnTo>
                <a:lnTo>
                  <a:pt x="153" y="167"/>
                </a:lnTo>
                <a:lnTo>
                  <a:pt x="154" y="167"/>
                </a:lnTo>
                <a:lnTo>
                  <a:pt x="154" y="168"/>
                </a:lnTo>
                <a:lnTo>
                  <a:pt x="155" y="168"/>
                </a:lnTo>
                <a:lnTo>
                  <a:pt x="156" y="168"/>
                </a:lnTo>
                <a:lnTo>
                  <a:pt x="157" y="169"/>
                </a:lnTo>
                <a:lnTo>
                  <a:pt x="157" y="168"/>
                </a:lnTo>
                <a:lnTo>
                  <a:pt x="157" y="165"/>
                </a:lnTo>
                <a:lnTo>
                  <a:pt x="157" y="164"/>
                </a:lnTo>
                <a:lnTo>
                  <a:pt x="157" y="162"/>
                </a:lnTo>
                <a:lnTo>
                  <a:pt x="158" y="160"/>
                </a:lnTo>
                <a:lnTo>
                  <a:pt x="158" y="158"/>
                </a:lnTo>
                <a:lnTo>
                  <a:pt x="158" y="157"/>
                </a:lnTo>
                <a:lnTo>
                  <a:pt x="158" y="156"/>
                </a:lnTo>
                <a:lnTo>
                  <a:pt x="158" y="155"/>
                </a:lnTo>
                <a:lnTo>
                  <a:pt x="158" y="154"/>
                </a:lnTo>
                <a:lnTo>
                  <a:pt x="159" y="153"/>
                </a:lnTo>
                <a:lnTo>
                  <a:pt x="160" y="152"/>
                </a:lnTo>
                <a:lnTo>
                  <a:pt x="160" y="151"/>
                </a:lnTo>
                <a:lnTo>
                  <a:pt x="161" y="151"/>
                </a:lnTo>
                <a:lnTo>
                  <a:pt x="162" y="150"/>
                </a:lnTo>
                <a:lnTo>
                  <a:pt x="163" y="149"/>
                </a:lnTo>
                <a:lnTo>
                  <a:pt x="162" y="148"/>
                </a:lnTo>
                <a:lnTo>
                  <a:pt x="162" y="146"/>
                </a:lnTo>
                <a:lnTo>
                  <a:pt x="162" y="145"/>
                </a:lnTo>
                <a:lnTo>
                  <a:pt x="162" y="143"/>
                </a:lnTo>
                <a:lnTo>
                  <a:pt x="162" y="142"/>
                </a:lnTo>
                <a:lnTo>
                  <a:pt x="163" y="142"/>
                </a:lnTo>
                <a:lnTo>
                  <a:pt x="164" y="142"/>
                </a:lnTo>
                <a:lnTo>
                  <a:pt x="164" y="141"/>
                </a:lnTo>
                <a:lnTo>
                  <a:pt x="163" y="141"/>
                </a:lnTo>
                <a:lnTo>
                  <a:pt x="162" y="141"/>
                </a:lnTo>
                <a:lnTo>
                  <a:pt x="162" y="140"/>
                </a:lnTo>
                <a:lnTo>
                  <a:pt x="162" y="141"/>
                </a:lnTo>
                <a:lnTo>
                  <a:pt x="161" y="141"/>
                </a:lnTo>
                <a:lnTo>
                  <a:pt x="160" y="141"/>
                </a:lnTo>
                <a:lnTo>
                  <a:pt x="160" y="140"/>
                </a:lnTo>
                <a:lnTo>
                  <a:pt x="159" y="140"/>
                </a:lnTo>
                <a:lnTo>
                  <a:pt x="158" y="139"/>
                </a:lnTo>
                <a:lnTo>
                  <a:pt x="158" y="138"/>
                </a:lnTo>
                <a:lnTo>
                  <a:pt x="157" y="138"/>
                </a:lnTo>
                <a:lnTo>
                  <a:pt x="157" y="139"/>
                </a:lnTo>
                <a:lnTo>
                  <a:pt x="155" y="139"/>
                </a:lnTo>
                <a:lnTo>
                  <a:pt x="153" y="139"/>
                </a:lnTo>
                <a:lnTo>
                  <a:pt x="153" y="140"/>
                </a:lnTo>
                <a:lnTo>
                  <a:pt x="152" y="140"/>
                </a:lnTo>
                <a:lnTo>
                  <a:pt x="151" y="141"/>
                </a:lnTo>
                <a:lnTo>
                  <a:pt x="150" y="141"/>
                </a:lnTo>
                <a:lnTo>
                  <a:pt x="150" y="142"/>
                </a:lnTo>
                <a:lnTo>
                  <a:pt x="149" y="142"/>
                </a:lnTo>
                <a:lnTo>
                  <a:pt x="149" y="141"/>
                </a:lnTo>
                <a:lnTo>
                  <a:pt x="148" y="141"/>
                </a:lnTo>
                <a:lnTo>
                  <a:pt x="146" y="141"/>
                </a:lnTo>
                <a:lnTo>
                  <a:pt x="145" y="141"/>
                </a:lnTo>
                <a:lnTo>
                  <a:pt x="145" y="140"/>
                </a:lnTo>
                <a:lnTo>
                  <a:pt x="144" y="139"/>
                </a:lnTo>
                <a:lnTo>
                  <a:pt x="144" y="140"/>
                </a:lnTo>
                <a:lnTo>
                  <a:pt x="143" y="141"/>
                </a:lnTo>
                <a:lnTo>
                  <a:pt x="143" y="142"/>
                </a:lnTo>
                <a:lnTo>
                  <a:pt x="143" y="143"/>
                </a:lnTo>
                <a:lnTo>
                  <a:pt x="141" y="143"/>
                </a:lnTo>
                <a:lnTo>
                  <a:pt x="140" y="142"/>
                </a:lnTo>
                <a:lnTo>
                  <a:pt x="139" y="142"/>
                </a:lnTo>
                <a:lnTo>
                  <a:pt x="138" y="142"/>
                </a:lnTo>
                <a:lnTo>
                  <a:pt x="138" y="143"/>
                </a:lnTo>
                <a:lnTo>
                  <a:pt x="139" y="143"/>
                </a:lnTo>
                <a:lnTo>
                  <a:pt x="138" y="143"/>
                </a:lnTo>
                <a:lnTo>
                  <a:pt x="137" y="143"/>
                </a:lnTo>
                <a:lnTo>
                  <a:pt x="136" y="142"/>
                </a:lnTo>
                <a:lnTo>
                  <a:pt x="134" y="142"/>
                </a:lnTo>
                <a:lnTo>
                  <a:pt x="133" y="142"/>
                </a:lnTo>
                <a:lnTo>
                  <a:pt x="132" y="142"/>
                </a:lnTo>
                <a:lnTo>
                  <a:pt x="131" y="142"/>
                </a:lnTo>
                <a:lnTo>
                  <a:pt x="130" y="142"/>
                </a:lnTo>
                <a:lnTo>
                  <a:pt x="129" y="142"/>
                </a:lnTo>
                <a:lnTo>
                  <a:pt x="129" y="143"/>
                </a:lnTo>
                <a:lnTo>
                  <a:pt x="128" y="143"/>
                </a:lnTo>
                <a:lnTo>
                  <a:pt x="127" y="143"/>
                </a:lnTo>
                <a:lnTo>
                  <a:pt x="126" y="144"/>
                </a:lnTo>
                <a:lnTo>
                  <a:pt x="124" y="143"/>
                </a:lnTo>
                <a:lnTo>
                  <a:pt x="124" y="142"/>
                </a:lnTo>
                <a:lnTo>
                  <a:pt x="123" y="142"/>
                </a:lnTo>
                <a:lnTo>
                  <a:pt x="123" y="141"/>
                </a:lnTo>
                <a:lnTo>
                  <a:pt x="124" y="141"/>
                </a:lnTo>
                <a:lnTo>
                  <a:pt x="124" y="139"/>
                </a:lnTo>
                <a:lnTo>
                  <a:pt x="124" y="138"/>
                </a:lnTo>
                <a:lnTo>
                  <a:pt x="124" y="137"/>
                </a:lnTo>
                <a:lnTo>
                  <a:pt x="125" y="136"/>
                </a:lnTo>
                <a:lnTo>
                  <a:pt x="125" y="135"/>
                </a:lnTo>
                <a:lnTo>
                  <a:pt x="125" y="134"/>
                </a:lnTo>
                <a:lnTo>
                  <a:pt x="125" y="133"/>
                </a:lnTo>
                <a:lnTo>
                  <a:pt x="125" y="132"/>
                </a:lnTo>
                <a:lnTo>
                  <a:pt x="125" y="131"/>
                </a:lnTo>
                <a:lnTo>
                  <a:pt x="125" y="130"/>
                </a:lnTo>
                <a:lnTo>
                  <a:pt x="126" y="129"/>
                </a:lnTo>
                <a:lnTo>
                  <a:pt x="126" y="128"/>
                </a:lnTo>
                <a:lnTo>
                  <a:pt x="126" y="127"/>
                </a:lnTo>
                <a:lnTo>
                  <a:pt x="126" y="126"/>
                </a:lnTo>
                <a:lnTo>
                  <a:pt x="125" y="126"/>
                </a:lnTo>
                <a:lnTo>
                  <a:pt x="124" y="126"/>
                </a:lnTo>
                <a:lnTo>
                  <a:pt x="123" y="126"/>
                </a:lnTo>
                <a:lnTo>
                  <a:pt x="123" y="127"/>
                </a:lnTo>
                <a:lnTo>
                  <a:pt x="122" y="127"/>
                </a:lnTo>
                <a:lnTo>
                  <a:pt x="121" y="127"/>
                </a:lnTo>
                <a:lnTo>
                  <a:pt x="121" y="126"/>
                </a:lnTo>
                <a:lnTo>
                  <a:pt x="120" y="125"/>
                </a:lnTo>
                <a:lnTo>
                  <a:pt x="120" y="124"/>
                </a:lnTo>
                <a:lnTo>
                  <a:pt x="119" y="123"/>
                </a:lnTo>
                <a:lnTo>
                  <a:pt x="119" y="122"/>
                </a:lnTo>
                <a:lnTo>
                  <a:pt x="118" y="122"/>
                </a:lnTo>
                <a:lnTo>
                  <a:pt x="118" y="121"/>
                </a:lnTo>
                <a:lnTo>
                  <a:pt x="118" y="120"/>
                </a:lnTo>
                <a:lnTo>
                  <a:pt x="117" y="119"/>
                </a:lnTo>
                <a:lnTo>
                  <a:pt x="117" y="118"/>
                </a:lnTo>
                <a:lnTo>
                  <a:pt x="118" y="116"/>
                </a:lnTo>
                <a:lnTo>
                  <a:pt x="118" y="115"/>
                </a:lnTo>
                <a:lnTo>
                  <a:pt x="117" y="115"/>
                </a:lnTo>
                <a:lnTo>
                  <a:pt x="116" y="114"/>
                </a:lnTo>
                <a:lnTo>
                  <a:pt x="115" y="114"/>
                </a:lnTo>
                <a:lnTo>
                  <a:pt x="114" y="112"/>
                </a:lnTo>
                <a:lnTo>
                  <a:pt x="112" y="111"/>
                </a:lnTo>
                <a:lnTo>
                  <a:pt x="112" y="112"/>
                </a:lnTo>
                <a:lnTo>
                  <a:pt x="113" y="113"/>
                </a:lnTo>
                <a:lnTo>
                  <a:pt x="112" y="114"/>
                </a:lnTo>
                <a:lnTo>
                  <a:pt x="113" y="114"/>
                </a:lnTo>
                <a:lnTo>
                  <a:pt x="113" y="115"/>
                </a:lnTo>
                <a:lnTo>
                  <a:pt x="111" y="115"/>
                </a:lnTo>
                <a:lnTo>
                  <a:pt x="111" y="116"/>
                </a:lnTo>
                <a:lnTo>
                  <a:pt x="110" y="116"/>
                </a:lnTo>
                <a:lnTo>
                  <a:pt x="109" y="117"/>
                </a:lnTo>
                <a:lnTo>
                  <a:pt x="108" y="117"/>
                </a:lnTo>
                <a:lnTo>
                  <a:pt x="108" y="116"/>
                </a:lnTo>
                <a:lnTo>
                  <a:pt x="108" y="115"/>
                </a:lnTo>
                <a:lnTo>
                  <a:pt x="108" y="114"/>
                </a:lnTo>
                <a:lnTo>
                  <a:pt x="107" y="114"/>
                </a:lnTo>
                <a:lnTo>
                  <a:pt x="106" y="114"/>
                </a:lnTo>
                <a:lnTo>
                  <a:pt x="106" y="113"/>
                </a:lnTo>
                <a:lnTo>
                  <a:pt x="106" y="112"/>
                </a:lnTo>
                <a:lnTo>
                  <a:pt x="107" y="110"/>
                </a:lnTo>
                <a:lnTo>
                  <a:pt x="106" y="110"/>
                </a:lnTo>
                <a:lnTo>
                  <a:pt x="105" y="110"/>
                </a:lnTo>
                <a:lnTo>
                  <a:pt x="105" y="109"/>
                </a:lnTo>
                <a:lnTo>
                  <a:pt x="104" y="109"/>
                </a:lnTo>
                <a:lnTo>
                  <a:pt x="103" y="109"/>
                </a:lnTo>
                <a:lnTo>
                  <a:pt x="102" y="110"/>
                </a:lnTo>
                <a:lnTo>
                  <a:pt x="101" y="110"/>
                </a:lnTo>
                <a:lnTo>
                  <a:pt x="100" y="111"/>
                </a:lnTo>
                <a:lnTo>
                  <a:pt x="98" y="111"/>
                </a:lnTo>
                <a:lnTo>
                  <a:pt x="98" y="112"/>
                </a:lnTo>
                <a:lnTo>
                  <a:pt x="97" y="112"/>
                </a:lnTo>
                <a:lnTo>
                  <a:pt x="96" y="113"/>
                </a:lnTo>
                <a:lnTo>
                  <a:pt x="95" y="113"/>
                </a:lnTo>
                <a:lnTo>
                  <a:pt x="95" y="112"/>
                </a:lnTo>
                <a:lnTo>
                  <a:pt x="94" y="112"/>
                </a:lnTo>
                <a:lnTo>
                  <a:pt x="93" y="112"/>
                </a:lnTo>
                <a:lnTo>
                  <a:pt x="93" y="111"/>
                </a:lnTo>
                <a:lnTo>
                  <a:pt x="93" y="110"/>
                </a:lnTo>
                <a:lnTo>
                  <a:pt x="92" y="109"/>
                </a:lnTo>
                <a:lnTo>
                  <a:pt x="91" y="109"/>
                </a:lnTo>
                <a:lnTo>
                  <a:pt x="91" y="108"/>
                </a:lnTo>
                <a:lnTo>
                  <a:pt x="91" y="107"/>
                </a:lnTo>
                <a:lnTo>
                  <a:pt x="90" y="106"/>
                </a:lnTo>
                <a:lnTo>
                  <a:pt x="87" y="106"/>
                </a:lnTo>
                <a:lnTo>
                  <a:pt x="86" y="106"/>
                </a:lnTo>
                <a:lnTo>
                  <a:pt x="86" y="107"/>
                </a:lnTo>
                <a:lnTo>
                  <a:pt x="86" y="108"/>
                </a:lnTo>
                <a:lnTo>
                  <a:pt x="85" y="108"/>
                </a:lnTo>
                <a:lnTo>
                  <a:pt x="84" y="108"/>
                </a:lnTo>
                <a:lnTo>
                  <a:pt x="84" y="107"/>
                </a:lnTo>
                <a:lnTo>
                  <a:pt x="82" y="107"/>
                </a:lnTo>
                <a:lnTo>
                  <a:pt x="81" y="107"/>
                </a:lnTo>
                <a:lnTo>
                  <a:pt x="81" y="108"/>
                </a:lnTo>
                <a:lnTo>
                  <a:pt x="80" y="108"/>
                </a:lnTo>
                <a:lnTo>
                  <a:pt x="78" y="108"/>
                </a:lnTo>
                <a:lnTo>
                  <a:pt x="77" y="108"/>
                </a:lnTo>
                <a:lnTo>
                  <a:pt x="76" y="108"/>
                </a:lnTo>
                <a:lnTo>
                  <a:pt x="75" y="108"/>
                </a:lnTo>
                <a:lnTo>
                  <a:pt x="74" y="108"/>
                </a:lnTo>
                <a:lnTo>
                  <a:pt x="73" y="108"/>
                </a:lnTo>
                <a:lnTo>
                  <a:pt x="73" y="107"/>
                </a:lnTo>
                <a:lnTo>
                  <a:pt x="72" y="107"/>
                </a:lnTo>
                <a:lnTo>
                  <a:pt x="71" y="107"/>
                </a:lnTo>
                <a:lnTo>
                  <a:pt x="71" y="106"/>
                </a:lnTo>
                <a:lnTo>
                  <a:pt x="72" y="105"/>
                </a:lnTo>
                <a:lnTo>
                  <a:pt x="71" y="105"/>
                </a:lnTo>
                <a:lnTo>
                  <a:pt x="70" y="105"/>
                </a:lnTo>
                <a:lnTo>
                  <a:pt x="69" y="105"/>
                </a:lnTo>
                <a:lnTo>
                  <a:pt x="68" y="104"/>
                </a:lnTo>
                <a:lnTo>
                  <a:pt x="69" y="104"/>
                </a:lnTo>
                <a:lnTo>
                  <a:pt x="70" y="104"/>
                </a:lnTo>
                <a:lnTo>
                  <a:pt x="70" y="103"/>
                </a:lnTo>
                <a:lnTo>
                  <a:pt x="69" y="103"/>
                </a:lnTo>
                <a:lnTo>
                  <a:pt x="69" y="102"/>
                </a:lnTo>
                <a:lnTo>
                  <a:pt x="68" y="102"/>
                </a:lnTo>
                <a:lnTo>
                  <a:pt x="67" y="102"/>
                </a:lnTo>
                <a:lnTo>
                  <a:pt x="66" y="101"/>
                </a:lnTo>
                <a:lnTo>
                  <a:pt x="66" y="100"/>
                </a:lnTo>
                <a:lnTo>
                  <a:pt x="64" y="100"/>
                </a:lnTo>
                <a:lnTo>
                  <a:pt x="64" y="99"/>
                </a:lnTo>
                <a:lnTo>
                  <a:pt x="63" y="99"/>
                </a:lnTo>
                <a:lnTo>
                  <a:pt x="62" y="99"/>
                </a:lnTo>
                <a:lnTo>
                  <a:pt x="61" y="98"/>
                </a:lnTo>
                <a:lnTo>
                  <a:pt x="60" y="98"/>
                </a:lnTo>
                <a:lnTo>
                  <a:pt x="60" y="96"/>
                </a:lnTo>
                <a:lnTo>
                  <a:pt x="61" y="95"/>
                </a:lnTo>
                <a:lnTo>
                  <a:pt x="62" y="94"/>
                </a:lnTo>
                <a:lnTo>
                  <a:pt x="61" y="92"/>
                </a:lnTo>
                <a:lnTo>
                  <a:pt x="61" y="91"/>
                </a:lnTo>
                <a:lnTo>
                  <a:pt x="62" y="91"/>
                </a:lnTo>
                <a:lnTo>
                  <a:pt x="62" y="90"/>
                </a:lnTo>
                <a:lnTo>
                  <a:pt x="61" y="90"/>
                </a:lnTo>
                <a:lnTo>
                  <a:pt x="60" y="90"/>
                </a:lnTo>
                <a:lnTo>
                  <a:pt x="59" y="90"/>
                </a:lnTo>
                <a:lnTo>
                  <a:pt x="59" y="89"/>
                </a:lnTo>
                <a:lnTo>
                  <a:pt x="59" y="88"/>
                </a:lnTo>
                <a:lnTo>
                  <a:pt x="58" y="89"/>
                </a:lnTo>
                <a:lnTo>
                  <a:pt x="57" y="89"/>
                </a:lnTo>
                <a:lnTo>
                  <a:pt x="57" y="88"/>
                </a:lnTo>
                <a:lnTo>
                  <a:pt x="56" y="87"/>
                </a:lnTo>
                <a:lnTo>
                  <a:pt x="55" y="86"/>
                </a:lnTo>
                <a:lnTo>
                  <a:pt x="55" y="85"/>
                </a:lnTo>
                <a:lnTo>
                  <a:pt x="55" y="84"/>
                </a:lnTo>
                <a:lnTo>
                  <a:pt x="55" y="83"/>
                </a:lnTo>
                <a:lnTo>
                  <a:pt x="55" y="82"/>
                </a:lnTo>
                <a:lnTo>
                  <a:pt x="55" y="81"/>
                </a:lnTo>
                <a:lnTo>
                  <a:pt x="56" y="80"/>
                </a:lnTo>
                <a:lnTo>
                  <a:pt x="56" y="79"/>
                </a:lnTo>
                <a:lnTo>
                  <a:pt x="56" y="78"/>
                </a:lnTo>
                <a:lnTo>
                  <a:pt x="55" y="78"/>
                </a:lnTo>
                <a:lnTo>
                  <a:pt x="54" y="78"/>
                </a:lnTo>
                <a:lnTo>
                  <a:pt x="54" y="77"/>
                </a:lnTo>
                <a:lnTo>
                  <a:pt x="54" y="76"/>
                </a:lnTo>
                <a:lnTo>
                  <a:pt x="55" y="75"/>
                </a:lnTo>
                <a:lnTo>
                  <a:pt x="54" y="75"/>
                </a:lnTo>
                <a:lnTo>
                  <a:pt x="53" y="75"/>
                </a:lnTo>
                <a:lnTo>
                  <a:pt x="51" y="74"/>
                </a:lnTo>
                <a:lnTo>
                  <a:pt x="50" y="74"/>
                </a:lnTo>
                <a:lnTo>
                  <a:pt x="48" y="74"/>
                </a:lnTo>
                <a:lnTo>
                  <a:pt x="47" y="74"/>
                </a:lnTo>
                <a:lnTo>
                  <a:pt x="47" y="73"/>
                </a:lnTo>
                <a:lnTo>
                  <a:pt x="46" y="73"/>
                </a:lnTo>
                <a:lnTo>
                  <a:pt x="46" y="75"/>
                </a:lnTo>
                <a:lnTo>
                  <a:pt x="45" y="74"/>
                </a:lnTo>
                <a:lnTo>
                  <a:pt x="44" y="74"/>
                </a:lnTo>
                <a:lnTo>
                  <a:pt x="43" y="75"/>
                </a:lnTo>
                <a:lnTo>
                  <a:pt x="42" y="76"/>
                </a:lnTo>
                <a:lnTo>
                  <a:pt x="42" y="75"/>
                </a:lnTo>
                <a:lnTo>
                  <a:pt x="41" y="74"/>
                </a:lnTo>
                <a:lnTo>
                  <a:pt x="41" y="73"/>
                </a:lnTo>
                <a:lnTo>
                  <a:pt x="40" y="73"/>
                </a:lnTo>
                <a:lnTo>
                  <a:pt x="39" y="72"/>
                </a:lnTo>
                <a:lnTo>
                  <a:pt x="38" y="71"/>
                </a:lnTo>
                <a:lnTo>
                  <a:pt x="38" y="70"/>
                </a:lnTo>
                <a:lnTo>
                  <a:pt x="37" y="69"/>
                </a:lnTo>
                <a:lnTo>
                  <a:pt x="36" y="68"/>
                </a:lnTo>
                <a:lnTo>
                  <a:pt x="35" y="68"/>
                </a:lnTo>
                <a:lnTo>
                  <a:pt x="35" y="67"/>
                </a:lnTo>
                <a:lnTo>
                  <a:pt x="34" y="67"/>
                </a:lnTo>
                <a:lnTo>
                  <a:pt x="33" y="67"/>
                </a:lnTo>
                <a:lnTo>
                  <a:pt x="32" y="67"/>
                </a:lnTo>
                <a:lnTo>
                  <a:pt x="31" y="67"/>
                </a:lnTo>
                <a:lnTo>
                  <a:pt x="30" y="67"/>
                </a:lnTo>
                <a:lnTo>
                  <a:pt x="29" y="67"/>
                </a:lnTo>
                <a:lnTo>
                  <a:pt x="27" y="67"/>
                </a:lnTo>
                <a:lnTo>
                  <a:pt x="26" y="66"/>
                </a:lnTo>
                <a:lnTo>
                  <a:pt x="25" y="66"/>
                </a:lnTo>
                <a:lnTo>
                  <a:pt x="24" y="66"/>
                </a:lnTo>
                <a:lnTo>
                  <a:pt x="24" y="65"/>
                </a:lnTo>
                <a:lnTo>
                  <a:pt x="23" y="65"/>
                </a:lnTo>
                <a:lnTo>
                  <a:pt x="22" y="65"/>
                </a:lnTo>
                <a:lnTo>
                  <a:pt x="20" y="65"/>
                </a:lnTo>
                <a:lnTo>
                  <a:pt x="19" y="65"/>
                </a:lnTo>
                <a:lnTo>
                  <a:pt x="18" y="65"/>
                </a:lnTo>
                <a:lnTo>
                  <a:pt x="18" y="64"/>
                </a:lnTo>
                <a:lnTo>
                  <a:pt x="19" y="64"/>
                </a:lnTo>
                <a:lnTo>
                  <a:pt x="20" y="64"/>
                </a:lnTo>
                <a:lnTo>
                  <a:pt x="21" y="64"/>
                </a:lnTo>
                <a:lnTo>
                  <a:pt x="21" y="63"/>
                </a:lnTo>
                <a:lnTo>
                  <a:pt x="20" y="63"/>
                </a:lnTo>
                <a:lnTo>
                  <a:pt x="20" y="62"/>
                </a:lnTo>
                <a:lnTo>
                  <a:pt x="20" y="61"/>
                </a:lnTo>
                <a:lnTo>
                  <a:pt x="19" y="61"/>
                </a:lnTo>
                <a:lnTo>
                  <a:pt x="18" y="61"/>
                </a:lnTo>
                <a:lnTo>
                  <a:pt x="17" y="60"/>
                </a:lnTo>
                <a:lnTo>
                  <a:pt x="15" y="60"/>
                </a:lnTo>
                <a:lnTo>
                  <a:pt x="14" y="60"/>
                </a:lnTo>
                <a:lnTo>
                  <a:pt x="14" y="59"/>
                </a:lnTo>
                <a:lnTo>
                  <a:pt x="15" y="59"/>
                </a:lnTo>
                <a:lnTo>
                  <a:pt x="15" y="58"/>
                </a:lnTo>
                <a:lnTo>
                  <a:pt x="14" y="58"/>
                </a:lnTo>
                <a:lnTo>
                  <a:pt x="13" y="58"/>
                </a:lnTo>
                <a:lnTo>
                  <a:pt x="12" y="57"/>
                </a:lnTo>
                <a:lnTo>
                  <a:pt x="12" y="56"/>
                </a:lnTo>
                <a:lnTo>
                  <a:pt x="12" y="55"/>
                </a:lnTo>
                <a:lnTo>
                  <a:pt x="11" y="55"/>
                </a:lnTo>
                <a:lnTo>
                  <a:pt x="11" y="54"/>
                </a:lnTo>
                <a:lnTo>
                  <a:pt x="11" y="53"/>
                </a:lnTo>
                <a:lnTo>
                  <a:pt x="10" y="53"/>
                </a:lnTo>
                <a:lnTo>
                  <a:pt x="9" y="53"/>
                </a:lnTo>
                <a:lnTo>
                  <a:pt x="8" y="51"/>
                </a:lnTo>
                <a:lnTo>
                  <a:pt x="7" y="51"/>
                </a:lnTo>
                <a:lnTo>
                  <a:pt x="7" y="50"/>
                </a:lnTo>
                <a:lnTo>
                  <a:pt x="7" y="49"/>
                </a:lnTo>
                <a:lnTo>
                  <a:pt x="6" y="48"/>
                </a:lnTo>
                <a:lnTo>
                  <a:pt x="5" y="48"/>
                </a:lnTo>
                <a:lnTo>
                  <a:pt x="4" y="49"/>
                </a:lnTo>
                <a:lnTo>
                  <a:pt x="3" y="49"/>
                </a:lnTo>
                <a:lnTo>
                  <a:pt x="3" y="50"/>
                </a:lnTo>
                <a:lnTo>
                  <a:pt x="2" y="50"/>
                </a:lnTo>
                <a:lnTo>
                  <a:pt x="1" y="50"/>
                </a:lnTo>
                <a:lnTo>
                  <a:pt x="1" y="49"/>
                </a:lnTo>
                <a:lnTo>
                  <a:pt x="0" y="49"/>
                </a:lnTo>
                <a:lnTo>
                  <a:pt x="0" y="48"/>
                </a:lnTo>
                <a:lnTo>
                  <a:pt x="1" y="48"/>
                </a:lnTo>
                <a:lnTo>
                  <a:pt x="2" y="47"/>
                </a:lnTo>
                <a:lnTo>
                  <a:pt x="2" y="46"/>
                </a:lnTo>
                <a:lnTo>
                  <a:pt x="1" y="45"/>
                </a:lnTo>
                <a:lnTo>
                  <a:pt x="2" y="44"/>
                </a:lnTo>
                <a:lnTo>
                  <a:pt x="3" y="44"/>
                </a:lnTo>
                <a:lnTo>
                  <a:pt x="3" y="43"/>
                </a:lnTo>
                <a:lnTo>
                  <a:pt x="2" y="42"/>
                </a:lnTo>
                <a:lnTo>
                  <a:pt x="1" y="41"/>
                </a:lnTo>
                <a:lnTo>
                  <a:pt x="1" y="42"/>
                </a:lnTo>
                <a:lnTo>
                  <a:pt x="0" y="42"/>
                </a:lnTo>
                <a:lnTo>
                  <a:pt x="0" y="41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0" y="38"/>
                </a:lnTo>
                <a:lnTo>
                  <a:pt x="1" y="38"/>
                </a:lnTo>
                <a:lnTo>
                  <a:pt x="3" y="38"/>
                </a:lnTo>
                <a:lnTo>
                  <a:pt x="3" y="37"/>
                </a:lnTo>
                <a:lnTo>
                  <a:pt x="4" y="36"/>
                </a:lnTo>
                <a:lnTo>
                  <a:pt x="4" y="35"/>
                </a:lnTo>
                <a:lnTo>
                  <a:pt x="3" y="33"/>
                </a:lnTo>
                <a:lnTo>
                  <a:pt x="3" y="32"/>
                </a:lnTo>
                <a:lnTo>
                  <a:pt x="4" y="32"/>
                </a:lnTo>
                <a:lnTo>
                  <a:pt x="4" y="31"/>
                </a:lnTo>
                <a:lnTo>
                  <a:pt x="4" y="30"/>
                </a:lnTo>
                <a:lnTo>
                  <a:pt x="4" y="29"/>
                </a:lnTo>
                <a:lnTo>
                  <a:pt x="5" y="28"/>
                </a:lnTo>
                <a:lnTo>
                  <a:pt x="4" y="28"/>
                </a:lnTo>
                <a:lnTo>
                  <a:pt x="4" y="27"/>
                </a:lnTo>
                <a:lnTo>
                  <a:pt x="5" y="27"/>
                </a:lnTo>
                <a:lnTo>
                  <a:pt x="5" y="26"/>
                </a:lnTo>
                <a:lnTo>
                  <a:pt x="6" y="25"/>
                </a:lnTo>
                <a:lnTo>
                  <a:pt x="7" y="25"/>
                </a:lnTo>
                <a:lnTo>
                  <a:pt x="7" y="24"/>
                </a:lnTo>
                <a:lnTo>
                  <a:pt x="7" y="23"/>
                </a:lnTo>
                <a:lnTo>
                  <a:pt x="8" y="23"/>
                </a:lnTo>
                <a:lnTo>
                  <a:pt x="9" y="23"/>
                </a:lnTo>
                <a:lnTo>
                  <a:pt x="10" y="23"/>
                </a:lnTo>
                <a:lnTo>
                  <a:pt x="11" y="23"/>
                </a:lnTo>
                <a:lnTo>
                  <a:pt x="12" y="23"/>
                </a:lnTo>
                <a:lnTo>
                  <a:pt x="13" y="22"/>
                </a:lnTo>
                <a:lnTo>
                  <a:pt x="14" y="22"/>
                </a:lnTo>
                <a:lnTo>
                  <a:pt x="14" y="23"/>
                </a:lnTo>
                <a:lnTo>
                  <a:pt x="14" y="22"/>
                </a:lnTo>
                <a:lnTo>
                  <a:pt x="15" y="22"/>
                </a:lnTo>
                <a:lnTo>
                  <a:pt x="16" y="22"/>
                </a:lnTo>
                <a:lnTo>
                  <a:pt x="18" y="22"/>
                </a:lnTo>
                <a:lnTo>
                  <a:pt x="19" y="22"/>
                </a:lnTo>
                <a:lnTo>
                  <a:pt x="20" y="21"/>
                </a:lnTo>
                <a:lnTo>
                  <a:pt x="21" y="21"/>
                </a:lnTo>
                <a:lnTo>
                  <a:pt x="22" y="21"/>
                </a:lnTo>
                <a:lnTo>
                  <a:pt x="23" y="20"/>
                </a:lnTo>
                <a:lnTo>
                  <a:pt x="23" y="19"/>
                </a:lnTo>
                <a:lnTo>
                  <a:pt x="24" y="19"/>
                </a:lnTo>
                <a:lnTo>
                  <a:pt x="25" y="19"/>
                </a:lnTo>
                <a:lnTo>
                  <a:pt x="25" y="20"/>
                </a:lnTo>
                <a:lnTo>
                  <a:pt x="26" y="20"/>
                </a:lnTo>
                <a:lnTo>
                  <a:pt x="27" y="20"/>
                </a:lnTo>
                <a:lnTo>
                  <a:pt x="26" y="20"/>
                </a:lnTo>
                <a:lnTo>
                  <a:pt x="27" y="20"/>
                </a:lnTo>
                <a:lnTo>
                  <a:pt x="28" y="19"/>
                </a:lnTo>
                <a:lnTo>
                  <a:pt x="29" y="19"/>
                </a:lnTo>
                <a:lnTo>
                  <a:pt x="31" y="19"/>
                </a:lnTo>
                <a:lnTo>
                  <a:pt x="31" y="20"/>
                </a:lnTo>
                <a:lnTo>
                  <a:pt x="32" y="20"/>
                </a:lnTo>
                <a:lnTo>
                  <a:pt x="33" y="20"/>
                </a:lnTo>
                <a:lnTo>
                  <a:pt x="34" y="20"/>
                </a:lnTo>
                <a:lnTo>
                  <a:pt x="34" y="21"/>
                </a:lnTo>
                <a:lnTo>
                  <a:pt x="35" y="21"/>
                </a:lnTo>
                <a:lnTo>
                  <a:pt x="35" y="22"/>
                </a:lnTo>
                <a:lnTo>
                  <a:pt x="36" y="22"/>
                </a:lnTo>
                <a:lnTo>
                  <a:pt x="36" y="21"/>
                </a:lnTo>
                <a:lnTo>
                  <a:pt x="38" y="21"/>
                </a:lnTo>
                <a:lnTo>
                  <a:pt x="38" y="20"/>
                </a:lnTo>
                <a:lnTo>
                  <a:pt x="38" y="19"/>
                </a:lnTo>
                <a:lnTo>
                  <a:pt x="38" y="18"/>
                </a:lnTo>
                <a:lnTo>
                  <a:pt x="37" y="17"/>
                </a:lnTo>
                <a:lnTo>
                  <a:pt x="38" y="16"/>
                </a:lnTo>
                <a:lnTo>
                  <a:pt x="38" y="15"/>
                </a:lnTo>
                <a:lnTo>
                  <a:pt x="39" y="16"/>
                </a:lnTo>
                <a:lnTo>
                  <a:pt x="40" y="16"/>
                </a:lnTo>
                <a:lnTo>
                  <a:pt x="40" y="19"/>
                </a:lnTo>
                <a:lnTo>
                  <a:pt x="39" y="20"/>
                </a:lnTo>
                <a:lnTo>
                  <a:pt x="40" y="20"/>
                </a:lnTo>
                <a:lnTo>
                  <a:pt x="40" y="19"/>
                </a:lnTo>
                <a:lnTo>
                  <a:pt x="40" y="16"/>
                </a:lnTo>
                <a:lnTo>
                  <a:pt x="42" y="17"/>
                </a:lnTo>
                <a:lnTo>
                  <a:pt x="42" y="18"/>
                </a:lnTo>
                <a:lnTo>
                  <a:pt x="43" y="19"/>
                </a:lnTo>
                <a:lnTo>
                  <a:pt x="42" y="20"/>
                </a:lnTo>
                <a:lnTo>
                  <a:pt x="43" y="21"/>
                </a:lnTo>
                <a:lnTo>
                  <a:pt x="45" y="21"/>
                </a:lnTo>
                <a:lnTo>
                  <a:pt x="45" y="20"/>
                </a:lnTo>
                <a:lnTo>
                  <a:pt x="44" y="19"/>
                </a:lnTo>
                <a:lnTo>
                  <a:pt x="43" y="19"/>
                </a:lnTo>
                <a:lnTo>
                  <a:pt x="43" y="20"/>
                </a:lnTo>
                <a:lnTo>
                  <a:pt x="43" y="19"/>
                </a:lnTo>
                <a:lnTo>
                  <a:pt x="42" y="18"/>
                </a:lnTo>
                <a:lnTo>
                  <a:pt x="43" y="18"/>
                </a:lnTo>
                <a:lnTo>
                  <a:pt x="44" y="19"/>
                </a:lnTo>
                <a:lnTo>
                  <a:pt x="47" y="21"/>
                </a:lnTo>
                <a:lnTo>
                  <a:pt x="48" y="21"/>
                </a:lnTo>
                <a:lnTo>
                  <a:pt x="48" y="22"/>
                </a:lnTo>
                <a:lnTo>
                  <a:pt x="48" y="23"/>
                </a:lnTo>
                <a:lnTo>
                  <a:pt x="49" y="23"/>
                </a:lnTo>
                <a:lnTo>
                  <a:pt x="49" y="22"/>
                </a:lnTo>
                <a:lnTo>
                  <a:pt x="50" y="23"/>
                </a:lnTo>
                <a:lnTo>
                  <a:pt x="51" y="23"/>
                </a:lnTo>
                <a:lnTo>
                  <a:pt x="50" y="23"/>
                </a:lnTo>
                <a:lnTo>
                  <a:pt x="50" y="26"/>
                </a:lnTo>
                <a:lnTo>
                  <a:pt x="51" y="26"/>
                </a:lnTo>
                <a:lnTo>
                  <a:pt x="51" y="25"/>
                </a:lnTo>
                <a:lnTo>
                  <a:pt x="52" y="25"/>
                </a:lnTo>
                <a:lnTo>
                  <a:pt x="52" y="26"/>
                </a:lnTo>
                <a:lnTo>
                  <a:pt x="53" y="26"/>
                </a:lnTo>
                <a:lnTo>
                  <a:pt x="54" y="26"/>
                </a:lnTo>
                <a:lnTo>
                  <a:pt x="53" y="27"/>
                </a:lnTo>
                <a:lnTo>
                  <a:pt x="52" y="27"/>
                </a:lnTo>
                <a:lnTo>
                  <a:pt x="51" y="27"/>
                </a:lnTo>
                <a:lnTo>
                  <a:pt x="51" y="28"/>
                </a:lnTo>
                <a:lnTo>
                  <a:pt x="51" y="29"/>
                </a:lnTo>
                <a:lnTo>
                  <a:pt x="53" y="29"/>
                </a:lnTo>
                <a:lnTo>
                  <a:pt x="54" y="29"/>
                </a:lnTo>
                <a:lnTo>
                  <a:pt x="55" y="30"/>
                </a:lnTo>
                <a:lnTo>
                  <a:pt x="55" y="31"/>
                </a:lnTo>
                <a:lnTo>
                  <a:pt x="55" y="32"/>
                </a:lnTo>
                <a:lnTo>
                  <a:pt x="56" y="33"/>
                </a:lnTo>
                <a:lnTo>
                  <a:pt x="55" y="33"/>
                </a:lnTo>
                <a:lnTo>
                  <a:pt x="55" y="32"/>
                </a:lnTo>
                <a:lnTo>
                  <a:pt x="53" y="32"/>
                </a:lnTo>
                <a:lnTo>
                  <a:pt x="53" y="34"/>
                </a:lnTo>
                <a:lnTo>
                  <a:pt x="54" y="35"/>
                </a:lnTo>
                <a:lnTo>
                  <a:pt x="55" y="35"/>
                </a:lnTo>
                <a:lnTo>
                  <a:pt x="55" y="36"/>
                </a:lnTo>
                <a:lnTo>
                  <a:pt x="56" y="36"/>
                </a:lnTo>
                <a:lnTo>
                  <a:pt x="55" y="36"/>
                </a:lnTo>
                <a:lnTo>
                  <a:pt x="55" y="37"/>
                </a:lnTo>
                <a:lnTo>
                  <a:pt x="57" y="37"/>
                </a:lnTo>
                <a:lnTo>
                  <a:pt x="58" y="37"/>
                </a:lnTo>
                <a:lnTo>
                  <a:pt x="58" y="36"/>
                </a:lnTo>
                <a:lnTo>
                  <a:pt x="59" y="36"/>
                </a:lnTo>
                <a:lnTo>
                  <a:pt x="59" y="37"/>
                </a:lnTo>
                <a:lnTo>
                  <a:pt x="59" y="38"/>
                </a:lnTo>
                <a:lnTo>
                  <a:pt x="60" y="38"/>
                </a:lnTo>
                <a:lnTo>
                  <a:pt x="60" y="39"/>
                </a:lnTo>
                <a:lnTo>
                  <a:pt x="61" y="39"/>
                </a:lnTo>
                <a:lnTo>
                  <a:pt x="61" y="40"/>
                </a:lnTo>
                <a:lnTo>
                  <a:pt x="63" y="41"/>
                </a:lnTo>
                <a:lnTo>
                  <a:pt x="63" y="42"/>
                </a:lnTo>
                <a:lnTo>
                  <a:pt x="64" y="43"/>
                </a:lnTo>
                <a:lnTo>
                  <a:pt x="64" y="44"/>
                </a:lnTo>
                <a:lnTo>
                  <a:pt x="63" y="45"/>
                </a:lnTo>
                <a:lnTo>
                  <a:pt x="64" y="45"/>
                </a:lnTo>
                <a:lnTo>
                  <a:pt x="65" y="45"/>
                </a:lnTo>
                <a:lnTo>
                  <a:pt x="65" y="46"/>
                </a:lnTo>
                <a:lnTo>
                  <a:pt x="65" y="47"/>
                </a:lnTo>
                <a:lnTo>
                  <a:pt x="64" y="47"/>
                </a:lnTo>
                <a:lnTo>
                  <a:pt x="63" y="47"/>
                </a:lnTo>
                <a:lnTo>
                  <a:pt x="62" y="48"/>
                </a:lnTo>
                <a:lnTo>
                  <a:pt x="64" y="48"/>
                </a:lnTo>
                <a:lnTo>
                  <a:pt x="65" y="48"/>
                </a:lnTo>
                <a:lnTo>
                  <a:pt x="64" y="48"/>
                </a:lnTo>
                <a:lnTo>
                  <a:pt x="64" y="49"/>
                </a:lnTo>
                <a:lnTo>
                  <a:pt x="63" y="49"/>
                </a:lnTo>
                <a:lnTo>
                  <a:pt x="64" y="49"/>
                </a:lnTo>
                <a:lnTo>
                  <a:pt x="64" y="50"/>
                </a:lnTo>
                <a:lnTo>
                  <a:pt x="65" y="50"/>
                </a:lnTo>
                <a:lnTo>
                  <a:pt x="65" y="49"/>
                </a:lnTo>
                <a:lnTo>
                  <a:pt x="67" y="49"/>
                </a:lnTo>
                <a:lnTo>
                  <a:pt x="68" y="50"/>
                </a:lnTo>
                <a:lnTo>
                  <a:pt x="68" y="51"/>
                </a:lnTo>
                <a:lnTo>
                  <a:pt x="68" y="52"/>
                </a:lnTo>
                <a:lnTo>
                  <a:pt x="68" y="53"/>
                </a:lnTo>
                <a:lnTo>
                  <a:pt x="69" y="53"/>
                </a:lnTo>
                <a:lnTo>
                  <a:pt x="69" y="54"/>
                </a:lnTo>
                <a:lnTo>
                  <a:pt x="69" y="55"/>
                </a:lnTo>
                <a:lnTo>
                  <a:pt x="70" y="56"/>
                </a:lnTo>
                <a:lnTo>
                  <a:pt x="70" y="57"/>
                </a:lnTo>
                <a:lnTo>
                  <a:pt x="71" y="57"/>
                </a:lnTo>
                <a:lnTo>
                  <a:pt x="71" y="58"/>
                </a:lnTo>
                <a:lnTo>
                  <a:pt x="71" y="59"/>
                </a:lnTo>
                <a:lnTo>
                  <a:pt x="70" y="59"/>
                </a:lnTo>
                <a:lnTo>
                  <a:pt x="70" y="60"/>
                </a:lnTo>
                <a:lnTo>
                  <a:pt x="70" y="62"/>
                </a:lnTo>
                <a:lnTo>
                  <a:pt x="70" y="63"/>
                </a:lnTo>
                <a:lnTo>
                  <a:pt x="70" y="64"/>
                </a:lnTo>
                <a:lnTo>
                  <a:pt x="71" y="64"/>
                </a:lnTo>
                <a:lnTo>
                  <a:pt x="71" y="65"/>
                </a:lnTo>
                <a:lnTo>
                  <a:pt x="71" y="66"/>
                </a:lnTo>
                <a:lnTo>
                  <a:pt x="72" y="67"/>
                </a:lnTo>
                <a:lnTo>
                  <a:pt x="72" y="68"/>
                </a:lnTo>
                <a:lnTo>
                  <a:pt x="72" y="69"/>
                </a:lnTo>
                <a:lnTo>
                  <a:pt x="72" y="70"/>
                </a:lnTo>
                <a:lnTo>
                  <a:pt x="72" y="71"/>
                </a:lnTo>
                <a:lnTo>
                  <a:pt x="73" y="71"/>
                </a:lnTo>
                <a:lnTo>
                  <a:pt x="74" y="71"/>
                </a:lnTo>
                <a:lnTo>
                  <a:pt x="75" y="71"/>
                </a:lnTo>
                <a:lnTo>
                  <a:pt x="76" y="71"/>
                </a:lnTo>
                <a:lnTo>
                  <a:pt x="76" y="70"/>
                </a:lnTo>
                <a:lnTo>
                  <a:pt x="77" y="69"/>
                </a:lnTo>
                <a:lnTo>
                  <a:pt x="78" y="69"/>
                </a:lnTo>
                <a:lnTo>
                  <a:pt x="78" y="68"/>
                </a:lnTo>
                <a:lnTo>
                  <a:pt x="79" y="68"/>
                </a:lnTo>
                <a:lnTo>
                  <a:pt x="79" y="69"/>
                </a:lnTo>
                <a:lnTo>
                  <a:pt x="79" y="70"/>
                </a:lnTo>
                <a:lnTo>
                  <a:pt x="79" y="69"/>
                </a:lnTo>
                <a:lnTo>
                  <a:pt x="80" y="69"/>
                </a:lnTo>
                <a:lnTo>
                  <a:pt x="81" y="69"/>
                </a:lnTo>
                <a:lnTo>
                  <a:pt x="81" y="68"/>
                </a:lnTo>
                <a:lnTo>
                  <a:pt x="81" y="67"/>
                </a:lnTo>
                <a:lnTo>
                  <a:pt x="81" y="66"/>
                </a:lnTo>
                <a:lnTo>
                  <a:pt x="81" y="65"/>
                </a:lnTo>
                <a:lnTo>
                  <a:pt x="81" y="64"/>
                </a:lnTo>
                <a:lnTo>
                  <a:pt x="82" y="64"/>
                </a:lnTo>
                <a:lnTo>
                  <a:pt x="82" y="63"/>
                </a:lnTo>
                <a:lnTo>
                  <a:pt x="82" y="62"/>
                </a:lnTo>
                <a:lnTo>
                  <a:pt x="82" y="61"/>
                </a:lnTo>
                <a:lnTo>
                  <a:pt x="81" y="61"/>
                </a:lnTo>
                <a:lnTo>
                  <a:pt x="81" y="60"/>
                </a:lnTo>
                <a:lnTo>
                  <a:pt x="82" y="60"/>
                </a:lnTo>
                <a:lnTo>
                  <a:pt x="83" y="60"/>
                </a:lnTo>
                <a:lnTo>
                  <a:pt x="84" y="60"/>
                </a:lnTo>
                <a:lnTo>
                  <a:pt x="85" y="59"/>
                </a:lnTo>
                <a:lnTo>
                  <a:pt x="84" y="59"/>
                </a:lnTo>
                <a:lnTo>
                  <a:pt x="84" y="58"/>
                </a:lnTo>
                <a:lnTo>
                  <a:pt x="83" y="58"/>
                </a:lnTo>
                <a:lnTo>
                  <a:pt x="82" y="58"/>
                </a:lnTo>
                <a:lnTo>
                  <a:pt x="83" y="57"/>
                </a:lnTo>
                <a:lnTo>
                  <a:pt x="84" y="57"/>
                </a:lnTo>
                <a:lnTo>
                  <a:pt x="84" y="56"/>
                </a:lnTo>
                <a:lnTo>
                  <a:pt x="85" y="56"/>
                </a:lnTo>
                <a:lnTo>
                  <a:pt x="85" y="57"/>
                </a:lnTo>
                <a:lnTo>
                  <a:pt x="85" y="58"/>
                </a:lnTo>
                <a:lnTo>
                  <a:pt x="86" y="58"/>
                </a:lnTo>
                <a:lnTo>
                  <a:pt x="87" y="57"/>
                </a:lnTo>
                <a:lnTo>
                  <a:pt x="87" y="58"/>
                </a:lnTo>
                <a:lnTo>
                  <a:pt x="87" y="57"/>
                </a:lnTo>
                <a:lnTo>
                  <a:pt x="86" y="57"/>
                </a:lnTo>
                <a:lnTo>
                  <a:pt x="86" y="56"/>
                </a:lnTo>
                <a:lnTo>
                  <a:pt x="87" y="56"/>
                </a:lnTo>
                <a:lnTo>
                  <a:pt x="88" y="56"/>
                </a:lnTo>
                <a:lnTo>
                  <a:pt x="88" y="55"/>
                </a:lnTo>
                <a:lnTo>
                  <a:pt x="89" y="55"/>
                </a:lnTo>
                <a:lnTo>
                  <a:pt x="90" y="56"/>
                </a:lnTo>
                <a:lnTo>
                  <a:pt x="91" y="55"/>
                </a:lnTo>
                <a:lnTo>
                  <a:pt x="92" y="56"/>
                </a:lnTo>
                <a:lnTo>
                  <a:pt x="93" y="56"/>
                </a:lnTo>
                <a:lnTo>
                  <a:pt x="94" y="57"/>
                </a:lnTo>
                <a:lnTo>
                  <a:pt x="94" y="58"/>
                </a:lnTo>
                <a:lnTo>
                  <a:pt x="94" y="59"/>
                </a:lnTo>
                <a:lnTo>
                  <a:pt x="94" y="60"/>
                </a:lnTo>
                <a:lnTo>
                  <a:pt x="95" y="60"/>
                </a:lnTo>
                <a:lnTo>
                  <a:pt x="96" y="60"/>
                </a:lnTo>
                <a:lnTo>
                  <a:pt x="96" y="61"/>
                </a:lnTo>
                <a:lnTo>
                  <a:pt x="96" y="62"/>
                </a:lnTo>
                <a:lnTo>
                  <a:pt x="97" y="61"/>
                </a:lnTo>
                <a:lnTo>
                  <a:pt x="97" y="62"/>
                </a:lnTo>
                <a:lnTo>
                  <a:pt x="99" y="63"/>
                </a:lnTo>
                <a:lnTo>
                  <a:pt x="99" y="64"/>
                </a:lnTo>
                <a:lnTo>
                  <a:pt x="99" y="65"/>
                </a:lnTo>
                <a:lnTo>
                  <a:pt x="100" y="65"/>
                </a:lnTo>
                <a:lnTo>
                  <a:pt x="101" y="65"/>
                </a:lnTo>
                <a:lnTo>
                  <a:pt x="101" y="66"/>
                </a:lnTo>
                <a:lnTo>
                  <a:pt x="101" y="67"/>
                </a:lnTo>
                <a:lnTo>
                  <a:pt x="102" y="67"/>
                </a:lnTo>
                <a:lnTo>
                  <a:pt x="103" y="67"/>
                </a:lnTo>
                <a:lnTo>
                  <a:pt x="104" y="67"/>
                </a:lnTo>
                <a:lnTo>
                  <a:pt x="105" y="67"/>
                </a:lnTo>
                <a:lnTo>
                  <a:pt x="106" y="67"/>
                </a:lnTo>
                <a:lnTo>
                  <a:pt x="107" y="67"/>
                </a:lnTo>
                <a:lnTo>
                  <a:pt x="106" y="67"/>
                </a:lnTo>
                <a:lnTo>
                  <a:pt x="106" y="66"/>
                </a:lnTo>
                <a:lnTo>
                  <a:pt x="107" y="66"/>
                </a:lnTo>
                <a:lnTo>
                  <a:pt x="108" y="67"/>
                </a:lnTo>
                <a:lnTo>
                  <a:pt x="109" y="68"/>
                </a:lnTo>
                <a:lnTo>
                  <a:pt x="111" y="68"/>
                </a:lnTo>
                <a:lnTo>
                  <a:pt x="111" y="67"/>
                </a:lnTo>
                <a:lnTo>
                  <a:pt x="112" y="66"/>
                </a:lnTo>
                <a:lnTo>
                  <a:pt x="113" y="65"/>
                </a:lnTo>
                <a:lnTo>
                  <a:pt x="114" y="65"/>
                </a:lnTo>
                <a:lnTo>
                  <a:pt x="115" y="64"/>
                </a:lnTo>
                <a:lnTo>
                  <a:pt x="116" y="64"/>
                </a:lnTo>
                <a:lnTo>
                  <a:pt x="117" y="64"/>
                </a:lnTo>
                <a:lnTo>
                  <a:pt x="117" y="63"/>
                </a:lnTo>
                <a:lnTo>
                  <a:pt x="118" y="62"/>
                </a:lnTo>
                <a:lnTo>
                  <a:pt x="119" y="61"/>
                </a:lnTo>
                <a:lnTo>
                  <a:pt x="119" y="60"/>
                </a:lnTo>
                <a:lnTo>
                  <a:pt x="119" y="59"/>
                </a:lnTo>
                <a:lnTo>
                  <a:pt x="120" y="59"/>
                </a:lnTo>
                <a:lnTo>
                  <a:pt x="121" y="59"/>
                </a:lnTo>
                <a:lnTo>
                  <a:pt x="122" y="60"/>
                </a:lnTo>
                <a:lnTo>
                  <a:pt x="125" y="60"/>
                </a:lnTo>
                <a:lnTo>
                  <a:pt x="127" y="61"/>
                </a:lnTo>
                <a:lnTo>
                  <a:pt x="128" y="62"/>
                </a:lnTo>
                <a:lnTo>
                  <a:pt x="129" y="62"/>
                </a:lnTo>
                <a:lnTo>
                  <a:pt x="129" y="61"/>
                </a:lnTo>
                <a:lnTo>
                  <a:pt x="129" y="60"/>
                </a:lnTo>
                <a:lnTo>
                  <a:pt x="129" y="59"/>
                </a:lnTo>
                <a:lnTo>
                  <a:pt x="129" y="58"/>
                </a:lnTo>
                <a:lnTo>
                  <a:pt x="129" y="57"/>
                </a:lnTo>
                <a:lnTo>
                  <a:pt x="129" y="56"/>
                </a:lnTo>
                <a:lnTo>
                  <a:pt x="129" y="55"/>
                </a:lnTo>
                <a:lnTo>
                  <a:pt x="129" y="54"/>
                </a:lnTo>
                <a:lnTo>
                  <a:pt x="129" y="52"/>
                </a:lnTo>
                <a:lnTo>
                  <a:pt x="129" y="51"/>
                </a:lnTo>
                <a:lnTo>
                  <a:pt x="129" y="50"/>
                </a:lnTo>
                <a:lnTo>
                  <a:pt x="129" y="49"/>
                </a:lnTo>
                <a:lnTo>
                  <a:pt x="129" y="48"/>
                </a:lnTo>
                <a:lnTo>
                  <a:pt x="130" y="49"/>
                </a:lnTo>
                <a:lnTo>
                  <a:pt x="131" y="49"/>
                </a:lnTo>
                <a:lnTo>
                  <a:pt x="131" y="48"/>
                </a:lnTo>
                <a:lnTo>
                  <a:pt x="132" y="48"/>
                </a:lnTo>
                <a:lnTo>
                  <a:pt x="133" y="48"/>
                </a:lnTo>
                <a:lnTo>
                  <a:pt x="134" y="48"/>
                </a:lnTo>
                <a:lnTo>
                  <a:pt x="134" y="49"/>
                </a:lnTo>
                <a:lnTo>
                  <a:pt x="135" y="49"/>
                </a:lnTo>
                <a:lnTo>
                  <a:pt x="135" y="48"/>
                </a:lnTo>
                <a:lnTo>
                  <a:pt x="136" y="48"/>
                </a:lnTo>
                <a:lnTo>
                  <a:pt x="137" y="48"/>
                </a:lnTo>
                <a:lnTo>
                  <a:pt x="137" y="49"/>
                </a:lnTo>
                <a:lnTo>
                  <a:pt x="138" y="49"/>
                </a:lnTo>
                <a:lnTo>
                  <a:pt x="139" y="49"/>
                </a:lnTo>
                <a:lnTo>
                  <a:pt x="139" y="48"/>
                </a:lnTo>
                <a:lnTo>
                  <a:pt x="139" y="47"/>
                </a:lnTo>
                <a:lnTo>
                  <a:pt x="139" y="46"/>
                </a:lnTo>
                <a:lnTo>
                  <a:pt x="140" y="46"/>
                </a:lnTo>
                <a:lnTo>
                  <a:pt x="141" y="47"/>
                </a:lnTo>
                <a:lnTo>
                  <a:pt x="141" y="48"/>
                </a:lnTo>
                <a:lnTo>
                  <a:pt x="142" y="47"/>
                </a:lnTo>
                <a:lnTo>
                  <a:pt x="143" y="46"/>
                </a:lnTo>
                <a:lnTo>
                  <a:pt x="144" y="45"/>
                </a:lnTo>
                <a:lnTo>
                  <a:pt x="144" y="46"/>
                </a:lnTo>
                <a:lnTo>
                  <a:pt x="146" y="46"/>
                </a:lnTo>
                <a:lnTo>
                  <a:pt x="147" y="47"/>
                </a:lnTo>
                <a:lnTo>
                  <a:pt x="148" y="48"/>
                </a:lnTo>
                <a:lnTo>
                  <a:pt x="149" y="49"/>
                </a:lnTo>
                <a:lnTo>
                  <a:pt x="149" y="48"/>
                </a:lnTo>
                <a:lnTo>
                  <a:pt x="150" y="48"/>
                </a:lnTo>
                <a:lnTo>
                  <a:pt x="151" y="48"/>
                </a:lnTo>
                <a:lnTo>
                  <a:pt x="152" y="48"/>
                </a:lnTo>
                <a:lnTo>
                  <a:pt x="153" y="48"/>
                </a:lnTo>
                <a:lnTo>
                  <a:pt x="154" y="48"/>
                </a:lnTo>
                <a:lnTo>
                  <a:pt x="155" y="48"/>
                </a:lnTo>
                <a:lnTo>
                  <a:pt x="156" y="48"/>
                </a:lnTo>
                <a:lnTo>
                  <a:pt x="157" y="48"/>
                </a:lnTo>
                <a:lnTo>
                  <a:pt x="157" y="49"/>
                </a:lnTo>
                <a:lnTo>
                  <a:pt x="156" y="50"/>
                </a:lnTo>
                <a:lnTo>
                  <a:pt x="157" y="51"/>
                </a:lnTo>
                <a:lnTo>
                  <a:pt x="158" y="52"/>
                </a:lnTo>
                <a:lnTo>
                  <a:pt x="157" y="54"/>
                </a:lnTo>
                <a:lnTo>
                  <a:pt x="156" y="55"/>
                </a:lnTo>
                <a:lnTo>
                  <a:pt x="155" y="55"/>
                </a:lnTo>
                <a:lnTo>
                  <a:pt x="155" y="56"/>
                </a:lnTo>
                <a:lnTo>
                  <a:pt x="154" y="57"/>
                </a:lnTo>
                <a:lnTo>
                  <a:pt x="156" y="57"/>
                </a:lnTo>
                <a:lnTo>
                  <a:pt x="157" y="57"/>
                </a:lnTo>
                <a:lnTo>
                  <a:pt x="158" y="58"/>
                </a:lnTo>
                <a:lnTo>
                  <a:pt x="159" y="58"/>
                </a:lnTo>
                <a:lnTo>
                  <a:pt x="160" y="58"/>
                </a:lnTo>
                <a:lnTo>
                  <a:pt x="160" y="59"/>
                </a:lnTo>
                <a:lnTo>
                  <a:pt x="161" y="59"/>
                </a:lnTo>
                <a:lnTo>
                  <a:pt x="162" y="59"/>
                </a:lnTo>
                <a:lnTo>
                  <a:pt x="162" y="58"/>
                </a:lnTo>
                <a:lnTo>
                  <a:pt x="163" y="59"/>
                </a:lnTo>
                <a:lnTo>
                  <a:pt x="165" y="59"/>
                </a:lnTo>
                <a:lnTo>
                  <a:pt x="164" y="60"/>
                </a:lnTo>
                <a:lnTo>
                  <a:pt x="163" y="60"/>
                </a:lnTo>
                <a:lnTo>
                  <a:pt x="163" y="61"/>
                </a:lnTo>
                <a:lnTo>
                  <a:pt x="162" y="62"/>
                </a:lnTo>
                <a:lnTo>
                  <a:pt x="163" y="62"/>
                </a:lnTo>
                <a:lnTo>
                  <a:pt x="162" y="63"/>
                </a:lnTo>
                <a:lnTo>
                  <a:pt x="162" y="64"/>
                </a:lnTo>
                <a:lnTo>
                  <a:pt x="160" y="64"/>
                </a:lnTo>
                <a:lnTo>
                  <a:pt x="159" y="65"/>
                </a:lnTo>
                <a:lnTo>
                  <a:pt x="159" y="66"/>
                </a:lnTo>
                <a:lnTo>
                  <a:pt x="160" y="66"/>
                </a:lnTo>
                <a:lnTo>
                  <a:pt x="161" y="66"/>
                </a:lnTo>
                <a:lnTo>
                  <a:pt x="161" y="67"/>
                </a:lnTo>
                <a:lnTo>
                  <a:pt x="162" y="67"/>
                </a:lnTo>
                <a:lnTo>
                  <a:pt x="163" y="68"/>
                </a:lnTo>
                <a:lnTo>
                  <a:pt x="164" y="69"/>
                </a:lnTo>
                <a:lnTo>
                  <a:pt x="164" y="71"/>
                </a:lnTo>
                <a:lnTo>
                  <a:pt x="163" y="72"/>
                </a:lnTo>
                <a:lnTo>
                  <a:pt x="163" y="73"/>
                </a:lnTo>
                <a:lnTo>
                  <a:pt x="163" y="74"/>
                </a:lnTo>
                <a:lnTo>
                  <a:pt x="163" y="75"/>
                </a:lnTo>
                <a:lnTo>
                  <a:pt x="163" y="76"/>
                </a:lnTo>
                <a:lnTo>
                  <a:pt x="164" y="76"/>
                </a:lnTo>
                <a:lnTo>
                  <a:pt x="164" y="75"/>
                </a:lnTo>
                <a:lnTo>
                  <a:pt x="165" y="76"/>
                </a:lnTo>
                <a:lnTo>
                  <a:pt x="166" y="76"/>
                </a:lnTo>
                <a:lnTo>
                  <a:pt x="167" y="76"/>
                </a:lnTo>
                <a:lnTo>
                  <a:pt x="167" y="75"/>
                </a:lnTo>
                <a:lnTo>
                  <a:pt x="167" y="74"/>
                </a:lnTo>
                <a:lnTo>
                  <a:pt x="167" y="73"/>
                </a:lnTo>
                <a:lnTo>
                  <a:pt x="168" y="74"/>
                </a:lnTo>
                <a:lnTo>
                  <a:pt x="169" y="74"/>
                </a:lnTo>
                <a:lnTo>
                  <a:pt x="169" y="73"/>
                </a:lnTo>
                <a:lnTo>
                  <a:pt x="170" y="73"/>
                </a:lnTo>
                <a:lnTo>
                  <a:pt x="171" y="73"/>
                </a:lnTo>
                <a:lnTo>
                  <a:pt x="172" y="74"/>
                </a:lnTo>
                <a:lnTo>
                  <a:pt x="173" y="73"/>
                </a:lnTo>
                <a:lnTo>
                  <a:pt x="174" y="73"/>
                </a:lnTo>
                <a:lnTo>
                  <a:pt x="174" y="72"/>
                </a:lnTo>
                <a:lnTo>
                  <a:pt x="176" y="72"/>
                </a:lnTo>
                <a:lnTo>
                  <a:pt x="177" y="72"/>
                </a:lnTo>
                <a:lnTo>
                  <a:pt x="179" y="72"/>
                </a:lnTo>
                <a:lnTo>
                  <a:pt x="180" y="72"/>
                </a:lnTo>
                <a:lnTo>
                  <a:pt x="181" y="72"/>
                </a:lnTo>
                <a:lnTo>
                  <a:pt x="181" y="73"/>
                </a:lnTo>
                <a:lnTo>
                  <a:pt x="182" y="72"/>
                </a:lnTo>
                <a:lnTo>
                  <a:pt x="182" y="71"/>
                </a:lnTo>
                <a:lnTo>
                  <a:pt x="183" y="71"/>
                </a:lnTo>
                <a:lnTo>
                  <a:pt x="184" y="71"/>
                </a:lnTo>
                <a:lnTo>
                  <a:pt x="185" y="70"/>
                </a:lnTo>
                <a:lnTo>
                  <a:pt x="185" y="69"/>
                </a:lnTo>
                <a:lnTo>
                  <a:pt x="185" y="67"/>
                </a:lnTo>
                <a:lnTo>
                  <a:pt x="185" y="66"/>
                </a:lnTo>
                <a:lnTo>
                  <a:pt x="187" y="63"/>
                </a:lnTo>
                <a:lnTo>
                  <a:pt x="187" y="62"/>
                </a:lnTo>
                <a:lnTo>
                  <a:pt x="187" y="61"/>
                </a:lnTo>
                <a:lnTo>
                  <a:pt x="186" y="58"/>
                </a:lnTo>
                <a:lnTo>
                  <a:pt x="186" y="57"/>
                </a:lnTo>
                <a:lnTo>
                  <a:pt x="186" y="56"/>
                </a:lnTo>
                <a:lnTo>
                  <a:pt x="186" y="55"/>
                </a:lnTo>
                <a:lnTo>
                  <a:pt x="186" y="54"/>
                </a:lnTo>
                <a:lnTo>
                  <a:pt x="185" y="54"/>
                </a:lnTo>
                <a:lnTo>
                  <a:pt x="185" y="53"/>
                </a:lnTo>
                <a:lnTo>
                  <a:pt x="186" y="53"/>
                </a:lnTo>
                <a:lnTo>
                  <a:pt x="186" y="52"/>
                </a:lnTo>
                <a:lnTo>
                  <a:pt x="187" y="51"/>
                </a:lnTo>
                <a:lnTo>
                  <a:pt x="188" y="52"/>
                </a:lnTo>
                <a:lnTo>
                  <a:pt x="190" y="51"/>
                </a:lnTo>
                <a:lnTo>
                  <a:pt x="190" y="50"/>
                </a:lnTo>
                <a:lnTo>
                  <a:pt x="190" y="49"/>
                </a:lnTo>
                <a:lnTo>
                  <a:pt x="189" y="49"/>
                </a:lnTo>
                <a:lnTo>
                  <a:pt x="189" y="48"/>
                </a:lnTo>
                <a:lnTo>
                  <a:pt x="189" y="47"/>
                </a:lnTo>
                <a:lnTo>
                  <a:pt x="190" y="46"/>
                </a:lnTo>
                <a:lnTo>
                  <a:pt x="191" y="47"/>
                </a:lnTo>
                <a:lnTo>
                  <a:pt x="192" y="47"/>
                </a:lnTo>
                <a:lnTo>
                  <a:pt x="193" y="47"/>
                </a:lnTo>
                <a:lnTo>
                  <a:pt x="193" y="46"/>
                </a:lnTo>
                <a:lnTo>
                  <a:pt x="193" y="45"/>
                </a:lnTo>
                <a:lnTo>
                  <a:pt x="193" y="44"/>
                </a:lnTo>
                <a:lnTo>
                  <a:pt x="194" y="45"/>
                </a:lnTo>
                <a:lnTo>
                  <a:pt x="195" y="45"/>
                </a:lnTo>
                <a:lnTo>
                  <a:pt x="196" y="44"/>
                </a:lnTo>
                <a:lnTo>
                  <a:pt x="195" y="44"/>
                </a:lnTo>
                <a:lnTo>
                  <a:pt x="195" y="43"/>
                </a:lnTo>
                <a:lnTo>
                  <a:pt x="195" y="42"/>
                </a:lnTo>
                <a:lnTo>
                  <a:pt x="197" y="41"/>
                </a:lnTo>
                <a:lnTo>
                  <a:pt x="197" y="42"/>
                </a:lnTo>
                <a:lnTo>
                  <a:pt x="198" y="42"/>
                </a:lnTo>
                <a:lnTo>
                  <a:pt x="199" y="42"/>
                </a:lnTo>
                <a:lnTo>
                  <a:pt x="201" y="42"/>
                </a:lnTo>
                <a:lnTo>
                  <a:pt x="201" y="41"/>
                </a:lnTo>
                <a:lnTo>
                  <a:pt x="202" y="42"/>
                </a:lnTo>
                <a:lnTo>
                  <a:pt x="202" y="43"/>
                </a:lnTo>
                <a:lnTo>
                  <a:pt x="202" y="44"/>
                </a:lnTo>
                <a:lnTo>
                  <a:pt x="202" y="45"/>
                </a:lnTo>
                <a:lnTo>
                  <a:pt x="202" y="44"/>
                </a:lnTo>
                <a:lnTo>
                  <a:pt x="203" y="44"/>
                </a:lnTo>
                <a:lnTo>
                  <a:pt x="204" y="44"/>
                </a:lnTo>
                <a:lnTo>
                  <a:pt x="205" y="45"/>
                </a:lnTo>
                <a:lnTo>
                  <a:pt x="205" y="44"/>
                </a:lnTo>
                <a:lnTo>
                  <a:pt x="206" y="44"/>
                </a:lnTo>
                <a:lnTo>
                  <a:pt x="208" y="44"/>
                </a:lnTo>
                <a:lnTo>
                  <a:pt x="209" y="45"/>
                </a:lnTo>
                <a:lnTo>
                  <a:pt x="209" y="46"/>
                </a:lnTo>
                <a:lnTo>
                  <a:pt x="210" y="45"/>
                </a:lnTo>
                <a:lnTo>
                  <a:pt x="211" y="45"/>
                </a:lnTo>
                <a:lnTo>
                  <a:pt x="211" y="44"/>
                </a:lnTo>
                <a:lnTo>
                  <a:pt x="212" y="44"/>
                </a:lnTo>
                <a:lnTo>
                  <a:pt x="213" y="44"/>
                </a:lnTo>
                <a:lnTo>
                  <a:pt x="214" y="44"/>
                </a:lnTo>
                <a:lnTo>
                  <a:pt x="215" y="44"/>
                </a:lnTo>
                <a:lnTo>
                  <a:pt x="215" y="43"/>
                </a:lnTo>
                <a:lnTo>
                  <a:pt x="216" y="43"/>
                </a:lnTo>
                <a:lnTo>
                  <a:pt x="217" y="42"/>
                </a:lnTo>
                <a:lnTo>
                  <a:pt x="217" y="41"/>
                </a:lnTo>
                <a:lnTo>
                  <a:pt x="217" y="40"/>
                </a:lnTo>
                <a:lnTo>
                  <a:pt x="216" y="39"/>
                </a:lnTo>
                <a:lnTo>
                  <a:pt x="214" y="40"/>
                </a:lnTo>
                <a:lnTo>
                  <a:pt x="214" y="39"/>
                </a:lnTo>
                <a:lnTo>
                  <a:pt x="213" y="39"/>
                </a:lnTo>
                <a:lnTo>
                  <a:pt x="212" y="39"/>
                </a:lnTo>
                <a:lnTo>
                  <a:pt x="211" y="38"/>
                </a:lnTo>
                <a:lnTo>
                  <a:pt x="212" y="37"/>
                </a:lnTo>
                <a:lnTo>
                  <a:pt x="213" y="36"/>
                </a:lnTo>
                <a:lnTo>
                  <a:pt x="214" y="36"/>
                </a:lnTo>
                <a:lnTo>
                  <a:pt x="214" y="35"/>
                </a:lnTo>
                <a:lnTo>
                  <a:pt x="213" y="35"/>
                </a:lnTo>
                <a:lnTo>
                  <a:pt x="213" y="34"/>
                </a:lnTo>
                <a:lnTo>
                  <a:pt x="214" y="34"/>
                </a:lnTo>
                <a:lnTo>
                  <a:pt x="215" y="34"/>
                </a:lnTo>
                <a:lnTo>
                  <a:pt x="216" y="34"/>
                </a:lnTo>
                <a:lnTo>
                  <a:pt x="217" y="34"/>
                </a:lnTo>
                <a:lnTo>
                  <a:pt x="217" y="33"/>
                </a:lnTo>
                <a:lnTo>
                  <a:pt x="218" y="31"/>
                </a:lnTo>
                <a:lnTo>
                  <a:pt x="219" y="30"/>
                </a:lnTo>
                <a:lnTo>
                  <a:pt x="218" y="30"/>
                </a:lnTo>
                <a:lnTo>
                  <a:pt x="217" y="30"/>
                </a:lnTo>
                <a:lnTo>
                  <a:pt x="216" y="29"/>
                </a:lnTo>
                <a:lnTo>
                  <a:pt x="216" y="28"/>
                </a:lnTo>
                <a:lnTo>
                  <a:pt x="217" y="29"/>
                </a:lnTo>
                <a:lnTo>
                  <a:pt x="218" y="29"/>
                </a:lnTo>
                <a:lnTo>
                  <a:pt x="218" y="28"/>
                </a:lnTo>
                <a:lnTo>
                  <a:pt x="218" y="27"/>
                </a:lnTo>
                <a:lnTo>
                  <a:pt x="219" y="28"/>
                </a:lnTo>
                <a:lnTo>
                  <a:pt x="219" y="29"/>
                </a:lnTo>
                <a:lnTo>
                  <a:pt x="220" y="28"/>
                </a:lnTo>
                <a:lnTo>
                  <a:pt x="220" y="26"/>
                </a:lnTo>
                <a:lnTo>
                  <a:pt x="220" y="25"/>
                </a:lnTo>
                <a:lnTo>
                  <a:pt x="221" y="24"/>
                </a:lnTo>
                <a:lnTo>
                  <a:pt x="221" y="23"/>
                </a:lnTo>
                <a:lnTo>
                  <a:pt x="222" y="22"/>
                </a:lnTo>
                <a:lnTo>
                  <a:pt x="223" y="21"/>
                </a:lnTo>
                <a:lnTo>
                  <a:pt x="224" y="20"/>
                </a:lnTo>
                <a:lnTo>
                  <a:pt x="225" y="20"/>
                </a:lnTo>
                <a:lnTo>
                  <a:pt x="225" y="19"/>
                </a:lnTo>
                <a:lnTo>
                  <a:pt x="225" y="18"/>
                </a:lnTo>
                <a:lnTo>
                  <a:pt x="225" y="17"/>
                </a:lnTo>
                <a:lnTo>
                  <a:pt x="225" y="16"/>
                </a:lnTo>
                <a:lnTo>
                  <a:pt x="225" y="14"/>
                </a:lnTo>
                <a:lnTo>
                  <a:pt x="226" y="14"/>
                </a:lnTo>
                <a:lnTo>
                  <a:pt x="226" y="13"/>
                </a:lnTo>
                <a:lnTo>
                  <a:pt x="226" y="12"/>
                </a:lnTo>
                <a:lnTo>
                  <a:pt x="225" y="11"/>
                </a:lnTo>
                <a:lnTo>
                  <a:pt x="225" y="10"/>
                </a:lnTo>
                <a:lnTo>
                  <a:pt x="226" y="9"/>
                </a:lnTo>
                <a:lnTo>
                  <a:pt x="227" y="9"/>
                </a:lnTo>
                <a:lnTo>
                  <a:pt x="228" y="9"/>
                </a:lnTo>
                <a:lnTo>
                  <a:pt x="229" y="8"/>
                </a:lnTo>
                <a:lnTo>
                  <a:pt x="231" y="7"/>
                </a:lnTo>
                <a:lnTo>
                  <a:pt x="232" y="8"/>
                </a:lnTo>
                <a:lnTo>
                  <a:pt x="234" y="8"/>
                </a:lnTo>
                <a:lnTo>
                  <a:pt x="236" y="8"/>
                </a:lnTo>
                <a:lnTo>
                  <a:pt x="237" y="8"/>
                </a:lnTo>
                <a:lnTo>
                  <a:pt x="238" y="7"/>
                </a:lnTo>
                <a:lnTo>
                  <a:pt x="239" y="7"/>
                </a:lnTo>
                <a:lnTo>
                  <a:pt x="240" y="7"/>
                </a:lnTo>
                <a:lnTo>
                  <a:pt x="241" y="7"/>
                </a:lnTo>
                <a:lnTo>
                  <a:pt x="241" y="8"/>
                </a:lnTo>
                <a:lnTo>
                  <a:pt x="242" y="8"/>
                </a:lnTo>
                <a:lnTo>
                  <a:pt x="243" y="7"/>
                </a:lnTo>
                <a:lnTo>
                  <a:pt x="244" y="7"/>
                </a:lnTo>
                <a:lnTo>
                  <a:pt x="246" y="7"/>
                </a:lnTo>
                <a:lnTo>
                  <a:pt x="247" y="7"/>
                </a:lnTo>
                <a:lnTo>
                  <a:pt x="248" y="8"/>
                </a:lnTo>
                <a:lnTo>
                  <a:pt x="249" y="7"/>
                </a:lnTo>
                <a:lnTo>
                  <a:pt x="249" y="6"/>
                </a:lnTo>
                <a:lnTo>
                  <a:pt x="248" y="6"/>
                </a:lnTo>
                <a:lnTo>
                  <a:pt x="248" y="5"/>
                </a:lnTo>
                <a:lnTo>
                  <a:pt x="249" y="5"/>
                </a:lnTo>
                <a:lnTo>
                  <a:pt x="250" y="4"/>
                </a:lnTo>
                <a:lnTo>
                  <a:pt x="250" y="3"/>
                </a:lnTo>
                <a:lnTo>
                  <a:pt x="249" y="3"/>
                </a:lnTo>
                <a:lnTo>
                  <a:pt x="250" y="3"/>
                </a:lnTo>
                <a:lnTo>
                  <a:pt x="251" y="2"/>
                </a:lnTo>
                <a:lnTo>
                  <a:pt x="252" y="2"/>
                </a:lnTo>
                <a:lnTo>
                  <a:pt x="253" y="2"/>
                </a:lnTo>
                <a:lnTo>
                  <a:pt x="254" y="1"/>
                </a:lnTo>
                <a:lnTo>
                  <a:pt x="256" y="1"/>
                </a:lnTo>
                <a:lnTo>
                  <a:pt x="256" y="2"/>
                </a:lnTo>
                <a:lnTo>
                  <a:pt x="257" y="2"/>
                </a:lnTo>
                <a:lnTo>
                  <a:pt x="258" y="1"/>
                </a:lnTo>
                <a:lnTo>
                  <a:pt x="259" y="0"/>
                </a:lnTo>
                <a:lnTo>
                  <a:pt x="26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0" name=""/>
          <p:cNvSpPr/>
          <p:nvPr/>
        </p:nvSpPr>
        <p:spPr>
          <a:xfrm>
            <a:off x="2262240" y="3854880"/>
            <a:ext cx="4680" cy="1440"/>
          </a:xfrm>
          <a:custGeom>
            <a:avLst/>
            <a:gdLst/>
            <a:ahLst/>
            <a:rect l="0" t="0" r="r" b="b"/>
            <a:pathLst>
              <a:path w="13" h="4">
                <a:moveTo>
                  <a:pt x="8" y="2"/>
                </a:move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3" y="3"/>
                </a:lnTo>
                <a:lnTo>
                  <a:pt x="11" y="3"/>
                </a:lnTo>
                <a:lnTo>
                  <a:pt x="10" y="4"/>
                </a:lnTo>
                <a:lnTo>
                  <a:pt x="9" y="3"/>
                </a:lnTo>
                <a:lnTo>
                  <a:pt x="8" y="3"/>
                </a:lnTo>
                <a:lnTo>
                  <a:pt x="8" y="2"/>
                </a:lnTo>
                <a:lnTo>
                  <a:pt x="7" y="2"/>
                </a:lnTo>
                <a:lnTo>
                  <a:pt x="7" y="0"/>
                </a:lnTo>
                <a:lnTo>
                  <a:pt x="6" y="0"/>
                </a:lnTo>
                <a:lnTo>
                  <a:pt x="6" y="2"/>
                </a:lnTo>
                <a:lnTo>
                  <a:pt x="3" y="3"/>
                </a:lnTo>
                <a:lnTo>
                  <a:pt x="2" y="2"/>
                </a:lnTo>
                <a:lnTo>
                  <a:pt x="0" y="2"/>
                </a:lnTo>
                <a:lnTo>
                  <a:pt x="6" y="2"/>
                </a:lnTo>
                <a:lnTo>
                  <a:pt x="7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8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1" name=""/>
          <p:cNvSpPr/>
          <p:nvPr/>
        </p:nvSpPr>
        <p:spPr>
          <a:xfrm>
            <a:off x="2297520" y="413496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3"/>
                </a:move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2" name=""/>
          <p:cNvSpPr/>
          <p:nvPr/>
        </p:nvSpPr>
        <p:spPr>
          <a:xfrm>
            <a:off x="2298960" y="413424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4" y="4"/>
                </a:moveTo>
                <a:lnTo>
                  <a:pt x="4" y="5"/>
                </a:lnTo>
                <a:lnTo>
                  <a:pt x="2" y="5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2" y="3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3" name=""/>
          <p:cNvSpPr/>
          <p:nvPr/>
        </p:nvSpPr>
        <p:spPr>
          <a:xfrm>
            <a:off x="2300400" y="4132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4" name=""/>
          <p:cNvSpPr/>
          <p:nvPr/>
        </p:nvSpPr>
        <p:spPr>
          <a:xfrm>
            <a:off x="2301120" y="41281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5" name=""/>
          <p:cNvSpPr/>
          <p:nvPr/>
        </p:nvSpPr>
        <p:spPr>
          <a:xfrm>
            <a:off x="2317320" y="4124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6" name=""/>
          <p:cNvSpPr/>
          <p:nvPr/>
        </p:nvSpPr>
        <p:spPr>
          <a:xfrm>
            <a:off x="2316240" y="412308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2" y="1"/>
                </a:moveTo>
                <a:lnTo>
                  <a:pt x="3" y="1"/>
                </a:lnTo>
                <a:lnTo>
                  <a:pt x="5" y="2"/>
                </a:lnTo>
                <a:lnTo>
                  <a:pt x="6" y="4"/>
                </a:lnTo>
                <a:lnTo>
                  <a:pt x="6" y="5"/>
                </a:lnTo>
                <a:lnTo>
                  <a:pt x="7" y="5"/>
                </a:lnTo>
                <a:lnTo>
                  <a:pt x="6" y="5"/>
                </a:lnTo>
                <a:lnTo>
                  <a:pt x="5" y="4"/>
                </a:lnTo>
                <a:lnTo>
                  <a:pt x="5" y="5"/>
                </a:lnTo>
                <a:lnTo>
                  <a:pt x="2" y="4"/>
                </a:lnTo>
                <a:lnTo>
                  <a:pt x="2" y="5"/>
                </a:lnTo>
                <a:lnTo>
                  <a:pt x="1" y="4"/>
                </a:lnTo>
                <a:lnTo>
                  <a:pt x="0" y="4"/>
                </a:ln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1" y="1"/>
                </a:lnTo>
                <a:lnTo>
                  <a:pt x="2" y="1"/>
                </a:lnTo>
                <a:lnTo>
                  <a:pt x="2" y="2"/>
                </a:lnTo>
                <a:lnTo>
                  <a:pt x="3" y="2"/>
                </a:lnTo>
                <a:lnTo>
                  <a:pt x="2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7" name=""/>
          <p:cNvSpPr/>
          <p:nvPr/>
        </p:nvSpPr>
        <p:spPr>
          <a:xfrm>
            <a:off x="2318400" y="4123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8" name=""/>
          <p:cNvSpPr/>
          <p:nvPr/>
        </p:nvSpPr>
        <p:spPr>
          <a:xfrm>
            <a:off x="2318760" y="4123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9" name=""/>
          <p:cNvSpPr/>
          <p:nvPr/>
        </p:nvSpPr>
        <p:spPr>
          <a:xfrm>
            <a:off x="2317680" y="4122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0" name=""/>
          <p:cNvSpPr/>
          <p:nvPr/>
        </p:nvSpPr>
        <p:spPr>
          <a:xfrm>
            <a:off x="2322000" y="4118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1" name=""/>
          <p:cNvSpPr/>
          <p:nvPr/>
        </p:nvSpPr>
        <p:spPr>
          <a:xfrm>
            <a:off x="2321280" y="41180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2" name=""/>
          <p:cNvSpPr/>
          <p:nvPr/>
        </p:nvSpPr>
        <p:spPr>
          <a:xfrm>
            <a:off x="2320920" y="41176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1" y="0"/>
                </a:moveTo>
                <a:lnTo>
                  <a:pt x="3" y="0"/>
                </a:lnTo>
                <a:lnTo>
                  <a:pt x="4" y="0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3" name=""/>
          <p:cNvSpPr/>
          <p:nvPr/>
        </p:nvSpPr>
        <p:spPr>
          <a:xfrm>
            <a:off x="2320200" y="4117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4" name=""/>
          <p:cNvSpPr/>
          <p:nvPr/>
        </p:nvSpPr>
        <p:spPr>
          <a:xfrm>
            <a:off x="2309040" y="41169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5" name=""/>
          <p:cNvSpPr/>
          <p:nvPr/>
        </p:nvSpPr>
        <p:spPr>
          <a:xfrm>
            <a:off x="2313720" y="411624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5"/>
                </a:move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6" name=""/>
          <p:cNvSpPr/>
          <p:nvPr/>
        </p:nvSpPr>
        <p:spPr>
          <a:xfrm>
            <a:off x="2309400" y="41158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7" name=""/>
          <p:cNvSpPr/>
          <p:nvPr/>
        </p:nvSpPr>
        <p:spPr>
          <a:xfrm>
            <a:off x="2308680" y="41155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8" name=""/>
          <p:cNvSpPr/>
          <p:nvPr/>
        </p:nvSpPr>
        <p:spPr>
          <a:xfrm>
            <a:off x="2311560" y="4115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9" name=""/>
          <p:cNvSpPr/>
          <p:nvPr/>
        </p:nvSpPr>
        <p:spPr>
          <a:xfrm>
            <a:off x="2311200" y="4114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0" name=""/>
          <p:cNvSpPr/>
          <p:nvPr/>
        </p:nvSpPr>
        <p:spPr>
          <a:xfrm>
            <a:off x="2319480" y="4113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1" name=""/>
          <p:cNvSpPr/>
          <p:nvPr/>
        </p:nvSpPr>
        <p:spPr>
          <a:xfrm>
            <a:off x="2319120" y="41130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2" name=""/>
          <p:cNvSpPr/>
          <p:nvPr/>
        </p:nvSpPr>
        <p:spPr>
          <a:xfrm>
            <a:off x="2319120" y="4112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3" name=""/>
          <p:cNvSpPr/>
          <p:nvPr/>
        </p:nvSpPr>
        <p:spPr>
          <a:xfrm>
            <a:off x="2317320" y="41119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4" name=""/>
          <p:cNvSpPr/>
          <p:nvPr/>
        </p:nvSpPr>
        <p:spPr>
          <a:xfrm>
            <a:off x="2319120" y="41108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4"/>
                </a:move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5" name=""/>
          <p:cNvSpPr/>
          <p:nvPr/>
        </p:nvSpPr>
        <p:spPr>
          <a:xfrm>
            <a:off x="2321640" y="41108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6" name=""/>
          <p:cNvSpPr/>
          <p:nvPr/>
        </p:nvSpPr>
        <p:spPr>
          <a:xfrm>
            <a:off x="2317680" y="4109400"/>
            <a:ext cx="3960" cy="2160"/>
          </a:xfrm>
          <a:custGeom>
            <a:avLst/>
            <a:gdLst/>
            <a:ahLst/>
            <a:rect l="0" t="0" r="r" b="b"/>
            <a:pathLst>
              <a:path w="11" h="6">
                <a:moveTo>
                  <a:pt x="10" y="1"/>
                </a:moveTo>
                <a:lnTo>
                  <a:pt x="10" y="2"/>
                </a:lnTo>
                <a:lnTo>
                  <a:pt x="9" y="1"/>
                </a:lnTo>
                <a:lnTo>
                  <a:pt x="8" y="2"/>
                </a:lnTo>
                <a:lnTo>
                  <a:pt x="9" y="2"/>
                </a:lnTo>
                <a:lnTo>
                  <a:pt x="9" y="4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8" y="5"/>
                </a:lnTo>
                <a:lnTo>
                  <a:pt x="7" y="5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4" y="5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3" y="4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6" y="0"/>
                </a:lnTo>
                <a:lnTo>
                  <a:pt x="7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1"/>
                </a:lnTo>
                <a:lnTo>
                  <a:pt x="1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7" name=""/>
          <p:cNvSpPr/>
          <p:nvPr/>
        </p:nvSpPr>
        <p:spPr>
          <a:xfrm>
            <a:off x="2315520" y="4108680"/>
            <a:ext cx="2520" cy="2160"/>
          </a:xfrm>
          <a:custGeom>
            <a:avLst/>
            <a:gdLst/>
            <a:ahLst/>
            <a:rect l="0" t="0" r="r" b="b"/>
            <a:pathLst>
              <a:path w="7" h="6">
                <a:moveTo>
                  <a:pt x="4" y="2"/>
                </a:moveTo>
                <a:lnTo>
                  <a:pt x="4" y="3"/>
                </a:lnTo>
                <a:lnTo>
                  <a:pt x="5" y="3"/>
                </a:lnTo>
                <a:lnTo>
                  <a:pt x="6" y="2"/>
                </a:lnTo>
                <a:lnTo>
                  <a:pt x="7" y="2"/>
                </a:lnTo>
                <a:lnTo>
                  <a:pt x="6" y="3"/>
                </a:lnTo>
                <a:lnTo>
                  <a:pt x="6" y="4"/>
                </a:lnTo>
                <a:lnTo>
                  <a:pt x="5" y="4"/>
                </a:lnTo>
                <a:lnTo>
                  <a:pt x="5" y="6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8" name=""/>
          <p:cNvSpPr/>
          <p:nvPr/>
        </p:nvSpPr>
        <p:spPr>
          <a:xfrm>
            <a:off x="2319480" y="41090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1" y="0"/>
                </a:move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9" name=""/>
          <p:cNvSpPr/>
          <p:nvPr/>
        </p:nvSpPr>
        <p:spPr>
          <a:xfrm>
            <a:off x="2318040" y="410760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5" y="3"/>
                </a:moveTo>
                <a:lnTo>
                  <a:pt x="1" y="5"/>
                </a:lnTo>
                <a:lnTo>
                  <a:pt x="0" y="5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5" y="2"/>
                </a:lnTo>
                <a:lnTo>
                  <a:pt x="5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0" name=""/>
          <p:cNvSpPr/>
          <p:nvPr/>
        </p:nvSpPr>
        <p:spPr>
          <a:xfrm>
            <a:off x="2318400" y="41072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1" name=""/>
          <p:cNvSpPr/>
          <p:nvPr/>
        </p:nvSpPr>
        <p:spPr>
          <a:xfrm>
            <a:off x="2316240" y="4104720"/>
            <a:ext cx="3240" cy="2160"/>
          </a:xfrm>
          <a:custGeom>
            <a:avLst/>
            <a:gdLst/>
            <a:ahLst/>
            <a:rect l="0" t="0" r="r" b="b"/>
            <a:pathLst>
              <a:path w="9" h="6">
                <a:moveTo>
                  <a:pt x="7" y="1"/>
                </a:moveTo>
                <a:lnTo>
                  <a:pt x="8" y="0"/>
                </a:lnTo>
                <a:lnTo>
                  <a:pt x="8" y="1"/>
                </a:lnTo>
                <a:lnTo>
                  <a:pt x="9" y="2"/>
                </a:lnTo>
                <a:lnTo>
                  <a:pt x="9" y="3"/>
                </a:lnTo>
                <a:lnTo>
                  <a:pt x="9" y="5"/>
                </a:lnTo>
                <a:lnTo>
                  <a:pt x="8" y="5"/>
                </a:lnTo>
                <a:lnTo>
                  <a:pt x="7" y="5"/>
                </a:lnTo>
                <a:lnTo>
                  <a:pt x="6" y="5"/>
                </a:lnTo>
                <a:lnTo>
                  <a:pt x="6" y="6"/>
                </a:lnTo>
                <a:lnTo>
                  <a:pt x="5" y="5"/>
                </a:lnTo>
                <a:lnTo>
                  <a:pt x="4" y="3"/>
                </a:lnTo>
                <a:lnTo>
                  <a:pt x="3" y="3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7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2" name=""/>
          <p:cNvSpPr/>
          <p:nvPr/>
        </p:nvSpPr>
        <p:spPr>
          <a:xfrm>
            <a:off x="2320560" y="410436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4" y="0"/>
                </a:moveTo>
                <a:lnTo>
                  <a:pt x="5" y="2"/>
                </a:lnTo>
                <a:lnTo>
                  <a:pt x="6" y="0"/>
                </a:lnTo>
                <a:lnTo>
                  <a:pt x="6" y="2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3" y="2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3" name=""/>
          <p:cNvSpPr/>
          <p:nvPr/>
        </p:nvSpPr>
        <p:spPr>
          <a:xfrm>
            <a:off x="2316240" y="410400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5" y="2"/>
                </a:moveTo>
                <a:lnTo>
                  <a:pt x="3" y="2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1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4" name=""/>
          <p:cNvSpPr/>
          <p:nvPr/>
        </p:nvSpPr>
        <p:spPr>
          <a:xfrm>
            <a:off x="2319480" y="41032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5" name=""/>
          <p:cNvSpPr/>
          <p:nvPr/>
        </p:nvSpPr>
        <p:spPr>
          <a:xfrm>
            <a:off x="2323080" y="41022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6" name=""/>
          <p:cNvSpPr/>
          <p:nvPr/>
        </p:nvSpPr>
        <p:spPr>
          <a:xfrm>
            <a:off x="2323800" y="4101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7" name=""/>
          <p:cNvSpPr/>
          <p:nvPr/>
        </p:nvSpPr>
        <p:spPr>
          <a:xfrm>
            <a:off x="2319480" y="40978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8" name=""/>
          <p:cNvSpPr/>
          <p:nvPr/>
        </p:nvSpPr>
        <p:spPr>
          <a:xfrm>
            <a:off x="2319840" y="409536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3"/>
                </a:move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3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9" name=""/>
          <p:cNvSpPr/>
          <p:nvPr/>
        </p:nvSpPr>
        <p:spPr>
          <a:xfrm>
            <a:off x="2320200" y="4095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0" name=""/>
          <p:cNvSpPr/>
          <p:nvPr/>
        </p:nvSpPr>
        <p:spPr>
          <a:xfrm>
            <a:off x="2319120" y="40946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1" name=""/>
          <p:cNvSpPr/>
          <p:nvPr/>
        </p:nvSpPr>
        <p:spPr>
          <a:xfrm>
            <a:off x="2319840" y="40942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2" name=""/>
          <p:cNvSpPr/>
          <p:nvPr/>
        </p:nvSpPr>
        <p:spPr>
          <a:xfrm>
            <a:off x="2320560" y="4091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3" name=""/>
          <p:cNvSpPr/>
          <p:nvPr/>
        </p:nvSpPr>
        <p:spPr>
          <a:xfrm>
            <a:off x="2321280" y="409104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4" name=""/>
          <p:cNvSpPr/>
          <p:nvPr/>
        </p:nvSpPr>
        <p:spPr>
          <a:xfrm>
            <a:off x="2218320" y="3987000"/>
            <a:ext cx="133920" cy="148320"/>
          </a:xfrm>
          <a:custGeom>
            <a:avLst/>
            <a:gdLst/>
            <a:ahLst/>
            <a:rect l="0" t="0" r="r" b="b"/>
            <a:pathLst>
              <a:path w="372" h="412">
                <a:moveTo>
                  <a:pt x="159" y="2"/>
                </a:moveTo>
                <a:lnTo>
                  <a:pt x="159" y="3"/>
                </a:lnTo>
                <a:lnTo>
                  <a:pt x="160" y="3"/>
                </a:lnTo>
                <a:lnTo>
                  <a:pt x="160" y="4"/>
                </a:lnTo>
                <a:lnTo>
                  <a:pt x="161" y="3"/>
                </a:lnTo>
                <a:lnTo>
                  <a:pt x="162" y="3"/>
                </a:lnTo>
                <a:lnTo>
                  <a:pt x="163" y="2"/>
                </a:lnTo>
                <a:lnTo>
                  <a:pt x="162" y="2"/>
                </a:lnTo>
                <a:lnTo>
                  <a:pt x="161" y="2"/>
                </a:lnTo>
                <a:lnTo>
                  <a:pt x="162" y="1"/>
                </a:lnTo>
                <a:lnTo>
                  <a:pt x="163" y="1"/>
                </a:lnTo>
                <a:lnTo>
                  <a:pt x="164" y="2"/>
                </a:lnTo>
                <a:lnTo>
                  <a:pt x="165" y="2"/>
                </a:lnTo>
                <a:lnTo>
                  <a:pt x="165" y="1"/>
                </a:lnTo>
                <a:lnTo>
                  <a:pt x="165" y="2"/>
                </a:lnTo>
                <a:lnTo>
                  <a:pt x="166" y="1"/>
                </a:lnTo>
                <a:lnTo>
                  <a:pt x="166" y="2"/>
                </a:lnTo>
                <a:lnTo>
                  <a:pt x="167" y="2"/>
                </a:lnTo>
                <a:lnTo>
                  <a:pt x="168" y="2"/>
                </a:lnTo>
                <a:lnTo>
                  <a:pt x="169" y="1"/>
                </a:lnTo>
                <a:lnTo>
                  <a:pt x="170" y="1"/>
                </a:lnTo>
                <a:lnTo>
                  <a:pt x="171" y="1"/>
                </a:lnTo>
                <a:lnTo>
                  <a:pt x="171" y="2"/>
                </a:lnTo>
                <a:lnTo>
                  <a:pt x="171" y="3"/>
                </a:lnTo>
                <a:lnTo>
                  <a:pt x="172" y="4"/>
                </a:lnTo>
                <a:lnTo>
                  <a:pt x="172" y="5"/>
                </a:lnTo>
                <a:lnTo>
                  <a:pt x="173" y="7"/>
                </a:lnTo>
                <a:lnTo>
                  <a:pt x="173" y="8"/>
                </a:lnTo>
                <a:lnTo>
                  <a:pt x="174" y="9"/>
                </a:lnTo>
                <a:lnTo>
                  <a:pt x="174" y="10"/>
                </a:lnTo>
                <a:lnTo>
                  <a:pt x="175" y="11"/>
                </a:lnTo>
                <a:lnTo>
                  <a:pt x="176" y="12"/>
                </a:lnTo>
                <a:lnTo>
                  <a:pt x="176" y="13"/>
                </a:lnTo>
                <a:lnTo>
                  <a:pt x="177" y="14"/>
                </a:lnTo>
                <a:lnTo>
                  <a:pt x="177" y="15"/>
                </a:lnTo>
                <a:lnTo>
                  <a:pt x="177" y="16"/>
                </a:lnTo>
                <a:lnTo>
                  <a:pt x="178" y="16"/>
                </a:lnTo>
                <a:lnTo>
                  <a:pt x="179" y="16"/>
                </a:lnTo>
                <a:lnTo>
                  <a:pt x="179" y="17"/>
                </a:lnTo>
                <a:lnTo>
                  <a:pt x="180" y="17"/>
                </a:lnTo>
                <a:lnTo>
                  <a:pt x="181" y="18"/>
                </a:lnTo>
                <a:lnTo>
                  <a:pt x="182" y="18"/>
                </a:lnTo>
                <a:lnTo>
                  <a:pt x="183" y="19"/>
                </a:lnTo>
                <a:lnTo>
                  <a:pt x="184" y="19"/>
                </a:lnTo>
                <a:lnTo>
                  <a:pt x="184" y="20"/>
                </a:lnTo>
                <a:lnTo>
                  <a:pt x="185" y="20"/>
                </a:lnTo>
                <a:lnTo>
                  <a:pt x="185" y="21"/>
                </a:lnTo>
                <a:lnTo>
                  <a:pt x="187" y="23"/>
                </a:lnTo>
                <a:lnTo>
                  <a:pt x="189" y="24"/>
                </a:lnTo>
                <a:lnTo>
                  <a:pt x="190" y="24"/>
                </a:lnTo>
                <a:lnTo>
                  <a:pt x="191" y="25"/>
                </a:lnTo>
                <a:lnTo>
                  <a:pt x="192" y="25"/>
                </a:lnTo>
                <a:lnTo>
                  <a:pt x="193" y="25"/>
                </a:lnTo>
                <a:lnTo>
                  <a:pt x="194" y="26"/>
                </a:lnTo>
                <a:lnTo>
                  <a:pt x="195" y="26"/>
                </a:lnTo>
                <a:lnTo>
                  <a:pt x="196" y="26"/>
                </a:lnTo>
                <a:lnTo>
                  <a:pt x="197" y="26"/>
                </a:lnTo>
                <a:lnTo>
                  <a:pt x="198" y="26"/>
                </a:lnTo>
                <a:lnTo>
                  <a:pt x="201" y="26"/>
                </a:lnTo>
                <a:lnTo>
                  <a:pt x="203" y="26"/>
                </a:lnTo>
                <a:lnTo>
                  <a:pt x="204" y="26"/>
                </a:lnTo>
                <a:lnTo>
                  <a:pt x="205" y="26"/>
                </a:lnTo>
                <a:lnTo>
                  <a:pt x="206" y="26"/>
                </a:lnTo>
                <a:lnTo>
                  <a:pt x="207" y="25"/>
                </a:lnTo>
                <a:lnTo>
                  <a:pt x="208" y="25"/>
                </a:lnTo>
                <a:lnTo>
                  <a:pt x="209" y="25"/>
                </a:lnTo>
                <a:lnTo>
                  <a:pt x="210" y="25"/>
                </a:lnTo>
                <a:lnTo>
                  <a:pt x="210" y="24"/>
                </a:lnTo>
                <a:lnTo>
                  <a:pt x="211" y="24"/>
                </a:lnTo>
                <a:lnTo>
                  <a:pt x="211" y="25"/>
                </a:lnTo>
                <a:lnTo>
                  <a:pt x="210" y="26"/>
                </a:lnTo>
                <a:lnTo>
                  <a:pt x="211" y="27"/>
                </a:lnTo>
                <a:lnTo>
                  <a:pt x="210" y="27"/>
                </a:lnTo>
                <a:lnTo>
                  <a:pt x="210" y="28"/>
                </a:lnTo>
                <a:lnTo>
                  <a:pt x="210" y="29"/>
                </a:lnTo>
                <a:lnTo>
                  <a:pt x="210" y="30"/>
                </a:lnTo>
                <a:lnTo>
                  <a:pt x="210" y="31"/>
                </a:lnTo>
                <a:lnTo>
                  <a:pt x="211" y="31"/>
                </a:lnTo>
                <a:lnTo>
                  <a:pt x="212" y="31"/>
                </a:lnTo>
                <a:lnTo>
                  <a:pt x="212" y="30"/>
                </a:lnTo>
                <a:lnTo>
                  <a:pt x="213" y="30"/>
                </a:lnTo>
                <a:lnTo>
                  <a:pt x="214" y="30"/>
                </a:lnTo>
                <a:lnTo>
                  <a:pt x="214" y="29"/>
                </a:lnTo>
                <a:lnTo>
                  <a:pt x="215" y="29"/>
                </a:lnTo>
                <a:lnTo>
                  <a:pt x="216" y="29"/>
                </a:lnTo>
                <a:lnTo>
                  <a:pt x="216" y="28"/>
                </a:lnTo>
                <a:lnTo>
                  <a:pt x="216" y="27"/>
                </a:lnTo>
                <a:lnTo>
                  <a:pt x="215" y="27"/>
                </a:lnTo>
                <a:lnTo>
                  <a:pt x="215" y="26"/>
                </a:lnTo>
                <a:lnTo>
                  <a:pt x="216" y="26"/>
                </a:lnTo>
                <a:lnTo>
                  <a:pt x="216" y="27"/>
                </a:lnTo>
                <a:lnTo>
                  <a:pt x="217" y="26"/>
                </a:lnTo>
                <a:lnTo>
                  <a:pt x="217" y="27"/>
                </a:lnTo>
                <a:lnTo>
                  <a:pt x="217" y="28"/>
                </a:lnTo>
                <a:lnTo>
                  <a:pt x="217" y="29"/>
                </a:lnTo>
                <a:lnTo>
                  <a:pt x="217" y="30"/>
                </a:lnTo>
                <a:lnTo>
                  <a:pt x="217" y="31"/>
                </a:lnTo>
                <a:lnTo>
                  <a:pt x="218" y="31"/>
                </a:lnTo>
                <a:lnTo>
                  <a:pt x="218" y="32"/>
                </a:lnTo>
                <a:lnTo>
                  <a:pt x="219" y="32"/>
                </a:lnTo>
                <a:lnTo>
                  <a:pt x="218" y="32"/>
                </a:lnTo>
                <a:lnTo>
                  <a:pt x="217" y="33"/>
                </a:lnTo>
                <a:lnTo>
                  <a:pt x="218" y="34"/>
                </a:lnTo>
                <a:lnTo>
                  <a:pt x="219" y="34"/>
                </a:lnTo>
                <a:lnTo>
                  <a:pt x="219" y="35"/>
                </a:lnTo>
                <a:lnTo>
                  <a:pt x="219" y="36"/>
                </a:lnTo>
                <a:lnTo>
                  <a:pt x="219" y="37"/>
                </a:lnTo>
                <a:lnTo>
                  <a:pt x="219" y="38"/>
                </a:lnTo>
                <a:lnTo>
                  <a:pt x="220" y="38"/>
                </a:lnTo>
                <a:lnTo>
                  <a:pt x="220" y="39"/>
                </a:lnTo>
                <a:lnTo>
                  <a:pt x="221" y="39"/>
                </a:lnTo>
                <a:lnTo>
                  <a:pt x="221" y="41"/>
                </a:lnTo>
                <a:lnTo>
                  <a:pt x="221" y="42"/>
                </a:lnTo>
                <a:lnTo>
                  <a:pt x="222" y="42"/>
                </a:lnTo>
                <a:lnTo>
                  <a:pt x="222" y="43"/>
                </a:lnTo>
                <a:lnTo>
                  <a:pt x="223" y="43"/>
                </a:lnTo>
                <a:lnTo>
                  <a:pt x="224" y="43"/>
                </a:lnTo>
                <a:lnTo>
                  <a:pt x="224" y="42"/>
                </a:lnTo>
                <a:lnTo>
                  <a:pt x="225" y="42"/>
                </a:lnTo>
                <a:lnTo>
                  <a:pt x="225" y="41"/>
                </a:lnTo>
                <a:lnTo>
                  <a:pt x="225" y="40"/>
                </a:lnTo>
                <a:lnTo>
                  <a:pt x="226" y="40"/>
                </a:lnTo>
                <a:lnTo>
                  <a:pt x="226" y="39"/>
                </a:lnTo>
                <a:lnTo>
                  <a:pt x="227" y="38"/>
                </a:lnTo>
                <a:lnTo>
                  <a:pt x="227" y="37"/>
                </a:lnTo>
                <a:lnTo>
                  <a:pt x="228" y="37"/>
                </a:lnTo>
                <a:lnTo>
                  <a:pt x="228" y="36"/>
                </a:lnTo>
                <a:lnTo>
                  <a:pt x="228" y="35"/>
                </a:lnTo>
                <a:lnTo>
                  <a:pt x="228" y="36"/>
                </a:lnTo>
                <a:lnTo>
                  <a:pt x="229" y="35"/>
                </a:lnTo>
                <a:lnTo>
                  <a:pt x="230" y="35"/>
                </a:lnTo>
                <a:lnTo>
                  <a:pt x="230" y="34"/>
                </a:lnTo>
                <a:lnTo>
                  <a:pt x="231" y="34"/>
                </a:lnTo>
                <a:lnTo>
                  <a:pt x="231" y="33"/>
                </a:lnTo>
                <a:lnTo>
                  <a:pt x="231" y="34"/>
                </a:lnTo>
                <a:lnTo>
                  <a:pt x="232" y="34"/>
                </a:lnTo>
                <a:lnTo>
                  <a:pt x="233" y="34"/>
                </a:lnTo>
                <a:lnTo>
                  <a:pt x="234" y="34"/>
                </a:lnTo>
                <a:lnTo>
                  <a:pt x="234" y="33"/>
                </a:lnTo>
                <a:lnTo>
                  <a:pt x="235" y="34"/>
                </a:lnTo>
                <a:lnTo>
                  <a:pt x="236" y="34"/>
                </a:lnTo>
                <a:lnTo>
                  <a:pt x="237" y="34"/>
                </a:lnTo>
                <a:lnTo>
                  <a:pt x="237" y="33"/>
                </a:lnTo>
                <a:lnTo>
                  <a:pt x="237" y="32"/>
                </a:lnTo>
                <a:lnTo>
                  <a:pt x="237" y="33"/>
                </a:lnTo>
                <a:lnTo>
                  <a:pt x="238" y="33"/>
                </a:lnTo>
                <a:lnTo>
                  <a:pt x="238" y="32"/>
                </a:lnTo>
                <a:lnTo>
                  <a:pt x="238" y="31"/>
                </a:lnTo>
                <a:lnTo>
                  <a:pt x="239" y="31"/>
                </a:lnTo>
                <a:lnTo>
                  <a:pt x="240" y="31"/>
                </a:lnTo>
                <a:lnTo>
                  <a:pt x="240" y="32"/>
                </a:lnTo>
                <a:lnTo>
                  <a:pt x="241" y="32"/>
                </a:lnTo>
                <a:lnTo>
                  <a:pt x="241" y="31"/>
                </a:lnTo>
                <a:lnTo>
                  <a:pt x="242" y="31"/>
                </a:lnTo>
                <a:lnTo>
                  <a:pt x="242" y="30"/>
                </a:lnTo>
                <a:lnTo>
                  <a:pt x="242" y="29"/>
                </a:lnTo>
                <a:lnTo>
                  <a:pt x="242" y="28"/>
                </a:lnTo>
                <a:lnTo>
                  <a:pt x="242" y="27"/>
                </a:lnTo>
                <a:lnTo>
                  <a:pt x="242" y="26"/>
                </a:lnTo>
                <a:lnTo>
                  <a:pt x="242" y="25"/>
                </a:lnTo>
                <a:lnTo>
                  <a:pt x="241" y="25"/>
                </a:lnTo>
                <a:lnTo>
                  <a:pt x="241" y="24"/>
                </a:lnTo>
                <a:lnTo>
                  <a:pt x="240" y="24"/>
                </a:lnTo>
                <a:lnTo>
                  <a:pt x="240" y="23"/>
                </a:lnTo>
                <a:lnTo>
                  <a:pt x="239" y="23"/>
                </a:lnTo>
                <a:lnTo>
                  <a:pt x="240" y="23"/>
                </a:lnTo>
                <a:lnTo>
                  <a:pt x="240" y="22"/>
                </a:lnTo>
                <a:lnTo>
                  <a:pt x="241" y="22"/>
                </a:lnTo>
                <a:lnTo>
                  <a:pt x="242" y="22"/>
                </a:lnTo>
                <a:lnTo>
                  <a:pt x="243" y="22"/>
                </a:lnTo>
                <a:lnTo>
                  <a:pt x="244" y="22"/>
                </a:lnTo>
                <a:lnTo>
                  <a:pt x="245" y="23"/>
                </a:lnTo>
                <a:lnTo>
                  <a:pt x="245" y="22"/>
                </a:lnTo>
                <a:lnTo>
                  <a:pt x="246" y="21"/>
                </a:lnTo>
                <a:lnTo>
                  <a:pt x="247" y="21"/>
                </a:lnTo>
                <a:lnTo>
                  <a:pt x="247" y="20"/>
                </a:lnTo>
                <a:lnTo>
                  <a:pt x="247" y="19"/>
                </a:lnTo>
                <a:lnTo>
                  <a:pt x="248" y="19"/>
                </a:lnTo>
                <a:lnTo>
                  <a:pt x="247" y="19"/>
                </a:lnTo>
                <a:lnTo>
                  <a:pt x="249" y="19"/>
                </a:lnTo>
                <a:lnTo>
                  <a:pt x="249" y="18"/>
                </a:lnTo>
                <a:lnTo>
                  <a:pt x="250" y="18"/>
                </a:lnTo>
                <a:lnTo>
                  <a:pt x="251" y="18"/>
                </a:lnTo>
                <a:lnTo>
                  <a:pt x="252" y="18"/>
                </a:lnTo>
                <a:lnTo>
                  <a:pt x="253" y="19"/>
                </a:lnTo>
                <a:lnTo>
                  <a:pt x="254" y="19"/>
                </a:lnTo>
                <a:lnTo>
                  <a:pt x="254" y="20"/>
                </a:lnTo>
                <a:lnTo>
                  <a:pt x="255" y="20"/>
                </a:lnTo>
                <a:lnTo>
                  <a:pt x="256" y="20"/>
                </a:lnTo>
                <a:lnTo>
                  <a:pt x="256" y="19"/>
                </a:lnTo>
                <a:lnTo>
                  <a:pt x="257" y="19"/>
                </a:lnTo>
                <a:lnTo>
                  <a:pt x="258" y="19"/>
                </a:lnTo>
                <a:lnTo>
                  <a:pt x="258" y="18"/>
                </a:lnTo>
                <a:lnTo>
                  <a:pt x="258" y="17"/>
                </a:lnTo>
                <a:lnTo>
                  <a:pt x="259" y="17"/>
                </a:lnTo>
                <a:lnTo>
                  <a:pt x="260" y="17"/>
                </a:lnTo>
                <a:lnTo>
                  <a:pt x="260" y="18"/>
                </a:lnTo>
                <a:lnTo>
                  <a:pt x="260" y="17"/>
                </a:lnTo>
                <a:lnTo>
                  <a:pt x="261" y="17"/>
                </a:lnTo>
                <a:lnTo>
                  <a:pt x="262" y="18"/>
                </a:lnTo>
                <a:lnTo>
                  <a:pt x="263" y="18"/>
                </a:lnTo>
                <a:lnTo>
                  <a:pt x="262" y="18"/>
                </a:lnTo>
                <a:lnTo>
                  <a:pt x="262" y="17"/>
                </a:lnTo>
                <a:lnTo>
                  <a:pt x="263" y="17"/>
                </a:lnTo>
                <a:lnTo>
                  <a:pt x="263" y="16"/>
                </a:lnTo>
                <a:lnTo>
                  <a:pt x="264" y="16"/>
                </a:lnTo>
                <a:lnTo>
                  <a:pt x="264" y="17"/>
                </a:lnTo>
                <a:lnTo>
                  <a:pt x="265" y="17"/>
                </a:lnTo>
                <a:lnTo>
                  <a:pt x="266" y="17"/>
                </a:lnTo>
                <a:lnTo>
                  <a:pt x="267" y="17"/>
                </a:lnTo>
                <a:lnTo>
                  <a:pt x="267" y="18"/>
                </a:lnTo>
                <a:lnTo>
                  <a:pt x="267" y="19"/>
                </a:lnTo>
                <a:lnTo>
                  <a:pt x="268" y="20"/>
                </a:lnTo>
                <a:lnTo>
                  <a:pt x="268" y="21"/>
                </a:lnTo>
                <a:lnTo>
                  <a:pt x="268" y="22"/>
                </a:lnTo>
                <a:lnTo>
                  <a:pt x="267" y="22"/>
                </a:lnTo>
                <a:lnTo>
                  <a:pt x="267" y="23"/>
                </a:lnTo>
                <a:lnTo>
                  <a:pt x="268" y="23"/>
                </a:lnTo>
                <a:lnTo>
                  <a:pt x="268" y="24"/>
                </a:lnTo>
                <a:lnTo>
                  <a:pt x="268" y="25"/>
                </a:lnTo>
                <a:lnTo>
                  <a:pt x="268" y="28"/>
                </a:lnTo>
                <a:lnTo>
                  <a:pt x="267" y="29"/>
                </a:lnTo>
                <a:lnTo>
                  <a:pt x="267" y="30"/>
                </a:lnTo>
                <a:lnTo>
                  <a:pt x="268" y="30"/>
                </a:lnTo>
                <a:lnTo>
                  <a:pt x="269" y="30"/>
                </a:lnTo>
                <a:lnTo>
                  <a:pt x="269" y="31"/>
                </a:lnTo>
                <a:lnTo>
                  <a:pt x="270" y="31"/>
                </a:lnTo>
                <a:lnTo>
                  <a:pt x="270" y="32"/>
                </a:lnTo>
                <a:lnTo>
                  <a:pt x="269" y="32"/>
                </a:lnTo>
                <a:lnTo>
                  <a:pt x="269" y="33"/>
                </a:lnTo>
                <a:lnTo>
                  <a:pt x="269" y="34"/>
                </a:lnTo>
                <a:lnTo>
                  <a:pt x="268" y="34"/>
                </a:lnTo>
                <a:lnTo>
                  <a:pt x="268" y="35"/>
                </a:lnTo>
                <a:lnTo>
                  <a:pt x="267" y="35"/>
                </a:lnTo>
                <a:lnTo>
                  <a:pt x="267" y="36"/>
                </a:lnTo>
                <a:lnTo>
                  <a:pt x="267" y="37"/>
                </a:lnTo>
                <a:lnTo>
                  <a:pt x="268" y="36"/>
                </a:lnTo>
                <a:lnTo>
                  <a:pt x="269" y="36"/>
                </a:lnTo>
                <a:lnTo>
                  <a:pt x="269" y="35"/>
                </a:lnTo>
                <a:lnTo>
                  <a:pt x="270" y="36"/>
                </a:lnTo>
                <a:lnTo>
                  <a:pt x="271" y="36"/>
                </a:lnTo>
                <a:lnTo>
                  <a:pt x="271" y="37"/>
                </a:lnTo>
                <a:lnTo>
                  <a:pt x="271" y="38"/>
                </a:lnTo>
                <a:lnTo>
                  <a:pt x="272" y="38"/>
                </a:lnTo>
                <a:lnTo>
                  <a:pt x="272" y="37"/>
                </a:lnTo>
                <a:lnTo>
                  <a:pt x="271" y="37"/>
                </a:lnTo>
                <a:lnTo>
                  <a:pt x="272" y="36"/>
                </a:lnTo>
                <a:lnTo>
                  <a:pt x="273" y="35"/>
                </a:lnTo>
                <a:lnTo>
                  <a:pt x="274" y="34"/>
                </a:lnTo>
                <a:lnTo>
                  <a:pt x="275" y="34"/>
                </a:lnTo>
                <a:lnTo>
                  <a:pt x="276" y="34"/>
                </a:lnTo>
                <a:lnTo>
                  <a:pt x="277" y="33"/>
                </a:lnTo>
                <a:lnTo>
                  <a:pt x="277" y="34"/>
                </a:lnTo>
                <a:lnTo>
                  <a:pt x="278" y="34"/>
                </a:lnTo>
                <a:lnTo>
                  <a:pt x="279" y="34"/>
                </a:lnTo>
                <a:lnTo>
                  <a:pt x="279" y="35"/>
                </a:lnTo>
                <a:lnTo>
                  <a:pt x="280" y="35"/>
                </a:lnTo>
                <a:lnTo>
                  <a:pt x="280" y="36"/>
                </a:lnTo>
                <a:lnTo>
                  <a:pt x="280" y="37"/>
                </a:lnTo>
                <a:lnTo>
                  <a:pt x="280" y="38"/>
                </a:lnTo>
                <a:lnTo>
                  <a:pt x="279" y="38"/>
                </a:lnTo>
                <a:lnTo>
                  <a:pt x="279" y="39"/>
                </a:lnTo>
                <a:lnTo>
                  <a:pt x="279" y="41"/>
                </a:lnTo>
                <a:lnTo>
                  <a:pt x="280" y="41"/>
                </a:lnTo>
                <a:lnTo>
                  <a:pt x="280" y="42"/>
                </a:lnTo>
                <a:lnTo>
                  <a:pt x="281" y="42"/>
                </a:lnTo>
                <a:lnTo>
                  <a:pt x="281" y="41"/>
                </a:lnTo>
                <a:lnTo>
                  <a:pt x="282" y="41"/>
                </a:lnTo>
                <a:lnTo>
                  <a:pt x="282" y="42"/>
                </a:lnTo>
                <a:lnTo>
                  <a:pt x="283" y="42"/>
                </a:lnTo>
                <a:lnTo>
                  <a:pt x="284" y="42"/>
                </a:lnTo>
                <a:lnTo>
                  <a:pt x="285" y="42"/>
                </a:lnTo>
                <a:lnTo>
                  <a:pt x="285" y="41"/>
                </a:lnTo>
                <a:lnTo>
                  <a:pt x="285" y="42"/>
                </a:lnTo>
                <a:lnTo>
                  <a:pt x="286" y="42"/>
                </a:lnTo>
                <a:lnTo>
                  <a:pt x="286" y="41"/>
                </a:lnTo>
                <a:lnTo>
                  <a:pt x="288" y="41"/>
                </a:lnTo>
                <a:lnTo>
                  <a:pt x="288" y="42"/>
                </a:lnTo>
                <a:lnTo>
                  <a:pt x="289" y="42"/>
                </a:lnTo>
                <a:lnTo>
                  <a:pt x="289" y="43"/>
                </a:lnTo>
                <a:lnTo>
                  <a:pt x="289" y="44"/>
                </a:lnTo>
                <a:lnTo>
                  <a:pt x="291" y="45"/>
                </a:lnTo>
                <a:lnTo>
                  <a:pt x="291" y="46"/>
                </a:lnTo>
                <a:lnTo>
                  <a:pt x="292" y="46"/>
                </a:lnTo>
                <a:lnTo>
                  <a:pt x="292" y="47"/>
                </a:lnTo>
                <a:lnTo>
                  <a:pt x="292" y="48"/>
                </a:lnTo>
                <a:lnTo>
                  <a:pt x="292" y="49"/>
                </a:lnTo>
                <a:lnTo>
                  <a:pt x="292" y="50"/>
                </a:lnTo>
                <a:lnTo>
                  <a:pt x="292" y="51"/>
                </a:lnTo>
                <a:lnTo>
                  <a:pt x="291" y="51"/>
                </a:lnTo>
                <a:lnTo>
                  <a:pt x="291" y="53"/>
                </a:lnTo>
                <a:lnTo>
                  <a:pt x="290" y="70"/>
                </a:lnTo>
                <a:lnTo>
                  <a:pt x="290" y="71"/>
                </a:lnTo>
                <a:lnTo>
                  <a:pt x="289" y="75"/>
                </a:lnTo>
                <a:lnTo>
                  <a:pt x="289" y="77"/>
                </a:lnTo>
                <a:lnTo>
                  <a:pt x="289" y="84"/>
                </a:lnTo>
                <a:lnTo>
                  <a:pt x="292" y="83"/>
                </a:lnTo>
                <a:lnTo>
                  <a:pt x="293" y="80"/>
                </a:lnTo>
                <a:lnTo>
                  <a:pt x="296" y="81"/>
                </a:lnTo>
                <a:lnTo>
                  <a:pt x="298" y="82"/>
                </a:lnTo>
                <a:lnTo>
                  <a:pt x="302" y="85"/>
                </a:lnTo>
                <a:lnTo>
                  <a:pt x="301" y="86"/>
                </a:lnTo>
                <a:lnTo>
                  <a:pt x="304" y="88"/>
                </a:lnTo>
                <a:lnTo>
                  <a:pt x="304" y="89"/>
                </a:lnTo>
                <a:lnTo>
                  <a:pt x="305" y="89"/>
                </a:lnTo>
                <a:lnTo>
                  <a:pt x="308" y="91"/>
                </a:lnTo>
                <a:lnTo>
                  <a:pt x="310" y="93"/>
                </a:lnTo>
                <a:lnTo>
                  <a:pt x="312" y="96"/>
                </a:lnTo>
                <a:lnTo>
                  <a:pt x="316" y="99"/>
                </a:lnTo>
                <a:lnTo>
                  <a:pt x="317" y="101"/>
                </a:lnTo>
                <a:lnTo>
                  <a:pt x="319" y="104"/>
                </a:lnTo>
                <a:lnTo>
                  <a:pt x="320" y="106"/>
                </a:lnTo>
                <a:lnTo>
                  <a:pt x="323" y="110"/>
                </a:lnTo>
                <a:lnTo>
                  <a:pt x="323" y="111"/>
                </a:lnTo>
                <a:lnTo>
                  <a:pt x="325" y="114"/>
                </a:lnTo>
                <a:lnTo>
                  <a:pt x="326" y="115"/>
                </a:lnTo>
                <a:lnTo>
                  <a:pt x="326" y="116"/>
                </a:lnTo>
                <a:lnTo>
                  <a:pt x="326" y="115"/>
                </a:lnTo>
                <a:lnTo>
                  <a:pt x="328" y="114"/>
                </a:lnTo>
                <a:lnTo>
                  <a:pt x="330" y="120"/>
                </a:lnTo>
                <a:lnTo>
                  <a:pt x="329" y="120"/>
                </a:lnTo>
                <a:lnTo>
                  <a:pt x="330" y="121"/>
                </a:lnTo>
                <a:lnTo>
                  <a:pt x="331" y="121"/>
                </a:lnTo>
                <a:lnTo>
                  <a:pt x="332" y="122"/>
                </a:lnTo>
                <a:lnTo>
                  <a:pt x="333" y="123"/>
                </a:lnTo>
                <a:lnTo>
                  <a:pt x="334" y="123"/>
                </a:lnTo>
                <a:lnTo>
                  <a:pt x="335" y="124"/>
                </a:lnTo>
                <a:lnTo>
                  <a:pt x="335" y="123"/>
                </a:lnTo>
                <a:lnTo>
                  <a:pt x="336" y="123"/>
                </a:lnTo>
                <a:lnTo>
                  <a:pt x="337" y="123"/>
                </a:lnTo>
                <a:lnTo>
                  <a:pt x="337" y="124"/>
                </a:lnTo>
                <a:lnTo>
                  <a:pt x="338" y="124"/>
                </a:lnTo>
                <a:lnTo>
                  <a:pt x="342" y="126"/>
                </a:lnTo>
                <a:lnTo>
                  <a:pt x="343" y="126"/>
                </a:lnTo>
                <a:lnTo>
                  <a:pt x="342" y="126"/>
                </a:lnTo>
                <a:lnTo>
                  <a:pt x="342" y="127"/>
                </a:lnTo>
                <a:lnTo>
                  <a:pt x="343" y="127"/>
                </a:lnTo>
                <a:lnTo>
                  <a:pt x="343" y="126"/>
                </a:lnTo>
                <a:lnTo>
                  <a:pt x="343" y="127"/>
                </a:lnTo>
                <a:lnTo>
                  <a:pt x="344" y="127"/>
                </a:lnTo>
                <a:lnTo>
                  <a:pt x="345" y="128"/>
                </a:lnTo>
                <a:lnTo>
                  <a:pt x="346" y="128"/>
                </a:lnTo>
                <a:lnTo>
                  <a:pt x="348" y="129"/>
                </a:lnTo>
                <a:lnTo>
                  <a:pt x="349" y="129"/>
                </a:lnTo>
                <a:lnTo>
                  <a:pt x="351" y="129"/>
                </a:lnTo>
                <a:lnTo>
                  <a:pt x="352" y="129"/>
                </a:lnTo>
                <a:lnTo>
                  <a:pt x="353" y="131"/>
                </a:lnTo>
                <a:lnTo>
                  <a:pt x="353" y="132"/>
                </a:lnTo>
                <a:lnTo>
                  <a:pt x="354" y="132"/>
                </a:lnTo>
                <a:lnTo>
                  <a:pt x="355" y="133"/>
                </a:lnTo>
                <a:lnTo>
                  <a:pt x="356" y="133"/>
                </a:lnTo>
                <a:lnTo>
                  <a:pt x="357" y="132"/>
                </a:lnTo>
                <a:lnTo>
                  <a:pt x="357" y="133"/>
                </a:lnTo>
                <a:lnTo>
                  <a:pt x="358" y="133"/>
                </a:lnTo>
                <a:lnTo>
                  <a:pt x="359" y="132"/>
                </a:lnTo>
                <a:lnTo>
                  <a:pt x="360" y="132"/>
                </a:lnTo>
                <a:lnTo>
                  <a:pt x="360" y="133"/>
                </a:lnTo>
                <a:lnTo>
                  <a:pt x="360" y="134"/>
                </a:lnTo>
                <a:lnTo>
                  <a:pt x="361" y="134"/>
                </a:lnTo>
                <a:lnTo>
                  <a:pt x="361" y="133"/>
                </a:lnTo>
                <a:lnTo>
                  <a:pt x="362" y="132"/>
                </a:lnTo>
                <a:lnTo>
                  <a:pt x="363" y="132"/>
                </a:lnTo>
                <a:lnTo>
                  <a:pt x="363" y="133"/>
                </a:lnTo>
                <a:lnTo>
                  <a:pt x="365" y="133"/>
                </a:lnTo>
                <a:lnTo>
                  <a:pt x="366" y="132"/>
                </a:lnTo>
                <a:lnTo>
                  <a:pt x="367" y="132"/>
                </a:lnTo>
                <a:lnTo>
                  <a:pt x="368" y="131"/>
                </a:lnTo>
                <a:lnTo>
                  <a:pt x="369" y="131"/>
                </a:lnTo>
                <a:lnTo>
                  <a:pt x="370" y="131"/>
                </a:lnTo>
                <a:lnTo>
                  <a:pt x="371" y="131"/>
                </a:lnTo>
                <a:lnTo>
                  <a:pt x="372" y="132"/>
                </a:lnTo>
                <a:lnTo>
                  <a:pt x="372" y="133"/>
                </a:lnTo>
                <a:lnTo>
                  <a:pt x="371" y="134"/>
                </a:lnTo>
                <a:lnTo>
                  <a:pt x="370" y="134"/>
                </a:lnTo>
                <a:lnTo>
                  <a:pt x="369" y="134"/>
                </a:lnTo>
                <a:lnTo>
                  <a:pt x="369" y="135"/>
                </a:lnTo>
                <a:lnTo>
                  <a:pt x="368" y="135"/>
                </a:lnTo>
                <a:lnTo>
                  <a:pt x="367" y="136"/>
                </a:lnTo>
                <a:lnTo>
                  <a:pt x="366" y="136"/>
                </a:lnTo>
                <a:lnTo>
                  <a:pt x="365" y="137"/>
                </a:lnTo>
                <a:lnTo>
                  <a:pt x="364" y="137"/>
                </a:lnTo>
                <a:lnTo>
                  <a:pt x="363" y="138"/>
                </a:lnTo>
                <a:lnTo>
                  <a:pt x="362" y="138"/>
                </a:lnTo>
                <a:lnTo>
                  <a:pt x="362" y="139"/>
                </a:lnTo>
                <a:lnTo>
                  <a:pt x="361" y="139"/>
                </a:lnTo>
                <a:lnTo>
                  <a:pt x="360" y="139"/>
                </a:lnTo>
                <a:lnTo>
                  <a:pt x="359" y="139"/>
                </a:lnTo>
                <a:lnTo>
                  <a:pt x="359" y="140"/>
                </a:lnTo>
                <a:lnTo>
                  <a:pt x="358" y="140"/>
                </a:lnTo>
                <a:lnTo>
                  <a:pt x="357" y="141"/>
                </a:lnTo>
                <a:lnTo>
                  <a:pt x="356" y="141"/>
                </a:lnTo>
                <a:lnTo>
                  <a:pt x="356" y="142"/>
                </a:lnTo>
                <a:lnTo>
                  <a:pt x="355" y="143"/>
                </a:lnTo>
                <a:lnTo>
                  <a:pt x="354" y="143"/>
                </a:lnTo>
                <a:lnTo>
                  <a:pt x="353" y="143"/>
                </a:lnTo>
                <a:lnTo>
                  <a:pt x="353" y="144"/>
                </a:lnTo>
                <a:lnTo>
                  <a:pt x="353" y="145"/>
                </a:lnTo>
                <a:lnTo>
                  <a:pt x="352" y="146"/>
                </a:lnTo>
                <a:lnTo>
                  <a:pt x="351" y="146"/>
                </a:lnTo>
                <a:lnTo>
                  <a:pt x="351" y="147"/>
                </a:lnTo>
                <a:lnTo>
                  <a:pt x="350" y="147"/>
                </a:lnTo>
                <a:lnTo>
                  <a:pt x="350" y="148"/>
                </a:lnTo>
                <a:lnTo>
                  <a:pt x="349" y="148"/>
                </a:lnTo>
                <a:lnTo>
                  <a:pt x="350" y="149"/>
                </a:lnTo>
                <a:lnTo>
                  <a:pt x="349" y="150"/>
                </a:lnTo>
                <a:lnTo>
                  <a:pt x="349" y="151"/>
                </a:lnTo>
                <a:lnTo>
                  <a:pt x="347" y="152"/>
                </a:lnTo>
                <a:lnTo>
                  <a:pt x="346" y="153"/>
                </a:lnTo>
                <a:lnTo>
                  <a:pt x="345" y="153"/>
                </a:lnTo>
                <a:lnTo>
                  <a:pt x="344" y="153"/>
                </a:lnTo>
                <a:lnTo>
                  <a:pt x="344" y="154"/>
                </a:lnTo>
                <a:lnTo>
                  <a:pt x="343" y="154"/>
                </a:lnTo>
                <a:lnTo>
                  <a:pt x="341" y="155"/>
                </a:lnTo>
                <a:lnTo>
                  <a:pt x="340" y="156"/>
                </a:lnTo>
                <a:lnTo>
                  <a:pt x="339" y="157"/>
                </a:lnTo>
                <a:lnTo>
                  <a:pt x="339" y="158"/>
                </a:lnTo>
                <a:lnTo>
                  <a:pt x="338" y="159"/>
                </a:lnTo>
                <a:lnTo>
                  <a:pt x="337" y="159"/>
                </a:lnTo>
                <a:lnTo>
                  <a:pt x="337" y="160"/>
                </a:lnTo>
                <a:lnTo>
                  <a:pt x="337" y="161"/>
                </a:lnTo>
                <a:lnTo>
                  <a:pt x="336" y="161"/>
                </a:lnTo>
                <a:lnTo>
                  <a:pt x="336" y="162"/>
                </a:lnTo>
                <a:lnTo>
                  <a:pt x="335" y="163"/>
                </a:lnTo>
                <a:lnTo>
                  <a:pt x="334" y="163"/>
                </a:lnTo>
                <a:lnTo>
                  <a:pt x="333" y="165"/>
                </a:lnTo>
                <a:lnTo>
                  <a:pt x="333" y="166"/>
                </a:lnTo>
                <a:lnTo>
                  <a:pt x="332" y="166"/>
                </a:lnTo>
                <a:lnTo>
                  <a:pt x="331" y="166"/>
                </a:lnTo>
                <a:lnTo>
                  <a:pt x="330" y="167"/>
                </a:lnTo>
                <a:lnTo>
                  <a:pt x="328" y="167"/>
                </a:lnTo>
                <a:lnTo>
                  <a:pt x="327" y="167"/>
                </a:lnTo>
                <a:lnTo>
                  <a:pt x="327" y="168"/>
                </a:lnTo>
                <a:lnTo>
                  <a:pt x="327" y="167"/>
                </a:lnTo>
                <a:lnTo>
                  <a:pt x="326" y="167"/>
                </a:lnTo>
                <a:lnTo>
                  <a:pt x="326" y="168"/>
                </a:lnTo>
                <a:lnTo>
                  <a:pt x="325" y="167"/>
                </a:lnTo>
                <a:lnTo>
                  <a:pt x="325" y="168"/>
                </a:lnTo>
                <a:lnTo>
                  <a:pt x="324" y="168"/>
                </a:lnTo>
                <a:lnTo>
                  <a:pt x="323" y="168"/>
                </a:lnTo>
                <a:lnTo>
                  <a:pt x="322" y="168"/>
                </a:lnTo>
                <a:lnTo>
                  <a:pt x="322" y="167"/>
                </a:lnTo>
                <a:lnTo>
                  <a:pt x="320" y="167"/>
                </a:lnTo>
                <a:lnTo>
                  <a:pt x="320" y="168"/>
                </a:lnTo>
                <a:lnTo>
                  <a:pt x="320" y="169"/>
                </a:lnTo>
                <a:lnTo>
                  <a:pt x="319" y="169"/>
                </a:lnTo>
                <a:lnTo>
                  <a:pt x="319" y="170"/>
                </a:lnTo>
                <a:lnTo>
                  <a:pt x="318" y="170"/>
                </a:lnTo>
                <a:lnTo>
                  <a:pt x="318" y="171"/>
                </a:lnTo>
                <a:lnTo>
                  <a:pt x="317" y="171"/>
                </a:lnTo>
                <a:lnTo>
                  <a:pt x="317" y="172"/>
                </a:lnTo>
                <a:lnTo>
                  <a:pt x="316" y="172"/>
                </a:lnTo>
                <a:lnTo>
                  <a:pt x="316" y="171"/>
                </a:lnTo>
                <a:lnTo>
                  <a:pt x="316" y="169"/>
                </a:lnTo>
                <a:lnTo>
                  <a:pt x="311" y="170"/>
                </a:lnTo>
                <a:lnTo>
                  <a:pt x="311" y="171"/>
                </a:lnTo>
                <a:lnTo>
                  <a:pt x="310" y="171"/>
                </a:lnTo>
                <a:lnTo>
                  <a:pt x="309" y="171"/>
                </a:lnTo>
                <a:lnTo>
                  <a:pt x="309" y="172"/>
                </a:lnTo>
                <a:lnTo>
                  <a:pt x="310" y="172"/>
                </a:lnTo>
                <a:lnTo>
                  <a:pt x="310" y="173"/>
                </a:lnTo>
                <a:lnTo>
                  <a:pt x="309" y="173"/>
                </a:lnTo>
                <a:lnTo>
                  <a:pt x="308" y="175"/>
                </a:lnTo>
                <a:lnTo>
                  <a:pt x="307" y="175"/>
                </a:lnTo>
                <a:lnTo>
                  <a:pt x="307" y="176"/>
                </a:lnTo>
                <a:lnTo>
                  <a:pt x="307" y="177"/>
                </a:lnTo>
                <a:lnTo>
                  <a:pt x="308" y="177"/>
                </a:lnTo>
                <a:lnTo>
                  <a:pt x="308" y="178"/>
                </a:lnTo>
                <a:lnTo>
                  <a:pt x="309" y="179"/>
                </a:lnTo>
                <a:lnTo>
                  <a:pt x="308" y="179"/>
                </a:lnTo>
                <a:lnTo>
                  <a:pt x="308" y="180"/>
                </a:lnTo>
                <a:lnTo>
                  <a:pt x="308" y="181"/>
                </a:lnTo>
                <a:lnTo>
                  <a:pt x="307" y="181"/>
                </a:lnTo>
                <a:lnTo>
                  <a:pt x="308" y="182"/>
                </a:lnTo>
                <a:lnTo>
                  <a:pt x="308" y="181"/>
                </a:lnTo>
                <a:lnTo>
                  <a:pt x="309" y="181"/>
                </a:lnTo>
                <a:lnTo>
                  <a:pt x="310" y="181"/>
                </a:lnTo>
                <a:lnTo>
                  <a:pt x="311" y="180"/>
                </a:lnTo>
                <a:lnTo>
                  <a:pt x="310" y="180"/>
                </a:lnTo>
                <a:lnTo>
                  <a:pt x="310" y="179"/>
                </a:lnTo>
                <a:lnTo>
                  <a:pt x="311" y="178"/>
                </a:lnTo>
                <a:lnTo>
                  <a:pt x="311" y="177"/>
                </a:lnTo>
                <a:lnTo>
                  <a:pt x="311" y="176"/>
                </a:lnTo>
                <a:lnTo>
                  <a:pt x="312" y="175"/>
                </a:lnTo>
                <a:lnTo>
                  <a:pt x="314" y="175"/>
                </a:lnTo>
                <a:lnTo>
                  <a:pt x="315" y="174"/>
                </a:lnTo>
                <a:lnTo>
                  <a:pt x="315" y="173"/>
                </a:lnTo>
                <a:lnTo>
                  <a:pt x="316" y="175"/>
                </a:lnTo>
                <a:lnTo>
                  <a:pt x="317" y="176"/>
                </a:lnTo>
                <a:lnTo>
                  <a:pt x="317" y="177"/>
                </a:lnTo>
                <a:lnTo>
                  <a:pt x="316" y="177"/>
                </a:lnTo>
                <a:lnTo>
                  <a:pt x="317" y="177"/>
                </a:lnTo>
                <a:lnTo>
                  <a:pt x="317" y="178"/>
                </a:lnTo>
                <a:lnTo>
                  <a:pt x="316" y="178"/>
                </a:lnTo>
                <a:lnTo>
                  <a:pt x="316" y="179"/>
                </a:lnTo>
                <a:lnTo>
                  <a:pt x="315" y="180"/>
                </a:lnTo>
                <a:lnTo>
                  <a:pt x="316" y="180"/>
                </a:lnTo>
                <a:lnTo>
                  <a:pt x="316" y="181"/>
                </a:lnTo>
                <a:lnTo>
                  <a:pt x="315" y="181"/>
                </a:lnTo>
                <a:lnTo>
                  <a:pt x="314" y="180"/>
                </a:lnTo>
                <a:lnTo>
                  <a:pt x="312" y="181"/>
                </a:lnTo>
                <a:lnTo>
                  <a:pt x="312" y="182"/>
                </a:lnTo>
                <a:lnTo>
                  <a:pt x="312" y="183"/>
                </a:lnTo>
                <a:lnTo>
                  <a:pt x="312" y="184"/>
                </a:lnTo>
                <a:lnTo>
                  <a:pt x="312" y="183"/>
                </a:lnTo>
                <a:lnTo>
                  <a:pt x="314" y="183"/>
                </a:lnTo>
                <a:lnTo>
                  <a:pt x="315" y="183"/>
                </a:lnTo>
                <a:lnTo>
                  <a:pt x="316" y="183"/>
                </a:lnTo>
                <a:lnTo>
                  <a:pt x="316" y="182"/>
                </a:lnTo>
                <a:lnTo>
                  <a:pt x="317" y="181"/>
                </a:lnTo>
                <a:lnTo>
                  <a:pt x="317" y="180"/>
                </a:lnTo>
                <a:lnTo>
                  <a:pt x="318" y="179"/>
                </a:lnTo>
                <a:lnTo>
                  <a:pt x="318" y="178"/>
                </a:lnTo>
                <a:lnTo>
                  <a:pt x="318" y="177"/>
                </a:lnTo>
                <a:lnTo>
                  <a:pt x="319" y="177"/>
                </a:lnTo>
                <a:lnTo>
                  <a:pt x="320" y="176"/>
                </a:lnTo>
                <a:lnTo>
                  <a:pt x="320" y="175"/>
                </a:lnTo>
                <a:lnTo>
                  <a:pt x="322" y="174"/>
                </a:lnTo>
                <a:lnTo>
                  <a:pt x="326" y="173"/>
                </a:lnTo>
                <a:lnTo>
                  <a:pt x="327" y="173"/>
                </a:lnTo>
                <a:lnTo>
                  <a:pt x="328" y="173"/>
                </a:lnTo>
                <a:lnTo>
                  <a:pt x="328" y="172"/>
                </a:lnTo>
                <a:lnTo>
                  <a:pt x="330" y="171"/>
                </a:lnTo>
                <a:lnTo>
                  <a:pt x="330" y="170"/>
                </a:lnTo>
                <a:lnTo>
                  <a:pt x="331" y="170"/>
                </a:lnTo>
                <a:lnTo>
                  <a:pt x="331" y="169"/>
                </a:lnTo>
                <a:lnTo>
                  <a:pt x="332" y="169"/>
                </a:lnTo>
                <a:lnTo>
                  <a:pt x="333" y="169"/>
                </a:lnTo>
                <a:lnTo>
                  <a:pt x="334" y="168"/>
                </a:lnTo>
                <a:lnTo>
                  <a:pt x="335" y="168"/>
                </a:lnTo>
                <a:lnTo>
                  <a:pt x="336" y="169"/>
                </a:lnTo>
                <a:lnTo>
                  <a:pt x="337" y="170"/>
                </a:lnTo>
                <a:lnTo>
                  <a:pt x="338" y="169"/>
                </a:lnTo>
                <a:lnTo>
                  <a:pt x="340" y="169"/>
                </a:lnTo>
                <a:lnTo>
                  <a:pt x="339" y="169"/>
                </a:lnTo>
                <a:lnTo>
                  <a:pt x="339" y="170"/>
                </a:lnTo>
                <a:lnTo>
                  <a:pt x="338" y="171"/>
                </a:lnTo>
                <a:lnTo>
                  <a:pt x="338" y="172"/>
                </a:lnTo>
                <a:lnTo>
                  <a:pt x="338" y="173"/>
                </a:lnTo>
                <a:lnTo>
                  <a:pt x="338" y="174"/>
                </a:lnTo>
                <a:lnTo>
                  <a:pt x="338" y="175"/>
                </a:lnTo>
                <a:lnTo>
                  <a:pt x="339" y="175"/>
                </a:lnTo>
                <a:lnTo>
                  <a:pt x="339" y="176"/>
                </a:lnTo>
                <a:lnTo>
                  <a:pt x="340" y="175"/>
                </a:lnTo>
                <a:lnTo>
                  <a:pt x="341" y="175"/>
                </a:lnTo>
                <a:lnTo>
                  <a:pt x="342" y="175"/>
                </a:lnTo>
                <a:lnTo>
                  <a:pt x="342" y="174"/>
                </a:lnTo>
                <a:lnTo>
                  <a:pt x="343" y="174"/>
                </a:lnTo>
                <a:lnTo>
                  <a:pt x="343" y="173"/>
                </a:lnTo>
                <a:lnTo>
                  <a:pt x="343" y="172"/>
                </a:lnTo>
                <a:lnTo>
                  <a:pt x="343" y="171"/>
                </a:lnTo>
                <a:lnTo>
                  <a:pt x="344" y="170"/>
                </a:lnTo>
                <a:lnTo>
                  <a:pt x="344" y="169"/>
                </a:lnTo>
                <a:lnTo>
                  <a:pt x="345" y="169"/>
                </a:lnTo>
                <a:lnTo>
                  <a:pt x="345" y="168"/>
                </a:lnTo>
                <a:lnTo>
                  <a:pt x="344" y="168"/>
                </a:lnTo>
                <a:lnTo>
                  <a:pt x="344" y="167"/>
                </a:lnTo>
                <a:lnTo>
                  <a:pt x="343" y="167"/>
                </a:lnTo>
                <a:lnTo>
                  <a:pt x="341" y="167"/>
                </a:lnTo>
                <a:lnTo>
                  <a:pt x="341" y="168"/>
                </a:lnTo>
                <a:lnTo>
                  <a:pt x="340" y="168"/>
                </a:lnTo>
                <a:lnTo>
                  <a:pt x="340" y="167"/>
                </a:lnTo>
                <a:lnTo>
                  <a:pt x="339" y="167"/>
                </a:lnTo>
                <a:lnTo>
                  <a:pt x="339" y="168"/>
                </a:lnTo>
                <a:lnTo>
                  <a:pt x="338" y="168"/>
                </a:lnTo>
                <a:lnTo>
                  <a:pt x="337" y="168"/>
                </a:lnTo>
                <a:lnTo>
                  <a:pt x="336" y="168"/>
                </a:lnTo>
                <a:lnTo>
                  <a:pt x="336" y="167"/>
                </a:lnTo>
                <a:lnTo>
                  <a:pt x="336" y="166"/>
                </a:lnTo>
                <a:lnTo>
                  <a:pt x="337" y="166"/>
                </a:lnTo>
                <a:lnTo>
                  <a:pt x="338" y="165"/>
                </a:lnTo>
                <a:lnTo>
                  <a:pt x="339" y="165"/>
                </a:lnTo>
                <a:lnTo>
                  <a:pt x="339" y="164"/>
                </a:lnTo>
                <a:lnTo>
                  <a:pt x="340" y="164"/>
                </a:lnTo>
                <a:lnTo>
                  <a:pt x="340" y="163"/>
                </a:lnTo>
                <a:lnTo>
                  <a:pt x="341" y="163"/>
                </a:lnTo>
                <a:lnTo>
                  <a:pt x="341" y="162"/>
                </a:lnTo>
                <a:lnTo>
                  <a:pt x="342" y="162"/>
                </a:lnTo>
                <a:lnTo>
                  <a:pt x="343" y="161"/>
                </a:lnTo>
                <a:lnTo>
                  <a:pt x="345" y="160"/>
                </a:lnTo>
                <a:lnTo>
                  <a:pt x="346" y="160"/>
                </a:lnTo>
                <a:lnTo>
                  <a:pt x="347" y="160"/>
                </a:lnTo>
                <a:lnTo>
                  <a:pt x="348" y="160"/>
                </a:lnTo>
                <a:lnTo>
                  <a:pt x="349" y="160"/>
                </a:lnTo>
                <a:lnTo>
                  <a:pt x="350" y="160"/>
                </a:lnTo>
                <a:lnTo>
                  <a:pt x="351" y="160"/>
                </a:lnTo>
                <a:lnTo>
                  <a:pt x="351" y="159"/>
                </a:lnTo>
                <a:lnTo>
                  <a:pt x="352" y="159"/>
                </a:lnTo>
                <a:lnTo>
                  <a:pt x="351" y="158"/>
                </a:lnTo>
                <a:lnTo>
                  <a:pt x="352" y="158"/>
                </a:lnTo>
                <a:lnTo>
                  <a:pt x="353" y="158"/>
                </a:lnTo>
                <a:lnTo>
                  <a:pt x="353" y="159"/>
                </a:lnTo>
                <a:lnTo>
                  <a:pt x="354" y="159"/>
                </a:lnTo>
                <a:lnTo>
                  <a:pt x="354" y="158"/>
                </a:lnTo>
                <a:lnTo>
                  <a:pt x="355" y="159"/>
                </a:lnTo>
                <a:lnTo>
                  <a:pt x="356" y="159"/>
                </a:lnTo>
                <a:lnTo>
                  <a:pt x="355" y="159"/>
                </a:lnTo>
                <a:lnTo>
                  <a:pt x="355" y="160"/>
                </a:lnTo>
                <a:lnTo>
                  <a:pt x="357" y="160"/>
                </a:lnTo>
                <a:lnTo>
                  <a:pt x="357" y="161"/>
                </a:lnTo>
                <a:lnTo>
                  <a:pt x="357" y="162"/>
                </a:lnTo>
                <a:lnTo>
                  <a:pt x="357" y="163"/>
                </a:lnTo>
                <a:lnTo>
                  <a:pt x="358" y="163"/>
                </a:lnTo>
                <a:lnTo>
                  <a:pt x="358" y="162"/>
                </a:lnTo>
                <a:lnTo>
                  <a:pt x="359" y="163"/>
                </a:lnTo>
                <a:lnTo>
                  <a:pt x="359" y="164"/>
                </a:lnTo>
                <a:lnTo>
                  <a:pt x="358" y="164"/>
                </a:lnTo>
                <a:lnTo>
                  <a:pt x="357" y="164"/>
                </a:lnTo>
                <a:lnTo>
                  <a:pt x="357" y="165"/>
                </a:lnTo>
                <a:lnTo>
                  <a:pt x="358" y="165"/>
                </a:lnTo>
                <a:lnTo>
                  <a:pt x="357" y="165"/>
                </a:lnTo>
                <a:lnTo>
                  <a:pt x="358" y="165"/>
                </a:lnTo>
                <a:lnTo>
                  <a:pt x="358" y="166"/>
                </a:lnTo>
                <a:lnTo>
                  <a:pt x="358" y="167"/>
                </a:lnTo>
                <a:lnTo>
                  <a:pt x="359" y="167"/>
                </a:lnTo>
                <a:lnTo>
                  <a:pt x="358" y="167"/>
                </a:lnTo>
                <a:lnTo>
                  <a:pt x="358" y="168"/>
                </a:lnTo>
                <a:lnTo>
                  <a:pt x="357" y="168"/>
                </a:lnTo>
                <a:lnTo>
                  <a:pt x="355" y="171"/>
                </a:lnTo>
                <a:lnTo>
                  <a:pt x="355" y="172"/>
                </a:lnTo>
                <a:lnTo>
                  <a:pt x="355" y="175"/>
                </a:lnTo>
                <a:lnTo>
                  <a:pt x="356" y="175"/>
                </a:lnTo>
                <a:lnTo>
                  <a:pt x="356" y="176"/>
                </a:lnTo>
                <a:lnTo>
                  <a:pt x="357" y="176"/>
                </a:lnTo>
                <a:lnTo>
                  <a:pt x="358" y="177"/>
                </a:lnTo>
                <a:lnTo>
                  <a:pt x="358" y="178"/>
                </a:lnTo>
                <a:lnTo>
                  <a:pt x="357" y="177"/>
                </a:lnTo>
                <a:lnTo>
                  <a:pt x="357" y="178"/>
                </a:lnTo>
                <a:lnTo>
                  <a:pt x="357" y="179"/>
                </a:lnTo>
                <a:lnTo>
                  <a:pt x="356" y="179"/>
                </a:lnTo>
                <a:lnTo>
                  <a:pt x="357" y="179"/>
                </a:lnTo>
                <a:lnTo>
                  <a:pt x="356" y="180"/>
                </a:lnTo>
                <a:lnTo>
                  <a:pt x="356" y="181"/>
                </a:lnTo>
                <a:lnTo>
                  <a:pt x="354" y="183"/>
                </a:lnTo>
                <a:lnTo>
                  <a:pt x="353" y="184"/>
                </a:lnTo>
                <a:lnTo>
                  <a:pt x="353" y="185"/>
                </a:lnTo>
                <a:lnTo>
                  <a:pt x="353" y="186"/>
                </a:lnTo>
                <a:lnTo>
                  <a:pt x="352" y="186"/>
                </a:lnTo>
                <a:lnTo>
                  <a:pt x="352" y="187"/>
                </a:lnTo>
                <a:lnTo>
                  <a:pt x="353" y="188"/>
                </a:lnTo>
                <a:lnTo>
                  <a:pt x="353" y="189"/>
                </a:lnTo>
                <a:lnTo>
                  <a:pt x="354" y="189"/>
                </a:lnTo>
                <a:lnTo>
                  <a:pt x="354" y="190"/>
                </a:lnTo>
                <a:lnTo>
                  <a:pt x="353" y="191"/>
                </a:lnTo>
                <a:lnTo>
                  <a:pt x="352" y="191"/>
                </a:lnTo>
                <a:lnTo>
                  <a:pt x="352" y="192"/>
                </a:lnTo>
                <a:lnTo>
                  <a:pt x="353" y="192"/>
                </a:lnTo>
                <a:lnTo>
                  <a:pt x="353" y="193"/>
                </a:lnTo>
                <a:lnTo>
                  <a:pt x="353" y="194"/>
                </a:lnTo>
                <a:lnTo>
                  <a:pt x="352" y="194"/>
                </a:lnTo>
                <a:lnTo>
                  <a:pt x="353" y="194"/>
                </a:lnTo>
                <a:lnTo>
                  <a:pt x="355" y="194"/>
                </a:lnTo>
                <a:lnTo>
                  <a:pt x="355" y="195"/>
                </a:lnTo>
                <a:lnTo>
                  <a:pt x="356" y="195"/>
                </a:lnTo>
                <a:lnTo>
                  <a:pt x="357" y="195"/>
                </a:lnTo>
                <a:lnTo>
                  <a:pt x="358" y="195"/>
                </a:lnTo>
                <a:lnTo>
                  <a:pt x="357" y="194"/>
                </a:lnTo>
                <a:lnTo>
                  <a:pt x="358" y="194"/>
                </a:lnTo>
                <a:lnTo>
                  <a:pt x="359" y="195"/>
                </a:lnTo>
                <a:lnTo>
                  <a:pt x="358" y="195"/>
                </a:lnTo>
                <a:lnTo>
                  <a:pt x="358" y="196"/>
                </a:lnTo>
                <a:lnTo>
                  <a:pt x="357" y="196"/>
                </a:lnTo>
                <a:lnTo>
                  <a:pt x="356" y="197"/>
                </a:lnTo>
                <a:lnTo>
                  <a:pt x="356" y="198"/>
                </a:lnTo>
                <a:lnTo>
                  <a:pt x="356" y="199"/>
                </a:lnTo>
                <a:lnTo>
                  <a:pt x="356" y="201"/>
                </a:lnTo>
                <a:lnTo>
                  <a:pt x="357" y="202"/>
                </a:lnTo>
                <a:lnTo>
                  <a:pt x="356" y="202"/>
                </a:lnTo>
                <a:lnTo>
                  <a:pt x="356" y="203"/>
                </a:lnTo>
                <a:lnTo>
                  <a:pt x="356" y="202"/>
                </a:lnTo>
                <a:lnTo>
                  <a:pt x="356" y="201"/>
                </a:lnTo>
                <a:lnTo>
                  <a:pt x="355" y="201"/>
                </a:lnTo>
                <a:lnTo>
                  <a:pt x="355" y="202"/>
                </a:lnTo>
                <a:lnTo>
                  <a:pt x="354" y="203"/>
                </a:lnTo>
                <a:lnTo>
                  <a:pt x="354" y="204"/>
                </a:lnTo>
                <a:lnTo>
                  <a:pt x="353" y="205"/>
                </a:lnTo>
                <a:lnTo>
                  <a:pt x="352" y="205"/>
                </a:lnTo>
                <a:lnTo>
                  <a:pt x="351" y="205"/>
                </a:lnTo>
                <a:lnTo>
                  <a:pt x="350" y="205"/>
                </a:lnTo>
                <a:lnTo>
                  <a:pt x="349" y="206"/>
                </a:lnTo>
                <a:lnTo>
                  <a:pt x="348" y="207"/>
                </a:lnTo>
                <a:lnTo>
                  <a:pt x="347" y="207"/>
                </a:lnTo>
                <a:lnTo>
                  <a:pt x="346" y="207"/>
                </a:lnTo>
                <a:lnTo>
                  <a:pt x="346" y="208"/>
                </a:lnTo>
                <a:lnTo>
                  <a:pt x="345" y="208"/>
                </a:lnTo>
                <a:lnTo>
                  <a:pt x="343" y="208"/>
                </a:lnTo>
                <a:lnTo>
                  <a:pt x="342" y="208"/>
                </a:lnTo>
                <a:lnTo>
                  <a:pt x="341" y="208"/>
                </a:lnTo>
                <a:lnTo>
                  <a:pt x="341" y="207"/>
                </a:lnTo>
                <a:lnTo>
                  <a:pt x="340" y="207"/>
                </a:lnTo>
                <a:lnTo>
                  <a:pt x="340" y="206"/>
                </a:lnTo>
                <a:lnTo>
                  <a:pt x="340" y="204"/>
                </a:lnTo>
                <a:lnTo>
                  <a:pt x="341" y="201"/>
                </a:lnTo>
                <a:lnTo>
                  <a:pt x="341" y="199"/>
                </a:lnTo>
                <a:lnTo>
                  <a:pt x="341" y="198"/>
                </a:lnTo>
                <a:lnTo>
                  <a:pt x="341" y="197"/>
                </a:lnTo>
                <a:lnTo>
                  <a:pt x="341" y="196"/>
                </a:lnTo>
                <a:lnTo>
                  <a:pt x="342" y="194"/>
                </a:lnTo>
                <a:lnTo>
                  <a:pt x="342" y="193"/>
                </a:lnTo>
                <a:lnTo>
                  <a:pt x="342" y="192"/>
                </a:lnTo>
                <a:lnTo>
                  <a:pt x="343" y="191"/>
                </a:lnTo>
                <a:lnTo>
                  <a:pt x="343" y="192"/>
                </a:lnTo>
                <a:lnTo>
                  <a:pt x="344" y="191"/>
                </a:lnTo>
                <a:lnTo>
                  <a:pt x="343" y="191"/>
                </a:lnTo>
                <a:lnTo>
                  <a:pt x="344" y="190"/>
                </a:lnTo>
                <a:lnTo>
                  <a:pt x="344" y="191"/>
                </a:lnTo>
                <a:lnTo>
                  <a:pt x="345" y="191"/>
                </a:lnTo>
                <a:lnTo>
                  <a:pt x="345" y="190"/>
                </a:lnTo>
                <a:lnTo>
                  <a:pt x="344" y="190"/>
                </a:lnTo>
                <a:lnTo>
                  <a:pt x="343" y="189"/>
                </a:lnTo>
                <a:lnTo>
                  <a:pt x="342" y="189"/>
                </a:lnTo>
                <a:lnTo>
                  <a:pt x="341" y="190"/>
                </a:lnTo>
                <a:lnTo>
                  <a:pt x="342" y="191"/>
                </a:lnTo>
                <a:lnTo>
                  <a:pt x="341" y="191"/>
                </a:lnTo>
                <a:lnTo>
                  <a:pt x="341" y="190"/>
                </a:lnTo>
                <a:lnTo>
                  <a:pt x="340" y="190"/>
                </a:lnTo>
                <a:lnTo>
                  <a:pt x="341" y="190"/>
                </a:lnTo>
                <a:lnTo>
                  <a:pt x="341" y="189"/>
                </a:lnTo>
                <a:lnTo>
                  <a:pt x="341" y="188"/>
                </a:lnTo>
                <a:lnTo>
                  <a:pt x="341" y="189"/>
                </a:lnTo>
                <a:lnTo>
                  <a:pt x="341" y="188"/>
                </a:lnTo>
                <a:lnTo>
                  <a:pt x="342" y="188"/>
                </a:lnTo>
                <a:lnTo>
                  <a:pt x="341" y="188"/>
                </a:lnTo>
                <a:lnTo>
                  <a:pt x="341" y="187"/>
                </a:lnTo>
                <a:lnTo>
                  <a:pt x="342" y="187"/>
                </a:lnTo>
                <a:lnTo>
                  <a:pt x="341" y="187"/>
                </a:lnTo>
                <a:lnTo>
                  <a:pt x="341" y="186"/>
                </a:lnTo>
                <a:lnTo>
                  <a:pt x="342" y="186"/>
                </a:lnTo>
                <a:lnTo>
                  <a:pt x="342" y="185"/>
                </a:lnTo>
                <a:lnTo>
                  <a:pt x="341" y="185"/>
                </a:lnTo>
                <a:lnTo>
                  <a:pt x="341" y="186"/>
                </a:lnTo>
                <a:lnTo>
                  <a:pt x="340" y="186"/>
                </a:lnTo>
                <a:lnTo>
                  <a:pt x="339" y="186"/>
                </a:lnTo>
                <a:lnTo>
                  <a:pt x="338" y="187"/>
                </a:lnTo>
                <a:lnTo>
                  <a:pt x="339" y="187"/>
                </a:lnTo>
                <a:lnTo>
                  <a:pt x="340" y="187"/>
                </a:lnTo>
                <a:lnTo>
                  <a:pt x="340" y="188"/>
                </a:lnTo>
                <a:lnTo>
                  <a:pt x="340" y="189"/>
                </a:lnTo>
                <a:lnTo>
                  <a:pt x="339" y="189"/>
                </a:lnTo>
                <a:lnTo>
                  <a:pt x="339" y="190"/>
                </a:lnTo>
                <a:lnTo>
                  <a:pt x="340" y="190"/>
                </a:lnTo>
                <a:lnTo>
                  <a:pt x="340" y="191"/>
                </a:lnTo>
                <a:lnTo>
                  <a:pt x="340" y="192"/>
                </a:lnTo>
                <a:lnTo>
                  <a:pt x="340" y="193"/>
                </a:lnTo>
                <a:lnTo>
                  <a:pt x="340" y="194"/>
                </a:lnTo>
                <a:lnTo>
                  <a:pt x="340" y="195"/>
                </a:lnTo>
                <a:lnTo>
                  <a:pt x="340" y="196"/>
                </a:lnTo>
                <a:lnTo>
                  <a:pt x="339" y="198"/>
                </a:lnTo>
                <a:lnTo>
                  <a:pt x="339" y="202"/>
                </a:lnTo>
                <a:lnTo>
                  <a:pt x="338" y="202"/>
                </a:lnTo>
                <a:lnTo>
                  <a:pt x="338" y="203"/>
                </a:lnTo>
                <a:lnTo>
                  <a:pt x="338" y="205"/>
                </a:lnTo>
                <a:lnTo>
                  <a:pt x="338" y="207"/>
                </a:lnTo>
                <a:lnTo>
                  <a:pt x="337" y="207"/>
                </a:lnTo>
                <a:lnTo>
                  <a:pt x="337" y="208"/>
                </a:lnTo>
                <a:lnTo>
                  <a:pt x="337" y="209"/>
                </a:lnTo>
                <a:lnTo>
                  <a:pt x="335" y="210"/>
                </a:lnTo>
                <a:lnTo>
                  <a:pt x="334" y="210"/>
                </a:lnTo>
                <a:lnTo>
                  <a:pt x="333" y="211"/>
                </a:lnTo>
                <a:lnTo>
                  <a:pt x="332" y="211"/>
                </a:lnTo>
                <a:lnTo>
                  <a:pt x="331" y="210"/>
                </a:lnTo>
                <a:lnTo>
                  <a:pt x="330" y="209"/>
                </a:lnTo>
                <a:lnTo>
                  <a:pt x="329" y="209"/>
                </a:lnTo>
                <a:lnTo>
                  <a:pt x="329" y="208"/>
                </a:lnTo>
                <a:lnTo>
                  <a:pt x="327" y="206"/>
                </a:lnTo>
                <a:lnTo>
                  <a:pt x="326" y="206"/>
                </a:lnTo>
                <a:lnTo>
                  <a:pt x="326" y="205"/>
                </a:lnTo>
                <a:lnTo>
                  <a:pt x="325" y="203"/>
                </a:lnTo>
                <a:lnTo>
                  <a:pt x="324" y="201"/>
                </a:lnTo>
                <a:lnTo>
                  <a:pt x="324" y="199"/>
                </a:lnTo>
                <a:lnTo>
                  <a:pt x="323" y="199"/>
                </a:lnTo>
                <a:lnTo>
                  <a:pt x="323" y="198"/>
                </a:lnTo>
                <a:lnTo>
                  <a:pt x="324" y="197"/>
                </a:lnTo>
                <a:lnTo>
                  <a:pt x="323" y="196"/>
                </a:lnTo>
                <a:lnTo>
                  <a:pt x="322" y="196"/>
                </a:lnTo>
                <a:lnTo>
                  <a:pt x="322" y="197"/>
                </a:lnTo>
                <a:lnTo>
                  <a:pt x="321" y="197"/>
                </a:lnTo>
                <a:lnTo>
                  <a:pt x="320" y="197"/>
                </a:lnTo>
                <a:lnTo>
                  <a:pt x="320" y="196"/>
                </a:lnTo>
                <a:lnTo>
                  <a:pt x="319" y="196"/>
                </a:lnTo>
                <a:lnTo>
                  <a:pt x="318" y="195"/>
                </a:lnTo>
                <a:lnTo>
                  <a:pt x="317" y="195"/>
                </a:lnTo>
                <a:lnTo>
                  <a:pt x="317" y="196"/>
                </a:lnTo>
                <a:lnTo>
                  <a:pt x="316" y="196"/>
                </a:lnTo>
                <a:lnTo>
                  <a:pt x="317" y="196"/>
                </a:lnTo>
                <a:lnTo>
                  <a:pt x="317" y="195"/>
                </a:lnTo>
                <a:lnTo>
                  <a:pt x="318" y="195"/>
                </a:lnTo>
                <a:lnTo>
                  <a:pt x="319" y="196"/>
                </a:lnTo>
                <a:lnTo>
                  <a:pt x="319" y="197"/>
                </a:lnTo>
                <a:lnTo>
                  <a:pt x="320" y="197"/>
                </a:lnTo>
                <a:lnTo>
                  <a:pt x="321" y="198"/>
                </a:lnTo>
                <a:lnTo>
                  <a:pt x="321" y="199"/>
                </a:lnTo>
                <a:lnTo>
                  <a:pt x="321" y="201"/>
                </a:lnTo>
                <a:lnTo>
                  <a:pt x="322" y="201"/>
                </a:lnTo>
                <a:lnTo>
                  <a:pt x="321" y="202"/>
                </a:lnTo>
                <a:lnTo>
                  <a:pt x="320" y="201"/>
                </a:lnTo>
                <a:lnTo>
                  <a:pt x="319" y="202"/>
                </a:lnTo>
                <a:lnTo>
                  <a:pt x="318" y="202"/>
                </a:lnTo>
                <a:lnTo>
                  <a:pt x="317" y="202"/>
                </a:lnTo>
                <a:lnTo>
                  <a:pt x="317" y="203"/>
                </a:lnTo>
                <a:lnTo>
                  <a:pt x="317" y="204"/>
                </a:lnTo>
                <a:lnTo>
                  <a:pt x="316" y="204"/>
                </a:lnTo>
                <a:lnTo>
                  <a:pt x="317" y="205"/>
                </a:lnTo>
                <a:lnTo>
                  <a:pt x="317" y="206"/>
                </a:lnTo>
                <a:lnTo>
                  <a:pt x="319" y="207"/>
                </a:lnTo>
                <a:lnTo>
                  <a:pt x="320" y="207"/>
                </a:lnTo>
                <a:lnTo>
                  <a:pt x="321" y="207"/>
                </a:lnTo>
                <a:lnTo>
                  <a:pt x="321" y="208"/>
                </a:lnTo>
                <a:lnTo>
                  <a:pt x="322" y="209"/>
                </a:lnTo>
                <a:lnTo>
                  <a:pt x="322" y="208"/>
                </a:lnTo>
                <a:lnTo>
                  <a:pt x="323" y="208"/>
                </a:lnTo>
                <a:lnTo>
                  <a:pt x="323" y="209"/>
                </a:lnTo>
                <a:lnTo>
                  <a:pt x="323" y="210"/>
                </a:lnTo>
                <a:lnTo>
                  <a:pt x="321" y="211"/>
                </a:lnTo>
                <a:lnTo>
                  <a:pt x="320" y="211"/>
                </a:lnTo>
                <a:lnTo>
                  <a:pt x="319" y="210"/>
                </a:lnTo>
                <a:lnTo>
                  <a:pt x="318" y="210"/>
                </a:lnTo>
                <a:lnTo>
                  <a:pt x="317" y="210"/>
                </a:lnTo>
                <a:lnTo>
                  <a:pt x="315" y="209"/>
                </a:lnTo>
                <a:lnTo>
                  <a:pt x="314" y="209"/>
                </a:lnTo>
                <a:lnTo>
                  <a:pt x="314" y="208"/>
                </a:lnTo>
                <a:lnTo>
                  <a:pt x="314" y="207"/>
                </a:lnTo>
                <a:lnTo>
                  <a:pt x="312" y="208"/>
                </a:lnTo>
                <a:lnTo>
                  <a:pt x="312" y="207"/>
                </a:lnTo>
                <a:lnTo>
                  <a:pt x="312" y="208"/>
                </a:lnTo>
                <a:lnTo>
                  <a:pt x="311" y="208"/>
                </a:lnTo>
                <a:lnTo>
                  <a:pt x="311" y="209"/>
                </a:lnTo>
                <a:lnTo>
                  <a:pt x="311" y="208"/>
                </a:lnTo>
                <a:lnTo>
                  <a:pt x="310" y="209"/>
                </a:lnTo>
                <a:lnTo>
                  <a:pt x="310" y="208"/>
                </a:lnTo>
                <a:lnTo>
                  <a:pt x="309" y="208"/>
                </a:lnTo>
                <a:lnTo>
                  <a:pt x="309" y="207"/>
                </a:lnTo>
                <a:lnTo>
                  <a:pt x="308" y="207"/>
                </a:lnTo>
                <a:lnTo>
                  <a:pt x="308" y="208"/>
                </a:lnTo>
                <a:lnTo>
                  <a:pt x="309" y="208"/>
                </a:lnTo>
                <a:lnTo>
                  <a:pt x="310" y="209"/>
                </a:lnTo>
                <a:lnTo>
                  <a:pt x="310" y="210"/>
                </a:lnTo>
                <a:lnTo>
                  <a:pt x="311" y="210"/>
                </a:lnTo>
                <a:lnTo>
                  <a:pt x="312" y="210"/>
                </a:lnTo>
                <a:lnTo>
                  <a:pt x="314" y="210"/>
                </a:lnTo>
                <a:lnTo>
                  <a:pt x="314" y="212"/>
                </a:lnTo>
                <a:lnTo>
                  <a:pt x="315" y="212"/>
                </a:lnTo>
                <a:lnTo>
                  <a:pt x="316" y="212"/>
                </a:lnTo>
                <a:lnTo>
                  <a:pt x="317" y="212"/>
                </a:lnTo>
                <a:lnTo>
                  <a:pt x="319" y="212"/>
                </a:lnTo>
                <a:lnTo>
                  <a:pt x="319" y="213"/>
                </a:lnTo>
                <a:lnTo>
                  <a:pt x="320" y="213"/>
                </a:lnTo>
                <a:lnTo>
                  <a:pt x="321" y="212"/>
                </a:lnTo>
                <a:lnTo>
                  <a:pt x="321" y="213"/>
                </a:lnTo>
                <a:lnTo>
                  <a:pt x="322" y="213"/>
                </a:lnTo>
                <a:lnTo>
                  <a:pt x="323" y="213"/>
                </a:lnTo>
                <a:lnTo>
                  <a:pt x="324" y="214"/>
                </a:lnTo>
                <a:lnTo>
                  <a:pt x="325" y="214"/>
                </a:lnTo>
                <a:lnTo>
                  <a:pt x="327" y="214"/>
                </a:lnTo>
                <a:lnTo>
                  <a:pt x="328" y="214"/>
                </a:lnTo>
                <a:lnTo>
                  <a:pt x="327" y="215"/>
                </a:lnTo>
                <a:lnTo>
                  <a:pt x="326" y="215"/>
                </a:lnTo>
                <a:lnTo>
                  <a:pt x="326" y="216"/>
                </a:lnTo>
                <a:lnTo>
                  <a:pt x="326" y="217"/>
                </a:lnTo>
                <a:lnTo>
                  <a:pt x="326" y="218"/>
                </a:lnTo>
                <a:lnTo>
                  <a:pt x="327" y="219"/>
                </a:lnTo>
                <a:lnTo>
                  <a:pt x="326" y="220"/>
                </a:lnTo>
                <a:lnTo>
                  <a:pt x="324" y="220"/>
                </a:lnTo>
                <a:lnTo>
                  <a:pt x="323" y="220"/>
                </a:lnTo>
                <a:lnTo>
                  <a:pt x="322" y="220"/>
                </a:lnTo>
                <a:lnTo>
                  <a:pt x="321" y="219"/>
                </a:lnTo>
                <a:lnTo>
                  <a:pt x="320" y="219"/>
                </a:lnTo>
                <a:lnTo>
                  <a:pt x="319" y="219"/>
                </a:lnTo>
                <a:lnTo>
                  <a:pt x="318" y="219"/>
                </a:lnTo>
                <a:lnTo>
                  <a:pt x="318" y="220"/>
                </a:lnTo>
                <a:lnTo>
                  <a:pt x="318" y="221"/>
                </a:lnTo>
                <a:lnTo>
                  <a:pt x="318" y="222"/>
                </a:lnTo>
                <a:lnTo>
                  <a:pt x="317" y="222"/>
                </a:lnTo>
                <a:lnTo>
                  <a:pt x="317" y="223"/>
                </a:lnTo>
                <a:lnTo>
                  <a:pt x="317" y="224"/>
                </a:lnTo>
                <a:lnTo>
                  <a:pt x="319" y="223"/>
                </a:lnTo>
                <a:lnTo>
                  <a:pt x="320" y="223"/>
                </a:lnTo>
                <a:lnTo>
                  <a:pt x="319" y="222"/>
                </a:lnTo>
                <a:lnTo>
                  <a:pt x="319" y="221"/>
                </a:lnTo>
                <a:lnTo>
                  <a:pt x="319" y="220"/>
                </a:lnTo>
                <a:lnTo>
                  <a:pt x="320" y="219"/>
                </a:lnTo>
                <a:lnTo>
                  <a:pt x="321" y="219"/>
                </a:lnTo>
                <a:lnTo>
                  <a:pt x="321" y="220"/>
                </a:lnTo>
                <a:lnTo>
                  <a:pt x="322" y="220"/>
                </a:lnTo>
                <a:lnTo>
                  <a:pt x="322" y="221"/>
                </a:lnTo>
                <a:lnTo>
                  <a:pt x="323" y="221"/>
                </a:lnTo>
                <a:lnTo>
                  <a:pt x="324" y="221"/>
                </a:lnTo>
                <a:lnTo>
                  <a:pt x="324" y="220"/>
                </a:lnTo>
                <a:lnTo>
                  <a:pt x="325" y="221"/>
                </a:lnTo>
                <a:lnTo>
                  <a:pt x="326" y="221"/>
                </a:lnTo>
                <a:lnTo>
                  <a:pt x="327" y="220"/>
                </a:lnTo>
                <a:lnTo>
                  <a:pt x="328" y="220"/>
                </a:lnTo>
                <a:lnTo>
                  <a:pt x="328" y="219"/>
                </a:lnTo>
                <a:lnTo>
                  <a:pt x="329" y="219"/>
                </a:lnTo>
                <a:lnTo>
                  <a:pt x="329" y="220"/>
                </a:lnTo>
                <a:lnTo>
                  <a:pt x="330" y="220"/>
                </a:lnTo>
                <a:lnTo>
                  <a:pt x="330" y="221"/>
                </a:lnTo>
                <a:lnTo>
                  <a:pt x="331" y="222"/>
                </a:lnTo>
                <a:lnTo>
                  <a:pt x="330" y="222"/>
                </a:lnTo>
                <a:lnTo>
                  <a:pt x="331" y="222"/>
                </a:lnTo>
                <a:lnTo>
                  <a:pt x="331" y="223"/>
                </a:lnTo>
                <a:lnTo>
                  <a:pt x="332" y="223"/>
                </a:lnTo>
                <a:lnTo>
                  <a:pt x="332" y="222"/>
                </a:lnTo>
                <a:lnTo>
                  <a:pt x="332" y="223"/>
                </a:lnTo>
                <a:lnTo>
                  <a:pt x="331" y="223"/>
                </a:lnTo>
                <a:lnTo>
                  <a:pt x="330" y="223"/>
                </a:lnTo>
                <a:lnTo>
                  <a:pt x="331" y="224"/>
                </a:lnTo>
                <a:lnTo>
                  <a:pt x="331" y="226"/>
                </a:lnTo>
                <a:lnTo>
                  <a:pt x="330" y="226"/>
                </a:lnTo>
                <a:lnTo>
                  <a:pt x="329" y="227"/>
                </a:lnTo>
                <a:lnTo>
                  <a:pt x="331" y="228"/>
                </a:lnTo>
                <a:lnTo>
                  <a:pt x="332" y="228"/>
                </a:lnTo>
                <a:lnTo>
                  <a:pt x="332" y="227"/>
                </a:lnTo>
                <a:lnTo>
                  <a:pt x="332" y="228"/>
                </a:lnTo>
                <a:lnTo>
                  <a:pt x="333" y="229"/>
                </a:lnTo>
                <a:lnTo>
                  <a:pt x="333" y="230"/>
                </a:lnTo>
                <a:lnTo>
                  <a:pt x="334" y="230"/>
                </a:lnTo>
                <a:lnTo>
                  <a:pt x="335" y="230"/>
                </a:lnTo>
                <a:lnTo>
                  <a:pt x="334" y="231"/>
                </a:lnTo>
                <a:lnTo>
                  <a:pt x="333" y="232"/>
                </a:lnTo>
                <a:lnTo>
                  <a:pt x="332" y="233"/>
                </a:lnTo>
                <a:lnTo>
                  <a:pt x="331" y="233"/>
                </a:lnTo>
                <a:lnTo>
                  <a:pt x="331" y="234"/>
                </a:lnTo>
                <a:lnTo>
                  <a:pt x="330" y="234"/>
                </a:lnTo>
                <a:lnTo>
                  <a:pt x="329" y="234"/>
                </a:lnTo>
                <a:lnTo>
                  <a:pt x="328" y="234"/>
                </a:lnTo>
                <a:lnTo>
                  <a:pt x="327" y="234"/>
                </a:lnTo>
                <a:lnTo>
                  <a:pt x="325" y="233"/>
                </a:lnTo>
                <a:lnTo>
                  <a:pt x="324" y="233"/>
                </a:lnTo>
                <a:lnTo>
                  <a:pt x="324" y="232"/>
                </a:lnTo>
                <a:lnTo>
                  <a:pt x="323" y="232"/>
                </a:lnTo>
                <a:lnTo>
                  <a:pt x="322" y="232"/>
                </a:lnTo>
                <a:lnTo>
                  <a:pt x="321" y="232"/>
                </a:lnTo>
                <a:lnTo>
                  <a:pt x="320" y="231"/>
                </a:lnTo>
                <a:lnTo>
                  <a:pt x="319" y="230"/>
                </a:lnTo>
                <a:lnTo>
                  <a:pt x="319" y="229"/>
                </a:lnTo>
                <a:lnTo>
                  <a:pt x="318" y="229"/>
                </a:lnTo>
                <a:lnTo>
                  <a:pt x="317" y="229"/>
                </a:lnTo>
                <a:lnTo>
                  <a:pt x="316" y="230"/>
                </a:lnTo>
                <a:lnTo>
                  <a:pt x="316" y="231"/>
                </a:lnTo>
                <a:lnTo>
                  <a:pt x="317" y="231"/>
                </a:lnTo>
                <a:lnTo>
                  <a:pt x="318" y="231"/>
                </a:lnTo>
                <a:lnTo>
                  <a:pt x="319" y="232"/>
                </a:lnTo>
                <a:lnTo>
                  <a:pt x="320" y="232"/>
                </a:lnTo>
                <a:lnTo>
                  <a:pt x="319" y="232"/>
                </a:lnTo>
                <a:lnTo>
                  <a:pt x="319" y="234"/>
                </a:lnTo>
                <a:lnTo>
                  <a:pt x="320" y="234"/>
                </a:lnTo>
                <a:lnTo>
                  <a:pt x="321" y="234"/>
                </a:lnTo>
                <a:lnTo>
                  <a:pt x="322" y="234"/>
                </a:lnTo>
                <a:lnTo>
                  <a:pt x="323" y="234"/>
                </a:lnTo>
                <a:lnTo>
                  <a:pt x="323" y="235"/>
                </a:lnTo>
                <a:lnTo>
                  <a:pt x="324" y="235"/>
                </a:lnTo>
                <a:lnTo>
                  <a:pt x="325" y="235"/>
                </a:lnTo>
                <a:lnTo>
                  <a:pt x="326" y="235"/>
                </a:lnTo>
                <a:lnTo>
                  <a:pt x="327" y="236"/>
                </a:lnTo>
                <a:lnTo>
                  <a:pt x="327" y="237"/>
                </a:lnTo>
                <a:lnTo>
                  <a:pt x="328" y="238"/>
                </a:lnTo>
                <a:lnTo>
                  <a:pt x="328" y="239"/>
                </a:lnTo>
                <a:lnTo>
                  <a:pt x="327" y="239"/>
                </a:lnTo>
                <a:lnTo>
                  <a:pt x="329" y="239"/>
                </a:lnTo>
                <a:lnTo>
                  <a:pt x="330" y="239"/>
                </a:lnTo>
                <a:lnTo>
                  <a:pt x="330" y="240"/>
                </a:lnTo>
                <a:lnTo>
                  <a:pt x="329" y="240"/>
                </a:lnTo>
                <a:lnTo>
                  <a:pt x="329" y="241"/>
                </a:lnTo>
                <a:lnTo>
                  <a:pt x="329" y="242"/>
                </a:lnTo>
                <a:lnTo>
                  <a:pt x="330" y="242"/>
                </a:lnTo>
                <a:lnTo>
                  <a:pt x="330" y="241"/>
                </a:lnTo>
                <a:lnTo>
                  <a:pt x="331" y="242"/>
                </a:lnTo>
                <a:lnTo>
                  <a:pt x="330" y="242"/>
                </a:lnTo>
                <a:lnTo>
                  <a:pt x="330" y="243"/>
                </a:lnTo>
                <a:lnTo>
                  <a:pt x="331" y="243"/>
                </a:lnTo>
                <a:lnTo>
                  <a:pt x="331" y="244"/>
                </a:lnTo>
                <a:lnTo>
                  <a:pt x="330" y="245"/>
                </a:lnTo>
                <a:lnTo>
                  <a:pt x="331" y="245"/>
                </a:lnTo>
                <a:lnTo>
                  <a:pt x="330" y="245"/>
                </a:lnTo>
                <a:lnTo>
                  <a:pt x="330" y="246"/>
                </a:lnTo>
                <a:lnTo>
                  <a:pt x="331" y="246"/>
                </a:lnTo>
                <a:lnTo>
                  <a:pt x="330" y="246"/>
                </a:lnTo>
                <a:lnTo>
                  <a:pt x="330" y="247"/>
                </a:lnTo>
                <a:lnTo>
                  <a:pt x="329" y="252"/>
                </a:lnTo>
                <a:lnTo>
                  <a:pt x="329" y="253"/>
                </a:lnTo>
                <a:lnTo>
                  <a:pt x="328" y="254"/>
                </a:lnTo>
                <a:lnTo>
                  <a:pt x="327" y="254"/>
                </a:lnTo>
                <a:lnTo>
                  <a:pt x="326" y="253"/>
                </a:lnTo>
                <a:lnTo>
                  <a:pt x="325" y="253"/>
                </a:lnTo>
                <a:lnTo>
                  <a:pt x="325" y="254"/>
                </a:lnTo>
                <a:lnTo>
                  <a:pt x="325" y="255"/>
                </a:lnTo>
                <a:lnTo>
                  <a:pt x="324" y="255"/>
                </a:lnTo>
                <a:lnTo>
                  <a:pt x="323" y="255"/>
                </a:lnTo>
                <a:lnTo>
                  <a:pt x="322" y="256"/>
                </a:lnTo>
                <a:lnTo>
                  <a:pt x="321" y="256"/>
                </a:lnTo>
                <a:lnTo>
                  <a:pt x="318" y="256"/>
                </a:lnTo>
                <a:lnTo>
                  <a:pt x="317" y="256"/>
                </a:lnTo>
                <a:lnTo>
                  <a:pt x="316" y="256"/>
                </a:lnTo>
                <a:lnTo>
                  <a:pt x="315" y="256"/>
                </a:lnTo>
                <a:lnTo>
                  <a:pt x="314" y="256"/>
                </a:lnTo>
                <a:lnTo>
                  <a:pt x="312" y="257"/>
                </a:lnTo>
                <a:lnTo>
                  <a:pt x="312" y="258"/>
                </a:lnTo>
                <a:lnTo>
                  <a:pt x="315" y="259"/>
                </a:lnTo>
                <a:lnTo>
                  <a:pt x="316" y="259"/>
                </a:lnTo>
                <a:lnTo>
                  <a:pt x="317" y="259"/>
                </a:lnTo>
                <a:lnTo>
                  <a:pt x="319" y="260"/>
                </a:lnTo>
                <a:lnTo>
                  <a:pt x="319" y="261"/>
                </a:lnTo>
                <a:lnTo>
                  <a:pt x="321" y="264"/>
                </a:lnTo>
                <a:lnTo>
                  <a:pt x="321" y="265"/>
                </a:lnTo>
                <a:lnTo>
                  <a:pt x="321" y="266"/>
                </a:lnTo>
                <a:lnTo>
                  <a:pt x="322" y="268"/>
                </a:lnTo>
                <a:lnTo>
                  <a:pt x="323" y="268"/>
                </a:lnTo>
                <a:lnTo>
                  <a:pt x="323" y="269"/>
                </a:lnTo>
                <a:lnTo>
                  <a:pt x="323" y="270"/>
                </a:lnTo>
                <a:lnTo>
                  <a:pt x="323" y="272"/>
                </a:lnTo>
                <a:lnTo>
                  <a:pt x="324" y="272"/>
                </a:lnTo>
                <a:lnTo>
                  <a:pt x="324" y="271"/>
                </a:lnTo>
                <a:lnTo>
                  <a:pt x="325" y="272"/>
                </a:lnTo>
                <a:lnTo>
                  <a:pt x="325" y="273"/>
                </a:lnTo>
                <a:lnTo>
                  <a:pt x="326" y="273"/>
                </a:lnTo>
                <a:lnTo>
                  <a:pt x="326" y="274"/>
                </a:lnTo>
                <a:lnTo>
                  <a:pt x="325" y="274"/>
                </a:lnTo>
                <a:lnTo>
                  <a:pt x="325" y="275"/>
                </a:lnTo>
                <a:lnTo>
                  <a:pt x="325" y="276"/>
                </a:lnTo>
                <a:lnTo>
                  <a:pt x="324" y="276"/>
                </a:lnTo>
                <a:lnTo>
                  <a:pt x="323" y="277"/>
                </a:lnTo>
                <a:lnTo>
                  <a:pt x="322" y="276"/>
                </a:lnTo>
                <a:lnTo>
                  <a:pt x="321" y="276"/>
                </a:lnTo>
                <a:lnTo>
                  <a:pt x="322" y="277"/>
                </a:lnTo>
                <a:lnTo>
                  <a:pt x="323" y="277"/>
                </a:lnTo>
                <a:lnTo>
                  <a:pt x="324" y="278"/>
                </a:lnTo>
                <a:lnTo>
                  <a:pt x="324" y="279"/>
                </a:lnTo>
                <a:lnTo>
                  <a:pt x="323" y="279"/>
                </a:lnTo>
                <a:lnTo>
                  <a:pt x="323" y="280"/>
                </a:lnTo>
                <a:lnTo>
                  <a:pt x="323" y="283"/>
                </a:lnTo>
                <a:lnTo>
                  <a:pt x="324" y="284"/>
                </a:lnTo>
                <a:lnTo>
                  <a:pt x="327" y="285"/>
                </a:lnTo>
                <a:lnTo>
                  <a:pt x="327" y="284"/>
                </a:lnTo>
                <a:lnTo>
                  <a:pt x="328" y="284"/>
                </a:lnTo>
                <a:lnTo>
                  <a:pt x="328" y="285"/>
                </a:lnTo>
                <a:lnTo>
                  <a:pt x="329" y="286"/>
                </a:lnTo>
                <a:lnTo>
                  <a:pt x="328" y="286"/>
                </a:lnTo>
                <a:lnTo>
                  <a:pt x="327" y="286"/>
                </a:lnTo>
                <a:lnTo>
                  <a:pt x="327" y="288"/>
                </a:lnTo>
                <a:lnTo>
                  <a:pt x="328" y="288"/>
                </a:lnTo>
                <a:lnTo>
                  <a:pt x="327" y="289"/>
                </a:lnTo>
                <a:lnTo>
                  <a:pt x="326" y="290"/>
                </a:lnTo>
                <a:lnTo>
                  <a:pt x="325" y="290"/>
                </a:lnTo>
                <a:lnTo>
                  <a:pt x="325" y="291"/>
                </a:lnTo>
                <a:lnTo>
                  <a:pt x="326" y="292"/>
                </a:lnTo>
                <a:lnTo>
                  <a:pt x="327" y="291"/>
                </a:lnTo>
                <a:lnTo>
                  <a:pt x="328" y="291"/>
                </a:lnTo>
                <a:lnTo>
                  <a:pt x="329" y="291"/>
                </a:lnTo>
                <a:lnTo>
                  <a:pt x="328" y="291"/>
                </a:lnTo>
                <a:lnTo>
                  <a:pt x="328" y="292"/>
                </a:lnTo>
                <a:lnTo>
                  <a:pt x="328" y="291"/>
                </a:lnTo>
                <a:lnTo>
                  <a:pt x="329" y="291"/>
                </a:lnTo>
                <a:lnTo>
                  <a:pt x="329" y="292"/>
                </a:lnTo>
                <a:lnTo>
                  <a:pt x="328" y="293"/>
                </a:lnTo>
                <a:lnTo>
                  <a:pt x="328" y="294"/>
                </a:lnTo>
                <a:lnTo>
                  <a:pt x="327" y="294"/>
                </a:lnTo>
                <a:lnTo>
                  <a:pt x="327" y="295"/>
                </a:lnTo>
                <a:lnTo>
                  <a:pt x="327" y="296"/>
                </a:lnTo>
                <a:lnTo>
                  <a:pt x="326" y="297"/>
                </a:lnTo>
                <a:lnTo>
                  <a:pt x="327" y="297"/>
                </a:lnTo>
                <a:lnTo>
                  <a:pt x="327" y="298"/>
                </a:lnTo>
                <a:lnTo>
                  <a:pt x="326" y="298"/>
                </a:lnTo>
                <a:lnTo>
                  <a:pt x="326" y="297"/>
                </a:lnTo>
                <a:lnTo>
                  <a:pt x="326" y="298"/>
                </a:lnTo>
                <a:lnTo>
                  <a:pt x="325" y="298"/>
                </a:lnTo>
                <a:lnTo>
                  <a:pt x="325" y="299"/>
                </a:lnTo>
                <a:lnTo>
                  <a:pt x="325" y="300"/>
                </a:lnTo>
                <a:lnTo>
                  <a:pt x="325" y="299"/>
                </a:lnTo>
                <a:lnTo>
                  <a:pt x="325" y="300"/>
                </a:lnTo>
                <a:lnTo>
                  <a:pt x="326" y="300"/>
                </a:lnTo>
                <a:lnTo>
                  <a:pt x="325" y="300"/>
                </a:lnTo>
                <a:lnTo>
                  <a:pt x="325" y="301"/>
                </a:lnTo>
                <a:lnTo>
                  <a:pt x="324" y="301"/>
                </a:lnTo>
                <a:lnTo>
                  <a:pt x="323" y="301"/>
                </a:lnTo>
                <a:lnTo>
                  <a:pt x="322" y="301"/>
                </a:lnTo>
                <a:lnTo>
                  <a:pt x="322" y="300"/>
                </a:lnTo>
                <a:lnTo>
                  <a:pt x="323" y="300"/>
                </a:lnTo>
                <a:lnTo>
                  <a:pt x="323" y="299"/>
                </a:lnTo>
                <a:lnTo>
                  <a:pt x="322" y="299"/>
                </a:lnTo>
                <a:lnTo>
                  <a:pt x="321" y="299"/>
                </a:lnTo>
                <a:lnTo>
                  <a:pt x="321" y="298"/>
                </a:lnTo>
                <a:lnTo>
                  <a:pt x="321" y="297"/>
                </a:lnTo>
                <a:lnTo>
                  <a:pt x="321" y="296"/>
                </a:lnTo>
                <a:lnTo>
                  <a:pt x="320" y="295"/>
                </a:lnTo>
                <a:lnTo>
                  <a:pt x="319" y="295"/>
                </a:lnTo>
                <a:lnTo>
                  <a:pt x="318" y="295"/>
                </a:lnTo>
                <a:lnTo>
                  <a:pt x="319" y="295"/>
                </a:lnTo>
                <a:lnTo>
                  <a:pt x="319" y="294"/>
                </a:lnTo>
                <a:lnTo>
                  <a:pt x="317" y="293"/>
                </a:lnTo>
                <a:lnTo>
                  <a:pt x="316" y="293"/>
                </a:lnTo>
                <a:lnTo>
                  <a:pt x="315" y="293"/>
                </a:lnTo>
                <a:lnTo>
                  <a:pt x="314" y="293"/>
                </a:lnTo>
                <a:lnTo>
                  <a:pt x="312" y="293"/>
                </a:lnTo>
                <a:lnTo>
                  <a:pt x="311" y="293"/>
                </a:lnTo>
                <a:lnTo>
                  <a:pt x="310" y="293"/>
                </a:lnTo>
                <a:lnTo>
                  <a:pt x="310" y="296"/>
                </a:lnTo>
                <a:lnTo>
                  <a:pt x="309" y="295"/>
                </a:lnTo>
                <a:lnTo>
                  <a:pt x="309" y="296"/>
                </a:lnTo>
                <a:lnTo>
                  <a:pt x="309" y="297"/>
                </a:lnTo>
                <a:lnTo>
                  <a:pt x="308" y="297"/>
                </a:lnTo>
                <a:lnTo>
                  <a:pt x="308" y="298"/>
                </a:lnTo>
                <a:lnTo>
                  <a:pt x="308" y="299"/>
                </a:lnTo>
                <a:lnTo>
                  <a:pt x="308" y="300"/>
                </a:lnTo>
                <a:lnTo>
                  <a:pt x="307" y="300"/>
                </a:lnTo>
                <a:lnTo>
                  <a:pt x="306" y="300"/>
                </a:lnTo>
                <a:lnTo>
                  <a:pt x="306" y="301"/>
                </a:lnTo>
                <a:lnTo>
                  <a:pt x="307" y="301"/>
                </a:lnTo>
                <a:lnTo>
                  <a:pt x="306" y="302"/>
                </a:lnTo>
                <a:lnTo>
                  <a:pt x="306" y="303"/>
                </a:lnTo>
                <a:lnTo>
                  <a:pt x="305" y="303"/>
                </a:lnTo>
                <a:lnTo>
                  <a:pt x="305" y="304"/>
                </a:lnTo>
                <a:lnTo>
                  <a:pt x="305" y="305"/>
                </a:lnTo>
                <a:lnTo>
                  <a:pt x="304" y="305"/>
                </a:lnTo>
                <a:lnTo>
                  <a:pt x="304" y="306"/>
                </a:lnTo>
                <a:lnTo>
                  <a:pt x="303" y="305"/>
                </a:lnTo>
                <a:lnTo>
                  <a:pt x="303" y="304"/>
                </a:lnTo>
                <a:lnTo>
                  <a:pt x="302" y="304"/>
                </a:lnTo>
                <a:lnTo>
                  <a:pt x="301" y="304"/>
                </a:lnTo>
                <a:lnTo>
                  <a:pt x="301" y="305"/>
                </a:lnTo>
                <a:lnTo>
                  <a:pt x="302" y="305"/>
                </a:lnTo>
                <a:lnTo>
                  <a:pt x="303" y="306"/>
                </a:lnTo>
                <a:lnTo>
                  <a:pt x="302" y="306"/>
                </a:lnTo>
                <a:lnTo>
                  <a:pt x="302" y="307"/>
                </a:lnTo>
                <a:lnTo>
                  <a:pt x="303" y="308"/>
                </a:lnTo>
                <a:lnTo>
                  <a:pt x="303" y="307"/>
                </a:lnTo>
                <a:lnTo>
                  <a:pt x="304" y="308"/>
                </a:lnTo>
                <a:lnTo>
                  <a:pt x="303" y="309"/>
                </a:lnTo>
                <a:lnTo>
                  <a:pt x="303" y="310"/>
                </a:lnTo>
                <a:lnTo>
                  <a:pt x="302" y="310"/>
                </a:lnTo>
                <a:lnTo>
                  <a:pt x="301" y="312"/>
                </a:lnTo>
                <a:lnTo>
                  <a:pt x="300" y="312"/>
                </a:lnTo>
                <a:lnTo>
                  <a:pt x="299" y="312"/>
                </a:lnTo>
                <a:lnTo>
                  <a:pt x="299" y="311"/>
                </a:lnTo>
                <a:lnTo>
                  <a:pt x="298" y="311"/>
                </a:lnTo>
                <a:lnTo>
                  <a:pt x="297" y="311"/>
                </a:lnTo>
                <a:lnTo>
                  <a:pt x="296" y="310"/>
                </a:lnTo>
                <a:lnTo>
                  <a:pt x="295" y="310"/>
                </a:lnTo>
                <a:lnTo>
                  <a:pt x="294" y="310"/>
                </a:lnTo>
                <a:lnTo>
                  <a:pt x="294" y="311"/>
                </a:lnTo>
                <a:lnTo>
                  <a:pt x="293" y="312"/>
                </a:lnTo>
                <a:lnTo>
                  <a:pt x="293" y="313"/>
                </a:lnTo>
                <a:lnTo>
                  <a:pt x="293" y="314"/>
                </a:lnTo>
                <a:lnTo>
                  <a:pt x="292" y="314"/>
                </a:lnTo>
                <a:lnTo>
                  <a:pt x="293" y="315"/>
                </a:lnTo>
                <a:lnTo>
                  <a:pt x="293" y="316"/>
                </a:lnTo>
                <a:lnTo>
                  <a:pt x="294" y="316"/>
                </a:lnTo>
                <a:lnTo>
                  <a:pt x="295" y="316"/>
                </a:lnTo>
                <a:lnTo>
                  <a:pt x="294" y="317"/>
                </a:lnTo>
                <a:lnTo>
                  <a:pt x="294" y="318"/>
                </a:lnTo>
                <a:lnTo>
                  <a:pt x="293" y="318"/>
                </a:lnTo>
                <a:lnTo>
                  <a:pt x="294" y="318"/>
                </a:lnTo>
                <a:lnTo>
                  <a:pt x="294" y="319"/>
                </a:lnTo>
                <a:lnTo>
                  <a:pt x="295" y="319"/>
                </a:lnTo>
                <a:lnTo>
                  <a:pt x="295" y="320"/>
                </a:lnTo>
                <a:lnTo>
                  <a:pt x="294" y="320"/>
                </a:lnTo>
                <a:lnTo>
                  <a:pt x="294" y="319"/>
                </a:lnTo>
                <a:lnTo>
                  <a:pt x="294" y="320"/>
                </a:lnTo>
                <a:lnTo>
                  <a:pt x="293" y="320"/>
                </a:lnTo>
                <a:lnTo>
                  <a:pt x="293" y="319"/>
                </a:lnTo>
                <a:lnTo>
                  <a:pt x="293" y="320"/>
                </a:lnTo>
                <a:lnTo>
                  <a:pt x="293" y="319"/>
                </a:lnTo>
                <a:lnTo>
                  <a:pt x="292" y="319"/>
                </a:lnTo>
                <a:lnTo>
                  <a:pt x="293" y="319"/>
                </a:lnTo>
                <a:lnTo>
                  <a:pt x="292" y="318"/>
                </a:lnTo>
                <a:lnTo>
                  <a:pt x="291" y="319"/>
                </a:lnTo>
                <a:lnTo>
                  <a:pt x="291" y="318"/>
                </a:lnTo>
                <a:lnTo>
                  <a:pt x="290" y="318"/>
                </a:lnTo>
                <a:lnTo>
                  <a:pt x="289" y="319"/>
                </a:lnTo>
                <a:lnTo>
                  <a:pt x="290" y="319"/>
                </a:lnTo>
                <a:lnTo>
                  <a:pt x="290" y="320"/>
                </a:lnTo>
                <a:lnTo>
                  <a:pt x="291" y="320"/>
                </a:lnTo>
                <a:lnTo>
                  <a:pt x="290" y="320"/>
                </a:lnTo>
                <a:lnTo>
                  <a:pt x="291" y="320"/>
                </a:lnTo>
                <a:lnTo>
                  <a:pt x="290" y="321"/>
                </a:lnTo>
                <a:lnTo>
                  <a:pt x="291" y="321"/>
                </a:lnTo>
                <a:lnTo>
                  <a:pt x="290" y="321"/>
                </a:lnTo>
                <a:lnTo>
                  <a:pt x="290" y="320"/>
                </a:lnTo>
                <a:lnTo>
                  <a:pt x="289" y="320"/>
                </a:lnTo>
                <a:lnTo>
                  <a:pt x="288" y="320"/>
                </a:lnTo>
                <a:lnTo>
                  <a:pt x="287" y="320"/>
                </a:lnTo>
                <a:lnTo>
                  <a:pt x="287" y="321"/>
                </a:lnTo>
                <a:lnTo>
                  <a:pt x="288" y="321"/>
                </a:lnTo>
                <a:lnTo>
                  <a:pt x="289" y="321"/>
                </a:lnTo>
                <a:lnTo>
                  <a:pt x="288" y="321"/>
                </a:lnTo>
                <a:lnTo>
                  <a:pt x="287" y="322"/>
                </a:lnTo>
                <a:lnTo>
                  <a:pt x="286" y="322"/>
                </a:lnTo>
                <a:lnTo>
                  <a:pt x="286" y="321"/>
                </a:lnTo>
                <a:lnTo>
                  <a:pt x="286" y="322"/>
                </a:lnTo>
                <a:lnTo>
                  <a:pt x="285" y="322"/>
                </a:lnTo>
                <a:lnTo>
                  <a:pt x="284" y="322"/>
                </a:lnTo>
                <a:lnTo>
                  <a:pt x="282" y="323"/>
                </a:lnTo>
                <a:lnTo>
                  <a:pt x="282" y="322"/>
                </a:lnTo>
                <a:lnTo>
                  <a:pt x="282" y="321"/>
                </a:lnTo>
                <a:lnTo>
                  <a:pt x="281" y="321"/>
                </a:lnTo>
                <a:lnTo>
                  <a:pt x="282" y="321"/>
                </a:lnTo>
                <a:lnTo>
                  <a:pt x="282" y="320"/>
                </a:lnTo>
                <a:lnTo>
                  <a:pt x="282" y="319"/>
                </a:lnTo>
                <a:lnTo>
                  <a:pt x="281" y="318"/>
                </a:lnTo>
                <a:lnTo>
                  <a:pt x="281" y="317"/>
                </a:lnTo>
                <a:lnTo>
                  <a:pt x="280" y="317"/>
                </a:lnTo>
                <a:lnTo>
                  <a:pt x="280" y="316"/>
                </a:lnTo>
                <a:lnTo>
                  <a:pt x="281" y="316"/>
                </a:lnTo>
                <a:lnTo>
                  <a:pt x="280" y="315"/>
                </a:lnTo>
                <a:lnTo>
                  <a:pt x="280" y="314"/>
                </a:lnTo>
                <a:lnTo>
                  <a:pt x="280" y="313"/>
                </a:lnTo>
                <a:lnTo>
                  <a:pt x="282" y="312"/>
                </a:lnTo>
                <a:lnTo>
                  <a:pt x="282" y="313"/>
                </a:lnTo>
                <a:lnTo>
                  <a:pt x="283" y="313"/>
                </a:lnTo>
                <a:lnTo>
                  <a:pt x="283" y="312"/>
                </a:lnTo>
                <a:lnTo>
                  <a:pt x="282" y="312"/>
                </a:lnTo>
                <a:lnTo>
                  <a:pt x="283" y="312"/>
                </a:lnTo>
                <a:lnTo>
                  <a:pt x="284" y="312"/>
                </a:lnTo>
                <a:lnTo>
                  <a:pt x="285" y="311"/>
                </a:lnTo>
                <a:lnTo>
                  <a:pt x="285" y="310"/>
                </a:lnTo>
                <a:lnTo>
                  <a:pt x="286" y="309"/>
                </a:lnTo>
                <a:lnTo>
                  <a:pt x="287" y="309"/>
                </a:lnTo>
                <a:lnTo>
                  <a:pt x="287" y="308"/>
                </a:lnTo>
                <a:lnTo>
                  <a:pt x="286" y="308"/>
                </a:lnTo>
                <a:lnTo>
                  <a:pt x="287" y="307"/>
                </a:lnTo>
                <a:lnTo>
                  <a:pt x="287" y="306"/>
                </a:lnTo>
                <a:lnTo>
                  <a:pt x="286" y="305"/>
                </a:lnTo>
                <a:lnTo>
                  <a:pt x="287" y="300"/>
                </a:lnTo>
                <a:lnTo>
                  <a:pt x="288" y="300"/>
                </a:lnTo>
                <a:lnTo>
                  <a:pt x="289" y="300"/>
                </a:lnTo>
                <a:lnTo>
                  <a:pt x="289" y="299"/>
                </a:lnTo>
                <a:lnTo>
                  <a:pt x="290" y="299"/>
                </a:lnTo>
                <a:lnTo>
                  <a:pt x="290" y="298"/>
                </a:lnTo>
                <a:lnTo>
                  <a:pt x="290" y="297"/>
                </a:lnTo>
                <a:lnTo>
                  <a:pt x="289" y="297"/>
                </a:lnTo>
                <a:lnTo>
                  <a:pt x="289" y="296"/>
                </a:lnTo>
                <a:lnTo>
                  <a:pt x="289" y="295"/>
                </a:lnTo>
                <a:lnTo>
                  <a:pt x="288" y="295"/>
                </a:lnTo>
                <a:lnTo>
                  <a:pt x="288" y="294"/>
                </a:lnTo>
                <a:lnTo>
                  <a:pt x="288" y="293"/>
                </a:lnTo>
                <a:lnTo>
                  <a:pt x="288" y="292"/>
                </a:lnTo>
                <a:lnTo>
                  <a:pt x="289" y="292"/>
                </a:lnTo>
                <a:lnTo>
                  <a:pt x="290" y="292"/>
                </a:lnTo>
                <a:lnTo>
                  <a:pt x="290" y="291"/>
                </a:lnTo>
                <a:lnTo>
                  <a:pt x="289" y="291"/>
                </a:lnTo>
                <a:lnTo>
                  <a:pt x="288" y="291"/>
                </a:lnTo>
                <a:lnTo>
                  <a:pt x="288" y="290"/>
                </a:lnTo>
                <a:lnTo>
                  <a:pt x="287" y="290"/>
                </a:lnTo>
                <a:lnTo>
                  <a:pt x="287" y="289"/>
                </a:lnTo>
                <a:lnTo>
                  <a:pt x="286" y="288"/>
                </a:lnTo>
                <a:lnTo>
                  <a:pt x="287" y="287"/>
                </a:lnTo>
                <a:lnTo>
                  <a:pt x="286" y="287"/>
                </a:lnTo>
                <a:lnTo>
                  <a:pt x="285" y="287"/>
                </a:lnTo>
                <a:lnTo>
                  <a:pt x="285" y="288"/>
                </a:lnTo>
                <a:lnTo>
                  <a:pt x="284" y="288"/>
                </a:lnTo>
                <a:lnTo>
                  <a:pt x="284" y="287"/>
                </a:lnTo>
                <a:lnTo>
                  <a:pt x="284" y="289"/>
                </a:lnTo>
                <a:lnTo>
                  <a:pt x="285" y="289"/>
                </a:lnTo>
                <a:lnTo>
                  <a:pt x="285" y="290"/>
                </a:lnTo>
                <a:lnTo>
                  <a:pt x="284" y="291"/>
                </a:lnTo>
                <a:lnTo>
                  <a:pt x="283" y="291"/>
                </a:lnTo>
                <a:lnTo>
                  <a:pt x="282" y="291"/>
                </a:lnTo>
                <a:lnTo>
                  <a:pt x="282" y="292"/>
                </a:lnTo>
                <a:lnTo>
                  <a:pt x="281" y="292"/>
                </a:lnTo>
                <a:lnTo>
                  <a:pt x="281" y="293"/>
                </a:lnTo>
                <a:lnTo>
                  <a:pt x="282" y="293"/>
                </a:lnTo>
                <a:lnTo>
                  <a:pt x="282" y="294"/>
                </a:lnTo>
                <a:lnTo>
                  <a:pt x="281" y="294"/>
                </a:lnTo>
                <a:lnTo>
                  <a:pt x="280" y="295"/>
                </a:lnTo>
                <a:lnTo>
                  <a:pt x="280" y="296"/>
                </a:lnTo>
                <a:lnTo>
                  <a:pt x="281" y="296"/>
                </a:lnTo>
                <a:lnTo>
                  <a:pt x="280" y="296"/>
                </a:lnTo>
                <a:lnTo>
                  <a:pt x="280" y="297"/>
                </a:lnTo>
                <a:lnTo>
                  <a:pt x="279" y="297"/>
                </a:lnTo>
                <a:lnTo>
                  <a:pt x="279" y="298"/>
                </a:lnTo>
                <a:lnTo>
                  <a:pt x="278" y="298"/>
                </a:lnTo>
                <a:lnTo>
                  <a:pt x="278" y="297"/>
                </a:lnTo>
                <a:lnTo>
                  <a:pt x="277" y="298"/>
                </a:lnTo>
                <a:lnTo>
                  <a:pt x="276" y="298"/>
                </a:lnTo>
                <a:lnTo>
                  <a:pt x="275" y="297"/>
                </a:lnTo>
                <a:lnTo>
                  <a:pt x="274" y="297"/>
                </a:lnTo>
                <a:lnTo>
                  <a:pt x="274" y="298"/>
                </a:lnTo>
                <a:lnTo>
                  <a:pt x="275" y="298"/>
                </a:lnTo>
                <a:lnTo>
                  <a:pt x="276" y="298"/>
                </a:lnTo>
                <a:lnTo>
                  <a:pt x="277" y="298"/>
                </a:lnTo>
                <a:lnTo>
                  <a:pt x="278" y="298"/>
                </a:lnTo>
                <a:lnTo>
                  <a:pt x="279" y="298"/>
                </a:lnTo>
                <a:lnTo>
                  <a:pt x="279" y="299"/>
                </a:lnTo>
                <a:lnTo>
                  <a:pt x="279" y="300"/>
                </a:lnTo>
                <a:lnTo>
                  <a:pt x="280" y="301"/>
                </a:lnTo>
                <a:lnTo>
                  <a:pt x="280" y="302"/>
                </a:lnTo>
                <a:lnTo>
                  <a:pt x="279" y="305"/>
                </a:lnTo>
                <a:lnTo>
                  <a:pt x="278" y="306"/>
                </a:lnTo>
                <a:lnTo>
                  <a:pt x="277" y="307"/>
                </a:lnTo>
                <a:lnTo>
                  <a:pt x="277" y="308"/>
                </a:lnTo>
                <a:lnTo>
                  <a:pt x="277" y="309"/>
                </a:lnTo>
                <a:lnTo>
                  <a:pt x="277" y="310"/>
                </a:lnTo>
                <a:lnTo>
                  <a:pt x="277" y="312"/>
                </a:lnTo>
                <a:lnTo>
                  <a:pt x="276" y="312"/>
                </a:lnTo>
                <a:lnTo>
                  <a:pt x="275" y="311"/>
                </a:lnTo>
                <a:lnTo>
                  <a:pt x="274" y="310"/>
                </a:lnTo>
                <a:lnTo>
                  <a:pt x="275" y="311"/>
                </a:lnTo>
                <a:lnTo>
                  <a:pt x="274" y="312"/>
                </a:lnTo>
                <a:lnTo>
                  <a:pt x="270" y="315"/>
                </a:lnTo>
                <a:lnTo>
                  <a:pt x="270" y="316"/>
                </a:lnTo>
                <a:lnTo>
                  <a:pt x="269" y="318"/>
                </a:lnTo>
                <a:lnTo>
                  <a:pt x="269" y="317"/>
                </a:lnTo>
                <a:lnTo>
                  <a:pt x="268" y="318"/>
                </a:lnTo>
                <a:lnTo>
                  <a:pt x="269" y="318"/>
                </a:lnTo>
                <a:lnTo>
                  <a:pt x="269" y="320"/>
                </a:lnTo>
                <a:lnTo>
                  <a:pt x="269" y="323"/>
                </a:lnTo>
                <a:lnTo>
                  <a:pt x="268" y="323"/>
                </a:lnTo>
                <a:lnTo>
                  <a:pt x="269" y="324"/>
                </a:lnTo>
                <a:lnTo>
                  <a:pt x="268" y="324"/>
                </a:lnTo>
                <a:lnTo>
                  <a:pt x="268" y="325"/>
                </a:lnTo>
                <a:lnTo>
                  <a:pt x="269" y="325"/>
                </a:lnTo>
                <a:lnTo>
                  <a:pt x="268" y="325"/>
                </a:lnTo>
                <a:lnTo>
                  <a:pt x="268" y="326"/>
                </a:lnTo>
                <a:lnTo>
                  <a:pt x="267" y="327"/>
                </a:lnTo>
                <a:lnTo>
                  <a:pt x="266" y="328"/>
                </a:lnTo>
                <a:lnTo>
                  <a:pt x="265" y="328"/>
                </a:lnTo>
                <a:lnTo>
                  <a:pt x="265" y="329"/>
                </a:lnTo>
                <a:lnTo>
                  <a:pt x="264" y="329"/>
                </a:lnTo>
                <a:lnTo>
                  <a:pt x="264" y="330"/>
                </a:lnTo>
                <a:lnTo>
                  <a:pt x="264" y="331"/>
                </a:lnTo>
                <a:lnTo>
                  <a:pt x="264" y="332"/>
                </a:lnTo>
                <a:lnTo>
                  <a:pt x="266" y="333"/>
                </a:lnTo>
                <a:lnTo>
                  <a:pt x="265" y="333"/>
                </a:lnTo>
                <a:lnTo>
                  <a:pt x="265" y="334"/>
                </a:lnTo>
                <a:lnTo>
                  <a:pt x="265" y="335"/>
                </a:lnTo>
                <a:lnTo>
                  <a:pt x="264" y="335"/>
                </a:lnTo>
                <a:lnTo>
                  <a:pt x="264" y="336"/>
                </a:lnTo>
                <a:lnTo>
                  <a:pt x="263" y="336"/>
                </a:lnTo>
                <a:lnTo>
                  <a:pt x="263" y="337"/>
                </a:lnTo>
                <a:lnTo>
                  <a:pt x="262" y="336"/>
                </a:lnTo>
                <a:lnTo>
                  <a:pt x="262" y="335"/>
                </a:lnTo>
                <a:lnTo>
                  <a:pt x="261" y="335"/>
                </a:lnTo>
                <a:lnTo>
                  <a:pt x="259" y="335"/>
                </a:lnTo>
                <a:lnTo>
                  <a:pt x="258" y="335"/>
                </a:lnTo>
                <a:lnTo>
                  <a:pt x="258" y="336"/>
                </a:lnTo>
                <a:lnTo>
                  <a:pt x="257" y="338"/>
                </a:lnTo>
                <a:lnTo>
                  <a:pt x="257" y="340"/>
                </a:lnTo>
                <a:lnTo>
                  <a:pt x="256" y="340"/>
                </a:lnTo>
                <a:lnTo>
                  <a:pt x="254" y="342"/>
                </a:lnTo>
                <a:lnTo>
                  <a:pt x="254" y="343"/>
                </a:lnTo>
                <a:lnTo>
                  <a:pt x="251" y="345"/>
                </a:lnTo>
                <a:lnTo>
                  <a:pt x="251" y="346"/>
                </a:lnTo>
                <a:lnTo>
                  <a:pt x="250" y="346"/>
                </a:lnTo>
                <a:lnTo>
                  <a:pt x="250" y="347"/>
                </a:lnTo>
                <a:lnTo>
                  <a:pt x="249" y="348"/>
                </a:lnTo>
                <a:lnTo>
                  <a:pt x="249" y="347"/>
                </a:lnTo>
                <a:lnTo>
                  <a:pt x="248" y="347"/>
                </a:lnTo>
                <a:lnTo>
                  <a:pt x="248" y="348"/>
                </a:lnTo>
                <a:lnTo>
                  <a:pt x="247" y="348"/>
                </a:lnTo>
                <a:lnTo>
                  <a:pt x="247" y="347"/>
                </a:lnTo>
                <a:lnTo>
                  <a:pt x="247" y="348"/>
                </a:lnTo>
                <a:lnTo>
                  <a:pt x="247" y="349"/>
                </a:lnTo>
                <a:lnTo>
                  <a:pt x="246" y="349"/>
                </a:lnTo>
                <a:lnTo>
                  <a:pt x="246" y="350"/>
                </a:lnTo>
                <a:lnTo>
                  <a:pt x="246" y="351"/>
                </a:lnTo>
                <a:lnTo>
                  <a:pt x="246" y="352"/>
                </a:lnTo>
                <a:lnTo>
                  <a:pt x="245" y="352"/>
                </a:lnTo>
                <a:lnTo>
                  <a:pt x="245" y="353"/>
                </a:lnTo>
                <a:lnTo>
                  <a:pt x="246" y="354"/>
                </a:lnTo>
                <a:lnTo>
                  <a:pt x="246" y="355"/>
                </a:lnTo>
                <a:lnTo>
                  <a:pt x="245" y="356"/>
                </a:lnTo>
                <a:lnTo>
                  <a:pt x="243" y="357"/>
                </a:lnTo>
                <a:lnTo>
                  <a:pt x="242" y="356"/>
                </a:lnTo>
                <a:lnTo>
                  <a:pt x="241" y="356"/>
                </a:lnTo>
                <a:lnTo>
                  <a:pt x="240" y="356"/>
                </a:lnTo>
                <a:lnTo>
                  <a:pt x="240" y="357"/>
                </a:lnTo>
                <a:lnTo>
                  <a:pt x="239" y="357"/>
                </a:lnTo>
                <a:lnTo>
                  <a:pt x="241" y="359"/>
                </a:lnTo>
                <a:lnTo>
                  <a:pt x="240" y="360"/>
                </a:lnTo>
                <a:lnTo>
                  <a:pt x="239" y="363"/>
                </a:lnTo>
                <a:lnTo>
                  <a:pt x="239" y="364"/>
                </a:lnTo>
                <a:lnTo>
                  <a:pt x="238" y="364"/>
                </a:lnTo>
                <a:lnTo>
                  <a:pt x="238" y="365"/>
                </a:lnTo>
                <a:lnTo>
                  <a:pt x="238" y="366"/>
                </a:lnTo>
                <a:lnTo>
                  <a:pt x="237" y="366"/>
                </a:lnTo>
                <a:lnTo>
                  <a:pt x="237" y="367"/>
                </a:lnTo>
                <a:lnTo>
                  <a:pt x="236" y="366"/>
                </a:lnTo>
                <a:lnTo>
                  <a:pt x="236" y="367"/>
                </a:lnTo>
                <a:lnTo>
                  <a:pt x="236" y="368"/>
                </a:lnTo>
                <a:lnTo>
                  <a:pt x="237" y="368"/>
                </a:lnTo>
                <a:lnTo>
                  <a:pt x="237" y="369"/>
                </a:lnTo>
                <a:lnTo>
                  <a:pt x="236" y="369"/>
                </a:lnTo>
                <a:lnTo>
                  <a:pt x="235" y="369"/>
                </a:lnTo>
                <a:lnTo>
                  <a:pt x="233" y="368"/>
                </a:lnTo>
                <a:lnTo>
                  <a:pt x="231" y="368"/>
                </a:lnTo>
                <a:lnTo>
                  <a:pt x="231" y="369"/>
                </a:lnTo>
                <a:lnTo>
                  <a:pt x="232" y="369"/>
                </a:lnTo>
                <a:lnTo>
                  <a:pt x="232" y="370"/>
                </a:lnTo>
                <a:lnTo>
                  <a:pt x="233" y="370"/>
                </a:lnTo>
                <a:lnTo>
                  <a:pt x="235" y="372"/>
                </a:lnTo>
                <a:lnTo>
                  <a:pt x="236" y="372"/>
                </a:lnTo>
                <a:lnTo>
                  <a:pt x="237" y="376"/>
                </a:lnTo>
                <a:lnTo>
                  <a:pt x="238" y="377"/>
                </a:lnTo>
                <a:lnTo>
                  <a:pt x="239" y="377"/>
                </a:lnTo>
                <a:lnTo>
                  <a:pt x="238" y="377"/>
                </a:lnTo>
                <a:lnTo>
                  <a:pt x="237" y="377"/>
                </a:lnTo>
                <a:lnTo>
                  <a:pt x="236" y="377"/>
                </a:lnTo>
                <a:lnTo>
                  <a:pt x="235" y="378"/>
                </a:lnTo>
                <a:lnTo>
                  <a:pt x="235" y="379"/>
                </a:lnTo>
                <a:lnTo>
                  <a:pt x="235" y="378"/>
                </a:lnTo>
                <a:lnTo>
                  <a:pt x="236" y="378"/>
                </a:lnTo>
                <a:lnTo>
                  <a:pt x="237" y="378"/>
                </a:lnTo>
                <a:lnTo>
                  <a:pt x="238" y="378"/>
                </a:lnTo>
                <a:lnTo>
                  <a:pt x="238" y="379"/>
                </a:lnTo>
                <a:lnTo>
                  <a:pt x="238" y="380"/>
                </a:lnTo>
                <a:lnTo>
                  <a:pt x="239" y="380"/>
                </a:lnTo>
                <a:lnTo>
                  <a:pt x="240" y="380"/>
                </a:lnTo>
                <a:lnTo>
                  <a:pt x="240" y="381"/>
                </a:lnTo>
                <a:lnTo>
                  <a:pt x="239" y="381"/>
                </a:lnTo>
                <a:lnTo>
                  <a:pt x="239" y="382"/>
                </a:lnTo>
                <a:lnTo>
                  <a:pt x="238" y="382"/>
                </a:lnTo>
                <a:lnTo>
                  <a:pt x="238" y="383"/>
                </a:lnTo>
                <a:lnTo>
                  <a:pt x="238" y="384"/>
                </a:lnTo>
                <a:lnTo>
                  <a:pt x="238" y="383"/>
                </a:lnTo>
                <a:lnTo>
                  <a:pt x="237" y="383"/>
                </a:lnTo>
                <a:lnTo>
                  <a:pt x="237" y="384"/>
                </a:lnTo>
                <a:lnTo>
                  <a:pt x="236" y="385"/>
                </a:lnTo>
                <a:lnTo>
                  <a:pt x="236" y="386"/>
                </a:lnTo>
                <a:lnTo>
                  <a:pt x="236" y="387"/>
                </a:lnTo>
                <a:lnTo>
                  <a:pt x="235" y="387"/>
                </a:lnTo>
                <a:lnTo>
                  <a:pt x="236" y="387"/>
                </a:lnTo>
                <a:lnTo>
                  <a:pt x="236" y="388"/>
                </a:lnTo>
                <a:lnTo>
                  <a:pt x="236" y="387"/>
                </a:lnTo>
                <a:lnTo>
                  <a:pt x="237" y="387"/>
                </a:lnTo>
                <a:lnTo>
                  <a:pt x="237" y="388"/>
                </a:lnTo>
                <a:lnTo>
                  <a:pt x="237" y="389"/>
                </a:lnTo>
                <a:lnTo>
                  <a:pt x="237" y="390"/>
                </a:lnTo>
                <a:lnTo>
                  <a:pt x="236" y="390"/>
                </a:lnTo>
                <a:lnTo>
                  <a:pt x="237" y="390"/>
                </a:lnTo>
                <a:lnTo>
                  <a:pt x="237" y="391"/>
                </a:lnTo>
                <a:lnTo>
                  <a:pt x="236" y="392"/>
                </a:lnTo>
                <a:lnTo>
                  <a:pt x="236" y="391"/>
                </a:lnTo>
                <a:lnTo>
                  <a:pt x="235" y="392"/>
                </a:lnTo>
                <a:lnTo>
                  <a:pt x="234" y="392"/>
                </a:lnTo>
                <a:lnTo>
                  <a:pt x="234" y="391"/>
                </a:lnTo>
                <a:lnTo>
                  <a:pt x="234" y="390"/>
                </a:lnTo>
                <a:lnTo>
                  <a:pt x="233" y="390"/>
                </a:lnTo>
                <a:lnTo>
                  <a:pt x="233" y="389"/>
                </a:lnTo>
                <a:lnTo>
                  <a:pt x="232" y="389"/>
                </a:lnTo>
                <a:lnTo>
                  <a:pt x="232" y="390"/>
                </a:lnTo>
                <a:lnTo>
                  <a:pt x="231" y="390"/>
                </a:lnTo>
                <a:lnTo>
                  <a:pt x="230" y="389"/>
                </a:lnTo>
                <a:lnTo>
                  <a:pt x="230" y="388"/>
                </a:lnTo>
                <a:lnTo>
                  <a:pt x="229" y="388"/>
                </a:lnTo>
                <a:lnTo>
                  <a:pt x="228" y="388"/>
                </a:lnTo>
                <a:lnTo>
                  <a:pt x="227" y="388"/>
                </a:lnTo>
                <a:lnTo>
                  <a:pt x="227" y="389"/>
                </a:lnTo>
                <a:lnTo>
                  <a:pt x="228" y="389"/>
                </a:lnTo>
                <a:lnTo>
                  <a:pt x="227" y="389"/>
                </a:lnTo>
                <a:lnTo>
                  <a:pt x="226" y="390"/>
                </a:lnTo>
                <a:lnTo>
                  <a:pt x="227" y="390"/>
                </a:lnTo>
                <a:lnTo>
                  <a:pt x="228" y="390"/>
                </a:lnTo>
                <a:lnTo>
                  <a:pt x="229" y="390"/>
                </a:lnTo>
                <a:lnTo>
                  <a:pt x="228" y="391"/>
                </a:lnTo>
                <a:lnTo>
                  <a:pt x="228" y="392"/>
                </a:lnTo>
                <a:lnTo>
                  <a:pt x="227" y="392"/>
                </a:lnTo>
                <a:lnTo>
                  <a:pt x="226" y="392"/>
                </a:lnTo>
                <a:lnTo>
                  <a:pt x="227" y="392"/>
                </a:lnTo>
                <a:lnTo>
                  <a:pt x="226" y="392"/>
                </a:lnTo>
                <a:lnTo>
                  <a:pt x="226" y="393"/>
                </a:lnTo>
                <a:lnTo>
                  <a:pt x="226" y="394"/>
                </a:lnTo>
                <a:lnTo>
                  <a:pt x="227" y="394"/>
                </a:lnTo>
                <a:lnTo>
                  <a:pt x="226" y="394"/>
                </a:lnTo>
                <a:lnTo>
                  <a:pt x="225" y="395"/>
                </a:lnTo>
                <a:lnTo>
                  <a:pt x="225" y="394"/>
                </a:lnTo>
                <a:lnTo>
                  <a:pt x="224" y="394"/>
                </a:lnTo>
                <a:lnTo>
                  <a:pt x="224" y="395"/>
                </a:lnTo>
                <a:lnTo>
                  <a:pt x="225" y="395"/>
                </a:lnTo>
                <a:lnTo>
                  <a:pt x="225" y="396"/>
                </a:lnTo>
                <a:lnTo>
                  <a:pt x="226" y="396"/>
                </a:lnTo>
                <a:lnTo>
                  <a:pt x="227" y="395"/>
                </a:lnTo>
                <a:lnTo>
                  <a:pt x="227" y="396"/>
                </a:lnTo>
                <a:lnTo>
                  <a:pt x="227" y="397"/>
                </a:lnTo>
                <a:lnTo>
                  <a:pt x="228" y="396"/>
                </a:lnTo>
                <a:lnTo>
                  <a:pt x="228" y="397"/>
                </a:lnTo>
                <a:lnTo>
                  <a:pt x="227" y="398"/>
                </a:lnTo>
                <a:lnTo>
                  <a:pt x="227" y="399"/>
                </a:lnTo>
                <a:lnTo>
                  <a:pt x="227" y="398"/>
                </a:lnTo>
                <a:lnTo>
                  <a:pt x="228" y="398"/>
                </a:lnTo>
                <a:lnTo>
                  <a:pt x="229" y="399"/>
                </a:lnTo>
                <a:lnTo>
                  <a:pt x="228" y="399"/>
                </a:lnTo>
                <a:lnTo>
                  <a:pt x="227" y="399"/>
                </a:lnTo>
                <a:lnTo>
                  <a:pt x="227" y="400"/>
                </a:lnTo>
                <a:lnTo>
                  <a:pt x="228" y="400"/>
                </a:lnTo>
                <a:lnTo>
                  <a:pt x="227" y="400"/>
                </a:lnTo>
                <a:lnTo>
                  <a:pt x="227" y="401"/>
                </a:lnTo>
                <a:lnTo>
                  <a:pt x="226" y="401"/>
                </a:lnTo>
                <a:lnTo>
                  <a:pt x="225" y="401"/>
                </a:lnTo>
                <a:lnTo>
                  <a:pt x="225" y="402"/>
                </a:lnTo>
                <a:lnTo>
                  <a:pt x="225" y="403"/>
                </a:lnTo>
                <a:lnTo>
                  <a:pt x="225" y="404"/>
                </a:lnTo>
                <a:lnTo>
                  <a:pt x="226" y="404"/>
                </a:lnTo>
                <a:lnTo>
                  <a:pt x="227" y="404"/>
                </a:lnTo>
                <a:lnTo>
                  <a:pt x="226" y="405"/>
                </a:lnTo>
                <a:lnTo>
                  <a:pt x="226" y="406"/>
                </a:lnTo>
                <a:lnTo>
                  <a:pt x="225" y="406"/>
                </a:lnTo>
                <a:lnTo>
                  <a:pt x="225" y="407"/>
                </a:lnTo>
                <a:lnTo>
                  <a:pt x="224" y="407"/>
                </a:lnTo>
                <a:lnTo>
                  <a:pt x="224" y="408"/>
                </a:lnTo>
                <a:lnTo>
                  <a:pt x="225" y="408"/>
                </a:lnTo>
                <a:lnTo>
                  <a:pt x="225" y="409"/>
                </a:lnTo>
                <a:lnTo>
                  <a:pt x="224" y="409"/>
                </a:lnTo>
                <a:lnTo>
                  <a:pt x="224" y="410"/>
                </a:lnTo>
                <a:lnTo>
                  <a:pt x="223" y="410"/>
                </a:lnTo>
                <a:lnTo>
                  <a:pt x="222" y="411"/>
                </a:lnTo>
                <a:lnTo>
                  <a:pt x="222" y="412"/>
                </a:lnTo>
                <a:lnTo>
                  <a:pt x="221" y="412"/>
                </a:lnTo>
                <a:lnTo>
                  <a:pt x="220" y="412"/>
                </a:lnTo>
                <a:lnTo>
                  <a:pt x="220" y="411"/>
                </a:lnTo>
                <a:lnTo>
                  <a:pt x="220" y="410"/>
                </a:lnTo>
                <a:lnTo>
                  <a:pt x="220" y="409"/>
                </a:lnTo>
                <a:lnTo>
                  <a:pt x="219" y="407"/>
                </a:lnTo>
                <a:lnTo>
                  <a:pt x="220" y="407"/>
                </a:lnTo>
                <a:lnTo>
                  <a:pt x="219" y="406"/>
                </a:lnTo>
                <a:lnTo>
                  <a:pt x="219" y="407"/>
                </a:lnTo>
                <a:lnTo>
                  <a:pt x="218" y="407"/>
                </a:lnTo>
                <a:lnTo>
                  <a:pt x="218" y="408"/>
                </a:lnTo>
                <a:lnTo>
                  <a:pt x="218" y="407"/>
                </a:lnTo>
                <a:lnTo>
                  <a:pt x="217" y="407"/>
                </a:lnTo>
                <a:lnTo>
                  <a:pt x="217" y="408"/>
                </a:lnTo>
                <a:lnTo>
                  <a:pt x="217" y="409"/>
                </a:lnTo>
                <a:lnTo>
                  <a:pt x="216" y="410"/>
                </a:lnTo>
                <a:lnTo>
                  <a:pt x="217" y="410"/>
                </a:lnTo>
                <a:lnTo>
                  <a:pt x="217" y="411"/>
                </a:lnTo>
                <a:lnTo>
                  <a:pt x="217" y="412"/>
                </a:lnTo>
                <a:lnTo>
                  <a:pt x="217" y="411"/>
                </a:lnTo>
                <a:lnTo>
                  <a:pt x="216" y="411"/>
                </a:lnTo>
                <a:lnTo>
                  <a:pt x="216" y="410"/>
                </a:lnTo>
                <a:lnTo>
                  <a:pt x="215" y="410"/>
                </a:lnTo>
                <a:lnTo>
                  <a:pt x="215" y="409"/>
                </a:lnTo>
                <a:lnTo>
                  <a:pt x="215" y="408"/>
                </a:lnTo>
                <a:lnTo>
                  <a:pt x="214" y="408"/>
                </a:lnTo>
                <a:lnTo>
                  <a:pt x="215" y="407"/>
                </a:lnTo>
                <a:lnTo>
                  <a:pt x="214" y="407"/>
                </a:lnTo>
                <a:lnTo>
                  <a:pt x="214" y="406"/>
                </a:lnTo>
                <a:lnTo>
                  <a:pt x="215" y="406"/>
                </a:lnTo>
                <a:lnTo>
                  <a:pt x="215" y="405"/>
                </a:lnTo>
                <a:lnTo>
                  <a:pt x="214" y="404"/>
                </a:lnTo>
                <a:lnTo>
                  <a:pt x="213" y="404"/>
                </a:lnTo>
                <a:lnTo>
                  <a:pt x="214" y="403"/>
                </a:lnTo>
                <a:lnTo>
                  <a:pt x="215" y="402"/>
                </a:lnTo>
                <a:lnTo>
                  <a:pt x="215" y="403"/>
                </a:lnTo>
                <a:lnTo>
                  <a:pt x="216" y="403"/>
                </a:lnTo>
                <a:lnTo>
                  <a:pt x="217" y="403"/>
                </a:lnTo>
                <a:lnTo>
                  <a:pt x="217" y="402"/>
                </a:lnTo>
                <a:lnTo>
                  <a:pt x="216" y="402"/>
                </a:lnTo>
                <a:lnTo>
                  <a:pt x="216" y="401"/>
                </a:lnTo>
                <a:lnTo>
                  <a:pt x="215" y="401"/>
                </a:lnTo>
                <a:lnTo>
                  <a:pt x="214" y="400"/>
                </a:lnTo>
                <a:lnTo>
                  <a:pt x="215" y="399"/>
                </a:lnTo>
                <a:lnTo>
                  <a:pt x="214" y="399"/>
                </a:lnTo>
                <a:lnTo>
                  <a:pt x="214" y="398"/>
                </a:lnTo>
                <a:lnTo>
                  <a:pt x="214" y="397"/>
                </a:lnTo>
                <a:lnTo>
                  <a:pt x="213" y="397"/>
                </a:lnTo>
                <a:lnTo>
                  <a:pt x="212" y="397"/>
                </a:lnTo>
                <a:lnTo>
                  <a:pt x="212" y="396"/>
                </a:lnTo>
                <a:lnTo>
                  <a:pt x="211" y="395"/>
                </a:lnTo>
                <a:lnTo>
                  <a:pt x="210" y="394"/>
                </a:lnTo>
                <a:lnTo>
                  <a:pt x="209" y="394"/>
                </a:lnTo>
                <a:lnTo>
                  <a:pt x="209" y="393"/>
                </a:lnTo>
                <a:lnTo>
                  <a:pt x="210" y="393"/>
                </a:lnTo>
                <a:lnTo>
                  <a:pt x="210" y="392"/>
                </a:lnTo>
                <a:lnTo>
                  <a:pt x="209" y="392"/>
                </a:lnTo>
                <a:lnTo>
                  <a:pt x="209" y="391"/>
                </a:lnTo>
                <a:lnTo>
                  <a:pt x="209" y="390"/>
                </a:lnTo>
                <a:lnTo>
                  <a:pt x="209" y="389"/>
                </a:lnTo>
                <a:lnTo>
                  <a:pt x="209" y="388"/>
                </a:lnTo>
                <a:lnTo>
                  <a:pt x="208" y="388"/>
                </a:lnTo>
                <a:lnTo>
                  <a:pt x="207" y="388"/>
                </a:lnTo>
                <a:lnTo>
                  <a:pt x="207" y="387"/>
                </a:lnTo>
                <a:lnTo>
                  <a:pt x="206" y="387"/>
                </a:lnTo>
                <a:lnTo>
                  <a:pt x="206" y="388"/>
                </a:lnTo>
                <a:lnTo>
                  <a:pt x="205" y="388"/>
                </a:lnTo>
                <a:lnTo>
                  <a:pt x="205" y="389"/>
                </a:lnTo>
                <a:lnTo>
                  <a:pt x="205" y="388"/>
                </a:lnTo>
                <a:lnTo>
                  <a:pt x="204" y="388"/>
                </a:lnTo>
                <a:lnTo>
                  <a:pt x="203" y="389"/>
                </a:lnTo>
                <a:lnTo>
                  <a:pt x="202" y="389"/>
                </a:lnTo>
                <a:lnTo>
                  <a:pt x="202" y="388"/>
                </a:lnTo>
                <a:lnTo>
                  <a:pt x="201" y="387"/>
                </a:lnTo>
                <a:lnTo>
                  <a:pt x="201" y="386"/>
                </a:lnTo>
                <a:lnTo>
                  <a:pt x="202" y="386"/>
                </a:lnTo>
                <a:lnTo>
                  <a:pt x="202" y="385"/>
                </a:lnTo>
                <a:lnTo>
                  <a:pt x="201" y="385"/>
                </a:lnTo>
                <a:lnTo>
                  <a:pt x="201" y="384"/>
                </a:lnTo>
                <a:lnTo>
                  <a:pt x="200" y="384"/>
                </a:lnTo>
                <a:lnTo>
                  <a:pt x="200" y="385"/>
                </a:lnTo>
                <a:lnTo>
                  <a:pt x="199" y="385"/>
                </a:lnTo>
                <a:lnTo>
                  <a:pt x="198" y="385"/>
                </a:lnTo>
                <a:lnTo>
                  <a:pt x="198" y="386"/>
                </a:lnTo>
                <a:lnTo>
                  <a:pt x="197" y="386"/>
                </a:lnTo>
                <a:lnTo>
                  <a:pt x="197" y="385"/>
                </a:lnTo>
                <a:lnTo>
                  <a:pt x="196" y="385"/>
                </a:lnTo>
                <a:lnTo>
                  <a:pt x="195" y="385"/>
                </a:lnTo>
                <a:lnTo>
                  <a:pt x="195" y="386"/>
                </a:lnTo>
                <a:lnTo>
                  <a:pt x="194" y="386"/>
                </a:lnTo>
                <a:lnTo>
                  <a:pt x="193" y="386"/>
                </a:lnTo>
                <a:lnTo>
                  <a:pt x="193" y="385"/>
                </a:lnTo>
                <a:lnTo>
                  <a:pt x="192" y="385"/>
                </a:lnTo>
                <a:lnTo>
                  <a:pt x="191" y="386"/>
                </a:lnTo>
                <a:lnTo>
                  <a:pt x="190" y="386"/>
                </a:lnTo>
                <a:lnTo>
                  <a:pt x="189" y="386"/>
                </a:lnTo>
                <a:lnTo>
                  <a:pt x="189" y="387"/>
                </a:lnTo>
                <a:lnTo>
                  <a:pt x="190" y="387"/>
                </a:lnTo>
                <a:lnTo>
                  <a:pt x="190" y="388"/>
                </a:lnTo>
                <a:lnTo>
                  <a:pt x="190" y="389"/>
                </a:lnTo>
                <a:lnTo>
                  <a:pt x="189" y="389"/>
                </a:lnTo>
                <a:lnTo>
                  <a:pt x="188" y="388"/>
                </a:lnTo>
                <a:lnTo>
                  <a:pt x="187" y="388"/>
                </a:lnTo>
                <a:lnTo>
                  <a:pt x="187" y="389"/>
                </a:lnTo>
                <a:lnTo>
                  <a:pt x="186" y="389"/>
                </a:lnTo>
                <a:lnTo>
                  <a:pt x="187" y="389"/>
                </a:lnTo>
                <a:lnTo>
                  <a:pt x="187" y="390"/>
                </a:lnTo>
                <a:lnTo>
                  <a:pt x="186" y="390"/>
                </a:lnTo>
                <a:lnTo>
                  <a:pt x="185" y="391"/>
                </a:lnTo>
                <a:lnTo>
                  <a:pt x="184" y="392"/>
                </a:lnTo>
                <a:lnTo>
                  <a:pt x="184" y="393"/>
                </a:lnTo>
                <a:lnTo>
                  <a:pt x="183" y="393"/>
                </a:lnTo>
                <a:lnTo>
                  <a:pt x="183" y="394"/>
                </a:lnTo>
                <a:lnTo>
                  <a:pt x="182" y="394"/>
                </a:lnTo>
                <a:lnTo>
                  <a:pt x="181" y="394"/>
                </a:lnTo>
                <a:lnTo>
                  <a:pt x="180" y="393"/>
                </a:lnTo>
                <a:lnTo>
                  <a:pt x="179" y="392"/>
                </a:lnTo>
                <a:lnTo>
                  <a:pt x="179" y="391"/>
                </a:lnTo>
                <a:lnTo>
                  <a:pt x="178" y="391"/>
                </a:lnTo>
                <a:lnTo>
                  <a:pt x="179" y="391"/>
                </a:lnTo>
                <a:lnTo>
                  <a:pt x="178" y="390"/>
                </a:lnTo>
                <a:lnTo>
                  <a:pt x="177" y="390"/>
                </a:lnTo>
                <a:lnTo>
                  <a:pt x="177" y="391"/>
                </a:lnTo>
                <a:lnTo>
                  <a:pt x="176" y="391"/>
                </a:lnTo>
                <a:lnTo>
                  <a:pt x="175" y="391"/>
                </a:lnTo>
                <a:lnTo>
                  <a:pt x="174" y="391"/>
                </a:lnTo>
                <a:lnTo>
                  <a:pt x="174" y="392"/>
                </a:lnTo>
                <a:lnTo>
                  <a:pt x="175" y="392"/>
                </a:lnTo>
                <a:lnTo>
                  <a:pt x="174" y="393"/>
                </a:lnTo>
                <a:lnTo>
                  <a:pt x="173" y="393"/>
                </a:lnTo>
                <a:lnTo>
                  <a:pt x="173" y="394"/>
                </a:lnTo>
                <a:lnTo>
                  <a:pt x="172" y="394"/>
                </a:lnTo>
                <a:lnTo>
                  <a:pt x="173" y="394"/>
                </a:lnTo>
                <a:lnTo>
                  <a:pt x="172" y="395"/>
                </a:lnTo>
                <a:lnTo>
                  <a:pt x="172" y="396"/>
                </a:lnTo>
                <a:lnTo>
                  <a:pt x="173" y="396"/>
                </a:lnTo>
                <a:lnTo>
                  <a:pt x="173" y="397"/>
                </a:lnTo>
                <a:lnTo>
                  <a:pt x="172" y="396"/>
                </a:lnTo>
                <a:lnTo>
                  <a:pt x="171" y="396"/>
                </a:lnTo>
                <a:lnTo>
                  <a:pt x="170" y="396"/>
                </a:lnTo>
                <a:lnTo>
                  <a:pt x="169" y="396"/>
                </a:lnTo>
                <a:lnTo>
                  <a:pt x="169" y="397"/>
                </a:lnTo>
                <a:lnTo>
                  <a:pt x="168" y="397"/>
                </a:lnTo>
                <a:lnTo>
                  <a:pt x="167" y="397"/>
                </a:lnTo>
                <a:lnTo>
                  <a:pt x="167" y="398"/>
                </a:lnTo>
                <a:lnTo>
                  <a:pt x="166" y="398"/>
                </a:lnTo>
                <a:lnTo>
                  <a:pt x="166" y="397"/>
                </a:lnTo>
                <a:lnTo>
                  <a:pt x="166" y="396"/>
                </a:lnTo>
                <a:lnTo>
                  <a:pt x="165" y="396"/>
                </a:lnTo>
                <a:lnTo>
                  <a:pt x="164" y="396"/>
                </a:lnTo>
                <a:lnTo>
                  <a:pt x="163" y="396"/>
                </a:lnTo>
                <a:lnTo>
                  <a:pt x="163" y="397"/>
                </a:lnTo>
                <a:lnTo>
                  <a:pt x="164" y="397"/>
                </a:lnTo>
                <a:lnTo>
                  <a:pt x="164" y="398"/>
                </a:lnTo>
                <a:lnTo>
                  <a:pt x="163" y="398"/>
                </a:lnTo>
                <a:lnTo>
                  <a:pt x="162" y="398"/>
                </a:lnTo>
                <a:lnTo>
                  <a:pt x="162" y="399"/>
                </a:lnTo>
                <a:lnTo>
                  <a:pt x="161" y="399"/>
                </a:lnTo>
                <a:lnTo>
                  <a:pt x="161" y="398"/>
                </a:lnTo>
                <a:lnTo>
                  <a:pt x="160" y="398"/>
                </a:lnTo>
                <a:lnTo>
                  <a:pt x="160" y="397"/>
                </a:lnTo>
                <a:lnTo>
                  <a:pt x="159" y="397"/>
                </a:lnTo>
                <a:lnTo>
                  <a:pt x="159" y="398"/>
                </a:lnTo>
                <a:lnTo>
                  <a:pt x="158" y="398"/>
                </a:lnTo>
                <a:lnTo>
                  <a:pt x="157" y="397"/>
                </a:lnTo>
                <a:lnTo>
                  <a:pt x="157" y="398"/>
                </a:lnTo>
                <a:lnTo>
                  <a:pt x="157" y="397"/>
                </a:lnTo>
                <a:lnTo>
                  <a:pt x="157" y="396"/>
                </a:lnTo>
                <a:lnTo>
                  <a:pt x="157" y="395"/>
                </a:lnTo>
                <a:lnTo>
                  <a:pt x="158" y="396"/>
                </a:lnTo>
                <a:lnTo>
                  <a:pt x="158" y="395"/>
                </a:lnTo>
                <a:lnTo>
                  <a:pt x="157" y="395"/>
                </a:lnTo>
                <a:lnTo>
                  <a:pt x="157" y="394"/>
                </a:lnTo>
                <a:lnTo>
                  <a:pt x="157" y="393"/>
                </a:lnTo>
                <a:lnTo>
                  <a:pt x="156" y="393"/>
                </a:lnTo>
                <a:lnTo>
                  <a:pt x="155" y="393"/>
                </a:lnTo>
                <a:lnTo>
                  <a:pt x="155" y="392"/>
                </a:lnTo>
                <a:lnTo>
                  <a:pt x="154" y="392"/>
                </a:lnTo>
                <a:lnTo>
                  <a:pt x="155" y="391"/>
                </a:lnTo>
                <a:lnTo>
                  <a:pt x="155" y="390"/>
                </a:lnTo>
                <a:lnTo>
                  <a:pt x="154" y="390"/>
                </a:lnTo>
                <a:lnTo>
                  <a:pt x="154" y="389"/>
                </a:lnTo>
                <a:lnTo>
                  <a:pt x="153" y="389"/>
                </a:lnTo>
                <a:lnTo>
                  <a:pt x="154" y="388"/>
                </a:lnTo>
                <a:lnTo>
                  <a:pt x="153" y="388"/>
                </a:lnTo>
                <a:lnTo>
                  <a:pt x="152" y="387"/>
                </a:lnTo>
                <a:lnTo>
                  <a:pt x="152" y="388"/>
                </a:lnTo>
                <a:lnTo>
                  <a:pt x="152" y="387"/>
                </a:lnTo>
                <a:lnTo>
                  <a:pt x="151" y="386"/>
                </a:lnTo>
                <a:lnTo>
                  <a:pt x="151" y="385"/>
                </a:lnTo>
                <a:lnTo>
                  <a:pt x="150" y="385"/>
                </a:lnTo>
                <a:lnTo>
                  <a:pt x="150" y="384"/>
                </a:lnTo>
                <a:lnTo>
                  <a:pt x="149" y="384"/>
                </a:lnTo>
                <a:lnTo>
                  <a:pt x="150" y="384"/>
                </a:lnTo>
                <a:lnTo>
                  <a:pt x="151" y="383"/>
                </a:lnTo>
                <a:lnTo>
                  <a:pt x="151" y="382"/>
                </a:lnTo>
                <a:lnTo>
                  <a:pt x="152" y="382"/>
                </a:lnTo>
                <a:lnTo>
                  <a:pt x="152" y="381"/>
                </a:lnTo>
                <a:lnTo>
                  <a:pt x="151" y="381"/>
                </a:lnTo>
                <a:lnTo>
                  <a:pt x="152" y="380"/>
                </a:lnTo>
                <a:lnTo>
                  <a:pt x="151" y="379"/>
                </a:lnTo>
                <a:lnTo>
                  <a:pt x="152" y="379"/>
                </a:lnTo>
                <a:lnTo>
                  <a:pt x="152" y="378"/>
                </a:lnTo>
                <a:lnTo>
                  <a:pt x="151" y="378"/>
                </a:lnTo>
                <a:lnTo>
                  <a:pt x="151" y="377"/>
                </a:lnTo>
                <a:lnTo>
                  <a:pt x="152" y="376"/>
                </a:lnTo>
                <a:lnTo>
                  <a:pt x="151" y="376"/>
                </a:lnTo>
                <a:lnTo>
                  <a:pt x="151" y="375"/>
                </a:lnTo>
                <a:lnTo>
                  <a:pt x="150" y="374"/>
                </a:lnTo>
                <a:lnTo>
                  <a:pt x="149" y="374"/>
                </a:lnTo>
                <a:lnTo>
                  <a:pt x="148" y="374"/>
                </a:lnTo>
                <a:lnTo>
                  <a:pt x="147" y="374"/>
                </a:lnTo>
                <a:lnTo>
                  <a:pt x="147" y="373"/>
                </a:lnTo>
                <a:lnTo>
                  <a:pt x="148" y="372"/>
                </a:lnTo>
                <a:lnTo>
                  <a:pt x="148" y="371"/>
                </a:lnTo>
                <a:lnTo>
                  <a:pt x="149" y="371"/>
                </a:lnTo>
                <a:lnTo>
                  <a:pt x="149" y="370"/>
                </a:lnTo>
                <a:lnTo>
                  <a:pt x="148" y="370"/>
                </a:lnTo>
                <a:lnTo>
                  <a:pt x="147" y="370"/>
                </a:lnTo>
                <a:lnTo>
                  <a:pt x="146" y="370"/>
                </a:lnTo>
                <a:lnTo>
                  <a:pt x="146" y="369"/>
                </a:lnTo>
                <a:lnTo>
                  <a:pt x="145" y="369"/>
                </a:lnTo>
                <a:lnTo>
                  <a:pt x="144" y="369"/>
                </a:lnTo>
                <a:lnTo>
                  <a:pt x="144" y="368"/>
                </a:lnTo>
                <a:lnTo>
                  <a:pt x="144" y="367"/>
                </a:lnTo>
                <a:lnTo>
                  <a:pt x="144" y="366"/>
                </a:lnTo>
                <a:lnTo>
                  <a:pt x="144" y="365"/>
                </a:lnTo>
                <a:lnTo>
                  <a:pt x="145" y="365"/>
                </a:lnTo>
                <a:lnTo>
                  <a:pt x="146" y="364"/>
                </a:lnTo>
                <a:lnTo>
                  <a:pt x="146" y="363"/>
                </a:lnTo>
                <a:lnTo>
                  <a:pt x="145" y="362"/>
                </a:lnTo>
                <a:lnTo>
                  <a:pt x="146" y="361"/>
                </a:lnTo>
                <a:lnTo>
                  <a:pt x="145" y="361"/>
                </a:lnTo>
                <a:lnTo>
                  <a:pt x="145" y="360"/>
                </a:lnTo>
                <a:lnTo>
                  <a:pt x="144" y="360"/>
                </a:lnTo>
                <a:lnTo>
                  <a:pt x="143" y="360"/>
                </a:lnTo>
                <a:lnTo>
                  <a:pt x="142" y="360"/>
                </a:lnTo>
                <a:lnTo>
                  <a:pt x="141" y="360"/>
                </a:lnTo>
                <a:lnTo>
                  <a:pt x="141" y="361"/>
                </a:lnTo>
                <a:lnTo>
                  <a:pt x="140" y="361"/>
                </a:lnTo>
                <a:lnTo>
                  <a:pt x="140" y="360"/>
                </a:lnTo>
                <a:lnTo>
                  <a:pt x="139" y="360"/>
                </a:lnTo>
                <a:lnTo>
                  <a:pt x="140" y="360"/>
                </a:lnTo>
                <a:lnTo>
                  <a:pt x="139" y="360"/>
                </a:lnTo>
                <a:lnTo>
                  <a:pt x="139" y="361"/>
                </a:lnTo>
                <a:lnTo>
                  <a:pt x="138" y="361"/>
                </a:lnTo>
                <a:lnTo>
                  <a:pt x="137" y="361"/>
                </a:lnTo>
                <a:lnTo>
                  <a:pt x="137" y="360"/>
                </a:lnTo>
                <a:lnTo>
                  <a:pt x="136" y="360"/>
                </a:lnTo>
                <a:lnTo>
                  <a:pt x="137" y="360"/>
                </a:lnTo>
                <a:lnTo>
                  <a:pt x="137" y="361"/>
                </a:lnTo>
                <a:lnTo>
                  <a:pt x="136" y="361"/>
                </a:lnTo>
                <a:lnTo>
                  <a:pt x="135" y="361"/>
                </a:lnTo>
                <a:lnTo>
                  <a:pt x="135" y="362"/>
                </a:lnTo>
                <a:lnTo>
                  <a:pt x="134" y="362"/>
                </a:lnTo>
                <a:lnTo>
                  <a:pt x="133" y="362"/>
                </a:lnTo>
                <a:lnTo>
                  <a:pt x="133" y="364"/>
                </a:lnTo>
                <a:lnTo>
                  <a:pt x="133" y="365"/>
                </a:lnTo>
                <a:lnTo>
                  <a:pt x="133" y="366"/>
                </a:lnTo>
                <a:lnTo>
                  <a:pt x="133" y="367"/>
                </a:lnTo>
                <a:lnTo>
                  <a:pt x="132" y="367"/>
                </a:lnTo>
                <a:lnTo>
                  <a:pt x="132" y="368"/>
                </a:lnTo>
                <a:lnTo>
                  <a:pt x="132" y="369"/>
                </a:lnTo>
                <a:lnTo>
                  <a:pt x="132" y="370"/>
                </a:lnTo>
                <a:lnTo>
                  <a:pt x="131" y="370"/>
                </a:lnTo>
                <a:lnTo>
                  <a:pt x="132" y="371"/>
                </a:lnTo>
                <a:lnTo>
                  <a:pt x="131" y="372"/>
                </a:lnTo>
                <a:lnTo>
                  <a:pt x="131" y="373"/>
                </a:lnTo>
                <a:lnTo>
                  <a:pt x="130" y="374"/>
                </a:lnTo>
                <a:lnTo>
                  <a:pt x="130" y="375"/>
                </a:lnTo>
                <a:lnTo>
                  <a:pt x="129" y="376"/>
                </a:lnTo>
                <a:lnTo>
                  <a:pt x="128" y="376"/>
                </a:lnTo>
                <a:lnTo>
                  <a:pt x="128" y="377"/>
                </a:lnTo>
                <a:lnTo>
                  <a:pt x="127" y="377"/>
                </a:lnTo>
                <a:lnTo>
                  <a:pt x="126" y="376"/>
                </a:lnTo>
                <a:lnTo>
                  <a:pt x="127" y="376"/>
                </a:lnTo>
                <a:lnTo>
                  <a:pt x="127" y="375"/>
                </a:lnTo>
                <a:lnTo>
                  <a:pt x="126" y="375"/>
                </a:lnTo>
                <a:lnTo>
                  <a:pt x="126" y="374"/>
                </a:lnTo>
                <a:lnTo>
                  <a:pt x="125" y="374"/>
                </a:lnTo>
                <a:lnTo>
                  <a:pt x="123" y="374"/>
                </a:lnTo>
                <a:lnTo>
                  <a:pt x="122" y="374"/>
                </a:lnTo>
                <a:lnTo>
                  <a:pt x="121" y="375"/>
                </a:lnTo>
                <a:lnTo>
                  <a:pt x="120" y="375"/>
                </a:lnTo>
                <a:lnTo>
                  <a:pt x="120" y="376"/>
                </a:lnTo>
                <a:lnTo>
                  <a:pt x="119" y="376"/>
                </a:lnTo>
                <a:lnTo>
                  <a:pt x="119" y="375"/>
                </a:lnTo>
                <a:lnTo>
                  <a:pt x="119" y="376"/>
                </a:lnTo>
                <a:lnTo>
                  <a:pt x="118" y="376"/>
                </a:lnTo>
                <a:lnTo>
                  <a:pt x="118" y="377"/>
                </a:lnTo>
                <a:lnTo>
                  <a:pt x="119" y="377"/>
                </a:lnTo>
                <a:lnTo>
                  <a:pt x="119" y="378"/>
                </a:lnTo>
                <a:lnTo>
                  <a:pt x="119" y="379"/>
                </a:lnTo>
                <a:lnTo>
                  <a:pt x="118" y="379"/>
                </a:lnTo>
                <a:lnTo>
                  <a:pt x="118" y="380"/>
                </a:lnTo>
                <a:lnTo>
                  <a:pt x="117" y="380"/>
                </a:lnTo>
                <a:lnTo>
                  <a:pt x="117" y="379"/>
                </a:lnTo>
                <a:lnTo>
                  <a:pt x="117" y="380"/>
                </a:lnTo>
                <a:lnTo>
                  <a:pt x="116" y="381"/>
                </a:lnTo>
                <a:lnTo>
                  <a:pt x="115" y="381"/>
                </a:lnTo>
                <a:lnTo>
                  <a:pt x="114" y="381"/>
                </a:lnTo>
                <a:lnTo>
                  <a:pt x="114" y="382"/>
                </a:lnTo>
                <a:lnTo>
                  <a:pt x="113" y="382"/>
                </a:lnTo>
                <a:lnTo>
                  <a:pt x="113" y="383"/>
                </a:lnTo>
                <a:lnTo>
                  <a:pt x="113" y="384"/>
                </a:lnTo>
                <a:lnTo>
                  <a:pt x="112" y="385"/>
                </a:lnTo>
                <a:lnTo>
                  <a:pt x="112" y="386"/>
                </a:lnTo>
                <a:lnTo>
                  <a:pt x="110" y="386"/>
                </a:lnTo>
                <a:lnTo>
                  <a:pt x="110" y="385"/>
                </a:lnTo>
                <a:lnTo>
                  <a:pt x="110" y="386"/>
                </a:lnTo>
                <a:lnTo>
                  <a:pt x="109" y="386"/>
                </a:lnTo>
                <a:lnTo>
                  <a:pt x="108" y="386"/>
                </a:lnTo>
                <a:lnTo>
                  <a:pt x="107" y="386"/>
                </a:lnTo>
                <a:lnTo>
                  <a:pt x="106" y="386"/>
                </a:lnTo>
                <a:lnTo>
                  <a:pt x="105" y="386"/>
                </a:lnTo>
                <a:lnTo>
                  <a:pt x="105" y="385"/>
                </a:lnTo>
                <a:lnTo>
                  <a:pt x="104" y="385"/>
                </a:lnTo>
                <a:lnTo>
                  <a:pt x="103" y="385"/>
                </a:lnTo>
                <a:lnTo>
                  <a:pt x="102" y="385"/>
                </a:lnTo>
                <a:lnTo>
                  <a:pt x="101" y="385"/>
                </a:lnTo>
                <a:lnTo>
                  <a:pt x="100" y="384"/>
                </a:lnTo>
                <a:lnTo>
                  <a:pt x="100" y="385"/>
                </a:lnTo>
                <a:lnTo>
                  <a:pt x="99" y="385"/>
                </a:lnTo>
                <a:lnTo>
                  <a:pt x="99" y="384"/>
                </a:lnTo>
                <a:lnTo>
                  <a:pt x="99" y="383"/>
                </a:lnTo>
                <a:lnTo>
                  <a:pt x="99" y="382"/>
                </a:lnTo>
                <a:lnTo>
                  <a:pt x="98" y="382"/>
                </a:lnTo>
                <a:lnTo>
                  <a:pt x="99" y="381"/>
                </a:lnTo>
                <a:lnTo>
                  <a:pt x="99" y="382"/>
                </a:lnTo>
                <a:lnTo>
                  <a:pt x="99" y="381"/>
                </a:lnTo>
                <a:lnTo>
                  <a:pt x="99" y="380"/>
                </a:lnTo>
                <a:lnTo>
                  <a:pt x="98" y="379"/>
                </a:lnTo>
                <a:lnTo>
                  <a:pt x="98" y="380"/>
                </a:lnTo>
                <a:lnTo>
                  <a:pt x="97" y="380"/>
                </a:lnTo>
                <a:lnTo>
                  <a:pt x="96" y="380"/>
                </a:lnTo>
                <a:lnTo>
                  <a:pt x="96" y="381"/>
                </a:lnTo>
                <a:lnTo>
                  <a:pt x="95" y="381"/>
                </a:lnTo>
                <a:lnTo>
                  <a:pt x="95" y="380"/>
                </a:lnTo>
                <a:lnTo>
                  <a:pt x="94" y="380"/>
                </a:lnTo>
                <a:lnTo>
                  <a:pt x="94" y="381"/>
                </a:lnTo>
                <a:lnTo>
                  <a:pt x="93" y="381"/>
                </a:lnTo>
                <a:lnTo>
                  <a:pt x="93" y="380"/>
                </a:lnTo>
                <a:lnTo>
                  <a:pt x="92" y="380"/>
                </a:lnTo>
                <a:lnTo>
                  <a:pt x="92" y="379"/>
                </a:lnTo>
                <a:lnTo>
                  <a:pt x="91" y="379"/>
                </a:lnTo>
                <a:lnTo>
                  <a:pt x="91" y="380"/>
                </a:lnTo>
                <a:lnTo>
                  <a:pt x="91" y="379"/>
                </a:lnTo>
                <a:lnTo>
                  <a:pt x="90" y="379"/>
                </a:lnTo>
                <a:lnTo>
                  <a:pt x="90" y="378"/>
                </a:lnTo>
                <a:lnTo>
                  <a:pt x="89" y="378"/>
                </a:lnTo>
                <a:lnTo>
                  <a:pt x="88" y="378"/>
                </a:lnTo>
                <a:lnTo>
                  <a:pt x="87" y="378"/>
                </a:lnTo>
                <a:lnTo>
                  <a:pt x="87" y="377"/>
                </a:lnTo>
                <a:lnTo>
                  <a:pt x="86" y="378"/>
                </a:lnTo>
                <a:lnTo>
                  <a:pt x="87" y="378"/>
                </a:lnTo>
                <a:lnTo>
                  <a:pt x="87" y="379"/>
                </a:lnTo>
                <a:lnTo>
                  <a:pt x="87" y="380"/>
                </a:lnTo>
                <a:lnTo>
                  <a:pt x="86" y="380"/>
                </a:lnTo>
                <a:lnTo>
                  <a:pt x="85" y="380"/>
                </a:lnTo>
                <a:lnTo>
                  <a:pt x="84" y="381"/>
                </a:lnTo>
                <a:lnTo>
                  <a:pt x="84" y="382"/>
                </a:lnTo>
                <a:lnTo>
                  <a:pt x="84" y="383"/>
                </a:lnTo>
                <a:lnTo>
                  <a:pt x="83" y="383"/>
                </a:lnTo>
                <a:lnTo>
                  <a:pt x="83" y="382"/>
                </a:lnTo>
                <a:lnTo>
                  <a:pt x="82" y="382"/>
                </a:lnTo>
                <a:lnTo>
                  <a:pt x="82" y="381"/>
                </a:lnTo>
                <a:lnTo>
                  <a:pt x="80" y="381"/>
                </a:lnTo>
                <a:lnTo>
                  <a:pt x="80" y="382"/>
                </a:lnTo>
                <a:lnTo>
                  <a:pt x="79" y="382"/>
                </a:lnTo>
                <a:lnTo>
                  <a:pt x="79" y="381"/>
                </a:lnTo>
                <a:lnTo>
                  <a:pt x="79" y="380"/>
                </a:lnTo>
                <a:lnTo>
                  <a:pt x="78" y="380"/>
                </a:lnTo>
                <a:lnTo>
                  <a:pt x="78" y="379"/>
                </a:lnTo>
                <a:lnTo>
                  <a:pt x="78" y="378"/>
                </a:lnTo>
                <a:lnTo>
                  <a:pt x="77" y="378"/>
                </a:lnTo>
                <a:lnTo>
                  <a:pt x="77" y="377"/>
                </a:lnTo>
                <a:lnTo>
                  <a:pt x="77" y="376"/>
                </a:lnTo>
                <a:lnTo>
                  <a:pt x="76" y="376"/>
                </a:lnTo>
                <a:lnTo>
                  <a:pt x="75" y="376"/>
                </a:lnTo>
                <a:lnTo>
                  <a:pt x="75" y="375"/>
                </a:lnTo>
                <a:lnTo>
                  <a:pt x="75" y="374"/>
                </a:lnTo>
                <a:lnTo>
                  <a:pt x="76" y="374"/>
                </a:lnTo>
                <a:lnTo>
                  <a:pt x="76" y="373"/>
                </a:lnTo>
                <a:lnTo>
                  <a:pt x="77" y="373"/>
                </a:lnTo>
                <a:lnTo>
                  <a:pt x="77" y="374"/>
                </a:lnTo>
                <a:lnTo>
                  <a:pt x="77" y="373"/>
                </a:lnTo>
                <a:lnTo>
                  <a:pt x="78" y="372"/>
                </a:lnTo>
                <a:lnTo>
                  <a:pt x="78" y="371"/>
                </a:lnTo>
                <a:lnTo>
                  <a:pt x="79" y="371"/>
                </a:lnTo>
                <a:lnTo>
                  <a:pt x="80" y="370"/>
                </a:lnTo>
                <a:lnTo>
                  <a:pt x="79" y="370"/>
                </a:lnTo>
                <a:lnTo>
                  <a:pt x="79" y="369"/>
                </a:lnTo>
                <a:lnTo>
                  <a:pt x="79" y="368"/>
                </a:lnTo>
                <a:lnTo>
                  <a:pt x="79" y="367"/>
                </a:lnTo>
                <a:lnTo>
                  <a:pt x="80" y="366"/>
                </a:lnTo>
                <a:lnTo>
                  <a:pt x="80" y="365"/>
                </a:lnTo>
                <a:lnTo>
                  <a:pt x="79" y="365"/>
                </a:lnTo>
                <a:lnTo>
                  <a:pt x="79" y="364"/>
                </a:lnTo>
                <a:lnTo>
                  <a:pt x="79" y="363"/>
                </a:lnTo>
                <a:lnTo>
                  <a:pt x="78" y="362"/>
                </a:lnTo>
                <a:lnTo>
                  <a:pt x="78" y="361"/>
                </a:lnTo>
                <a:lnTo>
                  <a:pt x="77" y="361"/>
                </a:lnTo>
                <a:lnTo>
                  <a:pt x="77" y="360"/>
                </a:lnTo>
                <a:lnTo>
                  <a:pt x="76" y="359"/>
                </a:lnTo>
                <a:lnTo>
                  <a:pt x="77" y="359"/>
                </a:lnTo>
                <a:lnTo>
                  <a:pt x="77" y="358"/>
                </a:lnTo>
                <a:lnTo>
                  <a:pt x="77" y="357"/>
                </a:lnTo>
                <a:lnTo>
                  <a:pt x="76" y="357"/>
                </a:lnTo>
                <a:lnTo>
                  <a:pt x="77" y="357"/>
                </a:lnTo>
                <a:lnTo>
                  <a:pt x="79" y="357"/>
                </a:lnTo>
                <a:lnTo>
                  <a:pt x="79" y="356"/>
                </a:lnTo>
                <a:lnTo>
                  <a:pt x="78" y="356"/>
                </a:lnTo>
                <a:lnTo>
                  <a:pt x="78" y="355"/>
                </a:lnTo>
                <a:lnTo>
                  <a:pt x="77" y="355"/>
                </a:lnTo>
                <a:lnTo>
                  <a:pt x="77" y="354"/>
                </a:lnTo>
                <a:lnTo>
                  <a:pt x="76" y="354"/>
                </a:lnTo>
                <a:lnTo>
                  <a:pt x="76" y="353"/>
                </a:lnTo>
                <a:lnTo>
                  <a:pt x="76" y="352"/>
                </a:lnTo>
                <a:lnTo>
                  <a:pt x="75" y="352"/>
                </a:lnTo>
                <a:lnTo>
                  <a:pt x="75" y="351"/>
                </a:lnTo>
                <a:lnTo>
                  <a:pt x="75" y="349"/>
                </a:lnTo>
                <a:lnTo>
                  <a:pt x="74" y="349"/>
                </a:lnTo>
                <a:lnTo>
                  <a:pt x="73" y="349"/>
                </a:lnTo>
                <a:lnTo>
                  <a:pt x="73" y="348"/>
                </a:lnTo>
                <a:lnTo>
                  <a:pt x="74" y="348"/>
                </a:lnTo>
                <a:lnTo>
                  <a:pt x="74" y="347"/>
                </a:lnTo>
                <a:lnTo>
                  <a:pt x="74" y="346"/>
                </a:lnTo>
                <a:lnTo>
                  <a:pt x="74" y="345"/>
                </a:lnTo>
                <a:lnTo>
                  <a:pt x="73" y="345"/>
                </a:lnTo>
                <a:lnTo>
                  <a:pt x="73" y="344"/>
                </a:lnTo>
                <a:lnTo>
                  <a:pt x="73" y="343"/>
                </a:lnTo>
                <a:lnTo>
                  <a:pt x="72" y="342"/>
                </a:lnTo>
                <a:lnTo>
                  <a:pt x="73" y="341"/>
                </a:lnTo>
                <a:lnTo>
                  <a:pt x="73" y="340"/>
                </a:lnTo>
                <a:lnTo>
                  <a:pt x="72" y="340"/>
                </a:lnTo>
                <a:lnTo>
                  <a:pt x="72" y="339"/>
                </a:lnTo>
                <a:lnTo>
                  <a:pt x="72" y="338"/>
                </a:lnTo>
                <a:lnTo>
                  <a:pt x="73" y="338"/>
                </a:lnTo>
                <a:lnTo>
                  <a:pt x="72" y="338"/>
                </a:lnTo>
                <a:lnTo>
                  <a:pt x="71" y="337"/>
                </a:lnTo>
                <a:lnTo>
                  <a:pt x="72" y="336"/>
                </a:lnTo>
                <a:lnTo>
                  <a:pt x="71" y="336"/>
                </a:lnTo>
                <a:lnTo>
                  <a:pt x="71" y="335"/>
                </a:lnTo>
                <a:lnTo>
                  <a:pt x="70" y="335"/>
                </a:lnTo>
                <a:lnTo>
                  <a:pt x="70" y="334"/>
                </a:lnTo>
                <a:lnTo>
                  <a:pt x="69" y="334"/>
                </a:lnTo>
                <a:lnTo>
                  <a:pt x="69" y="333"/>
                </a:lnTo>
                <a:lnTo>
                  <a:pt x="68" y="333"/>
                </a:lnTo>
                <a:lnTo>
                  <a:pt x="67" y="333"/>
                </a:lnTo>
                <a:lnTo>
                  <a:pt x="67" y="332"/>
                </a:lnTo>
                <a:lnTo>
                  <a:pt x="66" y="332"/>
                </a:lnTo>
                <a:lnTo>
                  <a:pt x="65" y="332"/>
                </a:lnTo>
                <a:lnTo>
                  <a:pt x="65" y="331"/>
                </a:lnTo>
                <a:lnTo>
                  <a:pt x="64" y="330"/>
                </a:lnTo>
                <a:lnTo>
                  <a:pt x="63" y="330"/>
                </a:lnTo>
                <a:lnTo>
                  <a:pt x="63" y="329"/>
                </a:lnTo>
                <a:lnTo>
                  <a:pt x="64" y="329"/>
                </a:lnTo>
                <a:lnTo>
                  <a:pt x="64" y="328"/>
                </a:lnTo>
                <a:lnTo>
                  <a:pt x="63" y="328"/>
                </a:lnTo>
                <a:lnTo>
                  <a:pt x="63" y="327"/>
                </a:lnTo>
                <a:lnTo>
                  <a:pt x="63" y="326"/>
                </a:lnTo>
                <a:lnTo>
                  <a:pt x="63" y="325"/>
                </a:lnTo>
                <a:lnTo>
                  <a:pt x="64" y="324"/>
                </a:lnTo>
                <a:lnTo>
                  <a:pt x="64" y="323"/>
                </a:lnTo>
                <a:lnTo>
                  <a:pt x="63" y="323"/>
                </a:lnTo>
                <a:lnTo>
                  <a:pt x="62" y="323"/>
                </a:lnTo>
                <a:lnTo>
                  <a:pt x="62" y="322"/>
                </a:lnTo>
                <a:lnTo>
                  <a:pt x="62" y="321"/>
                </a:lnTo>
                <a:lnTo>
                  <a:pt x="62" y="320"/>
                </a:lnTo>
                <a:lnTo>
                  <a:pt x="63" y="320"/>
                </a:lnTo>
                <a:lnTo>
                  <a:pt x="63" y="319"/>
                </a:lnTo>
                <a:lnTo>
                  <a:pt x="64" y="319"/>
                </a:lnTo>
                <a:lnTo>
                  <a:pt x="64" y="318"/>
                </a:lnTo>
                <a:lnTo>
                  <a:pt x="65" y="317"/>
                </a:lnTo>
                <a:lnTo>
                  <a:pt x="66" y="317"/>
                </a:lnTo>
                <a:lnTo>
                  <a:pt x="66" y="316"/>
                </a:lnTo>
                <a:lnTo>
                  <a:pt x="67" y="316"/>
                </a:lnTo>
                <a:lnTo>
                  <a:pt x="67" y="315"/>
                </a:lnTo>
                <a:lnTo>
                  <a:pt x="68" y="315"/>
                </a:lnTo>
                <a:lnTo>
                  <a:pt x="69" y="315"/>
                </a:lnTo>
                <a:lnTo>
                  <a:pt x="70" y="315"/>
                </a:lnTo>
                <a:lnTo>
                  <a:pt x="70" y="314"/>
                </a:lnTo>
                <a:lnTo>
                  <a:pt x="70" y="313"/>
                </a:lnTo>
                <a:lnTo>
                  <a:pt x="70" y="312"/>
                </a:lnTo>
                <a:lnTo>
                  <a:pt x="71" y="312"/>
                </a:lnTo>
                <a:lnTo>
                  <a:pt x="71" y="311"/>
                </a:lnTo>
                <a:lnTo>
                  <a:pt x="70" y="311"/>
                </a:lnTo>
                <a:lnTo>
                  <a:pt x="70" y="310"/>
                </a:lnTo>
                <a:lnTo>
                  <a:pt x="69" y="310"/>
                </a:lnTo>
                <a:lnTo>
                  <a:pt x="69" y="309"/>
                </a:lnTo>
                <a:lnTo>
                  <a:pt x="68" y="309"/>
                </a:lnTo>
                <a:lnTo>
                  <a:pt x="67" y="309"/>
                </a:lnTo>
                <a:lnTo>
                  <a:pt x="66" y="309"/>
                </a:lnTo>
                <a:lnTo>
                  <a:pt x="66" y="308"/>
                </a:lnTo>
                <a:lnTo>
                  <a:pt x="67" y="308"/>
                </a:lnTo>
                <a:lnTo>
                  <a:pt x="67" y="307"/>
                </a:lnTo>
                <a:lnTo>
                  <a:pt x="68" y="307"/>
                </a:lnTo>
                <a:lnTo>
                  <a:pt x="69" y="306"/>
                </a:lnTo>
                <a:lnTo>
                  <a:pt x="69" y="305"/>
                </a:lnTo>
                <a:lnTo>
                  <a:pt x="70" y="305"/>
                </a:lnTo>
                <a:lnTo>
                  <a:pt x="70" y="304"/>
                </a:lnTo>
                <a:lnTo>
                  <a:pt x="71" y="304"/>
                </a:lnTo>
                <a:lnTo>
                  <a:pt x="71" y="303"/>
                </a:lnTo>
                <a:lnTo>
                  <a:pt x="70" y="303"/>
                </a:lnTo>
                <a:lnTo>
                  <a:pt x="70" y="302"/>
                </a:lnTo>
                <a:lnTo>
                  <a:pt x="69" y="302"/>
                </a:lnTo>
                <a:lnTo>
                  <a:pt x="68" y="302"/>
                </a:lnTo>
                <a:lnTo>
                  <a:pt x="67" y="302"/>
                </a:lnTo>
                <a:lnTo>
                  <a:pt x="66" y="302"/>
                </a:lnTo>
                <a:lnTo>
                  <a:pt x="66" y="301"/>
                </a:lnTo>
                <a:lnTo>
                  <a:pt x="65" y="301"/>
                </a:lnTo>
                <a:lnTo>
                  <a:pt x="65" y="300"/>
                </a:lnTo>
                <a:lnTo>
                  <a:pt x="64" y="300"/>
                </a:lnTo>
                <a:lnTo>
                  <a:pt x="64" y="301"/>
                </a:lnTo>
                <a:lnTo>
                  <a:pt x="63" y="301"/>
                </a:lnTo>
                <a:lnTo>
                  <a:pt x="63" y="300"/>
                </a:lnTo>
                <a:lnTo>
                  <a:pt x="64" y="300"/>
                </a:lnTo>
                <a:lnTo>
                  <a:pt x="64" y="299"/>
                </a:lnTo>
                <a:lnTo>
                  <a:pt x="64" y="298"/>
                </a:lnTo>
                <a:lnTo>
                  <a:pt x="63" y="298"/>
                </a:lnTo>
                <a:lnTo>
                  <a:pt x="63" y="297"/>
                </a:lnTo>
                <a:lnTo>
                  <a:pt x="63" y="296"/>
                </a:lnTo>
                <a:lnTo>
                  <a:pt x="63" y="295"/>
                </a:lnTo>
                <a:lnTo>
                  <a:pt x="63" y="294"/>
                </a:lnTo>
                <a:lnTo>
                  <a:pt x="62" y="295"/>
                </a:lnTo>
                <a:lnTo>
                  <a:pt x="62" y="294"/>
                </a:lnTo>
                <a:lnTo>
                  <a:pt x="61" y="295"/>
                </a:lnTo>
                <a:lnTo>
                  <a:pt x="60" y="295"/>
                </a:lnTo>
                <a:lnTo>
                  <a:pt x="60" y="297"/>
                </a:lnTo>
                <a:lnTo>
                  <a:pt x="59" y="298"/>
                </a:lnTo>
                <a:lnTo>
                  <a:pt x="59" y="299"/>
                </a:lnTo>
                <a:lnTo>
                  <a:pt x="58" y="299"/>
                </a:lnTo>
                <a:lnTo>
                  <a:pt x="57" y="299"/>
                </a:lnTo>
                <a:lnTo>
                  <a:pt x="57" y="298"/>
                </a:lnTo>
                <a:lnTo>
                  <a:pt x="56" y="298"/>
                </a:lnTo>
                <a:lnTo>
                  <a:pt x="55" y="298"/>
                </a:lnTo>
                <a:lnTo>
                  <a:pt x="55" y="299"/>
                </a:lnTo>
                <a:lnTo>
                  <a:pt x="55" y="300"/>
                </a:lnTo>
                <a:lnTo>
                  <a:pt x="54" y="300"/>
                </a:lnTo>
                <a:lnTo>
                  <a:pt x="53" y="300"/>
                </a:lnTo>
                <a:lnTo>
                  <a:pt x="53" y="299"/>
                </a:lnTo>
                <a:lnTo>
                  <a:pt x="52" y="300"/>
                </a:lnTo>
                <a:lnTo>
                  <a:pt x="52" y="301"/>
                </a:lnTo>
                <a:lnTo>
                  <a:pt x="51" y="300"/>
                </a:lnTo>
                <a:lnTo>
                  <a:pt x="51" y="299"/>
                </a:lnTo>
                <a:lnTo>
                  <a:pt x="52" y="299"/>
                </a:lnTo>
                <a:lnTo>
                  <a:pt x="51" y="299"/>
                </a:lnTo>
                <a:lnTo>
                  <a:pt x="51" y="298"/>
                </a:lnTo>
                <a:lnTo>
                  <a:pt x="50" y="297"/>
                </a:lnTo>
                <a:lnTo>
                  <a:pt x="49" y="297"/>
                </a:lnTo>
                <a:lnTo>
                  <a:pt x="48" y="297"/>
                </a:lnTo>
                <a:lnTo>
                  <a:pt x="48" y="298"/>
                </a:lnTo>
                <a:lnTo>
                  <a:pt x="47" y="298"/>
                </a:lnTo>
                <a:lnTo>
                  <a:pt x="46" y="299"/>
                </a:lnTo>
                <a:lnTo>
                  <a:pt x="45" y="298"/>
                </a:lnTo>
                <a:lnTo>
                  <a:pt x="44" y="298"/>
                </a:lnTo>
                <a:lnTo>
                  <a:pt x="44" y="299"/>
                </a:lnTo>
                <a:lnTo>
                  <a:pt x="44" y="298"/>
                </a:lnTo>
                <a:lnTo>
                  <a:pt x="43" y="298"/>
                </a:lnTo>
                <a:lnTo>
                  <a:pt x="42" y="298"/>
                </a:lnTo>
                <a:lnTo>
                  <a:pt x="42" y="299"/>
                </a:lnTo>
                <a:lnTo>
                  <a:pt x="42" y="300"/>
                </a:lnTo>
                <a:lnTo>
                  <a:pt x="43" y="300"/>
                </a:lnTo>
                <a:lnTo>
                  <a:pt x="43" y="301"/>
                </a:lnTo>
                <a:lnTo>
                  <a:pt x="42" y="301"/>
                </a:lnTo>
                <a:lnTo>
                  <a:pt x="42" y="302"/>
                </a:lnTo>
                <a:lnTo>
                  <a:pt x="41" y="302"/>
                </a:lnTo>
                <a:lnTo>
                  <a:pt x="41" y="301"/>
                </a:lnTo>
                <a:lnTo>
                  <a:pt x="40" y="301"/>
                </a:lnTo>
                <a:lnTo>
                  <a:pt x="40" y="302"/>
                </a:lnTo>
                <a:lnTo>
                  <a:pt x="39" y="302"/>
                </a:lnTo>
                <a:lnTo>
                  <a:pt x="38" y="301"/>
                </a:lnTo>
                <a:lnTo>
                  <a:pt x="37" y="301"/>
                </a:lnTo>
                <a:lnTo>
                  <a:pt x="38" y="300"/>
                </a:lnTo>
                <a:lnTo>
                  <a:pt x="37" y="300"/>
                </a:lnTo>
                <a:lnTo>
                  <a:pt x="37" y="299"/>
                </a:lnTo>
                <a:lnTo>
                  <a:pt x="36" y="299"/>
                </a:lnTo>
                <a:lnTo>
                  <a:pt x="36" y="298"/>
                </a:lnTo>
                <a:lnTo>
                  <a:pt x="36" y="297"/>
                </a:lnTo>
                <a:lnTo>
                  <a:pt x="37" y="297"/>
                </a:lnTo>
                <a:lnTo>
                  <a:pt x="38" y="297"/>
                </a:lnTo>
                <a:lnTo>
                  <a:pt x="38" y="296"/>
                </a:lnTo>
                <a:lnTo>
                  <a:pt x="39" y="296"/>
                </a:lnTo>
                <a:lnTo>
                  <a:pt x="40" y="295"/>
                </a:lnTo>
                <a:lnTo>
                  <a:pt x="40" y="294"/>
                </a:lnTo>
                <a:lnTo>
                  <a:pt x="41" y="294"/>
                </a:lnTo>
                <a:lnTo>
                  <a:pt x="41" y="293"/>
                </a:lnTo>
                <a:lnTo>
                  <a:pt x="41" y="292"/>
                </a:lnTo>
                <a:lnTo>
                  <a:pt x="41" y="293"/>
                </a:lnTo>
                <a:lnTo>
                  <a:pt x="40" y="293"/>
                </a:lnTo>
                <a:lnTo>
                  <a:pt x="41" y="292"/>
                </a:lnTo>
                <a:lnTo>
                  <a:pt x="40" y="292"/>
                </a:lnTo>
                <a:lnTo>
                  <a:pt x="40" y="293"/>
                </a:lnTo>
                <a:lnTo>
                  <a:pt x="40" y="292"/>
                </a:lnTo>
                <a:lnTo>
                  <a:pt x="40" y="291"/>
                </a:lnTo>
                <a:lnTo>
                  <a:pt x="40" y="290"/>
                </a:lnTo>
                <a:lnTo>
                  <a:pt x="39" y="290"/>
                </a:lnTo>
                <a:lnTo>
                  <a:pt x="39" y="289"/>
                </a:lnTo>
                <a:lnTo>
                  <a:pt x="39" y="288"/>
                </a:lnTo>
                <a:lnTo>
                  <a:pt x="39" y="287"/>
                </a:lnTo>
                <a:lnTo>
                  <a:pt x="38" y="287"/>
                </a:lnTo>
                <a:lnTo>
                  <a:pt x="37" y="286"/>
                </a:lnTo>
                <a:lnTo>
                  <a:pt x="36" y="286"/>
                </a:lnTo>
                <a:lnTo>
                  <a:pt x="36" y="285"/>
                </a:lnTo>
                <a:lnTo>
                  <a:pt x="37" y="285"/>
                </a:lnTo>
                <a:lnTo>
                  <a:pt x="37" y="284"/>
                </a:lnTo>
                <a:lnTo>
                  <a:pt x="38" y="284"/>
                </a:lnTo>
                <a:lnTo>
                  <a:pt x="39" y="284"/>
                </a:lnTo>
                <a:lnTo>
                  <a:pt x="38" y="284"/>
                </a:lnTo>
                <a:lnTo>
                  <a:pt x="38" y="283"/>
                </a:lnTo>
                <a:lnTo>
                  <a:pt x="39" y="283"/>
                </a:lnTo>
                <a:lnTo>
                  <a:pt x="39" y="282"/>
                </a:lnTo>
                <a:lnTo>
                  <a:pt x="39" y="281"/>
                </a:lnTo>
                <a:lnTo>
                  <a:pt x="40" y="281"/>
                </a:lnTo>
                <a:lnTo>
                  <a:pt x="39" y="280"/>
                </a:lnTo>
                <a:lnTo>
                  <a:pt x="40" y="280"/>
                </a:lnTo>
                <a:lnTo>
                  <a:pt x="40" y="279"/>
                </a:lnTo>
                <a:lnTo>
                  <a:pt x="41" y="279"/>
                </a:lnTo>
                <a:lnTo>
                  <a:pt x="41" y="278"/>
                </a:lnTo>
                <a:lnTo>
                  <a:pt x="40" y="278"/>
                </a:lnTo>
                <a:lnTo>
                  <a:pt x="41" y="278"/>
                </a:lnTo>
                <a:lnTo>
                  <a:pt x="40" y="278"/>
                </a:lnTo>
                <a:lnTo>
                  <a:pt x="40" y="277"/>
                </a:lnTo>
                <a:lnTo>
                  <a:pt x="39" y="277"/>
                </a:lnTo>
                <a:lnTo>
                  <a:pt x="39" y="278"/>
                </a:lnTo>
                <a:lnTo>
                  <a:pt x="38" y="278"/>
                </a:lnTo>
                <a:lnTo>
                  <a:pt x="38" y="277"/>
                </a:lnTo>
                <a:lnTo>
                  <a:pt x="37" y="277"/>
                </a:lnTo>
                <a:lnTo>
                  <a:pt x="37" y="276"/>
                </a:lnTo>
                <a:lnTo>
                  <a:pt x="36" y="276"/>
                </a:lnTo>
                <a:lnTo>
                  <a:pt x="35" y="276"/>
                </a:lnTo>
                <a:lnTo>
                  <a:pt x="35" y="275"/>
                </a:lnTo>
                <a:lnTo>
                  <a:pt x="36" y="275"/>
                </a:lnTo>
                <a:lnTo>
                  <a:pt x="37" y="275"/>
                </a:lnTo>
                <a:lnTo>
                  <a:pt x="38" y="274"/>
                </a:lnTo>
                <a:lnTo>
                  <a:pt x="37" y="273"/>
                </a:lnTo>
                <a:lnTo>
                  <a:pt x="36" y="273"/>
                </a:lnTo>
                <a:lnTo>
                  <a:pt x="36" y="272"/>
                </a:lnTo>
                <a:lnTo>
                  <a:pt x="36" y="271"/>
                </a:lnTo>
                <a:lnTo>
                  <a:pt x="35" y="271"/>
                </a:lnTo>
                <a:lnTo>
                  <a:pt x="36" y="271"/>
                </a:lnTo>
                <a:lnTo>
                  <a:pt x="36" y="270"/>
                </a:lnTo>
                <a:lnTo>
                  <a:pt x="35" y="270"/>
                </a:lnTo>
                <a:lnTo>
                  <a:pt x="35" y="269"/>
                </a:lnTo>
                <a:lnTo>
                  <a:pt x="34" y="269"/>
                </a:lnTo>
                <a:lnTo>
                  <a:pt x="34" y="268"/>
                </a:lnTo>
                <a:lnTo>
                  <a:pt x="35" y="268"/>
                </a:lnTo>
                <a:lnTo>
                  <a:pt x="35" y="267"/>
                </a:lnTo>
                <a:lnTo>
                  <a:pt x="36" y="267"/>
                </a:lnTo>
                <a:lnTo>
                  <a:pt x="36" y="266"/>
                </a:lnTo>
                <a:lnTo>
                  <a:pt x="35" y="266"/>
                </a:lnTo>
                <a:lnTo>
                  <a:pt x="35" y="265"/>
                </a:lnTo>
                <a:lnTo>
                  <a:pt x="35" y="264"/>
                </a:lnTo>
                <a:lnTo>
                  <a:pt x="36" y="264"/>
                </a:lnTo>
                <a:lnTo>
                  <a:pt x="36" y="263"/>
                </a:lnTo>
                <a:lnTo>
                  <a:pt x="37" y="262"/>
                </a:lnTo>
                <a:lnTo>
                  <a:pt x="36" y="262"/>
                </a:lnTo>
                <a:lnTo>
                  <a:pt x="36" y="261"/>
                </a:lnTo>
                <a:lnTo>
                  <a:pt x="35" y="261"/>
                </a:lnTo>
                <a:lnTo>
                  <a:pt x="35" y="260"/>
                </a:lnTo>
                <a:lnTo>
                  <a:pt x="36" y="260"/>
                </a:lnTo>
                <a:lnTo>
                  <a:pt x="36" y="259"/>
                </a:lnTo>
                <a:lnTo>
                  <a:pt x="36" y="258"/>
                </a:lnTo>
                <a:lnTo>
                  <a:pt x="36" y="257"/>
                </a:lnTo>
                <a:lnTo>
                  <a:pt x="36" y="258"/>
                </a:lnTo>
                <a:lnTo>
                  <a:pt x="36" y="257"/>
                </a:lnTo>
                <a:lnTo>
                  <a:pt x="35" y="257"/>
                </a:lnTo>
                <a:lnTo>
                  <a:pt x="35" y="256"/>
                </a:lnTo>
                <a:lnTo>
                  <a:pt x="35" y="255"/>
                </a:lnTo>
                <a:lnTo>
                  <a:pt x="34" y="255"/>
                </a:lnTo>
                <a:lnTo>
                  <a:pt x="33" y="255"/>
                </a:lnTo>
                <a:lnTo>
                  <a:pt x="33" y="254"/>
                </a:lnTo>
                <a:lnTo>
                  <a:pt x="34" y="254"/>
                </a:lnTo>
                <a:lnTo>
                  <a:pt x="34" y="253"/>
                </a:lnTo>
                <a:lnTo>
                  <a:pt x="33" y="253"/>
                </a:lnTo>
                <a:lnTo>
                  <a:pt x="33" y="252"/>
                </a:lnTo>
                <a:lnTo>
                  <a:pt x="33" y="253"/>
                </a:lnTo>
                <a:lnTo>
                  <a:pt x="33" y="252"/>
                </a:lnTo>
                <a:lnTo>
                  <a:pt x="33" y="253"/>
                </a:lnTo>
                <a:lnTo>
                  <a:pt x="34" y="253"/>
                </a:lnTo>
                <a:lnTo>
                  <a:pt x="34" y="252"/>
                </a:lnTo>
                <a:lnTo>
                  <a:pt x="33" y="252"/>
                </a:lnTo>
                <a:lnTo>
                  <a:pt x="33" y="251"/>
                </a:lnTo>
                <a:lnTo>
                  <a:pt x="34" y="251"/>
                </a:lnTo>
                <a:lnTo>
                  <a:pt x="33" y="251"/>
                </a:lnTo>
                <a:lnTo>
                  <a:pt x="33" y="250"/>
                </a:lnTo>
                <a:lnTo>
                  <a:pt x="33" y="249"/>
                </a:lnTo>
                <a:lnTo>
                  <a:pt x="32" y="249"/>
                </a:lnTo>
                <a:lnTo>
                  <a:pt x="32" y="247"/>
                </a:lnTo>
                <a:lnTo>
                  <a:pt x="32" y="246"/>
                </a:lnTo>
                <a:lnTo>
                  <a:pt x="31" y="245"/>
                </a:lnTo>
                <a:lnTo>
                  <a:pt x="31" y="244"/>
                </a:lnTo>
                <a:lnTo>
                  <a:pt x="30" y="243"/>
                </a:lnTo>
                <a:lnTo>
                  <a:pt x="29" y="243"/>
                </a:lnTo>
                <a:lnTo>
                  <a:pt x="28" y="243"/>
                </a:lnTo>
                <a:lnTo>
                  <a:pt x="27" y="243"/>
                </a:lnTo>
                <a:lnTo>
                  <a:pt x="26" y="243"/>
                </a:lnTo>
                <a:lnTo>
                  <a:pt x="25" y="242"/>
                </a:lnTo>
                <a:lnTo>
                  <a:pt x="24" y="241"/>
                </a:lnTo>
                <a:lnTo>
                  <a:pt x="25" y="241"/>
                </a:lnTo>
                <a:lnTo>
                  <a:pt x="25" y="240"/>
                </a:lnTo>
                <a:lnTo>
                  <a:pt x="24" y="240"/>
                </a:lnTo>
                <a:lnTo>
                  <a:pt x="24" y="239"/>
                </a:lnTo>
                <a:lnTo>
                  <a:pt x="24" y="238"/>
                </a:lnTo>
                <a:lnTo>
                  <a:pt x="24" y="237"/>
                </a:lnTo>
                <a:lnTo>
                  <a:pt x="23" y="237"/>
                </a:lnTo>
                <a:lnTo>
                  <a:pt x="23" y="236"/>
                </a:lnTo>
                <a:lnTo>
                  <a:pt x="23" y="235"/>
                </a:lnTo>
                <a:lnTo>
                  <a:pt x="22" y="235"/>
                </a:lnTo>
                <a:lnTo>
                  <a:pt x="22" y="234"/>
                </a:lnTo>
                <a:lnTo>
                  <a:pt x="22" y="233"/>
                </a:lnTo>
                <a:lnTo>
                  <a:pt x="22" y="232"/>
                </a:lnTo>
                <a:lnTo>
                  <a:pt x="22" y="233"/>
                </a:lnTo>
                <a:lnTo>
                  <a:pt x="21" y="232"/>
                </a:lnTo>
                <a:lnTo>
                  <a:pt x="20" y="232"/>
                </a:lnTo>
                <a:lnTo>
                  <a:pt x="18" y="233"/>
                </a:lnTo>
                <a:lnTo>
                  <a:pt x="17" y="233"/>
                </a:lnTo>
                <a:lnTo>
                  <a:pt x="17" y="234"/>
                </a:lnTo>
                <a:lnTo>
                  <a:pt x="16" y="234"/>
                </a:lnTo>
                <a:lnTo>
                  <a:pt x="15" y="234"/>
                </a:lnTo>
                <a:lnTo>
                  <a:pt x="15" y="233"/>
                </a:lnTo>
                <a:lnTo>
                  <a:pt x="16" y="233"/>
                </a:lnTo>
                <a:lnTo>
                  <a:pt x="16" y="232"/>
                </a:lnTo>
                <a:lnTo>
                  <a:pt x="17" y="231"/>
                </a:lnTo>
                <a:lnTo>
                  <a:pt x="18" y="231"/>
                </a:lnTo>
                <a:lnTo>
                  <a:pt x="18" y="230"/>
                </a:lnTo>
                <a:lnTo>
                  <a:pt x="17" y="229"/>
                </a:lnTo>
                <a:lnTo>
                  <a:pt x="17" y="230"/>
                </a:lnTo>
                <a:lnTo>
                  <a:pt x="17" y="229"/>
                </a:lnTo>
                <a:lnTo>
                  <a:pt x="16" y="229"/>
                </a:lnTo>
                <a:lnTo>
                  <a:pt x="15" y="228"/>
                </a:lnTo>
                <a:lnTo>
                  <a:pt x="15" y="227"/>
                </a:lnTo>
                <a:lnTo>
                  <a:pt x="14" y="227"/>
                </a:lnTo>
                <a:lnTo>
                  <a:pt x="14" y="226"/>
                </a:lnTo>
                <a:lnTo>
                  <a:pt x="13" y="226"/>
                </a:lnTo>
                <a:lnTo>
                  <a:pt x="12" y="226"/>
                </a:lnTo>
                <a:lnTo>
                  <a:pt x="11" y="226"/>
                </a:lnTo>
                <a:lnTo>
                  <a:pt x="10" y="226"/>
                </a:lnTo>
                <a:lnTo>
                  <a:pt x="9" y="225"/>
                </a:lnTo>
                <a:lnTo>
                  <a:pt x="9" y="224"/>
                </a:lnTo>
                <a:lnTo>
                  <a:pt x="9" y="223"/>
                </a:lnTo>
                <a:lnTo>
                  <a:pt x="8" y="223"/>
                </a:lnTo>
                <a:lnTo>
                  <a:pt x="8" y="224"/>
                </a:lnTo>
                <a:lnTo>
                  <a:pt x="7" y="225"/>
                </a:lnTo>
                <a:lnTo>
                  <a:pt x="6" y="225"/>
                </a:lnTo>
                <a:lnTo>
                  <a:pt x="7" y="225"/>
                </a:lnTo>
                <a:lnTo>
                  <a:pt x="7" y="224"/>
                </a:lnTo>
                <a:lnTo>
                  <a:pt x="7" y="223"/>
                </a:lnTo>
                <a:lnTo>
                  <a:pt x="7" y="224"/>
                </a:lnTo>
                <a:lnTo>
                  <a:pt x="6" y="224"/>
                </a:lnTo>
                <a:lnTo>
                  <a:pt x="6" y="223"/>
                </a:lnTo>
                <a:lnTo>
                  <a:pt x="5" y="223"/>
                </a:lnTo>
                <a:lnTo>
                  <a:pt x="6" y="223"/>
                </a:lnTo>
                <a:lnTo>
                  <a:pt x="5" y="222"/>
                </a:lnTo>
                <a:lnTo>
                  <a:pt x="5" y="221"/>
                </a:lnTo>
                <a:lnTo>
                  <a:pt x="5" y="220"/>
                </a:lnTo>
                <a:lnTo>
                  <a:pt x="4" y="221"/>
                </a:lnTo>
                <a:lnTo>
                  <a:pt x="4" y="220"/>
                </a:lnTo>
                <a:lnTo>
                  <a:pt x="4" y="219"/>
                </a:lnTo>
                <a:lnTo>
                  <a:pt x="3" y="219"/>
                </a:lnTo>
                <a:lnTo>
                  <a:pt x="4" y="218"/>
                </a:lnTo>
                <a:lnTo>
                  <a:pt x="4" y="217"/>
                </a:lnTo>
                <a:lnTo>
                  <a:pt x="4" y="216"/>
                </a:lnTo>
                <a:lnTo>
                  <a:pt x="3" y="216"/>
                </a:lnTo>
                <a:lnTo>
                  <a:pt x="3" y="215"/>
                </a:lnTo>
                <a:lnTo>
                  <a:pt x="2" y="215"/>
                </a:lnTo>
                <a:lnTo>
                  <a:pt x="1" y="215"/>
                </a:lnTo>
                <a:lnTo>
                  <a:pt x="1" y="214"/>
                </a:lnTo>
                <a:lnTo>
                  <a:pt x="1" y="213"/>
                </a:lnTo>
                <a:lnTo>
                  <a:pt x="2" y="213"/>
                </a:lnTo>
                <a:lnTo>
                  <a:pt x="2" y="212"/>
                </a:lnTo>
                <a:lnTo>
                  <a:pt x="1" y="211"/>
                </a:lnTo>
                <a:lnTo>
                  <a:pt x="1" y="210"/>
                </a:lnTo>
                <a:lnTo>
                  <a:pt x="1" y="209"/>
                </a:lnTo>
                <a:lnTo>
                  <a:pt x="1" y="208"/>
                </a:lnTo>
                <a:lnTo>
                  <a:pt x="0" y="208"/>
                </a:lnTo>
                <a:lnTo>
                  <a:pt x="0" y="207"/>
                </a:lnTo>
                <a:lnTo>
                  <a:pt x="1" y="206"/>
                </a:lnTo>
                <a:lnTo>
                  <a:pt x="0" y="206"/>
                </a:lnTo>
                <a:lnTo>
                  <a:pt x="1" y="205"/>
                </a:lnTo>
                <a:lnTo>
                  <a:pt x="1" y="204"/>
                </a:lnTo>
                <a:lnTo>
                  <a:pt x="1" y="203"/>
                </a:lnTo>
                <a:lnTo>
                  <a:pt x="2" y="202"/>
                </a:lnTo>
                <a:lnTo>
                  <a:pt x="3" y="202"/>
                </a:lnTo>
                <a:lnTo>
                  <a:pt x="4" y="202"/>
                </a:lnTo>
                <a:lnTo>
                  <a:pt x="5" y="202"/>
                </a:lnTo>
                <a:lnTo>
                  <a:pt x="5" y="201"/>
                </a:lnTo>
                <a:lnTo>
                  <a:pt x="5" y="199"/>
                </a:lnTo>
                <a:lnTo>
                  <a:pt x="5" y="198"/>
                </a:lnTo>
                <a:lnTo>
                  <a:pt x="4" y="198"/>
                </a:lnTo>
                <a:lnTo>
                  <a:pt x="4" y="197"/>
                </a:lnTo>
                <a:lnTo>
                  <a:pt x="5" y="197"/>
                </a:lnTo>
                <a:lnTo>
                  <a:pt x="5" y="195"/>
                </a:lnTo>
                <a:lnTo>
                  <a:pt x="4" y="195"/>
                </a:lnTo>
                <a:lnTo>
                  <a:pt x="4" y="194"/>
                </a:lnTo>
                <a:lnTo>
                  <a:pt x="5" y="194"/>
                </a:lnTo>
                <a:lnTo>
                  <a:pt x="6" y="194"/>
                </a:lnTo>
                <a:lnTo>
                  <a:pt x="7" y="194"/>
                </a:lnTo>
                <a:lnTo>
                  <a:pt x="8" y="193"/>
                </a:lnTo>
                <a:lnTo>
                  <a:pt x="8" y="194"/>
                </a:lnTo>
                <a:lnTo>
                  <a:pt x="9" y="194"/>
                </a:lnTo>
                <a:lnTo>
                  <a:pt x="10" y="194"/>
                </a:lnTo>
                <a:lnTo>
                  <a:pt x="11" y="194"/>
                </a:lnTo>
                <a:lnTo>
                  <a:pt x="12" y="194"/>
                </a:lnTo>
                <a:lnTo>
                  <a:pt x="13" y="195"/>
                </a:lnTo>
                <a:lnTo>
                  <a:pt x="13" y="194"/>
                </a:lnTo>
                <a:lnTo>
                  <a:pt x="13" y="193"/>
                </a:lnTo>
                <a:lnTo>
                  <a:pt x="14" y="193"/>
                </a:lnTo>
                <a:lnTo>
                  <a:pt x="13" y="192"/>
                </a:lnTo>
                <a:lnTo>
                  <a:pt x="12" y="191"/>
                </a:lnTo>
                <a:lnTo>
                  <a:pt x="13" y="191"/>
                </a:lnTo>
                <a:lnTo>
                  <a:pt x="14" y="190"/>
                </a:lnTo>
                <a:lnTo>
                  <a:pt x="14" y="189"/>
                </a:lnTo>
                <a:lnTo>
                  <a:pt x="15" y="188"/>
                </a:lnTo>
                <a:lnTo>
                  <a:pt x="16" y="188"/>
                </a:lnTo>
                <a:lnTo>
                  <a:pt x="16" y="187"/>
                </a:lnTo>
                <a:lnTo>
                  <a:pt x="16" y="186"/>
                </a:lnTo>
                <a:lnTo>
                  <a:pt x="16" y="185"/>
                </a:lnTo>
                <a:lnTo>
                  <a:pt x="16" y="184"/>
                </a:lnTo>
                <a:lnTo>
                  <a:pt x="15" y="184"/>
                </a:lnTo>
                <a:lnTo>
                  <a:pt x="15" y="183"/>
                </a:lnTo>
                <a:lnTo>
                  <a:pt x="16" y="183"/>
                </a:lnTo>
                <a:lnTo>
                  <a:pt x="16" y="182"/>
                </a:lnTo>
                <a:lnTo>
                  <a:pt x="17" y="181"/>
                </a:lnTo>
                <a:lnTo>
                  <a:pt x="17" y="180"/>
                </a:lnTo>
                <a:lnTo>
                  <a:pt x="18" y="180"/>
                </a:lnTo>
                <a:lnTo>
                  <a:pt x="19" y="180"/>
                </a:lnTo>
                <a:lnTo>
                  <a:pt x="20" y="179"/>
                </a:lnTo>
                <a:lnTo>
                  <a:pt x="21" y="180"/>
                </a:lnTo>
                <a:lnTo>
                  <a:pt x="22" y="179"/>
                </a:lnTo>
                <a:lnTo>
                  <a:pt x="22" y="180"/>
                </a:lnTo>
                <a:lnTo>
                  <a:pt x="23" y="180"/>
                </a:lnTo>
                <a:lnTo>
                  <a:pt x="24" y="180"/>
                </a:lnTo>
                <a:lnTo>
                  <a:pt x="25" y="180"/>
                </a:lnTo>
                <a:lnTo>
                  <a:pt x="26" y="180"/>
                </a:lnTo>
                <a:lnTo>
                  <a:pt x="26" y="179"/>
                </a:lnTo>
                <a:lnTo>
                  <a:pt x="26" y="178"/>
                </a:lnTo>
                <a:lnTo>
                  <a:pt x="26" y="177"/>
                </a:lnTo>
                <a:lnTo>
                  <a:pt x="26" y="176"/>
                </a:lnTo>
                <a:lnTo>
                  <a:pt x="25" y="175"/>
                </a:lnTo>
                <a:lnTo>
                  <a:pt x="25" y="174"/>
                </a:lnTo>
                <a:lnTo>
                  <a:pt x="25" y="173"/>
                </a:lnTo>
                <a:lnTo>
                  <a:pt x="25" y="172"/>
                </a:lnTo>
                <a:lnTo>
                  <a:pt x="26" y="172"/>
                </a:lnTo>
                <a:lnTo>
                  <a:pt x="26" y="173"/>
                </a:lnTo>
                <a:lnTo>
                  <a:pt x="26" y="172"/>
                </a:lnTo>
                <a:lnTo>
                  <a:pt x="27" y="172"/>
                </a:lnTo>
                <a:lnTo>
                  <a:pt x="27" y="173"/>
                </a:lnTo>
                <a:lnTo>
                  <a:pt x="28" y="174"/>
                </a:lnTo>
                <a:lnTo>
                  <a:pt x="28" y="175"/>
                </a:lnTo>
                <a:lnTo>
                  <a:pt x="29" y="175"/>
                </a:lnTo>
                <a:lnTo>
                  <a:pt x="29" y="174"/>
                </a:lnTo>
                <a:lnTo>
                  <a:pt x="30" y="174"/>
                </a:lnTo>
                <a:lnTo>
                  <a:pt x="30" y="173"/>
                </a:lnTo>
                <a:lnTo>
                  <a:pt x="31" y="173"/>
                </a:lnTo>
                <a:lnTo>
                  <a:pt x="31" y="172"/>
                </a:lnTo>
                <a:lnTo>
                  <a:pt x="32" y="172"/>
                </a:lnTo>
                <a:lnTo>
                  <a:pt x="32" y="171"/>
                </a:lnTo>
                <a:lnTo>
                  <a:pt x="33" y="171"/>
                </a:lnTo>
                <a:lnTo>
                  <a:pt x="34" y="171"/>
                </a:lnTo>
                <a:lnTo>
                  <a:pt x="35" y="171"/>
                </a:lnTo>
                <a:lnTo>
                  <a:pt x="36" y="172"/>
                </a:lnTo>
                <a:lnTo>
                  <a:pt x="37" y="172"/>
                </a:lnTo>
                <a:lnTo>
                  <a:pt x="37" y="171"/>
                </a:lnTo>
                <a:lnTo>
                  <a:pt x="38" y="171"/>
                </a:lnTo>
                <a:lnTo>
                  <a:pt x="39" y="171"/>
                </a:lnTo>
                <a:lnTo>
                  <a:pt x="40" y="171"/>
                </a:lnTo>
                <a:lnTo>
                  <a:pt x="41" y="171"/>
                </a:lnTo>
                <a:lnTo>
                  <a:pt x="42" y="170"/>
                </a:lnTo>
                <a:lnTo>
                  <a:pt x="42" y="169"/>
                </a:lnTo>
                <a:lnTo>
                  <a:pt x="42" y="168"/>
                </a:lnTo>
                <a:lnTo>
                  <a:pt x="42" y="167"/>
                </a:lnTo>
                <a:lnTo>
                  <a:pt x="42" y="166"/>
                </a:lnTo>
                <a:lnTo>
                  <a:pt x="43" y="165"/>
                </a:lnTo>
                <a:lnTo>
                  <a:pt x="43" y="164"/>
                </a:lnTo>
                <a:lnTo>
                  <a:pt x="44" y="164"/>
                </a:lnTo>
                <a:lnTo>
                  <a:pt x="44" y="163"/>
                </a:lnTo>
                <a:lnTo>
                  <a:pt x="45" y="163"/>
                </a:lnTo>
                <a:lnTo>
                  <a:pt x="46" y="163"/>
                </a:lnTo>
                <a:lnTo>
                  <a:pt x="46" y="162"/>
                </a:lnTo>
                <a:lnTo>
                  <a:pt x="47" y="160"/>
                </a:lnTo>
                <a:lnTo>
                  <a:pt x="48" y="160"/>
                </a:lnTo>
                <a:lnTo>
                  <a:pt x="48" y="159"/>
                </a:lnTo>
                <a:lnTo>
                  <a:pt x="49" y="159"/>
                </a:lnTo>
                <a:lnTo>
                  <a:pt x="49" y="158"/>
                </a:lnTo>
                <a:lnTo>
                  <a:pt x="50" y="158"/>
                </a:lnTo>
                <a:lnTo>
                  <a:pt x="51" y="157"/>
                </a:lnTo>
                <a:lnTo>
                  <a:pt x="52" y="157"/>
                </a:lnTo>
                <a:lnTo>
                  <a:pt x="53" y="157"/>
                </a:lnTo>
                <a:lnTo>
                  <a:pt x="53" y="156"/>
                </a:lnTo>
                <a:lnTo>
                  <a:pt x="54" y="157"/>
                </a:lnTo>
                <a:lnTo>
                  <a:pt x="55" y="157"/>
                </a:lnTo>
                <a:lnTo>
                  <a:pt x="55" y="158"/>
                </a:lnTo>
                <a:lnTo>
                  <a:pt x="56" y="157"/>
                </a:lnTo>
                <a:lnTo>
                  <a:pt x="57" y="157"/>
                </a:lnTo>
                <a:lnTo>
                  <a:pt x="57" y="156"/>
                </a:lnTo>
                <a:lnTo>
                  <a:pt x="58" y="155"/>
                </a:lnTo>
                <a:lnTo>
                  <a:pt x="58" y="154"/>
                </a:lnTo>
                <a:lnTo>
                  <a:pt x="59" y="154"/>
                </a:lnTo>
                <a:lnTo>
                  <a:pt x="59" y="153"/>
                </a:lnTo>
                <a:lnTo>
                  <a:pt x="60" y="152"/>
                </a:lnTo>
                <a:lnTo>
                  <a:pt x="61" y="151"/>
                </a:lnTo>
                <a:lnTo>
                  <a:pt x="62" y="151"/>
                </a:lnTo>
                <a:lnTo>
                  <a:pt x="63" y="150"/>
                </a:lnTo>
                <a:lnTo>
                  <a:pt x="63" y="149"/>
                </a:lnTo>
                <a:lnTo>
                  <a:pt x="64" y="148"/>
                </a:lnTo>
                <a:lnTo>
                  <a:pt x="65" y="148"/>
                </a:lnTo>
                <a:lnTo>
                  <a:pt x="65" y="147"/>
                </a:lnTo>
                <a:lnTo>
                  <a:pt x="65" y="145"/>
                </a:lnTo>
                <a:lnTo>
                  <a:pt x="65" y="144"/>
                </a:lnTo>
                <a:lnTo>
                  <a:pt x="64" y="143"/>
                </a:lnTo>
                <a:lnTo>
                  <a:pt x="64" y="142"/>
                </a:lnTo>
                <a:lnTo>
                  <a:pt x="64" y="141"/>
                </a:lnTo>
                <a:lnTo>
                  <a:pt x="64" y="140"/>
                </a:lnTo>
                <a:lnTo>
                  <a:pt x="65" y="140"/>
                </a:lnTo>
                <a:lnTo>
                  <a:pt x="66" y="140"/>
                </a:lnTo>
                <a:lnTo>
                  <a:pt x="66" y="139"/>
                </a:lnTo>
                <a:lnTo>
                  <a:pt x="66" y="138"/>
                </a:lnTo>
                <a:lnTo>
                  <a:pt x="65" y="138"/>
                </a:lnTo>
                <a:lnTo>
                  <a:pt x="65" y="137"/>
                </a:lnTo>
                <a:lnTo>
                  <a:pt x="66" y="137"/>
                </a:lnTo>
                <a:lnTo>
                  <a:pt x="66" y="136"/>
                </a:lnTo>
                <a:lnTo>
                  <a:pt x="67" y="136"/>
                </a:lnTo>
                <a:lnTo>
                  <a:pt x="67" y="137"/>
                </a:lnTo>
                <a:lnTo>
                  <a:pt x="68" y="137"/>
                </a:lnTo>
                <a:lnTo>
                  <a:pt x="69" y="136"/>
                </a:lnTo>
                <a:lnTo>
                  <a:pt x="69" y="135"/>
                </a:lnTo>
                <a:lnTo>
                  <a:pt x="70" y="135"/>
                </a:lnTo>
                <a:lnTo>
                  <a:pt x="71" y="134"/>
                </a:lnTo>
                <a:lnTo>
                  <a:pt x="72" y="133"/>
                </a:lnTo>
                <a:lnTo>
                  <a:pt x="73" y="133"/>
                </a:lnTo>
                <a:lnTo>
                  <a:pt x="73" y="132"/>
                </a:lnTo>
                <a:lnTo>
                  <a:pt x="74" y="132"/>
                </a:lnTo>
                <a:lnTo>
                  <a:pt x="74" y="130"/>
                </a:lnTo>
                <a:lnTo>
                  <a:pt x="74" y="129"/>
                </a:lnTo>
                <a:lnTo>
                  <a:pt x="73" y="129"/>
                </a:lnTo>
                <a:lnTo>
                  <a:pt x="73" y="128"/>
                </a:lnTo>
                <a:lnTo>
                  <a:pt x="74" y="127"/>
                </a:lnTo>
                <a:lnTo>
                  <a:pt x="75" y="127"/>
                </a:lnTo>
                <a:lnTo>
                  <a:pt x="76" y="127"/>
                </a:lnTo>
                <a:lnTo>
                  <a:pt x="76" y="126"/>
                </a:lnTo>
                <a:lnTo>
                  <a:pt x="77" y="127"/>
                </a:lnTo>
                <a:lnTo>
                  <a:pt x="78" y="128"/>
                </a:lnTo>
                <a:lnTo>
                  <a:pt x="78" y="127"/>
                </a:lnTo>
                <a:lnTo>
                  <a:pt x="78" y="126"/>
                </a:lnTo>
                <a:lnTo>
                  <a:pt x="78" y="125"/>
                </a:lnTo>
                <a:lnTo>
                  <a:pt x="78" y="124"/>
                </a:lnTo>
                <a:lnTo>
                  <a:pt x="78" y="123"/>
                </a:lnTo>
                <a:lnTo>
                  <a:pt x="78" y="122"/>
                </a:lnTo>
                <a:lnTo>
                  <a:pt x="78" y="121"/>
                </a:lnTo>
                <a:lnTo>
                  <a:pt x="78" y="120"/>
                </a:lnTo>
                <a:lnTo>
                  <a:pt x="78" y="119"/>
                </a:lnTo>
                <a:lnTo>
                  <a:pt x="79" y="119"/>
                </a:lnTo>
                <a:lnTo>
                  <a:pt x="79" y="118"/>
                </a:lnTo>
                <a:lnTo>
                  <a:pt x="78" y="118"/>
                </a:lnTo>
                <a:lnTo>
                  <a:pt x="78" y="117"/>
                </a:lnTo>
                <a:lnTo>
                  <a:pt x="78" y="115"/>
                </a:lnTo>
                <a:lnTo>
                  <a:pt x="78" y="114"/>
                </a:lnTo>
                <a:lnTo>
                  <a:pt x="78" y="113"/>
                </a:lnTo>
                <a:lnTo>
                  <a:pt x="77" y="113"/>
                </a:lnTo>
                <a:lnTo>
                  <a:pt x="77" y="112"/>
                </a:lnTo>
                <a:lnTo>
                  <a:pt x="77" y="111"/>
                </a:lnTo>
                <a:lnTo>
                  <a:pt x="76" y="111"/>
                </a:lnTo>
                <a:lnTo>
                  <a:pt x="76" y="110"/>
                </a:lnTo>
                <a:lnTo>
                  <a:pt x="75" y="110"/>
                </a:lnTo>
                <a:lnTo>
                  <a:pt x="75" y="109"/>
                </a:lnTo>
                <a:lnTo>
                  <a:pt x="76" y="109"/>
                </a:lnTo>
                <a:lnTo>
                  <a:pt x="75" y="109"/>
                </a:lnTo>
                <a:lnTo>
                  <a:pt x="75" y="108"/>
                </a:lnTo>
                <a:lnTo>
                  <a:pt x="75" y="107"/>
                </a:lnTo>
                <a:lnTo>
                  <a:pt x="76" y="107"/>
                </a:lnTo>
                <a:lnTo>
                  <a:pt x="77" y="108"/>
                </a:lnTo>
                <a:lnTo>
                  <a:pt x="78" y="108"/>
                </a:lnTo>
                <a:lnTo>
                  <a:pt x="78" y="107"/>
                </a:lnTo>
                <a:lnTo>
                  <a:pt x="78" y="106"/>
                </a:lnTo>
                <a:lnTo>
                  <a:pt x="77" y="107"/>
                </a:lnTo>
                <a:lnTo>
                  <a:pt x="76" y="107"/>
                </a:lnTo>
                <a:lnTo>
                  <a:pt x="75" y="107"/>
                </a:lnTo>
                <a:lnTo>
                  <a:pt x="75" y="106"/>
                </a:lnTo>
                <a:lnTo>
                  <a:pt x="75" y="105"/>
                </a:lnTo>
                <a:lnTo>
                  <a:pt x="74" y="105"/>
                </a:lnTo>
                <a:lnTo>
                  <a:pt x="74" y="104"/>
                </a:lnTo>
                <a:lnTo>
                  <a:pt x="75" y="104"/>
                </a:lnTo>
                <a:lnTo>
                  <a:pt x="76" y="104"/>
                </a:lnTo>
                <a:lnTo>
                  <a:pt x="77" y="103"/>
                </a:lnTo>
                <a:lnTo>
                  <a:pt x="78" y="103"/>
                </a:lnTo>
                <a:lnTo>
                  <a:pt x="78" y="102"/>
                </a:lnTo>
                <a:lnTo>
                  <a:pt x="78" y="103"/>
                </a:lnTo>
                <a:lnTo>
                  <a:pt x="79" y="103"/>
                </a:lnTo>
                <a:lnTo>
                  <a:pt x="79" y="102"/>
                </a:lnTo>
                <a:lnTo>
                  <a:pt x="79" y="101"/>
                </a:lnTo>
                <a:lnTo>
                  <a:pt x="80" y="101"/>
                </a:lnTo>
                <a:lnTo>
                  <a:pt x="81" y="101"/>
                </a:lnTo>
                <a:lnTo>
                  <a:pt x="81" y="100"/>
                </a:lnTo>
                <a:lnTo>
                  <a:pt x="82" y="100"/>
                </a:lnTo>
                <a:lnTo>
                  <a:pt x="81" y="100"/>
                </a:lnTo>
                <a:lnTo>
                  <a:pt x="81" y="99"/>
                </a:lnTo>
                <a:lnTo>
                  <a:pt x="80" y="99"/>
                </a:lnTo>
                <a:lnTo>
                  <a:pt x="79" y="99"/>
                </a:lnTo>
                <a:lnTo>
                  <a:pt x="79" y="98"/>
                </a:lnTo>
                <a:lnTo>
                  <a:pt x="78" y="98"/>
                </a:lnTo>
                <a:lnTo>
                  <a:pt x="78" y="97"/>
                </a:lnTo>
                <a:lnTo>
                  <a:pt x="77" y="96"/>
                </a:lnTo>
                <a:lnTo>
                  <a:pt x="77" y="95"/>
                </a:lnTo>
                <a:lnTo>
                  <a:pt x="78" y="95"/>
                </a:lnTo>
                <a:lnTo>
                  <a:pt x="78" y="94"/>
                </a:lnTo>
                <a:lnTo>
                  <a:pt x="77" y="93"/>
                </a:lnTo>
                <a:lnTo>
                  <a:pt x="77" y="92"/>
                </a:lnTo>
                <a:lnTo>
                  <a:pt x="77" y="91"/>
                </a:lnTo>
                <a:lnTo>
                  <a:pt x="77" y="90"/>
                </a:lnTo>
                <a:lnTo>
                  <a:pt x="77" y="89"/>
                </a:lnTo>
                <a:lnTo>
                  <a:pt x="78" y="89"/>
                </a:lnTo>
                <a:lnTo>
                  <a:pt x="79" y="88"/>
                </a:lnTo>
                <a:lnTo>
                  <a:pt x="79" y="87"/>
                </a:lnTo>
                <a:lnTo>
                  <a:pt x="80" y="87"/>
                </a:lnTo>
                <a:lnTo>
                  <a:pt x="81" y="86"/>
                </a:lnTo>
                <a:lnTo>
                  <a:pt x="82" y="86"/>
                </a:lnTo>
                <a:lnTo>
                  <a:pt x="82" y="85"/>
                </a:lnTo>
                <a:lnTo>
                  <a:pt x="83" y="85"/>
                </a:lnTo>
                <a:lnTo>
                  <a:pt x="83" y="84"/>
                </a:lnTo>
                <a:lnTo>
                  <a:pt x="84" y="84"/>
                </a:lnTo>
                <a:lnTo>
                  <a:pt x="84" y="85"/>
                </a:lnTo>
                <a:lnTo>
                  <a:pt x="84" y="86"/>
                </a:lnTo>
                <a:lnTo>
                  <a:pt x="84" y="85"/>
                </a:lnTo>
                <a:lnTo>
                  <a:pt x="85" y="85"/>
                </a:lnTo>
                <a:lnTo>
                  <a:pt x="85" y="86"/>
                </a:lnTo>
                <a:lnTo>
                  <a:pt x="86" y="86"/>
                </a:lnTo>
                <a:lnTo>
                  <a:pt x="86" y="85"/>
                </a:lnTo>
                <a:lnTo>
                  <a:pt x="87" y="86"/>
                </a:lnTo>
                <a:lnTo>
                  <a:pt x="86" y="87"/>
                </a:lnTo>
                <a:lnTo>
                  <a:pt x="87" y="87"/>
                </a:lnTo>
                <a:lnTo>
                  <a:pt x="88" y="87"/>
                </a:lnTo>
                <a:lnTo>
                  <a:pt x="88" y="88"/>
                </a:lnTo>
                <a:lnTo>
                  <a:pt x="89" y="88"/>
                </a:lnTo>
                <a:lnTo>
                  <a:pt x="89" y="87"/>
                </a:lnTo>
                <a:lnTo>
                  <a:pt x="90" y="87"/>
                </a:lnTo>
                <a:lnTo>
                  <a:pt x="90" y="89"/>
                </a:lnTo>
                <a:lnTo>
                  <a:pt x="91" y="89"/>
                </a:lnTo>
                <a:lnTo>
                  <a:pt x="92" y="89"/>
                </a:lnTo>
                <a:lnTo>
                  <a:pt x="92" y="90"/>
                </a:lnTo>
                <a:lnTo>
                  <a:pt x="93" y="90"/>
                </a:lnTo>
                <a:lnTo>
                  <a:pt x="94" y="90"/>
                </a:lnTo>
                <a:lnTo>
                  <a:pt x="94" y="89"/>
                </a:lnTo>
                <a:lnTo>
                  <a:pt x="95" y="88"/>
                </a:lnTo>
                <a:lnTo>
                  <a:pt x="96" y="88"/>
                </a:lnTo>
                <a:lnTo>
                  <a:pt x="97" y="89"/>
                </a:lnTo>
                <a:lnTo>
                  <a:pt x="98" y="89"/>
                </a:lnTo>
                <a:lnTo>
                  <a:pt x="99" y="89"/>
                </a:lnTo>
                <a:lnTo>
                  <a:pt x="99" y="90"/>
                </a:lnTo>
                <a:lnTo>
                  <a:pt x="100" y="90"/>
                </a:lnTo>
                <a:lnTo>
                  <a:pt x="101" y="90"/>
                </a:lnTo>
                <a:lnTo>
                  <a:pt x="102" y="90"/>
                </a:lnTo>
                <a:lnTo>
                  <a:pt x="102" y="91"/>
                </a:lnTo>
                <a:lnTo>
                  <a:pt x="102" y="90"/>
                </a:lnTo>
                <a:lnTo>
                  <a:pt x="103" y="90"/>
                </a:lnTo>
                <a:lnTo>
                  <a:pt x="103" y="91"/>
                </a:lnTo>
                <a:lnTo>
                  <a:pt x="104" y="91"/>
                </a:lnTo>
                <a:lnTo>
                  <a:pt x="105" y="91"/>
                </a:lnTo>
                <a:lnTo>
                  <a:pt x="106" y="91"/>
                </a:lnTo>
                <a:lnTo>
                  <a:pt x="107" y="91"/>
                </a:lnTo>
                <a:lnTo>
                  <a:pt x="106" y="90"/>
                </a:lnTo>
                <a:lnTo>
                  <a:pt x="107" y="90"/>
                </a:lnTo>
                <a:lnTo>
                  <a:pt x="107" y="91"/>
                </a:lnTo>
                <a:lnTo>
                  <a:pt x="108" y="90"/>
                </a:lnTo>
                <a:lnTo>
                  <a:pt x="108" y="91"/>
                </a:lnTo>
                <a:lnTo>
                  <a:pt x="108" y="92"/>
                </a:lnTo>
                <a:lnTo>
                  <a:pt x="108" y="91"/>
                </a:lnTo>
                <a:lnTo>
                  <a:pt x="109" y="91"/>
                </a:lnTo>
                <a:lnTo>
                  <a:pt x="109" y="90"/>
                </a:lnTo>
                <a:lnTo>
                  <a:pt x="110" y="90"/>
                </a:lnTo>
                <a:lnTo>
                  <a:pt x="110" y="89"/>
                </a:lnTo>
                <a:lnTo>
                  <a:pt x="110" y="88"/>
                </a:lnTo>
                <a:lnTo>
                  <a:pt x="110" y="87"/>
                </a:lnTo>
                <a:lnTo>
                  <a:pt x="110" y="86"/>
                </a:lnTo>
                <a:lnTo>
                  <a:pt x="111" y="86"/>
                </a:lnTo>
                <a:lnTo>
                  <a:pt x="111" y="87"/>
                </a:lnTo>
                <a:lnTo>
                  <a:pt x="112" y="86"/>
                </a:lnTo>
                <a:lnTo>
                  <a:pt x="113" y="86"/>
                </a:lnTo>
                <a:lnTo>
                  <a:pt x="114" y="85"/>
                </a:lnTo>
                <a:lnTo>
                  <a:pt x="115" y="84"/>
                </a:lnTo>
                <a:lnTo>
                  <a:pt x="116" y="83"/>
                </a:lnTo>
                <a:lnTo>
                  <a:pt x="117" y="83"/>
                </a:lnTo>
                <a:lnTo>
                  <a:pt x="118" y="83"/>
                </a:lnTo>
                <a:lnTo>
                  <a:pt x="118" y="84"/>
                </a:lnTo>
                <a:lnTo>
                  <a:pt x="119" y="84"/>
                </a:lnTo>
                <a:lnTo>
                  <a:pt x="119" y="85"/>
                </a:lnTo>
                <a:lnTo>
                  <a:pt x="120" y="85"/>
                </a:lnTo>
                <a:lnTo>
                  <a:pt x="121" y="85"/>
                </a:lnTo>
                <a:lnTo>
                  <a:pt x="122" y="85"/>
                </a:lnTo>
                <a:lnTo>
                  <a:pt x="122" y="84"/>
                </a:lnTo>
                <a:lnTo>
                  <a:pt x="123" y="84"/>
                </a:lnTo>
                <a:lnTo>
                  <a:pt x="124" y="84"/>
                </a:lnTo>
                <a:lnTo>
                  <a:pt x="124" y="83"/>
                </a:lnTo>
                <a:lnTo>
                  <a:pt x="124" y="82"/>
                </a:lnTo>
                <a:lnTo>
                  <a:pt x="123" y="82"/>
                </a:lnTo>
                <a:lnTo>
                  <a:pt x="121" y="82"/>
                </a:lnTo>
                <a:lnTo>
                  <a:pt x="121" y="81"/>
                </a:lnTo>
                <a:lnTo>
                  <a:pt x="121" y="80"/>
                </a:lnTo>
                <a:lnTo>
                  <a:pt x="120" y="80"/>
                </a:lnTo>
                <a:lnTo>
                  <a:pt x="120" y="81"/>
                </a:lnTo>
                <a:lnTo>
                  <a:pt x="120" y="80"/>
                </a:lnTo>
                <a:lnTo>
                  <a:pt x="120" y="79"/>
                </a:lnTo>
                <a:lnTo>
                  <a:pt x="120" y="78"/>
                </a:lnTo>
                <a:lnTo>
                  <a:pt x="119" y="78"/>
                </a:lnTo>
                <a:lnTo>
                  <a:pt x="119" y="77"/>
                </a:lnTo>
                <a:lnTo>
                  <a:pt x="119" y="76"/>
                </a:lnTo>
                <a:lnTo>
                  <a:pt x="118" y="76"/>
                </a:lnTo>
                <a:lnTo>
                  <a:pt x="118" y="75"/>
                </a:lnTo>
                <a:lnTo>
                  <a:pt x="118" y="74"/>
                </a:lnTo>
                <a:lnTo>
                  <a:pt x="118" y="73"/>
                </a:lnTo>
                <a:lnTo>
                  <a:pt x="118" y="72"/>
                </a:lnTo>
                <a:lnTo>
                  <a:pt x="117" y="72"/>
                </a:lnTo>
                <a:lnTo>
                  <a:pt x="117" y="71"/>
                </a:lnTo>
                <a:lnTo>
                  <a:pt x="118" y="71"/>
                </a:lnTo>
                <a:lnTo>
                  <a:pt x="118" y="70"/>
                </a:lnTo>
                <a:lnTo>
                  <a:pt x="118" y="69"/>
                </a:lnTo>
                <a:lnTo>
                  <a:pt x="118" y="68"/>
                </a:lnTo>
                <a:lnTo>
                  <a:pt x="117" y="68"/>
                </a:lnTo>
                <a:lnTo>
                  <a:pt x="117" y="67"/>
                </a:lnTo>
                <a:lnTo>
                  <a:pt x="118" y="66"/>
                </a:lnTo>
                <a:lnTo>
                  <a:pt x="116" y="66"/>
                </a:lnTo>
                <a:lnTo>
                  <a:pt x="116" y="67"/>
                </a:lnTo>
                <a:lnTo>
                  <a:pt x="115" y="68"/>
                </a:lnTo>
                <a:lnTo>
                  <a:pt x="114" y="68"/>
                </a:lnTo>
                <a:lnTo>
                  <a:pt x="114" y="69"/>
                </a:lnTo>
                <a:lnTo>
                  <a:pt x="113" y="69"/>
                </a:lnTo>
                <a:lnTo>
                  <a:pt x="112" y="69"/>
                </a:lnTo>
                <a:lnTo>
                  <a:pt x="111" y="68"/>
                </a:lnTo>
                <a:lnTo>
                  <a:pt x="111" y="67"/>
                </a:lnTo>
                <a:lnTo>
                  <a:pt x="110" y="67"/>
                </a:lnTo>
                <a:lnTo>
                  <a:pt x="110" y="66"/>
                </a:lnTo>
                <a:lnTo>
                  <a:pt x="109" y="66"/>
                </a:lnTo>
                <a:lnTo>
                  <a:pt x="109" y="65"/>
                </a:lnTo>
                <a:lnTo>
                  <a:pt x="110" y="65"/>
                </a:lnTo>
                <a:lnTo>
                  <a:pt x="110" y="64"/>
                </a:lnTo>
                <a:lnTo>
                  <a:pt x="110" y="63"/>
                </a:lnTo>
                <a:lnTo>
                  <a:pt x="111" y="63"/>
                </a:lnTo>
                <a:lnTo>
                  <a:pt x="112" y="62"/>
                </a:lnTo>
                <a:lnTo>
                  <a:pt x="111" y="62"/>
                </a:lnTo>
                <a:lnTo>
                  <a:pt x="111" y="61"/>
                </a:lnTo>
                <a:lnTo>
                  <a:pt x="110" y="61"/>
                </a:lnTo>
                <a:lnTo>
                  <a:pt x="111" y="61"/>
                </a:lnTo>
                <a:lnTo>
                  <a:pt x="111" y="60"/>
                </a:lnTo>
                <a:lnTo>
                  <a:pt x="110" y="60"/>
                </a:lnTo>
                <a:lnTo>
                  <a:pt x="109" y="59"/>
                </a:lnTo>
                <a:lnTo>
                  <a:pt x="109" y="58"/>
                </a:lnTo>
                <a:lnTo>
                  <a:pt x="110" y="58"/>
                </a:lnTo>
                <a:lnTo>
                  <a:pt x="111" y="58"/>
                </a:lnTo>
                <a:lnTo>
                  <a:pt x="112" y="58"/>
                </a:lnTo>
                <a:lnTo>
                  <a:pt x="113" y="58"/>
                </a:lnTo>
                <a:lnTo>
                  <a:pt x="114" y="58"/>
                </a:lnTo>
                <a:lnTo>
                  <a:pt x="115" y="58"/>
                </a:lnTo>
                <a:lnTo>
                  <a:pt x="116" y="58"/>
                </a:lnTo>
                <a:lnTo>
                  <a:pt x="116" y="57"/>
                </a:lnTo>
                <a:lnTo>
                  <a:pt x="117" y="57"/>
                </a:lnTo>
                <a:lnTo>
                  <a:pt x="117" y="56"/>
                </a:lnTo>
                <a:lnTo>
                  <a:pt x="117" y="55"/>
                </a:lnTo>
                <a:lnTo>
                  <a:pt x="118" y="55"/>
                </a:lnTo>
                <a:lnTo>
                  <a:pt x="118" y="54"/>
                </a:lnTo>
                <a:lnTo>
                  <a:pt x="118" y="53"/>
                </a:lnTo>
                <a:lnTo>
                  <a:pt x="119" y="53"/>
                </a:lnTo>
                <a:lnTo>
                  <a:pt x="120" y="53"/>
                </a:lnTo>
                <a:lnTo>
                  <a:pt x="120" y="52"/>
                </a:lnTo>
                <a:lnTo>
                  <a:pt x="121" y="52"/>
                </a:lnTo>
                <a:lnTo>
                  <a:pt x="121" y="51"/>
                </a:lnTo>
                <a:lnTo>
                  <a:pt x="122" y="51"/>
                </a:lnTo>
                <a:lnTo>
                  <a:pt x="123" y="51"/>
                </a:lnTo>
                <a:lnTo>
                  <a:pt x="124" y="52"/>
                </a:lnTo>
                <a:lnTo>
                  <a:pt x="124" y="53"/>
                </a:lnTo>
                <a:lnTo>
                  <a:pt x="124" y="54"/>
                </a:lnTo>
                <a:lnTo>
                  <a:pt x="124" y="55"/>
                </a:lnTo>
                <a:lnTo>
                  <a:pt x="125" y="55"/>
                </a:lnTo>
                <a:lnTo>
                  <a:pt x="126" y="55"/>
                </a:lnTo>
                <a:lnTo>
                  <a:pt x="127" y="55"/>
                </a:lnTo>
                <a:lnTo>
                  <a:pt x="128" y="54"/>
                </a:lnTo>
                <a:lnTo>
                  <a:pt x="128" y="53"/>
                </a:lnTo>
                <a:lnTo>
                  <a:pt x="128" y="52"/>
                </a:lnTo>
                <a:lnTo>
                  <a:pt x="129" y="52"/>
                </a:lnTo>
                <a:lnTo>
                  <a:pt x="129" y="51"/>
                </a:lnTo>
                <a:lnTo>
                  <a:pt x="130" y="51"/>
                </a:lnTo>
                <a:lnTo>
                  <a:pt x="130" y="50"/>
                </a:lnTo>
                <a:lnTo>
                  <a:pt x="131" y="49"/>
                </a:lnTo>
                <a:lnTo>
                  <a:pt x="131" y="48"/>
                </a:lnTo>
                <a:lnTo>
                  <a:pt x="132" y="48"/>
                </a:lnTo>
                <a:lnTo>
                  <a:pt x="132" y="47"/>
                </a:lnTo>
                <a:lnTo>
                  <a:pt x="131" y="47"/>
                </a:lnTo>
                <a:lnTo>
                  <a:pt x="131" y="46"/>
                </a:lnTo>
                <a:lnTo>
                  <a:pt x="131" y="45"/>
                </a:lnTo>
                <a:lnTo>
                  <a:pt x="132" y="45"/>
                </a:lnTo>
                <a:lnTo>
                  <a:pt x="131" y="45"/>
                </a:lnTo>
                <a:lnTo>
                  <a:pt x="131" y="44"/>
                </a:lnTo>
                <a:lnTo>
                  <a:pt x="131" y="43"/>
                </a:lnTo>
                <a:lnTo>
                  <a:pt x="131" y="42"/>
                </a:lnTo>
                <a:lnTo>
                  <a:pt x="132" y="41"/>
                </a:lnTo>
                <a:lnTo>
                  <a:pt x="132" y="42"/>
                </a:lnTo>
                <a:lnTo>
                  <a:pt x="133" y="42"/>
                </a:lnTo>
                <a:lnTo>
                  <a:pt x="134" y="42"/>
                </a:lnTo>
                <a:lnTo>
                  <a:pt x="135" y="42"/>
                </a:lnTo>
                <a:lnTo>
                  <a:pt x="135" y="41"/>
                </a:lnTo>
                <a:lnTo>
                  <a:pt x="135" y="40"/>
                </a:lnTo>
                <a:lnTo>
                  <a:pt x="136" y="39"/>
                </a:lnTo>
                <a:lnTo>
                  <a:pt x="137" y="39"/>
                </a:lnTo>
                <a:lnTo>
                  <a:pt x="137" y="38"/>
                </a:lnTo>
                <a:lnTo>
                  <a:pt x="137" y="37"/>
                </a:lnTo>
                <a:lnTo>
                  <a:pt x="138" y="37"/>
                </a:lnTo>
                <a:lnTo>
                  <a:pt x="138" y="36"/>
                </a:lnTo>
                <a:lnTo>
                  <a:pt x="139" y="36"/>
                </a:lnTo>
                <a:lnTo>
                  <a:pt x="140" y="36"/>
                </a:lnTo>
                <a:lnTo>
                  <a:pt x="140" y="35"/>
                </a:lnTo>
                <a:lnTo>
                  <a:pt x="139" y="35"/>
                </a:lnTo>
                <a:lnTo>
                  <a:pt x="139" y="34"/>
                </a:lnTo>
                <a:lnTo>
                  <a:pt x="140" y="34"/>
                </a:lnTo>
                <a:lnTo>
                  <a:pt x="139" y="34"/>
                </a:lnTo>
                <a:lnTo>
                  <a:pt x="139" y="33"/>
                </a:lnTo>
                <a:lnTo>
                  <a:pt x="138" y="33"/>
                </a:lnTo>
                <a:lnTo>
                  <a:pt x="138" y="32"/>
                </a:lnTo>
                <a:lnTo>
                  <a:pt x="138" y="31"/>
                </a:lnTo>
                <a:lnTo>
                  <a:pt x="138" y="30"/>
                </a:lnTo>
                <a:lnTo>
                  <a:pt x="137" y="29"/>
                </a:lnTo>
                <a:lnTo>
                  <a:pt x="138" y="28"/>
                </a:lnTo>
                <a:lnTo>
                  <a:pt x="138" y="27"/>
                </a:lnTo>
                <a:lnTo>
                  <a:pt x="139" y="27"/>
                </a:lnTo>
                <a:lnTo>
                  <a:pt x="140" y="26"/>
                </a:lnTo>
                <a:lnTo>
                  <a:pt x="140" y="25"/>
                </a:lnTo>
                <a:lnTo>
                  <a:pt x="140" y="24"/>
                </a:lnTo>
                <a:lnTo>
                  <a:pt x="141" y="24"/>
                </a:lnTo>
                <a:lnTo>
                  <a:pt x="141" y="23"/>
                </a:lnTo>
                <a:lnTo>
                  <a:pt x="140" y="23"/>
                </a:lnTo>
                <a:lnTo>
                  <a:pt x="140" y="22"/>
                </a:lnTo>
                <a:lnTo>
                  <a:pt x="141" y="22"/>
                </a:lnTo>
                <a:lnTo>
                  <a:pt x="141" y="21"/>
                </a:lnTo>
                <a:lnTo>
                  <a:pt x="141" y="20"/>
                </a:lnTo>
                <a:lnTo>
                  <a:pt x="142" y="20"/>
                </a:lnTo>
                <a:lnTo>
                  <a:pt x="143" y="20"/>
                </a:lnTo>
                <a:lnTo>
                  <a:pt x="143" y="19"/>
                </a:lnTo>
                <a:lnTo>
                  <a:pt x="143" y="18"/>
                </a:lnTo>
                <a:lnTo>
                  <a:pt x="144" y="18"/>
                </a:lnTo>
                <a:lnTo>
                  <a:pt x="145" y="18"/>
                </a:lnTo>
                <a:lnTo>
                  <a:pt x="144" y="17"/>
                </a:lnTo>
                <a:lnTo>
                  <a:pt x="145" y="16"/>
                </a:lnTo>
                <a:lnTo>
                  <a:pt x="144" y="16"/>
                </a:lnTo>
                <a:lnTo>
                  <a:pt x="144" y="15"/>
                </a:lnTo>
                <a:lnTo>
                  <a:pt x="144" y="14"/>
                </a:lnTo>
                <a:lnTo>
                  <a:pt x="145" y="14"/>
                </a:lnTo>
                <a:lnTo>
                  <a:pt x="144" y="13"/>
                </a:lnTo>
                <a:lnTo>
                  <a:pt x="144" y="12"/>
                </a:lnTo>
                <a:lnTo>
                  <a:pt x="145" y="12"/>
                </a:lnTo>
                <a:lnTo>
                  <a:pt x="144" y="12"/>
                </a:lnTo>
                <a:lnTo>
                  <a:pt x="144" y="11"/>
                </a:lnTo>
                <a:lnTo>
                  <a:pt x="144" y="10"/>
                </a:lnTo>
                <a:lnTo>
                  <a:pt x="145" y="9"/>
                </a:lnTo>
                <a:lnTo>
                  <a:pt x="145" y="8"/>
                </a:lnTo>
                <a:lnTo>
                  <a:pt x="146" y="8"/>
                </a:lnTo>
                <a:lnTo>
                  <a:pt x="145" y="8"/>
                </a:lnTo>
                <a:lnTo>
                  <a:pt x="145" y="7"/>
                </a:lnTo>
                <a:lnTo>
                  <a:pt x="146" y="7"/>
                </a:lnTo>
                <a:lnTo>
                  <a:pt x="145" y="7"/>
                </a:lnTo>
                <a:lnTo>
                  <a:pt x="144" y="7"/>
                </a:lnTo>
                <a:lnTo>
                  <a:pt x="144" y="6"/>
                </a:lnTo>
                <a:lnTo>
                  <a:pt x="143" y="6"/>
                </a:lnTo>
                <a:lnTo>
                  <a:pt x="144" y="6"/>
                </a:lnTo>
                <a:lnTo>
                  <a:pt x="145" y="5"/>
                </a:lnTo>
                <a:lnTo>
                  <a:pt x="146" y="5"/>
                </a:lnTo>
                <a:lnTo>
                  <a:pt x="147" y="5"/>
                </a:lnTo>
                <a:lnTo>
                  <a:pt x="146" y="4"/>
                </a:lnTo>
                <a:lnTo>
                  <a:pt x="146" y="5"/>
                </a:lnTo>
                <a:lnTo>
                  <a:pt x="145" y="5"/>
                </a:lnTo>
                <a:lnTo>
                  <a:pt x="146" y="4"/>
                </a:lnTo>
                <a:lnTo>
                  <a:pt x="145" y="4"/>
                </a:lnTo>
                <a:lnTo>
                  <a:pt x="146" y="3"/>
                </a:lnTo>
                <a:lnTo>
                  <a:pt x="147" y="3"/>
                </a:lnTo>
                <a:lnTo>
                  <a:pt x="147" y="2"/>
                </a:lnTo>
                <a:lnTo>
                  <a:pt x="148" y="2"/>
                </a:lnTo>
                <a:lnTo>
                  <a:pt x="149" y="2"/>
                </a:lnTo>
                <a:lnTo>
                  <a:pt x="150" y="3"/>
                </a:lnTo>
                <a:lnTo>
                  <a:pt x="151" y="3"/>
                </a:lnTo>
                <a:lnTo>
                  <a:pt x="152" y="3"/>
                </a:lnTo>
                <a:lnTo>
                  <a:pt x="152" y="2"/>
                </a:lnTo>
                <a:lnTo>
                  <a:pt x="152" y="1"/>
                </a:lnTo>
                <a:lnTo>
                  <a:pt x="153" y="1"/>
                </a:lnTo>
                <a:lnTo>
                  <a:pt x="154" y="1"/>
                </a:lnTo>
                <a:lnTo>
                  <a:pt x="155" y="1"/>
                </a:lnTo>
                <a:lnTo>
                  <a:pt x="156" y="1"/>
                </a:lnTo>
                <a:lnTo>
                  <a:pt x="156" y="0"/>
                </a:lnTo>
                <a:lnTo>
                  <a:pt x="157" y="0"/>
                </a:lnTo>
                <a:lnTo>
                  <a:pt x="157" y="1"/>
                </a:lnTo>
                <a:lnTo>
                  <a:pt x="158" y="0"/>
                </a:lnTo>
                <a:lnTo>
                  <a:pt x="159" y="1"/>
                </a:lnTo>
                <a:lnTo>
                  <a:pt x="159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5" name=""/>
          <p:cNvSpPr/>
          <p:nvPr/>
        </p:nvSpPr>
        <p:spPr>
          <a:xfrm>
            <a:off x="2327760" y="410220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1" y="0"/>
                </a:move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6" name=""/>
          <p:cNvSpPr/>
          <p:nvPr/>
        </p:nvSpPr>
        <p:spPr>
          <a:xfrm>
            <a:off x="2331000" y="410040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1" y="2"/>
                </a:moveTo>
                <a:lnTo>
                  <a:pt x="1" y="3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2"/>
                </a:lnTo>
                <a:lnTo>
                  <a:pt x="3" y="3"/>
                </a:lnTo>
                <a:lnTo>
                  <a:pt x="3" y="2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7" name=""/>
          <p:cNvSpPr/>
          <p:nvPr/>
        </p:nvSpPr>
        <p:spPr>
          <a:xfrm>
            <a:off x="2327760" y="410040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0" y="2"/>
                </a:move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8" name=""/>
          <p:cNvSpPr/>
          <p:nvPr/>
        </p:nvSpPr>
        <p:spPr>
          <a:xfrm>
            <a:off x="2325960" y="410004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3"/>
                </a:moveTo>
                <a:lnTo>
                  <a:pt x="1" y="3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9" name=""/>
          <p:cNvSpPr/>
          <p:nvPr/>
        </p:nvSpPr>
        <p:spPr>
          <a:xfrm>
            <a:off x="2327400" y="40993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0" name=""/>
          <p:cNvSpPr/>
          <p:nvPr/>
        </p:nvSpPr>
        <p:spPr>
          <a:xfrm>
            <a:off x="2335320" y="40957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1" name=""/>
          <p:cNvSpPr/>
          <p:nvPr/>
        </p:nvSpPr>
        <p:spPr>
          <a:xfrm>
            <a:off x="2336760" y="40935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0"/>
                </a:moveTo>
                <a:lnTo>
                  <a:pt x="1" y="1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2" name=""/>
          <p:cNvSpPr/>
          <p:nvPr/>
        </p:nvSpPr>
        <p:spPr>
          <a:xfrm>
            <a:off x="2336040" y="4093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3" name=""/>
          <p:cNvSpPr/>
          <p:nvPr/>
        </p:nvSpPr>
        <p:spPr>
          <a:xfrm>
            <a:off x="2335680" y="4093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4" name=""/>
          <p:cNvSpPr/>
          <p:nvPr/>
        </p:nvSpPr>
        <p:spPr>
          <a:xfrm>
            <a:off x="2335680" y="409068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5" name=""/>
          <p:cNvSpPr/>
          <p:nvPr/>
        </p:nvSpPr>
        <p:spPr>
          <a:xfrm>
            <a:off x="2336760" y="4090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6" name=""/>
          <p:cNvSpPr/>
          <p:nvPr/>
        </p:nvSpPr>
        <p:spPr>
          <a:xfrm>
            <a:off x="2338200" y="4089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7" name=""/>
          <p:cNvSpPr/>
          <p:nvPr/>
        </p:nvSpPr>
        <p:spPr>
          <a:xfrm>
            <a:off x="2337120" y="4089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8" name=""/>
          <p:cNvSpPr/>
          <p:nvPr/>
        </p:nvSpPr>
        <p:spPr>
          <a:xfrm>
            <a:off x="2336400" y="40888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9" name=""/>
          <p:cNvSpPr/>
          <p:nvPr/>
        </p:nvSpPr>
        <p:spPr>
          <a:xfrm>
            <a:off x="2336400" y="40888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0" name=""/>
          <p:cNvSpPr/>
          <p:nvPr/>
        </p:nvSpPr>
        <p:spPr>
          <a:xfrm>
            <a:off x="2336040" y="40885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1" name=""/>
          <p:cNvSpPr/>
          <p:nvPr/>
        </p:nvSpPr>
        <p:spPr>
          <a:xfrm>
            <a:off x="2335320" y="4088160"/>
            <a:ext cx="1440" cy="360"/>
          </a:xfrm>
          <a:custGeom>
            <a:avLst/>
            <a:gdLst/>
            <a:ahLst/>
            <a:rect l="0" t="0" r="r" b="b"/>
            <a:pathLst>
              <a:path w="4" h="1">
                <a:moveTo>
                  <a:pt x="4" y="1"/>
                </a:moveTo>
                <a:lnTo>
                  <a:pt x="3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3" y="0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2" name=""/>
          <p:cNvSpPr/>
          <p:nvPr/>
        </p:nvSpPr>
        <p:spPr>
          <a:xfrm>
            <a:off x="2334600" y="408600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4" y="3"/>
                </a:moveTo>
                <a:lnTo>
                  <a:pt x="2" y="3"/>
                </a:lnTo>
                <a:lnTo>
                  <a:pt x="2" y="4"/>
                </a:lnTo>
                <a:lnTo>
                  <a:pt x="4" y="4"/>
                </a:lnTo>
                <a:lnTo>
                  <a:pt x="5" y="4"/>
                </a:lnTo>
                <a:lnTo>
                  <a:pt x="5" y="6"/>
                </a:lnTo>
                <a:lnTo>
                  <a:pt x="4" y="6"/>
                </a:lnTo>
                <a:lnTo>
                  <a:pt x="2" y="6"/>
                </a:lnTo>
                <a:lnTo>
                  <a:pt x="2" y="4"/>
                </a:lnTo>
                <a:lnTo>
                  <a:pt x="2" y="6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2"/>
                </a:lnTo>
                <a:lnTo>
                  <a:pt x="4" y="2"/>
                </a:lnTo>
                <a:lnTo>
                  <a:pt x="2" y="3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3" name=""/>
          <p:cNvSpPr/>
          <p:nvPr/>
        </p:nvSpPr>
        <p:spPr>
          <a:xfrm>
            <a:off x="2341080" y="4082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4" name=""/>
          <p:cNvSpPr/>
          <p:nvPr/>
        </p:nvSpPr>
        <p:spPr>
          <a:xfrm>
            <a:off x="2340720" y="40816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5" name=""/>
          <p:cNvSpPr/>
          <p:nvPr/>
        </p:nvSpPr>
        <p:spPr>
          <a:xfrm>
            <a:off x="2339640" y="40780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4" y="3"/>
                </a:moveTo>
                <a:lnTo>
                  <a:pt x="4" y="5"/>
                </a:lnTo>
                <a:lnTo>
                  <a:pt x="2" y="5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2"/>
                </a:lnTo>
                <a:lnTo>
                  <a:pt x="2" y="3"/>
                </a:lnTo>
                <a:lnTo>
                  <a:pt x="4" y="2"/>
                </a:lnTo>
                <a:lnTo>
                  <a:pt x="5" y="0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6" name=""/>
          <p:cNvSpPr/>
          <p:nvPr/>
        </p:nvSpPr>
        <p:spPr>
          <a:xfrm>
            <a:off x="2342160" y="407664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2" y="2"/>
                </a:moveTo>
                <a:lnTo>
                  <a:pt x="4" y="3"/>
                </a:lnTo>
                <a:lnTo>
                  <a:pt x="2" y="5"/>
                </a:lnTo>
                <a:lnTo>
                  <a:pt x="1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7" name=""/>
          <p:cNvSpPr/>
          <p:nvPr/>
        </p:nvSpPr>
        <p:spPr>
          <a:xfrm>
            <a:off x="2341440" y="40759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8" name=""/>
          <p:cNvSpPr/>
          <p:nvPr/>
        </p:nvSpPr>
        <p:spPr>
          <a:xfrm>
            <a:off x="2341800" y="407412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4" y="3"/>
                </a:moveTo>
                <a:lnTo>
                  <a:pt x="4" y="4"/>
                </a:lnTo>
                <a:lnTo>
                  <a:pt x="3" y="5"/>
                </a:lnTo>
                <a:lnTo>
                  <a:pt x="2" y="7"/>
                </a:lnTo>
                <a:lnTo>
                  <a:pt x="0" y="7"/>
                </a:lnTo>
                <a:lnTo>
                  <a:pt x="0" y="5"/>
                </a:lnTo>
                <a:lnTo>
                  <a:pt x="2" y="5"/>
                </a:lnTo>
                <a:lnTo>
                  <a:pt x="3" y="3"/>
                </a:lnTo>
                <a:lnTo>
                  <a:pt x="3" y="2"/>
                </a:lnTo>
                <a:lnTo>
                  <a:pt x="4" y="0"/>
                </a:lnTo>
                <a:lnTo>
                  <a:pt x="4" y="2"/>
                </a:lnTo>
                <a:lnTo>
                  <a:pt x="6" y="3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9" name=""/>
          <p:cNvSpPr/>
          <p:nvPr/>
        </p:nvSpPr>
        <p:spPr>
          <a:xfrm>
            <a:off x="2336040" y="407088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3" y="3"/>
                </a:move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0" name=""/>
          <p:cNvSpPr/>
          <p:nvPr/>
        </p:nvSpPr>
        <p:spPr>
          <a:xfrm>
            <a:off x="2336040" y="40651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1" name=""/>
          <p:cNvSpPr/>
          <p:nvPr/>
        </p:nvSpPr>
        <p:spPr>
          <a:xfrm>
            <a:off x="2340360" y="4063680"/>
            <a:ext cx="2520" cy="2160"/>
          </a:xfrm>
          <a:custGeom>
            <a:avLst/>
            <a:gdLst/>
            <a:ahLst/>
            <a:rect l="0" t="0" r="r" b="b"/>
            <a:pathLst>
              <a:path w="7" h="6">
                <a:moveTo>
                  <a:pt x="5" y="3"/>
                </a:moveTo>
                <a:lnTo>
                  <a:pt x="7" y="4"/>
                </a:lnTo>
                <a:lnTo>
                  <a:pt x="5" y="4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  <a:lnTo>
                  <a:pt x="7" y="3"/>
                </a:lnTo>
                <a:lnTo>
                  <a:pt x="5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2" name=""/>
          <p:cNvSpPr/>
          <p:nvPr/>
        </p:nvSpPr>
        <p:spPr>
          <a:xfrm>
            <a:off x="2337480" y="40640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3" name=""/>
          <p:cNvSpPr/>
          <p:nvPr/>
        </p:nvSpPr>
        <p:spPr>
          <a:xfrm>
            <a:off x="2336760" y="40633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4" name=""/>
          <p:cNvSpPr/>
          <p:nvPr/>
        </p:nvSpPr>
        <p:spPr>
          <a:xfrm>
            <a:off x="2340000" y="4061880"/>
            <a:ext cx="3960" cy="2520"/>
          </a:xfrm>
          <a:custGeom>
            <a:avLst/>
            <a:gdLst/>
            <a:ahLst/>
            <a:rect l="0" t="0" r="r" b="b"/>
            <a:pathLst>
              <a:path w="11" h="7">
                <a:moveTo>
                  <a:pt x="9" y="1"/>
                </a:moveTo>
                <a:lnTo>
                  <a:pt x="10" y="1"/>
                </a:lnTo>
                <a:lnTo>
                  <a:pt x="9" y="2"/>
                </a:lnTo>
                <a:lnTo>
                  <a:pt x="10" y="3"/>
                </a:lnTo>
                <a:lnTo>
                  <a:pt x="11" y="3"/>
                </a:lnTo>
                <a:lnTo>
                  <a:pt x="11" y="4"/>
                </a:lnTo>
                <a:lnTo>
                  <a:pt x="10" y="4"/>
                </a:lnTo>
                <a:lnTo>
                  <a:pt x="10" y="5"/>
                </a:lnTo>
                <a:lnTo>
                  <a:pt x="10" y="7"/>
                </a:lnTo>
                <a:lnTo>
                  <a:pt x="9" y="7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6" y="5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5" name=""/>
          <p:cNvSpPr/>
          <p:nvPr/>
        </p:nvSpPr>
        <p:spPr>
          <a:xfrm>
            <a:off x="2342520" y="40611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6" name=""/>
          <p:cNvSpPr/>
          <p:nvPr/>
        </p:nvSpPr>
        <p:spPr>
          <a:xfrm>
            <a:off x="2333880" y="4060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7" name=""/>
          <p:cNvSpPr/>
          <p:nvPr/>
        </p:nvSpPr>
        <p:spPr>
          <a:xfrm>
            <a:off x="2340360" y="40557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3"/>
                </a:move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2" y="3"/>
                </a:lnTo>
                <a:lnTo>
                  <a:pt x="2" y="4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8" name=""/>
          <p:cNvSpPr/>
          <p:nvPr/>
        </p:nvSpPr>
        <p:spPr>
          <a:xfrm>
            <a:off x="2333520" y="404928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9" name=""/>
          <p:cNvSpPr/>
          <p:nvPr/>
        </p:nvSpPr>
        <p:spPr>
          <a:xfrm>
            <a:off x="2333880" y="404856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2"/>
                </a:move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0" name=""/>
          <p:cNvSpPr/>
          <p:nvPr/>
        </p:nvSpPr>
        <p:spPr>
          <a:xfrm>
            <a:off x="2332800" y="404784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5" y="2"/>
                </a:move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1" name=""/>
          <p:cNvSpPr/>
          <p:nvPr/>
        </p:nvSpPr>
        <p:spPr>
          <a:xfrm>
            <a:off x="2333520" y="40474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2" name=""/>
          <p:cNvSpPr/>
          <p:nvPr/>
        </p:nvSpPr>
        <p:spPr>
          <a:xfrm>
            <a:off x="2336040" y="40474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3" name=""/>
          <p:cNvSpPr/>
          <p:nvPr/>
        </p:nvSpPr>
        <p:spPr>
          <a:xfrm>
            <a:off x="2334600" y="40474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4" name=""/>
          <p:cNvSpPr/>
          <p:nvPr/>
        </p:nvSpPr>
        <p:spPr>
          <a:xfrm>
            <a:off x="2336400" y="404712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5" name=""/>
          <p:cNvSpPr/>
          <p:nvPr/>
        </p:nvSpPr>
        <p:spPr>
          <a:xfrm>
            <a:off x="2338920" y="40453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6" name=""/>
          <p:cNvSpPr/>
          <p:nvPr/>
        </p:nvSpPr>
        <p:spPr>
          <a:xfrm>
            <a:off x="2341440" y="402768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5" y="2"/>
                </a:ln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7" name=""/>
          <p:cNvSpPr/>
          <p:nvPr/>
        </p:nvSpPr>
        <p:spPr>
          <a:xfrm>
            <a:off x="2342880" y="40262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8" name=""/>
          <p:cNvSpPr/>
          <p:nvPr/>
        </p:nvSpPr>
        <p:spPr>
          <a:xfrm>
            <a:off x="2334960" y="4007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9" name=""/>
          <p:cNvSpPr/>
          <p:nvPr/>
        </p:nvSpPr>
        <p:spPr>
          <a:xfrm>
            <a:off x="2344320" y="4089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0" name=""/>
          <p:cNvSpPr/>
          <p:nvPr/>
        </p:nvSpPr>
        <p:spPr>
          <a:xfrm>
            <a:off x="2343240" y="408708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3" y="4"/>
                </a:moveTo>
                <a:lnTo>
                  <a:pt x="2" y="4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5" y="0"/>
                </a:ln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1" name=""/>
          <p:cNvSpPr/>
          <p:nvPr/>
        </p:nvSpPr>
        <p:spPr>
          <a:xfrm>
            <a:off x="2343240" y="40852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4" y="1"/>
                </a:moveTo>
                <a:lnTo>
                  <a:pt x="4" y="3"/>
                </a:lnTo>
                <a:lnTo>
                  <a:pt x="5" y="3"/>
                </a:lnTo>
                <a:lnTo>
                  <a:pt x="4" y="4"/>
                </a:lnTo>
                <a:lnTo>
                  <a:pt x="2" y="5"/>
                </a:lnTo>
                <a:lnTo>
                  <a:pt x="0" y="5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2" y="3"/>
                </a:lnTo>
                <a:lnTo>
                  <a:pt x="4" y="3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2" name=""/>
          <p:cNvSpPr/>
          <p:nvPr/>
        </p:nvSpPr>
        <p:spPr>
          <a:xfrm>
            <a:off x="2344320" y="407772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2" y="0"/>
                </a:moveTo>
                <a:lnTo>
                  <a:pt x="3" y="0"/>
                </a:lnTo>
                <a:lnTo>
                  <a:pt x="5" y="0"/>
                </a:ln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3" name=""/>
          <p:cNvSpPr/>
          <p:nvPr/>
        </p:nvSpPr>
        <p:spPr>
          <a:xfrm>
            <a:off x="2343240" y="407628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2"/>
                </a:moveTo>
                <a:lnTo>
                  <a:pt x="1" y="0"/>
                </a:lnTo>
                <a:lnTo>
                  <a:pt x="3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4" name=""/>
          <p:cNvSpPr/>
          <p:nvPr/>
        </p:nvSpPr>
        <p:spPr>
          <a:xfrm>
            <a:off x="2345040" y="40658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5" name=""/>
          <p:cNvSpPr/>
          <p:nvPr/>
        </p:nvSpPr>
        <p:spPr>
          <a:xfrm>
            <a:off x="2342880" y="4060800"/>
            <a:ext cx="4320" cy="5040"/>
          </a:xfrm>
          <a:custGeom>
            <a:avLst/>
            <a:gdLst/>
            <a:ahLst/>
            <a:rect l="0" t="0" r="r" b="b"/>
            <a:pathLst>
              <a:path w="12" h="14">
                <a:moveTo>
                  <a:pt x="11" y="3"/>
                </a:moveTo>
                <a:lnTo>
                  <a:pt x="11" y="4"/>
                </a:lnTo>
                <a:lnTo>
                  <a:pt x="11" y="5"/>
                </a:lnTo>
                <a:lnTo>
                  <a:pt x="12" y="5"/>
                </a:lnTo>
                <a:lnTo>
                  <a:pt x="11" y="5"/>
                </a:lnTo>
                <a:lnTo>
                  <a:pt x="12" y="6"/>
                </a:lnTo>
                <a:lnTo>
                  <a:pt x="12" y="7"/>
                </a:lnTo>
                <a:lnTo>
                  <a:pt x="11" y="8"/>
                </a:lnTo>
                <a:lnTo>
                  <a:pt x="10" y="8"/>
                </a:lnTo>
                <a:lnTo>
                  <a:pt x="10" y="9"/>
                </a:lnTo>
                <a:lnTo>
                  <a:pt x="11" y="9"/>
                </a:lnTo>
                <a:lnTo>
                  <a:pt x="12" y="9"/>
                </a:lnTo>
                <a:lnTo>
                  <a:pt x="11" y="9"/>
                </a:lnTo>
                <a:lnTo>
                  <a:pt x="11" y="10"/>
                </a:lnTo>
                <a:lnTo>
                  <a:pt x="10" y="10"/>
                </a:lnTo>
                <a:lnTo>
                  <a:pt x="10" y="12"/>
                </a:lnTo>
                <a:lnTo>
                  <a:pt x="9" y="13"/>
                </a:lnTo>
                <a:lnTo>
                  <a:pt x="10" y="14"/>
                </a:lnTo>
                <a:lnTo>
                  <a:pt x="9" y="14"/>
                </a:lnTo>
                <a:lnTo>
                  <a:pt x="8" y="14"/>
                </a:lnTo>
                <a:lnTo>
                  <a:pt x="9" y="14"/>
                </a:lnTo>
                <a:lnTo>
                  <a:pt x="8" y="14"/>
                </a:lnTo>
                <a:lnTo>
                  <a:pt x="6" y="14"/>
                </a:lnTo>
                <a:lnTo>
                  <a:pt x="6" y="13"/>
                </a:lnTo>
                <a:lnTo>
                  <a:pt x="6" y="12"/>
                </a:lnTo>
                <a:lnTo>
                  <a:pt x="4" y="10"/>
                </a:lnTo>
                <a:lnTo>
                  <a:pt x="4" y="12"/>
                </a:lnTo>
                <a:lnTo>
                  <a:pt x="3" y="12"/>
                </a:lnTo>
                <a:lnTo>
                  <a:pt x="4" y="10"/>
                </a:lnTo>
                <a:lnTo>
                  <a:pt x="4" y="9"/>
                </a:lnTo>
                <a:lnTo>
                  <a:pt x="3" y="7"/>
                </a:lnTo>
                <a:lnTo>
                  <a:pt x="2" y="7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8" y="0"/>
                </a:lnTo>
                <a:lnTo>
                  <a:pt x="9" y="0"/>
                </a:lnTo>
                <a:lnTo>
                  <a:pt x="9" y="1"/>
                </a:lnTo>
                <a:lnTo>
                  <a:pt x="10" y="2"/>
                </a:lnTo>
                <a:lnTo>
                  <a:pt x="11" y="2"/>
                </a:lnTo>
                <a:lnTo>
                  <a:pt x="11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6" name=""/>
          <p:cNvSpPr/>
          <p:nvPr/>
        </p:nvSpPr>
        <p:spPr>
          <a:xfrm>
            <a:off x="2343600" y="40611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7" name=""/>
          <p:cNvSpPr/>
          <p:nvPr/>
        </p:nvSpPr>
        <p:spPr>
          <a:xfrm>
            <a:off x="2345760" y="40604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4"/>
                </a:move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3" y="3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8" name=""/>
          <p:cNvSpPr/>
          <p:nvPr/>
        </p:nvSpPr>
        <p:spPr>
          <a:xfrm>
            <a:off x="2347560" y="405972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4" y="4"/>
                </a:moveTo>
                <a:lnTo>
                  <a:pt x="4" y="5"/>
                </a:lnTo>
                <a:lnTo>
                  <a:pt x="5" y="5"/>
                </a:lnTo>
                <a:lnTo>
                  <a:pt x="6" y="5"/>
                </a:lnTo>
                <a:lnTo>
                  <a:pt x="6" y="4"/>
                </a:lnTo>
                <a:lnTo>
                  <a:pt x="7" y="4"/>
                </a:lnTo>
                <a:lnTo>
                  <a:pt x="7" y="5"/>
                </a:lnTo>
                <a:lnTo>
                  <a:pt x="6" y="5"/>
                </a:lnTo>
                <a:lnTo>
                  <a:pt x="6" y="6"/>
                </a:lnTo>
                <a:lnTo>
                  <a:pt x="5" y="6"/>
                </a:lnTo>
                <a:lnTo>
                  <a:pt x="4" y="5"/>
                </a:lnTo>
                <a:lnTo>
                  <a:pt x="3" y="6"/>
                </a:lnTo>
                <a:lnTo>
                  <a:pt x="4" y="6"/>
                </a:lnTo>
                <a:lnTo>
                  <a:pt x="3" y="6"/>
                </a:lnTo>
                <a:lnTo>
                  <a:pt x="3" y="8"/>
                </a:lnTo>
                <a:lnTo>
                  <a:pt x="0" y="8"/>
                </a:lnTo>
                <a:lnTo>
                  <a:pt x="0" y="6"/>
                </a:lnTo>
                <a:lnTo>
                  <a:pt x="1" y="6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3" y="5"/>
                </a:lnTo>
                <a:lnTo>
                  <a:pt x="4" y="4"/>
                </a:lnTo>
                <a:lnTo>
                  <a:pt x="4" y="3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9" name=""/>
          <p:cNvSpPr/>
          <p:nvPr/>
        </p:nvSpPr>
        <p:spPr>
          <a:xfrm>
            <a:off x="2345760" y="40593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0" name=""/>
          <p:cNvSpPr/>
          <p:nvPr/>
        </p:nvSpPr>
        <p:spPr>
          <a:xfrm>
            <a:off x="2346840" y="4059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1" name=""/>
          <p:cNvSpPr/>
          <p:nvPr/>
        </p:nvSpPr>
        <p:spPr>
          <a:xfrm>
            <a:off x="2347200" y="40586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2" name=""/>
          <p:cNvSpPr/>
          <p:nvPr/>
        </p:nvSpPr>
        <p:spPr>
          <a:xfrm>
            <a:off x="2346120" y="40546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3" name=""/>
          <p:cNvSpPr/>
          <p:nvPr/>
        </p:nvSpPr>
        <p:spPr>
          <a:xfrm>
            <a:off x="2347200" y="40521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4" name=""/>
          <p:cNvSpPr/>
          <p:nvPr/>
        </p:nvSpPr>
        <p:spPr>
          <a:xfrm>
            <a:off x="2346480" y="40500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5" name=""/>
          <p:cNvSpPr/>
          <p:nvPr/>
        </p:nvSpPr>
        <p:spPr>
          <a:xfrm>
            <a:off x="2346480" y="40485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6" name=""/>
          <p:cNvSpPr/>
          <p:nvPr/>
        </p:nvSpPr>
        <p:spPr>
          <a:xfrm>
            <a:off x="2347920" y="40442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7" name=""/>
          <p:cNvSpPr/>
          <p:nvPr/>
        </p:nvSpPr>
        <p:spPr>
          <a:xfrm>
            <a:off x="2347200" y="4044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8" name=""/>
          <p:cNvSpPr/>
          <p:nvPr/>
        </p:nvSpPr>
        <p:spPr>
          <a:xfrm>
            <a:off x="2347560" y="403956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1" y="5"/>
                </a:move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3"/>
                </a:lnTo>
                <a:lnTo>
                  <a:pt x="1" y="4"/>
                </a:lnTo>
                <a:lnTo>
                  <a:pt x="1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9" name=""/>
          <p:cNvSpPr/>
          <p:nvPr/>
        </p:nvSpPr>
        <p:spPr>
          <a:xfrm>
            <a:off x="2344680" y="4037040"/>
            <a:ext cx="3960" cy="3240"/>
          </a:xfrm>
          <a:custGeom>
            <a:avLst/>
            <a:gdLst/>
            <a:ahLst/>
            <a:rect l="0" t="0" r="r" b="b"/>
            <a:pathLst>
              <a:path w="11" h="9">
                <a:moveTo>
                  <a:pt x="9" y="6"/>
                </a:moveTo>
                <a:lnTo>
                  <a:pt x="9" y="7"/>
                </a:lnTo>
                <a:lnTo>
                  <a:pt x="7" y="7"/>
                </a:lnTo>
                <a:lnTo>
                  <a:pt x="1" y="9"/>
                </a:lnTo>
                <a:lnTo>
                  <a:pt x="0" y="9"/>
                </a:lnTo>
                <a:lnTo>
                  <a:pt x="0" y="8"/>
                </a:lnTo>
                <a:lnTo>
                  <a:pt x="1" y="8"/>
                </a:lnTo>
                <a:lnTo>
                  <a:pt x="2" y="6"/>
                </a:lnTo>
                <a:lnTo>
                  <a:pt x="3" y="6"/>
                </a:lnTo>
                <a:lnTo>
                  <a:pt x="4" y="5"/>
                </a:lnTo>
                <a:lnTo>
                  <a:pt x="5" y="3"/>
                </a:lnTo>
                <a:lnTo>
                  <a:pt x="5" y="2"/>
                </a:lnTo>
                <a:lnTo>
                  <a:pt x="6" y="2"/>
                </a:lnTo>
                <a:lnTo>
                  <a:pt x="7" y="1"/>
                </a:lnTo>
                <a:lnTo>
                  <a:pt x="9" y="1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lnTo>
                  <a:pt x="11" y="2"/>
                </a:lnTo>
                <a:lnTo>
                  <a:pt x="10" y="3"/>
                </a:lnTo>
                <a:lnTo>
                  <a:pt x="9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0" name=""/>
          <p:cNvSpPr/>
          <p:nvPr/>
        </p:nvSpPr>
        <p:spPr>
          <a:xfrm>
            <a:off x="2347560" y="40345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1" name=""/>
          <p:cNvSpPr/>
          <p:nvPr/>
        </p:nvSpPr>
        <p:spPr>
          <a:xfrm>
            <a:off x="2346840" y="4034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2" name=""/>
          <p:cNvSpPr/>
          <p:nvPr/>
        </p:nvSpPr>
        <p:spPr>
          <a:xfrm>
            <a:off x="2347560" y="4034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3" name=""/>
          <p:cNvSpPr/>
          <p:nvPr/>
        </p:nvSpPr>
        <p:spPr>
          <a:xfrm>
            <a:off x="2347560" y="40338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4" name=""/>
          <p:cNvSpPr/>
          <p:nvPr/>
        </p:nvSpPr>
        <p:spPr>
          <a:xfrm>
            <a:off x="2344680" y="4032360"/>
            <a:ext cx="2880" cy="2520"/>
          </a:xfrm>
          <a:custGeom>
            <a:avLst/>
            <a:gdLst/>
            <a:ahLst/>
            <a:rect l="0" t="0" r="r" b="b"/>
            <a:pathLst>
              <a:path w="8" h="7">
                <a:moveTo>
                  <a:pt x="3" y="7"/>
                </a:moveTo>
                <a:lnTo>
                  <a:pt x="2" y="7"/>
                </a:lnTo>
                <a:lnTo>
                  <a:pt x="1" y="6"/>
                </a:lnTo>
                <a:lnTo>
                  <a:pt x="1" y="5"/>
                </a:lnTo>
                <a:lnTo>
                  <a:pt x="1" y="3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4" y="0"/>
                </a:lnTo>
                <a:lnTo>
                  <a:pt x="5" y="1"/>
                </a:lnTo>
                <a:lnTo>
                  <a:pt x="5" y="2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8" y="5"/>
                </a:lnTo>
                <a:lnTo>
                  <a:pt x="8" y="6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5" name=""/>
          <p:cNvSpPr/>
          <p:nvPr/>
        </p:nvSpPr>
        <p:spPr>
          <a:xfrm>
            <a:off x="2349000" y="40327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6" name=""/>
          <p:cNvSpPr/>
          <p:nvPr/>
        </p:nvSpPr>
        <p:spPr>
          <a:xfrm>
            <a:off x="2349720" y="403200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2" y="3"/>
                </a:moveTo>
                <a:lnTo>
                  <a:pt x="2" y="5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4" y="3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7" name=""/>
          <p:cNvSpPr/>
          <p:nvPr/>
        </p:nvSpPr>
        <p:spPr>
          <a:xfrm>
            <a:off x="2348280" y="40320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8" name=""/>
          <p:cNvSpPr/>
          <p:nvPr/>
        </p:nvSpPr>
        <p:spPr>
          <a:xfrm>
            <a:off x="2349360" y="4032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9" name=""/>
          <p:cNvSpPr/>
          <p:nvPr/>
        </p:nvSpPr>
        <p:spPr>
          <a:xfrm>
            <a:off x="2349360" y="4032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0" name=""/>
          <p:cNvSpPr/>
          <p:nvPr/>
        </p:nvSpPr>
        <p:spPr>
          <a:xfrm>
            <a:off x="2348640" y="4030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1" name=""/>
          <p:cNvSpPr/>
          <p:nvPr/>
        </p:nvSpPr>
        <p:spPr>
          <a:xfrm>
            <a:off x="2349360" y="403056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3" y="3"/>
                </a:moveTo>
                <a:lnTo>
                  <a:pt x="2" y="3"/>
                </a:lnTo>
                <a:lnTo>
                  <a:pt x="2" y="5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2"/>
                </a:lnTo>
                <a:lnTo>
                  <a:pt x="3" y="3"/>
                </a:lnTo>
                <a:lnTo>
                  <a:pt x="5" y="3"/>
                </a:lnTo>
                <a:lnTo>
                  <a:pt x="5" y="5"/>
                </a:lnTo>
                <a:lnTo>
                  <a:pt x="3" y="5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2" name=""/>
          <p:cNvSpPr/>
          <p:nvPr/>
        </p:nvSpPr>
        <p:spPr>
          <a:xfrm>
            <a:off x="2350440" y="4030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3" name=""/>
          <p:cNvSpPr/>
          <p:nvPr/>
        </p:nvSpPr>
        <p:spPr>
          <a:xfrm>
            <a:off x="2341800" y="4026960"/>
            <a:ext cx="3600" cy="5040"/>
          </a:xfrm>
          <a:custGeom>
            <a:avLst/>
            <a:gdLst/>
            <a:ahLst/>
            <a:rect l="0" t="0" r="r" b="b"/>
            <a:pathLst>
              <a:path w="10" h="14">
                <a:moveTo>
                  <a:pt x="4" y="0"/>
                </a:moveTo>
                <a:lnTo>
                  <a:pt x="5" y="0"/>
                </a:lnTo>
                <a:lnTo>
                  <a:pt x="5" y="2"/>
                </a:lnTo>
                <a:lnTo>
                  <a:pt x="6" y="3"/>
                </a:lnTo>
                <a:lnTo>
                  <a:pt x="7" y="4"/>
                </a:lnTo>
                <a:lnTo>
                  <a:pt x="7" y="5"/>
                </a:lnTo>
                <a:lnTo>
                  <a:pt x="8" y="6"/>
                </a:lnTo>
                <a:lnTo>
                  <a:pt x="8" y="5"/>
                </a:lnTo>
                <a:lnTo>
                  <a:pt x="9" y="5"/>
                </a:lnTo>
                <a:lnTo>
                  <a:pt x="9" y="6"/>
                </a:lnTo>
                <a:lnTo>
                  <a:pt x="9" y="7"/>
                </a:lnTo>
                <a:lnTo>
                  <a:pt x="9" y="8"/>
                </a:lnTo>
                <a:lnTo>
                  <a:pt x="9" y="9"/>
                </a:lnTo>
                <a:lnTo>
                  <a:pt x="10" y="10"/>
                </a:lnTo>
                <a:lnTo>
                  <a:pt x="10" y="11"/>
                </a:lnTo>
                <a:lnTo>
                  <a:pt x="9" y="12"/>
                </a:lnTo>
                <a:lnTo>
                  <a:pt x="8" y="13"/>
                </a:lnTo>
                <a:lnTo>
                  <a:pt x="7" y="13"/>
                </a:lnTo>
                <a:lnTo>
                  <a:pt x="6" y="13"/>
                </a:lnTo>
                <a:lnTo>
                  <a:pt x="5" y="14"/>
                </a:lnTo>
                <a:lnTo>
                  <a:pt x="4" y="14"/>
                </a:lnTo>
                <a:lnTo>
                  <a:pt x="2" y="14"/>
                </a:lnTo>
                <a:lnTo>
                  <a:pt x="2" y="13"/>
                </a:lnTo>
                <a:lnTo>
                  <a:pt x="1" y="12"/>
                </a:lnTo>
                <a:lnTo>
                  <a:pt x="0" y="12"/>
                </a:lnTo>
                <a:lnTo>
                  <a:pt x="1" y="11"/>
                </a:lnTo>
                <a:lnTo>
                  <a:pt x="1" y="10"/>
                </a:lnTo>
                <a:lnTo>
                  <a:pt x="2" y="10"/>
                </a:lnTo>
                <a:lnTo>
                  <a:pt x="2" y="9"/>
                </a:lnTo>
                <a:lnTo>
                  <a:pt x="1" y="8"/>
                </a:lnTo>
                <a:lnTo>
                  <a:pt x="1" y="7"/>
                </a:lnTo>
                <a:lnTo>
                  <a:pt x="1" y="6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4" name=""/>
          <p:cNvSpPr/>
          <p:nvPr/>
        </p:nvSpPr>
        <p:spPr>
          <a:xfrm>
            <a:off x="2346120" y="40280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5" name=""/>
          <p:cNvSpPr/>
          <p:nvPr/>
        </p:nvSpPr>
        <p:spPr>
          <a:xfrm>
            <a:off x="2346480" y="40273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6" name=""/>
          <p:cNvSpPr/>
          <p:nvPr/>
        </p:nvSpPr>
        <p:spPr>
          <a:xfrm>
            <a:off x="2344320" y="402624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4" y="6"/>
                </a:moveTo>
                <a:lnTo>
                  <a:pt x="3" y="6"/>
                </a:lnTo>
                <a:lnTo>
                  <a:pt x="3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lnTo>
                  <a:pt x="6" y="3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4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7" name=""/>
          <p:cNvSpPr/>
          <p:nvPr/>
        </p:nvSpPr>
        <p:spPr>
          <a:xfrm>
            <a:off x="2346120" y="40269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8" name=""/>
          <p:cNvSpPr/>
          <p:nvPr/>
        </p:nvSpPr>
        <p:spPr>
          <a:xfrm>
            <a:off x="2347560" y="402336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3" y="4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7" y="2"/>
                </a:lnTo>
                <a:lnTo>
                  <a:pt x="5" y="3"/>
                </a:lnTo>
                <a:lnTo>
                  <a:pt x="4" y="4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9" name=""/>
          <p:cNvSpPr/>
          <p:nvPr/>
        </p:nvSpPr>
        <p:spPr>
          <a:xfrm>
            <a:off x="2344680" y="4019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0" name=""/>
          <p:cNvSpPr/>
          <p:nvPr/>
        </p:nvSpPr>
        <p:spPr>
          <a:xfrm>
            <a:off x="2345760" y="4017960"/>
            <a:ext cx="1440" cy="2520"/>
          </a:xfrm>
          <a:custGeom>
            <a:avLst/>
            <a:gdLst/>
            <a:ahLst/>
            <a:rect l="0" t="0" r="r" b="b"/>
            <a:pathLst>
              <a:path w="4" h="7">
                <a:moveTo>
                  <a:pt x="1" y="5"/>
                </a:moveTo>
                <a:lnTo>
                  <a:pt x="1" y="7"/>
                </a:lnTo>
                <a:lnTo>
                  <a:pt x="0" y="7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1" y="4"/>
                </a:lnTo>
                <a:lnTo>
                  <a:pt x="1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1" name=""/>
          <p:cNvSpPr/>
          <p:nvPr/>
        </p:nvSpPr>
        <p:spPr>
          <a:xfrm>
            <a:off x="2349000" y="4008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1"/>
                </a:moveTo>
                <a:lnTo>
                  <a:pt x="0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3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2" name=""/>
          <p:cNvSpPr/>
          <p:nvPr/>
        </p:nvSpPr>
        <p:spPr>
          <a:xfrm>
            <a:off x="2348640" y="400680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6" y="3"/>
                </a:moveTo>
                <a:lnTo>
                  <a:pt x="6" y="5"/>
                </a:lnTo>
                <a:lnTo>
                  <a:pt x="5" y="5"/>
                </a:lnTo>
                <a:lnTo>
                  <a:pt x="3" y="3"/>
                </a:lnTo>
                <a:lnTo>
                  <a:pt x="2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2"/>
                </a:lnTo>
                <a:lnTo>
                  <a:pt x="7" y="2"/>
                </a:lnTo>
                <a:lnTo>
                  <a:pt x="7" y="3"/>
                </a:lnTo>
                <a:lnTo>
                  <a:pt x="6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3" name=""/>
          <p:cNvSpPr/>
          <p:nvPr/>
        </p:nvSpPr>
        <p:spPr>
          <a:xfrm>
            <a:off x="2347560" y="40064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4" name=""/>
          <p:cNvSpPr/>
          <p:nvPr/>
        </p:nvSpPr>
        <p:spPr>
          <a:xfrm>
            <a:off x="2354760" y="4072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5" name=""/>
          <p:cNvSpPr/>
          <p:nvPr/>
        </p:nvSpPr>
        <p:spPr>
          <a:xfrm>
            <a:off x="2355480" y="4071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6" name=""/>
          <p:cNvSpPr/>
          <p:nvPr/>
        </p:nvSpPr>
        <p:spPr>
          <a:xfrm>
            <a:off x="2354400" y="4053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7" name=""/>
          <p:cNvSpPr/>
          <p:nvPr/>
        </p:nvSpPr>
        <p:spPr>
          <a:xfrm>
            <a:off x="2352960" y="40525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8" name=""/>
          <p:cNvSpPr/>
          <p:nvPr/>
        </p:nvSpPr>
        <p:spPr>
          <a:xfrm>
            <a:off x="2352960" y="40510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5" y="1"/>
                </a:moveTo>
                <a:lnTo>
                  <a:pt x="4" y="1"/>
                </a:lnTo>
                <a:lnTo>
                  <a:pt x="3" y="1"/>
                </a:lnTo>
                <a:lnTo>
                  <a:pt x="3" y="3"/>
                </a:lnTo>
                <a:lnTo>
                  <a:pt x="4" y="3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3" y="3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9" name=""/>
          <p:cNvSpPr/>
          <p:nvPr/>
        </p:nvSpPr>
        <p:spPr>
          <a:xfrm>
            <a:off x="2353320" y="40503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0" name=""/>
          <p:cNvSpPr/>
          <p:nvPr/>
        </p:nvSpPr>
        <p:spPr>
          <a:xfrm>
            <a:off x="2351880" y="40446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1" name=""/>
          <p:cNvSpPr/>
          <p:nvPr/>
        </p:nvSpPr>
        <p:spPr>
          <a:xfrm>
            <a:off x="2354040" y="40438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2" name=""/>
          <p:cNvSpPr/>
          <p:nvPr/>
        </p:nvSpPr>
        <p:spPr>
          <a:xfrm>
            <a:off x="2354760" y="4042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3" name=""/>
          <p:cNvSpPr/>
          <p:nvPr/>
        </p:nvSpPr>
        <p:spPr>
          <a:xfrm>
            <a:off x="2354760" y="4042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4" name=""/>
          <p:cNvSpPr/>
          <p:nvPr/>
        </p:nvSpPr>
        <p:spPr>
          <a:xfrm>
            <a:off x="2354040" y="404208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5" name=""/>
          <p:cNvSpPr/>
          <p:nvPr/>
        </p:nvSpPr>
        <p:spPr>
          <a:xfrm>
            <a:off x="2354040" y="404100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6" y="4"/>
                </a:moveTo>
                <a:lnTo>
                  <a:pt x="7" y="4"/>
                </a:lnTo>
                <a:lnTo>
                  <a:pt x="7" y="5"/>
                </a:lnTo>
                <a:lnTo>
                  <a:pt x="6" y="4"/>
                </a:ln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3" y="3"/>
                </a:lnTo>
                <a:lnTo>
                  <a:pt x="5" y="3"/>
                </a:lnTo>
                <a:lnTo>
                  <a:pt x="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6" name=""/>
          <p:cNvSpPr/>
          <p:nvPr/>
        </p:nvSpPr>
        <p:spPr>
          <a:xfrm>
            <a:off x="2349000" y="4038120"/>
            <a:ext cx="5400" cy="5760"/>
          </a:xfrm>
          <a:custGeom>
            <a:avLst/>
            <a:gdLst/>
            <a:ahLst/>
            <a:rect l="0" t="0" r="r" b="b"/>
            <a:pathLst>
              <a:path w="15" h="16">
                <a:moveTo>
                  <a:pt x="8" y="3"/>
                </a:moveTo>
                <a:lnTo>
                  <a:pt x="8" y="5"/>
                </a:lnTo>
                <a:lnTo>
                  <a:pt x="9" y="6"/>
                </a:lnTo>
                <a:lnTo>
                  <a:pt x="9" y="7"/>
                </a:lnTo>
                <a:lnTo>
                  <a:pt x="10" y="8"/>
                </a:lnTo>
                <a:lnTo>
                  <a:pt x="12" y="8"/>
                </a:lnTo>
                <a:lnTo>
                  <a:pt x="12" y="9"/>
                </a:lnTo>
                <a:lnTo>
                  <a:pt x="12" y="8"/>
                </a:lnTo>
                <a:lnTo>
                  <a:pt x="13" y="9"/>
                </a:lnTo>
                <a:lnTo>
                  <a:pt x="14" y="10"/>
                </a:lnTo>
                <a:lnTo>
                  <a:pt x="14" y="11"/>
                </a:lnTo>
                <a:lnTo>
                  <a:pt x="15" y="12"/>
                </a:lnTo>
                <a:lnTo>
                  <a:pt x="14" y="12"/>
                </a:lnTo>
                <a:lnTo>
                  <a:pt x="14" y="13"/>
                </a:lnTo>
                <a:lnTo>
                  <a:pt x="14" y="14"/>
                </a:lnTo>
                <a:lnTo>
                  <a:pt x="13" y="14"/>
                </a:lnTo>
                <a:lnTo>
                  <a:pt x="13" y="15"/>
                </a:lnTo>
                <a:lnTo>
                  <a:pt x="12" y="16"/>
                </a:lnTo>
                <a:lnTo>
                  <a:pt x="12" y="15"/>
                </a:lnTo>
                <a:lnTo>
                  <a:pt x="12" y="14"/>
                </a:lnTo>
                <a:lnTo>
                  <a:pt x="13" y="14"/>
                </a:lnTo>
                <a:lnTo>
                  <a:pt x="12" y="14"/>
                </a:lnTo>
                <a:lnTo>
                  <a:pt x="11" y="14"/>
                </a:lnTo>
                <a:lnTo>
                  <a:pt x="11" y="15"/>
                </a:lnTo>
                <a:lnTo>
                  <a:pt x="10" y="15"/>
                </a:lnTo>
                <a:lnTo>
                  <a:pt x="10" y="14"/>
                </a:lnTo>
                <a:lnTo>
                  <a:pt x="9" y="14"/>
                </a:lnTo>
                <a:lnTo>
                  <a:pt x="9" y="15"/>
                </a:lnTo>
                <a:lnTo>
                  <a:pt x="9" y="14"/>
                </a:lnTo>
                <a:lnTo>
                  <a:pt x="9" y="13"/>
                </a:lnTo>
                <a:lnTo>
                  <a:pt x="8" y="14"/>
                </a:lnTo>
                <a:lnTo>
                  <a:pt x="8" y="13"/>
                </a:lnTo>
                <a:lnTo>
                  <a:pt x="8" y="11"/>
                </a:lnTo>
                <a:lnTo>
                  <a:pt x="7" y="11"/>
                </a:lnTo>
                <a:lnTo>
                  <a:pt x="5" y="11"/>
                </a:lnTo>
                <a:lnTo>
                  <a:pt x="5" y="10"/>
                </a:lnTo>
                <a:lnTo>
                  <a:pt x="5" y="9"/>
                </a:lnTo>
                <a:lnTo>
                  <a:pt x="4" y="8"/>
                </a:lnTo>
                <a:lnTo>
                  <a:pt x="3" y="9"/>
                </a:lnTo>
                <a:lnTo>
                  <a:pt x="2" y="10"/>
                </a:lnTo>
                <a:lnTo>
                  <a:pt x="1" y="10"/>
                </a:ln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2" y="3"/>
                </a:lnTo>
                <a:lnTo>
                  <a:pt x="1" y="2"/>
                </a:ln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5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2"/>
                </a:lnTo>
                <a:lnTo>
                  <a:pt x="8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7" name=""/>
          <p:cNvSpPr/>
          <p:nvPr/>
        </p:nvSpPr>
        <p:spPr>
          <a:xfrm>
            <a:off x="2353680" y="40406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8" name=""/>
          <p:cNvSpPr/>
          <p:nvPr/>
        </p:nvSpPr>
        <p:spPr>
          <a:xfrm>
            <a:off x="2354400" y="40402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9" name=""/>
          <p:cNvSpPr/>
          <p:nvPr/>
        </p:nvSpPr>
        <p:spPr>
          <a:xfrm>
            <a:off x="2354400" y="4038480"/>
            <a:ext cx="3240" cy="2520"/>
          </a:xfrm>
          <a:custGeom>
            <a:avLst/>
            <a:gdLst/>
            <a:ahLst/>
            <a:rect l="0" t="0" r="r" b="b"/>
            <a:pathLst>
              <a:path w="9" h="7">
                <a:moveTo>
                  <a:pt x="6" y="4"/>
                </a:moveTo>
                <a:lnTo>
                  <a:pt x="7" y="4"/>
                </a:lnTo>
                <a:lnTo>
                  <a:pt x="9" y="4"/>
                </a:lnTo>
                <a:lnTo>
                  <a:pt x="9" y="6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3" y="2"/>
                </a:lnTo>
                <a:lnTo>
                  <a:pt x="2" y="3"/>
                </a:lnTo>
                <a:lnTo>
                  <a:pt x="3" y="4"/>
                </a:lnTo>
                <a:lnTo>
                  <a:pt x="4" y="4"/>
                </a:lnTo>
                <a:lnTo>
                  <a:pt x="6" y="4"/>
                </a:lnTo>
                <a:lnTo>
                  <a:pt x="6" y="6"/>
                </a:lnTo>
                <a:lnTo>
                  <a:pt x="6" y="4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0" name=""/>
          <p:cNvSpPr/>
          <p:nvPr/>
        </p:nvSpPr>
        <p:spPr>
          <a:xfrm>
            <a:off x="2354400" y="4038480"/>
            <a:ext cx="3240" cy="2520"/>
          </a:xfrm>
          <a:custGeom>
            <a:avLst/>
            <a:gdLst/>
            <a:ahLst/>
            <a:rect l="0" t="0" r="r" b="b"/>
            <a:pathLst>
              <a:path w="9" h="7">
                <a:moveTo>
                  <a:pt x="6" y="4"/>
                </a:moveTo>
                <a:lnTo>
                  <a:pt x="7" y="4"/>
                </a:lnTo>
                <a:lnTo>
                  <a:pt x="9" y="4"/>
                </a:lnTo>
                <a:lnTo>
                  <a:pt x="9" y="6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3" y="2"/>
                </a:lnTo>
                <a:lnTo>
                  <a:pt x="2" y="3"/>
                </a:lnTo>
                <a:lnTo>
                  <a:pt x="3" y="4"/>
                </a:lnTo>
                <a:lnTo>
                  <a:pt x="4" y="4"/>
                </a:lnTo>
                <a:lnTo>
                  <a:pt x="6" y="4"/>
                </a:lnTo>
                <a:lnTo>
                  <a:pt x="6" y="6"/>
                </a:lnTo>
                <a:lnTo>
                  <a:pt x="6" y="4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1" name=""/>
          <p:cNvSpPr/>
          <p:nvPr/>
        </p:nvSpPr>
        <p:spPr>
          <a:xfrm>
            <a:off x="2353320" y="4039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2" name=""/>
          <p:cNvSpPr/>
          <p:nvPr/>
        </p:nvSpPr>
        <p:spPr>
          <a:xfrm>
            <a:off x="2352960" y="403812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0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3" name=""/>
          <p:cNvSpPr/>
          <p:nvPr/>
        </p:nvSpPr>
        <p:spPr>
          <a:xfrm>
            <a:off x="2352600" y="40377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4" name=""/>
          <p:cNvSpPr/>
          <p:nvPr/>
        </p:nvSpPr>
        <p:spPr>
          <a:xfrm>
            <a:off x="2354400" y="40377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5" name=""/>
          <p:cNvSpPr/>
          <p:nvPr/>
        </p:nvSpPr>
        <p:spPr>
          <a:xfrm>
            <a:off x="2354400" y="4036320"/>
            <a:ext cx="3960" cy="3240"/>
          </a:xfrm>
          <a:custGeom>
            <a:avLst/>
            <a:gdLst/>
            <a:ahLst/>
            <a:rect l="0" t="0" r="r" b="b"/>
            <a:pathLst>
              <a:path w="11" h="9">
                <a:moveTo>
                  <a:pt x="7" y="0"/>
                </a:moveTo>
                <a:lnTo>
                  <a:pt x="7" y="1"/>
                </a:lnTo>
                <a:lnTo>
                  <a:pt x="9" y="2"/>
                </a:lnTo>
                <a:lnTo>
                  <a:pt x="10" y="1"/>
                </a:lnTo>
                <a:lnTo>
                  <a:pt x="10" y="2"/>
                </a:lnTo>
                <a:lnTo>
                  <a:pt x="10" y="3"/>
                </a:lnTo>
                <a:lnTo>
                  <a:pt x="9" y="2"/>
                </a:lnTo>
                <a:lnTo>
                  <a:pt x="7" y="2"/>
                </a:lnTo>
                <a:lnTo>
                  <a:pt x="7" y="3"/>
                </a:lnTo>
                <a:lnTo>
                  <a:pt x="7" y="4"/>
                </a:lnTo>
                <a:lnTo>
                  <a:pt x="7" y="3"/>
                </a:lnTo>
                <a:lnTo>
                  <a:pt x="9" y="4"/>
                </a:lnTo>
                <a:lnTo>
                  <a:pt x="9" y="5"/>
                </a:lnTo>
                <a:lnTo>
                  <a:pt x="9" y="6"/>
                </a:lnTo>
                <a:lnTo>
                  <a:pt x="10" y="6"/>
                </a:lnTo>
                <a:lnTo>
                  <a:pt x="10" y="7"/>
                </a:lnTo>
                <a:lnTo>
                  <a:pt x="11" y="7"/>
                </a:lnTo>
                <a:lnTo>
                  <a:pt x="10" y="7"/>
                </a:lnTo>
                <a:lnTo>
                  <a:pt x="10" y="9"/>
                </a:lnTo>
                <a:lnTo>
                  <a:pt x="9" y="9"/>
                </a:lnTo>
                <a:lnTo>
                  <a:pt x="7" y="7"/>
                </a:lnTo>
                <a:lnTo>
                  <a:pt x="6" y="7"/>
                </a:lnTo>
                <a:lnTo>
                  <a:pt x="5" y="6"/>
                </a:lnTo>
                <a:lnTo>
                  <a:pt x="4" y="5"/>
                </a:lnTo>
                <a:lnTo>
                  <a:pt x="3" y="4"/>
                </a:lnTo>
                <a:lnTo>
                  <a:pt x="2" y="3"/>
                </a:lnTo>
                <a:lnTo>
                  <a:pt x="2" y="2"/>
                </a:lnTo>
                <a:lnTo>
                  <a:pt x="1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6" name=""/>
          <p:cNvSpPr/>
          <p:nvPr/>
        </p:nvSpPr>
        <p:spPr>
          <a:xfrm>
            <a:off x="2353320" y="40374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7" name=""/>
          <p:cNvSpPr/>
          <p:nvPr/>
        </p:nvSpPr>
        <p:spPr>
          <a:xfrm>
            <a:off x="2355480" y="40352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1" y="0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8" name=""/>
          <p:cNvSpPr/>
          <p:nvPr/>
        </p:nvSpPr>
        <p:spPr>
          <a:xfrm>
            <a:off x="2356560" y="40327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9" name=""/>
          <p:cNvSpPr/>
          <p:nvPr/>
        </p:nvSpPr>
        <p:spPr>
          <a:xfrm>
            <a:off x="2354400" y="40320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1" y="2"/>
                </a:moveTo>
                <a:lnTo>
                  <a:pt x="0" y="0"/>
                </a:lnTo>
                <a:lnTo>
                  <a:pt x="1" y="0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lnTo>
                  <a:pt x="3" y="2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0" name=""/>
          <p:cNvSpPr/>
          <p:nvPr/>
        </p:nvSpPr>
        <p:spPr>
          <a:xfrm>
            <a:off x="2351520" y="40316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1"/>
                </a:move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1" name=""/>
          <p:cNvSpPr/>
          <p:nvPr/>
        </p:nvSpPr>
        <p:spPr>
          <a:xfrm>
            <a:off x="2351520" y="40316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2" name=""/>
          <p:cNvSpPr/>
          <p:nvPr/>
        </p:nvSpPr>
        <p:spPr>
          <a:xfrm>
            <a:off x="2350800" y="40312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0"/>
                </a:move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3" name=""/>
          <p:cNvSpPr/>
          <p:nvPr/>
        </p:nvSpPr>
        <p:spPr>
          <a:xfrm>
            <a:off x="2351880" y="403092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5" y="4"/>
                </a:moveTo>
                <a:lnTo>
                  <a:pt x="4" y="4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lnTo>
                  <a:pt x="5" y="4"/>
                </a:lnTo>
                <a:lnTo>
                  <a:pt x="7" y="4"/>
                </a:lnTo>
                <a:lnTo>
                  <a:pt x="5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4" name=""/>
          <p:cNvSpPr/>
          <p:nvPr/>
        </p:nvSpPr>
        <p:spPr>
          <a:xfrm>
            <a:off x="2351520" y="4030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5" name=""/>
          <p:cNvSpPr/>
          <p:nvPr/>
        </p:nvSpPr>
        <p:spPr>
          <a:xfrm>
            <a:off x="2345040" y="4023720"/>
            <a:ext cx="13680" cy="9360"/>
          </a:xfrm>
          <a:custGeom>
            <a:avLst/>
            <a:gdLst/>
            <a:ahLst/>
            <a:rect l="0" t="0" r="r" b="b"/>
            <a:pathLst>
              <a:path w="38" h="26">
                <a:moveTo>
                  <a:pt x="5" y="3"/>
                </a:moveTo>
                <a:lnTo>
                  <a:pt x="6" y="3"/>
                </a:lnTo>
                <a:lnTo>
                  <a:pt x="7" y="3"/>
                </a:lnTo>
                <a:lnTo>
                  <a:pt x="8" y="4"/>
                </a:lnTo>
                <a:lnTo>
                  <a:pt x="9" y="4"/>
                </a:lnTo>
                <a:lnTo>
                  <a:pt x="11" y="4"/>
                </a:lnTo>
                <a:lnTo>
                  <a:pt x="12" y="4"/>
                </a:lnTo>
                <a:lnTo>
                  <a:pt x="13" y="3"/>
                </a:lnTo>
                <a:lnTo>
                  <a:pt x="14" y="3"/>
                </a:lnTo>
                <a:lnTo>
                  <a:pt x="15" y="3"/>
                </a:lnTo>
                <a:lnTo>
                  <a:pt x="16" y="3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9" y="7"/>
                </a:lnTo>
                <a:lnTo>
                  <a:pt x="20" y="7"/>
                </a:lnTo>
                <a:lnTo>
                  <a:pt x="20" y="8"/>
                </a:lnTo>
                <a:lnTo>
                  <a:pt x="22" y="8"/>
                </a:lnTo>
                <a:lnTo>
                  <a:pt x="23" y="8"/>
                </a:lnTo>
                <a:lnTo>
                  <a:pt x="24" y="8"/>
                </a:lnTo>
                <a:lnTo>
                  <a:pt x="26" y="8"/>
                </a:lnTo>
                <a:lnTo>
                  <a:pt x="28" y="8"/>
                </a:lnTo>
                <a:lnTo>
                  <a:pt x="29" y="8"/>
                </a:lnTo>
                <a:lnTo>
                  <a:pt x="30" y="9"/>
                </a:lnTo>
                <a:lnTo>
                  <a:pt x="31" y="9"/>
                </a:lnTo>
                <a:lnTo>
                  <a:pt x="32" y="9"/>
                </a:lnTo>
                <a:lnTo>
                  <a:pt x="33" y="9"/>
                </a:lnTo>
                <a:lnTo>
                  <a:pt x="34" y="9"/>
                </a:lnTo>
                <a:lnTo>
                  <a:pt x="34" y="10"/>
                </a:lnTo>
                <a:lnTo>
                  <a:pt x="34" y="11"/>
                </a:lnTo>
                <a:lnTo>
                  <a:pt x="33" y="11"/>
                </a:lnTo>
                <a:lnTo>
                  <a:pt x="32" y="11"/>
                </a:lnTo>
                <a:lnTo>
                  <a:pt x="31" y="11"/>
                </a:lnTo>
                <a:lnTo>
                  <a:pt x="30" y="11"/>
                </a:lnTo>
                <a:lnTo>
                  <a:pt x="30" y="12"/>
                </a:lnTo>
                <a:lnTo>
                  <a:pt x="30" y="13"/>
                </a:lnTo>
                <a:lnTo>
                  <a:pt x="31" y="13"/>
                </a:lnTo>
                <a:lnTo>
                  <a:pt x="32" y="13"/>
                </a:lnTo>
                <a:lnTo>
                  <a:pt x="33" y="13"/>
                </a:lnTo>
                <a:lnTo>
                  <a:pt x="34" y="13"/>
                </a:lnTo>
                <a:lnTo>
                  <a:pt x="35" y="15"/>
                </a:lnTo>
                <a:lnTo>
                  <a:pt x="36" y="15"/>
                </a:lnTo>
                <a:lnTo>
                  <a:pt x="36" y="16"/>
                </a:lnTo>
                <a:lnTo>
                  <a:pt x="36" y="15"/>
                </a:lnTo>
                <a:lnTo>
                  <a:pt x="36" y="16"/>
                </a:lnTo>
                <a:lnTo>
                  <a:pt x="37" y="17"/>
                </a:lnTo>
                <a:lnTo>
                  <a:pt x="38" y="17"/>
                </a:lnTo>
                <a:lnTo>
                  <a:pt x="38" y="18"/>
                </a:lnTo>
                <a:lnTo>
                  <a:pt x="37" y="18"/>
                </a:lnTo>
                <a:lnTo>
                  <a:pt x="37" y="20"/>
                </a:lnTo>
                <a:lnTo>
                  <a:pt x="38" y="20"/>
                </a:lnTo>
                <a:lnTo>
                  <a:pt x="37" y="23"/>
                </a:lnTo>
                <a:lnTo>
                  <a:pt x="36" y="24"/>
                </a:lnTo>
                <a:lnTo>
                  <a:pt x="36" y="25"/>
                </a:lnTo>
                <a:lnTo>
                  <a:pt x="36" y="26"/>
                </a:lnTo>
                <a:lnTo>
                  <a:pt x="35" y="26"/>
                </a:lnTo>
                <a:lnTo>
                  <a:pt x="34" y="26"/>
                </a:lnTo>
                <a:lnTo>
                  <a:pt x="33" y="26"/>
                </a:lnTo>
                <a:lnTo>
                  <a:pt x="32" y="26"/>
                </a:lnTo>
                <a:lnTo>
                  <a:pt x="31" y="25"/>
                </a:lnTo>
                <a:lnTo>
                  <a:pt x="30" y="25"/>
                </a:lnTo>
                <a:lnTo>
                  <a:pt x="30" y="24"/>
                </a:lnTo>
                <a:lnTo>
                  <a:pt x="28" y="24"/>
                </a:lnTo>
                <a:lnTo>
                  <a:pt x="28" y="23"/>
                </a:lnTo>
                <a:lnTo>
                  <a:pt x="27" y="23"/>
                </a:lnTo>
                <a:lnTo>
                  <a:pt x="26" y="23"/>
                </a:lnTo>
                <a:lnTo>
                  <a:pt x="25" y="22"/>
                </a:lnTo>
                <a:lnTo>
                  <a:pt x="24" y="22"/>
                </a:lnTo>
                <a:lnTo>
                  <a:pt x="23" y="22"/>
                </a:lnTo>
                <a:lnTo>
                  <a:pt x="23" y="21"/>
                </a:lnTo>
                <a:lnTo>
                  <a:pt x="22" y="21"/>
                </a:lnTo>
                <a:lnTo>
                  <a:pt x="20" y="21"/>
                </a:lnTo>
                <a:lnTo>
                  <a:pt x="19" y="21"/>
                </a:lnTo>
                <a:lnTo>
                  <a:pt x="18" y="21"/>
                </a:lnTo>
                <a:lnTo>
                  <a:pt x="17" y="21"/>
                </a:lnTo>
                <a:lnTo>
                  <a:pt x="17" y="20"/>
                </a:lnTo>
                <a:lnTo>
                  <a:pt x="16" y="20"/>
                </a:lnTo>
                <a:lnTo>
                  <a:pt x="16" y="18"/>
                </a:lnTo>
                <a:lnTo>
                  <a:pt x="15" y="18"/>
                </a:lnTo>
                <a:lnTo>
                  <a:pt x="14" y="18"/>
                </a:lnTo>
                <a:lnTo>
                  <a:pt x="13" y="18"/>
                </a:lnTo>
                <a:lnTo>
                  <a:pt x="12" y="18"/>
                </a:lnTo>
                <a:lnTo>
                  <a:pt x="11" y="20"/>
                </a:lnTo>
                <a:lnTo>
                  <a:pt x="10" y="20"/>
                </a:lnTo>
                <a:lnTo>
                  <a:pt x="10" y="21"/>
                </a:lnTo>
                <a:lnTo>
                  <a:pt x="9" y="21"/>
                </a:lnTo>
                <a:lnTo>
                  <a:pt x="8" y="21"/>
                </a:lnTo>
                <a:lnTo>
                  <a:pt x="8" y="20"/>
                </a:lnTo>
                <a:lnTo>
                  <a:pt x="8" y="18"/>
                </a:lnTo>
                <a:lnTo>
                  <a:pt x="7" y="17"/>
                </a:lnTo>
                <a:lnTo>
                  <a:pt x="6" y="15"/>
                </a:lnTo>
                <a:lnTo>
                  <a:pt x="5" y="15"/>
                </a:lnTo>
                <a:lnTo>
                  <a:pt x="5" y="14"/>
                </a:lnTo>
                <a:lnTo>
                  <a:pt x="4" y="14"/>
                </a:lnTo>
                <a:lnTo>
                  <a:pt x="4" y="13"/>
                </a:lnTo>
                <a:lnTo>
                  <a:pt x="4" y="12"/>
                </a:lnTo>
                <a:lnTo>
                  <a:pt x="5" y="12"/>
                </a:lnTo>
                <a:lnTo>
                  <a:pt x="5" y="11"/>
                </a:lnTo>
                <a:lnTo>
                  <a:pt x="5" y="9"/>
                </a:lnTo>
                <a:lnTo>
                  <a:pt x="4" y="8"/>
                </a:lnTo>
                <a:lnTo>
                  <a:pt x="4" y="7"/>
                </a:lnTo>
                <a:lnTo>
                  <a:pt x="3" y="6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2" y="0"/>
                </a:lnTo>
                <a:lnTo>
                  <a:pt x="4" y="1"/>
                </a:ln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6" name=""/>
          <p:cNvSpPr/>
          <p:nvPr/>
        </p:nvSpPr>
        <p:spPr>
          <a:xfrm>
            <a:off x="2351880" y="40258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7" name=""/>
          <p:cNvSpPr/>
          <p:nvPr/>
        </p:nvSpPr>
        <p:spPr>
          <a:xfrm>
            <a:off x="2351880" y="402336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6" y="0"/>
                </a:moveTo>
                <a:lnTo>
                  <a:pt x="7" y="1"/>
                </a:lnTo>
                <a:lnTo>
                  <a:pt x="7" y="0"/>
                </a:lnTo>
                <a:lnTo>
                  <a:pt x="7" y="1"/>
                </a:lnTo>
                <a:lnTo>
                  <a:pt x="6" y="1"/>
                </a:ln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3" y="6"/>
                </a:lnTo>
                <a:lnTo>
                  <a:pt x="2" y="6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8" name=""/>
          <p:cNvSpPr/>
          <p:nvPr/>
        </p:nvSpPr>
        <p:spPr>
          <a:xfrm>
            <a:off x="2351160" y="40222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2"/>
                </a:move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9" name=""/>
          <p:cNvSpPr/>
          <p:nvPr/>
        </p:nvSpPr>
        <p:spPr>
          <a:xfrm>
            <a:off x="2352960" y="402228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0" name=""/>
          <p:cNvSpPr/>
          <p:nvPr/>
        </p:nvSpPr>
        <p:spPr>
          <a:xfrm>
            <a:off x="2354400" y="40219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2" y="0"/>
                </a:lnTo>
                <a:lnTo>
                  <a:pt x="4" y="2"/>
                </a:lnTo>
                <a:lnTo>
                  <a:pt x="4" y="4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1" name=""/>
          <p:cNvSpPr/>
          <p:nvPr/>
        </p:nvSpPr>
        <p:spPr>
          <a:xfrm>
            <a:off x="2354040" y="4021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2" name=""/>
          <p:cNvSpPr/>
          <p:nvPr/>
        </p:nvSpPr>
        <p:spPr>
          <a:xfrm>
            <a:off x="2355480" y="402048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6" y="1"/>
                </a:moveTo>
                <a:lnTo>
                  <a:pt x="7" y="2"/>
                </a:lnTo>
                <a:lnTo>
                  <a:pt x="6" y="2"/>
                </a:lnTo>
                <a:lnTo>
                  <a:pt x="3" y="2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4" y="0"/>
                </a:lnTo>
                <a:lnTo>
                  <a:pt x="4" y="1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3" name=""/>
          <p:cNvSpPr/>
          <p:nvPr/>
        </p:nvSpPr>
        <p:spPr>
          <a:xfrm>
            <a:off x="2349000" y="4017960"/>
            <a:ext cx="6480" cy="4320"/>
          </a:xfrm>
          <a:custGeom>
            <a:avLst/>
            <a:gdLst/>
            <a:ahLst/>
            <a:rect l="0" t="0" r="r" b="b"/>
            <a:pathLst>
              <a:path w="18" h="12">
                <a:moveTo>
                  <a:pt x="14" y="1"/>
                </a:moveTo>
                <a:lnTo>
                  <a:pt x="15" y="1"/>
                </a:lnTo>
                <a:lnTo>
                  <a:pt x="16" y="1"/>
                </a:lnTo>
                <a:lnTo>
                  <a:pt x="16" y="2"/>
                </a:lnTo>
                <a:lnTo>
                  <a:pt x="16" y="3"/>
                </a:lnTo>
                <a:lnTo>
                  <a:pt x="17" y="4"/>
                </a:lnTo>
                <a:lnTo>
                  <a:pt x="18" y="4"/>
                </a:lnTo>
                <a:lnTo>
                  <a:pt x="18" y="5"/>
                </a:lnTo>
                <a:lnTo>
                  <a:pt x="16" y="5"/>
                </a:lnTo>
                <a:lnTo>
                  <a:pt x="17" y="7"/>
                </a:lnTo>
                <a:lnTo>
                  <a:pt x="17" y="8"/>
                </a:lnTo>
                <a:lnTo>
                  <a:pt x="16" y="11"/>
                </a:lnTo>
                <a:lnTo>
                  <a:pt x="17" y="12"/>
                </a:lnTo>
                <a:lnTo>
                  <a:pt x="16" y="12"/>
                </a:lnTo>
                <a:lnTo>
                  <a:pt x="15" y="12"/>
                </a:lnTo>
                <a:lnTo>
                  <a:pt x="14" y="12"/>
                </a:lnTo>
                <a:lnTo>
                  <a:pt x="14" y="11"/>
                </a:lnTo>
                <a:lnTo>
                  <a:pt x="13" y="11"/>
                </a:lnTo>
                <a:lnTo>
                  <a:pt x="10" y="11"/>
                </a:lnTo>
                <a:lnTo>
                  <a:pt x="9" y="11"/>
                </a:lnTo>
                <a:lnTo>
                  <a:pt x="8" y="9"/>
                </a:lnTo>
                <a:lnTo>
                  <a:pt x="7" y="9"/>
                </a:lnTo>
                <a:lnTo>
                  <a:pt x="5" y="7"/>
                </a:lnTo>
                <a:lnTo>
                  <a:pt x="4" y="7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1" y="4"/>
                </a:lnTo>
                <a:lnTo>
                  <a:pt x="2" y="4"/>
                </a:lnTo>
                <a:lnTo>
                  <a:pt x="3" y="4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6" y="3"/>
                </a:lnTo>
                <a:lnTo>
                  <a:pt x="7" y="3"/>
                </a:lnTo>
                <a:lnTo>
                  <a:pt x="8" y="3"/>
                </a:lnTo>
                <a:lnTo>
                  <a:pt x="9" y="3"/>
                </a:lnTo>
                <a:lnTo>
                  <a:pt x="9" y="2"/>
                </a:lnTo>
                <a:lnTo>
                  <a:pt x="10" y="1"/>
                </a:lnTo>
                <a:lnTo>
                  <a:pt x="11" y="0"/>
                </a:lnTo>
                <a:lnTo>
                  <a:pt x="13" y="0"/>
                </a:lnTo>
                <a:lnTo>
                  <a:pt x="13" y="1"/>
                </a:lnTo>
                <a:lnTo>
                  <a:pt x="13" y="2"/>
                </a:lnTo>
                <a:lnTo>
                  <a:pt x="14" y="2"/>
                </a:lnTo>
                <a:lnTo>
                  <a:pt x="1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4" name=""/>
          <p:cNvSpPr/>
          <p:nvPr/>
        </p:nvSpPr>
        <p:spPr>
          <a:xfrm>
            <a:off x="2356920" y="40122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5" name=""/>
          <p:cNvSpPr/>
          <p:nvPr/>
        </p:nvSpPr>
        <p:spPr>
          <a:xfrm>
            <a:off x="2355480" y="40111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6" name=""/>
          <p:cNvSpPr/>
          <p:nvPr/>
        </p:nvSpPr>
        <p:spPr>
          <a:xfrm>
            <a:off x="2350440" y="40078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0"/>
                </a:move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7" name=""/>
          <p:cNvSpPr/>
          <p:nvPr/>
        </p:nvSpPr>
        <p:spPr>
          <a:xfrm>
            <a:off x="2351520" y="400788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8" name=""/>
          <p:cNvSpPr/>
          <p:nvPr/>
        </p:nvSpPr>
        <p:spPr>
          <a:xfrm>
            <a:off x="2356200" y="40064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2" y="4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9" name=""/>
          <p:cNvSpPr/>
          <p:nvPr/>
        </p:nvSpPr>
        <p:spPr>
          <a:xfrm>
            <a:off x="2357640" y="40363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0" name=""/>
          <p:cNvSpPr/>
          <p:nvPr/>
        </p:nvSpPr>
        <p:spPr>
          <a:xfrm>
            <a:off x="2358720" y="40363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1" name=""/>
          <p:cNvSpPr/>
          <p:nvPr/>
        </p:nvSpPr>
        <p:spPr>
          <a:xfrm>
            <a:off x="2356560" y="403488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6" y="0"/>
                </a:moveTo>
                <a:lnTo>
                  <a:pt x="6" y="1"/>
                </a:lnTo>
                <a:lnTo>
                  <a:pt x="5" y="1"/>
                </a:lnTo>
                <a:lnTo>
                  <a:pt x="6" y="3"/>
                </a:ln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0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2" name=""/>
          <p:cNvSpPr/>
          <p:nvPr/>
        </p:nvSpPr>
        <p:spPr>
          <a:xfrm>
            <a:off x="2358000" y="4032360"/>
            <a:ext cx="3600" cy="4680"/>
          </a:xfrm>
          <a:custGeom>
            <a:avLst/>
            <a:gdLst/>
            <a:ahLst/>
            <a:rect l="0" t="0" r="r" b="b"/>
            <a:pathLst>
              <a:path w="10" h="13">
                <a:moveTo>
                  <a:pt x="4" y="0"/>
                </a:moveTo>
                <a:lnTo>
                  <a:pt x="5" y="2"/>
                </a:lnTo>
                <a:lnTo>
                  <a:pt x="6" y="2"/>
                </a:lnTo>
                <a:lnTo>
                  <a:pt x="8" y="2"/>
                </a:lnTo>
                <a:lnTo>
                  <a:pt x="9" y="2"/>
                </a:lnTo>
                <a:lnTo>
                  <a:pt x="9" y="0"/>
                </a:lnTo>
                <a:lnTo>
                  <a:pt x="9" y="2"/>
                </a:lnTo>
                <a:lnTo>
                  <a:pt x="9" y="3"/>
                </a:lnTo>
                <a:lnTo>
                  <a:pt x="9" y="4"/>
                </a:lnTo>
                <a:lnTo>
                  <a:pt x="10" y="4"/>
                </a:lnTo>
                <a:lnTo>
                  <a:pt x="9" y="4"/>
                </a:lnTo>
                <a:lnTo>
                  <a:pt x="8" y="4"/>
                </a:lnTo>
                <a:lnTo>
                  <a:pt x="6" y="4"/>
                </a:lnTo>
                <a:lnTo>
                  <a:pt x="8" y="5"/>
                </a:lnTo>
                <a:lnTo>
                  <a:pt x="9" y="5"/>
                </a:lnTo>
                <a:lnTo>
                  <a:pt x="10" y="5"/>
                </a:lnTo>
                <a:lnTo>
                  <a:pt x="10" y="6"/>
                </a:lnTo>
                <a:lnTo>
                  <a:pt x="9" y="6"/>
                </a:lnTo>
                <a:lnTo>
                  <a:pt x="9" y="7"/>
                </a:lnTo>
                <a:lnTo>
                  <a:pt x="10" y="7"/>
                </a:lnTo>
                <a:lnTo>
                  <a:pt x="10" y="8"/>
                </a:lnTo>
                <a:lnTo>
                  <a:pt x="9" y="8"/>
                </a:lnTo>
                <a:lnTo>
                  <a:pt x="8" y="9"/>
                </a:lnTo>
                <a:lnTo>
                  <a:pt x="6" y="9"/>
                </a:lnTo>
                <a:lnTo>
                  <a:pt x="6" y="10"/>
                </a:lnTo>
                <a:lnTo>
                  <a:pt x="6" y="11"/>
                </a:lnTo>
                <a:lnTo>
                  <a:pt x="8" y="12"/>
                </a:lnTo>
                <a:lnTo>
                  <a:pt x="8" y="13"/>
                </a:lnTo>
                <a:lnTo>
                  <a:pt x="6" y="13"/>
                </a:lnTo>
                <a:lnTo>
                  <a:pt x="5" y="13"/>
                </a:lnTo>
                <a:lnTo>
                  <a:pt x="4" y="12"/>
                </a:lnTo>
                <a:lnTo>
                  <a:pt x="4" y="11"/>
                </a:lnTo>
                <a:lnTo>
                  <a:pt x="3" y="10"/>
                </a:lnTo>
                <a:lnTo>
                  <a:pt x="4" y="10"/>
                </a:lnTo>
                <a:lnTo>
                  <a:pt x="4" y="9"/>
                </a:lnTo>
                <a:lnTo>
                  <a:pt x="4" y="8"/>
                </a:lnTo>
                <a:lnTo>
                  <a:pt x="4" y="7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0" y="3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3" name=""/>
          <p:cNvSpPr/>
          <p:nvPr/>
        </p:nvSpPr>
        <p:spPr>
          <a:xfrm>
            <a:off x="2361960" y="40323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1"/>
                </a:moveTo>
                <a:lnTo>
                  <a:pt x="0" y="0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4" name=""/>
          <p:cNvSpPr/>
          <p:nvPr/>
        </p:nvSpPr>
        <p:spPr>
          <a:xfrm>
            <a:off x="2361600" y="40320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5" name=""/>
          <p:cNvSpPr/>
          <p:nvPr/>
        </p:nvSpPr>
        <p:spPr>
          <a:xfrm>
            <a:off x="2361600" y="40316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6" name=""/>
          <p:cNvSpPr/>
          <p:nvPr/>
        </p:nvSpPr>
        <p:spPr>
          <a:xfrm>
            <a:off x="2359080" y="402948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5" y="3"/>
                </a:moveTo>
                <a:lnTo>
                  <a:pt x="7" y="3"/>
                </a:lnTo>
                <a:lnTo>
                  <a:pt x="5" y="3"/>
                </a:lnTo>
                <a:lnTo>
                  <a:pt x="4" y="3"/>
                </a:lnTo>
                <a:lnTo>
                  <a:pt x="3" y="4"/>
                </a:lnTo>
                <a:lnTo>
                  <a:pt x="3" y="5"/>
                </a:lnTo>
                <a:lnTo>
                  <a:pt x="3" y="7"/>
                </a:lnTo>
                <a:lnTo>
                  <a:pt x="2" y="7"/>
                </a:lnTo>
                <a:lnTo>
                  <a:pt x="2" y="5"/>
                </a:lnTo>
                <a:lnTo>
                  <a:pt x="0" y="5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3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4" y="1"/>
                </a:ln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7" name=""/>
          <p:cNvSpPr/>
          <p:nvPr/>
        </p:nvSpPr>
        <p:spPr>
          <a:xfrm>
            <a:off x="2360880" y="40291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8" name=""/>
          <p:cNvSpPr/>
          <p:nvPr/>
        </p:nvSpPr>
        <p:spPr>
          <a:xfrm>
            <a:off x="2371680" y="40251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4"/>
                </a:moveTo>
                <a:lnTo>
                  <a:pt x="0" y="2"/>
                </a:lnTo>
                <a:lnTo>
                  <a:pt x="2" y="0"/>
                </a:lnTo>
                <a:lnTo>
                  <a:pt x="3" y="2"/>
                </a:ln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9" name=""/>
          <p:cNvSpPr/>
          <p:nvPr/>
        </p:nvSpPr>
        <p:spPr>
          <a:xfrm>
            <a:off x="2370600" y="4024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0" name=""/>
          <p:cNvSpPr/>
          <p:nvPr/>
        </p:nvSpPr>
        <p:spPr>
          <a:xfrm>
            <a:off x="2369160" y="40230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0"/>
                </a:moveTo>
                <a:lnTo>
                  <a:pt x="2" y="0"/>
                </a:lnTo>
                <a:lnTo>
                  <a:pt x="2" y="1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1" name=""/>
          <p:cNvSpPr/>
          <p:nvPr/>
        </p:nvSpPr>
        <p:spPr>
          <a:xfrm>
            <a:off x="2369880" y="40230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0"/>
                </a:moveTo>
                <a:lnTo>
                  <a:pt x="1" y="1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2" name=""/>
          <p:cNvSpPr/>
          <p:nvPr/>
        </p:nvSpPr>
        <p:spPr>
          <a:xfrm>
            <a:off x="2367720" y="402264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4" y="5"/>
                </a:lnTo>
                <a:lnTo>
                  <a:pt x="2" y="5"/>
                </a:lnTo>
                <a:lnTo>
                  <a:pt x="2" y="3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3" name=""/>
          <p:cNvSpPr/>
          <p:nvPr/>
        </p:nvSpPr>
        <p:spPr>
          <a:xfrm>
            <a:off x="2366280" y="40230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4" name=""/>
          <p:cNvSpPr/>
          <p:nvPr/>
        </p:nvSpPr>
        <p:spPr>
          <a:xfrm>
            <a:off x="2362680" y="40219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0" y="0"/>
                </a:lnTo>
                <a:lnTo>
                  <a:pt x="1" y="2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5" name=""/>
          <p:cNvSpPr/>
          <p:nvPr/>
        </p:nvSpPr>
        <p:spPr>
          <a:xfrm>
            <a:off x="2357640" y="402228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6" name=""/>
          <p:cNvSpPr/>
          <p:nvPr/>
        </p:nvSpPr>
        <p:spPr>
          <a:xfrm>
            <a:off x="2364120" y="4021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7" name=""/>
          <p:cNvSpPr/>
          <p:nvPr/>
        </p:nvSpPr>
        <p:spPr>
          <a:xfrm>
            <a:off x="2356200" y="4020480"/>
            <a:ext cx="5040" cy="2160"/>
          </a:xfrm>
          <a:custGeom>
            <a:avLst/>
            <a:gdLst/>
            <a:ahLst/>
            <a:rect l="0" t="0" r="r" b="b"/>
            <a:pathLst>
              <a:path w="14" h="6">
                <a:moveTo>
                  <a:pt x="14" y="4"/>
                </a:moveTo>
                <a:lnTo>
                  <a:pt x="13" y="5"/>
                </a:lnTo>
                <a:lnTo>
                  <a:pt x="13" y="6"/>
                </a:lnTo>
                <a:lnTo>
                  <a:pt x="12" y="6"/>
                </a:lnTo>
                <a:lnTo>
                  <a:pt x="12" y="5"/>
                </a:lnTo>
                <a:lnTo>
                  <a:pt x="12" y="4"/>
                </a:lnTo>
                <a:lnTo>
                  <a:pt x="11" y="4"/>
                </a:lnTo>
                <a:lnTo>
                  <a:pt x="11" y="5"/>
                </a:lnTo>
                <a:lnTo>
                  <a:pt x="11" y="4"/>
                </a:lnTo>
                <a:lnTo>
                  <a:pt x="11" y="5"/>
                </a:lnTo>
                <a:lnTo>
                  <a:pt x="10" y="5"/>
                </a:lnTo>
                <a:lnTo>
                  <a:pt x="11" y="5"/>
                </a:lnTo>
                <a:lnTo>
                  <a:pt x="10" y="5"/>
                </a:lnTo>
                <a:lnTo>
                  <a:pt x="8" y="5"/>
                </a:lnTo>
                <a:lnTo>
                  <a:pt x="7" y="5"/>
                </a:lnTo>
                <a:lnTo>
                  <a:pt x="6" y="5"/>
                </a:lnTo>
                <a:lnTo>
                  <a:pt x="5" y="5"/>
                </a:lnTo>
                <a:lnTo>
                  <a:pt x="4" y="4"/>
                </a:ln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3" y="5"/>
                </a:lnTo>
                <a:lnTo>
                  <a:pt x="1" y="6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5" y="4"/>
                </a:lnTo>
                <a:lnTo>
                  <a:pt x="5" y="3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11" y="0"/>
                </a:lnTo>
                <a:lnTo>
                  <a:pt x="12" y="0"/>
                </a:lnTo>
                <a:lnTo>
                  <a:pt x="13" y="0"/>
                </a:lnTo>
                <a:lnTo>
                  <a:pt x="13" y="1"/>
                </a:lnTo>
                <a:lnTo>
                  <a:pt x="13" y="3"/>
                </a:lnTo>
                <a:lnTo>
                  <a:pt x="14" y="3"/>
                </a:lnTo>
                <a:lnTo>
                  <a:pt x="1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8" name=""/>
          <p:cNvSpPr/>
          <p:nvPr/>
        </p:nvSpPr>
        <p:spPr>
          <a:xfrm>
            <a:off x="2358720" y="40201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9" name=""/>
          <p:cNvSpPr/>
          <p:nvPr/>
        </p:nvSpPr>
        <p:spPr>
          <a:xfrm>
            <a:off x="2362320" y="4015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0" name=""/>
          <p:cNvSpPr/>
          <p:nvPr/>
        </p:nvSpPr>
        <p:spPr>
          <a:xfrm>
            <a:off x="2361960" y="40143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3"/>
                </a:moveTo>
                <a:lnTo>
                  <a:pt x="4" y="3"/>
                </a:lnTo>
                <a:lnTo>
                  <a:pt x="3" y="4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1" name=""/>
          <p:cNvSpPr/>
          <p:nvPr/>
        </p:nvSpPr>
        <p:spPr>
          <a:xfrm>
            <a:off x="2356200" y="4012920"/>
            <a:ext cx="5760" cy="2880"/>
          </a:xfrm>
          <a:custGeom>
            <a:avLst/>
            <a:gdLst/>
            <a:ahLst/>
            <a:rect l="0" t="0" r="r" b="b"/>
            <a:pathLst>
              <a:path w="16" h="8">
                <a:moveTo>
                  <a:pt x="9" y="1"/>
                </a:moveTo>
                <a:lnTo>
                  <a:pt x="8" y="2"/>
                </a:lnTo>
                <a:lnTo>
                  <a:pt x="9" y="2"/>
                </a:lnTo>
                <a:lnTo>
                  <a:pt x="9" y="3"/>
                </a:lnTo>
                <a:lnTo>
                  <a:pt x="10" y="3"/>
                </a:lnTo>
                <a:lnTo>
                  <a:pt x="11" y="3"/>
                </a:lnTo>
                <a:lnTo>
                  <a:pt x="12" y="3"/>
                </a:lnTo>
                <a:lnTo>
                  <a:pt x="13" y="3"/>
                </a:lnTo>
                <a:lnTo>
                  <a:pt x="15" y="5"/>
                </a:lnTo>
                <a:lnTo>
                  <a:pt x="13" y="6"/>
                </a:lnTo>
                <a:lnTo>
                  <a:pt x="15" y="7"/>
                </a:lnTo>
                <a:lnTo>
                  <a:pt x="16" y="8"/>
                </a:lnTo>
                <a:lnTo>
                  <a:pt x="15" y="8"/>
                </a:lnTo>
                <a:lnTo>
                  <a:pt x="13" y="8"/>
                </a:lnTo>
                <a:lnTo>
                  <a:pt x="12" y="8"/>
                </a:lnTo>
                <a:lnTo>
                  <a:pt x="12" y="7"/>
                </a:lnTo>
                <a:lnTo>
                  <a:pt x="11" y="7"/>
                </a:lnTo>
                <a:lnTo>
                  <a:pt x="11" y="6"/>
                </a:lnTo>
                <a:lnTo>
                  <a:pt x="9" y="7"/>
                </a:lnTo>
                <a:lnTo>
                  <a:pt x="8" y="7"/>
                </a:lnTo>
                <a:lnTo>
                  <a:pt x="8" y="6"/>
                </a:lnTo>
                <a:lnTo>
                  <a:pt x="7" y="6"/>
                </a:lnTo>
                <a:lnTo>
                  <a:pt x="6" y="6"/>
                </a:lnTo>
                <a:lnTo>
                  <a:pt x="7" y="6"/>
                </a:lnTo>
                <a:lnTo>
                  <a:pt x="7" y="7"/>
                </a:lnTo>
                <a:lnTo>
                  <a:pt x="6" y="7"/>
                </a:lnTo>
                <a:lnTo>
                  <a:pt x="6" y="8"/>
                </a:lnTo>
                <a:lnTo>
                  <a:pt x="5" y="8"/>
                </a:lnTo>
                <a:lnTo>
                  <a:pt x="4" y="8"/>
                </a:lnTo>
                <a:lnTo>
                  <a:pt x="3" y="8"/>
                </a:lnTo>
                <a:lnTo>
                  <a:pt x="3" y="7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0" y="3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8" y="1"/>
                </a:lnTo>
                <a:lnTo>
                  <a:pt x="9" y="1"/>
                </a:lnTo>
                <a:lnTo>
                  <a:pt x="9" y="0"/>
                </a:lnTo>
                <a:lnTo>
                  <a:pt x="9" y="1"/>
                </a:lnTo>
                <a:lnTo>
                  <a:pt x="10" y="1"/>
                </a:lnTo>
                <a:lnTo>
                  <a:pt x="9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2" name=""/>
          <p:cNvSpPr/>
          <p:nvPr/>
        </p:nvSpPr>
        <p:spPr>
          <a:xfrm>
            <a:off x="2357640" y="401112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1" y="3"/>
                </a:move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3" name=""/>
          <p:cNvSpPr/>
          <p:nvPr/>
        </p:nvSpPr>
        <p:spPr>
          <a:xfrm>
            <a:off x="2358720" y="40086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4" name=""/>
          <p:cNvSpPr/>
          <p:nvPr/>
        </p:nvSpPr>
        <p:spPr>
          <a:xfrm>
            <a:off x="2357640" y="40086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5" name=""/>
          <p:cNvSpPr/>
          <p:nvPr/>
        </p:nvSpPr>
        <p:spPr>
          <a:xfrm>
            <a:off x="2360880" y="4007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6" name=""/>
          <p:cNvSpPr/>
          <p:nvPr/>
        </p:nvSpPr>
        <p:spPr>
          <a:xfrm>
            <a:off x="2363760" y="40068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7" name=""/>
          <p:cNvSpPr/>
          <p:nvPr/>
        </p:nvSpPr>
        <p:spPr>
          <a:xfrm>
            <a:off x="2364840" y="400572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1"/>
                </a:move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4" y="4"/>
                </a:lnTo>
                <a:lnTo>
                  <a:pt x="2" y="4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8" name=""/>
          <p:cNvSpPr/>
          <p:nvPr/>
        </p:nvSpPr>
        <p:spPr>
          <a:xfrm>
            <a:off x="2364120" y="40057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9" name=""/>
          <p:cNvSpPr/>
          <p:nvPr/>
        </p:nvSpPr>
        <p:spPr>
          <a:xfrm>
            <a:off x="2360520" y="400536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2"/>
                </a:move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0" name=""/>
          <p:cNvSpPr/>
          <p:nvPr/>
        </p:nvSpPr>
        <p:spPr>
          <a:xfrm>
            <a:off x="2371680" y="400392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4" y="0"/>
                </a:move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5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1" name=""/>
          <p:cNvSpPr/>
          <p:nvPr/>
        </p:nvSpPr>
        <p:spPr>
          <a:xfrm>
            <a:off x="2360880" y="4003200"/>
            <a:ext cx="4320" cy="2520"/>
          </a:xfrm>
          <a:custGeom>
            <a:avLst/>
            <a:gdLst/>
            <a:ahLst/>
            <a:rect l="0" t="0" r="r" b="b"/>
            <a:pathLst>
              <a:path w="12" h="7">
                <a:moveTo>
                  <a:pt x="9" y="3"/>
                </a:moveTo>
                <a:lnTo>
                  <a:pt x="9" y="4"/>
                </a:lnTo>
                <a:lnTo>
                  <a:pt x="10" y="4"/>
                </a:lnTo>
                <a:lnTo>
                  <a:pt x="11" y="3"/>
                </a:lnTo>
                <a:lnTo>
                  <a:pt x="11" y="4"/>
                </a:lnTo>
                <a:lnTo>
                  <a:pt x="10" y="4"/>
                </a:lnTo>
                <a:lnTo>
                  <a:pt x="11" y="4"/>
                </a:lnTo>
                <a:lnTo>
                  <a:pt x="11" y="5"/>
                </a:lnTo>
                <a:lnTo>
                  <a:pt x="12" y="5"/>
                </a:lnTo>
                <a:lnTo>
                  <a:pt x="11" y="6"/>
                </a:lnTo>
                <a:lnTo>
                  <a:pt x="11" y="5"/>
                </a:lnTo>
                <a:lnTo>
                  <a:pt x="10" y="5"/>
                </a:lnTo>
                <a:lnTo>
                  <a:pt x="9" y="5"/>
                </a:lnTo>
                <a:lnTo>
                  <a:pt x="8" y="5"/>
                </a:lnTo>
                <a:lnTo>
                  <a:pt x="6" y="6"/>
                </a:lnTo>
                <a:lnTo>
                  <a:pt x="6" y="5"/>
                </a:ln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1" y="7"/>
                </a:lnTo>
                <a:lnTo>
                  <a:pt x="0" y="6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3"/>
                </a:lnTo>
                <a:lnTo>
                  <a:pt x="4" y="4"/>
                </a:lnTo>
                <a:lnTo>
                  <a:pt x="5" y="4"/>
                </a:lnTo>
                <a:lnTo>
                  <a:pt x="8" y="4"/>
                </a:lnTo>
                <a:lnTo>
                  <a:pt x="9" y="4"/>
                </a:lnTo>
                <a:lnTo>
                  <a:pt x="9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2" name=""/>
          <p:cNvSpPr/>
          <p:nvPr/>
        </p:nvSpPr>
        <p:spPr>
          <a:xfrm>
            <a:off x="2373480" y="40035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1"/>
                </a:moveTo>
                <a:lnTo>
                  <a:pt x="3" y="3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3" name=""/>
          <p:cNvSpPr/>
          <p:nvPr/>
        </p:nvSpPr>
        <p:spPr>
          <a:xfrm>
            <a:off x="2361960" y="40028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4" name=""/>
          <p:cNvSpPr/>
          <p:nvPr/>
        </p:nvSpPr>
        <p:spPr>
          <a:xfrm>
            <a:off x="2359800" y="40024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5" name=""/>
          <p:cNvSpPr/>
          <p:nvPr/>
        </p:nvSpPr>
        <p:spPr>
          <a:xfrm>
            <a:off x="2372400" y="4001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4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6" name=""/>
          <p:cNvSpPr/>
          <p:nvPr/>
        </p:nvSpPr>
        <p:spPr>
          <a:xfrm>
            <a:off x="2372040" y="40014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7" name=""/>
          <p:cNvSpPr/>
          <p:nvPr/>
        </p:nvSpPr>
        <p:spPr>
          <a:xfrm>
            <a:off x="2367000" y="40003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3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3" y="2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8" name=""/>
          <p:cNvSpPr/>
          <p:nvPr/>
        </p:nvSpPr>
        <p:spPr>
          <a:xfrm>
            <a:off x="2368080" y="39999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9" name=""/>
          <p:cNvSpPr/>
          <p:nvPr/>
        </p:nvSpPr>
        <p:spPr>
          <a:xfrm>
            <a:off x="2368800" y="3998880"/>
            <a:ext cx="2160" cy="1080"/>
          </a:xfrm>
          <a:custGeom>
            <a:avLst/>
            <a:gdLst/>
            <a:ahLst/>
            <a:rect l="0" t="0" r="r" b="b"/>
            <a:pathLst>
              <a:path w="6" h="3">
                <a:moveTo>
                  <a:pt x="6" y="2"/>
                </a:move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0" name=""/>
          <p:cNvSpPr/>
          <p:nvPr/>
        </p:nvSpPr>
        <p:spPr>
          <a:xfrm>
            <a:off x="2116440" y="3859200"/>
            <a:ext cx="154800" cy="194040"/>
          </a:xfrm>
          <a:custGeom>
            <a:avLst/>
            <a:gdLst/>
            <a:ahLst/>
            <a:rect l="0" t="0" r="r" b="b"/>
            <a:pathLst>
              <a:path w="430" h="539">
                <a:moveTo>
                  <a:pt x="377" y="224"/>
                </a:moveTo>
                <a:lnTo>
                  <a:pt x="378" y="224"/>
                </a:lnTo>
                <a:lnTo>
                  <a:pt x="378" y="223"/>
                </a:lnTo>
                <a:lnTo>
                  <a:pt x="377" y="222"/>
                </a:lnTo>
                <a:lnTo>
                  <a:pt x="376" y="221"/>
                </a:lnTo>
                <a:lnTo>
                  <a:pt x="375" y="220"/>
                </a:lnTo>
                <a:lnTo>
                  <a:pt x="375" y="219"/>
                </a:lnTo>
                <a:lnTo>
                  <a:pt x="374" y="219"/>
                </a:lnTo>
                <a:lnTo>
                  <a:pt x="373" y="219"/>
                </a:lnTo>
                <a:lnTo>
                  <a:pt x="371" y="220"/>
                </a:lnTo>
                <a:lnTo>
                  <a:pt x="370" y="220"/>
                </a:lnTo>
                <a:lnTo>
                  <a:pt x="369" y="220"/>
                </a:lnTo>
                <a:lnTo>
                  <a:pt x="369" y="219"/>
                </a:lnTo>
                <a:lnTo>
                  <a:pt x="369" y="218"/>
                </a:lnTo>
                <a:lnTo>
                  <a:pt x="369" y="217"/>
                </a:lnTo>
                <a:lnTo>
                  <a:pt x="367" y="216"/>
                </a:lnTo>
                <a:lnTo>
                  <a:pt x="366" y="215"/>
                </a:lnTo>
                <a:lnTo>
                  <a:pt x="366" y="214"/>
                </a:lnTo>
                <a:lnTo>
                  <a:pt x="364" y="214"/>
                </a:lnTo>
                <a:lnTo>
                  <a:pt x="364" y="215"/>
                </a:lnTo>
                <a:lnTo>
                  <a:pt x="363" y="215"/>
                </a:lnTo>
                <a:lnTo>
                  <a:pt x="362" y="215"/>
                </a:lnTo>
                <a:lnTo>
                  <a:pt x="361" y="215"/>
                </a:lnTo>
                <a:lnTo>
                  <a:pt x="362" y="214"/>
                </a:lnTo>
                <a:lnTo>
                  <a:pt x="362" y="212"/>
                </a:lnTo>
                <a:lnTo>
                  <a:pt x="363" y="212"/>
                </a:lnTo>
                <a:lnTo>
                  <a:pt x="362" y="211"/>
                </a:lnTo>
                <a:lnTo>
                  <a:pt x="361" y="211"/>
                </a:lnTo>
                <a:lnTo>
                  <a:pt x="361" y="212"/>
                </a:lnTo>
                <a:lnTo>
                  <a:pt x="360" y="212"/>
                </a:lnTo>
                <a:lnTo>
                  <a:pt x="359" y="213"/>
                </a:lnTo>
                <a:lnTo>
                  <a:pt x="358" y="213"/>
                </a:lnTo>
                <a:lnTo>
                  <a:pt x="356" y="213"/>
                </a:lnTo>
                <a:lnTo>
                  <a:pt x="355" y="212"/>
                </a:lnTo>
                <a:lnTo>
                  <a:pt x="355" y="211"/>
                </a:lnTo>
                <a:lnTo>
                  <a:pt x="356" y="211"/>
                </a:lnTo>
                <a:lnTo>
                  <a:pt x="356" y="210"/>
                </a:lnTo>
                <a:lnTo>
                  <a:pt x="355" y="210"/>
                </a:lnTo>
                <a:lnTo>
                  <a:pt x="354" y="210"/>
                </a:lnTo>
                <a:lnTo>
                  <a:pt x="354" y="211"/>
                </a:lnTo>
                <a:lnTo>
                  <a:pt x="354" y="212"/>
                </a:lnTo>
                <a:lnTo>
                  <a:pt x="353" y="212"/>
                </a:lnTo>
                <a:lnTo>
                  <a:pt x="352" y="212"/>
                </a:lnTo>
                <a:lnTo>
                  <a:pt x="351" y="211"/>
                </a:lnTo>
                <a:lnTo>
                  <a:pt x="351" y="210"/>
                </a:lnTo>
                <a:lnTo>
                  <a:pt x="350" y="210"/>
                </a:lnTo>
                <a:lnTo>
                  <a:pt x="349" y="210"/>
                </a:lnTo>
                <a:lnTo>
                  <a:pt x="350" y="210"/>
                </a:lnTo>
                <a:lnTo>
                  <a:pt x="349" y="210"/>
                </a:lnTo>
                <a:lnTo>
                  <a:pt x="348" y="210"/>
                </a:lnTo>
                <a:lnTo>
                  <a:pt x="348" y="211"/>
                </a:lnTo>
                <a:lnTo>
                  <a:pt x="347" y="211"/>
                </a:lnTo>
                <a:lnTo>
                  <a:pt x="347" y="210"/>
                </a:lnTo>
                <a:lnTo>
                  <a:pt x="347" y="209"/>
                </a:lnTo>
                <a:lnTo>
                  <a:pt x="346" y="209"/>
                </a:lnTo>
                <a:lnTo>
                  <a:pt x="345" y="209"/>
                </a:lnTo>
                <a:lnTo>
                  <a:pt x="344" y="210"/>
                </a:lnTo>
                <a:lnTo>
                  <a:pt x="345" y="210"/>
                </a:lnTo>
                <a:lnTo>
                  <a:pt x="345" y="211"/>
                </a:lnTo>
                <a:lnTo>
                  <a:pt x="344" y="211"/>
                </a:lnTo>
                <a:lnTo>
                  <a:pt x="343" y="211"/>
                </a:lnTo>
                <a:lnTo>
                  <a:pt x="341" y="211"/>
                </a:lnTo>
                <a:lnTo>
                  <a:pt x="340" y="210"/>
                </a:lnTo>
                <a:lnTo>
                  <a:pt x="339" y="210"/>
                </a:lnTo>
                <a:lnTo>
                  <a:pt x="339" y="211"/>
                </a:lnTo>
                <a:lnTo>
                  <a:pt x="338" y="212"/>
                </a:lnTo>
                <a:lnTo>
                  <a:pt x="337" y="212"/>
                </a:lnTo>
                <a:lnTo>
                  <a:pt x="337" y="211"/>
                </a:lnTo>
                <a:lnTo>
                  <a:pt x="336" y="211"/>
                </a:lnTo>
                <a:lnTo>
                  <a:pt x="336" y="210"/>
                </a:lnTo>
                <a:lnTo>
                  <a:pt x="335" y="210"/>
                </a:lnTo>
                <a:lnTo>
                  <a:pt x="334" y="210"/>
                </a:lnTo>
                <a:lnTo>
                  <a:pt x="333" y="210"/>
                </a:lnTo>
                <a:lnTo>
                  <a:pt x="333" y="211"/>
                </a:lnTo>
                <a:lnTo>
                  <a:pt x="332" y="211"/>
                </a:lnTo>
                <a:lnTo>
                  <a:pt x="331" y="214"/>
                </a:lnTo>
                <a:lnTo>
                  <a:pt x="332" y="215"/>
                </a:lnTo>
                <a:lnTo>
                  <a:pt x="333" y="215"/>
                </a:lnTo>
                <a:lnTo>
                  <a:pt x="334" y="215"/>
                </a:lnTo>
                <a:lnTo>
                  <a:pt x="334" y="216"/>
                </a:lnTo>
                <a:lnTo>
                  <a:pt x="335" y="216"/>
                </a:lnTo>
                <a:lnTo>
                  <a:pt x="335" y="217"/>
                </a:lnTo>
                <a:lnTo>
                  <a:pt x="335" y="218"/>
                </a:lnTo>
                <a:lnTo>
                  <a:pt x="336" y="218"/>
                </a:lnTo>
                <a:lnTo>
                  <a:pt x="336" y="219"/>
                </a:lnTo>
                <a:lnTo>
                  <a:pt x="336" y="220"/>
                </a:lnTo>
                <a:lnTo>
                  <a:pt x="335" y="220"/>
                </a:lnTo>
                <a:lnTo>
                  <a:pt x="334" y="220"/>
                </a:lnTo>
                <a:lnTo>
                  <a:pt x="334" y="222"/>
                </a:lnTo>
                <a:lnTo>
                  <a:pt x="334" y="223"/>
                </a:lnTo>
                <a:lnTo>
                  <a:pt x="336" y="223"/>
                </a:lnTo>
                <a:lnTo>
                  <a:pt x="337" y="224"/>
                </a:lnTo>
                <a:lnTo>
                  <a:pt x="338" y="223"/>
                </a:lnTo>
                <a:lnTo>
                  <a:pt x="339" y="223"/>
                </a:lnTo>
                <a:lnTo>
                  <a:pt x="340" y="223"/>
                </a:lnTo>
                <a:lnTo>
                  <a:pt x="341" y="223"/>
                </a:lnTo>
                <a:lnTo>
                  <a:pt x="343" y="223"/>
                </a:lnTo>
                <a:lnTo>
                  <a:pt x="344" y="223"/>
                </a:lnTo>
                <a:lnTo>
                  <a:pt x="344" y="224"/>
                </a:lnTo>
                <a:lnTo>
                  <a:pt x="344" y="225"/>
                </a:lnTo>
                <a:lnTo>
                  <a:pt x="344" y="226"/>
                </a:lnTo>
                <a:lnTo>
                  <a:pt x="343" y="227"/>
                </a:lnTo>
                <a:lnTo>
                  <a:pt x="343" y="228"/>
                </a:lnTo>
                <a:lnTo>
                  <a:pt x="344" y="228"/>
                </a:lnTo>
                <a:lnTo>
                  <a:pt x="344" y="229"/>
                </a:lnTo>
                <a:lnTo>
                  <a:pt x="343" y="230"/>
                </a:lnTo>
                <a:lnTo>
                  <a:pt x="343" y="231"/>
                </a:lnTo>
                <a:lnTo>
                  <a:pt x="343" y="232"/>
                </a:lnTo>
                <a:lnTo>
                  <a:pt x="344" y="232"/>
                </a:lnTo>
                <a:lnTo>
                  <a:pt x="345" y="232"/>
                </a:lnTo>
                <a:lnTo>
                  <a:pt x="345" y="233"/>
                </a:lnTo>
                <a:lnTo>
                  <a:pt x="345" y="234"/>
                </a:lnTo>
                <a:lnTo>
                  <a:pt x="344" y="234"/>
                </a:lnTo>
                <a:lnTo>
                  <a:pt x="344" y="235"/>
                </a:lnTo>
                <a:lnTo>
                  <a:pt x="344" y="236"/>
                </a:lnTo>
                <a:lnTo>
                  <a:pt x="345" y="237"/>
                </a:lnTo>
                <a:lnTo>
                  <a:pt x="345" y="238"/>
                </a:lnTo>
                <a:lnTo>
                  <a:pt x="344" y="238"/>
                </a:lnTo>
                <a:lnTo>
                  <a:pt x="343" y="238"/>
                </a:lnTo>
                <a:lnTo>
                  <a:pt x="343" y="239"/>
                </a:lnTo>
                <a:lnTo>
                  <a:pt x="341" y="239"/>
                </a:lnTo>
                <a:lnTo>
                  <a:pt x="341" y="240"/>
                </a:lnTo>
                <a:lnTo>
                  <a:pt x="340" y="240"/>
                </a:lnTo>
                <a:lnTo>
                  <a:pt x="340" y="241"/>
                </a:lnTo>
                <a:lnTo>
                  <a:pt x="341" y="241"/>
                </a:lnTo>
                <a:lnTo>
                  <a:pt x="341" y="242"/>
                </a:lnTo>
                <a:lnTo>
                  <a:pt x="341" y="243"/>
                </a:lnTo>
                <a:lnTo>
                  <a:pt x="340" y="243"/>
                </a:lnTo>
                <a:lnTo>
                  <a:pt x="340" y="244"/>
                </a:lnTo>
                <a:lnTo>
                  <a:pt x="340" y="245"/>
                </a:lnTo>
                <a:lnTo>
                  <a:pt x="341" y="245"/>
                </a:lnTo>
                <a:lnTo>
                  <a:pt x="341" y="246"/>
                </a:lnTo>
                <a:lnTo>
                  <a:pt x="341" y="247"/>
                </a:lnTo>
                <a:lnTo>
                  <a:pt x="340" y="248"/>
                </a:lnTo>
                <a:lnTo>
                  <a:pt x="340" y="249"/>
                </a:lnTo>
                <a:lnTo>
                  <a:pt x="339" y="249"/>
                </a:lnTo>
                <a:lnTo>
                  <a:pt x="339" y="250"/>
                </a:lnTo>
                <a:lnTo>
                  <a:pt x="338" y="250"/>
                </a:lnTo>
                <a:lnTo>
                  <a:pt x="338" y="251"/>
                </a:lnTo>
                <a:lnTo>
                  <a:pt x="337" y="251"/>
                </a:lnTo>
                <a:lnTo>
                  <a:pt x="337" y="250"/>
                </a:lnTo>
                <a:lnTo>
                  <a:pt x="336" y="250"/>
                </a:lnTo>
                <a:lnTo>
                  <a:pt x="336" y="251"/>
                </a:lnTo>
                <a:lnTo>
                  <a:pt x="335" y="251"/>
                </a:lnTo>
                <a:lnTo>
                  <a:pt x="334" y="251"/>
                </a:lnTo>
                <a:lnTo>
                  <a:pt x="334" y="252"/>
                </a:lnTo>
                <a:lnTo>
                  <a:pt x="334" y="251"/>
                </a:lnTo>
                <a:lnTo>
                  <a:pt x="333" y="251"/>
                </a:lnTo>
                <a:lnTo>
                  <a:pt x="332" y="251"/>
                </a:lnTo>
                <a:lnTo>
                  <a:pt x="332" y="250"/>
                </a:lnTo>
                <a:lnTo>
                  <a:pt x="331" y="251"/>
                </a:lnTo>
                <a:lnTo>
                  <a:pt x="332" y="251"/>
                </a:lnTo>
                <a:lnTo>
                  <a:pt x="331" y="251"/>
                </a:lnTo>
                <a:lnTo>
                  <a:pt x="330" y="251"/>
                </a:lnTo>
                <a:lnTo>
                  <a:pt x="330" y="252"/>
                </a:lnTo>
                <a:lnTo>
                  <a:pt x="329" y="252"/>
                </a:lnTo>
                <a:lnTo>
                  <a:pt x="329" y="251"/>
                </a:lnTo>
                <a:lnTo>
                  <a:pt x="328" y="251"/>
                </a:lnTo>
                <a:lnTo>
                  <a:pt x="328" y="252"/>
                </a:lnTo>
                <a:lnTo>
                  <a:pt x="327" y="252"/>
                </a:lnTo>
                <a:lnTo>
                  <a:pt x="326" y="252"/>
                </a:lnTo>
                <a:lnTo>
                  <a:pt x="326" y="253"/>
                </a:lnTo>
                <a:lnTo>
                  <a:pt x="325" y="253"/>
                </a:lnTo>
                <a:lnTo>
                  <a:pt x="325" y="255"/>
                </a:lnTo>
                <a:lnTo>
                  <a:pt x="326" y="256"/>
                </a:lnTo>
                <a:lnTo>
                  <a:pt x="326" y="257"/>
                </a:lnTo>
                <a:lnTo>
                  <a:pt x="325" y="257"/>
                </a:lnTo>
                <a:lnTo>
                  <a:pt x="325" y="258"/>
                </a:lnTo>
                <a:lnTo>
                  <a:pt x="325" y="259"/>
                </a:lnTo>
                <a:lnTo>
                  <a:pt x="326" y="259"/>
                </a:lnTo>
                <a:lnTo>
                  <a:pt x="325" y="259"/>
                </a:lnTo>
                <a:lnTo>
                  <a:pt x="324" y="259"/>
                </a:lnTo>
                <a:lnTo>
                  <a:pt x="323" y="259"/>
                </a:lnTo>
                <a:lnTo>
                  <a:pt x="323" y="260"/>
                </a:lnTo>
                <a:lnTo>
                  <a:pt x="322" y="261"/>
                </a:lnTo>
                <a:lnTo>
                  <a:pt x="321" y="262"/>
                </a:lnTo>
                <a:lnTo>
                  <a:pt x="320" y="262"/>
                </a:lnTo>
                <a:lnTo>
                  <a:pt x="320" y="263"/>
                </a:lnTo>
                <a:lnTo>
                  <a:pt x="319" y="263"/>
                </a:lnTo>
                <a:lnTo>
                  <a:pt x="318" y="263"/>
                </a:lnTo>
                <a:lnTo>
                  <a:pt x="317" y="263"/>
                </a:lnTo>
                <a:lnTo>
                  <a:pt x="316" y="264"/>
                </a:lnTo>
                <a:lnTo>
                  <a:pt x="316" y="265"/>
                </a:lnTo>
                <a:lnTo>
                  <a:pt x="315" y="265"/>
                </a:lnTo>
                <a:lnTo>
                  <a:pt x="315" y="266"/>
                </a:lnTo>
                <a:lnTo>
                  <a:pt x="316" y="266"/>
                </a:lnTo>
                <a:lnTo>
                  <a:pt x="316" y="267"/>
                </a:lnTo>
                <a:lnTo>
                  <a:pt x="315" y="267"/>
                </a:lnTo>
                <a:lnTo>
                  <a:pt x="315" y="268"/>
                </a:lnTo>
                <a:lnTo>
                  <a:pt x="315" y="269"/>
                </a:lnTo>
                <a:lnTo>
                  <a:pt x="316" y="269"/>
                </a:lnTo>
                <a:lnTo>
                  <a:pt x="317" y="269"/>
                </a:lnTo>
                <a:lnTo>
                  <a:pt x="317" y="270"/>
                </a:lnTo>
                <a:lnTo>
                  <a:pt x="316" y="270"/>
                </a:lnTo>
                <a:lnTo>
                  <a:pt x="316" y="269"/>
                </a:lnTo>
                <a:lnTo>
                  <a:pt x="316" y="270"/>
                </a:lnTo>
                <a:lnTo>
                  <a:pt x="315" y="270"/>
                </a:lnTo>
                <a:lnTo>
                  <a:pt x="315" y="271"/>
                </a:lnTo>
                <a:lnTo>
                  <a:pt x="316" y="272"/>
                </a:lnTo>
                <a:lnTo>
                  <a:pt x="316" y="273"/>
                </a:lnTo>
                <a:lnTo>
                  <a:pt x="315" y="273"/>
                </a:lnTo>
                <a:lnTo>
                  <a:pt x="316" y="273"/>
                </a:lnTo>
                <a:lnTo>
                  <a:pt x="315" y="274"/>
                </a:lnTo>
                <a:lnTo>
                  <a:pt x="315" y="273"/>
                </a:lnTo>
                <a:lnTo>
                  <a:pt x="314" y="273"/>
                </a:lnTo>
                <a:lnTo>
                  <a:pt x="314" y="274"/>
                </a:lnTo>
                <a:lnTo>
                  <a:pt x="315" y="274"/>
                </a:lnTo>
                <a:lnTo>
                  <a:pt x="315" y="275"/>
                </a:lnTo>
                <a:lnTo>
                  <a:pt x="314" y="275"/>
                </a:lnTo>
                <a:lnTo>
                  <a:pt x="314" y="276"/>
                </a:lnTo>
                <a:lnTo>
                  <a:pt x="314" y="277"/>
                </a:lnTo>
                <a:lnTo>
                  <a:pt x="314" y="278"/>
                </a:lnTo>
                <a:lnTo>
                  <a:pt x="313" y="278"/>
                </a:lnTo>
                <a:lnTo>
                  <a:pt x="313" y="279"/>
                </a:lnTo>
                <a:lnTo>
                  <a:pt x="314" y="279"/>
                </a:lnTo>
                <a:lnTo>
                  <a:pt x="314" y="280"/>
                </a:lnTo>
                <a:lnTo>
                  <a:pt x="315" y="280"/>
                </a:lnTo>
                <a:lnTo>
                  <a:pt x="314" y="280"/>
                </a:lnTo>
                <a:lnTo>
                  <a:pt x="314" y="281"/>
                </a:lnTo>
                <a:lnTo>
                  <a:pt x="315" y="281"/>
                </a:lnTo>
                <a:lnTo>
                  <a:pt x="316" y="280"/>
                </a:lnTo>
                <a:lnTo>
                  <a:pt x="317" y="281"/>
                </a:lnTo>
                <a:lnTo>
                  <a:pt x="317" y="282"/>
                </a:lnTo>
                <a:lnTo>
                  <a:pt x="318" y="282"/>
                </a:lnTo>
                <a:lnTo>
                  <a:pt x="318" y="283"/>
                </a:lnTo>
                <a:lnTo>
                  <a:pt x="319" y="283"/>
                </a:lnTo>
                <a:lnTo>
                  <a:pt x="319" y="282"/>
                </a:lnTo>
                <a:lnTo>
                  <a:pt x="320" y="282"/>
                </a:lnTo>
                <a:lnTo>
                  <a:pt x="320" y="283"/>
                </a:lnTo>
                <a:lnTo>
                  <a:pt x="321" y="283"/>
                </a:lnTo>
                <a:lnTo>
                  <a:pt x="323" y="283"/>
                </a:lnTo>
                <a:lnTo>
                  <a:pt x="324" y="283"/>
                </a:lnTo>
                <a:lnTo>
                  <a:pt x="324" y="284"/>
                </a:lnTo>
                <a:lnTo>
                  <a:pt x="323" y="285"/>
                </a:lnTo>
                <a:lnTo>
                  <a:pt x="322" y="285"/>
                </a:lnTo>
                <a:lnTo>
                  <a:pt x="323" y="286"/>
                </a:lnTo>
                <a:lnTo>
                  <a:pt x="323" y="287"/>
                </a:lnTo>
                <a:lnTo>
                  <a:pt x="325" y="287"/>
                </a:lnTo>
                <a:lnTo>
                  <a:pt x="325" y="288"/>
                </a:lnTo>
                <a:lnTo>
                  <a:pt x="326" y="288"/>
                </a:lnTo>
                <a:lnTo>
                  <a:pt x="325" y="292"/>
                </a:lnTo>
                <a:lnTo>
                  <a:pt x="324" y="294"/>
                </a:lnTo>
                <a:lnTo>
                  <a:pt x="324" y="295"/>
                </a:lnTo>
                <a:lnTo>
                  <a:pt x="325" y="295"/>
                </a:lnTo>
                <a:lnTo>
                  <a:pt x="326" y="295"/>
                </a:lnTo>
                <a:lnTo>
                  <a:pt x="326" y="296"/>
                </a:lnTo>
                <a:lnTo>
                  <a:pt x="327" y="296"/>
                </a:lnTo>
                <a:lnTo>
                  <a:pt x="327" y="297"/>
                </a:lnTo>
                <a:lnTo>
                  <a:pt x="328" y="297"/>
                </a:lnTo>
                <a:lnTo>
                  <a:pt x="328" y="296"/>
                </a:lnTo>
                <a:lnTo>
                  <a:pt x="329" y="296"/>
                </a:lnTo>
                <a:lnTo>
                  <a:pt x="330" y="297"/>
                </a:lnTo>
                <a:lnTo>
                  <a:pt x="329" y="297"/>
                </a:lnTo>
                <a:lnTo>
                  <a:pt x="329" y="298"/>
                </a:lnTo>
                <a:lnTo>
                  <a:pt x="328" y="298"/>
                </a:lnTo>
                <a:lnTo>
                  <a:pt x="327" y="298"/>
                </a:lnTo>
                <a:lnTo>
                  <a:pt x="327" y="299"/>
                </a:lnTo>
                <a:lnTo>
                  <a:pt x="328" y="299"/>
                </a:lnTo>
                <a:lnTo>
                  <a:pt x="329" y="299"/>
                </a:lnTo>
                <a:lnTo>
                  <a:pt x="329" y="300"/>
                </a:lnTo>
                <a:lnTo>
                  <a:pt x="330" y="300"/>
                </a:lnTo>
                <a:lnTo>
                  <a:pt x="329" y="300"/>
                </a:lnTo>
                <a:lnTo>
                  <a:pt x="330" y="299"/>
                </a:lnTo>
                <a:lnTo>
                  <a:pt x="330" y="300"/>
                </a:lnTo>
                <a:lnTo>
                  <a:pt x="331" y="300"/>
                </a:lnTo>
                <a:lnTo>
                  <a:pt x="331" y="299"/>
                </a:lnTo>
                <a:lnTo>
                  <a:pt x="332" y="298"/>
                </a:lnTo>
                <a:lnTo>
                  <a:pt x="332" y="299"/>
                </a:lnTo>
                <a:lnTo>
                  <a:pt x="333" y="299"/>
                </a:lnTo>
                <a:lnTo>
                  <a:pt x="334" y="299"/>
                </a:lnTo>
                <a:lnTo>
                  <a:pt x="334" y="298"/>
                </a:lnTo>
                <a:lnTo>
                  <a:pt x="335" y="298"/>
                </a:lnTo>
                <a:lnTo>
                  <a:pt x="335" y="297"/>
                </a:lnTo>
                <a:lnTo>
                  <a:pt x="336" y="297"/>
                </a:lnTo>
                <a:lnTo>
                  <a:pt x="336" y="298"/>
                </a:lnTo>
                <a:lnTo>
                  <a:pt x="337" y="297"/>
                </a:lnTo>
                <a:lnTo>
                  <a:pt x="338" y="297"/>
                </a:lnTo>
                <a:lnTo>
                  <a:pt x="338" y="298"/>
                </a:lnTo>
                <a:lnTo>
                  <a:pt x="339" y="298"/>
                </a:lnTo>
                <a:lnTo>
                  <a:pt x="338" y="298"/>
                </a:lnTo>
                <a:lnTo>
                  <a:pt x="339" y="299"/>
                </a:lnTo>
                <a:lnTo>
                  <a:pt x="339" y="300"/>
                </a:lnTo>
                <a:lnTo>
                  <a:pt x="340" y="300"/>
                </a:lnTo>
                <a:lnTo>
                  <a:pt x="343" y="300"/>
                </a:lnTo>
                <a:lnTo>
                  <a:pt x="344" y="301"/>
                </a:lnTo>
                <a:lnTo>
                  <a:pt x="343" y="301"/>
                </a:lnTo>
                <a:lnTo>
                  <a:pt x="343" y="302"/>
                </a:lnTo>
                <a:lnTo>
                  <a:pt x="344" y="301"/>
                </a:lnTo>
                <a:lnTo>
                  <a:pt x="344" y="302"/>
                </a:lnTo>
                <a:lnTo>
                  <a:pt x="344" y="303"/>
                </a:lnTo>
                <a:lnTo>
                  <a:pt x="343" y="303"/>
                </a:lnTo>
                <a:lnTo>
                  <a:pt x="341" y="303"/>
                </a:lnTo>
                <a:lnTo>
                  <a:pt x="341" y="304"/>
                </a:lnTo>
                <a:lnTo>
                  <a:pt x="341" y="305"/>
                </a:lnTo>
                <a:lnTo>
                  <a:pt x="340" y="305"/>
                </a:lnTo>
                <a:lnTo>
                  <a:pt x="339" y="305"/>
                </a:lnTo>
                <a:lnTo>
                  <a:pt x="338" y="306"/>
                </a:lnTo>
                <a:lnTo>
                  <a:pt x="339" y="307"/>
                </a:lnTo>
                <a:lnTo>
                  <a:pt x="339" y="308"/>
                </a:lnTo>
                <a:lnTo>
                  <a:pt x="338" y="308"/>
                </a:lnTo>
                <a:lnTo>
                  <a:pt x="339" y="308"/>
                </a:lnTo>
                <a:lnTo>
                  <a:pt x="339" y="309"/>
                </a:lnTo>
                <a:lnTo>
                  <a:pt x="340" y="309"/>
                </a:lnTo>
                <a:lnTo>
                  <a:pt x="341" y="309"/>
                </a:lnTo>
                <a:lnTo>
                  <a:pt x="343" y="309"/>
                </a:lnTo>
                <a:lnTo>
                  <a:pt x="343" y="310"/>
                </a:lnTo>
                <a:lnTo>
                  <a:pt x="344" y="310"/>
                </a:lnTo>
                <a:lnTo>
                  <a:pt x="344" y="309"/>
                </a:lnTo>
                <a:lnTo>
                  <a:pt x="345" y="309"/>
                </a:lnTo>
                <a:lnTo>
                  <a:pt x="346" y="309"/>
                </a:lnTo>
                <a:lnTo>
                  <a:pt x="346" y="310"/>
                </a:lnTo>
                <a:lnTo>
                  <a:pt x="347" y="311"/>
                </a:lnTo>
                <a:lnTo>
                  <a:pt x="347" y="310"/>
                </a:lnTo>
                <a:lnTo>
                  <a:pt x="348" y="310"/>
                </a:lnTo>
                <a:lnTo>
                  <a:pt x="348" y="309"/>
                </a:lnTo>
                <a:lnTo>
                  <a:pt x="348" y="308"/>
                </a:lnTo>
                <a:lnTo>
                  <a:pt x="349" y="308"/>
                </a:lnTo>
                <a:lnTo>
                  <a:pt x="349" y="307"/>
                </a:lnTo>
                <a:lnTo>
                  <a:pt x="348" y="306"/>
                </a:lnTo>
                <a:lnTo>
                  <a:pt x="349" y="306"/>
                </a:lnTo>
                <a:lnTo>
                  <a:pt x="349" y="305"/>
                </a:lnTo>
                <a:lnTo>
                  <a:pt x="350" y="305"/>
                </a:lnTo>
                <a:lnTo>
                  <a:pt x="351" y="305"/>
                </a:lnTo>
                <a:lnTo>
                  <a:pt x="352" y="305"/>
                </a:lnTo>
                <a:lnTo>
                  <a:pt x="352" y="306"/>
                </a:lnTo>
                <a:lnTo>
                  <a:pt x="353" y="306"/>
                </a:lnTo>
                <a:lnTo>
                  <a:pt x="353" y="307"/>
                </a:lnTo>
                <a:lnTo>
                  <a:pt x="352" y="308"/>
                </a:lnTo>
                <a:lnTo>
                  <a:pt x="353" y="309"/>
                </a:lnTo>
                <a:lnTo>
                  <a:pt x="353" y="310"/>
                </a:lnTo>
                <a:lnTo>
                  <a:pt x="353" y="311"/>
                </a:lnTo>
                <a:lnTo>
                  <a:pt x="354" y="311"/>
                </a:lnTo>
                <a:lnTo>
                  <a:pt x="355" y="311"/>
                </a:lnTo>
                <a:lnTo>
                  <a:pt x="355" y="310"/>
                </a:lnTo>
                <a:lnTo>
                  <a:pt x="356" y="310"/>
                </a:lnTo>
                <a:lnTo>
                  <a:pt x="357" y="310"/>
                </a:lnTo>
                <a:lnTo>
                  <a:pt x="358" y="311"/>
                </a:lnTo>
                <a:lnTo>
                  <a:pt x="359" y="311"/>
                </a:lnTo>
                <a:lnTo>
                  <a:pt x="359" y="312"/>
                </a:lnTo>
                <a:lnTo>
                  <a:pt x="360" y="312"/>
                </a:lnTo>
                <a:lnTo>
                  <a:pt x="360" y="313"/>
                </a:lnTo>
                <a:lnTo>
                  <a:pt x="360" y="314"/>
                </a:lnTo>
                <a:lnTo>
                  <a:pt x="359" y="314"/>
                </a:lnTo>
                <a:lnTo>
                  <a:pt x="360" y="314"/>
                </a:lnTo>
                <a:lnTo>
                  <a:pt x="361" y="314"/>
                </a:lnTo>
                <a:lnTo>
                  <a:pt x="360" y="315"/>
                </a:lnTo>
                <a:lnTo>
                  <a:pt x="360" y="316"/>
                </a:lnTo>
                <a:lnTo>
                  <a:pt x="361" y="317"/>
                </a:lnTo>
                <a:lnTo>
                  <a:pt x="360" y="318"/>
                </a:lnTo>
                <a:lnTo>
                  <a:pt x="360" y="319"/>
                </a:lnTo>
                <a:lnTo>
                  <a:pt x="361" y="320"/>
                </a:lnTo>
                <a:lnTo>
                  <a:pt x="362" y="321"/>
                </a:lnTo>
                <a:lnTo>
                  <a:pt x="361" y="323"/>
                </a:lnTo>
                <a:lnTo>
                  <a:pt x="361" y="324"/>
                </a:lnTo>
                <a:lnTo>
                  <a:pt x="361" y="325"/>
                </a:lnTo>
                <a:lnTo>
                  <a:pt x="361" y="326"/>
                </a:lnTo>
                <a:lnTo>
                  <a:pt x="361" y="329"/>
                </a:lnTo>
                <a:lnTo>
                  <a:pt x="360" y="330"/>
                </a:lnTo>
                <a:lnTo>
                  <a:pt x="360" y="331"/>
                </a:lnTo>
                <a:lnTo>
                  <a:pt x="360" y="332"/>
                </a:lnTo>
                <a:lnTo>
                  <a:pt x="359" y="333"/>
                </a:lnTo>
                <a:lnTo>
                  <a:pt x="359" y="334"/>
                </a:lnTo>
                <a:lnTo>
                  <a:pt x="358" y="334"/>
                </a:lnTo>
                <a:lnTo>
                  <a:pt x="357" y="335"/>
                </a:lnTo>
                <a:lnTo>
                  <a:pt x="357" y="336"/>
                </a:lnTo>
                <a:lnTo>
                  <a:pt x="356" y="336"/>
                </a:lnTo>
                <a:lnTo>
                  <a:pt x="355" y="336"/>
                </a:lnTo>
                <a:lnTo>
                  <a:pt x="355" y="337"/>
                </a:lnTo>
                <a:lnTo>
                  <a:pt x="354" y="337"/>
                </a:lnTo>
                <a:lnTo>
                  <a:pt x="353" y="337"/>
                </a:lnTo>
                <a:lnTo>
                  <a:pt x="352" y="337"/>
                </a:lnTo>
                <a:lnTo>
                  <a:pt x="351" y="337"/>
                </a:lnTo>
                <a:lnTo>
                  <a:pt x="351" y="336"/>
                </a:lnTo>
                <a:lnTo>
                  <a:pt x="350" y="335"/>
                </a:lnTo>
                <a:lnTo>
                  <a:pt x="349" y="337"/>
                </a:lnTo>
                <a:lnTo>
                  <a:pt x="348" y="339"/>
                </a:lnTo>
                <a:lnTo>
                  <a:pt x="347" y="341"/>
                </a:lnTo>
                <a:lnTo>
                  <a:pt x="347" y="342"/>
                </a:lnTo>
                <a:lnTo>
                  <a:pt x="346" y="342"/>
                </a:lnTo>
                <a:lnTo>
                  <a:pt x="346" y="344"/>
                </a:lnTo>
                <a:lnTo>
                  <a:pt x="346" y="345"/>
                </a:lnTo>
                <a:lnTo>
                  <a:pt x="346" y="344"/>
                </a:lnTo>
                <a:lnTo>
                  <a:pt x="345" y="344"/>
                </a:lnTo>
                <a:lnTo>
                  <a:pt x="346" y="344"/>
                </a:lnTo>
                <a:lnTo>
                  <a:pt x="346" y="345"/>
                </a:lnTo>
                <a:lnTo>
                  <a:pt x="347" y="345"/>
                </a:lnTo>
                <a:lnTo>
                  <a:pt x="347" y="346"/>
                </a:lnTo>
                <a:lnTo>
                  <a:pt x="348" y="346"/>
                </a:lnTo>
                <a:lnTo>
                  <a:pt x="349" y="346"/>
                </a:lnTo>
                <a:lnTo>
                  <a:pt x="350" y="346"/>
                </a:lnTo>
                <a:lnTo>
                  <a:pt x="350" y="347"/>
                </a:lnTo>
                <a:lnTo>
                  <a:pt x="351" y="347"/>
                </a:lnTo>
                <a:lnTo>
                  <a:pt x="351" y="348"/>
                </a:lnTo>
                <a:lnTo>
                  <a:pt x="352" y="348"/>
                </a:lnTo>
                <a:lnTo>
                  <a:pt x="352" y="349"/>
                </a:lnTo>
                <a:lnTo>
                  <a:pt x="352" y="350"/>
                </a:lnTo>
                <a:lnTo>
                  <a:pt x="352" y="351"/>
                </a:lnTo>
                <a:lnTo>
                  <a:pt x="353" y="351"/>
                </a:lnTo>
                <a:lnTo>
                  <a:pt x="354" y="351"/>
                </a:lnTo>
                <a:lnTo>
                  <a:pt x="355" y="351"/>
                </a:lnTo>
                <a:lnTo>
                  <a:pt x="356" y="351"/>
                </a:lnTo>
                <a:lnTo>
                  <a:pt x="357" y="351"/>
                </a:lnTo>
                <a:lnTo>
                  <a:pt x="358" y="350"/>
                </a:lnTo>
                <a:lnTo>
                  <a:pt x="359" y="350"/>
                </a:lnTo>
                <a:lnTo>
                  <a:pt x="360" y="350"/>
                </a:lnTo>
                <a:lnTo>
                  <a:pt x="361" y="350"/>
                </a:lnTo>
                <a:lnTo>
                  <a:pt x="361" y="351"/>
                </a:lnTo>
                <a:lnTo>
                  <a:pt x="362" y="351"/>
                </a:lnTo>
                <a:lnTo>
                  <a:pt x="363" y="351"/>
                </a:lnTo>
                <a:lnTo>
                  <a:pt x="364" y="350"/>
                </a:lnTo>
                <a:lnTo>
                  <a:pt x="365" y="350"/>
                </a:lnTo>
                <a:lnTo>
                  <a:pt x="366" y="350"/>
                </a:lnTo>
                <a:lnTo>
                  <a:pt x="367" y="351"/>
                </a:lnTo>
                <a:lnTo>
                  <a:pt x="367" y="350"/>
                </a:lnTo>
                <a:lnTo>
                  <a:pt x="368" y="350"/>
                </a:lnTo>
                <a:lnTo>
                  <a:pt x="368" y="351"/>
                </a:lnTo>
                <a:lnTo>
                  <a:pt x="368" y="350"/>
                </a:lnTo>
                <a:lnTo>
                  <a:pt x="369" y="350"/>
                </a:lnTo>
                <a:lnTo>
                  <a:pt x="369" y="351"/>
                </a:lnTo>
                <a:lnTo>
                  <a:pt x="370" y="351"/>
                </a:lnTo>
                <a:lnTo>
                  <a:pt x="370" y="350"/>
                </a:lnTo>
                <a:lnTo>
                  <a:pt x="370" y="351"/>
                </a:lnTo>
                <a:lnTo>
                  <a:pt x="371" y="351"/>
                </a:lnTo>
                <a:lnTo>
                  <a:pt x="372" y="351"/>
                </a:lnTo>
                <a:lnTo>
                  <a:pt x="373" y="351"/>
                </a:lnTo>
                <a:lnTo>
                  <a:pt x="373" y="350"/>
                </a:lnTo>
                <a:lnTo>
                  <a:pt x="374" y="350"/>
                </a:lnTo>
                <a:lnTo>
                  <a:pt x="375" y="351"/>
                </a:lnTo>
                <a:lnTo>
                  <a:pt x="375" y="350"/>
                </a:lnTo>
                <a:lnTo>
                  <a:pt x="375" y="351"/>
                </a:lnTo>
                <a:lnTo>
                  <a:pt x="376" y="351"/>
                </a:lnTo>
                <a:lnTo>
                  <a:pt x="377" y="351"/>
                </a:lnTo>
                <a:lnTo>
                  <a:pt x="377" y="350"/>
                </a:lnTo>
                <a:lnTo>
                  <a:pt x="378" y="350"/>
                </a:lnTo>
                <a:lnTo>
                  <a:pt x="378" y="351"/>
                </a:lnTo>
                <a:lnTo>
                  <a:pt x="379" y="351"/>
                </a:lnTo>
                <a:lnTo>
                  <a:pt x="379" y="350"/>
                </a:lnTo>
                <a:lnTo>
                  <a:pt x="380" y="350"/>
                </a:lnTo>
                <a:lnTo>
                  <a:pt x="381" y="351"/>
                </a:lnTo>
                <a:lnTo>
                  <a:pt x="381" y="349"/>
                </a:lnTo>
                <a:lnTo>
                  <a:pt x="382" y="348"/>
                </a:lnTo>
                <a:lnTo>
                  <a:pt x="384" y="348"/>
                </a:lnTo>
                <a:lnTo>
                  <a:pt x="384" y="347"/>
                </a:lnTo>
                <a:lnTo>
                  <a:pt x="385" y="347"/>
                </a:lnTo>
                <a:lnTo>
                  <a:pt x="385" y="346"/>
                </a:lnTo>
                <a:lnTo>
                  <a:pt x="385" y="345"/>
                </a:lnTo>
                <a:lnTo>
                  <a:pt x="386" y="345"/>
                </a:lnTo>
                <a:lnTo>
                  <a:pt x="387" y="345"/>
                </a:lnTo>
                <a:lnTo>
                  <a:pt x="388" y="345"/>
                </a:lnTo>
                <a:lnTo>
                  <a:pt x="388" y="344"/>
                </a:lnTo>
                <a:lnTo>
                  <a:pt x="389" y="344"/>
                </a:lnTo>
                <a:lnTo>
                  <a:pt x="390" y="344"/>
                </a:lnTo>
                <a:lnTo>
                  <a:pt x="390" y="346"/>
                </a:lnTo>
                <a:lnTo>
                  <a:pt x="389" y="347"/>
                </a:lnTo>
                <a:lnTo>
                  <a:pt x="390" y="347"/>
                </a:lnTo>
                <a:lnTo>
                  <a:pt x="390" y="348"/>
                </a:lnTo>
                <a:lnTo>
                  <a:pt x="390" y="347"/>
                </a:lnTo>
                <a:lnTo>
                  <a:pt x="391" y="347"/>
                </a:lnTo>
                <a:lnTo>
                  <a:pt x="392" y="348"/>
                </a:lnTo>
                <a:lnTo>
                  <a:pt x="393" y="348"/>
                </a:lnTo>
                <a:lnTo>
                  <a:pt x="393" y="349"/>
                </a:lnTo>
                <a:lnTo>
                  <a:pt x="394" y="349"/>
                </a:lnTo>
                <a:lnTo>
                  <a:pt x="394" y="348"/>
                </a:lnTo>
                <a:lnTo>
                  <a:pt x="395" y="348"/>
                </a:lnTo>
                <a:lnTo>
                  <a:pt x="396" y="348"/>
                </a:lnTo>
                <a:lnTo>
                  <a:pt x="396" y="349"/>
                </a:lnTo>
                <a:lnTo>
                  <a:pt x="397" y="349"/>
                </a:lnTo>
                <a:lnTo>
                  <a:pt x="397" y="348"/>
                </a:lnTo>
                <a:lnTo>
                  <a:pt x="398" y="348"/>
                </a:lnTo>
                <a:lnTo>
                  <a:pt x="399" y="347"/>
                </a:lnTo>
                <a:lnTo>
                  <a:pt x="399" y="348"/>
                </a:lnTo>
                <a:lnTo>
                  <a:pt x="400" y="348"/>
                </a:lnTo>
                <a:lnTo>
                  <a:pt x="401" y="348"/>
                </a:lnTo>
                <a:lnTo>
                  <a:pt x="402" y="348"/>
                </a:lnTo>
                <a:lnTo>
                  <a:pt x="403" y="348"/>
                </a:lnTo>
                <a:lnTo>
                  <a:pt x="402" y="347"/>
                </a:lnTo>
                <a:lnTo>
                  <a:pt x="403" y="346"/>
                </a:lnTo>
                <a:lnTo>
                  <a:pt x="403" y="345"/>
                </a:lnTo>
                <a:lnTo>
                  <a:pt x="403" y="344"/>
                </a:lnTo>
                <a:lnTo>
                  <a:pt x="404" y="344"/>
                </a:lnTo>
                <a:lnTo>
                  <a:pt x="404" y="345"/>
                </a:lnTo>
                <a:lnTo>
                  <a:pt x="405" y="345"/>
                </a:lnTo>
                <a:lnTo>
                  <a:pt x="405" y="346"/>
                </a:lnTo>
                <a:lnTo>
                  <a:pt x="405" y="347"/>
                </a:lnTo>
                <a:lnTo>
                  <a:pt x="406" y="347"/>
                </a:lnTo>
                <a:lnTo>
                  <a:pt x="406" y="348"/>
                </a:lnTo>
                <a:lnTo>
                  <a:pt x="405" y="348"/>
                </a:lnTo>
                <a:lnTo>
                  <a:pt x="405" y="349"/>
                </a:lnTo>
                <a:lnTo>
                  <a:pt x="405" y="350"/>
                </a:lnTo>
                <a:lnTo>
                  <a:pt x="404" y="350"/>
                </a:lnTo>
                <a:lnTo>
                  <a:pt x="404" y="351"/>
                </a:lnTo>
                <a:lnTo>
                  <a:pt x="405" y="351"/>
                </a:lnTo>
                <a:lnTo>
                  <a:pt x="404" y="351"/>
                </a:lnTo>
                <a:lnTo>
                  <a:pt x="404" y="352"/>
                </a:lnTo>
                <a:lnTo>
                  <a:pt x="405" y="352"/>
                </a:lnTo>
                <a:lnTo>
                  <a:pt x="404" y="353"/>
                </a:lnTo>
                <a:lnTo>
                  <a:pt x="404" y="354"/>
                </a:lnTo>
                <a:lnTo>
                  <a:pt x="404" y="355"/>
                </a:lnTo>
                <a:lnTo>
                  <a:pt x="405" y="355"/>
                </a:lnTo>
                <a:lnTo>
                  <a:pt x="406" y="356"/>
                </a:lnTo>
                <a:lnTo>
                  <a:pt x="407" y="355"/>
                </a:lnTo>
                <a:lnTo>
                  <a:pt x="407" y="354"/>
                </a:lnTo>
                <a:lnTo>
                  <a:pt x="408" y="355"/>
                </a:lnTo>
                <a:lnTo>
                  <a:pt x="407" y="355"/>
                </a:lnTo>
                <a:lnTo>
                  <a:pt x="407" y="356"/>
                </a:lnTo>
                <a:lnTo>
                  <a:pt x="407" y="357"/>
                </a:lnTo>
                <a:lnTo>
                  <a:pt x="406" y="357"/>
                </a:lnTo>
                <a:lnTo>
                  <a:pt x="407" y="358"/>
                </a:lnTo>
                <a:lnTo>
                  <a:pt x="407" y="357"/>
                </a:lnTo>
                <a:lnTo>
                  <a:pt x="408" y="357"/>
                </a:lnTo>
                <a:lnTo>
                  <a:pt x="407" y="357"/>
                </a:lnTo>
                <a:lnTo>
                  <a:pt x="408" y="356"/>
                </a:lnTo>
                <a:lnTo>
                  <a:pt x="409" y="356"/>
                </a:lnTo>
                <a:lnTo>
                  <a:pt x="409" y="357"/>
                </a:lnTo>
                <a:lnTo>
                  <a:pt x="410" y="356"/>
                </a:lnTo>
                <a:lnTo>
                  <a:pt x="411" y="356"/>
                </a:lnTo>
                <a:lnTo>
                  <a:pt x="410" y="356"/>
                </a:lnTo>
                <a:lnTo>
                  <a:pt x="410" y="357"/>
                </a:lnTo>
                <a:lnTo>
                  <a:pt x="411" y="357"/>
                </a:lnTo>
                <a:lnTo>
                  <a:pt x="412" y="357"/>
                </a:lnTo>
                <a:lnTo>
                  <a:pt x="412" y="358"/>
                </a:lnTo>
                <a:lnTo>
                  <a:pt x="413" y="358"/>
                </a:lnTo>
                <a:lnTo>
                  <a:pt x="413" y="359"/>
                </a:lnTo>
                <a:lnTo>
                  <a:pt x="414" y="359"/>
                </a:lnTo>
                <a:lnTo>
                  <a:pt x="415" y="359"/>
                </a:lnTo>
                <a:lnTo>
                  <a:pt x="415" y="358"/>
                </a:lnTo>
                <a:lnTo>
                  <a:pt x="416" y="358"/>
                </a:lnTo>
                <a:lnTo>
                  <a:pt x="417" y="358"/>
                </a:lnTo>
                <a:lnTo>
                  <a:pt x="417" y="359"/>
                </a:lnTo>
                <a:lnTo>
                  <a:pt x="418" y="359"/>
                </a:lnTo>
                <a:lnTo>
                  <a:pt x="419" y="358"/>
                </a:lnTo>
                <a:lnTo>
                  <a:pt x="420" y="358"/>
                </a:lnTo>
                <a:lnTo>
                  <a:pt x="420" y="359"/>
                </a:lnTo>
                <a:lnTo>
                  <a:pt x="421" y="359"/>
                </a:lnTo>
                <a:lnTo>
                  <a:pt x="421" y="360"/>
                </a:lnTo>
                <a:lnTo>
                  <a:pt x="422" y="360"/>
                </a:lnTo>
                <a:lnTo>
                  <a:pt x="422" y="361"/>
                </a:lnTo>
                <a:lnTo>
                  <a:pt x="423" y="361"/>
                </a:lnTo>
                <a:lnTo>
                  <a:pt x="424" y="361"/>
                </a:lnTo>
                <a:lnTo>
                  <a:pt x="424" y="362"/>
                </a:lnTo>
                <a:lnTo>
                  <a:pt x="423" y="362"/>
                </a:lnTo>
                <a:lnTo>
                  <a:pt x="423" y="363"/>
                </a:lnTo>
                <a:lnTo>
                  <a:pt x="424" y="364"/>
                </a:lnTo>
                <a:lnTo>
                  <a:pt x="424" y="363"/>
                </a:lnTo>
                <a:lnTo>
                  <a:pt x="425" y="364"/>
                </a:lnTo>
                <a:lnTo>
                  <a:pt x="425" y="363"/>
                </a:lnTo>
                <a:lnTo>
                  <a:pt x="426" y="364"/>
                </a:lnTo>
                <a:lnTo>
                  <a:pt x="427" y="364"/>
                </a:lnTo>
                <a:lnTo>
                  <a:pt x="426" y="363"/>
                </a:lnTo>
                <a:lnTo>
                  <a:pt x="426" y="362"/>
                </a:lnTo>
                <a:lnTo>
                  <a:pt x="427" y="362"/>
                </a:lnTo>
                <a:lnTo>
                  <a:pt x="427" y="361"/>
                </a:lnTo>
                <a:lnTo>
                  <a:pt x="428" y="361"/>
                </a:lnTo>
                <a:lnTo>
                  <a:pt x="428" y="362"/>
                </a:lnTo>
                <a:lnTo>
                  <a:pt x="427" y="362"/>
                </a:lnTo>
                <a:lnTo>
                  <a:pt x="428" y="362"/>
                </a:lnTo>
                <a:lnTo>
                  <a:pt x="428" y="363"/>
                </a:lnTo>
                <a:lnTo>
                  <a:pt x="429" y="363"/>
                </a:lnTo>
                <a:lnTo>
                  <a:pt x="430" y="363"/>
                </a:lnTo>
                <a:lnTo>
                  <a:pt x="429" y="363"/>
                </a:lnTo>
                <a:lnTo>
                  <a:pt x="429" y="364"/>
                </a:lnTo>
                <a:lnTo>
                  <a:pt x="430" y="364"/>
                </a:lnTo>
                <a:lnTo>
                  <a:pt x="429" y="364"/>
                </a:lnTo>
                <a:lnTo>
                  <a:pt x="429" y="365"/>
                </a:lnTo>
                <a:lnTo>
                  <a:pt x="428" y="366"/>
                </a:lnTo>
                <a:lnTo>
                  <a:pt x="428" y="367"/>
                </a:lnTo>
                <a:lnTo>
                  <a:pt x="428" y="368"/>
                </a:lnTo>
                <a:lnTo>
                  <a:pt x="429" y="368"/>
                </a:lnTo>
                <a:lnTo>
                  <a:pt x="428" y="368"/>
                </a:lnTo>
                <a:lnTo>
                  <a:pt x="428" y="369"/>
                </a:lnTo>
                <a:lnTo>
                  <a:pt x="429" y="370"/>
                </a:lnTo>
                <a:lnTo>
                  <a:pt x="428" y="370"/>
                </a:lnTo>
                <a:lnTo>
                  <a:pt x="428" y="371"/>
                </a:lnTo>
                <a:lnTo>
                  <a:pt x="428" y="372"/>
                </a:lnTo>
                <a:lnTo>
                  <a:pt x="429" y="372"/>
                </a:lnTo>
                <a:lnTo>
                  <a:pt x="428" y="373"/>
                </a:lnTo>
                <a:lnTo>
                  <a:pt x="429" y="374"/>
                </a:lnTo>
                <a:lnTo>
                  <a:pt x="428" y="374"/>
                </a:lnTo>
                <a:lnTo>
                  <a:pt x="427" y="374"/>
                </a:lnTo>
                <a:lnTo>
                  <a:pt x="427" y="375"/>
                </a:lnTo>
                <a:lnTo>
                  <a:pt x="427" y="376"/>
                </a:lnTo>
                <a:lnTo>
                  <a:pt x="426" y="376"/>
                </a:lnTo>
                <a:lnTo>
                  <a:pt x="425" y="376"/>
                </a:lnTo>
                <a:lnTo>
                  <a:pt x="425" y="377"/>
                </a:lnTo>
                <a:lnTo>
                  <a:pt x="425" y="378"/>
                </a:lnTo>
                <a:lnTo>
                  <a:pt x="424" y="378"/>
                </a:lnTo>
                <a:lnTo>
                  <a:pt x="424" y="379"/>
                </a:lnTo>
                <a:lnTo>
                  <a:pt x="425" y="379"/>
                </a:lnTo>
                <a:lnTo>
                  <a:pt x="425" y="380"/>
                </a:lnTo>
                <a:lnTo>
                  <a:pt x="424" y="380"/>
                </a:lnTo>
                <a:lnTo>
                  <a:pt x="424" y="381"/>
                </a:lnTo>
                <a:lnTo>
                  <a:pt x="424" y="382"/>
                </a:lnTo>
                <a:lnTo>
                  <a:pt x="423" y="383"/>
                </a:lnTo>
                <a:lnTo>
                  <a:pt x="422" y="383"/>
                </a:lnTo>
                <a:lnTo>
                  <a:pt x="422" y="384"/>
                </a:lnTo>
                <a:lnTo>
                  <a:pt x="421" y="385"/>
                </a:lnTo>
                <a:lnTo>
                  <a:pt x="422" y="386"/>
                </a:lnTo>
                <a:lnTo>
                  <a:pt x="422" y="387"/>
                </a:lnTo>
                <a:lnTo>
                  <a:pt x="422" y="388"/>
                </a:lnTo>
                <a:lnTo>
                  <a:pt x="422" y="389"/>
                </a:lnTo>
                <a:lnTo>
                  <a:pt x="423" y="389"/>
                </a:lnTo>
                <a:lnTo>
                  <a:pt x="423" y="390"/>
                </a:lnTo>
                <a:lnTo>
                  <a:pt x="424" y="390"/>
                </a:lnTo>
                <a:lnTo>
                  <a:pt x="423" y="390"/>
                </a:lnTo>
                <a:lnTo>
                  <a:pt x="423" y="391"/>
                </a:lnTo>
                <a:lnTo>
                  <a:pt x="424" y="391"/>
                </a:lnTo>
                <a:lnTo>
                  <a:pt x="424" y="392"/>
                </a:lnTo>
                <a:lnTo>
                  <a:pt x="423" y="392"/>
                </a:lnTo>
                <a:lnTo>
                  <a:pt x="422" y="392"/>
                </a:lnTo>
                <a:lnTo>
                  <a:pt x="422" y="393"/>
                </a:lnTo>
                <a:lnTo>
                  <a:pt x="421" y="393"/>
                </a:lnTo>
                <a:lnTo>
                  <a:pt x="421" y="394"/>
                </a:lnTo>
                <a:lnTo>
                  <a:pt x="421" y="395"/>
                </a:lnTo>
                <a:lnTo>
                  <a:pt x="420" y="395"/>
                </a:lnTo>
                <a:lnTo>
                  <a:pt x="419" y="396"/>
                </a:lnTo>
                <a:lnTo>
                  <a:pt x="419" y="397"/>
                </a:lnTo>
                <a:lnTo>
                  <a:pt x="419" y="398"/>
                </a:lnTo>
                <a:lnTo>
                  <a:pt x="418" y="398"/>
                </a:lnTo>
                <a:lnTo>
                  <a:pt x="417" y="398"/>
                </a:lnTo>
                <a:lnTo>
                  <a:pt x="416" y="398"/>
                </a:lnTo>
                <a:lnTo>
                  <a:pt x="416" y="397"/>
                </a:lnTo>
                <a:lnTo>
                  <a:pt x="415" y="398"/>
                </a:lnTo>
                <a:lnTo>
                  <a:pt x="415" y="399"/>
                </a:lnTo>
                <a:lnTo>
                  <a:pt x="415" y="400"/>
                </a:lnTo>
                <a:lnTo>
                  <a:pt x="415" y="401"/>
                </a:lnTo>
                <a:lnTo>
                  <a:pt x="416" y="401"/>
                </a:lnTo>
                <a:lnTo>
                  <a:pt x="415" y="401"/>
                </a:lnTo>
                <a:lnTo>
                  <a:pt x="415" y="402"/>
                </a:lnTo>
                <a:lnTo>
                  <a:pt x="415" y="403"/>
                </a:lnTo>
                <a:lnTo>
                  <a:pt x="416" y="403"/>
                </a:lnTo>
                <a:lnTo>
                  <a:pt x="416" y="404"/>
                </a:lnTo>
                <a:lnTo>
                  <a:pt x="415" y="404"/>
                </a:lnTo>
                <a:lnTo>
                  <a:pt x="415" y="405"/>
                </a:lnTo>
                <a:lnTo>
                  <a:pt x="414" y="406"/>
                </a:lnTo>
                <a:lnTo>
                  <a:pt x="414" y="407"/>
                </a:lnTo>
                <a:lnTo>
                  <a:pt x="413" y="407"/>
                </a:lnTo>
                <a:lnTo>
                  <a:pt x="413" y="408"/>
                </a:lnTo>
                <a:lnTo>
                  <a:pt x="412" y="408"/>
                </a:lnTo>
                <a:lnTo>
                  <a:pt x="412" y="409"/>
                </a:lnTo>
                <a:lnTo>
                  <a:pt x="412" y="410"/>
                </a:lnTo>
                <a:lnTo>
                  <a:pt x="411" y="411"/>
                </a:lnTo>
                <a:lnTo>
                  <a:pt x="410" y="411"/>
                </a:lnTo>
                <a:lnTo>
                  <a:pt x="409" y="411"/>
                </a:lnTo>
                <a:lnTo>
                  <a:pt x="408" y="411"/>
                </a:lnTo>
                <a:lnTo>
                  <a:pt x="408" y="410"/>
                </a:lnTo>
                <a:lnTo>
                  <a:pt x="408" y="409"/>
                </a:lnTo>
                <a:lnTo>
                  <a:pt x="408" y="408"/>
                </a:lnTo>
                <a:lnTo>
                  <a:pt x="407" y="407"/>
                </a:lnTo>
                <a:lnTo>
                  <a:pt x="406" y="407"/>
                </a:lnTo>
                <a:lnTo>
                  <a:pt x="405" y="407"/>
                </a:lnTo>
                <a:lnTo>
                  <a:pt x="405" y="408"/>
                </a:lnTo>
                <a:lnTo>
                  <a:pt x="404" y="408"/>
                </a:lnTo>
                <a:lnTo>
                  <a:pt x="404" y="409"/>
                </a:lnTo>
                <a:lnTo>
                  <a:pt x="403" y="409"/>
                </a:lnTo>
                <a:lnTo>
                  <a:pt x="402" y="409"/>
                </a:lnTo>
                <a:lnTo>
                  <a:pt x="402" y="410"/>
                </a:lnTo>
                <a:lnTo>
                  <a:pt x="402" y="411"/>
                </a:lnTo>
                <a:lnTo>
                  <a:pt x="401" y="411"/>
                </a:lnTo>
                <a:lnTo>
                  <a:pt x="401" y="412"/>
                </a:lnTo>
                <a:lnTo>
                  <a:pt x="401" y="413"/>
                </a:lnTo>
                <a:lnTo>
                  <a:pt x="400" y="413"/>
                </a:lnTo>
                <a:lnTo>
                  <a:pt x="400" y="414"/>
                </a:lnTo>
                <a:lnTo>
                  <a:pt x="399" y="414"/>
                </a:lnTo>
                <a:lnTo>
                  <a:pt x="398" y="414"/>
                </a:lnTo>
                <a:lnTo>
                  <a:pt x="397" y="414"/>
                </a:lnTo>
                <a:lnTo>
                  <a:pt x="396" y="414"/>
                </a:lnTo>
                <a:lnTo>
                  <a:pt x="395" y="414"/>
                </a:lnTo>
                <a:lnTo>
                  <a:pt x="394" y="414"/>
                </a:lnTo>
                <a:lnTo>
                  <a:pt x="393" y="414"/>
                </a:lnTo>
                <a:lnTo>
                  <a:pt x="393" y="415"/>
                </a:lnTo>
                <a:lnTo>
                  <a:pt x="394" y="416"/>
                </a:lnTo>
                <a:lnTo>
                  <a:pt x="395" y="416"/>
                </a:lnTo>
                <a:lnTo>
                  <a:pt x="395" y="417"/>
                </a:lnTo>
                <a:lnTo>
                  <a:pt x="394" y="417"/>
                </a:lnTo>
                <a:lnTo>
                  <a:pt x="395" y="417"/>
                </a:lnTo>
                <a:lnTo>
                  <a:pt x="395" y="418"/>
                </a:lnTo>
                <a:lnTo>
                  <a:pt x="396" y="418"/>
                </a:lnTo>
                <a:lnTo>
                  <a:pt x="395" y="419"/>
                </a:lnTo>
                <a:lnTo>
                  <a:pt x="394" y="419"/>
                </a:lnTo>
                <a:lnTo>
                  <a:pt x="394" y="420"/>
                </a:lnTo>
                <a:lnTo>
                  <a:pt x="394" y="421"/>
                </a:lnTo>
                <a:lnTo>
                  <a:pt x="393" y="421"/>
                </a:lnTo>
                <a:lnTo>
                  <a:pt x="393" y="422"/>
                </a:lnTo>
                <a:lnTo>
                  <a:pt x="394" y="422"/>
                </a:lnTo>
                <a:lnTo>
                  <a:pt x="394" y="423"/>
                </a:lnTo>
                <a:lnTo>
                  <a:pt x="395" y="423"/>
                </a:lnTo>
                <a:lnTo>
                  <a:pt x="395" y="424"/>
                </a:lnTo>
                <a:lnTo>
                  <a:pt x="396" y="425"/>
                </a:lnTo>
                <a:lnTo>
                  <a:pt x="397" y="425"/>
                </a:lnTo>
                <a:lnTo>
                  <a:pt x="398" y="425"/>
                </a:lnTo>
                <a:lnTo>
                  <a:pt x="398" y="424"/>
                </a:lnTo>
                <a:lnTo>
                  <a:pt x="399" y="424"/>
                </a:lnTo>
                <a:lnTo>
                  <a:pt x="400" y="423"/>
                </a:lnTo>
                <a:lnTo>
                  <a:pt x="400" y="422"/>
                </a:lnTo>
                <a:lnTo>
                  <a:pt x="402" y="422"/>
                </a:lnTo>
                <a:lnTo>
                  <a:pt x="401" y="423"/>
                </a:lnTo>
                <a:lnTo>
                  <a:pt x="401" y="424"/>
                </a:lnTo>
                <a:lnTo>
                  <a:pt x="402" y="424"/>
                </a:lnTo>
                <a:lnTo>
                  <a:pt x="402" y="425"/>
                </a:lnTo>
                <a:lnTo>
                  <a:pt x="402" y="426"/>
                </a:lnTo>
                <a:lnTo>
                  <a:pt x="402" y="427"/>
                </a:lnTo>
                <a:lnTo>
                  <a:pt x="401" y="427"/>
                </a:lnTo>
                <a:lnTo>
                  <a:pt x="401" y="428"/>
                </a:lnTo>
                <a:lnTo>
                  <a:pt x="402" y="428"/>
                </a:lnTo>
                <a:lnTo>
                  <a:pt x="402" y="429"/>
                </a:lnTo>
                <a:lnTo>
                  <a:pt x="402" y="430"/>
                </a:lnTo>
                <a:lnTo>
                  <a:pt x="402" y="431"/>
                </a:lnTo>
                <a:lnTo>
                  <a:pt x="402" y="432"/>
                </a:lnTo>
                <a:lnTo>
                  <a:pt x="403" y="432"/>
                </a:lnTo>
                <a:lnTo>
                  <a:pt x="403" y="433"/>
                </a:lnTo>
                <a:lnTo>
                  <a:pt x="403" y="434"/>
                </a:lnTo>
                <a:lnTo>
                  <a:pt x="404" y="434"/>
                </a:lnTo>
                <a:lnTo>
                  <a:pt x="404" y="435"/>
                </a:lnTo>
                <a:lnTo>
                  <a:pt x="404" y="436"/>
                </a:lnTo>
                <a:lnTo>
                  <a:pt x="404" y="437"/>
                </a:lnTo>
                <a:lnTo>
                  <a:pt x="404" y="436"/>
                </a:lnTo>
                <a:lnTo>
                  <a:pt x="405" y="436"/>
                </a:lnTo>
                <a:lnTo>
                  <a:pt x="405" y="437"/>
                </a:lnTo>
                <a:lnTo>
                  <a:pt x="405" y="438"/>
                </a:lnTo>
                <a:lnTo>
                  <a:pt x="407" y="438"/>
                </a:lnTo>
                <a:lnTo>
                  <a:pt x="408" y="438"/>
                </a:lnTo>
                <a:lnTo>
                  <a:pt x="408" y="439"/>
                </a:lnTo>
                <a:lnTo>
                  <a:pt x="408" y="440"/>
                </a:lnTo>
                <a:lnTo>
                  <a:pt x="407" y="440"/>
                </a:lnTo>
                <a:lnTo>
                  <a:pt x="406" y="440"/>
                </a:lnTo>
                <a:lnTo>
                  <a:pt x="406" y="441"/>
                </a:lnTo>
                <a:lnTo>
                  <a:pt x="405" y="441"/>
                </a:lnTo>
                <a:lnTo>
                  <a:pt x="404" y="441"/>
                </a:lnTo>
                <a:lnTo>
                  <a:pt x="403" y="441"/>
                </a:lnTo>
                <a:lnTo>
                  <a:pt x="403" y="440"/>
                </a:lnTo>
                <a:lnTo>
                  <a:pt x="402" y="440"/>
                </a:lnTo>
                <a:lnTo>
                  <a:pt x="402" y="439"/>
                </a:lnTo>
                <a:lnTo>
                  <a:pt x="401" y="439"/>
                </a:lnTo>
                <a:lnTo>
                  <a:pt x="400" y="439"/>
                </a:lnTo>
                <a:lnTo>
                  <a:pt x="399" y="440"/>
                </a:lnTo>
                <a:lnTo>
                  <a:pt x="398" y="441"/>
                </a:lnTo>
                <a:lnTo>
                  <a:pt x="397" y="442"/>
                </a:lnTo>
                <a:lnTo>
                  <a:pt x="396" y="442"/>
                </a:lnTo>
                <a:lnTo>
                  <a:pt x="395" y="443"/>
                </a:lnTo>
                <a:lnTo>
                  <a:pt x="395" y="442"/>
                </a:lnTo>
                <a:lnTo>
                  <a:pt x="394" y="442"/>
                </a:lnTo>
                <a:lnTo>
                  <a:pt x="394" y="443"/>
                </a:lnTo>
                <a:lnTo>
                  <a:pt x="394" y="444"/>
                </a:lnTo>
                <a:lnTo>
                  <a:pt x="394" y="445"/>
                </a:lnTo>
                <a:lnTo>
                  <a:pt x="394" y="446"/>
                </a:lnTo>
                <a:lnTo>
                  <a:pt x="393" y="446"/>
                </a:lnTo>
                <a:lnTo>
                  <a:pt x="393" y="447"/>
                </a:lnTo>
                <a:lnTo>
                  <a:pt x="392" y="447"/>
                </a:lnTo>
                <a:lnTo>
                  <a:pt x="392" y="448"/>
                </a:lnTo>
                <a:lnTo>
                  <a:pt x="392" y="447"/>
                </a:lnTo>
                <a:lnTo>
                  <a:pt x="392" y="446"/>
                </a:lnTo>
                <a:lnTo>
                  <a:pt x="391" y="447"/>
                </a:lnTo>
                <a:lnTo>
                  <a:pt x="391" y="446"/>
                </a:lnTo>
                <a:lnTo>
                  <a:pt x="390" y="446"/>
                </a:lnTo>
                <a:lnTo>
                  <a:pt x="391" y="447"/>
                </a:lnTo>
                <a:lnTo>
                  <a:pt x="390" y="447"/>
                </a:lnTo>
                <a:lnTo>
                  <a:pt x="389" y="447"/>
                </a:lnTo>
                <a:lnTo>
                  <a:pt x="388" y="447"/>
                </a:lnTo>
                <a:lnTo>
                  <a:pt x="387" y="447"/>
                </a:lnTo>
                <a:lnTo>
                  <a:pt x="387" y="446"/>
                </a:lnTo>
                <a:lnTo>
                  <a:pt x="386" y="446"/>
                </a:lnTo>
                <a:lnTo>
                  <a:pt x="386" y="447"/>
                </a:lnTo>
                <a:lnTo>
                  <a:pt x="386" y="446"/>
                </a:lnTo>
                <a:lnTo>
                  <a:pt x="385" y="446"/>
                </a:lnTo>
                <a:lnTo>
                  <a:pt x="384" y="446"/>
                </a:lnTo>
                <a:lnTo>
                  <a:pt x="383" y="446"/>
                </a:lnTo>
                <a:lnTo>
                  <a:pt x="383" y="445"/>
                </a:lnTo>
                <a:lnTo>
                  <a:pt x="382" y="445"/>
                </a:lnTo>
                <a:lnTo>
                  <a:pt x="381" y="445"/>
                </a:lnTo>
                <a:lnTo>
                  <a:pt x="380" y="444"/>
                </a:lnTo>
                <a:lnTo>
                  <a:pt x="379" y="444"/>
                </a:lnTo>
                <a:lnTo>
                  <a:pt x="378" y="445"/>
                </a:lnTo>
                <a:lnTo>
                  <a:pt x="378" y="446"/>
                </a:lnTo>
                <a:lnTo>
                  <a:pt x="377" y="446"/>
                </a:lnTo>
                <a:lnTo>
                  <a:pt x="376" y="446"/>
                </a:lnTo>
                <a:lnTo>
                  <a:pt x="376" y="445"/>
                </a:lnTo>
                <a:lnTo>
                  <a:pt x="375" y="445"/>
                </a:lnTo>
                <a:lnTo>
                  <a:pt x="374" y="445"/>
                </a:lnTo>
                <a:lnTo>
                  <a:pt x="374" y="443"/>
                </a:lnTo>
                <a:lnTo>
                  <a:pt x="373" y="443"/>
                </a:lnTo>
                <a:lnTo>
                  <a:pt x="373" y="444"/>
                </a:lnTo>
                <a:lnTo>
                  <a:pt x="372" y="444"/>
                </a:lnTo>
                <a:lnTo>
                  <a:pt x="372" y="443"/>
                </a:lnTo>
                <a:lnTo>
                  <a:pt x="371" y="443"/>
                </a:lnTo>
                <a:lnTo>
                  <a:pt x="370" y="443"/>
                </a:lnTo>
                <a:lnTo>
                  <a:pt x="371" y="442"/>
                </a:lnTo>
                <a:lnTo>
                  <a:pt x="370" y="441"/>
                </a:lnTo>
                <a:lnTo>
                  <a:pt x="370" y="442"/>
                </a:lnTo>
                <a:lnTo>
                  <a:pt x="369" y="442"/>
                </a:lnTo>
                <a:lnTo>
                  <a:pt x="369" y="441"/>
                </a:lnTo>
                <a:lnTo>
                  <a:pt x="368" y="441"/>
                </a:lnTo>
                <a:lnTo>
                  <a:pt x="368" y="442"/>
                </a:lnTo>
                <a:lnTo>
                  <a:pt x="368" y="441"/>
                </a:lnTo>
                <a:lnTo>
                  <a:pt x="368" y="440"/>
                </a:lnTo>
                <a:lnTo>
                  <a:pt x="367" y="440"/>
                </a:lnTo>
                <a:lnTo>
                  <a:pt x="367" y="441"/>
                </a:lnTo>
                <a:lnTo>
                  <a:pt x="366" y="441"/>
                </a:lnTo>
                <a:lnTo>
                  <a:pt x="366" y="442"/>
                </a:lnTo>
                <a:lnTo>
                  <a:pt x="365" y="442"/>
                </a:lnTo>
                <a:lnTo>
                  <a:pt x="364" y="443"/>
                </a:lnTo>
                <a:lnTo>
                  <a:pt x="363" y="443"/>
                </a:lnTo>
                <a:lnTo>
                  <a:pt x="363" y="444"/>
                </a:lnTo>
                <a:lnTo>
                  <a:pt x="362" y="445"/>
                </a:lnTo>
                <a:lnTo>
                  <a:pt x="361" y="445"/>
                </a:lnTo>
                <a:lnTo>
                  <a:pt x="361" y="446"/>
                </a:lnTo>
                <a:lnTo>
                  <a:pt x="361" y="447"/>
                </a:lnTo>
                <a:lnTo>
                  <a:pt x="361" y="448"/>
                </a:lnTo>
                <a:lnTo>
                  <a:pt x="361" y="449"/>
                </a:lnTo>
                <a:lnTo>
                  <a:pt x="362" y="450"/>
                </a:lnTo>
                <a:lnTo>
                  <a:pt x="362" y="451"/>
                </a:lnTo>
                <a:lnTo>
                  <a:pt x="361" y="451"/>
                </a:lnTo>
                <a:lnTo>
                  <a:pt x="361" y="452"/>
                </a:lnTo>
                <a:lnTo>
                  <a:pt x="362" y="453"/>
                </a:lnTo>
                <a:lnTo>
                  <a:pt x="362" y="454"/>
                </a:lnTo>
                <a:lnTo>
                  <a:pt x="363" y="454"/>
                </a:lnTo>
                <a:lnTo>
                  <a:pt x="363" y="455"/>
                </a:lnTo>
                <a:lnTo>
                  <a:pt x="364" y="455"/>
                </a:lnTo>
                <a:lnTo>
                  <a:pt x="365" y="455"/>
                </a:lnTo>
                <a:lnTo>
                  <a:pt x="365" y="456"/>
                </a:lnTo>
                <a:lnTo>
                  <a:pt x="366" y="456"/>
                </a:lnTo>
                <a:lnTo>
                  <a:pt x="365" y="456"/>
                </a:lnTo>
                <a:lnTo>
                  <a:pt x="365" y="457"/>
                </a:lnTo>
                <a:lnTo>
                  <a:pt x="364" y="457"/>
                </a:lnTo>
                <a:lnTo>
                  <a:pt x="363" y="457"/>
                </a:lnTo>
                <a:lnTo>
                  <a:pt x="363" y="458"/>
                </a:lnTo>
                <a:lnTo>
                  <a:pt x="363" y="459"/>
                </a:lnTo>
                <a:lnTo>
                  <a:pt x="362" y="459"/>
                </a:lnTo>
                <a:lnTo>
                  <a:pt x="362" y="458"/>
                </a:lnTo>
                <a:lnTo>
                  <a:pt x="362" y="459"/>
                </a:lnTo>
                <a:lnTo>
                  <a:pt x="361" y="459"/>
                </a:lnTo>
                <a:lnTo>
                  <a:pt x="360" y="460"/>
                </a:lnTo>
                <a:lnTo>
                  <a:pt x="359" y="460"/>
                </a:lnTo>
                <a:lnTo>
                  <a:pt x="358" y="460"/>
                </a:lnTo>
                <a:lnTo>
                  <a:pt x="358" y="461"/>
                </a:lnTo>
                <a:lnTo>
                  <a:pt x="359" y="461"/>
                </a:lnTo>
                <a:lnTo>
                  <a:pt x="359" y="462"/>
                </a:lnTo>
                <a:lnTo>
                  <a:pt x="359" y="463"/>
                </a:lnTo>
                <a:lnTo>
                  <a:pt x="360" y="463"/>
                </a:lnTo>
                <a:lnTo>
                  <a:pt x="361" y="463"/>
                </a:lnTo>
                <a:lnTo>
                  <a:pt x="362" y="462"/>
                </a:lnTo>
                <a:lnTo>
                  <a:pt x="362" y="463"/>
                </a:lnTo>
                <a:lnTo>
                  <a:pt x="362" y="464"/>
                </a:lnTo>
                <a:lnTo>
                  <a:pt x="361" y="464"/>
                </a:lnTo>
                <a:lnTo>
                  <a:pt x="360" y="463"/>
                </a:lnTo>
                <a:lnTo>
                  <a:pt x="359" y="463"/>
                </a:lnTo>
                <a:lnTo>
                  <a:pt x="359" y="464"/>
                </a:lnTo>
                <a:lnTo>
                  <a:pt x="359" y="465"/>
                </a:lnTo>
                <a:lnTo>
                  <a:pt x="360" y="465"/>
                </a:lnTo>
                <a:lnTo>
                  <a:pt x="359" y="465"/>
                </a:lnTo>
                <a:lnTo>
                  <a:pt x="359" y="466"/>
                </a:lnTo>
                <a:lnTo>
                  <a:pt x="360" y="466"/>
                </a:lnTo>
                <a:lnTo>
                  <a:pt x="360" y="467"/>
                </a:lnTo>
                <a:lnTo>
                  <a:pt x="361" y="467"/>
                </a:lnTo>
                <a:lnTo>
                  <a:pt x="361" y="468"/>
                </a:lnTo>
                <a:lnTo>
                  <a:pt x="361" y="469"/>
                </a:lnTo>
                <a:lnTo>
                  <a:pt x="362" y="469"/>
                </a:lnTo>
                <a:lnTo>
                  <a:pt x="362" y="470"/>
                </a:lnTo>
                <a:lnTo>
                  <a:pt x="362" y="471"/>
                </a:lnTo>
                <a:lnTo>
                  <a:pt x="362" y="473"/>
                </a:lnTo>
                <a:lnTo>
                  <a:pt x="362" y="474"/>
                </a:lnTo>
                <a:lnTo>
                  <a:pt x="363" y="474"/>
                </a:lnTo>
                <a:lnTo>
                  <a:pt x="363" y="475"/>
                </a:lnTo>
                <a:lnTo>
                  <a:pt x="362" y="475"/>
                </a:lnTo>
                <a:lnTo>
                  <a:pt x="362" y="476"/>
                </a:lnTo>
                <a:lnTo>
                  <a:pt x="362" y="477"/>
                </a:lnTo>
                <a:lnTo>
                  <a:pt x="362" y="478"/>
                </a:lnTo>
                <a:lnTo>
                  <a:pt x="362" y="479"/>
                </a:lnTo>
                <a:lnTo>
                  <a:pt x="362" y="480"/>
                </a:lnTo>
                <a:lnTo>
                  <a:pt x="362" y="481"/>
                </a:lnTo>
                <a:lnTo>
                  <a:pt x="362" y="482"/>
                </a:lnTo>
                <a:lnTo>
                  <a:pt x="362" y="483"/>
                </a:lnTo>
                <a:lnTo>
                  <a:pt x="362" y="484"/>
                </a:lnTo>
                <a:lnTo>
                  <a:pt x="361" y="483"/>
                </a:lnTo>
                <a:lnTo>
                  <a:pt x="360" y="482"/>
                </a:lnTo>
                <a:lnTo>
                  <a:pt x="360" y="483"/>
                </a:lnTo>
                <a:lnTo>
                  <a:pt x="359" y="483"/>
                </a:lnTo>
                <a:lnTo>
                  <a:pt x="358" y="483"/>
                </a:lnTo>
                <a:lnTo>
                  <a:pt x="357" y="484"/>
                </a:lnTo>
                <a:lnTo>
                  <a:pt x="357" y="485"/>
                </a:lnTo>
                <a:lnTo>
                  <a:pt x="358" y="485"/>
                </a:lnTo>
                <a:lnTo>
                  <a:pt x="358" y="486"/>
                </a:lnTo>
                <a:lnTo>
                  <a:pt x="358" y="488"/>
                </a:lnTo>
                <a:lnTo>
                  <a:pt x="357" y="488"/>
                </a:lnTo>
                <a:lnTo>
                  <a:pt x="357" y="489"/>
                </a:lnTo>
                <a:lnTo>
                  <a:pt x="356" y="489"/>
                </a:lnTo>
                <a:lnTo>
                  <a:pt x="355" y="490"/>
                </a:lnTo>
                <a:lnTo>
                  <a:pt x="354" y="491"/>
                </a:lnTo>
                <a:lnTo>
                  <a:pt x="353" y="491"/>
                </a:lnTo>
                <a:lnTo>
                  <a:pt x="353" y="492"/>
                </a:lnTo>
                <a:lnTo>
                  <a:pt x="352" y="493"/>
                </a:lnTo>
                <a:lnTo>
                  <a:pt x="351" y="493"/>
                </a:lnTo>
                <a:lnTo>
                  <a:pt x="351" y="492"/>
                </a:lnTo>
                <a:lnTo>
                  <a:pt x="350" y="492"/>
                </a:lnTo>
                <a:lnTo>
                  <a:pt x="350" y="493"/>
                </a:lnTo>
                <a:lnTo>
                  <a:pt x="349" y="493"/>
                </a:lnTo>
                <a:lnTo>
                  <a:pt x="349" y="494"/>
                </a:lnTo>
                <a:lnTo>
                  <a:pt x="350" y="494"/>
                </a:lnTo>
                <a:lnTo>
                  <a:pt x="350" y="495"/>
                </a:lnTo>
                <a:lnTo>
                  <a:pt x="350" y="496"/>
                </a:lnTo>
                <a:lnTo>
                  <a:pt x="349" y="496"/>
                </a:lnTo>
                <a:lnTo>
                  <a:pt x="348" y="496"/>
                </a:lnTo>
                <a:lnTo>
                  <a:pt x="348" y="497"/>
                </a:lnTo>
                <a:lnTo>
                  <a:pt x="348" y="498"/>
                </a:lnTo>
                <a:lnTo>
                  <a:pt x="348" y="499"/>
                </a:lnTo>
                <a:lnTo>
                  <a:pt x="349" y="500"/>
                </a:lnTo>
                <a:lnTo>
                  <a:pt x="349" y="501"/>
                </a:lnTo>
                <a:lnTo>
                  <a:pt x="349" y="503"/>
                </a:lnTo>
                <a:lnTo>
                  <a:pt x="349" y="504"/>
                </a:lnTo>
                <a:lnTo>
                  <a:pt x="348" y="504"/>
                </a:lnTo>
                <a:lnTo>
                  <a:pt x="347" y="505"/>
                </a:lnTo>
                <a:lnTo>
                  <a:pt x="347" y="506"/>
                </a:lnTo>
                <a:lnTo>
                  <a:pt x="346" y="507"/>
                </a:lnTo>
                <a:lnTo>
                  <a:pt x="345" y="507"/>
                </a:lnTo>
                <a:lnTo>
                  <a:pt x="344" y="508"/>
                </a:lnTo>
                <a:lnTo>
                  <a:pt x="343" y="509"/>
                </a:lnTo>
                <a:lnTo>
                  <a:pt x="343" y="510"/>
                </a:lnTo>
                <a:lnTo>
                  <a:pt x="341" y="510"/>
                </a:lnTo>
                <a:lnTo>
                  <a:pt x="341" y="511"/>
                </a:lnTo>
                <a:lnTo>
                  <a:pt x="340" y="512"/>
                </a:lnTo>
                <a:lnTo>
                  <a:pt x="340" y="513"/>
                </a:lnTo>
                <a:lnTo>
                  <a:pt x="339" y="513"/>
                </a:lnTo>
                <a:lnTo>
                  <a:pt x="338" y="514"/>
                </a:lnTo>
                <a:lnTo>
                  <a:pt x="338" y="513"/>
                </a:lnTo>
                <a:lnTo>
                  <a:pt x="337" y="513"/>
                </a:lnTo>
                <a:lnTo>
                  <a:pt x="336" y="512"/>
                </a:lnTo>
                <a:lnTo>
                  <a:pt x="336" y="513"/>
                </a:lnTo>
                <a:lnTo>
                  <a:pt x="335" y="513"/>
                </a:lnTo>
                <a:lnTo>
                  <a:pt x="334" y="513"/>
                </a:lnTo>
                <a:lnTo>
                  <a:pt x="333" y="514"/>
                </a:lnTo>
                <a:lnTo>
                  <a:pt x="332" y="514"/>
                </a:lnTo>
                <a:lnTo>
                  <a:pt x="332" y="515"/>
                </a:lnTo>
                <a:lnTo>
                  <a:pt x="331" y="515"/>
                </a:lnTo>
                <a:lnTo>
                  <a:pt x="331" y="516"/>
                </a:lnTo>
                <a:lnTo>
                  <a:pt x="330" y="516"/>
                </a:lnTo>
                <a:lnTo>
                  <a:pt x="329" y="518"/>
                </a:lnTo>
                <a:lnTo>
                  <a:pt x="329" y="519"/>
                </a:lnTo>
                <a:lnTo>
                  <a:pt x="328" y="519"/>
                </a:lnTo>
                <a:lnTo>
                  <a:pt x="327" y="519"/>
                </a:lnTo>
                <a:lnTo>
                  <a:pt x="327" y="520"/>
                </a:lnTo>
                <a:lnTo>
                  <a:pt x="326" y="520"/>
                </a:lnTo>
                <a:lnTo>
                  <a:pt x="326" y="521"/>
                </a:lnTo>
                <a:lnTo>
                  <a:pt x="325" y="522"/>
                </a:lnTo>
                <a:lnTo>
                  <a:pt x="325" y="523"/>
                </a:lnTo>
                <a:lnTo>
                  <a:pt x="325" y="524"/>
                </a:lnTo>
                <a:lnTo>
                  <a:pt x="325" y="525"/>
                </a:lnTo>
                <a:lnTo>
                  <a:pt x="325" y="526"/>
                </a:lnTo>
                <a:lnTo>
                  <a:pt x="324" y="527"/>
                </a:lnTo>
                <a:lnTo>
                  <a:pt x="323" y="527"/>
                </a:lnTo>
                <a:lnTo>
                  <a:pt x="322" y="527"/>
                </a:lnTo>
                <a:lnTo>
                  <a:pt x="321" y="527"/>
                </a:lnTo>
                <a:lnTo>
                  <a:pt x="320" y="527"/>
                </a:lnTo>
                <a:lnTo>
                  <a:pt x="320" y="528"/>
                </a:lnTo>
                <a:lnTo>
                  <a:pt x="319" y="528"/>
                </a:lnTo>
                <a:lnTo>
                  <a:pt x="318" y="527"/>
                </a:lnTo>
                <a:lnTo>
                  <a:pt x="317" y="527"/>
                </a:lnTo>
                <a:lnTo>
                  <a:pt x="316" y="527"/>
                </a:lnTo>
                <a:lnTo>
                  <a:pt x="315" y="527"/>
                </a:lnTo>
                <a:lnTo>
                  <a:pt x="315" y="528"/>
                </a:lnTo>
                <a:lnTo>
                  <a:pt x="314" y="528"/>
                </a:lnTo>
                <a:lnTo>
                  <a:pt x="314" y="529"/>
                </a:lnTo>
                <a:lnTo>
                  <a:pt x="313" y="529"/>
                </a:lnTo>
                <a:lnTo>
                  <a:pt x="313" y="530"/>
                </a:lnTo>
                <a:lnTo>
                  <a:pt x="312" y="530"/>
                </a:lnTo>
                <a:lnTo>
                  <a:pt x="312" y="531"/>
                </a:lnTo>
                <a:lnTo>
                  <a:pt x="311" y="531"/>
                </a:lnTo>
                <a:lnTo>
                  <a:pt x="311" y="530"/>
                </a:lnTo>
                <a:lnTo>
                  <a:pt x="310" y="529"/>
                </a:lnTo>
                <a:lnTo>
                  <a:pt x="310" y="528"/>
                </a:lnTo>
                <a:lnTo>
                  <a:pt x="309" y="528"/>
                </a:lnTo>
                <a:lnTo>
                  <a:pt x="309" y="529"/>
                </a:lnTo>
                <a:lnTo>
                  <a:pt x="309" y="528"/>
                </a:lnTo>
                <a:lnTo>
                  <a:pt x="308" y="528"/>
                </a:lnTo>
                <a:lnTo>
                  <a:pt x="308" y="529"/>
                </a:lnTo>
                <a:lnTo>
                  <a:pt x="308" y="530"/>
                </a:lnTo>
                <a:lnTo>
                  <a:pt x="308" y="531"/>
                </a:lnTo>
                <a:lnTo>
                  <a:pt x="309" y="532"/>
                </a:lnTo>
                <a:lnTo>
                  <a:pt x="309" y="533"/>
                </a:lnTo>
                <a:lnTo>
                  <a:pt x="309" y="534"/>
                </a:lnTo>
                <a:lnTo>
                  <a:pt x="309" y="535"/>
                </a:lnTo>
                <a:lnTo>
                  <a:pt x="309" y="536"/>
                </a:lnTo>
                <a:lnTo>
                  <a:pt x="308" y="536"/>
                </a:lnTo>
                <a:lnTo>
                  <a:pt x="307" y="536"/>
                </a:lnTo>
                <a:lnTo>
                  <a:pt x="306" y="536"/>
                </a:lnTo>
                <a:lnTo>
                  <a:pt x="305" y="536"/>
                </a:lnTo>
                <a:lnTo>
                  <a:pt x="305" y="535"/>
                </a:lnTo>
                <a:lnTo>
                  <a:pt x="304" y="536"/>
                </a:lnTo>
                <a:lnTo>
                  <a:pt x="303" y="535"/>
                </a:lnTo>
                <a:lnTo>
                  <a:pt x="302" y="536"/>
                </a:lnTo>
                <a:lnTo>
                  <a:pt x="301" y="536"/>
                </a:lnTo>
                <a:lnTo>
                  <a:pt x="300" y="536"/>
                </a:lnTo>
                <a:lnTo>
                  <a:pt x="300" y="537"/>
                </a:lnTo>
                <a:lnTo>
                  <a:pt x="299" y="538"/>
                </a:lnTo>
                <a:lnTo>
                  <a:pt x="299" y="539"/>
                </a:lnTo>
                <a:lnTo>
                  <a:pt x="298" y="539"/>
                </a:lnTo>
                <a:lnTo>
                  <a:pt x="298" y="538"/>
                </a:lnTo>
                <a:lnTo>
                  <a:pt x="297" y="538"/>
                </a:lnTo>
                <a:lnTo>
                  <a:pt x="296" y="538"/>
                </a:lnTo>
                <a:lnTo>
                  <a:pt x="295" y="538"/>
                </a:lnTo>
                <a:lnTo>
                  <a:pt x="295" y="537"/>
                </a:lnTo>
                <a:lnTo>
                  <a:pt x="294" y="537"/>
                </a:lnTo>
                <a:lnTo>
                  <a:pt x="293" y="537"/>
                </a:lnTo>
                <a:lnTo>
                  <a:pt x="293" y="536"/>
                </a:lnTo>
                <a:lnTo>
                  <a:pt x="292" y="535"/>
                </a:lnTo>
                <a:lnTo>
                  <a:pt x="292" y="534"/>
                </a:lnTo>
                <a:lnTo>
                  <a:pt x="293" y="534"/>
                </a:lnTo>
                <a:lnTo>
                  <a:pt x="293" y="533"/>
                </a:lnTo>
                <a:lnTo>
                  <a:pt x="293" y="532"/>
                </a:lnTo>
                <a:lnTo>
                  <a:pt x="292" y="532"/>
                </a:lnTo>
                <a:lnTo>
                  <a:pt x="292" y="531"/>
                </a:lnTo>
                <a:lnTo>
                  <a:pt x="292" y="530"/>
                </a:lnTo>
                <a:lnTo>
                  <a:pt x="293" y="530"/>
                </a:lnTo>
                <a:lnTo>
                  <a:pt x="293" y="529"/>
                </a:lnTo>
                <a:lnTo>
                  <a:pt x="293" y="528"/>
                </a:lnTo>
                <a:lnTo>
                  <a:pt x="292" y="527"/>
                </a:lnTo>
                <a:lnTo>
                  <a:pt x="291" y="526"/>
                </a:lnTo>
                <a:lnTo>
                  <a:pt x="290" y="526"/>
                </a:lnTo>
                <a:lnTo>
                  <a:pt x="290" y="525"/>
                </a:lnTo>
                <a:lnTo>
                  <a:pt x="290" y="524"/>
                </a:lnTo>
                <a:lnTo>
                  <a:pt x="289" y="524"/>
                </a:lnTo>
                <a:lnTo>
                  <a:pt x="289" y="525"/>
                </a:lnTo>
                <a:lnTo>
                  <a:pt x="288" y="525"/>
                </a:lnTo>
                <a:lnTo>
                  <a:pt x="288" y="524"/>
                </a:lnTo>
                <a:lnTo>
                  <a:pt x="287" y="524"/>
                </a:lnTo>
                <a:lnTo>
                  <a:pt x="286" y="524"/>
                </a:lnTo>
                <a:lnTo>
                  <a:pt x="285" y="523"/>
                </a:lnTo>
                <a:lnTo>
                  <a:pt x="285" y="522"/>
                </a:lnTo>
                <a:lnTo>
                  <a:pt x="284" y="522"/>
                </a:lnTo>
                <a:lnTo>
                  <a:pt x="284" y="521"/>
                </a:lnTo>
                <a:lnTo>
                  <a:pt x="283" y="521"/>
                </a:lnTo>
                <a:lnTo>
                  <a:pt x="282" y="520"/>
                </a:lnTo>
                <a:lnTo>
                  <a:pt x="281" y="520"/>
                </a:lnTo>
                <a:lnTo>
                  <a:pt x="280" y="521"/>
                </a:lnTo>
                <a:lnTo>
                  <a:pt x="280" y="522"/>
                </a:lnTo>
                <a:lnTo>
                  <a:pt x="279" y="522"/>
                </a:lnTo>
                <a:lnTo>
                  <a:pt x="278" y="521"/>
                </a:lnTo>
                <a:lnTo>
                  <a:pt x="277" y="521"/>
                </a:lnTo>
                <a:lnTo>
                  <a:pt x="276" y="521"/>
                </a:lnTo>
                <a:lnTo>
                  <a:pt x="276" y="522"/>
                </a:lnTo>
                <a:lnTo>
                  <a:pt x="276" y="523"/>
                </a:lnTo>
                <a:lnTo>
                  <a:pt x="275" y="522"/>
                </a:lnTo>
                <a:lnTo>
                  <a:pt x="274" y="522"/>
                </a:lnTo>
                <a:lnTo>
                  <a:pt x="273" y="522"/>
                </a:lnTo>
                <a:lnTo>
                  <a:pt x="273" y="523"/>
                </a:lnTo>
                <a:lnTo>
                  <a:pt x="272" y="523"/>
                </a:lnTo>
                <a:lnTo>
                  <a:pt x="271" y="524"/>
                </a:lnTo>
                <a:lnTo>
                  <a:pt x="270" y="524"/>
                </a:lnTo>
                <a:lnTo>
                  <a:pt x="269" y="523"/>
                </a:lnTo>
                <a:lnTo>
                  <a:pt x="270" y="523"/>
                </a:lnTo>
                <a:lnTo>
                  <a:pt x="269" y="522"/>
                </a:lnTo>
                <a:lnTo>
                  <a:pt x="269" y="523"/>
                </a:lnTo>
                <a:lnTo>
                  <a:pt x="268" y="523"/>
                </a:lnTo>
                <a:lnTo>
                  <a:pt x="268" y="521"/>
                </a:lnTo>
                <a:lnTo>
                  <a:pt x="268" y="522"/>
                </a:lnTo>
                <a:lnTo>
                  <a:pt x="267" y="522"/>
                </a:lnTo>
                <a:lnTo>
                  <a:pt x="266" y="522"/>
                </a:lnTo>
                <a:lnTo>
                  <a:pt x="265" y="522"/>
                </a:lnTo>
                <a:lnTo>
                  <a:pt x="265" y="521"/>
                </a:lnTo>
                <a:lnTo>
                  <a:pt x="264" y="521"/>
                </a:lnTo>
                <a:lnTo>
                  <a:pt x="264" y="520"/>
                </a:lnTo>
                <a:lnTo>
                  <a:pt x="263" y="521"/>
                </a:lnTo>
                <a:lnTo>
                  <a:pt x="262" y="521"/>
                </a:lnTo>
                <a:lnTo>
                  <a:pt x="261" y="522"/>
                </a:lnTo>
                <a:lnTo>
                  <a:pt x="260" y="522"/>
                </a:lnTo>
                <a:lnTo>
                  <a:pt x="261" y="521"/>
                </a:lnTo>
                <a:lnTo>
                  <a:pt x="260" y="521"/>
                </a:lnTo>
                <a:lnTo>
                  <a:pt x="260" y="522"/>
                </a:lnTo>
                <a:lnTo>
                  <a:pt x="259" y="522"/>
                </a:lnTo>
                <a:lnTo>
                  <a:pt x="258" y="522"/>
                </a:lnTo>
                <a:lnTo>
                  <a:pt x="258" y="523"/>
                </a:lnTo>
                <a:lnTo>
                  <a:pt x="257" y="523"/>
                </a:lnTo>
                <a:lnTo>
                  <a:pt x="256" y="523"/>
                </a:lnTo>
                <a:lnTo>
                  <a:pt x="255" y="522"/>
                </a:lnTo>
                <a:lnTo>
                  <a:pt x="254" y="522"/>
                </a:lnTo>
                <a:lnTo>
                  <a:pt x="254" y="523"/>
                </a:lnTo>
                <a:lnTo>
                  <a:pt x="253" y="523"/>
                </a:lnTo>
                <a:lnTo>
                  <a:pt x="252" y="523"/>
                </a:lnTo>
                <a:lnTo>
                  <a:pt x="252" y="522"/>
                </a:lnTo>
                <a:lnTo>
                  <a:pt x="252" y="521"/>
                </a:lnTo>
                <a:lnTo>
                  <a:pt x="252" y="519"/>
                </a:lnTo>
                <a:lnTo>
                  <a:pt x="252" y="518"/>
                </a:lnTo>
                <a:lnTo>
                  <a:pt x="251" y="519"/>
                </a:lnTo>
                <a:lnTo>
                  <a:pt x="251" y="518"/>
                </a:lnTo>
                <a:lnTo>
                  <a:pt x="250" y="518"/>
                </a:lnTo>
                <a:lnTo>
                  <a:pt x="251" y="518"/>
                </a:lnTo>
                <a:lnTo>
                  <a:pt x="250" y="517"/>
                </a:lnTo>
                <a:lnTo>
                  <a:pt x="249" y="517"/>
                </a:lnTo>
                <a:lnTo>
                  <a:pt x="249" y="516"/>
                </a:lnTo>
                <a:lnTo>
                  <a:pt x="248" y="517"/>
                </a:lnTo>
                <a:lnTo>
                  <a:pt x="247" y="517"/>
                </a:lnTo>
                <a:lnTo>
                  <a:pt x="247" y="518"/>
                </a:lnTo>
                <a:lnTo>
                  <a:pt x="246" y="519"/>
                </a:lnTo>
                <a:lnTo>
                  <a:pt x="245" y="519"/>
                </a:lnTo>
                <a:lnTo>
                  <a:pt x="244" y="520"/>
                </a:lnTo>
                <a:lnTo>
                  <a:pt x="243" y="519"/>
                </a:lnTo>
                <a:lnTo>
                  <a:pt x="242" y="519"/>
                </a:lnTo>
                <a:lnTo>
                  <a:pt x="241" y="519"/>
                </a:lnTo>
                <a:lnTo>
                  <a:pt x="240" y="519"/>
                </a:lnTo>
                <a:lnTo>
                  <a:pt x="240" y="518"/>
                </a:lnTo>
                <a:lnTo>
                  <a:pt x="240" y="519"/>
                </a:lnTo>
                <a:lnTo>
                  <a:pt x="239" y="519"/>
                </a:lnTo>
                <a:lnTo>
                  <a:pt x="239" y="518"/>
                </a:lnTo>
                <a:lnTo>
                  <a:pt x="238" y="517"/>
                </a:lnTo>
                <a:lnTo>
                  <a:pt x="238" y="516"/>
                </a:lnTo>
                <a:lnTo>
                  <a:pt x="238" y="515"/>
                </a:lnTo>
                <a:lnTo>
                  <a:pt x="238" y="513"/>
                </a:lnTo>
                <a:lnTo>
                  <a:pt x="238" y="512"/>
                </a:lnTo>
                <a:lnTo>
                  <a:pt x="237" y="511"/>
                </a:lnTo>
                <a:lnTo>
                  <a:pt x="236" y="511"/>
                </a:lnTo>
                <a:lnTo>
                  <a:pt x="235" y="511"/>
                </a:lnTo>
                <a:lnTo>
                  <a:pt x="235" y="512"/>
                </a:lnTo>
                <a:lnTo>
                  <a:pt x="234" y="511"/>
                </a:lnTo>
                <a:lnTo>
                  <a:pt x="233" y="511"/>
                </a:lnTo>
                <a:lnTo>
                  <a:pt x="233" y="510"/>
                </a:lnTo>
                <a:lnTo>
                  <a:pt x="233" y="509"/>
                </a:lnTo>
                <a:lnTo>
                  <a:pt x="232" y="509"/>
                </a:lnTo>
                <a:lnTo>
                  <a:pt x="232" y="510"/>
                </a:lnTo>
                <a:lnTo>
                  <a:pt x="232" y="509"/>
                </a:lnTo>
                <a:lnTo>
                  <a:pt x="231" y="509"/>
                </a:lnTo>
                <a:lnTo>
                  <a:pt x="231" y="508"/>
                </a:lnTo>
                <a:lnTo>
                  <a:pt x="231" y="507"/>
                </a:lnTo>
                <a:lnTo>
                  <a:pt x="232" y="507"/>
                </a:lnTo>
                <a:lnTo>
                  <a:pt x="232" y="506"/>
                </a:lnTo>
                <a:lnTo>
                  <a:pt x="231" y="506"/>
                </a:lnTo>
                <a:lnTo>
                  <a:pt x="231" y="505"/>
                </a:lnTo>
                <a:lnTo>
                  <a:pt x="232" y="504"/>
                </a:lnTo>
                <a:lnTo>
                  <a:pt x="231" y="504"/>
                </a:lnTo>
                <a:lnTo>
                  <a:pt x="231" y="503"/>
                </a:lnTo>
                <a:lnTo>
                  <a:pt x="230" y="503"/>
                </a:lnTo>
                <a:lnTo>
                  <a:pt x="231" y="502"/>
                </a:lnTo>
                <a:lnTo>
                  <a:pt x="231" y="501"/>
                </a:lnTo>
                <a:lnTo>
                  <a:pt x="230" y="501"/>
                </a:lnTo>
                <a:lnTo>
                  <a:pt x="230" y="502"/>
                </a:lnTo>
                <a:lnTo>
                  <a:pt x="229" y="501"/>
                </a:lnTo>
                <a:lnTo>
                  <a:pt x="229" y="500"/>
                </a:lnTo>
                <a:lnTo>
                  <a:pt x="228" y="500"/>
                </a:lnTo>
                <a:lnTo>
                  <a:pt x="229" y="500"/>
                </a:lnTo>
                <a:lnTo>
                  <a:pt x="228" y="499"/>
                </a:lnTo>
                <a:lnTo>
                  <a:pt x="228" y="498"/>
                </a:lnTo>
                <a:lnTo>
                  <a:pt x="227" y="498"/>
                </a:lnTo>
                <a:lnTo>
                  <a:pt x="227" y="497"/>
                </a:lnTo>
                <a:lnTo>
                  <a:pt x="228" y="497"/>
                </a:lnTo>
                <a:lnTo>
                  <a:pt x="228" y="496"/>
                </a:lnTo>
                <a:lnTo>
                  <a:pt x="228" y="495"/>
                </a:lnTo>
                <a:lnTo>
                  <a:pt x="229" y="495"/>
                </a:lnTo>
                <a:lnTo>
                  <a:pt x="229" y="494"/>
                </a:lnTo>
                <a:lnTo>
                  <a:pt x="229" y="493"/>
                </a:lnTo>
                <a:lnTo>
                  <a:pt x="229" y="492"/>
                </a:lnTo>
                <a:lnTo>
                  <a:pt x="228" y="492"/>
                </a:lnTo>
                <a:lnTo>
                  <a:pt x="227" y="492"/>
                </a:lnTo>
                <a:lnTo>
                  <a:pt x="226" y="493"/>
                </a:lnTo>
                <a:lnTo>
                  <a:pt x="225" y="493"/>
                </a:lnTo>
                <a:lnTo>
                  <a:pt x="225" y="494"/>
                </a:lnTo>
                <a:lnTo>
                  <a:pt x="225" y="495"/>
                </a:lnTo>
                <a:lnTo>
                  <a:pt x="224" y="495"/>
                </a:lnTo>
                <a:lnTo>
                  <a:pt x="224" y="496"/>
                </a:lnTo>
                <a:lnTo>
                  <a:pt x="223" y="496"/>
                </a:lnTo>
                <a:lnTo>
                  <a:pt x="222" y="495"/>
                </a:lnTo>
                <a:lnTo>
                  <a:pt x="222" y="494"/>
                </a:lnTo>
                <a:lnTo>
                  <a:pt x="221" y="494"/>
                </a:lnTo>
                <a:lnTo>
                  <a:pt x="222" y="493"/>
                </a:lnTo>
                <a:lnTo>
                  <a:pt x="221" y="492"/>
                </a:lnTo>
                <a:lnTo>
                  <a:pt x="220" y="492"/>
                </a:lnTo>
                <a:lnTo>
                  <a:pt x="219" y="493"/>
                </a:lnTo>
                <a:lnTo>
                  <a:pt x="219" y="494"/>
                </a:lnTo>
                <a:lnTo>
                  <a:pt x="218" y="494"/>
                </a:lnTo>
                <a:lnTo>
                  <a:pt x="218" y="493"/>
                </a:lnTo>
                <a:lnTo>
                  <a:pt x="217" y="494"/>
                </a:lnTo>
                <a:lnTo>
                  <a:pt x="216" y="494"/>
                </a:lnTo>
                <a:lnTo>
                  <a:pt x="217" y="494"/>
                </a:lnTo>
                <a:lnTo>
                  <a:pt x="217" y="495"/>
                </a:lnTo>
                <a:lnTo>
                  <a:pt x="216" y="495"/>
                </a:lnTo>
                <a:lnTo>
                  <a:pt x="215" y="495"/>
                </a:lnTo>
                <a:lnTo>
                  <a:pt x="215" y="494"/>
                </a:lnTo>
                <a:lnTo>
                  <a:pt x="214" y="494"/>
                </a:lnTo>
                <a:lnTo>
                  <a:pt x="213" y="493"/>
                </a:lnTo>
                <a:lnTo>
                  <a:pt x="212" y="492"/>
                </a:lnTo>
                <a:lnTo>
                  <a:pt x="213" y="492"/>
                </a:lnTo>
                <a:lnTo>
                  <a:pt x="214" y="491"/>
                </a:lnTo>
                <a:lnTo>
                  <a:pt x="214" y="489"/>
                </a:lnTo>
                <a:lnTo>
                  <a:pt x="214" y="488"/>
                </a:lnTo>
                <a:lnTo>
                  <a:pt x="214" y="487"/>
                </a:lnTo>
                <a:lnTo>
                  <a:pt x="214" y="486"/>
                </a:lnTo>
                <a:lnTo>
                  <a:pt x="213" y="486"/>
                </a:lnTo>
                <a:lnTo>
                  <a:pt x="211" y="486"/>
                </a:lnTo>
                <a:lnTo>
                  <a:pt x="211" y="485"/>
                </a:lnTo>
                <a:lnTo>
                  <a:pt x="210" y="485"/>
                </a:lnTo>
                <a:lnTo>
                  <a:pt x="209" y="484"/>
                </a:lnTo>
                <a:lnTo>
                  <a:pt x="209" y="485"/>
                </a:lnTo>
                <a:lnTo>
                  <a:pt x="208" y="485"/>
                </a:lnTo>
                <a:lnTo>
                  <a:pt x="207" y="485"/>
                </a:lnTo>
                <a:lnTo>
                  <a:pt x="206" y="485"/>
                </a:lnTo>
                <a:lnTo>
                  <a:pt x="205" y="485"/>
                </a:lnTo>
                <a:lnTo>
                  <a:pt x="204" y="485"/>
                </a:lnTo>
                <a:lnTo>
                  <a:pt x="204" y="486"/>
                </a:lnTo>
                <a:lnTo>
                  <a:pt x="203" y="486"/>
                </a:lnTo>
                <a:lnTo>
                  <a:pt x="203" y="487"/>
                </a:lnTo>
                <a:lnTo>
                  <a:pt x="202" y="487"/>
                </a:lnTo>
                <a:lnTo>
                  <a:pt x="202" y="488"/>
                </a:lnTo>
                <a:lnTo>
                  <a:pt x="202" y="489"/>
                </a:lnTo>
                <a:lnTo>
                  <a:pt x="202" y="490"/>
                </a:lnTo>
                <a:lnTo>
                  <a:pt x="202" y="491"/>
                </a:lnTo>
                <a:lnTo>
                  <a:pt x="201" y="491"/>
                </a:lnTo>
                <a:lnTo>
                  <a:pt x="201" y="492"/>
                </a:lnTo>
                <a:lnTo>
                  <a:pt x="200" y="492"/>
                </a:lnTo>
                <a:lnTo>
                  <a:pt x="199" y="493"/>
                </a:lnTo>
                <a:lnTo>
                  <a:pt x="199" y="494"/>
                </a:lnTo>
                <a:lnTo>
                  <a:pt x="198" y="494"/>
                </a:lnTo>
                <a:lnTo>
                  <a:pt x="197" y="494"/>
                </a:lnTo>
                <a:lnTo>
                  <a:pt x="197" y="495"/>
                </a:lnTo>
                <a:lnTo>
                  <a:pt x="198" y="495"/>
                </a:lnTo>
                <a:lnTo>
                  <a:pt x="198" y="496"/>
                </a:lnTo>
                <a:lnTo>
                  <a:pt x="199" y="496"/>
                </a:lnTo>
                <a:lnTo>
                  <a:pt x="199" y="497"/>
                </a:lnTo>
                <a:lnTo>
                  <a:pt x="200" y="497"/>
                </a:lnTo>
                <a:lnTo>
                  <a:pt x="200" y="498"/>
                </a:lnTo>
                <a:lnTo>
                  <a:pt x="202" y="497"/>
                </a:lnTo>
                <a:lnTo>
                  <a:pt x="202" y="498"/>
                </a:lnTo>
                <a:lnTo>
                  <a:pt x="202" y="499"/>
                </a:lnTo>
                <a:lnTo>
                  <a:pt x="203" y="499"/>
                </a:lnTo>
                <a:lnTo>
                  <a:pt x="203" y="500"/>
                </a:lnTo>
                <a:lnTo>
                  <a:pt x="202" y="500"/>
                </a:lnTo>
                <a:lnTo>
                  <a:pt x="202" y="501"/>
                </a:lnTo>
                <a:lnTo>
                  <a:pt x="201" y="501"/>
                </a:lnTo>
                <a:lnTo>
                  <a:pt x="201" y="502"/>
                </a:lnTo>
                <a:lnTo>
                  <a:pt x="200" y="502"/>
                </a:lnTo>
                <a:lnTo>
                  <a:pt x="200" y="503"/>
                </a:lnTo>
                <a:lnTo>
                  <a:pt x="200" y="504"/>
                </a:lnTo>
                <a:lnTo>
                  <a:pt x="201" y="504"/>
                </a:lnTo>
                <a:lnTo>
                  <a:pt x="201" y="505"/>
                </a:lnTo>
                <a:lnTo>
                  <a:pt x="201" y="506"/>
                </a:lnTo>
                <a:lnTo>
                  <a:pt x="201" y="507"/>
                </a:lnTo>
                <a:lnTo>
                  <a:pt x="200" y="507"/>
                </a:lnTo>
                <a:lnTo>
                  <a:pt x="199" y="507"/>
                </a:lnTo>
                <a:lnTo>
                  <a:pt x="199" y="508"/>
                </a:lnTo>
                <a:lnTo>
                  <a:pt x="198" y="508"/>
                </a:lnTo>
                <a:lnTo>
                  <a:pt x="197" y="508"/>
                </a:lnTo>
                <a:lnTo>
                  <a:pt x="196" y="509"/>
                </a:lnTo>
                <a:lnTo>
                  <a:pt x="195" y="509"/>
                </a:lnTo>
                <a:lnTo>
                  <a:pt x="194" y="509"/>
                </a:lnTo>
                <a:lnTo>
                  <a:pt x="194" y="510"/>
                </a:lnTo>
                <a:lnTo>
                  <a:pt x="193" y="510"/>
                </a:lnTo>
                <a:lnTo>
                  <a:pt x="193" y="509"/>
                </a:lnTo>
                <a:lnTo>
                  <a:pt x="192" y="509"/>
                </a:lnTo>
                <a:lnTo>
                  <a:pt x="191" y="509"/>
                </a:lnTo>
                <a:lnTo>
                  <a:pt x="190" y="509"/>
                </a:lnTo>
                <a:lnTo>
                  <a:pt x="189" y="510"/>
                </a:lnTo>
                <a:lnTo>
                  <a:pt x="189" y="511"/>
                </a:lnTo>
                <a:lnTo>
                  <a:pt x="188" y="511"/>
                </a:lnTo>
                <a:lnTo>
                  <a:pt x="188" y="512"/>
                </a:lnTo>
                <a:lnTo>
                  <a:pt x="188" y="513"/>
                </a:lnTo>
                <a:lnTo>
                  <a:pt x="187" y="512"/>
                </a:lnTo>
                <a:lnTo>
                  <a:pt x="187" y="513"/>
                </a:lnTo>
                <a:lnTo>
                  <a:pt x="186" y="513"/>
                </a:lnTo>
                <a:lnTo>
                  <a:pt x="185" y="513"/>
                </a:lnTo>
                <a:lnTo>
                  <a:pt x="184" y="513"/>
                </a:lnTo>
                <a:lnTo>
                  <a:pt x="184" y="514"/>
                </a:lnTo>
                <a:lnTo>
                  <a:pt x="183" y="514"/>
                </a:lnTo>
                <a:lnTo>
                  <a:pt x="182" y="515"/>
                </a:lnTo>
                <a:lnTo>
                  <a:pt x="182" y="516"/>
                </a:lnTo>
                <a:lnTo>
                  <a:pt x="181" y="515"/>
                </a:lnTo>
                <a:lnTo>
                  <a:pt x="181" y="516"/>
                </a:lnTo>
                <a:lnTo>
                  <a:pt x="180" y="516"/>
                </a:lnTo>
                <a:lnTo>
                  <a:pt x="179" y="516"/>
                </a:lnTo>
                <a:lnTo>
                  <a:pt x="179" y="517"/>
                </a:lnTo>
                <a:lnTo>
                  <a:pt x="179" y="518"/>
                </a:lnTo>
                <a:lnTo>
                  <a:pt x="178" y="518"/>
                </a:lnTo>
                <a:lnTo>
                  <a:pt x="178" y="519"/>
                </a:lnTo>
                <a:lnTo>
                  <a:pt x="177" y="519"/>
                </a:lnTo>
                <a:lnTo>
                  <a:pt x="177" y="520"/>
                </a:lnTo>
                <a:lnTo>
                  <a:pt x="176" y="521"/>
                </a:lnTo>
                <a:lnTo>
                  <a:pt x="175" y="521"/>
                </a:lnTo>
                <a:lnTo>
                  <a:pt x="174" y="521"/>
                </a:lnTo>
                <a:lnTo>
                  <a:pt x="173" y="521"/>
                </a:lnTo>
                <a:lnTo>
                  <a:pt x="172" y="522"/>
                </a:lnTo>
                <a:lnTo>
                  <a:pt x="172" y="521"/>
                </a:lnTo>
                <a:lnTo>
                  <a:pt x="171" y="521"/>
                </a:lnTo>
                <a:lnTo>
                  <a:pt x="170" y="520"/>
                </a:lnTo>
                <a:lnTo>
                  <a:pt x="171" y="520"/>
                </a:lnTo>
                <a:lnTo>
                  <a:pt x="171" y="519"/>
                </a:lnTo>
                <a:lnTo>
                  <a:pt x="170" y="518"/>
                </a:lnTo>
                <a:lnTo>
                  <a:pt x="170" y="519"/>
                </a:lnTo>
                <a:lnTo>
                  <a:pt x="170" y="518"/>
                </a:lnTo>
                <a:lnTo>
                  <a:pt x="169" y="518"/>
                </a:lnTo>
                <a:lnTo>
                  <a:pt x="169" y="519"/>
                </a:lnTo>
                <a:lnTo>
                  <a:pt x="168" y="518"/>
                </a:lnTo>
                <a:lnTo>
                  <a:pt x="167" y="519"/>
                </a:lnTo>
                <a:lnTo>
                  <a:pt x="167" y="520"/>
                </a:lnTo>
                <a:lnTo>
                  <a:pt x="166" y="520"/>
                </a:lnTo>
                <a:lnTo>
                  <a:pt x="166" y="521"/>
                </a:lnTo>
                <a:lnTo>
                  <a:pt x="166" y="522"/>
                </a:lnTo>
                <a:lnTo>
                  <a:pt x="165" y="521"/>
                </a:lnTo>
                <a:lnTo>
                  <a:pt x="165" y="520"/>
                </a:lnTo>
                <a:lnTo>
                  <a:pt x="165" y="519"/>
                </a:lnTo>
                <a:lnTo>
                  <a:pt x="164" y="519"/>
                </a:lnTo>
                <a:lnTo>
                  <a:pt x="163" y="518"/>
                </a:lnTo>
                <a:lnTo>
                  <a:pt x="162" y="518"/>
                </a:lnTo>
                <a:lnTo>
                  <a:pt x="162" y="517"/>
                </a:lnTo>
                <a:lnTo>
                  <a:pt x="162" y="516"/>
                </a:lnTo>
                <a:lnTo>
                  <a:pt x="161" y="515"/>
                </a:lnTo>
                <a:lnTo>
                  <a:pt x="160" y="515"/>
                </a:lnTo>
                <a:lnTo>
                  <a:pt x="160" y="514"/>
                </a:lnTo>
                <a:lnTo>
                  <a:pt x="159" y="514"/>
                </a:lnTo>
                <a:lnTo>
                  <a:pt x="159" y="513"/>
                </a:lnTo>
                <a:lnTo>
                  <a:pt x="160" y="512"/>
                </a:lnTo>
                <a:lnTo>
                  <a:pt x="160" y="511"/>
                </a:lnTo>
                <a:lnTo>
                  <a:pt x="161" y="511"/>
                </a:lnTo>
                <a:lnTo>
                  <a:pt x="162" y="511"/>
                </a:lnTo>
                <a:lnTo>
                  <a:pt x="162" y="510"/>
                </a:lnTo>
                <a:lnTo>
                  <a:pt x="162" y="509"/>
                </a:lnTo>
                <a:lnTo>
                  <a:pt x="161" y="509"/>
                </a:lnTo>
                <a:lnTo>
                  <a:pt x="160" y="509"/>
                </a:lnTo>
                <a:lnTo>
                  <a:pt x="159" y="509"/>
                </a:lnTo>
                <a:lnTo>
                  <a:pt x="159" y="508"/>
                </a:lnTo>
                <a:lnTo>
                  <a:pt x="160" y="508"/>
                </a:lnTo>
                <a:lnTo>
                  <a:pt x="161" y="508"/>
                </a:lnTo>
                <a:lnTo>
                  <a:pt x="161" y="507"/>
                </a:lnTo>
                <a:lnTo>
                  <a:pt x="161" y="506"/>
                </a:lnTo>
                <a:lnTo>
                  <a:pt x="161" y="505"/>
                </a:lnTo>
                <a:lnTo>
                  <a:pt x="162" y="505"/>
                </a:lnTo>
                <a:lnTo>
                  <a:pt x="162" y="504"/>
                </a:lnTo>
                <a:lnTo>
                  <a:pt x="163" y="504"/>
                </a:lnTo>
                <a:lnTo>
                  <a:pt x="164" y="503"/>
                </a:lnTo>
                <a:lnTo>
                  <a:pt x="164" y="502"/>
                </a:lnTo>
                <a:lnTo>
                  <a:pt x="165" y="501"/>
                </a:lnTo>
                <a:lnTo>
                  <a:pt x="166" y="500"/>
                </a:lnTo>
                <a:lnTo>
                  <a:pt x="167" y="500"/>
                </a:lnTo>
                <a:lnTo>
                  <a:pt x="167" y="499"/>
                </a:lnTo>
                <a:lnTo>
                  <a:pt x="167" y="498"/>
                </a:lnTo>
                <a:lnTo>
                  <a:pt x="168" y="498"/>
                </a:lnTo>
                <a:lnTo>
                  <a:pt x="169" y="498"/>
                </a:lnTo>
                <a:lnTo>
                  <a:pt x="169" y="497"/>
                </a:lnTo>
                <a:lnTo>
                  <a:pt x="170" y="497"/>
                </a:lnTo>
                <a:lnTo>
                  <a:pt x="170" y="498"/>
                </a:lnTo>
                <a:lnTo>
                  <a:pt x="171" y="498"/>
                </a:lnTo>
                <a:lnTo>
                  <a:pt x="172" y="497"/>
                </a:lnTo>
                <a:lnTo>
                  <a:pt x="173" y="497"/>
                </a:lnTo>
                <a:lnTo>
                  <a:pt x="173" y="496"/>
                </a:lnTo>
                <a:lnTo>
                  <a:pt x="174" y="496"/>
                </a:lnTo>
                <a:lnTo>
                  <a:pt x="175" y="496"/>
                </a:lnTo>
                <a:lnTo>
                  <a:pt x="175" y="495"/>
                </a:lnTo>
                <a:lnTo>
                  <a:pt x="175" y="494"/>
                </a:lnTo>
                <a:lnTo>
                  <a:pt x="174" y="494"/>
                </a:lnTo>
                <a:lnTo>
                  <a:pt x="175" y="494"/>
                </a:lnTo>
                <a:lnTo>
                  <a:pt x="175" y="493"/>
                </a:lnTo>
                <a:lnTo>
                  <a:pt x="176" y="493"/>
                </a:lnTo>
                <a:lnTo>
                  <a:pt x="176" y="492"/>
                </a:lnTo>
                <a:lnTo>
                  <a:pt x="177" y="491"/>
                </a:lnTo>
                <a:lnTo>
                  <a:pt x="178" y="491"/>
                </a:lnTo>
                <a:lnTo>
                  <a:pt x="178" y="490"/>
                </a:lnTo>
                <a:lnTo>
                  <a:pt x="179" y="489"/>
                </a:lnTo>
                <a:lnTo>
                  <a:pt x="180" y="488"/>
                </a:lnTo>
                <a:lnTo>
                  <a:pt x="180" y="487"/>
                </a:lnTo>
                <a:lnTo>
                  <a:pt x="180" y="486"/>
                </a:lnTo>
                <a:lnTo>
                  <a:pt x="181" y="486"/>
                </a:lnTo>
                <a:lnTo>
                  <a:pt x="181" y="485"/>
                </a:lnTo>
                <a:lnTo>
                  <a:pt x="181" y="484"/>
                </a:lnTo>
                <a:lnTo>
                  <a:pt x="181" y="483"/>
                </a:lnTo>
                <a:lnTo>
                  <a:pt x="182" y="483"/>
                </a:lnTo>
                <a:lnTo>
                  <a:pt x="182" y="482"/>
                </a:lnTo>
                <a:lnTo>
                  <a:pt x="181" y="481"/>
                </a:lnTo>
                <a:lnTo>
                  <a:pt x="181" y="480"/>
                </a:lnTo>
                <a:lnTo>
                  <a:pt x="180" y="480"/>
                </a:lnTo>
                <a:lnTo>
                  <a:pt x="179" y="480"/>
                </a:lnTo>
                <a:lnTo>
                  <a:pt x="179" y="479"/>
                </a:lnTo>
                <a:lnTo>
                  <a:pt x="178" y="479"/>
                </a:lnTo>
                <a:lnTo>
                  <a:pt x="178" y="480"/>
                </a:lnTo>
                <a:lnTo>
                  <a:pt x="177" y="480"/>
                </a:lnTo>
                <a:lnTo>
                  <a:pt x="176" y="480"/>
                </a:lnTo>
                <a:lnTo>
                  <a:pt x="175" y="480"/>
                </a:lnTo>
                <a:lnTo>
                  <a:pt x="175" y="481"/>
                </a:lnTo>
                <a:lnTo>
                  <a:pt x="176" y="481"/>
                </a:lnTo>
                <a:lnTo>
                  <a:pt x="175" y="481"/>
                </a:lnTo>
                <a:lnTo>
                  <a:pt x="175" y="480"/>
                </a:lnTo>
                <a:lnTo>
                  <a:pt x="175" y="479"/>
                </a:lnTo>
                <a:lnTo>
                  <a:pt x="175" y="478"/>
                </a:lnTo>
                <a:lnTo>
                  <a:pt x="175" y="477"/>
                </a:lnTo>
                <a:lnTo>
                  <a:pt x="175" y="476"/>
                </a:lnTo>
                <a:lnTo>
                  <a:pt x="174" y="476"/>
                </a:lnTo>
                <a:lnTo>
                  <a:pt x="174" y="477"/>
                </a:lnTo>
                <a:lnTo>
                  <a:pt x="173" y="477"/>
                </a:lnTo>
                <a:lnTo>
                  <a:pt x="172" y="477"/>
                </a:lnTo>
                <a:lnTo>
                  <a:pt x="171" y="476"/>
                </a:lnTo>
                <a:lnTo>
                  <a:pt x="172" y="476"/>
                </a:lnTo>
                <a:lnTo>
                  <a:pt x="171" y="476"/>
                </a:lnTo>
                <a:lnTo>
                  <a:pt x="172" y="475"/>
                </a:lnTo>
                <a:lnTo>
                  <a:pt x="171" y="475"/>
                </a:lnTo>
                <a:lnTo>
                  <a:pt x="171" y="474"/>
                </a:lnTo>
                <a:lnTo>
                  <a:pt x="170" y="473"/>
                </a:lnTo>
                <a:lnTo>
                  <a:pt x="169" y="472"/>
                </a:lnTo>
                <a:lnTo>
                  <a:pt x="168" y="472"/>
                </a:lnTo>
                <a:lnTo>
                  <a:pt x="168" y="471"/>
                </a:lnTo>
                <a:lnTo>
                  <a:pt x="167" y="471"/>
                </a:lnTo>
                <a:lnTo>
                  <a:pt x="167" y="472"/>
                </a:lnTo>
                <a:lnTo>
                  <a:pt x="166" y="472"/>
                </a:lnTo>
                <a:lnTo>
                  <a:pt x="166" y="471"/>
                </a:lnTo>
                <a:lnTo>
                  <a:pt x="165" y="471"/>
                </a:lnTo>
                <a:lnTo>
                  <a:pt x="164" y="471"/>
                </a:lnTo>
                <a:lnTo>
                  <a:pt x="163" y="470"/>
                </a:lnTo>
                <a:lnTo>
                  <a:pt x="162" y="470"/>
                </a:lnTo>
                <a:lnTo>
                  <a:pt x="161" y="469"/>
                </a:lnTo>
                <a:lnTo>
                  <a:pt x="160" y="469"/>
                </a:lnTo>
                <a:lnTo>
                  <a:pt x="159" y="469"/>
                </a:lnTo>
                <a:lnTo>
                  <a:pt x="158" y="469"/>
                </a:lnTo>
                <a:lnTo>
                  <a:pt x="157" y="469"/>
                </a:lnTo>
                <a:lnTo>
                  <a:pt x="156" y="469"/>
                </a:lnTo>
                <a:lnTo>
                  <a:pt x="155" y="470"/>
                </a:lnTo>
                <a:lnTo>
                  <a:pt x="154" y="470"/>
                </a:lnTo>
                <a:lnTo>
                  <a:pt x="154" y="471"/>
                </a:lnTo>
                <a:lnTo>
                  <a:pt x="153" y="472"/>
                </a:lnTo>
                <a:lnTo>
                  <a:pt x="152" y="474"/>
                </a:lnTo>
                <a:lnTo>
                  <a:pt x="152" y="476"/>
                </a:lnTo>
                <a:lnTo>
                  <a:pt x="151" y="477"/>
                </a:lnTo>
                <a:lnTo>
                  <a:pt x="151" y="478"/>
                </a:lnTo>
                <a:lnTo>
                  <a:pt x="152" y="482"/>
                </a:lnTo>
                <a:lnTo>
                  <a:pt x="151" y="484"/>
                </a:lnTo>
                <a:lnTo>
                  <a:pt x="151" y="485"/>
                </a:lnTo>
                <a:lnTo>
                  <a:pt x="150" y="486"/>
                </a:lnTo>
                <a:lnTo>
                  <a:pt x="150" y="487"/>
                </a:lnTo>
                <a:lnTo>
                  <a:pt x="149" y="487"/>
                </a:lnTo>
                <a:lnTo>
                  <a:pt x="148" y="487"/>
                </a:lnTo>
                <a:lnTo>
                  <a:pt x="147" y="487"/>
                </a:lnTo>
                <a:lnTo>
                  <a:pt x="146" y="487"/>
                </a:lnTo>
                <a:lnTo>
                  <a:pt x="145" y="487"/>
                </a:lnTo>
                <a:lnTo>
                  <a:pt x="144" y="487"/>
                </a:lnTo>
                <a:lnTo>
                  <a:pt x="143" y="487"/>
                </a:lnTo>
                <a:lnTo>
                  <a:pt x="142" y="488"/>
                </a:lnTo>
                <a:lnTo>
                  <a:pt x="141" y="488"/>
                </a:lnTo>
                <a:lnTo>
                  <a:pt x="140" y="489"/>
                </a:lnTo>
                <a:lnTo>
                  <a:pt x="140" y="490"/>
                </a:lnTo>
                <a:lnTo>
                  <a:pt x="139" y="490"/>
                </a:lnTo>
                <a:lnTo>
                  <a:pt x="138" y="490"/>
                </a:lnTo>
                <a:lnTo>
                  <a:pt x="137" y="491"/>
                </a:lnTo>
                <a:lnTo>
                  <a:pt x="136" y="492"/>
                </a:lnTo>
                <a:lnTo>
                  <a:pt x="135" y="492"/>
                </a:lnTo>
                <a:lnTo>
                  <a:pt x="134" y="492"/>
                </a:lnTo>
                <a:lnTo>
                  <a:pt x="133" y="493"/>
                </a:lnTo>
                <a:lnTo>
                  <a:pt x="132" y="493"/>
                </a:lnTo>
                <a:lnTo>
                  <a:pt x="132" y="494"/>
                </a:lnTo>
                <a:lnTo>
                  <a:pt x="131" y="494"/>
                </a:lnTo>
                <a:lnTo>
                  <a:pt x="130" y="495"/>
                </a:lnTo>
                <a:lnTo>
                  <a:pt x="129" y="496"/>
                </a:lnTo>
                <a:lnTo>
                  <a:pt x="128" y="497"/>
                </a:lnTo>
                <a:lnTo>
                  <a:pt x="127" y="497"/>
                </a:lnTo>
                <a:lnTo>
                  <a:pt x="124" y="499"/>
                </a:lnTo>
                <a:lnTo>
                  <a:pt x="123" y="499"/>
                </a:lnTo>
                <a:lnTo>
                  <a:pt x="123" y="498"/>
                </a:lnTo>
                <a:lnTo>
                  <a:pt x="122" y="498"/>
                </a:lnTo>
                <a:lnTo>
                  <a:pt x="122" y="497"/>
                </a:lnTo>
                <a:lnTo>
                  <a:pt x="121" y="496"/>
                </a:lnTo>
                <a:lnTo>
                  <a:pt x="121" y="495"/>
                </a:lnTo>
                <a:lnTo>
                  <a:pt x="120" y="495"/>
                </a:lnTo>
                <a:lnTo>
                  <a:pt x="119" y="495"/>
                </a:lnTo>
                <a:lnTo>
                  <a:pt x="119" y="494"/>
                </a:lnTo>
                <a:lnTo>
                  <a:pt x="115" y="494"/>
                </a:lnTo>
                <a:lnTo>
                  <a:pt x="115" y="495"/>
                </a:lnTo>
                <a:lnTo>
                  <a:pt x="114" y="495"/>
                </a:lnTo>
                <a:lnTo>
                  <a:pt x="113" y="495"/>
                </a:lnTo>
                <a:lnTo>
                  <a:pt x="113" y="494"/>
                </a:lnTo>
                <a:lnTo>
                  <a:pt x="112" y="493"/>
                </a:lnTo>
                <a:lnTo>
                  <a:pt x="112" y="492"/>
                </a:lnTo>
                <a:lnTo>
                  <a:pt x="112" y="491"/>
                </a:lnTo>
                <a:lnTo>
                  <a:pt x="113" y="491"/>
                </a:lnTo>
                <a:lnTo>
                  <a:pt x="113" y="490"/>
                </a:lnTo>
                <a:lnTo>
                  <a:pt x="112" y="489"/>
                </a:lnTo>
                <a:lnTo>
                  <a:pt x="112" y="488"/>
                </a:lnTo>
                <a:lnTo>
                  <a:pt x="112" y="487"/>
                </a:lnTo>
                <a:lnTo>
                  <a:pt x="112" y="488"/>
                </a:lnTo>
                <a:lnTo>
                  <a:pt x="108" y="481"/>
                </a:lnTo>
                <a:lnTo>
                  <a:pt x="107" y="481"/>
                </a:lnTo>
                <a:lnTo>
                  <a:pt x="107" y="480"/>
                </a:lnTo>
                <a:lnTo>
                  <a:pt x="108" y="479"/>
                </a:lnTo>
                <a:lnTo>
                  <a:pt x="108" y="478"/>
                </a:lnTo>
                <a:lnTo>
                  <a:pt x="108" y="476"/>
                </a:lnTo>
                <a:lnTo>
                  <a:pt x="108" y="475"/>
                </a:lnTo>
                <a:lnTo>
                  <a:pt x="108" y="474"/>
                </a:lnTo>
                <a:lnTo>
                  <a:pt x="109" y="474"/>
                </a:lnTo>
                <a:lnTo>
                  <a:pt x="108" y="473"/>
                </a:lnTo>
                <a:lnTo>
                  <a:pt x="108" y="472"/>
                </a:lnTo>
                <a:lnTo>
                  <a:pt x="108" y="471"/>
                </a:lnTo>
                <a:lnTo>
                  <a:pt x="107" y="471"/>
                </a:lnTo>
                <a:lnTo>
                  <a:pt x="107" y="470"/>
                </a:lnTo>
                <a:lnTo>
                  <a:pt x="108" y="470"/>
                </a:lnTo>
                <a:lnTo>
                  <a:pt x="108" y="469"/>
                </a:lnTo>
                <a:lnTo>
                  <a:pt x="108" y="468"/>
                </a:lnTo>
                <a:lnTo>
                  <a:pt x="108" y="467"/>
                </a:lnTo>
                <a:lnTo>
                  <a:pt x="108" y="466"/>
                </a:lnTo>
                <a:lnTo>
                  <a:pt x="108" y="465"/>
                </a:lnTo>
                <a:lnTo>
                  <a:pt x="108" y="464"/>
                </a:lnTo>
                <a:lnTo>
                  <a:pt x="107" y="463"/>
                </a:lnTo>
                <a:lnTo>
                  <a:pt x="107" y="464"/>
                </a:lnTo>
                <a:lnTo>
                  <a:pt x="107" y="463"/>
                </a:lnTo>
                <a:lnTo>
                  <a:pt x="106" y="462"/>
                </a:lnTo>
                <a:lnTo>
                  <a:pt x="106" y="461"/>
                </a:lnTo>
                <a:lnTo>
                  <a:pt x="106" y="460"/>
                </a:lnTo>
                <a:lnTo>
                  <a:pt x="105" y="459"/>
                </a:lnTo>
                <a:lnTo>
                  <a:pt x="105" y="458"/>
                </a:lnTo>
                <a:lnTo>
                  <a:pt x="106" y="458"/>
                </a:lnTo>
                <a:lnTo>
                  <a:pt x="106" y="457"/>
                </a:lnTo>
                <a:lnTo>
                  <a:pt x="106" y="456"/>
                </a:lnTo>
                <a:lnTo>
                  <a:pt x="106" y="455"/>
                </a:lnTo>
                <a:lnTo>
                  <a:pt x="105" y="455"/>
                </a:lnTo>
                <a:lnTo>
                  <a:pt x="105" y="454"/>
                </a:lnTo>
                <a:lnTo>
                  <a:pt x="104" y="454"/>
                </a:lnTo>
                <a:lnTo>
                  <a:pt x="103" y="453"/>
                </a:lnTo>
                <a:lnTo>
                  <a:pt x="103" y="452"/>
                </a:lnTo>
                <a:lnTo>
                  <a:pt x="102" y="452"/>
                </a:lnTo>
                <a:lnTo>
                  <a:pt x="101" y="452"/>
                </a:lnTo>
                <a:lnTo>
                  <a:pt x="102" y="452"/>
                </a:lnTo>
                <a:lnTo>
                  <a:pt x="101" y="451"/>
                </a:lnTo>
                <a:lnTo>
                  <a:pt x="100" y="451"/>
                </a:lnTo>
                <a:lnTo>
                  <a:pt x="100" y="450"/>
                </a:lnTo>
                <a:lnTo>
                  <a:pt x="99" y="450"/>
                </a:lnTo>
                <a:lnTo>
                  <a:pt x="100" y="450"/>
                </a:lnTo>
                <a:lnTo>
                  <a:pt x="100" y="449"/>
                </a:lnTo>
                <a:lnTo>
                  <a:pt x="99" y="449"/>
                </a:lnTo>
                <a:lnTo>
                  <a:pt x="99" y="448"/>
                </a:lnTo>
                <a:lnTo>
                  <a:pt x="99" y="447"/>
                </a:lnTo>
                <a:lnTo>
                  <a:pt x="98" y="447"/>
                </a:lnTo>
                <a:lnTo>
                  <a:pt x="98" y="446"/>
                </a:lnTo>
                <a:lnTo>
                  <a:pt x="97" y="446"/>
                </a:lnTo>
                <a:lnTo>
                  <a:pt x="96" y="446"/>
                </a:lnTo>
                <a:lnTo>
                  <a:pt x="96" y="445"/>
                </a:lnTo>
                <a:lnTo>
                  <a:pt x="95" y="446"/>
                </a:lnTo>
                <a:lnTo>
                  <a:pt x="95" y="445"/>
                </a:lnTo>
                <a:lnTo>
                  <a:pt x="95" y="446"/>
                </a:lnTo>
                <a:lnTo>
                  <a:pt x="94" y="446"/>
                </a:lnTo>
                <a:lnTo>
                  <a:pt x="93" y="446"/>
                </a:lnTo>
                <a:lnTo>
                  <a:pt x="92" y="446"/>
                </a:lnTo>
                <a:lnTo>
                  <a:pt x="92" y="445"/>
                </a:lnTo>
                <a:lnTo>
                  <a:pt x="92" y="444"/>
                </a:lnTo>
                <a:lnTo>
                  <a:pt x="93" y="444"/>
                </a:lnTo>
                <a:lnTo>
                  <a:pt x="93" y="443"/>
                </a:lnTo>
                <a:lnTo>
                  <a:pt x="93" y="442"/>
                </a:lnTo>
                <a:lnTo>
                  <a:pt x="92" y="442"/>
                </a:lnTo>
                <a:lnTo>
                  <a:pt x="92" y="441"/>
                </a:lnTo>
                <a:lnTo>
                  <a:pt x="91" y="441"/>
                </a:lnTo>
                <a:lnTo>
                  <a:pt x="91" y="440"/>
                </a:lnTo>
                <a:lnTo>
                  <a:pt x="90" y="439"/>
                </a:lnTo>
                <a:lnTo>
                  <a:pt x="90" y="438"/>
                </a:lnTo>
                <a:lnTo>
                  <a:pt x="91" y="437"/>
                </a:lnTo>
                <a:lnTo>
                  <a:pt x="91" y="436"/>
                </a:lnTo>
                <a:lnTo>
                  <a:pt x="92" y="436"/>
                </a:lnTo>
                <a:lnTo>
                  <a:pt x="93" y="435"/>
                </a:lnTo>
                <a:lnTo>
                  <a:pt x="93" y="434"/>
                </a:lnTo>
                <a:lnTo>
                  <a:pt x="94" y="434"/>
                </a:lnTo>
                <a:lnTo>
                  <a:pt x="95" y="434"/>
                </a:lnTo>
                <a:lnTo>
                  <a:pt x="95" y="433"/>
                </a:lnTo>
                <a:lnTo>
                  <a:pt x="94" y="433"/>
                </a:lnTo>
                <a:lnTo>
                  <a:pt x="93" y="433"/>
                </a:lnTo>
                <a:lnTo>
                  <a:pt x="93" y="432"/>
                </a:lnTo>
                <a:lnTo>
                  <a:pt x="93" y="431"/>
                </a:lnTo>
                <a:lnTo>
                  <a:pt x="92" y="431"/>
                </a:lnTo>
                <a:lnTo>
                  <a:pt x="91" y="431"/>
                </a:lnTo>
                <a:lnTo>
                  <a:pt x="91" y="430"/>
                </a:lnTo>
                <a:lnTo>
                  <a:pt x="91" y="429"/>
                </a:lnTo>
                <a:lnTo>
                  <a:pt x="91" y="428"/>
                </a:lnTo>
                <a:lnTo>
                  <a:pt x="91" y="427"/>
                </a:lnTo>
                <a:lnTo>
                  <a:pt x="92" y="427"/>
                </a:lnTo>
                <a:lnTo>
                  <a:pt x="92" y="426"/>
                </a:lnTo>
                <a:lnTo>
                  <a:pt x="92" y="425"/>
                </a:lnTo>
                <a:lnTo>
                  <a:pt x="93" y="425"/>
                </a:lnTo>
                <a:lnTo>
                  <a:pt x="93" y="424"/>
                </a:lnTo>
                <a:lnTo>
                  <a:pt x="92" y="424"/>
                </a:lnTo>
                <a:lnTo>
                  <a:pt x="92" y="423"/>
                </a:lnTo>
                <a:lnTo>
                  <a:pt x="91" y="422"/>
                </a:lnTo>
                <a:lnTo>
                  <a:pt x="90" y="421"/>
                </a:lnTo>
                <a:lnTo>
                  <a:pt x="90" y="420"/>
                </a:lnTo>
                <a:lnTo>
                  <a:pt x="89" y="419"/>
                </a:lnTo>
                <a:lnTo>
                  <a:pt x="89" y="418"/>
                </a:lnTo>
                <a:lnTo>
                  <a:pt x="88" y="417"/>
                </a:lnTo>
                <a:lnTo>
                  <a:pt x="87" y="417"/>
                </a:lnTo>
                <a:lnTo>
                  <a:pt x="87" y="416"/>
                </a:lnTo>
                <a:lnTo>
                  <a:pt x="87" y="415"/>
                </a:lnTo>
                <a:lnTo>
                  <a:pt x="86" y="416"/>
                </a:lnTo>
                <a:lnTo>
                  <a:pt x="85" y="415"/>
                </a:lnTo>
                <a:lnTo>
                  <a:pt x="85" y="416"/>
                </a:lnTo>
                <a:lnTo>
                  <a:pt x="84" y="416"/>
                </a:lnTo>
                <a:lnTo>
                  <a:pt x="84" y="415"/>
                </a:lnTo>
                <a:lnTo>
                  <a:pt x="83" y="415"/>
                </a:lnTo>
                <a:lnTo>
                  <a:pt x="83" y="414"/>
                </a:lnTo>
                <a:lnTo>
                  <a:pt x="84" y="413"/>
                </a:lnTo>
                <a:lnTo>
                  <a:pt x="84" y="412"/>
                </a:lnTo>
                <a:lnTo>
                  <a:pt x="83" y="412"/>
                </a:lnTo>
                <a:lnTo>
                  <a:pt x="83" y="411"/>
                </a:lnTo>
                <a:lnTo>
                  <a:pt x="83" y="412"/>
                </a:lnTo>
                <a:lnTo>
                  <a:pt x="82" y="411"/>
                </a:lnTo>
                <a:lnTo>
                  <a:pt x="82" y="410"/>
                </a:lnTo>
                <a:lnTo>
                  <a:pt x="81" y="409"/>
                </a:lnTo>
                <a:lnTo>
                  <a:pt x="80" y="409"/>
                </a:lnTo>
                <a:lnTo>
                  <a:pt x="80" y="408"/>
                </a:lnTo>
                <a:lnTo>
                  <a:pt x="80" y="407"/>
                </a:lnTo>
                <a:lnTo>
                  <a:pt x="79" y="407"/>
                </a:lnTo>
                <a:lnTo>
                  <a:pt x="79" y="406"/>
                </a:lnTo>
                <a:lnTo>
                  <a:pt x="79" y="404"/>
                </a:lnTo>
                <a:lnTo>
                  <a:pt x="80" y="404"/>
                </a:lnTo>
                <a:lnTo>
                  <a:pt x="79" y="403"/>
                </a:lnTo>
                <a:lnTo>
                  <a:pt x="80" y="403"/>
                </a:lnTo>
                <a:lnTo>
                  <a:pt x="80" y="401"/>
                </a:lnTo>
                <a:lnTo>
                  <a:pt x="81" y="401"/>
                </a:lnTo>
                <a:lnTo>
                  <a:pt x="80" y="401"/>
                </a:lnTo>
                <a:lnTo>
                  <a:pt x="81" y="400"/>
                </a:lnTo>
                <a:lnTo>
                  <a:pt x="81" y="399"/>
                </a:lnTo>
                <a:lnTo>
                  <a:pt x="83" y="399"/>
                </a:lnTo>
                <a:lnTo>
                  <a:pt x="83" y="400"/>
                </a:lnTo>
                <a:lnTo>
                  <a:pt x="84" y="400"/>
                </a:lnTo>
                <a:lnTo>
                  <a:pt x="85" y="400"/>
                </a:lnTo>
                <a:lnTo>
                  <a:pt x="86" y="400"/>
                </a:lnTo>
                <a:lnTo>
                  <a:pt x="87" y="400"/>
                </a:lnTo>
                <a:lnTo>
                  <a:pt x="87" y="399"/>
                </a:lnTo>
                <a:lnTo>
                  <a:pt x="88" y="399"/>
                </a:lnTo>
                <a:lnTo>
                  <a:pt x="88" y="398"/>
                </a:lnTo>
                <a:lnTo>
                  <a:pt x="89" y="398"/>
                </a:lnTo>
                <a:lnTo>
                  <a:pt x="89" y="397"/>
                </a:lnTo>
                <a:lnTo>
                  <a:pt x="88" y="397"/>
                </a:lnTo>
                <a:lnTo>
                  <a:pt x="87" y="397"/>
                </a:lnTo>
                <a:lnTo>
                  <a:pt x="87" y="396"/>
                </a:lnTo>
                <a:lnTo>
                  <a:pt x="88" y="396"/>
                </a:lnTo>
                <a:lnTo>
                  <a:pt x="88" y="395"/>
                </a:lnTo>
                <a:lnTo>
                  <a:pt x="88" y="394"/>
                </a:lnTo>
                <a:lnTo>
                  <a:pt x="88" y="393"/>
                </a:lnTo>
                <a:lnTo>
                  <a:pt x="87" y="393"/>
                </a:lnTo>
                <a:lnTo>
                  <a:pt x="86" y="392"/>
                </a:lnTo>
                <a:lnTo>
                  <a:pt x="87" y="391"/>
                </a:lnTo>
                <a:lnTo>
                  <a:pt x="87" y="390"/>
                </a:lnTo>
                <a:lnTo>
                  <a:pt x="88" y="390"/>
                </a:lnTo>
                <a:lnTo>
                  <a:pt x="88" y="389"/>
                </a:lnTo>
                <a:lnTo>
                  <a:pt x="89" y="388"/>
                </a:lnTo>
                <a:lnTo>
                  <a:pt x="90" y="387"/>
                </a:lnTo>
                <a:lnTo>
                  <a:pt x="91" y="387"/>
                </a:lnTo>
                <a:lnTo>
                  <a:pt x="92" y="387"/>
                </a:lnTo>
                <a:lnTo>
                  <a:pt x="92" y="386"/>
                </a:lnTo>
                <a:lnTo>
                  <a:pt x="93" y="386"/>
                </a:lnTo>
                <a:lnTo>
                  <a:pt x="93" y="387"/>
                </a:lnTo>
                <a:lnTo>
                  <a:pt x="94" y="387"/>
                </a:lnTo>
                <a:lnTo>
                  <a:pt x="94" y="386"/>
                </a:lnTo>
                <a:lnTo>
                  <a:pt x="94" y="385"/>
                </a:lnTo>
                <a:lnTo>
                  <a:pt x="95" y="385"/>
                </a:lnTo>
                <a:lnTo>
                  <a:pt x="96" y="384"/>
                </a:lnTo>
                <a:lnTo>
                  <a:pt x="97" y="383"/>
                </a:lnTo>
                <a:lnTo>
                  <a:pt x="98" y="383"/>
                </a:lnTo>
                <a:lnTo>
                  <a:pt x="98" y="382"/>
                </a:lnTo>
                <a:lnTo>
                  <a:pt x="98" y="381"/>
                </a:lnTo>
                <a:lnTo>
                  <a:pt x="99" y="381"/>
                </a:lnTo>
                <a:lnTo>
                  <a:pt x="99" y="382"/>
                </a:lnTo>
                <a:lnTo>
                  <a:pt x="100" y="381"/>
                </a:lnTo>
                <a:lnTo>
                  <a:pt x="100" y="380"/>
                </a:lnTo>
                <a:lnTo>
                  <a:pt x="101" y="380"/>
                </a:lnTo>
                <a:lnTo>
                  <a:pt x="102" y="380"/>
                </a:lnTo>
                <a:lnTo>
                  <a:pt x="102" y="379"/>
                </a:lnTo>
                <a:lnTo>
                  <a:pt x="103" y="379"/>
                </a:lnTo>
                <a:lnTo>
                  <a:pt x="103" y="380"/>
                </a:lnTo>
                <a:lnTo>
                  <a:pt x="104" y="380"/>
                </a:lnTo>
                <a:lnTo>
                  <a:pt x="104" y="379"/>
                </a:lnTo>
                <a:lnTo>
                  <a:pt x="105" y="379"/>
                </a:lnTo>
                <a:lnTo>
                  <a:pt x="106" y="379"/>
                </a:lnTo>
                <a:lnTo>
                  <a:pt x="107" y="379"/>
                </a:lnTo>
                <a:lnTo>
                  <a:pt x="107" y="378"/>
                </a:lnTo>
                <a:lnTo>
                  <a:pt x="106" y="378"/>
                </a:lnTo>
                <a:lnTo>
                  <a:pt x="106" y="377"/>
                </a:lnTo>
                <a:lnTo>
                  <a:pt x="106" y="376"/>
                </a:lnTo>
                <a:lnTo>
                  <a:pt x="106" y="375"/>
                </a:lnTo>
                <a:lnTo>
                  <a:pt x="105" y="374"/>
                </a:lnTo>
                <a:lnTo>
                  <a:pt x="106" y="374"/>
                </a:lnTo>
                <a:lnTo>
                  <a:pt x="105" y="373"/>
                </a:lnTo>
                <a:lnTo>
                  <a:pt x="104" y="373"/>
                </a:lnTo>
                <a:lnTo>
                  <a:pt x="103" y="374"/>
                </a:lnTo>
                <a:lnTo>
                  <a:pt x="103" y="373"/>
                </a:lnTo>
                <a:lnTo>
                  <a:pt x="102" y="373"/>
                </a:lnTo>
                <a:lnTo>
                  <a:pt x="101" y="373"/>
                </a:lnTo>
                <a:lnTo>
                  <a:pt x="101" y="372"/>
                </a:lnTo>
                <a:lnTo>
                  <a:pt x="101" y="371"/>
                </a:lnTo>
                <a:lnTo>
                  <a:pt x="100" y="371"/>
                </a:lnTo>
                <a:lnTo>
                  <a:pt x="99" y="371"/>
                </a:lnTo>
                <a:lnTo>
                  <a:pt x="99" y="370"/>
                </a:lnTo>
                <a:lnTo>
                  <a:pt x="98" y="371"/>
                </a:lnTo>
                <a:lnTo>
                  <a:pt x="97" y="371"/>
                </a:lnTo>
                <a:lnTo>
                  <a:pt x="96" y="371"/>
                </a:lnTo>
                <a:lnTo>
                  <a:pt x="96" y="370"/>
                </a:lnTo>
                <a:lnTo>
                  <a:pt x="96" y="371"/>
                </a:lnTo>
                <a:lnTo>
                  <a:pt x="95" y="371"/>
                </a:lnTo>
                <a:lnTo>
                  <a:pt x="95" y="370"/>
                </a:lnTo>
                <a:lnTo>
                  <a:pt x="95" y="369"/>
                </a:lnTo>
                <a:lnTo>
                  <a:pt x="96" y="369"/>
                </a:lnTo>
                <a:lnTo>
                  <a:pt x="96" y="368"/>
                </a:lnTo>
                <a:lnTo>
                  <a:pt x="95" y="368"/>
                </a:lnTo>
                <a:lnTo>
                  <a:pt x="95" y="367"/>
                </a:lnTo>
                <a:lnTo>
                  <a:pt x="94" y="367"/>
                </a:lnTo>
                <a:lnTo>
                  <a:pt x="93" y="367"/>
                </a:lnTo>
                <a:lnTo>
                  <a:pt x="93" y="366"/>
                </a:lnTo>
                <a:lnTo>
                  <a:pt x="93" y="365"/>
                </a:lnTo>
                <a:lnTo>
                  <a:pt x="92" y="366"/>
                </a:lnTo>
                <a:lnTo>
                  <a:pt x="91" y="365"/>
                </a:lnTo>
                <a:lnTo>
                  <a:pt x="91" y="364"/>
                </a:lnTo>
                <a:lnTo>
                  <a:pt x="91" y="363"/>
                </a:lnTo>
                <a:lnTo>
                  <a:pt x="90" y="363"/>
                </a:lnTo>
                <a:lnTo>
                  <a:pt x="91" y="362"/>
                </a:lnTo>
                <a:lnTo>
                  <a:pt x="90" y="362"/>
                </a:lnTo>
                <a:lnTo>
                  <a:pt x="90" y="361"/>
                </a:lnTo>
                <a:lnTo>
                  <a:pt x="90" y="360"/>
                </a:lnTo>
                <a:lnTo>
                  <a:pt x="89" y="360"/>
                </a:lnTo>
                <a:lnTo>
                  <a:pt x="88" y="360"/>
                </a:lnTo>
                <a:lnTo>
                  <a:pt x="87" y="360"/>
                </a:lnTo>
                <a:lnTo>
                  <a:pt x="87" y="361"/>
                </a:lnTo>
                <a:lnTo>
                  <a:pt x="86" y="361"/>
                </a:lnTo>
                <a:lnTo>
                  <a:pt x="86" y="362"/>
                </a:lnTo>
                <a:lnTo>
                  <a:pt x="85" y="362"/>
                </a:lnTo>
                <a:lnTo>
                  <a:pt x="84" y="362"/>
                </a:lnTo>
                <a:lnTo>
                  <a:pt x="83" y="362"/>
                </a:lnTo>
                <a:lnTo>
                  <a:pt x="82" y="362"/>
                </a:lnTo>
                <a:lnTo>
                  <a:pt x="81" y="362"/>
                </a:lnTo>
                <a:lnTo>
                  <a:pt x="81" y="363"/>
                </a:lnTo>
                <a:lnTo>
                  <a:pt x="81" y="364"/>
                </a:lnTo>
                <a:lnTo>
                  <a:pt x="80" y="364"/>
                </a:lnTo>
                <a:lnTo>
                  <a:pt x="79" y="363"/>
                </a:lnTo>
                <a:lnTo>
                  <a:pt x="80" y="363"/>
                </a:lnTo>
                <a:lnTo>
                  <a:pt x="79" y="362"/>
                </a:lnTo>
                <a:lnTo>
                  <a:pt x="79" y="361"/>
                </a:lnTo>
                <a:lnTo>
                  <a:pt x="78" y="361"/>
                </a:lnTo>
                <a:lnTo>
                  <a:pt x="78" y="360"/>
                </a:lnTo>
                <a:lnTo>
                  <a:pt x="78" y="359"/>
                </a:lnTo>
                <a:lnTo>
                  <a:pt x="77" y="359"/>
                </a:lnTo>
                <a:lnTo>
                  <a:pt x="76" y="359"/>
                </a:lnTo>
                <a:lnTo>
                  <a:pt x="77" y="358"/>
                </a:lnTo>
                <a:lnTo>
                  <a:pt x="76" y="357"/>
                </a:lnTo>
                <a:lnTo>
                  <a:pt x="76" y="356"/>
                </a:lnTo>
                <a:lnTo>
                  <a:pt x="75" y="356"/>
                </a:lnTo>
                <a:lnTo>
                  <a:pt x="74" y="356"/>
                </a:lnTo>
                <a:lnTo>
                  <a:pt x="74" y="355"/>
                </a:lnTo>
                <a:lnTo>
                  <a:pt x="74" y="354"/>
                </a:lnTo>
                <a:lnTo>
                  <a:pt x="73" y="354"/>
                </a:lnTo>
                <a:lnTo>
                  <a:pt x="72" y="354"/>
                </a:lnTo>
                <a:lnTo>
                  <a:pt x="71" y="353"/>
                </a:lnTo>
                <a:lnTo>
                  <a:pt x="70" y="353"/>
                </a:lnTo>
                <a:lnTo>
                  <a:pt x="69" y="353"/>
                </a:lnTo>
                <a:lnTo>
                  <a:pt x="69" y="352"/>
                </a:lnTo>
                <a:lnTo>
                  <a:pt x="68" y="352"/>
                </a:lnTo>
                <a:lnTo>
                  <a:pt x="68" y="353"/>
                </a:lnTo>
                <a:lnTo>
                  <a:pt x="68" y="354"/>
                </a:lnTo>
                <a:lnTo>
                  <a:pt x="68" y="355"/>
                </a:lnTo>
                <a:lnTo>
                  <a:pt x="67" y="356"/>
                </a:lnTo>
                <a:lnTo>
                  <a:pt x="66" y="356"/>
                </a:lnTo>
                <a:lnTo>
                  <a:pt x="65" y="357"/>
                </a:lnTo>
                <a:lnTo>
                  <a:pt x="65" y="359"/>
                </a:lnTo>
                <a:lnTo>
                  <a:pt x="64" y="358"/>
                </a:lnTo>
                <a:lnTo>
                  <a:pt x="64" y="359"/>
                </a:lnTo>
                <a:lnTo>
                  <a:pt x="64" y="360"/>
                </a:lnTo>
                <a:lnTo>
                  <a:pt x="63" y="360"/>
                </a:lnTo>
                <a:lnTo>
                  <a:pt x="62" y="360"/>
                </a:lnTo>
                <a:lnTo>
                  <a:pt x="62" y="359"/>
                </a:lnTo>
                <a:lnTo>
                  <a:pt x="61" y="359"/>
                </a:lnTo>
                <a:lnTo>
                  <a:pt x="61" y="358"/>
                </a:lnTo>
                <a:lnTo>
                  <a:pt x="60" y="358"/>
                </a:lnTo>
                <a:lnTo>
                  <a:pt x="60" y="357"/>
                </a:lnTo>
                <a:lnTo>
                  <a:pt x="61" y="357"/>
                </a:lnTo>
                <a:lnTo>
                  <a:pt x="60" y="357"/>
                </a:lnTo>
                <a:lnTo>
                  <a:pt x="59" y="356"/>
                </a:lnTo>
                <a:lnTo>
                  <a:pt x="60" y="356"/>
                </a:lnTo>
                <a:lnTo>
                  <a:pt x="59" y="355"/>
                </a:lnTo>
                <a:lnTo>
                  <a:pt x="58" y="355"/>
                </a:lnTo>
                <a:lnTo>
                  <a:pt x="58" y="354"/>
                </a:lnTo>
                <a:lnTo>
                  <a:pt x="59" y="354"/>
                </a:lnTo>
                <a:lnTo>
                  <a:pt x="59" y="353"/>
                </a:lnTo>
                <a:lnTo>
                  <a:pt x="59" y="352"/>
                </a:lnTo>
                <a:lnTo>
                  <a:pt x="59" y="351"/>
                </a:lnTo>
                <a:lnTo>
                  <a:pt x="59" y="350"/>
                </a:lnTo>
                <a:lnTo>
                  <a:pt x="58" y="350"/>
                </a:lnTo>
                <a:lnTo>
                  <a:pt x="58" y="349"/>
                </a:lnTo>
                <a:lnTo>
                  <a:pt x="57" y="348"/>
                </a:lnTo>
                <a:lnTo>
                  <a:pt x="56" y="347"/>
                </a:lnTo>
                <a:lnTo>
                  <a:pt x="56" y="348"/>
                </a:lnTo>
                <a:lnTo>
                  <a:pt x="55" y="348"/>
                </a:lnTo>
                <a:lnTo>
                  <a:pt x="54" y="347"/>
                </a:lnTo>
                <a:lnTo>
                  <a:pt x="54" y="348"/>
                </a:lnTo>
                <a:lnTo>
                  <a:pt x="53" y="348"/>
                </a:lnTo>
                <a:lnTo>
                  <a:pt x="53" y="347"/>
                </a:lnTo>
                <a:lnTo>
                  <a:pt x="52" y="346"/>
                </a:lnTo>
                <a:lnTo>
                  <a:pt x="51" y="346"/>
                </a:lnTo>
                <a:lnTo>
                  <a:pt x="51" y="345"/>
                </a:lnTo>
                <a:lnTo>
                  <a:pt x="52" y="345"/>
                </a:lnTo>
                <a:lnTo>
                  <a:pt x="52" y="344"/>
                </a:lnTo>
                <a:lnTo>
                  <a:pt x="52" y="343"/>
                </a:lnTo>
                <a:lnTo>
                  <a:pt x="52" y="342"/>
                </a:lnTo>
                <a:lnTo>
                  <a:pt x="52" y="343"/>
                </a:lnTo>
                <a:lnTo>
                  <a:pt x="51" y="343"/>
                </a:lnTo>
                <a:lnTo>
                  <a:pt x="50" y="342"/>
                </a:lnTo>
                <a:lnTo>
                  <a:pt x="50" y="341"/>
                </a:lnTo>
                <a:lnTo>
                  <a:pt x="50" y="340"/>
                </a:lnTo>
                <a:lnTo>
                  <a:pt x="50" y="339"/>
                </a:lnTo>
                <a:lnTo>
                  <a:pt x="49" y="339"/>
                </a:lnTo>
                <a:lnTo>
                  <a:pt x="48" y="339"/>
                </a:lnTo>
                <a:lnTo>
                  <a:pt x="48" y="340"/>
                </a:lnTo>
                <a:lnTo>
                  <a:pt x="47" y="340"/>
                </a:lnTo>
                <a:lnTo>
                  <a:pt x="46" y="340"/>
                </a:lnTo>
                <a:lnTo>
                  <a:pt x="45" y="340"/>
                </a:lnTo>
                <a:lnTo>
                  <a:pt x="44" y="339"/>
                </a:lnTo>
                <a:lnTo>
                  <a:pt x="45" y="338"/>
                </a:lnTo>
                <a:lnTo>
                  <a:pt x="45" y="337"/>
                </a:lnTo>
                <a:lnTo>
                  <a:pt x="44" y="337"/>
                </a:lnTo>
                <a:lnTo>
                  <a:pt x="45" y="336"/>
                </a:lnTo>
                <a:lnTo>
                  <a:pt x="45" y="335"/>
                </a:lnTo>
                <a:lnTo>
                  <a:pt x="46" y="335"/>
                </a:lnTo>
                <a:lnTo>
                  <a:pt x="45" y="334"/>
                </a:lnTo>
                <a:lnTo>
                  <a:pt x="44" y="334"/>
                </a:lnTo>
                <a:lnTo>
                  <a:pt x="44" y="333"/>
                </a:lnTo>
                <a:lnTo>
                  <a:pt x="44" y="332"/>
                </a:lnTo>
                <a:lnTo>
                  <a:pt x="45" y="332"/>
                </a:lnTo>
                <a:lnTo>
                  <a:pt x="45" y="331"/>
                </a:lnTo>
                <a:lnTo>
                  <a:pt x="45" y="330"/>
                </a:lnTo>
                <a:lnTo>
                  <a:pt x="45" y="329"/>
                </a:lnTo>
                <a:lnTo>
                  <a:pt x="45" y="328"/>
                </a:lnTo>
                <a:lnTo>
                  <a:pt x="45" y="327"/>
                </a:lnTo>
                <a:lnTo>
                  <a:pt x="44" y="327"/>
                </a:lnTo>
                <a:lnTo>
                  <a:pt x="44" y="326"/>
                </a:lnTo>
                <a:lnTo>
                  <a:pt x="44" y="325"/>
                </a:lnTo>
                <a:lnTo>
                  <a:pt x="44" y="324"/>
                </a:lnTo>
                <a:lnTo>
                  <a:pt x="45" y="323"/>
                </a:lnTo>
                <a:lnTo>
                  <a:pt x="46" y="323"/>
                </a:lnTo>
                <a:lnTo>
                  <a:pt x="46" y="322"/>
                </a:lnTo>
                <a:lnTo>
                  <a:pt x="47" y="322"/>
                </a:lnTo>
                <a:lnTo>
                  <a:pt x="47" y="321"/>
                </a:lnTo>
                <a:lnTo>
                  <a:pt x="48" y="321"/>
                </a:lnTo>
                <a:lnTo>
                  <a:pt x="48" y="320"/>
                </a:lnTo>
                <a:lnTo>
                  <a:pt x="49" y="320"/>
                </a:lnTo>
                <a:lnTo>
                  <a:pt x="49" y="319"/>
                </a:lnTo>
                <a:lnTo>
                  <a:pt x="49" y="318"/>
                </a:lnTo>
                <a:lnTo>
                  <a:pt x="49" y="317"/>
                </a:lnTo>
                <a:lnTo>
                  <a:pt x="49" y="316"/>
                </a:lnTo>
                <a:lnTo>
                  <a:pt x="50" y="316"/>
                </a:lnTo>
                <a:lnTo>
                  <a:pt x="50" y="315"/>
                </a:lnTo>
                <a:lnTo>
                  <a:pt x="49" y="315"/>
                </a:lnTo>
                <a:lnTo>
                  <a:pt x="50" y="315"/>
                </a:lnTo>
                <a:lnTo>
                  <a:pt x="50" y="314"/>
                </a:lnTo>
                <a:lnTo>
                  <a:pt x="51" y="314"/>
                </a:lnTo>
                <a:lnTo>
                  <a:pt x="52" y="314"/>
                </a:lnTo>
                <a:lnTo>
                  <a:pt x="52" y="313"/>
                </a:lnTo>
                <a:lnTo>
                  <a:pt x="53" y="313"/>
                </a:lnTo>
                <a:lnTo>
                  <a:pt x="54" y="313"/>
                </a:lnTo>
                <a:lnTo>
                  <a:pt x="54" y="312"/>
                </a:lnTo>
                <a:lnTo>
                  <a:pt x="54" y="311"/>
                </a:lnTo>
                <a:lnTo>
                  <a:pt x="54" y="310"/>
                </a:lnTo>
                <a:lnTo>
                  <a:pt x="54" y="309"/>
                </a:lnTo>
                <a:lnTo>
                  <a:pt x="53" y="309"/>
                </a:lnTo>
                <a:lnTo>
                  <a:pt x="54" y="309"/>
                </a:lnTo>
                <a:lnTo>
                  <a:pt x="54" y="308"/>
                </a:lnTo>
                <a:lnTo>
                  <a:pt x="54" y="307"/>
                </a:lnTo>
                <a:lnTo>
                  <a:pt x="55" y="307"/>
                </a:lnTo>
                <a:lnTo>
                  <a:pt x="55" y="306"/>
                </a:lnTo>
                <a:lnTo>
                  <a:pt x="56" y="306"/>
                </a:lnTo>
                <a:lnTo>
                  <a:pt x="56" y="305"/>
                </a:lnTo>
                <a:lnTo>
                  <a:pt x="57" y="305"/>
                </a:lnTo>
                <a:lnTo>
                  <a:pt x="57" y="304"/>
                </a:lnTo>
                <a:lnTo>
                  <a:pt x="58" y="304"/>
                </a:lnTo>
                <a:lnTo>
                  <a:pt x="58" y="303"/>
                </a:lnTo>
                <a:lnTo>
                  <a:pt x="57" y="303"/>
                </a:lnTo>
                <a:lnTo>
                  <a:pt x="58" y="303"/>
                </a:lnTo>
                <a:lnTo>
                  <a:pt x="59" y="303"/>
                </a:lnTo>
                <a:lnTo>
                  <a:pt x="59" y="304"/>
                </a:lnTo>
                <a:lnTo>
                  <a:pt x="60" y="304"/>
                </a:lnTo>
                <a:lnTo>
                  <a:pt x="60" y="303"/>
                </a:lnTo>
                <a:lnTo>
                  <a:pt x="61" y="303"/>
                </a:lnTo>
                <a:lnTo>
                  <a:pt x="61" y="302"/>
                </a:lnTo>
                <a:lnTo>
                  <a:pt x="62" y="302"/>
                </a:lnTo>
                <a:lnTo>
                  <a:pt x="63" y="302"/>
                </a:lnTo>
                <a:lnTo>
                  <a:pt x="63" y="301"/>
                </a:lnTo>
                <a:lnTo>
                  <a:pt x="64" y="301"/>
                </a:lnTo>
                <a:lnTo>
                  <a:pt x="64" y="300"/>
                </a:lnTo>
                <a:lnTo>
                  <a:pt x="65" y="300"/>
                </a:lnTo>
                <a:lnTo>
                  <a:pt x="66" y="300"/>
                </a:lnTo>
                <a:lnTo>
                  <a:pt x="66" y="299"/>
                </a:lnTo>
                <a:lnTo>
                  <a:pt x="67" y="299"/>
                </a:lnTo>
                <a:lnTo>
                  <a:pt x="67" y="298"/>
                </a:lnTo>
                <a:lnTo>
                  <a:pt x="68" y="298"/>
                </a:lnTo>
                <a:lnTo>
                  <a:pt x="68" y="297"/>
                </a:lnTo>
                <a:lnTo>
                  <a:pt x="69" y="297"/>
                </a:lnTo>
                <a:lnTo>
                  <a:pt x="70" y="297"/>
                </a:lnTo>
                <a:lnTo>
                  <a:pt x="70" y="296"/>
                </a:lnTo>
                <a:lnTo>
                  <a:pt x="71" y="296"/>
                </a:lnTo>
                <a:lnTo>
                  <a:pt x="71" y="295"/>
                </a:lnTo>
                <a:lnTo>
                  <a:pt x="72" y="295"/>
                </a:lnTo>
                <a:lnTo>
                  <a:pt x="73" y="295"/>
                </a:lnTo>
                <a:lnTo>
                  <a:pt x="73" y="296"/>
                </a:lnTo>
                <a:lnTo>
                  <a:pt x="74" y="296"/>
                </a:lnTo>
                <a:lnTo>
                  <a:pt x="75" y="296"/>
                </a:lnTo>
                <a:lnTo>
                  <a:pt x="75" y="297"/>
                </a:lnTo>
                <a:lnTo>
                  <a:pt x="76" y="297"/>
                </a:lnTo>
                <a:lnTo>
                  <a:pt x="77" y="297"/>
                </a:lnTo>
                <a:lnTo>
                  <a:pt x="77" y="296"/>
                </a:lnTo>
                <a:lnTo>
                  <a:pt x="76" y="296"/>
                </a:lnTo>
                <a:lnTo>
                  <a:pt x="77" y="295"/>
                </a:lnTo>
                <a:lnTo>
                  <a:pt x="79" y="295"/>
                </a:lnTo>
                <a:lnTo>
                  <a:pt x="79" y="294"/>
                </a:lnTo>
                <a:lnTo>
                  <a:pt x="80" y="294"/>
                </a:lnTo>
                <a:lnTo>
                  <a:pt x="80" y="295"/>
                </a:lnTo>
                <a:lnTo>
                  <a:pt x="81" y="295"/>
                </a:lnTo>
                <a:lnTo>
                  <a:pt x="82" y="296"/>
                </a:lnTo>
                <a:lnTo>
                  <a:pt x="83" y="296"/>
                </a:lnTo>
                <a:lnTo>
                  <a:pt x="83" y="297"/>
                </a:lnTo>
                <a:lnTo>
                  <a:pt x="84" y="297"/>
                </a:lnTo>
                <a:lnTo>
                  <a:pt x="84" y="296"/>
                </a:lnTo>
                <a:lnTo>
                  <a:pt x="85" y="296"/>
                </a:lnTo>
                <a:lnTo>
                  <a:pt x="85" y="295"/>
                </a:lnTo>
                <a:lnTo>
                  <a:pt x="86" y="296"/>
                </a:lnTo>
                <a:lnTo>
                  <a:pt x="86" y="295"/>
                </a:lnTo>
                <a:lnTo>
                  <a:pt x="86" y="294"/>
                </a:lnTo>
                <a:lnTo>
                  <a:pt x="87" y="294"/>
                </a:lnTo>
                <a:lnTo>
                  <a:pt x="87" y="295"/>
                </a:lnTo>
                <a:lnTo>
                  <a:pt x="87" y="296"/>
                </a:lnTo>
                <a:lnTo>
                  <a:pt x="88" y="296"/>
                </a:lnTo>
                <a:lnTo>
                  <a:pt x="88" y="295"/>
                </a:lnTo>
                <a:lnTo>
                  <a:pt x="89" y="295"/>
                </a:lnTo>
                <a:lnTo>
                  <a:pt x="90" y="295"/>
                </a:lnTo>
                <a:lnTo>
                  <a:pt x="91" y="294"/>
                </a:lnTo>
                <a:lnTo>
                  <a:pt x="92" y="294"/>
                </a:lnTo>
                <a:lnTo>
                  <a:pt x="92" y="293"/>
                </a:lnTo>
                <a:lnTo>
                  <a:pt x="92" y="292"/>
                </a:lnTo>
                <a:lnTo>
                  <a:pt x="93" y="292"/>
                </a:lnTo>
                <a:lnTo>
                  <a:pt x="93" y="291"/>
                </a:lnTo>
                <a:lnTo>
                  <a:pt x="92" y="290"/>
                </a:lnTo>
                <a:lnTo>
                  <a:pt x="91" y="290"/>
                </a:lnTo>
                <a:lnTo>
                  <a:pt x="91" y="288"/>
                </a:lnTo>
                <a:lnTo>
                  <a:pt x="91" y="287"/>
                </a:lnTo>
                <a:lnTo>
                  <a:pt x="91" y="286"/>
                </a:lnTo>
                <a:lnTo>
                  <a:pt x="91" y="285"/>
                </a:lnTo>
                <a:lnTo>
                  <a:pt x="91" y="284"/>
                </a:lnTo>
                <a:lnTo>
                  <a:pt x="92" y="284"/>
                </a:lnTo>
                <a:lnTo>
                  <a:pt x="92" y="283"/>
                </a:lnTo>
                <a:lnTo>
                  <a:pt x="92" y="282"/>
                </a:lnTo>
                <a:lnTo>
                  <a:pt x="92" y="281"/>
                </a:lnTo>
                <a:lnTo>
                  <a:pt x="93" y="281"/>
                </a:lnTo>
                <a:lnTo>
                  <a:pt x="93" y="280"/>
                </a:lnTo>
                <a:lnTo>
                  <a:pt x="93" y="279"/>
                </a:lnTo>
                <a:lnTo>
                  <a:pt x="93" y="278"/>
                </a:lnTo>
                <a:lnTo>
                  <a:pt x="92" y="277"/>
                </a:lnTo>
                <a:lnTo>
                  <a:pt x="92" y="276"/>
                </a:lnTo>
                <a:lnTo>
                  <a:pt x="93" y="275"/>
                </a:lnTo>
                <a:lnTo>
                  <a:pt x="93" y="274"/>
                </a:lnTo>
                <a:lnTo>
                  <a:pt x="93" y="273"/>
                </a:lnTo>
                <a:lnTo>
                  <a:pt x="94" y="273"/>
                </a:lnTo>
                <a:lnTo>
                  <a:pt x="93" y="273"/>
                </a:lnTo>
                <a:lnTo>
                  <a:pt x="93" y="272"/>
                </a:lnTo>
                <a:lnTo>
                  <a:pt x="94" y="272"/>
                </a:lnTo>
                <a:lnTo>
                  <a:pt x="94" y="271"/>
                </a:lnTo>
                <a:lnTo>
                  <a:pt x="94" y="270"/>
                </a:lnTo>
                <a:lnTo>
                  <a:pt x="94" y="269"/>
                </a:lnTo>
                <a:lnTo>
                  <a:pt x="93" y="269"/>
                </a:lnTo>
                <a:lnTo>
                  <a:pt x="93" y="268"/>
                </a:lnTo>
                <a:lnTo>
                  <a:pt x="94" y="268"/>
                </a:lnTo>
                <a:lnTo>
                  <a:pt x="94" y="267"/>
                </a:lnTo>
                <a:lnTo>
                  <a:pt x="93" y="267"/>
                </a:lnTo>
                <a:lnTo>
                  <a:pt x="93" y="266"/>
                </a:lnTo>
                <a:lnTo>
                  <a:pt x="94" y="266"/>
                </a:lnTo>
                <a:lnTo>
                  <a:pt x="93" y="265"/>
                </a:lnTo>
                <a:lnTo>
                  <a:pt x="94" y="265"/>
                </a:lnTo>
                <a:lnTo>
                  <a:pt x="95" y="264"/>
                </a:lnTo>
                <a:lnTo>
                  <a:pt x="95" y="263"/>
                </a:lnTo>
                <a:lnTo>
                  <a:pt x="94" y="263"/>
                </a:lnTo>
                <a:lnTo>
                  <a:pt x="94" y="262"/>
                </a:lnTo>
                <a:lnTo>
                  <a:pt x="94" y="261"/>
                </a:lnTo>
                <a:lnTo>
                  <a:pt x="94" y="260"/>
                </a:lnTo>
                <a:lnTo>
                  <a:pt x="94" y="259"/>
                </a:lnTo>
                <a:lnTo>
                  <a:pt x="94" y="258"/>
                </a:lnTo>
                <a:lnTo>
                  <a:pt x="95" y="258"/>
                </a:lnTo>
                <a:lnTo>
                  <a:pt x="95" y="257"/>
                </a:lnTo>
                <a:lnTo>
                  <a:pt x="95" y="256"/>
                </a:lnTo>
                <a:lnTo>
                  <a:pt x="95" y="255"/>
                </a:lnTo>
                <a:lnTo>
                  <a:pt x="95" y="254"/>
                </a:lnTo>
                <a:lnTo>
                  <a:pt x="94" y="253"/>
                </a:lnTo>
                <a:lnTo>
                  <a:pt x="94" y="252"/>
                </a:lnTo>
                <a:lnTo>
                  <a:pt x="93" y="252"/>
                </a:lnTo>
                <a:lnTo>
                  <a:pt x="93" y="251"/>
                </a:lnTo>
                <a:lnTo>
                  <a:pt x="93" y="250"/>
                </a:lnTo>
                <a:lnTo>
                  <a:pt x="93" y="249"/>
                </a:lnTo>
                <a:lnTo>
                  <a:pt x="92" y="248"/>
                </a:lnTo>
                <a:lnTo>
                  <a:pt x="92" y="247"/>
                </a:lnTo>
                <a:lnTo>
                  <a:pt x="93" y="247"/>
                </a:lnTo>
                <a:lnTo>
                  <a:pt x="93" y="246"/>
                </a:lnTo>
                <a:lnTo>
                  <a:pt x="92" y="246"/>
                </a:lnTo>
                <a:lnTo>
                  <a:pt x="93" y="245"/>
                </a:lnTo>
                <a:lnTo>
                  <a:pt x="93" y="244"/>
                </a:lnTo>
                <a:lnTo>
                  <a:pt x="93" y="243"/>
                </a:lnTo>
                <a:lnTo>
                  <a:pt x="92" y="242"/>
                </a:lnTo>
                <a:lnTo>
                  <a:pt x="92" y="241"/>
                </a:lnTo>
                <a:lnTo>
                  <a:pt x="92" y="239"/>
                </a:lnTo>
                <a:lnTo>
                  <a:pt x="92" y="238"/>
                </a:lnTo>
                <a:lnTo>
                  <a:pt x="92" y="237"/>
                </a:lnTo>
                <a:lnTo>
                  <a:pt x="91" y="236"/>
                </a:lnTo>
                <a:lnTo>
                  <a:pt x="91" y="232"/>
                </a:lnTo>
                <a:lnTo>
                  <a:pt x="91" y="231"/>
                </a:lnTo>
                <a:lnTo>
                  <a:pt x="90" y="229"/>
                </a:lnTo>
                <a:lnTo>
                  <a:pt x="90" y="227"/>
                </a:lnTo>
                <a:lnTo>
                  <a:pt x="90" y="226"/>
                </a:lnTo>
                <a:lnTo>
                  <a:pt x="90" y="225"/>
                </a:lnTo>
                <a:lnTo>
                  <a:pt x="89" y="225"/>
                </a:lnTo>
                <a:lnTo>
                  <a:pt x="88" y="225"/>
                </a:lnTo>
                <a:lnTo>
                  <a:pt x="88" y="224"/>
                </a:lnTo>
                <a:lnTo>
                  <a:pt x="89" y="223"/>
                </a:lnTo>
                <a:lnTo>
                  <a:pt x="90" y="223"/>
                </a:lnTo>
                <a:lnTo>
                  <a:pt x="90" y="222"/>
                </a:lnTo>
                <a:lnTo>
                  <a:pt x="90" y="221"/>
                </a:lnTo>
                <a:lnTo>
                  <a:pt x="89" y="221"/>
                </a:lnTo>
                <a:lnTo>
                  <a:pt x="89" y="220"/>
                </a:lnTo>
                <a:lnTo>
                  <a:pt x="87" y="220"/>
                </a:lnTo>
                <a:lnTo>
                  <a:pt x="86" y="220"/>
                </a:lnTo>
                <a:lnTo>
                  <a:pt x="87" y="219"/>
                </a:lnTo>
                <a:lnTo>
                  <a:pt x="88" y="218"/>
                </a:lnTo>
                <a:lnTo>
                  <a:pt x="89" y="218"/>
                </a:lnTo>
                <a:lnTo>
                  <a:pt x="89" y="217"/>
                </a:lnTo>
                <a:lnTo>
                  <a:pt x="89" y="216"/>
                </a:lnTo>
                <a:lnTo>
                  <a:pt x="90" y="215"/>
                </a:lnTo>
                <a:lnTo>
                  <a:pt x="91" y="215"/>
                </a:lnTo>
                <a:lnTo>
                  <a:pt x="92" y="214"/>
                </a:lnTo>
                <a:lnTo>
                  <a:pt x="92" y="213"/>
                </a:lnTo>
                <a:lnTo>
                  <a:pt x="93" y="213"/>
                </a:lnTo>
                <a:lnTo>
                  <a:pt x="93" y="214"/>
                </a:lnTo>
                <a:lnTo>
                  <a:pt x="94" y="214"/>
                </a:lnTo>
                <a:lnTo>
                  <a:pt x="94" y="213"/>
                </a:lnTo>
                <a:lnTo>
                  <a:pt x="93" y="213"/>
                </a:lnTo>
                <a:lnTo>
                  <a:pt x="93" y="212"/>
                </a:lnTo>
                <a:lnTo>
                  <a:pt x="92" y="212"/>
                </a:lnTo>
                <a:lnTo>
                  <a:pt x="91" y="212"/>
                </a:lnTo>
                <a:lnTo>
                  <a:pt x="91" y="213"/>
                </a:lnTo>
                <a:lnTo>
                  <a:pt x="90" y="213"/>
                </a:lnTo>
                <a:lnTo>
                  <a:pt x="90" y="214"/>
                </a:lnTo>
                <a:lnTo>
                  <a:pt x="89" y="214"/>
                </a:lnTo>
                <a:lnTo>
                  <a:pt x="88" y="216"/>
                </a:lnTo>
                <a:lnTo>
                  <a:pt x="88" y="217"/>
                </a:lnTo>
                <a:lnTo>
                  <a:pt x="87" y="217"/>
                </a:lnTo>
                <a:lnTo>
                  <a:pt x="86" y="217"/>
                </a:lnTo>
                <a:lnTo>
                  <a:pt x="86" y="218"/>
                </a:lnTo>
                <a:lnTo>
                  <a:pt x="86" y="219"/>
                </a:lnTo>
                <a:lnTo>
                  <a:pt x="86" y="220"/>
                </a:lnTo>
                <a:lnTo>
                  <a:pt x="85" y="220"/>
                </a:lnTo>
                <a:lnTo>
                  <a:pt x="84" y="220"/>
                </a:lnTo>
                <a:lnTo>
                  <a:pt x="84" y="221"/>
                </a:lnTo>
                <a:lnTo>
                  <a:pt x="83" y="221"/>
                </a:lnTo>
                <a:lnTo>
                  <a:pt x="83" y="222"/>
                </a:lnTo>
                <a:lnTo>
                  <a:pt x="82" y="222"/>
                </a:lnTo>
                <a:lnTo>
                  <a:pt x="82" y="223"/>
                </a:lnTo>
                <a:lnTo>
                  <a:pt x="81" y="224"/>
                </a:lnTo>
                <a:lnTo>
                  <a:pt x="81" y="223"/>
                </a:lnTo>
                <a:lnTo>
                  <a:pt x="81" y="222"/>
                </a:lnTo>
                <a:lnTo>
                  <a:pt x="81" y="221"/>
                </a:lnTo>
                <a:lnTo>
                  <a:pt x="80" y="221"/>
                </a:lnTo>
                <a:lnTo>
                  <a:pt x="80" y="220"/>
                </a:lnTo>
                <a:lnTo>
                  <a:pt x="79" y="220"/>
                </a:lnTo>
                <a:lnTo>
                  <a:pt x="79" y="221"/>
                </a:lnTo>
                <a:lnTo>
                  <a:pt x="79" y="222"/>
                </a:lnTo>
                <a:lnTo>
                  <a:pt x="78" y="222"/>
                </a:lnTo>
                <a:lnTo>
                  <a:pt x="77" y="223"/>
                </a:lnTo>
                <a:lnTo>
                  <a:pt x="76" y="222"/>
                </a:lnTo>
                <a:lnTo>
                  <a:pt x="75" y="222"/>
                </a:lnTo>
                <a:lnTo>
                  <a:pt x="74" y="222"/>
                </a:lnTo>
                <a:lnTo>
                  <a:pt x="74" y="221"/>
                </a:lnTo>
                <a:lnTo>
                  <a:pt x="73" y="221"/>
                </a:lnTo>
                <a:lnTo>
                  <a:pt x="73" y="222"/>
                </a:lnTo>
                <a:lnTo>
                  <a:pt x="73" y="223"/>
                </a:lnTo>
                <a:lnTo>
                  <a:pt x="73" y="224"/>
                </a:lnTo>
                <a:lnTo>
                  <a:pt x="72" y="224"/>
                </a:lnTo>
                <a:lnTo>
                  <a:pt x="71" y="224"/>
                </a:lnTo>
                <a:lnTo>
                  <a:pt x="71" y="225"/>
                </a:lnTo>
                <a:lnTo>
                  <a:pt x="72" y="225"/>
                </a:lnTo>
                <a:lnTo>
                  <a:pt x="72" y="226"/>
                </a:lnTo>
                <a:lnTo>
                  <a:pt x="71" y="229"/>
                </a:lnTo>
                <a:lnTo>
                  <a:pt x="70" y="229"/>
                </a:lnTo>
                <a:lnTo>
                  <a:pt x="70" y="230"/>
                </a:lnTo>
                <a:lnTo>
                  <a:pt x="69" y="230"/>
                </a:lnTo>
                <a:lnTo>
                  <a:pt x="69" y="229"/>
                </a:lnTo>
                <a:lnTo>
                  <a:pt x="69" y="228"/>
                </a:lnTo>
                <a:lnTo>
                  <a:pt x="69" y="229"/>
                </a:lnTo>
                <a:lnTo>
                  <a:pt x="68" y="229"/>
                </a:lnTo>
                <a:lnTo>
                  <a:pt x="67" y="230"/>
                </a:lnTo>
                <a:lnTo>
                  <a:pt x="66" y="230"/>
                </a:lnTo>
                <a:lnTo>
                  <a:pt x="66" y="229"/>
                </a:lnTo>
                <a:lnTo>
                  <a:pt x="65" y="229"/>
                </a:lnTo>
                <a:lnTo>
                  <a:pt x="65" y="228"/>
                </a:lnTo>
                <a:lnTo>
                  <a:pt x="64" y="228"/>
                </a:lnTo>
                <a:lnTo>
                  <a:pt x="63" y="228"/>
                </a:lnTo>
                <a:lnTo>
                  <a:pt x="63" y="229"/>
                </a:lnTo>
                <a:lnTo>
                  <a:pt x="62" y="229"/>
                </a:lnTo>
                <a:lnTo>
                  <a:pt x="62" y="230"/>
                </a:lnTo>
                <a:lnTo>
                  <a:pt x="61" y="230"/>
                </a:lnTo>
                <a:lnTo>
                  <a:pt x="60" y="230"/>
                </a:lnTo>
                <a:lnTo>
                  <a:pt x="60" y="229"/>
                </a:lnTo>
                <a:lnTo>
                  <a:pt x="61" y="229"/>
                </a:lnTo>
                <a:lnTo>
                  <a:pt x="62" y="229"/>
                </a:lnTo>
                <a:lnTo>
                  <a:pt x="62" y="228"/>
                </a:lnTo>
                <a:lnTo>
                  <a:pt x="61" y="228"/>
                </a:lnTo>
                <a:lnTo>
                  <a:pt x="60" y="228"/>
                </a:lnTo>
                <a:lnTo>
                  <a:pt x="59" y="228"/>
                </a:lnTo>
                <a:lnTo>
                  <a:pt x="59" y="227"/>
                </a:lnTo>
                <a:lnTo>
                  <a:pt x="58" y="227"/>
                </a:lnTo>
                <a:lnTo>
                  <a:pt x="58" y="226"/>
                </a:lnTo>
                <a:lnTo>
                  <a:pt x="57" y="226"/>
                </a:lnTo>
                <a:lnTo>
                  <a:pt x="57" y="225"/>
                </a:lnTo>
                <a:lnTo>
                  <a:pt x="56" y="225"/>
                </a:lnTo>
                <a:lnTo>
                  <a:pt x="56" y="224"/>
                </a:lnTo>
                <a:lnTo>
                  <a:pt x="56" y="222"/>
                </a:lnTo>
                <a:lnTo>
                  <a:pt x="55" y="222"/>
                </a:lnTo>
                <a:lnTo>
                  <a:pt x="55" y="221"/>
                </a:lnTo>
                <a:lnTo>
                  <a:pt x="54" y="221"/>
                </a:lnTo>
                <a:lnTo>
                  <a:pt x="54" y="219"/>
                </a:lnTo>
                <a:lnTo>
                  <a:pt x="53" y="219"/>
                </a:lnTo>
                <a:lnTo>
                  <a:pt x="53" y="218"/>
                </a:lnTo>
                <a:lnTo>
                  <a:pt x="52" y="218"/>
                </a:lnTo>
                <a:lnTo>
                  <a:pt x="51" y="218"/>
                </a:lnTo>
                <a:lnTo>
                  <a:pt x="50" y="217"/>
                </a:lnTo>
                <a:lnTo>
                  <a:pt x="49" y="217"/>
                </a:lnTo>
                <a:lnTo>
                  <a:pt x="50" y="217"/>
                </a:lnTo>
                <a:lnTo>
                  <a:pt x="50" y="216"/>
                </a:lnTo>
                <a:lnTo>
                  <a:pt x="50" y="215"/>
                </a:lnTo>
                <a:lnTo>
                  <a:pt x="49" y="215"/>
                </a:lnTo>
                <a:lnTo>
                  <a:pt x="48" y="215"/>
                </a:lnTo>
                <a:lnTo>
                  <a:pt x="47" y="214"/>
                </a:lnTo>
                <a:lnTo>
                  <a:pt x="47" y="213"/>
                </a:lnTo>
                <a:lnTo>
                  <a:pt x="47" y="212"/>
                </a:lnTo>
                <a:lnTo>
                  <a:pt x="46" y="212"/>
                </a:lnTo>
                <a:lnTo>
                  <a:pt x="46" y="213"/>
                </a:lnTo>
                <a:lnTo>
                  <a:pt x="45" y="213"/>
                </a:lnTo>
                <a:lnTo>
                  <a:pt x="40" y="214"/>
                </a:lnTo>
                <a:lnTo>
                  <a:pt x="39" y="215"/>
                </a:lnTo>
                <a:lnTo>
                  <a:pt x="38" y="215"/>
                </a:lnTo>
                <a:lnTo>
                  <a:pt x="37" y="215"/>
                </a:lnTo>
                <a:lnTo>
                  <a:pt x="37" y="214"/>
                </a:lnTo>
                <a:lnTo>
                  <a:pt x="37" y="213"/>
                </a:lnTo>
                <a:lnTo>
                  <a:pt x="38" y="212"/>
                </a:lnTo>
                <a:lnTo>
                  <a:pt x="37" y="211"/>
                </a:lnTo>
                <a:lnTo>
                  <a:pt x="36" y="211"/>
                </a:lnTo>
                <a:lnTo>
                  <a:pt x="35" y="211"/>
                </a:lnTo>
                <a:lnTo>
                  <a:pt x="36" y="211"/>
                </a:lnTo>
                <a:lnTo>
                  <a:pt x="36" y="212"/>
                </a:lnTo>
                <a:lnTo>
                  <a:pt x="35" y="212"/>
                </a:lnTo>
                <a:lnTo>
                  <a:pt x="34" y="212"/>
                </a:lnTo>
                <a:lnTo>
                  <a:pt x="33" y="212"/>
                </a:lnTo>
                <a:lnTo>
                  <a:pt x="33" y="211"/>
                </a:lnTo>
                <a:lnTo>
                  <a:pt x="34" y="211"/>
                </a:lnTo>
                <a:lnTo>
                  <a:pt x="33" y="211"/>
                </a:lnTo>
                <a:lnTo>
                  <a:pt x="33" y="210"/>
                </a:lnTo>
                <a:lnTo>
                  <a:pt x="33" y="211"/>
                </a:lnTo>
                <a:lnTo>
                  <a:pt x="32" y="211"/>
                </a:lnTo>
                <a:lnTo>
                  <a:pt x="31" y="211"/>
                </a:lnTo>
                <a:lnTo>
                  <a:pt x="30" y="211"/>
                </a:lnTo>
                <a:lnTo>
                  <a:pt x="29" y="211"/>
                </a:lnTo>
                <a:lnTo>
                  <a:pt x="28" y="211"/>
                </a:lnTo>
                <a:lnTo>
                  <a:pt x="28" y="210"/>
                </a:lnTo>
                <a:lnTo>
                  <a:pt x="27" y="210"/>
                </a:lnTo>
                <a:lnTo>
                  <a:pt x="28" y="209"/>
                </a:lnTo>
                <a:lnTo>
                  <a:pt x="29" y="209"/>
                </a:lnTo>
                <a:lnTo>
                  <a:pt x="29" y="208"/>
                </a:lnTo>
                <a:lnTo>
                  <a:pt x="28" y="208"/>
                </a:lnTo>
                <a:lnTo>
                  <a:pt x="28" y="207"/>
                </a:lnTo>
                <a:lnTo>
                  <a:pt x="29" y="207"/>
                </a:lnTo>
                <a:lnTo>
                  <a:pt x="28" y="207"/>
                </a:lnTo>
                <a:lnTo>
                  <a:pt x="28" y="206"/>
                </a:lnTo>
                <a:lnTo>
                  <a:pt x="28" y="205"/>
                </a:lnTo>
                <a:lnTo>
                  <a:pt x="29" y="205"/>
                </a:lnTo>
                <a:lnTo>
                  <a:pt x="29" y="204"/>
                </a:lnTo>
                <a:lnTo>
                  <a:pt x="29" y="203"/>
                </a:lnTo>
                <a:lnTo>
                  <a:pt x="28" y="203"/>
                </a:lnTo>
                <a:lnTo>
                  <a:pt x="27" y="203"/>
                </a:lnTo>
                <a:lnTo>
                  <a:pt x="27" y="204"/>
                </a:lnTo>
                <a:lnTo>
                  <a:pt x="26" y="204"/>
                </a:lnTo>
                <a:lnTo>
                  <a:pt x="26" y="203"/>
                </a:lnTo>
                <a:lnTo>
                  <a:pt x="27" y="203"/>
                </a:lnTo>
                <a:lnTo>
                  <a:pt x="27" y="202"/>
                </a:lnTo>
                <a:lnTo>
                  <a:pt x="26" y="202"/>
                </a:lnTo>
                <a:lnTo>
                  <a:pt x="26" y="200"/>
                </a:lnTo>
                <a:lnTo>
                  <a:pt x="27" y="198"/>
                </a:lnTo>
                <a:lnTo>
                  <a:pt x="26" y="197"/>
                </a:lnTo>
                <a:lnTo>
                  <a:pt x="26" y="196"/>
                </a:lnTo>
                <a:lnTo>
                  <a:pt x="27" y="194"/>
                </a:lnTo>
                <a:lnTo>
                  <a:pt x="27" y="193"/>
                </a:lnTo>
                <a:lnTo>
                  <a:pt x="27" y="192"/>
                </a:lnTo>
                <a:lnTo>
                  <a:pt x="26" y="192"/>
                </a:lnTo>
                <a:lnTo>
                  <a:pt x="26" y="191"/>
                </a:lnTo>
                <a:lnTo>
                  <a:pt x="27" y="191"/>
                </a:lnTo>
                <a:lnTo>
                  <a:pt x="28" y="191"/>
                </a:lnTo>
                <a:lnTo>
                  <a:pt x="29" y="191"/>
                </a:lnTo>
                <a:lnTo>
                  <a:pt x="29" y="190"/>
                </a:lnTo>
                <a:lnTo>
                  <a:pt x="28" y="190"/>
                </a:lnTo>
                <a:lnTo>
                  <a:pt x="28" y="189"/>
                </a:lnTo>
                <a:lnTo>
                  <a:pt x="27" y="189"/>
                </a:lnTo>
                <a:lnTo>
                  <a:pt x="27" y="188"/>
                </a:lnTo>
                <a:lnTo>
                  <a:pt x="28" y="188"/>
                </a:lnTo>
                <a:lnTo>
                  <a:pt x="28" y="187"/>
                </a:lnTo>
                <a:lnTo>
                  <a:pt x="27" y="187"/>
                </a:lnTo>
                <a:lnTo>
                  <a:pt x="27" y="186"/>
                </a:lnTo>
                <a:lnTo>
                  <a:pt x="27" y="185"/>
                </a:lnTo>
                <a:lnTo>
                  <a:pt x="28" y="185"/>
                </a:lnTo>
                <a:lnTo>
                  <a:pt x="28" y="186"/>
                </a:lnTo>
                <a:lnTo>
                  <a:pt x="29" y="185"/>
                </a:lnTo>
                <a:lnTo>
                  <a:pt x="28" y="184"/>
                </a:lnTo>
                <a:lnTo>
                  <a:pt x="27" y="184"/>
                </a:lnTo>
                <a:lnTo>
                  <a:pt x="26" y="184"/>
                </a:lnTo>
                <a:lnTo>
                  <a:pt x="25" y="184"/>
                </a:lnTo>
                <a:lnTo>
                  <a:pt x="24" y="183"/>
                </a:lnTo>
                <a:lnTo>
                  <a:pt x="24" y="182"/>
                </a:lnTo>
                <a:lnTo>
                  <a:pt x="24" y="181"/>
                </a:lnTo>
                <a:lnTo>
                  <a:pt x="23" y="181"/>
                </a:lnTo>
                <a:lnTo>
                  <a:pt x="23" y="180"/>
                </a:lnTo>
                <a:lnTo>
                  <a:pt x="22" y="180"/>
                </a:lnTo>
                <a:lnTo>
                  <a:pt x="20" y="180"/>
                </a:lnTo>
                <a:lnTo>
                  <a:pt x="19" y="180"/>
                </a:lnTo>
                <a:lnTo>
                  <a:pt x="18" y="179"/>
                </a:lnTo>
                <a:lnTo>
                  <a:pt x="16" y="179"/>
                </a:lnTo>
                <a:lnTo>
                  <a:pt x="14" y="179"/>
                </a:lnTo>
                <a:lnTo>
                  <a:pt x="13" y="179"/>
                </a:lnTo>
                <a:lnTo>
                  <a:pt x="12" y="179"/>
                </a:lnTo>
                <a:lnTo>
                  <a:pt x="12" y="178"/>
                </a:lnTo>
                <a:lnTo>
                  <a:pt x="13" y="178"/>
                </a:lnTo>
                <a:lnTo>
                  <a:pt x="14" y="177"/>
                </a:lnTo>
                <a:lnTo>
                  <a:pt x="14" y="176"/>
                </a:lnTo>
                <a:lnTo>
                  <a:pt x="13" y="176"/>
                </a:lnTo>
                <a:lnTo>
                  <a:pt x="12" y="176"/>
                </a:lnTo>
                <a:lnTo>
                  <a:pt x="11" y="176"/>
                </a:lnTo>
                <a:lnTo>
                  <a:pt x="11" y="175"/>
                </a:lnTo>
                <a:lnTo>
                  <a:pt x="9" y="175"/>
                </a:lnTo>
                <a:lnTo>
                  <a:pt x="7" y="175"/>
                </a:lnTo>
                <a:lnTo>
                  <a:pt x="6" y="176"/>
                </a:lnTo>
                <a:lnTo>
                  <a:pt x="5" y="176"/>
                </a:lnTo>
                <a:lnTo>
                  <a:pt x="5" y="175"/>
                </a:lnTo>
                <a:lnTo>
                  <a:pt x="4" y="174"/>
                </a:lnTo>
                <a:lnTo>
                  <a:pt x="3" y="172"/>
                </a:lnTo>
                <a:lnTo>
                  <a:pt x="2" y="172"/>
                </a:lnTo>
                <a:lnTo>
                  <a:pt x="1" y="172"/>
                </a:lnTo>
                <a:lnTo>
                  <a:pt x="0" y="172"/>
                </a:lnTo>
                <a:lnTo>
                  <a:pt x="0" y="171"/>
                </a:lnTo>
                <a:lnTo>
                  <a:pt x="0" y="170"/>
                </a:lnTo>
                <a:lnTo>
                  <a:pt x="1" y="169"/>
                </a:lnTo>
                <a:lnTo>
                  <a:pt x="1" y="168"/>
                </a:lnTo>
                <a:lnTo>
                  <a:pt x="1" y="167"/>
                </a:lnTo>
                <a:lnTo>
                  <a:pt x="2" y="167"/>
                </a:lnTo>
                <a:lnTo>
                  <a:pt x="2" y="168"/>
                </a:lnTo>
                <a:lnTo>
                  <a:pt x="3" y="168"/>
                </a:lnTo>
                <a:lnTo>
                  <a:pt x="3" y="167"/>
                </a:lnTo>
                <a:lnTo>
                  <a:pt x="4" y="167"/>
                </a:lnTo>
                <a:lnTo>
                  <a:pt x="4" y="166"/>
                </a:lnTo>
                <a:lnTo>
                  <a:pt x="3" y="165"/>
                </a:lnTo>
                <a:lnTo>
                  <a:pt x="3" y="164"/>
                </a:lnTo>
                <a:lnTo>
                  <a:pt x="3" y="162"/>
                </a:lnTo>
                <a:lnTo>
                  <a:pt x="3" y="161"/>
                </a:lnTo>
                <a:lnTo>
                  <a:pt x="2" y="161"/>
                </a:lnTo>
                <a:lnTo>
                  <a:pt x="1" y="161"/>
                </a:lnTo>
                <a:lnTo>
                  <a:pt x="1" y="159"/>
                </a:lnTo>
                <a:lnTo>
                  <a:pt x="2" y="158"/>
                </a:lnTo>
                <a:lnTo>
                  <a:pt x="2" y="157"/>
                </a:lnTo>
                <a:lnTo>
                  <a:pt x="1" y="156"/>
                </a:lnTo>
                <a:lnTo>
                  <a:pt x="2" y="155"/>
                </a:lnTo>
                <a:lnTo>
                  <a:pt x="3" y="155"/>
                </a:lnTo>
                <a:lnTo>
                  <a:pt x="4" y="155"/>
                </a:lnTo>
                <a:lnTo>
                  <a:pt x="4" y="154"/>
                </a:lnTo>
                <a:lnTo>
                  <a:pt x="4" y="153"/>
                </a:lnTo>
                <a:lnTo>
                  <a:pt x="6" y="154"/>
                </a:lnTo>
                <a:lnTo>
                  <a:pt x="7" y="154"/>
                </a:lnTo>
                <a:lnTo>
                  <a:pt x="8" y="154"/>
                </a:lnTo>
                <a:lnTo>
                  <a:pt x="8" y="155"/>
                </a:lnTo>
                <a:lnTo>
                  <a:pt x="7" y="155"/>
                </a:lnTo>
                <a:lnTo>
                  <a:pt x="7" y="156"/>
                </a:lnTo>
                <a:lnTo>
                  <a:pt x="8" y="156"/>
                </a:lnTo>
                <a:lnTo>
                  <a:pt x="9" y="157"/>
                </a:lnTo>
                <a:lnTo>
                  <a:pt x="9" y="158"/>
                </a:lnTo>
                <a:lnTo>
                  <a:pt x="10" y="159"/>
                </a:lnTo>
                <a:lnTo>
                  <a:pt x="11" y="159"/>
                </a:lnTo>
                <a:lnTo>
                  <a:pt x="12" y="160"/>
                </a:lnTo>
                <a:lnTo>
                  <a:pt x="13" y="160"/>
                </a:lnTo>
                <a:lnTo>
                  <a:pt x="14" y="160"/>
                </a:lnTo>
                <a:lnTo>
                  <a:pt x="15" y="160"/>
                </a:lnTo>
                <a:lnTo>
                  <a:pt x="16" y="161"/>
                </a:lnTo>
                <a:lnTo>
                  <a:pt x="16" y="160"/>
                </a:lnTo>
                <a:lnTo>
                  <a:pt x="17" y="160"/>
                </a:lnTo>
                <a:lnTo>
                  <a:pt x="18" y="160"/>
                </a:lnTo>
                <a:lnTo>
                  <a:pt x="19" y="160"/>
                </a:lnTo>
                <a:lnTo>
                  <a:pt x="19" y="161"/>
                </a:lnTo>
                <a:lnTo>
                  <a:pt x="21" y="161"/>
                </a:lnTo>
                <a:lnTo>
                  <a:pt x="23" y="161"/>
                </a:lnTo>
                <a:lnTo>
                  <a:pt x="24" y="161"/>
                </a:lnTo>
                <a:lnTo>
                  <a:pt x="25" y="160"/>
                </a:lnTo>
                <a:lnTo>
                  <a:pt x="26" y="160"/>
                </a:lnTo>
                <a:lnTo>
                  <a:pt x="25" y="159"/>
                </a:lnTo>
                <a:lnTo>
                  <a:pt x="26" y="158"/>
                </a:lnTo>
                <a:lnTo>
                  <a:pt x="27" y="157"/>
                </a:lnTo>
                <a:lnTo>
                  <a:pt x="28" y="157"/>
                </a:lnTo>
                <a:lnTo>
                  <a:pt x="29" y="157"/>
                </a:lnTo>
                <a:lnTo>
                  <a:pt x="31" y="156"/>
                </a:lnTo>
                <a:lnTo>
                  <a:pt x="32" y="156"/>
                </a:lnTo>
                <a:lnTo>
                  <a:pt x="32" y="155"/>
                </a:lnTo>
                <a:lnTo>
                  <a:pt x="34" y="156"/>
                </a:lnTo>
                <a:lnTo>
                  <a:pt x="34" y="155"/>
                </a:lnTo>
                <a:lnTo>
                  <a:pt x="35" y="155"/>
                </a:lnTo>
                <a:lnTo>
                  <a:pt x="36" y="156"/>
                </a:lnTo>
                <a:lnTo>
                  <a:pt x="36" y="155"/>
                </a:lnTo>
                <a:lnTo>
                  <a:pt x="37" y="155"/>
                </a:lnTo>
                <a:lnTo>
                  <a:pt x="37" y="154"/>
                </a:lnTo>
                <a:lnTo>
                  <a:pt x="38" y="154"/>
                </a:lnTo>
                <a:lnTo>
                  <a:pt x="37" y="153"/>
                </a:lnTo>
                <a:lnTo>
                  <a:pt x="37" y="152"/>
                </a:lnTo>
                <a:lnTo>
                  <a:pt x="37" y="150"/>
                </a:lnTo>
                <a:lnTo>
                  <a:pt x="36" y="150"/>
                </a:lnTo>
                <a:lnTo>
                  <a:pt x="36" y="149"/>
                </a:lnTo>
                <a:lnTo>
                  <a:pt x="37" y="149"/>
                </a:lnTo>
                <a:lnTo>
                  <a:pt x="37" y="148"/>
                </a:lnTo>
                <a:lnTo>
                  <a:pt x="38" y="148"/>
                </a:lnTo>
                <a:lnTo>
                  <a:pt x="39" y="148"/>
                </a:lnTo>
                <a:lnTo>
                  <a:pt x="40" y="148"/>
                </a:lnTo>
                <a:lnTo>
                  <a:pt x="40" y="147"/>
                </a:lnTo>
                <a:lnTo>
                  <a:pt x="39" y="147"/>
                </a:lnTo>
                <a:lnTo>
                  <a:pt x="38" y="147"/>
                </a:lnTo>
                <a:lnTo>
                  <a:pt x="39" y="146"/>
                </a:lnTo>
                <a:lnTo>
                  <a:pt x="40" y="145"/>
                </a:lnTo>
                <a:lnTo>
                  <a:pt x="40" y="144"/>
                </a:lnTo>
                <a:lnTo>
                  <a:pt x="40" y="143"/>
                </a:lnTo>
                <a:lnTo>
                  <a:pt x="41" y="143"/>
                </a:lnTo>
                <a:lnTo>
                  <a:pt x="41" y="142"/>
                </a:lnTo>
                <a:lnTo>
                  <a:pt x="41" y="141"/>
                </a:lnTo>
                <a:lnTo>
                  <a:pt x="40" y="140"/>
                </a:lnTo>
                <a:lnTo>
                  <a:pt x="40" y="139"/>
                </a:lnTo>
                <a:lnTo>
                  <a:pt x="41" y="138"/>
                </a:lnTo>
                <a:lnTo>
                  <a:pt x="42" y="138"/>
                </a:lnTo>
                <a:lnTo>
                  <a:pt x="42" y="139"/>
                </a:lnTo>
                <a:lnTo>
                  <a:pt x="43" y="139"/>
                </a:lnTo>
                <a:lnTo>
                  <a:pt x="43" y="138"/>
                </a:lnTo>
                <a:lnTo>
                  <a:pt x="43" y="137"/>
                </a:lnTo>
                <a:lnTo>
                  <a:pt x="43" y="136"/>
                </a:lnTo>
                <a:lnTo>
                  <a:pt x="43" y="135"/>
                </a:lnTo>
                <a:lnTo>
                  <a:pt x="43" y="134"/>
                </a:lnTo>
                <a:lnTo>
                  <a:pt x="42" y="134"/>
                </a:lnTo>
                <a:lnTo>
                  <a:pt x="42" y="133"/>
                </a:lnTo>
                <a:lnTo>
                  <a:pt x="41" y="133"/>
                </a:lnTo>
                <a:lnTo>
                  <a:pt x="41" y="132"/>
                </a:lnTo>
                <a:lnTo>
                  <a:pt x="41" y="131"/>
                </a:lnTo>
                <a:lnTo>
                  <a:pt x="40" y="131"/>
                </a:lnTo>
                <a:lnTo>
                  <a:pt x="40" y="132"/>
                </a:lnTo>
                <a:lnTo>
                  <a:pt x="39" y="132"/>
                </a:lnTo>
                <a:lnTo>
                  <a:pt x="38" y="131"/>
                </a:lnTo>
                <a:lnTo>
                  <a:pt x="38" y="129"/>
                </a:lnTo>
                <a:lnTo>
                  <a:pt x="39" y="129"/>
                </a:lnTo>
                <a:lnTo>
                  <a:pt x="40" y="129"/>
                </a:lnTo>
                <a:lnTo>
                  <a:pt x="40" y="128"/>
                </a:lnTo>
                <a:lnTo>
                  <a:pt x="40" y="127"/>
                </a:lnTo>
                <a:lnTo>
                  <a:pt x="39" y="127"/>
                </a:lnTo>
                <a:lnTo>
                  <a:pt x="39" y="126"/>
                </a:lnTo>
                <a:lnTo>
                  <a:pt x="39" y="124"/>
                </a:lnTo>
                <a:lnTo>
                  <a:pt x="39" y="123"/>
                </a:lnTo>
                <a:lnTo>
                  <a:pt x="40" y="123"/>
                </a:lnTo>
                <a:lnTo>
                  <a:pt x="40" y="124"/>
                </a:lnTo>
                <a:lnTo>
                  <a:pt x="41" y="124"/>
                </a:lnTo>
                <a:lnTo>
                  <a:pt x="42" y="124"/>
                </a:lnTo>
                <a:lnTo>
                  <a:pt x="42" y="123"/>
                </a:lnTo>
                <a:lnTo>
                  <a:pt x="42" y="122"/>
                </a:lnTo>
                <a:lnTo>
                  <a:pt x="41" y="122"/>
                </a:lnTo>
                <a:lnTo>
                  <a:pt x="42" y="121"/>
                </a:lnTo>
                <a:lnTo>
                  <a:pt x="42" y="120"/>
                </a:lnTo>
                <a:lnTo>
                  <a:pt x="42" y="119"/>
                </a:lnTo>
                <a:lnTo>
                  <a:pt x="41" y="118"/>
                </a:lnTo>
                <a:lnTo>
                  <a:pt x="42" y="117"/>
                </a:lnTo>
                <a:lnTo>
                  <a:pt x="43" y="116"/>
                </a:lnTo>
                <a:lnTo>
                  <a:pt x="44" y="116"/>
                </a:lnTo>
                <a:lnTo>
                  <a:pt x="45" y="117"/>
                </a:lnTo>
                <a:lnTo>
                  <a:pt x="46" y="118"/>
                </a:lnTo>
                <a:lnTo>
                  <a:pt x="46" y="117"/>
                </a:lnTo>
                <a:lnTo>
                  <a:pt x="47" y="116"/>
                </a:lnTo>
                <a:lnTo>
                  <a:pt x="46" y="116"/>
                </a:lnTo>
                <a:lnTo>
                  <a:pt x="47" y="115"/>
                </a:lnTo>
                <a:lnTo>
                  <a:pt x="47" y="113"/>
                </a:lnTo>
                <a:lnTo>
                  <a:pt x="48" y="112"/>
                </a:lnTo>
                <a:lnTo>
                  <a:pt x="50" y="112"/>
                </a:lnTo>
                <a:lnTo>
                  <a:pt x="51" y="112"/>
                </a:lnTo>
                <a:lnTo>
                  <a:pt x="51" y="111"/>
                </a:lnTo>
                <a:lnTo>
                  <a:pt x="52" y="111"/>
                </a:lnTo>
                <a:lnTo>
                  <a:pt x="52" y="112"/>
                </a:lnTo>
                <a:lnTo>
                  <a:pt x="53" y="112"/>
                </a:lnTo>
                <a:lnTo>
                  <a:pt x="54" y="112"/>
                </a:lnTo>
                <a:lnTo>
                  <a:pt x="55" y="111"/>
                </a:lnTo>
                <a:lnTo>
                  <a:pt x="55" y="112"/>
                </a:lnTo>
                <a:lnTo>
                  <a:pt x="56" y="112"/>
                </a:lnTo>
                <a:lnTo>
                  <a:pt x="58" y="112"/>
                </a:lnTo>
                <a:lnTo>
                  <a:pt x="58" y="111"/>
                </a:lnTo>
                <a:lnTo>
                  <a:pt x="59" y="111"/>
                </a:lnTo>
                <a:lnTo>
                  <a:pt x="60" y="111"/>
                </a:lnTo>
                <a:lnTo>
                  <a:pt x="60" y="112"/>
                </a:lnTo>
                <a:lnTo>
                  <a:pt x="61" y="112"/>
                </a:lnTo>
                <a:lnTo>
                  <a:pt x="61" y="111"/>
                </a:lnTo>
                <a:lnTo>
                  <a:pt x="61" y="110"/>
                </a:lnTo>
                <a:lnTo>
                  <a:pt x="63" y="110"/>
                </a:lnTo>
                <a:lnTo>
                  <a:pt x="64" y="110"/>
                </a:lnTo>
                <a:lnTo>
                  <a:pt x="66" y="110"/>
                </a:lnTo>
                <a:lnTo>
                  <a:pt x="66" y="109"/>
                </a:lnTo>
                <a:lnTo>
                  <a:pt x="67" y="109"/>
                </a:lnTo>
                <a:lnTo>
                  <a:pt x="68" y="110"/>
                </a:lnTo>
                <a:lnTo>
                  <a:pt x="68" y="109"/>
                </a:lnTo>
                <a:lnTo>
                  <a:pt x="67" y="107"/>
                </a:lnTo>
                <a:lnTo>
                  <a:pt x="66" y="105"/>
                </a:lnTo>
                <a:lnTo>
                  <a:pt x="66" y="104"/>
                </a:lnTo>
                <a:lnTo>
                  <a:pt x="65" y="103"/>
                </a:lnTo>
                <a:lnTo>
                  <a:pt x="64" y="102"/>
                </a:lnTo>
                <a:lnTo>
                  <a:pt x="64" y="101"/>
                </a:lnTo>
                <a:lnTo>
                  <a:pt x="65" y="100"/>
                </a:lnTo>
                <a:lnTo>
                  <a:pt x="64" y="100"/>
                </a:lnTo>
                <a:lnTo>
                  <a:pt x="64" y="99"/>
                </a:lnTo>
                <a:lnTo>
                  <a:pt x="65" y="99"/>
                </a:lnTo>
                <a:lnTo>
                  <a:pt x="64" y="98"/>
                </a:lnTo>
                <a:lnTo>
                  <a:pt x="64" y="97"/>
                </a:lnTo>
                <a:lnTo>
                  <a:pt x="64" y="96"/>
                </a:lnTo>
                <a:lnTo>
                  <a:pt x="64" y="95"/>
                </a:lnTo>
                <a:lnTo>
                  <a:pt x="64" y="94"/>
                </a:lnTo>
                <a:lnTo>
                  <a:pt x="63" y="94"/>
                </a:lnTo>
                <a:lnTo>
                  <a:pt x="63" y="93"/>
                </a:lnTo>
                <a:lnTo>
                  <a:pt x="62" y="92"/>
                </a:lnTo>
                <a:lnTo>
                  <a:pt x="62" y="91"/>
                </a:lnTo>
                <a:lnTo>
                  <a:pt x="61" y="91"/>
                </a:lnTo>
                <a:lnTo>
                  <a:pt x="61" y="90"/>
                </a:lnTo>
                <a:lnTo>
                  <a:pt x="62" y="89"/>
                </a:lnTo>
                <a:lnTo>
                  <a:pt x="62" y="88"/>
                </a:lnTo>
                <a:lnTo>
                  <a:pt x="63" y="89"/>
                </a:lnTo>
                <a:lnTo>
                  <a:pt x="64" y="89"/>
                </a:lnTo>
                <a:lnTo>
                  <a:pt x="65" y="90"/>
                </a:lnTo>
                <a:lnTo>
                  <a:pt x="66" y="90"/>
                </a:lnTo>
                <a:lnTo>
                  <a:pt x="66" y="89"/>
                </a:lnTo>
                <a:lnTo>
                  <a:pt x="66" y="86"/>
                </a:lnTo>
                <a:lnTo>
                  <a:pt x="65" y="85"/>
                </a:lnTo>
                <a:lnTo>
                  <a:pt x="66" y="85"/>
                </a:lnTo>
                <a:lnTo>
                  <a:pt x="67" y="84"/>
                </a:lnTo>
                <a:lnTo>
                  <a:pt x="67" y="83"/>
                </a:lnTo>
                <a:lnTo>
                  <a:pt x="68" y="83"/>
                </a:lnTo>
                <a:lnTo>
                  <a:pt x="67" y="81"/>
                </a:lnTo>
                <a:lnTo>
                  <a:pt x="67" y="80"/>
                </a:lnTo>
                <a:lnTo>
                  <a:pt x="66" y="80"/>
                </a:lnTo>
                <a:lnTo>
                  <a:pt x="65" y="81"/>
                </a:lnTo>
                <a:lnTo>
                  <a:pt x="64" y="81"/>
                </a:lnTo>
                <a:lnTo>
                  <a:pt x="64" y="80"/>
                </a:lnTo>
                <a:lnTo>
                  <a:pt x="63" y="80"/>
                </a:lnTo>
                <a:lnTo>
                  <a:pt x="62" y="79"/>
                </a:lnTo>
                <a:lnTo>
                  <a:pt x="62" y="80"/>
                </a:lnTo>
                <a:lnTo>
                  <a:pt x="61" y="80"/>
                </a:lnTo>
                <a:lnTo>
                  <a:pt x="60" y="80"/>
                </a:lnTo>
                <a:lnTo>
                  <a:pt x="60" y="79"/>
                </a:lnTo>
                <a:lnTo>
                  <a:pt x="59" y="80"/>
                </a:lnTo>
                <a:lnTo>
                  <a:pt x="59" y="79"/>
                </a:lnTo>
                <a:lnTo>
                  <a:pt x="59" y="78"/>
                </a:lnTo>
                <a:lnTo>
                  <a:pt x="60" y="78"/>
                </a:lnTo>
                <a:lnTo>
                  <a:pt x="60" y="77"/>
                </a:lnTo>
                <a:lnTo>
                  <a:pt x="61" y="76"/>
                </a:lnTo>
                <a:lnTo>
                  <a:pt x="61" y="75"/>
                </a:lnTo>
                <a:lnTo>
                  <a:pt x="61" y="74"/>
                </a:lnTo>
                <a:lnTo>
                  <a:pt x="61" y="73"/>
                </a:lnTo>
                <a:lnTo>
                  <a:pt x="61" y="72"/>
                </a:lnTo>
                <a:lnTo>
                  <a:pt x="62" y="72"/>
                </a:lnTo>
                <a:lnTo>
                  <a:pt x="62" y="71"/>
                </a:lnTo>
                <a:lnTo>
                  <a:pt x="62" y="70"/>
                </a:lnTo>
                <a:lnTo>
                  <a:pt x="63" y="69"/>
                </a:lnTo>
                <a:lnTo>
                  <a:pt x="64" y="69"/>
                </a:lnTo>
                <a:lnTo>
                  <a:pt x="63" y="68"/>
                </a:lnTo>
                <a:lnTo>
                  <a:pt x="63" y="66"/>
                </a:lnTo>
                <a:lnTo>
                  <a:pt x="64" y="66"/>
                </a:lnTo>
                <a:lnTo>
                  <a:pt x="65" y="66"/>
                </a:lnTo>
                <a:lnTo>
                  <a:pt x="65" y="65"/>
                </a:lnTo>
                <a:lnTo>
                  <a:pt x="65" y="64"/>
                </a:lnTo>
                <a:lnTo>
                  <a:pt x="65" y="63"/>
                </a:lnTo>
                <a:lnTo>
                  <a:pt x="67" y="63"/>
                </a:lnTo>
                <a:lnTo>
                  <a:pt x="67" y="64"/>
                </a:lnTo>
                <a:lnTo>
                  <a:pt x="69" y="64"/>
                </a:lnTo>
                <a:lnTo>
                  <a:pt x="69" y="63"/>
                </a:lnTo>
                <a:lnTo>
                  <a:pt x="69" y="61"/>
                </a:lnTo>
                <a:lnTo>
                  <a:pt x="69" y="60"/>
                </a:lnTo>
                <a:lnTo>
                  <a:pt x="70" y="60"/>
                </a:lnTo>
                <a:lnTo>
                  <a:pt x="70" y="61"/>
                </a:lnTo>
                <a:lnTo>
                  <a:pt x="71" y="61"/>
                </a:lnTo>
                <a:lnTo>
                  <a:pt x="72" y="60"/>
                </a:lnTo>
                <a:lnTo>
                  <a:pt x="73" y="60"/>
                </a:lnTo>
                <a:lnTo>
                  <a:pt x="74" y="60"/>
                </a:lnTo>
                <a:lnTo>
                  <a:pt x="74" y="61"/>
                </a:lnTo>
                <a:lnTo>
                  <a:pt x="76" y="59"/>
                </a:lnTo>
                <a:lnTo>
                  <a:pt x="77" y="59"/>
                </a:lnTo>
                <a:lnTo>
                  <a:pt x="77" y="60"/>
                </a:lnTo>
                <a:lnTo>
                  <a:pt x="78" y="60"/>
                </a:lnTo>
                <a:lnTo>
                  <a:pt x="79" y="60"/>
                </a:lnTo>
                <a:lnTo>
                  <a:pt x="78" y="61"/>
                </a:lnTo>
                <a:lnTo>
                  <a:pt x="80" y="61"/>
                </a:lnTo>
                <a:lnTo>
                  <a:pt x="81" y="60"/>
                </a:lnTo>
                <a:lnTo>
                  <a:pt x="84" y="60"/>
                </a:lnTo>
                <a:lnTo>
                  <a:pt x="84" y="61"/>
                </a:lnTo>
                <a:lnTo>
                  <a:pt x="84" y="62"/>
                </a:lnTo>
                <a:lnTo>
                  <a:pt x="85" y="63"/>
                </a:lnTo>
                <a:lnTo>
                  <a:pt x="86" y="64"/>
                </a:lnTo>
                <a:lnTo>
                  <a:pt x="87" y="64"/>
                </a:lnTo>
                <a:lnTo>
                  <a:pt x="87" y="65"/>
                </a:lnTo>
                <a:lnTo>
                  <a:pt x="87" y="66"/>
                </a:lnTo>
                <a:lnTo>
                  <a:pt x="87" y="67"/>
                </a:lnTo>
                <a:lnTo>
                  <a:pt x="89" y="67"/>
                </a:lnTo>
                <a:lnTo>
                  <a:pt x="89" y="65"/>
                </a:lnTo>
                <a:lnTo>
                  <a:pt x="89" y="64"/>
                </a:lnTo>
                <a:lnTo>
                  <a:pt x="91" y="64"/>
                </a:lnTo>
                <a:lnTo>
                  <a:pt x="91" y="65"/>
                </a:lnTo>
                <a:lnTo>
                  <a:pt x="91" y="66"/>
                </a:lnTo>
                <a:lnTo>
                  <a:pt x="92" y="67"/>
                </a:lnTo>
                <a:lnTo>
                  <a:pt x="93" y="66"/>
                </a:lnTo>
                <a:lnTo>
                  <a:pt x="94" y="66"/>
                </a:lnTo>
                <a:lnTo>
                  <a:pt x="95" y="66"/>
                </a:lnTo>
                <a:lnTo>
                  <a:pt x="96" y="67"/>
                </a:lnTo>
                <a:lnTo>
                  <a:pt x="96" y="66"/>
                </a:lnTo>
                <a:lnTo>
                  <a:pt x="97" y="67"/>
                </a:lnTo>
                <a:lnTo>
                  <a:pt x="98" y="67"/>
                </a:lnTo>
                <a:lnTo>
                  <a:pt x="98" y="68"/>
                </a:lnTo>
                <a:lnTo>
                  <a:pt x="99" y="68"/>
                </a:lnTo>
                <a:lnTo>
                  <a:pt x="99" y="69"/>
                </a:lnTo>
                <a:lnTo>
                  <a:pt x="100" y="70"/>
                </a:lnTo>
                <a:lnTo>
                  <a:pt x="101" y="71"/>
                </a:lnTo>
                <a:lnTo>
                  <a:pt x="100" y="73"/>
                </a:lnTo>
                <a:lnTo>
                  <a:pt x="100" y="74"/>
                </a:lnTo>
                <a:lnTo>
                  <a:pt x="99" y="74"/>
                </a:lnTo>
                <a:lnTo>
                  <a:pt x="98" y="76"/>
                </a:lnTo>
                <a:lnTo>
                  <a:pt x="99" y="77"/>
                </a:lnTo>
                <a:lnTo>
                  <a:pt x="100" y="77"/>
                </a:lnTo>
                <a:lnTo>
                  <a:pt x="101" y="77"/>
                </a:lnTo>
                <a:lnTo>
                  <a:pt x="101" y="78"/>
                </a:lnTo>
                <a:lnTo>
                  <a:pt x="102" y="78"/>
                </a:lnTo>
                <a:lnTo>
                  <a:pt x="103" y="79"/>
                </a:lnTo>
                <a:lnTo>
                  <a:pt x="104" y="80"/>
                </a:lnTo>
                <a:lnTo>
                  <a:pt x="105" y="81"/>
                </a:lnTo>
                <a:lnTo>
                  <a:pt x="105" y="82"/>
                </a:lnTo>
                <a:lnTo>
                  <a:pt x="106" y="83"/>
                </a:lnTo>
                <a:lnTo>
                  <a:pt x="106" y="85"/>
                </a:lnTo>
                <a:lnTo>
                  <a:pt x="105" y="84"/>
                </a:lnTo>
                <a:lnTo>
                  <a:pt x="104" y="84"/>
                </a:lnTo>
                <a:lnTo>
                  <a:pt x="104" y="85"/>
                </a:lnTo>
                <a:lnTo>
                  <a:pt x="105" y="85"/>
                </a:lnTo>
                <a:lnTo>
                  <a:pt x="106" y="85"/>
                </a:lnTo>
                <a:lnTo>
                  <a:pt x="106" y="86"/>
                </a:lnTo>
                <a:lnTo>
                  <a:pt x="106" y="87"/>
                </a:lnTo>
                <a:lnTo>
                  <a:pt x="106" y="88"/>
                </a:lnTo>
                <a:lnTo>
                  <a:pt x="107" y="89"/>
                </a:lnTo>
                <a:lnTo>
                  <a:pt x="108" y="89"/>
                </a:lnTo>
                <a:lnTo>
                  <a:pt x="109" y="89"/>
                </a:lnTo>
                <a:lnTo>
                  <a:pt x="109" y="90"/>
                </a:lnTo>
                <a:lnTo>
                  <a:pt x="109" y="91"/>
                </a:lnTo>
                <a:lnTo>
                  <a:pt x="110" y="91"/>
                </a:lnTo>
                <a:lnTo>
                  <a:pt x="110" y="92"/>
                </a:lnTo>
                <a:lnTo>
                  <a:pt x="111" y="92"/>
                </a:lnTo>
                <a:lnTo>
                  <a:pt x="112" y="92"/>
                </a:lnTo>
                <a:lnTo>
                  <a:pt x="112" y="93"/>
                </a:lnTo>
                <a:lnTo>
                  <a:pt x="113" y="94"/>
                </a:lnTo>
                <a:lnTo>
                  <a:pt x="113" y="95"/>
                </a:lnTo>
                <a:lnTo>
                  <a:pt x="114" y="96"/>
                </a:lnTo>
                <a:lnTo>
                  <a:pt x="114" y="97"/>
                </a:lnTo>
                <a:lnTo>
                  <a:pt x="115" y="97"/>
                </a:lnTo>
                <a:lnTo>
                  <a:pt x="116" y="97"/>
                </a:lnTo>
                <a:lnTo>
                  <a:pt x="117" y="97"/>
                </a:lnTo>
                <a:lnTo>
                  <a:pt x="118" y="95"/>
                </a:lnTo>
                <a:lnTo>
                  <a:pt x="119" y="95"/>
                </a:lnTo>
                <a:lnTo>
                  <a:pt x="119" y="96"/>
                </a:lnTo>
                <a:lnTo>
                  <a:pt x="120" y="95"/>
                </a:lnTo>
                <a:lnTo>
                  <a:pt x="121" y="95"/>
                </a:lnTo>
                <a:lnTo>
                  <a:pt x="121" y="94"/>
                </a:lnTo>
                <a:lnTo>
                  <a:pt x="120" y="94"/>
                </a:lnTo>
                <a:lnTo>
                  <a:pt x="121" y="93"/>
                </a:lnTo>
                <a:lnTo>
                  <a:pt x="122" y="93"/>
                </a:lnTo>
                <a:lnTo>
                  <a:pt x="122" y="94"/>
                </a:lnTo>
                <a:lnTo>
                  <a:pt x="123" y="95"/>
                </a:lnTo>
                <a:lnTo>
                  <a:pt x="124" y="95"/>
                </a:lnTo>
                <a:lnTo>
                  <a:pt x="124" y="94"/>
                </a:lnTo>
                <a:lnTo>
                  <a:pt x="125" y="93"/>
                </a:lnTo>
                <a:lnTo>
                  <a:pt x="125" y="92"/>
                </a:lnTo>
                <a:lnTo>
                  <a:pt x="126" y="92"/>
                </a:lnTo>
                <a:lnTo>
                  <a:pt x="127" y="92"/>
                </a:lnTo>
                <a:lnTo>
                  <a:pt x="128" y="92"/>
                </a:lnTo>
                <a:lnTo>
                  <a:pt x="129" y="91"/>
                </a:lnTo>
                <a:lnTo>
                  <a:pt x="130" y="91"/>
                </a:lnTo>
                <a:lnTo>
                  <a:pt x="130" y="90"/>
                </a:lnTo>
                <a:lnTo>
                  <a:pt x="131" y="89"/>
                </a:lnTo>
                <a:lnTo>
                  <a:pt x="132" y="89"/>
                </a:lnTo>
                <a:lnTo>
                  <a:pt x="132" y="90"/>
                </a:lnTo>
                <a:lnTo>
                  <a:pt x="133" y="90"/>
                </a:lnTo>
                <a:lnTo>
                  <a:pt x="135" y="90"/>
                </a:lnTo>
                <a:lnTo>
                  <a:pt x="135" y="89"/>
                </a:lnTo>
                <a:lnTo>
                  <a:pt x="136" y="89"/>
                </a:lnTo>
                <a:lnTo>
                  <a:pt x="136" y="88"/>
                </a:lnTo>
                <a:lnTo>
                  <a:pt x="136" y="87"/>
                </a:lnTo>
                <a:lnTo>
                  <a:pt x="137" y="87"/>
                </a:lnTo>
                <a:lnTo>
                  <a:pt x="138" y="87"/>
                </a:lnTo>
                <a:lnTo>
                  <a:pt x="138" y="88"/>
                </a:lnTo>
                <a:lnTo>
                  <a:pt x="139" y="88"/>
                </a:lnTo>
                <a:lnTo>
                  <a:pt x="139" y="87"/>
                </a:lnTo>
                <a:lnTo>
                  <a:pt x="140" y="87"/>
                </a:lnTo>
                <a:lnTo>
                  <a:pt x="139" y="86"/>
                </a:lnTo>
                <a:lnTo>
                  <a:pt x="140" y="83"/>
                </a:lnTo>
                <a:lnTo>
                  <a:pt x="141" y="83"/>
                </a:lnTo>
                <a:lnTo>
                  <a:pt x="142" y="82"/>
                </a:lnTo>
                <a:lnTo>
                  <a:pt x="142" y="81"/>
                </a:lnTo>
                <a:lnTo>
                  <a:pt x="143" y="81"/>
                </a:lnTo>
                <a:lnTo>
                  <a:pt x="144" y="80"/>
                </a:lnTo>
                <a:lnTo>
                  <a:pt x="145" y="81"/>
                </a:lnTo>
                <a:lnTo>
                  <a:pt x="147" y="81"/>
                </a:lnTo>
                <a:lnTo>
                  <a:pt x="147" y="80"/>
                </a:lnTo>
                <a:lnTo>
                  <a:pt x="147" y="79"/>
                </a:lnTo>
                <a:lnTo>
                  <a:pt x="148" y="79"/>
                </a:lnTo>
                <a:lnTo>
                  <a:pt x="149" y="79"/>
                </a:lnTo>
                <a:lnTo>
                  <a:pt x="149" y="80"/>
                </a:lnTo>
                <a:lnTo>
                  <a:pt x="151" y="79"/>
                </a:lnTo>
                <a:lnTo>
                  <a:pt x="150" y="78"/>
                </a:lnTo>
                <a:lnTo>
                  <a:pt x="151" y="77"/>
                </a:lnTo>
                <a:lnTo>
                  <a:pt x="151" y="76"/>
                </a:lnTo>
                <a:lnTo>
                  <a:pt x="152" y="76"/>
                </a:lnTo>
                <a:lnTo>
                  <a:pt x="153" y="77"/>
                </a:lnTo>
                <a:lnTo>
                  <a:pt x="154" y="77"/>
                </a:lnTo>
                <a:lnTo>
                  <a:pt x="155" y="78"/>
                </a:lnTo>
                <a:lnTo>
                  <a:pt x="156" y="78"/>
                </a:lnTo>
                <a:lnTo>
                  <a:pt x="158" y="79"/>
                </a:lnTo>
                <a:lnTo>
                  <a:pt x="159" y="77"/>
                </a:lnTo>
                <a:lnTo>
                  <a:pt x="158" y="77"/>
                </a:lnTo>
                <a:lnTo>
                  <a:pt x="158" y="76"/>
                </a:lnTo>
                <a:lnTo>
                  <a:pt x="158" y="74"/>
                </a:lnTo>
                <a:lnTo>
                  <a:pt x="159" y="74"/>
                </a:lnTo>
                <a:lnTo>
                  <a:pt x="158" y="73"/>
                </a:lnTo>
                <a:lnTo>
                  <a:pt x="158" y="72"/>
                </a:lnTo>
                <a:lnTo>
                  <a:pt x="159" y="72"/>
                </a:lnTo>
                <a:lnTo>
                  <a:pt x="159" y="71"/>
                </a:lnTo>
                <a:lnTo>
                  <a:pt x="159" y="70"/>
                </a:lnTo>
                <a:lnTo>
                  <a:pt x="158" y="70"/>
                </a:lnTo>
                <a:lnTo>
                  <a:pt x="158" y="69"/>
                </a:lnTo>
                <a:lnTo>
                  <a:pt x="157" y="69"/>
                </a:lnTo>
                <a:lnTo>
                  <a:pt x="156" y="68"/>
                </a:lnTo>
                <a:lnTo>
                  <a:pt x="155" y="67"/>
                </a:lnTo>
                <a:lnTo>
                  <a:pt x="155" y="66"/>
                </a:lnTo>
                <a:lnTo>
                  <a:pt x="155" y="65"/>
                </a:lnTo>
                <a:lnTo>
                  <a:pt x="155" y="64"/>
                </a:lnTo>
                <a:lnTo>
                  <a:pt x="154" y="64"/>
                </a:lnTo>
                <a:lnTo>
                  <a:pt x="154" y="63"/>
                </a:lnTo>
                <a:lnTo>
                  <a:pt x="153" y="62"/>
                </a:lnTo>
                <a:lnTo>
                  <a:pt x="153" y="61"/>
                </a:lnTo>
                <a:lnTo>
                  <a:pt x="152" y="60"/>
                </a:lnTo>
                <a:lnTo>
                  <a:pt x="151" y="59"/>
                </a:lnTo>
                <a:lnTo>
                  <a:pt x="151" y="58"/>
                </a:lnTo>
                <a:lnTo>
                  <a:pt x="150" y="57"/>
                </a:lnTo>
                <a:lnTo>
                  <a:pt x="149" y="57"/>
                </a:lnTo>
                <a:lnTo>
                  <a:pt x="149" y="56"/>
                </a:lnTo>
                <a:lnTo>
                  <a:pt x="148" y="55"/>
                </a:lnTo>
                <a:lnTo>
                  <a:pt x="148" y="52"/>
                </a:lnTo>
                <a:lnTo>
                  <a:pt x="150" y="51"/>
                </a:lnTo>
                <a:lnTo>
                  <a:pt x="150" y="50"/>
                </a:lnTo>
                <a:lnTo>
                  <a:pt x="151" y="50"/>
                </a:lnTo>
                <a:lnTo>
                  <a:pt x="151" y="49"/>
                </a:lnTo>
                <a:lnTo>
                  <a:pt x="151" y="48"/>
                </a:lnTo>
                <a:lnTo>
                  <a:pt x="150" y="48"/>
                </a:lnTo>
                <a:lnTo>
                  <a:pt x="150" y="47"/>
                </a:lnTo>
                <a:lnTo>
                  <a:pt x="149" y="46"/>
                </a:lnTo>
                <a:lnTo>
                  <a:pt x="149" y="45"/>
                </a:lnTo>
                <a:lnTo>
                  <a:pt x="149" y="44"/>
                </a:lnTo>
                <a:lnTo>
                  <a:pt x="150" y="44"/>
                </a:lnTo>
                <a:lnTo>
                  <a:pt x="150" y="43"/>
                </a:lnTo>
                <a:lnTo>
                  <a:pt x="149" y="43"/>
                </a:lnTo>
                <a:lnTo>
                  <a:pt x="149" y="42"/>
                </a:lnTo>
                <a:lnTo>
                  <a:pt x="150" y="42"/>
                </a:lnTo>
                <a:lnTo>
                  <a:pt x="151" y="42"/>
                </a:lnTo>
                <a:lnTo>
                  <a:pt x="151" y="41"/>
                </a:lnTo>
                <a:lnTo>
                  <a:pt x="152" y="41"/>
                </a:lnTo>
                <a:lnTo>
                  <a:pt x="152" y="40"/>
                </a:lnTo>
                <a:lnTo>
                  <a:pt x="153" y="40"/>
                </a:lnTo>
                <a:lnTo>
                  <a:pt x="153" y="39"/>
                </a:lnTo>
                <a:lnTo>
                  <a:pt x="151" y="38"/>
                </a:lnTo>
                <a:lnTo>
                  <a:pt x="151" y="37"/>
                </a:lnTo>
                <a:lnTo>
                  <a:pt x="150" y="37"/>
                </a:lnTo>
                <a:lnTo>
                  <a:pt x="149" y="37"/>
                </a:lnTo>
                <a:lnTo>
                  <a:pt x="148" y="37"/>
                </a:lnTo>
                <a:lnTo>
                  <a:pt x="147" y="37"/>
                </a:lnTo>
                <a:lnTo>
                  <a:pt x="146" y="37"/>
                </a:lnTo>
                <a:lnTo>
                  <a:pt x="145" y="37"/>
                </a:lnTo>
                <a:lnTo>
                  <a:pt x="144" y="39"/>
                </a:lnTo>
                <a:lnTo>
                  <a:pt x="143" y="39"/>
                </a:lnTo>
                <a:lnTo>
                  <a:pt x="141" y="39"/>
                </a:lnTo>
                <a:lnTo>
                  <a:pt x="141" y="38"/>
                </a:lnTo>
                <a:lnTo>
                  <a:pt x="141" y="37"/>
                </a:lnTo>
                <a:lnTo>
                  <a:pt x="140" y="37"/>
                </a:lnTo>
                <a:lnTo>
                  <a:pt x="140" y="38"/>
                </a:lnTo>
                <a:lnTo>
                  <a:pt x="139" y="38"/>
                </a:lnTo>
                <a:lnTo>
                  <a:pt x="139" y="39"/>
                </a:lnTo>
                <a:lnTo>
                  <a:pt x="138" y="40"/>
                </a:lnTo>
                <a:lnTo>
                  <a:pt x="137" y="39"/>
                </a:lnTo>
                <a:lnTo>
                  <a:pt x="136" y="39"/>
                </a:lnTo>
                <a:lnTo>
                  <a:pt x="135" y="39"/>
                </a:lnTo>
                <a:lnTo>
                  <a:pt x="134" y="39"/>
                </a:lnTo>
                <a:lnTo>
                  <a:pt x="134" y="40"/>
                </a:lnTo>
                <a:lnTo>
                  <a:pt x="133" y="39"/>
                </a:lnTo>
                <a:lnTo>
                  <a:pt x="133" y="38"/>
                </a:lnTo>
                <a:lnTo>
                  <a:pt x="134" y="37"/>
                </a:lnTo>
                <a:lnTo>
                  <a:pt x="134" y="36"/>
                </a:lnTo>
                <a:lnTo>
                  <a:pt x="133" y="35"/>
                </a:lnTo>
                <a:lnTo>
                  <a:pt x="132" y="34"/>
                </a:lnTo>
                <a:lnTo>
                  <a:pt x="130" y="34"/>
                </a:lnTo>
                <a:lnTo>
                  <a:pt x="130" y="33"/>
                </a:lnTo>
                <a:lnTo>
                  <a:pt x="129" y="33"/>
                </a:lnTo>
                <a:lnTo>
                  <a:pt x="129" y="32"/>
                </a:lnTo>
                <a:lnTo>
                  <a:pt x="128" y="33"/>
                </a:lnTo>
                <a:lnTo>
                  <a:pt x="127" y="32"/>
                </a:lnTo>
                <a:lnTo>
                  <a:pt x="127" y="31"/>
                </a:lnTo>
                <a:lnTo>
                  <a:pt x="127" y="30"/>
                </a:lnTo>
                <a:lnTo>
                  <a:pt x="126" y="30"/>
                </a:lnTo>
                <a:lnTo>
                  <a:pt x="125" y="30"/>
                </a:lnTo>
                <a:lnTo>
                  <a:pt x="125" y="29"/>
                </a:lnTo>
                <a:lnTo>
                  <a:pt x="123" y="28"/>
                </a:lnTo>
                <a:lnTo>
                  <a:pt x="122" y="29"/>
                </a:lnTo>
                <a:lnTo>
                  <a:pt x="121" y="29"/>
                </a:lnTo>
                <a:lnTo>
                  <a:pt x="120" y="28"/>
                </a:lnTo>
                <a:lnTo>
                  <a:pt x="119" y="28"/>
                </a:lnTo>
                <a:lnTo>
                  <a:pt x="119" y="27"/>
                </a:lnTo>
                <a:lnTo>
                  <a:pt x="119" y="26"/>
                </a:lnTo>
                <a:lnTo>
                  <a:pt x="120" y="26"/>
                </a:lnTo>
                <a:lnTo>
                  <a:pt x="120" y="25"/>
                </a:lnTo>
                <a:lnTo>
                  <a:pt x="119" y="25"/>
                </a:lnTo>
                <a:lnTo>
                  <a:pt x="118" y="25"/>
                </a:lnTo>
                <a:lnTo>
                  <a:pt x="118" y="24"/>
                </a:lnTo>
                <a:lnTo>
                  <a:pt x="117" y="24"/>
                </a:lnTo>
                <a:lnTo>
                  <a:pt x="116" y="23"/>
                </a:lnTo>
                <a:lnTo>
                  <a:pt x="117" y="23"/>
                </a:lnTo>
                <a:lnTo>
                  <a:pt x="117" y="22"/>
                </a:lnTo>
                <a:lnTo>
                  <a:pt x="116" y="22"/>
                </a:lnTo>
                <a:lnTo>
                  <a:pt x="116" y="21"/>
                </a:lnTo>
                <a:lnTo>
                  <a:pt x="115" y="21"/>
                </a:lnTo>
                <a:lnTo>
                  <a:pt x="115" y="20"/>
                </a:lnTo>
                <a:lnTo>
                  <a:pt x="115" y="19"/>
                </a:lnTo>
                <a:lnTo>
                  <a:pt x="116" y="19"/>
                </a:lnTo>
                <a:lnTo>
                  <a:pt x="116" y="18"/>
                </a:lnTo>
                <a:lnTo>
                  <a:pt x="116" y="17"/>
                </a:lnTo>
                <a:lnTo>
                  <a:pt x="118" y="16"/>
                </a:lnTo>
                <a:lnTo>
                  <a:pt x="118" y="15"/>
                </a:lnTo>
                <a:lnTo>
                  <a:pt x="119" y="15"/>
                </a:lnTo>
                <a:lnTo>
                  <a:pt x="119" y="14"/>
                </a:lnTo>
                <a:lnTo>
                  <a:pt x="118" y="13"/>
                </a:lnTo>
                <a:lnTo>
                  <a:pt x="118" y="12"/>
                </a:lnTo>
                <a:lnTo>
                  <a:pt x="118" y="11"/>
                </a:lnTo>
                <a:lnTo>
                  <a:pt x="118" y="10"/>
                </a:lnTo>
                <a:lnTo>
                  <a:pt x="118" y="9"/>
                </a:lnTo>
                <a:lnTo>
                  <a:pt x="118" y="8"/>
                </a:lnTo>
                <a:lnTo>
                  <a:pt x="119" y="8"/>
                </a:lnTo>
                <a:lnTo>
                  <a:pt x="120" y="8"/>
                </a:lnTo>
                <a:lnTo>
                  <a:pt x="120" y="9"/>
                </a:lnTo>
                <a:lnTo>
                  <a:pt x="121" y="9"/>
                </a:lnTo>
                <a:lnTo>
                  <a:pt x="121" y="10"/>
                </a:lnTo>
                <a:lnTo>
                  <a:pt x="122" y="10"/>
                </a:lnTo>
                <a:lnTo>
                  <a:pt x="122" y="11"/>
                </a:lnTo>
                <a:lnTo>
                  <a:pt x="123" y="10"/>
                </a:lnTo>
                <a:lnTo>
                  <a:pt x="123" y="9"/>
                </a:lnTo>
                <a:lnTo>
                  <a:pt x="124" y="8"/>
                </a:lnTo>
                <a:lnTo>
                  <a:pt x="125" y="8"/>
                </a:lnTo>
                <a:lnTo>
                  <a:pt x="126" y="8"/>
                </a:lnTo>
                <a:lnTo>
                  <a:pt x="126" y="7"/>
                </a:lnTo>
                <a:lnTo>
                  <a:pt x="126" y="6"/>
                </a:lnTo>
                <a:lnTo>
                  <a:pt x="125" y="6"/>
                </a:lnTo>
                <a:lnTo>
                  <a:pt x="125" y="5"/>
                </a:lnTo>
                <a:lnTo>
                  <a:pt x="127" y="5"/>
                </a:lnTo>
                <a:lnTo>
                  <a:pt x="128" y="6"/>
                </a:lnTo>
                <a:lnTo>
                  <a:pt x="129" y="6"/>
                </a:lnTo>
                <a:lnTo>
                  <a:pt x="130" y="6"/>
                </a:lnTo>
                <a:lnTo>
                  <a:pt x="130" y="5"/>
                </a:lnTo>
                <a:lnTo>
                  <a:pt x="131" y="3"/>
                </a:lnTo>
                <a:lnTo>
                  <a:pt x="131" y="4"/>
                </a:lnTo>
                <a:lnTo>
                  <a:pt x="133" y="3"/>
                </a:lnTo>
                <a:lnTo>
                  <a:pt x="134" y="2"/>
                </a:lnTo>
                <a:lnTo>
                  <a:pt x="135" y="2"/>
                </a:lnTo>
                <a:lnTo>
                  <a:pt x="136" y="2"/>
                </a:lnTo>
                <a:lnTo>
                  <a:pt x="136" y="1"/>
                </a:lnTo>
                <a:lnTo>
                  <a:pt x="137" y="1"/>
                </a:lnTo>
                <a:lnTo>
                  <a:pt x="138" y="0"/>
                </a:lnTo>
                <a:lnTo>
                  <a:pt x="139" y="0"/>
                </a:lnTo>
                <a:lnTo>
                  <a:pt x="140" y="1"/>
                </a:lnTo>
                <a:lnTo>
                  <a:pt x="140" y="2"/>
                </a:lnTo>
                <a:lnTo>
                  <a:pt x="140" y="3"/>
                </a:lnTo>
                <a:lnTo>
                  <a:pt x="141" y="3"/>
                </a:lnTo>
                <a:lnTo>
                  <a:pt x="142" y="5"/>
                </a:lnTo>
                <a:lnTo>
                  <a:pt x="143" y="5"/>
                </a:lnTo>
                <a:lnTo>
                  <a:pt x="144" y="5"/>
                </a:lnTo>
                <a:lnTo>
                  <a:pt x="144" y="6"/>
                </a:lnTo>
                <a:lnTo>
                  <a:pt x="144" y="7"/>
                </a:lnTo>
                <a:lnTo>
                  <a:pt x="145" y="7"/>
                </a:lnTo>
                <a:lnTo>
                  <a:pt x="145" y="8"/>
                </a:lnTo>
                <a:lnTo>
                  <a:pt x="145" y="9"/>
                </a:lnTo>
                <a:lnTo>
                  <a:pt x="146" y="10"/>
                </a:lnTo>
                <a:lnTo>
                  <a:pt x="147" y="10"/>
                </a:lnTo>
                <a:lnTo>
                  <a:pt x="148" y="10"/>
                </a:lnTo>
                <a:lnTo>
                  <a:pt x="148" y="11"/>
                </a:lnTo>
                <a:lnTo>
                  <a:pt x="147" y="11"/>
                </a:lnTo>
                <a:lnTo>
                  <a:pt x="147" y="12"/>
                </a:lnTo>
                <a:lnTo>
                  <a:pt x="148" y="12"/>
                </a:lnTo>
                <a:lnTo>
                  <a:pt x="150" y="12"/>
                </a:lnTo>
                <a:lnTo>
                  <a:pt x="151" y="13"/>
                </a:lnTo>
                <a:lnTo>
                  <a:pt x="152" y="13"/>
                </a:lnTo>
                <a:lnTo>
                  <a:pt x="153" y="13"/>
                </a:lnTo>
                <a:lnTo>
                  <a:pt x="153" y="14"/>
                </a:lnTo>
                <a:lnTo>
                  <a:pt x="153" y="15"/>
                </a:lnTo>
                <a:lnTo>
                  <a:pt x="154" y="15"/>
                </a:lnTo>
                <a:lnTo>
                  <a:pt x="154" y="16"/>
                </a:lnTo>
                <a:lnTo>
                  <a:pt x="153" y="16"/>
                </a:lnTo>
                <a:lnTo>
                  <a:pt x="152" y="16"/>
                </a:lnTo>
                <a:lnTo>
                  <a:pt x="151" y="16"/>
                </a:lnTo>
                <a:lnTo>
                  <a:pt x="151" y="17"/>
                </a:lnTo>
                <a:lnTo>
                  <a:pt x="152" y="17"/>
                </a:lnTo>
                <a:lnTo>
                  <a:pt x="153" y="17"/>
                </a:lnTo>
                <a:lnTo>
                  <a:pt x="155" y="17"/>
                </a:lnTo>
                <a:lnTo>
                  <a:pt x="156" y="17"/>
                </a:lnTo>
                <a:lnTo>
                  <a:pt x="157" y="17"/>
                </a:lnTo>
                <a:lnTo>
                  <a:pt x="157" y="18"/>
                </a:lnTo>
                <a:lnTo>
                  <a:pt x="158" y="18"/>
                </a:lnTo>
                <a:lnTo>
                  <a:pt x="159" y="18"/>
                </a:lnTo>
                <a:lnTo>
                  <a:pt x="160" y="19"/>
                </a:lnTo>
                <a:lnTo>
                  <a:pt x="162" y="19"/>
                </a:lnTo>
                <a:lnTo>
                  <a:pt x="163" y="19"/>
                </a:lnTo>
                <a:lnTo>
                  <a:pt x="164" y="19"/>
                </a:lnTo>
                <a:lnTo>
                  <a:pt x="165" y="19"/>
                </a:lnTo>
                <a:lnTo>
                  <a:pt x="166" y="19"/>
                </a:lnTo>
                <a:lnTo>
                  <a:pt x="167" y="19"/>
                </a:lnTo>
                <a:lnTo>
                  <a:pt x="168" y="19"/>
                </a:lnTo>
                <a:lnTo>
                  <a:pt x="168" y="20"/>
                </a:lnTo>
                <a:lnTo>
                  <a:pt x="169" y="20"/>
                </a:lnTo>
                <a:lnTo>
                  <a:pt x="170" y="21"/>
                </a:lnTo>
                <a:lnTo>
                  <a:pt x="171" y="22"/>
                </a:lnTo>
                <a:lnTo>
                  <a:pt x="171" y="23"/>
                </a:lnTo>
                <a:lnTo>
                  <a:pt x="172" y="24"/>
                </a:lnTo>
                <a:lnTo>
                  <a:pt x="173" y="25"/>
                </a:lnTo>
                <a:lnTo>
                  <a:pt x="174" y="25"/>
                </a:lnTo>
                <a:lnTo>
                  <a:pt x="174" y="26"/>
                </a:lnTo>
                <a:lnTo>
                  <a:pt x="175" y="27"/>
                </a:lnTo>
                <a:lnTo>
                  <a:pt x="175" y="28"/>
                </a:lnTo>
                <a:lnTo>
                  <a:pt x="176" y="27"/>
                </a:lnTo>
                <a:lnTo>
                  <a:pt x="177" y="26"/>
                </a:lnTo>
                <a:lnTo>
                  <a:pt x="178" y="26"/>
                </a:lnTo>
                <a:lnTo>
                  <a:pt x="179" y="27"/>
                </a:lnTo>
                <a:lnTo>
                  <a:pt x="179" y="25"/>
                </a:lnTo>
                <a:lnTo>
                  <a:pt x="180" y="25"/>
                </a:lnTo>
                <a:lnTo>
                  <a:pt x="180" y="26"/>
                </a:lnTo>
                <a:lnTo>
                  <a:pt x="181" y="26"/>
                </a:lnTo>
                <a:lnTo>
                  <a:pt x="183" y="26"/>
                </a:lnTo>
                <a:lnTo>
                  <a:pt x="184" y="26"/>
                </a:lnTo>
                <a:lnTo>
                  <a:pt x="186" y="27"/>
                </a:lnTo>
                <a:lnTo>
                  <a:pt x="187" y="27"/>
                </a:lnTo>
                <a:lnTo>
                  <a:pt x="188" y="27"/>
                </a:lnTo>
                <a:lnTo>
                  <a:pt x="187" y="28"/>
                </a:lnTo>
                <a:lnTo>
                  <a:pt x="187" y="29"/>
                </a:lnTo>
                <a:lnTo>
                  <a:pt x="187" y="30"/>
                </a:lnTo>
                <a:lnTo>
                  <a:pt x="188" y="30"/>
                </a:lnTo>
                <a:lnTo>
                  <a:pt x="189" y="30"/>
                </a:lnTo>
                <a:lnTo>
                  <a:pt x="189" y="31"/>
                </a:lnTo>
                <a:lnTo>
                  <a:pt x="189" y="32"/>
                </a:lnTo>
                <a:lnTo>
                  <a:pt x="188" y="33"/>
                </a:lnTo>
                <a:lnTo>
                  <a:pt x="188" y="34"/>
                </a:lnTo>
                <a:lnTo>
                  <a:pt x="188" y="35"/>
                </a:lnTo>
                <a:lnTo>
                  <a:pt x="188" y="36"/>
                </a:lnTo>
                <a:lnTo>
                  <a:pt x="188" y="37"/>
                </a:lnTo>
                <a:lnTo>
                  <a:pt x="188" y="38"/>
                </a:lnTo>
                <a:lnTo>
                  <a:pt x="189" y="39"/>
                </a:lnTo>
                <a:lnTo>
                  <a:pt x="190" y="40"/>
                </a:lnTo>
                <a:lnTo>
                  <a:pt x="190" y="41"/>
                </a:lnTo>
                <a:lnTo>
                  <a:pt x="191" y="41"/>
                </a:lnTo>
                <a:lnTo>
                  <a:pt x="192" y="40"/>
                </a:lnTo>
                <a:lnTo>
                  <a:pt x="192" y="41"/>
                </a:lnTo>
                <a:lnTo>
                  <a:pt x="192" y="42"/>
                </a:lnTo>
                <a:lnTo>
                  <a:pt x="193" y="42"/>
                </a:lnTo>
                <a:lnTo>
                  <a:pt x="194" y="42"/>
                </a:lnTo>
                <a:lnTo>
                  <a:pt x="195" y="42"/>
                </a:lnTo>
                <a:lnTo>
                  <a:pt x="195" y="43"/>
                </a:lnTo>
                <a:lnTo>
                  <a:pt x="194" y="43"/>
                </a:lnTo>
                <a:lnTo>
                  <a:pt x="194" y="44"/>
                </a:lnTo>
                <a:lnTo>
                  <a:pt x="195" y="46"/>
                </a:lnTo>
                <a:lnTo>
                  <a:pt x="194" y="47"/>
                </a:lnTo>
                <a:lnTo>
                  <a:pt x="193" y="48"/>
                </a:lnTo>
                <a:lnTo>
                  <a:pt x="193" y="50"/>
                </a:lnTo>
                <a:lnTo>
                  <a:pt x="194" y="50"/>
                </a:lnTo>
                <a:lnTo>
                  <a:pt x="195" y="51"/>
                </a:lnTo>
                <a:lnTo>
                  <a:pt x="196" y="51"/>
                </a:lnTo>
                <a:lnTo>
                  <a:pt x="197" y="51"/>
                </a:lnTo>
                <a:lnTo>
                  <a:pt x="197" y="52"/>
                </a:lnTo>
                <a:lnTo>
                  <a:pt x="199" y="52"/>
                </a:lnTo>
                <a:lnTo>
                  <a:pt x="199" y="53"/>
                </a:lnTo>
                <a:lnTo>
                  <a:pt x="200" y="54"/>
                </a:lnTo>
                <a:lnTo>
                  <a:pt x="201" y="54"/>
                </a:lnTo>
                <a:lnTo>
                  <a:pt x="202" y="54"/>
                </a:lnTo>
                <a:lnTo>
                  <a:pt x="202" y="55"/>
                </a:lnTo>
                <a:lnTo>
                  <a:pt x="203" y="55"/>
                </a:lnTo>
                <a:lnTo>
                  <a:pt x="203" y="56"/>
                </a:lnTo>
                <a:lnTo>
                  <a:pt x="202" y="56"/>
                </a:lnTo>
                <a:lnTo>
                  <a:pt x="201" y="56"/>
                </a:lnTo>
                <a:lnTo>
                  <a:pt x="202" y="57"/>
                </a:lnTo>
                <a:lnTo>
                  <a:pt x="203" y="57"/>
                </a:lnTo>
                <a:lnTo>
                  <a:pt x="204" y="57"/>
                </a:lnTo>
                <a:lnTo>
                  <a:pt x="205" y="57"/>
                </a:lnTo>
                <a:lnTo>
                  <a:pt x="204" y="58"/>
                </a:lnTo>
                <a:lnTo>
                  <a:pt x="204" y="59"/>
                </a:lnTo>
                <a:lnTo>
                  <a:pt x="205" y="59"/>
                </a:lnTo>
                <a:lnTo>
                  <a:pt x="206" y="59"/>
                </a:lnTo>
                <a:lnTo>
                  <a:pt x="206" y="60"/>
                </a:lnTo>
                <a:lnTo>
                  <a:pt x="207" y="60"/>
                </a:lnTo>
                <a:lnTo>
                  <a:pt x="208" y="60"/>
                </a:lnTo>
                <a:lnTo>
                  <a:pt x="209" y="60"/>
                </a:lnTo>
                <a:lnTo>
                  <a:pt x="210" y="60"/>
                </a:lnTo>
                <a:lnTo>
                  <a:pt x="211" y="60"/>
                </a:lnTo>
                <a:lnTo>
                  <a:pt x="213" y="60"/>
                </a:lnTo>
                <a:lnTo>
                  <a:pt x="214" y="60"/>
                </a:lnTo>
                <a:lnTo>
                  <a:pt x="214" y="59"/>
                </a:lnTo>
                <a:lnTo>
                  <a:pt x="215" y="59"/>
                </a:lnTo>
                <a:lnTo>
                  <a:pt x="217" y="59"/>
                </a:lnTo>
                <a:lnTo>
                  <a:pt x="217" y="60"/>
                </a:lnTo>
                <a:lnTo>
                  <a:pt x="218" y="60"/>
                </a:lnTo>
                <a:lnTo>
                  <a:pt x="219" y="60"/>
                </a:lnTo>
                <a:lnTo>
                  <a:pt x="219" y="59"/>
                </a:lnTo>
                <a:lnTo>
                  <a:pt x="219" y="58"/>
                </a:lnTo>
                <a:lnTo>
                  <a:pt x="220" y="58"/>
                </a:lnTo>
                <a:lnTo>
                  <a:pt x="223" y="58"/>
                </a:lnTo>
                <a:lnTo>
                  <a:pt x="224" y="59"/>
                </a:lnTo>
                <a:lnTo>
                  <a:pt x="224" y="60"/>
                </a:lnTo>
                <a:lnTo>
                  <a:pt x="224" y="61"/>
                </a:lnTo>
                <a:lnTo>
                  <a:pt x="225" y="61"/>
                </a:lnTo>
                <a:lnTo>
                  <a:pt x="226" y="62"/>
                </a:lnTo>
                <a:lnTo>
                  <a:pt x="226" y="63"/>
                </a:lnTo>
                <a:lnTo>
                  <a:pt x="226" y="64"/>
                </a:lnTo>
                <a:lnTo>
                  <a:pt x="227" y="64"/>
                </a:lnTo>
                <a:lnTo>
                  <a:pt x="228" y="64"/>
                </a:lnTo>
                <a:lnTo>
                  <a:pt x="228" y="65"/>
                </a:lnTo>
                <a:lnTo>
                  <a:pt x="229" y="65"/>
                </a:lnTo>
                <a:lnTo>
                  <a:pt x="230" y="64"/>
                </a:lnTo>
                <a:lnTo>
                  <a:pt x="231" y="64"/>
                </a:lnTo>
                <a:lnTo>
                  <a:pt x="231" y="63"/>
                </a:lnTo>
                <a:lnTo>
                  <a:pt x="233" y="63"/>
                </a:lnTo>
                <a:lnTo>
                  <a:pt x="234" y="62"/>
                </a:lnTo>
                <a:lnTo>
                  <a:pt x="235" y="62"/>
                </a:lnTo>
                <a:lnTo>
                  <a:pt x="236" y="61"/>
                </a:lnTo>
                <a:lnTo>
                  <a:pt x="237" y="61"/>
                </a:lnTo>
                <a:lnTo>
                  <a:pt x="238" y="61"/>
                </a:lnTo>
                <a:lnTo>
                  <a:pt x="238" y="62"/>
                </a:lnTo>
                <a:lnTo>
                  <a:pt x="239" y="62"/>
                </a:lnTo>
                <a:lnTo>
                  <a:pt x="240" y="62"/>
                </a:lnTo>
                <a:lnTo>
                  <a:pt x="239" y="64"/>
                </a:lnTo>
                <a:lnTo>
                  <a:pt x="239" y="65"/>
                </a:lnTo>
                <a:lnTo>
                  <a:pt x="239" y="66"/>
                </a:lnTo>
                <a:lnTo>
                  <a:pt x="240" y="66"/>
                </a:lnTo>
                <a:lnTo>
                  <a:pt x="241" y="66"/>
                </a:lnTo>
                <a:lnTo>
                  <a:pt x="241" y="67"/>
                </a:lnTo>
                <a:lnTo>
                  <a:pt x="241" y="68"/>
                </a:lnTo>
                <a:lnTo>
                  <a:pt x="241" y="69"/>
                </a:lnTo>
                <a:lnTo>
                  <a:pt x="242" y="69"/>
                </a:lnTo>
                <a:lnTo>
                  <a:pt x="243" y="68"/>
                </a:lnTo>
                <a:lnTo>
                  <a:pt x="244" y="68"/>
                </a:lnTo>
                <a:lnTo>
                  <a:pt x="244" y="67"/>
                </a:lnTo>
                <a:lnTo>
                  <a:pt x="246" y="67"/>
                </a:lnTo>
                <a:lnTo>
                  <a:pt x="246" y="66"/>
                </a:lnTo>
                <a:lnTo>
                  <a:pt x="245" y="66"/>
                </a:lnTo>
                <a:lnTo>
                  <a:pt x="246" y="65"/>
                </a:lnTo>
                <a:lnTo>
                  <a:pt x="245" y="64"/>
                </a:lnTo>
                <a:lnTo>
                  <a:pt x="245" y="63"/>
                </a:lnTo>
                <a:lnTo>
                  <a:pt x="247" y="64"/>
                </a:lnTo>
                <a:lnTo>
                  <a:pt x="248" y="66"/>
                </a:lnTo>
                <a:lnTo>
                  <a:pt x="249" y="66"/>
                </a:lnTo>
                <a:lnTo>
                  <a:pt x="250" y="67"/>
                </a:lnTo>
                <a:lnTo>
                  <a:pt x="251" y="67"/>
                </a:lnTo>
                <a:lnTo>
                  <a:pt x="251" y="68"/>
                </a:lnTo>
                <a:lnTo>
                  <a:pt x="250" y="70"/>
                </a:lnTo>
                <a:lnTo>
                  <a:pt x="250" y="71"/>
                </a:lnTo>
                <a:lnTo>
                  <a:pt x="251" y="72"/>
                </a:lnTo>
                <a:lnTo>
                  <a:pt x="251" y="73"/>
                </a:lnTo>
                <a:lnTo>
                  <a:pt x="251" y="74"/>
                </a:lnTo>
                <a:lnTo>
                  <a:pt x="252" y="74"/>
                </a:lnTo>
                <a:lnTo>
                  <a:pt x="252" y="75"/>
                </a:lnTo>
                <a:lnTo>
                  <a:pt x="253" y="76"/>
                </a:lnTo>
                <a:lnTo>
                  <a:pt x="253" y="77"/>
                </a:lnTo>
                <a:lnTo>
                  <a:pt x="254" y="78"/>
                </a:lnTo>
                <a:lnTo>
                  <a:pt x="254" y="79"/>
                </a:lnTo>
                <a:lnTo>
                  <a:pt x="255" y="79"/>
                </a:lnTo>
                <a:lnTo>
                  <a:pt x="256" y="79"/>
                </a:lnTo>
                <a:lnTo>
                  <a:pt x="256" y="78"/>
                </a:lnTo>
                <a:lnTo>
                  <a:pt x="257" y="78"/>
                </a:lnTo>
                <a:lnTo>
                  <a:pt x="258" y="78"/>
                </a:lnTo>
                <a:lnTo>
                  <a:pt x="259" y="78"/>
                </a:lnTo>
                <a:lnTo>
                  <a:pt x="259" y="79"/>
                </a:lnTo>
                <a:lnTo>
                  <a:pt x="259" y="80"/>
                </a:lnTo>
                <a:lnTo>
                  <a:pt x="259" y="81"/>
                </a:lnTo>
                <a:lnTo>
                  <a:pt x="258" y="82"/>
                </a:lnTo>
                <a:lnTo>
                  <a:pt x="258" y="83"/>
                </a:lnTo>
                <a:lnTo>
                  <a:pt x="258" y="84"/>
                </a:lnTo>
                <a:lnTo>
                  <a:pt x="258" y="85"/>
                </a:lnTo>
                <a:lnTo>
                  <a:pt x="258" y="86"/>
                </a:lnTo>
                <a:lnTo>
                  <a:pt x="258" y="87"/>
                </a:lnTo>
                <a:lnTo>
                  <a:pt x="258" y="88"/>
                </a:lnTo>
                <a:lnTo>
                  <a:pt x="257" y="89"/>
                </a:lnTo>
                <a:lnTo>
                  <a:pt x="257" y="90"/>
                </a:lnTo>
                <a:lnTo>
                  <a:pt x="257" y="91"/>
                </a:lnTo>
                <a:lnTo>
                  <a:pt x="257" y="93"/>
                </a:lnTo>
                <a:lnTo>
                  <a:pt x="256" y="93"/>
                </a:lnTo>
                <a:lnTo>
                  <a:pt x="256" y="94"/>
                </a:lnTo>
                <a:lnTo>
                  <a:pt x="257" y="94"/>
                </a:lnTo>
                <a:lnTo>
                  <a:pt x="257" y="95"/>
                </a:lnTo>
                <a:lnTo>
                  <a:pt x="259" y="96"/>
                </a:lnTo>
                <a:lnTo>
                  <a:pt x="260" y="95"/>
                </a:lnTo>
                <a:lnTo>
                  <a:pt x="261" y="95"/>
                </a:lnTo>
                <a:lnTo>
                  <a:pt x="262" y="95"/>
                </a:lnTo>
                <a:lnTo>
                  <a:pt x="262" y="94"/>
                </a:lnTo>
                <a:lnTo>
                  <a:pt x="263" y="94"/>
                </a:lnTo>
                <a:lnTo>
                  <a:pt x="264" y="94"/>
                </a:lnTo>
                <a:lnTo>
                  <a:pt x="265" y="94"/>
                </a:lnTo>
                <a:lnTo>
                  <a:pt x="266" y="94"/>
                </a:lnTo>
                <a:lnTo>
                  <a:pt x="267" y="94"/>
                </a:lnTo>
                <a:lnTo>
                  <a:pt x="269" y="94"/>
                </a:lnTo>
                <a:lnTo>
                  <a:pt x="270" y="95"/>
                </a:lnTo>
                <a:lnTo>
                  <a:pt x="271" y="95"/>
                </a:lnTo>
                <a:lnTo>
                  <a:pt x="272" y="95"/>
                </a:lnTo>
                <a:lnTo>
                  <a:pt x="271" y="95"/>
                </a:lnTo>
                <a:lnTo>
                  <a:pt x="271" y="94"/>
                </a:lnTo>
                <a:lnTo>
                  <a:pt x="272" y="94"/>
                </a:lnTo>
                <a:lnTo>
                  <a:pt x="273" y="94"/>
                </a:lnTo>
                <a:lnTo>
                  <a:pt x="274" y="95"/>
                </a:lnTo>
                <a:lnTo>
                  <a:pt x="276" y="95"/>
                </a:lnTo>
                <a:lnTo>
                  <a:pt x="276" y="94"/>
                </a:lnTo>
                <a:lnTo>
                  <a:pt x="276" y="93"/>
                </a:lnTo>
                <a:lnTo>
                  <a:pt x="277" y="92"/>
                </a:lnTo>
                <a:lnTo>
                  <a:pt x="277" y="91"/>
                </a:lnTo>
                <a:lnTo>
                  <a:pt x="278" y="92"/>
                </a:lnTo>
                <a:lnTo>
                  <a:pt x="278" y="93"/>
                </a:lnTo>
                <a:lnTo>
                  <a:pt x="279" y="93"/>
                </a:lnTo>
                <a:lnTo>
                  <a:pt x="281" y="93"/>
                </a:lnTo>
                <a:lnTo>
                  <a:pt x="282" y="93"/>
                </a:lnTo>
                <a:lnTo>
                  <a:pt x="282" y="94"/>
                </a:lnTo>
                <a:lnTo>
                  <a:pt x="283" y="94"/>
                </a:lnTo>
                <a:lnTo>
                  <a:pt x="283" y="93"/>
                </a:lnTo>
                <a:lnTo>
                  <a:pt x="284" y="93"/>
                </a:lnTo>
                <a:lnTo>
                  <a:pt x="285" y="92"/>
                </a:lnTo>
                <a:lnTo>
                  <a:pt x="286" y="92"/>
                </a:lnTo>
                <a:lnTo>
                  <a:pt x="286" y="91"/>
                </a:lnTo>
                <a:lnTo>
                  <a:pt x="288" y="91"/>
                </a:lnTo>
                <a:lnTo>
                  <a:pt x="290" y="91"/>
                </a:lnTo>
                <a:lnTo>
                  <a:pt x="290" y="90"/>
                </a:lnTo>
                <a:lnTo>
                  <a:pt x="291" y="90"/>
                </a:lnTo>
                <a:lnTo>
                  <a:pt x="291" y="91"/>
                </a:lnTo>
                <a:lnTo>
                  <a:pt x="292" y="92"/>
                </a:lnTo>
                <a:lnTo>
                  <a:pt x="293" y="92"/>
                </a:lnTo>
                <a:lnTo>
                  <a:pt x="293" y="93"/>
                </a:lnTo>
                <a:lnTo>
                  <a:pt x="294" y="93"/>
                </a:lnTo>
                <a:lnTo>
                  <a:pt x="295" y="93"/>
                </a:lnTo>
                <a:lnTo>
                  <a:pt x="295" y="92"/>
                </a:lnTo>
                <a:lnTo>
                  <a:pt x="295" y="93"/>
                </a:lnTo>
                <a:lnTo>
                  <a:pt x="296" y="93"/>
                </a:lnTo>
                <a:lnTo>
                  <a:pt x="297" y="93"/>
                </a:lnTo>
                <a:lnTo>
                  <a:pt x="297" y="94"/>
                </a:lnTo>
                <a:lnTo>
                  <a:pt x="296" y="94"/>
                </a:lnTo>
                <a:lnTo>
                  <a:pt x="295" y="94"/>
                </a:lnTo>
                <a:lnTo>
                  <a:pt x="295" y="95"/>
                </a:lnTo>
                <a:lnTo>
                  <a:pt x="295" y="97"/>
                </a:lnTo>
                <a:lnTo>
                  <a:pt x="295" y="98"/>
                </a:lnTo>
                <a:lnTo>
                  <a:pt x="295" y="100"/>
                </a:lnTo>
                <a:lnTo>
                  <a:pt x="296" y="101"/>
                </a:lnTo>
                <a:lnTo>
                  <a:pt x="295" y="102"/>
                </a:lnTo>
                <a:lnTo>
                  <a:pt x="294" y="103"/>
                </a:lnTo>
                <a:lnTo>
                  <a:pt x="293" y="103"/>
                </a:lnTo>
                <a:lnTo>
                  <a:pt x="293" y="104"/>
                </a:lnTo>
                <a:lnTo>
                  <a:pt x="292" y="105"/>
                </a:lnTo>
                <a:lnTo>
                  <a:pt x="291" y="106"/>
                </a:lnTo>
                <a:lnTo>
                  <a:pt x="291" y="107"/>
                </a:lnTo>
                <a:lnTo>
                  <a:pt x="291" y="108"/>
                </a:lnTo>
                <a:lnTo>
                  <a:pt x="291" y="109"/>
                </a:lnTo>
                <a:lnTo>
                  <a:pt x="291" y="110"/>
                </a:lnTo>
                <a:lnTo>
                  <a:pt x="291" y="112"/>
                </a:lnTo>
                <a:lnTo>
                  <a:pt x="290" y="114"/>
                </a:lnTo>
                <a:lnTo>
                  <a:pt x="290" y="116"/>
                </a:lnTo>
                <a:lnTo>
                  <a:pt x="290" y="117"/>
                </a:lnTo>
                <a:lnTo>
                  <a:pt x="290" y="120"/>
                </a:lnTo>
                <a:lnTo>
                  <a:pt x="290" y="121"/>
                </a:lnTo>
                <a:lnTo>
                  <a:pt x="289" y="120"/>
                </a:lnTo>
                <a:lnTo>
                  <a:pt x="288" y="120"/>
                </a:lnTo>
                <a:lnTo>
                  <a:pt x="287" y="120"/>
                </a:lnTo>
                <a:lnTo>
                  <a:pt x="287" y="119"/>
                </a:lnTo>
                <a:lnTo>
                  <a:pt x="286" y="119"/>
                </a:lnTo>
                <a:lnTo>
                  <a:pt x="285" y="119"/>
                </a:lnTo>
                <a:lnTo>
                  <a:pt x="285" y="120"/>
                </a:lnTo>
                <a:lnTo>
                  <a:pt x="284" y="121"/>
                </a:lnTo>
                <a:lnTo>
                  <a:pt x="283" y="122"/>
                </a:lnTo>
                <a:lnTo>
                  <a:pt x="283" y="124"/>
                </a:lnTo>
                <a:lnTo>
                  <a:pt x="283" y="125"/>
                </a:lnTo>
                <a:lnTo>
                  <a:pt x="283" y="126"/>
                </a:lnTo>
                <a:lnTo>
                  <a:pt x="282" y="126"/>
                </a:lnTo>
                <a:lnTo>
                  <a:pt x="282" y="127"/>
                </a:lnTo>
                <a:lnTo>
                  <a:pt x="282" y="128"/>
                </a:lnTo>
                <a:lnTo>
                  <a:pt x="283" y="129"/>
                </a:lnTo>
                <a:lnTo>
                  <a:pt x="283" y="130"/>
                </a:lnTo>
                <a:lnTo>
                  <a:pt x="283" y="131"/>
                </a:lnTo>
                <a:lnTo>
                  <a:pt x="282" y="132"/>
                </a:lnTo>
                <a:lnTo>
                  <a:pt x="282" y="133"/>
                </a:lnTo>
                <a:lnTo>
                  <a:pt x="280" y="134"/>
                </a:lnTo>
                <a:lnTo>
                  <a:pt x="279" y="133"/>
                </a:lnTo>
                <a:lnTo>
                  <a:pt x="278" y="133"/>
                </a:lnTo>
                <a:lnTo>
                  <a:pt x="278" y="134"/>
                </a:lnTo>
                <a:lnTo>
                  <a:pt x="278" y="135"/>
                </a:lnTo>
                <a:lnTo>
                  <a:pt x="279" y="135"/>
                </a:lnTo>
                <a:lnTo>
                  <a:pt x="280" y="135"/>
                </a:lnTo>
                <a:lnTo>
                  <a:pt x="280" y="136"/>
                </a:lnTo>
                <a:lnTo>
                  <a:pt x="279" y="137"/>
                </a:lnTo>
                <a:lnTo>
                  <a:pt x="279" y="138"/>
                </a:lnTo>
                <a:lnTo>
                  <a:pt x="279" y="139"/>
                </a:lnTo>
                <a:lnTo>
                  <a:pt x="278" y="140"/>
                </a:lnTo>
                <a:lnTo>
                  <a:pt x="278" y="141"/>
                </a:lnTo>
                <a:lnTo>
                  <a:pt x="277" y="141"/>
                </a:lnTo>
                <a:lnTo>
                  <a:pt x="276" y="142"/>
                </a:lnTo>
                <a:lnTo>
                  <a:pt x="276" y="143"/>
                </a:lnTo>
                <a:lnTo>
                  <a:pt x="276" y="144"/>
                </a:lnTo>
                <a:lnTo>
                  <a:pt x="276" y="145"/>
                </a:lnTo>
                <a:lnTo>
                  <a:pt x="275" y="145"/>
                </a:lnTo>
                <a:lnTo>
                  <a:pt x="275" y="146"/>
                </a:lnTo>
                <a:lnTo>
                  <a:pt x="276" y="146"/>
                </a:lnTo>
                <a:lnTo>
                  <a:pt x="277" y="146"/>
                </a:lnTo>
                <a:lnTo>
                  <a:pt x="278" y="146"/>
                </a:lnTo>
                <a:lnTo>
                  <a:pt x="279" y="146"/>
                </a:lnTo>
                <a:lnTo>
                  <a:pt x="279" y="147"/>
                </a:lnTo>
                <a:lnTo>
                  <a:pt x="279" y="148"/>
                </a:lnTo>
                <a:lnTo>
                  <a:pt x="279" y="149"/>
                </a:lnTo>
                <a:lnTo>
                  <a:pt x="280" y="151"/>
                </a:lnTo>
                <a:lnTo>
                  <a:pt x="281" y="151"/>
                </a:lnTo>
                <a:lnTo>
                  <a:pt x="281" y="152"/>
                </a:lnTo>
                <a:lnTo>
                  <a:pt x="282" y="152"/>
                </a:lnTo>
                <a:lnTo>
                  <a:pt x="283" y="153"/>
                </a:lnTo>
                <a:lnTo>
                  <a:pt x="284" y="153"/>
                </a:lnTo>
                <a:lnTo>
                  <a:pt x="284" y="155"/>
                </a:lnTo>
                <a:lnTo>
                  <a:pt x="284" y="154"/>
                </a:lnTo>
                <a:lnTo>
                  <a:pt x="285" y="154"/>
                </a:lnTo>
                <a:lnTo>
                  <a:pt x="286" y="154"/>
                </a:lnTo>
                <a:lnTo>
                  <a:pt x="286" y="155"/>
                </a:lnTo>
                <a:lnTo>
                  <a:pt x="287" y="155"/>
                </a:lnTo>
                <a:lnTo>
                  <a:pt x="288" y="154"/>
                </a:lnTo>
                <a:lnTo>
                  <a:pt x="289" y="154"/>
                </a:lnTo>
                <a:lnTo>
                  <a:pt x="290" y="153"/>
                </a:lnTo>
                <a:lnTo>
                  <a:pt x="291" y="153"/>
                </a:lnTo>
                <a:lnTo>
                  <a:pt x="292" y="152"/>
                </a:lnTo>
                <a:lnTo>
                  <a:pt x="293" y="152"/>
                </a:lnTo>
                <a:lnTo>
                  <a:pt x="294" y="152"/>
                </a:lnTo>
                <a:lnTo>
                  <a:pt x="295" y="152"/>
                </a:lnTo>
                <a:lnTo>
                  <a:pt x="295" y="151"/>
                </a:lnTo>
                <a:lnTo>
                  <a:pt x="295" y="150"/>
                </a:lnTo>
                <a:lnTo>
                  <a:pt x="295" y="149"/>
                </a:lnTo>
                <a:lnTo>
                  <a:pt x="295" y="148"/>
                </a:lnTo>
                <a:lnTo>
                  <a:pt x="296" y="147"/>
                </a:lnTo>
                <a:lnTo>
                  <a:pt x="297" y="147"/>
                </a:lnTo>
                <a:lnTo>
                  <a:pt x="298" y="148"/>
                </a:lnTo>
                <a:lnTo>
                  <a:pt x="299" y="148"/>
                </a:lnTo>
                <a:lnTo>
                  <a:pt x="299" y="149"/>
                </a:lnTo>
                <a:lnTo>
                  <a:pt x="300" y="149"/>
                </a:lnTo>
                <a:lnTo>
                  <a:pt x="300" y="150"/>
                </a:lnTo>
                <a:lnTo>
                  <a:pt x="300" y="151"/>
                </a:lnTo>
                <a:lnTo>
                  <a:pt x="301" y="151"/>
                </a:lnTo>
                <a:lnTo>
                  <a:pt x="301" y="152"/>
                </a:lnTo>
                <a:lnTo>
                  <a:pt x="300" y="152"/>
                </a:lnTo>
                <a:lnTo>
                  <a:pt x="300" y="153"/>
                </a:lnTo>
                <a:lnTo>
                  <a:pt x="301" y="153"/>
                </a:lnTo>
                <a:lnTo>
                  <a:pt x="301" y="155"/>
                </a:lnTo>
                <a:lnTo>
                  <a:pt x="300" y="156"/>
                </a:lnTo>
                <a:lnTo>
                  <a:pt x="300" y="157"/>
                </a:lnTo>
                <a:lnTo>
                  <a:pt x="300" y="158"/>
                </a:lnTo>
                <a:lnTo>
                  <a:pt x="299" y="158"/>
                </a:lnTo>
                <a:lnTo>
                  <a:pt x="299" y="159"/>
                </a:lnTo>
                <a:lnTo>
                  <a:pt x="300" y="158"/>
                </a:lnTo>
                <a:lnTo>
                  <a:pt x="300" y="159"/>
                </a:lnTo>
                <a:lnTo>
                  <a:pt x="301" y="159"/>
                </a:lnTo>
                <a:lnTo>
                  <a:pt x="301" y="160"/>
                </a:lnTo>
                <a:lnTo>
                  <a:pt x="300" y="160"/>
                </a:lnTo>
                <a:lnTo>
                  <a:pt x="299" y="160"/>
                </a:lnTo>
                <a:lnTo>
                  <a:pt x="300" y="161"/>
                </a:lnTo>
                <a:lnTo>
                  <a:pt x="301" y="161"/>
                </a:lnTo>
                <a:lnTo>
                  <a:pt x="301" y="162"/>
                </a:lnTo>
                <a:lnTo>
                  <a:pt x="300" y="162"/>
                </a:lnTo>
                <a:lnTo>
                  <a:pt x="300" y="163"/>
                </a:lnTo>
                <a:lnTo>
                  <a:pt x="299" y="163"/>
                </a:lnTo>
                <a:lnTo>
                  <a:pt x="300" y="163"/>
                </a:lnTo>
                <a:lnTo>
                  <a:pt x="301" y="163"/>
                </a:lnTo>
                <a:lnTo>
                  <a:pt x="302" y="164"/>
                </a:lnTo>
                <a:lnTo>
                  <a:pt x="302" y="166"/>
                </a:lnTo>
                <a:lnTo>
                  <a:pt x="303" y="167"/>
                </a:lnTo>
                <a:lnTo>
                  <a:pt x="302" y="168"/>
                </a:lnTo>
                <a:lnTo>
                  <a:pt x="303" y="169"/>
                </a:lnTo>
                <a:lnTo>
                  <a:pt x="303" y="170"/>
                </a:lnTo>
                <a:lnTo>
                  <a:pt x="303" y="171"/>
                </a:lnTo>
                <a:lnTo>
                  <a:pt x="304" y="172"/>
                </a:lnTo>
                <a:lnTo>
                  <a:pt x="305" y="172"/>
                </a:lnTo>
                <a:lnTo>
                  <a:pt x="306" y="172"/>
                </a:lnTo>
                <a:lnTo>
                  <a:pt x="307" y="172"/>
                </a:lnTo>
                <a:lnTo>
                  <a:pt x="308" y="172"/>
                </a:lnTo>
                <a:lnTo>
                  <a:pt x="308" y="173"/>
                </a:lnTo>
                <a:lnTo>
                  <a:pt x="307" y="174"/>
                </a:lnTo>
                <a:lnTo>
                  <a:pt x="307" y="175"/>
                </a:lnTo>
                <a:lnTo>
                  <a:pt x="306" y="175"/>
                </a:lnTo>
                <a:lnTo>
                  <a:pt x="305" y="175"/>
                </a:lnTo>
                <a:lnTo>
                  <a:pt x="304" y="175"/>
                </a:lnTo>
                <a:lnTo>
                  <a:pt x="303" y="176"/>
                </a:lnTo>
                <a:lnTo>
                  <a:pt x="302" y="176"/>
                </a:lnTo>
                <a:lnTo>
                  <a:pt x="301" y="176"/>
                </a:lnTo>
                <a:lnTo>
                  <a:pt x="301" y="177"/>
                </a:lnTo>
                <a:lnTo>
                  <a:pt x="302" y="179"/>
                </a:lnTo>
                <a:lnTo>
                  <a:pt x="302" y="180"/>
                </a:lnTo>
                <a:lnTo>
                  <a:pt x="302" y="181"/>
                </a:lnTo>
                <a:lnTo>
                  <a:pt x="303" y="181"/>
                </a:lnTo>
                <a:lnTo>
                  <a:pt x="303" y="182"/>
                </a:lnTo>
                <a:lnTo>
                  <a:pt x="303" y="183"/>
                </a:lnTo>
                <a:lnTo>
                  <a:pt x="303" y="184"/>
                </a:lnTo>
                <a:lnTo>
                  <a:pt x="303" y="185"/>
                </a:lnTo>
                <a:lnTo>
                  <a:pt x="304" y="185"/>
                </a:lnTo>
                <a:lnTo>
                  <a:pt x="304" y="184"/>
                </a:lnTo>
                <a:lnTo>
                  <a:pt x="306" y="184"/>
                </a:lnTo>
                <a:lnTo>
                  <a:pt x="307" y="185"/>
                </a:lnTo>
                <a:lnTo>
                  <a:pt x="308" y="186"/>
                </a:lnTo>
                <a:lnTo>
                  <a:pt x="308" y="188"/>
                </a:lnTo>
                <a:lnTo>
                  <a:pt x="308" y="189"/>
                </a:lnTo>
                <a:lnTo>
                  <a:pt x="307" y="190"/>
                </a:lnTo>
                <a:lnTo>
                  <a:pt x="308" y="191"/>
                </a:lnTo>
                <a:lnTo>
                  <a:pt x="308" y="192"/>
                </a:lnTo>
                <a:lnTo>
                  <a:pt x="309" y="192"/>
                </a:lnTo>
                <a:lnTo>
                  <a:pt x="310" y="192"/>
                </a:lnTo>
                <a:lnTo>
                  <a:pt x="310" y="193"/>
                </a:lnTo>
                <a:lnTo>
                  <a:pt x="310" y="194"/>
                </a:lnTo>
                <a:lnTo>
                  <a:pt x="311" y="194"/>
                </a:lnTo>
                <a:lnTo>
                  <a:pt x="311" y="193"/>
                </a:lnTo>
                <a:lnTo>
                  <a:pt x="311" y="192"/>
                </a:lnTo>
                <a:lnTo>
                  <a:pt x="312" y="192"/>
                </a:lnTo>
                <a:lnTo>
                  <a:pt x="313" y="192"/>
                </a:lnTo>
                <a:lnTo>
                  <a:pt x="313" y="193"/>
                </a:lnTo>
                <a:lnTo>
                  <a:pt x="314" y="194"/>
                </a:lnTo>
                <a:lnTo>
                  <a:pt x="314" y="195"/>
                </a:lnTo>
                <a:lnTo>
                  <a:pt x="314" y="196"/>
                </a:lnTo>
                <a:lnTo>
                  <a:pt x="313" y="197"/>
                </a:lnTo>
                <a:lnTo>
                  <a:pt x="314" y="197"/>
                </a:lnTo>
                <a:lnTo>
                  <a:pt x="314" y="198"/>
                </a:lnTo>
                <a:lnTo>
                  <a:pt x="315" y="198"/>
                </a:lnTo>
                <a:lnTo>
                  <a:pt x="316" y="198"/>
                </a:lnTo>
                <a:lnTo>
                  <a:pt x="317" y="198"/>
                </a:lnTo>
                <a:lnTo>
                  <a:pt x="318" y="198"/>
                </a:lnTo>
                <a:lnTo>
                  <a:pt x="319" y="198"/>
                </a:lnTo>
                <a:lnTo>
                  <a:pt x="320" y="197"/>
                </a:lnTo>
                <a:lnTo>
                  <a:pt x="320" y="196"/>
                </a:lnTo>
                <a:lnTo>
                  <a:pt x="321" y="196"/>
                </a:lnTo>
                <a:lnTo>
                  <a:pt x="321" y="195"/>
                </a:lnTo>
                <a:lnTo>
                  <a:pt x="321" y="196"/>
                </a:lnTo>
                <a:lnTo>
                  <a:pt x="322" y="197"/>
                </a:lnTo>
                <a:lnTo>
                  <a:pt x="323" y="198"/>
                </a:lnTo>
                <a:lnTo>
                  <a:pt x="324" y="198"/>
                </a:lnTo>
                <a:lnTo>
                  <a:pt x="326" y="198"/>
                </a:lnTo>
                <a:lnTo>
                  <a:pt x="327" y="197"/>
                </a:lnTo>
                <a:lnTo>
                  <a:pt x="328" y="197"/>
                </a:lnTo>
                <a:lnTo>
                  <a:pt x="329" y="197"/>
                </a:lnTo>
                <a:lnTo>
                  <a:pt x="330" y="197"/>
                </a:lnTo>
                <a:lnTo>
                  <a:pt x="331" y="197"/>
                </a:lnTo>
                <a:lnTo>
                  <a:pt x="332" y="197"/>
                </a:lnTo>
                <a:lnTo>
                  <a:pt x="333" y="198"/>
                </a:lnTo>
                <a:lnTo>
                  <a:pt x="335" y="197"/>
                </a:lnTo>
                <a:lnTo>
                  <a:pt x="336" y="196"/>
                </a:lnTo>
                <a:lnTo>
                  <a:pt x="337" y="196"/>
                </a:lnTo>
                <a:lnTo>
                  <a:pt x="338" y="195"/>
                </a:lnTo>
                <a:lnTo>
                  <a:pt x="339" y="196"/>
                </a:lnTo>
                <a:lnTo>
                  <a:pt x="340" y="196"/>
                </a:lnTo>
                <a:lnTo>
                  <a:pt x="341" y="197"/>
                </a:lnTo>
                <a:lnTo>
                  <a:pt x="344" y="197"/>
                </a:lnTo>
                <a:lnTo>
                  <a:pt x="345" y="198"/>
                </a:lnTo>
                <a:lnTo>
                  <a:pt x="347" y="197"/>
                </a:lnTo>
                <a:lnTo>
                  <a:pt x="348" y="196"/>
                </a:lnTo>
                <a:lnTo>
                  <a:pt x="349" y="196"/>
                </a:lnTo>
                <a:lnTo>
                  <a:pt x="350" y="196"/>
                </a:lnTo>
                <a:lnTo>
                  <a:pt x="350" y="195"/>
                </a:lnTo>
                <a:lnTo>
                  <a:pt x="349" y="194"/>
                </a:lnTo>
                <a:lnTo>
                  <a:pt x="348" y="194"/>
                </a:lnTo>
                <a:lnTo>
                  <a:pt x="348" y="193"/>
                </a:lnTo>
                <a:lnTo>
                  <a:pt x="348" y="192"/>
                </a:lnTo>
                <a:lnTo>
                  <a:pt x="348" y="191"/>
                </a:lnTo>
                <a:lnTo>
                  <a:pt x="348" y="190"/>
                </a:lnTo>
                <a:lnTo>
                  <a:pt x="348" y="189"/>
                </a:lnTo>
                <a:lnTo>
                  <a:pt x="349" y="189"/>
                </a:lnTo>
                <a:lnTo>
                  <a:pt x="349" y="188"/>
                </a:lnTo>
                <a:lnTo>
                  <a:pt x="349" y="187"/>
                </a:lnTo>
                <a:lnTo>
                  <a:pt x="348" y="187"/>
                </a:lnTo>
                <a:lnTo>
                  <a:pt x="348" y="186"/>
                </a:lnTo>
                <a:lnTo>
                  <a:pt x="348" y="185"/>
                </a:lnTo>
                <a:lnTo>
                  <a:pt x="348" y="184"/>
                </a:lnTo>
                <a:lnTo>
                  <a:pt x="349" y="184"/>
                </a:lnTo>
                <a:lnTo>
                  <a:pt x="350" y="184"/>
                </a:lnTo>
                <a:lnTo>
                  <a:pt x="351" y="184"/>
                </a:lnTo>
                <a:lnTo>
                  <a:pt x="352" y="184"/>
                </a:lnTo>
                <a:lnTo>
                  <a:pt x="352" y="185"/>
                </a:lnTo>
                <a:lnTo>
                  <a:pt x="353" y="185"/>
                </a:lnTo>
                <a:lnTo>
                  <a:pt x="353" y="184"/>
                </a:lnTo>
                <a:lnTo>
                  <a:pt x="355" y="184"/>
                </a:lnTo>
                <a:lnTo>
                  <a:pt x="355" y="182"/>
                </a:lnTo>
                <a:lnTo>
                  <a:pt x="355" y="181"/>
                </a:lnTo>
                <a:lnTo>
                  <a:pt x="355" y="179"/>
                </a:lnTo>
                <a:lnTo>
                  <a:pt x="354" y="178"/>
                </a:lnTo>
                <a:lnTo>
                  <a:pt x="355" y="178"/>
                </a:lnTo>
                <a:lnTo>
                  <a:pt x="355" y="177"/>
                </a:lnTo>
                <a:lnTo>
                  <a:pt x="356" y="177"/>
                </a:lnTo>
                <a:lnTo>
                  <a:pt x="356" y="178"/>
                </a:lnTo>
                <a:lnTo>
                  <a:pt x="357" y="178"/>
                </a:lnTo>
                <a:lnTo>
                  <a:pt x="358" y="177"/>
                </a:lnTo>
                <a:lnTo>
                  <a:pt x="358" y="176"/>
                </a:lnTo>
                <a:lnTo>
                  <a:pt x="357" y="175"/>
                </a:lnTo>
                <a:lnTo>
                  <a:pt x="358" y="173"/>
                </a:lnTo>
                <a:lnTo>
                  <a:pt x="360" y="173"/>
                </a:lnTo>
                <a:lnTo>
                  <a:pt x="362" y="173"/>
                </a:lnTo>
                <a:lnTo>
                  <a:pt x="362" y="174"/>
                </a:lnTo>
                <a:lnTo>
                  <a:pt x="362" y="175"/>
                </a:lnTo>
                <a:lnTo>
                  <a:pt x="363" y="175"/>
                </a:lnTo>
                <a:lnTo>
                  <a:pt x="365" y="175"/>
                </a:lnTo>
                <a:lnTo>
                  <a:pt x="366" y="176"/>
                </a:lnTo>
                <a:lnTo>
                  <a:pt x="366" y="175"/>
                </a:lnTo>
                <a:lnTo>
                  <a:pt x="367" y="175"/>
                </a:lnTo>
                <a:lnTo>
                  <a:pt x="368" y="175"/>
                </a:lnTo>
                <a:lnTo>
                  <a:pt x="369" y="175"/>
                </a:lnTo>
                <a:lnTo>
                  <a:pt x="369" y="174"/>
                </a:lnTo>
                <a:lnTo>
                  <a:pt x="370" y="174"/>
                </a:lnTo>
                <a:lnTo>
                  <a:pt x="371" y="173"/>
                </a:lnTo>
                <a:lnTo>
                  <a:pt x="372" y="173"/>
                </a:lnTo>
                <a:lnTo>
                  <a:pt x="374" y="174"/>
                </a:lnTo>
                <a:lnTo>
                  <a:pt x="374" y="175"/>
                </a:lnTo>
                <a:lnTo>
                  <a:pt x="374" y="177"/>
                </a:lnTo>
                <a:lnTo>
                  <a:pt x="373" y="177"/>
                </a:lnTo>
                <a:lnTo>
                  <a:pt x="373" y="178"/>
                </a:lnTo>
                <a:lnTo>
                  <a:pt x="373" y="179"/>
                </a:lnTo>
                <a:lnTo>
                  <a:pt x="374" y="179"/>
                </a:lnTo>
                <a:lnTo>
                  <a:pt x="375" y="179"/>
                </a:lnTo>
                <a:lnTo>
                  <a:pt x="376" y="178"/>
                </a:lnTo>
                <a:lnTo>
                  <a:pt x="376" y="180"/>
                </a:lnTo>
                <a:lnTo>
                  <a:pt x="376" y="181"/>
                </a:lnTo>
                <a:lnTo>
                  <a:pt x="376" y="182"/>
                </a:lnTo>
                <a:lnTo>
                  <a:pt x="377" y="183"/>
                </a:lnTo>
                <a:lnTo>
                  <a:pt x="378" y="183"/>
                </a:lnTo>
                <a:lnTo>
                  <a:pt x="378" y="184"/>
                </a:lnTo>
                <a:lnTo>
                  <a:pt x="379" y="184"/>
                </a:lnTo>
                <a:lnTo>
                  <a:pt x="380" y="185"/>
                </a:lnTo>
                <a:lnTo>
                  <a:pt x="380" y="186"/>
                </a:lnTo>
                <a:lnTo>
                  <a:pt x="381" y="186"/>
                </a:lnTo>
                <a:lnTo>
                  <a:pt x="382" y="187"/>
                </a:lnTo>
                <a:lnTo>
                  <a:pt x="383" y="187"/>
                </a:lnTo>
                <a:lnTo>
                  <a:pt x="388" y="187"/>
                </a:lnTo>
                <a:lnTo>
                  <a:pt x="388" y="188"/>
                </a:lnTo>
                <a:lnTo>
                  <a:pt x="389" y="188"/>
                </a:lnTo>
                <a:lnTo>
                  <a:pt x="389" y="189"/>
                </a:lnTo>
                <a:lnTo>
                  <a:pt x="389" y="190"/>
                </a:lnTo>
                <a:lnTo>
                  <a:pt x="389" y="191"/>
                </a:lnTo>
                <a:lnTo>
                  <a:pt x="389" y="192"/>
                </a:lnTo>
                <a:lnTo>
                  <a:pt x="390" y="193"/>
                </a:lnTo>
                <a:lnTo>
                  <a:pt x="390" y="194"/>
                </a:lnTo>
                <a:lnTo>
                  <a:pt x="390" y="195"/>
                </a:lnTo>
                <a:lnTo>
                  <a:pt x="391" y="197"/>
                </a:lnTo>
                <a:lnTo>
                  <a:pt x="391" y="202"/>
                </a:lnTo>
                <a:lnTo>
                  <a:pt x="390" y="203"/>
                </a:lnTo>
                <a:lnTo>
                  <a:pt x="390" y="206"/>
                </a:lnTo>
                <a:lnTo>
                  <a:pt x="391" y="207"/>
                </a:lnTo>
                <a:lnTo>
                  <a:pt x="391" y="208"/>
                </a:lnTo>
                <a:lnTo>
                  <a:pt x="390" y="208"/>
                </a:lnTo>
                <a:lnTo>
                  <a:pt x="390" y="209"/>
                </a:lnTo>
                <a:lnTo>
                  <a:pt x="391" y="209"/>
                </a:lnTo>
                <a:lnTo>
                  <a:pt x="392" y="209"/>
                </a:lnTo>
                <a:lnTo>
                  <a:pt x="392" y="210"/>
                </a:lnTo>
                <a:lnTo>
                  <a:pt x="391" y="211"/>
                </a:lnTo>
                <a:lnTo>
                  <a:pt x="391" y="212"/>
                </a:lnTo>
                <a:lnTo>
                  <a:pt x="392" y="212"/>
                </a:lnTo>
                <a:lnTo>
                  <a:pt x="391" y="213"/>
                </a:lnTo>
                <a:lnTo>
                  <a:pt x="389" y="212"/>
                </a:lnTo>
                <a:lnTo>
                  <a:pt x="389" y="211"/>
                </a:lnTo>
                <a:lnTo>
                  <a:pt x="389" y="210"/>
                </a:lnTo>
                <a:lnTo>
                  <a:pt x="388" y="210"/>
                </a:lnTo>
                <a:lnTo>
                  <a:pt x="388" y="211"/>
                </a:lnTo>
                <a:lnTo>
                  <a:pt x="387" y="211"/>
                </a:lnTo>
                <a:lnTo>
                  <a:pt x="388" y="212"/>
                </a:lnTo>
                <a:lnTo>
                  <a:pt x="387" y="213"/>
                </a:lnTo>
                <a:lnTo>
                  <a:pt x="386" y="214"/>
                </a:lnTo>
                <a:lnTo>
                  <a:pt x="385" y="215"/>
                </a:lnTo>
                <a:lnTo>
                  <a:pt x="386" y="215"/>
                </a:lnTo>
                <a:lnTo>
                  <a:pt x="386" y="216"/>
                </a:lnTo>
                <a:lnTo>
                  <a:pt x="387" y="217"/>
                </a:lnTo>
                <a:lnTo>
                  <a:pt x="386" y="217"/>
                </a:lnTo>
                <a:lnTo>
                  <a:pt x="385" y="217"/>
                </a:lnTo>
                <a:lnTo>
                  <a:pt x="385" y="218"/>
                </a:lnTo>
                <a:lnTo>
                  <a:pt x="385" y="219"/>
                </a:lnTo>
                <a:lnTo>
                  <a:pt x="385" y="220"/>
                </a:lnTo>
                <a:lnTo>
                  <a:pt x="384" y="221"/>
                </a:lnTo>
                <a:lnTo>
                  <a:pt x="383" y="221"/>
                </a:lnTo>
                <a:lnTo>
                  <a:pt x="382" y="222"/>
                </a:lnTo>
                <a:lnTo>
                  <a:pt x="381" y="223"/>
                </a:lnTo>
                <a:lnTo>
                  <a:pt x="380" y="223"/>
                </a:lnTo>
                <a:lnTo>
                  <a:pt x="380" y="224"/>
                </a:lnTo>
                <a:lnTo>
                  <a:pt x="380" y="225"/>
                </a:lnTo>
                <a:lnTo>
                  <a:pt x="379" y="225"/>
                </a:lnTo>
                <a:lnTo>
                  <a:pt x="378" y="225"/>
                </a:lnTo>
                <a:lnTo>
                  <a:pt x="378" y="224"/>
                </a:lnTo>
                <a:lnTo>
                  <a:pt x="377" y="224"/>
                </a:lnTo>
                <a:close/>
              </a:path>
            </a:pathLst>
          </a:custGeom>
          <a:solidFill>
            <a:srgbClr val="E2F4F5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1" name=""/>
          <p:cNvSpPr/>
          <p:nvPr/>
        </p:nvSpPr>
        <p:spPr>
          <a:xfrm>
            <a:off x="2194200" y="4266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2" name=""/>
          <p:cNvSpPr/>
          <p:nvPr/>
        </p:nvSpPr>
        <p:spPr>
          <a:xfrm>
            <a:off x="2195280" y="42660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3" name=""/>
          <p:cNvSpPr/>
          <p:nvPr/>
        </p:nvSpPr>
        <p:spPr>
          <a:xfrm>
            <a:off x="2202840" y="42609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4" name=""/>
          <p:cNvSpPr/>
          <p:nvPr/>
        </p:nvSpPr>
        <p:spPr>
          <a:xfrm>
            <a:off x="2207880" y="42595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5" name=""/>
          <p:cNvSpPr/>
          <p:nvPr/>
        </p:nvSpPr>
        <p:spPr>
          <a:xfrm>
            <a:off x="2207160" y="4259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6" name=""/>
          <p:cNvSpPr/>
          <p:nvPr/>
        </p:nvSpPr>
        <p:spPr>
          <a:xfrm>
            <a:off x="2208600" y="42591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7" name=""/>
          <p:cNvSpPr/>
          <p:nvPr/>
        </p:nvSpPr>
        <p:spPr>
          <a:xfrm>
            <a:off x="2206800" y="425880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8" name=""/>
          <p:cNvSpPr/>
          <p:nvPr/>
        </p:nvSpPr>
        <p:spPr>
          <a:xfrm>
            <a:off x="2209680" y="42584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9" name=""/>
          <p:cNvSpPr/>
          <p:nvPr/>
        </p:nvSpPr>
        <p:spPr>
          <a:xfrm>
            <a:off x="2199240" y="4254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0" name=""/>
          <p:cNvSpPr/>
          <p:nvPr/>
        </p:nvSpPr>
        <p:spPr>
          <a:xfrm>
            <a:off x="2222280" y="42390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1" name=""/>
          <p:cNvSpPr/>
          <p:nvPr/>
        </p:nvSpPr>
        <p:spPr>
          <a:xfrm>
            <a:off x="2219760" y="42375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2" name=""/>
          <p:cNvSpPr/>
          <p:nvPr/>
        </p:nvSpPr>
        <p:spPr>
          <a:xfrm>
            <a:off x="2222640" y="42368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3" name=""/>
          <p:cNvSpPr/>
          <p:nvPr/>
        </p:nvSpPr>
        <p:spPr>
          <a:xfrm>
            <a:off x="2214360" y="42364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4" name=""/>
          <p:cNvSpPr/>
          <p:nvPr/>
        </p:nvSpPr>
        <p:spPr>
          <a:xfrm>
            <a:off x="2215440" y="423612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3" y="0"/>
                </a:moveTo>
                <a:lnTo>
                  <a:pt x="6" y="2"/>
                </a:lnTo>
                <a:lnTo>
                  <a:pt x="4" y="2"/>
                </a:lnTo>
                <a:lnTo>
                  <a:pt x="3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5" name=""/>
          <p:cNvSpPr/>
          <p:nvPr/>
        </p:nvSpPr>
        <p:spPr>
          <a:xfrm>
            <a:off x="2224440" y="423504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3" y="4"/>
                </a:move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1"/>
                </a:lnTo>
                <a:lnTo>
                  <a:pt x="6" y="4"/>
                </a:lnTo>
                <a:lnTo>
                  <a:pt x="5" y="4"/>
                </a:lnTo>
                <a:lnTo>
                  <a:pt x="5" y="3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6" name=""/>
          <p:cNvSpPr/>
          <p:nvPr/>
        </p:nvSpPr>
        <p:spPr>
          <a:xfrm>
            <a:off x="2219400" y="423468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7" name=""/>
          <p:cNvSpPr/>
          <p:nvPr/>
        </p:nvSpPr>
        <p:spPr>
          <a:xfrm>
            <a:off x="2226600" y="4232160"/>
            <a:ext cx="6840" cy="5760"/>
          </a:xfrm>
          <a:custGeom>
            <a:avLst/>
            <a:gdLst/>
            <a:ahLst/>
            <a:rect l="0" t="0" r="r" b="b"/>
            <a:pathLst>
              <a:path w="19" h="16">
                <a:moveTo>
                  <a:pt x="16" y="2"/>
                </a:moveTo>
                <a:lnTo>
                  <a:pt x="16" y="3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8" y="7"/>
                </a:lnTo>
                <a:lnTo>
                  <a:pt x="18" y="8"/>
                </a:lnTo>
                <a:lnTo>
                  <a:pt x="19" y="8"/>
                </a:lnTo>
                <a:lnTo>
                  <a:pt x="19" y="9"/>
                </a:lnTo>
                <a:lnTo>
                  <a:pt x="18" y="9"/>
                </a:lnTo>
                <a:lnTo>
                  <a:pt x="17" y="9"/>
                </a:lnTo>
                <a:lnTo>
                  <a:pt x="18" y="10"/>
                </a:lnTo>
                <a:lnTo>
                  <a:pt x="18" y="12"/>
                </a:lnTo>
                <a:lnTo>
                  <a:pt x="17" y="12"/>
                </a:lnTo>
                <a:lnTo>
                  <a:pt x="16" y="13"/>
                </a:lnTo>
                <a:lnTo>
                  <a:pt x="15" y="13"/>
                </a:lnTo>
                <a:lnTo>
                  <a:pt x="14" y="13"/>
                </a:lnTo>
                <a:lnTo>
                  <a:pt x="15" y="13"/>
                </a:lnTo>
                <a:lnTo>
                  <a:pt x="15" y="12"/>
                </a:lnTo>
                <a:lnTo>
                  <a:pt x="14" y="10"/>
                </a:lnTo>
                <a:lnTo>
                  <a:pt x="13" y="10"/>
                </a:lnTo>
                <a:lnTo>
                  <a:pt x="11" y="9"/>
                </a:lnTo>
                <a:lnTo>
                  <a:pt x="10" y="9"/>
                </a:lnTo>
                <a:lnTo>
                  <a:pt x="9" y="10"/>
                </a:lnTo>
                <a:lnTo>
                  <a:pt x="8" y="10"/>
                </a:lnTo>
                <a:lnTo>
                  <a:pt x="7" y="12"/>
                </a:lnTo>
                <a:lnTo>
                  <a:pt x="6" y="12"/>
                </a:lnTo>
                <a:lnTo>
                  <a:pt x="6" y="13"/>
                </a:lnTo>
                <a:lnTo>
                  <a:pt x="5" y="13"/>
                </a:lnTo>
                <a:lnTo>
                  <a:pt x="5" y="14"/>
                </a:lnTo>
                <a:lnTo>
                  <a:pt x="5" y="15"/>
                </a:lnTo>
                <a:lnTo>
                  <a:pt x="4" y="15"/>
                </a:lnTo>
                <a:lnTo>
                  <a:pt x="4" y="16"/>
                </a:lnTo>
                <a:lnTo>
                  <a:pt x="4" y="15"/>
                </a:lnTo>
                <a:lnTo>
                  <a:pt x="3" y="15"/>
                </a:lnTo>
                <a:lnTo>
                  <a:pt x="2" y="14"/>
                </a:lnTo>
                <a:lnTo>
                  <a:pt x="1" y="14"/>
                </a:lnTo>
                <a:lnTo>
                  <a:pt x="0" y="13"/>
                </a:lnTo>
                <a:lnTo>
                  <a:pt x="1" y="12"/>
                </a:lnTo>
                <a:lnTo>
                  <a:pt x="2" y="12"/>
                </a:lnTo>
                <a:lnTo>
                  <a:pt x="3" y="10"/>
                </a:lnTo>
                <a:lnTo>
                  <a:pt x="3" y="9"/>
                </a:lnTo>
                <a:lnTo>
                  <a:pt x="2" y="8"/>
                </a:lnTo>
                <a:lnTo>
                  <a:pt x="2" y="7"/>
                </a:lnTo>
                <a:lnTo>
                  <a:pt x="2" y="6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2" y="4"/>
                </a:lnTo>
                <a:lnTo>
                  <a:pt x="3" y="4"/>
                </a:lnTo>
                <a:lnTo>
                  <a:pt x="4" y="4"/>
                </a:lnTo>
                <a:lnTo>
                  <a:pt x="5" y="5"/>
                </a:lnTo>
                <a:lnTo>
                  <a:pt x="5" y="6"/>
                </a:lnTo>
                <a:lnTo>
                  <a:pt x="6" y="6"/>
                </a:lnTo>
                <a:lnTo>
                  <a:pt x="7" y="6"/>
                </a:lnTo>
                <a:lnTo>
                  <a:pt x="8" y="7"/>
                </a:lnTo>
                <a:lnTo>
                  <a:pt x="9" y="7"/>
                </a:lnTo>
                <a:lnTo>
                  <a:pt x="10" y="6"/>
                </a:lnTo>
                <a:lnTo>
                  <a:pt x="10" y="5"/>
                </a:lnTo>
                <a:lnTo>
                  <a:pt x="11" y="4"/>
                </a:lnTo>
                <a:lnTo>
                  <a:pt x="11" y="3"/>
                </a:lnTo>
                <a:lnTo>
                  <a:pt x="10" y="3"/>
                </a:lnTo>
                <a:lnTo>
                  <a:pt x="10" y="2"/>
                </a:lnTo>
                <a:lnTo>
                  <a:pt x="11" y="2"/>
                </a:lnTo>
                <a:lnTo>
                  <a:pt x="13" y="1"/>
                </a:lnTo>
                <a:lnTo>
                  <a:pt x="13" y="0"/>
                </a:lnTo>
                <a:lnTo>
                  <a:pt x="14" y="0"/>
                </a:lnTo>
                <a:lnTo>
                  <a:pt x="14" y="1"/>
                </a:lnTo>
                <a:lnTo>
                  <a:pt x="15" y="1"/>
                </a:lnTo>
                <a:lnTo>
                  <a:pt x="15" y="2"/>
                </a:lnTo>
                <a:lnTo>
                  <a:pt x="17" y="2"/>
                </a:lnTo>
                <a:lnTo>
                  <a:pt x="16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8" name=""/>
          <p:cNvSpPr/>
          <p:nvPr/>
        </p:nvSpPr>
        <p:spPr>
          <a:xfrm>
            <a:off x="2214360" y="42339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9" name=""/>
          <p:cNvSpPr/>
          <p:nvPr/>
        </p:nvSpPr>
        <p:spPr>
          <a:xfrm>
            <a:off x="2219760" y="4231080"/>
            <a:ext cx="4680" cy="5400"/>
          </a:xfrm>
          <a:custGeom>
            <a:avLst/>
            <a:gdLst/>
            <a:ahLst/>
            <a:rect l="0" t="0" r="r" b="b"/>
            <a:pathLst>
              <a:path w="13" h="15">
                <a:moveTo>
                  <a:pt x="10" y="2"/>
                </a:moveTo>
                <a:lnTo>
                  <a:pt x="12" y="2"/>
                </a:lnTo>
                <a:lnTo>
                  <a:pt x="12" y="3"/>
                </a:lnTo>
                <a:lnTo>
                  <a:pt x="12" y="5"/>
                </a:lnTo>
                <a:lnTo>
                  <a:pt x="13" y="8"/>
                </a:lnTo>
                <a:lnTo>
                  <a:pt x="13" y="9"/>
                </a:lnTo>
                <a:lnTo>
                  <a:pt x="12" y="10"/>
                </a:lnTo>
                <a:lnTo>
                  <a:pt x="10" y="11"/>
                </a:lnTo>
                <a:lnTo>
                  <a:pt x="9" y="12"/>
                </a:lnTo>
                <a:lnTo>
                  <a:pt x="7" y="13"/>
                </a:lnTo>
                <a:lnTo>
                  <a:pt x="6" y="14"/>
                </a:lnTo>
                <a:lnTo>
                  <a:pt x="6" y="15"/>
                </a:lnTo>
                <a:lnTo>
                  <a:pt x="5" y="14"/>
                </a:lnTo>
                <a:lnTo>
                  <a:pt x="4" y="14"/>
                </a:lnTo>
                <a:lnTo>
                  <a:pt x="3" y="14"/>
                </a:lnTo>
                <a:lnTo>
                  <a:pt x="2" y="13"/>
                </a:lnTo>
                <a:lnTo>
                  <a:pt x="1" y="13"/>
                </a:ln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  <a:lnTo>
                  <a:pt x="1" y="5"/>
                </a:lnTo>
                <a:lnTo>
                  <a:pt x="1" y="4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7" y="0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9" y="3"/>
                </a:lnTo>
                <a:lnTo>
                  <a:pt x="9" y="4"/>
                </a:lnTo>
                <a:lnTo>
                  <a:pt x="8" y="4"/>
                </a:lnTo>
                <a:lnTo>
                  <a:pt x="9" y="4"/>
                </a:lnTo>
                <a:lnTo>
                  <a:pt x="10" y="3"/>
                </a:lnTo>
                <a:lnTo>
                  <a:pt x="1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0" name=""/>
          <p:cNvSpPr/>
          <p:nvPr/>
        </p:nvSpPr>
        <p:spPr>
          <a:xfrm>
            <a:off x="2226960" y="4230360"/>
            <a:ext cx="3240" cy="1800"/>
          </a:xfrm>
          <a:custGeom>
            <a:avLst/>
            <a:gdLst/>
            <a:ahLst/>
            <a:rect l="0" t="0" r="r" b="b"/>
            <a:pathLst>
              <a:path w="9" h="5">
                <a:moveTo>
                  <a:pt x="5" y="1"/>
                </a:moveTo>
                <a:lnTo>
                  <a:pt x="7" y="1"/>
                </a:lnTo>
                <a:lnTo>
                  <a:pt x="8" y="1"/>
                </a:lnTo>
                <a:lnTo>
                  <a:pt x="9" y="2"/>
                </a:lnTo>
                <a:lnTo>
                  <a:pt x="8" y="2"/>
                </a:lnTo>
                <a:lnTo>
                  <a:pt x="7" y="2"/>
                </a:lnTo>
                <a:lnTo>
                  <a:pt x="5" y="2"/>
                </a:lnTo>
                <a:lnTo>
                  <a:pt x="7" y="2"/>
                </a:lnTo>
                <a:lnTo>
                  <a:pt x="8" y="2"/>
                </a:lnTo>
                <a:lnTo>
                  <a:pt x="7" y="4"/>
                </a:lnTo>
                <a:lnTo>
                  <a:pt x="7" y="5"/>
                </a:lnTo>
                <a:lnTo>
                  <a:pt x="5" y="5"/>
                </a:lnTo>
                <a:lnTo>
                  <a:pt x="4" y="5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1" name=""/>
          <p:cNvSpPr/>
          <p:nvPr/>
        </p:nvSpPr>
        <p:spPr>
          <a:xfrm>
            <a:off x="2226960" y="4230360"/>
            <a:ext cx="3240" cy="1800"/>
          </a:xfrm>
          <a:custGeom>
            <a:avLst/>
            <a:gdLst/>
            <a:ahLst/>
            <a:rect l="0" t="0" r="r" b="b"/>
            <a:pathLst>
              <a:path w="9" h="5">
                <a:moveTo>
                  <a:pt x="5" y="1"/>
                </a:moveTo>
                <a:lnTo>
                  <a:pt x="7" y="1"/>
                </a:lnTo>
                <a:lnTo>
                  <a:pt x="8" y="1"/>
                </a:lnTo>
                <a:lnTo>
                  <a:pt x="9" y="2"/>
                </a:lnTo>
                <a:lnTo>
                  <a:pt x="8" y="2"/>
                </a:lnTo>
                <a:lnTo>
                  <a:pt x="7" y="2"/>
                </a:lnTo>
                <a:lnTo>
                  <a:pt x="5" y="2"/>
                </a:lnTo>
                <a:lnTo>
                  <a:pt x="7" y="2"/>
                </a:lnTo>
                <a:lnTo>
                  <a:pt x="8" y="2"/>
                </a:lnTo>
                <a:lnTo>
                  <a:pt x="7" y="4"/>
                </a:lnTo>
                <a:lnTo>
                  <a:pt x="7" y="5"/>
                </a:lnTo>
                <a:lnTo>
                  <a:pt x="5" y="5"/>
                </a:lnTo>
                <a:lnTo>
                  <a:pt x="4" y="5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2" name=""/>
          <p:cNvSpPr/>
          <p:nvPr/>
        </p:nvSpPr>
        <p:spPr>
          <a:xfrm>
            <a:off x="2242440" y="42210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3" name=""/>
          <p:cNvSpPr/>
          <p:nvPr/>
        </p:nvSpPr>
        <p:spPr>
          <a:xfrm>
            <a:off x="2250720" y="42130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4" name=""/>
          <p:cNvSpPr/>
          <p:nvPr/>
        </p:nvSpPr>
        <p:spPr>
          <a:xfrm>
            <a:off x="2251080" y="42116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5" name=""/>
          <p:cNvSpPr/>
          <p:nvPr/>
        </p:nvSpPr>
        <p:spPr>
          <a:xfrm>
            <a:off x="2250360" y="42080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6" name=""/>
          <p:cNvSpPr/>
          <p:nvPr/>
        </p:nvSpPr>
        <p:spPr>
          <a:xfrm>
            <a:off x="2249640" y="42076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1"/>
                </a:move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7" name=""/>
          <p:cNvSpPr/>
          <p:nvPr/>
        </p:nvSpPr>
        <p:spPr>
          <a:xfrm>
            <a:off x="2147760" y="4092480"/>
            <a:ext cx="149400" cy="175320"/>
          </a:xfrm>
          <a:custGeom>
            <a:avLst/>
            <a:gdLst/>
            <a:ahLst/>
            <a:rect l="0" t="0" r="r" b="b"/>
            <a:pathLst>
              <a:path w="415" h="487">
                <a:moveTo>
                  <a:pt x="260" y="2"/>
                </a:moveTo>
                <a:lnTo>
                  <a:pt x="260" y="3"/>
                </a:lnTo>
                <a:lnTo>
                  <a:pt x="260" y="4"/>
                </a:lnTo>
                <a:lnTo>
                  <a:pt x="261" y="4"/>
                </a:lnTo>
                <a:lnTo>
                  <a:pt x="261" y="5"/>
                </a:lnTo>
                <a:lnTo>
                  <a:pt x="261" y="6"/>
                </a:lnTo>
                <a:lnTo>
                  <a:pt x="260" y="6"/>
                </a:lnTo>
                <a:lnTo>
                  <a:pt x="260" y="7"/>
                </a:lnTo>
                <a:lnTo>
                  <a:pt x="261" y="7"/>
                </a:lnTo>
                <a:lnTo>
                  <a:pt x="261" y="6"/>
                </a:lnTo>
                <a:lnTo>
                  <a:pt x="262" y="6"/>
                </a:lnTo>
                <a:lnTo>
                  <a:pt x="262" y="7"/>
                </a:lnTo>
                <a:lnTo>
                  <a:pt x="263" y="7"/>
                </a:lnTo>
                <a:lnTo>
                  <a:pt x="263" y="8"/>
                </a:lnTo>
                <a:lnTo>
                  <a:pt x="264" y="8"/>
                </a:lnTo>
                <a:lnTo>
                  <a:pt x="265" y="8"/>
                </a:lnTo>
                <a:lnTo>
                  <a:pt x="266" y="8"/>
                </a:lnTo>
                <a:lnTo>
                  <a:pt x="267" y="8"/>
                </a:lnTo>
                <a:lnTo>
                  <a:pt x="267" y="9"/>
                </a:lnTo>
                <a:lnTo>
                  <a:pt x="268" y="9"/>
                </a:lnTo>
                <a:lnTo>
                  <a:pt x="268" y="10"/>
                </a:lnTo>
                <a:lnTo>
                  <a:pt x="267" y="10"/>
                </a:lnTo>
                <a:lnTo>
                  <a:pt x="267" y="11"/>
                </a:lnTo>
                <a:lnTo>
                  <a:pt x="266" y="11"/>
                </a:lnTo>
                <a:lnTo>
                  <a:pt x="266" y="12"/>
                </a:lnTo>
                <a:lnTo>
                  <a:pt x="265" y="13"/>
                </a:lnTo>
                <a:lnTo>
                  <a:pt x="264" y="13"/>
                </a:lnTo>
                <a:lnTo>
                  <a:pt x="264" y="14"/>
                </a:lnTo>
                <a:lnTo>
                  <a:pt x="263" y="14"/>
                </a:lnTo>
                <a:lnTo>
                  <a:pt x="263" y="15"/>
                </a:lnTo>
                <a:lnTo>
                  <a:pt x="264" y="15"/>
                </a:lnTo>
                <a:lnTo>
                  <a:pt x="265" y="15"/>
                </a:lnTo>
                <a:lnTo>
                  <a:pt x="266" y="15"/>
                </a:lnTo>
                <a:lnTo>
                  <a:pt x="266" y="16"/>
                </a:lnTo>
                <a:lnTo>
                  <a:pt x="267" y="16"/>
                </a:lnTo>
                <a:lnTo>
                  <a:pt x="267" y="17"/>
                </a:lnTo>
                <a:lnTo>
                  <a:pt x="268" y="17"/>
                </a:lnTo>
                <a:lnTo>
                  <a:pt x="268" y="18"/>
                </a:lnTo>
                <a:lnTo>
                  <a:pt x="267" y="18"/>
                </a:lnTo>
                <a:lnTo>
                  <a:pt x="267" y="19"/>
                </a:lnTo>
                <a:lnTo>
                  <a:pt x="267" y="20"/>
                </a:lnTo>
                <a:lnTo>
                  <a:pt x="267" y="21"/>
                </a:lnTo>
                <a:lnTo>
                  <a:pt x="266" y="21"/>
                </a:lnTo>
                <a:lnTo>
                  <a:pt x="265" y="21"/>
                </a:lnTo>
                <a:lnTo>
                  <a:pt x="264" y="21"/>
                </a:lnTo>
                <a:lnTo>
                  <a:pt x="264" y="22"/>
                </a:lnTo>
                <a:lnTo>
                  <a:pt x="263" y="22"/>
                </a:lnTo>
                <a:lnTo>
                  <a:pt x="263" y="23"/>
                </a:lnTo>
                <a:lnTo>
                  <a:pt x="262" y="23"/>
                </a:lnTo>
                <a:lnTo>
                  <a:pt x="261" y="24"/>
                </a:lnTo>
                <a:lnTo>
                  <a:pt x="261" y="25"/>
                </a:lnTo>
                <a:lnTo>
                  <a:pt x="260" y="25"/>
                </a:lnTo>
                <a:lnTo>
                  <a:pt x="260" y="26"/>
                </a:lnTo>
                <a:lnTo>
                  <a:pt x="259" y="26"/>
                </a:lnTo>
                <a:lnTo>
                  <a:pt x="259" y="27"/>
                </a:lnTo>
                <a:lnTo>
                  <a:pt x="259" y="28"/>
                </a:lnTo>
                <a:lnTo>
                  <a:pt x="259" y="29"/>
                </a:lnTo>
                <a:lnTo>
                  <a:pt x="260" y="29"/>
                </a:lnTo>
                <a:lnTo>
                  <a:pt x="261" y="29"/>
                </a:lnTo>
                <a:lnTo>
                  <a:pt x="261" y="31"/>
                </a:lnTo>
                <a:lnTo>
                  <a:pt x="260" y="32"/>
                </a:lnTo>
                <a:lnTo>
                  <a:pt x="260" y="33"/>
                </a:lnTo>
                <a:lnTo>
                  <a:pt x="260" y="34"/>
                </a:lnTo>
                <a:lnTo>
                  <a:pt x="260" y="35"/>
                </a:lnTo>
                <a:lnTo>
                  <a:pt x="261" y="35"/>
                </a:lnTo>
                <a:lnTo>
                  <a:pt x="261" y="36"/>
                </a:lnTo>
                <a:lnTo>
                  <a:pt x="260" y="36"/>
                </a:lnTo>
                <a:lnTo>
                  <a:pt x="260" y="37"/>
                </a:lnTo>
                <a:lnTo>
                  <a:pt x="261" y="37"/>
                </a:lnTo>
                <a:lnTo>
                  <a:pt x="262" y="38"/>
                </a:lnTo>
                <a:lnTo>
                  <a:pt x="262" y="39"/>
                </a:lnTo>
                <a:lnTo>
                  <a:pt x="263" y="39"/>
                </a:lnTo>
                <a:lnTo>
                  <a:pt x="264" y="39"/>
                </a:lnTo>
                <a:lnTo>
                  <a:pt x="264" y="40"/>
                </a:lnTo>
                <a:lnTo>
                  <a:pt x="265" y="40"/>
                </a:lnTo>
                <a:lnTo>
                  <a:pt x="266" y="40"/>
                </a:lnTo>
                <a:lnTo>
                  <a:pt x="266" y="41"/>
                </a:lnTo>
                <a:lnTo>
                  <a:pt x="267" y="41"/>
                </a:lnTo>
                <a:lnTo>
                  <a:pt x="267" y="42"/>
                </a:lnTo>
                <a:lnTo>
                  <a:pt x="268" y="42"/>
                </a:lnTo>
                <a:lnTo>
                  <a:pt x="268" y="43"/>
                </a:lnTo>
                <a:lnTo>
                  <a:pt x="269" y="43"/>
                </a:lnTo>
                <a:lnTo>
                  <a:pt x="268" y="44"/>
                </a:lnTo>
                <a:lnTo>
                  <a:pt x="269" y="45"/>
                </a:lnTo>
                <a:lnTo>
                  <a:pt x="270" y="45"/>
                </a:lnTo>
                <a:lnTo>
                  <a:pt x="269" y="45"/>
                </a:lnTo>
                <a:lnTo>
                  <a:pt x="269" y="46"/>
                </a:lnTo>
                <a:lnTo>
                  <a:pt x="269" y="47"/>
                </a:lnTo>
                <a:lnTo>
                  <a:pt x="270" y="47"/>
                </a:lnTo>
                <a:lnTo>
                  <a:pt x="270" y="48"/>
                </a:lnTo>
                <a:lnTo>
                  <a:pt x="269" y="49"/>
                </a:lnTo>
                <a:lnTo>
                  <a:pt x="270" y="50"/>
                </a:lnTo>
                <a:lnTo>
                  <a:pt x="270" y="51"/>
                </a:lnTo>
                <a:lnTo>
                  <a:pt x="270" y="52"/>
                </a:lnTo>
                <a:lnTo>
                  <a:pt x="271" y="52"/>
                </a:lnTo>
                <a:lnTo>
                  <a:pt x="271" y="53"/>
                </a:lnTo>
                <a:lnTo>
                  <a:pt x="271" y="54"/>
                </a:lnTo>
                <a:lnTo>
                  <a:pt x="271" y="55"/>
                </a:lnTo>
                <a:lnTo>
                  <a:pt x="270" y="55"/>
                </a:lnTo>
                <a:lnTo>
                  <a:pt x="270" y="56"/>
                </a:lnTo>
                <a:lnTo>
                  <a:pt x="271" y="56"/>
                </a:lnTo>
                <a:lnTo>
                  <a:pt x="272" y="56"/>
                </a:lnTo>
                <a:lnTo>
                  <a:pt x="272" y="58"/>
                </a:lnTo>
                <a:lnTo>
                  <a:pt x="272" y="59"/>
                </a:lnTo>
                <a:lnTo>
                  <a:pt x="273" y="59"/>
                </a:lnTo>
                <a:lnTo>
                  <a:pt x="273" y="60"/>
                </a:lnTo>
                <a:lnTo>
                  <a:pt x="273" y="61"/>
                </a:lnTo>
                <a:lnTo>
                  <a:pt x="274" y="61"/>
                </a:lnTo>
                <a:lnTo>
                  <a:pt x="274" y="62"/>
                </a:lnTo>
                <a:lnTo>
                  <a:pt x="275" y="62"/>
                </a:lnTo>
                <a:lnTo>
                  <a:pt x="275" y="63"/>
                </a:lnTo>
                <a:lnTo>
                  <a:pt x="276" y="63"/>
                </a:lnTo>
                <a:lnTo>
                  <a:pt x="276" y="64"/>
                </a:lnTo>
                <a:lnTo>
                  <a:pt x="274" y="64"/>
                </a:lnTo>
                <a:lnTo>
                  <a:pt x="273" y="64"/>
                </a:lnTo>
                <a:lnTo>
                  <a:pt x="274" y="64"/>
                </a:lnTo>
                <a:lnTo>
                  <a:pt x="274" y="65"/>
                </a:lnTo>
                <a:lnTo>
                  <a:pt x="274" y="66"/>
                </a:lnTo>
                <a:lnTo>
                  <a:pt x="273" y="66"/>
                </a:lnTo>
                <a:lnTo>
                  <a:pt x="274" y="67"/>
                </a:lnTo>
                <a:lnTo>
                  <a:pt x="274" y="68"/>
                </a:lnTo>
                <a:lnTo>
                  <a:pt x="275" y="68"/>
                </a:lnTo>
                <a:lnTo>
                  <a:pt x="275" y="69"/>
                </a:lnTo>
                <a:lnTo>
                  <a:pt x="276" y="70"/>
                </a:lnTo>
                <a:lnTo>
                  <a:pt x="276" y="71"/>
                </a:lnTo>
                <a:lnTo>
                  <a:pt x="276" y="72"/>
                </a:lnTo>
                <a:lnTo>
                  <a:pt x="277" y="72"/>
                </a:lnTo>
                <a:lnTo>
                  <a:pt x="277" y="73"/>
                </a:lnTo>
                <a:lnTo>
                  <a:pt x="276" y="74"/>
                </a:lnTo>
                <a:lnTo>
                  <a:pt x="276" y="75"/>
                </a:lnTo>
                <a:lnTo>
                  <a:pt x="276" y="76"/>
                </a:lnTo>
                <a:lnTo>
                  <a:pt x="276" y="77"/>
                </a:lnTo>
                <a:lnTo>
                  <a:pt x="277" y="77"/>
                </a:lnTo>
                <a:lnTo>
                  <a:pt x="276" y="78"/>
                </a:lnTo>
                <a:lnTo>
                  <a:pt x="275" y="78"/>
                </a:lnTo>
                <a:lnTo>
                  <a:pt x="275" y="79"/>
                </a:lnTo>
                <a:lnTo>
                  <a:pt x="274" y="80"/>
                </a:lnTo>
                <a:lnTo>
                  <a:pt x="274" y="81"/>
                </a:lnTo>
                <a:lnTo>
                  <a:pt x="274" y="80"/>
                </a:lnTo>
                <a:lnTo>
                  <a:pt x="273" y="80"/>
                </a:lnTo>
                <a:lnTo>
                  <a:pt x="273" y="81"/>
                </a:lnTo>
                <a:lnTo>
                  <a:pt x="272" y="81"/>
                </a:lnTo>
                <a:lnTo>
                  <a:pt x="272" y="82"/>
                </a:lnTo>
                <a:lnTo>
                  <a:pt x="272" y="83"/>
                </a:lnTo>
                <a:lnTo>
                  <a:pt x="273" y="83"/>
                </a:lnTo>
                <a:lnTo>
                  <a:pt x="274" y="83"/>
                </a:lnTo>
                <a:lnTo>
                  <a:pt x="274" y="84"/>
                </a:lnTo>
                <a:lnTo>
                  <a:pt x="274" y="85"/>
                </a:lnTo>
                <a:lnTo>
                  <a:pt x="275" y="85"/>
                </a:lnTo>
                <a:lnTo>
                  <a:pt x="275" y="86"/>
                </a:lnTo>
                <a:lnTo>
                  <a:pt x="275" y="87"/>
                </a:lnTo>
                <a:lnTo>
                  <a:pt x="276" y="87"/>
                </a:lnTo>
                <a:lnTo>
                  <a:pt x="276" y="88"/>
                </a:lnTo>
                <a:lnTo>
                  <a:pt x="276" y="89"/>
                </a:lnTo>
                <a:lnTo>
                  <a:pt x="277" y="89"/>
                </a:lnTo>
                <a:lnTo>
                  <a:pt x="277" y="88"/>
                </a:lnTo>
                <a:lnTo>
                  <a:pt x="279" y="88"/>
                </a:lnTo>
                <a:lnTo>
                  <a:pt x="279" y="89"/>
                </a:lnTo>
                <a:lnTo>
                  <a:pt x="280" y="89"/>
                </a:lnTo>
                <a:lnTo>
                  <a:pt x="280" y="90"/>
                </a:lnTo>
                <a:lnTo>
                  <a:pt x="281" y="90"/>
                </a:lnTo>
                <a:lnTo>
                  <a:pt x="281" y="89"/>
                </a:lnTo>
                <a:lnTo>
                  <a:pt x="281" y="88"/>
                </a:lnTo>
                <a:lnTo>
                  <a:pt x="282" y="87"/>
                </a:lnTo>
                <a:lnTo>
                  <a:pt x="283" y="87"/>
                </a:lnTo>
                <a:lnTo>
                  <a:pt x="284" y="87"/>
                </a:lnTo>
                <a:lnTo>
                  <a:pt x="284" y="86"/>
                </a:lnTo>
                <a:lnTo>
                  <a:pt x="284" y="85"/>
                </a:lnTo>
                <a:lnTo>
                  <a:pt x="283" y="85"/>
                </a:lnTo>
                <a:lnTo>
                  <a:pt x="284" y="84"/>
                </a:lnTo>
                <a:lnTo>
                  <a:pt x="284" y="85"/>
                </a:lnTo>
                <a:lnTo>
                  <a:pt x="285" y="85"/>
                </a:lnTo>
                <a:lnTo>
                  <a:pt x="286" y="85"/>
                </a:lnTo>
                <a:lnTo>
                  <a:pt x="287" y="85"/>
                </a:lnTo>
                <a:lnTo>
                  <a:pt x="287" y="86"/>
                </a:lnTo>
                <a:lnTo>
                  <a:pt x="288" y="86"/>
                </a:lnTo>
                <a:lnTo>
                  <a:pt x="288" y="87"/>
                </a:lnTo>
                <a:lnTo>
                  <a:pt x="288" y="86"/>
                </a:lnTo>
                <a:lnTo>
                  <a:pt x="289" y="86"/>
                </a:lnTo>
                <a:lnTo>
                  <a:pt x="289" y="87"/>
                </a:lnTo>
                <a:lnTo>
                  <a:pt x="290" y="87"/>
                </a:lnTo>
                <a:lnTo>
                  <a:pt x="290" y="88"/>
                </a:lnTo>
                <a:lnTo>
                  <a:pt x="291" y="88"/>
                </a:lnTo>
                <a:lnTo>
                  <a:pt x="291" y="87"/>
                </a:lnTo>
                <a:lnTo>
                  <a:pt x="292" y="87"/>
                </a:lnTo>
                <a:lnTo>
                  <a:pt x="292" y="88"/>
                </a:lnTo>
                <a:lnTo>
                  <a:pt x="293" y="88"/>
                </a:lnTo>
                <a:lnTo>
                  <a:pt x="293" y="87"/>
                </a:lnTo>
                <a:lnTo>
                  <a:pt x="294" y="87"/>
                </a:lnTo>
                <a:lnTo>
                  <a:pt x="295" y="87"/>
                </a:lnTo>
                <a:lnTo>
                  <a:pt x="295" y="86"/>
                </a:lnTo>
                <a:lnTo>
                  <a:pt x="296" y="87"/>
                </a:lnTo>
                <a:lnTo>
                  <a:pt x="296" y="88"/>
                </a:lnTo>
                <a:lnTo>
                  <a:pt x="296" y="89"/>
                </a:lnTo>
                <a:lnTo>
                  <a:pt x="296" y="88"/>
                </a:lnTo>
                <a:lnTo>
                  <a:pt x="295" y="89"/>
                </a:lnTo>
                <a:lnTo>
                  <a:pt x="296" y="89"/>
                </a:lnTo>
                <a:lnTo>
                  <a:pt x="296" y="90"/>
                </a:lnTo>
                <a:lnTo>
                  <a:pt x="296" y="91"/>
                </a:lnTo>
                <a:lnTo>
                  <a:pt x="296" y="92"/>
                </a:lnTo>
                <a:lnTo>
                  <a:pt x="297" y="92"/>
                </a:lnTo>
                <a:lnTo>
                  <a:pt x="297" y="91"/>
                </a:lnTo>
                <a:lnTo>
                  <a:pt x="298" y="92"/>
                </a:lnTo>
                <a:lnTo>
                  <a:pt x="299" y="92"/>
                </a:lnTo>
                <a:lnTo>
                  <a:pt x="300" y="92"/>
                </a:lnTo>
                <a:lnTo>
                  <a:pt x="301" y="92"/>
                </a:lnTo>
                <a:lnTo>
                  <a:pt x="302" y="92"/>
                </a:lnTo>
                <a:lnTo>
                  <a:pt x="302" y="93"/>
                </a:lnTo>
                <a:lnTo>
                  <a:pt x="303" y="93"/>
                </a:lnTo>
                <a:lnTo>
                  <a:pt x="304" y="93"/>
                </a:lnTo>
                <a:lnTo>
                  <a:pt x="305" y="93"/>
                </a:lnTo>
                <a:lnTo>
                  <a:pt x="306" y="93"/>
                </a:lnTo>
                <a:lnTo>
                  <a:pt x="307" y="93"/>
                </a:lnTo>
                <a:lnTo>
                  <a:pt x="307" y="92"/>
                </a:lnTo>
                <a:lnTo>
                  <a:pt x="307" y="93"/>
                </a:lnTo>
                <a:lnTo>
                  <a:pt x="309" y="93"/>
                </a:lnTo>
                <a:lnTo>
                  <a:pt x="309" y="92"/>
                </a:lnTo>
                <a:lnTo>
                  <a:pt x="310" y="91"/>
                </a:lnTo>
                <a:lnTo>
                  <a:pt x="310" y="90"/>
                </a:lnTo>
                <a:lnTo>
                  <a:pt x="310" y="89"/>
                </a:lnTo>
                <a:lnTo>
                  <a:pt x="311" y="89"/>
                </a:lnTo>
                <a:lnTo>
                  <a:pt x="311" y="88"/>
                </a:lnTo>
                <a:lnTo>
                  <a:pt x="312" y="88"/>
                </a:lnTo>
                <a:lnTo>
                  <a:pt x="313" y="88"/>
                </a:lnTo>
                <a:lnTo>
                  <a:pt x="314" y="87"/>
                </a:lnTo>
                <a:lnTo>
                  <a:pt x="314" y="86"/>
                </a:lnTo>
                <a:lnTo>
                  <a:pt x="314" y="87"/>
                </a:lnTo>
                <a:lnTo>
                  <a:pt x="315" y="87"/>
                </a:lnTo>
                <a:lnTo>
                  <a:pt x="315" y="86"/>
                </a:lnTo>
                <a:lnTo>
                  <a:pt x="316" y="86"/>
                </a:lnTo>
                <a:lnTo>
                  <a:pt x="316" y="85"/>
                </a:lnTo>
                <a:lnTo>
                  <a:pt x="316" y="84"/>
                </a:lnTo>
                <a:lnTo>
                  <a:pt x="315" y="84"/>
                </a:lnTo>
                <a:lnTo>
                  <a:pt x="315" y="83"/>
                </a:lnTo>
                <a:lnTo>
                  <a:pt x="316" y="83"/>
                </a:lnTo>
                <a:lnTo>
                  <a:pt x="316" y="82"/>
                </a:lnTo>
                <a:lnTo>
                  <a:pt x="316" y="83"/>
                </a:lnTo>
                <a:lnTo>
                  <a:pt x="317" y="83"/>
                </a:lnTo>
                <a:lnTo>
                  <a:pt x="317" y="82"/>
                </a:lnTo>
                <a:lnTo>
                  <a:pt x="318" y="82"/>
                </a:lnTo>
                <a:lnTo>
                  <a:pt x="319" y="81"/>
                </a:lnTo>
                <a:lnTo>
                  <a:pt x="320" y="81"/>
                </a:lnTo>
                <a:lnTo>
                  <a:pt x="322" y="81"/>
                </a:lnTo>
                <a:lnTo>
                  <a:pt x="323" y="81"/>
                </a:lnTo>
                <a:lnTo>
                  <a:pt x="323" y="82"/>
                </a:lnTo>
                <a:lnTo>
                  <a:pt x="324" y="82"/>
                </a:lnTo>
                <a:lnTo>
                  <a:pt x="324" y="83"/>
                </a:lnTo>
                <a:lnTo>
                  <a:pt x="323" y="83"/>
                </a:lnTo>
                <a:lnTo>
                  <a:pt x="324" y="84"/>
                </a:lnTo>
                <a:lnTo>
                  <a:pt x="325" y="84"/>
                </a:lnTo>
                <a:lnTo>
                  <a:pt x="325" y="83"/>
                </a:lnTo>
                <a:lnTo>
                  <a:pt x="326" y="83"/>
                </a:lnTo>
                <a:lnTo>
                  <a:pt x="327" y="82"/>
                </a:lnTo>
                <a:lnTo>
                  <a:pt x="327" y="81"/>
                </a:lnTo>
                <a:lnTo>
                  <a:pt x="328" y="80"/>
                </a:lnTo>
                <a:lnTo>
                  <a:pt x="328" y="79"/>
                </a:lnTo>
                <a:lnTo>
                  <a:pt x="329" y="78"/>
                </a:lnTo>
                <a:lnTo>
                  <a:pt x="328" y="77"/>
                </a:lnTo>
                <a:lnTo>
                  <a:pt x="329" y="77"/>
                </a:lnTo>
                <a:lnTo>
                  <a:pt x="329" y="76"/>
                </a:lnTo>
                <a:lnTo>
                  <a:pt x="329" y="75"/>
                </a:lnTo>
                <a:lnTo>
                  <a:pt x="329" y="74"/>
                </a:lnTo>
                <a:lnTo>
                  <a:pt x="330" y="74"/>
                </a:lnTo>
                <a:lnTo>
                  <a:pt x="330" y="73"/>
                </a:lnTo>
                <a:lnTo>
                  <a:pt x="330" y="72"/>
                </a:lnTo>
                <a:lnTo>
                  <a:pt x="330" y="71"/>
                </a:lnTo>
                <a:lnTo>
                  <a:pt x="330" y="69"/>
                </a:lnTo>
                <a:lnTo>
                  <a:pt x="331" y="69"/>
                </a:lnTo>
                <a:lnTo>
                  <a:pt x="332" y="69"/>
                </a:lnTo>
                <a:lnTo>
                  <a:pt x="332" y="68"/>
                </a:lnTo>
                <a:lnTo>
                  <a:pt x="333" y="68"/>
                </a:lnTo>
                <a:lnTo>
                  <a:pt x="334" y="68"/>
                </a:lnTo>
                <a:lnTo>
                  <a:pt x="334" y="67"/>
                </a:lnTo>
                <a:lnTo>
                  <a:pt x="333" y="67"/>
                </a:lnTo>
                <a:lnTo>
                  <a:pt x="334" y="67"/>
                </a:lnTo>
                <a:lnTo>
                  <a:pt x="334" y="68"/>
                </a:lnTo>
                <a:lnTo>
                  <a:pt x="335" y="68"/>
                </a:lnTo>
                <a:lnTo>
                  <a:pt x="336" y="68"/>
                </a:lnTo>
                <a:lnTo>
                  <a:pt x="336" y="67"/>
                </a:lnTo>
                <a:lnTo>
                  <a:pt x="337" y="67"/>
                </a:lnTo>
                <a:lnTo>
                  <a:pt x="336" y="67"/>
                </a:lnTo>
                <a:lnTo>
                  <a:pt x="337" y="67"/>
                </a:lnTo>
                <a:lnTo>
                  <a:pt x="337" y="68"/>
                </a:lnTo>
                <a:lnTo>
                  <a:pt x="338" y="68"/>
                </a:lnTo>
                <a:lnTo>
                  <a:pt x="338" y="67"/>
                </a:lnTo>
                <a:lnTo>
                  <a:pt x="339" y="67"/>
                </a:lnTo>
                <a:lnTo>
                  <a:pt x="340" y="67"/>
                </a:lnTo>
                <a:lnTo>
                  <a:pt x="341" y="67"/>
                </a:lnTo>
                <a:lnTo>
                  <a:pt x="342" y="67"/>
                </a:lnTo>
                <a:lnTo>
                  <a:pt x="342" y="68"/>
                </a:lnTo>
                <a:lnTo>
                  <a:pt x="343" y="68"/>
                </a:lnTo>
                <a:lnTo>
                  <a:pt x="342" y="69"/>
                </a:lnTo>
                <a:lnTo>
                  <a:pt x="343" y="70"/>
                </a:lnTo>
                <a:lnTo>
                  <a:pt x="343" y="71"/>
                </a:lnTo>
                <a:lnTo>
                  <a:pt x="342" y="72"/>
                </a:lnTo>
                <a:lnTo>
                  <a:pt x="341" y="72"/>
                </a:lnTo>
                <a:lnTo>
                  <a:pt x="341" y="73"/>
                </a:lnTo>
                <a:lnTo>
                  <a:pt x="341" y="74"/>
                </a:lnTo>
                <a:lnTo>
                  <a:pt x="341" y="75"/>
                </a:lnTo>
                <a:lnTo>
                  <a:pt x="341" y="76"/>
                </a:lnTo>
                <a:lnTo>
                  <a:pt x="342" y="76"/>
                </a:lnTo>
                <a:lnTo>
                  <a:pt x="343" y="76"/>
                </a:lnTo>
                <a:lnTo>
                  <a:pt x="343" y="77"/>
                </a:lnTo>
                <a:lnTo>
                  <a:pt x="344" y="77"/>
                </a:lnTo>
                <a:lnTo>
                  <a:pt x="345" y="77"/>
                </a:lnTo>
                <a:lnTo>
                  <a:pt x="346" y="77"/>
                </a:lnTo>
                <a:lnTo>
                  <a:pt x="346" y="78"/>
                </a:lnTo>
                <a:lnTo>
                  <a:pt x="345" y="78"/>
                </a:lnTo>
                <a:lnTo>
                  <a:pt x="345" y="79"/>
                </a:lnTo>
                <a:lnTo>
                  <a:pt x="344" y="80"/>
                </a:lnTo>
                <a:lnTo>
                  <a:pt x="344" y="81"/>
                </a:lnTo>
                <a:lnTo>
                  <a:pt x="345" y="81"/>
                </a:lnTo>
                <a:lnTo>
                  <a:pt x="346" y="81"/>
                </a:lnTo>
                <a:lnTo>
                  <a:pt x="347" y="81"/>
                </a:lnTo>
                <a:lnTo>
                  <a:pt x="348" y="82"/>
                </a:lnTo>
                <a:lnTo>
                  <a:pt x="348" y="83"/>
                </a:lnTo>
                <a:lnTo>
                  <a:pt x="349" y="83"/>
                </a:lnTo>
                <a:lnTo>
                  <a:pt x="348" y="84"/>
                </a:lnTo>
                <a:lnTo>
                  <a:pt x="348" y="85"/>
                </a:lnTo>
                <a:lnTo>
                  <a:pt x="349" y="85"/>
                </a:lnTo>
                <a:lnTo>
                  <a:pt x="349" y="86"/>
                </a:lnTo>
                <a:lnTo>
                  <a:pt x="348" y="86"/>
                </a:lnTo>
                <a:lnTo>
                  <a:pt x="349" y="87"/>
                </a:lnTo>
                <a:lnTo>
                  <a:pt x="348" y="88"/>
                </a:lnTo>
                <a:lnTo>
                  <a:pt x="349" y="88"/>
                </a:lnTo>
                <a:lnTo>
                  <a:pt x="349" y="89"/>
                </a:lnTo>
                <a:lnTo>
                  <a:pt x="348" y="89"/>
                </a:lnTo>
                <a:lnTo>
                  <a:pt x="348" y="90"/>
                </a:lnTo>
                <a:lnTo>
                  <a:pt x="347" y="91"/>
                </a:lnTo>
                <a:lnTo>
                  <a:pt x="346" y="91"/>
                </a:lnTo>
                <a:lnTo>
                  <a:pt x="347" y="91"/>
                </a:lnTo>
                <a:lnTo>
                  <a:pt x="347" y="92"/>
                </a:lnTo>
                <a:lnTo>
                  <a:pt x="348" y="92"/>
                </a:lnTo>
                <a:lnTo>
                  <a:pt x="348" y="93"/>
                </a:lnTo>
                <a:lnTo>
                  <a:pt x="349" y="94"/>
                </a:lnTo>
                <a:lnTo>
                  <a:pt x="349" y="95"/>
                </a:lnTo>
                <a:lnTo>
                  <a:pt x="349" y="94"/>
                </a:lnTo>
                <a:lnTo>
                  <a:pt x="350" y="95"/>
                </a:lnTo>
                <a:lnTo>
                  <a:pt x="351" y="95"/>
                </a:lnTo>
                <a:lnTo>
                  <a:pt x="350" y="96"/>
                </a:lnTo>
                <a:lnTo>
                  <a:pt x="351" y="96"/>
                </a:lnTo>
                <a:lnTo>
                  <a:pt x="351" y="97"/>
                </a:lnTo>
                <a:lnTo>
                  <a:pt x="352" y="97"/>
                </a:lnTo>
                <a:lnTo>
                  <a:pt x="352" y="98"/>
                </a:lnTo>
                <a:lnTo>
                  <a:pt x="351" y="99"/>
                </a:lnTo>
                <a:lnTo>
                  <a:pt x="352" y="99"/>
                </a:lnTo>
                <a:lnTo>
                  <a:pt x="352" y="100"/>
                </a:lnTo>
                <a:lnTo>
                  <a:pt x="353" y="100"/>
                </a:lnTo>
                <a:lnTo>
                  <a:pt x="354" y="100"/>
                </a:lnTo>
                <a:lnTo>
                  <a:pt x="354" y="101"/>
                </a:lnTo>
                <a:lnTo>
                  <a:pt x="354" y="102"/>
                </a:lnTo>
                <a:lnTo>
                  <a:pt x="355" y="102"/>
                </a:lnTo>
                <a:lnTo>
                  <a:pt x="355" y="103"/>
                </a:lnTo>
                <a:lnTo>
                  <a:pt x="354" y="102"/>
                </a:lnTo>
                <a:lnTo>
                  <a:pt x="354" y="103"/>
                </a:lnTo>
                <a:lnTo>
                  <a:pt x="354" y="104"/>
                </a:lnTo>
                <a:lnTo>
                  <a:pt x="354" y="105"/>
                </a:lnTo>
                <a:lnTo>
                  <a:pt x="354" y="104"/>
                </a:lnTo>
                <a:lnTo>
                  <a:pt x="355" y="105"/>
                </a:lnTo>
                <a:lnTo>
                  <a:pt x="356" y="105"/>
                </a:lnTo>
                <a:lnTo>
                  <a:pt x="356" y="104"/>
                </a:lnTo>
                <a:lnTo>
                  <a:pt x="357" y="104"/>
                </a:lnTo>
                <a:lnTo>
                  <a:pt x="357" y="105"/>
                </a:lnTo>
                <a:lnTo>
                  <a:pt x="358" y="105"/>
                </a:lnTo>
                <a:lnTo>
                  <a:pt x="358" y="106"/>
                </a:lnTo>
                <a:lnTo>
                  <a:pt x="359" y="106"/>
                </a:lnTo>
                <a:lnTo>
                  <a:pt x="359" y="105"/>
                </a:lnTo>
                <a:lnTo>
                  <a:pt x="360" y="105"/>
                </a:lnTo>
                <a:lnTo>
                  <a:pt x="361" y="105"/>
                </a:lnTo>
                <a:lnTo>
                  <a:pt x="361" y="104"/>
                </a:lnTo>
                <a:lnTo>
                  <a:pt x="360" y="104"/>
                </a:lnTo>
                <a:lnTo>
                  <a:pt x="360" y="103"/>
                </a:lnTo>
                <a:lnTo>
                  <a:pt x="361" y="103"/>
                </a:lnTo>
                <a:lnTo>
                  <a:pt x="362" y="103"/>
                </a:lnTo>
                <a:lnTo>
                  <a:pt x="363" y="103"/>
                </a:lnTo>
                <a:lnTo>
                  <a:pt x="363" y="104"/>
                </a:lnTo>
                <a:lnTo>
                  <a:pt x="363" y="105"/>
                </a:lnTo>
                <a:lnTo>
                  <a:pt x="364" y="105"/>
                </a:lnTo>
                <a:lnTo>
                  <a:pt x="364" y="104"/>
                </a:lnTo>
                <a:lnTo>
                  <a:pt x="365" y="104"/>
                </a:lnTo>
                <a:lnTo>
                  <a:pt x="366" y="104"/>
                </a:lnTo>
                <a:lnTo>
                  <a:pt x="366" y="103"/>
                </a:lnTo>
                <a:lnTo>
                  <a:pt x="367" y="103"/>
                </a:lnTo>
                <a:lnTo>
                  <a:pt x="368" y="103"/>
                </a:lnTo>
                <a:lnTo>
                  <a:pt x="369" y="103"/>
                </a:lnTo>
                <a:lnTo>
                  <a:pt x="370" y="104"/>
                </a:lnTo>
                <a:lnTo>
                  <a:pt x="370" y="103"/>
                </a:lnTo>
                <a:lnTo>
                  <a:pt x="369" y="103"/>
                </a:lnTo>
                <a:lnTo>
                  <a:pt x="369" y="102"/>
                </a:lnTo>
                <a:lnTo>
                  <a:pt x="370" y="101"/>
                </a:lnTo>
                <a:lnTo>
                  <a:pt x="369" y="101"/>
                </a:lnTo>
                <a:lnTo>
                  <a:pt x="370" y="101"/>
                </a:lnTo>
                <a:lnTo>
                  <a:pt x="370" y="100"/>
                </a:lnTo>
                <a:lnTo>
                  <a:pt x="371" y="100"/>
                </a:lnTo>
                <a:lnTo>
                  <a:pt x="372" y="99"/>
                </a:lnTo>
                <a:lnTo>
                  <a:pt x="371" y="99"/>
                </a:lnTo>
                <a:lnTo>
                  <a:pt x="371" y="98"/>
                </a:lnTo>
                <a:lnTo>
                  <a:pt x="372" y="98"/>
                </a:lnTo>
                <a:lnTo>
                  <a:pt x="373" y="98"/>
                </a:lnTo>
                <a:lnTo>
                  <a:pt x="374" y="98"/>
                </a:lnTo>
                <a:lnTo>
                  <a:pt x="374" y="97"/>
                </a:lnTo>
                <a:lnTo>
                  <a:pt x="375" y="97"/>
                </a:lnTo>
                <a:lnTo>
                  <a:pt x="376" y="98"/>
                </a:lnTo>
                <a:lnTo>
                  <a:pt x="375" y="98"/>
                </a:lnTo>
                <a:lnTo>
                  <a:pt x="376" y="98"/>
                </a:lnTo>
                <a:lnTo>
                  <a:pt x="376" y="99"/>
                </a:lnTo>
                <a:lnTo>
                  <a:pt x="377" y="100"/>
                </a:lnTo>
                <a:lnTo>
                  <a:pt x="378" y="101"/>
                </a:lnTo>
                <a:lnTo>
                  <a:pt x="379" y="101"/>
                </a:lnTo>
                <a:lnTo>
                  <a:pt x="380" y="101"/>
                </a:lnTo>
                <a:lnTo>
                  <a:pt x="380" y="100"/>
                </a:lnTo>
                <a:lnTo>
                  <a:pt x="381" y="100"/>
                </a:lnTo>
                <a:lnTo>
                  <a:pt x="381" y="99"/>
                </a:lnTo>
                <a:lnTo>
                  <a:pt x="382" y="98"/>
                </a:lnTo>
                <a:lnTo>
                  <a:pt x="383" y="97"/>
                </a:lnTo>
                <a:lnTo>
                  <a:pt x="384" y="97"/>
                </a:lnTo>
                <a:lnTo>
                  <a:pt x="384" y="96"/>
                </a:lnTo>
                <a:lnTo>
                  <a:pt x="383" y="96"/>
                </a:lnTo>
                <a:lnTo>
                  <a:pt x="384" y="96"/>
                </a:lnTo>
                <a:lnTo>
                  <a:pt x="384" y="95"/>
                </a:lnTo>
                <a:lnTo>
                  <a:pt x="385" y="95"/>
                </a:lnTo>
                <a:lnTo>
                  <a:pt x="386" y="96"/>
                </a:lnTo>
                <a:lnTo>
                  <a:pt x="387" y="96"/>
                </a:lnTo>
                <a:lnTo>
                  <a:pt x="387" y="95"/>
                </a:lnTo>
                <a:lnTo>
                  <a:pt x="387" y="94"/>
                </a:lnTo>
                <a:lnTo>
                  <a:pt x="386" y="94"/>
                </a:lnTo>
                <a:lnTo>
                  <a:pt x="386" y="93"/>
                </a:lnTo>
                <a:lnTo>
                  <a:pt x="387" y="93"/>
                </a:lnTo>
                <a:lnTo>
                  <a:pt x="388" y="93"/>
                </a:lnTo>
                <a:lnTo>
                  <a:pt x="389" y="92"/>
                </a:lnTo>
                <a:lnTo>
                  <a:pt x="390" y="92"/>
                </a:lnTo>
                <a:lnTo>
                  <a:pt x="390" y="93"/>
                </a:lnTo>
                <a:lnTo>
                  <a:pt x="391" y="93"/>
                </a:lnTo>
                <a:lnTo>
                  <a:pt x="392" y="93"/>
                </a:lnTo>
                <a:lnTo>
                  <a:pt x="392" y="92"/>
                </a:lnTo>
                <a:lnTo>
                  <a:pt x="393" y="92"/>
                </a:lnTo>
                <a:lnTo>
                  <a:pt x="394" y="92"/>
                </a:lnTo>
                <a:lnTo>
                  <a:pt x="394" y="93"/>
                </a:lnTo>
                <a:lnTo>
                  <a:pt x="395" y="93"/>
                </a:lnTo>
                <a:lnTo>
                  <a:pt x="395" y="92"/>
                </a:lnTo>
                <a:lnTo>
                  <a:pt x="396" y="92"/>
                </a:lnTo>
                <a:lnTo>
                  <a:pt x="397" y="92"/>
                </a:lnTo>
                <a:lnTo>
                  <a:pt x="397" y="91"/>
                </a:lnTo>
                <a:lnTo>
                  <a:pt x="398" y="91"/>
                </a:lnTo>
                <a:lnTo>
                  <a:pt x="398" y="92"/>
                </a:lnTo>
                <a:lnTo>
                  <a:pt x="399" y="92"/>
                </a:lnTo>
                <a:lnTo>
                  <a:pt x="399" y="93"/>
                </a:lnTo>
                <a:lnTo>
                  <a:pt x="398" y="93"/>
                </a:lnTo>
                <a:lnTo>
                  <a:pt x="398" y="94"/>
                </a:lnTo>
                <a:lnTo>
                  <a:pt x="399" y="95"/>
                </a:lnTo>
                <a:lnTo>
                  <a:pt x="399" y="96"/>
                </a:lnTo>
                <a:lnTo>
                  <a:pt x="400" y="96"/>
                </a:lnTo>
                <a:lnTo>
                  <a:pt x="401" y="95"/>
                </a:lnTo>
                <a:lnTo>
                  <a:pt x="402" y="95"/>
                </a:lnTo>
                <a:lnTo>
                  <a:pt x="402" y="96"/>
                </a:lnTo>
                <a:lnTo>
                  <a:pt x="402" y="95"/>
                </a:lnTo>
                <a:lnTo>
                  <a:pt x="403" y="95"/>
                </a:lnTo>
                <a:lnTo>
                  <a:pt x="403" y="94"/>
                </a:lnTo>
                <a:lnTo>
                  <a:pt x="404" y="94"/>
                </a:lnTo>
                <a:lnTo>
                  <a:pt x="404" y="95"/>
                </a:lnTo>
                <a:lnTo>
                  <a:pt x="405" y="95"/>
                </a:lnTo>
                <a:lnTo>
                  <a:pt x="406" y="95"/>
                </a:lnTo>
                <a:lnTo>
                  <a:pt x="406" y="96"/>
                </a:lnTo>
                <a:lnTo>
                  <a:pt x="406" y="97"/>
                </a:lnTo>
                <a:lnTo>
                  <a:pt x="406" y="98"/>
                </a:lnTo>
                <a:lnTo>
                  <a:pt x="406" y="99"/>
                </a:lnTo>
                <a:lnTo>
                  <a:pt x="407" y="99"/>
                </a:lnTo>
                <a:lnTo>
                  <a:pt x="407" y="100"/>
                </a:lnTo>
                <a:lnTo>
                  <a:pt x="406" y="100"/>
                </a:lnTo>
                <a:lnTo>
                  <a:pt x="406" y="101"/>
                </a:lnTo>
                <a:lnTo>
                  <a:pt x="407" y="101"/>
                </a:lnTo>
                <a:lnTo>
                  <a:pt x="408" y="102"/>
                </a:lnTo>
                <a:lnTo>
                  <a:pt x="409" y="103"/>
                </a:lnTo>
                <a:lnTo>
                  <a:pt x="409" y="104"/>
                </a:lnTo>
                <a:lnTo>
                  <a:pt x="410" y="104"/>
                </a:lnTo>
                <a:lnTo>
                  <a:pt x="411" y="104"/>
                </a:lnTo>
                <a:lnTo>
                  <a:pt x="411" y="105"/>
                </a:lnTo>
                <a:lnTo>
                  <a:pt x="411" y="106"/>
                </a:lnTo>
                <a:lnTo>
                  <a:pt x="412" y="106"/>
                </a:lnTo>
                <a:lnTo>
                  <a:pt x="411" y="107"/>
                </a:lnTo>
                <a:lnTo>
                  <a:pt x="412" y="108"/>
                </a:lnTo>
                <a:lnTo>
                  <a:pt x="413" y="108"/>
                </a:lnTo>
                <a:lnTo>
                  <a:pt x="413" y="109"/>
                </a:lnTo>
                <a:lnTo>
                  <a:pt x="414" y="109"/>
                </a:lnTo>
                <a:lnTo>
                  <a:pt x="414" y="110"/>
                </a:lnTo>
                <a:lnTo>
                  <a:pt x="413" y="110"/>
                </a:lnTo>
                <a:lnTo>
                  <a:pt x="412" y="110"/>
                </a:lnTo>
                <a:lnTo>
                  <a:pt x="412" y="109"/>
                </a:lnTo>
                <a:lnTo>
                  <a:pt x="411" y="110"/>
                </a:lnTo>
                <a:lnTo>
                  <a:pt x="410" y="111"/>
                </a:lnTo>
                <a:lnTo>
                  <a:pt x="411" y="111"/>
                </a:lnTo>
                <a:lnTo>
                  <a:pt x="412" y="112"/>
                </a:lnTo>
                <a:lnTo>
                  <a:pt x="412" y="113"/>
                </a:lnTo>
                <a:lnTo>
                  <a:pt x="411" y="113"/>
                </a:lnTo>
                <a:lnTo>
                  <a:pt x="411" y="114"/>
                </a:lnTo>
                <a:lnTo>
                  <a:pt x="411" y="113"/>
                </a:lnTo>
                <a:lnTo>
                  <a:pt x="410" y="112"/>
                </a:lnTo>
                <a:lnTo>
                  <a:pt x="409" y="112"/>
                </a:lnTo>
                <a:lnTo>
                  <a:pt x="410" y="112"/>
                </a:lnTo>
                <a:lnTo>
                  <a:pt x="409" y="111"/>
                </a:lnTo>
                <a:lnTo>
                  <a:pt x="408" y="111"/>
                </a:lnTo>
                <a:lnTo>
                  <a:pt x="407" y="111"/>
                </a:lnTo>
                <a:lnTo>
                  <a:pt x="406" y="111"/>
                </a:lnTo>
                <a:lnTo>
                  <a:pt x="406" y="112"/>
                </a:lnTo>
                <a:lnTo>
                  <a:pt x="405" y="112"/>
                </a:lnTo>
                <a:lnTo>
                  <a:pt x="405" y="111"/>
                </a:lnTo>
                <a:lnTo>
                  <a:pt x="404" y="111"/>
                </a:lnTo>
                <a:lnTo>
                  <a:pt x="404" y="112"/>
                </a:lnTo>
                <a:lnTo>
                  <a:pt x="403" y="113"/>
                </a:lnTo>
                <a:lnTo>
                  <a:pt x="402" y="111"/>
                </a:lnTo>
                <a:lnTo>
                  <a:pt x="402" y="110"/>
                </a:lnTo>
                <a:lnTo>
                  <a:pt x="402" y="109"/>
                </a:lnTo>
                <a:lnTo>
                  <a:pt x="403" y="108"/>
                </a:lnTo>
                <a:lnTo>
                  <a:pt x="404" y="108"/>
                </a:lnTo>
                <a:lnTo>
                  <a:pt x="404" y="107"/>
                </a:lnTo>
                <a:lnTo>
                  <a:pt x="405" y="106"/>
                </a:lnTo>
                <a:lnTo>
                  <a:pt x="404" y="107"/>
                </a:lnTo>
                <a:lnTo>
                  <a:pt x="403" y="107"/>
                </a:lnTo>
                <a:lnTo>
                  <a:pt x="402" y="108"/>
                </a:lnTo>
                <a:lnTo>
                  <a:pt x="401" y="108"/>
                </a:lnTo>
                <a:lnTo>
                  <a:pt x="402" y="108"/>
                </a:lnTo>
                <a:lnTo>
                  <a:pt x="402" y="107"/>
                </a:lnTo>
                <a:lnTo>
                  <a:pt x="402" y="108"/>
                </a:lnTo>
                <a:lnTo>
                  <a:pt x="402" y="107"/>
                </a:lnTo>
                <a:lnTo>
                  <a:pt x="401" y="106"/>
                </a:lnTo>
                <a:lnTo>
                  <a:pt x="400" y="106"/>
                </a:lnTo>
                <a:lnTo>
                  <a:pt x="400" y="107"/>
                </a:lnTo>
                <a:lnTo>
                  <a:pt x="401" y="107"/>
                </a:lnTo>
                <a:lnTo>
                  <a:pt x="400" y="107"/>
                </a:lnTo>
                <a:lnTo>
                  <a:pt x="400" y="108"/>
                </a:lnTo>
                <a:lnTo>
                  <a:pt x="401" y="108"/>
                </a:lnTo>
                <a:lnTo>
                  <a:pt x="401" y="109"/>
                </a:lnTo>
                <a:lnTo>
                  <a:pt x="400" y="109"/>
                </a:lnTo>
                <a:lnTo>
                  <a:pt x="400" y="110"/>
                </a:lnTo>
                <a:lnTo>
                  <a:pt x="399" y="109"/>
                </a:lnTo>
                <a:lnTo>
                  <a:pt x="399" y="108"/>
                </a:lnTo>
                <a:lnTo>
                  <a:pt x="399" y="107"/>
                </a:lnTo>
                <a:lnTo>
                  <a:pt x="398" y="106"/>
                </a:lnTo>
                <a:lnTo>
                  <a:pt x="398" y="105"/>
                </a:lnTo>
                <a:lnTo>
                  <a:pt x="397" y="105"/>
                </a:lnTo>
                <a:lnTo>
                  <a:pt x="397" y="104"/>
                </a:lnTo>
                <a:lnTo>
                  <a:pt x="396" y="104"/>
                </a:lnTo>
                <a:lnTo>
                  <a:pt x="396" y="105"/>
                </a:lnTo>
                <a:lnTo>
                  <a:pt x="397" y="105"/>
                </a:lnTo>
                <a:lnTo>
                  <a:pt x="397" y="106"/>
                </a:lnTo>
                <a:lnTo>
                  <a:pt x="397" y="107"/>
                </a:lnTo>
                <a:lnTo>
                  <a:pt x="398" y="107"/>
                </a:lnTo>
                <a:lnTo>
                  <a:pt x="398" y="109"/>
                </a:lnTo>
                <a:lnTo>
                  <a:pt x="397" y="109"/>
                </a:lnTo>
                <a:lnTo>
                  <a:pt x="397" y="110"/>
                </a:lnTo>
                <a:lnTo>
                  <a:pt x="396" y="110"/>
                </a:lnTo>
                <a:lnTo>
                  <a:pt x="395" y="110"/>
                </a:lnTo>
                <a:lnTo>
                  <a:pt x="396" y="110"/>
                </a:lnTo>
                <a:lnTo>
                  <a:pt x="396" y="109"/>
                </a:lnTo>
                <a:lnTo>
                  <a:pt x="395" y="109"/>
                </a:lnTo>
                <a:lnTo>
                  <a:pt x="395" y="108"/>
                </a:lnTo>
                <a:lnTo>
                  <a:pt x="394" y="107"/>
                </a:lnTo>
                <a:lnTo>
                  <a:pt x="394" y="106"/>
                </a:lnTo>
                <a:lnTo>
                  <a:pt x="394" y="107"/>
                </a:lnTo>
                <a:lnTo>
                  <a:pt x="393" y="108"/>
                </a:lnTo>
                <a:lnTo>
                  <a:pt x="392" y="108"/>
                </a:lnTo>
                <a:lnTo>
                  <a:pt x="392" y="109"/>
                </a:lnTo>
                <a:lnTo>
                  <a:pt x="393" y="109"/>
                </a:lnTo>
                <a:lnTo>
                  <a:pt x="393" y="110"/>
                </a:lnTo>
                <a:lnTo>
                  <a:pt x="393" y="111"/>
                </a:lnTo>
                <a:lnTo>
                  <a:pt x="392" y="111"/>
                </a:lnTo>
                <a:lnTo>
                  <a:pt x="392" y="112"/>
                </a:lnTo>
                <a:lnTo>
                  <a:pt x="392" y="113"/>
                </a:lnTo>
                <a:lnTo>
                  <a:pt x="392" y="114"/>
                </a:lnTo>
                <a:lnTo>
                  <a:pt x="392" y="115"/>
                </a:lnTo>
                <a:lnTo>
                  <a:pt x="392" y="114"/>
                </a:lnTo>
                <a:lnTo>
                  <a:pt x="393" y="115"/>
                </a:lnTo>
                <a:lnTo>
                  <a:pt x="393" y="116"/>
                </a:lnTo>
                <a:lnTo>
                  <a:pt x="393" y="115"/>
                </a:lnTo>
                <a:lnTo>
                  <a:pt x="394" y="113"/>
                </a:lnTo>
                <a:lnTo>
                  <a:pt x="394" y="112"/>
                </a:lnTo>
                <a:lnTo>
                  <a:pt x="394" y="111"/>
                </a:lnTo>
                <a:lnTo>
                  <a:pt x="395" y="110"/>
                </a:lnTo>
                <a:lnTo>
                  <a:pt x="396" y="110"/>
                </a:lnTo>
                <a:lnTo>
                  <a:pt x="396" y="111"/>
                </a:lnTo>
                <a:lnTo>
                  <a:pt x="397" y="111"/>
                </a:lnTo>
                <a:lnTo>
                  <a:pt x="398" y="111"/>
                </a:lnTo>
                <a:lnTo>
                  <a:pt x="398" y="110"/>
                </a:lnTo>
                <a:lnTo>
                  <a:pt x="399" y="110"/>
                </a:lnTo>
                <a:lnTo>
                  <a:pt x="400" y="111"/>
                </a:lnTo>
                <a:lnTo>
                  <a:pt x="400" y="112"/>
                </a:lnTo>
                <a:lnTo>
                  <a:pt x="401" y="112"/>
                </a:lnTo>
                <a:lnTo>
                  <a:pt x="401" y="113"/>
                </a:lnTo>
                <a:lnTo>
                  <a:pt x="401" y="112"/>
                </a:lnTo>
                <a:lnTo>
                  <a:pt x="402" y="112"/>
                </a:lnTo>
                <a:lnTo>
                  <a:pt x="402" y="113"/>
                </a:lnTo>
                <a:lnTo>
                  <a:pt x="402" y="114"/>
                </a:lnTo>
                <a:lnTo>
                  <a:pt x="403" y="115"/>
                </a:lnTo>
                <a:lnTo>
                  <a:pt x="404" y="114"/>
                </a:lnTo>
                <a:lnTo>
                  <a:pt x="404" y="113"/>
                </a:lnTo>
                <a:lnTo>
                  <a:pt x="405" y="113"/>
                </a:lnTo>
                <a:lnTo>
                  <a:pt x="406" y="113"/>
                </a:lnTo>
                <a:lnTo>
                  <a:pt x="407" y="113"/>
                </a:lnTo>
                <a:lnTo>
                  <a:pt x="407" y="112"/>
                </a:lnTo>
                <a:lnTo>
                  <a:pt x="408" y="112"/>
                </a:lnTo>
                <a:lnTo>
                  <a:pt x="408" y="113"/>
                </a:lnTo>
                <a:lnTo>
                  <a:pt x="409" y="113"/>
                </a:lnTo>
                <a:lnTo>
                  <a:pt x="409" y="114"/>
                </a:lnTo>
                <a:lnTo>
                  <a:pt x="409" y="115"/>
                </a:lnTo>
                <a:lnTo>
                  <a:pt x="409" y="116"/>
                </a:lnTo>
                <a:lnTo>
                  <a:pt x="409" y="117"/>
                </a:lnTo>
                <a:lnTo>
                  <a:pt x="410" y="117"/>
                </a:lnTo>
                <a:lnTo>
                  <a:pt x="410" y="118"/>
                </a:lnTo>
                <a:lnTo>
                  <a:pt x="410" y="119"/>
                </a:lnTo>
                <a:lnTo>
                  <a:pt x="411" y="118"/>
                </a:lnTo>
                <a:lnTo>
                  <a:pt x="411" y="119"/>
                </a:lnTo>
                <a:lnTo>
                  <a:pt x="411" y="120"/>
                </a:lnTo>
                <a:lnTo>
                  <a:pt x="412" y="120"/>
                </a:lnTo>
                <a:lnTo>
                  <a:pt x="412" y="121"/>
                </a:lnTo>
                <a:lnTo>
                  <a:pt x="413" y="121"/>
                </a:lnTo>
                <a:lnTo>
                  <a:pt x="414" y="121"/>
                </a:lnTo>
                <a:lnTo>
                  <a:pt x="415" y="120"/>
                </a:lnTo>
                <a:lnTo>
                  <a:pt x="415" y="121"/>
                </a:lnTo>
                <a:lnTo>
                  <a:pt x="414" y="121"/>
                </a:lnTo>
                <a:lnTo>
                  <a:pt x="414" y="122"/>
                </a:lnTo>
                <a:lnTo>
                  <a:pt x="413" y="122"/>
                </a:lnTo>
                <a:lnTo>
                  <a:pt x="413" y="121"/>
                </a:lnTo>
                <a:lnTo>
                  <a:pt x="412" y="121"/>
                </a:lnTo>
                <a:lnTo>
                  <a:pt x="412" y="122"/>
                </a:lnTo>
                <a:lnTo>
                  <a:pt x="410" y="122"/>
                </a:lnTo>
                <a:lnTo>
                  <a:pt x="409" y="122"/>
                </a:lnTo>
                <a:lnTo>
                  <a:pt x="410" y="122"/>
                </a:lnTo>
                <a:lnTo>
                  <a:pt x="411" y="123"/>
                </a:lnTo>
                <a:lnTo>
                  <a:pt x="412" y="123"/>
                </a:lnTo>
                <a:lnTo>
                  <a:pt x="413" y="123"/>
                </a:lnTo>
                <a:lnTo>
                  <a:pt x="413" y="124"/>
                </a:lnTo>
                <a:lnTo>
                  <a:pt x="412" y="124"/>
                </a:lnTo>
                <a:lnTo>
                  <a:pt x="411" y="124"/>
                </a:lnTo>
                <a:lnTo>
                  <a:pt x="410" y="124"/>
                </a:lnTo>
                <a:lnTo>
                  <a:pt x="409" y="124"/>
                </a:lnTo>
                <a:lnTo>
                  <a:pt x="408" y="124"/>
                </a:lnTo>
                <a:lnTo>
                  <a:pt x="408" y="125"/>
                </a:lnTo>
                <a:lnTo>
                  <a:pt x="409" y="125"/>
                </a:lnTo>
                <a:lnTo>
                  <a:pt x="409" y="126"/>
                </a:lnTo>
                <a:lnTo>
                  <a:pt x="409" y="127"/>
                </a:lnTo>
                <a:lnTo>
                  <a:pt x="410" y="127"/>
                </a:lnTo>
                <a:lnTo>
                  <a:pt x="410" y="126"/>
                </a:lnTo>
                <a:lnTo>
                  <a:pt x="411" y="126"/>
                </a:lnTo>
                <a:lnTo>
                  <a:pt x="410" y="127"/>
                </a:lnTo>
                <a:lnTo>
                  <a:pt x="409" y="127"/>
                </a:lnTo>
                <a:lnTo>
                  <a:pt x="408" y="127"/>
                </a:lnTo>
                <a:lnTo>
                  <a:pt x="407" y="127"/>
                </a:lnTo>
                <a:lnTo>
                  <a:pt x="405" y="126"/>
                </a:lnTo>
                <a:lnTo>
                  <a:pt x="404" y="126"/>
                </a:lnTo>
                <a:lnTo>
                  <a:pt x="404" y="125"/>
                </a:lnTo>
                <a:lnTo>
                  <a:pt x="404" y="126"/>
                </a:lnTo>
                <a:lnTo>
                  <a:pt x="403" y="126"/>
                </a:lnTo>
                <a:lnTo>
                  <a:pt x="402" y="126"/>
                </a:lnTo>
                <a:lnTo>
                  <a:pt x="401" y="125"/>
                </a:lnTo>
                <a:lnTo>
                  <a:pt x="400" y="126"/>
                </a:lnTo>
                <a:lnTo>
                  <a:pt x="400" y="125"/>
                </a:lnTo>
                <a:lnTo>
                  <a:pt x="399" y="125"/>
                </a:lnTo>
                <a:lnTo>
                  <a:pt x="398" y="125"/>
                </a:lnTo>
                <a:lnTo>
                  <a:pt x="398" y="126"/>
                </a:lnTo>
                <a:lnTo>
                  <a:pt x="399" y="127"/>
                </a:lnTo>
                <a:lnTo>
                  <a:pt x="400" y="126"/>
                </a:lnTo>
                <a:lnTo>
                  <a:pt x="400" y="127"/>
                </a:lnTo>
                <a:lnTo>
                  <a:pt x="401" y="128"/>
                </a:lnTo>
                <a:lnTo>
                  <a:pt x="401" y="129"/>
                </a:lnTo>
                <a:lnTo>
                  <a:pt x="400" y="129"/>
                </a:lnTo>
                <a:lnTo>
                  <a:pt x="400" y="130"/>
                </a:lnTo>
                <a:lnTo>
                  <a:pt x="400" y="131"/>
                </a:lnTo>
                <a:lnTo>
                  <a:pt x="401" y="131"/>
                </a:lnTo>
                <a:lnTo>
                  <a:pt x="402" y="132"/>
                </a:lnTo>
                <a:lnTo>
                  <a:pt x="401" y="132"/>
                </a:lnTo>
                <a:lnTo>
                  <a:pt x="400" y="132"/>
                </a:lnTo>
                <a:lnTo>
                  <a:pt x="400" y="131"/>
                </a:lnTo>
                <a:lnTo>
                  <a:pt x="400" y="130"/>
                </a:lnTo>
                <a:lnTo>
                  <a:pt x="398" y="129"/>
                </a:lnTo>
                <a:lnTo>
                  <a:pt x="398" y="130"/>
                </a:lnTo>
                <a:lnTo>
                  <a:pt x="399" y="130"/>
                </a:lnTo>
                <a:lnTo>
                  <a:pt x="399" y="131"/>
                </a:lnTo>
                <a:lnTo>
                  <a:pt x="398" y="131"/>
                </a:lnTo>
                <a:lnTo>
                  <a:pt x="398" y="132"/>
                </a:lnTo>
                <a:lnTo>
                  <a:pt x="399" y="132"/>
                </a:lnTo>
                <a:lnTo>
                  <a:pt x="398" y="132"/>
                </a:lnTo>
                <a:lnTo>
                  <a:pt x="397" y="132"/>
                </a:lnTo>
                <a:lnTo>
                  <a:pt x="398" y="132"/>
                </a:lnTo>
                <a:lnTo>
                  <a:pt x="397" y="132"/>
                </a:lnTo>
                <a:lnTo>
                  <a:pt x="397" y="133"/>
                </a:lnTo>
                <a:lnTo>
                  <a:pt x="398" y="133"/>
                </a:lnTo>
                <a:lnTo>
                  <a:pt x="399" y="133"/>
                </a:lnTo>
                <a:lnTo>
                  <a:pt x="399" y="134"/>
                </a:lnTo>
                <a:lnTo>
                  <a:pt x="399" y="135"/>
                </a:lnTo>
                <a:lnTo>
                  <a:pt x="399" y="136"/>
                </a:lnTo>
                <a:lnTo>
                  <a:pt x="399" y="137"/>
                </a:lnTo>
                <a:lnTo>
                  <a:pt x="398" y="137"/>
                </a:lnTo>
                <a:lnTo>
                  <a:pt x="397" y="137"/>
                </a:lnTo>
                <a:lnTo>
                  <a:pt x="398" y="138"/>
                </a:lnTo>
                <a:lnTo>
                  <a:pt x="397" y="138"/>
                </a:lnTo>
                <a:lnTo>
                  <a:pt x="396" y="138"/>
                </a:lnTo>
                <a:lnTo>
                  <a:pt x="395" y="138"/>
                </a:lnTo>
                <a:lnTo>
                  <a:pt x="395" y="139"/>
                </a:lnTo>
                <a:lnTo>
                  <a:pt x="394" y="139"/>
                </a:lnTo>
                <a:lnTo>
                  <a:pt x="394" y="138"/>
                </a:lnTo>
                <a:lnTo>
                  <a:pt x="393" y="138"/>
                </a:lnTo>
                <a:lnTo>
                  <a:pt x="392" y="138"/>
                </a:lnTo>
                <a:lnTo>
                  <a:pt x="392" y="139"/>
                </a:lnTo>
                <a:lnTo>
                  <a:pt x="393" y="139"/>
                </a:lnTo>
                <a:lnTo>
                  <a:pt x="392" y="139"/>
                </a:lnTo>
                <a:lnTo>
                  <a:pt x="392" y="140"/>
                </a:lnTo>
                <a:lnTo>
                  <a:pt x="392" y="141"/>
                </a:lnTo>
                <a:lnTo>
                  <a:pt x="393" y="140"/>
                </a:lnTo>
                <a:lnTo>
                  <a:pt x="394" y="140"/>
                </a:lnTo>
                <a:lnTo>
                  <a:pt x="395" y="140"/>
                </a:lnTo>
                <a:lnTo>
                  <a:pt x="395" y="139"/>
                </a:lnTo>
                <a:lnTo>
                  <a:pt x="396" y="139"/>
                </a:lnTo>
                <a:lnTo>
                  <a:pt x="396" y="140"/>
                </a:lnTo>
                <a:lnTo>
                  <a:pt x="397" y="140"/>
                </a:lnTo>
                <a:lnTo>
                  <a:pt x="396" y="141"/>
                </a:lnTo>
                <a:lnTo>
                  <a:pt x="396" y="142"/>
                </a:lnTo>
                <a:lnTo>
                  <a:pt x="397" y="142"/>
                </a:lnTo>
                <a:lnTo>
                  <a:pt x="396" y="144"/>
                </a:lnTo>
                <a:lnTo>
                  <a:pt x="396" y="145"/>
                </a:lnTo>
                <a:lnTo>
                  <a:pt x="395" y="145"/>
                </a:lnTo>
                <a:lnTo>
                  <a:pt x="395" y="144"/>
                </a:lnTo>
                <a:lnTo>
                  <a:pt x="394" y="144"/>
                </a:lnTo>
                <a:lnTo>
                  <a:pt x="393" y="144"/>
                </a:lnTo>
                <a:lnTo>
                  <a:pt x="392" y="144"/>
                </a:lnTo>
                <a:lnTo>
                  <a:pt x="391" y="144"/>
                </a:lnTo>
                <a:lnTo>
                  <a:pt x="391" y="143"/>
                </a:lnTo>
                <a:lnTo>
                  <a:pt x="390" y="143"/>
                </a:lnTo>
                <a:lnTo>
                  <a:pt x="389" y="144"/>
                </a:lnTo>
                <a:lnTo>
                  <a:pt x="388" y="144"/>
                </a:lnTo>
                <a:lnTo>
                  <a:pt x="387" y="144"/>
                </a:lnTo>
                <a:lnTo>
                  <a:pt x="387" y="145"/>
                </a:lnTo>
                <a:lnTo>
                  <a:pt x="386" y="145"/>
                </a:lnTo>
                <a:lnTo>
                  <a:pt x="387" y="144"/>
                </a:lnTo>
                <a:lnTo>
                  <a:pt x="386" y="143"/>
                </a:lnTo>
                <a:lnTo>
                  <a:pt x="385" y="144"/>
                </a:lnTo>
                <a:lnTo>
                  <a:pt x="385" y="145"/>
                </a:lnTo>
                <a:lnTo>
                  <a:pt x="385" y="146"/>
                </a:lnTo>
                <a:lnTo>
                  <a:pt x="385" y="147"/>
                </a:lnTo>
                <a:lnTo>
                  <a:pt x="386" y="147"/>
                </a:lnTo>
                <a:lnTo>
                  <a:pt x="385" y="147"/>
                </a:lnTo>
                <a:lnTo>
                  <a:pt x="384" y="149"/>
                </a:lnTo>
                <a:lnTo>
                  <a:pt x="383" y="149"/>
                </a:lnTo>
                <a:lnTo>
                  <a:pt x="383" y="148"/>
                </a:lnTo>
                <a:lnTo>
                  <a:pt x="383" y="149"/>
                </a:lnTo>
                <a:lnTo>
                  <a:pt x="382" y="149"/>
                </a:lnTo>
                <a:lnTo>
                  <a:pt x="382" y="148"/>
                </a:lnTo>
                <a:lnTo>
                  <a:pt x="382" y="147"/>
                </a:lnTo>
                <a:lnTo>
                  <a:pt x="381" y="147"/>
                </a:lnTo>
                <a:lnTo>
                  <a:pt x="380" y="147"/>
                </a:lnTo>
                <a:lnTo>
                  <a:pt x="379" y="148"/>
                </a:lnTo>
                <a:lnTo>
                  <a:pt x="380" y="148"/>
                </a:lnTo>
                <a:lnTo>
                  <a:pt x="381" y="148"/>
                </a:lnTo>
                <a:lnTo>
                  <a:pt x="381" y="149"/>
                </a:lnTo>
                <a:lnTo>
                  <a:pt x="381" y="154"/>
                </a:lnTo>
                <a:lnTo>
                  <a:pt x="382" y="154"/>
                </a:lnTo>
                <a:lnTo>
                  <a:pt x="383" y="155"/>
                </a:lnTo>
                <a:lnTo>
                  <a:pt x="383" y="156"/>
                </a:lnTo>
                <a:lnTo>
                  <a:pt x="383" y="157"/>
                </a:lnTo>
                <a:lnTo>
                  <a:pt x="384" y="157"/>
                </a:lnTo>
                <a:lnTo>
                  <a:pt x="385" y="157"/>
                </a:lnTo>
                <a:lnTo>
                  <a:pt x="386" y="157"/>
                </a:lnTo>
                <a:lnTo>
                  <a:pt x="385" y="157"/>
                </a:lnTo>
                <a:lnTo>
                  <a:pt x="386" y="157"/>
                </a:lnTo>
                <a:lnTo>
                  <a:pt x="387" y="157"/>
                </a:lnTo>
                <a:lnTo>
                  <a:pt x="387" y="158"/>
                </a:lnTo>
                <a:lnTo>
                  <a:pt x="386" y="158"/>
                </a:lnTo>
                <a:lnTo>
                  <a:pt x="385" y="158"/>
                </a:lnTo>
                <a:lnTo>
                  <a:pt x="385" y="159"/>
                </a:lnTo>
                <a:lnTo>
                  <a:pt x="385" y="160"/>
                </a:lnTo>
                <a:lnTo>
                  <a:pt x="384" y="160"/>
                </a:lnTo>
                <a:lnTo>
                  <a:pt x="384" y="161"/>
                </a:lnTo>
                <a:lnTo>
                  <a:pt x="384" y="162"/>
                </a:lnTo>
                <a:lnTo>
                  <a:pt x="384" y="163"/>
                </a:lnTo>
                <a:lnTo>
                  <a:pt x="385" y="163"/>
                </a:lnTo>
                <a:lnTo>
                  <a:pt x="385" y="164"/>
                </a:lnTo>
                <a:lnTo>
                  <a:pt x="385" y="163"/>
                </a:lnTo>
                <a:lnTo>
                  <a:pt x="386" y="163"/>
                </a:lnTo>
                <a:lnTo>
                  <a:pt x="387" y="163"/>
                </a:lnTo>
                <a:lnTo>
                  <a:pt x="388" y="163"/>
                </a:lnTo>
                <a:lnTo>
                  <a:pt x="387" y="163"/>
                </a:lnTo>
                <a:lnTo>
                  <a:pt x="387" y="164"/>
                </a:lnTo>
                <a:lnTo>
                  <a:pt x="388" y="164"/>
                </a:lnTo>
                <a:lnTo>
                  <a:pt x="389" y="164"/>
                </a:lnTo>
                <a:lnTo>
                  <a:pt x="389" y="165"/>
                </a:lnTo>
                <a:lnTo>
                  <a:pt x="388" y="165"/>
                </a:lnTo>
                <a:lnTo>
                  <a:pt x="388" y="166"/>
                </a:lnTo>
                <a:lnTo>
                  <a:pt x="387" y="166"/>
                </a:lnTo>
                <a:lnTo>
                  <a:pt x="387" y="165"/>
                </a:lnTo>
                <a:lnTo>
                  <a:pt x="387" y="166"/>
                </a:lnTo>
                <a:lnTo>
                  <a:pt x="386" y="166"/>
                </a:lnTo>
                <a:lnTo>
                  <a:pt x="385" y="166"/>
                </a:lnTo>
                <a:lnTo>
                  <a:pt x="384" y="167"/>
                </a:lnTo>
                <a:lnTo>
                  <a:pt x="384" y="168"/>
                </a:lnTo>
                <a:lnTo>
                  <a:pt x="385" y="168"/>
                </a:lnTo>
                <a:lnTo>
                  <a:pt x="385" y="169"/>
                </a:lnTo>
                <a:lnTo>
                  <a:pt x="384" y="169"/>
                </a:lnTo>
                <a:lnTo>
                  <a:pt x="384" y="170"/>
                </a:lnTo>
                <a:lnTo>
                  <a:pt x="385" y="170"/>
                </a:lnTo>
                <a:lnTo>
                  <a:pt x="385" y="171"/>
                </a:lnTo>
                <a:lnTo>
                  <a:pt x="385" y="172"/>
                </a:lnTo>
                <a:lnTo>
                  <a:pt x="384" y="172"/>
                </a:lnTo>
                <a:lnTo>
                  <a:pt x="385" y="172"/>
                </a:lnTo>
                <a:lnTo>
                  <a:pt x="385" y="173"/>
                </a:lnTo>
                <a:lnTo>
                  <a:pt x="386" y="173"/>
                </a:lnTo>
                <a:lnTo>
                  <a:pt x="386" y="172"/>
                </a:lnTo>
                <a:lnTo>
                  <a:pt x="387" y="172"/>
                </a:lnTo>
                <a:lnTo>
                  <a:pt x="387" y="173"/>
                </a:lnTo>
                <a:lnTo>
                  <a:pt x="386" y="173"/>
                </a:lnTo>
                <a:lnTo>
                  <a:pt x="385" y="174"/>
                </a:lnTo>
                <a:lnTo>
                  <a:pt x="384" y="174"/>
                </a:lnTo>
                <a:lnTo>
                  <a:pt x="384" y="175"/>
                </a:lnTo>
                <a:lnTo>
                  <a:pt x="383" y="175"/>
                </a:lnTo>
                <a:lnTo>
                  <a:pt x="382" y="175"/>
                </a:lnTo>
                <a:lnTo>
                  <a:pt x="382" y="174"/>
                </a:lnTo>
                <a:lnTo>
                  <a:pt x="383" y="174"/>
                </a:lnTo>
                <a:lnTo>
                  <a:pt x="383" y="173"/>
                </a:lnTo>
                <a:lnTo>
                  <a:pt x="383" y="172"/>
                </a:lnTo>
                <a:lnTo>
                  <a:pt x="382" y="172"/>
                </a:lnTo>
                <a:lnTo>
                  <a:pt x="381" y="173"/>
                </a:lnTo>
                <a:lnTo>
                  <a:pt x="381" y="174"/>
                </a:lnTo>
                <a:lnTo>
                  <a:pt x="380" y="174"/>
                </a:lnTo>
                <a:lnTo>
                  <a:pt x="379" y="174"/>
                </a:lnTo>
                <a:lnTo>
                  <a:pt x="379" y="175"/>
                </a:lnTo>
                <a:lnTo>
                  <a:pt x="378" y="175"/>
                </a:lnTo>
                <a:lnTo>
                  <a:pt x="377" y="176"/>
                </a:lnTo>
                <a:lnTo>
                  <a:pt x="376" y="176"/>
                </a:lnTo>
                <a:lnTo>
                  <a:pt x="376" y="177"/>
                </a:lnTo>
                <a:lnTo>
                  <a:pt x="375" y="176"/>
                </a:lnTo>
                <a:lnTo>
                  <a:pt x="375" y="177"/>
                </a:lnTo>
                <a:lnTo>
                  <a:pt x="374" y="177"/>
                </a:lnTo>
                <a:lnTo>
                  <a:pt x="373" y="177"/>
                </a:lnTo>
                <a:lnTo>
                  <a:pt x="373" y="176"/>
                </a:lnTo>
                <a:lnTo>
                  <a:pt x="372" y="176"/>
                </a:lnTo>
                <a:lnTo>
                  <a:pt x="371" y="176"/>
                </a:lnTo>
                <a:lnTo>
                  <a:pt x="370" y="177"/>
                </a:lnTo>
                <a:lnTo>
                  <a:pt x="370" y="178"/>
                </a:lnTo>
                <a:lnTo>
                  <a:pt x="369" y="179"/>
                </a:lnTo>
                <a:lnTo>
                  <a:pt x="369" y="180"/>
                </a:lnTo>
                <a:lnTo>
                  <a:pt x="370" y="180"/>
                </a:lnTo>
                <a:lnTo>
                  <a:pt x="370" y="181"/>
                </a:lnTo>
                <a:lnTo>
                  <a:pt x="369" y="181"/>
                </a:lnTo>
                <a:lnTo>
                  <a:pt x="369" y="182"/>
                </a:lnTo>
                <a:lnTo>
                  <a:pt x="368" y="182"/>
                </a:lnTo>
                <a:lnTo>
                  <a:pt x="367" y="182"/>
                </a:lnTo>
                <a:lnTo>
                  <a:pt x="366" y="183"/>
                </a:lnTo>
                <a:lnTo>
                  <a:pt x="366" y="184"/>
                </a:lnTo>
                <a:lnTo>
                  <a:pt x="365" y="185"/>
                </a:lnTo>
                <a:lnTo>
                  <a:pt x="364" y="186"/>
                </a:lnTo>
                <a:lnTo>
                  <a:pt x="364" y="185"/>
                </a:lnTo>
                <a:lnTo>
                  <a:pt x="363" y="186"/>
                </a:lnTo>
                <a:lnTo>
                  <a:pt x="363" y="185"/>
                </a:lnTo>
                <a:lnTo>
                  <a:pt x="362" y="185"/>
                </a:lnTo>
                <a:lnTo>
                  <a:pt x="361" y="185"/>
                </a:lnTo>
                <a:lnTo>
                  <a:pt x="360" y="185"/>
                </a:lnTo>
                <a:lnTo>
                  <a:pt x="360" y="184"/>
                </a:lnTo>
                <a:lnTo>
                  <a:pt x="361" y="184"/>
                </a:lnTo>
                <a:lnTo>
                  <a:pt x="360" y="184"/>
                </a:lnTo>
                <a:lnTo>
                  <a:pt x="360" y="183"/>
                </a:lnTo>
                <a:lnTo>
                  <a:pt x="361" y="183"/>
                </a:lnTo>
                <a:lnTo>
                  <a:pt x="361" y="182"/>
                </a:lnTo>
                <a:lnTo>
                  <a:pt x="360" y="182"/>
                </a:lnTo>
                <a:lnTo>
                  <a:pt x="360" y="183"/>
                </a:lnTo>
                <a:lnTo>
                  <a:pt x="360" y="182"/>
                </a:lnTo>
                <a:lnTo>
                  <a:pt x="361" y="182"/>
                </a:lnTo>
                <a:lnTo>
                  <a:pt x="361" y="181"/>
                </a:lnTo>
                <a:lnTo>
                  <a:pt x="360" y="181"/>
                </a:lnTo>
                <a:lnTo>
                  <a:pt x="361" y="180"/>
                </a:lnTo>
                <a:lnTo>
                  <a:pt x="362" y="180"/>
                </a:lnTo>
                <a:lnTo>
                  <a:pt x="361" y="180"/>
                </a:lnTo>
                <a:lnTo>
                  <a:pt x="361" y="179"/>
                </a:lnTo>
                <a:lnTo>
                  <a:pt x="362" y="179"/>
                </a:lnTo>
                <a:lnTo>
                  <a:pt x="361" y="179"/>
                </a:lnTo>
                <a:lnTo>
                  <a:pt x="361" y="178"/>
                </a:lnTo>
                <a:lnTo>
                  <a:pt x="362" y="177"/>
                </a:lnTo>
                <a:lnTo>
                  <a:pt x="363" y="177"/>
                </a:lnTo>
                <a:lnTo>
                  <a:pt x="364" y="176"/>
                </a:lnTo>
                <a:lnTo>
                  <a:pt x="366" y="175"/>
                </a:lnTo>
                <a:lnTo>
                  <a:pt x="367" y="175"/>
                </a:lnTo>
                <a:lnTo>
                  <a:pt x="368" y="175"/>
                </a:lnTo>
                <a:lnTo>
                  <a:pt x="369" y="175"/>
                </a:lnTo>
                <a:lnTo>
                  <a:pt x="369" y="174"/>
                </a:lnTo>
                <a:lnTo>
                  <a:pt x="370" y="175"/>
                </a:lnTo>
                <a:lnTo>
                  <a:pt x="369" y="176"/>
                </a:lnTo>
                <a:lnTo>
                  <a:pt x="370" y="176"/>
                </a:lnTo>
                <a:lnTo>
                  <a:pt x="371" y="175"/>
                </a:lnTo>
                <a:lnTo>
                  <a:pt x="370" y="175"/>
                </a:lnTo>
                <a:lnTo>
                  <a:pt x="370" y="174"/>
                </a:lnTo>
                <a:lnTo>
                  <a:pt x="371" y="174"/>
                </a:lnTo>
                <a:lnTo>
                  <a:pt x="372" y="173"/>
                </a:lnTo>
                <a:lnTo>
                  <a:pt x="372" y="172"/>
                </a:lnTo>
                <a:lnTo>
                  <a:pt x="371" y="172"/>
                </a:lnTo>
                <a:lnTo>
                  <a:pt x="371" y="171"/>
                </a:lnTo>
                <a:lnTo>
                  <a:pt x="372" y="171"/>
                </a:lnTo>
                <a:lnTo>
                  <a:pt x="372" y="172"/>
                </a:lnTo>
                <a:lnTo>
                  <a:pt x="373" y="171"/>
                </a:lnTo>
                <a:lnTo>
                  <a:pt x="373" y="170"/>
                </a:lnTo>
                <a:lnTo>
                  <a:pt x="374" y="169"/>
                </a:lnTo>
                <a:lnTo>
                  <a:pt x="375" y="169"/>
                </a:lnTo>
                <a:lnTo>
                  <a:pt x="374" y="168"/>
                </a:lnTo>
                <a:lnTo>
                  <a:pt x="374" y="169"/>
                </a:lnTo>
                <a:lnTo>
                  <a:pt x="373" y="168"/>
                </a:lnTo>
                <a:lnTo>
                  <a:pt x="372" y="168"/>
                </a:lnTo>
                <a:lnTo>
                  <a:pt x="373" y="167"/>
                </a:lnTo>
                <a:lnTo>
                  <a:pt x="374" y="166"/>
                </a:lnTo>
                <a:lnTo>
                  <a:pt x="375" y="166"/>
                </a:lnTo>
                <a:lnTo>
                  <a:pt x="376" y="166"/>
                </a:lnTo>
                <a:lnTo>
                  <a:pt x="375" y="165"/>
                </a:lnTo>
                <a:lnTo>
                  <a:pt x="374" y="165"/>
                </a:lnTo>
                <a:lnTo>
                  <a:pt x="375" y="165"/>
                </a:lnTo>
                <a:lnTo>
                  <a:pt x="375" y="164"/>
                </a:lnTo>
                <a:lnTo>
                  <a:pt x="376" y="164"/>
                </a:lnTo>
                <a:lnTo>
                  <a:pt x="377" y="164"/>
                </a:lnTo>
                <a:lnTo>
                  <a:pt x="377" y="163"/>
                </a:lnTo>
                <a:lnTo>
                  <a:pt x="377" y="164"/>
                </a:lnTo>
                <a:lnTo>
                  <a:pt x="377" y="163"/>
                </a:lnTo>
                <a:lnTo>
                  <a:pt x="378" y="163"/>
                </a:lnTo>
                <a:lnTo>
                  <a:pt x="379" y="162"/>
                </a:lnTo>
                <a:lnTo>
                  <a:pt x="380" y="162"/>
                </a:lnTo>
                <a:lnTo>
                  <a:pt x="379" y="161"/>
                </a:lnTo>
                <a:lnTo>
                  <a:pt x="380" y="161"/>
                </a:lnTo>
                <a:lnTo>
                  <a:pt x="380" y="160"/>
                </a:lnTo>
                <a:lnTo>
                  <a:pt x="381" y="160"/>
                </a:lnTo>
                <a:lnTo>
                  <a:pt x="381" y="159"/>
                </a:lnTo>
                <a:lnTo>
                  <a:pt x="382" y="159"/>
                </a:lnTo>
                <a:lnTo>
                  <a:pt x="382" y="158"/>
                </a:lnTo>
                <a:lnTo>
                  <a:pt x="382" y="157"/>
                </a:lnTo>
                <a:lnTo>
                  <a:pt x="381" y="157"/>
                </a:lnTo>
                <a:lnTo>
                  <a:pt x="380" y="157"/>
                </a:lnTo>
                <a:lnTo>
                  <a:pt x="379" y="157"/>
                </a:lnTo>
                <a:lnTo>
                  <a:pt x="379" y="158"/>
                </a:lnTo>
                <a:lnTo>
                  <a:pt x="378" y="158"/>
                </a:lnTo>
                <a:lnTo>
                  <a:pt x="377" y="158"/>
                </a:lnTo>
                <a:lnTo>
                  <a:pt x="375" y="158"/>
                </a:lnTo>
                <a:lnTo>
                  <a:pt x="374" y="158"/>
                </a:lnTo>
                <a:lnTo>
                  <a:pt x="373" y="158"/>
                </a:lnTo>
                <a:lnTo>
                  <a:pt x="373" y="159"/>
                </a:lnTo>
                <a:lnTo>
                  <a:pt x="372" y="159"/>
                </a:lnTo>
                <a:lnTo>
                  <a:pt x="372" y="158"/>
                </a:lnTo>
                <a:lnTo>
                  <a:pt x="373" y="158"/>
                </a:lnTo>
                <a:lnTo>
                  <a:pt x="373" y="157"/>
                </a:lnTo>
                <a:lnTo>
                  <a:pt x="372" y="157"/>
                </a:lnTo>
                <a:lnTo>
                  <a:pt x="371" y="157"/>
                </a:lnTo>
                <a:lnTo>
                  <a:pt x="371" y="158"/>
                </a:lnTo>
                <a:lnTo>
                  <a:pt x="370" y="158"/>
                </a:lnTo>
                <a:lnTo>
                  <a:pt x="370" y="157"/>
                </a:lnTo>
                <a:lnTo>
                  <a:pt x="369" y="157"/>
                </a:lnTo>
                <a:lnTo>
                  <a:pt x="369" y="158"/>
                </a:lnTo>
                <a:lnTo>
                  <a:pt x="368" y="158"/>
                </a:lnTo>
                <a:lnTo>
                  <a:pt x="368" y="159"/>
                </a:lnTo>
                <a:lnTo>
                  <a:pt x="368" y="160"/>
                </a:lnTo>
                <a:lnTo>
                  <a:pt x="369" y="161"/>
                </a:lnTo>
                <a:lnTo>
                  <a:pt x="369" y="162"/>
                </a:lnTo>
                <a:lnTo>
                  <a:pt x="369" y="163"/>
                </a:lnTo>
                <a:lnTo>
                  <a:pt x="368" y="164"/>
                </a:lnTo>
                <a:lnTo>
                  <a:pt x="367" y="164"/>
                </a:lnTo>
                <a:lnTo>
                  <a:pt x="366" y="165"/>
                </a:lnTo>
                <a:lnTo>
                  <a:pt x="366" y="166"/>
                </a:lnTo>
                <a:lnTo>
                  <a:pt x="366" y="167"/>
                </a:lnTo>
                <a:lnTo>
                  <a:pt x="365" y="168"/>
                </a:lnTo>
                <a:lnTo>
                  <a:pt x="366" y="168"/>
                </a:lnTo>
                <a:lnTo>
                  <a:pt x="366" y="169"/>
                </a:lnTo>
                <a:lnTo>
                  <a:pt x="365" y="169"/>
                </a:lnTo>
                <a:lnTo>
                  <a:pt x="365" y="170"/>
                </a:lnTo>
                <a:lnTo>
                  <a:pt x="366" y="170"/>
                </a:lnTo>
                <a:lnTo>
                  <a:pt x="366" y="171"/>
                </a:lnTo>
                <a:lnTo>
                  <a:pt x="365" y="171"/>
                </a:lnTo>
                <a:lnTo>
                  <a:pt x="365" y="172"/>
                </a:lnTo>
                <a:lnTo>
                  <a:pt x="364" y="172"/>
                </a:lnTo>
                <a:lnTo>
                  <a:pt x="363" y="172"/>
                </a:lnTo>
                <a:lnTo>
                  <a:pt x="363" y="171"/>
                </a:lnTo>
                <a:lnTo>
                  <a:pt x="363" y="170"/>
                </a:lnTo>
                <a:lnTo>
                  <a:pt x="364" y="170"/>
                </a:lnTo>
                <a:lnTo>
                  <a:pt x="363" y="169"/>
                </a:lnTo>
                <a:lnTo>
                  <a:pt x="362" y="168"/>
                </a:lnTo>
                <a:lnTo>
                  <a:pt x="361" y="167"/>
                </a:lnTo>
                <a:lnTo>
                  <a:pt x="361" y="166"/>
                </a:lnTo>
                <a:lnTo>
                  <a:pt x="360" y="166"/>
                </a:lnTo>
                <a:lnTo>
                  <a:pt x="359" y="166"/>
                </a:lnTo>
                <a:lnTo>
                  <a:pt x="359" y="167"/>
                </a:lnTo>
                <a:lnTo>
                  <a:pt x="358" y="167"/>
                </a:lnTo>
                <a:lnTo>
                  <a:pt x="357" y="167"/>
                </a:lnTo>
                <a:lnTo>
                  <a:pt x="357" y="168"/>
                </a:lnTo>
                <a:lnTo>
                  <a:pt x="356" y="167"/>
                </a:lnTo>
                <a:lnTo>
                  <a:pt x="356" y="166"/>
                </a:lnTo>
                <a:lnTo>
                  <a:pt x="357" y="165"/>
                </a:lnTo>
                <a:lnTo>
                  <a:pt x="358" y="164"/>
                </a:lnTo>
                <a:lnTo>
                  <a:pt x="357" y="164"/>
                </a:lnTo>
                <a:lnTo>
                  <a:pt x="357" y="163"/>
                </a:lnTo>
                <a:lnTo>
                  <a:pt x="357" y="162"/>
                </a:lnTo>
                <a:lnTo>
                  <a:pt x="356" y="162"/>
                </a:lnTo>
                <a:lnTo>
                  <a:pt x="357" y="161"/>
                </a:lnTo>
                <a:lnTo>
                  <a:pt x="358" y="160"/>
                </a:lnTo>
                <a:lnTo>
                  <a:pt x="357" y="160"/>
                </a:lnTo>
                <a:lnTo>
                  <a:pt x="357" y="159"/>
                </a:lnTo>
                <a:lnTo>
                  <a:pt x="358" y="158"/>
                </a:lnTo>
                <a:lnTo>
                  <a:pt x="359" y="158"/>
                </a:lnTo>
                <a:lnTo>
                  <a:pt x="360" y="159"/>
                </a:lnTo>
                <a:lnTo>
                  <a:pt x="361" y="159"/>
                </a:lnTo>
                <a:lnTo>
                  <a:pt x="362" y="159"/>
                </a:lnTo>
                <a:lnTo>
                  <a:pt x="362" y="158"/>
                </a:lnTo>
                <a:lnTo>
                  <a:pt x="362" y="157"/>
                </a:lnTo>
                <a:lnTo>
                  <a:pt x="361" y="157"/>
                </a:lnTo>
                <a:lnTo>
                  <a:pt x="362" y="156"/>
                </a:lnTo>
                <a:lnTo>
                  <a:pt x="361" y="155"/>
                </a:lnTo>
                <a:lnTo>
                  <a:pt x="361" y="156"/>
                </a:lnTo>
                <a:lnTo>
                  <a:pt x="360" y="156"/>
                </a:lnTo>
                <a:lnTo>
                  <a:pt x="360" y="157"/>
                </a:lnTo>
                <a:lnTo>
                  <a:pt x="359" y="157"/>
                </a:lnTo>
                <a:lnTo>
                  <a:pt x="358" y="157"/>
                </a:lnTo>
                <a:lnTo>
                  <a:pt x="357" y="157"/>
                </a:lnTo>
                <a:lnTo>
                  <a:pt x="356" y="157"/>
                </a:lnTo>
                <a:lnTo>
                  <a:pt x="356" y="158"/>
                </a:lnTo>
                <a:lnTo>
                  <a:pt x="355" y="157"/>
                </a:lnTo>
                <a:lnTo>
                  <a:pt x="356" y="156"/>
                </a:lnTo>
                <a:lnTo>
                  <a:pt x="356" y="155"/>
                </a:lnTo>
                <a:lnTo>
                  <a:pt x="357" y="154"/>
                </a:lnTo>
                <a:lnTo>
                  <a:pt x="359" y="154"/>
                </a:lnTo>
                <a:lnTo>
                  <a:pt x="359" y="153"/>
                </a:lnTo>
                <a:lnTo>
                  <a:pt x="361" y="153"/>
                </a:lnTo>
                <a:lnTo>
                  <a:pt x="361" y="152"/>
                </a:lnTo>
                <a:lnTo>
                  <a:pt x="362" y="152"/>
                </a:lnTo>
                <a:lnTo>
                  <a:pt x="362" y="151"/>
                </a:lnTo>
                <a:lnTo>
                  <a:pt x="361" y="151"/>
                </a:lnTo>
                <a:lnTo>
                  <a:pt x="361" y="150"/>
                </a:lnTo>
                <a:lnTo>
                  <a:pt x="361" y="151"/>
                </a:lnTo>
                <a:lnTo>
                  <a:pt x="361" y="152"/>
                </a:lnTo>
                <a:lnTo>
                  <a:pt x="360" y="152"/>
                </a:lnTo>
                <a:lnTo>
                  <a:pt x="358" y="153"/>
                </a:lnTo>
                <a:lnTo>
                  <a:pt x="357" y="153"/>
                </a:lnTo>
                <a:lnTo>
                  <a:pt x="357" y="152"/>
                </a:lnTo>
                <a:lnTo>
                  <a:pt x="357" y="151"/>
                </a:lnTo>
                <a:lnTo>
                  <a:pt x="358" y="151"/>
                </a:lnTo>
                <a:lnTo>
                  <a:pt x="357" y="151"/>
                </a:lnTo>
                <a:lnTo>
                  <a:pt x="357" y="152"/>
                </a:lnTo>
                <a:lnTo>
                  <a:pt x="356" y="153"/>
                </a:lnTo>
                <a:lnTo>
                  <a:pt x="355" y="154"/>
                </a:lnTo>
                <a:lnTo>
                  <a:pt x="355" y="155"/>
                </a:lnTo>
                <a:lnTo>
                  <a:pt x="354" y="156"/>
                </a:lnTo>
                <a:lnTo>
                  <a:pt x="353" y="156"/>
                </a:lnTo>
                <a:lnTo>
                  <a:pt x="353" y="158"/>
                </a:lnTo>
                <a:lnTo>
                  <a:pt x="354" y="159"/>
                </a:lnTo>
                <a:lnTo>
                  <a:pt x="355" y="159"/>
                </a:lnTo>
                <a:lnTo>
                  <a:pt x="355" y="160"/>
                </a:lnTo>
                <a:lnTo>
                  <a:pt x="354" y="160"/>
                </a:lnTo>
                <a:lnTo>
                  <a:pt x="354" y="161"/>
                </a:lnTo>
                <a:lnTo>
                  <a:pt x="354" y="162"/>
                </a:lnTo>
                <a:lnTo>
                  <a:pt x="353" y="163"/>
                </a:lnTo>
                <a:lnTo>
                  <a:pt x="352" y="163"/>
                </a:lnTo>
                <a:lnTo>
                  <a:pt x="351" y="163"/>
                </a:lnTo>
                <a:lnTo>
                  <a:pt x="351" y="162"/>
                </a:lnTo>
                <a:lnTo>
                  <a:pt x="351" y="161"/>
                </a:lnTo>
                <a:lnTo>
                  <a:pt x="351" y="160"/>
                </a:lnTo>
                <a:lnTo>
                  <a:pt x="350" y="160"/>
                </a:lnTo>
                <a:lnTo>
                  <a:pt x="350" y="158"/>
                </a:lnTo>
                <a:lnTo>
                  <a:pt x="349" y="157"/>
                </a:lnTo>
                <a:lnTo>
                  <a:pt x="348" y="155"/>
                </a:lnTo>
                <a:lnTo>
                  <a:pt x="347" y="154"/>
                </a:lnTo>
                <a:lnTo>
                  <a:pt x="347" y="155"/>
                </a:lnTo>
                <a:lnTo>
                  <a:pt x="347" y="156"/>
                </a:lnTo>
                <a:lnTo>
                  <a:pt x="347" y="157"/>
                </a:lnTo>
                <a:lnTo>
                  <a:pt x="347" y="158"/>
                </a:lnTo>
                <a:lnTo>
                  <a:pt x="347" y="159"/>
                </a:lnTo>
                <a:lnTo>
                  <a:pt x="346" y="159"/>
                </a:lnTo>
                <a:lnTo>
                  <a:pt x="347" y="159"/>
                </a:lnTo>
                <a:lnTo>
                  <a:pt x="346" y="159"/>
                </a:lnTo>
                <a:lnTo>
                  <a:pt x="346" y="160"/>
                </a:lnTo>
                <a:lnTo>
                  <a:pt x="347" y="160"/>
                </a:lnTo>
                <a:lnTo>
                  <a:pt x="346" y="160"/>
                </a:lnTo>
                <a:lnTo>
                  <a:pt x="347" y="160"/>
                </a:lnTo>
                <a:lnTo>
                  <a:pt x="346" y="160"/>
                </a:lnTo>
                <a:lnTo>
                  <a:pt x="346" y="161"/>
                </a:lnTo>
                <a:lnTo>
                  <a:pt x="347" y="161"/>
                </a:lnTo>
                <a:lnTo>
                  <a:pt x="347" y="162"/>
                </a:lnTo>
                <a:lnTo>
                  <a:pt x="348" y="162"/>
                </a:lnTo>
                <a:lnTo>
                  <a:pt x="348" y="163"/>
                </a:lnTo>
                <a:lnTo>
                  <a:pt x="348" y="162"/>
                </a:lnTo>
                <a:lnTo>
                  <a:pt x="349" y="162"/>
                </a:lnTo>
                <a:lnTo>
                  <a:pt x="349" y="163"/>
                </a:lnTo>
                <a:lnTo>
                  <a:pt x="350" y="163"/>
                </a:lnTo>
                <a:lnTo>
                  <a:pt x="351" y="164"/>
                </a:lnTo>
                <a:lnTo>
                  <a:pt x="351" y="165"/>
                </a:lnTo>
                <a:lnTo>
                  <a:pt x="351" y="166"/>
                </a:lnTo>
                <a:lnTo>
                  <a:pt x="350" y="166"/>
                </a:lnTo>
                <a:lnTo>
                  <a:pt x="349" y="166"/>
                </a:lnTo>
                <a:lnTo>
                  <a:pt x="348" y="166"/>
                </a:lnTo>
                <a:lnTo>
                  <a:pt x="346" y="165"/>
                </a:lnTo>
                <a:lnTo>
                  <a:pt x="346" y="164"/>
                </a:lnTo>
                <a:lnTo>
                  <a:pt x="345" y="164"/>
                </a:lnTo>
                <a:lnTo>
                  <a:pt x="345" y="163"/>
                </a:lnTo>
                <a:lnTo>
                  <a:pt x="345" y="162"/>
                </a:lnTo>
                <a:lnTo>
                  <a:pt x="344" y="162"/>
                </a:lnTo>
                <a:lnTo>
                  <a:pt x="344" y="161"/>
                </a:lnTo>
                <a:lnTo>
                  <a:pt x="343" y="161"/>
                </a:lnTo>
                <a:lnTo>
                  <a:pt x="341" y="161"/>
                </a:lnTo>
                <a:lnTo>
                  <a:pt x="340" y="161"/>
                </a:lnTo>
                <a:lnTo>
                  <a:pt x="340" y="160"/>
                </a:lnTo>
                <a:lnTo>
                  <a:pt x="341" y="160"/>
                </a:lnTo>
                <a:lnTo>
                  <a:pt x="341" y="158"/>
                </a:lnTo>
                <a:lnTo>
                  <a:pt x="341" y="157"/>
                </a:lnTo>
                <a:lnTo>
                  <a:pt x="340" y="157"/>
                </a:lnTo>
                <a:lnTo>
                  <a:pt x="339" y="158"/>
                </a:lnTo>
                <a:lnTo>
                  <a:pt x="338" y="158"/>
                </a:lnTo>
                <a:lnTo>
                  <a:pt x="337" y="157"/>
                </a:lnTo>
                <a:lnTo>
                  <a:pt x="336" y="157"/>
                </a:lnTo>
                <a:lnTo>
                  <a:pt x="337" y="157"/>
                </a:lnTo>
                <a:lnTo>
                  <a:pt x="337" y="158"/>
                </a:lnTo>
                <a:lnTo>
                  <a:pt x="337" y="159"/>
                </a:lnTo>
                <a:lnTo>
                  <a:pt x="336" y="160"/>
                </a:lnTo>
                <a:lnTo>
                  <a:pt x="335" y="161"/>
                </a:lnTo>
                <a:lnTo>
                  <a:pt x="335" y="160"/>
                </a:lnTo>
                <a:lnTo>
                  <a:pt x="335" y="161"/>
                </a:lnTo>
                <a:lnTo>
                  <a:pt x="335" y="162"/>
                </a:lnTo>
                <a:lnTo>
                  <a:pt x="336" y="162"/>
                </a:lnTo>
                <a:lnTo>
                  <a:pt x="335" y="163"/>
                </a:lnTo>
                <a:lnTo>
                  <a:pt x="336" y="163"/>
                </a:lnTo>
                <a:lnTo>
                  <a:pt x="337" y="162"/>
                </a:lnTo>
                <a:lnTo>
                  <a:pt x="338" y="162"/>
                </a:lnTo>
                <a:lnTo>
                  <a:pt x="339" y="162"/>
                </a:lnTo>
                <a:lnTo>
                  <a:pt x="340" y="162"/>
                </a:lnTo>
                <a:lnTo>
                  <a:pt x="341" y="162"/>
                </a:lnTo>
                <a:lnTo>
                  <a:pt x="342" y="162"/>
                </a:lnTo>
                <a:lnTo>
                  <a:pt x="342" y="163"/>
                </a:lnTo>
                <a:lnTo>
                  <a:pt x="343" y="163"/>
                </a:lnTo>
                <a:lnTo>
                  <a:pt x="343" y="164"/>
                </a:lnTo>
                <a:lnTo>
                  <a:pt x="342" y="164"/>
                </a:lnTo>
                <a:lnTo>
                  <a:pt x="341" y="165"/>
                </a:lnTo>
                <a:lnTo>
                  <a:pt x="341" y="164"/>
                </a:lnTo>
                <a:lnTo>
                  <a:pt x="341" y="165"/>
                </a:lnTo>
                <a:lnTo>
                  <a:pt x="341" y="166"/>
                </a:lnTo>
                <a:lnTo>
                  <a:pt x="341" y="165"/>
                </a:lnTo>
                <a:lnTo>
                  <a:pt x="340" y="165"/>
                </a:lnTo>
                <a:lnTo>
                  <a:pt x="339" y="165"/>
                </a:lnTo>
                <a:lnTo>
                  <a:pt x="338" y="165"/>
                </a:lnTo>
                <a:lnTo>
                  <a:pt x="339" y="165"/>
                </a:lnTo>
                <a:lnTo>
                  <a:pt x="340" y="165"/>
                </a:lnTo>
                <a:lnTo>
                  <a:pt x="340" y="166"/>
                </a:lnTo>
                <a:lnTo>
                  <a:pt x="341" y="167"/>
                </a:lnTo>
                <a:lnTo>
                  <a:pt x="342" y="167"/>
                </a:lnTo>
                <a:lnTo>
                  <a:pt x="342" y="168"/>
                </a:lnTo>
                <a:lnTo>
                  <a:pt x="342" y="169"/>
                </a:lnTo>
                <a:lnTo>
                  <a:pt x="341" y="168"/>
                </a:lnTo>
                <a:lnTo>
                  <a:pt x="340" y="168"/>
                </a:lnTo>
                <a:lnTo>
                  <a:pt x="341" y="168"/>
                </a:lnTo>
                <a:lnTo>
                  <a:pt x="341" y="169"/>
                </a:lnTo>
                <a:lnTo>
                  <a:pt x="340" y="169"/>
                </a:lnTo>
                <a:lnTo>
                  <a:pt x="340" y="168"/>
                </a:lnTo>
                <a:lnTo>
                  <a:pt x="340" y="169"/>
                </a:lnTo>
                <a:lnTo>
                  <a:pt x="339" y="169"/>
                </a:lnTo>
                <a:lnTo>
                  <a:pt x="340" y="169"/>
                </a:lnTo>
                <a:lnTo>
                  <a:pt x="340" y="170"/>
                </a:lnTo>
                <a:lnTo>
                  <a:pt x="341" y="170"/>
                </a:lnTo>
                <a:lnTo>
                  <a:pt x="341" y="171"/>
                </a:lnTo>
                <a:lnTo>
                  <a:pt x="340" y="171"/>
                </a:lnTo>
                <a:lnTo>
                  <a:pt x="340" y="172"/>
                </a:lnTo>
                <a:lnTo>
                  <a:pt x="339" y="172"/>
                </a:lnTo>
                <a:lnTo>
                  <a:pt x="338" y="171"/>
                </a:lnTo>
                <a:lnTo>
                  <a:pt x="337" y="172"/>
                </a:lnTo>
                <a:lnTo>
                  <a:pt x="336" y="173"/>
                </a:lnTo>
                <a:lnTo>
                  <a:pt x="335" y="174"/>
                </a:lnTo>
                <a:lnTo>
                  <a:pt x="336" y="175"/>
                </a:lnTo>
                <a:lnTo>
                  <a:pt x="337" y="176"/>
                </a:lnTo>
                <a:lnTo>
                  <a:pt x="338" y="176"/>
                </a:lnTo>
                <a:lnTo>
                  <a:pt x="339" y="177"/>
                </a:lnTo>
                <a:lnTo>
                  <a:pt x="339" y="178"/>
                </a:lnTo>
                <a:lnTo>
                  <a:pt x="339" y="179"/>
                </a:lnTo>
                <a:lnTo>
                  <a:pt x="339" y="180"/>
                </a:lnTo>
                <a:lnTo>
                  <a:pt x="339" y="181"/>
                </a:lnTo>
                <a:lnTo>
                  <a:pt x="339" y="180"/>
                </a:lnTo>
                <a:lnTo>
                  <a:pt x="339" y="179"/>
                </a:lnTo>
                <a:lnTo>
                  <a:pt x="340" y="179"/>
                </a:lnTo>
                <a:lnTo>
                  <a:pt x="340" y="178"/>
                </a:lnTo>
                <a:lnTo>
                  <a:pt x="341" y="178"/>
                </a:lnTo>
                <a:lnTo>
                  <a:pt x="341" y="177"/>
                </a:lnTo>
                <a:lnTo>
                  <a:pt x="342" y="177"/>
                </a:lnTo>
                <a:lnTo>
                  <a:pt x="343" y="176"/>
                </a:lnTo>
                <a:lnTo>
                  <a:pt x="344" y="176"/>
                </a:lnTo>
                <a:lnTo>
                  <a:pt x="345" y="176"/>
                </a:lnTo>
                <a:lnTo>
                  <a:pt x="345" y="175"/>
                </a:lnTo>
                <a:lnTo>
                  <a:pt x="346" y="175"/>
                </a:lnTo>
                <a:lnTo>
                  <a:pt x="347" y="176"/>
                </a:lnTo>
                <a:lnTo>
                  <a:pt x="348" y="176"/>
                </a:lnTo>
                <a:lnTo>
                  <a:pt x="349" y="176"/>
                </a:lnTo>
                <a:lnTo>
                  <a:pt x="350" y="175"/>
                </a:lnTo>
                <a:lnTo>
                  <a:pt x="351" y="176"/>
                </a:lnTo>
                <a:lnTo>
                  <a:pt x="352" y="176"/>
                </a:lnTo>
                <a:lnTo>
                  <a:pt x="352" y="177"/>
                </a:lnTo>
                <a:lnTo>
                  <a:pt x="353" y="177"/>
                </a:lnTo>
                <a:lnTo>
                  <a:pt x="353" y="178"/>
                </a:lnTo>
                <a:lnTo>
                  <a:pt x="354" y="178"/>
                </a:lnTo>
                <a:lnTo>
                  <a:pt x="355" y="179"/>
                </a:lnTo>
                <a:lnTo>
                  <a:pt x="356" y="179"/>
                </a:lnTo>
                <a:lnTo>
                  <a:pt x="356" y="180"/>
                </a:lnTo>
                <a:lnTo>
                  <a:pt x="355" y="180"/>
                </a:lnTo>
                <a:lnTo>
                  <a:pt x="356" y="180"/>
                </a:lnTo>
                <a:lnTo>
                  <a:pt x="356" y="181"/>
                </a:lnTo>
                <a:lnTo>
                  <a:pt x="357" y="181"/>
                </a:lnTo>
                <a:lnTo>
                  <a:pt x="357" y="182"/>
                </a:lnTo>
                <a:lnTo>
                  <a:pt x="356" y="182"/>
                </a:lnTo>
                <a:lnTo>
                  <a:pt x="356" y="181"/>
                </a:lnTo>
                <a:lnTo>
                  <a:pt x="355" y="181"/>
                </a:lnTo>
                <a:lnTo>
                  <a:pt x="355" y="180"/>
                </a:lnTo>
                <a:lnTo>
                  <a:pt x="354" y="181"/>
                </a:lnTo>
                <a:lnTo>
                  <a:pt x="354" y="182"/>
                </a:lnTo>
                <a:lnTo>
                  <a:pt x="353" y="182"/>
                </a:lnTo>
                <a:lnTo>
                  <a:pt x="353" y="183"/>
                </a:lnTo>
                <a:lnTo>
                  <a:pt x="354" y="183"/>
                </a:lnTo>
                <a:lnTo>
                  <a:pt x="354" y="182"/>
                </a:lnTo>
                <a:lnTo>
                  <a:pt x="355" y="182"/>
                </a:lnTo>
                <a:lnTo>
                  <a:pt x="355" y="183"/>
                </a:lnTo>
                <a:lnTo>
                  <a:pt x="356" y="183"/>
                </a:lnTo>
                <a:lnTo>
                  <a:pt x="355" y="183"/>
                </a:lnTo>
                <a:lnTo>
                  <a:pt x="355" y="184"/>
                </a:lnTo>
                <a:lnTo>
                  <a:pt x="355" y="185"/>
                </a:lnTo>
                <a:lnTo>
                  <a:pt x="354" y="185"/>
                </a:lnTo>
                <a:lnTo>
                  <a:pt x="355" y="185"/>
                </a:lnTo>
                <a:lnTo>
                  <a:pt x="356" y="185"/>
                </a:lnTo>
                <a:lnTo>
                  <a:pt x="356" y="186"/>
                </a:lnTo>
                <a:lnTo>
                  <a:pt x="357" y="186"/>
                </a:lnTo>
                <a:lnTo>
                  <a:pt x="357" y="187"/>
                </a:lnTo>
                <a:lnTo>
                  <a:pt x="356" y="187"/>
                </a:lnTo>
                <a:lnTo>
                  <a:pt x="355" y="187"/>
                </a:lnTo>
                <a:lnTo>
                  <a:pt x="355" y="188"/>
                </a:lnTo>
                <a:lnTo>
                  <a:pt x="356" y="188"/>
                </a:lnTo>
                <a:lnTo>
                  <a:pt x="357" y="188"/>
                </a:lnTo>
                <a:lnTo>
                  <a:pt x="357" y="189"/>
                </a:lnTo>
                <a:lnTo>
                  <a:pt x="358" y="189"/>
                </a:lnTo>
                <a:lnTo>
                  <a:pt x="357" y="190"/>
                </a:lnTo>
                <a:lnTo>
                  <a:pt x="358" y="190"/>
                </a:lnTo>
                <a:lnTo>
                  <a:pt x="359" y="190"/>
                </a:lnTo>
                <a:lnTo>
                  <a:pt x="358" y="190"/>
                </a:lnTo>
                <a:lnTo>
                  <a:pt x="358" y="191"/>
                </a:lnTo>
                <a:lnTo>
                  <a:pt x="359" y="191"/>
                </a:lnTo>
                <a:lnTo>
                  <a:pt x="359" y="192"/>
                </a:lnTo>
                <a:lnTo>
                  <a:pt x="360" y="192"/>
                </a:lnTo>
                <a:lnTo>
                  <a:pt x="360" y="193"/>
                </a:lnTo>
                <a:lnTo>
                  <a:pt x="359" y="193"/>
                </a:lnTo>
                <a:lnTo>
                  <a:pt x="358" y="194"/>
                </a:lnTo>
                <a:lnTo>
                  <a:pt x="358" y="193"/>
                </a:lnTo>
                <a:lnTo>
                  <a:pt x="357" y="193"/>
                </a:lnTo>
                <a:lnTo>
                  <a:pt x="357" y="194"/>
                </a:lnTo>
                <a:lnTo>
                  <a:pt x="357" y="195"/>
                </a:lnTo>
                <a:lnTo>
                  <a:pt x="356" y="195"/>
                </a:lnTo>
                <a:lnTo>
                  <a:pt x="357" y="195"/>
                </a:lnTo>
                <a:lnTo>
                  <a:pt x="357" y="196"/>
                </a:lnTo>
                <a:lnTo>
                  <a:pt x="356" y="196"/>
                </a:lnTo>
                <a:lnTo>
                  <a:pt x="355" y="196"/>
                </a:lnTo>
                <a:lnTo>
                  <a:pt x="354" y="196"/>
                </a:lnTo>
                <a:lnTo>
                  <a:pt x="354" y="197"/>
                </a:lnTo>
                <a:lnTo>
                  <a:pt x="354" y="196"/>
                </a:lnTo>
                <a:lnTo>
                  <a:pt x="353" y="196"/>
                </a:lnTo>
                <a:lnTo>
                  <a:pt x="354" y="195"/>
                </a:lnTo>
                <a:lnTo>
                  <a:pt x="355" y="195"/>
                </a:lnTo>
                <a:lnTo>
                  <a:pt x="355" y="194"/>
                </a:lnTo>
                <a:lnTo>
                  <a:pt x="354" y="193"/>
                </a:lnTo>
                <a:lnTo>
                  <a:pt x="353" y="193"/>
                </a:lnTo>
                <a:lnTo>
                  <a:pt x="352" y="192"/>
                </a:lnTo>
                <a:lnTo>
                  <a:pt x="352" y="193"/>
                </a:lnTo>
                <a:lnTo>
                  <a:pt x="350" y="193"/>
                </a:lnTo>
                <a:lnTo>
                  <a:pt x="348" y="191"/>
                </a:lnTo>
                <a:lnTo>
                  <a:pt x="347" y="191"/>
                </a:lnTo>
                <a:lnTo>
                  <a:pt x="346" y="190"/>
                </a:lnTo>
                <a:lnTo>
                  <a:pt x="344" y="189"/>
                </a:lnTo>
                <a:lnTo>
                  <a:pt x="342" y="189"/>
                </a:lnTo>
                <a:lnTo>
                  <a:pt x="341" y="190"/>
                </a:lnTo>
                <a:lnTo>
                  <a:pt x="340" y="191"/>
                </a:lnTo>
                <a:lnTo>
                  <a:pt x="341" y="192"/>
                </a:lnTo>
                <a:lnTo>
                  <a:pt x="341" y="193"/>
                </a:lnTo>
                <a:lnTo>
                  <a:pt x="342" y="194"/>
                </a:lnTo>
                <a:lnTo>
                  <a:pt x="343" y="193"/>
                </a:lnTo>
                <a:lnTo>
                  <a:pt x="344" y="193"/>
                </a:lnTo>
                <a:lnTo>
                  <a:pt x="345" y="195"/>
                </a:lnTo>
                <a:lnTo>
                  <a:pt x="345" y="196"/>
                </a:lnTo>
                <a:lnTo>
                  <a:pt x="345" y="197"/>
                </a:lnTo>
                <a:lnTo>
                  <a:pt x="344" y="197"/>
                </a:lnTo>
                <a:lnTo>
                  <a:pt x="344" y="198"/>
                </a:lnTo>
                <a:lnTo>
                  <a:pt x="344" y="199"/>
                </a:lnTo>
                <a:lnTo>
                  <a:pt x="345" y="199"/>
                </a:lnTo>
                <a:lnTo>
                  <a:pt x="345" y="200"/>
                </a:lnTo>
                <a:lnTo>
                  <a:pt x="345" y="201"/>
                </a:lnTo>
                <a:lnTo>
                  <a:pt x="345" y="202"/>
                </a:lnTo>
                <a:lnTo>
                  <a:pt x="346" y="203"/>
                </a:lnTo>
                <a:lnTo>
                  <a:pt x="347" y="203"/>
                </a:lnTo>
                <a:lnTo>
                  <a:pt x="348" y="203"/>
                </a:lnTo>
                <a:lnTo>
                  <a:pt x="349" y="202"/>
                </a:lnTo>
                <a:lnTo>
                  <a:pt x="350" y="202"/>
                </a:lnTo>
                <a:lnTo>
                  <a:pt x="351" y="202"/>
                </a:lnTo>
                <a:lnTo>
                  <a:pt x="351" y="201"/>
                </a:lnTo>
                <a:lnTo>
                  <a:pt x="352" y="201"/>
                </a:lnTo>
                <a:lnTo>
                  <a:pt x="352" y="202"/>
                </a:lnTo>
                <a:lnTo>
                  <a:pt x="351" y="202"/>
                </a:lnTo>
                <a:lnTo>
                  <a:pt x="352" y="202"/>
                </a:lnTo>
                <a:lnTo>
                  <a:pt x="353" y="200"/>
                </a:lnTo>
                <a:lnTo>
                  <a:pt x="354" y="200"/>
                </a:lnTo>
                <a:lnTo>
                  <a:pt x="355" y="200"/>
                </a:lnTo>
                <a:lnTo>
                  <a:pt x="355" y="199"/>
                </a:lnTo>
                <a:lnTo>
                  <a:pt x="356" y="198"/>
                </a:lnTo>
                <a:lnTo>
                  <a:pt x="357" y="198"/>
                </a:lnTo>
                <a:lnTo>
                  <a:pt x="357" y="197"/>
                </a:lnTo>
                <a:lnTo>
                  <a:pt x="358" y="197"/>
                </a:lnTo>
                <a:lnTo>
                  <a:pt x="358" y="196"/>
                </a:lnTo>
                <a:lnTo>
                  <a:pt x="358" y="195"/>
                </a:lnTo>
                <a:lnTo>
                  <a:pt x="359" y="195"/>
                </a:lnTo>
                <a:lnTo>
                  <a:pt x="360" y="195"/>
                </a:lnTo>
                <a:lnTo>
                  <a:pt x="360" y="196"/>
                </a:lnTo>
                <a:lnTo>
                  <a:pt x="361" y="196"/>
                </a:lnTo>
                <a:lnTo>
                  <a:pt x="361" y="197"/>
                </a:lnTo>
                <a:lnTo>
                  <a:pt x="362" y="197"/>
                </a:lnTo>
                <a:lnTo>
                  <a:pt x="362" y="198"/>
                </a:lnTo>
                <a:lnTo>
                  <a:pt x="361" y="198"/>
                </a:lnTo>
                <a:lnTo>
                  <a:pt x="361" y="199"/>
                </a:lnTo>
                <a:lnTo>
                  <a:pt x="362" y="199"/>
                </a:lnTo>
                <a:lnTo>
                  <a:pt x="363" y="199"/>
                </a:lnTo>
                <a:lnTo>
                  <a:pt x="363" y="200"/>
                </a:lnTo>
                <a:lnTo>
                  <a:pt x="364" y="200"/>
                </a:lnTo>
                <a:lnTo>
                  <a:pt x="363" y="201"/>
                </a:lnTo>
                <a:lnTo>
                  <a:pt x="362" y="201"/>
                </a:lnTo>
                <a:lnTo>
                  <a:pt x="362" y="202"/>
                </a:lnTo>
                <a:lnTo>
                  <a:pt x="362" y="203"/>
                </a:lnTo>
                <a:lnTo>
                  <a:pt x="364" y="203"/>
                </a:lnTo>
                <a:lnTo>
                  <a:pt x="365" y="202"/>
                </a:lnTo>
                <a:lnTo>
                  <a:pt x="366" y="202"/>
                </a:lnTo>
                <a:lnTo>
                  <a:pt x="366" y="203"/>
                </a:lnTo>
                <a:lnTo>
                  <a:pt x="365" y="203"/>
                </a:lnTo>
                <a:lnTo>
                  <a:pt x="366" y="203"/>
                </a:lnTo>
                <a:lnTo>
                  <a:pt x="367" y="203"/>
                </a:lnTo>
                <a:lnTo>
                  <a:pt x="367" y="202"/>
                </a:lnTo>
                <a:lnTo>
                  <a:pt x="368" y="202"/>
                </a:lnTo>
                <a:lnTo>
                  <a:pt x="369" y="201"/>
                </a:lnTo>
                <a:lnTo>
                  <a:pt x="370" y="200"/>
                </a:lnTo>
                <a:lnTo>
                  <a:pt x="371" y="200"/>
                </a:lnTo>
                <a:lnTo>
                  <a:pt x="371" y="201"/>
                </a:lnTo>
                <a:lnTo>
                  <a:pt x="370" y="201"/>
                </a:lnTo>
                <a:lnTo>
                  <a:pt x="370" y="202"/>
                </a:lnTo>
                <a:lnTo>
                  <a:pt x="369" y="202"/>
                </a:lnTo>
                <a:lnTo>
                  <a:pt x="369" y="203"/>
                </a:lnTo>
                <a:lnTo>
                  <a:pt x="368" y="203"/>
                </a:lnTo>
                <a:lnTo>
                  <a:pt x="367" y="204"/>
                </a:lnTo>
                <a:lnTo>
                  <a:pt x="367" y="205"/>
                </a:lnTo>
                <a:lnTo>
                  <a:pt x="366" y="205"/>
                </a:lnTo>
                <a:lnTo>
                  <a:pt x="366" y="206"/>
                </a:lnTo>
                <a:lnTo>
                  <a:pt x="365" y="206"/>
                </a:lnTo>
                <a:lnTo>
                  <a:pt x="365" y="205"/>
                </a:lnTo>
                <a:lnTo>
                  <a:pt x="364" y="205"/>
                </a:lnTo>
                <a:lnTo>
                  <a:pt x="364" y="206"/>
                </a:lnTo>
                <a:lnTo>
                  <a:pt x="363" y="206"/>
                </a:lnTo>
                <a:lnTo>
                  <a:pt x="363" y="207"/>
                </a:lnTo>
                <a:lnTo>
                  <a:pt x="363" y="206"/>
                </a:lnTo>
                <a:lnTo>
                  <a:pt x="363" y="205"/>
                </a:lnTo>
                <a:lnTo>
                  <a:pt x="362" y="205"/>
                </a:lnTo>
                <a:lnTo>
                  <a:pt x="361" y="205"/>
                </a:lnTo>
                <a:lnTo>
                  <a:pt x="361" y="204"/>
                </a:lnTo>
                <a:lnTo>
                  <a:pt x="360" y="204"/>
                </a:lnTo>
                <a:lnTo>
                  <a:pt x="360" y="205"/>
                </a:lnTo>
                <a:lnTo>
                  <a:pt x="359" y="205"/>
                </a:lnTo>
                <a:lnTo>
                  <a:pt x="358" y="205"/>
                </a:lnTo>
                <a:lnTo>
                  <a:pt x="356" y="207"/>
                </a:lnTo>
                <a:lnTo>
                  <a:pt x="356" y="208"/>
                </a:lnTo>
                <a:lnTo>
                  <a:pt x="357" y="208"/>
                </a:lnTo>
                <a:lnTo>
                  <a:pt x="358" y="208"/>
                </a:lnTo>
                <a:lnTo>
                  <a:pt x="358" y="209"/>
                </a:lnTo>
                <a:lnTo>
                  <a:pt x="357" y="210"/>
                </a:lnTo>
                <a:lnTo>
                  <a:pt x="356" y="210"/>
                </a:lnTo>
                <a:lnTo>
                  <a:pt x="356" y="209"/>
                </a:lnTo>
                <a:lnTo>
                  <a:pt x="356" y="208"/>
                </a:lnTo>
                <a:lnTo>
                  <a:pt x="354" y="208"/>
                </a:lnTo>
                <a:lnTo>
                  <a:pt x="353" y="208"/>
                </a:lnTo>
                <a:lnTo>
                  <a:pt x="353" y="209"/>
                </a:lnTo>
                <a:lnTo>
                  <a:pt x="352" y="209"/>
                </a:lnTo>
                <a:lnTo>
                  <a:pt x="353" y="209"/>
                </a:lnTo>
                <a:lnTo>
                  <a:pt x="352" y="209"/>
                </a:lnTo>
                <a:lnTo>
                  <a:pt x="351" y="209"/>
                </a:lnTo>
                <a:lnTo>
                  <a:pt x="350" y="210"/>
                </a:lnTo>
                <a:lnTo>
                  <a:pt x="349" y="210"/>
                </a:lnTo>
                <a:lnTo>
                  <a:pt x="348" y="210"/>
                </a:lnTo>
                <a:lnTo>
                  <a:pt x="347" y="210"/>
                </a:lnTo>
                <a:lnTo>
                  <a:pt x="345" y="211"/>
                </a:lnTo>
                <a:lnTo>
                  <a:pt x="344" y="210"/>
                </a:lnTo>
                <a:lnTo>
                  <a:pt x="343" y="210"/>
                </a:lnTo>
                <a:lnTo>
                  <a:pt x="343" y="211"/>
                </a:lnTo>
                <a:lnTo>
                  <a:pt x="342" y="211"/>
                </a:lnTo>
                <a:lnTo>
                  <a:pt x="342" y="212"/>
                </a:lnTo>
                <a:lnTo>
                  <a:pt x="343" y="212"/>
                </a:lnTo>
                <a:lnTo>
                  <a:pt x="344" y="212"/>
                </a:lnTo>
                <a:lnTo>
                  <a:pt x="344" y="213"/>
                </a:lnTo>
                <a:lnTo>
                  <a:pt x="345" y="213"/>
                </a:lnTo>
                <a:lnTo>
                  <a:pt x="345" y="214"/>
                </a:lnTo>
                <a:lnTo>
                  <a:pt x="346" y="214"/>
                </a:lnTo>
                <a:lnTo>
                  <a:pt x="346" y="215"/>
                </a:lnTo>
                <a:lnTo>
                  <a:pt x="345" y="215"/>
                </a:lnTo>
                <a:lnTo>
                  <a:pt x="344" y="215"/>
                </a:lnTo>
                <a:lnTo>
                  <a:pt x="344" y="216"/>
                </a:lnTo>
                <a:lnTo>
                  <a:pt x="344" y="217"/>
                </a:lnTo>
                <a:lnTo>
                  <a:pt x="343" y="218"/>
                </a:lnTo>
                <a:lnTo>
                  <a:pt x="342" y="218"/>
                </a:lnTo>
                <a:lnTo>
                  <a:pt x="341" y="219"/>
                </a:lnTo>
                <a:lnTo>
                  <a:pt x="341" y="220"/>
                </a:lnTo>
                <a:lnTo>
                  <a:pt x="340" y="220"/>
                </a:lnTo>
                <a:lnTo>
                  <a:pt x="339" y="220"/>
                </a:lnTo>
                <a:lnTo>
                  <a:pt x="339" y="221"/>
                </a:lnTo>
                <a:lnTo>
                  <a:pt x="339" y="222"/>
                </a:lnTo>
                <a:lnTo>
                  <a:pt x="339" y="223"/>
                </a:lnTo>
                <a:lnTo>
                  <a:pt x="340" y="224"/>
                </a:lnTo>
                <a:lnTo>
                  <a:pt x="338" y="225"/>
                </a:lnTo>
                <a:lnTo>
                  <a:pt x="337" y="224"/>
                </a:lnTo>
                <a:lnTo>
                  <a:pt x="336" y="225"/>
                </a:lnTo>
                <a:lnTo>
                  <a:pt x="335" y="225"/>
                </a:lnTo>
                <a:lnTo>
                  <a:pt x="334" y="226"/>
                </a:lnTo>
                <a:lnTo>
                  <a:pt x="334" y="227"/>
                </a:lnTo>
                <a:lnTo>
                  <a:pt x="332" y="229"/>
                </a:lnTo>
                <a:lnTo>
                  <a:pt x="331" y="230"/>
                </a:lnTo>
                <a:lnTo>
                  <a:pt x="331" y="231"/>
                </a:lnTo>
                <a:lnTo>
                  <a:pt x="331" y="232"/>
                </a:lnTo>
                <a:lnTo>
                  <a:pt x="330" y="233"/>
                </a:lnTo>
                <a:lnTo>
                  <a:pt x="330" y="235"/>
                </a:lnTo>
                <a:lnTo>
                  <a:pt x="330" y="236"/>
                </a:lnTo>
                <a:lnTo>
                  <a:pt x="329" y="237"/>
                </a:lnTo>
                <a:lnTo>
                  <a:pt x="330" y="237"/>
                </a:lnTo>
                <a:lnTo>
                  <a:pt x="330" y="236"/>
                </a:lnTo>
                <a:lnTo>
                  <a:pt x="331" y="236"/>
                </a:lnTo>
                <a:lnTo>
                  <a:pt x="331" y="235"/>
                </a:lnTo>
                <a:lnTo>
                  <a:pt x="331" y="234"/>
                </a:lnTo>
                <a:lnTo>
                  <a:pt x="331" y="233"/>
                </a:lnTo>
                <a:lnTo>
                  <a:pt x="332" y="232"/>
                </a:lnTo>
                <a:lnTo>
                  <a:pt x="332" y="231"/>
                </a:lnTo>
                <a:lnTo>
                  <a:pt x="333" y="231"/>
                </a:lnTo>
                <a:lnTo>
                  <a:pt x="334" y="231"/>
                </a:lnTo>
                <a:lnTo>
                  <a:pt x="335" y="232"/>
                </a:lnTo>
                <a:lnTo>
                  <a:pt x="335" y="233"/>
                </a:lnTo>
                <a:lnTo>
                  <a:pt x="337" y="234"/>
                </a:lnTo>
                <a:lnTo>
                  <a:pt x="338" y="234"/>
                </a:lnTo>
                <a:lnTo>
                  <a:pt x="338" y="233"/>
                </a:lnTo>
                <a:lnTo>
                  <a:pt x="339" y="233"/>
                </a:lnTo>
                <a:lnTo>
                  <a:pt x="339" y="234"/>
                </a:lnTo>
                <a:lnTo>
                  <a:pt x="340" y="234"/>
                </a:lnTo>
                <a:lnTo>
                  <a:pt x="340" y="235"/>
                </a:lnTo>
                <a:lnTo>
                  <a:pt x="341" y="236"/>
                </a:lnTo>
                <a:lnTo>
                  <a:pt x="341" y="235"/>
                </a:lnTo>
                <a:lnTo>
                  <a:pt x="345" y="237"/>
                </a:lnTo>
                <a:lnTo>
                  <a:pt x="346" y="237"/>
                </a:lnTo>
                <a:lnTo>
                  <a:pt x="346" y="236"/>
                </a:lnTo>
                <a:lnTo>
                  <a:pt x="347" y="236"/>
                </a:lnTo>
                <a:lnTo>
                  <a:pt x="348" y="236"/>
                </a:lnTo>
                <a:lnTo>
                  <a:pt x="349" y="237"/>
                </a:lnTo>
                <a:lnTo>
                  <a:pt x="350" y="237"/>
                </a:lnTo>
                <a:lnTo>
                  <a:pt x="350" y="238"/>
                </a:lnTo>
                <a:lnTo>
                  <a:pt x="349" y="238"/>
                </a:lnTo>
                <a:lnTo>
                  <a:pt x="348" y="242"/>
                </a:lnTo>
                <a:lnTo>
                  <a:pt x="348" y="243"/>
                </a:lnTo>
                <a:lnTo>
                  <a:pt x="347" y="243"/>
                </a:lnTo>
                <a:lnTo>
                  <a:pt x="347" y="244"/>
                </a:lnTo>
                <a:lnTo>
                  <a:pt x="347" y="245"/>
                </a:lnTo>
                <a:lnTo>
                  <a:pt x="347" y="247"/>
                </a:lnTo>
                <a:lnTo>
                  <a:pt x="346" y="247"/>
                </a:lnTo>
                <a:lnTo>
                  <a:pt x="346" y="248"/>
                </a:lnTo>
                <a:lnTo>
                  <a:pt x="345" y="248"/>
                </a:lnTo>
                <a:lnTo>
                  <a:pt x="344" y="248"/>
                </a:lnTo>
                <a:lnTo>
                  <a:pt x="343" y="248"/>
                </a:lnTo>
                <a:lnTo>
                  <a:pt x="342" y="248"/>
                </a:lnTo>
                <a:lnTo>
                  <a:pt x="342" y="249"/>
                </a:lnTo>
                <a:lnTo>
                  <a:pt x="341" y="250"/>
                </a:lnTo>
                <a:lnTo>
                  <a:pt x="341" y="251"/>
                </a:lnTo>
                <a:lnTo>
                  <a:pt x="340" y="253"/>
                </a:lnTo>
                <a:lnTo>
                  <a:pt x="341" y="254"/>
                </a:lnTo>
                <a:lnTo>
                  <a:pt x="341" y="255"/>
                </a:lnTo>
                <a:lnTo>
                  <a:pt x="340" y="256"/>
                </a:lnTo>
                <a:lnTo>
                  <a:pt x="340" y="257"/>
                </a:lnTo>
                <a:lnTo>
                  <a:pt x="340" y="258"/>
                </a:lnTo>
                <a:lnTo>
                  <a:pt x="340" y="259"/>
                </a:lnTo>
                <a:lnTo>
                  <a:pt x="341" y="260"/>
                </a:lnTo>
                <a:lnTo>
                  <a:pt x="341" y="261"/>
                </a:lnTo>
                <a:lnTo>
                  <a:pt x="340" y="261"/>
                </a:lnTo>
                <a:lnTo>
                  <a:pt x="341" y="262"/>
                </a:lnTo>
                <a:lnTo>
                  <a:pt x="342" y="263"/>
                </a:lnTo>
                <a:lnTo>
                  <a:pt x="342" y="264"/>
                </a:lnTo>
                <a:lnTo>
                  <a:pt x="341" y="264"/>
                </a:lnTo>
                <a:lnTo>
                  <a:pt x="341" y="265"/>
                </a:lnTo>
                <a:lnTo>
                  <a:pt x="340" y="265"/>
                </a:lnTo>
                <a:lnTo>
                  <a:pt x="340" y="266"/>
                </a:lnTo>
                <a:lnTo>
                  <a:pt x="339" y="266"/>
                </a:lnTo>
                <a:lnTo>
                  <a:pt x="339" y="267"/>
                </a:lnTo>
                <a:lnTo>
                  <a:pt x="339" y="268"/>
                </a:lnTo>
                <a:lnTo>
                  <a:pt x="339" y="269"/>
                </a:lnTo>
                <a:lnTo>
                  <a:pt x="339" y="270"/>
                </a:lnTo>
                <a:lnTo>
                  <a:pt x="338" y="270"/>
                </a:lnTo>
                <a:lnTo>
                  <a:pt x="337" y="270"/>
                </a:lnTo>
                <a:lnTo>
                  <a:pt x="335" y="270"/>
                </a:lnTo>
                <a:lnTo>
                  <a:pt x="334" y="270"/>
                </a:lnTo>
                <a:lnTo>
                  <a:pt x="332" y="270"/>
                </a:lnTo>
                <a:lnTo>
                  <a:pt x="331" y="271"/>
                </a:lnTo>
                <a:lnTo>
                  <a:pt x="330" y="271"/>
                </a:lnTo>
                <a:lnTo>
                  <a:pt x="329" y="271"/>
                </a:lnTo>
                <a:lnTo>
                  <a:pt x="328" y="271"/>
                </a:lnTo>
                <a:lnTo>
                  <a:pt x="329" y="272"/>
                </a:lnTo>
                <a:lnTo>
                  <a:pt x="328" y="272"/>
                </a:lnTo>
                <a:lnTo>
                  <a:pt x="327" y="272"/>
                </a:lnTo>
                <a:lnTo>
                  <a:pt x="327" y="273"/>
                </a:lnTo>
                <a:lnTo>
                  <a:pt x="327" y="275"/>
                </a:lnTo>
                <a:lnTo>
                  <a:pt x="327" y="274"/>
                </a:lnTo>
                <a:lnTo>
                  <a:pt x="327" y="275"/>
                </a:lnTo>
                <a:lnTo>
                  <a:pt x="328" y="275"/>
                </a:lnTo>
                <a:lnTo>
                  <a:pt x="327" y="275"/>
                </a:lnTo>
                <a:lnTo>
                  <a:pt x="327" y="276"/>
                </a:lnTo>
                <a:lnTo>
                  <a:pt x="328" y="276"/>
                </a:lnTo>
                <a:lnTo>
                  <a:pt x="329" y="276"/>
                </a:lnTo>
                <a:lnTo>
                  <a:pt x="330" y="277"/>
                </a:lnTo>
                <a:lnTo>
                  <a:pt x="331" y="276"/>
                </a:lnTo>
                <a:lnTo>
                  <a:pt x="332" y="277"/>
                </a:lnTo>
                <a:lnTo>
                  <a:pt x="333" y="277"/>
                </a:lnTo>
                <a:lnTo>
                  <a:pt x="333" y="276"/>
                </a:lnTo>
                <a:lnTo>
                  <a:pt x="333" y="277"/>
                </a:lnTo>
                <a:lnTo>
                  <a:pt x="334" y="278"/>
                </a:lnTo>
                <a:lnTo>
                  <a:pt x="333" y="279"/>
                </a:lnTo>
                <a:lnTo>
                  <a:pt x="333" y="280"/>
                </a:lnTo>
                <a:lnTo>
                  <a:pt x="333" y="281"/>
                </a:lnTo>
                <a:lnTo>
                  <a:pt x="334" y="281"/>
                </a:lnTo>
                <a:lnTo>
                  <a:pt x="335" y="281"/>
                </a:lnTo>
                <a:lnTo>
                  <a:pt x="336" y="281"/>
                </a:lnTo>
                <a:lnTo>
                  <a:pt x="337" y="281"/>
                </a:lnTo>
                <a:lnTo>
                  <a:pt x="338" y="280"/>
                </a:lnTo>
                <a:lnTo>
                  <a:pt x="338" y="281"/>
                </a:lnTo>
                <a:lnTo>
                  <a:pt x="338" y="282"/>
                </a:lnTo>
                <a:lnTo>
                  <a:pt x="339" y="283"/>
                </a:lnTo>
                <a:lnTo>
                  <a:pt x="339" y="282"/>
                </a:lnTo>
                <a:lnTo>
                  <a:pt x="340" y="283"/>
                </a:lnTo>
                <a:lnTo>
                  <a:pt x="340" y="284"/>
                </a:lnTo>
                <a:lnTo>
                  <a:pt x="340" y="285"/>
                </a:lnTo>
                <a:lnTo>
                  <a:pt x="340" y="286"/>
                </a:lnTo>
                <a:lnTo>
                  <a:pt x="339" y="286"/>
                </a:lnTo>
                <a:lnTo>
                  <a:pt x="339" y="287"/>
                </a:lnTo>
                <a:lnTo>
                  <a:pt x="339" y="288"/>
                </a:lnTo>
                <a:lnTo>
                  <a:pt x="340" y="288"/>
                </a:lnTo>
                <a:lnTo>
                  <a:pt x="339" y="289"/>
                </a:lnTo>
                <a:lnTo>
                  <a:pt x="339" y="290"/>
                </a:lnTo>
                <a:lnTo>
                  <a:pt x="340" y="290"/>
                </a:lnTo>
                <a:lnTo>
                  <a:pt x="341" y="290"/>
                </a:lnTo>
                <a:lnTo>
                  <a:pt x="341" y="291"/>
                </a:lnTo>
                <a:lnTo>
                  <a:pt x="340" y="291"/>
                </a:lnTo>
                <a:lnTo>
                  <a:pt x="339" y="291"/>
                </a:lnTo>
                <a:lnTo>
                  <a:pt x="340" y="293"/>
                </a:lnTo>
                <a:lnTo>
                  <a:pt x="341" y="293"/>
                </a:lnTo>
                <a:lnTo>
                  <a:pt x="342" y="293"/>
                </a:lnTo>
                <a:lnTo>
                  <a:pt x="343" y="293"/>
                </a:lnTo>
                <a:lnTo>
                  <a:pt x="342" y="292"/>
                </a:lnTo>
                <a:lnTo>
                  <a:pt x="343" y="292"/>
                </a:lnTo>
                <a:lnTo>
                  <a:pt x="343" y="293"/>
                </a:lnTo>
                <a:lnTo>
                  <a:pt x="342" y="295"/>
                </a:lnTo>
                <a:lnTo>
                  <a:pt x="341" y="295"/>
                </a:lnTo>
                <a:lnTo>
                  <a:pt x="340" y="296"/>
                </a:lnTo>
                <a:lnTo>
                  <a:pt x="340" y="297"/>
                </a:lnTo>
                <a:lnTo>
                  <a:pt x="340" y="296"/>
                </a:lnTo>
                <a:lnTo>
                  <a:pt x="341" y="296"/>
                </a:lnTo>
                <a:lnTo>
                  <a:pt x="341" y="297"/>
                </a:lnTo>
                <a:lnTo>
                  <a:pt x="342" y="297"/>
                </a:lnTo>
                <a:lnTo>
                  <a:pt x="343" y="296"/>
                </a:lnTo>
                <a:lnTo>
                  <a:pt x="344" y="297"/>
                </a:lnTo>
                <a:lnTo>
                  <a:pt x="344" y="298"/>
                </a:lnTo>
                <a:lnTo>
                  <a:pt x="344" y="299"/>
                </a:lnTo>
                <a:lnTo>
                  <a:pt x="344" y="300"/>
                </a:lnTo>
                <a:lnTo>
                  <a:pt x="344" y="301"/>
                </a:lnTo>
                <a:lnTo>
                  <a:pt x="344" y="302"/>
                </a:lnTo>
                <a:lnTo>
                  <a:pt x="345" y="302"/>
                </a:lnTo>
                <a:lnTo>
                  <a:pt x="344" y="302"/>
                </a:lnTo>
                <a:lnTo>
                  <a:pt x="344" y="303"/>
                </a:lnTo>
                <a:lnTo>
                  <a:pt x="343" y="302"/>
                </a:lnTo>
                <a:lnTo>
                  <a:pt x="343" y="303"/>
                </a:lnTo>
                <a:lnTo>
                  <a:pt x="342" y="303"/>
                </a:lnTo>
                <a:lnTo>
                  <a:pt x="341" y="304"/>
                </a:lnTo>
                <a:lnTo>
                  <a:pt x="343" y="304"/>
                </a:lnTo>
                <a:lnTo>
                  <a:pt x="344" y="304"/>
                </a:lnTo>
                <a:lnTo>
                  <a:pt x="344" y="303"/>
                </a:lnTo>
                <a:lnTo>
                  <a:pt x="344" y="304"/>
                </a:lnTo>
                <a:lnTo>
                  <a:pt x="344" y="305"/>
                </a:lnTo>
                <a:lnTo>
                  <a:pt x="343" y="305"/>
                </a:lnTo>
                <a:lnTo>
                  <a:pt x="342" y="306"/>
                </a:lnTo>
                <a:lnTo>
                  <a:pt x="341" y="306"/>
                </a:lnTo>
                <a:lnTo>
                  <a:pt x="340" y="305"/>
                </a:lnTo>
                <a:lnTo>
                  <a:pt x="339" y="306"/>
                </a:lnTo>
                <a:lnTo>
                  <a:pt x="338" y="306"/>
                </a:lnTo>
                <a:lnTo>
                  <a:pt x="338" y="305"/>
                </a:lnTo>
                <a:lnTo>
                  <a:pt x="339" y="305"/>
                </a:lnTo>
                <a:lnTo>
                  <a:pt x="339" y="304"/>
                </a:lnTo>
                <a:lnTo>
                  <a:pt x="339" y="303"/>
                </a:lnTo>
                <a:lnTo>
                  <a:pt x="338" y="302"/>
                </a:lnTo>
                <a:lnTo>
                  <a:pt x="337" y="302"/>
                </a:lnTo>
                <a:lnTo>
                  <a:pt x="337" y="301"/>
                </a:lnTo>
                <a:lnTo>
                  <a:pt x="338" y="301"/>
                </a:lnTo>
                <a:lnTo>
                  <a:pt x="338" y="302"/>
                </a:lnTo>
                <a:lnTo>
                  <a:pt x="338" y="301"/>
                </a:lnTo>
                <a:lnTo>
                  <a:pt x="338" y="300"/>
                </a:lnTo>
                <a:lnTo>
                  <a:pt x="338" y="299"/>
                </a:lnTo>
                <a:lnTo>
                  <a:pt x="337" y="298"/>
                </a:lnTo>
                <a:lnTo>
                  <a:pt x="338" y="297"/>
                </a:lnTo>
                <a:lnTo>
                  <a:pt x="337" y="296"/>
                </a:lnTo>
                <a:lnTo>
                  <a:pt x="338" y="295"/>
                </a:lnTo>
                <a:lnTo>
                  <a:pt x="338" y="294"/>
                </a:lnTo>
                <a:lnTo>
                  <a:pt x="337" y="294"/>
                </a:lnTo>
                <a:lnTo>
                  <a:pt x="336" y="293"/>
                </a:lnTo>
                <a:lnTo>
                  <a:pt x="335" y="294"/>
                </a:lnTo>
                <a:lnTo>
                  <a:pt x="335" y="296"/>
                </a:lnTo>
                <a:lnTo>
                  <a:pt x="334" y="296"/>
                </a:lnTo>
                <a:lnTo>
                  <a:pt x="334" y="295"/>
                </a:lnTo>
                <a:lnTo>
                  <a:pt x="333" y="295"/>
                </a:lnTo>
                <a:lnTo>
                  <a:pt x="333" y="296"/>
                </a:lnTo>
                <a:lnTo>
                  <a:pt x="333" y="297"/>
                </a:lnTo>
                <a:lnTo>
                  <a:pt x="334" y="297"/>
                </a:lnTo>
                <a:lnTo>
                  <a:pt x="334" y="298"/>
                </a:lnTo>
                <a:lnTo>
                  <a:pt x="335" y="297"/>
                </a:lnTo>
                <a:lnTo>
                  <a:pt x="336" y="297"/>
                </a:lnTo>
                <a:lnTo>
                  <a:pt x="336" y="298"/>
                </a:lnTo>
                <a:lnTo>
                  <a:pt x="335" y="298"/>
                </a:lnTo>
                <a:lnTo>
                  <a:pt x="336" y="298"/>
                </a:lnTo>
                <a:lnTo>
                  <a:pt x="337" y="299"/>
                </a:lnTo>
                <a:lnTo>
                  <a:pt x="336" y="300"/>
                </a:lnTo>
                <a:lnTo>
                  <a:pt x="336" y="301"/>
                </a:lnTo>
                <a:lnTo>
                  <a:pt x="335" y="301"/>
                </a:lnTo>
                <a:lnTo>
                  <a:pt x="334" y="301"/>
                </a:lnTo>
                <a:lnTo>
                  <a:pt x="334" y="302"/>
                </a:lnTo>
                <a:lnTo>
                  <a:pt x="334" y="303"/>
                </a:lnTo>
                <a:lnTo>
                  <a:pt x="333" y="304"/>
                </a:lnTo>
                <a:lnTo>
                  <a:pt x="333" y="303"/>
                </a:lnTo>
                <a:lnTo>
                  <a:pt x="333" y="302"/>
                </a:lnTo>
                <a:lnTo>
                  <a:pt x="332" y="302"/>
                </a:lnTo>
                <a:lnTo>
                  <a:pt x="331" y="302"/>
                </a:lnTo>
                <a:lnTo>
                  <a:pt x="330" y="303"/>
                </a:lnTo>
                <a:lnTo>
                  <a:pt x="329" y="303"/>
                </a:lnTo>
                <a:lnTo>
                  <a:pt x="330" y="303"/>
                </a:lnTo>
                <a:lnTo>
                  <a:pt x="329" y="303"/>
                </a:lnTo>
                <a:lnTo>
                  <a:pt x="330" y="302"/>
                </a:lnTo>
                <a:lnTo>
                  <a:pt x="330" y="301"/>
                </a:lnTo>
                <a:lnTo>
                  <a:pt x="331" y="301"/>
                </a:lnTo>
                <a:lnTo>
                  <a:pt x="331" y="300"/>
                </a:lnTo>
                <a:lnTo>
                  <a:pt x="331" y="299"/>
                </a:lnTo>
                <a:lnTo>
                  <a:pt x="330" y="298"/>
                </a:lnTo>
                <a:lnTo>
                  <a:pt x="329" y="297"/>
                </a:lnTo>
                <a:lnTo>
                  <a:pt x="329" y="295"/>
                </a:lnTo>
                <a:lnTo>
                  <a:pt x="330" y="294"/>
                </a:lnTo>
                <a:lnTo>
                  <a:pt x="330" y="293"/>
                </a:lnTo>
                <a:lnTo>
                  <a:pt x="330" y="294"/>
                </a:lnTo>
                <a:lnTo>
                  <a:pt x="330" y="293"/>
                </a:lnTo>
                <a:lnTo>
                  <a:pt x="329" y="294"/>
                </a:lnTo>
                <a:lnTo>
                  <a:pt x="328" y="294"/>
                </a:lnTo>
                <a:lnTo>
                  <a:pt x="327" y="294"/>
                </a:lnTo>
                <a:lnTo>
                  <a:pt x="326" y="294"/>
                </a:lnTo>
                <a:lnTo>
                  <a:pt x="326" y="295"/>
                </a:lnTo>
                <a:lnTo>
                  <a:pt x="325" y="296"/>
                </a:lnTo>
                <a:lnTo>
                  <a:pt x="324" y="296"/>
                </a:lnTo>
                <a:lnTo>
                  <a:pt x="325" y="295"/>
                </a:lnTo>
                <a:lnTo>
                  <a:pt x="325" y="294"/>
                </a:lnTo>
                <a:lnTo>
                  <a:pt x="325" y="293"/>
                </a:lnTo>
                <a:lnTo>
                  <a:pt x="325" y="292"/>
                </a:lnTo>
                <a:lnTo>
                  <a:pt x="326" y="292"/>
                </a:lnTo>
                <a:lnTo>
                  <a:pt x="326" y="290"/>
                </a:lnTo>
                <a:lnTo>
                  <a:pt x="326" y="289"/>
                </a:lnTo>
                <a:lnTo>
                  <a:pt x="325" y="289"/>
                </a:lnTo>
                <a:lnTo>
                  <a:pt x="324" y="289"/>
                </a:lnTo>
                <a:lnTo>
                  <a:pt x="323" y="290"/>
                </a:lnTo>
                <a:lnTo>
                  <a:pt x="321" y="289"/>
                </a:lnTo>
                <a:lnTo>
                  <a:pt x="322" y="288"/>
                </a:lnTo>
                <a:lnTo>
                  <a:pt x="321" y="288"/>
                </a:lnTo>
                <a:lnTo>
                  <a:pt x="319" y="288"/>
                </a:lnTo>
                <a:lnTo>
                  <a:pt x="319" y="287"/>
                </a:lnTo>
                <a:lnTo>
                  <a:pt x="318" y="287"/>
                </a:lnTo>
                <a:lnTo>
                  <a:pt x="317" y="286"/>
                </a:lnTo>
                <a:lnTo>
                  <a:pt x="317" y="285"/>
                </a:lnTo>
                <a:lnTo>
                  <a:pt x="317" y="284"/>
                </a:lnTo>
                <a:lnTo>
                  <a:pt x="318" y="284"/>
                </a:lnTo>
                <a:lnTo>
                  <a:pt x="317" y="284"/>
                </a:lnTo>
                <a:lnTo>
                  <a:pt x="317" y="285"/>
                </a:lnTo>
                <a:lnTo>
                  <a:pt x="316" y="285"/>
                </a:lnTo>
                <a:lnTo>
                  <a:pt x="316" y="286"/>
                </a:lnTo>
                <a:lnTo>
                  <a:pt x="316" y="287"/>
                </a:lnTo>
                <a:lnTo>
                  <a:pt x="316" y="288"/>
                </a:lnTo>
                <a:lnTo>
                  <a:pt x="316" y="289"/>
                </a:lnTo>
                <a:lnTo>
                  <a:pt x="315" y="290"/>
                </a:lnTo>
                <a:lnTo>
                  <a:pt x="315" y="291"/>
                </a:lnTo>
                <a:lnTo>
                  <a:pt x="315" y="292"/>
                </a:lnTo>
                <a:lnTo>
                  <a:pt x="315" y="293"/>
                </a:lnTo>
                <a:lnTo>
                  <a:pt x="315" y="294"/>
                </a:lnTo>
                <a:lnTo>
                  <a:pt x="315" y="295"/>
                </a:lnTo>
                <a:lnTo>
                  <a:pt x="316" y="295"/>
                </a:lnTo>
                <a:lnTo>
                  <a:pt x="316" y="296"/>
                </a:lnTo>
                <a:lnTo>
                  <a:pt x="315" y="296"/>
                </a:lnTo>
                <a:lnTo>
                  <a:pt x="314" y="296"/>
                </a:lnTo>
                <a:lnTo>
                  <a:pt x="313" y="298"/>
                </a:lnTo>
                <a:lnTo>
                  <a:pt x="312" y="298"/>
                </a:lnTo>
                <a:lnTo>
                  <a:pt x="311" y="298"/>
                </a:lnTo>
                <a:lnTo>
                  <a:pt x="310" y="298"/>
                </a:lnTo>
                <a:lnTo>
                  <a:pt x="311" y="296"/>
                </a:lnTo>
                <a:lnTo>
                  <a:pt x="310" y="296"/>
                </a:lnTo>
                <a:lnTo>
                  <a:pt x="309" y="296"/>
                </a:lnTo>
                <a:lnTo>
                  <a:pt x="309" y="295"/>
                </a:lnTo>
                <a:lnTo>
                  <a:pt x="309" y="294"/>
                </a:lnTo>
                <a:lnTo>
                  <a:pt x="309" y="293"/>
                </a:lnTo>
                <a:lnTo>
                  <a:pt x="309" y="292"/>
                </a:lnTo>
                <a:lnTo>
                  <a:pt x="310" y="292"/>
                </a:lnTo>
                <a:lnTo>
                  <a:pt x="310" y="291"/>
                </a:lnTo>
                <a:lnTo>
                  <a:pt x="309" y="291"/>
                </a:lnTo>
                <a:lnTo>
                  <a:pt x="308" y="291"/>
                </a:lnTo>
                <a:lnTo>
                  <a:pt x="309" y="290"/>
                </a:lnTo>
                <a:lnTo>
                  <a:pt x="309" y="289"/>
                </a:lnTo>
                <a:lnTo>
                  <a:pt x="308" y="289"/>
                </a:lnTo>
                <a:lnTo>
                  <a:pt x="308" y="290"/>
                </a:lnTo>
                <a:lnTo>
                  <a:pt x="307" y="291"/>
                </a:lnTo>
                <a:lnTo>
                  <a:pt x="306" y="292"/>
                </a:lnTo>
                <a:lnTo>
                  <a:pt x="305" y="292"/>
                </a:lnTo>
                <a:lnTo>
                  <a:pt x="304" y="292"/>
                </a:lnTo>
                <a:lnTo>
                  <a:pt x="304" y="293"/>
                </a:lnTo>
                <a:lnTo>
                  <a:pt x="302" y="293"/>
                </a:lnTo>
                <a:lnTo>
                  <a:pt x="302" y="294"/>
                </a:lnTo>
                <a:lnTo>
                  <a:pt x="301" y="294"/>
                </a:lnTo>
                <a:lnTo>
                  <a:pt x="300" y="294"/>
                </a:lnTo>
                <a:lnTo>
                  <a:pt x="299" y="295"/>
                </a:lnTo>
                <a:lnTo>
                  <a:pt x="298" y="296"/>
                </a:lnTo>
                <a:lnTo>
                  <a:pt x="298" y="297"/>
                </a:lnTo>
                <a:lnTo>
                  <a:pt x="297" y="298"/>
                </a:lnTo>
                <a:lnTo>
                  <a:pt x="297" y="299"/>
                </a:lnTo>
                <a:lnTo>
                  <a:pt x="296" y="299"/>
                </a:lnTo>
                <a:lnTo>
                  <a:pt x="296" y="300"/>
                </a:lnTo>
                <a:lnTo>
                  <a:pt x="297" y="301"/>
                </a:lnTo>
                <a:lnTo>
                  <a:pt x="298" y="301"/>
                </a:lnTo>
                <a:lnTo>
                  <a:pt x="298" y="302"/>
                </a:lnTo>
                <a:lnTo>
                  <a:pt x="300" y="302"/>
                </a:lnTo>
                <a:lnTo>
                  <a:pt x="301" y="302"/>
                </a:lnTo>
                <a:lnTo>
                  <a:pt x="303" y="303"/>
                </a:lnTo>
                <a:lnTo>
                  <a:pt x="303" y="304"/>
                </a:lnTo>
                <a:lnTo>
                  <a:pt x="303" y="303"/>
                </a:lnTo>
                <a:lnTo>
                  <a:pt x="304" y="303"/>
                </a:lnTo>
                <a:lnTo>
                  <a:pt x="304" y="304"/>
                </a:lnTo>
                <a:lnTo>
                  <a:pt x="304" y="305"/>
                </a:lnTo>
                <a:lnTo>
                  <a:pt x="305" y="306"/>
                </a:lnTo>
                <a:lnTo>
                  <a:pt x="305" y="307"/>
                </a:lnTo>
                <a:lnTo>
                  <a:pt x="305" y="308"/>
                </a:lnTo>
                <a:lnTo>
                  <a:pt x="306" y="307"/>
                </a:lnTo>
                <a:lnTo>
                  <a:pt x="306" y="308"/>
                </a:lnTo>
                <a:lnTo>
                  <a:pt x="306" y="309"/>
                </a:lnTo>
                <a:lnTo>
                  <a:pt x="307" y="310"/>
                </a:lnTo>
                <a:lnTo>
                  <a:pt x="308" y="310"/>
                </a:lnTo>
                <a:lnTo>
                  <a:pt x="308" y="309"/>
                </a:lnTo>
                <a:lnTo>
                  <a:pt x="308" y="308"/>
                </a:lnTo>
                <a:lnTo>
                  <a:pt x="308" y="307"/>
                </a:lnTo>
                <a:lnTo>
                  <a:pt x="308" y="308"/>
                </a:lnTo>
                <a:lnTo>
                  <a:pt x="309" y="308"/>
                </a:lnTo>
                <a:lnTo>
                  <a:pt x="310" y="309"/>
                </a:lnTo>
                <a:lnTo>
                  <a:pt x="311" y="308"/>
                </a:lnTo>
                <a:lnTo>
                  <a:pt x="311" y="307"/>
                </a:lnTo>
                <a:lnTo>
                  <a:pt x="312" y="308"/>
                </a:lnTo>
                <a:lnTo>
                  <a:pt x="312" y="309"/>
                </a:lnTo>
                <a:lnTo>
                  <a:pt x="312" y="310"/>
                </a:lnTo>
                <a:lnTo>
                  <a:pt x="313" y="310"/>
                </a:lnTo>
                <a:lnTo>
                  <a:pt x="314" y="311"/>
                </a:lnTo>
                <a:lnTo>
                  <a:pt x="315" y="311"/>
                </a:lnTo>
                <a:lnTo>
                  <a:pt x="315" y="312"/>
                </a:lnTo>
                <a:lnTo>
                  <a:pt x="316" y="313"/>
                </a:lnTo>
                <a:lnTo>
                  <a:pt x="317" y="313"/>
                </a:lnTo>
                <a:lnTo>
                  <a:pt x="318" y="313"/>
                </a:lnTo>
                <a:lnTo>
                  <a:pt x="319" y="313"/>
                </a:lnTo>
                <a:lnTo>
                  <a:pt x="318" y="313"/>
                </a:lnTo>
                <a:lnTo>
                  <a:pt x="318" y="314"/>
                </a:lnTo>
                <a:lnTo>
                  <a:pt x="318" y="315"/>
                </a:lnTo>
                <a:lnTo>
                  <a:pt x="317" y="315"/>
                </a:lnTo>
                <a:lnTo>
                  <a:pt x="315" y="316"/>
                </a:lnTo>
                <a:lnTo>
                  <a:pt x="315" y="317"/>
                </a:lnTo>
                <a:lnTo>
                  <a:pt x="314" y="316"/>
                </a:lnTo>
                <a:lnTo>
                  <a:pt x="313" y="316"/>
                </a:lnTo>
                <a:lnTo>
                  <a:pt x="312" y="316"/>
                </a:lnTo>
                <a:lnTo>
                  <a:pt x="311" y="316"/>
                </a:lnTo>
                <a:lnTo>
                  <a:pt x="311" y="317"/>
                </a:lnTo>
                <a:lnTo>
                  <a:pt x="311" y="319"/>
                </a:lnTo>
                <a:lnTo>
                  <a:pt x="312" y="320"/>
                </a:lnTo>
                <a:lnTo>
                  <a:pt x="312" y="321"/>
                </a:lnTo>
                <a:lnTo>
                  <a:pt x="311" y="322"/>
                </a:lnTo>
                <a:lnTo>
                  <a:pt x="310" y="322"/>
                </a:lnTo>
                <a:lnTo>
                  <a:pt x="310" y="323"/>
                </a:lnTo>
                <a:lnTo>
                  <a:pt x="309" y="323"/>
                </a:lnTo>
                <a:lnTo>
                  <a:pt x="309" y="322"/>
                </a:lnTo>
                <a:lnTo>
                  <a:pt x="308" y="322"/>
                </a:lnTo>
                <a:lnTo>
                  <a:pt x="307" y="322"/>
                </a:lnTo>
                <a:lnTo>
                  <a:pt x="306" y="321"/>
                </a:lnTo>
                <a:lnTo>
                  <a:pt x="305" y="321"/>
                </a:lnTo>
                <a:lnTo>
                  <a:pt x="304" y="321"/>
                </a:lnTo>
                <a:lnTo>
                  <a:pt x="303" y="322"/>
                </a:lnTo>
                <a:lnTo>
                  <a:pt x="302" y="322"/>
                </a:lnTo>
                <a:lnTo>
                  <a:pt x="301" y="322"/>
                </a:lnTo>
                <a:lnTo>
                  <a:pt x="300" y="321"/>
                </a:lnTo>
                <a:lnTo>
                  <a:pt x="300" y="320"/>
                </a:lnTo>
                <a:lnTo>
                  <a:pt x="299" y="320"/>
                </a:lnTo>
                <a:lnTo>
                  <a:pt x="298" y="320"/>
                </a:lnTo>
                <a:lnTo>
                  <a:pt x="298" y="319"/>
                </a:lnTo>
                <a:lnTo>
                  <a:pt x="298" y="318"/>
                </a:lnTo>
                <a:lnTo>
                  <a:pt x="298" y="317"/>
                </a:lnTo>
                <a:lnTo>
                  <a:pt x="298" y="316"/>
                </a:lnTo>
                <a:lnTo>
                  <a:pt x="298" y="317"/>
                </a:lnTo>
                <a:lnTo>
                  <a:pt x="297" y="316"/>
                </a:lnTo>
                <a:lnTo>
                  <a:pt x="296" y="316"/>
                </a:lnTo>
                <a:lnTo>
                  <a:pt x="296" y="318"/>
                </a:lnTo>
                <a:lnTo>
                  <a:pt x="295" y="318"/>
                </a:lnTo>
                <a:lnTo>
                  <a:pt x="295" y="319"/>
                </a:lnTo>
                <a:lnTo>
                  <a:pt x="294" y="320"/>
                </a:lnTo>
                <a:lnTo>
                  <a:pt x="295" y="322"/>
                </a:lnTo>
                <a:lnTo>
                  <a:pt x="295" y="323"/>
                </a:lnTo>
                <a:lnTo>
                  <a:pt x="296" y="323"/>
                </a:lnTo>
                <a:lnTo>
                  <a:pt x="297" y="323"/>
                </a:lnTo>
                <a:lnTo>
                  <a:pt x="298" y="323"/>
                </a:lnTo>
                <a:lnTo>
                  <a:pt x="298" y="324"/>
                </a:lnTo>
                <a:lnTo>
                  <a:pt x="297" y="324"/>
                </a:lnTo>
                <a:lnTo>
                  <a:pt x="297" y="325"/>
                </a:lnTo>
                <a:lnTo>
                  <a:pt x="297" y="326"/>
                </a:lnTo>
                <a:lnTo>
                  <a:pt x="298" y="326"/>
                </a:lnTo>
                <a:lnTo>
                  <a:pt x="298" y="325"/>
                </a:lnTo>
                <a:lnTo>
                  <a:pt x="299" y="325"/>
                </a:lnTo>
                <a:lnTo>
                  <a:pt x="299" y="326"/>
                </a:lnTo>
                <a:lnTo>
                  <a:pt x="299" y="327"/>
                </a:lnTo>
                <a:lnTo>
                  <a:pt x="299" y="328"/>
                </a:lnTo>
                <a:lnTo>
                  <a:pt x="298" y="328"/>
                </a:lnTo>
                <a:lnTo>
                  <a:pt x="298" y="327"/>
                </a:lnTo>
                <a:lnTo>
                  <a:pt x="295" y="329"/>
                </a:lnTo>
                <a:lnTo>
                  <a:pt x="294" y="329"/>
                </a:lnTo>
                <a:lnTo>
                  <a:pt x="293" y="329"/>
                </a:lnTo>
                <a:lnTo>
                  <a:pt x="292" y="329"/>
                </a:lnTo>
                <a:lnTo>
                  <a:pt x="291" y="330"/>
                </a:lnTo>
                <a:lnTo>
                  <a:pt x="291" y="329"/>
                </a:lnTo>
                <a:lnTo>
                  <a:pt x="290" y="329"/>
                </a:lnTo>
                <a:lnTo>
                  <a:pt x="289" y="329"/>
                </a:lnTo>
                <a:lnTo>
                  <a:pt x="290" y="329"/>
                </a:lnTo>
                <a:lnTo>
                  <a:pt x="290" y="328"/>
                </a:lnTo>
                <a:lnTo>
                  <a:pt x="289" y="328"/>
                </a:lnTo>
                <a:lnTo>
                  <a:pt x="288" y="328"/>
                </a:lnTo>
                <a:lnTo>
                  <a:pt x="288" y="327"/>
                </a:lnTo>
                <a:lnTo>
                  <a:pt x="287" y="326"/>
                </a:lnTo>
                <a:lnTo>
                  <a:pt x="287" y="325"/>
                </a:lnTo>
                <a:lnTo>
                  <a:pt x="288" y="324"/>
                </a:lnTo>
                <a:lnTo>
                  <a:pt x="288" y="323"/>
                </a:lnTo>
                <a:lnTo>
                  <a:pt x="289" y="323"/>
                </a:lnTo>
                <a:lnTo>
                  <a:pt x="289" y="324"/>
                </a:lnTo>
                <a:lnTo>
                  <a:pt x="290" y="324"/>
                </a:lnTo>
                <a:lnTo>
                  <a:pt x="291" y="323"/>
                </a:lnTo>
                <a:lnTo>
                  <a:pt x="291" y="322"/>
                </a:lnTo>
                <a:lnTo>
                  <a:pt x="292" y="321"/>
                </a:lnTo>
                <a:lnTo>
                  <a:pt x="292" y="320"/>
                </a:lnTo>
                <a:lnTo>
                  <a:pt x="291" y="320"/>
                </a:lnTo>
                <a:lnTo>
                  <a:pt x="291" y="319"/>
                </a:lnTo>
                <a:lnTo>
                  <a:pt x="292" y="319"/>
                </a:lnTo>
                <a:lnTo>
                  <a:pt x="292" y="318"/>
                </a:lnTo>
                <a:lnTo>
                  <a:pt x="291" y="319"/>
                </a:lnTo>
                <a:lnTo>
                  <a:pt x="290" y="318"/>
                </a:lnTo>
                <a:lnTo>
                  <a:pt x="291" y="318"/>
                </a:lnTo>
                <a:lnTo>
                  <a:pt x="291" y="317"/>
                </a:lnTo>
                <a:lnTo>
                  <a:pt x="290" y="318"/>
                </a:lnTo>
                <a:lnTo>
                  <a:pt x="286" y="319"/>
                </a:lnTo>
                <a:lnTo>
                  <a:pt x="286" y="318"/>
                </a:lnTo>
                <a:lnTo>
                  <a:pt x="287" y="317"/>
                </a:lnTo>
                <a:lnTo>
                  <a:pt x="288" y="317"/>
                </a:lnTo>
                <a:lnTo>
                  <a:pt x="290" y="316"/>
                </a:lnTo>
                <a:lnTo>
                  <a:pt x="289" y="316"/>
                </a:lnTo>
                <a:lnTo>
                  <a:pt x="288" y="316"/>
                </a:lnTo>
                <a:lnTo>
                  <a:pt x="288" y="317"/>
                </a:lnTo>
                <a:lnTo>
                  <a:pt x="286" y="317"/>
                </a:lnTo>
                <a:lnTo>
                  <a:pt x="286" y="318"/>
                </a:lnTo>
                <a:lnTo>
                  <a:pt x="285" y="318"/>
                </a:lnTo>
                <a:lnTo>
                  <a:pt x="285" y="319"/>
                </a:lnTo>
                <a:lnTo>
                  <a:pt x="284" y="319"/>
                </a:lnTo>
                <a:lnTo>
                  <a:pt x="283" y="318"/>
                </a:lnTo>
                <a:lnTo>
                  <a:pt x="283" y="317"/>
                </a:lnTo>
                <a:lnTo>
                  <a:pt x="283" y="316"/>
                </a:lnTo>
                <a:lnTo>
                  <a:pt x="284" y="316"/>
                </a:lnTo>
                <a:lnTo>
                  <a:pt x="284" y="315"/>
                </a:lnTo>
                <a:lnTo>
                  <a:pt x="284" y="314"/>
                </a:lnTo>
                <a:lnTo>
                  <a:pt x="285" y="314"/>
                </a:lnTo>
                <a:lnTo>
                  <a:pt x="286" y="315"/>
                </a:lnTo>
                <a:lnTo>
                  <a:pt x="287" y="314"/>
                </a:lnTo>
                <a:lnTo>
                  <a:pt x="287" y="313"/>
                </a:lnTo>
                <a:lnTo>
                  <a:pt x="288" y="312"/>
                </a:lnTo>
                <a:lnTo>
                  <a:pt x="287" y="311"/>
                </a:lnTo>
                <a:lnTo>
                  <a:pt x="286" y="311"/>
                </a:lnTo>
                <a:lnTo>
                  <a:pt x="286" y="312"/>
                </a:lnTo>
                <a:lnTo>
                  <a:pt x="285" y="312"/>
                </a:lnTo>
                <a:lnTo>
                  <a:pt x="284" y="311"/>
                </a:lnTo>
                <a:lnTo>
                  <a:pt x="283" y="311"/>
                </a:lnTo>
                <a:lnTo>
                  <a:pt x="283" y="312"/>
                </a:lnTo>
                <a:lnTo>
                  <a:pt x="282" y="312"/>
                </a:lnTo>
                <a:lnTo>
                  <a:pt x="281" y="312"/>
                </a:lnTo>
                <a:lnTo>
                  <a:pt x="280" y="313"/>
                </a:lnTo>
                <a:lnTo>
                  <a:pt x="278" y="314"/>
                </a:lnTo>
                <a:lnTo>
                  <a:pt x="277" y="314"/>
                </a:lnTo>
                <a:lnTo>
                  <a:pt x="277" y="315"/>
                </a:lnTo>
                <a:lnTo>
                  <a:pt x="276" y="315"/>
                </a:lnTo>
                <a:lnTo>
                  <a:pt x="275" y="316"/>
                </a:lnTo>
                <a:lnTo>
                  <a:pt x="274" y="316"/>
                </a:lnTo>
                <a:lnTo>
                  <a:pt x="273" y="316"/>
                </a:lnTo>
                <a:lnTo>
                  <a:pt x="274" y="316"/>
                </a:lnTo>
                <a:lnTo>
                  <a:pt x="275" y="316"/>
                </a:lnTo>
                <a:lnTo>
                  <a:pt x="276" y="316"/>
                </a:lnTo>
                <a:lnTo>
                  <a:pt x="277" y="316"/>
                </a:lnTo>
                <a:lnTo>
                  <a:pt x="277" y="317"/>
                </a:lnTo>
                <a:lnTo>
                  <a:pt x="278" y="317"/>
                </a:lnTo>
                <a:lnTo>
                  <a:pt x="278" y="318"/>
                </a:lnTo>
                <a:lnTo>
                  <a:pt x="279" y="318"/>
                </a:lnTo>
                <a:lnTo>
                  <a:pt x="279" y="319"/>
                </a:lnTo>
                <a:lnTo>
                  <a:pt x="279" y="320"/>
                </a:lnTo>
                <a:lnTo>
                  <a:pt x="280" y="320"/>
                </a:lnTo>
                <a:lnTo>
                  <a:pt x="281" y="320"/>
                </a:lnTo>
                <a:lnTo>
                  <a:pt x="281" y="319"/>
                </a:lnTo>
                <a:lnTo>
                  <a:pt x="282" y="319"/>
                </a:lnTo>
                <a:lnTo>
                  <a:pt x="282" y="320"/>
                </a:lnTo>
                <a:lnTo>
                  <a:pt x="283" y="320"/>
                </a:lnTo>
                <a:lnTo>
                  <a:pt x="283" y="322"/>
                </a:lnTo>
                <a:lnTo>
                  <a:pt x="283" y="323"/>
                </a:lnTo>
                <a:lnTo>
                  <a:pt x="283" y="324"/>
                </a:lnTo>
                <a:lnTo>
                  <a:pt x="282" y="323"/>
                </a:lnTo>
                <a:lnTo>
                  <a:pt x="282" y="324"/>
                </a:lnTo>
                <a:lnTo>
                  <a:pt x="281" y="325"/>
                </a:lnTo>
                <a:lnTo>
                  <a:pt x="280" y="325"/>
                </a:lnTo>
                <a:lnTo>
                  <a:pt x="279" y="326"/>
                </a:lnTo>
                <a:lnTo>
                  <a:pt x="280" y="327"/>
                </a:lnTo>
                <a:lnTo>
                  <a:pt x="280" y="328"/>
                </a:lnTo>
                <a:lnTo>
                  <a:pt x="281" y="328"/>
                </a:lnTo>
                <a:lnTo>
                  <a:pt x="282" y="328"/>
                </a:lnTo>
                <a:lnTo>
                  <a:pt x="282" y="329"/>
                </a:lnTo>
                <a:lnTo>
                  <a:pt x="281" y="329"/>
                </a:lnTo>
                <a:lnTo>
                  <a:pt x="280" y="330"/>
                </a:lnTo>
                <a:lnTo>
                  <a:pt x="277" y="330"/>
                </a:lnTo>
                <a:lnTo>
                  <a:pt x="277" y="331"/>
                </a:lnTo>
                <a:lnTo>
                  <a:pt x="275" y="331"/>
                </a:lnTo>
                <a:lnTo>
                  <a:pt x="275" y="330"/>
                </a:lnTo>
                <a:lnTo>
                  <a:pt x="273" y="331"/>
                </a:lnTo>
                <a:lnTo>
                  <a:pt x="272" y="332"/>
                </a:lnTo>
                <a:lnTo>
                  <a:pt x="273" y="332"/>
                </a:lnTo>
                <a:lnTo>
                  <a:pt x="274" y="332"/>
                </a:lnTo>
                <a:lnTo>
                  <a:pt x="275" y="332"/>
                </a:lnTo>
                <a:lnTo>
                  <a:pt x="276" y="333"/>
                </a:lnTo>
                <a:lnTo>
                  <a:pt x="276" y="334"/>
                </a:lnTo>
                <a:lnTo>
                  <a:pt x="278" y="336"/>
                </a:lnTo>
                <a:lnTo>
                  <a:pt x="279" y="336"/>
                </a:lnTo>
                <a:lnTo>
                  <a:pt x="280" y="336"/>
                </a:lnTo>
                <a:lnTo>
                  <a:pt x="280" y="337"/>
                </a:lnTo>
                <a:lnTo>
                  <a:pt x="281" y="337"/>
                </a:lnTo>
                <a:lnTo>
                  <a:pt x="282" y="338"/>
                </a:lnTo>
                <a:lnTo>
                  <a:pt x="283" y="339"/>
                </a:lnTo>
                <a:lnTo>
                  <a:pt x="284" y="339"/>
                </a:lnTo>
                <a:lnTo>
                  <a:pt x="284" y="338"/>
                </a:lnTo>
                <a:lnTo>
                  <a:pt x="284" y="337"/>
                </a:lnTo>
                <a:lnTo>
                  <a:pt x="283" y="336"/>
                </a:lnTo>
                <a:lnTo>
                  <a:pt x="284" y="336"/>
                </a:lnTo>
                <a:lnTo>
                  <a:pt x="285" y="335"/>
                </a:lnTo>
                <a:lnTo>
                  <a:pt x="286" y="335"/>
                </a:lnTo>
                <a:lnTo>
                  <a:pt x="287" y="335"/>
                </a:lnTo>
                <a:lnTo>
                  <a:pt x="286" y="336"/>
                </a:lnTo>
                <a:lnTo>
                  <a:pt x="286" y="337"/>
                </a:lnTo>
                <a:lnTo>
                  <a:pt x="285" y="337"/>
                </a:lnTo>
                <a:lnTo>
                  <a:pt x="285" y="338"/>
                </a:lnTo>
                <a:lnTo>
                  <a:pt x="285" y="340"/>
                </a:lnTo>
                <a:lnTo>
                  <a:pt x="284" y="340"/>
                </a:lnTo>
                <a:lnTo>
                  <a:pt x="283" y="340"/>
                </a:lnTo>
                <a:lnTo>
                  <a:pt x="283" y="341"/>
                </a:lnTo>
                <a:lnTo>
                  <a:pt x="283" y="342"/>
                </a:lnTo>
                <a:lnTo>
                  <a:pt x="283" y="343"/>
                </a:lnTo>
                <a:lnTo>
                  <a:pt x="284" y="343"/>
                </a:lnTo>
                <a:lnTo>
                  <a:pt x="284" y="344"/>
                </a:lnTo>
                <a:lnTo>
                  <a:pt x="285" y="344"/>
                </a:lnTo>
                <a:lnTo>
                  <a:pt x="285" y="343"/>
                </a:lnTo>
                <a:lnTo>
                  <a:pt x="285" y="344"/>
                </a:lnTo>
                <a:lnTo>
                  <a:pt x="285" y="345"/>
                </a:lnTo>
                <a:lnTo>
                  <a:pt x="286" y="345"/>
                </a:lnTo>
                <a:lnTo>
                  <a:pt x="287" y="344"/>
                </a:lnTo>
                <a:lnTo>
                  <a:pt x="287" y="345"/>
                </a:lnTo>
                <a:lnTo>
                  <a:pt x="288" y="345"/>
                </a:lnTo>
                <a:lnTo>
                  <a:pt x="287" y="345"/>
                </a:lnTo>
                <a:lnTo>
                  <a:pt x="286" y="345"/>
                </a:lnTo>
                <a:lnTo>
                  <a:pt x="286" y="346"/>
                </a:lnTo>
                <a:lnTo>
                  <a:pt x="284" y="346"/>
                </a:lnTo>
                <a:lnTo>
                  <a:pt x="283" y="346"/>
                </a:lnTo>
                <a:lnTo>
                  <a:pt x="283" y="345"/>
                </a:lnTo>
                <a:lnTo>
                  <a:pt x="283" y="344"/>
                </a:lnTo>
                <a:lnTo>
                  <a:pt x="282" y="344"/>
                </a:lnTo>
                <a:lnTo>
                  <a:pt x="281" y="344"/>
                </a:lnTo>
                <a:lnTo>
                  <a:pt x="280" y="345"/>
                </a:lnTo>
                <a:lnTo>
                  <a:pt x="279" y="345"/>
                </a:lnTo>
                <a:lnTo>
                  <a:pt x="279" y="344"/>
                </a:lnTo>
                <a:lnTo>
                  <a:pt x="277" y="345"/>
                </a:lnTo>
                <a:lnTo>
                  <a:pt x="276" y="346"/>
                </a:lnTo>
                <a:lnTo>
                  <a:pt x="276" y="347"/>
                </a:lnTo>
                <a:lnTo>
                  <a:pt x="277" y="347"/>
                </a:lnTo>
                <a:lnTo>
                  <a:pt x="277" y="348"/>
                </a:lnTo>
                <a:lnTo>
                  <a:pt x="277" y="349"/>
                </a:lnTo>
                <a:lnTo>
                  <a:pt x="277" y="350"/>
                </a:lnTo>
                <a:lnTo>
                  <a:pt x="278" y="350"/>
                </a:lnTo>
                <a:lnTo>
                  <a:pt x="278" y="351"/>
                </a:lnTo>
                <a:lnTo>
                  <a:pt x="279" y="351"/>
                </a:lnTo>
                <a:lnTo>
                  <a:pt x="282" y="351"/>
                </a:lnTo>
                <a:lnTo>
                  <a:pt x="283" y="351"/>
                </a:lnTo>
                <a:lnTo>
                  <a:pt x="284" y="352"/>
                </a:lnTo>
                <a:lnTo>
                  <a:pt x="284" y="353"/>
                </a:lnTo>
                <a:lnTo>
                  <a:pt x="283" y="353"/>
                </a:lnTo>
                <a:lnTo>
                  <a:pt x="282" y="353"/>
                </a:lnTo>
                <a:lnTo>
                  <a:pt x="281" y="353"/>
                </a:lnTo>
                <a:lnTo>
                  <a:pt x="280" y="353"/>
                </a:lnTo>
                <a:lnTo>
                  <a:pt x="279" y="353"/>
                </a:lnTo>
                <a:lnTo>
                  <a:pt x="279" y="354"/>
                </a:lnTo>
                <a:lnTo>
                  <a:pt x="278" y="354"/>
                </a:lnTo>
                <a:lnTo>
                  <a:pt x="277" y="353"/>
                </a:lnTo>
                <a:lnTo>
                  <a:pt x="276" y="353"/>
                </a:lnTo>
                <a:lnTo>
                  <a:pt x="276" y="352"/>
                </a:lnTo>
                <a:lnTo>
                  <a:pt x="275" y="351"/>
                </a:lnTo>
                <a:lnTo>
                  <a:pt x="274" y="351"/>
                </a:lnTo>
                <a:lnTo>
                  <a:pt x="273" y="352"/>
                </a:lnTo>
                <a:lnTo>
                  <a:pt x="272" y="352"/>
                </a:lnTo>
                <a:lnTo>
                  <a:pt x="272" y="353"/>
                </a:lnTo>
                <a:lnTo>
                  <a:pt x="271" y="353"/>
                </a:lnTo>
                <a:lnTo>
                  <a:pt x="270" y="353"/>
                </a:lnTo>
                <a:lnTo>
                  <a:pt x="270" y="354"/>
                </a:lnTo>
                <a:lnTo>
                  <a:pt x="269" y="354"/>
                </a:lnTo>
                <a:lnTo>
                  <a:pt x="268" y="353"/>
                </a:lnTo>
                <a:lnTo>
                  <a:pt x="267" y="354"/>
                </a:lnTo>
                <a:lnTo>
                  <a:pt x="266" y="355"/>
                </a:lnTo>
                <a:lnTo>
                  <a:pt x="265" y="355"/>
                </a:lnTo>
                <a:lnTo>
                  <a:pt x="264" y="355"/>
                </a:lnTo>
                <a:lnTo>
                  <a:pt x="263" y="355"/>
                </a:lnTo>
                <a:lnTo>
                  <a:pt x="262" y="355"/>
                </a:lnTo>
                <a:lnTo>
                  <a:pt x="262" y="356"/>
                </a:lnTo>
                <a:lnTo>
                  <a:pt x="261" y="356"/>
                </a:lnTo>
                <a:lnTo>
                  <a:pt x="260" y="356"/>
                </a:lnTo>
                <a:lnTo>
                  <a:pt x="259" y="356"/>
                </a:lnTo>
                <a:lnTo>
                  <a:pt x="258" y="356"/>
                </a:lnTo>
                <a:lnTo>
                  <a:pt x="258" y="355"/>
                </a:lnTo>
                <a:lnTo>
                  <a:pt x="258" y="354"/>
                </a:lnTo>
                <a:lnTo>
                  <a:pt x="258" y="353"/>
                </a:lnTo>
                <a:lnTo>
                  <a:pt x="258" y="352"/>
                </a:lnTo>
                <a:lnTo>
                  <a:pt x="257" y="352"/>
                </a:lnTo>
                <a:lnTo>
                  <a:pt x="257" y="351"/>
                </a:lnTo>
                <a:lnTo>
                  <a:pt x="256" y="351"/>
                </a:lnTo>
                <a:lnTo>
                  <a:pt x="256" y="350"/>
                </a:lnTo>
                <a:lnTo>
                  <a:pt x="257" y="349"/>
                </a:lnTo>
                <a:lnTo>
                  <a:pt x="258" y="348"/>
                </a:lnTo>
                <a:lnTo>
                  <a:pt x="258" y="347"/>
                </a:lnTo>
                <a:lnTo>
                  <a:pt x="258" y="346"/>
                </a:lnTo>
                <a:lnTo>
                  <a:pt x="257" y="346"/>
                </a:lnTo>
                <a:lnTo>
                  <a:pt x="257" y="345"/>
                </a:lnTo>
                <a:lnTo>
                  <a:pt x="256" y="345"/>
                </a:lnTo>
                <a:lnTo>
                  <a:pt x="255" y="345"/>
                </a:lnTo>
                <a:lnTo>
                  <a:pt x="256" y="345"/>
                </a:lnTo>
                <a:lnTo>
                  <a:pt x="256" y="346"/>
                </a:lnTo>
                <a:lnTo>
                  <a:pt x="256" y="347"/>
                </a:lnTo>
                <a:lnTo>
                  <a:pt x="256" y="348"/>
                </a:lnTo>
                <a:lnTo>
                  <a:pt x="255" y="349"/>
                </a:lnTo>
                <a:lnTo>
                  <a:pt x="254" y="350"/>
                </a:lnTo>
                <a:lnTo>
                  <a:pt x="254" y="351"/>
                </a:lnTo>
                <a:lnTo>
                  <a:pt x="255" y="351"/>
                </a:lnTo>
                <a:lnTo>
                  <a:pt x="256" y="351"/>
                </a:lnTo>
                <a:lnTo>
                  <a:pt x="256" y="352"/>
                </a:lnTo>
                <a:lnTo>
                  <a:pt x="256" y="353"/>
                </a:lnTo>
                <a:lnTo>
                  <a:pt x="256" y="354"/>
                </a:lnTo>
                <a:lnTo>
                  <a:pt x="256" y="355"/>
                </a:lnTo>
                <a:lnTo>
                  <a:pt x="255" y="355"/>
                </a:lnTo>
                <a:lnTo>
                  <a:pt x="254" y="356"/>
                </a:lnTo>
                <a:lnTo>
                  <a:pt x="253" y="356"/>
                </a:lnTo>
                <a:lnTo>
                  <a:pt x="253" y="355"/>
                </a:lnTo>
                <a:lnTo>
                  <a:pt x="253" y="356"/>
                </a:lnTo>
                <a:lnTo>
                  <a:pt x="252" y="356"/>
                </a:lnTo>
                <a:lnTo>
                  <a:pt x="253" y="356"/>
                </a:lnTo>
                <a:lnTo>
                  <a:pt x="253" y="357"/>
                </a:lnTo>
                <a:lnTo>
                  <a:pt x="252" y="358"/>
                </a:lnTo>
                <a:lnTo>
                  <a:pt x="253" y="359"/>
                </a:lnTo>
                <a:lnTo>
                  <a:pt x="253" y="360"/>
                </a:lnTo>
                <a:lnTo>
                  <a:pt x="254" y="360"/>
                </a:lnTo>
                <a:lnTo>
                  <a:pt x="254" y="361"/>
                </a:lnTo>
                <a:lnTo>
                  <a:pt x="254" y="362"/>
                </a:lnTo>
                <a:lnTo>
                  <a:pt x="256" y="361"/>
                </a:lnTo>
                <a:lnTo>
                  <a:pt x="257" y="361"/>
                </a:lnTo>
                <a:lnTo>
                  <a:pt x="258" y="362"/>
                </a:lnTo>
                <a:lnTo>
                  <a:pt x="259" y="361"/>
                </a:lnTo>
                <a:lnTo>
                  <a:pt x="259" y="360"/>
                </a:lnTo>
                <a:lnTo>
                  <a:pt x="260" y="359"/>
                </a:lnTo>
                <a:lnTo>
                  <a:pt x="261" y="359"/>
                </a:lnTo>
                <a:lnTo>
                  <a:pt x="260" y="360"/>
                </a:lnTo>
                <a:lnTo>
                  <a:pt x="260" y="361"/>
                </a:lnTo>
                <a:lnTo>
                  <a:pt x="260" y="360"/>
                </a:lnTo>
                <a:lnTo>
                  <a:pt x="260" y="361"/>
                </a:lnTo>
                <a:lnTo>
                  <a:pt x="260" y="362"/>
                </a:lnTo>
                <a:lnTo>
                  <a:pt x="260" y="363"/>
                </a:lnTo>
                <a:lnTo>
                  <a:pt x="261" y="364"/>
                </a:lnTo>
                <a:lnTo>
                  <a:pt x="262" y="364"/>
                </a:lnTo>
                <a:lnTo>
                  <a:pt x="262" y="363"/>
                </a:lnTo>
                <a:lnTo>
                  <a:pt x="263" y="363"/>
                </a:lnTo>
                <a:lnTo>
                  <a:pt x="263" y="364"/>
                </a:lnTo>
                <a:lnTo>
                  <a:pt x="264" y="364"/>
                </a:lnTo>
                <a:lnTo>
                  <a:pt x="264" y="363"/>
                </a:lnTo>
                <a:lnTo>
                  <a:pt x="265" y="364"/>
                </a:lnTo>
                <a:lnTo>
                  <a:pt x="265" y="365"/>
                </a:lnTo>
                <a:lnTo>
                  <a:pt x="265" y="366"/>
                </a:lnTo>
                <a:lnTo>
                  <a:pt x="264" y="367"/>
                </a:lnTo>
                <a:lnTo>
                  <a:pt x="263" y="367"/>
                </a:lnTo>
                <a:lnTo>
                  <a:pt x="263" y="368"/>
                </a:lnTo>
                <a:lnTo>
                  <a:pt x="263" y="369"/>
                </a:lnTo>
                <a:lnTo>
                  <a:pt x="262" y="369"/>
                </a:lnTo>
                <a:lnTo>
                  <a:pt x="262" y="368"/>
                </a:lnTo>
                <a:lnTo>
                  <a:pt x="261" y="369"/>
                </a:lnTo>
                <a:lnTo>
                  <a:pt x="261" y="370"/>
                </a:lnTo>
                <a:lnTo>
                  <a:pt x="261" y="371"/>
                </a:lnTo>
                <a:lnTo>
                  <a:pt x="261" y="372"/>
                </a:lnTo>
                <a:lnTo>
                  <a:pt x="260" y="372"/>
                </a:lnTo>
                <a:lnTo>
                  <a:pt x="259" y="373"/>
                </a:lnTo>
                <a:lnTo>
                  <a:pt x="258" y="374"/>
                </a:lnTo>
                <a:lnTo>
                  <a:pt x="258" y="375"/>
                </a:lnTo>
                <a:lnTo>
                  <a:pt x="256" y="375"/>
                </a:lnTo>
                <a:lnTo>
                  <a:pt x="256" y="374"/>
                </a:lnTo>
                <a:lnTo>
                  <a:pt x="256" y="373"/>
                </a:lnTo>
                <a:lnTo>
                  <a:pt x="255" y="372"/>
                </a:lnTo>
                <a:lnTo>
                  <a:pt x="254" y="373"/>
                </a:lnTo>
                <a:lnTo>
                  <a:pt x="253" y="374"/>
                </a:lnTo>
                <a:lnTo>
                  <a:pt x="253" y="376"/>
                </a:lnTo>
                <a:lnTo>
                  <a:pt x="253" y="377"/>
                </a:lnTo>
                <a:lnTo>
                  <a:pt x="253" y="378"/>
                </a:lnTo>
                <a:lnTo>
                  <a:pt x="254" y="379"/>
                </a:lnTo>
                <a:lnTo>
                  <a:pt x="254" y="380"/>
                </a:lnTo>
                <a:lnTo>
                  <a:pt x="255" y="380"/>
                </a:lnTo>
                <a:lnTo>
                  <a:pt x="255" y="379"/>
                </a:lnTo>
                <a:lnTo>
                  <a:pt x="256" y="378"/>
                </a:lnTo>
                <a:lnTo>
                  <a:pt x="256" y="379"/>
                </a:lnTo>
                <a:lnTo>
                  <a:pt x="256" y="380"/>
                </a:lnTo>
                <a:lnTo>
                  <a:pt x="256" y="381"/>
                </a:lnTo>
                <a:lnTo>
                  <a:pt x="256" y="382"/>
                </a:lnTo>
                <a:lnTo>
                  <a:pt x="255" y="382"/>
                </a:lnTo>
                <a:lnTo>
                  <a:pt x="256" y="383"/>
                </a:lnTo>
                <a:lnTo>
                  <a:pt x="255" y="384"/>
                </a:lnTo>
                <a:lnTo>
                  <a:pt x="254" y="384"/>
                </a:lnTo>
                <a:lnTo>
                  <a:pt x="253" y="385"/>
                </a:lnTo>
                <a:lnTo>
                  <a:pt x="253" y="386"/>
                </a:lnTo>
                <a:lnTo>
                  <a:pt x="254" y="386"/>
                </a:lnTo>
                <a:lnTo>
                  <a:pt x="253" y="386"/>
                </a:lnTo>
                <a:lnTo>
                  <a:pt x="252" y="386"/>
                </a:lnTo>
                <a:lnTo>
                  <a:pt x="252" y="387"/>
                </a:lnTo>
                <a:lnTo>
                  <a:pt x="251" y="387"/>
                </a:lnTo>
                <a:lnTo>
                  <a:pt x="251" y="388"/>
                </a:lnTo>
                <a:lnTo>
                  <a:pt x="250" y="388"/>
                </a:lnTo>
                <a:lnTo>
                  <a:pt x="250" y="389"/>
                </a:lnTo>
                <a:lnTo>
                  <a:pt x="249" y="389"/>
                </a:lnTo>
                <a:lnTo>
                  <a:pt x="248" y="389"/>
                </a:lnTo>
                <a:lnTo>
                  <a:pt x="247" y="390"/>
                </a:lnTo>
                <a:lnTo>
                  <a:pt x="247" y="391"/>
                </a:lnTo>
                <a:lnTo>
                  <a:pt x="246" y="391"/>
                </a:lnTo>
                <a:lnTo>
                  <a:pt x="246" y="389"/>
                </a:lnTo>
                <a:lnTo>
                  <a:pt x="247" y="388"/>
                </a:lnTo>
                <a:lnTo>
                  <a:pt x="247" y="387"/>
                </a:lnTo>
                <a:lnTo>
                  <a:pt x="247" y="386"/>
                </a:lnTo>
                <a:lnTo>
                  <a:pt x="246" y="384"/>
                </a:lnTo>
                <a:lnTo>
                  <a:pt x="246" y="383"/>
                </a:lnTo>
                <a:lnTo>
                  <a:pt x="244" y="382"/>
                </a:lnTo>
                <a:lnTo>
                  <a:pt x="243" y="381"/>
                </a:lnTo>
                <a:lnTo>
                  <a:pt x="241" y="380"/>
                </a:lnTo>
                <a:lnTo>
                  <a:pt x="240" y="380"/>
                </a:lnTo>
                <a:lnTo>
                  <a:pt x="240" y="379"/>
                </a:lnTo>
                <a:lnTo>
                  <a:pt x="239" y="379"/>
                </a:lnTo>
                <a:lnTo>
                  <a:pt x="239" y="378"/>
                </a:lnTo>
                <a:lnTo>
                  <a:pt x="238" y="378"/>
                </a:lnTo>
                <a:lnTo>
                  <a:pt x="237" y="378"/>
                </a:lnTo>
                <a:lnTo>
                  <a:pt x="235" y="379"/>
                </a:lnTo>
                <a:lnTo>
                  <a:pt x="235" y="378"/>
                </a:lnTo>
                <a:lnTo>
                  <a:pt x="235" y="377"/>
                </a:lnTo>
                <a:lnTo>
                  <a:pt x="235" y="376"/>
                </a:lnTo>
                <a:lnTo>
                  <a:pt x="235" y="375"/>
                </a:lnTo>
                <a:lnTo>
                  <a:pt x="236" y="375"/>
                </a:lnTo>
                <a:lnTo>
                  <a:pt x="235" y="375"/>
                </a:lnTo>
                <a:lnTo>
                  <a:pt x="235" y="374"/>
                </a:lnTo>
                <a:lnTo>
                  <a:pt x="236" y="374"/>
                </a:lnTo>
                <a:lnTo>
                  <a:pt x="235" y="373"/>
                </a:lnTo>
                <a:lnTo>
                  <a:pt x="235" y="372"/>
                </a:lnTo>
                <a:lnTo>
                  <a:pt x="234" y="371"/>
                </a:lnTo>
                <a:lnTo>
                  <a:pt x="234" y="372"/>
                </a:lnTo>
                <a:lnTo>
                  <a:pt x="234" y="374"/>
                </a:lnTo>
                <a:lnTo>
                  <a:pt x="235" y="374"/>
                </a:lnTo>
                <a:lnTo>
                  <a:pt x="234" y="374"/>
                </a:lnTo>
                <a:lnTo>
                  <a:pt x="234" y="375"/>
                </a:lnTo>
                <a:lnTo>
                  <a:pt x="234" y="374"/>
                </a:lnTo>
                <a:lnTo>
                  <a:pt x="234" y="375"/>
                </a:lnTo>
                <a:lnTo>
                  <a:pt x="234" y="376"/>
                </a:lnTo>
                <a:lnTo>
                  <a:pt x="233" y="376"/>
                </a:lnTo>
                <a:lnTo>
                  <a:pt x="233" y="377"/>
                </a:lnTo>
                <a:lnTo>
                  <a:pt x="233" y="378"/>
                </a:lnTo>
                <a:lnTo>
                  <a:pt x="234" y="379"/>
                </a:lnTo>
                <a:lnTo>
                  <a:pt x="234" y="380"/>
                </a:lnTo>
                <a:lnTo>
                  <a:pt x="233" y="381"/>
                </a:lnTo>
                <a:lnTo>
                  <a:pt x="232" y="381"/>
                </a:lnTo>
                <a:lnTo>
                  <a:pt x="231" y="382"/>
                </a:lnTo>
                <a:lnTo>
                  <a:pt x="230" y="382"/>
                </a:lnTo>
                <a:lnTo>
                  <a:pt x="229" y="383"/>
                </a:lnTo>
                <a:lnTo>
                  <a:pt x="228" y="383"/>
                </a:lnTo>
                <a:lnTo>
                  <a:pt x="228" y="384"/>
                </a:lnTo>
                <a:lnTo>
                  <a:pt x="227" y="384"/>
                </a:lnTo>
                <a:lnTo>
                  <a:pt x="227" y="383"/>
                </a:lnTo>
                <a:lnTo>
                  <a:pt x="226" y="383"/>
                </a:lnTo>
                <a:lnTo>
                  <a:pt x="225" y="384"/>
                </a:lnTo>
                <a:lnTo>
                  <a:pt x="224" y="384"/>
                </a:lnTo>
                <a:lnTo>
                  <a:pt x="224" y="383"/>
                </a:lnTo>
                <a:lnTo>
                  <a:pt x="223" y="383"/>
                </a:lnTo>
                <a:lnTo>
                  <a:pt x="223" y="384"/>
                </a:lnTo>
                <a:lnTo>
                  <a:pt x="222" y="383"/>
                </a:lnTo>
                <a:lnTo>
                  <a:pt x="221" y="383"/>
                </a:lnTo>
                <a:lnTo>
                  <a:pt x="221" y="384"/>
                </a:lnTo>
                <a:lnTo>
                  <a:pt x="221" y="385"/>
                </a:lnTo>
                <a:lnTo>
                  <a:pt x="219" y="386"/>
                </a:lnTo>
                <a:lnTo>
                  <a:pt x="218" y="386"/>
                </a:lnTo>
                <a:lnTo>
                  <a:pt x="217" y="387"/>
                </a:lnTo>
                <a:lnTo>
                  <a:pt x="218" y="387"/>
                </a:lnTo>
                <a:lnTo>
                  <a:pt x="217" y="388"/>
                </a:lnTo>
                <a:lnTo>
                  <a:pt x="215" y="388"/>
                </a:lnTo>
                <a:lnTo>
                  <a:pt x="215" y="387"/>
                </a:lnTo>
                <a:lnTo>
                  <a:pt x="214" y="387"/>
                </a:lnTo>
                <a:lnTo>
                  <a:pt x="213" y="386"/>
                </a:lnTo>
                <a:lnTo>
                  <a:pt x="212" y="385"/>
                </a:lnTo>
                <a:lnTo>
                  <a:pt x="212" y="384"/>
                </a:lnTo>
                <a:lnTo>
                  <a:pt x="212" y="382"/>
                </a:lnTo>
                <a:lnTo>
                  <a:pt x="212" y="381"/>
                </a:lnTo>
                <a:lnTo>
                  <a:pt x="212" y="379"/>
                </a:lnTo>
                <a:lnTo>
                  <a:pt x="211" y="379"/>
                </a:lnTo>
                <a:lnTo>
                  <a:pt x="211" y="378"/>
                </a:lnTo>
                <a:lnTo>
                  <a:pt x="212" y="378"/>
                </a:lnTo>
                <a:lnTo>
                  <a:pt x="213" y="377"/>
                </a:lnTo>
                <a:lnTo>
                  <a:pt x="213" y="376"/>
                </a:lnTo>
                <a:lnTo>
                  <a:pt x="212" y="376"/>
                </a:lnTo>
                <a:lnTo>
                  <a:pt x="212" y="375"/>
                </a:lnTo>
                <a:lnTo>
                  <a:pt x="211" y="375"/>
                </a:lnTo>
                <a:lnTo>
                  <a:pt x="211" y="376"/>
                </a:lnTo>
                <a:lnTo>
                  <a:pt x="211" y="377"/>
                </a:lnTo>
                <a:lnTo>
                  <a:pt x="210" y="378"/>
                </a:lnTo>
                <a:lnTo>
                  <a:pt x="209" y="377"/>
                </a:lnTo>
                <a:lnTo>
                  <a:pt x="208" y="377"/>
                </a:lnTo>
                <a:lnTo>
                  <a:pt x="209" y="377"/>
                </a:lnTo>
                <a:lnTo>
                  <a:pt x="209" y="378"/>
                </a:lnTo>
                <a:lnTo>
                  <a:pt x="208" y="378"/>
                </a:lnTo>
                <a:lnTo>
                  <a:pt x="208" y="379"/>
                </a:lnTo>
                <a:lnTo>
                  <a:pt x="208" y="380"/>
                </a:lnTo>
                <a:lnTo>
                  <a:pt x="207" y="381"/>
                </a:lnTo>
                <a:lnTo>
                  <a:pt x="206" y="382"/>
                </a:lnTo>
                <a:lnTo>
                  <a:pt x="205" y="383"/>
                </a:lnTo>
                <a:lnTo>
                  <a:pt x="205" y="384"/>
                </a:lnTo>
                <a:lnTo>
                  <a:pt x="204" y="385"/>
                </a:lnTo>
                <a:lnTo>
                  <a:pt x="203" y="385"/>
                </a:lnTo>
                <a:lnTo>
                  <a:pt x="201" y="385"/>
                </a:lnTo>
                <a:lnTo>
                  <a:pt x="200" y="386"/>
                </a:lnTo>
                <a:lnTo>
                  <a:pt x="199" y="386"/>
                </a:lnTo>
                <a:lnTo>
                  <a:pt x="198" y="386"/>
                </a:lnTo>
                <a:lnTo>
                  <a:pt x="198" y="388"/>
                </a:lnTo>
                <a:lnTo>
                  <a:pt x="198" y="389"/>
                </a:lnTo>
                <a:lnTo>
                  <a:pt x="199" y="389"/>
                </a:lnTo>
                <a:lnTo>
                  <a:pt x="199" y="388"/>
                </a:lnTo>
                <a:lnTo>
                  <a:pt x="201" y="391"/>
                </a:lnTo>
                <a:lnTo>
                  <a:pt x="200" y="392"/>
                </a:lnTo>
                <a:lnTo>
                  <a:pt x="199" y="393"/>
                </a:lnTo>
                <a:lnTo>
                  <a:pt x="198" y="394"/>
                </a:lnTo>
                <a:lnTo>
                  <a:pt x="198" y="395"/>
                </a:lnTo>
                <a:lnTo>
                  <a:pt x="198" y="396"/>
                </a:lnTo>
                <a:lnTo>
                  <a:pt x="199" y="397"/>
                </a:lnTo>
                <a:lnTo>
                  <a:pt x="199" y="398"/>
                </a:lnTo>
                <a:lnTo>
                  <a:pt x="197" y="398"/>
                </a:lnTo>
                <a:lnTo>
                  <a:pt x="197" y="397"/>
                </a:lnTo>
                <a:lnTo>
                  <a:pt x="193" y="397"/>
                </a:lnTo>
                <a:lnTo>
                  <a:pt x="191" y="396"/>
                </a:lnTo>
                <a:lnTo>
                  <a:pt x="191" y="395"/>
                </a:lnTo>
                <a:lnTo>
                  <a:pt x="190" y="395"/>
                </a:lnTo>
                <a:lnTo>
                  <a:pt x="188" y="394"/>
                </a:lnTo>
                <a:lnTo>
                  <a:pt x="187" y="394"/>
                </a:lnTo>
                <a:lnTo>
                  <a:pt x="186" y="394"/>
                </a:lnTo>
                <a:lnTo>
                  <a:pt x="186" y="395"/>
                </a:lnTo>
                <a:lnTo>
                  <a:pt x="187" y="396"/>
                </a:lnTo>
                <a:lnTo>
                  <a:pt x="187" y="397"/>
                </a:lnTo>
                <a:lnTo>
                  <a:pt x="186" y="398"/>
                </a:lnTo>
                <a:lnTo>
                  <a:pt x="185" y="399"/>
                </a:lnTo>
                <a:lnTo>
                  <a:pt x="184" y="399"/>
                </a:lnTo>
                <a:lnTo>
                  <a:pt x="185" y="399"/>
                </a:lnTo>
                <a:lnTo>
                  <a:pt x="185" y="400"/>
                </a:lnTo>
                <a:lnTo>
                  <a:pt x="186" y="401"/>
                </a:lnTo>
                <a:lnTo>
                  <a:pt x="185" y="401"/>
                </a:lnTo>
                <a:lnTo>
                  <a:pt x="186" y="402"/>
                </a:lnTo>
                <a:lnTo>
                  <a:pt x="186" y="403"/>
                </a:lnTo>
                <a:lnTo>
                  <a:pt x="188" y="403"/>
                </a:lnTo>
                <a:lnTo>
                  <a:pt x="189" y="402"/>
                </a:lnTo>
                <a:lnTo>
                  <a:pt x="191" y="402"/>
                </a:lnTo>
                <a:lnTo>
                  <a:pt x="193" y="402"/>
                </a:lnTo>
                <a:lnTo>
                  <a:pt x="194" y="402"/>
                </a:lnTo>
                <a:lnTo>
                  <a:pt x="194" y="401"/>
                </a:lnTo>
                <a:lnTo>
                  <a:pt x="195" y="401"/>
                </a:lnTo>
                <a:lnTo>
                  <a:pt x="197" y="401"/>
                </a:lnTo>
                <a:lnTo>
                  <a:pt x="198" y="401"/>
                </a:lnTo>
                <a:lnTo>
                  <a:pt x="199" y="401"/>
                </a:lnTo>
                <a:lnTo>
                  <a:pt x="201" y="401"/>
                </a:lnTo>
                <a:lnTo>
                  <a:pt x="201" y="402"/>
                </a:lnTo>
                <a:lnTo>
                  <a:pt x="201" y="403"/>
                </a:lnTo>
                <a:lnTo>
                  <a:pt x="200" y="403"/>
                </a:lnTo>
                <a:lnTo>
                  <a:pt x="200" y="404"/>
                </a:lnTo>
                <a:lnTo>
                  <a:pt x="200" y="405"/>
                </a:lnTo>
                <a:lnTo>
                  <a:pt x="200" y="406"/>
                </a:lnTo>
                <a:lnTo>
                  <a:pt x="199" y="406"/>
                </a:lnTo>
                <a:lnTo>
                  <a:pt x="199" y="407"/>
                </a:lnTo>
                <a:lnTo>
                  <a:pt x="198" y="407"/>
                </a:lnTo>
                <a:lnTo>
                  <a:pt x="198" y="408"/>
                </a:lnTo>
                <a:lnTo>
                  <a:pt x="199" y="408"/>
                </a:lnTo>
                <a:lnTo>
                  <a:pt x="199" y="407"/>
                </a:lnTo>
                <a:lnTo>
                  <a:pt x="200" y="407"/>
                </a:lnTo>
                <a:lnTo>
                  <a:pt x="202" y="406"/>
                </a:lnTo>
                <a:lnTo>
                  <a:pt x="204" y="406"/>
                </a:lnTo>
                <a:lnTo>
                  <a:pt x="205" y="407"/>
                </a:lnTo>
                <a:lnTo>
                  <a:pt x="205" y="408"/>
                </a:lnTo>
                <a:lnTo>
                  <a:pt x="205" y="409"/>
                </a:lnTo>
                <a:lnTo>
                  <a:pt x="205" y="410"/>
                </a:lnTo>
                <a:lnTo>
                  <a:pt x="205" y="411"/>
                </a:lnTo>
                <a:lnTo>
                  <a:pt x="206" y="411"/>
                </a:lnTo>
                <a:lnTo>
                  <a:pt x="207" y="412"/>
                </a:lnTo>
                <a:lnTo>
                  <a:pt x="206" y="412"/>
                </a:lnTo>
                <a:lnTo>
                  <a:pt x="206" y="413"/>
                </a:lnTo>
                <a:lnTo>
                  <a:pt x="207" y="414"/>
                </a:lnTo>
                <a:lnTo>
                  <a:pt x="207" y="415"/>
                </a:lnTo>
                <a:lnTo>
                  <a:pt x="208" y="415"/>
                </a:lnTo>
                <a:lnTo>
                  <a:pt x="207" y="416"/>
                </a:lnTo>
                <a:lnTo>
                  <a:pt x="206" y="416"/>
                </a:lnTo>
                <a:lnTo>
                  <a:pt x="206" y="415"/>
                </a:lnTo>
                <a:lnTo>
                  <a:pt x="205" y="416"/>
                </a:lnTo>
                <a:lnTo>
                  <a:pt x="204" y="416"/>
                </a:lnTo>
                <a:lnTo>
                  <a:pt x="204" y="417"/>
                </a:lnTo>
                <a:lnTo>
                  <a:pt x="202" y="417"/>
                </a:lnTo>
                <a:lnTo>
                  <a:pt x="201" y="417"/>
                </a:lnTo>
                <a:lnTo>
                  <a:pt x="200" y="418"/>
                </a:lnTo>
                <a:lnTo>
                  <a:pt x="200" y="419"/>
                </a:lnTo>
                <a:lnTo>
                  <a:pt x="199" y="419"/>
                </a:lnTo>
                <a:lnTo>
                  <a:pt x="199" y="420"/>
                </a:lnTo>
                <a:lnTo>
                  <a:pt x="198" y="421"/>
                </a:lnTo>
                <a:lnTo>
                  <a:pt x="197" y="421"/>
                </a:lnTo>
                <a:lnTo>
                  <a:pt x="197" y="422"/>
                </a:lnTo>
                <a:lnTo>
                  <a:pt x="196" y="422"/>
                </a:lnTo>
                <a:lnTo>
                  <a:pt x="195" y="423"/>
                </a:lnTo>
                <a:lnTo>
                  <a:pt x="195" y="424"/>
                </a:lnTo>
                <a:lnTo>
                  <a:pt x="194" y="424"/>
                </a:lnTo>
                <a:lnTo>
                  <a:pt x="193" y="425"/>
                </a:lnTo>
                <a:lnTo>
                  <a:pt x="193" y="426"/>
                </a:lnTo>
                <a:lnTo>
                  <a:pt x="192" y="427"/>
                </a:lnTo>
                <a:lnTo>
                  <a:pt x="192" y="426"/>
                </a:lnTo>
                <a:lnTo>
                  <a:pt x="192" y="425"/>
                </a:lnTo>
                <a:lnTo>
                  <a:pt x="193" y="424"/>
                </a:lnTo>
                <a:lnTo>
                  <a:pt x="192" y="424"/>
                </a:lnTo>
                <a:lnTo>
                  <a:pt x="191" y="424"/>
                </a:lnTo>
                <a:lnTo>
                  <a:pt x="192" y="424"/>
                </a:lnTo>
                <a:lnTo>
                  <a:pt x="192" y="423"/>
                </a:lnTo>
                <a:lnTo>
                  <a:pt x="191" y="423"/>
                </a:lnTo>
                <a:lnTo>
                  <a:pt x="191" y="422"/>
                </a:lnTo>
                <a:lnTo>
                  <a:pt x="190" y="422"/>
                </a:lnTo>
                <a:lnTo>
                  <a:pt x="190" y="423"/>
                </a:lnTo>
                <a:lnTo>
                  <a:pt x="191" y="424"/>
                </a:lnTo>
                <a:lnTo>
                  <a:pt x="191" y="425"/>
                </a:lnTo>
                <a:lnTo>
                  <a:pt x="190" y="425"/>
                </a:lnTo>
                <a:lnTo>
                  <a:pt x="190" y="424"/>
                </a:lnTo>
                <a:lnTo>
                  <a:pt x="190" y="425"/>
                </a:lnTo>
                <a:lnTo>
                  <a:pt x="189" y="424"/>
                </a:lnTo>
                <a:lnTo>
                  <a:pt x="189" y="425"/>
                </a:lnTo>
                <a:lnTo>
                  <a:pt x="190" y="426"/>
                </a:lnTo>
                <a:lnTo>
                  <a:pt x="191" y="426"/>
                </a:lnTo>
                <a:lnTo>
                  <a:pt x="190" y="427"/>
                </a:lnTo>
                <a:lnTo>
                  <a:pt x="190" y="428"/>
                </a:lnTo>
                <a:lnTo>
                  <a:pt x="189" y="429"/>
                </a:lnTo>
                <a:lnTo>
                  <a:pt x="189" y="430"/>
                </a:lnTo>
                <a:lnTo>
                  <a:pt x="188" y="431"/>
                </a:lnTo>
                <a:lnTo>
                  <a:pt x="188" y="430"/>
                </a:lnTo>
                <a:lnTo>
                  <a:pt x="187" y="431"/>
                </a:lnTo>
                <a:lnTo>
                  <a:pt x="186" y="432"/>
                </a:lnTo>
                <a:lnTo>
                  <a:pt x="186" y="434"/>
                </a:lnTo>
                <a:lnTo>
                  <a:pt x="186" y="438"/>
                </a:lnTo>
                <a:lnTo>
                  <a:pt x="186" y="439"/>
                </a:lnTo>
                <a:lnTo>
                  <a:pt x="185" y="440"/>
                </a:lnTo>
                <a:lnTo>
                  <a:pt x="184" y="440"/>
                </a:lnTo>
                <a:lnTo>
                  <a:pt x="184" y="439"/>
                </a:lnTo>
                <a:lnTo>
                  <a:pt x="182" y="440"/>
                </a:lnTo>
                <a:lnTo>
                  <a:pt x="181" y="440"/>
                </a:lnTo>
                <a:lnTo>
                  <a:pt x="180" y="441"/>
                </a:lnTo>
                <a:lnTo>
                  <a:pt x="179" y="442"/>
                </a:lnTo>
                <a:lnTo>
                  <a:pt x="179" y="443"/>
                </a:lnTo>
                <a:lnTo>
                  <a:pt x="178" y="443"/>
                </a:lnTo>
                <a:lnTo>
                  <a:pt x="177" y="443"/>
                </a:lnTo>
                <a:lnTo>
                  <a:pt x="177" y="444"/>
                </a:lnTo>
                <a:lnTo>
                  <a:pt x="177" y="445"/>
                </a:lnTo>
                <a:lnTo>
                  <a:pt x="177" y="446"/>
                </a:lnTo>
                <a:lnTo>
                  <a:pt x="177" y="447"/>
                </a:lnTo>
                <a:lnTo>
                  <a:pt x="176" y="447"/>
                </a:lnTo>
                <a:lnTo>
                  <a:pt x="175" y="447"/>
                </a:lnTo>
                <a:lnTo>
                  <a:pt x="174" y="448"/>
                </a:lnTo>
                <a:lnTo>
                  <a:pt x="174" y="449"/>
                </a:lnTo>
                <a:lnTo>
                  <a:pt x="174" y="450"/>
                </a:lnTo>
                <a:lnTo>
                  <a:pt x="174" y="451"/>
                </a:lnTo>
                <a:lnTo>
                  <a:pt x="174" y="452"/>
                </a:lnTo>
                <a:lnTo>
                  <a:pt x="173" y="452"/>
                </a:lnTo>
                <a:lnTo>
                  <a:pt x="172" y="452"/>
                </a:lnTo>
                <a:lnTo>
                  <a:pt x="172" y="453"/>
                </a:lnTo>
                <a:lnTo>
                  <a:pt x="171" y="452"/>
                </a:lnTo>
                <a:lnTo>
                  <a:pt x="171" y="451"/>
                </a:lnTo>
                <a:lnTo>
                  <a:pt x="171" y="450"/>
                </a:lnTo>
                <a:lnTo>
                  <a:pt x="171" y="449"/>
                </a:lnTo>
                <a:lnTo>
                  <a:pt x="172" y="448"/>
                </a:lnTo>
                <a:lnTo>
                  <a:pt x="173" y="448"/>
                </a:lnTo>
                <a:lnTo>
                  <a:pt x="173" y="447"/>
                </a:lnTo>
                <a:lnTo>
                  <a:pt x="174" y="446"/>
                </a:lnTo>
                <a:lnTo>
                  <a:pt x="174" y="445"/>
                </a:lnTo>
                <a:lnTo>
                  <a:pt x="174" y="444"/>
                </a:lnTo>
                <a:lnTo>
                  <a:pt x="175" y="444"/>
                </a:lnTo>
                <a:lnTo>
                  <a:pt x="176" y="444"/>
                </a:lnTo>
                <a:lnTo>
                  <a:pt x="176" y="443"/>
                </a:lnTo>
                <a:lnTo>
                  <a:pt x="175" y="443"/>
                </a:lnTo>
                <a:lnTo>
                  <a:pt x="175" y="444"/>
                </a:lnTo>
                <a:lnTo>
                  <a:pt x="175" y="443"/>
                </a:lnTo>
                <a:lnTo>
                  <a:pt x="174" y="443"/>
                </a:lnTo>
                <a:lnTo>
                  <a:pt x="174" y="442"/>
                </a:lnTo>
                <a:lnTo>
                  <a:pt x="173" y="441"/>
                </a:lnTo>
                <a:lnTo>
                  <a:pt x="173" y="440"/>
                </a:lnTo>
                <a:lnTo>
                  <a:pt x="174" y="440"/>
                </a:lnTo>
                <a:lnTo>
                  <a:pt x="174" y="439"/>
                </a:lnTo>
                <a:lnTo>
                  <a:pt x="174" y="440"/>
                </a:lnTo>
                <a:lnTo>
                  <a:pt x="173" y="440"/>
                </a:lnTo>
                <a:lnTo>
                  <a:pt x="173" y="441"/>
                </a:lnTo>
                <a:lnTo>
                  <a:pt x="172" y="442"/>
                </a:lnTo>
                <a:lnTo>
                  <a:pt x="172" y="441"/>
                </a:lnTo>
                <a:lnTo>
                  <a:pt x="170" y="441"/>
                </a:lnTo>
                <a:lnTo>
                  <a:pt x="170" y="440"/>
                </a:lnTo>
                <a:lnTo>
                  <a:pt x="169" y="440"/>
                </a:lnTo>
                <a:lnTo>
                  <a:pt x="169" y="439"/>
                </a:lnTo>
                <a:lnTo>
                  <a:pt x="168" y="438"/>
                </a:lnTo>
                <a:lnTo>
                  <a:pt x="168" y="439"/>
                </a:lnTo>
                <a:lnTo>
                  <a:pt x="168" y="438"/>
                </a:lnTo>
                <a:lnTo>
                  <a:pt x="168" y="439"/>
                </a:lnTo>
                <a:lnTo>
                  <a:pt x="169" y="440"/>
                </a:lnTo>
                <a:lnTo>
                  <a:pt x="169" y="441"/>
                </a:lnTo>
                <a:lnTo>
                  <a:pt x="168" y="443"/>
                </a:lnTo>
                <a:lnTo>
                  <a:pt x="167" y="443"/>
                </a:lnTo>
                <a:lnTo>
                  <a:pt x="167" y="444"/>
                </a:lnTo>
                <a:lnTo>
                  <a:pt x="167" y="445"/>
                </a:lnTo>
                <a:lnTo>
                  <a:pt x="167" y="446"/>
                </a:lnTo>
                <a:lnTo>
                  <a:pt x="168" y="446"/>
                </a:lnTo>
                <a:lnTo>
                  <a:pt x="168" y="447"/>
                </a:lnTo>
                <a:lnTo>
                  <a:pt x="168" y="448"/>
                </a:lnTo>
                <a:lnTo>
                  <a:pt x="169" y="448"/>
                </a:lnTo>
                <a:lnTo>
                  <a:pt x="168" y="448"/>
                </a:lnTo>
                <a:lnTo>
                  <a:pt x="167" y="448"/>
                </a:lnTo>
                <a:lnTo>
                  <a:pt x="167" y="449"/>
                </a:lnTo>
                <a:lnTo>
                  <a:pt x="166" y="449"/>
                </a:lnTo>
                <a:lnTo>
                  <a:pt x="166" y="450"/>
                </a:lnTo>
                <a:lnTo>
                  <a:pt x="165" y="450"/>
                </a:lnTo>
                <a:lnTo>
                  <a:pt x="164" y="451"/>
                </a:lnTo>
                <a:lnTo>
                  <a:pt x="163" y="452"/>
                </a:lnTo>
                <a:lnTo>
                  <a:pt x="162" y="454"/>
                </a:lnTo>
                <a:lnTo>
                  <a:pt x="162" y="456"/>
                </a:lnTo>
                <a:lnTo>
                  <a:pt x="161" y="457"/>
                </a:lnTo>
                <a:lnTo>
                  <a:pt x="161" y="458"/>
                </a:lnTo>
                <a:lnTo>
                  <a:pt x="161" y="459"/>
                </a:lnTo>
                <a:lnTo>
                  <a:pt x="161" y="460"/>
                </a:lnTo>
                <a:lnTo>
                  <a:pt x="161" y="461"/>
                </a:lnTo>
                <a:lnTo>
                  <a:pt x="161" y="462"/>
                </a:lnTo>
                <a:lnTo>
                  <a:pt x="162" y="463"/>
                </a:lnTo>
                <a:lnTo>
                  <a:pt x="162" y="464"/>
                </a:lnTo>
                <a:lnTo>
                  <a:pt x="163" y="464"/>
                </a:lnTo>
                <a:lnTo>
                  <a:pt x="162" y="464"/>
                </a:lnTo>
                <a:lnTo>
                  <a:pt x="162" y="465"/>
                </a:lnTo>
                <a:lnTo>
                  <a:pt x="161" y="466"/>
                </a:lnTo>
                <a:lnTo>
                  <a:pt x="161" y="467"/>
                </a:lnTo>
                <a:lnTo>
                  <a:pt x="160" y="467"/>
                </a:lnTo>
                <a:lnTo>
                  <a:pt x="160" y="468"/>
                </a:lnTo>
                <a:lnTo>
                  <a:pt x="160" y="469"/>
                </a:lnTo>
                <a:lnTo>
                  <a:pt x="159" y="469"/>
                </a:lnTo>
                <a:lnTo>
                  <a:pt x="158" y="470"/>
                </a:lnTo>
                <a:lnTo>
                  <a:pt x="158" y="471"/>
                </a:lnTo>
                <a:lnTo>
                  <a:pt x="158" y="472"/>
                </a:lnTo>
                <a:lnTo>
                  <a:pt x="157" y="472"/>
                </a:lnTo>
                <a:lnTo>
                  <a:pt x="157" y="471"/>
                </a:lnTo>
                <a:lnTo>
                  <a:pt x="157" y="470"/>
                </a:lnTo>
                <a:lnTo>
                  <a:pt x="158" y="470"/>
                </a:lnTo>
                <a:lnTo>
                  <a:pt x="158" y="469"/>
                </a:lnTo>
                <a:lnTo>
                  <a:pt x="159" y="469"/>
                </a:lnTo>
                <a:lnTo>
                  <a:pt x="159" y="468"/>
                </a:lnTo>
                <a:lnTo>
                  <a:pt x="158" y="467"/>
                </a:lnTo>
                <a:lnTo>
                  <a:pt x="158" y="466"/>
                </a:lnTo>
                <a:lnTo>
                  <a:pt x="158" y="465"/>
                </a:lnTo>
                <a:lnTo>
                  <a:pt x="159" y="465"/>
                </a:lnTo>
                <a:lnTo>
                  <a:pt x="159" y="464"/>
                </a:lnTo>
                <a:lnTo>
                  <a:pt x="160" y="464"/>
                </a:lnTo>
                <a:lnTo>
                  <a:pt x="160" y="463"/>
                </a:lnTo>
                <a:lnTo>
                  <a:pt x="160" y="462"/>
                </a:lnTo>
                <a:lnTo>
                  <a:pt x="160" y="461"/>
                </a:lnTo>
                <a:lnTo>
                  <a:pt x="160" y="460"/>
                </a:lnTo>
                <a:lnTo>
                  <a:pt x="159" y="459"/>
                </a:lnTo>
                <a:lnTo>
                  <a:pt x="159" y="458"/>
                </a:lnTo>
                <a:lnTo>
                  <a:pt x="159" y="457"/>
                </a:lnTo>
                <a:lnTo>
                  <a:pt x="159" y="456"/>
                </a:lnTo>
                <a:lnTo>
                  <a:pt x="158" y="456"/>
                </a:lnTo>
                <a:lnTo>
                  <a:pt x="158" y="455"/>
                </a:lnTo>
                <a:lnTo>
                  <a:pt x="157" y="455"/>
                </a:lnTo>
                <a:lnTo>
                  <a:pt x="156" y="455"/>
                </a:lnTo>
                <a:lnTo>
                  <a:pt x="156" y="454"/>
                </a:lnTo>
                <a:lnTo>
                  <a:pt x="157" y="454"/>
                </a:lnTo>
                <a:lnTo>
                  <a:pt x="156" y="454"/>
                </a:lnTo>
                <a:lnTo>
                  <a:pt x="156" y="453"/>
                </a:lnTo>
                <a:lnTo>
                  <a:pt x="156" y="454"/>
                </a:lnTo>
                <a:lnTo>
                  <a:pt x="155" y="454"/>
                </a:lnTo>
                <a:lnTo>
                  <a:pt x="154" y="453"/>
                </a:lnTo>
                <a:lnTo>
                  <a:pt x="154" y="452"/>
                </a:lnTo>
                <a:lnTo>
                  <a:pt x="153" y="452"/>
                </a:lnTo>
                <a:lnTo>
                  <a:pt x="151" y="451"/>
                </a:lnTo>
                <a:lnTo>
                  <a:pt x="150" y="451"/>
                </a:lnTo>
                <a:lnTo>
                  <a:pt x="149" y="451"/>
                </a:lnTo>
                <a:lnTo>
                  <a:pt x="147" y="451"/>
                </a:lnTo>
                <a:lnTo>
                  <a:pt x="146" y="451"/>
                </a:lnTo>
                <a:lnTo>
                  <a:pt x="146" y="450"/>
                </a:lnTo>
                <a:lnTo>
                  <a:pt x="146" y="451"/>
                </a:lnTo>
                <a:lnTo>
                  <a:pt x="146" y="450"/>
                </a:lnTo>
                <a:lnTo>
                  <a:pt x="145" y="450"/>
                </a:lnTo>
                <a:lnTo>
                  <a:pt x="145" y="449"/>
                </a:lnTo>
                <a:lnTo>
                  <a:pt x="144" y="449"/>
                </a:lnTo>
                <a:lnTo>
                  <a:pt x="143" y="449"/>
                </a:lnTo>
                <a:lnTo>
                  <a:pt x="142" y="449"/>
                </a:lnTo>
                <a:lnTo>
                  <a:pt x="141" y="449"/>
                </a:lnTo>
                <a:lnTo>
                  <a:pt x="141" y="450"/>
                </a:lnTo>
                <a:lnTo>
                  <a:pt x="142" y="450"/>
                </a:lnTo>
                <a:lnTo>
                  <a:pt x="142" y="451"/>
                </a:lnTo>
                <a:lnTo>
                  <a:pt x="143" y="451"/>
                </a:lnTo>
                <a:lnTo>
                  <a:pt x="143" y="452"/>
                </a:lnTo>
                <a:lnTo>
                  <a:pt x="144" y="452"/>
                </a:lnTo>
                <a:lnTo>
                  <a:pt x="145" y="452"/>
                </a:lnTo>
                <a:lnTo>
                  <a:pt x="146" y="452"/>
                </a:lnTo>
                <a:lnTo>
                  <a:pt x="147" y="452"/>
                </a:lnTo>
                <a:lnTo>
                  <a:pt x="148" y="452"/>
                </a:lnTo>
                <a:lnTo>
                  <a:pt x="148" y="453"/>
                </a:lnTo>
                <a:lnTo>
                  <a:pt x="149" y="453"/>
                </a:lnTo>
                <a:lnTo>
                  <a:pt x="149" y="454"/>
                </a:lnTo>
                <a:lnTo>
                  <a:pt x="149" y="455"/>
                </a:lnTo>
                <a:lnTo>
                  <a:pt x="150" y="456"/>
                </a:lnTo>
                <a:lnTo>
                  <a:pt x="150" y="457"/>
                </a:lnTo>
                <a:lnTo>
                  <a:pt x="149" y="458"/>
                </a:lnTo>
                <a:lnTo>
                  <a:pt x="149" y="459"/>
                </a:lnTo>
                <a:lnTo>
                  <a:pt x="149" y="460"/>
                </a:lnTo>
                <a:lnTo>
                  <a:pt x="150" y="460"/>
                </a:lnTo>
                <a:lnTo>
                  <a:pt x="149" y="460"/>
                </a:lnTo>
                <a:lnTo>
                  <a:pt x="149" y="461"/>
                </a:lnTo>
                <a:lnTo>
                  <a:pt x="149" y="460"/>
                </a:lnTo>
                <a:lnTo>
                  <a:pt x="148" y="461"/>
                </a:lnTo>
                <a:lnTo>
                  <a:pt x="147" y="461"/>
                </a:lnTo>
                <a:lnTo>
                  <a:pt x="147" y="462"/>
                </a:lnTo>
                <a:lnTo>
                  <a:pt x="147" y="463"/>
                </a:lnTo>
                <a:lnTo>
                  <a:pt x="147" y="464"/>
                </a:lnTo>
                <a:lnTo>
                  <a:pt x="146" y="464"/>
                </a:lnTo>
                <a:lnTo>
                  <a:pt x="146" y="465"/>
                </a:lnTo>
                <a:lnTo>
                  <a:pt x="145" y="466"/>
                </a:lnTo>
                <a:lnTo>
                  <a:pt x="144" y="467"/>
                </a:lnTo>
                <a:lnTo>
                  <a:pt x="145" y="467"/>
                </a:lnTo>
                <a:lnTo>
                  <a:pt x="145" y="468"/>
                </a:lnTo>
                <a:lnTo>
                  <a:pt x="144" y="468"/>
                </a:lnTo>
                <a:lnTo>
                  <a:pt x="144" y="467"/>
                </a:lnTo>
                <a:lnTo>
                  <a:pt x="143" y="467"/>
                </a:lnTo>
                <a:lnTo>
                  <a:pt x="142" y="466"/>
                </a:lnTo>
                <a:lnTo>
                  <a:pt x="141" y="466"/>
                </a:lnTo>
                <a:lnTo>
                  <a:pt x="142" y="466"/>
                </a:lnTo>
                <a:lnTo>
                  <a:pt x="142" y="467"/>
                </a:lnTo>
                <a:lnTo>
                  <a:pt x="143" y="467"/>
                </a:lnTo>
                <a:lnTo>
                  <a:pt x="143" y="468"/>
                </a:lnTo>
                <a:lnTo>
                  <a:pt x="144" y="469"/>
                </a:lnTo>
                <a:lnTo>
                  <a:pt x="144" y="470"/>
                </a:lnTo>
                <a:lnTo>
                  <a:pt x="145" y="470"/>
                </a:lnTo>
                <a:lnTo>
                  <a:pt x="145" y="469"/>
                </a:lnTo>
                <a:lnTo>
                  <a:pt x="146" y="469"/>
                </a:lnTo>
                <a:lnTo>
                  <a:pt x="147" y="469"/>
                </a:lnTo>
                <a:lnTo>
                  <a:pt x="147" y="468"/>
                </a:lnTo>
                <a:lnTo>
                  <a:pt x="148" y="468"/>
                </a:lnTo>
                <a:lnTo>
                  <a:pt x="149" y="467"/>
                </a:lnTo>
                <a:lnTo>
                  <a:pt x="150" y="467"/>
                </a:lnTo>
                <a:lnTo>
                  <a:pt x="150" y="468"/>
                </a:lnTo>
                <a:lnTo>
                  <a:pt x="150" y="469"/>
                </a:lnTo>
                <a:lnTo>
                  <a:pt x="151" y="468"/>
                </a:lnTo>
                <a:lnTo>
                  <a:pt x="151" y="469"/>
                </a:lnTo>
                <a:lnTo>
                  <a:pt x="152" y="469"/>
                </a:lnTo>
                <a:lnTo>
                  <a:pt x="153" y="470"/>
                </a:lnTo>
                <a:lnTo>
                  <a:pt x="152" y="470"/>
                </a:lnTo>
                <a:lnTo>
                  <a:pt x="152" y="471"/>
                </a:lnTo>
                <a:lnTo>
                  <a:pt x="151" y="472"/>
                </a:lnTo>
                <a:lnTo>
                  <a:pt x="150" y="472"/>
                </a:lnTo>
                <a:lnTo>
                  <a:pt x="150" y="471"/>
                </a:lnTo>
                <a:lnTo>
                  <a:pt x="149" y="471"/>
                </a:lnTo>
                <a:lnTo>
                  <a:pt x="149" y="472"/>
                </a:lnTo>
                <a:lnTo>
                  <a:pt x="148" y="472"/>
                </a:lnTo>
                <a:lnTo>
                  <a:pt x="148" y="473"/>
                </a:lnTo>
                <a:lnTo>
                  <a:pt x="148" y="474"/>
                </a:lnTo>
                <a:lnTo>
                  <a:pt x="147" y="475"/>
                </a:lnTo>
                <a:lnTo>
                  <a:pt x="147" y="476"/>
                </a:lnTo>
                <a:lnTo>
                  <a:pt x="148" y="477"/>
                </a:lnTo>
                <a:lnTo>
                  <a:pt x="149" y="478"/>
                </a:lnTo>
                <a:lnTo>
                  <a:pt x="148" y="478"/>
                </a:lnTo>
                <a:lnTo>
                  <a:pt x="147" y="478"/>
                </a:lnTo>
                <a:lnTo>
                  <a:pt x="146" y="479"/>
                </a:lnTo>
                <a:lnTo>
                  <a:pt x="146" y="478"/>
                </a:lnTo>
                <a:lnTo>
                  <a:pt x="145" y="478"/>
                </a:lnTo>
                <a:lnTo>
                  <a:pt x="145" y="477"/>
                </a:lnTo>
                <a:lnTo>
                  <a:pt x="144" y="477"/>
                </a:lnTo>
                <a:lnTo>
                  <a:pt x="144" y="478"/>
                </a:lnTo>
                <a:lnTo>
                  <a:pt x="143" y="478"/>
                </a:lnTo>
                <a:lnTo>
                  <a:pt x="143" y="479"/>
                </a:lnTo>
                <a:lnTo>
                  <a:pt x="142" y="481"/>
                </a:lnTo>
                <a:lnTo>
                  <a:pt x="142" y="483"/>
                </a:lnTo>
                <a:lnTo>
                  <a:pt x="143" y="484"/>
                </a:lnTo>
                <a:lnTo>
                  <a:pt x="143" y="485"/>
                </a:lnTo>
                <a:lnTo>
                  <a:pt x="143" y="484"/>
                </a:lnTo>
                <a:lnTo>
                  <a:pt x="144" y="484"/>
                </a:lnTo>
                <a:lnTo>
                  <a:pt x="144" y="485"/>
                </a:lnTo>
                <a:lnTo>
                  <a:pt x="145" y="485"/>
                </a:lnTo>
                <a:lnTo>
                  <a:pt x="144" y="486"/>
                </a:lnTo>
                <a:lnTo>
                  <a:pt x="144" y="485"/>
                </a:lnTo>
                <a:lnTo>
                  <a:pt x="143" y="485"/>
                </a:lnTo>
                <a:lnTo>
                  <a:pt x="142" y="485"/>
                </a:lnTo>
                <a:lnTo>
                  <a:pt x="142" y="486"/>
                </a:lnTo>
                <a:lnTo>
                  <a:pt x="141" y="486"/>
                </a:lnTo>
                <a:lnTo>
                  <a:pt x="140" y="486"/>
                </a:lnTo>
                <a:lnTo>
                  <a:pt x="139" y="486"/>
                </a:lnTo>
                <a:lnTo>
                  <a:pt x="138" y="487"/>
                </a:lnTo>
                <a:lnTo>
                  <a:pt x="138" y="486"/>
                </a:lnTo>
                <a:lnTo>
                  <a:pt x="137" y="486"/>
                </a:lnTo>
                <a:lnTo>
                  <a:pt x="136" y="486"/>
                </a:lnTo>
                <a:lnTo>
                  <a:pt x="135" y="486"/>
                </a:lnTo>
                <a:lnTo>
                  <a:pt x="134" y="486"/>
                </a:lnTo>
                <a:lnTo>
                  <a:pt x="134" y="487"/>
                </a:lnTo>
                <a:lnTo>
                  <a:pt x="133" y="487"/>
                </a:lnTo>
                <a:lnTo>
                  <a:pt x="133" y="486"/>
                </a:lnTo>
                <a:lnTo>
                  <a:pt x="134" y="485"/>
                </a:lnTo>
                <a:lnTo>
                  <a:pt x="135" y="485"/>
                </a:lnTo>
                <a:lnTo>
                  <a:pt x="135" y="484"/>
                </a:lnTo>
                <a:lnTo>
                  <a:pt x="136" y="484"/>
                </a:lnTo>
                <a:lnTo>
                  <a:pt x="136" y="483"/>
                </a:lnTo>
                <a:lnTo>
                  <a:pt x="137" y="483"/>
                </a:lnTo>
                <a:lnTo>
                  <a:pt x="137" y="482"/>
                </a:lnTo>
                <a:lnTo>
                  <a:pt x="139" y="480"/>
                </a:lnTo>
                <a:lnTo>
                  <a:pt x="138" y="479"/>
                </a:lnTo>
                <a:lnTo>
                  <a:pt x="137" y="476"/>
                </a:lnTo>
                <a:lnTo>
                  <a:pt x="136" y="476"/>
                </a:lnTo>
                <a:lnTo>
                  <a:pt x="136" y="475"/>
                </a:lnTo>
                <a:lnTo>
                  <a:pt x="135" y="475"/>
                </a:lnTo>
                <a:lnTo>
                  <a:pt x="136" y="474"/>
                </a:lnTo>
                <a:lnTo>
                  <a:pt x="136" y="473"/>
                </a:lnTo>
                <a:lnTo>
                  <a:pt x="137" y="473"/>
                </a:lnTo>
                <a:lnTo>
                  <a:pt x="137" y="472"/>
                </a:lnTo>
                <a:lnTo>
                  <a:pt x="137" y="471"/>
                </a:lnTo>
                <a:lnTo>
                  <a:pt x="137" y="470"/>
                </a:lnTo>
                <a:lnTo>
                  <a:pt x="136" y="470"/>
                </a:lnTo>
                <a:lnTo>
                  <a:pt x="136" y="469"/>
                </a:lnTo>
                <a:lnTo>
                  <a:pt x="136" y="468"/>
                </a:lnTo>
                <a:lnTo>
                  <a:pt x="137" y="468"/>
                </a:lnTo>
                <a:lnTo>
                  <a:pt x="138" y="467"/>
                </a:lnTo>
                <a:lnTo>
                  <a:pt x="139" y="466"/>
                </a:lnTo>
                <a:lnTo>
                  <a:pt x="140" y="465"/>
                </a:lnTo>
                <a:lnTo>
                  <a:pt x="141" y="465"/>
                </a:lnTo>
                <a:lnTo>
                  <a:pt x="141" y="466"/>
                </a:lnTo>
                <a:lnTo>
                  <a:pt x="141" y="465"/>
                </a:lnTo>
                <a:lnTo>
                  <a:pt x="140" y="465"/>
                </a:lnTo>
                <a:lnTo>
                  <a:pt x="139" y="465"/>
                </a:lnTo>
                <a:lnTo>
                  <a:pt x="138" y="466"/>
                </a:lnTo>
                <a:lnTo>
                  <a:pt x="137" y="467"/>
                </a:lnTo>
                <a:lnTo>
                  <a:pt x="137" y="468"/>
                </a:lnTo>
                <a:lnTo>
                  <a:pt x="136" y="468"/>
                </a:lnTo>
                <a:lnTo>
                  <a:pt x="135" y="468"/>
                </a:lnTo>
                <a:lnTo>
                  <a:pt x="134" y="468"/>
                </a:lnTo>
                <a:lnTo>
                  <a:pt x="133" y="468"/>
                </a:lnTo>
                <a:lnTo>
                  <a:pt x="133" y="469"/>
                </a:lnTo>
                <a:lnTo>
                  <a:pt x="132" y="469"/>
                </a:lnTo>
                <a:lnTo>
                  <a:pt x="131" y="470"/>
                </a:lnTo>
                <a:lnTo>
                  <a:pt x="130" y="470"/>
                </a:lnTo>
                <a:lnTo>
                  <a:pt x="129" y="471"/>
                </a:lnTo>
                <a:lnTo>
                  <a:pt x="129" y="472"/>
                </a:lnTo>
                <a:lnTo>
                  <a:pt x="130" y="474"/>
                </a:lnTo>
                <a:lnTo>
                  <a:pt x="130" y="475"/>
                </a:lnTo>
                <a:lnTo>
                  <a:pt x="130" y="476"/>
                </a:lnTo>
                <a:lnTo>
                  <a:pt x="129" y="476"/>
                </a:lnTo>
                <a:lnTo>
                  <a:pt x="129" y="478"/>
                </a:lnTo>
                <a:lnTo>
                  <a:pt x="129" y="479"/>
                </a:lnTo>
                <a:lnTo>
                  <a:pt x="130" y="479"/>
                </a:lnTo>
                <a:lnTo>
                  <a:pt x="130" y="480"/>
                </a:lnTo>
                <a:lnTo>
                  <a:pt x="130" y="481"/>
                </a:lnTo>
                <a:lnTo>
                  <a:pt x="129" y="481"/>
                </a:lnTo>
                <a:lnTo>
                  <a:pt x="128" y="481"/>
                </a:lnTo>
                <a:lnTo>
                  <a:pt x="128" y="482"/>
                </a:lnTo>
                <a:lnTo>
                  <a:pt x="128" y="483"/>
                </a:lnTo>
                <a:lnTo>
                  <a:pt x="127" y="483"/>
                </a:lnTo>
                <a:lnTo>
                  <a:pt x="126" y="484"/>
                </a:lnTo>
                <a:lnTo>
                  <a:pt x="126" y="483"/>
                </a:lnTo>
                <a:lnTo>
                  <a:pt x="126" y="482"/>
                </a:lnTo>
                <a:lnTo>
                  <a:pt x="125" y="481"/>
                </a:lnTo>
                <a:lnTo>
                  <a:pt x="126" y="480"/>
                </a:lnTo>
                <a:lnTo>
                  <a:pt x="126" y="479"/>
                </a:lnTo>
                <a:lnTo>
                  <a:pt x="126" y="478"/>
                </a:lnTo>
                <a:lnTo>
                  <a:pt x="127" y="478"/>
                </a:lnTo>
                <a:lnTo>
                  <a:pt x="127" y="477"/>
                </a:lnTo>
                <a:lnTo>
                  <a:pt x="127" y="476"/>
                </a:lnTo>
                <a:lnTo>
                  <a:pt x="127" y="475"/>
                </a:lnTo>
                <a:lnTo>
                  <a:pt x="126" y="475"/>
                </a:lnTo>
                <a:lnTo>
                  <a:pt x="125" y="475"/>
                </a:lnTo>
                <a:lnTo>
                  <a:pt x="126" y="475"/>
                </a:lnTo>
                <a:lnTo>
                  <a:pt x="126" y="476"/>
                </a:lnTo>
                <a:lnTo>
                  <a:pt x="127" y="476"/>
                </a:lnTo>
                <a:lnTo>
                  <a:pt x="126" y="476"/>
                </a:lnTo>
                <a:lnTo>
                  <a:pt x="126" y="477"/>
                </a:lnTo>
                <a:lnTo>
                  <a:pt x="126" y="478"/>
                </a:lnTo>
                <a:lnTo>
                  <a:pt x="125" y="478"/>
                </a:lnTo>
                <a:lnTo>
                  <a:pt x="125" y="477"/>
                </a:lnTo>
                <a:lnTo>
                  <a:pt x="125" y="476"/>
                </a:lnTo>
                <a:lnTo>
                  <a:pt x="124" y="475"/>
                </a:lnTo>
                <a:lnTo>
                  <a:pt x="124" y="476"/>
                </a:lnTo>
                <a:lnTo>
                  <a:pt x="124" y="477"/>
                </a:lnTo>
                <a:lnTo>
                  <a:pt x="124" y="478"/>
                </a:lnTo>
                <a:lnTo>
                  <a:pt x="125" y="479"/>
                </a:lnTo>
                <a:lnTo>
                  <a:pt x="125" y="480"/>
                </a:lnTo>
                <a:lnTo>
                  <a:pt x="125" y="481"/>
                </a:lnTo>
                <a:lnTo>
                  <a:pt x="123" y="481"/>
                </a:lnTo>
                <a:lnTo>
                  <a:pt x="123" y="482"/>
                </a:lnTo>
                <a:lnTo>
                  <a:pt x="122" y="482"/>
                </a:lnTo>
                <a:lnTo>
                  <a:pt x="122" y="481"/>
                </a:lnTo>
                <a:lnTo>
                  <a:pt x="121" y="481"/>
                </a:lnTo>
                <a:lnTo>
                  <a:pt x="120" y="480"/>
                </a:lnTo>
                <a:lnTo>
                  <a:pt x="119" y="480"/>
                </a:lnTo>
                <a:lnTo>
                  <a:pt x="118" y="479"/>
                </a:lnTo>
                <a:lnTo>
                  <a:pt x="118" y="478"/>
                </a:lnTo>
                <a:lnTo>
                  <a:pt x="117" y="478"/>
                </a:lnTo>
                <a:lnTo>
                  <a:pt x="116" y="478"/>
                </a:lnTo>
                <a:lnTo>
                  <a:pt x="116" y="479"/>
                </a:lnTo>
                <a:lnTo>
                  <a:pt x="115" y="478"/>
                </a:lnTo>
                <a:lnTo>
                  <a:pt x="114" y="477"/>
                </a:lnTo>
                <a:lnTo>
                  <a:pt x="113" y="477"/>
                </a:lnTo>
                <a:lnTo>
                  <a:pt x="112" y="476"/>
                </a:lnTo>
                <a:lnTo>
                  <a:pt x="111" y="475"/>
                </a:lnTo>
                <a:lnTo>
                  <a:pt x="111" y="476"/>
                </a:lnTo>
                <a:lnTo>
                  <a:pt x="110" y="475"/>
                </a:lnTo>
                <a:lnTo>
                  <a:pt x="109" y="473"/>
                </a:lnTo>
                <a:lnTo>
                  <a:pt x="109" y="472"/>
                </a:lnTo>
                <a:lnTo>
                  <a:pt x="109" y="471"/>
                </a:lnTo>
                <a:lnTo>
                  <a:pt x="109" y="470"/>
                </a:lnTo>
                <a:lnTo>
                  <a:pt x="109" y="469"/>
                </a:lnTo>
                <a:lnTo>
                  <a:pt x="109" y="468"/>
                </a:lnTo>
                <a:lnTo>
                  <a:pt x="108" y="466"/>
                </a:lnTo>
                <a:lnTo>
                  <a:pt x="107" y="465"/>
                </a:lnTo>
                <a:lnTo>
                  <a:pt x="107" y="464"/>
                </a:lnTo>
                <a:lnTo>
                  <a:pt x="107" y="463"/>
                </a:lnTo>
                <a:lnTo>
                  <a:pt x="106" y="462"/>
                </a:lnTo>
                <a:lnTo>
                  <a:pt x="107" y="462"/>
                </a:lnTo>
                <a:lnTo>
                  <a:pt x="107" y="461"/>
                </a:lnTo>
                <a:lnTo>
                  <a:pt x="107" y="460"/>
                </a:lnTo>
                <a:lnTo>
                  <a:pt x="106" y="459"/>
                </a:lnTo>
                <a:lnTo>
                  <a:pt x="105" y="457"/>
                </a:lnTo>
                <a:lnTo>
                  <a:pt x="104" y="457"/>
                </a:lnTo>
                <a:lnTo>
                  <a:pt x="103" y="457"/>
                </a:lnTo>
                <a:lnTo>
                  <a:pt x="102" y="457"/>
                </a:lnTo>
                <a:lnTo>
                  <a:pt x="101" y="457"/>
                </a:lnTo>
                <a:lnTo>
                  <a:pt x="101" y="456"/>
                </a:lnTo>
                <a:lnTo>
                  <a:pt x="102" y="456"/>
                </a:lnTo>
                <a:lnTo>
                  <a:pt x="102" y="455"/>
                </a:lnTo>
                <a:lnTo>
                  <a:pt x="102" y="454"/>
                </a:lnTo>
                <a:lnTo>
                  <a:pt x="102" y="453"/>
                </a:lnTo>
                <a:lnTo>
                  <a:pt x="101" y="453"/>
                </a:lnTo>
                <a:lnTo>
                  <a:pt x="101" y="452"/>
                </a:lnTo>
                <a:lnTo>
                  <a:pt x="101" y="451"/>
                </a:lnTo>
                <a:lnTo>
                  <a:pt x="100" y="451"/>
                </a:lnTo>
                <a:lnTo>
                  <a:pt x="101" y="451"/>
                </a:lnTo>
                <a:lnTo>
                  <a:pt x="102" y="451"/>
                </a:lnTo>
                <a:lnTo>
                  <a:pt x="102" y="450"/>
                </a:lnTo>
                <a:lnTo>
                  <a:pt x="103" y="449"/>
                </a:lnTo>
                <a:lnTo>
                  <a:pt x="103" y="448"/>
                </a:lnTo>
                <a:lnTo>
                  <a:pt x="103" y="447"/>
                </a:lnTo>
                <a:lnTo>
                  <a:pt x="103" y="446"/>
                </a:lnTo>
                <a:lnTo>
                  <a:pt x="102" y="446"/>
                </a:lnTo>
                <a:lnTo>
                  <a:pt x="102" y="445"/>
                </a:lnTo>
                <a:lnTo>
                  <a:pt x="102" y="444"/>
                </a:lnTo>
                <a:lnTo>
                  <a:pt x="102" y="443"/>
                </a:lnTo>
                <a:lnTo>
                  <a:pt x="103" y="443"/>
                </a:lnTo>
                <a:lnTo>
                  <a:pt x="103" y="442"/>
                </a:lnTo>
                <a:lnTo>
                  <a:pt x="102" y="442"/>
                </a:lnTo>
                <a:lnTo>
                  <a:pt x="101" y="442"/>
                </a:lnTo>
                <a:lnTo>
                  <a:pt x="101" y="441"/>
                </a:lnTo>
                <a:lnTo>
                  <a:pt x="101" y="442"/>
                </a:lnTo>
                <a:lnTo>
                  <a:pt x="100" y="442"/>
                </a:lnTo>
                <a:lnTo>
                  <a:pt x="100" y="441"/>
                </a:lnTo>
                <a:lnTo>
                  <a:pt x="101" y="441"/>
                </a:lnTo>
                <a:lnTo>
                  <a:pt x="100" y="441"/>
                </a:lnTo>
                <a:lnTo>
                  <a:pt x="100" y="440"/>
                </a:lnTo>
                <a:lnTo>
                  <a:pt x="99" y="440"/>
                </a:lnTo>
                <a:lnTo>
                  <a:pt x="99" y="439"/>
                </a:lnTo>
                <a:lnTo>
                  <a:pt x="100" y="439"/>
                </a:lnTo>
                <a:lnTo>
                  <a:pt x="100" y="438"/>
                </a:lnTo>
                <a:lnTo>
                  <a:pt x="100" y="437"/>
                </a:lnTo>
                <a:lnTo>
                  <a:pt x="99" y="437"/>
                </a:lnTo>
                <a:lnTo>
                  <a:pt x="99" y="436"/>
                </a:lnTo>
                <a:lnTo>
                  <a:pt x="98" y="436"/>
                </a:lnTo>
                <a:lnTo>
                  <a:pt x="98" y="435"/>
                </a:lnTo>
                <a:lnTo>
                  <a:pt x="98" y="434"/>
                </a:lnTo>
                <a:lnTo>
                  <a:pt x="98" y="433"/>
                </a:lnTo>
                <a:lnTo>
                  <a:pt x="98" y="432"/>
                </a:lnTo>
                <a:lnTo>
                  <a:pt x="98" y="431"/>
                </a:lnTo>
                <a:lnTo>
                  <a:pt x="99" y="431"/>
                </a:lnTo>
                <a:lnTo>
                  <a:pt x="99" y="430"/>
                </a:lnTo>
                <a:lnTo>
                  <a:pt x="99" y="429"/>
                </a:lnTo>
                <a:lnTo>
                  <a:pt x="100" y="429"/>
                </a:lnTo>
                <a:lnTo>
                  <a:pt x="100" y="428"/>
                </a:lnTo>
                <a:lnTo>
                  <a:pt x="101" y="428"/>
                </a:lnTo>
                <a:lnTo>
                  <a:pt x="101" y="427"/>
                </a:lnTo>
                <a:lnTo>
                  <a:pt x="102" y="427"/>
                </a:lnTo>
                <a:lnTo>
                  <a:pt x="102" y="426"/>
                </a:lnTo>
                <a:lnTo>
                  <a:pt x="103" y="426"/>
                </a:lnTo>
                <a:lnTo>
                  <a:pt x="104" y="425"/>
                </a:lnTo>
                <a:lnTo>
                  <a:pt x="104" y="424"/>
                </a:lnTo>
                <a:lnTo>
                  <a:pt x="104" y="423"/>
                </a:lnTo>
                <a:lnTo>
                  <a:pt x="103" y="423"/>
                </a:lnTo>
                <a:lnTo>
                  <a:pt x="102" y="422"/>
                </a:lnTo>
                <a:lnTo>
                  <a:pt x="101" y="422"/>
                </a:lnTo>
                <a:lnTo>
                  <a:pt x="101" y="421"/>
                </a:lnTo>
                <a:lnTo>
                  <a:pt x="100" y="420"/>
                </a:lnTo>
                <a:lnTo>
                  <a:pt x="99" y="420"/>
                </a:lnTo>
                <a:lnTo>
                  <a:pt x="98" y="420"/>
                </a:lnTo>
                <a:lnTo>
                  <a:pt x="99" y="419"/>
                </a:lnTo>
                <a:lnTo>
                  <a:pt x="99" y="418"/>
                </a:lnTo>
                <a:lnTo>
                  <a:pt x="99" y="417"/>
                </a:lnTo>
                <a:lnTo>
                  <a:pt x="99" y="416"/>
                </a:lnTo>
                <a:lnTo>
                  <a:pt x="99" y="415"/>
                </a:lnTo>
                <a:lnTo>
                  <a:pt x="99" y="414"/>
                </a:lnTo>
                <a:lnTo>
                  <a:pt x="99" y="413"/>
                </a:lnTo>
                <a:lnTo>
                  <a:pt x="98" y="413"/>
                </a:lnTo>
                <a:lnTo>
                  <a:pt x="97" y="414"/>
                </a:lnTo>
                <a:lnTo>
                  <a:pt x="97" y="413"/>
                </a:lnTo>
                <a:lnTo>
                  <a:pt x="97" y="412"/>
                </a:lnTo>
                <a:lnTo>
                  <a:pt x="96" y="412"/>
                </a:lnTo>
                <a:lnTo>
                  <a:pt x="97" y="412"/>
                </a:lnTo>
                <a:lnTo>
                  <a:pt x="96" y="411"/>
                </a:lnTo>
                <a:lnTo>
                  <a:pt x="97" y="410"/>
                </a:lnTo>
                <a:lnTo>
                  <a:pt x="97" y="409"/>
                </a:lnTo>
                <a:lnTo>
                  <a:pt x="96" y="409"/>
                </a:lnTo>
                <a:lnTo>
                  <a:pt x="96" y="408"/>
                </a:lnTo>
                <a:lnTo>
                  <a:pt x="95" y="407"/>
                </a:lnTo>
                <a:lnTo>
                  <a:pt x="95" y="406"/>
                </a:lnTo>
                <a:lnTo>
                  <a:pt x="95" y="407"/>
                </a:lnTo>
                <a:lnTo>
                  <a:pt x="95" y="406"/>
                </a:lnTo>
                <a:lnTo>
                  <a:pt x="95" y="405"/>
                </a:lnTo>
                <a:lnTo>
                  <a:pt x="96" y="405"/>
                </a:lnTo>
                <a:lnTo>
                  <a:pt x="95" y="404"/>
                </a:lnTo>
                <a:lnTo>
                  <a:pt x="95" y="403"/>
                </a:lnTo>
                <a:lnTo>
                  <a:pt x="94" y="403"/>
                </a:lnTo>
                <a:lnTo>
                  <a:pt x="94" y="402"/>
                </a:lnTo>
                <a:lnTo>
                  <a:pt x="93" y="403"/>
                </a:lnTo>
                <a:lnTo>
                  <a:pt x="93" y="402"/>
                </a:lnTo>
                <a:lnTo>
                  <a:pt x="93" y="401"/>
                </a:lnTo>
                <a:lnTo>
                  <a:pt x="92" y="401"/>
                </a:lnTo>
                <a:lnTo>
                  <a:pt x="92" y="400"/>
                </a:lnTo>
                <a:lnTo>
                  <a:pt x="91" y="399"/>
                </a:lnTo>
                <a:lnTo>
                  <a:pt x="90" y="397"/>
                </a:lnTo>
                <a:lnTo>
                  <a:pt x="90" y="396"/>
                </a:lnTo>
                <a:lnTo>
                  <a:pt x="91" y="396"/>
                </a:lnTo>
                <a:lnTo>
                  <a:pt x="92" y="396"/>
                </a:lnTo>
                <a:lnTo>
                  <a:pt x="92" y="395"/>
                </a:lnTo>
                <a:lnTo>
                  <a:pt x="91" y="395"/>
                </a:lnTo>
                <a:lnTo>
                  <a:pt x="91" y="394"/>
                </a:lnTo>
                <a:lnTo>
                  <a:pt x="90" y="393"/>
                </a:lnTo>
                <a:lnTo>
                  <a:pt x="89" y="392"/>
                </a:lnTo>
                <a:lnTo>
                  <a:pt x="89" y="393"/>
                </a:lnTo>
                <a:lnTo>
                  <a:pt x="88" y="393"/>
                </a:lnTo>
                <a:lnTo>
                  <a:pt x="88" y="392"/>
                </a:lnTo>
                <a:lnTo>
                  <a:pt x="87" y="392"/>
                </a:lnTo>
                <a:lnTo>
                  <a:pt x="86" y="392"/>
                </a:lnTo>
                <a:lnTo>
                  <a:pt x="85" y="391"/>
                </a:lnTo>
                <a:lnTo>
                  <a:pt x="85" y="390"/>
                </a:lnTo>
                <a:lnTo>
                  <a:pt x="85" y="389"/>
                </a:lnTo>
                <a:lnTo>
                  <a:pt x="84" y="389"/>
                </a:lnTo>
                <a:lnTo>
                  <a:pt x="84" y="388"/>
                </a:lnTo>
                <a:lnTo>
                  <a:pt x="83" y="387"/>
                </a:lnTo>
                <a:lnTo>
                  <a:pt x="82" y="386"/>
                </a:lnTo>
                <a:lnTo>
                  <a:pt x="83" y="386"/>
                </a:lnTo>
                <a:lnTo>
                  <a:pt x="83" y="385"/>
                </a:lnTo>
                <a:lnTo>
                  <a:pt x="84" y="385"/>
                </a:lnTo>
                <a:lnTo>
                  <a:pt x="83" y="384"/>
                </a:lnTo>
                <a:lnTo>
                  <a:pt x="83" y="383"/>
                </a:lnTo>
                <a:lnTo>
                  <a:pt x="84" y="382"/>
                </a:lnTo>
                <a:lnTo>
                  <a:pt x="85" y="381"/>
                </a:lnTo>
                <a:lnTo>
                  <a:pt x="85" y="380"/>
                </a:lnTo>
                <a:lnTo>
                  <a:pt x="86" y="380"/>
                </a:lnTo>
                <a:lnTo>
                  <a:pt x="86" y="379"/>
                </a:lnTo>
                <a:lnTo>
                  <a:pt x="86" y="378"/>
                </a:lnTo>
                <a:lnTo>
                  <a:pt x="86" y="377"/>
                </a:lnTo>
                <a:lnTo>
                  <a:pt x="87" y="377"/>
                </a:lnTo>
                <a:lnTo>
                  <a:pt x="87" y="376"/>
                </a:lnTo>
                <a:lnTo>
                  <a:pt x="88" y="376"/>
                </a:lnTo>
                <a:lnTo>
                  <a:pt x="88" y="375"/>
                </a:lnTo>
                <a:lnTo>
                  <a:pt x="87" y="375"/>
                </a:lnTo>
                <a:lnTo>
                  <a:pt x="87" y="374"/>
                </a:lnTo>
                <a:lnTo>
                  <a:pt x="87" y="373"/>
                </a:lnTo>
                <a:lnTo>
                  <a:pt x="86" y="373"/>
                </a:lnTo>
                <a:lnTo>
                  <a:pt x="85" y="373"/>
                </a:lnTo>
                <a:lnTo>
                  <a:pt x="84" y="374"/>
                </a:lnTo>
                <a:lnTo>
                  <a:pt x="83" y="375"/>
                </a:lnTo>
                <a:lnTo>
                  <a:pt x="82" y="376"/>
                </a:lnTo>
                <a:lnTo>
                  <a:pt x="81" y="375"/>
                </a:lnTo>
                <a:lnTo>
                  <a:pt x="81" y="374"/>
                </a:lnTo>
                <a:lnTo>
                  <a:pt x="80" y="374"/>
                </a:lnTo>
                <a:lnTo>
                  <a:pt x="79" y="375"/>
                </a:lnTo>
                <a:lnTo>
                  <a:pt x="78" y="375"/>
                </a:lnTo>
                <a:lnTo>
                  <a:pt x="78" y="376"/>
                </a:lnTo>
                <a:lnTo>
                  <a:pt x="77" y="376"/>
                </a:lnTo>
                <a:lnTo>
                  <a:pt x="77" y="375"/>
                </a:lnTo>
                <a:lnTo>
                  <a:pt x="76" y="375"/>
                </a:lnTo>
                <a:lnTo>
                  <a:pt x="75" y="375"/>
                </a:lnTo>
                <a:lnTo>
                  <a:pt x="74" y="375"/>
                </a:lnTo>
                <a:lnTo>
                  <a:pt x="74" y="376"/>
                </a:lnTo>
                <a:lnTo>
                  <a:pt x="73" y="376"/>
                </a:lnTo>
                <a:lnTo>
                  <a:pt x="72" y="376"/>
                </a:lnTo>
                <a:lnTo>
                  <a:pt x="72" y="377"/>
                </a:lnTo>
                <a:lnTo>
                  <a:pt x="71" y="377"/>
                </a:lnTo>
                <a:lnTo>
                  <a:pt x="70" y="377"/>
                </a:lnTo>
                <a:lnTo>
                  <a:pt x="70" y="376"/>
                </a:lnTo>
                <a:lnTo>
                  <a:pt x="69" y="377"/>
                </a:lnTo>
                <a:lnTo>
                  <a:pt x="69" y="376"/>
                </a:lnTo>
                <a:lnTo>
                  <a:pt x="68" y="376"/>
                </a:lnTo>
                <a:lnTo>
                  <a:pt x="68" y="377"/>
                </a:lnTo>
                <a:lnTo>
                  <a:pt x="67" y="378"/>
                </a:lnTo>
                <a:lnTo>
                  <a:pt x="66" y="378"/>
                </a:lnTo>
                <a:lnTo>
                  <a:pt x="66" y="379"/>
                </a:lnTo>
                <a:lnTo>
                  <a:pt x="65" y="379"/>
                </a:lnTo>
                <a:lnTo>
                  <a:pt x="65" y="380"/>
                </a:lnTo>
                <a:lnTo>
                  <a:pt x="64" y="380"/>
                </a:lnTo>
                <a:lnTo>
                  <a:pt x="64" y="381"/>
                </a:lnTo>
                <a:lnTo>
                  <a:pt x="64" y="380"/>
                </a:lnTo>
                <a:lnTo>
                  <a:pt x="63" y="380"/>
                </a:lnTo>
                <a:lnTo>
                  <a:pt x="62" y="381"/>
                </a:lnTo>
                <a:lnTo>
                  <a:pt x="62" y="380"/>
                </a:lnTo>
                <a:lnTo>
                  <a:pt x="61" y="380"/>
                </a:lnTo>
                <a:lnTo>
                  <a:pt x="60" y="380"/>
                </a:lnTo>
                <a:lnTo>
                  <a:pt x="60" y="379"/>
                </a:lnTo>
                <a:lnTo>
                  <a:pt x="60" y="378"/>
                </a:lnTo>
                <a:lnTo>
                  <a:pt x="61" y="378"/>
                </a:lnTo>
                <a:lnTo>
                  <a:pt x="60" y="377"/>
                </a:lnTo>
                <a:lnTo>
                  <a:pt x="61" y="377"/>
                </a:lnTo>
                <a:lnTo>
                  <a:pt x="61" y="376"/>
                </a:lnTo>
                <a:lnTo>
                  <a:pt x="61" y="375"/>
                </a:lnTo>
                <a:lnTo>
                  <a:pt x="60" y="375"/>
                </a:lnTo>
                <a:lnTo>
                  <a:pt x="60" y="374"/>
                </a:lnTo>
                <a:lnTo>
                  <a:pt x="59" y="374"/>
                </a:lnTo>
                <a:lnTo>
                  <a:pt x="60" y="374"/>
                </a:lnTo>
                <a:lnTo>
                  <a:pt x="60" y="373"/>
                </a:lnTo>
                <a:lnTo>
                  <a:pt x="59" y="373"/>
                </a:lnTo>
                <a:lnTo>
                  <a:pt x="60" y="372"/>
                </a:lnTo>
                <a:lnTo>
                  <a:pt x="60" y="371"/>
                </a:lnTo>
                <a:lnTo>
                  <a:pt x="59" y="371"/>
                </a:lnTo>
                <a:lnTo>
                  <a:pt x="59" y="370"/>
                </a:lnTo>
                <a:lnTo>
                  <a:pt x="58" y="370"/>
                </a:lnTo>
                <a:lnTo>
                  <a:pt x="58" y="369"/>
                </a:lnTo>
                <a:lnTo>
                  <a:pt x="57" y="369"/>
                </a:lnTo>
                <a:lnTo>
                  <a:pt x="56" y="369"/>
                </a:lnTo>
                <a:lnTo>
                  <a:pt x="55" y="370"/>
                </a:lnTo>
                <a:lnTo>
                  <a:pt x="54" y="370"/>
                </a:lnTo>
                <a:lnTo>
                  <a:pt x="54" y="369"/>
                </a:lnTo>
                <a:lnTo>
                  <a:pt x="54" y="368"/>
                </a:lnTo>
                <a:lnTo>
                  <a:pt x="53" y="367"/>
                </a:lnTo>
                <a:lnTo>
                  <a:pt x="53" y="368"/>
                </a:lnTo>
                <a:lnTo>
                  <a:pt x="53" y="367"/>
                </a:lnTo>
                <a:lnTo>
                  <a:pt x="52" y="367"/>
                </a:lnTo>
                <a:lnTo>
                  <a:pt x="52" y="366"/>
                </a:lnTo>
                <a:lnTo>
                  <a:pt x="52" y="365"/>
                </a:lnTo>
                <a:lnTo>
                  <a:pt x="52" y="364"/>
                </a:lnTo>
                <a:lnTo>
                  <a:pt x="51" y="363"/>
                </a:lnTo>
                <a:lnTo>
                  <a:pt x="51" y="362"/>
                </a:lnTo>
                <a:lnTo>
                  <a:pt x="50" y="362"/>
                </a:lnTo>
                <a:lnTo>
                  <a:pt x="50" y="361"/>
                </a:lnTo>
                <a:lnTo>
                  <a:pt x="50" y="362"/>
                </a:lnTo>
                <a:lnTo>
                  <a:pt x="49" y="362"/>
                </a:lnTo>
                <a:lnTo>
                  <a:pt x="49" y="361"/>
                </a:lnTo>
                <a:lnTo>
                  <a:pt x="48" y="361"/>
                </a:lnTo>
                <a:lnTo>
                  <a:pt x="48" y="360"/>
                </a:lnTo>
                <a:lnTo>
                  <a:pt x="48" y="359"/>
                </a:lnTo>
                <a:lnTo>
                  <a:pt x="50" y="358"/>
                </a:lnTo>
                <a:lnTo>
                  <a:pt x="51" y="358"/>
                </a:lnTo>
                <a:lnTo>
                  <a:pt x="52" y="357"/>
                </a:lnTo>
                <a:lnTo>
                  <a:pt x="52" y="356"/>
                </a:lnTo>
                <a:lnTo>
                  <a:pt x="51" y="356"/>
                </a:lnTo>
                <a:lnTo>
                  <a:pt x="50" y="355"/>
                </a:lnTo>
                <a:lnTo>
                  <a:pt x="50" y="354"/>
                </a:lnTo>
                <a:lnTo>
                  <a:pt x="50" y="353"/>
                </a:lnTo>
                <a:lnTo>
                  <a:pt x="49" y="353"/>
                </a:lnTo>
                <a:lnTo>
                  <a:pt x="48" y="353"/>
                </a:lnTo>
                <a:lnTo>
                  <a:pt x="48" y="354"/>
                </a:lnTo>
                <a:lnTo>
                  <a:pt x="47" y="354"/>
                </a:lnTo>
                <a:lnTo>
                  <a:pt x="46" y="355"/>
                </a:lnTo>
                <a:lnTo>
                  <a:pt x="46" y="356"/>
                </a:lnTo>
                <a:lnTo>
                  <a:pt x="46" y="357"/>
                </a:lnTo>
                <a:lnTo>
                  <a:pt x="46" y="358"/>
                </a:lnTo>
                <a:lnTo>
                  <a:pt x="45" y="358"/>
                </a:lnTo>
                <a:lnTo>
                  <a:pt x="45" y="359"/>
                </a:lnTo>
                <a:lnTo>
                  <a:pt x="44" y="358"/>
                </a:lnTo>
                <a:lnTo>
                  <a:pt x="43" y="359"/>
                </a:lnTo>
                <a:lnTo>
                  <a:pt x="41" y="361"/>
                </a:lnTo>
                <a:lnTo>
                  <a:pt x="40" y="361"/>
                </a:lnTo>
                <a:lnTo>
                  <a:pt x="39" y="361"/>
                </a:lnTo>
                <a:lnTo>
                  <a:pt x="38" y="361"/>
                </a:lnTo>
                <a:lnTo>
                  <a:pt x="37" y="361"/>
                </a:lnTo>
                <a:lnTo>
                  <a:pt x="37" y="362"/>
                </a:lnTo>
                <a:lnTo>
                  <a:pt x="36" y="362"/>
                </a:lnTo>
                <a:lnTo>
                  <a:pt x="36" y="361"/>
                </a:lnTo>
                <a:lnTo>
                  <a:pt x="35" y="361"/>
                </a:lnTo>
                <a:lnTo>
                  <a:pt x="36" y="359"/>
                </a:lnTo>
                <a:lnTo>
                  <a:pt x="37" y="359"/>
                </a:lnTo>
                <a:lnTo>
                  <a:pt x="37" y="358"/>
                </a:lnTo>
                <a:lnTo>
                  <a:pt x="36" y="358"/>
                </a:lnTo>
                <a:lnTo>
                  <a:pt x="35" y="358"/>
                </a:lnTo>
                <a:lnTo>
                  <a:pt x="34" y="358"/>
                </a:lnTo>
                <a:lnTo>
                  <a:pt x="34" y="357"/>
                </a:lnTo>
                <a:lnTo>
                  <a:pt x="34" y="356"/>
                </a:lnTo>
                <a:lnTo>
                  <a:pt x="33" y="355"/>
                </a:lnTo>
                <a:lnTo>
                  <a:pt x="32" y="354"/>
                </a:lnTo>
                <a:lnTo>
                  <a:pt x="32" y="353"/>
                </a:lnTo>
                <a:lnTo>
                  <a:pt x="31" y="353"/>
                </a:lnTo>
                <a:lnTo>
                  <a:pt x="30" y="354"/>
                </a:lnTo>
                <a:lnTo>
                  <a:pt x="29" y="355"/>
                </a:lnTo>
                <a:lnTo>
                  <a:pt x="28" y="356"/>
                </a:lnTo>
                <a:lnTo>
                  <a:pt x="27" y="356"/>
                </a:lnTo>
                <a:lnTo>
                  <a:pt x="26" y="356"/>
                </a:lnTo>
                <a:lnTo>
                  <a:pt x="25" y="356"/>
                </a:lnTo>
                <a:lnTo>
                  <a:pt x="24" y="356"/>
                </a:lnTo>
                <a:lnTo>
                  <a:pt x="22" y="356"/>
                </a:lnTo>
                <a:lnTo>
                  <a:pt x="22" y="357"/>
                </a:lnTo>
                <a:lnTo>
                  <a:pt x="21" y="357"/>
                </a:lnTo>
                <a:lnTo>
                  <a:pt x="21" y="356"/>
                </a:lnTo>
                <a:lnTo>
                  <a:pt x="21" y="355"/>
                </a:lnTo>
                <a:lnTo>
                  <a:pt x="20" y="355"/>
                </a:lnTo>
                <a:lnTo>
                  <a:pt x="20" y="356"/>
                </a:lnTo>
                <a:lnTo>
                  <a:pt x="19" y="356"/>
                </a:lnTo>
                <a:lnTo>
                  <a:pt x="19" y="355"/>
                </a:lnTo>
                <a:lnTo>
                  <a:pt x="18" y="354"/>
                </a:lnTo>
                <a:lnTo>
                  <a:pt x="18" y="353"/>
                </a:lnTo>
                <a:lnTo>
                  <a:pt x="17" y="353"/>
                </a:lnTo>
                <a:lnTo>
                  <a:pt x="17" y="352"/>
                </a:lnTo>
                <a:lnTo>
                  <a:pt x="16" y="352"/>
                </a:lnTo>
                <a:lnTo>
                  <a:pt x="16" y="351"/>
                </a:lnTo>
                <a:lnTo>
                  <a:pt x="15" y="350"/>
                </a:lnTo>
                <a:lnTo>
                  <a:pt x="14" y="350"/>
                </a:lnTo>
                <a:lnTo>
                  <a:pt x="14" y="351"/>
                </a:lnTo>
                <a:lnTo>
                  <a:pt x="13" y="351"/>
                </a:lnTo>
                <a:lnTo>
                  <a:pt x="12" y="351"/>
                </a:lnTo>
                <a:lnTo>
                  <a:pt x="12" y="350"/>
                </a:lnTo>
                <a:lnTo>
                  <a:pt x="12" y="349"/>
                </a:lnTo>
                <a:lnTo>
                  <a:pt x="11" y="349"/>
                </a:lnTo>
                <a:lnTo>
                  <a:pt x="10" y="349"/>
                </a:lnTo>
                <a:lnTo>
                  <a:pt x="9" y="349"/>
                </a:lnTo>
                <a:lnTo>
                  <a:pt x="8" y="349"/>
                </a:lnTo>
                <a:lnTo>
                  <a:pt x="7" y="349"/>
                </a:lnTo>
                <a:lnTo>
                  <a:pt x="6" y="348"/>
                </a:lnTo>
                <a:lnTo>
                  <a:pt x="5" y="348"/>
                </a:lnTo>
                <a:lnTo>
                  <a:pt x="4" y="347"/>
                </a:lnTo>
                <a:lnTo>
                  <a:pt x="3" y="347"/>
                </a:lnTo>
                <a:lnTo>
                  <a:pt x="3" y="346"/>
                </a:lnTo>
                <a:lnTo>
                  <a:pt x="3" y="345"/>
                </a:lnTo>
                <a:lnTo>
                  <a:pt x="2" y="345"/>
                </a:lnTo>
                <a:lnTo>
                  <a:pt x="2" y="344"/>
                </a:lnTo>
                <a:lnTo>
                  <a:pt x="2" y="343"/>
                </a:lnTo>
                <a:lnTo>
                  <a:pt x="3" y="343"/>
                </a:lnTo>
                <a:lnTo>
                  <a:pt x="4" y="343"/>
                </a:lnTo>
                <a:lnTo>
                  <a:pt x="4" y="344"/>
                </a:lnTo>
                <a:lnTo>
                  <a:pt x="5" y="344"/>
                </a:lnTo>
                <a:lnTo>
                  <a:pt x="5" y="345"/>
                </a:lnTo>
                <a:lnTo>
                  <a:pt x="6" y="345"/>
                </a:lnTo>
                <a:lnTo>
                  <a:pt x="6" y="344"/>
                </a:lnTo>
                <a:lnTo>
                  <a:pt x="6" y="343"/>
                </a:lnTo>
                <a:lnTo>
                  <a:pt x="5" y="342"/>
                </a:lnTo>
                <a:lnTo>
                  <a:pt x="5" y="341"/>
                </a:lnTo>
                <a:lnTo>
                  <a:pt x="4" y="341"/>
                </a:lnTo>
                <a:lnTo>
                  <a:pt x="3" y="341"/>
                </a:lnTo>
                <a:lnTo>
                  <a:pt x="2" y="340"/>
                </a:lnTo>
                <a:lnTo>
                  <a:pt x="2" y="339"/>
                </a:lnTo>
                <a:lnTo>
                  <a:pt x="2" y="338"/>
                </a:lnTo>
                <a:lnTo>
                  <a:pt x="3" y="338"/>
                </a:lnTo>
                <a:lnTo>
                  <a:pt x="4" y="337"/>
                </a:lnTo>
                <a:lnTo>
                  <a:pt x="4" y="336"/>
                </a:lnTo>
                <a:lnTo>
                  <a:pt x="5" y="336"/>
                </a:lnTo>
                <a:lnTo>
                  <a:pt x="6" y="336"/>
                </a:lnTo>
                <a:lnTo>
                  <a:pt x="7" y="336"/>
                </a:lnTo>
                <a:lnTo>
                  <a:pt x="7" y="335"/>
                </a:lnTo>
                <a:lnTo>
                  <a:pt x="6" y="335"/>
                </a:lnTo>
                <a:lnTo>
                  <a:pt x="6" y="334"/>
                </a:lnTo>
                <a:lnTo>
                  <a:pt x="6" y="333"/>
                </a:lnTo>
                <a:lnTo>
                  <a:pt x="6" y="332"/>
                </a:lnTo>
                <a:lnTo>
                  <a:pt x="5" y="332"/>
                </a:lnTo>
                <a:lnTo>
                  <a:pt x="4" y="331"/>
                </a:lnTo>
                <a:lnTo>
                  <a:pt x="3" y="331"/>
                </a:lnTo>
                <a:lnTo>
                  <a:pt x="2" y="331"/>
                </a:lnTo>
                <a:lnTo>
                  <a:pt x="2" y="330"/>
                </a:lnTo>
                <a:lnTo>
                  <a:pt x="3" y="330"/>
                </a:lnTo>
                <a:lnTo>
                  <a:pt x="3" y="329"/>
                </a:lnTo>
                <a:lnTo>
                  <a:pt x="2" y="329"/>
                </a:lnTo>
                <a:lnTo>
                  <a:pt x="2" y="328"/>
                </a:lnTo>
                <a:lnTo>
                  <a:pt x="3" y="328"/>
                </a:lnTo>
                <a:lnTo>
                  <a:pt x="3" y="327"/>
                </a:lnTo>
                <a:lnTo>
                  <a:pt x="3" y="326"/>
                </a:lnTo>
                <a:lnTo>
                  <a:pt x="3" y="325"/>
                </a:lnTo>
                <a:lnTo>
                  <a:pt x="2" y="325"/>
                </a:lnTo>
                <a:lnTo>
                  <a:pt x="1" y="325"/>
                </a:lnTo>
                <a:lnTo>
                  <a:pt x="0" y="325"/>
                </a:lnTo>
                <a:lnTo>
                  <a:pt x="0" y="324"/>
                </a:lnTo>
                <a:lnTo>
                  <a:pt x="0" y="323"/>
                </a:lnTo>
                <a:lnTo>
                  <a:pt x="1" y="323"/>
                </a:lnTo>
                <a:lnTo>
                  <a:pt x="0" y="323"/>
                </a:lnTo>
                <a:lnTo>
                  <a:pt x="0" y="322"/>
                </a:lnTo>
                <a:lnTo>
                  <a:pt x="1" y="322"/>
                </a:lnTo>
                <a:lnTo>
                  <a:pt x="0" y="322"/>
                </a:lnTo>
                <a:lnTo>
                  <a:pt x="1" y="321"/>
                </a:lnTo>
                <a:lnTo>
                  <a:pt x="0" y="320"/>
                </a:lnTo>
                <a:lnTo>
                  <a:pt x="0" y="319"/>
                </a:lnTo>
                <a:lnTo>
                  <a:pt x="1" y="318"/>
                </a:lnTo>
                <a:lnTo>
                  <a:pt x="2" y="318"/>
                </a:lnTo>
                <a:lnTo>
                  <a:pt x="3" y="318"/>
                </a:lnTo>
                <a:lnTo>
                  <a:pt x="4" y="317"/>
                </a:lnTo>
                <a:lnTo>
                  <a:pt x="5" y="317"/>
                </a:lnTo>
                <a:lnTo>
                  <a:pt x="5" y="316"/>
                </a:lnTo>
                <a:lnTo>
                  <a:pt x="6" y="317"/>
                </a:lnTo>
                <a:lnTo>
                  <a:pt x="6" y="316"/>
                </a:lnTo>
                <a:lnTo>
                  <a:pt x="7" y="316"/>
                </a:lnTo>
                <a:lnTo>
                  <a:pt x="8" y="314"/>
                </a:lnTo>
                <a:lnTo>
                  <a:pt x="9" y="313"/>
                </a:lnTo>
                <a:lnTo>
                  <a:pt x="9" y="312"/>
                </a:lnTo>
                <a:lnTo>
                  <a:pt x="9" y="311"/>
                </a:lnTo>
                <a:lnTo>
                  <a:pt x="9" y="310"/>
                </a:lnTo>
                <a:lnTo>
                  <a:pt x="10" y="311"/>
                </a:lnTo>
                <a:lnTo>
                  <a:pt x="11" y="311"/>
                </a:lnTo>
                <a:lnTo>
                  <a:pt x="11" y="310"/>
                </a:lnTo>
                <a:lnTo>
                  <a:pt x="12" y="310"/>
                </a:lnTo>
                <a:lnTo>
                  <a:pt x="12" y="311"/>
                </a:lnTo>
                <a:lnTo>
                  <a:pt x="13" y="310"/>
                </a:lnTo>
                <a:lnTo>
                  <a:pt x="14" y="309"/>
                </a:lnTo>
                <a:lnTo>
                  <a:pt x="14" y="308"/>
                </a:lnTo>
                <a:lnTo>
                  <a:pt x="14" y="307"/>
                </a:lnTo>
                <a:lnTo>
                  <a:pt x="13" y="307"/>
                </a:lnTo>
                <a:lnTo>
                  <a:pt x="14" y="307"/>
                </a:lnTo>
                <a:lnTo>
                  <a:pt x="14" y="306"/>
                </a:lnTo>
                <a:lnTo>
                  <a:pt x="13" y="305"/>
                </a:lnTo>
                <a:lnTo>
                  <a:pt x="12" y="305"/>
                </a:lnTo>
                <a:lnTo>
                  <a:pt x="13" y="305"/>
                </a:lnTo>
                <a:lnTo>
                  <a:pt x="14" y="304"/>
                </a:lnTo>
                <a:lnTo>
                  <a:pt x="13" y="304"/>
                </a:lnTo>
                <a:lnTo>
                  <a:pt x="13" y="303"/>
                </a:lnTo>
                <a:lnTo>
                  <a:pt x="13" y="302"/>
                </a:lnTo>
                <a:lnTo>
                  <a:pt x="13" y="301"/>
                </a:lnTo>
                <a:lnTo>
                  <a:pt x="14" y="300"/>
                </a:lnTo>
                <a:lnTo>
                  <a:pt x="14" y="299"/>
                </a:lnTo>
                <a:lnTo>
                  <a:pt x="14" y="298"/>
                </a:lnTo>
                <a:lnTo>
                  <a:pt x="15" y="298"/>
                </a:lnTo>
                <a:lnTo>
                  <a:pt x="15" y="297"/>
                </a:lnTo>
                <a:lnTo>
                  <a:pt x="15" y="296"/>
                </a:lnTo>
                <a:lnTo>
                  <a:pt x="15" y="295"/>
                </a:lnTo>
                <a:lnTo>
                  <a:pt x="15" y="294"/>
                </a:lnTo>
                <a:lnTo>
                  <a:pt x="14" y="294"/>
                </a:lnTo>
                <a:lnTo>
                  <a:pt x="14" y="293"/>
                </a:lnTo>
                <a:lnTo>
                  <a:pt x="15" y="292"/>
                </a:lnTo>
                <a:lnTo>
                  <a:pt x="14" y="292"/>
                </a:lnTo>
                <a:lnTo>
                  <a:pt x="14" y="291"/>
                </a:lnTo>
                <a:lnTo>
                  <a:pt x="14" y="290"/>
                </a:lnTo>
                <a:lnTo>
                  <a:pt x="15" y="289"/>
                </a:lnTo>
                <a:lnTo>
                  <a:pt x="14" y="289"/>
                </a:lnTo>
                <a:lnTo>
                  <a:pt x="15" y="288"/>
                </a:lnTo>
                <a:lnTo>
                  <a:pt x="16" y="288"/>
                </a:lnTo>
                <a:lnTo>
                  <a:pt x="17" y="288"/>
                </a:lnTo>
                <a:lnTo>
                  <a:pt x="17" y="286"/>
                </a:lnTo>
                <a:lnTo>
                  <a:pt x="17" y="285"/>
                </a:lnTo>
                <a:lnTo>
                  <a:pt x="17" y="284"/>
                </a:lnTo>
                <a:lnTo>
                  <a:pt x="17" y="285"/>
                </a:lnTo>
                <a:lnTo>
                  <a:pt x="18" y="285"/>
                </a:lnTo>
                <a:lnTo>
                  <a:pt x="18" y="284"/>
                </a:lnTo>
                <a:lnTo>
                  <a:pt x="19" y="284"/>
                </a:lnTo>
                <a:lnTo>
                  <a:pt x="19" y="283"/>
                </a:lnTo>
                <a:lnTo>
                  <a:pt x="19" y="282"/>
                </a:lnTo>
                <a:lnTo>
                  <a:pt x="18" y="282"/>
                </a:lnTo>
                <a:lnTo>
                  <a:pt x="18" y="281"/>
                </a:lnTo>
                <a:lnTo>
                  <a:pt x="18" y="280"/>
                </a:lnTo>
                <a:lnTo>
                  <a:pt x="18" y="279"/>
                </a:lnTo>
                <a:lnTo>
                  <a:pt x="17" y="279"/>
                </a:lnTo>
                <a:lnTo>
                  <a:pt x="17" y="278"/>
                </a:lnTo>
                <a:lnTo>
                  <a:pt x="17" y="277"/>
                </a:lnTo>
                <a:lnTo>
                  <a:pt x="17" y="276"/>
                </a:lnTo>
                <a:lnTo>
                  <a:pt x="18" y="276"/>
                </a:lnTo>
                <a:lnTo>
                  <a:pt x="18" y="275"/>
                </a:lnTo>
                <a:lnTo>
                  <a:pt x="19" y="275"/>
                </a:lnTo>
                <a:lnTo>
                  <a:pt x="20" y="274"/>
                </a:lnTo>
                <a:lnTo>
                  <a:pt x="19" y="273"/>
                </a:lnTo>
                <a:lnTo>
                  <a:pt x="18" y="273"/>
                </a:lnTo>
                <a:lnTo>
                  <a:pt x="19" y="273"/>
                </a:lnTo>
                <a:lnTo>
                  <a:pt x="19" y="272"/>
                </a:lnTo>
                <a:lnTo>
                  <a:pt x="19" y="271"/>
                </a:lnTo>
                <a:lnTo>
                  <a:pt x="18" y="271"/>
                </a:lnTo>
                <a:lnTo>
                  <a:pt x="18" y="270"/>
                </a:lnTo>
                <a:lnTo>
                  <a:pt x="19" y="270"/>
                </a:lnTo>
                <a:lnTo>
                  <a:pt x="19" y="269"/>
                </a:lnTo>
                <a:lnTo>
                  <a:pt x="19" y="270"/>
                </a:lnTo>
                <a:lnTo>
                  <a:pt x="20" y="269"/>
                </a:lnTo>
                <a:lnTo>
                  <a:pt x="19" y="269"/>
                </a:lnTo>
                <a:lnTo>
                  <a:pt x="19" y="268"/>
                </a:lnTo>
                <a:lnTo>
                  <a:pt x="20" y="268"/>
                </a:lnTo>
                <a:lnTo>
                  <a:pt x="20" y="269"/>
                </a:lnTo>
                <a:lnTo>
                  <a:pt x="21" y="269"/>
                </a:lnTo>
                <a:lnTo>
                  <a:pt x="22" y="269"/>
                </a:lnTo>
                <a:lnTo>
                  <a:pt x="24" y="269"/>
                </a:lnTo>
                <a:lnTo>
                  <a:pt x="24" y="268"/>
                </a:lnTo>
                <a:lnTo>
                  <a:pt x="24" y="267"/>
                </a:lnTo>
                <a:lnTo>
                  <a:pt x="24" y="266"/>
                </a:lnTo>
                <a:lnTo>
                  <a:pt x="25" y="265"/>
                </a:lnTo>
                <a:lnTo>
                  <a:pt x="25" y="264"/>
                </a:lnTo>
                <a:lnTo>
                  <a:pt x="26" y="263"/>
                </a:lnTo>
                <a:lnTo>
                  <a:pt x="26" y="262"/>
                </a:lnTo>
                <a:lnTo>
                  <a:pt x="26" y="263"/>
                </a:lnTo>
                <a:lnTo>
                  <a:pt x="28" y="263"/>
                </a:lnTo>
                <a:lnTo>
                  <a:pt x="28" y="262"/>
                </a:lnTo>
                <a:lnTo>
                  <a:pt x="29" y="262"/>
                </a:lnTo>
                <a:lnTo>
                  <a:pt x="29" y="263"/>
                </a:lnTo>
                <a:lnTo>
                  <a:pt x="29" y="264"/>
                </a:lnTo>
                <a:lnTo>
                  <a:pt x="30" y="264"/>
                </a:lnTo>
                <a:lnTo>
                  <a:pt x="30" y="262"/>
                </a:lnTo>
                <a:lnTo>
                  <a:pt x="30" y="261"/>
                </a:lnTo>
                <a:lnTo>
                  <a:pt x="31" y="261"/>
                </a:lnTo>
                <a:lnTo>
                  <a:pt x="30" y="260"/>
                </a:lnTo>
                <a:lnTo>
                  <a:pt x="30" y="259"/>
                </a:lnTo>
                <a:lnTo>
                  <a:pt x="29" y="259"/>
                </a:lnTo>
                <a:lnTo>
                  <a:pt x="29" y="258"/>
                </a:lnTo>
                <a:lnTo>
                  <a:pt x="29" y="257"/>
                </a:lnTo>
                <a:lnTo>
                  <a:pt x="28" y="257"/>
                </a:lnTo>
                <a:lnTo>
                  <a:pt x="27" y="257"/>
                </a:lnTo>
                <a:lnTo>
                  <a:pt x="27" y="256"/>
                </a:lnTo>
                <a:lnTo>
                  <a:pt x="26" y="256"/>
                </a:lnTo>
                <a:lnTo>
                  <a:pt x="26" y="255"/>
                </a:lnTo>
                <a:lnTo>
                  <a:pt x="26" y="253"/>
                </a:lnTo>
                <a:lnTo>
                  <a:pt x="27" y="252"/>
                </a:lnTo>
                <a:lnTo>
                  <a:pt x="27" y="251"/>
                </a:lnTo>
                <a:lnTo>
                  <a:pt x="28" y="251"/>
                </a:lnTo>
                <a:lnTo>
                  <a:pt x="29" y="250"/>
                </a:lnTo>
                <a:lnTo>
                  <a:pt x="29" y="251"/>
                </a:lnTo>
                <a:lnTo>
                  <a:pt x="30" y="251"/>
                </a:lnTo>
                <a:lnTo>
                  <a:pt x="30" y="250"/>
                </a:lnTo>
                <a:lnTo>
                  <a:pt x="30" y="249"/>
                </a:lnTo>
                <a:lnTo>
                  <a:pt x="31" y="249"/>
                </a:lnTo>
                <a:lnTo>
                  <a:pt x="31" y="248"/>
                </a:lnTo>
                <a:lnTo>
                  <a:pt x="32" y="248"/>
                </a:lnTo>
                <a:lnTo>
                  <a:pt x="33" y="248"/>
                </a:lnTo>
                <a:lnTo>
                  <a:pt x="34" y="248"/>
                </a:lnTo>
                <a:lnTo>
                  <a:pt x="35" y="247"/>
                </a:lnTo>
                <a:lnTo>
                  <a:pt x="35" y="248"/>
                </a:lnTo>
                <a:lnTo>
                  <a:pt x="36" y="248"/>
                </a:lnTo>
                <a:lnTo>
                  <a:pt x="37" y="248"/>
                </a:lnTo>
                <a:lnTo>
                  <a:pt x="38" y="248"/>
                </a:lnTo>
                <a:lnTo>
                  <a:pt x="38" y="247"/>
                </a:lnTo>
                <a:lnTo>
                  <a:pt x="39" y="247"/>
                </a:lnTo>
                <a:lnTo>
                  <a:pt x="40" y="247"/>
                </a:lnTo>
                <a:lnTo>
                  <a:pt x="40" y="246"/>
                </a:lnTo>
                <a:lnTo>
                  <a:pt x="41" y="246"/>
                </a:lnTo>
                <a:lnTo>
                  <a:pt x="42" y="246"/>
                </a:lnTo>
                <a:lnTo>
                  <a:pt x="42" y="245"/>
                </a:lnTo>
                <a:lnTo>
                  <a:pt x="42" y="244"/>
                </a:lnTo>
                <a:lnTo>
                  <a:pt x="43" y="244"/>
                </a:lnTo>
                <a:lnTo>
                  <a:pt x="43" y="243"/>
                </a:lnTo>
                <a:lnTo>
                  <a:pt x="44" y="243"/>
                </a:lnTo>
                <a:lnTo>
                  <a:pt x="44" y="242"/>
                </a:lnTo>
                <a:lnTo>
                  <a:pt x="44" y="243"/>
                </a:lnTo>
                <a:lnTo>
                  <a:pt x="45" y="243"/>
                </a:lnTo>
                <a:lnTo>
                  <a:pt x="45" y="242"/>
                </a:lnTo>
                <a:lnTo>
                  <a:pt x="46" y="242"/>
                </a:lnTo>
                <a:lnTo>
                  <a:pt x="47" y="242"/>
                </a:lnTo>
                <a:lnTo>
                  <a:pt x="48" y="242"/>
                </a:lnTo>
                <a:lnTo>
                  <a:pt x="48" y="241"/>
                </a:lnTo>
                <a:lnTo>
                  <a:pt x="47" y="240"/>
                </a:lnTo>
                <a:lnTo>
                  <a:pt x="47" y="239"/>
                </a:lnTo>
                <a:lnTo>
                  <a:pt x="47" y="238"/>
                </a:lnTo>
                <a:lnTo>
                  <a:pt x="48" y="238"/>
                </a:lnTo>
                <a:lnTo>
                  <a:pt x="48" y="237"/>
                </a:lnTo>
                <a:lnTo>
                  <a:pt x="48" y="236"/>
                </a:lnTo>
                <a:lnTo>
                  <a:pt x="49" y="235"/>
                </a:lnTo>
                <a:lnTo>
                  <a:pt x="50" y="235"/>
                </a:lnTo>
                <a:lnTo>
                  <a:pt x="50" y="234"/>
                </a:lnTo>
                <a:lnTo>
                  <a:pt x="50" y="235"/>
                </a:lnTo>
                <a:lnTo>
                  <a:pt x="51" y="234"/>
                </a:lnTo>
                <a:lnTo>
                  <a:pt x="50" y="234"/>
                </a:lnTo>
                <a:lnTo>
                  <a:pt x="51" y="233"/>
                </a:lnTo>
                <a:lnTo>
                  <a:pt x="52" y="233"/>
                </a:lnTo>
                <a:lnTo>
                  <a:pt x="52" y="232"/>
                </a:lnTo>
                <a:lnTo>
                  <a:pt x="52" y="231"/>
                </a:lnTo>
                <a:lnTo>
                  <a:pt x="53" y="231"/>
                </a:lnTo>
                <a:lnTo>
                  <a:pt x="53" y="230"/>
                </a:lnTo>
                <a:lnTo>
                  <a:pt x="53" y="231"/>
                </a:lnTo>
                <a:lnTo>
                  <a:pt x="53" y="230"/>
                </a:lnTo>
                <a:lnTo>
                  <a:pt x="54" y="230"/>
                </a:lnTo>
                <a:lnTo>
                  <a:pt x="55" y="230"/>
                </a:lnTo>
                <a:lnTo>
                  <a:pt x="55" y="229"/>
                </a:lnTo>
                <a:lnTo>
                  <a:pt x="56" y="229"/>
                </a:lnTo>
                <a:lnTo>
                  <a:pt x="56" y="228"/>
                </a:lnTo>
                <a:lnTo>
                  <a:pt x="57" y="228"/>
                </a:lnTo>
                <a:lnTo>
                  <a:pt x="57" y="227"/>
                </a:lnTo>
                <a:lnTo>
                  <a:pt x="58" y="227"/>
                </a:lnTo>
                <a:lnTo>
                  <a:pt x="58" y="226"/>
                </a:lnTo>
                <a:lnTo>
                  <a:pt x="59" y="226"/>
                </a:lnTo>
                <a:lnTo>
                  <a:pt x="58" y="224"/>
                </a:lnTo>
                <a:lnTo>
                  <a:pt x="58" y="223"/>
                </a:lnTo>
                <a:lnTo>
                  <a:pt x="57" y="222"/>
                </a:lnTo>
                <a:lnTo>
                  <a:pt x="58" y="222"/>
                </a:lnTo>
                <a:lnTo>
                  <a:pt x="58" y="221"/>
                </a:lnTo>
                <a:lnTo>
                  <a:pt x="57" y="221"/>
                </a:lnTo>
                <a:lnTo>
                  <a:pt x="57" y="220"/>
                </a:lnTo>
                <a:lnTo>
                  <a:pt x="56" y="220"/>
                </a:lnTo>
                <a:lnTo>
                  <a:pt x="55" y="221"/>
                </a:lnTo>
                <a:lnTo>
                  <a:pt x="54" y="221"/>
                </a:lnTo>
                <a:lnTo>
                  <a:pt x="54" y="222"/>
                </a:lnTo>
                <a:lnTo>
                  <a:pt x="53" y="222"/>
                </a:lnTo>
                <a:lnTo>
                  <a:pt x="52" y="222"/>
                </a:lnTo>
                <a:lnTo>
                  <a:pt x="53" y="221"/>
                </a:lnTo>
                <a:lnTo>
                  <a:pt x="52" y="221"/>
                </a:lnTo>
                <a:lnTo>
                  <a:pt x="52" y="222"/>
                </a:lnTo>
                <a:lnTo>
                  <a:pt x="51" y="222"/>
                </a:lnTo>
                <a:lnTo>
                  <a:pt x="51" y="221"/>
                </a:lnTo>
                <a:lnTo>
                  <a:pt x="50" y="221"/>
                </a:lnTo>
                <a:lnTo>
                  <a:pt x="50" y="220"/>
                </a:lnTo>
                <a:lnTo>
                  <a:pt x="50" y="219"/>
                </a:lnTo>
                <a:lnTo>
                  <a:pt x="51" y="218"/>
                </a:lnTo>
                <a:lnTo>
                  <a:pt x="50" y="218"/>
                </a:lnTo>
                <a:lnTo>
                  <a:pt x="50" y="217"/>
                </a:lnTo>
                <a:lnTo>
                  <a:pt x="49" y="217"/>
                </a:lnTo>
                <a:lnTo>
                  <a:pt x="50" y="217"/>
                </a:lnTo>
                <a:lnTo>
                  <a:pt x="50" y="216"/>
                </a:lnTo>
                <a:lnTo>
                  <a:pt x="50" y="215"/>
                </a:lnTo>
                <a:lnTo>
                  <a:pt x="49" y="215"/>
                </a:lnTo>
                <a:lnTo>
                  <a:pt x="49" y="214"/>
                </a:lnTo>
                <a:lnTo>
                  <a:pt x="50" y="213"/>
                </a:lnTo>
                <a:lnTo>
                  <a:pt x="50" y="212"/>
                </a:lnTo>
                <a:lnTo>
                  <a:pt x="50" y="211"/>
                </a:lnTo>
                <a:lnTo>
                  <a:pt x="50" y="210"/>
                </a:lnTo>
                <a:lnTo>
                  <a:pt x="51" y="210"/>
                </a:lnTo>
                <a:lnTo>
                  <a:pt x="52" y="210"/>
                </a:lnTo>
                <a:lnTo>
                  <a:pt x="52" y="209"/>
                </a:lnTo>
                <a:lnTo>
                  <a:pt x="53" y="208"/>
                </a:lnTo>
                <a:lnTo>
                  <a:pt x="52" y="208"/>
                </a:lnTo>
                <a:lnTo>
                  <a:pt x="53" y="207"/>
                </a:lnTo>
                <a:lnTo>
                  <a:pt x="54" y="207"/>
                </a:lnTo>
                <a:lnTo>
                  <a:pt x="54" y="206"/>
                </a:lnTo>
                <a:lnTo>
                  <a:pt x="54" y="205"/>
                </a:lnTo>
                <a:lnTo>
                  <a:pt x="55" y="204"/>
                </a:lnTo>
                <a:lnTo>
                  <a:pt x="56" y="203"/>
                </a:lnTo>
                <a:lnTo>
                  <a:pt x="56" y="202"/>
                </a:lnTo>
                <a:lnTo>
                  <a:pt x="57" y="202"/>
                </a:lnTo>
                <a:lnTo>
                  <a:pt x="57" y="203"/>
                </a:lnTo>
                <a:lnTo>
                  <a:pt x="57" y="202"/>
                </a:lnTo>
                <a:lnTo>
                  <a:pt x="58" y="202"/>
                </a:lnTo>
                <a:lnTo>
                  <a:pt x="58" y="201"/>
                </a:lnTo>
                <a:lnTo>
                  <a:pt x="59" y="201"/>
                </a:lnTo>
                <a:lnTo>
                  <a:pt x="60" y="201"/>
                </a:lnTo>
                <a:lnTo>
                  <a:pt x="59" y="200"/>
                </a:lnTo>
                <a:lnTo>
                  <a:pt x="59" y="201"/>
                </a:lnTo>
                <a:lnTo>
                  <a:pt x="59" y="200"/>
                </a:lnTo>
                <a:lnTo>
                  <a:pt x="59" y="199"/>
                </a:lnTo>
                <a:lnTo>
                  <a:pt x="59" y="198"/>
                </a:lnTo>
                <a:lnTo>
                  <a:pt x="60" y="198"/>
                </a:lnTo>
                <a:lnTo>
                  <a:pt x="61" y="198"/>
                </a:lnTo>
                <a:lnTo>
                  <a:pt x="61" y="197"/>
                </a:lnTo>
                <a:lnTo>
                  <a:pt x="60" y="197"/>
                </a:lnTo>
                <a:lnTo>
                  <a:pt x="61" y="196"/>
                </a:lnTo>
                <a:lnTo>
                  <a:pt x="62" y="196"/>
                </a:lnTo>
                <a:lnTo>
                  <a:pt x="63" y="196"/>
                </a:lnTo>
                <a:lnTo>
                  <a:pt x="63" y="197"/>
                </a:lnTo>
                <a:lnTo>
                  <a:pt x="64" y="197"/>
                </a:lnTo>
                <a:lnTo>
                  <a:pt x="65" y="197"/>
                </a:lnTo>
                <a:lnTo>
                  <a:pt x="65" y="198"/>
                </a:lnTo>
                <a:lnTo>
                  <a:pt x="65" y="199"/>
                </a:lnTo>
                <a:lnTo>
                  <a:pt x="64" y="199"/>
                </a:lnTo>
                <a:lnTo>
                  <a:pt x="65" y="199"/>
                </a:lnTo>
                <a:lnTo>
                  <a:pt x="65" y="200"/>
                </a:lnTo>
                <a:lnTo>
                  <a:pt x="64" y="200"/>
                </a:lnTo>
                <a:lnTo>
                  <a:pt x="64" y="201"/>
                </a:lnTo>
                <a:lnTo>
                  <a:pt x="65" y="201"/>
                </a:lnTo>
                <a:lnTo>
                  <a:pt x="65" y="200"/>
                </a:lnTo>
                <a:lnTo>
                  <a:pt x="66" y="200"/>
                </a:lnTo>
                <a:lnTo>
                  <a:pt x="67" y="200"/>
                </a:lnTo>
                <a:lnTo>
                  <a:pt x="67" y="201"/>
                </a:lnTo>
                <a:lnTo>
                  <a:pt x="68" y="200"/>
                </a:lnTo>
                <a:lnTo>
                  <a:pt x="69" y="200"/>
                </a:lnTo>
                <a:lnTo>
                  <a:pt x="69" y="199"/>
                </a:lnTo>
                <a:lnTo>
                  <a:pt x="69" y="198"/>
                </a:lnTo>
                <a:lnTo>
                  <a:pt x="69" y="197"/>
                </a:lnTo>
                <a:lnTo>
                  <a:pt x="69" y="196"/>
                </a:lnTo>
                <a:lnTo>
                  <a:pt x="69" y="195"/>
                </a:lnTo>
                <a:lnTo>
                  <a:pt x="69" y="194"/>
                </a:lnTo>
                <a:lnTo>
                  <a:pt x="70" y="193"/>
                </a:lnTo>
                <a:lnTo>
                  <a:pt x="71" y="193"/>
                </a:lnTo>
                <a:lnTo>
                  <a:pt x="71" y="192"/>
                </a:lnTo>
                <a:lnTo>
                  <a:pt x="71" y="191"/>
                </a:lnTo>
                <a:lnTo>
                  <a:pt x="72" y="191"/>
                </a:lnTo>
                <a:lnTo>
                  <a:pt x="72" y="190"/>
                </a:lnTo>
                <a:lnTo>
                  <a:pt x="73" y="190"/>
                </a:lnTo>
                <a:lnTo>
                  <a:pt x="72" y="190"/>
                </a:lnTo>
                <a:lnTo>
                  <a:pt x="72" y="189"/>
                </a:lnTo>
                <a:lnTo>
                  <a:pt x="71" y="189"/>
                </a:lnTo>
                <a:lnTo>
                  <a:pt x="70" y="189"/>
                </a:lnTo>
                <a:lnTo>
                  <a:pt x="69" y="189"/>
                </a:lnTo>
                <a:lnTo>
                  <a:pt x="69" y="188"/>
                </a:lnTo>
                <a:lnTo>
                  <a:pt x="69" y="189"/>
                </a:lnTo>
                <a:lnTo>
                  <a:pt x="68" y="189"/>
                </a:lnTo>
                <a:lnTo>
                  <a:pt x="68" y="188"/>
                </a:lnTo>
                <a:lnTo>
                  <a:pt x="69" y="188"/>
                </a:lnTo>
                <a:lnTo>
                  <a:pt x="68" y="188"/>
                </a:lnTo>
                <a:lnTo>
                  <a:pt x="68" y="187"/>
                </a:lnTo>
                <a:lnTo>
                  <a:pt x="67" y="187"/>
                </a:lnTo>
                <a:lnTo>
                  <a:pt x="68" y="187"/>
                </a:lnTo>
                <a:lnTo>
                  <a:pt x="68" y="186"/>
                </a:lnTo>
                <a:lnTo>
                  <a:pt x="67" y="186"/>
                </a:lnTo>
                <a:lnTo>
                  <a:pt x="67" y="185"/>
                </a:lnTo>
                <a:lnTo>
                  <a:pt x="67" y="184"/>
                </a:lnTo>
                <a:lnTo>
                  <a:pt x="66" y="183"/>
                </a:lnTo>
                <a:lnTo>
                  <a:pt x="65" y="183"/>
                </a:lnTo>
                <a:lnTo>
                  <a:pt x="65" y="182"/>
                </a:lnTo>
                <a:lnTo>
                  <a:pt x="64" y="182"/>
                </a:lnTo>
                <a:lnTo>
                  <a:pt x="63" y="181"/>
                </a:lnTo>
                <a:lnTo>
                  <a:pt x="62" y="181"/>
                </a:lnTo>
                <a:lnTo>
                  <a:pt x="63" y="181"/>
                </a:lnTo>
                <a:lnTo>
                  <a:pt x="63" y="180"/>
                </a:lnTo>
                <a:lnTo>
                  <a:pt x="64" y="180"/>
                </a:lnTo>
                <a:lnTo>
                  <a:pt x="64" y="179"/>
                </a:lnTo>
                <a:lnTo>
                  <a:pt x="64" y="178"/>
                </a:lnTo>
                <a:lnTo>
                  <a:pt x="65" y="176"/>
                </a:lnTo>
                <a:lnTo>
                  <a:pt x="65" y="175"/>
                </a:lnTo>
                <a:lnTo>
                  <a:pt x="65" y="174"/>
                </a:lnTo>
                <a:lnTo>
                  <a:pt x="65" y="173"/>
                </a:lnTo>
                <a:lnTo>
                  <a:pt x="64" y="172"/>
                </a:lnTo>
                <a:lnTo>
                  <a:pt x="64" y="171"/>
                </a:lnTo>
                <a:lnTo>
                  <a:pt x="64" y="170"/>
                </a:lnTo>
                <a:lnTo>
                  <a:pt x="63" y="170"/>
                </a:lnTo>
                <a:lnTo>
                  <a:pt x="62" y="170"/>
                </a:lnTo>
                <a:lnTo>
                  <a:pt x="62" y="169"/>
                </a:lnTo>
                <a:lnTo>
                  <a:pt x="61" y="168"/>
                </a:lnTo>
                <a:lnTo>
                  <a:pt x="61" y="167"/>
                </a:lnTo>
                <a:lnTo>
                  <a:pt x="61" y="166"/>
                </a:lnTo>
                <a:lnTo>
                  <a:pt x="60" y="165"/>
                </a:lnTo>
                <a:lnTo>
                  <a:pt x="61" y="165"/>
                </a:lnTo>
                <a:lnTo>
                  <a:pt x="61" y="164"/>
                </a:lnTo>
                <a:lnTo>
                  <a:pt x="62" y="163"/>
                </a:lnTo>
                <a:lnTo>
                  <a:pt x="63" y="162"/>
                </a:lnTo>
                <a:lnTo>
                  <a:pt x="64" y="162"/>
                </a:lnTo>
                <a:lnTo>
                  <a:pt x="65" y="161"/>
                </a:lnTo>
                <a:lnTo>
                  <a:pt x="65" y="160"/>
                </a:lnTo>
                <a:lnTo>
                  <a:pt x="65" y="159"/>
                </a:lnTo>
                <a:lnTo>
                  <a:pt x="64" y="158"/>
                </a:lnTo>
                <a:lnTo>
                  <a:pt x="64" y="157"/>
                </a:lnTo>
                <a:lnTo>
                  <a:pt x="64" y="156"/>
                </a:lnTo>
                <a:lnTo>
                  <a:pt x="63" y="156"/>
                </a:lnTo>
                <a:lnTo>
                  <a:pt x="63" y="155"/>
                </a:lnTo>
                <a:lnTo>
                  <a:pt x="64" y="155"/>
                </a:lnTo>
                <a:lnTo>
                  <a:pt x="64" y="154"/>
                </a:lnTo>
                <a:lnTo>
                  <a:pt x="64" y="153"/>
                </a:lnTo>
                <a:lnTo>
                  <a:pt x="64" y="152"/>
                </a:lnTo>
                <a:lnTo>
                  <a:pt x="65" y="152"/>
                </a:lnTo>
                <a:lnTo>
                  <a:pt x="65" y="151"/>
                </a:lnTo>
                <a:lnTo>
                  <a:pt x="65" y="150"/>
                </a:lnTo>
                <a:lnTo>
                  <a:pt x="65" y="149"/>
                </a:lnTo>
                <a:lnTo>
                  <a:pt x="66" y="149"/>
                </a:lnTo>
                <a:lnTo>
                  <a:pt x="67" y="149"/>
                </a:lnTo>
                <a:lnTo>
                  <a:pt x="67" y="150"/>
                </a:lnTo>
                <a:lnTo>
                  <a:pt x="67" y="149"/>
                </a:lnTo>
                <a:lnTo>
                  <a:pt x="68" y="148"/>
                </a:lnTo>
                <a:lnTo>
                  <a:pt x="67" y="148"/>
                </a:lnTo>
                <a:lnTo>
                  <a:pt x="67" y="147"/>
                </a:lnTo>
                <a:lnTo>
                  <a:pt x="68" y="147"/>
                </a:lnTo>
                <a:lnTo>
                  <a:pt x="69" y="147"/>
                </a:lnTo>
                <a:lnTo>
                  <a:pt x="69" y="146"/>
                </a:lnTo>
                <a:lnTo>
                  <a:pt x="69" y="145"/>
                </a:lnTo>
                <a:lnTo>
                  <a:pt x="70" y="145"/>
                </a:lnTo>
                <a:lnTo>
                  <a:pt x="70" y="144"/>
                </a:lnTo>
                <a:lnTo>
                  <a:pt x="71" y="143"/>
                </a:lnTo>
                <a:lnTo>
                  <a:pt x="72" y="142"/>
                </a:lnTo>
                <a:lnTo>
                  <a:pt x="73" y="142"/>
                </a:lnTo>
                <a:lnTo>
                  <a:pt x="73" y="141"/>
                </a:lnTo>
                <a:lnTo>
                  <a:pt x="73" y="140"/>
                </a:lnTo>
                <a:lnTo>
                  <a:pt x="74" y="140"/>
                </a:lnTo>
                <a:lnTo>
                  <a:pt x="74" y="139"/>
                </a:lnTo>
                <a:lnTo>
                  <a:pt x="75" y="139"/>
                </a:lnTo>
                <a:lnTo>
                  <a:pt x="75" y="138"/>
                </a:lnTo>
                <a:lnTo>
                  <a:pt x="76" y="138"/>
                </a:lnTo>
                <a:lnTo>
                  <a:pt x="77" y="137"/>
                </a:lnTo>
                <a:lnTo>
                  <a:pt x="78" y="137"/>
                </a:lnTo>
                <a:lnTo>
                  <a:pt x="79" y="137"/>
                </a:lnTo>
                <a:lnTo>
                  <a:pt x="80" y="137"/>
                </a:lnTo>
                <a:lnTo>
                  <a:pt x="80" y="136"/>
                </a:lnTo>
                <a:lnTo>
                  <a:pt x="81" y="136"/>
                </a:lnTo>
                <a:lnTo>
                  <a:pt x="81" y="137"/>
                </a:lnTo>
                <a:lnTo>
                  <a:pt x="82" y="138"/>
                </a:lnTo>
                <a:lnTo>
                  <a:pt x="83" y="138"/>
                </a:lnTo>
                <a:lnTo>
                  <a:pt x="83" y="137"/>
                </a:lnTo>
                <a:lnTo>
                  <a:pt x="83" y="136"/>
                </a:lnTo>
                <a:lnTo>
                  <a:pt x="84" y="136"/>
                </a:lnTo>
                <a:lnTo>
                  <a:pt x="85" y="136"/>
                </a:lnTo>
                <a:lnTo>
                  <a:pt x="85" y="135"/>
                </a:lnTo>
                <a:lnTo>
                  <a:pt x="86" y="135"/>
                </a:lnTo>
                <a:lnTo>
                  <a:pt x="87" y="135"/>
                </a:lnTo>
                <a:lnTo>
                  <a:pt x="88" y="134"/>
                </a:lnTo>
                <a:lnTo>
                  <a:pt x="89" y="134"/>
                </a:lnTo>
                <a:lnTo>
                  <a:pt x="90" y="134"/>
                </a:lnTo>
                <a:lnTo>
                  <a:pt x="90" y="135"/>
                </a:lnTo>
                <a:lnTo>
                  <a:pt x="92" y="135"/>
                </a:lnTo>
                <a:lnTo>
                  <a:pt x="92" y="134"/>
                </a:lnTo>
                <a:lnTo>
                  <a:pt x="93" y="134"/>
                </a:lnTo>
                <a:lnTo>
                  <a:pt x="93" y="133"/>
                </a:lnTo>
                <a:lnTo>
                  <a:pt x="93" y="134"/>
                </a:lnTo>
                <a:lnTo>
                  <a:pt x="94" y="133"/>
                </a:lnTo>
                <a:lnTo>
                  <a:pt x="95" y="133"/>
                </a:lnTo>
                <a:lnTo>
                  <a:pt x="95" y="132"/>
                </a:lnTo>
                <a:lnTo>
                  <a:pt x="96" y="132"/>
                </a:lnTo>
                <a:lnTo>
                  <a:pt x="97" y="132"/>
                </a:lnTo>
                <a:lnTo>
                  <a:pt x="97" y="133"/>
                </a:lnTo>
                <a:lnTo>
                  <a:pt x="98" y="133"/>
                </a:lnTo>
                <a:lnTo>
                  <a:pt x="99" y="133"/>
                </a:lnTo>
                <a:lnTo>
                  <a:pt x="99" y="134"/>
                </a:lnTo>
                <a:lnTo>
                  <a:pt x="100" y="133"/>
                </a:lnTo>
                <a:lnTo>
                  <a:pt x="100" y="132"/>
                </a:lnTo>
                <a:lnTo>
                  <a:pt x="100" y="131"/>
                </a:lnTo>
                <a:lnTo>
                  <a:pt x="101" y="130"/>
                </a:lnTo>
                <a:lnTo>
                  <a:pt x="102" y="130"/>
                </a:lnTo>
                <a:lnTo>
                  <a:pt x="103" y="129"/>
                </a:lnTo>
                <a:lnTo>
                  <a:pt x="104" y="129"/>
                </a:lnTo>
                <a:lnTo>
                  <a:pt x="104" y="128"/>
                </a:lnTo>
                <a:lnTo>
                  <a:pt x="105" y="127"/>
                </a:lnTo>
                <a:lnTo>
                  <a:pt x="106" y="127"/>
                </a:lnTo>
                <a:lnTo>
                  <a:pt x="107" y="127"/>
                </a:lnTo>
                <a:lnTo>
                  <a:pt x="108" y="126"/>
                </a:lnTo>
                <a:lnTo>
                  <a:pt x="109" y="126"/>
                </a:lnTo>
                <a:lnTo>
                  <a:pt x="109" y="125"/>
                </a:lnTo>
                <a:lnTo>
                  <a:pt x="109" y="124"/>
                </a:lnTo>
                <a:lnTo>
                  <a:pt x="109" y="123"/>
                </a:lnTo>
                <a:lnTo>
                  <a:pt x="108" y="123"/>
                </a:lnTo>
                <a:lnTo>
                  <a:pt x="108" y="122"/>
                </a:lnTo>
                <a:lnTo>
                  <a:pt x="108" y="121"/>
                </a:lnTo>
                <a:lnTo>
                  <a:pt x="109" y="120"/>
                </a:lnTo>
                <a:lnTo>
                  <a:pt x="109" y="119"/>
                </a:lnTo>
                <a:lnTo>
                  <a:pt x="110" y="119"/>
                </a:lnTo>
                <a:lnTo>
                  <a:pt x="110" y="118"/>
                </a:lnTo>
                <a:lnTo>
                  <a:pt x="111" y="118"/>
                </a:lnTo>
                <a:lnTo>
                  <a:pt x="112" y="117"/>
                </a:lnTo>
                <a:lnTo>
                  <a:pt x="112" y="116"/>
                </a:lnTo>
                <a:lnTo>
                  <a:pt x="113" y="115"/>
                </a:lnTo>
                <a:lnTo>
                  <a:pt x="113" y="114"/>
                </a:lnTo>
                <a:lnTo>
                  <a:pt x="114" y="115"/>
                </a:lnTo>
                <a:lnTo>
                  <a:pt x="115" y="114"/>
                </a:lnTo>
                <a:lnTo>
                  <a:pt x="115" y="113"/>
                </a:lnTo>
                <a:lnTo>
                  <a:pt x="116" y="113"/>
                </a:lnTo>
                <a:lnTo>
                  <a:pt x="117" y="112"/>
                </a:lnTo>
                <a:lnTo>
                  <a:pt x="118" y="111"/>
                </a:lnTo>
                <a:lnTo>
                  <a:pt x="118" y="110"/>
                </a:lnTo>
                <a:lnTo>
                  <a:pt x="118" y="109"/>
                </a:lnTo>
                <a:lnTo>
                  <a:pt x="119" y="109"/>
                </a:lnTo>
                <a:lnTo>
                  <a:pt x="119" y="108"/>
                </a:lnTo>
                <a:lnTo>
                  <a:pt x="119" y="107"/>
                </a:lnTo>
                <a:lnTo>
                  <a:pt x="120" y="107"/>
                </a:lnTo>
                <a:lnTo>
                  <a:pt x="120" y="106"/>
                </a:lnTo>
                <a:lnTo>
                  <a:pt x="119" y="106"/>
                </a:lnTo>
                <a:lnTo>
                  <a:pt x="119" y="105"/>
                </a:lnTo>
                <a:lnTo>
                  <a:pt x="118" y="105"/>
                </a:lnTo>
                <a:lnTo>
                  <a:pt x="117" y="105"/>
                </a:lnTo>
                <a:lnTo>
                  <a:pt x="117" y="104"/>
                </a:lnTo>
                <a:lnTo>
                  <a:pt x="117" y="103"/>
                </a:lnTo>
                <a:lnTo>
                  <a:pt x="116" y="103"/>
                </a:lnTo>
                <a:lnTo>
                  <a:pt x="115" y="102"/>
                </a:lnTo>
                <a:lnTo>
                  <a:pt x="114" y="102"/>
                </a:lnTo>
                <a:lnTo>
                  <a:pt x="113" y="101"/>
                </a:lnTo>
                <a:lnTo>
                  <a:pt x="114" y="101"/>
                </a:lnTo>
                <a:lnTo>
                  <a:pt x="114" y="100"/>
                </a:lnTo>
                <a:lnTo>
                  <a:pt x="114" y="99"/>
                </a:lnTo>
                <a:lnTo>
                  <a:pt x="114" y="98"/>
                </a:lnTo>
                <a:lnTo>
                  <a:pt x="113" y="97"/>
                </a:lnTo>
                <a:lnTo>
                  <a:pt x="114" y="97"/>
                </a:lnTo>
                <a:lnTo>
                  <a:pt x="114" y="96"/>
                </a:lnTo>
                <a:lnTo>
                  <a:pt x="114" y="95"/>
                </a:lnTo>
                <a:lnTo>
                  <a:pt x="115" y="95"/>
                </a:lnTo>
                <a:lnTo>
                  <a:pt x="116" y="94"/>
                </a:lnTo>
                <a:lnTo>
                  <a:pt x="116" y="93"/>
                </a:lnTo>
                <a:lnTo>
                  <a:pt x="116" y="92"/>
                </a:lnTo>
                <a:lnTo>
                  <a:pt x="116" y="91"/>
                </a:lnTo>
                <a:lnTo>
                  <a:pt x="116" y="90"/>
                </a:lnTo>
                <a:lnTo>
                  <a:pt x="115" y="90"/>
                </a:lnTo>
                <a:lnTo>
                  <a:pt x="115" y="89"/>
                </a:lnTo>
                <a:lnTo>
                  <a:pt x="114" y="89"/>
                </a:lnTo>
                <a:lnTo>
                  <a:pt x="114" y="88"/>
                </a:lnTo>
                <a:lnTo>
                  <a:pt x="114" y="87"/>
                </a:lnTo>
                <a:lnTo>
                  <a:pt x="115" y="87"/>
                </a:lnTo>
                <a:lnTo>
                  <a:pt x="114" y="87"/>
                </a:lnTo>
                <a:lnTo>
                  <a:pt x="114" y="86"/>
                </a:lnTo>
                <a:lnTo>
                  <a:pt x="114" y="85"/>
                </a:lnTo>
                <a:lnTo>
                  <a:pt x="115" y="85"/>
                </a:lnTo>
                <a:lnTo>
                  <a:pt x="114" y="84"/>
                </a:lnTo>
                <a:lnTo>
                  <a:pt x="114" y="83"/>
                </a:lnTo>
                <a:lnTo>
                  <a:pt x="113" y="82"/>
                </a:lnTo>
                <a:lnTo>
                  <a:pt x="114" y="82"/>
                </a:lnTo>
                <a:lnTo>
                  <a:pt x="114" y="81"/>
                </a:lnTo>
                <a:lnTo>
                  <a:pt x="113" y="80"/>
                </a:lnTo>
                <a:lnTo>
                  <a:pt x="112" y="80"/>
                </a:lnTo>
                <a:lnTo>
                  <a:pt x="112" y="79"/>
                </a:lnTo>
                <a:lnTo>
                  <a:pt x="112" y="78"/>
                </a:lnTo>
                <a:lnTo>
                  <a:pt x="111" y="78"/>
                </a:lnTo>
                <a:lnTo>
                  <a:pt x="111" y="79"/>
                </a:lnTo>
                <a:lnTo>
                  <a:pt x="110" y="79"/>
                </a:lnTo>
                <a:lnTo>
                  <a:pt x="110" y="80"/>
                </a:lnTo>
                <a:lnTo>
                  <a:pt x="109" y="80"/>
                </a:lnTo>
                <a:lnTo>
                  <a:pt x="109" y="79"/>
                </a:lnTo>
                <a:lnTo>
                  <a:pt x="109" y="80"/>
                </a:lnTo>
                <a:lnTo>
                  <a:pt x="108" y="80"/>
                </a:lnTo>
                <a:lnTo>
                  <a:pt x="107" y="79"/>
                </a:lnTo>
                <a:lnTo>
                  <a:pt x="106" y="79"/>
                </a:lnTo>
                <a:lnTo>
                  <a:pt x="106" y="78"/>
                </a:lnTo>
                <a:lnTo>
                  <a:pt x="106" y="77"/>
                </a:lnTo>
                <a:lnTo>
                  <a:pt x="106" y="76"/>
                </a:lnTo>
                <a:lnTo>
                  <a:pt x="107" y="75"/>
                </a:lnTo>
                <a:lnTo>
                  <a:pt x="106" y="75"/>
                </a:lnTo>
                <a:lnTo>
                  <a:pt x="106" y="74"/>
                </a:lnTo>
                <a:lnTo>
                  <a:pt x="106" y="73"/>
                </a:lnTo>
                <a:lnTo>
                  <a:pt x="105" y="73"/>
                </a:lnTo>
                <a:lnTo>
                  <a:pt x="105" y="72"/>
                </a:lnTo>
                <a:lnTo>
                  <a:pt x="105" y="71"/>
                </a:lnTo>
                <a:lnTo>
                  <a:pt x="106" y="71"/>
                </a:lnTo>
                <a:lnTo>
                  <a:pt x="106" y="70"/>
                </a:lnTo>
                <a:lnTo>
                  <a:pt x="106" y="69"/>
                </a:lnTo>
                <a:lnTo>
                  <a:pt x="107" y="68"/>
                </a:lnTo>
                <a:lnTo>
                  <a:pt x="108" y="68"/>
                </a:lnTo>
                <a:lnTo>
                  <a:pt x="109" y="67"/>
                </a:lnTo>
                <a:lnTo>
                  <a:pt x="110" y="68"/>
                </a:lnTo>
                <a:lnTo>
                  <a:pt x="111" y="69"/>
                </a:lnTo>
                <a:lnTo>
                  <a:pt x="112" y="69"/>
                </a:lnTo>
                <a:lnTo>
                  <a:pt x="112" y="70"/>
                </a:lnTo>
                <a:lnTo>
                  <a:pt x="111" y="70"/>
                </a:lnTo>
                <a:lnTo>
                  <a:pt x="112" y="71"/>
                </a:lnTo>
                <a:lnTo>
                  <a:pt x="113" y="72"/>
                </a:lnTo>
                <a:lnTo>
                  <a:pt x="114" y="71"/>
                </a:lnTo>
                <a:lnTo>
                  <a:pt x="114" y="70"/>
                </a:lnTo>
                <a:lnTo>
                  <a:pt x="114" y="69"/>
                </a:lnTo>
                <a:lnTo>
                  <a:pt x="114" y="68"/>
                </a:lnTo>
                <a:lnTo>
                  <a:pt x="113" y="68"/>
                </a:lnTo>
                <a:lnTo>
                  <a:pt x="113" y="67"/>
                </a:lnTo>
                <a:lnTo>
                  <a:pt x="114" y="66"/>
                </a:lnTo>
                <a:lnTo>
                  <a:pt x="115" y="65"/>
                </a:lnTo>
                <a:lnTo>
                  <a:pt x="116" y="65"/>
                </a:lnTo>
                <a:lnTo>
                  <a:pt x="116" y="66"/>
                </a:lnTo>
                <a:lnTo>
                  <a:pt x="117" y="65"/>
                </a:lnTo>
                <a:lnTo>
                  <a:pt x="118" y="65"/>
                </a:lnTo>
                <a:lnTo>
                  <a:pt x="118" y="66"/>
                </a:lnTo>
                <a:lnTo>
                  <a:pt x="119" y="66"/>
                </a:lnTo>
                <a:lnTo>
                  <a:pt x="120" y="66"/>
                </a:lnTo>
                <a:lnTo>
                  <a:pt x="121" y="66"/>
                </a:lnTo>
                <a:lnTo>
                  <a:pt x="122" y="66"/>
                </a:lnTo>
                <a:lnTo>
                  <a:pt x="123" y="66"/>
                </a:lnTo>
                <a:lnTo>
                  <a:pt x="123" y="65"/>
                </a:lnTo>
                <a:lnTo>
                  <a:pt x="123" y="64"/>
                </a:lnTo>
                <a:lnTo>
                  <a:pt x="123" y="63"/>
                </a:lnTo>
                <a:lnTo>
                  <a:pt x="123" y="62"/>
                </a:lnTo>
                <a:lnTo>
                  <a:pt x="124" y="63"/>
                </a:lnTo>
                <a:lnTo>
                  <a:pt x="124" y="62"/>
                </a:lnTo>
                <a:lnTo>
                  <a:pt x="125" y="62"/>
                </a:lnTo>
                <a:lnTo>
                  <a:pt x="126" y="62"/>
                </a:lnTo>
                <a:lnTo>
                  <a:pt x="127" y="62"/>
                </a:lnTo>
                <a:lnTo>
                  <a:pt x="127" y="61"/>
                </a:lnTo>
                <a:lnTo>
                  <a:pt x="128" y="61"/>
                </a:lnTo>
                <a:lnTo>
                  <a:pt x="128" y="62"/>
                </a:lnTo>
                <a:lnTo>
                  <a:pt x="128" y="61"/>
                </a:lnTo>
                <a:lnTo>
                  <a:pt x="128" y="60"/>
                </a:lnTo>
                <a:lnTo>
                  <a:pt x="129" y="60"/>
                </a:lnTo>
                <a:lnTo>
                  <a:pt x="129" y="59"/>
                </a:lnTo>
                <a:lnTo>
                  <a:pt x="130" y="59"/>
                </a:lnTo>
                <a:lnTo>
                  <a:pt x="129" y="59"/>
                </a:lnTo>
                <a:lnTo>
                  <a:pt x="129" y="58"/>
                </a:lnTo>
                <a:lnTo>
                  <a:pt x="129" y="57"/>
                </a:lnTo>
                <a:lnTo>
                  <a:pt x="130" y="57"/>
                </a:lnTo>
                <a:lnTo>
                  <a:pt x="130" y="58"/>
                </a:lnTo>
                <a:lnTo>
                  <a:pt x="131" y="58"/>
                </a:lnTo>
                <a:lnTo>
                  <a:pt x="132" y="57"/>
                </a:lnTo>
                <a:lnTo>
                  <a:pt x="132" y="56"/>
                </a:lnTo>
                <a:lnTo>
                  <a:pt x="132" y="55"/>
                </a:lnTo>
                <a:lnTo>
                  <a:pt x="131" y="55"/>
                </a:lnTo>
                <a:lnTo>
                  <a:pt x="131" y="54"/>
                </a:lnTo>
                <a:lnTo>
                  <a:pt x="131" y="53"/>
                </a:lnTo>
                <a:lnTo>
                  <a:pt x="131" y="52"/>
                </a:lnTo>
                <a:lnTo>
                  <a:pt x="132" y="51"/>
                </a:lnTo>
                <a:lnTo>
                  <a:pt x="132" y="50"/>
                </a:lnTo>
                <a:lnTo>
                  <a:pt x="131" y="49"/>
                </a:lnTo>
                <a:lnTo>
                  <a:pt x="131" y="50"/>
                </a:lnTo>
                <a:lnTo>
                  <a:pt x="130" y="50"/>
                </a:lnTo>
                <a:lnTo>
                  <a:pt x="129" y="49"/>
                </a:lnTo>
                <a:lnTo>
                  <a:pt x="130" y="48"/>
                </a:lnTo>
                <a:lnTo>
                  <a:pt x="129" y="48"/>
                </a:lnTo>
                <a:lnTo>
                  <a:pt x="130" y="47"/>
                </a:lnTo>
                <a:lnTo>
                  <a:pt x="131" y="47"/>
                </a:lnTo>
                <a:lnTo>
                  <a:pt x="132" y="47"/>
                </a:lnTo>
                <a:lnTo>
                  <a:pt x="132" y="46"/>
                </a:lnTo>
                <a:lnTo>
                  <a:pt x="133" y="45"/>
                </a:lnTo>
                <a:lnTo>
                  <a:pt x="133" y="44"/>
                </a:lnTo>
                <a:lnTo>
                  <a:pt x="134" y="44"/>
                </a:lnTo>
                <a:lnTo>
                  <a:pt x="134" y="45"/>
                </a:lnTo>
                <a:lnTo>
                  <a:pt x="135" y="45"/>
                </a:lnTo>
                <a:lnTo>
                  <a:pt x="135" y="46"/>
                </a:lnTo>
                <a:lnTo>
                  <a:pt x="135" y="47"/>
                </a:lnTo>
                <a:lnTo>
                  <a:pt x="134" y="47"/>
                </a:lnTo>
                <a:lnTo>
                  <a:pt x="134" y="48"/>
                </a:lnTo>
                <a:lnTo>
                  <a:pt x="135" y="48"/>
                </a:lnTo>
                <a:lnTo>
                  <a:pt x="136" y="48"/>
                </a:lnTo>
                <a:lnTo>
                  <a:pt x="136" y="47"/>
                </a:lnTo>
                <a:lnTo>
                  <a:pt x="137" y="46"/>
                </a:lnTo>
                <a:lnTo>
                  <a:pt x="137" y="45"/>
                </a:lnTo>
                <a:lnTo>
                  <a:pt x="139" y="45"/>
                </a:lnTo>
                <a:lnTo>
                  <a:pt x="140" y="45"/>
                </a:lnTo>
                <a:lnTo>
                  <a:pt x="140" y="44"/>
                </a:lnTo>
                <a:lnTo>
                  <a:pt x="141" y="44"/>
                </a:lnTo>
                <a:lnTo>
                  <a:pt x="142" y="44"/>
                </a:lnTo>
                <a:lnTo>
                  <a:pt x="142" y="43"/>
                </a:lnTo>
                <a:lnTo>
                  <a:pt x="143" y="43"/>
                </a:lnTo>
                <a:lnTo>
                  <a:pt x="143" y="42"/>
                </a:lnTo>
                <a:lnTo>
                  <a:pt x="144" y="42"/>
                </a:lnTo>
                <a:lnTo>
                  <a:pt x="144" y="41"/>
                </a:lnTo>
                <a:lnTo>
                  <a:pt x="145" y="40"/>
                </a:lnTo>
                <a:lnTo>
                  <a:pt x="146" y="39"/>
                </a:lnTo>
                <a:lnTo>
                  <a:pt x="146" y="40"/>
                </a:lnTo>
                <a:lnTo>
                  <a:pt x="147" y="40"/>
                </a:lnTo>
                <a:lnTo>
                  <a:pt x="147" y="41"/>
                </a:lnTo>
                <a:lnTo>
                  <a:pt x="148" y="40"/>
                </a:lnTo>
                <a:lnTo>
                  <a:pt x="149" y="39"/>
                </a:lnTo>
                <a:lnTo>
                  <a:pt x="150" y="38"/>
                </a:lnTo>
                <a:lnTo>
                  <a:pt x="150" y="37"/>
                </a:lnTo>
                <a:lnTo>
                  <a:pt x="151" y="37"/>
                </a:lnTo>
                <a:lnTo>
                  <a:pt x="151" y="36"/>
                </a:lnTo>
                <a:lnTo>
                  <a:pt x="150" y="36"/>
                </a:lnTo>
                <a:lnTo>
                  <a:pt x="151" y="36"/>
                </a:lnTo>
                <a:lnTo>
                  <a:pt x="151" y="35"/>
                </a:lnTo>
                <a:lnTo>
                  <a:pt x="152" y="35"/>
                </a:lnTo>
                <a:lnTo>
                  <a:pt x="152" y="36"/>
                </a:lnTo>
                <a:lnTo>
                  <a:pt x="153" y="37"/>
                </a:lnTo>
                <a:lnTo>
                  <a:pt x="153" y="36"/>
                </a:lnTo>
                <a:lnTo>
                  <a:pt x="153" y="37"/>
                </a:lnTo>
                <a:lnTo>
                  <a:pt x="154" y="37"/>
                </a:lnTo>
                <a:lnTo>
                  <a:pt x="154" y="36"/>
                </a:lnTo>
                <a:lnTo>
                  <a:pt x="154" y="37"/>
                </a:lnTo>
                <a:lnTo>
                  <a:pt x="155" y="37"/>
                </a:lnTo>
                <a:lnTo>
                  <a:pt x="155" y="38"/>
                </a:lnTo>
                <a:lnTo>
                  <a:pt x="155" y="39"/>
                </a:lnTo>
                <a:lnTo>
                  <a:pt x="155" y="40"/>
                </a:lnTo>
                <a:lnTo>
                  <a:pt x="156" y="40"/>
                </a:lnTo>
                <a:lnTo>
                  <a:pt x="156" y="39"/>
                </a:lnTo>
                <a:lnTo>
                  <a:pt x="157" y="39"/>
                </a:lnTo>
                <a:lnTo>
                  <a:pt x="157" y="40"/>
                </a:lnTo>
                <a:lnTo>
                  <a:pt x="157" y="41"/>
                </a:lnTo>
                <a:lnTo>
                  <a:pt x="158" y="42"/>
                </a:lnTo>
                <a:lnTo>
                  <a:pt x="157" y="42"/>
                </a:lnTo>
                <a:lnTo>
                  <a:pt x="157" y="43"/>
                </a:lnTo>
                <a:lnTo>
                  <a:pt x="158" y="44"/>
                </a:lnTo>
                <a:lnTo>
                  <a:pt x="159" y="45"/>
                </a:lnTo>
                <a:lnTo>
                  <a:pt x="159" y="46"/>
                </a:lnTo>
                <a:lnTo>
                  <a:pt x="159" y="47"/>
                </a:lnTo>
                <a:lnTo>
                  <a:pt x="160" y="47"/>
                </a:lnTo>
                <a:lnTo>
                  <a:pt x="160" y="48"/>
                </a:lnTo>
                <a:lnTo>
                  <a:pt x="161" y="48"/>
                </a:lnTo>
                <a:lnTo>
                  <a:pt x="162" y="48"/>
                </a:lnTo>
                <a:lnTo>
                  <a:pt x="163" y="49"/>
                </a:lnTo>
                <a:lnTo>
                  <a:pt x="164" y="49"/>
                </a:lnTo>
                <a:lnTo>
                  <a:pt x="164" y="50"/>
                </a:lnTo>
                <a:lnTo>
                  <a:pt x="165" y="50"/>
                </a:lnTo>
                <a:lnTo>
                  <a:pt x="165" y="51"/>
                </a:lnTo>
                <a:lnTo>
                  <a:pt x="166" y="52"/>
                </a:lnTo>
                <a:lnTo>
                  <a:pt x="166" y="51"/>
                </a:lnTo>
                <a:lnTo>
                  <a:pt x="167" y="51"/>
                </a:lnTo>
                <a:lnTo>
                  <a:pt x="168" y="51"/>
                </a:lnTo>
                <a:lnTo>
                  <a:pt x="169" y="52"/>
                </a:lnTo>
                <a:lnTo>
                  <a:pt x="169" y="53"/>
                </a:lnTo>
                <a:lnTo>
                  <a:pt x="170" y="53"/>
                </a:lnTo>
                <a:lnTo>
                  <a:pt x="170" y="54"/>
                </a:lnTo>
                <a:lnTo>
                  <a:pt x="171" y="54"/>
                </a:lnTo>
                <a:lnTo>
                  <a:pt x="171" y="53"/>
                </a:lnTo>
                <a:lnTo>
                  <a:pt x="172" y="53"/>
                </a:lnTo>
                <a:lnTo>
                  <a:pt x="172" y="52"/>
                </a:lnTo>
                <a:lnTo>
                  <a:pt x="173" y="52"/>
                </a:lnTo>
                <a:lnTo>
                  <a:pt x="173" y="51"/>
                </a:lnTo>
                <a:lnTo>
                  <a:pt x="174" y="50"/>
                </a:lnTo>
                <a:lnTo>
                  <a:pt x="175" y="50"/>
                </a:lnTo>
                <a:lnTo>
                  <a:pt x="175" y="49"/>
                </a:lnTo>
                <a:lnTo>
                  <a:pt x="175" y="48"/>
                </a:lnTo>
                <a:lnTo>
                  <a:pt x="175" y="47"/>
                </a:lnTo>
                <a:lnTo>
                  <a:pt x="175" y="46"/>
                </a:lnTo>
                <a:lnTo>
                  <a:pt x="176" y="46"/>
                </a:lnTo>
                <a:lnTo>
                  <a:pt x="175" y="45"/>
                </a:lnTo>
                <a:lnTo>
                  <a:pt x="175" y="44"/>
                </a:lnTo>
                <a:lnTo>
                  <a:pt x="176" y="44"/>
                </a:lnTo>
                <a:lnTo>
                  <a:pt x="177" y="43"/>
                </a:lnTo>
                <a:lnTo>
                  <a:pt x="176" y="43"/>
                </a:lnTo>
                <a:lnTo>
                  <a:pt x="177" y="43"/>
                </a:lnTo>
                <a:lnTo>
                  <a:pt x="178" y="43"/>
                </a:lnTo>
                <a:lnTo>
                  <a:pt x="178" y="42"/>
                </a:lnTo>
                <a:lnTo>
                  <a:pt x="178" y="41"/>
                </a:lnTo>
                <a:lnTo>
                  <a:pt x="179" y="41"/>
                </a:lnTo>
                <a:lnTo>
                  <a:pt x="180" y="41"/>
                </a:lnTo>
                <a:lnTo>
                  <a:pt x="180" y="40"/>
                </a:lnTo>
                <a:lnTo>
                  <a:pt x="181" y="40"/>
                </a:lnTo>
                <a:lnTo>
                  <a:pt x="181" y="39"/>
                </a:lnTo>
                <a:lnTo>
                  <a:pt x="182" y="39"/>
                </a:lnTo>
                <a:lnTo>
                  <a:pt x="182" y="40"/>
                </a:lnTo>
                <a:lnTo>
                  <a:pt x="183" y="40"/>
                </a:lnTo>
                <a:lnTo>
                  <a:pt x="183" y="39"/>
                </a:lnTo>
                <a:lnTo>
                  <a:pt x="184" y="39"/>
                </a:lnTo>
                <a:lnTo>
                  <a:pt x="185" y="39"/>
                </a:lnTo>
                <a:lnTo>
                  <a:pt x="186" y="39"/>
                </a:lnTo>
                <a:lnTo>
                  <a:pt x="187" y="38"/>
                </a:lnTo>
                <a:lnTo>
                  <a:pt x="187" y="37"/>
                </a:lnTo>
                <a:lnTo>
                  <a:pt x="188" y="37"/>
                </a:lnTo>
                <a:lnTo>
                  <a:pt x="189" y="37"/>
                </a:lnTo>
                <a:lnTo>
                  <a:pt x="189" y="36"/>
                </a:lnTo>
                <a:lnTo>
                  <a:pt x="190" y="36"/>
                </a:lnTo>
                <a:lnTo>
                  <a:pt x="191" y="37"/>
                </a:lnTo>
                <a:lnTo>
                  <a:pt x="192" y="37"/>
                </a:lnTo>
                <a:lnTo>
                  <a:pt x="193" y="37"/>
                </a:lnTo>
                <a:lnTo>
                  <a:pt x="193" y="36"/>
                </a:lnTo>
                <a:lnTo>
                  <a:pt x="194" y="35"/>
                </a:lnTo>
                <a:lnTo>
                  <a:pt x="194" y="34"/>
                </a:lnTo>
                <a:lnTo>
                  <a:pt x="194" y="35"/>
                </a:lnTo>
                <a:lnTo>
                  <a:pt x="195" y="35"/>
                </a:lnTo>
                <a:lnTo>
                  <a:pt x="196" y="35"/>
                </a:lnTo>
                <a:lnTo>
                  <a:pt x="197" y="35"/>
                </a:lnTo>
                <a:lnTo>
                  <a:pt x="198" y="35"/>
                </a:lnTo>
                <a:lnTo>
                  <a:pt x="198" y="36"/>
                </a:lnTo>
                <a:lnTo>
                  <a:pt x="199" y="36"/>
                </a:lnTo>
                <a:lnTo>
                  <a:pt x="199" y="35"/>
                </a:lnTo>
                <a:lnTo>
                  <a:pt x="200" y="35"/>
                </a:lnTo>
                <a:lnTo>
                  <a:pt x="201" y="35"/>
                </a:lnTo>
                <a:lnTo>
                  <a:pt x="201" y="36"/>
                </a:lnTo>
                <a:lnTo>
                  <a:pt x="201" y="37"/>
                </a:lnTo>
                <a:lnTo>
                  <a:pt x="202" y="37"/>
                </a:lnTo>
                <a:lnTo>
                  <a:pt x="203" y="37"/>
                </a:lnTo>
                <a:lnTo>
                  <a:pt x="203" y="36"/>
                </a:lnTo>
                <a:lnTo>
                  <a:pt x="203" y="35"/>
                </a:lnTo>
                <a:lnTo>
                  <a:pt x="203" y="34"/>
                </a:lnTo>
                <a:lnTo>
                  <a:pt x="203" y="33"/>
                </a:lnTo>
                <a:lnTo>
                  <a:pt x="204" y="33"/>
                </a:lnTo>
                <a:lnTo>
                  <a:pt x="204" y="32"/>
                </a:lnTo>
                <a:lnTo>
                  <a:pt x="205" y="32"/>
                </a:lnTo>
                <a:lnTo>
                  <a:pt x="206" y="32"/>
                </a:lnTo>
                <a:lnTo>
                  <a:pt x="206" y="31"/>
                </a:lnTo>
                <a:lnTo>
                  <a:pt x="206" y="29"/>
                </a:lnTo>
                <a:lnTo>
                  <a:pt x="205" y="29"/>
                </a:lnTo>
                <a:lnTo>
                  <a:pt x="205" y="28"/>
                </a:lnTo>
                <a:lnTo>
                  <a:pt x="206" y="28"/>
                </a:lnTo>
                <a:lnTo>
                  <a:pt x="207" y="27"/>
                </a:lnTo>
                <a:lnTo>
                  <a:pt x="208" y="27"/>
                </a:lnTo>
                <a:lnTo>
                  <a:pt x="208" y="26"/>
                </a:lnTo>
                <a:lnTo>
                  <a:pt x="209" y="26"/>
                </a:lnTo>
                <a:lnTo>
                  <a:pt x="209" y="27"/>
                </a:lnTo>
                <a:lnTo>
                  <a:pt x="210" y="27"/>
                </a:lnTo>
                <a:lnTo>
                  <a:pt x="211" y="27"/>
                </a:lnTo>
                <a:lnTo>
                  <a:pt x="212" y="27"/>
                </a:lnTo>
                <a:lnTo>
                  <a:pt x="213" y="27"/>
                </a:lnTo>
                <a:lnTo>
                  <a:pt x="214" y="27"/>
                </a:lnTo>
                <a:lnTo>
                  <a:pt x="214" y="26"/>
                </a:lnTo>
                <a:lnTo>
                  <a:pt x="215" y="27"/>
                </a:lnTo>
                <a:lnTo>
                  <a:pt x="215" y="26"/>
                </a:lnTo>
                <a:lnTo>
                  <a:pt x="216" y="26"/>
                </a:lnTo>
                <a:lnTo>
                  <a:pt x="216" y="25"/>
                </a:lnTo>
                <a:lnTo>
                  <a:pt x="217" y="25"/>
                </a:lnTo>
                <a:lnTo>
                  <a:pt x="217" y="26"/>
                </a:lnTo>
                <a:lnTo>
                  <a:pt x="218" y="25"/>
                </a:lnTo>
                <a:lnTo>
                  <a:pt x="218" y="24"/>
                </a:lnTo>
                <a:lnTo>
                  <a:pt x="219" y="24"/>
                </a:lnTo>
                <a:lnTo>
                  <a:pt x="220" y="24"/>
                </a:lnTo>
                <a:lnTo>
                  <a:pt x="221" y="24"/>
                </a:lnTo>
                <a:lnTo>
                  <a:pt x="222" y="24"/>
                </a:lnTo>
                <a:lnTo>
                  <a:pt x="222" y="23"/>
                </a:lnTo>
                <a:lnTo>
                  <a:pt x="223" y="23"/>
                </a:lnTo>
                <a:lnTo>
                  <a:pt x="223" y="24"/>
                </a:lnTo>
                <a:lnTo>
                  <a:pt x="224" y="24"/>
                </a:lnTo>
                <a:lnTo>
                  <a:pt x="224" y="23"/>
                </a:lnTo>
                <a:lnTo>
                  <a:pt x="225" y="24"/>
                </a:lnTo>
                <a:lnTo>
                  <a:pt x="226" y="24"/>
                </a:lnTo>
                <a:lnTo>
                  <a:pt x="227" y="23"/>
                </a:lnTo>
                <a:lnTo>
                  <a:pt x="227" y="22"/>
                </a:lnTo>
                <a:lnTo>
                  <a:pt x="226" y="22"/>
                </a:lnTo>
                <a:lnTo>
                  <a:pt x="227" y="22"/>
                </a:lnTo>
                <a:lnTo>
                  <a:pt x="227" y="21"/>
                </a:lnTo>
                <a:lnTo>
                  <a:pt x="227" y="20"/>
                </a:lnTo>
                <a:lnTo>
                  <a:pt x="227" y="19"/>
                </a:lnTo>
                <a:lnTo>
                  <a:pt x="228" y="19"/>
                </a:lnTo>
                <a:lnTo>
                  <a:pt x="227" y="19"/>
                </a:lnTo>
                <a:lnTo>
                  <a:pt x="227" y="18"/>
                </a:lnTo>
                <a:lnTo>
                  <a:pt x="227" y="17"/>
                </a:lnTo>
                <a:lnTo>
                  <a:pt x="227" y="16"/>
                </a:lnTo>
                <a:lnTo>
                  <a:pt x="228" y="16"/>
                </a:lnTo>
                <a:lnTo>
                  <a:pt x="229" y="16"/>
                </a:lnTo>
                <a:lnTo>
                  <a:pt x="229" y="15"/>
                </a:lnTo>
                <a:lnTo>
                  <a:pt x="228" y="15"/>
                </a:lnTo>
                <a:lnTo>
                  <a:pt x="228" y="14"/>
                </a:lnTo>
                <a:lnTo>
                  <a:pt x="228" y="13"/>
                </a:lnTo>
                <a:lnTo>
                  <a:pt x="227" y="13"/>
                </a:lnTo>
                <a:lnTo>
                  <a:pt x="226" y="13"/>
                </a:lnTo>
                <a:lnTo>
                  <a:pt x="225" y="13"/>
                </a:lnTo>
                <a:lnTo>
                  <a:pt x="225" y="12"/>
                </a:lnTo>
                <a:lnTo>
                  <a:pt x="225" y="11"/>
                </a:lnTo>
                <a:lnTo>
                  <a:pt x="224" y="11"/>
                </a:lnTo>
                <a:lnTo>
                  <a:pt x="223" y="11"/>
                </a:lnTo>
                <a:lnTo>
                  <a:pt x="223" y="10"/>
                </a:lnTo>
                <a:lnTo>
                  <a:pt x="224" y="9"/>
                </a:lnTo>
                <a:lnTo>
                  <a:pt x="225" y="9"/>
                </a:lnTo>
                <a:lnTo>
                  <a:pt x="225" y="8"/>
                </a:lnTo>
                <a:lnTo>
                  <a:pt x="225" y="9"/>
                </a:lnTo>
                <a:lnTo>
                  <a:pt x="226" y="8"/>
                </a:lnTo>
                <a:lnTo>
                  <a:pt x="226" y="7"/>
                </a:lnTo>
                <a:lnTo>
                  <a:pt x="227" y="7"/>
                </a:lnTo>
                <a:lnTo>
                  <a:pt x="227" y="6"/>
                </a:lnTo>
                <a:lnTo>
                  <a:pt x="228" y="5"/>
                </a:lnTo>
                <a:lnTo>
                  <a:pt x="229" y="5"/>
                </a:lnTo>
                <a:lnTo>
                  <a:pt x="229" y="6"/>
                </a:lnTo>
                <a:lnTo>
                  <a:pt x="229" y="5"/>
                </a:lnTo>
                <a:lnTo>
                  <a:pt x="230" y="5"/>
                </a:lnTo>
                <a:lnTo>
                  <a:pt x="230" y="4"/>
                </a:lnTo>
                <a:lnTo>
                  <a:pt x="231" y="4"/>
                </a:lnTo>
                <a:lnTo>
                  <a:pt x="233" y="3"/>
                </a:lnTo>
                <a:lnTo>
                  <a:pt x="234" y="3"/>
                </a:lnTo>
                <a:lnTo>
                  <a:pt x="233" y="3"/>
                </a:lnTo>
                <a:lnTo>
                  <a:pt x="233" y="4"/>
                </a:lnTo>
                <a:lnTo>
                  <a:pt x="233" y="5"/>
                </a:lnTo>
                <a:lnTo>
                  <a:pt x="234" y="5"/>
                </a:lnTo>
                <a:lnTo>
                  <a:pt x="234" y="6"/>
                </a:lnTo>
                <a:lnTo>
                  <a:pt x="235" y="6"/>
                </a:lnTo>
                <a:lnTo>
                  <a:pt x="234" y="7"/>
                </a:lnTo>
                <a:lnTo>
                  <a:pt x="235" y="7"/>
                </a:lnTo>
                <a:lnTo>
                  <a:pt x="236" y="8"/>
                </a:lnTo>
                <a:lnTo>
                  <a:pt x="237" y="8"/>
                </a:lnTo>
                <a:lnTo>
                  <a:pt x="237" y="7"/>
                </a:lnTo>
                <a:lnTo>
                  <a:pt x="238" y="7"/>
                </a:lnTo>
                <a:lnTo>
                  <a:pt x="238" y="8"/>
                </a:lnTo>
                <a:lnTo>
                  <a:pt x="239" y="8"/>
                </a:lnTo>
                <a:lnTo>
                  <a:pt x="239" y="7"/>
                </a:lnTo>
                <a:lnTo>
                  <a:pt x="240" y="7"/>
                </a:lnTo>
                <a:lnTo>
                  <a:pt x="240" y="6"/>
                </a:lnTo>
                <a:lnTo>
                  <a:pt x="239" y="6"/>
                </a:lnTo>
                <a:lnTo>
                  <a:pt x="239" y="5"/>
                </a:lnTo>
                <a:lnTo>
                  <a:pt x="239" y="4"/>
                </a:lnTo>
                <a:lnTo>
                  <a:pt x="240" y="4"/>
                </a:lnTo>
                <a:lnTo>
                  <a:pt x="241" y="4"/>
                </a:lnTo>
                <a:lnTo>
                  <a:pt x="241" y="5"/>
                </a:lnTo>
                <a:lnTo>
                  <a:pt x="241" y="4"/>
                </a:lnTo>
                <a:lnTo>
                  <a:pt x="242" y="4"/>
                </a:lnTo>
                <a:lnTo>
                  <a:pt x="243" y="5"/>
                </a:lnTo>
                <a:lnTo>
                  <a:pt x="244" y="4"/>
                </a:lnTo>
                <a:lnTo>
                  <a:pt x="245" y="4"/>
                </a:lnTo>
                <a:lnTo>
                  <a:pt x="245" y="3"/>
                </a:lnTo>
                <a:lnTo>
                  <a:pt x="246" y="3"/>
                </a:lnTo>
                <a:lnTo>
                  <a:pt x="247" y="3"/>
                </a:lnTo>
                <a:lnTo>
                  <a:pt x="248" y="4"/>
                </a:lnTo>
                <a:lnTo>
                  <a:pt x="248" y="5"/>
                </a:lnTo>
                <a:lnTo>
                  <a:pt x="249" y="5"/>
                </a:lnTo>
                <a:lnTo>
                  <a:pt x="248" y="5"/>
                </a:lnTo>
                <a:lnTo>
                  <a:pt x="248" y="6"/>
                </a:lnTo>
                <a:lnTo>
                  <a:pt x="249" y="7"/>
                </a:lnTo>
                <a:lnTo>
                  <a:pt x="249" y="6"/>
                </a:lnTo>
                <a:lnTo>
                  <a:pt x="250" y="5"/>
                </a:lnTo>
                <a:lnTo>
                  <a:pt x="250" y="6"/>
                </a:lnTo>
                <a:lnTo>
                  <a:pt x="251" y="6"/>
                </a:lnTo>
                <a:lnTo>
                  <a:pt x="252" y="6"/>
                </a:lnTo>
                <a:lnTo>
                  <a:pt x="252" y="5"/>
                </a:lnTo>
                <a:lnTo>
                  <a:pt x="252" y="4"/>
                </a:lnTo>
                <a:lnTo>
                  <a:pt x="253" y="4"/>
                </a:lnTo>
                <a:lnTo>
                  <a:pt x="254" y="4"/>
                </a:lnTo>
                <a:lnTo>
                  <a:pt x="254" y="5"/>
                </a:lnTo>
                <a:lnTo>
                  <a:pt x="255" y="5"/>
                </a:lnTo>
                <a:lnTo>
                  <a:pt x="256" y="5"/>
                </a:lnTo>
                <a:lnTo>
                  <a:pt x="256" y="4"/>
                </a:lnTo>
                <a:lnTo>
                  <a:pt x="257" y="3"/>
                </a:lnTo>
                <a:lnTo>
                  <a:pt x="257" y="1"/>
                </a:lnTo>
                <a:lnTo>
                  <a:pt x="258" y="1"/>
                </a:lnTo>
                <a:lnTo>
                  <a:pt x="259" y="0"/>
                </a:lnTo>
                <a:lnTo>
                  <a:pt x="259" y="1"/>
                </a:lnTo>
                <a:lnTo>
                  <a:pt x="260" y="0"/>
                </a:lnTo>
                <a:lnTo>
                  <a:pt x="260" y="1"/>
                </a:lnTo>
                <a:lnTo>
                  <a:pt x="26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8" name=""/>
          <p:cNvSpPr/>
          <p:nvPr/>
        </p:nvSpPr>
        <p:spPr>
          <a:xfrm>
            <a:off x="2264400" y="42148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9" name=""/>
          <p:cNvSpPr/>
          <p:nvPr/>
        </p:nvSpPr>
        <p:spPr>
          <a:xfrm>
            <a:off x="2252880" y="4210920"/>
            <a:ext cx="2520" cy="3240"/>
          </a:xfrm>
          <a:custGeom>
            <a:avLst/>
            <a:gdLst/>
            <a:ahLst/>
            <a:rect l="0" t="0" r="r" b="b"/>
            <a:pathLst>
              <a:path w="7" h="9">
                <a:moveTo>
                  <a:pt x="6" y="1"/>
                </a:moveTo>
                <a:lnTo>
                  <a:pt x="6" y="2"/>
                </a:lnTo>
                <a:lnTo>
                  <a:pt x="4" y="2"/>
                </a:lnTo>
                <a:lnTo>
                  <a:pt x="4" y="4"/>
                </a:lnTo>
                <a:lnTo>
                  <a:pt x="4" y="5"/>
                </a:lnTo>
                <a:lnTo>
                  <a:pt x="4" y="6"/>
                </a:lnTo>
                <a:lnTo>
                  <a:pt x="6" y="6"/>
                </a:lnTo>
                <a:lnTo>
                  <a:pt x="4" y="6"/>
                </a:lnTo>
                <a:lnTo>
                  <a:pt x="4" y="7"/>
                </a:lnTo>
                <a:lnTo>
                  <a:pt x="3" y="7"/>
                </a:lnTo>
                <a:lnTo>
                  <a:pt x="3" y="8"/>
                </a:lnTo>
                <a:lnTo>
                  <a:pt x="3" y="9"/>
                </a:lnTo>
                <a:lnTo>
                  <a:pt x="2" y="9"/>
                </a:lnTo>
                <a:lnTo>
                  <a:pt x="3" y="9"/>
                </a:lnTo>
                <a:lnTo>
                  <a:pt x="3" y="8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2" y="7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2" y="4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0" name=""/>
          <p:cNvSpPr/>
          <p:nvPr/>
        </p:nvSpPr>
        <p:spPr>
          <a:xfrm>
            <a:off x="2261880" y="4209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1" name=""/>
          <p:cNvSpPr/>
          <p:nvPr/>
        </p:nvSpPr>
        <p:spPr>
          <a:xfrm>
            <a:off x="2269080" y="4207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2" name=""/>
          <p:cNvSpPr/>
          <p:nvPr/>
        </p:nvSpPr>
        <p:spPr>
          <a:xfrm>
            <a:off x="2264040" y="4205160"/>
            <a:ext cx="5040" cy="3960"/>
          </a:xfrm>
          <a:custGeom>
            <a:avLst/>
            <a:gdLst/>
            <a:ahLst/>
            <a:rect l="0" t="0" r="r" b="b"/>
            <a:pathLst>
              <a:path w="14" h="11">
                <a:moveTo>
                  <a:pt x="5" y="2"/>
                </a:moveTo>
                <a:lnTo>
                  <a:pt x="5" y="1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7" y="4"/>
                </a:lnTo>
                <a:lnTo>
                  <a:pt x="7" y="5"/>
                </a:lnTo>
                <a:lnTo>
                  <a:pt x="9" y="5"/>
                </a:lnTo>
                <a:lnTo>
                  <a:pt x="10" y="7"/>
                </a:lnTo>
                <a:lnTo>
                  <a:pt x="11" y="7"/>
                </a:lnTo>
                <a:lnTo>
                  <a:pt x="11" y="5"/>
                </a:lnTo>
                <a:lnTo>
                  <a:pt x="12" y="5"/>
                </a:lnTo>
                <a:lnTo>
                  <a:pt x="12" y="7"/>
                </a:lnTo>
                <a:lnTo>
                  <a:pt x="12" y="5"/>
                </a:lnTo>
                <a:lnTo>
                  <a:pt x="13" y="5"/>
                </a:lnTo>
                <a:lnTo>
                  <a:pt x="14" y="5"/>
                </a:lnTo>
                <a:lnTo>
                  <a:pt x="13" y="5"/>
                </a:lnTo>
                <a:lnTo>
                  <a:pt x="13" y="7"/>
                </a:lnTo>
                <a:lnTo>
                  <a:pt x="14" y="7"/>
                </a:lnTo>
                <a:lnTo>
                  <a:pt x="13" y="7"/>
                </a:lnTo>
                <a:lnTo>
                  <a:pt x="12" y="7"/>
                </a:lnTo>
                <a:lnTo>
                  <a:pt x="11" y="8"/>
                </a:lnTo>
                <a:lnTo>
                  <a:pt x="10" y="9"/>
                </a:lnTo>
                <a:lnTo>
                  <a:pt x="11" y="9"/>
                </a:lnTo>
                <a:lnTo>
                  <a:pt x="11" y="10"/>
                </a:lnTo>
                <a:lnTo>
                  <a:pt x="12" y="10"/>
                </a:lnTo>
                <a:lnTo>
                  <a:pt x="11" y="11"/>
                </a:lnTo>
                <a:lnTo>
                  <a:pt x="10" y="11"/>
                </a:lnTo>
                <a:lnTo>
                  <a:pt x="9" y="10"/>
                </a:lnTo>
                <a:lnTo>
                  <a:pt x="8" y="10"/>
                </a:lnTo>
                <a:lnTo>
                  <a:pt x="8" y="9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3" name=""/>
          <p:cNvSpPr/>
          <p:nvPr/>
        </p:nvSpPr>
        <p:spPr>
          <a:xfrm>
            <a:off x="2270520" y="42062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4" name=""/>
          <p:cNvSpPr/>
          <p:nvPr/>
        </p:nvSpPr>
        <p:spPr>
          <a:xfrm>
            <a:off x="2269080" y="420588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5" name=""/>
          <p:cNvSpPr/>
          <p:nvPr/>
        </p:nvSpPr>
        <p:spPr>
          <a:xfrm>
            <a:off x="2268720" y="4205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6" name=""/>
          <p:cNvSpPr/>
          <p:nvPr/>
        </p:nvSpPr>
        <p:spPr>
          <a:xfrm>
            <a:off x="2270160" y="4205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7" name=""/>
          <p:cNvSpPr/>
          <p:nvPr/>
        </p:nvSpPr>
        <p:spPr>
          <a:xfrm>
            <a:off x="2268360" y="4204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8" name=""/>
          <p:cNvSpPr/>
          <p:nvPr/>
        </p:nvSpPr>
        <p:spPr>
          <a:xfrm>
            <a:off x="2266560" y="42044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9" name=""/>
          <p:cNvSpPr/>
          <p:nvPr/>
        </p:nvSpPr>
        <p:spPr>
          <a:xfrm>
            <a:off x="2261520" y="4202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0" name=""/>
          <p:cNvSpPr/>
          <p:nvPr/>
        </p:nvSpPr>
        <p:spPr>
          <a:xfrm>
            <a:off x="2265120" y="42015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2" y="3"/>
                </a:ln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1" name=""/>
          <p:cNvSpPr/>
          <p:nvPr/>
        </p:nvSpPr>
        <p:spPr>
          <a:xfrm>
            <a:off x="2258280" y="42015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2" name=""/>
          <p:cNvSpPr/>
          <p:nvPr/>
        </p:nvSpPr>
        <p:spPr>
          <a:xfrm>
            <a:off x="2262600" y="4198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3" name=""/>
          <p:cNvSpPr/>
          <p:nvPr/>
        </p:nvSpPr>
        <p:spPr>
          <a:xfrm>
            <a:off x="2268000" y="4189680"/>
            <a:ext cx="2520" cy="2160"/>
          </a:xfrm>
          <a:custGeom>
            <a:avLst/>
            <a:gdLst/>
            <a:ahLst/>
            <a:rect l="0" t="0" r="r" b="b"/>
            <a:pathLst>
              <a:path w="7" h="6">
                <a:moveTo>
                  <a:pt x="4" y="6"/>
                </a:moveTo>
                <a:lnTo>
                  <a:pt x="2" y="6"/>
                </a:lnTo>
                <a:lnTo>
                  <a:pt x="1" y="6"/>
                </a:lnTo>
                <a:lnTo>
                  <a:pt x="0" y="4"/>
                </a:lnTo>
                <a:lnTo>
                  <a:pt x="1" y="3"/>
                </a:lnTo>
                <a:lnTo>
                  <a:pt x="1" y="4"/>
                </a:lnTo>
                <a:lnTo>
                  <a:pt x="1" y="6"/>
                </a:lnTo>
                <a:lnTo>
                  <a:pt x="2" y="4"/>
                </a:lnTo>
                <a:lnTo>
                  <a:pt x="2" y="3"/>
                </a:lnTo>
                <a:lnTo>
                  <a:pt x="4" y="2"/>
                </a:lnTo>
                <a:lnTo>
                  <a:pt x="5" y="1"/>
                </a:lnTo>
                <a:lnTo>
                  <a:pt x="6" y="1"/>
                </a:lnTo>
                <a:lnTo>
                  <a:pt x="7" y="0"/>
                </a:lnTo>
                <a:lnTo>
                  <a:pt x="6" y="1"/>
                </a:lnTo>
                <a:lnTo>
                  <a:pt x="6" y="2"/>
                </a:lnTo>
                <a:lnTo>
                  <a:pt x="5" y="4"/>
                </a:lnTo>
                <a:lnTo>
                  <a:pt x="4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4" name=""/>
          <p:cNvSpPr/>
          <p:nvPr/>
        </p:nvSpPr>
        <p:spPr>
          <a:xfrm>
            <a:off x="2270880" y="419004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2" y="1"/>
                </a:moveTo>
                <a:lnTo>
                  <a:pt x="0" y="1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5" name=""/>
          <p:cNvSpPr/>
          <p:nvPr/>
        </p:nvSpPr>
        <p:spPr>
          <a:xfrm>
            <a:off x="2268720" y="418968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6" name=""/>
          <p:cNvSpPr/>
          <p:nvPr/>
        </p:nvSpPr>
        <p:spPr>
          <a:xfrm>
            <a:off x="2270520" y="41896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7" name=""/>
          <p:cNvSpPr/>
          <p:nvPr/>
        </p:nvSpPr>
        <p:spPr>
          <a:xfrm>
            <a:off x="2267640" y="4173120"/>
            <a:ext cx="3960" cy="2880"/>
          </a:xfrm>
          <a:custGeom>
            <a:avLst/>
            <a:gdLst/>
            <a:ahLst/>
            <a:rect l="0" t="0" r="r" b="b"/>
            <a:pathLst>
              <a:path w="11" h="8">
                <a:moveTo>
                  <a:pt x="9" y="2"/>
                </a:moveTo>
                <a:lnTo>
                  <a:pt x="10" y="5"/>
                </a:lnTo>
                <a:lnTo>
                  <a:pt x="11" y="7"/>
                </a:lnTo>
                <a:lnTo>
                  <a:pt x="10" y="8"/>
                </a:lnTo>
                <a:lnTo>
                  <a:pt x="8" y="8"/>
                </a:lnTo>
                <a:lnTo>
                  <a:pt x="5" y="8"/>
                </a:lnTo>
                <a:lnTo>
                  <a:pt x="4" y="8"/>
                </a:lnTo>
                <a:lnTo>
                  <a:pt x="3" y="8"/>
                </a:lnTo>
                <a:lnTo>
                  <a:pt x="2" y="8"/>
                </a:lnTo>
                <a:lnTo>
                  <a:pt x="1" y="8"/>
                </a:lnTo>
                <a:lnTo>
                  <a:pt x="1" y="7"/>
                </a:lnTo>
                <a:lnTo>
                  <a:pt x="0" y="6"/>
                </a:lnTo>
                <a:lnTo>
                  <a:pt x="1" y="3"/>
                </a:lnTo>
                <a:lnTo>
                  <a:pt x="2" y="1"/>
                </a:lnTo>
                <a:lnTo>
                  <a:pt x="4" y="0"/>
                </a:lnTo>
                <a:lnTo>
                  <a:pt x="5" y="0"/>
                </a:lnTo>
                <a:lnTo>
                  <a:pt x="7" y="1"/>
                </a:lnTo>
                <a:lnTo>
                  <a:pt x="8" y="1"/>
                </a:lnTo>
                <a:lnTo>
                  <a:pt x="9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8" name=""/>
          <p:cNvSpPr/>
          <p:nvPr/>
        </p:nvSpPr>
        <p:spPr>
          <a:xfrm>
            <a:off x="2270520" y="41734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9" name=""/>
          <p:cNvSpPr/>
          <p:nvPr/>
        </p:nvSpPr>
        <p:spPr>
          <a:xfrm>
            <a:off x="2269440" y="417168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7" y="1"/>
                </a:moveTo>
                <a:lnTo>
                  <a:pt x="6" y="1"/>
                </a:lnTo>
                <a:lnTo>
                  <a:pt x="6" y="3"/>
                </a:lnTo>
                <a:lnTo>
                  <a:pt x="5" y="3"/>
                </a:lnTo>
                <a:lnTo>
                  <a:pt x="6" y="4"/>
                </a:lnTo>
                <a:lnTo>
                  <a:pt x="5" y="5"/>
                </a:lnTo>
                <a:lnTo>
                  <a:pt x="3" y="4"/>
                </a:lnTo>
                <a:lnTo>
                  <a:pt x="2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0" name=""/>
          <p:cNvSpPr/>
          <p:nvPr/>
        </p:nvSpPr>
        <p:spPr>
          <a:xfrm>
            <a:off x="2270160" y="415080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3" y="3"/>
                </a:moveTo>
                <a:lnTo>
                  <a:pt x="4" y="3"/>
                </a:lnTo>
                <a:lnTo>
                  <a:pt x="4" y="5"/>
                </a:lnTo>
                <a:lnTo>
                  <a:pt x="3" y="5"/>
                </a:lnTo>
                <a:lnTo>
                  <a:pt x="1" y="3"/>
                </a:lnTo>
                <a:lnTo>
                  <a:pt x="1" y="5"/>
                </a:lnTo>
                <a:lnTo>
                  <a:pt x="1" y="3"/>
                </a:lnTo>
                <a:lnTo>
                  <a:pt x="1" y="5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1" name=""/>
          <p:cNvSpPr/>
          <p:nvPr/>
        </p:nvSpPr>
        <p:spPr>
          <a:xfrm>
            <a:off x="2270520" y="41504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2" name=""/>
          <p:cNvSpPr/>
          <p:nvPr/>
        </p:nvSpPr>
        <p:spPr>
          <a:xfrm>
            <a:off x="2270880" y="4150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3" name=""/>
          <p:cNvSpPr/>
          <p:nvPr/>
        </p:nvSpPr>
        <p:spPr>
          <a:xfrm>
            <a:off x="2268720" y="414936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3" y="2"/>
                </a:move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4" name=""/>
          <p:cNvSpPr/>
          <p:nvPr/>
        </p:nvSpPr>
        <p:spPr>
          <a:xfrm>
            <a:off x="2274480" y="42033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0"/>
                </a:moveTo>
                <a:lnTo>
                  <a:pt x="1" y="1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5" name=""/>
          <p:cNvSpPr/>
          <p:nvPr/>
        </p:nvSpPr>
        <p:spPr>
          <a:xfrm>
            <a:off x="2272320" y="420192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2" y="2"/>
                </a:moveTo>
                <a:lnTo>
                  <a:pt x="2" y="4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2" y="0"/>
                </a:lnTo>
                <a:lnTo>
                  <a:pt x="2" y="1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6" name=""/>
          <p:cNvSpPr/>
          <p:nvPr/>
        </p:nvSpPr>
        <p:spPr>
          <a:xfrm>
            <a:off x="2272680" y="420084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3" y="0"/>
                </a:moveTo>
                <a:lnTo>
                  <a:pt x="3" y="1"/>
                </a:lnTo>
                <a:lnTo>
                  <a:pt x="4" y="1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7" name=""/>
          <p:cNvSpPr/>
          <p:nvPr/>
        </p:nvSpPr>
        <p:spPr>
          <a:xfrm>
            <a:off x="2271240" y="41990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8" name=""/>
          <p:cNvSpPr/>
          <p:nvPr/>
        </p:nvSpPr>
        <p:spPr>
          <a:xfrm>
            <a:off x="2275920" y="4198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9" name=""/>
          <p:cNvSpPr/>
          <p:nvPr/>
        </p:nvSpPr>
        <p:spPr>
          <a:xfrm>
            <a:off x="2271960" y="4190400"/>
            <a:ext cx="7200" cy="10080"/>
          </a:xfrm>
          <a:custGeom>
            <a:avLst/>
            <a:gdLst/>
            <a:ahLst/>
            <a:rect l="0" t="0" r="r" b="b"/>
            <a:pathLst>
              <a:path w="20" h="28">
                <a:moveTo>
                  <a:pt x="9" y="3"/>
                </a:moveTo>
                <a:lnTo>
                  <a:pt x="10" y="4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lnTo>
                  <a:pt x="12" y="4"/>
                </a:lnTo>
                <a:lnTo>
                  <a:pt x="13" y="4"/>
                </a:lnTo>
                <a:lnTo>
                  <a:pt x="13" y="5"/>
                </a:lnTo>
                <a:lnTo>
                  <a:pt x="15" y="6"/>
                </a:lnTo>
                <a:lnTo>
                  <a:pt x="16" y="6"/>
                </a:lnTo>
                <a:lnTo>
                  <a:pt x="16" y="7"/>
                </a:lnTo>
                <a:lnTo>
                  <a:pt x="15" y="7"/>
                </a:lnTo>
                <a:lnTo>
                  <a:pt x="15" y="8"/>
                </a:lnTo>
                <a:lnTo>
                  <a:pt x="14" y="8"/>
                </a:lnTo>
                <a:lnTo>
                  <a:pt x="15" y="9"/>
                </a:lnTo>
                <a:lnTo>
                  <a:pt x="16" y="10"/>
                </a:lnTo>
                <a:lnTo>
                  <a:pt x="17" y="10"/>
                </a:lnTo>
                <a:lnTo>
                  <a:pt x="18" y="10"/>
                </a:lnTo>
                <a:lnTo>
                  <a:pt x="19" y="10"/>
                </a:lnTo>
                <a:lnTo>
                  <a:pt x="20" y="9"/>
                </a:lnTo>
                <a:lnTo>
                  <a:pt x="20" y="10"/>
                </a:lnTo>
                <a:lnTo>
                  <a:pt x="19" y="13"/>
                </a:lnTo>
                <a:lnTo>
                  <a:pt x="18" y="13"/>
                </a:lnTo>
                <a:lnTo>
                  <a:pt x="17" y="14"/>
                </a:lnTo>
                <a:lnTo>
                  <a:pt x="17" y="13"/>
                </a:lnTo>
                <a:lnTo>
                  <a:pt x="17" y="12"/>
                </a:lnTo>
                <a:lnTo>
                  <a:pt x="16" y="12"/>
                </a:lnTo>
                <a:lnTo>
                  <a:pt x="15" y="12"/>
                </a:lnTo>
                <a:lnTo>
                  <a:pt x="15" y="13"/>
                </a:lnTo>
                <a:lnTo>
                  <a:pt x="14" y="13"/>
                </a:lnTo>
                <a:lnTo>
                  <a:pt x="13" y="13"/>
                </a:lnTo>
                <a:lnTo>
                  <a:pt x="13" y="14"/>
                </a:lnTo>
                <a:lnTo>
                  <a:pt x="12" y="15"/>
                </a:lnTo>
                <a:lnTo>
                  <a:pt x="13" y="16"/>
                </a:lnTo>
                <a:lnTo>
                  <a:pt x="12" y="17"/>
                </a:lnTo>
                <a:lnTo>
                  <a:pt x="13" y="17"/>
                </a:lnTo>
                <a:lnTo>
                  <a:pt x="12" y="18"/>
                </a:lnTo>
                <a:lnTo>
                  <a:pt x="13" y="18"/>
                </a:lnTo>
                <a:lnTo>
                  <a:pt x="14" y="18"/>
                </a:lnTo>
                <a:lnTo>
                  <a:pt x="15" y="18"/>
                </a:lnTo>
                <a:lnTo>
                  <a:pt x="15" y="19"/>
                </a:lnTo>
                <a:lnTo>
                  <a:pt x="14" y="19"/>
                </a:lnTo>
                <a:lnTo>
                  <a:pt x="15" y="20"/>
                </a:lnTo>
                <a:lnTo>
                  <a:pt x="16" y="19"/>
                </a:lnTo>
                <a:lnTo>
                  <a:pt x="17" y="19"/>
                </a:lnTo>
                <a:lnTo>
                  <a:pt x="17" y="20"/>
                </a:lnTo>
                <a:lnTo>
                  <a:pt x="17" y="21"/>
                </a:lnTo>
                <a:lnTo>
                  <a:pt x="17" y="22"/>
                </a:lnTo>
                <a:lnTo>
                  <a:pt x="16" y="22"/>
                </a:lnTo>
                <a:lnTo>
                  <a:pt x="16" y="21"/>
                </a:lnTo>
                <a:lnTo>
                  <a:pt x="15" y="20"/>
                </a:lnTo>
                <a:lnTo>
                  <a:pt x="14" y="20"/>
                </a:lnTo>
                <a:lnTo>
                  <a:pt x="13" y="21"/>
                </a:lnTo>
                <a:lnTo>
                  <a:pt x="12" y="22"/>
                </a:lnTo>
                <a:lnTo>
                  <a:pt x="11" y="22"/>
                </a:lnTo>
                <a:lnTo>
                  <a:pt x="10" y="23"/>
                </a:lnTo>
                <a:lnTo>
                  <a:pt x="9" y="24"/>
                </a:lnTo>
                <a:lnTo>
                  <a:pt x="8" y="24"/>
                </a:lnTo>
                <a:lnTo>
                  <a:pt x="8" y="25"/>
                </a:lnTo>
                <a:lnTo>
                  <a:pt x="8" y="26"/>
                </a:lnTo>
                <a:lnTo>
                  <a:pt x="9" y="26"/>
                </a:lnTo>
                <a:lnTo>
                  <a:pt x="10" y="26"/>
                </a:lnTo>
                <a:lnTo>
                  <a:pt x="10" y="27"/>
                </a:lnTo>
                <a:lnTo>
                  <a:pt x="10" y="28"/>
                </a:lnTo>
                <a:lnTo>
                  <a:pt x="9" y="28"/>
                </a:lnTo>
                <a:lnTo>
                  <a:pt x="6" y="27"/>
                </a:lnTo>
                <a:lnTo>
                  <a:pt x="6" y="26"/>
                </a:lnTo>
                <a:lnTo>
                  <a:pt x="5" y="26"/>
                </a:lnTo>
                <a:lnTo>
                  <a:pt x="4" y="25"/>
                </a:lnTo>
                <a:lnTo>
                  <a:pt x="3" y="25"/>
                </a:lnTo>
                <a:lnTo>
                  <a:pt x="3" y="24"/>
                </a:lnTo>
                <a:lnTo>
                  <a:pt x="2" y="24"/>
                </a:lnTo>
                <a:lnTo>
                  <a:pt x="2" y="23"/>
                </a:lnTo>
                <a:lnTo>
                  <a:pt x="3" y="23"/>
                </a:lnTo>
                <a:lnTo>
                  <a:pt x="2" y="22"/>
                </a:lnTo>
                <a:lnTo>
                  <a:pt x="2" y="23"/>
                </a:lnTo>
                <a:lnTo>
                  <a:pt x="1" y="23"/>
                </a:lnTo>
                <a:lnTo>
                  <a:pt x="0" y="23"/>
                </a:lnTo>
                <a:lnTo>
                  <a:pt x="1" y="23"/>
                </a:lnTo>
                <a:lnTo>
                  <a:pt x="0" y="23"/>
                </a:lnTo>
                <a:lnTo>
                  <a:pt x="0" y="22"/>
                </a:lnTo>
                <a:lnTo>
                  <a:pt x="1" y="22"/>
                </a:lnTo>
                <a:lnTo>
                  <a:pt x="1" y="21"/>
                </a:lnTo>
                <a:lnTo>
                  <a:pt x="1" y="20"/>
                </a:lnTo>
                <a:lnTo>
                  <a:pt x="1" y="21"/>
                </a:lnTo>
                <a:lnTo>
                  <a:pt x="2" y="21"/>
                </a:lnTo>
                <a:lnTo>
                  <a:pt x="1" y="21"/>
                </a:lnTo>
                <a:lnTo>
                  <a:pt x="2" y="21"/>
                </a:lnTo>
                <a:lnTo>
                  <a:pt x="1" y="20"/>
                </a:lnTo>
                <a:lnTo>
                  <a:pt x="2" y="20"/>
                </a:lnTo>
                <a:lnTo>
                  <a:pt x="2" y="19"/>
                </a:lnTo>
                <a:lnTo>
                  <a:pt x="2" y="20"/>
                </a:lnTo>
                <a:lnTo>
                  <a:pt x="1" y="20"/>
                </a:lnTo>
                <a:lnTo>
                  <a:pt x="1" y="21"/>
                </a:lnTo>
                <a:lnTo>
                  <a:pt x="0" y="21"/>
                </a:lnTo>
                <a:lnTo>
                  <a:pt x="0" y="20"/>
                </a:lnTo>
                <a:lnTo>
                  <a:pt x="0" y="19"/>
                </a:lnTo>
                <a:lnTo>
                  <a:pt x="0" y="18"/>
                </a:lnTo>
                <a:lnTo>
                  <a:pt x="1" y="17"/>
                </a:lnTo>
                <a:lnTo>
                  <a:pt x="2" y="17"/>
                </a:lnTo>
                <a:lnTo>
                  <a:pt x="2" y="16"/>
                </a:lnTo>
                <a:lnTo>
                  <a:pt x="3" y="16"/>
                </a:lnTo>
                <a:lnTo>
                  <a:pt x="3" y="17"/>
                </a:lnTo>
                <a:lnTo>
                  <a:pt x="4" y="16"/>
                </a:lnTo>
                <a:lnTo>
                  <a:pt x="5" y="16"/>
                </a:lnTo>
                <a:lnTo>
                  <a:pt x="5" y="17"/>
                </a:lnTo>
                <a:lnTo>
                  <a:pt x="6" y="17"/>
                </a:lnTo>
                <a:lnTo>
                  <a:pt x="6" y="16"/>
                </a:lnTo>
                <a:lnTo>
                  <a:pt x="5" y="16"/>
                </a:lnTo>
                <a:lnTo>
                  <a:pt x="4" y="16"/>
                </a:lnTo>
                <a:lnTo>
                  <a:pt x="3" y="15"/>
                </a:lnTo>
                <a:lnTo>
                  <a:pt x="3" y="14"/>
                </a:lnTo>
                <a:lnTo>
                  <a:pt x="3" y="12"/>
                </a:lnTo>
                <a:lnTo>
                  <a:pt x="3" y="10"/>
                </a:lnTo>
                <a:lnTo>
                  <a:pt x="3" y="9"/>
                </a:lnTo>
                <a:lnTo>
                  <a:pt x="2" y="8"/>
                </a:lnTo>
                <a:lnTo>
                  <a:pt x="1" y="8"/>
                </a:lnTo>
                <a:lnTo>
                  <a:pt x="1" y="7"/>
                </a:lnTo>
                <a:lnTo>
                  <a:pt x="1" y="6"/>
                </a:lnTo>
                <a:lnTo>
                  <a:pt x="2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8" y="3"/>
                </a:lnTo>
                <a:lnTo>
                  <a:pt x="6" y="3"/>
                </a:lnTo>
                <a:lnTo>
                  <a:pt x="6" y="2"/>
                </a:lnTo>
                <a:lnTo>
                  <a:pt x="9" y="0"/>
                </a:lnTo>
                <a:lnTo>
                  <a:pt x="11" y="0"/>
                </a:lnTo>
                <a:lnTo>
                  <a:pt x="10" y="1"/>
                </a:lnTo>
                <a:lnTo>
                  <a:pt x="9" y="2"/>
                </a:lnTo>
                <a:lnTo>
                  <a:pt x="9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0" name=""/>
          <p:cNvSpPr/>
          <p:nvPr/>
        </p:nvSpPr>
        <p:spPr>
          <a:xfrm>
            <a:off x="2278440" y="41922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4"/>
                </a:move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lnTo>
                  <a:pt x="3" y="3"/>
                </a:lnTo>
                <a:lnTo>
                  <a:pt x="1" y="1"/>
                </a:lnTo>
                <a:lnTo>
                  <a:pt x="3" y="0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1" name=""/>
          <p:cNvSpPr/>
          <p:nvPr/>
        </p:nvSpPr>
        <p:spPr>
          <a:xfrm>
            <a:off x="2271600" y="419040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5" y="3"/>
                </a:move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lnTo>
                  <a:pt x="6" y="3"/>
                </a:lnTo>
                <a:lnTo>
                  <a:pt x="5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2" name=""/>
          <p:cNvSpPr/>
          <p:nvPr/>
        </p:nvSpPr>
        <p:spPr>
          <a:xfrm>
            <a:off x="2271600" y="4186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3" name=""/>
          <p:cNvSpPr/>
          <p:nvPr/>
        </p:nvSpPr>
        <p:spPr>
          <a:xfrm>
            <a:off x="2281320" y="417888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3" y="2"/>
                </a:moveTo>
                <a:lnTo>
                  <a:pt x="1" y="3"/>
                </a:lnTo>
                <a:lnTo>
                  <a:pt x="0" y="5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4" name=""/>
          <p:cNvSpPr/>
          <p:nvPr/>
        </p:nvSpPr>
        <p:spPr>
          <a:xfrm>
            <a:off x="2279880" y="41785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0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1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5" name=""/>
          <p:cNvSpPr/>
          <p:nvPr/>
        </p:nvSpPr>
        <p:spPr>
          <a:xfrm>
            <a:off x="2271240" y="417276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3" y="1"/>
                </a:moveTo>
                <a:lnTo>
                  <a:pt x="3" y="3"/>
                </a:lnTo>
                <a:lnTo>
                  <a:pt x="1" y="3"/>
                </a:lnTo>
                <a:lnTo>
                  <a:pt x="3" y="3"/>
                </a:ln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6" name=""/>
          <p:cNvSpPr/>
          <p:nvPr/>
        </p:nvSpPr>
        <p:spPr>
          <a:xfrm>
            <a:off x="2279520" y="417132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3" y="3"/>
                </a:moveTo>
                <a:lnTo>
                  <a:pt x="3" y="4"/>
                </a:lnTo>
                <a:lnTo>
                  <a:pt x="4" y="3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5" y="4"/>
                </a:lnTo>
                <a:lnTo>
                  <a:pt x="4" y="6"/>
                </a:lnTo>
                <a:lnTo>
                  <a:pt x="3" y="6"/>
                </a:lnTo>
                <a:lnTo>
                  <a:pt x="3" y="4"/>
                </a:lnTo>
                <a:lnTo>
                  <a:pt x="3" y="6"/>
                </a:ln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2" y="3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7" name=""/>
          <p:cNvSpPr/>
          <p:nvPr/>
        </p:nvSpPr>
        <p:spPr>
          <a:xfrm>
            <a:off x="2281320" y="4169160"/>
            <a:ext cx="1800" cy="2520"/>
          </a:xfrm>
          <a:custGeom>
            <a:avLst/>
            <a:gdLst/>
            <a:ahLst/>
            <a:rect l="0" t="0" r="r" b="b"/>
            <a:pathLst>
              <a:path w="5" h="7">
                <a:moveTo>
                  <a:pt x="5" y="2"/>
                </a:move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2" y="5"/>
                </a:lnTo>
                <a:lnTo>
                  <a:pt x="0" y="7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2" y="2"/>
                </a:lnTo>
                <a:lnTo>
                  <a:pt x="3" y="2"/>
                </a:lnTo>
                <a:lnTo>
                  <a:pt x="4" y="0"/>
                </a:lnTo>
                <a:lnTo>
                  <a:pt x="4" y="2"/>
                </a:lnTo>
                <a:lnTo>
                  <a:pt x="5" y="0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8" name=""/>
          <p:cNvSpPr/>
          <p:nvPr/>
        </p:nvSpPr>
        <p:spPr>
          <a:xfrm>
            <a:off x="2281680" y="41673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9" name=""/>
          <p:cNvSpPr/>
          <p:nvPr/>
        </p:nvSpPr>
        <p:spPr>
          <a:xfrm>
            <a:off x="2279160" y="41623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0" name=""/>
          <p:cNvSpPr/>
          <p:nvPr/>
        </p:nvSpPr>
        <p:spPr>
          <a:xfrm>
            <a:off x="2278440" y="4162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1" name=""/>
          <p:cNvSpPr/>
          <p:nvPr/>
        </p:nvSpPr>
        <p:spPr>
          <a:xfrm>
            <a:off x="2282400" y="41576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2" name=""/>
          <p:cNvSpPr/>
          <p:nvPr/>
        </p:nvSpPr>
        <p:spPr>
          <a:xfrm>
            <a:off x="2275920" y="41565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3" name=""/>
          <p:cNvSpPr/>
          <p:nvPr/>
        </p:nvSpPr>
        <p:spPr>
          <a:xfrm>
            <a:off x="2275920" y="41554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4" name=""/>
          <p:cNvSpPr/>
          <p:nvPr/>
        </p:nvSpPr>
        <p:spPr>
          <a:xfrm>
            <a:off x="2274480" y="415476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2" y="4"/>
                </a:move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1"/>
                </a:lnTo>
                <a:lnTo>
                  <a:pt x="6" y="3"/>
                </a:lnTo>
                <a:lnTo>
                  <a:pt x="6" y="1"/>
                </a:lnTo>
                <a:lnTo>
                  <a:pt x="4" y="1"/>
                </a:lnTo>
                <a:lnTo>
                  <a:pt x="3" y="3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5" name=""/>
          <p:cNvSpPr/>
          <p:nvPr/>
        </p:nvSpPr>
        <p:spPr>
          <a:xfrm>
            <a:off x="2279520" y="4154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6" name=""/>
          <p:cNvSpPr/>
          <p:nvPr/>
        </p:nvSpPr>
        <p:spPr>
          <a:xfrm>
            <a:off x="2271240" y="4152960"/>
            <a:ext cx="3600" cy="1800"/>
          </a:xfrm>
          <a:custGeom>
            <a:avLst/>
            <a:gdLst/>
            <a:ahLst/>
            <a:rect l="0" t="0" r="r" b="b"/>
            <a:pathLst>
              <a:path w="10" h="5">
                <a:moveTo>
                  <a:pt x="7" y="3"/>
                </a:moveTo>
                <a:lnTo>
                  <a:pt x="7" y="4"/>
                </a:lnTo>
                <a:lnTo>
                  <a:pt x="6" y="5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  <a:lnTo>
                  <a:pt x="4" y="1"/>
                </a:lnTo>
                <a:lnTo>
                  <a:pt x="7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9" y="3"/>
                </a:lnTo>
                <a:lnTo>
                  <a:pt x="8" y="3"/>
                </a:lnTo>
                <a:lnTo>
                  <a:pt x="7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7" name=""/>
          <p:cNvSpPr/>
          <p:nvPr/>
        </p:nvSpPr>
        <p:spPr>
          <a:xfrm>
            <a:off x="2275920" y="41526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8" name=""/>
          <p:cNvSpPr/>
          <p:nvPr/>
        </p:nvSpPr>
        <p:spPr>
          <a:xfrm>
            <a:off x="2279160" y="41522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1"/>
                </a:moveTo>
                <a:lnTo>
                  <a:pt x="4" y="2"/>
                </a:lnTo>
                <a:lnTo>
                  <a:pt x="4" y="4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9" name=""/>
          <p:cNvSpPr/>
          <p:nvPr/>
        </p:nvSpPr>
        <p:spPr>
          <a:xfrm>
            <a:off x="2275200" y="41526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0" name=""/>
          <p:cNvSpPr/>
          <p:nvPr/>
        </p:nvSpPr>
        <p:spPr>
          <a:xfrm>
            <a:off x="2282400" y="4168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1" name=""/>
          <p:cNvSpPr/>
          <p:nvPr/>
        </p:nvSpPr>
        <p:spPr>
          <a:xfrm>
            <a:off x="2297520" y="416376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3" y="3"/>
                </a:move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  <a:lnTo>
                  <a:pt x="6" y="3"/>
                </a:lnTo>
                <a:lnTo>
                  <a:pt x="4" y="3"/>
                </a:lnTo>
                <a:lnTo>
                  <a:pt x="4" y="5"/>
                </a:lnTo>
                <a:lnTo>
                  <a:pt x="3" y="5"/>
                </a:lnTo>
                <a:lnTo>
                  <a:pt x="3" y="3"/>
                </a:lnTo>
                <a:lnTo>
                  <a:pt x="3" y="2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2" name=""/>
          <p:cNvSpPr/>
          <p:nvPr/>
        </p:nvSpPr>
        <p:spPr>
          <a:xfrm>
            <a:off x="2286720" y="41594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3" name=""/>
          <p:cNvSpPr/>
          <p:nvPr/>
        </p:nvSpPr>
        <p:spPr>
          <a:xfrm>
            <a:off x="2283120" y="415836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4" y="4"/>
                </a:moveTo>
                <a:lnTo>
                  <a:pt x="3" y="4"/>
                </a:lnTo>
                <a:lnTo>
                  <a:pt x="3" y="6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3" y="2"/>
                </a:lnTo>
                <a:lnTo>
                  <a:pt x="4" y="3"/>
                </a:lnTo>
                <a:lnTo>
                  <a:pt x="4" y="2"/>
                </a:lnTo>
                <a:lnTo>
                  <a:pt x="5" y="0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4" name=""/>
          <p:cNvSpPr/>
          <p:nvPr/>
        </p:nvSpPr>
        <p:spPr>
          <a:xfrm>
            <a:off x="2286720" y="41580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5" name=""/>
          <p:cNvSpPr/>
          <p:nvPr/>
        </p:nvSpPr>
        <p:spPr>
          <a:xfrm>
            <a:off x="2287080" y="41572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6" name=""/>
          <p:cNvSpPr/>
          <p:nvPr/>
        </p:nvSpPr>
        <p:spPr>
          <a:xfrm>
            <a:off x="2286000" y="415548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3" y="3"/>
                </a:moveTo>
                <a:lnTo>
                  <a:pt x="3" y="4"/>
                </a:lnTo>
                <a:lnTo>
                  <a:pt x="3" y="6"/>
                </a:lnTo>
                <a:lnTo>
                  <a:pt x="2" y="6"/>
                </a:lnTo>
                <a:lnTo>
                  <a:pt x="2" y="7"/>
                </a:lnTo>
                <a:lnTo>
                  <a:pt x="1" y="6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3" y="2"/>
                </a:lnTo>
                <a:lnTo>
                  <a:pt x="3" y="1"/>
                </a:lnTo>
                <a:lnTo>
                  <a:pt x="5" y="1"/>
                </a:lnTo>
                <a:lnTo>
                  <a:pt x="5" y="0"/>
                </a:lnTo>
                <a:lnTo>
                  <a:pt x="6" y="1"/>
                </a:lnTo>
                <a:lnTo>
                  <a:pt x="6" y="2"/>
                </a:ln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lnTo>
                  <a:pt x="3" y="4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7" name=""/>
          <p:cNvSpPr/>
          <p:nvPr/>
        </p:nvSpPr>
        <p:spPr>
          <a:xfrm>
            <a:off x="2293560" y="41540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8" name=""/>
          <p:cNvSpPr/>
          <p:nvPr/>
        </p:nvSpPr>
        <p:spPr>
          <a:xfrm>
            <a:off x="2292840" y="4153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9" name=""/>
          <p:cNvSpPr/>
          <p:nvPr/>
        </p:nvSpPr>
        <p:spPr>
          <a:xfrm>
            <a:off x="2294640" y="4152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0" name=""/>
          <p:cNvSpPr/>
          <p:nvPr/>
        </p:nvSpPr>
        <p:spPr>
          <a:xfrm>
            <a:off x="2286360" y="41522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1" name=""/>
          <p:cNvSpPr/>
          <p:nvPr/>
        </p:nvSpPr>
        <p:spPr>
          <a:xfrm>
            <a:off x="2293560" y="415188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1" y="2"/>
                </a:move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2" name=""/>
          <p:cNvSpPr/>
          <p:nvPr/>
        </p:nvSpPr>
        <p:spPr>
          <a:xfrm>
            <a:off x="2286720" y="414828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2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3" name=""/>
          <p:cNvSpPr/>
          <p:nvPr/>
        </p:nvSpPr>
        <p:spPr>
          <a:xfrm>
            <a:off x="2286000" y="41472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4" name=""/>
          <p:cNvSpPr/>
          <p:nvPr/>
        </p:nvSpPr>
        <p:spPr>
          <a:xfrm>
            <a:off x="2289240" y="41450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5" name=""/>
          <p:cNvSpPr/>
          <p:nvPr/>
        </p:nvSpPr>
        <p:spPr>
          <a:xfrm>
            <a:off x="2290320" y="414324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1"/>
                </a:moveTo>
                <a:lnTo>
                  <a:pt x="2" y="1"/>
                </a:lnTo>
                <a:lnTo>
                  <a:pt x="2" y="3"/>
                </a:lnTo>
                <a:lnTo>
                  <a:pt x="4" y="3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1"/>
                </a:lnTo>
                <a:lnTo>
                  <a:pt x="4" y="0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6" name=""/>
          <p:cNvSpPr/>
          <p:nvPr/>
        </p:nvSpPr>
        <p:spPr>
          <a:xfrm>
            <a:off x="2291400" y="41432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0" y="2"/>
                </a:move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7" name=""/>
          <p:cNvSpPr/>
          <p:nvPr/>
        </p:nvSpPr>
        <p:spPr>
          <a:xfrm>
            <a:off x="2292840" y="4142160"/>
            <a:ext cx="2520" cy="2160"/>
          </a:xfrm>
          <a:custGeom>
            <a:avLst/>
            <a:gdLst/>
            <a:ahLst/>
            <a:rect l="0" t="0" r="r" b="b"/>
            <a:pathLst>
              <a:path w="7" h="6">
                <a:moveTo>
                  <a:pt x="3" y="1"/>
                </a:moveTo>
                <a:lnTo>
                  <a:pt x="4" y="1"/>
                </a:lnTo>
                <a:lnTo>
                  <a:pt x="5" y="2"/>
                </a:lnTo>
                <a:lnTo>
                  <a:pt x="4" y="2"/>
                </a:lnTo>
                <a:lnTo>
                  <a:pt x="5" y="3"/>
                </a:lnTo>
                <a:lnTo>
                  <a:pt x="5" y="5"/>
                </a:lnTo>
                <a:lnTo>
                  <a:pt x="7" y="5"/>
                </a:lnTo>
                <a:lnTo>
                  <a:pt x="5" y="5"/>
                </a:ln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8" name=""/>
          <p:cNvSpPr/>
          <p:nvPr/>
        </p:nvSpPr>
        <p:spPr>
          <a:xfrm>
            <a:off x="2294640" y="41425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9" name=""/>
          <p:cNvSpPr/>
          <p:nvPr/>
        </p:nvSpPr>
        <p:spPr>
          <a:xfrm>
            <a:off x="2305440" y="41414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0" name=""/>
          <p:cNvSpPr/>
          <p:nvPr/>
        </p:nvSpPr>
        <p:spPr>
          <a:xfrm>
            <a:off x="2304720" y="41407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1" name=""/>
          <p:cNvSpPr/>
          <p:nvPr/>
        </p:nvSpPr>
        <p:spPr>
          <a:xfrm>
            <a:off x="2295360" y="41371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1"/>
                </a:move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2" name=""/>
          <p:cNvSpPr/>
          <p:nvPr/>
        </p:nvSpPr>
        <p:spPr>
          <a:xfrm>
            <a:off x="2295000" y="4133160"/>
            <a:ext cx="1800" cy="2520"/>
          </a:xfrm>
          <a:custGeom>
            <a:avLst/>
            <a:gdLst/>
            <a:ahLst/>
            <a:rect l="0" t="0" r="r" b="b"/>
            <a:pathLst>
              <a:path w="5" h="7">
                <a:moveTo>
                  <a:pt x="2" y="0"/>
                </a:moveTo>
                <a:lnTo>
                  <a:pt x="1" y="1"/>
                </a:lnTo>
                <a:lnTo>
                  <a:pt x="2" y="1"/>
                </a:lnTo>
                <a:lnTo>
                  <a:pt x="2" y="3"/>
                </a:lnTo>
                <a:lnTo>
                  <a:pt x="2" y="4"/>
                </a:lnTo>
                <a:lnTo>
                  <a:pt x="4" y="4"/>
                </a:lnTo>
                <a:lnTo>
                  <a:pt x="4" y="5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4" y="7"/>
                </a:lnTo>
                <a:lnTo>
                  <a:pt x="2" y="6"/>
                </a:lnTo>
                <a:lnTo>
                  <a:pt x="4" y="6"/>
                </a:lnTo>
                <a:lnTo>
                  <a:pt x="4" y="5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3" name=""/>
          <p:cNvSpPr/>
          <p:nvPr/>
        </p:nvSpPr>
        <p:spPr>
          <a:xfrm>
            <a:off x="2291400" y="413208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4" name=""/>
          <p:cNvSpPr/>
          <p:nvPr/>
        </p:nvSpPr>
        <p:spPr>
          <a:xfrm>
            <a:off x="2073960" y="4027680"/>
            <a:ext cx="159480" cy="206280"/>
          </a:xfrm>
          <a:custGeom>
            <a:avLst/>
            <a:gdLst/>
            <a:ahLst/>
            <a:rect l="0" t="0" r="r" b="b"/>
            <a:pathLst>
              <a:path w="443" h="573">
                <a:moveTo>
                  <a:pt x="281" y="1"/>
                </a:moveTo>
                <a:lnTo>
                  <a:pt x="282" y="1"/>
                </a:lnTo>
                <a:lnTo>
                  <a:pt x="283" y="2"/>
                </a:lnTo>
                <a:lnTo>
                  <a:pt x="284" y="2"/>
                </a:lnTo>
                <a:lnTo>
                  <a:pt x="285" y="2"/>
                </a:lnTo>
                <a:lnTo>
                  <a:pt x="285" y="3"/>
                </a:lnTo>
                <a:lnTo>
                  <a:pt x="286" y="3"/>
                </a:lnTo>
                <a:lnTo>
                  <a:pt x="286" y="2"/>
                </a:lnTo>
                <a:lnTo>
                  <a:pt x="287" y="2"/>
                </a:lnTo>
                <a:lnTo>
                  <a:pt x="287" y="3"/>
                </a:lnTo>
                <a:lnTo>
                  <a:pt x="288" y="3"/>
                </a:lnTo>
                <a:lnTo>
                  <a:pt x="289" y="4"/>
                </a:lnTo>
                <a:lnTo>
                  <a:pt x="290" y="5"/>
                </a:lnTo>
                <a:lnTo>
                  <a:pt x="290" y="6"/>
                </a:lnTo>
                <a:lnTo>
                  <a:pt x="291" y="6"/>
                </a:lnTo>
                <a:lnTo>
                  <a:pt x="290" y="7"/>
                </a:lnTo>
                <a:lnTo>
                  <a:pt x="291" y="7"/>
                </a:lnTo>
                <a:lnTo>
                  <a:pt x="290" y="7"/>
                </a:lnTo>
                <a:lnTo>
                  <a:pt x="291" y="8"/>
                </a:lnTo>
                <a:lnTo>
                  <a:pt x="292" y="8"/>
                </a:lnTo>
                <a:lnTo>
                  <a:pt x="293" y="8"/>
                </a:lnTo>
                <a:lnTo>
                  <a:pt x="293" y="7"/>
                </a:lnTo>
                <a:lnTo>
                  <a:pt x="294" y="7"/>
                </a:lnTo>
                <a:lnTo>
                  <a:pt x="294" y="8"/>
                </a:lnTo>
                <a:lnTo>
                  <a:pt x="294" y="9"/>
                </a:lnTo>
                <a:lnTo>
                  <a:pt x="294" y="10"/>
                </a:lnTo>
                <a:lnTo>
                  <a:pt x="294" y="11"/>
                </a:lnTo>
                <a:lnTo>
                  <a:pt x="294" y="12"/>
                </a:lnTo>
                <a:lnTo>
                  <a:pt x="295" y="12"/>
                </a:lnTo>
                <a:lnTo>
                  <a:pt x="294" y="12"/>
                </a:lnTo>
                <a:lnTo>
                  <a:pt x="294" y="11"/>
                </a:lnTo>
                <a:lnTo>
                  <a:pt x="295" y="11"/>
                </a:lnTo>
                <a:lnTo>
                  <a:pt x="296" y="11"/>
                </a:lnTo>
                <a:lnTo>
                  <a:pt x="297" y="11"/>
                </a:lnTo>
                <a:lnTo>
                  <a:pt x="297" y="10"/>
                </a:lnTo>
                <a:lnTo>
                  <a:pt x="298" y="10"/>
                </a:lnTo>
                <a:lnTo>
                  <a:pt x="298" y="11"/>
                </a:lnTo>
                <a:lnTo>
                  <a:pt x="299" y="11"/>
                </a:lnTo>
                <a:lnTo>
                  <a:pt x="300" y="11"/>
                </a:lnTo>
                <a:lnTo>
                  <a:pt x="300" y="12"/>
                </a:lnTo>
                <a:lnTo>
                  <a:pt x="301" y="13"/>
                </a:lnTo>
                <a:lnTo>
                  <a:pt x="301" y="14"/>
                </a:lnTo>
                <a:lnTo>
                  <a:pt x="300" y="14"/>
                </a:lnTo>
                <a:lnTo>
                  <a:pt x="300" y="15"/>
                </a:lnTo>
                <a:lnTo>
                  <a:pt x="300" y="16"/>
                </a:lnTo>
                <a:lnTo>
                  <a:pt x="300" y="17"/>
                </a:lnTo>
                <a:lnTo>
                  <a:pt x="299" y="17"/>
                </a:lnTo>
                <a:lnTo>
                  <a:pt x="299" y="18"/>
                </a:lnTo>
                <a:lnTo>
                  <a:pt x="299" y="19"/>
                </a:lnTo>
                <a:lnTo>
                  <a:pt x="298" y="20"/>
                </a:lnTo>
                <a:lnTo>
                  <a:pt x="297" y="21"/>
                </a:lnTo>
                <a:lnTo>
                  <a:pt x="297" y="22"/>
                </a:lnTo>
                <a:lnTo>
                  <a:pt x="296" y="22"/>
                </a:lnTo>
                <a:lnTo>
                  <a:pt x="295" y="23"/>
                </a:lnTo>
                <a:lnTo>
                  <a:pt x="295" y="24"/>
                </a:lnTo>
                <a:lnTo>
                  <a:pt x="294" y="24"/>
                </a:lnTo>
                <a:lnTo>
                  <a:pt x="294" y="25"/>
                </a:lnTo>
                <a:lnTo>
                  <a:pt x="293" y="25"/>
                </a:lnTo>
                <a:lnTo>
                  <a:pt x="294" y="25"/>
                </a:lnTo>
                <a:lnTo>
                  <a:pt x="294" y="26"/>
                </a:lnTo>
                <a:lnTo>
                  <a:pt x="294" y="27"/>
                </a:lnTo>
                <a:lnTo>
                  <a:pt x="293" y="27"/>
                </a:lnTo>
                <a:lnTo>
                  <a:pt x="292" y="27"/>
                </a:lnTo>
                <a:lnTo>
                  <a:pt x="292" y="28"/>
                </a:lnTo>
                <a:lnTo>
                  <a:pt x="291" y="28"/>
                </a:lnTo>
                <a:lnTo>
                  <a:pt x="290" y="29"/>
                </a:lnTo>
                <a:lnTo>
                  <a:pt x="289" y="29"/>
                </a:lnTo>
                <a:lnTo>
                  <a:pt x="289" y="28"/>
                </a:lnTo>
                <a:lnTo>
                  <a:pt x="288" y="28"/>
                </a:lnTo>
                <a:lnTo>
                  <a:pt x="288" y="29"/>
                </a:lnTo>
                <a:lnTo>
                  <a:pt x="287" y="29"/>
                </a:lnTo>
                <a:lnTo>
                  <a:pt x="286" y="29"/>
                </a:lnTo>
                <a:lnTo>
                  <a:pt x="286" y="30"/>
                </a:lnTo>
                <a:lnTo>
                  <a:pt x="286" y="31"/>
                </a:lnTo>
                <a:lnTo>
                  <a:pt x="285" y="31"/>
                </a:lnTo>
                <a:lnTo>
                  <a:pt x="284" y="32"/>
                </a:lnTo>
                <a:lnTo>
                  <a:pt x="283" y="33"/>
                </a:lnTo>
                <a:lnTo>
                  <a:pt x="283" y="34"/>
                </a:lnTo>
                <a:lnTo>
                  <a:pt x="282" y="35"/>
                </a:lnTo>
                <a:lnTo>
                  <a:pt x="281" y="35"/>
                </a:lnTo>
                <a:lnTo>
                  <a:pt x="281" y="36"/>
                </a:lnTo>
                <a:lnTo>
                  <a:pt x="280" y="36"/>
                </a:lnTo>
                <a:lnTo>
                  <a:pt x="280" y="37"/>
                </a:lnTo>
                <a:lnTo>
                  <a:pt x="280" y="38"/>
                </a:lnTo>
                <a:lnTo>
                  <a:pt x="280" y="39"/>
                </a:lnTo>
                <a:lnTo>
                  <a:pt x="279" y="39"/>
                </a:lnTo>
                <a:lnTo>
                  <a:pt x="278" y="39"/>
                </a:lnTo>
                <a:lnTo>
                  <a:pt x="278" y="40"/>
                </a:lnTo>
                <a:lnTo>
                  <a:pt x="279" y="40"/>
                </a:lnTo>
                <a:lnTo>
                  <a:pt x="280" y="40"/>
                </a:lnTo>
                <a:lnTo>
                  <a:pt x="281" y="40"/>
                </a:lnTo>
                <a:lnTo>
                  <a:pt x="281" y="41"/>
                </a:lnTo>
                <a:lnTo>
                  <a:pt x="281" y="42"/>
                </a:lnTo>
                <a:lnTo>
                  <a:pt x="280" y="42"/>
                </a:lnTo>
                <a:lnTo>
                  <a:pt x="279" y="42"/>
                </a:lnTo>
                <a:lnTo>
                  <a:pt x="279" y="43"/>
                </a:lnTo>
                <a:lnTo>
                  <a:pt x="278" y="44"/>
                </a:lnTo>
                <a:lnTo>
                  <a:pt x="278" y="45"/>
                </a:lnTo>
                <a:lnTo>
                  <a:pt x="279" y="45"/>
                </a:lnTo>
                <a:lnTo>
                  <a:pt x="279" y="46"/>
                </a:lnTo>
                <a:lnTo>
                  <a:pt x="280" y="46"/>
                </a:lnTo>
                <a:lnTo>
                  <a:pt x="281" y="47"/>
                </a:lnTo>
                <a:lnTo>
                  <a:pt x="281" y="48"/>
                </a:lnTo>
                <a:lnTo>
                  <a:pt x="281" y="49"/>
                </a:lnTo>
                <a:lnTo>
                  <a:pt x="282" y="49"/>
                </a:lnTo>
                <a:lnTo>
                  <a:pt x="283" y="50"/>
                </a:lnTo>
                <a:lnTo>
                  <a:pt x="284" y="50"/>
                </a:lnTo>
                <a:lnTo>
                  <a:pt x="284" y="51"/>
                </a:lnTo>
                <a:lnTo>
                  <a:pt x="284" y="52"/>
                </a:lnTo>
                <a:lnTo>
                  <a:pt x="285" y="53"/>
                </a:lnTo>
                <a:lnTo>
                  <a:pt x="285" y="52"/>
                </a:lnTo>
                <a:lnTo>
                  <a:pt x="285" y="51"/>
                </a:lnTo>
                <a:lnTo>
                  <a:pt x="286" y="51"/>
                </a:lnTo>
                <a:lnTo>
                  <a:pt x="286" y="50"/>
                </a:lnTo>
                <a:lnTo>
                  <a:pt x="287" y="49"/>
                </a:lnTo>
                <a:lnTo>
                  <a:pt x="288" y="50"/>
                </a:lnTo>
                <a:lnTo>
                  <a:pt x="288" y="49"/>
                </a:lnTo>
                <a:lnTo>
                  <a:pt x="289" y="49"/>
                </a:lnTo>
                <a:lnTo>
                  <a:pt x="289" y="50"/>
                </a:lnTo>
                <a:lnTo>
                  <a:pt x="289" y="49"/>
                </a:lnTo>
                <a:lnTo>
                  <a:pt x="290" y="50"/>
                </a:lnTo>
                <a:lnTo>
                  <a:pt x="290" y="51"/>
                </a:lnTo>
                <a:lnTo>
                  <a:pt x="289" y="51"/>
                </a:lnTo>
                <a:lnTo>
                  <a:pt x="290" y="52"/>
                </a:lnTo>
                <a:lnTo>
                  <a:pt x="291" y="52"/>
                </a:lnTo>
                <a:lnTo>
                  <a:pt x="291" y="53"/>
                </a:lnTo>
                <a:lnTo>
                  <a:pt x="292" y="52"/>
                </a:lnTo>
                <a:lnTo>
                  <a:pt x="293" y="52"/>
                </a:lnTo>
                <a:lnTo>
                  <a:pt x="294" y="52"/>
                </a:lnTo>
                <a:lnTo>
                  <a:pt x="295" y="52"/>
                </a:lnTo>
                <a:lnTo>
                  <a:pt x="296" y="51"/>
                </a:lnTo>
                <a:lnTo>
                  <a:pt x="296" y="50"/>
                </a:lnTo>
                <a:lnTo>
                  <a:pt x="297" y="50"/>
                </a:lnTo>
                <a:lnTo>
                  <a:pt x="297" y="49"/>
                </a:lnTo>
                <a:lnTo>
                  <a:pt x="298" y="49"/>
                </a:lnTo>
                <a:lnTo>
                  <a:pt x="298" y="48"/>
                </a:lnTo>
                <a:lnTo>
                  <a:pt x="298" y="47"/>
                </a:lnTo>
                <a:lnTo>
                  <a:pt x="299" y="47"/>
                </a:lnTo>
                <a:lnTo>
                  <a:pt x="300" y="47"/>
                </a:lnTo>
                <a:lnTo>
                  <a:pt x="300" y="46"/>
                </a:lnTo>
                <a:lnTo>
                  <a:pt x="301" y="47"/>
                </a:lnTo>
                <a:lnTo>
                  <a:pt x="301" y="46"/>
                </a:lnTo>
                <a:lnTo>
                  <a:pt x="302" y="45"/>
                </a:lnTo>
                <a:lnTo>
                  <a:pt x="303" y="45"/>
                </a:lnTo>
                <a:lnTo>
                  <a:pt x="303" y="44"/>
                </a:lnTo>
                <a:lnTo>
                  <a:pt x="304" y="44"/>
                </a:lnTo>
                <a:lnTo>
                  <a:pt x="305" y="44"/>
                </a:lnTo>
                <a:lnTo>
                  <a:pt x="306" y="44"/>
                </a:lnTo>
                <a:lnTo>
                  <a:pt x="306" y="43"/>
                </a:lnTo>
                <a:lnTo>
                  <a:pt x="307" y="44"/>
                </a:lnTo>
                <a:lnTo>
                  <a:pt x="307" y="43"/>
                </a:lnTo>
                <a:lnTo>
                  <a:pt x="307" y="42"/>
                </a:lnTo>
                <a:lnTo>
                  <a:pt x="308" y="42"/>
                </a:lnTo>
                <a:lnTo>
                  <a:pt x="308" y="41"/>
                </a:lnTo>
                <a:lnTo>
                  <a:pt x="309" y="40"/>
                </a:lnTo>
                <a:lnTo>
                  <a:pt x="310" y="40"/>
                </a:lnTo>
                <a:lnTo>
                  <a:pt x="311" y="40"/>
                </a:lnTo>
                <a:lnTo>
                  <a:pt x="312" y="40"/>
                </a:lnTo>
                <a:lnTo>
                  <a:pt x="312" y="41"/>
                </a:lnTo>
                <a:lnTo>
                  <a:pt x="313" y="41"/>
                </a:lnTo>
                <a:lnTo>
                  <a:pt x="313" y="40"/>
                </a:lnTo>
                <a:lnTo>
                  <a:pt x="314" y="40"/>
                </a:lnTo>
                <a:lnTo>
                  <a:pt x="315" y="40"/>
                </a:lnTo>
                <a:lnTo>
                  <a:pt x="316" y="39"/>
                </a:lnTo>
                <a:lnTo>
                  <a:pt x="317" y="39"/>
                </a:lnTo>
                <a:lnTo>
                  <a:pt x="318" y="39"/>
                </a:lnTo>
                <a:lnTo>
                  <a:pt x="318" y="38"/>
                </a:lnTo>
                <a:lnTo>
                  <a:pt x="319" y="38"/>
                </a:lnTo>
                <a:lnTo>
                  <a:pt x="320" y="38"/>
                </a:lnTo>
                <a:lnTo>
                  <a:pt x="320" y="37"/>
                </a:lnTo>
                <a:lnTo>
                  <a:pt x="320" y="36"/>
                </a:lnTo>
                <a:lnTo>
                  <a:pt x="320" y="35"/>
                </a:lnTo>
                <a:lnTo>
                  <a:pt x="319" y="35"/>
                </a:lnTo>
                <a:lnTo>
                  <a:pt x="319" y="34"/>
                </a:lnTo>
                <a:lnTo>
                  <a:pt x="319" y="33"/>
                </a:lnTo>
                <a:lnTo>
                  <a:pt x="320" y="33"/>
                </a:lnTo>
                <a:lnTo>
                  <a:pt x="320" y="32"/>
                </a:lnTo>
                <a:lnTo>
                  <a:pt x="321" y="32"/>
                </a:lnTo>
                <a:lnTo>
                  <a:pt x="321" y="31"/>
                </a:lnTo>
                <a:lnTo>
                  <a:pt x="322" y="31"/>
                </a:lnTo>
                <a:lnTo>
                  <a:pt x="322" y="30"/>
                </a:lnTo>
                <a:lnTo>
                  <a:pt x="321" y="30"/>
                </a:lnTo>
                <a:lnTo>
                  <a:pt x="321" y="29"/>
                </a:lnTo>
                <a:lnTo>
                  <a:pt x="321" y="28"/>
                </a:lnTo>
                <a:lnTo>
                  <a:pt x="319" y="29"/>
                </a:lnTo>
                <a:lnTo>
                  <a:pt x="319" y="28"/>
                </a:lnTo>
                <a:lnTo>
                  <a:pt x="318" y="28"/>
                </a:lnTo>
                <a:lnTo>
                  <a:pt x="318" y="27"/>
                </a:lnTo>
                <a:lnTo>
                  <a:pt x="317" y="27"/>
                </a:lnTo>
                <a:lnTo>
                  <a:pt x="317" y="26"/>
                </a:lnTo>
                <a:lnTo>
                  <a:pt x="316" y="26"/>
                </a:lnTo>
                <a:lnTo>
                  <a:pt x="316" y="25"/>
                </a:lnTo>
                <a:lnTo>
                  <a:pt x="317" y="25"/>
                </a:lnTo>
                <a:lnTo>
                  <a:pt x="318" y="25"/>
                </a:lnTo>
                <a:lnTo>
                  <a:pt x="318" y="24"/>
                </a:lnTo>
                <a:lnTo>
                  <a:pt x="319" y="23"/>
                </a:lnTo>
                <a:lnTo>
                  <a:pt x="320" y="23"/>
                </a:lnTo>
                <a:lnTo>
                  <a:pt x="320" y="22"/>
                </a:lnTo>
                <a:lnTo>
                  <a:pt x="321" y="22"/>
                </a:lnTo>
                <a:lnTo>
                  <a:pt x="321" y="21"/>
                </a:lnTo>
                <a:lnTo>
                  <a:pt x="321" y="20"/>
                </a:lnTo>
                <a:lnTo>
                  <a:pt x="321" y="19"/>
                </a:lnTo>
                <a:lnTo>
                  <a:pt x="321" y="18"/>
                </a:lnTo>
                <a:lnTo>
                  <a:pt x="322" y="18"/>
                </a:lnTo>
                <a:lnTo>
                  <a:pt x="322" y="17"/>
                </a:lnTo>
                <a:lnTo>
                  <a:pt x="323" y="17"/>
                </a:lnTo>
                <a:lnTo>
                  <a:pt x="323" y="16"/>
                </a:lnTo>
                <a:lnTo>
                  <a:pt x="324" y="16"/>
                </a:lnTo>
                <a:lnTo>
                  <a:pt x="325" y="16"/>
                </a:lnTo>
                <a:lnTo>
                  <a:pt x="326" y="16"/>
                </a:lnTo>
                <a:lnTo>
                  <a:pt x="327" y="16"/>
                </a:lnTo>
                <a:lnTo>
                  <a:pt x="328" y="16"/>
                </a:lnTo>
                <a:lnTo>
                  <a:pt x="328" y="15"/>
                </a:lnTo>
                <a:lnTo>
                  <a:pt x="329" y="16"/>
                </a:lnTo>
                <a:lnTo>
                  <a:pt x="330" y="16"/>
                </a:lnTo>
                <a:lnTo>
                  <a:pt x="330" y="17"/>
                </a:lnTo>
                <a:lnTo>
                  <a:pt x="332" y="17"/>
                </a:lnTo>
                <a:lnTo>
                  <a:pt x="333" y="17"/>
                </a:lnTo>
                <a:lnTo>
                  <a:pt x="333" y="18"/>
                </a:lnTo>
                <a:lnTo>
                  <a:pt x="333" y="19"/>
                </a:lnTo>
                <a:lnTo>
                  <a:pt x="333" y="20"/>
                </a:lnTo>
                <a:lnTo>
                  <a:pt x="333" y="22"/>
                </a:lnTo>
                <a:lnTo>
                  <a:pt x="332" y="23"/>
                </a:lnTo>
                <a:lnTo>
                  <a:pt x="331" y="23"/>
                </a:lnTo>
                <a:lnTo>
                  <a:pt x="332" y="24"/>
                </a:lnTo>
                <a:lnTo>
                  <a:pt x="333" y="25"/>
                </a:lnTo>
                <a:lnTo>
                  <a:pt x="334" y="25"/>
                </a:lnTo>
                <a:lnTo>
                  <a:pt x="334" y="26"/>
                </a:lnTo>
                <a:lnTo>
                  <a:pt x="335" y="26"/>
                </a:lnTo>
                <a:lnTo>
                  <a:pt x="336" y="26"/>
                </a:lnTo>
                <a:lnTo>
                  <a:pt x="336" y="25"/>
                </a:lnTo>
                <a:lnTo>
                  <a:pt x="335" y="25"/>
                </a:lnTo>
                <a:lnTo>
                  <a:pt x="336" y="25"/>
                </a:lnTo>
                <a:lnTo>
                  <a:pt x="337" y="24"/>
                </a:lnTo>
                <a:lnTo>
                  <a:pt x="337" y="25"/>
                </a:lnTo>
                <a:lnTo>
                  <a:pt x="338" y="25"/>
                </a:lnTo>
                <a:lnTo>
                  <a:pt x="338" y="24"/>
                </a:lnTo>
                <a:lnTo>
                  <a:pt x="339" y="23"/>
                </a:lnTo>
                <a:lnTo>
                  <a:pt x="340" y="23"/>
                </a:lnTo>
                <a:lnTo>
                  <a:pt x="341" y="24"/>
                </a:lnTo>
                <a:lnTo>
                  <a:pt x="340" y="25"/>
                </a:lnTo>
                <a:lnTo>
                  <a:pt x="341" y="25"/>
                </a:lnTo>
                <a:lnTo>
                  <a:pt x="341" y="26"/>
                </a:lnTo>
                <a:lnTo>
                  <a:pt x="342" y="27"/>
                </a:lnTo>
                <a:lnTo>
                  <a:pt x="343" y="27"/>
                </a:lnTo>
                <a:lnTo>
                  <a:pt x="343" y="26"/>
                </a:lnTo>
                <a:lnTo>
                  <a:pt x="344" y="26"/>
                </a:lnTo>
                <a:lnTo>
                  <a:pt x="344" y="25"/>
                </a:lnTo>
                <a:lnTo>
                  <a:pt x="344" y="24"/>
                </a:lnTo>
                <a:lnTo>
                  <a:pt x="345" y="24"/>
                </a:lnTo>
                <a:lnTo>
                  <a:pt x="346" y="23"/>
                </a:lnTo>
                <a:lnTo>
                  <a:pt x="347" y="23"/>
                </a:lnTo>
                <a:lnTo>
                  <a:pt x="348" y="23"/>
                </a:lnTo>
                <a:lnTo>
                  <a:pt x="348" y="24"/>
                </a:lnTo>
                <a:lnTo>
                  <a:pt x="348" y="25"/>
                </a:lnTo>
                <a:lnTo>
                  <a:pt x="348" y="26"/>
                </a:lnTo>
                <a:lnTo>
                  <a:pt x="347" y="26"/>
                </a:lnTo>
                <a:lnTo>
                  <a:pt x="347" y="27"/>
                </a:lnTo>
                <a:lnTo>
                  <a:pt x="347" y="28"/>
                </a:lnTo>
                <a:lnTo>
                  <a:pt x="346" y="28"/>
                </a:lnTo>
                <a:lnTo>
                  <a:pt x="346" y="29"/>
                </a:lnTo>
                <a:lnTo>
                  <a:pt x="347" y="29"/>
                </a:lnTo>
                <a:lnTo>
                  <a:pt x="347" y="30"/>
                </a:lnTo>
                <a:lnTo>
                  <a:pt x="348" y="31"/>
                </a:lnTo>
                <a:lnTo>
                  <a:pt x="347" y="31"/>
                </a:lnTo>
                <a:lnTo>
                  <a:pt x="348" y="31"/>
                </a:lnTo>
                <a:lnTo>
                  <a:pt x="348" y="32"/>
                </a:lnTo>
                <a:lnTo>
                  <a:pt x="349" y="33"/>
                </a:lnTo>
                <a:lnTo>
                  <a:pt x="349" y="32"/>
                </a:lnTo>
                <a:lnTo>
                  <a:pt x="350" y="32"/>
                </a:lnTo>
                <a:lnTo>
                  <a:pt x="350" y="33"/>
                </a:lnTo>
                <a:lnTo>
                  <a:pt x="349" y="34"/>
                </a:lnTo>
                <a:lnTo>
                  <a:pt x="350" y="34"/>
                </a:lnTo>
                <a:lnTo>
                  <a:pt x="350" y="35"/>
                </a:lnTo>
                <a:lnTo>
                  <a:pt x="351" y="35"/>
                </a:lnTo>
                <a:lnTo>
                  <a:pt x="350" y="36"/>
                </a:lnTo>
                <a:lnTo>
                  <a:pt x="350" y="37"/>
                </a:lnTo>
                <a:lnTo>
                  <a:pt x="351" y="37"/>
                </a:lnTo>
                <a:lnTo>
                  <a:pt x="351" y="38"/>
                </a:lnTo>
                <a:lnTo>
                  <a:pt x="350" y="38"/>
                </a:lnTo>
                <a:lnTo>
                  <a:pt x="350" y="39"/>
                </a:lnTo>
                <a:lnTo>
                  <a:pt x="350" y="40"/>
                </a:lnTo>
                <a:lnTo>
                  <a:pt x="351" y="40"/>
                </a:lnTo>
                <a:lnTo>
                  <a:pt x="351" y="41"/>
                </a:lnTo>
                <a:lnTo>
                  <a:pt x="351" y="40"/>
                </a:lnTo>
                <a:lnTo>
                  <a:pt x="352" y="40"/>
                </a:lnTo>
                <a:lnTo>
                  <a:pt x="352" y="41"/>
                </a:lnTo>
                <a:lnTo>
                  <a:pt x="352" y="42"/>
                </a:lnTo>
                <a:lnTo>
                  <a:pt x="353" y="42"/>
                </a:lnTo>
                <a:lnTo>
                  <a:pt x="354" y="43"/>
                </a:lnTo>
                <a:lnTo>
                  <a:pt x="354" y="42"/>
                </a:lnTo>
                <a:lnTo>
                  <a:pt x="355" y="42"/>
                </a:lnTo>
                <a:lnTo>
                  <a:pt x="356" y="42"/>
                </a:lnTo>
                <a:lnTo>
                  <a:pt x="357" y="43"/>
                </a:lnTo>
                <a:lnTo>
                  <a:pt x="357" y="44"/>
                </a:lnTo>
                <a:lnTo>
                  <a:pt x="357" y="46"/>
                </a:lnTo>
                <a:lnTo>
                  <a:pt x="357" y="47"/>
                </a:lnTo>
                <a:lnTo>
                  <a:pt x="357" y="48"/>
                </a:lnTo>
                <a:lnTo>
                  <a:pt x="358" y="49"/>
                </a:lnTo>
                <a:lnTo>
                  <a:pt x="358" y="50"/>
                </a:lnTo>
                <a:lnTo>
                  <a:pt x="359" y="50"/>
                </a:lnTo>
                <a:lnTo>
                  <a:pt x="359" y="49"/>
                </a:lnTo>
                <a:lnTo>
                  <a:pt x="359" y="50"/>
                </a:lnTo>
                <a:lnTo>
                  <a:pt x="360" y="50"/>
                </a:lnTo>
                <a:lnTo>
                  <a:pt x="361" y="50"/>
                </a:lnTo>
                <a:lnTo>
                  <a:pt x="362" y="50"/>
                </a:lnTo>
                <a:lnTo>
                  <a:pt x="363" y="51"/>
                </a:lnTo>
                <a:lnTo>
                  <a:pt x="364" y="50"/>
                </a:lnTo>
                <a:lnTo>
                  <a:pt x="365" y="50"/>
                </a:lnTo>
                <a:lnTo>
                  <a:pt x="366" y="49"/>
                </a:lnTo>
                <a:lnTo>
                  <a:pt x="366" y="48"/>
                </a:lnTo>
                <a:lnTo>
                  <a:pt x="367" y="48"/>
                </a:lnTo>
                <a:lnTo>
                  <a:pt x="368" y="47"/>
                </a:lnTo>
                <a:lnTo>
                  <a:pt x="368" y="48"/>
                </a:lnTo>
                <a:lnTo>
                  <a:pt x="369" y="48"/>
                </a:lnTo>
                <a:lnTo>
                  <a:pt x="370" y="49"/>
                </a:lnTo>
                <a:lnTo>
                  <a:pt x="369" y="49"/>
                </a:lnTo>
                <a:lnTo>
                  <a:pt x="370" y="49"/>
                </a:lnTo>
                <a:lnTo>
                  <a:pt x="370" y="50"/>
                </a:lnTo>
                <a:lnTo>
                  <a:pt x="371" y="49"/>
                </a:lnTo>
                <a:lnTo>
                  <a:pt x="371" y="50"/>
                </a:lnTo>
                <a:lnTo>
                  <a:pt x="371" y="52"/>
                </a:lnTo>
                <a:lnTo>
                  <a:pt x="371" y="53"/>
                </a:lnTo>
                <a:lnTo>
                  <a:pt x="371" y="54"/>
                </a:lnTo>
                <a:lnTo>
                  <a:pt x="372" y="54"/>
                </a:lnTo>
                <a:lnTo>
                  <a:pt x="373" y="54"/>
                </a:lnTo>
                <a:lnTo>
                  <a:pt x="373" y="53"/>
                </a:lnTo>
                <a:lnTo>
                  <a:pt x="374" y="53"/>
                </a:lnTo>
                <a:lnTo>
                  <a:pt x="375" y="54"/>
                </a:lnTo>
                <a:lnTo>
                  <a:pt x="376" y="54"/>
                </a:lnTo>
                <a:lnTo>
                  <a:pt x="377" y="54"/>
                </a:lnTo>
                <a:lnTo>
                  <a:pt x="377" y="53"/>
                </a:lnTo>
                <a:lnTo>
                  <a:pt x="378" y="53"/>
                </a:lnTo>
                <a:lnTo>
                  <a:pt x="379" y="53"/>
                </a:lnTo>
                <a:lnTo>
                  <a:pt x="379" y="52"/>
                </a:lnTo>
                <a:lnTo>
                  <a:pt x="380" y="52"/>
                </a:lnTo>
                <a:lnTo>
                  <a:pt x="379" y="53"/>
                </a:lnTo>
                <a:lnTo>
                  <a:pt x="380" y="53"/>
                </a:lnTo>
                <a:lnTo>
                  <a:pt x="381" y="52"/>
                </a:lnTo>
                <a:lnTo>
                  <a:pt x="382" y="52"/>
                </a:lnTo>
                <a:lnTo>
                  <a:pt x="383" y="51"/>
                </a:lnTo>
                <a:lnTo>
                  <a:pt x="383" y="52"/>
                </a:lnTo>
                <a:lnTo>
                  <a:pt x="384" y="52"/>
                </a:lnTo>
                <a:lnTo>
                  <a:pt x="384" y="53"/>
                </a:lnTo>
                <a:lnTo>
                  <a:pt x="385" y="53"/>
                </a:lnTo>
                <a:lnTo>
                  <a:pt x="386" y="53"/>
                </a:lnTo>
                <a:lnTo>
                  <a:pt x="387" y="53"/>
                </a:lnTo>
                <a:lnTo>
                  <a:pt x="387" y="52"/>
                </a:lnTo>
                <a:lnTo>
                  <a:pt x="387" y="54"/>
                </a:lnTo>
                <a:lnTo>
                  <a:pt x="388" y="54"/>
                </a:lnTo>
                <a:lnTo>
                  <a:pt x="388" y="53"/>
                </a:lnTo>
                <a:lnTo>
                  <a:pt x="389" y="54"/>
                </a:lnTo>
                <a:lnTo>
                  <a:pt x="388" y="54"/>
                </a:lnTo>
                <a:lnTo>
                  <a:pt x="389" y="55"/>
                </a:lnTo>
                <a:lnTo>
                  <a:pt x="390" y="55"/>
                </a:lnTo>
                <a:lnTo>
                  <a:pt x="391" y="54"/>
                </a:lnTo>
                <a:lnTo>
                  <a:pt x="392" y="54"/>
                </a:lnTo>
                <a:lnTo>
                  <a:pt x="392" y="53"/>
                </a:lnTo>
                <a:lnTo>
                  <a:pt x="393" y="53"/>
                </a:lnTo>
                <a:lnTo>
                  <a:pt x="394" y="53"/>
                </a:lnTo>
                <a:lnTo>
                  <a:pt x="395" y="54"/>
                </a:lnTo>
                <a:lnTo>
                  <a:pt x="395" y="53"/>
                </a:lnTo>
                <a:lnTo>
                  <a:pt x="395" y="52"/>
                </a:lnTo>
                <a:lnTo>
                  <a:pt x="396" y="52"/>
                </a:lnTo>
                <a:lnTo>
                  <a:pt x="397" y="52"/>
                </a:lnTo>
                <a:lnTo>
                  <a:pt x="398" y="53"/>
                </a:lnTo>
                <a:lnTo>
                  <a:pt x="399" y="53"/>
                </a:lnTo>
                <a:lnTo>
                  <a:pt x="399" y="52"/>
                </a:lnTo>
                <a:lnTo>
                  <a:pt x="400" y="51"/>
                </a:lnTo>
                <a:lnTo>
                  <a:pt x="401" y="51"/>
                </a:lnTo>
                <a:lnTo>
                  <a:pt x="402" y="52"/>
                </a:lnTo>
                <a:lnTo>
                  <a:pt x="403" y="52"/>
                </a:lnTo>
                <a:lnTo>
                  <a:pt x="403" y="53"/>
                </a:lnTo>
                <a:lnTo>
                  <a:pt x="404" y="53"/>
                </a:lnTo>
                <a:lnTo>
                  <a:pt x="404" y="54"/>
                </a:lnTo>
                <a:lnTo>
                  <a:pt x="405" y="55"/>
                </a:lnTo>
                <a:lnTo>
                  <a:pt x="406" y="55"/>
                </a:lnTo>
                <a:lnTo>
                  <a:pt x="407" y="55"/>
                </a:lnTo>
                <a:lnTo>
                  <a:pt x="407" y="56"/>
                </a:lnTo>
                <a:lnTo>
                  <a:pt x="408" y="56"/>
                </a:lnTo>
                <a:lnTo>
                  <a:pt x="408" y="55"/>
                </a:lnTo>
                <a:lnTo>
                  <a:pt x="409" y="55"/>
                </a:lnTo>
                <a:lnTo>
                  <a:pt x="409" y="56"/>
                </a:lnTo>
                <a:lnTo>
                  <a:pt x="409" y="57"/>
                </a:lnTo>
                <a:lnTo>
                  <a:pt x="410" y="57"/>
                </a:lnTo>
                <a:lnTo>
                  <a:pt x="411" y="58"/>
                </a:lnTo>
                <a:lnTo>
                  <a:pt x="412" y="59"/>
                </a:lnTo>
                <a:lnTo>
                  <a:pt x="412" y="60"/>
                </a:lnTo>
                <a:lnTo>
                  <a:pt x="412" y="61"/>
                </a:lnTo>
                <a:lnTo>
                  <a:pt x="411" y="61"/>
                </a:lnTo>
                <a:lnTo>
                  <a:pt x="411" y="62"/>
                </a:lnTo>
                <a:lnTo>
                  <a:pt x="411" y="63"/>
                </a:lnTo>
                <a:lnTo>
                  <a:pt x="412" y="63"/>
                </a:lnTo>
                <a:lnTo>
                  <a:pt x="412" y="64"/>
                </a:lnTo>
                <a:lnTo>
                  <a:pt x="412" y="65"/>
                </a:lnTo>
                <a:lnTo>
                  <a:pt x="411" y="65"/>
                </a:lnTo>
                <a:lnTo>
                  <a:pt x="411" y="66"/>
                </a:lnTo>
                <a:lnTo>
                  <a:pt x="412" y="67"/>
                </a:lnTo>
                <a:lnTo>
                  <a:pt x="412" y="68"/>
                </a:lnTo>
                <a:lnTo>
                  <a:pt x="413" y="68"/>
                </a:lnTo>
                <a:lnTo>
                  <a:pt x="414" y="68"/>
                </a:lnTo>
                <a:lnTo>
                  <a:pt x="414" y="69"/>
                </a:lnTo>
                <a:lnTo>
                  <a:pt x="415" y="69"/>
                </a:lnTo>
                <a:lnTo>
                  <a:pt x="416" y="69"/>
                </a:lnTo>
                <a:lnTo>
                  <a:pt x="417" y="69"/>
                </a:lnTo>
                <a:lnTo>
                  <a:pt x="417" y="70"/>
                </a:lnTo>
                <a:lnTo>
                  <a:pt x="417" y="71"/>
                </a:lnTo>
                <a:lnTo>
                  <a:pt x="418" y="71"/>
                </a:lnTo>
                <a:lnTo>
                  <a:pt x="418" y="72"/>
                </a:lnTo>
                <a:lnTo>
                  <a:pt x="418" y="73"/>
                </a:lnTo>
                <a:lnTo>
                  <a:pt x="418" y="74"/>
                </a:lnTo>
                <a:lnTo>
                  <a:pt x="418" y="75"/>
                </a:lnTo>
                <a:lnTo>
                  <a:pt x="417" y="75"/>
                </a:lnTo>
                <a:lnTo>
                  <a:pt x="416" y="76"/>
                </a:lnTo>
                <a:lnTo>
                  <a:pt x="416" y="77"/>
                </a:lnTo>
                <a:lnTo>
                  <a:pt x="415" y="78"/>
                </a:lnTo>
                <a:lnTo>
                  <a:pt x="414" y="78"/>
                </a:lnTo>
                <a:lnTo>
                  <a:pt x="415" y="79"/>
                </a:lnTo>
                <a:lnTo>
                  <a:pt x="416" y="80"/>
                </a:lnTo>
                <a:lnTo>
                  <a:pt x="415" y="80"/>
                </a:lnTo>
                <a:lnTo>
                  <a:pt x="415" y="81"/>
                </a:lnTo>
                <a:lnTo>
                  <a:pt x="415" y="82"/>
                </a:lnTo>
                <a:lnTo>
                  <a:pt x="414" y="81"/>
                </a:lnTo>
                <a:lnTo>
                  <a:pt x="413" y="81"/>
                </a:lnTo>
                <a:lnTo>
                  <a:pt x="412" y="81"/>
                </a:lnTo>
                <a:lnTo>
                  <a:pt x="411" y="81"/>
                </a:lnTo>
                <a:lnTo>
                  <a:pt x="410" y="81"/>
                </a:lnTo>
                <a:lnTo>
                  <a:pt x="410" y="80"/>
                </a:lnTo>
                <a:lnTo>
                  <a:pt x="409" y="81"/>
                </a:lnTo>
                <a:lnTo>
                  <a:pt x="408" y="81"/>
                </a:lnTo>
                <a:lnTo>
                  <a:pt x="407" y="81"/>
                </a:lnTo>
                <a:lnTo>
                  <a:pt x="406" y="81"/>
                </a:lnTo>
                <a:lnTo>
                  <a:pt x="406" y="82"/>
                </a:lnTo>
                <a:lnTo>
                  <a:pt x="407" y="82"/>
                </a:lnTo>
                <a:lnTo>
                  <a:pt x="407" y="84"/>
                </a:lnTo>
                <a:lnTo>
                  <a:pt x="406" y="84"/>
                </a:lnTo>
                <a:lnTo>
                  <a:pt x="406" y="85"/>
                </a:lnTo>
                <a:lnTo>
                  <a:pt x="407" y="85"/>
                </a:lnTo>
                <a:lnTo>
                  <a:pt x="407" y="86"/>
                </a:lnTo>
                <a:lnTo>
                  <a:pt x="407" y="87"/>
                </a:lnTo>
                <a:lnTo>
                  <a:pt x="407" y="88"/>
                </a:lnTo>
                <a:lnTo>
                  <a:pt x="406" y="88"/>
                </a:lnTo>
                <a:lnTo>
                  <a:pt x="405" y="88"/>
                </a:lnTo>
                <a:lnTo>
                  <a:pt x="404" y="88"/>
                </a:lnTo>
                <a:lnTo>
                  <a:pt x="403" y="89"/>
                </a:lnTo>
                <a:lnTo>
                  <a:pt x="403" y="90"/>
                </a:lnTo>
                <a:lnTo>
                  <a:pt x="403" y="91"/>
                </a:lnTo>
                <a:lnTo>
                  <a:pt x="402" y="92"/>
                </a:lnTo>
                <a:lnTo>
                  <a:pt x="403" y="92"/>
                </a:lnTo>
                <a:lnTo>
                  <a:pt x="402" y="93"/>
                </a:lnTo>
                <a:lnTo>
                  <a:pt x="402" y="94"/>
                </a:lnTo>
                <a:lnTo>
                  <a:pt x="403" y="94"/>
                </a:lnTo>
                <a:lnTo>
                  <a:pt x="403" y="95"/>
                </a:lnTo>
                <a:lnTo>
                  <a:pt x="403" y="96"/>
                </a:lnTo>
                <a:lnTo>
                  <a:pt x="403" y="97"/>
                </a:lnTo>
                <a:lnTo>
                  <a:pt x="404" y="98"/>
                </a:lnTo>
                <a:lnTo>
                  <a:pt x="404" y="99"/>
                </a:lnTo>
                <a:lnTo>
                  <a:pt x="403" y="99"/>
                </a:lnTo>
                <a:lnTo>
                  <a:pt x="403" y="100"/>
                </a:lnTo>
                <a:lnTo>
                  <a:pt x="403" y="101"/>
                </a:lnTo>
                <a:lnTo>
                  <a:pt x="404" y="101"/>
                </a:lnTo>
                <a:lnTo>
                  <a:pt x="405" y="101"/>
                </a:lnTo>
                <a:lnTo>
                  <a:pt x="405" y="102"/>
                </a:lnTo>
                <a:lnTo>
                  <a:pt x="406" y="102"/>
                </a:lnTo>
                <a:lnTo>
                  <a:pt x="406" y="103"/>
                </a:lnTo>
                <a:lnTo>
                  <a:pt x="406" y="104"/>
                </a:lnTo>
                <a:lnTo>
                  <a:pt x="405" y="105"/>
                </a:lnTo>
                <a:lnTo>
                  <a:pt x="406" y="105"/>
                </a:lnTo>
                <a:lnTo>
                  <a:pt x="406" y="106"/>
                </a:lnTo>
                <a:lnTo>
                  <a:pt x="406" y="107"/>
                </a:lnTo>
                <a:lnTo>
                  <a:pt x="407" y="106"/>
                </a:lnTo>
                <a:lnTo>
                  <a:pt x="407" y="107"/>
                </a:lnTo>
                <a:lnTo>
                  <a:pt x="407" y="108"/>
                </a:lnTo>
                <a:lnTo>
                  <a:pt x="408" y="109"/>
                </a:lnTo>
                <a:lnTo>
                  <a:pt x="407" y="109"/>
                </a:lnTo>
                <a:lnTo>
                  <a:pt x="408" y="109"/>
                </a:lnTo>
                <a:lnTo>
                  <a:pt x="408" y="110"/>
                </a:lnTo>
                <a:lnTo>
                  <a:pt x="409" y="110"/>
                </a:lnTo>
                <a:lnTo>
                  <a:pt x="409" y="109"/>
                </a:lnTo>
                <a:lnTo>
                  <a:pt x="409" y="110"/>
                </a:lnTo>
                <a:lnTo>
                  <a:pt x="409" y="111"/>
                </a:lnTo>
                <a:lnTo>
                  <a:pt x="408" y="111"/>
                </a:lnTo>
                <a:lnTo>
                  <a:pt x="409" y="111"/>
                </a:lnTo>
                <a:lnTo>
                  <a:pt x="410" y="110"/>
                </a:lnTo>
                <a:lnTo>
                  <a:pt x="410" y="109"/>
                </a:lnTo>
                <a:lnTo>
                  <a:pt x="411" y="109"/>
                </a:lnTo>
                <a:lnTo>
                  <a:pt x="411" y="110"/>
                </a:lnTo>
                <a:lnTo>
                  <a:pt x="411" y="111"/>
                </a:lnTo>
                <a:lnTo>
                  <a:pt x="412" y="112"/>
                </a:lnTo>
                <a:lnTo>
                  <a:pt x="413" y="112"/>
                </a:lnTo>
                <a:lnTo>
                  <a:pt x="414" y="112"/>
                </a:lnTo>
                <a:lnTo>
                  <a:pt x="415" y="112"/>
                </a:lnTo>
                <a:lnTo>
                  <a:pt x="416" y="112"/>
                </a:lnTo>
                <a:lnTo>
                  <a:pt x="416" y="113"/>
                </a:lnTo>
                <a:lnTo>
                  <a:pt x="417" y="113"/>
                </a:lnTo>
                <a:lnTo>
                  <a:pt x="417" y="114"/>
                </a:lnTo>
                <a:lnTo>
                  <a:pt x="418" y="115"/>
                </a:lnTo>
                <a:lnTo>
                  <a:pt x="419" y="115"/>
                </a:lnTo>
                <a:lnTo>
                  <a:pt x="419" y="116"/>
                </a:lnTo>
                <a:lnTo>
                  <a:pt x="419" y="115"/>
                </a:lnTo>
                <a:lnTo>
                  <a:pt x="420" y="116"/>
                </a:lnTo>
                <a:lnTo>
                  <a:pt x="420" y="117"/>
                </a:lnTo>
                <a:lnTo>
                  <a:pt x="419" y="117"/>
                </a:lnTo>
                <a:lnTo>
                  <a:pt x="418" y="118"/>
                </a:lnTo>
                <a:lnTo>
                  <a:pt x="418" y="119"/>
                </a:lnTo>
                <a:lnTo>
                  <a:pt x="417" y="119"/>
                </a:lnTo>
                <a:lnTo>
                  <a:pt x="417" y="120"/>
                </a:lnTo>
                <a:lnTo>
                  <a:pt x="418" y="120"/>
                </a:lnTo>
                <a:lnTo>
                  <a:pt x="419" y="120"/>
                </a:lnTo>
                <a:lnTo>
                  <a:pt x="419" y="119"/>
                </a:lnTo>
                <a:lnTo>
                  <a:pt x="420" y="119"/>
                </a:lnTo>
                <a:lnTo>
                  <a:pt x="422" y="118"/>
                </a:lnTo>
                <a:lnTo>
                  <a:pt x="423" y="118"/>
                </a:lnTo>
                <a:lnTo>
                  <a:pt x="424" y="119"/>
                </a:lnTo>
                <a:lnTo>
                  <a:pt x="424" y="118"/>
                </a:lnTo>
                <a:lnTo>
                  <a:pt x="424" y="119"/>
                </a:lnTo>
                <a:lnTo>
                  <a:pt x="424" y="120"/>
                </a:lnTo>
                <a:lnTo>
                  <a:pt x="424" y="121"/>
                </a:lnTo>
                <a:lnTo>
                  <a:pt x="425" y="121"/>
                </a:lnTo>
                <a:lnTo>
                  <a:pt x="425" y="122"/>
                </a:lnTo>
                <a:lnTo>
                  <a:pt x="425" y="123"/>
                </a:lnTo>
                <a:lnTo>
                  <a:pt x="426" y="123"/>
                </a:lnTo>
                <a:lnTo>
                  <a:pt x="426" y="124"/>
                </a:lnTo>
                <a:lnTo>
                  <a:pt x="426" y="125"/>
                </a:lnTo>
                <a:lnTo>
                  <a:pt x="426" y="126"/>
                </a:lnTo>
                <a:lnTo>
                  <a:pt x="427" y="126"/>
                </a:lnTo>
                <a:lnTo>
                  <a:pt x="427" y="127"/>
                </a:lnTo>
                <a:lnTo>
                  <a:pt x="426" y="127"/>
                </a:lnTo>
                <a:lnTo>
                  <a:pt x="427" y="128"/>
                </a:lnTo>
                <a:lnTo>
                  <a:pt x="428" y="129"/>
                </a:lnTo>
                <a:lnTo>
                  <a:pt x="429" y="129"/>
                </a:lnTo>
                <a:lnTo>
                  <a:pt x="430" y="129"/>
                </a:lnTo>
                <a:lnTo>
                  <a:pt x="431" y="129"/>
                </a:lnTo>
                <a:lnTo>
                  <a:pt x="432" y="129"/>
                </a:lnTo>
                <a:lnTo>
                  <a:pt x="433" y="130"/>
                </a:lnTo>
                <a:lnTo>
                  <a:pt x="433" y="131"/>
                </a:lnTo>
                <a:lnTo>
                  <a:pt x="434" y="132"/>
                </a:lnTo>
                <a:lnTo>
                  <a:pt x="434" y="133"/>
                </a:lnTo>
                <a:lnTo>
                  <a:pt x="434" y="135"/>
                </a:lnTo>
                <a:lnTo>
                  <a:pt x="435" y="135"/>
                </a:lnTo>
                <a:lnTo>
                  <a:pt x="435" y="136"/>
                </a:lnTo>
                <a:lnTo>
                  <a:pt x="435" y="137"/>
                </a:lnTo>
                <a:lnTo>
                  <a:pt x="436" y="137"/>
                </a:lnTo>
                <a:lnTo>
                  <a:pt x="435" y="137"/>
                </a:lnTo>
                <a:lnTo>
                  <a:pt x="435" y="138"/>
                </a:lnTo>
                <a:lnTo>
                  <a:pt x="436" y="138"/>
                </a:lnTo>
                <a:lnTo>
                  <a:pt x="436" y="139"/>
                </a:lnTo>
                <a:lnTo>
                  <a:pt x="435" y="139"/>
                </a:lnTo>
                <a:lnTo>
                  <a:pt x="435" y="138"/>
                </a:lnTo>
                <a:lnTo>
                  <a:pt x="435" y="139"/>
                </a:lnTo>
                <a:lnTo>
                  <a:pt x="435" y="138"/>
                </a:lnTo>
                <a:lnTo>
                  <a:pt x="435" y="139"/>
                </a:lnTo>
                <a:lnTo>
                  <a:pt x="436" y="139"/>
                </a:lnTo>
                <a:lnTo>
                  <a:pt x="436" y="140"/>
                </a:lnTo>
                <a:lnTo>
                  <a:pt x="435" y="140"/>
                </a:lnTo>
                <a:lnTo>
                  <a:pt x="435" y="141"/>
                </a:lnTo>
                <a:lnTo>
                  <a:pt x="436" y="141"/>
                </a:lnTo>
                <a:lnTo>
                  <a:pt x="437" y="141"/>
                </a:lnTo>
                <a:lnTo>
                  <a:pt x="437" y="142"/>
                </a:lnTo>
                <a:lnTo>
                  <a:pt x="437" y="143"/>
                </a:lnTo>
                <a:lnTo>
                  <a:pt x="438" y="143"/>
                </a:lnTo>
                <a:lnTo>
                  <a:pt x="438" y="144"/>
                </a:lnTo>
                <a:lnTo>
                  <a:pt x="438" y="143"/>
                </a:lnTo>
                <a:lnTo>
                  <a:pt x="438" y="144"/>
                </a:lnTo>
                <a:lnTo>
                  <a:pt x="438" y="145"/>
                </a:lnTo>
                <a:lnTo>
                  <a:pt x="438" y="146"/>
                </a:lnTo>
                <a:lnTo>
                  <a:pt x="437" y="146"/>
                </a:lnTo>
                <a:lnTo>
                  <a:pt x="437" y="147"/>
                </a:lnTo>
                <a:lnTo>
                  <a:pt x="438" y="147"/>
                </a:lnTo>
                <a:lnTo>
                  <a:pt x="438" y="148"/>
                </a:lnTo>
                <a:lnTo>
                  <a:pt x="439" y="148"/>
                </a:lnTo>
                <a:lnTo>
                  <a:pt x="438" y="149"/>
                </a:lnTo>
                <a:lnTo>
                  <a:pt x="438" y="150"/>
                </a:lnTo>
                <a:lnTo>
                  <a:pt x="437" y="150"/>
                </a:lnTo>
                <a:lnTo>
                  <a:pt x="437" y="151"/>
                </a:lnTo>
                <a:lnTo>
                  <a:pt x="437" y="152"/>
                </a:lnTo>
                <a:lnTo>
                  <a:pt x="438" y="152"/>
                </a:lnTo>
                <a:lnTo>
                  <a:pt x="438" y="153"/>
                </a:lnTo>
                <a:lnTo>
                  <a:pt x="437" y="153"/>
                </a:lnTo>
                <a:lnTo>
                  <a:pt x="437" y="154"/>
                </a:lnTo>
                <a:lnTo>
                  <a:pt x="436" y="154"/>
                </a:lnTo>
                <a:lnTo>
                  <a:pt x="436" y="155"/>
                </a:lnTo>
                <a:lnTo>
                  <a:pt x="437" y="155"/>
                </a:lnTo>
                <a:lnTo>
                  <a:pt x="437" y="156"/>
                </a:lnTo>
                <a:lnTo>
                  <a:pt x="438" y="156"/>
                </a:lnTo>
                <a:lnTo>
                  <a:pt x="438" y="157"/>
                </a:lnTo>
                <a:lnTo>
                  <a:pt x="437" y="157"/>
                </a:lnTo>
                <a:lnTo>
                  <a:pt x="438" y="157"/>
                </a:lnTo>
                <a:lnTo>
                  <a:pt x="438" y="158"/>
                </a:lnTo>
                <a:lnTo>
                  <a:pt x="438" y="159"/>
                </a:lnTo>
                <a:lnTo>
                  <a:pt x="439" y="159"/>
                </a:lnTo>
                <a:lnTo>
                  <a:pt x="440" y="160"/>
                </a:lnTo>
                <a:lnTo>
                  <a:pt x="439" y="161"/>
                </a:lnTo>
                <a:lnTo>
                  <a:pt x="438" y="161"/>
                </a:lnTo>
                <a:lnTo>
                  <a:pt x="437" y="161"/>
                </a:lnTo>
                <a:lnTo>
                  <a:pt x="437" y="162"/>
                </a:lnTo>
                <a:lnTo>
                  <a:pt x="438" y="162"/>
                </a:lnTo>
                <a:lnTo>
                  <a:pt x="439" y="162"/>
                </a:lnTo>
                <a:lnTo>
                  <a:pt x="439" y="163"/>
                </a:lnTo>
                <a:lnTo>
                  <a:pt x="440" y="163"/>
                </a:lnTo>
                <a:lnTo>
                  <a:pt x="440" y="164"/>
                </a:lnTo>
                <a:lnTo>
                  <a:pt x="441" y="164"/>
                </a:lnTo>
                <a:lnTo>
                  <a:pt x="441" y="163"/>
                </a:lnTo>
                <a:lnTo>
                  <a:pt x="442" y="163"/>
                </a:lnTo>
                <a:lnTo>
                  <a:pt x="442" y="164"/>
                </a:lnTo>
                <a:lnTo>
                  <a:pt x="443" y="164"/>
                </a:lnTo>
                <a:lnTo>
                  <a:pt x="442" y="164"/>
                </a:lnTo>
                <a:lnTo>
                  <a:pt x="443" y="164"/>
                </a:lnTo>
                <a:lnTo>
                  <a:pt x="443" y="165"/>
                </a:lnTo>
                <a:lnTo>
                  <a:pt x="442" y="165"/>
                </a:lnTo>
                <a:lnTo>
                  <a:pt x="442" y="166"/>
                </a:lnTo>
                <a:lnTo>
                  <a:pt x="441" y="166"/>
                </a:lnTo>
                <a:lnTo>
                  <a:pt x="442" y="167"/>
                </a:lnTo>
                <a:lnTo>
                  <a:pt x="441" y="167"/>
                </a:lnTo>
                <a:lnTo>
                  <a:pt x="441" y="168"/>
                </a:lnTo>
                <a:lnTo>
                  <a:pt x="441" y="169"/>
                </a:lnTo>
                <a:lnTo>
                  <a:pt x="440" y="169"/>
                </a:lnTo>
                <a:lnTo>
                  <a:pt x="440" y="170"/>
                </a:lnTo>
                <a:lnTo>
                  <a:pt x="441" y="170"/>
                </a:lnTo>
                <a:lnTo>
                  <a:pt x="440" y="170"/>
                </a:lnTo>
                <a:lnTo>
                  <a:pt x="439" y="170"/>
                </a:lnTo>
                <a:lnTo>
                  <a:pt x="439" y="171"/>
                </a:lnTo>
                <a:lnTo>
                  <a:pt x="438" y="171"/>
                </a:lnTo>
                <a:lnTo>
                  <a:pt x="438" y="172"/>
                </a:lnTo>
                <a:lnTo>
                  <a:pt x="439" y="172"/>
                </a:lnTo>
                <a:lnTo>
                  <a:pt x="440" y="173"/>
                </a:lnTo>
                <a:lnTo>
                  <a:pt x="441" y="173"/>
                </a:lnTo>
                <a:lnTo>
                  <a:pt x="441" y="174"/>
                </a:lnTo>
                <a:lnTo>
                  <a:pt x="441" y="175"/>
                </a:lnTo>
                <a:lnTo>
                  <a:pt x="441" y="176"/>
                </a:lnTo>
                <a:lnTo>
                  <a:pt x="442" y="176"/>
                </a:lnTo>
                <a:lnTo>
                  <a:pt x="442" y="177"/>
                </a:lnTo>
                <a:lnTo>
                  <a:pt x="442" y="178"/>
                </a:lnTo>
                <a:lnTo>
                  <a:pt x="442" y="179"/>
                </a:lnTo>
                <a:lnTo>
                  <a:pt x="442" y="178"/>
                </a:lnTo>
                <a:lnTo>
                  <a:pt x="443" y="178"/>
                </a:lnTo>
                <a:lnTo>
                  <a:pt x="442" y="179"/>
                </a:lnTo>
                <a:lnTo>
                  <a:pt x="443" y="179"/>
                </a:lnTo>
                <a:lnTo>
                  <a:pt x="443" y="178"/>
                </a:lnTo>
                <a:lnTo>
                  <a:pt x="443" y="179"/>
                </a:lnTo>
                <a:lnTo>
                  <a:pt x="443" y="180"/>
                </a:lnTo>
                <a:lnTo>
                  <a:pt x="442" y="180"/>
                </a:lnTo>
                <a:lnTo>
                  <a:pt x="442" y="181"/>
                </a:lnTo>
                <a:lnTo>
                  <a:pt x="441" y="182"/>
                </a:lnTo>
                <a:lnTo>
                  <a:pt x="440" y="182"/>
                </a:lnTo>
                <a:lnTo>
                  <a:pt x="440" y="183"/>
                </a:lnTo>
                <a:lnTo>
                  <a:pt x="439" y="183"/>
                </a:lnTo>
                <a:lnTo>
                  <a:pt x="438" y="183"/>
                </a:lnTo>
                <a:lnTo>
                  <a:pt x="436" y="184"/>
                </a:lnTo>
                <a:lnTo>
                  <a:pt x="435" y="184"/>
                </a:lnTo>
                <a:lnTo>
                  <a:pt x="435" y="185"/>
                </a:lnTo>
                <a:lnTo>
                  <a:pt x="434" y="185"/>
                </a:lnTo>
                <a:lnTo>
                  <a:pt x="434" y="186"/>
                </a:lnTo>
                <a:lnTo>
                  <a:pt x="434" y="185"/>
                </a:lnTo>
                <a:lnTo>
                  <a:pt x="433" y="185"/>
                </a:lnTo>
                <a:lnTo>
                  <a:pt x="432" y="186"/>
                </a:lnTo>
                <a:lnTo>
                  <a:pt x="432" y="187"/>
                </a:lnTo>
                <a:lnTo>
                  <a:pt x="431" y="187"/>
                </a:lnTo>
                <a:lnTo>
                  <a:pt x="431" y="188"/>
                </a:lnTo>
                <a:lnTo>
                  <a:pt x="430" y="189"/>
                </a:lnTo>
                <a:lnTo>
                  <a:pt x="430" y="188"/>
                </a:lnTo>
                <a:lnTo>
                  <a:pt x="430" y="189"/>
                </a:lnTo>
                <a:lnTo>
                  <a:pt x="429" y="189"/>
                </a:lnTo>
                <a:lnTo>
                  <a:pt x="428" y="190"/>
                </a:lnTo>
                <a:lnTo>
                  <a:pt x="428" y="191"/>
                </a:lnTo>
                <a:lnTo>
                  <a:pt x="429" y="191"/>
                </a:lnTo>
                <a:lnTo>
                  <a:pt x="430" y="191"/>
                </a:lnTo>
                <a:lnTo>
                  <a:pt x="430" y="192"/>
                </a:lnTo>
                <a:lnTo>
                  <a:pt x="430" y="193"/>
                </a:lnTo>
                <a:lnTo>
                  <a:pt x="431" y="193"/>
                </a:lnTo>
                <a:lnTo>
                  <a:pt x="432" y="193"/>
                </a:lnTo>
                <a:lnTo>
                  <a:pt x="433" y="193"/>
                </a:lnTo>
                <a:lnTo>
                  <a:pt x="433" y="194"/>
                </a:lnTo>
                <a:lnTo>
                  <a:pt x="433" y="195"/>
                </a:lnTo>
                <a:lnTo>
                  <a:pt x="434" y="195"/>
                </a:lnTo>
                <a:lnTo>
                  <a:pt x="434" y="196"/>
                </a:lnTo>
                <a:lnTo>
                  <a:pt x="433" y="196"/>
                </a:lnTo>
                <a:lnTo>
                  <a:pt x="432" y="196"/>
                </a:lnTo>
                <a:lnTo>
                  <a:pt x="432" y="197"/>
                </a:lnTo>
                <a:lnTo>
                  <a:pt x="432" y="198"/>
                </a:lnTo>
                <a:lnTo>
                  <a:pt x="432" y="199"/>
                </a:lnTo>
                <a:lnTo>
                  <a:pt x="433" y="199"/>
                </a:lnTo>
                <a:lnTo>
                  <a:pt x="432" y="199"/>
                </a:lnTo>
                <a:lnTo>
                  <a:pt x="432" y="200"/>
                </a:lnTo>
                <a:lnTo>
                  <a:pt x="432" y="201"/>
                </a:lnTo>
                <a:lnTo>
                  <a:pt x="432" y="202"/>
                </a:lnTo>
                <a:lnTo>
                  <a:pt x="431" y="202"/>
                </a:lnTo>
                <a:lnTo>
                  <a:pt x="432" y="202"/>
                </a:lnTo>
                <a:lnTo>
                  <a:pt x="432" y="203"/>
                </a:lnTo>
                <a:lnTo>
                  <a:pt x="431" y="204"/>
                </a:lnTo>
                <a:lnTo>
                  <a:pt x="430" y="204"/>
                </a:lnTo>
                <a:lnTo>
                  <a:pt x="429" y="203"/>
                </a:lnTo>
                <a:lnTo>
                  <a:pt x="429" y="204"/>
                </a:lnTo>
                <a:lnTo>
                  <a:pt x="428" y="204"/>
                </a:lnTo>
                <a:lnTo>
                  <a:pt x="428" y="203"/>
                </a:lnTo>
                <a:lnTo>
                  <a:pt x="427" y="203"/>
                </a:lnTo>
                <a:lnTo>
                  <a:pt x="427" y="204"/>
                </a:lnTo>
                <a:lnTo>
                  <a:pt x="426" y="204"/>
                </a:lnTo>
                <a:lnTo>
                  <a:pt x="425" y="204"/>
                </a:lnTo>
                <a:lnTo>
                  <a:pt x="424" y="204"/>
                </a:lnTo>
                <a:lnTo>
                  <a:pt x="423" y="204"/>
                </a:lnTo>
                <a:lnTo>
                  <a:pt x="423" y="205"/>
                </a:lnTo>
                <a:lnTo>
                  <a:pt x="422" y="206"/>
                </a:lnTo>
                <a:lnTo>
                  <a:pt x="422" y="205"/>
                </a:lnTo>
                <a:lnTo>
                  <a:pt x="421" y="205"/>
                </a:lnTo>
                <a:lnTo>
                  <a:pt x="421" y="206"/>
                </a:lnTo>
                <a:lnTo>
                  <a:pt x="420" y="206"/>
                </a:lnTo>
                <a:lnTo>
                  <a:pt x="420" y="207"/>
                </a:lnTo>
                <a:lnTo>
                  <a:pt x="419" y="206"/>
                </a:lnTo>
                <a:lnTo>
                  <a:pt x="419" y="207"/>
                </a:lnTo>
                <a:lnTo>
                  <a:pt x="418" y="207"/>
                </a:lnTo>
                <a:lnTo>
                  <a:pt x="417" y="207"/>
                </a:lnTo>
                <a:lnTo>
                  <a:pt x="416" y="207"/>
                </a:lnTo>
                <a:lnTo>
                  <a:pt x="415" y="207"/>
                </a:lnTo>
                <a:lnTo>
                  <a:pt x="414" y="207"/>
                </a:lnTo>
                <a:lnTo>
                  <a:pt x="414" y="206"/>
                </a:lnTo>
                <a:lnTo>
                  <a:pt x="413" y="206"/>
                </a:lnTo>
                <a:lnTo>
                  <a:pt x="413" y="207"/>
                </a:lnTo>
                <a:lnTo>
                  <a:pt x="412" y="207"/>
                </a:lnTo>
                <a:lnTo>
                  <a:pt x="411" y="208"/>
                </a:lnTo>
                <a:lnTo>
                  <a:pt x="410" y="208"/>
                </a:lnTo>
                <a:lnTo>
                  <a:pt x="410" y="209"/>
                </a:lnTo>
                <a:lnTo>
                  <a:pt x="411" y="209"/>
                </a:lnTo>
                <a:lnTo>
                  <a:pt x="411" y="210"/>
                </a:lnTo>
                <a:lnTo>
                  <a:pt x="411" y="211"/>
                </a:lnTo>
                <a:lnTo>
                  <a:pt x="410" y="211"/>
                </a:lnTo>
                <a:lnTo>
                  <a:pt x="409" y="211"/>
                </a:lnTo>
                <a:lnTo>
                  <a:pt x="409" y="212"/>
                </a:lnTo>
                <a:lnTo>
                  <a:pt x="408" y="212"/>
                </a:lnTo>
                <a:lnTo>
                  <a:pt x="408" y="213"/>
                </a:lnTo>
                <a:lnTo>
                  <a:pt x="408" y="214"/>
                </a:lnTo>
                <a:lnTo>
                  <a:pt x="408" y="215"/>
                </a:lnTo>
                <a:lnTo>
                  <a:pt x="408" y="216"/>
                </a:lnTo>
                <a:lnTo>
                  <a:pt x="407" y="216"/>
                </a:lnTo>
                <a:lnTo>
                  <a:pt x="406" y="216"/>
                </a:lnTo>
                <a:lnTo>
                  <a:pt x="406" y="215"/>
                </a:lnTo>
                <a:lnTo>
                  <a:pt x="406" y="214"/>
                </a:lnTo>
                <a:lnTo>
                  <a:pt x="405" y="214"/>
                </a:lnTo>
                <a:lnTo>
                  <a:pt x="404" y="214"/>
                </a:lnTo>
                <a:lnTo>
                  <a:pt x="404" y="215"/>
                </a:lnTo>
                <a:lnTo>
                  <a:pt x="403" y="215"/>
                </a:lnTo>
                <a:lnTo>
                  <a:pt x="403" y="214"/>
                </a:lnTo>
                <a:lnTo>
                  <a:pt x="402" y="214"/>
                </a:lnTo>
                <a:lnTo>
                  <a:pt x="401" y="214"/>
                </a:lnTo>
                <a:lnTo>
                  <a:pt x="400" y="214"/>
                </a:lnTo>
                <a:lnTo>
                  <a:pt x="399" y="214"/>
                </a:lnTo>
                <a:lnTo>
                  <a:pt x="399" y="213"/>
                </a:lnTo>
                <a:lnTo>
                  <a:pt x="399" y="214"/>
                </a:lnTo>
                <a:lnTo>
                  <a:pt x="398" y="215"/>
                </a:lnTo>
                <a:lnTo>
                  <a:pt x="398" y="216"/>
                </a:lnTo>
                <a:lnTo>
                  <a:pt x="397" y="216"/>
                </a:lnTo>
                <a:lnTo>
                  <a:pt x="396" y="216"/>
                </a:lnTo>
                <a:lnTo>
                  <a:pt x="395" y="215"/>
                </a:lnTo>
                <a:lnTo>
                  <a:pt x="394" y="215"/>
                </a:lnTo>
                <a:lnTo>
                  <a:pt x="394" y="216"/>
                </a:lnTo>
                <a:lnTo>
                  <a:pt x="393" y="216"/>
                </a:lnTo>
                <a:lnTo>
                  <a:pt x="392" y="216"/>
                </a:lnTo>
                <a:lnTo>
                  <a:pt x="392" y="217"/>
                </a:lnTo>
                <a:lnTo>
                  <a:pt x="391" y="218"/>
                </a:lnTo>
                <a:lnTo>
                  <a:pt x="390" y="218"/>
                </a:lnTo>
                <a:lnTo>
                  <a:pt x="389" y="218"/>
                </a:lnTo>
                <a:lnTo>
                  <a:pt x="388" y="218"/>
                </a:lnTo>
                <a:lnTo>
                  <a:pt x="388" y="219"/>
                </a:lnTo>
                <a:lnTo>
                  <a:pt x="387" y="219"/>
                </a:lnTo>
                <a:lnTo>
                  <a:pt x="387" y="218"/>
                </a:lnTo>
                <a:lnTo>
                  <a:pt x="386" y="218"/>
                </a:lnTo>
                <a:lnTo>
                  <a:pt x="386" y="219"/>
                </a:lnTo>
                <a:lnTo>
                  <a:pt x="385" y="219"/>
                </a:lnTo>
                <a:lnTo>
                  <a:pt x="385" y="220"/>
                </a:lnTo>
                <a:lnTo>
                  <a:pt x="384" y="220"/>
                </a:lnTo>
                <a:lnTo>
                  <a:pt x="383" y="220"/>
                </a:lnTo>
                <a:lnTo>
                  <a:pt x="383" y="221"/>
                </a:lnTo>
                <a:lnTo>
                  <a:pt x="383" y="222"/>
                </a:lnTo>
                <a:lnTo>
                  <a:pt x="382" y="222"/>
                </a:lnTo>
                <a:lnTo>
                  <a:pt x="381" y="222"/>
                </a:lnTo>
                <a:lnTo>
                  <a:pt x="382" y="222"/>
                </a:lnTo>
                <a:lnTo>
                  <a:pt x="381" y="223"/>
                </a:lnTo>
                <a:lnTo>
                  <a:pt x="380" y="223"/>
                </a:lnTo>
                <a:lnTo>
                  <a:pt x="380" y="224"/>
                </a:lnTo>
                <a:lnTo>
                  <a:pt x="381" y="225"/>
                </a:lnTo>
                <a:lnTo>
                  <a:pt x="380" y="225"/>
                </a:lnTo>
                <a:lnTo>
                  <a:pt x="380" y="226"/>
                </a:lnTo>
                <a:lnTo>
                  <a:pt x="380" y="227"/>
                </a:lnTo>
                <a:lnTo>
                  <a:pt x="380" y="228"/>
                </a:lnTo>
                <a:lnTo>
                  <a:pt x="380" y="229"/>
                </a:lnTo>
                <a:lnTo>
                  <a:pt x="379" y="229"/>
                </a:lnTo>
                <a:lnTo>
                  <a:pt x="378" y="230"/>
                </a:lnTo>
                <a:lnTo>
                  <a:pt x="378" y="231"/>
                </a:lnTo>
                <a:lnTo>
                  <a:pt x="377" y="231"/>
                </a:lnTo>
                <a:lnTo>
                  <a:pt x="377" y="232"/>
                </a:lnTo>
                <a:lnTo>
                  <a:pt x="376" y="232"/>
                </a:lnTo>
                <a:lnTo>
                  <a:pt x="376" y="233"/>
                </a:lnTo>
                <a:lnTo>
                  <a:pt x="375" y="233"/>
                </a:lnTo>
                <a:lnTo>
                  <a:pt x="375" y="232"/>
                </a:lnTo>
                <a:lnTo>
                  <a:pt x="374" y="232"/>
                </a:lnTo>
                <a:lnTo>
                  <a:pt x="374" y="231"/>
                </a:lnTo>
                <a:lnTo>
                  <a:pt x="373" y="230"/>
                </a:lnTo>
                <a:lnTo>
                  <a:pt x="372" y="230"/>
                </a:lnTo>
                <a:lnTo>
                  <a:pt x="371" y="230"/>
                </a:lnTo>
                <a:lnTo>
                  <a:pt x="371" y="231"/>
                </a:lnTo>
                <a:lnTo>
                  <a:pt x="370" y="230"/>
                </a:lnTo>
                <a:lnTo>
                  <a:pt x="370" y="229"/>
                </a:lnTo>
                <a:lnTo>
                  <a:pt x="369" y="229"/>
                </a:lnTo>
                <a:lnTo>
                  <a:pt x="369" y="228"/>
                </a:lnTo>
                <a:lnTo>
                  <a:pt x="368" y="228"/>
                </a:lnTo>
                <a:lnTo>
                  <a:pt x="367" y="227"/>
                </a:lnTo>
                <a:lnTo>
                  <a:pt x="366" y="227"/>
                </a:lnTo>
                <a:lnTo>
                  <a:pt x="365" y="227"/>
                </a:lnTo>
                <a:lnTo>
                  <a:pt x="365" y="226"/>
                </a:lnTo>
                <a:lnTo>
                  <a:pt x="364" y="226"/>
                </a:lnTo>
                <a:lnTo>
                  <a:pt x="364" y="225"/>
                </a:lnTo>
                <a:lnTo>
                  <a:pt x="364" y="224"/>
                </a:lnTo>
                <a:lnTo>
                  <a:pt x="363" y="223"/>
                </a:lnTo>
                <a:lnTo>
                  <a:pt x="362" y="222"/>
                </a:lnTo>
                <a:lnTo>
                  <a:pt x="362" y="221"/>
                </a:lnTo>
                <a:lnTo>
                  <a:pt x="363" y="221"/>
                </a:lnTo>
                <a:lnTo>
                  <a:pt x="362" y="220"/>
                </a:lnTo>
                <a:lnTo>
                  <a:pt x="362" y="219"/>
                </a:lnTo>
                <a:lnTo>
                  <a:pt x="362" y="218"/>
                </a:lnTo>
                <a:lnTo>
                  <a:pt x="361" y="218"/>
                </a:lnTo>
                <a:lnTo>
                  <a:pt x="361" y="219"/>
                </a:lnTo>
                <a:lnTo>
                  <a:pt x="360" y="219"/>
                </a:lnTo>
                <a:lnTo>
                  <a:pt x="360" y="218"/>
                </a:lnTo>
                <a:lnTo>
                  <a:pt x="360" y="217"/>
                </a:lnTo>
                <a:lnTo>
                  <a:pt x="360" y="216"/>
                </a:lnTo>
                <a:lnTo>
                  <a:pt x="359" y="216"/>
                </a:lnTo>
                <a:lnTo>
                  <a:pt x="359" y="215"/>
                </a:lnTo>
                <a:lnTo>
                  <a:pt x="359" y="216"/>
                </a:lnTo>
                <a:lnTo>
                  <a:pt x="358" y="216"/>
                </a:lnTo>
                <a:lnTo>
                  <a:pt x="358" y="215"/>
                </a:lnTo>
                <a:lnTo>
                  <a:pt x="358" y="216"/>
                </a:lnTo>
                <a:lnTo>
                  <a:pt x="357" y="215"/>
                </a:lnTo>
                <a:lnTo>
                  <a:pt x="357" y="214"/>
                </a:lnTo>
                <a:lnTo>
                  <a:pt x="356" y="214"/>
                </a:lnTo>
                <a:lnTo>
                  <a:pt x="356" y="215"/>
                </a:lnTo>
                <a:lnTo>
                  <a:pt x="355" y="215"/>
                </a:lnTo>
                <a:lnTo>
                  <a:pt x="356" y="215"/>
                </a:lnTo>
                <a:lnTo>
                  <a:pt x="356" y="216"/>
                </a:lnTo>
                <a:lnTo>
                  <a:pt x="355" y="216"/>
                </a:lnTo>
                <a:lnTo>
                  <a:pt x="355" y="217"/>
                </a:lnTo>
                <a:lnTo>
                  <a:pt x="354" y="218"/>
                </a:lnTo>
                <a:lnTo>
                  <a:pt x="353" y="219"/>
                </a:lnTo>
                <a:lnTo>
                  <a:pt x="352" y="220"/>
                </a:lnTo>
                <a:lnTo>
                  <a:pt x="352" y="219"/>
                </a:lnTo>
                <a:lnTo>
                  <a:pt x="351" y="219"/>
                </a:lnTo>
                <a:lnTo>
                  <a:pt x="351" y="218"/>
                </a:lnTo>
                <a:lnTo>
                  <a:pt x="350" y="219"/>
                </a:lnTo>
                <a:lnTo>
                  <a:pt x="349" y="220"/>
                </a:lnTo>
                <a:lnTo>
                  <a:pt x="349" y="221"/>
                </a:lnTo>
                <a:lnTo>
                  <a:pt x="348" y="221"/>
                </a:lnTo>
                <a:lnTo>
                  <a:pt x="348" y="222"/>
                </a:lnTo>
                <a:lnTo>
                  <a:pt x="347" y="222"/>
                </a:lnTo>
                <a:lnTo>
                  <a:pt x="347" y="223"/>
                </a:lnTo>
                <a:lnTo>
                  <a:pt x="346" y="223"/>
                </a:lnTo>
                <a:lnTo>
                  <a:pt x="345" y="223"/>
                </a:lnTo>
                <a:lnTo>
                  <a:pt x="345" y="224"/>
                </a:lnTo>
                <a:lnTo>
                  <a:pt x="344" y="224"/>
                </a:lnTo>
                <a:lnTo>
                  <a:pt x="342" y="224"/>
                </a:lnTo>
                <a:lnTo>
                  <a:pt x="342" y="225"/>
                </a:lnTo>
                <a:lnTo>
                  <a:pt x="341" y="226"/>
                </a:lnTo>
                <a:lnTo>
                  <a:pt x="341" y="227"/>
                </a:lnTo>
                <a:lnTo>
                  <a:pt x="340" y="227"/>
                </a:lnTo>
                <a:lnTo>
                  <a:pt x="339" y="227"/>
                </a:lnTo>
                <a:lnTo>
                  <a:pt x="339" y="226"/>
                </a:lnTo>
                <a:lnTo>
                  <a:pt x="340" y="226"/>
                </a:lnTo>
                <a:lnTo>
                  <a:pt x="340" y="225"/>
                </a:lnTo>
                <a:lnTo>
                  <a:pt x="340" y="224"/>
                </a:lnTo>
                <a:lnTo>
                  <a:pt x="339" y="224"/>
                </a:lnTo>
                <a:lnTo>
                  <a:pt x="339" y="223"/>
                </a:lnTo>
                <a:lnTo>
                  <a:pt x="338" y="223"/>
                </a:lnTo>
                <a:lnTo>
                  <a:pt x="338" y="224"/>
                </a:lnTo>
                <a:lnTo>
                  <a:pt x="337" y="225"/>
                </a:lnTo>
                <a:lnTo>
                  <a:pt x="337" y="226"/>
                </a:lnTo>
                <a:lnTo>
                  <a:pt x="336" y="226"/>
                </a:lnTo>
                <a:lnTo>
                  <a:pt x="335" y="226"/>
                </a:lnTo>
                <a:lnTo>
                  <a:pt x="334" y="227"/>
                </a:lnTo>
                <a:lnTo>
                  <a:pt x="335" y="227"/>
                </a:lnTo>
                <a:lnTo>
                  <a:pt x="334" y="228"/>
                </a:lnTo>
                <a:lnTo>
                  <a:pt x="335" y="229"/>
                </a:lnTo>
                <a:lnTo>
                  <a:pt x="336" y="229"/>
                </a:lnTo>
                <a:lnTo>
                  <a:pt x="336" y="228"/>
                </a:lnTo>
                <a:lnTo>
                  <a:pt x="337" y="229"/>
                </a:lnTo>
                <a:lnTo>
                  <a:pt x="337" y="230"/>
                </a:lnTo>
                <a:lnTo>
                  <a:pt x="336" y="231"/>
                </a:lnTo>
                <a:lnTo>
                  <a:pt x="336" y="232"/>
                </a:lnTo>
                <a:lnTo>
                  <a:pt x="336" y="233"/>
                </a:lnTo>
                <a:lnTo>
                  <a:pt x="336" y="234"/>
                </a:lnTo>
                <a:lnTo>
                  <a:pt x="337" y="234"/>
                </a:lnTo>
                <a:lnTo>
                  <a:pt x="337" y="235"/>
                </a:lnTo>
                <a:lnTo>
                  <a:pt x="337" y="236"/>
                </a:lnTo>
                <a:lnTo>
                  <a:pt x="336" y="237"/>
                </a:lnTo>
                <a:lnTo>
                  <a:pt x="335" y="237"/>
                </a:lnTo>
                <a:lnTo>
                  <a:pt x="335" y="236"/>
                </a:lnTo>
                <a:lnTo>
                  <a:pt x="334" y="236"/>
                </a:lnTo>
                <a:lnTo>
                  <a:pt x="334" y="237"/>
                </a:lnTo>
                <a:lnTo>
                  <a:pt x="334" y="238"/>
                </a:lnTo>
                <a:lnTo>
                  <a:pt x="335" y="238"/>
                </a:lnTo>
                <a:lnTo>
                  <a:pt x="334" y="238"/>
                </a:lnTo>
                <a:lnTo>
                  <a:pt x="334" y="239"/>
                </a:lnTo>
                <a:lnTo>
                  <a:pt x="333" y="239"/>
                </a:lnTo>
                <a:lnTo>
                  <a:pt x="333" y="240"/>
                </a:lnTo>
                <a:lnTo>
                  <a:pt x="333" y="241"/>
                </a:lnTo>
                <a:lnTo>
                  <a:pt x="333" y="240"/>
                </a:lnTo>
                <a:lnTo>
                  <a:pt x="332" y="240"/>
                </a:lnTo>
                <a:lnTo>
                  <a:pt x="332" y="241"/>
                </a:lnTo>
                <a:lnTo>
                  <a:pt x="331" y="241"/>
                </a:lnTo>
                <a:lnTo>
                  <a:pt x="330" y="241"/>
                </a:lnTo>
                <a:lnTo>
                  <a:pt x="329" y="241"/>
                </a:lnTo>
                <a:lnTo>
                  <a:pt x="329" y="242"/>
                </a:lnTo>
                <a:lnTo>
                  <a:pt x="328" y="241"/>
                </a:lnTo>
                <a:lnTo>
                  <a:pt x="328" y="242"/>
                </a:lnTo>
                <a:lnTo>
                  <a:pt x="328" y="243"/>
                </a:lnTo>
                <a:lnTo>
                  <a:pt x="328" y="244"/>
                </a:lnTo>
                <a:lnTo>
                  <a:pt x="328" y="245"/>
                </a:lnTo>
                <a:lnTo>
                  <a:pt x="327" y="245"/>
                </a:lnTo>
                <a:lnTo>
                  <a:pt x="326" y="245"/>
                </a:lnTo>
                <a:lnTo>
                  <a:pt x="325" y="245"/>
                </a:lnTo>
                <a:lnTo>
                  <a:pt x="324" y="245"/>
                </a:lnTo>
                <a:lnTo>
                  <a:pt x="323" y="245"/>
                </a:lnTo>
                <a:lnTo>
                  <a:pt x="323" y="244"/>
                </a:lnTo>
                <a:lnTo>
                  <a:pt x="322" y="244"/>
                </a:lnTo>
                <a:lnTo>
                  <a:pt x="321" y="245"/>
                </a:lnTo>
                <a:lnTo>
                  <a:pt x="321" y="244"/>
                </a:lnTo>
                <a:lnTo>
                  <a:pt x="320" y="244"/>
                </a:lnTo>
                <a:lnTo>
                  <a:pt x="319" y="245"/>
                </a:lnTo>
                <a:lnTo>
                  <a:pt x="318" y="246"/>
                </a:lnTo>
                <a:lnTo>
                  <a:pt x="318" y="247"/>
                </a:lnTo>
                <a:lnTo>
                  <a:pt x="319" y="247"/>
                </a:lnTo>
                <a:lnTo>
                  <a:pt x="319" y="248"/>
                </a:lnTo>
                <a:lnTo>
                  <a:pt x="319" y="249"/>
                </a:lnTo>
                <a:lnTo>
                  <a:pt x="319" y="250"/>
                </a:lnTo>
                <a:lnTo>
                  <a:pt x="318" y="251"/>
                </a:lnTo>
                <a:lnTo>
                  <a:pt x="317" y="250"/>
                </a:lnTo>
                <a:lnTo>
                  <a:pt x="316" y="249"/>
                </a:lnTo>
                <a:lnTo>
                  <a:pt x="317" y="249"/>
                </a:lnTo>
                <a:lnTo>
                  <a:pt x="317" y="248"/>
                </a:lnTo>
                <a:lnTo>
                  <a:pt x="316" y="248"/>
                </a:lnTo>
                <a:lnTo>
                  <a:pt x="315" y="247"/>
                </a:lnTo>
                <a:lnTo>
                  <a:pt x="314" y="246"/>
                </a:lnTo>
                <a:lnTo>
                  <a:pt x="313" y="247"/>
                </a:lnTo>
                <a:lnTo>
                  <a:pt x="312" y="247"/>
                </a:lnTo>
                <a:lnTo>
                  <a:pt x="311" y="248"/>
                </a:lnTo>
                <a:lnTo>
                  <a:pt x="311" y="249"/>
                </a:lnTo>
                <a:lnTo>
                  <a:pt x="311" y="250"/>
                </a:lnTo>
                <a:lnTo>
                  <a:pt x="310" y="250"/>
                </a:lnTo>
                <a:lnTo>
                  <a:pt x="310" y="251"/>
                </a:lnTo>
                <a:lnTo>
                  <a:pt x="310" y="252"/>
                </a:lnTo>
                <a:lnTo>
                  <a:pt x="311" y="252"/>
                </a:lnTo>
                <a:lnTo>
                  <a:pt x="311" y="253"/>
                </a:lnTo>
                <a:lnTo>
                  <a:pt x="311" y="254"/>
                </a:lnTo>
                <a:lnTo>
                  <a:pt x="312" y="254"/>
                </a:lnTo>
                <a:lnTo>
                  <a:pt x="311" y="255"/>
                </a:lnTo>
                <a:lnTo>
                  <a:pt x="311" y="256"/>
                </a:lnTo>
                <a:lnTo>
                  <a:pt x="311" y="257"/>
                </a:lnTo>
                <a:lnTo>
                  <a:pt x="311" y="258"/>
                </a:lnTo>
                <a:lnTo>
                  <a:pt x="312" y="258"/>
                </a:lnTo>
                <a:lnTo>
                  <a:pt x="313" y="259"/>
                </a:lnTo>
                <a:lnTo>
                  <a:pt x="314" y="259"/>
                </a:lnTo>
                <a:lnTo>
                  <a:pt x="314" y="258"/>
                </a:lnTo>
                <a:lnTo>
                  <a:pt x="314" y="259"/>
                </a:lnTo>
                <a:lnTo>
                  <a:pt x="315" y="259"/>
                </a:lnTo>
                <a:lnTo>
                  <a:pt x="315" y="258"/>
                </a:lnTo>
                <a:lnTo>
                  <a:pt x="316" y="258"/>
                </a:lnTo>
                <a:lnTo>
                  <a:pt x="316" y="257"/>
                </a:lnTo>
                <a:lnTo>
                  <a:pt x="317" y="257"/>
                </a:lnTo>
                <a:lnTo>
                  <a:pt x="317" y="258"/>
                </a:lnTo>
                <a:lnTo>
                  <a:pt x="317" y="259"/>
                </a:lnTo>
                <a:lnTo>
                  <a:pt x="318" y="259"/>
                </a:lnTo>
                <a:lnTo>
                  <a:pt x="319" y="260"/>
                </a:lnTo>
                <a:lnTo>
                  <a:pt x="319" y="261"/>
                </a:lnTo>
                <a:lnTo>
                  <a:pt x="318" y="261"/>
                </a:lnTo>
                <a:lnTo>
                  <a:pt x="319" y="262"/>
                </a:lnTo>
                <a:lnTo>
                  <a:pt x="319" y="263"/>
                </a:lnTo>
                <a:lnTo>
                  <a:pt x="320" y="264"/>
                </a:lnTo>
                <a:lnTo>
                  <a:pt x="319" y="264"/>
                </a:lnTo>
                <a:lnTo>
                  <a:pt x="319" y="265"/>
                </a:lnTo>
                <a:lnTo>
                  <a:pt x="319" y="266"/>
                </a:lnTo>
                <a:lnTo>
                  <a:pt x="320" y="266"/>
                </a:lnTo>
                <a:lnTo>
                  <a:pt x="319" y="266"/>
                </a:lnTo>
                <a:lnTo>
                  <a:pt x="319" y="267"/>
                </a:lnTo>
                <a:lnTo>
                  <a:pt x="319" y="268"/>
                </a:lnTo>
                <a:lnTo>
                  <a:pt x="320" y="268"/>
                </a:lnTo>
                <a:lnTo>
                  <a:pt x="320" y="269"/>
                </a:lnTo>
                <a:lnTo>
                  <a:pt x="321" y="269"/>
                </a:lnTo>
                <a:lnTo>
                  <a:pt x="321" y="270"/>
                </a:lnTo>
                <a:lnTo>
                  <a:pt x="321" y="271"/>
                </a:lnTo>
                <a:lnTo>
                  <a:pt x="321" y="272"/>
                </a:lnTo>
                <a:lnTo>
                  <a:pt x="321" y="273"/>
                </a:lnTo>
                <a:lnTo>
                  <a:pt x="320" y="274"/>
                </a:lnTo>
                <a:lnTo>
                  <a:pt x="319" y="274"/>
                </a:lnTo>
                <a:lnTo>
                  <a:pt x="319" y="275"/>
                </a:lnTo>
                <a:lnTo>
                  <a:pt x="319" y="276"/>
                </a:lnTo>
                <a:lnTo>
                  <a:pt x="318" y="276"/>
                </a:lnTo>
                <a:lnTo>
                  <a:pt x="319" y="277"/>
                </a:lnTo>
                <a:lnTo>
                  <a:pt x="319" y="278"/>
                </a:lnTo>
                <a:lnTo>
                  <a:pt x="319" y="279"/>
                </a:lnTo>
                <a:lnTo>
                  <a:pt x="319" y="280"/>
                </a:lnTo>
                <a:lnTo>
                  <a:pt x="318" y="280"/>
                </a:lnTo>
                <a:lnTo>
                  <a:pt x="319" y="281"/>
                </a:lnTo>
                <a:lnTo>
                  <a:pt x="320" y="281"/>
                </a:lnTo>
                <a:lnTo>
                  <a:pt x="321" y="282"/>
                </a:lnTo>
                <a:lnTo>
                  <a:pt x="322" y="282"/>
                </a:lnTo>
                <a:lnTo>
                  <a:pt x="322" y="283"/>
                </a:lnTo>
                <a:lnTo>
                  <a:pt x="322" y="284"/>
                </a:lnTo>
                <a:lnTo>
                  <a:pt x="323" y="284"/>
                </a:lnTo>
                <a:lnTo>
                  <a:pt x="324" y="284"/>
                </a:lnTo>
                <a:lnTo>
                  <a:pt x="324" y="285"/>
                </a:lnTo>
                <a:lnTo>
                  <a:pt x="325" y="285"/>
                </a:lnTo>
                <a:lnTo>
                  <a:pt x="325" y="286"/>
                </a:lnTo>
                <a:lnTo>
                  <a:pt x="324" y="286"/>
                </a:lnTo>
                <a:lnTo>
                  <a:pt x="324" y="287"/>
                </a:lnTo>
                <a:lnTo>
                  <a:pt x="324" y="288"/>
                </a:lnTo>
                <a:lnTo>
                  <a:pt x="323" y="288"/>
                </a:lnTo>
                <a:lnTo>
                  <a:pt x="323" y="289"/>
                </a:lnTo>
                <a:lnTo>
                  <a:pt x="323" y="290"/>
                </a:lnTo>
                <a:lnTo>
                  <a:pt x="322" y="291"/>
                </a:lnTo>
                <a:lnTo>
                  <a:pt x="321" y="292"/>
                </a:lnTo>
                <a:lnTo>
                  <a:pt x="320" y="292"/>
                </a:lnTo>
                <a:lnTo>
                  <a:pt x="320" y="293"/>
                </a:lnTo>
                <a:lnTo>
                  <a:pt x="319" y="294"/>
                </a:lnTo>
                <a:lnTo>
                  <a:pt x="318" y="293"/>
                </a:lnTo>
                <a:lnTo>
                  <a:pt x="318" y="294"/>
                </a:lnTo>
                <a:lnTo>
                  <a:pt x="317" y="295"/>
                </a:lnTo>
                <a:lnTo>
                  <a:pt x="317" y="296"/>
                </a:lnTo>
                <a:lnTo>
                  <a:pt x="316" y="297"/>
                </a:lnTo>
                <a:lnTo>
                  <a:pt x="315" y="297"/>
                </a:lnTo>
                <a:lnTo>
                  <a:pt x="315" y="298"/>
                </a:lnTo>
                <a:lnTo>
                  <a:pt x="314" y="298"/>
                </a:lnTo>
                <a:lnTo>
                  <a:pt x="314" y="299"/>
                </a:lnTo>
                <a:lnTo>
                  <a:pt x="313" y="300"/>
                </a:lnTo>
                <a:lnTo>
                  <a:pt x="313" y="301"/>
                </a:lnTo>
                <a:lnTo>
                  <a:pt x="313" y="302"/>
                </a:lnTo>
                <a:lnTo>
                  <a:pt x="314" y="302"/>
                </a:lnTo>
                <a:lnTo>
                  <a:pt x="314" y="303"/>
                </a:lnTo>
                <a:lnTo>
                  <a:pt x="314" y="304"/>
                </a:lnTo>
                <a:lnTo>
                  <a:pt x="314" y="305"/>
                </a:lnTo>
                <a:lnTo>
                  <a:pt x="313" y="305"/>
                </a:lnTo>
                <a:lnTo>
                  <a:pt x="312" y="306"/>
                </a:lnTo>
                <a:lnTo>
                  <a:pt x="311" y="306"/>
                </a:lnTo>
                <a:lnTo>
                  <a:pt x="310" y="306"/>
                </a:lnTo>
                <a:lnTo>
                  <a:pt x="309" y="307"/>
                </a:lnTo>
                <a:lnTo>
                  <a:pt x="309" y="308"/>
                </a:lnTo>
                <a:lnTo>
                  <a:pt x="308" y="308"/>
                </a:lnTo>
                <a:lnTo>
                  <a:pt x="307" y="309"/>
                </a:lnTo>
                <a:lnTo>
                  <a:pt x="306" y="309"/>
                </a:lnTo>
                <a:lnTo>
                  <a:pt x="305" y="310"/>
                </a:lnTo>
                <a:lnTo>
                  <a:pt x="305" y="311"/>
                </a:lnTo>
                <a:lnTo>
                  <a:pt x="305" y="312"/>
                </a:lnTo>
                <a:lnTo>
                  <a:pt x="304" y="313"/>
                </a:lnTo>
                <a:lnTo>
                  <a:pt x="304" y="312"/>
                </a:lnTo>
                <a:lnTo>
                  <a:pt x="303" y="312"/>
                </a:lnTo>
                <a:lnTo>
                  <a:pt x="302" y="312"/>
                </a:lnTo>
                <a:lnTo>
                  <a:pt x="302" y="311"/>
                </a:lnTo>
                <a:lnTo>
                  <a:pt x="301" y="311"/>
                </a:lnTo>
                <a:lnTo>
                  <a:pt x="300" y="311"/>
                </a:lnTo>
                <a:lnTo>
                  <a:pt x="300" y="312"/>
                </a:lnTo>
                <a:lnTo>
                  <a:pt x="299" y="312"/>
                </a:lnTo>
                <a:lnTo>
                  <a:pt x="298" y="313"/>
                </a:lnTo>
                <a:lnTo>
                  <a:pt x="298" y="312"/>
                </a:lnTo>
                <a:lnTo>
                  <a:pt x="298" y="313"/>
                </a:lnTo>
                <a:lnTo>
                  <a:pt x="297" y="313"/>
                </a:lnTo>
                <a:lnTo>
                  <a:pt x="297" y="314"/>
                </a:lnTo>
                <a:lnTo>
                  <a:pt x="295" y="314"/>
                </a:lnTo>
                <a:lnTo>
                  <a:pt x="295" y="313"/>
                </a:lnTo>
                <a:lnTo>
                  <a:pt x="294" y="313"/>
                </a:lnTo>
                <a:lnTo>
                  <a:pt x="293" y="313"/>
                </a:lnTo>
                <a:lnTo>
                  <a:pt x="292" y="314"/>
                </a:lnTo>
                <a:lnTo>
                  <a:pt x="291" y="314"/>
                </a:lnTo>
                <a:lnTo>
                  <a:pt x="290" y="314"/>
                </a:lnTo>
                <a:lnTo>
                  <a:pt x="290" y="315"/>
                </a:lnTo>
                <a:lnTo>
                  <a:pt x="289" y="315"/>
                </a:lnTo>
                <a:lnTo>
                  <a:pt x="288" y="315"/>
                </a:lnTo>
                <a:lnTo>
                  <a:pt x="288" y="316"/>
                </a:lnTo>
                <a:lnTo>
                  <a:pt x="288" y="317"/>
                </a:lnTo>
                <a:lnTo>
                  <a:pt x="287" y="317"/>
                </a:lnTo>
                <a:lnTo>
                  <a:pt x="286" y="316"/>
                </a:lnTo>
                <a:lnTo>
                  <a:pt x="286" y="315"/>
                </a:lnTo>
                <a:lnTo>
                  <a:pt x="285" y="315"/>
                </a:lnTo>
                <a:lnTo>
                  <a:pt x="285" y="316"/>
                </a:lnTo>
                <a:lnTo>
                  <a:pt x="284" y="316"/>
                </a:lnTo>
                <a:lnTo>
                  <a:pt x="283" y="316"/>
                </a:lnTo>
                <a:lnTo>
                  <a:pt x="282" y="316"/>
                </a:lnTo>
                <a:lnTo>
                  <a:pt x="281" y="317"/>
                </a:lnTo>
                <a:lnTo>
                  <a:pt x="280" y="317"/>
                </a:lnTo>
                <a:lnTo>
                  <a:pt x="280" y="318"/>
                </a:lnTo>
                <a:lnTo>
                  <a:pt x="279" y="318"/>
                </a:lnTo>
                <a:lnTo>
                  <a:pt x="279" y="319"/>
                </a:lnTo>
                <a:lnTo>
                  <a:pt x="278" y="319"/>
                </a:lnTo>
                <a:lnTo>
                  <a:pt x="278" y="320"/>
                </a:lnTo>
                <a:lnTo>
                  <a:pt x="278" y="321"/>
                </a:lnTo>
                <a:lnTo>
                  <a:pt x="277" y="321"/>
                </a:lnTo>
                <a:lnTo>
                  <a:pt x="276" y="322"/>
                </a:lnTo>
                <a:lnTo>
                  <a:pt x="275" y="323"/>
                </a:lnTo>
                <a:lnTo>
                  <a:pt x="275" y="324"/>
                </a:lnTo>
                <a:lnTo>
                  <a:pt x="274" y="324"/>
                </a:lnTo>
                <a:lnTo>
                  <a:pt x="274" y="325"/>
                </a:lnTo>
                <a:lnTo>
                  <a:pt x="274" y="326"/>
                </a:lnTo>
                <a:lnTo>
                  <a:pt x="273" y="326"/>
                </a:lnTo>
                <a:lnTo>
                  <a:pt x="272" y="326"/>
                </a:lnTo>
                <a:lnTo>
                  <a:pt x="272" y="327"/>
                </a:lnTo>
                <a:lnTo>
                  <a:pt x="273" y="327"/>
                </a:lnTo>
                <a:lnTo>
                  <a:pt x="272" y="328"/>
                </a:lnTo>
                <a:lnTo>
                  <a:pt x="272" y="329"/>
                </a:lnTo>
                <a:lnTo>
                  <a:pt x="272" y="328"/>
                </a:lnTo>
                <a:lnTo>
                  <a:pt x="271" y="328"/>
                </a:lnTo>
                <a:lnTo>
                  <a:pt x="270" y="328"/>
                </a:lnTo>
                <a:lnTo>
                  <a:pt x="270" y="329"/>
                </a:lnTo>
                <a:lnTo>
                  <a:pt x="270" y="330"/>
                </a:lnTo>
                <a:lnTo>
                  <a:pt x="270" y="331"/>
                </a:lnTo>
                <a:lnTo>
                  <a:pt x="269" y="331"/>
                </a:lnTo>
                <a:lnTo>
                  <a:pt x="269" y="332"/>
                </a:lnTo>
                <a:lnTo>
                  <a:pt x="269" y="333"/>
                </a:lnTo>
                <a:lnTo>
                  <a:pt x="269" y="334"/>
                </a:lnTo>
                <a:lnTo>
                  <a:pt x="268" y="334"/>
                </a:lnTo>
                <a:lnTo>
                  <a:pt x="268" y="335"/>
                </a:lnTo>
                <a:lnTo>
                  <a:pt x="269" y="335"/>
                </a:lnTo>
                <a:lnTo>
                  <a:pt x="269" y="336"/>
                </a:lnTo>
                <a:lnTo>
                  <a:pt x="269" y="337"/>
                </a:lnTo>
                <a:lnTo>
                  <a:pt x="270" y="338"/>
                </a:lnTo>
                <a:lnTo>
                  <a:pt x="270" y="339"/>
                </a:lnTo>
                <a:lnTo>
                  <a:pt x="270" y="340"/>
                </a:lnTo>
                <a:lnTo>
                  <a:pt x="269" y="341"/>
                </a:lnTo>
                <a:lnTo>
                  <a:pt x="268" y="341"/>
                </a:lnTo>
                <a:lnTo>
                  <a:pt x="267" y="342"/>
                </a:lnTo>
                <a:lnTo>
                  <a:pt x="266" y="343"/>
                </a:lnTo>
                <a:lnTo>
                  <a:pt x="266" y="344"/>
                </a:lnTo>
                <a:lnTo>
                  <a:pt x="265" y="344"/>
                </a:lnTo>
                <a:lnTo>
                  <a:pt x="266" y="345"/>
                </a:lnTo>
                <a:lnTo>
                  <a:pt x="266" y="346"/>
                </a:lnTo>
                <a:lnTo>
                  <a:pt x="266" y="347"/>
                </a:lnTo>
                <a:lnTo>
                  <a:pt x="267" y="348"/>
                </a:lnTo>
                <a:lnTo>
                  <a:pt x="267" y="349"/>
                </a:lnTo>
                <a:lnTo>
                  <a:pt x="268" y="349"/>
                </a:lnTo>
                <a:lnTo>
                  <a:pt x="269" y="349"/>
                </a:lnTo>
                <a:lnTo>
                  <a:pt x="269" y="350"/>
                </a:lnTo>
                <a:lnTo>
                  <a:pt x="269" y="351"/>
                </a:lnTo>
                <a:lnTo>
                  <a:pt x="270" y="352"/>
                </a:lnTo>
                <a:lnTo>
                  <a:pt x="270" y="353"/>
                </a:lnTo>
                <a:lnTo>
                  <a:pt x="270" y="354"/>
                </a:lnTo>
                <a:lnTo>
                  <a:pt x="270" y="355"/>
                </a:lnTo>
                <a:lnTo>
                  <a:pt x="269" y="357"/>
                </a:lnTo>
                <a:lnTo>
                  <a:pt x="269" y="358"/>
                </a:lnTo>
                <a:lnTo>
                  <a:pt x="269" y="359"/>
                </a:lnTo>
                <a:lnTo>
                  <a:pt x="268" y="359"/>
                </a:lnTo>
                <a:lnTo>
                  <a:pt x="268" y="360"/>
                </a:lnTo>
                <a:lnTo>
                  <a:pt x="267" y="360"/>
                </a:lnTo>
                <a:lnTo>
                  <a:pt x="268" y="360"/>
                </a:lnTo>
                <a:lnTo>
                  <a:pt x="269" y="361"/>
                </a:lnTo>
                <a:lnTo>
                  <a:pt x="270" y="361"/>
                </a:lnTo>
                <a:lnTo>
                  <a:pt x="270" y="362"/>
                </a:lnTo>
                <a:lnTo>
                  <a:pt x="271" y="362"/>
                </a:lnTo>
                <a:lnTo>
                  <a:pt x="272" y="363"/>
                </a:lnTo>
                <a:lnTo>
                  <a:pt x="272" y="364"/>
                </a:lnTo>
                <a:lnTo>
                  <a:pt x="272" y="365"/>
                </a:lnTo>
                <a:lnTo>
                  <a:pt x="273" y="365"/>
                </a:lnTo>
                <a:lnTo>
                  <a:pt x="273" y="366"/>
                </a:lnTo>
                <a:lnTo>
                  <a:pt x="272" y="366"/>
                </a:lnTo>
                <a:lnTo>
                  <a:pt x="273" y="366"/>
                </a:lnTo>
                <a:lnTo>
                  <a:pt x="273" y="367"/>
                </a:lnTo>
                <a:lnTo>
                  <a:pt x="274" y="367"/>
                </a:lnTo>
                <a:lnTo>
                  <a:pt x="273" y="367"/>
                </a:lnTo>
                <a:lnTo>
                  <a:pt x="273" y="368"/>
                </a:lnTo>
                <a:lnTo>
                  <a:pt x="274" y="368"/>
                </a:lnTo>
                <a:lnTo>
                  <a:pt x="274" y="367"/>
                </a:lnTo>
                <a:lnTo>
                  <a:pt x="274" y="368"/>
                </a:lnTo>
                <a:lnTo>
                  <a:pt x="275" y="368"/>
                </a:lnTo>
                <a:lnTo>
                  <a:pt x="276" y="368"/>
                </a:lnTo>
                <a:lnTo>
                  <a:pt x="277" y="368"/>
                </a:lnTo>
                <a:lnTo>
                  <a:pt x="277" y="369"/>
                </a:lnTo>
                <a:lnTo>
                  <a:pt x="278" y="369"/>
                </a:lnTo>
                <a:lnTo>
                  <a:pt x="277" y="369"/>
                </a:lnTo>
                <a:lnTo>
                  <a:pt x="277" y="370"/>
                </a:lnTo>
                <a:lnTo>
                  <a:pt x="276" y="370"/>
                </a:lnTo>
                <a:lnTo>
                  <a:pt x="276" y="371"/>
                </a:lnTo>
                <a:lnTo>
                  <a:pt x="276" y="372"/>
                </a:lnTo>
                <a:lnTo>
                  <a:pt x="275" y="372"/>
                </a:lnTo>
                <a:lnTo>
                  <a:pt x="274" y="373"/>
                </a:lnTo>
                <a:lnTo>
                  <a:pt x="274" y="374"/>
                </a:lnTo>
                <a:lnTo>
                  <a:pt x="274" y="375"/>
                </a:lnTo>
                <a:lnTo>
                  <a:pt x="274" y="376"/>
                </a:lnTo>
                <a:lnTo>
                  <a:pt x="274" y="377"/>
                </a:lnTo>
                <a:lnTo>
                  <a:pt x="274" y="378"/>
                </a:lnTo>
                <a:lnTo>
                  <a:pt x="274" y="379"/>
                </a:lnTo>
                <a:lnTo>
                  <a:pt x="273" y="379"/>
                </a:lnTo>
                <a:lnTo>
                  <a:pt x="272" y="380"/>
                </a:lnTo>
                <a:lnTo>
                  <a:pt x="272" y="379"/>
                </a:lnTo>
                <a:lnTo>
                  <a:pt x="271" y="379"/>
                </a:lnTo>
                <a:lnTo>
                  <a:pt x="270" y="379"/>
                </a:lnTo>
                <a:lnTo>
                  <a:pt x="270" y="380"/>
                </a:lnTo>
                <a:lnTo>
                  <a:pt x="269" y="380"/>
                </a:lnTo>
                <a:lnTo>
                  <a:pt x="269" y="379"/>
                </a:lnTo>
                <a:lnTo>
                  <a:pt x="270" y="379"/>
                </a:lnTo>
                <a:lnTo>
                  <a:pt x="270" y="378"/>
                </a:lnTo>
                <a:lnTo>
                  <a:pt x="269" y="378"/>
                </a:lnTo>
                <a:lnTo>
                  <a:pt x="270" y="378"/>
                </a:lnTo>
                <a:lnTo>
                  <a:pt x="270" y="377"/>
                </a:lnTo>
                <a:lnTo>
                  <a:pt x="270" y="376"/>
                </a:lnTo>
                <a:lnTo>
                  <a:pt x="269" y="376"/>
                </a:lnTo>
                <a:lnTo>
                  <a:pt x="268" y="376"/>
                </a:lnTo>
                <a:lnTo>
                  <a:pt x="268" y="375"/>
                </a:lnTo>
                <a:lnTo>
                  <a:pt x="267" y="375"/>
                </a:lnTo>
                <a:lnTo>
                  <a:pt x="266" y="375"/>
                </a:lnTo>
                <a:lnTo>
                  <a:pt x="265" y="376"/>
                </a:lnTo>
                <a:lnTo>
                  <a:pt x="266" y="376"/>
                </a:lnTo>
                <a:lnTo>
                  <a:pt x="266" y="377"/>
                </a:lnTo>
                <a:lnTo>
                  <a:pt x="265" y="377"/>
                </a:lnTo>
                <a:lnTo>
                  <a:pt x="264" y="377"/>
                </a:lnTo>
                <a:lnTo>
                  <a:pt x="264" y="378"/>
                </a:lnTo>
                <a:lnTo>
                  <a:pt x="264" y="379"/>
                </a:lnTo>
                <a:lnTo>
                  <a:pt x="264" y="380"/>
                </a:lnTo>
                <a:lnTo>
                  <a:pt x="264" y="379"/>
                </a:lnTo>
                <a:lnTo>
                  <a:pt x="265" y="380"/>
                </a:lnTo>
                <a:lnTo>
                  <a:pt x="264" y="380"/>
                </a:lnTo>
                <a:lnTo>
                  <a:pt x="263" y="380"/>
                </a:lnTo>
                <a:lnTo>
                  <a:pt x="263" y="381"/>
                </a:lnTo>
                <a:lnTo>
                  <a:pt x="262" y="381"/>
                </a:lnTo>
                <a:lnTo>
                  <a:pt x="262" y="382"/>
                </a:lnTo>
                <a:lnTo>
                  <a:pt x="262" y="381"/>
                </a:lnTo>
                <a:lnTo>
                  <a:pt x="261" y="381"/>
                </a:lnTo>
                <a:lnTo>
                  <a:pt x="261" y="382"/>
                </a:lnTo>
                <a:lnTo>
                  <a:pt x="260" y="383"/>
                </a:lnTo>
                <a:lnTo>
                  <a:pt x="259" y="384"/>
                </a:lnTo>
                <a:lnTo>
                  <a:pt x="259" y="385"/>
                </a:lnTo>
                <a:lnTo>
                  <a:pt x="259" y="386"/>
                </a:lnTo>
                <a:lnTo>
                  <a:pt x="258" y="386"/>
                </a:lnTo>
                <a:lnTo>
                  <a:pt x="257" y="387"/>
                </a:lnTo>
                <a:lnTo>
                  <a:pt x="258" y="387"/>
                </a:lnTo>
                <a:lnTo>
                  <a:pt x="257" y="388"/>
                </a:lnTo>
                <a:lnTo>
                  <a:pt x="257" y="389"/>
                </a:lnTo>
                <a:lnTo>
                  <a:pt x="256" y="389"/>
                </a:lnTo>
                <a:lnTo>
                  <a:pt x="255" y="389"/>
                </a:lnTo>
                <a:lnTo>
                  <a:pt x="255" y="390"/>
                </a:lnTo>
                <a:lnTo>
                  <a:pt x="255" y="391"/>
                </a:lnTo>
                <a:lnTo>
                  <a:pt x="255" y="392"/>
                </a:lnTo>
                <a:lnTo>
                  <a:pt x="254" y="393"/>
                </a:lnTo>
                <a:lnTo>
                  <a:pt x="254" y="394"/>
                </a:lnTo>
                <a:lnTo>
                  <a:pt x="255" y="394"/>
                </a:lnTo>
                <a:lnTo>
                  <a:pt x="255" y="395"/>
                </a:lnTo>
                <a:lnTo>
                  <a:pt x="255" y="396"/>
                </a:lnTo>
                <a:lnTo>
                  <a:pt x="254" y="396"/>
                </a:lnTo>
                <a:lnTo>
                  <a:pt x="255" y="396"/>
                </a:lnTo>
                <a:lnTo>
                  <a:pt x="255" y="397"/>
                </a:lnTo>
                <a:lnTo>
                  <a:pt x="256" y="397"/>
                </a:lnTo>
                <a:lnTo>
                  <a:pt x="255" y="398"/>
                </a:lnTo>
                <a:lnTo>
                  <a:pt x="255" y="399"/>
                </a:lnTo>
                <a:lnTo>
                  <a:pt x="255" y="400"/>
                </a:lnTo>
                <a:lnTo>
                  <a:pt x="256" y="400"/>
                </a:lnTo>
                <a:lnTo>
                  <a:pt x="256" y="401"/>
                </a:lnTo>
                <a:lnTo>
                  <a:pt x="257" y="401"/>
                </a:lnTo>
                <a:lnTo>
                  <a:pt x="257" y="400"/>
                </a:lnTo>
                <a:lnTo>
                  <a:pt x="258" y="400"/>
                </a:lnTo>
                <a:lnTo>
                  <a:pt x="257" y="401"/>
                </a:lnTo>
                <a:lnTo>
                  <a:pt x="258" y="401"/>
                </a:lnTo>
                <a:lnTo>
                  <a:pt x="259" y="401"/>
                </a:lnTo>
                <a:lnTo>
                  <a:pt x="259" y="400"/>
                </a:lnTo>
                <a:lnTo>
                  <a:pt x="260" y="400"/>
                </a:lnTo>
                <a:lnTo>
                  <a:pt x="261" y="399"/>
                </a:lnTo>
                <a:lnTo>
                  <a:pt x="262" y="399"/>
                </a:lnTo>
                <a:lnTo>
                  <a:pt x="262" y="400"/>
                </a:lnTo>
                <a:lnTo>
                  <a:pt x="263" y="400"/>
                </a:lnTo>
                <a:lnTo>
                  <a:pt x="263" y="401"/>
                </a:lnTo>
                <a:lnTo>
                  <a:pt x="262" y="401"/>
                </a:lnTo>
                <a:lnTo>
                  <a:pt x="263" y="402"/>
                </a:lnTo>
                <a:lnTo>
                  <a:pt x="263" y="403"/>
                </a:lnTo>
                <a:lnTo>
                  <a:pt x="264" y="405"/>
                </a:lnTo>
                <a:lnTo>
                  <a:pt x="263" y="405"/>
                </a:lnTo>
                <a:lnTo>
                  <a:pt x="263" y="406"/>
                </a:lnTo>
                <a:lnTo>
                  <a:pt x="262" y="406"/>
                </a:lnTo>
                <a:lnTo>
                  <a:pt x="262" y="407"/>
                </a:lnTo>
                <a:lnTo>
                  <a:pt x="261" y="407"/>
                </a:lnTo>
                <a:lnTo>
                  <a:pt x="261" y="408"/>
                </a:lnTo>
                <a:lnTo>
                  <a:pt x="260" y="408"/>
                </a:lnTo>
                <a:lnTo>
                  <a:pt x="260" y="409"/>
                </a:lnTo>
                <a:lnTo>
                  <a:pt x="259" y="409"/>
                </a:lnTo>
                <a:lnTo>
                  <a:pt x="258" y="409"/>
                </a:lnTo>
                <a:lnTo>
                  <a:pt x="258" y="410"/>
                </a:lnTo>
                <a:lnTo>
                  <a:pt x="258" y="409"/>
                </a:lnTo>
                <a:lnTo>
                  <a:pt x="258" y="410"/>
                </a:lnTo>
                <a:lnTo>
                  <a:pt x="257" y="410"/>
                </a:lnTo>
                <a:lnTo>
                  <a:pt x="257" y="411"/>
                </a:lnTo>
                <a:lnTo>
                  <a:pt x="257" y="412"/>
                </a:lnTo>
                <a:lnTo>
                  <a:pt x="256" y="412"/>
                </a:lnTo>
                <a:lnTo>
                  <a:pt x="255" y="413"/>
                </a:lnTo>
                <a:lnTo>
                  <a:pt x="256" y="413"/>
                </a:lnTo>
                <a:lnTo>
                  <a:pt x="255" y="414"/>
                </a:lnTo>
                <a:lnTo>
                  <a:pt x="255" y="413"/>
                </a:lnTo>
                <a:lnTo>
                  <a:pt x="255" y="414"/>
                </a:lnTo>
                <a:lnTo>
                  <a:pt x="254" y="414"/>
                </a:lnTo>
                <a:lnTo>
                  <a:pt x="253" y="415"/>
                </a:lnTo>
                <a:lnTo>
                  <a:pt x="253" y="416"/>
                </a:lnTo>
                <a:lnTo>
                  <a:pt x="253" y="417"/>
                </a:lnTo>
                <a:lnTo>
                  <a:pt x="252" y="417"/>
                </a:lnTo>
                <a:lnTo>
                  <a:pt x="252" y="418"/>
                </a:lnTo>
                <a:lnTo>
                  <a:pt x="252" y="419"/>
                </a:lnTo>
                <a:lnTo>
                  <a:pt x="253" y="420"/>
                </a:lnTo>
                <a:lnTo>
                  <a:pt x="253" y="421"/>
                </a:lnTo>
                <a:lnTo>
                  <a:pt x="252" y="421"/>
                </a:lnTo>
                <a:lnTo>
                  <a:pt x="251" y="421"/>
                </a:lnTo>
                <a:lnTo>
                  <a:pt x="250" y="421"/>
                </a:lnTo>
                <a:lnTo>
                  <a:pt x="250" y="422"/>
                </a:lnTo>
                <a:lnTo>
                  <a:pt x="249" y="422"/>
                </a:lnTo>
                <a:lnTo>
                  <a:pt x="249" y="421"/>
                </a:lnTo>
                <a:lnTo>
                  <a:pt x="249" y="422"/>
                </a:lnTo>
                <a:lnTo>
                  <a:pt x="248" y="422"/>
                </a:lnTo>
                <a:lnTo>
                  <a:pt x="248" y="423"/>
                </a:lnTo>
                <a:lnTo>
                  <a:pt x="247" y="423"/>
                </a:lnTo>
                <a:lnTo>
                  <a:pt x="247" y="424"/>
                </a:lnTo>
                <a:lnTo>
                  <a:pt x="247" y="425"/>
                </a:lnTo>
                <a:lnTo>
                  <a:pt x="246" y="425"/>
                </a:lnTo>
                <a:lnTo>
                  <a:pt x="245" y="425"/>
                </a:lnTo>
                <a:lnTo>
                  <a:pt x="245" y="426"/>
                </a:lnTo>
                <a:lnTo>
                  <a:pt x="244" y="426"/>
                </a:lnTo>
                <a:lnTo>
                  <a:pt x="243" y="426"/>
                </a:lnTo>
                <a:lnTo>
                  <a:pt x="243" y="427"/>
                </a:lnTo>
                <a:lnTo>
                  <a:pt x="242" y="427"/>
                </a:lnTo>
                <a:lnTo>
                  <a:pt x="241" y="427"/>
                </a:lnTo>
                <a:lnTo>
                  <a:pt x="240" y="427"/>
                </a:lnTo>
                <a:lnTo>
                  <a:pt x="240" y="426"/>
                </a:lnTo>
                <a:lnTo>
                  <a:pt x="239" y="427"/>
                </a:lnTo>
                <a:lnTo>
                  <a:pt x="238" y="427"/>
                </a:lnTo>
                <a:lnTo>
                  <a:pt x="237" y="427"/>
                </a:lnTo>
                <a:lnTo>
                  <a:pt x="236" y="427"/>
                </a:lnTo>
                <a:lnTo>
                  <a:pt x="236" y="428"/>
                </a:lnTo>
                <a:lnTo>
                  <a:pt x="235" y="428"/>
                </a:lnTo>
                <a:lnTo>
                  <a:pt x="235" y="429"/>
                </a:lnTo>
                <a:lnTo>
                  <a:pt x="235" y="430"/>
                </a:lnTo>
                <a:lnTo>
                  <a:pt x="234" y="430"/>
                </a:lnTo>
                <a:lnTo>
                  <a:pt x="234" y="429"/>
                </a:lnTo>
                <a:lnTo>
                  <a:pt x="233" y="430"/>
                </a:lnTo>
                <a:lnTo>
                  <a:pt x="232" y="430"/>
                </a:lnTo>
                <a:lnTo>
                  <a:pt x="232" y="431"/>
                </a:lnTo>
                <a:lnTo>
                  <a:pt x="231" y="432"/>
                </a:lnTo>
                <a:lnTo>
                  <a:pt x="231" y="434"/>
                </a:lnTo>
                <a:lnTo>
                  <a:pt x="231" y="435"/>
                </a:lnTo>
                <a:lnTo>
                  <a:pt x="232" y="435"/>
                </a:lnTo>
                <a:lnTo>
                  <a:pt x="232" y="436"/>
                </a:lnTo>
                <a:lnTo>
                  <a:pt x="233" y="436"/>
                </a:lnTo>
                <a:lnTo>
                  <a:pt x="234" y="436"/>
                </a:lnTo>
                <a:lnTo>
                  <a:pt x="234" y="437"/>
                </a:lnTo>
                <a:lnTo>
                  <a:pt x="234" y="438"/>
                </a:lnTo>
                <a:lnTo>
                  <a:pt x="235" y="438"/>
                </a:lnTo>
                <a:lnTo>
                  <a:pt x="235" y="439"/>
                </a:lnTo>
                <a:lnTo>
                  <a:pt x="236" y="440"/>
                </a:lnTo>
                <a:lnTo>
                  <a:pt x="235" y="440"/>
                </a:lnTo>
                <a:lnTo>
                  <a:pt x="235" y="441"/>
                </a:lnTo>
                <a:lnTo>
                  <a:pt x="235" y="443"/>
                </a:lnTo>
                <a:lnTo>
                  <a:pt x="234" y="443"/>
                </a:lnTo>
                <a:lnTo>
                  <a:pt x="234" y="442"/>
                </a:lnTo>
                <a:lnTo>
                  <a:pt x="234" y="441"/>
                </a:lnTo>
                <a:lnTo>
                  <a:pt x="233" y="441"/>
                </a:lnTo>
                <a:lnTo>
                  <a:pt x="233" y="442"/>
                </a:lnTo>
                <a:lnTo>
                  <a:pt x="231" y="442"/>
                </a:lnTo>
                <a:lnTo>
                  <a:pt x="231" y="441"/>
                </a:lnTo>
                <a:lnTo>
                  <a:pt x="231" y="442"/>
                </a:lnTo>
                <a:lnTo>
                  <a:pt x="230" y="443"/>
                </a:lnTo>
                <a:lnTo>
                  <a:pt x="230" y="444"/>
                </a:lnTo>
                <a:lnTo>
                  <a:pt x="229" y="445"/>
                </a:lnTo>
                <a:lnTo>
                  <a:pt x="229" y="446"/>
                </a:lnTo>
                <a:lnTo>
                  <a:pt x="229" y="447"/>
                </a:lnTo>
                <a:lnTo>
                  <a:pt x="229" y="448"/>
                </a:lnTo>
                <a:lnTo>
                  <a:pt x="228" y="448"/>
                </a:lnTo>
                <a:lnTo>
                  <a:pt x="227" y="448"/>
                </a:lnTo>
                <a:lnTo>
                  <a:pt x="226" y="448"/>
                </a:lnTo>
                <a:lnTo>
                  <a:pt x="226" y="447"/>
                </a:lnTo>
                <a:lnTo>
                  <a:pt x="225" y="447"/>
                </a:lnTo>
                <a:lnTo>
                  <a:pt x="225" y="448"/>
                </a:lnTo>
                <a:lnTo>
                  <a:pt x="226" y="448"/>
                </a:lnTo>
                <a:lnTo>
                  <a:pt x="225" y="449"/>
                </a:lnTo>
                <a:lnTo>
                  <a:pt x="225" y="448"/>
                </a:lnTo>
                <a:lnTo>
                  <a:pt x="225" y="449"/>
                </a:lnTo>
                <a:lnTo>
                  <a:pt x="224" y="449"/>
                </a:lnTo>
                <a:lnTo>
                  <a:pt x="224" y="450"/>
                </a:lnTo>
                <a:lnTo>
                  <a:pt x="225" y="450"/>
                </a:lnTo>
                <a:lnTo>
                  <a:pt x="225" y="451"/>
                </a:lnTo>
                <a:lnTo>
                  <a:pt x="225" y="452"/>
                </a:lnTo>
                <a:lnTo>
                  <a:pt x="224" y="452"/>
                </a:lnTo>
                <a:lnTo>
                  <a:pt x="225" y="452"/>
                </a:lnTo>
                <a:lnTo>
                  <a:pt x="226" y="453"/>
                </a:lnTo>
                <a:lnTo>
                  <a:pt x="225" y="454"/>
                </a:lnTo>
                <a:lnTo>
                  <a:pt x="224" y="454"/>
                </a:lnTo>
                <a:lnTo>
                  <a:pt x="224" y="455"/>
                </a:lnTo>
                <a:lnTo>
                  <a:pt x="223" y="455"/>
                </a:lnTo>
                <a:lnTo>
                  <a:pt x="223" y="456"/>
                </a:lnTo>
                <a:lnTo>
                  <a:pt x="223" y="457"/>
                </a:lnTo>
                <a:lnTo>
                  <a:pt x="223" y="458"/>
                </a:lnTo>
                <a:lnTo>
                  <a:pt x="224" y="458"/>
                </a:lnTo>
                <a:lnTo>
                  <a:pt x="224" y="459"/>
                </a:lnTo>
                <a:lnTo>
                  <a:pt x="224" y="460"/>
                </a:lnTo>
                <a:lnTo>
                  <a:pt x="224" y="461"/>
                </a:lnTo>
                <a:lnTo>
                  <a:pt x="225" y="461"/>
                </a:lnTo>
                <a:lnTo>
                  <a:pt x="225" y="462"/>
                </a:lnTo>
                <a:lnTo>
                  <a:pt x="225" y="463"/>
                </a:lnTo>
                <a:lnTo>
                  <a:pt x="224" y="463"/>
                </a:lnTo>
                <a:lnTo>
                  <a:pt x="224" y="464"/>
                </a:lnTo>
                <a:lnTo>
                  <a:pt x="223" y="464"/>
                </a:lnTo>
                <a:lnTo>
                  <a:pt x="223" y="463"/>
                </a:lnTo>
                <a:lnTo>
                  <a:pt x="223" y="464"/>
                </a:lnTo>
                <a:lnTo>
                  <a:pt x="223" y="465"/>
                </a:lnTo>
                <a:lnTo>
                  <a:pt x="223" y="467"/>
                </a:lnTo>
                <a:lnTo>
                  <a:pt x="222" y="467"/>
                </a:lnTo>
                <a:lnTo>
                  <a:pt x="221" y="467"/>
                </a:lnTo>
                <a:lnTo>
                  <a:pt x="220" y="468"/>
                </a:lnTo>
                <a:lnTo>
                  <a:pt x="221" y="468"/>
                </a:lnTo>
                <a:lnTo>
                  <a:pt x="220" y="469"/>
                </a:lnTo>
                <a:lnTo>
                  <a:pt x="220" y="470"/>
                </a:lnTo>
                <a:lnTo>
                  <a:pt x="220" y="471"/>
                </a:lnTo>
                <a:lnTo>
                  <a:pt x="221" y="471"/>
                </a:lnTo>
                <a:lnTo>
                  <a:pt x="220" y="472"/>
                </a:lnTo>
                <a:lnTo>
                  <a:pt x="220" y="473"/>
                </a:lnTo>
                <a:lnTo>
                  <a:pt x="221" y="473"/>
                </a:lnTo>
                <a:lnTo>
                  <a:pt x="221" y="474"/>
                </a:lnTo>
                <a:lnTo>
                  <a:pt x="221" y="475"/>
                </a:lnTo>
                <a:lnTo>
                  <a:pt x="221" y="476"/>
                </a:lnTo>
                <a:lnTo>
                  <a:pt x="221" y="477"/>
                </a:lnTo>
                <a:lnTo>
                  <a:pt x="220" y="477"/>
                </a:lnTo>
                <a:lnTo>
                  <a:pt x="220" y="478"/>
                </a:lnTo>
                <a:lnTo>
                  <a:pt x="220" y="479"/>
                </a:lnTo>
                <a:lnTo>
                  <a:pt x="219" y="480"/>
                </a:lnTo>
                <a:lnTo>
                  <a:pt x="219" y="481"/>
                </a:lnTo>
                <a:lnTo>
                  <a:pt x="219" y="482"/>
                </a:lnTo>
                <a:lnTo>
                  <a:pt x="219" y="483"/>
                </a:lnTo>
                <a:lnTo>
                  <a:pt x="220" y="483"/>
                </a:lnTo>
                <a:lnTo>
                  <a:pt x="219" y="484"/>
                </a:lnTo>
                <a:lnTo>
                  <a:pt x="218" y="484"/>
                </a:lnTo>
                <a:lnTo>
                  <a:pt x="219" y="484"/>
                </a:lnTo>
                <a:lnTo>
                  <a:pt x="220" y="485"/>
                </a:lnTo>
                <a:lnTo>
                  <a:pt x="220" y="486"/>
                </a:lnTo>
                <a:lnTo>
                  <a:pt x="219" y="486"/>
                </a:lnTo>
                <a:lnTo>
                  <a:pt x="220" y="486"/>
                </a:lnTo>
                <a:lnTo>
                  <a:pt x="220" y="487"/>
                </a:lnTo>
                <a:lnTo>
                  <a:pt x="220" y="488"/>
                </a:lnTo>
                <a:lnTo>
                  <a:pt x="219" y="489"/>
                </a:lnTo>
                <a:lnTo>
                  <a:pt x="218" y="490"/>
                </a:lnTo>
                <a:lnTo>
                  <a:pt x="218" y="489"/>
                </a:lnTo>
                <a:lnTo>
                  <a:pt x="217" y="489"/>
                </a:lnTo>
                <a:lnTo>
                  <a:pt x="217" y="490"/>
                </a:lnTo>
                <a:lnTo>
                  <a:pt x="216" y="490"/>
                </a:lnTo>
                <a:lnTo>
                  <a:pt x="215" y="489"/>
                </a:lnTo>
                <a:lnTo>
                  <a:pt x="215" y="490"/>
                </a:lnTo>
                <a:lnTo>
                  <a:pt x="215" y="491"/>
                </a:lnTo>
                <a:lnTo>
                  <a:pt x="215" y="492"/>
                </a:lnTo>
                <a:lnTo>
                  <a:pt x="214" y="493"/>
                </a:lnTo>
                <a:lnTo>
                  <a:pt x="213" y="495"/>
                </a:lnTo>
                <a:lnTo>
                  <a:pt x="212" y="495"/>
                </a:lnTo>
                <a:lnTo>
                  <a:pt x="212" y="496"/>
                </a:lnTo>
                <a:lnTo>
                  <a:pt x="211" y="495"/>
                </a:lnTo>
                <a:lnTo>
                  <a:pt x="211" y="496"/>
                </a:lnTo>
                <a:lnTo>
                  <a:pt x="210" y="496"/>
                </a:lnTo>
                <a:lnTo>
                  <a:pt x="209" y="497"/>
                </a:lnTo>
                <a:lnTo>
                  <a:pt x="208" y="497"/>
                </a:lnTo>
                <a:lnTo>
                  <a:pt x="207" y="497"/>
                </a:lnTo>
                <a:lnTo>
                  <a:pt x="205" y="498"/>
                </a:lnTo>
                <a:lnTo>
                  <a:pt x="205" y="499"/>
                </a:lnTo>
                <a:lnTo>
                  <a:pt x="207" y="500"/>
                </a:lnTo>
                <a:lnTo>
                  <a:pt x="205" y="501"/>
                </a:lnTo>
                <a:lnTo>
                  <a:pt x="207" y="501"/>
                </a:lnTo>
                <a:lnTo>
                  <a:pt x="205" y="501"/>
                </a:lnTo>
                <a:lnTo>
                  <a:pt x="205" y="502"/>
                </a:lnTo>
                <a:lnTo>
                  <a:pt x="207" y="502"/>
                </a:lnTo>
                <a:lnTo>
                  <a:pt x="205" y="502"/>
                </a:lnTo>
                <a:lnTo>
                  <a:pt x="205" y="503"/>
                </a:lnTo>
                <a:lnTo>
                  <a:pt x="205" y="504"/>
                </a:lnTo>
                <a:lnTo>
                  <a:pt x="207" y="504"/>
                </a:lnTo>
                <a:lnTo>
                  <a:pt x="208" y="504"/>
                </a:lnTo>
                <a:lnTo>
                  <a:pt x="209" y="504"/>
                </a:lnTo>
                <a:lnTo>
                  <a:pt x="209" y="505"/>
                </a:lnTo>
                <a:lnTo>
                  <a:pt x="209" y="506"/>
                </a:lnTo>
                <a:lnTo>
                  <a:pt x="209" y="507"/>
                </a:lnTo>
                <a:lnTo>
                  <a:pt x="208" y="507"/>
                </a:lnTo>
                <a:lnTo>
                  <a:pt x="208" y="508"/>
                </a:lnTo>
                <a:lnTo>
                  <a:pt x="209" y="508"/>
                </a:lnTo>
                <a:lnTo>
                  <a:pt x="209" y="509"/>
                </a:lnTo>
                <a:lnTo>
                  <a:pt x="208" y="509"/>
                </a:lnTo>
                <a:lnTo>
                  <a:pt x="208" y="510"/>
                </a:lnTo>
                <a:lnTo>
                  <a:pt x="209" y="510"/>
                </a:lnTo>
                <a:lnTo>
                  <a:pt x="210" y="510"/>
                </a:lnTo>
                <a:lnTo>
                  <a:pt x="211" y="511"/>
                </a:lnTo>
                <a:lnTo>
                  <a:pt x="212" y="511"/>
                </a:lnTo>
                <a:lnTo>
                  <a:pt x="212" y="512"/>
                </a:lnTo>
                <a:lnTo>
                  <a:pt x="212" y="513"/>
                </a:lnTo>
                <a:lnTo>
                  <a:pt x="212" y="514"/>
                </a:lnTo>
                <a:lnTo>
                  <a:pt x="213" y="514"/>
                </a:lnTo>
                <a:lnTo>
                  <a:pt x="213" y="515"/>
                </a:lnTo>
                <a:lnTo>
                  <a:pt x="212" y="515"/>
                </a:lnTo>
                <a:lnTo>
                  <a:pt x="211" y="515"/>
                </a:lnTo>
                <a:lnTo>
                  <a:pt x="210" y="515"/>
                </a:lnTo>
                <a:lnTo>
                  <a:pt x="210" y="516"/>
                </a:lnTo>
                <a:lnTo>
                  <a:pt x="209" y="517"/>
                </a:lnTo>
                <a:lnTo>
                  <a:pt x="208" y="517"/>
                </a:lnTo>
                <a:lnTo>
                  <a:pt x="208" y="518"/>
                </a:lnTo>
                <a:lnTo>
                  <a:pt x="208" y="519"/>
                </a:lnTo>
                <a:lnTo>
                  <a:pt x="209" y="520"/>
                </a:lnTo>
                <a:lnTo>
                  <a:pt x="210" y="520"/>
                </a:lnTo>
                <a:lnTo>
                  <a:pt x="211" y="520"/>
                </a:lnTo>
                <a:lnTo>
                  <a:pt x="211" y="521"/>
                </a:lnTo>
                <a:lnTo>
                  <a:pt x="212" y="522"/>
                </a:lnTo>
                <a:lnTo>
                  <a:pt x="212" y="523"/>
                </a:lnTo>
                <a:lnTo>
                  <a:pt x="212" y="524"/>
                </a:lnTo>
                <a:lnTo>
                  <a:pt x="211" y="524"/>
                </a:lnTo>
                <a:lnTo>
                  <a:pt x="211" y="523"/>
                </a:lnTo>
                <a:lnTo>
                  <a:pt x="210" y="523"/>
                </a:lnTo>
                <a:lnTo>
                  <a:pt x="210" y="522"/>
                </a:lnTo>
                <a:lnTo>
                  <a:pt x="209" y="522"/>
                </a:lnTo>
                <a:lnTo>
                  <a:pt x="208" y="522"/>
                </a:lnTo>
                <a:lnTo>
                  <a:pt x="208" y="523"/>
                </a:lnTo>
                <a:lnTo>
                  <a:pt x="208" y="524"/>
                </a:lnTo>
                <a:lnTo>
                  <a:pt x="209" y="524"/>
                </a:lnTo>
                <a:lnTo>
                  <a:pt x="209" y="525"/>
                </a:lnTo>
                <a:lnTo>
                  <a:pt x="209" y="526"/>
                </a:lnTo>
                <a:lnTo>
                  <a:pt x="210" y="526"/>
                </a:lnTo>
                <a:lnTo>
                  <a:pt x="209" y="526"/>
                </a:lnTo>
                <a:lnTo>
                  <a:pt x="208" y="526"/>
                </a:lnTo>
                <a:lnTo>
                  <a:pt x="209" y="527"/>
                </a:lnTo>
                <a:lnTo>
                  <a:pt x="209" y="528"/>
                </a:lnTo>
                <a:lnTo>
                  <a:pt x="209" y="529"/>
                </a:lnTo>
                <a:lnTo>
                  <a:pt x="209" y="530"/>
                </a:lnTo>
                <a:lnTo>
                  <a:pt x="210" y="531"/>
                </a:lnTo>
                <a:lnTo>
                  <a:pt x="211" y="531"/>
                </a:lnTo>
                <a:lnTo>
                  <a:pt x="211" y="532"/>
                </a:lnTo>
                <a:lnTo>
                  <a:pt x="210" y="532"/>
                </a:lnTo>
                <a:lnTo>
                  <a:pt x="210" y="533"/>
                </a:lnTo>
                <a:lnTo>
                  <a:pt x="208" y="533"/>
                </a:lnTo>
                <a:lnTo>
                  <a:pt x="207" y="533"/>
                </a:lnTo>
                <a:lnTo>
                  <a:pt x="207" y="532"/>
                </a:lnTo>
                <a:lnTo>
                  <a:pt x="207" y="531"/>
                </a:lnTo>
                <a:lnTo>
                  <a:pt x="207" y="530"/>
                </a:lnTo>
                <a:lnTo>
                  <a:pt x="207" y="531"/>
                </a:lnTo>
                <a:lnTo>
                  <a:pt x="205" y="530"/>
                </a:lnTo>
                <a:lnTo>
                  <a:pt x="204" y="529"/>
                </a:lnTo>
                <a:lnTo>
                  <a:pt x="203" y="529"/>
                </a:lnTo>
                <a:lnTo>
                  <a:pt x="202" y="529"/>
                </a:lnTo>
                <a:lnTo>
                  <a:pt x="202" y="530"/>
                </a:lnTo>
                <a:lnTo>
                  <a:pt x="201" y="530"/>
                </a:lnTo>
                <a:lnTo>
                  <a:pt x="201" y="531"/>
                </a:lnTo>
                <a:lnTo>
                  <a:pt x="201" y="532"/>
                </a:lnTo>
                <a:lnTo>
                  <a:pt x="201" y="533"/>
                </a:lnTo>
                <a:lnTo>
                  <a:pt x="201" y="534"/>
                </a:lnTo>
                <a:lnTo>
                  <a:pt x="200" y="534"/>
                </a:lnTo>
                <a:lnTo>
                  <a:pt x="200" y="533"/>
                </a:lnTo>
                <a:lnTo>
                  <a:pt x="199" y="533"/>
                </a:lnTo>
                <a:lnTo>
                  <a:pt x="199" y="534"/>
                </a:lnTo>
                <a:lnTo>
                  <a:pt x="200" y="534"/>
                </a:lnTo>
                <a:lnTo>
                  <a:pt x="199" y="534"/>
                </a:lnTo>
                <a:lnTo>
                  <a:pt x="199" y="535"/>
                </a:lnTo>
                <a:lnTo>
                  <a:pt x="199" y="536"/>
                </a:lnTo>
                <a:lnTo>
                  <a:pt x="200" y="536"/>
                </a:lnTo>
                <a:lnTo>
                  <a:pt x="199" y="536"/>
                </a:lnTo>
                <a:lnTo>
                  <a:pt x="199" y="537"/>
                </a:lnTo>
                <a:lnTo>
                  <a:pt x="199" y="536"/>
                </a:lnTo>
                <a:lnTo>
                  <a:pt x="198" y="537"/>
                </a:lnTo>
                <a:lnTo>
                  <a:pt x="198" y="538"/>
                </a:lnTo>
                <a:lnTo>
                  <a:pt x="198" y="540"/>
                </a:lnTo>
                <a:lnTo>
                  <a:pt x="198" y="541"/>
                </a:lnTo>
                <a:lnTo>
                  <a:pt x="197" y="542"/>
                </a:lnTo>
                <a:lnTo>
                  <a:pt x="198" y="542"/>
                </a:lnTo>
                <a:lnTo>
                  <a:pt x="198" y="543"/>
                </a:lnTo>
                <a:lnTo>
                  <a:pt x="198" y="544"/>
                </a:lnTo>
                <a:lnTo>
                  <a:pt x="197" y="545"/>
                </a:lnTo>
                <a:lnTo>
                  <a:pt x="197" y="546"/>
                </a:lnTo>
                <a:lnTo>
                  <a:pt x="196" y="546"/>
                </a:lnTo>
                <a:lnTo>
                  <a:pt x="196" y="547"/>
                </a:lnTo>
                <a:lnTo>
                  <a:pt x="196" y="548"/>
                </a:lnTo>
                <a:lnTo>
                  <a:pt x="197" y="548"/>
                </a:lnTo>
                <a:lnTo>
                  <a:pt x="198" y="548"/>
                </a:lnTo>
                <a:lnTo>
                  <a:pt x="198" y="549"/>
                </a:lnTo>
                <a:lnTo>
                  <a:pt x="198" y="550"/>
                </a:lnTo>
                <a:lnTo>
                  <a:pt x="199" y="551"/>
                </a:lnTo>
                <a:lnTo>
                  <a:pt x="200" y="551"/>
                </a:lnTo>
                <a:lnTo>
                  <a:pt x="200" y="550"/>
                </a:lnTo>
                <a:lnTo>
                  <a:pt x="201" y="551"/>
                </a:lnTo>
                <a:lnTo>
                  <a:pt x="201" y="552"/>
                </a:lnTo>
                <a:lnTo>
                  <a:pt x="201" y="553"/>
                </a:lnTo>
                <a:lnTo>
                  <a:pt x="200" y="553"/>
                </a:lnTo>
                <a:lnTo>
                  <a:pt x="200" y="554"/>
                </a:lnTo>
                <a:lnTo>
                  <a:pt x="199" y="554"/>
                </a:lnTo>
                <a:lnTo>
                  <a:pt x="199" y="553"/>
                </a:lnTo>
                <a:lnTo>
                  <a:pt x="198" y="553"/>
                </a:lnTo>
                <a:lnTo>
                  <a:pt x="198" y="554"/>
                </a:lnTo>
                <a:lnTo>
                  <a:pt x="197" y="554"/>
                </a:lnTo>
                <a:lnTo>
                  <a:pt x="197" y="555"/>
                </a:lnTo>
                <a:lnTo>
                  <a:pt x="198" y="555"/>
                </a:lnTo>
                <a:lnTo>
                  <a:pt x="199" y="555"/>
                </a:lnTo>
                <a:lnTo>
                  <a:pt x="199" y="556"/>
                </a:lnTo>
                <a:lnTo>
                  <a:pt x="199" y="557"/>
                </a:lnTo>
                <a:lnTo>
                  <a:pt x="199" y="558"/>
                </a:lnTo>
                <a:lnTo>
                  <a:pt x="200" y="558"/>
                </a:lnTo>
                <a:lnTo>
                  <a:pt x="200" y="559"/>
                </a:lnTo>
                <a:lnTo>
                  <a:pt x="201" y="559"/>
                </a:lnTo>
                <a:lnTo>
                  <a:pt x="201" y="560"/>
                </a:lnTo>
                <a:lnTo>
                  <a:pt x="202" y="560"/>
                </a:lnTo>
                <a:lnTo>
                  <a:pt x="202" y="561"/>
                </a:lnTo>
                <a:lnTo>
                  <a:pt x="203" y="562"/>
                </a:lnTo>
                <a:lnTo>
                  <a:pt x="204" y="563"/>
                </a:lnTo>
                <a:lnTo>
                  <a:pt x="204" y="564"/>
                </a:lnTo>
                <a:lnTo>
                  <a:pt x="205" y="564"/>
                </a:lnTo>
                <a:lnTo>
                  <a:pt x="205" y="565"/>
                </a:lnTo>
                <a:lnTo>
                  <a:pt x="204" y="565"/>
                </a:lnTo>
                <a:lnTo>
                  <a:pt x="203" y="566"/>
                </a:lnTo>
                <a:lnTo>
                  <a:pt x="202" y="566"/>
                </a:lnTo>
                <a:lnTo>
                  <a:pt x="202" y="565"/>
                </a:lnTo>
                <a:lnTo>
                  <a:pt x="201" y="565"/>
                </a:lnTo>
                <a:lnTo>
                  <a:pt x="201" y="566"/>
                </a:lnTo>
                <a:lnTo>
                  <a:pt x="200" y="565"/>
                </a:lnTo>
                <a:lnTo>
                  <a:pt x="199" y="565"/>
                </a:lnTo>
                <a:lnTo>
                  <a:pt x="199" y="564"/>
                </a:lnTo>
                <a:lnTo>
                  <a:pt x="199" y="565"/>
                </a:lnTo>
                <a:lnTo>
                  <a:pt x="198" y="565"/>
                </a:lnTo>
                <a:lnTo>
                  <a:pt x="197" y="566"/>
                </a:lnTo>
                <a:lnTo>
                  <a:pt x="196" y="567"/>
                </a:lnTo>
                <a:lnTo>
                  <a:pt x="195" y="567"/>
                </a:lnTo>
                <a:lnTo>
                  <a:pt x="194" y="567"/>
                </a:lnTo>
                <a:lnTo>
                  <a:pt x="193" y="567"/>
                </a:lnTo>
                <a:lnTo>
                  <a:pt x="193" y="568"/>
                </a:lnTo>
                <a:lnTo>
                  <a:pt x="192" y="568"/>
                </a:lnTo>
                <a:lnTo>
                  <a:pt x="192" y="567"/>
                </a:lnTo>
                <a:lnTo>
                  <a:pt x="191" y="567"/>
                </a:lnTo>
                <a:lnTo>
                  <a:pt x="190" y="567"/>
                </a:lnTo>
                <a:lnTo>
                  <a:pt x="190" y="566"/>
                </a:lnTo>
                <a:lnTo>
                  <a:pt x="189" y="566"/>
                </a:lnTo>
                <a:lnTo>
                  <a:pt x="189" y="565"/>
                </a:lnTo>
                <a:lnTo>
                  <a:pt x="190" y="564"/>
                </a:lnTo>
                <a:lnTo>
                  <a:pt x="190" y="563"/>
                </a:lnTo>
                <a:lnTo>
                  <a:pt x="190" y="562"/>
                </a:lnTo>
                <a:lnTo>
                  <a:pt x="189" y="561"/>
                </a:lnTo>
                <a:lnTo>
                  <a:pt x="187" y="561"/>
                </a:lnTo>
                <a:lnTo>
                  <a:pt x="187" y="560"/>
                </a:lnTo>
                <a:lnTo>
                  <a:pt x="186" y="560"/>
                </a:lnTo>
                <a:lnTo>
                  <a:pt x="185" y="560"/>
                </a:lnTo>
                <a:lnTo>
                  <a:pt x="185" y="559"/>
                </a:lnTo>
                <a:lnTo>
                  <a:pt x="184" y="559"/>
                </a:lnTo>
                <a:lnTo>
                  <a:pt x="183" y="559"/>
                </a:lnTo>
                <a:lnTo>
                  <a:pt x="182" y="560"/>
                </a:lnTo>
                <a:lnTo>
                  <a:pt x="181" y="560"/>
                </a:lnTo>
                <a:lnTo>
                  <a:pt x="181" y="559"/>
                </a:lnTo>
                <a:lnTo>
                  <a:pt x="181" y="560"/>
                </a:lnTo>
                <a:lnTo>
                  <a:pt x="180" y="560"/>
                </a:lnTo>
                <a:lnTo>
                  <a:pt x="180" y="559"/>
                </a:lnTo>
                <a:lnTo>
                  <a:pt x="179" y="559"/>
                </a:lnTo>
                <a:lnTo>
                  <a:pt x="180" y="559"/>
                </a:lnTo>
                <a:lnTo>
                  <a:pt x="180" y="558"/>
                </a:lnTo>
                <a:lnTo>
                  <a:pt x="179" y="558"/>
                </a:lnTo>
                <a:lnTo>
                  <a:pt x="179" y="557"/>
                </a:lnTo>
                <a:lnTo>
                  <a:pt x="179" y="556"/>
                </a:lnTo>
                <a:lnTo>
                  <a:pt x="178" y="556"/>
                </a:lnTo>
                <a:lnTo>
                  <a:pt x="179" y="556"/>
                </a:lnTo>
                <a:lnTo>
                  <a:pt x="179" y="555"/>
                </a:lnTo>
                <a:lnTo>
                  <a:pt x="178" y="554"/>
                </a:lnTo>
                <a:lnTo>
                  <a:pt x="178" y="553"/>
                </a:lnTo>
                <a:lnTo>
                  <a:pt x="177" y="552"/>
                </a:lnTo>
                <a:lnTo>
                  <a:pt x="176" y="552"/>
                </a:lnTo>
                <a:lnTo>
                  <a:pt x="176" y="551"/>
                </a:lnTo>
                <a:lnTo>
                  <a:pt x="175" y="551"/>
                </a:lnTo>
                <a:lnTo>
                  <a:pt x="176" y="551"/>
                </a:lnTo>
                <a:lnTo>
                  <a:pt x="176" y="550"/>
                </a:lnTo>
                <a:lnTo>
                  <a:pt x="176" y="549"/>
                </a:lnTo>
                <a:lnTo>
                  <a:pt x="175" y="549"/>
                </a:lnTo>
                <a:lnTo>
                  <a:pt x="175" y="550"/>
                </a:lnTo>
                <a:lnTo>
                  <a:pt x="174" y="549"/>
                </a:lnTo>
                <a:lnTo>
                  <a:pt x="174" y="548"/>
                </a:lnTo>
                <a:lnTo>
                  <a:pt x="173" y="548"/>
                </a:lnTo>
                <a:lnTo>
                  <a:pt x="173" y="547"/>
                </a:lnTo>
                <a:lnTo>
                  <a:pt x="172" y="546"/>
                </a:lnTo>
                <a:lnTo>
                  <a:pt x="172" y="545"/>
                </a:lnTo>
                <a:lnTo>
                  <a:pt x="171" y="545"/>
                </a:lnTo>
                <a:lnTo>
                  <a:pt x="171" y="544"/>
                </a:lnTo>
                <a:lnTo>
                  <a:pt x="170" y="544"/>
                </a:lnTo>
                <a:lnTo>
                  <a:pt x="169" y="545"/>
                </a:lnTo>
                <a:lnTo>
                  <a:pt x="169" y="544"/>
                </a:lnTo>
                <a:lnTo>
                  <a:pt x="168" y="544"/>
                </a:lnTo>
                <a:lnTo>
                  <a:pt x="168" y="543"/>
                </a:lnTo>
                <a:lnTo>
                  <a:pt x="167" y="543"/>
                </a:lnTo>
                <a:lnTo>
                  <a:pt x="167" y="542"/>
                </a:lnTo>
                <a:lnTo>
                  <a:pt x="166" y="542"/>
                </a:lnTo>
                <a:lnTo>
                  <a:pt x="165" y="542"/>
                </a:lnTo>
                <a:lnTo>
                  <a:pt x="165" y="541"/>
                </a:lnTo>
                <a:lnTo>
                  <a:pt x="164" y="542"/>
                </a:lnTo>
                <a:lnTo>
                  <a:pt x="164" y="543"/>
                </a:lnTo>
                <a:lnTo>
                  <a:pt x="163" y="544"/>
                </a:lnTo>
                <a:lnTo>
                  <a:pt x="162" y="544"/>
                </a:lnTo>
                <a:lnTo>
                  <a:pt x="162" y="543"/>
                </a:lnTo>
                <a:lnTo>
                  <a:pt x="161" y="544"/>
                </a:lnTo>
                <a:lnTo>
                  <a:pt x="161" y="545"/>
                </a:lnTo>
                <a:lnTo>
                  <a:pt x="161" y="546"/>
                </a:lnTo>
                <a:lnTo>
                  <a:pt x="161" y="547"/>
                </a:lnTo>
                <a:lnTo>
                  <a:pt x="161" y="548"/>
                </a:lnTo>
                <a:lnTo>
                  <a:pt x="160" y="547"/>
                </a:lnTo>
                <a:lnTo>
                  <a:pt x="159" y="546"/>
                </a:lnTo>
                <a:lnTo>
                  <a:pt x="158" y="546"/>
                </a:lnTo>
                <a:lnTo>
                  <a:pt x="157" y="546"/>
                </a:lnTo>
                <a:lnTo>
                  <a:pt x="156" y="546"/>
                </a:lnTo>
                <a:lnTo>
                  <a:pt x="156" y="545"/>
                </a:lnTo>
                <a:lnTo>
                  <a:pt x="155" y="545"/>
                </a:lnTo>
                <a:lnTo>
                  <a:pt x="154" y="545"/>
                </a:lnTo>
                <a:lnTo>
                  <a:pt x="153" y="546"/>
                </a:lnTo>
                <a:lnTo>
                  <a:pt x="152" y="547"/>
                </a:lnTo>
                <a:lnTo>
                  <a:pt x="152" y="548"/>
                </a:lnTo>
                <a:lnTo>
                  <a:pt x="151" y="548"/>
                </a:lnTo>
                <a:lnTo>
                  <a:pt x="150" y="548"/>
                </a:lnTo>
                <a:lnTo>
                  <a:pt x="149" y="549"/>
                </a:lnTo>
                <a:lnTo>
                  <a:pt x="149" y="548"/>
                </a:lnTo>
                <a:lnTo>
                  <a:pt x="148" y="548"/>
                </a:lnTo>
                <a:lnTo>
                  <a:pt x="148" y="549"/>
                </a:lnTo>
                <a:lnTo>
                  <a:pt x="147" y="550"/>
                </a:lnTo>
                <a:lnTo>
                  <a:pt x="146" y="550"/>
                </a:lnTo>
                <a:lnTo>
                  <a:pt x="145" y="550"/>
                </a:lnTo>
                <a:lnTo>
                  <a:pt x="145" y="551"/>
                </a:lnTo>
                <a:lnTo>
                  <a:pt x="145" y="552"/>
                </a:lnTo>
                <a:lnTo>
                  <a:pt x="146" y="551"/>
                </a:lnTo>
                <a:lnTo>
                  <a:pt x="146" y="552"/>
                </a:lnTo>
                <a:lnTo>
                  <a:pt x="145" y="552"/>
                </a:lnTo>
                <a:lnTo>
                  <a:pt x="144" y="552"/>
                </a:lnTo>
                <a:lnTo>
                  <a:pt x="144" y="551"/>
                </a:lnTo>
                <a:lnTo>
                  <a:pt x="143" y="552"/>
                </a:lnTo>
                <a:lnTo>
                  <a:pt x="142" y="552"/>
                </a:lnTo>
                <a:lnTo>
                  <a:pt x="141" y="552"/>
                </a:lnTo>
                <a:lnTo>
                  <a:pt x="141" y="553"/>
                </a:lnTo>
                <a:lnTo>
                  <a:pt x="140" y="553"/>
                </a:lnTo>
                <a:lnTo>
                  <a:pt x="139" y="554"/>
                </a:lnTo>
                <a:lnTo>
                  <a:pt x="140" y="554"/>
                </a:lnTo>
                <a:lnTo>
                  <a:pt x="139" y="554"/>
                </a:lnTo>
                <a:lnTo>
                  <a:pt x="139" y="555"/>
                </a:lnTo>
                <a:lnTo>
                  <a:pt x="139" y="554"/>
                </a:lnTo>
                <a:lnTo>
                  <a:pt x="138" y="554"/>
                </a:lnTo>
                <a:lnTo>
                  <a:pt x="137" y="554"/>
                </a:lnTo>
                <a:lnTo>
                  <a:pt x="136" y="552"/>
                </a:lnTo>
                <a:lnTo>
                  <a:pt x="135" y="551"/>
                </a:lnTo>
                <a:lnTo>
                  <a:pt x="134" y="551"/>
                </a:lnTo>
                <a:lnTo>
                  <a:pt x="133" y="551"/>
                </a:lnTo>
                <a:lnTo>
                  <a:pt x="133" y="550"/>
                </a:lnTo>
                <a:lnTo>
                  <a:pt x="133" y="551"/>
                </a:lnTo>
                <a:lnTo>
                  <a:pt x="132" y="551"/>
                </a:lnTo>
                <a:lnTo>
                  <a:pt x="132" y="552"/>
                </a:lnTo>
                <a:lnTo>
                  <a:pt x="132" y="553"/>
                </a:lnTo>
                <a:lnTo>
                  <a:pt x="131" y="553"/>
                </a:lnTo>
                <a:lnTo>
                  <a:pt x="131" y="554"/>
                </a:lnTo>
                <a:lnTo>
                  <a:pt x="130" y="554"/>
                </a:lnTo>
                <a:lnTo>
                  <a:pt x="129" y="554"/>
                </a:lnTo>
                <a:lnTo>
                  <a:pt x="129" y="553"/>
                </a:lnTo>
                <a:lnTo>
                  <a:pt x="128" y="554"/>
                </a:lnTo>
                <a:lnTo>
                  <a:pt x="127" y="554"/>
                </a:lnTo>
                <a:lnTo>
                  <a:pt x="126" y="554"/>
                </a:lnTo>
                <a:lnTo>
                  <a:pt x="125" y="554"/>
                </a:lnTo>
                <a:lnTo>
                  <a:pt x="125" y="555"/>
                </a:lnTo>
                <a:lnTo>
                  <a:pt x="124" y="555"/>
                </a:lnTo>
                <a:lnTo>
                  <a:pt x="125" y="555"/>
                </a:lnTo>
                <a:lnTo>
                  <a:pt x="124" y="555"/>
                </a:lnTo>
                <a:lnTo>
                  <a:pt x="124" y="556"/>
                </a:lnTo>
                <a:lnTo>
                  <a:pt x="123" y="556"/>
                </a:lnTo>
                <a:lnTo>
                  <a:pt x="122" y="556"/>
                </a:lnTo>
                <a:lnTo>
                  <a:pt x="122" y="555"/>
                </a:lnTo>
                <a:lnTo>
                  <a:pt x="123" y="555"/>
                </a:lnTo>
                <a:lnTo>
                  <a:pt x="122" y="554"/>
                </a:lnTo>
                <a:lnTo>
                  <a:pt x="121" y="554"/>
                </a:lnTo>
                <a:lnTo>
                  <a:pt x="120" y="555"/>
                </a:lnTo>
                <a:lnTo>
                  <a:pt x="120" y="557"/>
                </a:lnTo>
                <a:lnTo>
                  <a:pt x="119" y="557"/>
                </a:lnTo>
                <a:lnTo>
                  <a:pt x="120" y="558"/>
                </a:lnTo>
                <a:lnTo>
                  <a:pt x="119" y="558"/>
                </a:lnTo>
                <a:lnTo>
                  <a:pt x="119" y="559"/>
                </a:lnTo>
                <a:lnTo>
                  <a:pt x="119" y="560"/>
                </a:lnTo>
                <a:lnTo>
                  <a:pt x="119" y="561"/>
                </a:lnTo>
                <a:lnTo>
                  <a:pt x="119" y="562"/>
                </a:lnTo>
                <a:lnTo>
                  <a:pt x="119" y="563"/>
                </a:lnTo>
                <a:lnTo>
                  <a:pt x="118" y="563"/>
                </a:lnTo>
                <a:lnTo>
                  <a:pt x="118" y="564"/>
                </a:lnTo>
                <a:lnTo>
                  <a:pt x="118" y="565"/>
                </a:lnTo>
                <a:lnTo>
                  <a:pt x="117" y="565"/>
                </a:lnTo>
                <a:lnTo>
                  <a:pt x="116" y="565"/>
                </a:lnTo>
                <a:lnTo>
                  <a:pt x="116" y="564"/>
                </a:lnTo>
                <a:lnTo>
                  <a:pt x="115" y="563"/>
                </a:lnTo>
                <a:lnTo>
                  <a:pt x="116" y="562"/>
                </a:lnTo>
                <a:lnTo>
                  <a:pt x="115" y="562"/>
                </a:lnTo>
                <a:lnTo>
                  <a:pt x="115" y="561"/>
                </a:lnTo>
                <a:lnTo>
                  <a:pt x="114" y="561"/>
                </a:lnTo>
                <a:lnTo>
                  <a:pt x="113" y="561"/>
                </a:lnTo>
                <a:lnTo>
                  <a:pt x="113" y="562"/>
                </a:lnTo>
                <a:lnTo>
                  <a:pt x="112" y="562"/>
                </a:lnTo>
                <a:lnTo>
                  <a:pt x="111" y="562"/>
                </a:lnTo>
                <a:lnTo>
                  <a:pt x="111" y="561"/>
                </a:lnTo>
                <a:lnTo>
                  <a:pt x="110" y="561"/>
                </a:lnTo>
                <a:lnTo>
                  <a:pt x="109" y="561"/>
                </a:lnTo>
                <a:lnTo>
                  <a:pt x="110" y="561"/>
                </a:lnTo>
                <a:lnTo>
                  <a:pt x="109" y="560"/>
                </a:lnTo>
                <a:lnTo>
                  <a:pt x="108" y="560"/>
                </a:lnTo>
                <a:lnTo>
                  <a:pt x="108" y="561"/>
                </a:lnTo>
                <a:lnTo>
                  <a:pt x="107" y="561"/>
                </a:lnTo>
                <a:lnTo>
                  <a:pt x="107" y="560"/>
                </a:lnTo>
                <a:lnTo>
                  <a:pt x="106" y="560"/>
                </a:lnTo>
                <a:lnTo>
                  <a:pt x="106" y="559"/>
                </a:lnTo>
                <a:lnTo>
                  <a:pt x="106" y="560"/>
                </a:lnTo>
                <a:lnTo>
                  <a:pt x="105" y="560"/>
                </a:lnTo>
                <a:lnTo>
                  <a:pt x="104" y="560"/>
                </a:lnTo>
                <a:lnTo>
                  <a:pt x="104" y="561"/>
                </a:lnTo>
                <a:lnTo>
                  <a:pt x="104" y="562"/>
                </a:lnTo>
                <a:lnTo>
                  <a:pt x="104" y="563"/>
                </a:lnTo>
                <a:lnTo>
                  <a:pt x="104" y="564"/>
                </a:lnTo>
                <a:lnTo>
                  <a:pt x="105" y="564"/>
                </a:lnTo>
                <a:lnTo>
                  <a:pt x="105" y="565"/>
                </a:lnTo>
                <a:lnTo>
                  <a:pt x="104" y="566"/>
                </a:lnTo>
                <a:lnTo>
                  <a:pt x="103" y="566"/>
                </a:lnTo>
                <a:lnTo>
                  <a:pt x="103" y="567"/>
                </a:lnTo>
                <a:lnTo>
                  <a:pt x="102" y="567"/>
                </a:lnTo>
                <a:lnTo>
                  <a:pt x="102" y="568"/>
                </a:lnTo>
                <a:lnTo>
                  <a:pt x="102" y="569"/>
                </a:lnTo>
                <a:lnTo>
                  <a:pt x="101" y="568"/>
                </a:lnTo>
                <a:lnTo>
                  <a:pt x="100" y="568"/>
                </a:lnTo>
                <a:lnTo>
                  <a:pt x="100" y="567"/>
                </a:lnTo>
                <a:lnTo>
                  <a:pt x="99" y="566"/>
                </a:lnTo>
                <a:lnTo>
                  <a:pt x="99" y="565"/>
                </a:lnTo>
                <a:lnTo>
                  <a:pt x="99" y="564"/>
                </a:lnTo>
                <a:lnTo>
                  <a:pt x="98" y="564"/>
                </a:lnTo>
                <a:lnTo>
                  <a:pt x="98" y="563"/>
                </a:lnTo>
                <a:lnTo>
                  <a:pt x="97" y="564"/>
                </a:lnTo>
                <a:lnTo>
                  <a:pt x="96" y="564"/>
                </a:lnTo>
                <a:lnTo>
                  <a:pt x="95" y="564"/>
                </a:lnTo>
                <a:lnTo>
                  <a:pt x="94" y="564"/>
                </a:lnTo>
                <a:lnTo>
                  <a:pt x="93" y="565"/>
                </a:lnTo>
                <a:lnTo>
                  <a:pt x="92" y="566"/>
                </a:lnTo>
                <a:lnTo>
                  <a:pt x="92" y="567"/>
                </a:lnTo>
                <a:lnTo>
                  <a:pt x="91" y="568"/>
                </a:lnTo>
                <a:lnTo>
                  <a:pt x="90" y="567"/>
                </a:lnTo>
                <a:lnTo>
                  <a:pt x="89" y="567"/>
                </a:lnTo>
                <a:lnTo>
                  <a:pt x="89" y="568"/>
                </a:lnTo>
                <a:lnTo>
                  <a:pt x="88" y="567"/>
                </a:lnTo>
                <a:lnTo>
                  <a:pt x="87" y="567"/>
                </a:lnTo>
                <a:lnTo>
                  <a:pt x="87" y="566"/>
                </a:lnTo>
                <a:lnTo>
                  <a:pt x="86" y="566"/>
                </a:lnTo>
                <a:lnTo>
                  <a:pt x="85" y="566"/>
                </a:lnTo>
                <a:lnTo>
                  <a:pt x="85" y="567"/>
                </a:lnTo>
                <a:lnTo>
                  <a:pt x="84" y="567"/>
                </a:lnTo>
                <a:lnTo>
                  <a:pt x="83" y="568"/>
                </a:lnTo>
                <a:lnTo>
                  <a:pt x="82" y="569"/>
                </a:lnTo>
                <a:lnTo>
                  <a:pt x="82" y="568"/>
                </a:lnTo>
                <a:lnTo>
                  <a:pt x="81" y="569"/>
                </a:lnTo>
                <a:lnTo>
                  <a:pt x="81" y="570"/>
                </a:lnTo>
                <a:lnTo>
                  <a:pt x="80" y="571"/>
                </a:lnTo>
                <a:lnTo>
                  <a:pt x="79" y="571"/>
                </a:lnTo>
                <a:lnTo>
                  <a:pt x="79" y="572"/>
                </a:lnTo>
                <a:lnTo>
                  <a:pt x="78" y="572"/>
                </a:lnTo>
                <a:lnTo>
                  <a:pt x="77" y="573"/>
                </a:lnTo>
                <a:lnTo>
                  <a:pt x="76" y="572"/>
                </a:lnTo>
                <a:lnTo>
                  <a:pt x="75" y="572"/>
                </a:lnTo>
                <a:lnTo>
                  <a:pt x="75" y="571"/>
                </a:lnTo>
                <a:lnTo>
                  <a:pt x="75" y="572"/>
                </a:lnTo>
                <a:lnTo>
                  <a:pt x="74" y="572"/>
                </a:lnTo>
                <a:lnTo>
                  <a:pt x="74" y="571"/>
                </a:lnTo>
                <a:lnTo>
                  <a:pt x="75" y="570"/>
                </a:lnTo>
                <a:lnTo>
                  <a:pt x="75" y="569"/>
                </a:lnTo>
                <a:lnTo>
                  <a:pt x="74" y="568"/>
                </a:lnTo>
                <a:lnTo>
                  <a:pt x="73" y="568"/>
                </a:lnTo>
                <a:lnTo>
                  <a:pt x="73" y="567"/>
                </a:lnTo>
                <a:lnTo>
                  <a:pt x="73" y="566"/>
                </a:lnTo>
                <a:lnTo>
                  <a:pt x="73" y="565"/>
                </a:lnTo>
                <a:lnTo>
                  <a:pt x="72" y="565"/>
                </a:lnTo>
                <a:lnTo>
                  <a:pt x="72" y="564"/>
                </a:lnTo>
                <a:lnTo>
                  <a:pt x="71" y="564"/>
                </a:lnTo>
                <a:lnTo>
                  <a:pt x="71" y="563"/>
                </a:lnTo>
                <a:lnTo>
                  <a:pt x="70" y="563"/>
                </a:lnTo>
                <a:lnTo>
                  <a:pt x="70" y="562"/>
                </a:lnTo>
                <a:lnTo>
                  <a:pt x="69" y="563"/>
                </a:lnTo>
                <a:lnTo>
                  <a:pt x="70" y="563"/>
                </a:lnTo>
                <a:lnTo>
                  <a:pt x="70" y="564"/>
                </a:lnTo>
                <a:lnTo>
                  <a:pt x="69" y="564"/>
                </a:lnTo>
                <a:lnTo>
                  <a:pt x="69" y="563"/>
                </a:lnTo>
                <a:lnTo>
                  <a:pt x="68" y="563"/>
                </a:lnTo>
                <a:lnTo>
                  <a:pt x="68" y="564"/>
                </a:lnTo>
                <a:lnTo>
                  <a:pt x="67" y="564"/>
                </a:lnTo>
                <a:lnTo>
                  <a:pt x="67" y="563"/>
                </a:lnTo>
                <a:lnTo>
                  <a:pt x="67" y="564"/>
                </a:lnTo>
                <a:lnTo>
                  <a:pt x="66" y="564"/>
                </a:lnTo>
                <a:lnTo>
                  <a:pt x="65" y="563"/>
                </a:lnTo>
                <a:lnTo>
                  <a:pt x="65" y="562"/>
                </a:lnTo>
                <a:lnTo>
                  <a:pt x="64" y="562"/>
                </a:lnTo>
                <a:lnTo>
                  <a:pt x="64" y="561"/>
                </a:lnTo>
                <a:lnTo>
                  <a:pt x="64" y="559"/>
                </a:lnTo>
                <a:lnTo>
                  <a:pt x="63" y="559"/>
                </a:lnTo>
                <a:lnTo>
                  <a:pt x="64" y="559"/>
                </a:lnTo>
                <a:lnTo>
                  <a:pt x="63" y="558"/>
                </a:lnTo>
                <a:lnTo>
                  <a:pt x="62" y="558"/>
                </a:lnTo>
                <a:lnTo>
                  <a:pt x="62" y="557"/>
                </a:lnTo>
                <a:lnTo>
                  <a:pt x="61" y="557"/>
                </a:lnTo>
                <a:lnTo>
                  <a:pt x="60" y="557"/>
                </a:lnTo>
                <a:lnTo>
                  <a:pt x="59" y="557"/>
                </a:lnTo>
                <a:lnTo>
                  <a:pt x="58" y="557"/>
                </a:lnTo>
                <a:lnTo>
                  <a:pt x="57" y="557"/>
                </a:lnTo>
                <a:lnTo>
                  <a:pt x="57" y="556"/>
                </a:lnTo>
                <a:lnTo>
                  <a:pt x="56" y="556"/>
                </a:lnTo>
                <a:lnTo>
                  <a:pt x="55" y="556"/>
                </a:lnTo>
                <a:lnTo>
                  <a:pt x="55" y="557"/>
                </a:lnTo>
                <a:lnTo>
                  <a:pt x="54" y="557"/>
                </a:lnTo>
                <a:lnTo>
                  <a:pt x="54" y="556"/>
                </a:lnTo>
                <a:lnTo>
                  <a:pt x="54" y="555"/>
                </a:lnTo>
                <a:lnTo>
                  <a:pt x="55" y="555"/>
                </a:lnTo>
                <a:lnTo>
                  <a:pt x="55" y="556"/>
                </a:lnTo>
                <a:lnTo>
                  <a:pt x="54" y="556"/>
                </a:lnTo>
                <a:lnTo>
                  <a:pt x="55" y="556"/>
                </a:lnTo>
                <a:lnTo>
                  <a:pt x="55" y="555"/>
                </a:lnTo>
                <a:lnTo>
                  <a:pt x="55" y="554"/>
                </a:lnTo>
                <a:lnTo>
                  <a:pt x="54" y="554"/>
                </a:lnTo>
                <a:lnTo>
                  <a:pt x="54" y="553"/>
                </a:lnTo>
                <a:lnTo>
                  <a:pt x="53" y="553"/>
                </a:lnTo>
                <a:lnTo>
                  <a:pt x="53" y="552"/>
                </a:lnTo>
                <a:lnTo>
                  <a:pt x="54" y="552"/>
                </a:lnTo>
                <a:lnTo>
                  <a:pt x="55" y="552"/>
                </a:lnTo>
                <a:lnTo>
                  <a:pt x="56" y="552"/>
                </a:lnTo>
                <a:lnTo>
                  <a:pt x="57" y="552"/>
                </a:lnTo>
                <a:lnTo>
                  <a:pt x="58" y="552"/>
                </a:lnTo>
                <a:lnTo>
                  <a:pt x="59" y="551"/>
                </a:lnTo>
                <a:lnTo>
                  <a:pt x="60" y="551"/>
                </a:lnTo>
                <a:lnTo>
                  <a:pt x="61" y="551"/>
                </a:lnTo>
                <a:lnTo>
                  <a:pt x="62" y="551"/>
                </a:lnTo>
                <a:lnTo>
                  <a:pt x="63" y="551"/>
                </a:lnTo>
                <a:lnTo>
                  <a:pt x="63" y="550"/>
                </a:lnTo>
                <a:lnTo>
                  <a:pt x="63" y="549"/>
                </a:lnTo>
                <a:lnTo>
                  <a:pt x="64" y="548"/>
                </a:lnTo>
                <a:lnTo>
                  <a:pt x="66" y="548"/>
                </a:lnTo>
                <a:lnTo>
                  <a:pt x="66" y="547"/>
                </a:lnTo>
                <a:lnTo>
                  <a:pt x="67" y="547"/>
                </a:lnTo>
                <a:lnTo>
                  <a:pt x="68" y="546"/>
                </a:lnTo>
                <a:lnTo>
                  <a:pt x="69" y="546"/>
                </a:lnTo>
                <a:lnTo>
                  <a:pt x="69" y="545"/>
                </a:lnTo>
                <a:lnTo>
                  <a:pt x="69" y="544"/>
                </a:lnTo>
                <a:lnTo>
                  <a:pt x="68" y="543"/>
                </a:lnTo>
                <a:lnTo>
                  <a:pt x="68" y="542"/>
                </a:lnTo>
                <a:lnTo>
                  <a:pt x="69" y="542"/>
                </a:lnTo>
                <a:lnTo>
                  <a:pt x="69" y="541"/>
                </a:lnTo>
                <a:lnTo>
                  <a:pt x="69" y="540"/>
                </a:lnTo>
                <a:lnTo>
                  <a:pt x="69" y="538"/>
                </a:lnTo>
                <a:lnTo>
                  <a:pt x="70" y="538"/>
                </a:lnTo>
                <a:lnTo>
                  <a:pt x="70" y="537"/>
                </a:lnTo>
                <a:lnTo>
                  <a:pt x="70" y="536"/>
                </a:lnTo>
                <a:lnTo>
                  <a:pt x="71" y="536"/>
                </a:lnTo>
                <a:lnTo>
                  <a:pt x="71" y="535"/>
                </a:lnTo>
                <a:lnTo>
                  <a:pt x="72" y="535"/>
                </a:lnTo>
                <a:lnTo>
                  <a:pt x="72" y="534"/>
                </a:lnTo>
                <a:lnTo>
                  <a:pt x="72" y="533"/>
                </a:lnTo>
                <a:lnTo>
                  <a:pt x="73" y="533"/>
                </a:lnTo>
                <a:lnTo>
                  <a:pt x="74" y="533"/>
                </a:lnTo>
                <a:lnTo>
                  <a:pt x="73" y="533"/>
                </a:lnTo>
                <a:lnTo>
                  <a:pt x="74" y="533"/>
                </a:lnTo>
                <a:lnTo>
                  <a:pt x="74" y="532"/>
                </a:lnTo>
                <a:lnTo>
                  <a:pt x="75" y="532"/>
                </a:lnTo>
                <a:lnTo>
                  <a:pt x="75" y="531"/>
                </a:lnTo>
                <a:lnTo>
                  <a:pt x="75" y="530"/>
                </a:lnTo>
                <a:lnTo>
                  <a:pt x="74" y="529"/>
                </a:lnTo>
                <a:lnTo>
                  <a:pt x="73" y="529"/>
                </a:lnTo>
                <a:lnTo>
                  <a:pt x="73" y="528"/>
                </a:lnTo>
                <a:lnTo>
                  <a:pt x="74" y="528"/>
                </a:lnTo>
                <a:lnTo>
                  <a:pt x="74" y="527"/>
                </a:lnTo>
                <a:lnTo>
                  <a:pt x="74" y="526"/>
                </a:lnTo>
                <a:lnTo>
                  <a:pt x="74" y="525"/>
                </a:lnTo>
                <a:lnTo>
                  <a:pt x="74" y="524"/>
                </a:lnTo>
                <a:lnTo>
                  <a:pt x="75" y="524"/>
                </a:lnTo>
                <a:lnTo>
                  <a:pt x="76" y="524"/>
                </a:lnTo>
                <a:lnTo>
                  <a:pt x="77" y="524"/>
                </a:lnTo>
                <a:lnTo>
                  <a:pt x="77" y="523"/>
                </a:lnTo>
                <a:lnTo>
                  <a:pt x="76" y="523"/>
                </a:lnTo>
                <a:lnTo>
                  <a:pt x="76" y="522"/>
                </a:lnTo>
                <a:lnTo>
                  <a:pt x="77" y="522"/>
                </a:lnTo>
                <a:lnTo>
                  <a:pt x="78" y="522"/>
                </a:lnTo>
                <a:lnTo>
                  <a:pt x="79" y="522"/>
                </a:lnTo>
                <a:lnTo>
                  <a:pt x="79" y="521"/>
                </a:lnTo>
                <a:lnTo>
                  <a:pt x="80" y="521"/>
                </a:lnTo>
                <a:lnTo>
                  <a:pt x="79" y="521"/>
                </a:lnTo>
                <a:lnTo>
                  <a:pt x="79" y="520"/>
                </a:lnTo>
                <a:lnTo>
                  <a:pt x="80" y="520"/>
                </a:lnTo>
                <a:lnTo>
                  <a:pt x="80" y="519"/>
                </a:lnTo>
                <a:lnTo>
                  <a:pt x="81" y="519"/>
                </a:lnTo>
                <a:lnTo>
                  <a:pt x="82" y="519"/>
                </a:lnTo>
                <a:lnTo>
                  <a:pt x="83" y="519"/>
                </a:lnTo>
                <a:lnTo>
                  <a:pt x="84" y="519"/>
                </a:lnTo>
                <a:lnTo>
                  <a:pt x="84" y="518"/>
                </a:lnTo>
                <a:lnTo>
                  <a:pt x="84" y="517"/>
                </a:lnTo>
                <a:lnTo>
                  <a:pt x="85" y="517"/>
                </a:lnTo>
                <a:lnTo>
                  <a:pt x="86" y="517"/>
                </a:lnTo>
                <a:lnTo>
                  <a:pt x="87" y="517"/>
                </a:lnTo>
                <a:lnTo>
                  <a:pt x="87" y="516"/>
                </a:lnTo>
                <a:lnTo>
                  <a:pt x="87" y="515"/>
                </a:lnTo>
                <a:lnTo>
                  <a:pt x="87" y="514"/>
                </a:lnTo>
                <a:lnTo>
                  <a:pt x="88" y="513"/>
                </a:lnTo>
                <a:lnTo>
                  <a:pt x="88" y="512"/>
                </a:lnTo>
                <a:lnTo>
                  <a:pt x="89" y="511"/>
                </a:lnTo>
                <a:lnTo>
                  <a:pt x="90" y="511"/>
                </a:lnTo>
                <a:lnTo>
                  <a:pt x="91" y="511"/>
                </a:lnTo>
                <a:lnTo>
                  <a:pt x="92" y="512"/>
                </a:lnTo>
                <a:lnTo>
                  <a:pt x="92" y="511"/>
                </a:lnTo>
                <a:lnTo>
                  <a:pt x="93" y="511"/>
                </a:lnTo>
                <a:lnTo>
                  <a:pt x="94" y="512"/>
                </a:lnTo>
                <a:lnTo>
                  <a:pt x="95" y="512"/>
                </a:lnTo>
                <a:lnTo>
                  <a:pt x="96" y="512"/>
                </a:lnTo>
                <a:lnTo>
                  <a:pt x="97" y="511"/>
                </a:lnTo>
                <a:lnTo>
                  <a:pt x="98" y="510"/>
                </a:lnTo>
                <a:lnTo>
                  <a:pt x="98" y="509"/>
                </a:lnTo>
                <a:lnTo>
                  <a:pt x="99" y="509"/>
                </a:lnTo>
                <a:lnTo>
                  <a:pt x="98" y="509"/>
                </a:lnTo>
                <a:lnTo>
                  <a:pt x="99" y="509"/>
                </a:lnTo>
                <a:lnTo>
                  <a:pt x="99" y="508"/>
                </a:lnTo>
                <a:lnTo>
                  <a:pt x="100" y="508"/>
                </a:lnTo>
                <a:lnTo>
                  <a:pt x="100" y="509"/>
                </a:lnTo>
                <a:lnTo>
                  <a:pt x="101" y="509"/>
                </a:lnTo>
                <a:lnTo>
                  <a:pt x="102" y="508"/>
                </a:lnTo>
                <a:lnTo>
                  <a:pt x="103" y="508"/>
                </a:lnTo>
                <a:lnTo>
                  <a:pt x="103" y="507"/>
                </a:lnTo>
                <a:lnTo>
                  <a:pt x="104" y="508"/>
                </a:lnTo>
                <a:lnTo>
                  <a:pt x="104" y="507"/>
                </a:lnTo>
                <a:lnTo>
                  <a:pt x="105" y="507"/>
                </a:lnTo>
                <a:lnTo>
                  <a:pt x="105" y="506"/>
                </a:lnTo>
                <a:lnTo>
                  <a:pt x="104" y="505"/>
                </a:lnTo>
                <a:lnTo>
                  <a:pt x="104" y="504"/>
                </a:lnTo>
                <a:lnTo>
                  <a:pt x="105" y="504"/>
                </a:lnTo>
                <a:lnTo>
                  <a:pt x="105" y="503"/>
                </a:lnTo>
                <a:lnTo>
                  <a:pt x="104" y="503"/>
                </a:lnTo>
                <a:lnTo>
                  <a:pt x="104" y="504"/>
                </a:lnTo>
                <a:lnTo>
                  <a:pt x="104" y="503"/>
                </a:lnTo>
                <a:lnTo>
                  <a:pt x="103" y="503"/>
                </a:lnTo>
                <a:lnTo>
                  <a:pt x="102" y="503"/>
                </a:lnTo>
                <a:lnTo>
                  <a:pt x="101" y="503"/>
                </a:lnTo>
                <a:lnTo>
                  <a:pt x="101" y="502"/>
                </a:lnTo>
                <a:lnTo>
                  <a:pt x="100" y="502"/>
                </a:lnTo>
                <a:lnTo>
                  <a:pt x="100" y="501"/>
                </a:lnTo>
                <a:lnTo>
                  <a:pt x="100" y="500"/>
                </a:lnTo>
                <a:lnTo>
                  <a:pt x="99" y="500"/>
                </a:lnTo>
                <a:lnTo>
                  <a:pt x="99" y="499"/>
                </a:lnTo>
                <a:lnTo>
                  <a:pt x="100" y="499"/>
                </a:lnTo>
                <a:lnTo>
                  <a:pt x="101" y="499"/>
                </a:lnTo>
                <a:lnTo>
                  <a:pt x="101" y="498"/>
                </a:lnTo>
                <a:lnTo>
                  <a:pt x="101" y="497"/>
                </a:lnTo>
                <a:lnTo>
                  <a:pt x="102" y="497"/>
                </a:lnTo>
                <a:lnTo>
                  <a:pt x="103" y="496"/>
                </a:lnTo>
                <a:lnTo>
                  <a:pt x="103" y="495"/>
                </a:lnTo>
                <a:lnTo>
                  <a:pt x="104" y="495"/>
                </a:lnTo>
                <a:lnTo>
                  <a:pt x="104" y="496"/>
                </a:lnTo>
                <a:lnTo>
                  <a:pt x="105" y="496"/>
                </a:lnTo>
                <a:lnTo>
                  <a:pt x="106" y="496"/>
                </a:lnTo>
                <a:lnTo>
                  <a:pt x="106" y="495"/>
                </a:lnTo>
                <a:lnTo>
                  <a:pt x="105" y="496"/>
                </a:lnTo>
                <a:lnTo>
                  <a:pt x="105" y="495"/>
                </a:lnTo>
                <a:lnTo>
                  <a:pt x="106" y="495"/>
                </a:lnTo>
                <a:lnTo>
                  <a:pt x="105" y="494"/>
                </a:lnTo>
                <a:lnTo>
                  <a:pt x="105" y="493"/>
                </a:lnTo>
                <a:lnTo>
                  <a:pt x="105" y="492"/>
                </a:lnTo>
                <a:lnTo>
                  <a:pt x="105" y="491"/>
                </a:lnTo>
                <a:lnTo>
                  <a:pt x="104" y="491"/>
                </a:lnTo>
                <a:lnTo>
                  <a:pt x="104" y="490"/>
                </a:lnTo>
                <a:lnTo>
                  <a:pt x="103" y="490"/>
                </a:lnTo>
                <a:lnTo>
                  <a:pt x="103" y="489"/>
                </a:lnTo>
                <a:lnTo>
                  <a:pt x="103" y="488"/>
                </a:lnTo>
                <a:lnTo>
                  <a:pt x="102" y="488"/>
                </a:lnTo>
                <a:lnTo>
                  <a:pt x="103" y="487"/>
                </a:lnTo>
                <a:lnTo>
                  <a:pt x="102" y="487"/>
                </a:lnTo>
                <a:lnTo>
                  <a:pt x="101" y="487"/>
                </a:lnTo>
                <a:lnTo>
                  <a:pt x="101" y="486"/>
                </a:lnTo>
                <a:lnTo>
                  <a:pt x="100" y="486"/>
                </a:lnTo>
                <a:lnTo>
                  <a:pt x="100" y="487"/>
                </a:lnTo>
                <a:lnTo>
                  <a:pt x="99" y="487"/>
                </a:lnTo>
                <a:lnTo>
                  <a:pt x="98" y="486"/>
                </a:lnTo>
                <a:lnTo>
                  <a:pt x="97" y="486"/>
                </a:lnTo>
                <a:lnTo>
                  <a:pt x="96" y="486"/>
                </a:lnTo>
                <a:lnTo>
                  <a:pt x="95" y="486"/>
                </a:lnTo>
                <a:lnTo>
                  <a:pt x="94" y="486"/>
                </a:lnTo>
                <a:lnTo>
                  <a:pt x="94" y="485"/>
                </a:lnTo>
                <a:lnTo>
                  <a:pt x="94" y="484"/>
                </a:lnTo>
                <a:lnTo>
                  <a:pt x="93" y="483"/>
                </a:lnTo>
                <a:lnTo>
                  <a:pt x="92" y="483"/>
                </a:lnTo>
                <a:lnTo>
                  <a:pt x="92" y="482"/>
                </a:lnTo>
                <a:lnTo>
                  <a:pt x="92" y="481"/>
                </a:lnTo>
                <a:lnTo>
                  <a:pt x="92" y="480"/>
                </a:lnTo>
                <a:lnTo>
                  <a:pt x="92" y="479"/>
                </a:lnTo>
                <a:lnTo>
                  <a:pt x="91" y="479"/>
                </a:lnTo>
                <a:lnTo>
                  <a:pt x="90" y="479"/>
                </a:lnTo>
                <a:lnTo>
                  <a:pt x="90" y="480"/>
                </a:lnTo>
                <a:lnTo>
                  <a:pt x="90" y="479"/>
                </a:lnTo>
                <a:lnTo>
                  <a:pt x="90" y="478"/>
                </a:lnTo>
                <a:lnTo>
                  <a:pt x="89" y="478"/>
                </a:lnTo>
                <a:lnTo>
                  <a:pt x="88" y="478"/>
                </a:lnTo>
                <a:lnTo>
                  <a:pt x="88" y="477"/>
                </a:lnTo>
                <a:lnTo>
                  <a:pt x="87" y="477"/>
                </a:lnTo>
                <a:lnTo>
                  <a:pt x="86" y="477"/>
                </a:lnTo>
                <a:lnTo>
                  <a:pt x="85" y="478"/>
                </a:lnTo>
                <a:lnTo>
                  <a:pt x="84" y="478"/>
                </a:lnTo>
                <a:lnTo>
                  <a:pt x="84" y="479"/>
                </a:lnTo>
                <a:lnTo>
                  <a:pt x="84" y="480"/>
                </a:lnTo>
                <a:lnTo>
                  <a:pt x="83" y="480"/>
                </a:lnTo>
                <a:lnTo>
                  <a:pt x="83" y="481"/>
                </a:lnTo>
                <a:lnTo>
                  <a:pt x="82" y="481"/>
                </a:lnTo>
                <a:lnTo>
                  <a:pt x="81" y="482"/>
                </a:lnTo>
                <a:lnTo>
                  <a:pt x="81" y="481"/>
                </a:lnTo>
                <a:lnTo>
                  <a:pt x="80" y="481"/>
                </a:lnTo>
                <a:lnTo>
                  <a:pt x="80" y="480"/>
                </a:lnTo>
                <a:lnTo>
                  <a:pt x="78" y="480"/>
                </a:lnTo>
                <a:lnTo>
                  <a:pt x="78" y="481"/>
                </a:lnTo>
                <a:lnTo>
                  <a:pt x="78" y="482"/>
                </a:lnTo>
                <a:lnTo>
                  <a:pt x="77" y="483"/>
                </a:lnTo>
                <a:lnTo>
                  <a:pt x="77" y="484"/>
                </a:lnTo>
                <a:lnTo>
                  <a:pt x="77" y="485"/>
                </a:lnTo>
                <a:lnTo>
                  <a:pt x="76" y="485"/>
                </a:lnTo>
                <a:lnTo>
                  <a:pt x="75" y="485"/>
                </a:lnTo>
                <a:lnTo>
                  <a:pt x="74" y="485"/>
                </a:lnTo>
                <a:lnTo>
                  <a:pt x="74" y="486"/>
                </a:lnTo>
                <a:lnTo>
                  <a:pt x="73" y="486"/>
                </a:lnTo>
                <a:lnTo>
                  <a:pt x="73" y="487"/>
                </a:lnTo>
                <a:lnTo>
                  <a:pt x="72" y="487"/>
                </a:lnTo>
                <a:lnTo>
                  <a:pt x="72" y="486"/>
                </a:lnTo>
                <a:lnTo>
                  <a:pt x="71" y="486"/>
                </a:lnTo>
                <a:lnTo>
                  <a:pt x="70" y="486"/>
                </a:lnTo>
                <a:lnTo>
                  <a:pt x="69" y="486"/>
                </a:lnTo>
                <a:lnTo>
                  <a:pt x="69" y="485"/>
                </a:lnTo>
                <a:lnTo>
                  <a:pt x="67" y="485"/>
                </a:lnTo>
                <a:lnTo>
                  <a:pt x="66" y="485"/>
                </a:lnTo>
                <a:lnTo>
                  <a:pt x="66" y="486"/>
                </a:lnTo>
                <a:lnTo>
                  <a:pt x="65" y="487"/>
                </a:lnTo>
                <a:lnTo>
                  <a:pt x="66" y="487"/>
                </a:lnTo>
                <a:lnTo>
                  <a:pt x="66" y="488"/>
                </a:lnTo>
                <a:lnTo>
                  <a:pt x="65" y="488"/>
                </a:lnTo>
                <a:lnTo>
                  <a:pt x="65" y="489"/>
                </a:lnTo>
                <a:lnTo>
                  <a:pt x="65" y="490"/>
                </a:lnTo>
                <a:lnTo>
                  <a:pt x="64" y="490"/>
                </a:lnTo>
                <a:lnTo>
                  <a:pt x="64" y="489"/>
                </a:lnTo>
                <a:lnTo>
                  <a:pt x="63" y="488"/>
                </a:lnTo>
                <a:lnTo>
                  <a:pt x="62" y="488"/>
                </a:lnTo>
                <a:lnTo>
                  <a:pt x="62" y="489"/>
                </a:lnTo>
                <a:lnTo>
                  <a:pt x="62" y="490"/>
                </a:lnTo>
                <a:lnTo>
                  <a:pt x="61" y="489"/>
                </a:lnTo>
                <a:lnTo>
                  <a:pt x="60" y="489"/>
                </a:lnTo>
                <a:lnTo>
                  <a:pt x="59" y="489"/>
                </a:lnTo>
                <a:lnTo>
                  <a:pt x="58" y="489"/>
                </a:lnTo>
                <a:lnTo>
                  <a:pt x="57" y="489"/>
                </a:lnTo>
                <a:lnTo>
                  <a:pt x="57" y="487"/>
                </a:lnTo>
                <a:lnTo>
                  <a:pt x="56" y="487"/>
                </a:lnTo>
                <a:lnTo>
                  <a:pt x="55" y="487"/>
                </a:lnTo>
                <a:lnTo>
                  <a:pt x="54" y="488"/>
                </a:lnTo>
                <a:lnTo>
                  <a:pt x="53" y="488"/>
                </a:lnTo>
                <a:lnTo>
                  <a:pt x="53" y="487"/>
                </a:lnTo>
                <a:lnTo>
                  <a:pt x="52" y="487"/>
                </a:lnTo>
                <a:lnTo>
                  <a:pt x="51" y="488"/>
                </a:lnTo>
                <a:lnTo>
                  <a:pt x="51" y="487"/>
                </a:lnTo>
                <a:lnTo>
                  <a:pt x="50" y="488"/>
                </a:lnTo>
                <a:lnTo>
                  <a:pt x="50" y="489"/>
                </a:lnTo>
                <a:lnTo>
                  <a:pt x="49" y="489"/>
                </a:lnTo>
                <a:lnTo>
                  <a:pt x="49" y="488"/>
                </a:lnTo>
                <a:lnTo>
                  <a:pt x="48" y="489"/>
                </a:lnTo>
                <a:lnTo>
                  <a:pt x="47" y="489"/>
                </a:lnTo>
                <a:lnTo>
                  <a:pt x="47" y="490"/>
                </a:lnTo>
                <a:lnTo>
                  <a:pt x="46" y="491"/>
                </a:lnTo>
                <a:lnTo>
                  <a:pt x="45" y="491"/>
                </a:lnTo>
                <a:lnTo>
                  <a:pt x="44" y="491"/>
                </a:lnTo>
                <a:lnTo>
                  <a:pt x="43" y="491"/>
                </a:lnTo>
                <a:lnTo>
                  <a:pt x="42" y="492"/>
                </a:lnTo>
                <a:lnTo>
                  <a:pt x="42" y="493"/>
                </a:lnTo>
                <a:lnTo>
                  <a:pt x="42" y="494"/>
                </a:lnTo>
                <a:lnTo>
                  <a:pt x="41" y="494"/>
                </a:lnTo>
                <a:lnTo>
                  <a:pt x="41" y="493"/>
                </a:lnTo>
                <a:lnTo>
                  <a:pt x="41" y="492"/>
                </a:lnTo>
                <a:lnTo>
                  <a:pt x="40" y="492"/>
                </a:lnTo>
                <a:lnTo>
                  <a:pt x="40" y="491"/>
                </a:lnTo>
                <a:lnTo>
                  <a:pt x="40" y="490"/>
                </a:lnTo>
                <a:lnTo>
                  <a:pt x="41" y="489"/>
                </a:lnTo>
                <a:lnTo>
                  <a:pt x="40" y="489"/>
                </a:lnTo>
                <a:lnTo>
                  <a:pt x="40" y="488"/>
                </a:lnTo>
                <a:lnTo>
                  <a:pt x="41" y="488"/>
                </a:lnTo>
                <a:lnTo>
                  <a:pt x="42" y="488"/>
                </a:lnTo>
                <a:lnTo>
                  <a:pt x="43" y="488"/>
                </a:lnTo>
                <a:lnTo>
                  <a:pt x="43" y="487"/>
                </a:lnTo>
                <a:lnTo>
                  <a:pt x="42" y="487"/>
                </a:lnTo>
                <a:lnTo>
                  <a:pt x="41" y="487"/>
                </a:lnTo>
                <a:lnTo>
                  <a:pt x="40" y="486"/>
                </a:lnTo>
                <a:lnTo>
                  <a:pt x="40" y="485"/>
                </a:lnTo>
                <a:lnTo>
                  <a:pt x="41" y="485"/>
                </a:lnTo>
                <a:lnTo>
                  <a:pt x="42" y="484"/>
                </a:lnTo>
                <a:lnTo>
                  <a:pt x="42" y="483"/>
                </a:lnTo>
                <a:lnTo>
                  <a:pt x="41" y="483"/>
                </a:lnTo>
                <a:lnTo>
                  <a:pt x="41" y="482"/>
                </a:lnTo>
                <a:lnTo>
                  <a:pt x="42" y="482"/>
                </a:lnTo>
                <a:lnTo>
                  <a:pt x="41" y="482"/>
                </a:lnTo>
                <a:lnTo>
                  <a:pt x="41" y="481"/>
                </a:lnTo>
                <a:lnTo>
                  <a:pt x="41" y="480"/>
                </a:lnTo>
                <a:lnTo>
                  <a:pt x="42" y="480"/>
                </a:lnTo>
                <a:lnTo>
                  <a:pt x="42" y="479"/>
                </a:lnTo>
                <a:lnTo>
                  <a:pt x="41" y="479"/>
                </a:lnTo>
                <a:lnTo>
                  <a:pt x="41" y="480"/>
                </a:lnTo>
                <a:lnTo>
                  <a:pt x="40" y="480"/>
                </a:lnTo>
                <a:lnTo>
                  <a:pt x="39" y="480"/>
                </a:lnTo>
                <a:lnTo>
                  <a:pt x="39" y="479"/>
                </a:lnTo>
                <a:lnTo>
                  <a:pt x="38" y="479"/>
                </a:lnTo>
                <a:lnTo>
                  <a:pt x="37" y="478"/>
                </a:lnTo>
                <a:lnTo>
                  <a:pt x="36" y="477"/>
                </a:lnTo>
                <a:lnTo>
                  <a:pt x="37" y="477"/>
                </a:lnTo>
                <a:lnTo>
                  <a:pt x="37" y="476"/>
                </a:lnTo>
                <a:lnTo>
                  <a:pt x="38" y="475"/>
                </a:lnTo>
                <a:lnTo>
                  <a:pt x="39" y="475"/>
                </a:lnTo>
                <a:lnTo>
                  <a:pt x="39" y="474"/>
                </a:lnTo>
                <a:lnTo>
                  <a:pt x="38" y="474"/>
                </a:lnTo>
                <a:lnTo>
                  <a:pt x="37" y="474"/>
                </a:lnTo>
                <a:lnTo>
                  <a:pt x="36" y="473"/>
                </a:lnTo>
                <a:lnTo>
                  <a:pt x="35" y="473"/>
                </a:lnTo>
                <a:lnTo>
                  <a:pt x="34" y="473"/>
                </a:lnTo>
                <a:lnTo>
                  <a:pt x="34" y="474"/>
                </a:lnTo>
                <a:lnTo>
                  <a:pt x="33" y="474"/>
                </a:lnTo>
                <a:lnTo>
                  <a:pt x="33" y="473"/>
                </a:lnTo>
                <a:lnTo>
                  <a:pt x="33" y="472"/>
                </a:lnTo>
                <a:lnTo>
                  <a:pt x="34" y="471"/>
                </a:lnTo>
                <a:lnTo>
                  <a:pt x="34" y="470"/>
                </a:lnTo>
                <a:lnTo>
                  <a:pt x="35" y="470"/>
                </a:lnTo>
                <a:lnTo>
                  <a:pt x="34" y="470"/>
                </a:lnTo>
                <a:lnTo>
                  <a:pt x="34" y="468"/>
                </a:lnTo>
                <a:lnTo>
                  <a:pt x="34" y="467"/>
                </a:lnTo>
                <a:lnTo>
                  <a:pt x="34" y="466"/>
                </a:lnTo>
                <a:lnTo>
                  <a:pt x="35" y="466"/>
                </a:lnTo>
                <a:lnTo>
                  <a:pt x="35" y="465"/>
                </a:lnTo>
                <a:lnTo>
                  <a:pt x="36" y="465"/>
                </a:lnTo>
                <a:lnTo>
                  <a:pt x="37" y="465"/>
                </a:lnTo>
                <a:lnTo>
                  <a:pt x="37" y="464"/>
                </a:lnTo>
                <a:lnTo>
                  <a:pt x="37" y="463"/>
                </a:lnTo>
                <a:lnTo>
                  <a:pt x="37" y="462"/>
                </a:lnTo>
                <a:lnTo>
                  <a:pt x="38" y="462"/>
                </a:lnTo>
                <a:lnTo>
                  <a:pt x="37" y="462"/>
                </a:lnTo>
                <a:lnTo>
                  <a:pt x="37" y="461"/>
                </a:lnTo>
                <a:lnTo>
                  <a:pt x="36" y="461"/>
                </a:lnTo>
                <a:lnTo>
                  <a:pt x="36" y="460"/>
                </a:lnTo>
                <a:lnTo>
                  <a:pt x="37" y="458"/>
                </a:lnTo>
                <a:lnTo>
                  <a:pt x="36" y="458"/>
                </a:lnTo>
                <a:lnTo>
                  <a:pt x="35" y="457"/>
                </a:lnTo>
                <a:lnTo>
                  <a:pt x="34" y="457"/>
                </a:lnTo>
                <a:lnTo>
                  <a:pt x="34" y="456"/>
                </a:lnTo>
                <a:lnTo>
                  <a:pt x="33" y="456"/>
                </a:lnTo>
                <a:lnTo>
                  <a:pt x="33" y="455"/>
                </a:lnTo>
                <a:lnTo>
                  <a:pt x="34" y="455"/>
                </a:lnTo>
                <a:lnTo>
                  <a:pt x="34" y="454"/>
                </a:lnTo>
                <a:lnTo>
                  <a:pt x="33" y="453"/>
                </a:lnTo>
                <a:lnTo>
                  <a:pt x="33" y="452"/>
                </a:lnTo>
                <a:lnTo>
                  <a:pt x="32" y="451"/>
                </a:lnTo>
                <a:lnTo>
                  <a:pt x="32" y="450"/>
                </a:lnTo>
                <a:lnTo>
                  <a:pt x="31" y="449"/>
                </a:lnTo>
                <a:lnTo>
                  <a:pt x="31" y="448"/>
                </a:lnTo>
                <a:lnTo>
                  <a:pt x="31" y="447"/>
                </a:lnTo>
                <a:lnTo>
                  <a:pt x="31" y="446"/>
                </a:lnTo>
                <a:lnTo>
                  <a:pt x="31" y="445"/>
                </a:lnTo>
                <a:lnTo>
                  <a:pt x="30" y="445"/>
                </a:lnTo>
                <a:lnTo>
                  <a:pt x="31" y="444"/>
                </a:lnTo>
                <a:lnTo>
                  <a:pt x="31" y="443"/>
                </a:lnTo>
                <a:lnTo>
                  <a:pt x="32" y="443"/>
                </a:lnTo>
                <a:lnTo>
                  <a:pt x="33" y="441"/>
                </a:lnTo>
                <a:lnTo>
                  <a:pt x="34" y="441"/>
                </a:lnTo>
                <a:lnTo>
                  <a:pt x="34" y="440"/>
                </a:lnTo>
                <a:lnTo>
                  <a:pt x="34" y="439"/>
                </a:lnTo>
                <a:lnTo>
                  <a:pt x="35" y="438"/>
                </a:lnTo>
                <a:lnTo>
                  <a:pt x="35" y="437"/>
                </a:lnTo>
                <a:lnTo>
                  <a:pt x="35" y="436"/>
                </a:lnTo>
                <a:lnTo>
                  <a:pt x="35" y="435"/>
                </a:lnTo>
                <a:lnTo>
                  <a:pt x="35" y="434"/>
                </a:lnTo>
                <a:lnTo>
                  <a:pt x="36" y="434"/>
                </a:lnTo>
                <a:lnTo>
                  <a:pt x="37" y="432"/>
                </a:lnTo>
                <a:lnTo>
                  <a:pt x="37" y="431"/>
                </a:lnTo>
                <a:lnTo>
                  <a:pt x="38" y="431"/>
                </a:lnTo>
                <a:lnTo>
                  <a:pt x="39" y="431"/>
                </a:lnTo>
                <a:lnTo>
                  <a:pt x="39" y="430"/>
                </a:lnTo>
                <a:lnTo>
                  <a:pt x="39" y="431"/>
                </a:lnTo>
                <a:lnTo>
                  <a:pt x="39" y="430"/>
                </a:lnTo>
                <a:lnTo>
                  <a:pt x="39" y="429"/>
                </a:lnTo>
                <a:lnTo>
                  <a:pt x="40" y="428"/>
                </a:lnTo>
                <a:lnTo>
                  <a:pt x="41" y="428"/>
                </a:lnTo>
                <a:lnTo>
                  <a:pt x="40" y="428"/>
                </a:lnTo>
                <a:lnTo>
                  <a:pt x="40" y="427"/>
                </a:lnTo>
                <a:lnTo>
                  <a:pt x="40" y="426"/>
                </a:lnTo>
                <a:lnTo>
                  <a:pt x="40" y="425"/>
                </a:lnTo>
                <a:lnTo>
                  <a:pt x="41" y="424"/>
                </a:lnTo>
                <a:lnTo>
                  <a:pt x="41" y="423"/>
                </a:lnTo>
                <a:lnTo>
                  <a:pt x="40" y="422"/>
                </a:lnTo>
                <a:lnTo>
                  <a:pt x="40" y="421"/>
                </a:lnTo>
                <a:lnTo>
                  <a:pt x="40" y="420"/>
                </a:lnTo>
                <a:lnTo>
                  <a:pt x="40" y="419"/>
                </a:lnTo>
                <a:lnTo>
                  <a:pt x="41" y="419"/>
                </a:lnTo>
                <a:lnTo>
                  <a:pt x="41" y="418"/>
                </a:lnTo>
                <a:lnTo>
                  <a:pt x="40" y="418"/>
                </a:lnTo>
                <a:lnTo>
                  <a:pt x="40" y="417"/>
                </a:lnTo>
                <a:lnTo>
                  <a:pt x="39" y="417"/>
                </a:lnTo>
                <a:lnTo>
                  <a:pt x="39" y="416"/>
                </a:lnTo>
                <a:lnTo>
                  <a:pt x="39" y="415"/>
                </a:lnTo>
                <a:lnTo>
                  <a:pt x="40" y="415"/>
                </a:lnTo>
                <a:lnTo>
                  <a:pt x="40" y="414"/>
                </a:lnTo>
                <a:lnTo>
                  <a:pt x="41" y="414"/>
                </a:lnTo>
                <a:lnTo>
                  <a:pt x="41" y="413"/>
                </a:lnTo>
                <a:lnTo>
                  <a:pt x="42" y="412"/>
                </a:lnTo>
                <a:lnTo>
                  <a:pt x="41" y="412"/>
                </a:lnTo>
                <a:lnTo>
                  <a:pt x="42" y="411"/>
                </a:lnTo>
                <a:lnTo>
                  <a:pt x="42" y="410"/>
                </a:lnTo>
                <a:lnTo>
                  <a:pt x="42" y="409"/>
                </a:lnTo>
                <a:lnTo>
                  <a:pt x="43" y="409"/>
                </a:lnTo>
                <a:lnTo>
                  <a:pt x="44" y="409"/>
                </a:lnTo>
                <a:lnTo>
                  <a:pt x="45" y="409"/>
                </a:lnTo>
                <a:lnTo>
                  <a:pt x="45" y="410"/>
                </a:lnTo>
                <a:lnTo>
                  <a:pt x="46" y="410"/>
                </a:lnTo>
                <a:lnTo>
                  <a:pt x="47" y="410"/>
                </a:lnTo>
                <a:lnTo>
                  <a:pt x="48" y="409"/>
                </a:lnTo>
                <a:lnTo>
                  <a:pt x="49" y="408"/>
                </a:lnTo>
                <a:lnTo>
                  <a:pt x="48" y="408"/>
                </a:lnTo>
                <a:lnTo>
                  <a:pt x="48" y="407"/>
                </a:lnTo>
                <a:lnTo>
                  <a:pt x="50" y="406"/>
                </a:lnTo>
                <a:lnTo>
                  <a:pt x="51" y="406"/>
                </a:lnTo>
                <a:lnTo>
                  <a:pt x="51" y="405"/>
                </a:lnTo>
                <a:lnTo>
                  <a:pt x="52" y="405"/>
                </a:lnTo>
                <a:lnTo>
                  <a:pt x="53" y="404"/>
                </a:lnTo>
                <a:lnTo>
                  <a:pt x="54" y="404"/>
                </a:lnTo>
                <a:lnTo>
                  <a:pt x="54" y="405"/>
                </a:lnTo>
                <a:lnTo>
                  <a:pt x="55" y="405"/>
                </a:lnTo>
                <a:lnTo>
                  <a:pt x="56" y="404"/>
                </a:lnTo>
                <a:lnTo>
                  <a:pt x="57" y="403"/>
                </a:lnTo>
                <a:lnTo>
                  <a:pt x="58" y="402"/>
                </a:lnTo>
                <a:lnTo>
                  <a:pt x="59" y="402"/>
                </a:lnTo>
                <a:lnTo>
                  <a:pt x="59" y="401"/>
                </a:lnTo>
                <a:lnTo>
                  <a:pt x="58" y="401"/>
                </a:lnTo>
                <a:lnTo>
                  <a:pt x="58" y="400"/>
                </a:lnTo>
                <a:lnTo>
                  <a:pt x="58" y="399"/>
                </a:lnTo>
                <a:lnTo>
                  <a:pt x="59" y="399"/>
                </a:lnTo>
                <a:lnTo>
                  <a:pt x="59" y="398"/>
                </a:lnTo>
                <a:lnTo>
                  <a:pt x="58" y="398"/>
                </a:lnTo>
                <a:lnTo>
                  <a:pt x="58" y="397"/>
                </a:lnTo>
                <a:lnTo>
                  <a:pt x="58" y="396"/>
                </a:lnTo>
                <a:lnTo>
                  <a:pt x="57" y="396"/>
                </a:lnTo>
                <a:lnTo>
                  <a:pt x="56" y="397"/>
                </a:lnTo>
                <a:lnTo>
                  <a:pt x="55" y="397"/>
                </a:lnTo>
                <a:lnTo>
                  <a:pt x="55" y="396"/>
                </a:lnTo>
                <a:lnTo>
                  <a:pt x="55" y="395"/>
                </a:lnTo>
                <a:lnTo>
                  <a:pt x="54" y="395"/>
                </a:lnTo>
                <a:lnTo>
                  <a:pt x="53" y="395"/>
                </a:lnTo>
                <a:lnTo>
                  <a:pt x="53" y="396"/>
                </a:lnTo>
                <a:lnTo>
                  <a:pt x="52" y="396"/>
                </a:lnTo>
                <a:lnTo>
                  <a:pt x="51" y="396"/>
                </a:lnTo>
                <a:lnTo>
                  <a:pt x="51" y="397"/>
                </a:lnTo>
                <a:lnTo>
                  <a:pt x="50" y="397"/>
                </a:lnTo>
                <a:lnTo>
                  <a:pt x="49" y="397"/>
                </a:lnTo>
                <a:lnTo>
                  <a:pt x="48" y="398"/>
                </a:lnTo>
                <a:lnTo>
                  <a:pt x="47" y="398"/>
                </a:lnTo>
                <a:lnTo>
                  <a:pt x="47" y="399"/>
                </a:lnTo>
                <a:lnTo>
                  <a:pt x="46" y="399"/>
                </a:lnTo>
                <a:lnTo>
                  <a:pt x="46" y="400"/>
                </a:lnTo>
                <a:lnTo>
                  <a:pt x="45" y="400"/>
                </a:lnTo>
                <a:lnTo>
                  <a:pt x="44" y="400"/>
                </a:lnTo>
                <a:lnTo>
                  <a:pt x="43" y="400"/>
                </a:lnTo>
                <a:lnTo>
                  <a:pt x="43" y="399"/>
                </a:lnTo>
                <a:lnTo>
                  <a:pt x="43" y="398"/>
                </a:lnTo>
                <a:lnTo>
                  <a:pt x="42" y="399"/>
                </a:lnTo>
                <a:lnTo>
                  <a:pt x="42" y="398"/>
                </a:lnTo>
                <a:lnTo>
                  <a:pt x="41" y="398"/>
                </a:lnTo>
                <a:lnTo>
                  <a:pt x="40" y="399"/>
                </a:lnTo>
                <a:lnTo>
                  <a:pt x="40" y="398"/>
                </a:lnTo>
                <a:lnTo>
                  <a:pt x="39" y="398"/>
                </a:lnTo>
                <a:lnTo>
                  <a:pt x="39" y="399"/>
                </a:lnTo>
                <a:lnTo>
                  <a:pt x="38" y="399"/>
                </a:lnTo>
                <a:lnTo>
                  <a:pt x="37" y="400"/>
                </a:lnTo>
                <a:lnTo>
                  <a:pt x="36" y="400"/>
                </a:lnTo>
                <a:lnTo>
                  <a:pt x="36" y="401"/>
                </a:lnTo>
                <a:lnTo>
                  <a:pt x="35" y="401"/>
                </a:lnTo>
                <a:lnTo>
                  <a:pt x="35" y="402"/>
                </a:lnTo>
                <a:lnTo>
                  <a:pt x="34" y="401"/>
                </a:lnTo>
                <a:lnTo>
                  <a:pt x="33" y="400"/>
                </a:lnTo>
                <a:lnTo>
                  <a:pt x="34" y="400"/>
                </a:lnTo>
                <a:lnTo>
                  <a:pt x="34" y="399"/>
                </a:lnTo>
                <a:lnTo>
                  <a:pt x="33" y="398"/>
                </a:lnTo>
                <a:lnTo>
                  <a:pt x="33" y="397"/>
                </a:lnTo>
                <a:lnTo>
                  <a:pt x="34" y="397"/>
                </a:lnTo>
                <a:lnTo>
                  <a:pt x="35" y="397"/>
                </a:lnTo>
                <a:lnTo>
                  <a:pt x="35" y="396"/>
                </a:lnTo>
                <a:lnTo>
                  <a:pt x="36" y="396"/>
                </a:lnTo>
                <a:lnTo>
                  <a:pt x="36" y="393"/>
                </a:lnTo>
                <a:lnTo>
                  <a:pt x="37" y="392"/>
                </a:lnTo>
                <a:lnTo>
                  <a:pt x="38" y="391"/>
                </a:lnTo>
                <a:lnTo>
                  <a:pt x="39" y="391"/>
                </a:lnTo>
                <a:lnTo>
                  <a:pt x="40" y="390"/>
                </a:lnTo>
                <a:lnTo>
                  <a:pt x="41" y="390"/>
                </a:lnTo>
                <a:lnTo>
                  <a:pt x="40" y="389"/>
                </a:lnTo>
                <a:lnTo>
                  <a:pt x="40" y="388"/>
                </a:lnTo>
                <a:lnTo>
                  <a:pt x="40" y="387"/>
                </a:lnTo>
                <a:lnTo>
                  <a:pt x="41" y="387"/>
                </a:lnTo>
                <a:lnTo>
                  <a:pt x="41" y="386"/>
                </a:lnTo>
                <a:lnTo>
                  <a:pt x="42" y="385"/>
                </a:lnTo>
                <a:lnTo>
                  <a:pt x="41" y="385"/>
                </a:lnTo>
                <a:lnTo>
                  <a:pt x="42" y="384"/>
                </a:lnTo>
                <a:lnTo>
                  <a:pt x="41" y="384"/>
                </a:lnTo>
                <a:lnTo>
                  <a:pt x="42" y="383"/>
                </a:lnTo>
                <a:lnTo>
                  <a:pt x="43" y="383"/>
                </a:lnTo>
                <a:lnTo>
                  <a:pt x="42" y="382"/>
                </a:lnTo>
                <a:lnTo>
                  <a:pt x="42" y="381"/>
                </a:lnTo>
                <a:lnTo>
                  <a:pt x="41" y="381"/>
                </a:lnTo>
                <a:lnTo>
                  <a:pt x="42" y="380"/>
                </a:lnTo>
                <a:lnTo>
                  <a:pt x="41" y="380"/>
                </a:lnTo>
                <a:lnTo>
                  <a:pt x="41" y="379"/>
                </a:lnTo>
                <a:lnTo>
                  <a:pt x="41" y="378"/>
                </a:lnTo>
                <a:lnTo>
                  <a:pt x="42" y="378"/>
                </a:lnTo>
                <a:lnTo>
                  <a:pt x="42" y="377"/>
                </a:lnTo>
                <a:lnTo>
                  <a:pt x="43" y="377"/>
                </a:lnTo>
                <a:lnTo>
                  <a:pt x="43" y="376"/>
                </a:lnTo>
                <a:lnTo>
                  <a:pt x="44" y="376"/>
                </a:lnTo>
                <a:lnTo>
                  <a:pt x="44" y="375"/>
                </a:lnTo>
                <a:lnTo>
                  <a:pt x="45" y="375"/>
                </a:lnTo>
                <a:lnTo>
                  <a:pt x="45" y="376"/>
                </a:lnTo>
                <a:lnTo>
                  <a:pt x="46" y="376"/>
                </a:lnTo>
                <a:lnTo>
                  <a:pt x="46" y="375"/>
                </a:lnTo>
                <a:lnTo>
                  <a:pt x="46" y="374"/>
                </a:lnTo>
                <a:lnTo>
                  <a:pt x="46" y="373"/>
                </a:lnTo>
                <a:lnTo>
                  <a:pt x="46" y="372"/>
                </a:lnTo>
                <a:lnTo>
                  <a:pt x="46" y="371"/>
                </a:lnTo>
                <a:lnTo>
                  <a:pt x="46" y="370"/>
                </a:lnTo>
                <a:lnTo>
                  <a:pt x="47" y="370"/>
                </a:lnTo>
                <a:lnTo>
                  <a:pt x="47" y="369"/>
                </a:lnTo>
                <a:lnTo>
                  <a:pt x="47" y="368"/>
                </a:lnTo>
                <a:lnTo>
                  <a:pt x="45" y="368"/>
                </a:lnTo>
                <a:lnTo>
                  <a:pt x="45" y="367"/>
                </a:lnTo>
                <a:lnTo>
                  <a:pt x="45" y="366"/>
                </a:lnTo>
                <a:lnTo>
                  <a:pt x="46" y="366"/>
                </a:lnTo>
                <a:lnTo>
                  <a:pt x="46" y="365"/>
                </a:lnTo>
                <a:lnTo>
                  <a:pt x="46" y="364"/>
                </a:lnTo>
                <a:lnTo>
                  <a:pt x="46" y="363"/>
                </a:lnTo>
                <a:lnTo>
                  <a:pt x="47" y="362"/>
                </a:lnTo>
                <a:lnTo>
                  <a:pt x="47" y="361"/>
                </a:lnTo>
                <a:lnTo>
                  <a:pt x="47" y="360"/>
                </a:lnTo>
                <a:lnTo>
                  <a:pt x="48" y="360"/>
                </a:lnTo>
                <a:lnTo>
                  <a:pt x="48" y="359"/>
                </a:lnTo>
                <a:lnTo>
                  <a:pt x="48" y="358"/>
                </a:lnTo>
                <a:lnTo>
                  <a:pt x="47" y="358"/>
                </a:lnTo>
                <a:lnTo>
                  <a:pt x="46" y="358"/>
                </a:lnTo>
                <a:lnTo>
                  <a:pt x="45" y="358"/>
                </a:lnTo>
                <a:lnTo>
                  <a:pt x="44" y="358"/>
                </a:lnTo>
                <a:lnTo>
                  <a:pt x="42" y="358"/>
                </a:lnTo>
                <a:lnTo>
                  <a:pt x="42" y="357"/>
                </a:lnTo>
                <a:lnTo>
                  <a:pt x="41" y="357"/>
                </a:lnTo>
                <a:lnTo>
                  <a:pt x="40" y="357"/>
                </a:lnTo>
                <a:lnTo>
                  <a:pt x="40" y="356"/>
                </a:lnTo>
                <a:lnTo>
                  <a:pt x="39" y="355"/>
                </a:lnTo>
                <a:lnTo>
                  <a:pt x="38" y="354"/>
                </a:lnTo>
                <a:lnTo>
                  <a:pt x="37" y="354"/>
                </a:lnTo>
                <a:lnTo>
                  <a:pt x="36" y="354"/>
                </a:lnTo>
                <a:lnTo>
                  <a:pt x="35" y="354"/>
                </a:lnTo>
                <a:lnTo>
                  <a:pt x="34" y="354"/>
                </a:lnTo>
                <a:lnTo>
                  <a:pt x="33" y="354"/>
                </a:lnTo>
                <a:lnTo>
                  <a:pt x="32" y="354"/>
                </a:lnTo>
                <a:lnTo>
                  <a:pt x="31" y="354"/>
                </a:lnTo>
                <a:lnTo>
                  <a:pt x="30" y="354"/>
                </a:lnTo>
                <a:lnTo>
                  <a:pt x="29" y="354"/>
                </a:lnTo>
                <a:lnTo>
                  <a:pt x="29" y="353"/>
                </a:lnTo>
                <a:lnTo>
                  <a:pt x="29" y="352"/>
                </a:lnTo>
                <a:lnTo>
                  <a:pt x="28" y="352"/>
                </a:lnTo>
                <a:lnTo>
                  <a:pt x="28" y="351"/>
                </a:lnTo>
                <a:lnTo>
                  <a:pt x="27" y="350"/>
                </a:lnTo>
                <a:lnTo>
                  <a:pt x="26" y="350"/>
                </a:lnTo>
                <a:lnTo>
                  <a:pt x="25" y="349"/>
                </a:lnTo>
                <a:lnTo>
                  <a:pt x="26" y="349"/>
                </a:lnTo>
                <a:lnTo>
                  <a:pt x="26" y="345"/>
                </a:lnTo>
                <a:lnTo>
                  <a:pt x="25" y="345"/>
                </a:lnTo>
                <a:lnTo>
                  <a:pt x="25" y="344"/>
                </a:lnTo>
                <a:lnTo>
                  <a:pt x="25" y="343"/>
                </a:lnTo>
                <a:lnTo>
                  <a:pt x="25" y="341"/>
                </a:lnTo>
                <a:lnTo>
                  <a:pt x="25" y="340"/>
                </a:lnTo>
                <a:lnTo>
                  <a:pt x="25" y="339"/>
                </a:lnTo>
                <a:lnTo>
                  <a:pt x="24" y="338"/>
                </a:lnTo>
                <a:lnTo>
                  <a:pt x="24" y="337"/>
                </a:lnTo>
                <a:lnTo>
                  <a:pt x="24" y="336"/>
                </a:lnTo>
                <a:lnTo>
                  <a:pt x="23" y="336"/>
                </a:lnTo>
                <a:lnTo>
                  <a:pt x="23" y="335"/>
                </a:lnTo>
                <a:lnTo>
                  <a:pt x="23" y="334"/>
                </a:lnTo>
                <a:lnTo>
                  <a:pt x="25" y="333"/>
                </a:lnTo>
                <a:lnTo>
                  <a:pt x="25" y="332"/>
                </a:lnTo>
                <a:lnTo>
                  <a:pt x="25" y="331"/>
                </a:lnTo>
                <a:lnTo>
                  <a:pt x="27" y="329"/>
                </a:lnTo>
                <a:lnTo>
                  <a:pt x="28" y="329"/>
                </a:lnTo>
                <a:lnTo>
                  <a:pt x="28" y="328"/>
                </a:lnTo>
                <a:lnTo>
                  <a:pt x="28" y="326"/>
                </a:lnTo>
                <a:lnTo>
                  <a:pt x="28" y="325"/>
                </a:lnTo>
                <a:lnTo>
                  <a:pt x="29" y="325"/>
                </a:lnTo>
                <a:lnTo>
                  <a:pt x="29" y="324"/>
                </a:lnTo>
                <a:lnTo>
                  <a:pt x="29" y="323"/>
                </a:lnTo>
                <a:lnTo>
                  <a:pt x="29" y="322"/>
                </a:lnTo>
                <a:lnTo>
                  <a:pt x="30" y="322"/>
                </a:lnTo>
                <a:lnTo>
                  <a:pt x="30" y="321"/>
                </a:lnTo>
                <a:lnTo>
                  <a:pt x="31" y="321"/>
                </a:lnTo>
                <a:lnTo>
                  <a:pt x="31" y="320"/>
                </a:lnTo>
                <a:lnTo>
                  <a:pt x="31" y="319"/>
                </a:lnTo>
                <a:lnTo>
                  <a:pt x="30" y="319"/>
                </a:lnTo>
                <a:lnTo>
                  <a:pt x="29" y="319"/>
                </a:lnTo>
                <a:lnTo>
                  <a:pt x="28" y="319"/>
                </a:lnTo>
                <a:lnTo>
                  <a:pt x="28" y="318"/>
                </a:lnTo>
                <a:lnTo>
                  <a:pt x="28" y="317"/>
                </a:lnTo>
                <a:lnTo>
                  <a:pt x="27" y="317"/>
                </a:lnTo>
                <a:lnTo>
                  <a:pt x="26" y="316"/>
                </a:lnTo>
                <a:lnTo>
                  <a:pt x="26" y="315"/>
                </a:lnTo>
                <a:lnTo>
                  <a:pt x="26" y="314"/>
                </a:lnTo>
                <a:lnTo>
                  <a:pt x="26" y="313"/>
                </a:lnTo>
                <a:lnTo>
                  <a:pt x="25" y="313"/>
                </a:lnTo>
                <a:lnTo>
                  <a:pt x="24" y="312"/>
                </a:lnTo>
                <a:lnTo>
                  <a:pt x="22" y="310"/>
                </a:lnTo>
                <a:lnTo>
                  <a:pt x="21" y="310"/>
                </a:lnTo>
                <a:lnTo>
                  <a:pt x="21" y="309"/>
                </a:lnTo>
                <a:lnTo>
                  <a:pt x="21" y="308"/>
                </a:lnTo>
                <a:lnTo>
                  <a:pt x="21" y="307"/>
                </a:lnTo>
                <a:lnTo>
                  <a:pt x="21" y="306"/>
                </a:lnTo>
                <a:lnTo>
                  <a:pt x="21" y="305"/>
                </a:lnTo>
                <a:lnTo>
                  <a:pt x="20" y="305"/>
                </a:lnTo>
                <a:lnTo>
                  <a:pt x="19" y="305"/>
                </a:lnTo>
                <a:lnTo>
                  <a:pt x="19" y="306"/>
                </a:lnTo>
                <a:lnTo>
                  <a:pt x="18" y="306"/>
                </a:lnTo>
                <a:lnTo>
                  <a:pt x="17" y="305"/>
                </a:lnTo>
                <a:lnTo>
                  <a:pt x="18" y="305"/>
                </a:lnTo>
                <a:lnTo>
                  <a:pt x="18" y="304"/>
                </a:lnTo>
                <a:lnTo>
                  <a:pt x="18" y="303"/>
                </a:lnTo>
                <a:lnTo>
                  <a:pt x="17" y="303"/>
                </a:lnTo>
                <a:lnTo>
                  <a:pt x="18" y="302"/>
                </a:lnTo>
                <a:lnTo>
                  <a:pt x="18" y="301"/>
                </a:lnTo>
                <a:lnTo>
                  <a:pt x="18" y="300"/>
                </a:lnTo>
                <a:lnTo>
                  <a:pt x="19" y="300"/>
                </a:lnTo>
                <a:lnTo>
                  <a:pt x="20" y="299"/>
                </a:lnTo>
                <a:lnTo>
                  <a:pt x="20" y="298"/>
                </a:lnTo>
                <a:lnTo>
                  <a:pt x="21" y="298"/>
                </a:lnTo>
                <a:lnTo>
                  <a:pt x="21" y="297"/>
                </a:lnTo>
                <a:lnTo>
                  <a:pt x="22" y="295"/>
                </a:lnTo>
                <a:lnTo>
                  <a:pt x="23" y="293"/>
                </a:lnTo>
                <a:lnTo>
                  <a:pt x="23" y="292"/>
                </a:lnTo>
                <a:lnTo>
                  <a:pt x="24" y="291"/>
                </a:lnTo>
                <a:lnTo>
                  <a:pt x="24" y="290"/>
                </a:lnTo>
                <a:lnTo>
                  <a:pt x="26" y="287"/>
                </a:lnTo>
                <a:lnTo>
                  <a:pt x="26" y="286"/>
                </a:lnTo>
                <a:lnTo>
                  <a:pt x="26" y="285"/>
                </a:lnTo>
                <a:lnTo>
                  <a:pt x="27" y="285"/>
                </a:lnTo>
                <a:lnTo>
                  <a:pt x="26" y="285"/>
                </a:lnTo>
                <a:lnTo>
                  <a:pt x="25" y="285"/>
                </a:lnTo>
                <a:lnTo>
                  <a:pt x="25" y="283"/>
                </a:lnTo>
                <a:lnTo>
                  <a:pt x="25" y="282"/>
                </a:lnTo>
                <a:lnTo>
                  <a:pt x="25" y="281"/>
                </a:lnTo>
                <a:lnTo>
                  <a:pt x="26" y="281"/>
                </a:lnTo>
                <a:lnTo>
                  <a:pt x="26" y="280"/>
                </a:lnTo>
                <a:lnTo>
                  <a:pt x="27" y="280"/>
                </a:lnTo>
                <a:lnTo>
                  <a:pt x="27" y="279"/>
                </a:lnTo>
                <a:lnTo>
                  <a:pt x="26" y="279"/>
                </a:lnTo>
                <a:lnTo>
                  <a:pt x="26" y="278"/>
                </a:lnTo>
                <a:lnTo>
                  <a:pt x="27" y="277"/>
                </a:lnTo>
                <a:lnTo>
                  <a:pt x="26" y="276"/>
                </a:lnTo>
                <a:lnTo>
                  <a:pt x="25" y="277"/>
                </a:lnTo>
                <a:lnTo>
                  <a:pt x="24" y="277"/>
                </a:lnTo>
                <a:lnTo>
                  <a:pt x="23" y="276"/>
                </a:lnTo>
                <a:lnTo>
                  <a:pt x="23" y="277"/>
                </a:lnTo>
                <a:lnTo>
                  <a:pt x="22" y="278"/>
                </a:lnTo>
                <a:lnTo>
                  <a:pt x="21" y="278"/>
                </a:lnTo>
                <a:lnTo>
                  <a:pt x="21" y="277"/>
                </a:lnTo>
                <a:lnTo>
                  <a:pt x="20" y="277"/>
                </a:lnTo>
                <a:lnTo>
                  <a:pt x="19" y="278"/>
                </a:lnTo>
                <a:lnTo>
                  <a:pt x="17" y="278"/>
                </a:lnTo>
                <a:lnTo>
                  <a:pt x="16" y="278"/>
                </a:lnTo>
                <a:lnTo>
                  <a:pt x="15" y="278"/>
                </a:lnTo>
                <a:lnTo>
                  <a:pt x="15" y="279"/>
                </a:lnTo>
                <a:lnTo>
                  <a:pt x="14" y="280"/>
                </a:lnTo>
                <a:lnTo>
                  <a:pt x="13" y="280"/>
                </a:lnTo>
                <a:lnTo>
                  <a:pt x="13" y="279"/>
                </a:lnTo>
                <a:lnTo>
                  <a:pt x="12" y="279"/>
                </a:lnTo>
                <a:lnTo>
                  <a:pt x="12" y="280"/>
                </a:lnTo>
                <a:lnTo>
                  <a:pt x="12" y="281"/>
                </a:lnTo>
                <a:lnTo>
                  <a:pt x="11" y="281"/>
                </a:lnTo>
                <a:lnTo>
                  <a:pt x="9" y="281"/>
                </a:lnTo>
                <a:lnTo>
                  <a:pt x="8" y="280"/>
                </a:lnTo>
                <a:lnTo>
                  <a:pt x="7" y="279"/>
                </a:lnTo>
                <a:lnTo>
                  <a:pt x="6" y="279"/>
                </a:lnTo>
                <a:lnTo>
                  <a:pt x="5" y="279"/>
                </a:lnTo>
                <a:lnTo>
                  <a:pt x="4" y="279"/>
                </a:lnTo>
                <a:lnTo>
                  <a:pt x="3" y="279"/>
                </a:lnTo>
                <a:lnTo>
                  <a:pt x="2" y="278"/>
                </a:lnTo>
                <a:lnTo>
                  <a:pt x="2" y="277"/>
                </a:lnTo>
                <a:lnTo>
                  <a:pt x="3" y="276"/>
                </a:lnTo>
                <a:lnTo>
                  <a:pt x="2" y="276"/>
                </a:lnTo>
                <a:lnTo>
                  <a:pt x="2" y="275"/>
                </a:lnTo>
                <a:lnTo>
                  <a:pt x="3" y="275"/>
                </a:lnTo>
                <a:lnTo>
                  <a:pt x="4" y="274"/>
                </a:lnTo>
                <a:lnTo>
                  <a:pt x="5" y="274"/>
                </a:lnTo>
                <a:lnTo>
                  <a:pt x="5" y="273"/>
                </a:lnTo>
                <a:lnTo>
                  <a:pt x="4" y="273"/>
                </a:lnTo>
                <a:lnTo>
                  <a:pt x="4" y="272"/>
                </a:lnTo>
                <a:lnTo>
                  <a:pt x="3" y="272"/>
                </a:lnTo>
                <a:lnTo>
                  <a:pt x="2" y="272"/>
                </a:lnTo>
                <a:lnTo>
                  <a:pt x="2" y="271"/>
                </a:lnTo>
                <a:lnTo>
                  <a:pt x="2" y="270"/>
                </a:lnTo>
                <a:lnTo>
                  <a:pt x="2" y="269"/>
                </a:lnTo>
                <a:lnTo>
                  <a:pt x="2" y="268"/>
                </a:lnTo>
                <a:lnTo>
                  <a:pt x="2" y="267"/>
                </a:lnTo>
                <a:lnTo>
                  <a:pt x="1" y="267"/>
                </a:lnTo>
                <a:lnTo>
                  <a:pt x="2" y="267"/>
                </a:lnTo>
                <a:lnTo>
                  <a:pt x="3" y="266"/>
                </a:lnTo>
                <a:lnTo>
                  <a:pt x="4" y="263"/>
                </a:lnTo>
                <a:lnTo>
                  <a:pt x="5" y="262"/>
                </a:lnTo>
                <a:lnTo>
                  <a:pt x="4" y="261"/>
                </a:lnTo>
                <a:lnTo>
                  <a:pt x="4" y="262"/>
                </a:lnTo>
                <a:lnTo>
                  <a:pt x="3" y="262"/>
                </a:lnTo>
                <a:lnTo>
                  <a:pt x="2" y="262"/>
                </a:lnTo>
                <a:lnTo>
                  <a:pt x="1" y="261"/>
                </a:lnTo>
                <a:lnTo>
                  <a:pt x="0" y="261"/>
                </a:lnTo>
                <a:lnTo>
                  <a:pt x="0" y="260"/>
                </a:lnTo>
                <a:lnTo>
                  <a:pt x="0" y="259"/>
                </a:lnTo>
                <a:lnTo>
                  <a:pt x="0" y="258"/>
                </a:lnTo>
                <a:lnTo>
                  <a:pt x="1" y="258"/>
                </a:lnTo>
                <a:lnTo>
                  <a:pt x="1" y="257"/>
                </a:lnTo>
                <a:lnTo>
                  <a:pt x="2" y="257"/>
                </a:lnTo>
                <a:lnTo>
                  <a:pt x="2" y="256"/>
                </a:lnTo>
                <a:lnTo>
                  <a:pt x="2" y="255"/>
                </a:lnTo>
                <a:lnTo>
                  <a:pt x="3" y="255"/>
                </a:lnTo>
                <a:lnTo>
                  <a:pt x="3" y="254"/>
                </a:lnTo>
                <a:lnTo>
                  <a:pt x="2" y="254"/>
                </a:lnTo>
                <a:lnTo>
                  <a:pt x="2" y="252"/>
                </a:lnTo>
                <a:lnTo>
                  <a:pt x="3" y="252"/>
                </a:lnTo>
                <a:lnTo>
                  <a:pt x="3" y="251"/>
                </a:lnTo>
                <a:lnTo>
                  <a:pt x="2" y="250"/>
                </a:lnTo>
                <a:lnTo>
                  <a:pt x="3" y="250"/>
                </a:lnTo>
                <a:lnTo>
                  <a:pt x="3" y="249"/>
                </a:lnTo>
                <a:lnTo>
                  <a:pt x="3" y="250"/>
                </a:lnTo>
                <a:lnTo>
                  <a:pt x="4" y="250"/>
                </a:lnTo>
                <a:lnTo>
                  <a:pt x="5" y="249"/>
                </a:lnTo>
                <a:lnTo>
                  <a:pt x="6" y="248"/>
                </a:lnTo>
                <a:lnTo>
                  <a:pt x="7" y="247"/>
                </a:lnTo>
                <a:lnTo>
                  <a:pt x="7" y="246"/>
                </a:lnTo>
                <a:lnTo>
                  <a:pt x="8" y="245"/>
                </a:lnTo>
                <a:lnTo>
                  <a:pt x="8" y="244"/>
                </a:lnTo>
                <a:lnTo>
                  <a:pt x="9" y="243"/>
                </a:lnTo>
                <a:lnTo>
                  <a:pt x="10" y="242"/>
                </a:lnTo>
                <a:lnTo>
                  <a:pt x="10" y="241"/>
                </a:lnTo>
                <a:lnTo>
                  <a:pt x="11" y="241"/>
                </a:lnTo>
                <a:lnTo>
                  <a:pt x="11" y="240"/>
                </a:lnTo>
                <a:lnTo>
                  <a:pt x="11" y="239"/>
                </a:lnTo>
                <a:lnTo>
                  <a:pt x="12" y="238"/>
                </a:lnTo>
                <a:lnTo>
                  <a:pt x="13" y="236"/>
                </a:lnTo>
                <a:lnTo>
                  <a:pt x="14" y="236"/>
                </a:lnTo>
                <a:lnTo>
                  <a:pt x="15" y="235"/>
                </a:lnTo>
                <a:lnTo>
                  <a:pt x="17" y="233"/>
                </a:lnTo>
                <a:lnTo>
                  <a:pt x="17" y="232"/>
                </a:lnTo>
                <a:lnTo>
                  <a:pt x="17" y="231"/>
                </a:lnTo>
                <a:lnTo>
                  <a:pt x="16" y="229"/>
                </a:lnTo>
                <a:lnTo>
                  <a:pt x="16" y="228"/>
                </a:lnTo>
                <a:lnTo>
                  <a:pt x="16" y="227"/>
                </a:lnTo>
                <a:lnTo>
                  <a:pt x="16" y="226"/>
                </a:lnTo>
                <a:lnTo>
                  <a:pt x="15" y="226"/>
                </a:lnTo>
                <a:lnTo>
                  <a:pt x="14" y="226"/>
                </a:lnTo>
                <a:lnTo>
                  <a:pt x="13" y="225"/>
                </a:lnTo>
                <a:lnTo>
                  <a:pt x="14" y="225"/>
                </a:lnTo>
                <a:lnTo>
                  <a:pt x="14" y="224"/>
                </a:lnTo>
                <a:lnTo>
                  <a:pt x="14" y="222"/>
                </a:lnTo>
                <a:lnTo>
                  <a:pt x="15" y="221"/>
                </a:lnTo>
                <a:lnTo>
                  <a:pt x="15" y="220"/>
                </a:lnTo>
                <a:lnTo>
                  <a:pt x="16" y="220"/>
                </a:lnTo>
                <a:lnTo>
                  <a:pt x="16" y="219"/>
                </a:lnTo>
                <a:lnTo>
                  <a:pt x="17" y="218"/>
                </a:lnTo>
                <a:lnTo>
                  <a:pt x="18" y="217"/>
                </a:lnTo>
                <a:lnTo>
                  <a:pt x="18" y="218"/>
                </a:lnTo>
                <a:lnTo>
                  <a:pt x="19" y="217"/>
                </a:lnTo>
                <a:lnTo>
                  <a:pt x="20" y="217"/>
                </a:lnTo>
                <a:lnTo>
                  <a:pt x="19" y="217"/>
                </a:lnTo>
                <a:lnTo>
                  <a:pt x="19" y="216"/>
                </a:lnTo>
                <a:lnTo>
                  <a:pt x="20" y="216"/>
                </a:lnTo>
                <a:lnTo>
                  <a:pt x="20" y="215"/>
                </a:lnTo>
                <a:lnTo>
                  <a:pt x="21" y="214"/>
                </a:lnTo>
                <a:lnTo>
                  <a:pt x="22" y="214"/>
                </a:lnTo>
                <a:lnTo>
                  <a:pt x="22" y="215"/>
                </a:lnTo>
                <a:lnTo>
                  <a:pt x="23" y="215"/>
                </a:lnTo>
                <a:lnTo>
                  <a:pt x="24" y="216"/>
                </a:lnTo>
                <a:lnTo>
                  <a:pt x="24" y="215"/>
                </a:lnTo>
                <a:lnTo>
                  <a:pt x="25" y="215"/>
                </a:lnTo>
                <a:lnTo>
                  <a:pt x="25" y="214"/>
                </a:lnTo>
                <a:lnTo>
                  <a:pt x="25" y="213"/>
                </a:lnTo>
                <a:lnTo>
                  <a:pt x="25" y="212"/>
                </a:lnTo>
                <a:lnTo>
                  <a:pt x="26" y="212"/>
                </a:lnTo>
                <a:lnTo>
                  <a:pt x="27" y="212"/>
                </a:lnTo>
                <a:lnTo>
                  <a:pt x="27" y="213"/>
                </a:lnTo>
                <a:lnTo>
                  <a:pt x="28" y="213"/>
                </a:lnTo>
                <a:lnTo>
                  <a:pt x="29" y="214"/>
                </a:lnTo>
                <a:lnTo>
                  <a:pt x="30" y="214"/>
                </a:lnTo>
                <a:lnTo>
                  <a:pt x="30" y="213"/>
                </a:lnTo>
                <a:lnTo>
                  <a:pt x="31" y="213"/>
                </a:lnTo>
                <a:lnTo>
                  <a:pt x="31" y="212"/>
                </a:lnTo>
                <a:lnTo>
                  <a:pt x="32" y="212"/>
                </a:lnTo>
                <a:lnTo>
                  <a:pt x="32" y="211"/>
                </a:lnTo>
                <a:lnTo>
                  <a:pt x="32" y="210"/>
                </a:lnTo>
                <a:lnTo>
                  <a:pt x="32" y="211"/>
                </a:lnTo>
                <a:lnTo>
                  <a:pt x="33" y="211"/>
                </a:lnTo>
                <a:lnTo>
                  <a:pt x="34" y="211"/>
                </a:lnTo>
                <a:lnTo>
                  <a:pt x="35" y="211"/>
                </a:lnTo>
                <a:lnTo>
                  <a:pt x="35" y="210"/>
                </a:lnTo>
                <a:lnTo>
                  <a:pt x="34" y="210"/>
                </a:lnTo>
                <a:lnTo>
                  <a:pt x="34" y="209"/>
                </a:lnTo>
                <a:lnTo>
                  <a:pt x="35" y="209"/>
                </a:lnTo>
                <a:lnTo>
                  <a:pt x="35" y="208"/>
                </a:lnTo>
                <a:lnTo>
                  <a:pt x="36" y="208"/>
                </a:lnTo>
                <a:lnTo>
                  <a:pt x="37" y="208"/>
                </a:lnTo>
                <a:lnTo>
                  <a:pt x="37" y="209"/>
                </a:lnTo>
                <a:lnTo>
                  <a:pt x="37" y="208"/>
                </a:lnTo>
                <a:lnTo>
                  <a:pt x="38" y="208"/>
                </a:lnTo>
                <a:lnTo>
                  <a:pt x="38" y="209"/>
                </a:lnTo>
                <a:lnTo>
                  <a:pt x="39" y="209"/>
                </a:lnTo>
                <a:lnTo>
                  <a:pt x="40" y="209"/>
                </a:lnTo>
                <a:lnTo>
                  <a:pt x="41" y="209"/>
                </a:lnTo>
                <a:lnTo>
                  <a:pt x="40" y="209"/>
                </a:lnTo>
                <a:lnTo>
                  <a:pt x="41" y="208"/>
                </a:lnTo>
                <a:lnTo>
                  <a:pt x="41" y="207"/>
                </a:lnTo>
                <a:lnTo>
                  <a:pt x="42" y="207"/>
                </a:lnTo>
                <a:lnTo>
                  <a:pt x="42" y="206"/>
                </a:lnTo>
                <a:lnTo>
                  <a:pt x="41" y="205"/>
                </a:lnTo>
                <a:lnTo>
                  <a:pt x="42" y="205"/>
                </a:lnTo>
                <a:lnTo>
                  <a:pt x="41" y="205"/>
                </a:lnTo>
                <a:lnTo>
                  <a:pt x="41" y="204"/>
                </a:lnTo>
                <a:lnTo>
                  <a:pt x="40" y="204"/>
                </a:lnTo>
                <a:lnTo>
                  <a:pt x="41" y="204"/>
                </a:lnTo>
                <a:lnTo>
                  <a:pt x="41" y="203"/>
                </a:lnTo>
                <a:lnTo>
                  <a:pt x="40" y="203"/>
                </a:lnTo>
                <a:lnTo>
                  <a:pt x="40" y="202"/>
                </a:lnTo>
                <a:lnTo>
                  <a:pt x="40" y="201"/>
                </a:lnTo>
                <a:lnTo>
                  <a:pt x="39" y="201"/>
                </a:lnTo>
                <a:lnTo>
                  <a:pt x="40" y="201"/>
                </a:lnTo>
                <a:lnTo>
                  <a:pt x="40" y="200"/>
                </a:lnTo>
                <a:lnTo>
                  <a:pt x="39" y="200"/>
                </a:lnTo>
                <a:lnTo>
                  <a:pt x="39" y="199"/>
                </a:lnTo>
                <a:lnTo>
                  <a:pt x="39" y="198"/>
                </a:lnTo>
                <a:lnTo>
                  <a:pt x="38" y="197"/>
                </a:lnTo>
                <a:lnTo>
                  <a:pt x="37" y="196"/>
                </a:lnTo>
                <a:lnTo>
                  <a:pt x="38" y="195"/>
                </a:lnTo>
                <a:lnTo>
                  <a:pt x="38" y="196"/>
                </a:lnTo>
                <a:lnTo>
                  <a:pt x="39" y="195"/>
                </a:lnTo>
                <a:lnTo>
                  <a:pt x="40" y="195"/>
                </a:lnTo>
                <a:lnTo>
                  <a:pt x="41" y="195"/>
                </a:lnTo>
                <a:lnTo>
                  <a:pt x="42" y="195"/>
                </a:lnTo>
                <a:lnTo>
                  <a:pt x="42" y="194"/>
                </a:lnTo>
                <a:lnTo>
                  <a:pt x="43" y="195"/>
                </a:lnTo>
                <a:lnTo>
                  <a:pt x="44" y="195"/>
                </a:lnTo>
                <a:lnTo>
                  <a:pt x="45" y="195"/>
                </a:lnTo>
                <a:lnTo>
                  <a:pt x="46" y="194"/>
                </a:lnTo>
                <a:lnTo>
                  <a:pt x="47" y="194"/>
                </a:lnTo>
                <a:lnTo>
                  <a:pt x="48" y="193"/>
                </a:lnTo>
                <a:lnTo>
                  <a:pt x="48" y="192"/>
                </a:lnTo>
                <a:lnTo>
                  <a:pt x="48" y="191"/>
                </a:lnTo>
                <a:lnTo>
                  <a:pt x="49" y="191"/>
                </a:lnTo>
                <a:lnTo>
                  <a:pt x="49" y="190"/>
                </a:lnTo>
                <a:lnTo>
                  <a:pt x="50" y="190"/>
                </a:lnTo>
                <a:lnTo>
                  <a:pt x="50" y="189"/>
                </a:lnTo>
                <a:lnTo>
                  <a:pt x="51" y="188"/>
                </a:lnTo>
                <a:lnTo>
                  <a:pt x="51" y="187"/>
                </a:lnTo>
                <a:lnTo>
                  <a:pt x="52" y="187"/>
                </a:lnTo>
                <a:lnTo>
                  <a:pt x="53" y="187"/>
                </a:lnTo>
                <a:lnTo>
                  <a:pt x="54" y="187"/>
                </a:lnTo>
                <a:lnTo>
                  <a:pt x="55" y="186"/>
                </a:lnTo>
                <a:lnTo>
                  <a:pt x="54" y="186"/>
                </a:lnTo>
                <a:lnTo>
                  <a:pt x="55" y="186"/>
                </a:lnTo>
                <a:lnTo>
                  <a:pt x="55" y="185"/>
                </a:lnTo>
                <a:lnTo>
                  <a:pt x="56" y="185"/>
                </a:lnTo>
                <a:lnTo>
                  <a:pt x="56" y="184"/>
                </a:lnTo>
                <a:lnTo>
                  <a:pt x="56" y="183"/>
                </a:lnTo>
                <a:lnTo>
                  <a:pt x="57" y="183"/>
                </a:lnTo>
                <a:lnTo>
                  <a:pt x="57" y="182"/>
                </a:lnTo>
                <a:lnTo>
                  <a:pt x="58" y="182"/>
                </a:lnTo>
                <a:lnTo>
                  <a:pt x="59" y="182"/>
                </a:lnTo>
                <a:lnTo>
                  <a:pt x="59" y="181"/>
                </a:lnTo>
                <a:lnTo>
                  <a:pt x="60" y="181"/>
                </a:lnTo>
                <a:lnTo>
                  <a:pt x="60" y="180"/>
                </a:lnTo>
                <a:lnTo>
                  <a:pt x="61" y="180"/>
                </a:lnTo>
                <a:lnTo>
                  <a:pt x="61" y="179"/>
                </a:lnTo>
                <a:lnTo>
                  <a:pt x="61" y="178"/>
                </a:lnTo>
                <a:lnTo>
                  <a:pt x="60" y="178"/>
                </a:lnTo>
                <a:lnTo>
                  <a:pt x="60" y="177"/>
                </a:lnTo>
                <a:lnTo>
                  <a:pt x="60" y="178"/>
                </a:lnTo>
                <a:lnTo>
                  <a:pt x="61" y="177"/>
                </a:lnTo>
                <a:lnTo>
                  <a:pt x="62" y="176"/>
                </a:lnTo>
                <a:lnTo>
                  <a:pt x="61" y="176"/>
                </a:lnTo>
                <a:lnTo>
                  <a:pt x="61" y="175"/>
                </a:lnTo>
                <a:lnTo>
                  <a:pt x="61" y="174"/>
                </a:lnTo>
                <a:lnTo>
                  <a:pt x="61" y="173"/>
                </a:lnTo>
                <a:lnTo>
                  <a:pt x="61" y="172"/>
                </a:lnTo>
                <a:lnTo>
                  <a:pt x="60" y="172"/>
                </a:lnTo>
                <a:lnTo>
                  <a:pt x="59" y="172"/>
                </a:lnTo>
                <a:lnTo>
                  <a:pt x="58" y="171"/>
                </a:lnTo>
                <a:lnTo>
                  <a:pt x="58" y="172"/>
                </a:lnTo>
                <a:lnTo>
                  <a:pt x="57" y="172"/>
                </a:lnTo>
                <a:lnTo>
                  <a:pt x="57" y="171"/>
                </a:lnTo>
                <a:lnTo>
                  <a:pt x="57" y="170"/>
                </a:lnTo>
                <a:lnTo>
                  <a:pt x="55" y="168"/>
                </a:lnTo>
                <a:lnTo>
                  <a:pt x="55" y="167"/>
                </a:lnTo>
                <a:lnTo>
                  <a:pt x="56" y="167"/>
                </a:lnTo>
                <a:lnTo>
                  <a:pt x="56" y="166"/>
                </a:lnTo>
                <a:lnTo>
                  <a:pt x="57" y="165"/>
                </a:lnTo>
                <a:lnTo>
                  <a:pt x="58" y="165"/>
                </a:lnTo>
                <a:lnTo>
                  <a:pt x="58" y="164"/>
                </a:lnTo>
                <a:lnTo>
                  <a:pt x="58" y="163"/>
                </a:lnTo>
                <a:lnTo>
                  <a:pt x="57" y="163"/>
                </a:lnTo>
                <a:lnTo>
                  <a:pt x="57" y="162"/>
                </a:lnTo>
                <a:lnTo>
                  <a:pt x="56" y="162"/>
                </a:lnTo>
                <a:lnTo>
                  <a:pt x="55" y="161"/>
                </a:lnTo>
                <a:lnTo>
                  <a:pt x="55" y="162"/>
                </a:lnTo>
                <a:lnTo>
                  <a:pt x="54" y="162"/>
                </a:lnTo>
                <a:lnTo>
                  <a:pt x="53" y="161"/>
                </a:lnTo>
                <a:lnTo>
                  <a:pt x="52" y="161"/>
                </a:lnTo>
                <a:lnTo>
                  <a:pt x="52" y="160"/>
                </a:lnTo>
                <a:lnTo>
                  <a:pt x="51" y="159"/>
                </a:lnTo>
                <a:lnTo>
                  <a:pt x="51" y="158"/>
                </a:lnTo>
                <a:lnTo>
                  <a:pt x="50" y="158"/>
                </a:lnTo>
                <a:lnTo>
                  <a:pt x="49" y="158"/>
                </a:lnTo>
                <a:lnTo>
                  <a:pt x="49" y="157"/>
                </a:lnTo>
                <a:lnTo>
                  <a:pt x="48" y="157"/>
                </a:lnTo>
                <a:lnTo>
                  <a:pt x="47" y="157"/>
                </a:lnTo>
                <a:lnTo>
                  <a:pt x="46" y="156"/>
                </a:lnTo>
                <a:lnTo>
                  <a:pt x="46" y="155"/>
                </a:lnTo>
                <a:lnTo>
                  <a:pt x="47" y="155"/>
                </a:lnTo>
                <a:lnTo>
                  <a:pt x="47" y="154"/>
                </a:lnTo>
                <a:lnTo>
                  <a:pt x="47" y="153"/>
                </a:lnTo>
                <a:lnTo>
                  <a:pt x="48" y="153"/>
                </a:lnTo>
                <a:lnTo>
                  <a:pt x="49" y="153"/>
                </a:lnTo>
                <a:lnTo>
                  <a:pt x="49" y="152"/>
                </a:lnTo>
                <a:lnTo>
                  <a:pt x="49" y="151"/>
                </a:lnTo>
                <a:lnTo>
                  <a:pt x="50" y="151"/>
                </a:lnTo>
                <a:lnTo>
                  <a:pt x="50" y="150"/>
                </a:lnTo>
                <a:lnTo>
                  <a:pt x="50" y="149"/>
                </a:lnTo>
                <a:lnTo>
                  <a:pt x="49" y="149"/>
                </a:lnTo>
                <a:lnTo>
                  <a:pt x="49" y="148"/>
                </a:lnTo>
                <a:lnTo>
                  <a:pt x="50" y="148"/>
                </a:lnTo>
                <a:lnTo>
                  <a:pt x="50" y="147"/>
                </a:lnTo>
                <a:lnTo>
                  <a:pt x="50" y="146"/>
                </a:lnTo>
                <a:lnTo>
                  <a:pt x="50" y="145"/>
                </a:lnTo>
                <a:lnTo>
                  <a:pt x="50" y="144"/>
                </a:lnTo>
                <a:lnTo>
                  <a:pt x="50" y="143"/>
                </a:lnTo>
                <a:lnTo>
                  <a:pt x="49" y="143"/>
                </a:lnTo>
                <a:lnTo>
                  <a:pt x="49" y="142"/>
                </a:lnTo>
                <a:lnTo>
                  <a:pt x="49" y="141"/>
                </a:lnTo>
                <a:lnTo>
                  <a:pt x="50" y="141"/>
                </a:lnTo>
                <a:lnTo>
                  <a:pt x="50" y="140"/>
                </a:lnTo>
                <a:lnTo>
                  <a:pt x="51" y="141"/>
                </a:lnTo>
                <a:lnTo>
                  <a:pt x="51" y="140"/>
                </a:lnTo>
                <a:lnTo>
                  <a:pt x="51" y="139"/>
                </a:lnTo>
                <a:lnTo>
                  <a:pt x="52" y="138"/>
                </a:lnTo>
                <a:lnTo>
                  <a:pt x="51" y="138"/>
                </a:lnTo>
                <a:lnTo>
                  <a:pt x="51" y="137"/>
                </a:lnTo>
                <a:lnTo>
                  <a:pt x="52" y="137"/>
                </a:lnTo>
                <a:lnTo>
                  <a:pt x="52" y="136"/>
                </a:lnTo>
                <a:lnTo>
                  <a:pt x="52" y="134"/>
                </a:lnTo>
                <a:lnTo>
                  <a:pt x="51" y="133"/>
                </a:lnTo>
                <a:lnTo>
                  <a:pt x="51" y="132"/>
                </a:lnTo>
                <a:lnTo>
                  <a:pt x="51" y="131"/>
                </a:lnTo>
                <a:lnTo>
                  <a:pt x="52" y="131"/>
                </a:lnTo>
                <a:lnTo>
                  <a:pt x="52" y="130"/>
                </a:lnTo>
                <a:lnTo>
                  <a:pt x="52" y="129"/>
                </a:lnTo>
                <a:lnTo>
                  <a:pt x="52" y="128"/>
                </a:lnTo>
                <a:lnTo>
                  <a:pt x="52" y="127"/>
                </a:lnTo>
                <a:lnTo>
                  <a:pt x="51" y="127"/>
                </a:lnTo>
                <a:lnTo>
                  <a:pt x="51" y="128"/>
                </a:lnTo>
                <a:lnTo>
                  <a:pt x="50" y="128"/>
                </a:lnTo>
                <a:lnTo>
                  <a:pt x="50" y="127"/>
                </a:lnTo>
                <a:lnTo>
                  <a:pt x="50" y="126"/>
                </a:lnTo>
                <a:lnTo>
                  <a:pt x="49" y="126"/>
                </a:lnTo>
                <a:lnTo>
                  <a:pt x="49" y="127"/>
                </a:lnTo>
                <a:lnTo>
                  <a:pt x="48" y="127"/>
                </a:lnTo>
                <a:lnTo>
                  <a:pt x="47" y="127"/>
                </a:lnTo>
                <a:lnTo>
                  <a:pt x="46" y="127"/>
                </a:lnTo>
                <a:lnTo>
                  <a:pt x="45" y="127"/>
                </a:lnTo>
                <a:lnTo>
                  <a:pt x="44" y="126"/>
                </a:lnTo>
                <a:lnTo>
                  <a:pt x="43" y="125"/>
                </a:lnTo>
                <a:lnTo>
                  <a:pt x="44" y="125"/>
                </a:lnTo>
                <a:lnTo>
                  <a:pt x="44" y="124"/>
                </a:lnTo>
                <a:lnTo>
                  <a:pt x="43" y="124"/>
                </a:lnTo>
                <a:lnTo>
                  <a:pt x="43" y="123"/>
                </a:lnTo>
                <a:lnTo>
                  <a:pt x="44" y="122"/>
                </a:lnTo>
                <a:lnTo>
                  <a:pt x="44" y="121"/>
                </a:lnTo>
                <a:lnTo>
                  <a:pt x="44" y="120"/>
                </a:lnTo>
                <a:lnTo>
                  <a:pt x="43" y="120"/>
                </a:lnTo>
                <a:lnTo>
                  <a:pt x="42" y="120"/>
                </a:lnTo>
                <a:lnTo>
                  <a:pt x="41" y="121"/>
                </a:lnTo>
                <a:lnTo>
                  <a:pt x="41" y="122"/>
                </a:lnTo>
                <a:lnTo>
                  <a:pt x="41" y="121"/>
                </a:lnTo>
                <a:lnTo>
                  <a:pt x="40" y="121"/>
                </a:lnTo>
                <a:lnTo>
                  <a:pt x="40" y="120"/>
                </a:lnTo>
                <a:lnTo>
                  <a:pt x="40" y="119"/>
                </a:lnTo>
                <a:lnTo>
                  <a:pt x="39" y="119"/>
                </a:lnTo>
                <a:lnTo>
                  <a:pt x="38" y="119"/>
                </a:lnTo>
                <a:lnTo>
                  <a:pt x="38" y="118"/>
                </a:lnTo>
                <a:lnTo>
                  <a:pt x="39" y="118"/>
                </a:lnTo>
                <a:lnTo>
                  <a:pt x="39" y="117"/>
                </a:lnTo>
                <a:lnTo>
                  <a:pt x="39" y="116"/>
                </a:lnTo>
                <a:lnTo>
                  <a:pt x="39" y="115"/>
                </a:lnTo>
                <a:lnTo>
                  <a:pt x="38" y="115"/>
                </a:lnTo>
                <a:lnTo>
                  <a:pt x="37" y="115"/>
                </a:lnTo>
                <a:lnTo>
                  <a:pt x="37" y="116"/>
                </a:lnTo>
                <a:lnTo>
                  <a:pt x="36" y="116"/>
                </a:lnTo>
                <a:lnTo>
                  <a:pt x="36" y="117"/>
                </a:lnTo>
                <a:lnTo>
                  <a:pt x="36" y="116"/>
                </a:lnTo>
                <a:lnTo>
                  <a:pt x="35" y="116"/>
                </a:lnTo>
                <a:lnTo>
                  <a:pt x="35" y="115"/>
                </a:lnTo>
                <a:lnTo>
                  <a:pt x="35" y="114"/>
                </a:lnTo>
                <a:lnTo>
                  <a:pt x="34" y="114"/>
                </a:lnTo>
                <a:lnTo>
                  <a:pt x="34" y="113"/>
                </a:lnTo>
                <a:lnTo>
                  <a:pt x="34" y="112"/>
                </a:lnTo>
                <a:lnTo>
                  <a:pt x="34" y="111"/>
                </a:lnTo>
                <a:lnTo>
                  <a:pt x="35" y="111"/>
                </a:lnTo>
                <a:lnTo>
                  <a:pt x="35" y="110"/>
                </a:lnTo>
                <a:lnTo>
                  <a:pt x="34" y="110"/>
                </a:lnTo>
                <a:lnTo>
                  <a:pt x="34" y="109"/>
                </a:lnTo>
                <a:lnTo>
                  <a:pt x="33" y="109"/>
                </a:lnTo>
                <a:lnTo>
                  <a:pt x="33" y="108"/>
                </a:lnTo>
                <a:lnTo>
                  <a:pt x="33" y="107"/>
                </a:lnTo>
                <a:lnTo>
                  <a:pt x="33" y="106"/>
                </a:lnTo>
                <a:lnTo>
                  <a:pt x="33" y="105"/>
                </a:lnTo>
                <a:lnTo>
                  <a:pt x="33" y="104"/>
                </a:lnTo>
                <a:lnTo>
                  <a:pt x="34" y="104"/>
                </a:lnTo>
                <a:lnTo>
                  <a:pt x="34" y="103"/>
                </a:lnTo>
                <a:lnTo>
                  <a:pt x="34" y="102"/>
                </a:lnTo>
                <a:lnTo>
                  <a:pt x="34" y="100"/>
                </a:lnTo>
                <a:lnTo>
                  <a:pt x="35" y="100"/>
                </a:lnTo>
                <a:lnTo>
                  <a:pt x="36" y="100"/>
                </a:lnTo>
                <a:lnTo>
                  <a:pt x="36" y="99"/>
                </a:lnTo>
                <a:lnTo>
                  <a:pt x="37" y="98"/>
                </a:lnTo>
                <a:lnTo>
                  <a:pt x="37" y="97"/>
                </a:lnTo>
                <a:lnTo>
                  <a:pt x="38" y="97"/>
                </a:lnTo>
                <a:lnTo>
                  <a:pt x="39" y="97"/>
                </a:lnTo>
                <a:lnTo>
                  <a:pt x="39" y="96"/>
                </a:lnTo>
                <a:lnTo>
                  <a:pt x="40" y="96"/>
                </a:lnTo>
                <a:lnTo>
                  <a:pt x="40" y="95"/>
                </a:lnTo>
                <a:lnTo>
                  <a:pt x="41" y="94"/>
                </a:lnTo>
                <a:lnTo>
                  <a:pt x="42" y="94"/>
                </a:lnTo>
                <a:lnTo>
                  <a:pt x="42" y="93"/>
                </a:lnTo>
                <a:lnTo>
                  <a:pt x="43" y="92"/>
                </a:lnTo>
                <a:lnTo>
                  <a:pt x="44" y="91"/>
                </a:lnTo>
                <a:lnTo>
                  <a:pt x="44" y="90"/>
                </a:lnTo>
                <a:lnTo>
                  <a:pt x="45" y="90"/>
                </a:lnTo>
                <a:lnTo>
                  <a:pt x="45" y="89"/>
                </a:lnTo>
                <a:lnTo>
                  <a:pt x="46" y="89"/>
                </a:lnTo>
                <a:lnTo>
                  <a:pt x="47" y="89"/>
                </a:lnTo>
                <a:lnTo>
                  <a:pt x="48" y="88"/>
                </a:lnTo>
                <a:lnTo>
                  <a:pt x="48" y="89"/>
                </a:lnTo>
                <a:lnTo>
                  <a:pt x="49" y="89"/>
                </a:lnTo>
                <a:lnTo>
                  <a:pt x="50" y="88"/>
                </a:lnTo>
                <a:lnTo>
                  <a:pt x="51" y="89"/>
                </a:lnTo>
                <a:lnTo>
                  <a:pt x="51" y="88"/>
                </a:lnTo>
                <a:lnTo>
                  <a:pt x="52" y="88"/>
                </a:lnTo>
                <a:lnTo>
                  <a:pt x="53" y="88"/>
                </a:lnTo>
                <a:lnTo>
                  <a:pt x="54" y="88"/>
                </a:lnTo>
                <a:lnTo>
                  <a:pt x="54" y="89"/>
                </a:lnTo>
                <a:lnTo>
                  <a:pt x="55" y="88"/>
                </a:lnTo>
                <a:lnTo>
                  <a:pt x="55" y="87"/>
                </a:lnTo>
                <a:lnTo>
                  <a:pt x="56" y="87"/>
                </a:lnTo>
                <a:lnTo>
                  <a:pt x="57" y="87"/>
                </a:lnTo>
                <a:lnTo>
                  <a:pt x="58" y="87"/>
                </a:lnTo>
                <a:lnTo>
                  <a:pt x="58" y="86"/>
                </a:lnTo>
                <a:lnTo>
                  <a:pt x="59" y="86"/>
                </a:lnTo>
                <a:lnTo>
                  <a:pt x="60" y="87"/>
                </a:lnTo>
                <a:lnTo>
                  <a:pt x="61" y="86"/>
                </a:lnTo>
                <a:lnTo>
                  <a:pt x="61" y="85"/>
                </a:lnTo>
                <a:lnTo>
                  <a:pt x="60" y="84"/>
                </a:lnTo>
                <a:lnTo>
                  <a:pt x="60" y="83"/>
                </a:lnTo>
                <a:lnTo>
                  <a:pt x="61" y="83"/>
                </a:lnTo>
                <a:lnTo>
                  <a:pt x="61" y="82"/>
                </a:lnTo>
                <a:lnTo>
                  <a:pt x="61" y="81"/>
                </a:lnTo>
                <a:lnTo>
                  <a:pt x="62" y="81"/>
                </a:lnTo>
                <a:lnTo>
                  <a:pt x="62" y="80"/>
                </a:lnTo>
                <a:lnTo>
                  <a:pt x="61" y="80"/>
                </a:lnTo>
                <a:lnTo>
                  <a:pt x="61" y="79"/>
                </a:lnTo>
                <a:lnTo>
                  <a:pt x="61" y="78"/>
                </a:lnTo>
                <a:lnTo>
                  <a:pt x="62" y="77"/>
                </a:lnTo>
                <a:lnTo>
                  <a:pt x="61" y="76"/>
                </a:lnTo>
                <a:lnTo>
                  <a:pt x="62" y="76"/>
                </a:lnTo>
                <a:lnTo>
                  <a:pt x="61" y="76"/>
                </a:lnTo>
                <a:lnTo>
                  <a:pt x="61" y="75"/>
                </a:lnTo>
                <a:lnTo>
                  <a:pt x="62" y="75"/>
                </a:lnTo>
                <a:lnTo>
                  <a:pt x="63" y="74"/>
                </a:lnTo>
                <a:lnTo>
                  <a:pt x="64" y="74"/>
                </a:lnTo>
                <a:lnTo>
                  <a:pt x="65" y="74"/>
                </a:lnTo>
                <a:lnTo>
                  <a:pt x="65" y="73"/>
                </a:lnTo>
                <a:lnTo>
                  <a:pt x="66" y="73"/>
                </a:lnTo>
                <a:lnTo>
                  <a:pt x="67" y="74"/>
                </a:lnTo>
                <a:lnTo>
                  <a:pt x="68" y="75"/>
                </a:lnTo>
                <a:lnTo>
                  <a:pt x="68" y="76"/>
                </a:lnTo>
                <a:lnTo>
                  <a:pt x="69" y="77"/>
                </a:lnTo>
                <a:lnTo>
                  <a:pt x="70" y="77"/>
                </a:lnTo>
                <a:lnTo>
                  <a:pt x="71" y="77"/>
                </a:lnTo>
                <a:lnTo>
                  <a:pt x="72" y="78"/>
                </a:lnTo>
                <a:lnTo>
                  <a:pt x="73" y="77"/>
                </a:lnTo>
                <a:lnTo>
                  <a:pt x="73" y="76"/>
                </a:lnTo>
                <a:lnTo>
                  <a:pt x="74" y="76"/>
                </a:lnTo>
                <a:lnTo>
                  <a:pt x="75" y="76"/>
                </a:lnTo>
                <a:lnTo>
                  <a:pt x="76" y="76"/>
                </a:lnTo>
                <a:lnTo>
                  <a:pt x="77" y="76"/>
                </a:lnTo>
                <a:lnTo>
                  <a:pt x="77" y="75"/>
                </a:lnTo>
                <a:lnTo>
                  <a:pt x="78" y="75"/>
                </a:lnTo>
                <a:lnTo>
                  <a:pt x="79" y="75"/>
                </a:lnTo>
                <a:lnTo>
                  <a:pt x="78" y="75"/>
                </a:lnTo>
                <a:lnTo>
                  <a:pt x="78" y="76"/>
                </a:lnTo>
                <a:lnTo>
                  <a:pt x="79" y="76"/>
                </a:lnTo>
                <a:lnTo>
                  <a:pt x="79" y="77"/>
                </a:lnTo>
                <a:lnTo>
                  <a:pt x="80" y="77"/>
                </a:lnTo>
                <a:lnTo>
                  <a:pt x="81" y="77"/>
                </a:lnTo>
                <a:lnTo>
                  <a:pt x="82" y="77"/>
                </a:lnTo>
                <a:lnTo>
                  <a:pt x="83" y="77"/>
                </a:lnTo>
                <a:lnTo>
                  <a:pt x="84" y="77"/>
                </a:lnTo>
                <a:lnTo>
                  <a:pt x="86" y="77"/>
                </a:lnTo>
                <a:lnTo>
                  <a:pt x="86" y="76"/>
                </a:lnTo>
                <a:lnTo>
                  <a:pt x="87" y="76"/>
                </a:lnTo>
                <a:lnTo>
                  <a:pt x="88" y="76"/>
                </a:lnTo>
                <a:lnTo>
                  <a:pt x="88" y="75"/>
                </a:lnTo>
                <a:lnTo>
                  <a:pt x="89" y="75"/>
                </a:lnTo>
                <a:lnTo>
                  <a:pt x="90" y="74"/>
                </a:lnTo>
                <a:lnTo>
                  <a:pt x="91" y="74"/>
                </a:lnTo>
                <a:lnTo>
                  <a:pt x="92" y="74"/>
                </a:lnTo>
                <a:lnTo>
                  <a:pt x="93" y="73"/>
                </a:lnTo>
                <a:lnTo>
                  <a:pt x="93" y="72"/>
                </a:lnTo>
                <a:lnTo>
                  <a:pt x="94" y="72"/>
                </a:lnTo>
                <a:lnTo>
                  <a:pt x="94" y="71"/>
                </a:lnTo>
                <a:lnTo>
                  <a:pt x="95" y="71"/>
                </a:lnTo>
                <a:lnTo>
                  <a:pt x="96" y="71"/>
                </a:lnTo>
                <a:lnTo>
                  <a:pt x="97" y="71"/>
                </a:lnTo>
                <a:lnTo>
                  <a:pt x="97" y="70"/>
                </a:lnTo>
                <a:lnTo>
                  <a:pt x="98" y="70"/>
                </a:lnTo>
                <a:lnTo>
                  <a:pt x="99" y="70"/>
                </a:lnTo>
                <a:lnTo>
                  <a:pt x="99" y="71"/>
                </a:lnTo>
                <a:lnTo>
                  <a:pt x="100" y="71"/>
                </a:lnTo>
                <a:lnTo>
                  <a:pt x="101" y="71"/>
                </a:lnTo>
                <a:lnTo>
                  <a:pt x="101" y="70"/>
                </a:lnTo>
                <a:lnTo>
                  <a:pt x="102" y="70"/>
                </a:lnTo>
                <a:lnTo>
                  <a:pt x="104" y="70"/>
                </a:lnTo>
                <a:lnTo>
                  <a:pt x="105" y="70"/>
                </a:lnTo>
                <a:lnTo>
                  <a:pt x="105" y="71"/>
                </a:lnTo>
                <a:lnTo>
                  <a:pt x="105" y="72"/>
                </a:lnTo>
                <a:lnTo>
                  <a:pt x="105" y="73"/>
                </a:lnTo>
                <a:lnTo>
                  <a:pt x="106" y="73"/>
                </a:lnTo>
                <a:lnTo>
                  <a:pt x="107" y="73"/>
                </a:lnTo>
                <a:lnTo>
                  <a:pt x="107" y="72"/>
                </a:lnTo>
                <a:lnTo>
                  <a:pt x="108" y="72"/>
                </a:lnTo>
                <a:lnTo>
                  <a:pt x="108" y="71"/>
                </a:lnTo>
                <a:lnTo>
                  <a:pt x="109" y="71"/>
                </a:lnTo>
                <a:lnTo>
                  <a:pt x="110" y="71"/>
                </a:lnTo>
                <a:lnTo>
                  <a:pt x="111" y="72"/>
                </a:lnTo>
                <a:lnTo>
                  <a:pt x="112" y="71"/>
                </a:lnTo>
                <a:lnTo>
                  <a:pt x="112" y="70"/>
                </a:lnTo>
                <a:lnTo>
                  <a:pt x="113" y="70"/>
                </a:lnTo>
                <a:lnTo>
                  <a:pt x="114" y="70"/>
                </a:lnTo>
                <a:lnTo>
                  <a:pt x="114" y="69"/>
                </a:lnTo>
                <a:lnTo>
                  <a:pt x="115" y="69"/>
                </a:lnTo>
                <a:lnTo>
                  <a:pt x="116" y="69"/>
                </a:lnTo>
                <a:lnTo>
                  <a:pt x="117" y="69"/>
                </a:lnTo>
                <a:lnTo>
                  <a:pt x="117" y="70"/>
                </a:lnTo>
                <a:lnTo>
                  <a:pt x="118" y="70"/>
                </a:lnTo>
                <a:lnTo>
                  <a:pt x="119" y="70"/>
                </a:lnTo>
                <a:lnTo>
                  <a:pt x="119" y="69"/>
                </a:lnTo>
                <a:lnTo>
                  <a:pt x="120" y="69"/>
                </a:lnTo>
                <a:lnTo>
                  <a:pt x="120" y="68"/>
                </a:lnTo>
                <a:lnTo>
                  <a:pt x="119" y="68"/>
                </a:lnTo>
                <a:lnTo>
                  <a:pt x="120" y="68"/>
                </a:lnTo>
                <a:lnTo>
                  <a:pt x="120" y="67"/>
                </a:lnTo>
                <a:lnTo>
                  <a:pt x="121" y="67"/>
                </a:lnTo>
                <a:lnTo>
                  <a:pt x="121" y="68"/>
                </a:lnTo>
                <a:lnTo>
                  <a:pt x="122" y="68"/>
                </a:lnTo>
                <a:lnTo>
                  <a:pt x="122" y="67"/>
                </a:lnTo>
                <a:lnTo>
                  <a:pt x="122" y="66"/>
                </a:lnTo>
                <a:lnTo>
                  <a:pt x="122" y="65"/>
                </a:lnTo>
                <a:lnTo>
                  <a:pt x="122" y="64"/>
                </a:lnTo>
                <a:lnTo>
                  <a:pt x="123" y="64"/>
                </a:lnTo>
                <a:lnTo>
                  <a:pt x="123" y="63"/>
                </a:lnTo>
                <a:lnTo>
                  <a:pt x="122" y="63"/>
                </a:lnTo>
                <a:lnTo>
                  <a:pt x="122" y="62"/>
                </a:lnTo>
                <a:lnTo>
                  <a:pt x="123" y="62"/>
                </a:lnTo>
                <a:lnTo>
                  <a:pt x="122" y="62"/>
                </a:lnTo>
                <a:lnTo>
                  <a:pt x="123" y="61"/>
                </a:lnTo>
                <a:lnTo>
                  <a:pt x="122" y="60"/>
                </a:lnTo>
                <a:lnTo>
                  <a:pt x="121" y="61"/>
                </a:lnTo>
                <a:lnTo>
                  <a:pt x="121" y="62"/>
                </a:lnTo>
                <a:lnTo>
                  <a:pt x="120" y="62"/>
                </a:lnTo>
                <a:lnTo>
                  <a:pt x="121" y="63"/>
                </a:lnTo>
                <a:lnTo>
                  <a:pt x="121" y="64"/>
                </a:lnTo>
                <a:lnTo>
                  <a:pt x="120" y="64"/>
                </a:lnTo>
                <a:lnTo>
                  <a:pt x="119" y="64"/>
                </a:lnTo>
                <a:lnTo>
                  <a:pt x="119" y="65"/>
                </a:lnTo>
                <a:lnTo>
                  <a:pt x="118" y="65"/>
                </a:lnTo>
                <a:lnTo>
                  <a:pt x="118" y="66"/>
                </a:lnTo>
                <a:lnTo>
                  <a:pt x="118" y="65"/>
                </a:lnTo>
                <a:lnTo>
                  <a:pt x="118" y="64"/>
                </a:lnTo>
                <a:lnTo>
                  <a:pt x="117" y="64"/>
                </a:lnTo>
                <a:lnTo>
                  <a:pt x="117" y="63"/>
                </a:lnTo>
                <a:lnTo>
                  <a:pt x="117" y="62"/>
                </a:lnTo>
                <a:lnTo>
                  <a:pt x="116" y="63"/>
                </a:lnTo>
                <a:lnTo>
                  <a:pt x="116" y="62"/>
                </a:lnTo>
                <a:lnTo>
                  <a:pt x="116" y="61"/>
                </a:lnTo>
                <a:lnTo>
                  <a:pt x="117" y="61"/>
                </a:lnTo>
                <a:lnTo>
                  <a:pt x="117" y="60"/>
                </a:lnTo>
                <a:lnTo>
                  <a:pt x="118" y="60"/>
                </a:lnTo>
                <a:lnTo>
                  <a:pt x="118" y="59"/>
                </a:lnTo>
                <a:lnTo>
                  <a:pt x="118" y="58"/>
                </a:lnTo>
                <a:lnTo>
                  <a:pt x="119" y="58"/>
                </a:lnTo>
                <a:lnTo>
                  <a:pt x="119" y="57"/>
                </a:lnTo>
                <a:lnTo>
                  <a:pt x="119" y="56"/>
                </a:lnTo>
                <a:lnTo>
                  <a:pt x="120" y="56"/>
                </a:lnTo>
                <a:lnTo>
                  <a:pt x="120" y="57"/>
                </a:lnTo>
                <a:lnTo>
                  <a:pt x="119" y="58"/>
                </a:lnTo>
                <a:lnTo>
                  <a:pt x="120" y="58"/>
                </a:lnTo>
                <a:lnTo>
                  <a:pt x="121" y="58"/>
                </a:lnTo>
                <a:lnTo>
                  <a:pt x="121" y="57"/>
                </a:lnTo>
                <a:lnTo>
                  <a:pt x="122" y="57"/>
                </a:lnTo>
                <a:lnTo>
                  <a:pt x="121" y="58"/>
                </a:lnTo>
                <a:lnTo>
                  <a:pt x="121" y="59"/>
                </a:lnTo>
                <a:lnTo>
                  <a:pt x="122" y="59"/>
                </a:lnTo>
                <a:lnTo>
                  <a:pt x="122" y="60"/>
                </a:lnTo>
                <a:lnTo>
                  <a:pt x="123" y="60"/>
                </a:lnTo>
                <a:lnTo>
                  <a:pt x="124" y="59"/>
                </a:lnTo>
                <a:lnTo>
                  <a:pt x="125" y="59"/>
                </a:lnTo>
                <a:lnTo>
                  <a:pt x="125" y="58"/>
                </a:lnTo>
                <a:lnTo>
                  <a:pt x="126" y="58"/>
                </a:lnTo>
                <a:lnTo>
                  <a:pt x="126" y="57"/>
                </a:lnTo>
                <a:lnTo>
                  <a:pt x="125" y="57"/>
                </a:lnTo>
                <a:lnTo>
                  <a:pt x="125" y="56"/>
                </a:lnTo>
                <a:lnTo>
                  <a:pt x="124" y="57"/>
                </a:lnTo>
                <a:lnTo>
                  <a:pt x="123" y="56"/>
                </a:lnTo>
                <a:lnTo>
                  <a:pt x="124" y="55"/>
                </a:lnTo>
                <a:lnTo>
                  <a:pt x="124" y="54"/>
                </a:lnTo>
                <a:lnTo>
                  <a:pt x="125" y="54"/>
                </a:lnTo>
                <a:lnTo>
                  <a:pt x="126" y="54"/>
                </a:lnTo>
                <a:lnTo>
                  <a:pt x="126" y="53"/>
                </a:lnTo>
                <a:lnTo>
                  <a:pt x="127" y="53"/>
                </a:lnTo>
                <a:lnTo>
                  <a:pt x="128" y="53"/>
                </a:lnTo>
                <a:lnTo>
                  <a:pt x="128" y="52"/>
                </a:lnTo>
                <a:lnTo>
                  <a:pt x="129" y="52"/>
                </a:lnTo>
                <a:lnTo>
                  <a:pt x="129" y="53"/>
                </a:lnTo>
                <a:lnTo>
                  <a:pt x="130" y="53"/>
                </a:lnTo>
                <a:lnTo>
                  <a:pt x="130" y="54"/>
                </a:lnTo>
                <a:lnTo>
                  <a:pt x="130" y="53"/>
                </a:lnTo>
                <a:lnTo>
                  <a:pt x="130" y="54"/>
                </a:lnTo>
                <a:lnTo>
                  <a:pt x="131" y="54"/>
                </a:lnTo>
                <a:lnTo>
                  <a:pt x="132" y="54"/>
                </a:lnTo>
                <a:lnTo>
                  <a:pt x="133" y="54"/>
                </a:lnTo>
                <a:lnTo>
                  <a:pt x="134" y="53"/>
                </a:lnTo>
                <a:lnTo>
                  <a:pt x="135" y="53"/>
                </a:lnTo>
                <a:lnTo>
                  <a:pt x="136" y="53"/>
                </a:lnTo>
                <a:lnTo>
                  <a:pt x="137" y="54"/>
                </a:lnTo>
                <a:lnTo>
                  <a:pt x="137" y="55"/>
                </a:lnTo>
                <a:lnTo>
                  <a:pt x="136" y="56"/>
                </a:lnTo>
                <a:lnTo>
                  <a:pt x="136" y="57"/>
                </a:lnTo>
                <a:lnTo>
                  <a:pt x="137" y="57"/>
                </a:lnTo>
                <a:lnTo>
                  <a:pt x="138" y="57"/>
                </a:lnTo>
                <a:lnTo>
                  <a:pt x="138" y="58"/>
                </a:lnTo>
                <a:lnTo>
                  <a:pt x="140" y="58"/>
                </a:lnTo>
                <a:lnTo>
                  <a:pt x="141" y="58"/>
                </a:lnTo>
                <a:lnTo>
                  <a:pt x="142" y="58"/>
                </a:lnTo>
                <a:lnTo>
                  <a:pt x="143" y="58"/>
                </a:lnTo>
                <a:lnTo>
                  <a:pt x="142" y="58"/>
                </a:lnTo>
                <a:lnTo>
                  <a:pt x="142" y="57"/>
                </a:lnTo>
                <a:lnTo>
                  <a:pt x="142" y="56"/>
                </a:lnTo>
                <a:lnTo>
                  <a:pt x="141" y="56"/>
                </a:lnTo>
                <a:lnTo>
                  <a:pt x="142" y="56"/>
                </a:lnTo>
                <a:lnTo>
                  <a:pt x="142" y="55"/>
                </a:lnTo>
                <a:lnTo>
                  <a:pt x="142" y="54"/>
                </a:lnTo>
                <a:lnTo>
                  <a:pt x="142" y="53"/>
                </a:lnTo>
                <a:lnTo>
                  <a:pt x="142" y="52"/>
                </a:lnTo>
                <a:lnTo>
                  <a:pt x="142" y="51"/>
                </a:lnTo>
                <a:lnTo>
                  <a:pt x="143" y="50"/>
                </a:lnTo>
                <a:lnTo>
                  <a:pt x="144" y="50"/>
                </a:lnTo>
                <a:lnTo>
                  <a:pt x="144" y="49"/>
                </a:lnTo>
                <a:lnTo>
                  <a:pt x="143" y="49"/>
                </a:lnTo>
                <a:lnTo>
                  <a:pt x="142" y="49"/>
                </a:lnTo>
                <a:lnTo>
                  <a:pt x="141" y="49"/>
                </a:lnTo>
                <a:lnTo>
                  <a:pt x="141" y="50"/>
                </a:lnTo>
                <a:lnTo>
                  <a:pt x="140" y="50"/>
                </a:lnTo>
                <a:lnTo>
                  <a:pt x="139" y="49"/>
                </a:lnTo>
                <a:lnTo>
                  <a:pt x="140" y="49"/>
                </a:lnTo>
                <a:lnTo>
                  <a:pt x="140" y="48"/>
                </a:lnTo>
                <a:lnTo>
                  <a:pt x="140" y="47"/>
                </a:lnTo>
                <a:lnTo>
                  <a:pt x="141" y="47"/>
                </a:lnTo>
                <a:lnTo>
                  <a:pt x="140" y="47"/>
                </a:lnTo>
                <a:lnTo>
                  <a:pt x="140" y="46"/>
                </a:lnTo>
                <a:lnTo>
                  <a:pt x="140" y="45"/>
                </a:lnTo>
                <a:lnTo>
                  <a:pt x="141" y="45"/>
                </a:lnTo>
                <a:lnTo>
                  <a:pt x="141" y="44"/>
                </a:lnTo>
                <a:lnTo>
                  <a:pt x="140" y="44"/>
                </a:lnTo>
                <a:lnTo>
                  <a:pt x="139" y="44"/>
                </a:lnTo>
                <a:lnTo>
                  <a:pt x="139" y="43"/>
                </a:lnTo>
                <a:lnTo>
                  <a:pt x="138" y="43"/>
                </a:lnTo>
                <a:lnTo>
                  <a:pt x="138" y="42"/>
                </a:lnTo>
                <a:lnTo>
                  <a:pt x="138" y="41"/>
                </a:lnTo>
                <a:lnTo>
                  <a:pt x="139" y="40"/>
                </a:lnTo>
                <a:lnTo>
                  <a:pt x="139" y="41"/>
                </a:lnTo>
                <a:lnTo>
                  <a:pt x="140" y="41"/>
                </a:lnTo>
                <a:lnTo>
                  <a:pt x="141" y="41"/>
                </a:lnTo>
                <a:lnTo>
                  <a:pt x="140" y="41"/>
                </a:lnTo>
                <a:lnTo>
                  <a:pt x="141" y="42"/>
                </a:lnTo>
                <a:lnTo>
                  <a:pt x="142" y="43"/>
                </a:lnTo>
                <a:lnTo>
                  <a:pt x="143" y="43"/>
                </a:lnTo>
                <a:lnTo>
                  <a:pt x="144" y="43"/>
                </a:lnTo>
                <a:lnTo>
                  <a:pt x="145" y="43"/>
                </a:lnTo>
                <a:lnTo>
                  <a:pt x="146" y="43"/>
                </a:lnTo>
                <a:lnTo>
                  <a:pt x="147" y="43"/>
                </a:lnTo>
                <a:lnTo>
                  <a:pt x="147" y="44"/>
                </a:lnTo>
                <a:lnTo>
                  <a:pt x="148" y="44"/>
                </a:lnTo>
                <a:lnTo>
                  <a:pt x="148" y="43"/>
                </a:lnTo>
                <a:lnTo>
                  <a:pt x="149" y="44"/>
                </a:lnTo>
                <a:lnTo>
                  <a:pt x="149" y="43"/>
                </a:lnTo>
                <a:lnTo>
                  <a:pt x="150" y="43"/>
                </a:lnTo>
                <a:lnTo>
                  <a:pt x="151" y="43"/>
                </a:lnTo>
                <a:lnTo>
                  <a:pt x="152" y="43"/>
                </a:lnTo>
                <a:lnTo>
                  <a:pt x="153" y="43"/>
                </a:lnTo>
                <a:lnTo>
                  <a:pt x="153" y="44"/>
                </a:lnTo>
                <a:lnTo>
                  <a:pt x="152" y="44"/>
                </a:lnTo>
                <a:lnTo>
                  <a:pt x="152" y="45"/>
                </a:lnTo>
                <a:lnTo>
                  <a:pt x="151" y="45"/>
                </a:lnTo>
                <a:lnTo>
                  <a:pt x="152" y="45"/>
                </a:lnTo>
                <a:lnTo>
                  <a:pt x="152" y="46"/>
                </a:lnTo>
                <a:lnTo>
                  <a:pt x="153" y="47"/>
                </a:lnTo>
                <a:lnTo>
                  <a:pt x="154" y="47"/>
                </a:lnTo>
                <a:lnTo>
                  <a:pt x="155" y="46"/>
                </a:lnTo>
                <a:lnTo>
                  <a:pt x="156" y="45"/>
                </a:lnTo>
                <a:lnTo>
                  <a:pt x="157" y="45"/>
                </a:lnTo>
                <a:lnTo>
                  <a:pt x="157" y="44"/>
                </a:lnTo>
                <a:lnTo>
                  <a:pt x="158" y="44"/>
                </a:lnTo>
                <a:lnTo>
                  <a:pt x="159" y="44"/>
                </a:lnTo>
                <a:lnTo>
                  <a:pt x="160" y="44"/>
                </a:lnTo>
                <a:lnTo>
                  <a:pt x="161" y="44"/>
                </a:lnTo>
                <a:lnTo>
                  <a:pt x="161" y="43"/>
                </a:lnTo>
                <a:lnTo>
                  <a:pt x="162" y="42"/>
                </a:lnTo>
                <a:lnTo>
                  <a:pt x="163" y="41"/>
                </a:lnTo>
                <a:lnTo>
                  <a:pt x="164" y="41"/>
                </a:lnTo>
                <a:lnTo>
                  <a:pt x="165" y="41"/>
                </a:lnTo>
                <a:lnTo>
                  <a:pt x="166" y="40"/>
                </a:lnTo>
                <a:lnTo>
                  <a:pt x="166" y="39"/>
                </a:lnTo>
                <a:lnTo>
                  <a:pt x="167" y="38"/>
                </a:lnTo>
                <a:lnTo>
                  <a:pt x="166" y="38"/>
                </a:lnTo>
                <a:lnTo>
                  <a:pt x="167" y="38"/>
                </a:lnTo>
                <a:lnTo>
                  <a:pt x="167" y="37"/>
                </a:lnTo>
                <a:lnTo>
                  <a:pt x="168" y="37"/>
                </a:lnTo>
                <a:lnTo>
                  <a:pt x="168" y="36"/>
                </a:lnTo>
                <a:lnTo>
                  <a:pt x="169" y="36"/>
                </a:lnTo>
                <a:lnTo>
                  <a:pt x="169" y="35"/>
                </a:lnTo>
                <a:lnTo>
                  <a:pt x="170" y="35"/>
                </a:lnTo>
                <a:lnTo>
                  <a:pt x="171" y="35"/>
                </a:lnTo>
                <a:lnTo>
                  <a:pt x="171" y="34"/>
                </a:lnTo>
                <a:lnTo>
                  <a:pt x="171" y="33"/>
                </a:lnTo>
                <a:lnTo>
                  <a:pt x="170" y="33"/>
                </a:lnTo>
                <a:lnTo>
                  <a:pt x="170" y="32"/>
                </a:lnTo>
                <a:lnTo>
                  <a:pt x="170" y="31"/>
                </a:lnTo>
                <a:lnTo>
                  <a:pt x="171" y="31"/>
                </a:lnTo>
                <a:lnTo>
                  <a:pt x="171" y="30"/>
                </a:lnTo>
                <a:lnTo>
                  <a:pt x="171" y="29"/>
                </a:lnTo>
                <a:lnTo>
                  <a:pt x="171" y="28"/>
                </a:lnTo>
                <a:lnTo>
                  <a:pt x="170" y="28"/>
                </a:lnTo>
                <a:lnTo>
                  <a:pt x="171" y="28"/>
                </a:lnTo>
                <a:lnTo>
                  <a:pt x="171" y="27"/>
                </a:lnTo>
                <a:lnTo>
                  <a:pt x="172" y="27"/>
                </a:lnTo>
                <a:lnTo>
                  <a:pt x="173" y="27"/>
                </a:lnTo>
                <a:lnTo>
                  <a:pt x="174" y="26"/>
                </a:lnTo>
                <a:lnTo>
                  <a:pt x="174" y="25"/>
                </a:lnTo>
                <a:lnTo>
                  <a:pt x="174" y="24"/>
                </a:lnTo>
                <a:lnTo>
                  <a:pt x="175" y="24"/>
                </a:lnTo>
                <a:lnTo>
                  <a:pt x="176" y="25"/>
                </a:lnTo>
                <a:lnTo>
                  <a:pt x="178" y="25"/>
                </a:lnTo>
                <a:lnTo>
                  <a:pt x="180" y="25"/>
                </a:lnTo>
                <a:lnTo>
                  <a:pt x="181" y="25"/>
                </a:lnTo>
                <a:lnTo>
                  <a:pt x="182" y="25"/>
                </a:lnTo>
                <a:lnTo>
                  <a:pt x="183" y="25"/>
                </a:lnTo>
                <a:lnTo>
                  <a:pt x="184" y="25"/>
                </a:lnTo>
                <a:lnTo>
                  <a:pt x="185" y="25"/>
                </a:lnTo>
                <a:lnTo>
                  <a:pt x="187" y="24"/>
                </a:lnTo>
                <a:lnTo>
                  <a:pt x="188" y="24"/>
                </a:lnTo>
                <a:lnTo>
                  <a:pt x="189" y="24"/>
                </a:lnTo>
                <a:lnTo>
                  <a:pt x="190" y="24"/>
                </a:lnTo>
                <a:lnTo>
                  <a:pt x="191" y="24"/>
                </a:lnTo>
                <a:lnTo>
                  <a:pt x="192" y="25"/>
                </a:lnTo>
                <a:lnTo>
                  <a:pt x="194" y="26"/>
                </a:lnTo>
                <a:lnTo>
                  <a:pt x="195" y="27"/>
                </a:lnTo>
                <a:lnTo>
                  <a:pt x="196" y="28"/>
                </a:lnTo>
                <a:lnTo>
                  <a:pt x="197" y="29"/>
                </a:lnTo>
                <a:lnTo>
                  <a:pt x="199" y="30"/>
                </a:lnTo>
                <a:lnTo>
                  <a:pt x="200" y="31"/>
                </a:lnTo>
                <a:lnTo>
                  <a:pt x="201" y="32"/>
                </a:lnTo>
                <a:lnTo>
                  <a:pt x="203" y="33"/>
                </a:lnTo>
                <a:lnTo>
                  <a:pt x="203" y="34"/>
                </a:lnTo>
                <a:lnTo>
                  <a:pt x="204" y="34"/>
                </a:lnTo>
                <a:lnTo>
                  <a:pt x="208" y="35"/>
                </a:lnTo>
                <a:lnTo>
                  <a:pt x="209" y="36"/>
                </a:lnTo>
                <a:lnTo>
                  <a:pt x="211" y="36"/>
                </a:lnTo>
                <a:lnTo>
                  <a:pt x="213" y="36"/>
                </a:lnTo>
                <a:lnTo>
                  <a:pt x="213" y="37"/>
                </a:lnTo>
                <a:lnTo>
                  <a:pt x="214" y="36"/>
                </a:lnTo>
                <a:lnTo>
                  <a:pt x="215" y="36"/>
                </a:lnTo>
                <a:lnTo>
                  <a:pt x="216" y="36"/>
                </a:lnTo>
                <a:lnTo>
                  <a:pt x="217" y="36"/>
                </a:lnTo>
                <a:lnTo>
                  <a:pt x="220" y="35"/>
                </a:lnTo>
                <a:lnTo>
                  <a:pt x="221" y="34"/>
                </a:lnTo>
                <a:lnTo>
                  <a:pt x="222" y="34"/>
                </a:lnTo>
                <a:lnTo>
                  <a:pt x="222" y="33"/>
                </a:lnTo>
                <a:lnTo>
                  <a:pt x="223" y="33"/>
                </a:lnTo>
                <a:lnTo>
                  <a:pt x="224" y="33"/>
                </a:lnTo>
                <a:lnTo>
                  <a:pt x="224" y="32"/>
                </a:lnTo>
                <a:lnTo>
                  <a:pt x="225" y="32"/>
                </a:lnTo>
                <a:lnTo>
                  <a:pt x="225" y="31"/>
                </a:lnTo>
                <a:lnTo>
                  <a:pt x="226" y="30"/>
                </a:lnTo>
                <a:lnTo>
                  <a:pt x="227" y="29"/>
                </a:lnTo>
                <a:lnTo>
                  <a:pt x="228" y="28"/>
                </a:lnTo>
                <a:lnTo>
                  <a:pt x="229" y="27"/>
                </a:lnTo>
                <a:lnTo>
                  <a:pt x="230" y="27"/>
                </a:lnTo>
                <a:lnTo>
                  <a:pt x="231" y="26"/>
                </a:lnTo>
                <a:lnTo>
                  <a:pt x="232" y="26"/>
                </a:lnTo>
                <a:lnTo>
                  <a:pt x="233" y="26"/>
                </a:lnTo>
                <a:lnTo>
                  <a:pt x="234" y="26"/>
                </a:lnTo>
                <a:lnTo>
                  <a:pt x="234" y="25"/>
                </a:lnTo>
                <a:lnTo>
                  <a:pt x="238" y="25"/>
                </a:lnTo>
                <a:lnTo>
                  <a:pt x="238" y="26"/>
                </a:lnTo>
                <a:lnTo>
                  <a:pt x="239" y="26"/>
                </a:lnTo>
                <a:lnTo>
                  <a:pt x="240" y="26"/>
                </a:lnTo>
                <a:lnTo>
                  <a:pt x="240" y="27"/>
                </a:lnTo>
                <a:lnTo>
                  <a:pt x="241" y="28"/>
                </a:lnTo>
                <a:lnTo>
                  <a:pt x="241" y="29"/>
                </a:lnTo>
                <a:lnTo>
                  <a:pt x="242" y="29"/>
                </a:lnTo>
                <a:lnTo>
                  <a:pt x="242" y="30"/>
                </a:lnTo>
                <a:lnTo>
                  <a:pt x="243" y="30"/>
                </a:lnTo>
                <a:lnTo>
                  <a:pt x="246" y="28"/>
                </a:lnTo>
                <a:lnTo>
                  <a:pt x="247" y="28"/>
                </a:lnTo>
                <a:lnTo>
                  <a:pt x="248" y="27"/>
                </a:lnTo>
                <a:lnTo>
                  <a:pt x="249" y="26"/>
                </a:lnTo>
                <a:lnTo>
                  <a:pt x="250" y="25"/>
                </a:lnTo>
                <a:lnTo>
                  <a:pt x="251" y="25"/>
                </a:lnTo>
                <a:lnTo>
                  <a:pt x="251" y="24"/>
                </a:lnTo>
                <a:lnTo>
                  <a:pt x="252" y="24"/>
                </a:lnTo>
                <a:lnTo>
                  <a:pt x="253" y="23"/>
                </a:lnTo>
                <a:lnTo>
                  <a:pt x="254" y="23"/>
                </a:lnTo>
                <a:lnTo>
                  <a:pt x="255" y="23"/>
                </a:lnTo>
                <a:lnTo>
                  <a:pt x="256" y="22"/>
                </a:lnTo>
                <a:lnTo>
                  <a:pt x="257" y="21"/>
                </a:lnTo>
                <a:lnTo>
                  <a:pt x="258" y="21"/>
                </a:lnTo>
                <a:lnTo>
                  <a:pt x="259" y="21"/>
                </a:lnTo>
                <a:lnTo>
                  <a:pt x="259" y="20"/>
                </a:lnTo>
                <a:lnTo>
                  <a:pt x="260" y="19"/>
                </a:lnTo>
                <a:lnTo>
                  <a:pt x="261" y="19"/>
                </a:lnTo>
                <a:lnTo>
                  <a:pt x="262" y="18"/>
                </a:lnTo>
                <a:lnTo>
                  <a:pt x="263" y="18"/>
                </a:lnTo>
                <a:lnTo>
                  <a:pt x="264" y="18"/>
                </a:lnTo>
                <a:lnTo>
                  <a:pt x="265" y="18"/>
                </a:lnTo>
                <a:lnTo>
                  <a:pt x="266" y="18"/>
                </a:lnTo>
                <a:lnTo>
                  <a:pt x="267" y="18"/>
                </a:lnTo>
                <a:lnTo>
                  <a:pt x="268" y="18"/>
                </a:lnTo>
                <a:lnTo>
                  <a:pt x="269" y="18"/>
                </a:lnTo>
                <a:lnTo>
                  <a:pt x="269" y="17"/>
                </a:lnTo>
                <a:lnTo>
                  <a:pt x="270" y="16"/>
                </a:lnTo>
                <a:lnTo>
                  <a:pt x="270" y="15"/>
                </a:lnTo>
                <a:lnTo>
                  <a:pt x="271" y="13"/>
                </a:lnTo>
                <a:lnTo>
                  <a:pt x="270" y="9"/>
                </a:lnTo>
                <a:lnTo>
                  <a:pt x="270" y="8"/>
                </a:lnTo>
                <a:lnTo>
                  <a:pt x="271" y="7"/>
                </a:lnTo>
                <a:lnTo>
                  <a:pt x="271" y="5"/>
                </a:lnTo>
                <a:lnTo>
                  <a:pt x="272" y="3"/>
                </a:lnTo>
                <a:lnTo>
                  <a:pt x="273" y="2"/>
                </a:lnTo>
                <a:lnTo>
                  <a:pt x="273" y="1"/>
                </a:lnTo>
                <a:lnTo>
                  <a:pt x="274" y="1"/>
                </a:lnTo>
                <a:lnTo>
                  <a:pt x="275" y="0"/>
                </a:lnTo>
                <a:lnTo>
                  <a:pt x="276" y="0"/>
                </a:lnTo>
                <a:lnTo>
                  <a:pt x="277" y="0"/>
                </a:lnTo>
                <a:lnTo>
                  <a:pt x="278" y="0"/>
                </a:lnTo>
                <a:lnTo>
                  <a:pt x="279" y="0"/>
                </a:lnTo>
                <a:lnTo>
                  <a:pt x="280" y="0"/>
                </a:lnTo>
                <a:lnTo>
                  <a:pt x="28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5" name=""/>
          <p:cNvSpPr/>
          <p:nvPr/>
        </p:nvSpPr>
        <p:spPr>
          <a:xfrm>
            <a:off x="2279880" y="3823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6" name=""/>
          <p:cNvSpPr/>
          <p:nvPr/>
        </p:nvSpPr>
        <p:spPr>
          <a:xfrm>
            <a:off x="2287440" y="381744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0" y="6"/>
                </a:moveTo>
                <a:lnTo>
                  <a:pt x="0" y="5"/>
                </a:lnTo>
                <a:lnTo>
                  <a:pt x="0" y="4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3" y="4"/>
                </a:lnTo>
                <a:lnTo>
                  <a:pt x="4" y="4"/>
                </a:lnTo>
                <a:lnTo>
                  <a:pt x="4" y="5"/>
                </a:lnTo>
                <a:lnTo>
                  <a:pt x="1" y="6"/>
                </a:lnTo>
                <a:lnTo>
                  <a:pt x="0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7" name=""/>
          <p:cNvSpPr/>
          <p:nvPr/>
        </p:nvSpPr>
        <p:spPr>
          <a:xfrm>
            <a:off x="2292480" y="3811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8" name=""/>
          <p:cNvSpPr/>
          <p:nvPr/>
        </p:nvSpPr>
        <p:spPr>
          <a:xfrm>
            <a:off x="2298240" y="3810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9" name=""/>
          <p:cNvSpPr/>
          <p:nvPr/>
        </p:nvSpPr>
        <p:spPr>
          <a:xfrm>
            <a:off x="2301120" y="3805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0" name=""/>
          <p:cNvSpPr/>
          <p:nvPr/>
        </p:nvSpPr>
        <p:spPr>
          <a:xfrm>
            <a:off x="2114280" y="3726000"/>
            <a:ext cx="256320" cy="143640"/>
          </a:xfrm>
          <a:custGeom>
            <a:avLst/>
            <a:gdLst/>
            <a:ahLst/>
            <a:rect l="0" t="0" r="r" b="b"/>
            <a:pathLst>
              <a:path w="712" h="399">
                <a:moveTo>
                  <a:pt x="274" y="1"/>
                </a:moveTo>
                <a:lnTo>
                  <a:pt x="275" y="1"/>
                </a:lnTo>
                <a:lnTo>
                  <a:pt x="276" y="1"/>
                </a:lnTo>
                <a:lnTo>
                  <a:pt x="277" y="2"/>
                </a:lnTo>
                <a:lnTo>
                  <a:pt x="277" y="3"/>
                </a:lnTo>
                <a:lnTo>
                  <a:pt x="278" y="3"/>
                </a:lnTo>
                <a:lnTo>
                  <a:pt x="278" y="2"/>
                </a:lnTo>
                <a:lnTo>
                  <a:pt x="279" y="3"/>
                </a:lnTo>
                <a:lnTo>
                  <a:pt x="281" y="3"/>
                </a:lnTo>
                <a:lnTo>
                  <a:pt x="282" y="4"/>
                </a:lnTo>
                <a:lnTo>
                  <a:pt x="283" y="4"/>
                </a:lnTo>
                <a:lnTo>
                  <a:pt x="283" y="5"/>
                </a:lnTo>
                <a:lnTo>
                  <a:pt x="284" y="5"/>
                </a:lnTo>
                <a:lnTo>
                  <a:pt x="284" y="6"/>
                </a:lnTo>
                <a:lnTo>
                  <a:pt x="284" y="7"/>
                </a:lnTo>
                <a:lnTo>
                  <a:pt x="285" y="7"/>
                </a:lnTo>
                <a:lnTo>
                  <a:pt x="285" y="8"/>
                </a:lnTo>
                <a:lnTo>
                  <a:pt x="286" y="9"/>
                </a:lnTo>
                <a:lnTo>
                  <a:pt x="287" y="8"/>
                </a:lnTo>
                <a:lnTo>
                  <a:pt x="288" y="8"/>
                </a:lnTo>
                <a:lnTo>
                  <a:pt x="289" y="8"/>
                </a:lnTo>
                <a:lnTo>
                  <a:pt x="291" y="9"/>
                </a:lnTo>
                <a:lnTo>
                  <a:pt x="292" y="10"/>
                </a:lnTo>
                <a:lnTo>
                  <a:pt x="293" y="10"/>
                </a:lnTo>
                <a:lnTo>
                  <a:pt x="293" y="11"/>
                </a:lnTo>
                <a:lnTo>
                  <a:pt x="294" y="11"/>
                </a:lnTo>
                <a:lnTo>
                  <a:pt x="295" y="11"/>
                </a:lnTo>
                <a:lnTo>
                  <a:pt x="294" y="12"/>
                </a:lnTo>
                <a:lnTo>
                  <a:pt x="294" y="13"/>
                </a:lnTo>
                <a:lnTo>
                  <a:pt x="293" y="14"/>
                </a:lnTo>
                <a:lnTo>
                  <a:pt x="294" y="14"/>
                </a:lnTo>
                <a:lnTo>
                  <a:pt x="296" y="13"/>
                </a:lnTo>
                <a:lnTo>
                  <a:pt x="297" y="13"/>
                </a:lnTo>
                <a:lnTo>
                  <a:pt x="299" y="13"/>
                </a:lnTo>
                <a:lnTo>
                  <a:pt x="300" y="13"/>
                </a:lnTo>
                <a:lnTo>
                  <a:pt x="301" y="13"/>
                </a:lnTo>
                <a:lnTo>
                  <a:pt x="301" y="14"/>
                </a:lnTo>
                <a:lnTo>
                  <a:pt x="302" y="14"/>
                </a:lnTo>
                <a:lnTo>
                  <a:pt x="303" y="14"/>
                </a:lnTo>
                <a:lnTo>
                  <a:pt x="305" y="14"/>
                </a:lnTo>
                <a:lnTo>
                  <a:pt x="306" y="14"/>
                </a:lnTo>
                <a:lnTo>
                  <a:pt x="307" y="14"/>
                </a:lnTo>
                <a:lnTo>
                  <a:pt x="308" y="14"/>
                </a:lnTo>
                <a:lnTo>
                  <a:pt x="309" y="14"/>
                </a:lnTo>
                <a:lnTo>
                  <a:pt x="309" y="15"/>
                </a:lnTo>
                <a:lnTo>
                  <a:pt x="311" y="15"/>
                </a:lnTo>
                <a:lnTo>
                  <a:pt x="311" y="16"/>
                </a:lnTo>
                <a:lnTo>
                  <a:pt x="312" y="16"/>
                </a:lnTo>
                <a:lnTo>
                  <a:pt x="312" y="15"/>
                </a:lnTo>
                <a:lnTo>
                  <a:pt x="313" y="15"/>
                </a:lnTo>
                <a:lnTo>
                  <a:pt x="314" y="16"/>
                </a:lnTo>
                <a:lnTo>
                  <a:pt x="314" y="15"/>
                </a:lnTo>
                <a:lnTo>
                  <a:pt x="314" y="16"/>
                </a:lnTo>
                <a:lnTo>
                  <a:pt x="315" y="16"/>
                </a:lnTo>
                <a:lnTo>
                  <a:pt x="315" y="17"/>
                </a:lnTo>
                <a:lnTo>
                  <a:pt x="315" y="16"/>
                </a:lnTo>
                <a:lnTo>
                  <a:pt x="316" y="16"/>
                </a:lnTo>
                <a:lnTo>
                  <a:pt x="317" y="16"/>
                </a:lnTo>
                <a:lnTo>
                  <a:pt x="316" y="16"/>
                </a:lnTo>
                <a:lnTo>
                  <a:pt x="316" y="17"/>
                </a:lnTo>
                <a:lnTo>
                  <a:pt x="318" y="17"/>
                </a:lnTo>
                <a:lnTo>
                  <a:pt x="319" y="18"/>
                </a:lnTo>
                <a:lnTo>
                  <a:pt x="319" y="19"/>
                </a:lnTo>
                <a:lnTo>
                  <a:pt x="319" y="20"/>
                </a:lnTo>
                <a:lnTo>
                  <a:pt x="319" y="19"/>
                </a:lnTo>
                <a:lnTo>
                  <a:pt x="319" y="18"/>
                </a:lnTo>
                <a:lnTo>
                  <a:pt x="319" y="17"/>
                </a:lnTo>
                <a:lnTo>
                  <a:pt x="320" y="17"/>
                </a:lnTo>
                <a:lnTo>
                  <a:pt x="323" y="17"/>
                </a:lnTo>
                <a:lnTo>
                  <a:pt x="325" y="17"/>
                </a:lnTo>
                <a:lnTo>
                  <a:pt x="325" y="18"/>
                </a:lnTo>
                <a:lnTo>
                  <a:pt x="325" y="19"/>
                </a:lnTo>
                <a:lnTo>
                  <a:pt x="324" y="19"/>
                </a:lnTo>
                <a:lnTo>
                  <a:pt x="324" y="20"/>
                </a:lnTo>
                <a:lnTo>
                  <a:pt x="325" y="20"/>
                </a:lnTo>
                <a:lnTo>
                  <a:pt x="325" y="19"/>
                </a:lnTo>
                <a:lnTo>
                  <a:pt x="325" y="20"/>
                </a:lnTo>
                <a:lnTo>
                  <a:pt x="325" y="19"/>
                </a:lnTo>
                <a:lnTo>
                  <a:pt x="325" y="18"/>
                </a:lnTo>
                <a:lnTo>
                  <a:pt x="326" y="18"/>
                </a:lnTo>
                <a:lnTo>
                  <a:pt x="327" y="18"/>
                </a:lnTo>
                <a:lnTo>
                  <a:pt x="328" y="18"/>
                </a:lnTo>
                <a:lnTo>
                  <a:pt x="329" y="18"/>
                </a:lnTo>
                <a:lnTo>
                  <a:pt x="330" y="18"/>
                </a:lnTo>
                <a:lnTo>
                  <a:pt x="332" y="18"/>
                </a:lnTo>
                <a:lnTo>
                  <a:pt x="333" y="19"/>
                </a:lnTo>
                <a:lnTo>
                  <a:pt x="333" y="21"/>
                </a:lnTo>
                <a:lnTo>
                  <a:pt x="334" y="21"/>
                </a:lnTo>
                <a:lnTo>
                  <a:pt x="334" y="23"/>
                </a:lnTo>
                <a:lnTo>
                  <a:pt x="335" y="23"/>
                </a:lnTo>
                <a:lnTo>
                  <a:pt x="336" y="24"/>
                </a:lnTo>
                <a:lnTo>
                  <a:pt x="336" y="23"/>
                </a:lnTo>
                <a:lnTo>
                  <a:pt x="337" y="23"/>
                </a:lnTo>
                <a:lnTo>
                  <a:pt x="338" y="23"/>
                </a:lnTo>
                <a:lnTo>
                  <a:pt x="339" y="23"/>
                </a:lnTo>
                <a:lnTo>
                  <a:pt x="340" y="23"/>
                </a:lnTo>
                <a:lnTo>
                  <a:pt x="341" y="23"/>
                </a:lnTo>
                <a:lnTo>
                  <a:pt x="342" y="24"/>
                </a:lnTo>
                <a:lnTo>
                  <a:pt x="343" y="24"/>
                </a:lnTo>
                <a:lnTo>
                  <a:pt x="343" y="23"/>
                </a:lnTo>
                <a:lnTo>
                  <a:pt x="342" y="23"/>
                </a:lnTo>
                <a:lnTo>
                  <a:pt x="342" y="22"/>
                </a:lnTo>
                <a:lnTo>
                  <a:pt x="342" y="21"/>
                </a:lnTo>
                <a:lnTo>
                  <a:pt x="342" y="20"/>
                </a:lnTo>
                <a:lnTo>
                  <a:pt x="343" y="20"/>
                </a:lnTo>
                <a:lnTo>
                  <a:pt x="343" y="19"/>
                </a:lnTo>
                <a:lnTo>
                  <a:pt x="344" y="20"/>
                </a:lnTo>
                <a:lnTo>
                  <a:pt x="345" y="20"/>
                </a:lnTo>
                <a:lnTo>
                  <a:pt x="345" y="19"/>
                </a:lnTo>
                <a:lnTo>
                  <a:pt x="346" y="19"/>
                </a:lnTo>
                <a:lnTo>
                  <a:pt x="346" y="18"/>
                </a:lnTo>
                <a:lnTo>
                  <a:pt x="346" y="17"/>
                </a:lnTo>
                <a:lnTo>
                  <a:pt x="345" y="17"/>
                </a:lnTo>
                <a:lnTo>
                  <a:pt x="345" y="18"/>
                </a:lnTo>
                <a:lnTo>
                  <a:pt x="345" y="17"/>
                </a:lnTo>
                <a:lnTo>
                  <a:pt x="345" y="16"/>
                </a:lnTo>
                <a:lnTo>
                  <a:pt x="347" y="16"/>
                </a:lnTo>
                <a:lnTo>
                  <a:pt x="348" y="16"/>
                </a:lnTo>
                <a:lnTo>
                  <a:pt x="348" y="17"/>
                </a:lnTo>
                <a:lnTo>
                  <a:pt x="348" y="18"/>
                </a:lnTo>
                <a:lnTo>
                  <a:pt x="348" y="17"/>
                </a:lnTo>
                <a:lnTo>
                  <a:pt x="349" y="17"/>
                </a:lnTo>
                <a:lnTo>
                  <a:pt x="350" y="17"/>
                </a:lnTo>
                <a:lnTo>
                  <a:pt x="351" y="17"/>
                </a:lnTo>
                <a:lnTo>
                  <a:pt x="350" y="18"/>
                </a:lnTo>
                <a:lnTo>
                  <a:pt x="351" y="18"/>
                </a:lnTo>
                <a:lnTo>
                  <a:pt x="352" y="17"/>
                </a:lnTo>
                <a:lnTo>
                  <a:pt x="352" y="18"/>
                </a:lnTo>
                <a:lnTo>
                  <a:pt x="352" y="19"/>
                </a:lnTo>
                <a:lnTo>
                  <a:pt x="353" y="19"/>
                </a:lnTo>
                <a:lnTo>
                  <a:pt x="353" y="20"/>
                </a:lnTo>
                <a:lnTo>
                  <a:pt x="354" y="20"/>
                </a:lnTo>
                <a:lnTo>
                  <a:pt x="355" y="20"/>
                </a:lnTo>
                <a:lnTo>
                  <a:pt x="356" y="20"/>
                </a:lnTo>
                <a:lnTo>
                  <a:pt x="357" y="20"/>
                </a:lnTo>
                <a:lnTo>
                  <a:pt x="358" y="20"/>
                </a:lnTo>
                <a:lnTo>
                  <a:pt x="359" y="20"/>
                </a:lnTo>
                <a:lnTo>
                  <a:pt x="360" y="20"/>
                </a:lnTo>
                <a:lnTo>
                  <a:pt x="361" y="19"/>
                </a:lnTo>
                <a:lnTo>
                  <a:pt x="361" y="17"/>
                </a:lnTo>
                <a:lnTo>
                  <a:pt x="360" y="17"/>
                </a:lnTo>
                <a:lnTo>
                  <a:pt x="360" y="16"/>
                </a:lnTo>
                <a:lnTo>
                  <a:pt x="361" y="16"/>
                </a:lnTo>
                <a:lnTo>
                  <a:pt x="361" y="15"/>
                </a:lnTo>
                <a:lnTo>
                  <a:pt x="360" y="15"/>
                </a:lnTo>
                <a:lnTo>
                  <a:pt x="360" y="13"/>
                </a:lnTo>
                <a:lnTo>
                  <a:pt x="362" y="13"/>
                </a:lnTo>
                <a:lnTo>
                  <a:pt x="364" y="13"/>
                </a:lnTo>
                <a:lnTo>
                  <a:pt x="364" y="14"/>
                </a:lnTo>
                <a:lnTo>
                  <a:pt x="364" y="16"/>
                </a:lnTo>
                <a:lnTo>
                  <a:pt x="365" y="16"/>
                </a:lnTo>
                <a:lnTo>
                  <a:pt x="367" y="15"/>
                </a:lnTo>
                <a:lnTo>
                  <a:pt x="367" y="16"/>
                </a:lnTo>
                <a:lnTo>
                  <a:pt x="367" y="15"/>
                </a:lnTo>
                <a:lnTo>
                  <a:pt x="368" y="14"/>
                </a:lnTo>
                <a:lnTo>
                  <a:pt x="368" y="15"/>
                </a:lnTo>
                <a:lnTo>
                  <a:pt x="373" y="18"/>
                </a:lnTo>
                <a:lnTo>
                  <a:pt x="374" y="19"/>
                </a:lnTo>
                <a:lnTo>
                  <a:pt x="373" y="19"/>
                </a:lnTo>
                <a:lnTo>
                  <a:pt x="372" y="20"/>
                </a:lnTo>
                <a:lnTo>
                  <a:pt x="373" y="20"/>
                </a:lnTo>
                <a:lnTo>
                  <a:pt x="374" y="20"/>
                </a:lnTo>
                <a:lnTo>
                  <a:pt x="375" y="20"/>
                </a:lnTo>
                <a:lnTo>
                  <a:pt x="375" y="22"/>
                </a:lnTo>
                <a:lnTo>
                  <a:pt x="375" y="23"/>
                </a:lnTo>
                <a:lnTo>
                  <a:pt x="376" y="23"/>
                </a:lnTo>
                <a:lnTo>
                  <a:pt x="376" y="24"/>
                </a:lnTo>
                <a:lnTo>
                  <a:pt x="376" y="25"/>
                </a:lnTo>
                <a:lnTo>
                  <a:pt x="375" y="25"/>
                </a:lnTo>
                <a:lnTo>
                  <a:pt x="375" y="27"/>
                </a:lnTo>
                <a:lnTo>
                  <a:pt x="376" y="28"/>
                </a:lnTo>
                <a:lnTo>
                  <a:pt x="376" y="29"/>
                </a:lnTo>
                <a:lnTo>
                  <a:pt x="377" y="30"/>
                </a:lnTo>
                <a:lnTo>
                  <a:pt x="378" y="33"/>
                </a:lnTo>
                <a:lnTo>
                  <a:pt x="381" y="33"/>
                </a:lnTo>
                <a:lnTo>
                  <a:pt x="382" y="34"/>
                </a:lnTo>
                <a:lnTo>
                  <a:pt x="384" y="35"/>
                </a:lnTo>
                <a:lnTo>
                  <a:pt x="385" y="36"/>
                </a:lnTo>
                <a:lnTo>
                  <a:pt x="386" y="37"/>
                </a:lnTo>
                <a:lnTo>
                  <a:pt x="386" y="40"/>
                </a:lnTo>
                <a:lnTo>
                  <a:pt x="387" y="43"/>
                </a:lnTo>
                <a:lnTo>
                  <a:pt x="387" y="44"/>
                </a:lnTo>
                <a:lnTo>
                  <a:pt x="386" y="44"/>
                </a:lnTo>
                <a:lnTo>
                  <a:pt x="386" y="45"/>
                </a:lnTo>
                <a:lnTo>
                  <a:pt x="384" y="45"/>
                </a:lnTo>
                <a:lnTo>
                  <a:pt x="384" y="46"/>
                </a:lnTo>
                <a:lnTo>
                  <a:pt x="384" y="47"/>
                </a:lnTo>
                <a:lnTo>
                  <a:pt x="385" y="47"/>
                </a:lnTo>
                <a:lnTo>
                  <a:pt x="386" y="47"/>
                </a:lnTo>
                <a:lnTo>
                  <a:pt x="387" y="48"/>
                </a:lnTo>
                <a:lnTo>
                  <a:pt x="386" y="49"/>
                </a:lnTo>
                <a:lnTo>
                  <a:pt x="385" y="49"/>
                </a:lnTo>
                <a:lnTo>
                  <a:pt x="385" y="51"/>
                </a:lnTo>
                <a:lnTo>
                  <a:pt x="386" y="51"/>
                </a:lnTo>
                <a:lnTo>
                  <a:pt x="386" y="50"/>
                </a:lnTo>
                <a:lnTo>
                  <a:pt x="389" y="51"/>
                </a:lnTo>
                <a:lnTo>
                  <a:pt x="389" y="50"/>
                </a:lnTo>
                <a:lnTo>
                  <a:pt x="390" y="50"/>
                </a:lnTo>
                <a:lnTo>
                  <a:pt x="392" y="50"/>
                </a:lnTo>
                <a:lnTo>
                  <a:pt x="392" y="51"/>
                </a:lnTo>
                <a:lnTo>
                  <a:pt x="393" y="52"/>
                </a:lnTo>
                <a:lnTo>
                  <a:pt x="394" y="51"/>
                </a:lnTo>
                <a:lnTo>
                  <a:pt x="394" y="50"/>
                </a:lnTo>
                <a:lnTo>
                  <a:pt x="395" y="50"/>
                </a:lnTo>
                <a:lnTo>
                  <a:pt x="395" y="49"/>
                </a:lnTo>
                <a:lnTo>
                  <a:pt x="396" y="48"/>
                </a:lnTo>
                <a:lnTo>
                  <a:pt x="397" y="49"/>
                </a:lnTo>
                <a:lnTo>
                  <a:pt x="397" y="50"/>
                </a:lnTo>
                <a:lnTo>
                  <a:pt x="398" y="50"/>
                </a:lnTo>
                <a:lnTo>
                  <a:pt x="398" y="51"/>
                </a:lnTo>
                <a:lnTo>
                  <a:pt x="399" y="51"/>
                </a:lnTo>
                <a:lnTo>
                  <a:pt x="399" y="50"/>
                </a:lnTo>
                <a:lnTo>
                  <a:pt x="400" y="50"/>
                </a:lnTo>
                <a:lnTo>
                  <a:pt x="400" y="49"/>
                </a:lnTo>
                <a:lnTo>
                  <a:pt x="401" y="49"/>
                </a:lnTo>
                <a:lnTo>
                  <a:pt x="402" y="49"/>
                </a:lnTo>
                <a:lnTo>
                  <a:pt x="403" y="49"/>
                </a:lnTo>
                <a:lnTo>
                  <a:pt x="403" y="48"/>
                </a:lnTo>
                <a:lnTo>
                  <a:pt x="404" y="48"/>
                </a:lnTo>
                <a:lnTo>
                  <a:pt x="405" y="49"/>
                </a:lnTo>
                <a:lnTo>
                  <a:pt x="404" y="49"/>
                </a:lnTo>
                <a:lnTo>
                  <a:pt x="404" y="50"/>
                </a:lnTo>
                <a:lnTo>
                  <a:pt x="405" y="50"/>
                </a:lnTo>
                <a:lnTo>
                  <a:pt x="405" y="51"/>
                </a:lnTo>
                <a:lnTo>
                  <a:pt x="403" y="51"/>
                </a:lnTo>
                <a:lnTo>
                  <a:pt x="402" y="52"/>
                </a:lnTo>
                <a:lnTo>
                  <a:pt x="401" y="52"/>
                </a:lnTo>
                <a:lnTo>
                  <a:pt x="401" y="53"/>
                </a:lnTo>
                <a:lnTo>
                  <a:pt x="400" y="53"/>
                </a:lnTo>
                <a:lnTo>
                  <a:pt x="399" y="53"/>
                </a:lnTo>
                <a:lnTo>
                  <a:pt x="398" y="53"/>
                </a:lnTo>
                <a:lnTo>
                  <a:pt x="397" y="52"/>
                </a:lnTo>
                <a:lnTo>
                  <a:pt x="396" y="52"/>
                </a:lnTo>
                <a:lnTo>
                  <a:pt x="395" y="52"/>
                </a:lnTo>
                <a:lnTo>
                  <a:pt x="395" y="53"/>
                </a:lnTo>
                <a:lnTo>
                  <a:pt x="394" y="53"/>
                </a:lnTo>
                <a:lnTo>
                  <a:pt x="394" y="54"/>
                </a:lnTo>
                <a:lnTo>
                  <a:pt x="395" y="54"/>
                </a:lnTo>
                <a:lnTo>
                  <a:pt x="396" y="55"/>
                </a:lnTo>
                <a:lnTo>
                  <a:pt x="397" y="56"/>
                </a:lnTo>
                <a:lnTo>
                  <a:pt x="398" y="56"/>
                </a:lnTo>
                <a:lnTo>
                  <a:pt x="398" y="57"/>
                </a:lnTo>
                <a:lnTo>
                  <a:pt x="399" y="57"/>
                </a:lnTo>
                <a:lnTo>
                  <a:pt x="400" y="58"/>
                </a:lnTo>
                <a:lnTo>
                  <a:pt x="401" y="59"/>
                </a:lnTo>
                <a:lnTo>
                  <a:pt x="402" y="60"/>
                </a:lnTo>
                <a:lnTo>
                  <a:pt x="403" y="61"/>
                </a:lnTo>
                <a:lnTo>
                  <a:pt x="402" y="61"/>
                </a:lnTo>
                <a:lnTo>
                  <a:pt x="398" y="58"/>
                </a:lnTo>
                <a:lnTo>
                  <a:pt x="396" y="56"/>
                </a:lnTo>
                <a:lnTo>
                  <a:pt x="398" y="58"/>
                </a:lnTo>
                <a:lnTo>
                  <a:pt x="400" y="60"/>
                </a:lnTo>
                <a:lnTo>
                  <a:pt x="402" y="63"/>
                </a:lnTo>
                <a:lnTo>
                  <a:pt x="401" y="63"/>
                </a:lnTo>
                <a:lnTo>
                  <a:pt x="400" y="62"/>
                </a:lnTo>
                <a:lnTo>
                  <a:pt x="400" y="60"/>
                </a:lnTo>
                <a:lnTo>
                  <a:pt x="399" y="60"/>
                </a:lnTo>
                <a:lnTo>
                  <a:pt x="398" y="59"/>
                </a:lnTo>
                <a:lnTo>
                  <a:pt x="395" y="57"/>
                </a:lnTo>
                <a:lnTo>
                  <a:pt x="394" y="57"/>
                </a:lnTo>
                <a:lnTo>
                  <a:pt x="393" y="57"/>
                </a:lnTo>
                <a:lnTo>
                  <a:pt x="391" y="57"/>
                </a:lnTo>
                <a:lnTo>
                  <a:pt x="389" y="57"/>
                </a:lnTo>
                <a:lnTo>
                  <a:pt x="389" y="56"/>
                </a:lnTo>
                <a:lnTo>
                  <a:pt x="388" y="56"/>
                </a:lnTo>
                <a:lnTo>
                  <a:pt x="388" y="57"/>
                </a:lnTo>
                <a:lnTo>
                  <a:pt x="388" y="58"/>
                </a:lnTo>
                <a:lnTo>
                  <a:pt x="387" y="58"/>
                </a:lnTo>
                <a:lnTo>
                  <a:pt x="386" y="58"/>
                </a:lnTo>
                <a:lnTo>
                  <a:pt x="385" y="57"/>
                </a:lnTo>
                <a:lnTo>
                  <a:pt x="384" y="56"/>
                </a:lnTo>
                <a:lnTo>
                  <a:pt x="383" y="56"/>
                </a:lnTo>
                <a:lnTo>
                  <a:pt x="382" y="56"/>
                </a:lnTo>
                <a:lnTo>
                  <a:pt x="381" y="56"/>
                </a:lnTo>
                <a:lnTo>
                  <a:pt x="380" y="56"/>
                </a:lnTo>
                <a:lnTo>
                  <a:pt x="380" y="57"/>
                </a:lnTo>
                <a:lnTo>
                  <a:pt x="381" y="57"/>
                </a:lnTo>
                <a:lnTo>
                  <a:pt x="381" y="58"/>
                </a:lnTo>
                <a:lnTo>
                  <a:pt x="381" y="59"/>
                </a:lnTo>
                <a:lnTo>
                  <a:pt x="381" y="60"/>
                </a:lnTo>
                <a:lnTo>
                  <a:pt x="381" y="62"/>
                </a:lnTo>
                <a:lnTo>
                  <a:pt x="380" y="62"/>
                </a:lnTo>
                <a:lnTo>
                  <a:pt x="379" y="63"/>
                </a:lnTo>
                <a:lnTo>
                  <a:pt x="378" y="63"/>
                </a:lnTo>
                <a:lnTo>
                  <a:pt x="378" y="64"/>
                </a:lnTo>
                <a:lnTo>
                  <a:pt x="377" y="64"/>
                </a:lnTo>
                <a:lnTo>
                  <a:pt x="376" y="65"/>
                </a:lnTo>
                <a:lnTo>
                  <a:pt x="376" y="66"/>
                </a:lnTo>
                <a:lnTo>
                  <a:pt x="375" y="67"/>
                </a:lnTo>
                <a:lnTo>
                  <a:pt x="374" y="69"/>
                </a:lnTo>
                <a:lnTo>
                  <a:pt x="374" y="70"/>
                </a:lnTo>
                <a:lnTo>
                  <a:pt x="373" y="70"/>
                </a:lnTo>
                <a:lnTo>
                  <a:pt x="373" y="71"/>
                </a:lnTo>
                <a:lnTo>
                  <a:pt x="372" y="73"/>
                </a:lnTo>
                <a:lnTo>
                  <a:pt x="372" y="74"/>
                </a:lnTo>
                <a:lnTo>
                  <a:pt x="371" y="75"/>
                </a:lnTo>
                <a:lnTo>
                  <a:pt x="371" y="76"/>
                </a:lnTo>
                <a:lnTo>
                  <a:pt x="370" y="76"/>
                </a:lnTo>
                <a:lnTo>
                  <a:pt x="369" y="76"/>
                </a:lnTo>
                <a:lnTo>
                  <a:pt x="368" y="76"/>
                </a:lnTo>
                <a:lnTo>
                  <a:pt x="368" y="77"/>
                </a:lnTo>
                <a:lnTo>
                  <a:pt x="369" y="77"/>
                </a:lnTo>
                <a:lnTo>
                  <a:pt x="370" y="77"/>
                </a:lnTo>
                <a:lnTo>
                  <a:pt x="370" y="78"/>
                </a:lnTo>
                <a:lnTo>
                  <a:pt x="370" y="80"/>
                </a:lnTo>
                <a:lnTo>
                  <a:pt x="371" y="80"/>
                </a:lnTo>
                <a:lnTo>
                  <a:pt x="371" y="81"/>
                </a:lnTo>
                <a:lnTo>
                  <a:pt x="372" y="81"/>
                </a:lnTo>
                <a:lnTo>
                  <a:pt x="371" y="82"/>
                </a:lnTo>
                <a:lnTo>
                  <a:pt x="371" y="83"/>
                </a:lnTo>
                <a:lnTo>
                  <a:pt x="371" y="84"/>
                </a:lnTo>
                <a:lnTo>
                  <a:pt x="371" y="85"/>
                </a:lnTo>
                <a:lnTo>
                  <a:pt x="371" y="86"/>
                </a:lnTo>
                <a:lnTo>
                  <a:pt x="370" y="86"/>
                </a:lnTo>
                <a:lnTo>
                  <a:pt x="370" y="87"/>
                </a:lnTo>
                <a:lnTo>
                  <a:pt x="370" y="88"/>
                </a:lnTo>
                <a:lnTo>
                  <a:pt x="371" y="90"/>
                </a:lnTo>
                <a:lnTo>
                  <a:pt x="371" y="91"/>
                </a:lnTo>
                <a:lnTo>
                  <a:pt x="372" y="92"/>
                </a:lnTo>
                <a:lnTo>
                  <a:pt x="372" y="94"/>
                </a:lnTo>
                <a:lnTo>
                  <a:pt x="371" y="94"/>
                </a:lnTo>
                <a:lnTo>
                  <a:pt x="370" y="94"/>
                </a:lnTo>
                <a:lnTo>
                  <a:pt x="369" y="93"/>
                </a:lnTo>
                <a:lnTo>
                  <a:pt x="368" y="92"/>
                </a:lnTo>
                <a:lnTo>
                  <a:pt x="367" y="92"/>
                </a:lnTo>
                <a:lnTo>
                  <a:pt x="367" y="94"/>
                </a:lnTo>
                <a:lnTo>
                  <a:pt x="368" y="94"/>
                </a:lnTo>
                <a:lnTo>
                  <a:pt x="368" y="93"/>
                </a:lnTo>
                <a:lnTo>
                  <a:pt x="369" y="94"/>
                </a:lnTo>
                <a:lnTo>
                  <a:pt x="368" y="94"/>
                </a:lnTo>
                <a:lnTo>
                  <a:pt x="368" y="95"/>
                </a:lnTo>
                <a:lnTo>
                  <a:pt x="367" y="95"/>
                </a:lnTo>
                <a:lnTo>
                  <a:pt x="367" y="96"/>
                </a:lnTo>
                <a:lnTo>
                  <a:pt x="367" y="97"/>
                </a:lnTo>
                <a:lnTo>
                  <a:pt x="366" y="97"/>
                </a:lnTo>
                <a:lnTo>
                  <a:pt x="367" y="97"/>
                </a:lnTo>
                <a:lnTo>
                  <a:pt x="367" y="96"/>
                </a:lnTo>
                <a:lnTo>
                  <a:pt x="368" y="96"/>
                </a:lnTo>
                <a:lnTo>
                  <a:pt x="369" y="95"/>
                </a:lnTo>
                <a:lnTo>
                  <a:pt x="370" y="95"/>
                </a:lnTo>
                <a:lnTo>
                  <a:pt x="371" y="95"/>
                </a:lnTo>
                <a:lnTo>
                  <a:pt x="372" y="95"/>
                </a:lnTo>
                <a:lnTo>
                  <a:pt x="373" y="95"/>
                </a:lnTo>
                <a:lnTo>
                  <a:pt x="373" y="96"/>
                </a:lnTo>
                <a:lnTo>
                  <a:pt x="373" y="97"/>
                </a:lnTo>
                <a:lnTo>
                  <a:pt x="374" y="98"/>
                </a:lnTo>
                <a:lnTo>
                  <a:pt x="374" y="99"/>
                </a:lnTo>
                <a:lnTo>
                  <a:pt x="375" y="99"/>
                </a:lnTo>
                <a:lnTo>
                  <a:pt x="375" y="100"/>
                </a:lnTo>
                <a:lnTo>
                  <a:pt x="375" y="101"/>
                </a:lnTo>
                <a:lnTo>
                  <a:pt x="375" y="102"/>
                </a:lnTo>
                <a:lnTo>
                  <a:pt x="376" y="102"/>
                </a:lnTo>
                <a:lnTo>
                  <a:pt x="377" y="102"/>
                </a:lnTo>
                <a:lnTo>
                  <a:pt x="378" y="103"/>
                </a:lnTo>
                <a:lnTo>
                  <a:pt x="381" y="103"/>
                </a:lnTo>
                <a:lnTo>
                  <a:pt x="382" y="104"/>
                </a:lnTo>
                <a:lnTo>
                  <a:pt x="382" y="105"/>
                </a:lnTo>
                <a:lnTo>
                  <a:pt x="383" y="106"/>
                </a:lnTo>
                <a:lnTo>
                  <a:pt x="384" y="106"/>
                </a:lnTo>
                <a:lnTo>
                  <a:pt x="385" y="107"/>
                </a:lnTo>
                <a:lnTo>
                  <a:pt x="387" y="108"/>
                </a:lnTo>
                <a:lnTo>
                  <a:pt x="387" y="109"/>
                </a:lnTo>
                <a:lnTo>
                  <a:pt x="388" y="109"/>
                </a:lnTo>
                <a:lnTo>
                  <a:pt x="389" y="108"/>
                </a:lnTo>
                <a:lnTo>
                  <a:pt x="390" y="109"/>
                </a:lnTo>
                <a:lnTo>
                  <a:pt x="390" y="107"/>
                </a:lnTo>
                <a:lnTo>
                  <a:pt x="390" y="106"/>
                </a:lnTo>
                <a:lnTo>
                  <a:pt x="391" y="107"/>
                </a:lnTo>
                <a:lnTo>
                  <a:pt x="392" y="107"/>
                </a:lnTo>
                <a:lnTo>
                  <a:pt x="393" y="107"/>
                </a:lnTo>
                <a:lnTo>
                  <a:pt x="395" y="108"/>
                </a:lnTo>
                <a:lnTo>
                  <a:pt x="394" y="111"/>
                </a:lnTo>
                <a:lnTo>
                  <a:pt x="396" y="111"/>
                </a:lnTo>
                <a:lnTo>
                  <a:pt x="396" y="109"/>
                </a:lnTo>
                <a:lnTo>
                  <a:pt x="396" y="108"/>
                </a:lnTo>
                <a:lnTo>
                  <a:pt x="397" y="108"/>
                </a:lnTo>
                <a:lnTo>
                  <a:pt x="398" y="108"/>
                </a:lnTo>
                <a:lnTo>
                  <a:pt x="400" y="110"/>
                </a:lnTo>
                <a:lnTo>
                  <a:pt x="401" y="110"/>
                </a:lnTo>
                <a:lnTo>
                  <a:pt x="403" y="109"/>
                </a:lnTo>
                <a:lnTo>
                  <a:pt x="404" y="110"/>
                </a:lnTo>
                <a:lnTo>
                  <a:pt x="403" y="111"/>
                </a:lnTo>
                <a:lnTo>
                  <a:pt x="403" y="114"/>
                </a:lnTo>
                <a:lnTo>
                  <a:pt x="404" y="114"/>
                </a:lnTo>
                <a:lnTo>
                  <a:pt x="404" y="115"/>
                </a:lnTo>
                <a:lnTo>
                  <a:pt x="401" y="121"/>
                </a:lnTo>
                <a:lnTo>
                  <a:pt x="402" y="121"/>
                </a:lnTo>
                <a:lnTo>
                  <a:pt x="403" y="120"/>
                </a:lnTo>
                <a:lnTo>
                  <a:pt x="403" y="121"/>
                </a:lnTo>
                <a:lnTo>
                  <a:pt x="404" y="121"/>
                </a:lnTo>
                <a:lnTo>
                  <a:pt x="404" y="120"/>
                </a:lnTo>
                <a:lnTo>
                  <a:pt x="405" y="120"/>
                </a:lnTo>
                <a:lnTo>
                  <a:pt x="406" y="120"/>
                </a:lnTo>
                <a:lnTo>
                  <a:pt x="407" y="121"/>
                </a:lnTo>
                <a:lnTo>
                  <a:pt x="407" y="122"/>
                </a:lnTo>
                <a:lnTo>
                  <a:pt x="407" y="123"/>
                </a:lnTo>
                <a:lnTo>
                  <a:pt x="408" y="123"/>
                </a:lnTo>
                <a:lnTo>
                  <a:pt x="408" y="122"/>
                </a:lnTo>
                <a:lnTo>
                  <a:pt x="408" y="121"/>
                </a:lnTo>
                <a:lnTo>
                  <a:pt x="409" y="120"/>
                </a:lnTo>
                <a:lnTo>
                  <a:pt x="410" y="120"/>
                </a:lnTo>
                <a:lnTo>
                  <a:pt x="411" y="120"/>
                </a:lnTo>
                <a:lnTo>
                  <a:pt x="411" y="119"/>
                </a:lnTo>
                <a:lnTo>
                  <a:pt x="411" y="118"/>
                </a:lnTo>
                <a:lnTo>
                  <a:pt x="412" y="118"/>
                </a:lnTo>
                <a:lnTo>
                  <a:pt x="414" y="118"/>
                </a:lnTo>
                <a:lnTo>
                  <a:pt x="417" y="118"/>
                </a:lnTo>
                <a:lnTo>
                  <a:pt x="420" y="118"/>
                </a:lnTo>
                <a:lnTo>
                  <a:pt x="420" y="119"/>
                </a:lnTo>
                <a:lnTo>
                  <a:pt x="420" y="120"/>
                </a:lnTo>
                <a:lnTo>
                  <a:pt x="420" y="121"/>
                </a:lnTo>
                <a:lnTo>
                  <a:pt x="421" y="121"/>
                </a:lnTo>
                <a:lnTo>
                  <a:pt x="421" y="120"/>
                </a:lnTo>
                <a:lnTo>
                  <a:pt x="422" y="120"/>
                </a:lnTo>
                <a:lnTo>
                  <a:pt x="422" y="118"/>
                </a:lnTo>
                <a:lnTo>
                  <a:pt x="423" y="118"/>
                </a:lnTo>
                <a:lnTo>
                  <a:pt x="428" y="117"/>
                </a:lnTo>
                <a:lnTo>
                  <a:pt x="428" y="120"/>
                </a:lnTo>
                <a:lnTo>
                  <a:pt x="428" y="121"/>
                </a:lnTo>
                <a:lnTo>
                  <a:pt x="427" y="122"/>
                </a:lnTo>
                <a:lnTo>
                  <a:pt x="427" y="123"/>
                </a:lnTo>
                <a:lnTo>
                  <a:pt x="427" y="124"/>
                </a:lnTo>
                <a:lnTo>
                  <a:pt x="427" y="125"/>
                </a:lnTo>
                <a:lnTo>
                  <a:pt x="428" y="125"/>
                </a:lnTo>
                <a:lnTo>
                  <a:pt x="429" y="125"/>
                </a:lnTo>
                <a:lnTo>
                  <a:pt x="429" y="124"/>
                </a:lnTo>
                <a:lnTo>
                  <a:pt x="428" y="124"/>
                </a:lnTo>
                <a:lnTo>
                  <a:pt x="428" y="123"/>
                </a:lnTo>
                <a:lnTo>
                  <a:pt x="429" y="122"/>
                </a:lnTo>
                <a:lnTo>
                  <a:pt x="429" y="121"/>
                </a:lnTo>
                <a:lnTo>
                  <a:pt x="430" y="121"/>
                </a:lnTo>
                <a:lnTo>
                  <a:pt x="430" y="120"/>
                </a:lnTo>
                <a:lnTo>
                  <a:pt x="430" y="119"/>
                </a:lnTo>
                <a:lnTo>
                  <a:pt x="431" y="119"/>
                </a:lnTo>
                <a:lnTo>
                  <a:pt x="432" y="119"/>
                </a:lnTo>
                <a:lnTo>
                  <a:pt x="432" y="118"/>
                </a:lnTo>
                <a:lnTo>
                  <a:pt x="431" y="118"/>
                </a:lnTo>
                <a:lnTo>
                  <a:pt x="433" y="117"/>
                </a:lnTo>
                <a:lnTo>
                  <a:pt x="434" y="116"/>
                </a:lnTo>
                <a:lnTo>
                  <a:pt x="434" y="117"/>
                </a:lnTo>
                <a:lnTo>
                  <a:pt x="439" y="116"/>
                </a:lnTo>
                <a:lnTo>
                  <a:pt x="439" y="117"/>
                </a:lnTo>
                <a:lnTo>
                  <a:pt x="439" y="118"/>
                </a:lnTo>
                <a:lnTo>
                  <a:pt x="442" y="118"/>
                </a:lnTo>
                <a:lnTo>
                  <a:pt x="442" y="117"/>
                </a:lnTo>
                <a:lnTo>
                  <a:pt x="441" y="116"/>
                </a:lnTo>
                <a:lnTo>
                  <a:pt x="443" y="116"/>
                </a:lnTo>
                <a:lnTo>
                  <a:pt x="443" y="117"/>
                </a:lnTo>
                <a:lnTo>
                  <a:pt x="443" y="118"/>
                </a:lnTo>
                <a:lnTo>
                  <a:pt x="444" y="118"/>
                </a:lnTo>
                <a:lnTo>
                  <a:pt x="446" y="118"/>
                </a:lnTo>
                <a:lnTo>
                  <a:pt x="446" y="116"/>
                </a:lnTo>
                <a:lnTo>
                  <a:pt x="446" y="115"/>
                </a:lnTo>
                <a:lnTo>
                  <a:pt x="448" y="114"/>
                </a:lnTo>
                <a:lnTo>
                  <a:pt x="448" y="113"/>
                </a:lnTo>
                <a:lnTo>
                  <a:pt x="449" y="112"/>
                </a:lnTo>
                <a:lnTo>
                  <a:pt x="450" y="112"/>
                </a:lnTo>
                <a:lnTo>
                  <a:pt x="451" y="111"/>
                </a:lnTo>
                <a:lnTo>
                  <a:pt x="452" y="111"/>
                </a:lnTo>
                <a:lnTo>
                  <a:pt x="454" y="110"/>
                </a:lnTo>
                <a:lnTo>
                  <a:pt x="454" y="109"/>
                </a:lnTo>
                <a:lnTo>
                  <a:pt x="453" y="108"/>
                </a:lnTo>
                <a:lnTo>
                  <a:pt x="454" y="109"/>
                </a:lnTo>
                <a:lnTo>
                  <a:pt x="455" y="108"/>
                </a:lnTo>
                <a:lnTo>
                  <a:pt x="456" y="107"/>
                </a:lnTo>
                <a:lnTo>
                  <a:pt x="457" y="107"/>
                </a:lnTo>
                <a:lnTo>
                  <a:pt x="457" y="106"/>
                </a:lnTo>
                <a:lnTo>
                  <a:pt x="458" y="106"/>
                </a:lnTo>
                <a:lnTo>
                  <a:pt x="458" y="105"/>
                </a:lnTo>
                <a:lnTo>
                  <a:pt x="458" y="104"/>
                </a:lnTo>
                <a:lnTo>
                  <a:pt x="457" y="104"/>
                </a:lnTo>
                <a:lnTo>
                  <a:pt x="457" y="103"/>
                </a:lnTo>
                <a:lnTo>
                  <a:pt x="459" y="104"/>
                </a:lnTo>
                <a:lnTo>
                  <a:pt x="459" y="103"/>
                </a:lnTo>
                <a:lnTo>
                  <a:pt x="459" y="102"/>
                </a:lnTo>
                <a:lnTo>
                  <a:pt x="458" y="102"/>
                </a:lnTo>
                <a:lnTo>
                  <a:pt x="458" y="101"/>
                </a:lnTo>
                <a:lnTo>
                  <a:pt x="458" y="100"/>
                </a:lnTo>
                <a:lnTo>
                  <a:pt x="459" y="100"/>
                </a:lnTo>
                <a:lnTo>
                  <a:pt x="459" y="101"/>
                </a:lnTo>
                <a:lnTo>
                  <a:pt x="459" y="100"/>
                </a:lnTo>
                <a:lnTo>
                  <a:pt x="460" y="100"/>
                </a:lnTo>
                <a:lnTo>
                  <a:pt x="459" y="99"/>
                </a:lnTo>
                <a:lnTo>
                  <a:pt x="458" y="99"/>
                </a:lnTo>
                <a:lnTo>
                  <a:pt x="458" y="98"/>
                </a:lnTo>
                <a:lnTo>
                  <a:pt x="457" y="97"/>
                </a:lnTo>
                <a:lnTo>
                  <a:pt x="457" y="96"/>
                </a:lnTo>
                <a:lnTo>
                  <a:pt x="456" y="97"/>
                </a:lnTo>
                <a:lnTo>
                  <a:pt x="455" y="97"/>
                </a:lnTo>
                <a:lnTo>
                  <a:pt x="454" y="96"/>
                </a:lnTo>
                <a:lnTo>
                  <a:pt x="454" y="95"/>
                </a:lnTo>
                <a:lnTo>
                  <a:pt x="453" y="95"/>
                </a:lnTo>
                <a:lnTo>
                  <a:pt x="454" y="94"/>
                </a:lnTo>
                <a:lnTo>
                  <a:pt x="454" y="93"/>
                </a:lnTo>
                <a:lnTo>
                  <a:pt x="454" y="92"/>
                </a:lnTo>
                <a:lnTo>
                  <a:pt x="455" y="92"/>
                </a:lnTo>
                <a:lnTo>
                  <a:pt x="456" y="92"/>
                </a:lnTo>
                <a:lnTo>
                  <a:pt x="457" y="91"/>
                </a:lnTo>
                <a:lnTo>
                  <a:pt x="458" y="91"/>
                </a:lnTo>
                <a:lnTo>
                  <a:pt x="460" y="91"/>
                </a:lnTo>
                <a:lnTo>
                  <a:pt x="461" y="91"/>
                </a:lnTo>
                <a:lnTo>
                  <a:pt x="462" y="91"/>
                </a:lnTo>
                <a:lnTo>
                  <a:pt x="463" y="90"/>
                </a:lnTo>
                <a:lnTo>
                  <a:pt x="463" y="89"/>
                </a:lnTo>
                <a:lnTo>
                  <a:pt x="462" y="89"/>
                </a:lnTo>
                <a:lnTo>
                  <a:pt x="463" y="89"/>
                </a:lnTo>
                <a:lnTo>
                  <a:pt x="463" y="88"/>
                </a:lnTo>
                <a:lnTo>
                  <a:pt x="464" y="88"/>
                </a:lnTo>
                <a:lnTo>
                  <a:pt x="463" y="88"/>
                </a:lnTo>
                <a:lnTo>
                  <a:pt x="463" y="87"/>
                </a:lnTo>
                <a:lnTo>
                  <a:pt x="464" y="87"/>
                </a:lnTo>
                <a:lnTo>
                  <a:pt x="466" y="87"/>
                </a:lnTo>
                <a:lnTo>
                  <a:pt x="466" y="88"/>
                </a:lnTo>
                <a:lnTo>
                  <a:pt x="468" y="87"/>
                </a:lnTo>
                <a:lnTo>
                  <a:pt x="469" y="87"/>
                </a:lnTo>
                <a:lnTo>
                  <a:pt x="469" y="86"/>
                </a:lnTo>
                <a:lnTo>
                  <a:pt x="470" y="86"/>
                </a:lnTo>
                <a:lnTo>
                  <a:pt x="473" y="86"/>
                </a:lnTo>
                <a:lnTo>
                  <a:pt x="474" y="85"/>
                </a:lnTo>
                <a:lnTo>
                  <a:pt x="475" y="85"/>
                </a:lnTo>
                <a:lnTo>
                  <a:pt x="476" y="85"/>
                </a:lnTo>
                <a:lnTo>
                  <a:pt x="476" y="84"/>
                </a:lnTo>
                <a:lnTo>
                  <a:pt x="476" y="83"/>
                </a:lnTo>
                <a:lnTo>
                  <a:pt x="477" y="83"/>
                </a:lnTo>
                <a:lnTo>
                  <a:pt x="478" y="83"/>
                </a:lnTo>
                <a:lnTo>
                  <a:pt x="479" y="83"/>
                </a:lnTo>
                <a:lnTo>
                  <a:pt x="479" y="82"/>
                </a:lnTo>
                <a:lnTo>
                  <a:pt x="480" y="82"/>
                </a:lnTo>
                <a:lnTo>
                  <a:pt x="481" y="82"/>
                </a:lnTo>
                <a:lnTo>
                  <a:pt x="483" y="81"/>
                </a:lnTo>
                <a:lnTo>
                  <a:pt x="483" y="80"/>
                </a:lnTo>
                <a:lnTo>
                  <a:pt x="485" y="78"/>
                </a:lnTo>
                <a:lnTo>
                  <a:pt x="488" y="77"/>
                </a:lnTo>
                <a:lnTo>
                  <a:pt x="488" y="76"/>
                </a:lnTo>
                <a:lnTo>
                  <a:pt x="489" y="76"/>
                </a:lnTo>
                <a:lnTo>
                  <a:pt x="489" y="75"/>
                </a:lnTo>
                <a:lnTo>
                  <a:pt x="490" y="74"/>
                </a:lnTo>
                <a:lnTo>
                  <a:pt x="490" y="73"/>
                </a:lnTo>
                <a:lnTo>
                  <a:pt x="489" y="73"/>
                </a:lnTo>
                <a:lnTo>
                  <a:pt x="487" y="70"/>
                </a:lnTo>
                <a:lnTo>
                  <a:pt x="488" y="69"/>
                </a:lnTo>
                <a:lnTo>
                  <a:pt x="489" y="68"/>
                </a:lnTo>
                <a:lnTo>
                  <a:pt x="490" y="67"/>
                </a:lnTo>
                <a:lnTo>
                  <a:pt x="496" y="67"/>
                </a:lnTo>
                <a:lnTo>
                  <a:pt x="496" y="66"/>
                </a:lnTo>
                <a:lnTo>
                  <a:pt x="496" y="65"/>
                </a:lnTo>
                <a:lnTo>
                  <a:pt x="497" y="65"/>
                </a:lnTo>
                <a:lnTo>
                  <a:pt x="497" y="64"/>
                </a:lnTo>
                <a:lnTo>
                  <a:pt x="497" y="63"/>
                </a:lnTo>
                <a:lnTo>
                  <a:pt x="496" y="62"/>
                </a:lnTo>
                <a:lnTo>
                  <a:pt x="495" y="63"/>
                </a:lnTo>
                <a:lnTo>
                  <a:pt x="496" y="64"/>
                </a:lnTo>
                <a:lnTo>
                  <a:pt x="494" y="64"/>
                </a:lnTo>
                <a:lnTo>
                  <a:pt x="493" y="64"/>
                </a:lnTo>
                <a:lnTo>
                  <a:pt x="494" y="63"/>
                </a:lnTo>
                <a:lnTo>
                  <a:pt x="495" y="62"/>
                </a:lnTo>
                <a:lnTo>
                  <a:pt x="496" y="62"/>
                </a:lnTo>
                <a:lnTo>
                  <a:pt x="495" y="61"/>
                </a:lnTo>
                <a:lnTo>
                  <a:pt x="494" y="62"/>
                </a:lnTo>
                <a:lnTo>
                  <a:pt x="493" y="62"/>
                </a:lnTo>
                <a:lnTo>
                  <a:pt x="492" y="61"/>
                </a:lnTo>
                <a:lnTo>
                  <a:pt x="491" y="62"/>
                </a:lnTo>
                <a:lnTo>
                  <a:pt x="490" y="62"/>
                </a:lnTo>
                <a:lnTo>
                  <a:pt x="489" y="61"/>
                </a:lnTo>
                <a:lnTo>
                  <a:pt x="488" y="61"/>
                </a:lnTo>
                <a:lnTo>
                  <a:pt x="488" y="60"/>
                </a:lnTo>
                <a:lnTo>
                  <a:pt x="489" y="60"/>
                </a:lnTo>
                <a:lnTo>
                  <a:pt x="490" y="60"/>
                </a:lnTo>
                <a:lnTo>
                  <a:pt x="495" y="60"/>
                </a:lnTo>
                <a:lnTo>
                  <a:pt x="496" y="60"/>
                </a:lnTo>
                <a:lnTo>
                  <a:pt x="497" y="60"/>
                </a:lnTo>
                <a:lnTo>
                  <a:pt x="499" y="60"/>
                </a:lnTo>
                <a:lnTo>
                  <a:pt x="500" y="59"/>
                </a:lnTo>
                <a:lnTo>
                  <a:pt x="501" y="59"/>
                </a:lnTo>
                <a:lnTo>
                  <a:pt x="502" y="59"/>
                </a:lnTo>
                <a:lnTo>
                  <a:pt x="503" y="58"/>
                </a:lnTo>
                <a:lnTo>
                  <a:pt x="504" y="58"/>
                </a:lnTo>
                <a:lnTo>
                  <a:pt x="504" y="57"/>
                </a:lnTo>
                <a:lnTo>
                  <a:pt x="505" y="57"/>
                </a:lnTo>
                <a:lnTo>
                  <a:pt x="506" y="56"/>
                </a:lnTo>
                <a:lnTo>
                  <a:pt x="507" y="55"/>
                </a:lnTo>
                <a:lnTo>
                  <a:pt x="508" y="54"/>
                </a:lnTo>
                <a:lnTo>
                  <a:pt x="509" y="54"/>
                </a:lnTo>
                <a:lnTo>
                  <a:pt x="510" y="54"/>
                </a:lnTo>
                <a:lnTo>
                  <a:pt x="511" y="54"/>
                </a:lnTo>
                <a:lnTo>
                  <a:pt x="512" y="54"/>
                </a:lnTo>
                <a:lnTo>
                  <a:pt x="513" y="54"/>
                </a:lnTo>
                <a:lnTo>
                  <a:pt x="515" y="54"/>
                </a:lnTo>
                <a:lnTo>
                  <a:pt x="516" y="54"/>
                </a:lnTo>
                <a:lnTo>
                  <a:pt x="517" y="53"/>
                </a:lnTo>
                <a:lnTo>
                  <a:pt x="518" y="53"/>
                </a:lnTo>
                <a:lnTo>
                  <a:pt x="519" y="53"/>
                </a:lnTo>
                <a:lnTo>
                  <a:pt x="520" y="53"/>
                </a:lnTo>
                <a:lnTo>
                  <a:pt x="521" y="53"/>
                </a:lnTo>
                <a:lnTo>
                  <a:pt x="521" y="52"/>
                </a:lnTo>
                <a:lnTo>
                  <a:pt x="522" y="52"/>
                </a:lnTo>
                <a:lnTo>
                  <a:pt x="523" y="52"/>
                </a:lnTo>
                <a:lnTo>
                  <a:pt x="523" y="51"/>
                </a:lnTo>
                <a:lnTo>
                  <a:pt x="524" y="50"/>
                </a:lnTo>
                <a:lnTo>
                  <a:pt x="525" y="51"/>
                </a:lnTo>
                <a:lnTo>
                  <a:pt x="526" y="51"/>
                </a:lnTo>
                <a:lnTo>
                  <a:pt x="527" y="50"/>
                </a:lnTo>
                <a:lnTo>
                  <a:pt x="527" y="49"/>
                </a:lnTo>
                <a:lnTo>
                  <a:pt x="528" y="49"/>
                </a:lnTo>
                <a:lnTo>
                  <a:pt x="528" y="50"/>
                </a:lnTo>
                <a:lnTo>
                  <a:pt x="529" y="49"/>
                </a:lnTo>
                <a:lnTo>
                  <a:pt x="530" y="49"/>
                </a:lnTo>
                <a:lnTo>
                  <a:pt x="530" y="48"/>
                </a:lnTo>
                <a:lnTo>
                  <a:pt x="531" y="48"/>
                </a:lnTo>
                <a:lnTo>
                  <a:pt x="532" y="47"/>
                </a:lnTo>
                <a:lnTo>
                  <a:pt x="532" y="46"/>
                </a:lnTo>
                <a:lnTo>
                  <a:pt x="533" y="46"/>
                </a:lnTo>
                <a:lnTo>
                  <a:pt x="534" y="46"/>
                </a:lnTo>
                <a:lnTo>
                  <a:pt x="535" y="46"/>
                </a:lnTo>
                <a:lnTo>
                  <a:pt x="536" y="46"/>
                </a:lnTo>
                <a:lnTo>
                  <a:pt x="537" y="46"/>
                </a:lnTo>
                <a:lnTo>
                  <a:pt x="538" y="46"/>
                </a:lnTo>
                <a:lnTo>
                  <a:pt x="539" y="46"/>
                </a:lnTo>
                <a:lnTo>
                  <a:pt x="539" y="47"/>
                </a:lnTo>
                <a:lnTo>
                  <a:pt x="540" y="47"/>
                </a:lnTo>
                <a:lnTo>
                  <a:pt x="541" y="47"/>
                </a:lnTo>
                <a:lnTo>
                  <a:pt x="542" y="47"/>
                </a:lnTo>
                <a:lnTo>
                  <a:pt x="543" y="47"/>
                </a:lnTo>
                <a:lnTo>
                  <a:pt x="544" y="47"/>
                </a:lnTo>
                <a:lnTo>
                  <a:pt x="545" y="46"/>
                </a:lnTo>
                <a:lnTo>
                  <a:pt x="546" y="46"/>
                </a:lnTo>
                <a:lnTo>
                  <a:pt x="547" y="45"/>
                </a:lnTo>
                <a:lnTo>
                  <a:pt x="548" y="46"/>
                </a:lnTo>
                <a:lnTo>
                  <a:pt x="549" y="46"/>
                </a:lnTo>
                <a:lnTo>
                  <a:pt x="550" y="46"/>
                </a:lnTo>
                <a:lnTo>
                  <a:pt x="551" y="46"/>
                </a:lnTo>
                <a:lnTo>
                  <a:pt x="551" y="47"/>
                </a:lnTo>
                <a:lnTo>
                  <a:pt x="552" y="47"/>
                </a:lnTo>
                <a:lnTo>
                  <a:pt x="553" y="47"/>
                </a:lnTo>
                <a:lnTo>
                  <a:pt x="553" y="48"/>
                </a:lnTo>
                <a:lnTo>
                  <a:pt x="552" y="48"/>
                </a:lnTo>
                <a:lnTo>
                  <a:pt x="552" y="49"/>
                </a:lnTo>
                <a:lnTo>
                  <a:pt x="552" y="50"/>
                </a:lnTo>
                <a:lnTo>
                  <a:pt x="552" y="51"/>
                </a:lnTo>
                <a:lnTo>
                  <a:pt x="553" y="51"/>
                </a:lnTo>
                <a:lnTo>
                  <a:pt x="554" y="52"/>
                </a:lnTo>
                <a:lnTo>
                  <a:pt x="555" y="52"/>
                </a:lnTo>
                <a:lnTo>
                  <a:pt x="555" y="53"/>
                </a:lnTo>
                <a:lnTo>
                  <a:pt x="557" y="53"/>
                </a:lnTo>
                <a:lnTo>
                  <a:pt x="558" y="53"/>
                </a:lnTo>
                <a:lnTo>
                  <a:pt x="558" y="54"/>
                </a:lnTo>
                <a:lnTo>
                  <a:pt x="559" y="55"/>
                </a:lnTo>
                <a:lnTo>
                  <a:pt x="559" y="56"/>
                </a:lnTo>
                <a:lnTo>
                  <a:pt x="559" y="57"/>
                </a:lnTo>
                <a:lnTo>
                  <a:pt x="560" y="57"/>
                </a:lnTo>
                <a:lnTo>
                  <a:pt x="561" y="57"/>
                </a:lnTo>
                <a:lnTo>
                  <a:pt x="561" y="58"/>
                </a:lnTo>
                <a:lnTo>
                  <a:pt x="562" y="58"/>
                </a:lnTo>
                <a:lnTo>
                  <a:pt x="563" y="58"/>
                </a:lnTo>
                <a:lnTo>
                  <a:pt x="564" y="58"/>
                </a:lnTo>
                <a:lnTo>
                  <a:pt x="564" y="57"/>
                </a:lnTo>
                <a:lnTo>
                  <a:pt x="565" y="57"/>
                </a:lnTo>
                <a:lnTo>
                  <a:pt x="566" y="58"/>
                </a:lnTo>
                <a:lnTo>
                  <a:pt x="567" y="57"/>
                </a:lnTo>
                <a:lnTo>
                  <a:pt x="568" y="58"/>
                </a:lnTo>
                <a:lnTo>
                  <a:pt x="569" y="57"/>
                </a:lnTo>
                <a:lnTo>
                  <a:pt x="571" y="57"/>
                </a:lnTo>
                <a:lnTo>
                  <a:pt x="571" y="58"/>
                </a:lnTo>
                <a:lnTo>
                  <a:pt x="572" y="59"/>
                </a:lnTo>
                <a:lnTo>
                  <a:pt x="571" y="59"/>
                </a:lnTo>
                <a:lnTo>
                  <a:pt x="571" y="60"/>
                </a:lnTo>
                <a:lnTo>
                  <a:pt x="571" y="61"/>
                </a:lnTo>
                <a:lnTo>
                  <a:pt x="570" y="61"/>
                </a:lnTo>
                <a:lnTo>
                  <a:pt x="570" y="62"/>
                </a:lnTo>
                <a:lnTo>
                  <a:pt x="569" y="62"/>
                </a:lnTo>
                <a:lnTo>
                  <a:pt x="570" y="63"/>
                </a:lnTo>
                <a:lnTo>
                  <a:pt x="571" y="63"/>
                </a:lnTo>
                <a:lnTo>
                  <a:pt x="572" y="63"/>
                </a:lnTo>
                <a:lnTo>
                  <a:pt x="572" y="64"/>
                </a:lnTo>
                <a:lnTo>
                  <a:pt x="572" y="65"/>
                </a:lnTo>
                <a:lnTo>
                  <a:pt x="571" y="65"/>
                </a:lnTo>
                <a:lnTo>
                  <a:pt x="571" y="66"/>
                </a:lnTo>
                <a:lnTo>
                  <a:pt x="571" y="67"/>
                </a:lnTo>
                <a:lnTo>
                  <a:pt x="570" y="67"/>
                </a:lnTo>
                <a:lnTo>
                  <a:pt x="570" y="68"/>
                </a:lnTo>
                <a:lnTo>
                  <a:pt x="571" y="68"/>
                </a:lnTo>
                <a:lnTo>
                  <a:pt x="571" y="69"/>
                </a:lnTo>
                <a:lnTo>
                  <a:pt x="572" y="69"/>
                </a:lnTo>
                <a:lnTo>
                  <a:pt x="572" y="70"/>
                </a:lnTo>
                <a:lnTo>
                  <a:pt x="573" y="70"/>
                </a:lnTo>
                <a:lnTo>
                  <a:pt x="574" y="70"/>
                </a:lnTo>
                <a:lnTo>
                  <a:pt x="574" y="71"/>
                </a:lnTo>
                <a:lnTo>
                  <a:pt x="575" y="71"/>
                </a:lnTo>
                <a:lnTo>
                  <a:pt x="576" y="71"/>
                </a:lnTo>
                <a:lnTo>
                  <a:pt x="578" y="71"/>
                </a:lnTo>
                <a:lnTo>
                  <a:pt x="579" y="72"/>
                </a:lnTo>
                <a:lnTo>
                  <a:pt x="580" y="72"/>
                </a:lnTo>
                <a:lnTo>
                  <a:pt x="581" y="72"/>
                </a:lnTo>
                <a:lnTo>
                  <a:pt x="582" y="72"/>
                </a:lnTo>
                <a:lnTo>
                  <a:pt x="583" y="71"/>
                </a:lnTo>
                <a:lnTo>
                  <a:pt x="586" y="71"/>
                </a:lnTo>
                <a:lnTo>
                  <a:pt x="587" y="71"/>
                </a:lnTo>
                <a:lnTo>
                  <a:pt x="588" y="71"/>
                </a:lnTo>
                <a:lnTo>
                  <a:pt x="589" y="70"/>
                </a:lnTo>
                <a:lnTo>
                  <a:pt x="590" y="70"/>
                </a:lnTo>
                <a:lnTo>
                  <a:pt x="590" y="69"/>
                </a:lnTo>
                <a:lnTo>
                  <a:pt x="591" y="69"/>
                </a:lnTo>
                <a:lnTo>
                  <a:pt x="591" y="68"/>
                </a:lnTo>
                <a:lnTo>
                  <a:pt x="591" y="67"/>
                </a:lnTo>
                <a:lnTo>
                  <a:pt x="590" y="66"/>
                </a:lnTo>
                <a:lnTo>
                  <a:pt x="589" y="66"/>
                </a:lnTo>
                <a:lnTo>
                  <a:pt x="590" y="66"/>
                </a:lnTo>
                <a:lnTo>
                  <a:pt x="592" y="67"/>
                </a:lnTo>
                <a:lnTo>
                  <a:pt x="593" y="67"/>
                </a:lnTo>
                <a:lnTo>
                  <a:pt x="594" y="68"/>
                </a:lnTo>
                <a:lnTo>
                  <a:pt x="595" y="68"/>
                </a:lnTo>
                <a:lnTo>
                  <a:pt x="596" y="69"/>
                </a:lnTo>
                <a:lnTo>
                  <a:pt x="597" y="69"/>
                </a:lnTo>
                <a:lnTo>
                  <a:pt x="597" y="70"/>
                </a:lnTo>
                <a:lnTo>
                  <a:pt x="596" y="70"/>
                </a:lnTo>
                <a:lnTo>
                  <a:pt x="595" y="69"/>
                </a:lnTo>
                <a:lnTo>
                  <a:pt x="594" y="69"/>
                </a:lnTo>
                <a:lnTo>
                  <a:pt x="593" y="69"/>
                </a:lnTo>
                <a:lnTo>
                  <a:pt x="592" y="69"/>
                </a:lnTo>
                <a:lnTo>
                  <a:pt x="592" y="70"/>
                </a:lnTo>
                <a:lnTo>
                  <a:pt x="592" y="71"/>
                </a:lnTo>
                <a:lnTo>
                  <a:pt x="594" y="71"/>
                </a:lnTo>
                <a:lnTo>
                  <a:pt x="594" y="72"/>
                </a:lnTo>
                <a:lnTo>
                  <a:pt x="592" y="72"/>
                </a:lnTo>
                <a:lnTo>
                  <a:pt x="592" y="73"/>
                </a:lnTo>
                <a:lnTo>
                  <a:pt x="592" y="74"/>
                </a:lnTo>
                <a:lnTo>
                  <a:pt x="593" y="74"/>
                </a:lnTo>
                <a:lnTo>
                  <a:pt x="593" y="75"/>
                </a:lnTo>
                <a:lnTo>
                  <a:pt x="594" y="75"/>
                </a:lnTo>
                <a:lnTo>
                  <a:pt x="595" y="75"/>
                </a:lnTo>
                <a:lnTo>
                  <a:pt x="596" y="75"/>
                </a:lnTo>
                <a:lnTo>
                  <a:pt x="597" y="75"/>
                </a:lnTo>
                <a:lnTo>
                  <a:pt x="597" y="76"/>
                </a:lnTo>
                <a:lnTo>
                  <a:pt x="598" y="77"/>
                </a:lnTo>
                <a:lnTo>
                  <a:pt x="598" y="78"/>
                </a:lnTo>
                <a:lnTo>
                  <a:pt x="598" y="79"/>
                </a:lnTo>
                <a:lnTo>
                  <a:pt x="598" y="80"/>
                </a:lnTo>
                <a:lnTo>
                  <a:pt x="599" y="81"/>
                </a:lnTo>
                <a:lnTo>
                  <a:pt x="600" y="81"/>
                </a:lnTo>
                <a:lnTo>
                  <a:pt x="600" y="82"/>
                </a:lnTo>
                <a:lnTo>
                  <a:pt x="601" y="82"/>
                </a:lnTo>
                <a:lnTo>
                  <a:pt x="601" y="83"/>
                </a:lnTo>
                <a:lnTo>
                  <a:pt x="602" y="83"/>
                </a:lnTo>
                <a:lnTo>
                  <a:pt x="603" y="83"/>
                </a:lnTo>
                <a:lnTo>
                  <a:pt x="603" y="84"/>
                </a:lnTo>
                <a:lnTo>
                  <a:pt x="604" y="84"/>
                </a:lnTo>
                <a:lnTo>
                  <a:pt x="605" y="84"/>
                </a:lnTo>
                <a:lnTo>
                  <a:pt x="606" y="84"/>
                </a:lnTo>
                <a:lnTo>
                  <a:pt x="607" y="85"/>
                </a:lnTo>
                <a:lnTo>
                  <a:pt x="608" y="85"/>
                </a:lnTo>
                <a:lnTo>
                  <a:pt x="609" y="85"/>
                </a:lnTo>
                <a:lnTo>
                  <a:pt x="610" y="85"/>
                </a:lnTo>
                <a:lnTo>
                  <a:pt x="612" y="85"/>
                </a:lnTo>
                <a:lnTo>
                  <a:pt x="613" y="86"/>
                </a:lnTo>
                <a:lnTo>
                  <a:pt x="613" y="85"/>
                </a:lnTo>
                <a:lnTo>
                  <a:pt x="616" y="83"/>
                </a:lnTo>
                <a:lnTo>
                  <a:pt x="616" y="85"/>
                </a:lnTo>
                <a:lnTo>
                  <a:pt x="617" y="85"/>
                </a:lnTo>
                <a:lnTo>
                  <a:pt x="617" y="84"/>
                </a:lnTo>
                <a:lnTo>
                  <a:pt x="616" y="83"/>
                </a:lnTo>
                <a:lnTo>
                  <a:pt x="616" y="82"/>
                </a:lnTo>
                <a:lnTo>
                  <a:pt x="617" y="82"/>
                </a:lnTo>
                <a:lnTo>
                  <a:pt x="617" y="83"/>
                </a:lnTo>
                <a:lnTo>
                  <a:pt x="618" y="83"/>
                </a:lnTo>
                <a:lnTo>
                  <a:pt x="620" y="83"/>
                </a:lnTo>
                <a:lnTo>
                  <a:pt x="621" y="84"/>
                </a:lnTo>
                <a:lnTo>
                  <a:pt x="622" y="84"/>
                </a:lnTo>
                <a:lnTo>
                  <a:pt x="623" y="84"/>
                </a:lnTo>
                <a:lnTo>
                  <a:pt x="625" y="84"/>
                </a:lnTo>
                <a:lnTo>
                  <a:pt x="626" y="84"/>
                </a:lnTo>
                <a:lnTo>
                  <a:pt x="626" y="85"/>
                </a:lnTo>
                <a:lnTo>
                  <a:pt x="626" y="86"/>
                </a:lnTo>
                <a:lnTo>
                  <a:pt x="627" y="87"/>
                </a:lnTo>
                <a:lnTo>
                  <a:pt x="627" y="86"/>
                </a:lnTo>
                <a:lnTo>
                  <a:pt x="627" y="85"/>
                </a:lnTo>
                <a:lnTo>
                  <a:pt x="626" y="85"/>
                </a:lnTo>
                <a:lnTo>
                  <a:pt x="626" y="84"/>
                </a:lnTo>
                <a:lnTo>
                  <a:pt x="627" y="84"/>
                </a:lnTo>
                <a:lnTo>
                  <a:pt x="628" y="84"/>
                </a:lnTo>
                <a:lnTo>
                  <a:pt x="630" y="83"/>
                </a:lnTo>
                <a:lnTo>
                  <a:pt x="632" y="83"/>
                </a:lnTo>
                <a:lnTo>
                  <a:pt x="633" y="83"/>
                </a:lnTo>
                <a:lnTo>
                  <a:pt x="635" y="83"/>
                </a:lnTo>
                <a:lnTo>
                  <a:pt x="637" y="83"/>
                </a:lnTo>
                <a:lnTo>
                  <a:pt x="638" y="83"/>
                </a:lnTo>
                <a:lnTo>
                  <a:pt x="639" y="82"/>
                </a:lnTo>
                <a:lnTo>
                  <a:pt x="640" y="82"/>
                </a:lnTo>
                <a:lnTo>
                  <a:pt x="641" y="82"/>
                </a:lnTo>
                <a:lnTo>
                  <a:pt x="642" y="82"/>
                </a:lnTo>
                <a:lnTo>
                  <a:pt x="643" y="82"/>
                </a:lnTo>
                <a:lnTo>
                  <a:pt x="644" y="81"/>
                </a:lnTo>
                <a:lnTo>
                  <a:pt x="645" y="82"/>
                </a:lnTo>
                <a:lnTo>
                  <a:pt x="644" y="82"/>
                </a:lnTo>
                <a:lnTo>
                  <a:pt x="645" y="84"/>
                </a:lnTo>
                <a:lnTo>
                  <a:pt x="645" y="85"/>
                </a:lnTo>
                <a:lnTo>
                  <a:pt x="646" y="85"/>
                </a:lnTo>
                <a:lnTo>
                  <a:pt x="646" y="84"/>
                </a:lnTo>
                <a:lnTo>
                  <a:pt x="645" y="84"/>
                </a:lnTo>
                <a:lnTo>
                  <a:pt x="645" y="83"/>
                </a:lnTo>
                <a:lnTo>
                  <a:pt x="645" y="82"/>
                </a:lnTo>
                <a:lnTo>
                  <a:pt x="645" y="81"/>
                </a:lnTo>
                <a:lnTo>
                  <a:pt x="646" y="81"/>
                </a:lnTo>
                <a:lnTo>
                  <a:pt x="647" y="80"/>
                </a:lnTo>
                <a:lnTo>
                  <a:pt x="648" y="80"/>
                </a:lnTo>
                <a:lnTo>
                  <a:pt x="648" y="79"/>
                </a:lnTo>
                <a:lnTo>
                  <a:pt x="649" y="79"/>
                </a:lnTo>
                <a:lnTo>
                  <a:pt x="650" y="78"/>
                </a:lnTo>
                <a:lnTo>
                  <a:pt x="650" y="77"/>
                </a:lnTo>
                <a:lnTo>
                  <a:pt x="649" y="77"/>
                </a:lnTo>
                <a:lnTo>
                  <a:pt x="649" y="76"/>
                </a:lnTo>
                <a:lnTo>
                  <a:pt x="650" y="76"/>
                </a:lnTo>
                <a:lnTo>
                  <a:pt x="651" y="77"/>
                </a:lnTo>
                <a:lnTo>
                  <a:pt x="651" y="76"/>
                </a:lnTo>
                <a:lnTo>
                  <a:pt x="652" y="76"/>
                </a:lnTo>
                <a:lnTo>
                  <a:pt x="653" y="76"/>
                </a:lnTo>
                <a:lnTo>
                  <a:pt x="653" y="75"/>
                </a:lnTo>
                <a:lnTo>
                  <a:pt x="652" y="75"/>
                </a:lnTo>
                <a:lnTo>
                  <a:pt x="653" y="75"/>
                </a:lnTo>
                <a:lnTo>
                  <a:pt x="654" y="75"/>
                </a:lnTo>
                <a:lnTo>
                  <a:pt x="654" y="76"/>
                </a:lnTo>
                <a:lnTo>
                  <a:pt x="655" y="75"/>
                </a:lnTo>
                <a:lnTo>
                  <a:pt x="655" y="74"/>
                </a:lnTo>
                <a:lnTo>
                  <a:pt x="654" y="73"/>
                </a:lnTo>
                <a:lnTo>
                  <a:pt x="655" y="73"/>
                </a:lnTo>
                <a:lnTo>
                  <a:pt x="656" y="74"/>
                </a:lnTo>
                <a:lnTo>
                  <a:pt x="656" y="75"/>
                </a:lnTo>
                <a:lnTo>
                  <a:pt x="658" y="75"/>
                </a:lnTo>
                <a:lnTo>
                  <a:pt x="659" y="74"/>
                </a:lnTo>
                <a:lnTo>
                  <a:pt x="659" y="73"/>
                </a:lnTo>
                <a:lnTo>
                  <a:pt x="659" y="72"/>
                </a:lnTo>
                <a:lnTo>
                  <a:pt x="660" y="73"/>
                </a:lnTo>
                <a:lnTo>
                  <a:pt x="660" y="74"/>
                </a:lnTo>
                <a:lnTo>
                  <a:pt x="661" y="73"/>
                </a:lnTo>
                <a:lnTo>
                  <a:pt x="661" y="74"/>
                </a:lnTo>
                <a:lnTo>
                  <a:pt x="661" y="75"/>
                </a:lnTo>
                <a:lnTo>
                  <a:pt x="662" y="75"/>
                </a:lnTo>
                <a:lnTo>
                  <a:pt x="663" y="75"/>
                </a:lnTo>
                <a:lnTo>
                  <a:pt x="662" y="76"/>
                </a:lnTo>
                <a:lnTo>
                  <a:pt x="663" y="76"/>
                </a:lnTo>
                <a:lnTo>
                  <a:pt x="663" y="77"/>
                </a:lnTo>
                <a:lnTo>
                  <a:pt x="662" y="77"/>
                </a:lnTo>
                <a:lnTo>
                  <a:pt x="661" y="77"/>
                </a:lnTo>
                <a:lnTo>
                  <a:pt x="661" y="78"/>
                </a:lnTo>
                <a:lnTo>
                  <a:pt x="660" y="78"/>
                </a:lnTo>
                <a:lnTo>
                  <a:pt x="659" y="78"/>
                </a:lnTo>
                <a:lnTo>
                  <a:pt x="659" y="79"/>
                </a:lnTo>
                <a:lnTo>
                  <a:pt x="660" y="79"/>
                </a:lnTo>
                <a:lnTo>
                  <a:pt x="660" y="80"/>
                </a:lnTo>
                <a:lnTo>
                  <a:pt x="661" y="80"/>
                </a:lnTo>
                <a:lnTo>
                  <a:pt x="661" y="81"/>
                </a:lnTo>
                <a:lnTo>
                  <a:pt x="661" y="82"/>
                </a:lnTo>
                <a:lnTo>
                  <a:pt x="661" y="81"/>
                </a:lnTo>
                <a:lnTo>
                  <a:pt x="661" y="82"/>
                </a:lnTo>
                <a:lnTo>
                  <a:pt x="661" y="83"/>
                </a:lnTo>
                <a:lnTo>
                  <a:pt x="662" y="84"/>
                </a:lnTo>
                <a:lnTo>
                  <a:pt x="663" y="85"/>
                </a:lnTo>
                <a:lnTo>
                  <a:pt x="662" y="85"/>
                </a:lnTo>
                <a:lnTo>
                  <a:pt x="663" y="86"/>
                </a:lnTo>
                <a:lnTo>
                  <a:pt x="664" y="86"/>
                </a:lnTo>
                <a:lnTo>
                  <a:pt x="664" y="87"/>
                </a:lnTo>
                <a:lnTo>
                  <a:pt x="665" y="87"/>
                </a:lnTo>
                <a:lnTo>
                  <a:pt x="665" y="86"/>
                </a:lnTo>
                <a:lnTo>
                  <a:pt x="666" y="85"/>
                </a:lnTo>
                <a:lnTo>
                  <a:pt x="665" y="84"/>
                </a:lnTo>
                <a:lnTo>
                  <a:pt x="666" y="84"/>
                </a:lnTo>
                <a:lnTo>
                  <a:pt x="668" y="84"/>
                </a:lnTo>
                <a:lnTo>
                  <a:pt x="669" y="83"/>
                </a:lnTo>
                <a:lnTo>
                  <a:pt x="670" y="83"/>
                </a:lnTo>
                <a:lnTo>
                  <a:pt x="671" y="83"/>
                </a:lnTo>
                <a:lnTo>
                  <a:pt x="672" y="84"/>
                </a:lnTo>
                <a:lnTo>
                  <a:pt x="673" y="84"/>
                </a:lnTo>
                <a:lnTo>
                  <a:pt x="674" y="85"/>
                </a:lnTo>
                <a:lnTo>
                  <a:pt x="673" y="85"/>
                </a:lnTo>
                <a:lnTo>
                  <a:pt x="672" y="85"/>
                </a:lnTo>
                <a:lnTo>
                  <a:pt x="673" y="86"/>
                </a:lnTo>
                <a:lnTo>
                  <a:pt x="673" y="87"/>
                </a:lnTo>
                <a:lnTo>
                  <a:pt x="674" y="87"/>
                </a:lnTo>
                <a:lnTo>
                  <a:pt x="676" y="88"/>
                </a:lnTo>
                <a:lnTo>
                  <a:pt x="677" y="88"/>
                </a:lnTo>
                <a:lnTo>
                  <a:pt x="678" y="88"/>
                </a:lnTo>
                <a:lnTo>
                  <a:pt x="679" y="88"/>
                </a:lnTo>
                <a:lnTo>
                  <a:pt x="680" y="88"/>
                </a:lnTo>
                <a:lnTo>
                  <a:pt x="681" y="88"/>
                </a:lnTo>
                <a:lnTo>
                  <a:pt x="682" y="88"/>
                </a:lnTo>
                <a:lnTo>
                  <a:pt x="683" y="88"/>
                </a:lnTo>
                <a:lnTo>
                  <a:pt x="686" y="88"/>
                </a:lnTo>
                <a:lnTo>
                  <a:pt x="687" y="88"/>
                </a:lnTo>
                <a:lnTo>
                  <a:pt x="688" y="88"/>
                </a:lnTo>
                <a:lnTo>
                  <a:pt x="689" y="88"/>
                </a:lnTo>
                <a:lnTo>
                  <a:pt x="690" y="87"/>
                </a:lnTo>
                <a:lnTo>
                  <a:pt x="691" y="87"/>
                </a:lnTo>
                <a:lnTo>
                  <a:pt x="692" y="87"/>
                </a:lnTo>
                <a:lnTo>
                  <a:pt x="691" y="87"/>
                </a:lnTo>
                <a:lnTo>
                  <a:pt x="692" y="88"/>
                </a:lnTo>
                <a:lnTo>
                  <a:pt x="692" y="89"/>
                </a:lnTo>
                <a:lnTo>
                  <a:pt x="691" y="89"/>
                </a:lnTo>
                <a:lnTo>
                  <a:pt x="691" y="90"/>
                </a:lnTo>
                <a:lnTo>
                  <a:pt x="692" y="89"/>
                </a:lnTo>
                <a:lnTo>
                  <a:pt x="692" y="90"/>
                </a:lnTo>
                <a:lnTo>
                  <a:pt x="692" y="91"/>
                </a:lnTo>
                <a:lnTo>
                  <a:pt x="691" y="91"/>
                </a:lnTo>
                <a:lnTo>
                  <a:pt x="692" y="91"/>
                </a:lnTo>
                <a:lnTo>
                  <a:pt x="693" y="91"/>
                </a:lnTo>
                <a:lnTo>
                  <a:pt x="693" y="90"/>
                </a:lnTo>
                <a:lnTo>
                  <a:pt x="693" y="89"/>
                </a:lnTo>
                <a:lnTo>
                  <a:pt x="692" y="89"/>
                </a:lnTo>
                <a:lnTo>
                  <a:pt x="693" y="89"/>
                </a:lnTo>
                <a:lnTo>
                  <a:pt x="694" y="89"/>
                </a:lnTo>
                <a:lnTo>
                  <a:pt x="695" y="89"/>
                </a:lnTo>
                <a:lnTo>
                  <a:pt x="696" y="89"/>
                </a:lnTo>
                <a:lnTo>
                  <a:pt x="697" y="89"/>
                </a:lnTo>
                <a:lnTo>
                  <a:pt x="698" y="89"/>
                </a:lnTo>
                <a:lnTo>
                  <a:pt x="699" y="89"/>
                </a:lnTo>
                <a:lnTo>
                  <a:pt x="701" y="89"/>
                </a:lnTo>
                <a:lnTo>
                  <a:pt x="701" y="88"/>
                </a:lnTo>
                <a:lnTo>
                  <a:pt x="702" y="88"/>
                </a:lnTo>
                <a:lnTo>
                  <a:pt x="703" y="87"/>
                </a:lnTo>
                <a:lnTo>
                  <a:pt x="704" y="87"/>
                </a:lnTo>
                <a:lnTo>
                  <a:pt x="705" y="87"/>
                </a:lnTo>
                <a:lnTo>
                  <a:pt x="706" y="87"/>
                </a:lnTo>
                <a:lnTo>
                  <a:pt x="706" y="88"/>
                </a:lnTo>
                <a:lnTo>
                  <a:pt x="707" y="88"/>
                </a:lnTo>
                <a:lnTo>
                  <a:pt x="707" y="87"/>
                </a:lnTo>
                <a:lnTo>
                  <a:pt x="707" y="88"/>
                </a:lnTo>
                <a:lnTo>
                  <a:pt x="708" y="88"/>
                </a:lnTo>
                <a:lnTo>
                  <a:pt x="709" y="88"/>
                </a:lnTo>
                <a:lnTo>
                  <a:pt x="709" y="87"/>
                </a:lnTo>
                <a:lnTo>
                  <a:pt x="708" y="87"/>
                </a:lnTo>
                <a:lnTo>
                  <a:pt x="709" y="87"/>
                </a:lnTo>
                <a:lnTo>
                  <a:pt x="710" y="87"/>
                </a:lnTo>
                <a:lnTo>
                  <a:pt x="710" y="88"/>
                </a:lnTo>
                <a:lnTo>
                  <a:pt x="711" y="88"/>
                </a:lnTo>
                <a:lnTo>
                  <a:pt x="711" y="89"/>
                </a:lnTo>
                <a:lnTo>
                  <a:pt x="711" y="90"/>
                </a:lnTo>
                <a:lnTo>
                  <a:pt x="712" y="90"/>
                </a:lnTo>
                <a:lnTo>
                  <a:pt x="711" y="90"/>
                </a:lnTo>
                <a:lnTo>
                  <a:pt x="710" y="91"/>
                </a:lnTo>
                <a:lnTo>
                  <a:pt x="710" y="92"/>
                </a:lnTo>
                <a:lnTo>
                  <a:pt x="709" y="91"/>
                </a:lnTo>
                <a:lnTo>
                  <a:pt x="709" y="90"/>
                </a:lnTo>
                <a:lnTo>
                  <a:pt x="708" y="90"/>
                </a:lnTo>
                <a:lnTo>
                  <a:pt x="707" y="90"/>
                </a:lnTo>
                <a:lnTo>
                  <a:pt x="706" y="90"/>
                </a:lnTo>
                <a:lnTo>
                  <a:pt x="705" y="91"/>
                </a:lnTo>
                <a:lnTo>
                  <a:pt x="704" y="91"/>
                </a:lnTo>
                <a:lnTo>
                  <a:pt x="703" y="92"/>
                </a:lnTo>
                <a:lnTo>
                  <a:pt x="702" y="93"/>
                </a:lnTo>
                <a:lnTo>
                  <a:pt x="701" y="94"/>
                </a:lnTo>
                <a:lnTo>
                  <a:pt x="701" y="96"/>
                </a:lnTo>
                <a:lnTo>
                  <a:pt x="701" y="97"/>
                </a:lnTo>
                <a:lnTo>
                  <a:pt x="701" y="98"/>
                </a:lnTo>
                <a:lnTo>
                  <a:pt x="700" y="99"/>
                </a:lnTo>
                <a:lnTo>
                  <a:pt x="700" y="98"/>
                </a:lnTo>
                <a:lnTo>
                  <a:pt x="699" y="98"/>
                </a:lnTo>
                <a:lnTo>
                  <a:pt x="698" y="98"/>
                </a:lnTo>
                <a:lnTo>
                  <a:pt x="698" y="99"/>
                </a:lnTo>
                <a:lnTo>
                  <a:pt x="699" y="99"/>
                </a:lnTo>
                <a:lnTo>
                  <a:pt x="700" y="99"/>
                </a:lnTo>
                <a:lnTo>
                  <a:pt x="700" y="100"/>
                </a:lnTo>
                <a:lnTo>
                  <a:pt x="699" y="100"/>
                </a:lnTo>
                <a:lnTo>
                  <a:pt x="699" y="101"/>
                </a:lnTo>
                <a:lnTo>
                  <a:pt x="700" y="101"/>
                </a:lnTo>
                <a:lnTo>
                  <a:pt x="699" y="101"/>
                </a:lnTo>
                <a:lnTo>
                  <a:pt x="698" y="101"/>
                </a:lnTo>
                <a:lnTo>
                  <a:pt x="698" y="102"/>
                </a:lnTo>
                <a:lnTo>
                  <a:pt x="699" y="102"/>
                </a:lnTo>
                <a:lnTo>
                  <a:pt x="699" y="103"/>
                </a:lnTo>
                <a:lnTo>
                  <a:pt x="699" y="104"/>
                </a:lnTo>
                <a:lnTo>
                  <a:pt x="700" y="104"/>
                </a:lnTo>
                <a:lnTo>
                  <a:pt x="701" y="104"/>
                </a:lnTo>
                <a:lnTo>
                  <a:pt x="702" y="106"/>
                </a:lnTo>
                <a:lnTo>
                  <a:pt x="702" y="107"/>
                </a:lnTo>
                <a:lnTo>
                  <a:pt x="701" y="107"/>
                </a:lnTo>
                <a:lnTo>
                  <a:pt x="702" y="108"/>
                </a:lnTo>
                <a:lnTo>
                  <a:pt x="703" y="108"/>
                </a:lnTo>
                <a:lnTo>
                  <a:pt x="703" y="109"/>
                </a:lnTo>
                <a:lnTo>
                  <a:pt x="704" y="109"/>
                </a:lnTo>
                <a:lnTo>
                  <a:pt x="704" y="110"/>
                </a:lnTo>
                <a:lnTo>
                  <a:pt x="703" y="110"/>
                </a:lnTo>
                <a:lnTo>
                  <a:pt x="702" y="110"/>
                </a:lnTo>
                <a:lnTo>
                  <a:pt x="702" y="111"/>
                </a:lnTo>
                <a:lnTo>
                  <a:pt x="701" y="111"/>
                </a:lnTo>
                <a:lnTo>
                  <a:pt x="700" y="111"/>
                </a:lnTo>
                <a:lnTo>
                  <a:pt x="699" y="111"/>
                </a:lnTo>
                <a:lnTo>
                  <a:pt x="699" y="112"/>
                </a:lnTo>
                <a:lnTo>
                  <a:pt x="699" y="113"/>
                </a:lnTo>
                <a:lnTo>
                  <a:pt x="700" y="113"/>
                </a:lnTo>
                <a:lnTo>
                  <a:pt x="700" y="114"/>
                </a:lnTo>
                <a:lnTo>
                  <a:pt x="700" y="115"/>
                </a:lnTo>
                <a:lnTo>
                  <a:pt x="699" y="115"/>
                </a:lnTo>
                <a:lnTo>
                  <a:pt x="698" y="115"/>
                </a:lnTo>
                <a:lnTo>
                  <a:pt x="697" y="114"/>
                </a:lnTo>
                <a:lnTo>
                  <a:pt x="696" y="114"/>
                </a:lnTo>
                <a:lnTo>
                  <a:pt x="695" y="114"/>
                </a:lnTo>
                <a:lnTo>
                  <a:pt x="694" y="114"/>
                </a:lnTo>
                <a:lnTo>
                  <a:pt x="693" y="114"/>
                </a:lnTo>
                <a:lnTo>
                  <a:pt x="692" y="114"/>
                </a:lnTo>
                <a:lnTo>
                  <a:pt x="692" y="115"/>
                </a:lnTo>
                <a:lnTo>
                  <a:pt x="691" y="115"/>
                </a:lnTo>
                <a:lnTo>
                  <a:pt x="691" y="116"/>
                </a:lnTo>
                <a:lnTo>
                  <a:pt x="691" y="117"/>
                </a:lnTo>
                <a:lnTo>
                  <a:pt x="691" y="118"/>
                </a:lnTo>
                <a:lnTo>
                  <a:pt x="690" y="119"/>
                </a:lnTo>
                <a:lnTo>
                  <a:pt x="690" y="118"/>
                </a:lnTo>
                <a:lnTo>
                  <a:pt x="689" y="118"/>
                </a:lnTo>
                <a:lnTo>
                  <a:pt x="689" y="119"/>
                </a:lnTo>
                <a:lnTo>
                  <a:pt x="690" y="120"/>
                </a:lnTo>
                <a:lnTo>
                  <a:pt x="690" y="121"/>
                </a:lnTo>
                <a:lnTo>
                  <a:pt x="690" y="123"/>
                </a:lnTo>
                <a:lnTo>
                  <a:pt x="690" y="124"/>
                </a:lnTo>
                <a:lnTo>
                  <a:pt x="688" y="124"/>
                </a:lnTo>
                <a:lnTo>
                  <a:pt x="688" y="125"/>
                </a:lnTo>
                <a:lnTo>
                  <a:pt x="687" y="126"/>
                </a:lnTo>
                <a:lnTo>
                  <a:pt x="687" y="127"/>
                </a:lnTo>
                <a:lnTo>
                  <a:pt x="688" y="128"/>
                </a:lnTo>
                <a:lnTo>
                  <a:pt x="689" y="128"/>
                </a:lnTo>
                <a:lnTo>
                  <a:pt x="689" y="127"/>
                </a:lnTo>
                <a:lnTo>
                  <a:pt x="691" y="127"/>
                </a:lnTo>
                <a:lnTo>
                  <a:pt x="692" y="128"/>
                </a:lnTo>
                <a:lnTo>
                  <a:pt x="693" y="128"/>
                </a:lnTo>
                <a:lnTo>
                  <a:pt x="694" y="127"/>
                </a:lnTo>
                <a:lnTo>
                  <a:pt x="695" y="127"/>
                </a:lnTo>
                <a:lnTo>
                  <a:pt x="696" y="127"/>
                </a:lnTo>
                <a:lnTo>
                  <a:pt x="699" y="126"/>
                </a:lnTo>
                <a:lnTo>
                  <a:pt x="700" y="126"/>
                </a:lnTo>
                <a:lnTo>
                  <a:pt x="699" y="126"/>
                </a:lnTo>
                <a:lnTo>
                  <a:pt x="698" y="127"/>
                </a:lnTo>
                <a:lnTo>
                  <a:pt x="697" y="128"/>
                </a:lnTo>
                <a:lnTo>
                  <a:pt x="696" y="129"/>
                </a:lnTo>
                <a:lnTo>
                  <a:pt x="696" y="131"/>
                </a:lnTo>
                <a:lnTo>
                  <a:pt x="697" y="132"/>
                </a:lnTo>
                <a:lnTo>
                  <a:pt x="697" y="133"/>
                </a:lnTo>
                <a:lnTo>
                  <a:pt x="696" y="133"/>
                </a:lnTo>
                <a:lnTo>
                  <a:pt x="696" y="134"/>
                </a:lnTo>
                <a:lnTo>
                  <a:pt x="695" y="135"/>
                </a:lnTo>
                <a:lnTo>
                  <a:pt x="695" y="136"/>
                </a:lnTo>
                <a:lnTo>
                  <a:pt x="696" y="137"/>
                </a:lnTo>
                <a:lnTo>
                  <a:pt x="696" y="138"/>
                </a:lnTo>
                <a:lnTo>
                  <a:pt x="696" y="139"/>
                </a:lnTo>
                <a:lnTo>
                  <a:pt x="695" y="140"/>
                </a:lnTo>
                <a:lnTo>
                  <a:pt x="694" y="140"/>
                </a:lnTo>
                <a:lnTo>
                  <a:pt x="693" y="141"/>
                </a:lnTo>
                <a:lnTo>
                  <a:pt x="692" y="141"/>
                </a:lnTo>
                <a:lnTo>
                  <a:pt x="692" y="140"/>
                </a:lnTo>
                <a:lnTo>
                  <a:pt x="693" y="140"/>
                </a:lnTo>
                <a:lnTo>
                  <a:pt x="693" y="139"/>
                </a:lnTo>
                <a:lnTo>
                  <a:pt x="694" y="139"/>
                </a:lnTo>
                <a:lnTo>
                  <a:pt x="694" y="138"/>
                </a:lnTo>
                <a:lnTo>
                  <a:pt x="694" y="137"/>
                </a:lnTo>
                <a:lnTo>
                  <a:pt x="693" y="137"/>
                </a:lnTo>
                <a:lnTo>
                  <a:pt x="692" y="137"/>
                </a:lnTo>
                <a:lnTo>
                  <a:pt x="691" y="138"/>
                </a:lnTo>
                <a:lnTo>
                  <a:pt x="690" y="138"/>
                </a:lnTo>
                <a:lnTo>
                  <a:pt x="690" y="137"/>
                </a:lnTo>
                <a:lnTo>
                  <a:pt x="689" y="137"/>
                </a:lnTo>
                <a:lnTo>
                  <a:pt x="689" y="138"/>
                </a:lnTo>
                <a:lnTo>
                  <a:pt x="688" y="138"/>
                </a:lnTo>
                <a:lnTo>
                  <a:pt x="687" y="138"/>
                </a:lnTo>
                <a:lnTo>
                  <a:pt x="686" y="138"/>
                </a:lnTo>
                <a:lnTo>
                  <a:pt x="686" y="139"/>
                </a:lnTo>
                <a:lnTo>
                  <a:pt x="685" y="140"/>
                </a:lnTo>
                <a:lnTo>
                  <a:pt x="686" y="140"/>
                </a:lnTo>
                <a:lnTo>
                  <a:pt x="687" y="141"/>
                </a:lnTo>
                <a:lnTo>
                  <a:pt x="687" y="142"/>
                </a:lnTo>
                <a:lnTo>
                  <a:pt x="688" y="141"/>
                </a:lnTo>
                <a:lnTo>
                  <a:pt x="688" y="142"/>
                </a:lnTo>
                <a:lnTo>
                  <a:pt x="688" y="143"/>
                </a:lnTo>
                <a:lnTo>
                  <a:pt x="687" y="143"/>
                </a:lnTo>
                <a:lnTo>
                  <a:pt x="686" y="144"/>
                </a:lnTo>
                <a:lnTo>
                  <a:pt x="685" y="144"/>
                </a:lnTo>
                <a:lnTo>
                  <a:pt x="684" y="144"/>
                </a:lnTo>
                <a:lnTo>
                  <a:pt x="683" y="144"/>
                </a:lnTo>
                <a:lnTo>
                  <a:pt x="682" y="144"/>
                </a:lnTo>
                <a:lnTo>
                  <a:pt x="681" y="145"/>
                </a:lnTo>
                <a:lnTo>
                  <a:pt x="682" y="145"/>
                </a:lnTo>
                <a:lnTo>
                  <a:pt x="682" y="146"/>
                </a:lnTo>
                <a:lnTo>
                  <a:pt x="681" y="146"/>
                </a:lnTo>
                <a:lnTo>
                  <a:pt x="681" y="147"/>
                </a:lnTo>
                <a:lnTo>
                  <a:pt x="680" y="147"/>
                </a:lnTo>
                <a:lnTo>
                  <a:pt x="680" y="146"/>
                </a:lnTo>
                <a:lnTo>
                  <a:pt x="680" y="147"/>
                </a:lnTo>
                <a:lnTo>
                  <a:pt x="679" y="147"/>
                </a:lnTo>
                <a:lnTo>
                  <a:pt x="680" y="147"/>
                </a:lnTo>
                <a:lnTo>
                  <a:pt x="679" y="148"/>
                </a:lnTo>
                <a:lnTo>
                  <a:pt x="679" y="147"/>
                </a:lnTo>
                <a:lnTo>
                  <a:pt x="678" y="147"/>
                </a:lnTo>
                <a:lnTo>
                  <a:pt x="677" y="147"/>
                </a:lnTo>
                <a:lnTo>
                  <a:pt x="676" y="147"/>
                </a:lnTo>
                <a:lnTo>
                  <a:pt x="675" y="147"/>
                </a:lnTo>
                <a:lnTo>
                  <a:pt x="674" y="146"/>
                </a:lnTo>
                <a:lnTo>
                  <a:pt x="673" y="146"/>
                </a:lnTo>
                <a:lnTo>
                  <a:pt x="672" y="146"/>
                </a:lnTo>
                <a:lnTo>
                  <a:pt x="671" y="146"/>
                </a:lnTo>
                <a:lnTo>
                  <a:pt x="670" y="146"/>
                </a:lnTo>
                <a:lnTo>
                  <a:pt x="669" y="146"/>
                </a:lnTo>
                <a:lnTo>
                  <a:pt x="668" y="145"/>
                </a:lnTo>
                <a:lnTo>
                  <a:pt x="667" y="145"/>
                </a:lnTo>
                <a:lnTo>
                  <a:pt x="667" y="146"/>
                </a:lnTo>
                <a:lnTo>
                  <a:pt x="666" y="146"/>
                </a:lnTo>
                <a:lnTo>
                  <a:pt x="665" y="146"/>
                </a:lnTo>
                <a:lnTo>
                  <a:pt x="665" y="145"/>
                </a:lnTo>
                <a:lnTo>
                  <a:pt x="665" y="144"/>
                </a:lnTo>
                <a:lnTo>
                  <a:pt x="666" y="144"/>
                </a:lnTo>
                <a:lnTo>
                  <a:pt x="666" y="145"/>
                </a:lnTo>
                <a:lnTo>
                  <a:pt x="666" y="144"/>
                </a:lnTo>
                <a:lnTo>
                  <a:pt x="666" y="143"/>
                </a:lnTo>
                <a:lnTo>
                  <a:pt x="665" y="143"/>
                </a:lnTo>
                <a:lnTo>
                  <a:pt x="665" y="142"/>
                </a:lnTo>
                <a:lnTo>
                  <a:pt x="665" y="141"/>
                </a:lnTo>
                <a:lnTo>
                  <a:pt x="666" y="141"/>
                </a:lnTo>
                <a:lnTo>
                  <a:pt x="666" y="140"/>
                </a:lnTo>
                <a:lnTo>
                  <a:pt x="667" y="140"/>
                </a:lnTo>
                <a:lnTo>
                  <a:pt x="668" y="140"/>
                </a:lnTo>
                <a:lnTo>
                  <a:pt x="669" y="140"/>
                </a:lnTo>
                <a:lnTo>
                  <a:pt x="670" y="140"/>
                </a:lnTo>
                <a:lnTo>
                  <a:pt x="671" y="140"/>
                </a:lnTo>
                <a:lnTo>
                  <a:pt x="670" y="140"/>
                </a:lnTo>
                <a:lnTo>
                  <a:pt x="669" y="139"/>
                </a:lnTo>
                <a:lnTo>
                  <a:pt x="668" y="139"/>
                </a:lnTo>
                <a:lnTo>
                  <a:pt x="668" y="140"/>
                </a:lnTo>
                <a:lnTo>
                  <a:pt x="667" y="139"/>
                </a:lnTo>
                <a:lnTo>
                  <a:pt x="666" y="139"/>
                </a:lnTo>
                <a:lnTo>
                  <a:pt x="665" y="139"/>
                </a:lnTo>
                <a:lnTo>
                  <a:pt x="665" y="138"/>
                </a:lnTo>
                <a:lnTo>
                  <a:pt x="665" y="139"/>
                </a:lnTo>
                <a:lnTo>
                  <a:pt x="664" y="139"/>
                </a:lnTo>
                <a:lnTo>
                  <a:pt x="663" y="139"/>
                </a:lnTo>
                <a:lnTo>
                  <a:pt x="663" y="138"/>
                </a:lnTo>
                <a:lnTo>
                  <a:pt x="663" y="137"/>
                </a:lnTo>
                <a:lnTo>
                  <a:pt x="662" y="137"/>
                </a:lnTo>
                <a:lnTo>
                  <a:pt x="661" y="137"/>
                </a:lnTo>
                <a:lnTo>
                  <a:pt x="662" y="136"/>
                </a:lnTo>
                <a:lnTo>
                  <a:pt x="662" y="135"/>
                </a:lnTo>
                <a:lnTo>
                  <a:pt x="663" y="134"/>
                </a:lnTo>
                <a:lnTo>
                  <a:pt x="663" y="133"/>
                </a:lnTo>
                <a:lnTo>
                  <a:pt x="664" y="132"/>
                </a:lnTo>
                <a:lnTo>
                  <a:pt x="664" y="131"/>
                </a:lnTo>
                <a:lnTo>
                  <a:pt x="664" y="130"/>
                </a:lnTo>
                <a:lnTo>
                  <a:pt x="665" y="130"/>
                </a:lnTo>
                <a:lnTo>
                  <a:pt x="666" y="130"/>
                </a:lnTo>
                <a:lnTo>
                  <a:pt x="666" y="129"/>
                </a:lnTo>
                <a:lnTo>
                  <a:pt x="667" y="128"/>
                </a:lnTo>
                <a:lnTo>
                  <a:pt x="668" y="127"/>
                </a:lnTo>
                <a:lnTo>
                  <a:pt x="669" y="127"/>
                </a:lnTo>
                <a:lnTo>
                  <a:pt x="669" y="126"/>
                </a:lnTo>
                <a:lnTo>
                  <a:pt x="668" y="126"/>
                </a:lnTo>
                <a:lnTo>
                  <a:pt x="668" y="127"/>
                </a:lnTo>
                <a:lnTo>
                  <a:pt x="667" y="127"/>
                </a:lnTo>
                <a:lnTo>
                  <a:pt x="667" y="128"/>
                </a:lnTo>
                <a:lnTo>
                  <a:pt x="667" y="127"/>
                </a:lnTo>
                <a:lnTo>
                  <a:pt x="667" y="126"/>
                </a:lnTo>
                <a:lnTo>
                  <a:pt x="666" y="126"/>
                </a:lnTo>
                <a:lnTo>
                  <a:pt x="666" y="125"/>
                </a:lnTo>
                <a:lnTo>
                  <a:pt x="665" y="125"/>
                </a:lnTo>
                <a:lnTo>
                  <a:pt x="666" y="125"/>
                </a:lnTo>
                <a:lnTo>
                  <a:pt x="666" y="126"/>
                </a:lnTo>
                <a:lnTo>
                  <a:pt x="666" y="127"/>
                </a:lnTo>
                <a:lnTo>
                  <a:pt x="666" y="128"/>
                </a:lnTo>
                <a:lnTo>
                  <a:pt x="665" y="128"/>
                </a:lnTo>
                <a:lnTo>
                  <a:pt x="665" y="129"/>
                </a:lnTo>
                <a:lnTo>
                  <a:pt x="664" y="129"/>
                </a:lnTo>
                <a:lnTo>
                  <a:pt x="663" y="129"/>
                </a:lnTo>
                <a:lnTo>
                  <a:pt x="663" y="130"/>
                </a:lnTo>
                <a:lnTo>
                  <a:pt x="662" y="130"/>
                </a:lnTo>
                <a:lnTo>
                  <a:pt x="662" y="131"/>
                </a:lnTo>
                <a:lnTo>
                  <a:pt x="662" y="132"/>
                </a:lnTo>
                <a:lnTo>
                  <a:pt x="662" y="133"/>
                </a:lnTo>
                <a:lnTo>
                  <a:pt x="661" y="135"/>
                </a:lnTo>
                <a:lnTo>
                  <a:pt x="661" y="136"/>
                </a:lnTo>
                <a:lnTo>
                  <a:pt x="661" y="135"/>
                </a:lnTo>
                <a:lnTo>
                  <a:pt x="660" y="135"/>
                </a:lnTo>
                <a:lnTo>
                  <a:pt x="659" y="135"/>
                </a:lnTo>
                <a:lnTo>
                  <a:pt x="658" y="135"/>
                </a:lnTo>
                <a:lnTo>
                  <a:pt x="657" y="135"/>
                </a:lnTo>
                <a:lnTo>
                  <a:pt x="656" y="137"/>
                </a:lnTo>
                <a:lnTo>
                  <a:pt x="656" y="138"/>
                </a:lnTo>
                <a:lnTo>
                  <a:pt x="655" y="138"/>
                </a:lnTo>
                <a:lnTo>
                  <a:pt x="655" y="139"/>
                </a:lnTo>
                <a:lnTo>
                  <a:pt x="654" y="139"/>
                </a:lnTo>
                <a:lnTo>
                  <a:pt x="653" y="139"/>
                </a:lnTo>
                <a:lnTo>
                  <a:pt x="652" y="140"/>
                </a:lnTo>
                <a:lnTo>
                  <a:pt x="651" y="140"/>
                </a:lnTo>
                <a:lnTo>
                  <a:pt x="651" y="139"/>
                </a:lnTo>
                <a:lnTo>
                  <a:pt x="651" y="138"/>
                </a:lnTo>
                <a:lnTo>
                  <a:pt x="651" y="136"/>
                </a:lnTo>
                <a:lnTo>
                  <a:pt x="650" y="136"/>
                </a:lnTo>
                <a:lnTo>
                  <a:pt x="650" y="135"/>
                </a:lnTo>
                <a:lnTo>
                  <a:pt x="650" y="134"/>
                </a:lnTo>
                <a:lnTo>
                  <a:pt x="649" y="133"/>
                </a:lnTo>
                <a:lnTo>
                  <a:pt x="648" y="133"/>
                </a:lnTo>
                <a:lnTo>
                  <a:pt x="648" y="132"/>
                </a:lnTo>
                <a:lnTo>
                  <a:pt x="648" y="131"/>
                </a:lnTo>
                <a:lnTo>
                  <a:pt x="648" y="132"/>
                </a:lnTo>
                <a:lnTo>
                  <a:pt x="648" y="133"/>
                </a:lnTo>
                <a:lnTo>
                  <a:pt x="648" y="134"/>
                </a:lnTo>
                <a:lnTo>
                  <a:pt x="646" y="134"/>
                </a:lnTo>
                <a:lnTo>
                  <a:pt x="646" y="133"/>
                </a:lnTo>
                <a:lnTo>
                  <a:pt x="645" y="133"/>
                </a:lnTo>
                <a:lnTo>
                  <a:pt x="645" y="132"/>
                </a:lnTo>
                <a:lnTo>
                  <a:pt x="644" y="132"/>
                </a:lnTo>
                <a:lnTo>
                  <a:pt x="644" y="131"/>
                </a:lnTo>
                <a:lnTo>
                  <a:pt x="643" y="131"/>
                </a:lnTo>
                <a:lnTo>
                  <a:pt x="643" y="132"/>
                </a:lnTo>
                <a:lnTo>
                  <a:pt x="644" y="133"/>
                </a:lnTo>
                <a:lnTo>
                  <a:pt x="645" y="133"/>
                </a:lnTo>
                <a:lnTo>
                  <a:pt x="645" y="134"/>
                </a:lnTo>
                <a:lnTo>
                  <a:pt x="646" y="135"/>
                </a:lnTo>
                <a:lnTo>
                  <a:pt x="645" y="135"/>
                </a:lnTo>
                <a:lnTo>
                  <a:pt x="645" y="136"/>
                </a:lnTo>
                <a:lnTo>
                  <a:pt x="644" y="136"/>
                </a:lnTo>
                <a:lnTo>
                  <a:pt x="643" y="137"/>
                </a:lnTo>
                <a:lnTo>
                  <a:pt x="641" y="137"/>
                </a:lnTo>
                <a:lnTo>
                  <a:pt x="640" y="137"/>
                </a:lnTo>
                <a:lnTo>
                  <a:pt x="639" y="138"/>
                </a:lnTo>
                <a:lnTo>
                  <a:pt x="638" y="138"/>
                </a:lnTo>
                <a:lnTo>
                  <a:pt x="637" y="138"/>
                </a:lnTo>
                <a:lnTo>
                  <a:pt x="637" y="139"/>
                </a:lnTo>
                <a:lnTo>
                  <a:pt x="636" y="139"/>
                </a:lnTo>
                <a:lnTo>
                  <a:pt x="635" y="139"/>
                </a:lnTo>
                <a:lnTo>
                  <a:pt x="635" y="140"/>
                </a:lnTo>
                <a:lnTo>
                  <a:pt x="634" y="140"/>
                </a:lnTo>
                <a:lnTo>
                  <a:pt x="633" y="140"/>
                </a:lnTo>
                <a:lnTo>
                  <a:pt x="632" y="140"/>
                </a:lnTo>
                <a:lnTo>
                  <a:pt x="631" y="141"/>
                </a:lnTo>
                <a:lnTo>
                  <a:pt x="629" y="141"/>
                </a:lnTo>
                <a:lnTo>
                  <a:pt x="628" y="142"/>
                </a:lnTo>
                <a:lnTo>
                  <a:pt x="627" y="142"/>
                </a:lnTo>
                <a:lnTo>
                  <a:pt x="627" y="143"/>
                </a:lnTo>
                <a:lnTo>
                  <a:pt x="626" y="144"/>
                </a:lnTo>
                <a:lnTo>
                  <a:pt x="625" y="145"/>
                </a:lnTo>
                <a:lnTo>
                  <a:pt x="626" y="145"/>
                </a:lnTo>
                <a:lnTo>
                  <a:pt x="626" y="146"/>
                </a:lnTo>
                <a:lnTo>
                  <a:pt x="624" y="147"/>
                </a:lnTo>
                <a:lnTo>
                  <a:pt x="624" y="148"/>
                </a:lnTo>
                <a:lnTo>
                  <a:pt x="623" y="148"/>
                </a:lnTo>
                <a:lnTo>
                  <a:pt x="623" y="147"/>
                </a:lnTo>
                <a:lnTo>
                  <a:pt x="622" y="147"/>
                </a:lnTo>
                <a:lnTo>
                  <a:pt x="621" y="148"/>
                </a:lnTo>
                <a:lnTo>
                  <a:pt x="619" y="148"/>
                </a:lnTo>
                <a:lnTo>
                  <a:pt x="618" y="148"/>
                </a:lnTo>
                <a:lnTo>
                  <a:pt x="617" y="149"/>
                </a:lnTo>
                <a:lnTo>
                  <a:pt x="616" y="149"/>
                </a:lnTo>
                <a:lnTo>
                  <a:pt x="615" y="150"/>
                </a:lnTo>
                <a:lnTo>
                  <a:pt x="615" y="149"/>
                </a:lnTo>
                <a:lnTo>
                  <a:pt x="615" y="148"/>
                </a:lnTo>
                <a:lnTo>
                  <a:pt x="616" y="148"/>
                </a:lnTo>
                <a:lnTo>
                  <a:pt x="617" y="148"/>
                </a:lnTo>
                <a:lnTo>
                  <a:pt x="616" y="148"/>
                </a:lnTo>
                <a:lnTo>
                  <a:pt x="615" y="148"/>
                </a:lnTo>
                <a:lnTo>
                  <a:pt x="614" y="148"/>
                </a:lnTo>
                <a:lnTo>
                  <a:pt x="614" y="149"/>
                </a:lnTo>
                <a:lnTo>
                  <a:pt x="614" y="150"/>
                </a:lnTo>
                <a:lnTo>
                  <a:pt x="614" y="151"/>
                </a:lnTo>
                <a:lnTo>
                  <a:pt x="614" y="152"/>
                </a:lnTo>
                <a:lnTo>
                  <a:pt x="614" y="153"/>
                </a:lnTo>
                <a:lnTo>
                  <a:pt x="615" y="153"/>
                </a:lnTo>
                <a:lnTo>
                  <a:pt x="615" y="154"/>
                </a:lnTo>
                <a:lnTo>
                  <a:pt x="614" y="154"/>
                </a:lnTo>
                <a:lnTo>
                  <a:pt x="615" y="155"/>
                </a:lnTo>
                <a:lnTo>
                  <a:pt x="615" y="156"/>
                </a:lnTo>
                <a:lnTo>
                  <a:pt x="616" y="156"/>
                </a:lnTo>
                <a:lnTo>
                  <a:pt x="616" y="157"/>
                </a:lnTo>
                <a:lnTo>
                  <a:pt x="615" y="157"/>
                </a:lnTo>
                <a:lnTo>
                  <a:pt x="614" y="157"/>
                </a:lnTo>
                <a:lnTo>
                  <a:pt x="613" y="157"/>
                </a:lnTo>
                <a:lnTo>
                  <a:pt x="613" y="156"/>
                </a:lnTo>
                <a:lnTo>
                  <a:pt x="612" y="156"/>
                </a:lnTo>
                <a:lnTo>
                  <a:pt x="612" y="155"/>
                </a:lnTo>
                <a:lnTo>
                  <a:pt x="612" y="154"/>
                </a:lnTo>
                <a:lnTo>
                  <a:pt x="611" y="154"/>
                </a:lnTo>
                <a:lnTo>
                  <a:pt x="611" y="155"/>
                </a:lnTo>
                <a:lnTo>
                  <a:pt x="610" y="155"/>
                </a:lnTo>
                <a:lnTo>
                  <a:pt x="610" y="154"/>
                </a:lnTo>
                <a:lnTo>
                  <a:pt x="609" y="154"/>
                </a:lnTo>
                <a:lnTo>
                  <a:pt x="608" y="154"/>
                </a:lnTo>
                <a:lnTo>
                  <a:pt x="608" y="155"/>
                </a:lnTo>
                <a:lnTo>
                  <a:pt x="609" y="155"/>
                </a:lnTo>
                <a:lnTo>
                  <a:pt x="610" y="156"/>
                </a:lnTo>
                <a:lnTo>
                  <a:pt x="610" y="157"/>
                </a:lnTo>
                <a:lnTo>
                  <a:pt x="609" y="157"/>
                </a:lnTo>
                <a:lnTo>
                  <a:pt x="609" y="158"/>
                </a:lnTo>
                <a:lnTo>
                  <a:pt x="608" y="157"/>
                </a:lnTo>
                <a:lnTo>
                  <a:pt x="607" y="157"/>
                </a:lnTo>
                <a:lnTo>
                  <a:pt x="608" y="156"/>
                </a:lnTo>
                <a:lnTo>
                  <a:pt x="607" y="155"/>
                </a:lnTo>
                <a:lnTo>
                  <a:pt x="606" y="155"/>
                </a:lnTo>
                <a:lnTo>
                  <a:pt x="605" y="155"/>
                </a:lnTo>
                <a:lnTo>
                  <a:pt x="605" y="154"/>
                </a:lnTo>
                <a:lnTo>
                  <a:pt x="604" y="155"/>
                </a:lnTo>
                <a:lnTo>
                  <a:pt x="603" y="154"/>
                </a:lnTo>
                <a:lnTo>
                  <a:pt x="604" y="154"/>
                </a:lnTo>
                <a:lnTo>
                  <a:pt x="603" y="154"/>
                </a:lnTo>
                <a:lnTo>
                  <a:pt x="603" y="153"/>
                </a:lnTo>
                <a:lnTo>
                  <a:pt x="602" y="153"/>
                </a:lnTo>
                <a:lnTo>
                  <a:pt x="602" y="152"/>
                </a:lnTo>
                <a:lnTo>
                  <a:pt x="603" y="152"/>
                </a:lnTo>
                <a:lnTo>
                  <a:pt x="604" y="151"/>
                </a:lnTo>
                <a:lnTo>
                  <a:pt x="605" y="151"/>
                </a:lnTo>
                <a:lnTo>
                  <a:pt x="605" y="150"/>
                </a:lnTo>
                <a:lnTo>
                  <a:pt x="606" y="150"/>
                </a:lnTo>
                <a:lnTo>
                  <a:pt x="607" y="150"/>
                </a:lnTo>
                <a:lnTo>
                  <a:pt x="607" y="151"/>
                </a:lnTo>
                <a:lnTo>
                  <a:pt x="608" y="151"/>
                </a:lnTo>
                <a:lnTo>
                  <a:pt x="608" y="150"/>
                </a:lnTo>
                <a:lnTo>
                  <a:pt x="608" y="149"/>
                </a:lnTo>
                <a:lnTo>
                  <a:pt x="609" y="149"/>
                </a:lnTo>
                <a:lnTo>
                  <a:pt x="609" y="148"/>
                </a:lnTo>
                <a:lnTo>
                  <a:pt x="610" y="148"/>
                </a:lnTo>
                <a:lnTo>
                  <a:pt x="610" y="146"/>
                </a:lnTo>
                <a:lnTo>
                  <a:pt x="611" y="146"/>
                </a:lnTo>
                <a:lnTo>
                  <a:pt x="612" y="145"/>
                </a:lnTo>
                <a:lnTo>
                  <a:pt x="612" y="146"/>
                </a:lnTo>
                <a:lnTo>
                  <a:pt x="613" y="146"/>
                </a:lnTo>
                <a:lnTo>
                  <a:pt x="614" y="146"/>
                </a:lnTo>
                <a:lnTo>
                  <a:pt x="613" y="146"/>
                </a:lnTo>
                <a:lnTo>
                  <a:pt x="612" y="145"/>
                </a:lnTo>
                <a:lnTo>
                  <a:pt x="611" y="145"/>
                </a:lnTo>
                <a:lnTo>
                  <a:pt x="610" y="146"/>
                </a:lnTo>
                <a:lnTo>
                  <a:pt x="608" y="147"/>
                </a:lnTo>
                <a:lnTo>
                  <a:pt x="609" y="147"/>
                </a:lnTo>
                <a:lnTo>
                  <a:pt x="608" y="148"/>
                </a:lnTo>
                <a:lnTo>
                  <a:pt x="607" y="148"/>
                </a:lnTo>
                <a:lnTo>
                  <a:pt x="606" y="148"/>
                </a:lnTo>
                <a:lnTo>
                  <a:pt x="605" y="149"/>
                </a:lnTo>
                <a:lnTo>
                  <a:pt x="605" y="150"/>
                </a:lnTo>
                <a:lnTo>
                  <a:pt x="604" y="150"/>
                </a:lnTo>
                <a:lnTo>
                  <a:pt x="603" y="150"/>
                </a:lnTo>
                <a:lnTo>
                  <a:pt x="603" y="151"/>
                </a:lnTo>
                <a:lnTo>
                  <a:pt x="602" y="151"/>
                </a:lnTo>
                <a:lnTo>
                  <a:pt x="602" y="150"/>
                </a:lnTo>
                <a:lnTo>
                  <a:pt x="602" y="149"/>
                </a:lnTo>
                <a:lnTo>
                  <a:pt x="602" y="148"/>
                </a:lnTo>
                <a:lnTo>
                  <a:pt x="601" y="148"/>
                </a:lnTo>
                <a:lnTo>
                  <a:pt x="600" y="148"/>
                </a:lnTo>
                <a:lnTo>
                  <a:pt x="600" y="149"/>
                </a:lnTo>
                <a:lnTo>
                  <a:pt x="601" y="150"/>
                </a:lnTo>
                <a:lnTo>
                  <a:pt x="601" y="151"/>
                </a:lnTo>
                <a:lnTo>
                  <a:pt x="600" y="152"/>
                </a:lnTo>
                <a:lnTo>
                  <a:pt x="601" y="153"/>
                </a:lnTo>
                <a:lnTo>
                  <a:pt x="601" y="154"/>
                </a:lnTo>
                <a:lnTo>
                  <a:pt x="600" y="154"/>
                </a:lnTo>
                <a:lnTo>
                  <a:pt x="599" y="154"/>
                </a:lnTo>
                <a:lnTo>
                  <a:pt x="599" y="155"/>
                </a:lnTo>
                <a:lnTo>
                  <a:pt x="598" y="155"/>
                </a:lnTo>
                <a:lnTo>
                  <a:pt x="597" y="155"/>
                </a:lnTo>
                <a:lnTo>
                  <a:pt x="596" y="155"/>
                </a:lnTo>
                <a:lnTo>
                  <a:pt x="595" y="155"/>
                </a:lnTo>
                <a:lnTo>
                  <a:pt x="594" y="155"/>
                </a:lnTo>
                <a:lnTo>
                  <a:pt x="593" y="156"/>
                </a:lnTo>
                <a:lnTo>
                  <a:pt x="592" y="157"/>
                </a:lnTo>
                <a:lnTo>
                  <a:pt x="592" y="158"/>
                </a:lnTo>
                <a:lnTo>
                  <a:pt x="592" y="159"/>
                </a:lnTo>
                <a:lnTo>
                  <a:pt x="593" y="159"/>
                </a:lnTo>
                <a:lnTo>
                  <a:pt x="594" y="160"/>
                </a:lnTo>
                <a:lnTo>
                  <a:pt x="592" y="161"/>
                </a:lnTo>
                <a:lnTo>
                  <a:pt x="591" y="160"/>
                </a:lnTo>
                <a:lnTo>
                  <a:pt x="592" y="160"/>
                </a:lnTo>
                <a:lnTo>
                  <a:pt x="591" y="159"/>
                </a:lnTo>
                <a:lnTo>
                  <a:pt x="590" y="159"/>
                </a:lnTo>
                <a:lnTo>
                  <a:pt x="589" y="159"/>
                </a:lnTo>
                <a:lnTo>
                  <a:pt x="588" y="159"/>
                </a:lnTo>
                <a:lnTo>
                  <a:pt x="587" y="159"/>
                </a:lnTo>
                <a:lnTo>
                  <a:pt x="587" y="160"/>
                </a:lnTo>
                <a:lnTo>
                  <a:pt x="586" y="160"/>
                </a:lnTo>
                <a:lnTo>
                  <a:pt x="585" y="160"/>
                </a:lnTo>
                <a:lnTo>
                  <a:pt x="584" y="160"/>
                </a:lnTo>
                <a:lnTo>
                  <a:pt x="583" y="160"/>
                </a:lnTo>
                <a:lnTo>
                  <a:pt x="582" y="161"/>
                </a:lnTo>
                <a:lnTo>
                  <a:pt x="581" y="161"/>
                </a:lnTo>
                <a:lnTo>
                  <a:pt x="580" y="162"/>
                </a:lnTo>
                <a:lnTo>
                  <a:pt x="580" y="164"/>
                </a:lnTo>
                <a:lnTo>
                  <a:pt x="579" y="164"/>
                </a:lnTo>
                <a:lnTo>
                  <a:pt x="579" y="163"/>
                </a:lnTo>
                <a:lnTo>
                  <a:pt x="580" y="163"/>
                </a:lnTo>
                <a:lnTo>
                  <a:pt x="580" y="162"/>
                </a:lnTo>
                <a:lnTo>
                  <a:pt x="579" y="162"/>
                </a:lnTo>
                <a:lnTo>
                  <a:pt x="579" y="161"/>
                </a:lnTo>
                <a:lnTo>
                  <a:pt x="578" y="161"/>
                </a:lnTo>
                <a:lnTo>
                  <a:pt x="576" y="162"/>
                </a:lnTo>
                <a:lnTo>
                  <a:pt x="575" y="163"/>
                </a:lnTo>
                <a:lnTo>
                  <a:pt x="574" y="163"/>
                </a:lnTo>
                <a:lnTo>
                  <a:pt x="573" y="164"/>
                </a:lnTo>
                <a:lnTo>
                  <a:pt x="572" y="164"/>
                </a:lnTo>
                <a:lnTo>
                  <a:pt x="571" y="165"/>
                </a:lnTo>
                <a:lnTo>
                  <a:pt x="570" y="165"/>
                </a:lnTo>
                <a:lnTo>
                  <a:pt x="568" y="167"/>
                </a:lnTo>
                <a:lnTo>
                  <a:pt x="567" y="168"/>
                </a:lnTo>
                <a:lnTo>
                  <a:pt x="566" y="168"/>
                </a:lnTo>
                <a:lnTo>
                  <a:pt x="566" y="169"/>
                </a:lnTo>
                <a:lnTo>
                  <a:pt x="565" y="169"/>
                </a:lnTo>
                <a:lnTo>
                  <a:pt x="564" y="169"/>
                </a:lnTo>
                <a:lnTo>
                  <a:pt x="563" y="169"/>
                </a:lnTo>
                <a:lnTo>
                  <a:pt x="563" y="168"/>
                </a:lnTo>
                <a:lnTo>
                  <a:pt x="563" y="167"/>
                </a:lnTo>
                <a:lnTo>
                  <a:pt x="562" y="170"/>
                </a:lnTo>
                <a:lnTo>
                  <a:pt x="562" y="171"/>
                </a:lnTo>
                <a:lnTo>
                  <a:pt x="562" y="172"/>
                </a:lnTo>
                <a:lnTo>
                  <a:pt x="561" y="172"/>
                </a:lnTo>
                <a:lnTo>
                  <a:pt x="560" y="173"/>
                </a:lnTo>
                <a:lnTo>
                  <a:pt x="559" y="173"/>
                </a:lnTo>
                <a:lnTo>
                  <a:pt x="558" y="173"/>
                </a:lnTo>
                <a:lnTo>
                  <a:pt x="557" y="173"/>
                </a:lnTo>
                <a:lnTo>
                  <a:pt x="558" y="173"/>
                </a:lnTo>
                <a:lnTo>
                  <a:pt x="557" y="173"/>
                </a:lnTo>
                <a:lnTo>
                  <a:pt x="556" y="173"/>
                </a:lnTo>
                <a:lnTo>
                  <a:pt x="556" y="174"/>
                </a:lnTo>
                <a:lnTo>
                  <a:pt x="555" y="173"/>
                </a:lnTo>
                <a:lnTo>
                  <a:pt x="555" y="172"/>
                </a:lnTo>
                <a:lnTo>
                  <a:pt x="554" y="172"/>
                </a:lnTo>
                <a:lnTo>
                  <a:pt x="554" y="173"/>
                </a:lnTo>
                <a:lnTo>
                  <a:pt x="553" y="172"/>
                </a:lnTo>
                <a:lnTo>
                  <a:pt x="552" y="172"/>
                </a:lnTo>
                <a:lnTo>
                  <a:pt x="552" y="171"/>
                </a:lnTo>
                <a:lnTo>
                  <a:pt x="552" y="170"/>
                </a:lnTo>
                <a:lnTo>
                  <a:pt x="552" y="169"/>
                </a:lnTo>
                <a:lnTo>
                  <a:pt x="553" y="169"/>
                </a:lnTo>
                <a:lnTo>
                  <a:pt x="553" y="168"/>
                </a:lnTo>
                <a:lnTo>
                  <a:pt x="552" y="169"/>
                </a:lnTo>
                <a:lnTo>
                  <a:pt x="551" y="169"/>
                </a:lnTo>
                <a:lnTo>
                  <a:pt x="551" y="168"/>
                </a:lnTo>
                <a:lnTo>
                  <a:pt x="549" y="168"/>
                </a:lnTo>
                <a:lnTo>
                  <a:pt x="549" y="167"/>
                </a:lnTo>
                <a:lnTo>
                  <a:pt x="549" y="166"/>
                </a:lnTo>
                <a:lnTo>
                  <a:pt x="549" y="165"/>
                </a:lnTo>
                <a:lnTo>
                  <a:pt x="549" y="166"/>
                </a:lnTo>
                <a:lnTo>
                  <a:pt x="549" y="167"/>
                </a:lnTo>
                <a:lnTo>
                  <a:pt x="549" y="168"/>
                </a:lnTo>
                <a:lnTo>
                  <a:pt x="548" y="169"/>
                </a:lnTo>
                <a:lnTo>
                  <a:pt x="548" y="168"/>
                </a:lnTo>
                <a:lnTo>
                  <a:pt x="547" y="167"/>
                </a:lnTo>
                <a:lnTo>
                  <a:pt x="547" y="166"/>
                </a:lnTo>
                <a:lnTo>
                  <a:pt x="546" y="166"/>
                </a:lnTo>
                <a:lnTo>
                  <a:pt x="545" y="166"/>
                </a:lnTo>
                <a:lnTo>
                  <a:pt x="546" y="167"/>
                </a:lnTo>
                <a:lnTo>
                  <a:pt x="547" y="168"/>
                </a:lnTo>
                <a:lnTo>
                  <a:pt x="546" y="168"/>
                </a:lnTo>
                <a:lnTo>
                  <a:pt x="545" y="169"/>
                </a:lnTo>
                <a:lnTo>
                  <a:pt x="544" y="169"/>
                </a:lnTo>
                <a:lnTo>
                  <a:pt x="544" y="170"/>
                </a:lnTo>
                <a:lnTo>
                  <a:pt x="543" y="170"/>
                </a:lnTo>
                <a:lnTo>
                  <a:pt x="542" y="170"/>
                </a:lnTo>
                <a:lnTo>
                  <a:pt x="541" y="170"/>
                </a:lnTo>
                <a:lnTo>
                  <a:pt x="540" y="170"/>
                </a:lnTo>
                <a:lnTo>
                  <a:pt x="540" y="169"/>
                </a:lnTo>
                <a:lnTo>
                  <a:pt x="539" y="169"/>
                </a:lnTo>
                <a:lnTo>
                  <a:pt x="539" y="168"/>
                </a:lnTo>
                <a:lnTo>
                  <a:pt x="538" y="168"/>
                </a:lnTo>
                <a:lnTo>
                  <a:pt x="539" y="169"/>
                </a:lnTo>
                <a:lnTo>
                  <a:pt x="540" y="169"/>
                </a:lnTo>
                <a:lnTo>
                  <a:pt x="540" y="170"/>
                </a:lnTo>
                <a:lnTo>
                  <a:pt x="541" y="171"/>
                </a:lnTo>
                <a:lnTo>
                  <a:pt x="541" y="172"/>
                </a:lnTo>
                <a:lnTo>
                  <a:pt x="540" y="172"/>
                </a:lnTo>
                <a:lnTo>
                  <a:pt x="539" y="172"/>
                </a:lnTo>
                <a:lnTo>
                  <a:pt x="538" y="172"/>
                </a:lnTo>
                <a:lnTo>
                  <a:pt x="537" y="172"/>
                </a:lnTo>
                <a:lnTo>
                  <a:pt x="537" y="173"/>
                </a:lnTo>
                <a:lnTo>
                  <a:pt x="538" y="173"/>
                </a:lnTo>
                <a:lnTo>
                  <a:pt x="538" y="172"/>
                </a:lnTo>
                <a:lnTo>
                  <a:pt x="539" y="172"/>
                </a:lnTo>
                <a:lnTo>
                  <a:pt x="540" y="173"/>
                </a:lnTo>
                <a:lnTo>
                  <a:pt x="541" y="172"/>
                </a:lnTo>
                <a:lnTo>
                  <a:pt x="542" y="172"/>
                </a:lnTo>
                <a:lnTo>
                  <a:pt x="542" y="171"/>
                </a:lnTo>
                <a:lnTo>
                  <a:pt x="544" y="171"/>
                </a:lnTo>
                <a:lnTo>
                  <a:pt x="544" y="170"/>
                </a:lnTo>
                <a:lnTo>
                  <a:pt x="545" y="170"/>
                </a:lnTo>
                <a:lnTo>
                  <a:pt x="546" y="171"/>
                </a:lnTo>
                <a:lnTo>
                  <a:pt x="547" y="171"/>
                </a:lnTo>
                <a:lnTo>
                  <a:pt x="547" y="172"/>
                </a:lnTo>
                <a:lnTo>
                  <a:pt x="548" y="172"/>
                </a:lnTo>
                <a:lnTo>
                  <a:pt x="548" y="173"/>
                </a:lnTo>
                <a:lnTo>
                  <a:pt x="548" y="174"/>
                </a:lnTo>
                <a:lnTo>
                  <a:pt x="549" y="174"/>
                </a:lnTo>
                <a:lnTo>
                  <a:pt x="549" y="175"/>
                </a:lnTo>
                <a:lnTo>
                  <a:pt x="550" y="175"/>
                </a:lnTo>
                <a:lnTo>
                  <a:pt x="551" y="174"/>
                </a:lnTo>
                <a:lnTo>
                  <a:pt x="551" y="175"/>
                </a:lnTo>
                <a:lnTo>
                  <a:pt x="552" y="175"/>
                </a:lnTo>
                <a:lnTo>
                  <a:pt x="554" y="175"/>
                </a:lnTo>
                <a:lnTo>
                  <a:pt x="555" y="176"/>
                </a:lnTo>
                <a:lnTo>
                  <a:pt x="556" y="176"/>
                </a:lnTo>
                <a:lnTo>
                  <a:pt x="556" y="177"/>
                </a:lnTo>
                <a:lnTo>
                  <a:pt x="555" y="178"/>
                </a:lnTo>
                <a:lnTo>
                  <a:pt x="555" y="179"/>
                </a:lnTo>
                <a:lnTo>
                  <a:pt x="554" y="179"/>
                </a:lnTo>
                <a:lnTo>
                  <a:pt x="554" y="180"/>
                </a:lnTo>
                <a:lnTo>
                  <a:pt x="554" y="181"/>
                </a:lnTo>
                <a:lnTo>
                  <a:pt x="553" y="182"/>
                </a:lnTo>
                <a:lnTo>
                  <a:pt x="553" y="183"/>
                </a:lnTo>
                <a:lnTo>
                  <a:pt x="554" y="183"/>
                </a:lnTo>
                <a:lnTo>
                  <a:pt x="555" y="184"/>
                </a:lnTo>
                <a:lnTo>
                  <a:pt x="554" y="185"/>
                </a:lnTo>
                <a:lnTo>
                  <a:pt x="554" y="184"/>
                </a:lnTo>
                <a:lnTo>
                  <a:pt x="554" y="185"/>
                </a:lnTo>
                <a:lnTo>
                  <a:pt x="553" y="185"/>
                </a:lnTo>
                <a:lnTo>
                  <a:pt x="553" y="186"/>
                </a:lnTo>
                <a:lnTo>
                  <a:pt x="552" y="186"/>
                </a:lnTo>
                <a:lnTo>
                  <a:pt x="550" y="186"/>
                </a:lnTo>
                <a:lnTo>
                  <a:pt x="549" y="187"/>
                </a:lnTo>
                <a:lnTo>
                  <a:pt x="550" y="188"/>
                </a:lnTo>
                <a:lnTo>
                  <a:pt x="550" y="189"/>
                </a:lnTo>
                <a:lnTo>
                  <a:pt x="550" y="190"/>
                </a:lnTo>
                <a:lnTo>
                  <a:pt x="549" y="191"/>
                </a:lnTo>
                <a:lnTo>
                  <a:pt x="548" y="191"/>
                </a:lnTo>
                <a:lnTo>
                  <a:pt x="548" y="192"/>
                </a:lnTo>
                <a:lnTo>
                  <a:pt x="548" y="193"/>
                </a:lnTo>
                <a:lnTo>
                  <a:pt x="548" y="194"/>
                </a:lnTo>
                <a:lnTo>
                  <a:pt x="547" y="194"/>
                </a:lnTo>
                <a:lnTo>
                  <a:pt x="547" y="195"/>
                </a:lnTo>
                <a:lnTo>
                  <a:pt x="547" y="194"/>
                </a:lnTo>
                <a:lnTo>
                  <a:pt x="546" y="194"/>
                </a:lnTo>
                <a:lnTo>
                  <a:pt x="545" y="194"/>
                </a:lnTo>
                <a:lnTo>
                  <a:pt x="545" y="193"/>
                </a:lnTo>
                <a:lnTo>
                  <a:pt x="545" y="192"/>
                </a:lnTo>
                <a:lnTo>
                  <a:pt x="545" y="191"/>
                </a:lnTo>
                <a:lnTo>
                  <a:pt x="546" y="190"/>
                </a:lnTo>
                <a:lnTo>
                  <a:pt x="546" y="189"/>
                </a:lnTo>
                <a:lnTo>
                  <a:pt x="545" y="189"/>
                </a:lnTo>
                <a:lnTo>
                  <a:pt x="544" y="188"/>
                </a:lnTo>
                <a:lnTo>
                  <a:pt x="544" y="187"/>
                </a:lnTo>
                <a:lnTo>
                  <a:pt x="544" y="186"/>
                </a:lnTo>
                <a:lnTo>
                  <a:pt x="544" y="185"/>
                </a:lnTo>
                <a:lnTo>
                  <a:pt x="543" y="185"/>
                </a:lnTo>
                <a:lnTo>
                  <a:pt x="542" y="184"/>
                </a:lnTo>
                <a:lnTo>
                  <a:pt x="541" y="184"/>
                </a:lnTo>
                <a:lnTo>
                  <a:pt x="541" y="185"/>
                </a:lnTo>
                <a:lnTo>
                  <a:pt x="540" y="185"/>
                </a:lnTo>
                <a:lnTo>
                  <a:pt x="536" y="185"/>
                </a:lnTo>
                <a:lnTo>
                  <a:pt x="535" y="185"/>
                </a:lnTo>
                <a:lnTo>
                  <a:pt x="535" y="186"/>
                </a:lnTo>
                <a:lnTo>
                  <a:pt x="536" y="186"/>
                </a:lnTo>
                <a:lnTo>
                  <a:pt x="536" y="187"/>
                </a:lnTo>
                <a:lnTo>
                  <a:pt x="536" y="188"/>
                </a:lnTo>
                <a:lnTo>
                  <a:pt x="535" y="188"/>
                </a:lnTo>
                <a:lnTo>
                  <a:pt x="534" y="188"/>
                </a:lnTo>
                <a:lnTo>
                  <a:pt x="533" y="188"/>
                </a:lnTo>
                <a:lnTo>
                  <a:pt x="532" y="189"/>
                </a:lnTo>
                <a:lnTo>
                  <a:pt x="533" y="189"/>
                </a:lnTo>
                <a:lnTo>
                  <a:pt x="533" y="190"/>
                </a:lnTo>
                <a:lnTo>
                  <a:pt x="532" y="190"/>
                </a:lnTo>
                <a:lnTo>
                  <a:pt x="532" y="191"/>
                </a:lnTo>
                <a:lnTo>
                  <a:pt x="531" y="191"/>
                </a:lnTo>
                <a:lnTo>
                  <a:pt x="531" y="192"/>
                </a:lnTo>
                <a:lnTo>
                  <a:pt x="530" y="192"/>
                </a:lnTo>
                <a:lnTo>
                  <a:pt x="530" y="193"/>
                </a:lnTo>
                <a:lnTo>
                  <a:pt x="530" y="195"/>
                </a:lnTo>
                <a:lnTo>
                  <a:pt x="531" y="195"/>
                </a:lnTo>
                <a:lnTo>
                  <a:pt x="532" y="195"/>
                </a:lnTo>
                <a:lnTo>
                  <a:pt x="533" y="196"/>
                </a:lnTo>
                <a:lnTo>
                  <a:pt x="534" y="198"/>
                </a:lnTo>
                <a:lnTo>
                  <a:pt x="534" y="199"/>
                </a:lnTo>
                <a:lnTo>
                  <a:pt x="534" y="200"/>
                </a:lnTo>
                <a:lnTo>
                  <a:pt x="533" y="200"/>
                </a:lnTo>
                <a:lnTo>
                  <a:pt x="532" y="199"/>
                </a:lnTo>
                <a:lnTo>
                  <a:pt x="531" y="199"/>
                </a:lnTo>
                <a:lnTo>
                  <a:pt x="531" y="200"/>
                </a:lnTo>
                <a:lnTo>
                  <a:pt x="530" y="200"/>
                </a:lnTo>
                <a:lnTo>
                  <a:pt x="530" y="199"/>
                </a:lnTo>
                <a:lnTo>
                  <a:pt x="529" y="199"/>
                </a:lnTo>
                <a:lnTo>
                  <a:pt x="528" y="199"/>
                </a:lnTo>
                <a:lnTo>
                  <a:pt x="527" y="199"/>
                </a:lnTo>
                <a:lnTo>
                  <a:pt x="527" y="200"/>
                </a:lnTo>
                <a:lnTo>
                  <a:pt x="526" y="200"/>
                </a:lnTo>
                <a:lnTo>
                  <a:pt x="527" y="201"/>
                </a:lnTo>
                <a:lnTo>
                  <a:pt x="527" y="202"/>
                </a:lnTo>
                <a:lnTo>
                  <a:pt x="528" y="202"/>
                </a:lnTo>
                <a:lnTo>
                  <a:pt x="528" y="203"/>
                </a:lnTo>
                <a:lnTo>
                  <a:pt x="527" y="203"/>
                </a:lnTo>
                <a:lnTo>
                  <a:pt x="526" y="204"/>
                </a:lnTo>
                <a:lnTo>
                  <a:pt x="526" y="205"/>
                </a:lnTo>
                <a:lnTo>
                  <a:pt x="527" y="206"/>
                </a:lnTo>
                <a:lnTo>
                  <a:pt x="528" y="205"/>
                </a:lnTo>
                <a:lnTo>
                  <a:pt x="529" y="205"/>
                </a:lnTo>
                <a:lnTo>
                  <a:pt x="529" y="206"/>
                </a:lnTo>
                <a:lnTo>
                  <a:pt x="529" y="207"/>
                </a:lnTo>
                <a:lnTo>
                  <a:pt x="529" y="208"/>
                </a:lnTo>
                <a:lnTo>
                  <a:pt x="528" y="209"/>
                </a:lnTo>
                <a:lnTo>
                  <a:pt x="529" y="209"/>
                </a:lnTo>
                <a:lnTo>
                  <a:pt x="529" y="210"/>
                </a:lnTo>
                <a:lnTo>
                  <a:pt x="529" y="211"/>
                </a:lnTo>
                <a:lnTo>
                  <a:pt x="530" y="211"/>
                </a:lnTo>
                <a:lnTo>
                  <a:pt x="530" y="212"/>
                </a:lnTo>
                <a:lnTo>
                  <a:pt x="530" y="213"/>
                </a:lnTo>
                <a:lnTo>
                  <a:pt x="529" y="214"/>
                </a:lnTo>
                <a:lnTo>
                  <a:pt x="530" y="214"/>
                </a:lnTo>
                <a:lnTo>
                  <a:pt x="530" y="215"/>
                </a:lnTo>
                <a:lnTo>
                  <a:pt x="530" y="216"/>
                </a:lnTo>
                <a:lnTo>
                  <a:pt x="530" y="217"/>
                </a:lnTo>
                <a:lnTo>
                  <a:pt x="530" y="218"/>
                </a:lnTo>
                <a:lnTo>
                  <a:pt x="531" y="218"/>
                </a:lnTo>
                <a:lnTo>
                  <a:pt x="531" y="219"/>
                </a:lnTo>
                <a:lnTo>
                  <a:pt x="532" y="219"/>
                </a:lnTo>
                <a:lnTo>
                  <a:pt x="532" y="220"/>
                </a:lnTo>
                <a:lnTo>
                  <a:pt x="533" y="220"/>
                </a:lnTo>
                <a:lnTo>
                  <a:pt x="532" y="220"/>
                </a:lnTo>
                <a:lnTo>
                  <a:pt x="531" y="220"/>
                </a:lnTo>
                <a:lnTo>
                  <a:pt x="530" y="220"/>
                </a:lnTo>
                <a:lnTo>
                  <a:pt x="529" y="220"/>
                </a:lnTo>
                <a:lnTo>
                  <a:pt x="528" y="220"/>
                </a:lnTo>
                <a:lnTo>
                  <a:pt x="527" y="220"/>
                </a:lnTo>
                <a:lnTo>
                  <a:pt x="527" y="221"/>
                </a:lnTo>
                <a:lnTo>
                  <a:pt x="526" y="221"/>
                </a:lnTo>
                <a:lnTo>
                  <a:pt x="525" y="221"/>
                </a:lnTo>
                <a:lnTo>
                  <a:pt x="524" y="221"/>
                </a:lnTo>
                <a:lnTo>
                  <a:pt x="523" y="221"/>
                </a:lnTo>
                <a:lnTo>
                  <a:pt x="522" y="221"/>
                </a:lnTo>
                <a:lnTo>
                  <a:pt x="522" y="222"/>
                </a:lnTo>
                <a:lnTo>
                  <a:pt x="523" y="222"/>
                </a:lnTo>
                <a:lnTo>
                  <a:pt x="522" y="222"/>
                </a:lnTo>
                <a:lnTo>
                  <a:pt x="522" y="223"/>
                </a:lnTo>
                <a:lnTo>
                  <a:pt x="521" y="223"/>
                </a:lnTo>
                <a:lnTo>
                  <a:pt x="521" y="222"/>
                </a:lnTo>
                <a:lnTo>
                  <a:pt x="519" y="222"/>
                </a:lnTo>
                <a:lnTo>
                  <a:pt x="518" y="222"/>
                </a:lnTo>
                <a:lnTo>
                  <a:pt x="517" y="222"/>
                </a:lnTo>
                <a:lnTo>
                  <a:pt x="516" y="222"/>
                </a:lnTo>
                <a:lnTo>
                  <a:pt x="516" y="223"/>
                </a:lnTo>
                <a:lnTo>
                  <a:pt x="517" y="223"/>
                </a:lnTo>
                <a:lnTo>
                  <a:pt x="517" y="224"/>
                </a:lnTo>
                <a:lnTo>
                  <a:pt x="516" y="224"/>
                </a:lnTo>
                <a:lnTo>
                  <a:pt x="515" y="224"/>
                </a:lnTo>
                <a:lnTo>
                  <a:pt x="515" y="223"/>
                </a:lnTo>
                <a:lnTo>
                  <a:pt x="515" y="224"/>
                </a:lnTo>
                <a:lnTo>
                  <a:pt x="514" y="224"/>
                </a:lnTo>
                <a:lnTo>
                  <a:pt x="513" y="224"/>
                </a:lnTo>
                <a:lnTo>
                  <a:pt x="512" y="224"/>
                </a:lnTo>
                <a:lnTo>
                  <a:pt x="511" y="224"/>
                </a:lnTo>
                <a:lnTo>
                  <a:pt x="510" y="224"/>
                </a:lnTo>
                <a:lnTo>
                  <a:pt x="509" y="224"/>
                </a:lnTo>
                <a:lnTo>
                  <a:pt x="509" y="225"/>
                </a:lnTo>
                <a:lnTo>
                  <a:pt x="509" y="226"/>
                </a:lnTo>
                <a:lnTo>
                  <a:pt x="508" y="227"/>
                </a:lnTo>
                <a:lnTo>
                  <a:pt x="507" y="227"/>
                </a:lnTo>
                <a:lnTo>
                  <a:pt x="506" y="228"/>
                </a:lnTo>
                <a:lnTo>
                  <a:pt x="505" y="228"/>
                </a:lnTo>
                <a:lnTo>
                  <a:pt x="504" y="228"/>
                </a:lnTo>
                <a:lnTo>
                  <a:pt x="503" y="228"/>
                </a:lnTo>
                <a:lnTo>
                  <a:pt x="503" y="227"/>
                </a:lnTo>
                <a:lnTo>
                  <a:pt x="502" y="227"/>
                </a:lnTo>
                <a:lnTo>
                  <a:pt x="501" y="228"/>
                </a:lnTo>
                <a:lnTo>
                  <a:pt x="500" y="228"/>
                </a:lnTo>
                <a:lnTo>
                  <a:pt x="499" y="228"/>
                </a:lnTo>
                <a:lnTo>
                  <a:pt x="498" y="227"/>
                </a:lnTo>
                <a:lnTo>
                  <a:pt x="498" y="228"/>
                </a:lnTo>
                <a:lnTo>
                  <a:pt x="497" y="228"/>
                </a:lnTo>
                <a:lnTo>
                  <a:pt x="497" y="227"/>
                </a:lnTo>
                <a:lnTo>
                  <a:pt x="496" y="227"/>
                </a:lnTo>
                <a:lnTo>
                  <a:pt x="496" y="228"/>
                </a:lnTo>
                <a:lnTo>
                  <a:pt x="494" y="228"/>
                </a:lnTo>
                <a:lnTo>
                  <a:pt x="494" y="227"/>
                </a:lnTo>
                <a:lnTo>
                  <a:pt x="495" y="226"/>
                </a:lnTo>
                <a:lnTo>
                  <a:pt x="496" y="226"/>
                </a:lnTo>
                <a:lnTo>
                  <a:pt x="496" y="225"/>
                </a:lnTo>
                <a:lnTo>
                  <a:pt x="496" y="224"/>
                </a:lnTo>
                <a:lnTo>
                  <a:pt x="497" y="224"/>
                </a:lnTo>
                <a:lnTo>
                  <a:pt x="498" y="224"/>
                </a:lnTo>
                <a:lnTo>
                  <a:pt x="498" y="223"/>
                </a:lnTo>
                <a:lnTo>
                  <a:pt x="497" y="223"/>
                </a:lnTo>
                <a:lnTo>
                  <a:pt x="497" y="224"/>
                </a:lnTo>
                <a:lnTo>
                  <a:pt x="496" y="224"/>
                </a:lnTo>
                <a:lnTo>
                  <a:pt x="496" y="223"/>
                </a:lnTo>
                <a:lnTo>
                  <a:pt x="497" y="223"/>
                </a:lnTo>
                <a:lnTo>
                  <a:pt x="496" y="223"/>
                </a:lnTo>
                <a:lnTo>
                  <a:pt x="497" y="222"/>
                </a:lnTo>
                <a:lnTo>
                  <a:pt x="498" y="221"/>
                </a:lnTo>
                <a:lnTo>
                  <a:pt x="498" y="220"/>
                </a:lnTo>
                <a:lnTo>
                  <a:pt x="498" y="219"/>
                </a:lnTo>
                <a:lnTo>
                  <a:pt x="499" y="218"/>
                </a:lnTo>
                <a:lnTo>
                  <a:pt x="499" y="217"/>
                </a:lnTo>
                <a:lnTo>
                  <a:pt x="500" y="217"/>
                </a:lnTo>
                <a:lnTo>
                  <a:pt x="500" y="218"/>
                </a:lnTo>
                <a:lnTo>
                  <a:pt x="501" y="218"/>
                </a:lnTo>
                <a:lnTo>
                  <a:pt x="501" y="217"/>
                </a:lnTo>
                <a:lnTo>
                  <a:pt x="500" y="217"/>
                </a:lnTo>
                <a:lnTo>
                  <a:pt x="501" y="217"/>
                </a:lnTo>
                <a:lnTo>
                  <a:pt x="500" y="216"/>
                </a:lnTo>
                <a:lnTo>
                  <a:pt x="501" y="216"/>
                </a:lnTo>
                <a:lnTo>
                  <a:pt x="501" y="215"/>
                </a:lnTo>
                <a:lnTo>
                  <a:pt x="501" y="214"/>
                </a:lnTo>
                <a:lnTo>
                  <a:pt x="500" y="213"/>
                </a:lnTo>
                <a:lnTo>
                  <a:pt x="500" y="212"/>
                </a:lnTo>
                <a:lnTo>
                  <a:pt x="499" y="212"/>
                </a:lnTo>
                <a:lnTo>
                  <a:pt x="498" y="212"/>
                </a:lnTo>
                <a:lnTo>
                  <a:pt x="498" y="211"/>
                </a:lnTo>
                <a:lnTo>
                  <a:pt x="497" y="210"/>
                </a:lnTo>
                <a:lnTo>
                  <a:pt x="497" y="209"/>
                </a:lnTo>
                <a:lnTo>
                  <a:pt x="497" y="208"/>
                </a:lnTo>
                <a:lnTo>
                  <a:pt x="497" y="207"/>
                </a:lnTo>
                <a:lnTo>
                  <a:pt x="496" y="207"/>
                </a:lnTo>
                <a:lnTo>
                  <a:pt x="496" y="208"/>
                </a:lnTo>
                <a:lnTo>
                  <a:pt x="495" y="208"/>
                </a:lnTo>
                <a:lnTo>
                  <a:pt x="495" y="209"/>
                </a:lnTo>
                <a:lnTo>
                  <a:pt x="495" y="210"/>
                </a:lnTo>
                <a:lnTo>
                  <a:pt x="494" y="210"/>
                </a:lnTo>
                <a:lnTo>
                  <a:pt x="494" y="211"/>
                </a:lnTo>
                <a:lnTo>
                  <a:pt x="493" y="211"/>
                </a:lnTo>
                <a:lnTo>
                  <a:pt x="494" y="212"/>
                </a:lnTo>
                <a:lnTo>
                  <a:pt x="494" y="213"/>
                </a:lnTo>
                <a:lnTo>
                  <a:pt x="495" y="213"/>
                </a:lnTo>
                <a:lnTo>
                  <a:pt x="496" y="213"/>
                </a:lnTo>
                <a:lnTo>
                  <a:pt x="496" y="214"/>
                </a:lnTo>
                <a:lnTo>
                  <a:pt x="495" y="214"/>
                </a:lnTo>
                <a:lnTo>
                  <a:pt x="493" y="214"/>
                </a:lnTo>
                <a:lnTo>
                  <a:pt x="493" y="215"/>
                </a:lnTo>
                <a:lnTo>
                  <a:pt x="492" y="215"/>
                </a:lnTo>
                <a:lnTo>
                  <a:pt x="491" y="215"/>
                </a:lnTo>
                <a:lnTo>
                  <a:pt x="491" y="214"/>
                </a:lnTo>
                <a:lnTo>
                  <a:pt x="492" y="214"/>
                </a:lnTo>
                <a:lnTo>
                  <a:pt x="492" y="213"/>
                </a:lnTo>
                <a:lnTo>
                  <a:pt x="491" y="213"/>
                </a:lnTo>
                <a:lnTo>
                  <a:pt x="490" y="213"/>
                </a:lnTo>
                <a:lnTo>
                  <a:pt x="489" y="213"/>
                </a:lnTo>
                <a:lnTo>
                  <a:pt x="489" y="214"/>
                </a:lnTo>
                <a:lnTo>
                  <a:pt x="488" y="214"/>
                </a:lnTo>
                <a:lnTo>
                  <a:pt x="488" y="212"/>
                </a:lnTo>
                <a:lnTo>
                  <a:pt x="488" y="211"/>
                </a:lnTo>
                <a:lnTo>
                  <a:pt x="487" y="211"/>
                </a:lnTo>
                <a:lnTo>
                  <a:pt x="486" y="212"/>
                </a:lnTo>
                <a:lnTo>
                  <a:pt x="485" y="212"/>
                </a:lnTo>
                <a:lnTo>
                  <a:pt x="484" y="213"/>
                </a:lnTo>
                <a:lnTo>
                  <a:pt x="483" y="213"/>
                </a:lnTo>
                <a:lnTo>
                  <a:pt x="482" y="214"/>
                </a:lnTo>
                <a:lnTo>
                  <a:pt x="481" y="215"/>
                </a:lnTo>
                <a:lnTo>
                  <a:pt x="480" y="215"/>
                </a:lnTo>
                <a:lnTo>
                  <a:pt x="479" y="214"/>
                </a:lnTo>
                <a:lnTo>
                  <a:pt x="478" y="214"/>
                </a:lnTo>
                <a:lnTo>
                  <a:pt x="479" y="214"/>
                </a:lnTo>
                <a:lnTo>
                  <a:pt x="480" y="214"/>
                </a:lnTo>
                <a:lnTo>
                  <a:pt x="479" y="213"/>
                </a:lnTo>
                <a:lnTo>
                  <a:pt x="478" y="214"/>
                </a:lnTo>
                <a:lnTo>
                  <a:pt x="479" y="215"/>
                </a:lnTo>
                <a:lnTo>
                  <a:pt x="480" y="215"/>
                </a:lnTo>
                <a:lnTo>
                  <a:pt x="480" y="216"/>
                </a:lnTo>
                <a:lnTo>
                  <a:pt x="479" y="216"/>
                </a:lnTo>
                <a:lnTo>
                  <a:pt x="479" y="217"/>
                </a:lnTo>
                <a:lnTo>
                  <a:pt x="480" y="217"/>
                </a:lnTo>
                <a:lnTo>
                  <a:pt x="480" y="218"/>
                </a:lnTo>
                <a:lnTo>
                  <a:pt x="480" y="219"/>
                </a:lnTo>
                <a:lnTo>
                  <a:pt x="479" y="220"/>
                </a:lnTo>
                <a:lnTo>
                  <a:pt x="478" y="220"/>
                </a:lnTo>
                <a:lnTo>
                  <a:pt x="477" y="220"/>
                </a:lnTo>
                <a:lnTo>
                  <a:pt x="476" y="220"/>
                </a:lnTo>
                <a:lnTo>
                  <a:pt x="475" y="220"/>
                </a:lnTo>
                <a:lnTo>
                  <a:pt x="476" y="221"/>
                </a:lnTo>
                <a:lnTo>
                  <a:pt x="477" y="221"/>
                </a:lnTo>
                <a:lnTo>
                  <a:pt x="478" y="221"/>
                </a:lnTo>
                <a:lnTo>
                  <a:pt x="478" y="222"/>
                </a:lnTo>
                <a:lnTo>
                  <a:pt x="478" y="223"/>
                </a:lnTo>
                <a:lnTo>
                  <a:pt x="479" y="223"/>
                </a:lnTo>
                <a:lnTo>
                  <a:pt x="479" y="224"/>
                </a:lnTo>
                <a:lnTo>
                  <a:pt x="480" y="224"/>
                </a:lnTo>
                <a:lnTo>
                  <a:pt x="481" y="224"/>
                </a:lnTo>
                <a:lnTo>
                  <a:pt x="482" y="224"/>
                </a:lnTo>
                <a:lnTo>
                  <a:pt x="482" y="225"/>
                </a:lnTo>
                <a:lnTo>
                  <a:pt x="483" y="226"/>
                </a:lnTo>
                <a:lnTo>
                  <a:pt x="483" y="227"/>
                </a:lnTo>
                <a:lnTo>
                  <a:pt x="484" y="227"/>
                </a:lnTo>
                <a:lnTo>
                  <a:pt x="485" y="227"/>
                </a:lnTo>
                <a:lnTo>
                  <a:pt x="486" y="227"/>
                </a:lnTo>
                <a:lnTo>
                  <a:pt x="487" y="227"/>
                </a:lnTo>
                <a:lnTo>
                  <a:pt x="488" y="227"/>
                </a:lnTo>
                <a:lnTo>
                  <a:pt x="489" y="227"/>
                </a:lnTo>
                <a:lnTo>
                  <a:pt x="489" y="228"/>
                </a:lnTo>
                <a:lnTo>
                  <a:pt x="489" y="229"/>
                </a:lnTo>
                <a:lnTo>
                  <a:pt x="488" y="229"/>
                </a:lnTo>
                <a:lnTo>
                  <a:pt x="488" y="230"/>
                </a:lnTo>
                <a:lnTo>
                  <a:pt x="489" y="230"/>
                </a:lnTo>
                <a:lnTo>
                  <a:pt x="489" y="231"/>
                </a:lnTo>
                <a:lnTo>
                  <a:pt x="487" y="232"/>
                </a:lnTo>
                <a:lnTo>
                  <a:pt x="486" y="234"/>
                </a:lnTo>
                <a:lnTo>
                  <a:pt x="486" y="233"/>
                </a:lnTo>
                <a:lnTo>
                  <a:pt x="485" y="233"/>
                </a:lnTo>
                <a:lnTo>
                  <a:pt x="485" y="234"/>
                </a:lnTo>
                <a:lnTo>
                  <a:pt x="486" y="234"/>
                </a:lnTo>
                <a:lnTo>
                  <a:pt x="487" y="234"/>
                </a:lnTo>
                <a:lnTo>
                  <a:pt x="489" y="232"/>
                </a:lnTo>
                <a:lnTo>
                  <a:pt x="490" y="233"/>
                </a:lnTo>
                <a:lnTo>
                  <a:pt x="490" y="232"/>
                </a:lnTo>
                <a:lnTo>
                  <a:pt x="491" y="233"/>
                </a:lnTo>
                <a:lnTo>
                  <a:pt x="490" y="233"/>
                </a:lnTo>
                <a:lnTo>
                  <a:pt x="490" y="234"/>
                </a:lnTo>
                <a:lnTo>
                  <a:pt x="490" y="235"/>
                </a:lnTo>
                <a:lnTo>
                  <a:pt x="490" y="236"/>
                </a:lnTo>
                <a:lnTo>
                  <a:pt x="491" y="235"/>
                </a:lnTo>
                <a:lnTo>
                  <a:pt x="492" y="235"/>
                </a:lnTo>
                <a:lnTo>
                  <a:pt x="491" y="234"/>
                </a:lnTo>
                <a:lnTo>
                  <a:pt x="492" y="234"/>
                </a:lnTo>
                <a:lnTo>
                  <a:pt x="493" y="234"/>
                </a:lnTo>
                <a:lnTo>
                  <a:pt x="493" y="235"/>
                </a:lnTo>
                <a:lnTo>
                  <a:pt x="493" y="234"/>
                </a:lnTo>
                <a:lnTo>
                  <a:pt x="493" y="233"/>
                </a:lnTo>
                <a:lnTo>
                  <a:pt x="493" y="232"/>
                </a:lnTo>
                <a:lnTo>
                  <a:pt x="494" y="232"/>
                </a:lnTo>
                <a:lnTo>
                  <a:pt x="496" y="232"/>
                </a:lnTo>
                <a:lnTo>
                  <a:pt x="496" y="233"/>
                </a:lnTo>
                <a:lnTo>
                  <a:pt x="496" y="234"/>
                </a:lnTo>
                <a:lnTo>
                  <a:pt x="495" y="234"/>
                </a:lnTo>
                <a:lnTo>
                  <a:pt x="495" y="235"/>
                </a:lnTo>
                <a:lnTo>
                  <a:pt x="495" y="236"/>
                </a:lnTo>
                <a:lnTo>
                  <a:pt x="494" y="237"/>
                </a:lnTo>
                <a:lnTo>
                  <a:pt x="493" y="237"/>
                </a:lnTo>
                <a:lnTo>
                  <a:pt x="492" y="237"/>
                </a:lnTo>
                <a:lnTo>
                  <a:pt x="491" y="237"/>
                </a:lnTo>
                <a:lnTo>
                  <a:pt x="490" y="237"/>
                </a:lnTo>
                <a:lnTo>
                  <a:pt x="489" y="239"/>
                </a:lnTo>
                <a:lnTo>
                  <a:pt x="488" y="240"/>
                </a:lnTo>
                <a:lnTo>
                  <a:pt x="487" y="241"/>
                </a:lnTo>
                <a:lnTo>
                  <a:pt x="486" y="242"/>
                </a:lnTo>
                <a:lnTo>
                  <a:pt x="486" y="243"/>
                </a:lnTo>
                <a:lnTo>
                  <a:pt x="485" y="244"/>
                </a:lnTo>
                <a:lnTo>
                  <a:pt x="484" y="244"/>
                </a:lnTo>
                <a:lnTo>
                  <a:pt x="484" y="245"/>
                </a:lnTo>
                <a:lnTo>
                  <a:pt x="483" y="245"/>
                </a:lnTo>
                <a:lnTo>
                  <a:pt x="483" y="244"/>
                </a:lnTo>
                <a:lnTo>
                  <a:pt x="483" y="243"/>
                </a:lnTo>
                <a:lnTo>
                  <a:pt x="484" y="243"/>
                </a:lnTo>
                <a:lnTo>
                  <a:pt x="484" y="242"/>
                </a:lnTo>
                <a:lnTo>
                  <a:pt x="485" y="242"/>
                </a:lnTo>
                <a:lnTo>
                  <a:pt x="485" y="241"/>
                </a:lnTo>
                <a:lnTo>
                  <a:pt x="486" y="240"/>
                </a:lnTo>
                <a:lnTo>
                  <a:pt x="487" y="240"/>
                </a:lnTo>
                <a:lnTo>
                  <a:pt x="487" y="239"/>
                </a:lnTo>
                <a:lnTo>
                  <a:pt x="486" y="239"/>
                </a:lnTo>
                <a:lnTo>
                  <a:pt x="485" y="239"/>
                </a:lnTo>
                <a:lnTo>
                  <a:pt x="484" y="240"/>
                </a:lnTo>
                <a:lnTo>
                  <a:pt x="483" y="240"/>
                </a:lnTo>
                <a:lnTo>
                  <a:pt x="483" y="241"/>
                </a:lnTo>
                <a:lnTo>
                  <a:pt x="482" y="242"/>
                </a:lnTo>
                <a:lnTo>
                  <a:pt x="482" y="243"/>
                </a:lnTo>
                <a:lnTo>
                  <a:pt x="481" y="243"/>
                </a:lnTo>
                <a:lnTo>
                  <a:pt x="481" y="242"/>
                </a:lnTo>
                <a:lnTo>
                  <a:pt x="480" y="242"/>
                </a:lnTo>
                <a:lnTo>
                  <a:pt x="480" y="243"/>
                </a:lnTo>
                <a:lnTo>
                  <a:pt x="480" y="242"/>
                </a:lnTo>
                <a:lnTo>
                  <a:pt x="479" y="242"/>
                </a:lnTo>
                <a:lnTo>
                  <a:pt x="479" y="243"/>
                </a:lnTo>
                <a:lnTo>
                  <a:pt x="478" y="243"/>
                </a:lnTo>
                <a:lnTo>
                  <a:pt x="477" y="243"/>
                </a:lnTo>
                <a:lnTo>
                  <a:pt x="477" y="244"/>
                </a:lnTo>
                <a:lnTo>
                  <a:pt x="476" y="244"/>
                </a:lnTo>
                <a:lnTo>
                  <a:pt x="476" y="245"/>
                </a:lnTo>
                <a:lnTo>
                  <a:pt x="475" y="245"/>
                </a:lnTo>
                <a:lnTo>
                  <a:pt x="474" y="245"/>
                </a:lnTo>
                <a:lnTo>
                  <a:pt x="474" y="246"/>
                </a:lnTo>
                <a:lnTo>
                  <a:pt x="473" y="246"/>
                </a:lnTo>
                <a:lnTo>
                  <a:pt x="473" y="247"/>
                </a:lnTo>
                <a:lnTo>
                  <a:pt x="473" y="248"/>
                </a:lnTo>
                <a:lnTo>
                  <a:pt x="472" y="248"/>
                </a:lnTo>
                <a:lnTo>
                  <a:pt x="472" y="249"/>
                </a:lnTo>
                <a:lnTo>
                  <a:pt x="472" y="250"/>
                </a:lnTo>
                <a:lnTo>
                  <a:pt x="471" y="250"/>
                </a:lnTo>
                <a:lnTo>
                  <a:pt x="471" y="251"/>
                </a:lnTo>
                <a:lnTo>
                  <a:pt x="471" y="252"/>
                </a:lnTo>
                <a:lnTo>
                  <a:pt x="470" y="253"/>
                </a:lnTo>
                <a:lnTo>
                  <a:pt x="471" y="254"/>
                </a:lnTo>
                <a:lnTo>
                  <a:pt x="471" y="255"/>
                </a:lnTo>
                <a:lnTo>
                  <a:pt x="472" y="256"/>
                </a:lnTo>
                <a:lnTo>
                  <a:pt x="471" y="256"/>
                </a:lnTo>
                <a:lnTo>
                  <a:pt x="471" y="257"/>
                </a:lnTo>
                <a:lnTo>
                  <a:pt x="470" y="258"/>
                </a:lnTo>
                <a:lnTo>
                  <a:pt x="470" y="259"/>
                </a:lnTo>
                <a:lnTo>
                  <a:pt x="469" y="260"/>
                </a:lnTo>
                <a:lnTo>
                  <a:pt x="470" y="261"/>
                </a:lnTo>
                <a:lnTo>
                  <a:pt x="469" y="261"/>
                </a:lnTo>
                <a:lnTo>
                  <a:pt x="469" y="262"/>
                </a:lnTo>
                <a:lnTo>
                  <a:pt x="468" y="262"/>
                </a:lnTo>
                <a:lnTo>
                  <a:pt x="467" y="262"/>
                </a:lnTo>
                <a:lnTo>
                  <a:pt x="467" y="261"/>
                </a:lnTo>
                <a:lnTo>
                  <a:pt x="466" y="260"/>
                </a:lnTo>
                <a:lnTo>
                  <a:pt x="465" y="260"/>
                </a:lnTo>
                <a:lnTo>
                  <a:pt x="465" y="259"/>
                </a:lnTo>
                <a:lnTo>
                  <a:pt x="464" y="258"/>
                </a:lnTo>
                <a:lnTo>
                  <a:pt x="463" y="258"/>
                </a:lnTo>
                <a:lnTo>
                  <a:pt x="462" y="257"/>
                </a:lnTo>
                <a:lnTo>
                  <a:pt x="461" y="258"/>
                </a:lnTo>
                <a:lnTo>
                  <a:pt x="460" y="258"/>
                </a:lnTo>
                <a:lnTo>
                  <a:pt x="460" y="259"/>
                </a:lnTo>
                <a:lnTo>
                  <a:pt x="460" y="260"/>
                </a:lnTo>
                <a:lnTo>
                  <a:pt x="461" y="261"/>
                </a:lnTo>
                <a:lnTo>
                  <a:pt x="461" y="262"/>
                </a:lnTo>
                <a:lnTo>
                  <a:pt x="462" y="262"/>
                </a:lnTo>
                <a:lnTo>
                  <a:pt x="463" y="262"/>
                </a:lnTo>
                <a:lnTo>
                  <a:pt x="463" y="263"/>
                </a:lnTo>
                <a:lnTo>
                  <a:pt x="462" y="263"/>
                </a:lnTo>
                <a:lnTo>
                  <a:pt x="462" y="264"/>
                </a:lnTo>
                <a:lnTo>
                  <a:pt x="461" y="264"/>
                </a:lnTo>
                <a:lnTo>
                  <a:pt x="460" y="265"/>
                </a:lnTo>
                <a:lnTo>
                  <a:pt x="460" y="266"/>
                </a:lnTo>
                <a:lnTo>
                  <a:pt x="460" y="267"/>
                </a:lnTo>
                <a:lnTo>
                  <a:pt x="459" y="267"/>
                </a:lnTo>
                <a:lnTo>
                  <a:pt x="459" y="268"/>
                </a:lnTo>
                <a:lnTo>
                  <a:pt x="460" y="268"/>
                </a:lnTo>
                <a:lnTo>
                  <a:pt x="460" y="269"/>
                </a:lnTo>
                <a:lnTo>
                  <a:pt x="461" y="269"/>
                </a:lnTo>
                <a:lnTo>
                  <a:pt x="461" y="270"/>
                </a:lnTo>
                <a:lnTo>
                  <a:pt x="460" y="271"/>
                </a:lnTo>
                <a:lnTo>
                  <a:pt x="460" y="270"/>
                </a:lnTo>
                <a:lnTo>
                  <a:pt x="459" y="270"/>
                </a:lnTo>
                <a:lnTo>
                  <a:pt x="459" y="271"/>
                </a:lnTo>
                <a:lnTo>
                  <a:pt x="458" y="271"/>
                </a:lnTo>
                <a:lnTo>
                  <a:pt x="458" y="272"/>
                </a:lnTo>
                <a:lnTo>
                  <a:pt x="457" y="272"/>
                </a:lnTo>
                <a:lnTo>
                  <a:pt x="457" y="273"/>
                </a:lnTo>
                <a:lnTo>
                  <a:pt x="456" y="273"/>
                </a:lnTo>
                <a:lnTo>
                  <a:pt x="456" y="272"/>
                </a:lnTo>
                <a:lnTo>
                  <a:pt x="455" y="272"/>
                </a:lnTo>
                <a:lnTo>
                  <a:pt x="455" y="271"/>
                </a:lnTo>
                <a:lnTo>
                  <a:pt x="454" y="271"/>
                </a:lnTo>
                <a:lnTo>
                  <a:pt x="453" y="272"/>
                </a:lnTo>
                <a:lnTo>
                  <a:pt x="453" y="271"/>
                </a:lnTo>
                <a:lnTo>
                  <a:pt x="453" y="270"/>
                </a:lnTo>
                <a:lnTo>
                  <a:pt x="452" y="269"/>
                </a:lnTo>
                <a:lnTo>
                  <a:pt x="451" y="269"/>
                </a:lnTo>
                <a:lnTo>
                  <a:pt x="451" y="270"/>
                </a:lnTo>
                <a:lnTo>
                  <a:pt x="452" y="270"/>
                </a:lnTo>
                <a:lnTo>
                  <a:pt x="451" y="270"/>
                </a:lnTo>
                <a:lnTo>
                  <a:pt x="450" y="271"/>
                </a:lnTo>
                <a:lnTo>
                  <a:pt x="449" y="271"/>
                </a:lnTo>
                <a:lnTo>
                  <a:pt x="449" y="272"/>
                </a:lnTo>
                <a:lnTo>
                  <a:pt x="450" y="272"/>
                </a:lnTo>
                <a:lnTo>
                  <a:pt x="449" y="272"/>
                </a:lnTo>
                <a:lnTo>
                  <a:pt x="449" y="273"/>
                </a:lnTo>
                <a:lnTo>
                  <a:pt x="448" y="273"/>
                </a:lnTo>
                <a:lnTo>
                  <a:pt x="449" y="273"/>
                </a:lnTo>
                <a:lnTo>
                  <a:pt x="450" y="273"/>
                </a:lnTo>
                <a:lnTo>
                  <a:pt x="450" y="274"/>
                </a:lnTo>
                <a:lnTo>
                  <a:pt x="449" y="274"/>
                </a:lnTo>
                <a:lnTo>
                  <a:pt x="449" y="275"/>
                </a:lnTo>
                <a:lnTo>
                  <a:pt x="450" y="276"/>
                </a:lnTo>
                <a:lnTo>
                  <a:pt x="449" y="277"/>
                </a:lnTo>
                <a:lnTo>
                  <a:pt x="448" y="276"/>
                </a:lnTo>
                <a:lnTo>
                  <a:pt x="447" y="276"/>
                </a:lnTo>
                <a:lnTo>
                  <a:pt x="446" y="276"/>
                </a:lnTo>
                <a:lnTo>
                  <a:pt x="446" y="272"/>
                </a:lnTo>
                <a:lnTo>
                  <a:pt x="445" y="272"/>
                </a:lnTo>
                <a:lnTo>
                  <a:pt x="445" y="271"/>
                </a:lnTo>
                <a:lnTo>
                  <a:pt x="445" y="270"/>
                </a:lnTo>
                <a:lnTo>
                  <a:pt x="444" y="270"/>
                </a:lnTo>
                <a:lnTo>
                  <a:pt x="444" y="271"/>
                </a:lnTo>
                <a:lnTo>
                  <a:pt x="444" y="272"/>
                </a:lnTo>
                <a:lnTo>
                  <a:pt x="443" y="272"/>
                </a:lnTo>
                <a:lnTo>
                  <a:pt x="442" y="273"/>
                </a:lnTo>
                <a:lnTo>
                  <a:pt x="441" y="274"/>
                </a:lnTo>
                <a:lnTo>
                  <a:pt x="440" y="274"/>
                </a:lnTo>
                <a:lnTo>
                  <a:pt x="439" y="274"/>
                </a:lnTo>
                <a:lnTo>
                  <a:pt x="439" y="275"/>
                </a:lnTo>
                <a:lnTo>
                  <a:pt x="438" y="275"/>
                </a:lnTo>
                <a:lnTo>
                  <a:pt x="437" y="275"/>
                </a:lnTo>
                <a:lnTo>
                  <a:pt x="437" y="274"/>
                </a:lnTo>
                <a:lnTo>
                  <a:pt x="436" y="273"/>
                </a:lnTo>
                <a:lnTo>
                  <a:pt x="436" y="274"/>
                </a:lnTo>
                <a:lnTo>
                  <a:pt x="437" y="274"/>
                </a:lnTo>
                <a:lnTo>
                  <a:pt x="437" y="275"/>
                </a:lnTo>
                <a:lnTo>
                  <a:pt x="436" y="275"/>
                </a:lnTo>
                <a:lnTo>
                  <a:pt x="437" y="276"/>
                </a:lnTo>
                <a:lnTo>
                  <a:pt x="438" y="277"/>
                </a:lnTo>
                <a:lnTo>
                  <a:pt x="437" y="277"/>
                </a:lnTo>
                <a:lnTo>
                  <a:pt x="437" y="278"/>
                </a:lnTo>
                <a:lnTo>
                  <a:pt x="436" y="278"/>
                </a:lnTo>
                <a:lnTo>
                  <a:pt x="435" y="278"/>
                </a:lnTo>
                <a:lnTo>
                  <a:pt x="434" y="278"/>
                </a:lnTo>
                <a:lnTo>
                  <a:pt x="435" y="279"/>
                </a:lnTo>
                <a:lnTo>
                  <a:pt x="436" y="278"/>
                </a:lnTo>
                <a:lnTo>
                  <a:pt x="436" y="279"/>
                </a:lnTo>
                <a:lnTo>
                  <a:pt x="435" y="280"/>
                </a:lnTo>
                <a:lnTo>
                  <a:pt x="435" y="281"/>
                </a:lnTo>
                <a:lnTo>
                  <a:pt x="434" y="282"/>
                </a:lnTo>
                <a:lnTo>
                  <a:pt x="434" y="283"/>
                </a:lnTo>
                <a:lnTo>
                  <a:pt x="434" y="284"/>
                </a:lnTo>
                <a:lnTo>
                  <a:pt x="433" y="284"/>
                </a:lnTo>
                <a:lnTo>
                  <a:pt x="433" y="285"/>
                </a:lnTo>
                <a:lnTo>
                  <a:pt x="433" y="286"/>
                </a:lnTo>
                <a:lnTo>
                  <a:pt x="433" y="287"/>
                </a:lnTo>
                <a:lnTo>
                  <a:pt x="432" y="288"/>
                </a:lnTo>
                <a:lnTo>
                  <a:pt x="432" y="289"/>
                </a:lnTo>
                <a:lnTo>
                  <a:pt x="431" y="289"/>
                </a:lnTo>
                <a:lnTo>
                  <a:pt x="430" y="289"/>
                </a:lnTo>
                <a:lnTo>
                  <a:pt x="430" y="290"/>
                </a:lnTo>
                <a:lnTo>
                  <a:pt x="430" y="291"/>
                </a:lnTo>
                <a:lnTo>
                  <a:pt x="429" y="292"/>
                </a:lnTo>
                <a:lnTo>
                  <a:pt x="429" y="293"/>
                </a:lnTo>
                <a:lnTo>
                  <a:pt x="429" y="294"/>
                </a:lnTo>
                <a:lnTo>
                  <a:pt x="429" y="295"/>
                </a:lnTo>
                <a:lnTo>
                  <a:pt x="428" y="294"/>
                </a:lnTo>
                <a:lnTo>
                  <a:pt x="428" y="295"/>
                </a:lnTo>
                <a:lnTo>
                  <a:pt x="429" y="295"/>
                </a:lnTo>
                <a:lnTo>
                  <a:pt x="429" y="296"/>
                </a:lnTo>
                <a:lnTo>
                  <a:pt x="429" y="297"/>
                </a:lnTo>
                <a:lnTo>
                  <a:pt x="428" y="298"/>
                </a:lnTo>
                <a:lnTo>
                  <a:pt x="428" y="300"/>
                </a:lnTo>
                <a:lnTo>
                  <a:pt x="427" y="300"/>
                </a:lnTo>
                <a:lnTo>
                  <a:pt x="427" y="299"/>
                </a:lnTo>
                <a:lnTo>
                  <a:pt x="428" y="298"/>
                </a:lnTo>
                <a:lnTo>
                  <a:pt x="428" y="297"/>
                </a:lnTo>
                <a:lnTo>
                  <a:pt x="426" y="297"/>
                </a:lnTo>
                <a:lnTo>
                  <a:pt x="426" y="298"/>
                </a:lnTo>
                <a:lnTo>
                  <a:pt x="426" y="302"/>
                </a:lnTo>
                <a:lnTo>
                  <a:pt x="426" y="305"/>
                </a:lnTo>
                <a:lnTo>
                  <a:pt x="425" y="305"/>
                </a:lnTo>
                <a:lnTo>
                  <a:pt x="425" y="301"/>
                </a:lnTo>
                <a:lnTo>
                  <a:pt x="423" y="301"/>
                </a:lnTo>
                <a:lnTo>
                  <a:pt x="422" y="302"/>
                </a:lnTo>
                <a:lnTo>
                  <a:pt x="421" y="302"/>
                </a:lnTo>
                <a:lnTo>
                  <a:pt x="420" y="302"/>
                </a:lnTo>
                <a:lnTo>
                  <a:pt x="421" y="303"/>
                </a:lnTo>
                <a:lnTo>
                  <a:pt x="421" y="304"/>
                </a:lnTo>
                <a:lnTo>
                  <a:pt x="420" y="303"/>
                </a:lnTo>
                <a:lnTo>
                  <a:pt x="419" y="303"/>
                </a:lnTo>
                <a:lnTo>
                  <a:pt x="419" y="304"/>
                </a:lnTo>
                <a:lnTo>
                  <a:pt x="419" y="305"/>
                </a:lnTo>
                <a:lnTo>
                  <a:pt x="418" y="305"/>
                </a:lnTo>
                <a:lnTo>
                  <a:pt x="418" y="304"/>
                </a:lnTo>
                <a:lnTo>
                  <a:pt x="417" y="304"/>
                </a:lnTo>
                <a:lnTo>
                  <a:pt x="417" y="305"/>
                </a:lnTo>
                <a:lnTo>
                  <a:pt x="418" y="305"/>
                </a:lnTo>
                <a:lnTo>
                  <a:pt x="418" y="306"/>
                </a:lnTo>
                <a:lnTo>
                  <a:pt x="417" y="307"/>
                </a:lnTo>
                <a:lnTo>
                  <a:pt x="417" y="306"/>
                </a:lnTo>
                <a:lnTo>
                  <a:pt x="416" y="307"/>
                </a:lnTo>
                <a:lnTo>
                  <a:pt x="415" y="308"/>
                </a:lnTo>
                <a:lnTo>
                  <a:pt x="415" y="309"/>
                </a:lnTo>
                <a:lnTo>
                  <a:pt x="415" y="310"/>
                </a:lnTo>
                <a:lnTo>
                  <a:pt x="414" y="311"/>
                </a:lnTo>
                <a:lnTo>
                  <a:pt x="414" y="312"/>
                </a:lnTo>
                <a:lnTo>
                  <a:pt x="414" y="313"/>
                </a:lnTo>
                <a:lnTo>
                  <a:pt x="414" y="314"/>
                </a:lnTo>
                <a:lnTo>
                  <a:pt x="413" y="315"/>
                </a:lnTo>
                <a:lnTo>
                  <a:pt x="413" y="317"/>
                </a:lnTo>
                <a:lnTo>
                  <a:pt x="413" y="318"/>
                </a:lnTo>
                <a:lnTo>
                  <a:pt x="412" y="319"/>
                </a:lnTo>
                <a:lnTo>
                  <a:pt x="412" y="320"/>
                </a:lnTo>
                <a:lnTo>
                  <a:pt x="412" y="321"/>
                </a:lnTo>
                <a:lnTo>
                  <a:pt x="412" y="322"/>
                </a:lnTo>
                <a:lnTo>
                  <a:pt x="413" y="322"/>
                </a:lnTo>
                <a:lnTo>
                  <a:pt x="413" y="323"/>
                </a:lnTo>
                <a:lnTo>
                  <a:pt x="413" y="324"/>
                </a:lnTo>
                <a:lnTo>
                  <a:pt x="413" y="325"/>
                </a:lnTo>
                <a:lnTo>
                  <a:pt x="412" y="325"/>
                </a:lnTo>
                <a:lnTo>
                  <a:pt x="412" y="324"/>
                </a:lnTo>
                <a:lnTo>
                  <a:pt x="412" y="325"/>
                </a:lnTo>
                <a:lnTo>
                  <a:pt x="413" y="325"/>
                </a:lnTo>
                <a:lnTo>
                  <a:pt x="413" y="326"/>
                </a:lnTo>
                <a:lnTo>
                  <a:pt x="412" y="326"/>
                </a:lnTo>
                <a:lnTo>
                  <a:pt x="412" y="327"/>
                </a:lnTo>
                <a:lnTo>
                  <a:pt x="412" y="326"/>
                </a:lnTo>
                <a:lnTo>
                  <a:pt x="411" y="326"/>
                </a:lnTo>
                <a:lnTo>
                  <a:pt x="411" y="327"/>
                </a:lnTo>
                <a:lnTo>
                  <a:pt x="411" y="328"/>
                </a:lnTo>
                <a:lnTo>
                  <a:pt x="410" y="328"/>
                </a:lnTo>
                <a:lnTo>
                  <a:pt x="410" y="327"/>
                </a:lnTo>
                <a:lnTo>
                  <a:pt x="411" y="326"/>
                </a:lnTo>
                <a:lnTo>
                  <a:pt x="410" y="326"/>
                </a:lnTo>
                <a:lnTo>
                  <a:pt x="409" y="327"/>
                </a:lnTo>
                <a:lnTo>
                  <a:pt x="408" y="327"/>
                </a:lnTo>
                <a:lnTo>
                  <a:pt x="407" y="327"/>
                </a:lnTo>
                <a:lnTo>
                  <a:pt x="405" y="328"/>
                </a:lnTo>
                <a:lnTo>
                  <a:pt x="405" y="327"/>
                </a:lnTo>
                <a:lnTo>
                  <a:pt x="405" y="326"/>
                </a:lnTo>
                <a:lnTo>
                  <a:pt x="405" y="327"/>
                </a:lnTo>
                <a:lnTo>
                  <a:pt x="405" y="326"/>
                </a:lnTo>
                <a:lnTo>
                  <a:pt x="404" y="326"/>
                </a:lnTo>
                <a:lnTo>
                  <a:pt x="404" y="325"/>
                </a:lnTo>
                <a:lnTo>
                  <a:pt x="404" y="324"/>
                </a:lnTo>
                <a:lnTo>
                  <a:pt x="403" y="324"/>
                </a:lnTo>
                <a:lnTo>
                  <a:pt x="402" y="324"/>
                </a:lnTo>
                <a:lnTo>
                  <a:pt x="401" y="324"/>
                </a:lnTo>
                <a:lnTo>
                  <a:pt x="401" y="323"/>
                </a:lnTo>
                <a:lnTo>
                  <a:pt x="400" y="323"/>
                </a:lnTo>
                <a:lnTo>
                  <a:pt x="399" y="323"/>
                </a:lnTo>
                <a:lnTo>
                  <a:pt x="398" y="324"/>
                </a:lnTo>
                <a:lnTo>
                  <a:pt x="397" y="325"/>
                </a:lnTo>
                <a:lnTo>
                  <a:pt x="396" y="325"/>
                </a:lnTo>
                <a:lnTo>
                  <a:pt x="396" y="324"/>
                </a:lnTo>
                <a:lnTo>
                  <a:pt x="394" y="324"/>
                </a:lnTo>
                <a:lnTo>
                  <a:pt x="393" y="325"/>
                </a:lnTo>
                <a:lnTo>
                  <a:pt x="392" y="325"/>
                </a:lnTo>
                <a:lnTo>
                  <a:pt x="391" y="325"/>
                </a:lnTo>
                <a:lnTo>
                  <a:pt x="390" y="326"/>
                </a:lnTo>
                <a:lnTo>
                  <a:pt x="389" y="326"/>
                </a:lnTo>
                <a:lnTo>
                  <a:pt x="390" y="326"/>
                </a:lnTo>
                <a:lnTo>
                  <a:pt x="390" y="327"/>
                </a:lnTo>
                <a:lnTo>
                  <a:pt x="389" y="328"/>
                </a:lnTo>
                <a:lnTo>
                  <a:pt x="388" y="328"/>
                </a:lnTo>
                <a:lnTo>
                  <a:pt x="388" y="329"/>
                </a:lnTo>
                <a:lnTo>
                  <a:pt x="389" y="329"/>
                </a:lnTo>
                <a:lnTo>
                  <a:pt x="389" y="330"/>
                </a:lnTo>
                <a:lnTo>
                  <a:pt x="388" y="331"/>
                </a:lnTo>
                <a:lnTo>
                  <a:pt x="387" y="330"/>
                </a:lnTo>
                <a:lnTo>
                  <a:pt x="386" y="330"/>
                </a:lnTo>
                <a:lnTo>
                  <a:pt x="384" y="330"/>
                </a:lnTo>
                <a:lnTo>
                  <a:pt x="383" y="330"/>
                </a:lnTo>
                <a:lnTo>
                  <a:pt x="382" y="331"/>
                </a:lnTo>
                <a:lnTo>
                  <a:pt x="381" y="331"/>
                </a:lnTo>
                <a:lnTo>
                  <a:pt x="381" y="330"/>
                </a:lnTo>
                <a:lnTo>
                  <a:pt x="380" y="330"/>
                </a:lnTo>
                <a:lnTo>
                  <a:pt x="379" y="330"/>
                </a:lnTo>
                <a:lnTo>
                  <a:pt x="378" y="330"/>
                </a:lnTo>
                <a:lnTo>
                  <a:pt x="377" y="331"/>
                </a:lnTo>
                <a:lnTo>
                  <a:pt x="376" y="331"/>
                </a:lnTo>
                <a:lnTo>
                  <a:pt x="374" y="331"/>
                </a:lnTo>
                <a:lnTo>
                  <a:pt x="372" y="331"/>
                </a:lnTo>
                <a:lnTo>
                  <a:pt x="371" y="330"/>
                </a:lnTo>
                <a:lnTo>
                  <a:pt x="369" y="331"/>
                </a:lnTo>
                <a:lnTo>
                  <a:pt x="368" y="332"/>
                </a:lnTo>
                <a:lnTo>
                  <a:pt x="367" y="332"/>
                </a:lnTo>
                <a:lnTo>
                  <a:pt x="366" y="332"/>
                </a:lnTo>
                <a:lnTo>
                  <a:pt x="365" y="333"/>
                </a:lnTo>
                <a:lnTo>
                  <a:pt x="365" y="334"/>
                </a:lnTo>
                <a:lnTo>
                  <a:pt x="366" y="335"/>
                </a:lnTo>
                <a:lnTo>
                  <a:pt x="366" y="336"/>
                </a:lnTo>
                <a:lnTo>
                  <a:pt x="366" y="337"/>
                </a:lnTo>
                <a:lnTo>
                  <a:pt x="365" y="337"/>
                </a:lnTo>
                <a:lnTo>
                  <a:pt x="365" y="339"/>
                </a:lnTo>
                <a:lnTo>
                  <a:pt x="365" y="340"/>
                </a:lnTo>
                <a:lnTo>
                  <a:pt x="365" y="341"/>
                </a:lnTo>
                <a:lnTo>
                  <a:pt x="365" y="342"/>
                </a:lnTo>
                <a:lnTo>
                  <a:pt x="365" y="343"/>
                </a:lnTo>
                <a:lnTo>
                  <a:pt x="364" y="343"/>
                </a:lnTo>
                <a:lnTo>
                  <a:pt x="363" y="344"/>
                </a:lnTo>
                <a:lnTo>
                  <a:pt x="362" y="345"/>
                </a:lnTo>
                <a:lnTo>
                  <a:pt x="361" y="346"/>
                </a:lnTo>
                <a:lnTo>
                  <a:pt x="361" y="347"/>
                </a:lnTo>
                <a:lnTo>
                  <a:pt x="360" y="348"/>
                </a:lnTo>
                <a:lnTo>
                  <a:pt x="360" y="349"/>
                </a:lnTo>
                <a:lnTo>
                  <a:pt x="360" y="351"/>
                </a:lnTo>
                <a:lnTo>
                  <a:pt x="359" y="352"/>
                </a:lnTo>
                <a:lnTo>
                  <a:pt x="359" y="351"/>
                </a:lnTo>
                <a:lnTo>
                  <a:pt x="358" y="350"/>
                </a:lnTo>
                <a:lnTo>
                  <a:pt x="358" y="351"/>
                </a:lnTo>
                <a:lnTo>
                  <a:pt x="358" y="352"/>
                </a:lnTo>
                <a:lnTo>
                  <a:pt x="357" y="352"/>
                </a:lnTo>
                <a:lnTo>
                  <a:pt x="356" y="351"/>
                </a:lnTo>
                <a:lnTo>
                  <a:pt x="356" y="352"/>
                </a:lnTo>
                <a:lnTo>
                  <a:pt x="357" y="353"/>
                </a:lnTo>
                <a:lnTo>
                  <a:pt x="358" y="353"/>
                </a:lnTo>
                <a:lnTo>
                  <a:pt x="359" y="353"/>
                </a:lnTo>
                <a:lnTo>
                  <a:pt x="358" y="354"/>
                </a:lnTo>
                <a:lnTo>
                  <a:pt x="357" y="356"/>
                </a:lnTo>
                <a:lnTo>
                  <a:pt x="357" y="357"/>
                </a:lnTo>
                <a:lnTo>
                  <a:pt x="356" y="357"/>
                </a:lnTo>
                <a:lnTo>
                  <a:pt x="355" y="357"/>
                </a:lnTo>
                <a:lnTo>
                  <a:pt x="354" y="357"/>
                </a:lnTo>
                <a:lnTo>
                  <a:pt x="353" y="357"/>
                </a:lnTo>
                <a:lnTo>
                  <a:pt x="353" y="358"/>
                </a:lnTo>
                <a:lnTo>
                  <a:pt x="354" y="358"/>
                </a:lnTo>
                <a:lnTo>
                  <a:pt x="354" y="359"/>
                </a:lnTo>
                <a:lnTo>
                  <a:pt x="353" y="359"/>
                </a:lnTo>
                <a:lnTo>
                  <a:pt x="352" y="360"/>
                </a:lnTo>
                <a:lnTo>
                  <a:pt x="351" y="361"/>
                </a:lnTo>
                <a:lnTo>
                  <a:pt x="352" y="362"/>
                </a:lnTo>
                <a:lnTo>
                  <a:pt x="353" y="362"/>
                </a:lnTo>
                <a:lnTo>
                  <a:pt x="354" y="362"/>
                </a:lnTo>
                <a:lnTo>
                  <a:pt x="354" y="363"/>
                </a:lnTo>
                <a:lnTo>
                  <a:pt x="356" y="362"/>
                </a:lnTo>
                <a:lnTo>
                  <a:pt x="357" y="363"/>
                </a:lnTo>
                <a:lnTo>
                  <a:pt x="357" y="364"/>
                </a:lnTo>
                <a:lnTo>
                  <a:pt x="357" y="365"/>
                </a:lnTo>
                <a:lnTo>
                  <a:pt x="356" y="366"/>
                </a:lnTo>
                <a:lnTo>
                  <a:pt x="355" y="366"/>
                </a:lnTo>
                <a:lnTo>
                  <a:pt x="355" y="367"/>
                </a:lnTo>
                <a:lnTo>
                  <a:pt x="354" y="367"/>
                </a:lnTo>
                <a:lnTo>
                  <a:pt x="353" y="367"/>
                </a:lnTo>
                <a:lnTo>
                  <a:pt x="352" y="367"/>
                </a:lnTo>
                <a:lnTo>
                  <a:pt x="351" y="367"/>
                </a:lnTo>
                <a:lnTo>
                  <a:pt x="351" y="368"/>
                </a:lnTo>
                <a:lnTo>
                  <a:pt x="350" y="368"/>
                </a:lnTo>
                <a:lnTo>
                  <a:pt x="349" y="369"/>
                </a:lnTo>
                <a:lnTo>
                  <a:pt x="349" y="368"/>
                </a:lnTo>
                <a:lnTo>
                  <a:pt x="348" y="367"/>
                </a:lnTo>
                <a:lnTo>
                  <a:pt x="346" y="367"/>
                </a:lnTo>
                <a:lnTo>
                  <a:pt x="345" y="367"/>
                </a:lnTo>
                <a:lnTo>
                  <a:pt x="345" y="368"/>
                </a:lnTo>
                <a:lnTo>
                  <a:pt x="344" y="367"/>
                </a:lnTo>
                <a:lnTo>
                  <a:pt x="343" y="367"/>
                </a:lnTo>
                <a:lnTo>
                  <a:pt x="342" y="367"/>
                </a:lnTo>
                <a:lnTo>
                  <a:pt x="342" y="368"/>
                </a:lnTo>
                <a:lnTo>
                  <a:pt x="342" y="367"/>
                </a:lnTo>
                <a:lnTo>
                  <a:pt x="342" y="366"/>
                </a:lnTo>
                <a:lnTo>
                  <a:pt x="342" y="365"/>
                </a:lnTo>
                <a:lnTo>
                  <a:pt x="341" y="364"/>
                </a:lnTo>
                <a:lnTo>
                  <a:pt x="341" y="365"/>
                </a:lnTo>
                <a:lnTo>
                  <a:pt x="339" y="365"/>
                </a:lnTo>
                <a:lnTo>
                  <a:pt x="338" y="365"/>
                </a:lnTo>
                <a:lnTo>
                  <a:pt x="337" y="365"/>
                </a:lnTo>
                <a:lnTo>
                  <a:pt x="337" y="364"/>
                </a:lnTo>
                <a:lnTo>
                  <a:pt x="335" y="365"/>
                </a:lnTo>
                <a:lnTo>
                  <a:pt x="335" y="366"/>
                </a:lnTo>
                <a:lnTo>
                  <a:pt x="335" y="367"/>
                </a:lnTo>
                <a:lnTo>
                  <a:pt x="336" y="367"/>
                </a:lnTo>
                <a:lnTo>
                  <a:pt x="335" y="368"/>
                </a:lnTo>
                <a:lnTo>
                  <a:pt x="334" y="368"/>
                </a:lnTo>
                <a:lnTo>
                  <a:pt x="333" y="367"/>
                </a:lnTo>
                <a:lnTo>
                  <a:pt x="333" y="368"/>
                </a:lnTo>
                <a:lnTo>
                  <a:pt x="333" y="369"/>
                </a:lnTo>
                <a:lnTo>
                  <a:pt x="333" y="370"/>
                </a:lnTo>
                <a:lnTo>
                  <a:pt x="332" y="370"/>
                </a:lnTo>
                <a:lnTo>
                  <a:pt x="331" y="370"/>
                </a:lnTo>
                <a:lnTo>
                  <a:pt x="330" y="369"/>
                </a:lnTo>
                <a:lnTo>
                  <a:pt x="329" y="370"/>
                </a:lnTo>
                <a:lnTo>
                  <a:pt x="329" y="371"/>
                </a:lnTo>
                <a:lnTo>
                  <a:pt x="329" y="372"/>
                </a:lnTo>
                <a:lnTo>
                  <a:pt x="330" y="372"/>
                </a:lnTo>
                <a:lnTo>
                  <a:pt x="330" y="373"/>
                </a:lnTo>
                <a:lnTo>
                  <a:pt x="330" y="374"/>
                </a:lnTo>
                <a:lnTo>
                  <a:pt x="328" y="375"/>
                </a:lnTo>
                <a:lnTo>
                  <a:pt x="327" y="374"/>
                </a:lnTo>
                <a:lnTo>
                  <a:pt x="326" y="375"/>
                </a:lnTo>
                <a:lnTo>
                  <a:pt x="326" y="376"/>
                </a:lnTo>
                <a:lnTo>
                  <a:pt x="325" y="376"/>
                </a:lnTo>
                <a:lnTo>
                  <a:pt x="325" y="377"/>
                </a:lnTo>
                <a:lnTo>
                  <a:pt x="326" y="377"/>
                </a:lnTo>
                <a:lnTo>
                  <a:pt x="326" y="378"/>
                </a:lnTo>
                <a:lnTo>
                  <a:pt x="326" y="379"/>
                </a:lnTo>
                <a:lnTo>
                  <a:pt x="326" y="380"/>
                </a:lnTo>
                <a:lnTo>
                  <a:pt x="326" y="381"/>
                </a:lnTo>
                <a:lnTo>
                  <a:pt x="327" y="384"/>
                </a:lnTo>
                <a:lnTo>
                  <a:pt x="327" y="385"/>
                </a:lnTo>
                <a:lnTo>
                  <a:pt x="327" y="386"/>
                </a:lnTo>
                <a:lnTo>
                  <a:pt x="325" y="389"/>
                </a:lnTo>
                <a:lnTo>
                  <a:pt x="325" y="390"/>
                </a:lnTo>
                <a:lnTo>
                  <a:pt x="325" y="392"/>
                </a:lnTo>
                <a:lnTo>
                  <a:pt x="325" y="393"/>
                </a:lnTo>
                <a:lnTo>
                  <a:pt x="324" y="394"/>
                </a:lnTo>
                <a:lnTo>
                  <a:pt x="323" y="394"/>
                </a:lnTo>
                <a:lnTo>
                  <a:pt x="322" y="394"/>
                </a:lnTo>
                <a:lnTo>
                  <a:pt x="322" y="395"/>
                </a:lnTo>
                <a:lnTo>
                  <a:pt x="321" y="396"/>
                </a:lnTo>
                <a:lnTo>
                  <a:pt x="321" y="395"/>
                </a:lnTo>
                <a:lnTo>
                  <a:pt x="320" y="395"/>
                </a:lnTo>
                <a:lnTo>
                  <a:pt x="319" y="395"/>
                </a:lnTo>
                <a:lnTo>
                  <a:pt x="317" y="395"/>
                </a:lnTo>
                <a:lnTo>
                  <a:pt x="316" y="395"/>
                </a:lnTo>
                <a:lnTo>
                  <a:pt x="314" y="395"/>
                </a:lnTo>
                <a:lnTo>
                  <a:pt x="314" y="396"/>
                </a:lnTo>
                <a:lnTo>
                  <a:pt x="313" y="396"/>
                </a:lnTo>
                <a:lnTo>
                  <a:pt x="312" y="397"/>
                </a:lnTo>
                <a:lnTo>
                  <a:pt x="311" y="396"/>
                </a:lnTo>
                <a:lnTo>
                  <a:pt x="310" y="396"/>
                </a:lnTo>
                <a:lnTo>
                  <a:pt x="309" y="396"/>
                </a:lnTo>
                <a:lnTo>
                  <a:pt x="309" y="397"/>
                </a:lnTo>
                <a:lnTo>
                  <a:pt x="308" y="397"/>
                </a:lnTo>
                <a:lnTo>
                  <a:pt x="307" y="396"/>
                </a:lnTo>
                <a:lnTo>
                  <a:pt x="307" y="397"/>
                </a:lnTo>
                <a:lnTo>
                  <a:pt x="307" y="398"/>
                </a:lnTo>
                <a:lnTo>
                  <a:pt x="307" y="399"/>
                </a:lnTo>
                <a:lnTo>
                  <a:pt x="306" y="399"/>
                </a:lnTo>
                <a:lnTo>
                  <a:pt x="305" y="399"/>
                </a:lnTo>
                <a:lnTo>
                  <a:pt x="304" y="398"/>
                </a:lnTo>
                <a:lnTo>
                  <a:pt x="304" y="399"/>
                </a:lnTo>
                <a:lnTo>
                  <a:pt x="303" y="399"/>
                </a:lnTo>
                <a:lnTo>
                  <a:pt x="303" y="398"/>
                </a:lnTo>
                <a:lnTo>
                  <a:pt x="303" y="397"/>
                </a:lnTo>
                <a:lnTo>
                  <a:pt x="303" y="396"/>
                </a:lnTo>
                <a:lnTo>
                  <a:pt x="303" y="395"/>
                </a:lnTo>
                <a:lnTo>
                  <a:pt x="304" y="394"/>
                </a:lnTo>
                <a:lnTo>
                  <a:pt x="304" y="392"/>
                </a:lnTo>
                <a:lnTo>
                  <a:pt x="303" y="391"/>
                </a:lnTo>
                <a:lnTo>
                  <a:pt x="302" y="390"/>
                </a:lnTo>
                <a:lnTo>
                  <a:pt x="301" y="390"/>
                </a:lnTo>
                <a:lnTo>
                  <a:pt x="301" y="389"/>
                </a:lnTo>
                <a:lnTo>
                  <a:pt x="300" y="389"/>
                </a:lnTo>
                <a:lnTo>
                  <a:pt x="299" y="389"/>
                </a:lnTo>
                <a:lnTo>
                  <a:pt x="299" y="388"/>
                </a:lnTo>
                <a:lnTo>
                  <a:pt x="300" y="387"/>
                </a:lnTo>
                <a:lnTo>
                  <a:pt x="302" y="387"/>
                </a:lnTo>
                <a:lnTo>
                  <a:pt x="302" y="386"/>
                </a:lnTo>
                <a:lnTo>
                  <a:pt x="303" y="385"/>
                </a:lnTo>
                <a:lnTo>
                  <a:pt x="302" y="385"/>
                </a:lnTo>
                <a:lnTo>
                  <a:pt x="303" y="384"/>
                </a:lnTo>
                <a:lnTo>
                  <a:pt x="303" y="383"/>
                </a:lnTo>
                <a:lnTo>
                  <a:pt x="304" y="383"/>
                </a:lnTo>
                <a:lnTo>
                  <a:pt x="305" y="382"/>
                </a:lnTo>
                <a:lnTo>
                  <a:pt x="303" y="382"/>
                </a:lnTo>
                <a:lnTo>
                  <a:pt x="302" y="381"/>
                </a:lnTo>
                <a:lnTo>
                  <a:pt x="302" y="382"/>
                </a:lnTo>
                <a:lnTo>
                  <a:pt x="301" y="382"/>
                </a:lnTo>
                <a:lnTo>
                  <a:pt x="300" y="382"/>
                </a:lnTo>
                <a:lnTo>
                  <a:pt x="300" y="381"/>
                </a:lnTo>
                <a:lnTo>
                  <a:pt x="299" y="381"/>
                </a:lnTo>
                <a:lnTo>
                  <a:pt x="298" y="381"/>
                </a:lnTo>
                <a:lnTo>
                  <a:pt x="297" y="380"/>
                </a:lnTo>
                <a:lnTo>
                  <a:pt x="296" y="380"/>
                </a:lnTo>
                <a:lnTo>
                  <a:pt x="294" y="380"/>
                </a:lnTo>
                <a:lnTo>
                  <a:pt x="295" y="379"/>
                </a:lnTo>
                <a:lnTo>
                  <a:pt x="295" y="378"/>
                </a:lnTo>
                <a:lnTo>
                  <a:pt x="296" y="378"/>
                </a:lnTo>
                <a:lnTo>
                  <a:pt x="297" y="377"/>
                </a:lnTo>
                <a:lnTo>
                  <a:pt x="298" y="375"/>
                </a:lnTo>
                <a:lnTo>
                  <a:pt x="297" y="374"/>
                </a:lnTo>
                <a:lnTo>
                  <a:pt x="296" y="373"/>
                </a:lnTo>
                <a:lnTo>
                  <a:pt x="297" y="372"/>
                </a:lnTo>
                <a:lnTo>
                  <a:pt x="297" y="371"/>
                </a:lnTo>
                <a:lnTo>
                  <a:pt x="296" y="371"/>
                </a:lnTo>
                <a:lnTo>
                  <a:pt x="295" y="371"/>
                </a:lnTo>
                <a:lnTo>
                  <a:pt x="294" y="371"/>
                </a:lnTo>
                <a:lnTo>
                  <a:pt x="293" y="371"/>
                </a:lnTo>
                <a:lnTo>
                  <a:pt x="292" y="371"/>
                </a:lnTo>
                <a:lnTo>
                  <a:pt x="291" y="371"/>
                </a:lnTo>
                <a:lnTo>
                  <a:pt x="290" y="371"/>
                </a:lnTo>
                <a:lnTo>
                  <a:pt x="289" y="371"/>
                </a:lnTo>
                <a:lnTo>
                  <a:pt x="289" y="372"/>
                </a:lnTo>
                <a:lnTo>
                  <a:pt x="288" y="371"/>
                </a:lnTo>
                <a:lnTo>
                  <a:pt x="287" y="370"/>
                </a:lnTo>
                <a:lnTo>
                  <a:pt x="286" y="369"/>
                </a:lnTo>
                <a:lnTo>
                  <a:pt x="284" y="369"/>
                </a:lnTo>
                <a:lnTo>
                  <a:pt x="284" y="368"/>
                </a:lnTo>
                <a:lnTo>
                  <a:pt x="283" y="369"/>
                </a:lnTo>
                <a:lnTo>
                  <a:pt x="282" y="370"/>
                </a:lnTo>
                <a:lnTo>
                  <a:pt x="281" y="371"/>
                </a:lnTo>
                <a:lnTo>
                  <a:pt x="281" y="370"/>
                </a:lnTo>
                <a:lnTo>
                  <a:pt x="280" y="369"/>
                </a:lnTo>
                <a:lnTo>
                  <a:pt x="279" y="369"/>
                </a:lnTo>
                <a:lnTo>
                  <a:pt x="279" y="370"/>
                </a:lnTo>
                <a:lnTo>
                  <a:pt x="279" y="371"/>
                </a:lnTo>
                <a:lnTo>
                  <a:pt x="279" y="372"/>
                </a:lnTo>
                <a:lnTo>
                  <a:pt x="278" y="372"/>
                </a:lnTo>
                <a:lnTo>
                  <a:pt x="277" y="372"/>
                </a:lnTo>
                <a:lnTo>
                  <a:pt x="277" y="371"/>
                </a:lnTo>
                <a:lnTo>
                  <a:pt x="276" y="371"/>
                </a:lnTo>
                <a:lnTo>
                  <a:pt x="275" y="371"/>
                </a:lnTo>
                <a:lnTo>
                  <a:pt x="275" y="372"/>
                </a:lnTo>
                <a:lnTo>
                  <a:pt x="274" y="372"/>
                </a:lnTo>
                <a:lnTo>
                  <a:pt x="274" y="371"/>
                </a:lnTo>
                <a:lnTo>
                  <a:pt x="273" y="371"/>
                </a:lnTo>
                <a:lnTo>
                  <a:pt x="272" y="371"/>
                </a:lnTo>
                <a:lnTo>
                  <a:pt x="271" y="371"/>
                </a:lnTo>
                <a:lnTo>
                  <a:pt x="271" y="372"/>
                </a:lnTo>
                <a:lnTo>
                  <a:pt x="270" y="372"/>
                </a:lnTo>
                <a:lnTo>
                  <a:pt x="269" y="371"/>
                </a:lnTo>
                <a:lnTo>
                  <a:pt x="269" y="372"/>
                </a:lnTo>
                <a:lnTo>
                  <a:pt x="269" y="373"/>
                </a:lnTo>
                <a:lnTo>
                  <a:pt x="269" y="374"/>
                </a:lnTo>
                <a:lnTo>
                  <a:pt x="269" y="375"/>
                </a:lnTo>
                <a:lnTo>
                  <a:pt x="269" y="377"/>
                </a:lnTo>
                <a:lnTo>
                  <a:pt x="269" y="378"/>
                </a:lnTo>
                <a:lnTo>
                  <a:pt x="269" y="379"/>
                </a:lnTo>
                <a:lnTo>
                  <a:pt x="269" y="380"/>
                </a:lnTo>
                <a:lnTo>
                  <a:pt x="269" y="381"/>
                </a:lnTo>
                <a:lnTo>
                  <a:pt x="269" y="382"/>
                </a:lnTo>
                <a:lnTo>
                  <a:pt x="269" y="383"/>
                </a:lnTo>
                <a:lnTo>
                  <a:pt x="269" y="384"/>
                </a:lnTo>
                <a:lnTo>
                  <a:pt x="269" y="385"/>
                </a:lnTo>
                <a:lnTo>
                  <a:pt x="268" y="385"/>
                </a:lnTo>
                <a:lnTo>
                  <a:pt x="267" y="384"/>
                </a:lnTo>
                <a:lnTo>
                  <a:pt x="265" y="383"/>
                </a:lnTo>
                <a:lnTo>
                  <a:pt x="262" y="383"/>
                </a:lnTo>
                <a:lnTo>
                  <a:pt x="261" y="382"/>
                </a:lnTo>
                <a:lnTo>
                  <a:pt x="260" y="382"/>
                </a:lnTo>
                <a:lnTo>
                  <a:pt x="259" y="382"/>
                </a:lnTo>
                <a:lnTo>
                  <a:pt x="259" y="383"/>
                </a:lnTo>
                <a:lnTo>
                  <a:pt x="259" y="384"/>
                </a:lnTo>
                <a:lnTo>
                  <a:pt x="258" y="385"/>
                </a:lnTo>
                <a:lnTo>
                  <a:pt x="257" y="386"/>
                </a:lnTo>
                <a:lnTo>
                  <a:pt x="257" y="387"/>
                </a:lnTo>
                <a:lnTo>
                  <a:pt x="256" y="387"/>
                </a:lnTo>
                <a:lnTo>
                  <a:pt x="255" y="387"/>
                </a:lnTo>
                <a:lnTo>
                  <a:pt x="254" y="388"/>
                </a:lnTo>
                <a:lnTo>
                  <a:pt x="253" y="388"/>
                </a:lnTo>
                <a:lnTo>
                  <a:pt x="252" y="389"/>
                </a:lnTo>
                <a:lnTo>
                  <a:pt x="251" y="390"/>
                </a:lnTo>
                <a:lnTo>
                  <a:pt x="251" y="391"/>
                </a:lnTo>
                <a:lnTo>
                  <a:pt x="249" y="391"/>
                </a:lnTo>
                <a:lnTo>
                  <a:pt x="248" y="390"/>
                </a:lnTo>
                <a:lnTo>
                  <a:pt x="247" y="389"/>
                </a:lnTo>
                <a:lnTo>
                  <a:pt x="246" y="389"/>
                </a:lnTo>
                <a:lnTo>
                  <a:pt x="246" y="390"/>
                </a:lnTo>
                <a:lnTo>
                  <a:pt x="247" y="390"/>
                </a:lnTo>
                <a:lnTo>
                  <a:pt x="246" y="390"/>
                </a:lnTo>
                <a:lnTo>
                  <a:pt x="245" y="390"/>
                </a:lnTo>
                <a:lnTo>
                  <a:pt x="244" y="390"/>
                </a:lnTo>
                <a:lnTo>
                  <a:pt x="243" y="390"/>
                </a:lnTo>
                <a:lnTo>
                  <a:pt x="242" y="390"/>
                </a:lnTo>
                <a:lnTo>
                  <a:pt x="241" y="390"/>
                </a:lnTo>
                <a:lnTo>
                  <a:pt x="241" y="389"/>
                </a:lnTo>
                <a:lnTo>
                  <a:pt x="241" y="388"/>
                </a:lnTo>
                <a:lnTo>
                  <a:pt x="240" y="388"/>
                </a:lnTo>
                <a:lnTo>
                  <a:pt x="239" y="388"/>
                </a:lnTo>
                <a:lnTo>
                  <a:pt x="239" y="387"/>
                </a:lnTo>
                <a:lnTo>
                  <a:pt x="239" y="386"/>
                </a:lnTo>
                <a:lnTo>
                  <a:pt x="237" y="385"/>
                </a:lnTo>
                <a:lnTo>
                  <a:pt x="237" y="384"/>
                </a:lnTo>
                <a:lnTo>
                  <a:pt x="236" y="385"/>
                </a:lnTo>
                <a:lnTo>
                  <a:pt x="236" y="384"/>
                </a:lnTo>
                <a:lnTo>
                  <a:pt x="236" y="383"/>
                </a:lnTo>
                <a:lnTo>
                  <a:pt x="235" y="383"/>
                </a:lnTo>
                <a:lnTo>
                  <a:pt x="234" y="383"/>
                </a:lnTo>
                <a:lnTo>
                  <a:pt x="234" y="382"/>
                </a:lnTo>
                <a:lnTo>
                  <a:pt x="234" y="381"/>
                </a:lnTo>
                <a:lnTo>
                  <a:pt x="234" y="380"/>
                </a:lnTo>
                <a:lnTo>
                  <a:pt x="233" y="379"/>
                </a:lnTo>
                <a:lnTo>
                  <a:pt x="232" y="379"/>
                </a:lnTo>
                <a:lnTo>
                  <a:pt x="231" y="378"/>
                </a:lnTo>
                <a:lnTo>
                  <a:pt x="230" y="379"/>
                </a:lnTo>
                <a:lnTo>
                  <a:pt x="229" y="378"/>
                </a:lnTo>
                <a:lnTo>
                  <a:pt x="228" y="378"/>
                </a:lnTo>
                <a:lnTo>
                  <a:pt x="228" y="379"/>
                </a:lnTo>
                <a:lnTo>
                  <a:pt x="227" y="379"/>
                </a:lnTo>
                <a:lnTo>
                  <a:pt x="226" y="379"/>
                </a:lnTo>
                <a:lnTo>
                  <a:pt x="226" y="380"/>
                </a:lnTo>
                <a:lnTo>
                  <a:pt x="227" y="380"/>
                </a:lnTo>
                <a:lnTo>
                  <a:pt x="227" y="381"/>
                </a:lnTo>
                <a:lnTo>
                  <a:pt x="227" y="380"/>
                </a:lnTo>
                <a:lnTo>
                  <a:pt x="226" y="381"/>
                </a:lnTo>
                <a:lnTo>
                  <a:pt x="225" y="381"/>
                </a:lnTo>
                <a:lnTo>
                  <a:pt x="225" y="380"/>
                </a:lnTo>
                <a:lnTo>
                  <a:pt x="225" y="379"/>
                </a:lnTo>
                <a:lnTo>
                  <a:pt x="224" y="379"/>
                </a:lnTo>
                <a:lnTo>
                  <a:pt x="224" y="380"/>
                </a:lnTo>
                <a:lnTo>
                  <a:pt x="223" y="380"/>
                </a:lnTo>
                <a:lnTo>
                  <a:pt x="222" y="381"/>
                </a:lnTo>
                <a:lnTo>
                  <a:pt x="223" y="381"/>
                </a:lnTo>
                <a:lnTo>
                  <a:pt x="224" y="381"/>
                </a:lnTo>
                <a:lnTo>
                  <a:pt x="224" y="382"/>
                </a:lnTo>
                <a:lnTo>
                  <a:pt x="225" y="382"/>
                </a:lnTo>
                <a:lnTo>
                  <a:pt x="224" y="383"/>
                </a:lnTo>
                <a:lnTo>
                  <a:pt x="223" y="383"/>
                </a:lnTo>
                <a:lnTo>
                  <a:pt x="222" y="383"/>
                </a:lnTo>
                <a:lnTo>
                  <a:pt x="221" y="383"/>
                </a:lnTo>
                <a:lnTo>
                  <a:pt x="221" y="384"/>
                </a:lnTo>
                <a:lnTo>
                  <a:pt x="222" y="384"/>
                </a:lnTo>
                <a:lnTo>
                  <a:pt x="222" y="385"/>
                </a:lnTo>
                <a:lnTo>
                  <a:pt x="222" y="386"/>
                </a:lnTo>
                <a:lnTo>
                  <a:pt x="222" y="387"/>
                </a:lnTo>
                <a:lnTo>
                  <a:pt x="221" y="387"/>
                </a:lnTo>
                <a:lnTo>
                  <a:pt x="221" y="388"/>
                </a:lnTo>
                <a:lnTo>
                  <a:pt x="221" y="389"/>
                </a:lnTo>
                <a:lnTo>
                  <a:pt x="221" y="390"/>
                </a:lnTo>
                <a:lnTo>
                  <a:pt x="221" y="391"/>
                </a:lnTo>
                <a:lnTo>
                  <a:pt x="221" y="392"/>
                </a:lnTo>
                <a:lnTo>
                  <a:pt x="220" y="392"/>
                </a:lnTo>
                <a:lnTo>
                  <a:pt x="219" y="392"/>
                </a:lnTo>
                <a:lnTo>
                  <a:pt x="219" y="393"/>
                </a:lnTo>
                <a:lnTo>
                  <a:pt x="219" y="392"/>
                </a:lnTo>
                <a:lnTo>
                  <a:pt x="219" y="391"/>
                </a:lnTo>
                <a:lnTo>
                  <a:pt x="218" y="391"/>
                </a:lnTo>
                <a:lnTo>
                  <a:pt x="218" y="392"/>
                </a:lnTo>
                <a:lnTo>
                  <a:pt x="217" y="392"/>
                </a:lnTo>
                <a:lnTo>
                  <a:pt x="216" y="393"/>
                </a:lnTo>
                <a:lnTo>
                  <a:pt x="216" y="394"/>
                </a:lnTo>
                <a:lnTo>
                  <a:pt x="215" y="394"/>
                </a:lnTo>
                <a:lnTo>
                  <a:pt x="214" y="394"/>
                </a:lnTo>
                <a:lnTo>
                  <a:pt x="213" y="394"/>
                </a:lnTo>
                <a:lnTo>
                  <a:pt x="212" y="394"/>
                </a:lnTo>
                <a:lnTo>
                  <a:pt x="212" y="393"/>
                </a:lnTo>
                <a:lnTo>
                  <a:pt x="212" y="392"/>
                </a:lnTo>
                <a:lnTo>
                  <a:pt x="212" y="391"/>
                </a:lnTo>
                <a:lnTo>
                  <a:pt x="212" y="390"/>
                </a:lnTo>
                <a:lnTo>
                  <a:pt x="211" y="389"/>
                </a:lnTo>
                <a:lnTo>
                  <a:pt x="211" y="388"/>
                </a:lnTo>
                <a:lnTo>
                  <a:pt x="211" y="387"/>
                </a:lnTo>
                <a:lnTo>
                  <a:pt x="210" y="387"/>
                </a:lnTo>
                <a:lnTo>
                  <a:pt x="210" y="386"/>
                </a:lnTo>
                <a:lnTo>
                  <a:pt x="210" y="385"/>
                </a:lnTo>
                <a:lnTo>
                  <a:pt x="210" y="383"/>
                </a:lnTo>
                <a:lnTo>
                  <a:pt x="210" y="382"/>
                </a:lnTo>
                <a:lnTo>
                  <a:pt x="211" y="382"/>
                </a:lnTo>
                <a:lnTo>
                  <a:pt x="211" y="381"/>
                </a:lnTo>
                <a:lnTo>
                  <a:pt x="211" y="380"/>
                </a:lnTo>
                <a:lnTo>
                  <a:pt x="210" y="380"/>
                </a:lnTo>
                <a:lnTo>
                  <a:pt x="210" y="379"/>
                </a:lnTo>
                <a:lnTo>
                  <a:pt x="209" y="378"/>
                </a:lnTo>
                <a:lnTo>
                  <a:pt x="209" y="377"/>
                </a:lnTo>
                <a:lnTo>
                  <a:pt x="209" y="376"/>
                </a:lnTo>
                <a:lnTo>
                  <a:pt x="208" y="376"/>
                </a:lnTo>
                <a:lnTo>
                  <a:pt x="208" y="375"/>
                </a:lnTo>
                <a:lnTo>
                  <a:pt x="208" y="374"/>
                </a:lnTo>
                <a:lnTo>
                  <a:pt x="208" y="373"/>
                </a:lnTo>
                <a:lnTo>
                  <a:pt x="207" y="372"/>
                </a:lnTo>
                <a:lnTo>
                  <a:pt x="205" y="372"/>
                </a:lnTo>
                <a:lnTo>
                  <a:pt x="205" y="373"/>
                </a:lnTo>
                <a:lnTo>
                  <a:pt x="204" y="373"/>
                </a:lnTo>
                <a:lnTo>
                  <a:pt x="204" y="372"/>
                </a:lnTo>
                <a:lnTo>
                  <a:pt x="203" y="372"/>
                </a:lnTo>
                <a:lnTo>
                  <a:pt x="204" y="372"/>
                </a:lnTo>
                <a:lnTo>
                  <a:pt x="204" y="371"/>
                </a:lnTo>
                <a:lnTo>
                  <a:pt x="205" y="371"/>
                </a:lnTo>
                <a:lnTo>
                  <a:pt x="204" y="371"/>
                </a:lnTo>
                <a:lnTo>
                  <a:pt x="202" y="371"/>
                </a:lnTo>
                <a:lnTo>
                  <a:pt x="203" y="370"/>
                </a:lnTo>
                <a:lnTo>
                  <a:pt x="204" y="370"/>
                </a:lnTo>
                <a:lnTo>
                  <a:pt x="205" y="370"/>
                </a:lnTo>
                <a:lnTo>
                  <a:pt x="205" y="369"/>
                </a:lnTo>
                <a:lnTo>
                  <a:pt x="205" y="368"/>
                </a:lnTo>
                <a:lnTo>
                  <a:pt x="204" y="368"/>
                </a:lnTo>
                <a:lnTo>
                  <a:pt x="203" y="368"/>
                </a:lnTo>
                <a:lnTo>
                  <a:pt x="204" y="367"/>
                </a:lnTo>
                <a:lnTo>
                  <a:pt x="204" y="366"/>
                </a:lnTo>
                <a:lnTo>
                  <a:pt x="203" y="365"/>
                </a:lnTo>
                <a:lnTo>
                  <a:pt x="203" y="364"/>
                </a:lnTo>
                <a:lnTo>
                  <a:pt x="201" y="363"/>
                </a:lnTo>
                <a:lnTo>
                  <a:pt x="201" y="362"/>
                </a:lnTo>
                <a:lnTo>
                  <a:pt x="200" y="362"/>
                </a:lnTo>
                <a:lnTo>
                  <a:pt x="200" y="361"/>
                </a:lnTo>
                <a:lnTo>
                  <a:pt x="199" y="361"/>
                </a:lnTo>
                <a:lnTo>
                  <a:pt x="199" y="360"/>
                </a:lnTo>
                <a:lnTo>
                  <a:pt x="199" y="359"/>
                </a:lnTo>
                <a:lnTo>
                  <a:pt x="198" y="359"/>
                </a:lnTo>
                <a:lnTo>
                  <a:pt x="198" y="360"/>
                </a:lnTo>
                <a:lnTo>
                  <a:pt x="197" y="360"/>
                </a:lnTo>
                <a:lnTo>
                  <a:pt x="195" y="360"/>
                </a:lnTo>
                <a:lnTo>
                  <a:pt x="195" y="359"/>
                </a:lnTo>
                <a:lnTo>
                  <a:pt x="196" y="359"/>
                </a:lnTo>
                <a:lnTo>
                  <a:pt x="195" y="359"/>
                </a:lnTo>
                <a:lnTo>
                  <a:pt x="195" y="358"/>
                </a:lnTo>
                <a:lnTo>
                  <a:pt x="194" y="358"/>
                </a:lnTo>
                <a:lnTo>
                  <a:pt x="193" y="357"/>
                </a:lnTo>
                <a:lnTo>
                  <a:pt x="193" y="355"/>
                </a:lnTo>
                <a:lnTo>
                  <a:pt x="195" y="355"/>
                </a:lnTo>
                <a:lnTo>
                  <a:pt x="195" y="356"/>
                </a:lnTo>
                <a:lnTo>
                  <a:pt x="196" y="356"/>
                </a:lnTo>
                <a:lnTo>
                  <a:pt x="195" y="355"/>
                </a:lnTo>
                <a:lnTo>
                  <a:pt x="195" y="354"/>
                </a:lnTo>
                <a:lnTo>
                  <a:pt x="195" y="353"/>
                </a:lnTo>
                <a:lnTo>
                  <a:pt x="194" y="352"/>
                </a:lnTo>
                <a:lnTo>
                  <a:pt x="193" y="352"/>
                </a:lnTo>
                <a:lnTo>
                  <a:pt x="191" y="352"/>
                </a:lnTo>
                <a:lnTo>
                  <a:pt x="191" y="351"/>
                </a:lnTo>
                <a:lnTo>
                  <a:pt x="191" y="350"/>
                </a:lnTo>
                <a:lnTo>
                  <a:pt x="192" y="350"/>
                </a:lnTo>
                <a:lnTo>
                  <a:pt x="193" y="350"/>
                </a:lnTo>
                <a:lnTo>
                  <a:pt x="194" y="349"/>
                </a:lnTo>
                <a:lnTo>
                  <a:pt x="193" y="349"/>
                </a:lnTo>
                <a:lnTo>
                  <a:pt x="192" y="349"/>
                </a:lnTo>
                <a:lnTo>
                  <a:pt x="192" y="348"/>
                </a:lnTo>
                <a:lnTo>
                  <a:pt x="191" y="348"/>
                </a:lnTo>
                <a:lnTo>
                  <a:pt x="191" y="349"/>
                </a:lnTo>
                <a:lnTo>
                  <a:pt x="190" y="349"/>
                </a:lnTo>
                <a:lnTo>
                  <a:pt x="190" y="346"/>
                </a:lnTo>
                <a:lnTo>
                  <a:pt x="191" y="346"/>
                </a:lnTo>
                <a:lnTo>
                  <a:pt x="190" y="346"/>
                </a:lnTo>
                <a:lnTo>
                  <a:pt x="189" y="345"/>
                </a:lnTo>
                <a:lnTo>
                  <a:pt x="189" y="346"/>
                </a:lnTo>
                <a:lnTo>
                  <a:pt x="188" y="346"/>
                </a:lnTo>
                <a:lnTo>
                  <a:pt x="188" y="345"/>
                </a:lnTo>
                <a:lnTo>
                  <a:pt x="188" y="344"/>
                </a:lnTo>
                <a:lnTo>
                  <a:pt x="187" y="344"/>
                </a:lnTo>
                <a:lnTo>
                  <a:pt x="184" y="342"/>
                </a:lnTo>
                <a:lnTo>
                  <a:pt x="183" y="341"/>
                </a:lnTo>
                <a:lnTo>
                  <a:pt x="182" y="341"/>
                </a:lnTo>
                <a:lnTo>
                  <a:pt x="183" y="342"/>
                </a:lnTo>
                <a:lnTo>
                  <a:pt x="183" y="343"/>
                </a:lnTo>
                <a:lnTo>
                  <a:pt x="183" y="342"/>
                </a:lnTo>
                <a:lnTo>
                  <a:pt x="184" y="342"/>
                </a:lnTo>
                <a:lnTo>
                  <a:pt x="185" y="343"/>
                </a:lnTo>
                <a:lnTo>
                  <a:pt x="185" y="344"/>
                </a:lnTo>
                <a:lnTo>
                  <a:pt x="183" y="344"/>
                </a:lnTo>
                <a:lnTo>
                  <a:pt x="182" y="343"/>
                </a:lnTo>
                <a:lnTo>
                  <a:pt x="183" y="342"/>
                </a:lnTo>
                <a:lnTo>
                  <a:pt x="182" y="341"/>
                </a:lnTo>
                <a:lnTo>
                  <a:pt x="182" y="340"/>
                </a:lnTo>
                <a:lnTo>
                  <a:pt x="180" y="339"/>
                </a:lnTo>
                <a:lnTo>
                  <a:pt x="180" y="342"/>
                </a:lnTo>
                <a:lnTo>
                  <a:pt x="180" y="343"/>
                </a:lnTo>
                <a:lnTo>
                  <a:pt x="179" y="343"/>
                </a:lnTo>
                <a:lnTo>
                  <a:pt x="180" y="342"/>
                </a:lnTo>
                <a:lnTo>
                  <a:pt x="180" y="339"/>
                </a:lnTo>
                <a:lnTo>
                  <a:pt x="179" y="339"/>
                </a:lnTo>
                <a:lnTo>
                  <a:pt x="178" y="338"/>
                </a:lnTo>
                <a:lnTo>
                  <a:pt x="178" y="339"/>
                </a:lnTo>
                <a:lnTo>
                  <a:pt x="177" y="340"/>
                </a:lnTo>
                <a:lnTo>
                  <a:pt x="178" y="341"/>
                </a:lnTo>
                <a:lnTo>
                  <a:pt x="178" y="342"/>
                </a:lnTo>
                <a:lnTo>
                  <a:pt x="178" y="343"/>
                </a:lnTo>
                <a:lnTo>
                  <a:pt x="178" y="344"/>
                </a:lnTo>
                <a:lnTo>
                  <a:pt x="176" y="344"/>
                </a:lnTo>
                <a:lnTo>
                  <a:pt x="176" y="345"/>
                </a:lnTo>
                <a:lnTo>
                  <a:pt x="175" y="345"/>
                </a:lnTo>
                <a:lnTo>
                  <a:pt x="175" y="344"/>
                </a:lnTo>
                <a:lnTo>
                  <a:pt x="174" y="344"/>
                </a:lnTo>
                <a:lnTo>
                  <a:pt x="174" y="343"/>
                </a:lnTo>
                <a:lnTo>
                  <a:pt x="173" y="343"/>
                </a:lnTo>
                <a:lnTo>
                  <a:pt x="172" y="343"/>
                </a:lnTo>
                <a:lnTo>
                  <a:pt x="170" y="343"/>
                </a:lnTo>
                <a:lnTo>
                  <a:pt x="170" y="342"/>
                </a:lnTo>
                <a:lnTo>
                  <a:pt x="168" y="342"/>
                </a:lnTo>
                <a:lnTo>
                  <a:pt x="167" y="342"/>
                </a:lnTo>
                <a:lnTo>
                  <a:pt x="166" y="343"/>
                </a:lnTo>
                <a:lnTo>
                  <a:pt x="165" y="343"/>
                </a:lnTo>
                <a:lnTo>
                  <a:pt x="166" y="343"/>
                </a:lnTo>
                <a:lnTo>
                  <a:pt x="165" y="343"/>
                </a:lnTo>
                <a:lnTo>
                  <a:pt x="164" y="343"/>
                </a:lnTo>
                <a:lnTo>
                  <a:pt x="164" y="342"/>
                </a:lnTo>
                <a:lnTo>
                  <a:pt x="163" y="342"/>
                </a:lnTo>
                <a:lnTo>
                  <a:pt x="162" y="342"/>
                </a:lnTo>
                <a:lnTo>
                  <a:pt x="162" y="343"/>
                </a:lnTo>
                <a:lnTo>
                  <a:pt x="161" y="344"/>
                </a:lnTo>
                <a:lnTo>
                  <a:pt x="160" y="344"/>
                </a:lnTo>
                <a:lnTo>
                  <a:pt x="159" y="344"/>
                </a:lnTo>
                <a:lnTo>
                  <a:pt x="158" y="345"/>
                </a:lnTo>
                <a:lnTo>
                  <a:pt x="157" y="345"/>
                </a:lnTo>
                <a:lnTo>
                  <a:pt x="155" y="345"/>
                </a:lnTo>
                <a:lnTo>
                  <a:pt x="154" y="345"/>
                </a:lnTo>
                <a:lnTo>
                  <a:pt x="153" y="345"/>
                </a:lnTo>
                <a:lnTo>
                  <a:pt x="153" y="346"/>
                </a:lnTo>
                <a:lnTo>
                  <a:pt x="153" y="345"/>
                </a:lnTo>
                <a:lnTo>
                  <a:pt x="152" y="345"/>
                </a:lnTo>
                <a:lnTo>
                  <a:pt x="151" y="346"/>
                </a:lnTo>
                <a:lnTo>
                  <a:pt x="150" y="346"/>
                </a:lnTo>
                <a:lnTo>
                  <a:pt x="149" y="346"/>
                </a:lnTo>
                <a:lnTo>
                  <a:pt x="148" y="346"/>
                </a:lnTo>
                <a:lnTo>
                  <a:pt x="147" y="346"/>
                </a:lnTo>
                <a:lnTo>
                  <a:pt x="146" y="346"/>
                </a:lnTo>
                <a:lnTo>
                  <a:pt x="146" y="347"/>
                </a:lnTo>
                <a:lnTo>
                  <a:pt x="146" y="348"/>
                </a:lnTo>
                <a:lnTo>
                  <a:pt x="145" y="348"/>
                </a:lnTo>
                <a:lnTo>
                  <a:pt x="144" y="349"/>
                </a:lnTo>
                <a:lnTo>
                  <a:pt x="144" y="350"/>
                </a:lnTo>
                <a:lnTo>
                  <a:pt x="143" y="350"/>
                </a:lnTo>
                <a:lnTo>
                  <a:pt x="143" y="351"/>
                </a:lnTo>
                <a:lnTo>
                  <a:pt x="144" y="351"/>
                </a:lnTo>
                <a:lnTo>
                  <a:pt x="143" y="352"/>
                </a:lnTo>
                <a:lnTo>
                  <a:pt x="143" y="353"/>
                </a:lnTo>
                <a:lnTo>
                  <a:pt x="143" y="354"/>
                </a:lnTo>
                <a:lnTo>
                  <a:pt x="143" y="355"/>
                </a:lnTo>
                <a:lnTo>
                  <a:pt x="142" y="355"/>
                </a:lnTo>
                <a:lnTo>
                  <a:pt x="142" y="356"/>
                </a:lnTo>
                <a:lnTo>
                  <a:pt x="143" y="358"/>
                </a:lnTo>
                <a:lnTo>
                  <a:pt x="143" y="359"/>
                </a:lnTo>
                <a:lnTo>
                  <a:pt x="142" y="360"/>
                </a:lnTo>
                <a:lnTo>
                  <a:pt x="142" y="361"/>
                </a:lnTo>
                <a:lnTo>
                  <a:pt x="140" y="361"/>
                </a:lnTo>
                <a:lnTo>
                  <a:pt x="139" y="361"/>
                </a:lnTo>
                <a:lnTo>
                  <a:pt x="139" y="362"/>
                </a:lnTo>
                <a:lnTo>
                  <a:pt x="139" y="363"/>
                </a:lnTo>
                <a:lnTo>
                  <a:pt x="140" y="363"/>
                </a:lnTo>
                <a:lnTo>
                  <a:pt x="139" y="364"/>
                </a:lnTo>
                <a:lnTo>
                  <a:pt x="139" y="365"/>
                </a:lnTo>
                <a:lnTo>
                  <a:pt x="140" y="365"/>
                </a:lnTo>
                <a:lnTo>
                  <a:pt x="140" y="364"/>
                </a:lnTo>
                <a:lnTo>
                  <a:pt x="141" y="365"/>
                </a:lnTo>
                <a:lnTo>
                  <a:pt x="142" y="366"/>
                </a:lnTo>
                <a:lnTo>
                  <a:pt x="142" y="367"/>
                </a:lnTo>
                <a:lnTo>
                  <a:pt x="141" y="367"/>
                </a:lnTo>
                <a:lnTo>
                  <a:pt x="140" y="368"/>
                </a:lnTo>
                <a:lnTo>
                  <a:pt x="141" y="369"/>
                </a:lnTo>
                <a:lnTo>
                  <a:pt x="141" y="370"/>
                </a:lnTo>
                <a:lnTo>
                  <a:pt x="140" y="371"/>
                </a:lnTo>
                <a:lnTo>
                  <a:pt x="139" y="371"/>
                </a:lnTo>
                <a:lnTo>
                  <a:pt x="139" y="372"/>
                </a:lnTo>
                <a:lnTo>
                  <a:pt x="140" y="372"/>
                </a:lnTo>
                <a:lnTo>
                  <a:pt x="140" y="373"/>
                </a:lnTo>
                <a:lnTo>
                  <a:pt x="139" y="374"/>
                </a:lnTo>
                <a:lnTo>
                  <a:pt x="137" y="375"/>
                </a:lnTo>
                <a:lnTo>
                  <a:pt x="137" y="374"/>
                </a:lnTo>
                <a:lnTo>
                  <a:pt x="136" y="376"/>
                </a:lnTo>
                <a:lnTo>
                  <a:pt x="136" y="377"/>
                </a:lnTo>
                <a:lnTo>
                  <a:pt x="135" y="377"/>
                </a:lnTo>
                <a:lnTo>
                  <a:pt x="134" y="377"/>
                </a:lnTo>
                <a:lnTo>
                  <a:pt x="133" y="376"/>
                </a:lnTo>
                <a:lnTo>
                  <a:pt x="131" y="376"/>
                </a:lnTo>
                <a:lnTo>
                  <a:pt x="131" y="377"/>
                </a:lnTo>
                <a:lnTo>
                  <a:pt x="132" y="377"/>
                </a:lnTo>
                <a:lnTo>
                  <a:pt x="132" y="378"/>
                </a:lnTo>
                <a:lnTo>
                  <a:pt x="132" y="379"/>
                </a:lnTo>
                <a:lnTo>
                  <a:pt x="131" y="379"/>
                </a:lnTo>
                <a:lnTo>
                  <a:pt x="130" y="379"/>
                </a:lnTo>
                <a:lnTo>
                  <a:pt x="129" y="380"/>
                </a:lnTo>
                <a:lnTo>
                  <a:pt x="129" y="381"/>
                </a:lnTo>
                <a:lnTo>
                  <a:pt x="128" y="382"/>
                </a:lnTo>
                <a:lnTo>
                  <a:pt x="128" y="381"/>
                </a:lnTo>
                <a:lnTo>
                  <a:pt x="127" y="381"/>
                </a:lnTo>
                <a:lnTo>
                  <a:pt x="127" y="380"/>
                </a:lnTo>
                <a:lnTo>
                  <a:pt x="126" y="380"/>
                </a:lnTo>
                <a:lnTo>
                  <a:pt x="126" y="379"/>
                </a:lnTo>
                <a:lnTo>
                  <a:pt x="125" y="379"/>
                </a:lnTo>
                <a:lnTo>
                  <a:pt x="124" y="379"/>
                </a:lnTo>
                <a:lnTo>
                  <a:pt x="124" y="380"/>
                </a:lnTo>
                <a:lnTo>
                  <a:pt x="123" y="380"/>
                </a:lnTo>
                <a:lnTo>
                  <a:pt x="120" y="381"/>
                </a:lnTo>
                <a:lnTo>
                  <a:pt x="119" y="381"/>
                </a:lnTo>
                <a:lnTo>
                  <a:pt x="119" y="380"/>
                </a:lnTo>
                <a:lnTo>
                  <a:pt x="118" y="380"/>
                </a:lnTo>
                <a:lnTo>
                  <a:pt x="118" y="379"/>
                </a:lnTo>
                <a:lnTo>
                  <a:pt x="117" y="378"/>
                </a:lnTo>
                <a:lnTo>
                  <a:pt x="116" y="378"/>
                </a:lnTo>
                <a:lnTo>
                  <a:pt x="116" y="377"/>
                </a:lnTo>
                <a:lnTo>
                  <a:pt x="114" y="377"/>
                </a:lnTo>
                <a:lnTo>
                  <a:pt x="113" y="377"/>
                </a:lnTo>
                <a:lnTo>
                  <a:pt x="111" y="377"/>
                </a:lnTo>
                <a:lnTo>
                  <a:pt x="110" y="377"/>
                </a:lnTo>
                <a:lnTo>
                  <a:pt x="107" y="376"/>
                </a:lnTo>
                <a:lnTo>
                  <a:pt x="107" y="375"/>
                </a:lnTo>
                <a:lnTo>
                  <a:pt x="106" y="375"/>
                </a:lnTo>
                <a:lnTo>
                  <a:pt x="105" y="376"/>
                </a:lnTo>
                <a:lnTo>
                  <a:pt x="105" y="378"/>
                </a:lnTo>
                <a:lnTo>
                  <a:pt x="104" y="378"/>
                </a:lnTo>
                <a:lnTo>
                  <a:pt x="104" y="379"/>
                </a:lnTo>
                <a:lnTo>
                  <a:pt x="103" y="379"/>
                </a:lnTo>
                <a:lnTo>
                  <a:pt x="101" y="379"/>
                </a:lnTo>
                <a:lnTo>
                  <a:pt x="100" y="379"/>
                </a:lnTo>
                <a:lnTo>
                  <a:pt x="97" y="380"/>
                </a:lnTo>
                <a:lnTo>
                  <a:pt x="95" y="380"/>
                </a:lnTo>
                <a:lnTo>
                  <a:pt x="93" y="380"/>
                </a:lnTo>
                <a:lnTo>
                  <a:pt x="92" y="381"/>
                </a:lnTo>
                <a:lnTo>
                  <a:pt x="91" y="381"/>
                </a:lnTo>
                <a:lnTo>
                  <a:pt x="90" y="381"/>
                </a:lnTo>
                <a:lnTo>
                  <a:pt x="90" y="380"/>
                </a:lnTo>
                <a:lnTo>
                  <a:pt x="89" y="380"/>
                </a:lnTo>
                <a:lnTo>
                  <a:pt x="88" y="380"/>
                </a:lnTo>
                <a:lnTo>
                  <a:pt x="88" y="379"/>
                </a:lnTo>
                <a:lnTo>
                  <a:pt x="87" y="379"/>
                </a:lnTo>
                <a:lnTo>
                  <a:pt x="86" y="378"/>
                </a:lnTo>
                <a:lnTo>
                  <a:pt x="85" y="378"/>
                </a:lnTo>
                <a:lnTo>
                  <a:pt x="84" y="378"/>
                </a:lnTo>
                <a:lnTo>
                  <a:pt x="83" y="378"/>
                </a:lnTo>
                <a:lnTo>
                  <a:pt x="81" y="378"/>
                </a:lnTo>
                <a:lnTo>
                  <a:pt x="81" y="377"/>
                </a:lnTo>
                <a:lnTo>
                  <a:pt x="80" y="377"/>
                </a:lnTo>
                <a:lnTo>
                  <a:pt x="79" y="377"/>
                </a:lnTo>
                <a:lnTo>
                  <a:pt x="79" y="380"/>
                </a:lnTo>
                <a:lnTo>
                  <a:pt x="78" y="381"/>
                </a:lnTo>
                <a:lnTo>
                  <a:pt x="76" y="381"/>
                </a:lnTo>
                <a:lnTo>
                  <a:pt x="75" y="381"/>
                </a:lnTo>
                <a:lnTo>
                  <a:pt x="75" y="380"/>
                </a:lnTo>
                <a:lnTo>
                  <a:pt x="74" y="380"/>
                </a:lnTo>
                <a:lnTo>
                  <a:pt x="74" y="379"/>
                </a:lnTo>
                <a:lnTo>
                  <a:pt x="73" y="379"/>
                </a:lnTo>
                <a:lnTo>
                  <a:pt x="72" y="379"/>
                </a:lnTo>
                <a:lnTo>
                  <a:pt x="71" y="379"/>
                </a:lnTo>
                <a:lnTo>
                  <a:pt x="70" y="379"/>
                </a:lnTo>
                <a:lnTo>
                  <a:pt x="69" y="379"/>
                </a:lnTo>
                <a:lnTo>
                  <a:pt x="67" y="379"/>
                </a:lnTo>
                <a:lnTo>
                  <a:pt x="66" y="379"/>
                </a:lnTo>
                <a:lnTo>
                  <a:pt x="65" y="379"/>
                </a:lnTo>
                <a:lnTo>
                  <a:pt x="64" y="379"/>
                </a:lnTo>
                <a:lnTo>
                  <a:pt x="63" y="379"/>
                </a:lnTo>
                <a:lnTo>
                  <a:pt x="63" y="378"/>
                </a:lnTo>
                <a:lnTo>
                  <a:pt x="62" y="378"/>
                </a:lnTo>
                <a:lnTo>
                  <a:pt x="62" y="377"/>
                </a:lnTo>
                <a:lnTo>
                  <a:pt x="61" y="376"/>
                </a:lnTo>
                <a:lnTo>
                  <a:pt x="60" y="376"/>
                </a:lnTo>
                <a:lnTo>
                  <a:pt x="60" y="375"/>
                </a:lnTo>
                <a:lnTo>
                  <a:pt x="60" y="374"/>
                </a:lnTo>
                <a:lnTo>
                  <a:pt x="59" y="373"/>
                </a:lnTo>
                <a:lnTo>
                  <a:pt x="58" y="373"/>
                </a:lnTo>
                <a:lnTo>
                  <a:pt x="58" y="372"/>
                </a:lnTo>
                <a:lnTo>
                  <a:pt x="58" y="371"/>
                </a:lnTo>
                <a:lnTo>
                  <a:pt x="57" y="370"/>
                </a:lnTo>
                <a:lnTo>
                  <a:pt x="57" y="371"/>
                </a:lnTo>
                <a:lnTo>
                  <a:pt x="56" y="370"/>
                </a:lnTo>
                <a:lnTo>
                  <a:pt x="57" y="370"/>
                </a:lnTo>
                <a:lnTo>
                  <a:pt x="57" y="369"/>
                </a:lnTo>
                <a:lnTo>
                  <a:pt x="57" y="367"/>
                </a:lnTo>
                <a:lnTo>
                  <a:pt x="56" y="365"/>
                </a:lnTo>
                <a:lnTo>
                  <a:pt x="56" y="364"/>
                </a:lnTo>
                <a:lnTo>
                  <a:pt x="55" y="364"/>
                </a:lnTo>
                <a:lnTo>
                  <a:pt x="55" y="363"/>
                </a:lnTo>
                <a:lnTo>
                  <a:pt x="56" y="363"/>
                </a:lnTo>
                <a:lnTo>
                  <a:pt x="57" y="362"/>
                </a:lnTo>
                <a:lnTo>
                  <a:pt x="56" y="361"/>
                </a:lnTo>
                <a:lnTo>
                  <a:pt x="56" y="359"/>
                </a:lnTo>
                <a:lnTo>
                  <a:pt x="55" y="358"/>
                </a:lnTo>
                <a:lnTo>
                  <a:pt x="55" y="357"/>
                </a:lnTo>
                <a:lnTo>
                  <a:pt x="55" y="356"/>
                </a:lnTo>
                <a:lnTo>
                  <a:pt x="54" y="356"/>
                </a:lnTo>
                <a:lnTo>
                  <a:pt x="54" y="355"/>
                </a:lnTo>
                <a:lnTo>
                  <a:pt x="53" y="355"/>
                </a:lnTo>
                <a:lnTo>
                  <a:pt x="53" y="354"/>
                </a:lnTo>
                <a:lnTo>
                  <a:pt x="52" y="353"/>
                </a:lnTo>
                <a:lnTo>
                  <a:pt x="51" y="353"/>
                </a:lnTo>
                <a:lnTo>
                  <a:pt x="50" y="353"/>
                </a:lnTo>
                <a:lnTo>
                  <a:pt x="48" y="352"/>
                </a:lnTo>
                <a:lnTo>
                  <a:pt x="47" y="351"/>
                </a:lnTo>
                <a:lnTo>
                  <a:pt x="46" y="351"/>
                </a:lnTo>
                <a:lnTo>
                  <a:pt x="45" y="350"/>
                </a:lnTo>
                <a:lnTo>
                  <a:pt x="44" y="350"/>
                </a:lnTo>
                <a:lnTo>
                  <a:pt x="43" y="350"/>
                </a:lnTo>
                <a:lnTo>
                  <a:pt x="43" y="351"/>
                </a:lnTo>
                <a:lnTo>
                  <a:pt x="42" y="352"/>
                </a:lnTo>
                <a:lnTo>
                  <a:pt x="42" y="351"/>
                </a:lnTo>
                <a:lnTo>
                  <a:pt x="41" y="350"/>
                </a:lnTo>
                <a:lnTo>
                  <a:pt x="40" y="351"/>
                </a:lnTo>
                <a:lnTo>
                  <a:pt x="40" y="352"/>
                </a:lnTo>
                <a:lnTo>
                  <a:pt x="39" y="352"/>
                </a:lnTo>
                <a:lnTo>
                  <a:pt x="38" y="352"/>
                </a:lnTo>
                <a:lnTo>
                  <a:pt x="38" y="351"/>
                </a:lnTo>
                <a:lnTo>
                  <a:pt x="38" y="350"/>
                </a:lnTo>
                <a:lnTo>
                  <a:pt x="38" y="349"/>
                </a:lnTo>
                <a:lnTo>
                  <a:pt x="37" y="349"/>
                </a:lnTo>
                <a:lnTo>
                  <a:pt x="37" y="347"/>
                </a:lnTo>
                <a:lnTo>
                  <a:pt x="38" y="347"/>
                </a:lnTo>
                <a:lnTo>
                  <a:pt x="39" y="346"/>
                </a:lnTo>
                <a:lnTo>
                  <a:pt x="39" y="345"/>
                </a:lnTo>
                <a:lnTo>
                  <a:pt x="38" y="344"/>
                </a:lnTo>
                <a:lnTo>
                  <a:pt x="37" y="344"/>
                </a:lnTo>
                <a:lnTo>
                  <a:pt x="36" y="345"/>
                </a:lnTo>
                <a:lnTo>
                  <a:pt x="36" y="346"/>
                </a:lnTo>
                <a:lnTo>
                  <a:pt x="35" y="345"/>
                </a:lnTo>
                <a:lnTo>
                  <a:pt x="33" y="344"/>
                </a:lnTo>
                <a:lnTo>
                  <a:pt x="33" y="343"/>
                </a:lnTo>
                <a:lnTo>
                  <a:pt x="34" y="343"/>
                </a:lnTo>
                <a:lnTo>
                  <a:pt x="35" y="343"/>
                </a:lnTo>
                <a:lnTo>
                  <a:pt x="35" y="342"/>
                </a:lnTo>
                <a:lnTo>
                  <a:pt x="35" y="341"/>
                </a:lnTo>
                <a:lnTo>
                  <a:pt x="36" y="342"/>
                </a:lnTo>
                <a:lnTo>
                  <a:pt x="36" y="341"/>
                </a:lnTo>
                <a:lnTo>
                  <a:pt x="36" y="340"/>
                </a:lnTo>
                <a:lnTo>
                  <a:pt x="35" y="340"/>
                </a:lnTo>
                <a:lnTo>
                  <a:pt x="34" y="340"/>
                </a:lnTo>
                <a:lnTo>
                  <a:pt x="34" y="341"/>
                </a:lnTo>
                <a:lnTo>
                  <a:pt x="33" y="341"/>
                </a:lnTo>
                <a:lnTo>
                  <a:pt x="33" y="340"/>
                </a:lnTo>
                <a:lnTo>
                  <a:pt x="32" y="340"/>
                </a:lnTo>
                <a:lnTo>
                  <a:pt x="31" y="340"/>
                </a:lnTo>
                <a:lnTo>
                  <a:pt x="30" y="340"/>
                </a:lnTo>
                <a:lnTo>
                  <a:pt x="30" y="339"/>
                </a:lnTo>
                <a:lnTo>
                  <a:pt x="29" y="338"/>
                </a:lnTo>
                <a:lnTo>
                  <a:pt x="28" y="338"/>
                </a:lnTo>
                <a:lnTo>
                  <a:pt x="28" y="337"/>
                </a:lnTo>
                <a:lnTo>
                  <a:pt x="28" y="336"/>
                </a:lnTo>
                <a:lnTo>
                  <a:pt x="27" y="335"/>
                </a:lnTo>
                <a:lnTo>
                  <a:pt x="26" y="335"/>
                </a:lnTo>
                <a:lnTo>
                  <a:pt x="26" y="336"/>
                </a:lnTo>
                <a:lnTo>
                  <a:pt x="25" y="336"/>
                </a:lnTo>
                <a:lnTo>
                  <a:pt x="22" y="336"/>
                </a:lnTo>
                <a:lnTo>
                  <a:pt x="21" y="336"/>
                </a:lnTo>
                <a:lnTo>
                  <a:pt x="21" y="337"/>
                </a:lnTo>
                <a:lnTo>
                  <a:pt x="20" y="338"/>
                </a:lnTo>
                <a:lnTo>
                  <a:pt x="19" y="338"/>
                </a:lnTo>
                <a:lnTo>
                  <a:pt x="19" y="339"/>
                </a:lnTo>
                <a:lnTo>
                  <a:pt x="18" y="339"/>
                </a:lnTo>
                <a:lnTo>
                  <a:pt x="18" y="338"/>
                </a:lnTo>
                <a:lnTo>
                  <a:pt x="17" y="338"/>
                </a:lnTo>
                <a:lnTo>
                  <a:pt x="17" y="337"/>
                </a:lnTo>
                <a:lnTo>
                  <a:pt x="16" y="337"/>
                </a:lnTo>
                <a:lnTo>
                  <a:pt x="16" y="336"/>
                </a:lnTo>
                <a:lnTo>
                  <a:pt x="15" y="337"/>
                </a:lnTo>
                <a:lnTo>
                  <a:pt x="14" y="337"/>
                </a:lnTo>
                <a:lnTo>
                  <a:pt x="14" y="336"/>
                </a:lnTo>
                <a:lnTo>
                  <a:pt x="13" y="336"/>
                </a:lnTo>
                <a:lnTo>
                  <a:pt x="12" y="336"/>
                </a:lnTo>
                <a:lnTo>
                  <a:pt x="11" y="337"/>
                </a:lnTo>
                <a:lnTo>
                  <a:pt x="10" y="338"/>
                </a:lnTo>
                <a:lnTo>
                  <a:pt x="10" y="339"/>
                </a:lnTo>
                <a:lnTo>
                  <a:pt x="9" y="339"/>
                </a:lnTo>
                <a:lnTo>
                  <a:pt x="8" y="338"/>
                </a:lnTo>
                <a:lnTo>
                  <a:pt x="8" y="337"/>
                </a:lnTo>
                <a:lnTo>
                  <a:pt x="6" y="336"/>
                </a:lnTo>
                <a:lnTo>
                  <a:pt x="5" y="336"/>
                </a:lnTo>
                <a:lnTo>
                  <a:pt x="5" y="335"/>
                </a:lnTo>
                <a:lnTo>
                  <a:pt x="6" y="335"/>
                </a:lnTo>
                <a:lnTo>
                  <a:pt x="6" y="333"/>
                </a:lnTo>
                <a:lnTo>
                  <a:pt x="5" y="333"/>
                </a:lnTo>
                <a:lnTo>
                  <a:pt x="4" y="333"/>
                </a:lnTo>
                <a:lnTo>
                  <a:pt x="4" y="335"/>
                </a:lnTo>
                <a:lnTo>
                  <a:pt x="3" y="336"/>
                </a:lnTo>
                <a:lnTo>
                  <a:pt x="3" y="335"/>
                </a:lnTo>
                <a:lnTo>
                  <a:pt x="1" y="335"/>
                </a:lnTo>
                <a:lnTo>
                  <a:pt x="0" y="335"/>
                </a:lnTo>
                <a:lnTo>
                  <a:pt x="0" y="334"/>
                </a:lnTo>
                <a:lnTo>
                  <a:pt x="1" y="334"/>
                </a:lnTo>
                <a:lnTo>
                  <a:pt x="2" y="334"/>
                </a:lnTo>
                <a:lnTo>
                  <a:pt x="2" y="333"/>
                </a:lnTo>
                <a:lnTo>
                  <a:pt x="3" y="333"/>
                </a:lnTo>
                <a:lnTo>
                  <a:pt x="3" y="332"/>
                </a:lnTo>
                <a:lnTo>
                  <a:pt x="3" y="331"/>
                </a:lnTo>
                <a:lnTo>
                  <a:pt x="1" y="331"/>
                </a:lnTo>
                <a:lnTo>
                  <a:pt x="0" y="331"/>
                </a:lnTo>
                <a:lnTo>
                  <a:pt x="0" y="330"/>
                </a:lnTo>
                <a:lnTo>
                  <a:pt x="0" y="329"/>
                </a:lnTo>
                <a:lnTo>
                  <a:pt x="0" y="328"/>
                </a:lnTo>
                <a:lnTo>
                  <a:pt x="1" y="328"/>
                </a:lnTo>
                <a:lnTo>
                  <a:pt x="3" y="327"/>
                </a:lnTo>
                <a:lnTo>
                  <a:pt x="4" y="327"/>
                </a:lnTo>
                <a:lnTo>
                  <a:pt x="5" y="327"/>
                </a:lnTo>
                <a:lnTo>
                  <a:pt x="5" y="326"/>
                </a:lnTo>
                <a:lnTo>
                  <a:pt x="6" y="326"/>
                </a:lnTo>
                <a:lnTo>
                  <a:pt x="6" y="325"/>
                </a:lnTo>
                <a:lnTo>
                  <a:pt x="6" y="324"/>
                </a:lnTo>
                <a:lnTo>
                  <a:pt x="5" y="323"/>
                </a:lnTo>
                <a:lnTo>
                  <a:pt x="4" y="322"/>
                </a:lnTo>
                <a:lnTo>
                  <a:pt x="3" y="321"/>
                </a:lnTo>
                <a:lnTo>
                  <a:pt x="2" y="320"/>
                </a:lnTo>
                <a:lnTo>
                  <a:pt x="2" y="319"/>
                </a:lnTo>
                <a:lnTo>
                  <a:pt x="2" y="318"/>
                </a:lnTo>
                <a:lnTo>
                  <a:pt x="3" y="318"/>
                </a:lnTo>
                <a:lnTo>
                  <a:pt x="4" y="317"/>
                </a:lnTo>
                <a:lnTo>
                  <a:pt x="5" y="317"/>
                </a:lnTo>
                <a:lnTo>
                  <a:pt x="5" y="316"/>
                </a:lnTo>
                <a:lnTo>
                  <a:pt x="6" y="316"/>
                </a:lnTo>
                <a:lnTo>
                  <a:pt x="7" y="316"/>
                </a:lnTo>
                <a:lnTo>
                  <a:pt x="10" y="316"/>
                </a:lnTo>
                <a:lnTo>
                  <a:pt x="10" y="313"/>
                </a:lnTo>
                <a:lnTo>
                  <a:pt x="10" y="312"/>
                </a:lnTo>
                <a:lnTo>
                  <a:pt x="10" y="310"/>
                </a:lnTo>
                <a:lnTo>
                  <a:pt x="11" y="310"/>
                </a:lnTo>
                <a:lnTo>
                  <a:pt x="12" y="310"/>
                </a:lnTo>
                <a:lnTo>
                  <a:pt x="13" y="308"/>
                </a:lnTo>
                <a:lnTo>
                  <a:pt x="13" y="307"/>
                </a:lnTo>
                <a:lnTo>
                  <a:pt x="14" y="306"/>
                </a:lnTo>
                <a:lnTo>
                  <a:pt x="14" y="307"/>
                </a:lnTo>
                <a:lnTo>
                  <a:pt x="14" y="306"/>
                </a:lnTo>
                <a:lnTo>
                  <a:pt x="15" y="305"/>
                </a:lnTo>
                <a:lnTo>
                  <a:pt x="15" y="304"/>
                </a:lnTo>
                <a:lnTo>
                  <a:pt x="16" y="304"/>
                </a:lnTo>
                <a:lnTo>
                  <a:pt x="17" y="303"/>
                </a:lnTo>
                <a:lnTo>
                  <a:pt x="17" y="302"/>
                </a:lnTo>
                <a:lnTo>
                  <a:pt x="18" y="303"/>
                </a:lnTo>
                <a:lnTo>
                  <a:pt x="18" y="302"/>
                </a:lnTo>
                <a:lnTo>
                  <a:pt x="18" y="301"/>
                </a:lnTo>
                <a:lnTo>
                  <a:pt x="18" y="300"/>
                </a:lnTo>
                <a:lnTo>
                  <a:pt x="18" y="299"/>
                </a:lnTo>
                <a:lnTo>
                  <a:pt x="18" y="298"/>
                </a:lnTo>
                <a:lnTo>
                  <a:pt x="19" y="298"/>
                </a:lnTo>
                <a:lnTo>
                  <a:pt x="19" y="297"/>
                </a:lnTo>
                <a:lnTo>
                  <a:pt x="23" y="297"/>
                </a:lnTo>
                <a:lnTo>
                  <a:pt x="24" y="296"/>
                </a:lnTo>
                <a:lnTo>
                  <a:pt x="24" y="294"/>
                </a:lnTo>
                <a:lnTo>
                  <a:pt x="24" y="293"/>
                </a:lnTo>
                <a:lnTo>
                  <a:pt x="25" y="293"/>
                </a:lnTo>
                <a:lnTo>
                  <a:pt x="25" y="294"/>
                </a:lnTo>
                <a:lnTo>
                  <a:pt x="26" y="294"/>
                </a:lnTo>
                <a:lnTo>
                  <a:pt x="27" y="295"/>
                </a:lnTo>
                <a:lnTo>
                  <a:pt x="27" y="294"/>
                </a:lnTo>
                <a:lnTo>
                  <a:pt x="27" y="293"/>
                </a:lnTo>
                <a:lnTo>
                  <a:pt x="28" y="293"/>
                </a:lnTo>
                <a:lnTo>
                  <a:pt x="29" y="292"/>
                </a:lnTo>
                <a:lnTo>
                  <a:pt x="31" y="292"/>
                </a:lnTo>
                <a:lnTo>
                  <a:pt x="32" y="293"/>
                </a:lnTo>
                <a:lnTo>
                  <a:pt x="33" y="293"/>
                </a:lnTo>
                <a:lnTo>
                  <a:pt x="34" y="293"/>
                </a:lnTo>
                <a:lnTo>
                  <a:pt x="35" y="293"/>
                </a:lnTo>
                <a:lnTo>
                  <a:pt x="36" y="293"/>
                </a:lnTo>
                <a:lnTo>
                  <a:pt x="37" y="293"/>
                </a:lnTo>
                <a:lnTo>
                  <a:pt x="38" y="292"/>
                </a:lnTo>
                <a:lnTo>
                  <a:pt x="39" y="291"/>
                </a:lnTo>
                <a:lnTo>
                  <a:pt x="40" y="291"/>
                </a:lnTo>
                <a:lnTo>
                  <a:pt x="40" y="290"/>
                </a:lnTo>
                <a:lnTo>
                  <a:pt x="41" y="290"/>
                </a:lnTo>
                <a:lnTo>
                  <a:pt x="41" y="289"/>
                </a:lnTo>
                <a:lnTo>
                  <a:pt x="41" y="288"/>
                </a:lnTo>
                <a:lnTo>
                  <a:pt x="42" y="288"/>
                </a:lnTo>
                <a:lnTo>
                  <a:pt x="43" y="288"/>
                </a:lnTo>
                <a:lnTo>
                  <a:pt x="44" y="288"/>
                </a:lnTo>
                <a:lnTo>
                  <a:pt x="44" y="287"/>
                </a:lnTo>
                <a:lnTo>
                  <a:pt x="45" y="287"/>
                </a:lnTo>
                <a:lnTo>
                  <a:pt x="46" y="286"/>
                </a:lnTo>
                <a:lnTo>
                  <a:pt x="47" y="286"/>
                </a:lnTo>
                <a:lnTo>
                  <a:pt x="48" y="286"/>
                </a:lnTo>
                <a:lnTo>
                  <a:pt x="48" y="285"/>
                </a:lnTo>
                <a:lnTo>
                  <a:pt x="48" y="284"/>
                </a:lnTo>
                <a:lnTo>
                  <a:pt x="48" y="283"/>
                </a:lnTo>
                <a:lnTo>
                  <a:pt x="48" y="282"/>
                </a:lnTo>
                <a:lnTo>
                  <a:pt x="48" y="281"/>
                </a:lnTo>
                <a:lnTo>
                  <a:pt x="48" y="280"/>
                </a:lnTo>
                <a:lnTo>
                  <a:pt x="47" y="280"/>
                </a:lnTo>
                <a:lnTo>
                  <a:pt x="47" y="279"/>
                </a:lnTo>
                <a:lnTo>
                  <a:pt x="48" y="279"/>
                </a:lnTo>
                <a:lnTo>
                  <a:pt x="49" y="278"/>
                </a:lnTo>
                <a:lnTo>
                  <a:pt x="51" y="278"/>
                </a:lnTo>
                <a:lnTo>
                  <a:pt x="51" y="277"/>
                </a:lnTo>
                <a:lnTo>
                  <a:pt x="51" y="276"/>
                </a:lnTo>
                <a:lnTo>
                  <a:pt x="52" y="275"/>
                </a:lnTo>
                <a:lnTo>
                  <a:pt x="53" y="275"/>
                </a:lnTo>
                <a:lnTo>
                  <a:pt x="53" y="274"/>
                </a:lnTo>
                <a:lnTo>
                  <a:pt x="53" y="273"/>
                </a:lnTo>
                <a:lnTo>
                  <a:pt x="53" y="272"/>
                </a:lnTo>
                <a:lnTo>
                  <a:pt x="54" y="272"/>
                </a:lnTo>
                <a:lnTo>
                  <a:pt x="55" y="271"/>
                </a:lnTo>
                <a:lnTo>
                  <a:pt x="55" y="269"/>
                </a:lnTo>
                <a:lnTo>
                  <a:pt x="56" y="269"/>
                </a:lnTo>
                <a:lnTo>
                  <a:pt x="55" y="269"/>
                </a:lnTo>
                <a:lnTo>
                  <a:pt x="56" y="269"/>
                </a:lnTo>
                <a:lnTo>
                  <a:pt x="57" y="269"/>
                </a:lnTo>
                <a:lnTo>
                  <a:pt x="57" y="268"/>
                </a:lnTo>
                <a:lnTo>
                  <a:pt x="58" y="268"/>
                </a:lnTo>
                <a:lnTo>
                  <a:pt x="58" y="267"/>
                </a:lnTo>
                <a:lnTo>
                  <a:pt x="59" y="267"/>
                </a:lnTo>
                <a:lnTo>
                  <a:pt x="60" y="265"/>
                </a:lnTo>
                <a:lnTo>
                  <a:pt x="60" y="264"/>
                </a:lnTo>
                <a:lnTo>
                  <a:pt x="61" y="263"/>
                </a:lnTo>
                <a:lnTo>
                  <a:pt x="62" y="263"/>
                </a:lnTo>
                <a:lnTo>
                  <a:pt x="62" y="262"/>
                </a:lnTo>
                <a:lnTo>
                  <a:pt x="64" y="261"/>
                </a:lnTo>
                <a:lnTo>
                  <a:pt x="66" y="261"/>
                </a:lnTo>
                <a:lnTo>
                  <a:pt x="67" y="261"/>
                </a:lnTo>
                <a:lnTo>
                  <a:pt x="69" y="261"/>
                </a:lnTo>
                <a:lnTo>
                  <a:pt x="69" y="260"/>
                </a:lnTo>
                <a:lnTo>
                  <a:pt x="70" y="260"/>
                </a:lnTo>
                <a:lnTo>
                  <a:pt x="71" y="260"/>
                </a:lnTo>
                <a:lnTo>
                  <a:pt x="72" y="260"/>
                </a:lnTo>
                <a:lnTo>
                  <a:pt x="74" y="260"/>
                </a:lnTo>
                <a:lnTo>
                  <a:pt x="75" y="259"/>
                </a:lnTo>
                <a:lnTo>
                  <a:pt x="76" y="259"/>
                </a:lnTo>
                <a:lnTo>
                  <a:pt x="77" y="259"/>
                </a:lnTo>
                <a:lnTo>
                  <a:pt x="78" y="259"/>
                </a:lnTo>
                <a:lnTo>
                  <a:pt x="79" y="259"/>
                </a:lnTo>
                <a:lnTo>
                  <a:pt x="79" y="257"/>
                </a:lnTo>
                <a:lnTo>
                  <a:pt x="79" y="256"/>
                </a:lnTo>
                <a:lnTo>
                  <a:pt x="79" y="255"/>
                </a:lnTo>
                <a:lnTo>
                  <a:pt x="80" y="255"/>
                </a:lnTo>
                <a:lnTo>
                  <a:pt x="80" y="254"/>
                </a:lnTo>
                <a:lnTo>
                  <a:pt x="80" y="253"/>
                </a:lnTo>
                <a:lnTo>
                  <a:pt x="81" y="254"/>
                </a:lnTo>
                <a:lnTo>
                  <a:pt x="82" y="252"/>
                </a:lnTo>
                <a:lnTo>
                  <a:pt x="82" y="251"/>
                </a:lnTo>
                <a:lnTo>
                  <a:pt x="83" y="251"/>
                </a:lnTo>
                <a:lnTo>
                  <a:pt x="84" y="251"/>
                </a:lnTo>
                <a:lnTo>
                  <a:pt x="85" y="250"/>
                </a:lnTo>
                <a:lnTo>
                  <a:pt x="85" y="249"/>
                </a:lnTo>
                <a:lnTo>
                  <a:pt x="86" y="248"/>
                </a:lnTo>
                <a:lnTo>
                  <a:pt x="89" y="249"/>
                </a:lnTo>
                <a:lnTo>
                  <a:pt x="90" y="249"/>
                </a:lnTo>
                <a:lnTo>
                  <a:pt x="91" y="249"/>
                </a:lnTo>
                <a:lnTo>
                  <a:pt x="92" y="249"/>
                </a:lnTo>
                <a:lnTo>
                  <a:pt x="92" y="248"/>
                </a:lnTo>
                <a:lnTo>
                  <a:pt x="94" y="248"/>
                </a:lnTo>
                <a:lnTo>
                  <a:pt x="94" y="247"/>
                </a:lnTo>
                <a:lnTo>
                  <a:pt x="95" y="246"/>
                </a:lnTo>
                <a:lnTo>
                  <a:pt x="95" y="247"/>
                </a:lnTo>
                <a:lnTo>
                  <a:pt x="95" y="248"/>
                </a:lnTo>
                <a:lnTo>
                  <a:pt x="95" y="247"/>
                </a:lnTo>
                <a:lnTo>
                  <a:pt x="95" y="246"/>
                </a:lnTo>
                <a:lnTo>
                  <a:pt x="96" y="244"/>
                </a:lnTo>
                <a:lnTo>
                  <a:pt x="96" y="243"/>
                </a:lnTo>
                <a:lnTo>
                  <a:pt x="95" y="243"/>
                </a:lnTo>
                <a:lnTo>
                  <a:pt x="95" y="242"/>
                </a:lnTo>
                <a:lnTo>
                  <a:pt x="96" y="241"/>
                </a:lnTo>
                <a:lnTo>
                  <a:pt x="97" y="241"/>
                </a:lnTo>
                <a:lnTo>
                  <a:pt x="98" y="241"/>
                </a:lnTo>
                <a:lnTo>
                  <a:pt x="98" y="240"/>
                </a:lnTo>
                <a:lnTo>
                  <a:pt x="98" y="239"/>
                </a:lnTo>
                <a:lnTo>
                  <a:pt x="98" y="238"/>
                </a:lnTo>
                <a:lnTo>
                  <a:pt x="99" y="237"/>
                </a:lnTo>
                <a:lnTo>
                  <a:pt x="101" y="237"/>
                </a:lnTo>
                <a:lnTo>
                  <a:pt x="102" y="237"/>
                </a:lnTo>
                <a:lnTo>
                  <a:pt x="103" y="237"/>
                </a:lnTo>
                <a:lnTo>
                  <a:pt x="104" y="236"/>
                </a:lnTo>
                <a:lnTo>
                  <a:pt x="106" y="236"/>
                </a:lnTo>
                <a:lnTo>
                  <a:pt x="107" y="236"/>
                </a:lnTo>
                <a:lnTo>
                  <a:pt x="108" y="237"/>
                </a:lnTo>
                <a:lnTo>
                  <a:pt x="109" y="237"/>
                </a:lnTo>
                <a:lnTo>
                  <a:pt x="110" y="237"/>
                </a:lnTo>
                <a:lnTo>
                  <a:pt x="111" y="237"/>
                </a:lnTo>
                <a:lnTo>
                  <a:pt x="111" y="236"/>
                </a:lnTo>
                <a:lnTo>
                  <a:pt x="111" y="235"/>
                </a:lnTo>
                <a:lnTo>
                  <a:pt x="111" y="234"/>
                </a:lnTo>
                <a:lnTo>
                  <a:pt x="111" y="233"/>
                </a:lnTo>
                <a:lnTo>
                  <a:pt x="111" y="232"/>
                </a:lnTo>
                <a:lnTo>
                  <a:pt x="112" y="231"/>
                </a:lnTo>
                <a:lnTo>
                  <a:pt x="113" y="231"/>
                </a:lnTo>
                <a:lnTo>
                  <a:pt x="113" y="230"/>
                </a:lnTo>
                <a:lnTo>
                  <a:pt x="113" y="229"/>
                </a:lnTo>
                <a:lnTo>
                  <a:pt x="113" y="228"/>
                </a:lnTo>
                <a:lnTo>
                  <a:pt x="114" y="228"/>
                </a:lnTo>
                <a:lnTo>
                  <a:pt x="114" y="227"/>
                </a:lnTo>
                <a:lnTo>
                  <a:pt x="113" y="227"/>
                </a:lnTo>
                <a:lnTo>
                  <a:pt x="114" y="227"/>
                </a:lnTo>
                <a:lnTo>
                  <a:pt x="114" y="226"/>
                </a:lnTo>
                <a:lnTo>
                  <a:pt x="114" y="225"/>
                </a:lnTo>
                <a:lnTo>
                  <a:pt x="114" y="224"/>
                </a:lnTo>
                <a:lnTo>
                  <a:pt x="115" y="224"/>
                </a:lnTo>
                <a:lnTo>
                  <a:pt x="115" y="223"/>
                </a:lnTo>
                <a:lnTo>
                  <a:pt x="115" y="222"/>
                </a:lnTo>
                <a:lnTo>
                  <a:pt x="114" y="222"/>
                </a:lnTo>
                <a:lnTo>
                  <a:pt x="113" y="222"/>
                </a:lnTo>
                <a:lnTo>
                  <a:pt x="113" y="223"/>
                </a:lnTo>
                <a:lnTo>
                  <a:pt x="112" y="223"/>
                </a:lnTo>
                <a:lnTo>
                  <a:pt x="111" y="223"/>
                </a:lnTo>
                <a:lnTo>
                  <a:pt x="110" y="224"/>
                </a:lnTo>
                <a:lnTo>
                  <a:pt x="110" y="225"/>
                </a:lnTo>
                <a:lnTo>
                  <a:pt x="109" y="225"/>
                </a:lnTo>
                <a:lnTo>
                  <a:pt x="109" y="226"/>
                </a:lnTo>
                <a:lnTo>
                  <a:pt x="108" y="226"/>
                </a:lnTo>
                <a:lnTo>
                  <a:pt x="109" y="226"/>
                </a:lnTo>
                <a:lnTo>
                  <a:pt x="107" y="227"/>
                </a:lnTo>
                <a:lnTo>
                  <a:pt x="107" y="228"/>
                </a:lnTo>
                <a:lnTo>
                  <a:pt x="106" y="228"/>
                </a:lnTo>
                <a:lnTo>
                  <a:pt x="106" y="229"/>
                </a:lnTo>
                <a:lnTo>
                  <a:pt x="105" y="229"/>
                </a:lnTo>
                <a:lnTo>
                  <a:pt x="104" y="229"/>
                </a:lnTo>
                <a:lnTo>
                  <a:pt x="103" y="229"/>
                </a:lnTo>
                <a:lnTo>
                  <a:pt x="102" y="229"/>
                </a:lnTo>
                <a:lnTo>
                  <a:pt x="101" y="230"/>
                </a:lnTo>
                <a:lnTo>
                  <a:pt x="100" y="230"/>
                </a:lnTo>
                <a:lnTo>
                  <a:pt x="99" y="231"/>
                </a:lnTo>
                <a:lnTo>
                  <a:pt x="98" y="231"/>
                </a:lnTo>
                <a:lnTo>
                  <a:pt x="97" y="231"/>
                </a:lnTo>
                <a:lnTo>
                  <a:pt x="96" y="231"/>
                </a:lnTo>
                <a:lnTo>
                  <a:pt x="95" y="232"/>
                </a:lnTo>
                <a:lnTo>
                  <a:pt x="94" y="232"/>
                </a:lnTo>
                <a:lnTo>
                  <a:pt x="94" y="233"/>
                </a:lnTo>
                <a:lnTo>
                  <a:pt x="93" y="233"/>
                </a:lnTo>
                <a:lnTo>
                  <a:pt x="92" y="233"/>
                </a:lnTo>
                <a:lnTo>
                  <a:pt x="92" y="232"/>
                </a:lnTo>
                <a:lnTo>
                  <a:pt x="91" y="232"/>
                </a:lnTo>
                <a:lnTo>
                  <a:pt x="90" y="232"/>
                </a:lnTo>
                <a:lnTo>
                  <a:pt x="89" y="232"/>
                </a:lnTo>
                <a:lnTo>
                  <a:pt x="88" y="233"/>
                </a:lnTo>
                <a:lnTo>
                  <a:pt x="87" y="233"/>
                </a:lnTo>
                <a:lnTo>
                  <a:pt x="87" y="234"/>
                </a:lnTo>
                <a:lnTo>
                  <a:pt x="86" y="234"/>
                </a:lnTo>
                <a:lnTo>
                  <a:pt x="87" y="234"/>
                </a:lnTo>
                <a:lnTo>
                  <a:pt x="86" y="235"/>
                </a:lnTo>
                <a:lnTo>
                  <a:pt x="86" y="236"/>
                </a:lnTo>
                <a:lnTo>
                  <a:pt x="85" y="236"/>
                </a:lnTo>
                <a:lnTo>
                  <a:pt x="83" y="237"/>
                </a:lnTo>
                <a:lnTo>
                  <a:pt x="82" y="237"/>
                </a:lnTo>
                <a:lnTo>
                  <a:pt x="81" y="236"/>
                </a:lnTo>
                <a:lnTo>
                  <a:pt x="80" y="237"/>
                </a:lnTo>
                <a:lnTo>
                  <a:pt x="79" y="237"/>
                </a:lnTo>
                <a:lnTo>
                  <a:pt x="78" y="237"/>
                </a:lnTo>
                <a:lnTo>
                  <a:pt x="78" y="238"/>
                </a:lnTo>
                <a:lnTo>
                  <a:pt x="78" y="239"/>
                </a:lnTo>
                <a:lnTo>
                  <a:pt x="77" y="240"/>
                </a:lnTo>
                <a:lnTo>
                  <a:pt x="76" y="240"/>
                </a:lnTo>
                <a:lnTo>
                  <a:pt x="75" y="240"/>
                </a:lnTo>
                <a:lnTo>
                  <a:pt x="75" y="241"/>
                </a:lnTo>
                <a:lnTo>
                  <a:pt x="74" y="241"/>
                </a:lnTo>
                <a:lnTo>
                  <a:pt x="74" y="242"/>
                </a:lnTo>
                <a:lnTo>
                  <a:pt x="72" y="241"/>
                </a:lnTo>
                <a:lnTo>
                  <a:pt x="71" y="241"/>
                </a:lnTo>
                <a:lnTo>
                  <a:pt x="70" y="241"/>
                </a:lnTo>
                <a:lnTo>
                  <a:pt x="69" y="241"/>
                </a:lnTo>
                <a:lnTo>
                  <a:pt x="69" y="242"/>
                </a:lnTo>
                <a:lnTo>
                  <a:pt x="68" y="242"/>
                </a:lnTo>
                <a:lnTo>
                  <a:pt x="67" y="242"/>
                </a:lnTo>
                <a:lnTo>
                  <a:pt x="67" y="243"/>
                </a:lnTo>
                <a:lnTo>
                  <a:pt x="65" y="244"/>
                </a:lnTo>
                <a:lnTo>
                  <a:pt x="63" y="245"/>
                </a:lnTo>
                <a:lnTo>
                  <a:pt x="62" y="245"/>
                </a:lnTo>
                <a:lnTo>
                  <a:pt x="61" y="245"/>
                </a:lnTo>
                <a:lnTo>
                  <a:pt x="60" y="245"/>
                </a:lnTo>
                <a:lnTo>
                  <a:pt x="60" y="246"/>
                </a:lnTo>
                <a:lnTo>
                  <a:pt x="59" y="246"/>
                </a:lnTo>
                <a:lnTo>
                  <a:pt x="59" y="247"/>
                </a:lnTo>
                <a:lnTo>
                  <a:pt x="58" y="247"/>
                </a:lnTo>
                <a:lnTo>
                  <a:pt x="57" y="247"/>
                </a:lnTo>
                <a:lnTo>
                  <a:pt x="57" y="248"/>
                </a:lnTo>
                <a:lnTo>
                  <a:pt x="56" y="248"/>
                </a:lnTo>
                <a:lnTo>
                  <a:pt x="55" y="250"/>
                </a:lnTo>
                <a:lnTo>
                  <a:pt x="53" y="252"/>
                </a:lnTo>
                <a:lnTo>
                  <a:pt x="53" y="253"/>
                </a:lnTo>
                <a:lnTo>
                  <a:pt x="52" y="253"/>
                </a:lnTo>
                <a:lnTo>
                  <a:pt x="52" y="254"/>
                </a:lnTo>
                <a:lnTo>
                  <a:pt x="51" y="254"/>
                </a:lnTo>
                <a:lnTo>
                  <a:pt x="50" y="255"/>
                </a:lnTo>
                <a:lnTo>
                  <a:pt x="49" y="255"/>
                </a:lnTo>
                <a:lnTo>
                  <a:pt x="49" y="256"/>
                </a:lnTo>
                <a:lnTo>
                  <a:pt x="48" y="256"/>
                </a:lnTo>
                <a:lnTo>
                  <a:pt x="48" y="255"/>
                </a:lnTo>
                <a:lnTo>
                  <a:pt x="47" y="255"/>
                </a:lnTo>
                <a:lnTo>
                  <a:pt x="46" y="254"/>
                </a:lnTo>
                <a:lnTo>
                  <a:pt x="46" y="253"/>
                </a:lnTo>
                <a:lnTo>
                  <a:pt x="46" y="252"/>
                </a:lnTo>
                <a:lnTo>
                  <a:pt x="47" y="252"/>
                </a:lnTo>
                <a:lnTo>
                  <a:pt x="47" y="251"/>
                </a:lnTo>
                <a:lnTo>
                  <a:pt x="47" y="250"/>
                </a:lnTo>
                <a:lnTo>
                  <a:pt x="48" y="249"/>
                </a:lnTo>
                <a:lnTo>
                  <a:pt x="48" y="248"/>
                </a:lnTo>
                <a:lnTo>
                  <a:pt x="47" y="247"/>
                </a:lnTo>
                <a:lnTo>
                  <a:pt x="48" y="247"/>
                </a:lnTo>
                <a:lnTo>
                  <a:pt x="49" y="246"/>
                </a:lnTo>
                <a:lnTo>
                  <a:pt x="49" y="244"/>
                </a:lnTo>
                <a:lnTo>
                  <a:pt x="49" y="241"/>
                </a:lnTo>
                <a:lnTo>
                  <a:pt x="49" y="240"/>
                </a:lnTo>
                <a:lnTo>
                  <a:pt x="48" y="240"/>
                </a:lnTo>
                <a:lnTo>
                  <a:pt x="48" y="239"/>
                </a:lnTo>
                <a:lnTo>
                  <a:pt x="49" y="238"/>
                </a:lnTo>
                <a:lnTo>
                  <a:pt x="48" y="238"/>
                </a:lnTo>
                <a:lnTo>
                  <a:pt x="48" y="237"/>
                </a:lnTo>
                <a:lnTo>
                  <a:pt x="48" y="236"/>
                </a:lnTo>
                <a:lnTo>
                  <a:pt x="49" y="236"/>
                </a:lnTo>
                <a:lnTo>
                  <a:pt x="50" y="236"/>
                </a:lnTo>
                <a:lnTo>
                  <a:pt x="51" y="236"/>
                </a:lnTo>
                <a:lnTo>
                  <a:pt x="52" y="235"/>
                </a:lnTo>
                <a:lnTo>
                  <a:pt x="52" y="234"/>
                </a:lnTo>
                <a:lnTo>
                  <a:pt x="53" y="234"/>
                </a:lnTo>
                <a:lnTo>
                  <a:pt x="54" y="233"/>
                </a:lnTo>
                <a:lnTo>
                  <a:pt x="55" y="233"/>
                </a:lnTo>
                <a:lnTo>
                  <a:pt x="56" y="233"/>
                </a:lnTo>
                <a:lnTo>
                  <a:pt x="56" y="231"/>
                </a:lnTo>
                <a:lnTo>
                  <a:pt x="57" y="230"/>
                </a:lnTo>
                <a:lnTo>
                  <a:pt x="56" y="230"/>
                </a:lnTo>
                <a:lnTo>
                  <a:pt x="57" y="229"/>
                </a:lnTo>
                <a:lnTo>
                  <a:pt x="56" y="228"/>
                </a:lnTo>
                <a:lnTo>
                  <a:pt x="56" y="227"/>
                </a:lnTo>
                <a:lnTo>
                  <a:pt x="57" y="227"/>
                </a:lnTo>
                <a:lnTo>
                  <a:pt x="57" y="226"/>
                </a:lnTo>
                <a:lnTo>
                  <a:pt x="57" y="225"/>
                </a:lnTo>
                <a:lnTo>
                  <a:pt x="58" y="225"/>
                </a:lnTo>
                <a:lnTo>
                  <a:pt x="59" y="224"/>
                </a:lnTo>
                <a:lnTo>
                  <a:pt x="59" y="223"/>
                </a:lnTo>
                <a:lnTo>
                  <a:pt x="59" y="222"/>
                </a:lnTo>
                <a:lnTo>
                  <a:pt x="60" y="221"/>
                </a:lnTo>
                <a:lnTo>
                  <a:pt x="60" y="220"/>
                </a:lnTo>
                <a:lnTo>
                  <a:pt x="60" y="219"/>
                </a:lnTo>
                <a:lnTo>
                  <a:pt x="60" y="218"/>
                </a:lnTo>
                <a:lnTo>
                  <a:pt x="60" y="217"/>
                </a:lnTo>
                <a:lnTo>
                  <a:pt x="59" y="217"/>
                </a:lnTo>
                <a:lnTo>
                  <a:pt x="59" y="216"/>
                </a:lnTo>
                <a:lnTo>
                  <a:pt x="60" y="216"/>
                </a:lnTo>
                <a:lnTo>
                  <a:pt x="59" y="215"/>
                </a:lnTo>
                <a:lnTo>
                  <a:pt x="59" y="214"/>
                </a:lnTo>
                <a:lnTo>
                  <a:pt x="59" y="213"/>
                </a:lnTo>
                <a:lnTo>
                  <a:pt x="60" y="213"/>
                </a:lnTo>
                <a:lnTo>
                  <a:pt x="59" y="212"/>
                </a:lnTo>
                <a:lnTo>
                  <a:pt x="59" y="211"/>
                </a:lnTo>
                <a:lnTo>
                  <a:pt x="59" y="209"/>
                </a:lnTo>
                <a:lnTo>
                  <a:pt x="59" y="208"/>
                </a:lnTo>
                <a:lnTo>
                  <a:pt x="58" y="208"/>
                </a:lnTo>
                <a:lnTo>
                  <a:pt x="58" y="207"/>
                </a:lnTo>
                <a:lnTo>
                  <a:pt x="58" y="206"/>
                </a:lnTo>
                <a:lnTo>
                  <a:pt x="58" y="205"/>
                </a:lnTo>
                <a:lnTo>
                  <a:pt x="57" y="205"/>
                </a:lnTo>
                <a:lnTo>
                  <a:pt x="56" y="205"/>
                </a:lnTo>
                <a:lnTo>
                  <a:pt x="55" y="205"/>
                </a:lnTo>
                <a:lnTo>
                  <a:pt x="55" y="204"/>
                </a:lnTo>
                <a:lnTo>
                  <a:pt x="54" y="204"/>
                </a:lnTo>
                <a:lnTo>
                  <a:pt x="54" y="203"/>
                </a:lnTo>
                <a:lnTo>
                  <a:pt x="54" y="202"/>
                </a:lnTo>
                <a:lnTo>
                  <a:pt x="54" y="201"/>
                </a:lnTo>
                <a:lnTo>
                  <a:pt x="54" y="200"/>
                </a:lnTo>
                <a:lnTo>
                  <a:pt x="53" y="200"/>
                </a:lnTo>
                <a:lnTo>
                  <a:pt x="53" y="201"/>
                </a:lnTo>
                <a:lnTo>
                  <a:pt x="52" y="201"/>
                </a:lnTo>
                <a:lnTo>
                  <a:pt x="51" y="201"/>
                </a:lnTo>
                <a:lnTo>
                  <a:pt x="50" y="201"/>
                </a:lnTo>
                <a:lnTo>
                  <a:pt x="50" y="202"/>
                </a:lnTo>
                <a:lnTo>
                  <a:pt x="49" y="202"/>
                </a:lnTo>
                <a:lnTo>
                  <a:pt x="48" y="202"/>
                </a:lnTo>
                <a:lnTo>
                  <a:pt x="48" y="201"/>
                </a:lnTo>
                <a:lnTo>
                  <a:pt x="49" y="201"/>
                </a:lnTo>
                <a:lnTo>
                  <a:pt x="49" y="200"/>
                </a:lnTo>
                <a:lnTo>
                  <a:pt x="49" y="198"/>
                </a:lnTo>
                <a:lnTo>
                  <a:pt x="48" y="196"/>
                </a:lnTo>
                <a:lnTo>
                  <a:pt x="48" y="198"/>
                </a:lnTo>
                <a:lnTo>
                  <a:pt x="47" y="196"/>
                </a:lnTo>
                <a:lnTo>
                  <a:pt x="47" y="195"/>
                </a:lnTo>
                <a:lnTo>
                  <a:pt x="47" y="194"/>
                </a:lnTo>
                <a:lnTo>
                  <a:pt x="47" y="193"/>
                </a:lnTo>
                <a:lnTo>
                  <a:pt x="47" y="192"/>
                </a:lnTo>
                <a:lnTo>
                  <a:pt x="46" y="192"/>
                </a:lnTo>
                <a:lnTo>
                  <a:pt x="46" y="191"/>
                </a:lnTo>
                <a:lnTo>
                  <a:pt x="45" y="191"/>
                </a:lnTo>
                <a:lnTo>
                  <a:pt x="44" y="191"/>
                </a:lnTo>
                <a:lnTo>
                  <a:pt x="43" y="191"/>
                </a:lnTo>
                <a:lnTo>
                  <a:pt x="43" y="190"/>
                </a:lnTo>
                <a:lnTo>
                  <a:pt x="44" y="189"/>
                </a:lnTo>
                <a:lnTo>
                  <a:pt x="44" y="188"/>
                </a:lnTo>
                <a:lnTo>
                  <a:pt x="45" y="188"/>
                </a:lnTo>
                <a:lnTo>
                  <a:pt x="45" y="187"/>
                </a:lnTo>
                <a:lnTo>
                  <a:pt x="44" y="186"/>
                </a:lnTo>
                <a:lnTo>
                  <a:pt x="44" y="185"/>
                </a:lnTo>
                <a:lnTo>
                  <a:pt x="43" y="185"/>
                </a:lnTo>
                <a:lnTo>
                  <a:pt x="43" y="186"/>
                </a:lnTo>
                <a:lnTo>
                  <a:pt x="42" y="186"/>
                </a:lnTo>
                <a:lnTo>
                  <a:pt x="42" y="185"/>
                </a:lnTo>
                <a:lnTo>
                  <a:pt x="42" y="184"/>
                </a:lnTo>
                <a:lnTo>
                  <a:pt x="43" y="184"/>
                </a:lnTo>
                <a:lnTo>
                  <a:pt x="42" y="184"/>
                </a:lnTo>
                <a:lnTo>
                  <a:pt x="42" y="183"/>
                </a:lnTo>
                <a:lnTo>
                  <a:pt x="42" y="182"/>
                </a:lnTo>
                <a:lnTo>
                  <a:pt x="43" y="181"/>
                </a:lnTo>
                <a:lnTo>
                  <a:pt x="43" y="180"/>
                </a:lnTo>
                <a:lnTo>
                  <a:pt x="44" y="179"/>
                </a:lnTo>
                <a:lnTo>
                  <a:pt x="44" y="178"/>
                </a:lnTo>
                <a:lnTo>
                  <a:pt x="45" y="177"/>
                </a:lnTo>
                <a:lnTo>
                  <a:pt x="46" y="176"/>
                </a:lnTo>
                <a:lnTo>
                  <a:pt x="46" y="175"/>
                </a:lnTo>
                <a:lnTo>
                  <a:pt x="46" y="174"/>
                </a:lnTo>
                <a:lnTo>
                  <a:pt x="46" y="173"/>
                </a:lnTo>
                <a:lnTo>
                  <a:pt x="47" y="172"/>
                </a:lnTo>
                <a:lnTo>
                  <a:pt x="47" y="171"/>
                </a:lnTo>
                <a:lnTo>
                  <a:pt x="47" y="170"/>
                </a:lnTo>
                <a:lnTo>
                  <a:pt x="47" y="169"/>
                </a:lnTo>
                <a:lnTo>
                  <a:pt x="48" y="169"/>
                </a:lnTo>
                <a:lnTo>
                  <a:pt x="48" y="168"/>
                </a:lnTo>
                <a:lnTo>
                  <a:pt x="49" y="169"/>
                </a:lnTo>
                <a:lnTo>
                  <a:pt x="50" y="168"/>
                </a:lnTo>
                <a:lnTo>
                  <a:pt x="51" y="167"/>
                </a:lnTo>
                <a:lnTo>
                  <a:pt x="51" y="166"/>
                </a:lnTo>
                <a:lnTo>
                  <a:pt x="51" y="165"/>
                </a:lnTo>
                <a:lnTo>
                  <a:pt x="52" y="165"/>
                </a:lnTo>
                <a:lnTo>
                  <a:pt x="53" y="165"/>
                </a:lnTo>
                <a:lnTo>
                  <a:pt x="53" y="164"/>
                </a:lnTo>
                <a:lnTo>
                  <a:pt x="53" y="163"/>
                </a:lnTo>
                <a:lnTo>
                  <a:pt x="54" y="163"/>
                </a:lnTo>
                <a:lnTo>
                  <a:pt x="54" y="162"/>
                </a:lnTo>
                <a:lnTo>
                  <a:pt x="55" y="162"/>
                </a:lnTo>
                <a:lnTo>
                  <a:pt x="56" y="162"/>
                </a:lnTo>
                <a:lnTo>
                  <a:pt x="56" y="161"/>
                </a:lnTo>
                <a:lnTo>
                  <a:pt x="57" y="161"/>
                </a:lnTo>
                <a:lnTo>
                  <a:pt x="57" y="160"/>
                </a:lnTo>
                <a:lnTo>
                  <a:pt x="57" y="159"/>
                </a:lnTo>
                <a:lnTo>
                  <a:pt x="57" y="158"/>
                </a:lnTo>
                <a:lnTo>
                  <a:pt x="58" y="158"/>
                </a:lnTo>
                <a:lnTo>
                  <a:pt x="58" y="157"/>
                </a:lnTo>
                <a:lnTo>
                  <a:pt x="59" y="156"/>
                </a:lnTo>
                <a:lnTo>
                  <a:pt x="59" y="155"/>
                </a:lnTo>
                <a:lnTo>
                  <a:pt x="60" y="155"/>
                </a:lnTo>
                <a:lnTo>
                  <a:pt x="61" y="155"/>
                </a:lnTo>
                <a:lnTo>
                  <a:pt x="62" y="154"/>
                </a:lnTo>
                <a:lnTo>
                  <a:pt x="63" y="154"/>
                </a:lnTo>
                <a:lnTo>
                  <a:pt x="64" y="154"/>
                </a:lnTo>
                <a:lnTo>
                  <a:pt x="64" y="153"/>
                </a:lnTo>
                <a:lnTo>
                  <a:pt x="64" y="154"/>
                </a:lnTo>
                <a:lnTo>
                  <a:pt x="64" y="153"/>
                </a:lnTo>
                <a:lnTo>
                  <a:pt x="65" y="153"/>
                </a:lnTo>
                <a:lnTo>
                  <a:pt x="66" y="153"/>
                </a:lnTo>
                <a:lnTo>
                  <a:pt x="68" y="153"/>
                </a:lnTo>
                <a:lnTo>
                  <a:pt x="69" y="153"/>
                </a:lnTo>
                <a:lnTo>
                  <a:pt x="69" y="152"/>
                </a:lnTo>
                <a:lnTo>
                  <a:pt x="70" y="152"/>
                </a:lnTo>
                <a:lnTo>
                  <a:pt x="72" y="152"/>
                </a:lnTo>
                <a:lnTo>
                  <a:pt x="72" y="151"/>
                </a:lnTo>
                <a:lnTo>
                  <a:pt x="73" y="151"/>
                </a:lnTo>
                <a:lnTo>
                  <a:pt x="74" y="150"/>
                </a:lnTo>
                <a:lnTo>
                  <a:pt x="75" y="150"/>
                </a:lnTo>
                <a:lnTo>
                  <a:pt x="76" y="149"/>
                </a:lnTo>
                <a:lnTo>
                  <a:pt x="77" y="150"/>
                </a:lnTo>
                <a:lnTo>
                  <a:pt x="78" y="149"/>
                </a:lnTo>
                <a:lnTo>
                  <a:pt x="78" y="148"/>
                </a:lnTo>
                <a:lnTo>
                  <a:pt x="79" y="148"/>
                </a:lnTo>
                <a:lnTo>
                  <a:pt x="79" y="147"/>
                </a:lnTo>
                <a:lnTo>
                  <a:pt x="78" y="147"/>
                </a:lnTo>
                <a:lnTo>
                  <a:pt x="78" y="146"/>
                </a:lnTo>
                <a:lnTo>
                  <a:pt x="79" y="146"/>
                </a:lnTo>
                <a:lnTo>
                  <a:pt x="79" y="144"/>
                </a:lnTo>
                <a:lnTo>
                  <a:pt x="80" y="143"/>
                </a:lnTo>
                <a:lnTo>
                  <a:pt x="80" y="142"/>
                </a:lnTo>
                <a:lnTo>
                  <a:pt x="81" y="142"/>
                </a:lnTo>
                <a:lnTo>
                  <a:pt x="82" y="141"/>
                </a:lnTo>
                <a:lnTo>
                  <a:pt x="83" y="140"/>
                </a:lnTo>
                <a:lnTo>
                  <a:pt x="84" y="140"/>
                </a:lnTo>
                <a:lnTo>
                  <a:pt x="85" y="140"/>
                </a:lnTo>
                <a:lnTo>
                  <a:pt x="85" y="139"/>
                </a:lnTo>
                <a:lnTo>
                  <a:pt x="85" y="138"/>
                </a:lnTo>
                <a:lnTo>
                  <a:pt x="85" y="137"/>
                </a:lnTo>
                <a:lnTo>
                  <a:pt x="85" y="136"/>
                </a:lnTo>
                <a:lnTo>
                  <a:pt x="85" y="137"/>
                </a:lnTo>
                <a:lnTo>
                  <a:pt x="86" y="137"/>
                </a:lnTo>
                <a:lnTo>
                  <a:pt x="86" y="136"/>
                </a:lnTo>
                <a:lnTo>
                  <a:pt x="87" y="136"/>
                </a:lnTo>
                <a:lnTo>
                  <a:pt x="87" y="135"/>
                </a:lnTo>
                <a:lnTo>
                  <a:pt x="88" y="134"/>
                </a:lnTo>
                <a:lnTo>
                  <a:pt x="88" y="133"/>
                </a:lnTo>
                <a:lnTo>
                  <a:pt x="87" y="133"/>
                </a:lnTo>
                <a:lnTo>
                  <a:pt x="87" y="132"/>
                </a:lnTo>
                <a:lnTo>
                  <a:pt x="86" y="132"/>
                </a:lnTo>
                <a:lnTo>
                  <a:pt x="86" y="131"/>
                </a:lnTo>
                <a:lnTo>
                  <a:pt x="87" y="130"/>
                </a:lnTo>
                <a:lnTo>
                  <a:pt x="88" y="130"/>
                </a:lnTo>
                <a:lnTo>
                  <a:pt x="89" y="129"/>
                </a:lnTo>
                <a:lnTo>
                  <a:pt x="89" y="128"/>
                </a:lnTo>
                <a:lnTo>
                  <a:pt x="89" y="127"/>
                </a:lnTo>
                <a:lnTo>
                  <a:pt x="90" y="127"/>
                </a:lnTo>
                <a:lnTo>
                  <a:pt x="91" y="127"/>
                </a:lnTo>
                <a:lnTo>
                  <a:pt x="91" y="126"/>
                </a:lnTo>
                <a:lnTo>
                  <a:pt x="92" y="125"/>
                </a:lnTo>
                <a:lnTo>
                  <a:pt x="93" y="125"/>
                </a:lnTo>
                <a:lnTo>
                  <a:pt x="93" y="124"/>
                </a:lnTo>
                <a:lnTo>
                  <a:pt x="94" y="123"/>
                </a:lnTo>
                <a:lnTo>
                  <a:pt x="94" y="122"/>
                </a:lnTo>
                <a:lnTo>
                  <a:pt x="94" y="121"/>
                </a:lnTo>
                <a:lnTo>
                  <a:pt x="95" y="120"/>
                </a:lnTo>
                <a:lnTo>
                  <a:pt x="95" y="119"/>
                </a:lnTo>
                <a:lnTo>
                  <a:pt x="96" y="119"/>
                </a:lnTo>
                <a:lnTo>
                  <a:pt x="96" y="118"/>
                </a:lnTo>
                <a:lnTo>
                  <a:pt x="96" y="117"/>
                </a:lnTo>
                <a:lnTo>
                  <a:pt x="95" y="116"/>
                </a:lnTo>
                <a:lnTo>
                  <a:pt x="95" y="115"/>
                </a:lnTo>
                <a:lnTo>
                  <a:pt x="96" y="115"/>
                </a:lnTo>
                <a:lnTo>
                  <a:pt x="96" y="114"/>
                </a:lnTo>
                <a:lnTo>
                  <a:pt x="97" y="114"/>
                </a:lnTo>
                <a:lnTo>
                  <a:pt x="97" y="113"/>
                </a:lnTo>
                <a:lnTo>
                  <a:pt x="98" y="112"/>
                </a:lnTo>
                <a:lnTo>
                  <a:pt x="98" y="111"/>
                </a:lnTo>
                <a:lnTo>
                  <a:pt x="98" y="110"/>
                </a:lnTo>
                <a:lnTo>
                  <a:pt x="98" y="109"/>
                </a:lnTo>
                <a:lnTo>
                  <a:pt x="99" y="108"/>
                </a:lnTo>
                <a:lnTo>
                  <a:pt x="100" y="108"/>
                </a:lnTo>
                <a:lnTo>
                  <a:pt x="101" y="107"/>
                </a:lnTo>
                <a:lnTo>
                  <a:pt x="102" y="107"/>
                </a:lnTo>
                <a:lnTo>
                  <a:pt x="103" y="106"/>
                </a:lnTo>
                <a:lnTo>
                  <a:pt x="104" y="106"/>
                </a:lnTo>
                <a:lnTo>
                  <a:pt x="104" y="105"/>
                </a:lnTo>
                <a:lnTo>
                  <a:pt x="103" y="105"/>
                </a:lnTo>
                <a:lnTo>
                  <a:pt x="103" y="104"/>
                </a:lnTo>
                <a:lnTo>
                  <a:pt x="104" y="104"/>
                </a:lnTo>
                <a:lnTo>
                  <a:pt x="104" y="103"/>
                </a:lnTo>
                <a:lnTo>
                  <a:pt x="104" y="102"/>
                </a:lnTo>
                <a:lnTo>
                  <a:pt x="104" y="101"/>
                </a:lnTo>
                <a:lnTo>
                  <a:pt x="103" y="101"/>
                </a:lnTo>
                <a:lnTo>
                  <a:pt x="104" y="100"/>
                </a:lnTo>
                <a:lnTo>
                  <a:pt x="104" y="99"/>
                </a:lnTo>
                <a:lnTo>
                  <a:pt x="105" y="99"/>
                </a:lnTo>
                <a:lnTo>
                  <a:pt x="105" y="98"/>
                </a:lnTo>
                <a:lnTo>
                  <a:pt x="105" y="97"/>
                </a:lnTo>
                <a:lnTo>
                  <a:pt x="104" y="96"/>
                </a:lnTo>
                <a:lnTo>
                  <a:pt x="105" y="95"/>
                </a:lnTo>
                <a:lnTo>
                  <a:pt x="106" y="95"/>
                </a:lnTo>
                <a:lnTo>
                  <a:pt x="107" y="95"/>
                </a:lnTo>
                <a:lnTo>
                  <a:pt x="107" y="94"/>
                </a:lnTo>
                <a:lnTo>
                  <a:pt x="108" y="94"/>
                </a:lnTo>
                <a:lnTo>
                  <a:pt x="109" y="94"/>
                </a:lnTo>
                <a:lnTo>
                  <a:pt x="110" y="94"/>
                </a:lnTo>
                <a:lnTo>
                  <a:pt x="111" y="94"/>
                </a:lnTo>
                <a:lnTo>
                  <a:pt x="111" y="93"/>
                </a:lnTo>
                <a:lnTo>
                  <a:pt x="112" y="93"/>
                </a:lnTo>
                <a:lnTo>
                  <a:pt x="113" y="93"/>
                </a:lnTo>
                <a:lnTo>
                  <a:pt x="113" y="92"/>
                </a:lnTo>
                <a:lnTo>
                  <a:pt x="114" y="92"/>
                </a:lnTo>
                <a:lnTo>
                  <a:pt x="115" y="93"/>
                </a:lnTo>
                <a:lnTo>
                  <a:pt x="116" y="93"/>
                </a:lnTo>
                <a:lnTo>
                  <a:pt x="116" y="92"/>
                </a:lnTo>
                <a:lnTo>
                  <a:pt x="117" y="92"/>
                </a:lnTo>
                <a:lnTo>
                  <a:pt x="118" y="92"/>
                </a:lnTo>
                <a:lnTo>
                  <a:pt x="119" y="92"/>
                </a:lnTo>
                <a:lnTo>
                  <a:pt x="121" y="91"/>
                </a:lnTo>
                <a:lnTo>
                  <a:pt x="122" y="92"/>
                </a:lnTo>
                <a:lnTo>
                  <a:pt x="123" y="92"/>
                </a:lnTo>
                <a:lnTo>
                  <a:pt x="123" y="93"/>
                </a:lnTo>
                <a:lnTo>
                  <a:pt x="124" y="93"/>
                </a:lnTo>
                <a:lnTo>
                  <a:pt x="125" y="93"/>
                </a:lnTo>
                <a:lnTo>
                  <a:pt x="126" y="93"/>
                </a:lnTo>
                <a:lnTo>
                  <a:pt x="127" y="93"/>
                </a:lnTo>
                <a:lnTo>
                  <a:pt x="128" y="93"/>
                </a:lnTo>
                <a:lnTo>
                  <a:pt x="128" y="92"/>
                </a:lnTo>
                <a:lnTo>
                  <a:pt x="129" y="92"/>
                </a:lnTo>
                <a:lnTo>
                  <a:pt x="129" y="91"/>
                </a:lnTo>
                <a:lnTo>
                  <a:pt x="130" y="91"/>
                </a:lnTo>
                <a:lnTo>
                  <a:pt x="130" y="90"/>
                </a:lnTo>
                <a:lnTo>
                  <a:pt x="131" y="90"/>
                </a:lnTo>
                <a:lnTo>
                  <a:pt x="131" y="89"/>
                </a:lnTo>
                <a:lnTo>
                  <a:pt x="132" y="89"/>
                </a:lnTo>
                <a:lnTo>
                  <a:pt x="131" y="88"/>
                </a:lnTo>
                <a:lnTo>
                  <a:pt x="131" y="87"/>
                </a:lnTo>
                <a:lnTo>
                  <a:pt x="130" y="87"/>
                </a:lnTo>
                <a:lnTo>
                  <a:pt x="131" y="87"/>
                </a:lnTo>
                <a:lnTo>
                  <a:pt x="131" y="86"/>
                </a:lnTo>
                <a:lnTo>
                  <a:pt x="130" y="86"/>
                </a:lnTo>
                <a:lnTo>
                  <a:pt x="130" y="87"/>
                </a:lnTo>
                <a:lnTo>
                  <a:pt x="129" y="87"/>
                </a:lnTo>
                <a:lnTo>
                  <a:pt x="127" y="87"/>
                </a:lnTo>
                <a:lnTo>
                  <a:pt x="127" y="86"/>
                </a:lnTo>
                <a:lnTo>
                  <a:pt x="128" y="85"/>
                </a:lnTo>
                <a:lnTo>
                  <a:pt x="128" y="84"/>
                </a:lnTo>
                <a:lnTo>
                  <a:pt x="127" y="83"/>
                </a:lnTo>
                <a:lnTo>
                  <a:pt x="127" y="82"/>
                </a:lnTo>
                <a:lnTo>
                  <a:pt x="126" y="82"/>
                </a:lnTo>
                <a:lnTo>
                  <a:pt x="126" y="81"/>
                </a:lnTo>
                <a:lnTo>
                  <a:pt x="127" y="81"/>
                </a:lnTo>
                <a:lnTo>
                  <a:pt x="128" y="81"/>
                </a:lnTo>
                <a:lnTo>
                  <a:pt x="128" y="80"/>
                </a:lnTo>
                <a:lnTo>
                  <a:pt x="129" y="80"/>
                </a:lnTo>
                <a:lnTo>
                  <a:pt x="129" y="81"/>
                </a:lnTo>
                <a:lnTo>
                  <a:pt x="130" y="81"/>
                </a:lnTo>
                <a:lnTo>
                  <a:pt x="130" y="82"/>
                </a:lnTo>
                <a:lnTo>
                  <a:pt x="131" y="82"/>
                </a:lnTo>
                <a:lnTo>
                  <a:pt x="131" y="83"/>
                </a:lnTo>
                <a:lnTo>
                  <a:pt x="131" y="82"/>
                </a:lnTo>
                <a:lnTo>
                  <a:pt x="132" y="82"/>
                </a:lnTo>
                <a:lnTo>
                  <a:pt x="131" y="82"/>
                </a:lnTo>
                <a:lnTo>
                  <a:pt x="131" y="81"/>
                </a:lnTo>
                <a:lnTo>
                  <a:pt x="132" y="81"/>
                </a:lnTo>
                <a:lnTo>
                  <a:pt x="132" y="80"/>
                </a:lnTo>
                <a:lnTo>
                  <a:pt x="133" y="80"/>
                </a:lnTo>
                <a:lnTo>
                  <a:pt x="133" y="79"/>
                </a:lnTo>
                <a:lnTo>
                  <a:pt x="132" y="79"/>
                </a:lnTo>
                <a:lnTo>
                  <a:pt x="132" y="78"/>
                </a:lnTo>
                <a:lnTo>
                  <a:pt x="131" y="78"/>
                </a:lnTo>
                <a:lnTo>
                  <a:pt x="132" y="78"/>
                </a:lnTo>
                <a:lnTo>
                  <a:pt x="132" y="77"/>
                </a:lnTo>
                <a:lnTo>
                  <a:pt x="131" y="77"/>
                </a:lnTo>
                <a:lnTo>
                  <a:pt x="132" y="77"/>
                </a:lnTo>
                <a:lnTo>
                  <a:pt x="133" y="77"/>
                </a:lnTo>
                <a:lnTo>
                  <a:pt x="132" y="76"/>
                </a:lnTo>
                <a:lnTo>
                  <a:pt x="132" y="75"/>
                </a:lnTo>
                <a:lnTo>
                  <a:pt x="133" y="75"/>
                </a:lnTo>
                <a:lnTo>
                  <a:pt x="132" y="74"/>
                </a:lnTo>
                <a:lnTo>
                  <a:pt x="133" y="73"/>
                </a:lnTo>
                <a:lnTo>
                  <a:pt x="133" y="72"/>
                </a:lnTo>
                <a:lnTo>
                  <a:pt x="134" y="72"/>
                </a:lnTo>
                <a:lnTo>
                  <a:pt x="134" y="73"/>
                </a:lnTo>
                <a:lnTo>
                  <a:pt x="134" y="72"/>
                </a:lnTo>
                <a:lnTo>
                  <a:pt x="135" y="72"/>
                </a:lnTo>
                <a:lnTo>
                  <a:pt x="136" y="72"/>
                </a:lnTo>
                <a:lnTo>
                  <a:pt x="136" y="71"/>
                </a:lnTo>
                <a:lnTo>
                  <a:pt x="135" y="71"/>
                </a:lnTo>
                <a:lnTo>
                  <a:pt x="136" y="71"/>
                </a:lnTo>
                <a:lnTo>
                  <a:pt x="137" y="71"/>
                </a:lnTo>
                <a:lnTo>
                  <a:pt x="137" y="72"/>
                </a:lnTo>
                <a:lnTo>
                  <a:pt x="138" y="73"/>
                </a:lnTo>
                <a:lnTo>
                  <a:pt x="139" y="73"/>
                </a:lnTo>
                <a:lnTo>
                  <a:pt x="139" y="72"/>
                </a:lnTo>
                <a:lnTo>
                  <a:pt x="140" y="73"/>
                </a:lnTo>
                <a:lnTo>
                  <a:pt x="140" y="74"/>
                </a:lnTo>
                <a:lnTo>
                  <a:pt x="140" y="75"/>
                </a:lnTo>
                <a:lnTo>
                  <a:pt x="139" y="76"/>
                </a:lnTo>
                <a:lnTo>
                  <a:pt x="140" y="76"/>
                </a:lnTo>
                <a:lnTo>
                  <a:pt x="140" y="77"/>
                </a:lnTo>
                <a:lnTo>
                  <a:pt x="141" y="77"/>
                </a:lnTo>
                <a:lnTo>
                  <a:pt x="141" y="78"/>
                </a:lnTo>
                <a:lnTo>
                  <a:pt x="142" y="78"/>
                </a:lnTo>
                <a:lnTo>
                  <a:pt x="143" y="78"/>
                </a:lnTo>
                <a:lnTo>
                  <a:pt x="143" y="79"/>
                </a:lnTo>
                <a:lnTo>
                  <a:pt x="143" y="80"/>
                </a:lnTo>
                <a:lnTo>
                  <a:pt x="144" y="81"/>
                </a:lnTo>
                <a:lnTo>
                  <a:pt x="145" y="81"/>
                </a:lnTo>
                <a:lnTo>
                  <a:pt x="146" y="82"/>
                </a:lnTo>
                <a:lnTo>
                  <a:pt x="146" y="81"/>
                </a:lnTo>
                <a:lnTo>
                  <a:pt x="146" y="79"/>
                </a:lnTo>
                <a:lnTo>
                  <a:pt x="147" y="78"/>
                </a:lnTo>
                <a:lnTo>
                  <a:pt x="148" y="78"/>
                </a:lnTo>
                <a:lnTo>
                  <a:pt x="148" y="77"/>
                </a:lnTo>
                <a:lnTo>
                  <a:pt x="149" y="77"/>
                </a:lnTo>
                <a:lnTo>
                  <a:pt x="150" y="77"/>
                </a:lnTo>
                <a:lnTo>
                  <a:pt x="150" y="76"/>
                </a:lnTo>
                <a:lnTo>
                  <a:pt x="151" y="75"/>
                </a:lnTo>
                <a:lnTo>
                  <a:pt x="152" y="75"/>
                </a:lnTo>
                <a:lnTo>
                  <a:pt x="152" y="74"/>
                </a:lnTo>
                <a:lnTo>
                  <a:pt x="153" y="74"/>
                </a:lnTo>
                <a:lnTo>
                  <a:pt x="153" y="73"/>
                </a:lnTo>
                <a:lnTo>
                  <a:pt x="155" y="72"/>
                </a:lnTo>
                <a:lnTo>
                  <a:pt x="155" y="71"/>
                </a:lnTo>
                <a:lnTo>
                  <a:pt x="157" y="70"/>
                </a:lnTo>
                <a:lnTo>
                  <a:pt x="157" y="69"/>
                </a:lnTo>
                <a:lnTo>
                  <a:pt x="158" y="68"/>
                </a:lnTo>
                <a:lnTo>
                  <a:pt x="160" y="67"/>
                </a:lnTo>
                <a:lnTo>
                  <a:pt x="161" y="66"/>
                </a:lnTo>
                <a:lnTo>
                  <a:pt x="162" y="65"/>
                </a:lnTo>
                <a:lnTo>
                  <a:pt x="162" y="64"/>
                </a:lnTo>
                <a:lnTo>
                  <a:pt x="163" y="64"/>
                </a:lnTo>
                <a:lnTo>
                  <a:pt x="163" y="63"/>
                </a:lnTo>
                <a:lnTo>
                  <a:pt x="164" y="62"/>
                </a:lnTo>
                <a:lnTo>
                  <a:pt x="164" y="61"/>
                </a:lnTo>
                <a:lnTo>
                  <a:pt x="164" y="60"/>
                </a:lnTo>
                <a:lnTo>
                  <a:pt x="164" y="61"/>
                </a:lnTo>
                <a:lnTo>
                  <a:pt x="165" y="61"/>
                </a:lnTo>
                <a:lnTo>
                  <a:pt x="166" y="60"/>
                </a:lnTo>
                <a:lnTo>
                  <a:pt x="167" y="59"/>
                </a:lnTo>
                <a:lnTo>
                  <a:pt x="167" y="57"/>
                </a:lnTo>
                <a:lnTo>
                  <a:pt x="167" y="56"/>
                </a:lnTo>
                <a:lnTo>
                  <a:pt x="168" y="56"/>
                </a:lnTo>
                <a:lnTo>
                  <a:pt x="169" y="55"/>
                </a:lnTo>
                <a:lnTo>
                  <a:pt x="170" y="55"/>
                </a:lnTo>
                <a:lnTo>
                  <a:pt x="172" y="55"/>
                </a:lnTo>
                <a:lnTo>
                  <a:pt x="173" y="54"/>
                </a:lnTo>
                <a:lnTo>
                  <a:pt x="172" y="54"/>
                </a:lnTo>
                <a:lnTo>
                  <a:pt x="172" y="53"/>
                </a:lnTo>
                <a:lnTo>
                  <a:pt x="172" y="52"/>
                </a:lnTo>
                <a:lnTo>
                  <a:pt x="173" y="52"/>
                </a:lnTo>
                <a:lnTo>
                  <a:pt x="173" y="53"/>
                </a:lnTo>
                <a:lnTo>
                  <a:pt x="174" y="53"/>
                </a:lnTo>
                <a:lnTo>
                  <a:pt x="175" y="53"/>
                </a:lnTo>
                <a:lnTo>
                  <a:pt x="175" y="52"/>
                </a:lnTo>
                <a:lnTo>
                  <a:pt x="175" y="50"/>
                </a:lnTo>
                <a:lnTo>
                  <a:pt x="175" y="49"/>
                </a:lnTo>
                <a:lnTo>
                  <a:pt x="176" y="48"/>
                </a:lnTo>
                <a:lnTo>
                  <a:pt x="176" y="47"/>
                </a:lnTo>
                <a:lnTo>
                  <a:pt x="177" y="47"/>
                </a:lnTo>
                <a:lnTo>
                  <a:pt x="178" y="46"/>
                </a:lnTo>
                <a:lnTo>
                  <a:pt x="178" y="45"/>
                </a:lnTo>
                <a:lnTo>
                  <a:pt x="178" y="44"/>
                </a:lnTo>
                <a:lnTo>
                  <a:pt x="179" y="44"/>
                </a:lnTo>
                <a:lnTo>
                  <a:pt x="180" y="43"/>
                </a:lnTo>
                <a:lnTo>
                  <a:pt x="180" y="44"/>
                </a:lnTo>
                <a:lnTo>
                  <a:pt x="181" y="44"/>
                </a:lnTo>
                <a:lnTo>
                  <a:pt x="182" y="44"/>
                </a:lnTo>
                <a:lnTo>
                  <a:pt x="182" y="45"/>
                </a:lnTo>
                <a:lnTo>
                  <a:pt x="183" y="45"/>
                </a:lnTo>
                <a:lnTo>
                  <a:pt x="184" y="45"/>
                </a:lnTo>
                <a:lnTo>
                  <a:pt x="186" y="44"/>
                </a:lnTo>
                <a:lnTo>
                  <a:pt x="187" y="44"/>
                </a:lnTo>
                <a:lnTo>
                  <a:pt x="188" y="44"/>
                </a:lnTo>
                <a:lnTo>
                  <a:pt x="189" y="44"/>
                </a:lnTo>
                <a:lnTo>
                  <a:pt x="190" y="44"/>
                </a:lnTo>
                <a:lnTo>
                  <a:pt x="192" y="44"/>
                </a:lnTo>
                <a:lnTo>
                  <a:pt x="192" y="45"/>
                </a:lnTo>
                <a:lnTo>
                  <a:pt x="193" y="44"/>
                </a:lnTo>
                <a:lnTo>
                  <a:pt x="193" y="45"/>
                </a:lnTo>
                <a:lnTo>
                  <a:pt x="194" y="45"/>
                </a:lnTo>
                <a:lnTo>
                  <a:pt x="194" y="44"/>
                </a:lnTo>
                <a:lnTo>
                  <a:pt x="195" y="44"/>
                </a:lnTo>
                <a:lnTo>
                  <a:pt x="196" y="44"/>
                </a:lnTo>
                <a:lnTo>
                  <a:pt x="198" y="45"/>
                </a:lnTo>
                <a:lnTo>
                  <a:pt x="200" y="45"/>
                </a:lnTo>
                <a:lnTo>
                  <a:pt x="201" y="45"/>
                </a:lnTo>
                <a:lnTo>
                  <a:pt x="201" y="44"/>
                </a:lnTo>
                <a:lnTo>
                  <a:pt x="202" y="44"/>
                </a:lnTo>
                <a:lnTo>
                  <a:pt x="203" y="44"/>
                </a:lnTo>
                <a:lnTo>
                  <a:pt x="204" y="43"/>
                </a:lnTo>
                <a:lnTo>
                  <a:pt x="205" y="43"/>
                </a:lnTo>
                <a:lnTo>
                  <a:pt x="206" y="43"/>
                </a:lnTo>
                <a:lnTo>
                  <a:pt x="207" y="44"/>
                </a:lnTo>
                <a:lnTo>
                  <a:pt x="209" y="44"/>
                </a:lnTo>
                <a:lnTo>
                  <a:pt x="210" y="44"/>
                </a:lnTo>
                <a:lnTo>
                  <a:pt x="211" y="44"/>
                </a:lnTo>
                <a:lnTo>
                  <a:pt x="212" y="44"/>
                </a:lnTo>
                <a:lnTo>
                  <a:pt x="213" y="44"/>
                </a:lnTo>
                <a:lnTo>
                  <a:pt x="214" y="43"/>
                </a:lnTo>
                <a:lnTo>
                  <a:pt x="215" y="44"/>
                </a:lnTo>
                <a:lnTo>
                  <a:pt x="216" y="44"/>
                </a:lnTo>
                <a:lnTo>
                  <a:pt x="218" y="44"/>
                </a:lnTo>
                <a:lnTo>
                  <a:pt x="219" y="44"/>
                </a:lnTo>
                <a:lnTo>
                  <a:pt x="220" y="44"/>
                </a:lnTo>
                <a:lnTo>
                  <a:pt x="221" y="45"/>
                </a:lnTo>
                <a:lnTo>
                  <a:pt x="221" y="44"/>
                </a:lnTo>
                <a:lnTo>
                  <a:pt x="222" y="44"/>
                </a:lnTo>
                <a:lnTo>
                  <a:pt x="223" y="44"/>
                </a:lnTo>
                <a:lnTo>
                  <a:pt x="224" y="43"/>
                </a:lnTo>
                <a:lnTo>
                  <a:pt x="225" y="43"/>
                </a:lnTo>
                <a:lnTo>
                  <a:pt x="226" y="42"/>
                </a:lnTo>
                <a:lnTo>
                  <a:pt x="228" y="42"/>
                </a:lnTo>
                <a:lnTo>
                  <a:pt x="229" y="42"/>
                </a:lnTo>
                <a:lnTo>
                  <a:pt x="229" y="43"/>
                </a:lnTo>
                <a:lnTo>
                  <a:pt x="230" y="43"/>
                </a:lnTo>
                <a:lnTo>
                  <a:pt x="231" y="43"/>
                </a:lnTo>
                <a:lnTo>
                  <a:pt x="232" y="43"/>
                </a:lnTo>
                <a:lnTo>
                  <a:pt x="233" y="44"/>
                </a:lnTo>
                <a:lnTo>
                  <a:pt x="234" y="44"/>
                </a:lnTo>
                <a:lnTo>
                  <a:pt x="235" y="44"/>
                </a:lnTo>
                <a:lnTo>
                  <a:pt x="236" y="43"/>
                </a:lnTo>
                <a:lnTo>
                  <a:pt x="237" y="43"/>
                </a:lnTo>
                <a:lnTo>
                  <a:pt x="239" y="39"/>
                </a:lnTo>
                <a:lnTo>
                  <a:pt x="240" y="39"/>
                </a:lnTo>
                <a:lnTo>
                  <a:pt x="240" y="38"/>
                </a:lnTo>
                <a:lnTo>
                  <a:pt x="241" y="37"/>
                </a:lnTo>
                <a:lnTo>
                  <a:pt x="242" y="35"/>
                </a:lnTo>
                <a:lnTo>
                  <a:pt x="243" y="35"/>
                </a:lnTo>
                <a:lnTo>
                  <a:pt x="243" y="34"/>
                </a:lnTo>
                <a:lnTo>
                  <a:pt x="244" y="34"/>
                </a:lnTo>
                <a:lnTo>
                  <a:pt x="244" y="33"/>
                </a:lnTo>
                <a:lnTo>
                  <a:pt x="244" y="32"/>
                </a:lnTo>
                <a:lnTo>
                  <a:pt x="244" y="30"/>
                </a:lnTo>
                <a:lnTo>
                  <a:pt x="245" y="29"/>
                </a:lnTo>
                <a:lnTo>
                  <a:pt x="245" y="28"/>
                </a:lnTo>
                <a:lnTo>
                  <a:pt x="246" y="27"/>
                </a:lnTo>
                <a:lnTo>
                  <a:pt x="246" y="26"/>
                </a:lnTo>
                <a:lnTo>
                  <a:pt x="246" y="25"/>
                </a:lnTo>
                <a:lnTo>
                  <a:pt x="247" y="25"/>
                </a:lnTo>
                <a:lnTo>
                  <a:pt x="247" y="24"/>
                </a:lnTo>
                <a:lnTo>
                  <a:pt x="248" y="24"/>
                </a:lnTo>
                <a:lnTo>
                  <a:pt x="247" y="23"/>
                </a:lnTo>
                <a:lnTo>
                  <a:pt x="247" y="22"/>
                </a:lnTo>
                <a:lnTo>
                  <a:pt x="248" y="22"/>
                </a:lnTo>
                <a:lnTo>
                  <a:pt x="248" y="21"/>
                </a:lnTo>
                <a:lnTo>
                  <a:pt x="249" y="21"/>
                </a:lnTo>
                <a:lnTo>
                  <a:pt x="250" y="21"/>
                </a:lnTo>
                <a:lnTo>
                  <a:pt x="251" y="20"/>
                </a:lnTo>
                <a:lnTo>
                  <a:pt x="252" y="20"/>
                </a:lnTo>
                <a:lnTo>
                  <a:pt x="252" y="21"/>
                </a:lnTo>
                <a:lnTo>
                  <a:pt x="253" y="21"/>
                </a:lnTo>
                <a:lnTo>
                  <a:pt x="254" y="21"/>
                </a:lnTo>
                <a:lnTo>
                  <a:pt x="255" y="21"/>
                </a:lnTo>
                <a:lnTo>
                  <a:pt x="255" y="20"/>
                </a:lnTo>
                <a:lnTo>
                  <a:pt x="256" y="21"/>
                </a:lnTo>
                <a:lnTo>
                  <a:pt x="257" y="21"/>
                </a:lnTo>
                <a:lnTo>
                  <a:pt x="257" y="20"/>
                </a:lnTo>
                <a:lnTo>
                  <a:pt x="258" y="20"/>
                </a:lnTo>
                <a:lnTo>
                  <a:pt x="259" y="20"/>
                </a:lnTo>
                <a:lnTo>
                  <a:pt x="260" y="20"/>
                </a:lnTo>
                <a:lnTo>
                  <a:pt x="261" y="20"/>
                </a:lnTo>
                <a:lnTo>
                  <a:pt x="262" y="19"/>
                </a:lnTo>
                <a:lnTo>
                  <a:pt x="263" y="19"/>
                </a:lnTo>
                <a:lnTo>
                  <a:pt x="263" y="18"/>
                </a:lnTo>
                <a:lnTo>
                  <a:pt x="263" y="17"/>
                </a:lnTo>
                <a:lnTo>
                  <a:pt x="264" y="17"/>
                </a:lnTo>
                <a:lnTo>
                  <a:pt x="264" y="16"/>
                </a:lnTo>
                <a:lnTo>
                  <a:pt x="264" y="15"/>
                </a:lnTo>
                <a:lnTo>
                  <a:pt x="265" y="15"/>
                </a:lnTo>
                <a:lnTo>
                  <a:pt x="266" y="15"/>
                </a:lnTo>
                <a:lnTo>
                  <a:pt x="267" y="14"/>
                </a:lnTo>
                <a:lnTo>
                  <a:pt x="267" y="13"/>
                </a:lnTo>
                <a:lnTo>
                  <a:pt x="266" y="12"/>
                </a:lnTo>
                <a:lnTo>
                  <a:pt x="266" y="11"/>
                </a:lnTo>
                <a:lnTo>
                  <a:pt x="267" y="11"/>
                </a:lnTo>
                <a:lnTo>
                  <a:pt x="268" y="11"/>
                </a:lnTo>
                <a:lnTo>
                  <a:pt x="269" y="11"/>
                </a:lnTo>
                <a:lnTo>
                  <a:pt x="270" y="10"/>
                </a:lnTo>
                <a:lnTo>
                  <a:pt x="269" y="10"/>
                </a:lnTo>
                <a:lnTo>
                  <a:pt x="268" y="10"/>
                </a:lnTo>
                <a:lnTo>
                  <a:pt x="268" y="9"/>
                </a:lnTo>
                <a:lnTo>
                  <a:pt x="269" y="9"/>
                </a:lnTo>
                <a:lnTo>
                  <a:pt x="269" y="8"/>
                </a:lnTo>
                <a:lnTo>
                  <a:pt x="269" y="7"/>
                </a:lnTo>
                <a:lnTo>
                  <a:pt x="270" y="6"/>
                </a:lnTo>
                <a:lnTo>
                  <a:pt x="270" y="5"/>
                </a:lnTo>
                <a:lnTo>
                  <a:pt x="271" y="4"/>
                </a:lnTo>
                <a:lnTo>
                  <a:pt x="271" y="3"/>
                </a:lnTo>
                <a:lnTo>
                  <a:pt x="269" y="1"/>
                </a:lnTo>
                <a:lnTo>
                  <a:pt x="270" y="0"/>
                </a:lnTo>
                <a:lnTo>
                  <a:pt x="271" y="1"/>
                </a:lnTo>
                <a:lnTo>
                  <a:pt x="272" y="1"/>
                </a:lnTo>
                <a:lnTo>
                  <a:pt x="273" y="1"/>
                </a:lnTo>
                <a:lnTo>
                  <a:pt x="27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1" name=""/>
          <p:cNvSpPr/>
          <p:nvPr/>
        </p:nvSpPr>
        <p:spPr>
          <a:xfrm>
            <a:off x="2276280" y="3761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2" name=""/>
          <p:cNvSpPr/>
          <p:nvPr/>
        </p:nvSpPr>
        <p:spPr>
          <a:xfrm>
            <a:off x="2296440" y="374400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2"/>
                </a:move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3" name=""/>
          <p:cNvSpPr/>
          <p:nvPr/>
        </p:nvSpPr>
        <p:spPr>
          <a:xfrm>
            <a:off x="2256840" y="37440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4" name=""/>
          <p:cNvSpPr/>
          <p:nvPr/>
        </p:nvSpPr>
        <p:spPr>
          <a:xfrm>
            <a:off x="2257920" y="37429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5" name=""/>
          <p:cNvSpPr/>
          <p:nvPr/>
        </p:nvSpPr>
        <p:spPr>
          <a:xfrm>
            <a:off x="2304000" y="37378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3"/>
                </a:moveTo>
                <a:lnTo>
                  <a:pt x="2" y="3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6" name=""/>
          <p:cNvSpPr/>
          <p:nvPr/>
        </p:nvSpPr>
        <p:spPr>
          <a:xfrm>
            <a:off x="2304720" y="3736080"/>
            <a:ext cx="2880" cy="4320"/>
          </a:xfrm>
          <a:custGeom>
            <a:avLst/>
            <a:gdLst/>
            <a:ahLst/>
            <a:rect l="0" t="0" r="r" b="b"/>
            <a:pathLst>
              <a:path w="8" h="12">
                <a:moveTo>
                  <a:pt x="3" y="4"/>
                </a:moveTo>
                <a:lnTo>
                  <a:pt x="4" y="5"/>
                </a:lnTo>
                <a:lnTo>
                  <a:pt x="5" y="5"/>
                </a:lnTo>
                <a:lnTo>
                  <a:pt x="6" y="6"/>
                </a:lnTo>
                <a:lnTo>
                  <a:pt x="8" y="9"/>
                </a:lnTo>
                <a:lnTo>
                  <a:pt x="6" y="9"/>
                </a:lnTo>
                <a:lnTo>
                  <a:pt x="6" y="10"/>
                </a:lnTo>
                <a:lnTo>
                  <a:pt x="6" y="11"/>
                </a:lnTo>
                <a:lnTo>
                  <a:pt x="8" y="12"/>
                </a:lnTo>
                <a:lnTo>
                  <a:pt x="6" y="12"/>
                </a:lnTo>
                <a:lnTo>
                  <a:pt x="5" y="12"/>
                </a:lnTo>
                <a:lnTo>
                  <a:pt x="5" y="11"/>
                </a:lnTo>
                <a:lnTo>
                  <a:pt x="5" y="10"/>
                </a:lnTo>
                <a:lnTo>
                  <a:pt x="4" y="10"/>
                </a:lnTo>
                <a:lnTo>
                  <a:pt x="3" y="10"/>
                </a:lnTo>
                <a:lnTo>
                  <a:pt x="3" y="9"/>
                </a:lnTo>
                <a:lnTo>
                  <a:pt x="4" y="9"/>
                </a:lnTo>
                <a:lnTo>
                  <a:pt x="4" y="8"/>
                </a:lnTo>
                <a:lnTo>
                  <a:pt x="3" y="8"/>
                </a:lnTo>
                <a:lnTo>
                  <a:pt x="3" y="6"/>
                </a:ln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3" y="2"/>
                </a:lnTo>
                <a:lnTo>
                  <a:pt x="3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7" name=""/>
          <p:cNvSpPr/>
          <p:nvPr/>
        </p:nvSpPr>
        <p:spPr>
          <a:xfrm>
            <a:off x="2301840" y="37368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3" y="0"/>
                </a:moveTo>
                <a:lnTo>
                  <a:pt x="5" y="0"/>
                </a:lnTo>
                <a:lnTo>
                  <a:pt x="3" y="1"/>
                </a:lnTo>
                <a:lnTo>
                  <a:pt x="3" y="3"/>
                </a:lnTo>
                <a:lnTo>
                  <a:pt x="5" y="3"/>
                </a:lnTo>
                <a:lnTo>
                  <a:pt x="5" y="4"/>
                </a:lnTo>
                <a:lnTo>
                  <a:pt x="3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8" name=""/>
          <p:cNvSpPr/>
          <p:nvPr/>
        </p:nvSpPr>
        <p:spPr>
          <a:xfrm>
            <a:off x="2303280" y="37368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9" name=""/>
          <p:cNvSpPr/>
          <p:nvPr/>
        </p:nvSpPr>
        <p:spPr>
          <a:xfrm>
            <a:off x="2302920" y="3730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0" name=""/>
          <p:cNvSpPr/>
          <p:nvPr/>
        </p:nvSpPr>
        <p:spPr>
          <a:xfrm>
            <a:off x="2307240" y="38008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1" name=""/>
          <p:cNvSpPr/>
          <p:nvPr/>
        </p:nvSpPr>
        <p:spPr>
          <a:xfrm>
            <a:off x="2312280" y="3794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2" name=""/>
          <p:cNvSpPr/>
          <p:nvPr/>
        </p:nvSpPr>
        <p:spPr>
          <a:xfrm>
            <a:off x="2313000" y="3794040"/>
            <a:ext cx="1080" cy="360"/>
          </a:xfrm>
          <a:custGeom>
            <a:avLst/>
            <a:gdLst/>
            <a:ahLst/>
            <a:rect l="0" t="0" r="r" b="b"/>
            <a:pathLst>
              <a:path w="3" h="1">
                <a:moveTo>
                  <a:pt x="3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3" name=""/>
          <p:cNvSpPr/>
          <p:nvPr/>
        </p:nvSpPr>
        <p:spPr>
          <a:xfrm>
            <a:off x="2334960" y="37828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4" name=""/>
          <p:cNvSpPr/>
          <p:nvPr/>
        </p:nvSpPr>
        <p:spPr>
          <a:xfrm>
            <a:off x="2355480" y="3781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5" name=""/>
          <p:cNvSpPr/>
          <p:nvPr/>
        </p:nvSpPr>
        <p:spPr>
          <a:xfrm>
            <a:off x="2333520" y="3754800"/>
            <a:ext cx="3240" cy="2160"/>
          </a:xfrm>
          <a:custGeom>
            <a:avLst/>
            <a:gdLst/>
            <a:ahLst/>
            <a:rect l="0" t="0" r="r" b="b"/>
            <a:pathLst>
              <a:path w="9" h="6">
                <a:moveTo>
                  <a:pt x="4" y="5"/>
                </a:moveTo>
                <a:lnTo>
                  <a:pt x="3" y="5"/>
                </a:lnTo>
                <a:lnTo>
                  <a:pt x="2" y="6"/>
                </a:lnTo>
                <a:lnTo>
                  <a:pt x="0" y="6"/>
                </a:lnTo>
                <a:lnTo>
                  <a:pt x="0" y="5"/>
                </a:lnTo>
                <a:lnTo>
                  <a:pt x="2" y="5"/>
                </a:lnTo>
                <a:lnTo>
                  <a:pt x="2" y="3"/>
                </a:lnTo>
                <a:lnTo>
                  <a:pt x="3" y="3"/>
                </a:lnTo>
                <a:lnTo>
                  <a:pt x="4" y="2"/>
                </a:lnTo>
                <a:lnTo>
                  <a:pt x="5" y="2"/>
                </a:lnTo>
                <a:lnTo>
                  <a:pt x="6" y="1"/>
                </a:lnTo>
                <a:lnTo>
                  <a:pt x="7" y="0"/>
                </a:lnTo>
                <a:lnTo>
                  <a:pt x="7" y="1"/>
                </a:lnTo>
                <a:lnTo>
                  <a:pt x="9" y="1"/>
                </a:lnTo>
                <a:lnTo>
                  <a:pt x="7" y="1"/>
                </a:lnTo>
                <a:lnTo>
                  <a:pt x="7" y="2"/>
                </a:lnTo>
                <a:lnTo>
                  <a:pt x="5" y="3"/>
                </a:lnTo>
                <a:lnTo>
                  <a:pt x="4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6" name=""/>
          <p:cNvSpPr/>
          <p:nvPr/>
        </p:nvSpPr>
        <p:spPr>
          <a:xfrm>
            <a:off x="2352960" y="37540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1" y="0"/>
                </a:move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7" name=""/>
          <p:cNvSpPr/>
          <p:nvPr/>
        </p:nvSpPr>
        <p:spPr>
          <a:xfrm>
            <a:off x="2331000" y="37519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8" name=""/>
          <p:cNvSpPr/>
          <p:nvPr/>
        </p:nvSpPr>
        <p:spPr>
          <a:xfrm>
            <a:off x="2312640" y="37346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9" name=""/>
          <p:cNvSpPr/>
          <p:nvPr/>
        </p:nvSpPr>
        <p:spPr>
          <a:xfrm>
            <a:off x="2306160" y="37288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3" y="2"/>
                </a:moveTo>
                <a:lnTo>
                  <a:pt x="5" y="3"/>
                </a:lnTo>
                <a:lnTo>
                  <a:pt x="5" y="5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1" y="0"/>
                </a:lnTo>
                <a:lnTo>
                  <a:pt x="2" y="1"/>
                </a:lnTo>
                <a:lnTo>
                  <a:pt x="2" y="2"/>
                </a:lnTo>
                <a:lnTo>
                  <a:pt x="2" y="3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0" name=""/>
          <p:cNvSpPr/>
          <p:nvPr/>
        </p:nvSpPr>
        <p:spPr>
          <a:xfrm>
            <a:off x="2308320" y="37245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3" y="1"/>
                </a:moveTo>
                <a:lnTo>
                  <a:pt x="1" y="1"/>
                </a:lnTo>
                <a:lnTo>
                  <a:pt x="1" y="2"/>
                </a:lnTo>
                <a:lnTo>
                  <a:pt x="0" y="4"/>
                </a:lnTo>
                <a:lnTo>
                  <a:pt x="0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4" y="1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1" name=""/>
          <p:cNvSpPr/>
          <p:nvPr/>
        </p:nvSpPr>
        <p:spPr>
          <a:xfrm>
            <a:off x="2309760" y="372312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2"/>
                </a:moveTo>
                <a:lnTo>
                  <a:pt x="0" y="2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2" name=""/>
          <p:cNvSpPr/>
          <p:nvPr/>
        </p:nvSpPr>
        <p:spPr>
          <a:xfrm>
            <a:off x="2311200" y="372240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3" y="2"/>
                </a:moveTo>
                <a:lnTo>
                  <a:pt x="2" y="2"/>
                </a:lnTo>
                <a:lnTo>
                  <a:pt x="3" y="2"/>
                </a:lnTo>
                <a:lnTo>
                  <a:pt x="5" y="2"/>
                </a:lnTo>
                <a:lnTo>
                  <a:pt x="3" y="2"/>
                </a:lnTo>
                <a:lnTo>
                  <a:pt x="3" y="3"/>
                </a:lnTo>
                <a:lnTo>
                  <a:pt x="5" y="5"/>
                </a:lnTo>
                <a:lnTo>
                  <a:pt x="3" y="5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3" name=""/>
          <p:cNvSpPr/>
          <p:nvPr/>
        </p:nvSpPr>
        <p:spPr>
          <a:xfrm>
            <a:off x="2311560" y="37213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4" y="4"/>
                </a:lnTo>
                <a:lnTo>
                  <a:pt x="3" y="2"/>
                </a:lnTo>
                <a:lnTo>
                  <a:pt x="1" y="2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4" name=""/>
          <p:cNvSpPr/>
          <p:nvPr/>
        </p:nvSpPr>
        <p:spPr>
          <a:xfrm>
            <a:off x="1969560" y="3796200"/>
            <a:ext cx="204480" cy="183960"/>
          </a:xfrm>
          <a:custGeom>
            <a:avLst/>
            <a:gdLst/>
            <a:ahLst/>
            <a:rect l="0" t="0" r="r" b="b"/>
            <a:pathLst>
              <a:path w="568" h="511">
                <a:moveTo>
                  <a:pt x="306" y="0"/>
                </a:moveTo>
                <a:lnTo>
                  <a:pt x="306" y="1"/>
                </a:lnTo>
                <a:lnTo>
                  <a:pt x="307" y="1"/>
                </a:lnTo>
                <a:lnTo>
                  <a:pt x="308" y="2"/>
                </a:lnTo>
                <a:lnTo>
                  <a:pt x="309" y="2"/>
                </a:lnTo>
                <a:lnTo>
                  <a:pt x="310" y="2"/>
                </a:lnTo>
                <a:lnTo>
                  <a:pt x="311" y="4"/>
                </a:lnTo>
                <a:lnTo>
                  <a:pt x="312" y="4"/>
                </a:lnTo>
                <a:lnTo>
                  <a:pt x="313" y="3"/>
                </a:lnTo>
                <a:lnTo>
                  <a:pt x="314" y="3"/>
                </a:lnTo>
                <a:lnTo>
                  <a:pt x="314" y="4"/>
                </a:lnTo>
                <a:lnTo>
                  <a:pt x="315" y="4"/>
                </a:lnTo>
                <a:lnTo>
                  <a:pt x="315" y="3"/>
                </a:lnTo>
                <a:lnTo>
                  <a:pt x="314" y="3"/>
                </a:lnTo>
                <a:lnTo>
                  <a:pt x="314" y="2"/>
                </a:lnTo>
                <a:lnTo>
                  <a:pt x="315" y="2"/>
                </a:lnTo>
                <a:lnTo>
                  <a:pt x="316" y="1"/>
                </a:lnTo>
                <a:lnTo>
                  <a:pt x="317" y="1"/>
                </a:lnTo>
                <a:lnTo>
                  <a:pt x="318" y="1"/>
                </a:lnTo>
                <a:lnTo>
                  <a:pt x="318" y="2"/>
                </a:lnTo>
                <a:lnTo>
                  <a:pt x="320" y="5"/>
                </a:lnTo>
                <a:lnTo>
                  <a:pt x="322" y="5"/>
                </a:lnTo>
                <a:lnTo>
                  <a:pt x="322" y="4"/>
                </a:lnTo>
                <a:lnTo>
                  <a:pt x="322" y="3"/>
                </a:lnTo>
                <a:lnTo>
                  <a:pt x="323" y="3"/>
                </a:lnTo>
                <a:lnTo>
                  <a:pt x="324" y="3"/>
                </a:lnTo>
                <a:lnTo>
                  <a:pt x="324" y="2"/>
                </a:lnTo>
                <a:lnTo>
                  <a:pt x="323" y="2"/>
                </a:lnTo>
                <a:lnTo>
                  <a:pt x="323" y="1"/>
                </a:lnTo>
                <a:lnTo>
                  <a:pt x="324" y="1"/>
                </a:lnTo>
                <a:lnTo>
                  <a:pt x="325" y="1"/>
                </a:lnTo>
                <a:lnTo>
                  <a:pt x="326" y="3"/>
                </a:lnTo>
                <a:lnTo>
                  <a:pt x="326" y="4"/>
                </a:lnTo>
                <a:lnTo>
                  <a:pt x="326" y="5"/>
                </a:lnTo>
                <a:lnTo>
                  <a:pt x="327" y="5"/>
                </a:lnTo>
                <a:lnTo>
                  <a:pt x="328" y="4"/>
                </a:lnTo>
                <a:lnTo>
                  <a:pt x="328" y="3"/>
                </a:lnTo>
                <a:lnTo>
                  <a:pt x="328" y="2"/>
                </a:lnTo>
                <a:lnTo>
                  <a:pt x="327" y="2"/>
                </a:lnTo>
                <a:lnTo>
                  <a:pt x="326" y="2"/>
                </a:lnTo>
                <a:lnTo>
                  <a:pt x="326" y="1"/>
                </a:lnTo>
                <a:lnTo>
                  <a:pt x="327" y="1"/>
                </a:lnTo>
                <a:lnTo>
                  <a:pt x="328" y="1"/>
                </a:lnTo>
                <a:lnTo>
                  <a:pt x="328" y="2"/>
                </a:lnTo>
                <a:lnTo>
                  <a:pt x="329" y="2"/>
                </a:lnTo>
                <a:lnTo>
                  <a:pt x="329" y="1"/>
                </a:lnTo>
                <a:lnTo>
                  <a:pt x="330" y="1"/>
                </a:lnTo>
                <a:lnTo>
                  <a:pt x="331" y="1"/>
                </a:lnTo>
                <a:lnTo>
                  <a:pt x="331" y="2"/>
                </a:lnTo>
                <a:lnTo>
                  <a:pt x="331" y="3"/>
                </a:lnTo>
                <a:lnTo>
                  <a:pt x="331" y="4"/>
                </a:lnTo>
                <a:lnTo>
                  <a:pt x="330" y="4"/>
                </a:lnTo>
                <a:lnTo>
                  <a:pt x="331" y="4"/>
                </a:lnTo>
                <a:lnTo>
                  <a:pt x="332" y="4"/>
                </a:lnTo>
                <a:lnTo>
                  <a:pt x="333" y="4"/>
                </a:lnTo>
                <a:lnTo>
                  <a:pt x="333" y="5"/>
                </a:lnTo>
                <a:lnTo>
                  <a:pt x="333" y="6"/>
                </a:lnTo>
                <a:lnTo>
                  <a:pt x="332" y="6"/>
                </a:lnTo>
                <a:lnTo>
                  <a:pt x="331" y="6"/>
                </a:lnTo>
                <a:lnTo>
                  <a:pt x="332" y="7"/>
                </a:lnTo>
                <a:lnTo>
                  <a:pt x="333" y="8"/>
                </a:lnTo>
                <a:lnTo>
                  <a:pt x="333" y="9"/>
                </a:lnTo>
                <a:lnTo>
                  <a:pt x="334" y="9"/>
                </a:lnTo>
                <a:lnTo>
                  <a:pt x="334" y="10"/>
                </a:lnTo>
                <a:lnTo>
                  <a:pt x="335" y="10"/>
                </a:lnTo>
                <a:lnTo>
                  <a:pt x="336" y="10"/>
                </a:lnTo>
                <a:lnTo>
                  <a:pt x="336" y="9"/>
                </a:lnTo>
                <a:lnTo>
                  <a:pt x="337" y="9"/>
                </a:lnTo>
                <a:lnTo>
                  <a:pt x="338" y="10"/>
                </a:lnTo>
                <a:lnTo>
                  <a:pt x="338" y="9"/>
                </a:lnTo>
                <a:lnTo>
                  <a:pt x="339" y="9"/>
                </a:lnTo>
                <a:lnTo>
                  <a:pt x="339" y="10"/>
                </a:lnTo>
                <a:lnTo>
                  <a:pt x="340" y="9"/>
                </a:lnTo>
                <a:lnTo>
                  <a:pt x="341" y="9"/>
                </a:lnTo>
                <a:lnTo>
                  <a:pt x="342" y="10"/>
                </a:lnTo>
                <a:lnTo>
                  <a:pt x="343" y="10"/>
                </a:lnTo>
                <a:lnTo>
                  <a:pt x="344" y="10"/>
                </a:lnTo>
                <a:lnTo>
                  <a:pt x="344" y="11"/>
                </a:lnTo>
                <a:lnTo>
                  <a:pt x="344" y="12"/>
                </a:lnTo>
                <a:lnTo>
                  <a:pt x="343" y="12"/>
                </a:lnTo>
                <a:lnTo>
                  <a:pt x="343" y="13"/>
                </a:lnTo>
                <a:lnTo>
                  <a:pt x="344" y="13"/>
                </a:lnTo>
                <a:lnTo>
                  <a:pt x="344" y="12"/>
                </a:lnTo>
                <a:lnTo>
                  <a:pt x="345" y="12"/>
                </a:lnTo>
                <a:lnTo>
                  <a:pt x="346" y="12"/>
                </a:lnTo>
                <a:lnTo>
                  <a:pt x="347" y="12"/>
                </a:lnTo>
                <a:lnTo>
                  <a:pt x="346" y="11"/>
                </a:lnTo>
                <a:lnTo>
                  <a:pt x="347" y="10"/>
                </a:lnTo>
                <a:lnTo>
                  <a:pt x="348" y="10"/>
                </a:lnTo>
                <a:lnTo>
                  <a:pt x="349" y="11"/>
                </a:lnTo>
                <a:lnTo>
                  <a:pt x="349" y="12"/>
                </a:lnTo>
                <a:lnTo>
                  <a:pt x="350" y="12"/>
                </a:lnTo>
                <a:lnTo>
                  <a:pt x="350" y="11"/>
                </a:lnTo>
                <a:lnTo>
                  <a:pt x="351" y="11"/>
                </a:lnTo>
                <a:lnTo>
                  <a:pt x="352" y="11"/>
                </a:lnTo>
                <a:lnTo>
                  <a:pt x="353" y="11"/>
                </a:lnTo>
                <a:lnTo>
                  <a:pt x="354" y="12"/>
                </a:lnTo>
                <a:lnTo>
                  <a:pt x="355" y="12"/>
                </a:lnTo>
                <a:lnTo>
                  <a:pt x="356" y="12"/>
                </a:lnTo>
                <a:lnTo>
                  <a:pt x="357" y="12"/>
                </a:lnTo>
                <a:lnTo>
                  <a:pt x="358" y="12"/>
                </a:lnTo>
                <a:lnTo>
                  <a:pt x="358" y="11"/>
                </a:lnTo>
                <a:lnTo>
                  <a:pt x="359" y="11"/>
                </a:lnTo>
                <a:lnTo>
                  <a:pt x="359" y="12"/>
                </a:lnTo>
                <a:lnTo>
                  <a:pt x="360" y="13"/>
                </a:lnTo>
                <a:lnTo>
                  <a:pt x="360" y="14"/>
                </a:lnTo>
                <a:lnTo>
                  <a:pt x="361" y="14"/>
                </a:lnTo>
                <a:lnTo>
                  <a:pt x="361" y="15"/>
                </a:lnTo>
                <a:lnTo>
                  <a:pt x="362" y="15"/>
                </a:lnTo>
                <a:lnTo>
                  <a:pt x="363" y="15"/>
                </a:lnTo>
                <a:lnTo>
                  <a:pt x="364" y="15"/>
                </a:lnTo>
                <a:lnTo>
                  <a:pt x="364" y="14"/>
                </a:lnTo>
                <a:lnTo>
                  <a:pt x="365" y="14"/>
                </a:lnTo>
                <a:lnTo>
                  <a:pt x="365" y="15"/>
                </a:lnTo>
                <a:lnTo>
                  <a:pt x="365" y="16"/>
                </a:lnTo>
                <a:lnTo>
                  <a:pt x="365" y="17"/>
                </a:lnTo>
                <a:lnTo>
                  <a:pt x="365" y="16"/>
                </a:lnTo>
                <a:lnTo>
                  <a:pt x="366" y="16"/>
                </a:lnTo>
                <a:lnTo>
                  <a:pt x="366" y="17"/>
                </a:lnTo>
                <a:lnTo>
                  <a:pt x="367" y="17"/>
                </a:lnTo>
                <a:lnTo>
                  <a:pt x="368" y="17"/>
                </a:lnTo>
                <a:lnTo>
                  <a:pt x="368" y="16"/>
                </a:lnTo>
                <a:lnTo>
                  <a:pt x="369" y="16"/>
                </a:lnTo>
                <a:lnTo>
                  <a:pt x="370" y="18"/>
                </a:lnTo>
                <a:lnTo>
                  <a:pt x="371" y="19"/>
                </a:lnTo>
                <a:lnTo>
                  <a:pt x="372" y="19"/>
                </a:lnTo>
                <a:lnTo>
                  <a:pt x="373" y="19"/>
                </a:lnTo>
                <a:lnTo>
                  <a:pt x="374" y="20"/>
                </a:lnTo>
                <a:lnTo>
                  <a:pt x="375" y="20"/>
                </a:lnTo>
                <a:lnTo>
                  <a:pt x="376" y="20"/>
                </a:lnTo>
                <a:lnTo>
                  <a:pt x="376" y="21"/>
                </a:lnTo>
                <a:lnTo>
                  <a:pt x="377" y="21"/>
                </a:lnTo>
                <a:lnTo>
                  <a:pt x="377" y="22"/>
                </a:lnTo>
                <a:lnTo>
                  <a:pt x="378" y="22"/>
                </a:lnTo>
                <a:lnTo>
                  <a:pt x="379" y="22"/>
                </a:lnTo>
                <a:lnTo>
                  <a:pt x="379" y="23"/>
                </a:lnTo>
                <a:lnTo>
                  <a:pt x="380" y="23"/>
                </a:lnTo>
                <a:lnTo>
                  <a:pt x="381" y="23"/>
                </a:lnTo>
                <a:lnTo>
                  <a:pt x="381" y="24"/>
                </a:lnTo>
                <a:lnTo>
                  <a:pt x="381" y="25"/>
                </a:lnTo>
                <a:lnTo>
                  <a:pt x="380" y="25"/>
                </a:lnTo>
                <a:lnTo>
                  <a:pt x="380" y="26"/>
                </a:lnTo>
                <a:lnTo>
                  <a:pt x="381" y="26"/>
                </a:lnTo>
                <a:lnTo>
                  <a:pt x="381" y="25"/>
                </a:lnTo>
                <a:lnTo>
                  <a:pt x="382" y="25"/>
                </a:lnTo>
                <a:lnTo>
                  <a:pt x="383" y="25"/>
                </a:lnTo>
                <a:lnTo>
                  <a:pt x="383" y="24"/>
                </a:lnTo>
                <a:lnTo>
                  <a:pt x="384" y="24"/>
                </a:lnTo>
                <a:lnTo>
                  <a:pt x="384" y="25"/>
                </a:lnTo>
                <a:lnTo>
                  <a:pt x="385" y="25"/>
                </a:lnTo>
                <a:lnTo>
                  <a:pt x="385" y="24"/>
                </a:lnTo>
                <a:lnTo>
                  <a:pt x="386" y="24"/>
                </a:lnTo>
                <a:lnTo>
                  <a:pt x="386" y="23"/>
                </a:lnTo>
                <a:lnTo>
                  <a:pt x="387" y="23"/>
                </a:lnTo>
                <a:lnTo>
                  <a:pt x="389" y="23"/>
                </a:lnTo>
                <a:lnTo>
                  <a:pt x="390" y="23"/>
                </a:lnTo>
                <a:lnTo>
                  <a:pt x="391" y="23"/>
                </a:lnTo>
                <a:lnTo>
                  <a:pt x="392" y="23"/>
                </a:lnTo>
                <a:lnTo>
                  <a:pt x="393" y="23"/>
                </a:lnTo>
                <a:lnTo>
                  <a:pt x="393" y="22"/>
                </a:lnTo>
                <a:lnTo>
                  <a:pt x="394" y="22"/>
                </a:lnTo>
                <a:lnTo>
                  <a:pt x="395" y="22"/>
                </a:lnTo>
                <a:lnTo>
                  <a:pt x="396" y="22"/>
                </a:lnTo>
                <a:lnTo>
                  <a:pt x="396" y="23"/>
                </a:lnTo>
                <a:lnTo>
                  <a:pt x="396" y="24"/>
                </a:lnTo>
                <a:lnTo>
                  <a:pt x="397" y="24"/>
                </a:lnTo>
                <a:lnTo>
                  <a:pt x="397" y="25"/>
                </a:lnTo>
                <a:lnTo>
                  <a:pt x="398" y="25"/>
                </a:lnTo>
                <a:lnTo>
                  <a:pt x="398" y="24"/>
                </a:lnTo>
                <a:lnTo>
                  <a:pt x="399" y="24"/>
                </a:lnTo>
                <a:lnTo>
                  <a:pt x="400" y="24"/>
                </a:lnTo>
                <a:lnTo>
                  <a:pt x="401" y="24"/>
                </a:lnTo>
                <a:lnTo>
                  <a:pt x="402" y="25"/>
                </a:lnTo>
                <a:lnTo>
                  <a:pt x="403" y="25"/>
                </a:lnTo>
                <a:lnTo>
                  <a:pt x="403" y="24"/>
                </a:lnTo>
                <a:lnTo>
                  <a:pt x="404" y="24"/>
                </a:lnTo>
                <a:lnTo>
                  <a:pt x="405" y="24"/>
                </a:lnTo>
                <a:lnTo>
                  <a:pt x="405" y="23"/>
                </a:lnTo>
                <a:lnTo>
                  <a:pt x="406" y="23"/>
                </a:lnTo>
                <a:lnTo>
                  <a:pt x="407" y="23"/>
                </a:lnTo>
                <a:lnTo>
                  <a:pt x="408" y="23"/>
                </a:lnTo>
                <a:lnTo>
                  <a:pt x="409" y="23"/>
                </a:lnTo>
                <a:lnTo>
                  <a:pt x="410" y="23"/>
                </a:lnTo>
                <a:lnTo>
                  <a:pt x="410" y="25"/>
                </a:lnTo>
                <a:lnTo>
                  <a:pt x="410" y="26"/>
                </a:lnTo>
                <a:lnTo>
                  <a:pt x="410" y="27"/>
                </a:lnTo>
                <a:lnTo>
                  <a:pt x="411" y="27"/>
                </a:lnTo>
                <a:lnTo>
                  <a:pt x="412" y="27"/>
                </a:lnTo>
                <a:lnTo>
                  <a:pt x="412" y="28"/>
                </a:lnTo>
                <a:lnTo>
                  <a:pt x="411" y="28"/>
                </a:lnTo>
                <a:lnTo>
                  <a:pt x="411" y="29"/>
                </a:lnTo>
                <a:lnTo>
                  <a:pt x="411" y="30"/>
                </a:lnTo>
                <a:lnTo>
                  <a:pt x="411" y="31"/>
                </a:lnTo>
                <a:lnTo>
                  <a:pt x="410" y="31"/>
                </a:lnTo>
                <a:lnTo>
                  <a:pt x="411" y="31"/>
                </a:lnTo>
                <a:lnTo>
                  <a:pt x="411" y="32"/>
                </a:lnTo>
                <a:lnTo>
                  <a:pt x="412" y="31"/>
                </a:lnTo>
                <a:lnTo>
                  <a:pt x="412" y="32"/>
                </a:lnTo>
                <a:lnTo>
                  <a:pt x="413" y="31"/>
                </a:lnTo>
                <a:lnTo>
                  <a:pt x="414" y="31"/>
                </a:lnTo>
                <a:lnTo>
                  <a:pt x="415" y="30"/>
                </a:lnTo>
                <a:lnTo>
                  <a:pt x="415" y="31"/>
                </a:lnTo>
                <a:lnTo>
                  <a:pt x="416" y="31"/>
                </a:lnTo>
                <a:lnTo>
                  <a:pt x="417" y="31"/>
                </a:lnTo>
                <a:lnTo>
                  <a:pt x="418" y="31"/>
                </a:lnTo>
                <a:lnTo>
                  <a:pt x="419" y="30"/>
                </a:lnTo>
                <a:lnTo>
                  <a:pt x="419" y="29"/>
                </a:lnTo>
                <a:lnTo>
                  <a:pt x="421" y="27"/>
                </a:lnTo>
                <a:lnTo>
                  <a:pt x="422" y="27"/>
                </a:lnTo>
                <a:lnTo>
                  <a:pt x="422" y="26"/>
                </a:lnTo>
                <a:lnTo>
                  <a:pt x="423" y="26"/>
                </a:lnTo>
                <a:lnTo>
                  <a:pt x="423" y="25"/>
                </a:lnTo>
                <a:lnTo>
                  <a:pt x="422" y="25"/>
                </a:lnTo>
                <a:lnTo>
                  <a:pt x="422" y="24"/>
                </a:lnTo>
                <a:lnTo>
                  <a:pt x="423" y="23"/>
                </a:lnTo>
                <a:lnTo>
                  <a:pt x="423" y="22"/>
                </a:lnTo>
                <a:lnTo>
                  <a:pt x="422" y="22"/>
                </a:lnTo>
                <a:lnTo>
                  <a:pt x="422" y="21"/>
                </a:lnTo>
                <a:lnTo>
                  <a:pt x="423" y="21"/>
                </a:lnTo>
                <a:lnTo>
                  <a:pt x="423" y="20"/>
                </a:lnTo>
                <a:lnTo>
                  <a:pt x="423" y="19"/>
                </a:lnTo>
                <a:lnTo>
                  <a:pt x="425" y="19"/>
                </a:lnTo>
                <a:lnTo>
                  <a:pt x="426" y="20"/>
                </a:lnTo>
                <a:lnTo>
                  <a:pt x="427" y="20"/>
                </a:lnTo>
                <a:lnTo>
                  <a:pt x="428" y="20"/>
                </a:lnTo>
                <a:lnTo>
                  <a:pt x="428" y="19"/>
                </a:lnTo>
                <a:lnTo>
                  <a:pt x="427" y="19"/>
                </a:lnTo>
                <a:lnTo>
                  <a:pt x="427" y="18"/>
                </a:lnTo>
                <a:lnTo>
                  <a:pt x="427" y="17"/>
                </a:lnTo>
                <a:lnTo>
                  <a:pt x="428" y="17"/>
                </a:lnTo>
                <a:lnTo>
                  <a:pt x="428" y="16"/>
                </a:lnTo>
                <a:lnTo>
                  <a:pt x="429" y="16"/>
                </a:lnTo>
                <a:lnTo>
                  <a:pt x="430" y="16"/>
                </a:lnTo>
                <a:lnTo>
                  <a:pt x="431" y="16"/>
                </a:lnTo>
                <a:lnTo>
                  <a:pt x="432" y="16"/>
                </a:lnTo>
                <a:lnTo>
                  <a:pt x="432" y="17"/>
                </a:lnTo>
                <a:lnTo>
                  <a:pt x="433" y="17"/>
                </a:lnTo>
                <a:lnTo>
                  <a:pt x="433" y="18"/>
                </a:lnTo>
                <a:lnTo>
                  <a:pt x="434" y="18"/>
                </a:lnTo>
                <a:lnTo>
                  <a:pt x="435" y="18"/>
                </a:lnTo>
                <a:lnTo>
                  <a:pt x="436" y="17"/>
                </a:lnTo>
                <a:lnTo>
                  <a:pt x="436" y="16"/>
                </a:lnTo>
                <a:lnTo>
                  <a:pt x="436" y="17"/>
                </a:lnTo>
                <a:lnTo>
                  <a:pt x="437" y="17"/>
                </a:lnTo>
                <a:lnTo>
                  <a:pt x="438" y="17"/>
                </a:lnTo>
                <a:lnTo>
                  <a:pt x="438" y="18"/>
                </a:lnTo>
                <a:lnTo>
                  <a:pt x="438" y="17"/>
                </a:lnTo>
                <a:lnTo>
                  <a:pt x="439" y="17"/>
                </a:lnTo>
                <a:lnTo>
                  <a:pt x="440" y="17"/>
                </a:lnTo>
                <a:lnTo>
                  <a:pt x="440" y="18"/>
                </a:lnTo>
                <a:lnTo>
                  <a:pt x="441" y="18"/>
                </a:lnTo>
                <a:lnTo>
                  <a:pt x="441" y="19"/>
                </a:lnTo>
                <a:lnTo>
                  <a:pt x="442" y="20"/>
                </a:lnTo>
                <a:lnTo>
                  <a:pt x="442" y="21"/>
                </a:lnTo>
                <a:lnTo>
                  <a:pt x="442" y="22"/>
                </a:lnTo>
                <a:lnTo>
                  <a:pt x="443" y="22"/>
                </a:lnTo>
                <a:lnTo>
                  <a:pt x="443" y="23"/>
                </a:lnTo>
                <a:lnTo>
                  <a:pt x="443" y="24"/>
                </a:lnTo>
                <a:lnTo>
                  <a:pt x="444" y="24"/>
                </a:lnTo>
                <a:lnTo>
                  <a:pt x="445" y="24"/>
                </a:lnTo>
                <a:lnTo>
                  <a:pt x="446" y="24"/>
                </a:lnTo>
                <a:lnTo>
                  <a:pt x="446" y="25"/>
                </a:lnTo>
                <a:lnTo>
                  <a:pt x="445" y="25"/>
                </a:lnTo>
                <a:lnTo>
                  <a:pt x="445" y="26"/>
                </a:lnTo>
                <a:lnTo>
                  <a:pt x="445" y="27"/>
                </a:lnTo>
                <a:lnTo>
                  <a:pt x="446" y="27"/>
                </a:lnTo>
                <a:lnTo>
                  <a:pt x="446" y="28"/>
                </a:lnTo>
                <a:lnTo>
                  <a:pt x="446" y="29"/>
                </a:lnTo>
                <a:lnTo>
                  <a:pt x="447" y="29"/>
                </a:lnTo>
                <a:lnTo>
                  <a:pt x="448" y="29"/>
                </a:lnTo>
                <a:lnTo>
                  <a:pt x="448" y="28"/>
                </a:lnTo>
                <a:lnTo>
                  <a:pt x="449" y="28"/>
                </a:lnTo>
                <a:lnTo>
                  <a:pt x="449" y="29"/>
                </a:lnTo>
                <a:lnTo>
                  <a:pt x="451" y="28"/>
                </a:lnTo>
                <a:lnTo>
                  <a:pt x="451" y="27"/>
                </a:lnTo>
                <a:lnTo>
                  <a:pt x="452" y="26"/>
                </a:lnTo>
                <a:lnTo>
                  <a:pt x="452" y="25"/>
                </a:lnTo>
                <a:lnTo>
                  <a:pt x="451" y="25"/>
                </a:lnTo>
                <a:lnTo>
                  <a:pt x="452" y="25"/>
                </a:lnTo>
                <a:lnTo>
                  <a:pt x="452" y="24"/>
                </a:lnTo>
                <a:lnTo>
                  <a:pt x="454" y="24"/>
                </a:lnTo>
                <a:lnTo>
                  <a:pt x="454" y="23"/>
                </a:lnTo>
                <a:lnTo>
                  <a:pt x="454" y="22"/>
                </a:lnTo>
                <a:lnTo>
                  <a:pt x="454" y="21"/>
                </a:lnTo>
                <a:lnTo>
                  <a:pt x="455" y="21"/>
                </a:lnTo>
                <a:lnTo>
                  <a:pt x="455" y="22"/>
                </a:lnTo>
                <a:lnTo>
                  <a:pt x="455" y="23"/>
                </a:lnTo>
                <a:lnTo>
                  <a:pt x="455" y="24"/>
                </a:lnTo>
                <a:lnTo>
                  <a:pt x="456" y="24"/>
                </a:lnTo>
                <a:lnTo>
                  <a:pt x="456" y="23"/>
                </a:lnTo>
                <a:lnTo>
                  <a:pt x="457" y="23"/>
                </a:lnTo>
                <a:lnTo>
                  <a:pt x="457" y="22"/>
                </a:lnTo>
                <a:lnTo>
                  <a:pt x="458" y="22"/>
                </a:lnTo>
                <a:lnTo>
                  <a:pt x="458" y="23"/>
                </a:lnTo>
                <a:lnTo>
                  <a:pt x="459" y="23"/>
                </a:lnTo>
                <a:lnTo>
                  <a:pt x="459" y="22"/>
                </a:lnTo>
                <a:lnTo>
                  <a:pt x="459" y="21"/>
                </a:lnTo>
                <a:lnTo>
                  <a:pt x="459" y="20"/>
                </a:lnTo>
                <a:lnTo>
                  <a:pt x="459" y="19"/>
                </a:lnTo>
                <a:lnTo>
                  <a:pt x="460" y="20"/>
                </a:lnTo>
                <a:lnTo>
                  <a:pt x="461" y="20"/>
                </a:lnTo>
                <a:lnTo>
                  <a:pt x="461" y="21"/>
                </a:lnTo>
                <a:lnTo>
                  <a:pt x="460" y="21"/>
                </a:lnTo>
                <a:lnTo>
                  <a:pt x="460" y="22"/>
                </a:lnTo>
                <a:lnTo>
                  <a:pt x="461" y="22"/>
                </a:lnTo>
                <a:lnTo>
                  <a:pt x="462" y="22"/>
                </a:lnTo>
                <a:lnTo>
                  <a:pt x="462" y="23"/>
                </a:lnTo>
                <a:lnTo>
                  <a:pt x="462" y="24"/>
                </a:lnTo>
                <a:lnTo>
                  <a:pt x="462" y="25"/>
                </a:lnTo>
                <a:lnTo>
                  <a:pt x="461" y="26"/>
                </a:lnTo>
                <a:lnTo>
                  <a:pt x="461" y="27"/>
                </a:lnTo>
                <a:lnTo>
                  <a:pt x="461" y="28"/>
                </a:lnTo>
                <a:lnTo>
                  <a:pt x="460" y="29"/>
                </a:lnTo>
                <a:lnTo>
                  <a:pt x="459" y="29"/>
                </a:lnTo>
                <a:lnTo>
                  <a:pt x="459" y="30"/>
                </a:lnTo>
                <a:lnTo>
                  <a:pt x="459" y="31"/>
                </a:lnTo>
                <a:lnTo>
                  <a:pt x="458" y="31"/>
                </a:lnTo>
                <a:lnTo>
                  <a:pt x="458" y="32"/>
                </a:lnTo>
                <a:lnTo>
                  <a:pt x="459" y="33"/>
                </a:lnTo>
                <a:lnTo>
                  <a:pt x="458" y="34"/>
                </a:lnTo>
                <a:lnTo>
                  <a:pt x="459" y="34"/>
                </a:lnTo>
                <a:lnTo>
                  <a:pt x="458" y="35"/>
                </a:lnTo>
                <a:lnTo>
                  <a:pt x="458" y="37"/>
                </a:lnTo>
                <a:lnTo>
                  <a:pt x="457" y="37"/>
                </a:lnTo>
                <a:lnTo>
                  <a:pt x="456" y="37"/>
                </a:lnTo>
                <a:lnTo>
                  <a:pt x="455" y="38"/>
                </a:lnTo>
                <a:lnTo>
                  <a:pt x="454" y="38"/>
                </a:lnTo>
                <a:lnTo>
                  <a:pt x="454" y="39"/>
                </a:lnTo>
                <a:lnTo>
                  <a:pt x="453" y="40"/>
                </a:lnTo>
                <a:lnTo>
                  <a:pt x="452" y="40"/>
                </a:lnTo>
                <a:lnTo>
                  <a:pt x="451" y="40"/>
                </a:lnTo>
                <a:lnTo>
                  <a:pt x="450" y="40"/>
                </a:lnTo>
                <a:lnTo>
                  <a:pt x="450" y="41"/>
                </a:lnTo>
                <a:lnTo>
                  <a:pt x="450" y="42"/>
                </a:lnTo>
                <a:lnTo>
                  <a:pt x="451" y="42"/>
                </a:lnTo>
                <a:lnTo>
                  <a:pt x="450" y="43"/>
                </a:lnTo>
                <a:lnTo>
                  <a:pt x="450" y="44"/>
                </a:lnTo>
                <a:lnTo>
                  <a:pt x="451" y="44"/>
                </a:lnTo>
                <a:lnTo>
                  <a:pt x="451" y="45"/>
                </a:lnTo>
                <a:lnTo>
                  <a:pt x="451" y="48"/>
                </a:lnTo>
                <a:lnTo>
                  <a:pt x="451" y="50"/>
                </a:lnTo>
                <a:lnTo>
                  <a:pt x="450" y="51"/>
                </a:lnTo>
                <a:lnTo>
                  <a:pt x="449" y="51"/>
                </a:lnTo>
                <a:lnTo>
                  <a:pt x="450" y="52"/>
                </a:lnTo>
                <a:lnTo>
                  <a:pt x="450" y="53"/>
                </a:lnTo>
                <a:lnTo>
                  <a:pt x="449" y="54"/>
                </a:lnTo>
                <a:lnTo>
                  <a:pt x="449" y="55"/>
                </a:lnTo>
                <a:lnTo>
                  <a:pt x="449" y="56"/>
                </a:lnTo>
                <a:lnTo>
                  <a:pt x="448" y="56"/>
                </a:lnTo>
                <a:lnTo>
                  <a:pt x="448" y="57"/>
                </a:lnTo>
                <a:lnTo>
                  <a:pt x="448" y="58"/>
                </a:lnTo>
                <a:lnTo>
                  <a:pt x="449" y="59"/>
                </a:lnTo>
                <a:lnTo>
                  <a:pt x="450" y="59"/>
                </a:lnTo>
                <a:lnTo>
                  <a:pt x="450" y="60"/>
                </a:lnTo>
                <a:lnTo>
                  <a:pt x="451" y="60"/>
                </a:lnTo>
                <a:lnTo>
                  <a:pt x="451" y="59"/>
                </a:lnTo>
                <a:lnTo>
                  <a:pt x="452" y="59"/>
                </a:lnTo>
                <a:lnTo>
                  <a:pt x="453" y="58"/>
                </a:lnTo>
                <a:lnTo>
                  <a:pt x="454" y="58"/>
                </a:lnTo>
                <a:lnTo>
                  <a:pt x="454" y="57"/>
                </a:lnTo>
                <a:lnTo>
                  <a:pt x="455" y="57"/>
                </a:lnTo>
                <a:lnTo>
                  <a:pt x="455" y="56"/>
                </a:lnTo>
                <a:lnTo>
                  <a:pt x="457" y="54"/>
                </a:lnTo>
                <a:lnTo>
                  <a:pt x="458" y="52"/>
                </a:lnTo>
                <a:lnTo>
                  <a:pt x="459" y="52"/>
                </a:lnTo>
                <a:lnTo>
                  <a:pt x="459" y="51"/>
                </a:lnTo>
                <a:lnTo>
                  <a:pt x="460" y="51"/>
                </a:lnTo>
                <a:lnTo>
                  <a:pt x="461" y="51"/>
                </a:lnTo>
                <a:lnTo>
                  <a:pt x="461" y="50"/>
                </a:lnTo>
                <a:lnTo>
                  <a:pt x="462" y="50"/>
                </a:lnTo>
                <a:lnTo>
                  <a:pt x="462" y="49"/>
                </a:lnTo>
                <a:lnTo>
                  <a:pt x="463" y="49"/>
                </a:lnTo>
                <a:lnTo>
                  <a:pt x="464" y="49"/>
                </a:lnTo>
                <a:lnTo>
                  <a:pt x="465" y="49"/>
                </a:lnTo>
                <a:lnTo>
                  <a:pt x="467" y="48"/>
                </a:lnTo>
                <a:lnTo>
                  <a:pt x="469" y="47"/>
                </a:lnTo>
                <a:lnTo>
                  <a:pt x="469" y="46"/>
                </a:lnTo>
                <a:lnTo>
                  <a:pt x="470" y="46"/>
                </a:lnTo>
                <a:lnTo>
                  <a:pt x="471" y="46"/>
                </a:lnTo>
                <a:lnTo>
                  <a:pt x="471" y="45"/>
                </a:lnTo>
                <a:lnTo>
                  <a:pt x="473" y="45"/>
                </a:lnTo>
                <a:lnTo>
                  <a:pt x="474" y="45"/>
                </a:lnTo>
                <a:lnTo>
                  <a:pt x="475" y="45"/>
                </a:lnTo>
                <a:lnTo>
                  <a:pt x="477" y="46"/>
                </a:lnTo>
                <a:lnTo>
                  <a:pt x="477" y="45"/>
                </a:lnTo>
                <a:lnTo>
                  <a:pt x="478" y="45"/>
                </a:lnTo>
                <a:lnTo>
                  <a:pt x="478" y="44"/>
                </a:lnTo>
                <a:lnTo>
                  <a:pt x="479" y="44"/>
                </a:lnTo>
                <a:lnTo>
                  <a:pt x="480" y="44"/>
                </a:lnTo>
                <a:lnTo>
                  <a:pt x="481" y="43"/>
                </a:lnTo>
                <a:lnTo>
                  <a:pt x="481" y="42"/>
                </a:lnTo>
                <a:lnTo>
                  <a:pt x="481" y="41"/>
                </a:lnTo>
                <a:lnTo>
                  <a:pt x="482" y="41"/>
                </a:lnTo>
                <a:lnTo>
                  <a:pt x="483" y="41"/>
                </a:lnTo>
                <a:lnTo>
                  <a:pt x="484" y="40"/>
                </a:lnTo>
                <a:lnTo>
                  <a:pt x="485" y="41"/>
                </a:lnTo>
                <a:lnTo>
                  <a:pt x="486" y="41"/>
                </a:lnTo>
                <a:lnTo>
                  <a:pt x="488" y="40"/>
                </a:lnTo>
                <a:lnTo>
                  <a:pt x="489" y="40"/>
                </a:lnTo>
                <a:lnTo>
                  <a:pt x="489" y="39"/>
                </a:lnTo>
                <a:lnTo>
                  <a:pt x="490" y="38"/>
                </a:lnTo>
                <a:lnTo>
                  <a:pt x="489" y="38"/>
                </a:lnTo>
                <a:lnTo>
                  <a:pt x="490" y="38"/>
                </a:lnTo>
                <a:lnTo>
                  <a:pt x="490" y="37"/>
                </a:lnTo>
                <a:lnTo>
                  <a:pt x="491" y="37"/>
                </a:lnTo>
                <a:lnTo>
                  <a:pt x="492" y="36"/>
                </a:lnTo>
                <a:lnTo>
                  <a:pt x="493" y="36"/>
                </a:lnTo>
                <a:lnTo>
                  <a:pt x="494" y="36"/>
                </a:lnTo>
                <a:lnTo>
                  <a:pt x="495" y="36"/>
                </a:lnTo>
                <a:lnTo>
                  <a:pt x="495" y="37"/>
                </a:lnTo>
                <a:lnTo>
                  <a:pt x="496" y="37"/>
                </a:lnTo>
                <a:lnTo>
                  <a:pt x="497" y="37"/>
                </a:lnTo>
                <a:lnTo>
                  <a:pt x="497" y="36"/>
                </a:lnTo>
                <a:lnTo>
                  <a:pt x="498" y="36"/>
                </a:lnTo>
                <a:lnTo>
                  <a:pt x="499" y="35"/>
                </a:lnTo>
                <a:lnTo>
                  <a:pt x="500" y="35"/>
                </a:lnTo>
                <a:lnTo>
                  <a:pt x="501" y="35"/>
                </a:lnTo>
                <a:lnTo>
                  <a:pt x="502" y="35"/>
                </a:lnTo>
                <a:lnTo>
                  <a:pt x="503" y="34"/>
                </a:lnTo>
                <a:lnTo>
                  <a:pt x="504" y="34"/>
                </a:lnTo>
                <a:lnTo>
                  <a:pt x="505" y="33"/>
                </a:lnTo>
                <a:lnTo>
                  <a:pt x="506" y="33"/>
                </a:lnTo>
                <a:lnTo>
                  <a:pt x="507" y="33"/>
                </a:lnTo>
                <a:lnTo>
                  <a:pt x="508" y="33"/>
                </a:lnTo>
                <a:lnTo>
                  <a:pt x="509" y="33"/>
                </a:lnTo>
                <a:lnTo>
                  <a:pt x="509" y="32"/>
                </a:lnTo>
                <a:lnTo>
                  <a:pt x="510" y="32"/>
                </a:lnTo>
                <a:lnTo>
                  <a:pt x="510" y="31"/>
                </a:lnTo>
                <a:lnTo>
                  <a:pt x="512" y="30"/>
                </a:lnTo>
                <a:lnTo>
                  <a:pt x="511" y="30"/>
                </a:lnTo>
                <a:lnTo>
                  <a:pt x="512" y="30"/>
                </a:lnTo>
                <a:lnTo>
                  <a:pt x="512" y="29"/>
                </a:lnTo>
                <a:lnTo>
                  <a:pt x="513" y="29"/>
                </a:lnTo>
                <a:lnTo>
                  <a:pt x="513" y="28"/>
                </a:lnTo>
                <a:lnTo>
                  <a:pt x="514" y="27"/>
                </a:lnTo>
                <a:lnTo>
                  <a:pt x="515" y="27"/>
                </a:lnTo>
                <a:lnTo>
                  <a:pt x="516" y="27"/>
                </a:lnTo>
                <a:lnTo>
                  <a:pt x="516" y="26"/>
                </a:lnTo>
                <a:lnTo>
                  <a:pt x="517" y="26"/>
                </a:lnTo>
                <a:lnTo>
                  <a:pt x="518" y="26"/>
                </a:lnTo>
                <a:lnTo>
                  <a:pt x="518" y="27"/>
                </a:lnTo>
                <a:lnTo>
                  <a:pt x="518" y="28"/>
                </a:lnTo>
                <a:lnTo>
                  <a:pt x="517" y="28"/>
                </a:lnTo>
                <a:lnTo>
                  <a:pt x="517" y="29"/>
                </a:lnTo>
                <a:lnTo>
                  <a:pt x="517" y="30"/>
                </a:lnTo>
                <a:lnTo>
                  <a:pt x="517" y="31"/>
                </a:lnTo>
                <a:lnTo>
                  <a:pt x="516" y="31"/>
                </a:lnTo>
                <a:lnTo>
                  <a:pt x="517" y="31"/>
                </a:lnTo>
                <a:lnTo>
                  <a:pt x="517" y="32"/>
                </a:lnTo>
                <a:lnTo>
                  <a:pt x="516" y="32"/>
                </a:lnTo>
                <a:lnTo>
                  <a:pt x="516" y="33"/>
                </a:lnTo>
                <a:lnTo>
                  <a:pt x="516" y="34"/>
                </a:lnTo>
                <a:lnTo>
                  <a:pt x="516" y="35"/>
                </a:lnTo>
                <a:lnTo>
                  <a:pt x="515" y="35"/>
                </a:lnTo>
                <a:lnTo>
                  <a:pt x="514" y="36"/>
                </a:lnTo>
                <a:lnTo>
                  <a:pt x="514" y="37"/>
                </a:lnTo>
                <a:lnTo>
                  <a:pt x="514" y="38"/>
                </a:lnTo>
                <a:lnTo>
                  <a:pt x="514" y="39"/>
                </a:lnTo>
                <a:lnTo>
                  <a:pt x="514" y="40"/>
                </a:lnTo>
                <a:lnTo>
                  <a:pt x="514" y="41"/>
                </a:lnTo>
                <a:lnTo>
                  <a:pt x="513" y="41"/>
                </a:lnTo>
                <a:lnTo>
                  <a:pt x="512" y="41"/>
                </a:lnTo>
                <a:lnTo>
                  <a:pt x="511" y="41"/>
                </a:lnTo>
                <a:lnTo>
                  <a:pt x="510" y="40"/>
                </a:lnTo>
                <a:lnTo>
                  <a:pt x="509" y="40"/>
                </a:lnTo>
                <a:lnTo>
                  <a:pt x="507" y="40"/>
                </a:lnTo>
                <a:lnTo>
                  <a:pt x="506" y="41"/>
                </a:lnTo>
                <a:lnTo>
                  <a:pt x="505" y="41"/>
                </a:lnTo>
                <a:lnTo>
                  <a:pt x="504" y="41"/>
                </a:lnTo>
                <a:lnTo>
                  <a:pt x="502" y="41"/>
                </a:lnTo>
                <a:lnTo>
                  <a:pt x="501" y="42"/>
                </a:lnTo>
                <a:lnTo>
                  <a:pt x="501" y="43"/>
                </a:lnTo>
                <a:lnTo>
                  <a:pt x="501" y="44"/>
                </a:lnTo>
                <a:lnTo>
                  <a:pt x="501" y="45"/>
                </a:lnTo>
                <a:lnTo>
                  <a:pt x="500" y="45"/>
                </a:lnTo>
                <a:lnTo>
                  <a:pt x="499" y="45"/>
                </a:lnTo>
                <a:lnTo>
                  <a:pt x="498" y="46"/>
                </a:lnTo>
                <a:lnTo>
                  <a:pt x="498" y="47"/>
                </a:lnTo>
                <a:lnTo>
                  <a:pt x="499" y="47"/>
                </a:lnTo>
                <a:lnTo>
                  <a:pt x="499" y="48"/>
                </a:lnTo>
                <a:lnTo>
                  <a:pt x="498" y="50"/>
                </a:lnTo>
                <a:lnTo>
                  <a:pt x="498" y="51"/>
                </a:lnTo>
                <a:lnTo>
                  <a:pt x="498" y="52"/>
                </a:lnTo>
                <a:lnTo>
                  <a:pt x="498" y="51"/>
                </a:lnTo>
                <a:lnTo>
                  <a:pt x="498" y="50"/>
                </a:lnTo>
                <a:lnTo>
                  <a:pt x="497" y="51"/>
                </a:lnTo>
                <a:lnTo>
                  <a:pt x="497" y="52"/>
                </a:lnTo>
                <a:lnTo>
                  <a:pt x="495" y="52"/>
                </a:lnTo>
                <a:lnTo>
                  <a:pt x="495" y="53"/>
                </a:lnTo>
                <a:lnTo>
                  <a:pt x="494" y="53"/>
                </a:lnTo>
                <a:lnTo>
                  <a:pt x="493" y="53"/>
                </a:lnTo>
                <a:lnTo>
                  <a:pt x="492" y="53"/>
                </a:lnTo>
                <a:lnTo>
                  <a:pt x="489" y="52"/>
                </a:lnTo>
                <a:lnTo>
                  <a:pt x="488" y="53"/>
                </a:lnTo>
                <a:lnTo>
                  <a:pt x="488" y="54"/>
                </a:lnTo>
                <a:lnTo>
                  <a:pt x="487" y="55"/>
                </a:lnTo>
                <a:lnTo>
                  <a:pt x="486" y="55"/>
                </a:lnTo>
                <a:lnTo>
                  <a:pt x="485" y="55"/>
                </a:lnTo>
                <a:lnTo>
                  <a:pt x="485" y="56"/>
                </a:lnTo>
                <a:lnTo>
                  <a:pt x="484" y="58"/>
                </a:lnTo>
                <a:lnTo>
                  <a:pt x="483" y="57"/>
                </a:lnTo>
                <a:lnTo>
                  <a:pt x="483" y="58"/>
                </a:lnTo>
                <a:lnTo>
                  <a:pt x="483" y="59"/>
                </a:lnTo>
                <a:lnTo>
                  <a:pt x="482" y="59"/>
                </a:lnTo>
                <a:lnTo>
                  <a:pt x="482" y="60"/>
                </a:lnTo>
                <a:lnTo>
                  <a:pt x="482" y="61"/>
                </a:lnTo>
                <a:lnTo>
                  <a:pt x="482" y="63"/>
                </a:lnTo>
                <a:lnTo>
                  <a:pt x="481" y="63"/>
                </a:lnTo>
                <a:lnTo>
                  <a:pt x="480" y="63"/>
                </a:lnTo>
                <a:lnTo>
                  <a:pt x="479" y="63"/>
                </a:lnTo>
                <a:lnTo>
                  <a:pt x="478" y="63"/>
                </a:lnTo>
                <a:lnTo>
                  <a:pt x="477" y="64"/>
                </a:lnTo>
                <a:lnTo>
                  <a:pt x="475" y="64"/>
                </a:lnTo>
                <a:lnTo>
                  <a:pt x="474" y="64"/>
                </a:lnTo>
                <a:lnTo>
                  <a:pt x="473" y="64"/>
                </a:lnTo>
                <a:lnTo>
                  <a:pt x="471" y="64"/>
                </a:lnTo>
                <a:lnTo>
                  <a:pt x="471" y="65"/>
                </a:lnTo>
                <a:lnTo>
                  <a:pt x="469" y="65"/>
                </a:lnTo>
                <a:lnTo>
                  <a:pt x="468" y="65"/>
                </a:lnTo>
                <a:lnTo>
                  <a:pt x="466" y="65"/>
                </a:lnTo>
                <a:lnTo>
                  <a:pt x="464" y="66"/>
                </a:lnTo>
                <a:lnTo>
                  <a:pt x="464" y="67"/>
                </a:lnTo>
                <a:lnTo>
                  <a:pt x="463" y="67"/>
                </a:lnTo>
                <a:lnTo>
                  <a:pt x="462" y="68"/>
                </a:lnTo>
                <a:lnTo>
                  <a:pt x="462" y="69"/>
                </a:lnTo>
                <a:lnTo>
                  <a:pt x="461" y="71"/>
                </a:lnTo>
                <a:lnTo>
                  <a:pt x="460" y="71"/>
                </a:lnTo>
                <a:lnTo>
                  <a:pt x="460" y="72"/>
                </a:lnTo>
                <a:lnTo>
                  <a:pt x="459" y="72"/>
                </a:lnTo>
                <a:lnTo>
                  <a:pt x="459" y="73"/>
                </a:lnTo>
                <a:lnTo>
                  <a:pt x="458" y="73"/>
                </a:lnTo>
                <a:lnTo>
                  <a:pt x="457" y="73"/>
                </a:lnTo>
                <a:lnTo>
                  <a:pt x="458" y="73"/>
                </a:lnTo>
                <a:lnTo>
                  <a:pt x="457" y="73"/>
                </a:lnTo>
                <a:lnTo>
                  <a:pt x="457" y="75"/>
                </a:lnTo>
                <a:lnTo>
                  <a:pt x="456" y="76"/>
                </a:lnTo>
                <a:lnTo>
                  <a:pt x="455" y="76"/>
                </a:lnTo>
                <a:lnTo>
                  <a:pt x="455" y="77"/>
                </a:lnTo>
                <a:lnTo>
                  <a:pt x="455" y="78"/>
                </a:lnTo>
                <a:lnTo>
                  <a:pt x="455" y="79"/>
                </a:lnTo>
                <a:lnTo>
                  <a:pt x="454" y="79"/>
                </a:lnTo>
                <a:lnTo>
                  <a:pt x="453" y="80"/>
                </a:lnTo>
                <a:lnTo>
                  <a:pt x="453" y="81"/>
                </a:lnTo>
                <a:lnTo>
                  <a:pt x="453" y="82"/>
                </a:lnTo>
                <a:lnTo>
                  <a:pt x="451" y="82"/>
                </a:lnTo>
                <a:lnTo>
                  <a:pt x="450" y="83"/>
                </a:lnTo>
                <a:lnTo>
                  <a:pt x="449" y="83"/>
                </a:lnTo>
                <a:lnTo>
                  <a:pt x="449" y="84"/>
                </a:lnTo>
                <a:lnTo>
                  <a:pt x="450" y="84"/>
                </a:lnTo>
                <a:lnTo>
                  <a:pt x="450" y="85"/>
                </a:lnTo>
                <a:lnTo>
                  <a:pt x="450" y="86"/>
                </a:lnTo>
                <a:lnTo>
                  <a:pt x="450" y="87"/>
                </a:lnTo>
                <a:lnTo>
                  <a:pt x="450" y="88"/>
                </a:lnTo>
                <a:lnTo>
                  <a:pt x="450" y="89"/>
                </a:lnTo>
                <a:lnTo>
                  <a:pt x="450" y="90"/>
                </a:lnTo>
                <a:lnTo>
                  <a:pt x="449" y="90"/>
                </a:lnTo>
                <a:lnTo>
                  <a:pt x="448" y="90"/>
                </a:lnTo>
                <a:lnTo>
                  <a:pt x="447" y="91"/>
                </a:lnTo>
                <a:lnTo>
                  <a:pt x="446" y="91"/>
                </a:lnTo>
                <a:lnTo>
                  <a:pt x="446" y="92"/>
                </a:lnTo>
                <a:lnTo>
                  <a:pt x="445" y="92"/>
                </a:lnTo>
                <a:lnTo>
                  <a:pt x="444" y="92"/>
                </a:lnTo>
                <a:lnTo>
                  <a:pt x="443" y="92"/>
                </a:lnTo>
                <a:lnTo>
                  <a:pt x="443" y="93"/>
                </a:lnTo>
                <a:lnTo>
                  <a:pt x="443" y="94"/>
                </a:lnTo>
                <a:lnTo>
                  <a:pt x="442" y="94"/>
                </a:lnTo>
                <a:lnTo>
                  <a:pt x="442" y="95"/>
                </a:lnTo>
                <a:lnTo>
                  <a:pt x="441" y="95"/>
                </a:lnTo>
                <a:lnTo>
                  <a:pt x="440" y="96"/>
                </a:lnTo>
                <a:lnTo>
                  <a:pt x="439" y="97"/>
                </a:lnTo>
                <a:lnTo>
                  <a:pt x="438" y="97"/>
                </a:lnTo>
                <a:lnTo>
                  <a:pt x="437" y="97"/>
                </a:lnTo>
                <a:lnTo>
                  <a:pt x="436" y="97"/>
                </a:lnTo>
                <a:lnTo>
                  <a:pt x="435" y="97"/>
                </a:lnTo>
                <a:lnTo>
                  <a:pt x="434" y="97"/>
                </a:lnTo>
                <a:lnTo>
                  <a:pt x="433" y="96"/>
                </a:lnTo>
                <a:lnTo>
                  <a:pt x="431" y="96"/>
                </a:lnTo>
                <a:lnTo>
                  <a:pt x="430" y="97"/>
                </a:lnTo>
                <a:lnTo>
                  <a:pt x="429" y="97"/>
                </a:lnTo>
                <a:lnTo>
                  <a:pt x="429" y="98"/>
                </a:lnTo>
                <a:lnTo>
                  <a:pt x="429" y="99"/>
                </a:lnTo>
                <a:lnTo>
                  <a:pt x="428" y="98"/>
                </a:lnTo>
                <a:lnTo>
                  <a:pt x="427" y="98"/>
                </a:lnTo>
                <a:lnTo>
                  <a:pt x="427" y="97"/>
                </a:lnTo>
                <a:lnTo>
                  <a:pt x="426" y="97"/>
                </a:lnTo>
                <a:lnTo>
                  <a:pt x="426" y="98"/>
                </a:lnTo>
                <a:lnTo>
                  <a:pt x="426" y="100"/>
                </a:lnTo>
                <a:lnTo>
                  <a:pt x="425" y="101"/>
                </a:lnTo>
                <a:lnTo>
                  <a:pt x="421" y="101"/>
                </a:lnTo>
                <a:lnTo>
                  <a:pt x="421" y="102"/>
                </a:lnTo>
                <a:lnTo>
                  <a:pt x="420" y="102"/>
                </a:lnTo>
                <a:lnTo>
                  <a:pt x="420" y="103"/>
                </a:lnTo>
                <a:lnTo>
                  <a:pt x="420" y="104"/>
                </a:lnTo>
                <a:lnTo>
                  <a:pt x="420" y="105"/>
                </a:lnTo>
                <a:lnTo>
                  <a:pt x="420" y="106"/>
                </a:lnTo>
                <a:lnTo>
                  <a:pt x="420" y="107"/>
                </a:lnTo>
                <a:lnTo>
                  <a:pt x="419" y="106"/>
                </a:lnTo>
                <a:lnTo>
                  <a:pt x="419" y="107"/>
                </a:lnTo>
                <a:lnTo>
                  <a:pt x="418" y="108"/>
                </a:lnTo>
                <a:lnTo>
                  <a:pt x="417" y="108"/>
                </a:lnTo>
                <a:lnTo>
                  <a:pt x="417" y="109"/>
                </a:lnTo>
                <a:lnTo>
                  <a:pt x="416" y="110"/>
                </a:lnTo>
                <a:lnTo>
                  <a:pt x="416" y="111"/>
                </a:lnTo>
                <a:lnTo>
                  <a:pt x="416" y="110"/>
                </a:lnTo>
                <a:lnTo>
                  <a:pt x="415" y="111"/>
                </a:lnTo>
                <a:lnTo>
                  <a:pt x="415" y="112"/>
                </a:lnTo>
                <a:lnTo>
                  <a:pt x="414" y="114"/>
                </a:lnTo>
                <a:lnTo>
                  <a:pt x="413" y="114"/>
                </a:lnTo>
                <a:lnTo>
                  <a:pt x="412" y="114"/>
                </a:lnTo>
                <a:lnTo>
                  <a:pt x="412" y="116"/>
                </a:lnTo>
                <a:lnTo>
                  <a:pt x="412" y="117"/>
                </a:lnTo>
                <a:lnTo>
                  <a:pt x="412" y="120"/>
                </a:lnTo>
                <a:lnTo>
                  <a:pt x="409" y="120"/>
                </a:lnTo>
                <a:lnTo>
                  <a:pt x="408" y="120"/>
                </a:lnTo>
                <a:lnTo>
                  <a:pt x="407" y="120"/>
                </a:lnTo>
                <a:lnTo>
                  <a:pt x="407" y="121"/>
                </a:lnTo>
                <a:lnTo>
                  <a:pt x="406" y="121"/>
                </a:lnTo>
                <a:lnTo>
                  <a:pt x="405" y="122"/>
                </a:lnTo>
                <a:lnTo>
                  <a:pt x="404" y="122"/>
                </a:lnTo>
                <a:lnTo>
                  <a:pt x="404" y="123"/>
                </a:lnTo>
                <a:lnTo>
                  <a:pt x="404" y="124"/>
                </a:lnTo>
                <a:lnTo>
                  <a:pt x="405" y="125"/>
                </a:lnTo>
                <a:lnTo>
                  <a:pt x="406" y="126"/>
                </a:lnTo>
                <a:lnTo>
                  <a:pt x="407" y="127"/>
                </a:lnTo>
                <a:lnTo>
                  <a:pt x="408" y="128"/>
                </a:lnTo>
                <a:lnTo>
                  <a:pt x="408" y="129"/>
                </a:lnTo>
                <a:lnTo>
                  <a:pt x="408" y="130"/>
                </a:lnTo>
                <a:lnTo>
                  <a:pt x="407" y="130"/>
                </a:lnTo>
                <a:lnTo>
                  <a:pt x="407" y="131"/>
                </a:lnTo>
                <a:lnTo>
                  <a:pt x="406" y="131"/>
                </a:lnTo>
                <a:lnTo>
                  <a:pt x="405" y="131"/>
                </a:lnTo>
                <a:lnTo>
                  <a:pt x="403" y="132"/>
                </a:lnTo>
                <a:lnTo>
                  <a:pt x="402" y="132"/>
                </a:lnTo>
                <a:lnTo>
                  <a:pt x="402" y="133"/>
                </a:lnTo>
                <a:lnTo>
                  <a:pt x="402" y="134"/>
                </a:lnTo>
                <a:lnTo>
                  <a:pt x="402" y="135"/>
                </a:lnTo>
                <a:lnTo>
                  <a:pt x="403" y="135"/>
                </a:lnTo>
                <a:lnTo>
                  <a:pt x="405" y="135"/>
                </a:lnTo>
                <a:lnTo>
                  <a:pt x="405" y="136"/>
                </a:lnTo>
                <a:lnTo>
                  <a:pt x="405" y="137"/>
                </a:lnTo>
                <a:lnTo>
                  <a:pt x="404" y="137"/>
                </a:lnTo>
                <a:lnTo>
                  <a:pt x="404" y="138"/>
                </a:lnTo>
                <a:lnTo>
                  <a:pt x="403" y="138"/>
                </a:lnTo>
                <a:lnTo>
                  <a:pt x="402" y="138"/>
                </a:lnTo>
                <a:lnTo>
                  <a:pt x="402" y="139"/>
                </a:lnTo>
                <a:lnTo>
                  <a:pt x="403" y="139"/>
                </a:lnTo>
                <a:lnTo>
                  <a:pt x="405" y="139"/>
                </a:lnTo>
                <a:lnTo>
                  <a:pt x="405" y="140"/>
                </a:lnTo>
                <a:lnTo>
                  <a:pt x="406" y="139"/>
                </a:lnTo>
                <a:lnTo>
                  <a:pt x="406" y="137"/>
                </a:lnTo>
                <a:lnTo>
                  <a:pt x="407" y="137"/>
                </a:lnTo>
                <a:lnTo>
                  <a:pt x="408" y="137"/>
                </a:lnTo>
                <a:lnTo>
                  <a:pt x="408" y="139"/>
                </a:lnTo>
                <a:lnTo>
                  <a:pt x="407" y="139"/>
                </a:lnTo>
                <a:lnTo>
                  <a:pt x="407" y="140"/>
                </a:lnTo>
                <a:lnTo>
                  <a:pt x="408" y="140"/>
                </a:lnTo>
                <a:lnTo>
                  <a:pt x="410" y="141"/>
                </a:lnTo>
                <a:lnTo>
                  <a:pt x="410" y="142"/>
                </a:lnTo>
                <a:lnTo>
                  <a:pt x="411" y="143"/>
                </a:lnTo>
                <a:lnTo>
                  <a:pt x="412" y="143"/>
                </a:lnTo>
                <a:lnTo>
                  <a:pt x="412" y="142"/>
                </a:lnTo>
                <a:lnTo>
                  <a:pt x="413" y="141"/>
                </a:lnTo>
                <a:lnTo>
                  <a:pt x="414" y="140"/>
                </a:lnTo>
                <a:lnTo>
                  <a:pt x="415" y="140"/>
                </a:lnTo>
                <a:lnTo>
                  <a:pt x="416" y="140"/>
                </a:lnTo>
                <a:lnTo>
                  <a:pt x="416" y="141"/>
                </a:lnTo>
                <a:lnTo>
                  <a:pt x="417" y="141"/>
                </a:lnTo>
                <a:lnTo>
                  <a:pt x="418" y="140"/>
                </a:lnTo>
                <a:lnTo>
                  <a:pt x="418" y="141"/>
                </a:lnTo>
                <a:lnTo>
                  <a:pt x="419" y="141"/>
                </a:lnTo>
                <a:lnTo>
                  <a:pt x="419" y="142"/>
                </a:lnTo>
                <a:lnTo>
                  <a:pt x="420" y="142"/>
                </a:lnTo>
                <a:lnTo>
                  <a:pt x="420" y="143"/>
                </a:lnTo>
                <a:lnTo>
                  <a:pt x="421" y="143"/>
                </a:lnTo>
                <a:lnTo>
                  <a:pt x="421" y="142"/>
                </a:lnTo>
                <a:lnTo>
                  <a:pt x="422" y="142"/>
                </a:lnTo>
                <a:lnTo>
                  <a:pt x="423" y="141"/>
                </a:lnTo>
                <a:lnTo>
                  <a:pt x="423" y="140"/>
                </a:lnTo>
                <a:lnTo>
                  <a:pt x="424" y="140"/>
                </a:lnTo>
                <a:lnTo>
                  <a:pt x="427" y="140"/>
                </a:lnTo>
                <a:lnTo>
                  <a:pt x="428" y="140"/>
                </a:lnTo>
                <a:lnTo>
                  <a:pt x="428" y="139"/>
                </a:lnTo>
                <a:lnTo>
                  <a:pt x="429" y="139"/>
                </a:lnTo>
                <a:lnTo>
                  <a:pt x="430" y="140"/>
                </a:lnTo>
                <a:lnTo>
                  <a:pt x="430" y="141"/>
                </a:lnTo>
                <a:lnTo>
                  <a:pt x="430" y="142"/>
                </a:lnTo>
                <a:lnTo>
                  <a:pt x="431" y="142"/>
                </a:lnTo>
                <a:lnTo>
                  <a:pt x="432" y="143"/>
                </a:lnTo>
                <a:lnTo>
                  <a:pt x="432" y="144"/>
                </a:lnTo>
                <a:lnTo>
                  <a:pt x="433" y="144"/>
                </a:lnTo>
                <a:lnTo>
                  <a:pt x="434" y="144"/>
                </a:lnTo>
                <a:lnTo>
                  <a:pt x="435" y="144"/>
                </a:lnTo>
                <a:lnTo>
                  <a:pt x="435" y="145"/>
                </a:lnTo>
                <a:lnTo>
                  <a:pt x="436" y="145"/>
                </a:lnTo>
                <a:lnTo>
                  <a:pt x="436" y="144"/>
                </a:lnTo>
                <a:lnTo>
                  <a:pt x="437" y="144"/>
                </a:lnTo>
                <a:lnTo>
                  <a:pt x="438" y="144"/>
                </a:lnTo>
                <a:lnTo>
                  <a:pt x="438" y="145"/>
                </a:lnTo>
                <a:lnTo>
                  <a:pt x="438" y="146"/>
                </a:lnTo>
                <a:lnTo>
                  <a:pt x="437" y="145"/>
                </a:lnTo>
                <a:lnTo>
                  <a:pt x="437" y="146"/>
                </a:lnTo>
                <a:lnTo>
                  <a:pt x="437" y="147"/>
                </a:lnTo>
                <a:lnTo>
                  <a:pt x="436" y="147"/>
                </a:lnTo>
                <a:lnTo>
                  <a:pt x="435" y="147"/>
                </a:lnTo>
                <a:lnTo>
                  <a:pt x="435" y="148"/>
                </a:lnTo>
                <a:lnTo>
                  <a:pt x="437" y="149"/>
                </a:lnTo>
                <a:lnTo>
                  <a:pt x="438" y="150"/>
                </a:lnTo>
                <a:lnTo>
                  <a:pt x="438" y="149"/>
                </a:lnTo>
                <a:lnTo>
                  <a:pt x="439" y="148"/>
                </a:lnTo>
                <a:lnTo>
                  <a:pt x="440" y="148"/>
                </a:lnTo>
                <a:lnTo>
                  <a:pt x="441" y="149"/>
                </a:lnTo>
                <a:lnTo>
                  <a:pt x="441" y="150"/>
                </a:lnTo>
                <a:lnTo>
                  <a:pt x="440" y="151"/>
                </a:lnTo>
                <a:lnTo>
                  <a:pt x="439" y="151"/>
                </a:lnTo>
                <a:lnTo>
                  <a:pt x="439" y="153"/>
                </a:lnTo>
                <a:lnTo>
                  <a:pt x="440" y="153"/>
                </a:lnTo>
                <a:lnTo>
                  <a:pt x="440" y="154"/>
                </a:lnTo>
                <a:lnTo>
                  <a:pt x="440" y="155"/>
                </a:lnTo>
                <a:lnTo>
                  <a:pt x="440" y="156"/>
                </a:lnTo>
                <a:lnTo>
                  <a:pt x="441" y="156"/>
                </a:lnTo>
                <a:lnTo>
                  <a:pt x="442" y="156"/>
                </a:lnTo>
                <a:lnTo>
                  <a:pt x="442" y="155"/>
                </a:lnTo>
                <a:lnTo>
                  <a:pt x="443" y="154"/>
                </a:lnTo>
                <a:lnTo>
                  <a:pt x="444" y="155"/>
                </a:lnTo>
                <a:lnTo>
                  <a:pt x="444" y="156"/>
                </a:lnTo>
                <a:lnTo>
                  <a:pt x="445" y="155"/>
                </a:lnTo>
                <a:lnTo>
                  <a:pt x="445" y="154"/>
                </a:lnTo>
                <a:lnTo>
                  <a:pt x="446" y="154"/>
                </a:lnTo>
                <a:lnTo>
                  <a:pt x="447" y="154"/>
                </a:lnTo>
                <a:lnTo>
                  <a:pt x="448" y="155"/>
                </a:lnTo>
                <a:lnTo>
                  <a:pt x="449" y="155"/>
                </a:lnTo>
                <a:lnTo>
                  <a:pt x="450" y="156"/>
                </a:lnTo>
                <a:lnTo>
                  <a:pt x="452" y="157"/>
                </a:lnTo>
                <a:lnTo>
                  <a:pt x="453" y="157"/>
                </a:lnTo>
                <a:lnTo>
                  <a:pt x="454" y="157"/>
                </a:lnTo>
                <a:lnTo>
                  <a:pt x="455" y="158"/>
                </a:lnTo>
                <a:lnTo>
                  <a:pt x="455" y="159"/>
                </a:lnTo>
                <a:lnTo>
                  <a:pt x="456" y="159"/>
                </a:lnTo>
                <a:lnTo>
                  <a:pt x="456" y="160"/>
                </a:lnTo>
                <a:lnTo>
                  <a:pt x="457" y="160"/>
                </a:lnTo>
                <a:lnTo>
                  <a:pt x="457" y="161"/>
                </a:lnTo>
                <a:lnTo>
                  <a:pt x="457" y="162"/>
                </a:lnTo>
                <a:lnTo>
                  <a:pt x="458" y="163"/>
                </a:lnTo>
                <a:lnTo>
                  <a:pt x="458" y="165"/>
                </a:lnTo>
                <a:lnTo>
                  <a:pt x="459" y="166"/>
                </a:lnTo>
                <a:lnTo>
                  <a:pt x="458" y="167"/>
                </a:lnTo>
                <a:lnTo>
                  <a:pt x="457" y="167"/>
                </a:lnTo>
                <a:lnTo>
                  <a:pt x="457" y="168"/>
                </a:lnTo>
                <a:lnTo>
                  <a:pt x="458" y="168"/>
                </a:lnTo>
                <a:lnTo>
                  <a:pt x="458" y="169"/>
                </a:lnTo>
                <a:lnTo>
                  <a:pt x="459" y="171"/>
                </a:lnTo>
                <a:lnTo>
                  <a:pt x="459" y="173"/>
                </a:lnTo>
                <a:lnTo>
                  <a:pt x="459" y="174"/>
                </a:lnTo>
                <a:lnTo>
                  <a:pt x="458" y="174"/>
                </a:lnTo>
                <a:lnTo>
                  <a:pt x="459" y="175"/>
                </a:lnTo>
                <a:lnTo>
                  <a:pt x="459" y="174"/>
                </a:lnTo>
                <a:lnTo>
                  <a:pt x="460" y="175"/>
                </a:lnTo>
                <a:lnTo>
                  <a:pt x="460" y="176"/>
                </a:lnTo>
                <a:lnTo>
                  <a:pt x="460" y="177"/>
                </a:lnTo>
                <a:lnTo>
                  <a:pt x="461" y="177"/>
                </a:lnTo>
                <a:lnTo>
                  <a:pt x="462" y="178"/>
                </a:lnTo>
                <a:lnTo>
                  <a:pt x="462" y="179"/>
                </a:lnTo>
                <a:lnTo>
                  <a:pt x="462" y="180"/>
                </a:lnTo>
                <a:lnTo>
                  <a:pt x="463" y="180"/>
                </a:lnTo>
                <a:lnTo>
                  <a:pt x="464" y="181"/>
                </a:lnTo>
                <a:lnTo>
                  <a:pt x="464" y="182"/>
                </a:lnTo>
                <a:lnTo>
                  <a:pt x="465" y="182"/>
                </a:lnTo>
                <a:lnTo>
                  <a:pt x="465" y="183"/>
                </a:lnTo>
                <a:lnTo>
                  <a:pt x="466" y="183"/>
                </a:lnTo>
                <a:lnTo>
                  <a:pt x="467" y="183"/>
                </a:lnTo>
                <a:lnTo>
                  <a:pt x="468" y="183"/>
                </a:lnTo>
                <a:lnTo>
                  <a:pt x="469" y="183"/>
                </a:lnTo>
                <a:lnTo>
                  <a:pt x="471" y="183"/>
                </a:lnTo>
                <a:lnTo>
                  <a:pt x="473" y="183"/>
                </a:lnTo>
                <a:lnTo>
                  <a:pt x="474" y="183"/>
                </a:lnTo>
                <a:lnTo>
                  <a:pt x="475" y="183"/>
                </a:lnTo>
                <a:lnTo>
                  <a:pt x="476" y="183"/>
                </a:lnTo>
                <a:lnTo>
                  <a:pt x="477" y="183"/>
                </a:lnTo>
                <a:lnTo>
                  <a:pt x="477" y="184"/>
                </a:lnTo>
                <a:lnTo>
                  <a:pt x="478" y="184"/>
                </a:lnTo>
                <a:lnTo>
                  <a:pt x="478" y="185"/>
                </a:lnTo>
                <a:lnTo>
                  <a:pt x="479" y="185"/>
                </a:lnTo>
                <a:lnTo>
                  <a:pt x="481" y="185"/>
                </a:lnTo>
                <a:lnTo>
                  <a:pt x="482" y="184"/>
                </a:lnTo>
                <a:lnTo>
                  <a:pt x="482" y="181"/>
                </a:lnTo>
                <a:lnTo>
                  <a:pt x="483" y="181"/>
                </a:lnTo>
                <a:lnTo>
                  <a:pt x="484" y="181"/>
                </a:lnTo>
                <a:lnTo>
                  <a:pt x="484" y="182"/>
                </a:lnTo>
                <a:lnTo>
                  <a:pt x="486" y="182"/>
                </a:lnTo>
                <a:lnTo>
                  <a:pt x="487" y="182"/>
                </a:lnTo>
                <a:lnTo>
                  <a:pt x="488" y="182"/>
                </a:lnTo>
                <a:lnTo>
                  <a:pt x="489" y="182"/>
                </a:lnTo>
                <a:lnTo>
                  <a:pt x="490" y="183"/>
                </a:lnTo>
                <a:lnTo>
                  <a:pt x="491" y="183"/>
                </a:lnTo>
                <a:lnTo>
                  <a:pt x="491" y="184"/>
                </a:lnTo>
                <a:lnTo>
                  <a:pt x="492" y="184"/>
                </a:lnTo>
                <a:lnTo>
                  <a:pt x="493" y="184"/>
                </a:lnTo>
                <a:lnTo>
                  <a:pt x="493" y="185"/>
                </a:lnTo>
                <a:lnTo>
                  <a:pt x="494" y="185"/>
                </a:lnTo>
                <a:lnTo>
                  <a:pt x="495" y="185"/>
                </a:lnTo>
                <a:lnTo>
                  <a:pt x="496" y="184"/>
                </a:lnTo>
                <a:lnTo>
                  <a:pt x="498" y="184"/>
                </a:lnTo>
                <a:lnTo>
                  <a:pt x="500" y="184"/>
                </a:lnTo>
                <a:lnTo>
                  <a:pt x="503" y="183"/>
                </a:lnTo>
                <a:lnTo>
                  <a:pt x="504" y="183"/>
                </a:lnTo>
                <a:lnTo>
                  <a:pt x="506" y="183"/>
                </a:lnTo>
                <a:lnTo>
                  <a:pt x="507" y="183"/>
                </a:lnTo>
                <a:lnTo>
                  <a:pt x="507" y="182"/>
                </a:lnTo>
                <a:lnTo>
                  <a:pt x="508" y="182"/>
                </a:lnTo>
                <a:lnTo>
                  <a:pt x="508" y="180"/>
                </a:lnTo>
                <a:lnTo>
                  <a:pt x="509" y="179"/>
                </a:lnTo>
                <a:lnTo>
                  <a:pt x="510" y="179"/>
                </a:lnTo>
                <a:lnTo>
                  <a:pt x="510" y="180"/>
                </a:lnTo>
                <a:lnTo>
                  <a:pt x="513" y="181"/>
                </a:lnTo>
                <a:lnTo>
                  <a:pt x="514" y="181"/>
                </a:lnTo>
                <a:lnTo>
                  <a:pt x="516" y="181"/>
                </a:lnTo>
                <a:lnTo>
                  <a:pt x="517" y="181"/>
                </a:lnTo>
                <a:lnTo>
                  <a:pt x="519" y="181"/>
                </a:lnTo>
                <a:lnTo>
                  <a:pt x="519" y="182"/>
                </a:lnTo>
                <a:lnTo>
                  <a:pt x="520" y="182"/>
                </a:lnTo>
                <a:lnTo>
                  <a:pt x="521" y="183"/>
                </a:lnTo>
                <a:lnTo>
                  <a:pt x="521" y="184"/>
                </a:lnTo>
                <a:lnTo>
                  <a:pt x="522" y="184"/>
                </a:lnTo>
                <a:lnTo>
                  <a:pt x="522" y="185"/>
                </a:lnTo>
                <a:lnTo>
                  <a:pt x="523" y="185"/>
                </a:lnTo>
                <a:lnTo>
                  <a:pt x="526" y="184"/>
                </a:lnTo>
                <a:lnTo>
                  <a:pt x="527" y="184"/>
                </a:lnTo>
                <a:lnTo>
                  <a:pt x="527" y="185"/>
                </a:lnTo>
                <a:lnTo>
                  <a:pt x="527" y="186"/>
                </a:lnTo>
                <a:lnTo>
                  <a:pt x="527" y="187"/>
                </a:lnTo>
                <a:lnTo>
                  <a:pt x="527" y="188"/>
                </a:lnTo>
                <a:lnTo>
                  <a:pt x="528" y="189"/>
                </a:lnTo>
                <a:lnTo>
                  <a:pt x="528" y="190"/>
                </a:lnTo>
                <a:lnTo>
                  <a:pt x="527" y="190"/>
                </a:lnTo>
                <a:lnTo>
                  <a:pt x="527" y="191"/>
                </a:lnTo>
                <a:lnTo>
                  <a:pt x="525" y="192"/>
                </a:lnTo>
                <a:lnTo>
                  <a:pt x="525" y="193"/>
                </a:lnTo>
                <a:lnTo>
                  <a:pt x="525" y="194"/>
                </a:lnTo>
                <a:lnTo>
                  <a:pt x="524" y="194"/>
                </a:lnTo>
                <a:lnTo>
                  <a:pt x="524" y="195"/>
                </a:lnTo>
                <a:lnTo>
                  <a:pt x="524" y="196"/>
                </a:lnTo>
                <a:lnTo>
                  <a:pt x="525" y="196"/>
                </a:lnTo>
                <a:lnTo>
                  <a:pt x="525" y="197"/>
                </a:lnTo>
                <a:lnTo>
                  <a:pt x="526" y="197"/>
                </a:lnTo>
                <a:lnTo>
                  <a:pt x="526" y="198"/>
                </a:lnTo>
                <a:lnTo>
                  <a:pt x="525" y="198"/>
                </a:lnTo>
                <a:lnTo>
                  <a:pt x="526" y="199"/>
                </a:lnTo>
                <a:lnTo>
                  <a:pt x="527" y="199"/>
                </a:lnTo>
                <a:lnTo>
                  <a:pt x="527" y="200"/>
                </a:lnTo>
                <a:lnTo>
                  <a:pt x="528" y="200"/>
                </a:lnTo>
                <a:lnTo>
                  <a:pt x="529" y="200"/>
                </a:lnTo>
                <a:lnTo>
                  <a:pt x="529" y="201"/>
                </a:lnTo>
                <a:lnTo>
                  <a:pt x="528" y="201"/>
                </a:lnTo>
                <a:lnTo>
                  <a:pt x="528" y="202"/>
                </a:lnTo>
                <a:lnTo>
                  <a:pt x="528" y="203"/>
                </a:lnTo>
                <a:lnTo>
                  <a:pt x="529" y="203"/>
                </a:lnTo>
                <a:lnTo>
                  <a:pt x="530" y="204"/>
                </a:lnTo>
                <a:lnTo>
                  <a:pt x="531" y="204"/>
                </a:lnTo>
                <a:lnTo>
                  <a:pt x="532" y="203"/>
                </a:lnTo>
                <a:lnTo>
                  <a:pt x="534" y="204"/>
                </a:lnTo>
                <a:lnTo>
                  <a:pt x="534" y="205"/>
                </a:lnTo>
                <a:lnTo>
                  <a:pt x="535" y="205"/>
                </a:lnTo>
                <a:lnTo>
                  <a:pt x="536" y="205"/>
                </a:lnTo>
                <a:lnTo>
                  <a:pt x="536" y="206"/>
                </a:lnTo>
                <a:lnTo>
                  <a:pt x="536" y="207"/>
                </a:lnTo>
                <a:lnTo>
                  <a:pt x="537" y="208"/>
                </a:lnTo>
                <a:lnTo>
                  <a:pt x="538" y="207"/>
                </a:lnTo>
                <a:lnTo>
                  <a:pt x="538" y="208"/>
                </a:lnTo>
                <a:lnTo>
                  <a:pt x="539" y="208"/>
                </a:lnTo>
                <a:lnTo>
                  <a:pt x="539" y="209"/>
                </a:lnTo>
                <a:lnTo>
                  <a:pt x="541" y="209"/>
                </a:lnTo>
                <a:lnTo>
                  <a:pt x="542" y="210"/>
                </a:lnTo>
                <a:lnTo>
                  <a:pt x="543" y="211"/>
                </a:lnTo>
                <a:lnTo>
                  <a:pt x="543" y="212"/>
                </a:lnTo>
                <a:lnTo>
                  <a:pt x="542" y="213"/>
                </a:lnTo>
                <a:lnTo>
                  <a:pt x="542" y="214"/>
                </a:lnTo>
                <a:lnTo>
                  <a:pt x="543" y="215"/>
                </a:lnTo>
                <a:lnTo>
                  <a:pt x="543" y="214"/>
                </a:lnTo>
                <a:lnTo>
                  <a:pt x="544" y="214"/>
                </a:lnTo>
                <a:lnTo>
                  <a:pt x="545" y="214"/>
                </a:lnTo>
                <a:lnTo>
                  <a:pt x="546" y="214"/>
                </a:lnTo>
                <a:lnTo>
                  <a:pt x="547" y="215"/>
                </a:lnTo>
                <a:lnTo>
                  <a:pt x="548" y="214"/>
                </a:lnTo>
                <a:lnTo>
                  <a:pt x="548" y="213"/>
                </a:lnTo>
                <a:lnTo>
                  <a:pt x="549" y="213"/>
                </a:lnTo>
                <a:lnTo>
                  <a:pt x="549" y="212"/>
                </a:lnTo>
                <a:lnTo>
                  <a:pt x="550" y="212"/>
                </a:lnTo>
                <a:lnTo>
                  <a:pt x="550" y="213"/>
                </a:lnTo>
                <a:lnTo>
                  <a:pt x="550" y="214"/>
                </a:lnTo>
                <a:lnTo>
                  <a:pt x="552" y="214"/>
                </a:lnTo>
                <a:lnTo>
                  <a:pt x="553" y="214"/>
                </a:lnTo>
                <a:lnTo>
                  <a:pt x="554" y="212"/>
                </a:lnTo>
                <a:lnTo>
                  <a:pt x="555" y="212"/>
                </a:lnTo>
                <a:lnTo>
                  <a:pt x="556" y="212"/>
                </a:lnTo>
                <a:lnTo>
                  <a:pt x="557" y="212"/>
                </a:lnTo>
                <a:lnTo>
                  <a:pt x="558" y="212"/>
                </a:lnTo>
                <a:lnTo>
                  <a:pt x="559" y="212"/>
                </a:lnTo>
                <a:lnTo>
                  <a:pt x="560" y="212"/>
                </a:lnTo>
                <a:lnTo>
                  <a:pt x="560" y="213"/>
                </a:lnTo>
                <a:lnTo>
                  <a:pt x="562" y="214"/>
                </a:lnTo>
                <a:lnTo>
                  <a:pt x="562" y="215"/>
                </a:lnTo>
                <a:lnTo>
                  <a:pt x="561" y="215"/>
                </a:lnTo>
                <a:lnTo>
                  <a:pt x="561" y="216"/>
                </a:lnTo>
                <a:lnTo>
                  <a:pt x="560" y="216"/>
                </a:lnTo>
                <a:lnTo>
                  <a:pt x="560" y="217"/>
                </a:lnTo>
                <a:lnTo>
                  <a:pt x="559" y="217"/>
                </a:lnTo>
                <a:lnTo>
                  <a:pt x="558" y="217"/>
                </a:lnTo>
                <a:lnTo>
                  <a:pt x="558" y="218"/>
                </a:lnTo>
                <a:lnTo>
                  <a:pt x="559" y="218"/>
                </a:lnTo>
                <a:lnTo>
                  <a:pt x="559" y="219"/>
                </a:lnTo>
                <a:lnTo>
                  <a:pt x="558" y="219"/>
                </a:lnTo>
                <a:lnTo>
                  <a:pt x="558" y="220"/>
                </a:lnTo>
                <a:lnTo>
                  <a:pt x="558" y="221"/>
                </a:lnTo>
                <a:lnTo>
                  <a:pt x="559" y="222"/>
                </a:lnTo>
                <a:lnTo>
                  <a:pt x="559" y="223"/>
                </a:lnTo>
                <a:lnTo>
                  <a:pt x="560" y="223"/>
                </a:lnTo>
                <a:lnTo>
                  <a:pt x="560" y="224"/>
                </a:lnTo>
                <a:lnTo>
                  <a:pt x="560" y="225"/>
                </a:lnTo>
                <a:lnTo>
                  <a:pt x="559" y="225"/>
                </a:lnTo>
                <a:lnTo>
                  <a:pt x="559" y="226"/>
                </a:lnTo>
                <a:lnTo>
                  <a:pt x="557" y="227"/>
                </a:lnTo>
                <a:lnTo>
                  <a:pt x="557" y="230"/>
                </a:lnTo>
                <a:lnTo>
                  <a:pt x="558" y="231"/>
                </a:lnTo>
                <a:lnTo>
                  <a:pt x="558" y="232"/>
                </a:lnTo>
                <a:lnTo>
                  <a:pt x="559" y="232"/>
                </a:lnTo>
                <a:lnTo>
                  <a:pt x="560" y="233"/>
                </a:lnTo>
                <a:lnTo>
                  <a:pt x="560" y="234"/>
                </a:lnTo>
                <a:lnTo>
                  <a:pt x="561" y="235"/>
                </a:lnTo>
                <a:lnTo>
                  <a:pt x="562" y="236"/>
                </a:lnTo>
                <a:lnTo>
                  <a:pt x="562" y="237"/>
                </a:lnTo>
                <a:lnTo>
                  <a:pt x="563" y="238"/>
                </a:lnTo>
                <a:lnTo>
                  <a:pt x="563" y="239"/>
                </a:lnTo>
                <a:lnTo>
                  <a:pt x="564" y="239"/>
                </a:lnTo>
                <a:lnTo>
                  <a:pt x="564" y="240"/>
                </a:lnTo>
                <a:lnTo>
                  <a:pt x="564" y="241"/>
                </a:lnTo>
                <a:lnTo>
                  <a:pt x="564" y="242"/>
                </a:lnTo>
                <a:lnTo>
                  <a:pt x="565" y="243"/>
                </a:lnTo>
                <a:lnTo>
                  <a:pt x="566" y="244"/>
                </a:lnTo>
                <a:lnTo>
                  <a:pt x="567" y="244"/>
                </a:lnTo>
                <a:lnTo>
                  <a:pt x="567" y="245"/>
                </a:lnTo>
                <a:lnTo>
                  <a:pt x="568" y="245"/>
                </a:lnTo>
                <a:lnTo>
                  <a:pt x="568" y="246"/>
                </a:lnTo>
                <a:lnTo>
                  <a:pt x="568" y="247"/>
                </a:lnTo>
                <a:lnTo>
                  <a:pt x="567" y="247"/>
                </a:lnTo>
                <a:lnTo>
                  <a:pt x="567" y="248"/>
                </a:lnTo>
                <a:lnTo>
                  <a:pt x="568" y="249"/>
                </a:lnTo>
                <a:lnTo>
                  <a:pt x="567" y="249"/>
                </a:lnTo>
                <a:lnTo>
                  <a:pt x="567" y="251"/>
                </a:lnTo>
                <a:lnTo>
                  <a:pt x="567" y="252"/>
                </a:lnTo>
                <a:lnTo>
                  <a:pt x="568" y="252"/>
                </a:lnTo>
                <a:lnTo>
                  <a:pt x="567" y="254"/>
                </a:lnTo>
                <a:lnTo>
                  <a:pt x="565" y="253"/>
                </a:lnTo>
                <a:lnTo>
                  <a:pt x="564" y="253"/>
                </a:lnTo>
                <a:lnTo>
                  <a:pt x="563" y="252"/>
                </a:lnTo>
                <a:lnTo>
                  <a:pt x="562" y="252"/>
                </a:lnTo>
                <a:lnTo>
                  <a:pt x="561" y="251"/>
                </a:lnTo>
                <a:lnTo>
                  <a:pt x="560" y="251"/>
                </a:lnTo>
                <a:lnTo>
                  <a:pt x="560" y="252"/>
                </a:lnTo>
                <a:lnTo>
                  <a:pt x="559" y="253"/>
                </a:lnTo>
                <a:lnTo>
                  <a:pt x="560" y="254"/>
                </a:lnTo>
                <a:lnTo>
                  <a:pt x="558" y="255"/>
                </a:lnTo>
                <a:lnTo>
                  <a:pt x="558" y="254"/>
                </a:lnTo>
                <a:lnTo>
                  <a:pt x="557" y="254"/>
                </a:lnTo>
                <a:lnTo>
                  <a:pt x="556" y="254"/>
                </a:lnTo>
                <a:lnTo>
                  <a:pt x="556" y="255"/>
                </a:lnTo>
                <a:lnTo>
                  <a:pt x="556" y="256"/>
                </a:lnTo>
                <a:lnTo>
                  <a:pt x="554" y="256"/>
                </a:lnTo>
                <a:lnTo>
                  <a:pt x="553" y="255"/>
                </a:lnTo>
                <a:lnTo>
                  <a:pt x="552" y="256"/>
                </a:lnTo>
                <a:lnTo>
                  <a:pt x="551" y="256"/>
                </a:lnTo>
                <a:lnTo>
                  <a:pt x="551" y="257"/>
                </a:lnTo>
                <a:lnTo>
                  <a:pt x="550" y="258"/>
                </a:lnTo>
                <a:lnTo>
                  <a:pt x="549" y="258"/>
                </a:lnTo>
                <a:lnTo>
                  <a:pt x="548" y="261"/>
                </a:lnTo>
                <a:lnTo>
                  <a:pt x="549" y="262"/>
                </a:lnTo>
                <a:lnTo>
                  <a:pt x="548" y="262"/>
                </a:lnTo>
                <a:lnTo>
                  <a:pt x="548" y="263"/>
                </a:lnTo>
                <a:lnTo>
                  <a:pt x="547" y="263"/>
                </a:lnTo>
                <a:lnTo>
                  <a:pt x="547" y="262"/>
                </a:lnTo>
                <a:lnTo>
                  <a:pt x="546" y="262"/>
                </a:lnTo>
                <a:lnTo>
                  <a:pt x="545" y="262"/>
                </a:lnTo>
                <a:lnTo>
                  <a:pt x="545" y="263"/>
                </a:lnTo>
                <a:lnTo>
                  <a:pt x="545" y="264"/>
                </a:lnTo>
                <a:lnTo>
                  <a:pt x="544" y="264"/>
                </a:lnTo>
                <a:lnTo>
                  <a:pt x="544" y="265"/>
                </a:lnTo>
                <a:lnTo>
                  <a:pt x="542" y="265"/>
                </a:lnTo>
                <a:lnTo>
                  <a:pt x="541" y="265"/>
                </a:lnTo>
                <a:lnTo>
                  <a:pt x="541" y="264"/>
                </a:lnTo>
                <a:lnTo>
                  <a:pt x="540" y="264"/>
                </a:lnTo>
                <a:lnTo>
                  <a:pt x="539" y="265"/>
                </a:lnTo>
                <a:lnTo>
                  <a:pt x="539" y="266"/>
                </a:lnTo>
                <a:lnTo>
                  <a:pt x="538" y="266"/>
                </a:lnTo>
                <a:lnTo>
                  <a:pt x="537" y="267"/>
                </a:lnTo>
                <a:lnTo>
                  <a:pt x="536" y="267"/>
                </a:lnTo>
                <a:lnTo>
                  <a:pt x="535" y="267"/>
                </a:lnTo>
                <a:lnTo>
                  <a:pt x="534" y="267"/>
                </a:lnTo>
                <a:lnTo>
                  <a:pt x="534" y="268"/>
                </a:lnTo>
                <a:lnTo>
                  <a:pt x="533" y="269"/>
                </a:lnTo>
                <a:lnTo>
                  <a:pt x="533" y="270"/>
                </a:lnTo>
                <a:lnTo>
                  <a:pt x="532" y="270"/>
                </a:lnTo>
                <a:lnTo>
                  <a:pt x="531" y="269"/>
                </a:lnTo>
                <a:lnTo>
                  <a:pt x="531" y="268"/>
                </a:lnTo>
                <a:lnTo>
                  <a:pt x="530" y="268"/>
                </a:lnTo>
                <a:lnTo>
                  <a:pt x="529" y="269"/>
                </a:lnTo>
                <a:lnTo>
                  <a:pt x="530" y="269"/>
                </a:lnTo>
                <a:lnTo>
                  <a:pt x="530" y="270"/>
                </a:lnTo>
                <a:lnTo>
                  <a:pt x="529" y="270"/>
                </a:lnTo>
                <a:lnTo>
                  <a:pt x="528" y="271"/>
                </a:lnTo>
                <a:lnTo>
                  <a:pt x="528" y="270"/>
                </a:lnTo>
                <a:lnTo>
                  <a:pt x="527" y="270"/>
                </a:lnTo>
                <a:lnTo>
                  <a:pt x="526" y="272"/>
                </a:lnTo>
                <a:lnTo>
                  <a:pt x="525" y="272"/>
                </a:lnTo>
                <a:lnTo>
                  <a:pt x="524" y="272"/>
                </a:lnTo>
                <a:lnTo>
                  <a:pt x="523" y="272"/>
                </a:lnTo>
                <a:lnTo>
                  <a:pt x="523" y="271"/>
                </a:lnTo>
                <a:lnTo>
                  <a:pt x="522" y="270"/>
                </a:lnTo>
                <a:lnTo>
                  <a:pt x="522" y="269"/>
                </a:lnTo>
                <a:lnTo>
                  <a:pt x="521" y="268"/>
                </a:lnTo>
                <a:lnTo>
                  <a:pt x="521" y="267"/>
                </a:lnTo>
                <a:lnTo>
                  <a:pt x="520" y="267"/>
                </a:lnTo>
                <a:lnTo>
                  <a:pt x="519" y="267"/>
                </a:lnTo>
                <a:lnTo>
                  <a:pt x="519" y="266"/>
                </a:lnTo>
                <a:lnTo>
                  <a:pt x="518" y="266"/>
                </a:lnTo>
                <a:lnTo>
                  <a:pt x="518" y="265"/>
                </a:lnTo>
                <a:lnTo>
                  <a:pt x="518" y="264"/>
                </a:lnTo>
                <a:lnTo>
                  <a:pt x="517" y="264"/>
                </a:lnTo>
                <a:lnTo>
                  <a:pt x="516" y="264"/>
                </a:lnTo>
                <a:lnTo>
                  <a:pt x="515" y="263"/>
                </a:lnTo>
                <a:lnTo>
                  <a:pt x="515" y="262"/>
                </a:lnTo>
                <a:lnTo>
                  <a:pt x="515" y="261"/>
                </a:lnTo>
                <a:lnTo>
                  <a:pt x="515" y="260"/>
                </a:lnTo>
                <a:lnTo>
                  <a:pt x="514" y="260"/>
                </a:lnTo>
                <a:lnTo>
                  <a:pt x="513" y="260"/>
                </a:lnTo>
                <a:lnTo>
                  <a:pt x="513" y="259"/>
                </a:lnTo>
                <a:lnTo>
                  <a:pt x="514" y="259"/>
                </a:lnTo>
                <a:lnTo>
                  <a:pt x="515" y="260"/>
                </a:lnTo>
                <a:lnTo>
                  <a:pt x="515" y="258"/>
                </a:lnTo>
                <a:lnTo>
                  <a:pt x="514" y="257"/>
                </a:lnTo>
                <a:lnTo>
                  <a:pt x="514" y="256"/>
                </a:lnTo>
                <a:lnTo>
                  <a:pt x="513" y="255"/>
                </a:lnTo>
                <a:lnTo>
                  <a:pt x="512" y="254"/>
                </a:lnTo>
                <a:lnTo>
                  <a:pt x="511" y="253"/>
                </a:lnTo>
                <a:lnTo>
                  <a:pt x="510" y="253"/>
                </a:lnTo>
                <a:lnTo>
                  <a:pt x="510" y="252"/>
                </a:lnTo>
                <a:lnTo>
                  <a:pt x="509" y="252"/>
                </a:lnTo>
                <a:lnTo>
                  <a:pt x="508" y="252"/>
                </a:lnTo>
                <a:lnTo>
                  <a:pt x="507" y="251"/>
                </a:lnTo>
                <a:lnTo>
                  <a:pt x="508" y="249"/>
                </a:lnTo>
                <a:lnTo>
                  <a:pt x="509" y="249"/>
                </a:lnTo>
                <a:lnTo>
                  <a:pt x="509" y="248"/>
                </a:lnTo>
                <a:lnTo>
                  <a:pt x="510" y="246"/>
                </a:lnTo>
                <a:lnTo>
                  <a:pt x="509" y="245"/>
                </a:lnTo>
                <a:lnTo>
                  <a:pt x="508" y="244"/>
                </a:lnTo>
                <a:lnTo>
                  <a:pt x="508" y="243"/>
                </a:lnTo>
                <a:lnTo>
                  <a:pt x="507" y="243"/>
                </a:lnTo>
                <a:lnTo>
                  <a:pt x="507" y="242"/>
                </a:lnTo>
                <a:lnTo>
                  <a:pt x="506" y="242"/>
                </a:lnTo>
                <a:lnTo>
                  <a:pt x="505" y="241"/>
                </a:lnTo>
                <a:lnTo>
                  <a:pt x="505" y="242"/>
                </a:lnTo>
                <a:lnTo>
                  <a:pt x="504" y="241"/>
                </a:lnTo>
                <a:lnTo>
                  <a:pt x="503" y="241"/>
                </a:lnTo>
                <a:lnTo>
                  <a:pt x="502" y="241"/>
                </a:lnTo>
                <a:lnTo>
                  <a:pt x="501" y="242"/>
                </a:lnTo>
                <a:lnTo>
                  <a:pt x="500" y="241"/>
                </a:lnTo>
                <a:lnTo>
                  <a:pt x="500" y="240"/>
                </a:lnTo>
                <a:lnTo>
                  <a:pt x="500" y="239"/>
                </a:lnTo>
                <a:lnTo>
                  <a:pt x="498" y="239"/>
                </a:lnTo>
                <a:lnTo>
                  <a:pt x="498" y="240"/>
                </a:lnTo>
                <a:lnTo>
                  <a:pt x="498" y="242"/>
                </a:lnTo>
                <a:lnTo>
                  <a:pt x="496" y="242"/>
                </a:lnTo>
                <a:lnTo>
                  <a:pt x="496" y="241"/>
                </a:lnTo>
                <a:lnTo>
                  <a:pt x="496" y="240"/>
                </a:lnTo>
                <a:lnTo>
                  <a:pt x="496" y="239"/>
                </a:lnTo>
                <a:lnTo>
                  <a:pt x="495" y="239"/>
                </a:lnTo>
                <a:lnTo>
                  <a:pt x="494" y="238"/>
                </a:lnTo>
                <a:lnTo>
                  <a:pt x="493" y="237"/>
                </a:lnTo>
                <a:lnTo>
                  <a:pt x="493" y="236"/>
                </a:lnTo>
                <a:lnTo>
                  <a:pt x="493" y="235"/>
                </a:lnTo>
                <a:lnTo>
                  <a:pt x="490" y="235"/>
                </a:lnTo>
                <a:lnTo>
                  <a:pt x="489" y="236"/>
                </a:lnTo>
                <a:lnTo>
                  <a:pt x="487" y="236"/>
                </a:lnTo>
                <a:lnTo>
                  <a:pt x="488" y="235"/>
                </a:lnTo>
                <a:lnTo>
                  <a:pt x="487" y="235"/>
                </a:lnTo>
                <a:lnTo>
                  <a:pt x="486" y="235"/>
                </a:lnTo>
                <a:lnTo>
                  <a:pt x="486" y="234"/>
                </a:lnTo>
                <a:lnTo>
                  <a:pt x="485" y="234"/>
                </a:lnTo>
                <a:lnTo>
                  <a:pt x="483" y="236"/>
                </a:lnTo>
                <a:lnTo>
                  <a:pt x="483" y="235"/>
                </a:lnTo>
                <a:lnTo>
                  <a:pt x="482" y="235"/>
                </a:lnTo>
                <a:lnTo>
                  <a:pt x="481" y="235"/>
                </a:lnTo>
                <a:lnTo>
                  <a:pt x="480" y="236"/>
                </a:lnTo>
                <a:lnTo>
                  <a:pt x="479" y="236"/>
                </a:lnTo>
                <a:lnTo>
                  <a:pt x="479" y="235"/>
                </a:lnTo>
                <a:lnTo>
                  <a:pt x="478" y="235"/>
                </a:lnTo>
                <a:lnTo>
                  <a:pt x="478" y="236"/>
                </a:lnTo>
                <a:lnTo>
                  <a:pt x="478" y="238"/>
                </a:lnTo>
                <a:lnTo>
                  <a:pt x="478" y="239"/>
                </a:lnTo>
                <a:lnTo>
                  <a:pt x="476" y="239"/>
                </a:lnTo>
                <a:lnTo>
                  <a:pt x="476" y="238"/>
                </a:lnTo>
                <a:lnTo>
                  <a:pt x="474" y="238"/>
                </a:lnTo>
                <a:lnTo>
                  <a:pt x="474" y="239"/>
                </a:lnTo>
                <a:lnTo>
                  <a:pt x="474" y="240"/>
                </a:lnTo>
                <a:lnTo>
                  <a:pt x="474" y="241"/>
                </a:lnTo>
                <a:lnTo>
                  <a:pt x="473" y="241"/>
                </a:lnTo>
                <a:lnTo>
                  <a:pt x="471" y="241"/>
                </a:lnTo>
                <a:lnTo>
                  <a:pt x="471" y="243"/>
                </a:lnTo>
                <a:lnTo>
                  <a:pt x="473" y="244"/>
                </a:lnTo>
                <a:lnTo>
                  <a:pt x="471" y="244"/>
                </a:lnTo>
                <a:lnTo>
                  <a:pt x="470" y="245"/>
                </a:lnTo>
                <a:lnTo>
                  <a:pt x="470" y="246"/>
                </a:lnTo>
                <a:lnTo>
                  <a:pt x="470" y="247"/>
                </a:lnTo>
                <a:lnTo>
                  <a:pt x="469" y="247"/>
                </a:lnTo>
                <a:lnTo>
                  <a:pt x="469" y="248"/>
                </a:lnTo>
                <a:lnTo>
                  <a:pt x="469" y="249"/>
                </a:lnTo>
                <a:lnTo>
                  <a:pt x="469" y="250"/>
                </a:lnTo>
                <a:lnTo>
                  <a:pt x="469" y="251"/>
                </a:lnTo>
                <a:lnTo>
                  <a:pt x="468" y="252"/>
                </a:lnTo>
                <a:lnTo>
                  <a:pt x="468" y="253"/>
                </a:lnTo>
                <a:lnTo>
                  <a:pt x="467" y="253"/>
                </a:lnTo>
                <a:lnTo>
                  <a:pt x="467" y="254"/>
                </a:lnTo>
                <a:lnTo>
                  <a:pt x="467" y="255"/>
                </a:lnTo>
                <a:lnTo>
                  <a:pt x="468" y="254"/>
                </a:lnTo>
                <a:lnTo>
                  <a:pt x="468" y="255"/>
                </a:lnTo>
                <a:lnTo>
                  <a:pt x="469" y="255"/>
                </a:lnTo>
                <a:lnTo>
                  <a:pt x="470" y="255"/>
                </a:lnTo>
                <a:lnTo>
                  <a:pt x="470" y="254"/>
                </a:lnTo>
                <a:lnTo>
                  <a:pt x="471" y="255"/>
                </a:lnTo>
                <a:lnTo>
                  <a:pt x="473" y="255"/>
                </a:lnTo>
                <a:lnTo>
                  <a:pt x="473" y="256"/>
                </a:lnTo>
                <a:lnTo>
                  <a:pt x="474" y="256"/>
                </a:lnTo>
                <a:lnTo>
                  <a:pt x="475" y="255"/>
                </a:lnTo>
                <a:lnTo>
                  <a:pt x="476" y="255"/>
                </a:lnTo>
                <a:lnTo>
                  <a:pt x="476" y="256"/>
                </a:lnTo>
                <a:lnTo>
                  <a:pt x="477" y="258"/>
                </a:lnTo>
                <a:lnTo>
                  <a:pt x="476" y="258"/>
                </a:lnTo>
                <a:lnTo>
                  <a:pt x="476" y="259"/>
                </a:lnTo>
                <a:lnTo>
                  <a:pt x="475" y="260"/>
                </a:lnTo>
                <a:lnTo>
                  <a:pt x="474" y="260"/>
                </a:lnTo>
                <a:lnTo>
                  <a:pt x="475" y="261"/>
                </a:lnTo>
                <a:lnTo>
                  <a:pt x="475" y="264"/>
                </a:lnTo>
                <a:lnTo>
                  <a:pt x="475" y="265"/>
                </a:lnTo>
                <a:lnTo>
                  <a:pt x="474" y="265"/>
                </a:lnTo>
                <a:lnTo>
                  <a:pt x="473" y="264"/>
                </a:lnTo>
                <a:lnTo>
                  <a:pt x="471" y="264"/>
                </a:lnTo>
                <a:lnTo>
                  <a:pt x="470" y="263"/>
                </a:lnTo>
                <a:lnTo>
                  <a:pt x="470" y="264"/>
                </a:lnTo>
                <a:lnTo>
                  <a:pt x="469" y="265"/>
                </a:lnTo>
                <a:lnTo>
                  <a:pt x="469" y="266"/>
                </a:lnTo>
                <a:lnTo>
                  <a:pt x="470" y="266"/>
                </a:lnTo>
                <a:lnTo>
                  <a:pt x="470" y="267"/>
                </a:lnTo>
                <a:lnTo>
                  <a:pt x="471" y="268"/>
                </a:lnTo>
                <a:lnTo>
                  <a:pt x="471" y="269"/>
                </a:lnTo>
                <a:lnTo>
                  <a:pt x="473" y="269"/>
                </a:lnTo>
                <a:lnTo>
                  <a:pt x="473" y="270"/>
                </a:lnTo>
                <a:lnTo>
                  <a:pt x="473" y="271"/>
                </a:lnTo>
                <a:lnTo>
                  <a:pt x="473" y="272"/>
                </a:lnTo>
                <a:lnTo>
                  <a:pt x="473" y="273"/>
                </a:lnTo>
                <a:lnTo>
                  <a:pt x="474" y="274"/>
                </a:lnTo>
                <a:lnTo>
                  <a:pt x="473" y="274"/>
                </a:lnTo>
                <a:lnTo>
                  <a:pt x="473" y="275"/>
                </a:lnTo>
                <a:lnTo>
                  <a:pt x="474" y="275"/>
                </a:lnTo>
                <a:lnTo>
                  <a:pt x="473" y="276"/>
                </a:lnTo>
                <a:lnTo>
                  <a:pt x="473" y="277"/>
                </a:lnTo>
                <a:lnTo>
                  <a:pt x="474" y="278"/>
                </a:lnTo>
                <a:lnTo>
                  <a:pt x="475" y="279"/>
                </a:lnTo>
                <a:lnTo>
                  <a:pt x="475" y="280"/>
                </a:lnTo>
                <a:lnTo>
                  <a:pt x="476" y="282"/>
                </a:lnTo>
                <a:lnTo>
                  <a:pt x="477" y="284"/>
                </a:lnTo>
                <a:lnTo>
                  <a:pt x="477" y="285"/>
                </a:lnTo>
                <a:lnTo>
                  <a:pt x="476" y="284"/>
                </a:lnTo>
                <a:lnTo>
                  <a:pt x="475" y="284"/>
                </a:lnTo>
                <a:lnTo>
                  <a:pt x="475" y="285"/>
                </a:lnTo>
                <a:lnTo>
                  <a:pt x="473" y="285"/>
                </a:lnTo>
                <a:lnTo>
                  <a:pt x="471" y="285"/>
                </a:lnTo>
                <a:lnTo>
                  <a:pt x="469" y="285"/>
                </a:lnTo>
                <a:lnTo>
                  <a:pt x="469" y="286"/>
                </a:lnTo>
                <a:lnTo>
                  <a:pt x="469" y="287"/>
                </a:lnTo>
                <a:lnTo>
                  <a:pt x="468" y="287"/>
                </a:lnTo>
                <a:lnTo>
                  <a:pt x="468" y="286"/>
                </a:lnTo>
                <a:lnTo>
                  <a:pt x="467" y="286"/>
                </a:lnTo>
                <a:lnTo>
                  <a:pt x="466" y="286"/>
                </a:lnTo>
                <a:lnTo>
                  <a:pt x="466" y="287"/>
                </a:lnTo>
                <a:lnTo>
                  <a:pt x="464" y="287"/>
                </a:lnTo>
                <a:lnTo>
                  <a:pt x="463" y="287"/>
                </a:lnTo>
                <a:lnTo>
                  <a:pt x="463" y="286"/>
                </a:lnTo>
                <a:lnTo>
                  <a:pt x="462" y="287"/>
                </a:lnTo>
                <a:lnTo>
                  <a:pt x="461" y="287"/>
                </a:lnTo>
                <a:lnTo>
                  <a:pt x="460" y="287"/>
                </a:lnTo>
                <a:lnTo>
                  <a:pt x="460" y="286"/>
                </a:lnTo>
                <a:lnTo>
                  <a:pt x="459" y="286"/>
                </a:lnTo>
                <a:lnTo>
                  <a:pt x="459" y="287"/>
                </a:lnTo>
                <a:lnTo>
                  <a:pt x="458" y="287"/>
                </a:lnTo>
                <a:lnTo>
                  <a:pt x="456" y="287"/>
                </a:lnTo>
                <a:lnTo>
                  <a:pt x="455" y="288"/>
                </a:lnTo>
                <a:lnTo>
                  <a:pt x="455" y="290"/>
                </a:lnTo>
                <a:lnTo>
                  <a:pt x="454" y="291"/>
                </a:lnTo>
                <a:lnTo>
                  <a:pt x="455" y="291"/>
                </a:lnTo>
                <a:lnTo>
                  <a:pt x="454" y="292"/>
                </a:lnTo>
                <a:lnTo>
                  <a:pt x="454" y="293"/>
                </a:lnTo>
                <a:lnTo>
                  <a:pt x="453" y="292"/>
                </a:lnTo>
                <a:lnTo>
                  <a:pt x="452" y="291"/>
                </a:lnTo>
                <a:lnTo>
                  <a:pt x="451" y="291"/>
                </a:lnTo>
                <a:lnTo>
                  <a:pt x="450" y="292"/>
                </a:lnTo>
                <a:lnTo>
                  <a:pt x="449" y="293"/>
                </a:lnTo>
                <a:lnTo>
                  <a:pt x="450" y="294"/>
                </a:lnTo>
                <a:lnTo>
                  <a:pt x="450" y="295"/>
                </a:lnTo>
                <a:lnTo>
                  <a:pt x="450" y="296"/>
                </a:lnTo>
                <a:lnTo>
                  <a:pt x="449" y="297"/>
                </a:lnTo>
                <a:lnTo>
                  <a:pt x="450" y="297"/>
                </a:lnTo>
                <a:lnTo>
                  <a:pt x="450" y="298"/>
                </a:lnTo>
                <a:lnTo>
                  <a:pt x="450" y="299"/>
                </a:lnTo>
                <a:lnTo>
                  <a:pt x="449" y="299"/>
                </a:lnTo>
                <a:lnTo>
                  <a:pt x="448" y="299"/>
                </a:lnTo>
                <a:lnTo>
                  <a:pt x="448" y="298"/>
                </a:lnTo>
                <a:lnTo>
                  <a:pt x="447" y="298"/>
                </a:lnTo>
                <a:lnTo>
                  <a:pt x="447" y="299"/>
                </a:lnTo>
                <a:lnTo>
                  <a:pt x="447" y="301"/>
                </a:lnTo>
                <a:lnTo>
                  <a:pt x="447" y="302"/>
                </a:lnTo>
                <a:lnTo>
                  <a:pt x="448" y="302"/>
                </a:lnTo>
                <a:lnTo>
                  <a:pt x="448" y="303"/>
                </a:lnTo>
                <a:lnTo>
                  <a:pt x="448" y="304"/>
                </a:lnTo>
                <a:lnTo>
                  <a:pt x="447" y="304"/>
                </a:lnTo>
                <a:lnTo>
                  <a:pt x="446" y="304"/>
                </a:lnTo>
                <a:lnTo>
                  <a:pt x="446" y="306"/>
                </a:lnTo>
                <a:lnTo>
                  <a:pt x="447" y="307"/>
                </a:lnTo>
                <a:lnTo>
                  <a:pt x="448" y="307"/>
                </a:lnTo>
                <a:lnTo>
                  <a:pt x="448" y="306"/>
                </a:lnTo>
                <a:lnTo>
                  <a:pt x="449" y="306"/>
                </a:lnTo>
                <a:lnTo>
                  <a:pt x="449" y="307"/>
                </a:lnTo>
                <a:lnTo>
                  <a:pt x="449" y="308"/>
                </a:lnTo>
                <a:lnTo>
                  <a:pt x="450" y="308"/>
                </a:lnTo>
                <a:lnTo>
                  <a:pt x="450" y="309"/>
                </a:lnTo>
                <a:lnTo>
                  <a:pt x="451" y="309"/>
                </a:lnTo>
                <a:lnTo>
                  <a:pt x="451" y="310"/>
                </a:lnTo>
                <a:lnTo>
                  <a:pt x="451" y="311"/>
                </a:lnTo>
                <a:lnTo>
                  <a:pt x="451" y="312"/>
                </a:lnTo>
                <a:lnTo>
                  <a:pt x="451" y="313"/>
                </a:lnTo>
                <a:lnTo>
                  <a:pt x="451" y="314"/>
                </a:lnTo>
                <a:lnTo>
                  <a:pt x="450" y="314"/>
                </a:lnTo>
                <a:lnTo>
                  <a:pt x="450" y="313"/>
                </a:lnTo>
                <a:lnTo>
                  <a:pt x="449" y="313"/>
                </a:lnTo>
                <a:lnTo>
                  <a:pt x="448" y="314"/>
                </a:lnTo>
                <a:lnTo>
                  <a:pt x="448" y="315"/>
                </a:lnTo>
                <a:lnTo>
                  <a:pt x="449" y="316"/>
                </a:lnTo>
                <a:lnTo>
                  <a:pt x="449" y="317"/>
                </a:lnTo>
                <a:lnTo>
                  <a:pt x="449" y="318"/>
                </a:lnTo>
                <a:lnTo>
                  <a:pt x="448" y="318"/>
                </a:lnTo>
                <a:lnTo>
                  <a:pt x="448" y="319"/>
                </a:lnTo>
                <a:lnTo>
                  <a:pt x="448" y="320"/>
                </a:lnTo>
                <a:lnTo>
                  <a:pt x="447" y="321"/>
                </a:lnTo>
                <a:lnTo>
                  <a:pt x="446" y="322"/>
                </a:lnTo>
                <a:lnTo>
                  <a:pt x="447" y="322"/>
                </a:lnTo>
                <a:lnTo>
                  <a:pt x="448" y="322"/>
                </a:lnTo>
                <a:lnTo>
                  <a:pt x="448" y="323"/>
                </a:lnTo>
                <a:lnTo>
                  <a:pt x="447" y="323"/>
                </a:lnTo>
                <a:lnTo>
                  <a:pt x="446" y="323"/>
                </a:lnTo>
                <a:lnTo>
                  <a:pt x="445" y="323"/>
                </a:lnTo>
                <a:lnTo>
                  <a:pt x="445" y="324"/>
                </a:lnTo>
                <a:lnTo>
                  <a:pt x="444" y="324"/>
                </a:lnTo>
                <a:lnTo>
                  <a:pt x="444" y="325"/>
                </a:lnTo>
                <a:lnTo>
                  <a:pt x="445" y="325"/>
                </a:lnTo>
                <a:lnTo>
                  <a:pt x="445" y="327"/>
                </a:lnTo>
                <a:lnTo>
                  <a:pt x="445" y="328"/>
                </a:lnTo>
                <a:lnTo>
                  <a:pt x="446" y="329"/>
                </a:lnTo>
                <a:lnTo>
                  <a:pt x="445" y="329"/>
                </a:lnTo>
                <a:lnTo>
                  <a:pt x="445" y="330"/>
                </a:lnTo>
                <a:lnTo>
                  <a:pt x="444" y="330"/>
                </a:lnTo>
                <a:lnTo>
                  <a:pt x="444" y="331"/>
                </a:lnTo>
                <a:lnTo>
                  <a:pt x="443" y="330"/>
                </a:lnTo>
                <a:lnTo>
                  <a:pt x="442" y="330"/>
                </a:lnTo>
                <a:lnTo>
                  <a:pt x="442" y="331"/>
                </a:lnTo>
                <a:lnTo>
                  <a:pt x="440" y="330"/>
                </a:lnTo>
                <a:lnTo>
                  <a:pt x="440" y="331"/>
                </a:lnTo>
                <a:lnTo>
                  <a:pt x="439" y="331"/>
                </a:lnTo>
                <a:lnTo>
                  <a:pt x="437" y="332"/>
                </a:lnTo>
                <a:lnTo>
                  <a:pt x="436" y="332"/>
                </a:lnTo>
                <a:lnTo>
                  <a:pt x="435" y="332"/>
                </a:lnTo>
                <a:lnTo>
                  <a:pt x="434" y="333"/>
                </a:lnTo>
                <a:lnTo>
                  <a:pt x="433" y="334"/>
                </a:lnTo>
                <a:lnTo>
                  <a:pt x="434" y="335"/>
                </a:lnTo>
                <a:lnTo>
                  <a:pt x="433" y="335"/>
                </a:lnTo>
                <a:lnTo>
                  <a:pt x="432" y="336"/>
                </a:lnTo>
                <a:lnTo>
                  <a:pt x="431" y="336"/>
                </a:lnTo>
                <a:lnTo>
                  <a:pt x="429" y="336"/>
                </a:lnTo>
                <a:lnTo>
                  <a:pt x="427" y="336"/>
                </a:lnTo>
                <a:lnTo>
                  <a:pt x="427" y="335"/>
                </a:lnTo>
                <a:lnTo>
                  <a:pt x="426" y="335"/>
                </a:lnTo>
                <a:lnTo>
                  <a:pt x="425" y="335"/>
                </a:lnTo>
                <a:lnTo>
                  <a:pt x="424" y="335"/>
                </a:lnTo>
                <a:lnTo>
                  <a:pt x="424" y="336"/>
                </a:lnTo>
                <a:lnTo>
                  <a:pt x="423" y="335"/>
                </a:lnTo>
                <a:lnTo>
                  <a:pt x="422" y="335"/>
                </a:lnTo>
                <a:lnTo>
                  <a:pt x="421" y="335"/>
                </a:lnTo>
                <a:lnTo>
                  <a:pt x="420" y="335"/>
                </a:lnTo>
                <a:lnTo>
                  <a:pt x="419" y="334"/>
                </a:lnTo>
                <a:lnTo>
                  <a:pt x="418" y="334"/>
                </a:lnTo>
                <a:lnTo>
                  <a:pt x="417" y="333"/>
                </a:lnTo>
                <a:lnTo>
                  <a:pt x="417" y="332"/>
                </a:lnTo>
                <a:lnTo>
                  <a:pt x="416" y="331"/>
                </a:lnTo>
                <a:lnTo>
                  <a:pt x="415" y="331"/>
                </a:lnTo>
                <a:lnTo>
                  <a:pt x="415" y="330"/>
                </a:lnTo>
                <a:lnTo>
                  <a:pt x="416" y="330"/>
                </a:lnTo>
                <a:lnTo>
                  <a:pt x="416" y="329"/>
                </a:lnTo>
                <a:lnTo>
                  <a:pt x="415" y="329"/>
                </a:lnTo>
                <a:lnTo>
                  <a:pt x="414" y="329"/>
                </a:lnTo>
                <a:lnTo>
                  <a:pt x="412" y="328"/>
                </a:lnTo>
                <a:lnTo>
                  <a:pt x="412" y="329"/>
                </a:lnTo>
                <a:lnTo>
                  <a:pt x="412" y="330"/>
                </a:lnTo>
                <a:lnTo>
                  <a:pt x="411" y="330"/>
                </a:lnTo>
                <a:lnTo>
                  <a:pt x="410" y="330"/>
                </a:lnTo>
                <a:lnTo>
                  <a:pt x="409" y="331"/>
                </a:lnTo>
                <a:lnTo>
                  <a:pt x="410" y="332"/>
                </a:lnTo>
                <a:lnTo>
                  <a:pt x="410" y="333"/>
                </a:lnTo>
                <a:lnTo>
                  <a:pt x="409" y="334"/>
                </a:lnTo>
                <a:lnTo>
                  <a:pt x="409" y="336"/>
                </a:lnTo>
                <a:lnTo>
                  <a:pt x="410" y="336"/>
                </a:lnTo>
                <a:lnTo>
                  <a:pt x="411" y="336"/>
                </a:lnTo>
                <a:lnTo>
                  <a:pt x="411" y="337"/>
                </a:lnTo>
                <a:lnTo>
                  <a:pt x="411" y="339"/>
                </a:lnTo>
                <a:lnTo>
                  <a:pt x="411" y="340"/>
                </a:lnTo>
                <a:lnTo>
                  <a:pt x="412" y="341"/>
                </a:lnTo>
                <a:lnTo>
                  <a:pt x="412" y="342"/>
                </a:lnTo>
                <a:lnTo>
                  <a:pt x="411" y="342"/>
                </a:lnTo>
                <a:lnTo>
                  <a:pt x="411" y="343"/>
                </a:lnTo>
                <a:lnTo>
                  <a:pt x="410" y="343"/>
                </a:lnTo>
                <a:lnTo>
                  <a:pt x="410" y="342"/>
                </a:lnTo>
                <a:lnTo>
                  <a:pt x="409" y="342"/>
                </a:lnTo>
                <a:lnTo>
                  <a:pt x="409" y="343"/>
                </a:lnTo>
                <a:lnTo>
                  <a:pt x="409" y="344"/>
                </a:lnTo>
                <a:lnTo>
                  <a:pt x="408" y="345"/>
                </a:lnTo>
                <a:lnTo>
                  <a:pt x="408" y="346"/>
                </a:lnTo>
                <a:lnTo>
                  <a:pt x="408" y="347"/>
                </a:lnTo>
                <a:lnTo>
                  <a:pt x="409" y="347"/>
                </a:lnTo>
                <a:lnTo>
                  <a:pt x="410" y="347"/>
                </a:lnTo>
                <a:lnTo>
                  <a:pt x="411" y="347"/>
                </a:lnTo>
                <a:lnTo>
                  <a:pt x="412" y="349"/>
                </a:lnTo>
                <a:lnTo>
                  <a:pt x="413" y="350"/>
                </a:lnTo>
                <a:lnTo>
                  <a:pt x="413" y="351"/>
                </a:lnTo>
                <a:lnTo>
                  <a:pt x="414" y="351"/>
                </a:lnTo>
                <a:lnTo>
                  <a:pt x="415" y="350"/>
                </a:lnTo>
                <a:lnTo>
                  <a:pt x="417" y="350"/>
                </a:lnTo>
                <a:lnTo>
                  <a:pt x="419" y="350"/>
                </a:lnTo>
                <a:lnTo>
                  <a:pt x="419" y="351"/>
                </a:lnTo>
                <a:lnTo>
                  <a:pt x="420" y="351"/>
                </a:lnTo>
                <a:lnTo>
                  <a:pt x="421" y="351"/>
                </a:lnTo>
                <a:lnTo>
                  <a:pt x="422" y="351"/>
                </a:lnTo>
                <a:lnTo>
                  <a:pt x="422" y="352"/>
                </a:lnTo>
                <a:lnTo>
                  <a:pt x="421" y="353"/>
                </a:lnTo>
                <a:lnTo>
                  <a:pt x="420" y="353"/>
                </a:lnTo>
                <a:lnTo>
                  <a:pt x="420" y="354"/>
                </a:lnTo>
                <a:lnTo>
                  <a:pt x="421" y="354"/>
                </a:lnTo>
                <a:lnTo>
                  <a:pt x="422" y="354"/>
                </a:lnTo>
                <a:lnTo>
                  <a:pt x="424" y="354"/>
                </a:lnTo>
                <a:lnTo>
                  <a:pt x="426" y="354"/>
                </a:lnTo>
                <a:lnTo>
                  <a:pt x="427" y="355"/>
                </a:lnTo>
                <a:lnTo>
                  <a:pt x="428" y="355"/>
                </a:lnTo>
                <a:lnTo>
                  <a:pt x="430" y="355"/>
                </a:lnTo>
                <a:lnTo>
                  <a:pt x="431" y="355"/>
                </a:lnTo>
                <a:lnTo>
                  <a:pt x="431" y="356"/>
                </a:lnTo>
                <a:lnTo>
                  <a:pt x="432" y="356"/>
                </a:lnTo>
                <a:lnTo>
                  <a:pt x="432" y="357"/>
                </a:lnTo>
                <a:lnTo>
                  <a:pt x="432" y="358"/>
                </a:lnTo>
                <a:lnTo>
                  <a:pt x="433" y="359"/>
                </a:lnTo>
                <a:lnTo>
                  <a:pt x="434" y="359"/>
                </a:lnTo>
                <a:lnTo>
                  <a:pt x="435" y="359"/>
                </a:lnTo>
                <a:lnTo>
                  <a:pt x="436" y="359"/>
                </a:lnTo>
                <a:lnTo>
                  <a:pt x="437" y="360"/>
                </a:lnTo>
                <a:lnTo>
                  <a:pt x="436" y="361"/>
                </a:lnTo>
                <a:lnTo>
                  <a:pt x="436" y="360"/>
                </a:lnTo>
                <a:lnTo>
                  <a:pt x="435" y="360"/>
                </a:lnTo>
                <a:lnTo>
                  <a:pt x="435" y="361"/>
                </a:lnTo>
                <a:lnTo>
                  <a:pt x="435" y="362"/>
                </a:lnTo>
                <a:lnTo>
                  <a:pt x="436" y="362"/>
                </a:lnTo>
                <a:lnTo>
                  <a:pt x="436" y="363"/>
                </a:lnTo>
                <a:lnTo>
                  <a:pt x="435" y="363"/>
                </a:lnTo>
                <a:lnTo>
                  <a:pt x="435" y="364"/>
                </a:lnTo>
                <a:lnTo>
                  <a:pt x="436" y="364"/>
                </a:lnTo>
                <a:lnTo>
                  <a:pt x="436" y="365"/>
                </a:lnTo>
                <a:lnTo>
                  <a:pt x="437" y="365"/>
                </a:lnTo>
                <a:lnTo>
                  <a:pt x="437" y="366"/>
                </a:lnTo>
                <a:lnTo>
                  <a:pt x="436" y="366"/>
                </a:lnTo>
                <a:lnTo>
                  <a:pt x="435" y="366"/>
                </a:lnTo>
                <a:lnTo>
                  <a:pt x="434" y="366"/>
                </a:lnTo>
                <a:lnTo>
                  <a:pt x="434" y="367"/>
                </a:lnTo>
                <a:lnTo>
                  <a:pt x="435" y="367"/>
                </a:lnTo>
                <a:lnTo>
                  <a:pt x="435" y="368"/>
                </a:lnTo>
                <a:lnTo>
                  <a:pt x="435" y="369"/>
                </a:lnTo>
                <a:lnTo>
                  <a:pt x="434" y="371"/>
                </a:lnTo>
                <a:lnTo>
                  <a:pt x="434" y="372"/>
                </a:lnTo>
                <a:lnTo>
                  <a:pt x="435" y="373"/>
                </a:lnTo>
                <a:lnTo>
                  <a:pt x="434" y="375"/>
                </a:lnTo>
                <a:lnTo>
                  <a:pt x="434" y="377"/>
                </a:lnTo>
                <a:lnTo>
                  <a:pt x="435" y="377"/>
                </a:lnTo>
                <a:lnTo>
                  <a:pt x="435" y="378"/>
                </a:lnTo>
                <a:lnTo>
                  <a:pt x="434" y="378"/>
                </a:lnTo>
                <a:lnTo>
                  <a:pt x="434" y="379"/>
                </a:lnTo>
                <a:lnTo>
                  <a:pt x="435" y="379"/>
                </a:lnTo>
                <a:lnTo>
                  <a:pt x="435" y="378"/>
                </a:lnTo>
                <a:lnTo>
                  <a:pt x="436" y="378"/>
                </a:lnTo>
                <a:lnTo>
                  <a:pt x="437" y="378"/>
                </a:lnTo>
                <a:lnTo>
                  <a:pt x="437" y="379"/>
                </a:lnTo>
                <a:lnTo>
                  <a:pt x="437" y="380"/>
                </a:lnTo>
                <a:lnTo>
                  <a:pt x="436" y="380"/>
                </a:lnTo>
                <a:lnTo>
                  <a:pt x="436" y="381"/>
                </a:lnTo>
                <a:lnTo>
                  <a:pt x="436" y="382"/>
                </a:lnTo>
                <a:lnTo>
                  <a:pt x="437" y="382"/>
                </a:lnTo>
                <a:lnTo>
                  <a:pt x="436" y="382"/>
                </a:lnTo>
                <a:lnTo>
                  <a:pt x="436" y="383"/>
                </a:lnTo>
                <a:lnTo>
                  <a:pt x="437" y="383"/>
                </a:lnTo>
                <a:lnTo>
                  <a:pt x="437" y="384"/>
                </a:lnTo>
                <a:lnTo>
                  <a:pt x="436" y="384"/>
                </a:lnTo>
                <a:lnTo>
                  <a:pt x="435" y="385"/>
                </a:lnTo>
                <a:lnTo>
                  <a:pt x="436" y="385"/>
                </a:lnTo>
                <a:lnTo>
                  <a:pt x="436" y="386"/>
                </a:lnTo>
                <a:lnTo>
                  <a:pt x="437" y="386"/>
                </a:lnTo>
                <a:lnTo>
                  <a:pt x="438" y="386"/>
                </a:lnTo>
                <a:lnTo>
                  <a:pt x="439" y="386"/>
                </a:lnTo>
                <a:lnTo>
                  <a:pt x="440" y="386"/>
                </a:lnTo>
                <a:lnTo>
                  <a:pt x="441" y="386"/>
                </a:lnTo>
                <a:lnTo>
                  <a:pt x="441" y="385"/>
                </a:lnTo>
                <a:lnTo>
                  <a:pt x="441" y="386"/>
                </a:lnTo>
                <a:lnTo>
                  <a:pt x="442" y="386"/>
                </a:lnTo>
                <a:lnTo>
                  <a:pt x="441" y="386"/>
                </a:lnTo>
                <a:lnTo>
                  <a:pt x="441" y="387"/>
                </a:lnTo>
                <a:lnTo>
                  <a:pt x="442" y="387"/>
                </a:lnTo>
                <a:lnTo>
                  <a:pt x="443" y="387"/>
                </a:lnTo>
                <a:lnTo>
                  <a:pt x="444" y="387"/>
                </a:lnTo>
                <a:lnTo>
                  <a:pt x="444" y="386"/>
                </a:lnTo>
                <a:lnTo>
                  <a:pt x="443" y="386"/>
                </a:lnTo>
                <a:lnTo>
                  <a:pt x="444" y="386"/>
                </a:lnTo>
                <a:lnTo>
                  <a:pt x="445" y="386"/>
                </a:lnTo>
                <a:lnTo>
                  <a:pt x="446" y="387"/>
                </a:lnTo>
                <a:lnTo>
                  <a:pt x="445" y="388"/>
                </a:lnTo>
                <a:lnTo>
                  <a:pt x="445" y="389"/>
                </a:lnTo>
                <a:lnTo>
                  <a:pt x="445" y="390"/>
                </a:lnTo>
                <a:lnTo>
                  <a:pt x="446" y="390"/>
                </a:lnTo>
                <a:lnTo>
                  <a:pt x="447" y="390"/>
                </a:lnTo>
                <a:lnTo>
                  <a:pt x="448" y="389"/>
                </a:lnTo>
                <a:lnTo>
                  <a:pt x="453" y="388"/>
                </a:lnTo>
                <a:lnTo>
                  <a:pt x="454" y="388"/>
                </a:lnTo>
                <a:lnTo>
                  <a:pt x="454" y="387"/>
                </a:lnTo>
                <a:lnTo>
                  <a:pt x="455" y="387"/>
                </a:lnTo>
                <a:lnTo>
                  <a:pt x="455" y="388"/>
                </a:lnTo>
                <a:lnTo>
                  <a:pt x="455" y="389"/>
                </a:lnTo>
                <a:lnTo>
                  <a:pt x="456" y="390"/>
                </a:lnTo>
                <a:lnTo>
                  <a:pt x="457" y="390"/>
                </a:lnTo>
                <a:lnTo>
                  <a:pt x="458" y="390"/>
                </a:lnTo>
                <a:lnTo>
                  <a:pt x="458" y="391"/>
                </a:lnTo>
                <a:lnTo>
                  <a:pt x="458" y="392"/>
                </a:lnTo>
                <a:lnTo>
                  <a:pt x="457" y="392"/>
                </a:lnTo>
                <a:lnTo>
                  <a:pt x="458" y="392"/>
                </a:lnTo>
                <a:lnTo>
                  <a:pt x="459" y="393"/>
                </a:lnTo>
                <a:lnTo>
                  <a:pt x="460" y="393"/>
                </a:lnTo>
                <a:lnTo>
                  <a:pt x="461" y="393"/>
                </a:lnTo>
                <a:lnTo>
                  <a:pt x="461" y="394"/>
                </a:lnTo>
                <a:lnTo>
                  <a:pt x="462" y="394"/>
                </a:lnTo>
                <a:lnTo>
                  <a:pt x="462" y="396"/>
                </a:lnTo>
                <a:lnTo>
                  <a:pt x="463" y="396"/>
                </a:lnTo>
                <a:lnTo>
                  <a:pt x="463" y="397"/>
                </a:lnTo>
                <a:lnTo>
                  <a:pt x="464" y="397"/>
                </a:lnTo>
                <a:lnTo>
                  <a:pt x="464" y="400"/>
                </a:lnTo>
                <a:lnTo>
                  <a:pt x="464" y="401"/>
                </a:lnTo>
                <a:lnTo>
                  <a:pt x="465" y="401"/>
                </a:lnTo>
                <a:lnTo>
                  <a:pt x="465" y="402"/>
                </a:lnTo>
                <a:lnTo>
                  <a:pt x="466" y="402"/>
                </a:lnTo>
                <a:lnTo>
                  <a:pt x="466" y="403"/>
                </a:lnTo>
                <a:lnTo>
                  <a:pt x="467" y="403"/>
                </a:lnTo>
                <a:lnTo>
                  <a:pt x="467" y="404"/>
                </a:lnTo>
                <a:lnTo>
                  <a:pt x="468" y="404"/>
                </a:lnTo>
                <a:lnTo>
                  <a:pt x="469" y="404"/>
                </a:lnTo>
                <a:lnTo>
                  <a:pt x="470" y="404"/>
                </a:lnTo>
                <a:lnTo>
                  <a:pt x="470" y="405"/>
                </a:lnTo>
                <a:lnTo>
                  <a:pt x="469" y="405"/>
                </a:lnTo>
                <a:lnTo>
                  <a:pt x="468" y="405"/>
                </a:lnTo>
                <a:lnTo>
                  <a:pt x="468" y="406"/>
                </a:lnTo>
                <a:lnTo>
                  <a:pt x="469" y="406"/>
                </a:lnTo>
                <a:lnTo>
                  <a:pt x="470" y="406"/>
                </a:lnTo>
                <a:lnTo>
                  <a:pt x="470" y="405"/>
                </a:lnTo>
                <a:lnTo>
                  <a:pt x="471" y="405"/>
                </a:lnTo>
                <a:lnTo>
                  <a:pt x="471" y="404"/>
                </a:lnTo>
                <a:lnTo>
                  <a:pt x="473" y="404"/>
                </a:lnTo>
                <a:lnTo>
                  <a:pt x="474" y="404"/>
                </a:lnTo>
                <a:lnTo>
                  <a:pt x="474" y="405"/>
                </a:lnTo>
                <a:lnTo>
                  <a:pt x="475" y="405"/>
                </a:lnTo>
                <a:lnTo>
                  <a:pt x="475" y="406"/>
                </a:lnTo>
                <a:lnTo>
                  <a:pt x="476" y="406"/>
                </a:lnTo>
                <a:lnTo>
                  <a:pt x="477" y="405"/>
                </a:lnTo>
                <a:lnTo>
                  <a:pt x="478" y="405"/>
                </a:lnTo>
                <a:lnTo>
                  <a:pt x="478" y="404"/>
                </a:lnTo>
                <a:lnTo>
                  <a:pt x="478" y="405"/>
                </a:lnTo>
                <a:lnTo>
                  <a:pt x="478" y="406"/>
                </a:lnTo>
                <a:lnTo>
                  <a:pt x="479" y="406"/>
                </a:lnTo>
                <a:lnTo>
                  <a:pt x="479" y="405"/>
                </a:lnTo>
                <a:lnTo>
                  <a:pt x="480" y="405"/>
                </a:lnTo>
                <a:lnTo>
                  <a:pt x="481" y="402"/>
                </a:lnTo>
                <a:lnTo>
                  <a:pt x="481" y="401"/>
                </a:lnTo>
                <a:lnTo>
                  <a:pt x="480" y="401"/>
                </a:lnTo>
                <a:lnTo>
                  <a:pt x="480" y="400"/>
                </a:lnTo>
                <a:lnTo>
                  <a:pt x="481" y="400"/>
                </a:lnTo>
                <a:lnTo>
                  <a:pt x="482" y="400"/>
                </a:lnTo>
                <a:lnTo>
                  <a:pt x="482" y="398"/>
                </a:lnTo>
                <a:lnTo>
                  <a:pt x="482" y="397"/>
                </a:lnTo>
                <a:lnTo>
                  <a:pt x="482" y="396"/>
                </a:lnTo>
                <a:lnTo>
                  <a:pt x="483" y="396"/>
                </a:lnTo>
                <a:lnTo>
                  <a:pt x="483" y="397"/>
                </a:lnTo>
                <a:lnTo>
                  <a:pt x="484" y="397"/>
                </a:lnTo>
                <a:lnTo>
                  <a:pt x="485" y="397"/>
                </a:lnTo>
                <a:lnTo>
                  <a:pt x="486" y="398"/>
                </a:lnTo>
                <a:lnTo>
                  <a:pt x="487" y="397"/>
                </a:lnTo>
                <a:lnTo>
                  <a:pt x="488" y="397"/>
                </a:lnTo>
                <a:lnTo>
                  <a:pt x="488" y="396"/>
                </a:lnTo>
                <a:lnTo>
                  <a:pt x="488" y="395"/>
                </a:lnTo>
                <a:lnTo>
                  <a:pt x="489" y="395"/>
                </a:lnTo>
                <a:lnTo>
                  <a:pt x="489" y="396"/>
                </a:lnTo>
                <a:lnTo>
                  <a:pt x="490" y="396"/>
                </a:lnTo>
                <a:lnTo>
                  <a:pt x="490" y="397"/>
                </a:lnTo>
                <a:lnTo>
                  <a:pt x="490" y="398"/>
                </a:lnTo>
                <a:lnTo>
                  <a:pt x="490" y="400"/>
                </a:lnTo>
                <a:lnTo>
                  <a:pt x="491" y="398"/>
                </a:lnTo>
                <a:lnTo>
                  <a:pt x="491" y="397"/>
                </a:lnTo>
                <a:lnTo>
                  <a:pt x="492" y="397"/>
                </a:lnTo>
                <a:lnTo>
                  <a:pt x="492" y="396"/>
                </a:lnTo>
                <a:lnTo>
                  <a:pt x="493" y="396"/>
                </a:lnTo>
                <a:lnTo>
                  <a:pt x="493" y="395"/>
                </a:lnTo>
                <a:lnTo>
                  <a:pt x="494" y="395"/>
                </a:lnTo>
                <a:lnTo>
                  <a:pt x="495" y="395"/>
                </a:lnTo>
                <a:lnTo>
                  <a:pt x="495" y="394"/>
                </a:lnTo>
                <a:lnTo>
                  <a:pt x="495" y="393"/>
                </a:lnTo>
                <a:lnTo>
                  <a:pt x="495" y="392"/>
                </a:lnTo>
                <a:lnTo>
                  <a:pt x="496" y="392"/>
                </a:lnTo>
                <a:lnTo>
                  <a:pt x="497" y="392"/>
                </a:lnTo>
                <a:lnTo>
                  <a:pt x="497" y="391"/>
                </a:lnTo>
                <a:lnTo>
                  <a:pt x="498" y="389"/>
                </a:lnTo>
                <a:lnTo>
                  <a:pt x="499" y="389"/>
                </a:lnTo>
                <a:lnTo>
                  <a:pt x="499" y="388"/>
                </a:lnTo>
                <a:lnTo>
                  <a:pt x="500" y="388"/>
                </a:lnTo>
                <a:lnTo>
                  <a:pt x="500" y="387"/>
                </a:lnTo>
                <a:lnTo>
                  <a:pt x="501" y="387"/>
                </a:lnTo>
                <a:lnTo>
                  <a:pt x="502" y="387"/>
                </a:lnTo>
                <a:lnTo>
                  <a:pt x="502" y="388"/>
                </a:lnTo>
                <a:lnTo>
                  <a:pt x="503" y="388"/>
                </a:lnTo>
                <a:lnTo>
                  <a:pt x="503" y="389"/>
                </a:lnTo>
                <a:lnTo>
                  <a:pt x="502" y="389"/>
                </a:lnTo>
                <a:lnTo>
                  <a:pt x="502" y="388"/>
                </a:lnTo>
                <a:lnTo>
                  <a:pt x="501" y="388"/>
                </a:lnTo>
                <a:lnTo>
                  <a:pt x="501" y="389"/>
                </a:lnTo>
                <a:lnTo>
                  <a:pt x="500" y="390"/>
                </a:lnTo>
                <a:lnTo>
                  <a:pt x="499" y="390"/>
                </a:lnTo>
                <a:lnTo>
                  <a:pt x="498" y="391"/>
                </a:lnTo>
                <a:lnTo>
                  <a:pt x="498" y="392"/>
                </a:lnTo>
                <a:lnTo>
                  <a:pt x="498" y="393"/>
                </a:lnTo>
                <a:lnTo>
                  <a:pt x="497" y="393"/>
                </a:lnTo>
                <a:lnTo>
                  <a:pt x="496" y="394"/>
                </a:lnTo>
                <a:lnTo>
                  <a:pt x="495" y="395"/>
                </a:lnTo>
                <a:lnTo>
                  <a:pt x="496" y="395"/>
                </a:lnTo>
                <a:lnTo>
                  <a:pt x="498" y="395"/>
                </a:lnTo>
                <a:lnTo>
                  <a:pt x="498" y="396"/>
                </a:lnTo>
                <a:lnTo>
                  <a:pt x="499" y="396"/>
                </a:lnTo>
                <a:lnTo>
                  <a:pt x="499" y="397"/>
                </a:lnTo>
                <a:lnTo>
                  <a:pt x="499" y="398"/>
                </a:lnTo>
                <a:lnTo>
                  <a:pt x="498" y="398"/>
                </a:lnTo>
                <a:lnTo>
                  <a:pt x="497" y="400"/>
                </a:lnTo>
                <a:lnTo>
                  <a:pt x="497" y="401"/>
                </a:lnTo>
                <a:lnTo>
                  <a:pt x="498" y="401"/>
                </a:lnTo>
                <a:lnTo>
                  <a:pt x="499" y="401"/>
                </a:lnTo>
                <a:lnTo>
                  <a:pt x="499" y="402"/>
                </a:lnTo>
                <a:lnTo>
                  <a:pt x="499" y="403"/>
                </a:lnTo>
                <a:lnTo>
                  <a:pt x="499" y="405"/>
                </a:lnTo>
                <a:lnTo>
                  <a:pt x="500" y="407"/>
                </a:lnTo>
                <a:lnTo>
                  <a:pt x="500" y="408"/>
                </a:lnTo>
                <a:lnTo>
                  <a:pt x="500" y="412"/>
                </a:lnTo>
                <a:lnTo>
                  <a:pt x="501" y="413"/>
                </a:lnTo>
                <a:lnTo>
                  <a:pt x="501" y="414"/>
                </a:lnTo>
                <a:lnTo>
                  <a:pt x="501" y="415"/>
                </a:lnTo>
                <a:lnTo>
                  <a:pt x="501" y="417"/>
                </a:lnTo>
                <a:lnTo>
                  <a:pt x="501" y="418"/>
                </a:lnTo>
                <a:lnTo>
                  <a:pt x="502" y="419"/>
                </a:lnTo>
                <a:lnTo>
                  <a:pt x="502" y="420"/>
                </a:lnTo>
                <a:lnTo>
                  <a:pt x="502" y="421"/>
                </a:lnTo>
                <a:lnTo>
                  <a:pt x="501" y="422"/>
                </a:lnTo>
                <a:lnTo>
                  <a:pt x="502" y="422"/>
                </a:lnTo>
                <a:lnTo>
                  <a:pt x="502" y="423"/>
                </a:lnTo>
                <a:lnTo>
                  <a:pt x="501" y="423"/>
                </a:lnTo>
                <a:lnTo>
                  <a:pt x="501" y="424"/>
                </a:lnTo>
                <a:lnTo>
                  <a:pt x="502" y="425"/>
                </a:lnTo>
                <a:lnTo>
                  <a:pt x="502" y="426"/>
                </a:lnTo>
                <a:lnTo>
                  <a:pt x="502" y="427"/>
                </a:lnTo>
                <a:lnTo>
                  <a:pt x="502" y="428"/>
                </a:lnTo>
                <a:lnTo>
                  <a:pt x="503" y="428"/>
                </a:lnTo>
                <a:lnTo>
                  <a:pt x="503" y="429"/>
                </a:lnTo>
                <a:lnTo>
                  <a:pt x="504" y="430"/>
                </a:lnTo>
                <a:lnTo>
                  <a:pt x="504" y="431"/>
                </a:lnTo>
                <a:lnTo>
                  <a:pt x="504" y="432"/>
                </a:lnTo>
                <a:lnTo>
                  <a:pt x="504" y="433"/>
                </a:lnTo>
                <a:lnTo>
                  <a:pt x="504" y="434"/>
                </a:lnTo>
                <a:lnTo>
                  <a:pt x="503" y="434"/>
                </a:lnTo>
                <a:lnTo>
                  <a:pt x="503" y="435"/>
                </a:lnTo>
                <a:lnTo>
                  <a:pt x="503" y="436"/>
                </a:lnTo>
                <a:lnTo>
                  <a:pt x="503" y="437"/>
                </a:lnTo>
                <a:lnTo>
                  <a:pt x="503" y="438"/>
                </a:lnTo>
                <a:lnTo>
                  <a:pt x="503" y="439"/>
                </a:lnTo>
                <a:lnTo>
                  <a:pt x="504" y="439"/>
                </a:lnTo>
                <a:lnTo>
                  <a:pt x="504" y="440"/>
                </a:lnTo>
                <a:lnTo>
                  <a:pt x="503" y="441"/>
                </a:lnTo>
                <a:lnTo>
                  <a:pt x="502" y="441"/>
                </a:lnTo>
                <a:lnTo>
                  <a:pt x="503" y="442"/>
                </a:lnTo>
                <a:lnTo>
                  <a:pt x="502" y="442"/>
                </a:lnTo>
                <a:lnTo>
                  <a:pt x="502" y="443"/>
                </a:lnTo>
                <a:lnTo>
                  <a:pt x="503" y="443"/>
                </a:lnTo>
                <a:lnTo>
                  <a:pt x="503" y="444"/>
                </a:lnTo>
                <a:lnTo>
                  <a:pt x="502" y="444"/>
                </a:lnTo>
                <a:lnTo>
                  <a:pt x="502" y="445"/>
                </a:lnTo>
                <a:lnTo>
                  <a:pt x="503" y="445"/>
                </a:lnTo>
                <a:lnTo>
                  <a:pt x="503" y="446"/>
                </a:lnTo>
                <a:lnTo>
                  <a:pt x="503" y="447"/>
                </a:lnTo>
                <a:lnTo>
                  <a:pt x="503" y="448"/>
                </a:lnTo>
                <a:lnTo>
                  <a:pt x="502" y="448"/>
                </a:lnTo>
                <a:lnTo>
                  <a:pt x="502" y="449"/>
                </a:lnTo>
                <a:lnTo>
                  <a:pt x="503" y="449"/>
                </a:lnTo>
                <a:lnTo>
                  <a:pt x="502" y="449"/>
                </a:lnTo>
                <a:lnTo>
                  <a:pt x="502" y="450"/>
                </a:lnTo>
                <a:lnTo>
                  <a:pt x="502" y="451"/>
                </a:lnTo>
                <a:lnTo>
                  <a:pt x="501" y="452"/>
                </a:lnTo>
                <a:lnTo>
                  <a:pt x="501" y="453"/>
                </a:lnTo>
                <a:lnTo>
                  <a:pt x="502" y="454"/>
                </a:lnTo>
                <a:lnTo>
                  <a:pt x="502" y="455"/>
                </a:lnTo>
                <a:lnTo>
                  <a:pt x="502" y="456"/>
                </a:lnTo>
                <a:lnTo>
                  <a:pt x="502" y="457"/>
                </a:lnTo>
                <a:lnTo>
                  <a:pt x="501" y="457"/>
                </a:lnTo>
                <a:lnTo>
                  <a:pt x="501" y="458"/>
                </a:lnTo>
                <a:lnTo>
                  <a:pt x="501" y="459"/>
                </a:lnTo>
                <a:lnTo>
                  <a:pt x="501" y="460"/>
                </a:lnTo>
                <a:lnTo>
                  <a:pt x="500" y="460"/>
                </a:lnTo>
                <a:lnTo>
                  <a:pt x="500" y="461"/>
                </a:lnTo>
                <a:lnTo>
                  <a:pt x="500" y="462"/>
                </a:lnTo>
                <a:lnTo>
                  <a:pt x="500" y="463"/>
                </a:lnTo>
                <a:lnTo>
                  <a:pt x="500" y="464"/>
                </a:lnTo>
                <a:lnTo>
                  <a:pt x="500" y="465"/>
                </a:lnTo>
                <a:lnTo>
                  <a:pt x="501" y="465"/>
                </a:lnTo>
                <a:lnTo>
                  <a:pt x="502" y="466"/>
                </a:lnTo>
                <a:lnTo>
                  <a:pt x="502" y="467"/>
                </a:lnTo>
                <a:lnTo>
                  <a:pt x="501" y="467"/>
                </a:lnTo>
                <a:lnTo>
                  <a:pt x="501" y="468"/>
                </a:lnTo>
                <a:lnTo>
                  <a:pt x="501" y="469"/>
                </a:lnTo>
                <a:lnTo>
                  <a:pt x="500" y="469"/>
                </a:lnTo>
                <a:lnTo>
                  <a:pt x="499" y="470"/>
                </a:lnTo>
                <a:lnTo>
                  <a:pt x="498" y="470"/>
                </a:lnTo>
                <a:lnTo>
                  <a:pt x="497" y="470"/>
                </a:lnTo>
                <a:lnTo>
                  <a:pt x="497" y="471"/>
                </a:lnTo>
                <a:lnTo>
                  <a:pt x="496" y="471"/>
                </a:lnTo>
                <a:lnTo>
                  <a:pt x="496" y="470"/>
                </a:lnTo>
                <a:lnTo>
                  <a:pt x="496" y="469"/>
                </a:lnTo>
                <a:lnTo>
                  <a:pt x="495" y="469"/>
                </a:lnTo>
                <a:lnTo>
                  <a:pt x="495" y="470"/>
                </a:lnTo>
                <a:lnTo>
                  <a:pt x="495" y="471"/>
                </a:lnTo>
                <a:lnTo>
                  <a:pt x="494" y="470"/>
                </a:lnTo>
                <a:lnTo>
                  <a:pt x="494" y="471"/>
                </a:lnTo>
                <a:lnTo>
                  <a:pt x="493" y="471"/>
                </a:lnTo>
                <a:lnTo>
                  <a:pt x="493" y="472"/>
                </a:lnTo>
                <a:lnTo>
                  <a:pt x="492" y="472"/>
                </a:lnTo>
                <a:lnTo>
                  <a:pt x="492" y="471"/>
                </a:lnTo>
                <a:lnTo>
                  <a:pt x="491" y="471"/>
                </a:lnTo>
                <a:lnTo>
                  <a:pt x="490" y="470"/>
                </a:lnTo>
                <a:lnTo>
                  <a:pt x="489" y="470"/>
                </a:lnTo>
                <a:lnTo>
                  <a:pt x="489" y="469"/>
                </a:lnTo>
                <a:lnTo>
                  <a:pt x="488" y="469"/>
                </a:lnTo>
                <a:lnTo>
                  <a:pt x="488" y="470"/>
                </a:lnTo>
                <a:lnTo>
                  <a:pt x="486" y="470"/>
                </a:lnTo>
                <a:lnTo>
                  <a:pt x="485" y="471"/>
                </a:lnTo>
                <a:lnTo>
                  <a:pt x="486" y="471"/>
                </a:lnTo>
                <a:lnTo>
                  <a:pt x="486" y="472"/>
                </a:lnTo>
                <a:lnTo>
                  <a:pt x="485" y="472"/>
                </a:lnTo>
                <a:lnTo>
                  <a:pt x="484" y="472"/>
                </a:lnTo>
                <a:lnTo>
                  <a:pt x="484" y="471"/>
                </a:lnTo>
                <a:lnTo>
                  <a:pt x="483" y="471"/>
                </a:lnTo>
                <a:lnTo>
                  <a:pt x="482" y="471"/>
                </a:lnTo>
                <a:lnTo>
                  <a:pt x="482" y="470"/>
                </a:lnTo>
                <a:lnTo>
                  <a:pt x="481" y="470"/>
                </a:lnTo>
                <a:lnTo>
                  <a:pt x="480" y="470"/>
                </a:lnTo>
                <a:lnTo>
                  <a:pt x="480" y="471"/>
                </a:lnTo>
                <a:lnTo>
                  <a:pt x="479" y="471"/>
                </a:lnTo>
                <a:lnTo>
                  <a:pt x="479" y="472"/>
                </a:lnTo>
                <a:lnTo>
                  <a:pt x="478" y="472"/>
                </a:lnTo>
                <a:lnTo>
                  <a:pt x="477" y="472"/>
                </a:lnTo>
                <a:lnTo>
                  <a:pt x="477" y="473"/>
                </a:lnTo>
                <a:lnTo>
                  <a:pt x="476" y="473"/>
                </a:lnTo>
                <a:lnTo>
                  <a:pt x="476" y="474"/>
                </a:lnTo>
                <a:lnTo>
                  <a:pt x="475" y="474"/>
                </a:lnTo>
                <a:lnTo>
                  <a:pt x="475" y="475"/>
                </a:lnTo>
                <a:lnTo>
                  <a:pt x="474" y="475"/>
                </a:lnTo>
                <a:lnTo>
                  <a:pt x="473" y="475"/>
                </a:lnTo>
                <a:lnTo>
                  <a:pt x="473" y="476"/>
                </a:lnTo>
                <a:lnTo>
                  <a:pt x="471" y="476"/>
                </a:lnTo>
                <a:lnTo>
                  <a:pt x="471" y="477"/>
                </a:lnTo>
                <a:lnTo>
                  <a:pt x="470" y="477"/>
                </a:lnTo>
                <a:lnTo>
                  <a:pt x="469" y="477"/>
                </a:lnTo>
                <a:lnTo>
                  <a:pt x="469" y="478"/>
                </a:lnTo>
                <a:lnTo>
                  <a:pt x="468" y="478"/>
                </a:lnTo>
                <a:lnTo>
                  <a:pt x="468" y="479"/>
                </a:lnTo>
                <a:lnTo>
                  <a:pt x="467" y="479"/>
                </a:lnTo>
                <a:lnTo>
                  <a:pt x="467" y="478"/>
                </a:lnTo>
                <a:lnTo>
                  <a:pt x="466" y="478"/>
                </a:lnTo>
                <a:lnTo>
                  <a:pt x="465" y="478"/>
                </a:lnTo>
                <a:lnTo>
                  <a:pt x="466" y="478"/>
                </a:lnTo>
                <a:lnTo>
                  <a:pt x="466" y="479"/>
                </a:lnTo>
                <a:lnTo>
                  <a:pt x="465" y="479"/>
                </a:lnTo>
                <a:lnTo>
                  <a:pt x="465" y="480"/>
                </a:lnTo>
                <a:lnTo>
                  <a:pt x="464" y="480"/>
                </a:lnTo>
                <a:lnTo>
                  <a:pt x="464" y="481"/>
                </a:lnTo>
                <a:lnTo>
                  <a:pt x="463" y="481"/>
                </a:lnTo>
                <a:lnTo>
                  <a:pt x="463" y="482"/>
                </a:lnTo>
                <a:lnTo>
                  <a:pt x="462" y="482"/>
                </a:lnTo>
                <a:lnTo>
                  <a:pt x="462" y="483"/>
                </a:lnTo>
                <a:lnTo>
                  <a:pt x="462" y="484"/>
                </a:lnTo>
                <a:lnTo>
                  <a:pt x="461" y="484"/>
                </a:lnTo>
                <a:lnTo>
                  <a:pt x="462" y="484"/>
                </a:lnTo>
                <a:lnTo>
                  <a:pt x="462" y="485"/>
                </a:lnTo>
                <a:lnTo>
                  <a:pt x="462" y="486"/>
                </a:lnTo>
                <a:lnTo>
                  <a:pt x="462" y="487"/>
                </a:lnTo>
                <a:lnTo>
                  <a:pt x="462" y="488"/>
                </a:lnTo>
                <a:lnTo>
                  <a:pt x="461" y="488"/>
                </a:lnTo>
                <a:lnTo>
                  <a:pt x="460" y="488"/>
                </a:lnTo>
                <a:lnTo>
                  <a:pt x="460" y="489"/>
                </a:lnTo>
                <a:lnTo>
                  <a:pt x="459" y="489"/>
                </a:lnTo>
                <a:lnTo>
                  <a:pt x="458" y="489"/>
                </a:lnTo>
                <a:lnTo>
                  <a:pt x="458" y="490"/>
                </a:lnTo>
                <a:lnTo>
                  <a:pt x="457" y="490"/>
                </a:lnTo>
                <a:lnTo>
                  <a:pt x="458" y="490"/>
                </a:lnTo>
                <a:lnTo>
                  <a:pt x="458" y="491"/>
                </a:lnTo>
                <a:lnTo>
                  <a:pt x="457" y="491"/>
                </a:lnTo>
                <a:lnTo>
                  <a:pt x="457" y="492"/>
                </a:lnTo>
                <a:lnTo>
                  <a:pt x="457" y="493"/>
                </a:lnTo>
                <a:lnTo>
                  <a:pt x="457" y="494"/>
                </a:lnTo>
                <a:lnTo>
                  <a:pt x="457" y="495"/>
                </a:lnTo>
                <a:lnTo>
                  <a:pt x="456" y="495"/>
                </a:lnTo>
                <a:lnTo>
                  <a:pt x="456" y="496"/>
                </a:lnTo>
                <a:lnTo>
                  <a:pt x="455" y="496"/>
                </a:lnTo>
                <a:lnTo>
                  <a:pt x="455" y="497"/>
                </a:lnTo>
                <a:lnTo>
                  <a:pt x="454" y="497"/>
                </a:lnTo>
                <a:lnTo>
                  <a:pt x="454" y="498"/>
                </a:lnTo>
                <a:lnTo>
                  <a:pt x="453" y="498"/>
                </a:lnTo>
                <a:lnTo>
                  <a:pt x="452" y="499"/>
                </a:lnTo>
                <a:lnTo>
                  <a:pt x="452" y="500"/>
                </a:lnTo>
                <a:lnTo>
                  <a:pt x="452" y="501"/>
                </a:lnTo>
                <a:lnTo>
                  <a:pt x="452" y="502"/>
                </a:lnTo>
                <a:lnTo>
                  <a:pt x="453" y="502"/>
                </a:lnTo>
                <a:lnTo>
                  <a:pt x="453" y="503"/>
                </a:lnTo>
                <a:lnTo>
                  <a:pt x="453" y="504"/>
                </a:lnTo>
                <a:lnTo>
                  <a:pt x="453" y="505"/>
                </a:lnTo>
                <a:lnTo>
                  <a:pt x="453" y="506"/>
                </a:lnTo>
                <a:lnTo>
                  <a:pt x="453" y="507"/>
                </a:lnTo>
                <a:lnTo>
                  <a:pt x="452" y="507"/>
                </a:lnTo>
                <a:lnTo>
                  <a:pt x="452" y="508"/>
                </a:lnTo>
                <a:lnTo>
                  <a:pt x="451" y="508"/>
                </a:lnTo>
                <a:lnTo>
                  <a:pt x="450" y="509"/>
                </a:lnTo>
                <a:lnTo>
                  <a:pt x="449" y="509"/>
                </a:lnTo>
                <a:lnTo>
                  <a:pt x="448" y="509"/>
                </a:lnTo>
                <a:lnTo>
                  <a:pt x="448" y="510"/>
                </a:lnTo>
                <a:lnTo>
                  <a:pt x="447" y="510"/>
                </a:lnTo>
                <a:lnTo>
                  <a:pt x="446" y="511"/>
                </a:lnTo>
                <a:lnTo>
                  <a:pt x="445" y="511"/>
                </a:lnTo>
                <a:lnTo>
                  <a:pt x="445" y="510"/>
                </a:lnTo>
                <a:lnTo>
                  <a:pt x="445" y="509"/>
                </a:lnTo>
                <a:lnTo>
                  <a:pt x="444" y="509"/>
                </a:lnTo>
                <a:lnTo>
                  <a:pt x="443" y="509"/>
                </a:lnTo>
                <a:lnTo>
                  <a:pt x="442" y="510"/>
                </a:lnTo>
                <a:lnTo>
                  <a:pt x="441" y="510"/>
                </a:lnTo>
                <a:lnTo>
                  <a:pt x="441" y="509"/>
                </a:lnTo>
                <a:lnTo>
                  <a:pt x="442" y="508"/>
                </a:lnTo>
                <a:lnTo>
                  <a:pt x="441" y="507"/>
                </a:lnTo>
                <a:lnTo>
                  <a:pt x="440" y="507"/>
                </a:lnTo>
                <a:lnTo>
                  <a:pt x="440" y="506"/>
                </a:lnTo>
                <a:lnTo>
                  <a:pt x="439" y="506"/>
                </a:lnTo>
                <a:lnTo>
                  <a:pt x="438" y="506"/>
                </a:lnTo>
                <a:lnTo>
                  <a:pt x="438" y="505"/>
                </a:lnTo>
                <a:lnTo>
                  <a:pt x="437" y="505"/>
                </a:lnTo>
                <a:lnTo>
                  <a:pt x="437" y="504"/>
                </a:lnTo>
                <a:lnTo>
                  <a:pt x="437" y="503"/>
                </a:lnTo>
                <a:lnTo>
                  <a:pt x="438" y="503"/>
                </a:lnTo>
                <a:lnTo>
                  <a:pt x="438" y="502"/>
                </a:lnTo>
                <a:lnTo>
                  <a:pt x="438" y="501"/>
                </a:lnTo>
                <a:lnTo>
                  <a:pt x="438" y="500"/>
                </a:lnTo>
                <a:lnTo>
                  <a:pt x="437" y="500"/>
                </a:lnTo>
                <a:lnTo>
                  <a:pt x="437" y="499"/>
                </a:lnTo>
                <a:lnTo>
                  <a:pt x="438" y="499"/>
                </a:lnTo>
                <a:lnTo>
                  <a:pt x="438" y="498"/>
                </a:lnTo>
                <a:lnTo>
                  <a:pt x="438" y="497"/>
                </a:lnTo>
                <a:lnTo>
                  <a:pt x="438" y="496"/>
                </a:lnTo>
                <a:lnTo>
                  <a:pt x="439" y="496"/>
                </a:lnTo>
                <a:lnTo>
                  <a:pt x="439" y="495"/>
                </a:lnTo>
                <a:lnTo>
                  <a:pt x="439" y="494"/>
                </a:lnTo>
                <a:lnTo>
                  <a:pt x="439" y="493"/>
                </a:lnTo>
                <a:lnTo>
                  <a:pt x="438" y="493"/>
                </a:lnTo>
                <a:lnTo>
                  <a:pt x="437" y="493"/>
                </a:lnTo>
                <a:lnTo>
                  <a:pt x="437" y="492"/>
                </a:lnTo>
                <a:lnTo>
                  <a:pt x="436" y="492"/>
                </a:lnTo>
                <a:lnTo>
                  <a:pt x="435" y="492"/>
                </a:lnTo>
                <a:lnTo>
                  <a:pt x="436" y="492"/>
                </a:lnTo>
                <a:lnTo>
                  <a:pt x="436" y="491"/>
                </a:lnTo>
                <a:lnTo>
                  <a:pt x="435" y="491"/>
                </a:lnTo>
                <a:lnTo>
                  <a:pt x="434" y="490"/>
                </a:lnTo>
                <a:lnTo>
                  <a:pt x="434" y="489"/>
                </a:lnTo>
                <a:lnTo>
                  <a:pt x="434" y="488"/>
                </a:lnTo>
                <a:lnTo>
                  <a:pt x="433" y="488"/>
                </a:lnTo>
                <a:lnTo>
                  <a:pt x="432" y="488"/>
                </a:lnTo>
                <a:lnTo>
                  <a:pt x="431" y="488"/>
                </a:lnTo>
                <a:lnTo>
                  <a:pt x="430" y="488"/>
                </a:lnTo>
                <a:lnTo>
                  <a:pt x="430" y="489"/>
                </a:lnTo>
                <a:lnTo>
                  <a:pt x="429" y="489"/>
                </a:lnTo>
                <a:lnTo>
                  <a:pt x="430" y="489"/>
                </a:lnTo>
                <a:lnTo>
                  <a:pt x="430" y="490"/>
                </a:lnTo>
                <a:lnTo>
                  <a:pt x="430" y="491"/>
                </a:lnTo>
                <a:lnTo>
                  <a:pt x="429" y="491"/>
                </a:lnTo>
                <a:lnTo>
                  <a:pt x="428" y="492"/>
                </a:lnTo>
                <a:lnTo>
                  <a:pt x="427" y="492"/>
                </a:lnTo>
                <a:lnTo>
                  <a:pt x="427" y="493"/>
                </a:lnTo>
                <a:lnTo>
                  <a:pt x="428" y="493"/>
                </a:lnTo>
                <a:lnTo>
                  <a:pt x="428" y="494"/>
                </a:lnTo>
                <a:lnTo>
                  <a:pt x="428" y="495"/>
                </a:lnTo>
                <a:lnTo>
                  <a:pt x="429" y="495"/>
                </a:lnTo>
                <a:lnTo>
                  <a:pt x="429" y="496"/>
                </a:lnTo>
                <a:lnTo>
                  <a:pt x="428" y="496"/>
                </a:lnTo>
                <a:lnTo>
                  <a:pt x="427" y="497"/>
                </a:lnTo>
                <a:lnTo>
                  <a:pt x="427" y="498"/>
                </a:lnTo>
                <a:lnTo>
                  <a:pt x="426" y="498"/>
                </a:lnTo>
                <a:lnTo>
                  <a:pt x="425" y="498"/>
                </a:lnTo>
                <a:lnTo>
                  <a:pt x="425" y="497"/>
                </a:lnTo>
                <a:lnTo>
                  <a:pt x="424" y="497"/>
                </a:lnTo>
                <a:lnTo>
                  <a:pt x="423" y="497"/>
                </a:lnTo>
                <a:lnTo>
                  <a:pt x="422" y="497"/>
                </a:lnTo>
                <a:lnTo>
                  <a:pt x="421" y="497"/>
                </a:lnTo>
                <a:lnTo>
                  <a:pt x="421" y="496"/>
                </a:lnTo>
                <a:lnTo>
                  <a:pt x="420" y="496"/>
                </a:lnTo>
                <a:lnTo>
                  <a:pt x="420" y="497"/>
                </a:lnTo>
                <a:lnTo>
                  <a:pt x="419" y="497"/>
                </a:lnTo>
                <a:lnTo>
                  <a:pt x="419" y="498"/>
                </a:lnTo>
                <a:lnTo>
                  <a:pt x="419" y="499"/>
                </a:lnTo>
                <a:lnTo>
                  <a:pt x="419" y="500"/>
                </a:lnTo>
                <a:lnTo>
                  <a:pt x="418" y="500"/>
                </a:lnTo>
                <a:lnTo>
                  <a:pt x="418" y="501"/>
                </a:lnTo>
                <a:lnTo>
                  <a:pt x="418" y="502"/>
                </a:lnTo>
                <a:lnTo>
                  <a:pt x="417" y="501"/>
                </a:lnTo>
                <a:lnTo>
                  <a:pt x="416" y="500"/>
                </a:lnTo>
                <a:lnTo>
                  <a:pt x="416" y="499"/>
                </a:lnTo>
                <a:lnTo>
                  <a:pt x="415" y="499"/>
                </a:lnTo>
                <a:lnTo>
                  <a:pt x="415" y="500"/>
                </a:lnTo>
                <a:lnTo>
                  <a:pt x="414" y="500"/>
                </a:lnTo>
                <a:lnTo>
                  <a:pt x="413" y="500"/>
                </a:lnTo>
                <a:lnTo>
                  <a:pt x="413" y="501"/>
                </a:lnTo>
                <a:lnTo>
                  <a:pt x="413" y="502"/>
                </a:lnTo>
                <a:lnTo>
                  <a:pt x="413" y="501"/>
                </a:lnTo>
                <a:lnTo>
                  <a:pt x="412" y="501"/>
                </a:lnTo>
                <a:lnTo>
                  <a:pt x="411" y="501"/>
                </a:lnTo>
                <a:lnTo>
                  <a:pt x="411" y="500"/>
                </a:lnTo>
                <a:lnTo>
                  <a:pt x="411" y="501"/>
                </a:lnTo>
                <a:lnTo>
                  <a:pt x="410" y="501"/>
                </a:lnTo>
                <a:lnTo>
                  <a:pt x="409" y="501"/>
                </a:lnTo>
                <a:lnTo>
                  <a:pt x="408" y="502"/>
                </a:lnTo>
                <a:lnTo>
                  <a:pt x="407" y="502"/>
                </a:lnTo>
                <a:lnTo>
                  <a:pt x="407" y="501"/>
                </a:lnTo>
                <a:lnTo>
                  <a:pt x="406" y="501"/>
                </a:lnTo>
                <a:lnTo>
                  <a:pt x="405" y="501"/>
                </a:lnTo>
                <a:lnTo>
                  <a:pt x="405" y="502"/>
                </a:lnTo>
                <a:lnTo>
                  <a:pt x="404" y="502"/>
                </a:lnTo>
                <a:lnTo>
                  <a:pt x="404" y="503"/>
                </a:lnTo>
                <a:lnTo>
                  <a:pt x="403" y="503"/>
                </a:lnTo>
                <a:lnTo>
                  <a:pt x="403" y="502"/>
                </a:lnTo>
                <a:lnTo>
                  <a:pt x="402" y="502"/>
                </a:lnTo>
                <a:lnTo>
                  <a:pt x="402" y="501"/>
                </a:lnTo>
                <a:lnTo>
                  <a:pt x="401" y="501"/>
                </a:lnTo>
                <a:lnTo>
                  <a:pt x="400" y="501"/>
                </a:lnTo>
                <a:lnTo>
                  <a:pt x="399" y="501"/>
                </a:lnTo>
                <a:lnTo>
                  <a:pt x="399" y="500"/>
                </a:lnTo>
                <a:lnTo>
                  <a:pt x="398" y="500"/>
                </a:lnTo>
                <a:lnTo>
                  <a:pt x="399" y="500"/>
                </a:lnTo>
                <a:lnTo>
                  <a:pt x="399" y="499"/>
                </a:lnTo>
                <a:lnTo>
                  <a:pt x="398" y="499"/>
                </a:lnTo>
                <a:lnTo>
                  <a:pt x="398" y="498"/>
                </a:lnTo>
                <a:lnTo>
                  <a:pt x="398" y="497"/>
                </a:lnTo>
                <a:lnTo>
                  <a:pt x="399" y="497"/>
                </a:lnTo>
                <a:lnTo>
                  <a:pt x="399" y="496"/>
                </a:lnTo>
                <a:lnTo>
                  <a:pt x="399" y="497"/>
                </a:lnTo>
                <a:lnTo>
                  <a:pt x="399" y="496"/>
                </a:lnTo>
                <a:lnTo>
                  <a:pt x="398" y="496"/>
                </a:lnTo>
                <a:lnTo>
                  <a:pt x="399" y="496"/>
                </a:lnTo>
                <a:lnTo>
                  <a:pt x="398" y="496"/>
                </a:lnTo>
                <a:lnTo>
                  <a:pt x="398" y="497"/>
                </a:lnTo>
                <a:lnTo>
                  <a:pt x="397" y="497"/>
                </a:lnTo>
                <a:lnTo>
                  <a:pt x="397" y="496"/>
                </a:lnTo>
                <a:lnTo>
                  <a:pt x="396" y="496"/>
                </a:lnTo>
                <a:lnTo>
                  <a:pt x="395" y="496"/>
                </a:lnTo>
                <a:lnTo>
                  <a:pt x="394" y="496"/>
                </a:lnTo>
                <a:lnTo>
                  <a:pt x="393" y="497"/>
                </a:lnTo>
                <a:lnTo>
                  <a:pt x="393" y="496"/>
                </a:lnTo>
                <a:lnTo>
                  <a:pt x="392" y="496"/>
                </a:lnTo>
                <a:lnTo>
                  <a:pt x="391" y="496"/>
                </a:lnTo>
                <a:lnTo>
                  <a:pt x="391" y="495"/>
                </a:lnTo>
                <a:lnTo>
                  <a:pt x="391" y="494"/>
                </a:lnTo>
                <a:lnTo>
                  <a:pt x="390" y="494"/>
                </a:lnTo>
                <a:lnTo>
                  <a:pt x="389" y="494"/>
                </a:lnTo>
                <a:lnTo>
                  <a:pt x="388" y="494"/>
                </a:lnTo>
                <a:lnTo>
                  <a:pt x="388" y="493"/>
                </a:lnTo>
                <a:lnTo>
                  <a:pt x="388" y="492"/>
                </a:lnTo>
                <a:lnTo>
                  <a:pt x="387" y="492"/>
                </a:lnTo>
                <a:lnTo>
                  <a:pt x="387" y="491"/>
                </a:lnTo>
                <a:lnTo>
                  <a:pt x="386" y="491"/>
                </a:lnTo>
                <a:lnTo>
                  <a:pt x="386" y="490"/>
                </a:lnTo>
                <a:lnTo>
                  <a:pt x="385" y="490"/>
                </a:lnTo>
                <a:lnTo>
                  <a:pt x="384" y="490"/>
                </a:lnTo>
                <a:lnTo>
                  <a:pt x="383" y="491"/>
                </a:lnTo>
                <a:lnTo>
                  <a:pt x="382" y="491"/>
                </a:lnTo>
                <a:lnTo>
                  <a:pt x="381" y="492"/>
                </a:lnTo>
                <a:lnTo>
                  <a:pt x="380" y="492"/>
                </a:lnTo>
                <a:lnTo>
                  <a:pt x="380" y="493"/>
                </a:lnTo>
                <a:lnTo>
                  <a:pt x="379" y="493"/>
                </a:lnTo>
                <a:lnTo>
                  <a:pt x="379" y="492"/>
                </a:lnTo>
                <a:lnTo>
                  <a:pt x="378" y="492"/>
                </a:lnTo>
                <a:lnTo>
                  <a:pt x="379" y="492"/>
                </a:lnTo>
                <a:lnTo>
                  <a:pt x="378" y="492"/>
                </a:lnTo>
                <a:lnTo>
                  <a:pt x="378" y="491"/>
                </a:lnTo>
                <a:lnTo>
                  <a:pt x="378" y="490"/>
                </a:lnTo>
                <a:lnTo>
                  <a:pt x="378" y="489"/>
                </a:lnTo>
                <a:lnTo>
                  <a:pt x="378" y="488"/>
                </a:lnTo>
                <a:lnTo>
                  <a:pt x="377" y="488"/>
                </a:lnTo>
                <a:lnTo>
                  <a:pt x="377" y="487"/>
                </a:lnTo>
                <a:lnTo>
                  <a:pt x="378" y="487"/>
                </a:lnTo>
                <a:lnTo>
                  <a:pt x="378" y="486"/>
                </a:lnTo>
                <a:lnTo>
                  <a:pt x="377" y="486"/>
                </a:lnTo>
                <a:lnTo>
                  <a:pt x="378" y="486"/>
                </a:lnTo>
                <a:lnTo>
                  <a:pt x="378" y="484"/>
                </a:lnTo>
                <a:lnTo>
                  <a:pt x="378" y="483"/>
                </a:lnTo>
                <a:lnTo>
                  <a:pt x="379" y="482"/>
                </a:lnTo>
                <a:lnTo>
                  <a:pt x="380" y="482"/>
                </a:lnTo>
                <a:lnTo>
                  <a:pt x="379" y="482"/>
                </a:lnTo>
                <a:lnTo>
                  <a:pt x="380" y="481"/>
                </a:lnTo>
                <a:lnTo>
                  <a:pt x="380" y="480"/>
                </a:lnTo>
                <a:lnTo>
                  <a:pt x="380" y="479"/>
                </a:lnTo>
                <a:lnTo>
                  <a:pt x="381" y="479"/>
                </a:lnTo>
                <a:lnTo>
                  <a:pt x="381" y="478"/>
                </a:lnTo>
                <a:lnTo>
                  <a:pt x="380" y="477"/>
                </a:lnTo>
                <a:lnTo>
                  <a:pt x="381" y="477"/>
                </a:lnTo>
                <a:lnTo>
                  <a:pt x="380" y="476"/>
                </a:lnTo>
                <a:lnTo>
                  <a:pt x="381" y="475"/>
                </a:lnTo>
                <a:lnTo>
                  <a:pt x="381" y="474"/>
                </a:lnTo>
                <a:lnTo>
                  <a:pt x="381" y="473"/>
                </a:lnTo>
                <a:lnTo>
                  <a:pt x="381" y="472"/>
                </a:lnTo>
                <a:lnTo>
                  <a:pt x="380" y="471"/>
                </a:lnTo>
                <a:lnTo>
                  <a:pt x="380" y="472"/>
                </a:lnTo>
                <a:lnTo>
                  <a:pt x="379" y="472"/>
                </a:lnTo>
                <a:lnTo>
                  <a:pt x="379" y="471"/>
                </a:lnTo>
                <a:lnTo>
                  <a:pt x="378" y="471"/>
                </a:lnTo>
                <a:lnTo>
                  <a:pt x="378" y="472"/>
                </a:lnTo>
                <a:lnTo>
                  <a:pt x="377" y="473"/>
                </a:lnTo>
                <a:lnTo>
                  <a:pt x="377" y="474"/>
                </a:lnTo>
                <a:lnTo>
                  <a:pt x="376" y="474"/>
                </a:lnTo>
                <a:lnTo>
                  <a:pt x="376" y="473"/>
                </a:lnTo>
                <a:lnTo>
                  <a:pt x="375" y="473"/>
                </a:lnTo>
                <a:lnTo>
                  <a:pt x="375" y="472"/>
                </a:lnTo>
                <a:lnTo>
                  <a:pt x="375" y="471"/>
                </a:lnTo>
                <a:lnTo>
                  <a:pt x="374" y="471"/>
                </a:lnTo>
                <a:lnTo>
                  <a:pt x="374" y="472"/>
                </a:lnTo>
                <a:lnTo>
                  <a:pt x="373" y="472"/>
                </a:lnTo>
                <a:lnTo>
                  <a:pt x="373" y="473"/>
                </a:lnTo>
                <a:lnTo>
                  <a:pt x="374" y="473"/>
                </a:lnTo>
                <a:lnTo>
                  <a:pt x="374" y="474"/>
                </a:lnTo>
                <a:lnTo>
                  <a:pt x="373" y="474"/>
                </a:lnTo>
                <a:lnTo>
                  <a:pt x="372" y="474"/>
                </a:lnTo>
                <a:lnTo>
                  <a:pt x="371" y="474"/>
                </a:lnTo>
                <a:lnTo>
                  <a:pt x="370" y="474"/>
                </a:lnTo>
                <a:lnTo>
                  <a:pt x="370" y="475"/>
                </a:lnTo>
                <a:lnTo>
                  <a:pt x="369" y="475"/>
                </a:lnTo>
                <a:lnTo>
                  <a:pt x="369" y="474"/>
                </a:lnTo>
                <a:lnTo>
                  <a:pt x="369" y="475"/>
                </a:lnTo>
                <a:lnTo>
                  <a:pt x="368" y="475"/>
                </a:lnTo>
                <a:lnTo>
                  <a:pt x="367" y="475"/>
                </a:lnTo>
                <a:lnTo>
                  <a:pt x="367" y="474"/>
                </a:lnTo>
                <a:lnTo>
                  <a:pt x="367" y="475"/>
                </a:lnTo>
                <a:lnTo>
                  <a:pt x="366" y="475"/>
                </a:lnTo>
                <a:lnTo>
                  <a:pt x="366" y="474"/>
                </a:lnTo>
                <a:lnTo>
                  <a:pt x="365" y="473"/>
                </a:lnTo>
                <a:lnTo>
                  <a:pt x="364" y="473"/>
                </a:lnTo>
                <a:lnTo>
                  <a:pt x="363" y="474"/>
                </a:lnTo>
                <a:lnTo>
                  <a:pt x="362" y="474"/>
                </a:lnTo>
                <a:lnTo>
                  <a:pt x="361" y="473"/>
                </a:lnTo>
                <a:lnTo>
                  <a:pt x="360" y="473"/>
                </a:lnTo>
                <a:lnTo>
                  <a:pt x="359" y="472"/>
                </a:lnTo>
                <a:lnTo>
                  <a:pt x="359" y="473"/>
                </a:lnTo>
                <a:lnTo>
                  <a:pt x="358" y="473"/>
                </a:lnTo>
                <a:lnTo>
                  <a:pt x="357" y="473"/>
                </a:lnTo>
                <a:lnTo>
                  <a:pt x="356" y="473"/>
                </a:lnTo>
                <a:lnTo>
                  <a:pt x="355" y="473"/>
                </a:lnTo>
                <a:lnTo>
                  <a:pt x="354" y="472"/>
                </a:lnTo>
                <a:lnTo>
                  <a:pt x="354" y="471"/>
                </a:lnTo>
                <a:lnTo>
                  <a:pt x="353" y="471"/>
                </a:lnTo>
                <a:lnTo>
                  <a:pt x="353" y="470"/>
                </a:lnTo>
                <a:lnTo>
                  <a:pt x="352" y="469"/>
                </a:lnTo>
                <a:lnTo>
                  <a:pt x="352" y="468"/>
                </a:lnTo>
                <a:lnTo>
                  <a:pt x="351" y="468"/>
                </a:lnTo>
                <a:lnTo>
                  <a:pt x="351" y="467"/>
                </a:lnTo>
                <a:lnTo>
                  <a:pt x="350" y="466"/>
                </a:lnTo>
                <a:lnTo>
                  <a:pt x="349" y="465"/>
                </a:lnTo>
                <a:lnTo>
                  <a:pt x="349" y="464"/>
                </a:lnTo>
                <a:lnTo>
                  <a:pt x="349" y="465"/>
                </a:lnTo>
                <a:lnTo>
                  <a:pt x="348" y="465"/>
                </a:lnTo>
                <a:lnTo>
                  <a:pt x="348" y="464"/>
                </a:lnTo>
                <a:lnTo>
                  <a:pt x="347" y="464"/>
                </a:lnTo>
                <a:lnTo>
                  <a:pt x="347" y="463"/>
                </a:lnTo>
                <a:lnTo>
                  <a:pt x="346" y="463"/>
                </a:lnTo>
                <a:lnTo>
                  <a:pt x="345" y="463"/>
                </a:lnTo>
                <a:lnTo>
                  <a:pt x="345" y="462"/>
                </a:lnTo>
                <a:lnTo>
                  <a:pt x="344" y="462"/>
                </a:lnTo>
                <a:lnTo>
                  <a:pt x="343" y="462"/>
                </a:lnTo>
                <a:lnTo>
                  <a:pt x="343" y="463"/>
                </a:lnTo>
                <a:lnTo>
                  <a:pt x="343" y="464"/>
                </a:lnTo>
                <a:lnTo>
                  <a:pt x="342" y="464"/>
                </a:lnTo>
                <a:lnTo>
                  <a:pt x="341" y="464"/>
                </a:lnTo>
                <a:lnTo>
                  <a:pt x="341" y="463"/>
                </a:lnTo>
                <a:lnTo>
                  <a:pt x="340" y="463"/>
                </a:lnTo>
                <a:lnTo>
                  <a:pt x="340" y="464"/>
                </a:lnTo>
                <a:lnTo>
                  <a:pt x="340" y="465"/>
                </a:lnTo>
                <a:lnTo>
                  <a:pt x="339" y="465"/>
                </a:lnTo>
                <a:lnTo>
                  <a:pt x="339" y="466"/>
                </a:lnTo>
                <a:lnTo>
                  <a:pt x="339" y="467"/>
                </a:lnTo>
                <a:lnTo>
                  <a:pt x="337" y="467"/>
                </a:lnTo>
                <a:lnTo>
                  <a:pt x="337" y="468"/>
                </a:lnTo>
                <a:lnTo>
                  <a:pt x="337" y="469"/>
                </a:lnTo>
                <a:lnTo>
                  <a:pt x="336" y="469"/>
                </a:lnTo>
                <a:lnTo>
                  <a:pt x="336" y="470"/>
                </a:lnTo>
                <a:lnTo>
                  <a:pt x="335" y="470"/>
                </a:lnTo>
                <a:lnTo>
                  <a:pt x="334" y="470"/>
                </a:lnTo>
                <a:lnTo>
                  <a:pt x="333" y="471"/>
                </a:lnTo>
                <a:lnTo>
                  <a:pt x="332" y="471"/>
                </a:lnTo>
                <a:lnTo>
                  <a:pt x="331" y="471"/>
                </a:lnTo>
                <a:lnTo>
                  <a:pt x="330" y="471"/>
                </a:lnTo>
                <a:lnTo>
                  <a:pt x="329" y="471"/>
                </a:lnTo>
                <a:lnTo>
                  <a:pt x="329" y="472"/>
                </a:lnTo>
                <a:lnTo>
                  <a:pt x="328" y="472"/>
                </a:lnTo>
                <a:lnTo>
                  <a:pt x="327" y="473"/>
                </a:lnTo>
                <a:lnTo>
                  <a:pt x="326" y="473"/>
                </a:lnTo>
                <a:lnTo>
                  <a:pt x="326" y="472"/>
                </a:lnTo>
                <a:lnTo>
                  <a:pt x="326" y="471"/>
                </a:lnTo>
                <a:lnTo>
                  <a:pt x="325" y="471"/>
                </a:lnTo>
                <a:lnTo>
                  <a:pt x="325" y="470"/>
                </a:lnTo>
                <a:lnTo>
                  <a:pt x="325" y="469"/>
                </a:lnTo>
                <a:lnTo>
                  <a:pt x="324" y="469"/>
                </a:lnTo>
                <a:lnTo>
                  <a:pt x="324" y="468"/>
                </a:lnTo>
                <a:lnTo>
                  <a:pt x="324" y="467"/>
                </a:lnTo>
                <a:lnTo>
                  <a:pt x="324" y="466"/>
                </a:lnTo>
                <a:lnTo>
                  <a:pt x="323" y="466"/>
                </a:lnTo>
                <a:lnTo>
                  <a:pt x="324" y="464"/>
                </a:lnTo>
                <a:lnTo>
                  <a:pt x="324" y="463"/>
                </a:lnTo>
                <a:lnTo>
                  <a:pt x="324" y="462"/>
                </a:lnTo>
                <a:lnTo>
                  <a:pt x="323" y="462"/>
                </a:lnTo>
                <a:lnTo>
                  <a:pt x="322" y="461"/>
                </a:lnTo>
                <a:lnTo>
                  <a:pt x="322" y="460"/>
                </a:lnTo>
                <a:lnTo>
                  <a:pt x="321" y="460"/>
                </a:lnTo>
                <a:lnTo>
                  <a:pt x="320" y="461"/>
                </a:lnTo>
                <a:lnTo>
                  <a:pt x="319" y="462"/>
                </a:lnTo>
                <a:lnTo>
                  <a:pt x="319" y="463"/>
                </a:lnTo>
                <a:lnTo>
                  <a:pt x="318" y="463"/>
                </a:lnTo>
                <a:lnTo>
                  <a:pt x="317" y="463"/>
                </a:lnTo>
                <a:lnTo>
                  <a:pt x="317" y="464"/>
                </a:lnTo>
                <a:lnTo>
                  <a:pt x="316" y="463"/>
                </a:lnTo>
                <a:lnTo>
                  <a:pt x="315" y="464"/>
                </a:lnTo>
                <a:lnTo>
                  <a:pt x="315" y="463"/>
                </a:lnTo>
                <a:lnTo>
                  <a:pt x="314" y="463"/>
                </a:lnTo>
                <a:lnTo>
                  <a:pt x="314" y="462"/>
                </a:lnTo>
                <a:lnTo>
                  <a:pt x="313" y="462"/>
                </a:lnTo>
                <a:lnTo>
                  <a:pt x="313" y="461"/>
                </a:lnTo>
                <a:lnTo>
                  <a:pt x="314" y="461"/>
                </a:lnTo>
                <a:lnTo>
                  <a:pt x="313" y="461"/>
                </a:lnTo>
                <a:lnTo>
                  <a:pt x="313" y="460"/>
                </a:lnTo>
                <a:lnTo>
                  <a:pt x="313" y="459"/>
                </a:lnTo>
                <a:lnTo>
                  <a:pt x="313" y="458"/>
                </a:lnTo>
                <a:lnTo>
                  <a:pt x="313" y="457"/>
                </a:lnTo>
                <a:lnTo>
                  <a:pt x="313" y="456"/>
                </a:lnTo>
                <a:lnTo>
                  <a:pt x="312" y="456"/>
                </a:lnTo>
                <a:lnTo>
                  <a:pt x="312" y="455"/>
                </a:lnTo>
                <a:lnTo>
                  <a:pt x="311" y="455"/>
                </a:lnTo>
                <a:lnTo>
                  <a:pt x="311" y="454"/>
                </a:lnTo>
                <a:lnTo>
                  <a:pt x="310" y="454"/>
                </a:lnTo>
                <a:lnTo>
                  <a:pt x="311" y="453"/>
                </a:lnTo>
                <a:lnTo>
                  <a:pt x="311" y="452"/>
                </a:lnTo>
                <a:lnTo>
                  <a:pt x="311" y="451"/>
                </a:lnTo>
                <a:lnTo>
                  <a:pt x="310" y="450"/>
                </a:lnTo>
                <a:lnTo>
                  <a:pt x="309" y="450"/>
                </a:lnTo>
                <a:lnTo>
                  <a:pt x="308" y="450"/>
                </a:lnTo>
                <a:lnTo>
                  <a:pt x="307" y="450"/>
                </a:lnTo>
                <a:lnTo>
                  <a:pt x="306" y="449"/>
                </a:lnTo>
                <a:lnTo>
                  <a:pt x="306" y="448"/>
                </a:lnTo>
                <a:lnTo>
                  <a:pt x="306" y="447"/>
                </a:lnTo>
                <a:lnTo>
                  <a:pt x="307" y="447"/>
                </a:lnTo>
                <a:lnTo>
                  <a:pt x="307" y="446"/>
                </a:lnTo>
                <a:lnTo>
                  <a:pt x="308" y="446"/>
                </a:lnTo>
                <a:lnTo>
                  <a:pt x="309" y="444"/>
                </a:lnTo>
                <a:lnTo>
                  <a:pt x="309" y="443"/>
                </a:lnTo>
                <a:lnTo>
                  <a:pt x="308" y="442"/>
                </a:lnTo>
                <a:lnTo>
                  <a:pt x="307" y="442"/>
                </a:lnTo>
                <a:lnTo>
                  <a:pt x="306" y="442"/>
                </a:lnTo>
                <a:lnTo>
                  <a:pt x="306" y="441"/>
                </a:lnTo>
                <a:lnTo>
                  <a:pt x="305" y="440"/>
                </a:lnTo>
                <a:lnTo>
                  <a:pt x="304" y="439"/>
                </a:lnTo>
                <a:lnTo>
                  <a:pt x="303" y="439"/>
                </a:lnTo>
                <a:lnTo>
                  <a:pt x="303" y="438"/>
                </a:lnTo>
                <a:lnTo>
                  <a:pt x="304" y="438"/>
                </a:lnTo>
                <a:lnTo>
                  <a:pt x="304" y="437"/>
                </a:lnTo>
                <a:lnTo>
                  <a:pt x="303" y="437"/>
                </a:lnTo>
                <a:lnTo>
                  <a:pt x="303" y="436"/>
                </a:lnTo>
                <a:lnTo>
                  <a:pt x="303" y="435"/>
                </a:lnTo>
                <a:lnTo>
                  <a:pt x="304" y="435"/>
                </a:lnTo>
                <a:lnTo>
                  <a:pt x="305" y="435"/>
                </a:lnTo>
                <a:lnTo>
                  <a:pt x="305" y="436"/>
                </a:lnTo>
                <a:lnTo>
                  <a:pt x="304" y="436"/>
                </a:lnTo>
                <a:lnTo>
                  <a:pt x="305" y="436"/>
                </a:lnTo>
                <a:lnTo>
                  <a:pt x="306" y="435"/>
                </a:lnTo>
                <a:lnTo>
                  <a:pt x="307" y="434"/>
                </a:lnTo>
                <a:lnTo>
                  <a:pt x="307" y="432"/>
                </a:lnTo>
                <a:lnTo>
                  <a:pt x="306" y="432"/>
                </a:lnTo>
                <a:lnTo>
                  <a:pt x="306" y="431"/>
                </a:lnTo>
                <a:lnTo>
                  <a:pt x="307" y="431"/>
                </a:lnTo>
                <a:lnTo>
                  <a:pt x="307" y="430"/>
                </a:lnTo>
                <a:lnTo>
                  <a:pt x="308" y="429"/>
                </a:lnTo>
                <a:lnTo>
                  <a:pt x="309" y="428"/>
                </a:lnTo>
                <a:lnTo>
                  <a:pt x="308" y="428"/>
                </a:lnTo>
                <a:lnTo>
                  <a:pt x="308" y="427"/>
                </a:lnTo>
                <a:lnTo>
                  <a:pt x="308" y="426"/>
                </a:lnTo>
                <a:lnTo>
                  <a:pt x="307" y="426"/>
                </a:lnTo>
                <a:lnTo>
                  <a:pt x="307" y="427"/>
                </a:lnTo>
                <a:lnTo>
                  <a:pt x="306" y="426"/>
                </a:lnTo>
                <a:lnTo>
                  <a:pt x="306" y="425"/>
                </a:lnTo>
                <a:lnTo>
                  <a:pt x="306" y="424"/>
                </a:lnTo>
                <a:lnTo>
                  <a:pt x="305" y="424"/>
                </a:lnTo>
                <a:lnTo>
                  <a:pt x="305" y="423"/>
                </a:lnTo>
                <a:lnTo>
                  <a:pt x="305" y="422"/>
                </a:lnTo>
                <a:lnTo>
                  <a:pt x="304" y="422"/>
                </a:lnTo>
                <a:lnTo>
                  <a:pt x="304" y="421"/>
                </a:lnTo>
                <a:lnTo>
                  <a:pt x="305" y="421"/>
                </a:lnTo>
                <a:lnTo>
                  <a:pt x="306" y="421"/>
                </a:lnTo>
                <a:lnTo>
                  <a:pt x="306" y="420"/>
                </a:lnTo>
                <a:lnTo>
                  <a:pt x="306" y="419"/>
                </a:lnTo>
                <a:lnTo>
                  <a:pt x="305" y="419"/>
                </a:lnTo>
                <a:lnTo>
                  <a:pt x="305" y="418"/>
                </a:lnTo>
                <a:lnTo>
                  <a:pt x="306" y="417"/>
                </a:lnTo>
                <a:lnTo>
                  <a:pt x="308" y="417"/>
                </a:lnTo>
                <a:lnTo>
                  <a:pt x="308" y="416"/>
                </a:lnTo>
                <a:lnTo>
                  <a:pt x="307" y="416"/>
                </a:lnTo>
                <a:lnTo>
                  <a:pt x="307" y="415"/>
                </a:lnTo>
                <a:lnTo>
                  <a:pt x="306" y="415"/>
                </a:lnTo>
                <a:lnTo>
                  <a:pt x="306" y="414"/>
                </a:lnTo>
                <a:lnTo>
                  <a:pt x="306" y="413"/>
                </a:lnTo>
                <a:lnTo>
                  <a:pt x="306" y="412"/>
                </a:lnTo>
                <a:lnTo>
                  <a:pt x="306" y="411"/>
                </a:lnTo>
                <a:lnTo>
                  <a:pt x="307" y="411"/>
                </a:lnTo>
                <a:lnTo>
                  <a:pt x="307" y="410"/>
                </a:lnTo>
                <a:lnTo>
                  <a:pt x="306" y="410"/>
                </a:lnTo>
                <a:lnTo>
                  <a:pt x="306" y="411"/>
                </a:lnTo>
                <a:lnTo>
                  <a:pt x="306" y="410"/>
                </a:lnTo>
                <a:lnTo>
                  <a:pt x="305" y="410"/>
                </a:lnTo>
                <a:lnTo>
                  <a:pt x="305" y="409"/>
                </a:lnTo>
                <a:lnTo>
                  <a:pt x="306" y="409"/>
                </a:lnTo>
                <a:lnTo>
                  <a:pt x="306" y="408"/>
                </a:lnTo>
                <a:lnTo>
                  <a:pt x="305" y="407"/>
                </a:lnTo>
                <a:lnTo>
                  <a:pt x="304" y="407"/>
                </a:lnTo>
                <a:lnTo>
                  <a:pt x="304" y="406"/>
                </a:lnTo>
                <a:lnTo>
                  <a:pt x="304" y="405"/>
                </a:lnTo>
                <a:lnTo>
                  <a:pt x="303" y="405"/>
                </a:lnTo>
                <a:lnTo>
                  <a:pt x="302" y="405"/>
                </a:lnTo>
                <a:lnTo>
                  <a:pt x="302" y="406"/>
                </a:lnTo>
                <a:lnTo>
                  <a:pt x="301" y="405"/>
                </a:lnTo>
                <a:lnTo>
                  <a:pt x="301" y="404"/>
                </a:lnTo>
                <a:lnTo>
                  <a:pt x="300" y="405"/>
                </a:lnTo>
                <a:lnTo>
                  <a:pt x="299" y="404"/>
                </a:lnTo>
                <a:lnTo>
                  <a:pt x="299" y="405"/>
                </a:lnTo>
                <a:lnTo>
                  <a:pt x="298" y="405"/>
                </a:lnTo>
                <a:lnTo>
                  <a:pt x="298" y="404"/>
                </a:lnTo>
                <a:lnTo>
                  <a:pt x="298" y="405"/>
                </a:lnTo>
                <a:lnTo>
                  <a:pt x="297" y="405"/>
                </a:lnTo>
                <a:lnTo>
                  <a:pt x="296" y="406"/>
                </a:lnTo>
                <a:lnTo>
                  <a:pt x="295" y="408"/>
                </a:lnTo>
                <a:lnTo>
                  <a:pt x="294" y="409"/>
                </a:lnTo>
                <a:lnTo>
                  <a:pt x="294" y="410"/>
                </a:lnTo>
                <a:lnTo>
                  <a:pt x="294" y="411"/>
                </a:lnTo>
                <a:lnTo>
                  <a:pt x="293" y="411"/>
                </a:lnTo>
                <a:lnTo>
                  <a:pt x="293" y="410"/>
                </a:lnTo>
                <a:lnTo>
                  <a:pt x="292" y="410"/>
                </a:lnTo>
                <a:lnTo>
                  <a:pt x="291" y="410"/>
                </a:lnTo>
                <a:lnTo>
                  <a:pt x="291" y="411"/>
                </a:lnTo>
                <a:lnTo>
                  <a:pt x="292" y="411"/>
                </a:lnTo>
                <a:lnTo>
                  <a:pt x="293" y="411"/>
                </a:lnTo>
                <a:lnTo>
                  <a:pt x="293" y="412"/>
                </a:lnTo>
                <a:lnTo>
                  <a:pt x="291" y="412"/>
                </a:lnTo>
                <a:lnTo>
                  <a:pt x="290" y="413"/>
                </a:lnTo>
                <a:lnTo>
                  <a:pt x="289" y="413"/>
                </a:lnTo>
                <a:lnTo>
                  <a:pt x="288" y="414"/>
                </a:lnTo>
                <a:lnTo>
                  <a:pt x="288" y="415"/>
                </a:lnTo>
                <a:lnTo>
                  <a:pt x="288" y="416"/>
                </a:lnTo>
                <a:lnTo>
                  <a:pt x="289" y="416"/>
                </a:lnTo>
                <a:lnTo>
                  <a:pt x="290" y="417"/>
                </a:lnTo>
                <a:lnTo>
                  <a:pt x="289" y="417"/>
                </a:lnTo>
                <a:lnTo>
                  <a:pt x="288" y="416"/>
                </a:lnTo>
                <a:lnTo>
                  <a:pt x="287" y="416"/>
                </a:lnTo>
                <a:lnTo>
                  <a:pt x="287" y="415"/>
                </a:lnTo>
                <a:lnTo>
                  <a:pt x="288" y="415"/>
                </a:lnTo>
                <a:lnTo>
                  <a:pt x="288" y="414"/>
                </a:lnTo>
                <a:lnTo>
                  <a:pt x="287" y="414"/>
                </a:lnTo>
                <a:lnTo>
                  <a:pt x="286" y="414"/>
                </a:lnTo>
                <a:lnTo>
                  <a:pt x="285" y="414"/>
                </a:lnTo>
                <a:lnTo>
                  <a:pt x="284" y="415"/>
                </a:lnTo>
                <a:lnTo>
                  <a:pt x="282" y="416"/>
                </a:lnTo>
                <a:lnTo>
                  <a:pt x="282" y="417"/>
                </a:lnTo>
                <a:lnTo>
                  <a:pt x="281" y="417"/>
                </a:lnTo>
                <a:lnTo>
                  <a:pt x="280" y="417"/>
                </a:lnTo>
                <a:lnTo>
                  <a:pt x="280" y="418"/>
                </a:lnTo>
                <a:lnTo>
                  <a:pt x="279" y="418"/>
                </a:lnTo>
                <a:lnTo>
                  <a:pt x="278" y="418"/>
                </a:lnTo>
                <a:lnTo>
                  <a:pt x="278" y="419"/>
                </a:lnTo>
                <a:lnTo>
                  <a:pt x="277" y="419"/>
                </a:lnTo>
                <a:lnTo>
                  <a:pt x="276" y="420"/>
                </a:lnTo>
                <a:lnTo>
                  <a:pt x="275" y="420"/>
                </a:lnTo>
                <a:lnTo>
                  <a:pt x="275" y="419"/>
                </a:lnTo>
                <a:lnTo>
                  <a:pt x="274" y="419"/>
                </a:lnTo>
                <a:lnTo>
                  <a:pt x="274" y="418"/>
                </a:lnTo>
                <a:lnTo>
                  <a:pt x="273" y="418"/>
                </a:lnTo>
                <a:lnTo>
                  <a:pt x="273" y="417"/>
                </a:lnTo>
                <a:lnTo>
                  <a:pt x="272" y="417"/>
                </a:lnTo>
                <a:lnTo>
                  <a:pt x="271" y="417"/>
                </a:lnTo>
                <a:lnTo>
                  <a:pt x="270" y="417"/>
                </a:lnTo>
                <a:lnTo>
                  <a:pt x="269" y="417"/>
                </a:lnTo>
                <a:lnTo>
                  <a:pt x="269" y="416"/>
                </a:lnTo>
                <a:lnTo>
                  <a:pt x="268" y="415"/>
                </a:lnTo>
                <a:lnTo>
                  <a:pt x="267" y="415"/>
                </a:lnTo>
                <a:lnTo>
                  <a:pt x="267" y="414"/>
                </a:lnTo>
                <a:lnTo>
                  <a:pt x="268" y="413"/>
                </a:lnTo>
                <a:lnTo>
                  <a:pt x="268" y="412"/>
                </a:lnTo>
                <a:lnTo>
                  <a:pt x="267" y="412"/>
                </a:lnTo>
                <a:lnTo>
                  <a:pt x="266" y="412"/>
                </a:lnTo>
                <a:lnTo>
                  <a:pt x="265" y="411"/>
                </a:lnTo>
                <a:lnTo>
                  <a:pt x="264" y="410"/>
                </a:lnTo>
                <a:lnTo>
                  <a:pt x="265" y="410"/>
                </a:lnTo>
                <a:lnTo>
                  <a:pt x="264" y="409"/>
                </a:lnTo>
                <a:lnTo>
                  <a:pt x="263" y="409"/>
                </a:lnTo>
                <a:lnTo>
                  <a:pt x="263" y="408"/>
                </a:lnTo>
                <a:lnTo>
                  <a:pt x="262" y="408"/>
                </a:lnTo>
                <a:lnTo>
                  <a:pt x="261" y="407"/>
                </a:lnTo>
                <a:lnTo>
                  <a:pt x="260" y="407"/>
                </a:lnTo>
                <a:lnTo>
                  <a:pt x="259" y="406"/>
                </a:lnTo>
                <a:lnTo>
                  <a:pt x="259" y="404"/>
                </a:lnTo>
                <a:lnTo>
                  <a:pt x="257" y="403"/>
                </a:lnTo>
                <a:lnTo>
                  <a:pt x="256" y="403"/>
                </a:lnTo>
                <a:lnTo>
                  <a:pt x="255" y="404"/>
                </a:lnTo>
                <a:lnTo>
                  <a:pt x="253" y="404"/>
                </a:lnTo>
                <a:lnTo>
                  <a:pt x="253" y="405"/>
                </a:lnTo>
                <a:lnTo>
                  <a:pt x="252" y="405"/>
                </a:lnTo>
                <a:lnTo>
                  <a:pt x="252" y="406"/>
                </a:lnTo>
                <a:lnTo>
                  <a:pt x="252" y="407"/>
                </a:lnTo>
                <a:lnTo>
                  <a:pt x="252" y="408"/>
                </a:lnTo>
                <a:lnTo>
                  <a:pt x="252" y="409"/>
                </a:lnTo>
                <a:lnTo>
                  <a:pt x="251" y="409"/>
                </a:lnTo>
                <a:lnTo>
                  <a:pt x="249" y="409"/>
                </a:lnTo>
                <a:lnTo>
                  <a:pt x="248" y="409"/>
                </a:lnTo>
                <a:lnTo>
                  <a:pt x="248" y="408"/>
                </a:lnTo>
                <a:lnTo>
                  <a:pt x="248" y="407"/>
                </a:lnTo>
                <a:lnTo>
                  <a:pt x="247" y="407"/>
                </a:lnTo>
                <a:lnTo>
                  <a:pt x="246" y="407"/>
                </a:lnTo>
                <a:lnTo>
                  <a:pt x="245" y="407"/>
                </a:lnTo>
                <a:lnTo>
                  <a:pt x="244" y="407"/>
                </a:lnTo>
                <a:lnTo>
                  <a:pt x="244" y="406"/>
                </a:lnTo>
                <a:lnTo>
                  <a:pt x="243" y="406"/>
                </a:lnTo>
                <a:lnTo>
                  <a:pt x="243" y="405"/>
                </a:lnTo>
                <a:lnTo>
                  <a:pt x="242" y="405"/>
                </a:lnTo>
                <a:lnTo>
                  <a:pt x="242" y="404"/>
                </a:lnTo>
                <a:lnTo>
                  <a:pt x="241" y="404"/>
                </a:lnTo>
                <a:lnTo>
                  <a:pt x="240" y="404"/>
                </a:lnTo>
                <a:lnTo>
                  <a:pt x="240" y="405"/>
                </a:lnTo>
                <a:lnTo>
                  <a:pt x="239" y="405"/>
                </a:lnTo>
                <a:lnTo>
                  <a:pt x="238" y="405"/>
                </a:lnTo>
                <a:lnTo>
                  <a:pt x="237" y="406"/>
                </a:lnTo>
                <a:lnTo>
                  <a:pt x="237" y="407"/>
                </a:lnTo>
                <a:lnTo>
                  <a:pt x="238" y="407"/>
                </a:lnTo>
                <a:lnTo>
                  <a:pt x="238" y="408"/>
                </a:lnTo>
                <a:lnTo>
                  <a:pt x="237" y="409"/>
                </a:lnTo>
                <a:lnTo>
                  <a:pt x="237" y="410"/>
                </a:lnTo>
                <a:lnTo>
                  <a:pt x="236" y="410"/>
                </a:lnTo>
                <a:lnTo>
                  <a:pt x="235" y="409"/>
                </a:lnTo>
                <a:lnTo>
                  <a:pt x="235" y="408"/>
                </a:lnTo>
                <a:lnTo>
                  <a:pt x="235" y="407"/>
                </a:lnTo>
                <a:lnTo>
                  <a:pt x="234" y="407"/>
                </a:lnTo>
                <a:lnTo>
                  <a:pt x="234" y="408"/>
                </a:lnTo>
                <a:lnTo>
                  <a:pt x="234" y="409"/>
                </a:lnTo>
                <a:lnTo>
                  <a:pt x="233" y="408"/>
                </a:lnTo>
                <a:lnTo>
                  <a:pt x="232" y="408"/>
                </a:lnTo>
                <a:lnTo>
                  <a:pt x="231" y="408"/>
                </a:lnTo>
                <a:lnTo>
                  <a:pt x="230" y="407"/>
                </a:lnTo>
                <a:lnTo>
                  <a:pt x="229" y="407"/>
                </a:lnTo>
                <a:lnTo>
                  <a:pt x="228" y="408"/>
                </a:lnTo>
                <a:lnTo>
                  <a:pt x="228" y="409"/>
                </a:lnTo>
                <a:lnTo>
                  <a:pt x="227" y="409"/>
                </a:lnTo>
                <a:lnTo>
                  <a:pt x="227" y="408"/>
                </a:lnTo>
                <a:lnTo>
                  <a:pt x="227" y="407"/>
                </a:lnTo>
                <a:lnTo>
                  <a:pt x="226" y="407"/>
                </a:lnTo>
                <a:lnTo>
                  <a:pt x="226" y="408"/>
                </a:lnTo>
                <a:lnTo>
                  <a:pt x="225" y="408"/>
                </a:lnTo>
                <a:lnTo>
                  <a:pt x="224" y="408"/>
                </a:lnTo>
                <a:lnTo>
                  <a:pt x="224" y="409"/>
                </a:lnTo>
                <a:lnTo>
                  <a:pt x="223" y="409"/>
                </a:lnTo>
                <a:lnTo>
                  <a:pt x="222" y="409"/>
                </a:lnTo>
                <a:lnTo>
                  <a:pt x="222" y="410"/>
                </a:lnTo>
                <a:lnTo>
                  <a:pt x="221" y="410"/>
                </a:lnTo>
                <a:lnTo>
                  <a:pt x="220" y="410"/>
                </a:lnTo>
                <a:lnTo>
                  <a:pt x="219" y="411"/>
                </a:lnTo>
                <a:lnTo>
                  <a:pt x="218" y="411"/>
                </a:lnTo>
                <a:lnTo>
                  <a:pt x="217" y="411"/>
                </a:lnTo>
                <a:lnTo>
                  <a:pt x="217" y="412"/>
                </a:lnTo>
                <a:lnTo>
                  <a:pt x="215" y="412"/>
                </a:lnTo>
                <a:lnTo>
                  <a:pt x="214" y="412"/>
                </a:lnTo>
                <a:lnTo>
                  <a:pt x="214" y="411"/>
                </a:lnTo>
                <a:lnTo>
                  <a:pt x="214" y="410"/>
                </a:lnTo>
                <a:lnTo>
                  <a:pt x="213" y="410"/>
                </a:lnTo>
                <a:lnTo>
                  <a:pt x="212" y="410"/>
                </a:lnTo>
                <a:lnTo>
                  <a:pt x="212" y="411"/>
                </a:lnTo>
                <a:lnTo>
                  <a:pt x="211" y="411"/>
                </a:lnTo>
                <a:lnTo>
                  <a:pt x="210" y="411"/>
                </a:lnTo>
                <a:lnTo>
                  <a:pt x="209" y="410"/>
                </a:lnTo>
                <a:lnTo>
                  <a:pt x="208" y="410"/>
                </a:lnTo>
                <a:lnTo>
                  <a:pt x="207" y="410"/>
                </a:lnTo>
                <a:lnTo>
                  <a:pt x="207" y="409"/>
                </a:lnTo>
                <a:lnTo>
                  <a:pt x="206" y="409"/>
                </a:lnTo>
                <a:lnTo>
                  <a:pt x="206" y="410"/>
                </a:lnTo>
                <a:lnTo>
                  <a:pt x="205" y="410"/>
                </a:lnTo>
                <a:lnTo>
                  <a:pt x="205" y="409"/>
                </a:lnTo>
                <a:lnTo>
                  <a:pt x="204" y="409"/>
                </a:lnTo>
                <a:lnTo>
                  <a:pt x="203" y="409"/>
                </a:lnTo>
                <a:lnTo>
                  <a:pt x="203" y="408"/>
                </a:lnTo>
                <a:lnTo>
                  <a:pt x="202" y="408"/>
                </a:lnTo>
                <a:lnTo>
                  <a:pt x="201" y="408"/>
                </a:lnTo>
                <a:lnTo>
                  <a:pt x="200" y="408"/>
                </a:lnTo>
                <a:lnTo>
                  <a:pt x="200" y="407"/>
                </a:lnTo>
                <a:lnTo>
                  <a:pt x="199" y="407"/>
                </a:lnTo>
                <a:lnTo>
                  <a:pt x="198" y="407"/>
                </a:lnTo>
                <a:lnTo>
                  <a:pt x="198" y="406"/>
                </a:lnTo>
                <a:lnTo>
                  <a:pt x="197" y="406"/>
                </a:lnTo>
                <a:lnTo>
                  <a:pt x="197" y="407"/>
                </a:lnTo>
                <a:lnTo>
                  <a:pt x="197" y="408"/>
                </a:lnTo>
                <a:lnTo>
                  <a:pt x="196" y="408"/>
                </a:lnTo>
                <a:lnTo>
                  <a:pt x="196" y="409"/>
                </a:lnTo>
                <a:lnTo>
                  <a:pt x="195" y="409"/>
                </a:lnTo>
                <a:lnTo>
                  <a:pt x="195" y="408"/>
                </a:lnTo>
                <a:lnTo>
                  <a:pt x="194" y="408"/>
                </a:lnTo>
                <a:lnTo>
                  <a:pt x="193" y="408"/>
                </a:lnTo>
                <a:lnTo>
                  <a:pt x="193" y="409"/>
                </a:lnTo>
                <a:lnTo>
                  <a:pt x="192" y="409"/>
                </a:lnTo>
                <a:lnTo>
                  <a:pt x="191" y="409"/>
                </a:lnTo>
                <a:lnTo>
                  <a:pt x="191" y="408"/>
                </a:lnTo>
                <a:lnTo>
                  <a:pt x="191" y="409"/>
                </a:lnTo>
                <a:lnTo>
                  <a:pt x="190" y="409"/>
                </a:lnTo>
                <a:lnTo>
                  <a:pt x="190" y="410"/>
                </a:lnTo>
                <a:lnTo>
                  <a:pt x="189" y="410"/>
                </a:lnTo>
                <a:lnTo>
                  <a:pt x="188" y="411"/>
                </a:lnTo>
                <a:lnTo>
                  <a:pt x="188" y="412"/>
                </a:lnTo>
                <a:lnTo>
                  <a:pt x="189" y="412"/>
                </a:lnTo>
                <a:lnTo>
                  <a:pt x="188" y="412"/>
                </a:lnTo>
                <a:lnTo>
                  <a:pt x="187" y="412"/>
                </a:lnTo>
                <a:lnTo>
                  <a:pt x="186" y="411"/>
                </a:lnTo>
                <a:lnTo>
                  <a:pt x="185" y="411"/>
                </a:lnTo>
                <a:lnTo>
                  <a:pt x="185" y="410"/>
                </a:lnTo>
                <a:lnTo>
                  <a:pt x="184" y="410"/>
                </a:lnTo>
                <a:lnTo>
                  <a:pt x="183" y="410"/>
                </a:lnTo>
                <a:lnTo>
                  <a:pt x="182" y="410"/>
                </a:lnTo>
                <a:lnTo>
                  <a:pt x="181" y="410"/>
                </a:lnTo>
                <a:lnTo>
                  <a:pt x="180" y="410"/>
                </a:lnTo>
                <a:lnTo>
                  <a:pt x="180" y="411"/>
                </a:lnTo>
                <a:lnTo>
                  <a:pt x="179" y="411"/>
                </a:lnTo>
                <a:lnTo>
                  <a:pt x="179" y="412"/>
                </a:lnTo>
                <a:lnTo>
                  <a:pt x="178" y="412"/>
                </a:lnTo>
                <a:lnTo>
                  <a:pt x="178" y="413"/>
                </a:lnTo>
                <a:lnTo>
                  <a:pt x="177" y="414"/>
                </a:lnTo>
                <a:lnTo>
                  <a:pt x="176" y="414"/>
                </a:lnTo>
                <a:lnTo>
                  <a:pt x="175" y="413"/>
                </a:lnTo>
                <a:lnTo>
                  <a:pt x="174" y="413"/>
                </a:lnTo>
                <a:lnTo>
                  <a:pt x="174" y="412"/>
                </a:lnTo>
                <a:lnTo>
                  <a:pt x="173" y="412"/>
                </a:lnTo>
                <a:lnTo>
                  <a:pt x="171" y="411"/>
                </a:lnTo>
                <a:lnTo>
                  <a:pt x="171" y="410"/>
                </a:lnTo>
                <a:lnTo>
                  <a:pt x="170" y="410"/>
                </a:lnTo>
                <a:lnTo>
                  <a:pt x="169" y="409"/>
                </a:lnTo>
                <a:lnTo>
                  <a:pt x="169" y="410"/>
                </a:lnTo>
                <a:lnTo>
                  <a:pt x="169" y="409"/>
                </a:lnTo>
                <a:lnTo>
                  <a:pt x="168" y="409"/>
                </a:lnTo>
                <a:lnTo>
                  <a:pt x="168" y="408"/>
                </a:lnTo>
                <a:lnTo>
                  <a:pt x="167" y="408"/>
                </a:lnTo>
                <a:lnTo>
                  <a:pt x="167" y="407"/>
                </a:lnTo>
                <a:lnTo>
                  <a:pt x="167" y="408"/>
                </a:lnTo>
                <a:lnTo>
                  <a:pt x="166" y="408"/>
                </a:lnTo>
                <a:lnTo>
                  <a:pt x="166" y="407"/>
                </a:lnTo>
                <a:lnTo>
                  <a:pt x="165" y="407"/>
                </a:lnTo>
                <a:lnTo>
                  <a:pt x="165" y="408"/>
                </a:lnTo>
                <a:lnTo>
                  <a:pt x="164" y="408"/>
                </a:lnTo>
                <a:lnTo>
                  <a:pt x="163" y="408"/>
                </a:lnTo>
                <a:lnTo>
                  <a:pt x="164" y="407"/>
                </a:lnTo>
                <a:lnTo>
                  <a:pt x="163" y="406"/>
                </a:lnTo>
                <a:lnTo>
                  <a:pt x="163" y="405"/>
                </a:lnTo>
                <a:lnTo>
                  <a:pt x="161" y="405"/>
                </a:lnTo>
                <a:lnTo>
                  <a:pt x="161" y="406"/>
                </a:lnTo>
                <a:lnTo>
                  <a:pt x="162" y="406"/>
                </a:lnTo>
                <a:lnTo>
                  <a:pt x="162" y="407"/>
                </a:lnTo>
                <a:lnTo>
                  <a:pt x="162" y="408"/>
                </a:lnTo>
                <a:lnTo>
                  <a:pt x="161" y="408"/>
                </a:lnTo>
                <a:lnTo>
                  <a:pt x="162" y="408"/>
                </a:lnTo>
                <a:lnTo>
                  <a:pt x="163" y="408"/>
                </a:lnTo>
                <a:lnTo>
                  <a:pt x="162" y="409"/>
                </a:lnTo>
                <a:lnTo>
                  <a:pt x="161" y="408"/>
                </a:lnTo>
                <a:lnTo>
                  <a:pt x="160" y="408"/>
                </a:lnTo>
                <a:lnTo>
                  <a:pt x="160" y="407"/>
                </a:lnTo>
                <a:lnTo>
                  <a:pt x="160" y="406"/>
                </a:lnTo>
                <a:lnTo>
                  <a:pt x="159" y="406"/>
                </a:lnTo>
                <a:lnTo>
                  <a:pt x="159" y="407"/>
                </a:lnTo>
                <a:lnTo>
                  <a:pt x="158" y="407"/>
                </a:lnTo>
                <a:lnTo>
                  <a:pt x="158" y="406"/>
                </a:lnTo>
                <a:lnTo>
                  <a:pt x="157" y="406"/>
                </a:lnTo>
                <a:lnTo>
                  <a:pt x="157" y="405"/>
                </a:lnTo>
                <a:lnTo>
                  <a:pt x="156" y="405"/>
                </a:lnTo>
                <a:lnTo>
                  <a:pt x="155" y="405"/>
                </a:lnTo>
                <a:lnTo>
                  <a:pt x="155" y="404"/>
                </a:lnTo>
                <a:lnTo>
                  <a:pt x="155" y="403"/>
                </a:lnTo>
                <a:lnTo>
                  <a:pt x="154" y="403"/>
                </a:lnTo>
                <a:lnTo>
                  <a:pt x="154" y="402"/>
                </a:lnTo>
                <a:lnTo>
                  <a:pt x="154" y="401"/>
                </a:lnTo>
                <a:lnTo>
                  <a:pt x="154" y="400"/>
                </a:lnTo>
                <a:lnTo>
                  <a:pt x="154" y="398"/>
                </a:lnTo>
                <a:lnTo>
                  <a:pt x="152" y="398"/>
                </a:lnTo>
                <a:lnTo>
                  <a:pt x="151" y="398"/>
                </a:lnTo>
                <a:lnTo>
                  <a:pt x="151" y="400"/>
                </a:lnTo>
                <a:lnTo>
                  <a:pt x="151" y="401"/>
                </a:lnTo>
                <a:lnTo>
                  <a:pt x="150" y="401"/>
                </a:lnTo>
                <a:lnTo>
                  <a:pt x="149" y="401"/>
                </a:lnTo>
                <a:lnTo>
                  <a:pt x="148" y="401"/>
                </a:lnTo>
                <a:lnTo>
                  <a:pt x="148" y="400"/>
                </a:lnTo>
                <a:lnTo>
                  <a:pt x="147" y="401"/>
                </a:lnTo>
                <a:lnTo>
                  <a:pt x="147" y="400"/>
                </a:lnTo>
                <a:lnTo>
                  <a:pt x="147" y="398"/>
                </a:lnTo>
                <a:lnTo>
                  <a:pt x="146" y="398"/>
                </a:lnTo>
                <a:lnTo>
                  <a:pt x="145" y="397"/>
                </a:lnTo>
                <a:lnTo>
                  <a:pt x="145" y="396"/>
                </a:lnTo>
                <a:lnTo>
                  <a:pt x="145" y="395"/>
                </a:lnTo>
                <a:lnTo>
                  <a:pt x="144" y="395"/>
                </a:lnTo>
                <a:lnTo>
                  <a:pt x="144" y="394"/>
                </a:lnTo>
                <a:lnTo>
                  <a:pt x="143" y="394"/>
                </a:lnTo>
                <a:lnTo>
                  <a:pt x="143" y="393"/>
                </a:lnTo>
                <a:lnTo>
                  <a:pt x="142" y="393"/>
                </a:lnTo>
                <a:lnTo>
                  <a:pt x="142" y="394"/>
                </a:lnTo>
                <a:lnTo>
                  <a:pt x="141" y="394"/>
                </a:lnTo>
                <a:lnTo>
                  <a:pt x="141" y="395"/>
                </a:lnTo>
                <a:lnTo>
                  <a:pt x="140" y="395"/>
                </a:lnTo>
                <a:lnTo>
                  <a:pt x="139" y="395"/>
                </a:lnTo>
                <a:lnTo>
                  <a:pt x="138" y="395"/>
                </a:lnTo>
                <a:lnTo>
                  <a:pt x="137" y="395"/>
                </a:lnTo>
                <a:lnTo>
                  <a:pt x="136" y="395"/>
                </a:lnTo>
                <a:lnTo>
                  <a:pt x="136" y="394"/>
                </a:lnTo>
                <a:lnTo>
                  <a:pt x="135" y="394"/>
                </a:lnTo>
                <a:lnTo>
                  <a:pt x="135" y="392"/>
                </a:lnTo>
                <a:lnTo>
                  <a:pt x="133" y="392"/>
                </a:lnTo>
                <a:lnTo>
                  <a:pt x="132" y="392"/>
                </a:lnTo>
                <a:lnTo>
                  <a:pt x="132" y="391"/>
                </a:lnTo>
                <a:lnTo>
                  <a:pt x="131" y="391"/>
                </a:lnTo>
                <a:lnTo>
                  <a:pt x="131" y="392"/>
                </a:lnTo>
                <a:lnTo>
                  <a:pt x="131" y="391"/>
                </a:lnTo>
                <a:lnTo>
                  <a:pt x="130" y="391"/>
                </a:lnTo>
                <a:lnTo>
                  <a:pt x="129" y="391"/>
                </a:lnTo>
                <a:lnTo>
                  <a:pt x="129" y="390"/>
                </a:lnTo>
                <a:lnTo>
                  <a:pt x="128" y="389"/>
                </a:lnTo>
                <a:lnTo>
                  <a:pt x="127" y="389"/>
                </a:lnTo>
                <a:lnTo>
                  <a:pt x="126" y="389"/>
                </a:lnTo>
                <a:lnTo>
                  <a:pt x="125" y="388"/>
                </a:lnTo>
                <a:lnTo>
                  <a:pt x="125" y="387"/>
                </a:lnTo>
                <a:lnTo>
                  <a:pt x="125" y="386"/>
                </a:lnTo>
                <a:lnTo>
                  <a:pt x="124" y="386"/>
                </a:lnTo>
                <a:lnTo>
                  <a:pt x="123" y="386"/>
                </a:lnTo>
                <a:lnTo>
                  <a:pt x="123" y="385"/>
                </a:lnTo>
                <a:lnTo>
                  <a:pt x="122" y="385"/>
                </a:lnTo>
                <a:lnTo>
                  <a:pt x="122" y="384"/>
                </a:lnTo>
                <a:lnTo>
                  <a:pt x="121" y="384"/>
                </a:lnTo>
                <a:lnTo>
                  <a:pt x="120" y="384"/>
                </a:lnTo>
                <a:lnTo>
                  <a:pt x="119" y="384"/>
                </a:lnTo>
                <a:lnTo>
                  <a:pt x="118" y="384"/>
                </a:lnTo>
                <a:lnTo>
                  <a:pt x="117" y="384"/>
                </a:lnTo>
                <a:lnTo>
                  <a:pt x="117" y="383"/>
                </a:lnTo>
                <a:lnTo>
                  <a:pt x="117" y="384"/>
                </a:lnTo>
                <a:lnTo>
                  <a:pt x="116" y="385"/>
                </a:lnTo>
                <a:lnTo>
                  <a:pt x="115" y="384"/>
                </a:lnTo>
                <a:lnTo>
                  <a:pt x="115" y="383"/>
                </a:lnTo>
                <a:lnTo>
                  <a:pt x="116" y="383"/>
                </a:lnTo>
                <a:lnTo>
                  <a:pt x="116" y="382"/>
                </a:lnTo>
                <a:lnTo>
                  <a:pt x="114" y="382"/>
                </a:lnTo>
                <a:lnTo>
                  <a:pt x="113" y="383"/>
                </a:lnTo>
                <a:lnTo>
                  <a:pt x="113" y="384"/>
                </a:lnTo>
                <a:lnTo>
                  <a:pt x="112" y="385"/>
                </a:lnTo>
                <a:lnTo>
                  <a:pt x="111" y="385"/>
                </a:lnTo>
                <a:lnTo>
                  <a:pt x="110" y="385"/>
                </a:lnTo>
                <a:lnTo>
                  <a:pt x="110" y="386"/>
                </a:lnTo>
                <a:lnTo>
                  <a:pt x="109" y="386"/>
                </a:lnTo>
                <a:lnTo>
                  <a:pt x="108" y="386"/>
                </a:lnTo>
                <a:lnTo>
                  <a:pt x="108" y="385"/>
                </a:lnTo>
                <a:lnTo>
                  <a:pt x="108" y="384"/>
                </a:lnTo>
                <a:lnTo>
                  <a:pt x="107" y="384"/>
                </a:lnTo>
                <a:lnTo>
                  <a:pt x="106" y="384"/>
                </a:lnTo>
                <a:lnTo>
                  <a:pt x="105" y="383"/>
                </a:lnTo>
                <a:lnTo>
                  <a:pt x="106" y="383"/>
                </a:lnTo>
                <a:lnTo>
                  <a:pt x="106" y="382"/>
                </a:lnTo>
                <a:lnTo>
                  <a:pt x="105" y="382"/>
                </a:lnTo>
                <a:lnTo>
                  <a:pt x="105" y="381"/>
                </a:lnTo>
                <a:lnTo>
                  <a:pt x="106" y="381"/>
                </a:lnTo>
                <a:lnTo>
                  <a:pt x="106" y="380"/>
                </a:lnTo>
                <a:lnTo>
                  <a:pt x="105" y="380"/>
                </a:lnTo>
                <a:lnTo>
                  <a:pt x="105" y="379"/>
                </a:lnTo>
                <a:lnTo>
                  <a:pt x="105" y="378"/>
                </a:lnTo>
                <a:lnTo>
                  <a:pt x="104" y="378"/>
                </a:lnTo>
                <a:lnTo>
                  <a:pt x="103" y="377"/>
                </a:lnTo>
                <a:lnTo>
                  <a:pt x="102" y="377"/>
                </a:lnTo>
                <a:lnTo>
                  <a:pt x="102" y="376"/>
                </a:lnTo>
                <a:lnTo>
                  <a:pt x="101" y="376"/>
                </a:lnTo>
                <a:lnTo>
                  <a:pt x="101" y="375"/>
                </a:lnTo>
                <a:lnTo>
                  <a:pt x="100" y="374"/>
                </a:lnTo>
                <a:lnTo>
                  <a:pt x="100" y="373"/>
                </a:lnTo>
                <a:lnTo>
                  <a:pt x="99" y="372"/>
                </a:lnTo>
                <a:lnTo>
                  <a:pt x="99" y="373"/>
                </a:lnTo>
                <a:lnTo>
                  <a:pt x="98" y="373"/>
                </a:lnTo>
                <a:lnTo>
                  <a:pt x="97" y="372"/>
                </a:lnTo>
                <a:lnTo>
                  <a:pt x="96" y="372"/>
                </a:lnTo>
                <a:lnTo>
                  <a:pt x="96" y="371"/>
                </a:lnTo>
                <a:lnTo>
                  <a:pt x="97" y="371"/>
                </a:lnTo>
                <a:lnTo>
                  <a:pt x="97" y="372"/>
                </a:lnTo>
                <a:lnTo>
                  <a:pt x="98" y="372"/>
                </a:lnTo>
                <a:lnTo>
                  <a:pt x="99" y="372"/>
                </a:lnTo>
                <a:lnTo>
                  <a:pt x="99" y="371"/>
                </a:lnTo>
                <a:lnTo>
                  <a:pt x="100" y="371"/>
                </a:lnTo>
                <a:lnTo>
                  <a:pt x="100" y="370"/>
                </a:lnTo>
                <a:lnTo>
                  <a:pt x="100" y="369"/>
                </a:lnTo>
                <a:lnTo>
                  <a:pt x="100" y="368"/>
                </a:lnTo>
                <a:lnTo>
                  <a:pt x="99" y="367"/>
                </a:lnTo>
                <a:lnTo>
                  <a:pt x="99" y="368"/>
                </a:lnTo>
                <a:lnTo>
                  <a:pt x="99" y="369"/>
                </a:lnTo>
                <a:lnTo>
                  <a:pt x="98" y="369"/>
                </a:lnTo>
                <a:lnTo>
                  <a:pt x="98" y="370"/>
                </a:lnTo>
                <a:lnTo>
                  <a:pt x="97" y="370"/>
                </a:lnTo>
                <a:lnTo>
                  <a:pt x="96" y="370"/>
                </a:lnTo>
                <a:lnTo>
                  <a:pt x="95" y="369"/>
                </a:lnTo>
                <a:lnTo>
                  <a:pt x="95" y="368"/>
                </a:lnTo>
                <a:lnTo>
                  <a:pt x="94" y="367"/>
                </a:lnTo>
                <a:lnTo>
                  <a:pt x="94" y="366"/>
                </a:lnTo>
                <a:lnTo>
                  <a:pt x="93" y="366"/>
                </a:lnTo>
                <a:lnTo>
                  <a:pt x="93" y="365"/>
                </a:lnTo>
                <a:lnTo>
                  <a:pt x="93" y="364"/>
                </a:lnTo>
                <a:lnTo>
                  <a:pt x="93" y="363"/>
                </a:lnTo>
                <a:lnTo>
                  <a:pt x="92" y="363"/>
                </a:lnTo>
                <a:lnTo>
                  <a:pt x="91" y="362"/>
                </a:lnTo>
                <a:lnTo>
                  <a:pt x="91" y="361"/>
                </a:lnTo>
                <a:lnTo>
                  <a:pt x="90" y="361"/>
                </a:lnTo>
                <a:lnTo>
                  <a:pt x="89" y="361"/>
                </a:lnTo>
                <a:lnTo>
                  <a:pt x="88" y="361"/>
                </a:lnTo>
                <a:lnTo>
                  <a:pt x="87" y="361"/>
                </a:lnTo>
                <a:lnTo>
                  <a:pt x="87" y="360"/>
                </a:lnTo>
                <a:lnTo>
                  <a:pt x="86" y="360"/>
                </a:lnTo>
                <a:lnTo>
                  <a:pt x="85" y="359"/>
                </a:lnTo>
                <a:lnTo>
                  <a:pt x="84" y="359"/>
                </a:lnTo>
                <a:lnTo>
                  <a:pt x="83" y="357"/>
                </a:lnTo>
                <a:lnTo>
                  <a:pt x="84" y="357"/>
                </a:lnTo>
                <a:lnTo>
                  <a:pt x="84" y="356"/>
                </a:lnTo>
                <a:lnTo>
                  <a:pt x="84" y="355"/>
                </a:lnTo>
                <a:lnTo>
                  <a:pt x="83" y="355"/>
                </a:lnTo>
                <a:lnTo>
                  <a:pt x="82" y="355"/>
                </a:lnTo>
                <a:lnTo>
                  <a:pt x="82" y="356"/>
                </a:lnTo>
                <a:lnTo>
                  <a:pt x="81" y="356"/>
                </a:lnTo>
                <a:lnTo>
                  <a:pt x="80" y="356"/>
                </a:lnTo>
                <a:lnTo>
                  <a:pt x="80" y="355"/>
                </a:lnTo>
                <a:lnTo>
                  <a:pt x="80" y="354"/>
                </a:lnTo>
                <a:lnTo>
                  <a:pt x="80" y="353"/>
                </a:lnTo>
                <a:lnTo>
                  <a:pt x="80" y="351"/>
                </a:lnTo>
                <a:lnTo>
                  <a:pt x="80" y="350"/>
                </a:lnTo>
                <a:lnTo>
                  <a:pt x="80" y="349"/>
                </a:lnTo>
                <a:lnTo>
                  <a:pt x="81" y="349"/>
                </a:lnTo>
                <a:lnTo>
                  <a:pt x="82" y="349"/>
                </a:lnTo>
                <a:lnTo>
                  <a:pt x="82" y="348"/>
                </a:lnTo>
                <a:lnTo>
                  <a:pt x="82" y="347"/>
                </a:lnTo>
                <a:lnTo>
                  <a:pt x="82" y="346"/>
                </a:lnTo>
                <a:lnTo>
                  <a:pt x="83" y="346"/>
                </a:lnTo>
                <a:lnTo>
                  <a:pt x="83" y="345"/>
                </a:lnTo>
                <a:lnTo>
                  <a:pt x="82" y="345"/>
                </a:lnTo>
                <a:lnTo>
                  <a:pt x="81" y="345"/>
                </a:lnTo>
                <a:lnTo>
                  <a:pt x="81" y="344"/>
                </a:lnTo>
                <a:lnTo>
                  <a:pt x="81" y="343"/>
                </a:lnTo>
                <a:lnTo>
                  <a:pt x="80" y="343"/>
                </a:lnTo>
                <a:lnTo>
                  <a:pt x="80" y="342"/>
                </a:lnTo>
                <a:lnTo>
                  <a:pt x="80" y="341"/>
                </a:lnTo>
                <a:lnTo>
                  <a:pt x="79" y="340"/>
                </a:lnTo>
                <a:lnTo>
                  <a:pt x="78" y="340"/>
                </a:lnTo>
                <a:lnTo>
                  <a:pt x="77" y="340"/>
                </a:lnTo>
                <a:lnTo>
                  <a:pt x="76" y="340"/>
                </a:lnTo>
                <a:lnTo>
                  <a:pt x="75" y="340"/>
                </a:lnTo>
                <a:lnTo>
                  <a:pt x="74" y="340"/>
                </a:lnTo>
                <a:lnTo>
                  <a:pt x="73" y="339"/>
                </a:lnTo>
                <a:lnTo>
                  <a:pt x="73" y="340"/>
                </a:lnTo>
                <a:lnTo>
                  <a:pt x="72" y="340"/>
                </a:lnTo>
                <a:lnTo>
                  <a:pt x="71" y="340"/>
                </a:lnTo>
                <a:lnTo>
                  <a:pt x="71" y="339"/>
                </a:lnTo>
                <a:lnTo>
                  <a:pt x="72" y="339"/>
                </a:lnTo>
                <a:lnTo>
                  <a:pt x="73" y="338"/>
                </a:lnTo>
                <a:lnTo>
                  <a:pt x="74" y="338"/>
                </a:lnTo>
                <a:lnTo>
                  <a:pt x="75" y="338"/>
                </a:lnTo>
                <a:lnTo>
                  <a:pt x="75" y="337"/>
                </a:lnTo>
                <a:lnTo>
                  <a:pt x="76" y="337"/>
                </a:lnTo>
                <a:lnTo>
                  <a:pt x="76" y="336"/>
                </a:lnTo>
                <a:lnTo>
                  <a:pt x="75" y="336"/>
                </a:lnTo>
                <a:lnTo>
                  <a:pt x="75" y="335"/>
                </a:lnTo>
                <a:lnTo>
                  <a:pt x="74" y="335"/>
                </a:lnTo>
                <a:lnTo>
                  <a:pt x="74" y="333"/>
                </a:lnTo>
                <a:lnTo>
                  <a:pt x="74" y="332"/>
                </a:lnTo>
                <a:lnTo>
                  <a:pt x="73" y="332"/>
                </a:lnTo>
                <a:lnTo>
                  <a:pt x="72" y="332"/>
                </a:lnTo>
                <a:lnTo>
                  <a:pt x="72" y="331"/>
                </a:lnTo>
                <a:lnTo>
                  <a:pt x="72" y="332"/>
                </a:lnTo>
                <a:lnTo>
                  <a:pt x="71" y="332"/>
                </a:lnTo>
                <a:lnTo>
                  <a:pt x="71" y="331"/>
                </a:lnTo>
                <a:lnTo>
                  <a:pt x="70" y="331"/>
                </a:lnTo>
                <a:lnTo>
                  <a:pt x="70" y="330"/>
                </a:lnTo>
                <a:lnTo>
                  <a:pt x="69" y="329"/>
                </a:lnTo>
                <a:lnTo>
                  <a:pt x="69" y="328"/>
                </a:lnTo>
                <a:lnTo>
                  <a:pt x="68" y="328"/>
                </a:lnTo>
                <a:lnTo>
                  <a:pt x="68" y="327"/>
                </a:lnTo>
                <a:lnTo>
                  <a:pt x="67" y="327"/>
                </a:lnTo>
                <a:lnTo>
                  <a:pt x="66" y="327"/>
                </a:lnTo>
                <a:lnTo>
                  <a:pt x="66" y="326"/>
                </a:lnTo>
                <a:lnTo>
                  <a:pt x="66" y="325"/>
                </a:lnTo>
                <a:lnTo>
                  <a:pt x="65" y="325"/>
                </a:lnTo>
                <a:lnTo>
                  <a:pt x="65" y="326"/>
                </a:lnTo>
                <a:lnTo>
                  <a:pt x="64" y="326"/>
                </a:lnTo>
                <a:lnTo>
                  <a:pt x="64" y="327"/>
                </a:lnTo>
                <a:lnTo>
                  <a:pt x="63" y="327"/>
                </a:lnTo>
                <a:lnTo>
                  <a:pt x="63" y="328"/>
                </a:lnTo>
                <a:lnTo>
                  <a:pt x="61" y="328"/>
                </a:lnTo>
                <a:lnTo>
                  <a:pt x="62" y="327"/>
                </a:lnTo>
                <a:lnTo>
                  <a:pt x="63" y="326"/>
                </a:lnTo>
                <a:lnTo>
                  <a:pt x="63" y="325"/>
                </a:lnTo>
                <a:lnTo>
                  <a:pt x="63" y="324"/>
                </a:lnTo>
                <a:lnTo>
                  <a:pt x="62" y="324"/>
                </a:lnTo>
                <a:lnTo>
                  <a:pt x="62" y="323"/>
                </a:lnTo>
                <a:lnTo>
                  <a:pt x="61" y="323"/>
                </a:lnTo>
                <a:lnTo>
                  <a:pt x="60" y="323"/>
                </a:lnTo>
                <a:lnTo>
                  <a:pt x="59" y="322"/>
                </a:lnTo>
                <a:lnTo>
                  <a:pt x="59" y="321"/>
                </a:lnTo>
                <a:lnTo>
                  <a:pt x="58" y="320"/>
                </a:lnTo>
                <a:lnTo>
                  <a:pt x="57" y="320"/>
                </a:lnTo>
                <a:lnTo>
                  <a:pt x="57" y="319"/>
                </a:lnTo>
                <a:lnTo>
                  <a:pt x="57" y="318"/>
                </a:lnTo>
                <a:lnTo>
                  <a:pt x="56" y="317"/>
                </a:lnTo>
                <a:lnTo>
                  <a:pt x="56" y="316"/>
                </a:lnTo>
                <a:lnTo>
                  <a:pt x="57" y="316"/>
                </a:lnTo>
                <a:lnTo>
                  <a:pt x="57" y="315"/>
                </a:lnTo>
                <a:lnTo>
                  <a:pt x="57" y="314"/>
                </a:lnTo>
                <a:lnTo>
                  <a:pt x="57" y="313"/>
                </a:lnTo>
                <a:lnTo>
                  <a:pt x="58" y="313"/>
                </a:lnTo>
                <a:lnTo>
                  <a:pt x="58" y="312"/>
                </a:lnTo>
                <a:lnTo>
                  <a:pt x="59" y="311"/>
                </a:lnTo>
                <a:lnTo>
                  <a:pt x="60" y="311"/>
                </a:lnTo>
                <a:lnTo>
                  <a:pt x="60" y="310"/>
                </a:lnTo>
                <a:lnTo>
                  <a:pt x="61" y="310"/>
                </a:lnTo>
                <a:lnTo>
                  <a:pt x="60" y="309"/>
                </a:lnTo>
                <a:lnTo>
                  <a:pt x="60" y="308"/>
                </a:lnTo>
                <a:lnTo>
                  <a:pt x="61" y="307"/>
                </a:lnTo>
                <a:lnTo>
                  <a:pt x="61" y="306"/>
                </a:lnTo>
                <a:lnTo>
                  <a:pt x="60" y="306"/>
                </a:lnTo>
                <a:lnTo>
                  <a:pt x="60" y="305"/>
                </a:lnTo>
                <a:lnTo>
                  <a:pt x="60" y="304"/>
                </a:lnTo>
                <a:lnTo>
                  <a:pt x="59" y="304"/>
                </a:lnTo>
                <a:lnTo>
                  <a:pt x="59" y="303"/>
                </a:lnTo>
                <a:lnTo>
                  <a:pt x="59" y="302"/>
                </a:lnTo>
                <a:lnTo>
                  <a:pt x="59" y="301"/>
                </a:lnTo>
                <a:lnTo>
                  <a:pt x="58" y="301"/>
                </a:lnTo>
                <a:lnTo>
                  <a:pt x="58" y="300"/>
                </a:lnTo>
                <a:lnTo>
                  <a:pt x="57" y="300"/>
                </a:lnTo>
                <a:lnTo>
                  <a:pt x="58" y="299"/>
                </a:lnTo>
                <a:lnTo>
                  <a:pt x="58" y="300"/>
                </a:lnTo>
                <a:lnTo>
                  <a:pt x="59" y="300"/>
                </a:lnTo>
                <a:lnTo>
                  <a:pt x="59" y="299"/>
                </a:lnTo>
                <a:lnTo>
                  <a:pt x="59" y="298"/>
                </a:lnTo>
                <a:lnTo>
                  <a:pt x="60" y="298"/>
                </a:lnTo>
                <a:lnTo>
                  <a:pt x="60" y="297"/>
                </a:lnTo>
                <a:lnTo>
                  <a:pt x="60" y="296"/>
                </a:lnTo>
                <a:lnTo>
                  <a:pt x="60" y="295"/>
                </a:lnTo>
                <a:lnTo>
                  <a:pt x="61" y="295"/>
                </a:lnTo>
                <a:lnTo>
                  <a:pt x="60" y="294"/>
                </a:lnTo>
                <a:lnTo>
                  <a:pt x="60" y="293"/>
                </a:lnTo>
                <a:lnTo>
                  <a:pt x="60" y="292"/>
                </a:lnTo>
                <a:lnTo>
                  <a:pt x="60" y="291"/>
                </a:lnTo>
                <a:lnTo>
                  <a:pt x="59" y="290"/>
                </a:lnTo>
                <a:lnTo>
                  <a:pt x="58" y="290"/>
                </a:lnTo>
                <a:lnTo>
                  <a:pt x="58" y="289"/>
                </a:lnTo>
                <a:lnTo>
                  <a:pt x="58" y="288"/>
                </a:lnTo>
                <a:lnTo>
                  <a:pt x="59" y="287"/>
                </a:lnTo>
                <a:lnTo>
                  <a:pt x="58" y="286"/>
                </a:lnTo>
                <a:lnTo>
                  <a:pt x="58" y="285"/>
                </a:lnTo>
                <a:lnTo>
                  <a:pt x="57" y="284"/>
                </a:lnTo>
                <a:lnTo>
                  <a:pt x="56" y="284"/>
                </a:lnTo>
                <a:lnTo>
                  <a:pt x="56" y="283"/>
                </a:lnTo>
                <a:lnTo>
                  <a:pt x="55" y="282"/>
                </a:lnTo>
                <a:lnTo>
                  <a:pt x="54" y="282"/>
                </a:lnTo>
                <a:lnTo>
                  <a:pt x="53" y="282"/>
                </a:lnTo>
                <a:lnTo>
                  <a:pt x="53" y="281"/>
                </a:lnTo>
                <a:lnTo>
                  <a:pt x="52" y="281"/>
                </a:lnTo>
                <a:lnTo>
                  <a:pt x="51" y="280"/>
                </a:lnTo>
                <a:lnTo>
                  <a:pt x="50" y="280"/>
                </a:lnTo>
                <a:lnTo>
                  <a:pt x="49" y="280"/>
                </a:lnTo>
                <a:lnTo>
                  <a:pt x="48" y="279"/>
                </a:lnTo>
                <a:lnTo>
                  <a:pt x="47" y="280"/>
                </a:lnTo>
                <a:lnTo>
                  <a:pt x="46" y="279"/>
                </a:lnTo>
                <a:lnTo>
                  <a:pt x="46" y="278"/>
                </a:lnTo>
                <a:lnTo>
                  <a:pt x="45" y="278"/>
                </a:lnTo>
                <a:lnTo>
                  <a:pt x="45" y="277"/>
                </a:lnTo>
                <a:lnTo>
                  <a:pt x="44" y="277"/>
                </a:lnTo>
                <a:lnTo>
                  <a:pt x="43" y="276"/>
                </a:lnTo>
                <a:lnTo>
                  <a:pt x="43" y="275"/>
                </a:lnTo>
                <a:lnTo>
                  <a:pt x="42" y="275"/>
                </a:lnTo>
                <a:lnTo>
                  <a:pt x="42" y="274"/>
                </a:lnTo>
                <a:lnTo>
                  <a:pt x="42" y="273"/>
                </a:lnTo>
                <a:lnTo>
                  <a:pt x="42" y="272"/>
                </a:lnTo>
                <a:lnTo>
                  <a:pt x="43" y="271"/>
                </a:lnTo>
                <a:lnTo>
                  <a:pt x="42" y="271"/>
                </a:lnTo>
                <a:lnTo>
                  <a:pt x="42" y="270"/>
                </a:lnTo>
                <a:lnTo>
                  <a:pt x="42" y="269"/>
                </a:lnTo>
                <a:lnTo>
                  <a:pt x="41" y="269"/>
                </a:lnTo>
                <a:lnTo>
                  <a:pt x="41" y="267"/>
                </a:lnTo>
                <a:lnTo>
                  <a:pt x="40" y="266"/>
                </a:lnTo>
                <a:lnTo>
                  <a:pt x="40" y="265"/>
                </a:lnTo>
                <a:lnTo>
                  <a:pt x="39" y="265"/>
                </a:lnTo>
                <a:lnTo>
                  <a:pt x="38" y="265"/>
                </a:lnTo>
                <a:lnTo>
                  <a:pt x="38" y="264"/>
                </a:lnTo>
                <a:lnTo>
                  <a:pt x="38" y="263"/>
                </a:lnTo>
                <a:lnTo>
                  <a:pt x="37" y="263"/>
                </a:lnTo>
                <a:lnTo>
                  <a:pt x="35" y="263"/>
                </a:lnTo>
                <a:lnTo>
                  <a:pt x="34" y="263"/>
                </a:lnTo>
                <a:lnTo>
                  <a:pt x="34" y="262"/>
                </a:lnTo>
                <a:lnTo>
                  <a:pt x="33" y="262"/>
                </a:lnTo>
                <a:lnTo>
                  <a:pt x="33" y="261"/>
                </a:lnTo>
                <a:lnTo>
                  <a:pt x="33" y="260"/>
                </a:lnTo>
                <a:lnTo>
                  <a:pt x="32" y="259"/>
                </a:lnTo>
                <a:lnTo>
                  <a:pt x="30" y="259"/>
                </a:lnTo>
                <a:lnTo>
                  <a:pt x="30" y="258"/>
                </a:lnTo>
                <a:lnTo>
                  <a:pt x="29" y="258"/>
                </a:lnTo>
                <a:lnTo>
                  <a:pt x="28" y="258"/>
                </a:lnTo>
                <a:lnTo>
                  <a:pt x="28" y="257"/>
                </a:lnTo>
                <a:lnTo>
                  <a:pt x="27" y="257"/>
                </a:lnTo>
                <a:lnTo>
                  <a:pt x="26" y="257"/>
                </a:lnTo>
                <a:lnTo>
                  <a:pt x="25" y="258"/>
                </a:lnTo>
                <a:lnTo>
                  <a:pt x="24" y="258"/>
                </a:lnTo>
                <a:lnTo>
                  <a:pt x="23" y="257"/>
                </a:lnTo>
                <a:lnTo>
                  <a:pt x="23" y="256"/>
                </a:lnTo>
                <a:lnTo>
                  <a:pt x="23" y="255"/>
                </a:lnTo>
                <a:lnTo>
                  <a:pt x="22" y="255"/>
                </a:lnTo>
                <a:lnTo>
                  <a:pt x="21" y="255"/>
                </a:lnTo>
                <a:lnTo>
                  <a:pt x="21" y="254"/>
                </a:lnTo>
                <a:lnTo>
                  <a:pt x="21" y="253"/>
                </a:lnTo>
                <a:lnTo>
                  <a:pt x="21" y="252"/>
                </a:lnTo>
                <a:lnTo>
                  <a:pt x="22" y="252"/>
                </a:lnTo>
                <a:lnTo>
                  <a:pt x="23" y="251"/>
                </a:lnTo>
                <a:lnTo>
                  <a:pt x="24" y="251"/>
                </a:lnTo>
                <a:lnTo>
                  <a:pt x="24" y="250"/>
                </a:lnTo>
                <a:lnTo>
                  <a:pt x="24" y="249"/>
                </a:lnTo>
                <a:lnTo>
                  <a:pt x="25" y="249"/>
                </a:lnTo>
                <a:lnTo>
                  <a:pt x="25" y="250"/>
                </a:lnTo>
                <a:lnTo>
                  <a:pt x="25" y="249"/>
                </a:lnTo>
                <a:lnTo>
                  <a:pt x="26" y="249"/>
                </a:lnTo>
                <a:lnTo>
                  <a:pt x="26" y="248"/>
                </a:lnTo>
                <a:lnTo>
                  <a:pt x="27" y="248"/>
                </a:lnTo>
                <a:lnTo>
                  <a:pt x="28" y="248"/>
                </a:lnTo>
                <a:lnTo>
                  <a:pt x="29" y="247"/>
                </a:lnTo>
                <a:lnTo>
                  <a:pt x="28" y="247"/>
                </a:lnTo>
                <a:lnTo>
                  <a:pt x="28" y="246"/>
                </a:lnTo>
                <a:lnTo>
                  <a:pt x="28" y="245"/>
                </a:lnTo>
                <a:lnTo>
                  <a:pt x="27" y="245"/>
                </a:lnTo>
                <a:lnTo>
                  <a:pt x="26" y="244"/>
                </a:lnTo>
                <a:lnTo>
                  <a:pt x="26" y="243"/>
                </a:lnTo>
                <a:lnTo>
                  <a:pt x="26" y="242"/>
                </a:lnTo>
                <a:lnTo>
                  <a:pt x="25" y="241"/>
                </a:lnTo>
                <a:lnTo>
                  <a:pt x="25" y="240"/>
                </a:lnTo>
                <a:lnTo>
                  <a:pt x="24" y="240"/>
                </a:lnTo>
                <a:lnTo>
                  <a:pt x="25" y="239"/>
                </a:lnTo>
                <a:lnTo>
                  <a:pt x="24" y="239"/>
                </a:lnTo>
                <a:lnTo>
                  <a:pt x="24" y="238"/>
                </a:lnTo>
                <a:lnTo>
                  <a:pt x="23" y="238"/>
                </a:lnTo>
                <a:lnTo>
                  <a:pt x="23" y="239"/>
                </a:lnTo>
                <a:lnTo>
                  <a:pt x="23" y="240"/>
                </a:lnTo>
                <a:lnTo>
                  <a:pt x="22" y="240"/>
                </a:lnTo>
                <a:lnTo>
                  <a:pt x="21" y="239"/>
                </a:lnTo>
                <a:lnTo>
                  <a:pt x="21" y="240"/>
                </a:lnTo>
                <a:lnTo>
                  <a:pt x="20" y="240"/>
                </a:lnTo>
                <a:lnTo>
                  <a:pt x="20" y="239"/>
                </a:lnTo>
                <a:lnTo>
                  <a:pt x="21" y="239"/>
                </a:lnTo>
                <a:lnTo>
                  <a:pt x="21" y="238"/>
                </a:lnTo>
                <a:lnTo>
                  <a:pt x="21" y="237"/>
                </a:lnTo>
                <a:lnTo>
                  <a:pt x="21" y="236"/>
                </a:lnTo>
                <a:lnTo>
                  <a:pt x="21" y="235"/>
                </a:lnTo>
                <a:lnTo>
                  <a:pt x="21" y="233"/>
                </a:lnTo>
                <a:lnTo>
                  <a:pt x="21" y="232"/>
                </a:lnTo>
                <a:lnTo>
                  <a:pt x="21" y="231"/>
                </a:lnTo>
                <a:lnTo>
                  <a:pt x="22" y="231"/>
                </a:lnTo>
                <a:lnTo>
                  <a:pt x="23" y="230"/>
                </a:lnTo>
                <a:lnTo>
                  <a:pt x="23" y="229"/>
                </a:lnTo>
                <a:lnTo>
                  <a:pt x="24" y="229"/>
                </a:lnTo>
                <a:lnTo>
                  <a:pt x="24" y="228"/>
                </a:lnTo>
                <a:lnTo>
                  <a:pt x="25" y="226"/>
                </a:lnTo>
                <a:lnTo>
                  <a:pt x="26" y="226"/>
                </a:lnTo>
                <a:lnTo>
                  <a:pt x="25" y="225"/>
                </a:lnTo>
                <a:lnTo>
                  <a:pt x="24" y="224"/>
                </a:lnTo>
                <a:lnTo>
                  <a:pt x="23" y="224"/>
                </a:lnTo>
                <a:lnTo>
                  <a:pt x="22" y="224"/>
                </a:lnTo>
                <a:lnTo>
                  <a:pt x="21" y="224"/>
                </a:lnTo>
                <a:lnTo>
                  <a:pt x="21" y="223"/>
                </a:lnTo>
                <a:lnTo>
                  <a:pt x="20" y="222"/>
                </a:lnTo>
                <a:lnTo>
                  <a:pt x="19" y="222"/>
                </a:lnTo>
                <a:lnTo>
                  <a:pt x="18" y="222"/>
                </a:lnTo>
                <a:lnTo>
                  <a:pt x="18" y="221"/>
                </a:lnTo>
                <a:lnTo>
                  <a:pt x="17" y="220"/>
                </a:lnTo>
                <a:lnTo>
                  <a:pt x="16" y="220"/>
                </a:lnTo>
                <a:lnTo>
                  <a:pt x="15" y="220"/>
                </a:lnTo>
                <a:lnTo>
                  <a:pt x="14" y="219"/>
                </a:lnTo>
                <a:lnTo>
                  <a:pt x="14" y="220"/>
                </a:lnTo>
                <a:lnTo>
                  <a:pt x="13" y="220"/>
                </a:lnTo>
                <a:lnTo>
                  <a:pt x="13" y="219"/>
                </a:lnTo>
                <a:lnTo>
                  <a:pt x="11" y="218"/>
                </a:lnTo>
                <a:lnTo>
                  <a:pt x="10" y="218"/>
                </a:lnTo>
                <a:lnTo>
                  <a:pt x="9" y="217"/>
                </a:lnTo>
                <a:lnTo>
                  <a:pt x="8" y="217"/>
                </a:lnTo>
                <a:lnTo>
                  <a:pt x="7" y="217"/>
                </a:lnTo>
                <a:lnTo>
                  <a:pt x="7" y="216"/>
                </a:lnTo>
                <a:lnTo>
                  <a:pt x="8" y="216"/>
                </a:lnTo>
                <a:lnTo>
                  <a:pt x="7" y="214"/>
                </a:lnTo>
                <a:lnTo>
                  <a:pt x="6" y="214"/>
                </a:lnTo>
                <a:lnTo>
                  <a:pt x="6" y="213"/>
                </a:lnTo>
                <a:lnTo>
                  <a:pt x="6" y="212"/>
                </a:lnTo>
                <a:lnTo>
                  <a:pt x="7" y="212"/>
                </a:lnTo>
                <a:lnTo>
                  <a:pt x="8" y="212"/>
                </a:lnTo>
                <a:lnTo>
                  <a:pt x="9" y="212"/>
                </a:lnTo>
                <a:lnTo>
                  <a:pt x="9" y="211"/>
                </a:lnTo>
                <a:lnTo>
                  <a:pt x="10" y="211"/>
                </a:lnTo>
                <a:lnTo>
                  <a:pt x="10" y="210"/>
                </a:lnTo>
                <a:lnTo>
                  <a:pt x="10" y="209"/>
                </a:lnTo>
                <a:lnTo>
                  <a:pt x="11" y="209"/>
                </a:lnTo>
                <a:lnTo>
                  <a:pt x="12" y="209"/>
                </a:lnTo>
                <a:lnTo>
                  <a:pt x="13" y="209"/>
                </a:lnTo>
                <a:lnTo>
                  <a:pt x="13" y="208"/>
                </a:lnTo>
                <a:lnTo>
                  <a:pt x="13" y="207"/>
                </a:lnTo>
                <a:lnTo>
                  <a:pt x="13" y="206"/>
                </a:lnTo>
                <a:lnTo>
                  <a:pt x="12" y="206"/>
                </a:lnTo>
                <a:lnTo>
                  <a:pt x="11" y="206"/>
                </a:lnTo>
                <a:lnTo>
                  <a:pt x="11" y="205"/>
                </a:lnTo>
                <a:lnTo>
                  <a:pt x="12" y="205"/>
                </a:lnTo>
                <a:lnTo>
                  <a:pt x="11" y="204"/>
                </a:lnTo>
                <a:lnTo>
                  <a:pt x="11" y="203"/>
                </a:lnTo>
                <a:lnTo>
                  <a:pt x="10" y="202"/>
                </a:lnTo>
                <a:lnTo>
                  <a:pt x="10" y="201"/>
                </a:lnTo>
                <a:lnTo>
                  <a:pt x="11" y="201"/>
                </a:lnTo>
                <a:lnTo>
                  <a:pt x="11" y="200"/>
                </a:lnTo>
                <a:lnTo>
                  <a:pt x="10" y="200"/>
                </a:lnTo>
                <a:lnTo>
                  <a:pt x="9" y="200"/>
                </a:lnTo>
                <a:lnTo>
                  <a:pt x="9" y="201"/>
                </a:lnTo>
                <a:lnTo>
                  <a:pt x="8" y="201"/>
                </a:lnTo>
                <a:lnTo>
                  <a:pt x="7" y="200"/>
                </a:lnTo>
                <a:lnTo>
                  <a:pt x="6" y="200"/>
                </a:lnTo>
                <a:lnTo>
                  <a:pt x="6" y="199"/>
                </a:lnTo>
                <a:lnTo>
                  <a:pt x="5" y="199"/>
                </a:lnTo>
                <a:lnTo>
                  <a:pt x="4" y="199"/>
                </a:lnTo>
                <a:lnTo>
                  <a:pt x="4" y="198"/>
                </a:lnTo>
                <a:lnTo>
                  <a:pt x="5" y="198"/>
                </a:lnTo>
                <a:lnTo>
                  <a:pt x="4" y="198"/>
                </a:lnTo>
                <a:lnTo>
                  <a:pt x="4" y="197"/>
                </a:lnTo>
                <a:lnTo>
                  <a:pt x="4" y="196"/>
                </a:lnTo>
                <a:lnTo>
                  <a:pt x="3" y="196"/>
                </a:lnTo>
                <a:lnTo>
                  <a:pt x="3" y="195"/>
                </a:lnTo>
                <a:lnTo>
                  <a:pt x="3" y="194"/>
                </a:lnTo>
                <a:lnTo>
                  <a:pt x="2" y="194"/>
                </a:lnTo>
                <a:lnTo>
                  <a:pt x="2" y="193"/>
                </a:lnTo>
                <a:lnTo>
                  <a:pt x="2" y="192"/>
                </a:lnTo>
                <a:lnTo>
                  <a:pt x="1" y="191"/>
                </a:lnTo>
                <a:lnTo>
                  <a:pt x="0" y="190"/>
                </a:lnTo>
                <a:lnTo>
                  <a:pt x="0" y="189"/>
                </a:lnTo>
                <a:lnTo>
                  <a:pt x="0" y="188"/>
                </a:lnTo>
                <a:lnTo>
                  <a:pt x="0" y="187"/>
                </a:lnTo>
                <a:lnTo>
                  <a:pt x="1" y="187"/>
                </a:lnTo>
                <a:lnTo>
                  <a:pt x="1" y="186"/>
                </a:lnTo>
                <a:lnTo>
                  <a:pt x="2" y="186"/>
                </a:lnTo>
                <a:lnTo>
                  <a:pt x="2" y="185"/>
                </a:lnTo>
                <a:lnTo>
                  <a:pt x="3" y="185"/>
                </a:lnTo>
                <a:lnTo>
                  <a:pt x="4" y="185"/>
                </a:lnTo>
                <a:lnTo>
                  <a:pt x="4" y="184"/>
                </a:lnTo>
                <a:lnTo>
                  <a:pt x="3" y="184"/>
                </a:lnTo>
                <a:lnTo>
                  <a:pt x="2" y="184"/>
                </a:lnTo>
                <a:lnTo>
                  <a:pt x="1" y="184"/>
                </a:lnTo>
                <a:lnTo>
                  <a:pt x="0" y="184"/>
                </a:lnTo>
                <a:lnTo>
                  <a:pt x="1" y="184"/>
                </a:lnTo>
                <a:lnTo>
                  <a:pt x="1" y="183"/>
                </a:lnTo>
                <a:lnTo>
                  <a:pt x="1" y="182"/>
                </a:lnTo>
                <a:lnTo>
                  <a:pt x="1" y="181"/>
                </a:lnTo>
                <a:lnTo>
                  <a:pt x="2" y="181"/>
                </a:lnTo>
                <a:lnTo>
                  <a:pt x="3" y="181"/>
                </a:lnTo>
                <a:lnTo>
                  <a:pt x="4" y="181"/>
                </a:lnTo>
                <a:lnTo>
                  <a:pt x="4" y="182"/>
                </a:lnTo>
                <a:lnTo>
                  <a:pt x="6" y="182"/>
                </a:lnTo>
                <a:lnTo>
                  <a:pt x="6" y="181"/>
                </a:lnTo>
                <a:lnTo>
                  <a:pt x="7" y="181"/>
                </a:lnTo>
                <a:lnTo>
                  <a:pt x="8" y="181"/>
                </a:lnTo>
                <a:lnTo>
                  <a:pt x="8" y="180"/>
                </a:lnTo>
                <a:lnTo>
                  <a:pt x="9" y="180"/>
                </a:lnTo>
                <a:lnTo>
                  <a:pt x="9" y="179"/>
                </a:lnTo>
                <a:lnTo>
                  <a:pt x="10" y="179"/>
                </a:lnTo>
                <a:lnTo>
                  <a:pt x="11" y="179"/>
                </a:lnTo>
                <a:lnTo>
                  <a:pt x="12" y="179"/>
                </a:lnTo>
                <a:lnTo>
                  <a:pt x="12" y="180"/>
                </a:lnTo>
                <a:lnTo>
                  <a:pt x="13" y="180"/>
                </a:lnTo>
                <a:lnTo>
                  <a:pt x="13" y="181"/>
                </a:lnTo>
                <a:lnTo>
                  <a:pt x="14" y="181"/>
                </a:lnTo>
                <a:lnTo>
                  <a:pt x="14" y="182"/>
                </a:lnTo>
                <a:lnTo>
                  <a:pt x="15" y="182"/>
                </a:lnTo>
                <a:lnTo>
                  <a:pt x="16" y="182"/>
                </a:lnTo>
                <a:lnTo>
                  <a:pt x="17" y="182"/>
                </a:lnTo>
                <a:lnTo>
                  <a:pt x="18" y="182"/>
                </a:lnTo>
                <a:lnTo>
                  <a:pt x="20" y="182"/>
                </a:lnTo>
                <a:lnTo>
                  <a:pt x="20" y="181"/>
                </a:lnTo>
                <a:lnTo>
                  <a:pt x="21" y="181"/>
                </a:lnTo>
                <a:lnTo>
                  <a:pt x="21" y="180"/>
                </a:lnTo>
                <a:lnTo>
                  <a:pt x="22" y="180"/>
                </a:lnTo>
                <a:lnTo>
                  <a:pt x="23" y="180"/>
                </a:lnTo>
                <a:lnTo>
                  <a:pt x="23" y="179"/>
                </a:lnTo>
                <a:lnTo>
                  <a:pt x="23" y="180"/>
                </a:lnTo>
                <a:lnTo>
                  <a:pt x="24" y="180"/>
                </a:lnTo>
                <a:lnTo>
                  <a:pt x="25" y="180"/>
                </a:lnTo>
                <a:lnTo>
                  <a:pt x="25" y="181"/>
                </a:lnTo>
                <a:lnTo>
                  <a:pt x="26" y="181"/>
                </a:lnTo>
                <a:lnTo>
                  <a:pt x="27" y="181"/>
                </a:lnTo>
                <a:lnTo>
                  <a:pt x="27" y="182"/>
                </a:lnTo>
                <a:lnTo>
                  <a:pt x="28" y="182"/>
                </a:lnTo>
                <a:lnTo>
                  <a:pt x="29" y="182"/>
                </a:lnTo>
                <a:lnTo>
                  <a:pt x="29" y="181"/>
                </a:lnTo>
                <a:lnTo>
                  <a:pt x="29" y="180"/>
                </a:lnTo>
                <a:lnTo>
                  <a:pt x="30" y="180"/>
                </a:lnTo>
                <a:lnTo>
                  <a:pt x="30" y="179"/>
                </a:lnTo>
                <a:lnTo>
                  <a:pt x="30" y="180"/>
                </a:lnTo>
                <a:lnTo>
                  <a:pt x="31" y="180"/>
                </a:lnTo>
                <a:lnTo>
                  <a:pt x="32" y="180"/>
                </a:lnTo>
                <a:lnTo>
                  <a:pt x="32" y="179"/>
                </a:lnTo>
                <a:lnTo>
                  <a:pt x="32" y="178"/>
                </a:lnTo>
                <a:lnTo>
                  <a:pt x="33" y="178"/>
                </a:lnTo>
                <a:lnTo>
                  <a:pt x="33" y="177"/>
                </a:lnTo>
                <a:lnTo>
                  <a:pt x="34" y="177"/>
                </a:lnTo>
                <a:lnTo>
                  <a:pt x="34" y="176"/>
                </a:lnTo>
                <a:lnTo>
                  <a:pt x="35" y="176"/>
                </a:lnTo>
                <a:lnTo>
                  <a:pt x="35" y="175"/>
                </a:lnTo>
                <a:lnTo>
                  <a:pt x="36" y="175"/>
                </a:lnTo>
                <a:lnTo>
                  <a:pt x="38" y="175"/>
                </a:lnTo>
                <a:lnTo>
                  <a:pt x="39" y="175"/>
                </a:lnTo>
                <a:lnTo>
                  <a:pt x="39" y="176"/>
                </a:lnTo>
                <a:lnTo>
                  <a:pt x="40" y="176"/>
                </a:lnTo>
                <a:lnTo>
                  <a:pt x="40" y="177"/>
                </a:lnTo>
                <a:lnTo>
                  <a:pt x="41" y="178"/>
                </a:lnTo>
                <a:lnTo>
                  <a:pt x="41" y="179"/>
                </a:lnTo>
                <a:lnTo>
                  <a:pt x="42" y="179"/>
                </a:lnTo>
                <a:lnTo>
                  <a:pt x="43" y="179"/>
                </a:lnTo>
                <a:lnTo>
                  <a:pt x="43" y="178"/>
                </a:lnTo>
                <a:lnTo>
                  <a:pt x="44" y="177"/>
                </a:lnTo>
                <a:lnTo>
                  <a:pt x="45" y="177"/>
                </a:lnTo>
                <a:lnTo>
                  <a:pt x="46" y="177"/>
                </a:lnTo>
                <a:lnTo>
                  <a:pt x="47" y="176"/>
                </a:lnTo>
                <a:lnTo>
                  <a:pt x="48" y="175"/>
                </a:lnTo>
                <a:lnTo>
                  <a:pt x="49" y="174"/>
                </a:lnTo>
                <a:lnTo>
                  <a:pt x="49" y="173"/>
                </a:lnTo>
                <a:lnTo>
                  <a:pt x="49" y="172"/>
                </a:lnTo>
                <a:lnTo>
                  <a:pt x="50" y="171"/>
                </a:lnTo>
                <a:lnTo>
                  <a:pt x="50" y="170"/>
                </a:lnTo>
                <a:lnTo>
                  <a:pt x="50" y="169"/>
                </a:lnTo>
                <a:lnTo>
                  <a:pt x="51" y="169"/>
                </a:lnTo>
                <a:lnTo>
                  <a:pt x="51" y="168"/>
                </a:lnTo>
                <a:lnTo>
                  <a:pt x="50" y="168"/>
                </a:lnTo>
                <a:lnTo>
                  <a:pt x="51" y="167"/>
                </a:lnTo>
                <a:lnTo>
                  <a:pt x="52" y="167"/>
                </a:lnTo>
                <a:lnTo>
                  <a:pt x="53" y="168"/>
                </a:lnTo>
                <a:lnTo>
                  <a:pt x="54" y="168"/>
                </a:lnTo>
                <a:lnTo>
                  <a:pt x="54" y="169"/>
                </a:lnTo>
                <a:lnTo>
                  <a:pt x="54" y="170"/>
                </a:lnTo>
                <a:lnTo>
                  <a:pt x="55" y="170"/>
                </a:lnTo>
                <a:lnTo>
                  <a:pt x="56" y="169"/>
                </a:lnTo>
                <a:lnTo>
                  <a:pt x="57" y="169"/>
                </a:lnTo>
                <a:lnTo>
                  <a:pt x="58" y="168"/>
                </a:lnTo>
                <a:lnTo>
                  <a:pt x="59" y="167"/>
                </a:lnTo>
                <a:lnTo>
                  <a:pt x="60" y="167"/>
                </a:lnTo>
                <a:lnTo>
                  <a:pt x="61" y="166"/>
                </a:lnTo>
                <a:lnTo>
                  <a:pt x="62" y="166"/>
                </a:lnTo>
                <a:lnTo>
                  <a:pt x="63" y="165"/>
                </a:lnTo>
                <a:lnTo>
                  <a:pt x="65" y="165"/>
                </a:lnTo>
                <a:lnTo>
                  <a:pt x="66" y="165"/>
                </a:lnTo>
                <a:lnTo>
                  <a:pt x="67" y="165"/>
                </a:lnTo>
                <a:lnTo>
                  <a:pt x="68" y="165"/>
                </a:lnTo>
                <a:lnTo>
                  <a:pt x="68" y="164"/>
                </a:lnTo>
                <a:lnTo>
                  <a:pt x="69" y="164"/>
                </a:lnTo>
                <a:lnTo>
                  <a:pt x="69" y="163"/>
                </a:lnTo>
                <a:lnTo>
                  <a:pt x="70" y="162"/>
                </a:lnTo>
                <a:lnTo>
                  <a:pt x="70" y="161"/>
                </a:lnTo>
                <a:lnTo>
                  <a:pt x="71" y="159"/>
                </a:lnTo>
                <a:lnTo>
                  <a:pt x="72" y="159"/>
                </a:lnTo>
                <a:lnTo>
                  <a:pt x="73" y="159"/>
                </a:lnTo>
                <a:lnTo>
                  <a:pt x="73" y="160"/>
                </a:lnTo>
                <a:lnTo>
                  <a:pt x="74" y="160"/>
                </a:lnTo>
                <a:lnTo>
                  <a:pt x="76" y="160"/>
                </a:lnTo>
                <a:lnTo>
                  <a:pt x="77" y="160"/>
                </a:lnTo>
                <a:lnTo>
                  <a:pt x="77" y="161"/>
                </a:lnTo>
                <a:lnTo>
                  <a:pt x="78" y="161"/>
                </a:lnTo>
                <a:lnTo>
                  <a:pt x="79" y="161"/>
                </a:lnTo>
                <a:lnTo>
                  <a:pt x="80" y="161"/>
                </a:lnTo>
                <a:lnTo>
                  <a:pt x="80" y="160"/>
                </a:lnTo>
                <a:lnTo>
                  <a:pt x="80" y="159"/>
                </a:lnTo>
                <a:lnTo>
                  <a:pt x="80" y="158"/>
                </a:lnTo>
                <a:lnTo>
                  <a:pt x="81" y="158"/>
                </a:lnTo>
                <a:lnTo>
                  <a:pt x="82" y="158"/>
                </a:lnTo>
                <a:lnTo>
                  <a:pt x="82" y="159"/>
                </a:lnTo>
                <a:lnTo>
                  <a:pt x="83" y="159"/>
                </a:lnTo>
                <a:lnTo>
                  <a:pt x="84" y="160"/>
                </a:lnTo>
                <a:lnTo>
                  <a:pt x="84" y="159"/>
                </a:lnTo>
                <a:lnTo>
                  <a:pt x="85" y="159"/>
                </a:lnTo>
                <a:lnTo>
                  <a:pt x="86" y="158"/>
                </a:lnTo>
                <a:lnTo>
                  <a:pt x="87" y="158"/>
                </a:lnTo>
                <a:lnTo>
                  <a:pt x="88" y="158"/>
                </a:lnTo>
                <a:lnTo>
                  <a:pt x="88" y="157"/>
                </a:lnTo>
                <a:lnTo>
                  <a:pt x="89" y="157"/>
                </a:lnTo>
                <a:lnTo>
                  <a:pt x="89" y="158"/>
                </a:lnTo>
                <a:lnTo>
                  <a:pt x="90" y="158"/>
                </a:lnTo>
                <a:lnTo>
                  <a:pt x="91" y="158"/>
                </a:lnTo>
                <a:lnTo>
                  <a:pt x="92" y="158"/>
                </a:lnTo>
                <a:lnTo>
                  <a:pt x="93" y="159"/>
                </a:lnTo>
                <a:lnTo>
                  <a:pt x="94" y="158"/>
                </a:lnTo>
                <a:lnTo>
                  <a:pt x="95" y="158"/>
                </a:lnTo>
                <a:lnTo>
                  <a:pt x="95" y="157"/>
                </a:lnTo>
                <a:lnTo>
                  <a:pt x="96" y="157"/>
                </a:lnTo>
                <a:lnTo>
                  <a:pt x="97" y="157"/>
                </a:lnTo>
                <a:lnTo>
                  <a:pt x="97" y="156"/>
                </a:lnTo>
                <a:lnTo>
                  <a:pt x="98" y="156"/>
                </a:lnTo>
                <a:lnTo>
                  <a:pt x="99" y="157"/>
                </a:lnTo>
                <a:lnTo>
                  <a:pt x="100" y="157"/>
                </a:lnTo>
                <a:lnTo>
                  <a:pt x="101" y="158"/>
                </a:lnTo>
                <a:lnTo>
                  <a:pt x="101" y="157"/>
                </a:lnTo>
                <a:lnTo>
                  <a:pt x="102" y="157"/>
                </a:lnTo>
                <a:lnTo>
                  <a:pt x="103" y="157"/>
                </a:lnTo>
                <a:lnTo>
                  <a:pt x="103" y="156"/>
                </a:lnTo>
                <a:lnTo>
                  <a:pt x="104" y="156"/>
                </a:lnTo>
                <a:lnTo>
                  <a:pt x="105" y="155"/>
                </a:lnTo>
                <a:lnTo>
                  <a:pt x="106" y="155"/>
                </a:lnTo>
                <a:lnTo>
                  <a:pt x="108" y="155"/>
                </a:lnTo>
                <a:lnTo>
                  <a:pt x="108" y="156"/>
                </a:lnTo>
                <a:lnTo>
                  <a:pt x="109" y="156"/>
                </a:lnTo>
                <a:lnTo>
                  <a:pt x="110" y="155"/>
                </a:lnTo>
                <a:lnTo>
                  <a:pt x="111" y="154"/>
                </a:lnTo>
                <a:lnTo>
                  <a:pt x="111" y="153"/>
                </a:lnTo>
                <a:lnTo>
                  <a:pt x="111" y="152"/>
                </a:lnTo>
                <a:lnTo>
                  <a:pt x="111" y="151"/>
                </a:lnTo>
                <a:lnTo>
                  <a:pt x="112" y="151"/>
                </a:lnTo>
                <a:lnTo>
                  <a:pt x="113" y="151"/>
                </a:lnTo>
                <a:lnTo>
                  <a:pt x="113" y="150"/>
                </a:lnTo>
                <a:lnTo>
                  <a:pt x="114" y="149"/>
                </a:lnTo>
                <a:lnTo>
                  <a:pt x="114" y="148"/>
                </a:lnTo>
                <a:lnTo>
                  <a:pt x="115" y="147"/>
                </a:lnTo>
                <a:lnTo>
                  <a:pt x="115" y="146"/>
                </a:lnTo>
                <a:lnTo>
                  <a:pt x="116" y="146"/>
                </a:lnTo>
                <a:lnTo>
                  <a:pt x="117" y="146"/>
                </a:lnTo>
                <a:lnTo>
                  <a:pt x="118" y="146"/>
                </a:lnTo>
                <a:lnTo>
                  <a:pt x="119" y="145"/>
                </a:lnTo>
                <a:lnTo>
                  <a:pt x="119" y="144"/>
                </a:lnTo>
                <a:lnTo>
                  <a:pt x="119" y="143"/>
                </a:lnTo>
                <a:lnTo>
                  <a:pt x="119" y="142"/>
                </a:lnTo>
                <a:lnTo>
                  <a:pt x="118" y="142"/>
                </a:lnTo>
                <a:lnTo>
                  <a:pt x="118" y="141"/>
                </a:lnTo>
                <a:lnTo>
                  <a:pt x="119" y="141"/>
                </a:lnTo>
                <a:lnTo>
                  <a:pt x="120" y="140"/>
                </a:lnTo>
                <a:lnTo>
                  <a:pt x="121" y="140"/>
                </a:lnTo>
                <a:lnTo>
                  <a:pt x="122" y="140"/>
                </a:lnTo>
                <a:lnTo>
                  <a:pt x="122" y="139"/>
                </a:lnTo>
                <a:lnTo>
                  <a:pt x="123" y="139"/>
                </a:lnTo>
                <a:lnTo>
                  <a:pt x="124" y="139"/>
                </a:lnTo>
                <a:lnTo>
                  <a:pt x="125" y="139"/>
                </a:lnTo>
                <a:lnTo>
                  <a:pt x="124" y="139"/>
                </a:lnTo>
                <a:lnTo>
                  <a:pt x="125" y="139"/>
                </a:lnTo>
                <a:lnTo>
                  <a:pt x="125" y="138"/>
                </a:lnTo>
                <a:lnTo>
                  <a:pt x="127" y="138"/>
                </a:lnTo>
                <a:lnTo>
                  <a:pt x="128" y="138"/>
                </a:lnTo>
                <a:lnTo>
                  <a:pt x="128" y="137"/>
                </a:lnTo>
                <a:lnTo>
                  <a:pt x="129" y="137"/>
                </a:lnTo>
                <a:lnTo>
                  <a:pt x="130" y="137"/>
                </a:lnTo>
                <a:lnTo>
                  <a:pt x="131" y="136"/>
                </a:lnTo>
                <a:lnTo>
                  <a:pt x="131" y="135"/>
                </a:lnTo>
                <a:lnTo>
                  <a:pt x="131" y="134"/>
                </a:lnTo>
                <a:lnTo>
                  <a:pt x="131" y="133"/>
                </a:lnTo>
                <a:lnTo>
                  <a:pt x="133" y="133"/>
                </a:lnTo>
                <a:lnTo>
                  <a:pt x="133" y="132"/>
                </a:lnTo>
                <a:lnTo>
                  <a:pt x="134" y="132"/>
                </a:lnTo>
                <a:lnTo>
                  <a:pt x="135" y="132"/>
                </a:lnTo>
                <a:lnTo>
                  <a:pt x="136" y="132"/>
                </a:lnTo>
                <a:lnTo>
                  <a:pt x="137" y="132"/>
                </a:lnTo>
                <a:lnTo>
                  <a:pt x="137" y="133"/>
                </a:lnTo>
                <a:lnTo>
                  <a:pt x="138" y="133"/>
                </a:lnTo>
                <a:lnTo>
                  <a:pt x="138" y="132"/>
                </a:lnTo>
                <a:lnTo>
                  <a:pt x="139" y="132"/>
                </a:lnTo>
                <a:lnTo>
                  <a:pt x="140" y="132"/>
                </a:lnTo>
                <a:lnTo>
                  <a:pt x="141" y="132"/>
                </a:lnTo>
                <a:lnTo>
                  <a:pt x="141" y="131"/>
                </a:lnTo>
                <a:lnTo>
                  <a:pt x="142" y="131"/>
                </a:lnTo>
                <a:lnTo>
                  <a:pt x="143" y="131"/>
                </a:lnTo>
                <a:lnTo>
                  <a:pt x="144" y="131"/>
                </a:lnTo>
                <a:lnTo>
                  <a:pt x="144" y="132"/>
                </a:lnTo>
                <a:lnTo>
                  <a:pt x="145" y="132"/>
                </a:lnTo>
                <a:lnTo>
                  <a:pt x="146" y="133"/>
                </a:lnTo>
                <a:lnTo>
                  <a:pt x="147" y="133"/>
                </a:lnTo>
                <a:lnTo>
                  <a:pt x="148" y="133"/>
                </a:lnTo>
                <a:lnTo>
                  <a:pt x="149" y="133"/>
                </a:lnTo>
                <a:lnTo>
                  <a:pt x="150" y="133"/>
                </a:lnTo>
                <a:lnTo>
                  <a:pt x="150" y="134"/>
                </a:lnTo>
                <a:lnTo>
                  <a:pt x="151" y="134"/>
                </a:lnTo>
                <a:lnTo>
                  <a:pt x="151" y="135"/>
                </a:lnTo>
                <a:lnTo>
                  <a:pt x="152" y="135"/>
                </a:lnTo>
                <a:lnTo>
                  <a:pt x="153" y="134"/>
                </a:lnTo>
                <a:lnTo>
                  <a:pt x="153" y="132"/>
                </a:lnTo>
                <a:lnTo>
                  <a:pt x="153" y="131"/>
                </a:lnTo>
                <a:lnTo>
                  <a:pt x="153" y="130"/>
                </a:lnTo>
                <a:lnTo>
                  <a:pt x="153" y="129"/>
                </a:lnTo>
                <a:lnTo>
                  <a:pt x="153" y="128"/>
                </a:lnTo>
                <a:lnTo>
                  <a:pt x="154" y="127"/>
                </a:lnTo>
                <a:lnTo>
                  <a:pt x="154" y="126"/>
                </a:lnTo>
                <a:lnTo>
                  <a:pt x="153" y="125"/>
                </a:lnTo>
                <a:lnTo>
                  <a:pt x="154" y="125"/>
                </a:lnTo>
                <a:lnTo>
                  <a:pt x="154" y="124"/>
                </a:lnTo>
                <a:lnTo>
                  <a:pt x="153" y="123"/>
                </a:lnTo>
                <a:lnTo>
                  <a:pt x="153" y="122"/>
                </a:lnTo>
                <a:lnTo>
                  <a:pt x="152" y="121"/>
                </a:lnTo>
                <a:lnTo>
                  <a:pt x="151" y="120"/>
                </a:lnTo>
                <a:lnTo>
                  <a:pt x="151" y="119"/>
                </a:lnTo>
                <a:lnTo>
                  <a:pt x="152" y="119"/>
                </a:lnTo>
                <a:lnTo>
                  <a:pt x="153" y="118"/>
                </a:lnTo>
                <a:lnTo>
                  <a:pt x="154" y="118"/>
                </a:lnTo>
                <a:lnTo>
                  <a:pt x="154" y="117"/>
                </a:lnTo>
                <a:lnTo>
                  <a:pt x="155" y="117"/>
                </a:lnTo>
                <a:lnTo>
                  <a:pt x="155" y="116"/>
                </a:lnTo>
                <a:lnTo>
                  <a:pt x="155" y="115"/>
                </a:lnTo>
                <a:lnTo>
                  <a:pt x="154" y="114"/>
                </a:lnTo>
                <a:lnTo>
                  <a:pt x="154" y="113"/>
                </a:lnTo>
                <a:lnTo>
                  <a:pt x="153" y="112"/>
                </a:lnTo>
                <a:lnTo>
                  <a:pt x="153" y="111"/>
                </a:lnTo>
                <a:lnTo>
                  <a:pt x="154" y="111"/>
                </a:lnTo>
                <a:lnTo>
                  <a:pt x="155" y="111"/>
                </a:lnTo>
                <a:lnTo>
                  <a:pt x="156" y="111"/>
                </a:lnTo>
                <a:lnTo>
                  <a:pt x="157" y="112"/>
                </a:lnTo>
                <a:lnTo>
                  <a:pt x="158" y="112"/>
                </a:lnTo>
                <a:lnTo>
                  <a:pt x="158" y="113"/>
                </a:lnTo>
                <a:lnTo>
                  <a:pt x="159" y="113"/>
                </a:lnTo>
                <a:lnTo>
                  <a:pt x="159" y="112"/>
                </a:lnTo>
                <a:lnTo>
                  <a:pt x="160" y="112"/>
                </a:lnTo>
                <a:lnTo>
                  <a:pt x="161" y="112"/>
                </a:lnTo>
                <a:lnTo>
                  <a:pt x="162" y="112"/>
                </a:lnTo>
                <a:lnTo>
                  <a:pt x="162" y="113"/>
                </a:lnTo>
                <a:lnTo>
                  <a:pt x="163" y="113"/>
                </a:lnTo>
                <a:lnTo>
                  <a:pt x="164" y="113"/>
                </a:lnTo>
                <a:lnTo>
                  <a:pt x="165" y="114"/>
                </a:lnTo>
                <a:lnTo>
                  <a:pt x="166" y="114"/>
                </a:lnTo>
                <a:lnTo>
                  <a:pt x="167" y="114"/>
                </a:lnTo>
                <a:lnTo>
                  <a:pt x="167" y="115"/>
                </a:lnTo>
                <a:lnTo>
                  <a:pt x="168" y="115"/>
                </a:lnTo>
                <a:lnTo>
                  <a:pt x="170" y="116"/>
                </a:lnTo>
                <a:lnTo>
                  <a:pt x="170" y="115"/>
                </a:lnTo>
                <a:lnTo>
                  <a:pt x="171" y="115"/>
                </a:lnTo>
                <a:lnTo>
                  <a:pt x="171" y="114"/>
                </a:lnTo>
                <a:lnTo>
                  <a:pt x="172" y="114"/>
                </a:lnTo>
                <a:lnTo>
                  <a:pt x="173" y="114"/>
                </a:lnTo>
                <a:lnTo>
                  <a:pt x="174" y="114"/>
                </a:lnTo>
                <a:lnTo>
                  <a:pt x="175" y="114"/>
                </a:lnTo>
                <a:lnTo>
                  <a:pt x="175" y="115"/>
                </a:lnTo>
                <a:lnTo>
                  <a:pt x="174" y="116"/>
                </a:lnTo>
                <a:lnTo>
                  <a:pt x="174" y="117"/>
                </a:lnTo>
                <a:lnTo>
                  <a:pt x="175" y="117"/>
                </a:lnTo>
                <a:lnTo>
                  <a:pt x="176" y="117"/>
                </a:lnTo>
                <a:lnTo>
                  <a:pt x="178" y="117"/>
                </a:lnTo>
                <a:lnTo>
                  <a:pt x="179" y="117"/>
                </a:lnTo>
                <a:lnTo>
                  <a:pt x="181" y="117"/>
                </a:lnTo>
                <a:lnTo>
                  <a:pt x="182" y="116"/>
                </a:lnTo>
                <a:lnTo>
                  <a:pt x="183" y="116"/>
                </a:lnTo>
                <a:lnTo>
                  <a:pt x="183" y="115"/>
                </a:lnTo>
                <a:lnTo>
                  <a:pt x="184" y="115"/>
                </a:lnTo>
                <a:lnTo>
                  <a:pt x="185" y="115"/>
                </a:lnTo>
                <a:lnTo>
                  <a:pt x="187" y="115"/>
                </a:lnTo>
                <a:lnTo>
                  <a:pt x="187" y="116"/>
                </a:lnTo>
                <a:lnTo>
                  <a:pt x="188" y="116"/>
                </a:lnTo>
                <a:lnTo>
                  <a:pt x="189" y="116"/>
                </a:lnTo>
                <a:lnTo>
                  <a:pt x="190" y="116"/>
                </a:lnTo>
                <a:lnTo>
                  <a:pt x="191" y="116"/>
                </a:lnTo>
                <a:lnTo>
                  <a:pt x="191" y="117"/>
                </a:lnTo>
                <a:lnTo>
                  <a:pt x="191" y="116"/>
                </a:lnTo>
                <a:lnTo>
                  <a:pt x="192" y="116"/>
                </a:lnTo>
                <a:lnTo>
                  <a:pt x="193" y="117"/>
                </a:lnTo>
                <a:lnTo>
                  <a:pt x="194" y="117"/>
                </a:lnTo>
                <a:lnTo>
                  <a:pt x="195" y="117"/>
                </a:lnTo>
                <a:lnTo>
                  <a:pt x="196" y="117"/>
                </a:lnTo>
                <a:lnTo>
                  <a:pt x="197" y="117"/>
                </a:lnTo>
                <a:lnTo>
                  <a:pt x="197" y="118"/>
                </a:lnTo>
                <a:lnTo>
                  <a:pt x="198" y="118"/>
                </a:lnTo>
                <a:lnTo>
                  <a:pt x="199" y="118"/>
                </a:lnTo>
                <a:lnTo>
                  <a:pt x="199" y="117"/>
                </a:lnTo>
                <a:lnTo>
                  <a:pt x="200" y="117"/>
                </a:lnTo>
                <a:lnTo>
                  <a:pt x="201" y="117"/>
                </a:lnTo>
                <a:lnTo>
                  <a:pt x="202" y="117"/>
                </a:lnTo>
                <a:lnTo>
                  <a:pt x="203" y="117"/>
                </a:lnTo>
                <a:lnTo>
                  <a:pt x="204" y="117"/>
                </a:lnTo>
                <a:lnTo>
                  <a:pt x="204" y="116"/>
                </a:lnTo>
                <a:lnTo>
                  <a:pt x="205" y="116"/>
                </a:lnTo>
                <a:lnTo>
                  <a:pt x="205" y="115"/>
                </a:lnTo>
                <a:lnTo>
                  <a:pt x="204" y="115"/>
                </a:lnTo>
                <a:lnTo>
                  <a:pt x="204" y="114"/>
                </a:lnTo>
                <a:lnTo>
                  <a:pt x="203" y="114"/>
                </a:lnTo>
                <a:lnTo>
                  <a:pt x="204" y="114"/>
                </a:lnTo>
                <a:lnTo>
                  <a:pt x="204" y="113"/>
                </a:lnTo>
                <a:lnTo>
                  <a:pt x="204" y="112"/>
                </a:lnTo>
                <a:lnTo>
                  <a:pt x="205" y="112"/>
                </a:lnTo>
                <a:lnTo>
                  <a:pt x="206" y="113"/>
                </a:lnTo>
                <a:lnTo>
                  <a:pt x="207" y="113"/>
                </a:lnTo>
                <a:lnTo>
                  <a:pt x="207" y="114"/>
                </a:lnTo>
                <a:lnTo>
                  <a:pt x="207" y="115"/>
                </a:lnTo>
                <a:lnTo>
                  <a:pt x="208" y="116"/>
                </a:lnTo>
                <a:lnTo>
                  <a:pt x="209" y="116"/>
                </a:lnTo>
                <a:lnTo>
                  <a:pt x="209" y="117"/>
                </a:lnTo>
                <a:lnTo>
                  <a:pt x="210" y="117"/>
                </a:lnTo>
                <a:lnTo>
                  <a:pt x="211" y="117"/>
                </a:lnTo>
                <a:lnTo>
                  <a:pt x="212" y="118"/>
                </a:lnTo>
                <a:lnTo>
                  <a:pt x="211" y="118"/>
                </a:lnTo>
                <a:lnTo>
                  <a:pt x="211" y="119"/>
                </a:lnTo>
                <a:lnTo>
                  <a:pt x="212" y="120"/>
                </a:lnTo>
                <a:lnTo>
                  <a:pt x="212" y="121"/>
                </a:lnTo>
                <a:lnTo>
                  <a:pt x="212" y="120"/>
                </a:lnTo>
                <a:lnTo>
                  <a:pt x="212" y="119"/>
                </a:lnTo>
                <a:lnTo>
                  <a:pt x="213" y="118"/>
                </a:lnTo>
                <a:lnTo>
                  <a:pt x="214" y="118"/>
                </a:lnTo>
                <a:lnTo>
                  <a:pt x="215" y="119"/>
                </a:lnTo>
                <a:lnTo>
                  <a:pt x="216" y="119"/>
                </a:lnTo>
                <a:lnTo>
                  <a:pt x="217" y="118"/>
                </a:lnTo>
                <a:lnTo>
                  <a:pt x="217" y="117"/>
                </a:lnTo>
                <a:lnTo>
                  <a:pt x="218" y="117"/>
                </a:lnTo>
                <a:lnTo>
                  <a:pt x="218" y="116"/>
                </a:lnTo>
                <a:lnTo>
                  <a:pt x="218" y="115"/>
                </a:lnTo>
                <a:lnTo>
                  <a:pt x="219" y="115"/>
                </a:lnTo>
                <a:lnTo>
                  <a:pt x="220" y="116"/>
                </a:lnTo>
                <a:lnTo>
                  <a:pt x="221" y="115"/>
                </a:lnTo>
                <a:lnTo>
                  <a:pt x="221" y="114"/>
                </a:lnTo>
                <a:lnTo>
                  <a:pt x="222" y="114"/>
                </a:lnTo>
                <a:lnTo>
                  <a:pt x="223" y="114"/>
                </a:lnTo>
                <a:lnTo>
                  <a:pt x="224" y="114"/>
                </a:lnTo>
                <a:lnTo>
                  <a:pt x="225" y="114"/>
                </a:lnTo>
                <a:lnTo>
                  <a:pt x="226" y="115"/>
                </a:lnTo>
                <a:lnTo>
                  <a:pt x="227" y="115"/>
                </a:lnTo>
                <a:lnTo>
                  <a:pt x="231" y="114"/>
                </a:lnTo>
                <a:lnTo>
                  <a:pt x="232" y="114"/>
                </a:lnTo>
                <a:lnTo>
                  <a:pt x="232" y="113"/>
                </a:lnTo>
                <a:lnTo>
                  <a:pt x="232" y="112"/>
                </a:lnTo>
                <a:lnTo>
                  <a:pt x="232" y="111"/>
                </a:lnTo>
                <a:lnTo>
                  <a:pt x="233" y="111"/>
                </a:lnTo>
                <a:lnTo>
                  <a:pt x="233" y="110"/>
                </a:lnTo>
                <a:lnTo>
                  <a:pt x="234" y="110"/>
                </a:lnTo>
                <a:lnTo>
                  <a:pt x="235" y="110"/>
                </a:lnTo>
                <a:lnTo>
                  <a:pt x="236" y="110"/>
                </a:lnTo>
                <a:lnTo>
                  <a:pt x="236" y="111"/>
                </a:lnTo>
                <a:lnTo>
                  <a:pt x="237" y="110"/>
                </a:lnTo>
                <a:lnTo>
                  <a:pt x="237" y="109"/>
                </a:lnTo>
                <a:lnTo>
                  <a:pt x="237" y="108"/>
                </a:lnTo>
                <a:lnTo>
                  <a:pt x="236" y="108"/>
                </a:lnTo>
                <a:lnTo>
                  <a:pt x="237" y="107"/>
                </a:lnTo>
                <a:lnTo>
                  <a:pt x="236" y="107"/>
                </a:lnTo>
                <a:lnTo>
                  <a:pt x="236" y="105"/>
                </a:lnTo>
                <a:lnTo>
                  <a:pt x="237" y="105"/>
                </a:lnTo>
                <a:lnTo>
                  <a:pt x="237" y="104"/>
                </a:lnTo>
                <a:lnTo>
                  <a:pt x="237" y="103"/>
                </a:lnTo>
                <a:lnTo>
                  <a:pt x="238" y="103"/>
                </a:lnTo>
                <a:lnTo>
                  <a:pt x="239" y="103"/>
                </a:lnTo>
                <a:lnTo>
                  <a:pt x="240" y="103"/>
                </a:lnTo>
                <a:lnTo>
                  <a:pt x="241" y="103"/>
                </a:lnTo>
                <a:lnTo>
                  <a:pt x="242" y="103"/>
                </a:lnTo>
                <a:lnTo>
                  <a:pt x="243" y="104"/>
                </a:lnTo>
                <a:lnTo>
                  <a:pt x="244" y="104"/>
                </a:lnTo>
                <a:lnTo>
                  <a:pt x="245" y="105"/>
                </a:lnTo>
                <a:lnTo>
                  <a:pt x="246" y="105"/>
                </a:lnTo>
                <a:lnTo>
                  <a:pt x="247" y="105"/>
                </a:lnTo>
                <a:lnTo>
                  <a:pt x="248" y="105"/>
                </a:lnTo>
                <a:lnTo>
                  <a:pt x="249" y="106"/>
                </a:lnTo>
                <a:lnTo>
                  <a:pt x="250" y="106"/>
                </a:lnTo>
                <a:lnTo>
                  <a:pt x="250" y="105"/>
                </a:lnTo>
                <a:lnTo>
                  <a:pt x="250" y="104"/>
                </a:lnTo>
                <a:lnTo>
                  <a:pt x="251" y="104"/>
                </a:lnTo>
                <a:lnTo>
                  <a:pt x="251" y="103"/>
                </a:lnTo>
                <a:lnTo>
                  <a:pt x="251" y="102"/>
                </a:lnTo>
                <a:lnTo>
                  <a:pt x="252" y="102"/>
                </a:lnTo>
                <a:lnTo>
                  <a:pt x="252" y="101"/>
                </a:lnTo>
                <a:lnTo>
                  <a:pt x="252" y="100"/>
                </a:lnTo>
                <a:lnTo>
                  <a:pt x="253" y="100"/>
                </a:lnTo>
                <a:lnTo>
                  <a:pt x="254" y="99"/>
                </a:lnTo>
                <a:lnTo>
                  <a:pt x="253" y="99"/>
                </a:lnTo>
                <a:lnTo>
                  <a:pt x="253" y="98"/>
                </a:lnTo>
                <a:lnTo>
                  <a:pt x="253" y="97"/>
                </a:lnTo>
                <a:lnTo>
                  <a:pt x="254" y="97"/>
                </a:lnTo>
                <a:lnTo>
                  <a:pt x="254" y="98"/>
                </a:lnTo>
                <a:lnTo>
                  <a:pt x="255" y="98"/>
                </a:lnTo>
                <a:lnTo>
                  <a:pt x="255" y="97"/>
                </a:lnTo>
                <a:lnTo>
                  <a:pt x="254" y="97"/>
                </a:lnTo>
                <a:lnTo>
                  <a:pt x="255" y="96"/>
                </a:lnTo>
                <a:lnTo>
                  <a:pt x="255" y="95"/>
                </a:lnTo>
                <a:lnTo>
                  <a:pt x="255" y="94"/>
                </a:lnTo>
                <a:lnTo>
                  <a:pt x="256" y="94"/>
                </a:lnTo>
                <a:lnTo>
                  <a:pt x="257" y="94"/>
                </a:lnTo>
                <a:lnTo>
                  <a:pt x="258" y="94"/>
                </a:lnTo>
                <a:lnTo>
                  <a:pt x="259" y="93"/>
                </a:lnTo>
                <a:lnTo>
                  <a:pt x="260" y="93"/>
                </a:lnTo>
                <a:lnTo>
                  <a:pt x="260" y="94"/>
                </a:lnTo>
                <a:lnTo>
                  <a:pt x="260" y="95"/>
                </a:lnTo>
                <a:lnTo>
                  <a:pt x="261" y="95"/>
                </a:lnTo>
                <a:lnTo>
                  <a:pt x="262" y="95"/>
                </a:lnTo>
                <a:lnTo>
                  <a:pt x="263" y="95"/>
                </a:lnTo>
                <a:lnTo>
                  <a:pt x="264" y="96"/>
                </a:lnTo>
                <a:lnTo>
                  <a:pt x="265" y="96"/>
                </a:lnTo>
                <a:lnTo>
                  <a:pt x="265" y="95"/>
                </a:lnTo>
                <a:lnTo>
                  <a:pt x="265" y="94"/>
                </a:lnTo>
                <a:lnTo>
                  <a:pt x="266" y="94"/>
                </a:lnTo>
                <a:lnTo>
                  <a:pt x="266" y="93"/>
                </a:lnTo>
                <a:lnTo>
                  <a:pt x="265" y="93"/>
                </a:lnTo>
                <a:lnTo>
                  <a:pt x="266" y="93"/>
                </a:lnTo>
                <a:lnTo>
                  <a:pt x="266" y="94"/>
                </a:lnTo>
                <a:lnTo>
                  <a:pt x="267" y="93"/>
                </a:lnTo>
                <a:lnTo>
                  <a:pt x="266" y="92"/>
                </a:lnTo>
                <a:lnTo>
                  <a:pt x="265" y="92"/>
                </a:lnTo>
                <a:lnTo>
                  <a:pt x="264" y="92"/>
                </a:lnTo>
                <a:lnTo>
                  <a:pt x="265" y="91"/>
                </a:lnTo>
                <a:lnTo>
                  <a:pt x="266" y="91"/>
                </a:lnTo>
                <a:lnTo>
                  <a:pt x="266" y="90"/>
                </a:lnTo>
                <a:lnTo>
                  <a:pt x="266" y="91"/>
                </a:lnTo>
                <a:lnTo>
                  <a:pt x="267" y="91"/>
                </a:lnTo>
                <a:lnTo>
                  <a:pt x="267" y="92"/>
                </a:lnTo>
                <a:lnTo>
                  <a:pt x="268" y="92"/>
                </a:lnTo>
                <a:lnTo>
                  <a:pt x="269" y="92"/>
                </a:lnTo>
                <a:lnTo>
                  <a:pt x="270" y="92"/>
                </a:lnTo>
                <a:lnTo>
                  <a:pt x="270" y="91"/>
                </a:lnTo>
                <a:lnTo>
                  <a:pt x="269" y="91"/>
                </a:lnTo>
                <a:lnTo>
                  <a:pt x="271" y="91"/>
                </a:lnTo>
                <a:lnTo>
                  <a:pt x="271" y="90"/>
                </a:lnTo>
                <a:lnTo>
                  <a:pt x="272" y="90"/>
                </a:lnTo>
                <a:lnTo>
                  <a:pt x="272" y="89"/>
                </a:lnTo>
                <a:lnTo>
                  <a:pt x="272" y="88"/>
                </a:lnTo>
                <a:lnTo>
                  <a:pt x="273" y="88"/>
                </a:lnTo>
                <a:lnTo>
                  <a:pt x="274" y="88"/>
                </a:lnTo>
                <a:lnTo>
                  <a:pt x="274" y="87"/>
                </a:lnTo>
                <a:lnTo>
                  <a:pt x="275" y="87"/>
                </a:lnTo>
                <a:lnTo>
                  <a:pt x="275" y="88"/>
                </a:lnTo>
                <a:lnTo>
                  <a:pt x="276" y="88"/>
                </a:lnTo>
                <a:lnTo>
                  <a:pt x="278" y="88"/>
                </a:lnTo>
                <a:lnTo>
                  <a:pt x="278" y="87"/>
                </a:lnTo>
                <a:lnTo>
                  <a:pt x="279" y="87"/>
                </a:lnTo>
                <a:lnTo>
                  <a:pt x="280" y="87"/>
                </a:lnTo>
                <a:lnTo>
                  <a:pt x="280" y="88"/>
                </a:lnTo>
                <a:lnTo>
                  <a:pt x="281" y="88"/>
                </a:lnTo>
                <a:lnTo>
                  <a:pt x="281" y="87"/>
                </a:lnTo>
                <a:lnTo>
                  <a:pt x="281" y="86"/>
                </a:lnTo>
                <a:lnTo>
                  <a:pt x="282" y="86"/>
                </a:lnTo>
                <a:lnTo>
                  <a:pt x="282" y="87"/>
                </a:lnTo>
                <a:lnTo>
                  <a:pt x="283" y="87"/>
                </a:lnTo>
                <a:lnTo>
                  <a:pt x="284" y="87"/>
                </a:lnTo>
                <a:lnTo>
                  <a:pt x="284" y="86"/>
                </a:lnTo>
                <a:lnTo>
                  <a:pt x="283" y="86"/>
                </a:lnTo>
                <a:lnTo>
                  <a:pt x="283" y="85"/>
                </a:lnTo>
                <a:lnTo>
                  <a:pt x="283" y="84"/>
                </a:lnTo>
                <a:lnTo>
                  <a:pt x="282" y="84"/>
                </a:lnTo>
                <a:lnTo>
                  <a:pt x="283" y="84"/>
                </a:lnTo>
                <a:lnTo>
                  <a:pt x="283" y="83"/>
                </a:lnTo>
                <a:lnTo>
                  <a:pt x="284" y="83"/>
                </a:lnTo>
                <a:lnTo>
                  <a:pt x="284" y="82"/>
                </a:lnTo>
                <a:lnTo>
                  <a:pt x="283" y="82"/>
                </a:lnTo>
                <a:lnTo>
                  <a:pt x="283" y="81"/>
                </a:lnTo>
                <a:lnTo>
                  <a:pt x="284" y="81"/>
                </a:lnTo>
                <a:lnTo>
                  <a:pt x="285" y="81"/>
                </a:lnTo>
                <a:lnTo>
                  <a:pt x="285" y="80"/>
                </a:lnTo>
                <a:lnTo>
                  <a:pt x="286" y="79"/>
                </a:lnTo>
                <a:lnTo>
                  <a:pt x="287" y="79"/>
                </a:lnTo>
                <a:lnTo>
                  <a:pt x="287" y="78"/>
                </a:lnTo>
                <a:lnTo>
                  <a:pt x="287" y="77"/>
                </a:lnTo>
                <a:lnTo>
                  <a:pt x="288" y="76"/>
                </a:lnTo>
                <a:lnTo>
                  <a:pt x="288" y="75"/>
                </a:lnTo>
                <a:lnTo>
                  <a:pt x="287" y="75"/>
                </a:lnTo>
                <a:lnTo>
                  <a:pt x="288" y="75"/>
                </a:lnTo>
                <a:lnTo>
                  <a:pt x="288" y="74"/>
                </a:lnTo>
                <a:lnTo>
                  <a:pt x="287" y="74"/>
                </a:lnTo>
                <a:lnTo>
                  <a:pt x="287" y="73"/>
                </a:lnTo>
                <a:lnTo>
                  <a:pt x="288" y="73"/>
                </a:lnTo>
                <a:lnTo>
                  <a:pt x="288" y="74"/>
                </a:lnTo>
                <a:lnTo>
                  <a:pt x="289" y="74"/>
                </a:lnTo>
                <a:lnTo>
                  <a:pt x="290" y="74"/>
                </a:lnTo>
                <a:lnTo>
                  <a:pt x="290" y="75"/>
                </a:lnTo>
                <a:lnTo>
                  <a:pt x="291" y="75"/>
                </a:lnTo>
                <a:lnTo>
                  <a:pt x="292" y="75"/>
                </a:lnTo>
                <a:lnTo>
                  <a:pt x="293" y="75"/>
                </a:lnTo>
                <a:lnTo>
                  <a:pt x="294" y="75"/>
                </a:lnTo>
                <a:lnTo>
                  <a:pt x="294" y="74"/>
                </a:lnTo>
                <a:lnTo>
                  <a:pt x="294" y="73"/>
                </a:lnTo>
                <a:lnTo>
                  <a:pt x="294" y="72"/>
                </a:lnTo>
                <a:lnTo>
                  <a:pt x="294" y="71"/>
                </a:lnTo>
                <a:lnTo>
                  <a:pt x="293" y="70"/>
                </a:lnTo>
                <a:lnTo>
                  <a:pt x="292" y="69"/>
                </a:lnTo>
                <a:lnTo>
                  <a:pt x="291" y="69"/>
                </a:lnTo>
                <a:lnTo>
                  <a:pt x="292" y="69"/>
                </a:lnTo>
                <a:lnTo>
                  <a:pt x="292" y="68"/>
                </a:lnTo>
                <a:lnTo>
                  <a:pt x="292" y="67"/>
                </a:lnTo>
                <a:lnTo>
                  <a:pt x="293" y="66"/>
                </a:lnTo>
                <a:lnTo>
                  <a:pt x="292" y="66"/>
                </a:lnTo>
                <a:lnTo>
                  <a:pt x="292" y="65"/>
                </a:lnTo>
                <a:lnTo>
                  <a:pt x="291" y="65"/>
                </a:lnTo>
                <a:lnTo>
                  <a:pt x="291" y="64"/>
                </a:lnTo>
                <a:lnTo>
                  <a:pt x="291" y="63"/>
                </a:lnTo>
                <a:lnTo>
                  <a:pt x="292" y="63"/>
                </a:lnTo>
                <a:lnTo>
                  <a:pt x="292" y="62"/>
                </a:lnTo>
                <a:lnTo>
                  <a:pt x="293" y="62"/>
                </a:lnTo>
                <a:lnTo>
                  <a:pt x="293" y="61"/>
                </a:lnTo>
                <a:lnTo>
                  <a:pt x="292" y="61"/>
                </a:lnTo>
                <a:lnTo>
                  <a:pt x="291" y="60"/>
                </a:lnTo>
                <a:lnTo>
                  <a:pt x="290" y="59"/>
                </a:lnTo>
                <a:lnTo>
                  <a:pt x="291" y="59"/>
                </a:lnTo>
                <a:lnTo>
                  <a:pt x="292" y="59"/>
                </a:lnTo>
                <a:lnTo>
                  <a:pt x="292" y="58"/>
                </a:lnTo>
                <a:lnTo>
                  <a:pt x="293" y="58"/>
                </a:lnTo>
                <a:lnTo>
                  <a:pt x="292" y="58"/>
                </a:lnTo>
                <a:lnTo>
                  <a:pt x="291" y="57"/>
                </a:lnTo>
                <a:lnTo>
                  <a:pt x="291" y="56"/>
                </a:lnTo>
                <a:lnTo>
                  <a:pt x="290" y="56"/>
                </a:lnTo>
                <a:lnTo>
                  <a:pt x="291" y="56"/>
                </a:lnTo>
                <a:lnTo>
                  <a:pt x="291" y="55"/>
                </a:lnTo>
                <a:lnTo>
                  <a:pt x="291" y="56"/>
                </a:lnTo>
                <a:lnTo>
                  <a:pt x="292" y="56"/>
                </a:lnTo>
                <a:lnTo>
                  <a:pt x="293" y="56"/>
                </a:lnTo>
                <a:lnTo>
                  <a:pt x="293" y="55"/>
                </a:lnTo>
                <a:lnTo>
                  <a:pt x="294" y="55"/>
                </a:lnTo>
                <a:lnTo>
                  <a:pt x="294" y="54"/>
                </a:lnTo>
                <a:lnTo>
                  <a:pt x="295" y="55"/>
                </a:lnTo>
                <a:lnTo>
                  <a:pt x="296" y="56"/>
                </a:lnTo>
                <a:lnTo>
                  <a:pt x="296" y="55"/>
                </a:lnTo>
                <a:lnTo>
                  <a:pt x="297" y="55"/>
                </a:lnTo>
                <a:lnTo>
                  <a:pt x="298" y="55"/>
                </a:lnTo>
                <a:lnTo>
                  <a:pt x="298" y="54"/>
                </a:lnTo>
                <a:lnTo>
                  <a:pt x="297" y="54"/>
                </a:lnTo>
                <a:lnTo>
                  <a:pt x="297" y="53"/>
                </a:lnTo>
                <a:lnTo>
                  <a:pt x="298" y="53"/>
                </a:lnTo>
                <a:lnTo>
                  <a:pt x="298" y="52"/>
                </a:lnTo>
                <a:lnTo>
                  <a:pt x="297" y="52"/>
                </a:lnTo>
                <a:lnTo>
                  <a:pt x="296" y="52"/>
                </a:lnTo>
                <a:lnTo>
                  <a:pt x="296" y="53"/>
                </a:lnTo>
                <a:lnTo>
                  <a:pt x="296" y="52"/>
                </a:lnTo>
                <a:lnTo>
                  <a:pt x="295" y="52"/>
                </a:lnTo>
                <a:lnTo>
                  <a:pt x="295" y="51"/>
                </a:lnTo>
                <a:lnTo>
                  <a:pt x="295" y="50"/>
                </a:lnTo>
                <a:lnTo>
                  <a:pt x="296" y="50"/>
                </a:lnTo>
                <a:lnTo>
                  <a:pt x="296" y="49"/>
                </a:lnTo>
                <a:lnTo>
                  <a:pt x="296" y="48"/>
                </a:lnTo>
                <a:lnTo>
                  <a:pt x="296" y="47"/>
                </a:lnTo>
                <a:lnTo>
                  <a:pt x="297" y="47"/>
                </a:lnTo>
                <a:lnTo>
                  <a:pt x="296" y="46"/>
                </a:lnTo>
                <a:lnTo>
                  <a:pt x="296" y="45"/>
                </a:lnTo>
                <a:lnTo>
                  <a:pt x="297" y="45"/>
                </a:lnTo>
                <a:lnTo>
                  <a:pt x="297" y="44"/>
                </a:lnTo>
                <a:lnTo>
                  <a:pt x="297" y="43"/>
                </a:lnTo>
                <a:lnTo>
                  <a:pt x="297" y="42"/>
                </a:lnTo>
                <a:lnTo>
                  <a:pt x="297" y="41"/>
                </a:lnTo>
                <a:lnTo>
                  <a:pt x="296" y="41"/>
                </a:lnTo>
                <a:lnTo>
                  <a:pt x="296" y="40"/>
                </a:lnTo>
                <a:lnTo>
                  <a:pt x="295" y="40"/>
                </a:lnTo>
                <a:lnTo>
                  <a:pt x="295" y="39"/>
                </a:lnTo>
                <a:lnTo>
                  <a:pt x="296" y="39"/>
                </a:lnTo>
                <a:lnTo>
                  <a:pt x="296" y="38"/>
                </a:lnTo>
                <a:lnTo>
                  <a:pt x="297" y="38"/>
                </a:lnTo>
                <a:lnTo>
                  <a:pt x="298" y="39"/>
                </a:lnTo>
                <a:lnTo>
                  <a:pt x="299" y="39"/>
                </a:lnTo>
                <a:lnTo>
                  <a:pt x="300" y="39"/>
                </a:lnTo>
                <a:lnTo>
                  <a:pt x="301" y="39"/>
                </a:lnTo>
                <a:lnTo>
                  <a:pt x="301" y="38"/>
                </a:lnTo>
                <a:lnTo>
                  <a:pt x="301" y="37"/>
                </a:lnTo>
                <a:lnTo>
                  <a:pt x="301" y="36"/>
                </a:lnTo>
                <a:lnTo>
                  <a:pt x="301" y="35"/>
                </a:lnTo>
                <a:lnTo>
                  <a:pt x="299" y="35"/>
                </a:lnTo>
                <a:lnTo>
                  <a:pt x="298" y="35"/>
                </a:lnTo>
                <a:lnTo>
                  <a:pt x="297" y="34"/>
                </a:lnTo>
                <a:lnTo>
                  <a:pt x="297" y="33"/>
                </a:lnTo>
                <a:lnTo>
                  <a:pt x="298" y="33"/>
                </a:lnTo>
                <a:lnTo>
                  <a:pt x="298" y="32"/>
                </a:lnTo>
                <a:lnTo>
                  <a:pt x="299" y="32"/>
                </a:lnTo>
                <a:lnTo>
                  <a:pt x="300" y="32"/>
                </a:lnTo>
                <a:lnTo>
                  <a:pt x="300" y="31"/>
                </a:lnTo>
                <a:lnTo>
                  <a:pt x="300" y="30"/>
                </a:lnTo>
                <a:lnTo>
                  <a:pt x="299" y="28"/>
                </a:lnTo>
                <a:lnTo>
                  <a:pt x="298" y="26"/>
                </a:lnTo>
                <a:lnTo>
                  <a:pt x="298" y="25"/>
                </a:lnTo>
                <a:lnTo>
                  <a:pt x="299" y="25"/>
                </a:lnTo>
                <a:lnTo>
                  <a:pt x="300" y="25"/>
                </a:lnTo>
                <a:lnTo>
                  <a:pt x="301" y="25"/>
                </a:lnTo>
                <a:lnTo>
                  <a:pt x="302" y="24"/>
                </a:lnTo>
                <a:lnTo>
                  <a:pt x="302" y="22"/>
                </a:lnTo>
                <a:lnTo>
                  <a:pt x="301" y="22"/>
                </a:lnTo>
                <a:lnTo>
                  <a:pt x="299" y="21"/>
                </a:lnTo>
                <a:lnTo>
                  <a:pt x="298" y="21"/>
                </a:lnTo>
                <a:lnTo>
                  <a:pt x="297" y="21"/>
                </a:lnTo>
                <a:lnTo>
                  <a:pt x="297" y="20"/>
                </a:lnTo>
                <a:lnTo>
                  <a:pt x="298" y="19"/>
                </a:lnTo>
                <a:lnTo>
                  <a:pt x="299" y="19"/>
                </a:lnTo>
                <a:lnTo>
                  <a:pt x="300" y="19"/>
                </a:lnTo>
                <a:lnTo>
                  <a:pt x="301" y="19"/>
                </a:lnTo>
                <a:lnTo>
                  <a:pt x="301" y="18"/>
                </a:lnTo>
                <a:lnTo>
                  <a:pt x="300" y="18"/>
                </a:lnTo>
                <a:lnTo>
                  <a:pt x="300" y="17"/>
                </a:lnTo>
                <a:lnTo>
                  <a:pt x="301" y="17"/>
                </a:lnTo>
                <a:lnTo>
                  <a:pt x="301" y="16"/>
                </a:lnTo>
                <a:lnTo>
                  <a:pt x="300" y="16"/>
                </a:lnTo>
                <a:lnTo>
                  <a:pt x="300" y="14"/>
                </a:lnTo>
                <a:lnTo>
                  <a:pt x="301" y="12"/>
                </a:lnTo>
                <a:lnTo>
                  <a:pt x="301" y="11"/>
                </a:lnTo>
                <a:lnTo>
                  <a:pt x="302" y="11"/>
                </a:lnTo>
                <a:lnTo>
                  <a:pt x="302" y="10"/>
                </a:lnTo>
                <a:lnTo>
                  <a:pt x="302" y="9"/>
                </a:lnTo>
                <a:lnTo>
                  <a:pt x="302" y="7"/>
                </a:lnTo>
                <a:lnTo>
                  <a:pt x="302" y="6"/>
                </a:lnTo>
                <a:lnTo>
                  <a:pt x="302" y="7"/>
                </a:lnTo>
                <a:lnTo>
                  <a:pt x="303" y="7"/>
                </a:lnTo>
                <a:lnTo>
                  <a:pt x="303" y="6"/>
                </a:lnTo>
                <a:lnTo>
                  <a:pt x="305" y="5"/>
                </a:lnTo>
                <a:lnTo>
                  <a:pt x="305" y="4"/>
                </a:lnTo>
                <a:lnTo>
                  <a:pt x="304" y="4"/>
                </a:lnTo>
                <a:lnTo>
                  <a:pt x="303" y="3"/>
                </a:lnTo>
                <a:lnTo>
                  <a:pt x="305" y="1"/>
                </a:lnTo>
                <a:lnTo>
                  <a:pt x="305" y="0"/>
                </a:lnTo>
                <a:lnTo>
                  <a:pt x="30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5" name=""/>
          <p:cNvSpPr/>
          <p:nvPr/>
        </p:nvSpPr>
        <p:spPr>
          <a:xfrm>
            <a:off x="1905120" y="3909960"/>
            <a:ext cx="252360" cy="156600"/>
          </a:xfrm>
          <a:custGeom>
            <a:avLst/>
            <a:gdLst/>
            <a:ahLst/>
            <a:rect l="0" t="0" r="r" b="b"/>
            <a:pathLst>
              <a:path w="701" h="435">
                <a:moveTo>
                  <a:pt x="114" y="1"/>
                </a:moveTo>
                <a:lnTo>
                  <a:pt x="115" y="1"/>
                </a:lnTo>
                <a:lnTo>
                  <a:pt x="115" y="2"/>
                </a:lnTo>
                <a:lnTo>
                  <a:pt x="115" y="3"/>
                </a:lnTo>
                <a:lnTo>
                  <a:pt x="116" y="3"/>
                </a:lnTo>
                <a:lnTo>
                  <a:pt x="116" y="2"/>
                </a:lnTo>
                <a:lnTo>
                  <a:pt x="117" y="2"/>
                </a:lnTo>
                <a:lnTo>
                  <a:pt x="118" y="2"/>
                </a:lnTo>
                <a:lnTo>
                  <a:pt x="119" y="2"/>
                </a:lnTo>
                <a:lnTo>
                  <a:pt x="120" y="2"/>
                </a:lnTo>
                <a:lnTo>
                  <a:pt x="120" y="3"/>
                </a:lnTo>
                <a:lnTo>
                  <a:pt x="121" y="4"/>
                </a:lnTo>
                <a:lnTo>
                  <a:pt x="122" y="4"/>
                </a:lnTo>
                <a:lnTo>
                  <a:pt x="123" y="4"/>
                </a:lnTo>
                <a:lnTo>
                  <a:pt x="125" y="4"/>
                </a:lnTo>
                <a:lnTo>
                  <a:pt x="126" y="4"/>
                </a:lnTo>
                <a:lnTo>
                  <a:pt x="127" y="4"/>
                </a:lnTo>
                <a:lnTo>
                  <a:pt x="128" y="4"/>
                </a:lnTo>
                <a:lnTo>
                  <a:pt x="129" y="4"/>
                </a:lnTo>
                <a:lnTo>
                  <a:pt x="130" y="4"/>
                </a:lnTo>
                <a:lnTo>
                  <a:pt x="131" y="4"/>
                </a:lnTo>
                <a:lnTo>
                  <a:pt x="131" y="3"/>
                </a:lnTo>
                <a:lnTo>
                  <a:pt x="132" y="3"/>
                </a:lnTo>
                <a:lnTo>
                  <a:pt x="133" y="3"/>
                </a:lnTo>
                <a:lnTo>
                  <a:pt x="134" y="3"/>
                </a:lnTo>
                <a:lnTo>
                  <a:pt x="135" y="3"/>
                </a:lnTo>
                <a:lnTo>
                  <a:pt x="136" y="3"/>
                </a:lnTo>
                <a:lnTo>
                  <a:pt x="136" y="4"/>
                </a:lnTo>
                <a:lnTo>
                  <a:pt x="137" y="4"/>
                </a:lnTo>
                <a:lnTo>
                  <a:pt x="138" y="4"/>
                </a:lnTo>
                <a:lnTo>
                  <a:pt x="138" y="5"/>
                </a:lnTo>
                <a:lnTo>
                  <a:pt x="139" y="5"/>
                </a:lnTo>
                <a:lnTo>
                  <a:pt x="141" y="5"/>
                </a:lnTo>
                <a:lnTo>
                  <a:pt x="142" y="6"/>
                </a:lnTo>
                <a:lnTo>
                  <a:pt x="143" y="7"/>
                </a:lnTo>
                <a:lnTo>
                  <a:pt x="144" y="7"/>
                </a:lnTo>
                <a:lnTo>
                  <a:pt x="145" y="8"/>
                </a:lnTo>
                <a:lnTo>
                  <a:pt x="146" y="8"/>
                </a:lnTo>
                <a:lnTo>
                  <a:pt x="146" y="7"/>
                </a:lnTo>
                <a:lnTo>
                  <a:pt x="147" y="7"/>
                </a:lnTo>
                <a:lnTo>
                  <a:pt x="148" y="7"/>
                </a:lnTo>
                <a:lnTo>
                  <a:pt x="149" y="7"/>
                </a:lnTo>
                <a:lnTo>
                  <a:pt x="149" y="8"/>
                </a:lnTo>
                <a:lnTo>
                  <a:pt x="150" y="8"/>
                </a:lnTo>
                <a:lnTo>
                  <a:pt x="151" y="8"/>
                </a:lnTo>
                <a:lnTo>
                  <a:pt x="152" y="9"/>
                </a:lnTo>
                <a:lnTo>
                  <a:pt x="152" y="8"/>
                </a:lnTo>
                <a:lnTo>
                  <a:pt x="153" y="8"/>
                </a:lnTo>
                <a:lnTo>
                  <a:pt x="153" y="7"/>
                </a:lnTo>
                <a:lnTo>
                  <a:pt x="154" y="7"/>
                </a:lnTo>
                <a:lnTo>
                  <a:pt x="154" y="8"/>
                </a:lnTo>
                <a:lnTo>
                  <a:pt x="155" y="8"/>
                </a:lnTo>
                <a:lnTo>
                  <a:pt x="155" y="7"/>
                </a:lnTo>
                <a:lnTo>
                  <a:pt x="156" y="7"/>
                </a:lnTo>
                <a:lnTo>
                  <a:pt x="157" y="8"/>
                </a:lnTo>
                <a:lnTo>
                  <a:pt x="158" y="7"/>
                </a:lnTo>
                <a:lnTo>
                  <a:pt x="159" y="7"/>
                </a:lnTo>
                <a:lnTo>
                  <a:pt x="160" y="7"/>
                </a:lnTo>
                <a:lnTo>
                  <a:pt x="161" y="7"/>
                </a:lnTo>
                <a:lnTo>
                  <a:pt x="162" y="7"/>
                </a:lnTo>
                <a:lnTo>
                  <a:pt x="162" y="8"/>
                </a:lnTo>
                <a:lnTo>
                  <a:pt x="163" y="9"/>
                </a:lnTo>
                <a:lnTo>
                  <a:pt x="164" y="9"/>
                </a:lnTo>
                <a:lnTo>
                  <a:pt x="164" y="10"/>
                </a:lnTo>
                <a:lnTo>
                  <a:pt x="165" y="10"/>
                </a:lnTo>
                <a:lnTo>
                  <a:pt x="165" y="11"/>
                </a:lnTo>
                <a:lnTo>
                  <a:pt x="166" y="11"/>
                </a:lnTo>
                <a:lnTo>
                  <a:pt x="166" y="12"/>
                </a:lnTo>
                <a:lnTo>
                  <a:pt x="167" y="12"/>
                </a:lnTo>
                <a:lnTo>
                  <a:pt x="168" y="12"/>
                </a:lnTo>
                <a:lnTo>
                  <a:pt x="168" y="11"/>
                </a:lnTo>
                <a:lnTo>
                  <a:pt x="169" y="11"/>
                </a:lnTo>
                <a:lnTo>
                  <a:pt x="169" y="12"/>
                </a:lnTo>
                <a:lnTo>
                  <a:pt x="170" y="12"/>
                </a:lnTo>
                <a:lnTo>
                  <a:pt x="170" y="11"/>
                </a:lnTo>
                <a:lnTo>
                  <a:pt x="171" y="11"/>
                </a:lnTo>
                <a:lnTo>
                  <a:pt x="172" y="11"/>
                </a:lnTo>
                <a:lnTo>
                  <a:pt x="173" y="11"/>
                </a:lnTo>
                <a:lnTo>
                  <a:pt x="174" y="11"/>
                </a:lnTo>
                <a:lnTo>
                  <a:pt x="175" y="11"/>
                </a:lnTo>
                <a:lnTo>
                  <a:pt x="176" y="11"/>
                </a:lnTo>
                <a:lnTo>
                  <a:pt x="176" y="12"/>
                </a:lnTo>
                <a:lnTo>
                  <a:pt x="177" y="12"/>
                </a:lnTo>
                <a:lnTo>
                  <a:pt x="177" y="11"/>
                </a:lnTo>
                <a:lnTo>
                  <a:pt x="177" y="10"/>
                </a:lnTo>
                <a:lnTo>
                  <a:pt x="179" y="10"/>
                </a:lnTo>
                <a:lnTo>
                  <a:pt x="180" y="9"/>
                </a:lnTo>
                <a:lnTo>
                  <a:pt x="181" y="9"/>
                </a:lnTo>
                <a:lnTo>
                  <a:pt x="181" y="10"/>
                </a:lnTo>
                <a:lnTo>
                  <a:pt x="180" y="10"/>
                </a:lnTo>
                <a:lnTo>
                  <a:pt x="181" y="10"/>
                </a:lnTo>
                <a:lnTo>
                  <a:pt x="182" y="10"/>
                </a:lnTo>
                <a:lnTo>
                  <a:pt x="183" y="10"/>
                </a:lnTo>
                <a:lnTo>
                  <a:pt x="185" y="11"/>
                </a:lnTo>
                <a:lnTo>
                  <a:pt x="186" y="11"/>
                </a:lnTo>
                <a:lnTo>
                  <a:pt x="186" y="10"/>
                </a:lnTo>
                <a:lnTo>
                  <a:pt x="187" y="10"/>
                </a:lnTo>
                <a:lnTo>
                  <a:pt x="188" y="10"/>
                </a:lnTo>
                <a:lnTo>
                  <a:pt x="189" y="11"/>
                </a:lnTo>
                <a:lnTo>
                  <a:pt x="189" y="10"/>
                </a:lnTo>
                <a:lnTo>
                  <a:pt x="189" y="9"/>
                </a:lnTo>
                <a:lnTo>
                  <a:pt x="190" y="9"/>
                </a:lnTo>
                <a:lnTo>
                  <a:pt x="191" y="8"/>
                </a:lnTo>
                <a:lnTo>
                  <a:pt x="191" y="7"/>
                </a:lnTo>
                <a:lnTo>
                  <a:pt x="192" y="6"/>
                </a:lnTo>
                <a:lnTo>
                  <a:pt x="192" y="5"/>
                </a:lnTo>
                <a:lnTo>
                  <a:pt x="193" y="5"/>
                </a:lnTo>
                <a:lnTo>
                  <a:pt x="193" y="4"/>
                </a:lnTo>
                <a:lnTo>
                  <a:pt x="193" y="5"/>
                </a:lnTo>
                <a:lnTo>
                  <a:pt x="194" y="5"/>
                </a:lnTo>
                <a:lnTo>
                  <a:pt x="195" y="5"/>
                </a:lnTo>
                <a:lnTo>
                  <a:pt x="195" y="4"/>
                </a:lnTo>
                <a:lnTo>
                  <a:pt x="195" y="3"/>
                </a:lnTo>
                <a:lnTo>
                  <a:pt x="195" y="2"/>
                </a:lnTo>
                <a:lnTo>
                  <a:pt x="196" y="2"/>
                </a:lnTo>
                <a:lnTo>
                  <a:pt x="197" y="2"/>
                </a:lnTo>
                <a:lnTo>
                  <a:pt x="197" y="3"/>
                </a:lnTo>
                <a:lnTo>
                  <a:pt x="198" y="3"/>
                </a:lnTo>
                <a:lnTo>
                  <a:pt x="199" y="3"/>
                </a:lnTo>
                <a:lnTo>
                  <a:pt x="200" y="4"/>
                </a:lnTo>
                <a:lnTo>
                  <a:pt x="199" y="5"/>
                </a:lnTo>
                <a:lnTo>
                  <a:pt x="200" y="6"/>
                </a:lnTo>
                <a:lnTo>
                  <a:pt x="200" y="7"/>
                </a:lnTo>
                <a:lnTo>
                  <a:pt x="200" y="8"/>
                </a:lnTo>
                <a:lnTo>
                  <a:pt x="200" y="10"/>
                </a:lnTo>
                <a:lnTo>
                  <a:pt x="201" y="10"/>
                </a:lnTo>
                <a:lnTo>
                  <a:pt x="201" y="11"/>
                </a:lnTo>
                <a:lnTo>
                  <a:pt x="201" y="12"/>
                </a:lnTo>
                <a:lnTo>
                  <a:pt x="200" y="12"/>
                </a:lnTo>
                <a:lnTo>
                  <a:pt x="201" y="13"/>
                </a:lnTo>
                <a:lnTo>
                  <a:pt x="202" y="13"/>
                </a:lnTo>
                <a:lnTo>
                  <a:pt x="203" y="14"/>
                </a:lnTo>
                <a:lnTo>
                  <a:pt x="204" y="14"/>
                </a:lnTo>
                <a:lnTo>
                  <a:pt x="204" y="13"/>
                </a:lnTo>
                <a:lnTo>
                  <a:pt x="205" y="13"/>
                </a:lnTo>
                <a:lnTo>
                  <a:pt x="205" y="12"/>
                </a:lnTo>
                <a:lnTo>
                  <a:pt x="205" y="11"/>
                </a:lnTo>
                <a:lnTo>
                  <a:pt x="205" y="12"/>
                </a:lnTo>
                <a:lnTo>
                  <a:pt x="206" y="12"/>
                </a:lnTo>
                <a:lnTo>
                  <a:pt x="206" y="13"/>
                </a:lnTo>
                <a:lnTo>
                  <a:pt x="206" y="14"/>
                </a:lnTo>
                <a:lnTo>
                  <a:pt x="207" y="14"/>
                </a:lnTo>
                <a:lnTo>
                  <a:pt x="207" y="15"/>
                </a:lnTo>
                <a:lnTo>
                  <a:pt x="208" y="15"/>
                </a:lnTo>
                <a:lnTo>
                  <a:pt x="208" y="16"/>
                </a:lnTo>
                <a:lnTo>
                  <a:pt x="209" y="17"/>
                </a:lnTo>
                <a:lnTo>
                  <a:pt x="210" y="18"/>
                </a:lnTo>
                <a:lnTo>
                  <a:pt x="211" y="18"/>
                </a:lnTo>
                <a:lnTo>
                  <a:pt x="211" y="19"/>
                </a:lnTo>
                <a:lnTo>
                  <a:pt x="211" y="18"/>
                </a:lnTo>
                <a:lnTo>
                  <a:pt x="212" y="18"/>
                </a:lnTo>
                <a:lnTo>
                  <a:pt x="212" y="17"/>
                </a:lnTo>
                <a:lnTo>
                  <a:pt x="212" y="16"/>
                </a:lnTo>
                <a:lnTo>
                  <a:pt x="211" y="16"/>
                </a:lnTo>
                <a:lnTo>
                  <a:pt x="212" y="16"/>
                </a:lnTo>
                <a:lnTo>
                  <a:pt x="212" y="15"/>
                </a:lnTo>
                <a:lnTo>
                  <a:pt x="213" y="15"/>
                </a:lnTo>
                <a:lnTo>
                  <a:pt x="213" y="14"/>
                </a:lnTo>
                <a:lnTo>
                  <a:pt x="214" y="14"/>
                </a:lnTo>
                <a:lnTo>
                  <a:pt x="215" y="14"/>
                </a:lnTo>
                <a:lnTo>
                  <a:pt x="215" y="13"/>
                </a:lnTo>
                <a:lnTo>
                  <a:pt x="216" y="13"/>
                </a:lnTo>
                <a:lnTo>
                  <a:pt x="217" y="13"/>
                </a:lnTo>
                <a:lnTo>
                  <a:pt x="218" y="13"/>
                </a:lnTo>
                <a:lnTo>
                  <a:pt x="219" y="13"/>
                </a:lnTo>
                <a:lnTo>
                  <a:pt x="219" y="12"/>
                </a:lnTo>
                <a:lnTo>
                  <a:pt x="220" y="12"/>
                </a:lnTo>
                <a:lnTo>
                  <a:pt x="220" y="13"/>
                </a:lnTo>
                <a:lnTo>
                  <a:pt x="221" y="13"/>
                </a:lnTo>
                <a:lnTo>
                  <a:pt x="221" y="12"/>
                </a:lnTo>
                <a:lnTo>
                  <a:pt x="221" y="11"/>
                </a:lnTo>
                <a:lnTo>
                  <a:pt x="220" y="11"/>
                </a:lnTo>
                <a:lnTo>
                  <a:pt x="220" y="10"/>
                </a:lnTo>
                <a:lnTo>
                  <a:pt x="220" y="9"/>
                </a:lnTo>
                <a:lnTo>
                  <a:pt x="221" y="9"/>
                </a:lnTo>
                <a:lnTo>
                  <a:pt x="221" y="8"/>
                </a:lnTo>
                <a:lnTo>
                  <a:pt x="222" y="7"/>
                </a:lnTo>
                <a:lnTo>
                  <a:pt x="223" y="7"/>
                </a:lnTo>
                <a:lnTo>
                  <a:pt x="224" y="7"/>
                </a:lnTo>
                <a:lnTo>
                  <a:pt x="224" y="6"/>
                </a:lnTo>
                <a:lnTo>
                  <a:pt x="226" y="6"/>
                </a:lnTo>
                <a:lnTo>
                  <a:pt x="226" y="7"/>
                </a:lnTo>
                <a:lnTo>
                  <a:pt x="227" y="7"/>
                </a:lnTo>
                <a:lnTo>
                  <a:pt x="228" y="7"/>
                </a:lnTo>
                <a:lnTo>
                  <a:pt x="228" y="8"/>
                </a:lnTo>
                <a:lnTo>
                  <a:pt x="228" y="7"/>
                </a:lnTo>
                <a:lnTo>
                  <a:pt x="229" y="6"/>
                </a:lnTo>
                <a:lnTo>
                  <a:pt x="229" y="7"/>
                </a:lnTo>
                <a:lnTo>
                  <a:pt x="229" y="8"/>
                </a:lnTo>
                <a:lnTo>
                  <a:pt x="230" y="8"/>
                </a:lnTo>
                <a:lnTo>
                  <a:pt x="230" y="7"/>
                </a:lnTo>
                <a:lnTo>
                  <a:pt x="231" y="6"/>
                </a:lnTo>
                <a:lnTo>
                  <a:pt x="231" y="5"/>
                </a:lnTo>
                <a:lnTo>
                  <a:pt x="232" y="5"/>
                </a:lnTo>
                <a:lnTo>
                  <a:pt x="232" y="4"/>
                </a:lnTo>
                <a:lnTo>
                  <a:pt x="233" y="3"/>
                </a:lnTo>
                <a:lnTo>
                  <a:pt x="233" y="2"/>
                </a:lnTo>
                <a:lnTo>
                  <a:pt x="234" y="2"/>
                </a:lnTo>
                <a:lnTo>
                  <a:pt x="235" y="2"/>
                </a:lnTo>
                <a:lnTo>
                  <a:pt x="236" y="2"/>
                </a:lnTo>
                <a:lnTo>
                  <a:pt x="236" y="3"/>
                </a:lnTo>
                <a:lnTo>
                  <a:pt x="236" y="4"/>
                </a:lnTo>
                <a:lnTo>
                  <a:pt x="237" y="4"/>
                </a:lnTo>
                <a:lnTo>
                  <a:pt x="238" y="5"/>
                </a:lnTo>
                <a:lnTo>
                  <a:pt x="238" y="6"/>
                </a:lnTo>
                <a:lnTo>
                  <a:pt x="239" y="7"/>
                </a:lnTo>
                <a:lnTo>
                  <a:pt x="240" y="7"/>
                </a:lnTo>
                <a:lnTo>
                  <a:pt x="241" y="7"/>
                </a:lnTo>
                <a:lnTo>
                  <a:pt x="241" y="8"/>
                </a:lnTo>
                <a:lnTo>
                  <a:pt x="242" y="8"/>
                </a:lnTo>
                <a:lnTo>
                  <a:pt x="242" y="9"/>
                </a:lnTo>
                <a:lnTo>
                  <a:pt x="242" y="10"/>
                </a:lnTo>
                <a:lnTo>
                  <a:pt x="241" y="11"/>
                </a:lnTo>
                <a:lnTo>
                  <a:pt x="240" y="12"/>
                </a:lnTo>
                <a:lnTo>
                  <a:pt x="242" y="12"/>
                </a:lnTo>
                <a:lnTo>
                  <a:pt x="242" y="11"/>
                </a:lnTo>
                <a:lnTo>
                  <a:pt x="243" y="11"/>
                </a:lnTo>
                <a:lnTo>
                  <a:pt x="243" y="10"/>
                </a:lnTo>
                <a:lnTo>
                  <a:pt x="244" y="10"/>
                </a:lnTo>
                <a:lnTo>
                  <a:pt x="244" y="9"/>
                </a:lnTo>
                <a:lnTo>
                  <a:pt x="245" y="9"/>
                </a:lnTo>
                <a:lnTo>
                  <a:pt x="245" y="10"/>
                </a:lnTo>
                <a:lnTo>
                  <a:pt x="245" y="11"/>
                </a:lnTo>
                <a:lnTo>
                  <a:pt x="246" y="11"/>
                </a:lnTo>
                <a:lnTo>
                  <a:pt x="247" y="11"/>
                </a:lnTo>
                <a:lnTo>
                  <a:pt x="247" y="12"/>
                </a:lnTo>
                <a:lnTo>
                  <a:pt x="248" y="12"/>
                </a:lnTo>
                <a:lnTo>
                  <a:pt x="248" y="13"/>
                </a:lnTo>
                <a:lnTo>
                  <a:pt x="249" y="14"/>
                </a:lnTo>
                <a:lnTo>
                  <a:pt x="249" y="15"/>
                </a:lnTo>
                <a:lnTo>
                  <a:pt x="250" y="15"/>
                </a:lnTo>
                <a:lnTo>
                  <a:pt x="250" y="16"/>
                </a:lnTo>
                <a:lnTo>
                  <a:pt x="251" y="16"/>
                </a:lnTo>
                <a:lnTo>
                  <a:pt x="251" y="15"/>
                </a:lnTo>
                <a:lnTo>
                  <a:pt x="251" y="16"/>
                </a:lnTo>
                <a:lnTo>
                  <a:pt x="252" y="16"/>
                </a:lnTo>
                <a:lnTo>
                  <a:pt x="253" y="16"/>
                </a:lnTo>
                <a:lnTo>
                  <a:pt x="253" y="17"/>
                </a:lnTo>
                <a:lnTo>
                  <a:pt x="253" y="19"/>
                </a:lnTo>
                <a:lnTo>
                  <a:pt x="254" y="19"/>
                </a:lnTo>
                <a:lnTo>
                  <a:pt x="254" y="20"/>
                </a:lnTo>
                <a:lnTo>
                  <a:pt x="255" y="20"/>
                </a:lnTo>
                <a:lnTo>
                  <a:pt x="255" y="21"/>
                </a:lnTo>
                <a:lnTo>
                  <a:pt x="254" y="21"/>
                </a:lnTo>
                <a:lnTo>
                  <a:pt x="254" y="22"/>
                </a:lnTo>
                <a:lnTo>
                  <a:pt x="253" y="22"/>
                </a:lnTo>
                <a:lnTo>
                  <a:pt x="252" y="22"/>
                </a:lnTo>
                <a:lnTo>
                  <a:pt x="251" y="23"/>
                </a:lnTo>
                <a:lnTo>
                  <a:pt x="250" y="23"/>
                </a:lnTo>
                <a:lnTo>
                  <a:pt x="250" y="24"/>
                </a:lnTo>
                <a:lnTo>
                  <a:pt x="251" y="24"/>
                </a:lnTo>
                <a:lnTo>
                  <a:pt x="252" y="24"/>
                </a:lnTo>
                <a:lnTo>
                  <a:pt x="252" y="23"/>
                </a:lnTo>
                <a:lnTo>
                  <a:pt x="253" y="24"/>
                </a:lnTo>
                <a:lnTo>
                  <a:pt x="254" y="24"/>
                </a:lnTo>
                <a:lnTo>
                  <a:pt x="255" y="24"/>
                </a:lnTo>
                <a:lnTo>
                  <a:pt x="256" y="24"/>
                </a:lnTo>
                <a:lnTo>
                  <a:pt x="257" y="24"/>
                </a:lnTo>
                <a:lnTo>
                  <a:pt x="258" y="24"/>
                </a:lnTo>
                <a:lnTo>
                  <a:pt x="259" y="25"/>
                </a:lnTo>
                <a:lnTo>
                  <a:pt x="259" y="26"/>
                </a:lnTo>
                <a:lnTo>
                  <a:pt x="259" y="27"/>
                </a:lnTo>
                <a:lnTo>
                  <a:pt x="260" y="27"/>
                </a:lnTo>
                <a:lnTo>
                  <a:pt x="260" y="28"/>
                </a:lnTo>
                <a:lnTo>
                  <a:pt x="260" y="29"/>
                </a:lnTo>
                <a:lnTo>
                  <a:pt x="261" y="29"/>
                </a:lnTo>
                <a:lnTo>
                  <a:pt x="262" y="29"/>
                </a:lnTo>
                <a:lnTo>
                  <a:pt x="262" y="30"/>
                </a:lnTo>
                <a:lnTo>
                  <a:pt x="261" y="30"/>
                </a:lnTo>
                <a:lnTo>
                  <a:pt x="261" y="31"/>
                </a:lnTo>
                <a:lnTo>
                  <a:pt x="261" y="32"/>
                </a:lnTo>
                <a:lnTo>
                  <a:pt x="261" y="33"/>
                </a:lnTo>
                <a:lnTo>
                  <a:pt x="260" y="33"/>
                </a:lnTo>
                <a:lnTo>
                  <a:pt x="259" y="33"/>
                </a:lnTo>
                <a:lnTo>
                  <a:pt x="259" y="34"/>
                </a:lnTo>
                <a:lnTo>
                  <a:pt x="259" y="35"/>
                </a:lnTo>
                <a:lnTo>
                  <a:pt x="259" y="37"/>
                </a:lnTo>
                <a:lnTo>
                  <a:pt x="259" y="38"/>
                </a:lnTo>
                <a:lnTo>
                  <a:pt x="259" y="39"/>
                </a:lnTo>
                <a:lnTo>
                  <a:pt x="259" y="40"/>
                </a:lnTo>
                <a:lnTo>
                  <a:pt x="260" y="40"/>
                </a:lnTo>
                <a:lnTo>
                  <a:pt x="261" y="40"/>
                </a:lnTo>
                <a:lnTo>
                  <a:pt x="261" y="39"/>
                </a:lnTo>
                <a:lnTo>
                  <a:pt x="262" y="39"/>
                </a:lnTo>
                <a:lnTo>
                  <a:pt x="263" y="39"/>
                </a:lnTo>
                <a:lnTo>
                  <a:pt x="263" y="40"/>
                </a:lnTo>
                <a:lnTo>
                  <a:pt x="263" y="41"/>
                </a:lnTo>
                <a:lnTo>
                  <a:pt x="262" y="41"/>
                </a:lnTo>
                <a:lnTo>
                  <a:pt x="263" y="43"/>
                </a:lnTo>
                <a:lnTo>
                  <a:pt x="264" y="43"/>
                </a:lnTo>
                <a:lnTo>
                  <a:pt x="265" y="44"/>
                </a:lnTo>
                <a:lnTo>
                  <a:pt x="266" y="44"/>
                </a:lnTo>
                <a:lnTo>
                  <a:pt x="266" y="45"/>
                </a:lnTo>
                <a:lnTo>
                  <a:pt x="267" y="45"/>
                </a:lnTo>
                <a:lnTo>
                  <a:pt x="268" y="45"/>
                </a:lnTo>
                <a:lnTo>
                  <a:pt x="269" y="45"/>
                </a:lnTo>
                <a:lnTo>
                  <a:pt x="270" y="45"/>
                </a:lnTo>
                <a:lnTo>
                  <a:pt x="270" y="46"/>
                </a:lnTo>
                <a:lnTo>
                  <a:pt x="271" y="47"/>
                </a:lnTo>
                <a:lnTo>
                  <a:pt x="272" y="47"/>
                </a:lnTo>
                <a:lnTo>
                  <a:pt x="272" y="48"/>
                </a:lnTo>
                <a:lnTo>
                  <a:pt x="272" y="49"/>
                </a:lnTo>
                <a:lnTo>
                  <a:pt x="272" y="50"/>
                </a:lnTo>
                <a:lnTo>
                  <a:pt x="273" y="50"/>
                </a:lnTo>
                <a:lnTo>
                  <a:pt x="273" y="51"/>
                </a:lnTo>
                <a:lnTo>
                  <a:pt x="274" y="52"/>
                </a:lnTo>
                <a:lnTo>
                  <a:pt x="274" y="53"/>
                </a:lnTo>
                <a:lnTo>
                  <a:pt x="275" y="54"/>
                </a:lnTo>
                <a:lnTo>
                  <a:pt x="276" y="54"/>
                </a:lnTo>
                <a:lnTo>
                  <a:pt x="277" y="54"/>
                </a:lnTo>
                <a:lnTo>
                  <a:pt x="277" y="53"/>
                </a:lnTo>
                <a:lnTo>
                  <a:pt x="278" y="53"/>
                </a:lnTo>
                <a:lnTo>
                  <a:pt x="278" y="52"/>
                </a:lnTo>
                <a:lnTo>
                  <a:pt x="278" y="51"/>
                </a:lnTo>
                <a:lnTo>
                  <a:pt x="279" y="52"/>
                </a:lnTo>
                <a:lnTo>
                  <a:pt x="279" y="53"/>
                </a:lnTo>
                <a:lnTo>
                  <a:pt x="279" y="54"/>
                </a:lnTo>
                <a:lnTo>
                  <a:pt x="279" y="55"/>
                </a:lnTo>
                <a:lnTo>
                  <a:pt x="278" y="55"/>
                </a:lnTo>
                <a:lnTo>
                  <a:pt x="278" y="56"/>
                </a:lnTo>
                <a:lnTo>
                  <a:pt x="277" y="56"/>
                </a:lnTo>
                <a:lnTo>
                  <a:pt x="276" y="56"/>
                </a:lnTo>
                <a:lnTo>
                  <a:pt x="276" y="55"/>
                </a:lnTo>
                <a:lnTo>
                  <a:pt x="275" y="55"/>
                </a:lnTo>
                <a:lnTo>
                  <a:pt x="275" y="56"/>
                </a:lnTo>
                <a:lnTo>
                  <a:pt x="276" y="56"/>
                </a:lnTo>
                <a:lnTo>
                  <a:pt x="277" y="57"/>
                </a:lnTo>
                <a:lnTo>
                  <a:pt x="278" y="57"/>
                </a:lnTo>
                <a:lnTo>
                  <a:pt x="278" y="56"/>
                </a:lnTo>
                <a:lnTo>
                  <a:pt x="279" y="57"/>
                </a:lnTo>
                <a:lnTo>
                  <a:pt x="279" y="58"/>
                </a:lnTo>
                <a:lnTo>
                  <a:pt x="280" y="59"/>
                </a:lnTo>
                <a:lnTo>
                  <a:pt x="280" y="60"/>
                </a:lnTo>
                <a:lnTo>
                  <a:pt x="281" y="60"/>
                </a:lnTo>
                <a:lnTo>
                  <a:pt x="281" y="61"/>
                </a:lnTo>
                <a:lnTo>
                  <a:pt x="282" y="61"/>
                </a:lnTo>
                <a:lnTo>
                  <a:pt x="283" y="62"/>
                </a:lnTo>
                <a:lnTo>
                  <a:pt x="284" y="62"/>
                </a:lnTo>
                <a:lnTo>
                  <a:pt x="284" y="63"/>
                </a:lnTo>
                <a:lnTo>
                  <a:pt x="284" y="64"/>
                </a:lnTo>
                <a:lnTo>
                  <a:pt x="285" y="64"/>
                </a:lnTo>
                <a:lnTo>
                  <a:pt x="285" y="65"/>
                </a:lnTo>
                <a:lnTo>
                  <a:pt x="284" y="65"/>
                </a:lnTo>
                <a:lnTo>
                  <a:pt x="284" y="66"/>
                </a:lnTo>
                <a:lnTo>
                  <a:pt x="285" y="66"/>
                </a:lnTo>
                <a:lnTo>
                  <a:pt x="285" y="67"/>
                </a:lnTo>
                <a:lnTo>
                  <a:pt x="284" y="67"/>
                </a:lnTo>
                <a:lnTo>
                  <a:pt x="285" y="68"/>
                </a:lnTo>
                <a:lnTo>
                  <a:pt x="286" y="68"/>
                </a:lnTo>
                <a:lnTo>
                  <a:pt x="287" y="68"/>
                </a:lnTo>
                <a:lnTo>
                  <a:pt x="287" y="69"/>
                </a:lnTo>
                <a:lnTo>
                  <a:pt x="287" y="70"/>
                </a:lnTo>
                <a:lnTo>
                  <a:pt x="288" y="70"/>
                </a:lnTo>
                <a:lnTo>
                  <a:pt x="289" y="70"/>
                </a:lnTo>
                <a:lnTo>
                  <a:pt x="289" y="69"/>
                </a:lnTo>
                <a:lnTo>
                  <a:pt x="290" y="69"/>
                </a:lnTo>
                <a:lnTo>
                  <a:pt x="291" y="69"/>
                </a:lnTo>
                <a:lnTo>
                  <a:pt x="292" y="68"/>
                </a:lnTo>
                <a:lnTo>
                  <a:pt x="292" y="67"/>
                </a:lnTo>
                <a:lnTo>
                  <a:pt x="293" y="66"/>
                </a:lnTo>
                <a:lnTo>
                  <a:pt x="295" y="66"/>
                </a:lnTo>
                <a:lnTo>
                  <a:pt x="295" y="67"/>
                </a:lnTo>
                <a:lnTo>
                  <a:pt x="294" y="67"/>
                </a:lnTo>
                <a:lnTo>
                  <a:pt x="294" y="68"/>
                </a:lnTo>
                <a:lnTo>
                  <a:pt x="295" y="69"/>
                </a:lnTo>
                <a:lnTo>
                  <a:pt x="296" y="68"/>
                </a:lnTo>
                <a:lnTo>
                  <a:pt x="296" y="67"/>
                </a:lnTo>
                <a:lnTo>
                  <a:pt x="296" y="68"/>
                </a:lnTo>
                <a:lnTo>
                  <a:pt x="297" y="68"/>
                </a:lnTo>
                <a:lnTo>
                  <a:pt x="298" y="68"/>
                </a:lnTo>
                <a:lnTo>
                  <a:pt x="299" y="68"/>
                </a:lnTo>
                <a:lnTo>
                  <a:pt x="300" y="68"/>
                </a:lnTo>
                <a:lnTo>
                  <a:pt x="301" y="68"/>
                </a:lnTo>
                <a:lnTo>
                  <a:pt x="301" y="69"/>
                </a:lnTo>
                <a:lnTo>
                  <a:pt x="302" y="69"/>
                </a:lnTo>
                <a:lnTo>
                  <a:pt x="302" y="70"/>
                </a:lnTo>
                <a:lnTo>
                  <a:pt x="303" y="70"/>
                </a:lnTo>
                <a:lnTo>
                  <a:pt x="304" y="70"/>
                </a:lnTo>
                <a:lnTo>
                  <a:pt x="304" y="71"/>
                </a:lnTo>
                <a:lnTo>
                  <a:pt x="304" y="72"/>
                </a:lnTo>
                <a:lnTo>
                  <a:pt x="305" y="73"/>
                </a:lnTo>
                <a:lnTo>
                  <a:pt x="306" y="73"/>
                </a:lnTo>
                <a:lnTo>
                  <a:pt x="307" y="73"/>
                </a:lnTo>
                <a:lnTo>
                  <a:pt x="308" y="74"/>
                </a:lnTo>
                <a:lnTo>
                  <a:pt x="308" y="75"/>
                </a:lnTo>
                <a:lnTo>
                  <a:pt x="309" y="75"/>
                </a:lnTo>
                <a:lnTo>
                  <a:pt x="310" y="75"/>
                </a:lnTo>
                <a:lnTo>
                  <a:pt x="310" y="76"/>
                </a:lnTo>
                <a:lnTo>
                  <a:pt x="310" y="75"/>
                </a:lnTo>
                <a:lnTo>
                  <a:pt x="311" y="75"/>
                </a:lnTo>
                <a:lnTo>
                  <a:pt x="311" y="76"/>
                </a:lnTo>
                <a:lnTo>
                  <a:pt x="312" y="76"/>
                </a:lnTo>
                <a:lnTo>
                  <a:pt x="314" y="76"/>
                </a:lnTo>
                <a:lnTo>
                  <a:pt x="314" y="78"/>
                </a:lnTo>
                <a:lnTo>
                  <a:pt x="315" y="78"/>
                </a:lnTo>
                <a:lnTo>
                  <a:pt x="315" y="79"/>
                </a:lnTo>
                <a:lnTo>
                  <a:pt x="316" y="79"/>
                </a:lnTo>
                <a:lnTo>
                  <a:pt x="317" y="79"/>
                </a:lnTo>
                <a:lnTo>
                  <a:pt x="318" y="79"/>
                </a:lnTo>
                <a:lnTo>
                  <a:pt x="319" y="79"/>
                </a:lnTo>
                <a:lnTo>
                  <a:pt x="320" y="79"/>
                </a:lnTo>
                <a:lnTo>
                  <a:pt x="320" y="78"/>
                </a:lnTo>
                <a:lnTo>
                  <a:pt x="321" y="78"/>
                </a:lnTo>
                <a:lnTo>
                  <a:pt x="321" y="77"/>
                </a:lnTo>
                <a:lnTo>
                  <a:pt x="322" y="77"/>
                </a:lnTo>
                <a:lnTo>
                  <a:pt x="322" y="78"/>
                </a:lnTo>
                <a:lnTo>
                  <a:pt x="323" y="78"/>
                </a:lnTo>
                <a:lnTo>
                  <a:pt x="323" y="79"/>
                </a:lnTo>
                <a:lnTo>
                  <a:pt x="324" y="79"/>
                </a:lnTo>
                <a:lnTo>
                  <a:pt x="324" y="80"/>
                </a:lnTo>
                <a:lnTo>
                  <a:pt x="324" y="81"/>
                </a:lnTo>
                <a:lnTo>
                  <a:pt x="325" y="82"/>
                </a:lnTo>
                <a:lnTo>
                  <a:pt x="326" y="82"/>
                </a:lnTo>
                <a:lnTo>
                  <a:pt x="326" y="83"/>
                </a:lnTo>
                <a:lnTo>
                  <a:pt x="326" y="84"/>
                </a:lnTo>
                <a:lnTo>
                  <a:pt x="327" y="83"/>
                </a:lnTo>
                <a:lnTo>
                  <a:pt x="327" y="84"/>
                </a:lnTo>
                <a:lnTo>
                  <a:pt x="328" y="84"/>
                </a:lnTo>
                <a:lnTo>
                  <a:pt x="329" y="84"/>
                </a:lnTo>
                <a:lnTo>
                  <a:pt x="330" y="84"/>
                </a:lnTo>
                <a:lnTo>
                  <a:pt x="330" y="83"/>
                </a:lnTo>
                <a:lnTo>
                  <a:pt x="330" y="82"/>
                </a:lnTo>
                <a:lnTo>
                  <a:pt x="331" y="82"/>
                </a:lnTo>
                <a:lnTo>
                  <a:pt x="333" y="82"/>
                </a:lnTo>
                <a:lnTo>
                  <a:pt x="333" y="83"/>
                </a:lnTo>
                <a:lnTo>
                  <a:pt x="333" y="84"/>
                </a:lnTo>
                <a:lnTo>
                  <a:pt x="333" y="85"/>
                </a:lnTo>
                <a:lnTo>
                  <a:pt x="333" y="86"/>
                </a:lnTo>
                <a:lnTo>
                  <a:pt x="334" y="86"/>
                </a:lnTo>
                <a:lnTo>
                  <a:pt x="334" y="87"/>
                </a:lnTo>
                <a:lnTo>
                  <a:pt x="334" y="88"/>
                </a:lnTo>
                <a:lnTo>
                  <a:pt x="335" y="88"/>
                </a:lnTo>
                <a:lnTo>
                  <a:pt x="336" y="88"/>
                </a:lnTo>
                <a:lnTo>
                  <a:pt x="336" y="89"/>
                </a:lnTo>
                <a:lnTo>
                  <a:pt x="337" y="89"/>
                </a:lnTo>
                <a:lnTo>
                  <a:pt x="337" y="90"/>
                </a:lnTo>
                <a:lnTo>
                  <a:pt x="338" y="90"/>
                </a:lnTo>
                <a:lnTo>
                  <a:pt x="338" y="89"/>
                </a:lnTo>
                <a:lnTo>
                  <a:pt x="339" y="89"/>
                </a:lnTo>
                <a:lnTo>
                  <a:pt x="339" y="90"/>
                </a:lnTo>
                <a:lnTo>
                  <a:pt x="339" y="91"/>
                </a:lnTo>
                <a:lnTo>
                  <a:pt x="340" y="91"/>
                </a:lnTo>
                <a:lnTo>
                  <a:pt x="341" y="92"/>
                </a:lnTo>
                <a:lnTo>
                  <a:pt x="342" y="91"/>
                </a:lnTo>
                <a:lnTo>
                  <a:pt x="341" y="91"/>
                </a:lnTo>
                <a:lnTo>
                  <a:pt x="340" y="91"/>
                </a:lnTo>
                <a:lnTo>
                  <a:pt x="341" y="91"/>
                </a:lnTo>
                <a:lnTo>
                  <a:pt x="341" y="90"/>
                </a:lnTo>
                <a:lnTo>
                  <a:pt x="341" y="89"/>
                </a:lnTo>
                <a:lnTo>
                  <a:pt x="340" y="89"/>
                </a:lnTo>
                <a:lnTo>
                  <a:pt x="340" y="88"/>
                </a:lnTo>
                <a:lnTo>
                  <a:pt x="342" y="88"/>
                </a:lnTo>
                <a:lnTo>
                  <a:pt x="342" y="89"/>
                </a:lnTo>
                <a:lnTo>
                  <a:pt x="343" y="90"/>
                </a:lnTo>
                <a:lnTo>
                  <a:pt x="342" y="91"/>
                </a:lnTo>
                <a:lnTo>
                  <a:pt x="343" y="91"/>
                </a:lnTo>
                <a:lnTo>
                  <a:pt x="344" y="91"/>
                </a:lnTo>
                <a:lnTo>
                  <a:pt x="344" y="90"/>
                </a:lnTo>
                <a:lnTo>
                  <a:pt x="345" y="90"/>
                </a:lnTo>
                <a:lnTo>
                  <a:pt x="345" y="91"/>
                </a:lnTo>
                <a:lnTo>
                  <a:pt x="346" y="91"/>
                </a:lnTo>
                <a:lnTo>
                  <a:pt x="346" y="90"/>
                </a:lnTo>
                <a:lnTo>
                  <a:pt x="346" y="91"/>
                </a:lnTo>
                <a:lnTo>
                  <a:pt x="347" y="91"/>
                </a:lnTo>
                <a:lnTo>
                  <a:pt x="347" y="92"/>
                </a:lnTo>
                <a:lnTo>
                  <a:pt x="348" y="92"/>
                </a:lnTo>
                <a:lnTo>
                  <a:pt x="348" y="93"/>
                </a:lnTo>
                <a:lnTo>
                  <a:pt x="348" y="92"/>
                </a:lnTo>
                <a:lnTo>
                  <a:pt x="349" y="93"/>
                </a:lnTo>
                <a:lnTo>
                  <a:pt x="350" y="93"/>
                </a:lnTo>
                <a:lnTo>
                  <a:pt x="350" y="94"/>
                </a:lnTo>
                <a:lnTo>
                  <a:pt x="352" y="95"/>
                </a:lnTo>
                <a:lnTo>
                  <a:pt x="353" y="95"/>
                </a:lnTo>
                <a:lnTo>
                  <a:pt x="353" y="96"/>
                </a:lnTo>
                <a:lnTo>
                  <a:pt x="354" y="96"/>
                </a:lnTo>
                <a:lnTo>
                  <a:pt x="355" y="97"/>
                </a:lnTo>
                <a:lnTo>
                  <a:pt x="356" y="97"/>
                </a:lnTo>
                <a:lnTo>
                  <a:pt x="357" y="96"/>
                </a:lnTo>
                <a:lnTo>
                  <a:pt x="357" y="95"/>
                </a:lnTo>
                <a:lnTo>
                  <a:pt x="358" y="95"/>
                </a:lnTo>
                <a:lnTo>
                  <a:pt x="358" y="94"/>
                </a:lnTo>
                <a:lnTo>
                  <a:pt x="359" y="94"/>
                </a:lnTo>
                <a:lnTo>
                  <a:pt x="359" y="93"/>
                </a:lnTo>
                <a:lnTo>
                  <a:pt x="360" y="93"/>
                </a:lnTo>
                <a:lnTo>
                  <a:pt x="361" y="93"/>
                </a:lnTo>
                <a:lnTo>
                  <a:pt x="362" y="93"/>
                </a:lnTo>
                <a:lnTo>
                  <a:pt x="363" y="93"/>
                </a:lnTo>
                <a:lnTo>
                  <a:pt x="364" y="93"/>
                </a:lnTo>
                <a:lnTo>
                  <a:pt x="364" y="94"/>
                </a:lnTo>
                <a:lnTo>
                  <a:pt x="365" y="94"/>
                </a:lnTo>
                <a:lnTo>
                  <a:pt x="366" y="95"/>
                </a:lnTo>
                <a:lnTo>
                  <a:pt x="367" y="95"/>
                </a:lnTo>
                <a:lnTo>
                  <a:pt x="368" y="95"/>
                </a:lnTo>
                <a:lnTo>
                  <a:pt x="367" y="95"/>
                </a:lnTo>
                <a:lnTo>
                  <a:pt x="367" y="94"/>
                </a:lnTo>
                <a:lnTo>
                  <a:pt x="368" y="93"/>
                </a:lnTo>
                <a:lnTo>
                  <a:pt x="369" y="93"/>
                </a:lnTo>
                <a:lnTo>
                  <a:pt x="369" y="92"/>
                </a:lnTo>
                <a:lnTo>
                  <a:pt x="370" y="92"/>
                </a:lnTo>
                <a:lnTo>
                  <a:pt x="370" y="91"/>
                </a:lnTo>
                <a:lnTo>
                  <a:pt x="370" y="92"/>
                </a:lnTo>
                <a:lnTo>
                  <a:pt x="371" y="92"/>
                </a:lnTo>
                <a:lnTo>
                  <a:pt x="372" y="92"/>
                </a:lnTo>
                <a:lnTo>
                  <a:pt x="372" y="91"/>
                </a:lnTo>
                <a:lnTo>
                  <a:pt x="373" y="91"/>
                </a:lnTo>
                <a:lnTo>
                  <a:pt x="374" y="91"/>
                </a:lnTo>
                <a:lnTo>
                  <a:pt x="374" y="92"/>
                </a:lnTo>
                <a:lnTo>
                  <a:pt x="375" y="92"/>
                </a:lnTo>
                <a:lnTo>
                  <a:pt x="375" y="91"/>
                </a:lnTo>
                <a:lnTo>
                  <a:pt x="376" y="91"/>
                </a:lnTo>
                <a:lnTo>
                  <a:pt x="376" y="90"/>
                </a:lnTo>
                <a:lnTo>
                  <a:pt x="376" y="89"/>
                </a:lnTo>
                <a:lnTo>
                  <a:pt x="377" y="89"/>
                </a:lnTo>
                <a:lnTo>
                  <a:pt x="377" y="90"/>
                </a:lnTo>
                <a:lnTo>
                  <a:pt x="378" y="90"/>
                </a:lnTo>
                <a:lnTo>
                  <a:pt x="379" y="90"/>
                </a:lnTo>
                <a:lnTo>
                  <a:pt x="379" y="91"/>
                </a:lnTo>
                <a:lnTo>
                  <a:pt x="380" y="91"/>
                </a:lnTo>
                <a:lnTo>
                  <a:pt x="381" y="91"/>
                </a:lnTo>
                <a:lnTo>
                  <a:pt x="382" y="91"/>
                </a:lnTo>
                <a:lnTo>
                  <a:pt x="382" y="92"/>
                </a:lnTo>
                <a:lnTo>
                  <a:pt x="383" y="92"/>
                </a:lnTo>
                <a:lnTo>
                  <a:pt x="384" y="92"/>
                </a:lnTo>
                <a:lnTo>
                  <a:pt x="384" y="93"/>
                </a:lnTo>
                <a:lnTo>
                  <a:pt x="385" y="93"/>
                </a:lnTo>
                <a:lnTo>
                  <a:pt x="385" y="92"/>
                </a:lnTo>
                <a:lnTo>
                  <a:pt x="386" y="92"/>
                </a:lnTo>
                <a:lnTo>
                  <a:pt x="386" y="93"/>
                </a:lnTo>
                <a:lnTo>
                  <a:pt x="387" y="93"/>
                </a:lnTo>
                <a:lnTo>
                  <a:pt x="388" y="93"/>
                </a:lnTo>
                <a:lnTo>
                  <a:pt x="389" y="94"/>
                </a:lnTo>
                <a:lnTo>
                  <a:pt x="390" y="94"/>
                </a:lnTo>
                <a:lnTo>
                  <a:pt x="391" y="94"/>
                </a:lnTo>
                <a:lnTo>
                  <a:pt x="391" y="93"/>
                </a:lnTo>
                <a:lnTo>
                  <a:pt x="392" y="93"/>
                </a:lnTo>
                <a:lnTo>
                  <a:pt x="393" y="93"/>
                </a:lnTo>
                <a:lnTo>
                  <a:pt x="393" y="94"/>
                </a:lnTo>
                <a:lnTo>
                  <a:pt x="393" y="95"/>
                </a:lnTo>
                <a:lnTo>
                  <a:pt x="394" y="95"/>
                </a:lnTo>
                <a:lnTo>
                  <a:pt x="396" y="95"/>
                </a:lnTo>
                <a:lnTo>
                  <a:pt x="396" y="94"/>
                </a:lnTo>
                <a:lnTo>
                  <a:pt x="397" y="94"/>
                </a:lnTo>
                <a:lnTo>
                  <a:pt x="398" y="94"/>
                </a:lnTo>
                <a:lnTo>
                  <a:pt x="399" y="93"/>
                </a:lnTo>
                <a:lnTo>
                  <a:pt x="400" y="93"/>
                </a:lnTo>
                <a:lnTo>
                  <a:pt x="401" y="93"/>
                </a:lnTo>
                <a:lnTo>
                  <a:pt x="401" y="92"/>
                </a:lnTo>
                <a:lnTo>
                  <a:pt x="402" y="92"/>
                </a:lnTo>
                <a:lnTo>
                  <a:pt x="403" y="92"/>
                </a:lnTo>
                <a:lnTo>
                  <a:pt x="403" y="91"/>
                </a:lnTo>
                <a:lnTo>
                  <a:pt x="404" y="91"/>
                </a:lnTo>
                <a:lnTo>
                  <a:pt x="405" y="91"/>
                </a:lnTo>
                <a:lnTo>
                  <a:pt x="405" y="90"/>
                </a:lnTo>
                <a:lnTo>
                  <a:pt x="406" y="90"/>
                </a:lnTo>
                <a:lnTo>
                  <a:pt x="406" y="91"/>
                </a:lnTo>
                <a:lnTo>
                  <a:pt x="406" y="92"/>
                </a:lnTo>
                <a:lnTo>
                  <a:pt x="407" y="92"/>
                </a:lnTo>
                <a:lnTo>
                  <a:pt x="407" y="91"/>
                </a:lnTo>
                <a:lnTo>
                  <a:pt x="408" y="90"/>
                </a:lnTo>
                <a:lnTo>
                  <a:pt x="409" y="90"/>
                </a:lnTo>
                <a:lnTo>
                  <a:pt x="410" y="91"/>
                </a:lnTo>
                <a:lnTo>
                  <a:pt x="411" y="91"/>
                </a:lnTo>
                <a:lnTo>
                  <a:pt x="412" y="91"/>
                </a:lnTo>
                <a:lnTo>
                  <a:pt x="413" y="92"/>
                </a:lnTo>
                <a:lnTo>
                  <a:pt x="413" y="91"/>
                </a:lnTo>
                <a:lnTo>
                  <a:pt x="413" y="90"/>
                </a:lnTo>
                <a:lnTo>
                  <a:pt x="414" y="90"/>
                </a:lnTo>
                <a:lnTo>
                  <a:pt x="414" y="91"/>
                </a:lnTo>
                <a:lnTo>
                  <a:pt x="414" y="92"/>
                </a:lnTo>
                <a:lnTo>
                  <a:pt x="415" y="93"/>
                </a:lnTo>
                <a:lnTo>
                  <a:pt x="416" y="93"/>
                </a:lnTo>
                <a:lnTo>
                  <a:pt x="416" y="92"/>
                </a:lnTo>
                <a:lnTo>
                  <a:pt x="417" y="91"/>
                </a:lnTo>
                <a:lnTo>
                  <a:pt x="417" y="90"/>
                </a:lnTo>
                <a:lnTo>
                  <a:pt x="416" y="90"/>
                </a:lnTo>
                <a:lnTo>
                  <a:pt x="416" y="89"/>
                </a:lnTo>
                <a:lnTo>
                  <a:pt x="417" y="88"/>
                </a:lnTo>
                <a:lnTo>
                  <a:pt x="418" y="88"/>
                </a:lnTo>
                <a:lnTo>
                  <a:pt x="419" y="88"/>
                </a:lnTo>
                <a:lnTo>
                  <a:pt x="419" y="87"/>
                </a:lnTo>
                <a:lnTo>
                  <a:pt x="420" y="87"/>
                </a:lnTo>
                <a:lnTo>
                  <a:pt x="421" y="87"/>
                </a:lnTo>
                <a:lnTo>
                  <a:pt x="421" y="88"/>
                </a:lnTo>
                <a:lnTo>
                  <a:pt x="422" y="88"/>
                </a:lnTo>
                <a:lnTo>
                  <a:pt x="422" y="89"/>
                </a:lnTo>
                <a:lnTo>
                  <a:pt x="423" y="89"/>
                </a:lnTo>
                <a:lnTo>
                  <a:pt x="423" y="90"/>
                </a:lnTo>
                <a:lnTo>
                  <a:pt x="424" y="90"/>
                </a:lnTo>
                <a:lnTo>
                  <a:pt x="425" y="90"/>
                </a:lnTo>
                <a:lnTo>
                  <a:pt x="426" y="90"/>
                </a:lnTo>
                <a:lnTo>
                  <a:pt x="427" y="90"/>
                </a:lnTo>
                <a:lnTo>
                  <a:pt x="427" y="91"/>
                </a:lnTo>
                <a:lnTo>
                  <a:pt x="427" y="92"/>
                </a:lnTo>
                <a:lnTo>
                  <a:pt x="428" y="92"/>
                </a:lnTo>
                <a:lnTo>
                  <a:pt x="430" y="92"/>
                </a:lnTo>
                <a:lnTo>
                  <a:pt x="431" y="92"/>
                </a:lnTo>
                <a:lnTo>
                  <a:pt x="431" y="91"/>
                </a:lnTo>
                <a:lnTo>
                  <a:pt x="431" y="90"/>
                </a:lnTo>
                <a:lnTo>
                  <a:pt x="431" y="89"/>
                </a:lnTo>
                <a:lnTo>
                  <a:pt x="431" y="88"/>
                </a:lnTo>
                <a:lnTo>
                  <a:pt x="432" y="88"/>
                </a:lnTo>
                <a:lnTo>
                  <a:pt x="432" y="87"/>
                </a:lnTo>
                <a:lnTo>
                  <a:pt x="434" y="87"/>
                </a:lnTo>
                <a:lnTo>
                  <a:pt x="435" y="86"/>
                </a:lnTo>
                <a:lnTo>
                  <a:pt x="436" y="86"/>
                </a:lnTo>
                <a:lnTo>
                  <a:pt x="438" y="87"/>
                </a:lnTo>
                <a:lnTo>
                  <a:pt x="438" y="89"/>
                </a:lnTo>
                <a:lnTo>
                  <a:pt x="439" y="90"/>
                </a:lnTo>
                <a:lnTo>
                  <a:pt x="440" y="90"/>
                </a:lnTo>
                <a:lnTo>
                  <a:pt x="441" y="91"/>
                </a:lnTo>
                <a:lnTo>
                  <a:pt x="442" y="91"/>
                </a:lnTo>
                <a:lnTo>
                  <a:pt x="442" y="92"/>
                </a:lnTo>
                <a:lnTo>
                  <a:pt x="443" y="92"/>
                </a:lnTo>
                <a:lnTo>
                  <a:pt x="444" y="93"/>
                </a:lnTo>
                <a:lnTo>
                  <a:pt x="443" y="93"/>
                </a:lnTo>
                <a:lnTo>
                  <a:pt x="444" y="94"/>
                </a:lnTo>
                <a:lnTo>
                  <a:pt x="445" y="95"/>
                </a:lnTo>
                <a:lnTo>
                  <a:pt x="446" y="95"/>
                </a:lnTo>
                <a:lnTo>
                  <a:pt x="447" y="95"/>
                </a:lnTo>
                <a:lnTo>
                  <a:pt x="447" y="96"/>
                </a:lnTo>
                <a:lnTo>
                  <a:pt x="446" y="97"/>
                </a:lnTo>
                <a:lnTo>
                  <a:pt x="446" y="98"/>
                </a:lnTo>
                <a:lnTo>
                  <a:pt x="447" y="98"/>
                </a:lnTo>
                <a:lnTo>
                  <a:pt x="448" y="99"/>
                </a:lnTo>
                <a:lnTo>
                  <a:pt x="448" y="100"/>
                </a:lnTo>
                <a:lnTo>
                  <a:pt x="449" y="100"/>
                </a:lnTo>
                <a:lnTo>
                  <a:pt x="450" y="100"/>
                </a:lnTo>
                <a:lnTo>
                  <a:pt x="451" y="100"/>
                </a:lnTo>
                <a:lnTo>
                  <a:pt x="452" y="100"/>
                </a:lnTo>
                <a:lnTo>
                  <a:pt x="452" y="101"/>
                </a:lnTo>
                <a:lnTo>
                  <a:pt x="453" y="101"/>
                </a:lnTo>
                <a:lnTo>
                  <a:pt x="453" y="102"/>
                </a:lnTo>
                <a:lnTo>
                  <a:pt x="454" y="102"/>
                </a:lnTo>
                <a:lnTo>
                  <a:pt x="454" y="103"/>
                </a:lnTo>
                <a:lnTo>
                  <a:pt x="455" y="103"/>
                </a:lnTo>
                <a:lnTo>
                  <a:pt x="456" y="102"/>
                </a:lnTo>
                <a:lnTo>
                  <a:pt x="457" y="102"/>
                </a:lnTo>
                <a:lnTo>
                  <a:pt x="457" y="101"/>
                </a:lnTo>
                <a:lnTo>
                  <a:pt x="458" y="101"/>
                </a:lnTo>
                <a:lnTo>
                  <a:pt x="459" y="101"/>
                </a:lnTo>
                <a:lnTo>
                  <a:pt x="459" y="100"/>
                </a:lnTo>
                <a:lnTo>
                  <a:pt x="460" y="100"/>
                </a:lnTo>
                <a:lnTo>
                  <a:pt x="461" y="100"/>
                </a:lnTo>
                <a:lnTo>
                  <a:pt x="461" y="99"/>
                </a:lnTo>
                <a:lnTo>
                  <a:pt x="463" y="98"/>
                </a:lnTo>
                <a:lnTo>
                  <a:pt x="464" y="97"/>
                </a:lnTo>
                <a:lnTo>
                  <a:pt x="465" y="97"/>
                </a:lnTo>
                <a:lnTo>
                  <a:pt x="466" y="97"/>
                </a:lnTo>
                <a:lnTo>
                  <a:pt x="467" y="97"/>
                </a:lnTo>
                <a:lnTo>
                  <a:pt x="467" y="98"/>
                </a:lnTo>
                <a:lnTo>
                  <a:pt x="466" y="98"/>
                </a:lnTo>
                <a:lnTo>
                  <a:pt x="466" y="99"/>
                </a:lnTo>
                <a:lnTo>
                  <a:pt x="467" y="99"/>
                </a:lnTo>
                <a:lnTo>
                  <a:pt x="468" y="100"/>
                </a:lnTo>
                <a:lnTo>
                  <a:pt x="469" y="100"/>
                </a:lnTo>
                <a:lnTo>
                  <a:pt x="468" y="99"/>
                </a:lnTo>
                <a:lnTo>
                  <a:pt x="467" y="99"/>
                </a:lnTo>
                <a:lnTo>
                  <a:pt x="467" y="98"/>
                </a:lnTo>
                <a:lnTo>
                  <a:pt x="467" y="97"/>
                </a:lnTo>
                <a:lnTo>
                  <a:pt x="468" y="96"/>
                </a:lnTo>
                <a:lnTo>
                  <a:pt x="469" y="96"/>
                </a:lnTo>
                <a:lnTo>
                  <a:pt x="470" y="95"/>
                </a:lnTo>
                <a:lnTo>
                  <a:pt x="472" y="95"/>
                </a:lnTo>
                <a:lnTo>
                  <a:pt x="472" y="94"/>
                </a:lnTo>
                <a:lnTo>
                  <a:pt x="471" y="94"/>
                </a:lnTo>
                <a:lnTo>
                  <a:pt x="470" y="94"/>
                </a:lnTo>
                <a:lnTo>
                  <a:pt x="470" y="93"/>
                </a:lnTo>
                <a:lnTo>
                  <a:pt x="471" y="93"/>
                </a:lnTo>
                <a:lnTo>
                  <a:pt x="472" y="93"/>
                </a:lnTo>
                <a:lnTo>
                  <a:pt x="472" y="94"/>
                </a:lnTo>
                <a:lnTo>
                  <a:pt x="473" y="94"/>
                </a:lnTo>
                <a:lnTo>
                  <a:pt x="473" y="93"/>
                </a:lnTo>
                <a:lnTo>
                  <a:pt x="473" y="92"/>
                </a:lnTo>
                <a:lnTo>
                  <a:pt x="474" y="91"/>
                </a:lnTo>
                <a:lnTo>
                  <a:pt x="475" y="89"/>
                </a:lnTo>
                <a:lnTo>
                  <a:pt x="476" y="88"/>
                </a:lnTo>
                <a:lnTo>
                  <a:pt x="477" y="88"/>
                </a:lnTo>
                <a:lnTo>
                  <a:pt x="477" y="87"/>
                </a:lnTo>
                <a:lnTo>
                  <a:pt x="477" y="88"/>
                </a:lnTo>
                <a:lnTo>
                  <a:pt x="478" y="88"/>
                </a:lnTo>
                <a:lnTo>
                  <a:pt x="478" y="87"/>
                </a:lnTo>
                <a:lnTo>
                  <a:pt x="479" y="88"/>
                </a:lnTo>
                <a:lnTo>
                  <a:pt x="480" y="87"/>
                </a:lnTo>
                <a:lnTo>
                  <a:pt x="480" y="88"/>
                </a:lnTo>
                <a:lnTo>
                  <a:pt x="481" y="89"/>
                </a:lnTo>
                <a:lnTo>
                  <a:pt x="481" y="88"/>
                </a:lnTo>
                <a:lnTo>
                  <a:pt x="482" y="88"/>
                </a:lnTo>
                <a:lnTo>
                  <a:pt x="483" y="88"/>
                </a:lnTo>
                <a:lnTo>
                  <a:pt x="483" y="89"/>
                </a:lnTo>
                <a:lnTo>
                  <a:pt x="483" y="90"/>
                </a:lnTo>
                <a:lnTo>
                  <a:pt x="484" y="90"/>
                </a:lnTo>
                <a:lnTo>
                  <a:pt x="485" y="91"/>
                </a:lnTo>
                <a:lnTo>
                  <a:pt x="485" y="92"/>
                </a:lnTo>
                <a:lnTo>
                  <a:pt x="484" y="92"/>
                </a:lnTo>
                <a:lnTo>
                  <a:pt x="484" y="93"/>
                </a:lnTo>
                <a:lnTo>
                  <a:pt x="485" y="93"/>
                </a:lnTo>
                <a:lnTo>
                  <a:pt x="485" y="94"/>
                </a:lnTo>
                <a:lnTo>
                  <a:pt x="485" y="93"/>
                </a:lnTo>
                <a:lnTo>
                  <a:pt x="486" y="93"/>
                </a:lnTo>
                <a:lnTo>
                  <a:pt x="486" y="94"/>
                </a:lnTo>
                <a:lnTo>
                  <a:pt x="485" y="94"/>
                </a:lnTo>
                <a:lnTo>
                  <a:pt x="485" y="95"/>
                </a:lnTo>
                <a:lnTo>
                  <a:pt x="485" y="96"/>
                </a:lnTo>
                <a:lnTo>
                  <a:pt x="485" y="97"/>
                </a:lnTo>
                <a:lnTo>
                  <a:pt x="485" y="98"/>
                </a:lnTo>
                <a:lnTo>
                  <a:pt x="486" y="98"/>
                </a:lnTo>
                <a:lnTo>
                  <a:pt x="486" y="99"/>
                </a:lnTo>
                <a:lnTo>
                  <a:pt x="487" y="99"/>
                </a:lnTo>
                <a:lnTo>
                  <a:pt x="487" y="100"/>
                </a:lnTo>
                <a:lnTo>
                  <a:pt x="485" y="100"/>
                </a:lnTo>
                <a:lnTo>
                  <a:pt x="484" y="101"/>
                </a:lnTo>
                <a:lnTo>
                  <a:pt x="484" y="102"/>
                </a:lnTo>
                <a:lnTo>
                  <a:pt x="485" y="102"/>
                </a:lnTo>
                <a:lnTo>
                  <a:pt x="485" y="103"/>
                </a:lnTo>
                <a:lnTo>
                  <a:pt x="485" y="104"/>
                </a:lnTo>
                <a:lnTo>
                  <a:pt x="484" y="104"/>
                </a:lnTo>
                <a:lnTo>
                  <a:pt x="483" y="104"/>
                </a:lnTo>
                <a:lnTo>
                  <a:pt x="483" y="105"/>
                </a:lnTo>
                <a:lnTo>
                  <a:pt x="484" y="105"/>
                </a:lnTo>
                <a:lnTo>
                  <a:pt x="484" y="106"/>
                </a:lnTo>
                <a:lnTo>
                  <a:pt x="484" y="107"/>
                </a:lnTo>
                <a:lnTo>
                  <a:pt x="485" y="107"/>
                </a:lnTo>
                <a:lnTo>
                  <a:pt x="485" y="108"/>
                </a:lnTo>
                <a:lnTo>
                  <a:pt x="485" y="109"/>
                </a:lnTo>
                <a:lnTo>
                  <a:pt x="486" y="110"/>
                </a:lnTo>
                <a:lnTo>
                  <a:pt x="486" y="109"/>
                </a:lnTo>
                <a:lnTo>
                  <a:pt x="487" y="109"/>
                </a:lnTo>
                <a:lnTo>
                  <a:pt x="487" y="110"/>
                </a:lnTo>
                <a:lnTo>
                  <a:pt x="487" y="111"/>
                </a:lnTo>
                <a:lnTo>
                  <a:pt x="488" y="111"/>
                </a:lnTo>
                <a:lnTo>
                  <a:pt x="487" y="112"/>
                </a:lnTo>
                <a:lnTo>
                  <a:pt x="486" y="113"/>
                </a:lnTo>
                <a:lnTo>
                  <a:pt x="486" y="114"/>
                </a:lnTo>
                <a:lnTo>
                  <a:pt x="485" y="114"/>
                </a:lnTo>
                <a:lnTo>
                  <a:pt x="485" y="115"/>
                </a:lnTo>
                <a:lnTo>
                  <a:pt x="486" y="115"/>
                </a:lnTo>
                <a:lnTo>
                  <a:pt x="486" y="117"/>
                </a:lnTo>
                <a:lnTo>
                  <a:pt x="485" y="118"/>
                </a:lnTo>
                <a:lnTo>
                  <a:pt x="484" y="119"/>
                </a:lnTo>
                <a:lnTo>
                  <a:pt x="483" y="119"/>
                </a:lnTo>
                <a:lnTo>
                  <a:pt x="484" y="119"/>
                </a:lnTo>
                <a:lnTo>
                  <a:pt x="484" y="118"/>
                </a:lnTo>
                <a:lnTo>
                  <a:pt x="483" y="118"/>
                </a:lnTo>
                <a:lnTo>
                  <a:pt x="482" y="118"/>
                </a:lnTo>
                <a:lnTo>
                  <a:pt x="482" y="119"/>
                </a:lnTo>
                <a:lnTo>
                  <a:pt x="482" y="120"/>
                </a:lnTo>
                <a:lnTo>
                  <a:pt x="483" y="120"/>
                </a:lnTo>
                <a:lnTo>
                  <a:pt x="483" y="121"/>
                </a:lnTo>
                <a:lnTo>
                  <a:pt x="482" y="121"/>
                </a:lnTo>
                <a:lnTo>
                  <a:pt x="482" y="122"/>
                </a:lnTo>
                <a:lnTo>
                  <a:pt x="483" y="122"/>
                </a:lnTo>
                <a:lnTo>
                  <a:pt x="484" y="123"/>
                </a:lnTo>
                <a:lnTo>
                  <a:pt x="485" y="124"/>
                </a:lnTo>
                <a:lnTo>
                  <a:pt x="485" y="125"/>
                </a:lnTo>
                <a:lnTo>
                  <a:pt x="486" y="125"/>
                </a:lnTo>
                <a:lnTo>
                  <a:pt x="487" y="125"/>
                </a:lnTo>
                <a:lnTo>
                  <a:pt x="488" y="126"/>
                </a:lnTo>
                <a:lnTo>
                  <a:pt x="488" y="127"/>
                </a:lnTo>
                <a:lnTo>
                  <a:pt x="487" y="129"/>
                </a:lnTo>
                <a:lnTo>
                  <a:pt x="486" y="129"/>
                </a:lnTo>
                <a:lnTo>
                  <a:pt x="486" y="130"/>
                </a:lnTo>
                <a:lnTo>
                  <a:pt x="485" y="130"/>
                </a:lnTo>
                <a:lnTo>
                  <a:pt x="485" y="131"/>
                </a:lnTo>
                <a:lnTo>
                  <a:pt x="485" y="132"/>
                </a:lnTo>
                <a:lnTo>
                  <a:pt x="486" y="133"/>
                </a:lnTo>
                <a:lnTo>
                  <a:pt x="487" y="133"/>
                </a:lnTo>
                <a:lnTo>
                  <a:pt x="488" y="133"/>
                </a:lnTo>
                <a:lnTo>
                  <a:pt x="489" y="133"/>
                </a:lnTo>
                <a:lnTo>
                  <a:pt x="490" y="134"/>
                </a:lnTo>
                <a:lnTo>
                  <a:pt x="490" y="135"/>
                </a:lnTo>
                <a:lnTo>
                  <a:pt x="490" y="136"/>
                </a:lnTo>
                <a:lnTo>
                  <a:pt x="489" y="137"/>
                </a:lnTo>
                <a:lnTo>
                  <a:pt x="490" y="137"/>
                </a:lnTo>
                <a:lnTo>
                  <a:pt x="490" y="138"/>
                </a:lnTo>
                <a:lnTo>
                  <a:pt x="491" y="138"/>
                </a:lnTo>
                <a:lnTo>
                  <a:pt x="491" y="139"/>
                </a:lnTo>
                <a:lnTo>
                  <a:pt x="492" y="139"/>
                </a:lnTo>
                <a:lnTo>
                  <a:pt x="492" y="140"/>
                </a:lnTo>
                <a:lnTo>
                  <a:pt x="492" y="141"/>
                </a:lnTo>
                <a:lnTo>
                  <a:pt x="492" y="142"/>
                </a:lnTo>
                <a:lnTo>
                  <a:pt x="492" y="143"/>
                </a:lnTo>
                <a:lnTo>
                  <a:pt x="492" y="144"/>
                </a:lnTo>
                <a:lnTo>
                  <a:pt x="493" y="144"/>
                </a:lnTo>
                <a:lnTo>
                  <a:pt x="492" y="144"/>
                </a:lnTo>
                <a:lnTo>
                  <a:pt x="492" y="145"/>
                </a:lnTo>
                <a:lnTo>
                  <a:pt x="493" y="145"/>
                </a:lnTo>
                <a:lnTo>
                  <a:pt x="493" y="146"/>
                </a:lnTo>
                <a:lnTo>
                  <a:pt x="494" y="146"/>
                </a:lnTo>
                <a:lnTo>
                  <a:pt x="494" y="147"/>
                </a:lnTo>
                <a:lnTo>
                  <a:pt x="495" y="146"/>
                </a:lnTo>
                <a:lnTo>
                  <a:pt x="496" y="147"/>
                </a:lnTo>
                <a:lnTo>
                  <a:pt x="496" y="146"/>
                </a:lnTo>
                <a:lnTo>
                  <a:pt x="497" y="146"/>
                </a:lnTo>
                <a:lnTo>
                  <a:pt x="498" y="146"/>
                </a:lnTo>
                <a:lnTo>
                  <a:pt x="498" y="145"/>
                </a:lnTo>
                <a:lnTo>
                  <a:pt x="499" y="144"/>
                </a:lnTo>
                <a:lnTo>
                  <a:pt x="500" y="143"/>
                </a:lnTo>
                <a:lnTo>
                  <a:pt x="501" y="143"/>
                </a:lnTo>
                <a:lnTo>
                  <a:pt x="501" y="144"/>
                </a:lnTo>
                <a:lnTo>
                  <a:pt x="502" y="145"/>
                </a:lnTo>
                <a:lnTo>
                  <a:pt x="503" y="145"/>
                </a:lnTo>
                <a:lnTo>
                  <a:pt x="503" y="146"/>
                </a:lnTo>
                <a:lnTo>
                  <a:pt x="503" y="147"/>
                </a:lnTo>
                <a:lnTo>
                  <a:pt x="502" y="149"/>
                </a:lnTo>
                <a:lnTo>
                  <a:pt x="503" y="149"/>
                </a:lnTo>
                <a:lnTo>
                  <a:pt x="503" y="150"/>
                </a:lnTo>
                <a:lnTo>
                  <a:pt x="503" y="151"/>
                </a:lnTo>
                <a:lnTo>
                  <a:pt x="503" y="152"/>
                </a:lnTo>
                <a:lnTo>
                  <a:pt x="504" y="152"/>
                </a:lnTo>
                <a:lnTo>
                  <a:pt x="504" y="153"/>
                </a:lnTo>
                <a:lnTo>
                  <a:pt x="504" y="154"/>
                </a:lnTo>
                <a:lnTo>
                  <a:pt x="505" y="154"/>
                </a:lnTo>
                <a:lnTo>
                  <a:pt x="505" y="155"/>
                </a:lnTo>
                <a:lnTo>
                  <a:pt x="505" y="156"/>
                </a:lnTo>
                <a:lnTo>
                  <a:pt x="506" y="156"/>
                </a:lnTo>
                <a:lnTo>
                  <a:pt x="507" y="155"/>
                </a:lnTo>
                <a:lnTo>
                  <a:pt x="508" y="155"/>
                </a:lnTo>
                <a:lnTo>
                  <a:pt x="508" y="154"/>
                </a:lnTo>
                <a:lnTo>
                  <a:pt x="509" y="154"/>
                </a:lnTo>
                <a:lnTo>
                  <a:pt x="510" y="154"/>
                </a:lnTo>
                <a:lnTo>
                  <a:pt x="511" y="154"/>
                </a:lnTo>
                <a:lnTo>
                  <a:pt x="512" y="154"/>
                </a:lnTo>
                <a:lnTo>
                  <a:pt x="513" y="153"/>
                </a:lnTo>
                <a:lnTo>
                  <a:pt x="514" y="153"/>
                </a:lnTo>
                <a:lnTo>
                  <a:pt x="515" y="153"/>
                </a:lnTo>
                <a:lnTo>
                  <a:pt x="515" y="152"/>
                </a:lnTo>
                <a:lnTo>
                  <a:pt x="516" y="152"/>
                </a:lnTo>
                <a:lnTo>
                  <a:pt x="516" y="151"/>
                </a:lnTo>
                <a:lnTo>
                  <a:pt x="516" y="150"/>
                </a:lnTo>
                <a:lnTo>
                  <a:pt x="518" y="150"/>
                </a:lnTo>
                <a:lnTo>
                  <a:pt x="518" y="149"/>
                </a:lnTo>
                <a:lnTo>
                  <a:pt x="518" y="148"/>
                </a:lnTo>
                <a:lnTo>
                  <a:pt x="519" y="148"/>
                </a:lnTo>
                <a:lnTo>
                  <a:pt x="519" y="147"/>
                </a:lnTo>
                <a:lnTo>
                  <a:pt x="519" y="146"/>
                </a:lnTo>
                <a:lnTo>
                  <a:pt x="520" y="146"/>
                </a:lnTo>
                <a:lnTo>
                  <a:pt x="520" y="147"/>
                </a:lnTo>
                <a:lnTo>
                  <a:pt x="521" y="147"/>
                </a:lnTo>
                <a:lnTo>
                  <a:pt x="522" y="147"/>
                </a:lnTo>
                <a:lnTo>
                  <a:pt x="522" y="146"/>
                </a:lnTo>
                <a:lnTo>
                  <a:pt x="522" y="145"/>
                </a:lnTo>
                <a:lnTo>
                  <a:pt x="523" y="145"/>
                </a:lnTo>
                <a:lnTo>
                  <a:pt x="524" y="145"/>
                </a:lnTo>
                <a:lnTo>
                  <a:pt x="524" y="146"/>
                </a:lnTo>
                <a:lnTo>
                  <a:pt x="525" y="146"/>
                </a:lnTo>
                <a:lnTo>
                  <a:pt x="526" y="146"/>
                </a:lnTo>
                <a:lnTo>
                  <a:pt x="526" y="147"/>
                </a:lnTo>
                <a:lnTo>
                  <a:pt x="527" y="147"/>
                </a:lnTo>
                <a:lnTo>
                  <a:pt x="527" y="148"/>
                </a:lnTo>
                <a:lnTo>
                  <a:pt x="528" y="148"/>
                </a:lnTo>
                <a:lnTo>
                  <a:pt x="528" y="147"/>
                </a:lnTo>
                <a:lnTo>
                  <a:pt x="528" y="148"/>
                </a:lnTo>
                <a:lnTo>
                  <a:pt x="529" y="149"/>
                </a:lnTo>
                <a:lnTo>
                  <a:pt x="530" y="150"/>
                </a:lnTo>
                <a:lnTo>
                  <a:pt x="530" y="151"/>
                </a:lnTo>
                <a:lnTo>
                  <a:pt x="531" y="151"/>
                </a:lnTo>
                <a:lnTo>
                  <a:pt x="531" y="152"/>
                </a:lnTo>
                <a:lnTo>
                  <a:pt x="532" y="153"/>
                </a:lnTo>
                <a:lnTo>
                  <a:pt x="532" y="154"/>
                </a:lnTo>
                <a:lnTo>
                  <a:pt x="533" y="154"/>
                </a:lnTo>
                <a:lnTo>
                  <a:pt x="533" y="155"/>
                </a:lnTo>
                <a:lnTo>
                  <a:pt x="534" y="156"/>
                </a:lnTo>
                <a:lnTo>
                  <a:pt x="535" y="156"/>
                </a:lnTo>
                <a:lnTo>
                  <a:pt x="536" y="156"/>
                </a:lnTo>
                <a:lnTo>
                  <a:pt x="537" y="156"/>
                </a:lnTo>
                <a:lnTo>
                  <a:pt x="538" y="156"/>
                </a:lnTo>
                <a:lnTo>
                  <a:pt x="538" y="155"/>
                </a:lnTo>
                <a:lnTo>
                  <a:pt x="539" y="156"/>
                </a:lnTo>
                <a:lnTo>
                  <a:pt x="540" y="156"/>
                </a:lnTo>
                <a:lnTo>
                  <a:pt x="541" y="157"/>
                </a:lnTo>
                <a:lnTo>
                  <a:pt x="542" y="157"/>
                </a:lnTo>
                <a:lnTo>
                  <a:pt x="543" y="156"/>
                </a:lnTo>
                <a:lnTo>
                  <a:pt x="544" y="156"/>
                </a:lnTo>
                <a:lnTo>
                  <a:pt x="545" y="157"/>
                </a:lnTo>
                <a:lnTo>
                  <a:pt x="545" y="158"/>
                </a:lnTo>
                <a:lnTo>
                  <a:pt x="546" y="158"/>
                </a:lnTo>
                <a:lnTo>
                  <a:pt x="546" y="157"/>
                </a:lnTo>
                <a:lnTo>
                  <a:pt x="546" y="158"/>
                </a:lnTo>
                <a:lnTo>
                  <a:pt x="547" y="158"/>
                </a:lnTo>
                <a:lnTo>
                  <a:pt x="548" y="158"/>
                </a:lnTo>
                <a:lnTo>
                  <a:pt x="548" y="157"/>
                </a:lnTo>
                <a:lnTo>
                  <a:pt x="548" y="158"/>
                </a:lnTo>
                <a:lnTo>
                  <a:pt x="549" y="158"/>
                </a:lnTo>
                <a:lnTo>
                  <a:pt x="549" y="157"/>
                </a:lnTo>
                <a:lnTo>
                  <a:pt x="550" y="157"/>
                </a:lnTo>
                <a:lnTo>
                  <a:pt x="551" y="157"/>
                </a:lnTo>
                <a:lnTo>
                  <a:pt x="552" y="157"/>
                </a:lnTo>
                <a:lnTo>
                  <a:pt x="553" y="157"/>
                </a:lnTo>
                <a:lnTo>
                  <a:pt x="553" y="156"/>
                </a:lnTo>
                <a:lnTo>
                  <a:pt x="552" y="156"/>
                </a:lnTo>
                <a:lnTo>
                  <a:pt x="552" y="155"/>
                </a:lnTo>
                <a:lnTo>
                  <a:pt x="553" y="155"/>
                </a:lnTo>
                <a:lnTo>
                  <a:pt x="553" y="154"/>
                </a:lnTo>
                <a:lnTo>
                  <a:pt x="554" y="154"/>
                </a:lnTo>
                <a:lnTo>
                  <a:pt x="554" y="155"/>
                </a:lnTo>
                <a:lnTo>
                  <a:pt x="554" y="156"/>
                </a:lnTo>
                <a:lnTo>
                  <a:pt x="555" y="156"/>
                </a:lnTo>
                <a:lnTo>
                  <a:pt x="555" y="157"/>
                </a:lnTo>
                <a:lnTo>
                  <a:pt x="556" y="157"/>
                </a:lnTo>
                <a:lnTo>
                  <a:pt x="556" y="156"/>
                </a:lnTo>
                <a:lnTo>
                  <a:pt x="557" y="155"/>
                </a:lnTo>
                <a:lnTo>
                  <a:pt x="557" y="154"/>
                </a:lnTo>
                <a:lnTo>
                  <a:pt x="558" y="154"/>
                </a:lnTo>
                <a:lnTo>
                  <a:pt x="558" y="155"/>
                </a:lnTo>
                <a:lnTo>
                  <a:pt x="559" y="155"/>
                </a:lnTo>
                <a:lnTo>
                  <a:pt x="559" y="154"/>
                </a:lnTo>
                <a:lnTo>
                  <a:pt x="560" y="155"/>
                </a:lnTo>
                <a:lnTo>
                  <a:pt x="560" y="156"/>
                </a:lnTo>
                <a:lnTo>
                  <a:pt x="560" y="157"/>
                </a:lnTo>
                <a:lnTo>
                  <a:pt x="560" y="158"/>
                </a:lnTo>
                <a:lnTo>
                  <a:pt x="559" y="159"/>
                </a:lnTo>
                <a:lnTo>
                  <a:pt x="560" y="160"/>
                </a:lnTo>
                <a:lnTo>
                  <a:pt x="559" y="160"/>
                </a:lnTo>
                <a:lnTo>
                  <a:pt x="560" y="161"/>
                </a:lnTo>
                <a:lnTo>
                  <a:pt x="560" y="162"/>
                </a:lnTo>
                <a:lnTo>
                  <a:pt x="559" y="162"/>
                </a:lnTo>
                <a:lnTo>
                  <a:pt x="559" y="163"/>
                </a:lnTo>
                <a:lnTo>
                  <a:pt x="559" y="164"/>
                </a:lnTo>
                <a:lnTo>
                  <a:pt x="558" y="165"/>
                </a:lnTo>
                <a:lnTo>
                  <a:pt x="559" y="165"/>
                </a:lnTo>
                <a:lnTo>
                  <a:pt x="558" y="165"/>
                </a:lnTo>
                <a:lnTo>
                  <a:pt x="557" y="166"/>
                </a:lnTo>
                <a:lnTo>
                  <a:pt x="557" y="167"/>
                </a:lnTo>
                <a:lnTo>
                  <a:pt x="557" y="169"/>
                </a:lnTo>
                <a:lnTo>
                  <a:pt x="556" y="169"/>
                </a:lnTo>
                <a:lnTo>
                  <a:pt x="557" y="169"/>
                </a:lnTo>
                <a:lnTo>
                  <a:pt x="557" y="170"/>
                </a:lnTo>
                <a:lnTo>
                  <a:pt x="556" y="170"/>
                </a:lnTo>
                <a:lnTo>
                  <a:pt x="556" y="171"/>
                </a:lnTo>
                <a:lnTo>
                  <a:pt x="557" y="171"/>
                </a:lnTo>
                <a:lnTo>
                  <a:pt x="557" y="172"/>
                </a:lnTo>
                <a:lnTo>
                  <a:pt x="557" y="173"/>
                </a:lnTo>
                <a:lnTo>
                  <a:pt x="557" y="174"/>
                </a:lnTo>
                <a:lnTo>
                  <a:pt x="557" y="175"/>
                </a:lnTo>
                <a:lnTo>
                  <a:pt x="558" y="175"/>
                </a:lnTo>
                <a:lnTo>
                  <a:pt x="557" y="175"/>
                </a:lnTo>
                <a:lnTo>
                  <a:pt x="558" y="175"/>
                </a:lnTo>
                <a:lnTo>
                  <a:pt x="558" y="176"/>
                </a:lnTo>
                <a:lnTo>
                  <a:pt x="559" y="176"/>
                </a:lnTo>
                <a:lnTo>
                  <a:pt x="559" y="175"/>
                </a:lnTo>
                <a:lnTo>
                  <a:pt x="560" y="175"/>
                </a:lnTo>
                <a:lnTo>
                  <a:pt x="561" y="174"/>
                </a:lnTo>
                <a:lnTo>
                  <a:pt x="562" y="174"/>
                </a:lnTo>
                <a:lnTo>
                  <a:pt x="563" y="173"/>
                </a:lnTo>
                <a:lnTo>
                  <a:pt x="564" y="173"/>
                </a:lnTo>
                <a:lnTo>
                  <a:pt x="565" y="173"/>
                </a:lnTo>
                <a:lnTo>
                  <a:pt x="565" y="174"/>
                </a:lnTo>
                <a:lnTo>
                  <a:pt x="566" y="174"/>
                </a:lnTo>
                <a:lnTo>
                  <a:pt x="566" y="175"/>
                </a:lnTo>
                <a:lnTo>
                  <a:pt x="567" y="175"/>
                </a:lnTo>
                <a:lnTo>
                  <a:pt x="567" y="176"/>
                </a:lnTo>
                <a:lnTo>
                  <a:pt x="567" y="177"/>
                </a:lnTo>
                <a:lnTo>
                  <a:pt x="568" y="177"/>
                </a:lnTo>
                <a:lnTo>
                  <a:pt x="569" y="177"/>
                </a:lnTo>
                <a:lnTo>
                  <a:pt x="570" y="177"/>
                </a:lnTo>
                <a:lnTo>
                  <a:pt x="570" y="178"/>
                </a:lnTo>
                <a:lnTo>
                  <a:pt x="570" y="179"/>
                </a:lnTo>
                <a:lnTo>
                  <a:pt x="571" y="179"/>
                </a:lnTo>
                <a:lnTo>
                  <a:pt x="572" y="179"/>
                </a:lnTo>
                <a:lnTo>
                  <a:pt x="572" y="180"/>
                </a:lnTo>
                <a:lnTo>
                  <a:pt x="573" y="179"/>
                </a:lnTo>
                <a:lnTo>
                  <a:pt x="574" y="179"/>
                </a:lnTo>
                <a:lnTo>
                  <a:pt x="575" y="179"/>
                </a:lnTo>
                <a:lnTo>
                  <a:pt x="576" y="179"/>
                </a:lnTo>
                <a:lnTo>
                  <a:pt x="576" y="180"/>
                </a:lnTo>
                <a:lnTo>
                  <a:pt x="577" y="180"/>
                </a:lnTo>
                <a:lnTo>
                  <a:pt x="577" y="179"/>
                </a:lnTo>
                <a:lnTo>
                  <a:pt x="578" y="179"/>
                </a:lnTo>
                <a:lnTo>
                  <a:pt x="577" y="179"/>
                </a:lnTo>
                <a:lnTo>
                  <a:pt x="578" y="179"/>
                </a:lnTo>
                <a:lnTo>
                  <a:pt x="578" y="180"/>
                </a:lnTo>
                <a:lnTo>
                  <a:pt x="578" y="179"/>
                </a:lnTo>
                <a:lnTo>
                  <a:pt x="578" y="180"/>
                </a:lnTo>
                <a:lnTo>
                  <a:pt x="577" y="180"/>
                </a:lnTo>
                <a:lnTo>
                  <a:pt x="577" y="182"/>
                </a:lnTo>
                <a:lnTo>
                  <a:pt x="577" y="183"/>
                </a:lnTo>
                <a:lnTo>
                  <a:pt x="578" y="183"/>
                </a:lnTo>
                <a:lnTo>
                  <a:pt x="578" y="184"/>
                </a:lnTo>
                <a:lnTo>
                  <a:pt x="577" y="184"/>
                </a:lnTo>
                <a:lnTo>
                  <a:pt x="578" y="184"/>
                </a:lnTo>
                <a:lnTo>
                  <a:pt x="578" y="185"/>
                </a:lnTo>
                <a:lnTo>
                  <a:pt x="579" y="185"/>
                </a:lnTo>
                <a:lnTo>
                  <a:pt x="580" y="185"/>
                </a:lnTo>
                <a:lnTo>
                  <a:pt x="581" y="185"/>
                </a:lnTo>
                <a:lnTo>
                  <a:pt x="581" y="186"/>
                </a:lnTo>
                <a:lnTo>
                  <a:pt x="582" y="186"/>
                </a:lnTo>
                <a:lnTo>
                  <a:pt x="582" y="187"/>
                </a:lnTo>
                <a:lnTo>
                  <a:pt x="583" y="187"/>
                </a:lnTo>
                <a:lnTo>
                  <a:pt x="583" y="186"/>
                </a:lnTo>
                <a:lnTo>
                  <a:pt x="584" y="186"/>
                </a:lnTo>
                <a:lnTo>
                  <a:pt x="584" y="185"/>
                </a:lnTo>
                <a:lnTo>
                  <a:pt x="585" y="185"/>
                </a:lnTo>
                <a:lnTo>
                  <a:pt x="586" y="185"/>
                </a:lnTo>
                <a:lnTo>
                  <a:pt x="586" y="186"/>
                </a:lnTo>
                <a:lnTo>
                  <a:pt x="587" y="186"/>
                </a:lnTo>
                <a:lnTo>
                  <a:pt x="588" y="185"/>
                </a:lnTo>
                <a:lnTo>
                  <a:pt x="589" y="185"/>
                </a:lnTo>
                <a:lnTo>
                  <a:pt x="590" y="185"/>
                </a:lnTo>
                <a:lnTo>
                  <a:pt x="590" y="184"/>
                </a:lnTo>
                <a:lnTo>
                  <a:pt x="590" y="185"/>
                </a:lnTo>
                <a:lnTo>
                  <a:pt x="591" y="185"/>
                </a:lnTo>
                <a:lnTo>
                  <a:pt x="592" y="185"/>
                </a:lnTo>
                <a:lnTo>
                  <a:pt x="592" y="186"/>
                </a:lnTo>
                <a:lnTo>
                  <a:pt x="592" y="185"/>
                </a:lnTo>
                <a:lnTo>
                  <a:pt x="592" y="184"/>
                </a:lnTo>
                <a:lnTo>
                  <a:pt x="593" y="184"/>
                </a:lnTo>
                <a:lnTo>
                  <a:pt x="594" y="184"/>
                </a:lnTo>
                <a:lnTo>
                  <a:pt x="594" y="183"/>
                </a:lnTo>
                <a:lnTo>
                  <a:pt x="595" y="183"/>
                </a:lnTo>
                <a:lnTo>
                  <a:pt x="595" y="184"/>
                </a:lnTo>
                <a:lnTo>
                  <a:pt x="596" y="185"/>
                </a:lnTo>
                <a:lnTo>
                  <a:pt x="597" y="186"/>
                </a:lnTo>
                <a:lnTo>
                  <a:pt x="597" y="185"/>
                </a:lnTo>
                <a:lnTo>
                  <a:pt x="597" y="184"/>
                </a:lnTo>
                <a:lnTo>
                  <a:pt x="598" y="184"/>
                </a:lnTo>
                <a:lnTo>
                  <a:pt x="598" y="183"/>
                </a:lnTo>
                <a:lnTo>
                  <a:pt x="598" y="182"/>
                </a:lnTo>
                <a:lnTo>
                  <a:pt x="598" y="180"/>
                </a:lnTo>
                <a:lnTo>
                  <a:pt x="599" y="180"/>
                </a:lnTo>
                <a:lnTo>
                  <a:pt x="599" y="179"/>
                </a:lnTo>
                <a:lnTo>
                  <a:pt x="600" y="179"/>
                </a:lnTo>
                <a:lnTo>
                  <a:pt x="600" y="180"/>
                </a:lnTo>
                <a:lnTo>
                  <a:pt x="601" y="180"/>
                </a:lnTo>
                <a:lnTo>
                  <a:pt x="602" y="180"/>
                </a:lnTo>
                <a:lnTo>
                  <a:pt x="603" y="180"/>
                </a:lnTo>
                <a:lnTo>
                  <a:pt x="604" y="180"/>
                </a:lnTo>
                <a:lnTo>
                  <a:pt x="604" y="182"/>
                </a:lnTo>
                <a:lnTo>
                  <a:pt x="605" y="182"/>
                </a:lnTo>
                <a:lnTo>
                  <a:pt x="606" y="182"/>
                </a:lnTo>
                <a:lnTo>
                  <a:pt x="606" y="180"/>
                </a:lnTo>
                <a:lnTo>
                  <a:pt x="607" y="179"/>
                </a:lnTo>
                <a:lnTo>
                  <a:pt x="608" y="179"/>
                </a:lnTo>
                <a:lnTo>
                  <a:pt x="608" y="178"/>
                </a:lnTo>
                <a:lnTo>
                  <a:pt x="607" y="178"/>
                </a:lnTo>
                <a:lnTo>
                  <a:pt x="607" y="177"/>
                </a:lnTo>
                <a:lnTo>
                  <a:pt x="607" y="176"/>
                </a:lnTo>
                <a:lnTo>
                  <a:pt x="606" y="176"/>
                </a:lnTo>
                <a:lnTo>
                  <a:pt x="606" y="175"/>
                </a:lnTo>
                <a:lnTo>
                  <a:pt x="607" y="175"/>
                </a:lnTo>
                <a:lnTo>
                  <a:pt x="608" y="174"/>
                </a:lnTo>
                <a:lnTo>
                  <a:pt x="609" y="174"/>
                </a:lnTo>
                <a:lnTo>
                  <a:pt x="609" y="173"/>
                </a:lnTo>
                <a:lnTo>
                  <a:pt x="609" y="172"/>
                </a:lnTo>
                <a:lnTo>
                  <a:pt x="608" y="172"/>
                </a:lnTo>
                <a:lnTo>
                  <a:pt x="609" y="172"/>
                </a:lnTo>
                <a:lnTo>
                  <a:pt x="609" y="171"/>
                </a:lnTo>
                <a:lnTo>
                  <a:pt x="610" y="171"/>
                </a:lnTo>
                <a:lnTo>
                  <a:pt x="611" y="171"/>
                </a:lnTo>
                <a:lnTo>
                  <a:pt x="612" y="171"/>
                </a:lnTo>
                <a:lnTo>
                  <a:pt x="613" y="171"/>
                </a:lnTo>
                <a:lnTo>
                  <a:pt x="613" y="172"/>
                </a:lnTo>
                <a:lnTo>
                  <a:pt x="613" y="173"/>
                </a:lnTo>
                <a:lnTo>
                  <a:pt x="614" y="174"/>
                </a:lnTo>
                <a:lnTo>
                  <a:pt x="615" y="174"/>
                </a:lnTo>
                <a:lnTo>
                  <a:pt x="615" y="175"/>
                </a:lnTo>
                <a:lnTo>
                  <a:pt x="614" y="175"/>
                </a:lnTo>
                <a:lnTo>
                  <a:pt x="615" y="175"/>
                </a:lnTo>
                <a:lnTo>
                  <a:pt x="616" y="175"/>
                </a:lnTo>
                <a:lnTo>
                  <a:pt x="616" y="176"/>
                </a:lnTo>
                <a:lnTo>
                  <a:pt x="617" y="176"/>
                </a:lnTo>
                <a:lnTo>
                  <a:pt x="618" y="176"/>
                </a:lnTo>
                <a:lnTo>
                  <a:pt x="618" y="177"/>
                </a:lnTo>
                <a:lnTo>
                  <a:pt x="618" y="178"/>
                </a:lnTo>
                <a:lnTo>
                  <a:pt x="618" y="179"/>
                </a:lnTo>
                <a:lnTo>
                  <a:pt x="617" y="179"/>
                </a:lnTo>
                <a:lnTo>
                  <a:pt x="617" y="180"/>
                </a:lnTo>
                <a:lnTo>
                  <a:pt x="617" y="182"/>
                </a:lnTo>
                <a:lnTo>
                  <a:pt x="617" y="183"/>
                </a:lnTo>
                <a:lnTo>
                  <a:pt x="616" y="183"/>
                </a:lnTo>
                <a:lnTo>
                  <a:pt x="616" y="184"/>
                </a:lnTo>
                <a:lnTo>
                  <a:pt x="617" y="184"/>
                </a:lnTo>
                <a:lnTo>
                  <a:pt x="617" y="185"/>
                </a:lnTo>
                <a:lnTo>
                  <a:pt x="617" y="186"/>
                </a:lnTo>
                <a:lnTo>
                  <a:pt x="617" y="187"/>
                </a:lnTo>
                <a:lnTo>
                  <a:pt x="616" y="187"/>
                </a:lnTo>
                <a:lnTo>
                  <a:pt x="616" y="188"/>
                </a:lnTo>
                <a:lnTo>
                  <a:pt x="616" y="189"/>
                </a:lnTo>
                <a:lnTo>
                  <a:pt x="617" y="189"/>
                </a:lnTo>
                <a:lnTo>
                  <a:pt x="617" y="190"/>
                </a:lnTo>
                <a:lnTo>
                  <a:pt x="618" y="190"/>
                </a:lnTo>
                <a:lnTo>
                  <a:pt x="619" y="190"/>
                </a:lnTo>
                <a:lnTo>
                  <a:pt x="619" y="191"/>
                </a:lnTo>
                <a:lnTo>
                  <a:pt x="620" y="191"/>
                </a:lnTo>
                <a:lnTo>
                  <a:pt x="621" y="192"/>
                </a:lnTo>
                <a:lnTo>
                  <a:pt x="620" y="193"/>
                </a:lnTo>
                <a:lnTo>
                  <a:pt x="620" y="194"/>
                </a:lnTo>
                <a:lnTo>
                  <a:pt x="621" y="194"/>
                </a:lnTo>
                <a:lnTo>
                  <a:pt x="622" y="193"/>
                </a:lnTo>
                <a:lnTo>
                  <a:pt x="623" y="193"/>
                </a:lnTo>
                <a:lnTo>
                  <a:pt x="624" y="193"/>
                </a:lnTo>
                <a:lnTo>
                  <a:pt x="624" y="194"/>
                </a:lnTo>
                <a:lnTo>
                  <a:pt x="624" y="195"/>
                </a:lnTo>
                <a:lnTo>
                  <a:pt x="625" y="195"/>
                </a:lnTo>
                <a:lnTo>
                  <a:pt x="626" y="194"/>
                </a:lnTo>
                <a:lnTo>
                  <a:pt x="627" y="194"/>
                </a:lnTo>
                <a:lnTo>
                  <a:pt x="627" y="193"/>
                </a:lnTo>
                <a:lnTo>
                  <a:pt x="628" y="193"/>
                </a:lnTo>
                <a:lnTo>
                  <a:pt x="629" y="193"/>
                </a:lnTo>
                <a:lnTo>
                  <a:pt x="630" y="192"/>
                </a:lnTo>
                <a:lnTo>
                  <a:pt x="631" y="192"/>
                </a:lnTo>
                <a:lnTo>
                  <a:pt x="631" y="193"/>
                </a:lnTo>
                <a:lnTo>
                  <a:pt x="632" y="193"/>
                </a:lnTo>
                <a:lnTo>
                  <a:pt x="633" y="194"/>
                </a:lnTo>
                <a:lnTo>
                  <a:pt x="632" y="194"/>
                </a:lnTo>
                <a:lnTo>
                  <a:pt x="632" y="195"/>
                </a:lnTo>
                <a:lnTo>
                  <a:pt x="631" y="196"/>
                </a:lnTo>
                <a:lnTo>
                  <a:pt x="632" y="196"/>
                </a:lnTo>
                <a:lnTo>
                  <a:pt x="632" y="197"/>
                </a:lnTo>
                <a:lnTo>
                  <a:pt x="631" y="198"/>
                </a:lnTo>
                <a:lnTo>
                  <a:pt x="632" y="199"/>
                </a:lnTo>
                <a:lnTo>
                  <a:pt x="633" y="199"/>
                </a:lnTo>
                <a:lnTo>
                  <a:pt x="634" y="199"/>
                </a:lnTo>
                <a:lnTo>
                  <a:pt x="635" y="199"/>
                </a:lnTo>
                <a:lnTo>
                  <a:pt x="635" y="198"/>
                </a:lnTo>
                <a:lnTo>
                  <a:pt x="636" y="198"/>
                </a:lnTo>
                <a:lnTo>
                  <a:pt x="637" y="198"/>
                </a:lnTo>
                <a:lnTo>
                  <a:pt x="637" y="199"/>
                </a:lnTo>
                <a:lnTo>
                  <a:pt x="637" y="200"/>
                </a:lnTo>
                <a:lnTo>
                  <a:pt x="637" y="201"/>
                </a:lnTo>
                <a:lnTo>
                  <a:pt x="638" y="202"/>
                </a:lnTo>
                <a:lnTo>
                  <a:pt x="639" y="202"/>
                </a:lnTo>
                <a:lnTo>
                  <a:pt x="639" y="201"/>
                </a:lnTo>
                <a:lnTo>
                  <a:pt x="639" y="202"/>
                </a:lnTo>
                <a:lnTo>
                  <a:pt x="639" y="203"/>
                </a:lnTo>
                <a:lnTo>
                  <a:pt x="639" y="204"/>
                </a:lnTo>
                <a:lnTo>
                  <a:pt x="638" y="204"/>
                </a:lnTo>
                <a:lnTo>
                  <a:pt x="638" y="205"/>
                </a:lnTo>
                <a:lnTo>
                  <a:pt x="639" y="205"/>
                </a:lnTo>
                <a:lnTo>
                  <a:pt x="640" y="206"/>
                </a:lnTo>
                <a:lnTo>
                  <a:pt x="640" y="207"/>
                </a:lnTo>
                <a:lnTo>
                  <a:pt x="641" y="207"/>
                </a:lnTo>
                <a:lnTo>
                  <a:pt x="641" y="206"/>
                </a:lnTo>
                <a:lnTo>
                  <a:pt x="642" y="207"/>
                </a:lnTo>
                <a:lnTo>
                  <a:pt x="643" y="207"/>
                </a:lnTo>
                <a:lnTo>
                  <a:pt x="643" y="206"/>
                </a:lnTo>
                <a:lnTo>
                  <a:pt x="644" y="207"/>
                </a:lnTo>
                <a:lnTo>
                  <a:pt x="645" y="208"/>
                </a:lnTo>
                <a:lnTo>
                  <a:pt x="645" y="209"/>
                </a:lnTo>
                <a:lnTo>
                  <a:pt x="646" y="209"/>
                </a:lnTo>
                <a:lnTo>
                  <a:pt x="646" y="210"/>
                </a:lnTo>
                <a:lnTo>
                  <a:pt x="646" y="211"/>
                </a:lnTo>
                <a:lnTo>
                  <a:pt x="646" y="212"/>
                </a:lnTo>
                <a:lnTo>
                  <a:pt x="646" y="213"/>
                </a:lnTo>
                <a:lnTo>
                  <a:pt x="645" y="213"/>
                </a:lnTo>
                <a:lnTo>
                  <a:pt x="645" y="214"/>
                </a:lnTo>
                <a:lnTo>
                  <a:pt x="646" y="214"/>
                </a:lnTo>
                <a:lnTo>
                  <a:pt x="647" y="215"/>
                </a:lnTo>
                <a:lnTo>
                  <a:pt x="646" y="215"/>
                </a:lnTo>
                <a:lnTo>
                  <a:pt x="647" y="216"/>
                </a:lnTo>
                <a:lnTo>
                  <a:pt x="648" y="216"/>
                </a:lnTo>
                <a:lnTo>
                  <a:pt x="647" y="216"/>
                </a:lnTo>
                <a:lnTo>
                  <a:pt x="647" y="217"/>
                </a:lnTo>
                <a:lnTo>
                  <a:pt x="648" y="217"/>
                </a:lnTo>
                <a:lnTo>
                  <a:pt x="648" y="218"/>
                </a:lnTo>
                <a:lnTo>
                  <a:pt x="649" y="218"/>
                </a:lnTo>
                <a:lnTo>
                  <a:pt x="649" y="219"/>
                </a:lnTo>
                <a:lnTo>
                  <a:pt x="650" y="219"/>
                </a:lnTo>
                <a:lnTo>
                  <a:pt x="651" y="219"/>
                </a:lnTo>
                <a:lnTo>
                  <a:pt x="651" y="218"/>
                </a:lnTo>
                <a:lnTo>
                  <a:pt x="651" y="217"/>
                </a:lnTo>
                <a:lnTo>
                  <a:pt x="652" y="218"/>
                </a:lnTo>
                <a:lnTo>
                  <a:pt x="652" y="216"/>
                </a:lnTo>
                <a:lnTo>
                  <a:pt x="653" y="215"/>
                </a:lnTo>
                <a:lnTo>
                  <a:pt x="654" y="215"/>
                </a:lnTo>
                <a:lnTo>
                  <a:pt x="655" y="214"/>
                </a:lnTo>
                <a:lnTo>
                  <a:pt x="655" y="213"/>
                </a:lnTo>
                <a:lnTo>
                  <a:pt x="655" y="212"/>
                </a:lnTo>
                <a:lnTo>
                  <a:pt x="655" y="211"/>
                </a:lnTo>
                <a:lnTo>
                  <a:pt x="656" y="211"/>
                </a:lnTo>
                <a:lnTo>
                  <a:pt x="656" y="212"/>
                </a:lnTo>
                <a:lnTo>
                  <a:pt x="657" y="212"/>
                </a:lnTo>
                <a:lnTo>
                  <a:pt x="658" y="212"/>
                </a:lnTo>
                <a:lnTo>
                  <a:pt x="660" y="213"/>
                </a:lnTo>
                <a:lnTo>
                  <a:pt x="661" y="213"/>
                </a:lnTo>
                <a:lnTo>
                  <a:pt x="662" y="213"/>
                </a:lnTo>
                <a:lnTo>
                  <a:pt x="662" y="214"/>
                </a:lnTo>
                <a:lnTo>
                  <a:pt x="662" y="215"/>
                </a:lnTo>
                <a:lnTo>
                  <a:pt x="663" y="215"/>
                </a:lnTo>
                <a:lnTo>
                  <a:pt x="664" y="215"/>
                </a:lnTo>
                <a:lnTo>
                  <a:pt x="664" y="216"/>
                </a:lnTo>
                <a:lnTo>
                  <a:pt x="665" y="217"/>
                </a:lnTo>
                <a:lnTo>
                  <a:pt x="664" y="218"/>
                </a:lnTo>
                <a:lnTo>
                  <a:pt x="665" y="218"/>
                </a:lnTo>
                <a:lnTo>
                  <a:pt x="666" y="218"/>
                </a:lnTo>
                <a:lnTo>
                  <a:pt x="666" y="219"/>
                </a:lnTo>
                <a:lnTo>
                  <a:pt x="666" y="220"/>
                </a:lnTo>
                <a:lnTo>
                  <a:pt x="667" y="220"/>
                </a:lnTo>
                <a:lnTo>
                  <a:pt x="667" y="221"/>
                </a:lnTo>
                <a:lnTo>
                  <a:pt x="668" y="222"/>
                </a:lnTo>
                <a:lnTo>
                  <a:pt x="667" y="222"/>
                </a:lnTo>
                <a:lnTo>
                  <a:pt x="668" y="223"/>
                </a:lnTo>
                <a:lnTo>
                  <a:pt x="669" y="223"/>
                </a:lnTo>
                <a:lnTo>
                  <a:pt x="669" y="222"/>
                </a:lnTo>
                <a:lnTo>
                  <a:pt x="669" y="221"/>
                </a:lnTo>
                <a:lnTo>
                  <a:pt x="670" y="221"/>
                </a:lnTo>
                <a:lnTo>
                  <a:pt x="671" y="221"/>
                </a:lnTo>
                <a:lnTo>
                  <a:pt x="672" y="221"/>
                </a:lnTo>
                <a:lnTo>
                  <a:pt x="673" y="221"/>
                </a:lnTo>
                <a:lnTo>
                  <a:pt x="674" y="221"/>
                </a:lnTo>
                <a:lnTo>
                  <a:pt x="674" y="220"/>
                </a:lnTo>
                <a:lnTo>
                  <a:pt x="675" y="220"/>
                </a:lnTo>
                <a:lnTo>
                  <a:pt x="675" y="219"/>
                </a:lnTo>
                <a:lnTo>
                  <a:pt x="676" y="219"/>
                </a:lnTo>
                <a:lnTo>
                  <a:pt x="677" y="219"/>
                </a:lnTo>
                <a:lnTo>
                  <a:pt x="678" y="219"/>
                </a:lnTo>
                <a:lnTo>
                  <a:pt x="678" y="220"/>
                </a:lnTo>
                <a:lnTo>
                  <a:pt x="678" y="221"/>
                </a:lnTo>
                <a:lnTo>
                  <a:pt x="679" y="221"/>
                </a:lnTo>
                <a:lnTo>
                  <a:pt x="678" y="222"/>
                </a:lnTo>
                <a:lnTo>
                  <a:pt x="679" y="222"/>
                </a:lnTo>
                <a:lnTo>
                  <a:pt x="679" y="223"/>
                </a:lnTo>
                <a:lnTo>
                  <a:pt x="679" y="224"/>
                </a:lnTo>
                <a:lnTo>
                  <a:pt x="680" y="225"/>
                </a:lnTo>
                <a:lnTo>
                  <a:pt x="681" y="224"/>
                </a:lnTo>
                <a:lnTo>
                  <a:pt x="681" y="225"/>
                </a:lnTo>
                <a:lnTo>
                  <a:pt x="681" y="226"/>
                </a:lnTo>
                <a:lnTo>
                  <a:pt x="682" y="226"/>
                </a:lnTo>
                <a:lnTo>
                  <a:pt x="683" y="226"/>
                </a:lnTo>
                <a:lnTo>
                  <a:pt x="683" y="227"/>
                </a:lnTo>
                <a:lnTo>
                  <a:pt x="684" y="227"/>
                </a:lnTo>
                <a:lnTo>
                  <a:pt x="684" y="228"/>
                </a:lnTo>
                <a:lnTo>
                  <a:pt x="683" y="228"/>
                </a:lnTo>
                <a:lnTo>
                  <a:pt x="683" y="229"/>
                </a:lnTo>
                <a:lnTo>
                  <a:pt x="683" y="230"/>
                </a:lnTo>
                <a:lnTo>
                  <a:pt x="684" y="230"/>
                </a:lnTo>
                <a:lnTo>
                  <a:pt x="684" y="229"/>
                </a:lnTo>
                <a:lnTo>
                  <a:pt x="684" y="230"/>
                </a:lnTo>
                <a:lnTo>
                  <a:pt x="685" y="230"/>
                </a:lnTo>
                <a:lnTo>
                  <a:pt x="686" y="230"/>
                </a:lnTo>
                <a:lnTo>
                  <a:pt x="687" y="229"/>
                </a:lnTo>
                <a:lnTo>
                  <a:pt x="687" y="230"/>
                </a:lnTo>
                <a:lnTo>
                  <a:pt x="688" y="230"/>
                </a:lnTo>
                <a:lnTo>
                  <a:pt x="689" y="230"/>
                </a:lnTo>
                <a:lnTo>
                  <a:pt x="689" y="231"/>
                </a:lnTo>
                <a:lnTo>
                  <a:pt x="689" y="232"/>
                </a:lnTo>
                <a:lnTo>
                  <a:pt x="690" y="232"/>
                </a:lnTo>
                <a:lnTo>
                  <a:pt x="691" y="232"/>
                </a:lnTo>
                <a:lnTo>
                  <a:pt x="691" y="233"/>
                </a:lnTo>
                <a:lnTo>
                  <a:pt x="692" y="232"/>
                </a:lnTo>
                <a:lnTo>
                  <a:pt x="693" y="232"/>
                </a:lnTo>
                <a:lnTo>
                  <a:pt x="694" y="233"/>
                </a:lnTo>
                <a:lnTo>
                  <a:pt x="693" y="233"/>
                </a:lnTo>
                <a:lnTo>
                  <a:pt x="694" y="234"/>
                </a:lnTo>
                <a:lnTo>
                  <a:pt x="694" y="235"/>
                </a:lnTo>
                <a:lnTo>
                  <a:pt x="694" y="236"/>
                </a:lnTo>
                <a:lnTo>
                  <a:pt x="694" y="237"/>
                </a:lnTo>
                <a:lnTo>
                  <a:pt x="695" y="237"/>
                </a:lnTo>
                <a:lnTo>
                  <a:pt x="695" y="238"/>
                </a:lnTo>
                <a:lnTo>
                  <a:pt x="694" y="238"/>
                </a:lnTo>
                <a:lnTo>
                  <a:pt x="693" y="238"/>
                </a:lnTo>
                <a:lnTo>
                  <a:pt x="692" y="238"/>
                </a:lnTo>
                <a:lnTo>
                  <a:pt x="692" y="239"/>
                </a:lnTo>
                <a:lnTo>
                  <a:pt x="691" y="239"/>
                </a:lnTo>
                <a:lnTo>
                  <a:pt x="691" y="238"/>
                </a:lnTo>
                <a:lnTo>
                  <a:pt x="690" y="238"/>
                </a:lnTo>
                <a:lnTo>
                  <a:pt x="690" y="239"/>
                </a:lnTo>
                <a:lnTo>
                  <a:pt x="689" y="239"/>
                </a:lnTo>
                <a:lnTo>
                  <a:pt x="688" y="239"/>
                </a:lnTo>
                <a:lnTo>
                  <a:pt x="688" y="240"/>
                </a:lnTo>
                <a:lnTo>
                  <a:pt x="687" y="241"/>
                </a:lnTo>
                <a:lnTo>
                  <a:pt x="687" y="240"/>
                </a:lnTo>
                <a:lnTo>
                  <a:pt x="686" y="240"/>
                </a:lnTo>
                <a:lnTo>
                  <a:pt x="686" y="241"/>
                </a:lnTo>
                <a:lnTo>
                  <a:pt x="686" y="242"/>
                </a:lnTo>
                <a:lnTo>
                  <a:pt x="685" y="242"/>
                </a:lnTo>
                <a:lnTo>
                  <a:pt x="684" y="243"/>
                </a:lnTo>
                <a:lnTo>
                  <a:pt x="683" y="244"/>
                </a:lnTo>
                <a:lnTo>
                  <a:pt x="682" y="244"/>
                </a:lnTo>
                <a:lnTo>
                  <a:pt x="682" y="245"/>
                </a:lnTo>
                <a:lnTo>
                  <a:pt x="682" y="246"/>
                </a:lnTo>
                <a:lnTo>
                  <a:pt x="681" y="246"/>
                </a:lnTo>
                <a:lnTo>
                  <a:pt x="681" y="245"/>
                </a:lnTo>
                <a:lnTo>
                  <a:pt x="680" y="245"/>
                </a:lnTo>
                <a:lnTo>
                  <a:pt x="680" y="246"/>
                </a:lnTo>
                <a:lnTo>
                  <a:pt x="679" y="246"/>
                </a:lnTo>
                <a:lnTo>
                  <a:pt x="678" y="246"/>
                </a:lnTo>
                <a:lnTo>
                  <a:pt x="677" y="247"/>
                </a:lnTo>
                <a:lnTo>
                  <a:pt x="676" y="248"/>
                </a:lnTo>
                <a:lnTo>
                  <a:pt x="676" y="249"/>
                </a:lnTo>
                <a:lnTo>
                  <a:pt x="675" y="249"/>
                </a:lnTo>
                <a:lnTo>
                  <a:pt x="675" y="250"/>
                </a:lnTo>
                <a:lnTo>
                  <a:pt x="674" y="251"/>
                </a:lnTo>
                <a:lnTo>
                  <a:pt x="675" y="252"/>
                </a:lnTo>
                <a:lnTo>
                  <a:pt x="676" y="252"/>
                </a:lnTo>
                <a:lnTo>
                  <a:pt x="676" y="253"/>
                </a:lnTo>
                <a:lnTo>
                  <a:pt x="676" y="254"/>
                </a:lnTo>
                <a:lnTo>
                  <a:pt x="676" y="255"/>
                </a:lnTo>
                <a:lnTo>
                  <a:pt x="675" y="255"/>
                </a:lnTo>
                <a:lnTo>
                  <a:pt x="675" y="256"/>
                </a:lnTo>
                <a:lnTo>
                  <a:pt x="676" y="256"/>
                </a:lnTo>
                <a:lnTo>
                  <a:pt x="677" y="256"/>
                </a:lnTo>
                <a:lnTo>
                  <a:pt x="677" y="257"/>
                </a:lnTo>
                <a:lnTo>
                  <a:pt x="676" y="257"/>
                </a:lnTo>
                <a:lnTo>
                  <a:pt x="676" y="258"/>
                </a:lnTo>
                <a:lnTo>
                  <a:pt x="675" y="258"/>
                </a:lnTo>
                <a:lnTo>
                  <a:pt x="675" y="259"/>
                </a:lnTo>
                <a:lnTo>
                  <a:pt x="674" y="259"/>
                </a:lnTo>
                <a:lnTo>
                  <a:pt x="673" y="259"/>
                </a:lnTo>
                <a:lnTo>
                  <a:pt x="672" y="259"/>
                </a:lnTo>
                <a:lnTo>
                  <a:pt x="671" y="259"/>
                </a:lnTo>
                <a:lnTo>
                  <a:pt x="671" y="258"/>
                </a:lnTo>
                <a:lnTo>
                  <a:pt x="669" y="258"/>
                </a:lnTo>
                <a:lnTo>
                  <a:pt x="669" y="259"/>
                </a:lnTo>
                <a:lnTo>
                  <a:pt x="668" y="260"/>
                </a:lnTo>
                <a:lnTo>
                  <a:pt x="669" y="260"/>
                </a:lnTo>
                <a:lnTo>
                  <a:pt x="668" y="260"/>
                </a:lnTo>
                <a:lnTo>
                  <a:pt x="668" y="262"/>
                </a:lnTo>
                <a:lnTo>
                  <a:pt x="667" y="262"/>
                </a:lnTo>
                <a:lnTo>
                  <a:pt x="668" y="263"/>
                </a:lnTo>
                <a:lnTo>
                  <a:pt x="667" y="263"/>
                </a:lnTo>
                <a:lnTo>
                  <a:pt x="667" y="265"/>
                </a:lnTo>
                <a:lnTo>
                  <a:pt x="667" y="266"/>
                </a:lnTo>
                <a:lnTo>
                  <a:pt x="668" y="266"/>
                </a:lnTo>
                <a:lnTo>
                  <a:pt x="668" y="267"/>
                </a:lnTo>
                <a:lnTo>
                  <a:pt x="668" y="268"/>
                </a:lnTo>
                <a:lnTo>
                  <a:pt x="669" y="268"/>
                </a:lnTo>
                <a:lnTo>
                  <a:pt x="670" y="269"/>
                </a:lnTo>
                <a:lnTo>
                  <a:pt x="670" y="270"/>
                </a:lnTo>
                <a:lnTo>
                  <a:pt x="671" y="271"/>
                </a:lnTo>
                <a:lnTo>
                  <a:pt x="671" y="270"/>
                </a:lnTo>
                <a:lnTo>
                  <a:pt x="671" y="271"/>
                </a:lnTo>
                <a:lnTo>
                  <a:pt x="672" y="271"/>
                </a:lnTo>
                <a:lnTo>
                  <a:pt x="672" y="272"/>
                </a:lnTo>
                <a:lnTo>
                  <a:pt x="671" y="273"/>
                </a:lnTo>
                <a:lnTo>
                  <a:pt x="671" y="274"/>
                </a:lnTo>
                <a:lnTo>
                  <a:pt x="672" y="274"/>
                </a:lnTo>
                <a:lnTo>
                  <a:pt x="672" y="275"/>
                </a:lnTo>
                <a:lnTo>
                  <a:pt x="673" y="275"/>
                </a:lnTo>
                <a:lnTo>
                  <a:pt x="673" y="274"/>
                </a:lnTo>
                <a:lnTo>
                  <a:pt x="674" y="275"/>
                </a:lnTo>
                <a:lnTo>
                  <a:pt x="675" y="274"/>
                </a:lnTo>
                <a:lnTo>
                  <a:pt x="675" y="275"/>
                </a:lnTo>
                <a:lnTo>
                  <a:pt x="675" y="276"/>
                </a:lnTo>
                <a:lnTo>
                  <a:pt x="676" y="276"/>
                </a:lnTo>
                <a:lnTo>
                  <a:pt x="677" y="277"/>
                </a:lnTo>
                <a:lnTo>
                  <a:pt x="677" y="278"/>
                </a:lnTo>
                <a:lnTo>
                  <a:pt x="678" y="279"/>
                </a:lnTo>
                <a:lnTo>
                  <a:pt x="678" y="280"/>
                </a:lnTo>
                <a:lnTo>
                  <a:pt x="679" y="281"/>
                </a:lnTo>
                <a:lnTo>
                  <a:pt x="680" y="282"/>
                </a:lnTo>
                <a:lnTo>
                  <a:pt x="680" y="283"/>
                </a:lnTo>
                <a:lnTo>
                  <a:pt x="681" y="283"/>
                </a:lnTo>
                <a:lnTo>
                  <a:pt x="681" y="284"/>
                </a:lnTo>
                <a:lnTo>
                  <a:pt x="680" y="284"/>
                </a:lnTo>
                <a:lnTo>
                  <a:pt x="680" y="285"/>
                </a:lnTo>
                <a:lnTo>
                  <a:pt x="680" y="286"/>
                </a:lnTo>
                <a:lnTo>
                  <a:pt x="679" y="286"/>
                </a:lnTo>
                <a:lnTo>
                  <a:pt x="679" y="287"/>
                </a:lnTo>
                <a:lnTo>
                  <a:pt x="679" y="288"/>
                </a:lnTo>
                <a:lnTo>
                  <a:pt x="679" y="289"/>
                </a:lnTo>
                <a:lnTo>
                  <a:pt x="679" y="290"/>
                </a:lnTo>
                <a:lnTo>
                  <a:pt x="680" y="290"/>
                </a:lnTo>
                <a:lnTo>
                  <a:pt x="681" y="290"/>
                </a:lnTo>
                <a:lnTo>
                  <a:pt x="681" y="291"/>
                </a:lnTo>
                <a:lnTo>
                  <a:pt x="681" y="292"/>
                </a:lnTo>
                <a:lnTo>
                  <a:pt x="682" y="292"/>
                </a:lnTo>
                <a:lnTo>
                  <a:pt x="683" y="292"/>
                </a:lnTo>
                <a:lnTo>
                  <a:pt x="683" y="293"/>
                </a:lnTo>
                <a:lnTo>
                  <a:pt x="682" y="293"/>
                </a:lnTo>
                <a:lnTo>
                  <a:pt x="681" y="293"/>
                </a:lnTo>
                <a:lnTo>
                  <a:pt x="681" y="294"/>
                </a:lnTo>
                <a:lnTo>
                  <a:pt x="680" y="295"/>
                </a:lnTo>
                <a:lnTo>
                  <a:pt x="679" y="295"/>
                </a:lnTo>
                <a:lnTo>
                  <a:pt x="679" y="296"/>
                </a:lnTo>
                <a:lnTo>
                  <a:pt x="678" y="297"/>
                </a:lnTo>
                <a:lnTo>
                  <a:pt x="678" y="298"/>
                </a:lnTo>
                <a:lnTo>
                  <a:pt x="679" y="299"/>
                </a:lnTo>
                <a:lnTo>
                  <a:pt x="679" y="300"/>
                </a:lnTo>
                <a:lnTo>
                  <a:pt x="680" y="300"/>
                </a:lnTo>
                <a:lnTo>
                  <a:pt x="680" y="301"/>
                </a:lnTo>
                <a:lnTo>
                  <a:pt x="681" y="301"/>
                </a:lnTo>
                <a:lnTo>
                  <a:pt x="681" y="302"/>
                </a:lnTo>
                <a:lnTo>
                  <a:pt x="681" y="303"/>
                </a:lnTo>
                <a:lnTo>
                  <a:pt x="680" y="303"/>
                </a:lnTo>
                <a:lnTo>
                  <a:pt x="680" y="304"/>
                </a:lnTo>
                <a:lnTo>
                  <a:pt x="680" y="305"/>
                </a:lnTo>
                <a:lnTo>
                  <a:pt x="681" y="305"/>
                </a:lnTo>
                <a:lnTo>
                  <a:pt x="682" y="305"/>
                </a:lnTo>
                <a:lnTo>
                  <a:pt x="683" y="305"/>
                </a:lnTo>
                <a:lnTo>
                  <a:pt x="683" y="304"/>
                </a:lnTo>
                <a:lnTo>
                  <a:pt x="683" y="305"/>
                </a:lnTo>
                <a:lnTo>
                  <a:pt x="684" y="304"/>
                </a:lnTo>
                <a:lnTo>
                  <a:pt x="684" y="305"/>
                </a:lnTo>
                <a:lnTo>
                  <a:pt x="685" y="305"/>
                </a:lnTo>
                <a:lnTo>
                  <a:pt x="686" y="305"/>
                </a:lnTo>
                <a:lnTo>
                  <a:pt x="686" y="306"/>
                </a:lnTo>
                <a:lnTo>
                  <a:pt x="687" y="306"/>
                </a:lnTo>
                <a:lnTo>
                  <a:pt x="687" y="307"/>
                </a:lnTo>
                <a:lnTo>
                  <a:pt x="687" y="308"/>
                </a:lnTo>
                <a:lnTo>
                  <a:pt x="688" y="308"/>
                </a:lnTo>
                <a:lnTo>
                  <a:pt x="688" y="309"/>
                </a:lnTo>
                <a:lnTo>
                  <a:pt x="687" y="309"/>
                </a:lnTo>
                <a:lnTo>
                  <a:pt x="688" y="309"/>
                </a:lnTo>
                <a:lnTo>
                  <a:pt x="688" y="310"/>
                </a:lnTo>
                <a:lnTo>
                  <a:pt x="689" y="310"/>
                </a:lnTo>
                <a:lnTo>
                  <a:pt x="690" y="311"/>
                </a:lnTo>
                <a:lnTo>
                  <a:pt x="689" y="311"/>
                </a:lnTo>
                <a:lnTo>
                  <a:pt x="690" y="311"/>
                </a:lnTo>
                <a:lnTo>
                  <a:pt x="691" y="311"/>
                </a:lnTo>
                <a:lnTo>
                  <a:pt x="691" y="312"/>
                </a:lnTo>
                <a:lnTo>
                  <a:pt x="692" y="313"/>
                </a:lnTo>
                <a:lnTo>
                  <a:pt x="693" y="313"/>
                </a:lnTo>
                <a:lnTo>
                  <a:pt x="693" y="314"/>
                </a:lnTo>
                <a:lnTo>
                  <a:pt x="694" y="314"/>
                </a:lnTo>
                <a:lnTo>
                  <a:pt x="694" y="315"/>
                </a:lnTo>
                <a:lnTo>
                  <a:pt x="694" y="316"/>
                </a:lnTo>
                <a:lnTo>
                  <a:pt x="694" y="317"/>
                </a:lnTo>
                <a:lnTo>
                  <a:pt x="693" y="317"/>
                </a:lnTo>
                <a:lnTo>
                  <a:pt x="693" y="318"/>
                </a:lnTo>
                <a:lnTo>
                  <a:pt x="694" y="319"/>
                </a:lnTo>
                <a:lnTo>
                  <a:pt x="694" y="320"/>
                </a:lnTo>
                <a:lnTo>
                  <a:pt x="694" y="321"/>
                </a:lnTo>
                <a:lnTo>
                  <a:pt x="695" y="322"/>
                </a:lnTo>
                <a:lnTo>
                  <a:pt x="695" y="323"/>
                </a:lnTo>
                <a:lnTo>
                  <a:pt x="695" y="322"/>
                </a:lnTo>
                <a:lnTo>
                  <a:pt x="696" y="323"/>
                </a:lnTo>
                <a:lnTo>
                  <a:pt x="696" y="324"/>
                </a:lnTo>
                <a:lnTo>
                  <a:pt x="696" y="325"/>
                </a:lnTo>
                <a:lnTo>
                  <a:pt x="696" y="326"/>
                </a:lnTo>
                <a:lnTo>
                  <a:pt x="696" y="327"/>
                </a:lnTo>
                <a:lnTo>
                  <a:pt x="696" y="328"/>
                </a:lnTo>
                <a:lnTo>
                  <a:pt x="696" y="329"/>
                </a:lnTo>
                <a:lnTo>
                  <a:pt x="695" y="329"/>
                </a:lnTo>
                <a:lnTo>
                  <a:pt x="695" y="330"/>
                </a:lnTo>
                <a:lnTo>
                  <a:pt x="696" y="330"/>
                </a:lnTo>
                <a:lnTo>
                  <a:pt x="696" y="331"/>
                </a:lnTo>
                <a:lnTo>
                  <a:pt x="696" y="332"/>
                </a:lnTo>
                <a:lnTo>
                  <a:pt x="697" y="333"/>
                </a:lnTo>
                <a:lnTo>
                  <a:pt x="696" y="333"/>
                </a:lnTo>
                <a:lnTo>
                  <a:pt x="696" y="334"/>
                </a:lnTo>
                <a:lnTo>
                  <a:pt x="696" y="335"/>
                </a:lnTo>
                <a:lnTo>
                  <a:pt x="696" y="337"/>
                </a:lnTo>
                <a:lnTo>
                  <a:pt x="696" y="338"/>
                </a:lnTo>
                <a:lnTo>
                  <a:pt x="695" y="339"/>
                </a:lnTo>
                <a:lnTo>
                  <a:pt x="695" y="340"/>
                </a:lnTo>
                <a:lnTo>
                  <a:pt x="696" y="340"/>
                </a:lnTo>
                <a:lnTo>
                  <a:pt x="700" y="347"/>
                </a:lnTo>
                <a:lnTo>
                  <a:pt x="700" y="346"/>
                </a:lnTo>
                <a:lnTo>
                  <a:pt x="700" y="347"/>
                </a:lnTo>
                <a:lnTo>
                  <a:pt x="700" y="348"/>
                </a:lnTo>
                <a:lnTo>
                  <a:pt x="701" y="349"/>
                </a:lnTo>
                <a:lnTo>
                  <a:pt x="701" y="350"/>
                </a:lnTo>
                <a:lnTo>
                  <a:pt x="700" y="350"/>
                </a:lnTo>
                <a:lnTo>
                  <a:pt x="700" y="351"/>
                </a:lnTo>
                <a:lnTo>
                  <a:pt x="700" y="352"/>
                </a:lnTo>
                <a:lnTo>
                  <a:pt x="701" y="353"/>
                </a:lnTo>
                <a:lnTo>
                  <a:pt x="701" y="354"/>
                </a:lnTo>
                <a:lnTo>
                  <a:pt x="700" y="354"/>
                </a:lnTo>
                <a:lnTo>
                  <a:pt x="699" y="355"/>
                </a:lnTo>
                <a:lnTo>
                  <a:pt x="698" y="355"/>
                </a:lnTo>
                <a:lnTo>
                  <a:pt x="697" y="356"/>
                </a:lnTo>
                <a:lnTo>
                  <a:pt x="696" y="357"/>
                </a:lnTo>
                <a:lnTo>
                  <a:pt x="695" y="358"/>
                </a:lnTo>
                <a:lnTo>
                  <a:pt x="694" y="359"/>
                </a:lnTo>
                <a:lnTo>
                  <a:pt x="694" y="360"/>
                </a:lnTo>
                <a:lnTo>
                  <a:pt x="693" y="360"/>
                </a:lnTo>
                <a:lnTo>
                  <a:pt x="693" y="361"/>
                </a:lnTo>
                <a:lnTo>
                  <a:pt x="692" y="361"/>
                </a:lnTo>
                <a:lnTo>
                  <a:pt x="691" y="361"/>
                </a:lnTo>
                <a:lnTo>
                  <a:pt x="691" y="362"/>
                </a:lnTo>
                <a:lnTo>
                  <a:pt x="690" y="362"/>
                </a:lnTo>
                <a:lnTo>
                  <a:pt x="689" y="363"/>
                </a:lnTo>
                <a:lnTo>
                  <a:pt x="686" y="364"/>
                </a:lnTo>
                <a:lnTo>
                  <a:pt x="685" y="364"/>
                </a:lnTo>
                <a:lnTo>
                  <a:pt x="684" y="364"/>
                </a:lnTo>
                <a:lnTo>
                  <a:pt x="683" y="364"/>
                </a:lnTo>
                <a:lnTo>
                  <a:pt x="682" y="365"/>
                </a:lnTo>
                <a:lnTo>
                  <a:pt x="682" y="364"/>
                </a:lnTo>
                <a:lnTo>
                  <a:pt x="680" y="364"/>
                </a:lnTo>
                <a:lnTo>
                  <a:pt x="678" y="364"/>
                </a:lnTo>
                <a:lnTo>
                  <a:pt x="677" y="363"/>
                </a:lnTo>
                <a:lnTo>
                  <a:pt x="674" y="362"/>
                </a:lnTo>
                <a:lnTo>
                  <a:pt x="673" y="362"/>
                </a:lnTo>
                <a:lnTo>
                  <a:pt x="673" y="361"/>
                </a:lnTo>
                <a:lnTo>
                  <a:pt x="671" y="360"/>
                </a:lnTo>
                <a:lnTo>
                  <a:pt x="670" y="359"/>
                </a:lnTo>
                <a:lnTo>
                  <a:pt x="669" y="358"/>
                </a:lnTo>
                <a:lnTo>
                  <a:pt x="667" y="357"/>
                </a:lnTo>
                <a:lnTo>
                  <a:pt x="666" y="356"/>
                </a:lnTo>
                <a:lnTo>
                  <a:pt x="665" y="355"/>
                </a:lnTo>
                <a:lnTo>
                  <a:pt x="664" y="354"/>
                </a:lnTo>
                <a:lnTo>
                  <a:pt x="662" y="353"/>
                </a:lnTo>
                <a:lnTo>
                  <a:pt x="661" y="352"/>
                </a:lnTo>
                <a:lnTo>
                  <a:pt x="660" y="352"/>
                </a:lnTo>
                <a:lnTo>
                  <a:pt x="658" y="352"/>
                </a:lnTo>
                <a:lnTo>
                  <a:pt x="657" y="352"/>
                </a:lnTo>
                <a:lnTo>
                  <a:pt x="656" y="352"/>
                </a:lnTo>
                <a:lnTo>
                  <a:pt x="654" y="353"/>
                </a:lnTo>
                <a:lnTo>
                  <a:pt x="653" y="353"/>
                </a:lnTo>
                <a:lnTo>
                  <a:pt x="652" y="353"/>
                </a:lnTo>
                <a:lnTo>
                  <a:pt x="651" y="353"/>
                </a:lnTo>
                <a:lnTo>
                  <a:pt x="650" y="353"/>
                </a:lnTo>
                <a:lnTo>
                  <a:pt x="649" y="353"/>
                </a:lnTo>
                <a:lnTo>
                  <a:pt x="647" y="353"/>
                </a:lnTo>
                <a:lnTo>
                  <a:pt x="645" y="353"/>
                </a:lnTo>
                <a:lnTo>
                  <a:pt x="644" y="352"/>
                </a:lnTo>
                <a:lnTo>
                  <a:pt x="643" y="352"/>
                </a:lnTo>
                <a:lnTo>
                  <a:pt x="643" y="353"/>
                </a:lnTo>
                <a:lnTo>
                  <a:pt x="643" y="354"/>
                </a:lnTo>
                <a:lnTo>
                  <a:pt x="642" y="355"/>
                </a:lnTo>
                <a:lnTo>
                  <a:pt x="641" y="355"/>
                </a:lnTo>
                <a:lnTo>
                  <a:pt x="640" y="355"/>
                </a:lnTo>
                <a:lnTo>
                  <a:pt x="640" y="356"/>
                </a:lnTo>
                <a:lnTo>
                  <a:pt x="639" y="356"/>
                </a:lnTo>
                <a:lnTo>
                  <a:pt x="640" y="356"/>
                </a:lnTo>
                <a:lnTo>
                  <a:pt x="640" y="357"/>
                </a:lnTo>
                <a:lnTo>
                  <a:pt x="640" y="358"/>
                </a:lnTo>
                <a:lnTo>
                  <a:pt x="640" y="359"/>
                </a:lnTo>
                <a:lnTo>
                  <a:pt x="639" y="359"/>
                </a:lnTo>
                <a:lnTo>
                  <a:pt x="639" y="360"/>
                </a:lnTo>
                <a:lnTo>
                  <a:pt x="639" y="361"/>
                </a:lnTo>
                <a:lnTo>
                  <a:pt x="640" y="361"/>
                </a:lnTo>
                <a:lnTo>
                  <a:pt x="640" y="362"/>
                </a:lnTo>
                <a:lnTo>
                  <a:pt x="640" y="363"/>
                </a:lnTo>
                <a:lnTo>
                  <a:pt x="639" y="363"/>
                </a:lnTo>
                <a:lnTo>
                  <a:pt x="638" y="363"/>
                </a:lnTo>
                <a:lnTo>
                  <a:pt x="638" y="364"/>
                </a:lnTo>
                <a:lnTo>
                  <a:pt x="637" y="364"/>
                </a:lnTo>
                <a:lnTo>
                  <a:pt x="637" y="365"/>
                </a:lnTo>
                <a:lnTo>
                  <a:pt x="636" y="365"/>
                </a:lnTo>
                <a:lnTo>
                  <a:pt x="636" y="366"/>
                </a:lnTo>
                <a:lnTo>
                  <a:pt x="635" y="366"/>
                </a:lnTo>
                <a:lnTo>
                  <a:pt x="636" y="366"/>
                </a:lnTo>
                <a:lnTo>
                  <a:pt x="635" y="367"/>
                </a:lnTo>
                <a:lnTo>
                  <a:pt x="635" y="368"/>
                </a:lnTo>
                <a:lnTo>
                  <a:pt x="634" y="369"/>
                </a:lnTo>
                <a:lnTo>
                  <a:pt x="633" y="369"/>
                </a:lnTo>
                <a:lnTo>
                  <a:pt x="632" y="369"/>
                </a:lnTo>
                <a:lnTo>
                  <a:pt x="631" y="370"/>
                </a:lnTo>
                <a:lnTo>
                  <a:pt x="630" y="371"/>
                </a:lnTo>
                <a:lnTo>
                  <a:pt x="630" y="372"/>
                </a:lnTo>
                <a:lnTo>
                  <a:pt x="629" y="372"/>
                </a:lnTo>
                <a:lnTo>
                  <a:pt x="628" y="372"/>
                </a:lnTo>
                <a:lnTo>
                  <a:pt x="627" y="372"/>
                </a:lnTo>
                <a:lnTo>
                  <a:pt x="626" y="372"/>
                </a:lnTo>
                <a:lnTo>
                  <a:pt x="626" y="373"/>
                </a:lnTo>
                <a:lnTo>
                  <a:pt x="625" y="373"/>
                </a:lnTo>
                <a:lnTo>
                  <a:pt x="624" y="374"/>
                </a:lnTo>
                <a:lnTo>
                  <a:pt x="623" y="375"/>
                </a:lnTo>
                <a:lnTo>
                  <a:pt x="622" y="375"/>
                </a:lnTo>
                <a:lnTo>
                  <a:pt x="621" y="374"/>
                </a:lnTo>
                <a:lnTo>
                  <a:pt x="621" y="373"/>
                </a:lnTo>
                <a:lnTo>
                  <a:pt x="620" y="373"/>
                </a:lnTo>
                <a:lnTo>
                  <a:pt x="621" y="373"/>
                </a:lnTo>
                <a:lnTo>
                  <a:pt x="621" y="372"/>
                </a:lnTo>
                <a:lnTo>
                  <a:pt x="622" y="372"/>
                </a:lnTo>
                <a:lnTo>
                  <a:pt x="622" y="371"/>
                </a:lnTo>
                <a:lnTo>
                  <a:pt x="621" y="371"/>
                </a:lnTo>
                <a:lnTo>
                  <a:pt x="620" y="371"/>
                </a:lnTo>
                <a:lnTo>
                  <a:pt x="619" y="371"/>
                </a:lnTo>
                <a:lnTo>
                  <a:pt x="618" y="371"/>
                </a:lnTo>
                <a:lnTo>
                  <a:pt x="618" y="372"/>
                </a:lnTo>
                <a:lnTo>
                  <a:pt x="617" y="371"/>
                </a:lnTo>
                <a:lnTo>
                  <a:pt x="617" y="372"/>
                </a:lnTo>
                <a:lnTo>
                  <a:pt x="616" y="372"/>
                </a:lnTo>
                <a:lnTo>
                  <a:pt x="616" y="371"/>
                </a:lnTo>
                <a:lnTo>
                  <a:pt x="615" y="371"/>
                </a:lnTo>
                <a:lnTo>
                  <a:pt x="614" y="371"/>
                </a:lnTo>
                <a:lnTo>
                  <a:pt x="613" y="371"/>
                </a:lnTo>
                <a:lnTo>
                  <a:pt x="612" y="371"/>
                </a:lnTo>
                <a:lnTo>
                  <a:pt x="611" y="371"/>
                </a:lnTo>
                <a:lnTo>
                  <a:pt x="610" y="370"/>
                </a:lnTo>
                <a:lnTo>
                  <a:pt x="609" y="369"/>
                </a:lnTo>
                <a:lnTo>
                  <a:pt x="610" y="369"/>
                </a:lnTo>
                <a:lnTo>
                  <a:pt x="609" y="369"/>
                </a:lnTo>
                <a:lnTo>
                  <a:pt x="608" y="369"/>
                </a:lnTo>
                <a:lnTo>
                  <a:pt x="608" y="368"/>
                </a:lnTo>
                <a:lnTo>
                  <a:pt x="607" y="369"/>
                </a:lnTo>
                <a:lnTo>
                  <a:pt x="607" y="370"/>
                </a:lnTo>
                <a:lnTo>
                  <a:pt x="607" y="371"/>
                </a:lnTo>
                <a:lnTo>
                  <a:pt x="608" y="371"/>
                </a:lnTo>
                <a:lnTo>
                  <a:pt x="608" y="372"/>
                </a:lnTo>
                <a:lnTo>
                  <a:pt x="609" y="372"/>
                </a:lnTo>
                <a:lnTo>
                  <a:pt x="610" y="372"/>
                </a:lnTo>
                <a:lnTo>
                  <a:pt x="610" y="373"/>
                </a:lnTo>
                <a:lnTo>
                  <a:pt x="609" y="373"/>
                </a:lnTo>
                <a:lnTo>
                  <a:pt x="609" y="374"/>
                </a:lnTo>
                <a:lnTo>
                  <a:pt x="609" y="375"/>
                </a:lnTo>
                <a:lnTo>
                  <a:pt x="610" y="375"/>
                </a:lnTo>
                <a:lnTo>
                  <a:pt x="609" y="375"/>
                </a:lnTo>
                <a:lnTo>
                  <a:pt x="609" y="376"/>
                </a:lnTo>
                <a:lnTo>
                  <a:pt x="609" y="377"/>
                </a:lnTo>
                <a:lnTo>
                  <a:pt x="608" y="377"/>
                </a:lnTo>
                <a:lnTo>
                  <a:pt x="609" y="378"/>
                </a:lnTo>
                <a:lnTo>
                  <a:pt x="610" y="378"/>
                </a:lnTo>
                <a:lnTo>
                  <a:pt x="610" y="377"/>
                </a:lnTo>
                <a:lnTo>
                  <a:pt x="611" y="377"/>
                </a:lnTo>
                <a:lnTo>
                  <a:pt x="612" y="377"/>
                </a:lnTo>
                <a:lnTo>
                  <a:pt x="613" y="377"/>
                </a:lnTo>
                <a:lnTo>
                  <a:pt x="613" y="378"/>
                </a:lnTo>
                <a:lnTo>
                  <a:pt x="612" y="378"/>
                </a:lnTo>
                <a:lnTo>
                  <a:pt x="611" y="379"/>
                </a:lnTo>
                <a:lnTo>
                  <a:pt x="611" y="380"/>
                </a:lnTo>
                <a:lnTo>
                  <a:pt x="611" y="381"/>
                </a:lnTo>
                <a:lnTo>
                  <a:pt x="611" y="382"/>
                </a:lnTo>
                <a:lnTo>
                  <a:pt x="611" y="383"/>
                </a:lnTo>
                <a:lnTo>
                  <a:pt x="611" y="384"/>
                </a:lnTo>
                <a:lnTo>
                  <a:pt x="610" y="384"/>
                </a:lnTo>
                <a:lnTo>
                  <a:pt x="611" y="384"/>
                </a:lnTo>
                <a:lnTo>
                  <a:pt x="611" y="385"/>
                </a:lnTo>
                <a:lnTo>
                  <a:pt x="611" y="386"/>
                </a:lnTo>
                <a:lnTo>
                  <a:pt x="612" y="386"/>
                </a:lnTo>
                <a:lnTo>
                  <a:pt x="611" y="386"/>
                </a:lnTo>
                <a:lnTo>
                  <a:pt x="610" y="386"/>
                </a:lnTo>
                <a:lnTo>
                  <a:pt x="609" y="386"/>
                </a:lnTo>
                <a:lnTo>
                  <a:pt x="607" y="386"/>
                </a:lnTo>
                <a:lnTo>
                  <a:pt x="607" y="385"/>
                </a:lnTo>
                <a:lnTo>
                  <a:pt x="606" y="385"/>
                </a:lnTo>
                <a:lnTo>
                  <a:pt x="605" y="385"/>
                </a:lnTo>
                <a:lnTo>
                  <a:pt x="605" y="384"/>
                </a:lnTo>
                <a:lnTo>
                  <a:pt x="606" y="383"/>
                </a:lnTo>
                <a:lnTo>
                  <a:pt x="606" y="382"/>
                </a:lnTo>
                <a:lnTo>
                  <a:pt x="605" y="381"/>
                </a:lnTo>
                <a:lnTo>
                  <a:pt x="604" y="381"/>
                </a:lnTo>
                <a:lnTo>
                  <a:pt x="603" y="381"/>
                </a:lnTo>
                <a:lnTo>
                  <a:pt x="602" y="382"/>
                </a:lnTo>
                <a:lnTo>
                  <a:pt x="601" y="382"/>
                </a:lnTo>
                <a:lnTo>
                  <a:pt x="600" y="382"/>
                </a:lnTo>
                <a:lnTo>
                  <a:pt x="599" y="382"/>
                </a:lnTo>
                <a:lnTo>
                  <a:pt x="599" y="381"/>
                </a:lnTo>
                <a:lnTo>
                  <a:pt x="599" y="382"/>
                </a:lnTo>
                <a:lnTo>
                  <a:pt x="599" y="381"/>
                </a:lnTo>
                <a:lnTo>
                  <a:pt x="598" y="381"/>
                </a:lnTo>
                <a:lnTo>
                  <a:pt x="598" y="380"/>
                </a:lnTo>
                <a:lnTo>
                  <a:pt x="597" y="380"/>
                </a:lnTo>
                <a:lnTo>
                  <a:pt x="597" y="381"/>
                </a:lnTo>
                <a:lnTo>
                  <a:pt x="596" y="381"/>
                </a:lnTo>
                <a:lnTo>
                  <a:pt x="595" y="381"/>
                </a:lnTo>
                <a:lnTo>
                  <a:pt x="595" y="382"/>
                </a:lnTo>
                <a:lnTo>
                  <a:pt x="594" y="382"/>
                </a:lnTo>
                <a:lnTo>
                  <a:pt x="593" y="382"/>
                </a:lnTo>
                <a:lnTo>
                  <a:pt x="593" y="383"/>
                </a:lnTo>
                <a:lnTo>
                  <a:pt x="592" y="384"/>
                </a:lnTo>
                <a:lnTo>
                  <a:pt x="593" y="385"/>
                </a:lnTo>
                <a:lnTo>
                  <a:pt x="594" y="384"/>
                </a:lnTo>
                <a:lnTo>
                  <a:pt x="594" y="385"/>
                </a:lnTo>
                <a:lnTo>
                  <a:pt x="595" y="385"/>
                </a:lnTo>
                <a:lnTo>
                  <a:pt x="595" y="386"/>
                </a:lnTo>
                <a:lnTo>
                  <a:pt x="594" y="386"/>
                </a:lnTo>
                <a:lnTo>
                  <a:pt x="594" y="387"/>
                </a:lnTo>
                <a:lnTo>
                  <a:pt x="593" y="387"/>
                </a:lnTo>
                <a:lnTo>
                  <a:pt x="592" y="388"/>
                </a:lnTo>
                <a:lnTo>
                  <a:pt x="591" y="388"/>
                </a:lnTo>
                <a:lnTo>
                  <a:pt x="591" y="387"/>
                </a:lnTo>
                <a:lnTo>
                  <a:pt x="590" y="387"/>
                </a:lnTo>
                <a:lnTo>
                  <a:pt x="590" y="386"/>
                </a:lnTo>
                <a:lnTo>
                  <a:pt x="591" y="385"/>
                </a:lnTo>
                <a:lnTo>
                  <a:pt x="590" y="385"/>
                </a:lnTo>
                <a:lnTo>
                  <a:pt x="590" y="386"/>
                </a:lnTo>
                <a:lnTo>
                  <a:pt x="589" y="386"/>
                </a:lnTo>
                <a:lnTo>
                  <a:pt x="588" y="386"/>
                </a:lnTo>
                <a:lnTo>
                  <a:pt x="589" y="385"/>
                </a:lnTo>
                <a:lnTo>
                  <a:pt x="589" y="384"/>
                </a:lnTo>
                <a:lnTo>
                  <a:pt x="588" y="384"/>
                </a:lnTo>
                <a:lnTo>
                  <a:pt x="588" y="385"/>
                </a:lnTo>
                <a:lnTo>
                  <a:pt x="588" y="386"/>
                </a:lnTo>
                <a:lnTo>
                  <a:pt x="587" y="386"/>
                </a:lnTo>
                <a:lnTo>
                  <a:pt x="587" y="387"/>
                </a:lnTo>
                <a:lnTo>
                  <a:pt x="587" y="388"/>
                </a:lnTo>
                <a:lnTo>
                  <a:pt x="586" y="388"/>
                </a:lnTo>
                <a:lnTo>
                  <a:pt x="586" y="389"/>
                </a:lnTo>
                <a:lnTo>
                  <a:pt x="585" y="389"/>
                </a:lnTo>
                <a:lnTo>
                  <a:pt x="585" y="390"/>
                </a:lnTo>
                <a:lnTo>
                  <a:pt x="585" y="391"/>
                </a:lnTo>
                <a:lnTo>
                  <a:pt x="586" y="390"/>
                </a:lnTo>
                <a:lnTo>
                  <a:pt x="586" y="391"/>
                </a:lnTo>
                <a:lnTo>
                  <a:pt x="586" y="392"/>
                </a:lnTo>
                <a:lnTo>
                  <a:pt x="587" y="392"/>
                </a:lnTo>
                <a:lnTo>
                  <a:pt x="587" y="393"/>
                </a:lnTo>
                <a:lnTo>
                  <a:pt x="587" y="394"/>
                </a:lnTo>
                <a:lnTo>
                  <a:pt x="587" y="393"/>
                </a:lnTo>
                <a:lnTo>
                  <a:pt x="588" y="393"/>
                </a:lnTo>
                <a:lnTo>
                  <a:pt x="588" y="392"/>
                </a:lnTo>
                <a:lnTo>
                  <a:pt x="589" y="392"/>
                </a:lnTo>
                <a:lnTo>
                  <a:pt x="590" y="392"/>
                </a:lnTo>
                <a:lnTo>
                  <a:pt x="590" y="391"/>
                </a:lnTo>
                <a:lnTo>
                  <a:pt x="589" y="390"/>
                </a:lnTo>
                <a:lnTo>
                  <a:pt x="590" y="390"/>
                </a:lnTo>
                <a:lnTo>
                  <a:pt x="590" y="389"/>
                </a:lnTo>
                <a:lnTo>
                  <a:pt x="591" y="388"/>
                </a:lnTo>
                <a:lnTo>
                  <a:pt x="592" y="389"/>
                </a:lnTo>
                <a:lnTo>
                  <a:pt x="591" y="390"/>
                </a:lnTo>
                <a:lnTo>
                  <a:pt x="592" y="390"/>
                </a:lnTo>
                <a:lnTo>
                  <a:pt x="591" y="390"/>
                </a:lnTo>
                <a:lnTo>
                  <a:pt x="591" y="391"/>
                </a:lnTo>
                <a:lnTo>
                  <a:pt x="592" y="391"/>
                </a:lnTo>
                <a:lnTo>
                  <a:pt x="592" y="392"/>
                </a:lnTo>
                <a:lnTo>
                  <a:pt x="591" y="392"/>
                </a:lnTo>
                <a:lnTo>
                  <a:pt x="591" y="393"/>
                </a:lnTo>
                <a:lnTo>
                  <a:pt x="591" y="394"/>
                </a:lnTo>
                <a:lnTo>
                  <a:pt x="591" y="395"/>
                </a:lnTo>
                <a:lnTo>
                  <a:pt x="591" y="396"/>
                </a:lnTo>
                <a:lnTo>
                  <a:pt x="590" y="396"/>
                </a:lnTo>
                <a:lnTo>
                  <a:pt x="590" y="395"/>
                </a:lnTo>
                <a:lnTo>
                  <a:pt x="589" y="395"/>
                </a:lnTo>
                <a:lnTo>
                  <a:pt x="589" y="396"/>
                </a:lnTo>
                <a:lnTo>
                  <a:pt x="588" y="396"/>
                </a:lnTo>
                <a:lnTo>
                  <a:pt x="589" y="396"/>
                </a:lnTo>
                <a:lnTo>
                  <a:pt x="589" y="397"/>
                </a:lnTo>
                <a:lnTo>
                  <a:pt x="588" y="397"/>
                </a:lnTo>
                <a:lnTo>
                  <a:pt x="588" y="398"/>
                </a:lnTo>
                <a:lnTo>
                  <a:pt x="587" y="398"/>
                </a:lnTo>
                <a:lnTo>
                  <a:pt x="586" y="398"/>
                </a:lnTo>
                <a:lnTo>
                  <a:pt x="586" y="397"/>
                </a:lnTo>
                <a:lnTo>
                  <a:pt x="585" y="397"/>
                </a:lnTo>
                <a:lnTo>
                  <a:pt x="584" y="397"/>
                </a:lnTo>
                <a:lnTo>
                  <a:pt x="583" y="397"/>
                </a:lnTo>
                <a:lnTo>
                  <a:pt x="583" y="398"/>
                </a:lnTo>
                <a:lnTo>
                  <a:pt x="582" y="398"/>
                </a:lnTo>
                <a:lnTo>
                  <a:pt x="581" y="398"/>
                </a:lnTo>
                <a:lnTo>
                  <a:pt x="581" y="399"/>
                </a:lnTo>
                <a:lnTo>
                  <a:pt x="580" y="400"/>
                </a:lnTo>
                <a:lnTo>
                  <a:pt x="579" y="399"/>
                </a:lnTo>
                <a:lnTo>
                  <a:pt x="578" y="399"/>
                </a:lnTo>
                <a:lnTo>
                  <a:pt x="577" y="399"/>
                </a:lnTo>
                <a:lnTo>
                  <a:pt x="577" y="400"/>
                </a:lnTo>
                <a:lnTo>
                  <a:pt x="576" y="400"/>
                </a:lnTo>
                <a:lnTo>
                  <a:pt x="576" y="401"/>
                </a:lnTo>
                <a:lnTo>
                  <a:pt x="575" y="401"/>
                </a:lnTo>
                <a:lnTo>
                  <a:pt x="574" y="401"/>
                </a:lnTo>
                <a:lnTo>
                  <a:pt x="574" y="400"/>
                </a:lnTo>
                <a:lnTo>
                  <a:pt x="574" y="399"/>
                </a:lnTo>
                <a:lnTo>
                  <a:pt x="574" y="398"/>
                </a:lnTo>
                <a:lnTo>
                  <a:pt x="573" y="398"/>
                </a:lnTo>
                <a:lnTo>
                  <a:pt x="571" y="398"/>
                </a:lnTo>
                <a:lnTo>
                  <a:pt x="570" y="398"/>
                </a:lnTo>
                <a:lnTo>
                  <a:pt x="570" y="399"/>
                </a:lnTo>
                <a:lnTo>
                  <a:pt x="569" y="399"/>
                </a:lnTo>
                <a:lnTo>
                  <a:pt x="568" y="399"/>
                </a:lnTo>
                <a:lnTo>
                  <a:pt x="568" y="398"/>
                </a:lnTo>
                <a:lnTo>
                  <a:pt x="567" y="398"/>
                </a:lnTo>
                <a:lnTo>
                  <a:pt x="566" y="398"/>
                </a:lnTo>
                <a:lnTo>
                  <a:pt x="566" y="399"/>
                </a:lnTo>
                <a:lnTo>
                  <a:pt x="565" y="399"/>
                </a:lnTo>
                <a:lnTo>
                  <a:pt x="564" y="399"/>
                </a:lnTo>
                <a:lnTo>
                  <a:pt x="563" y="399"/>
                </a:lnTo>
                <a:lnTo>
                  <a:pt x="563" y="400"/>
                </a:lnTo>
                <a:lnTo>
                  <a:pt x="562" y="400"/>
                </a:lnTo>
                <a:lnTo>
                  <a:pt x="562" y="401"/>
                </a:lnTo>
                <a:lnTo>
                  <a:pt x="561" y="402"/>
                </a:lnTo>
                <a:lnTo>
                  <a:pt x="560" y="402"/>
                </a:lnTo>
                <a:lnTo>
                  <a:pt x="559" y="402"/>
                </a:lnTo>
                <a:lnTo>
                  <a:pt x="558" y="403"/>
                </a:lnTo>
                <a:lnTo>
                  <a:pt x="557" y="403"/>
                </a:lnTo>
                <a:lnTo>
                  <a:pt x="557" y="404"/>
                </a:lnTo>
                <a:lnTo>
                  <a:pt x="556" y="404"/>
                </a:lnTo>
                <a:lnTo>
                  <a:pt x="555" y="404"/>
                </a:lnTo>
                <a:lnTo>
                  <a:pt x="555" y="405"/>
                </a:lnTo>
                <a:lnTo>
                  <a:pt x="553" y="405"/>
                </a:lnTo>
                <a:lnTo>
                  <a:pt x="552" y="405"/>
                </a:lnTo>
                <a:lnTo>
                  <a:pt x="551" y="405"/>
                </a:lnTo>
                <a:lnTo>
                  <a:pt x="550" y="405"/>
                </a:lnTo>
                <a:lnTo>
                  <a:pt x="549" y="405"/>
                </a:lnTo>
                <a:lnTo>
                  <a:pt x="548" y="405"/>
                </a:lnTo>
                <a:lnTo>
                  <a:pt x="548" y="404"/>
                </a:lnTo>
                <a:lnTo>
                  <a:pt x="547" y="404"/>
                </a:lnTo>
                <a:lnTo>
                  <a:pt x="547" y="403"/>
                </a:lnTo>
                <a:lnTo>
                  <a:pt x="548" y="403"/>
                </a:lnTo>
                <a:lnTo>
                  <a:pt x="547" y="403"/>
                </a:lnTo>
                <a:lnTo>
                  <a:pt x="546" y="403"/>
                </a:lnTo>
                <a:lnTo>
                  <a:pt x="546" y="404"/>
                </a:lnTo>
                <a:lnTo>
                  <a:pt x="545" y="404"/>
                </a:lnTo>
                <a:lnTo>
                  <a:pt x="544" y="404"/>
                </a:lnTo>
                <a:lnTo>
                  <a:pt x="543" y="404"/>
                </a:lnTo>
                <a:lnTo>
                  <a:pt x="542" y="404"/>
                </a:lnTo>
                <a:lnTo>
                  <a:pt x="542" y="405"/>
                </a:lnTo>
                <a:lnTo>
                  <a:pt x="541" y="406"/>
                </a:lnTo>
                <a:lnTo>
                  <a:pt x="540" y="405"/>
                </a:lnTo>
                <a:lnTo>
                  <a:pt x="539" y="405"/>
                </a:lnTo>
                <a:lnTo>
                  <a:pt x="538" y="405"/>
                </a:lnTo>
                <a:lnTo>
                  <a:pt x="537" y="404"/>
                </a:lnTo>
                <a:lnTo>
                  <a:pt x="537" y="403"/>
                </a:lnTo>
                <a:lnTo>
                  <a:pt x="536" y="402"/>
                </a:lnTo>
                <a:lnTo>
                  <a:pt x="535" y="401"/>
                </a:lnTo>
                <a:lnTo>
                  <a:pt x="534" y="401"/>
                </a:lnTo>
                <a:lnTo>
                  <a:pt x="534" y="402"/>
                </a:lnTo>
                <a:lnTo>
                  <a:pt x="533" y="402"/>
                </a:lnTo>
                <a:lnTo>
                  <a:pt x="532" y="402"/>
                </a:lnTo>
                <a:lnTo>
                  <a:pt x="531" y="403"/>
                </a:lnTo>
                <a:lnTo>
                  <a:pt x="530" y="403"/>
                </a:lnTo>
                <a:lnTo>
                  <a:pt x="530" y="404"/>
                </a:lnTo>
                <a:lnTo>
                  <a:pt x="531" y="404"/>
                </a:lnTo>
                <a:lnTo>
                  <a:pt x="530" y="404"/>
                </a:lnTo>
                <a:lnTo>
                  <a:pt x="531" y="405"/>
                </a:lnTo>
                <a:lnTo>
                  <a:pt x="530" y="406"/>
                </a:lnTo>
                <a:lnTo>
                  <a:pt x="530" y="407"/>
                </a:lnTo>
                <a:lnTo>
                  <a:pt x="530" y="408"/>
                </a:lnTo>
                <a:lnTo>
                  <a:pt x="531" y="408"/>
                </a:lnTo>
                <a:lnTo>
                  <a:pt x="531" y="409"/>
                </a:lnTo>
                <a:lnTo>
                  <a:pt x="530" y="409"/>
                </a:lnTo>
                <a:lnTo>
                  <a:pt x="530" y="410"/>
                </a:lnTo>
                <a:lnTo>
                  <a:pt x="530" y="411"/>
                </a:lnTo>
                <a:lnTo>
                  <a:pt x="529" y="411"/>
                </a:lnTo>
                <a:lnTo>
                  <a:pt x="529" y="412"/>
                </a:lnTo>
                <a:lnTo>
                  <a:pt x="530" y="413"/>
                </a:lnTo>
                <a:lnTo>
                  <a:pt x="530" y="414"/>
                </a:lnTo>
                <a:lnTo>
                  <a:pt x="529" y="415"/>
                </a:lnTo>
                <a:lnTo>
                  <a:pt x="528" y="414"/>
                </a:lnTo>
                <a:lnTo>
                  <a:pt x="527" y="414"/>
                </a:lnTo>
                <a:lnTo>
                  <a:pt x="527" y="415"/>
                </a:lnTo>
                <a:lnTo>
                  <a:pt x="526" y="415"/>
                </a:lnTo>
                <a:lnTo>
                  <a:pt x="525" y="415"/>
                </a:lnTo>
                <a:lnTo>
                  <a:pt x="524" y="415"/>
                </a:lnTo>
                <a:lnTo>
                  <a:pt x="524" y="416"/>
                </a:lnTo>
                <a:lnTo>
                  <a:pt x="523" y="417"/>
                </a:lnTo>
                <a:lnTo>
                  <a:pt x="523" y="416"/>
                </a:lnTo>
                <a:lnTo>
                  <a:pt x="522" y="416"/>
                </a:lnTo>
                <a:lnTo>
                  <a:pt x="521" y="416"/>
                </a:lnTo>
                <a:lnTo>
                  <a:pt x="520" y="416"/>
                </a:lnTo>
                <a:lnTo>
                  <a:pt x="520" y="417"/>
                </a:lnTo>
                <a:lnTo>
                  <a:pt x="519" y="416"/>
                </a:lnTo>
                <a:lnTo>
                  <a:pt x="518" y="417"/>
                </a:lnTo>
                <a:lnTo>
                  <a:pt x="517" y="417"/>
                </a:lnTo>
                <a:lnTo>
                  <a:pt x="517" y="416"/>
                </a:lnTo>
                <a:lnTo>
                  <a:pt x="516" y="417"/>
                </a:lnTo>
                <a:lnTo>
                  <a:pt x="515" y="417"/>
                </a:lnTo>
                <a:lnTo>
                  <a:pt x="514" y="417"/>
                </a:lnTo>
                <a:lnTo>
                  <a:pt x="514" y="418"/>
                </a:lnTo>
                <a:lnTo>
                  <a:pt x="513" y="418"/>
                </a:lnTo>
                <a:lnTo>
                  <a:pt x="513" y="419"/>
                </a:lnTo>
                <a:lnTo>
                  <a:pt x="512" y="420"/>
                </a:lnTo>
                <a:lnTo>
                  <a:pt x="511" y="421"/>
                </a:lnTo>
                <a:lnTo>
                  <a:pt x="511" y="422"/>
                </a:lnTo>
                <a:lnTo>
                  <a:pt x="510" y="422"/>
                </a:lnTo>
                <a:lnTo>
                  <a:pt x="509" y="423"/>
                </a:lnTo>
                <a:lnTo>
                  <a:pt x="509" y="424"/>
                </a:lnTo>
                <a:lnTo>
                  <a:pt x="508" y="424"/>
                </a:lnTo>
                <a:lnTo>
                  <a:pt x="508" y="425"/>
                </a:lnTo>
                <a:lnTo>
                  <a:pt x="507" y="425"/>
                </a:lnTo>
                <a:lnTo>
                  <a:pt x="506" y="425"/>
                </a:lnTo>
                <a:lnTo>
                  <a:pt x="506" y="426"/>
                </a:lnTo>
                <a:lnTo>
                  <a:pt x="505" y="427"/>
                </a:lnTo>
                <a:lnTo>
                  <a:pt x="505" y="428"/>
                </a:lnTo>
                <a:lnTo>
                  <a:pt x="504" y="428"/>
                </a:lnTo>
                <a:lnTo>
                  <a:pt x="503" y="428"/>
                </a:lnTo>
                <a:lnTo>
                  <a:pt x="503" y="430"/>
                </a:lnTo>
                <a:lnTo>
                  <a:pt x="503" y="431"/>
                </a:lnTo>
                <a:lnTo>
                  <a:pt x="503" y="432"/>
                </a:lnTo>
                <a:lnTo>
                  <a:pt x="502" y="432"/>
                </a:lnTo>
                <a:lnTo>
                  <a:pt x="502" y="433"/>
                </a:lnTo>
                <a:lnTo>
                  <a:pt x="502" y="434"/>
                </a:lnTo>
                <a:lnTo>
                  <a:pt x="502" y="433"/>
                </a:lnTo>
                <a:lnTo>
                  <a:pt x="501" y="434"/>
                </a:lnTo>
                <a:lnTo>
                  <a:pt x="500" y="434"/>
                </a:lnTo>
                <a:lnTo>
                  <a:pt x="499" y="435"/>
                </a:lnTo>
                <a:lnTo>
                  <a:pt x="498" y="435"/>
                </a:lnTo>
                <a:lnTo>
                  <a:pt x="497" y="435"/>
                </a:lnTo>
                <a:lnTo>
                  <a:pt x="496" y="435"/>
                </a:lnTo>
                <a:lnTo>
                  <a:pt x="496" y="434"/>
                </a:lnTo>
                <a:lnTo>
                  <a:pt x="496" y="433"/>
                </a:lnTo>
                <a:lnTo>
                  <a:pt x="496" y="432"/>
                </a:lnTo>
                <a:lnTo>
                  <a:pt x="495" y="432"/>
                </a:lnTo>
                <a:lnTo>
                  <a:pt x="494" y="432"/>
                </a:lnTo>
                <a:lnTo>
                  <a:pt x="493" y="432"/>
                </a:lnTo>
                <a:lnTo>
                  <a:pt x="493" y="431"/>
                </a:lnTo>
                <a:lnTo>
                  <a:pt x="492" y="431"/>
                </a:lnTo>
                <a:lnTo>
                  <a:pt x="492" y="430"/>
                </a:lnTo>
                <a:lnTo>
                  <a:pt x="492" y="429"/>
                </a:lnTo>
                <a:lnTo>
                  <a:pt x="492" y="428"/>
                </a:lnTo>
                <a:lnTo>
                  <a:pt x="491" y="428"/>
                </a:lnTo>
                <a:lnTo>
                  <a:pt x="490" y="428"/>
                </a:lnTo>
                <a:lnTo>
                  <a:pt x="489" y="428"/>
                </a:lnTo>
                <a:lnTo>
                  <a:pt x="488" y="428"/>
                </a:lnTo>
                <a:lnTo>
                  <a:pt x="488" y="429"/>
                </a:lnTo>
                <a:lnTo>
                  <a:pt x="487" y="429"/>
                </a:lnTo>
                <a:lnTo>
                  <a:pt x="486" y="429"/>
                </a:lnTo>
                <a:lnTo>
                  <a:pt x="486" y="430"/>
                </a:lnTo>
                <a:lnTo>
                  <a:pt x="486" y="431"/>
                </a:lnTo>
                <a:lnTo>
                  <a:pt x="485" y="431"/>
                </a:lnTo>
                <a:lnTo>
                  <a:pt x="485" y="432"/>
                </a:lnTo>
                <a:lnTo>
                  <a:pt x="484" y="432"/>
                </a:lnTo>
                <a:lnTo>
                  <a:pt x="484" y="433"/>
                </a:lnTo>
                <a:lnTo>
                  <a:pt x="484" y="432"/>
                </a:lnTo>
                <a:lnTo>
                  <a:pt x="483" y="432"/>
                </a:lnTo>
                <a:lnTo>
                  <a:pt x="483" y="431"/>
                </a:lnTo>
                <a:lnTo>
                  <a:pt x="483" y="430"/>
                </a:lnTo>
                <a:lnTo>
                  <a:pt x="482" y="430"/>
                </a:lnTo>
                <a:lnTo>
                  <a:pt x="482" y="429"/>
                </a:lnTo>
                <a:lnTo>
                  <a:pt x="483" y="429"/>
                </a:lnTo>
                <a:lnTo>
                  <a:pt x="483" y="428"/>
                </a:lnTo>
                <a:lnTo>
                  <a:pt x="482" y="427"/>
                </a:lnTo>
                <a:lnTo>
                  <a:pt x="482" y="428"/>
                </a:lnTo>
                <a:lnTo>
                  <a:pt x="481" y="428"/>
                </a:lnTo>
                <a:lnTo>
                  <a:pt x="481" y="429"/>
                </a:lnTo>
                <a:lnTo>
                  <a:pt x="481" y="430"/>
                </a:lnTo>
                <a:lnTo>
                  <a:pt x="480" y="430"/>
                </a:lnTo>
                <a:lnTo>
                  <a:pt x="479" y="430"/>
                </a:lnTo>
                <a:lnTo>
                  <a:pt x="479" y="429"/>
                </a:lnTo>
                <a:lnTo>
                  <a:pt x="479" y="428"/>
                </a:lnTo>
                <a:lnTo>
                  <a:pt x="479" y="427"/>
                </a:lnTo>
                <a:lnTo>
                  <a:pt x="479" y="426"/>
                </a:lnTo>
                <a:lnTo>
                  <a:pt x="478" y="426"/>
                </a:lnTo>
                <a:lnTo>
                  <a:pt x="478" y="425"/>
                </a:lnTo>
                <a:lnTo>
                  <a:pt x="479" y="425"/>
                </a:lnTo>
                <a:lnTo>
                  <a:pt x="478" y="425"/>
                </a:lnTo>
                <a:lnTo>
                  <a:pt x="478" y="424"/>
                </a:lnTo>
                <a:lnTo>
                  <a:pt x="477" y="424"/>
                </a:lnTo>
                <a:lnTo>
                  <a:pt x="477" y="423"/>
                </a:lnTo>
                <a:lnTo>
                  <a:pt x="477" y="422"/>
                </a:lnTo>
                <a:lnTo>
                  <a:pt x="477" y="421"/>
                </a:lnTo>
                <a:lnTo>
                  <a:pt x="477" y="420"/>
                </a:lnTo>
                <a:lnTo>
                  <a:pt x="478" y="420"/>
                </a:lnTo>
                <a:lnTo>
                  <a:pt x="478" y="419"/>
                </a:lnTo>
                <a:lnTo>
                  <a:pt x="479" y="419"/>
                </a:lnTo>
                <a:lnTo>
                  <a:pt x="479" y="418"/>
                </a:lnTo>
                <a:lnTo>
                  <a:pt x="479" y="417"/>
                </a:lnTo>
                <a:lnTo>
                  <a:pt x="479" y="416"/>
                </a:lnTo>
                <a:lnTo>
                  <a:pt x="479" y="415"/>
                </a:lnTo>
                <a:lnTo>
                  <a:pt x="479" y="414"/>
                </a:lnTo>
                <a:lnTo>
                  <a:pt x="478" y="414"/>
                </a:lnTo>
                <a:lnTo>
                  <a:pt x="478" y="415"/>
                </a:lnTo>
                <a:lnTo>
                  <a:pt x="477" y="415"/>
                </a:lnTo>
                <a:lnTo>
                  <a:pt x="477" y="416"/>
                </a:lnTo>
                <a:lnTo>
                  <a:pt x="476" y="416"/>
                </a:lnTo>
                <a:lnTo>
                  <a:pt x="476" y="415"/>
                </a:lnTo>
                <a:lnTo>
                  <a:pt x="475" y="415"/>
                </a:lnTo>
                <a:lnTo>
                  <a:pt x="475" y="414"/>
                </a:lnTo>
                <a:lnTo>
                  <a:pt x="475" y="413"/>
                </a:lnTo>
                <a:lnTo>
                  <a:pt x="474" y="413"/>
                </a:lnTo>
                <a:lnTo>
                  <a:pt x="474" y="412"/>
                </a:lnTo>
                <a:lnTo>
                  <a:pt x="474" y="413"/>
                </a:lnTo>
                <a:lnTo>
                  <a:pt x="473" y="413"/>
                </a:lnTo>
                <a:lnTo>
                  <a:pt x="472" y="413"/>
                </a:lnTo>
                <a:lnTo>
                  <a:pt x="473" y="412"/>
                </a:lnTo>
                <a:lnTo>
                  <a:pt x="472" y="412"/>
                </a:lnTo>
                <a:lnTo>
                  <a:pt x="471" y="412"/>
                </a:lnTo>
                <a:lnTo>
                  <a:pt x="472" y="412"/>
                </a:lnTo>
                <a:lnTo>
                  <a:pt x="472" y="411"/>
                </a:lnTo>
                <a:lnTo>
                  <a:pt x="472" y="410"/>
                </a:lnTo>
                <a:lnTo>
                  <a:pt x="472" y="409"/>
                </a:lnTo>
                <a:lnTo>
                  <a:pt x="473" y="409"/>
                </a:lnTo>
                <a:lnTo>
                  <a:pt x="473" y="408"/>
                </a:lnTo>
                <a:lnTo>
                  <a:pt x="473" y="407"/>
                </a:lnTo>
                <a:lnTo>
                  <a:pt x="474" y="407"/>
                </a:lnTo>
                <a:lnTo>
                  <a:pt x="473" y="407"/>
                </a:lnTo>
                <a:lnTo>
                  <a:pt x="474" y="407"/>
                </a:lnTo>
                <a:lnTo>
                  <a:pt x="474" y="406"/>
                </a:lnTo>
                <a:lnTo>
                  <a:pt x="474" y="405"/>
                </a:lnTo>
                <a:lnTo>
                  <a:pt x="475" y="405"/>
                </a:lnTo>
                <a:lnTo>
                  <a:pt x="476" y="405"/>
                </a:lnTo>
                <a:lnTo>
                  <a:pt x="476" y="404"/>
                </a:lnTo>
                <a:lnTo>
                  <a:pt x="477" y="404"/>
                </a:lnTo>
                <a:lnTo>
                  <a:pt x="477" y="403"/>
                </a:lnTo>
                <a:lnTo>
                  <a:pt x="477" y="402"/>
                </a:lnTo>
                <a:lnTo>
                  <a:pt x="477" y="401"/>
                </a:lnTo>
                <a:lnTo>
                  <a:pt x="477" y="400"/>
                </a:lnTo>
                <a:lnTo>
                  <a:pt x="477" y="399"/>
                </a:lnTo>
                <a:lnTo>
                  <a:pt x="478" y="399"/>
                </a:lnTo>
                <a:lnTo>
                  <a:pt x="478" y="398"/>
                </a:lnTo>
                <a:lnTo>
                  <a:pt x="479" y="398"/>
                </a:lnTo>
                <a:lnTo>
                  <a:pt x="480" y="398"/>
                </a:lnTo>
                <a:lnTo>
                  <a:pt x="481" y="398"/>
                </a:lnTo>
                <a:lnTo>
                  <a:pt x="482" y="398"/>
                </a:lnTo>
                <a:lnTo>
                  <a:pt x="483" y="398"/>
                </a:lnTo>
                <a:lnTo>
                  <a:pt x="483" y="397"/>
                </a:lnTo>
                <a:lnTo>
                  <a:pt x="483" y="396"/>
                </a:lnTo>
                <a:lnTo>
                  <a:pt x="484" y="396"/>
                </a:lnTo>
                <a:lnTo>
                  <a:pt x="484" y="395"/>
                </a:lnTo>
                <a:lnTo>
                  <a:pt x="483" y="395"/>
                </a:lnTo>
                <a:lnTo>
                  <a:pt x="483" y="394"/>
                </a:lnTo>
                <a:lnTo>
                  <a:pt x="484" y="394"/>
                </a:lnTo>
                <a:lnTo>
                  <a:pt x="485" y="394"/>
                </a:lnTo>
                <a:lnTo>
                  <a:pt x="485" y="393"/>
                </a:lnTo>
                <a:lnTo>
                  <a:pt x="485" y="392"/>
                </a:lnTo>
                <a:lnTo>
                  <a:pt x="484" y="391"/>
                </a:lnTo>
                <a:lnTo>
                  <a:pt x="484" y="390"/>
                </a:lnTo>
                <a:lnTo>
                  <a:pt x="483" y="390"/>
                </a:lnTo>
                <a:lnTo>
                  <a:pt x="482" y="390"/>
                </a:lnTo>
                <a:lnTo>
                  <a:pt x="482" y="389"/>
                </a:lnTo>
                <a:lnTo>
                  <a:pt x="481" y="389"/>
                </a:lnTo>
                <a:lnTo>
                  <a:pt x="480" y="388"/>
                </a:lnTo>
                <a:lnTo>
                  <a:pt x="480" y="387"/>
                </a:lnTo>
                <a:lnTo>
                  <a:pt x="479" y="387"/>
                </a:lnTo>
                <a:lnTo>
                  <a:pt x="479" y="386"/>
                </a:lnTo>
                <a:lnTo>
                  <a:pt x="478" y="386"/>
                </a:lnTo>
                <a:lnTo>
                  <a:pt x="477" y="386"/>
                </a:lnTo>
                <a:lnTo>
                  <a:pt x="476" y="386"/>
                </a:lnTo>
                <a:lnTo>
                  <a:pt x="475" y="386"/>
                </a:lnTo>
                <a:lnTo>
                  <a:pt x="474" y="386"/>
                </a:lnTo>
                <a:lnTo>
                  <a:pt x="474" y="385"/>
                </a:lnTo>
                <a:lnTo>
                  <a:pt x="475" y="384"/>
                </a:lnTo>
                <a:lnTo>
                  <a:pt x="476" y="384"/>
                </a:lnTo>
                <a:lnTo>
                  <a:pt x="476" y="383"/>
                </a:lnTo>
                <a:lnTo>
                  <a:pt x="477" y="383"/>
                </a:lnTo>
                <a:lnTo>
                  <a:pt x="478" y="383"/>
                </a:lnTo>
                <a:lnTo>
                  <a:pt x="478" y="382"/>
                </a:lnTo>
                <a:lnTo>
                  <a:pt x="479" y="382"/>
                </a:lnTo>
                <a:lnTo>
                  <a:pt x="480" y="382"/>
                </a:lnTo>
                <a:lnTo>
                  <a:pt x="481" y="382"/>
                </a:lnTo>
                <a:lnTo>
                  <a:pt x="481" y="381"/>
                </a:lnTo>
                <a:lnTo>
                  <a:pt x="481" y="380"/>
                </a:lnTo>
                <a:lnTo>
                  <a:pt x="482" y="380"/>
                </a:lnTo>
                <a:lnTo>
                  <a:pt x="483" y="379"/>
                </a:lnTo>
                <a:lnTo>
                  <a:pt x="484" y="379"/>
                </a:lnTo>
                <a:lnTo>
                  <a:pt x="484" y="378"/>
                </a:lnTo>
                <a:lnTo>
                  <a:pt x="483" y="378"/>
                </a:lnTo>
                <a:lnTo>
                  <a:pt x="483" y="377"/>
                </a:lnTo>
                <a:lnTo>
                  <a:pt x="482" y="377"/>
                </a:lnTo>
                <a:lnTo>
                  <a:pt x="482" y="376"/>
                </a:lnTo>
                <a:lnTo>
                  <a:pt x="481" y="376"/>
                </a:lnTo>
                <a:lnTo>
                  <a:pt x="481" y="375"/>
                </a:lnTo>
                <a:lnTo>
                  <a:pt x="481" y="374"/>
                </a:lnTo>
                <a:lnTo>
                  <a:pt x="480" y="374"/>
                </a:lnTo>
                <a:lnTo>
                  <a:pt x="480" y="373"/>
                </a:lnTo>
                <a:lnTo>
                  <a:pt x="480" y="374"/>
                </a:lnTo>
                <a:lnTo>
                  <a:pt x="479" y="374"/>
                </a:lnTo>
                <a:lnTo>
                  <a:pt x="479" y="373"/>
                </a:lnTo>
                <a:lnTo>
                  <a:pt x="480" y="373"/>
                </a:lnTo>
                <a:lnTo>
                  <a:pt x="479" y="373"/>
                </a:lnTo>
                <a:lnTo>
                  <a:pt x="478" y="373"/>
                </a:lnTo>
                <a:lnTo>
                  <a:pt x="477" y="373"/>
                </a:lnTo>
                <a:lnTo>
                  <a:pt x="478" y="373"/>
                </a:lnTo>
                <a:lnTo>
                  <a:pt x="478" y="372"/>
                </a:lnTo>
                <a:lnTo>
                  <a:pt x="478" y="371"/>
                </a:lnTo>
                <a:lnTo>
                  <a:pt x="477" y="371"/>
                </a:lnTo>
                <a:lnTo>
                  <a:pt x="477" y="370"/>
                </a:lnTo>
                <a:lnTo>
                  <a:pt x="477" y="369"/>
                </a:lnTo>
                <a:lnTo>
                  <a:pt x="477" y="368"/>
                </a:lnTo>
                <a:lnTo>
                  <a:pt x="476" y="368"/>
                </a:lnTo>
                <a:lnTo>
                  <a:pt x="476" y="369"/>
                </a:lnTo>
                <a:lnTo>
                  <a:pt x="475" y="369"/>
                </a:lnTo>
                <a:lnTo>
                  <a:pt x="475" y="370"/>
                </a:lnTo>
                <a:lnTo>
                  <a:pt x="474" y="370"/>
                </a:lnTo>
                <a:lnTo>
                  <a:pt x="473" y="370"/>
                </a:lnTo>
                <a:lnTo>
                  <a:pt x="472" y="370"/>
                </a:lnTo>
                <a:lnTo>
                  <a:pt x="471" y="370"/>
                </a:lnTo>
                <a:lnTo>
                  <a:pt x="470" y="370"/>
                </a:lnTo>
                <a:lnTo>
                  <a:pt x="470" y="369"/>
                </a:lnTo>
                <a:lnTo>
                  <a:pt x="469" y="369"/>
                </a:lnTo>
                <a:lnTo>
                  <a:pt x="468" y="369"/>
                </a:lnTo>
                <a:lnTo>
                  <a:pt x="468" y="370"/>
                </a:lnTo>
                <a:lnTo>
                  <a:pt x="468" y="369"/>
                </a:lnTo>
                <a:lnTo>
                  <a:pt x="467" y="369"/>
                </a:lnTo>
                <a:lnTo>
                  <a:pt x="466" y="369"/>
                </a:lnTo>
                <a:lnTo>
                  <a:pt x="466" y="368"/>
                </a:lnTo>
                <a:lnTo>
                  <a:pt x="466" y="367"/>
                </a:lnTo>
                <a:lnTo>
                  <a:pt x="465" y="367"/>
                </a:lnTo>
                <a:lnTo>
                  <a:pt x="466" y="367"/>
                </a:lnTo>
                <a:lnTo>
                  <a:pt x="466" y="366"/>
                </a:lnTo>
                <a:lnTo>
                  <a:pt x="466" y="365"/>
                </a:lnTo>
                <a:lnTo>
                  <a:pt x="466" y="364"/>
                </a:lnTo>
                <a:lnTo>
                  <a:pt x="466" y="363"/>
                </a:lnTo>
                <a:lnTo>
                  <a:pt x="467" y="362"/>
                </a:lnTo>
                <a:lnTo>
                  <a:pt x="467" y="360"/>
                </a:lnTo>
                <a:lnTo>
                  <a:pt x="467" y="359"/>
                </a:lnTo>
                <a:lnTo>
                  <a:pt x="467" y="358"/>
                </a:lnTo>
                <a:lnTo>
                  <a:pt x="468" y="358"/>
                </a:lnTo>
                <a:lnTo>
                  <a:pt x="468" y="357"/>
                </a:lnTo>
                <a:lnTo>
                  <a:pt x="468" y="356"/>
                </a:lnTo>
                <a:lnTo>
                  <a:pt x="469" y="356"/>
                </a:lnTo>
                <a:lnTo>
                  <a:pt x="469" y="355"/>
                </a:lnTo>
                <a:lnTo>
                  <a:pt x="468" y="355"/>
                </a:lnTo>
                <a:lnTo>
                  <a:pt x="468" y="356"/>
                </a:lnTo>
                <a:lnTo>
                  <a:pt x="468" y="355"/>
                </a:lnTo>
                <a:lnTo>
                  <a:pt x="469" y="355"/>
                </a:lnTo>
                <a:lnTo>
                  <a:pt x="469" y="354"/>
                </a:lnTo>
                <a:lnTo>
                  <a:pt x="469" y="353"/>
                </a:lnTo>
                <a:lnTo>
                  <a:pt x="469" y="352"/>
                </a:lnTo>
                <a:lnTo>
                  <a:pt x="468" y="351"/>
                </a:lnTo>
                <a:lnTo>
                  <a:pt x="468" y="352"/>
                </a:lnTo>
                <a:lnTo>
                  <a:pt x="467" y="352"/>
                </a:lnTo>
                <a:lnTo>
                  <a:pt x="467" y="353"/>
                </a:lnTo>
                <a:lnTo>
                  <a:pt x="466" y="353"/>
                </a:lnTo>
                <a:lnTo>
                  <a:pt x="465" y="354"/>
                </a:lnTo>
                <a:lnTo>
                  <a:pt x="464" y="354"/>
                </a:lnTo>
                <a:lnTo>
                  <a:pt x="464" y="355"/>
                </a:lnTo>
                <a:lnTo>
                  <a:pt x="463" y="355"/>
                </a:lnTo>
                <a:lnTo>
                  <a:pt x="463" y="356"/>
                </a:lnTo>
                <a:lnTo>
                  <a:pt x="462" y="357"/>
                </a:lnTo>
                <a:lnTo>
                  <a:pt x="461" y="358"/>
                </a:lnTo>
                <a:lnTo>
                  <a:pt x="460" y="359"/>
                </a:lnTo>
                <a:lnTo>
                  <a:pt x="459" y="359"/>
                </a:lnTo>
                <a:lnTo>
                  <a:pt x="459" y="360"/>
                </a:lnTo>
                <a:lnTo>
                  <a:pt x="458" y="360"/>
                </a:lnTo>
                <a:lnTo>
                  <a:pt x="458" y="361"/>
                </a:lnTo>
                <a:lnTo>
                  <a:pt x="457" y="361"/>
                </a:lnTo>
                <a:lnTo>
                  <a:pt x="456" y="361"/>
                </a:lnTo>
                <a:lnTo>
                  <a:pt x="456" y="362"/>
                </a:lnTo>
                <a:lnTo>
                  <a:pt x="455" y="362"/>
                </a:lnTo>
                <a:lnTo>
                  <a:pt x="455" y="363"/>
                </a:lnTo>
                <a:lnTo>
                  <a:pt x="454" y="363"/>
                </a:lnTo>
                <a:lnTo>
                  <a:pt x="454" y="364"/>
                </a:lnTo>
                <a:lnTo>
                  <a:pt x="453" y="364"/>
                </a:lnTo>
                <a:lnTo>
                  <a:pt x="453" y="365"/>
                </a:lnTo>
                <a:lnTo>
                  <a:pt x="452" y="365"/>
                </a:lnTo>
                <a:lnTo>
                  <a:pt x="452" y="366"/>
                </a:lnTo>
                <a:lnTo>
                  <a:pt x="449" y="368"/>
                </a:lnTo>
                <a:lnTo>
                  <a:pt x="449" y="369"/>
                </a:lnTo>
                <a:lnTo>
                  <a:pt x="448" y="369"/>
                </a:lnTo>
                <a:lnTo>
                  <a:pt x="448" y="370"/>
                </a:lnTo>
                <a:lnTo>
                  <a:pt x="447" y="370"/>
                </a:lnTo>
                <a:lnTo>
                  <a:pt x="447" y="371"/>
                </a:lnTo>
                <a:lnTo>
                  <a:pt x="446" y="372"/>
                </a:lnTo>
                <a:lnTo>
                  <a:pt x="446" y="373"/>
                </a:lnTo>
                <a:lnTo>
                  <a:pt x="445" y="374"/>
                </a:lnTo>
                <a:lnTo>
                  <a:pt x="444" y="374"/>
                </a:lnTo>
                <a:lnTo>
                  <a:pt x="444" y="375"/>
                </a:lnTo>
                <a:lnTo>
                  <a:pt x="444" y="376"/>
                </a:lnTo>
                <a:lnTo>
                  <a:pt x="443" y="376"/>
                </a:lnTo>
                <a:lnTo>
                  <a:pt x="442" y="377"/>
                </a:lnTo>
                <a:lnTo>
                  <a:pt x="442" y="378"/>
                </a:lnTo>
                <a:lnTo>
                  <a:pt x="441" y="379"/>
                </a:lnTo>
                <a:lnTo>
                  <a:pt x="441" y="380"/>
                </a:lnTo>
                <a:lnTo>
                  <a:pt x="440" y="381"/>
                </a:lnTo>
                <a:lnTo>
                  <a:pt x="439" y="381"/>
                </a:lnTo>
                <a:lnTo>
                  <a:pt x="438" y="382"/>
                </a:lnTo>
                <a:lnTo>
                  <a:pt x="437" y="383"/>
                </a:lnTo>
                <a:lnTo>
                  <a:pt x="437" y="384"/>
                </a:lnTo>
                <a:lnTo>
                  <a:pt x="436" y="384"/>
                </a:lnTo>
                <a:lnTo>
                  <a:pt x="436" y="385"/>
                </a:lnTo>
                <a:lnTo>
                  <a:pt x="436" y="386"/>
                </a:lnTo>
                <a:lnTo>
                  <a:pt x="435" y="386"/>
                </a:lnTo>
                <a:lnTo>
                  <a:pt x="435" y="387"/>
                </a:lnTo>
                <a:lnTo>
                  <a:pt x="434" y="387"/>
                </a:lnTo>
                <a:lnTo>
                  <a:pt x="434" y="388"/>
                </a:lnTo>
                <a:lnTo>
                  <a:pt x="433" y="389"/>
                </a:lnTo>
                <a:lnTo>
                  <a:pt x="433" y="390"/>
                </a:lnTo>
                <a:lnTo>
                  <a:pt x="432" y="390"/>
                </a:lnTo>
                <a:lnTo>
                  <a:pt x="432" y="391"/>
                </a:lnTo>
                <a:lnTo>
                  <a:pt x="431" y="392"/>
                </a:lnTo>
                <a:lnTo>
                  <a:pt x="430" y="392"/>
                </a:lnTo>
                <a:lnTo>
                  <a:pt x="429" y="392"/>
                </a:lnTo>
                <a:lnTo>
                  <a:pt x="429" y="391"/>
                </a:lnTo>
                <a:lnTo>
                  <a:pt x="428" y="392"/>
                </a:lnTo>
                <a:lnTo>
                  <a:pt x="427" y="392"/>
                </a:lnTo>
                <a:lnTo>
                  <a:pt x="427" y="391"/>
                </a:lnTo>
                <a:lnTo>
                  <a:pt x="426" y="391"/>
                </a:lnTo>
                <a:lnTo>
                  <a:pt x="426" y="392"/>
                </a:lnTo>
                <a:lnTo>
                  <a:pt x="426" y="393"/>
                </a:lnTo>
                <a:lnTo>
                  <a:pt x="426" y="394"/>
                </a:lnTo>
                <a:lnTo>
                  <a:pt x="425" y="394"/>
                </a:lnTo>
                <a:lnTo>
                  <a:pt x="424" y="394"/>
                </a:lnTo>
                <a:lnTo>
                  <a:pt x="424" y="393"/>
                </a:lnTo>
                <a:lnTo>
                  <a:pt x="424" y="392"/>
                </a:lnTo>
                <a:lnTo>
                  <a:pt x="424" y="391"/>
                </a:lnTo>
                <a:lnTo>
                  <a:pt x="424" y="390"/>
                </a:lnTo>
                <a:lnTo>
                  <a:pt x="424" y="389"/>
                </a:lnTo>
                <a:lnTo>
                  <a:pt x="423" y="388"/>
                </a:lnTo>
                <a:lnTo>
                  <a:pt x="423" y="387"/>
                </a:lnTo>
                <a:lnTo>
                  <a:pt x="423" y="386"/>
                </a:lnTo>
                <a:lnTo>
                  <a:pt x="423" y="385"/>
                </a:lnTo>
                <a:lnTo>
                  <a:pt x="422" y="385"/>
                </a:lnTo>
                <a:lnTo>
                  <a:pt x="421" y="384"/>
                </a:lnTo>
                <a:lnTo>
                  <a:pt x="420" y="385"/>
                </a:lnTo>
                <a:lnTo>
                  <a:pt x="419" y="385"/>
                </a:lnTo>
                <a:lnTo>
                  <a:pt x="418" y="385"/>
                </a:lnTo>
                <a:lnTo>
                  <a:pt x="418" y="386"/>
                </a:lnTo>
                <a:lnTo>
                  <a:pt x="416" y="387"/>
                </a:lnTo>
                <a:lnTo>
                  <a:pt x="416" y="388"/>
                </a:lnTo>
                <a:lnTo>
                  <a:pt x="415" y="388"/>
                </a:lnTo>
                <a:lnTo>
                  <a:pt x="415" y="389"/>
                </a:lnTo>
                <a:lnTo>
                  <a:pt x="415" y="390"/>
                </a:lnTo>
                <a:lnTo>
                  <a:pt x="414" y="390"/>
                </a:lnTo>
                <a:lnTo>
                  <a:pt x="414" y="391"/>
                </a:lnTo>
                <a:lnTo>
                  <a:pt x="413" y="391"/>
                </a:lnTo>
                <a:lnTo>
                  <a:pt x="413" y="390"/>
                </a:lnTo>
                <a:lnTo>
                  <a:pt x="412" y="390"/>
                </a:lnTo>
                <a:lnTo>
                  <a:pt x="412" y="389"/>
                </a:lnTo>
                <a:lnTo>
                  <a:pt x="412" y="388"/>
                </a:lnTo>
                <a:lnTo>
                  <a:pt x="412" y="387"/>
                </a:lnTo>
                <a:lnTo>
                  <a:pt x="411" y="385"/>
                </a:lnTo>
                <a:lnTo>
                  <a:pt x="411" y="384"/>
                </a:lnTo>
                <a:lnTo>
                  <a:pt x="411" y="383"/>
                </a:lnTo>
                <a:lnTo>
                  <a:pt x="411" y="382"/>
                </a:lnTo>
                <a:lnTo>
                  <a:pt x="410" y="380"/>
                </a:lnTo>
                <a:lnTo>
                  <a:pt x="410" y="378"/>
                </a:lnTo>
                <a:lnTo>
                  <a:pt x="409" y="378"/>
                </a:lnTo>
                <a:lnTo>
                  <a:pt x="409" y="377"/>
                </a:lnTo>
                <a:lnTo>
                  <a:pt x="409" y="376"/>
                </a:lnTo>
                <a:lnTo>
                  <a:pt x="409" y="375"/>
                </a:lnTo>
                <a:lnTo>
                  <a:pt x="410" y="374"/>
                </a:lnTo>
                <a:lnTo>
                  <a:pt x="411" y="373"/>
                </a:lnTo>
                <a:lnTo>
                  <a:pt x="411" y="372"/>
                </a:lnTo>
                <a:lnTo>
                  <a:pt x="412" y="372"/>
                </a:lnTo>
                <a:lnTo>
                  <a:pt x="413" y="371"/>
                </a:lnTo>
                <a:lnTo>
                  <a:pt x="414" y="371"/>
                </a:lnTo>
                <a:lnTo>
                  <a:pt x="414" y="370"/>
                </a:lnTo>
                <a:lnTo>
                  <a:pt x="415" y="370"/>
                </a:lnTo>
                <a:lnTo>
                  <a:pt x="415" y="369"/>
                </a:lnTo>
                <a:lnTo>
                  <a:pt x="416" y="369"/>
                </a:lnTo>
                <a:lnTo>
                  <a:pt x="416" y="368"/>
                </a:lnTo>
                <a:lnTo>
                  <a:pt x="417" y="368"/>
                </a:lnTo>
                <a:lnTo>
                  <a:pt x="417" y="367"/>
                </a:lnTo>
                <a:lnTo>
                  <a:pt x="418" y="367"/>
                </a:lnTo>
                <a:lnTo>
                  <a:pt x="418" y="366"/>
                </a:lnTo>
                <a:lnTo>
                  <a:pt x="418" y="365"/>
                </a:lnTo>
                <a:lnTo>
                  <a:pt x="418" y="364"/>
                </a:lnTo>
                <a:lnTo>
                  <a:pt x="419" y="364"/>
                </a:lnTo>
                <a:lnTo>
                  <a:pt x="419" y="363"/>
                </a:lnTo>
                <a:lnTo>
                  <a:pt x="419" y="362"/>
                </a:lnTo>
                <a:lnTo>
                  <a:pt x="419" y="361"/>
                </a:lnTo>
                <a:lnTo>
                  <a:pt x="420" y="360"/>
                </a:lnTo>
                <a:lnTo>
                  <a:pt x="420" y="359"/>
                </a:lnTo>
                <a:lnTo>
                  <a:pt x="419" y="359"/>
                </a:lnTo>
                <a:lnTo>
                  <a:pt x="419" y="360"/>
                </a:lnTo>
                <a:lnTo>
                  <a:pt x="418" y="360"/>
                </a:lnTo>
                <a:lnTo>
                  <a:pt x="418" y="361"/>
                </a:lnTo>
                <a:lnTo>
                  <a:pt x="417" y="361"/>
                </a:lnTo>
                <a:lnTo>
                  <a:pt x="417" y="362"/>
                </a:lnTo>
                <a:lnTo>
                  <a:pt x="417" y="363"/>
                </a:lnTo>
                <a:lnTo>
                  <a:pt x="416" y="363"/>
                </a:lnTo>
                <a:lnTo>
                  <a:pt x="415" y="364"/>
                </a:lnTo>
                <a:lnTo>
                  <a:pt x="414" y="365"/>
                </a:lnTo>
                <a:lnTo>
                  <a:pt x="414" y="366"/>
                </a:lnTo>
                <a:lnTo>
                  <a:pt x="414" y="367"/>
                </a:lnTo>
                <a:lnTo>
                  <a:pt x="413" y="367"/>
                </a:lnTo>
                <a:lnTo>
                  <a:pt x="413" y="368"/>
                </a:lnTo>
                <a:lnTo>
                  <a:pt x="412" y="368"/>
                </a:lnTo>
                <a:lnTo>
                  <a:pt x="412" y="369"/>
                </a:lnTo>
                <a:lnTo>
                  <a:pt x="411" y="369"/>
                </a:lnTo>
                <a:lnTo>
                  <a:pt x="411" y="368"/>
                </a:lnTo>
                <a:lnTo>
                  <a:pt x="410" y="367"/>
                </a:lnTo>
                <a:lnTo>
                  <a:pt x="410" y="366"/>
                </a:lnTo>
                <a:lnTo>
                  <a:pt x="411" y="365"/>
                </a:lnTo>
                <a:lnTo>
                  <a:pt x="411" y="363"/>
                </a:lnTo>
                <a:lnTo>
                  <a:pt x="411" y="362"/>
                </a:lnTo>
                <a:lnTo>
                  <a:pt x="411" y="361"/>
                </a:lnTo>
                <a:lnTo>
                  <a:pt x="411" y="360"/>
                </a:lnTo>
                <a:lnTo>
                  <a:pt x="410" y="359"/>
                </a:lnTo>
                <a:lnTo>
                  <a:pt x="409" y="359"/>
                </a:lnTo>
                <a:lnTo>
                  <a:pt x="407" y="357"/>
                </a:lnTo>
                <a:lnTo>
                  <a:pt x="406" y="357"/>
                </a:lnTo>
                <a:lnTo>
                  <a:pt x="405" y="358"/>
                </a:lnTo>
                <a:lnTo>
                  <a:pt x="404" y="359"/>
                </a:lnTo>
                <a:lnTo>
                  <a:pt x="403" y="359"/>
                </a:lnTo>
                <a:lnTo>
                  <a:pt x="403" y="360"/>
                </a:lnTo>
                <a:lnTo>
                  <a:pt x="402" y="361"/>
                </a:lnTo>
                <a:lnTo>
                  <a:pt x="401" y="361"/>
                </a:lnTo>
                <a:lnTo>
                  <a:pt x="400" y="362"/>
                </a:lnTo>
                <a:lnTo>
                  <a:pt x="399" y="363"/>
                </a:lnTo>
                <a:lnTo>
                  <a:pt x="399" y="364"/>
                </a:lnTo>
                <a:lnTo>
                  <a:pt x="400" y="364"/>
                </a:lnTo>
                <a:lnTo>
                  <a:pt x="399" y="364"/>
                </a:lnTo>
                <a:lnTo>
                  <a:pt x="399" y="365"/>
                </a:lnTo>
                <a:lnTo>
                  <a:pt x="398" y="365"/>
                </a:lnTo>
                <a:lnTo>
                  <a:pt x="398" y="366"/>
                </a:lnTo>
                <a:lnTo>
                  <a:pt x="399" y="366"/>
                </a:lnTo>
                <a:lnTo>
                  <a:pt x="399" y="367"/>
                </a:lnTo>
                <a:lnTo>
                  <a:pt x="398" y="367"/>
                </a:lnTo>
                <a:lnTo>
                  <a:pt x="398" y="368"/>
                </a:lnTo>
                <a:lnTo>
                  <a:pt x="398" y="369"/>
                </a:lnTo>
                <a:lnTo>
                  <a:pt x="397" y="369"/>
                </a:lnTo>
                <a:lnTo>
                  <a:pt x="396" y="369"/>
                </a:lnTo>
                <a:lnTo>
                  <a:pt x="396" y="370"/>
                </a:lnTo>
                <a:lnTo>
                  <a:pt x="395" y="371"/>
                </a:lnTo>
                <a:lnTo>
                  <a:pt x="394" y="371"/>
                </a:lnTo>
                <a:lnTo>
                  <a:pt x="394" y="372"/>
                </a:lnTo>
                <a:lnTo>
                  <a:pt x="393" y="372"/>
                </a:lnTo>
                <a:lnTo>
                  <a:pt x="392" y="372"/>
                </a:lnTo>
                <a:lnTo>
                  <a:pt x="393" y="372"/>
                </a:lnTo>
                <a:lnTo>
                  <a:pt x="393" y="371"/>
                </a:lnTo>
                <a:lnTo>
                  <a:pt x="392" y="371"/>
                </a:lnTo>
                <a:lnTo>
                  <a:pt x="391" y="371"/>
                </a:lnTo>
                <a:lnTo>
                  <a:pt x="391" y="372"/>
                </a:lnTo>
                <a:lnTo>
                  <a:pt x="391" y="373"/>
                </a:lnTo>
                <a:lnTo>
                  <a:pt x="391" y="374"/>
                </a:lnTo>
                <a:lnTo>
                  <a:pt x="390" y="374"/>
                </a:lnTo>
                <a:lnTo>
                  <a:pt x="390" y="375"/>
                </a:lnTo>
                <a:lnTo>
                  <a:pt x="390" y="376"/>
                </a:lnTo>
                <a:lnTo>
                  <a:pt x="389" y="376"/>
                </a:lnTo>
                <a:lnTo>
                  <a:pt x="389" y="377"/>
                </a:lnTo>
                <a:lnTo>
                  <a:pt x="389" y="378"/>
                </a:lnTo>
                <a:lnTo>
                  <a:pt x="388" y="378"/>
                </a:lnTo>
                <a:lnTo>
                  <a:pt x="388" y="377"/>
                </a:lnTo>
                <a:lnTo>
                  <a:pt x="387" y="377"/>
                </a:lnTo>
                <a:lnTo>
                  <a:pt x="386" y="377"/>
                </a:lnTo>
                <a:lnTo>
                  <a:pt x="386" y="378"/>
                </a:lnTo>
                <a:lnTo>
                  <a:pt x="385" y="378"/>
                </a:lnTo>
                <a:lnTo>
                  <a:pt x="385" y="377"/>
                </a:lnTo>
                <a:lnTo>
                  <a:pt x="385" y="376"/>
                </a:lnTo>
                <a:lnTo>
                  <a:pt x="384" y="376"/>
                </a:lnTo>
                <a:lnTo>
                  <a:pt x="384" y="375"/>
                </a:lnTo>
                <a:lnTo>
                  <a:pt x="383" y="375"/>
                </a:lnTo>
                <a:lnTo>
                  <a:pt x="383" y="376"/>
                </a:lnTo>
                <a:lnTo>
                  <a:pt x="382" y="376"/>
                </a:lnTo>
                <a:lnTo>
                  <a:pt x="382" y="375"/>
                </a:lnTo>
                <a:lnTo>
                  <a:pt x="381" y="375"/>
                </a:lnTo>
                <a:lnTo>
                  <a:pt x="380" y="375"/>
                </a:lnTo>
                <a:lnTo>
                  <a:pt x="379" y="375"/>
                </a:lnTo>
                <a:lnTo>
                  <a:pt x="379" y="374"/>
                </a:lnTo>
                <a:lnTo>
                  <a:pt x="378" y="374"/>
                </a:lnTo>
                <a:lnTo>
                  <a:pt x="378" y="375"/>
                </a:lnTo>
                <a:lnTo>
                  <a:pt x="377" y="375"/>
                </a:lnTo>
                <a:lnTo>
                  <a:pt x="377" y="376"/>
                </a:lnTo>
                <a:lnTo>
                  <a:pt x="376" y="376"/>
                </a:lnTo>
                <a:lnTo>
                  <a:pt x="376" y="377"/>
                </a:lnTo>
                <a:lnTo>
                  <a:pt x="375" y="377"/>
                </a:lnTo>
                <a:lnTo>
                  <a:pt x="374" y="376"/>
                </a:lnTo>
                <a:lnTo>
                  <a:pt x="373" y="376"/>
                </a:lnTo>
                <a:lnTo>
                  <a:pt x="372" y="376"/>
                </a:lnTo>
                <a:lnTo>
                  <a:pt x="372" y="375"/>
                </a:lnTo>
                <a:lnTo>
                  <a:pt x="372" y="374"/>
                </a:lnTo>
                <a:lnTo>
                  <a:pt x="370" y="374"/>
                </a:lnTo>
                <a:lnTo>
                  <a:pt x="368" y="373"/>
                </a:lnTo>
                <a:lnTo>
                  <a:pt x="367" y="374"/>
                </a:lnTo>
                <a:lnTo>
                  <a:pt x="366" y="373"/>
                </a:lnTo>
                <a:lnTo>
                  <a:pt x="366" y="374"/>
                </a:lnTo>
                <a:lnTo>
                  <a:pt x="365" y="375"/>
                </a:lnTo>
                <a:lnTo>
                  <a:pt x="365" y="376"/>
                </a:lnTo>
                <a:lnTo>
                  <a:pt x="365" y="377"/>
                </a:lnTo>
                <a:lnTo>
                  <a:pt x="365" y="378"/>
                </a:lnTo>
                <a:lnTo>
                  <a:pt x="364" y="378"/>
                </a:lnTo>
                <a:lnTo>
                  <a:pt x="364" y="379"/>
                </a:lnTo>
                <a:lnTo>
                  <a:pt x="363" y="379"/>
                </a:lnTo>
                <a:lnTo>
                  <a:pt x="363" y="380"/>
                </a:lnTo>
                <a:lnTo>
                  <a:pt x="363" y="381"/>
                </a:lnTo>
                <a:lnTo>
                  <a:pt x="362" y="381"/>
                </a:lnTo>
                <a:lnTo>
                  <a:pt x="362" y="380"/>
                </a:lnTo>
                <a:lnTo>
                  <a:pt x="362" y="381"/>
                </a:lnTo>
                <a:lnTo>
                  <a:pt x="361" y="381"/>
                </a:lnTo>
                <a:lnTo>
                  <a:pt x="361" y="382"/>
                </a:lnTo>
                <a:lnTo>
                  <a:pt x="360" y="382"/>
                </a:lnTo>
                <a:lnTo>
                  <a:pt x="360" y="383"/>
                </a:lnTo>
                <a:lnTo>
                  <a:pt x="359" y="383"/>
                </a:lnTo>
                <a:lnTo>
                  <a:pt x="358" y="383"/>
                </a:lnTo>
                <a:lnTo>
                  <a:pt x="357" y="383"/>
                </a:lnTo>
                <a:lnTo>
                  <a:pt x="356" y="383"/>
                </a:lnTo>
                <a:lnTo>
                  <a:pt x="355" y="383"/>
                </a:lnTo>
                <a:lnTo>
                  <a:pt x="355" y="384"/>
                </a:lnTo>
                <a:lnTo>
                  <a:pt x="355" y="385"/>
                </a:lnTo>
                <a:lnTo>
                  <a:pt x="354" y="385"/>
                </a:lnTo>
                <a:lnTo>
                  <a:pt x="353" y="385"/>
                </a:lnTo>
                <a:lnTo>
                  <a:pt x="353" y="386"/>
                </a:lnTo>
                <a:lnTo>
                  <a:pt x="353" y="387"/>
                </a:lnTo>
                <a:lnTo>
                  <a:pt x="352" y="387"/>
                </a:lnTo>
                <a:lnTo>
                  <a:pt x="352" y="386"/>
                </a:lnTo>
                <a:lnTo>
                  <a:pt x="352" y="384"/>
                </a:lnTo>
                <a:lnTo>
                  <a:pt x="352" y="383"/>
                </a:lnTo>
                <a:lnTo>
                  <a:pt x="353" y="383"/>
                </a:lnTo>
                <a:lnTo>
                  <a:pt x="353" y="382"/>
                </a:lnTo>
                <a:lnTo>
                  <a:pt x="354" y="382"/>
                </a:lnTo>
                <a:lnTo>
                  <a:pt x="354" y="381"/>
                </a:lnTo>
                <a:lnTo>
                  <a:pt x="354" y="380"/>
                </a:lnTo>
                <a:lnTo>
                  <a:pt x="354" y="378"/>
                </a:lnTo>
                <a:lnTo>
                  <a:pt x="353" y="378"/>
                </a:lnTo>
                <a:lnTo>
                  <a:pt x="353" y="377"/>
                </a:lnTo>
                <a:lnTo>
                  <a:pt x="352" y="377"/>
                </a:lnTo>
                <a:lnTo>
                  <a:pt x="351" y="377"/>
                </a:lnTo>
                <a:lnTo>
                  <a:pt x="350" y="376"/>
                </a:lnTo>
                <a:lnTo>
                  <a:pt x="349" y="376"/>
                </a:lnTo>
                <a:lnTo>
                  <a:pt x="348" y="376"/>
                </a:lnTo>
                <a:lnTo>
                  <a:pt x="348" y="375"/>
                </a:lnTo>
                <a:lnTo>
                  <a:pt x="348" y="374"/>
                </a:lnTo>
                <a:lnTo>
                  <a:pt x="347" y="374"/>
                </a:lnTo>
                <a:lnTo>
                  <a:pt x="347" y="373"/>
                </a:lnTo>
                <a:lnTo>
                  <a:pt x="348" y="373"/>
                </a:lnTo>
                <a:lnTo>
                  <a:pt x="348" y="372"/>
                </a:lnTo>
                <a:lnTo>
                  <a:pt x="349" y="372"/>
                </a:lnTo>
                <a:lnTo>
                  <a:pt x="349" y="371"/>
                </a:lnTo>
                <a:lnTo>
                  <a:pt x="348" y="371"/>
                </a:lnTo>
                <a:lnTo>
                  <a:pt x="347" y="371"/>
                </a:lnTo>
                <a:lnTo>
                  <a:pt x="347" y="372"/>
                </a:lnTo>
                <a:lnTo>
                  <a:pt x="346" y="372"/>
                </a:lnTo>
                <a:lnTo>
                  <a:pt x="346" y="373"/>
                </a:lnTo>
                <a:lnTo>
                  <a:pt x="347" y="373"/>
                </a:lnTo>
                <a:lnTo>
                  <a:pt x="346" y="373"/>
                </a:lnTo>
                <a:lnTo>
                  <a:pt x="345" y="373"/>
                </a:lnTo>
                <a:lnTo>
                  <a:pt x="345" y="374"/>
                </a:lnTo>
                <a:lnTo>
                  <a:pt x="345" y="375"/>
                </a:lnTo>
                <a:lnTo>
                  <a:pt x="344" y="375"/>
                </a:lnTo>
                <a:lnTo>
                  <a:pt x="344" y="374"/>
                </a:lnTo>
                <a:lnTo>
                  <a:pt x="344" y="372"/>
                </a:lnTo>
                <a:lnTo>
                  <a:pt x="343" y="372"/>
                </a:lnTo>
                <a:lnTo>
                  <a:pt x="343" y="371"/>
                </a:lnTo>
                <a:lnTo>
                  <a:pt x="342" y="371"/>
                </a:lnTo>
                <a:lnTo>
                  <a:pt x="342" y="370"/>
                </a:lnTo>
                <a:lnTo>
                  <a:pt x="342" y="371"/>
                </a:lnTo>
                <a:lnTo>
                  <a:pt x="341" y="371"/>
                </a:lnTo>
                <a:lnTo>
                  <a:pt x="340" y="371"/>
                </a:lnTo>
                <a:lnTo>
                  <a:pt x="339" y="371"/>
                </a:lnTo>
                <a:lnTo>
                  <a:pt x="338" y="371"/>
                </a:lnTo>
                <a:lnTo>
                  <a:pt x="338" y="370"/>
                </a:lnTo>
                <a:lnTo>
                  <a:pt x="337" y="370"/>
                </a:lnTo>
                <a:lnTo>
                  <a:pt x="337" y="371"/>
                </a:lnTo>
                <a:lnTo>
                  <a:pt x="337" y="370"/>
                </a:lnTo>
                <a:lnTo>
                  <a:pt x="336" y="370"/>
                </a:lnTo>
                <a:lnTo>
                  <a:pt x="336" y="369"/>
                </a:lnTo>
                <a:lnTo>
                  <a:pt x="335" y="368"/>
                </a:lnTo>
                <a:lnTo>
                  <a:pt x="335" y="369"/>
                </a:lnTo>
                <a:lnTo>
                  <a:pt x="334" y="369"/>
                </a:lnTo>
                <a:lnTo>
                  <a:pt x="333" y="369"/>
                </a:lnTo>
                <a:lnTo>
                  <a:pt x="333" y="368"/>
                </a:lnTo>
                <a:lnTo>
                  <a:pt x="332" y="367"/>
                </a:lnTo>
                <a:lnTo>
                  <a:pt x="333" y="367"/>
                </a:lnTo>
                <a:lnTo>
                  <a:pt x="333" y="366"/>
                </a:lnTo>
                <a:lnTo>
                  <a:pt x="333" y="365"/>
                </a:lnTo>
                <a:lnTo>
                  <a:pt x="333" y="363"/>
                </a:lnTo>
                <a:lnTo>
                  <a:pt x="334" y="363"/>
                </a:lnTo>
                <a:lnTo>
                  <a:pt x="334" y="362"/>
                </a:lnTo>
                <a:lnTo>
                  <a:pt x="333" y="362"/>
                </a:lnTo>
                <a:lnTo>
                  <a:pt x="333" y="361"/>
                </a:lnTo>
                <a:lnTo>
                  <a:pt x="333" y="360"/>
                </a:lnTo>
                <a:lnTo>
                  <a:pt x="332" y="360"/>
                </a:lnTo>
                <a:lnTo>
                  <a:pt x="332" y="361"/>
                </a:lnTo>
                <a:lnTo>
                  <a:pt x="332" y="362"/>
                </a:lnTo>
                <a:lnTo>
                  <a:pt x="333" y="362"/>
                </a:lnTo>
                <a:lnTo>
                  <a:pt x="332" y="362"/>
                </a:lnTo>
                <a:lnTo>
                  <a:pt x="331" y="362"/>
                </a:lnTo>
                <a:lnTo>
                  <a:pt x="331" y="361"/>
                </a:lnTo>
                <a:lnTo>
                  <a:pt x="331" y="360"/>
                </a:lnTo>
                <a:lnTo>
                  <a:pt x="330" y="360"/>
                </a:lnTo>
                <a:lnTo>
                  <a:pt x="330" y="361"/>
                </a:lnTo>
                <a:lnTo>
                  <a:pt x="330" y="360"/>
                </a:lnTo>
                <a:lnTo>
                  <a:pt x="329" y="360"/>
                </a:lnTo>
                <a:lnTo>
                  <a:pt x="329" y="359"/>
                </a:lnTo>
                <a:lnTo>
                  <a:pt x="328" y="359"/>
                </a:lnTo>
                <a:lnTo>
                  <a:pt x="327" y="359"/>
                </a:lnTo>
                <a:lnTo>
                  <a:pt x="326" y="358"/>
                </a:lnTo>
                <a:lnTo>
                  <a:pt x="326" y="357"/>
                </a:lnTo>
                <a:lnTo>
                  <a:pt x="325" y="357"/>
                </a:lnTo>
                <a:lnTo>
                  <a:pt x="324" y="357"/>
                </a:lnTo>
                <a:lnTo>
                  <a:pt x="323" y="357"/>
                </a:lnTo>
                <a:lnTo>
                  <a:pt x="323" y="356"/>
                </a:lnTo>
                <a:lnTo>
                  <a:pt x="322" y="356"/>
                </a:lnTo>
                <a:lnTo>
                  <a:pt x="322" y="355"/>
                </a:lnTo>
                <a:lnTo>
                  <a:pt x="324" y="353"/>
                </a:lnTo>
                <a:lnTo>
                  <a:pt x="324" y="352"/>
                </a:lnTo>
                <a:lnTo>
                  <a:pt x="323" y="352"/>
                </a:lnTo>
                <a:lnTo>
                  <a:pt x="322" y="352"/>
                </a:lnTo>
                <a:lnTo>
                  <a:pt x="322" y="353"/>
                </a:lnTo>
                <a:lnTo>
                  <a:pt x="321" y="353"/>
                </a:lnTo>
                <a:lnTo>
                  <a:pt x="320" y="353"/>
                </a:lnTo>
                <a:lnTo>
                  <a:pt x="320" y="352"/>
                </a:lnTo>
                <a:lnTo>
                  <a:pt x="319" y="351"/>
                </a:lnTo>
                <a:lnTo>
                  <a:pt x="318" y="351"/>
                </a:lnTo>
                <a:lnTo>
                  <a:pt x="317" y="351"/>
                </a:lnTo>
                <a:lnTo>
                  <a:pt x="317" y="350"/>
                </a:lnTo>
                <a:lnTo>
                  <a:pt x="317" y="351"/>
                </a:lnTo>
                <a:lnTo>
                  <a:pt x="317" y="350"/>
                </a:lnTo>
                <a:lnTo>
                  <a:pt x="316" y="350"/>
                </a:lnTo>
                <a:lnTo>
                  <a:pt x="316" y="349"/>
                </a:lnTo>
                <a:lnTo>
                  <a:pt x="316" y="350"/>
                </a:lnTo>
                <a:lnTo>
                  <a:pt x="316" y="351"/>
                </a:lnTo>
                <a:lnTo>
                  <a:pt x="315" y="351"/>
                </a:lnTo>
                <a:lnTo>
                  <a:pt x="315" y="350"/>
                </a:lnTo>
                <a:lnTo>
                  <a:pt x="314" y="350"/>
                </a:lnTo>
                <a:lnTo>
                  <a:pt x="314" y="349"/>
                </a:lnTo>
                <a:lnTo>
                  <a:pt x="313" y="349"/>
                </a:lnTo>
                <a:lnTo>
                  <a:pt x="312" y="349"/>
                </a:lnTo>
                <a:lnTo>
                  <a:pt x="311" y="349"/>
                </a:lnTo>
                <a:lnTo>
                  <a:pt x="312" y="348"/>
                </a:lnTo>
                <a:lnTo>
                  <a:pt x="311" y="347"/>
                </a:lnTo>
                <a:lnTo>
                  <a:pt x="310" y="347"/>
                </a:lnTo>
                <a:lnTo>
                  <a:pt x="310" y="346"/>
                </a:lnTo>
                <a:lnTo>
                  <a:pt x="309" y="346"/>
                </a:lnTo>
                <a:lnTo>
                  <a:pt x="308" y="346"/>
                </a:lnTo>
                <a:lnTo>
                  <a:pt x="308" y="345"/>
                </a:lnTo>
                <a:lnTo>
                  <a:pt x="307" y="345"/>
                </a:lnTo>
                <a:lnTo>
                  <a:pt x="306" y="346"/>
                </a:lnTo>
                <a:lnTo>
                  <a:pt x="306" y="345"/>
                </a:lnTo>
                <a:lnTo>
                  <a:pt x="305" y="345"/>
                </a:lnTo>
                <a:lnTo>
                  <a:pt x="305" y="344"/>
                </a:lnTo>
                <a:lnTo>
                  <a:pt x="304" y="344"/>
                </a:lnTo>
                <a:lnTo>
                  <a:pt x="303" y="344"/>
                </a:lnTo>
                <a:lnTo>
                  <a:pt x="302" y="344"/>
                </a:lnTo>
                <a:lnTo>
                  <a:pt x="302" y="345"/>
                </a:lnTo>
                <a:lnTo>
                  <a:pt x="302" y="346"/>
                </a:lnTo>
                <a:lnTo>
                  <a:pt x="301" y="346"/>
                </a:lnTo>
                <a:lnTo>
                  <a:pt x="301" y="347"/>
                </a:lnTo>
                <a:lnTo>
                  <a:pt x="301" y="346"/>
                </a:lnTo>
                <a:lnTo>
                  <a:pt x="300" y="347"/>
                </a:lnTo>
                <a:lnTo>
                  <a:pt x="299" y="347"/>
                </a:lnTo>
                <a:lnTo>
                  <a:pt x="299" y="348"/>
                </a:lnTo>
                <a:lnTo>
                  <a:pt x="298" y="348"/>
                </a:lnTo>
                <a:lnTo>
                  <a:pt x="298" y="347"/>
                </a:lnTo>
                <a:lnTo>
                  <a:pt x="297" y="347"/>
                </a:lnTo>
                <a:lnTo>
                  <a:pt x="297" y="348"/>
                </a:lnTo>
                <a:lnTo>
                  <a:pt x="297" y="347"/>
                </a:lnTo>
                <a:lnTo>
                  <a:pt x="296" y="348"/>
                </a:lnTo>
                <a:lnTo>
                  <a:pt x="296" y="347"/>
                </a:lnTo>
                <a:lnTo>
                  <a:pt x="295" y="347"/>
                </a:lnTo>
                <a:lnTo>
                  <a:pt x="296" y="347"/>
                </a:lnTo>
                <a:lnTo>
                  <a:pt x="295" y="347"/>
                </a:lnTo>
                <a:lnTo>
                  <a:pt x="294" y="347"/>
                </a:lnTo>
                <a:lnTo>
                  <a:pt x="293" y="347"/>
                </a:lnTo>
                <a:lnTo>
                  <a:pt x="292" y="347"/>
                </a:lnTo>
                <a:lnTo>
                  <a:pt x="291" y="347"/>
                </a:lnTo>
                <a:lnTo>
                  <a:pt x="290" y="347"/>
                </a:lnTo>
                <a:lnTo>
                  <a:pt x="289" y="346"/>
                </a:lnTo>
                <a:lnTo>
                  <a:pt x="289" y="347"/>
                </a:lnTo>
                <a:lnTo>
                  <a:pt x="288" y="347"/>
                </a:lnTo>
                <a:lnTo>
                  <a:pt x="288" y="346"/>
                </a:lnTo>
                <a:lnTo>
                  <a:pt x="287" y="346"/>
                </a:lnTo>
                <a:lnTo>
                  <a:pt x="287" y="347"/>
                </a:lnTo>
                <a:lnTo>
                  <a:pt x="286" y="347"/>
                </a:lnTo>
                <a:lnTo>
                  <a:pt x="286" y="346"/>
                </a:lnTo>
                <a:lnTo>
                  <a:pt x="285" y="346"/>
                </a:lnTo>
                <a:lnTo>
                  <a:pt x="285" y="345"/>
                </a:lnTo>
                <a:lnTo>
                  <a:pt x="285" y="344"/>
                </a:lnTo>
                <a:lnTo>
                  <a:pt x="284" y="344"/>
                </a:lnTo>
                <a:lnTo>
                  <a:pt x="284" y="343"/>
                </a:lnTo>
                <a:lnTo>
                  <a:pt x="283" y="343"/>
                </a:lnTo>
                <a:lnTo>
                  <a:pt x="283" y="344"/>
                </a:lnTo>
                <a:lnTo>
                  <a:pt x="282" y="344"/>
                </a:lnTo>
                <a:lnTo>
                  <a:pt x="281" y="344"/>
                </a:lnTo>
                <a:lnTo>
                  <a:pt x="280" y="344"/>
                </a:lnTo>
                <a:lnTo>
                  <a:pt x="279" y="344"/>
                </a:lnTo>
                <a:lnTo>
                  <a:pt x="279" y="343"/>
                </a:lnTo>
                <a:lnTo>
                  <a:pt x="278" y="343"/>
                </a:lnTo>
                <a:lnTo>
                  <a:pt x="278" y="344"/>
                </a:lnTo>
                <a:lnTo>
                  <a:pt x="277" y="344"/>
                </a:lnTo>
                <a:lnTo>
                  <a:pt x="276" y="343"/>
                </a:lnTo>
                <a:lnTo>
                  <a:pt x="275" y="344"/>
                </a:lnTo>
                <a:lnTo>
                  <a:pt x="274" y="345"/>
                </a:lnTo>
                <a:lnTo>
                  <a:pt x="273" y="345"/>
                </a:lnTo>
                <a:lnTo>
                  <a:pt x="272" y="345"/>
                </a:lnTo>
                <a:lnTo>
                  <a:pt x="272" y="344"/>
                </a:lnTo>
                <a:lnTo>
                  <a:pt x="271" y="344"/>
                </a:lnTo>
                <a:lnTo>
                  <a:pt x="271" y="343"/>
                </a:lnTo>
                <a:lnTo>
                  <a:pt x="272" y="343"/>
                </a:lnTo>
                <a:lnTo>
                  <a:pt x="272" y="342"/>
                </a:lnTo>
                <a:lnTo>
                  <a:pt x="271" y="343"/>
                </a:lnTo>
                <a:lnTo>
                  <a:pt x="271" y="342"/>
                </a:lnTo>
                <a:lnTo>
                  <a:pt x="271" y="341"/>
                </a:lnTo>
                <a:lnTo>
                  <a:pt x="270" y="341"/>
                </a:lnTo>
                <a:lnTo>
                  <a:pt x="269" y="341"/>
                </a:lnTo>
                <a:lnTo>
                  <a:pt x="268" y="341"/>
                </a:lnTo>
                <a:lnTo>
                  <a:pt x="268" y="342"/>
                </a:lnTo>
                <a:lnTo>
                  <a:pt x="267" y="342"/>
                </a:lnTo>
                <a:lnTo>
                  <a:pt x="267" y="341"/>
                </a:lnTo>
                <a:lnTo>
                  <a:pt x="267" y="340"/>
                </a:lnTo>
                <a:lnTo>
                  <a:pt x="266" y="339"/>
                </a:lnTo>
                <a:lnTo>
                  <a:pt x="267" y="339"/>
                </a:lnTo>
                <a:lnTo>
                  <a:pt x="266" y="339"/>
                </a:lnTo>
                <a:lnTo>
                  <a:pt x="266" y="338"/>
                </a:lnTo>
                <a:lnTo>
                  <a:pt x="266" y="339"/>
                </a:lnTo>
                <a:lnTo>
                  <a:pt x="265" y="339"/>
                </a:lnTo>
                <a:lnTo>
                  <a:pt x="265" y="338"/>
                </a:lnTo>
                <a:lnTo>
                  <a:pt x="264" y="338"/>
                </a:lnTo>
                <a:lnTo>
                  <a:pt x="264" y="337"/>
                </a:lnTo>
                <a:lnTo>
                  <a:pt x="263" y="337"/>
                </a:lnTo>
                <a:lnTo>
                  <a:pt x="263" y="336"/>
                </a:lnTo>
                <a:lnTo>
                  <a:pt x="264" y="336"/>
                </a:lnTo>
                <a:lnTo>
                  <a:pt x="263" y="336"/>
                </a:lnTo>
                <a:lnTo>
                  <a:pt x="263" y="335"/>
                </a:lnTo>
                <a:lnTo>
                  <a:pt x="262" y="335"/>
                </a:lnTo>
                <a:lnTo>
                  <a:pt x="261" y="335"/>
                </a:lnTo>
                <a:lnTo>
                  <a:pt x="261" y="334"/>
                </a:lnTo>
                <a:lnTo>
                  <a:pt x="260" y="334"/>
                </a:lnTo>
                <a:lnTo>
                  <a:pt x="260" y="333"/>
                </a:lnTo>
                <a:lnTo>
                  <a:pt x="260" y="332"/>
                </a:lnTo>
                <a:lnTo>
                  <a:pt x="259" y="332"/>
                </a:lnTo>
                <a:lnTo>
                  <a:pt x="256" y="332"/>
                </a:lnTo>
                <a:lnTo>
                  <a:pt x="255" y="332"/>
                </a:lnTo>
                <a:lnTo>
                  <a:pt x="254" y="332"/>
                </a:lnTo>
                <a:lnTo>
                  <a:pt x="253" y="332"/>
                </a:lnTo>
                <a:lnTo>
                  <a:pt x="252" y="332"/>
                </a:lnTo>
                <a:lnTo>
                  <a:pt x="251" y="332"/>
                </a:lnTo>
                <a:lnTo>
                  <a:pt x="250" y="332"/>
                </a:lnTo>
                <a:lnTo>
                  <a:pt x="250" y="331"/>
                </a:lnTo>
                <a:lnTo>
                  <a:pt x="249" y="331"/>
                </a:lnTo>
                <a:lnTo>
                  <a:pt x="248" y="331"/>
                </a:lnTo>
                <a:lnTo>
                  <a:pt x="247" y="331"/>
                </a:lnTo>
                <a:lnTo>
                  <a:pt x="246" y="331"/>
                </a:lnTo>
                <a:lnTo>
                  <a:pt x="245" y="331"/>
                </a:lnTo>
                <a:lnTo>
                  <a:pt x="243" y="331"/>
                </a:lnTo>
                <a:lnTo>
                  <a:pt x="242" y="331"/>
                </a:lnTo>
                <a:lnTo>
                  <a:pt x="240" y="331"/>
                </a:lnTo>
                <a:lnTo>
                  <a:pt x="239" y="331"/>
                </a:lnTo>
                <a:lnTo>
                  <a:pt x="238" y="331"/>
                </a:lnTo>
                <a:lnTo>
                  <a:pt x="237" y="330"/>
                </a:lnTo>
                <a:lnTo>
                  <a:pt x="236" y="330"/>
                </a:lnTo>
                <a:lnTo>
                  <a:pt x="234" y="330"/>
                </a:lnTo>
                <a:lnTo>
                  <a:pt x="233" y="330"/>
                </a:lnTo>
                <a:lnTo>
                  <a:pt x="232" y="330"/>
                </a:lnTo>
                <a:lnTo>
                  <a:pt x="231" y="330"/>
                </a:lnTo>
                <a:lnTo>
                  <a:pt x="231" y="329"/>
                </a:lnTo>
                <a:lnTo>
                  <a:pt x="230" y="329"/>
                </a:lnTo>
                <a:lnTo>
                  <a:pt x="230" y="328"/>
                </a:lnTo>
                <a:lnTo>
                  <a:pt x="230" y="327"/>
                </a:lnTo>
                <a:lnTo>
                  <a:pt x="230" y="326"/>
                </a:lnTo>
                <a:lnTo>
                  <a:pt x="230" y="325"/>
                </a:lnTo>
                <a:lnTo>
                  <a:pt x="230" y="324"/>
                </a:lnTo>
                <a:lnTo>
                  <a:pt x="229" y="324"/>
                </a:lnTo>
                <a:lnTo>
                  <a:pt x="228" y="325"/>
                </a:lnTo>
                <a:lnTo>
                  <a:pt x="227" y="325"/>
                </a:lnTo>
                <a:lnTo>
                  <a:pt x="227" y="324"/>
                </a:lnTo>
                <a:lnTo>
                  <a:pt x="226" y="324"/>
                </a:lnTo>
                <a:lnTo>
                  <a:pt x="225" y="324"/>
                </a:lnTo>
                <a:lnTo>
                  <a:pt x="224" y="324"/>
                </a:lnTo>
                <a:lnTo>
                  <a:pt x="224" y="323"/>
                </a:lnTo>
                <a:lnTo>
                  <a:pt x="223" y="323"/>
                </a:lnTo>
                <a:lnTo>
                  <a:pt x="223" y="324"/>
                </a:lnTo>
                <a:lnTo>
                  <a:pt x="222" y="324"/>
                </a:lnTo>
                <a:lnTo>
                  <a:pt x="222" y="323"/>
                </a:lnTo>
                <a:lnTo>
                  <a:pt x="221" y="323"/>
                </a:lnTo>
                <a:lnTo>
                  <a:pt x="220" y="323"/>
                </a:lnTo>
                <a:lnTo>
                  <a:pt x="220" y="324"/>
                </a:lnTo>
                <a:lnTo>
                  <a:pt x="219" y="324"/>
                </a:lnTo>
                <a:lnTo>
                  <a:pt x="218" y="324"/>
                </a:lnTo>
                <a:lnTo>
                  <a:pt x="217" y="324"/>
                </a:lnTo>
                <a:lnTo>
                  <a:pt x="216" y="324"/>
                </a:lnTo>
                <a:lnTo>
                  <a:pt x="215" y="324"/>
                </a:lnTo>
                <a:lnTo>
                  <a:pt x="214" y="324"/>
                </a:lnTo>
                <a:lnTo>
                  <a:pt x="214" y="325"/>
                </a:lnTo>
                <a:lnTo>
                  <a:pt x="215" y="325"/>
                </a:lnTo>
                <a:lnTo>
                  <a:pt x="215" y="326"/>
                </a:lnTo>
                <a:lnTo>
                  <a:pt x="214" y="326"/>
                </a:lnTo>
                <a:lnTo>
                  <a:pt x="214" y="327"/>
                </a:lnTo>
                <a:lnTo>
                  <a:pt x="215" y="327"/>
                </a:lnTo>
                <a:lnTo>
                  <a:pt x="215" y="328"/>
                </a:lnTo>
                <a:lnTo>
                  <a:pt x="215" y="327"/>
                </a:lnTo>
                <a:lnTo>
                  <a:pt x="215" y="328"/>
                </a:lnTo>
                <a:lnTo>
                  <a:pt x="215" y="329"/>
                </a:lnTo>
                <a:lnTo>
                  <a:pt x="215" y="330"/>
                </a:lnTo>
                <a:lnTo>
                  <a:pt x="215" y="331"/>
                </a:lnTo>
                <a:lnTo>
                  <a:pt x="214" y="331"/>
                </a:lnTo>
                <a:lnTo>
                  <a:pt x="214" y="332"/>
                </a:lnTo>
                <a:lnTo>
                  <a:pt x="213" y="332"/>
                </a:lnTo>
                <a:lnTo>
                  <a:pt x="212" y="332"/>
                </a:lnTo>
                <a:lnTo>
                  <a:pt x="211" y="332"/>
                </a:lnTo>
                <a:lnTo>
                  <a:pt x="211" y="333"/>
                </a:lnTo>
                <a:lnTo>
                  <a:pt x="210" y="333"/>
                </a:lnTo>
                <a:lnTo>
                  <a:pt x="210" y="332"/>
                </a:lnTo>
                <a:lnTo>
                  <a:pt x="209" y="332"/>
                </a:lnTo>
                <a:lnTo>
                  <a:pt x="209" y="330"/>
                </a:lnTo>
                <a:lnTo>
                  <a:pt x="208" y="330"/>
                </a:lnTo>
                <a:lnTo>
                  <a:pt x="208" y="329"/>
                </a:lnTo>
                <a:lnTo>
                  <a:pt x="208" y="330"/>
                </a:lnTo>
                <a:lnTo>
                  <a:pt x="207" y="329"/>
                </a:lnTo>
                <a:lnTo>
                  <a:pt x="206" y="329"/>
                </a:lnTo>
                <a:lnTo>
                  <a:pt x="206" y="328"/>
                </a:lnTo>
                <a:lnTo>
                  <a:pt x="205" y="328"/>
                </a:lnTo>
                <a:lnTo>
                  <a:pt x="204" y="329"/>
                </a:lnTo>
                <a:lnTo>
                  <a:pt x="203" y="329"/>
                </a:lnTo>
                <a:lnTo>
                  <a:pt x="203" y="330"/>
                </a:lnTo>
                <a:lnTo>
                  <a:pt x="202" y="330"/>
                </a:lnTo>
                <a:lnTo>
                  <a:pt x="201" y="330"/>
                </a:lnTo>
                <a:lnTo>
                  <a:pt x="200" y="330"/>
                </a:lnTo>
                <a:lnTo>
                  <a:pt x="199" y="330"/>
                </a:lnTo>
                <a:lnTo>
                  <a:pt x="198" y="330"/>
                </a:lnTo>
                <a:lnTo>
                  <a:pt x="198" y="331"/>
                </a:lnTo>
                <a:lnTo>
                  <a:pt x="198" y="330"/>
                </a:lnTo>
                <a:lnTo>
                  <a:pt x="197" y="330"/>
                </a:lnTo>
                <a:lnTo>
                  <a:pt x="197" y="331"/>
                </a:lnTo>
                <a:lnTo>
                  <a:pt x="196" y="331"/>
                </a:lnTo>
                <a:lnTo>
                  <a:pt x="196" y="330"/>
                </a:lnTo>
                <a:lnTo>
                  <a:pt x="195" y="330"/>
                </a:lnTo>
                <a:lnTo>
                  <a:pt x="195" y="329"/>
                </a:lnTo>
                <a:lnTo>
                  <a:pt x="194" y="329"/>
                </a:lnTo>
                <a:lnTo>
                  <a:pt x="194" y="330"/>
                </a:lnTo>
                <a:lnTo>
                  <a:pt x="193" y="330"/>
                </a:lnTo>
                <a:lnTo>
                  <a:pt x="193" y="331"/>
                </a:lnTo>
                <a:lnTo>
                  <a:pt x="192" y="331"/>
                </a:lnTo>
                <a:lnTo>
                  <a:pt x="192" y="330"/>
                </a:lnTo>
                <a:lnTo>
                  <a:pt x="191" y="330"/>
                </a:lnTo>
                <a:lnTo>
                  <a:pt x="191" y="331"/>
                </a:lnTo>
                <a:lnTo>
                  <a:pt x="192" y="331"/>
                </a:lnTo>
                <a:lnTo>
                  <a:pt x="191" y="332"/>
                </a:lnTo>
                <a:lnTo>
                  <a:pt x="192" y="332"/>
                </a:lnTo>
                <a:lnTo>
                  <a:pt x="192" y="333"/>
                </a:lnTo>
                <a:lnTo>
                  <a:pt x="191" y="334"/>
                </a:lnTo>
                <a:lnTo>
                  <a:pt x="191" y="335"/>
                </a:lnTo>
                <a:lnTo>
                  <a:pt x="192" y="335"/>
                </a:lnTo>
                <a:lnTo>
                  <a:pt x="193" y="335"/>
                </a:lnTo>
                <a:lnTo>
                  <a:pt x="193" y="336"/>
                </a:lnTo>
                <a:lnTo>
                  <a:pt x="194" y="336"/>
                </a:lnTo>
                <a:lnTo>
                  <a:pt x="195" y="336"/>
                </a:lnTo>
                <a:lnTo>
                  <a:pt x="196" y="336"/>
                </a:lnTo>
                <a:lnTo>
                  <a:pt x="196" y="337"/>
                </a:lnTo>
                <a:lnTo>
                  <a:pt x="197" y="337"/>
                </a:lnTo>
                <a:lnTo>
                  <a:pt x="197" y="338"/>
                </a:lnTo>
                <a:lnTo>
                  <a:pt x="196" y="338"/>
                </a:lnTo>
                <a:lnTo>
                  <a:pt x="195" y="338"/>
                </a:lnTo>
                <a:lnTo>
                  <a:pt x="194" y="339"/>
                </a:lnTo>
                <a:lnTo>
                  <a:pt x="194" y="340"/>
                </a:lnTo>
                <a:lnTo>
                  <a:pt x="193" y="340"/>
                </a:lnTo>
                <a:lnTo>
                  <a:pt x="193" y="341"/>
                </a:lnTo>
                <a:lnTo>
                  <a:pt x="192" y="341"/>
                </a:lnTo>
                <a:lnTo>
                  <a:pt x="192" y="342"/>
                </a:lnTo>
                <a:lnTo>
                  <a:pt x="192" y="343"/>
                </a:lnTo>
                <a:lnTo>
                  <a:pt x="193" y="343"/>
                </a:lnTo>
                <a:lnTo>
                  <a:pt x="193" y="344"/>
                </a:lnTo>
                <a:lnTo>
                  <a:pt x="192" y="344"/>
                </a:lnTo>
                <a:lnTo>
                  <a:pt x="193" y="345"/>
                </a:lnTo>
                <a:lnTo>
                  <a:pt x="193" y="346"/>
                </a:lnTo>
                <a:lnTo>
                  <a:pt x="194" y="346"/>
                </a:lnTo>
                <a:lnTo>
                  <a:pt x="195" y="346"/>
                </a:lnTo>
                <a:lnTo>
                  <a:pt x="195" y="347"/>
                </a:lnTo>
                <a:lnTo>
                  <a:pt x="195" y="348"/>
                </a:lnTo>
                <a:lnTo>
                  <a:pt x="195" y="349"/>
                </a:lnTo>
                <a:lnTo>
                  <a:pt x="196" y="349"/>
                </a:lnTo>
                <a:lnTo>
                  <a:pt x="196" y="350"/>
                </a:lnTo>
                <a:lnTo>
                  <a:pt x="196" y="351"/>
                </a:lnTo>
                <a:lnTo>
                  <a:pt x="196" y="352"/>
                </a:lnTo>
                <a:lnTo>
                  <a:pt x="197" y="352"/>
                </a:lnTo>
                <a:lnTo>
                  <a:pt x="198" y="352"/>
                </a:lnTo>
                <a:lnTo>
                  <a:pt x="199" y="352"/>
                </a:lnTo>
                <a:lnTo>
                  <a:pt x="199" y="353"/>
                </a:lnTo>
                <a:lnTo>
                  <a:pt x="200" y="353"/>
                </a:lnTo>
                <a:lnTo>
                  <a:pt x="201" y="353"/>
                </a:lnTo>
                <a:lnTo>
                  <a:pt x="202" y="352"/>
                </a:lnTo>
                <a:lnTo>
                  <a:pt x="202" y="353"/>
                </a:lnTo>
                <a:lnTo>
                  <a:pt x="202" y="354"/>
                </a:lnTo>
                <a:lnTo>
                  <a:pt x="203" y="354"/>
                </a:lnTo>
                <a:lnTo>
                  <a:pt x="203" y="355"/>
                </a:lnTo>
                <a:lnTo>
                  <a:pt x="203" y="356"/>
                </a:lnTo>
                <a:lnTo>
                  <a:pt x="204" y="357"/>
                </a:lnTo>
                <a:lnTo>
                  <a:pt x="204" y="358"/>
                </a:lnTo>
                <a:lnTo>
                  <a:pt x="204" y="359"/>
                </a:lnTo>
                <a:lnTo>
                  <a:pt x="205" y="359"/>
                </a:lnTo>
                <a:lnTo>
                  <a:pt x="204" y="359"/>
                </a:lnTo>
                <a:lnTo>
                  <a:pt x="204" y="360"/>
                </a:lnTo>
                <a:lnTo>
                  <a:pt x="204" y="361"/>
                </a:lnTo>
                <a:lnTo>
                  <a:pt x="203" y="361"/>
                </a:lnTo>
                <a:lnTo>
                  <a:pt x="202" y="362"/>
                </a:lnTo>
                <a:lnTo>
                  <a:pt x="201" y="362"/>
                </a:lnTo>
                <a:lnTo>
                  <a:pt x="201" y="363"/>
                </a:lnTo>
                <a:lnTo>
                  <a:pt x="200" y="363"/>
                </a:lnTo>
                <a:lnTo>
                  <a:pt x="199" y="364"/>
                </a:lnTo>
                <a:lnTo>
                  <a:pt x="199" y="363"/>
                </a:lnTo>
                <a:lnTo>
                  <a:pt x="199" y="364"/>
                </a:lnTo>
                <a:lnTo>
                  <a:pt x="198" y="364"/>
                </a:lnTo>
                <a:lnTo>
                  <a:pt x="198" y="365"/>
                </a:lnTo>
                <a:lnTo>
                  <a:pt x="197" y="365"/>
                </a:lnTo>
                <a:lnTo>
                  <a:pt x="197" y="366"/>
                </a:lnTo>
                <a:lnTo>
                  <a:pt x="196" y="366"/>
                </a:lnTo>
                <a:lnTo>
                  <a:pt x="196" y="365"/>
                </a:lnTo>
                <a:lnTo>
                  <a:pt x="196" y="366"/>
                </a:lnTo>
                <a:lnTo>
                  <a:pt x="195" y="367"/>
                </a:lnTo>
                <a:lnTo>
                  <a:pt x="194" y="367"/>
                </a:lnTo>
                <a:lnTo>
                  <a:pt x="193" y="367"/>
                </a:lnTo>
                <a:lnTo>
                  <a:pt x="192" y="367"/>
                </a:lnTo>
                <a:lnTo>
                  <a:pt x="193" y="367"/>
                </a:lnTo>
                <a:lnTo>
                  <a:pt x="192" y="367"/>
                </a:lnTo>
                <a:lnTo>
                  <a:pt x="191" y="367"/>
                </a:lnTo>
                <a:lnTo>
                  <a:pt x="191" y="366"/>
                </a:lnTo>
                <a:lnTo>
                  <a:pt x="189" y="366"/>
                </a:lnTo>
                <a:lnTo>
                  <a:pt x="189" y="365"/>
                </a:lnTo>
                <a:lnTo>
                  <a:pt x="188" y="365"/>
                </a:lnTo>
                <a:lnTo>
                  <a:pt x="188" y="366"/>
                </a:lnTo>
                <a:lnTo>
                  <a:pt x="188" y="367"/>
                </a:lnTo>
                <a:lnTo>
                  <a:pt x="187" y="367"/>
                </a:lnTo>
                <a:lnTo>
                  <a:pt x="187" y="369"/>
                </a:lnTo>
                <a:lnTo>
                  <a:pt x="187" y="370"/>
                </a:lnTo>
                <a:lnTo>
                  <a:pt x="186" y="370"/>
                </a:lnTo>
                <a:lnTo>
                  <a:pt x="186" y="371"/>
                </a:lnTo>
                <a:lnTo>
                  <a:pt x="186" y="370"/>
                </a:lnTo>
                <a:lnTo>
                  <a:pt x="186" y="371"/>
                </a:lnTo>
                <a:lnTo>
                  <a:pt x="185" y="371"/>
                </a:lnTo>
                <a:lnTo>
                  <a:pt x="185" y="370"/>
                </a:lnTo>
                <a:lnTo>
                  <a:pt x="184" y="371"/>
                </a:lnTo>
                <a:lnTo>
                  <a:pt x="183" y="371"/>
                </a:lnTo>
                <a:lnTo>
                  <a:pt x="183" y="372"/>
                </a:lnTo>
                <a:lnTo>
                  <a:pt x="182" y="372"/>
                </a:lnTo>
                <a:lnTo>
                  <a:pt x="181" y="373"/>
                </a:lnTo>
                <a:lnTo>
                  <a:pt x="180" y="373"/>
                </a:lnTo>
                <a:lnTo>
                  <a:pt x="180" y="374"/>
                </a:lnTo>
                <a:lnTo>
                  <a:pt x="180" y="373"/>
                </a:lnTo>
                <a:lnTo>
                  <a:pt x="179" y="373"/>
                </a:lnTo>
                <a:lnTo>
                  <a:pt x="178" y="373"/>
                </a:lnTo>
                <a:lnTo>
                  <a:pt x="178" y="372"/>
                </a:lnTo>
                <a:lnTo>
                  <a:pt x="179" y="372"/>
                </a:lnTo>
                <a:lnTo>
                  <a:pt x="179" y="371"/>
                </a:lnTo>
                <a:lnTo>
                  <a:pt x="178" y="371"/>
                </a:lnTo>
                <a:lnTo>
                  <a:pt x="178" y="370"/>
                </a:lnTo>
                <a:lnTo>
                  <a:pt x="177" y="370"/>
                </a:lnTo>
                <a:lnTo>
                  <a:pt x="176" y="370"/>
                </a:lnTo>
                <a:lnTo>
                  <a:pt x="175" y="370"/>
                </a:lnTo>
                <a:lnTo>
                  <a:pt x="174" y="370"/>
                </a:lnTo>
                <a:lnTo>
                  <a:pt x="174" y="371"/>
                </a:lnTo>
                <a:lnTo>
                  <a:pt x="174" y="370"/>
                </a:lnTo>
                <a:lnTo>
                  <a:pt x="173" y="370"/>
                </a:lnTo>
                <a:lnTo>
                  <a:pt x="173" y="369"/>
                </a:lnTo>
                <a:lnTo>
                  <a:pt x="173" y="368"/>
                </a:lnTo>
                <a:lnTo>
                  <a:pt x="173" y="367"/>
                </a:lnTo>
                <a:lnTo>
                  <a:pt x="172" y="367"/>
                </a:lnTo>
                <a:lnTo>
                  <a:pt x="172" y="366"/>
                </a:lnTo>
                <a:lnTo>
                  <a:pt x="171" y="365"/>
                </a:lnTo>
                <a:lnTo>
                  <a:pt x="170" y="365"/>
                </a:lnTo>
                <a:lnTo>
                  <a:pt x="169" y="364"/>
                </a:lnTo>
                <a:lnTo>
                  <a:pt x="170" y="364"/>
                </a:lnTo>
                <a:lnTo>
                  <a:pt x="169" y="363"/>
                </a:lnTo>
                <a:lnTo>
                  <a:pt x="168" y="363"/>
                </a:lnTo>
                <a:lnTo>
                  <a:pt x="167" y="363"/>
                </a:lnTo>
                <a:lnTo>
                  <a:pt x="167" y="362"/>
                </a:lnTo>
                <a:lnTo>
                  <a:pt x="166" y="362"/>
                </a:lnTo>
                <a:lnTo>
                  <a:pt x="166" y="361"/>
                </a:lnTo>
                <a:lnTo>
                  <a:pt x="165" y="361"/>
                </a:lnTo>
                <a:lnTo>
                  <a:pt x="165" y="360"/>
                </a:lnTo>
                <a:lnTo>
                  <a:pt x="164" y="360"/>
                </a:lnTo>
                <a:lnTo>
                  <a:pt x="163" y="360"/>
                </a:lnTo>
                <a:lnTo>
                  <a:pt x="162" y="361"/>
                </a:lnTo>
                <a:lnTo>
                  <a:pt x="162" y="362"/>
                </a:lnTo>
                <a:lnTo>
                  <a:pt x="162" y="361"/>
                </a:lnTo>
                <a:lnTo>
                  <a:pt x="161" y="361"/>
                </a:lnTo>
                <a:lnTo>
                  <a:pt x="161" y="360"/>
                </a:lnTo>
                <a:lnTo>
                  <a:pt x="160" y="360"/>
                </a:lnTo>
                <a:lnTo>
                  <a:pt x="160" y="359"/>
                </a:lnTo>
                <a:lnTo>
                  <a:pt x="159" y="359"/>
                </a:lnTo>
                <a:lnTo>
                  <a:pt x="159" y="358"/>
                </a:lnTo>
                <a:lnTo>
                  <a:pt x="158" y="358"/>
                </a:lnTo>
                <a:lnTo>
                  <a:pt x="158" y="357"/>
                </a:lnTo>
                <a:lnTo>
                  <a:pt x="158" y="358"/>
                </a:lnTo>
                <a:lnTo>
                  <a:pt x="157" y="358"/>
                </a:lnTo>
                <a:lnTo>
                  <a:pt x="157" y="357"/>
                </a:lnTo>
                <a:lnTo>
                  <a:pt x="156" y="357"/>
                </a:lnTo>
                <a:lnTo>
                  <a:pt x="155" y="357"/>
                </a:lnTo>
                <a:lnTo>
                  <a:pt x="154" y="357"/>
                </a:lnTo>
                <a:lnTo>
                  <a:pt x="153" y="357"/>
                </a:lnTo>
                <a:lnTo>
                  <a:pt x="153" y="358"/>
                </a:lnTo>
                <a:lnTo>
                  <a:pt x="152" y="358"/>
                </a:lnTo>
                <a:lnTo>
                  <a:pt x="151" y="358"/>
                </a:lnTo>
                <a:lnTo>
                  <a:pt x="151" y="359"/>
                </a:lnTo>
                <a:lnTo>
                  <a:pt x="151" y="358"/>
                </a:lnTo>
                <a:lnTo>
                  <a:pt x="150" y="358"/>
                </a:lnTo>
                <a:lnTo>
                  <a:pt x="150" y="359"/>
                </a:lnTo>
                <a:lnTo>
                  <a:pt x="149" y="359"/>
                </a:lnTo>
                <a:lnTo>
                  <a:pt x="148" y="359"/>
                </a:lnTo>
                <a:lnTo>
                  <a:pt x="147" y="359"/>
                </a:lnTo>
                <a:lnTo>
                  <a:pt x="146" y="359"/>
                </a:lnTo>
                <a:lnTo>
                  <a:pt x="145" y="359"/>
                </a:lnTo>
                <a:lnTo>
                  <a:pt x="145" y="360"/>
                </a:lnTo>
                <a:lnTo>
                  <a:pt x="145" y="359"/>
                </a:lnTo>
                <a:lnTo>
                  <a:pt x="144" y="359"/>
                </a:lnTo>
                <a:lnTo>
                  <a:pt x="144" y="358"/>
                </a:lnTo>
                <a:lnTo>
                  <a:pt x="144" y="359"/>
                </a:lnTo>
                <a:lnTo>
                  <a:pt x="143" y="359"/>
                </a:lnTo>
                <a:lnTo>
                  <a:pt x="142" y="359"/>
                </a:lnTo>
                <a:lnTo>
                  <a:pt x="141" y="359"/>
                </a:lnTo>
                <a:lnTo>
                  <a:pt x="140" y="359"/>
                </a:lnTo>
                <a:lnTo>
                  <a:pt x="139" y="359"/>
                </a:lnTo>
                <a:lnTo>
                  <a:pt x="139" y="360"/>
                </a:lnTo>
                <a:lnTo>
                  <a:pt x="138" y="360"/>
                </a:lnTo>
                <a:lnTo>
                  <a:pt x="137" y="360"/>
                </a:lnTo>
                <a:lnTo>
                  <a:pt x="137" y="359"/>
                </a:lnTo>
                <a:lnTo>
                  <a:pt x="136" y="359"/>
                </a:lnTo>
                <a:lnTo>
                  <a:pt x="135" y="359"/>
                </a:lnTo>
                <a:lnTo>
                  <a:pt x="134" y="359"/>
                </a:lnTo>
                <a:lnTo>
                  <a:pt x="133" y="359"/>
                </a:lnTo>
                <a:lnTo>
                  <a:pt x="133" y="360"/>
                </a:lnTo>
                <a:lnTo>
                  <a:pt x="133" y="359"/>
                </a:lnTo>
                <a:lnTo>
                  <a:pt x="132" y="359"/>
                </a:lnTo>
                <a:lnTo>
                  <a:pt x="131" y="359"/>
                </a:lnTo>
                <a:lnTo>
                  <a:pt x="130" y="359"/>
                </a:lnTo>
                <a:lnTo>
                  <a:pt x="129" y="359"/>
                </a:lnTo>
                <a:lnTo>
                  <a:pt x="129" y="360"/>
                </a:lnTo>
                <a:lnTo>
                  <a:pt x="128" y="360"/>
                </a:lnTo>
                <a:lnTo>
                  <a:pt x="127" y="361"/>
                </a:lnTo>
                <a:lnTo>
                  <a:pt x="126" y="361"/>
                </a:lnTo>
                <a:lnTo>
                  <a:pt x="126" y="362"/>
                </a:lnTo>
                <a:lnTo>
                  <a:pt x="125" y="362"/>
                </a:lnTo>
                <a:lnTo>
                  <a:pt x="125" y="363"/>
                </a:lnTo>
                <a:lnTo>
                  <a:pt x="124" y="363"/>
                </a:lnTo>
                <a:lnTo>
                  <a:pt x="125" y="363"/>
                </a:lnTo>
                <a:lnTo>
                  <a:pt x="126" y="363"/>
                </a:lnTo>
                <a:lnTo>
                  <a:pt x="126" y="364"/>
                </a:lnTo>
                <a:lnTo>
                  <a:pt x="126" y="365"/>
                </a:lnTo>
                <a:lnTo>
                  <a:pt x="125" y="365"/>
                </a:lnTo>
                <a:lnTo>
                  <a:pt x="125" y="366"/>
                </a:lnTo>
                <a:lnTo>
                  <a:pt x="125" y="367"/>
                </a:lnTo>
                <a:lnTo>
                  <a:pt x="126" y="367"/>
                </a:lnTo>
                <a:lnTo>
                  <a:pt x="125" y="367"/>
                </a:lnTo>
                <a:lnTo>
                  <a:pt x="125" y="368"/>
                </a:lnTo>
                <a:lnTo>
                  <a:pt x="124" y="368"/>
                </a:lnTo>
                <a:lnTo>
                  <a:pt x="124" y="369"/>
                </a:lnTo>
                <a:lnTo>
                  <a:pt x="123" y="369"/>
                </a:lnTo>
                <a:lnTo>
                  <a:pt x="122" y="369"/>
                </a:lnTo>
                <a:lnTo>
                  <a:pt x="121" y="369"/>
                </a:lnTo>
                <a:lnTo>
                  <a:pt x="121" y="371"/>
                </a:lnTo>
                <a:lnTo>
                  <a:pt x="122" y="371"/>
                </a:lnTo>
                <a:lnTo>
                  <a:pt x="121" y="371"/>
                </a:lnTo>
                <a:lnTo>
                  <a:pt x="121" y="372"/>
                </a:lnTo>
                <a:lnTo>
                  <a:pt x="121" y="373"/>
                </a:lnTo>
                <a:lnTo>
                  <a:pt x="120" y="373"/>
                </a:lnTo>
                <a:lnTo>
                  <a:pt x="119" y="373"/>
                </a:lnTo>
                <a:lnTo>
                  <a:pt x="120" y="373"/>
                </a:lnTo>
                <a:lnTo>
                  <a:pt x="120" y="374"/>
                </a:lnTo>
                <a:lnTo>
                  <a:pt x="120" y="373"/>
                </a:lnTo>
                <a:lnTo>
                  <a:pt x="120" y="374"/>
                </a:lnTo>
                <a:lnTo>
                  <a:pt x="121" y="374"/>
                </a:lnTo>
                <a:lnTo>
                  <a:pt x="121" y="375"/>
                </a:lnTo>
                <a:lnTo>
                  <a:pt x="121" y="376"/>
                </a:lnTo>
                <a:lnTo>
                  <a:pt x="120" y="376"/>
                </a:lnTo>
                <a:lnTo>
                  <a:pt x="119" y="376"/>
                </a:lnTo>
                <a:lnTo>
                  <a:pt x="119" y="377"/>
                </a:lnTo>
                <a:lnTo>
                  <a:pt x="118" y="377"/>
                </a:lnTo>
                <a:lnTo>
                  <a:pt x="118" y="376"/>
                </a:lnTo>
                <a:lnTo>
                  <a:pt x="117" y="376"/>
                </a:lnTo>
                <a:lnTo>
                  <a:pt x="117" y="377"/>
                </a:lnTo>
                <a:lnTo>
                  <a:pt x="116" y="377"/>
                </a:lnTo>
                <a:lnTo>
                  <a:pt x="116" y="376"/>
                </a:lnTo>
                <a:lnTo>
                  <a:pt x="115" y="376"/>
                </a:lnTo>
                <a:lnTo>
                  <a:pt x="115" y="375"/>
                </a:lnTo>
                <a:lnTo>
                  <a:pt x="114" y="375"/>
                </a:lnTo>
                <a:lnTo>
                  <a:pt x="114" y="374"/>
                </a:lnTo>
                <a:lnTo>
                  <a:pt x="113" y="374"/>
                </a:lnTo>
                <a:lnTo>
                  <a:pt x="112" y="374"/>
                </a:lnTo>
                <a:lnTo>
                  <a:pt x="112" y="373"/>
                </a:lnTo>
                <a:lnTo>
                  <a:pt x="111" y="373"/>
                </a:lnTo>
                <a:lnTo>
                  <a:pt x="111" y="374"/>
                </a:lnTo>
                <a:lnTo>
                  <a:pt x="111" y="373"/>
                </a:lnTo>
                <a:lnTo>
                  <a:pt x="111" y="374"/>
                </a:lnTo>
                <a:lnTo>
                  <a:pt x="110" y="374"/>
                </a:lnTo>
                <a:lnTo>
                  <a:pt x="109" y="374"/>
                </a:lnTo>
                <a:lnTo>
                  <a:pt x="108" y="374"/>
                </a:lnTo>
                <a:lnTo>
                  <a:pt x="108" y="375"/>
                </a:lnTo>
                <a:lnTo>
                  <a:pt x="109" y="375"/>
                </a:lnTo>
                <a:lnTo>
                  <a:pt x="108" y="375"/>
                </a:lnTo>
                <a:lnTo>
                  <a:pt x="108" y="376"/>
                </a:lnTo>
                <a:lnTo>
                  <a:pt x="107" y="376"/>
                </a:lnTo>
                <a:lnTo>
                  <a:pt x="107" y="375"/>
                </a:lnTo>
                <a:lnTo>
                  <a:pt x="106" y="375"/>
                </a:lnTo>
                <a:lnTo>
                  <a:pt x="105" y="375"/>
                </a:lnTo>
                <a:lnTo>
                  <a:pt x="104" y="375"/>
                </a:lnTo>
                <a:lnTo>
                  <a:pt x="105" y="375"/>
                </a:lnTo>
                <a:lnTo>
                  <a:pt x="104" y="375"/>
                </a:lnTo>
                <a:lnTo>
                  <a:pt x="104" y="374"/>
                </a:lnTo>
                <a:lnTo>
                  <a:pt x="103" y="374"/>
                </a:lnTo>
                <a:lnTo>
                  <a:pt x="103" y="375"/>
                </a:lnTo>
                <a:lnTo>
                  <a:pt x="103" y="376"/>
                </a:lnTo>
                <a:lnTo>
                  <a:pt x="104" y="376"/>
                </a:lnTo>
                <a:lnTo>
                  <a:pt x="103" y="376"/>
                </a:lnTo>
                <a:lnTo>
                  <a:pt x="103" y="377"/>
                </a:lnTo>
                <a:lnTo>
                  <a:pt x="102" y="377"/>
                </a:lnTo>
                <a:lnTo>
                  <a:pt x="102" y="376"/>
                </a:lnTo>
                <a:lnTo>
                  <a:pt x="101" y="377"/>
                </a:lnTo>
                <a:lnTo>
                  <a:pt x="102" y="377"/>
                </a:lnTo>
                <a:lnTo>
                  <a:pt x="102" y="378"/>
                </a:lnTo>
                <a:lnTo>
                  <a:pt x="102" y="379"/>
                </a:lnTo>
                <a:lnTo>
                  <a:pt x="102" y="380"/>
                </a:lnTo>
                <a:lnTo>
                  <a:pt x="101" y="380"/>
                </a:lnTo>
                <a:lnTo>
                  <a:pt x="101" y="381"/>
                </a:lnTo>
                <a:lnTo>
                  <a:pt x="101" y="382"/>
                </a:lnTo>
                <a:lnTo>
                  <a:pt x="100" y="382"/>
                </a:lnTo>
                <a:lnTo>
                  <a:pt x="99" y="381"/>
                </a:lnTo>
                <a:lnTo>
                  <a:pt x="98" y="381"/>
                </a:lnTo>
                <a:lnTo>
                  <a:pt x="98" y="382"/>
                </a:lnTo>
                <a:lnTo>
                  <a:pt x="98" y="384"/>
                </a:lnTo>
                <a:lnTo>
                  <a:pt x="98" y="385"/>
                </a:lnTo>
                <a:lnTo>
                  <a:pt x="99" y="385"/>
                </a:lnTo>
                <a:lnTo>
                  <a:pt x="99" y="386"/>
                </a:lnTo>
                <a:lnTo>
                  <a:pt x="98" y="386"/>
                </a:lnTo>
                <a:lnTo>
                  <a:pt x="98" y="385"/>
                </a:lnTo>
                <a:lnTo>
                  <a:pt x="97" y="385"/>
                </a:lnTo>
                <a:lnTo>
                  <a:pt x="97" y="384"/>
                </a:lnTo>
                <a:lnTo>
                  <a:pt x="96" y="384"/>
                </a:lnTo>
                <a:lnTo>
                  <a:pt x="95" y="384"/>
                </a:lnTo>
                <a:lnTo>
                  <a:pt x="95" y="385"/>
                </a:lnTo>
                <a:lnTo>
                  <a:pt x="95" y="387"/>
                </a:lnTo>
                <a:lnTo>
                  <a:pt x="96" y="387"/>
                </a:lnTo>
                <a:lnTo>
                  <a:pt x="96" y="388"/>
                </a:lnTo>
                <a:lnTo>
                  <a:pt x="95" y="388"/>
                </a:lnTo>
                <a:lnTo>
                  <a:pt x="95" y="387"/>
                </a:lnTo>
                <a:lnTo>
                  <a:pt x="94" y="387"/>
                </a:lnTo>
                <a:lnTo>
                  <a:pt x="94" y="388"/>
                </a:lnTo>
                <a:lnTo>
                  <a:pt x="94" y="389"/>
                </a:lnTo>
                <a:lnTo>
                  <a:pt x="94" y="390"/>
                </a:lnTo>
                <a:lnTo>
                  <a:pt x="93" y="390"/>
                </a:lnTo>
                <a:lnTo>
                  <a:pt x="93" y="391"/>
                </a:lnTo>
                <a:lnTo>
                  <a:pt x="94" y="391"/>
                </a:lnTo>
                <a:lnTo>
                  <a:pt x="94" y="392"/>
                </a:lnTo>
                <a:lnTo>
                  <a:pt x="93" y="392"/>
                </a:lnTo>
                <a:lnTo>
                  <a:pt x="93" y="393"/>
                </a:lnTo>
                <a:lnTo>
                  <a:pt x="93" y="394"/>
                </a:lnTo>
                <a:lnTo>
                  <a:pt x="93" y="393"/>
                </a:lnTo>
                <a:lnTo>
                  <a:pt x="92" y="393"/>
                </a:lnTo>
                <a:lnTo>
                  <a:pt x="91" y="394"/>
                </a:lnTo>
                <a:lnTo>
                  <a:pt x="90" y="395"/>
                </a:lnTo>
                <a:lnTo>
                  <a:pt x="90" y="396"/>
                </a:lnTo>
                <a:lnTo>
                  <a:pt x="91" y="397"/>
                </a:lnTo>
                <a:lnTo>
                  <a:pt x="91" y="398"/>
                </a:lnTo>
                <a:lnTo>
                  <a:pt x="91" y="399"/>
                </a:lnTo>
                <a:lnTo>
                  <a:pt x="92" y="400"/>
                </a:lnTo>
                <a:lnTo>
                  <a:pt x="91" y="400"/>
                </a:lnTo>
                <a:lnTo>
                  <a:pt x="90" y="400"/>
                </a:lnTo>
                <a:lnTo>
                  <a:pt x="90" y="399"/>
                </a:lnTo>
                <a:lnTo>
                  <a:pt x="89" y="399"/>
                </a:lnTo>
                <a:lnTo>
                  <a:pt x="88" y="399"/>
                </a:lnTo>
                <a:lnTo>
                  <a:pt x="88" y="400"/>
                </a:lnTo>
                <a:lnTo>
                  <a:pt x="87" y="400"/>
                </a:lnTo>
                <a:lnTo>
                  <a:pt x="87" y="401"/>
                </a:lnTo>
                <a:lnTo>
                  <a:pt x="87" y="402"/>
                </a:lnTo>
                <a:lnTo>
                  <a:pt x="88" y="402"/>
                </a:lnTo>
                <a:lnTo>
                  <a:pt x="88" y="403"/>
                </a:lnTo>
                <a:lnTo>
                  <a:pt x="87" y="403"/>
                </a:lnTo>
                <a:lnTo>
                  <a:pt x="87" y="404"/>
                </a:lnTo>
                <a:lnTo>
                  <a:pt x="86" y="404"/>
                </a:lnTo>
                <a:lnTo>
                  <a:pt x="87" y="404"/>
                </a:lnTo>
                <a:lnTo>
                  <a:pt x="87" y="405"/>
                </a:lnTo>
                <a:lnTo>
                  <a:pt x="88" y="405"/>
                </a:lnTo>
                <a:lnTo>
                  <a:pt x="88" y="406"/>
                </a:lnTo>
                <a:lnTo>
                  <a:pt x="87" y="406"/>
                </a:lnTo>
                <a:lnTo>
                  <a:pt x="87" y="407"/>
                </a:lnTo>
                <a:lnTo>
                  <a:pt x="88" y="407"/>
                </a:lnTo>
                <a:lnTo>
                  <a:pt x="89" y="408"/>
                </a:lnTo>
                <a:lnTo>
                  <a:pt x="89" y="409"/>
                </a:lnTo>
                <a:lnTo>
                  <a:pt x="88" y="409"/>
                </a:lnTo>
                <a:lnTo>
                  <a:pt x="88" y="410"/>
                </a:lnTo>
                <a:lnTo>
                  <a:pt x="87" y="410"/>
                </a:lnTo>
                <a:lnTo>
                  <a:pt x="87" y="411"/>
                </a:lnTo>
                <a:lnTo>
                  <a:pt x="86" y="411"/>
                </a:lnTo>
                <a:lnTo>
                  <a:pt x="86" y="412"/>
                </a:lnTo>
                <a:lnTo>
                  <a:pt x="85" y="412"/>
                </a:lnTo>
                <a:lnTo>
                  <a:pt x="85" y="413"/>
                </a:lnTo>
                <a:lnTo>
                  <a:pt x="84" y="413"/>
                </a:lnTo>
                <a:lnTo>
                  <a:pt x="83" y="413"/>
                </a:lnTo>
                <a:lnTo>
                  <a:pt x="82" y="413"/>
                </a:lnTo>
                <a:lnTo>
                  <a:pt x="82" y="414"/>
                </a:lnTo>
                <a:lnTo>
                  <a:pt x="82" y="415"/>
                </a:lnTo>
                <a:lnTo>
                  <a:pt x="81" y="415"/>
                </a:lnTo>
                <a:lnTo>
                  <a:pt x="80" y="415"/>
                </a:lnTo>
                <a:lnTo>
                  <a:pt x="80" y="416"/>
                </a:lnTo>
                <a:lnTo>
                  <a:pt x="81" y="416"/>
                </a:lnTo>
                <a:lnTo>
                  <a:pt x="81" y="417"/>
                </a:lnTo>
                <a:lnTo>
                  <a:pt x="81" y="418"/>
                </a:lnTo>
                <a:lnTo>
                  <a:pt x="82" y="418"/>
                </a:lnTo>
                <a:lnTo>
                  <a:pt x="81" y="418"/>
                </a:lnTo>
                <a:lnTo>
                  <a:pt x="81" y="419"/>
                </a:lnTo>
                <a:lnTo>
                  <a:pt x="82" y="419"/>
                </a:lnTo>
                <a:lnTo>
                  <a:pt x="82" y="420"/>
                </a:lnTo>
                <a:lnTo>
                  <a:pt x="81" y="420"/>
                </a:lnTo>
                <a:lnTo>
                  <a:pt x="81" y="421"/>
                </a:lnTo>
                <a:lnTo>
                  <a:pt x="80" y="421"/>
                </a:lnTo>
                <a:lnTo>
                  <a:pt x="80" y="422"/>
                </a:lnTo>
                <a:lnTo>
                  <a:pt x="80" y="423"/>
                </a:lnTo>
                <a:lnTo>
                  <a:pt x="80" y="424"/>
                </a:lnTo>
                <a:lnTo>
                  <a:pt x="81" y="424"/>
                </a:lnTo>
                <a:lnTo>
                  <a:pt x="82" y="425"/>
                </a:lnTo>
                <a:lnTo>
                  <a:pt x="81" y="425"/>
                </a:lnTo>
                <a:lnTo>
                  <a:pt x="82" y="425"/>
                </a:lnTo>
                <a:lnTo>
                  <a:pt x="82" y="426"/>
                </a:lnTo>
                <a:lnTo>
                  <a:pt x="80" y="426"/>
                </a:lnTo>
                <a:lnTo>
                  <a:pt x="80" y="425"/>
                </a:lnTo>
                <a:lnTo>
                  <a:pt x="79" y="426"/>
                </a:lnTo>
                <a:lnTo>
                  <a:pt x="78" y="426"/>
                </a:lnTo>
                <a:lnTo>
                  <a:pt x="78" y="427"/>
                </a:lnTo>
                <a:lnTo>
                  <a:pt x="78" y="426"/>
                </a:lnTo>
                <a:lnTo>
                  <a:pt x="77" y="426"/>
                </a:lnTo>
                <a:lnTo>
                  <a:pt x="77" y="425"/>
                </a:lnTo>
                <a:lnTo>
                  <a:pt x="76" y="424"/>
                </a:lnTo>
                <a:lnTo>
                  <a:pt x="76" y="423"/>
                </a:lnTo>
                <a:lnTo>
                  <a:pt x="77" y="423"/>
                </a:lnTo>
                <a:lnTo>
                  <a:pt x="76" y="423"/>
                </a:lnTo>
                <a:lnTo>
                  <a:pt x="75" y="423"/>
                </a:lnTo>
                <a:lnTo>
                  <a:pt x="75" y="422"/>
                </a:lnTo>
                <a:lnTo>
                  <a:pt x="74" y="422"/>
                </a:lnTo>
                <a:lnTo>
                  <a:pt x="73" y="421"/>
                </a:lnTo>
                <a:lnTo>
                  <a:pt x="72" y="421"/>
                </a:lnTo>
                <a:lnTo>
                  <a:pt x="72" y="420"/>
                </a:lnTo>
                <a:lnTo>
                  <a:pt x="71" y="420"/>
                </a:lnTo>
                <a:lnTo>
                  <a:pt x="71" y="421"/>
                </a:lnTo>
                <a:lnTo>
                  <a:pt x="70" y="421"/>
                </a:lnTo>
                <a:lnTo>
                  <a:pt x="69" y="421"/>
                </a:lnTo>
                <a:lnTo>
                  <a:pt x="69" y="420"/>
                </a:lnTo>
                <a:lnTo>
                  <a:pt x="68" y="419"/>
                </a:lnTo>
                <a:lnTo>
                  <a:pt x="68" y="418"/>
                </a:lnTo>
                <a:lnTo>
                  <a:pt x="67" y="418"/>
                </a:lnTo>
                <a:lnTo>
                  <a:pt x="67" y="417"/>
                </a:lnTo>
                <a:lnTo>
                  <a:pt x="67" y="416"/>
                </a:lnTo>
                <a:lnTo>
                  <a:pt x="67" y="415"/>
                </a:lnTo>
                <a:lnTo>
                  <a:pt x="67" y="414"/>
                </a:lnTo>
                <a:lnTo>
                  <a:pt x="67" y="413"/>
                </a:lnTo>
                <a:lnTo>
                  <a:pt x="68" y="413"/>
                </a:lnTo>
                <a:lnTo>
                  <a:pt x="68" y="412"/>
                </a:lnTo>
                <a:lnTo>
                  <a:pt x="69" y="411"/>
                </a:lnTo>
                <a:lnTo>
                  <a:pt x="69" y="410"/>
                </a:lnTo>
                <a:lnTo>
                  <a:pt x="68" y="410"/>
                </a:lnTo>
                <a:lnTo>
                  <a:pt x="68" y="409"/>
                </a:lnTo>
                <a:lnTo>
                  <a:pt x="67" y="409"/>
                </a:lnTo>
                <a:lnTo>
                  <a:pt x="66" y="409"/>
                </a:lnTo>
                <a:lnTo>
                  <a:pt x="66" y="408"/>
                </a:lnTo>
                <a:lnTo>
                  <a:pt x="67" y="407"/>
                </a:lnTo>
                <a:lnTo>
                  <a:pt x="67" y="406"/>
                </a:lnTo>
                <a:lnTo>
                  <a:pt x="66" y="406"/>
                </a:lnTo>
                <a:lnTo>
                  <a:pt x="67" y="405"/>
                </a:lnTo>
                <a:lnTo>
                  <a:pt x="67" y="404"/>
                </a:lnTo>
                <a:lnTo>
                  <a:pt x="67" y="403"/>
                </a:lnTo>
                <a:lnTo>
                  <a:pt x="66" y="403"/>
                </a:lnTo>
                <a:lnTo>
                  <a:pt x="67" y="402"/>
                </a:lnTo>
                <a:lnTo>
                  <a:pt x="67" y="401"/>
                </a:lnTo>
                <a:lnTo>
                  <a:pt x="66" y="401"/>
                </a:lnTo>
                <a:lnTo>
                  <a:pt x="66" y="400"/>
                </a:lnTo>
                <a:lnTo>
                  <a:pt x="65" y="400"/>
                </a:lnTo>
                <a:lnTo>
                  <a:pt x="65" y="399"/>
                </a:lnTo>
                <a:lnTo>
                  <a:pt x="64" y="399"/>
                </a:lnTo>
                <a:lnTo>
                  <a:pt x="64" y="398"/>
                </a:lnTo>
                <a:lnTo>
                  <a:pt x="63" y="398"/>
                </a:lnTo>
                <a:lnTo>
                  <a:pt x="62" y="397"/>
                </a:lnTo>
                <a:lnTo>
                  <a:pt x="61" y="397"/>
                </a:lnTo>
                <a:lnTo>
                  <a:pt x="61" y="398"/>
                </a:lnTo>
                <a:lnTo>
                  <a:pt x="60" y="398"/>
                </a:lnTo>
                <a:lnTo>
                  <a:pt x="60" y="399"/>
                </a:lnTo>
                <a:lnTo>
                  <a:pt x="59" y="399"/>
                </a:lnTo>
                <a:lnTo>
                  <a:pt x="59" y="400"/>
                </a:lnTo>
                <a:lnTo>
                  <a:pt x="60" y="400"/>
                </a:lnTo>
                <a:lnTo>
                  <a:pt x="60" y="401"/>
                </a:lnTo>
                <a:lnTo>
                  <a:pt x="58" y="401"/>
                </a:lnTo>
                <a:lnTo>
                  <a:pt x="57" y="402"/>
                </a:lnTo>
                <a:lnTo>
                  <a:pt x="57" y="401"/>
                </a:lnTo>
                <a:lnTo>
                  <a:pt x="56" y="401"/>
                </a:lnTo>
                <a:lnTo>
                  <a:pt x="56" y="402"/>
                </a:lnTo>
                <a:lnTo>
                  <a:pt x="55" y="402"/>
                </a:lnTo>
                <a:lnTo>
                  <a:pt x="56" y="403"/>
                </a:lnTo>
                <a:lnTo>
                  <a:pt x="56" y="404"/>
                </a:lnTo>
                <a:lnTo>
                  <a:pt x="55" y="404"/>
                </a:lnTo>
                <a:lnTo>
                  <a:pt x="54" y="405"/>
                </a:lnTo>
                <a:lnTo>
                  <a:pt x="53" y="405"/>
                </a:lnTo>
                <a:lnTo>
                  <a:pt x="53" y="404"/>
                </a:lnTo>
                <a:lnTo>
                  <a:pt x="52" y="404"/>
                </a:lnTo>
                <a:lnTo>
                  <a:pt x="51" y="405"/>
                </a:lnTo>
                <a:lnTo>
                  <a:pt x="49" y="405"/>
                </a:lnTo>
                <a:lnTo>
                  <a:pt x="49" y="404"/>
                </a:lnTo>
                <a:lnTo>
                  <a:pt x="50" y="403"/>
                </a:lnTo>
                <a:lnTo>
                  <a:pt x="49" y="403"/>
                </a:lnTo>
                <a:lnTo>
                  <a:pt x="50" y="403"/>
                </a:lnTo>
                <a:lnTo>
                  <a:pt x="50" y="402"/>
                </a:lnTo>
                <a:lnTo>
                  <a:pt x="50" y="401"/>
                </a:lnTo>
                <a:lnTo>
                  <a:pt x="50" y="400"/>
                </a:lnTo>
                <a:lnTo>
                  <a:pt x="50" y="399"/>
                </a:lnTo>
                <a:lnTo>
                  <a:pt x="51" y="399"/>
                </a:lnTo>
                <a:lnTo>
                  <a:pt x="51" y="398"/>
                </a:lnTo>
                <a:lnTo>
                  <a:pt x="51" y="397"/>
                </a:lnTo>
                <a:lnTo>
                  <a:pt x="51" y="396"/>
                </a:lnTo>
                <a:lnTo>
                  <a:pt x="52" y="396"/>
                </a:lnTo>
                <a:lnTo>
                  <a:pt x="51" y="396"/>
                </a:lnTo>
                <a:lnTo>
                  <a:pt x="51" y="395"/>
                </a:lnTo>
                <a:lnTo>
                  <a:pt x="51" y="394"/>
                </a:lnTo>
                <a:lnTo>
                  <a:pt x="50" y="394"/>
                </a:lnTo>
                <a:lnTo>
                  <a:pt x="49" y="394"/>
                </a:lnTo>
                <a:lnTo>
                  <a:pt x="48" y="394"/>
                </a:lnTo>
                <a:lnTo>
                  <a:pt x="48" y="393"/>
                </a:lnTo>
                <a:lnTo>
                  <a:pt x="47" y="393"/>
                </a:lnTo>
                <a:lnTo>
                  <a:pt x="47" y="394"/>
                </a:lnTo>
                <a:lnTo>
                  <a:pt x="46" y="393"/>
                </a:lnTo>
                <a:lnTo>
                  <a:pt x="46" y="392"/>
                </a:lnTo>
                <a:lnTo>
                  <a:pt x="45" y="392"/>
                </a:lnTo>
                <a:lnTo>
                  <a:pt x="45" y="391"/>
                </a:lnTo>
                <a:lnTo>
                  <a:pt x="45" y="390"/>
                </a:lnTo>
                <a:lnTo>
                  <a:pt x="44" y="390"/>
                </a:lnTo>
                <a:lnTo>
                  <a:pt x="45" y="389"/>
                </a:lnTo>
                <a:lnTo>
                  <a:pt x="45" y="388"/>
                </a:lnTo>
                <a:lnTo>
                  <a:pt x="46" y="388"/>
                </a:lnTo>
                <a:lnTo>
                  <a:pt x="46" y="387"/>
                </a:lnTo>
                <a:lnTo>
                  <a:pt x="46" y="386"/>
                </a:lnTo>
                <a:lnTo>
                  <a:pt x="47" y="386"/>
                </a:lnTo>
                <a:lnTo>
                  <a:pt x="46" y="386"/>
                </a:lnTo>
                <a:lnTo>
                  <a:pt x="46" y="385"/>
                </a:lnTo>
                <a:lnTo>
                  <a:pt x="47" y="385"/>
                </a:lnTo>
                <a:lnTo>
                  <a:pt x="47" y="384"/>
                </a:lnTo>
                <a:lnTo>
                  <a:pt x="46" y="384"/>
                </a:lnTo>
                <a:lnTo>
                  <a:pt x="46" y="383"/>
                </a:lnTo>
                <a:lnTo>
                  <a:pt x="46" y="382"/>
                </a:lnTo>
                <a:lnTo>
                  <a:pt x="47" y="381"/>
                </a:lnTo>
                <a:lnTo>
                  <a:pt x="49" y="380"/>
                </a:lnTo>
                <a:lnTo>
                  <a:pt x="48" y="379"/>
                </a:lnTo>
                <a:lnTo>
                  <a:pt x="48" y="378"/>
                </a:lnTo>
                <a:lnTo>
                  <a:pt x="48" y="377"/>
                </a:lnTo>
                <a:lnTo>
                  <a:pt x="47" y="377"/>
                </a:lnTo>
                <a:lnTo>
                  <a:pt x="48" y="377"/>
                </a:lnTo>
                <a:lnTo>
                  <a:pt x="47" y="377"/>
                </a:lnTo>
                <a:lnTo>
                  <a:pt x="46" y="378"/>
                </a:lnTo>
                <a:lnTo>
                  <a:pt x="45" y="377"/>
                </a:lnTo>
                <a:lnTo>
                  <a:pt x="44" y="377"/>
                </a:lnTo>
                <a:lnTo>
                  <a:pt x="45" y="377"/>
                </a:lnTo>
                <a:lnTo>
                  <a:pt x="45" y="376"/>
                </a:lnTo>
                <a:lnTo>
                  <a:pt x="45" y="377"/>
                </a:lnTo>
                <a:lnTo>
                  <a:pt x="46" y="377"/>
                </a:lnTo>
                <a:lnTo>
                  <a:pt x="46" y="376"/>
                </a:lnTo>
                <a:lnTo>
                  <a:pt x="45" y="376"/>
                </a:lnTo>
                <a:lnTo>
                  <a:pt x="46" y="376"/>
                </a:lnTo>
                <a:lnTo>
                  <a:pt x="46" y="375"/>
                </a:lnTo>
                <a:lnTo>
                  <a:pt x="47" y="374"/>
                </a:lnTo>
                <a:lnTo>
                  <a:pt x="46" y="373"/>
                </a:lnTo>
                <a:lnTo>
                  <a:pt x="45" y="373"/>
                </a:lnTo>
                <a:lnTo>
                  <a:pt x="45" y="372"/>
                </a:lnTo>
                <a:lnTo>
                  <a:pt x="45" y="373"/>
                </a:lnTo>
                <a:lnTo>
                  <a:pt x="44" y="373"/>
                </a:lnTo>
                <a:lnTo>
                  <a:pt x="43" y="372"/>
                </a:lnTo>
                <a:lnTo>
                  <a:pt x="43" y="371"/>
                </a:lnTo>
                <a:lnTo>
                  <a:pt x="42" y="371"/>
                </a:lnTo>
                <a:lnTo>
                  <a:pt x="42" y="372"/>
                </a:lnTo>
                <a:lnTo>
                  <a:pt x="41" y="372"/>
                </a:lnTo>
                <a:lnTo>
                  <a:pt x="41" y="371"/>
                </a:lnTo>
                <a:lnTo>
                  <a:pt x="42" y="370"/>
                </a:lnTo>
                <a:lnTo>
                  <a:pt x="41" y="370"/>
                </a:lnTo>
                <a:lnTo>
                  <a:pt x="41" y="371"/>
                </a:lnTo>
                <a:lnTo>
                  <a:pt x="41" y="372"/>
                </a:lnTo>
                <a:lnTo>
                  <a:pt x="40" y="372"/>
                </a:lnTo>
                <a:lnTo>
                  <a:pt x="40" y="373"/>
                </a:lnTo>
                <a:lnTo>
                  <a:pt x="41" y="373"/>
                </a:lnTo>
                <a:lnTo>
                  <a:pt x="41" y="374"/>
                </a:lnTo>
                <a:lnTo>
                  <a:pt x="40" y="374"/>
                </a:lnTo>
                <a:lnTo>
                  <a:pt x="40" y="373"/>
                </a:lnTo>
                <a:lnTo>
                  <a:pt x="39" y="373"/>
                </a:lnTo>
                <a:lnTo>
                  <a:pt x="38" y="373"/>
                </a:lnTo>
                <a:lnTo>
                  <a:pt x="37" y="373"/>
                </a:lnTo>
                <a:lnTo>
                  <a:pt x="37" y="372"/>
                </a:lnTo>
                <a:lnTo>
                  <a:pt x="38" y="372"/>
                </a:lnTo>
                <a:lnTo>
                  <a:pt x="38" y="371"/>
                </a:lnTo>
                <a:lnTo>
                  <a:pt x="38" y="370"/>
                </a:lnTo>
                <a:lnTo>
                  <a:pt x="37" y="369"/>
                </a:lnTo>
                <a:lnTo>
                  <a:pt x="38" y="368"/>
                </a:lnTo>
                <a:lnTo>
                  <a:pt x="37" y="368"/>
                </a:lnTo>
                <a:lnTo>
                  <a:pt x="37" y="367"/>
                </a:lnTo>
                <a:lnTo>
                  <a:pt x="36" y="367"/>
                </a:lnTo>
                <a:lnTo>
                  <a:pt x="35" y="367"/>
                </a:lnTo>
                <a:lnTo>
                  <a:pt x="34" y="368"/>
                </a:lnTo>
                <a:lnTo>
                  <a:pt x="35" y="369"/>
                </a:lnTo>
                <a:lnTo>
                  <a:pt x="35" y="368"/>
                </a:lnTo>
                <a:lnTo>
                  <a:pt x="36" y="368"/>
                </a:lnTo>
                <a:lnTo>
                  <a:pt x="36" y="369"/>
                </a:lnTo>
                <a:lnTo>
                  <a:pt x="37" y="369"/>
                </a:lnTo>
                <a:lnTo>
                  <a:pt x="37" y="370"/>
                </a:lnTo>
                <a:lnTo>
                  <a:pt x="36" y="370"/>
                </a:lnTo>
                <a:lnTo>
                  <a:pt x="36" y="371"/>
                </a:lnTo>
                <a:lnTo>
                  <a:pt x="37" y="371"/>
                </a:lnTo>
                <a:lnTo>
                  <a:pt x="37" y="372"/>
                </a:lnTo>
                <a:lnTo>
                  <a:pt x="36" y="372"/>
                </a:lnTo>
                <a:lnTo>
                  <a:pt x="36" y="371"/>
                </a:lnTo>
                <a:lnTo>
                  <a:pt x="36" y="370"/>
                </a:lnTo>
                <a:lnTo>
                  <a:pt x="35" y="371"/>
                </a:lnTo>
                <a:lnTo>
                  <a:pt x="36" y="373"/>
                </a:lnTo>
                <a:lnTo>
                  <a:pt x="35" y="373"/>
                </a:lnTo>
                <a:lnTo>
                  <a:pt x="35" y="372"/>
                </a:lnTo>
                <a:lnTo>
                  <a:pt x="34" y="372"/>
                </a:lnTo>
                <a:lnTo>
                  <a:pt x="34" y="371"/>
                </a:lnTo>
                <a:lnTo>
                  <a:pt x="33" y="370"/>
                </a:lnTo>
                <a:lnTo>
                  <a:pt x="32" y="369"/>
                </a:lnTo>
                <a:lnTo>
                  <a:pt x="31" y="369"/>
                </a:lnTo>
                <a:lnTo>
                  <a:pt x="30" y="369"/>
                </a:lnTo>
                <a:lnTo>
                  <a:pt x="30" y="368"/>
                </a:lnTo>
                <a:lnTo>
                  <a:pt x="31" y="368"/>
                </a:lnTo>
                <a:lnTo>
                  <a:pt x="31" y="367"/>
                </a:lnTo>
                <a:lnTo>
                  <a:pt x="30" y="367"/>
                </a:lnTo>
                <a:lnTo>
                  <a:pt x="29" y="367"/>
                </a:lnTo>
                <a:lnTo>
                  <a:pt x="28" y="367"/>
                </a:lnTo>
                <a:lnTo>
                  <a:pt x="29" y="367"/>
                </a:lnTo>
                <a:lnTo>
                  <a:pt x="29" y="366"/>
                </a:lnTo>
                <a:lnTo>
                  <a:pt x="29" y="365"/>
                </a:lnTo>
                <a:lnTo>
                  <a:pt x="28" y="365"/>
                </a:lnTo>
                <a:lnTo>
                  <a:pt x="28" y="364"/>
                </a:lnTo>
                <a:lnTo>
                  <a:pt x="28" y="363"/>
                </a:lnTo>
                <a:lnTo>
                  <a:pt x="28" y="362"/>
                </a:lnTo>
                <a:lnTo>
                  <a:pt x="28" y="361"/>
                </a:lnTo>
                <a:lnTo>
                  <a:pt x="27" y="361"/>
                </a:lnTo>
                <a:lnTo>
                  <a:pt x="28" y="360"/>
                </a:lnTo>
                <a:lnTo>
                  <a:pt x="28" y="359"/>
                </a:lnTo>
                <a:lnTo>
                  <a:pt x="28" y="358"/>
                </a:lnTo>
                <a:lnTo>
                  <a:pt x="28" y="357"/>
                </a:lnTo>
                <a:lnTo>
                  <a:pt x="28" y="356"/>
                </a:lnTo>
                <a:lnTo>
                  <a:pt x="27" y="356"/>
                </a:lnTo>
                <a:lnTo>
                  <a:pt x="27" y="355"/>
                </a:lnTo>
                <a:lnTo>
                  <a:pt x="26" y="355"/>
                </a:lnTo>
                <a:lnTo>
                  <a:pt x="26" y="354"/>
                </a:lnTo>
                <a:lnTo>
                  <a:pt x="26" y="355"/>
                </a:lnTo>
                <a:lnTo>
                  <a:pt x="27" y="354"/>
                </a:lnTo>
                <a:lnTo>
                  <a:pt x="27" y="353"/>
                </a:lnTo>
                <a:lnTo>
                  <a:pt x="27" y="354"/>
                </a:lnTo>
                <a:lnTo>
                  <a:pt x="27" y="353"/>
                </a:lnTo>
                <a:lnTo>
                  <a:pt x="26" y="353"/>
                </a:lnTo>
                <a:lnTo>
                  <a:pt x="27" y="353"/>
                </a:lnTo>
                <a:lnTo>
                  <a:pt x="27" y="352"/>
                </a:lnTo>
                <a:lnTo>
                  <a:pt x="26" y="352"/>
                </a:lnTo>
                <a:lnTo>
                  <a:pt x="26" y="351"/>
                </a:lnTo>
                <a:lnTo>
                  <a:pt x="25" y="351"/>
                </a:lnTo>
                <a:lnTo>
                  <a:pt x="24" y="351"/>
                </a:lnTo>
                <a:lnTo>
                  <a:pt x="24" y="350"/>
                </a:lnTo>
                <a:lnTo>
                  <a:pt x="23" y="350"/>
                </a:lnTo>
                <a:lnTo>
                  <a:pt x="22" y="350"/>
                </a:lnTo>
                <a:lnTo>
                  <a:pt x="21" y="350"/>
                </a:lnTo>
                <a:lnTo>
                  <a:pt x="20" y="350"/>
                </a:lnTo>
                <a:lnTo>
                  <a:pt x="20" y="351"/>
                </a:lnTo>
                <a:lnTo>
                  <a:pt x="19" y="352"/>
                </a:lnTo>
                <a:lnTo>
                  <a:pt x="19" y="353"/>
                </a:lnTo>
                <a:lnTo>
                  <a:pt x="18" y="354"/>
                </a:lnTo>
                <a:lnTo>
                  <a:pt x="17" y="355"/>
                </a:lnTo>
                <a:lnTo>
                  <a:pt x="16" y="355"/>
                </a:lnTo>
                <a:lnTo>
                  <a:pt x="16" y="356"/>
                </a:lnTo>
                <a:lnTo>
                  <a:pt x="15" y="356"/>
                </a:lnTo>
                <a:lnTo>
                  <a:pt x="15" y="357"/>
                </a:lnTo>
                <a:lnTo>
                  <a:pt x="15" y="358"/>
                </a:lnTo>
                <a:lnTo>
                  <a:pt x="14" y="358"/>
                </a:lnTo>
                <a:lnTo>
                  <a:pt x="14" y="359"/>
                </a:lnTo>
                <a:lnTo>
                  <a:pt x="14" y="360"/>
                </a:lnTo>
                <a:lnTo>
                  <a:pt x="13" y="360"/>
                </a:lnTo>
                <a:lnTo>
                  <a:pt x="14" y="360"/>
                </a:lnTo>
                <a:lnTo>
                  <a:pt x="14" y="361"/>
                </a:lnTo>
                <a:lnTo>
                  <a:pt x="15" y="361"/>
                </a:lnTo>
                <a:lnTo>
                  <a:pt x="16" y="361"/>
                </a:lnTo>
                <a:lnTo>
                  <a:pt x="16" y="362"/>
                </a:lnTo>
                <a:lnTo>
                  <a:pt x="16" y="363"/>
                </a:lnTo>
                <a:lnTo>
                  <a:pt x="15" y="363"/>
                </a:lnTo>
                <a:lnTo>
                  <a:pt x="15" y="362"/>
                </a:lnTo>
                <a:lnTo>
                  <a:pt x="15" y="363"/>
                </a:lnTo>
                <a:lnTo>
                  <a:pt x="14" y="363"/>
                </a:lnTo>
                <a:lnTo>
                  <a:pt x="13" y="363"/>
                </a:lnTo>
                <a:lnTo>
                  <a:pt x="12" y="363"/>
                </a:lnTo>
                <a:lnTo>
                  <a:pt x="11" y="363"/>
                </a:lnTo>
                <a:lnTo>
                  <a:pt x="11" y="364"/>
                </a:lnTo>
                <a:lnTo>
                  <a:pt x="12" y="364"/>
                </a:lnTo>
                <a:lnTo>
                  <a:pt x="13" y="364"/>
                </a:lnTo>
                <a:lnTo>
                  <a:pt x="13" y="365"/>
                </a:lnTo>
                <a:lnTo>
                  <a:pt x="12" y="365"/>
                </a:lnTo>
                <a:lnTo>
                  <a:pt x="12" y="366"/>
                </a:lnTo>
                <a:lnTo>
                  <a:pt x="11" y="365"/>
                </a:lnTo>
                <a:lnTo>
                  <a:pt x="10" y="365"/>
                </a:lnTo>
                <a:lnTo>
                  <a:pt x="10" y="364"/>
                </a:lnTo>
                <a:lnTo>
                  <a:pt x="9" y="364"/>
                </a:lnTo>
                <a:lnTo>
                  <a:pt x="9" y="363"/>
                </a:lnTo>
                <a:lnTo>
                  <a:pt x="8" y="363"/>
                </a:lnTo>
                <a:lnTo>
                  <a:pt x="6" y="363"/>
                </a:lnTo>
                <a:lnTo>
                  <a:pt x="6" y="362"/>
                </a:lnTo>
                <a:lnTo>
                  <a:pt x="6" y="361"/>
                </a:lnTo>
                <a:lnTo>
                  <a:pt x="7" y="360"/>
                </a:lnTo>
                <a:lnTo>
                  <a:pt x="7" y="359"/>
                </a:lnTo>
                <a:lnTo>
                  <a:pt x="6" y="359"/>
                </a:lnTo>
                <a:lnTo>
                  <a:pt x="5" y="359"/>
                </a:lnTo>
                <a:lnTo>
                  <a:pt x="4" y="359"/>
                </a:lnTo>
                <a:lnTo>
                  <a:pt x="4" y="358"/>
                </a:lnTo>
                <a:lnTo>
                  <a:pt x="4" y="357"/>
                </a:lnTo>
                <a:lnTo>
                  <a:pt x="5" y="356"/>
                </a:lnTo>
                <a:lnTo>
                  <a:pt x="5" y="355"/>
                </a:lnTo>
                <a:lnTo>
                  <a:pt x="4" y="355"/>
                </a:lnTo>
                <a:lnTo>
                  <a:pt x="3" y="354"/>
                </a:lnTo>
                <a:lnTo>
                  <a:pt x="3" y="353"/>
                </a:lnTo>
                <a:lnTo>
                  <a:pt x="2" y="353"/>
                </a:lnTo>
                <a:lnTo>
                  <a:pt x="2" y="354"/>
                </a:lnTo>
                <a:lnTo>
                  <a:pt x="2" y="355"/>
                </a:lnTo>
                <a:lnTo>
                  <a:pt x="1" y="355"/>
                </a:lnTo>
                <a:lnTo>
                  <a:pt x="0" y="355"/>
                </a:lnTo>
                <a:lnTo>
                  <a:pt x="0" y="354"/>
                </a:lnTo>
                <a:lnTo>
                  <a:pt x="0" y="353"/>
                </a:lnTo>
                <a:lnTo>
                  <a:pt x="0" y="352"/>
                </a:lnTo>
                <a:lnTo>
                  <a:pt x="1" y="351"/>
                </a:lnTo>
                <a:lnTo>
                  <a:pt x="1" y="350"/>
                </a:lnTo>
                <a:lnTo>
                  <a:pt x="2" y="350"/>
                </a:lnTo>
                <a:lnTo>
                  <a:pt x="3" y="351"/>
                </a:lnTo>
                <a:lnTo>
                  <a:pt x="4" y="350"/>
                </a:lnTo>
                <a:lnTo>
                  <a:pt x="5" y="349"/>
                </a:lnTo>
                <a:lnTo>
                  <a:pt x="5" y="348"/>
                </a:lnTo>
                <a:lnTo>
                  <a:pt x="6" y="348"/>
                </a:lnTo>
                <a:lnTo>
                  <a:pt x="6" y="349"/>
                </a:lnTo>
                <a:lnTo>
                  <a:pt x="7" y="349"/>
                </a:lnTo>
                <a:lnTo>
                  <a:pt x="8" y="349"/>
                </a:lnTo>
                <a:lnTo>
                  <a:pt x="8" y="350"/>
                </a:lnTo>
                <a:lnTo>
                  <a:pt x="9" y="350"/>
                </a:lnTo>
                <a:lnTo>
                  <a:pt x="10" y="350"/>
                </a:lnTo>
                <a:lnTo>
                  <a:pt x="10" y="349"/>
                </a:lnTo>
                <a:lnTo>
                  <a:pt x="11" y="350"/>
                </a:lnTo>
                <a:lnTo>
                  <a:pt x="11" y="349"/>
                </a:lnTo>
                <a:lnTo>
                  <a:pt x="12" y="349"/>
                </a:lnTo>
                <a:lnTo>
                  <a:pt x="12" y="348"/>
                </a:lnTo>
                <a:lnTo>
                  <a:pt x="13" y="349"/>
                </a:lnTo>
                <a:lnTo>
                  <a:pt x="13" y="350"/>
                </a:lnTo>
                <a:lnTo>
                  <a:pt x="14" y="350"/>
                </a:lnTo>
                <a:lnTo>
                  <a:pt x="14" y="349"/>
                </a:lnTo>
                <a:lnTo>
                  <a:pt x="13" y="349"/>
                </a:lnTo>
                <a:lnTo>
                  <a:pt x="13" y="348"/>
                </a:lnTo>
                <a:lnTo>
                  <a:pt x="13" y="347"/>
                </a:lnTo>
                <a:lnTo>
                  <a:pt x="14" y="347"/>
                </a:lnTo>
                <a:lnTo>
                  <a:pt x="14" y="346"/>
                </a:lnTo>
                <a:lnTo>
                  <a:pt x="14" y="345"/>
                </a:lnTo>
                <a:lnTo>
                  <a:pt x="14" y="344"/>
                </a:lnTo>
                <a:lnTo>
                  <a:pt x="13" y="344"/>
                </a:lnTo>
                <a:lnTo>
                  <a:pt x="13" y="343"/>
                </a:lnTo>
                <a:lnTo>
                  <a:pt x="14" y="342"/>
                </a:lnTo>
                <a:lnTo>
                  <a:pt x="14" y="341"/>
                </a:lnTo>
                <a:lnTo>
                  <a:pt x="14" y="340"/>
                </a:lnTo>
                <a:lnTo>
                  <a:pt x="15" y="340"/>
                </a:lnTo>
                <a:lnTo>
                  <a:pt x="15" y="339"/>
                </a:lnTo>
                <a:lnTo>
                  <a:pt x="15" y="338"/>
                </a:lnTo>
                <a:lnTo>
                  <a:pt x="15" y="337"/>
                </a:lnTo>
                <a:lnTo>
                  <a:pt x="16" y="337"/>
                </a:lnTo>
                <a:lnTo>
                  <a:pt x="16" y="338"/>
                </a:lnTo>
                <a:lnTo>
                  <a:pt x="15" y="337"/>
                </a:lnTo>
                <a:lnTo>
                  <a:pt x="15" y="336"/>
                </a:lnTo>
                <a:lnTo>
                  <a:pt x="14" y="336"/>
                </a:lnTo>
                <a:lnTo>
                  <a:pt x="14" y="335"/>
                </a:lnTo>
                <a:lnTo>
                  <a:pt x="14" y="332"/>
                </a:lnTo>
                <a:lnTo>
                  <a:pt x="14" y="331"/>
                </a:lnTo>
                <a:lnTo>
                  <a:pt x="15" y="331"/>
                </a:lnTo>
                <a:lnTo>
                  <a:pt x="14" y="330"/>
                </a:lnTo>
                <a:lnTo>
                  <a:pt x="13" y="330"/>
                </a:lnTo>
                <a:lnTo>
                  <a:pt x="13" y="331"/>
                </a:lnTo>
                <a:lnTo>
                  <a:pt x="13" y="330"/>
                </a:lnTo>
                <a:lnTo>
                  <a:pt x="13" y="329"/>
                </a:lnTo>
                <a:lnTo>
                  <a:pt x="14" y="329"/>
                </a:lnTo>
                <a:lnTo>
                  <a:pt x="14" y="328"/>
                </a:lnTo>
                <a:lnTo>
                  <a:pt x="14" y="329"/>
                </a:lnTo>
                <a:lnTo>
                  <a:pt x="14" y="328"/>
                </a:lnTo>
                <a:lnTo>
                  <a:pt x="15" y="327"/>
                </a:lnTo>
                <a:lnTo>
                  <a:pt x="15" y="326"/>
                </a:lnTo>
                <a:lnTo>
                  <a:pt x="16" y="325"/>
                </a:lnTo>
                <a:lnTo>
                  <a:pt x="16" y="324"/>
                </a:lnTo>
                <a:lnTo>
                  <a:pt x="17" y="323"/>
                </a:lnTo>
                <a:lnTo>
                  <a:pt x="17" y="321"/>
                </a:lnTo>
                <a:lnTo>
                  <a:pt x="18" y="320"/>
                </a:lnTo>
                <a:lnTo>
                  <a:pt x="17" y="319"/>
                </a:lnTo>
                <a:lnTo>
                  <a:pt x="16" y="319"/>
                </a:lnTo>
                <a:lnTo>
                  <a:pt x="17" y="318"/>
                </a:lnTo>
                <a:lnTo>
                  <a:pt x="17" y="317"/>
                </a:lnTo>
                <a:lnTo>
                  <a:pt x="17" y="316"/>
                </a:lnTo>
                <a:lnTo>
                  <a:pt x="17" y="315"/>
                </a:lnTo>
                <a:lnTo>
                  <a:pt x="17" y="314"/>
                </a:lnTo>
                <a:lnTo>
                  <a:pt x="18" y="314"/>
                </a:lnTo>
                <a:lnTo>
                  <a:pt x="18" y="313"/>
                </a:lnTo>
                <a:lnTo>
                  <a:pt x="18" y="312"/>
                </a:lnTo>
                <a:lnTo>
                  <a:pt x="18" y="311"/>
                </a:lnTo>
                <a:lnTo>
                  <a:pt x="19" y="310"/>
                </a:lnTo>
                <a:lnTo>
                  <a:pt x="18" y="310"/>
                </a:lnTo>
                <a:lnTo>
                  <a:pt x="17" y="310"/>
                </a:lnTo>
                <a:lnTo>
                  <a:pt x="17" y="309"/>
                </a:lnTo>
                <a:lnTo>
                  <a:pt x="16" y="309"/>
                </a:lnTo>
                <a:lnTo>
                  <a:pt x="16" y="308"/>
                </a:lnTo>
                <a:lnTo>
                  <a:pt x="15" y="307"/>
                </a:lnTo>
                <a:lnTo>
                  <a:pt x="15" y="308"/>
                </a:lnTo>
                <a:lnTo>
                  <a:pt x="15" y="307"/>
                </a:lnTo>
                <a:lnTo>
                  <a:pt x="15" y="306"/>
                </a:lnTo>
                <a:lnTo>
                  <a:pt x="14" y="306"/>
                </a:lnTo>
                <a:lnTo>
                  <a:pt x="14" y="305"/>
                </a:lnTo>
                <a:lnTo>
                  <a:pt x="14" y="304"/>
                </a:lnTo>
                <a:lnTo>
                  <a:pt x="13" y="304"/>
                </a:lnTo>
                <a:lnTo>
                  <a:pt x="12" y="304"/>
                </a:lnTo>
                <a:lnTo>
                  <a:pt x="11" y="304"/>
                </a:lnTo>
                <a:lnTo>
                  <a:pt x="11" y="303"/>
                </a:lnTo>
                <a:lnTo>
                  <a:pt x="11" y="302"/>
                </a:lnTo>
                <a:lnTo>
                  <a:pt x="10" y="301"/>
                </a:lnTo>
                <a:lnTo>
                  <a:pt x="9" y="301"/>
                </a:lnTo>
                <a:lnTo>
                  <a:pt x="8" y="300"/>
                </a:lnTo>
                <a:lnTo>
                  <a:pt x="8" y="299"/>
                </a:lnTo>
                <a:lnTo>
                  <a:pt x="7" y="300"/>
                </a:lnTo>
                <a:lnTo>
                  <a:pt x="6" y="300"/>
                </a:lnTo>
                <a:lnTo>
                  <a:pt x="5" y="300"/>
                </a:lnTo>
                <a:lnTo>
                  <a:pt x="5" y="299"/>
                </a:lnTo>
                <a:lnTo>
                  <a:pt x="5" y="298"/>
                </a:lnTo>
                <a:lnTo>
                  <a:pt x="4" y="298"/>
                </a:lnTo>
                <a:lnTo>
                  <a:pt x="3" y="298"/>
                </a:lnTo>
                <a:lnTo>
                  <a:pt x="3" y="297"/>
                </a:lnTo>
                <a:lnTo>
                  <a:pt x="2" y="296"/>
                </a:lnTo>
                <a:lnTo>
                  <a:pt x="3" y="296"/>
                </a:lnTo>
                <a:lnTo>
                  <a:pt x="4" y="296"/>
                </a:lnTo>
                <a:lnTo>
                  <a:pt x="5" y="296"/>
                </a:lnTo>
                <a:lnTo>
                  <a:pt x="5" y="295"/>
                </a:lnTo>
                <a:lnTo>
                  <a:pt x="4" y="294"/>
                </a:lnTo>
                <a:lnTo>
                  <a:pt x="5" y="294"/>
                </a:lnTo>
                <a:lnTo>
                  <a:pt x="5" y="293"/>
                </a:lnTo>
                <a:lnTo>
                  <a:pt x="5" y="292"/>
                </a:lnTo>
                <a:lnTo>
                  <a:pt x="4" y="292"/>
                </a:lnTo>
                <a:lnTo>
                  <a:pt x="4" y="291"/>
                </a:lnTo>
                <a:lnTo>
                  <a:pt x="4" y="290"/>
                </a:lnTo>
                <a:lnTo>
                  <a:pt x="5" y="290"/>
                </a:lnTo>
                <a:lnTo>
                  <a:pt x="4" y="290"/>
                </a:lnTo>
                <a:lnTo>
                  <a:pt x="4" y="289"/>
                </a:lnTo>
                <a:lnTo>
                  <a:pt x="4" y="288"/>
                </a:lnTo>
                <a:lnTo>
                  <a:pt x="4" y="287"/>
                </a:lnTo>
                <a:lnTo>
                  <a:pt x="5" y="286"/>
                </a:lnTo>
                <a:lnTo>
                  <a:pt x="6" y="286"/>
                </a:lnTo>
                <a:lnTo>
                  <a:pt x="7" y="286"/>
                </a:lnTo>
                <a:lnTo>
                  <a:pt x="7" y="285"/>
                </a:lnTo>
                <a:lnTo>
                  <a:pt x="8" y="285"/>
                </a:lnTo>
                <a:lnTo>
                  <a:pt x="8" y="286"/>
                </a:lnTo>
                <a:lnTo>
                  <a:pt x="9" y="287"/>
                </a:lnTo>
                <a:lnTo>
                  <a:pt x="9" y="286"/>
                </a:lnTo>
                <a:lnTo>
                  <a:pt x="10" y="286"/>
                </a:lnTo>
                <a:lnTo>
                  <a:pt x="10" y="285"/>
                </a:lnTo>
                <a:lnTo>
                  <a:pt x="11" y="285"/>
                </a:lnTo>
                <a:lnTo>
                  <a:pt x="13" y="285"/>
                </a:lnTo>
                <a:lnTo>
                  <a:pt x="14" y="286"/>
                </a:lnTo>
                <a:lnTo>
                  <a:pt x="15" y="286"/>
                </a:lnTo>
                <a:lnTo>
                  <a:pt x="16" y="286"/>
                </a:lnTo>
                <a:lnTo>
                  <a:pt x="16" y="287"/>
                </a:lnTo>
                <a:lnTo>
                  <a:pt x="17" y="287"/>
                </a:lnTo>
                <a:lnTo>
                  <a:pt x="17" y="288"/>
                </a:lnTo>
                <a:lnTo>
                  <a:pt x="18" y="288"/>
                </a:lnTo>
                <a:lnTo>
                  <a:pt x="18" y="287"/>
                </a:lnTo>
                <a:lnTo>
                  <a:pt x="19" y="287"/>
                </a:lnTo>
                <a:lnTo>
                  <a:pt x="19" y="286"/>
                </a:lnTo>
                <a:lnTo>
                  <a:pt x="20" y="286"/>
                </a:lnTo>
                <a:lnTo>
                  <a:pt x="20" y="285"/>
                </a:lnTo>
                <a:lnTo>
                  <a:pt x="21" y="285"/>
                </a:lnTo>
                <a:lnTo>
                  <a:pt x="22" y="284"/>
                </a:lnTo>
                <a:lnTo>
                  <a:pt x="21" y="284"/>
                </a:lnTo>
                <a:lnTo>
                  <a:pt x="22" y="284"/>
                </a:lnTo>
                <a:lnTo>
                  <a:pt x="22" y="283"/>
                </a:lnTo>
                <a:lnTo>
                  <a:pt x="23" y="283"/>
                </a:lnTo>
                <a:lnTo>
                  <a:pt x="22" y="283"/>
                </a:lnTo>
                <a:lnTo>
                  <a:pt x="22" y="282"/>
                </a:lnTo>
                <a:lnTo>
                  <a:pt x="23" y="282"/>
                </a:lnTo>
                <a:lnTo>
                  <a:pt x="24" y="282"/>
                </a:lnTo>
                <a:lnTo>
                  <a:pt x="24" y="281"/>
                </a:lnTo>
                <a:lnTo>
                  <a:pt x="24" y="282"/>
                </a:lnTo>
                <a:lnTo>
                  <a:pt x="24" y="283"/>
                </a:lnTo>
                <a:lnTo>
                  <a:pt x="25" y="283"/>
                </a:lnTo>
                <a:lnTo>
                  <a:pt x="25" y="282"/>
                </a:lnTo>
                <a:lnTo>
                  <a:pt x="24" y="282"/>
                </a:lnTo>
                <a:lnTo>
                  <a:pt x="25" y="281"/>
                </a:lnTo>
                <a:lnTo>
                  <a:pt x="25" y="280"/>
                </a:lnTo>
                <a:lnTo>
                  <a:pt x="25" y="279"/>
                </a:lnTo>
                <a:lnTo>
                  <a:pt x="25" y="278"/>
                </a:lnTo>
                <a:lnTo>
                  <a:pt x="24" y="278"/>
                </a:lnTo>
                <a:lnTo>
                  <a:pt x="24" y="277"/>
                </a:lnTo>
                <a:lnTo>
                  <a:pt x="25" y="277"/>
                </a:lnTo>
                <a:lnTo>
                  <a:pt x="25" y="276"/>
                </a:lnTo>
                <a:lnTo>
                  <a:pt x="26" y="276"/>
                </a:lnTo>
                <a:lnTo>
                  <a:pt x="27" y="276"/>
                </a:lnTo>
                <a:lnTo>
                  <a:pt x="29" y="276"/>
                </a:lnTo>
                <a:lnTo>
                  <a:pt x="29" y="277"/>
                </a:lnTo>
                <a:lnTo>
                  <a:pt x="29" y="278"/>
                </a:lnTo>
                <a:lnTo>
                  <a:pt x="30" y="279"/>
                </a:lnTo>
                <a:lnTo>
                  <a:pt x="29" y="279"/>
                </a:lnTo>
                <a:lnTo>
                  <a:pt x="29" y="280"/>
                </a:lnTo>
                <a:lnTo>
                  <a:pt x="30" y="280"/>
                </a:lnTo>
                <a:lnTo>
                  <a:pt x="30" y="281"/>
                </a:lnTo>
                <a:lnTo>
                  <a:pt x="31" y="281"/>
                </a:lnTo>
                <a:lnTo>
                  <a:pt x="31" y="282"/>
                </a:lnTo>
                <a:lnTo>
                  <a:pt x="31" y="283"/>
                </a:lnTo>
                <a:lnTo>
                  <a:pt x="32" y="283"/>
                </a:lnTo>
                <a:lnTo>
                  <a:pt x="32" y="284"/>
                </a:lnTo>
                <a:lnTo>
                  <a:pt x="33" y="285"/>
                </a:lnTo>
                <a:lnTo>
                  <a:pt x="34" y="285"/>
                </a:lnTo>
                <a:lnTo>
                  <a:pt x="35" y="285"/>
                </a:lnTo>
                <a:lnTo>
                  <a:pt x="34" y="285"/>
                </a:lnTo>
                <a:lnTo>
                  <a:pt x="35" y="285"/>
                </a:lnTo>
                <a:lnTo>
                  <a:pt x="35" y="284"/>
                </a:lnTo>
                <a:lnTo>
                  <a:pt x="36" y="284"/>
                </a:lnTo>
                <a:lnTo>
                  <a:pt x="36" y="285"/>
                </a:lnTo>
                <a:lnTo>
                  <a:pt x="37" y="284"/>
                </a:lnTo>
                <a:lnTo>
                  <a:pt x="37" y="283"/>
                </a:lnTo>
                <a:lnTo>
                  <a:pt x="38" y="283"/>
                </a:lnTo>
                <a:lnTo>
                  <a:pt x="38" y="284"/>
                </a:lnTo>
                <a:lnTo>
                  <a:pt x="39" y="284"/>
                </a:lnTo>
                <a:lnTo>
                  <a:pt x="39" y="285"/>
                </a:lnTo>
                <a:lnTo>
                  <a:pt x="39" y="286"/>
                </a:lnTo>
                <a:lnTo>
                  <a:pt x="40" y="285"/>
                </a:lnTo>
                <a:lnTo>
                  <a:pt x="41" y="285"/>
                </a:lnTo>
                <a:lnTo>
                  <a:pt x="42" y="285"/>
                </a:lnTo>
                <a:lnTo>
                  <a:pt x="43" y="284"/>
                </a:lnTo>
                <a:lnTo>
                  <a:pt x="44" y="283"/>
                </a:lnTo>
                <a:lnTo>
                  <a:pt x="44" y="282"/>
                </a:lnTo>
                <a:lnTo>
                  <a:pt x="45" y="281"/>
                </a:lnTo>
                <a:lnTo>
                  <a:pt x="46" y="281"/>
                </a:lnTo>
                <a:lnTo>
                  <a:pt x="46" y="280"/>
                </a:lnTo>
                <a:lnTo>
                  <a:pt x="46" y="279"/>
                </a:lnTo>
                <a:lnTo>
                  <a:pt x="47" y="279"/>
                </a:lnTo>
                <a:lnTo>
                  <a:pt x="47" y="278"/>
                </a:lnTo>
                <a:lnTo>
                  <a:pt x="48" y="277"/>
                </a:lnTo>
                <a:lnTo>
                  <a:pt x="49" y="277"/>
                </a:lnTo>
                <a:lnTo>
                  <a:pt x="49" y="276"/>
                </a:lnTo>
                <a:lnTo>
                  <a:pt x="50" y="275"/>
                </a:lnTo>
                <a:lnTo>
                  <a:pt x="51" y="275"/>
                </a:lnTo>
                <a:lnTo>
                  <a:pt x="52" y="274"/>
                </a:lnTo>
                <a:lnTo>
                  <a:pt x="52" y="273"/>
                </a:lnTo>
                <a:lnTo>
                  <a:pt x="53" y="273"/>
                </a:lnTo>
                <a:lnTo>
                  <a:pt x="53" y="272"/>
                </a:lnTo>
                <a:lnTo>
                  <a:pt x="54" y="272"/>
                </a:lnTo>
                <a:lnTo>
                  <a:pt x="55" y="272"/>
                </a:lnTo>
                <a:lnTo>
                  <a:pt x="56" y="272"/>
                </a:lnTo>
                <a:lnTo>
                  <a:pt x="56" y="271"/>
                </a:lnTo>
                <a:lnTo>
                  <a:pt x="57" y="271"/>
                </a:lnTo>
                <a:lnTo>
                  <a:pt x="57" y="272"/>
                </a:lnTo>
                <a:lnTo>
                  <a:pt x="58" y="271"/>
                </a:lnTo>
                <a:lnTo>
                  <a:pt x="59" y="270"/>
                </a:lnTo>
                <a:lnTo>
                  <a:pt x="60" y="269"/>
                </a:lnTo>
                <a:lnTo>
                  <a:pt x="61" y="269"/>
                </a:lnTo>
                <a:lnTo>
                  <a:pt x="61" y="270"/>
                </a:lnTo>
                <a:lnTo>
                  <a:pt x="62" y="270"/>
                </a:lnTo>
                <a:lnTo>
                  <a:pt x="63" y="270"/>
                </a:lnTo>
                <a:lnTo>
                  <a:pt x="64" y="270"/>
                </a:lnTo>
                <a:lnTo>
                  <a:pt x="65" y="270"/>
                </a:lnTo>
                <a:lnTo>
                  <a:pt x="67" y="270"/>
                </a:lnTo>
                <a:lnTo>
                  <a:pt x="67" y="271"/>
                </a:lnTo>
                <a:lnTo>
                  <a:pt x="68" y="271"/>
                </a:lnTo>
                <a:lnTo>
                  <a:pt x="68" y="272"/>
                </a:lnTo>
                <a:lnTo>
                  <a:pt x="67" y="272"/>
                </a:lnTo>
                <a:lnTo>
                  <a:pt x="67" y="273"/>
                </a:lnTo>
                <a:lnTo>
                  <a:pt x="66" y="274"/>
                </a:lnTo>
                <a:lnTo>
                  <a:pt x="66" y="273"/>
                </a:lnTo>
                <a:lnTo>
                  <a:pt x="65" y="274"/>
                </a:lnTo>
                <a:lnTo>
                  <a:pt x="64" y="274"/>
                </a:lnTo>
                <a:lnTo>
                  <a:pt x="64" y="275"/>
                </a:lnTo>
                <a:lnTo>
                  <a:pt x="65" y="275"/>
                </a:lnTo>
                <a:lnTo>
                  <a:pt x="65" y="276"/>
                </a:lnTo>
                <a:lnTo>
                  <a:pt x="65" y="277"/>
                </a:lnTo>
                <a:lnTo>
                  <a:pt x="65" y="278"/>
                </a:lnTo>
                <a:lnTo>
                  <a:pt x="66" y="278"/>
                </a:lnTo>
                <a:lnTo>
                  <a:pt x="66" y="279"/>
                </a:lnTo>
                <a:lnTo>
                  <a:pt x="67" y="279"/>
                </a:lnTo>
                <a:lnTo>
                  <a:pt x="67" y="280"/>
                </a:lnTo>
                <a:lnTo>
                  <a:pt x="67" y="281"/>
                </a:lnTo>
                <a:lnTo>
                  <a:pt x="68" y="281"/>
                </a:lnTo>
                <a:lnTo>
                  <a:pt x="68" y="282"/>
                </a:lnTo>
                <a:lnTo>
                  <a:pt x="69" y="282"/>
                </a:lnTo>
                <a:lnTo>
                  <a:pt x="69" y="281"/>
                </a:lnTo>
                <a:lnTo>
                  <a:pt x="69" y="282"/>
                </a:lnTo>
                <a:lnTo>
                  <a:pt x="69" y="283"/>
                </a:lnTo>
                <a:lnTo>
                  <a:pt x="70" y="283"/>
                </a:lnTo>
                <a:lnTo>
                  <a:pt x="70" y="282"/>
                </a:lnTo>
                <a:lnTo>
                  <a:pt x="71" y="282"/>
                </a:lnTo>
                <a:lnTo>
                  <a:pt x="71" y="281"/>
                </a:lnTo>
                <a:lnTo>
                  <a:pt x="72" y="280"/>
                </a:lnTo>
                <a:lnTo>
                  <a:pt x="73" y="280"/>
                </a:lnTo>
                <a:lnTo>
                  <a:pt x="74" y="280"/>
                </a:lnTo>
                <a:lnTo>
                  <a:pt x="75" y="279"/>
                </a:lnTo>
                <a:lnTo>
                  <a:pt x="75" y="278"/>
                </a:lnTo>
                <a:lnTo>
                  <a:pt x="76" y="279"/>
                </a:lnTo>
                <a:lnTo>
                  <a:pt x="76" y="278"/>
                </a:lnTo>
                <a:lnTo>
                  <a:pt x="77" y="278"/>
                </a:lnTo>
                <a:lnTo>
                  <a:pt x="78" y="277"/>
                </a:lnTo>
                <a:lnTo>
                  <a:pt x="79" y="277"/>
                </a:lnTo>
                <a:lnTo>
                  <a:pt x="79" y="276"/>
                </a:lnTo>
                <a:lnTo>
                  <a:pt x="78" y="276"/>
                </a:lnTo>
                <a:lnTo>
                  <a:pt x="78" y="277"/>
                </a:lnTo>
                <a:lnTo>
                  <a:pt x="77" y="277"/>
                </a:lnTo>
                <a:lnTo>
                  <a:pt x="77" y="276"/>
                </a:lnTo>
                <a:lnTo>
                  <a:pt x="78" y="276"/>
                </a:lnTo>
                <a:lnTo>
                  <a:pt x="79" y="275"/>
                </a:lnTo>
                <a:lnTo>
                  <a:pt x="80" y="275"/>
                </a:lnTo>
                <a:lnTo>
                  <a:pt x="80" y="274"/>
                </a:lnTo>
                <a:lnTo>
                  <a:pt x="82" y="274"/>
                </a:lnTo>
                <a:lnTo>
                  <a:pt x="82" y="273"/>
                </a:lnTo>
                <a:lnTo>
                  <a:pt x="83" y="272"/>
                </a:lnTo>
                <a:lnTo>
                  <a:pt x="83" y="271"/>
                </a:lnTo>
                <a:lnTo>
                  <a:pt x="84" y="271"/>
                </a:lnTo>
                <a:lnTo>
                  <a:pt x="84" y="272"/>
                </a:lnTo>
                <a:lnTo>
                  <a:pt x="84" y="273"/>
                </a:lnTo>
                <a:lnTo>
                  <a:pt x="85" y="273"/>
                </a:lnTo>
                <a:lnTo>
                  <a:pt x="85" y="274"/>
                </a:lnTo>
                <a:lnTo>
                  <a:pt x="85" y="273"/>
                </a:lnTo>
                <a:lnTo>
                  <a:pt x="86" y="273"/>
                </a:lnTo>
                <a:lnTo>
                  <a:pt x="86" y="274"/>
                </a:lnTo>
                <a:lnTo>
                  <a:pt x="85" y="274"/>
                </a:lnTo>
                <a:lnTo>
                  <a:pt x="84" y="275"/>
                </a:lnTo>
                <a:lnTo>
                  <a:pt x="85" y="275"/>
                </a:lnTo>
                <a:lnTo>
                  <a:pt x="86" y="275"/>
                </a:lnTo>
                <a:lnTo>
                  <a:pt x="87" y="276"/>
                </a:lnTo>
                <a:lnTo>
                  <a:pt x="88" y="277"/>
                </a:lnTo>
                <a:lnTo>
                  <a:pt x="88" y="278"/>
                </a:lnTo>
                <a:lnTo>
                  <a:pt x="89" y="278"/>
                </a:lnTo>
                <a:lnTo>
                  <a:pt x="89" y="279"/>
                </a:lnTo>
                <a:lnTo>
                  <a:pt x="89" y="280"/>
                </a:lnTo>
                <a:lnTo>
                  <a:pt x="88" y="280"/>
                </a:lnTo>
                <a:lnTo>
                  <a:pt x="88" y="281"/>
                </a:lnTo>
                <a:lnTo>
                  <a:pt x="88" y="282"/>
                </a:lnTo>
                <a:lnTo>
                  <a:pt x="87" y="282"/>
                </a:lnTo>
                <a:lnTo>
                  <a:pt x="87" y="283"/>
                </a:lnTo>
                <a:lnTo>
                  <a:pt x="87" y="284"/>
                </a:lnTo>
                <a:lnTo>
                  <a:pt x="87" y="285"/>
                </a:lnTo>
                <a:lnTo>
                  <a:pt x="88" y="285"/>
                </a:lnTo>
                <a:lnTo>
                  <a:pt x="88" y="286"/>
                </a:lnTo>
                <a:lnTo>
                  <a:pt x="89" y="286"/>
                </a:lnTo>
                <a:lnTo>
                  <a:pt x="89" y="285"/>
                </a:lnTo>
                <a:lnTo>
                  <a:pt x="90" y="285"/>
                </a:lnTo>
                <a:lnTo>
                  <a:pt x="90" y="284"/>
                </a:lnTo>
                <a:lnTo>
                  <a:pt x="91" y="283"/>
                </a:lnTo>
                <a:lnTo>
                  <a:pt x="91" y="282"/>
                </a:lnTo>
                <a:lnTo>
                  <a:pt x="92" y="282"/>
                </a:lnTo>
                <a:lnTo>
                  <a:pt x="92" y="281"/>
                </a:lnTo>
                <a:lnTo>
                  <a:pt x="93" y="280"/>
                </a:lnTo>
                <a:lnTo>
                  <a:pt x="94" y="279"/>
                </a:lnTo>
                <a:lnTo>
                  <a:pt x="94" y="278"/>
                </a:lnTo>
                <a:lnTo>
                  <a:pt x="95" y="278"/>
                </a:lnTo>
                <a:lnTo>
                  <a:pt x="95" y="276"/>
                </a:lnTo>
                <a:lnTo>
                  <a:pt x="96" y="275"/>
                </a:lnTo>
                <a:lnTo>
                  <a:pt x="97" y="275"/>
                </a:lnTo>
                <a:lnTo>
                  <a:pt x="97" y="274"/>
                </a:lnTo>
                <a:lnTo>
                  <a:pt x="97" y="273"/>
                </a:lnTo>
                <a:lnTo>
                  <a:pt x="98" y="273"/>
                </a:lnTo>
                <a:lnTo>
                  <a:pt x="99" y="273"/>
                </a:lnTo>
                <a:lnTo>
                  <a:pt x="99" y="272"/>
                </a:lnTo>
                <a:lnTo>
                  <a:pt x="100" y="272"/>
                </a:lnTo>
                <a:lnTo>
                  <a:pt x="100" y="271"/>
                </a:lnTo>
                <a:lnTo>
                  <a:pt x="101" y="271"/>
                </a:lnTo>
                <a:lnTo>
                  <a:pt x="101" y="270"/>
                </a:lnTo>
                <a:lnTo>
                  <a:pt x="103" y="269"/>
                </a:lnTo>
                <a:lnTo>
                  <a:pt x="104" y="269"/>
                </a:lnTo>
                <a:lnTo>
                  <a:pt x="104" y="268"/>
                </a:lnTo>
                <a:lnTo>
                  <a:pt x="105" y="268"/>
                </a:lnTo>
                <a:lnTo>
                  <a:pt x="105" y="269"/>
                </a:lnTo>
                <a:lnTo>
                  <a:pt x="105" y="270"/>
                </a:lnTo>
                <a:lnTo>
                  <a:pt x="105" y="271"/>
                </a:lnTo>
                <a:lnTo>
                  <a:pt x="106" y="271"/>
                </a:lnTo>
                <a:lnTo>
                  <a:pt x="106" y="270"/>
                </a:lnTo>
                <a:lnTo>
                  <a:pt x="107" y="270"/>
                </a:lnTo>
                <a:lnTo>
                  <a:pt x="108" y="270"/>
                </a:lnTo>
                <a:lnTo>
                  <a:pt x="109" y="269"/>
                </a:lnTo>
                <a:lnTo>
                  <a:pt x="109" y="268"/>
                </a:lnTo>
                <a:lnTo>
                  <a:pt x="109" y="267"/>
                </a:lnTo>
                <a:lnTo>
                  <a:pt x="109" y="266"/>
                </a:lnTo>
                <a:lnTo>
                  <a:pt x="109" y="265"/>
                </a:lnTo>
                <a:lnTo>
                  <a:pt x="110" y="265"/>
                </a:lnTo>
                <a:lnTo>
                  <a:pt x="111" y="265"/>
                </a:lnTo>
                <a:lnTo>
                  <a:pt x="112" y="264"/>
                </a:lnTo>
                <a:lnTo>
                  <a:pt x="113" y="264"/>
                </a:lnTo>
                <a:lnTo>
                  <a:pt x="114" y="263"/>
                </a:lnTo>
                <a:lnTo>
                  <a:pt x="115" y="263"/>
                </a:lnTo>
                <a:lnTo>
                  <a:pt x="115" y="262"/>
                </a:lnTo>
                <a:lnTo>
                  <a:pt x="116" y="262"/>
                </a:lnTo>
                <a:lnTo>
                  <a:pt x="116" y="261"/>
                </a:lnTo>
                <a:lnTo>
                  <a:pt x="116" y="260"/>
                </a:lnTo>
                <a:lnTo>
                  <a:pt x="116" y="259"/>
                </a:lnTo>
                <a:lnTo>
                  <a:pt x="115" y="258"/>
                </a:lnTo>
                <a:lnTo>
                  <a:pt x="116" y="258"/>
                </a:lnTo>
                <a:lnTo>
                  <a:pt x="117" y="258"/>
                </a:lnTo>
                <a:lnTo>
                  <a:pt x="118" y="258"/>
                </a:lnTo>
                <a:lnTo>
                  <a:pt x="118" y="257"/>
                </a:lnTo>
                <a:lnTo>
                  <a:pt x="119" y="257"/>
                </a:lnTo>
                <a:lnTo>
                  <a:pt x="120" y="256"/>
                </a:lnTo>
                <a:lnTo>
                  <a:pt x="120" y="257"/>
                </a:lnTo>
                <a:lnTo>
                  <a:pt x="121" y="256"/>
                </a:lnTo>
                <a:lnTo>
                  <a:pt x="122" y="256"/>
                </a:lnTo>
                <a:lnTo>
                  <a:pt x="121" y="256"/>
                </a:lnTo>
                <a:lnTo>
                  <a:pt x="121" y="255"/>
                </a:lnTo>
                <a:lnTo>
                  <a:pt x="121" y="254"/>
                </a:lnTo>
                <a:lnTo>
                  <a:pt x="121" y="253"/>
                </a:lnTo>
                <a:lnTo>
                  <a:pt x="122" y="253"/>
                </a:lnTo>
                <a:lnTo>
                  <a:pt x="123" y="252"/>
                </a:lnTo>
                <a:lnTo>
                  <a:pt x="124" y="251"/>
                </a:lnTo>
                <a:lnTo>
                  <a:pt x="125" y="251"/>
                </a:lnTo>
                <a:lnTo>
                  <a:pt x="125" y="250"/>
                </a:lnTo>
                <a:lnTo>
                  <a:pt x="126" y="250"/>
                </a:lnTo>
                <a:lnTo>
                  <a:pt x="127" y="249"/>
                </a:lnTo>
                <a:lnTo>
                  <a:pt x="128" y="249"/>
                </a:lnTo>
                <a:lnTo>
                  <a:pt x="128" y="248"/>
                </a:lnTo>
                <a:lnTo>
                  <a:pt x="130" y="248"/>
                </a:lnTo>
                <a:lnTo>
                  <a:pt x="131" y="248"/>
                </a:lnTo>
                <a:lnTo>
                  <a:pt x="132" y="247"/>
                </a:lnTo>
                <a:lnTo>
                  <a:pt x="133" y="246"/>
                </a:lnTo>
                <a:lnTo>
                  <a:pt x="134" y="246"/>
                </a:lnTo>
                <a:lnTo>
                  <a:pt x="135" y="246"/>
                </a:lnTo>
                <a:lnTo>
                  <a:pt x="135" y="245"/>
                </a:lnTo>
                <a:lnTo>
                  <a:pt x="136" y="245"/>
                </a:lnTo>
                <a:lnTo>
                  <a:pt x="136" y="244"/>
                </a:lnTo>
                <a:lnTo>
                  <a:pt x="137" y="244"/>
                </a:lnTo>
                <a:lnTo>
                  <a:pt x="138" y="244"/>
                </a:lnTo>
                <a:lnTo>
                  <a:pt x="139" y="245"/>
                </a:lnTo>
                <a:lnTo>
                  <a:pt x="140" y="245"/>
                </a:lnTo>
                <a:lnTo>
                  <a:pt x="141" y="245"/>
                </a:lnTo>
                <a:lnTo>
                  <a:pt x="142" y="245"/>
                </a:lnTo>
                <a:lnTo>
                  <a:pt x="142" y="246"/>
                </a:lnTo>
                <a:lnTo>
                  <a:pt x="143" y="246"/>
                </a:lnTo>
                <a:lnTo>
                  <a:pt x="144" y="246"/>
                </a:lnTo>
                <a:lnTo>
                  <a:pt x="144" y="245"/>
                </a:lnTo>
                <a:lnTo>
                  <a:pt x="145" y="245"/>
                </a:lnTo>
                <a:lnTo>
                  <a:pt x="146" y="245"/>
                </a:lnTo>
                <a:lnTo>
                  <a:pt x="146" y="246"/>
                </a:lnTo>
                <a:lnTo>
                  <a:pt x="147" y="246"/>
                </a:lnTo>
                <a:lnTo>
                  <a:pt x="147" y="245"/>
                </a:lnTo>
                <a:lnTo>
                  <a:pt x="147" y="246"/>
                </a:lnTo>
                <a:lnTo>
                  <a:pt x="147" y="247"/>
                </a:lnTo>
                <a:lnTo>
                  <a:pt x="147" y="248"/>
                </a:lnTo>
                <a:lnTo>
                  <a:pt x="148" y="248"/>
                </a:lnTo>
                <a:lnTo>
                  <a:pt x="148" y="249"/>
                </a:lnTo>
                <a:lnTo>
                  <a:pt x="148" y="250"/>
                </a:lnTo>
                <a:lnTo>
                  <a:pt x="148" y="251"/>
                </a:lnTo>
                <a:lnTo>
                  <a:pt x="149" y="251"/>
                </a:lnTo>
                <a:lnTo>
                  <a:pt x="150" y="252"/>
                </a:lnTo>
                <a:lnTo>
                  <a:pt x="150" y="253"/>
                </a:lnTo>
                <a:lnTo>
                  <a:pt x="151" y="253"/>
                </a:lnTo>
                <a:lnTo>
                  <a:pt x="150" y="253"/>
                </a:lnTo>
                <a:lnTo>
                  <a:pt x="150" y="254"/>
                </a:lnTo>
                <a:lnTo>
                  <a:pt x="151" y="254"/>
                </a:lnTo>
                <a:lnTo>
                  <a:pt x="152" y="254"/>
                </a:lnTo>
                <a:lnTo>
                  <a:pt x="154" y="254"/>
                </a:lnTo>
                <a:lnTo>
                  <a:pt x="154" y="253"/>
                </a:lnTo>
                <a:lnTo>
                  <a:pt x="155" y="253"/>
                </a:lnTo>
                <a:lnTo>
                  <a:pt x="155" y="251"/>
                </a:lnTo>
                <a:lnTo>
                  <a:pt x="156" y="250"/>
                </a:lnTo>
                <a:lnTo>
                  <a:pt x="157" y="250"/>
                </a:lnTo>
                <a:lnTo>
                  <a:pt x="157" y="249"/>
                </a:lnTo>
                <a:lnTo>
                  <a:pt x="158" y="248"/>
                </a:lnTo>
                <a:lnTo>
                  <a:pt x="158" y="247"/>
                </a:lnTo>
                <a:lnTo>
                  <a:pt x="158" y="246"/>
                </a:lnTo>
                <a:lnTo>
                  <a:pt x="159" y="246"/>
                </a:lnTo>
                <a:lnTo>
                  <a:pt x="159" y="245"/>
                </a:lnTo>
                <a:lnTo>
                  <a:pt x="160" y="244"/>
                </a:lnTo>
                <a:lnTo>
                  <a:pt x="160" y="243"/>
                </a:lnTo>
                <a:lnTo>
                  <a:pt x="160" y="242"/>
                </a:lnTo>
                <a:lnTo>
                  <a:pt x="160" y="241"/>
                </a:lnTo>
                <a:lnTo>
                  <a:pt x="160" y="240"/>
                </a:lnTo>
                <a:lnTo>
                  <a:pt x="160" y="239"/>
                </a:lnTo>
                <a:lnTo>
                  <a:pt x="161" y="238"/>
                </a:lnTo>
                <a:lnTo>
                  <a:pt x="162" y="238"/>
                </a:lnTo>
                <a:lnTo>
                  <a:pt x="162" y="237"/>
                </a:lnTo>
                <a:lnTo>
                  <a:pt x="161" y="237"/>
                </a:lnTo>
                <a:lnTo>
                  <a:pt x="162" y="236"/>
                </a:lnTo>
                <a:lnTo>
                  <a:pt x="162" y="235"/>
                </a:lnTo>
                <a:lnTo>
                  <a:pt x="161" y="235"/>
                </a:lnTo>
                <a:lnTo>
                  <a:pt x="160" y="235"/>
                </a:lnTo>
                <a:lnTo>
                  <a:pt x="159" y="235"/>
                </a:lnTo>
                <a:lnTo>
                  <a:pt x="159" y="234"/>
                </a:lnTo>
                <a:lnTo>
                  <a:pt x="159" y="233"/>
                </a:lnTo>
                <a:lnTo>
                  <a:pt x="159" y="232"/>
                </a:lnTo>
                <a:lnTo>
                  <a:pt x="159" y="231"/>
                </a:lnTo>
                <a:lnTo>
                  <a:pt x="158" y="231"/>
                </a:lnTo>
                <a:lnTo>
                  <a:pt x="157" y="231"/>
                </a:lnTo>
                <a:lnTo>
                  <a:pt x="157" y="230"/>
                </a:lnTo>
                <a:lnTo>
                  <a:pt x="158" y="230"/>
                </a:lnTo>
                <a:lnTo>
                  <a:pt x="158" y="229"/>
                </a:lnTo>
                <a:lnTo>
                  <a:pt x="158" y="228"/>
                </a:lnTo>
                <a:lnTo>
                  <a:pt x="159" y="228"/>
                </a:lnTo>
                <a:lnTo>
                  <a:pt x="159" y="227"/>
                </a:lnTo>
                <a:lnTo>
                  <a:pt x="158" y="227"/>
                </a:lnTo>
                <a:lnTo>
                  <a:pt x="157" y="226"/>
                </a:lnTo>
                <a:lnTo>
                  <a:pt x="158" y="225"/>
                </a:lnTo>
                <a:lnTo>
                  <a:pt x="158" y="224"/>
                </a:lnTo>
                <a:lnTo>
                  <a:pt x="158" y="223"/>
                </a:lnTo>
                <a:lnTo>
                  <a:pt x="159" y="223"/>
                </a:lnTo>
                <a:lnTo>
                  <a:pt x="160" y="223"/>
                </a:lnTo>
                <a:lnTo>
                  <a:pt x="160" y="222"/>
                </a:lnTo>
                <a:lnTo>
                  <a:pt x="161" y="222"/>
                </a:lnTo>
                <a:lnTo>
                  <a:pt x="162" y="222"/>
                </a:lnTo>
                <a:lnTo>
                  <a:pt x="162" y="221"/>
                </a:lnTo>
                <a:lnTo>
                  <a:pt x="163" y="221"/>
                </a:lnTo>
                <a:lnTo>
                  <a:pt x="164" y="221"/>
                </a:lnTo>
                <a:lnTo>
                  <a:pt x="164" y="220"/>
                </a:lnTo>
                <a:lnTo>
                  <a:pt x="163" y="220"/>
                </a:lnTo>
                <a:lnTo>
                  <a:pt x="164" y="219"/>
                </a:lnTo>
                <a:lnTo>
                  <a:pt x="164" y="218"/>
                </a:lnTo>
                <a:lnTo>
                  <a:pt x="165" y="218"/>
                </a:lnTo>
                <a:lnTo>
                  <a:pt x="165" y="217"/>
                </a:lnTo>
                <a:lnTo>
                  <a:pt x="164" y="217"/>
                </a:lnTo>
                <a:lnTo>
                  <a:pt x="163" y="216"/>
                </a:lnTo>
                <a:lnTo>
                  <a:pt x="163" y="215"/>
                </a:lnTo>
                <a:lnTo>
                  <a:pt x="163" y="214"/>
                </a:lnTo>
                <a:lnTo>
                  <a:pt x="163" y="213"/>
                </a:lnTo>
                <a:lnTo>
                  <a:pt x="163" y="212"/>
                </a:lnTo>
                <a:lnTo>
                  <a:pt x="162" y="212"/>
                </a:lnTo>
                <a:lnTo>
                  <a:pt x="162" y="211"/>
                </a:lnTo>
                <a:lnTo>
                  <a:pt x="162" y="210"/>
                </a:lnTo>
                <a:lnTo>
                  <a:pt x="162" y="209"/>
                </a:lnTo>
                <a:lnTo>
                  <a:pt x="162" y="208"/>
                </a:lnTo>
                <a:lnTo>
                  <a:pt x="161" y="208"/>
                </a:lnTo>
                <a:lnTo>
                  <a:pt x="161" y="207"/>
                </a:lnTo>
                <a:lnTo>
                  <a:pt x="161" y="206"/>
                </a:lnTo>
                <a:lnTo>
                  <a:pt x="161" y="205"/>
                </a:lnTo>
                <a:lnTo>
                  <a:pt x="161" y="204"/>
                </a:lnTo>
                <a:lnTo>
                  <a:pt x="161" y="203"/>
                </a:lnTo>
                <a:lnTo>
                  <a:pt x="161" y="202"/>
                </a:lnTo>
                <a:lnTo>
                  <a:pt x="160" y="202"/>
                </a:lnTo>
                <a:lnTo>
                  <a:pt x="160" y="201"/>
                </a:lnTo>
                <a:lnTo>
                  <a:pt x="161" y="200"/>
                </a:lnTo>
                <a:lnTo>
                  <a:pt x="161" y="199"/>
                </a:lnTo>
                <a:lnTo>
                  <a:pt x="160" y="199"/>
                </a:lnTo>
                <a:lnTo>
                  <a:pt x="160" y="198"/>
                </a:lnTo>
                <a:lnTo>
                  <a:pt x="160" y="197"/>
                </a:lnTo>
                <a:lnTo>
                  <a:pt x="159" y="196"/>
                </a:lnTo>
                <a:lnTo>
                  <a:pt x="160" y="195"/>
                </a:lnTo>
                <a:lnTo>
                  <a:pt x="160" y="194"/>
                </a:lnTo>
                <a:lnTo>
                  <a:pt x="159" y="194"/>
                </a:lnTo>
                <a:lnTo>
                  <a:pt x="158" y="194"/>
                </a:lnTo>
                <a:lnTo>
                  <a:pt x="158" y="193"/>
                </a:lnTo>
                <a:lnTo>
                  <a:pt x="157" y="193"/>
                </a:lnTo>
                <a:lnTo>
                  <a:pt x="157" y="192"/>
                </a:lnTo>
                <a:lnTo>
                  <a:pt x="157" y="191"/>
                </a:lnTo>
                <a:lnTo>
                  <a:pt x="157" y="192"/>
                </a:lnTo>
                <a:lnTo>
                  <a:pt x="156" y="192"/>
                </a:lnTo>
                <a:lnTo>
                  <a:pt x="155" y="192"/>
                </a:lnTo>
                <a:lnTo>
                  <a:pt x="154" y="192"/>
                </a:lnTo>
                <a:lnTo>
                  <a:pt x="153" y="192"/>
                </a:lnTo>
                <a:lnTo>
                  <a:pt x="152" y="192"/>
                </a:lnTo>
                <a:lnTo>
                  <a:pt x="151" y="191"/>
                </a:lnTo>
                <a:lnTo>
                  <a:pt x="151" y="190"/>
                </a:lnTo>
                <a:lnTo>
                  <a:pt x="150" y="190"/>
                </a:lnTo>
                <a:lnTo>
                  <a:pt x="150" y="189"/>
                </a:lnTo>
                <a:lnTo>
                  <a:pt x="149" y="189"/>
                </a:lnTo>
                <a:lnTo>
                  <a:pt x="148" y="188"/>
                </a:lnTo>
                <a:lnTo>
                  <a:pt x="147" y="188"/>
                </a:lnTo>
                <a:lnTo>
                  <a:pt x="147" y="187"/>
                </a:lnTo>
                <a:lnTo>
                  <a:pt x="147" y="186"/>
                </a:lnTo>
                <a:lnTo>
                  <a:pt x="146" y="186"/>
                </a:lnTo>
                <a:lnTo>
                  <a:pt x="146" y="185"/>
                </a:lnTo>
                <a:lnTo>
                  <a:pt x="145" y="185"/>
                </a:lnTo>
                <a:lnTo>
                  <a:pt x="144" y="185"/>
                </a:lnTo>
                <a:lnTo>
                  <a:pt x="143" y="185"/>
                </a:lnTo>
                <a:lnTo>
                  <a:pt x="143" y="186"/>
                </a:lnTo>
                <a:lnTo>
                  <a:pt x="142" y="186"/>
                </a:lnTo>
                <a:lnTo>
                  <a:pt x="142" y="185"/>
                </a:lnTo>
                <a:lnTo>
                  <a:pt x="141" y="185"/>
                </a:lnTo>
                <a:lnTo>
                  <a:pt x="141" y="184"/>
                </a:lnTo>
                <a:lnTo>
                  <a:pt x="142" y="184"/>
                </a:lnTo>
                <a:lnTo>
                  <a:pt x="143" y="184"/>
                </a:lnTo>
                <a:lnTo>
                  <a:pt x="143" y="183"/>
                </a:lnTo>
                <a:lnTo>
                  <a:pt x="144" y="182"/>
                </a:lnTo>
                <a:lnTo>
                  <a:pt x="145" y="182"/>
                </a:lnTo>
                <a:lnTo>
                  <a:pt x="145" y="180"/>
                </a:lnTo>
                <a:lnTo>
                  <a:pt x="144" y="180"/>
                </a:lnTo>
                <a:lnTo>
                  <a:pt x="144" y="182"/>
                </a:lnTo>
                <a:lnTo>
                  <a:pt x="143" y="182"/>
                </a:lnTo>
                <a:lnTo>
                  <a:pt x="142" y="182"/>
                </a:lnTo>
                <a:lnTo>
                  <a:pt x="141" y="180"/>
                </a:lnTo>
                <a:lnTo>
                  <a:pt x="141" y="179"/>
                </a:lnTo>
                <a:lnTo>
                  <a:pt x="140" y="179"/>
                </a:lnTo>
                <a:lnTo>
                  <a:pt x="139" y="179"/>
                </a:lnTo>
                <a:lnTo>
                  <a:pt x="139" y="180"/>
                </a:lnTo>
                <a:lnTo>
                  <a:pt x="137" y="180"/>
                </a:lnTo>
                <a:lnTo>
                  <a:pt x="137" y="179"/>
                </a:lnTo>
                <a:lnTo>
                  <a:pt x="136" y="179"/>
                </a:lnTo>
                <a:lnTo>
                  <a:pt x="135" y="178"/>
                </a:lnTo>
                <a:lnTo>
                  <a:pt x="135" y="179"/>
                </a:lnTo>
                <a:lnTo>
                  <a:pt x="134" y="178"/>
                </a:lnTo>
                <a:lnTo>
                  <a:pt x="134" y="177"/>
                </a:lnTo>
                <a:lnTo>
                  <a:pt x="133" y="177"/>
                </a:lnTo>
                <a:lnTo>
                  <a:pt x="133" y="176"/>
                </a:lnTo>
                <a:lnTo>
                  <a:pt x="132" y="176"/>
                </a:lnTo>
                <a:lnTo>
                  <a:pt x="131" y="176"/>
                </a:lnTo>
                <a:lnTo>
                  <a:pt x="130" y="176"/>
                </a:lnTo>
                <a:lnTo>
                  <a:pt x="129" y="177"/>
                </a:lnTo>
                <a:lnTo>
                  <a:pt x="128" y="177"/>
                </a:lnTo>
                <a:lnTo>
                  <a:pt x="128" y="176"/>
                </a:lnTo>
                <a:lnTo>
                  <a:pt x="127" y="176"/>
                </a:lnTo>
                <a:lnTo>
                  <a:pt x="127" y="177"/>
                </a:lnTo>
                <a:lnTo>
                  <a:pt x="126" y="177"/>
                </a:lnTo>
                <a:lnTo>
                  <a:pt x="126" y="176"/>
                </a:lnTo>
                <a:lnTo>
                  <a:pt x="125" y="176"/>
                </a:lnTo>
                <a:lnTo>
                  <a:pt x="125" y="177"/>
                </a:lnTo>
                <a:lnTo>
                  <a:pt x="124" y="177"/>
                </a:lnTo>
                <a:lnTo>
                  <a:pt x="123" y="177"/>
                </a:lnTo>
                <a:lnTo>
                  <a:pt x="122" y="177"/>
                </a:lnTo>
                <a:lnTo>
                  <a:pt x="122" y="176"/>
                </a:lnTo>
                <a:lnTo>
                  <a:pt x="121" y="176"/>
                </a:lnTo>
                <a:lnTo>
                  <a:pt x="122" y="175"/>
                </a:lnTo>
                <a:lnTo>
                  <a:pt x="122" y="174"/>
                </a:lnTo>
                <a:lnTo>
                  <a:pt x="123" y="174"/>
                </a:lnTo>
                <a:lnTo>
                  <a:pt x="124" y="174"/>
                </a:lnTo>
                <a:lnTo>
                  <a:pt x="124" y="173"/>
                </a:lnTo>
                <a:lnTo>
                  <a:pt x="124" y="171"/>
                </a:lnTo>
                <a:lnTo>
                  <a:pt x="125" y="171"/>
                </a:lnTo>
                <a:lnTo>
                  <a:pt x="126" y="171"/>
                </a:lnTo>
                <a:lnTo>
                  <a:pt x="125" y="171"/>
                </a:lnTo>
                <a:lnTo>
                  <a:pt x="125" y="170"/>
                </a:lnTo>
                <a:lnTo>
                  <a:pt x="124" y="170"/>
                </a:lnTo>
                <a:lnTo>
                  <a:pt x="124" y="169"/>
                </a:lnTo>
                <a:lnTo>
                  <a:pt x="123" y="169"/>
                </a:lnTo>
                <a:lnTo>
                  <a:pt x="123" y="168"/>
                </a:lnTo>
                <a:lnTo>
                  <a:pt x="123" y="167"/>
                </a:lnTo>
                <a:lnTo>
                  <a:pt x="123" y="166"/>
                </a:lnTo>
                <a:lnTo>
                  <a:pt x="123" y="165"/>
                </a:lnTo>
                <a:lnTo>
                  <a:pt x="123" y="164"/>
                </a:lnTo>
                <a:lnTo>
                  <a:pt x="122" y="164"/>
                </a:lnTo>
                <a:lnTo>
                  <a:pt x="122" y="163"/>
                </a:lnTo>
                <a:lnTo>
                  <a:pt x="123" y="162"/>
                </a:lnTo>
                <a:lnTo>
                  <a:pt x="123" y="161"/>
                </a:lnTo>
                <a:lnTo>
                  <a:pt x="122" y="161"/>
                </a:lnTo>
                <a:lnTo>
                  <a:pt x="121" y="161"/>
                </a:lnTo>
                <a:lnTo>
                  <a:pt x="120" y="161"/>
                </a:lnTo>
                <a:lnTo>
                  <a:pt x="120" y="160"/>
                </a:lnTo>
                <a:lnTo>
                  <a:pt x="119" y="160"/>
                </a:lnTo>
                <a:lnTo>
                  <a:pt x="119" y="159"/>
                </a:lnTo>
                <a:lnTo>
                  <a:pt x="118" y="159"/>
                </a:lnTo>
                <a:lnTo>
                  <a:pt x="117" y="159"/>
                </a:lnTo>
                <a:lnTo>
                  <a:pt x="116" y="159"/>
                </a:lnTo>
                <a:lnTo>
                  <a:pt x="115" y="159"/>
                </a:lnTo>
                <a:lnTo>
                  <a:pt x="113" y="159"/>
                </a:lnTo>
                <a:lnTo>
                  <a:pt x="113" y="160"/>
                </a:lnTo>
                <a:lnTo>
                  <a:pt x="112" y="160"/>
                </a:lnTo>
                <a:lnTo>
                  <a:pt x="111" y="160"/>
                </a:lnTo>
                <a:lnTo>
                  <a:pt x="111" y="159"/>
                </a:lnTo>
                <a:lnTo>
                  <a:pt x="110" y="159"/>
                </a:lnTo>
                <a:lnTo>
                  <a:pt x="109" y="158"/>
                </a:lnTo>
                <a:lnTo>
                  <a:pt x="110" y="158"/>
                </a:lnTo>
                <a:lnTo>
                  <a:pt x="110" y="157"/>
                </a:lnTo>
                <a:lnTo>
                  <a:pt x="111" y="157"/>
                </a:lnTo>
                <a:lnTo>
                  <a:pt x="111" y="156"/>
                </a:lnTo>
                <a:lnTo>
                  <a:pt x="110" y="156"/>
                </a:lnTo>
                <a:lnTo>
                  <a:pt x="110" y="155"/>
                </a:lnTo>
                <a:lnTo>
                  <a:pt x="110" y="154"/>
                </a:lnTo>
                <a:lnTo>
                  <a:pt x="110" y="153"/>
                </a:lnTo>
                <a:lnTo>
                  <a:pt x="111" y="152"/>
                </a:lnTo>
                <a:lnTo>
                  <a:pt x="111" y="151"/>
                </a:lnTo>
                <a:lnTo>
                  <a:pt x="112" y="150"/>
                </a:lnTo>
                <a:lnTo>
                  <a:pt x="113" y="151"/>
                </a:lnTo>
                <a:lnTo>
                  <a:pt x="114" y="151"/>
                </a:lnTo>
                <a:lnTo>
                  <a:pt x="114" y="150"/>
                </a:lnTo>
                <a:lnTo>
                  <a:pt x="114" y="149"/>
                </a:lnTo>
                <a:lnTo>
                  <a:pt x="114" y="148"/>
                </a:lnTo>
                <a:lnTo>
                  <a:pt x="113" y="148"/>
                </a:lnTo>
                <a:lnTo>
                  <a:pt x="113" y="147"/>
                </a:lnTo>
                <a:lnTo>
                  <a:pt x="113" y="146"/>
                </a:lnTo>
                <a:lnTo>
                  <a:pt x="112" y="146"/>
                </a:lnTo>
                <a:lnTo>
                  <a:pt x="112" y="145"/>
                </a:lnTo>
                <a:lnTo>
                  <a:pt x="112" y="144"/>
                </a:lnTo>
                <a:lnTo>
                  <a:pt x="112" y="143"/>
                </a:lnTo>
                <a:lnTo>
                  <a:pt x="112" y="142"/>
                </a:lnTo>
                <a:lnTo>
                  <a:pt x="111" y="142"/>
                </a:lnTo>
                <a:lnTo>
                  <a:pt x="111" y="143"/>
                </a:lnTo>
                <a:lnTo>
                  <a:pt x="110" y="142"/>
                </a:lnTo>
                <a:lnTo>
                  <a:pt x="109" y="141"/>
                </a:lnTo>
                <a:lnTo>
                  <a:pt x="110" y="141"/>
                </a:lnTo>
                <a:lnTo>
                  <a:pt x="110" y="140"/>
                </a:lnTo>
                <a:lnTo>
                  <a:pt x="110" y="139"/>
                </a:lnTo>
                <a:lnTo>
                  <a:pt x="111" y="139"/>
                </a:lnTo>
                <a:lnTo>
                  <a:pt x="111" y="138"/>
                </a:lnTo>
                <a:lnTo>
                  <a:pt x="111" y="139"/>
                </a:lnTo>
                <a:lnTo>
                  <a:pt x="112" y="139"/>
                </a:lnTo>
                <a:lnTo>
                  <a:pt x="113" y="138"/>
                </a:lnTo>
                <a:lnTo>
                  <a:pt x="113" y="137"/>
                </a:lnTo>
                <a:lnTo>
                  <a:pt x="114" y="137"/>
                </a:lnTo>
                <a:lnTo>
                  <a:pt x="114" y="136"/>
                </a:lnTo>
                <a:lnTo>
                  <a:pt x="113" y="136"/>
                </a:lnTo>
                <a:lnTo>
                  <a:pt x="113" y="135"/>
                </a:lnTo>
                <a:lnTo>
                  <a:pt x="113" y="134"/>
                </a:lnTo>
                <a:lnTo>
                  <a:pt x="113" y="133"/>
                </a:lnTo>
                <a:lnTo>
                  <a:pt x="112" y="133"/>
                </a:lnTo>
                <a:lnTo>
                  <a:pt x="112" y="132"/>
                </a:lnTo>
                <a:lnTo>
                  <a:pt x="111" y="132"/>
                </a:lnTo>
                <a:lnTo>
                  <a:pt x="111" y="131"/>
                </a:lnTo>
                <a:lnTo>
                  <a:pt x="110" y="131"/>
                </a:lnTo>
                <a:lnTo>
                  <a:pt x="110" y="130"/>
                </a:lnTo>
                <a:lnTo>
                  <a:pt x="110" y="128"/>
                </a:lnTo>
                <a:lnTo>
                  <a:pt x="109" y="128"/>
                </a:lnTo>
                <a:lnTo>
                  <a:pt x="109" y="127"/>
                </a:lnTo>
                <a:lnTo>
                  <a:pt x="110" y="127"/>
                </a:lnTo>
                <a:lnTo>
                  <a:pt x="110" y="126"/>
                </a:lnTo>
                <a:lnTo>
                  <a:pt x="110" y="125"/>
                </a:lnTo>
                <a:lnTo>
                  <a:pt x="111" y="124"/>
                </a:lnTo>
                <a:lnTo>
                  <a:pt x="111" y="123"/>
                </a:lnTo>
                <a:lnTo>
                  <a:pt x="112" y="123"/>
                </a:lnTo>
                <a:lnTo>
                  <a:pt x="112" y="122"/>
                </a:lnTo>
                <a:lnTo>
                  <a:pt x="112" y="121"/>
                </a:lnTo>
                <a:lnTo>
                  <a:pt x="113" y="120"/>
                </a:lnTo>
                <a:lnTo>
                  <a:pt x="112" y="120"/>
                </a:lnTo>
                <a:lnTo>
                  <a:pt x="112" y="119"/>
                </a:lnTo>
                <a:lnTo>
                  <a:pt x="111" y="118"/>
                </a:lnTo>
                <a:lnTo>
                  <a:pt x="110" y="117"/>
                </a:lnTo>
                <a:lnTo>
                  <a:pt x="110" y="116"/>
                </a:lnTo>
                <a:lnTo>
                  <a:pt x="110" y="115"/>
                </a:lnTo>
                <a:lnTo>
                  <a:pt x="110" y="114"/>
                </a:lnTo>
                <a:lnTo>
                  <a:pt x="110" y="113"/>
                </a:lnTo>
                <a:lnTo>
                  <a:pt x="110" y="112"/>
                </a:lnTo>
                <a:lnTo>
                  <a:pt x="111" y="112"/>
                </a:lnTo>
                <a:lnTo>
                  <a:pt x="111" y="111"/>
                </a:lnTo>
                <a:lnTo>
                  <a:pt x="111" y="110"/>
                </a:lnTo>
                <a:lnTo>
                  <a:pt x="111" y="109"/>
                </a:lnTo>
                <a:lnTo>
                  <a:pt x="110" y="109"/>
                </a:lnTo>
                <a:lnTo>
                  <a:pt x="108" y="108"/>
                </a:lnTo>
                <a:lnTo>
                  <a:pt x="107" y="108"/>
                </a:lnTo>
                <a:lnTo>
                  <a:pt x="107" y="107"/>
                </a:lnTo>
                <a:lnTo>
                  <a:pt x="106" y="107"/>
                </a:lnTo>
                <a:lnTo>
                  <a:pt x="106" y="106"/>
                </a:lnTo>
                <a:lnTo>
                  <a:pt x="105" y="106"/>
                </a:lnTo>
                <a:lnTo>
                  <a:pt x="105" y="105"/>
                </a:lnTo>
                <a:lnTo>
                  <a:pt x="104" y="104"/>
                </a:lnTo>
                <a:lnTo>
                  <a:pt x="104" y="103"/>
                </a:lnTo>
                <a:lnTo>
                  <a:pt x="103" y="103"/>
                </a:lnTo>
                <a:lnTo>
                  <a:pt x="103" y="102"/>
                </a:lnTo>
                <a:lnTo>
                  <a:pt x="103" y="101"/>
                </a:lnTo>
                <a:lnTo>
                  <a:pt x="102" y="101"/>
                </a:lnTo>
                <a:lnTo>
                  <a:pt x="101" y="101"/>
                </a:lnTo>
                <a:lnTo>
                  <a:pt x="101" y="100"/>
                </a:lnTo>
                <a:lnTo>
                  <a:pt x="102" y="99"/>
                </a:lnTo>
                <a:lnTo>
                  <a:pt x="102" y="98"/>
                </a:lnTo>
                <a:lnTo>
                  <a:pt x="103" y="97"/>
                </a:lnTo>
                <a:lnTo>
                  <a:pt x="103" y="96"/>
                </a:lnTo>
                <a:lnTo>
                  <a:pt x="103" y="95"/>
                </a:lnTo>
                <a:lnTo>
                  <a:pt x="103" y="94"/>
                </a:lnTo>
                <a:lnTo>
                  <a:pt x="102" y="93"/>
                </a:lnTo>
                <a:lnTo>
                  <a:pt x="102" y="92"/>
                </a:lnTo>
                <a:lnTo>
                  <a:pt x="102" y="91"/>
                </a:lnTo>
                <a:lnTo>
                  <a:pt x="102" y="90"/>
                </a:lnTo>
                <a:lnTo>
                  <a:pt x="103" y="90"/>
                </a:lnTo>
                <a:lnTo>
                  <a:pt x="104" y="90"/>
                </a:lnTo>
                <a:lnTo>
                  <a:pt x="104" y="89"/>
                </a:lnTo>
                <a:lnTo>
                  <a:pt x="104" y="88"/>
                </a:lnTo>
                <a:lnTo>
                  <a:pt x="104" y="87"/>
                </a:lnTo>
                <a:lnTo>
                  <a:pt x="104" y="86"/>
                </a:lnTo>
                <a:lnTo>
                  <a:pt x="105" y="86"/>
                </a:lnTo>
                <a:lnTo>
                  <a:pt x="105" y="85"/>
                </a:lnTo>
                <a:lnTo>
                  <a:pt x="106" y="85"/>
                </a:lnTo>
                <a:lnTo>
                  <a:pt x="106" y="84"/>
                </a:lnTo>
                <a:lnTo>
                  <a:pt x="106" y="83"/>
                </a:lnTo>
                <a:lnTo>
                  <a:pt x="106" y="82"/>
                </a:lnTo>
                <a:lnTo>
                  <a:pt x="107" y="82"/>
                </a:lnTo>
                <a:lnTo>
                  <a:pt x="106" y="81"/>
                </a:lnTo>
                <a:lnTo>
                  <a:pt x="107" y="81"/>
                </a:lnTo>
                <a:lnTo>
                  <a:pt x="108" y="81"/>
                </a:lnTo>
                <a:lnTo>
                  <a:pt x="108" y="80"/>
                </a:lnTo>
                <a:lnTo>
                  <a:pt x="109" y="79"/>
                </a:lnTo>
                <a:lnTo>
                  <a:pt x="109" y="78"/>
                </a:lnTo>
                <a:lnTo>
                  <a:pt x="110" y="78"/>
                </a:lnTo>
                <a:lnTo>
                  <a:pt x="111" y="77"/>
                </a:lnTo>
                <a:lnTo>
                  <a:pt x="112" y="77"/>
                </a:lnTo>
                <a:lnTo>
                  <a:pt x="113" y="76"/>
                </a:lnTo>
                <a:lnTo>
                  <a:pt x="114" y="76"/>
                </a:lnTo>
                <a:lnTo>
                  <a:pt x="114" y="75"/>
                </a:lnTo>
                <a:lnTo>
                  <a:pt x="114" y="74"/>
                </a:lnTo>
                <a:lnTo>
                  <a:pt x="113" y="74"/>
                </a:lnTo>
                <a:lnTo>
                  <a:pt x="113" y="73"/>
                </a:lnTo>
                <a:lnTo>
                  <a:pt x="113" y="74"/>
                </a:lnTo>
                <a:lnTo>
                  <a:pt x="113" y="73"/>
                </a:lnTo>
                <a:lnTo>
                  <a:pt x="112" y="73"/>
                </a:lnTo>
                <a:lnTo>
                  <a:pt x="112" y="72"/>
                </a:lnTo>
                <a:lnTo>
                  <a:pt x="113" y="72"/>
                </a:lnTo>
                <a:lnTo>
                  <a:pt x="113" y="71"/>
                </a:lnTo>
                <a:lnTo>
                  <a:pt x="113" y="70"/>
                </a:lnTo>
                <a:lnTo>
                  <a:pt x="112" y="70"/>
                </a:lnTo>
                <a:lnTo>
                  <a:pt x="113" y="70"/>
                </a:lnTo>
                <a:lnTo>
                  <a:pt x="113" y="69"/>
                </a:lnTo>
                <a:lnTo>
                  <a:pt x="114" y="69"/>
                </a:lnTo>
                <a:lnTo>
                  <a:pt x="115" y="69"/>
                </a:lnTo>
                <a:lnTo>
                  <a:pt x="117" y="69"/>
                </a:lnTo>
                <a:lnTo>
                  <a:pt x="118" y="69"/>
                </a:lnTo>
                <a:lnTo>
                  <a:pt x="119" y="69"/>
                </a:lnTo>
                <a:lnTo>
                  <a:pt x="119" y="70"/>
                </a:lnTo>
                <a:lnTo>
                  <a:pt x="119" y="69"/>
                </a:lnTo>
                <a:lnTo>
                  <a:pt x="120" y="69"/>
                </a:lnTo>
                <a:lnTo>
                  <a:pt x="121" y="69"/>
                </a:lnTo>
                <a:lnTo>
                  <a:pt x="122" y="69"/>
                </a:lnTo>
                <a:lnTo>
                  <a:pt x="123" y="69"/>
                </a:lnTo>
                <a:lnTo>
                  <a:pt x="124" y="70"/>
                </a:lnTo>
                <a:lnTo>
                  <a:pt x="124" y="71"/>
                </a:lnTo>
                <a:lnTo>
                  <a:pt x="125" y="71"/>
                </a:lnTo>
                <a:lnTo>
                  <a:pt x="126" y="71"/>
                </a:lnTo>
                <a:lnTo>
                  <a:pt x="126" y="70"/>
                </a:lnTo>
                <a:lnTo>
                  <a:pt x="126" y="71"/>
                </a:lnTo>
                <a:lnTo>
                  <a:pt x="127" y="71"/>
                </a:lnTo>
                <a:lnTo>
                  <a:pt x="128" y="71"/>
                </a:lnTo>
                <a:lnTo>
                  <a:pt x="129" y="71"/>
                </a:lnTo>
                <a:lnTo>
                  <a:pt x="130" y="71"/>
                </a:lnTo>
                <a:lnTo>
                  <a:pt x="131" y="72"/>
                </a:lnTo>
                <a:lnTo>
                  <a:pt x="132" y="71"/>
                </a:lnTo>
                <a:lnTo>
                  <a:pt x="133" y="71"/>
                </a:lnTo>
                <a:lnTo>
                  <a:pt x="134" y="71"/>
                </a:lnTo>
                <a:lnTo>
                  <a:pt x="135" y="71"/>
                </a:lnTo>
                <a:lnTo>
                  <a:pt x="136" y="70"/>
                </a:lnTo>
                <a:lnTo>
                  <a:pt x="137" y="70"/>
                </a:lnTo>
                <a:lnTo>
                  <a:pt x="138" y="70"/>
                </a:lnTo>
                <a:lnTo>
                  <a:pt x="139" y="70"/>
                </a:lnTo>
                <a:lnTo>
                  <a:pt x="140" y="70"/>
                </a:lnTo>
                <a:lnTo>
                  <a:pt x="141" y="71"/>
                </a:lnTo>
                <a:lnTo>
                  <a:pt x="142" y="72"/>
                </a:lnTo>
                <a:lnTo>
                  <a:pt x="143" y="72"/>
                </a:lnTo>
                <a:lnTo>
                  <a:pt x="144" y="72"/>
                </a:lnTo>
                <a:lnTo>
                  <a:pt x="145" y="72"/>
                </a:lnTo>
                <a:lnTo>
                  <a:pt x="145" y="73"/>
                </a:lnTo>
                <a:lnTo>
                  <a:pt x="145" y="74"/>
                </a:lnTo>
                <a:lnTo>
                  <a:pt x="146" y="74"/>
                </a:lnTo>
                <a:lnTo>
                  <a:pt x="147" y="74"/>
                </a:lnTo>
                <a:lnTo>
                  <a:pt x="147" y="75"/>
                </a:lnTo>
                <a:lnTo>
                  <a:pt x="148" y="75"/>
                </a:lnTo>
                <a:lnTo>
                  <a:pt x="149" y="75"/>
                </a:lnTo>
                <a:lnTo>
                  <a:pt x="150" y="75"/>
                </a:lnTo>
                <a:lnTo>
                  <a:pt x="150" y="74"/>
                </a:lnTo>
                <a:lnTo>
                  <a:pt x="151" y="74"/>
                </a:lnTo>
                <a:lnTo>
                  <a:pt x="152" y="73"/>
                </a:lnTo>
                <a:lnTo>
                  <a:pt x="153" y="72"/>
                </a:lnTo>
                <a:lnTo>
                  <a:pt x="154" y="71"/>
                </a:lnTo>
                <a:lnTo>
                  <a:pt x="155" y="71"/>
                </a:lnTo>
                <a:lnTo>
                  <a:pt x="155" y="70"/>
                </a:lnTo>
                <a:lnTo>
                  <a:pt x="155" y="69"/>
                </a:lnTo>
                <a:lnTo>
                  <a:pt x="154" y="69"/>
                </a:lnTo>
                <a:lnTo>
                  <a:pt x="154" y="67"/>
                </a:lnTo>
                <a:lnTo>
                  <a:pt x="155" y="67"/>
                </a:lnTo>
                <a:lnTo>
                  <a:pt x="156" y="67"/>
                </a:lnTo>
                <a:lnTo>
                  <a:pt x="157" y="67"/>
                </a:lnTo>
                <a:lnTo>
                  <a:pt x="158" y="67"/>
                </a:lnTo>
                <a:lnTo>
                  <a:pt x="158" y="68"/>
                </a:lnTo>
                <a:lnTo>
                  <a:pt x="159" y="69"/>
                </a:lnTo>
                <a:lnTo>
                  <a:pt x="160" y="69"/>
                </a:lnTo>
                <a:lnTo>
                  <a:pt x="160" y="70"/>
                </a:lnTo>
                <a:lnTo>
                  <a:pt x="161" y="70"/>
                </a:lnTo>
                <a:lnTo>
                  <a:pt x="162" y="69"/>
                </a:lnTo>
                <a:lnTo>
                  <a:pt x="162" y="68"/>
                </a:lnTo>
                <a:lnTo>
                  <a:pt x="163" y="68"/>
                </a:lnTo>
                <a:lnTo>
                  <a:pt x="163" y="67"/>
                </a:lnTo>
                <a:lnTo>
                  <a:pt x="164" y="68"/>
                </a:lnTo>
                <a:lnTo>
                  <a:pt x="164" y="67"/>
                </a:lnTo>
                <a:lnTo>
                  <a:pt x="164" y="66"/>
                </a:lnTo>
                <a:lnTo>
                  <a:pt x="165" y="66"/>
                </a:lnTo>
                <a:lnTo>
                  <a:pt x="165" y="65"/>
                </a:lnTo>
                <a:lnTo>
                  <a:pt x="164" y="65"/>
                </a:lnTo>
                <a:lnTo>
                  <a:pt x="164" y="64"/>
                </a:lnTo>
                <a:lnTo>
                  <a:pt x="163" y="64"/>
                </a:lnTo>
                <a:lnTo>
                  <a:pt x="163" y="63"/>
                </a:lnTo>
                <a:lnTo>
                  <a:pt x="162" y="63"/>
                </a:lnTo>
                <a:lnTo>
                  <a:pt x="162" y="62"/>
                </a:lnTo>
                <a:lnTo>
                  <a:pt x="161" y="61"/>
                </a:lnTo>
                <a:lnTo>
                  <a:pt x="161" y="60"/>
                </a:lnTo>
                <a:lnTo>
                  <a:pt x="161" y="59"/>
                </a:lnTo>
                <a:lnTo>
                  <a:pt x="161" y="58"/>
                </a:lnTo>
                <a:lnTo>
                  <a:pt x="162" y="58"/>
                </a:lnTo>
                <a:lnTo>
                  <a:pt x="162" y="57"/>
                </a:lnTo>
                <a:lnTo>
                  <a:pt x="162" y="56"/>
                </a:lnTo>
                <a:lnTo>
                  <a:pt x="162" y="55"/>
                </a:lnTo>
                <a:lnTo>
                  <a:pt x="161" y="54"/>
                </a:lnTo>
                <a:lnTo>
                  <a:pt x="161" y="53"/>
                </a:lnTo>
                <a:lnTo>
                  <a:pt x="162" y="53"/>
                </a:lnTo>
                <a:lnTo>
                  <a:pt x="161" y="53"/>
                </a:lnTo>
                <a:lnTo>
                  <a:pt x="161" y="52"/>
                </a:lnTo>
                <a:lnTo>
                  <a:pt x="160" y="52"/>
                </a:lnTo>
                <a:lnTo>
                  <a:pt x="159" y="52"/>
                </a:lnTo>
                <a:lnTo>
                  <a:pt x="158" y="51"/>
                </a:lnTo>
                <a:lnTo>
                  <a:pt x="158" y="50"/>
                </a:lnTo>
                <a:lnTo>
                  <a:pt x="159" y="50"/>
                </a:lnTo>
                <a:lnTo>
                  <a:pt x="159" y="49"/>
                </a:lnTo>
                <a:lnTo>
                  <a:pt x="159" y="48"/>
                </a:lnTo>
                <a:lnTo>
                  <a:pt x="158" y="48"/>
                </a:lnTo>
                <a:lnTo>
                  <a:pt x="158" y="47"/>
                </a:lnTo>
                <a:lnTo>
                  <a:pt x="157" y="47"/>
                </a:lnTo>
                <a:lnTo>
                  <a:pt x="157" y="46"/>
                </a:lnTo>
                <a:lnTo>
                  <a:pt x="156" y="45"/>
                </a:lnTo>
                <a:lnTo>
                  <a:pt x="155" y="45"/>
                </a:lnTo>
                <a:lnTo>
                  <a:pt x="154" y="44"/>
                </a:lnTo>
                <a:lnTo>
                  <a:pt x="153" y="44"/>
                </a:lnTo>
                <a:lnTo>
                  <a:pt x="152" y="44"/>
                </a:lnTo>
                <a:lnTo>
                  <a:pt x="151" y="43"/>
                </a:lnTo>
                <a:lnTo>
                  <a:pt x="150" y="43"/>
                </a:lnTo>
                <a:lnTo>
                  <a:pt x="150" y="42"/>
                </a:lnTo>
                <a:lnTo>
                  <a:pt x="150" y="41"/>
                </a:lnTo>
                <a:lnTo>
                  <a:pt x="149" y="41"/>
                </a:lnTo>
                <a:lnTo>
                  <a:pt x="148" y="41"/>
                </a:lnTo>
                <a:lnTo>
                  <a:pt x="147" y="41"/>
                </a:lnTo>
                <a:lnTo>
                  <a:pt x="146" y="40"/>
                </a:lnTo>
                <a:lnTo>
                  <a:pt x="145" y="40"/>
                </a:lnTo>
                <a:lnTo>
                  <a:pt x="144" y="40"/>
                </a:lnTo>
                <a:lnTo>
                  <a:pt x="143" y="40"/>
                </a:lnTo>
                <a:lnTo>
                  <a:pt x="142" y="40"/>
                </a:lnTo>
                <a:lnTo>
                  <a:pt x="140" y="40"/>
                </a:lnTo>
                <a:lnTo>
                  <a:pt x="140" y="39"/>
                </a:lnTo>
                <a:lnTo>
                  <a:pt x="139" y="38"/>
                </a:lnTo>
                <a:lnTo>
                  <a:pt x="138" y="38"/>
                </a:lnTo>
                <a:lnTo>
                  <a:pt x="137" y="38"/>
                </a:lnTo>
                <a:lnTo>
                  <a:pt x="136" y="38"/>
                </a:lnTo>
                <a:lnTo>
                  <a:pt x="135" y="37"/>
                </a:lnTo>
                <a:lnTo>
                  <a:pt x="134" y="37"/>
                </a:lnTo>
                <a:lnTo>
                  <a:pt x="134" y="38"/>
                </a:lnTo>
                <a:lnTo>
                  <a:pt x="133" y="39"/>
                </a:lnTo>
                <a:lnTo>
                  <a:pt x="132" y="39"/>
                </a:lnTo>
                <a:lnTo>
                  <a:pt x="131" y="39"/>
                </a:lnTo>
                <a:lnTo>
                  <a:pt x="130" y="40"/>
                </a:lnTo>
                <a:lnTo>
                  <a:pt x="129" y="41"/>
                </a:lnTo>
                <a:lnTo>
                  <a:pt x="128" y="41"/>
                </a:lnTo>
                <a:lnTo>
                  <a:pt x="128" y="40"/>
                </a:lnTo>
                <a:lnTo>
                  <a:pt x="127" y="39"/>
                </a:lnTo>
                <a:lnTo>
                  <a:pt x="126" y="38"/>
                </a:lnTo>
                <a:lnTo>
                  <a:pt x="126" y="36"/>
                </a:lnTo>
                <a:lnTo>
                  <a:pt x="126" y="35"/>
                </a:lnTo>
                <a:lnTo>
                  <a:pt x="127" y="35"/>
                </a:lnTo>
                <a:lnTo>
                  <a:pt x="127" y="34"/>
                </a:lnTo>
                <a:lnTo>
                  <a:pt x="126" y="33"/>
                </a:lnTo>
                <a:lnTo>
                  <a:pt x="127" y="32"/>
                </a:lnTo>
                <a:lnTo>
                  <a:pt x="127" y="31"/>
                </a:lnTo>
                <a:lnTo>
                  <a:pt x="127" y="30"/>
                </a:lnTo>
                <a:lnTo>
                  <a:pt x="128" y="30"/>
                </a:lnTo>
                <a:lnTo>
                  <a:pt x="128" y="29"/>
                </a:lnTo>
                <a:lnTo>
                  <a:pt x="128" y="28"/>
                </a:lnTo>
                <a:lnTo>
                  <a:pt x="128" y="27"/>
                </a:lnTo>
                <a:lnTo>
                  <a:pt x="128" y="26"/>
                </a:lnTo>
                <a:lnTo>
                  <a:pt x="128" y="25"/>
                </a:lnTo>
                <a:lnTo>
                  <a:pt x="128" y="24"/>
                </a:lnTo>
                <a:lnTo>
                  <a:pt x="128" y="23"/>
                </a:lnTo>
                <a:lnTo>
                  <a:pt x="128" y="22"/>
                </a:lnTo>
                <a:lnTo>
                  <a:pt x="129" y="22"/>
                </a:lnTo>
                <a:lnTo>
                  <a:pt x="129" y="21"/>
                </a:lnTo>
                <a:lnTo>
                  <a:pt x="128" y="21"/>
                </a:lnTo>
                <a:lnTo>
                  <a:pt x="127" y="21"/>
                </a:lnTo>
                <a:lnTo>
                  <a:pt x="126" y="21"/>
                </a:lnTo>
                <a:lnTo>
                  <a:pt x="125" y="20"/>
                </a:lnTo>
                <a:lnTo>
                  <a:pt x="124" y="20"/>
                </a:lnTo>
                <a:lnTo>
                  <a:pt x="124" y="19"/>
                </a:lnTo>
                <a:lnTo>
                  <a:pt x="123" y="19"/>
                </a:lnTo>
                <a:lnTo>
                  <a:pt x="122" y="19"/>
                </a:lnTo>
                <a:lnTo>
                  <a:pt x="122" y="18"/>
                </a:lnTo>
                <a:lnTo>
                  <a:pt x="121" y="18"/>
                </a:lnTo>
                <a:lnTo>
                  <a:pt x="120" y="18"/>
                </a:lnTo>
                <a:lnTo>
                  <a:pt x="119" y="17"/>
                </a:lnTo>
                <a:lnTo>
                  <a:pt x="119" y="16"/>
                </a:lnTo>
                <a:lnTo>
                  <a:pt x="118" y="16"/>
                </a:lnTo>
                <a:lnTo>
                  <a:pt x="118" y="17"/>
                </a:lnTo>
                <a:lnTo>
                  <a:pt x="117" y="17"/>
                </a:lnTo>
                <a:lnTo>
                  <a:pt x="115" y="17"/>
                </a:lnTo>
                <a:lnTo>
                  <a:pt x="114" y="17"/>
                </a:lnTo>
                <a:lnTo>
                  <a:pt x="113" y="17"/>
                </a:lnTo>
                <a:lnTo>
                  <a:pt x="111" y="18"/>
                </a:lnTo>
                <a:lnTo>
                  <a:pt x="111" y="17"/>
                </a:lnTo>
                <a:lnTo>
                  <a:pt x="110" y="16"/>
                </a:lnTo>
                <a:lnTo>
                  <a:pt x="109" y="16"/>
                </a:lnTo>
                <a:lnTo>
                  <a:pt x="108" y="16"/>
                </a:lnTo>
                <a:lnTo>
                  <a:pt x="108" y="15"/>
                </a:lnTo>
                <a:lnTo>
                  <a:pt x="107" y="15"/>
                </a:lnTo>
                <a:lnTo>
                  <a:pt x="107" y="16"/>
                </a:lnTo>
                <a:lnTo>
                  <a:pt x="106" y="16"/>
                </a:lnTo>
                <a:lnTo>
                  <a:pt x="106" y="15"/>
                </a:lnTo>
                <a:lnTo>
                  <a:pt x="105" y="15"/>
                </a:lnTo>
                <a:lnTo>
                  <a:pt x="104" y="15"/>
                </a:lnTo>
                <a:lnTo>
                  <a:pt x="103" y="15"/>
                </a:lnTo>
                <a:lnTo>
                  <a:pt x="103" y="14"/>
                </a:lnTo>
                <a:lnTo>
                  <a:pt x="102" y="14"/>
                </a:lnTo>
                <a:lnTo>
                  <a:pt x="101" y="14"/>
                </a:lnTo>
                <a:lnTo>
                  <a:pt x="99" y="14"/>
                </a:lnTo>
                <a:lnTo>
                  <a:pt x="98" y="14"/>
                </a:lnTo>
                <a:lnTo>
                  <a:pt x="98" y="13"/>
                </a:lnTo>
                <a:lnTo>
                  <a:pt x="97" y="13"/>
                </a:lnTo>
                <a:lnTo>
                  <a:pt x="96" y="13"/>
                </a:lnTo>
                <a:lnTo>
                  <a:pt x="97" y="13"/>
                </a:lnTo>
                <a:lnTo>
                  <a:pt x="97" y="12"/>
                </a:lnTo>
                <a:lnTo>
                  <a:pt x="97" y="11"/>
                </a:lnTo>
                <a:lnTo>
                  <a:pt x="99" y="10"/>
                </a:lnTo>
                <a:lnTo>
                  <a:pt x="100" y="10"/>
                </a:lnTo>
                <a:lnTo>
                  <a:pt x="100" y="9"/>
                </a:lnTo>
                <a:lnTo>
                  <a:pt x="100" y="8"/>
                </a:lnTo>
                <a:lnTo>
                  <a:pt x="101" y="7"/>
                </a:lnTo>
                <a:lnTo>
                  <a:pt x="102" y="7"/>
                </a:lnTo>
                <a:lnTo>
                  <a:pt x="103" y="6"/>
                </a:lnTo>
                <a:lnTo>
                  <a:pt x="102" y="6"/>
                </a:lnTo>
                <a:lnTo>
                  <a:pt x="102" y="5"/>
                </a:lnTo>
                <a:lnTo>
                  <a:pt x="103" y="4"/>
                </a:lnTo>
                <a:lnTo>
                  <a:pt x="103" y="3"/>
                </a:lnTo>
                <a:lnTo>
                  <a:pt x="104" y="3"/>
                </a:lnTo>
                <a:lnTo>
                  <a:pt x="104" y="4"/>
                </a:lnTo>
                <a:lnTo>
                  <a:pt x="105" y="4"/>
                </a:lnTo>
                <a:lnTo>
                  <a:pt x="105" y="3"/>
                </a:lnTo>
                <a:lnTo>
                  <a:pt x="106" y="3"/>
                </a:lnTo>
                <a:lnTo>
                  <a:pt x="106" y="4"/>
                </a:lnTo>
                <a:lnTo>
                  <a:pt x="107" y="4"/>
                </a:lnTo>
                <a:lnTo>
                  <a:pt x="108" y="4"/>
                </a:lnTo>
                <a:lnTo>
                  <a:pt x="109" y="4"/>
                </a:lnTo>
                <a:lnTo>
                  <a:pt x="109" y="5"/>
                </a:lnTo>
                <a:lnTo>
                  <a:pt x="110" y="5"/>
                </a:lnTo>
                <a:lnTo>
                  <a:pt x="110" y="4"/>
                </a:lnTo>
                <a:lnTo>
                  <a:pt x="111" y="4"/>
                </a:lnTo>
                <a:lnTo>
                  <a:pt x="112" y="4"/>
                </a:lnTo>
                <a:lnTo>
                  <a:pt x="112" y="5"/>
                </a:lnTo>
                <a:lnTo>
                  <a:pt x="112" y="4"/>
                </a:lnTo>
                <a:lnTo>
                  <a:pt x="111" y="3"/>
                </a:lnTo>
                <a:lnTo>
                  <a:pt x="111" y="2"/>
                </a:lnTo>
                <a:lnTo>
                  <a:pt x="112" y="2"/>
                </a:lnTo>
                <a:lnTo>
                  <a:pt x="112" y="1"/>
                </a:lnTo>
                <a:lnTo>
                  <a:pt x="113" y="1"/>
                </a:lnTo>
                <a:lnTo>
                  <a:pt x="113" y="0"/>
                </a:lnTo>
                <a:lnTo>
                  <a:pt x="11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6" name=""/>
          <p:cNvSpPr/>
          <p:nvPr/>
        </p:nvSpPr>
        <p:spPr>
          <a:xfrm>
            <a:off x="1918800" y="4025880"/>
            <a:ext cx="177840" cy="202320"/>
          </a:xfrm>
          <a:custGeom>
            <a:avLst/>
            <a:gdLst/>
            <a:ahLst/>
            <a:rect l="0" t="0" r="r" b="b"/>
            <a:pathLst>
              <a:path w="494" h="562">
                <a:moveTo>
                  <a:pt x="185" y="0"/>
                </a:moveTo>
                <a:lnTo>
                  <a:pt x="186" y="0"/>
                </a:lnTo>
                <a:lnTo>
                  <a:pt x="186" y="1"/>
                </a:lnTo>
                <a:lnTo>
                  <a:pt x="187" y="1"/>
                </a:lnTo>
                <a:lnTo>
                  <a:pt x="188" y="1"/>
                </a:lnTo>
                <a:lnTo>
                  <a:pt x="189" y="1"/>
                </a:lnTo>
                <a:lnTo>
                  <a:pt x="189" y="2"/>
                </a:lnTo>
                <a:lnTo>
                  <a:pt x="190" y="2"/>
                </a:lnTo>
                <a:lnTo>
                  <a:pt x="191" y="1"/>
                </a:lnTo>
                <a:lnTo>
                  <a:pt x="192" y="1"/>
                </a:lnTo>
                <a:lnTo>
                  <a:pt x="192" y="2"/>
                </a:lnTo>
                <a:lnTo>
                  <a:pt x="192" y="3"/>
                </a:lnTo>
                <a:lnTo>
                  <a:pt x="192" y="4"/>
                </a:lnTo>
                <a:lnTo>
                  <a:pt x="192" y="5"/>
                </a:lnTo>
                <a:lnTo>
                  <a:pt x="192" y="6"/>
                </a:lnTo>
                <a:lnTo>
                  <a:pt x="193" y="6"/>
                </a:lnTo>
                <a:lnTo>
                  <a:pt x="193" y="7"/>
                </a:lnTo>
                <a:lnTo>
                  <a:pt x="194" y="7"/>
                </a:lnTo>
                <a:lnTo>
                  <a:pt x="195" y="7"/>
                </a:lnTo>
                <a:lnTo>
                  <a:pt x="196" y="7"/>
                </a:lnTo>
                <a:lnTo>
                  <a:pt x="198" y="7"/>
                </a:lnTo>
                <a:lnTo>
                  <a:pt x="199" y="7"/>
                </a:lnTo>
                <a:lnTo>
                  <a:pt x="200" y="8"/>
                </a:lnTo>
                <a:lnTo>
                  <a:pt x="201" y="8"/>
                </a:lnTo>
                <a:lnTo>
                  <a:pt x="202" y="8"/>
                </a:lnTo>
                <a:lnTo>
                  <a:pt x="204" y="8"/>
                </a:lnTo>
                <a:lnTo>
                  <a:pt x="205" y="8"/>
                </a:lnTo>
                <a:lnTo>
                  <a:pt x="207" y="8"/>
                </a:lnTo>
                <a:lnTo>
                  <a:pt x="208" y="8"/>
                </a:lnTo>
                <a:lnTo>
                  <a:pt x="209" y="8"/>
                </a:lnTo>
                <a:lnTo>
                  <a:pt x="210" y="8"/>
                </a:lnTo>
                <a:lnTo>
                  <a:pt x="211" y="8"/>
                </a:lnTo>
                <a:lnTo>
                  <a:pt x="212" y="8"/>
                </a:lnTo>
                <a:lnTo>
                  <a:pt x="212" y="9"/>
                </a:lnTo>
                <a:lnTo>
                  <a:pt x="213" y="9"/>
                </a:lnTo>
                <a:lnTo>
                  <a:pt x="214" y="9"/>
                </a:lnTo>
                <a:lnTo>
                  <a:pt x="215" y="9"/>
                </a:lnTo>
                <a:lnTo>
                  <a:pt x="216" y="9"/>
                </a:lnTo>
                <a:lnTo>
                  <a:pt x="217" y="9"/>
                </a:lnTo>
                <a:lnTo>
                  <a:pt x="218" y="9"/>
                </a:lnTo>
                <a:lnTo>
                  <a:pt x="221" y="9"/>
                </a:lnTo>
                <a:lnTo>
                  <a:pt x="222" y="9"/>
                </a:lnTo>
                <a:lnTo>
                  <a:pt x="222" y="10"/>
                </a:lnTo>
                <a:lnTo>
                  <a:pt x="222" y="11"/>
                </a:lnTo>
                <a:lnTo>
                  <a:pt x="223" y="11"/>
                </a:lnTo>
                <a:lnTo>
                  <a:pt x="223" y="12"/>
                </a:lnTo>
                <a:lnTo>
                  <a:pt x="224" y="12"/>
                </a:lnTo>
                <a:lnTo>
                  <a:pt x="225" y="12"/>
                </a:lnTo>
                <a:lnTo>
                  <a:pt x="225" y="13"/>
                </a:lnTo>
                <a:lnTo>
                  <a:pt x="226" y="13"/>
                </a:lnTo>
                <a:lnTo>
                  <a:pt x="225" y="13"/>
                </a:lnTo>
                <a:lnTo>
                  <a:pt x="225" y="14"/>
                </a:lnTo>
                <a:lnTo>
                  <a:pt x="226" y="14"/>
                </a:lnTo>
                <a:lnTo>
                  <a:pt x="226" y="15"/>
                </a:lnTo>
                <a:lnTo>
                  <a:pt x="227" y="15"/>
                </a:lnTo>
                <a:lnTo>
                  <a:pt x="227" y="16"/>
                </a:lnTo>
                <a:lnTo>
                  <a:pt x="228" y="16"/>
                </a:lnTo>
                <a:lnTo>
                  <a:pt x="228" y="15"/>
                </a:lnTo>
                <a:lnTo>
                  <a:pt x="228" y="16"/>
                </a:lnTo>
                <a:lnTo>
                  <a:pt x="229" y="16"/>
                </a:lnTo>
                <a:lnTo>
                  <a:pt x="228" y="16"/>
                </a:lnTo>
                <a:lnTo>
                  <a:pt x="229" y="17"/>
                </a:lnTo>
                <a:lnTo>
                  <a:pt x="229" y="18"/>
                </a:lnTo>
                <a:lnTo>
                  <a:pt x="229" y="19"/>
                </a:lnTo>
                <a:lnTo>
                  <a:pt x="230" y="19"/>
                </a:lnTo>
                <a:lnTo>
                  <a:pt x="230" y="18"/>
                </a:lnTo>
                <a:lnTo>
                  <a:pt x="231" y="18"/>
                </a:lnTo>
                <a:lnTo>
                  <a:pt x="232" y="18"/>
                </a:lnTo>
                <a:lnTo>
                  <a:pt x="233" y="18"/>
                </a:lnTo>
                <a:lnTo>
                  <a:pt x="233" y="19"/>
                </a:lnTo>
                <a:lnTo>
                  <a:pt x="233" y="20"/>
                </a:lnTo>
                <a:lnTo>
                  <a:pt x="234" y="19"/>
                </a:lnTo>
                <a:lnTo>
                  <a:pt x="234" y="20"/>
                </a:lnTo>
                <a:lnTo>
                  <a:pt x="233" y="20"/>
                </a:lnTo>
                <a:lnTo>
                  <a:pt x="233" y="21"/>
                </a:lnTo>
                <a:lnTo>
                  <a:pt x="234" y="21"/>
                </a:lnTo>
                <a:lnTo>
                  <a:pt x="234" y="22"/>
                </a:lnTo>
                <a:lnTo>
                  <a:pt x="235" y="22"/>
                </a:lnTo>
                <a:lnTo>
                  <a:pt x="236" y="22"/>
                </a:lnTo>
                <a:lnTo>
                  <a:pt x="237" y="21"/>
                </a:lnTo>
                <a:lnTo>
                  <a:pt x="238" y="20"/>
                </a:lnTo>
                <a:lnTo>
                  <a:pt x="239" y="21"/>
                </a:lnTo>
                <a:lnTo>
                  <a:pt x="240" y="21"/>
                </a:lnTo>
                <a:lnTo>
                  <a:pt x="240" y="20"/>
                </a:lnTo>
                <a:lnTo>
                  <a:pt x="241" y="20"/>
                </a:lnTo>
                <a:lnTo>
                  <a:pt x="241" y="21"/>
                </a:lnTo>
                <a:lnTo>
                  <a:pt x="242" y="21"/>
                </a:lnTo>
                <a:lnTo>
                  <a:pt x="243" y="21"/>
                </a:lnTo>
                <a:lnTo>
                  <a:pt x="244" y="21"/>
                </a:lnTo>
                <a:lnTo>
                  <a:pt x="245" y="21"/>
                </a:lnTo>
                <a:lnTo>
                  <a:pt x="245" y="20"/>
                </a:lnTo>
                <a:lnTo>
                  <a:pt x="246" y="20"/>
                </a:lnTo>
                <a:lnTo>
                  <a:pt x="246" y="21"/>
                </a:lnTo>
                <a:lnTo>
                  <a:pt x="247" y="21"/>
                </a:lnTo>
                <a:lnTo>
                  <a:pt x="247" y="22"/>
                </a:lnTo>
                <a:lnTo>
                  <a:pt x="247" y="23"/>
                </a:lnTo>
                <a:lnTo>
                  <a:pt x="248" y="23"/>
                </a:lnTo>
                <a:lnTo>
                  <a:pt x="248" y="24"/>
                </a:lnTo>
                <a:lnTo>
                  <a:pt x="249" y="24"/>
                </a:lnTo>
                <a:lnTo>
                  <a:pt x="249" y="23"/>
                </a:lnTo>
                <a:lnTo>
                  <a:pt x="250" y="23"/>
                </a:lnTo>
                <a:lnTo>
                  <a:pt x="250" y="24"/>
                </a:lnTo>
                <a:lnTo>
                  <a:pt x="251" y="24"/>
                </a:lnTo>
                <a:lnTo>
                  <a:pt x="251" y="23"/>
                </a:lnTo>
                <a:lnTo>
                  <a:pt x="252" y="24"/>
                </a:lnTo>
                <a:lnTo>
                  <a:pt x="253" y="24"/>
                </a:lnTo>
                <a:lnTo>
                  <a:pt x="254" y="24"/>
                </a:lnTo>
                <a:lnTo>
                  <a:pt x="255" y="24"/>
                </a:lnTo>
                <a:lnTo>
                  <a:pt x="256" y="24"/>
                </a:lnTo>
                <a:lnTo>
                  <a:pt x="257" y="24"/>
                </a:lnTo>
                <a:lnTo>
                  <a:pt x="258" y="24"/>
                </a:lnTo>
                <a:lnTo>
                  <a:pt x="257" y="24"/>
                </a:lnTo>
                <a:lnTo>
                  <a:pt x="258" y="24"/>
                </a:lnTo>
                <a:lnTo>
                  <a:pt x="258" y="25"/>
                </a:lnTo>
                <a:lnTo>
                  <a:pt x="259" y="24"/>
                </a:lnTo>
                <a:lnTo>
                  <a:pt x="259" y="25"/>
                </a:lnTo>
                <a:lnTo>
                  <a:pt x="259" y="24"/>
                </a:lnTo>
                <a:lnTo>
                  <a:pt x="260" y="24"/>
                </a:lnTo>
                <a:lnTo>
                  <a:pt x="260" y="25"/>
                </a:lnTo>
                <a:lnTo>
                  <a:pt x="261" y="25"/>
                </a:lnTo>
                <a:lnTo>
                  <a:pt x="261" y="24"/>
                </a:lnTo>
                <a:lnTo>
                  <a:pt x="262" y="24"/>
                </a:lnTo>
                <a:lnTo>
                  <a:pt x="263" y="23"/>
                </a:lnTo>
                <a:lnTo>
                  <a:pt x="263" y="24"/>
                </a:lnTo>
                <a:lnTo>
                  <a:pt x="263" y="23"/>
                </a:lnTo>
                <a:lnTo>
                  <a:pt x="264" y="23"/>
                </a:lnTo>
                <a:lnTo>
                  <a:pt x="264" y="22"/>
                </a:lnTo>
                <a:lnTo>
                  <a:pt x="264" y="21"/>
                </a:lnTo>
                <a:lnTo>
                  <a:pt x="265" y="21"/>
                </a:lnTo>
                <a:lnTo>
                  <a:pt x="266" y="21"/>
                </a:lnTo>
                <a:lnTo>
                  <a:pt x="267" y="21"/>
                </a:lnTo>
                <a:lnTo>
                  <a:pt x="267" y="22"/>
                </a:lnTo>
                <a:lnTo>
                  <a:pt x="268" y="22"/>
                </a:lnTo>
                <a:lnTo>
                  <a:pt x="268" y="23"/>
                </a:lnTo>
                <a:lnTo>
                  <a:pt x="269" y="22"/>
                </a:lnTo>
                <a:lnTo>
                  <a:pt x="270" y="22"/>
                </a:lnTo>
                <a:lnTo>
                  <a:pt x="270" y="23"/>
                </a:lnTo>
                <a:lnTo>
                  <a:pt x="271" y="23"/>
                </a:lnTo>
                <a:lnTo>
                  <a:pt x="272" y="23"/>
                </a:lnTo>
                <a:lnTo>
                  <a:pt x="272" y="24"/>
                </a:lnTo>
                <a:lnTo>
                  <a:pt x="273" y="24"/>
                </a:lnTo>
                <a:lnTo>
                  <a:pt x="274" y="25"/>
                </a:lnTo>
                <a:lnTo>
                  <a:pt x="273" y="26"/>
                </a:lnTo>
                <a:lnTo>
                  <a:pt x="274" y="26"/>
                </a:lnTo>
                <a:lnTo>
                  <a:pt x="275" y="26"/>
                </a:lnTo>
                <a:lnTo>
                  <a:pt x="276" y="26"/>
                </a:lnTo>
                <a:lnTo>
                  <a:pt x="276" y="27"/>
                </a:lnTo>
                <a:lnTo>
                  <a:pt x="277" y="27"/>
                </a:lnTo>
                <a:lnTo>
                  <a:pt x="277" y="28"/>
                </a:lnTo>
                <a:lnTo>
                  <a:pt x="278" y="28"/>
                </a:lnTo>
                <a:lnTo>
                  <a:pt x="278" y="27"/>
                </a:lnTo>
                <a:lnTo>
                  <a:pt x="278" y="26"/>
                </a:lnTo>
                <a:lnTo>
                  <a:pt x="278" y="27"/>
                </a:lnTo>
                <a:lnTo>
                  <a:pt x="279" y="27"/>
                </a:lnTo>
                <a:lnTo>
                  <a:pt x="279" y="28"/>
                </a:lnTo>
                <a:lnTo>
                  <a:pt x="279" y="27"/>
                </a:lnTo>
                <a:lnTo>
                  <a:pt x="279" y="28"/>
                </a:lnTo>
                <a:lnTo>
                  <a:pt x="280" y="28"/>
                </a:lnTo>
                <a:lnTo>
                  <a:pt x="281" y="28"/>
                </a:lnTo>
                <a:lnTo>
                  <a:pt x="282" y="29"/>
                </a:lnTo>
                <a:lnTo>
                  <a:pt x="282" y="30"/>
                </a:lnTo>
                <a:lnTo>
                  <a:pt x="283" y="30"/>
                </a:lnTo>
                <a:lnTo>
                  <a:pt x="284" y="30"/>
                </a:lnTo>
                <a:lnTo>
                  <a:pt x="284" y="29"/>
                </a:lnTo>
                <a:lnTo>
                  <a:pt x="285" y="29"/>
                </a:lnTo>
                <a:lnTo>
                  <a:pt x="286" y="29"/>
                </a:lnTo>
                <a:lnTo>
                  <a:pt x="286" y="30"/>
                </a:lnTo>
                <a:lnTo>
                  <a:pt x="284" y="32"/>
                </a:lnTo>
                <a:lnTo>
                  <a:pt x="284" y="33"/>
                </a:lnTo>
                <a:lnTo>
                  <a:pt x="285" y="33"/>
                </a:lnTo>
                <a:lnTo>
                  <a:pt x="285" y="34"/>
                </a:lnTo>
                <a:lnTo>
                  <a:pt x="286" y="34"/>
                </a:lnTo>
                <a:lnTo>
                  <a:pt x="287" y="34"/>
                </a:lnTo>
                <a:lnTo>
                  <a:pt x="288" y="34"/>
                </a:lnTo>
                <a:lnTo>
                  <a:pt x="288" y="35"/>
                </a:lnTo>
                <a:lnTo>
                  <a:pt x="289" y="36"/>
                </a:lnTo>
                <a:lnTo>
                  <a:pt x="290" y="36"/>
                </a:lnTo>
                <a:lnTo>
                  <a:pt x="291" y="36"/>
                </a:lnTo>
                <a:lnTo>
                  <a:pt x="291" y="37"/>
                </a:lnTo>
                <a:lnTo>
                  <a:pt x="292" y="37"/>
                </a:lnTo>
                <a:lnTo>
                  <a:pt x="292" y="38"/>
                </a:lnTo>
                <a:lnTo>
                  <a:pt x="292" y="37"/>
                </a:lnTo>
                <a:lnTo>
                  <a:pt x="293" y="37"/>
                </a:lnTo>
                <a:lnTo>
                  <a:pt x="293" y="38"/>
                </a:lnTo>
                <a:lnTo>
                  <a:pt x="293" y="39"/>
                </a:lnTo>
                <a:lnTo>
                  <a:pt x="294" y="39"/>
                </a:lnTo>
                <a:lnTo>
                  <a:pt x="295" y="39"/>
                </a:lnTo>
                <a:lnTo>
                  <a:pt x="294" y="39"/>
                </a:lnTo>
                <a:lnTo>
                  <a:pt x="294" y="38"/>
                </a:lnTo>
                <a:lnTo>
                  <a:pt x="294" y="37"/>
                </a:lnTo>
                <a:lnTo>
                  <a:pt x="295" y="37"/>
                </a:lnTo>
                <a:lnTo>
                  <a:pt x="295" y="38"/>
                </a:lnTo>
                <a:lnTo>
                  <a:pt x="295" y="39"/>
                </a:lnTo>
                <a:lnTo>
                  <a:pt x="296" y="39"/>
                </a:lnTo>
                <a:lnTo>
                  <a:pt x="296" y="40"/>
                </a:lnTo>
                <a:lnTo>
                  <a:pt x="295" y="40"/>
                </a:lnTo>
                <a:lnTo>
                  <a:pt x="295" y="42"/>
                </a:lnTo>
                <a:lnTo>
                  <a:pt x="295" y="43"/>
                </a:lnTo>
                <a:lnTo>
                  <a:pt x="295" y="44"/>
                </a:lnTo>
                <a:lnTo>
                  <a:pt x="294" y="44"/>
                </a:lnTo>
                <a:lnTo>
                  <a:pt x="295" y="45"/>
                </a:lnTo>
                <a:lnTo>
                  <a:pt x="295" y="46"/>
                </a:lnTo>
                <a:lnTo>
                  <a:pt x="296" y="46"/>
                </a:lnTo>
                <a:lnTo>
                  <a:pt x="297" y="46"/>
                </a:lnTo>
                <a:lnTo>
                  <a:pt x="297" y="45"/>
                </a:lnTo>
                <a:lnTo>
                  <a:pt x="298" y="46"/>
                </a:lnTo>
                <a:lnTo>
                  <a:pt x="298" y="47"/>
                </a:lnTo>
                <a:lnTo>
                  <a:pt x="299" y="47"/>
                </a:lnTo>
                <a:lnTo>
                  <a:pt x="299" y="48"/>
                </a:lnTo>
                <a:lnTo>
                  <a:pt x="299" y="47"/>
                </a:lnTo>
                <a:lnTo>
                  <a:pt x="300" y="47"/>
                </a:lnTo>
                <a:lnTo>
                  <a:pt x="300" y="48"/>
                </a:lnTo>
                <a:lnTo>
                  <a:pt x="301" y="48"/>
                </a:lnTo>
                <a:lnTo>
                  <a:pt x="302" y="48"/>
                </a:lnTo>
                <a:lnTo>
                  <a:pt x="303" y="48"/>
                </a:lnTo>
                <a:lnTo>
                  <a:pt x="304" y="48"/>
                </a:lnTo>
                <a:lnTo>
                  <a:pt x="304" y="47"/>
                </a:lnTo>
                <a:lnTo>
                  <a:pt x="304" y="48"/>
                </a:lnTo>
                <a:lnTo>
                  <a:pt x="305" y="48"/>
                </a:lnTo>
                <a:lnTo>
                  <a:pt x="305" y="49"/>
                </a:lnTo>
                <a:lnTo>
                  <a:pt x="306" y="49"/>
                </a:lnTo>
                <a:lnTo>
                  <a:pt x="306" y="51"/>
                </a:lnTo>
                <a:lnTo>
                  <a:pt x="306" y="52"/>
                </a:lnTo>
                <a:lnTo>
                  <a:pt x="307" y="52"/>
                </a:lnTo>
                <a:lnTo>
                  <a:pt x="307" y="51"/>
                </a:lnTo>
                <a:lnTo>
                  <a:pt x="307" y="50"/>
                </a:lnTo>
                <a:lnTo>
                  <a:pt x="308" y="50"/>
                </a:lnTo>
                <a:lnTo>
                  <a:pt x="309" y="50"/>
                </a:lnTo>
                <a:lnTo>
                  <a:pt x="308" y="50"/>
                </a:lnTo>
                <a:lnTo>
                  <a:pt x="308" y="49"/>
                </a:lnTo>
                <a:lnTo>
                  <a:pt x="309" y="49"/>
                </a:lnTo>
                <a:lnTo>
                  <a:pt x="309" y="48"/>
                </a:lnTo>
                <a:lnTo>
                  <a:pt x="310" y="48"/>
                </a:lnTo>
                <a:lnTo>
                  <a:pt x="311" y="48"/>
                </a:lnTo>
                <a:lnTo>
                  <a:pt x="311" y="49"/>
                </a:lnTo>
                <a:lnTo>
                  <a:pt x="310" y="49"/>
                </a:lnTo>
                <a:lnTo>
                  <a:pt x="310" y="50"/>
                </a:lnTo>
                <a:lnTo>
                  <a:pt x="309" y="50"/>
                </a:lnTo>
                <a:lnTo>
                  <a:pt x="309" y="51"/>
                </a:lnTo>
                <a:lnTo>
                  <a:pt x="310" y="51"/>
                </a:lnTo>
                <a:lnTo>
                  <a:pt x="310" y="52"/>
                </a:lnTo>
                <a:lnTo>
                  <a:pt x="310" y="53"/>
                </a:lnTo>
                <a:lnTo>
                  <a:pt x="311" y="53"/>
                </a:lnTo>
                <a:lnTo>
                  <a:pt x="312" y="53"/>
                </a:lnTo>
                <a:lnTo>
                  <a:pt x="313" y="54"/>
                </a:lnTo>
                <a:lnTo>
                  <a:pt x="314" y="54"/>
                </a:lnTo>
                <a:lnTo>
                  <a:pt x="315" y="54"/>
                </a:lnTo>
                <a:lnTo>
                  <a:pt x="315" y="55"/>
                </a:lnTo>
                <a:lnTo>
                  <a:pt x="316" y="55"/>
                </a:lnTo>
                <a:lnTo>
                  <a:pt x="316" y="57"/>
                </a:lnTo>
                <a:lnTo>
                  <a:pt x="316" y="58"/>
                </a:lnTo>
                <a:lnTo>
                  <a:pt x="316" y="59"/>
                </a:lnTo>
                <a:lnTo>
                  <a:pt x="315" y="59"/>
                </a:lnTo>
                <a:lnTo>
                  <a:pt x="315" y="60"/>
                </a:lnTo>
                <a:lnTo>
                  <a:pt x="314" y="60"/>
                </a:lnTo>
                <a:lnTo>
                  <a:pt x="314" y="61"/>
                </a:lnTo>
                <a:lnTo>
                  <a:pt x="314" y="63"/>
                </a:lnTo>
                <a:lnTo>
                  <a:pt x="314" y="64"/>
                </a:lnTo>
                <a:lnTo>
                  <a:pt x="315" y="64"/>
                </a:lnTo>
                <a:lnTo>
                  <a:pt x="315" y="63"/>
                </a:lnTo>
                <a:lnTo>
                  <a:pt x="315" y="62"/>
                </a:lnTo>
                <a:lnTo>
                  <a:pt x="316" y="62"/>
                </a:lnTo>
                <a:lnTo>
                  <a:pt x="317" y="62"/>
                </a:lnTo>
                <a:lnTo>
                  <a:pt x="317" y="61"/>
                </a:lnTo>
                <a:lnTo>
                  <a:pt x="317" y="60"/>
                </a:lnTo>
                <a:lnTo>
                  <a:pt x="318" y="60"/>
                </a:lnTo>
                <a:lnTo>
                  <a:pt x="319" y="60"/>
                </a:lnTo>
                <a:lnTo>
                  <a:pt x="320" y="60"/>
                </a:lnTo>
                <a:lnTo>
                  <a:pt x="321" y="60"/>
                </a:lnTo>
                <a:lnTo>
                  <a:pt x="322" y="60"/>
                </a:lnTo>
                <a:lnTo>
                  <a:pt x="322" y="59"/>
                </a:lnTo>
                <a:lnTo>
                  <a:pt x="323" y="59"/>
                </a:lnTo>
                <a:lnTo>
                  <a:pt x="323" y="58"/>
                </a:lnTo>
                <a:lnTo>
                  <a:pt x="324" y="58"/>
                </a:lnTo>
                <a:lnTo>
                  <a:pt x="324" y="57"/>
                </a:lnTo>
                <a:lnTo>
                  <a:pt x="324" y="58"/>
                </a:lnTo>
                <a:lnTo>
                  <a:pt x="325" y="58"/>
                </a:lnTo>
                <a:lnTo>
                  <a:pt x="325" y="57"/>
                </a:lnTo>
                <a:lnTo>
                  <a:pt x="325" y="56"/>
                </a:lnTo>
                <a:lnTo>
                  <a:pt x="326" y="56"/>
                </a:lnTo>
                <a:lnTo>
                  <a:pt x="326" y="55"/>
                </a:lnTo>
                <a:lnTo>
                  <a:pt x="327" y="55"/>
                </a:lnTo>
                <a:lnTo>
                  <a:pt x="327" y="54"/>
                </a:lnTo>
                <a:lnTo>
                  <a:pt x="327" y="53"/>
                </a:lnTo>
                <a:lnTo>
                  <a:pt x="327" y="52"/>
                </a:lnTo>
                <a:lnTo>
                  <a:pt x="329" y="51"/>
                </a:lnTo>
                <a:lnTo>
                  <a:pt x="329" y="50"/>
                </a:lnTo>
                <a:lnTo>
                  <a:pt x="330" y="51"/>
                </a:lnTo>
                <a:lnTo>
                  <a:pt x="331" y="50"/>
                </a:lnTo>
                <a:lnTo>
                  <a:pt x="333" y="51"/>
                </a:lnTo>
                <a:lnTo>
                  <a:pt x="335" y="51"/>
                </a:lnTo>
                <a:lnTo>
                  <a:pt x="335" y="52"/>
                </a:lnTo>
                <a:lnTo>
                  <a:pt x="335" y="53"/>
                </a:lnTo>
                <a:lnTo>
                  <a:pt x="336" y="53"/>
                </a:lnTo>
                <a:lnTo>
                  <a:pt x="337" y="53"/>
                </a:lnTo>
                <a:lnTo>
                  <a:pt x="338" y="54"/>
                </a:lnTo>
                <a:lnTo>
                  <a:pt x="339" y="54"/>
                </a:lnTo>
                <a:lnTo>
                  <a:pt x="339" y="53"/>
                </a:lnTo>
                <a:lnTo>
                  <a:pt x="340" y="53"/>
                </a:lnTo>
                <a:lnTo>
                  <a:pt x="340" y="52"/>
                </a:lnTo>
                <a:lnTo>
                  <a:pt x="341" y="52"/>
                </a:lnTo>
                <a:lnTo>
                  <a:pt x="341" y="51"/>
                </a:lnTo>
                <a:lnTo>
                  <a:pt x="342" y="51"/>
                </a:lnTo>
                <a:lnTo>
                  <a:pt x="342" y="52"/>
                </a:lnTo>
                <a:lnTo>
                  <a:pt x="343" y="52"/>
                </a:lnTo>
                <a:lnTo>
                  <a:pt x="344" y="52"/>
                </a:lnTo>
                <a:lnTo>
                  <a:pt x="345" y="52"/>
                </a:lnTo>
                <a:lnTo>
                  <a:pt x="345" y="53"/>
                </a:lnTo>
                <a:lnTo>
                  <a:pt x="346" y="53"/>
                </a:lnTo>
                <a:lnTo>
                  <a:pt x="346" y="52"/>
                </a:lnTo>
                <a:lnTo>
                  <a:pt x="347" y="52"/>
                </a:lnTo>
                <a:lnTo>
                  <a:pt x="347" y="53"/>
                </a:lnTo>
                <a:lnTo>
                  <a:pt x="348" y="53"/>
                </a:lnTo>
                <a:lnTo>
                  <a:pt x="348" y="54"/>
                </a:lnTo>
                <a:lnTo>
                  <a:pt x="348" y="55"/>
                </a:lnTo>
                <a:lnTo>
                  <a:pt x="349" y="55"/>
                </a:lnTo>
                <a:lnTo>
                  <a:pt x="349" y="54"/>
                </a:lnTo>
                <a:lnTo>
                  <a:pt x="350" y="54"/>
                </a:lnTo>
                <a:lnTo>
                  <a:pt x="351" y="54"/>
                </a:lnTo>
                <a:lnTo>
                  <a:pt x="351" y="55"/>
                </a:lnTo>
                <a:lnTo>
                  <a:pt x="352" y="55"/>
                </a:lnTo>
                <a:lnTo>
                  <a:pt x="352" y="54"/>
                </a:lnTo>
                <a:lnTo>
                  <a:pt x="352" y="53"/>
                </a:lnTo>
                <a:lnTo>
                  <a:pt x="353" y="53"/>
                </a:lnTo>
                <a:lnTo>
                  <a:pt x="353" y="52"/>
                </a:lnTo>
                <a:lnTo>
                  <a:pt x="353" y="51"/>
                </a:lnTo>
                <a:lnTo>
                  <a:pt x="354" y="51"/>
                </a:lnTo>
                <a:lnTo>
                  <a:pt x="354" y="50"/>
                </a:lnTo>
                <a:lnTo>
                  <a:pt x="354" y="49"/>
                </a:lnTo>
                <a:lnTo>
                  <a:pt x="354" y="48"/>
                </a:lnTo>
                <a:lnTo>
                  <a:pt x="355" y="48"/>
                </a:lnTo>
                <a:lnTo>
                  <a:pt x="356" y="48"/>
                </a:lnTo>
                <a:lnTo>
                  <a:pt x="356" y="49"/>
                </a:lnTo>
                <a:lnTo>
                  <a:pt x="355" y="49"/>
                </a:lnTo>
                <a:lnTo>
                  <a:pt x="356" y="49"/>
                </a:lnTo>
                <a:lnTo>
                  <a:pt x="357" y="49"/>
                </a:lnTo>
                <a:lnTo>
                  <a:pt x="357" y="48"/>
                </a:lnTo>
                <a:lnTo>
                  <a:pt x="358" y="48"/>
                </a:lnTo>
                <a:lnTo>
                  <a:pt x="359" y="47"/>
                </a:lnTo>
                <a:lnTo>
                  <a:pt x="359" y="46"/>
                </a:lnTo>
                <a:lnTo>
                  <a:pt x="360" y="46"/>
                </a:lnTo>
                <a:lnTo>
                  <a:pt x="361" y="46"/>
                </a:lnTo>
                <a:lnTo>
                  <a:pt x="361" y="45"/>
                </a:lnTo>
                <a:lnTo>
                  <a:pt x="361" y="44"/>
                </a:lnTo>
                <a:lnTo>
                  <a:pt x="362" y="44"/>
                </a:lnTo>
                <a:lnTo>
                  <a:pt x="362" y="43"/>
                </a:lnTo>
                <a:lnTo>
                  <a:pt x="361" y="43"/>
                </a:lnTo>
                <a:lnTo>
                  <a:pt x="361" y="42"/>
                </a:lnTo>
                <a:lnTo>
                  <a:pt x="362" y="42"/>
                </a:lnTo>
                <a:lnTo>
                  <a:pt x="362" y="41"/>
                </a:lnTo>
                <a:lnTo>
                  <a:pt x="363" y="41"/>
                </a:lnTo>
                <a:lnTo>
                  <a:pt x="362" y="41"/>
                </a:lnTo>
                <a:lnTo>
                  <a:pt x="362" y="40"/>
                </a:lnTo>
                <a:lnTo>
                  <a:pt x="363" y="39"/>
                </a:lnTo>
                <a:lnTo>
                  <a:pt x="364" y="38"/>
                </a:lnTo>
                <a:lnTo>
                  <a:pt x="365" y="38"/>
                </a:lnTo>
                <a:lnTo>
                  <a:pt x="366" y="37"/>
                </a:lnTo>
                <a:lnTo>
                  <a:pt x="366" y="36"/>
                </a:lnTo>
                <a:lnTo>
                  <a:pt x="367" y="36"/>
                </a:lnTo>
                <a:lnTo>
                  <a:pt x="368" y="35"/>
                </a:lnTo>
                <a:lnTo>
                  <a:pt x="369" y="34"/>
                </a:lnTo>
                <a:lnTo>
                  <a:pt x="370" y="34"/>
                </a:lnTo>
                <a:lnTo>
                  <a:pt x="372" y="36"/>
                </a:lnTo>
                <a:lnTo>
                  <a:pt x="373" y="36"/>
                </a:lnTo>
                <a:lnTo>
                  <a:pt x="374" y="37"/>
                </a:lnTo>
                <a:lnTo>
                  <a:pt x="374" y="38"/>
                </a:lnTo>
                <a:lnTo>
                  <a:pt x="374" y="39"/>
                </a:lnTo>
                <a:lnTo>
                  <a:pt x="374" y="40"/>
                </a:lnTo>
                <a:lnTo>
                  <a:pt x="374" y="42"/>
                </a:lnTo>
                <a:lnTo>
                  <a:pt x="373" y="43"/>
                </a:lnTo>
                <a:lnTo>
                  <a:pt x="373" y="44"/>
                </a:lnTo>
                <a:lnTo>
                  <a:pt x="374" y="45"/>
                </a:lnTo>
                <a:lnTo>
                  <a:pt x="374" y="46"/>
                </a:lnTo>
                <a:lnTo>
                  <a:pt x="375" y="46"/>
                </a:lnTo>
                <a:lnTo>
                  <a:pt x="375" y="45"/>
                </a:lnTo>
                <a:lnTo>
                  <a:pt x="376" y="45"/>
                </a:lnTo>
                <a:lnTo>
                  <a:pt x="376" y="44"/>
                </a:lnTo>
                <a:lnTo>
                  <a:pt x="377" y="44"/>
                </a:lnTo>
                <a:lnTo>
                  <a:pt x="377" y="43"/>
                </a:lnTo>
                <a:lnTo>
                  <a:pt x="377" y="42"/>
                </a:lnTo>
                <a:lnTo>
                  <a:pt x="378" y="41"/>
                </a:lnTo>
                <a:lnTo>
                  <a:pt x="379" y="40"/>
                </a:lnTo>
                <a:lnTo>
                  <a:pt x="380" y="40"/>
                </a:lnTo>
                <a:lnTo>
                  <a:pt x="380" y="39"/>
                </a:lnTo>
                <a:lnTo>
                  <a:pt x="380" y="38"/>
                </a:lnTo>
                <a:lnTo>
                  <a:pt x="381" y="38"/>
                </a:lnTo>
                <a:lnTo>
                  <a:pt x="381" y="37"/>
                </a:lnTo>
                <a:lnTo>
                  <a:pt x="382" y="37"/>
                </a:lnTo>
                <a:lnTo>
                  <a:pt x="382" y="36"/>
                </a:lnTo>
                <a:lnTo>
                  <a:pt x="383" y="36"/>
                </a:lnTo>
                <a:lnTo>
                  <a:pt x="383" y="37"/>
                </a:lnTo>
                <a:lnTo>
                  <a:pt x="382" y="38"/>
                </a:lnTo>
                <a:lnTo>
                  <a:pt x="382" y="39"/>
                </a:lnTo>
                <a:lnTo>
                  <a:pt x="382" y="40"/>
                </a:lnTo>
                <a:lnTo>
                  <a:pt x="382" y="41"/>
                </a:lnTo>
                <a:lnTo>
                  <a:pt x="381" y="41"/>
                </a:lnTo>
                <a:lnTo>
                  <a:pt x="381" y="42"/>
                </a:lnTo>
                <a:lnTo>
                  <a:pt x="381" y="43"/>
                </a:lnTo>
                <a:lnTo>
                  <a:pt x="381" y="44"/>
                </a:lnTo>
                <a:lnTo>
                  <a:pt x="380" y="44"/>
                </a:lnTo>
                <a:lnTo>
                  <a:pt x="380" y="45"/>
                </a:lnTo>
                <a:lnTo>
                  <a:pt x="379" y="45"/>
                </a:lnTo>
                <a:lnTo>
                  <a:pt x="379" y="46"/>
                </a:lnTo>
                <a:lnTo>
                  <a:pt x="378" y="46"/>
                </a:lnTo>
                <a:lnTo>
                  <a:pt x="378" y="47"/>
                </a:lnTo>
                <a:lnTo>
                  <a:pt x="377" y="47"/>
                </a:lnTo>
                <a:lnTo>
                  <a:pt x="377" y="48"/>
                </a:lnTo>
                <a:lnTo>
                  <a:pt x="376" y="48"/>
                </a:lnTo>
                <a:lnTo>
                  <a:pt x="375" y="49"/>
                </a:lnTo>
                <a:lnTo>
                  <a:pt x="374" y="49"/>
                </a:lnTo>
                <a:lnTo>
                  <a:pt x="374" y="50"/>
                </a:lnTo>
                <a:lnTo>
                  <a:pt x="373" y="51"/>
                </a:lnTo>
                <a:lnTo>
                  <a:pt x="372" y="52"/>
                </a:lnTo>
                <a:lnTo>
                  <a:pt x="372" y="53"/>
                </a:lnTo>
                <a:lnTo>
                  <a:pt x="372" y="54"/>
                </a:lnTo>
                <a:lnTo>
                  <a:pt x="372" y="55"/>
                </a:lnTo>
                <a:lnTo>
                  <a:pt x="373" y="55"/>
                </a:lnTo>
                <a:lnTo>
                  <a:pt x="373" y="57"/>
                </a:lnTo>
                <a:lnTo>
                  <a:pt x="374" y="59"/>
                </a:lnTo>
                <a:lnTo>
                  <a:pt x="374" y="60"/>
                </a:lnTo>
                <a:lnTo>
                  <a:pt x="374" y="61"/>
                </a:lnTo>
                <a:lnTo>
                  <a:pt x="374" y="62"/>
                </a:lnTo>
                <a:lnTo>
                  <a:pt x="375" y="64"/>
                </a:lnTo>
                <a:lnTo>
                  <a:pt x="375" y="65"/>
                </a:lnTo>
                <a:lnTo>
                  <a:pt x="375" y="66"/>
                </a:lnTo>
                <a:lnTo>
                  <a:pt x="375" y="67"/>
                </a:lnTo>
                <a:lnTo>
                  <a:pt x="376" y="67"/>
                </a:lnTo>
                <a:lnTo>
                  <a:pt x="376" y="68"/>
                </a:lnTo>
                <a:lnTo>
                  <a:pt x="377" y="68"/>
                </a:lnTo>
                <a:lnTo>
                  <a:pt x="377" y="67"/>
                </a:lnTo>
                <a:lnTo>
                  <a:pt x="378" y="67"/>
                </a:lnTo>
                <a:lnTo>
                  <a:pt x="378" y="66"/>
                </a:lnTo>
                <a:lnTo>
                  <a:pt x="378" y="65"/>
                </a:lnTo>
                <a:lnTo>
                  <a:pt x="379" y="65"/>
                </a:lnTo>
                <a:lnTo>
                  <a:pt x="379" y="64"/>
                </a:lnTo>
                <a:lnTo>
                  <a:pt x="381" y="63"/>
                </a:lnTo>
                <a:lnTo>
                  <a:pt x="381" y="62"/>
                </a:lnTo>
                <a:lnTo>
                  <a:pt x="382" y="62"/>
                </a:lnTo>
                <a:lnTo>
                  <a:pt x="383" y="62"/>
                </a:lnTo>
                <a:lnTo>
                  <a:pt x="384" y="61"/>
                </a:lnTo>
                <a:lnTo>
                  <a:pt x="385" y="62"/>
                </a:lnTo>
                <a:lnTo>
                  <a:pt x="386" y="62"/>
                </a:lnTo>
                <a:lnTo>
                  <a:pt x="386" y="63"/>
                </a:lnTo>
                <a:lnTo>
                  <a:pt x="386" y="64"/>
                </a:lnTo>
                <a:lnTo>
                  <a:pt x="386" y="65"/>
                </a:lnTo>
                <a:lnTo>
                  <a:pt x="387" y="66"/>
                </a:lnTo>
                <a:lnTo>
                  <a:pt x="387" y="67"/>
                </a:lnTo>
                <a:lnTo>
                  <a:pt x="387" y="68"/>
                </a:lnTo>
                <a:lnTo>
                  <a:pt x="387" y="69"/>
                </a:lnTo>
                <a:lnTo>
                  <a:pt x="387" y="70"/>
                </a:lnTo>
                <a:lnTo>
                  <a:pt x="387" y="71"/>
                </a:lnTo>
                <a:lnTo>
                  <a:pt x="388" y="71"/>
                </a:lnTo>
                <a:lnTo>
                  <a:pt x="389" y="71"/>
                </a:lnTo>
                <a:lnTo>
                  <a:pt x="389" y="70"/>
                </a:lnTo>
                <a:lnTo>
                  <a:pt x="389" y="69"/>
                </a:lnTo>
                <a:lnTo>
                  <a:pt x="389" y="68"/>
                </a:lnTo>
                <a:lnTo>
                  <a:pt x="390" y="68"/>
                </a:lnTo>
                <a:lnTo>
                  <a:pt x="390" y="69"/>
                </a:lnTo>
                <a:lnTo>
                  <a:pt x="391" y="69"/>
                </a:lnTo>
                <a:lnTo>
                  <a:pt x="392" y="68"/>
                </a:lnTo>
                <a:lnTo>
                  <a:pt x="392" y="69"/>
                </a:lnTo>
                <a:lnTo>
                  <a:pt x="393" y="69"/>
                </a:lnTo>
                <a:lnTo>
                  <a:pt x="394" y="69"/>
                </a:lnTo>
                <a:lnTo>
                  <a:pt x="395" y="68"/>
                </a:lnTo>
                <a:lnTo>
                  <a:pt x="395" y="67"/>
                </a:lnTo>
                <a:lnTo>
                  <a:pt x="396" y="67"/>
                </a:lnTo>
                <a:lnTo>
                  <a:pt x="396" y="66"/>
                </a:lnTo>
                <a:lnTo>
                  <a:pt x="397" y="65"/>
                </a:lnTo>
                <a:lnTo>
                  <a:pt x="397" y="64"/>
                </a:lnTo>
                <a:lnTo>
                  <a:pt x="398" y="64"/>
                </a:lnTo>
                <a:lnTo>
                  <a:pt x="398" y="63"/>
                </a:lnTo>
                <a:lnTo>
                  <a:pt x="399" y="63"/>
                </a:lnTo>
                <a:lnTo>
                  <a:pt x="399" y="62"/>
                </a:lnTo>
                <a:lnTo>
                  <a:pt x="399" y="61"/>
                </a:lnTo>
                <a:lnTo>
                  <a:pt x="400" y="61"/>
                </a:lnTo>
                <a:lnTo>
                  <a:pt x="400" y="60"/>
                </a:lnTo>
                <a:lnTo>
                  <a:pt x="401" y="59"/>
                </a:lnTo>
                <a:lnTo>
                  <a:pt x="402" y="58"/>
                </a:lnTo>
                <a:lnTo>
                  <a:pt x="403" y="58"/>
                </a:lnTo>
                <a:lnTo>
                  <a:pt x="404" y="57"/>
                </a:lnTo>
                <a:lnTo>
                  <a:pt x="404" y="56"/>
                </a:lnTo>
                <a:lnTo>
                  <a:pt x="405" y="55"/>
                </a:lnTo>
                <a:lnTo>
                  <a:pt x="405" y="54"/>
                </a:lnTo>
                <a:lnTo>
                  <a:pt x="406" y="53"/>
                </a:lnTo>
                <a:lnTo>
                  <a:pt x="407" y="53"/>
                </a:lnTo>
                <a:lnTo>
                  <a:pt x="407" y="52"/>
                </a:lnTo>
                <a:lnTo>
                  <a:pt x="407" y="51"/>
                </a:lnTo>
                <a:lnTo>
                  <a:pt x="408" y="51"/>
                </a:lnTo>
                <a:lnTo>
                  <a:pt x="409" y="50"/>
                </a:lnTo>
                <a:lnTo>
                  <a:pt x="409" y="49"/>
                </a:lnTo>
                <a:lnTo>
                  <a:pt x="410" y="48"/>
                </a:lnTo>
                <a:lnTo>
                  <a:pt x="410" y="47"/>
                </a:lnTo>
                <a:lnTo>
                  <a:pt x="411" y="47"/>
                </a:lnTo>
                <a:lnTo>
                  <a:pt x="411" y="46"/>
                </a:lnTo>
                <a:lnTo>
                  <a:pt x="412" y="46"/>
                </a:lnTo>
                <a:lnTo>
                  <a:pt x="412" y="45"/>
                </a:lnTo>
                <a:lnTo>
                  <a:pt x="415" y="43"/>
                </a:lnTo>
                <a:lnTo>
                  <a:pt x="415" y="42"/>
                </a:lnTo>
                <a:lnTo>
                  <a:pt x="416" y="42"/>
                </a:lnTo>
                <a:lnTo>
                  <a:pt x="416" y="41"/>
                </a:lnTo>
                <a:lnTo>
                  <a:pt x="417" y="41"/>
                </a:lnTo>
                <a:lnTo>
                  <a:pt x="417" y="40"/>
                </a:lnTo>
                <a:lnTo>
                  <a:pt x="418" y="40"/>
                </a:lnTo>
                <a:lnTo>
                  <a:pt x="418" y="39"/>
                </a:lnTo>
                <a:lnTo>
                  <a:pt x="419" y="39"/>
                </a:lnTo>
                <a:lnTo>
                  <a:pt x="419" y="38"/>
                </a:lnTo>
                <a:lnTo>
                  <a:pt x="420" y="38"/>
                </a:lnTo>
                <a:lnTo>
                  <a:pt x="421" y="38"/>
                </a:lnTo>
                <a:lnTo>
                  <a:pt x="421" y="37"/>
                </a:lnTo>
                <a:lnTo>
                  <a:pt x="422" y="37"/>
                </a:lnTo>
                <a:lnTo>
                  <a:pt x="422" y="36"/>
                </a:lnTo>
                <a:lnTo>
                  <a:pt x="423" y="36"/>
                </a:lnTo>
                <a:lnTo>
                  <a:pt x="424" y="35"/>
                </a:lnTo>
                <a:lnTo>
                  <a:pt x="425" y="34"/>
                </a:lnTo>
                <a:lnTo>
                  <a:pt x="426" y="33"/>
                </a:lnTo>
                <a:lnTo>
                  <a:pt x="426" y="32"/>
                </a:lnTo>
                <a:lnTo>
                  <a:pt x="427" y="32"/>
                </a:lnTo>
                <a:lnTo>
                  <a:pt x="427" y="31"/>
                </a:lnTo>
                <a:lnTo>
                  <a:pt x="428" y="31"/>
                </a:lnTo>
                <a:lnTo>
                  <a:pt x="429" y="30"/>
                </a:lnTo>
                <a:lnTo>
                  <a:pt x="430" y="30"/>
                </a:lnTo>
                <a:lnTo>
                  <a:pt x="430" y="29"/>
                </a:lnTo>
                <a:lnTo>
                  <a:pt x="431" y="29"/>
                </a:lnTo>
                <a:lnTo>
                  <a:pt x="431" y="28"/>
                </a:lnTo>
                <a:lnTo>
                  <a:pt x="432" y="29"/>
                </a:lnTo>
                <a:lnTo>
                  <a:pt x="432" y="30"/>
                </a:lnTo>
                <a:lnTo>
                  <a:pt x="432" y="31"/>
                </a:lnTo>
                <a:lnTo>
                  <a:pt x="432" y="32"/>
                </a:lnTo>
                <a:lnTo>
                  <a:pt x="431" y="32"/>
                </a:lnTo>
                <a:lnTo>
                  <a:pt x="431" y="33"/>
                </a:lnTo>
                <a:lnTo>
                  <a:pt x="431" y="32"/>
                </a:lnTo>
                <a:lnTo>
                  <a:pt x="432" y="32"/>
                </a:lnTo>
                <a:lnTo>
                  <a:pt x="432" y="33"/>
                </a:lnTo>
                <a:lnTo>
                  <a:pt x="431" y="33"/>
                </a:lnTo>
                <a:lnTo>
                  <a:pt x="431" y="34"/>
                </a:lnTo>
                <a:lnTo>
                  <a:pt x="431" y="35"/>
                </a:lnTo>
                <a:lnTo>
                  <a:pt x="430" y="35"/>
                </a:lnTo>
                <a:lnTo>
                  <a:pt x="430" y="36"/>
                </a:lnTo>
                <a:lnTo>
                  <a:pt x="430" y="37"/>
                </a:lnTo>
                <a:lnTo>
                  <a:pt x="430" y="39"/>
                </a:lnTo>
                <a:lnTo>
                  <a:pt x="429" y="40"/>
                </a:lnTo>
                <a:lnTo>
                  <a:pt x="429" y="41"/>
                </a:lnTo>
                <a:lnTo>
                  <a:pt x="429" y="42"/>
                </a:lnTo>
                <a:lnTo>
                  <a:pt x="429" y="43"/>
                </a:lnTo>
                <a:lnTo>
                  <a:pt x="429" y="44"/>
                </a:lnTo>
                <a:lnTo>
                  <a:pt x="428" y="44"/>
                </a:lnTo>
                <a:lnTo>
                  <a:pt x="429" y="44"/>
                </a:lnTo>
                <a:lnTo>
                  <a:pt x="429" y="45"/>
                </a:lnTo>
                <a:lnTo>
                  <a:pt x="429" y="46"/>
                </a:lnTo>
                <a:lnTo>
                  <a:pt x="430" y="46"/>
                </a:lnTo>
                <a:lnTo>
                  <a:pt x="431" y="46"/>
                </a:lnTo>
                <a:lnTo>
                  <a:pt x="431" y="47"/>
                </a:lnTo>
                <a:lnTo>
                  <a:pt x="431" y="46"/>
                </a:lnTo>
                <a:lnTo>
                  <a:pt x="432" y="46"/>
                </a:lnTo>
                <a:lnTo>
                  <a:pt x="433" y="46"/>
                </a:lnTo>
                <a:lnTo>
                  <a:pt x="433" y="47"/>
                </a:lnTo>
                <a:lnTo>
                  <a:pt x="434" y="47"/>
                </a:lnTo>
                <a:lnTo>
                  <a:pt x="435" y="47"/>
                </a:lnTo>
                <a:lnTo>
                  <a:pt x="436" y="47"/>
                </a:lnTo>
                <a:lnTo>
                  <a:pt x="437" y="47"/>
                </a:lnTo>
                <a:lnTo>
                  <a:pt x="438" y="47"/>
                </a:lnTo>
                <a:lnTo>
                  <a:pt x="438" y="46"/>
                </a:lnTo>
                <a:lnTo>
                  <a:pt x="439" y="46"/>
                </a:lnTo>
                <a:lnTo>
                  <a:pt x="439" y="45"/>
                </a:lnTo>
                <a:lnTo>
                  <a:pt x="440" y="45"/>
                </a:lnTo>
                <a:lnTo>
                  <a:pt x="440" y="46"/>
                </a:lnTo>
                <a:lnTo>
                  <a:pt x="440" y="47"/>
                </a:lnTo>
                <a:lnTo>
                  <a:pt x="440" y="48"/>
                </a:lnTo>
                <a:lnTo>
                  <a:pt x="441" y="48"/>
                </a:lnTo>
                <a:lnTo>
                  <a:pt x="441" y="49"/>
                </a:lnTo>
                <a:lnTo>
                  <a:pt x="441" y="50"/>
                </a:lnTo>
                <a:lnTo>
                  <a:pt x="440" y="50"/>
                </a:lnTo>
                <a:lnTo>
                  <a:pt x="441" y="50"/>
                </a:lnTo>
                <a:lnTo>
                  <a:pt x="442" y="50"/>
                </a:lnTo>
                <a:lnTo>
                  <a:pt x="443" y="50"/>
                </a:lnTo>
                <a:lnTo>
                  <a:pt x="442" y="50"/>
                </a:lnTo>
                <a:lnTo>
                  <a:pt x="442" y="51"/>
                </a:lnTo>
                <a:lnTo>
                  <a:pt x="443" y="51"/>
                </a:lnTo>
                <a:lnTo>
                  <a:pt x="443" y="50"/>
                </a:lnTo>
                <a:lnTo>
                  <a:pt x="443" y="51"/>
                </a:lnTo>
                <a:lnTo>
                  <a:pt x="444" y="51"/>
                </a:lnTo>
                <a:lnTo>
                  <a:pt x="444" y="52"/>
                </a:lnTo>
                <a:lnTo>
                  <a:pt x="444" y="53"/>
                </a:lnTo>
                <a:lnTo>
                  <a:pt x="445" y="53"/>
                </a:lnTo>
                <a:lnTo>
                  <a:pt x="445" y="54"/>
                </a:lnTo>
                <a:lnTo>
                  <a:pt x="446" y="54"/>
                </a:lnTo>
                <a:lnTo>
                  <a:pt x="446" y="55"/>
                </a:lnTo>
                <a:lnTo>
                  <a:pt x="447" y="55"/>
                </a:lnTo>
                <a:lnTo>
                  <a:pt x="447" y="56"/>
                </a:lnTo>
                <a:lnTo>
                  <a:pt x="446" y="56"/>
                </a:lnTo>
                <a:lnTo>
                  <a:pt x="445" y="57"/>
                </a:lnTo>
                <a:lnTo>
                  <a:pt x="444" y="57"/>
                </a:lnTo>
                <a:lnTo>
                  <a:pt x="444" y="58"/>
                </a:lnTo>
                <a:lnTo>
                  <a:pt x="444" y="59"/>
                </a:lnTo>
                <a:lnTo>
                  <a:pt x="443" y="59"/>
                </a:lnTo>
                <a:lnTo>
                  <a:pt x="442" y="59"/>
                </a:lnTo>
                <a:lnTo>
                  <a:pt x="441" y="59"/>
                </a:lnTo>
                <a:lnTo>
                  <a:pt x="441" y="60"/>
                </a:lnTo>
                <a:lnTo>
                  <a:pt x="440" y="60"/>
                </a:lnTo>
                <a:lnTo>
                  <a:pt x="439" y="60"/>
                </a:lnTo>
                <a:lnTo>
                  <a:pt x="439" y="61"/>
                </a:lnTo>
                <a:lnTo>
                  <a:pt x="438" y="61"/>
                </a:lnTo>
                <a:lnTo>
                  <a:pt x="437" y="62"/>
                </a:lnTo>
                <a:lnTo>
                  <a:pt x="437" y="63"/>
                </a:lnTo>
                <a:lnTo>
                  <a:pt x="438" y="63"/>
                </a:lnTo>
                <a:lnTo>
                  <a:pt x="439" y="63"/>
                </a:lnTo>
                <a:lnTo>
                  <a:pt x="440" y="63"/>
                </a:lnTo>
                <a:lnTo>
                  <a:pt x="441" y="63"/>
                </a:lnTo>
                <a:lnTo>
                  <a:pt x="442" y="63"/>
                </a:lnTo>
                <a:lnTo>
                  <a:pt x="442" y="64"/>
                </a:lnTo>
                <a:lnTo>
                  <a:pt x="443" y="64"/>
                </a:lnTo>
                <a:lnTo>
                  <a:pt x="443" y="65"/>
                </a:lnTo>
                <a:lnTo>
                  <a:pt x="444" y="66"/>
                </a:lnTo>
                <a:lnTo>
                  <a:pt x="445" y="66"/>
                </a:lnTo>
                <a:lnTo>
                  <a:pt x="445" y="67"/>
                </a:lnTo>
                <a:lnTo>
                  <a:pt x="446" y="67"/>
                </a:lnTo>
                <a:lnTo>
                  <a:pt x="447" y="67"/>
                </a:lnTo>
                <a:lnTo>
                  <a:pt x="447" y="68"/>
                </a:lnTo>
                <a:lnTo>
                  <a:pt x="448" y="69"/>
                </a:lnTo>
                <a:lnTo>
                  <a:pt x="448" y="70"/>
                </a:lnTo>
                <a:lnTo>
                  <a:pt x="448" y="71"/>
                </a:lnTo>
                <a:lnTo>
                  <a:pt x="447" y="71"/>
                </a:lnTo>
                <a:lnTo>
                  <a:pt x="446" y="71"/>
                </a:lnTo>
                <a:lnTo>
                  <a:pt x="446" y="72"/>
                </a:lnTo>
                <a:lnTo>
                  <a:pt x="447" y="72"/>
                </a:lnTo>
                <a:lnTo>
                  <a:pt x="447" y="73"/>
                </a:lnTo>
                <a:lnTo>
                  <a:pt x="446" y="73"/>
                </a:lnTo>
                <a:lnTo>
                  <a:pt x="446" y="74"/>
                </a:lnTo>
                <a:lnTo>
                  <a:pt x="446" y="75"/>
                </a:lnTo>
                <a:lnTo>
                  <a:pt x="445" y="75"/>
                </a:lnTo>
                <a:lnTo>
                  <a:pt x="444" y="75"/>
                </a:lnTo>
                <a:lnTo>
                  <a:pt x="443" y="75"/>
                </a:lnTo>
                <a:lnTo>
                  <a:pt x="442" y="75"/>
                </a:lnTo>
                <a:lnTo>
                  <a:pt x="441" y="75"/>
                </a:lnTo>
                <a:lnTo>
                  <a:pt x="441" y="76"/>
                </a:lnTo>
                <a:lnTo>
                  <a:pt x="440" y="76"/>
                </a:lnTo>
                <a:lnTo>
                  <a:pt x="440" y="77"/>
                </a:lnTo>
                <a:lnTo>
                  <a:pt x="440" y="78"/>
                </a:lnTo>
                <a:lnTo>
                  <a:pt x="440" y="79"/>
                </a:lnTo>
                <a:lnTo>
                  <a:pt x="440" y="80"/>
                </a:lnTo>
                <a:lnTo>
                  <a:pt x="440" y="81"/>
                </a:lnTo>
                <a:lnTo>
                  <a:pt x="439" y="81"/>
                </a:lnTo>
                <a:lnTo>
                  <a:pt x="439" y="82"/>
                </a:lnTo>
                <a:lnTo>
                  <a:pt x="438" y="82"/>
                </a:lnTo>
                <a:lnTo>
                  <a:pt x="437" y="82"/>
                </a:lnTo>
                <a:lnTo>
                  <a:pt x="437" y="83"/>
                </a:lnTo>
                <a:lnTo>
                  <a:pt x="437" y="84"/>
                </a:lnTo>
                <a:lnTo>
                  <a:pt x="436" y="84"/>
                </a:lnTo>
                <a:lnTo>
                  <a:pt x="437" y="84"/>
                </a:lnTo>
                <a:lnTo>
                  <a:pt x="436" y="84"/>
                </a:lnTo>
                <a:lnTo>
                  <a:pt x="436" y="85"/>
                </a:lnTo>
                <a:lnTo>
                  <a:pt x="436" y="86"/>
                </a:lnTo>
                <a:lnTo>
                  <a:pt x="435" y="86"/>
                </a:lnTo>
                <a:lnTo>
                  <a:pt x="435" y="87"/>
                </a:lnTo>
                <a:lnTo>
                  <a:pt x="435" y="88"/>
                </a:lnTo>
                <a:lnTo>
                  <a:pt x="435" y="89"/>
                </a:lnTo>
                <a:lnTo>
                  <a:pt x="434" y="89"/>
                </a:lnTo>
                <a:lnTo>
                  <a:pt x="435" y="89"/>
                </a:lnTo>
                <a:lnTo>
                  <a:pt x="436" y="89"/>
                </a:lnTo>
                <a:lnTo>
                  <a:pt x="435" y="90"/>
                </a:lnTo>
                <a:lnTo>
                  <a:pt x="436" y="90"/>
                </a:lnTo>
                <a:lnTo>
                  <a:pt x="437" y="90"/>
                </a:lnTo>
                <a:lnTo>
                  <a:pt x="437" y="89"/>
                </a:lnTo>
                <a:lnTo>
                  <a:pt x="437" y="90"/>
                </a:lnTo>
                <a:lnTo>
                  <a:pt x="438" y="90"/>
                </a:lnTo>
                <a:lnTo>
                  <a:pt x="438" y="91"/>
                </a:lnTo>
                <a:lnTo>
                  <a:pt x="438" y="92"/>
                </a:lnTo>
                <a:lnTo>
                  <a:pt x="439" y="92"/>
                </a:lnTo>
                <a:lnTo>
                  <a:pt x="439" y="93"/>
                </a:lnTo>
                <a:lnTo>
                  <a:pt x="440" y="93"/>
                </a:lnTo>
                <a:lnTo>
                  <a:pt x="440" y="92"/>
                </a:lnTo>
                <a:lnTo>
                  <a:pt x="441" y="92"/>
                </a:lnTo>
                <a:lnTo>
                  <a:pt x="441" y="91"/>
                </a:lnTo>
                <a:lnTo>
                  <a:pt x="442" y="91"/>
                </a:lnTo>
                <a:lnTo>
                  <a:pt x="442" y="92"/>
                </a:lnTo>
                <a:lnTo>
                  <a:pt x="442" y="93"/>
                </a:lnTo>
                <a:lnTo>
                  <a:pt x="442" y="94"/>
                </a:lnTo>
                <a:lnTo>
                  <a:pt x="442" y="95"/>
                </a:lnTo>
                <a:lnTo>
                  <a:pt x="442" y="96"/>
                </a:lnTo>
                <a:lnTo>
                  <a:pt x="441" y="96"/>
                </a:lnTo>
                <a:lnTo>
                  <a:pt x="441" y="97"/>
                </a:lnTo>
                <a:lnTo>
                  <a:pt x="440" y="97"/>
                </a:lnTo>
                <a:lnTo>
                  <a:pt x="440" y="98"/>
                </a:lnTo>
                <a:lnTo>
                  <a:pt x="440" y="99"/>
                </a:lnTo>
                <a:lnTo>
                  <a:pt x="440" y="100"/>
                </a:lnTo>
                <a:lnTo>
                  <a:pt x="440" y="101"/>
                </a:lnTo>
                <a:lnTo>
                  <a:pt x="441" y="101"/>
                </a:lnTo>
                <a:lnTo>
                  <a:pt x="441" y="102"/>
                </a:lnTo>
                <a:lnTo>
                  <a:pt x="442" y="102"/>
                </a:lnTo>
                <a:lnTo>
                  <a:pt x="441" y="102"/>
                </a:lnTo>
                <a:lnTo>
                  <a:pt x="441" y="103"/>
                </a:lnTo>
                <a:lnTo>
                  <a:pt x="442" y="103"/>
                </a:lnTo>
                <a:lnTo>
                  <a:pt x="442" y="104"/>
                </a:lnTo>
                <a:lnTo>
                  <a:pt x="442" y="105"/>
                </a:lnTo>
                <a:lnTo>
                  <a:pt x="442" y="106"/>
                </a:lnTo>
                <a:lnTo>
                  <a:pt x="442" y="107"/>
                </a:lnTo>
                <a:lnTo>
                  <a:pt x="443" y="107"/>
                </a:lnTo>
                <a:lnTo>
                  <a:pt x="444" y="107"/>
                </a:lnTo>
                <a:lnTo>
                  <a:pt x="444" y="106"/>
                </a:lnTo>
                <a:lnTo>
                  <a:pt x="444" y="105"/>
                </a:lnTo>
                <a:lnTo>
                  <a:pt x="445" y="105"/>
                </a:lnTo>
                <a:lnTo>
                  <a:pt x="445" y="104"/>
                </a:lnTo>
                <a:lnTo>
                  <a:pt x="446" y="105"/>
                </a:lnTo>
                <a:lnTo>
                  <a:pt x="446" y="106"/>
                </a:lnTo>
                <a:lnTo>
                  <a:pt x="445" y="106"/>
                </a:lnTo>
                <a:lnTo>
                  <a:pt x="445" y="107"/>
                </a:lnTo>
                <a:lnTo>
                  <a:pt x="446" y="107"/>
                </a:lnTo>
                <a:lnTo>
                  <a:pt x="446" y="108"/>
                </a:lnTo>
                <a:lnTo>
                  <a:pt x="446" y="109"/>
                </a:lnTo>
                <a:lnTo>
                  <a:pt x="447" y="109"/>
                </a:lnTo>
                <a:lnTo>
                  <a:pt x="447" y="110"/>
                </a:lnTo>
                <a:lnTo>
                  <a:pt x="447" y="109"/>
                </a:lnTo>
                <a:lnTo>
                  <a:pt x="448" y="109"/>
                </a:lnTo>
                <a:lnTo>
                  <a:pt x="448" y="108"/>
                </a:lnTo>
                <a:lnTo>
                  <a:pt x="449" y="108"/>
                </a:lnTo>
                <a:lnTo>
                  <a:pt x="449" y="107"/>
                </a:lnTo>
                <a:lnTo>
                  <a:pt x="449" y="106"/>
                </a:lnTo>
                <a:lnTo>
                  <a:pt x="450" y="106"/>
                </a:lnTo>
                <a:lnTo>
                  <a:pt x="451" y="106"/>
                </a:lnTo>
                <a:lnTo>
                  <a:pt x="451" y="105"/>
                </a:lnTo>
                <a:lnTo>
                  <a:pt x="452" y="105"/>
                </a:lnTo>
                <a:lnTo>
                  <a:pt x="453" y="105"/>
                </a:lnTo>
                <a:lnTo>
                  <a:pt x="454" y="105"/>
                </a:lnTo>
                <a:lnTo>
                  <a:pt x="455" y="105"/>
                </a:lnTo>
                <a:lnTo>
                  <a:pt x="455" y="106"/>
                </a:lnTo>
                <a:lnTo>
                  <a:pt x="455" y="107"/>
                </a:lnTo>
                <a:lnTo>
                  <a:pt x="455" y="108"/>
                </a:lnTo>
                <a:lnTo>
                  <a:pt x="456" y="108"/>
                </a:lnTo>
                <a:lnTo>
                  <a:pt x="456" y="109"/>
                </a:lnTo>
                <a:lnTo>
                  <a:pt x="457" y="109"/>
                </a:lnTo>
                <a:lnTo>
                  <a:pt x="458" y="109"/>
                </a:lnTo>
                <a:lnTo>
                  <a:pt x="459" y="109"/>
                </a:lnTo>
                <a:lnTo>
                  <a:pt x="459" y="110"/>
                </a:lnTo>
                <a:lnTo>
                  <a:pt x="459" y="111"/>
                </a:lnTo>
                <a:lnTo>
                  <a:pt x="459" y="112"/>
                </a:lnTo>
                <a:lnTo>
                  <a:pt x="460" y="112"/>
                </a:lnTo>
                <a:lnTo>
                  <a:pt x="461" y="112"/>
                </a:lnTo>
                <a:lnTo>
                  <a:pt x="462" y="112"/>
                </a:lnTo>
                <a:lnTo>
                  <a:pt x="463" y="111"/>
                </a:lnTo>
                <a:lnTo>
                  <a:pt x="464" y="111"/>
                </a:lnTo>
                <a:lnTo>
                  <a:pt x="465" y="110"/>
                </a:lnTo>
                <a:lnTo>
                  <a:pt x="465" y="111"/>
                </a:lnTo>
                <a:lnTo>
                  <a:pt x="465" y="112"/>
                </a:lnTo>
                <a:lnTo>
                  <a:pt x="465" y="113"/>
                </a:lnTo>
                <a:lnTo>
                  <a:pt x="465" y="114"/>
                </a:lnTo>
                <a:lnTo>
                  <a:pt x="466" y="114"/>
                </a:lnTo>
                <a:lnTo>
                  <a:pt x="466" y="115"/>
                </a:lnTo>
                <a:lnTo>
                  <a:pt x="467" y="115"/>
                </a:lnTo>
                <a:lnTo>
                  <a:pt x="467" y="116"/>
                </a:lnTo>
                <a:lnTo>
                  <a:pt x="466" y="116"/>
                </a:lnTo>
                <a:lnTo>
                  <a:pt x="466" y="117"/>
                </a:lnTo>
                <a:lnTo>
                  <a:pt x="466" y="118"/>
                </a:lnTo>
                <a:lnTo>
                  <a:pt x="466" y="119"/>
                </a:lnTo>
                <a:lnTo>
                  <a:pt x="467" y="119"/>
                </a:lnTo>
                <a:lnTo>
                  <a:pt x="467" y="120"/>
                </a:lnTo>
                <a:lnTo>
                  <a:pt x="467" y="121"/>
                </a:lnTo>
                <a:lnTo>
                  <a:pt x="468" y="121"/>
                </a:lnTo>
                <a:lnTo>
                  <a:pt x="468" y="122"/>
                </a:lnTo>
                <a:lnTo>
                  <a:pt x="468" y="121"/>
                </a:lnTo>
                <a:lnTo>
                  <a:pt x="469" y="121"/>
                </a:lnTo>
                <a:lnTo>
                  <a:pt x="469" y="120"/>
                </a:lnTo>
                <a:lnTo>
                  <a:pt x="470" y="120"/>
                </a:lnTo>
                <a:lnTo>
                  <a:pt x="471" y="120"/>
                </a:lnTo>
                <a:lnTo>
                  <a:pt x="471" y="121"/>
                </a:lnTo>
                <a:lnTo>
                  <a:pt x="471" y="122"/>
                </a:lnTo>
                <a:lnTo>
                  <a:pt x="471" y="123"/>
                </a:lnTo>
                <a:lnTo>
                  <a:pt x="470" y="123"/>
                </a:lnTo>
                <a:lnTo>
                  <a:pt x="470" y="124"/>
                </a:lnTo>
                <a:lnTo>
                  <a:pt x="471" y="124"/>
                </a:lnTo>
                <a:lnTo>
                  <a:pt x="472" y="124"/>
                </a:lnTo>
                <a:lnTo>
                  <a:pt x="472" y="125"/>
                </a:lnTo>
                <a:lnTo>
                  <a:pt x="472" y="126"/>
                </a:lnTo>
                <a:lnTo>
                  <a:pt x="473" y="126"/>
                </a:lnTo>
                <a:lnTo>
                  <a:pt x="473" y="127"/>
                </a:lnTo>
                <a:lnTo>
                  <a:pt x="473" y="126"/>
                </a:lnTo>
                <a:lnTo>
                  <a:pt x="474" y="125"/>
                </a:lnTo>
                <a:lnTo>
                  <a:pt x="475" y="125"/>
                </a:lnTo>
                <a:lnTo>
                  <a:pt x="476" y="125"/>
                </a:lnTo>
                <a:lnTo>
                  <a:pt x="476" y="126"/>
                </a:lnTo>
                <a:lnTo>
                  <a:pt x="476" y="127"/>
                </a:lnTo>
                <a:lnTo>
                  <a:pt x="475" y="128"/>
                </a:lnTo>
                <a:lnTo>
                  <a:pt x="475" y="129"/>
                </a:lnTo>
                <a:lnTo>
                  <a:pt x="476" y="129"/>
                </a:lnTo>
                <a:lnTo>
                  <a:pt x="476" y="130"/>
                </a:lnTo>
                <a:lnTo>
                  <a:pt x="475" y="130"/>
                </a:lnTo>
                <a:lnTo>
                  <a:pt x="476" y="131"/>
                </a:lnTo>
                <a:lnTo>
                  <a:pt x="477" y="132"/>
                </a:lnTo>
                <a:lnTo>
                  <a:pt x="478" y="132"/>
                </a:lnTo>
                <a:lnTo>
                  <a:pt x="479" y="132"/>
                </a:lnTo>
                <a:lnTo>
                  <a:pt x="480" y="132"/>
                </a:lnTo>
                <a:lnTo>
                  <a:pt x="481" y="132"/>
                </a:lnTo>
                <a:lnTo>
                  <a:pt x="481" y="131"/>
                </a:lnTo>
                <a:lnTo>
                  <a:pt x="482" y="131"/>
                </a:lnTo>
                <a:lnTo>
                  <a:pt x="482" y="132"/>
                </a:lnTo>
                <a:lnTo>
                  <a:pt x="482" y="133"/>
                </a:lnTo>
                <a:lnTo>
                  <a:pt x="483" y="133"/>
                </a:lnTo>
                <a:lnTo>
                  <a:pt x="483" y="132"/>
                </a:lnTo>
                <a:lnTo>
                  <a:pt x="484" y="132"/>
                </a:lnTo>
                <a:lnTo>
                  <a:pt x="484" y="133"/>
                </a:lnTo>
                <a:lnTo>
                  <a:pt x="484" y="134"/>
                </a:lnTo>
                <a:lnTo>
                  <a:pt x="484" y="135"/>
                </a:lnTo>
                <a:lnTo>
                  <a:pt x="484" y="136"/>
                </a:lnTo>
                <a:lnTo>
                  <a:pt x="483" y="136"/>
                </a:lnTo>
                <a:lnTo>
                  <a:pt x="483" y="137"/>
                </a:lnTo>
                <a:lnTo>
                  <a:pt x="483" y="138"/>
                </a:lnTo>
                <a:lnTo>
                  <a:pt x="484" y="139"/>
                </a:lnTo>
                <a:lnTo>
                  <a:pt x="484" y="141"/>
                </a:lnTo>
                <a:lnTo>
                  <a:pt x="484" y="142"/>
                </a:lnTo>
                <a:lnTo>
                  <a:pt x="483" y="142"/>
                </a:lnTo>
                <a:lnTo>
                  <a:pt x="483" y="143"/>
                </a:lnTo>
                <a:lnTo>
                  <a:pt x="484" y="143"/>
                </a:lnTo>
                <a:lnTo>
                  <a:pt x="483" y="144"/>
                </a:lnTo>
                <a:lnTo>
                  <a:pt x="483" y="145"/>
                </a:lnTo>
                <a:lnTo>
                  <a:pt x="483" y="146"/>
                </a:lnTo>
                <a:lnTo>
                  <a:pt x="482" y="145"/>
                </a:lnTo>
                <a:lnTo>
                  <a:pt x="482" y="146"/>
                </a:lnTo>
                <a:lnTo>
                  <a:pt x="481" y="146"/>
                </a:lnTo>
                <a:lnTo>
                  <a:pt x="481" y="147"/>
                </a:lnTo>
                <a:lnTo>
                  <a:pt x="481" y="148"/>
                </a:lnTo>
                <a:lnTo>
                  <a:pt x="482" y="148"/>
                </a:lnTo>
                <a:lnTo>
                  <a:pt x="482" y="149"/>
                </a:lnTo>
                <a:lnTo>
                  <a:pt x="482" y="150"/>
                </a:lnTo>
                <a:lnTo>
                  <a:pt x="482" y="151"/>
                </a:lnTo>
                <a:lnTo>
                  <a:pt x="482" y="152"/>
                </a:lnTo>
                <a:lnTo>
                  <a:pt x="482" y="153"/>
                </a:lnTo>
                <a:lnTo>
                  <a:pt x="481" y="153"/>
                </a:lnTo>
                <a:lnTo>
                  <a:pt x="481" y="154"/>
                </a:lnTo>
                <a:lnTo>
                  <a:pt x="482" y="154"/>
                </a:lnTo>
                <a:lnTo>
                  <a:pt x="482" y="155"/>
                </a:lnTo>
                <a:lnTo>
                  <a:pt x="482" y="156"/>
                </a:lnTo>
                <a:lnTo>
                  <a:pt x="481" y="156"/>
                </a:lnTo>
                <a:lnTo>
                  <a:pt x="481" y="157"/>
                </a:lnTo>
                <a:lnTo>
                  <a:pt x="481" y="158"/>
                </a:lnTo>
                <a:lnTo>
                  <a:pt x="480" y="158"/>
                </a:lnTo>
                <a:lnTo>
                  <a:pt x="479" y="158"/>
                </a:lnTo>
                <a:lnTo>
                  <a:pt x="479" y="159"/>
                </a:lnTo>
                <a:lnTo>
                  <a:pt x="479" y="160"/>
                </a:lnTo>
                <a:lnTo>
                  <a:pt x="478" y="160"/>
                </a:lnTo>
                <a:lnTo>
                  <a:pt x="478" y="161"/>
                </a:lnTo>
                <a:lnTo>
                  <a:pt x="479" y="162"/>
                </a:lnTo>
                <a:lnTo>
                  <a:pt x="480" y="162"/>
                </a:lnTo>
                <a:lnTo>
                  <a:pt x="481" y="162"/>
                </a:lnTo>
                <a:lnTo>
                  <a:pt x="481" y="163"/>
                </a:lnTo>
                <a:lnTo>
                  <a:pt x="482" y="163"/>
                </a:lnTo>
                <a:lnTo>
                  <a:pt x="483" y="163"/>
                </a:lnTo>
                <a:lnTo>
                  <a:pt x="483" y="164"/>
                </a:lnTo>
                <a:lnTo>
                  <a:pt x="484" y="165"/>
                </a:lnTo>
                <a:lnTo>
                  <a:pt x="484" y="166"/>
                </a:lnTo>
                <a:lnTo>
                  <a:pt x="485" y="166"/>
                </a:lnTo>
                <a:lnTo>
                  <a:pt x="486" y="167"/>
                </a:lnTo>
                <a:lnTo>
                  <a:pt x="487" y="167"/>
                </a:lnTo>
                <a:lnTo>
                  <a:pt x="487" y="166"/>
                </a:lnTo>
                <a:lnTo>
                  <a:pt x="488" y="167"/>
                </a:lnTo>
                <a:lnTo>
                  <a:pt x="489" y="167"/>
                </a:lnTo>
                <a:lnTo>
                  <a:pt x="489" y="168"/>
                </a:lnTo>
                <a:lnTo>
                  <a:pt x="490" y="168"/>
                </a:lnTo>
                <a:lnTo>
                  <a:pt x="490" y="169"/>
                </a:lnTo>
                <a:lnTo>
                  <a:pt x="490" y="170"/>
                </a:lnTo>
                <a:lnTo>
                  <a:pt x="489" y="170"/>
                </a:lnTo>
                <a:lnTo>
                  <a:pt x="488" y="171"/>
                </a:lnTo>
                <a:lnTo>
                  <a:pt x="488" y="172"/>
                </a:lnTo>
                <a:lnTo>
                  <a:pt x="487" y="172"/>
                </a:lnTo>
                <a:lnTo>
                  <a:pt x="487" y="173"/>
                </a:lnTo>
                <a:lnTo>
                  <a:pt x="489" y="175"/>
                </a:lnTo>
                <a:lnTo>
                  <a:pt x="489" y="176"/>
                </a:lnTo>
                <a:lnTo>
                  <a:pt x="489" y="177"/>
                </a:lnTo>
                <a:lnTo>
                  <a:pt x="490" y="177"/>
                </a:lnTo>
                <a:lnTo>
                  <a:pt x="490" y="176"/>
                </a:lnTo>
                <a:lnTo>
                  <a:pt x="491" y="177"/>
                </a:lnTo>
                <a:lnTo>
                  <a:pt x="492" y="177"/>
                </a:lnTo>
                <a:lnTo>
                  <a:pt x="493" y="177"/>
                </a:lnTo>
                <a:lnTo>
                  <a:pt x="493" y="178"/>
                </a:lnTo>
                <a:lnTo>
                  <a:pt x="493" y="179"/>
                </a:lnTo>
                <a:lnTo>
                  <a:pt x="493" y="180"/>
                </a:lnTo>
                <a:lnTo>
                  <a:pt x="493" y="181"/>
                </a:lnTo>
                <a:lnTo>
                  <a:pt x="494" y="181"/>
                </a:lnTo>
                <a:lnTo>
                  <a:pt x="493" y="182"/>
                </a:lnTo>
                <a:lnTo>
                  <a:pt x="492" y="183"/>
                </a:lnTo>
                <a:lnTo>
                  <a:pt x="492" y="182"/>
                </a:lnTo>
                <a:lnTo>
                  <a:pt x="492" y="183"/>
                </a:lnTo>
                <a:lnTo>
                  <a:pt x="493" y="183"/>
                </a:lnTo>
                <a:lnTo>
                  <a:pt x="493" y="184"/>
                </a:lnTo>
                <a:lnTo>
                  <a:pt x="493" y="185"/>
                </a:lnTo>
                <a:lnTo>
                  <a:pt x="492" y="185"/>
                </a:lnTo>
                <a:lnTo>
                  <a:pt x="492" y="186"/>
                </a:lnTo>
                <a:lnTo>
                  <a:pt x="491" y="186"/>
                </a:lnTo>
                <a:lnTo>
                  <a:pt x="491" y="187"/>
                </a:lnTo>
                <a:lnTo>
                  <a:pt x="490" y="187"/>
                </a:lnTo>
                <a:lnTo>
                  <a:pt x="489" y="187"/>
                </a:lnTo>
                <a:lnTo>
                  <a:pt x="489" y="188"/>
                </a:lnTo>
                <a:lnTo>
                  <a:pt x="488" y="188"/>
                </a:lnTo>
                <a:lnTo>
                  <a:pt x="488" y="189"/>
                </a:lnTo>
                <a:lnTo>
                  <a:pt x="488" y="190"/>
                </a:lnTo>
                <a:lnTo>
                  <a:pt x="487" y="190"/>
                </a:lnTo>
                <a:lnTo>
                  <a:pt x="487" y="191"/>
                </a:lnTo>
                <a:lnTo>
                  <a:pt x="486" y="191"/>
                </a:lnTo>
                <a:lnTo>
                  <a:pt x="487" y="191"/>
                </a:lnTo>
                <a:lnTo>
                  <a:pt x="486" y="192"/>
                </a:lnTo>
                <a:lnTo>
                  <a:pt x="485" y="192"/>
                </a:lnTo>
                <a:lnTo>
                  <a:pt x="484" y="192"/>
                </a:lnTo>
                <a:lnTo>
                  <a:pt x="483" y="192"/>
                </a:lnTo>
                <a:lnTo>
                  <a:pt x="483" y="193"/>
                </a:lnTo>
                <a:lnTo>
                  <a:pt x="482" y="194"/>
                </a:lnTo>
                <a:lnTo>
                  <a:pt x="482" y="195"/>
                </a:lnTo>
                <a:lnTo>
                  <a:pt x="481" y="195"/>
                </a:lnTo>
                <a:lnTo>
                  <a:pt x="481" y="196"/>
                </a:lnTo>
                <a:lnTo>
                  <a:pt x="480" y="196"/>
                </a:lnTo>
                <a:lnTo>
                  <a:pt x="480" y="197"/>
                </a:lnTo>
                <a:lnTo>
                  <a:pt x="480" y="198"/>
                </a:lnTo>
                <a:lnTo>
                  <a:pt x="479" y="199"/>
                </a:lnTo>
                <a:lnTo>
                  <a:pt x="478" y="199"/>
                </a:lnTo>
                <a:lnTo>
                  <a:pt x="477" y="200"/>
                </a:lnTo>
                <a:lnTo>
                  <a:pt x="476" y="200"/>
                </a:lnTo>
                <a:lnTo>
                  <a:pt x="475" y="200"/>
                </a:lnTo>
                <a:lnTo>
                  <a:pt x="474" y="199"/>
                </a:lnTo>
                <a:lnTo>
                  <a:pt x="474" y="200"/>
                </a:lnTo>
                <a:lnTo>
                  <a:pt x="473" y="200"/>
                </a:lnTo>
                <a:lnTo>
                  <a:pt x="472" y="200"/>
                </a:lnTo>
                <a:lnTo>
                  <a:pt x="471" y="200"/>
                </a:lnTo>
                <a:lnTo>
                  <a:pt x="470" y="201"/>
                </a:lnTo>
                <a:lnTo>
                  <a:pt x="470" y="200"/>
                </a:lnTo>
                <a:lnTo>
                  <a:pt x="469" y="201"/>
                </a:lnTo>
                <a:lnTo>
                  <a:pt x="470" y="202"/>
                </a:lnTo>
                <a:lnTo>
                  <a:pt x="471" y="203"/>
                </a:lnTo>
                <a:lnTo>
                  <a:pt x="471" y="204"/>
                </a:lnTo>
                <a:lnTo>
                  <a:pt x="471" y="205"/>
                </a:lnTo>
                <a:lnTo>
                  <a:pt x="472" y="205"/>
                </a:lnTo>
                <a:lnTo>
                  <a:pt x="472" y="206"/>
                </a:lnTo>
                <a:lnTo>
                  <a:pt x="471" y="206"/>
                </a:lnTo>
                <a:lnTo>
                  <a:pt x="472" y="206"/>
                </a:lnTo>
                <a:lnTo>
                  <a:pt x="472" y="207"/>
                </a:lnTo>
                <a:lnTo>
                  <a:pt x="472" y="208"/>
                </a:lnTo>
                <a:lnTo>
                  <a:pt x="473" y="208"/>
                </a:lnTo>
                <a:lnTo>
                  <a:pt x="473" y="209"/>
                </a:lnTo>
                <a:lnTo>
                  <a:pt x="472" y="209"/>
                </a:lnTo>
                <a:lnTo>
                  <a:pt x="473" y="209"/>
                </a:lnTo>
                <a:lnTo>
                  <a:pt x="473" y="210"/>
                </a:lnTo>
                <a:lnTo>
                  <a:pt x="474" y="210"/>
                </a:lnTo>
                <a:lnTo>
                  <a:pt x="473" y="210"/>
                </a:lnTo>
                <a:lnTo>
                  <a:pt x="474" y="211"/>
                </a:lnTo>
                <a:lnTo>
                  <a:pt x="474" y="212"/>
                </a:lnTo>
                <a:lnTo>
                  <a:pt x="473" y="212"/>
                </a:lnTo>
                <a:lnTo>
                  <a:pt x="473" y="213"/>
                </a:lnTo>
                <a:lnTo>
                  <a:pt x="472" y="214"/>
                </a:lnTo>
                <a:lnTo>
                  <a:pt x="473" y="214"/>
                </a:lnTo>
                <a:lnTo>
                  <a:pt x="472" y="214"/>
                </a:lnTo>
                <a:lnTo>
                  <a:pt x="471" y="214"/>
                </a:lnTo>
                <a:lnTo>
                  <a:pt x="470" y="214"/>
                </a:lnTo>
                <a:lnTo>
                  <a:pt x="470" y="213"/>
                </a:lnTo>
                <a:lnTo>
                  <a:pt x="469" y="213"/>
                </a:lnTo>
                <a:lnTo>
                  <a:pt x="469" y="214"/>
                </a:lnTo>
                <a:lnTo>
                  <a:pt x="469" y="213"/>
                </a:lnTo>
                <a:lnTo>
                  <a:pt x="468" y="213"/>
                </a:lnTo>
                <a:lnTo>
                  <a:pt x="467" y="213"/>
                </a:lnTo>
                <a:lnTo>
                  <a:pt x="467" y="214"/>
                </a:lnTo>
                <a:lnTo>
                  <a:pt x="466" y="214"/>
                </a:lnTo>
                <a:lnTo>
                  <a:pt x="466" y="215"/>
                </a:lnTo>
                <a:lnTo>
                  <a:pt x="467" y="215"/>
                </a:lnTo>
                <a:lnTo>
                  <a:pt x="467" y="216"/>
                </a:lnTo>
                <a:lnTo>
                  <a:pt x="466" y="216"/>
                </a:lnTo>
                <a:lnTo>
                  <a:pt x="465" y="216"/>
                </a:lnTo>
                <a:lnTo>
                  <a:pt x="464" y="216"/>
                </a:lnTo>
                <a:lnTo>
                  <a:pt x="464" y="215"/>
                </a:lnTo>
                <a:lnTo>
                  <a:pt x="464" y="216"/>
                </a:lnTo>
                <a:lnTo>
                  <a:pt x="464" y="217"/>
                </a:lnTo>
                <a:lnTo>
                  <a:pt x="463" y="217"/>
                </a:lnTo>
                <a:lnTo>
                  <a:pt x="463" y="218"/>
                </a:lnTo>
                <a:lnTo>
                  <a:pt x="462" y="218"/>
                </a:lnTo>
                <a:lnTo>
                  <a:pt x="462" y="219"/>
                </a:lnTo>
                <a:lnTo>
                  <a:pt x="461" y="219"/>
                </a:lnTo>
                <a:lnTo>
                  <a:pt x="460" y="218"/>
                </a:lnTo>
                <a:lnTo>
                  <a:pt x="459" y="218"/>
                </a:lnTo>
                <a:lnTo>
                  <a:pt x="459" y="217"/>
                </a:lnTo>
                <a:lnTo>
                  <a:pt x="458" y="217"/>
                </a:lnTo>
                <a:lnTo>
                  <a:pt x="457" y="217"/>
                </a:lnTo>
                <a:lnTo>
                  <a:pt x="457" y="218"/>
                </a:lnTo>
                <a:lnTo>
                  <a:pt x="457" y="219"/>
                </a:lnTo>
                <a:lnTo>
                  <a:pt x="457" y="220"/>
                </a:lnTo>
                <a:lnTo>
                  <a:pt x="456" y="220"/>
                </a:lnTo>
                <a:lnTo>
                  <a:pt x="456" y="221"/>
                </a:lnTo>
                <a:lnTo>
                  <a:pt x="455" y="220"/>
                </a:lnTo>
                <a:lnTo>
                  <a:pt x="454" y="220"/>
                </a:lnTo>
                <a:lnTo>
                  <a:pt x="454" y="219"/>
                </a:lnTo>
                <a:lnTo>
                  <a:pt x="453" y="219"/>
                </a:lnTo>
                <a:lnTo>
                  <a:pt x="452" y="220"/>
                </a:lnTo>
                <a:lnTo>
                  <a:pt x="452" y="221"/>
                </a:lnTo>
                <a:lnTo>
                  <a:pt x="451" y="221"/>
                </a:lnTo>
                <a:lnTo>
                  <a:pt x="451" y="222"/>
                </a:lnTo>
                <a:lnTo>
                  <a:pt x="452" y="222"/>
                </a:lnTo>
                <a:lnTo>
                  <a:pt x="451" y="222"/>
                </a:lnTo>
                <a:lnTo>
                  <a:pt x="450" y="223"/>
                </a:lnTo>
                <a:lnTo>
                  <a:pt x="450" y="222"/>
                </a:lnTo>
                <a:lnTo>
                  <a:pt x="449" y="223"/>
                </a:lnTo>
                <a:lnTo>
                  <a:pt x="448" y="224"/>
                </a:lnTo>
                <a:lnTo>
                  <a:pt x="448" y="225"/>
                </a:lnTo>
                <a:lnTo>
                  <a:pt x="447" y="225"/>
                </a:lnTo>
                <a:lnTo>
                  <a:pt x="447" y="226"/>
                </a:lnTo>
                <a:lnTo>
                  <a:pt x="446" y="227"/>
                </a:lnTo>
                <a:lnTo>
                  <a:pt x="446" y="229"/>
                </a:lnTo>
                <a:lnTo>
                  <a:pt x="446" y="230"/>
                </a:lnTo>
                <a:lnTo>
                  <a:pt x="445" y="230"/>
                </a:lnTo>
                <a:lnTo>
                  <a:pt x="446" y="231"/>
                </a:lnTo>
                <a:lnTo>
                  <a:pt x="447" y="231"/>
                </a:lnTo>
                <a:lnTo>
                  <a:pt x="448" y="231"/>
                </a:lnTo>
                <a:lnTo>
                  <a:pt x="448" y="232"/>
                </a:lnTo>
                <a:lnTo>
                  <a:pt x="448" y="233"/>
                </a:lnTo>
                <a:lnTo>
                  <a:pt x="448" y="234"/>
                </a:lnTo>
                <a:lnTo>
                  <a:pt x="449" y="236"/>
                </a:lnTo>
                <a:lnTo>
                  <a:pt x="449" y="237"/>
                </a:lnTo>
                <a:lnTo>
                  <a:pt x="449" y="238"/>
                </a:lnTo>
                <a:lnTo>
                  <a:pt x="447" y="240"/>
                </a:lnTo>
                <a:lnTo>
                  <a:pt x="446" y="241"/>
                </a:lnTo>
                <a:lnTo>
                  <a:pt x="445" y="241"/>
                </a:lnTo>
                <a:lnTo>
                  <a:pt x="444" y="243"/>
                </a:lnTo>
                <a:lnTo>
                  <a:pt x="443" y="244"/>
                </a:lnTo>
                <a:lnTo>
                  <a:pt x="443" y="245"/>
                </a:lnTo>
                <a:lnTo>
                  <a:pt x="443" y="246"/>
                </a:lnTo>
                <a:lnTo>
                  <a:pt x="442" y="246"/>
                </a:lnTo>
                <a:lnTo>
                  <a:pt x="442" y="247"/>
                </a:lnTo>
                <a:lnTo>
                  <a:pt x="441" y="248"/>
                </a:lnTo>
                <a:lnTo>
                  <a:pt x="440" y="249"/>
                </a:lnTo>
                <a:lnTo>
                  <a:pt x="440" y="250"/>
                </a:lnTo>
                <a:lnTo>
                  <a:pt x="439" y="251"/>
                </a:lnTo>
                <a:lnTo>
                  <a:pt x="439" y="252"/>
                </a:lnTo>
                <a:lnTo>
                  <a:pt x="438" y="253"/>
                </a:lnTo>
                <a:lnTo>
                  <a:pt x="437" y="254"/>
                </a:lnTo>
                <a:lnTo>
                  <a:pt x="436" y="255"/>
                </a:lnTo>
                <a:lnTo>
                  <a:pt x="435" y="255"/>
                </a:lnTo>
                <a:lnTo>
                  <a:pt x="435" y="254"/>
                </a:lnTo>
                <a:lnTo>
                  <a:pt x="435" y="255"/>
                </a:lnTo>
                <a:lnTo>
                  <a:pt x="434" y="255"/>
                </a:lnTo>
                <a:lnTo>
                  <a:pt x="435" y="256"/>
                </a:lnTo>
                <a:lnTo>
                  <a:pt x="435" y="257"/>
                </a:lnTo>
                <a:lnTo>
                  <a:pt x="434" y="257"/>
                </a:lnTo>
                <a:lnTo>
                  <a:pt x="434" y="259"/>
                </a:lnTo>
                <a:lnTo>
                  <a:pt x="435" y="259"/>
                </a:lnTo>
                <a:lnTo>
                  <a:pt x="435" y="260"/>
                </a:lnTo>
                <a:lnTo>
                  <a:pt x="434" y="260"/>
                </a:lnTo>
                <a:lnTo>
                  <a:pt x="434" y="261"/>
                </a:lnTo>
                <a:lnTo>
                  <a:pt x="434" y="262"/>
                </a:lnTo>
                <a:lnTo>
                  <a:pt x="433" y="262"/>
                </a:lnTo>
                <a:lnTo>
                  <a:pt x="433" y="263"/>
                </a:lnTo>
                <a:lnTo>
                  <a:pt x="432" y="263"/>
                </a:lnTo>
                <a:lnTo>
                  <a:pt x="432" y="264"/>
                </a:lnTo>
                <a:lnTo>
                  <a:pt x="432" y="265"/>
                </a:lnTo>
                <a:lnTo>
                  <a:pt x="432" y="266"/>
                </a:lnTo>
                <a:lnTo>
                  <a:pt x="433" y="266"/>
                </a:lnTo>
                <a:lnTo>
                  <a:pt x="434" y="267"/>
                </a:lnTo>
                <a:lnTo>
                  <a:pt x="435" y="267"/>
                </a:lnTo>
                <a:lnTo>
                  <a:pt x="436" y="267"/>
                </a:lnTo>
                <a:lnTo>
                  <a:pt x="436" y="266"/>
                </a:lnTo>
                <a:lnTo>
                  <a:pt x="437" y="267"/>
                </a:lnTo>
                <a:lnTo>
                  <a:pt x="436" y="268"/>
                </a:lnTo>
                <a:lnTo>
                  <a:pt x="435" y="271"/>
                </a:lnTo>
                <a:lnTo>
                  <a:pt x="434" y="272"/>
                </a:lnTo>
                <a:lnTo>
                  <a:pt x="433" y="272"/>
                </a:lnTo>
                <a:lnTo>
                  <a:pt x="434" y="272"/>
                </a:lnTo>
                <a:lnTo>
                  <a:pt x="434" y="273"/>
                </a:lnTo>
                <a:lnTo>
                  <a:pt x="434" y="274"/>
                </a:lnTo>
                <a:lnTo>
                  <a:pt x="434" y="275"/>
                </a:lnTo>
                <a:lnTo>
                  <a:pt x="434" y="276"/>
                </a:lnTo>
                <a:lnTo>
                  <a:pt x="434" y="277"/>
                </a:lnTo>
                <a:lnTo>
                  <a:pt x="435" y="277"/>
                </a:lnTo>
                <a:lnTo>
                  <a:pt x="436" y="277"/>
                </a:lnTo>
                <a:lnTo>
                  <a:pt x="436" y="278"/>
                </a:lnTo>
                <a:lnTo>
                  <a:pt x="437" y="278"/>
                </a:lnTo>
                <a:lnTo>
                  <a:pt x="437" y="279"/>
                </a:lnTo>
                <a:lnTo>
                  <a:pt x="436" y="279"/>
                </a:lnTo>
                <a:lnTo>
                  <a:pt x="435" y="280"/>
                </a:lnTo>
                <a:lnTo>
                  <a:pt x="434" y="280"/>
                </a:lnTo>
                <a:lnTo>
                  <a:pt x="434" y="281"/>
                </a:lnTo>
                <a:lnTo>
                  <a:pt x="435" y="281"/>
                </a:lnTo>
                <a:lnTo>
                  <a:pt x="434" y="282"/>
                </a:lnTo>
                <a:lnTo>
                  <a:pt x="434" y="283"/>
                </a:lnTo>
                <a:lnTo>
                  <a:pt x="435" y="284"/>
                </a:lnTo>
                <a:lnTo>
                  <a:pt x="436" y="284"/>
                </a:lnTo>
                <a:lnTo>
                  <a:pt x="437" y="284"/>
                </a:lnTo>
                <a:lnTo>
                  <a:pt x="438" y="284"/>
                </a:lnTo>
                <a:lnTo>
                  <a:pt x="439" y="284"/>
                </a:lnTo>
                <a:lnTo>
                  <a:pt x="440" y="285"/>
                </a:lnTo>
                <a:lnTo>
                  <a:pt x="441" y="286"/>
                </a:lnTo>
                <a:lnTo>
                  <a:pt x="443" y="286"/>
                </a:lnTo>
                <a:lnTo>
                  <a:pt x="444" y="286"/>
                </a:lnTo>
                <a:lnTo>
                  <a:pt x="444" y="285"/>
                </a:lnTo>
                <a:lnTo>
                  <a:pt x="444" y="284"/>
                </a:lnTo>
                <a:lnTo>
                  <a:pt x="445" y="284"/>
                </a:lnTo>
                <a:lnTo>
                  <a:pt x="445" y="285"/>
                </a:lnTo>
                <a:lnTo>
                  <a:pt x="446" y="285"/>
                </a:lnTo>
                <a:lnTo>
                  <a:pt x="447" y="284"/>
                </a:lnTo>
                <a:lnTo>
                  <a:pt x="447" y="283"/>
                </a:lnTo>
                <a:lnTo>
                  <a:pt x="448" y="283"/>
                </a:lnTo>
                <a:lnTo>
                  <a:pt x="449" y="283"/>
                </a:lnTo>
                <a:lnTo>
                  <a:pt x="451" y="283"/>
                </a:lnTo>
                <a:lnTo>
                  <a:pt x="452" y="282"/>
                </a:lnTo>
                <a:lnTo>
                  <a:pt x="453" y="282"/>
                </a:lnTo>
                <a:lnTo>
                  <a:pt x="453" y="283"/>
                </a:lnTo>
                <a:lnTo>
                  <a:pt x="454" y="283"/>
                </a:lnTo>
                <a:lnTo>
                  <a:pt x="455" y="282"/>
                </a:lnTo>
                <a:lnTo>
                  <a:pt x="455" y="281"/>
                </a:lnTo>
                <a:lnTo>
                  <a:pt x="456" y="282"/>
                </a:lnTo>
                <a:lnTo>
                  <a:pt x="457" y="282"/>
                </a:lnTo>
                <a:lnTo>
                  <a:pt x="458" y="281"/>
                </a:lnTo>
                <a:lnTo>
                  <a:pt x="459" y="282"/>
                </a:lnTo>
                <a:lnTo>
                  <a:pt x="458" y="283"/>
                </a:lnTo>
                <a:lnTo>
                  <a:pt x="458" y="284"/>
                </a:lnTo>
                <a:lnTo>
                  <a:pt x="459" y="284"/>
                </a:lnTo>
                <a:lnTo>
                  <a:pt x="459" y="285"/>
                </a:lnTo>
                <a:lnTo>
                  <a:pt x="458" y="285"/>
                </a:lnTo>
                <a:lnTo>
                  <a:pt x="458" y="286"/>
                </a:lnTo>
                <a:lnTo>
                  <a:pt x="457" y="286"/>
                </a:lnTo>
                <a:lnTo>
                  <a:pt x="457" y="287"/>
                </a:lnTo>
                <a:lnTo>
                  <a:pt x="457" y="288"/>
                </a:lnTo>
                <a:lnTo>
                  <a:pt x="457" y="290"/>
                </a:lnTo>
                <a:lnTo>
                  <a:pt x="458" y="290"/>
                </a:lnTo>
                <a:lnTo>
                  <a:pt x="459" y="290"/>
                </a:lnTo>
                <a:lnTo>
                  <a:pt x="458" y="290"/>
                </a:lnTo>
                <a:lnTo>
                  <a:pt x="458" y="291"/>
                </a:lnTo>
                <a:lnTo>
                  <a:pt x="458" y="292"/>
                </a:lnTo>
                <a:lnTo>
                  <a:pt x="456" y="295"/>
                </a:lnTo>
                <a:lnTo>
                  <a:pt x="456" y="296"/>
                </a:lnTo>
                <a:lnTo>
                  <a:pt x="455" y="297"/>
                </a:lnTo>
                <a:lnTo>
                  <a:pt x="455" y="298"/>
                </a:lnTo>
                <a:lnTo>
                  <a:pt x="454" y="300"/>
                </a:lnTo>
                <a:lnTo>
                  <a:pt x="453" y="302"/>
                </a:lnTo>
                <a:lnTo>
                  <a:pt x="453" y="303"/>
                </a:lnTo>
                <a:lnTo>
                  <a:pt x="452" y="303"/>
                </a:lnTo>
                <a:lnTo>
                  <a:pt x="452" y="304"/>
                </a:lnTo>
                <a:lnTo>
                  <a:pt x="451" y="305"/>
                </a:lnTo>
                <a:lnTo>
                  <a:pt x="450" y="305"/>
                </a:lnTo>
                <a:lnTo>
                  <a:pt x="450" y="306"/>
                </a:lnTo>
                <a:lnTo>
                  <a:pt x="450" y="307"/>
                </a:lnTo>
                <a:lnTo>
                  <a:pt x="449" y="308"/>
                </a:lnTo>
                <a:lnTo>
                  <a:pt x="450" y="308"/>
                </a:lnTo>
                <a:lnTo>
                  <a:pt x="450" y="309"/>
                </a:lnTo>
                <a:lnTo>
                  <a:pt x="450" y="310"/>
                </a:lnTo>
                <a:lnTo>
                  <a:pt x="449" y="310"/>
                </a:lnTo>
                <a:lnTo>
                  <a:pt x="450" y="311"/>
                </a:lnTo>
                <a:lnTo>
                  <a:pt x="451" y="311"/>
                </a:lnTo>
                <a:lnTo>
                  <a:pt x="451" y="310"/>
                </a:lnTo>
                <a:lnTo>
                  <a:pt x="452" y="310"/>
                </a:lnTo>
                <a:lnTo>
                  <a:pt x="453" y="310"/>
                </a:lnTo>
                <a:lnTo>
                  <a:pt x="453" y="311"/>
                </a:lnTo>
                <a:lnTo>
                  <a:pt x="453" y="312"/>
                </a:lnTo>
                <a:lnTo>
                  <a:pt x="453" y="313"/>
                </a:lnTo>
                <a:lnTo>
                  <a:pt x="453" y="314"/>
                </a:lnTo>
                <a:lnTo>
                  <a:pt x="453" y="315"/>
                </a:lnTo>
                <a:lnTo>
                  <a:pt x="454" y="315"/>
                </a:lnTo>
                <a:lnTo>
                  <a:pt x="456" y="317"/>
                </a:lnTo>
                <a:lnTo>
                  <a:pt x="457" y="319"/>
                </a:lnTo>
                <a:lnTo>
                  <a:pt x="458" y="319"/>
                </a:lnTo>
                <a:lnTo>
                  <a:pt x="458" y="320"/>
                </a:lnTo>
                <a:lnTo>
                  <a:pt x="458" y="321"/>
                </a:lnTo>
                <a:lnTo>
                  <a:pt x="458" y="322"/>
                </a:lnTo>
                <a:lnTo>
                  <a:pt x="459" y="323"/>
                </a:lnTo>
                <a:lnTo>
                  <a:pt x="460" y="323"/>
                </a:lnTo>
                <a:lnTo>
                  <a:pt x="460" y="324"/>
                </a:lnTo>
                <a:lnTo>
                  <a:pt x="460" y="325"/>
                </a:lnTo>
                <a:lnTo>
                  <a:pt x="461" y="325"/>
                </a:lnTo>
                <a:lnTo>
                  <a:pt x="462" y="325"/>
                </a:lnTo>
                <a:lnTo>
                  <a:pt x="463" y="325"/>
                </a:lnTo>
                <a:lnTo>
                  <a:pt x="463" y="326"/>
                </a:lnTo>
                <a:lnTo>
                  <a:pt x="463" y="327"/>
                </a:lnTo>
                <a:lnTo>
                  <a:pt x="462" y="327"/>
                </a:lnTo>
                <a:lnTo>
                  <a:pt x="462" y="328"/>
                </a:lnTo>
                <a:lnTo>
                  <a:pt x="461" y="328"/>
                </a:lnTo>
                <a:lnTo>
                  <a:pt x="461" y="329"/>
                </a:lnTo>
                <a:lnTo>
                  <a:pt x="461" y="330"/>
                </a:lnTo>
                <a:lnTo>
                  <a:pt x="461" y="331"/>
                </a:lnTo>
                <a:lnTo>
                  <a:pt x="460" y="331"/>
                </a:lnTo>
                <a:lnTo>
                  <a:pt x="460" y="332"/>
                </a:lnTo>
                <a:lnTo>
                  <a:pt x="460" y="334"/>
                </a:lnTo>
                <a:lnTo>
                  <a:pt x="460" y="335"/>
                </a:lnTo>
                <a:lnTo>
                  <a:pt x="459" y="335"/>
                </a:lnTo>
                <a:lnTo>
                  <a:pt x="457" y="337"/>
                </a:lnTo>
                <a:lnTo>
                  <a:pt x="457" y="338"/>
                </a:lnTo>
                <a:lnTo>
                  <a:pt x="457" y="339"/>
                </a:lnTo>
                <a:lnTo>
                  <a:pt x="455" y="340"/>
                </a:lnTo>
                <a:lnTo>
                  <a:pt x="455" y="341"/>
                </a:lnTo>
                <a:lnTo>
                  <a:pt x="455" y="342"/>
                </a:lnTo>
                <a:lnTo>
                  <a:pt x="456" y="342"/>
                </a:lnTo>
                <a:lnTo>
                  <a:pt x="456" y="343"/>
                </a:lnTo>
                <a:lnTo>
                  <a:pt x="456" y="344"/>
                </a:lnTo>
                <a:lnTo>
                  <a:pt x="457" y="345"/>
                </a:lnTo>
                <a:lnTo>
                  <a:pt x="457" y="346"/>
                </a:lnTo>
                <a:lnTo>
                  <a:pt x="457" y="347"/>
                </a:lnTo>
                <a:lnTo>
                  <a:pt x="457" y="349"/>
                </a:lnTo>
                <a:lnTo>
                  <a:pt x="457" y="350"/>
                </a:lnTo>
                <a:lnTo>
                  <a:pt x="457" y="351"/>
                </a:lnTo>
                <a:lnTo>
                  <a:pt x="458" y="351"/>
                </a:lnTo>
                <a:lnTo>
                  <a:pt x="458" y="355"/>
                </a:lnTo>
                <a:lnTo>
                  <a:pt x="457" y="355"/>
                </a:lnTo>
                <a:lnTo>
                  <a:pt x="458" y="356"/>
                </a:lnTo>
                <a:lnTo>
                  <a:pt x="459" y="356"/>
                </a:lnTo>
                <a:lnTo>
                  <a:pt x="460" y="357"/>
                </a:lnTo>
                <a:lnTo>
                  <a:pt x="460" y="358"/>
                </a:lnTo>
                <a:lnTo>
                  <a:pt x="461" y="358"/>
                </a:lnTo>
                <a:lnTo>
                  <a:pt x="461" y="359"/>
                </a:lnTo>
                <a:lnTo>
                  <a:pt x="461" y="360"/>
                </a:lnTo>
                <a:lnTo>
                  <a:pt x="462" y="360"/>
                </a:lnTo>
                <a:lnTo>
                  <a:pt x="463" y="360"/>
                </a:lnTo>
                <a:lnTo>
                  <a:pt x="464" y="360"/>
                </a:lnTo>
                <a:lnTo>
                  <a:pt x="465" y="360"/>
                </a:lnTo>
                <a:lnTo>
                  <a:pt x="466" y="360"/>
                </a:lnTo>
                <a:lnTo>
                  <a:pt x="467" y="360"/>
                </a:lnTo>
                <a:lnTo>
                  <a:pt x="468" y="360"/>
                </a:lnTo>
                <a:lnTo>
                  <a:pt x="469" y="360"/>
                </a:lnTo>
                <a:lnTo>
                  <a:pt x="470" y="360"/>
                </a:lnTo>
                <a:lnTo>
                  <a:pt x="471" y="361"/>
                </a:lnTo>
                <a:lnTo>
                  <a:pt x="472" y="362"/>
                </a:lnTo>
                <a:lnTo>
                  <a:pt x="472" y="363"/>
                </a:lnTo>
                <a:lnTo>
                  <a:pt x="473" y="363"/>
                </a:lnTo>
                <a:lnTo>
                  <a:pt x="474" y="363"/>
                </a:lnTo>
                <a:lnTo>
                  <a:pt x="474" y="364"/>
                </a:lnTo>
                <a:lnTo>
                  <a:pt x="476" y="364"/>
                </a:lnTo>
                <a:lnTo>
                  <a:pt x="477" y="364"/>
                </a:lnTo>
                <a:lnTo>
                  <a:pt x="478" y="364"/>
                </a:lnTo>
                <a:lnTo>
                  <a:pt x="479" y="364"/>
                </a:lnTo>
                <a:lnTo>
                  <a:pt x="480" y="364"/>
                </a:lnTo>
                <a:lnTo>
                  <a:pt x="480" y="365"/>
                </a:lnTo>
                <a:lnTo>
                  <a:pt x="480" y="366"/>
                </a:lnTo>
                <a:lnTo>
                  <a:pt x="479" y="366"/>
                </a:lnTo>
                <a:lnTo>
                  <a:pt x="479" y="367"/>
                </a:lnTo>
                <a:lnTo>
                  <a:pt x="479" y="368"/>
                </a:lnTo>
                <a:lnTo>
                  <a:pt x="478" y="369"/>
                </a:lnTo>
                <a:lnTo>
                  <a:pt x="478" y="370"/>
                </a:lnTo>
                <a:lnTo>
                  <a:pt x="478" y="371"/>
                </a:lnTo>
                <a:lnTo>
                  <a:pt x="478" y="372"/>
                </a:lnTo>
                <a:lnTo>
                  <a:pt x="477" y="372"/>
                </a:lnTo>
                <a:lnTo>
                  <a:pt x="477" y="373"/>
                </a:lnTo>
                <a:lnTo>
                  <a:pt x="477" y="374"/>
                </a:lnTo>
                <a:lnTo>
                  <a:pt x="479" y="374"/>
                </a:lnTo>
                <a:lnTo>
                  <a:pt x="479" y="375"/>
                </a:lnTo>
                <a:lnTo>
                  <a:pt x="479" y="376"/>
                </a:lnTo>
                <a:lnTo>
                  <a:pt x="478" y="376"/>
                </a:lnTo>
                <a:lnTo>
                  <a:pt x="478" y="377"/>
                </a:lnTo>
                <a:lnTo>
                  <a:pt x="478" y="378"/>
                </a:lnTo>
                <a:lnTo>
                  <a:pt x="478" y="379"/>
                </a:lnTo>
                <a:lnTo>
                  <a:pt x="478" y="380"/>
                </a:lnTo>
                <a:lnTo>
                  <a:pt x="478" y="381"/>
                </a:lnTo>
                <a:lnTo>
                  <a:pt x="478" y="382"/>
                </a:lnTo>
                <a:lnTo>
                  <a:pt x="477" y="382"/>
                </a:lnTo>
                <a:lnTo>
                  <a:pt x="477" y="381"/>
                </a:lnTo>
                <a:lnTo>
                  <a:pt x="476" y="381"/>
                </a:lnTo>
                <a:lnTo>
                  <a:pt x="476" y="382"/>
                </a:lnTo>
                <a:lnTo>
                  <a:pt x="475" y="382"/>
                </a:lnTo>
                <a:lnTo>
                  <a:pt x="475" y="383"/>
                </a:lnTo>
                <a:lnTo>
                  <a:pt x="474" y="383"/>
                </a:lnTo>
                <a:lnTo>
                  <a:pt x="474" y="384"/>
                </a:lnTo>
                <a:lnTo>
                  <a:pt x="473" y="384"/>
                </a:lnTo>
                <a:lnTo>
                  <a:pt x="473" y="385"/>
                </a:lnTo>
                <a:lnTo>
                  <a:pt x="473" y="386"/>
                </a:lnTo>
                <a:lnTo>
                  <a:pt x="474" y="386"/>
                </a:lnTo>
                <a:lnTo>
                  <a:pt x="473" y="387"/>
                </a:lnTo>
                <a:lnTo>
                  <a:pt x="474" y="387"/>
                </a:lnTo>
                <a:lnTo>
                  <a:pt x="474" y="388"/>
                </a:lnTo>
                <a:lnTo>
                  <a:pt x="475" y="389"/>
                </a:lnTo>
                <a:lnTo>
                  <a:pt x="474" y="389"/>
                </a:lnTo>
                <a:lnTo>
                  <a:pt x="473" y="390"/>
                </a:lnTo>
                <a:lnTo>
                  <a:pt x="474" y="390"/>
                </a:lnTo>
                <a:lnTo>
                  <a:pt x="473" y="391"/>
                </a:lnTo>
                <a:lnTo>
                  <a:pt x="474" y="391"/>
                </a:lnTo>
                <a:lnTo>
                  <a:pt x="473" y="392"/>
                </a:lnTo>
                <a:lnTo>
                  <a:pt x="473" y="393"/>
                </a:lnTo>
                <a:lnTo>
                  <a:pt x="472" y="393"/>
                </a:lnTo>
                <a:lnTo>
                  <a:pt x="472" y="394"/>
                </a:lnTo>
                <a:lnTo>
                  <a:pt x="472" y="395"/>
                </a:lnTo>
                <a:lnTo>
                  <a:pt x="473" y="396"/>
                </a:lnTo>
                <a:lnTo>
                  <a:pt x="472" y="396"/>
                </a:lnTo>
                <a:lnTo>
                  <a:pt x="471" y="397"/>
                </a:lnTo>
                <a:lnTo>
                  <a:pt x="470" y="397"/>
                </a:lnTo>
                <a:lnTo>
                  <a:pt x="469" y="398"/>
                </a:lnTo>
                <a:lnTo>
                  <a:pt x="468" y="399"/>
                </a:lnTo>
                <a:lnTo>
                  <a:pt x="468" y="402"/>
                </a:lnTo>
                <a:lnTo>
                  <a:pt x="467" y="402"/>
                </a:lnTo>
                <a:lnTo>
                  <a:pt x="467" y="403"/>
                </a:lnTo>
                <a:lnTo>
                  <a:pt x="466" y="403"/>
                </a:lnTo>
                <a:lnTo>
                  <a:pt x="465" y="403"/>
                </a:lnTo>
                <a:lnTo>
                  <a:pt x="465" y="404"/>
                </a:lnTo>
                <a:lnTo>
                  <a:pt x="466" y="405"/>
                </a:lnTo>
                <a:lnTo>
                  <a:pt x="466" y="406"/>
                </a:lnTo>
                <a:lnTo>
                  <a:pt x="465" y="406"/>
                </a:lnTo>
                <a:lnTo>
                  <a:pt x="466" y="407"/>
                </a:lnTo>
                <a:lnTo>
                  <a:pt x="467" y="408"/>
                </a:lnTo>
                <a:lnTo>
                  <a:pt x="467" y="407"/>
                </a:lnTo>
                <a:lnTo>
                  <a:pt x="468" y="407"/>
                </a:lnTo>
                <a:lnTo>
                  <a:pt x="468" y="406"/>
                </a:lnTo>
                <a:lnTo>
                  <a:pt x="469" y="406"/>
                </a:lnTo>
                <a:lnTo>
                  <a:pt x="470" y="405"/>
                </a:lnTo>
                <a:lnTo>
                  <a:pt x="471" y="405"/>
                </a:lnTo>
                <a:lnTo>
                  <a:pt x="471" y="404"/>
                </a:lnTo>
                <a:lnTo>
                  <a:pt x="472" y="404"/>
                </a:lnTo>
                <a:lnTo>
                  <a:pt x="472" y="405"/>
                </a:lnTo>
                <a:lnTo>
                  <a:pt x="473" y="404"/>
                </a:lnTo>
                <a:lnTo>
                  <a:pt x="474" y="404"/>
                </a:lnTo>
                <a:lnTo>
                  <a:pt x="474" y="405"/>
                </a:lnTo>
                <a:lnTo>
                  <a:pt x="475" y="404"/>
                </a:lnTo>
                <a:lnTo>
                  <a:pt x="475" y="405"/>
                </a:lnTo>
                <a:lnTo>
                  <a:pt x="475" y="406"/>
                </a:lnTo>
                <a:lnTo>
                  <a:pt x="476" y="406"/>
                </a:lnTo>
                <a:lnTo>
                  <a:pt x="477" y="406"/>
                </a:lnTo>
                <a:lnTo>
                  <a:pt x="478" y="406"/>
                </a:lnTo>
                <a:lnTo>
                  <a:pt x="478" y="405"/>
                </a:lnTo>
                <a:lnTo>
                  <a:pt x="479" y="405"/>
                </a:lnTo>
                <a:lnTo>
                  <a:pt x="479" y="404"/>
                </a:lnTo>
                <a:lnTo>
                  <a:pt x="480" y="404"/>
                </a:lnTo>
                <a:lnTo>
                  <a:pt x="481" y="403"/>
                </a:lnTo>
                <a:lnTo>
                  <a:pt x="482" y="403"/>
                </a:lnTo>
                <a:lnTo>
                  <a:pt x="483" y="403"/>
                </a:lnTo>
                <a:lnTo>
                  <a:pt x="483" y="402"/>
                </a:lnTo>
                <a:lnTo>
                  <a:pt x="484" y="402"/>
                </a:lnTo>
                <a:lnTo>
                  <a:pt x="485" y="402"/>
                </a:lnTo>
                <a:lnTo>
                  <a:pt x="485" y="401"/>
                </a:lnTo>
                <a:lnTo>
                  <a:pt x="486" y="401"/>
                </a:lnTo>
                <a:lnTo>
                  <a:pt x="487" y="401"/>
                </a:lnTo>
                <a:lnTo>
                  <a:pt x="487" y="402"/>
                </a:lnTo>
                <a:lnTo>
                  <a:pt x="487" y="403"/>
                </a:lnTo>
                <a:lnTo>
                  <a:pt x="488" y="403"/>
                </a:lnTo>
                <a:lnTo>
                  <a:pt x="489" y="402"/>
                </a:lnTo>
                <a:lnTo>
                  <a:pt x="490" y="402"/>
                </a:lnTo>
                <a:lnTo>
                  <a:pt x="490" y="403"/>
                </a:lnTo>
                <a:lnTo>
                  <a:pt x="490" y="404"/>
                </a:lnTo>
                <a:lnTo>
                  <a:pt x="491" y="404"/>
                </a:lnTo>
                <a:lnTo>
                  <a:pt x="491" y="405"/>
                </a:lnTo>
                <a:lnTo>
                  <a:pt x="490" y="405"/>
                </a:lnTo>
                <a:lnTo>
                  <a:pt x="490" y="406"/>
                </a:lnTo>
                <a:lnTo>
                  <a:pt x="490" y="407"/>
                </a:lnTo>
                <a:lnTo>
                  <a:pt x="491" y="407"/>
                </a:lnTo>
                <a:lnTo>
                  <a:pt x="491" y="408"/>
                </a:lnTo>
                <a:lnTo>
                  <a:pt x="490" y="408"/>
                </a:lnTo>
                <a:lnTo>
                  <a:pt x="489" y="409"/>
                </a:lnTo>
                <a:lnTo>
                  <a:pt x="488" y="410"/>
                </a:lnTo>
                <a:lnTo>
                  <a:pt x="487" y="411"/>
                </a:lnTo>
                <a:lnTo>
                  <a:pt x="486" y="411"/>
                </a:lnTo>
                <a:lnTo>
                  <a:pt x="486" y="410"/>
                </a:lnTo>
                <a:lnTo>
                  <a:pt x="485" y="410"/>
                </a:lnTo>
                <a:lnTo>
                  <a:pt x="484" y="411"/>
                </a:lnTo>
                <a:lnTo>
                  <a:pt x="483" y="411"/>
                </a:lnTo>
                <a:lnTo>
                  <a:pt x="483" y="412"/>
                </a:lnTo>
                <a:lnTo>
                  <a:pt x="482" y="412"/>
                </a:lnTo>
                <a:lnTo>
                  <a:pt x="480" y="413"/>
                </a:lnTo>
                <a:lnTo>
                  <a:pt x="480" y="414"/>
                </a:lnTo>
                <a:lnTo>
                  <a:pt x="481" y="414"/>
                </a:lnTo>
                <a:lnTo>
                  <a:pt x="480" y="415"/>
                </a:lnTo>
                <a:lnTo>
                  <a:pt x="479" y="416"/>
                </a:lnTo>
                <a:lnTo>
                  <a:pt x="478" y="416"/>
                </a:lnTo>
                <a:lnTo>
                  <a:pt x="477" y="416"/>
                </a:lnTo>
                <a:lnTo>
                  <a:pt x="477" y="415"/>
                </a:lnTo>
                <a:lnTo>
                  <a:pt x="476" y="415"/>
                </a:lnTo>
                <a:lnTo>
                  <a:pt x="475" y="415"/>
                </a:lnTo>
                <a:lnTo>
                  <a:pt x="474" y="415"/>
                </a:lnTo>
                <a:lnTo>
                  <a:pt x="474" y="416"/>
                </a:lnTo>
                <a:lnTo>
                  <a:pt x="474" y="417"/>
                </a:lnTo>
                <a:lnTo>
                  <a:pt x="473" y="418"/>
                </a:lnTo>
                <a:lnTo>
                  <a:pt x="474" y="418"/>
                </a:lnTo>
                <a:lnTo>
                  <a:pt x="473" y="419"/>
                </a:lnTo>
                <a:lnTo>
                  <a:pt x="473" y="420"/>
                </a:lnTo>
                <a:lnTo>
                  <a:pt x="472" y="420"/>
                </a:lnTo>
                <a:lnTo>
                  <a:pt x="472" y="421"/>
                </a:lnTo>
                <a:lnTo>
                  <a:pt x="471" y="421"/>
                </a:lnTo>
                <a:lnTo>
                  <a:pt x="471" y="422"/>
                </a:lnTo>
                <a:lnTo>
                  <a:pt x="471" y="423"/>
                </a:lnTo>
                <a:lnTo>
                  <a:pt x="472" y="423"/>
                </a:lnTo>
                <a:lnTo>
                  <a:pt x="472" y="424"/>
                </a:lnTo>
                <a:lnTo>
                  <a:pt x="473" y="424"/>
                </a:lnTo>
                <a:lnTo>
                  <a:pt x="473" y="425"/>
                </a:lnTo>
                <a:lnTo>
                  <a:pt x="472" y="425"/>
                </a:lnTo>
                <a:lnTo>
                  <a:pt x="472" y="426"/>
                </a:lnTo>
                <a:lnTo>
                  <a:pt x="472" y="427"/>
                </a:lnTo>
                <a:lnTo>
                  <a:pt x="472" y="428"/>
                </a:lnTo>
                <a:lnTo>
                  <a:pt x="473" y="429"/>
                </a:lnTo>
                <a:lnTo>
                  <a:pt x="473" y="430"/>
                </a:lnTo>
                <a:lnTo>
                  <a:pt x="472" y="431"/>
                </a:lnTo>
                <a:lnTo>
                  <a:pt x="472" y="432"/>
                </a:lnTo>
                <a:lnTo>
                  <a:pt x="472" y="433"/>
                </a:lnTo>
                <a:lnTo>
                  <a:pt x="472" y="434"/>
                </a:lnTo>
                <a:lnTo>
                  <a:pt x="473" y="434"/>
                </a:lnTo>
                <a:lnTo>
                  <a:pt x="472" y="434"/>
                </a:lnTo>
                <a:lnTo>
                  <a:pt x="471" y="435"/>
                </a:lnTo>
                <a:lnTo>
                  <a:pt x="471" y="436"/>
                </a:lnTo>
                <a:lnTo>
                  <a:pt x="471" y="437"/>
                </a:lnTo>
                <a:lnTo>
                  <a:pt x="471" y="436"/>
                </a:lnTo>
                <a:lnTo>
                  <a:pt x="471" y="437"/>
                </a:lnTo>
                <a:lnTo>
                  <a:pt x="470" y="437"/>
                </a:lnTo>
                <a:lnTo>
                  <a:pt x="469" y="437"/>
                </a:lnTo>
                <a:lnTo>
                  <a:pt x="469" y="438"/>
                </a:lnTo>
                <a:lnTo>
                  <a:pt x="468" y="440"/>
                </a:lnTo>
                <a:lnTo>
                  <a:pt x="467" y="440"/>
                </a:lnTo>
                <a:lnTo>
                  <a:pt x="467" y="441"/>
                </a:lnTo>
                <a:lnTo>
                  <a:pt x="467" y="442"/>
                </a:lnTo>
                <a:lnTo>
                  <a:pt x="467" y="443"/>
                </a:lnTo>
                <a:lnTo>
                  <a:pt x="467" y="444"/>
                </a:lnTo>
                <a:lnTo>
                  <a:pt x="466" y="445"/>
                </a:lnTo>
                <a:lnTo>
                  <a:pt x="466" y="446"/>
                </a:lnTo>
                <a:lnTo>
                  <a:pt x="466" y="447"/>
                </a:lnTo>
                <a:lnTo>
                  <a:pt x="465" y="447"/>
                </a:lnTo>
                <a:lnTo>
                  <a:pt x="464" y="449"/>
                </a:lnTo>
                <a:lnTo>
                  <a:pt x="463" y="449"/>
                </a:lnTo>
                <a:lnTo>
                  <a:pt x="463" y="450"/>
                </a:lnTo>
                <a:lnTo>
                  <a:pt x="462" y="451"/>
                </a:lnTo>
                <a:lnTo>
                  <a:pt x="463" y="451"/>
                </a:lnTo>
                <a:lnTo>
                  <a:pt x="463" y="452"/>
                </a:lnTo>
                <a:lnTo>
                  <a:pt x="463" y="453"/>
                </a:lnTo>
                <a:lnTo>
                  <a:pt x="463" y="454"/>
                </a:lnTo>
                <a:lnTo>
                  <a:pt x="463" y="455"/>
                </a:lnTo>
                <a:lnTo>
                  <a:pt x="464" y="456"/>
                </a:lnTo>
                <a:lnTo>
                  <a:pt x="464" y="457"/>
                </a:lnTo>
                <a:lnTo>
                  <a:pt x="465" y="458"/>
                </a:lnTo>
                <a:lnTo>
                  <a:pt x="465" y="459"/>
                </a:lnTo>
                <a:lnTo>
                  <a:pt x="466" y="460"/>
                </a:lnTo>
                <a:lnTo>
                  <a:pt x="466" y="461"/>
                </a:lnTo>
                <a:lnTo>
                  <a:pt x="465" y="461"/>
                </a:lnTo>
                <a:lnTo>
                  <a:pt x="465" y="462"/>
                </a:lnTo>
                <a:lnTo>
                  <a:pt x="466" y="462"/>
                </a:lnTo>
                <a:lnTo>
                  <a:pt x="466" y="463"/>
                </a:lnTo>
                <a:lnTo>
                  <a:pt x="467" y="463"/>
                </a:lnTo>
                <a:lnTo>
                  <a:pt x="468" y="464"/>
                </a:lnTo>
                <a:lnTo>
                  <a:pt x="469" y="464"/>
                </a:lnTo>
                <a:lnTo>
                  <a:pt x="468" y="466"/>
                </a:lnTo>
                <a:lnTo>
                  <a:pt x="468" y="467"/>
                </a:lnTo>
                <a:lnTo>
                  <a:pt x="469" y="467"/>
                </a:lnTo>
                <a:lnTo>
                  <a:pt x="469" y="468"/>
                </a:lnTo>
                <a:lnTo>
                  <a:pt x="470" y="468"/>
                </a:lnTo>
                <a:lnTo>
                  <a:pt x="469" y="468"/>
                </a:lnTo>
                <a:lnTo>
                  <a:pt x="469" y="469"/>
                </a:lnTo>
                <a:lnTo>
                  <a:pt x="469" y="470"/>
                </a:lnTo>
                <a:lnTo>
                  <a:pt x="469" y="471"/>
                </a:lnTo>
                <a:lnTo>
                  <a:pt x="468" y="471"/>
                </a:lnTo>
                <a:lnTo>
                  <a:pt x="467" y="471"/>
                </a:lnTo>
                <a:lnTo>
                  <a:pt x="467" y="472"/>
                </a:lnTo>
                <a:lnTo>
                  <a:pt x="466" y="472"/>
                </a:lnTo>
                <a:lnTo>
                  <a:pt x="466" y="473"/>
                </a:lnTo>
                <a:lnTo>
                  <a:pt x="466" y="474"/>
                </a:lnTo>
                <a:lnTo>
                  <a:pt x="466" y="476"/>
                </a:lnTo>
                <a:lnTo>
                  <a:pt x="467" y="476"/>
                </a:lnTo>
                <a:lnTo>
                  <a:pt x="466" y="476"/>
                </a:lnTo>
                <a:lnTo>
                  <a:pt x="466" y="477"/>
                </a:lnTo>
                <a:lnTo>
                  <a:pt x="465" y="478"/>
                </a:lnTo>
                <a:lnTo>
                  <a:pt x="465" y="479"/>
                </a:lnTo>
                <a:lnTo>
                  <a:pt x="465" y="480"/>
                </a:lnTo>
                <a:lnTo>
                  <a:pt x="465" y="481"/>
                </a:lnTo>
                <a:lnTo>
                  <a:pt x="464" y="481"/>
                </a:lnTo>
                <a:lnTo>
                  <a:pt x="464" y="480"/>
                </a:lnTo>
                <a:lnTo>
                  <a:pt x="462" y="480"/>
                </a:lnTo>
                <a:lnTo>
                  <a:pt x="460" y="481"/>
                </a:lnTo>
                <a:lnTo>
                  <a:pt x="460" y="482"/>
                </a:lnTo>
                <a:lnTo>
                  <a:pt x="460" y="483"/>
                </a:lnTo>
                <a:lnTo>
                  <a:pt x="459" y="487"/>
                </a:lnTo>
                <a:lnTo>
                  <a:pt x="458" y="488"/>
                </a:lnTo>
                <a:lnTo>
                  <a:pt x="457" y="488"/>
                </a:lnTo>
                <a:lnTo>
                  <a:pt x="456" y="488"/>
                </a:lnTo>
                <a:lnTo>
                  <a:pt x="455" y="488"/>
                </a:lnTo>
                <a:lnTo>
                  <a:pt x="455" y="489"/>
                </a:lnTo>
                <a:lnTo>
                  <a:pt x="455" y="490"/>
                </a:lnTo>
                <a:lnTo>
                  <a:pt x="454" y="492"/>
                </a:lnTo>
                <a:lnTo>
                  <a:pt x="453" y="492"/>
                </a:lnTo>
                <a:lnTo>
                  <a:pt x="452" y="492"/>
                </a:lnTo>
                <a:lnTo>
                  <a:pt x="451" y="491"/>
                </a:lnTo>
                <a:lnTo>
                  <a:pt x="450" y="491"/>
                </a:lnTo>
                <a:lnTo>
                  <a:pt x="449" y="492"/>
                </a:lnTo>
                <a:lnTo>
                  <a:pt x="448" y="492"/>
                </a:lnTo>
                <a:lnTo>
                  <a:pt x="448" y="491"/>
                </a:lnTo>
                <a:lnTo>
                  <a:pt x="449" y="491"/>
                </a:lnTo>
                <a:lnTo>
                  <a:pt x="448" y="490"/>
                </a:lnTo>
                <a:lnTo>
                  <a:pt x="448" y="489"/>
                </a:lnTo>
                <a:lnTo>
                  <a:pt x="448" y="488"/>
                </a:lnTo>
                <a:lnTo>
                  <a:pt x="447" y="488"/>
                </a:lnTo>
                <a:lnTo>
                  <a:pt x="446" y="489"/>
                </a:lnTo>
                <a:lnTo>
                  <a:pt x="445" y="489"/>
                </a:lnTo>
                <a:lnTo>
                  <a:pt x="444" y="489"/>
                </a:lnTo>
                <a:lnTo>
                  <a:pt x="443" y="489"/>
                </a:lnTo>
                <a:lnTo>
                  <a:pt x="442" y="489"/>
                </a:lnTo>
                <a:lnTo>
                  <a:pt x="442" y="490"/>
                </a:lnTo>
                <a:lnTo>
                  <a:pt x="442" y="491"/>
                </a:lnTo>
                <a:lnTo>
                  <a:pt x="441" y="491"/>
                </a:lnTo>
                <a:lnTo>
                  <a:pt x="440" y="491"/>
                </a:lnTo>
                <a:lnTo>
                  <a:pt x="439" y="492"/>
                </a:lnTo>
                <a:lnTo>
                  <a:pt x="438" y="492"/>
                </a:lnTo>
                <a:lnTo>
                  <a:pt x="437" y="492"/>
                </a:lnTo>
                <a:lnTo>
                  <a:pt x="436" y="492"/>
                </a:lnTo>
                <a:lnTo>
                  <a:pt x="435" y="492"/>
                </a:lnTo>
                <a:lnTo>
                  <a:pt x="434" y="493"/>
                </a:lnTo>
                <a:lnTo>
                  <a:pt x="433" y="493"/>
                </a:lnTo>
                <a:lnTo>
                  <a:pt x="432" y="493"/>
                </a:lnTo>
                <a:lnTo>
                  <a:pt x="432" y="492"/>
                </a:lnTo>
                <a:lnTo>
                  <a:pt x="432" y="491"/>
                </a:lnTo>
                <a:lnTo>
                  <a:pt x="433" y="491"/>
                </a:lnTo>
                <a:lnTo>
                  <a:pt x="432" y="490"/>
                </a:lnTo>
                <a:lnTo>
                  <a:pt x="431" y="490"/>
                </a:lnTo>
                <a:lnTo>
                  <a:pt x="430" y="490"/>
                </a:lnTo>
                <a:lnTo>
                  <a:pt x="430" y="489"/>
                </a:lnTo>
                <a:lnTo>
                  <a:pt x="429" y="489"/>
                </a:lnTo>
                <a:lnTo>
                  <a:pt x="429" y="488"/>
                </a:lnTo>
                <a:lnTo>
                  <a:pt x="428" y="488"/>
                </a:lnTo>
                <a:lnTo>
                  <a:pt x="427" y="489"/>
                </a:lnTo>
                <a:lnTo>
                  <a:pt x="426" y="489"/>
                </a:lnTo>
                <a:lnTo>
                  <a:pt x="426" y="488"/>
                </a:lnTo>
                <a:lnTo>
                  <a:pt x="426" y="487"/>
                </a:lnTo>
                <a:lnTo>
                  <a:pt x="424" y="487"/>
                </a:lnTo>
                <a:lnTo>
                  <a:pt x="423" y="488"/>
                </a:lnTo>
                <a:lnTo>
                  <a:pt x="422" y="488"/>
                </a:lnTo>
                <a:lnTo>
                  <a:pt x="421" y="488"/>
                </a:lnTo>
                <a:lnTo>
                  <a:pt x="420" y="489"/>
                </a:lnTo>
                <a:lnTo>
                  <a:pt x="420" y="488"/>
                </a:lnTo>
                <a:lnTo>
                  <a:pt x="418" y="487"/>
                </a:lnTo>
                <a:lnTo>
                  <a:pt x="418" y="485"/>
                </a:lnTo>
                <a:lnTo>
                  <a:pt x="417" y="485"/>
                </a:lnTo>
                <a:lnTo>
                  <a:pt x="417" y="484"/>
                </a:lnTo>
                <a:lnTo>
                  <a:pt x="416" y="484"/>
                </a:lnTo>
                <a:lnTo>
                  <a:pt x="416" y="485"/>
                </a:lnTo>
                <a:lnTo>
                  <a:pt x="415" y="485"/>
                </a:lnTo>
                <a:lnTo>
                  <a:pt x="415" y="484"/>
                </a:lnTo>
                <a:lnTo>
                  <a:pt x="414" y="484"/>
                </a:lnTo>
                <a:lnTo>
                  <a:pt x="413" y="484"/>
                </a:lnTo>
                <a:lnTo>
                  <a:pt x="413" y="483"/>
                </a:lnTo>
                <a:lnTo>
                  <a:pt x="413" y="482"/>
                </a:lnTo>
                <a:lnTo>
                  <a:pt x="413" y="481"/>
                </a:lnTo>
                <a:lnTo>
                  <a:pt x="412" y="481"/>
                </a:lnTo>
                <a:lnTo>
                  <a:pt x="410" y="479"/>
                </a:lnTo>
                <a:lnTo>
                  <a:pt x="409" y="479"/>
                </a:lnTo>
                <a:lnTo>
                  <a:pt x="409" y="480"/>
                </a:lnTo>
                <a:lnTo>
                  <a:pt x="408" y="480"/>
                </a:lnTo>
                <a:lnTo>
                  <a:pt x="408" y="479"/>
                </a:lnTo>
                <a:lnTo>
                  <a:pt x="408" y="477"/>
                </a:lnTo>
                <a:lnTo>
                  <a:pt x="408" y="475"/>
                </a:lnTo>
                <a:lnTo>
                  <a:pt x="407" y="474"/>
                </a:lnTo>
                <a:lnTo>
                  <a:pt x="407" y="473"/>
                </a:lnTo>
                <a:lnTo>
                  <a:pt x="408" y="473"/>
                </a:lnTo>
                <a:lnTo>
                  <a:pt x="407" y="473"/>
                </a:lnTo>
                <a:lnTo>
                  <a:pt x="406" y="473"/>
                </a:lnTo>
                <a:lnTo>
                  <a:pt x="406" y="474"/>
                </a:lnTo>
                <a:lnTo>
                  <a:pt x="406" y="475"/>
                </a:lnTo>
                <a:lnTo>
                  <a:pt x="405" y="475"/>
                </a:lnTo>
                <a:lnTo>
                  <a:pt x="405" y="474"/>
                </a:lnTo>
                <a:lnTo>
                  <a:pt x="404" y="474"/>
                </a:lnTo>
                <a:lnTo>
                  <a:pt x="403" y="474"/>
                </a:lnTo>
                <a:lnTo>
                  <a:pt x="402" y="473"/>
                </a:lnTo>
                <a:lnTo>
                  <a:pt x="400" y="473"/>
                </a:lnTo>
                <a:lnTo>
                  <a:pt x="399" y="474"/>
                </a:lnTo>
                <a:lnTo>
                  <a:pt x="399" y="476"/>
                </a:lnTo>
                <a:lnTo>
                  <a:pt x="398" y="476"/>
                </a:lnTo>
                <a:lnTo>
                  <a:pt x="398" y="477"/>
                </a:lnTo>
                <a:lnTo>
                  <a:pt x="397" y="477"/>
                </a:lnTo>
                <a:lnTo>
                  <a:pt x="396" y="478"/>
                </a:lnTo>
                <a:lnTo>
                  <a:pt x="395" y="477"/>
                </a:lnTo>
                <a:lnTo>
                  <a:pt x="395" y="476"/>
                </a:lnTo>
                <a:lnTo>
                  <a:pt x="395" y="475"/>
                </a:lnTo>
                <a:lnTo>
                  <a:pt x="394" y="475"/>
                </a:lnTo>
                <a:lnTo>
                  <a:pt x="393" y="475"/>
                </a:lnTo>
                <a:lnTo>
                  <a:pt x="393" y="476"/>
                </a:lnTo>
                <a:lnTo>
                  <a:pt x="393" y="477"/>
                </a:lnTo>
                <a:lnTo>
                  <a:pt x="394" y="477"/>
                </a:lnTo>
                <a:lnTo>
                  <a:pt x="394" y="478"/>
                </a:lnTo>
                <a:lnTo>
                  <a:pt x="393" y="478"/>
                </a:lnTo>
                <a:lnTo>
                  <a:pt x="392" y="478"/>
                </a:lnTo>
                <a:lnTo>
                  <a:pt x="391" y="478"/>
                </a:lnTo>
                <a:lnTo>
                  <a:pt x="391" y="479"/>
                </a:lnTo>
                <a:lnTo>
                  <a:pt x="391" y="480"/>
                </a:lnTo>
                <a:lnTo>
                  <a:pt x="391" y="481"/>
                </a:lnTo>
                <a:lnTo>
                  <a:pt x="392" y="481"/>
                </a:lnTo>
                <a:lnTo>
                  <a:pt x="392" y="482"/>
                </a:lnTo>
                <a:lnTo>
                  <a:pt x="392" y="483"/>
                </a:lnTo>
                <a:lnTo>
                  <a:pt x="391" y="483"/>
                </a:lnTo>
                <a:lnTo>
                  <a:pt x="390" y="482"/>
                </a:lnTo>
                <a:lnTo>
                  <a:pt x="389" y="482"/>
                </a:lnTo>
                <a:lnTo>
                  <a:pt x="388" y="483"/>
                </a:lnTo>
                <a:lnTo>
                  <a:pt x="388" y="485"/>
                </a:lnTo>
                <a:lnTo>
                  <a:pt x="387" y="485"/>
                </a:lnTo>
                <a:lnTo>
                  <a:pt x="387" y="486"/>
                </a:lnTo>
                <a:lnTo>
                  <a:pt x="386" y="486"/>
                </a:lnTo>
                <a:lnTo>
                  <a:pt x="385" y="487"/>
                </a:lnTo>
                <a:lnTo>
                  <a:pt x="384" y="488"/>
                </a:lnTo>
                <a:lnTo>
                  <a:pt x="383" y="488"/>
                </a:lnTo>
                <a:lnTo>
                  <a:pt x="383" y="489"/>
                </a:lnTo>
                <a:lnTo>
                  <a:pt x="382" y="490"/>
                </a:lnTo>
                <a:lnTo>
                  <a:pt x="380" y="490"/>
                </a:lnTo>
                <a:lnTo>
                  <a:pt x="379" y="490"/>
                </a:lnTo>
                <a:lnTo>
                  <a:pt x="379" y="489"/>
                </a:lnTo>
                <a:lnTo>
                  <a:pt x="377" y="489"/>
                </a:lnTo>
                <a:lnTo>
                  <a:pt x="377" y="490"/>
                </a:lnTo>
                <a:lnTo>
                  <a:pt x="377" y="491"/>
                </a:lnTo>
                <a:lnTo>
                  <a:pt x="376" y="491"/>
                </a:lnTo>
                <a:lnTo>
                  <a:pt x="375" y="491"/>
                </a:lnTo>
                <a:lnTo>
                  <a:pt x="374" y="492"/>
                </a:lnTo>
                <a:lnTo>
                  <a:pt x="374" y="494"/>
                </a:lnTo>
                <a:lnTo>
                  <a:pt x="373" y="494"/>
                </a:lnTo>
                <a:lnTo>
                  <a:pt x="374" y="494"/>
                </a:lnTo>
                <a:lnTo>
                  <a:pt x="374" y="495"/>
                </a:lnTo>
                <a:lnTo>
                  <a:pt x="373" y="495"/>
                </a:lnTo>
                <a:lnTo>
                  <a:pt x="372" y="495"/>
                </a:lnTo>
                <a:lnTo>
                  <a:pt x="371" y="494"/>
                </a:lnTo>
                <a:lnTo>
                  <a:pt x="371" y="493"/>
                </a:lnTo>
                <a:lnTo>
                  <a:pt x="371" y="492"/>
                </a:lnTo>
                <a:lnTo>
                  <a:pt x="371" y="491"/>
                </a:lnTo>
                <a:lnTo>
                  <a:pt x="370" y="491"/>
                </a:lnTo>
                <a:lnTo>
                  <a:pt x="369" y="491"/>
                </a:lnTo>
                <a:lnTo>
                  <a:pt x="369" y="492"/>
                </a:lnTo>
                <a:lnTo>
                  <a:pt x="368" y="492"/>
                </a:lnTo>
                <a:lnTo>
                  <a:pt x="367" y="491"/>
                </a:lnTo>
                <a:lnTo>
                  <a:pt x="367" y="492"/>
                </a:lnTo>
                <a:lnTo>
                  <a:pt x="367" y="493"/>
                </a:lnTo>
                <a:lnTo>
                  <a:pt x="367" y="494"/>
                </a:lnTo>
                <a:lnTo>
                  <a:pt x="367" y="495"/>
                </a:lnTo>
                <a:lnTo>
                  <a:pt x="368" y="496"/>
                </a:lnTo>
                <a:lnTo>
                  <a:pt x="368" y="497"/>
                </a:lnTo>
                <a:lnTo>
                  <a:pt x="368" y="498"/>
                </a:lnTo>
                <a:lnTo>
                  <a:pt x="368" y="499"/>
                </a:lnTo>
                <a:lnTo>
                  <a:pt x="368" y="500"/>
                </a:lnTo>
                <a:lnTo>
                  <a:pt x="369" y="500"/>
                </a:lnTo>
                <a:lnTo>
                  <a:pt x="370" y="500"/>
                </a:lnTo>
                <a:lnTo>
                  <a:pt x="370" y="501"/>
                </a:lnTo>
                <a:lnTo>
                  <a:pt x="371" y="501"/>
                </a:lnTo>
                <a:lnTo>
                  <a:pt x="372" y="500"/>
                </a:lnTo>
                <a:lnTo>
                  <a:pt x="373" y="500"/>
                </a:lnTo>
                <a:lnTo>
                  <a:pt x="374" y="501"/>
                </a:lnTo>
                <a:lnTo>
                  <a:pt x="374" y="500"/>
                </a:lnTo>
                <a:lnTo>
                  <a:pt x="375" y="500"/>
                </a:lnTo>
                <a:lnTo>
                  <a:pt x="376" y="500"/>
                </a:lnTo>
                <a:lnTo>
                  <a:pt x="377" y="500"/>
                </a:lnTo>
                <a:lnTo>
                  <a:pt x="378" y="500"/>
                </a:lnTo>
                <a:lnTo>
                  <a:pt x="379" y="500"/>
                </a:lnTo>
                <a:lnTo>
                  <a:pt x="380" y="500"/>
                </a:lnTo>
                <a:lnTo>
                  <a:pt x="380" y="501"/>
                </a:lnTo>
                <a:lnTo>
                  <a:pt x="381" y="502"/>
                </a:lnTo>
                <a:lnTo>
                  <a:pt x="381" y="503"/>
                </a:lnTo>
                <a:lnTo>
                  <a:pt x="382" y="504"/>
                </a:lnTo>
                <a:lnTo>
                  <a:pt x="383" y="504"/>
                </a:lnTo>
                <a:lnTo>
                  <a:pt x="383" y="505"/>
                </a:lnTo>
                <a:lnTo>
                  <a:pt x="383" y="506"/>
                </a:lnTo>
                <a:lnTo>
                  <a:pt x="382" y="506"/>
                </a:lnTo>
                <a:lnTo>
                  <a:pt x="381" y="506"/>
                </a:lnTo>
                <a:lnTo>
                  <a:pt x="379" y="507"/>
                </a:lnTo>
                <a:lnTo>
                  <a:pt x="378" y="508"/>
                </a:lnTo>
                <a:lnTo>
                  <a:pt x="377" y="508"/>
                </a:lnTo>
                <a:lnTo>
                  <a:pt x="377" y="509"/>
                </a:lnTo>
                <a:lnTo>
                  <a:pt x="377" y="511"/>
                </a:lnTo>
                <a:lnTo>
                  <a:pt x="377" y="512"/>
                </a:lnTo>
                <a:lnTo>
                  <a:pt x="378" y="512"/>
                </a:lnTo>
                <a:lnTo>
                  <a:pt x="378" y="513"/>
                </a:lnTo>
                <a:lnTo>
                  <a:pt x="379" y="513"/>
                </a:lnTo>
                <a:lnTo>
                  <a:pt x="381" y="516"/>
                </a:lnTo>
                <a:lnTo>
                  <a:pt x="381" y="517"/>
                </a:lnTo>
                <a:lnTo>
                  <a:pt x="380" y="518"/>
                </a:lnTo>
                <a:lnTo>
                  <a:pt x="380" y="519"/>
                </a:lnTo>
                <a:lnTo>
                  <a:pt x="380" y="520"/>
                </a:lnTo>
                <a:lnTo>
                  <a:pt x="379" y="520"/>
                </a:lnTo>
                <a:lnTo>
                  <a:pt x="379" y="521"/>
                </a:lnTo>
                <a:lnTo>
                  <a:pt x="378" y="522"/>
                </a:lnTo>
                <a:lnTo>
                  <a:pt x="378" y="523"/>
                </a:lnTo>
                <a:lnTo>
                  <a:pt x="379" y="523"/>
                </a:lnTo>
                <a:lnTo>
                  <a:pt x="379" y="524"/>
                </a:lnTo>
                <a:lnTo>
                  <a:pt x="379" y="525"/>
                </a:lnTo>
                <a:lnTo>
                  <a:pt x="379" y="526"/>
                </a:lnTo>
                <a:lnTo>
                  <a:pt x="380" y="527"/>
                </a:lnTo>
                <a:lnTo>
                  <a:pt x="381" y="527"/>
                </a:lnTo>
                <a:lnTo>
                  <a:pt x="381" y="528"/>
                </a:lnTo>
                <a:lnTo>
                  <a:pt x="381" y="529"/>
                </a:lnTo>
                <a:lnTo>
                  <a:pt x="380" y="530"/>
                </a:lnTo>
                <a:lnTo>
                  <a:pt x="381" y="530"/>
                </a:lnTo>
                <a:lnTo>
                  <a:pt x="381" y="531"/>
                </a:lnTo>
                <a:lnTo>
                  <a:pt x="380" y="531"/>
                </a:lnTo>
                <a:lnTo>
                  <a:pt x="379" y="531"/>
                </a:lnTo>
                <a:lnTo>
                  <a:pt x="379" y="532"/>
                </a:lnTo>
                <a:lnTo>
                  <a:pt x="380" y="532"/>
                </a:lnTo>
                <a:lnTo>
                  <a:pt x="380" y="533"/>
                </a:lnTo>
                <a:lnTo>
                  <a:pt x="379" y="533"/>
                </a:lnTo>
                <a:lnTo>
                  <a:pt x="378" y="533"/>
                </a:lnTo>
                <a:lnTo>
                  <a:pt x="377" y="534"/>
                </a:lnTo>
                <a:lnTo>
                  <a:pt x="376" y="534"/>
                </a:lnTo>
                <a:lnTo>
                  <a:pt x="376" y="533"/>
                </a:lnTo>
                <a:lnTo>
                  <a:pt x="375" y="534"/>
                </a:lnTo>
                <a:lnTo>
                  <a:pt x="374" y="534"/>
                </a:lnTo>
                <a:lnTo>
                  <a:pt x="374" y="533"/>
                </a:lnTo>
                <a:lnTo>
                  <a:pt x="372" y="533"/>
                </a:lnTo>
                <a:lnTo>
                  <a:pt x="372" y="534"/>
                </a:lnTo>
                <a:lnTo>
                  <a:pt x="370" y="534"/>
                </a:lnTo>
                <a:lnTo>
                  <a:pt x="369" y="535"/>
                </a:lnTo>
                <a:lnTo>
                  <a:pt x="369" y="536"/>
                </a:lnTo>
                <a:lnTo>
                  <a:pt x="368" y="536"/>
                </a:lnTo>
                <a:lnTo>
                  <a:pt x="367" y="536"/>
                </a:lnTo>
                <a:lnTo>
                  <a:pt x="366" y="536"/>
                </a:lnTo>
                <a:lnTo>
                  <a:pt x="365" y="536"/>
                </a:lnTo>
                <a:lnTo>
                  <a:pt x="364" y="536"/>
                </a:lnTo>
                <a:lnTo>
                  <a:pt x="362" y="536"/>
                </a:lnTo>
                <a:lnTo>
                  <a:pt x="362" y="537"/>
                </a:lnTo>
                <a:lnTo>
                  <a:pt x="361" y="537"/>
                </a:lnTo>
                <a:lnTo>
                  <a:pt x="361" y="536"/>
                </a:lnTo>
                <a:lnTo>
                  <a:pt x="360" y="536"/>
                </a:lnTo>
                <a:lnTo>
                  <a:pt x="361" y="535"/>
                </a:lnTo>
                <a:lnTo>
                  <a:pt x="361" y="534"/>
                </a:lnTo>
                <a:lnTo>
                  <a:pt x="361" y="533"/>
                </a:lnTo>
                <a:lnTo>
                  <a:pt x="361" y="531"/>
                </a:lnTo>
                <a:lnTo>
                  <a:pt x="360" y="531"/>
                </a:lnTo>
                <a:lnTo>
                  <a:pt x="360" y="530"/>
                </a:lnTo>
                <a:lnTo>
                  <a:pt x="358" y="530"/>
                </a:lnTo>
                <a:lnTo>
                  <a:pt x="357" y="530"/>
                </a:lnTo>
                <a:lnTo>
                  <a:pt x="357" y="528"/>
                </a:lnTo>
                <a:lnTo>
                  <a:pt x="357" y="527"/>
                </a:lnTo>
                <a:lnTo>
                  <a:pt x="357" y="526"/>
                </a:lnTo>
                <a:lnTo>
                  <a:pt x="356" y="525"/>
                </a:lnTo>
                <a:lnTo>
                  <a:pt x="355" y="525"/>
                </a:lnTo>
                <a:lnTo>
                  <a:pt x="355" y="524"/>
                </a:lnTo>
                <a:lnTo>
                  <a:pt x="354" y="523"/>
                </a:lnTo>
                <a:lnTo>
                  <a:pt x="354" y="521"/>
                </a:lnTo>
                <a:lnTo>
                  <a:pt x="355" y="520"/>
                </a:lnTo>
                <a:lnTo>
                  <a:pt x="354" y="518"/>
                </a:lnTo>
                <a:lnTo>
                  <a:pt x="354" y="517"/>
                </a:lnTo>
                <a:lnTo>
                  <a:pt x="353" y="516"/>
                </a:lnTo>
                <a:lnTo>
                  <a:pt x="352" y="516"/>
                </a:lnTo>
                <a:lnTo>
                  <a:pt x="353" y="516"/>
                </a:lnTo>
                <a:lnTo>
                  <a:pt x="352" y="515"/>
                </a:lnTo>
                <a:lnTo>
                  <a:pt x="351" y="514"/>
                </a:lnTo>
                <a:lnTo>
                  <a:pt x="349" y="512"/>
                </a:lnTo>
                <a:lnTo>
                  <a:pt x="348" y="511"/>
                </a:lnTo>
                <a:lnTo>
                  <a:pt x="347" y="511"/>
                </a:lnTo>
                <a:lnTo>
                  <a:pt x="346" y="512"/>
                </a:lnTo>
                <a:lnTo>
                  <a:pt x="344" y="513"/>
                </a:lnTo>
                <a:lnTo>
                  <a:pt x="341" y="513"/>
                </a:lnTo>
                <a:lnTo>
                  <a:pt x="340" y="513"/>
                </a:lnTo>
                <a:lnTo>
                  <a:pt x="340" y="512"/>
                </a:lnTo>
                <a:lnTo>
                  <a:pt x="338" y="512"/>
                </a:lnTo>
                <a:lnTo>
                  <a:pt x="337" y="511"/>
                </a:lnTo>
                <a:lnTo>
                  <a:pt x="335" y="511"/>
                </a:lnTo>
                <a:lnTo>
                  <a:pt x="335" y="510"/>
                </a:lnTo>
                <a:lnTo>
                  <a:pt x="333" y="510"/>
                </a:lnTo>
                <a:lnTo>
                  <a:pt x="332" y="510"/>
                </a:lnTo>
                <a:lnTo>
                  <a:pt x="331" y="510"/>
                </a:lnTo>
                <a:lnTo>
                  <a:pt x="331" y="509"/>
                </a:lnTo>
                <a:lnTo>
                  <a:pt x="331" y="508"/>
                </a:lnTo>
                <a:lnTo>
                  <a:pt x="331" y="507"/>
                </a:lnTo>
                <a:lnTo>
                  <a:pt x="330" y="507"/>
                </a:lnTo>
                <a:lnTo>
                  <a:pt x="330" y="506"/>
                </a:lnTo>
                <a:lnTo>
                  <a:pt x="329" y="507"/>
                </a:lnTo>
                <a:lnTo>
                  <a:pt x="329" y="508"/>
                </a:lnTo>
                <a:lnTo>
                  <a:pt x="329" y="509"/>
                </a:lnTo>
                <a:lnTo>
                  <a:pt x="327" y="510"/>
                </a:lnTo>
                <a:lnTo>
                  <a:pt x="326" y="511"/>
                </a:lnTo>
                <a:lnTo>
                  <a:pt x="325" y="511"/>
                </a:lnTo>
                <a:lnTo>
                  <a:pt x="324" y="510"/>
                </a:lnTo>
                <a:lnTo>
                  <a:pt x="324" y="509"/>
                </a:lnTo>
                <a:lnTo>
                  <a:pt x="324" y="508"/>
                </a:lnTo>
                <a:lnTo>
                  <a:pt x="323" y="508"/>
                </a:lnTo>
                <a:lnTo>
                  <a:pt x="323" y="507"/>
                </a:lnTo>
                <a:lnTo>
                  <a:pt x="322" y="507"/>
                </a:lnTo>
                <a:lnTo>
                  <a:pt x="322" y="506"/>
                </a:lnTo>
                <a:lnTo>
                  <a:pt x="321" y="506"/>
                </a:lnTo>
                <a:lnTo>
                  <a:pt x="320" y="506"/>
                </a:lnTo>
                <a:lnTo>
                  <a:pt x="320" y="507"/>
                </a:lnTo>
                <a:lnTo>
                  <a:pt x="319" y="507"/>
                </a:lnTo>
                <a:lnTo>
                  <a:pt x="318" y="508"/>
                </a:lnTo>
                <a:lnTo>
                  <a:pt x="318" y="507"/>
                </a:lnTo>
                <a:lnTo>
                  <a:pt x="317" y="507"/>
                </a:lnTo>
                <a:lnTo>
                  <a:pt x="317" y="508"/>
                </a:lnTo>
                <a:lnTo>
                  <a:pt x="316" y="508"/>
                </a:lnTo>
                <a:lnTo>
                  <a:pt x="316" y="509"/>
                </a:lnTo>
                <a:lnTo>
                  <a:pt x="317" y="509"/>
                </a:lnTo>
                <a:lnTo>
                  <a:pt x="316" y="509"/>
                </a:lnTo>
                <a:lnTo>
                  <a:pt x="315" y="509"/>
                </a:lnTo>
                <a:lnTo>
                  <a:pt x="314" y="509"/>
                </a:lnTo>
                <a:lnTo>
                  <a:pt x="314" y="508"/>
                </a:lnTo>
                <a:lnTo>
                  <a:pt x="313" y="509"/>
                </a:lnTo>
                <a:lnTo>
                  <a:pt x="312" y="509"/>
                </a:lnTo>
                <a:lnTo>
                  <a:pt x="312" y="508"/>
                </a:lnTo>
                <a:lnTo>
                  <a:pt x="311" y="506"/>
                </a:lnTo>
                <a:lnTo>
                  <a:pt x="310" y="506"/>
                </a:lnTo>
                <a:lnTo>
                  <a:pt x="309" y="506"/>
                </a:lnTo>
                <a:lnTo>
                  <a:pt x="309" y="507"/>
                </a:lnTo>
                <a:lnTo>
                  <a:pt x="307" y="506"/>
                </a:lnTo>
                <a:lnTo>
                  <a:pt x="306" y="506"/>
                </a:lnTo>
                <a:lnTo>
                  <a:pt x="306" y="507"/>
                </a:lnTo>
                <a:lnTo>
                  <a:pt x="306" y="508"/>
                </a:lnTo>
                <a:lnTo>
                  <a:pt x="305" y="509"/>
                </a:lnTo>
                <a:lnTo>
                  <a:pt x="305" y="510"/>
                </a:lnTo>
                <a:lnTo>
                  <a:pt x="305" y="512"/>
                </a:lnTo>
                <a:lnTo>
                  <a:pt x="304" y="513"/>
                </a:lnTo>
                <a:lnTo>
                  <a:pt x="303" y="516"/>
                </a:lnTo>
                <a:lnTo>
                  <a:pt x="303" y="518"/>
                </a:lnTo>
                <a:lnTo>
                  <a:pt x="303" y="519"/>
                </a:lnTo>
                <a:lnTo>
                  <a:pt x="303" y="520"/>
                </a:lnTo>
                <a:lnTo>
                  <a:pt x="303" y="521"/>
                </a:lnTo>
                <a:lnTo>
                  <a:pt x="302" y="521"/>
                </a:lnTo>
                <a:lnTo>
                  <a:pt x="302" y="522"/>
                </a:lnTo>
                <a:lnTo>
                  <a:pt x="303" y="522"/>
                </a:lnTo>
                <a:lnTo>
                  <a:pt x="303" y="523"/>
                </a:lnTo>
                <a:lnTo>
                  <a:pt x="302" y="523"/>
                </a:lnTo>
                <a:lnTo>
                  <a:pt x="302" y="524"/>
                </a:lnTo>
                <a:lnTo>
                  <a:pt x="301" y="526"/>
                </a:lnTo>
                <a:lnTo>
                  <a:pt x="300" y="526"/>
                </a:lnTo>
                <a:lnTo>
                  <a:pt x="300" y="529"/>
                </a:lnTo>
                <a:lnTo>
                  <a:pt x="300" y="530"/>
                </a:lnTo>
                <a:lnTo>
                  <a:pt x="301" y="530"/>
                </a:lnTo>
                <a:lnTo>
                  <a:pt x="301" y="531"/>
                </a:lnTo>
                <a:lnTo>
                  <a:pt x="302" y="531"/>
                </a:lnTo>
                <a:lnTo>
                  <a:pt x="302" y="532"/>
                </a:lnTo>
                <a:lnTo>
                  <a:pt x="303" y="532"/>
                </a:lnTo>
                <a:lnTo>
                  <a:pt x="304" y="533"/>
                </a:lnTo>
                <a:lnTo>
                  <a:pt x="305" y="533"/>
                </a:lnTo>
                <a:lnTo>
                  <a:pt x="304" y="535"/>
                </a:lnTo>
                <a:lnTo>
                  <a:pt x="304" y="536"/>
                </a:lnTo>
                <a:lnTo>
                  <a:pt x="304" y="537"/>
                </a:lnTo>
                <a:lnTo>
                  <a:pt x="304" y="538"/>
                </a:lnTo>
                <a:lnTo>
                  <a:pt x="304" y="539"/>
                </a:lnTo>
                <a:lnTo>
                  <a:pt x="304" y="541"/>
                </a:lnTo>
                <a:lnTo>
                  <a:pt x="303" y="541"/>
                </a:lnTo>
                <a:lnTo>
                  <a:pt x="303" y="542"/>
                </a:lnTo>
                <a:lnTo>
                  <a:pt x="302" y="542"/>
                </a:lnTo>
                <a:lnTo>
                  <a:pt x="302" y="541"/>
                </a:lnTo>
                <a:lnTo>
                  <a:pt x="301" y="541"/>
                </a:lnTo>
                <a:lnTo>
                  <a:pt x="300" y="542"/>
                </a:lnTo>
                <a:lnTo>
                  <a:pt x="299" y="543"/>
                </a:lnTo>
                <a:lnTo>
                  <a:pt x="298" y="543"/>
                </a:lnTo>
                <a:lnTo>
                  <a:pt x="297" y="544"/>
                </a:lnTo>
                <a:lnTo>
                  <a:pt x="298" y="544"/>
                </a:lnTo>
                <a:lnTo>
                  <a:pt x="296" y="545"/>
                </a:lnTo>
                <a:lnTo>
                  <a:pt x="295" y="545"/>
                </a:lnTo>
                <a:lnTo>
                  <a:pt x="295" y="546"/>
                </a:lnTo>
                <a:lnTo>
                  <a:pt x="294" y="546"/>
                </a:lnTo>
                <a:lnTo>
                  <a:pt x="293" y="548"/>
                </a:lnTo>
                <a:lnTo>
                  <a:pt x="292" y="548"/>
                </a:lnTo>
                <a:lnTo>
                  <a:pt x="292" y="549"/>
                </a:lnTo>
                <a:lnTo>
                  <a:pt x="292" y="550"/>
                </a:lnTo>
                <a:lnTo>
                  <a:pt x="292" y="551"/>
                </a:lnTo>
                <a:lnTo>
                  <a:pt x="292" y="552"/>
                </a:lnTo>
                <a:lnTo>
                  <a:pt x="291" y="552"/>
                </a:lnTo>
                <a:lnTo>
                  <a:pt x="290" y="551"/>
                </a:lnTo>
                <a:lnTo>
                  <a:pt x="289" y="550"/>
                </a:lnTo>
                <a:lnTo>
                  <a:pt x="287" y="549"/>
                </a:lnTo>
                <a:lnTo>
                  <a:pt x="287" y="550"/>
                </a:lnTo>
                <a:lnTo>
                  <a:pt x="286" y="549"/>
                </a:lnTo>
                <a:lnTo>
                  <a:pt x="284" y="549"/>
                </a:lnTo>
                <a:lnTo>
                  <a:pt x="284" y="550"/>
                </a:lnTo>
                <a:lnTo>
                  <a:pt x="282" y="550"/>
                </a:lnTo>
                <a:lnTo>
                  <a:pt x="282" y="549"/>
                </a:lnTo>
                <a:lnTo>
                  <a:pt x="280" y="549"/>
                </a:lnTo>
                <a:lnTo>
                  <a:pt x="279" y="549"/>
                </a:lnTo>
                <a:lnTo>
                  <a:pt x="279" y="550"/>
                </a:lnTo>
                <a:lnTo>
                  <a:pt x="278" y="550"/>
                </a:lnTo>
                <a:lnTo>
                  <a:pt x="277" y="550"/>
                </a:lnTo>
                <a:lnTo>
                  <a:pt x="277" y="549"/>
                </a:lnTo>
                <a:lnTo>
                  <a:pt x="277" y="548"/>
                </a:lnTo>
                <a:lnTo>
                  <a:pt x="275" y="548"/>
                </a:lnTo>
                <a:lnTo>
                  <a:pt x="274" y="548"/>
                </a:lnTo>
                <a:lnTo>
                  <a:pt x="273" y="548"/>
                </a:lnTo>
                <a:lnTo>
                  <a:pt x="272" y="548"/>
                </a:lnTo>
                <a:lnTo>
                  <a:pt x="271" y="548"/>
                </a:lnTo>
                <a:lnTo>
                  <a:pt x="270" y="548"/>
                </a:lnTo>
                <a:lnTo>
                  <a:pt x="270" y="547"/>
                </a:lnTo>
                <a:lnTo>
                  <a:pt x="269" y="546"/>
                </a:lnTo>
                <a:lnTo>
                  <a:pt x="269" y="547"/>
                </a:lnTo>
                <a:lnTo>
                  <a:pt x="268" y="547"/>
                </a:lnTo>
                <a:lnTo>
                  <a:pt x="268" y="548"/>
                </a:lnTo>
                <a:lnTo>
                  <a:pt x="267" y="548"/>
                </a:lnTo>
                <a:lnTo>
                  <a:pt x="266" y="548"/>
                </a:lnTo>
                <a:lnTo>
                  <a:pt x="265" y="548"/>
                </a:lnTo>
                <a:lnTo>
                  <a:pt x="264" y="548"/>
                </a:lnTo>
                <a:lnTo>
                  <a:pt x="264" y="547"/>
                </a:lnTo>
                <a:lnTo>
                  <a:pt x="263" y="547"/>
                </a:lnTo>
                <a:lnTo>
                  <a:pt x="262" y="547"/>
                </a:lnTo>
                <a:lnTo>
                  <a:pt x="261" y="547"/>
                </a:lnTo>
                <a:lnTo>
                  <a:pt x="260" y="548"/>
                </a:lnTo>
                <a:lnTo>
                  <a:pt x="260" y="549"/>
                </a:lnTo>
                <a:lnTo>
                  <a:pt x="259" y="550"/>
                </a:lnTo>
                <a:lnTo>
                  <a:pt x="258" y="550"/>
                </a:lnTo>
                <a:lnTo>
                  <a:pt x="258" y="551"/>
                </a:lnTo>
                <a:lnTo>
                  <a:pt x="258" y="552"/>
                </a:lnTo>
                <a:lnTo>
                  <a:pt x="257" y="553"/>
                </a:lnTo>
                <a:lnTo>
                  <a:pt x="257" y="554"/>
                </a:lnTo>
                <a:lnTo>
                  <a:pt x="256" y="555"/>
                </a:lnTo>
                <a:lnTo>
                  <a:pt x="257" y="555"/>
                </a:lnTo>
                <a:lnTo>
                  <a:pt x="257" y="556"/>
                </a:lnTo>
                <a:lnTo>
                  <a:pt x="257" y="557"/>
                </a:lnTo>
                <a:lnTo>
                  <a:pt x="256" y="557"/>
                </a:lnTo>
                <a:lnTo>
                  <a:pt x="255" y="557"/>
                </a:lnTo>
                <a:lnTo>
                  <a:pt x="254" y="557"/>
                </a:lnTo>
                <a:lnTo>
                  <a:pt x="253" y="557"/>
                </a:lnTo>
                <a:lnTo>
                  <a:pt x="253" y="556"/>
                </a:lnTo>
                <a:lnTo>
                  <a:pt x="252" y="556"/>
                </a:lnTo>
                <a:lnTo>
                  <a:pt x="252" y="557"/>
                </a:lnTo>
                <a:lnTo>
                  <a:pt x="251" y="558"/>
                </a:lnTo>
                <a:lnTo>
                  <a:pt x="251" y="559"/>
                </a:lnTo>
                <a:lnTo>
                  <a:pt x="251" y="561"/>
                </a:lnTo>
                <a:lnTo>
                  <a:pt x="250" y="562"/>
                </a:lnTo>
                <a:lnTo>
                  <a:pt x="249" y="562"/>
                </a:lnTo>
                <a:lnTo>
                  <a:pt x="248" y="561"/>
                </a:lnTo>
                <a:lnTo>
                  <a:pt x="247" y="562"/>
                </a:lnTo>
                <a:lnTo>
                  <a:pt x="246" y="562"/>
                </a:lnTo>
                <a:lnTo>
                  <a:pt x="245" y="561"/>
                </a:lnTo>
                <a:lnTo>
                  <a:pt x="244" y="560"/>
                </a:lnTo>
                <a:lnTo>
                  <a:pt x="243" y="559"/>
                </a:lnTo>
                <a:lnTo>
                  <a:pt x="242" y="559"/>
                </a:lnTo>
                <a:lnTo>
                  <a:pt x="241" y="559"/>
                </a:lnTo>
                <a:lnTo>
                  <a:pt x="240" y="560"/>
                </a:lnTo>
                <a:lnTo>
                  <a:pt x="239" y="559"/>
                </a:lnTo>
                <a:lnTo>
                  <a:pt x="239" y="558"/>
                </a:lnTo>
                <a:lnTo>
                  <a:pt x="238" y="558"/>
                </a:lnTo>
                <a:lnTo>
                  <a:pt x="238" y="557"/>
                </a:lnTo>
                <a:lnTo>
                  <a:pt x="238" y="556"/>
                </a:lnTo>
                <a:lnTo>
                  <a:pt x="239" y="556"/>
                </a:lnTo>
                <a:lnTo>
                  <a:pt x="239" y="555"/>
                </a:lnTo>
                <a:lnTo>
                  <a:pt x="239" y="554"/>
                </a:lnTo>
                <a:lnTo>
                  <a:pt x="240" y="553"/>
                </a:lnTo>
                <a:lnTo>
                  <a:pt x="241" y="553"/>
                </a:lnTo>
                <a:lnTo>
                  <a:pt x="241" y="552"/>
                </a:lnTo>
                <a:lnTo>
                  <a:pt x="240" y="552"/>
                </a:lnTo>
                <a:lnTo>
                  <a:pt x="240" y="551"/>
                </a:lnTo>
                <a:lnTo>
                  <a:pt x="241" y="551"/>
                </a:lnTo>
                <a:lnTo>
                  <a:pt x="241" y="549"/>
                </a:lnTo>
                <a:lnTo>
                  <a:pt x="242" y="548"/>
                </a:lnTo>
                <a:lnTo>
                  <a:pt x="242" y="547"/>
                </a:lnTo>
                <a:lnTo>
                  <a:pt x="243" y="546"/>
                </a:lnTo>
                <a:lnTo>
                  <a:pt x="242" y="545"/>
                </a:lnTo>
                <a:lnTo>
                  <a:pt x="242" y="544"/>
                </a:lnTo>
                <a:lnTo>
                  <a:pt x="242" y="543"/>
                </a:lnTo>
                <a:lnTo>
                  <a:pt x="241" y="543"/>
                </a:lnTo>
                <a:lnTo>
                  <a:pt x="240" y="542"/>
                </a:lnTo>
                <a:lnTo>
                  <a:pt x="240" y="541"/>
                </a:lnTo>
                <a:lnTo>
                  <a:pt x="240" y="540"/>
                </a:lnTo>
                <a:lnTo>
                  <a:pt x="240" y="538"/>
                </a:lnTo>
                <a:lnTo>
                  <a:pt x="240" y="537"/>
                </a:lnTo>
                <a:lnTo>
                  <a:pt x="240" y="536"/>
                </a:lnTo>
                <a:lnTo>
                  <a:pt x="239" y="536"/>
                </a:lnTo>
                <a:lnTo>
                  <a:pt x="240" y="534"/>
                </a:lnTo>
                <a:lnTo>
                  <a:pt x="240" y="533"/>
                </a:lnTo>
                <a:lnTo>
                  <a:pt x="240" y="532"/>
                </a:lnTo>
                <a:lnTo>
                  <a:pt x="241" y="532"/>
                </a:lnTo>
                <a:lnTo>
                  <a:pt x="240" y="531"/>
                </a:lnTo>
                <a:lnTo>
                  <a:pt x="239" y="531"/>
                </a:lnTo>
                <a:lnTo>
                  <a:pt x="239" y="530"/>
                </a:lnTo>
                <a:lnTo>
                  <a:pt x="239" y="529"/>
                </a:lnTo>
                <a:lnTo>
                  <a:pt x="238" y="529"/>
                </a:lnTo>
                <a:lnTo>
                  <a:pt x="238" y="528"/>
                </a:lnTo>
                <a:lnTo>
                  <a:pt x="239" y="527"/>
                </a:lnTo>
                <a:lnTo>
                  <a:pt x="239" y="526"/>
                </a:lnTo>
                <a:lnTo>
                  <a:pt x="240" y="526"/>
                </a:lnTo>
                <a:lnTo>
                  <a:pt x="241" y="525"/>
                </a:lnTo>
                <a:lnTo>
                  <a:pt x="241" y="523"/>
                </a:lnTo>
                <a:lnTo>
                  <a:pt x="241" y="522"/>
                </a:lnTo>
                <a:lnTo>
                  <a:pt x="240" y="522"/>
                </a:lnTo>
                <a:lnTo>
                  <a:pt x="239" y="522"/>
                </a:lnTo>
                <a:lnTo>
                  <a:pt x="238" y="522"/>
                </a:lnTo>
                <a:lnTo>
                  <a:pt x="237" y="522"/>
                </a:lnTo>
                <a:lnTo>
                  <a:pt x="237" y="521"/>
                </a:lnTo>
                <a:lnTo>
                  <a:pt x="236" y="521"/>
                </a:lnTo>
                <a:lnTo>
                  <a:pt x="237" y="520"/>
                </a:lnTo>
                <a:lnTo>
                  <a:pt x="237" y="519"/>
                </a:lnTo>
                <a:lnTo>
                  <a:pt x="237" y="518"/>
                </a:lnTo>
                <a:lnTo>
                  <a:pt x="237" y="517"/>
                </a:lnTo>
                <a:lnTo>
                  <a:pt x="237" y="516"/>
                </a:lnTo>
                <a:lnTo>
                  <a:pt x="237" y="515"/>
                </a:lnTo>
                <a:lnTo>
                  <a:pt x="236" y="515"/>
                </a:lnTo>
                <a:lnTo>
                  <a:pt x="235" y="514"/>
                </a:lnTo>
                <a:lnTo>
                  <a:pt x="235" y="513"/>
                </a:lnTo>
                <a:lnTo>
                  <a:pt x="234" y="512"/>
                </a:lnTo>
                <a:lnTo>
                  <a:pt x="232" y="513"/>
                </a:lnTo>
                <a:lnTo>
                  <a:pt x="233" y="514"/>
                </a:lnTo>
                <a:lnTo>
                  <a:pt x="232" y="514"/>
                </a:lnTo>
                <a:lnTo>
                  <a:pt x="231" y="515"/>
                </a:lnTo>
                <a:lnTo>
                  <a:pt x="229" y="515"/>
                </a:lnTo>
                <a:lnTo>
                  <a:pt x="228" y="515"/>
                </a:lnTo>
                <a:lnTo>
                  <a:pt x="227" y="514"/>
                </a:lnTo>
                <a:lnTo>
                  <a:pt x="226" y="513"/>
                </a:lnTo>
                <a:lnTo>
                  <a:pt x="225" y="513"/>
                </a:lnTo>
                <a:lnTo>
                  <a:pt x="225" y="511"/>
                </a:lnTo>
                <a:lnTo>
                  <a:pt x="224" y="510"/>
                </a:lnTo>
                <a:lnTo>
                  <a:pt x="223" y="510"/>
                </a:lnTo>
                <a:lnTo>
                  <a:pt x="223" y="511"/>
                </a:lnTo>
                <a:lnTo>
                  <a:pt x="222" y="512"/>
                </a:lnTo>
                <a:lnTo>
                  <a:pt x="221" y="513"/>
                </a:lnTo>
                <a:lnTo>
                  <a:pt x="220" y="513"/>
                </a:lnTo>
                <a:lnTo>
                  <a:pt x="219" y="514"/>
                </a:lnTo>
                <a:lnTo>
                  <a:pt x="219" y="515"/>
                </a:lnTo>
                <a:lnTo>
                  <a:pt x="218" y="516"/>
                </a:lnTo>
                <a:lnTo>
                  <a:pt x="217" y="516"/>
                </a:lnTo>
                <a:lnTo>
                  <a:pt x="217" y="517"/>
                </a:lnTo>
                <a:lnTo>
                  <a:pt x="217" y="518"/>
                </a:lnTo>
                <a:lnTo>
                  <a:pt x="216" y="519"/>
                </a:lnTo>
                <a:lnTo>
                  <a:pt x="214" y="519"/>
                </a:lnTo>
                <a:lnTo>
                  <a:pt x="213" y="520"/>
                </a:lnTo>
                <a:lnTo>
                  <a:pt x="212" y="520"/>
                </a:lnTo>
                <a:lnTo>
                  <a:pt x="212" y="521"/>
                </a:lnTo>
                <a:lnTo>
                  <a:pt x="211" y="521"/>
                </a:lnTo>
                <a:lnTo>
                  <a:pt x="210" y="521"/>
                </a:lnTo>
                <a:lnTo>
                  <a:pt x="209" y="521"/>
                </a:lnTo>
                <a:lnTo>
                  <a:pt x="208" y="522"/>
                </a:lnTo>
                <a:lnTo>
                  <a:pt x="209" y="524"/>
                </a:lnTo>
                <a:lnTo>
                  <a:pt x="208" y="525"/>
                </a:lnTo>
                <a:lnTo>
                  <a:pt x="209" y="526"/>
                </a:lnTo>
                <a:lnTo>
                  <a:pt x="209" y="527"/>
                </a:lnTo>
                <a:lnTo>
                  <a:pt x="208" y="527"/>
                </a:lnTo>
                <a:lnTo>
                  <a:pt x="207" y="528"/>
                </a:lnTo>
                <a:lnTo>
                  <a:pt x="208" y="528"/>
                </a:lnTo>
                <a:lnTo>
                  <a:pt x="208" y="529"/>
                </a:lnTo>
                <a:lnTo>
                  <a:pt x="208" y="530"/>
                </a:lnTo>
                <a:lnTo>
                  <a:pt x="208" y="531"/>
                </a:lnTo>
                <a:lnTo>
                  <a:pt x="208" y="532"/>
                </a:lnTo>
                <a:lnTo>
                  <a:pt x="207" y="532"/>
                </a:lnTo>
                <a:lnTo>
                  <a:pt x="207" y="531"/>
                </a:lnTo>
                <a:lnTo>
                  <a:pt x="206" y="531"/>
                </a:lnTo>
                <a:lnTo>
                  <a:pt x="206" y="532"/>
                </a:lnTo>
                <a:lnTo>
                  <a:pt x="205" y="532"/>
                </a:lnTo>
                <a:lnTo>
                  <a:pt x="204" y="533"/>
                </a:lnTo>
                <a:lnTo>
                  <a:pt x="203" y="533"/>
                </a:lnTo>
                <a:lnTo>
                  <a:pt x="202" y="533"/>
                </a:lnTo>
                <a:lnTo>
                  <a:pt x="202" y="532"/>
                </a:lnTo>
                <a:lnTo>
                  <a:pt x="201" y="532"/>
                </a:lnTo>
                <a:lnTo>
                  <a:pt x="201" y="533"/>
                </a:lnTo>
                <a:lnTo>
                  <a:pt x="200" y="533"/>
                </a:lnTo>
                <a:lnTo>
                  <a:pt x="200" y="534"/>
                </a:lnTo>
                <a:lnTo>
                  <a:pt x="199" y="534"/>
                </a:lnTo>
                <a:lnTo>
                  <a:pt x="199" y="533"/>
                </a:lnTo>
                <a:lnTo>
                  <a:pt x="198" y="533"/>
                </a:lnTo>
                <a:lnTo>
                  <a:pt x="197" y="534"/>
                </a:lnTo>
                <a:lnTo>
                  <a:pt x="197" y="533"/>
                </a:lnTo>
                <a:lnTo>
                  <a:pt x="198" y="532"/>
                </a:lnTo>
                <a:lnTo>
                  <a:pt x="197" y="532"/>
                </a:lnTo>
                <a:lnTo>
                  <a:pt x="198" y="530"/>
                </a:lnTo>
                <a:lnTo>
                  <a:pt x="198" y="529"/>
                </a:lnTo>
                <a:lnTo>
                  <a:pt x="197" y="529"/>
                </a:lnTo>
                <a:lnTo>
                  <a:pt x="196" y="529"/>
                </a:lnTo>
                <a:lnTo>
                  <a:pt x="196" y="528"/>
                </a:lnTo>
                <a:lnTo>
                  <a:pt x="197" y="527"/>
                </a:lnTo>
                <a:lnTo>
                  <a:pt x="196" y="526"/>
                </a:lnTo>
                <a:lnTo>
                  <a:pt x="196" y="525"/>
                </a:lnTo>
                <a:lnTo>
                  <a:pt x="195" y="525"/>
                </a:lnTo>
                <a:lnTo>
                  <a:pt x="195" y="524"/>
                </a:lnTo>
                <a:lnTo>
                  <a:pt x="195" y="523"/>
                </a:lnTo>
                <a:lnTo>
                  <a:pt x="195" y="522"/>
                </a:lnTo>
                <a:lnTo>
                  <a:pt x="194" y="521"/>
                </a:lnTo>
                <a:lnTo>
                  <a:pt x="194" y="520"/>
                </a:lnTo>
                <a:lnTo>
                  <a:pt x="195" y="519"/>
                </a:lnTo>
                <a:lnTo>
                  <a:pt x="196" y="518"/>
                </a:lnTo>
                <a:lnTo>
                  <a:pt x="196" y="517"/>
                </a:lnTo>
                <a:lnTo>
                  <a:pt x="196" y="516"/>
                </a:lnTo>
                <a:lnTo>
                  <a:pt x="197" y="516"/>
                </a:lnTo>
                <a:lnTo>
                  <a:pt x="197" y="515"/>
                </a:lnTo>
                <a:lnTo>
                  <a:pt x="197" y="514"/>
                </a:lnTo>
                <a:lnTo>
                  <a:pt x="197" y="513"/>
                </a:lnTo>
                <a:lnTo>
                  <a:pt x="198" y="512"/>
                </a:lnTo>
                <a:lnTo>
                  <a:pt x="198" y="510"/>
                </a:lnTo>
                <a:lnTo>
                  <a:pt x="199" y="510"/>
                </a:lnTo>
                <a:lnTo>
                  <a:pt x="199" y="509"/>
                </a:lnTo>
                <a:lnTo>
                  <a:pt x="199" y="508"/>
                </a:lnTo>
                <a:lnTo>
                  <a:pt x="200" y="508"/>
                </a:lnTo>
                <a:lnTo>
                  <a:pt x="201" y="508"/>
                </a:lnTo>
                <a:lnTo>
                  <a:pt x="202" y="507"/>
                </a:lnTo>
                <a:lnTo>
                  <a:pt x="203" y="506"/>
                </a:lnTo>
                <a:lnTo>
                  <a:pt x="205" y="506"/>
                </a:lnTo>
                <a:lnTo>
                  <a:pt x="206" y="505"/>
                </a:lnTo>
                <a:lnTo>
                  <a:pt x="207" y="504"/>
                </a:lnTo>
                <a:lnTo>
                  <a:pt x="208" y="504"/>
                </a:lnTo>
                <a:lnTo>
                  <a:pt x="209" y="504"/>
                </a:lnTo>
                <a:lnTo>
                  <a:pt x="209" y="503"/>
                </a:lnTo>
                <a:lnTo>
                  <a:pt x="209" y="501"/>
                </a:lnTo>
                <a:lnTo>
                  <a:pt x="209" y="500"/>
                </a:lnTo>
                <a:lnTo>
                  <a:pt x="208" y="499"/>
                </a:lnTo>
                <a:lnTo>
                  <a:pt x="209" y="499"/>
                </a:lnTo>
                <a:lnTo>
                  <a:pt x="209" y="498"/>
                </a:lnTo>
                <a:lnTo>
                  <a:pt x="208" y="498"/>
                </a:lnTo>
                <a:lnTo>
                  <a:pt x="208" y="497"/>
                </a:lnTo>
                <a:lnTo>
                  <a:pt x="208" y="496"/>
                </a:lnTo>
                <a:lnTo>
                  <a:pt x="209" y="496"/>
                </a:lnTo>
                <a:lnTo>
                  <a:pt x="210" y="496"/>
                </a:lnTo>
                <a:lnTo>
                  <a:pt x="210" y="495"/>
                </a:lnTo>
                <a:lnTo>
                  <a:pt x="211" y="495"/>
                </a:lnTo>
                <a:lnTo>
                  <a:pt x="212" y="494"/>
                </a:lnTo>
                <a:lnTo>
                  <a:pt x="213" y="492"/>
                </a:lnTo>
                <a:lnTo>
                  <a:pt x="213" y="491"/>
                </a:lnTo>
                <a:lnTo>
                  <a:pt x="214" y="490"/>
                </a:lnTo>
                <a:lnTo>
                  <a:pt x="215" y="489"/>
                </a:lnTo>
                <a:lnTo>
                  <a:pt x="215" y="488"/>
                </a:lnTo>
                <a:lnTo>
                  <a:pt x="216" y="488"/>
                </a:lnTo>
                <a:lnTo>
                  <a:pt x="218" y="488"/>
                </a:lnTo>
                <a:lnTo>
                  <a:pt x="219" y="487"/>
                </a:lnTo>
                <a:lnTo>
                  <a:pt x="220" y="487"/>
                </a:lnTo>
                <a:lnTo>
                  <a:pt x="222" y="485"/>
                </a:lnTo>
                <a:lnTo>
                  <a:pt x="222" y="483"/>
                </a:lnTo>
                <a:lnTo>
                  <a:pt x="223" y="482"/>
                </a:lnTo>
                <a:lnTo>
                  <a:pt x="224" y="482"/>
                </a:lnTo>
                <a:lnTo>
                  <a:pt x="225" y="481"/>
                </a:lnTo>
                <a:lnTo>
                  <a:pt x="226" y="480"/>
                </a:lnTo>
                <a:lnTo>
                  <a:pt x="226" y="479"/>
                </a:lnTo>
                <a:lnTo>
                  <a:pt x="226" y="478"/>
                </a:lnTo>
                <a:lnTo>
                  <a:pt x="226" y="477"/>
                </a:lnTo>
                <a:lnTo>
                  <a:pt x="227" y="476"/>
                </a:lnTo>
                <a:lnTo>
                  <a:pt x="227" y="475"/>
                </a:lnTo>
                <a:lnTo>
                  <a:pt x="228" y="474"/>
                </a:lnTo>
                <a:lnTo>
                  <a:pt x="228" y="472"/>
                </a:lnTo>
                <a:lnTo>
                  <a:pt x="228" y="471"/>
                </a:lnTo>
                <a:lnTo>
                  <a:pt x="228" y="470"/>
                </a:lnTo>
                <a:lnTo>
                  <a:pt x="228" y="469"/>
                </a:lnTo>
                <a:lnTo>
                  <a:pt x="228" y="468"/>
                </a:lnTo>
                <a:lnTo>
                  <a:pt x="229" y="466"/>
                </a:lnTo>
                <a:lnTo>
                  <a:pt x="229" y="465"/>
                </a:lnTo>
                <a:lnTo>
                  <a:pt x="229" y="464"/>
                </a:lnTo>
                <a:lnTo>
                  <a:pt x="230" y="464"/>
                </a:lnTo>
                <a:lnTo>
                  <a:pt x="230" y="463"/>
                </a:lnTo>
                <a:lnTo>
                  <a:pt x="229" y="463"/>
                </a:lnTo>
                <a:lnTo>
                  <a:pt x="229" y="462"/>
                </a:lnTo>
                <a:lnTo>
                  <a:pt x="228" y="462"/>
                </a:lnTo>
                <a:lnTo>
                  <a:pt x="227" y="461"/>
                </a:lnTo>
                <a:lnTo>
                  <a:pt x="227" y="460"/>
                </a:lnTo>
                <a:lnTo>
                  <a:pt x="227" y="459"/>
                </a:lnTo>
                <a:lnTo>
                  <a:pt x="227" y="458"/>
                </a:lnTo>
                <a:lnTo>
                  <a:pt x="227" y="457"/>
                </a:lnTo>
                <a:lnTo>
                  <a:pt x="227" y="455"/>
                </a:lnTo>
                <a:lnTo>
                  <a:pt x="227" y="454"/>
                </a:lnTo>
                <a:lnTo>
                  <a:pt x="227" y="453"/>
                </a:lnTo>
                <a:lnTo>
                  <a:pt x="226" y="453"/>
                </a:lnTo>
                <a:lnTo>
                  <a:pt x="226" y="452"/>
                </a:lnTo>
                <a:lnTo>
                  <a:pt x="227" y="452"/>
                </a:lnTo>
                <a:lnTo>
                  <a:pt x="227" y="451"/>
                </a:lnTo>
                <a:lnTo>
                  <a:pt x="228" y="450"/>
                </a:lnTo>
                <a:lnTo>
                  <a:pt x="229" y="450"/>
                </a:lnTo>
                <a:lnTo>
                  <a:pt x="229" y="451"/>
                </a:lnTo>
                <a:lnTo>
                  <a:pt x="230" y="451"/>
                </a:lnTo>
                <a:lnTo>
                  <a:pt x="231" y="450"/>
                </a:lnTo>
                <a:lnTo>
                  <a:pt x="232" y="450"/>
                </a:lnTo>
                <a:lnTo>
                  <a:pt x="233" y="450"/>
                </a:lnTo>
                <a:lnTo>
                  <a:pt x="234" y="450"/>
                </a:lnTo>
                <a:lnTo>
                  <a:pt x="235" y="449"/>
                </a:lnTo>
                <a:lnTo>
                  <a:pt x="235" y="448"/>
                </a:lnTo>
                <a:lnTo>
                  <a:pt x="236" y="447"/>
                </a:lnTo>
                <a:lnTo>
                  <a:pt x="237" y="447"/>
                </a:lnTo>
                <a:lnTo>
                  <a:pt x="238" y="447"/>
                </a:lnTo>
                <a:lnTo>
                  <a:pt x="239" y="447"/>
                </a:lnTo>
                <a:lnTo>
                  <a:pt x="239" y="445"/>
                </a:lnTo>
                <a:lnTo>
                  <a:pt x="238" y="445"/>
                </a:lnTo>
                <a:lnTo>
                  <a:pt x="238" y="444"/>
                </a:lnTo>
                <a:lnTo>
                  <a:pt x="238" y="443"/>
                </a:lnTo>
                <a:lnTo>
                  <a:pt x="238" y="442"/>
                </a:lnTo>
                <a:lnTo>
                  <a:pt x="237" y="442"/>
                </a:lnTo>
                <a:lnTo>
                  <a:pt x="237" y="441"/>
                </a:lnTo>
                <a:lnTo>
                  <a:pt x="237" y="440"/>
                </a:lnTo>
                <a:lnTo>
                  <a:pt x="238" y="439"/>
                </a:lnTo>
                <a:lnTo>
                  <a:pt x="239" y="439"/>
                </a:lnTo>
                <a:lnTo>
                  <a:pt x="240" y="439"/>
                </a:lnTo>
                <a:lnTo>
                  <a:pt x="240" y="438"/>
                </a:lnTo>
                <a:lnTo>
                  <a:pt x="241" y="438"/>
                </a:lnTo>
                <a:lnTo>
                  <a:pt x="242" y="438"/>
                </a:lnTo>
                <a:lnTo>
                  <a:pt x="243" y="438"/>
                </a:lnTo>
                <a:lnTo>
                  <a:pt x="243" y="437"/>
                </a:lnTo>
                <a:lnTo>
                  <a:pt x="243" y="436"/>
                </a:lnTo>
                <a:lnTo>
                  <a:pt x="242" y="436"/>
                </a:lnTo>
                <a:lnTo>
                  <a:pt x="241" y="436"/>
                </a:lnTo>
                <a:lnTo>
                  <a:pt x="240" y="436"/>
                </a:lnTo>
                <a:lnTo>
                  <a:pt x="240" y="435"/>
                </a:lnTo>
                <a:lnTo>
                  <a:pt x="239" y="435"/>
                </a:lnTo>
                <a:lnTo>
                  <a:pt x="238" y="435"/>
                </a:lnTo>
                <a:lnTo>
                  <a:pt x="237" y="435"/>
                </a:lnTo>
                <a:lnTo>
                  <a:pt x="236" y="436"/>
                </a:lnTo>
                <a:lnTo>
                  <a:pt x="236" y="435"/>
                </a:lnTo>
                <a:lnTo>
                  <a:pt x="235" y="435"/>
                </a:lnTo>
                <a:lnTo>
                  <a:pt x="234" y="435"/>
                </a:lnTo>
                <a:lnTo>
                  <a:pt x="233" y="434"/>
                </a:lnTo>
                <a:lnTo>
                  <a:pt x="233" y="433"/>
                </a:lnTo>
                <a:lnTo>
                  <a:pt x="232" y="433"/>
                </a:lnTo>
                <a:lnTo>
                  <a:pt x="232" y="434"/>
                </a:lnTo>
                <a:lnTo>
                  <a:pt x="231" y="434"/>
                </a:lnTo>
                <a:lnTo>
                  <a:pt x="230" y="434"/>
                </a:lnTo>
                <a:lnTo>
                  <a:pt x="230" y="433"/>
                </a:lnTo>
                <a:lnTo>
                  <a:pt x="229" y="432"/>
                </a:lnTo>
                <a:lnTo>
                  <a:pt x="229" y="433"/>
                </a:lnTo>
                <a:lnTo>
                  <a:pt x="228" y="433"/>
                </a:lnTo>
                <a:lnTo>
                  <a:pt x="228" y="434"/>
                </a:lnTo>
                <a:lnTo>
                  <a:pt x="227" y="434"/>
                </a:lnTo>
                <a:lnTo>
                  <a:pt x="226" y="434"/>
                </a:lnTo>
                <a:lnTo>
                  <a:pt x="226" y="435"/>
                </a:lnTo>
                <a:lnTo>
                  <a:pt x="226" y="436"/>
                </a:lnTo>
                <a:lnTo>
                  <a:pt x="225" y="436"/>
                </a:lnTo>
                <a:lnTo>
                  <a:pt x="225" y="437"/>
                </a:lnTo>
                <a:lnTo>
                  <a:pt x="225" y="438"/>
                </a:lnTo>
                <a:lnTo>
                  <a:pt x="224" y="437"/>
                </a:lnTo>
                <a:lnTo>
                  <a:pt x="223" y="437"/>
                </a:lnTo>
                <a:lnTo>
                  <a:pt x="222" y="437"/>
                </a:lnTo>
                <a:lnTo>
                  <a:pt x="221" y="437"/>
                </a:lnTo>
                <a:lnTo>
                  <a:pt x="221" y="436"/>
                </a:lnTo>
                <a:lnTo>
                  <a:pt x="221" y="434"/>
                </a:lnTo>
                <a:lnTo>
                  <a:pt x="220" y="434"/>
                </a:lnTo>
                <a:lnTo>
                  <a:pt x="219" y="434"/>
                </a:lnTo>
                <a:lnTo>
                  <a:pt x="219" y="433"/>
                </a:lnTo>
                <a:lnTo>
                  <a:pt x="219" y="432"/>
                </a:lnTo>
                <a:lnTo>
                  <a:pt x="219" y="431"/>
                </a:lnTo>
                <a:lnTo>
                  <a:pt x="218" y="430"/>
                </a:lnTo>
                <a:lnTo>
                  <a:pt x="218" y="429"/>
                </a:lnTo>
                <a:lnTo>
                  <a:pt x="217" y="429"/>
                </a:lnTo>
                <a:lnTo>
                  <a:pt x="218" y="428"/>
                </a:lnTo>
                <a:lnTo>
                  <a:pt x="217" y="428"/>
                </a:lnTo>
                <a:lnTo>
                  <a:pt x="216" y="428"/>
                </a:lnTo>
                <a:lnTo>
                  <a:pt x="216" y="426"/>
                </a:lnTo>
                <a:lnTo>
                  <a:pt x="217" y="426"/>
                </a:lnTo>
                <a:lnTo>
                  <a:pt x="217" y="425"/>
                </a:lnTo>
                <a:lnTo>
                  <a:pt x="218" y="423"/>
                </a:lnTo>
                <a:lnTo>
                  <a:pt x="218" y="422"/>
                </a:lnTo>
                <a:lnTo>
                  <a:pt x="219" y="421"/>
                </a:lnTo>
                <a:lnTo>
                  <a:pt x="219" y="420"/>
                </a:lnTo>
                <a:lnTo>
                  <a:pt x="220" y="418"/>
                </a:lnTo>
                <a:lnTo>
                  <a:pt x="221" y="418"/>
                </a:lnTo>
                <a:lnTo>
                  <a:pt x="222" y="418"/>
                </a:lnTo>
                <a:lnTo>
                  <a:pt x="223" y="418"/>
                </a:lnTo>
                <a:lnTo>
                  <a:pt x="223" y="417"/>
                </a:lnTo>
                <a:lnTo>
                  <a:pt x="222" y="416"/>
                </a:lnTo>
                <a:lnTo>
                  <a:pt x="221" y="416"/>
                </a:lnTo>
                <a:lnTo>
                  <a:pt x="221" y="415"/>
                </a:lnTo>
                <a:lnTo>
                  <a:pt x="222" y="413"/>
                </a:lnTo>
                <a:lnTo>
                  <a:pt x="222" y="412"/>
                </a:lnTo>
                <a:lnTo>
                  <a:pt x="223" y="411"/>
                </a:lnTo>
                <a:lnTo>
                  <a:pt x="223" y="410"/>
                </a:lnTo>
                <a:lnTo>
                  <a:pt x="222" y="409"/>
                </a:lnTo>
                <a:lnTo>
                  <a:pt x="222" y="408"/>
                </a:lnTo>
                <a:lnTo>
                  <a:pt x="222" y="407"/>
                </a:lnTo>
                <a:lnTo>
                  <a:pt x="223" y="406"/>
                </a:lnTo>
                <a:lnTo>
                  <a:pt x="224" y="406"/>
                </a:lnTo>
                <a:lnTo>
                  <a:pt x="224" y="404"/>
                </a:lnTo>
                <a:lnTo>
                  <a:pt x="223" y="404"/>
                </a:lnTo>
                <a:lnTo>
                  <a:pt x="223" y="402"/>
                </a:lnTo>
                <a:lnTo>
                  <a:pt x="224" y="401"/>
                </a:lnTo>
                <a:lnTo>
                  <a:pt x="225" y="400"/>
                </a:lnTo>
                <a:lnTo>
                  <a:pt x="225" y="399"/>
                </a:lnTo>
                <a:lnTo>
                  <a:pt x="225" y="397"/>
                </a:lnTo>
                <a:lnTo>
                  <a:pt x="224" y="395"/>
                </a:lnTo>
                <a:lnTo>
                  <a:pt x="222" y="395"/>
                </a:lnTo>
                <a:lnTo>
                  <a:pt x="221" y="396"/>
                </a:lnTo>
                <a:lnTo>
                  <a:pt x="220" y="396"/>
                </a:lnTo>
                <a:lnTo>
                  <a:pt x="219" y="396"/>
                </a:lnTo>
                <a:lnTo>
                  <a:pt x="219" y="395"/>
                </a:lnTo>
                <a:lnTo>
                  <a:pt x="218" y="396"/>
                </a:lnTo>
                <a:lnTo>
                  <a:pt x="217" y="395"/>
                </a:lnTo>
                <a:lnTo>
                  <a:pt x="217" y="394"/>
                </a:lnTo>
                <a:lnTo>
                  <a:pt x="217" y="392"/>
                </a:lnTo>
                <a:lnTo>
                  <a:pt x="216" y="392"/>
                </a:lnTo>
                <a:lnTo>
                  <a:pt x="215" y="392"/>
                </a:lnTo>
                <a:lnTo>
                  <a:pt x="214" y="391"/>
                </a:lnTo>
                <a:lnTo>
                  <a:pt x="214" y="392"/>
                </a:lnTo>
                <a:lnTo>
                  <a:pt x="212" y="392"/>
                </a:lnTo>
                <a:lnTo>
                  <a:pt x="210" y="392"/>
                </a:lnTo>
                <a:lnTo>
                  <a:pt x="209" y="392"/>
                </a:lnTo>
                <a:lnTo>
                  <a:pt x="208" y="392"/>
                </a:lnTo>
                <a:lnTo>
                  <a:pt x="207" y="392"/>
                </a:lnTo>
                <a:lnTo>
                  <a:pt x="207" y="391"/>
                </a:lnTo>
                <a:lnTo>
                  <a:pt x="206" y="391"/>
                </a:lnTo>
                <a:lnTo>
                  <a:pt x="206" y="390"/>
                </a:lnTo>
                <a:lnTo>
                  <a:pt x="205" y="390"/>
                </a:lnTo>
                <a:lnTo>
                  <a:pt x="204" y="390"/>
                </a:lnTo>
                <a:lnTo>
                  <a:pt x="202" y="390"/>
                </a:lnTo>
                <a:lnTo>
                  <a:pt x="203" y="390"/>
                </a:lnTo>
                <a:lnTo>
                  <a:pt x="203" y="389"/>
                </a:lnTo>
                <a:lnTo>
                  <a:pt x="202" y="389"/>
                </a:lnTo>
                <a:lnTo>
                  <a:pt x="201" y="389"/>
                </a:lnTo>
                <a:lnTo>
                  <a:pt x="200" y="388"/>
                </a:lnTo>
                <a:lnTo>
                  <a:pt x="200" y="389"/>
                </a:lnTo>
                <a:lnTo>
                  <a:pt x="200" y="388"/>
                </a:lnTo>
                <a:lnTo>
                  <a:pt x="199" y="388"/>
                </a:lnTo>
                <a:lnTo>
                  <a:pt x="199" y="387"/>
                </a:lnTo>
                <a:lnTo>
                  <a:pt x="199" y="386"/>
                </a:lnTo>
                <a:lnTo>
                  <a:pt x="198" y="386"/>
                </a:lnTo>
                <a:lnTo>
                  <a:pt x="197" y="385"/>
                </a:lnTo>
                <a:lnTo>
                  <a:pt x="197" y="384"/>
                </a:lnTo>
                <a:lnTo>
                  <a:pt x="196" y="384"/>
                </a:lnTo>
                <a:lnTo>
                  <a:pt x="195" y="384"/>
                </a:lnTo>
                <a:lnTo>
                  <a:pt x="194" y="384"/>
                </a:lnTo>
                <a:lnTo>
                  <a:pt x="194" y="385"/>
                </a:lnTo>
                <a:lnTo>
                  <a:pt x="194" y="386"/>
                </a:lnTo>
                <a:lnTo>
                  <a:pt x="194" y="387"/>
                </a:lnTo>
                <a:lnTo>
                  <a:pt x="194" y="388"/>
                </a:lnTo>
                <a:lnTo>
                  <a:pt x="194" y="389"/>
                </a:lnTo>
                <a:lnTo>
                  <a:pt x="194" y="390"/>
                </a:lnTo>
                <a:lnTo>
                  <a:pt x="193" y="390"/>
                </a:lnTo>
                <a:lnTo>
                  <a:pt x="192" y="390"/>
                </a:lnTo>
                <a:lnTo>
                  <a:pt x="192" y="391"/>
                </a:lnTo>
                <a:lnTo>
                  <a:pt x="193" y="392"/>
                </a:lnTo>
                <a:lnTo>
                  <a:pt x="193" y="394"/>
                </a:lnTo>
                <a:lnTo>
                  <a:pt x="193" y="395"/>
                </a:lnTo>
                <a:lnTo>
                  <a:pt x="193" y="396"/>
                </a:lnTo>
                <a:lnTo>
                  <a:pt x="193" y="397"/>
                </a:lnTo>
                <a:lnTo>
                  <a:pt x="192" y="397"/>
                </a:lnTo>
                <a:lnTo>
                  <a:pt x="192" y="396"/>
                </a:lnTo>
                <a:lnTo>
                  <a:pt x="191" y="395"/>
                </a:lnTo>
                <a:lnTo>
                  <a:pt x="190" y="395"/>
                </a:lnTo>
                <a:lnTo>
                  <a:pt x="188" y="395"/>
                </a:lnTo>
                <a:lnTo>
                  <a:pt x="187" y="395"/>
                </a:lnTo>
                <a:lnTo>
                  <a:pt x="186" y="395"/>
                </a:lnTo>
                <a:lnTo>
                  <a:pt x="185" y="396"/>
                </a:lnTo>
                <a:lnTo>
                  <a:pt x="185" y="397"/>
                </a:lnTo>
                <a:lnTo>
                  <a:pt x="184" y="397"/>
                </a:lnTo>
                <a:lnTo>
                  <a:pt x="183" y="397"/>
                </a:lnTo>
                <a:lnTo>
                  <a:pt x="182" y="396"/>
                </a:lnTo>
                <a:lnTo>
                  <a:pt x="182" y="397"/>
                </a:lnTo>
                <a:lnTo>
                  <a:pt x="181" y="396"/>
                </a:lnTo>
                <a:lnTo>
                  <a:pt x="179" y="396"/>
                </a:lnTo>
                <a:lnTo>
                  <a:pt x="178" y="397"/>
                </a:lnTo>
                <a:lnTo>
                  <a:pt x="177" y="398"/>
                </a:lnTo>
                <a:lnTo>
                  <a:pt x="176" y="396"/>
                </a:lnTo>
                <a:lnTo>
                  <a:pt x="175" y="395"/>
                </a:lnTo>
                <a:lnTo>
                  <a:pt x="176" y="394"/>
                </a:lnTo>
                <a:lnTo>
                  <a:pt x="176" y="393"/>
                </a:lnTo>
                <a:lnTo>
                  <a:pt x="177" y="392"/>
                </a:lnTo>
                <a:lnTo>
                  <a:pt x="176" y="392"/>
                </a:lnTo>
                <a:lnTo>
                  <a:pt x="176" y="391"/>
                </a:lnTo>
                <a:lnTo>
                  <a:pt x="176" y="390"/>
                </a:lnTo>
                <a:lnTo>
                  <a:pt x="175" y="390"/>
                </a:lnTo>
                <a:lnTo>
                  <a:pt x="175" y="391"/>
                </a:lnTo>
                <a:lnTo>
                  <a:pt x="174" y="392"/>
                </a:lnTo>
                <a:lnTo>
                  <a:pt x="175" y="392"/>
                </a:lnTo>
                <a:lnTo>
                  <a:pt x="174" y="393"/>
                </a:lnTo>
                <a:lnTo>
                  <a:pt x="173" y="393"/>
                </a:lnTo>
                <a:lnTo>
                  <a:pt x="172" y="392"/>
                </a:lnTo>
                <a:lnTo>
                  <a:pt x="171" y="391"/>
                </a:lnTo>
                <a:lnTo>
                  <a:pt x="170" y="391"/>
                </a:lnTo>
                <a:lnTo>
                  <a:pt x="169" y="390"/>
                </a:lnTo>
                <a:lnTo>
                  <a:pt x="169" y="391"/>
                </a:lnTo>
                <a:lnTo>
                  <a:pt x="168" y="391"/>
                </a:lnTo>
                <a:lnTo>
                  <a:pt x="167" y="392"/>
                </a:lnTo>
                <a:lnTo>
                  <a:pt x="166" y="391"/>
                </a:lnTo>
                <a:lnTo>
                  <a:pt x="165" y="390"/>
                </a:lnTo>
                <a:lnTo>
                  <a:pt x="165" y="389"/>
                </a:lnTo>
                <a:lnTo>
                  <a:pt x="164" y="389"/>
                </a:lnTo>
                <a:lnTo>
                  <a:pt x="162" y="391"/>
                </a:lnTo>
                <a:lnTo>
                  <a:pt x="162" y="392"/>
                </a:lnTo>
                <a:lnTo>
                  <a:pt x="161" y="393"/>
                </a:lnTo>
                <a:lnTo>
                  <a:pt x="160" y="393"/>
                </a:lnTo>
                <a:lnTo>
                  <a:pt x="159" y="394"/>
                </a:lnTo>
                <a:lnTo>
                  <a:pt x="158" y="395"/>
                </a:lnTo>
                <a:lnTo>
                  <a:pt x="158" y="396"/>
                </a:lnTo>
                <a:lnTo>
                  <a:pt x="158" y="397"/>
                </a:lnTo>
                <a:lnTo>
                  <a:pt x="159" y="397"/>
                </a:lnTo>
                <a:lnTo>
                  <a:pt x="159" y="398"/>
                </a:lnTo>
                <a:lnTo>
                  <a:pt x="159" y="399"/>
                </a:lnTo>
                <a:lnTo>
                  <a:pt x="158" y="400"/>
                </a:lnTo>
                <a:lnTo>
                  <a:pt x="158" y="401"/>
                </a:lnTo>
                <a:lnTo>
                  <a:pt x="157" y="401"/>
                </a:lnTo>
                <a:lnTo>
                  <a:pt x="157" y="402"/>
                </a:lnTo>
                <a:lnTo>
                  <a:pt x="157" y="403"/>
                </a:lnTo>
                <a:lnTo>
                  <a:pt x="155" y="404"/>
                </a:lnTo>
                <a:lnTo>
                  <a:pt x="154" y="405"/>
                </a:lnTo>
                <a:lnTo>
                  <a:pt x="154" y="406"/>
                </a:lnTo>
                <a:lnTo>
                  <a:pt x="153" y="406"/>
                </a:lnTo>
                <a:lnTo>
                  <a:pt x="153" y="405"/>
                </a:lnTo>
                <a:lnTo>
                  <a:pt x="152" y="404"/>
                </a:lnTo>
                <a:lnTo>
                  <a:pt x="151" y="405"/>
                </a:lnTo>
                <a:lnTo>
                  <a:pt x="149" y="407"/>
                </a:lnTo>
                <a:lnTo>
                  <a:pt x="148" y="407"/>
                </a:lnTo>
                <a:lnTo>
                  <a:pt x="147" y="408"/>
                </a:lnTo>
                <a:lnTo>
                  <a:pt x="147" y="409"/>
                </a:lnTo>
                <a:lnTo>
                  <a:pt x="146" y="410"/>
                </a:lnTo>
                <a:lnTo>
                  <a:pt x="145" y="411"/>
                </a:lnTo>
                <a:lnTo>
                  <a:pt x="144" y="411"/>
                </a:lnTo>
                <a:lnTo>
                  <a:pt x="144" y="412"/>
                </a:lnTo>
                <a:lnTo>
                  <a:pt x="143" y="413"/>
                </a:lnTo>
                <a:lnTo>
                  <a:pt x="143" y="415"/>
                </a:lnTo>
                <a:lnTo>
                  <a:pt x="143" y="416"/>
                </a:lnTo>
                <a:lnTo>
                  <a:pt x="142" y="416"/>
                </a:lnTo>
                <a:lnTo>
                  <a:pt x="142" y="415"/>
                </a:lnTo>
                <a:lnTo>
                  <a:pt x="141" y="416"/>
                </a:lnTo>
                <a:lnTo>
                  <a:pt x="141" y="417"/>
                </a:lnTo>
                <a:lnTo>
                  <a:pt x="141" y="418"/>
                </a:lnTo>
                <a:lnTo>
                  <a:pt x="141" y="419"/>
                </a:lnTo>
                <a:lnTo>
                  <a:pt x="140" y="421"/>
                </a:lnTo>
                <a:lnTo>
                  <a:pt x="140" y="422"/>
                </a:lnTo>
                <a:lnTo>
                  <a:pt x="139" y="423"/>
                </a:lnTo>
                <a:lnTo>
                  <a:pt x="139" y="424"/>
                </a:lnTo>
                <a:lnTo>
                  <a:pt x="139" y="425"/>
                </a:lnTo>
                <a:lnTo>
                  <a:pt x="138" y="426"/>
                </a:lnTo>
                <a:lnTo>
                  <a:pt x="136" y="426"/>
                </a:lnTo>
                <a:lnTo>
                  <a:pt x="135" y="427"/>
                </a:lnTo>
                <a:lnTo>
                  <a:pt x="134" y="426"/>
                </a:lnTo>
                <a:lnTo>
                  <a:pt x="133" y="426"/>
                </a:lnTo>
                <a:lnTo>
                  <a:pt x="133" y="427"/>
                </a:lnTo>
                <a:lnTo>
                  <a:pt x="132" y="426"/>
                </a:lnTo>
                <a:lnTo>
                  <a:pt x="131" y="426"/>
                </a:lnTo>
                <a:lnTo>
                  <a:pt x="131" y="425"/>
                </a:lnTo>
                <a:lnTo>
                  <a:pt x="131" y="424"/>
                </a:lnTo>
                <a:lnTo>
                  <a:pt x="132" y="424"/>
                </a:lnTo>
                <a:lnTo>
                  <a:pt x="131" y="423"/>
                </a:lnTo>
                <a:lnTo>
                  <a:pt x="131" y="422"/>
                </a:lnTo>
                <a:lnTo>
                  <a:pt x="131" y="421"/>
                </a:lnTo>
                <a:lnTo>
                  <a:pt x="130" y="419"/>
                </a:lnTo>
                <a:lnTo>
                  <a:pt x="128" y="419"/>
                </a:lnTo>
                <a:lnTo>
                  <a:pt x="128" y="418"/>
                </a:lnTo>
                <a:lnTo>
                  <a:pt x="127" y="417"/>
                </a:lnTo>
                <a:lnTo>
                  <a:pt x="126" y="416"/>
                </a:lnTo>
                <a:lnTo>
                  <a:pt x="125" y="417"/>
                </a:lnTo>
                <a:lnTo>
                  <a:pt x="124" y="418"/>
                </a:lnTo>
                <a:lnTo>
                  <a:pt x="124" y="419"/>
                </a:lnTo>
                <a:lnTo>
                  <a:pt x="124" y="420"/>
                </a:lnTo>
                <a:lnTo>
                  <a:pt x="124" y="421"/>
                </a:lnTo>
                <a:lnTo>
                  <a:pt x="123" y="421"/>
                </a:lnTo>
                <a:lnTo>
                  <a:pt x="122" y="421"/>
                </a:lnTo>
                <a:lnTo>
                  <a:pt x="121" y="420"/>
                </a:lnTo>
                <a:lnTo>
                  <a:pt x="120" y="420"/>
                </a:lnTo>
                <a:lnTo>
                  <a:pt x="120" y="419"/>
                </a:lnTo>
                <a:lnTo>
                  <a:pt x="119" y="419"/>
                </a:lnTo>
                <a:lnTo>
                  <a:pt x="119" y="420"/>
                </a:lnTo>
                <a:lnTo>
                  <a:pt x="119" y="421"/>
                </a:lnTo>
                <a:lnTo>
                  <a:pt x="118" y="421"/>
                </a:lnTo>
                <a:lnTo>
                  <a:pt x="118" y="420"/>
                </a:lnTo>
                <a:lnTo>
                  <a:pt x="117" y="420"/>
                </a:lnTo>
                <a:lnTo>
                  <a:pt x="117" y="419"/>
                </a:lnTo>
                <a:lnTo>
                  <a:pt x="116" y="419"/>
                </a:lnTo>
                <a:lnTo>
                  <a:pt x="115" y="419"/>
                </a:lnTo>
                <a:lnTo>
                  <a:pt x="115" y="418"/>
                </a:lnTo>
                <a:lnTo>
                  <a:pt x="115" y="417"/>
                </a:lnTo>
                <a:lnTo>
                  <a:pt x="116" y="416"/>
                </a:lnTo>
                <a:lnTo>
                  <a:pt x="115" y="416"/>
                </a:lnTo>
                <a:lnTo>
                  <a:pt x="115" y="415"/>
                </a:lnTo>
                <a:lnTo>
                  <a:pt x="116" y="414"/>
                </a:lnTo>
                <a:lnTo>
                  <a:pt x="116" y="413"/>
                </a:lnTo>
                <a:lnTo>
                  <a:pt x="116" y="412"/>
                </a:lnTo>
                <a:lnTo>
                  <a:pt x="117" y="412"/>
                </a:lnTo>
                <a:lnTo>
                  <a:pt x="117" y="411"/>
                </a:lnTo>
                <a:lnTo>
                  <a:pt x="117" y="410"/>
                </a:lnTo>
                <a:lnTo>
                  <a:pt x="118" y="410"/>
                </a:lnTo>
                <a:lnTo>
                  <a:pt x="118" y="409"/>
                </a:lnTo>
                <a:lnTo>
                  <a:pt x="117" y="408"/>
                </a:lnTo>
                <a:lnTo>
                  <a:pt x="117" y="407"/>
                </a:lnTo>
                <a:lnTo>
                  <a:pt x="117" y="406"/>
                </a:lnTo>
                <a:lnTo>
                  <a:pt x="118" y="406"/>
                </a:lnTo>
                <a:lnTo>
                  <a:pt x="117" y="406"/>
                </a:lnTo>
                <a:lnTo>
                  <a:pt x="116" y="405"/>
                </a:lnTo>
                <a:lnTo>
                  <a:pt x="116" y="406"/>
                </a:lnTo>
                <a:lnTo>
                  <a:pt x="115" y="406"/>
                </a:lnTo>
                <a:lnTo>
                  <a:pt x="114" y="406"/>
                </a:lnTo>
                <a:lnTo>
                  <a:pt x="113" y="405"/>
                </a:lnTo>
                <a:lnTo>
                  <a:pt x="113" y="406"/>
                </a:lnTo>
                <a:lnTo>
                  <a:pt x="112" y="406"/>
                </a:lnTo>
                <a:lnTo>
                  <a:pt x="111" y="406"/>
                </a:lnTo>
                <a:lnTo>
                  <a:pt x="111" y="405"/>
                </a:lnTo>
                <a:lnTo>
                  <a:pt x="110" y="404"/>
                </a:lnTo>
                <a:lnTo>
                  <a:pt x="109" y="404"/>
                </a:lnTo>
                <a:lnTo>
                  <a:pt x="108" y="404"/>
                </a:lnTo>
                <a:lnTo>
                  <a:pt x="107" y="404"/>
                </a:lnTo>
                <a:lnTo>
                  <a:pt x="107" y="403"/>
                </a:lnTo>
                <a:lnTo>
                  <a:pt x="106" y="403"/>
                </a:lnTo>
                <a:lnTo>
                  <a:pt x="105" y="403"/>
                </a:lnTo>
                <a:lnTo>
                  <a:pt x="105" y="404"/>
                </a:lnTo>
                <a:lnTo>
                  <a:pt x="104" y="405"/>
                </a:lnTo>
                <a:lnTo>
                  <a:pt x="103" y="407"/>
                </a:lnTo>
                <a:lnTo>
                  <a:pt x="102" y="407"/>
                </a:lnTo>
                <a:lnTo>
                  <a:pt x="101" y="407"/>
                </a:lnTo>
                <a:lnTo>
                  <a:pt x="101" y="410"/>
                </a:lnTo>
                <a:lnTo>
                  <a:pt x="100" y="410"/>
                </a:lnTo>
                <a:lnTo>
                  <a:pt x="100" y="412"/>
                </a:lnTo>
                <a:lnTo>
                  <a:pt x="99" y="413"/>
                </a:lnTo>
                <a:lnTo>
                  <a:pt x="99" y="416"/>
                </a:lnTo>
                <a:lnTo>
                  <a:pt x="99" y="417"/>
                </a:lnTo>
                <a:lnTo>
                  <a:pt x="99" y="418"/>
                </a:lnTo>
                <a:lnTo>
                  <a:pt x="98" y="419"/>
                </a:lnTo>
                <a:lnTo>
                  <a:pt x="97" y="420"/>
                </a:lnTo>
                <a:lnTo>
                  <a:pt x="96" y="420"/>
                </a:lnTo>
                <a:lnTo>
                  <a:pt x="95" y="420"/>
                </a:lnTo>
                <a:lnTo>
                  <a:pt x="93" y="419"/>
                </a:lnTo>
                <a:lnTo>
                  <a:pt x="92" y="419"/>
                </a:lnTo>
                <a:lnTo>
                  <a:pt x="91" y="419"/>
                </a:lnTo>
                <a:lnTo>
                  <a:pt x="91" y="420"/>
                </a:lnTo>
                <a:lnTo>
                  <a:pt x="90" y="421"/>
                </a:lnTo>
                <a:lnTo>
                  <a:pt x="90" y="422"/>
                </a:lnTo>
                <a:lnTo>
                  <a:pt x="89" y="424"/>
                </a:lnTo>
                <a:lnTo>
                  <a:pt x="90" y="425"/>
                </a:lnTo>
                <a:lnTo>
                  <a:pt x="92" y="425"/>
                </a:lnTo>
                <a:lnTo>
                  <a:pt x="92" y="426"/>
                </a:lnTo>
                <a:lnTo>
                  <a:pt x="92" y="428"/>
                </a:lnTo>
                <a:lnTo>
                  <a:pt x="92" y="429"/>
                </a:lnTo>
                <a:lnTo>
                  <a:pt x="92" y="430"/>
                </a:lnTo>
                <a:lnTo>
                  <a:pt x="93" y="431"/>
                </a:lnTo>
                <a:lnTo>
                  <a:pt x="93" y="432"/>
                </a:lnTo>
                <a:lnTo>
                  <a:pt x="93" y="433"/>
                </a:lnTo>
                <a:lnTo>
                  <a:pt x="92" y="434"/>
                </a:lnTo>
                <a:lnTo>
                  <a:pt x="92" y="435"/>
                </a:lnTo>
                <a:lnTo>
                  <a:pt x="91" y="435"/>
                </a:lnTo>
                <a:lnTo>
                  <a:pt x="89" y="436"/>
                </a:lnTo>
                <a:lnTo>
                  <a:pt x="88" y="436"/>
                </a:lnTo>
                <a:lnTo>
                  <a:pt x="88" y="435"/>
                </a:lnTo>
                <a:lnTo>
                  <a:pt x="88" y="434"/>
                </a:lnTo>
                <a:lnTo>
                  <a:pt x="87" y="434"/>
                </a:lnTo>
                <a:lnTo>
                  <a:pt x="86" y="434"/>
                </a:lnTo>
                <a:lnTo>
                  <a:pt x="85" y="434"/>
                </a:lnTo>
                <a:lnTo>
                  <a:pt x="85" y="435"/>
                </a:lnTo>
                <a:lnTo>
                  <a:pt x="84" y="435"/>
                </a:lnTo>
                <a:lnTo>
                  <a:pt x="83" y="435"/>
                </a:lnTo>
                <a:lnTo>
                  <a:pt x="82" y="435"/>
                </a:lnTo>
                <a:lnTo>
                  <a:pt x="81" y="435"/>
                </a:lnTo>
                <a:lnTo>
                  <a:pt x="80" y="435"/>
                </a:lnTo>
                <a:lnTo>
                  <a:pt x="80" y="434"/>
                </a:lnTo>
                <a:lnTo>
                  <a:pt x="80" y="433"/>
                </a:lnTo>
                <a:lnTo>
                  <a:pt x="81" y="433"/>
                </a:lnTo>
                <a:lnTo>
                  <a:pt x="81" y="432"/>
                </a:lnTo>
                <a:lnTo>
                  <a:pt x="80" y="432"/>
                </a:lnTo>
                <a:lnTo>
                  <a:pt x="80" y="431"/>
                </a:lnTo>
                <a:lnTo>
                  <a:pt x="80" y="430"/>
                </a:lnTo>
                <a:lnTo>
                  <a:pt x="81" y="429"/>
                </a:lnTo>
                <a:lnTo>
                  <a:pt x="81" y="428"/>
                </a:lnTo>
                <a:lnTo>
                  <a:pt x="81" y="427"/>
                </a:lnTo>
                <a:lnTo>
                  <a:pt x="82" y="428"/>
                </a:lnTo>
                <a:lnTo>
                  <a:pt x="83" y="428"/>
                </a:lnTo>
                <a:lnTo>
                  <a:pt x="83" y="427"/>
                </a:lnTo>
                <a:lnTo>
                  <a:pt x="83" y="426"/>
                </a:lnTo>
                <a:lnTo>
                  <a:pt x="84" y="426"/>
                </a:lnTo>
                <a:lnTo>
                  <a:pt x="84" y="424"/>
                </a:lnTo>
                <a:lnTo>
                  <a:pt x="84" y="423"/>
                </a:lnTo>
                <a:lnTo>
                  <a:pt x="83" y="423"/>
                </a:lnTo>
                <a:lnTo>
                  <a:pt x="83" y="422"/>
                </a:lnTo>
                <a:lnTo>
                  <a:pt x="82" y="422"/>
                </a:lnTo>
                <a:lnTo>
                  <a:pt x="82" y="423"/>
                </a:lnTo>
                <a:lnTo>
                  <a:pt x="81" y="423"/>
                </a:lnTo>
                <a:lnTo>
                  <a:pt x="80" y="422"/>
                </a:lnTo>
                <a:lnTo>
                  <a:pt x="80" y="421"/>
                </a:lnTo>
                <a:lnTo>
                  <a:pt x="79" y="422"/>
                </a:lnTo>
                <a:lnTo>
                  <a:pt x="78" y="422"/>
                </a:lnTo>
                <a:lnTo>
                  <a:pt x="77" y="422"/>
                </a:lnTo>
                <a:lnTo>
                  <a:pt x="77" y="421"/>
                </a:lnTo>
                <a:lnTo>
                  <a:pt x="77" y="420"/>
                </a:lnTo>
                <a:lnTo>
                  <a:pt x="77" y="419"/>
                </a:lnTo>
                <a:lnTo>
                  <a:pt x="78" y="419"/>
                </a:lnTo>
                <a:lnTo>
                  <a:pt x="78" y="418"/>
                </a:lnTo>
                <a:lnTo>
                  <a:pt x="77" y="418"/>
                </a:lnTo>
                <a:lnTo>
                  <a:pt x="76" y="418"/>
                </a:lnTo>
                <a:lnTo>
                  <a:pt x="75" y="418"/>
                </a:lnTo>
                <a:lnTo>
                  <a:pt x="74" y="419"/>
                </a:lnTo>
                <a:lnTo>
                  <a:pt x="73" y="421"/>
                </a:lnTo>
                <a:lnTo>
                  <a:pt x="72" y="421"/>
                </a:lnTo>
                <a:lnTo>
                  <a:pt x="71" y="421"/>
                </a:lnTo>
                <a:lnTo>
                  <a:pt x="71" y="422"/>
                </a:lnTo>
                <a:lnTo>
                  <a:pt x="70" y="422"/>
                </a:lnTo>
                <a:lnTo>
                  <a:pt x="70" y="421"/>
                </a:lnTo>
                <a:lnTo>
                  <a:pt x="69" y="421"/>
                </a:lnTo>
                <a:lnTo>
                  <a:pt x="68" y="421"/>
                </a:lnTo>
                <a:lnTo>
                  <a:pt x="68" y="422"/>
                </a:lnTo>
                <a:lnTo>
                  <a:pt x="68" y="423"/>
                </a:lnTo>
                <a:lnTo>
                  <a:pt x="67" y="424"/>
                </a:lnTo>
                <a:lnTo>
                  <a:pt x="65" y="423"/>
                </a:lnTo>
                <a:lnTo>
                  <a:pt x="65" y="422"/>
                </a:lnTo>
                <a:lnTo>
                  <a:pt x="64" y="422"/>
                </a:lnTo>
                <a:lnTo>
                  <a:pt x="64" y="421"/>
                </a:lnTo>
                <a:lnTo>
                  <a:pt x="63" y="421"/>
                </a:lnTo>
                <a:lnTo>
                  <a:pt x="63" y="420"/>
                </a:lnTo>
                <a:lnTo>
                  <a:pt x="62" y="420"/>
                </a:lnTo>
                <a:lnTo>
                  <a:pt x="62" y="419"/>
                </a:lnTo>
                <a:lnTo>
                  <a:pt x="62" y="418"/>
                </a:lnTo>
                <a:lnTo>
                  <a:pt x="61" y="418"/>
                </a:lnTo>
                <a:lnTo>
                  <a:pt x="60" y="418"/>
                </a:lnTo>
                <a:lnTo>
                  <a:pt x="59" y="418"/>
                </a:lnTo>
                <a:lnTo>
                  <a:pt x="59" y="417"/>
                </a:lnTo>
                <a:lnTo>
                  <a:pt x="59" y="416"/>
                </a:lnTo>
                <a:lnTo>
                  <a:pt x="59" y="415"/>
                </a:lnTo>
                <a:lnTo>
                  <a:pt x="59" y="414"/>
                </a:lnTo>
                <a:lnTo>
                  <a:pt x="59" y="413"/>
                </a:lnTo>
                <a:lnTo>
                  <a:pt x="60" y="413"/>
                </a:lnTo>
                <a:lnTo>
                  <a:pt x="60" y="414"/>
                </a:lnTo>
                <a:lnTo>
                  <a:pt x="61" y="414"/>
                </a:lnTo>
                <a:lnTo>
                  <a:pt x="61" y="413"/>
                </a:lnTo>
                <a:lnTo>
                  <a:pt x="63" y="413"/>
                </a:lnTo>
                <a:lnTo>
                  <a:pt x="64" y="413"/>
                </a:lnTo>
                <a:lnTo>
                  <a:pt x="65" y="411"/>
                </a:lnTo>
                <a:lnTo>
                  <a:pt x="65" y="410"/>
                </a:lnTo>
                <a:lnTo>
                  <a:pt x="64" y="409"/>
                </a:lnTo>
                <a:lnTo>
                  <a:pt x="64" y="408"/>
                </a:lnTo>
                <a:lnTo>
                  <a:pt x="63" y="408"/>
                </a:lnTo>
                <a:lnTo>
                  <a:pt x="62" y="408"/>
                </a:lnTo>
                <a:lnTo>
                  <a:pt x="61" y="408"/>
                </a:lnTo>
                <a:lnTo>
                  <a:pt x="61" y="407"/>
                </a:lnTo>
                <a:lnTo>
                  <a:pt x="61" y="406"/>
                </a:lnTo>
                <a:lnTo>
                  <a:pt x="61" y="405"/>
                </a:lnTo>
                <a:lnTo>
                  <a:pt x="61" y="404"/>
                </a:lnTo>
                <a:lnTo>
                  <a:pt x="60" y="404"/>
                </a:lnTo>
                <a:lnTo>
                  <a:pt x="60" y="403"/>
                </a:lnTo>
                <a:lnTo>
                  <a:pt x="61" y="403"/>
                </a:lnTo>
                <a:lnTo>
                  <a:pt x="61" y="402"/>
                </a:lnTo>
                <a:lnTo>
                  <a:pt x="61" y="401"/>
                </a:lnTo>
                <a:lnTo>
                  <a:pt x="61" y="402"/>
                </a:lnTo>
                <a:lnTo>
                  <a:pt x="60" y="402"/>
                </a:lnTo>
                <a:lnTo>
                  <a:pt x="59" y="401"/>
                </a:lnTo>
                <a:lnTo>
                  <a:pt x="59" y="400"/>
                </a:lnTo>
                <a:lnTo>
                  <a:pt x="60" y="400"/>
                </a:lnTo>
                <a:lnTo>
                  <a:pt x="59" y="400"/>
                </a:lnTo>
                <a:lnTo>
                  <a:pt x="59" y="399"/>
                </a:lnTo>
                <a:lnTo>
                  <a:pt x="58" y="398"/>
                </a:lnTo>
                <a:lnTo>
                  <a:pt x="59" y="397"/>
                </a:lnTo>
                <a:lnTo>
                  <a:pt x="59" y="396"/>
                </a:lnTo>
                <a:lnTo>
                  <a:pt x="60" y="395"/>
                </a:lnTo>
                <a:lnTo>
                  <a:pt x="60" y="394"/>
                </a:lnTo>
                <a:lnTo>
                  <a:pt x="61" y="393"/>
                </a:lnTo>
                <a:lnTo>
                  <a:pt x="61" y="392"/>
                </a:lnTo>
                <a:lnTo>
                  <a:pt x="61" y="391"/>
                </a:lnTo>
                <a:lnTo>
                  <a:pt x="60" y="391"/>
                </a:lnTo>
                <a:lnTo>
                  <a:pt x="59" y="392"/>
                </a:lnTo>
                <a:lnTo>
                  <a:pt x="59" y="393"/>
                </a:lnTo>
                <a:lnTo>
                  <a:pt x="58" y="393"/>
                </a:lnTo>
                <a:lnTo>
                  <a:pt x="58" y="394"/>
                </a:lnTo>
                <a:lnTo>
                  <a:pt x="57" y="394"/>
                </a:lnTo>
                <a:lnTo>
                  <a:pt x="56" y="394"/>
                </a:lnTo>
                <a:lnTo>
                  <a:pt x="53" y="394"/>
                </a:lnTo>
                <a:lnTo>
                  <a:pt x="52" y="395"/>
                </a:lnTo>
                <a:lnTo>
                  <a:pt x="51" y="395"/>
                </a:lnTo>
                <a:lnTo>
                  <a:pt x="50" y="396"/>
                </a:lnTo>
                <a:lnTo>
                  <a:pt x="49" y="396"/>
                </a:lnTo>
                <a:lnTo>
                  <a:pt x="49" y="395"/>
                </a:lnTo>
                <a:lnTo>
                  <a:pt x="48" y="393"/>
                </a:lnTo>
                <a:lnTo>
                  <a:pt x="47" y="393"/>
                </a:lnTo>
                <a:lnTo>
                  <a:pt x="46" y="393"/>
                </a:lnTo>
                <a:lnTo>
                  <a:pt x="45" y="393"/>
                </a:lnTo>
                <a:lnTo>
                  <a:pt x="44" y="393"/>
                </a:lnTo>
                <a:lnTo>
                  <a:pt x="44" y="392"/>
                </a:lnTo>
                <a:lnTo>
                  <a:pt x="44" y="391"/>
                </a:lnTo>
                <a:lnTo>
                  <a:pt x="44" y="390"/>
                </a:lnTo>
                <a:lnTo>
                  <a:pt x="43" y="390"/>
                </a:lnTo>
                <a:lnTo>
                  <a:pt x="43" y="389"/>
                </a:lnTo>
                <a:lnTo>
                  <a:pt x="44" y="388"/>
                </a:lnTo>
                <a:lnTo>
                  <a:pt x="45" y="388"/>
                </a:lnTo>
                <a:lnTo>
                  <a:pt x="46" y="387"/>
                </a:lnTo>
                <a:lnTo>
                  <a:pt x="46" y="386"/>
                </a:lnTo>
                <a:lnTo>
                  <a:pt x="45" y="385"/>
                </a:lnTo>
                <a:lnTo>
                  <a:pt x="46" y="383"/>
                </a:lnTo>
                <a:lnTo>
                  <a:pt x="47" y="383"/>
                </a:lnTo>
                <a:lnTo>
                  <a:pt x="47" y="382"/>
                </a:lnTo>
                <a:lnTo>
                  <a:pt x="47" y="381"/>
                </a:lnTo>
                <a:lnTo>
                  <a:pt x="48" y="380"/>
                </a:lnTo>
                <a:lnTo>
                  <a:pt x="48" y="379"/>
                </a:lnTo>
                <a:lnTo>
                  <a:pt x="49" y="379"/>
                </a:lnTo>
                <a:lnTo>
                  <a:pt x="50" y="378"/>
                </a:lnTo>
                <a:lnTo>
                  <a:pt x="50" y="377"/>
                </a:lnTo>
                <a:lnTo>
                  <a:pt x="51" y="377"/>
                </a:lnTo>
                <a:lnTo>
                  <a:pt x="53" y="376"/>
                </a:lnTo>
                <a:lnTo>
                  <a:pt x="53" y="375"/>
                </a:lnTo>
                <a:lnTo>
                  <a:pt x="52" y="375"/>
                </a:lnTo>
                <a:lnTo>
                  <a:pt x="51" y="375"/>
                </a:lnTo>
                <a:lnTo>
                  <a:pt x="51" y="374"/>
                </a:lnTo>
                <a:lnTo>
                  <a:pt x="52" y="373"/>
                </a:lnTo>
                <a:lnTo>
                  <a:pt x="53" y="373"/>
                </a:lnTo>
                <a:lnTo>
                  <a:pt x="54" y="372"/>
                </a:lnTo>
                <a:lnTo>
                  <a:pt x="53" y="371"/>
                </a:lnTo>
                <a:lnTo>
                  <a:pt x="53" y="370"/>
                </a:lnTo>
                <a:lnTo>
                  <a:pt x="54" y="369"/>
                </a:lnTo>
                <a:lnTo>
                  <a:pt x="55" y="369"/>
                </a:lnTo>
                <a:lnTo>
                  <a:pt x="55" y="368"/>
                </a:lnTo>
                <a:lnTo>
                  <a:pt x="56" y="368"/>
                </a:lnTo>
                <a:lnTo>
                  <a:pt x="55" y="367"/>
                </a:lnTo>
                <a:lnTo>
                  <a:pt x="55" y="366"/>
                </a:lnTo>
                <a:lnTo>
                  <a:pt x="54" y="366"/>
                </a:lnTo>
                <a:lnTo>
                  <a:pt x="55" y="365"/>
                </a:lnTo>
                <a:lnTo>
                  <a:pt x="54" y="365"/>
                </a:lnTo>
                <a:lnTo>
                  <a:pt x="54" y="364"/>
                </a:lnTo>
                <a:lnTo>
                  <a:pt x="54" y="365"/>
                </a:lnTo>
                <a:lnTo>
                  <a:pt x="53" y="365"/>
                </a:lnTo>
                <a:lnTo>
                  <a:pt x="53" y="363"/>
                </a:lnTo>
                <a:lnTo>
                  <a:pt x="54" y="362"/>
                </a:lnTo>
                <a:lnTo>
                  <a:pt x="53" y="361"/>
                </a:lnTo>
                <a:lnTo>
                  <a:pt x="53" y="359"/>
                </a:lnTo>
                <a:lnTo>
                  <a:pt x="52" y="358"/>
                </a:lnTo>
                <a:lnTo>
                  <a:pt x="51" y="357"/>
                </a:lnTo>
                <a:lnTo>
                  <a:pt x="50" y="356"/>
                </a:lnTo>
                <a:lnTo>
                  <a:pt x="49" y="357"/>
                </a:lnTo>
                <a:lnTo>
                  <a:pt x="48" y="356"/>
                </a:lnTo>
                <a:lnTo>
                  <a:pt x="46" y="355"/>
                </a:lnTo>
                <a:lnTo>
                  <a:pt x="46" y="354"/>
                </a:lnTo>
                <a:lnTo>
                  <a:pt x="46" y="353"/>
                </a:lnTo>
                <a:lnTo>
                  <a:pt x="45" y="353"/>
                </a:lnTo>
                <a:lnTo>
                  <a:pt x="45" y="352"/>
                </a:lnTo>
                <a:lnTo>
                  <a:pt x="45" y="351"/>
                </a:lnTo>
                <a:lnTo>
                  <a:pt x="46" y="351"/>
                </a:lnTo>
                <a:lnTo>
                  <a:pt x="46" y="350"/>
                </a:lnTo>
                <a:lnTo>
                  <a:pt x="47" y="350"/>
                </a:lnTo>
                <a:lnTo>
                  <a:pt x="47" y="351"/>
                </a:lnTo>
                <a:lnTo>
                  <a:pt x="48" y="351"/>
                </a:lnTo>
                <a:lnTo>
                  <a:pt x="49" y="351"/>
                </a:lnTo>
                <a:lnTo>
                  <a:pt x="50" y="351"/>
                </a:lnTo>
                <a:lnTo>
                  <a:pt x="51" y="351"/>
                </a:lnTo>
                <a:lnTo>
                  <a:pt x="52" y="351"/>
                </a:lnTo>
                <a:lnTo>
                  <a:pt x="54" y="350"/>
                </a:lnTo>
                <a:lnTo>
                  <a:pt x="54" y="349"/>
                </a:lnTo>
                <a:lnTo>
                  <a:pt x="53" y="349"/>
                </a:lnTo>
                <a:lnTo>
                  <a:pt x="53" y="348"/>
                </a:lnTo>
                <a:lnTo>
                  <a:pt x="55" y="348"/>
                </a:lnTo>
                <a:lnTo>
                  <a:pt x="55" y="349"/>
                </a:lnTo>
                <a:lnTo>
                  <a:pt x="56" y="349"/>
                </a:lnTo>
                <a:lnTo>
                  <a:pt x="57" y="349"/>
                </a:lnTo>
                <a:lnTo>
                  <a:pt x="56" y="348"/>
                </a:lnTo>
                <a:lnTo>
                  <a:pt x="56" y="347"/>
                </a:lnTo>
                <a:lnTo>
                  <a:pt x="57" y="347"/>
                </a:lnTo>
                <a:lnTo>
                  <a:pt x="58" y="346"/>
                </a:lnTo>
                <a:lnTo>
                  <a:pt x="58" y="345"/>
                </a:lnTo>
                <a:lnTo>
                  <a:pt x="60" y="345"/>
                </a:lnTo>
                <a:lnTo>
                  <a:pt x="61" y="345"/>
                </a:lnTo>
                <a:lnTo>
                  <a:pt x="61" y="344"/>
                </a:lnTo>
                <a:lnTo>
                  <a:pt x="62" y="345"/>
                </a:lnTo>
                <a:lnTo>
                  <a:pt x="63" y="345"/>
                </a:lnTo>
                <a:lnTo>
                  <a:pt x="65" y="345"/>
                </a:lnTo>
                <a:lnTo>
                  <a:pt x="64" y="345"/>
                </a:lnTo>
                <a:lnTo>
                  <a:pt x="64" y="346"/>
                </a:lnTo>
                <a:lnTo>
                  <a:pt x="64" y="347"/>
                </a:lnTo>
                <a:lnTo>
                  <a:pt x="65" y="347"/>
                </a:lnTo>
                <a:lnTo>
                  <a:pt x="65" y="346"/>
                </a:lnTo>
                <a:lnTo>
                  <a:pt x="66" y="346"/>
                </a:lnTo>
                <a:lnTo>
                  <a:pt x="65" y="345"/>
                </a:lnTo>
                <a:lnTo>
                  <a:pt x="65" y="344"/>
                </a:lnTo>
                <a:lnTo>
                  <a:pt x="66" y="343"/>
                </a:lnTo>
                <a:lnTo>
                  <a:pt x="65" y="341"/>
                </a:lnTo>
                <a:lnTo>
                  <a:pt x="64" y="340"/>
                </a:lnTo>
                <a:lnTo>
                  <a:pt x="64" y="339"/>
                </a:lnTo>
                <a:lnTo>
                  <a:pt x="64" y="338"/>
                </a:lnTo>
                <a:lnTo>
                  <a:pt x="65" y="337"/>
                </a:lnTo>
                <a:lnTo>
                  <a:pt x="65" y="336"/>
                </a:lnTo>
                <a:lnTo>
                  <a:pt x="65" y="335"/>
                </a:lnTo>
                <a:lnTo>
                  <a:pt x="65" y="334"/>
                </a:lnTo>
                <a:lnTo>
                  <a:pt x="65" y="333"/>
                </a:lnTo>
                <a:lnTo>
                  <a:pt x="64" y="333"/>
                </a:lnTo>
                <a:lnTo>
                  <a:pt x="63" y="333"/>
                </a:lnTo>
                <a:lnTo>
                  <a:pt x="63" y="332"/>
                </a:lnTo>
                <a:lnTo>
                  <a:pt x="63" y="331"/>
                </a:lnTo>
                <a:lnTo>
                  <a:pt x="62" y="331"/>
                </a:lnTo>
                <a:lnTo>
                  <a:pt x="61" y="331"/>
                </a:lnTo>
                <a:lnTo>
                  <a:pt x="61" y="332"/>
                </a:lnTo>
                <a:lnTo>
                  <a:pt x="60" y="333"/>
                </a:lnTo>
                <a:lnTo>
                  <a:pt x="60" y="334"/>
                </a:lnTo>
                <a:lnTo>
                  <a:pt x="59" y="335"/>
                </a:lnTo>
                <a:lnTo>
                  <a:pt x="58" y="335"/>
                </a:lnTo>
                <a:lnTo>
                  <a:pt x="58" y="333"/>
                </a:lnTo>
                <a:lnTo>
                  <a:pt x="58" y="332"/>
                </a:lnTo>
                <a:lnTo>
                  <a:pt x="59" y="332"/>
                </a:lnTo>
                <a:lnTo>
                  <a:pt x="60" y="331"/>
                </a:lnTo>
                <a:lnTo>
                  <a:pt x="61" y="330"/>
                </a:lnTo>
                <a:lnTo>
                  <a:pt x="63" y="330"/>
                </a:lnTo>
                <a:lnTo>
                  <a:pt x="63" y="329"/>
                </a:lnTo>
                <a:lnTo>
                  <a:pt x="64" y="328"/>
                </a:lnTo>
                <a:lnTo>
                  <a:pt x="65" y="328"/>
                </a:lnTo>
                <a:lnTo>
                  <a:pt x="66" y="328"/>
                </a:lnTo>
                <a:lnTo>
                  <a:pt x="67" y="329"/>
                </a:lnTo>
                <a:lnTo>
                  <a:pt x="67" y="328"/>
                </a:lnTo>
                <a:lnTo>
                  <a:pt x="67" y="327"/>
                </a:lnTo>
                <a:lnTo>
                  <a:pt x="68" y="327"/>
                </a:lnTo>
                <a:lnTo>
                  <a:pt x="68" y="326"/>
                </a:lnTo>
                <a:lnTo>
                  <a:pt x="68" y="327"/>
                </a:lnTo>
                <a:lnTo>
                  <a:pt x="69" y="327"/>
                </a:lnTo>
                <a:lnTo>
                  <a:pt x="69" y="326"/>
                </a:lnTo>
                <a:lnTo>
                  <a:pt x="69" y="325"/>
                </a:lnTo>
                <a:lnTo>
                  <a:pt x="68" y="325"/>
                </a:lnTo>
                <a:lnTo>
                  <a:pt x="68" y="324"/>
                </a:lnTo>
                <a:lnTo>
                  <a:pt x="68" y="323"/>
                </a:lnTo>
                <a:lnTo>
                  <a:pt x="67" y="323"/>
                </a:lnTo>
                <a:lnTo>
                  <a:pt x="66" y="323"/>
                </a:lnTo>
                <a:lnTo>
                  <a:pt x="66" y="322"/>
                </a:lnTo>
                <a:lnTo>
                  <a:pt x="67" y="322"/>
                </a:lnTo>
                <a:lnTo>
                  <a:pt x="67" y="321"/>
                </a:lnTo>
                <a:lnTo>
                  <a:pt x="68" y="321"/>
                </a:lnTo>
                <a:lnTo>
                  <a:pt x="67" y="320"/>
                </a:lnTo>
                <a:lnTo>
                  <a:pt x="67" y="319"/>
                </a:lnTo>
                <a:lnTo>
                  <a:pt x="66" y="317"/>
                </a:lnTo>
                <a:lnTo>
                  <a:pt x="65" y="315"/>
                </a:lnTo>
                <a:lnTo>
                  <a:pt x="65" y="313"/>
                </a:lnTo>
                <a:lnTo>
                  <a:pt x="66" y="313"/>
                </a:lnTo>
                <a:lnTo>
                  <a:pt x="64" y="312"/>
                </a:lnTo>
                <a:lnTo>
                  <a:pt x="63" y="312"/>
                </a:lnTo>
                <a:lnTo>
                  <a:pt x="62" y="313"/>
                </a:lnTo>
                <a:lnTo>
                  <a:pt x="63" y="313"/>
                </a:lnTo>
                <a:lnTo>
                  <a:pt x="63" y="314"/>
                </a:lnTo>
                <a:lnTo>
                  <a:pt x="62" y="314"/>
                </a:lnTo>
                <a:lnTo>
                  <a:pt x="61" y="314"/>
                </a:lnTo>
                <a:lnTo>
                  <a:pt x="61" y="313"/>
                </a:lnTo>
                <a:lnTo>
                  <a:pt x="60" y="313"/>
                </a:lnTo>
                <a:lnTo>
                  <a:pt x="61" y="313"/>
                </a:lnTo>
                <a:lnTo>
                  <a:pt x="62" y="313"/>
                </a:lnTo>
                <a:lnTo>
                  <a:pt x="62" y="312"/>
                </a:lnTo>
                <a:lnTo>
                  <a:pt x="62" y="311"/>
                </a:lnTo>
                <a:lnTo>
                  <a:pt x="61" y="311"/>
                </a:lnTo>
                <a:lnTo>
                  <a:pt x="61" y="312"/>
                </a:lnTo>
                <a:lnTo>
                  <a:pt x="60" y="311"/>
                </a:lnTo>
                <a:lnTo>
                  <a:pt x="60" y="310"/>
                </a:lnTo>
                <a:lnTo>
                  <a:pt x="60" y="308"/>
                </a:lnTo>
                <a:lnTo>
                  <a:pt x="61" y="308"/>
                </a:lnTo>
                <a:lnTo>
                  <a:pt x="61" y="306"/>
                </a:lnTo>
                <a:lnTo>
                  <a:pt x="60" y="306"/>
                </a:lnTo>
                <a:lnTo>
                  <a:pt x="60" y="307"/>
                </a:lnTo>
                <a:lnTo>
                  <a:pt x="59" y="307"/>
                </a:lnTo>
                <a:lnTo>
                  <a:pt x="58" y="307"/>
                </a:lnTo>
                <a:lnTo>
                  <a:pt x="57" y="307"/>
                </a:lnTo>
                <a:lnTo>
                  <a:pt x="56" y="305"/>
                </a:lnTo>
                <a:lnTo>
                  <a:pt x="56" y="304"/>
                </a:lnTo>
                <a:lnTo>
                  <a:pt x="55" y="304"/>
                </a:lnTo>
                <a:lnTo>
                  <a:pt x="55" y="303"/>
                </a:lnTo>
                <a:lnTo>
                  <a:pt x="54" y="303"/>
                </a:lnTo>
                <a:lnTo>
                  <a:pt x="54" y="304"/>
                </a:lnTo>
                <a:lnTo>
                  <a:pt x="54" y="305"/>
                </a:lnTo>
                <a:lnTo>
                  <a:pt x="53" y="305"/>
                </a:lnTo>
                <a:lnTo>
                  <a:pt x="53" y="304"/>
                </a:lnTo>
                <a:lnTo>
                  <a:pt x="53" y="305"/>
                </a:lnTo>
                <a:lnTo>
                  <a:pt x="52" y="305"/>
                </a:lnTo>
                <a:lnTo>
                  <a:pt x="51" y="304"/>
                </a:lnTo>
                <a:lnTo>
                  <a:pt x="49" y="304"/>
                </a:lnTo>
                <a:lnTo>
                  <a:pt x="49" y="305"/>
                </a:lnTo>
                <a:lnTo>
                  <a:pt x="49" y="306"/>
                </a:lnTo>
                <a:lnTo>
                  <a:pt x="48" y="306"/>
                </a:lnTo>
                <a:lnTo>
                  <a:pt x="47" y="306"/>
                </a:lnTo>
                <a:lnTo>
                  <a:pt x="46" y="306"/>
                </a:lnTo>
                <a:lnTo>
                  <a:pt x="45" y="306"/>
                </a:lnTo>
                <a:lnTo>
                  <a:pt x="44" y="306"/>
                </a:lnTo>
                <a:lnTo>
                  <a:pt x="43" y="306"/>
                </a:lnTo>
                <a:lnTo>
                  <a:pt x="43" y="307"/>
                </a:lnTo>
                <a:lnTo>
                  <a:pt x="42" y="307"/>
                </a:lnTo>
                <a:lnTo>
                  <a:pt x="42" y="306"/>
                </a:lnTo>
                <a:lnTo>
                  <a:pt x="41" y="305"/>
                </a:lnTo>
                <a:lnTo>
                  <a:pt x="42" y="305"/>
                </a:lnTo>
                <a:lnTo>
                  <a:pt x="41" y="304"/>
                </a:lnTo>
                <a:lnTo>
                  <a:pt x="40" y="305"/>
                </a:lnTo>
                <a:lnTo>
                  <a:pt x="40" y="306"/>
                </a:lnTo>
                <a:lnTo>
                  <a:pt x="39" y="306"/>
                </a:lnTo>
                <a:lnTo>
                  <a:pt x="39" y="307"/>
                </a:lnTo>
                <a:lnTo>
                  <a:pt x="38" y="308"/>
                </a:lnTo>
                <a:lnTo>
                  <a:pt x="38" y="309"/>
                </a:lnTo>
                <a:lnTo>
                  <a:pt x="37" y="310"/>
                </a:lnTo>
                <a:lnTo>
                  <a:pt x="37" y="311"/>
                </a:lnTo>
                <a:lnTo>
                  <a:pt x="36" y="311"/>
                </a:lnTo>
                <a:lnTo>
                  <a:pt x="35" y="311"/>
                </a:lnTo>
                <a:lnTo>
                  <a:pt x="34" y="312"/>
                </a:lnTo>
                <a:lnTo>
                  <a:pt x="34" y="313"/>
                </a:lnTo>
                <a:lnTo>
                  <a:pt x="33" y="313"/>
                </a:lnTo>
                <a:lnTo>
                  <a:pt x="33" y="312"/>
                </a:lnTo>
                <a:lnTo>
                  <a:pt x="31" y="312"/>
                </a:lnTo>
                <a:lnTo>
                  <a:pt x="30" y="313"/>
                </a:lnTo>
                <a:lnTo>
                  <a:pt x="31" y="313"/>
                </a:lnTo>
                <a:lnTo>
                  <a:pt x="30" y="313"/>
                </a:lnTo>
                <a:lnTo>
                  <a:pt x="28" y="313"/>
                </a:lnTo>
                <a:lnTo>
                  <a:pt x="28" y="312"/>
                </a:lnTo>
                <a:lnTo>
                  <a:pt x="28" y="310"/>
                </a:lnTo>
                <a:lnTo>
                  <a:pt x="29" y="310"/>
                </a:lnTo>
                <a:lnTo>
                  <a:pt x="29" y="309"/>
                </a:lnTo>
                <a:lnTo>
                  <a:pt x="30" y="309"/>
                </a:lnTo>
                <a:lnTo>
                  <a:pt x="30" y="308"/>
                </a:lnTo>
                <a:lnTo>
                  <a:pt x="31" y="308"/>
                </a:lnTo>
                <a:lnTo>
                  <a:pt x="31" y="307"/>
                </a:lnTo>
                <a:lnTo>
                  <a:pt x="30" y="307"/>
                </a:lnTo>
                <a:lnTo>
                  <a:pt x="29" y="307"/>
                </a:lnTo>
                <a:lnTo>
                  <a:pt x="27" y="308"/>
                </a:lnTo>
                <a:lnTo>
                  <a:pt x="26" y="308"/>
                </a:lnTo>
                <a:lnTo>
                  <a:pt x="24" y="309"/>
                </a:lnTo>
                <a:lnTo>
                  <a:pt x="23" y="310"/>
                </a:lnTo>
                <a:lnTo>
                  <a:pt x="22" y="310"/>
                </a:lnTo>
                <a:lnTo>
                  <a:pt x="22" y="309"/>
                </a:lnTo>
                <a:lnTo>
                  <a:pt x="21" y="309"/>
                </a:lnTo>
                <a:lnTo>
                  <a:pt x="20" y="311"/>
                </a:lnTo>
                <a:lnTo>
                  <a:pt x="19" y="312"/>
                </a:lnTo>
                <a:lnTo>
                  <a:pt x="18" y="312"/>
                </a:lnTo>
                <a:lnTo>
                  <a:pt x="17" y="313"/>
                </a:lnTo>
                <a:lnTo>
                  <a:pt x="16" y="314"/>
                </a:lnTo>
                <a:lnTo>
                  <a:pt x="16" y="315"/>
                </a:lnTo>
                <a:lnTo>
                  <a:pt x="15" y="315"/>
                </a:lnTo>
                <a:lnTo>
                  <a:pt x="14" y="315"/>
                </a:lnTo>
                <a:lnTo>
                  <a:pt x="13" y="315"/>
                </a:lnTo>
                <a:lnTo>
                  <a:pt x="13" y="316"/>
                </a:lnTo>
                <a:lnTo>
                  <a:pt x="14" y="316"/>
                </a:lnTo>
                <a:lnTo>
                  <a:pt x="15" y="319"/>
                </a:lnTo>
                <a:lnTo>
                  <a:pt x="14" y="319"/>
                </a:lnTo>
                <a:lnTo>
                  <a:pt x="12" y="320"/>
                </a:lnTo>
                <a:lnTo>
                  <a:pt x="11" y="320"/>
                </a:lnTo>
                <a:lnTo>
                  <a:pt x="12" y="319"/>
                </a:lnTo>
                <a:lnTo>
                  <a:pt x="12" y="317"/>
                </a:lnTo>
                <a:lnTo>
                  <a:pt x="11" y="317"/>
                </a:lnTo>
                <a:lnTo>
                  <a:pt x="11" y="319"/>
                </a:lnTo>
                <a:lnTo>
                  <a:pt x="10" y="319"/>
                </a:lnTo>
                <a:lnTo>
                  <a:pt x="9" y="320"/>
                </a:lnTo>
                <a:lnTo>
                  <a:pt x="8" y="321"/>
                </a:lnTo>
                <a:lnTo>
                  <a:pt x="7" y="321"/>
                </a:lnTo>
                <a:lnTo>
                  <a:pt x="7" y="320"/>
                </a:lnTo>
                <a:lnTo>
                  <a:pt x="8" y="320"/>
                </a:lnTo>
                <a:lnTo>
                  <a:pt x="8" y="319"/>
                </a:lnTo>
                <a:lnTo>
                  <a:pt x="7" y="317"/>
                </a:lnTo>
                <a:lnTo>
                  <a:pt x="6" y="316"/>
                </a:lnTo>
                <a:lnTo>
                  <a:pt x="5" y="316"/>
                </a:lnTo>
                <a:lnTo>
                  <a:pt x="5" y="315"/>
                </a:lnTo>
                <a:lnTo>
                  <a:pt x="5" y="314"/>
                </a:lnTo>
                <a:lnTo>
                  <a:pt x="5" y="313"/>
                </a:lnTo>
                <a:lnTo>
                  <a:pt x="4" y="313"/>
                </a:lnTo>
                <a:lnTo>
                  <a:pt x="4" y="314"/>
                </a:lnTo>
                <a:lnTo>
                  <a:pt x="3" y="314"/>
                </a:lnTo>
                <a:lnTo>
                  <a:pt x="2" y="313"/>
                </a:lnTo>
                <a:lnTo>
                  <a:pt x="1" y="312"/>
                </a:lnTo>
                <a:lnTo>
                  <a:pt x="0" y="311"/>
                </a:lnTo>
                <a:lnTo>
                  <a:pt x="2" y="310"/>
                </a:lnTo>
                <a:lnTo>
                  <a:pt x="2" y="311"/>
                </a:lnTo>
                <a:lnTo>
                  <a:pt x="3" y="311"/>
                </a:lnTo>
                <a:lnTo>
                  <a:pt x="4" y="310"/>
                </a:lnTo>
                <a:lnTo>
                  <a:pt x="5" y="310"/>
                </a:lnTo>
                <a:lnTo>
                  <a:pt x="6" y="309"/>
                </a:lnTo>
                <a:lnTo>
                  <a:pt x="6" y="308"/>
                </a:lnTo>
                <a:lnTo>
                  <a:pt x="7" y="308"/>
                </a:lnTo>
                <a:lnTo>
                  <a:pt x="8" y="308"/>
                </a:lnTo>
                <a:lnTo>
                  <a:pt x="8" y="309"/>
                </a:lnTo>
                <a:lnTo>
                  <a:pt x="9" y="308"/>
                </a:lnTo>
                <a:lnTo>
                  <a:pt x="9" y="307"/>
                </a:lnTo>
                <a:lnTo>
                  <a:pt x="9" y="306"/>
                </a:lnTo>
                <a:lnTo>
                  <a:pt x="10" y="306"/>
                </a:lnTo>
                <a:lnTo>
                  <a:pt x="11" y="304"/>
                </a:lnTo>
                <a:lnTo>
                  <a:pt x="12" y="304"/>
                </a:lnTo>
                <a:lnTo>
                  <a:pt x="12" y="303"/>
                </a:lnTo>
                <a:lnTo>
                  <a:pt x="12" y="301"/>
                </a:lnTo>
                <a:lnTo>
                  <a:pt x="12" y="300"/>
                </a:lnTo>
                <a:lnTo>
                  <a:pt x="12" y="299"/>
                </a:lnTo>
                <a:lnTo>
                  <a:pt x="11" y="299"/>
                </a:lnTo>
                <a:lnTo>
                  <a:pt x="10" y="299"/>
                </a:lnTo>
                <a:lnTo>
                  <a:pt x="10" y="298"/>
                </a:lnTo>
                <a:lnTo>
                  <a:pt x="12" y="297"/>
                </a:lnTo>
                <a:lnTo>
                  <a:pt x="13" y="297"/>
                </a:lnTo>
                <a:lnTo>
                  <a:pt x="14" y="297"/>
                </a:lnTo>
                <a:lnTo>
                  <a:pt x="14" y="296"/>
                </a:lnTo>
                <a:lnTo>
                  <a:pt x="15" y="296"/>
                </a:lnTo>
                <a:lnTo>
                  <a:pt x="16" y="295"/>
                </a:lnTo>
                <a:lnTo>
                  <a:pt x="16" y="294"/>
                </a:lnTo>
                <a:lnTo>
                  <a:pt x="17" y="294"/>
                </a:lnTo>
                <a:lnTo>
                  <a:pt x="17" y="293"/>
                </a:lnTo>
                <a:lnTo>
                  <a:pt x="17" y="292"/>
                </a:lnTo>
                <a:lnTo>
                  <a:pt x="18" y="292"/>
                </a:lnTo>
                <a:lnTo>
                  <a:pt x="19" y="292"/>
                </a:lnTo>
                <a:lnTo>
                  <a:pt x="21" y="291"/>
                </a:lnTo>
                <a:lnTo>
                  <a:pt x="22" y="291"/>
                </a:lnTo>
                <a:lnTo>
                  <a:pt x="23" y="291"/>
                </a:lnTo>
                <a:lnTo>
                  <a:pt x="23" y="290"/>
                </a:lnTo>
                <a:lnTo>
                  <a:pt x="24" y="289"/>
                </a:lnTo>
                <a:lnTo>
                  <a:pt x="24" y="288"/>
                </a:lnTo>
                <a:lnTo>
                  <a:pt x="23" y="288"/>
                </a:lnTo>
                <a:lnTo>
                  <a:pt x="23" y="286"/>
                </a:lnTo>
                <a:lnTo>
                  <a:pt x="23" y="285"/>
                </a:lnTo>
                <a:lnTo>
                  <a:pt x="24" y="286"/>
                </a:lnTo>
                <a:lnTo>
                  <a:pt x="25" y="287"/>
                </a:lnTo>
                <a:lnTo>
                  <a:pt x="25" y="286"/>
                </a:lnTo>
                <a:lnTo>
                  <a:pt x="26" y="285"/>
                </a:lnTo>
                <a:lnTo>
                  <a:pt x="26" y="286"/>
                </a:lnTo>
                <a:lnTo>
                  <a:pt x="27" y="286"/>
                </a:lnTo>
                <a:lnTo>
                  <a:pt x="27" y="285"/>
                </a:lnTo>
                <a:lnTo>
                  <a:pt x="28" y="285"/>
                </a:lnTo>
                <a:lnTo>
                  <a:pt x="28" y="284"/>
                </a:lnTo>
                <a:lnTo>
                  <a:pt x="28" y="283"/>
                </a:lnTo>
                <a:lnTo>
                  <a:pt x="28" y="284"/>
                </a:lnTo>
                <a:lnTo>
                  <a:pt x="29" y="284"/>
                </a:lnTo>
                <a:lnTo>
                  <a:pt x="29" y="283"/>
                </a:lnTo>
                <a:lnTo>
                  <a:pt x="29" y="282"/>
                </a:lnTo>
                <a:lnTo>
                  <a:pt x="29" y="281"/>
                </a:lnTo>
                <a:lnTo>
                  <a:pt x="30" y="280"/>
                </a:lnTo>
                <a:lnTo>
                  <a:pt x="29" y="280"/>
                </a:lnTo>
                <a:lnTo>
                  <a:pt x="29" y="279"/>
                </a:lnTo>
                <a:lnTo>
                  <a:pt x="30" y="279"/>
                </a:lnTo>
                <a:lnTo>
                  <a:pt x="30" y="278"/>
                </a:lnTo>
                <a:lnTo>
                  <a:pt x="31" y="277"/>
                </a:lnTo>
                <a:lnTo>
                  <a:pt x="32" y="277"/>
                </a:lnTo>
                <a:lnTo>
                  <a:pt x="31" y="276"/>
                </a:lnTo>
                <a:lnTo>
                  <a:pt x="30" y="277"/>
                </a:lnTo>
                <a:lnTo>
                  <a:pt x="30" y="278"/>
                </a:lnTo>
                <a:lnTo>
                  <a:pt x="29" y="278"/>
                </a:lnTo>
                <a:lnTo>
                  <a:pt x="28" y="278"/>
                </a:lnTo>
                <a:lnTo>
                  <a:pt x="28" y="277"/>
                </a:lnTo>
                <a:lnTo>
                  <a:pt x="29" y="277"/>
                </a:lnTo>
                <a:lnTo>
                  <a:pt x="29" y="276"/>
                </a:lnTo>
                <a:lnTo>
                  <a:pt x="30" y="276"/>
                </a:lnTo>
                <a:lnTo>
                  <a:pt x="30" y="275"/>
                </a:lnTo>
                <a:lnTo>
                  <a:pt x="31" y="275"/>
                </a:lnTo>
                <a:lnTo>
                  <a:pt x="31" y="274"/>
                </a:lnTo>
                <a:lnTo>
                  <a:pt x="32" y="274"/>
                </a:lnTo>
                <a:lnTo>
                  <a:pt x="33" y="274"/>
                </a:lnTo>
                <a:lnTo>
                  <a:pt x="33" y="275"/>
                </a:lnTo>
                <a:lnTo>
                  <a:pt x="33" y="276"/>
                </a:lnTo>
                <a:lnTo>
                  <a:pt x="33" y="277"/>
                </a:lnTo>
                <a:lnTo>
                  <a:pt x="32" y="277"/>
                </a:lnTo>
                <a:lnTo>
                  <a:pt x="33" y="278"/>
                </a:lnTo>
                <a:lnTo>
                  <a:pt x="33" y="277"/>
                </a:lnTo>
                <a:lnTo>
                  <a:pt x="34" y="277"/>
                </a:lnTo>
                <a:lnTo>
                  <a:pt x="35" y="276"/>
                </a:lnTo>
                <a:lnTo>
                  <a:pt x="35" y="275"/>
                </a:lnTo>
                <a:lnTo>
                  <a:pt x="36" y="275"/>
                </a:lnTo>
                <a:lnTo>
                  <a:pt x="37" y="274"/>
                </a:lnTo>
                <a:lnTo>
                  <a:pt x="37" y="273"/>
                </a:lnTo>
                <a:lnTo>
                  <a:pt x="38" y="273"/>
                </a:lnTo>
                <a:lnTo>
                  <a:pt x="38" y="274"/>
                </a:lnTo>
                <a:lnTo>
                  <a:pt x="39" y="275"/>
                </a:lnTo>
                <a:lnTo>
                  <a:pt x="41" y="275"/>
                </a:lnTo>
                <a:lnTo>
                  <a:pt x="41" y="276"/>
                </a:lnTo>
                <a:lnTo>
                  <a:pt x="41" y="277"/>
                </a:lnTo>
                <a:lnTo>
                  <a:pt x="42" y="277"/>
                </a:lnTo>
                <a:lnTo>
                  <a:pt x="42" y="276"/>
                </a:lnTo>
                <a:lnTo>
                  <a:pt x="43" y="276"/>
                </a:lnTo>
                <a:lnTo>
                  <a:pt x="44" y="277"/>
                </a:lnTo>
                <a:lnTo>
                  <a:pt x="45" y="277"/>
                </a:lnTo>
                <a:lnTo>
                  <a:pt x="45" y="276"/>
                </a:lnTo>
                <a:lnTo>
                  <a:pt x="46" y="275"/>
                </a:lnTo>
                <a:lnTo>
                  <a:pt x="46" y="274"/>
                </a:lnTo>
                <a:lnTo>
                  <a:pt x="46" y="273"/>
                </a:lnTo>
                <a:lnTo>
                  <a:pt x="46" y="272"/>
                </a:lnTo>
                <a:lnTo>
                  <a:pt x="45" y="271"/>
                </a:lnTo>
                <a:lnTo>
                  <a:pt x="46" y="271"/>
                </a:lnTo>
                <a:lnTo>
                  <a:pt x="47" y="271"/>
                </a:lnTo>
                <a:lnTo>
                  <a:pt x="47" y="270"/>
                </a:lnTo>
                <a:lnTo>
                  <a:pt x="48" y="269"/>
                </a:lnTo>
                <a:lnTo>
                  <a:pt x="49" y="269"/>
                </a:lnTo>
                <a:lnTo>
                  <a:pt x="50" y="267"/>
                </a:lnTo>
                <a:lnTo>
                  <a:pt x="51" y="267"/>
                </a:lnTo>
                <a:lnTo>
                  <a:pt x="52" y="266"/>
                </a:lnTo>
                <a:lnTo>
                  <a:pt x="52" y="265"/>
                </a:lnTo>
                <a:lnTo>
                  <a:pt x="53" y="265"/>
                </a:lnTo>
                <a:lnTo>
                  <a:pt x="54" y="265"/>
                </a:lnTo>
                <a:lnTo>
                  <a:pt x="55" y="264"/>
                </a:lnTo>
                <a:lnTo>
                  <a:pt x="56" y="263"/>
                </a:lnTo>
                <a:lnTo>
                  <a:pt x="57" y="263"/>
                </a:lnTo>
                <a:lnTo>
                  <a:pt x="57" y="264"/>
                </a:lnTo>
                <a:lnTo>
                  <a:pt x="58" y="264"/>
                </a:lnTo>
                <a:lnTo>
                  <a:pt x="58" y="263"/>
                </a:lnTo>
                <a:lnTo>
                  <a:pt x="58" y="262"/>
                </a:lnTo>
                <a:lnTo>
                  <a:pt x="59" y="262"/>
                </a:lnTo>
                <a:lnTo>
                  <a:pt x="60" y="262"/>
                </a:lnTo>
                <a:lnTo>
                  <a:pt x="60" y="261"/>
                </a:lnTo>
                <a:lnTo>
                  <a:pt x="59" y="260"/>
                </a:lnTo>
                <a:lnTo>
                  <a:pt x="60" y="258"/>
                </a:lnTo>
                <a:lnTo>
                  <a:pt x="61" y="258"/>
                </a:lnTo>
                <a:lnTo>
                  <a:pt x="61" y="256"/>
                </a:lnTo>
                <a:lnTo>
                  <a:pt x="61" y="255"/>
                </a:lnTo>
                <a:lnTo>
                  <a:pt x="61" y="254"/>
                </a:lnTo>
                <a:lnTo>
                  <a:pt x="60" y="253"/>
                </a:lnTo>
                <a:lnTo>
                  <a:pt x="60" y="252"/>
                </a:lnTo>
                <a:lnTo>
                  <a:pt x="60" y="251"/>
                </a:lnTo>
                <a:lnTo>
                  <a:pt x="61" y="250"/>
                </a:lnTo>
                <a:lnTo>
                  <a:pt x="60" y="249"/>
                </a:lnTo>
                <a:lnTo>
                  <a:pt x="59" y="249"/>
                </a:lnTo>
                <a:lnTo>
                  <a:pt x="59" y="248"/>
                </a:lnTo>
                <a:lnTo>
                  <a:pt x="58" y="248"/>
                </a:lnTo>
                <a:lnTo>
                  <a:pt x="57" y="248"/>
                </a:lnTo>
                <a:lnTo>
                  <a:pt x="56" y="247"/>
                </a:lnTo>
                <a:lnTo>
                  <a:pt x="56" y="246"/>
                </a:lnTo>
                <a:lnTo>
                  <a:pt x="55" y="246"/>
                </a:lnTo>
                <a:lnTo>
                  <a:pt x="54" y="246"/>
                </a:lnTo>
                <a:lnTo>
                  <a:pt x="53" y="246"/>
                </a:lnTo>
                <a:lnTo>
                  <a:pt x="52" y="246"/>
                </a:lnTo>
                <a:lnTo>
                  <a:pt x="51" y="245"/>
                </a:lnTo>
                <a:lnTo>
                  <a:pt x="52" y="245"/>
                </a:lnTo>
                <a:lnTo>
                  <a:pt x="53" y="245"/>
                </a:lnTo>
                <a:lnTo>
                  <a:pt x="53" y="244"/>
                </a:lnTo>
                <a:lnTo>
                  <a:pt x="52" y="244"/>
                </a:lnTo>
                <a:lnTo>
                  <a:pt x="51" y="243"/>
                </a:lnTo>
                <a:lnTo>
                  <a:pt x="50" y="241"/>
                </a:lnTo>
                <a:lnTo>
                  <a:pt x="49" y="241"/>
                </a:lnTo>
                <a:lnTo>
                  <a:pt x="48" y="240"/>
                </a:lnTo>
                <a:lnTo>
                  <a:pt x="49" y="239"/>
                </a:lnTo>
                <a:lnTo>
                  <a:pt x="49" y="238"/>
                </a:lnTo>
                <a:lnTo>
                  <a:pt x="50" y="237"/>
                </a:lnTo>
                <a:lnTo>
                  <a:pt x="50" y="236"/>
                </a:lnTo>
                <a:lnTo>
                  <a:pt x="49" y="236"/>
                </a:lnTo>
                <a:lnTo>
                  <a:pt x="49" y="235"/>
                </a:lnTo>
                <a:lnTo>
                  <a:pt x="50" y="234"/>
                </a:lnTo>
                <a:lnTo>
                  <a:pt x="50" y="233"/>
                </a:lnTo>
                <a:lnTo>
                  <a:pt x="49" y="233"/>
                </a:lnTo>
                <a:lnTo>
                  <a:pt x="48" y="232"/>
                </a:lnTo>
                <a:lnTo>
                  <a:pt x="48" y="231"/>
                </a:lnTo>
                <a:lnTo>
                  <a:pt x="49" y="231"/>
                </a:lnTo>
                <a:lnTo>
                  <a:pt x="48" y="231"/>
                </a:lnTo>
                <a:lnTo>
                  <a:pt x="48" y="230"/>
                </a:lnTo>
                <a:lnTo>
                  <a:pt x="47" y="230"/>
                </a:lnTo>
                <a:lnTo>
                  <a:pt x="47" y="229"/>
                </a:lnTo>
                <a:lnTo>
                  <a:pt x="47" y="228"/>
                </a:lnTo>
                <a:lnTo>
                  <a:pt x="47" y="226"/>
                </a:lnTo>
                <a:lnTo>
                  <a:pt x="47" y="224"/>
                </a:lnTo>
                <a:lnTo>
                  <a:pt x="46" y="223"/>
                </a:lnTo>
                <a:lnTo>
                  <a:pt x="46" y="222"/>
                </a:lnTo>
                <a:lnTo>
                  <a:pt x="46" y="221"/>
                </a:lnTo>
                <a:lnTo>
                  <a:pt x="47" y="221"/>
                </a:lnTo>
                <a:lnTo>
                  <a:pt x="47" y="220"/>
                </a:lnTo>
                <a:lnTo>
                  <a:pt x="47" y="221"/>
                </a:lnTo>
                <a:lnTo>
                  <a:pt x="48" y="221"/>
                </a:lnTo>
                <a:lnTo>
                  <a:pt x="48" y="220"/>
                </a:lnTo>
                <a:lnTo>
                  <a:pt x="48" y="219"/>
                </a:lnTo>
                <a:lnTo>
                  <a:pt x="47" y="219"/>
                </a:lnTo>
                <a:lnTo>
                  <a:pt x="47" y="218"/>
                </a:lnTo>
                <a:lnTo>
                  <a:pt x="48" y="218"/>
                </a:lnTo>
                <a:lnTo>
                  <a:pt x="49" y="218"/>
                </a:lnTo>
                <a:lnTo>
                  <a:pt x="49" y="217"/>
                </a:lnTo>
                <a:lnTo>
                  <a:pt x="50" y="217"/>
                </a:lnTo>
                <a:lnTo>
                  <a:pt x="51" y="217"/>
                </a:lnTo>
                <a:lnTo>
                  <a:pt x="51" y="216"/>
                </a:lnTo>
                <a:lnTo>
                  <a:pt x="52" y="216"/>
                </a:lnTo>
                <a:lnTo>
                  <a:pt x="52" y="215"/>
                </a:lnTo>
                <a:lnTo>
                  <a:pt x="53" y="215"/>
                </a:lnTo>
                <a:lnTo>
                  <a:pt x="53" y="214"/>
                </a:lnTo>
                <a:lnTo>
                  <a:pt x="52" y="214"/>
                </a:lnTo>
                <a:lnTo>
                  <a:pt x="52" y="213"/>
                </a:lnTo>
                <a:lnTo>
                  <a:pt x="51" y="212"/>
                </a:lnTo>
                <a:lnTo>
                  <a:pt x="50" y="212"/>
                </a:lnTo>
                <a:lnTo>
                  <a:pt x="50" y="211"/>
                </a:lnTo>
                <a:lnTo>
                  <a:pt x="49" y="211"/>
                </a:lnTo>
                <a:lnTo>
                  <a:pt x="48" y="212"/>
                </a:lnTo>
                <a:lnTo>
                  <a:pt x="48" y="213"/>
                </a:lnTo>
                <a:lnTo>
                  <a:pt x="47" y="213"/>
                </a:lnTo>
                <a:lnTo>
                  <a:pt x="46" y="214"/>
                </a:lnTo>
                <a:lnTo>
                  <a:pt x="46" y="215"/>
                </a:lnTo>
                <a:lnTo>
                  <a:pt x="45" y="215"/>
                </a:lnTo>
                <a:lnTo>
                  <a:pt x="45" y="214"/>
                </a:lnTo>
                <a:lnTo>
                  <a:pt x="46" y="213"/>
                </a:lnTo>
                <a:lnTo>
                  <a:pt x="46" y="212"/>
                </a:lnTo>
                <a:lnTo>
                  <a:pt x="46" y="211"/>
                </a:lnTo>
                <a:lnTo>
                  <a:pt x="46" y="210"/>
                </a:lnTo>
                <a:lnTo>
                  <a:pt x="46" y="209"/>
                </a:lnTo>
                <a:lnTo>
                  <a:pt x="47" y="209"/>
                </a:lnTo>
                <a:lnTo>
                  <a:pt x="47" y="208"/>
                </a:lnTo>
                <a:lnTo>
                  <a:pt x="47" y="207"/>
                </a:lnTo>
                <a:lnTo>
                  <a:pt x="48" y="206"/>
                </a:lnTo>
                <a:lnTo>
                  <a:pt x="48" y="204"/>
                </a:lnTo>
                <a:lnTo>
                  <a:pt x="49" y="204"/>
                </a:lnTo>
                <a:lnTo>
                  <a:pt x="49" y="203"/>
                </a:lnTo>
                <a:lnTo>
                  <a:pt x="49" y="202"/>
                </a:lnTo>
                <a:lnTo>
                  <a:pt x="49" y="201"/>
                </a:lnTo>
                <a:lnTo>
                  <a:pt x="50" y="201"/>
                </a:lnTo>
                <a:lnTo>
                  <a:pt x="50" y="200"/>
                </a:lnTo>
                <a:lnTo>
                  <a:pt x="50" y="199"/>
                </a:lnTo>
                <a:lnTo>
                  <a:pt x="49" y="199"/>
                </a:lnTo>
                <a:lnTo>
                  <a:pt x="49" y="197"/>
                </a:lnTo>
                <a:lnTo>
                  <a:pt x="50" y="196"/>
                </a:lnTo>
                <a:lnTo>
                  <a:pt x="51" y="195"/>
                </a:lnTo>
                <a:lnTo>
                  <a:pt x="51" y="194"/>
                </a:lnTo>
                <a:lnTo>
                  <a:pt x="51" y="193"/>
                </a:lnTo>
                <a:lnTo>
                  <a:pt x="52" y="192"/>
                </a:lnTo>
                <a:lnTo>
                  <a:pt x="52" y="191"/>
                </a:lnTo>
                <a:lnTo>
                  <a:pt x="53" y="191"/>
                </a:lnTo>
                <a:lnTo>
                  <a:pt x="54" y="190"/>
                </a:lnTo>
                <a:lnTo>
                  <a:pt x="55" y="190"/>
                </a:lnTo>
                <a:lnTo>
                  <a:pt x="54" y="190"/>
                </a:lnTo>
                <a:lnTo>
                  <a:pt x="53" y="190"/>
                </a:lnTo>
                <a:lnTo>
                  <a:pt x="53" y="189"/>
                </a:lnTo>
                <a:lnTo>
                  <a:pt x="52" y="189"/>
                </a:lnTo>
                <a:lnTo>
                  <a:pt x="52" y="190"/>
                </a:lnTo>
                <a:lnTo>
                  <a:pt x="51" y="190"/>
                </a:lnTo>
                <a:lnTo>
                  <a:pt x="51" y="191"/>
                </a:lnTo>
                <a:lnTo>
                  <a:pt x="51" y="190"/>
                </a:lnTo>
                <a:lnTo>
                  <a:pt x="50" y="191"/>
                </a:lnTo>
                <a:lnTo>
                  <a:pt x="50" y="190"/>
                </a:lnTo>
                <a:lnTo>
                  <a:pt x="51" y="190"/>
                </a:lnTo>
                <a:lnTo>
                  <a:pt x="51" y="189"/>
                </a:lnTo>
                <a:lnTo>
                  <a:pt x="51" y="188"/>
                </a:lnTo>
                <a:lnTo>
                  <a:pt x="50" y="188"/>
                </a:lnTo>
                <a:lnTo>
                  <a:pt x="50" y="187"/>
                </a:lnTo>
                <a:lnTo>
                  <a:pt x="49" y="187"/>
                </a:lnTo>
                <a:lnTo>
                  <a:pt x="49" y="188"/>
                </a:lnTo>
                <a:lnTo>
                  <a:pt x="48" y="188"/>
                </a:lnTo>
                <a:lnTo>
                  <a:pt x="47" y="189"/>
                </a:lnTo>
                <a:lnTo>
                  <a:pt x="46" y="189"/>
                </a:lnTo>
                <a:lnTo>
                  <a:pt x="46" y="190"/>
                </a:lnTo>
                <a:lnTo>
                  <a:pt x="46" y="189"/>
                </a:lnTo>
                <a:lnTo>
                  <a:pt x="45" y="189"/>
                </a:lnTo>
                <a:lnTo>
                  <a:pt x="45" y="188"/>
                </a:lnTo>
                <a:lnTo>
                  <a:pt x="46" y="188"/>
                </a:lnTo>
                <a:lnTo>
                  <a:pt x="45" y="187"/>
                </a:lnTo>
                <a:lnTo>
                  <a:pt x="44" y="187"/>
                </a:lnTo>
                <a:lnTo>
                  <a:pt x="45" y="187"/>
                </a:lnTo>
                <a:lnTo>
                  <a:pt x="45" y="186"/>
                </a:lnTo>
                <a:lnTo>
                  <a:pt x="44" y="186"/>
                </a:lnTo>
                <a:lnTo>
                  <a:pt x="43" y="186"/>
                </a:lnTo>
                <a:lnTo>
                  <a:pt x="43" y="185"/>
                </a:lnTo>
                <a:lnTo>
                  <a:pt x="43" y="184"/>
                </a:lnTo>
                <a:lnTo>
                  <a:pt x="43" y="183"/>
                </a:lnTo>
                <a:lnTo>
                  <a:pt x="43" y="182"/>
                </a:lnTo>
                <a:lnTo>
                  <a:pt x="44" y="182"/>
                </a:lnTo>
                <a:lnTo>
                  <a:pt x="44" y="181"/>
                </a:lnTo>
                <a:lnTo>
                  <a:pt x="45" y="180"/>
                </a:lnTo>
                <a:lnTo>
                  <a:pt x="45" y="179"/>
                </a:lnTo>
                <a:lnTo>
                  <a:pt x="44" y="179"/>
                </a:lnTo>
                <a:lnTo>
                  <a:pt x="43" y="179"/>
                </a:lnTo>
                <a:lnTo>
                  <a:pt x="44" y="179"/>
                </a:lnTo>
                <a:lnTo>
                  <a:pt x="44" y="178"/>
                </a:lnTo>
                <a:lnTo>
                  <a:pt x="43" y="178"/>
                </a:lnTo>
                <a:lnTo>
                  <a:pt x="42" y="177"/>
                </a:lnTo>
                <a:lnTo>
                  <a:pt x="42" y="176"/>
                </a:lnTo>
                <a:lnTo>
                  <a:pt x="42" y="174"/>
                </a:lnTo>
                <a:lnTo>
                  <a:pt x="42" y="172"/>
                </a:lnTo>
                <a:lnTo>
                  <a:pt x="42" y="171"/>
                </a:lnTo>
                <a:lnTo>
                  <a:pt x="42" y="170"/>
                </a:lnTo>
                <a:lnTo>
                  <a:pt x="43" y="168"/>
                </a:lnTo>
                <a:lnTo>
                  <a:pt x="43" y="167"/>
                </a:lnTo>
                <a:lnTo>
                  <a:pt x="43" y="166"/>
                </a:lnTo>
                <a:lnTo>
                  <a:pt x="43" y="165"/>
                </a:lnTo>
                <a:lnTo>
                  <a:pt x="44" y="165"/>
                </a:lnTo>
                <a:lnTo>
                  <a:pt x="44" y="164"/>
                </a:lnTo>
                <a:lnTo>
                  <a:pt x="43" y="164"/>
                </a:lnTo>
                <a:lnTo>
                  <a:pt x="43" y="162"/>
                </a:lnTo>
                <a:lnTo>
                  <a:pt x="44" y="162"/>
                </a:lnTo>
                <a:lnTo>
                  <a:pt x="45" y="162"/>
                </a:lnTo>
                <a:lnTo>
                  <a:pt x="45" y="161"/>
                </a:lnTo>
                <a:lnTo>
                  <a:pt x="45" y="160"/>
                </a:lnTo>
                <a:lnTo>
                  <a:pt x="45" y="159"/>
                </a:lnTo>
                <a:lnTo>
                  <a:pt x="46" y="159"/>
                </a:lnTo>
                <a:lnTo>
                  <a:pt x="46" y="158"/>
                </a:lnTo>
                <a:lnTo>
                  <a:pt x="47" y="158"/>
                </a:lnTo>
                <a:lnTo>
                  <a:pt x="48" y="158"/>
                </a:lnTo>
                <a:lnTo>
                  <a:pt x="47" y="157"/>
                </a:lnTo>
                <a:lnTo>
                  <a:pt x="46" y="156"/>
                </a:lnTo>
                <a:lnTo>
                  <a:pt x="46" y="155"/>
                </a:lnTo>
                <a:lnTo>
                  <a:pt x="46" y="154"/>
                </a:lnTo>
                <a:lnTo>
                  <a:pt x="46" y="153"/>
                </a:lnTo>
                <a:lnTo>
                  <a:pt x="45" y="153"/>
                </a:lnTo>
                <a:lnTo>
                  <a:pt x="44" y="153"/>
                </a:lnTo>
                <a:lnTo>
                  <a:pt x="44" y="154"/>
                </a:lnTo>
                <a:lnTo>
                  <a:pt x="44" y="155"/>
                </a:lnTo>
                <a:lnTo>
                  <a:pt x="43" y="155"/>
                </a:lnTo>
                <a:lnTo>
                  <a:pt x="42" y="155"/>
                </a:lnTo>
                <a:lnTo>
                  <a:pt x="41" y="155"/>
                </a:lnTo>
                <a:lnTo>
                  <a:pt x="40" y="154"/>
                </a:lnTo>
                <a:lnTo>
                  <a:pt x="39" y="154"/>
                </a:lnTo>
                <a:lnTo>
                  <a:pt x="39" y="155"/>
                </a:lnTo>
                <a:lnTo>
                  <a:pt x="38" y="155"/>
                </a:lnTo>
                <a:lnTo>
                  <a:pt x="37" y="156"/>
                </a:lnTo>
                <a:lnTo>
                  <a:pt x="36" y="156"/>
                </a:lnTo>
                <a:lnTo>
                  <a:pt x="36" y="155"/>
                </a:lnTo>
                <a:lnTo>
                  <a:pt x="35" y="155"/>
                </a:lnTo>
                <a:lnTo>
                  <a:pt x="35" y="154"/>
                </a:lnTo>
                <a:lnTo>
                  <a:pt x="36" y="153"/>
                </a:lnTo>
                <a:lnTo>
                  <a:pt x="36" y="152"/>
                </a:lnTo>
                <a:lnTo>
                  <a:pt x="37" y="152"/>
                </a:lnTo>
                <a:lnTo>
                  <a:pt x="38" y="151"/>
                </a:lnTo>
                <a:lnTo>
                  <a:pt x="39" y="151"/>
                </a:lnTo>
                <a:lnTo>
                  <a:pt x="40" y="151"/>
                </a:lnTo>
                <a:lnTo>
                  <a:pt x="41" y="150"/>
                </a:lnTo>
                <a:lnTo>
                  <a:pt x="42" y="150"/>
                </a:lnTo>
                <a:lnTo>
                  <a:pt x="42" y="149"/>
                </a:lnTo>
                <a:lnTo>
                  <a:pt x="43" y="149"/>
                </a:lnTo>
                <a:lnTo>
                  <a:pt x="43" y="148"/>
                </a:lnTo>
                <a:lnTo>
                  <a:pt x="42" y="148"/>
                </a:lnTo>
                <a:lnTo>
                  <a:pt x="42" y="147"/>
                </a:lnTo>
                <a:lnTo>
                  <a:pt x="41" y="147"/>
                </a:lnTo>
                <a:lnTo>
                  <a:pt x="41" y="146"/>
                </a:lnTo>
                <a:lnTo>
                  <a:pt x="42" y="146"/>
                </a:lnTo>
                <a:lnTo>
                  <a:pt x="43" y="146"/>
                </a:lnTo>
                <a:lnTo>
                  <a:pt x="44" y="145"/>
                </a:lnTo>
                <a:lnTo>
                  <a:pt x="44" y="144"/>
                </a:lnTo>
                <a:lnTo>
                  <a:pt x="45" y="144"/>
                </a:lnTo>
                <a:lnTo>
                  <a:pt x="45" y="143"/>
                </a:lnTo>
                <a:lnTo>
                  <a:pt x="45" y="142"/>
                </a:lnTo>
                <a:lnTo>
                  <a:pt x="46" y="142"/>
                </a:lnTo>
                <a:lnTo>
                  <a:pt x="46" y="141"/>
                </a:lnTo>
                <a:lnTo>
                  <a:pt x="45" y="141"/>
                </a:lnTo>
                <a:lnTo>
                  <a:pt x="44" y="141"/>
                </a:lnTo>
                <a:lnTo>
                  <a:pt x="43" y="140"/>
                </a:lnTo>
                <a:lnTo>
                  <a:pt x="42" y="139"/>
                </a:lnTo>
                <a:lnTo>
                  <a:pt x="42" y="138"/>
                </a:lnTo>
                <a:lnTo>
                  <a:pt x="41" y="138"/>
                </a:lnTo>
                <a:lnTo>
                  <a:pt x="40" y="138"/>
                </a:lnTo>
                <a:lnTo>
                  <a:pt x="40" y="137"/>
                </a:lnTo>
                <a:lnTo>
                  <a:pt x="40" y="136"/>
                </a:lnTo>
                <a:lnTo>
                  <a:pt x="41" y="136"/>
                </a:lnTo>
                <a:lnTo>
                  <a:pt x="41" y="135"/>
                </a:lnTo>
                <a:lnTo>
                  <a:pt x="41" y="134"/>
                </a:lnTo>
                <a:lnTo>
                  <a:pt x="40" y="134"/>
                </a:lnTo>
                <a:lnTo>
                  <a:pt x="40" y="133"/>
                </a:lnTo>
                <a:lnTo>
                  <a:pt x="40" y="132"/>
                </a:lnTo>
                <a:lnTo>
                  <a:pt x="40" y="130"/>
                </a:lnTo>
                <a:lnTo>
                  <a:pt x="41" y="130"/>
                </a:lnTo>
                <a:lnTo>
                  <a:pt x="40" y="130"/>
                </a:lnTo>
                <a:lnTo>
                  <a:pt x="40" y="129"/>
                </a:lnTo>
                <a:lnTo>
                  <a:pt x="40" y="128"/>
                </a:lnTo>
                <a:lnTo>
                  <a:pt x="40" y="127"/>
                </a:lnTo>
                <a:lnTo>
                  <a:pt x="41" y="126"/>
                </a:lnTo>
                <a:lnTo>
                  <a:pt x="41" y="125"/>
                </a:lnTo>
                <a:lnTo>
                  <a:pt x="42" y="125"/>
                </a:lnTo>
                <a:lnTo>
                  <a:pt x="42" y="123"/>
                </a:lnTo>
                <a:lnTo>
                  <a:pt x="42" y="122"/>
                </a:lnTo>
                <a:lnTo>
                  <a:pt x="42" y="120"/>
                </a:lnTo>
                <a:lnTo>
                  <a:pt x="42" y="119"/>
                </a:lnTo>
                <a:lnTo>
                  <a:pt x="43" y="118"/>
                </a:lnTo>
                <a:lnTo>
                  <a:pt x="44" y="118"/>
                </a:lnTo>
                <a:lnTo>
                  <a:pt x="45" y="118"/>
                </a:lnTo>
                <a:lnTo>
                  <a:pt x="45" y="117"/>
                </a:lnTo>
                <a:lnTo>
                  <a:pt x="45" y="116"/>
                </a:lnTo>
                <a:lnTo>
                  <a:pt x="45" y="115"/>
                </a:lnTo>
                <a:lnTo>
                  <a:pt x="45" y="114"/>
                </a:lnTo>
                <a:lnTo>
                  <a:pt x="45" y="113"/>
                </a:lnTo>
                <a:lnTo>
                  <a:pt x="46" y="113"/>
                </a:lnTo>
                <a:lnTo>
                  <a:pt x="46" y="112"/>
                </a:lnTo>
                <a:lnTo>
                  <a:pt x="47" y="112"/>
                </a:lnTo>
                <a:lnTo>
                  <a:pt x="47" y="111"/>
                </a:lnTo>
                <a:lnTo>
                  <a:pt x="48" y="111"/>
                </a:lnTo>
                <a:lnTo>
                  <a:pt x="47" y="111"/>
                </a:lnTo>
                <a:lnTo>
                  <a:pt x="47" y="110"/>
                </a:lnTo>
                <a:lnTo>
                  <a:pt x="47" y="109"/>
                </a:lnTo>
                <a:lnTo>
                  <a:pt x="46" y="108"/>
                </a:lnTo>
                <a:lnTo>
                  <a:pt x="45" y="108"/>
                </a:lnTo>
                <a:lnTo>
                  <a:pt x="44" y="108"/>
                </a:lnTo>
                <a:lnTo>
                  <a:pt x="44" y="107"/>
                </a:lnTo>
                <a:lnTo>
                  <a:pt x="43" y="107"/>
                </a:lnTo>
                <a:lnTo>
                  <a:pt x="42" y="107"/>
                </a:lnTo>
                <a:lnTo>
                  <a:pt x="42" y="106"/>
                </a:lnTo>
                <a:lnTo>
                  <a:pt x="41" y="106"/>
                </a:lnTo>
                <a:lnTo>
                  <a:pt x="41" y="107"/>
                </a:lnTo>
                <a:lnTo>
                  <a:pt x="40" y="107"/>
                </a:lnTo>
                <a:lnTo>
                  <a:pt x="40" y="106"/>
                </a:lnTo>
                <a:lnTo>
                  <a:pt x="39" y="105"/>
                </a:lnTo>
                <a:lnTo>
                  <a:pt x="39" y="104"/>
                </a:lnTo>
                <a:lnTo>
                  <a:pt x="39" y="103"/>
                </a:lnTo>
                <a:lnTo>
                  <a:pt x="40" y="103"/>
                </a:lnTo>
                <a:lnTo>
                  <a:pt x="40" y="104"/>
                </a:lnTo>
                <a:lnTo>
                  <a:pt x="40" y="103"/>
                </a:lnTo>
                <a:lnTo>
                  <a:pt x="41" y="103"/>
                </a:lnTo>
                <a:lnTo>
                  <a:pt x="42" y="102"/>
                </a:lnTo>
                <a:lnTo>
                  <a:pt x="42" y="103"/>
                </a:lnTo>
                <a:lnTo>
                  <a:pt x="44" y="103"/>
                </a:lnTo>
                <a:lnTo>
                  <a:pt x="44" y="102"/>
                </a:lnTo>
                <a:lnTo>
                  <a:pt x="43" y="102"/>
                </a:lnTo>
                <a:lnTo>
                  <a:pt x="44" y="102"/>
                </a:lnTo>
                <a:lnTo>
                  <a:pt x="43" y="101"/>
                </a:lnTo>
                <a:lnTo>
                  <a:pt x="42" y="101"/>
                </a:lnTo>
                <a:lnTo>
                  <a:pt x="42" y="100"/>
                </a:lnTo>
                <a:lnTo>
                  <a:pt x="42" y="99"/>
                </a:lnTo>
                <a:lnTo>
                  <a:pt x="42" y="98"/>
                </a:lnTo>
                <a:lnTo>
                  <a:pt x="43" y="98"/>
                </a:lnTo>
                <a:lnTo>
                  <a:pt x="43" y="97"/>
                </a:lnTo>
                <a:lnTo>
                  <a:pt x="44" y="97"/>
                </a:lnTo>
                <a:lnTo>
                  <a:pt x="44" y="96"/>
                </a:lnTo>
                <a:lnTo>
                  <a:pt x="43" y="96"/>
                </a:lnTo>
                <a:lnTo>
                  <a:pt x="43" y="95"/>
                </a:lnTo>
                <a:lnTo>
                  <a:pt x="44" y="95"/>
                </a:lnTo>
                <a:lnTo>
                  <a:pt x="43" y="95"/>
                </a:lnTo>
                <a:lnTo>
                  <a:pt x="43" y="94"/>
                </a:lnTo>
                <a:lnTo>
                  <a:pt x="43" y="93"/>
                </a:lnTo>
                <a:lnTo>
                  <a:pt x="42" y="93"/>
                </a:lnTo>
                <a:lnTo>
                  <a:pt x="42" y="92"/>
                </a:lnTo>
                <a:lnTo>
                  <a:pt x="43" y="92"/>
                </a:lnTo>
                <a:lnTo>
                  <a:pt x="44" y="92"/>
                </a:lnTo>
                <a:lnTo>
                  <a:pt x="44" y="91"/>
                </a:lnTo>
                <a:lnTo>
                  <a:pt x="44" y="90"/>
                </a:lnTo>
                <a:lnTo>
                  <a:pt x="45" y="90"/>
                </a:lnTo>
                <a:lnTo>
                  <a:pt x="46" y="90"/>
                </a:lnTo>
                <a:lnTo>
                  <a:pt x="47" y="90"/>
                </a:lnTo>
                <a:lnTo>
                  <a:pt x="47" y="89"/>
                </a:lnTo>
                <a:lnTo>
                  <a:pt x="48" y="89"/>
                </a:lnTo>
                <a:lnTo>
                  <a:pt x="48" y="88"/>
                </a:lnTo>
                <a:lnTo>
                  <a:pt x="49" y="88"/>
                </a:lnTo>
                <a:lnTo>
                  <a:pt x="49" y="87"/>
                </a:lnTo>
                <a:lnTo>
                  <a:pt x="50" y="87"/>
                </a:lnTo>
                <a:lnTo>
                  <a:pt x="50" y="86"/>
                </a:lnTo>
                <a:lnTo>
                  <a:pt x="51" y="86"/>
                </a:lnTo>
                <a:lnTo>
                  <a:pt x="51" y="85"/>
                </a:lnTo>
                <a:lnTo>
                  <a:pt x="50" y="84"/>
                </a:lnTo>
                <a:lnTo>
                  <a:pt x="49" y="84"/>
                </a:lnTo>
                <a:lnTo>
                  <a:pt x="49" y="83"/>
                </a:lnTo>
                <a:lnTo>
                  <a:pt x="50" y="83"/>
                </a:lnTo>
                <a:lnTo>
                  <a:pt x="50" y="82"/>
                </a:lnTo>
                <a:lnTo>
                  <a:pt x="49" y="82"/>
                </a:lnTo>
                <a:lnTo>
                  <a:pt x="49" y="81"/>
                </a:lnTo>
                <a:lnTo>
                  <a:pt x="48" y="81"/>
                </a:lnTo>
                <a:lnTo>
                  <a:pt x="49" y="81"/>
                </a:lnTo>
                <a:lnTo>
                  <a:pt x="49" y="80"/>
                </a:lnTo>
                <a:lnTo>
                  <a:pt x="50" y="80"/>
                </a:lnTo>
                <a:lnTo>
                  <a:pt x="50" y="79"/>
                </a:lnTo>
                <a:lnTo>
                  <a:pt x="49" y="79"/>
                </a:lnTo>
                <a:lnTo>
                  <a:pt x="49" y="78"/>
                </a:lnTo>
                <a:lnTo>
                  <a:pt x="49" y="77"/>
                </a:lnTo>
                <a:lnTo>
                  <a:pt x="50" y="77"/>
                </a:lnTo>
                <a:lnTo>
                  <a:pt x="50" y="76"/>
                </a:lnTo>
                <a:lnTo>
                  <a:pt x="51" y="76"/>
                </a:lnTo>
                <a:lnTo>
                  <a:pt x="52" y="76"/>
                </a:lnTo>
                <a:lnTo>
                  <a:pt x="52" y="77"/>
                </a:lnTo>
                <a:lnTo>
                  <a:pt x="53" y="77"/>
                </a:lnTo>
                <a:lnTo>
                  <a:pt x="54" y="77"/>
                </a:lnTo>
                <a:lnTo>
                  <a:pt x="53" y="76"/>
                </a:lnTo>
                <a:lnTo>
                  <a:pt x="53" y="75"/>
                </a:lnTo>
                <a:lnTo>
                  <a:pt x="53" y="74"/>
                </a:lnTo>
                <a:lnTo>
                  <a:pt x="52" y="73"/>
                </a:lnTo>
                <a:lnTo>
                  <a:pt x="52" y="72"/>
                </a:lnTo>
                <a:lnTo>
                  <a:pt x="53" y="71"/>
                </a:lnTo>
                <a:lnTo>
                  <a:pt x="54" y="70"/>
                </a:lnTo>
                <a:lnTo>
                  <a:pt x="55" y="70"/>
                </a:lnTo>
                <a:lnTo>
                  <a:pt x="55" y="71"/>
                </a:lnTo>
                <a:lnTo>
                  <a:pt x="55" y="70"/>
                </a:lnTo>
                <a:lnTo>
                  <a:pt x="55" y="69"/>
                </a:lnTo>
                <a:lnTo>
                  <a:pt x="56" y="69"/>
                </a:lnTo>
                <a:lnTo>
                  <a:pt x="56" y="68"/>
                </a:lnTo>
                <a:lnTo>
                  <a:pt x="55" y="68"/>
                </a:lnTo>
                <a:lnTo>
                  <a:pt x="55" y="67"/>
                </a:lnTo>
                <a:lnTo>
                  <a:pt x="56" y="67"/>
                </a:lnTo>
                <a:lnTo>
                  <a:pt x="56" y="66"/>
                </a:lnTo>
                <a:lnTo>
                  <a:pt x="56" y="65"/>
                </a:lnTo>
                <a:lnTo>
                  <a:pt x="56" y="64"/>
                </a:lnTo>
                <a:lnTo>
                  <a:pt x="57" y="64"/>
                </a:lnTo>
                <a:lnTo>
                  <a:pt x="57" y="65"/>
                </a:lnTo>
                <a:lnTo>
                  <a:pt x="58" y="65"/>
                </a:lnTo>
                <a:lnTo>
                  <a:pt x="58" y="64"/>
                </a:lnTo>
                <a:lnTo>
                  <a:pt x="57" y="64"/>
                </a:lnTo>
                <a:lnTo>
                  <a:pt x="57" y="62"/>
                </a:lnTo>
                <a:lnTo>
                  <a:pt x="57" y="61"/>
                </a:lnTo>
                <a:lnTo>
                  <a:pt x="58" y="61"/>
                </a:lnTo>
                <a:lnTo>
                  <a:pt x="59" y="61"/>
                </a:lnTo>
                <a:lnTo>
                  <a:pt x="59" y="62"/>
                </a:lnTo>
                <a:lnTo>
                  <a:pt x="60" y="62"/>
                </a:lnTo>
                <a:lnTo>
                  <a:pt x="60" y="63"/>
                </a:lnTo>
                <a:lnTo>
                  <a:pt x="61" y="63"/>
                </a:lnTo>
                <a:lnTo>
                  <a:pt x="61" y="62"/>
                </a:lnTo>
                <a:lnTo>
                  <a:pt x="60" y="62"/>
                </a:lnTo>
                <a:lnTo>
                  <a:pt x="60" y="61"/>
                </a:lnTo>
                <a:lnTo>
                  <a:pt x="60" y="59"/>
                </a:lnTo>
                <a:lnTo>
                  <a:pt x="60" y="58"/>
                </a:lnTo>
                <a:lnTo>
                  <a:pt x="61" y="58"/>
                </a:lnTo>
                <a:lnTo>
                  <a:pt x="62" y="59"/>
                </a:lnTo>
                <a:lnTo>
                  <a:pt x="63" y="59"/>
                </a:lnTo>
                <a:lnTo>
                  <a:pt x="63" y="58"/>
                </a:lnTo>
                <a:lnTo>
                  <a:pt x="63" y="57"/>
                </a:lnTo>
                <a:lnTo>
                  <a:pt x="64" y="57"/>
                </a:lnTo>
                <a:lnTo>
                  <a:pt x="64" y="56"/>
                </a:lnTo>
                <a:lnTo>
                  <a:pt x="64" y="55"/>
                </a:lnTo>
                <a:lnTo>
                  <a:pt x="64" y="54"/>
                </a:lnTo>
                <a:lnTo>
                  <a:pt x="63" y="54"/>
                </a:lnTo>
                <a:lnTo>
                  <a:pt x="64" y="53"/>
                </a:lnTo>
                <a:lnTo>
                  <a:pt x="64" y="54"/>
                </a:lnTo>
                <a:lnTo>
                  <a:pt x="65" y="54"/>
                </a:lnTo>
                <a:lnTo>
                  <a:pt x="65" y="53"/>
                </a:lnTo>
                <a:lnTo>
                  <a:pt x="66" y="53"/>
                </a:lnTo>
                <a:lnTo>
                  <a:pt x="65" y="53"/>
                </a:lnTo>
                <a:lnTo>
                  <a:pt x="65" y="52"/>
                </a:lnTo>
                <a:lnTo>
                  <a:pt x="65" y="51"/>
                </a:lnTo>
                <a:lnTo>
                  <a:pt x="66" y="51"/>
                </a:lnTo>
                <a:lnTo>
                  <a:pt x="66" y="52"/>
                </a:lnTo>
                <a:lnTo>
                  <a:pt x="67" y="52"/>
                </a:lnTo>
                <a:lnTo>
                  <a:pt x="66" y="52"/>
                </a:lnTo>
                <a:lnTo>
                  <a:pt x="67" y="52"/>
                </a:lnTo>
                <a:lnTo>
                  <a:pt x="68" y="52"/>
                </a:lnTo>
                <a:lnTo>
                  <a:pt x="69" y="52"/>
                </a:lnTo>
                <a:lnTo>
                  <a:pt x="69" y="53"/>
                </a:lnTo>
                <a:lnTo>
                  <a:pt x="70" y="53"/>
                </a:lnTo>
                <a:lnTo>
                  <a:pt x="70" y="52"/>
                </a:lnTo>
                <a:lnTo>
                  <a:pt x="71" y="52"/>
                </a:lnTo>
                <a:lnTo>
                  <a:pt x="70" y="52"/>
                </a:lnTo>
                <a:lnTo>
                  <a:pt x="70" y="51"/>
                </a:lnTo>
                <a:lnTo>
                  <a:pt x="71" y="51"/>
                </a:lnTo>
                <a:lnTo>
                  <a:pt x="72" y="51"/>
                </a:lnTo>
                <a:lnTo>
                  <a:pt x="73" y="51"/>
                </a:lnTo>
                <a:lnTo>
                  <a:pt x="73" y="50"/>
                </a:lnTo>
                <a:lnTo>
                  <a:pt x="73" y="51"/>
                </a:lnTo>
                <a:lnTo>
                  <a:pt x="73" y="50"/>
                </a:lnTo>
                <a:lnTo>
                  <a:pt x="74" y="50"/>
                </a:lnTo>
                <a:lnTo>
                  <a:pt x="74" y="51"/>
                </a:lnTo>
                <a:lnTo>
                  <a:pt x="75" y="51"/>
                </a:lnTo>
                <a:lnTo>
                  <a:pt x="76" y="51"/>
                </a:lnTo>
                <a:lnTo>
                  <a:pt x="76" y="52"/>
                </a:lnTo>
                <a:lnTo>
                  <a:pt x="77" y="52"/>
                </a:lnTo>
                <a:lnTo>
                  <a:pt x="77" y="53"/>
                </a:lnTo>
                <a:lnTo>
                  <a:pt x="78" y="53"/>
                </a:lnTo>
                <a:lnTo>
                  <a:pt x="78" y="54"/>
                </a:lnTo>
                <a:lnTo>
                  <a:pt x="79" y="54"/>
                </a:lnTo>
                <a:lnTo>
                  <a:pt x="79" y="53"/>
                </a:lnTo>
                <a:lnTo>
                  <a:pt x="80" y="53"/>
                </a:lnTo>
                <a:lnTo>
                  <a:pt x="80" y="54"/>
                </a:lnTo>
                <a:lnTo>
                  <a:pt x="81" y="54"/>
                </a:lnTo>
                <a:lnTo>
                  <a:pt x="81" y="53"/>
                </a:lnTo>
                <a:lnTo>
                  <a:pt x="82" y="53"/>
                </a:lnTo>
                <a:lnTo>
                  <a:pt x="83" y="53"/>
                </a:lnTo>
                <a:lnTo>
                  <a:pt x="83" y="52"/>
                </a:lnTo>
                <a:lnTo>
                  <a:pt x="83" y="51"/>
                </a:lnTo>
                <a:lnTo>
                  <a:pt x="82" y="51"/>
                </a:lnTo>
                <a:lnTo>
                  <a:pt x="82" y="50"/>
                </a:lnTo>
                <a:lnTo>
                  <a:pt x="82" y="51"/>
                </a:lnTo>
                <a:lnTo>
                  <a:pt x="82" y="50"/>
                </a:lnTo>
                <a:lnTo>
                  <a:pt x="81" y="50"/>
                </a:lnTo>
                <a:lnTo>
                  <a:pt x="82" y="50"/>
                </a:lnTo>
                <a:lnTo>
                  <a:pt x="83" y="50"/>
                </a:lnTo>
                <a:lnTo>
                  <a:pt x="83" y="49"/>
                </a:lnTo>
                <a:lnTo>
                  <a:pt x="83" y="48"/>
                </a:lnTo>
                <a:lnTo>
                  <a:pt x="84" y="48"/>
                </a:lnTo>
                <a:lnTo>
                  <a:pt x="83" y="48"/>
                </a:lnTo>
                <a:lnTo>
                  <a:pt x="83" y="46"/>
                </a:lnTo>
                <a:lnTo>
                  <a:pt x="84" y="46"/>
                </a:lnTo>
                <a:lnTo>
                  <a:pt x="85" y="46"/>
                </a:lnTo>
                <a:lnTo>
                  <a:pt x="86" y="46"/>
                </a:lnTo>
                <a:lnTo>
                  <a:pt x="86" y="45"/>
                </a:lnTo>
                <a:lnTo>
                  <a:pt x="87" y="45"/>
                </a:lnTo>
                <a:lnTo>
                  <a:pt x="87" y="44"/>
                </a:lnTo>
                <a:lnTo>
                  <a:pt x="88" y="44"/>
                </a:lnTo>
                <a:lnTo>
                  <a:pt x="87" y="44"/>
                </a:lnTo>
                <a:lnTo>
                  <a:pt x="87" y="43"/>
                </a:lnTo>
                <a:lnTo>
                  <a:pt x="87" y="42"/>
                </a:lnTo>
                <a:lnTo>
                  <a:pt x="88" y="42"/>
                </a:lnTo>
                <a:lnTo>
                  <a:pt x="88" y="41"/>
                </a:lnTo>
                <a:lnTo>
                  <a:pt x="88" y="40"/>
                </a:lnTo>
                <a:lnTo>
                  <a:pt x="87" y="40"/>
                </a:lnTo>
                <a:lnTo>
                  <a:pt x="86" y="40"/>
                </a:lnTo>
                <a:lnTo>
                  <a:pt x="87" y="40"/>
                </a:lnTo>
                <a:lnTo>
                  <a:pt x="87" y="39"/>
                </a:lnTo>
                <a:lnTo>
                  <a:pt x="88" y="39"/>
                </a:lnTo>
                <a:lnTo>
                  <a:pt x="88" y="38"/>
                </a:lnTo>
                <a:lnTo>
                  <a:pt x="89" y="38"/>
                </a:lnTo>
                <a:lnTo>
                  <a:pt x="90" y="37"/>
                </a:lnTo>
                <a:lnTo>
                  <a:pt x="91" y="37"/>
                </a:lnTo>
                <a:lnTo>
                  <a:pt x="91" y="36"/>
                </a:lnTo>
                <a:lnTo>
                  <a:pt x="92" y="36"/>
                </a:lnTo>
                <a:lnTo>
                  <a:pt x="93" y="36"/>
                </a:lnTo>
                <a:lnTo>
                  <a:pt x="94" y="36"/>
                </a:lnTo>
                <a:lnTo>
                  <a:pt x="95" y="36"/>
                </a:lnTo>
                <a:lnTo>
                  <a:pt x="95" y="37"/>
                </a:lnTo>
                <a:lnTo>
                  <a:pt x="95" y="36"/>
                </a:lnTo>
                <a:lnTo>
                  <a:pt x="96" y="36"/>
                </a:lnTo>
                <a:lnTo>
                  <a:pt x="97" y="36"/>
                </a:lnTo>
                <a:lnTo>
                  <a:pt x="98" y="36"/>
                </a:lnTo>
                <a:lnTo>
                  <a:pt x="99" y="36"/>
                </a:lnTo>
                <a:lnTo>
                  <a:pt x="99" y="37"/>
                </a:lnTo>
                <a:lnTo>
                  <a:pt x="100" y="37"/>
                </a:lnTo>
                <a:lnTo>
                  <a:pt x="101" y="37"/>
                </a:lnTo>
                <a:lnTo>
                  <a:pt x="101" y="36"/>
                </a:lnTo>
                <a:lnTo>
                  <a:pt x="102" y="36"/>
                </a:lnTo>
                <a:lnTo>
                  <a:pt x="103" y="36"/>
                </a:lnTo>
                <a:lnTo>
                  <a:pt x="104" y="36"/>
                </a:lnTo>
                <a:lnTo>
                  <a:pt x="105" y="36"/>
                </a:lnTo>
                <a:lnTo>
                  <a:pt x="106" y="36"/>
                </a:lnTo>
                <a:lnTo>
                  <a:pt x="106" y="35"/>
                </a:lnTo>
                <a:lnTo>
                  <a:pt x="106" y="36"/>
                </a:lnTo>
                <a:lnTo>
                  <a:pt x="107" y="36"/>
                </a:lnTo>
                <a:lnTo>
                  <a:pt x="107" y="37"/>
                </a:lnTo>
                <a:lnTo>
                  <a:pt x="107" y="36"/>
                </a:lnTo>
                <a:lnTo>
                  <a:pt x="108" y="36"/>
                </a:lnTo>
                <a:lnTo>
                  <a:pt x="109" y="36"/>
                </a:lnTo>
                <a:lnTo>
                  <a:pt x="110" y="36"/>
                </a:lnTo>
                <a:lnTo>
                  <a:pt x="111" y="36"/>
                </a:lnTo>
                <a:lnTo>
                  <a:pt x="112" y="36"/>
                </a:lnTo>
                <a:lnTo>
                  <a:pt x="112" y="35"/>
                </a:lnTo>
                <a:lnTo>
                  <a:pt x="113" y="35"/>
                </a:lnTo>
                <a:lnTo>
                  <a:pt x="113" y="36"/>
                </a:lnTo>
                <a:lnTo>
                  <a:pt x="113" y="35"/>
                </a:lnTo>
                <a:lnTo>
                  <a:pt x="114" y="35"/>
                </a:lnTo>
                <a:lnTo>
                  <a:pt x="115" y="35"/>
                </a:lnTo>
                <a:lnTo>
                  <a:pt x="115" y="34"/>
                </a:lnTo>
                <a:lnTo>
                  <a:pt x="116" y="34"/>
                </a:lnTo>
                <a:lnTo>
                  <a:pt x="117" y="34"/>
                </a:lnTo>
                <a:lnTo>
                  <a:pt x="118" y="34"/>
                </a:lnTo>
                <a:lnTo>
                  <a:pt x="119" y="34"/>
                </a:lnTo>
                <a:lnTo>
                  <a:pt x="119" y="35"/>
                </a:lnTo>
                <a:lnTo>
                  <a:pt x="120" y="35"/>
                </a:lnTo>
                <a:lnTo>
                  <a:pt x="120" y="34"/>
                </a:lnTo>
                <a:lnTo>
                  <a:pt x="120" y="35"/>
                </a:lnTo>
                <a:lnTo>
                  <a:pt x="121" y="35"/>
                </a:lnTo>
                <a:lnTo>
                  <a:pt x="121" y="36"/>
                </a:lnTo>
                <a:lnTo>
                  <a:pt x="122" y="36"/>
                </a:lnTo>
                <a:lnTo>
                  <a:pt x="122" y="37"/>
                </a:lnTo>
                <a:lnTo>
                  <a:pt x="123" y="37"/>
                </a:lnTo>
                <a:lnTo>
                  <a:pt x="123" y="38"/>
                </a:lnTo>
                <a:lnTo>
                  <a:pt x="124" y="38"/>
                </a:lnTo>
                <a:lnTo>
                  <a:pt x="124" y="39"/>
                </a:lnTo>
                <a:lnTo>
                  <a:pt x="124" y="38"/>
                </a:lnTo>
                <a:lnTo>
                  <a:pt x="125" y="37"/>
                </a:lnTo>
                <a:lnTo>
                  <a:pt x="126" y="37"/>
                </a:lnTo>
                <a:lnTo>
                  <a:pt x="127" y="37"/>
                </a:lnTo>
                <a:lnTo>
                  <a:pt x="127" y="38"/>
                </a:lnTo>
                <a:lnTo>
                  <a:pt x="128" y="38"/>
                </a:lnTo>
                <a:lnTo>
                  <a:pt x="128" y="39"/>
                </a:lnTo>
                <a:lnTo>
                  <a:pt x="129" y="39"/>
                </a:lnTo>
                <a:lnTo>
                  <a:pt x="129" y="40"/>
                </a:lnTo>
                <a:lnTo>
                  <a:pt x="130" y="40"/>
                </a:lnTo>
                <a:lnTo>
                  <a:pt x="131" y="40"/>
                </a:lnTo>
                <a:lnTo>
                  <a:pt x="132" y="41"/>
                </a:lnTo>
                <a:lnTo>
                  <a:pt x="131" y="41"/>
                </a:lnTo>
                <a:lnTo>
                  <a:pt x="132" y="42"/>
                </a:lnTo>
                <a:lnTo>
                  <a:pt x="133" y="42"/>
                </a:lnTo>
                <a:lnTo>
                  <a:pt x="134" y="43"/>
                </a:lnTo>
                <a:lnTo>
                  <a:pt x="134" y="44"/>
                </a:lnTo>
                <a:lnTo>
                  <a:pt x="135" y="44"/>
                </a:lnTo>
                <a:lnTo>
                  <a:pt x="135" y="45"/>
                </a:lnTo>
                <a:lnTo>
                  <a:pt x="135" y="46"/>
                </a:lnTo>
                <a:lnTo>
                  <a:pt x="135" y="47"/>
                </a:lnTo>
                <a:lnTo>
                  <a:pt x="136" y="47"/>
                </a:lnTo>
                <a:lnTo>
                  <a:pt x="136" y="48"/>
                </a:lnTo>
                <a:lnTo>
                  <a:pt x="136" y="47"/>
                </a:lnTo>
                <a:lnTo>
                  <a:pt x="137" y="47"/>
                </a:lnTo>
                <a:lnTo>
                  <a:pt x="138" y="47"/>
                </a:lnTo>
                <a:lnTo>
                  <a:pt x="139" y="47"/>
                </a:lnTo>
                <a:lnTo>
                  <a:pt x="140" y="47"/>
                </a:lnTo>
                <a:lnTo>
                  <a:pt x="140" y="48"/>
                </a:lnTo>
                <a:lnTo>
                  <a:pt x="141" y="48"/>
                </a:lnTo>
                <a:lnTo>
                  <a:pt x="141" y="49"/>
                </a:lnTo>
                <a:lnTo>
                  <a:pt x="140" y="49"/>
                </a:lnTo>
                <a:lnTo>
                  <a:pt x="140" y="50"/>
                </a:lnTo>
                <a:lnTo>
                  <a:pt x="141" y="50"/>
                </a:lnTo>
                <a:lnTo>
                  <a:pt x="142" y="50"/>
                </a:lnTo>
                <a:lnTo>
                  <a:pt x="142" y="51"/>
                </a:lnTo>
                <a:lnTo>
                  <a:pt x="142" y="50"/>
                </a:lnTo>
                <a:lnTo>
                  <a:pt x="143" y="50"/>
                </a:lnTo>
                <a:lnTo>
                  <a:pt x="144" y="49"/>
                </a:lnTo>
                <a:lnTo>
                  <a:pt x="145" y="49"/>
                </a:lnTo>
                <a:lnTo>
                  <a:pt x="145" y="48"/>
                </a:lnTo>
                <a:lnTo>
                  <a:pt x="146" y="48"/>
                </a:lnTo>
                <a:lnTo>
                  <a:pt x="147" y="47"/>
                </a:lnTo>
                <a:lnTo>
                  <a:pt x="147" y="48"/>
                </a:lnTo>
                <a:lnTo>
                  <a:pt x="148" y="48"/>
                </a:lnTo>
                <a:lnTo>
                  <a:pt x="148" y="47"/>
                </a:lnTo>
                <a:lnTo>
                  <a:pt x="148" y="48"/>
                </a:lnTo>
                <a:lnTo>
                  <a:pt x="148" y="47"/>
                </a:lnTo>
                <a:lnTo>
                  <a:pt x="149" y="47"/>
                </a:lnTo>
                <a:lnTo>
                  <a:pt x="149" y="46"/>
                </a:lnTo>
                <a:lnTo>
                  <a:pt x="149" y="44"/>
                </a:lnTo>
                <a:lnTo>
                  <a:pt x="150" y="44"/>
                </a:lnTo>
                <a:lnTo>
                  <a:pt x="150" y="43"/>
                </a:lnTo>
                <a:lnTo>
                  <a:pt x="150" y="42"/>
                </a:lnTo>
                <a:lnTo>
                  <a:pt x="151" y="42"/>
                </a:lnTo>
                <a:lnTo>
                  <a:pt x="151" y="43"/>
                </a:lnTo>
                <a:lnTo>
                  <a:pt x="153" y="43"/>
                </a:lnTo>
                <a:lnTo>
                  <a:pt x="153" y="44"/>
                </a:lnTo>
                <a:lnTo>
                  <a:pt x="154" y="44"/>
                </a:lnTo>
                <a:lnTo>
                  <a:pt x="155" y="44"/>
                </a:lnTo>
                <a:lnTo>
                  <a:pt x="154" y="44"/>
                </a:lnTo>
                <a:lnTo>
                  <a:pt x="155" y="44"/>
                </a:lnTo>
                <a:lnTo>
                  <a:pt x="156" y="44"/>
                </a:lnTo>
                <a:lnTo>
                  <a:pt x="157" y="44"/>
                </a:lnTo>
                <a:lnTo>
                  <a:pt x="158" y="43"/>
                </a:lnTo>
                <a:lnTo>
                  <a:pt x="158" y="42"/>
                </a:lnTo>
                <a:lnTo>
                  <a:pt x="158" y="43"/>
                </a:lnTo>
                <a:lnTo>
                  <a:pt x="159" y="43"/>
                </a:lnTo>
                <a:lnTo>
                  <a:pt x="159" y="42"/>
                </a:lnTo>
                <a:lnTo>
                  <a:pt x="160" y="42"/>
                </a:lnTo>
                <a:lnTo>
                  <a:pt x="160" y="41"/>
                </a:lnTo>
                <a:lnTo>
                  <a:pt x="161" y="41"/>
                </a:lnTo>
                <a:lnTo>
                  <a:pt x="161" y="40"/>
                </a:lnTo>
                <a:lnTo>
                  <a:pt x="161" y="41"/>
                </a:lnTo>
                <a:lnTo>
                  <a:pt x="162" y="40"/>
                </a:lnTo>
                <a:lnTo>
                  <a:pt x="163" y="40"/>
                </a:lnTo>
                <a:lnTo>
                  <a:pt x="163" y="39"/>
                </a:lnTo>
                <a:lnTo>
                  <a:pt x="164" y="39"/>
                </a:lnTo>
                <a:lnTo>
                  <a:pt x="165" y="38"/>
                </a:lnTo>
                <a:lnTo>
                  <a:pt x="166" y="38"/>
                </a:lnTo>
                <a:lnTo>
                  <a:pt x="166" y="37"/>
                </a:lnTo>
                <a:lnTo>
                  <a:pt x="166" y="36"/>
                </a:lnTo>
                <a:lnTo>
                  <a:pt x="167" y="36"/>
                </a:lnTo>
                <a:lnTo>
                  <a:pt x="166" y="36"/>
                </a:lnTo>
                <a:lnTo>
                  <a:pt x="166" y="35"/>
                </a:lnTo>
                <a:lnTo>
                  <a:pt x="166" y="34"/>
                </a:lnTo>
                <a:lnTo>
                  <a:pt x="165" y="33"/>
                </a:lnTo>
                <a:lnTo>
                  <a:pt x="165" y="32"/>
                </a:lnTo>
                <a:lnTo>
                  <a:pt x="165" y="31"/>
                </a:lnTo>
                <a:lnTo>
                  <a:pt x="164" y="31"/>
                </a:lnTo>
                <a:lnTo>
                  <a:pt x="164" y="30"/>
                </a:lnTo>
                <a:lnTo>
                  <a:pt x="164" y="29"/>
                </a:lnTo>
                <a:lnTo>
                  <a:pt x="163" y="30"/>
                </a:lnTo>
                <a:lnTo>
                  <a:pt x="162" y="30"/>
                </a:lnTo>
                <a:lnTo>
                  <a:pt x="161" y="30"/>
                </a:lnTo>
                <a:lnTo>
                  <a:pt x="161" y="29"/>
                </a:lnTo>
                <a:lnTo>
                  <a:pt x="160" y="29"/>
                </a:lnTo>
                <a:lnTo>
                  <a:pt x="159" y="29"/>
                </a:lnTo>
                <a:lnTo>
                  <a:pt x="158" y="29"/>
                </a:lnTo>
                <a:lnTo>
                  <a:pt x="158" y="28"/>
                </a:lnTo>
                <a:lnTo>
                  <a:pt x="158" y="27"/>
                </a:lnTo>
                <a:lnTo>
                  <a:pt x="158" y="26"/>
                </a:lnTo>
                <a:lnTo>
                  <a:pt x="157" y="26"/>
                </a:lnTo>
                <a:lnTo>
                  <a:pt x="157" y="25"/>
                </a:lnTo>
                <a:lnTo>
                  <a:pt x="157" y="24"/>
                </a:lnTo>
                <a:lnTo>
                  <a:pt x="157" y="23"/>
                </a:lnTo>
                <a:lnTo>
                  <a:pt x="156" y="23"/>
                </a:lnTo>
                <a:lnTo>
                  <a:pt x="155" y="23"/>
                </a:lnTo>
                <a:lnTo>
                  <a:pt x="155" y="22"/>
                </a:lnTo>
                <a:lnTo>
                  <a:pt x="154" y="21"/>
                </a:lnTo>
                <a:lnTo>
                  <a:pt x="155" y="21"/>
                </a:lnTo>
                <a:lnTo>
                  <a:pt x="155" y="20"/>
                </a:lnTo>
                <a:lnTo>
                  <a:pt x="154" y="20"/>
                </a:lnTo>
                <a:lnTo>
                  <a:pt x="154" y="19"/>
                </a:lnTo>
                <a:lnTo>
                  <a:pt x="154" y="18"/>
                </a:lnTo>
                <a:lnTo>
                  <a:pt x="155" y="18"/>
                </a:lnTo>
                <a:lnTo>
                  <a:pt x="155" y="17"/>
                </a:lnTo>
                <a:lnTo>
                  <a:pt x="156" y="17"/>
                </a:lnTo>
                <a:lnTo>
                  <a:pt x="156" y="16"/>
                </a:lnTo>
                <a:lnTo>
                  <a:pt x="157" y="15"/>
                </a:lnTo>
                <a:lnTo>
                  <a:pt x="158" y="15"/>
                </a:lnTo>
                <a:lnTo>
                  <a:pt x="159" y="15"/>
                </a:lnTo>
                <a:lnTo>
                  <a:pt x="159" y="14"/>
                </a:lnTo>
                <a:lnTo>
                  <a:pt x="158" y="14"/>
                </a:lnTo>
                <a:lnTo>
                  <a:pt x="158" y="13"/>
                </a:lnTo>
                <a:lnTo>
                  <a:pt x="157" y="13"/>
                </a:lnTo>
                <a:lnTo>
                  <a:pt x="156" y="13"/>
                </a:lnTo>
                <a:lnTo>
                  <a:pt x="155" y="13"/>
                </a:lnTo>
                <a:lnTo>
                  <a:pt x="155" y="12"/>
                </a:lnTo>
                <a:lnTo>
                  <a:pt x="154" y="12"/>
                </a:lnTo>
                <a:lnTo>
                  <a:pt x="153" y="12"/>
                </a:lnTo>
                <a:lnTo>
                  <a:pt x="153" y="11"/>
                </a:lnTo>
                <a:lnTo>
                  <a:pt x="154" y="10"/>
                </a:lnTo>
                <a:lnTo>
                  <a:pt x="154" y="9"/>
                </a:lnTo>
                <a:lnTo>
                  <a:pt x="153" y="9"/>
                </a:lnTo>
                <a:lnTo>
                  <a:pt x="154" y="8"/>
                </a:lnTo>
                <a:lnTo>
                  <a:pt x="153" y="8"/>
                </a:lnTo>
                <a:lnTo>
                  <a:pt x="153" y="7"/>
                </a:lnTo>
                <a:lnTo>
                  <a:pt x="154" y="7"/>
                </a:lnTo>
                <a:lnTo>
                  <a:pt x="154" y="8"/>
                </a:lnTo>
                <a:lnTo>
                  <a:pt x="155" y="8"/>
                </a:lnTo>
                <a:lnTo>
                  <a:pt x="155" y="7"/>
                </a:lnTo>
                <a:lnTo>
                  <a:pt x="156" y="7"/>
                </a:lnTo>
                <a:lnTo>
                  <a:pt x="156" y="6"/>
                </a:lnTo>
                <a:lnTo>
                  <a:pt x="157" y="6"/>
                </a:lnTo>
                <a:lnTo>
                  <a:pt x="157" y="7"/>
                </a:lnTo>
                <a:lnTo>
                  <a:pt x="158" y="7"/>
                </a:lnTo>
                <a:lnTo>
                  <a:pt x="158" y="8"/>
                </a:lnTo>
                <a:lnTo>
                  <a:pt x="159" y="8"/>
                </a:lnTo>
                <a:lnTo>
                  <a:pt x="159" y="7"/>
                </a:lnTo>
                <a:lnTo>
                  <a:pt x="160" y="7"/>
                </a:lnTo>
                <a:lnTo>
                  <a:pt x="160" y="8"/>
                </a:lnTo>
                <a:lnTo>
                  <a:pt x="160" y="7"/>
                </a:lnTo>
                <a:lnTo>
                  <a:pt x="161" y="7"/>
                </a:lnTo>
                <a:lnTo>
                  <a:pt x="162" y="7"/>
                </a:lnTo>
                <a:lnTo>
                  <a:pt x="163" y="7"/>
                </a:lnTo>
                <a:lnTo>
                  <a:pt x="164" y="7"/>
                </a:lnTo>
                <a:lnTo>
                  <a:pt x="165" y="7"/>
                </a:lnTo>
                <a:lnTo>
                  <a:pt x="165" y="6"/>
                </a:lnTo>
                <a:lnTo>
                  <a:pt x="166" y="6"/>
                </a:lnTo>
                <a:lnTo>
                  <a:pt x="167" y="5"/>
                </a:lnTo>
                <a:lnTo>
                  <a:pt x="168" y="5"/>
                </a:lnTo>
                <a:lnTo>
                  <a:pt x="168" y="6"/>
                </a:lnTo>
                <a:lnTo>
                  <a:pt x="169" y="6"/>
                </a:lnTo>
                <a:lnTo>
                  <a:pt x="170" y="7"/>
                </a:lnTo>
                <a:lnTo>
                  <a:pt x="170" y="6"/>
                </a:lnTo>
                <a:lnTo>
                  <a:pt x="170" y="7"/>
                </a:lnTo>
                <a:lnTo>
                  <a:pt x="171" y="7"/>
                </a:lnTo>
                <a:lnTo>
                  <a:pt x="171" y="9"/>
                </a:lnTo>
                <a:lnTo>
                  <a:pt x="172" y="9"/>
                </a:lnTo>
                <a:lnTo>
                  <a:pt x="172" y="10"/>
                </a:lnTo>
                <a:lnTo>
                  <a:pt x="173" y="10"/>
                </a:lnTo>
                <a:lnTo>
                  <a:pt x="173" y="9"/>
                </a:lnTo>
                <a:lnTo>
                  <a:pt x="174" y="9"/>
                </a:lnTo>
                <a:lnTo>
                  <a:pt x="175" y="9"/>
                </a:lnTo>
                <a:lnTo>
                  <a:pt x="176" y="9"/>
                </a:lnTo>
                <a:lnTo>
                  <a:pt x="176" y="8"/>
                </a:lnTo>
                <a:lnTo>
                  <a:pt x="177" y="8"/>
                </a:lnTo>
                <a:lnTo>
                  <a:pt x="177" y="7"/>
                </a:lnTo>
                <a:lnTo>
                  <a:pt x="177" y="6"/>
                </a:lnTo>
                <a:lnTo>
                  <a:pt x="177" y="5"/>
                </a:lnTo>
                <a:lnTo>
                  <a:pt x="177" y="4"/>
                </a:lnTo>
                <a:lnTo>
                  <a:pt x="177" y="5"/>
                </a:lnTo>
                <a:lnTo>
                  <a:pt x="177" y="4"/>
                </a:lnTo>
                <a:lnTo>
                  <a:pt x="176" y="4"/>
                </a:lnTo>
                <a:lnTo>
                  <a:pt x="176" y="3"/>
                </a:lnTo>
                <a:lnTo>
                  <a:pt x="177" y="3"/>
                </a:lnTo>
                <a:lnTo>
                  <a:pt x="177" y="2"/>
                </a:lnTo>
                <a:lnTo>
                  <a:pt x="176" y="2"/>
                </a:lnTo>
                <a:lnTo>
                  <a:pt x="176" y="1"/>
                </a:lnTo>
                <a:lnTo>
                  <a:pt x="177" y="1"/>
                </a:lnTo>
                <a:lnTo>
                  <a:pt x="178" y="1"/>
                </a:lnTo>
                <a:lnTo>
                  <a:pt x="179" y="1"/>
                </a:lnTo>
                <a:lnTo>
                  <a:pt x="180" y="1"/>
                </a:lnTo>
                <a:lnTo>
                  <a:pt x="181" y="1"/>
                </a:lnTo>
                <a:lnTo>
                  <a:pt x="182" y="1"/>
                </a:lnTo>
                <a:lnTo>
                  <a:pt x="182" y="0"/>
                </a:lnTo>
                <a:lnTo>
                  <a:pt x="183" y="0"/>
                </a:lnTo>
                <a:lnTo>
                  <a:pt x="184" y="0"/>
                </a:lnTo>
                <a:lnTo>
                  <a:pt x="184" y="1"/>
                </a:lnTo>
                <a:lnTo>
                  <a:pt x="185" y="1"/>
                </a:lnTo>
                <a:lnTo>
                  <a:pt x="185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7" name=""/>
          <p:cNvSpPr/>
          <p:nvPr/>
        </p:nvSpPr>
        <p:spPr>
          <a:xfrm>
            <a:off x="1976040" y="438480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4" y="3"/>
                </a:moveTo>
                <a:lnTo>
                  <a:pt x="2" y="4"/>
                </a:lnTo>
                <a:lnTo>
                  <a:pt x="1" y="6"/>
                </a:lnTo>
                <a:lnTo>
                  <a:pt x="0" y="6"/>
                </a:lnTo>
                <a:lnTo>
                  <a:pt x="1" y="4"/>
                </a:lnTo>
                <a:lnTo>
                  <a:pt x="2" y="3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8" name=""/>
          <p:cNvSpPr/>
          <p:nvPr/>
        </p:nvSpPr>
        <p:spPr>
          <a:xfrm>
            <a:off x="1975680" y="437832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1"/>
                </a:move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9" name=""/>
          <p:cNvSpPr/>
          <p:nvPr/>
        </p:nvSpPr>
        <p:spPr>
          <a:xfrm>
            <a:off x="1971360" y="437616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2" y="2"/>
                </a:moveTo>
                <a:lnTo>
                  <a:pt x="2" y="3"/>
                </a:lnTo>
                <a:lnTo>
                  <a:pt x="2" y="5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0" name=""/>
          <p:cNvSpPr/>
          <p:nvPr/>
        </p:nvSpPr>
        <p:spPr>
          <a:xfrm>
            <a:off x="1969200" y="437364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5" y="3"/>
                </a:lnTo>
                <a:lnTo>
                  <a:pt x="3" y="3"/>
                </a:lnTo>
                <a:lnTo>
                  <a:pt x="2" y="3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1" name=""/>
          <p:cNvSpPr/>
          <p:nvPr/>
        </p:nvSpPr>
        <p:spPr>
          <a:xfrm>
            <a:off x="1971000" y="437256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3" y="1"/>
                </a:moveTo>
                <a:lnTo>
                  <a:pt x="4" y="1"/>
                </a:lnTo>
                <a:lnTo>
                  <a:pt x="3" y="1"/>
                </a:lnTo>
                <a:lnTo>
                  <a:pt x="4" y="2"/>
                </a:ln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3" y="5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2" name=""/>
          <p:cNvSpPr/>
          <p:nvPr/>
        </p:nvSpPr>
        <p:spPr>
          <a:xfrm>
            <a:off x="1949400" y="43696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1"/>
                </a:moveTo>
                <a:lnTo>
                  <a:pt x="2" y="3"/>
                </a:lnTo>
                <a:lnTo>
                  <a:pt x="2" y="4"/>
                </a:ln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3" name=""/>
          <p:cNvSpPr/>
          <p:nvPr/>
        </p:nvSpPr>
        <p:spPr>
          <a:xfrm>
            <a:off x="1976040" y="4363920"/>
            <a:ext cx="2880" cy="3600"/>
          </a:xfrm>
          <a:custGeom>
            <a:avLst/>
            <a:gdLst/>
            <a:ahLst/>
            <a:rect l="0" t="0" r="r" b="b"/>
            <a:pathLst>
              <a:path w="8" h="10">
                <a:moveTo>
                  <a:pt x="5" y="0"/>
                </a:move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8" y="3"/>
                </a:lnTo>
                <a:lnTo>
                  <a:pt x="8" y="1"/>
                </a:lnTo>
                <a:lnTo>
                  <a:pt x="8" y="3"/>
                </a:lnTo>
                <a:lnTo>
                  <a:pt x="8" y="4"/>
                </a:lnTo>
                <a:lnTo>
                  <a:pt x="8" y="5"/>
                </a:lnTo>
                <a:lnTo>
                  <a:pt x="7" y="5"/>
                </a:lnTo>
                <a:lnTo>
                  <a:pt x="7" y="6"/>
                </a:lnTo>
                <a:lnTo>
                  <a:pt x="7" y="7"/>
                </a:lnTo>
                <a:lnTo>
                  <a:pt x="6" y="7"/>
                </a:lnTo>
                <a:lnTo>
                  <a:pt x="6" y="8"/>
                </a:lnTo>
                <a:lnTo>
                  <a:pt x="6" y="9"/>
                </a:lnTo>
                <a:lnTo>
                  <a:pt x="5" y="9"/>
                </a:lnTo>
                <a:lnTo>
                  <a:pt x="5" y="10"/>
                </a:lnTo>
                <a:lnTo>
                  <a:pt x="5" y="9"/>
                </a:lnTo>
                <a:lnTo>
                  <a:pt x="4" y="9"/>
                </a:lnTo>
                <a:lnTo>
                  <a:pt x="4" y="10"/>
                </a:lnTo>
                <a:lnTo>
                  <a:pt x="4" y="9"/>
                </a:lnTo>
                <a:lnTo>
                  <a:pt x="2" y="9"/>
                </a:lnTo>
                <a:lnTo>
                  <a:pt x="1" y="9"/>
                </a:lnTo>
                <a:lnTo>
                  <a:pt x="1" y="8"/>
                </a:lnTo>
                <a:lnTo>
                  <a:pt x="0" y="8"/>
                </a:lnTo>
                <a:lnTo>
                  <a:pt x="0" y="7"/>
                </a:lnTo>
                <a:lnTo>
                  <a:pt x="0" y="8"/>
                </a:lnTo>
                <a:lnTo>
                  <a:pt x="1" y="8"/>
                </a:lnTo>
                <a:lnTo>
                  <a:pt x="1" y="7"/>
                </a:lnTo>
                <a:lnTo>
                  <a:pt x="1" y="8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2" y="1"/>
                </a:lnTo>
                <a:lnTo>
                  <a:pt x="4" y="1"/>
                </a:lnTo>
                <a:lnTo>
                  <a:pt x="4" y="3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4" name=""/>
          <p:cNvSpPr/>
          <p:nvPr/>
        </p:nvSpPr>
        <p:spPr>
          <a:xfrm>
            <a:off x="1973520" y="43646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5" name=""/>
          <p:cNvSpPr/>
          <p:nvPr/>
        </p:nvSpPr>
        <p:spPr>
          <a:xfrm>
            <a:off x="1964520" y="436284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5" y="2"/>
                </a:move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6" name=""/>
          <p:cNvSpPr/>
          <p:nvPr/>
        </p:nvSpPr>
        <p:spPr>
          <a:xfrm>
            <a:off x="1966320" y="4358520"/>
            <a:ext cx="10080" cy="6840"/>
          </a:xfrm>
          <a:custGeom>
            <a:avLst/>
            <a:gdLst/>
            <a:ahLst/>
            <a:rect l="0" t="0" r="r" b="b"/>
            <a:pathLst>
              <a:path w="28" h="19">
                <a:moveTo>
                  <a:pt x="16" y="4"/>
                </a:moveTo>
                <a:lnTo>
                  <a:pt x="17" y="4"/>
                </a:lnTo>
                <a:lnTo>
                  <a:pt x="18" y="4"/>
                </a:lnTo>
                <a:lnTo>
                  <a:pt x="19" y="4"/>
                </a:lnTo>
                <a:lnTo>
                  <a:pt x="20" y="4"/>
                </a:lnTo>
                <a:lnTo>
                  <a:pt x="21" y="4"/>
                </a:lnTo>
                <a:lnTo>
                  <a:pt x="21" y="3"/>
                </a:lnTo>
                <a:lnTo>
                  <a:pt x="22" y="3"/>
                </a:lnTo>
                <a:lnTo>
                  <a:pt x="23" y="2"/>
                </a:lnTo>
                <a:lnTo>
                  <a:pt x="24" y="2"/>
                </a:lnTo>
                <a:lnTo>
                  <a:pt x="25" y="2"/>
                </a:lnTo>
                <a:lnTo>
                  <a:pt x="26" y="2"/>
                </a:lnTo>
                <a:lnTo>
                  <a:pt x="26" y="3"/>
                </a:lnTo>
                <a:lnTo>
                  <a:pt x="27" y="3"/>
                </a:lnTo>
                <a:lnTo>
                  <a:pt x="28" y="3"/>
                </a:lnTo>
                <a:lnTo>
                  <a:pt x="28" y="4"/>
                </a:lnTo>
                <a:lnTo>
                  <a:pt x="28" y="5"/>
                </a:lnTo>
                <a:lnTo>
                  <a:pt x="27" y="7"/>
                </a:lnTo>
                <a:lnTo>
                  <a:pt x="27" y="8"/>
                </a:lnTo>
                <a:lnTo>
                  <a:pt x="27" y="9"/>
                </a:lnTo>
                <a:lnTo>
                  <a:pt x="26" y="11"/>
                </a:lnTo>
                <a:lnTo>
                  <a:pt x="26" y="12"/>
                </a:lnTo>
                <a:lnTo>
                  <a:pt x="26" y="13"/>
                </a:lnTo>
                <a:lnTo>
                  <a:pt x="26" y="16"/>
                </a:lnTo>
                <a:lnTo>
                  <a:pt x="26" y="18"/>
                </a:lnTo>
                <a:lnTo>
                  <a:pt x="25" y="18"/>
                </a:lnTo>
                <a:lnTo>
                  <a:pt x="25" y="19"/>
                </a:lnTo>
                <a:lnTo>
                  <a:pt x="24" y="19"/>
                </a:lnTo>
                <a:lnTo>
                  <a:pt x="24" y="18"/>
                </a:lnTo>
                <a:lnTo>
                  <a:pt x="23" y="18"/>
                </a:lnTo>
                <a:lnTo>
                  <a:pt x="23" y="17"/>
                </a:lnTo>
                <a:lnTo>
                  <a:pt x="23" y="16"/>
                </a:lnTo>
                <a:lnTo>
                  <a:pt x="23" y="15"/>
                </a:lnTo>
                <a:lnTo>
                  <a:pt x="22" y="15"/>
                </a:lnTo>
                <a:lnTo>
                  <a:pt x="22" y="14"/>
                </a:lnTo>
                <a:lnTo>
                  <a:pt x="22" y="13"/>
                </a:lnTo>
                <a:lnTo>
                  <a:pt x="21" y="12"/>
                </a:lnTo>
                <a:lnTo>
                  <a:pt x="20" y="12"/>
                </a:lnTo>
                <a:lnTo>
                  <a:pt x="20" y="11"/>
                </a:lnTo>
                <a:lnTo>
                  <a:pt x="19" y="11"/>
                </a:lnTo>
                <a:lnTo>
                  <a:pt x="18" y="11"/>
                </a:lnTo>
                <a:lnTo>
                  <a:pt x="17" y="11"/>
                </a:lnTo>
                <a:lnTo>
                  <a:pt x="16" y="11"/>
                </a:lnTo>
                <a:lnTo>
                  <a:pt x="15" y="11"/>
                </a:lnTo>
                <a:lnTo>
                  <a:pt x="14" y="11"/>
                </a:lnTo>
                <a:lnTo>
                  <a:pt x="13" y="11"/>
                </a:lnTo>
                <a:lnTo>
                  <a:pt x="12" y="11"/>
                </a:lnTo>
                <a:lnTo>
                  <a:pt x="11" y="11"/>
                </a:lnTo>
                <a:lnTo>
                  <a:pt x="10" y="11"/>
                </a:lnTo>
                <a:lnTo>
                  <a:pt x="9" y="11"/>
                </a:lnTo>
                <a:lnTo>
                  <a:pt x="9" y="12"/>
                </a:lnTo>
                <a:lnTo>
                  <a:pt x="8" y="12"/>
                </a:lnTo>
                <a:lnTo>
                  <a:pt x="7" y="13"/>
                </a:lnTo>
                <a:lnTo>
                  <a:pt x="5" y="13"/>
                </a:lnTo>
                <a:lnTo>
                  <a:pt x="5" y="14"/>
                </a:lnTo>
                <a:lnTo>
                  <a:pt x="4" y="14"/>
                </a:lnTo>
                <a:lnTo>
                  <a:pt x="3" y="14"/>
                </a:lnTo>
                <a:lnTo>
                  <a:pt x="2" y="14"/>
                </a:lnTo>
                <a:lnTo>
                  <a:pt x="1" y="14"/>
                </a:lnTo>
                <a:lnTo>
                  <a:pt x="1" y="15"/>
                </a:lnTo>
                <a:lnTo>
                  <a:pt x="0" y="15"/>
                </a:lnTo>
                <a:lnTo>
                  <a:pt x="0" y="14"/>
                </a:lnTo>
                <a:lnTo>
                  <a:pt x="0" y="13"/>
                </a:lnTo>
                <a:lnTo>
                  <a:pt x="1" y="13"/>
                </a:lnTo>
                <a:lnTo>
                  <a:pt x="1" y="12"/>
                </a:lnTo>
                <a:lnTo>
                  <a:pt x="2" y="11"/>
                </a:lnTo>
                <a:lnTo>
                  <a:pt x="2" y="10"/>
                </a:lnTo>
                <a:lnTo>
                  <a:pt x="3" y="9"/>
                </a:lnTo>
                <a:lnTo>
                  <a:pt x="4" y="8"/>
                </a:lnTo>
                <a:lnTo>
                  <a:pt x="4" y="7"/>
                </a:lnTo>
                <a:lnTo>
                  <a:pt x="5" y="8"/>
                </a:lnTo>
                <a:lnTo>
                  <a:pt x="7" y="8"/>
                </a:lnTo>
                <a:lnTo>
                  <a:pt x="8" y="8"/>
                </a:lnTo>
                <a:lnTo>
                  <a:pt x="7" y="8"/>
                </a:lnTo>
                <a:lnTo>
                  <a:pt x="5" y="7"/>
                </a:lnTo>
                <a:lnTo>
                  <a:pt x="5" y="5"/>
                </a:lnTo>
                <a:lnTo>
                  <a:pt x="7" y="5"/>
                </a:lnTo>
                <a:lnTo>
                  <a:pt x="5" y="5"/>
                </a:lnTo>
                <a:lnTo>
                  <a:pt x="5" y="4"/>
                </a:lnTo>
                <a:lnTo>
                  <a:pt x="7" y="5"/>
                </a:lnTo>
                <a:lnTo>
                  <a:pt x="7" y="4"/>
                </a:lnTo>
                <a:lnTo>
                  <a:pt x="7" y="3"/>
                </a:lnTo>
                <a:lnTo>
                  <a:pt x="5" y="3"/>
                </a:lnTo>
                <a:lnTo>
                  <a:pt x="5" y="2"/>
                </a:lnTo>
                <a:lnTo>
                  <a:pt x="7" y="2"/>
                </a:lnTo>
                <a:lnTo>
                  <a:pt x="8" y="2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2" y="1"/>
                </a:lnTo>
                <a:lnTo>
                  <a:pt x="13" y="1"/>
                </a:lnTo>
                <a:lnTo>
                  <a:pt x="13" y="0"/>
                </a:lnTo>
                <a:lnTo>
                  <a:pt x="14" y="0"/>
                </a:lnTo>
                <a:lnTo>
                  <a:pt x="14" y="1"/>
                </a:lnTo>
                <a:lnTo>
                  <a:pt x="15" y="1"/>
                </a:lnTo>
                <a:lnTo>
                  <a:pt x="15" y="2"/>
                </a:lnTo>
                <a:lnTo>
                  <a:pt x="16" y="3"/>
                </a:lnTo>
                <a:lnTo>
                  <a:pt x="1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7" name=""/>
          <p:cNvSpPr/>
          <p:nvPr/>
        </p:nvSpPr>
        <p:spPr>
          <a:xfrm>
            <a:off x="1971720" y="43592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2"/>
                </a:moveTo>
                <a:lnTo>
                  <a:pt x="1" y="0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8" name=""/>
          <p:cNvSpPr/>
          <p:nvPr/>
        </p:nvSpPr>
        <p:spPr>
          <a:xfrm>
            <a:off x="1970640" y="43578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4"/>
                </a:moveTo>
                <a:lnTo>
                  <a:pt x="3" y="4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5" y="2"/>
                </a:lnTo>
                <a:lnTo>
                  <a:pt x="5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9" name=""/>
          <p:cNvSpPr/>
          <p:nvPr/>
        </p:nvSpPr>
        <p:spPr>
          <a:xfrm>
            <a:off x="1972080" y="4354200"/>
            <a:ext cx="6480" cy="5040"/>
          </a:xfrm>
          <a:custGeom>
            <a:avLst/>
            <a:gdLst/>
            <a:ahLst/>
            <a:rect l="0" t="0" r="r" b="b"/>
            <a:pathLst>
              <a:path w="18" h="14">
                <a:moveTo>
                  <a:pt x="8" y="3"/>
                </a:moveTo>
                <a:lnTo>
                  <a:pt x="7" y="3"/>
                </a:lnTo>
                <a:lnTo>
                  <a:pt x="8" y="3"/>
                </a:lnTo>
                <a:lnTo>
                  <a:pt x="9" y="3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2" y="2"/>
                </a:lnTo>
                <a:lnTo>
                  <a:pt x="12" y="1"/>
                </a:lnTo>
                <a:lnTo>
                  <a:pt x="14" y="1"/>
                </a:lnTo>
                <a:lnTo>
                  <a:pt x="14" y="2"/>
                </a:lnTo>
                <a:lnTo>
                  <a:pt x="15" y="2"/>
                </a:lnTo>
                <a:lnTo>
                  <a:pt x="16" y="2"/>
                </a:lnTo>
                <a:lnTo>
                  <a:pt x="17" y="1"/>
                </a:lnTo>
                <a:lnTo>
                  <a:pt x="17" y="0"/>
                </a:lnTo>
                <a:lnTo>
                  <a:pt x="18" y="0"/>
                </a:lnTo>
                <a:lnTo>
                  <a:pt x="18" y="1"/>
                </a:lnTo>
                <a:lnTo>
                  <a:pt x="18" y="2"/>
                </a:lnTo>
                <a:lnTo>
                  <a:pt x="17" y="3"/>
                </a:lnTo>
                <a:lnTo>
                  <a:pt x="16" y="5"/>
                </a:lnTo>
                <a:lnTo>
                  <a:pt x="16" y="6"/>
                </a:lnTo>
                <a:lnTo>
                  <a:pt x="15" y="8"/>
                </a:lnTo>
                <a:lnTo>
                  <a:pt x="15" y="9"/>
                </a:lnTo>
                <a:lnTo>
                  <a:pt x="15" y="10"/>
                </a:lnTo>
                <a:lnTo>
                  <a:pt x="15" y="11"/>
                </a:lnTo>
                <a:lnTo>
                  <a:pt x="14" y="12"/>
                </a:lnTo>
                <a:lnTo>
                  <a:pt x="14" y="13"/>
                </a:lnTo>
                <a:lnTo>
                  <a:pt x="13" y="13"/>
                </a:lnTo>
                <a:lnTo>
                  <a:pt x="12" y="13"/>
                </a:lnTo>
                <a:lnTo>
                  <a:pt x="11" y="14"/>
                </a:lnTo>
                <a:lnTo>
                  <a:pt x="10" y="14"/>
                </a:lnTo>
                <a:lnTo>
                  <a:pt x="10" y="13"/>
                </a:lnTo>
                <a:lnTo>
                  <a:pt x="10" y="12"/>
                </a:lnTo>
                <a:lnTo>
                  <a:pt x="10" y="11"/>
                </a:lnTo>
                <a:lnTo>
                  <a:pt x="10" y="10"/>
                </a:lnTo>
                <a:lnTo>
                  <a:pt x="9" y="11"/>
                </a:lnTo>
                <a:lnTo>
                  <a:pt x="9" y="10"/>
                </a:lnTo>
                <a:lnTo>
                  <a:pt x="9" y="9"/>
                </a:lnTo>
                <a:lnTo>
                  <a:pt x="8" y="9"/>
                </a:lnTo>
                <a:lnTo>
                  <a:pt x="8" y="8"/>
                </a:lnTo>
                <a:lnTo>
                  <a:pt x="9" y="8"/>
                </a:lnTo>
                <a:lnTo>
                  <a:pt x="8" y="8"/>
                </a:lnTo>
                <a:lnTo>
                  <a:pt x="8" y="6"/>
                </a:lnTo>
                <a:lnTo>
                  <a:pt x="9" y="6"/>
                </a:lnTo>
                <a:lnTo>
                  <a:pt x="9" y="5"/>
                </a:lnTo>
                <a:lnTo>
                  <a:pt x="8" y="5"/>
                </a:lnTo>
                <a:lnTo>
                  <a:pt x="8" y="6"/>
                </a:lnTo>
                <a:lnTo>
                  <a:pt x="8" y="8"/>
                </a:lnTo>
                <a:lnTo>
                  <a:pt x="7" y="8"/>
                </a:lnTo>
                <a:lnTo>
                  <a:pt x="7" y="6"/>
                </a:lnTo>
                <a:lnTo>
                  <a:pt x="6" y="6"/>
                </a:lnTo>
                <a:lnTo>
                  <a:pt x="6" y="8"/>
                </a:lnTo>
                <a:lnTo>
                  <a:pt x="4" y="8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8" y="1"/>
                </a:lnTo>
                <a:lnTo>
                  <a:pt x="8" y="2"/>
                </a:lnTo>
                <a:lnTo>
                  <a:pt x="8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0" name=""/>
          <p:cNvSpPr/>
          <p:nvPr/>
        </p:nvSpPr>
        <p:spPr>
          <a:xfrm>
            <a:off x="1971720" y="435600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1" y="2"/>
                </a:moveTo>
                <a:lnTo>
                  <a:pt x="0" y="2"/>
                </a:lnTo>
                <a:lnTo>
                  <a:pt x="0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1" name=""/>
          <p:cNvSpPr/>
          <p:nvPr/>
        </p:nvSpPr>
        <p:spPr>
          <a:xfrm>
            <a:off x="1974240" y="4354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2" name=""/>
          <p:cNvSpPr/>
          <p:nvPr/>
        </p:nvSpPr>
        <p:spPr>
          <a:xfrm>
            <a:off x="1996200" y="43477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3" name=""/>
          <p:cNvSpPr/>
          <p:nvPr/>
        </p:nvSpPr>
        <p:spPr>
          <a:xfrm>
            <a:off x="1991520" y="4343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4" name=""/>
          <p:cNvSpPr/>
          <p:nvPr/>
        </p:nvSpPr>
        <p:spPr>
          <a:xfrm>
            <a:off x="2028600" y="43412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4"/>
                </a:move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5" name=""/>
          <p:cNvSpPr/>
          <p:nvPr/>
        </p:nvSpPr>
        <p:spPr>
          <a:xfrm>
            <a:off x="2027520" y="43394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6" name=""/>
          <p:cNvSpPr/>
          <p:nvPr/>
        </p:nvSpPr>
        <p:spPr>
          <a:xfrm>
            <a:off x="2016720" y="4337640"/>
            <a:ext cx="7200" cy="4320"/>
          </a:xfrm>
          <a:custGeom>
            <a:avLst/>
            <a:gdLst/>
            <a:ahLst/>
            <a:rect l="0" t="0" r="r" b="b"/>
            <a:pathLst>
              <a:path w="20" h="12">
                <a:moveTo>
                  <a:pt x="14" y="1"/>
                </a:moveTo>
                <a:lnTo>
                  <a:pt x="14" y="3"/>
                </a:lnTo>
                <a:lnTo>
                  <a:pt x="14" y="1"/>
                </a:lnTo>
                <a:lnTo>
                  <a:pt x="15" y="0"/>
                </a:lnTo>
                <a:lnTo>
                  <a:pt x="15" y="1"/>
                </a:lnTo>
                <a:lnTo>
                  <a:pt x="15" y="3"/>
                </a:lnTo>
                <a:lnTo>
                  <a:pt x="16" y="3"/>
                </a:lnTo>
                <a:lnTo>
                  <a:pt x="16" y="1"/>
                </a:lnTo>
                <a:lnTo>
                  <a:pt x="17" y="1"/>
                </a:lnTo>
                <a:lnTo>
                  <a:pt x="18" y="1"/>
                </a:lnTo>
                <a:lnTo>
                  <a:pt x="19" y="1"/>
                </a:lnTo>
                <a:lnTo>
                  <a:pt x="19" y="3"/>
                </a:lnTo>
                <a:lnTo>
                  <a:pt x="20" y="3"/>
                </a:lnTo>
                <a:lnTo>
                  <a:pt x="20" y="4"/>
                </a:lnTo>
                <a:lnTo>
                  <a:pt x="19" y="4"/>
                </a:lnTo>
                <a:lnTo>
                  <a:pt x="19" y="5"/>
                </a:lnTo>
                <a:lnTo>
                  <a:pt x="18" y="5"/>
                </a:lnTo>
                <a:lnTo>
                  <a:pt x="17" y="5"/>
                </a:lnTo>
                <a:lnTo>
                  <a:pt x="16" y="6"/>
                </a:lnTo>
                <a:lnTo>
                  <a:pt x="15" y="6"/>
                </a:lnTo>
                <a:lnTo>
                  <a:pt x="15" y="7"/>
                </a:lnTo>
                <a:lnTo>
                  <a:pt x="14" y="7"/>
                </a:lnTo>
                <a:lnTo>
                  <a:pt x="14" y="6"/>
                </a:lnTo>
                <a:lnTo>
                  <a:pt x="14" y="7"/>
                </a:lnTo>
                <a:lnTo>
                  <a:pt x="12" y="7"/>
                </a:lnTo>
                <a:lnTo>
                  <a:pt x="12" y="6"/>
                </a:lnTo>
                <a:lnTo>
                  <a:pt x="11" y="6"/>
                </a:lnTo>
                <a:lnTo>
                  <a:pt x="11" y="7"/>
                </a:lnTo>
                <a:lnTo>
                  <a:pt x="10" y="7"/>
                </a:lnTo>
                <a:lnTo>
                  <a:pt x="9" y="7"/>
                </a:lnTo>
                <a:lnTo>
                  <a:pt x="8" y="8"/>
                </a:lnTo>
                <a:lnTo>
                  <a:pt x="7" y="9"/>
                </a:lnTo>
                <a:lnTo>
                  <a:pt x="6" y="10"/>
                </a:lnTo>
                <a:lnTo>
                  <a:pt x="5" y="11"/>
                </a:lnTo>
                <a:lnTo>
                  <a:pt x="4" y="11"/>
                </a:lnTo>
                <a:lnTo>
                  <a:pt x="4" y="10"/>
                </a:lnTo>
                <a:lnTo>
                  <a:pt x="3" y="10"/>
                </a:lnTo>
                <a:lnTo>
                  <a:pt x="3" y="11"/>
                </a:lnTo>
                <a:lnTo>
                  <a:pt x="2" y="11"/>
                </a:lnTo>
                <a:lnTo>
                  <a:pt x="1" y="11"/>
                </a:lnTo>
                <a:lnTo>
                  <a:pt x="1" y="12"/>
                </a:lnTo>
                <a:lnTo>
                  <a:pt x="0" y="12"/>
                </a:lnTo>
                <a:lnTo>
                  <a:pt x="0" y="11"/>
                </a:lnTo>
                <a:lnTo>
                  <a:pt x="0" y="10"/>
                </a:lnTo>
                <a:lnTo>
                  <a:pt x="1" y="11"/>
                </a:lnTo>
                <a:lnTo>
                  <a:pt x="1" y="10"/>
                </a:lnTo>
                <a:lnTo>
                  <a:pt x="2" y="10"/>
                </a:lnTo>
                <a:lnTo>
                  <a:pt x="2" y="9"/>
                </a:lnTo>
                <a:lnTo>
                  <a:pt x="1" y="8"/>
                </a:lnTo>
                <a:lnTo>
                  <a:pt x="2" y="8"/>
                </a:lnTo>
                <a:lnTo>
                  <a:pt x="3" y="7"/>
                </a:lnTo>
                <a:lnTo>
                  <a:pt x="4" y="6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2" y="3"/>
                </a:lnTo>
                <a:lnTo>
                  <a:pt x="3" y="1"/>
                </a:lnTo>
                <a:lnTo>
                  <a:pt x="4" y="1"/>
                </a:lnTo>
                <a:lnTo>
                  <a:pt x="6" y="3"/>
                </a:lnTo>
                <a:lnTo>
                  <a:pt x="7" y="3"/>
                </a:lnTo>
                <a:lnTo>
                  <a:pt x="8" y="3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9" y="1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lnTo>
                  <a:pt x="12" y="3"/>
                </a:lnTo>
                <a:lnTo>
                  <a:pt x="1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7" name=""/>
          <p:cNvSpPr/>
          <p:nvPr/>
        </p:nvSpPr>
        <p:spPr>
          <a:xfrm>
            <a:off x="2026440" y="43383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8" name=""/>
          <p:cNvSpPr/>
          <p:nvPr/>
        </p:nvSpPr>
        <p:spPr>
          <a:xfrm>
            <a:off x="2017080" y="433620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1"/>
                </a:moveTo>
                <a:lnTo>
                  <a:pt x="0" y="0"/>
                </a:lnTo>
                <a:lnTo>
                  <a:pt x="2" y="1"/>
                </a:lnTo>
                <a:lnTo>
                  <a:pt x="2" y="3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9" name=""/>
          <p:cNvSpPr/>
          <p:nvPr/>
        </p:nvSpPr>
        <p:spPr>
          <a:xfrm>
            <a:off x="2016000" y="43362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1"/>
                </a:moveTo>
                <a:lnTo>
                  <a:pt x="4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0" name=""/>
          <p:cNvSpPr/>
          <p:nvPr/>
        </p:nvSpPr>
        <p:spPr>
          <a:xfrm>
            <a:off x="2016720" y="4335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1" name=""/>
          <p:cNvSpPr/>
          <p:nvPr/>
        </p:nvSpPr>
        <p:spPr>
          <a:xfrm>
            <a:off x="2016720" y="43347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2" name=""/>
          <p:cNvSpPr/>
          <p:nvPr/>
        </p:nvSpPr>
        <p:spPr>
          <a:xfrm>
            <a:off x="2048400" y="434052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2"/>
                </a:move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2" y="4"/>
                </a:lnTo>
                <a:lnTo>
                  <a:pt x="0" y="4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3" name=""/>
          <p:cNvSpPr/>
          <p:nvPr/>
        </p:nvSpPr>
        <p:spPr>
          <a:xfrm>
            <a:off x="2041560" y="433980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2"/>
                </a:move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4" name=""/>
          <p:cNvSpPr/>
          <p:nvPr/>
        </p:nvSpPr>
        <p:spPr>
          <a:xfrm>
            <a:off x="2044080" y="43394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5" name=""/>
          <p:cNvSpPr/>
          <p:nvPr/>
        </p:nvSpPr>
        <p:spPr>
          <a:xfrm>
            <a:off x="2050560" y="43394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2"/>
                </a:moveTo>
                <a:lnTo>
                  <a:pt x="4" y="2"/>
                </a:lnTo>
                <a:lnTo>
                  <a:pt x="4" y="4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6" name=""/>
          <p:cNvSpPr/>
          <p:nvPr/>
        </p:nvSpPr>
        <p:spPr>
          <a:xfrm>
            <a:off x="2044440" y="4339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7" name=""/>
          <p:cNvSpPr/>
          <p:nvPr/>
        </p:nvSpPr>
        <p:spPr>
          <a:xfrm>
            <a:off x="2039760" y="4335480"/>
            <a:ext cx="5040" cy="5400"/>
          </a:xfrm>
          <a:custGeom>
            <a:avLst/>
            <a:gdLst/>
            <a:ahLst/>
            <a:rect l="0" t="0" r="r" b="b"/>
            <a:pathLst>
              <a:path w="14" h="15">
                <a:moveTo>
                  <a:pt x="14" y="1"/>
                </a:moveTo>
                <a:lnTo>
                  <a:pt x="14" y="3"/>
                </a:lnTo>
                <a:lnTo>
                  <a:pt x="14" y="4"/>
                </a:lnTo>
                <a:lnTo>
                  <a:pt x="14" y="5"/>
                </a:lnTo>
                <a:lnTo>
                  <a:pt x="13" y="5"/>
                </a:lnTo>
                <a:lnTo>
                  <a:pt x="12" y="6"/>
                </a:lnTo>
                <a:lnTo>
                  <a:pt x="11" y="6"/>
                </a:lnTo>
                <a:lnTo>
                  <a:pt x="11" y="7"/>
                </a:lnTo>
                <a:lnTo>
                  <a:pt x="11" y="8"/>
                </a:lnTo>
                <a:lnTo>
                  <a:pt x="12" y="8"/>
                </a:lnTo>
                <a:lnTo>
                  <a:pt x="12" y="9"/>
                </a:lnTo>
                <a:lnTo>
                  <a:pt x="13" y="9"/>
                </a:lnTo>
                <a:lnTo>
                  <a:pt x="14" y="9"/>
                </a:lnTo>
                <a:lnTo>
                  <a:pt x="14" y="10"/>
                </a:lnTo>
                <a:lnTo>
                  <a:pt x="13" y="10"/>
                </a:lnTo>
                <a:lnTo>
                  <a:pt x="11" y="10"/>
                </a:lnTo>
                <a:lnTo>
                  <a:pt x="11" y="11"/>
                </a:lnTo>
                <a:lnTo>
                  <a:pt x="10" y="11"/>
                </a:lnTo>
                <a:lnTo>
                  <a:pt x="10" y="12"/>
                </a:lnTo>
                <a:lnTo>
                  <a:pt x="8" y="12"/>
                </a:lnTo>
                <a:lnTo>
                  <a:pt x="7" y="12"/>
                </a:lnTo>
                <a:lnTo>
                  <a:pt x="7" y="13"/>
                </a:lnTo>
                <a:lnTo>
                  <a:pt x="7" y="12"/>
                </a:lnTo>
                <a:lnTo>
                  <a:pt x="6" y="12"/>
                </a:lnTo>
                <a:lnTo>
                  <a:pt x="5" y="12"/>
                </a:lnTo>
                <a:lnTo>
                  <a:pt x="5" y="11"/>
                </a:lnTo>
                <a:lnTo>
                  <a:pt x="4" y="11"/>
                </a:lnTo>
                <a:lnTo>
                  <a:pt x="4" y="12"/>
                </a:lnTo>
                <a:lnTo>
                  <a:pt x="3" y="12"/>
                </a:lnTo>
                <a:lnTo>
                  <a:pt x="2" y="12"/>
                </a:lnTo>
                <a:lnTo>
                  <a:pt x="2" y="13"/>
                </a:lnTo>
                <a:lnTo>
                  <a:pt x="3" y="14"/>
                </a:lnTo>
                <a:lnTo>
                  <a:pt x="2" y="14"/>
                </a:lnTo>
                <a:lnTo>
                  <a:pt x="1" y="14"/>
                </a:lnTo>
                <a:lnTo>
                  <a:pt x="1" y="15"/>
                </a:lnTo>
                <a:lnTo>
                  <a:pt x="0" y="14"/>
                </a:lnTo>
                <a:lnTo>
                  <a:pt x="1" y="14"/>
                </a:lnTo>
                <a:lnTo>
                  <a:pt x="1" y="13"/>
                </a:lnTo>
                <a:lnTo>
                  <a:pt x="1" y="12"/>
                </a:lnTo>
                <a:lnTo>
                  <a:pt x="1" y="11"/>
                </a:lnTo>
                <a:lnTo>
                  <a:pt x="1" y="10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2" y="10"/>
                </a:lnTo>
                <a:lnTo>
                  <a:pt x="3" y="10"/>
                </a:lnTo>
                <a:lnTo>
                  <a:pt x="4" y="9"/>
                </a:lnTo>
                <a:lnTo>
                  <a:pt x="5" y="9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4" y="6"/>
                </a:lnTo>
                <a:lnTo>
                  <a:pt x="4" y="7"/>
                </a:lnTo>
                <a:lnTo>
                  <a:pt x="4" y="6"/>
                </a:lnTo>
                <a:lnTo>
                  <a:pt x="5" y="6"/>
                </a:lnTo>
                <a:lnTo>
                  <a:pt x="6" y="6"/>
                </a:lnTo>
                <a:lnTo>
                  <a:pt x="6" y="5"/>
                </a:lnTo>
                <a:lnTo>
                  <a:pt x="6" y="4"/>
                </a:lnTo>
                <a:lnTo>
                  <a:pt x="8" y="3"/>
                </a:lnTo>
                <a:lnTo>
                  <a:pt x="10" y="3"/>
                </a:lnTo>
                <a:lnTo>
                  <a:pt x="11" y="3"/>
                </a:lnTo>
                <a:lnTo>
                  <a:pt x="11" y="1"/>
                </a:lnTo>
                <a:lnTo>
                  <a:pt x="12" y="1"/>
                </a:lnTo>
                <a:lnTo>
                  <a:pt x="12" y="0"/>
                </a:lnTo>
                <a:lnTo>
                  <a:pt x="13" y="0"/>
                </a:lnTo>
                <a:lnTo>
                  <a:pt x="13" y="1"/>
                </a:lnTo>
                <a:lnTo>
                  <a:pt x="14" y="1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8" name=""/>
          <p:cNvSpPr/>
          <p:nvPr/>
        </p:nvSpPr>
        <p:spPr>
          <a:xfrm>
            <a:off x="2039760" y="4335480"/>
            <a:ext cx="5040" cy="5400"/>
          </a:xfrm>
          <a:custGeom>
            <a:avLst/>
            <a:gdLst/>
            <a:ahLst/>
            <a:rect l="0" t="0" r="r" b="b"/>
            <a:pathLst>
              <a:path w="14" h="15">
                <a:moveTo>
                  <a:pt x="14" y="1"/>
                </a:moveTo>
                <a:lnTo>
                  <a:pt x="14" y="3"/>
                </a:lnTo>
                <a:lnTo>
                  <a:pt x="14" y="4"/>
                </a:lnTo>
                <a:lnTo>
                  <a:pt x="14" y="5"/>
                </a:lnTo>
                <a:lnTo>
                  <a:pt x="13" y="5"/>
                </a:lnTo>
                <a:lnTo>
                  <a:pt x="12" y="6"/>
                </a:lnTo>
                <a:lnTo>
                  <a:pt x="11" y="6"/>
                </a:lnTo>
                <a:lnTo>
                  <a:pt x="11" y="7"/>
                </a:lnTo>
                <a:lnTo>
                  <a:pt x="11" y="8"/>
                </a:lnTo>
                <a:lnTo>
                  <a:pt x="12" y="8"/>
                </a:lnTo>
                <a:lnTo>
                  <a:pt x="12" y="9"/>
                </a:lnTo>
                <a:lnTo>
                  <a:pt x="13" y="9"/>
                </a:lnTo>
                <a:lnTo>
                  <a:pt x="14" y="9"/>
                </a:lnTo>
                <a:lnTo>
                  <a:pt x="14" y="10"/>
                </a:lnTo>
                <a:lnTo>
                  <a:pt x="13" y="10"/>
                </a:lnTo>
                <a:lnTo>
                  <a:pt x="11" y="10"/>
                </a:lnTo>
                <a:lnTo>
                  <a:pt x="11" y="11"/>
                </a:lnTo>
                <a:lnTo>
                  <a:pt x="10" y="11"/>
                </a:lnTo>
                <a:lnTo>
                  <a:pt x="10" y="12"/>
                </a:lnTo>
                <a:lnTo>
                  <a:pt x="8" y="12"/>
                </a:lnTo>
                <a:lnTo>
                  <a:pt x="7" y="12"/>
                </a:lnTo>
                <a:lnTo>
                  <a:pt x="7" y="13"/>
                </a:lnTo>
                <a:lnTo>
                  <a:pt x="7" y="12"/>
                </a:lnTo>
                <a:lnTo>
                  <a:pt x="6" y="12"/>
                </a:lnTo>
                <a:lnTo>
                  <a:pt x="5" y="12"/>
                </a:lnTo>
                <a:lnTo>
                  <a:pt x="5" y="11"/>
                </a:lnTo>
                <a:lnTo>
                  <a:pt x="4" y="11"/>
                </a:lnTo>
                <a:lnTo>
                  <a:pt x="4" y="12"/>
                </a:lnTo>
                <a:lnTo>
                  <a:pt x="3" y="12"/>
                </a:lnTo>
                <a:lnTo>
                  <a:pt x="2" y="12"/>
                </a:lnTo>
                <a:lnTo>
                  <a:pt x="2" y="13"/>
                </a:lnTo>
                <a:lnTo>
                  <a:pt x="3" y="14"/>
                </a:lnTo>
                <a:lnTo>
                  <a:pt x="2" y="14"/>
                </a:lnTo>
                <a:lnTo>
                  <a:pt x="1" y="14"/>
                </a:lnTo>
                <a:lnTo>
                  <a:pt x="1" y="15"/>
                </a:lnTo>
                <a:lnTo>
                  <a:pt x="0" y="14"/>
                </a:lnTo>
                <a:lnTo>
                  <a:pt x="1" y="14"/>
                </a:lnTo>
                <a:lnTo>
                  <a:pt x="1" y="13"/>
                </a:lnTo>
                <a:lnTo>
                  <a:pt x="1" y="12"/>
                </a:lnTo>
                <a:lnTo>
                  <a:pt x="1" y="11"/>
                </a:lnTo>
                <a:lnTo>
                  <a:pt x="1" y="10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2" y="10"/>
                </a:lnTo>
                <a:lnTo>
                  <a:pt x="3" y="10"/>
                </a:lnTo>
                <a:lnTo>
                  <a:pt x="4" y="9"/>
                </a:lnTo>
                <a:lnTo>
                  <a:pt x="5" y="9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4" y="6"/>
                </a:lnTo>
                <a:lnTo>
                  <a:pt x="4" y="7"/>
                </a:lnTo>
                <a:lnTo>
                  <a:pt x="4" y="6"/>
                </a:lnTo>
                <a:lnTo>
                  <a:pt x="5" y="6"/>
                </a:lnTo>
                <a:lnTo>
                  <a:pt x="6" y="6"/>
                </a:lnTo>
                <a:lnTo>
                  <a:pt x="6" y="5"/>
                </a:lnTo>
                <a:lnTo>
                  <a:pt x="6" y="4"/>
                </a:lnTo>
                <a:lnTo>
                  <a:pt x="8" y="3"/>
                </a:lnTo>
                <a:lnTo>
                  <a:pt x="10" y="3"/>
                </a:lnTo>
                <a:lnTo>
                  <a:pt x="11" y="3"/>
                </a:lnTo>
                <a:lnTo>
                  <a:pt x="11" y="1"/>
                </a:lnTo>
                <a:lnTo>
                  <a:pt x="12" y="1"/>
                </a:lnTo>
                <a:lnTo>
                  <a:pt x="12" y="0"/>
                </a:lnTo>
                <a:lnTo>
                  <a:pt x="13" y="0"/>
                </a:lnTo>
                <a:lnTo>
                  <a:pt x="13" y="1"/>
                </a:lnTo>
                <a:lnTo>
                  <a:pt x="14" y="1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9" name=""/>
          <p:cNvSpPr/>
          <p:nvPr/>
        </p:nvSpPr>
        <p:spPr>
          <a:xfrm>
            <a:off x="2036880" y="433656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3" y="3"/>
                </a:moveTo>
                <a:lnTo>
                  <a:pt x="3" y="5"/>
                </a:lnTo>
                <a:lnTo>
                  <a:pt x="2" y="5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5" y="2"/>
                </a:lnTo>
                <a:lnTo>
                  <a:pt x="5" y="3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0" name=""/>
          <p:cNvSpPr/>
          <p:nvPr/>
        </p:nvSpPr>
        <p:spPr>
          <a:xfrm>
            <a:off x="2045880" y="4333320"/>
            <a:ext cx="5760" cy="8280"/>
          </a:xfrm>
          <a:custGeom>
            <a:avLst/>
            <a:gdLst/>
            <a:ahLst/>
            <a:rect l="0" t="0" r="r" b="b"/>
            <a:pathLst>
              <a:path w="16" h="23">
                <a:moveTo>
                  <a:pt x="16" y="1"/>
                </a:moveTo>
                <a:lnTo>
                  <a:pt x="16" y="2"/>
                </a:lnTo>
                <a:lnTo>
                  <a:pt x="16" y="3"/>
                </a:lnTo>
                <a:lnTo>
                  <a:pt x="15" y="3"/>
                </a:lnTo>
                <a:lnTo>
                  <a:pt x="15" y="4"/>
                </a:lnTo>
                <a:lnTo>
                  <a:pt x="14" y="4"/>
                </a:lnTo>
                <a:lnTo>
                  <a:pt x="12" y="4"/>
                </a:lnTo>
                <a:lnTo>
                  <a:pt x="11" y="5"/>
                </a:lnTo>
                <a:lnTo>
                  <a:pt x="9" y="6"/>
                </a:lnTo>
                <a:lnTo>
                  <a:pt x="9" y="8"/>
                </a:lnTo>
                <a:lnTo>
                  <a:pt x="11" y="8"/>
                </a:lnTo>
                <a:lnTo>
                  <a:pt x="9" y="8"/>
                </a:lnTo>
                <a:lnTo>
                  <a:pt x="9" y="9"/>
                </a:lnTo>
                <a:lnTo>
                  <a:pt x="8" y="10"/>
                </a:lnTo>
                <a:lnTo>
                  <a:pt x="8" y="11"/>
                </a:lnTo>
                <a:lnTo>
                  <a:pt x="9" y="11"/>
                </a:lnTo>
                <a:lnTo>
                  <a:pt x="9" y="12"/>
                </a:lnTo>
                <a:lnTo>
                  <a:pt x="9" y="13"/>
                </a:lnTo>
                <a:lnTo>
                  <a:pt x="11" y="13"/>
                </a:lnTo>
                <a:lnTo>
                  <a:pt x="9" y="14"/>
                </a:lnTo>
                <a:lnTo>
                  <a:pt x="9" y="15"/>
                </a:lnTo>
                <a:lnTo>
                  <a:pt x="8" y="15"/>
                </a:lnTo>
                <a:lnTo>
                  <a:pt x="8" y="16"/>
                </a:lnTo>
                <a:lnTo>
                  <a:pt x="7" y="17"/>
                </a:lnTo>
                <a:lnTo>
                  <a:pt x="8" y="18"/>
                </a:lnTo>
                <a:lnTo>
                  <a:pt x="8" y="19"/>
                </a:lnTo>
                <a:lnTo>
                  <a:pt x="8" y="20"/>
                </a:lnTo>
                <a:lnTo>
                  <a:pt x="9" y="20"/>
                </a:lnTo>
                <a:lnTo>
                  <a:pt x="9" y="19"/>
                </a:lnTo>
                <a:lnTo>
                  <a:pt x="9" y="20"/>
                </a:lnTo>
                <a:lnTo>
                  <a:pt x="9" y="21"/>
                </a:lnTo>
                <a:lnTo>
                  <a:pt x="8" y="22"/>
                </a:lnTo>
                <a:lnTo>
                  <a:pt x="7" y="22"/>
                </a:lnTo>
                <a:lnTo>
                  <a:pt x="6" y="22"/>
                </a:lnTo>
                <a:lnTo>
                  <a:pt x="6" y="23"/>
                </a:lnTo>
                <a:lnTo>
                  <a:pt x="5" y="23"/>
                </a:lnTo>
                <a:lnTo>
                  <a:pt x="6" y="22"/>
                </a:lnTo>
                <a:lnTo>
                  <a:pt x="5" y="22"/>
                </a:lnTo>
                <a:lnTo>
                  <a:pt x="5" y="21"/>
                </a:lnTo>
                <a:lnTo>
                  <a:pt x="6" y="21"/>
                </a:lnTo>
                <a:lnTo>
                  <a:pt x="6" y="20"/>
                </a:lnTo>
                <a:lnTo>
                  <a:pt x="5" y="20"/>
                </a:lnTo>
                <a:lnTo>
                  <a:pt x="4" y="20"/>
                </a:lnTo>
                <a:lnTo>
                  <a:pt x="4" y="21"/>
                </a:lnTo>
                <a:lnTo>
                  <a:pt x="4" y="20"/>
                </a:lnTo>
                <a:lnTo>
                  <a:pt x="4" y="19"/>
                </a:lnTo>
                <a:lnTo>
                  <a:pt x="4" y="18"/>
                </a:lnTo>
                <a:lnTo>
                  <a:pt x="5" y="18"/>
                </a:lnTo>
                <a:lnTo>
                  <a:pt x="4" y="18"/>
                </a:lnTo>
                <a:lnTo>
                  <a:pt x="4" y="17"/>
                </a:lnTo>
                <a:lnTo>
                  <a:pt x="4" y="18"/>
                </a:lnTo>
                <a:lnTo>
                  <a:pt x="3" y="18"/>
                </a:lnTo>
                <a:lnTo>
                  <a:pt x="3" y="19"/>
                </a:lnTo>
                <a:lnTo>
                  <a:pt x="2" y="19"/>
                </a:lnTo>
                <a:lnTo>
                  <a:pt x="2" y="18"/>
                </a:lnTo>
                <a:lnTo>
                  <a:pt x="2" y="17"/>
                </a:lnTo>
                <a:lnTo>
                  <a:pt x="3" y="17"/>
                </a:lnTo>
                <a:lnTo>
                  <a:pt x="3" y="16"/>
                </a:lnTo>
                <a:lnTo>
                  <a:pt x="4" y="15"/>
                </a:lnTo>
                <a:lnTo>
                  <a:pt x="4" y="14"/>
                </a:lnTo>
                <a:lnTo>
                  <a:pt x="5" y="14"/>
                </a:lnTo>
                <a:lnTo>
                  <a:pt x="5" y="15"/>
                </a:lnTo>
                <a:lnTo>
                  <a:pt x="6" y="14"/>
                </a:lnTo>
                <a:lnTo>
                  <a:pt x="6" y="15"/>
                </a:lnTo>
                <a:lnTo>
                  <a:pt x="6" y="14"/>
                </a:lnTo>
                <a:lnTo>
                  <a:pt x="7" y="14"/>
                </a:lnTo>
                <a:lnTo>
                  <a:pt x="7" y="13"/>
                </a:lnTo>
                <a:lnTo>
                  <a:pt x="6" y="13"/>
                </a:lnTo>
                <a:lnTo>
                  <a:pt x="7" y="13"/>
                </a:lnTo>
                <a:lnTo>
                  <a:pt x="7" y="12"/>
                </a:lnTo>
                <a:lnTo>
                  <a:pt x="7" y="11"/>
                </a:lnTo>
                <a:lnTo>
                  <a:pt x="7" y="12"/>
                </a:lnTo>
                <a:lnTo>
                  <a:pt x="7" y="11"/>
                </a:lnTo>
                <a:lnTo>
                  <a:pt x="6" y="11"/>
                </a:lnTo>
                <a:lnTo>
                  <a:pt x="5" y="11"/>
                </a:lnTo>
                <a:lnTo>
                  <a:pt x="5" y="10"/>
                </a:lnTo>
                <a:lnTo>
                  <a:pt x="5" y="11"/>
                </a:lnTo>
                <a:lnTo>
                  <a:pt x="4" y="11"/>
                </a:lnTo>
                <a:lnTo>
                  <a:pt x="3" y="11"/>
                </a:lnTo>
                <a:lnTo>
                  <a:pt x="3" y="12"/>
                </a:lnTo>
                <a:lnTo>
                  <a:pt x="2" y="12"/>
                </a:lnTo>
                <a:lnTo>
                  <a:pt x="1" y="11"/>
                </a:lnTo>
                <a:lnTo>
                  <a:pt x="0" y="12"/>
                </a:lnTo>
                <a:lnTo>
                  <a:pt x="0" y="11"/>
                </a:lnTo>
                <a:lnTo>
                  <a:pt x="0" y="10"/>
                </a:lnTo>
                <a:lnTo>
                  <a:pt x="1" y="10"/>
                </a:lnTo>
                <a:lnTo>
                  <a:pt x="1" y="9"/>
                </a:lnTo>
                <a:lnTo>
                  <a:pt x="0" y="9"/>
                </a:lnTo>
                <a:lnTo>
                  <a:pt x="1" y="8"/>
                </a:lnTo>
                <a:lnTo>
                  <a:pt x="1" y="6"/>
                </a:lnTo>
                <a:lnTo>
                  <a:pt x="2" y="6"/>
                </a:lnTo>
                <a:lnTo>
                  <a:pt x="2" y="5"/>
                </a:lnTo>
                <a:lnTo>
                  <a:pt x="3" y="5"/>
                </a:lnTo>
                <a:lnTo>
                  <a:pt x="4" y="6"/>
                </a:lnTo>
                <a:lnTo>
                  <a:pt x="4" y="5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5" y="8"/>
                </a:lnTo>
                <a:lnTo>
                  <a:pt x="5" y="6"/>
                </a:lnTo>
                <a:lnTo>
                  <a:pt x="6" y="6"/>
                </a:lnTo>
                <a:lnTo>
                  <a:pt x="6" y="5"/>
                </a:lnTo>
                <a:lnTo>
                  <a:pt x="7" y="4"/>
                </a:lnTo>
                <a:lnTo>
                  <a:pt x="6" y="3"/>
                </a:lnTo>
                <a:lnTo>
                  <a:pt x="6" y="2"/>
                </a:lnTo>
                <a:lnTo>
                  <a:pt x="7" y="1"/>
                </a:lnTo>
                <a:lnTo>
                  <a:pt x="6" y="1"/>
                </a:lnTo>
                <a:lnTo>
                  <a:pt x="6" y="2"/>
                </a:lnTo>
                <a:lnTo>
                  <a:pt x="7" y="2"/>
                </a:lnTo>
                <a:lnTo>
                  <a:pt x="8" y="2"/>
                </a:lnTo>
                <a:lnTo>
                  <a:pt x="8" y="1"/>
                </a:lnTo>
                <a:lnTo>
                  <a:pt x="9" y="1"/>
                </a:lnTo>
                <a:lnTo>
                  <a:pt x="11" y="1"/>
                </a:lnTo>
                <a:lnTo>
                  <a:pt x="12" y="1"/>
                </a:lnTo>
                <a:lnTo>
                  <a:pt x="12" y="0"/>
                </a:lnTo>
                <a:lnTo>
                  <a:pt x="13" y="0"/>
                </a:lnTo>
                <a:lnTo>
                  <a:pt x="14" y="1"/>
                </a:lnTo>
                <a:lnTo>
                  <a:pt x="15" y="1"/>
                </a:lnTo>
                <a:lnTo>
                  <a:pt x="1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1" name=""/>
          <p:cNvSpPr/>
          <p:nvPr/>
        </p:nvSpPr>
        <p:spPr>
          <a:xfrm>
            <a:off x="2044800" y="43358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2" name=""/>
          <p:cNvSpPr/>
          <p:nvPr/>
        </p:nvSpPr>
        <p:spPr>
          <a:xfrm>
            <a:off x="2059560" y="432972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4" y="2"/>
                </a:moveTo>
                <a:lnTo>
                  <a:pt x="5" y="2"/>
                </a:lnTo>
                <a:lnTo>
                  <a:pt x="5" y="1"/>
                </a:lnTo>
                <a:lnTo>
                  <a:pt x="5" y="0"/>
                </a:lnTo>
                <a:lnTo>
                  <a:pt x="7" y="1"/>
                </a:lnTo>
                <a:lnTo>
                  <a:pt x="7" y="2"/>
                </a:lnTo>
                <a:lnTo>
                  <a:pt x="5" y="2"/>
                </a:lnTo>
                <a:lnTo>
                  <a:pt x="5" y="4"/>
                </a:lnTo>
                <a:lnTo>
                  <a:pt x="4" y="4"/>
                </a:lnTo>
                <a:lnTo>
                  <a:pt x="4" y="2"/>
                </a:lnTo>
                <a:lnTo>
                  <a:pt x="3" y="2"/>
                </a:lnTo>
                <a:lnTo>
                  <a:pt x="2" y="4"/>
                </a:lnTo>
                <a:lnTo>
                  <a:pt x="1" y="5"/>
                </a:lnTo>
                <a:lnTo>
                  <a:pt x="0" y="4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3" name=""/>
          <p:cNvSpPr/>
          <p:nvPr/>
        </p:nvSpPr>
        <p:spPr>
          <a:xfrm>
            <a:off x="2055600" y="432936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3" y="4"/>
                </a:moveTo>
                <a:lnTo>
                  <a:pt x="2" y="5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4" name=""/>
          <p:cNvSpPr/>
          <p:nvPr/>
        </p:nvSpPr>
        <p:spPr>
          <a:xfrm>
            <a:off x="2059200" y="432756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3"/>
                </a:moveTo>
                <a:lnTo>
                  <a:pt x="3" y="3"/>
                </a:lnTo>
                <a:lnTo>
                  <a:pt x="3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5" y="3"/>
                </a:lnTo>
                <a:lnTo>
                  <a:pt x="3" y="3"/>
                </a:lnTo>
                <a:lnTo>
                  <a:pt x="2" y="3"/>
                </a:lnTo>
                <a:lnTo>
                  <a:pt x="3" y="3"/>
                </a:lnTo>
                <a:lnTo>
                  <a:pt x="2" y="4"/>
                </a:lnTo>
                <a:lnTo>
                  <a:pt x="0" y="5"/>
                </a:lnTo>
                <a:lnTo>
                  <a:pt x="0" y="4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5" name=""/>
          <p:cNvSpPr/>
          <p:nvPr/>
        </p:nvSpPr>
        <p:spPr>
          <a:xfrm>
            <a:off x="2060640" y="4326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6" name=""/>
          <p:cNvSpPr/>
          <p:nvPr/>
        </p:nvSpPr>
        <p:spPr>
          <a:xfrm>
            <a:off x="2035080" y="43250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7" name=""/>
          <p:cNvSpPr/>
          <p:nvPr/>
        </p:nvSpPr>
        <p:spPr>
          <a:xfrm>
            <a:off x="2076840" y="43236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8" name=""/>
          <p:cNvSpPr/>
          <p:nvPr/>
        </p:nvSpPr>
        <p:spPr>
          <a:xfrm>
            <a:off x="2035800" y="43232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9" name=""/>
          <p:cNvSpPr/>
          <p:nvPr/>
        </p:nvSpPr>
        <p:spPr>
          <a:xfrm>
            <a:off x="2069640" y="43225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0" name=""/>
          <p:cNvSpPr/>
          <p:nvPr/>
        </p:nvSpPr>
        <p:spPr>
          <a:xfrm>
            <a:off x="2071080" y="43221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0"/>
                </a:moveTo>
                <a:lnTo>
                  <a:pt x="0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1" name=""/>
          <p:cNvSpPr/>
          <p:nvPr/>
        </p:nvSpPr>
        <p:spPr>
          <a:xfrm>
            <a:off x="2069280" y="4322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2" name=""/>
          <p:cNvSpPr/>
          <p:nvPr/>
        </p:nvSpPr>
        <p:spPr>
          <a:xfrm>
            <a:off x="2074680" y="43160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3" name=""/>
          <p:cNvSpPr/>
          <p:nvPr/>
        </p:nvSpPr>
        <p:spPr>
          <a:xfrm>
            <a:off x="2074320" y="4314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4" name=""/>
          <p:cNvSpPr/>
          <p:nvPr/>
        </p:nvSpPr>
        <p:spPr>
          <a:xfrm>
            <a:off x="2075040" y="430920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6" y="0"/>
                </a:moveTo>
                <a:lnTo>
                  <a:pt x="6" y="1"/>
                </a:lnTo>
                <a:lnTo>
                  <a:pt x="6" y="2"/>
                </a:lnTo>
                <a:lnTo>
                  <a:pt x="5" y="2"/>
                </a:lnTo>
                <a:lnTo>
                  <a:pt x="5" y="4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1" y="6"/>
                </a:lnTo>
                <a:lnTo>
                  <a:pt x="1" y="5"/>
                </a:lnTo>
                <a:lnTo>
                  <a:pt x="0" y="4"/>
                </a:lnTo>
                <a:lnTo>
                  <a:pt x="1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5" name=""/>
          <p:cNvSpPr/>
          <p:nvPr/>
        </p:nvSpPr>
        <p:spPr>
          <a:xfrm>
            <a:off x="2075760" y="43034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1"/>
                </a:moveTo>
                <a:lnTo>
                  <a:pt x="3" y="0"/>
                </a:lnTo>
                <a:lnTo>
                  <a:pt x="5" y="1"/>
                </a:lnTo>
                <a:lnTo>
                  <a:pt x="2" y="4"/>
                </a:lnTo>
                <a:lnTo>
                  <a:pt x="0" y="2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6" name=""/>
          <p:cNvSpPr/>
          <p:nvPr/>
        </p:nvSpPr>
        <p:spPr>
          <a:xfrm>
            <a:off x="2074320" y="4298400"/>
            <a:ext cx="3960" cy="6120"/>
          </a:xfrm>
          <a:custGeom>
            <a:avLst/>
            <a:gdLst/>
            <a:ahLst/>
            <a:rect l="0" t="0" r="r" b="b"/>
            <a:pathLst>
              <a:path w="11" h="17">
                <a:moveTo>
                  <a:pt x="6" y="2"/>
                </a:moveTo>
                <a:lnTo>
                  <a:pt x="6" y="3"/>
                </a:lnTo>
                <a:lnTo>
                  <a:pt x="7" y="3"/>
                </a:lnTo>
                <a:lnTo>
                  <a:pt x="8" y="4"/>
                </a:lnTo>
                <a:lnTo>
                  <a:pt x="9" y="6"/>
                </a:lnTo>
                <a:lnTo>
                  <a:pt x="9" y="7"/>
                </a:lnTo>
                <a:lnTo>
                  <a:pt x="8" y="7"/>
                </a:lnTo>
                <a:lnTo>
                  <a:pt x="9" y="7"/>
                </a:lnTo>
                <a:lnTo>
                  <a:pt x="10" y="9"/>
                </a:lnTo>
                <a:lnTo>
                  <a:pt x="10" y="11"/>
                </a:lnTo>
                <a:lnTo>
                  <a:pt x="11" y="14"/>
                </a:lnTo>
                <a:lnTo>
                  <a:pt x="11" y="15"/>
                </a:lnTo>
                <a:lnTo>
                  <a:pt x="11" y="16"/>
                </a:lnTo>
                <a:lnTo>
                  <a:pt x="11" y="17"/>
                </a:lnTo>
                <a:lnTo>
                  <a:pt x="11" y="16"/>
                </a:lnTo>
                <a:lnTo>
                  <a:pt x="10" y="15"/>
                </a:lnTo>
                <a:lnTo>
                  <a:pt x="9" y="14"/>
                </a:lnTo>
                <a:lnTo>
                  <a:pt x="9" y="13"/>
                </a:lnTo>
                <a:lnTo>
                  <a:pt x="8" y="11"/>
                </a:lnTo>
                <a:lnTo>
                  <a:pt x="8" y="10"/>
                </a:lnTo>
                <a:lnTo>
                  <a:pt x="8" y="9"/>
                </a:lnTo>
                <a:lnTo>
                  <a:pt x="8" y="7"/>
                </a:lnTo>
                <a:lnTo>
                  <a:pt x="8" y="9"/>
                </a:lnTo>
                <a:lnTo>
                  <a:pt x="7" y="9"/>
                </a:lnTo>
                <a:lnTo>
                  <a:pt x="6" y="7"/>
                </a:lnTo>
                <a:lnTo>
                  <a:pt x="6" y="6"/>
                </a:lnTo>
                <a:lnTo>
                  <a:pt x="5" y="5"/>
                </a:lnTo>
                <a:lnTo>
                  <a:pt x="4" y="4"/>
                </a:lnTo>
                <a:lnTo>
                  <a:pt x="2" y="3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4" y="1"/>
                </a:lnTo>
                <a:lnTo>
                  <a:pt x="5" y="0"/>
                </a:lnTo>
                <a:lnTo>
                  <a:pt x="6" y="1"/>
                </a:lnTo>
                <a:lnTo>
                  <a:pt x="6" y="2"/>
                </a:lnTo>
                <a:lnTo>
                  <a:pt x="6" y="1"/>
                </a:lnTo>
                <a:lnTo>
                  <a:pt x="7" y="2"/>
                </a:lnTo>
                <a:lnTo>
                  <a:pt x="6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7" name=""/>
          <p:cNvSpPr/>
          <p:nvPr/>
        </p:nvSpPr>
        <p:spPr>
          <a:xfrm>
            <a:off x="1947240" y="4195800"/>
            <a:ext cx="244440" cy="195120"/>
          </a:xfrm>
          <a:custGeom>
            <a:avLst/>
            <a:gdLst/>
            <a:ahLst/>
            <a:rect l="0" t="0" r="r" b="b"/>
            <a:pathLst>
              <a:path w="679" h="542">
                <a:moveTo>
                  <a:pt x="328" y="5"/>
                </a:moveTo>
                <a:lnTo>
                  <a:pt x="328" y="6"/>
                </a:lnTo>
                <a:lnTo>
                  <a:pt x="328" y="7"/>
                </a:lnTo>
                <a:lnTo>
                  <a:pt x="329" y="7"/>
                </a:lnTo>
                <a:lnTo>
                  <a:pt x="329" y="6"/>
                </a:lnTo>
                <a:lnTo>
                  <a:pt x="330" y="6"/>
                </a:lnTo>
                <a:lnTo>
                  <a:pt x="332" y="8"/>
                </a:lnTo>
                <a:lnTo>
                  <a:pt x="333" y="8"/>
                </a:lnTo>
                <a:lnTo>
                  <a:pt x="333" y="9"/>
                </a:lnTo>
                <a:lnTo>
                  <a:pt x="333" y="10"/>
                </a:lnTo>
                <a:lnTo>
                  <a:pt x="333" y="11"/>
                </a:lnTo>
                <a:lnTo>
                  <a:pt x="334" y="11"/>
                </a:lnTo>
                <a:lnTo>
                  <a:pt x="335" y="11"/>
                </a:lnTo>
                <a:lnTo>
                  <a:pt x="335" y="12"/>
                </a:lnTo>
                <a:lnTo>
                  <a:pt x="336" y="12"/>
                </a:lnTo>
                <a:lnTo>
                  <a:pt x="336" y="11"/>
                </a:lnTo>
                <a:lnTo>
                  <a:pt x="337" y="11"/>
                </a:lnTo>
                <a:lnTo>
                  <a:pt x="337" y="12"/>
                </a:lnTo>
                <a:lnTo>
                  <a:pt x="338" y="12"/>
                </a:lnTo>
                <a:lnTo>
                  <a:pt x="338" y="14"/>
                </a:lnTo>
                <a:lnTo>
                  <a:pt x="340" y="15"/>
                </a:lnTo>
                <a:lnTo>
                  <a:pt x="340" y="16"/>
                </a:lnTo>
                <a:lnTo>
                  <a:pt x="341" y="15"/>
                </a:lnTo>
                <a:lnTo>
                  <a:pt x="342" y="15"/>
                </a:lnTo>
                <a:lnTo>
                  <a:pt x="343" y="15"/>
                </a:lnTo>
                <a:lnTo>
                  <a:pt x="344" y="14"/>
                </a:lnTo>
                <a:lnTo>
                  <a:pt x="347" y="14"/>
                </a:lnTo>
                <a:lnTo>
                  <a:pt x="347" y="15"/>
                </a:lnTo>
                <a:lnTo>
                  <a:pt x="347" y="16"/>
                </a:lnTo>
                <a:lnTo>
                  <a:pt x="348" y="16"/>
                </a:lnTo>
                <a:lnTo>
                  <a:pt x="349" y="15"/>
                </a:lnTo>
                <a:lnTo>
                  <a:pt x="350" y="15"/>
                </a:lnTo>
                <a:lnTo>
                  <a:pt x="350" y="16"/>
                </a:lnTo>
                <a:lnTo>
                  <a:pt x="351" y="16"/>
                </a:lnTo>
                <a:lnTo>
                  <a:pt x="351" y="17"/>
                </a:lnTo>
                <a:lnTo>
                  <a:pt x="352" y="17"/>
                </a:lnTo>
                <a:lnTo>
                  <a:pt x="353" y="17"/>
                </a:lnTo>
                <a:lnTo>
                  <a:pt x="354" y="18"/>
                </a:lnTo>
                <a:lnTo>
                  <a:pt x="353" y="18"/>
                </a:lnTo>
                <a:lnTo>
                  <a:pt x="353" y="19"/>
                </a:lnTo>
                <a:lnTo>
                  <a:pt x="353" y="20"/>
                </a:lnTo>
                <a:lnTo>
                  <a:pt x="354" y="20"/>
                </a:lnTo>
                <a:lnTo>
                  <a:pt x="355" y="20"/>
                </a:lnTo>
                <a:lnTo>
                  <a:pt x="356" y="19"/>
                </a:lnTo>
                <a:lnTo>
                  <a:pt x="357" y="19"/>
                </a:lnTo>
                <a:lnTo>
                  <a:pt x="358" y="19"/>
                </a:lnTo>
                <a:lnTo>
                  <a:pt x="359" y="19"/>
                </a:lnTo>
                <a:lnTo>
                  <a:pt x="360" y="19"/>
                </a:lnTo>
                <a:lnTo>
                  <a:pt x="361" y="18"/>
                </a:lnTo>
                <a:lnTo>
                  <a:pt x="362" y="18"/>
                </a:lnTo>
                <a:lnTo>
                  <a:pt x="363" y="18"/>
                </a:lnTo>
                <a:lnTo>
                  <a:pt x="363" y="17"/>
                </a:lnTo>
                <a:lnTo>
                  <a:pt x="363" y="16"/>
                </a:lnTo>
                <a:lnTo>
                  <a:pt x="364" y="16"/>
                </a:lnTo>
                <a:lnTo>
                  <a:pt x="365" y="16"/>
                </a:lnTo>
                <a:lnTo>
                  <a:pt x="366" y="16"/>
                </a:lnTo>
                <a:lnTo>
                  <a:pt x="367" y="16"/>
                </a:lnTo>
                <a:lnTo>
                  <a:pt x="368" y="15"/>
                </a:lnTo>
                <a:lnTo>
                  <a:pt x="369" y="15"/>
                </a:lnTo>
                <a:lnTo>
                  <a:pt x="369" y="16"/>
                </a:lnTo>
                <a:lnTo>
                  <a:pt x="369" y="17"/>
                </a:lnTo>
                <a:lnTo>
                  <a:pt x="370" y="18"/>
                </a:lnTo>
                <a:lnTo>
                  <a:pt x="369" y="18"/>
                </a:lnTo>
                <a:lnTo>
                  <a:pt x="369" y="19"/>
                </a:lnTo>
                <a:lnTo>
                  <a:pt x="370" y="19"/>
                </a:lnTo>
                <a:lnTo>
                  <a:pt x="371" y="18"/>
                </a:lnTo>
                <a:lnTo>
                  <a:pt x="372" y="18"/>
                </a:lnTo>
                <a:lnTo>
                  <a:pt x="373" y="19"/>
                </a:lnTo>
                <a:lnTo>
                  <a:pt x="374" y="19"/>
                </a:lnTo>
                <a:lnTo>
                  <a:pt x="375" y="19"/>
                </a:lnTo>
                <a:lnTo>
                  <a:pt x="376" y="17"/>
                </a:lnTo>
                <a:lnTo>
                  <a:pt x="376" y="16"/>
                </a:lnTo>
                <a:lnTo>
                  <a:pt x="376" y="15"/>
                </a:lnTo>
                <a:lnTo>
                  <a:pt x="377" y="15"/>
                </a:lnTo>
                <a:lnTo>
                  <a:pt x="378" y="15"/>
                </a:lnTo>
                <a:lnTo>
                  <a:pt x="379" y="15"/>
                </a:lnTo>
                <a:lnTo>
                  <a:pt x="380" y="14"/>
                </a:lnTo>
                <a:lnTo>
                  <a:pt x="381" y="10"/>
                </a:lnTo>
                <a:lnTo>
                  <a:pt x="381" y="9"/>
                </a:lnTo>
                <a:lnTo>
                  <a:pt x="381" y="8"/>
                </a:lnTo>
                <a:lnTo>
                  <a:pt x="383" y="7"/>
                </a:lnTo>
                <a:lnTo>
                  <a:pt x="385" y="7"/>
                </a:lnTo>
                <a:lnTo>
                  <a:pt x="385" y="8"/>
                </a:lnTo>
                <a:lnTo>
                  <a:pt x="386" y="8"/>
                </a:lnTo>
                <a:lnTo>
                  <a:pt x="386" y="7"/>
                </a:lnTo>
                <a:lnTo>
                  <a:pt x="387" y="7"/>
                </a:lnTo>
                <a:lnTo>
                  <a:pt x="387" y="6"/>
                </a:lnTo>
                <a:lnTo>
                  <a:pt x="388" y="6"/>
                </a:lnTo>
                <a:lnTo>
                  <a:pt x="389" y="6"/>
                </a:lnTo>
                <a:lnTo>
                  <a:pt x="390" y="7"/>
                </a:lnTo>
                <a:lnTo>
                  <a:pt x="391" y="7"/>
                </a:lnTo>
                <a:lnTo>
                  <a:pt x="392" y="7"/>
                </a:lnTo>
                <a:lnTo>
                  <a:pt x="392" y="8"/>
                </a:lnTo>
                <a:lnTo>
                  <a:pt x="391" y="8"/>
                </a:lnTo>
                <a:lnTo>
                  <a:pt x="390" y="9"/>
                </a:lnTo>
                <a:lnTo>
                  <a:pt x="390" y="10"/>
                </a:lnTo>
                <a:lnTo>
                  <a:pt x="389" y="10"/>
                </a:lnTo>
                <a:lnTo>
                  <a:pt x="390" y="11"/>
                </a:lnTo>
                <a:lnTo>
                  <a:pt x="391" y="12"/>
                </a:lnTo>
                <a:lnTo>
                  <a:pt x="392" y="12"/>
                </a:lnTo>
                <a:lnTo>
                  <a:pt x="392" y="13"/>
                </a:lnTo>
                <a:lnTo>
                  <a:pt x="393" y="13"/>
                </a:lnTo>
                <a:lnTo>
                  <a:pt x="394" y="13"/>
                </a:lnTo>
                <a:lnTo>
                  <a:pt x="394" y="12"/>
                </a:lnTo>
                <a:lnTo>
                  <a:pt x="395" y="12"/>
                </a:lnTo>
                <a:lnTo>
                  <a:pt x="395" y="13"/>
                </a:lnTo>
                <a:lnTo>
                  <a:pt x="394" y="13"/>
                </a:lnTo>
                <a:lnTo>
                  <a:pt x="394" y="14"/>
                </a:lnTo>
                <a:lnTo>
                  <a:pt x="394" y="15"/>
                </a:lnTo>
                <a:lnTo>
                  <a:pt x="395" y="15"/>
                </a:lnTo>
                <a:lnTo>
                  <a:pt x="394" y="15"/>
                </a:lnTo>
                <a:lnTo>
                  <a:pt x="394" y="16"/>
                </a:lnTo>
                <a:lnTo>
                  <a:pt x="395" y="16"/>
                </a:lnTo>
                <a:lnTo>
                  <a:pt x="395" y="17"/>
                </a:lnTo>
                <a:lnTo>
                  <a:pt x="394" y="18"/>
                </a:lnTo>
                <a:lnTo>
                  <a:pt x="393" y="18"/>
                </a:lnTo>
                <a:lnTo>
                  <a:pt x="393" y="19"/>
                </a:lnTo>
                <a:lnTo>
                  <a:pt x="394" y="20"/>
                </a:lnTo>
                <a:lnTo>
                  <a:pt x="395" y="20"/>
                </a:lnTo>
                <a:lnTo>
                  <a:pt x="396" y="20"/>
                </a:lnTo>
                <a:lnTo>
                  <a:pt x="396" y="21"/>
                </a:lnTo>
                <a:lnTo>
                  <a:pt x="395" y="21"/>
                </a:lnTo>
                <a:lnTo>
                  <a:pt x="394" y="21"/>
                </a:lnTo>
                <a:lnTo>
                  <a:pt x="393" y="21"/>
                </a:lnTo>
                <a:lnTo>
                  <a:pt x="393" y="22"/>
                </a:lnTo>
                <a:lnTo>
                  <a:pt x="394" y="22"/>
                </a:lnTo>
                <a:lnTo>
                  <a:pt x="393" y="23"/>
                </a:lnTo>
                <a:lnTo>
                  <a:pt x="393" y="24"/>
                </a:lnTo>
                <a:lnTo>
                  <a:pt x="393" y="25"/>
                </a:lnTo>
                <a:lnTo>
                  <a:pt x="394" y="25"/>
                </a:lnTo>
                <a:lnTo>
                  <a:pt x="394" y="26"/>
                </a:lnTo>
                <a:lnTo>
                  <a:pt x="394" y="27"/>
                </a:lnTo>
                <a:lnTo>
                  <a:pt x="395" y="27"/>
                </a:lnTo>
                <a:lnTo>
                  <a:pt x="395" y="26"/>
                </a:lnTo>
                <a:lnTo>
                  <a:pt x="395" y="25"/>
                </a:lnTo>
                <a:lnTo>
                  <a:pt x="396" y="24"/>
                </a:lnTo>
                <a:lnTo>
                  <a:pt x="397" y="24"/>
                </a:lnTo>
                <a:lnTo>
                  <a:pt x="398" y="24"/>
                </a:lnTo>
                <a:lnTo>
                  <a:pt x="399" y="24"/>
                </a:lnTo>
                <a:lnTo>
                  <a:pt x="400" y="23"/>
                </a:lnTo>
                <a:lnTo>
                  <a:pt x="400" y="22"/>
                </a:lnTo>
                <a:lnTo>
                  <a:pt x="401" y="22"/>
                </a:lnTo>
                <a:lnTo>
                  <a:pt x="402" y="21"/>
                </a:lnTo>
                <a:lnTo>
                  <a:pt x="402" y="22"/>
                </a:lnTo>
                <a:lnTo>
                  <a:pt x="403" y="22"/>
                </a:lnTo>
                <a:lnTo>
                  <a:pt x="403" y="21"/>
                </a:lnTo>
                <a:lnTo>
                  <a:pt x="404" y="20"/>
                </a:lnTo>
                <a:lnTo>
                  <a:pt x="404" y="21"/>
                </a:lnTo>
                <a:lnTo>
                  <a:pt x="405" y="20"/>
                </a:lnTo>
                <a:lnTo>
                  <a:pt x="406" y="20"/>
                </a:lnTo>
                <a:lnTo>
                  <a:pt x="406" y="21"/>
                </a:lnTo>
                <a:lnTo>
                  <a:pt x="407" y="21"/>
                </a:lnTo>
                <a:lnTo>
                  <a:pt x="408" y="20"/>
                </a:lnTo>
                <a:lnTo>
                  <a:pt x="409" y="20"/>
                </a:lnTo>
                <a:lnTo>
                  <a:pt x="410" y="20"/>
                </a:lnTo>
                <a:lnTo>
                  <a:pt x="410" y="22"/>
                </a:lnTo>
                <a:lnTo>
                  <a:pt x="411" y="22"/>
                </a:lnTo>
                <a:lnTo>
                  <a:pt x="412" y="22"/>
                </a:lnTo>
                <a:lnTo>
                  <a:pt x="413" y="22"/>
                </a:lnTo>
                <a:lnTo>
                  <a:pt x="414" y="22"/>
                </a:lnTo>
                <a:lnTo>
                  <a:pt x="415" y="23"/>
                </a:lnTo>
                <a:lnTo>
                  <a:pt x="415" y="22"/>
                </a:lnTo>
                <a:lnTo>
                  <a:pt x="415" y="21"/>
                </a:lnTo>
                <a:lnTo>
                  <a:pt x="416" y="21"/>
                </a:lnTo>
                <a:lnTo>
                  <a:pt x="417" y="22"/>
                </a:lnTo>
                <a:lnTo>
                  <a:pt x="417" y="23"/>
                </a:lnTo>
                <a:lnTo>
                  <a:pt x="418" y="23"/>
                </a:lnTo>
                <a:lnTo>
                  <a:pt x="418" y="22"/>
                </a:lnTo>
                <a:lnTo>
                  <a:pt x="418" y="21"/>
                </a:lnTo>
                <a:lnTo>
                  <a:pt x="419" y="21"/>
                </a:lnTo>
                <a:lnTo>
                  <a:pt x="419" y="20"/>
                </a:lnTo>
                <a:lnTo>
                  <a:pt x="418" y="20"/>
                </a:lnTo>
                <a:lnTo>
                  <a:pt x="419" y="19"/>
                </a:lnTo>
                <a:lnTo>
                  <a:pt x="419" y="18"/>
                </a:lnTo>
                <a:lnTo>
                  <a:pt x="420" y="18"/>
                </a:lnTo>
                <a:lnTo>
                  <a:pt x="422" y="18"/>
                </a:lnTo>
                <a:lnTo>
                  <a:pt x="422" y="19"/>
                </a:lnTo>
                <a:lnTo>
                  <a:pt x="423" y="19"/>
                </a:lnTo>
                <a:lnTo>
                  <a:pt x="424" y="19"/>
                </a:lnTo>
                <a:lnTo>
                  <a:pt x="425" y="19"/>
                </a:lnTo>
                <a:lnTo>
                  <a:pt x="425" y="20"/>
                </a:lnTo>
                <a:lnTo>
                  <a:pt x="426" y="20"/>
                </a:lnTo>
                <a:lnTo>
                  <a:pt x="426" y="19"/>
                </a:lnTo>
                <a:lnTo>
                  <a:pt x="427" y="19"/>
                </a:lnTo>
                <a:lnTo>
                  <a:pt x="427" y="18"/>
                </a:lnTo>
                <a:lnTo>
                  <a:pt x="428" y="18"/>
                </a:lnTo>
                <a:lnTo>
                  <a:pt x="429" y="18"/>
                </a:lnTo>
                <a:lnTo>
                  <a:pt x="430" y="18"/>
                </a:lnTo>
                <a:lnTo>
                  <a:pt x="430" y="17"/>
                </a:lnTo>
                <a:lnTo>
                  <a:pt x="430" y="16"/>
                </a:lnTo>
                <a:lnTo>
                  <a:pt x="431" y="15"/>
                </a:lnTo>
                <a:lnTo>
                  <a:pt x="431" y="14"/>
                </a:lnTo>
                <a:lnTo>
                  <a:pt x="431" y="13"/>
                </a:lnTo>
                <a:lnTo>
                  <a:pt x="433" y="13"/>
                </a:lnTo>
                <a:lnTo>
                  <a:pt x="433" y="14"/>
                </a:lnTo>
                <a:lnTo>
                  <a:pt x="434" y="14"/>
                </a:lnTo>
                <a:lnTo>
                  <a:pt x="434" y="15"/>
                </a:lnTo>
                <a:lnTo>
                  <a:pt x="435" y="14"/>
                </a:lnTo>
                <a:lnTo>
                  <a:pt x="436" y="14"/>
                </a:lnTo>
                <a:lnTo>
                  <a:pt x="436" y="13"/>
                </a:lnTo>
                <a:lnTo>
                  <a:pt x="437" y="13"/>
                </a:lnTo>
                <a:lnTo>
                  <a:pt x="437" y="12"/>
                </a:lnTo>
                <a:lnTo>
                  <a:pt x="437" y="11"/>
                </a:lnTo>
                <a:lnTo>
                  <a:pt x="438" y="11"/>
                </a:lnTo>
                <a:lnTo>
                  <a:pt x="439" y="10"/>
                </a:lnTo>
                <a:lnTo>
                  <a:pt x="440" y="10"/>
                </a:lnTo>
                <a:lnTo>
                  <a:pt x="441" y="10"/>
                </a:lnTo>
                <a:lnTo>
                  <a:pt x="441" y="11"/>
                </a:lnTo>
                <a:lnTo>
                  <a:pt x="442" y="11"/>
                </a:lnTo>
                <a:lnTo>
                  <a:pt x="443" y="11"/>
                </a:lnTo>
                <a:lnTo>
                  <a:pt x="443" y="12"/>
                </a:lnTo>
                <a:lnTo>
                  <a:pt x="443" y="13"/>
                </a:lnTo>
                <a:lnTo>
                  <a:pt x="443" y="12"/>
                </a:lnTo>
                <a:lnTo>
                  <a:pt x="444" y="12"/>
                </a:lnTo>
                <a:lnTo>
                  <a:pt x="445" y="12"/>
                </a:lnTo>
                <a:lnTo>
                  <a:pt x="445" y="13"/>
                </a:lnTo>
                <a:lnTo>
                  <a:pt x="445" y="14"/>
                </a:lnTo>
                <a:lnTo>
                  <a:pt x="445" y="15"/>
                </a:lnTo>
                <a:lnTo>
                  <a:pt x="445" y="16"/>
                </a:lnTo>
                <a:lnTo>
                  <a:pt x="446" y="16"/>
                </a:lnTo>
                <a:lnTo>
                  <a:pt x="447" y="17"/>
                </a:lnTo>
                <a:lnTo>
                  <a:pt x="447" y="18"/>
                </a:lnTo>
                <a:lnTo>
                  <a:pt x="447" y="19"/>
                </a:lnTo>
                <a:lnTo>
                  <a:pt x="448" y="19"/>
                </a:lnTo>
                <a:lnTo>
                  <a:pt x="449" y="19"/>
                </a:lnTo>
                <a:lnTo>
                  <a:pt x="450" y="19"/>
                </a:lnTo>
                <a:lnTo>
                  <a:pt x="451" y="19"/>
                </a:lnTo>
                <a:lnTo>
                  <a:pt x="452" y="20"/>
                </a:lnTo>
                <a:lnTo>
                  <a:pt x="453" y="20"/>
                </a:lnTo>
                <a:lnTo>
                  <a:pt x="453" y="19"/>
                </a:lnTo>
                <a:lnTo>
                  <a:pt x="454" y="19"/>
                </a:lnTo>
                <a:lnTo>
                  <a:pt x="454" y="20"/>
                </a:lnTo>
                <a:lnTo>
                  <a:pt x="455" y="20"/>
                </a:lnTo>
                <a:lnTo>
                  <a:pt x="456" y="20"/>
                </a:lnTo>
                <a:lnTo>
                  <a:pt x="455" y="21"/>
                </a:lnTo>
                <a:lnTo>
                  <a:pt x="456" y="21"/>
                </a:lnTo>
                <a:lnTo>
                  <a:pt x="456" y="22"/>
                </a:lnTo>
                <a:lnTo>
                  <a:pt x="456" y="23"/>
                </a:lnTo>
                <a:lnTo>
                  <a:pt x="457" y="23"/>
                </a:lnTo>
                <a:lnTo>
                  <a:pt x="457" y="24"/>
                </a:lnTo>
                <a:lnTo>
                  <a:pt x="458" y="24"/>
                </a:lnTo>
                <a:lnTo>
                  <a:pt x="458" y="25"/>
                </a:lnTo>
                <a:lnTo>
                  <a:pt x="458" y="26"/>
                </a:lnTo>
                <a:lnTo>
                  <a:pt x="458" y="27"/>
                </a:lnTo>
                <a:lnTo>
                  <a:pt x="459" y="28"/>
                </a:lnTo>
                <a:lnTo>
                  <a:pt x="458" y="28"/>
                </a:lnTo>
                <a:lnTo>
                  <a:pt x="458" y="29"/>
                </a:lnTo>
                <a:lnTo>
                  <a:pt x="459" y="28"/>
                </a:lnTo>
                <a:lnTo>
                  <a:pt x="459" y="29"/>
                </a:lnTo>
                <a:lnTo>
                  <a:pt x="458" y="29"/>
                </a:lnTo>
                <a:lnTo>
                  <a:pt x="457" y="29"/>
                </a:lnTo>
                <a:lnTo>
                  <a:pt x="457" y="28"/>
                </a:lnTo>
                <a:lnTo>
                  <a:pt x="456" y="28"/>
                </a:lnTo>
                <a:lnTo>
                  <a:pt x="456" y="29"/>
                </a:lnTo>
                <a:lnTo>
                  <a:pt x="455" y="30"/>
                </a:lnTo>
                <a:lnTo>
                  <a:pt x="454" y="30"/>
                </a:lnTo>
                <a:lnTo>
                  <a:pt x="454" y="31"/>
                </a:lnTo>
                <a:lnTo>
                  <a:pt x="454" y="32"/>
                </a:lnTo>
                <a:lnTo>
                  <a:pt x="453" y="32"/>
                </a:lnTo>
                <a:lnTo>
                  <a:pt x="452" y="32"/>
                </a:lnTo>
                <a:lnTo>
                  <a:pt x="452" y="33"/>
                </a:lnTo>
                <a:lnTo>
                  <a:pt x="453" y="33"/>
                </a:lnTo>
                <a:lnTo>
                  <a:pt x="453" y="34"/>
                </a:lnTo>
                <a:lnTo>
                  <a:pt x="453" y="35"/>
                </a:lnTo>
                <a:lnTo>
                  <a:pt x="454" y="35"/>
                </a:lnTo>
                <a:lnTo>
                  <a:pt x="454" y="36"/>
                </a:lnTo>
                <a:lnTo>
                  <a:pt x="455" y="36"/>
                </a:lnTo>
                <a:lnTo>
                  <a:pt x="456" y="36"/>
                </a:lnTo>
                <a:lnTo>
                  <a:pt x="457" y="36"/>
                </a:lnTo>
                <a:lnTo>
                  <a:pt x="457" y="37"/>
                </a:lnTo>
                <a:lnTo>
                  <a:pt x="457" y="36"/>
                </a:lnTo>
                <a:lnTo>
                  <a:pt x="458" y="36"/>
                </a:lnTo>
                <a:lnTo>
                  <a:pt x="458" y="37"/>
                </a:lnTo>
                <a:lnTo>
                  <a:pt x="457" y="37"/>
                </a:lnTo>
                <a:lnTo>
                  <a:pt x="457" y="38"/>
                </a:lnTo>
                <a:lnTo>
                  <a:pt x="458" y="39"/>
                </a:lnTo>
                <a:lnTo>
                  <a:pt x="458" y="40"/>
                </a:lnTo>
                <a:lnTo>
                  <a:pt x="457" y="40"/>
                </a:lnTo>
                <a:lnTo>
                  <a:pt x="457" y="41"/>
                </a:lnTo>
                <a:lnTo>
                  <a:pt x="456" y="40"/>
                </a:lnTo>
                <a:lnTo>
                  <a:pt x="456" y="41"/>
                </a:lnTo>
                <a:lnTo>
                  <a:pt x="455" y="41"/>
                </a:lnTo>
                <a:lnTo>
                  <a:pt x="454" y="42"/>
                </a:lnTo>
                <a:lnTo>
                  <a:pt x="453" y="42"/>
                </a:lnTo>
                <a:lnTo>
                  <a:pt x="453" y="41"/>
                </a:lnTo>
                <a:lnTo>
                  <a:pt x="452" y="41"/>
                </a:lnTo>
                <a:lnTo>
                  <a:pt x="452" y="42"/>
                </a:lnTo>
                <a:lnTo>
                  <a:pt x="451" y="42"/>
                </a:lnTo>
                <a:lnTo>
                  <a:pt x="452" y="42"/>
                </a:lnTo>
                <a:lnTo>
                  <a:pt x="451" y="42"/>
                </a:lnTo>
                <a:lnTo>
                  <a:pt x="451" y="43"/>
                </a:lnTo>
                <a:lnTo>
                  <a:pt x="450" y="44"/>
                </a:lnTo>
                <a:lnTo>
                  <a:pt x="449" y="45"/>
                </a:lnTo>
                <a:lnTo>
                  <a:pt x="448" y="45"/>
                </a:lnTo>
                <a:lnTo>
                  <a:pt x="447" y="45"/>
                </a:lnTo>
                <a:lnTo>
                  <a:pt x="446" y="44"/>
                </a:lnTo>
                <a:lnTo>
                  <a:pt x="445" y="44"/>
                </a:lnTo>
                <a:lnTo>
                  <a:pt x="445" y="45"/>
                </a:lnTo>
                <a:lnTo>
                  <a:pt x="444" y="44"/>
                </a:lnTo>
                <a:lnTo>
                  <a:pt x="443" y="44"/>
                </a:lnTo>
                <a:lnTo>
                  <a:pt x="442" y="44"/>
                </a:lnTo>
                <a:lnTo>
                  <a:pt x="441" y="45"/>
                </a:lnTo>
                <a:lnTo>
                  <a:pt x="441" y="46"/>
                </a:lnTo>
                <a:lnTo>
                  <a:pt x="440" y="47"/>
                </a:lnTo>
                <a:lnTo>
                  <a:pt x="440" y="48"/>
                </a:lnTo>
                <a:lnTo>
                  <a:pt x="440" y="49"/>
                </a:lnTo>
                <a:lnTo>
                  <a:pt x="440" y="50"/>
                </a:lnTo>
                <a:lnTo>
                  <a:pt x="439" y="50"/>
                </a:lnTo>
                <a:lnTo>
                  <a:pt x="438" y="50"/>
                </a:lnTo>
                <a:lnTo>
                  <a:pt x="437" y="50"/>
                </a:lnTo>
                <a:lnTo>
                  <a:pt x="437" y="51"/>
                </a:lnTo>
                <a:lnTo>
                  <a:pt x="437" y="52"/>
                </a:lnTo>
                <a:lnTo>
                  <a:pt x="436" y="52"/>
                </a:lnTo>
                <a:lnTo>
                  <a:pt x="435" y="52"/>
                </a:lnTo>
                <a:lnTo>
                  <a:pt x="434" y="52"/>
                </a:lnTo>
                <a:lnTo>
                  <a:pt x="433" y="52"/>
                </a:lnTo>
                <a:lnTo>
                  <a:pt x="433" y="53"/>
                </a:lnTo>
                <a:lnTo>
                  <a:pt x="432" y="53"/>
                </a:lnTo>
                <a:lnTo>
                  <a:pt x="432" y="54"/>
                </a:lnTo>
                <a:lnTo>
                  <a:pt x="433" y="54"/>
                </a:lnTo>
                <a:lnTo>
                  <a:pt x="432" y="54"/>
                </a:lnTo>
                <a:lnTo>
                  <a:pt x="432" y="55"/>
                </a:lnTo>
                <a:lnTo>
                  <a:pt x="431" y="55"/>
                </a:lnTo>
                <a:lnTo>
                  <a:pt x="430" y="55"/>
                </a:lnTo>
                <a:lnTo>
                  <a:pt x="429" y="55"/>
                </a:lnTo>
                <a:lnTo>
                  <a:pt x="429" y="56"/>
                </a:lnTo>
                <a:lnTo>
                  <a:pt x="430" y="56"/>
                </a:lnTo>
                <a:lnTo>
                  <a:pt x="430" y="57"/>
                </a:lnTo>
                <a:lnTo>
                  <a:pt x="429" y="57"/>
                </a:lnTo>
                <a:lnTo>
                  <a:pt x="428" y="57"/>
                </a:lnTo>
                <a:lnTo>
                  <a:pt x="427" y="57"/>
                </a:lnTo>
                <a:lnTo>
                  <a:pt x="427" y="58"/>
                </a:lnTo>
                <a:lnTo>
                  <a:pt x="427" y="59"/>
                </a:lnTo>
                <a:lnTo>
                  <a:pt x="427" y="60"/>
                </a:lnTo>
                <a:lnTo>
                  <a:pt x="427" y="61"/>
                </a:lnTo>
                <a:lnTo>
                  <a:pt x="426" y="61"/>
                </a:lnTo>
                <a:lnTo>
                  <a:pt x="426" y="62"/>
                </a:lnTo>
                <a:lnTo>
                  <a:pt x="427" y="62"/>
                </a:lnTo>
                <a:lnTo>
                  <a:pt x="428" y="63"/>
                </a:lnTo>
                <a:lnTo>
                  <a:pt x="428" y="64"/>
                </a:lnTo>
                <a:lnTo>
                  <a:pt x="428" y="65"/>
                </a:lnTo>
                <a:lnTo>
                  <a:pt x="427" y="65"/>
                </a:lnTo>
                <a:lnTo>
                  <a:pt x="427" y="66"/>
                </a:lnTo>
                <a:lnTo>
                  <a:pt x="426" y="66"/>
                </a:lnTo>
                <a:lnTo>
                  <a:pt x="427" y="66"/>
                </a:lnTo>
                <a:lnTo>
                  <a:pt x="426" y="66"/>
                </a:lnTo>
                <a:lnTo>
                  <a:pt x="425" y="66"/>
                </a:lnTo>
                <a:lnTo>
                  <a:pt x="425" y="67"/>
                </a:lnTo>
                <a:lnTo>
                  <a:pt x="425" y="68"/>
                </a:lnTo>
                <a:lnTo>
                  <a:pt x="424" y="68"/>
                </a:lnTo>
                <a:lnTo>
                  <a:pt x="424" y="69"/>
                </a:lnTo>
                <a:lnTo>
                  <a:pt x="423" y="69"/>
                </a:lnTo>
                <a:lnTo>
                  <a:pt x="423" y="70"/>
                </a:lnTo>
                <a:lnTo>
                  <a:pt x="423" y="71"/>
                </a:lnTo>
                <a:lnTo>
                  <a:pt x="422" y="71"/>
                </a:lnTo>
                <a:lnTo>
                  <a:pt x="422" y="72"/>
                </a:lnTo>
                <a:lnTo>
                  <a:pt x="422" y="73"/>
                </a:lnTo>
                <a:lnTo>
                  <a:pt x="422" y="74"/>
                </a:lnTo>
                <a:lnTo>
                  <a:pt x="421" y="74"/>
                </a:lnTo>
                <a:lnTo>
                  <a:pt x="421" y="75"/>
                </a:lnTo>
                <a:lnTo>
                  <a:pt x="422" y="76"/>
                </a:lnTo>
                <a:lnTo>
                  <a:pt x="422" y="77"/>
                </a:lnTo>
                <a:lnTo>
                  <a:pt x="422" y="78"/>
                </a:lnTo>
                <a:lnTo>
                  <a:pt x="421" y="78"/>
                </a:lnTo>
                <a:lnTo>
                  <a:pt x="420" y="79"/>
                </a:lnTo>
                <a:lnTo>
                  <a:pt x="419" y="79"/>
                </a:lnTo>
                <a:lnTo>
                  <a:pt x="419" y="80"/>
                </a:lnTo>
                <a:lnTo>
                  <a:pt x="417" y="80"/>
                </a:lnTo>
                <a:lnTo>
                  <a:pt x="416" y="81"/>
                </a:lnTo>
                <a:lnTo>
                  <a:pt x="416" y="82"/>
                </a:lnTo>
                <a:lnTo>
                  <a:pt x="416" y="83"/>
                </a:lnTo>
                <a:lnTo>
                  <a:pt x="415" y="83"/>
                </a:lnTo>
                <a:lnTo>
                  <a:pt x="414" y="83"/>
                </a:lnTo>
                <a:lnTo>
                  <a:pt x="413" y="83"/>
                </a:lnTo>
                <a:lnTo>
                  <a:pt x="412" y="83"/>
                </a:lnTo>
                <a:lnTo>
                  <a:pt x="411" y="84"/>
                </a:lnTo>
                <a:lnTo>
                  <a:pt x="410" y="84"/>
                </a:lnTo>
                <a:lnTo>
                  <a:pt x="409" y="84"/>
                </a:lnTo>
                <a:lnTo>
                  <a:pt x="408" y="84"/>
                </a:lnTo>
                <a:lnTo>
                  <a:pt x="407" y="84"/>
                </a:lnTo>
                <a:lnTo>
                  <a:pt x="406" y="84"/>
                </a:lnTo>
                <a:lnTo>
                  <a:pt x="406" y="85"/>
                </a:lnTo>
                <a:lnTo>
                  <a:pt x="407" y="85"/>
                </a:lnTo>
                <a:lnTo>
                  <a:pt x="407" y="86"/>
                </a:lnTo>
                <a:lnTo>
                  <a:pt x="408" y="86"/>
                </a:lnTo>
                <a:lnTo>
                  <a:pt x="408" y="87"/>
                </a:lnTo>
                <a:lnTo>
                  <a:pt x="408" y="88"/>
                </a:lnTo>
                <a:lnTo>
                  <a:pt x="407" y="88"/>
                </a:lnTo>
                <a:lnTo>
                  <a:pt x="408" y="88"/>
                </a:lnTo>
                <a:lnTo>
                  <a:pt x="408" y="87"/>
                </a:lnTo>
                <a:lnTo>
                  <a:pt x="407" y="87"/>
                </a:lnTo>
                <a:lnTo>
                  <a:pt x="407" y="88"/>
                </a:lnTo>
                <a:lnTo>
                  <a:pt x="407" y="89"/>
                </a:lnTo>
                <a:lnTo>
                  <a:pt x="408" y="89"/>
                </a:lnTo>
                <a:lnTo>
                  <a:pt x="408" y="88"/>
                </a:lnTo>
                <a:lnTo>
                  <a:pt x="409" y="88"/>
                </a:lnTo>
                <a:lnTo>
                  <a:pt x="410" y="88"/>
                </a:lnTo>
                <a:lnTo>
                  <a:pt x="410" y="89"/>
                </a:lnTo>
                <a:lnTo>
                  <a:pt x="411" y="89"/>
                </a:lnTo>
                <a:lnTo>
                  <a:pt x="412" y="89"/>
                </a:lnTo>
                <a:lnTo>
                  <a:pt x="413" y="89"/>
                </a:lnTo>
                <a:lnTo>
                  <a:pt x="414" y="89"/>
                </a:lnTo>
                <a:lnTo>
                  <a:pt x="415" y="89"/>
                </a:lnTo>
                <a:lnTo>
                  <a:pt x="415" y="90"/>
                </a:lnTo>
                <a:lnTo>
                  <a:pt x="416" y="90"/>
                </a:lnTo>
                <a:lnTo>
                  <a:pt x="417" y="91"/>
                </a:lnTo>
                <a:lnTo>
                  <a:pt x="416" y="91"/>
                </a:lnTo>
                <a:lnTo>
                  <a:pt x="417" y="91"/>
                </a:lnTo>
                <a:lnTo>
                  <a:pt x="417" y="93"/>
                </a:lnTo>
                <a:lnTo>
                  <a:pt x="417" y="94"/>
                </a:lnTo>
                <a:lnTo>
                  <a:pt x="418" y="94"/>
                </a:lnTo>
                <a:lnTo>
                  <a:pt x="418" y="95"/>
                </a:lnTo>
                <a:lnTo>
                  <a:pt x="419" y="96"/>
                </a:lnTo>
                <a:lnTo>
                  <a:pt x="420" y="96"/>
                </a:lnTo>
                <a:lnTo>
                  <a:pt x="420" y="95"/>
                </a:lnTo>
                <a:lnTo>
                  <a:pt x="420" y="96"/>
                </a:lnTo>
                <a:lnTo>
                  <a:pt x="421" y="96"/>
                </a:lnTo>
                <a:lnTo>
                  <a:pt x="421" y="95"/>
                </a:lnTo>
                <a:lnTo>
                  <a:pt x="422" y="95"/>
                </a:lnTo>
                <a:lnTo>
                  <a:pt x="422" y="96"/>
                </a:lnTo>
                <a:lnTo>
                  <a:pt x="423" y="96"/>
                </a:lnTo>
                <a:lnTo>
                  <a:pt x="423" y="95"/>
                </a:lnTo>
                <a:lnTo>
                  <a:pt x="422" y="95"/>
                </a:lnTo>
                <a:lnTo>
                  <a:pt x="423" y="94"/>
                </a:lnTo>
                <a:lnTo>
                  <a:pt x="423" y="95"/>
                </a:lnTo>
                <a:lnTo>
                  <a:pt x="424" y="95"/>
                </a:lnTo>
                <a:lnTo>
                  <a:pt x="424" y="96"/>
                </a:lnTo>
                <a:lnTo>
                  <a:pt x="425" y="96"/>
                </a:lnTo>
                <a:lnTo>
                  <a:pt x="425" y="97"/>
                </a:lnTo>
                <a:lnTo>
                  <a:pt x="426" y="97"/>
                </a:lnTo>
                <a:lnTo>
                  <a:pt x="426" y="98"/>
                </a:lnTo>
                <a:lnTo>
                  <a:pt x="426" y="99"/>
                </a:lnTo>
                <a:lnTo>
                  <a:pt x="426" y="100"/>
                </a:lnTo>
                <a:lnTo>
                  <a:pt x="427" y="100"/>
                </a:lnTo>
                <a:lnTo>
                  <a:pt x="428" y="101"/>
                </a:lnTo>
                <a:lnTo>
                  <a:pt x="428" y="102"/>
                </a:lnTo>
                <a:lnTo>
                  <a:pt x="427" y="103"/>
                </a:lnTo>
                <a:lnTo>
                  <a:pt x="427" y="104"/>
                </a:lnTo>
                <a:lnTo>
                  <a:pt x="428" y="104"/>
                </a:lnTo>
                <a:lnTo>
                  <a:pt x="428" y="103"/>
                </a:lnTo>
                <a:lnTo>
                  <a:pt x="428" y="104"/>
                </a:lnTo>
                <a:lnTo>
                  <a:pt x="429" y="104"/>
                </a:lnTo>
                <a:lnTo>
                  <a:pt x="430" y="105"/>
                </a:lnTo>
                <a:lnTo>
                  <a:pt x="431" y="104"/>
                </a:lnTo>
                <a:lnTo>
                  <a:pt x="432" y="104"/>
                </a:lnTo>
                <a:lnTo>
                  <a:pt x="432" y="103"/>
                </a:lnTo>
                <a:lnTo>
                  <a:pt x="433" y="103"/>
                </a:lnTo>
                <a:lnTo>
                  <a:pt x="434" y="102"/>
                </a:lnTo>
                <a:lnTo>
                  <a:pt x="434" y="101"/>
                </a:lnTo>
                <a:lnTo>
                  <a:pt x="435" y="100"/>
                </a:lnTo>
                <a:lnTo>
                  <a:pt x="435" y="101"/>
                </a:lnTo>
                <a:lnTo>
                  <a:pt x="436" y="100"/>
                </a:lnTo>
                <a:lnTo>
                  <a:pt x="437" y="99"/>
                </a:lnTo>
                <a:lnTo>
                  <a:pt x="438" y="99"/>
                </a:lnTo>
                <a:lnTo>
                  <a:pt x="438" y="98"/>
                </a:lnTo>
                <a:lnTo>
                  <a:pt x="439" y="98"/>
                </a:lnTo>
                <a:lnTo>
                  <a:pt x="440" y="98"/>
                </a:lnTo>
                <a:lnTo>
                  <a:pt x="440" y="99"/>
                </a:lnTo>
                <a:lnTo>
                  <a:pt x="441" y="99"/>
                </a:lnTo>
                <a:lnTo>
                  <a:pt x="442" y="100"/>
                </a:lnTo>
                <a:lnTo>
                  <a:pt x="442" y="99"/>
                </a:lnTo>
                <a:lnTo>
                  <a:pt x="443" y="99"/>
                </a:lnTo>
                <a:lnTo>
                  <a:pt x="444" y="100"/>
                </a:lnTo>
                <a:lnTo>
                  <a:pt x="445" y="99"/>
                </a:lnTo>
                <a:lnTo>
                  <a:pt x="445" y="98"/>
                </a:lnTo>
                <a:lnTo>
                  <a:pt x="446" y="97"/>
                </a:lnTo>
                <a:lnTo>
                  <a:pt x="447" y="96"/>
                </a:lnTo>
                <a:lnTo>
                  <a:pt x="448" y="96"/>
                </a:lnTo>
                <a:lnTo>
                  <a:pt x="449" y="96"/>
                </a:lnTo>
                <a:lnTo>
                  <a:pt x="450" y="96"/>
                </a:lnTo>
                <a:lnTo>
                  <a:pt x="451" y="95"/>
                </a:lnTo>
                <a:lnTo>
                  <a:pt x="451" y="96"/>
                </a:lnTo>
                <a:lnTo>
                  <a:pt x="452" y="96"/>
                </a:lnTo>
                <a:lnTo>
                  <a:pt x="452" y="97"/>
                </a:lnTo>
                <a:lnTo>
                  <a:pt x="452" y="98"/>
                </a:lnTo>
                <a:lnTo>
                  <a:pt x="453" y="99"/>
                </a:lnTo>
                <a:lnTo>
                  <a:pt x="453" y="100"/>
                </a:lnTo>
                <a:lnTo>
                  <a:pt x="454" y="100"/>
                </a:lnTo>
                <a:lnTo>
                  <a:pt x="455" y="101"/>
                </a:lnTo>
                <a:lnTo>
                  <a:pt x="455" y="100"/>
                </a:lnTo>
                <a:lnTo>
                  <a:pt x="455" y="99"/>
                </a:lnTo>
                <a:lnTo>
                  <a:pt x="456" y="99"/>
                </a:lnTo>
                <a:lnTo>
                  <a:pt x="456" y="98"/>
                </a:lnTo>
                <a:lnTo>
                  <a:pt x="457" y="98"/>
                </a:lnTo>
                <a:lnTo>
                  <a:pt x="458" y="97"/>
                </a:lnTo>
                <a:lnTo>
                  <a:pt x="458" y="96"/>
                </a:lnTo>
                <a:lnTo>
                  <a:pt x="457" y="96"/>
                </a:lnTo>
                <a:lnTo>
                  <a:pt x="457" y="95"/>
                </a:lnTo>
                <a:lnTo>
                  <a:pt x="457" y="94"/>
                </a:lnTo>
                <a:lnTo>
                  <a:pt x="457" y="93"/>
                </a:lnTo>
                <a:lnTo>
                  <a:pt x="457" y="92"/>
                </a:lnTo>
                <a:lnTo>
                  <a:pt x="458" y="92"/>
                </a:lnTo>
                <a:lnTo>
                  <a:pt x="459" y="92"/>
                </a:lnTo>
                <a:lnTo>
                  <a:pt x="459" y="91"/>
                </a:lnTo>
                <a:lnTo>
                  <a:pt x="459" y="92"/>
                </a:lnTo>
                <a:lnTo>
                  <a:pt x="460" y="92"/>
                </a:lnTo>
                <a:lnTo>
                  <a:pt x="460" y="93"/>
                </a:lnTo>
                <a:lnTo>
                  <a:pt x="461" y="93"/>
                </a:lnTo>
                <a:lnTo>
                  <a:pt x="461" y="92"/>
                </a:lnTo>
                <a:lnTo>
                  <a:pt x="462" y="92"/>
                </a:lnTo>
                <a:lnTo>
                  <a:pt x="463" y="93"/>
                </a:lnTo>
                <a:lnTo>
                  <a:pt x="462" y="93"/>
                </a:lnTo>
                <a:lnTo>
                  <a:pt x="463" y="93"/>
                </a:lnTo>
                <a:lnTo>
                  <a:pt x="464" y="93"/>
                </a:lnTo>
                <a:lnTo>
                  <a:pt x="464" y="94"/>
                </a:lnTo>
                <a:lnTo>
                  <a:pt x="465" y="94"/>
                </a:lnTo>
                <a:lnTo>
                  <a:pt x="466" y="94"/>
                </a:lnTo>
                <a:lnTo>
                  <a:pt x="466" y="93"/>
                </a:lnTo>
                <a:lnTo>
                  <a:pt x="467" y="93"/>
                </a:lnTo>
                <a:lnTo>
                  <a:pt x="468" y="93"/>
                </a:lnTo>
                <a:lnTo>
                  <a:pt x="468" y="94"/>
                </a:lnTo>
                <a:lnTo>
                  <a:pt x="469" y="94"/>
                </a:lnTo>
                <a:lnTo>
                  <a:pt x="468" y="95"/>
                </a:lnTo>
                <a:lnTo>
                  <a:pt x="469" y="96"/>
                </a:lnTo>
                <a:lnTo>
                  <a:pt x="469" y="97"/>
                </a:lnTo>
                <a:lnTo>
                  <a:pt x="470" y="97"/>
                </a:lnTo>
                <a:lnTo>
                  <a:pt x="471" y="97"/>
                </a:lnTo>
                <a:lnTo>
                  <a:pt x="471" y="96"/>
                </a:lnTo>
                <a:lnTo>
                  <a:pt x="471" y="95"/>
                </a:lnTo>
                <a:lnTo>
                  <a:pt x="472" y="95"/>
                </a:lnTo>
                <a:lnTo>
                  <a:pt x="472" y="94"/>
                </a:lnTo>
                <a:lnTo>
                  <a:pt x="472" y="93"/>
                </a:lnTo>
                <a:lnTo>
                  <a:pt x="472" y="92"/>
                </a:lnTo>
                <a:lnTo>
                  <a:pt x="472" y="91"/>
                </a:lnTo>
                <a:lnTo>
                  <a:pt x="472" y="90"/>
                </a:lnTo>
                <a:lnTo>
                  <a:pt x="473" y="90"/>
                </a:lnTo>
                <a:lnTo>
                  <a:pt x="472" y="89"/>
                </a:lnTo>
                <a:lnTo>
                  <a:pt x="473" y="89"/>
                </a:lnTo>
                <a:lnTo>
                  <a:pt x="473" y="87"/>
                </a:lnTo>
                <a:lnTo>
                  <a:pt x="474" y="86"/>
                </a:lnTo>
                <a:lnTo>
                  <a:pt x="475" y="86"/>
                </a:lnTo>
                <a:lnTo>
                  <a:pt x="476" y="87"/>
                </a:lnTo>
                <a:lnTo>
                  <a:pt x="475" y="87"/>
                </a:lnTo>
                <a:lnTo>
                  <a:pt x="475" y="88"/>
                </a:lnTo>
                <a:lnTo>
                  <a:pt x="476" y="88"/>
                </a:lnTo>
                <a:lnTo>
                  <a:pt x="477" y="88"/>
                </a:lnTo>
                <a:lnTo>
                  <a:pt x="477" y="87"/>
                </a:lnTo>
                <a:lnTo>
                  <a:pt x="478" y="87"/>
                </a:lnTo>
                <a:lnTo>
                  <a:pt x="477" y="87"/>
                </a:lnTo>
                <a:lnTo>
                  <a:pt x="478" y="87"/>
                </a:lnTo>
                <a:lnTo>
                  <a:pt x="478" y="86"/>
                </a:lnTo>
                <a:lnTo>
                  <a:pt x="479" y="86"/>
                </a:lnTo>
                <a:lnTo>
                  <a:pt x="480" y="86"/>
                </a:lnTo>
                <a:lnTo>
                  <a:pt x="481" y="86"/>
                </a:lnTo>
                <a:lnTo>
                  <a:pt x="482" y="85"/>
                </a:lnTo>
                <a:lnTo>
                  <a:pt x="482" y="86"/>
                </a:lnTo>
                <a:lnTo>
                  <a:pt x="483" y="86"/>
                </a:lnTo>
                <a:lnTo>
                  <a:pt x="484" y="86"/>
                </a:lnTo>
                <a:lnTo>
                  <a:pt x="484" y="85"/>
                </a:lnTo>
                <a:lnTo>
                  <a:pt x="485" y="85"/>
                </a:lnTo>
                <a:lnTo>
                  <a:pt x="485" y="84"/>
                </a:lnTo>
                <a:lnTo>
                  <a:pt x="485" y="83"/>
                </a:lnTo>
                <a:lnTo>
                  <a:pt x="486" y="83"/>
                </a:lnTo>
                <a:lnTo>
                  <a:pt x="486" y="82"/>
                </a:lnTo>
                <a:lnTo>
                  <a:pt x="486" y="83"/>
                </a:lnTo>
                <a:lnTo>
                  <a:pt x="487" y="83"/>
                </a:lnTo>
                <a:lnTo>
                  <a:pt x="488" y="83"/>
                </a:lnTo>
                <a:lnTo>
                  <a:pt x="489" y="84"/>
                </a:lnTo>
                <a:lnTo>
                  <a:pt x="490" y="86"/>
                </a:lnTo>
                <a:lnTo>
                  <a:pt x="491" y="86"/>
                </a:lnTo>
                <a:lnTo>
                  <a:pt x="492" y="86"/>
                </a:lnTo>
                <a:lnTo>
                  <a:pt x="492" y="87"/>
                </a:lnTo>
                <a:lnTo>
                  <a:pt x="492" y="86"/>
                </a:lnTo>
                <a:lnTo>
                  <a:pt x="493" y="86"/>
                </a:lnTo>
                <a:lnTo>
                  <a:pt x="492" y="86"/>
                </a:lnTo>
                <a:lnTo>
                  <a:pt x="493" y="85"/>
                </a:lnTo>
                <a:lnTo>
                  <a:pt x="494" y="85"/>
                </a:lnTo>
                <a:lnTo>
                  <a:pt x="494" y="84"/>
                </a:lnTo>
                <a:lnTo>
                  <a:pt x="495" y="84"/>
                </a:lnTo>
                <a:lnTo>
                  <a:pt x="496" y="84"/>
                </a:lnTo>
                <a:lnTo>
                  <a:pt x="497" y="83"/>
                </a:lnTo>
                <a:lnTo>
                  <a:pt x="497" y="84"/>
                </a:lnTo>
                <a:lnTo>
                  <a:pt x="498" y="84"/>
                </a:lnTo>
                <a:lnTo>
                  <a:pt x="499" y="84"/>
                </a:lnTo>
                <a:lnTo>
                  <a:pt x="499" y="83"/>
                </a:lnTo>
                <a:lnTo>
                  <a:pt x="498" y="84"/>
                </a:lnTo>
                <a:lnTo>
                  <a:pt x="498" y="83"/>
                </a:lnTo>
                <a:lnTo>
                  <a:pt x="498" y="82"/>
                </a:lnTo>
                <a:lnTo>
                  <a:pt x="499" y="82"/>
                </a:lnTo>
                <a:lnTo>
                  <a:pt x="500" y="82"/>
                </a:lnTo>
                <a:lnTo>
                  <a:pt x="501" y="81"/>
                </a:lnTo>
                <a:lnTo>
                  <a:pt x="501" y="80"/>
                </a:lnTo>
                <a:lnTo>
                  <a:pt x="502" y="80"/>
                </a:lnTo>
                <a:lnTo>
                  <a:pt x="502" y="81"/>
                </a:lnTo>
                <a:lnTo>
                  <a:pt x="503" y="80"/>
                </a:lnTo>
                <a:lnTo>
                  <a:pt x="504" y="80"/>
                </a:lnTo>
                <a:lnTo>
                  <a:pt x="505" y="80"/>
                </a:lnTo>
                <a:lnTo>
                  <a:pt x="505" y="79"/>
                </a:lnTo>
                <a:lnTo>
                  <a:pt x="506" y="78"/>
                </a:lnTo>
                <a:lnTo>
                  <a:pt x="507" y="77"/>
                </a:lnTo>
                <a:lnTo>
                  <a:pt x="508" y="77"/>
                </a:lnTo>
                <a:lnTo>
                  <a:pt x="509" y="77"/>
                </a:lnTo>
                <a:lnTo>
                  <a:pt x="509" y="78"/>
                </a:lnTo>
                <a:lnTo>
                  <a:pt x="510" y="78"/>
                </a:lnTo>
                <a:lnTo>
                  <a:pt x="511" y="78"/>
                </a:lnTo>
                <a:lnTo>
                  <a:pt x="512" y="78"/>
                </a:lnTo>
                <a:lnTo>
                  <a:pt x="513" y="79"/>
                </a:lnTo>
                <a:lnTo>
                  <a:pt x="514" y="80"/>
                </a:lnTo>
                <a:lnTo>
                  <a:pt x="514" y="79"/>
                </a:lnTo>
                <a:lnTo>
                  <a:pt x="514" y="78"/>
                </a:lnTo>
                <a:lnTo>
                  <a:pt x="514" y="77"/>
                </a:lnTo>
                <a:lnTo>
                  <a:pt x="514" y="76"/>
                </a:lnTo>
                <a:lnTo>
                  <a:pt x="515" y="75"/>
                </a:lnTo>
                <a:lnTo>
                  <a:pt x="515" y="76"/>
                </a:lnTo>
                <a:lnTo>
                  <a:pt x="516" y="76"/>
                </a:lnTo>
                <a:lnTo>
                  <a:pt x="517" y="75"/>
                </a:lnTo>
                <a:lnTo>
                  <a:pt x="517" y="74"/>
                </a:lnTo>
                <a:lnTo>
                  <a:pt x="518" y="73"/>
                </a:lnTo>
                <a:lnTo>
                  <a:pt x="518" y="74"/>
                </a:lnTo>
                <a:lnTo>
                  <a:pt x="519" y="74"/>
                </a:lnTo>
                <a:lnTo>
                  <a:pt x="520" y="74"/>
                </a:lnTo>
                <a:lnTo>
                  <a:pt x="520" y="75"/>
                </a:lnTo>
                <a:lnTo>
                  <a:pt x="521" y="75"/>
                </a:lnTo>
                <a:lnTo>
                  <a:pt x="521" y="76"/>
                </a:lnTo>
                <a:lnTo>
                  <a:pt x="522" y="76"/>
                </a:lnTo>
                <a:lnTo>
                  <a:pt x="522" y="77"/>
                </a:lnTo>
                <a:lnTo>
                  <a:pt x="523" y="76"/>
                </a:lnTo>
                <a:lnTo>
                  <a:pt x="524" y="76"/>
                </a:lnTo>
                <a:lnTo>
                  <a:pt x="524" y="77"/>
                </a:lnTo>
                <a:lnTo>
                  <a:pt x="525" y="77"/>
                </a:lnTo>
                <a:lnTo>
                  <a:pt x="525" y="78"/>
                </a:lnTo>
                <a:lnTo>
                  <a:pt x="526" y="79"/>
                </a:lnTo>
                <a:lnTo>
                  <a:pt x="526" y="80"/>
                </a:lnTo>
                <a:lnTo>
                  <a:pt x="527" y="80"/>
                </a:lnTo>
                <a:lnTo>
                  <a:pt x="527" y="81"/>
                </a:lnTo>
                <a:lnTo>
                  <a:pt x="528" y="82"/>
                </a:lnTo>
                <a:lnTo>
                  <a:pt x="528" y="81"/>
                </a:lnTo>
                <a:lnTo>
                  <a:pt x="529" y="81"/>
                </a:lnTo>
                <a:lnTo>
                  <a:pt x="529" y="82"/>
                </a:lnTo>
                <a:lnTo>
                  <a:pt x="529" y="83"/>
                </a:lnTo>
                <a:lnTo>
                  <a:pt x="528" y="83"/>
                </a:lnTo>
                <a:lnTo>
                  <a:pt x="529" y="83"/>
                </a:lnTo>
                <a:lnTo>
                  <a:pt x="529" y="84"/>
                </a:lnTo>
                <a:lnTo>
                  <a:pt x="530" y="84"/>
                </a:lnTo>
                <a:lnTo>
                  <a:pt x="531" y="85"/>
                </a:lnTo>
                <a:lnTo>
                  <a:pt x="531" y="86"/>
                </a:lnTo>
                <a:lnTo>
                  <a:pt x="532" y="87"/>
                </a:lnTo>
                <a:lnTo>
                  <a:pt x="532" y="88"/>
                </a:lnTo>
                <a:lnTo>
                  <a:pt x="531" y="88"/>
                </a:lnTo>
                <a:lnTo>
                  <a:pt x="532" y="88"/>
                </a:lnTo>
                <a:lnTo>
                  <a:pt x="532" y="89"/>
                </a:lnTo>
                <a:lnTo>
                  <a:pt x="532" y="90"/>
                </a:lnTo>
                <a:lnTo>
                  <a:pt x="533" y="90"/>
                </a:lnTo>
                <a:lnTo>
                  <a:pt x="533" y="91"/>
                </a:lnTo>
                <a:lnTo>
                  <a:pt x="532" y="91"/>
                </a:lnTo>
                <a:lnTo>
                  <a:pt x="533" y="91"/>
                </a:lnTo>
                <a:lnTo>
                  <a:pt x="533" y="92"/>
                </a:lnTo>
                <a:lnTo>
                  <a:pt x="534" y="92"/>
                </a:lnTo>
                <a:lnTo>
                  <a:pt x="534" y="91"/>
                </a:lnTo>
                <a:lnTo>
                  <a:pt x="534" y="92"/>
                </a:lnTo>
                <a:lnTo>
                  <a:pt x="535" y="92"/>
                </a:lnTo>
                <a:lnTo>
                  <a:pt x="536" y="91"/>
                </a:lnTo>
                <a:lnTo>
                  <a:pt x="537" y="91"/>
                </a:lnTo>
                <a:lnTo>
                  <a:pt x="538" y="91"/>
                </a:lnTo>
                <a:lnTo>
                  <a:pt x="538" y="92"/>
                </a:lnTo>
                <a:lnTo>
                  <a:pt x="539" y="92"/>
                </a:lnTo>
                <a:lnTo>
                  <a:pt x="540" y="92"/>
                </a:lnTo>
                <a:lnTo>
                  <a:pt x="540" y="93"/>
                </a:lnTo>
                <a:lnTo>
                  <a:pt x="542" y="93"/>
                </a:lnTo>
                <a:lnTo>
                  <a:pt x="543" y="94"/>
                </a:lnTo>
                <a:lnTo>
                  <a:pt x="543" y="95"/>
                </a:lnTo>
                <a:lnTo>
                  <a:pt x="543" y="96"/>
                </a:lnTo>
                <a:lnTo>
                  <a:pt x="542" y="97"/>
                </a:lnTo>
                <a:lnTo>
                  <a:pt x="542" y="98"/>
                </a:lnTo>
                <a:lnTo>
                  <a:pt x="543" y="98"/>
                </a:lnTo>
                <a:lnTo>
                  <a:pt x="543" y="99"/>
                </a:lnTo>
                <a:lnTo>
                  <a:pt x="544" y="99"/>
                </a:lnTo>
                <a:lnTo>
                  <a:pt x="545" y="99"/>
                </a:lnTo>
                <a:lnTo>
                  <a:pt x="545" y="100"/>
                </a:lnTo>
                <a:lnTo>
                  <a:pt x="546" y="100"/>
                </a:lnTo>
                <a:lnTo>
                  <a:pt x="546" y="99"/>
                </a:lnTo>
                <a:lnTo>
                  <a:pt x="547" y="99"/>
                </a:lnTo>
                <a:lnTo>
                  <a:pt x="548" y="99"/>
                </a:lnTo>
                <a:lnTo>
                  <a:pt x="549" y="99"/>
                </a:lnTo>
                <a:lnTo>
                  <a:pt x="550" y="98"/>
                </a:lnTo>
                <a:lnTo>
                  <a:pt x="551" y="97"/>
                </a:lnTo>
                <a:lnTo>
                  <a:pt x="552" y="97"/>
                </a:lnTo>
                <a:lnTo>
                  <a:pt x="552" y="96"/>
                </a:lnTo>
                <a:lnTo>
                  <a:pt x="552" y="97"/>
                </a:lnTo>
                <a:lnTo>
                  <a:pt x="553" y="97"/>
                </a:lnTo>
                <a:lnTo>
                  <a:pt x="554" y="98"/>
                </a:lnTo>
                <a:lnTo>
                  <a:pt x="554" y="97"/>
                </a:lnTo>
                <a:lnTo>
                  <a:pt x="555" y="97"/>
                </a:lnTo>
                <a:lnTo>
                  <a:pt x="555" y="98"/>
                </a:lnTo>
                <a:lnTo>
                  <a:pt x="556" y="98"/>
                </a:lnTo>
                <a:lnTo>
                  <a:pt x="557" y="97"/>
                </a:lnTo>
                <a:lnTo>
                  <a:pt x="558" y="97"/>
                </a:lnTo>
                <a:lnTo>
                  <a:pt x="558" y="96"/>
                </a:lnTo>
                <a:lnTo>
                  <a:pt x="557" y="96"/>
                </a:lnTo>
                <a:lnTo>
                  <a:pt x="557" y="95"/>
                </a:lnTo>
                <a:lnTo>
                  <a:pt x="556" y="94"/>
                </a:lnTo>
                <a:lnTo>
                  <a:pt x="555" y="93"/>
                </a:lnTo>
                <a:lnTo>
                  <a:pt x="555" y="92"/>
                </a:lnTo>
                <a:lnTo>
                  <a:pt x="554" y="92"/>
                </a:lnTo>
                <a:lnTo>
                  <a:pt x="554" y="91"/>
                </a:lnTo>
                <a:lnTo>
                  <a:pt x="553" y="91"/>
                </a:lnTo>
                <a:lnTo>
                  <a:pt x="553" y="90"/>
                </a:lnTo>
                <a:lnTo>
                  <a:pt x="552" y="90"/>
                </a:lnTo>
                <a:lnTo>
                  <a:pt x="552" y="89"/>
                </a:lnTo>
                <a:lnTo>
                  <a:pt x="552" y="88"/>
                </a:lnTo>
                <a:lnTo>
                  <a:pt x="552" y="87"/>
                </a:lnTo>
                <a:lnTo>
                  <a:pt x="551" y="87"/>
                </a:lnTo>
                <a:lnTo>
                  <a:pt x="550" y="87"/>
                </a:lnTo>
                <a:lnTo>
                  <a:pt x="550" y="86"/>
                </a:lnTo>
                <a:lnTo>
                  <a:pt x="551" y="86"/>
                </a:lnTo>
                <a:lnTo>
                  <a:pt x="551" y="85"/>
                </a:lnTo>
                <a:lnTo>
                  <a:pt x="552" y="85"/>
                </a:lnTo>
                <a:lnTo>
                  <a:pt x="552" y="86"/>
                </a:lnTo>
                <a:lnTo>
                  <a:pt x="553" y="86"/>
                </a:lnTo>
                <a:lnTo>
                  <a:pt x="553" y="85"/>
                </a:lnTo>
                <a:lnTo>
                  <a:pt x="554" y="85"/>
                </a:lnTo>
                <a:lnTo>
                  <a:pt x="554" y="84"/>
                </a:lnTo>
                <a:lnTo>
                  <a:pt x="554" y="83"/>
                </a:lnTo>
                <a:lnTo>
                  <a:pt x="553" y="82"/>
                </a:lnTo>
                <a:lnTo>
                  <a:pt x="553" y="83"/>
                </a:lnTo>
                <a:lnTo>
                  <a:pt x="552" y="83"/>
                </a:lnTo>
                <a:lnTo>
                  <a:pt x="551" y="82"/>
                </a:lnTo>
                <a:lnTo>
                  <a:pt x="551" y="81"/>
                </a:lnTo>
                <a:lnTo>
                  <a:pt x="551" y="80"/>
                </a:lnTo>
                <a:lnTo>
                  <a:pt x="550" y="80"/>
                </a:lnTo>
                <a:lnTo>
                  <a:pt x="549" y="80"/>
                </a:lnTo>
                <a:lnTo>
                  <a:pt x="549" y="79"/>
                </a:lnTo>
                <a:lnTo>
                  <a:pt x="549" y="78"/>
                </a:lnTo>
                <a:lnTo>
                  <a:pt x="550" y="78"/>
                </a:lnTo>
                <a:lnTo>
                  <a:pt x="550" y="77"/>
                </a:lnTo>
                <a:lnTo>
                  <a:pt x="551" y="76"/>
                </a:lnTo>
                <a:lnTo>
                  <a:pt x="551" y="75"/>
                </a:lnTo>
                <a:lnTo>
                  <a:pt x="551" y="74"/>
                </a:lnTo>
                <a:lnTo>
                  <a:pt x="550" y="74"/>
                </a:lnTo>
                <a:lnTo>
                  <a:pt x="551" y="73"/>
                </a:lnTo>
                <a:lnTo>
                  <a:pt x="551" y="72"/>
                </a:lnTo>
                <a:lnTo>
                  <a:pt x="551" y="71"/>
                </a:lnTo>
                <a:lnTo>
                  <a:pt x="551" y="70"/>
                </a:lnTo>
                <a:lnTo>
                  <a:pt x="552" y="69"/>
                </a:lnTo>
                <a:lnTo>
                  <a:pt x="552" y="70"/>
                </a:lnTo>
                <a:lnTo>
                  <a:pt x="552" y="69"/>
                </a:lnTo>
                <a:lnTo>
                  <a:pt x="553" y="69"/>
                </a:lnTo>
                <a:lnTo>
                  <a:pt x="552" y="69"/>
                </a:lnTo>
                <a:lnTo>
                  <a:pt x="552" y="68"/>
                </a:lnTo>
                <a:lnTo>
                  <a:pt x="552" y="67"/>
                </a:lnTo>
                <a:lnTo>
                  <a:pt x="553" y="67"/>
                </a:lnTo>
                <a:lnTo>
                  <a:pt x="552" y="67"/>
                </a:lnTo>
                <a:lnTo>
                  <a:pt x="552" y="66"/>
                </a:lnTo>
                <a:lnTo>
                  <a:pt x="553" y="66"/>
                </a:lnTo>
                <a:lnTo>
                  <a:pt x="553" y="67"/>
                </a:lnTo>
                <a:lnTo>
                  <a:pt x="554" y="67"/>
                </a:lnTo>
                <a:lnTo>
                  <a:pt x="554" y="66"/>
                </a:lnTo>
                <a:lnTo>
                  <a:pt x="554" y="65"/>
                </a:lnTo>
                <a:lnTo>
                  <a:pt x="554" y="64"/>
                </a:lnTo>
                <a:lnTo>
                  <a:pt x="554" y="63"/>
                </a:lnTo>
                <a:lnTo>
                  <a:pt x="555" y="63"/>
                </a:lnTo>
                <a:lnTo>
                  <a:pt x="555" y="62"/>
                </a:lnTo>
                <a:lnTo>
                  <a:pt x="556" y="62"/>
                </a:lnTo>
                <a:lnTo>
                  <a:pt x="557" y="62"/>
                </a:lnTo>
                <a:lnTo>
                  <a:pt x="558" y="63"/>
                </a:lnTo>
                <a:lnTo>
                  <a:pt x="559" y="64"/>
                </a:lnTo>
                <a:lnTo>
                  <a:pt x="559" y="63"/>
                </a:lnTo>
                <a:lnTo>
                  <a:pt x="559" y="64"/>
                </a:lnTo>
                <a:lnTo>
                  <a:pt x="559" y="65"/>
                </a:lnTo>
                <a:lnTo>
                  <a:pt x="559" y="66"/>
                </a:lnTo>
                <a:lnTo>
                  <a:pt x="560" y="66"/>
                </a:lnTo>
                <a:lnTo>
                  <a:pt x="562" y="66"/>
                </a:lnTo>
                <a:lnTo>
                  <a:pt x="562" y="65"/>
                </a:lnTo>
                <a:lnTo>
                  <a:pt x="563" y="65"/>
                </a:lnTo>
                <a:lnTo>
                  <a:pt x="563" y="64"/>
                </a:lnTo>
                <a:lnTo>
                  <a:pt x="562" y="64"/>
                </a:lnTo>
                <a:lnTo>
                  <a:pt x="561" y="63"/>
                </a:lnTo>
                <a:lnTo>
                  <a:pt x="561" y="62"/>
                </a:lnTo>
                <a:lnTo>
                  <a:pt x="561" y="61"/>
                </a:lnTo>
                <a:lnTo>
                  <a:pt x="561" y="60"/>
                </a:lnTo>
                <a:lnTo>
                  <a:pt x="560" y="59"/>
                </a:lnTo>
                <a:lnTo>
                  <a:pt x="561" y="59"/>
                </a:lnTo>
                <a:lnTo>
                  <a:pt x="562" y="59"/>
                </a:lnTo>
                <a:lnTo>
                  <a:pt x="563" y="60"/>
                </a:lnTo>
                <a:lnTo>
                  <a:pt x="564" y="60"/>
                </a:lnTo>
                <a:lnTo>
                  <a:pt x="565" y="61"/>
                </a:lnTo>
                <a:lnTo>
                  <a:pt x="566" y="61"/>
                </a:lnTo>
                <a:lnTo>
                  <a:pt x="567" y="61"/>
                </a:lnTo>
                <a:lnTo>
                  <a:pt x="568" y="61"/>
                </a:lnTo>
                <a:lnTo>
                  <a:pt x="569" y="61"/>
                </a:lnTo>
                <a:lnTo>
                  <a:pt x="570" y="61"/>
                </a:lnTo>
                <a:lnTo>
                  <a:pt x="570" y="62"/>
                </a:lnTo>
                <a:lnTo>
                  <a:pt x="570" y="63"/>
                </a:lnTo>
                <a:lnTo>
                  <a:pt x="571" y="63"/>
                </a:lnTo>
                <a:lnTo>
                  <a:pt x="572" y="63"/>
                </a:lnTo>
                <a:lnTo>
                  <a:pt x="572" y="62"/>
                </a:lnTo>
                <a:lnTo>
                  <a:pt x="573" y="62"/>
                </a:lnTo>
                <a:lnTo>
                  <a:pt x="574" y="63"/>
                </a:lnTo>
                <a:lnTo>
                  <a:pt x="574" y="64"/>
                </a:lnTo>
                <a:lnTo>
                  <a:pt x="575" y="64"/>
                </a:lnTo>
                <a:lnTo>
                  <a:pt x="575" y="65"/>
                </a:lnTo>
                <a:lnTo>
                  <a:pt x="576" y="65"/>
                </a:lnTo>
                <a:lnTo>
                  <a:pt x="576" y="66"/>
                </a:lnTo>
                <a:lnTo>
                  <a:pt x="577" y="67"/>
                </a:lnTo>
                <a:lnTo>
                  <a:pt x="577" y="68"/>
                </a:lnTo>
                <a:lnTo>
                  <a:pt x="578" y="68"/>
                </a:lnTo>
                <a:lnTo>
                  <a:pt x="578" y="67"/>
                </a:lnTo>
                <a:lnTo>
                  <a:pt x="579" y="67"/>
                </a:lnTo>
                <a:lnTo>
                  <a:pt x="579" y="68"/>
                </a:lnTo>
                <a:lnTo>
                  <a:pt x="579" y="69"/>
                </a:lnTo>
                <a:lnTo>
                  <a:pt x="580" y="69"/>
                </a:lnTo>
                <a:lnTo>
                  <a:pt x="580" y="68"/>
                </a:lnTo>
                <a:lnTo>
                  <a:pt x="581" y="68"/>
                </a:lnTo>
                <a:lnTo>
                  <a:pt x="582" y="68"/>
                </a:lnTo>
                <a:lnTo>
                  <a:pt x="583" y="68"/>
                </a:lnTo>
                <a:lnTo>
                  <a:pt x="584" y="68"/>
                </a:lnTo>
                <a:lnTo>
                  <a:pt x="585" y="68"/>
                </a:lnTo>
                <a:lnTo>
                  <a:pt x="586" y="67"/>
                </a:lnTo>
                <a:lnTo>
                  <a:pt x="587" y="66"/>
                </a:lnTo>
                <a:lnTo>
                  <a:pt x="588" y="65"/>
                </a:lnTo>
                <a:lnTo>
                  <a:pt x="589" y="65"/>
                </a:lnTo>
                <a:lnTo>
                  <a:pt x="589" y="66"/>
                </a:lnTo>
                <a:lnTo>
                  <a:pt x="590" y="67"/>
                </a:lnTo>
                <a:lnTo>
                  <a:pt x="591" y="68"/>
                </a:lnTo>
                <a:lnTo>
                  <a:pt x="591" y="69"/>
                </a:lnTo>
                <a:lnTo>
                  <a:pt x="591" y="70"/>
                </a:lnTo>
                <a:lnTo>
                  <a:pt x="592" y="70"/>
                </a:lnTo>
                <a:lnTo>
                  <a:pt x="593" y="70"/>
                </a:lnTo>
                <a:lnTo>
                  <a:pt x="594" y="70"/>
                </a:lnTo>
                <a:lnTo>
                  <a:pt x="594" y="71"/>
                </a:lnTo>
                <a:lnTo>
                  <a:pt x="593" y="71"/>
                </a:lnTo>
                <a:lnTo>
                  <a:pt x="592" y="73"/>
                </a:lnTo>
                <a:lnTo>
                  <a:pt x="593" y="73"/>
                </a:lnTo>
                <a:lnTo>
                  <a:pt x="593" y="74"/>
                </a:lnTo>
                <a:lnTo>
                  <a:pt x="594" y="74"/>
                </a:lnTo>
                <a:lnTo>
                  <a:pt x="594" y="73"/>
                </a:lnTo>
                <a:lnTo>
                  <a:pt x="595" y="73"/>
                </a:lnTo>
                <a:lnTo>
                  <a:pt x="596" y="73"/>
                </a:lnTo>
                <a:lnTo>
                  <a:pt x="597" y="73"/>
                </a:lnTo>
                <a:lnTo>
                  <a:pt x="598" y="73"/>
                </a:lnTo>
                <a:lnTo>
                  <a:pt x="600" y="71"/>
                </a:lnTo>
                <a:lnTo>
                  <a:pt x="601" y="70"/>
                </a:lnTo>
                <a:lnTo>
                  <a:pt x="602" y="71"/>
                </a:lnTo>
                <a:lnTo>
                  <a:pt x="602" y="70"/>
                </a:lnTo>
                <a:lnTo>
                  <a:pt x="603" y="70"/>
                </a:lnTo>
                <a:lnTo>
                  <a:pt x="603" y="69"/>
                </a:lnTo>
                <a:lnTo>
                  <a:pt x="603" y="68"/>
                </a:lnTo>
                <a:lnTo>
                  <a:pt x="603" y="67"/>
                </a:lnTo>
                <a:lnTo>
                  <a:pt x="604" y="66"/>
                </a:lnTo>
                <a:lnTo>
                  <a:pt x="605" y="66"/>
                </a:lnTo>
                <a:lnTo>
                  <a:pt x="605" y="65"/>
                </a:lnTo>
                <a:lnTo>
                  <a:pt x="606" y="65"/>
                </a:lnTo>
                <a:lnTo>
                  <a:pt x="607" y="65"/>
                </a:lnTo>
                <a:lnTo>
                  <a:pt x="607" y="66"/>
                </a:lnTo>
                <a:lnTo>
                  <a:pt x="607" y="67"/>
                </a:lnTo>
                <a:lnTo>
                  <a:pt x="608" y="68"/>
                </a:lnTo>
                <a:lnTo>
                  <a:pt x="609" y="68"/>
                </a:lnTo>
                <a:lnTo>
                  <a:pt x="609" y="69"/>
                </a:lnTo>
                <a:lnTo>
                  <a:pt x="608" y="70"/>
                </a:lnTo>
                <a:lnTo>
                  <a:pt x="607" y="70"/>
                </a:lnTo>
                <a:lnTo>
                  <a:pt x="605" y="71"/>
                </a:lnTo>
                <a:lnTo>
                  <a:pt x="605" y="72"/>
                </a:lnTo>
                <a:lnTo>
                  <a:pt x="605" y="73"/>
                </a:lnTo>
                <a:lnTo>
                  <a:pt x="606" y="73"/>
                </a:lnTo>
                <a:lnTo>
                  <a:pt x="606" y="74"/>
                </a:lnTo>
                <a:lnTo>
                  <a:pt x="607" y="74"/>
                </a:lnTo>
                <a:lnTo>
                  <a:pt x="607" y="73"/>
                </a:lnTo>
                <a:lnTo>
                  <a:pt x="607" y="74"/>
                </a:lnTo>
                <a:lnTo>
                  <a:pt x="608" y="74"/>
                </a:lnTo>
                <a:lnTo>
                  <a:pt x="608" y="75"/>
                </a:lnTo>
                <a:lnTo>
                  <a:pt x="609" y="76"/>
                </a:lnTo>
                <a:lnTo>
                  <a:pt x="609" y="77"/>
                </a:lnTo>
                <a:lnTo>
                  <a:pt x="609" y="78"/>
                </a:lnTo>
                <a:lnTo>
                  <a:pt x="609" y="79"/>
                </a:lnTo>
                <a:lnTo>
                  <a:pt x="610" y="79"/>
                </a:lnTo>
                <a:lnTo>
                  <a:pt x="610" y="80"/>
                </a:lnTo>
                <a:lnTo>
                  <a:pt x="610" y="79"/>
                </a:lnTo>
                <a:lnTo>
                  <a:pt x="611" y="80"/>
                </a:lnTo>
                <a:lnTo>
                  <a:pt x="611" y="81"/>
                </a:lnTo>
                <a:lnTo>
                  <a:pt x="611" y="82"/>
                </a:lnTo>
                <a:lnTo>
                  <a:pt x="612" y="82"/>
                </a:lnTo>
                <a:lnTo>
                  <a:pt x="613" y="81"/>
                </a:lnTo>
                <a:lnTo>
                  <a:pt x="614" y="81"/>
                </a:lnTo>
                <a:lnTo>
                  <a:pt x="615" y="81"/>
                </a:lnTo>
                <a:lnTo>
                  <a:pt x="615" y="82"/>
                </a:lnTo>
                <a:lnTo>
                  <a:pt x="616" y="82"/>
                </a:lnTo>
                <a:lnTo>
                  <a:pt x="616" y="83"/>
                </a:lnTo>
                <a:lnTo>
                  <a:pt x="617" y="83"/>
                </a:lnTo>
                <a:lnTo>
                  <a:pt x="617" y="84"/>
                </a:lnTo>
                <a:lnTo>
                  <a:pt x="616" y="85"/>
                </a:lnTo>
                <a:lnTo>
                  <a:pt x="617" y="85"/>
                </a:lnTo>
                <a:lnTo>
                  <a:pt x="617" y="86"/>
                </a:lnTo>
                <a:lnTo>
                  <a:pt x="616" y="86"/>
                </a:lnTo>
                <a:lnTo>
                  <a:pt x="617" y="86"/>
                </a:lnTo>
                <a:lnTo>
                  <a:pt x="617" y="87"/>
                </a:lnTo>
                <a:lnTo>
                  <a:pt x="618" y="87"/>
                </a:lnTo>
                <a:lnTo>
                  <a:pt x="618" y="88"/>
                </a:lnTo>
                <a:lnTo>
                  <a:pt x="618" y="89"/>
                </a:lnTo>
                <a:lnTo>
                  <a:pt x="617" y="89"/>
                </a:lnTo>
                <a:lnTo>
                  <a:pt x="618" y="90"/>
                </a:lnTo>
                <a:lnTo>
                  <a:pt x="617" y="90"/>
                </a:lnTo>
                <a:lnTo>
                  <a:pt x="617" y="91"/>
                </a:lnTo>
                <a:lnTo>
                  <a:pt x="617" y="92"/>
                </a:lnTo>
                <a:lnTo>
                  <a:pt x="618" y="92"/>
                </a:lnTo>
                <a:lnTo>
                  <a:pt x="619" y="92"/>
                </a:lnTo>
                <a:lnTo>
                  <a:pt x="619" y="93"/>
                </a:lnTo>
                <a:lnTo>
                  <a:pt x="620" y="92"/>
                </a:lnTo>
                <a:lnTo>
                  <a:pt x="621" y="92"/>
                </a:lnTo>
                <a:lnTo>
                  <a:pt x="621" y="93"/>
                </a:lnTo>
                <a:lnTo>
                  <a:pt x="621" y="92"/>
                </a:lnTo>
                <a:lnTo>
                  <a:pt x="622" y="92"/>
                </a:lnTo>
                <a:lnTo>
                  <a:pt x="622" y="91"/>
                </a:lnTo>
                <a:lnTo>
                  <a:pt x="623" y="91"/>
                </a:lnTo>
                <a:lnTo>
                  <a:pt x="623" y="90"/>
                </a:lnTo>
                <a:lnTo>
                  <a:pt x="624" y="90"/>
                </a:lnTo>
                <a:lnTo>
                  <a:pt x="625" y="89"/>
                </a:lnTo>
                <a:lnTo>
                  <a:pt x="625" y="88"/>
                </a:lnTo>
                <a:lnTo>
                  <a:pt x="626" y="88"/>
                </a:lnTo>
                <a:lnTo>
                  <a:pt x="626" y="89"/>
                </a:lnTo>
                <a:lnTo>
                  <a:pt x="627" y="88"/>
                </a:lnTo>
                <a:lnTo>
                  <a:pt x="627" y="89"/>
                </a:lnTo>
                <a:lnTo>
                  <a:pt x="628" y="89"/>
                </a:lnTo>
                <a:lnTo>
                  <a:pt x="629" y="89"/>
                </a:lnTo>
                <a:lnTo>
                  <a:pt x="629" y="88"/>
                </a:lnTo>
                <a:lnTo>
                  <a:pt x="630" y="88"/>
                </a:lnTo>
                <a:lnTo>
                  <a:pt x="631" y="88"/>
                </a:lnTo>
                <a:lnTo>
                  <a:pt x="631" y="87"/>
                </a:lnTo>
                <a:lnTo>
                  <a:pt x="632" y="87"/>
                </a:lnTo>
                <a:lnTo>
                  <a:pt x="633" y="87"/>
                </a:lnTo>
                <a:lnTo>
                  <a:pt x="634" y="87"/>
                </a:lnTo>
                <a:lnTo>
                  <a:pt x="634" y="88"/>
                </a:lnTo>
                <a:lnTo>
                  <a:pt x="635" y="88"/>
                </a:lnTo>
                <a:lnTo>
                  <a:pt x="635" y="87"/>
                </a:lnTo>
                <a:lnTo>
                  <a:pt x="636" y="87"/>
                </a:lnTo>
                <a:lnTo>
                  <a:pt x="637" y="86"/>
                </a:lnTo>
                <a:lnTo>
                  <a:pt x="638" y="86"/>
                </a:lnTo>
                <a:lnTo>
                  <a:pt x="638" y="87"/>
                </a:lnTo>
                <a:lnTo>
                  <a:pt x="639" y="88"/>
                </a:lnTo>
                <a:lnTo>
                  <a:pt x="640" y="87"/>
                </a:lnTo>
                <a:lnTo>
                  <a:pt x="641" y="86"/>
                </a:lnTo>
                <a:lnTo>
                  <a:pt x="642" y="85"/>
                </a:lnTo>
                <a:lnTo>
                  <a:pt x="643" y="85"/>
                </a:lnTo>
                <a:lnTo>
                  <a:pt x="644" y="85"/>
                </a:lnTo>
                <a:lnTo>
                  <a:pt x="644" y="86"/>
                </a:lnTo>
                <a:lnTo>
                  <a:pt x="644" y="87"/>
                </a:lnTo>
                <a:lnTo>
                  <a:pt x="645" y="87"/>
                </a:lnTo>
                <a:lnTo>
                  <a:pt x="645" y="88"/>
                </a:lnTo>
                <a:lnTo>
                  <a:pt x="644" y="88"/>
                </a:lnTo>
                <a:lnTo>
                  <a:pt x="644" y="89"/>
                </a:lnTo>
                <a:lnTo>
                  <a:pt x="643" y="89"/>
                </a:lnTo>
                <a:lnTo>
                  <a:pt x="643" y="90"/>
                </a:lnTo>
                <a:lnTo>
                  <a:pt x="643" y="91"/>
                </a:lnTo>
                <a:lnTo>
                  <a:pt x="643" y="92"/>
                </a:lnTo>
                <a:lnTo>
                  <a:pt x="642" y="92"/>
                </a:lnTo>
                <a:lnTo>
                  <a:pt x="642" y="93"/>
                </a:lnTo>
                <a:lnTo>
                  <a:pt x="641" y="94"/>
                </a:lnTo>
                <a:lnTo>
                  <a:pt x="640" y="95"/>
                </a:lnTo>
                <a:lnTo>
                  <a:pt x="640" y="96"/>
                </a:lnTo>
                <a:lnTo>
                  <a:pt x="641" y="97"/>
                </a:lnTo>
                <a:lnTo>
                  <a:pt x="640" y="97"/>
                </a:lnTo>
                <a:lnTo>
                  <a:pt x="640" y="98"/>
                </a:lnTo>
                <a:lnTo>
                  <a:pt x="639" y="98"/>
                </a:lnTo>
                <a:lnTo>
                  <a:pt x="640" y="99"/>
                </a:lnTo>
                <a:lnTo>
                  <a:pt x="641" y="100"/>
                </a:lnTo>
                <a:lnTo>
                  <a:pt x="641" y="101"/>
                </a:lnTo>
                <a:lnTo>
                  <a:pt x="642" y="101"/>
                </a:lnTo>
                <a:lnTo>
                  <a:pt x="642" y="102"/>
                </a:lnTo>
                <a:lnTo>
                  <a:pt x="642" y="103"/>
                </a:lnTo>
                <a:lnTo>
                  <a:pt x="643" y="104"/>
                </a:lnTo>
                <a:lnTo>
                  <a:pt x="644" y="104"/>
                </a:lnTo>
                <a:lnTo>
                  <a:pt x="645" y="104"/>
                </a:lnTo>
                <a:lnTo>
                  <a:pt x="645" y="105"/>
                </a:lnTo>
                <a:lnTo>
                  <a:pt x="646" y="105"/>
                </a:lnTo>
                <a:lnTo>
                  <a:pt x="646" y="104"/>
                </a:lnTo>
                <a:lnTo>
                  <a:pt x="647" y="105"/>
                </a:lnTo>
                <a:lnTo>
                  <a:pt x="648" y="106"/>
                </a:lnTo>
                <a:lnTo>
                  <a:pt x="648" y="107"/>
                </a:lnTo>
                <a:lnTo>
                  <a:pt x="649" y="107"/>
                </a:lnTo>
                <a:lnTo>
                  <a:pt x="649" y="108"/>
                </a:lnTo>
                <a:lnTo>
                  <a:pt x="648" y="108"/>
                </a:lnTo>
                <a:lnTo>
                  <a:pt x="647" y="108"/>
                </a:lnTo>
                <a:lnTo>
                  <a:pt x="647" y="109"/>
                </a:lnTo>
                <a:lnTo>
                  <a:pt x="648" y="111"/>
                </a:lnTo>
                <a:lnTo>
                  <a:pt x="649" y="112"/>
                </a:lnTo>
                <a:lnTo>
                  <a:pt x="649" y="113"/>
                </a:lnTo>
                <a:lnTo>
                  <a:pt x="650" y="113"/>
                </a:lnTo>
                <a:lnTo>
                  <a:pt x="650" y="114"/>
                </a:lnTo>
                <a:lnTo>
                  <a:pt x="650" y="115"/>
                </a:lnTo>
                <a:lnTo>
                  <a:pt x="651" y="114"/>
                </a:lnTo>
                <a:lnTo>
                  <a:pt x="651" y="115"/>
                </a:lnTo>
                <a:lnTo>
                  <a:pt x="652" y="115"/>
                </a:lnTo>
                <a:lnTo>
                  <a:pt x="652" y="116"/>
                </a:lnTo>
                <a:lnTo>
                  <a:pt x="653" y="117"/>
                </a:lnTo>
                <a:lnTo>
                  <a:pt x="652" y="117"/>
                </a:lnTo>
                <a:lnTo>
                  <a:pt x="652" y="118"/>
                </a:lnTo>
                <a:lnTo>
                  <a:pt x="652" y="119"/>
                </a:lnTo>
                <a:lnTo>
                  <a:pt x="652" y="118"/>
                </a:lnTo>
                <a:lnTo>
                  <a:pt x="652" y="119"/>
                </a:lnTo>
                <a:lnTo>
                  <a:pt x="653" y="120"/>
                </a:lnTo>
                <a:lnTo>
                  <a:pt x="653" y="121"/>
                </a:lnTo>
                <a:lnTo>
                  <a:pt x="654" y="121"/>
                </a:lnTo>
                <a:lnTo>
                  <a:pt x="654" y="122"/>
                </a:lnTo>
                <a:lnTo>
                  <a:pt x="653" y="123"/>
                </a:lnTo>
                <a:lnTo>
                  <a:pt x="654" y="124"/>
                </a:lnTo>
                <a:lnTo>
                  <a:pt x="653" y="124"/>
                </a:lnTo>
                <a:lnTo>
                  <a:pt x="654" y="124"/>
                </a:lnTo>
                <a:lnTo>
                  <a:pt x="654" y="125"/>
                </a:lnTo>
                <a:lnTo>
                  <a:pt x="654" y="126"/>
                </a:lnTo>
                <a:lnTo>
                  <a:pt x="655" y="125"/>
                </a:lnTo>
                <a:lnTo>
                  <a:pt x="656" y="125"/>
                </a:lnTo>
                <a:lnTo>
                  <a:pt x="656" y="126"/>
                </a:lnTo>
                <a:lnTo>
                  <a:pt x="656" y="127"/>
                </a:lnTo>
                <a:lnTo>
                  <a:pt x="656" y="128"/>
                </a:lnTo>
                <a:lnTo>
                  <a:pt x="656" y="129"/>
                </a:lnTo>
                <a:lnTo>
                  <a:pt x="656" y="130"/>
                </a:lnTo>
                <a:lnTo>
                  <a:pt x="656" y="131"/>
                </a:lnTo>
                <a:lnTo>
                  <a:pt x="655" y="132"/>
                </a:lnTo>
                <a:lnTo>
                  <a:pt x="656" y="132"/>
                </a:lnTo>
                <a:lnTo>
                  <a:pt x="657" y="132"/>
                </a:lnTo>
                <a:lnTo>
                  <a:pt x="658" y="133"/>
                </a:lnTo>
                <a:lnTo>
                  <a:pt x="658" y="134"/>
                </a:lnTo>
                <a:lnTo>
                  <a:pt x="659" y="134"/>
                </a:lnTo>
                <a:lnTo>
                  <a:pt x="660" y="135"/>
                </a:lnTo>
                <a:lnTo>
                  <a:pt x="661" y="135"/>
                </a:lnTo>
                <a:lnTo>
                  <a:pt x="661" y="136"/>
                </a:lnTo>
                <a:lnTo>
                  <a:pt x="661" y="137"/>
                </a:lnTo>
                <a:lnTo>
                  <a:pt x="660" y="138"/>
                </a:lnTo>
                <a:lnTo>
                  <a:pt x="659" y="138"/>
                </a:lnTo>
                <a:lnTo>
                  <a:pt x="659" y="139"/>
                </a:lnTo>
                <a:lnTo>
                  <a:pt x="658" y="139"/>
                </a:lnTo>
                <a:lnTo>
                  <a:pt x="658" y="140"/>
                </a:lnTo>
                <a:lnTo>
                  <a:pt x="657" y="140"/>
                </a:lnTo>
                <a:lnTo>
                  <a:pt x="657" y="141"/>
                </a:lnTo>
                <a:lnTo>
                  <a:pt x="656" y="141"/>
                </a:lnTo>
                <a:lnTo>
                  <a:pt x="656" y="142"/>
                </a:lnTo>
                <a:lnTo>
                  <a:pt x="656" y="143"/>
                </a:lnTo>
                <a:lnTo>
                  <a:pt x="655" y="143"/>
                </a:lnTo>
                <a:lnTo>
                  <a:pt x="655" y="144"/>
                </a:lnTo>
                <a:lnTo>
                  <a:pt x="655" y="145"/>
                </a:lnTo>
                <a:lnTo>
                  <a:pt x="655" y="146"/>
                </a:lnTo>
                <a:lnTo>
                  <a:pt x="655" y="147"/>
                </a:lnTo>
                <a:lnTo>
                  <a:pt x="655" y="148"/>
                </a:lnTo>
                <a:lnTo>
                  <a:pt x="656" y="148"/>
                </a:lnTo>
                <a:lnTo>
                  <a:pt x="656" y="149"/>
                </a:lnTo>
                <a:lnTo>
                  <a:pt x="657" y="149"/>
                </a:lnTo>
                <a:lnTo>
                  <a:pt x="657" y="150"/>
                </a:lnTo>
                <a:lnTo>
                  <a:pt x="657" y="151"/>
                </a:lnTo>
                <a:lnTo>
                  <a:pt x="656" y="151"/>
                </a:lnTo>
                <a:lnTo>
                  <a:pt x="656" y="152"/>
                </a:lnTo>
                <a:lnTo>
                  <a:pt x="657" y="152"/>
                </a:lnTo>
                <a:lnTo>
                  <a:pt x="657" y="153"/>
                </a:lnTo>
                <a:lnTo>
                  <a:pt x="658" y="153"/>
                </a:lnTo>
                <a:lnTo>
                  <a:pt x="657" y="153"/>
                </a:lnTo>
                <a:lnTo>
                  <a:pt x="657" y="154"/>
                </a:lnTo>
                <a:lnTo>
                  <a:pt x="658" y="154"/>
                </a:lnTo>
                <a:lnTo>
                  <a:pt x="658" y="153"/>
                </a:lnTo>
                <a:lnTo>
                  <a:pt x="658" y="154"/>
                </a:lnTo>
                <a:lnTo>
                  <a:pt x="659" y="154"/>
                </a:lnTo>
                <a:lnTo>
                  <a:pt x="660" y="154"/>
                </a:lnTo>
                <a:lnTo>
                  <a:pt x="660" y="155"/>
                </a:lnTo>
                <a:lnTo>
                  <a:pt x="659" y="155"/>
                </a:lnTo>
                <a:lnTo>
                  <a:pt x="659" y="156"/>
                </a:lnTo>
                <a:lnTo>
                  <a:pt x="659" y="157"/>
                </a:lnTo>
                <a:lnTo>
                  <a:pt x="659" y="158"/>
                </a:lnTo>
                <a:lnTo>
                  <a:pt x="660" y="158"/>
                </a:lnTo>
                <a:lnTo>
                  <a:pt x="660" y="159"/>
                </a:lnTo>
                <a:lnTo>
                  <a:pt x="660" y="160"/>
                </a:lnTo>
                <a:lnTo>
                  <a:pt x="660" y="161"/>
                </a:lnTo>
                <a:lnTo>
                  <a:pt x="659" y="162"/>
                </a:lnTo>
                <a:lnTo>
                  <a:pt x="659" y="163"/>
                </a:lnTo>
                <a:lnTo>
                  <a:pt x="658" y="163"/>
                </a:lnTo>
                <a:lnTo>
                  <a:pt x="657" y="163"/>
                </a:lnTo>
                <a:lnTo>
                  <a:pt x="658" y="163"/>
                </a:lnTo>
                <a:lnTo>
                  <a:pt x="658" y="164"/>
                </a:lnTo>
                <a:lnTo>
                  <a:pt x="658" y="165"/>
                </a:lnTo>
                <a:lnTo>
                  <a:pt x="659" y="165"/>
                </a:lnTo>
                <a:lnTo>
                  <a:pt x="659" y="166"/>
                </a:lnTo>
                <a:lnTo>
                  <a:pt x="659" y="167"/>
                </a:lnTo>
                <a:lnTo>
                  <a:pt x="659" y="168"/>
                </a:lnTo>
                <a:lnTo>
                  <a:pt x="658" y="168"/>
                </a:lnTo>
                <a:lnTo>
                  <a:pt x="658" y="169"/>
                </a:lnTo>
                <a:lnTo>
                  <a:pt x="659" y="169"/>
                </a:lnTo>
                <a:lnTo>
                  <a:pt x="660" y="169"/>
                </a:lnTo>
                <a:lnTo>
                  <a:pt x="661" y="169"/>
                </a:lnTo>
                <a:lnTo>
                  <a:pt x="662" y="169"/>
                </a:lnTo>
                <a:lnTo>
                  <a:pt x="663" y="171"/>
                </a:lnTo>
                <a:lnTo>
                  <a:pt x="664" y="172"/>
                </a:lnTo>
                <a:lnTo>
                  <a:pt x="664" y="173"/>
                </a:lnTo>
                <a:lnTo>
                  <a:pt x="664" y="174"/>
                </a:lnTo>
                <a:lnTo>
                  <a:pt x="663" y="174"/>
                </a:lnTo>
                <a:lnTo>
                  <a:pt x="664" y="175"/>
                </a:lnTo>
                <a:lnTo>
                  <a:pt x="664" y="176"/>
                </a:lnTo>
                <a:lnTo>
                  <a:pt x="664" y="177"/>
                </a:lnTo>
                <a:lnTo>
                  <a:pt x="665" y="178"/>
                </a:lnTo>
                <a:lnTo>
                  <a:pt x="666" y="180"/>
                </a:lnTo>
                <a:lnTo>
                  <a:pt x="666" y="181"/>
                </a:lnTo>
                <a:lnTo>
                  <a:pt x="666" y="182"/>
                </a:lnTo>
                <a:lnTo>
                  <a:pt x="666" y="183"/>
                </a:lnTo>
                <a:lnTo>
                  <a:pt x="666" y="184"/>
                </a:lnTo>
                <a:lnTo>
                  <a:pt x="666" y="185"/>
                </a:lnTo>
                <a:lnTo>
                  <a:pt x="667" y="187"/>
                </a:lnTo>
                <a:lnTo>
                  <a:pt x="668" y="188"/>
                </a:lnTo>
                <a:lnTo>
                  <a:pt x="668" y="187"/>
                </a:lnTo>
                <a:lnTo>
                  <a:pt x="669" y="188"/>
                </a:lnTo>
                <a:lnTo>
                  <a:pt x="670" y="189"/>
                </a:lnTo>
                <a:lnTo>
                  <a:pt x="671" y="189"/>
                </a:lnTo>
                <a:lnTo>
                  <a:pt x="672" y="190"/>
                </a:lnTo>
                <a:lnTo>
                  <a:pt x="673" y="191"/>
                </a:lnTo>
                <a:lnTo>
                  <a:pt x="673" y="190"/>
                </a:lnTo>
                <a:lnTo>
                  <a:pt x="674" y="190"/>
                </a:lnTo>
                <a:lnTo>
                  <a:pt x="675" y="190"/>
                </a:lnTo>
                <a:lnTo>
                  <a:pt x="675" y="191"/>
                </a:lnTo>
                <a:lnTo>
                  <a:pt x="676" y="192"/>
                </a:lnTo>
                <a:lnTo>
                  <a:pt x="677" y="192"/>
                </a:lnTo>
                <a:lnTo>
                  <a:pt x="678" y="193"/>
                </a:lnTo>
                <a:lnTo>
                  <a:pt x="679" y="193"/>
                </a:lnTo>
                <a:lnTo>
                  <a:pt x="679" y="194"/>
                </a:lnTo>
                <a:lnTo>
                  <a:pt x="678" y="194"/>
                </a:lnTo>
                <a:lnTo>
                  <a:pt x="677" y="195"/>
                </a:lnTo>
                <a:lnTo>
                  <a:pt x="676" y="196"/>
                </a:lnTo>
                <a:lnTo>
                  <a:pt x="675" y="196"/>
                </a:lnTo>
                <a:lnTo>
                  <a:pt x="674" y="197"/>
                </a:lnTo>
                <a:lnTo>
                  <a:pt x="674" y="198"/>
                </a:lnTo>
                <a:lnTo>
                  <a:pt x="673" y="198"/>
                </a:lnTo>
                <a:lnTo>
                  <a:pt x="673" y="199"/>
                </a:lnTo>
                <a:lnTo>
                  <a:pt x="672" y="199"/>
                </a:lnTo>
                <a:lnTo>
                  <a:pt x="671" y="199"/>
                </a:lnTo>
                <a:lnTo>
                  <a:pt x="671" y="200"/>
                </a:lnTo>
                <a:lnTo>
                  <a:pt x="670" y="200"/>
                </a:lnTo>
                <a:lnTo>
                  <a:pt x="670" y="201"/>
                </a:lnTo>
                <a:lnTo>
                  <a:pt x="669" y="202"/>
                </a:lnTo>
                <a:lnTo>
                  <a:pt x="669" y="201"/>
                </a:lnTo>
                <a:lnTo>
                  <a:pt x="669" y="200"/>
                </a:lnTo>
                <a:lnTo>
                  <a:pt x="669" y="199"/>
                </a:lnTo>
                <a:lnTo>
                  <a:pt x="669" y="198"/>
                </a:lnTo>
                <a:lnTo>
                  <a:pt x="670" y="198"/>
                </a:lnTo>
                <a:lnTo>
                  <a:pt x="670" y="197"/>
                </a:lnTo>
                <a:lnTo>
                  <a:pt x="669" y="197"/>
                </a:lnTo>
                <a:lnTo>
                  <a:pt x="669" y="196"/>
                </a:lnTo>
                <a:lnTo>
                  <a:pt x="668" y="195"/>
                </a:lnTo>
                <a:lnTo>
                  <a:pt x="669" y="194"/>
                </a:lnTo>
                <a:lnTo>
                  <a:pt x="668" y="194"/>
                </a:lnTo>
                <a:lnTo>
                  <a:pt x="667" y="194"/>
                </a:lnTo>
                <a:lnTo>
                  <a:pt x="666" y="194"/>
                </a:lnTo>
                <a:lnTo>
                  <a:pt x="665" y="194"/>
                </a:lnTo>
                <a:lnTo>
                  <a:pt x="664" y="193"/>
                </a:lnTo>
                <a:lnTo>
                  <a:pt x="664" y="194"/>
                </a:lnTo>
                <a:lnTo>
                  <a:pt x="663" y="194"/>
                </a:lnTo>
                <a:lnTo>
                  <a:pt x="661" y="193"/>
                </a:lnTo>
                <a:lnTo>
                  <a:pt x="660" y="194"/>
                </a:lnTo>
                <a:lnTo>
                  <a:pt x="659" y="195"/>
                </a:lnTo>
                <a:lnTo>
                  <a:pt x="658" y="195"/>
                </a:lnTo>
                <a:lnTo>
                  <a:pt x="658" y="196"/>
                </a:lnTo>
                <a:lnTo>
                  <a:pt x="659" y="196"/>
                </a:lnTo>
                <a:lnTo>
                  <a:pt x="660" y="196"/>
                </a:lnTo>
                <a:lnTo>
                  <a:pt x="659" y="197"/>
                </a:lnTo>
                <a:lnTo>
                  <a:pt x="659" y="198"/>
                </a:lnTo>
                <a:lnTo>
                  <a:pt x="658" y="198"/>
                </a:lnTo>
                <a:lnTo>
                  <a:pt x="658" y="199"/>
                </a:lnTo>
                <a:lnTo>
                  <a:pt x="658" y="200"/>
                </a:lnTo>
                <a:lnTo>
                  <a:pt x="659" y="200"/>
                </a:lnTo>
                <a:lnTo>
                  <a:pt x="659" y="201"/>
                </a:lnTo>
                <a:lnTo>
                  <a:pt x="659" y="200"/>
                </a:lnTo>
                <a:lnTo>
                  <a:pt x="660" y="200"/>
                </a:lnTo>
                <a:lnTo>
                  <a:pt x="661" y="200"/>
                </a:lnTo>
                <a:lnTo>
                  <a:pt x="662" y="199"/>
                </a:lnTo>
                <a:lnTo>
                  <a:pt x="663" y="199"/>
                </a:lnTo>
                <a:lnTo>
                  <a:pt x="663" y="200"/>
                </a:lnTo>
                <a:lnTo>
                  <a:pt x="664" y="200"/>
                </a:lnTo>
                <a:lnTo>
                  <a:pt x="664" y="201"/>
                </a:lnTo>
                <a:lnTo>
                  <a:pt x="663" y="201"/>
                </a:lnTo>
                <a:lnTo>
                  <a:pt x="662" y="201"/>
                </a:lnTo>
                <a:lnTo>
                  <a:pt x="661" y="202"/>
                </a:lnTo>
                <a:lnTo>
                  <a:pt x="661" y="203"/>
                </a:lnTo>
                <a:lnTo>
                  <a:pt x="661" y="204"/>
                </a:lnTo>
                <a:lnTo>
                  <a:pt x="661" y="205"/>
                </a:lnTo>
                <a:lnTo>
                  <a:pt x="660" y="205"/>
                </a:lnTo>
                <a:lnTo>
                  <a:pt x="658" y="205"/>
                </a:lnTo>
                <a:lnTo>
                  <a:pt x="658" y="204"/>
                </a:lnTo>
                <a:lnTo>
                  <a:pt x="657" y="204"/>
                </a:lnTo>
                <a:lnTo>
                  <a:pt x="656" y="204"/>
                </a:lnTo>
                <a:lnTo>
                  <a:pt x="656" y="203"/>
                </a:lnTo>
                <a:lnTo>
                  <a:pt x="656" y="202"/>
                </a:lnTo>
                <a:lnTo>
                  <a:pt x="657" y="202"/>
                </a:lnTo>
                <a:lnTo>
                  <a:pt x="658" y="202"/>
                </a:lnTo>
                <a:lnTo>
                  <a:pt x="659" y="202"/>
                </a:lnTo>
                <a:lnTo>
                  <a:pt x="658" y="202"/>
                </a:lnTo>
                <a:lnTo>
                  <a:pt x="657" y="202"/>
                </a:lnTo>
                <a:lnTo>
                  <a:pt x="656" y="201"/>
                </a:lnTo>
                <a:lnTo>
                  <a:pt x="656" y="202"/>
                </a:lnTo>
                <a:lnTo>
                  <a:pt x="655" y="202"/>
                </a:lnTo>
                <a:lnTo>
                  <a:pt x="655" y="201"/>
                </a:lnTo>
                <a:lnTo>
                  <a:pt x="654" y="201"/>
                </a:lnTo>
                <a:lnTo>
                  <a:pt x="652" y="200"/>
                </a:lnTo>
                <a:lnTo>
                  <a:pt x="651" y="200"/>
                </a:lnTo>
                <a:lnTo>
                  <a:pt x="651" y="201"/>
                </a:lnTo>
                <a:lnTo>
                  <a:pt x="652" y="202"/>
                </a:lnTo>
                <a:lnTo>
                  <a:pt x="652" y="203"/>
                </a:lnTo>
                <a:lnTo>
                  <a:pt x="650" y="206"/>
                </a:lnTo>
                <a:lnTo>
                  <a:pt x="649" y="206"/>
                </a:lnTo>
                <a:lnTo>
                  <a:pt x="650" y="206"/>
                </a:lnTo>
                <a:lnTo>
                  <a:pt x="649" y="207"/>
                </a:lnTo>
                <a:lnTo>
                  <a:pt x="650" y="207"/>
                </a:lnTo>
                <a:lnTo>
                  <a:pt x="649" y="208"/>
                </a:lnTo>
                <a:lnTo>
                  <a:pt x="650" y="209"/>
                </a:lnTo>
                <a:lnTo>
                  <a:pt x="651" y="209"/>
                </a:lnTo>
                <a:lnTo>
                  <a:pt x="650" y="210"/>
                </a:lnTo>
                <a:lnTo>
                  <a:pt x="649" y="210"/>
                </a:lnTo>
                <a:lnTo>
                  <a:pt x="648" y="210"/>
                </a:lnTo>
                <a:lnTo>
                  <a:pt x="647" y="210"/>
                </a:lnTo>
                <a:lnTo>
                  <a:pt x="646" y="211"/>
                </a:lnTo>
                <a:lnTo>
                  <a:pt x="646" y="210"/>
                </a:lnTo>
                <a:lnTo>
                  <a:pt x="646" y="211"/>
                </a:lnTo>
                <a:lnTo>
                  <a:pt x="647" y="211"/>
                </a:lnTo>
                <a:lnTo>
                  <a:pt x="648" y="211"/>
                </a:lnTo>
                <a:lnTo>
                  <a:pt x="649" y="211"/>
                </a:lnTo>
                <a:lnTo>
                  <a:pt x="650" y="212"/>
                </a:lnTo>
                <a:lnTo>
                  <a:pt x="649" y="212"/>
                </a:lnTo>
                <a:lnTo>
                  <a:pt x="649" y="213"/>
                </a:lnTo>
                <a:lnTo>
                  <a:pt x="649" y="214"/>
                </a:lnTo>
                <a:lnTo>
                  <a:pt x="649" y="215"/>
                </a:lnTo>
                <a:lnTo>
                  <a:pt x="650" y="215"/>
                </a:lnTo>
                <a:lnTo>
                  <a:pt x="650" y="214"/>
                </a:lnTo>
                <a:lnTo>
                  <a:pt x="650" y="215"/>
                </a:lnTo>
                <a:lnTo>
                  <a:pt x="649" y="215"/>
                </a:lnTo>
                <a:lnTo>
                  <a:pt x="648" y="215"/>
                </a:lnTo>
                <a:lnTo>
                  <a:pt x="647" y="216"/>
                </a:lnTo>
                <a:lnTo>
                  <a:pt x="647" y="217"/>
                </a:lnTo>
                <a:lnTo>
                  <a:pt x="646" y="218"/>
                </a:lnTo>
                <a:lnTo>
                  <a:pt x="646" y="217"/>
                </a:lnTo>
                <a:lnTo>
                  <a:pt x="645" y="217"/>
                </a:lnTo>
                <a:lnTo>
                  <a:pt x="645" y="216"/>
                </a:lnTo>
                <a:lnTo>
                  <a:pt x="644" y="216"/>
                </a:lnTo>
                <a:lnTo>
                  <a:pt x="644" y="217"/>
                </a:lnTo>
                <a:lnTo>
                  <a:pt x="645" y="217"/>
                </a:lnTo>
                <a:lnTo>
                  <a:pt x="645" y="218"/>
                </a:lnTo>
                <a:lnTo>
                  <a:pt x="645" y="219"/>
                </a:lnTo>
                <a:lnTo>
                  <a:pt x="645" y="220"/>
                </a:lnTo>
                <a:lnTo>
                  <a:pt x="644" y="220"/>
                </a:lnTo>
                <a:lnTo>
                  <a:pt x="644" y="221"/>
                </a:lnTo>
                <a:lnTo>
                  <a:pt x="643" y="222"/>
                </a:lnTo>
                <a:lnTo>
                  <a:pt x="643" y="223"/>
                </a:lnTo>
                <a:lnTo>
                  <a:pt x="642" y="223"/>
                </a:lnTo>
                <a:lnTo>
                  <a:pt x="642" y="224"/>
                </a:lnTo>
                <a:lnTo>
                  <a:pt x="641" y="224"/>
                </a:lnTo>
                <a:lnTo>
                  <a:pt x="641" y="223"/>
                </a:lnTo>
                <a:lnTo>
                  <a:pt x="641" y="224"/>
                </a:lnTo>
                <a:lnTo>
                  <a:pt x="640" y="224"/>
                </a:lnTo>
                <a:lnTo>
                  <a:pt x="640" y="225"/>
                </a:lnTo>
                <a:lnTo>
                  <a:pt x="640" y="226"/>
                </a:lnTo>
                <a:lnTo>
                  <a:pt x="641" y="227"/>
                </a:lnTo>
                <a:lnTo>
                  <a:pt x="641" y="230"/>
                </a:lnTo>
                <a:lnTo>
                  <a:pt x="641" y="231"/>
                </a:lnTo>
                <a:lnTo>
                  <a:pt x="641" y="232"/>
                </a:lnTo>
                <a:lnTo>
                  <a:pt x="642" y="232"/>
                </a:lnTo>
                <a:lnTo>
                  <a:pt x="642" y="233"/>
                </a:lnTo>
                <a:lnTo>
                  <a:pt x="643" y="233"/>
                </a:lnTo>
                <a:lnTo>
                  <a:pt x="644" y="233"/>
                </a:lnTo>
                <a:lnTo>
                  <a:pt x="645" y="233"/>
                </a:lnTo>
                <a:lnTo>
                  <a:pt x="644" y="233"/>
                </a:lnTo>
                <a:lnTo>
                  <a:pt x="643" y="234"/>
                </a:lnTo>
                <a:lnTo>
                  <a:pt x="643" y="235"/>
                </a:lnTo>
                <a:lnTo>
                  <a:pt x="644" y="235"/>
                </a:lnTo>
                <a:lnTo>
                  <a:pt x="643" y="235"/>
                </a:lnTo>
                <a:lnTo>
                  <a:pt x="643" y="236"/>
                </a:lnTo>
                <a:lnTo>
                  <a:pt x="642" y="235"/>
                </a:lnTo>
                <a:lnTo>
                  <a:pt x="642" y="234"/>
                </a:lnTo>
                <a:lnTo>
                  <a:pt x="641" y="234"/>
                </a:lnTo>
                <a:lnTo>
                  <a:pt x="640" y="234"/>
                </a:lnTo>
                <a:lnTo>
                  <a:pt x="640" y="233"/>
                </a:lnTo>
                <a:lnTo>
                  <a:pt x="639" y="232"/>
                </a:lnTo>
                <a:lnTo>
                  <a:pt x="639" y="231"/>
                </a:lnTo>
                <a:lnTo>
                  <a:pt x="638" y="231"/>
                </a:lnTo>
                <a:lnTo>
                  <a:pt x="638" y="230"/>
                </a:lnTo>
                <a:lnTo>
                  <a:pt x="637" y="230"/>
                </a:lnTo>
                <a:lnTo>
                  <a:pt x="637" y="231"/>
                </a:lnTo>
                <a:lnTo>
                  <a:pt x="638" y="231"/>
                </a:lnTo>
                <a:lnTo>
                  <a:pt x="639" y="231"/>
                </a:lnTo>
                <a:lnTo>
                  <a:pt x="639" y="232"/>
                </a:lnTo>
                <a:lnTo>
                  <a:pt x="638" y="232"/>
                </a:lnTo>
                <a:lnTo>
                  <a:pt x="637" y="232"/>
                </a:lnTo>
                <a:lnTo>
                  <a:pt x="636" y="232"/>
                </a:lnTo>
                <a:lnTo>
                  <a:pt x="636" y="233"/>
                </a:lnTo>
                <a:lnTo>
                  <a:pt x="635" y="233"/>
                </a:lnTo>
                <a:lnTo>
                  <a:pt x="634" y="234"/>
                </a:lnTo>
                <a:lnTo>
                  <a:pt x="633" y="234"/>
                </a:lnTo>
                <a:lnTo>
                  <a:pt x="633" y="235"/>
                </a:lnTo>
                <a:lnTo>
                  <a:pt x="632" y="236"/>
                </a:lnTo>
                <a:lnTo>
                  <a:pt x="631" y="237"/>
                </a:lnTo>
                <a:lnTo>
                  <a:pt x="631" y="238"/>
                </a:lnTo>
                <a:lnTo>
                  <a:pt x="630" y="240"/>
                </a:lnTo>
                <a:lnTo>
                  <a:pt x="629" y="240"/>
                </a:lnTo>
                <a:lnTo>
                  <a:pt x="628" y="239"/>
                </a:lnTo>
                <a:lnTo>
                  <a:pt x="629" y="239"/>
                </a:lnTo>
                <a:lnTo>
                  <a:pt x="628" y="239"/>
                </a:lnTo>
                <a:lnTo>
                  <a:pt x="627" y="238"/>
                </a:lnTo>
                <a:lnTo>
                  <a:pt x="627" y="239"/>
                </a:lnTo>
                <a:lnTo>
                  <a:pt x="626" y="238"/>
                </a:lnTo>
                <a:lnTo>
                  <a:pt x="626" y="237"/>
                </a:lnTo>
                <a:lnTo>
                  <a:pt x="627" y="237"/>
                </a:lnTo>
                <a:lnTo>
                  <a:pt x="628" y="235"/>
                </a:lnTo>
                <a:lnTo>
                  <a:pt x="627" y="235"/>
                </a:lnTo>
                <a:lnTo>
                  <a:pt x="627" y="236"/>
                </a:lnTo>
                <a:lnTo>
                  <a:pt x="626" y="236"/>
                </a:lnTo>
                <a:lnTo>
                  <a:pt x="626" y="237"/>
                </a:lnTo>
                <a:lnTo>
                  <a:pt x="626" y="238"/>
                </a:lnTo>
                <a:lnTo>
                  <a:pt x="625" y="238"/>
                </a:lnTo>
                <a:lnTo>
                  <a:pt x="624" y="238"/>
                </a:lnTo>
                <a:lnTo>
                  <a:pt x="622" y="240"/>
                </a:lnTo>
                <a:lnTo>
                  <a:pt x="622" y="241"/>
                </a:lnTo>
                <a:lnTo>
                  <a:pt x="621" y="241"/>
                </a:lnTo>
                <a:lnTo>
                  <a:pt x="621" y="242"/>
                </a:lnTo>
                <a:lnTo>
                  <a:pt x="621" y="243"/>
                </a:lnTo>
                <a:lnTo>
                  <a:pt x="620" y="243"/>
                </a:lnTo>
                <a:lnTo>
                  <a:pt x="620" y="244"/>
                </a:lnTo>
                <a:lnTo>
                  <a:pt x="620" y="245"/>
                </a:lnTo>
                <a:lnTo>
                  <a:pt x="620" y="246"/>
                </a:lnTo>
                <a:lnTo>
                  <a:pt x="620" y="247"/>
                </a:lnTo>
                <a:lnTo>
                  <a:pt x="621" y="247"/>
                </a:lnTo>
                <a:lnTo>
                  <a:pt x="622" y="248"/>
                </a:lnTo>
                <a:lnTo>
                  <a:pt x="622" y="249"/>
                </a:lnTo>
                <a:lnTo>
                  <a:pt x="621" y="249"/>
                </a:lnTo>
                <a:lnTo>
                  <a:pt x="621" y="250"/>
                </a:lnTo>
                <a:lnTo>
                  <a:pt x="621" y="251"/>
                </a:lnTo>
                <a:lnTo>
                  <a:pt x="621" y="252"/>
                </a:lnTo>
                <a:lnTo>
                  <a:pt x="621" y="253"/>
                </a:lnTo>
                <a:lnTo>
                  <a:pt x="622" y="253"/>
                </a:lnTo>
                <a:lnTo>
                  <a:pt x="622" y="254"/>
                </a:lnTo>
                <a:lnTo>
                  <a:pt x="622" y="255"/>
                </a:lnTo>
                <a:lnTo>
                  <a:pt x="623" y="255"/>
                </a:lnTo>
                <a:lnTo>
                  <a:pt x="622" y="256"/>
                </a:lnTo>
                <a:lnTo>
                  <a:pt x="622" y="257"/>
                </a:lnTo>
                <a:lnTo>
                  <a:pt x="621" y="257"/>
                </a:lnTo>
                <a:lnTo>
                  <a:pt x="620" y="257"/>
                </a:lnTo>
                <a:lnTo>
                  <a:pt x="619" y="257"/>
                </a:lnTo>
                <a:lnTo>
                  <a:pt x="618" y="258"/>
                </a:lnTo>
                <a:lnTo>
                  <a:pt x="618" y="259"/>
                </a:lnTo>
                <a:lnTo>
                  <a:pt x="618" y="260"/>
                </a:lnTo>
                <a:lnTo>
                  <a:pt x="618" y="261"/>
                </a:lnTo>
                <a:lnTo>
                  <a:pt x="617" y="262"/>
                </a:lnTo>
                <a:lnTo>
                  <a:pt x="617" y="263"/>
                </a:lnTo>
                <a:lnTo>
                  <a:pt x="617" y="264"/>
                </a:lnTo>
                <a:lnTo>
                  <a:pt x="616" y="264"/>
                </a:lnTo>
                <a:lnTo>
                  <a:pt x="615" y="264"/>
                </a:lnTo>
                <a:lnTo>
                  <a:pt x="615" y="263"/>
                </a:lnTo>
                <a:lnTo>
                  <a:pt x="614" y="263"/>
                </a:lnTo>
                <a:lnTo>
                  <a:pt x="613" y="263"/>
                </a:lnTo>
                <a:lnTo>
                  <a:pt x="613" y="262"/>
                </a:lnTo>
                <a:lnTo>
                  <a:pt x="612" y="263"/>
                </a:lnTo>
                <a:lnTo>
                  <a:pt x="611" y="263"/>
                </a:lnTo>
                <a:lnTo>
                  <a:pt x="610" y="264"/>
                </a:lnTo>
                <a:lnTo>
                  <a:pt x="609" y="264"/>
                </a:lnTo>
                <a:lnTo>
                  <a:pt x="608" y="264"/>
                </a:lnTo>
                <a:lnTo>
                  <a:pt x="607" y="264"/>
                </a:lnTo>
                <a:lnTo>
                  <a:pt x="606" y="264"/>
                </a:lnTo>
                <a:lnTo>
                  <a:pt x="606" y="265"/>
                </a:lnTo>
                <a:lnTo>
                  <a:pt x="606" y="264"/>
                </a:lnTo>
                <a:lnTo>
                  <a:pt x="605" y="264"/>
                </a:lnTo>
                <a:lnTo>
                  <a:pt x="604" y="264"/>
                </a:lnTo>
                <a:lnTo>
                  <a:pt x="603" y="263"/>
                </a:lnTo>
                <a:lnTo>
                  <a:pt x="602" y="263"/>
                </a:lnTo>
                <a:lnTo>
                  <a:pt x="601" y="262"/>
                </a:lnTo>
                <a:lnTo>
                  <a:pt x="601" y="261"/>
                </a:lnTo>
                <a:lnTo>
                  <a:pt x="600" y="261"/>
                </a:lnTo>
                <a:lnTo>
                  <a:pt x="598" y="261"/>
                </a:lnTo>
                <a:lnTo>
                  <a:pt x="598" y="262"/>
                </a:lnTo>
                <a:lnTo>
                  <a:pt x="596" y="262"/>
                </a:lnTo>
                <a:lnTo>
                  <a:pt x="595" y="263"/>
                </a:lnTo>
                <a:lnTo>
                  <a:pt x="594" y="264"/>
                </a:lnTo>
                <a:lnTo>
                  <a:pt x="593" y="264"/>
                </a:lnTo>
                <a:lnTo>
                  <a:pt x="593" y="265"/>
                </a:lnTo>
                <a:lnTo>
                  <a:pt x="592" y="265"/>
                </a:lnTo>
                <a:lnTo>
                  <a:pt x="591" y="266"/>
                </a:lnTo>
                <a:lnTo>
                  <a:pt x="590" y="267"/>
                </a:lnTo>
                <a:lnTo>
                  <a:pt x="590" y="268"/>
                </a:lnTo>
                <a:lnTo>
                  <a:pt x="588" y="270"/>
                </a:lnTo>
                <a:lnTo>
                  <a:pt x="587" y="271"/>
                </a:lnTo>
                <a:lnTo>
                  <a:pt x="585" y="273"/>
                </a:lnTo>
                <a:lnTo>
                  <a:pt x="584" y="273"/>
                </a:lnTo>
                <a:lnTo>
                  <a:pt x="584" y="274"/>
                </a:lnTo>
                <a:lnTo>
                  <a:pt x="583" y="274"/>
                </a:lnTo>
                <a:lnTo>
                  <a:pt x="582" y="274"/>
                </a:lnTo>
                <a:lnTo>
                  <a:pt x="581" y="275"/>
                </a:lnTo>
                <a:lnTo>
                  <a:pt x="580" y="276"/>
                </a:lnTo>
                <a:lnTo>
                  <a:pt x="579" y="275"/>
                </a:lnTo>
                <a:lnTo>
                  <a:pt x="579" y="274"/>
                </a:lnTo>
                <a:lnTo>
                  <a:pt x="579" y="273"/>
                </a:lnTo>
                <a:lnTo>
                  <a:pt x="578" y="273"/>
                </a:lnTo>
                <a:lnTo>
                  <a:pt x="575" y="273"/>
                </a:lnTo>
                <a:lnTo>
                  <a:pt x="574" y="273"/>
                </a:lnTo>
                <a:lnTo>
                  <a:pt x="573" y="274"/>
                </a:lnTo>
                <a:lnTo>
                  <a:pt x="572" y="274"/>
                </a:lnTo>
                <a:lnTo>
                  <a:pt x="571" y="274"/>
                </a:lnTo>
                <a:lnTo>
                  <a:pt x="570" y="275"/>
                </a:lnTo>
                <a:lnTo>
                  <a:pt x="569" y="275"/>
                </a:lnTo>
                <a:lnTo>
                  <a:pt x="569" y="276"/>
                </a:lnTo>
                <a:lnTo>
                  <a:pt x="568" y="277"/>
                </a:lnTo>
                <a:lnTo>
                  <a:pt x="567" y="277"/>
                </a:lnTo>
                <a:lnTo>
                  <a:pt x="568" y="277"/>
                </a:lnTo>
                <a:lnTo>
                  <a:pt x="568" y="276"/>
                </a:lnTo>
                <a:lnTo>
                  <a:pt x="567" y="276"/>
                </a:lnTo>
                <a:lnTo>
                  <a:pt x="567" y="277"/>
                </a:lnTo>
                <a:lnTo>
                  <a:pt x="566" y="277"/>
                </a:lnTo>
                <a:lnTo>
                  <a:pt x="565" y="277"/>
                </a:lnTo>
                <a:lnTo>
                  <a:pt x="564" y="278"/>
                </a:lnTo>
                <a:lnTo>
                  <a:pt x="563" y="278"/>
                </a:lnTo>
                <a:lnTo>
                  <a:pt x="563" y="279"/>
                </a:lnTo>
                <a:lnTo>
                  <a:pt x="563" y="278"/>
                </a:lnTo>
                <a:lnTo>
                  <a:pt x="562" y="278"/>
                </a:lnTo>
                <a:lnTo>
                  <a:pt x="561" y="278"/>
                </a:lnTo>
                <a:lnTo>
                  <a:pt x="560" y="279"/>
                </a:lnTo>
                <a:lnTo>
                  <a:pt x="559" y="279"/>
                </a:lnTo>
                <a:lnTo>
                  <a:pt x="559" y="280"/>
                </a:lnTo>
                <a:lnTo>
                  <a:pt x="558" y="280"/>
                </a:lnTo>
                <a:lnTo>
                  <a:pt x="557" y="282"/>
                </a:lnTo>
                <a:lnTo>
                  <a:pt x="556" y="282"/>
                </a:lnTo>
                <a:lnTo>
                  <a:pt x="556" y="284"/>
                </a:lnTo>
                <a:lnTo>
                  <a:pt x="555" y="284"/>
                </a:lnTo>
                <a:lnTo>
                  <a:pt x="555" y="283"/>
                </a:lnTo>
                <a:lnTo>
                  <a:pt x="554" y="283"/>
                </a:lnTo>
                <a:lnTo>
                  <a:pt x="553" y="282"/>
                </a:lnTo>
                <a:lnTo>
                  <a:pt x="554" y="282"/>
                </a:lnTo>
                <a:lnTo>
                  <a:pt x="554" y="281"/>
                </a:lnTo>
                <a:lnTo>
                  <a:pt x="554" y="280"/>
                </a:lnTo>
                <a:lnTo>
                  <a:pt x="554" y="279"/>
                </a:lnTo>
                <a:lnTo>
                  <a:pt x="554" y="278"/>
                </a:lnTo>
                <a:lnTo>
                  <a:pt x="553" y="277"/>
                </a:lnTo>
                <a:lnTo>
                  <a:pt x="553" y="276"/>
                </a:lnTo>
                <a:lnTo>
                  <a:pt x="554" y="276"/>
                </a:lnTo>
                <a:lnTo>
                  <a:pt x="555" y="277"/>
                </a:lnTo>
                <a:lnTo>
                  <a:pt x="555" y="276"/>
                </a:lnTo>
                <a:lnTo>
                  <a:pt x="554" y="276"/>
                </a:lnTo>
                <a:lnTo>
                  <a:pt x="554" y="275"/>
                </a:lnTo>
                <a:lnTo>
                  <a:pt x="553" y="275"/>
                </a:lnTo>
                <a:lnTo>
                  <a:pt x="552" y="275"/>
                </a:lnTo>
                <a:lnTo>
                  <a:pt x="551" y="274"/>
                </a:lnTo>
                <a:lnTo>
                  <a:pt x="550" y="273"/>
                </a:lnTo>
                <a:lnTo>
                  <a:pt x="549" y="273"/>
                </a:lnTo>
                <a:lnTo>
                  <a:pt x="547" y="273"/>
                </a:lnTo>
                <a:lnTo>
                  <a:pt x="547" y="272"/>
                </a:lnTo>
                <a:lnTo>
                  <a:pt x="546" y="272"/>
                </a:lnTo>
                <a:lnTo>
                  <a:pt x="545" y="273"/>
                </a:lnTo>
                <a:lnTo>
                  <a:pt x="544" y="273"/>
                </a:lnTo>
                <a:lnTo>
                  <a:pt x="544" y="272"/>
                </a:lnTo>
                <a:lnTo>
                  <a:pt x="545" y="272"/>
                </a:lnTo>
                <a:lnTo>
                  <a:pt x="545" y="271"/>
                </a:lnTo>
                <a:lnTo>
                  <a:pt x="545" y="270"/>
                </a:lnTo>
                <a:lnTo>
                  <a:pt x="544" y="270"/>
                </a:lnTo>
                <a:lnTo>
                  <a:pt x="543" y="270"/>
                </a:lnTo>
                <a:lnTo>
                  <a:pt x="542" y="270"/>
                </a:lnTo>
                <a:lnTo>
                  <a:pt x="541" y="270"/>
                </a:lnTo>
                <a:lnTo>
                  <a:pt x="540" y="270"/>
                </a:lnTo>
                <a:lnTo>
                  <a:pt x="539" y="271"/>
                </a:lnTo>
                <a:lnTo>
                  <a:pt x="538" y="271"/>
                </a:lnTo>
                <a:lnTo>
                  <a:pt x="537" y="271"/>
                </a:lnTo>
                <a:lnTo>
                  <a:pt x="536" y="271"/>
                </a:lnTo>
                <a:lnTo>
                  <a:pt x="536" y="272"/>
                </a:lnTo>
                <a:lnTo>
                  <a:pt x="535" y="273"/>
                </a:lnTo>
                <a:lnTo>
                  <a:pt x="533" y="274"/>
                </a:lnTo>
                <a:lnTo>
                  <a:pt x="532" y="275"/>
                </a:lnTo>
                <a:lnTo>
                  <a:pt x="532" y="276"/>
                </a:lnTo>
                <a:lnTo>
                  <a:pt x="532" y="277"/>
                </a:lnTo>
                <a:lnTo>
                  <a:pt x="532" y="278"/>
                </a:lnTo>
                <a:lnTo>
                  <a:pt x="531" y="278"/>
                </a:lnTo>
                <a:lnTo>
                  <a:pt x="530" y="279"/>
                </a:lnTo>
                <a:lnTo>
                  <a:pt x="530" y="280"/>
                </a:lnTo>
                <a:lnTo>
                  <a:pt x="529" y="281"/>
                </a:lnTo>
                <a:lnTo>
                  <a:pt x="530" y="281"/>
                </a:lnTo>
                <a:lnTo>
                  <a:pt x="529" y="282"/>
                </a:lnTo>
                <a:lnTo>
                  <a:pt x="529" y="283"/>
                </a:lnTo>
                <a:lnTo>
                  <a:pt x="530" y="284"/>
                </a:lnTo>
                <a:lnTo>
                  <a:pt x="530" y="285"/>
                </a:lnTo>
                <a:lnTo>
                  <a:pt x="530" y="286"/>
                </a:lnTo>
                <a:lnTo>
                  <a:pt x="531" y="286"/>
                </a:lnTo>
                <a:lnTo>
                  <a:pt x="531" y="285"/>
                </a:lnTo>
                <a:lnTo>
                  <a:pt x="532" y="285"/>
                </a:lnTo>
                <a:lnTo>
                  <a:pt x="532" y="284"/>
                </a:lnTo>
                <a:lnTo>
                  <a:pt x="532" y="283"/>
                </a:lnTo>
                <a:lnTo>
                  <a:pt x="532" y="284"/>
                </a:lnTo>
                <a:lnTo>
                  <a:pt x="532" y="283"/>
                </a:lnTo>
                <a:lnTo>
                  <a:pt x="532" y="282"/>
                </a:lnTo>
                <a:lnTo>
                  <a:pt x="532" y="283"/>
                </a:lnTo>
                <a:lnTo>
                  <a:pt x="533" y="283"/>
                </a:lnTo>
                <a:lnTo>
                  <a:pt x="534" y="284"/>
                </a:lnTo>
                <a:lnTo>
                  <a:pt x="534" y="283"/>
                </a:lnTo>
                <a:lnTo>
                  <a:pt x="535" y="283"/>
                </a:lnTo>
                <a:lnTo>
                  <a:pt x="536" y="282"/>
                </a:lnTo>
                <a:lnTo>
                  <a:pt x="536" y="283"/>
                </a:lnTo>
                <a:lnTo>
                  <a:pt x="536" y="284"/>
                </a:lnTo>
                <a:lnTo>
                  <a:pt x="535" y="284"/>
                </a:lnTo>
                <a:lnTo>
                  <a:pt x="534" y="285"/>
                </a:lnTo>
                <a:lnTo>
                  <a:pt x="533" y="286"/>
                </a:lnTo>
                <a:lnTo>
                  <a:pt x="532" y="287"/>
                </a:lnTo>
                <a:lnTo>
                  <a:pt x="532" y="288"/>
                </a:lnTo>
                <a:lnTo>
                  <a:pt x="532" y="289"/>
                </a:lnTo>
                <a:lnTo>
                  <a:pt x="533" y="290"/>
                </a:lnTo>
                <a:lnTo>
                  <a:pt x="534" y="291"/>
                </a:lnTo>
                <a:lnTo>
                  <a:pt x="533" y="291"/>
                </a:lnTo>
                <a:lnTo>
                  <a:pt x="533" y="292"/>
                </a:lnTo>
                <a:lnTo>
                  <a:pt x="533" y="293"/>
                </a:lnTo>
                <a:lnTo>
                  <a:pt x="533" y="292"/>
                </a:lnTo>
                <a:lnTo>
                  <a:pt x="532" y="292"/>
                </a:lnTo>
                <a:lnTo>
                  <a:pt x="532" y="291"/>
                </a:lnTo>
                <a:lnTo>
                  <a:pt x="531" y="291"/>
                </a:lnTo>
                <a:lnTo>
                  <a:pt x="530" y="291"/>
                </a:lnTo>
                <a:lnTo>
                  <a:pt x="529" y="290"/>
                </a:lnTo>
                <a:lnTo>
                  <a:pt x="529" y="291"/>
                </a:lnTo>
                <a:lnTo>
                  <a:pt x="529" y="290"/>
                </a:lnTo>
                <a:lnTo>
                  <a:pt x="528" y="290"/>
                </a:lnTo>
                <a:lnTo>
                  <a:pt x="528" y="289"/>
                </a:lnTo>
                <a:lnTo>
                  <a:pt x="527" y="289"/>
                </a:lnTo>
                <a:lnTo>
                  <a:pt x="526" y="289"/>
                </a:lnTo>
                <a:lnTo>
                  <a:pt x="525" y="289"/>
                </a:lnTo>
                <a:lnTo>
                  <a:pt x="525" y="288"/>
                </a:lnTo>
                <a:lnTo>
                  <a:pt x="524" y="288"/>
                </a:lnTo>
                <a:lnTo>
                  <a:pt x="523" y="288"/>
                </a:lnTo>
                <a:lnTo>
                  <a:pt x="522" y="288"/>
                </a:lnTo>
                <a:lnTo>
                  <a:pt x="521" y="288"/>
                </a:lnTo>
                <a:lnTo>
                  <a:pt x="520" y="288"/>
                </a:lnTo>
                <a:lnTo>
                  <a:pt x="520" y="289"/>
                </a:lnTo>
                <a:lnTo>
                  <a:pt x="519" y="289"/>
                </a:lnTo>
                <a:lnTo>
                  <a:pt x="518" y="289"/>
                </a:lnTo>
                <a:lnTo>
                  <a:pt x="517" y="289"/>
                </a:lnTo>
                <a:lnTo>
                  <a:pt x="516" y="289"/>
                </a:lnTo>
                <a:lnTo>
                  <a:pt x="516" y="288"/>
                </a:lnTo>
                <a:lnTo>
                  <a:pt x="515" y="288"/>
                </a:lnTo>
                <a:lnTo>
                  <a:pt x="514" y="288"/>
                </a:lnTo>
                <a:lnTo>
                  <a:pt x="514" y="287"/>
                </a:lnTo>
                <a:lnTo>
                  <a:pt x="513" y="287"/>
                </a:lnTo>
                <a:lnTo>
                  <a:pt x="513" y="286"/>
                </a:lnTo>
                <a:lnTo>
                  <a:pt x="513" y="285"/>
                </a:lnTo>
                <a:lnTo>
                  <a:pt x="512" y="285"/>
                </a:lnTo>
                <a:lnTo>
                  <a:pt x="512" y="284"/>
                </a:lnTo>
                <a:lnTo>
                  <a:pt x="513" y="284"/>
                </a:lnTo>
                <a:lnTo>
                  <a:pt x="513" y="282"/>
                </a:lnTo>
                <a:lnTo>
                  <a:pt x="514" y="282"/>
                </a:lnTo>
                <a:lnTo>
                  <a:pt x="515" y="283"/>
                </a:lnTo>
                <a:lnTo>
                  <a:pt x="516" y="283"/>
                </a:lnTo>
                <a:lnTo>
                  <a:pt x="517" y="283"/>
                </a:lnTo>
                <a:lnTo>
                  <a:pt x="518" y="283"/>
                </a:lnTo>
                <a:lnTo>
                  <a:pt x="519" y="283"/>
                </a:lnTo>
                <a:lnTo>
                  <a:pt x="519" y="282"/>
                </a:lnTo>
                <a:lnTo>
                  <a:pt x="520" y="282"/>
                </a:lnTo>
                <a:lnTo>
                  <a:pt x="521" y="282"/>
                </a:lnTo>
                <a:lnTo>
                  <a:pt x="520" y="281"/>
                </a:lnTo>
                <a:lnTo>
                  <a:pt x="520" y="280"/>
                </a:lnTo>
                <a:lnTo>
                  <a:pt x="519" y="279"/>
                </a:lnTo>
                <a:lnTo>
                  <a:pt x="518" y="279"/>
                </a:lnTo>
                <a:lnTo>
                  <a:pt x="517" y="279"/>
                </a:lnTo>
                <a:lnTo>
                  <a:pt x="516" y="280"/>
                </a:lnTo>
                <a:lnTo>
                  <a:pt x="515" y="280"/>
                </a:lnTo>
                <a:lnTo>
                  <a:pt x="515" y="281"/>
                </a:lnTo>
                <a:lnTo>
                  <a:pt x="514" y="281"/>
                </a:lnTo>
                <a:lnTo>
                  <a:pt x="513" y="281"/>
                </a:lnTo>
                <a:lnTo>
                  <a:pt x="513" y="280"/>
                </a:lnTo>
                <a:lnTo>
                  <a:pt x="512" y="279"/>
                </a:lnTo>
                <a:lnTo>
                  <a:pt x="511" y="279"/>
                </a:lnTo>
                <a:lnTo>
                  <a:pt x="511" y="278"/>
                </a:lnTo>
                <a:lnTo>
                  <a:pt x="510" y="278"/>
                </a:lnTo>
                <a:lnTo>
                  <a:pt x="507" y="278"/>
                </a:lnTo>
                <a:lnTo>
                  <a:pt x="506" y="278"/>
                </a:lnTo>
                <a:lnTo>
                  <a:pt x="506" y="279"/>
                </a:lnTo>
                <a:lnTo>
                  <a:pt x="505" y="279"/>
                </a:lnTo>
                <a:lnTo>
                  <a:pt x="503" y="279"/>
                </a:lnTo>
                <a:lnTo>
                  <a:pt x="502" y="280"/>
                </a:lnTo>
                <a:lnTo>
                  <a:pt x="502" y="279"/>
                </a:lnTo>
                <a:lnTo>
                  <a:pt x="503" y="279"/>
                </a:lnTo>
                <a:lnTo>
                  <a:pt x="503" y="278"/>
                </a:lnTo>
                <a:lnTo>
                  <a:pt x="503" y="277"/>
                </a:lnTo>
                <a:lnTo>
                  <a:pt x="504" y="277"/>
                </a:lnTo>
                <a:lnTo>
                  <a:pt x="504" y="276"/>
                </a:lnTo>
                <a:lnTo>
                  <a:pt x="506" y="276"/>
                </a:lnTo>
                <a:lnTo>
                  <a:pt x="506" y="275"/>
                </a:lnTo>
                <a:lnTo>
                  <a:pt x="507" y="274"/>
                </a:lnTo>
                <a:lnTo>
                  <a:pt x="507" y="275"/>
                </a:lnTo>
                <a:lnTo>
                  <a:pt x="507" y="274"/>
                </a:lnTo>
                <a:lnTo>
                  <a:pt x="507" y="272"/>
                </a:lnTo>
                <a:lnTo>
                  <a:pt x="508" y="272"/>
                </a:lnTo>
                <a:lnTo>
                  <a:pt x="508" y="273"/>
                </a:lnTo>
                <a:lnTo>
                  <a:pt x="508" y="272"/>
                </a:lnTo>
                <a:lnTo>
                  <a:pt x="509" y="272"/>
                </a:lnTo>
                <a:lnTo>
                  <a:pt x="510" y="271"/>
                </a:lnTo>
                <a:lnTo>
                  <a:pt x="510" y="268"/>
                </a:lnTo>
                <a:lnTo>
                  <a:pt x="510" y="267"/>
                </a:lnTo>
                <a:lnTo>
                  <a:pt x="511" y="267"/>
                </a:lnTo>
                <a:lnTo>
                  <a:pt x="511" y="266"/>
                </a:lnTo>
                <a:lnTo>
                  <a:pt x="511" y="267"/>
                </a:lnTo>
                <a:lnTo>
                  <a:pt x="510" y="267"/>
                </a:lnTo>
                <a:lnTo>
                  <a:pt x="509" y="267"/>
                </a:lnTo>
                <a:lnTo>
                  <a:pt x="510" y="268"/>
                </a:lnTo>
                <a:lnTo>
                  <a:pt x="510" y="269"/>
                </a:lnTo>
                <a:lnTo>
                  <a:pt x="510" y="270"/>
                </a:lnTo>
                <a:lnTo>
                  <a:pt x="509" y="271"/>
                </a:lnTo>
                <a:lnTo>
                  <a:pt x="508" y="271"/>
                </a:lnTo>
                <a:lnTo>
                  <a:pt x="507" y="271"/>
                </a:lnTo>
                <a:lnTo>
                  <a:pt x="507" y="272"/>
                </a:lnTo>
                <a:lnTo>
                  <a:pt x="507" y="273"/>
                </a:lnTo>
                <a:lnTo>
                  <a:pt x="507" y="274"/>
                </a:lnTo>
                <a:lnTo>
                  <a:pt x="506" y="274"/>
                </a:lnTo>
                <a:lnTo>
                  <a:pt x="505" y="274"/>
                </a:lnTo>
                <a:lnTo>
                  <a:pt x="505" y="275"/>
                </a:lnTo>
                <a:lnTo>
                  <a:pt x="504" y="275"/>
                </a:lnTo>
                <a:lnTo>
                  <a:pt x="503" y="275"/>
                </a:lnTo>
                <a:lnTo>
                  <a:pt x="502" y="274"/>
                </a:lnTo>
                <a:lnTo>
                  <a:pt x="501" y="274"/>
                </a:lnTo>
                <a:lnTo>
                  <a:pt x="500" y="274"/>
                </a:lnTo>
                <a:lnTo>
                  <a:pt x="499" y="274"/>
                </a:lnTo>
                <a:lnTo>
                  <a:pt x="499" y="275"/>
                </a:lnTo>
                <a:lnTo>
                  <a:pt x="498" y="275"/>
                </a:lnTo>
                <a:lnTo>
                  <a:pt x="497" y="275"/>
                </a:lnTo>
                <a:lnTo>
                  <a:pt x="497" y="276"/>
                </a:lnTo>
                <a:lnTo>
                  <a:pt x="497" y="277"/>
                </a:lnTo>
                <a:lnTo>
                  <a:pt x="497" y="278"/>
                </a:lnTo>
                <a:lnTo>
                  <a:pt x="498" y="278"/>
                </a:lnTo>
                <a:lnTo>
                  <a:pt x="499" y="279"/>
                </a:lnTo>
                <a:lnTo>
                  <a:pt x="498" y="280"/>
                </a:lnTo>
                <a:lnTo>
                  <a:pt x="497" y="280"/>
                </a:lnTo>
                <a:lnTo>
                  <a:pt x="497" y="279"/>
                </a:lnTo>
                <a:lnTo>
                  <a:pt x="496" y="279"/>
                </a:lnTo>
                <a:lnTo>
                  <a:pt x="496" y="278"/>
                </a:lnTo>
                <a:lnTo>
                  <a:pt x="495" y="277"/>
                </a:lnTo>
                <a:lnTo>
                  <a:pt x="496" y="277"/>
                </a:lnTo>
                <a:lnTo>
                  <a:pt x="495" y="277"/>
                </a:lnTo>
                <a:lnTo>
                  <a:pt x="495" y="276"/>
                </a:lnTo>
                <a:lnTo>
                  <a:pt x="494" y="276"/>
                </a:lnTo>
                <a:lnTo>
                  <a:pt x="493" y="277"/>
                </a:lnTo>
                <a:lnTo>
                  <a:pt x="492" y="277"/>
                </a:lnTo>
                <a:lnTo>
                  <a:pt x="491" y="277"/>
                </a:lnTo>
                <a:lnTo>
                  <a:pt x="491" y="278"/>
                </a:lnTo>
                <a:lnTo>
                  <a:pt x="490" y="278"/>
                </a:lnTo>
                <a:lnTo>
                  <a:pt x="489" y="278"/>
                </a:lnTo>
                <a:lnTo>
                  <a:pt x="488" y="278"/>
                </a:lnTo>
                <a:lnTo>
                  <a:pt x="487" y="279"/>
                </a:lnTo>
                <a:lnTo>
                  <a:pt x="486" y="279"/>
                </a:lnTo>
                <a:lnTo>
                  <a:pt x="486" y="278"/>
                </a:lnTo>
                <a:lnTo>
                  <a:pt x="486" y="279"/>
                </a:lnTo>
                <a:lnTo>
                  <a:pt x="485" y="280"/>
                </a:lnTo>
                <a:lnTo>
                  <a:pt x="486" y="281"/>
                </a:lnTo>
                <a:lnTo>
                  <a:pt x="485" y="281"/>
                </a:lnTo>
                <a:lnTo>
                  <a:pt x="485" y="282"/>
                </a:lnTo>
                <a:lnTo>
                  <a:pt x="486" y="282"/>
                </a:lnTo>
                <a:lnTo>
                  <a:pt x="486" y="283"/>
                </a:lnTo>
                <a:lnTo>
                  <a:pt x="485" y="283"/>
                </a:lnTo>
                <a:lnTo>
                  <a:pt x="484" y="283"/>
                </a:lnTo>
                <a:lnTo>
                  <a:pt x="483" y="284"/>
                </a:lnTo>
                <a:lnTo>
                  <a:pt x="483" y="285"/>
                </a:lnTo>
                <a:lnTo>
                  <a:pt x="484" y="285"/>
                </a:lnTo>
                <a:lnTo>
                  <a:pt x="484" y="286"/>
                </a:lnTo>
                <a:lnTo>
                  <a:pt x="485" y="286"/>
                </a:lnTo>
                <a:lnTo>
                  <a:pt x="484" y="286"/>
                </a:lnTo>
                <a:lnTo>
                  <a:pt x="484" y="287"/>
                </a:lnTo>
                <a:lnTo>
                  <a:pt x="483" y="287"/>
                </a:lnTo>
                <a:lnTo>
                  <a:pt x="482" y="287"/>
                </a:lnTo>
                <a:lnTo>
                  <a:pt x="482" y="288"/>
                </a:lnTo>
                <a:lnTo>
                  <a:pt x="481" y="288"/>
                </a:lnTo>
                <a:lnTo>
                  <a:pt x="480" y="289"/>
                </a:lnTo>
                <a:lnTo>
                  <a:pt x="479" y="289"/>
                </a:lnTo>
                <a:lnTo>
                  <a:pt x="479" y="288"/>
                </a:lnTo>
                <a:lnTo>
                  <a:pt x="478" y="288"/>
                </a:lnTo>
                <a:lnTo>
                  <a:pt x="477" y="287"/>
                </a:lnTo>
                <a:lnTo>
                  <a:pt x="477" y="286"/>
                </a:lnTo>
                <a:lnTo>
                  <a:pt x="477" y="285"/>
                </a:lnTo>
                <a:lnTo>
                  <a:pt x="478" y="285"/>
                </a:lnTo>
                <a:lnTo>
                  <a:pt x="477" y="284"/>
                </a:lnTo>
                <a:lnTo>
                  <a:pt x="476" y="283"/>
                </a:lnTo>
                <a:lnTo>
                  <a:pt x="475" y="283"/>
                </a:lnTo>
                <a:lnTo>
                  <a:pt x="474" y="283"/>
                </a:lnTo>
                <a:lnTo>
                  <a:pt x="473" y="283"/>
                </a:lnTo>
                <a:lnTo>
                  <a:pt x="472" y="282"/>
                </a:lnTo>
                <a:lnTo>
                  <a:pt x="472" y="281"/>
                </a:lnTo>
                <a:lnTo>
                  <a:pt x="471" y="281"/>
                </a:lnTo>
                <a:lnTo>
                  <a:pt x="471" y="282"/>
                </a:lnTo>
                <a:lnTo>
                  <a:pt x="470" y="282"/>
                </a:lnTo>
                <a:lnTo>
                  <a:pt x="471" y="283"/>
                </a:lnTo>
                <a:lnTo>
                  <a:pt x="471" y="284"/>
                </a:lnTo>
                <a:lnTo>
                  <a:pt x="471" y="285"/>
                </a:lnTo>
                <a:lnTo>
                  <a:pt x="472" y="285"/>
                </a:lnTo>
                <a:lnTo>
                  <a:pt x="472" y="286"/>
                </a:lnTo>
                <a:lnTo>
                  <a:pt x="473" y="286"/>
                </a:lnTo>
                <a:lnTo>
                  <a:pt x="474" y="286"/>
                </a:lnTo>
                <a:lnTo>
                  <a:pt x="474" y="285"/>
                </a:lnTo>
                <a:lnTo>
                  <a:pt x="475" y="286"/>
                </a:lnTo>
                <a:lnTo>
                  <a:pt x="475" y="287"/>
                </a:lnTo>
                <a:lnTo>
                  <a:pt x="476" y="287"/>
                </a:lnTo>
                <a:lnTo>
                  <a:pt x="477" y="288"/>
                </a:lnTo>
                <a:lnTo>
                  <a:pt x="478" y="288"/>
                </a:lnTo>
                <a:lnTo>
                  <a:pt x="478" y="289"/>
                </a:lnTo>
                <a:lnTo>
                  <a:pt x="479" y="290"/>
                </a:lnTo>
                <a:lnTo>
                  <a:pt x="478" y="290"/>
                </a:lnTo>
                <a:lnTo>
                  <a:pt x="478" y="291"/>
                </a:lnTo>
                <a:lnTo>
                  <a:pt x="476" y="292"/>
                </a:lnTo>
                <a:lnTo>
                  <a:pt x="476" y="293"/>
                </a:lnTo>
                <a:lnTo>
                  <a:pt x="475" y="294"/>
                </a:lnTo>
                <a:lnTo>
                  <a:pt x="474" y="295"/>
                </a:lnTo>
                <a:lnTo>
                  <a:pt x="474" y="297"/>
                </a:lnTo>
                <a:lnTo>
                  <a:pt x="473" y="297"/>
                </a:lnTo>
                <a:lnTo>
                  <a:pt x="473" y="299"/>
                </a:lnTo>
                <a:lnTo>
                  <a:pt x="473" y="300"/>
                </a:lnTo>
                <a:lnTo>
                  <a:pt x="473" y="301"/>
                </a:lnTo>
                <a:lnTo>
                  <a:pt x="474" y="301"/>
                </a:lnTo>
                <a:lnTo>
                  <a:pt x="474" y="302"/>
                </a:lnTo>
                <a:lnTo>
                  <a:pt x="474" y="303"/>
                </a:lnTo>
                <a:lnTo>
                  <a:pt x="473" y="303"/>
                </a:lnTo>
                <a:lnTo>
                  <a:pt x="472" y="303"/>
                </a:lnTo>
                <a:lnTo>
                  <a:pt x="471" y="303"/>
                </a:lnTo>
                <a:lnTo>
                  <a:pt x="471" y="304"/>
                </a:lnTo>
                <a:lnTo>
                  <a:pt x="471" y="303"/>
                </a:lnTo>
                <a:lnTo>
                  <a:pt x="472" y="302"/>
                </a:lnTo>
                <a:lnTo>
                  <a:pt x="471" y="301"/>
                </a:lnTo>
                <a:lnTo>
                  <a:pt x="472" y="301"/>
                </a:lnTo>
                <a:lnTo>
                  <a:pt x="472" y="300"/>
                </a:lnTo>
                <a:lnTo>
                  <a:pt x="471" y="299"/>
                </a:lnTo>
                <a:lnTo>
                  <a:pt x="470" y="298"/>
                </a:lnTo>
                <a:lnTo>
                  <a:pt x="469" y="298"/>
                </a:lnTo>
                <a:lnTo>
                  <a:pt x="468" y="298"/>
                </a:lnTo>
                <a:lnTo>
                  <a:pt x="467" y="298"/>
                </a:lnTo>
                <a:lnTo>
                  <a:pt x="466" y="298"/>
                </a:lnTo>
                <a:lnTo>
                  <a:pt x="466" y="299"/>
                </a:lnTo>
                <a:lnTo>
                  <a:pt x="465" y="299"/>
                </a:lnTo>
                <a:lnTo>
                  <a:pt x="464" y="299"/>
                </a:lnTo>
                <a:lnTo>
                  <a:pt x="464" y="298"/>
                </a:lnTo>
                <a:lnTo>
                  <a:pt x="463" y="298"/>
                </a:lnTo>
                <a:lnTo>
                  <a:pt x="462" y="298"/>
                </a:lnTo>
                <a:lnTo>
                  <a:pt x="461" y="299"/>
                </a:lnTo>
                <a:lnTo>
                  <a:pt x="461" y="298"/>
                </a:lnTo>
                <a:lnTo>
                  <a:pt x="460" y="299"/>
                </a:lnTo>
                <a:lnTo>
                  <a:pt x="459" y="299"/>
                </a:lnTo>
                <a:lnTo>
                  <a:pt x="459" y="298"/>
                </a:lnTo>
                <a:lnTo>
                  <a:pt x="458" y="298"/>
                </a:lnTo>
                <a:lnTo>
                  <a:pt x="458" y="297"/>
                </a:lnTo>
                <a:lnTo>
                  <a:pt x="459" y="296"/>
                </a:lnTo>
                <a:lnTo>
                  <a:pt x="459" y="295"/>
                </a:lnTo>
                <a:lnTo>
                  <a:pt x="459" y="294"/>
                </a:lnTo>
                <a:lnTo>
                  <a:pt x="459" y="293"/>
                </a:lnTo>
                <a:lnTo>
                  <a:pt x="458" y="293"/>
                </a:lnTo>
                <a:lnTo>
                  <a:pt x="458" y="292"/>
                </a:lnTo>
                <a:lnTo>
                  <a:pt x="458" y="291"/>
                </a:lnTo>
                <a:lnTo>
                  <a:pt x="458" y="290"/>
                </a:lnTo>
                <a:lnTo>
                  <a:pt x="459" y="290"/>
                </a:lnTo>
                <a:lnTo>
                  <a:pt x="459" y="289"/>
                </a:lnTo>
                <a:lnTo>
                  <a:pt x="459" y="288"/>
                </a:lnTo>
                <a:lnTo>
                  <a:pt x="458" y="288"/>
                </a:lnTo>
                <a:lnTo>
                  <a:pt x="458" y="287"/>
                </a:lnTo>
                <a:lnTo>
                  <a:pt x="458" y="286"/>
                </a:lnTo>
                <a:lnTo>
                  <a:pt x="458" y="285"/>
                </a:lnTo>
                <a:lnTo>
                  <a:pt x="458" y="284"/>
                </a:lnTo>
                <a:lnTo>
                  <a:pt x="459" y="284"/>
                </a:lnTo>
                <a:lnTo>
                  <a:pt x="459" y="283"/>
                </a:lnTo>
                <a:lnTo>
                  <a:pt x="459" y="282"/>
                </a:lnTo>
                <a:lnTo>
                  <a:pt x="460" y="282"/>
                </a:lnTo>
                <a:lnTo>
                  <a:pt x="461" y="282"/>
                </a:lnTo>
                <a:lnTo>
                  <a:pt x="462" y="282"/>
                </a:lnTo>
                <a:lnTo>
                  <a:pt x="463" y="280"/>
                </a:lnTo>
                <a:lnTo>
                  <a:pt x="464" y="280"/>
                </a:lnTo>
                <a:lnTo>
                  <a:pt x="465" y="280"/>
                </a:lnTo>
                <a:lnTo>
                  <a:pt x="466" y="279"/>
                </a:lnTo>
                <a:lnTo>
                  <a:pt x="466" y="278"/>
                </a:lnTo>
                <a:lnTo>
                  <a:pt x="465" y="278"/>
                </a:lnTo>
                <a:lnTo>
                  <a:pt x="465" y="277"/>
                </a:lnTo>
                <a:lnTo>
                  <a:pt x="464" y="277"/>
                </a:lnTo>
                <a:lnTo>
                  <a:pt x="464" y="276"/>
                </a:lnTo>
                <a:lnTo>
                  <a:pt x="463" y="276"/>
                </a:lnTo>
                <a:lnTo>
                  <a:pt x="463" y="275"/>
                </a:lnTo>
                <a:lnTo>
                  <a:pt x="462" y="275"/>
                </a:lnTo>
                <a:lnTo>
                  <a:pt x="462" y="274"/>
                </a:lnTo>
                <a:lnTo>
                  <a:pt x="463" y="275"/>
                </a:lnTo>
                <a:lnTo>
                  <a:pt x="463" y="276"/>
                </a:lnTo>
                <a:lnTo>
                  <a:pt x="462" y="276"/>
                </a:lnTo>
                <a:lnTo>
                  <a:pt x="462" y="275"/>
                </a:lnTo>
                <a:lnTo>
                  <a:pt x="461" y="274"/>
                </a:lnTo>
                <a:lnTo>
                  <a:pt x="461" y="275"/>
                </a:lnTo>
                <a:lnTo>
                  <a:pt x="461" y="276"/>
                </a:lnTo>
                <a:lnTo>
                  <a:pt x="461" y="277"/>
                </a:lnTo>
                <a:lnTo>
                  <a:pt x="462" y="277"/>
                </a:lnTo>
                <a:lnTo>
                  <a:pt x="461" y="278"/>
                </a:lnTo>
                <a:lnTo>
                  <a:pt x="461" y="279"/>
                </a:lnTo>
                <a:lnTo>
                  <a:pt x="460" y="279"/>
                </a:lnTo>
                <a:lnTo>
                  <a:pt x="459" y="279"/>
                </a:lnTo>
                <a:lnTo>
                  <a:pt x="459" y="280"/>
                </a:lnTo>
                <a:lnTo>
                  <a:pt x="458" y="280"/>
                </a:lnTo>
                <a:lnTo>
                  <a:pt x="457" y="280"/>
                </a:lnTo>
                <a:lnTo>
                  <a:pt x="457" y="279"/>
                </a:lnTo>
                <a:lnTo>
                  <a:pt x="456" y="279"/>
                </a:lnTo>
                <a:lnTo>
                  <a:pt x="457" y="279"/>
                </a:lnTo>
                <a:lnTo>
                  <a:pt x="457" y="278"/>
                </a:lnTo>
                <a:lnTo>
                  <a:pt x="456" y="278"/>
                </a:lnTo>
                <a:lnTo>
                  <a:pt x="455" y="278"/>
                </a:lnTo>
                <a:lnTo>
                  <a:pt x="456" y="278"/>
                </a:lnTo>
                <a:lnTo>
                  <a:pt x="456" y="279"/>
                </a:lnTo>
                <a:lnTo>
                  <a:pt x="455" y="279"/>
                </a:lnTo>
                <a:lnTo>
                  <a:pt x="455" y="278"/>
                </a:lnTo>
                <a:lnTo>
                  <a:pt x="454" y="278"/>
                </a:lnTo>
                <a:lnTo>
                  <a:pt x="454" y="279"/>
                </a:lnTo>
                <a:lnTo>
                  <a:pt x="453" y="279"/>
                </a:lnTo>
                <a:lnTo>
                  <a:pt x="453" y="280"/>
                </a:lnTo>
                <a:lnTo>
                  <a:pt x="454" y="280"/>
                </a:lnTo>
                <a:lnTo>
                  <a:pt x="453" y="280"/>
                </a:lnTo>
                <a:lnTo>
                  <a:pt x="452" y="280"/>
                </a:lnTo>
                <a:lnTo>
                  <a:pt x="451" y="280"/>
                </a:lnTo>
                <a:lnTo>
                  <a:pt x="451" y="281"/>
                </a:lnTo>
                <a:lnTo>
                  <a:pt x="450" y="281"/>
                </a:lnTo>
                <a:lnTo>
                  <a:pt x="449" y="281"/>
                </a:lnTo>
                <a:lnTo>
                  <a:pt x="449" y="282"/>
                </a:lnTo>
                <a:lnTo>
                  <a:pt x="449" y="283"/>
                </a:lnTo>
                <a:lnTo>
                  <a:pt x="446" y="284"/>
                </a:lnTo>
                <a:lnTo>
                  <a:pt x="445" y="284"/>
                </a:lnTo>
                <a:lnTo>
                  <a:pt x="444" y="284"/>
                </a:lnTo>
                <a:lnTo>
                  <a:pt x="443" y="285"/>
                </a:lnTo>
                <a:lnTo>
                  <a:pt x="442" y="285"/>
                </a:lnTo>
                <a:lnTo>
                  <a:pt x="442" y="286"/>
                </a:lnTo>
                <a:lnTo>
                  <a:pt x="443" y="286"/>
                </a:lnTo>
                <a:lnTo>
                  <a:pt x="443" y="287"/>
                </a:lnTo>
                <a:lnTo>
                  <a:pt x="443" y="288"/>
                </a:lnTo>
                <a:lnTo>
                  <a:pt x="443" y="289"/>
                </a:lnTo>
                <a:lnTo>
                  <a:pt x="442" y="288"/>
                </a:lnTo>
                <a:lnTo>
                  <a:pt x="441" y="287"/>
                </a:lnTo>
                <a:lnTo>
                  <a:pt x="440" y="287"/>
                </a:lnTo>
                <a:lnTo>
                  <a:pt x="439" y="287"/>
                </a:lnTo>
                <a:lnTo>
                  <a:pt x="439" y="288"/>
                </a:lnTo>
                <a:lnTo>
                  <a:pt x="440" y="288"/>
                </a:lnTo>
                <a:lnTo>
                  <a:pt x="440" y="289"/>
                </a:lnTo>
                <a:lnTo>
                  <a:pt x="440" y="290"/>
                </a:lnTo>
                <a:lnTo>
                  <a:pt x="439" y="290"/>
                </a:lnTo>
                <a:lnTo>
                  <a:pt x="438" y="289"/>
                </a:lnTo>
                <a:lnTo>
                  <a:pt x="438" y="290"/>
                </a:lnTo>
                <a:lnTo>
                  <a:pt x="438" y="291"/>
                </a:lnTo>
                <a:lnTo>
                  <a:pt x="437" y="292"/>
                </a:lnTo>
                <a:lnTo>
                  <a:pt x="436" y="292"/>
                </a:lnTo>
                <a:lnTo>
                  <a:pt x="436" y="293"/>
                </a:lnTo>
                <a:lnTo>
                  <a:pt x="437" y="293"/>
                </a:lnTo>
                <a:lnTo>
                  <a:pt x="438" y="293"/>
                </a:lnTo>
                <a:lnTo>
                  <a:pt x="439" y="293"/>
                </a:lnTo>
                <a:lnTo>
                  <a:pt x="440" y="293"/>
                </a:lnTo>
                <a:lnTo>
                  <a:pt x="441" y="293"/>
                </a:lnTo>
                <a:lnTo>
                  <a:pt x="442" y="293"/>
                </a:lnTo>
                <a:lnTo>
                  <a:pt x="443" y="293"/>
                </a:lnTo>
                <a:lnTo>
                  <a:pt x="443" y="292"/>
                </a:lnTo>
                <a:lnTo>
                  <a:pt x="444" y="292"/>
                </a:lnTo>
                <a:lnTo>
                  <a:pt x="445" y="292"/>
                </a:lnTo>
                <a:lnTo>
                  <a:pt x="445" y="293"/>
                </a:lnTo>
                <a:lnTo>
                  <a:pt x="445" y="294"/>
                </a:lnTo>
                <a:lnTo>
                  <a:pt x="444" y="294"/>
                </a:lnTo>
                <a:lnTo>
                  <a:pt x="444" y="295"/>
                </a:lnTo>
                <a:lnTo>
                  <a:pt x="444" y="296"/>
                </a:lnTo>
                <a:lnTo>
                  <a:pt x="443" y="297"/>
                </a:lnTo>
                <a:lnTo>
                  <a:pt x="442" y="297"/>
                </a:lnTo>
                <a:lnTo>
                  <a:pt x="441" y="298"/>
                </a:lnTo>
                <a:lnTo>
                  <a:pt x="440" y="299"/>
                </a:lnTo>
                <a:lnTo>
                  <a:pt x="439" y="299"/>
                </a:lnTo>
                <a:lnTo>
                  <a:pt x="438" y="299"/>
                </a:lnTo>
                <a:lnTo>
                  <a:pt x="437" y="299"/>
                </a:lnTo>
                <a:lnTo>
                  <a:pt x="437" y="300"/>
                </a:lnTo>
                <a:lnTo>
                  <a:pt x="437" y="301"/>
                </a:lnTo>
                <a:lnTo>
                  <a:pt x="437" y="302"/>
                </a:lnTo>
                <a:lnTo>
                  <a:pt x="436" y="302"/>
                </a:lnTo>
                <a:lnTo>
                  <a:pt x="436" y="303"/>
                </a:lnTo>
                <a:lnTo>
                  <a:pt x="437" y="303"/>
                </a:lnTo>
                <a:lnTo>
                  <a:pt x="438" y="303"/>
                </a:lnTo>
                <a:lnTo>
                  <a:pt x="439" y="302"/>
                </a:lnTo>
                <a:lnTo>
                  <a:pt x="439" y="301"/>
                </a:lnTo>
                <a:lnTo>
                  <a:pt x="440" y="301"/>
                </a:lnTo>
                <a:lnTo>
                  <a:pt x="441" y="301"/>
                </a:lnTo>
                <a:lnTo>
                  <a:pt x="442" y="302"/>
                </a:lnTo>
                <a:lnTo>
                  <a:pt x="442" y="303"/>
                </a:lnTo>
                <a:lnTo>
                  <a:pt x="442" y="304"/>
                </a:lnTo>
                <a:lnTo>
                  <a:pt x="444" y="304"/>
                </a:lnTo>
                <a:lnTo>
                  <a:pt x="445" y="304"/>
                </a:lnTo>
                <a:lnTo>
                  <a:pt x="446" y="304"/>
                </a:lnTo>
                <a:lnTo>
                  <a:pt x="446" y="305"/>
                </a:lnTo>
                <a:lnTo>
                  <a:pt x="447" y="306"/>
                </a:lnTo>
                <a:lnTo>
                  <a:pt x="447" y="307"/>
                </a:lnTo>
                <a:lnTo>
                  <a:pt x="448" y="307"/>
                </a:lnTo>
                <a:lnTo>
                  <a:pt x="447" y="307"/>
                </a:lnTo>
                <a:lnTo>
                  <a:pt x="447" y="308"/>
                </a:lnTo>
                <a:lnTo>
                  <a:pt x="446" y="309"/>
                </a:lnTo>
                <a:lnTo>
                  <a:pt x="446" y="308"/>
                </a:lnTo>
                <a:lnTo>
                  <a:pt x="445" y="309"/>
                </a:lnTo>
                <a:lnTo>
                  <a:pt x="444" y="309"/>
                </a:lnTo>
                <a:lnTo>
                  <a:pt x="444" y="310"/>
                </a:lnTo>
                <a:lnTo>
                  <a:pt x="443" y="310"/>
                </a:lnTo>
                <a:lnTo>
                  <a:pt x="442" y="310"/>
                </a:lnTo>
                <a:lnTo>
                  <a:pt x="442" y="311"/>
                </a:lnTo>
                <a:lnTo>
                  <a:pt x="441" y="311"/>
                </a:lnTo>
                <a:lnTo>
                  <a:pt x="441" y="310"/>
                </a:lnTo>
                <a:lnTo>
                  <a:pt x="440" y="310"/>
                </a:lnTo>
                <a:lnTo>
                  <a:pt x="439" y="311"/>
                </a:lnTo>
                <a:lnTo>
                  <a:pt x="439" y="312"/>
                </a:lnTo>
                <a:lnTo>
                  <a:pt x="438" y="313"/>
                </a:lnTo>
                <a:lnTo>
                  <a:pt x="437" y="313"/>
                </a:lnTo>
                <a:lnTo>
                  <a:pt x="436" y="313"/>
                </a:lnTo>
                <a:lnTo>
                  <a:pt x="436" y="312"/>
                </a:lnTo>
                <a:lnTo>
                  <a:pt x="435" y="312"/>
                </a:lnTo>
                <a:lnTo>
                  <a:pt x="435" y="311"/>
                </a:lnTo>
                <a:lnTo>
                  <a:pt x="435" y="310"/>
                </a:lnTo>
                <a:lnTo>
                  <a:pt x="435" y="309"/>
                </a:lnTo>
                <a:lnTo>
                  <a:pt x="435" y="308"/>
                </a:lnTo>
                <a:lnTo>
                  <a:pt x="434" y="307"/>
                </a:lnTo>
                <a:lnTo>
                  <a:pt x="435" y="307"/>
                </a:lnTo>
                <a:lnTo>
                  <a:pt x="435" y="306"/>
                </a:lnTo>
                <a:lnTo>
                  <a:pt x="435" y="305"/>
                </a:lnTo>
                <a:lnTo>
                  <a:pt x="435" y="304"/>
                </a:lnTo>
                <a:lnTo>
                  <a:pt x="435" y="303"/>
                </a:lnTo>
                <a:lnTo>
                  <a:pt x="434" y="303"/>
                </a:lnTo>
                <a:lnTo>
                  <a:pt x="433" y="302"/>
                </a:lnTo>
                <a:lnTo>
                  <a:pt x="433" y="301"/>
                </a:lnTo>
                <a:lnTo>
                  <a:pt x="432" y="301"/>
                </a:lnTo>
                <a:lnTo>
                  <a:pt x="431" y="301"/>
                </a:lnTo>
                <a:lnTo>
                  <a:pt x="431" y="300"/>
                </a:lnTo>
                <a:lnTo>
                  <a:pt x="431" y="299"/>
                </a:lnTo>
                <a:lnTo>
                  <a:pt x="430" y="299"/>
                </a:lnTo>
                <a:lnTo>
                  <a:pt x="430" y="298"/>
                </a:lnTo>
                <a:lnTo>
                  <a:pt x="429" y="298"/>
                </a:lnTo>
                <a:lnTo>
                  <a:pt x="429" y="297"/>
                </a:lnTo>
                <a:lnTo>
                  <a:pt x="428" y="297"/>
                </a:lnTo>
                <a:lnTo>
                  <a:pt x="427" y="297"/>
                </a:lnTo>
                <a:lnTo>
                  <a:pt x="426" y="297"/>
                </a:lnTo>
                <a:lnTo>
                  <a:pt x="425" y="297"/>
                </a:lnTo>
                <a:lnTo>
                  <a:pt x="424" y="297"/>
                </a:lnTo>
                <a:lnTo>
                  <a:pt x="423" y="298"/>
                </a:lnTo>
                <a:lnTo>
                  <a:pt x="422" y="298"/>
                </a:lnTo>
                <a:lnTo>
                  <a:pt x="421" y="298"/>
                </a:lnTo>
                <a:lnTo>
                  <a:pt x="420" y="298"/>
                </a:lnTo>
                <a:lnTo>
                  <a:pt x="419" y="298"/>
                </a:lnTo>
                <a:lnTo>
                  <a:pt x="419" y="299"/>
                </a:lnTo>
                <a:lnTo>
                  <a:pt x="419" y="300"/>
                </a:lnTo>
                <a:lnTo>
                  <a:pt x="419" y="301"/>
                </a:lnTo>
                <a:lnTo>
                  <a:pt x="418" y="301"/>
                </a:lnTo>
                <a:lnTo>
                  <a:pt x="418" y="300"/>
                </a:lnTo>
                <a:lnTo>
                  <a:pt x="417" y="300"/>
                </a:lnTo>
                <a:lnTo>
                  <a:pt x="417" y="299"/>
                </a:lnTo>
                <a:lnTo>
                  <a:pt x="416" y="299"/>
                </a:lnTo>
                <a:lnTo>
                  <a:pt x="413" y="302"/>
                </a:lnTo>
                <a:lnTo>
                  <a:pt x="413" y="303"/>
                </a:lnTo>
                <a:lnTo>
                  <a:pt x="412" y="303"/>
                </a:lnTo>
                <a:lnTo>
                  <a:pt x="412" y="304"/>
                </a:lnTo>
                <a:lnTo>
                  <a:pt x="412" y="303"/>
                </a:lnTo>
                <a:lnTo>
                  <a:pt x="411" y="303"/>
                </a:lnTo>
                <a:lnTo>
                  <a:pt x="410" y="303"/>
                </a:lnTo>
                <a:lnTo>
                  <a:pt x="409" y="303"/>
                </a:lnTo>
                <a:lnTo>
                  <a:pt x="408" y="303"/>
                </a:lnTo>
                <a:lnTo>
                  <a:pt x="407" y="302"/>
                </a:lnTo>
                <a:lnTo>
                  <a:pt x="406" y="302"/>
                </a:lnTo>
                <a:lnTo>
                  <a:pt x="406" y="303"/>
                </a:lnTo>
                <a:lnTo>
                  <a:pt x="405" y="303"/>
                </a:lnTo>
                <a:lnTo>
                  <a:pt x="405" y="304"/>
                </a:lnTo>
                <a:lnTo>
                  <a:pt x="404" y="304"/>
                </a:lnTo>
                <a:lnTo>
                  <a:pt x="403" y="304"/>
                </a:lnTo>
                <a:lnTo>
                  <a:pt x="402" y="305"/>
                </a:lnTo>
                <a:lnTo>
                  <a:pt x="401" y="305"/>
                </a:lnTo>
                <a:lnTo>
                  <a:pt x="400" y="305"/>
                </a:lnTo>
                <a:lnTo>
                  <a:pt x="399" y="305"/>
                </a:lnTo>
                <a:lnTo>
                  <a:pt x="399" y="306"/>
                </a:lnTo>
                <a:lnTo>
                  <a:pt x="399" y="307"/>
                </a:lnTo>
                <a:lnTo>
                  <a:pt x="398" y="307"/>
                </a:lnTo>
                <a:lnTo>
                  <a:pt x="397" y="307"/>
                </a:lnTo>
                <a:lnTo>
                  <a:pt x="397" y="308"/>
                </a:lnTo>
                <a:lnTo>
                  <a:pt x="396" y="308"/>
                </a:lnTo>
                <a:lnTo>
                  <a:pt x="395" y="308"/>
                </a:lnTo>
                <a:lnTo>
                  <a:pt x="395" y="307"/>
                </a:lnTo>
                <a:lnTo>
                  <a:pt x="394" y="307"/>
                </a:lnTo>
                <a:lnTo>
                  <a:pt x="394" y="306"/>
                </a:lnTo>
                <a:lnTo>
                  <a:pt x="393" y="306"/>
                </a:lnTo>
                <a:lnTo>
                  <a:pt x="392" y="306"/>
                </a:lnTo>
                <a:lnTo>
                  <a:pt x="392" y="305"/>
                </a:lnTo>
                <a:lnTo>
                  <a:pt x="391" y="305"/>
                </a:lnTo>
                <a:lnTo>
                  <a:pt x="391" y="306"/>
                </a:lnTo>
                <a:lnTo>
                  <a:pt x="388" y="306"/>
                </a:lnTo>
                <a:lnTo>
                  <a:pt x="387" y="306"/>
                </a:lnTo>
                <a:lnTo>
                  <a:pt x="387" y="309"/>
                </a:lnTo>
                <a:lnTo>
                  <a:pt x="386" y="310"/>
                </a:lnTo>
                <a:lnTo>
                  <a:pt x="385" y="310"/>
                </a:lnTo>
                <a:lnTo>
                  <a:pt x="384" y="310"/>
                </a:lnTo>
                <a:lnTo>
                  <a:pt x="383" y="311"/>
                </a:lnTo>
                <a:lnTo>
                  <a:pt x="382" y="311"/>
                </a:lnTo>
                <a:lnTo>
                  <a:pt x="382" y="312"/>
                </a:lnTo>
                <a:lnTo>
                  <a:pt x="382" y="313"/>
                </a:lnTo>
                <a:lnTo>
                  <a:pt x="381" y="314"/>
                </a:lnTo>
                <a:lnTo>
                  <a:pt x="381" y="312"/>
                </a:lnTo>
                <a:lnTo>
                  <a:pt x="380" y="311"/>
                </a:lnTo>
                <a:lnTo>
                  <a:pt x="380" y="310"/>
                </a:lnTo>
                <a:lnTo>
                  <a:pt x="379" y="308"/>
                </a:lnTo>
                <a:lnTo>
                  <a:pt x="379" y="307"/>
                </a:lnTo>
                <a:lnTo>
                  <a:pt x="380" y="306"/>
                </a:lnTo>
                <a:lnTo>
                  <a:pt x="381" y="306"/>
                </a:lnTo>
                <a:lnTo>
                  <a:pt x="381" y="305"/>
                </a:lnTo>
                <a:lnTo>
                  <a:pt x="382" y="304"/>
                </a:lnTo>
                <a:lnTo>
                  <a:pt x="381" y="304"/>
                </a:lnTo>
                <a:lnTo>
                  <a:pt x="380" y="304"/>
                </a:lnTo>
                <a:lnTo>
                  <a:pt x="380" y="303"/>
                </a:lnTo>
                <a:lnTo>
                  <a:pt x="379" y="303"/>
                </a:lnTo>
                <a:lnTo>
                  <a:pt x="380" y="305"/>
                </a:lnTo>
                <a:lnTo>
                  <a:pt x="379" y="306"/>
                </a:lnTo>
                <a:lnTo>
                  <a:pt x="378" y="303"/>
                </a:lnTo>
                <a:lnTo>
                  <a:pt x="378" y="302"/>
                </a:lnTo>
                <a:lnTo>
                  <a:pt x="377" y="302"/>
                </a:lnTo>
                <a:lnTo>
                  <a:pt x="377" y="301"/>
                </a:lnTo>
                <a:lnTo>
                  <a:pt x="376" y="300"/>
                </a:lnTo>
                <a:lnTo>
                  <a:pt x="376" y="297"/>
                </a:lnTo>
                <a:lnTo>
                  <a:pt x="374" y="298"/>
                </a:lnTo>
                <a:lnTo>
                  <a:pt x="373" y="296"/>
                </a:lnTo>
                <a:lnTo>
                  <a:pt x="372" y="293"/>
                </a:lnTo>
                <a:lnTo>
                  <a:pt x="371" y="291"/>
                </a:lnTo>
                <a:lnTo>
                  <a:pt x="370" y="290"/>
                </a:lnTo>
                <a:lnTo>
                  <a:pt x="369" y="289"/>
                </a:lnTo>
                <a:lnTo>
                  <a:pt x="369" y="288"/>
                </a:lnTo>
                <a:lnTo>
                  <a:pt x="369" y="286"/>
                </a:lnTo>
                <a:lnTo>
                  <a:pt x="369" y="285"/>
                </a:lnTo>
                <a:lnTo>
                  <a:pt x="370" y="284"/>
                </a:lnTo>
                <a:lnTo>
                  <a:pt x="370" y="283"/>
                </a:lnTo>
                <a:lnTo>
                  <a:pt x="370" y="284"/>
                </a:lnTo>
                <a:lnTo>
                  <a:pt x="369" y="284"/>
                </a:lnTo>
                <a:lnTo>
                  <a:pt x="368" y="284"/>
                </a:lnTo>
                <a:lnTo>
                  <a:pt x="367" y="283"/>
                </a:lnTo>
                <a:lnTo>
                  <a:pt x="366" y="283"/>
                </a:lnTo>
                <a:lnTo>
                  <a:pt x="366" y="282"/>
                </a:lnTo>
                <a:lnTo>
                  <a:pt x="365" y="282"/>
                </a:lnTo>
                <a:lnTo>
                  <a:pt x="366" y="282"/>
                </a:lnTo>
                <a:lnTo>
                  <a:pt x="366" y="283"/>
                </a:lnTo>
                <a:lnTo>
                  <a:pt x="365" y="283"/>
                </a:lnTo>
                <a:lnTo>
                  <a:pt x="365" y="284"/>
                </a:lnTo>
                <a:lnTo>
                  <a:pt x="363" y="283"/>
                </a:lnTo>
                <a:lnTo>
                  <a:pt x="361" y="283"/>
                </a:lnTo>
                <a:lnTo>
                  <a:pt x="361" y="282"/>
                </a:lnTo>
                <a:lnTo>
                  <a:pt x="360" y="282"/>
                </a:lnTo>
                <a:lnTo>
                  <a:pt x="357" y="282"/>
                </a:lnTo>
                <a:lnTo>
                  <a:pt x="356" y="283"/>
                </a:lnTo>
                <a:lnTo>
                  <a:pt x="355" y="284"/>
                </a:lnTo>
                <a:lnTo>
                  <a:pt x="354" y="284"/>
                </a:lnTo>
                <a:lnTo>
                  <a:pt x="353" y="284"/>
                </a:lnTo>
                <a:lnTo>
                  <a:pt x="352" y="283"/>
                </a:lnTo>
                <a:lnTo>
                  <a:pt x="351" y="284"/>
                </a:lnTo>
                <a:lnTo>
                  <a:pt x="352" y="284"/>
                </a:lnTo>
                <a:lnTo>
                  <a:pt x="352" y="285"/>
                </a:lnTo>
                <a:lnTo>
                  <a:pt x="353" y="285"/>
                </a:lnTo>
                <a:lnTo>
                  <a:pt x="353" y="286"/>
                </a:lnTo>
                <a:lnTo>
                  <a:pt x="354" y="288"/>
                </a:lnTo>
                <a:lnTo>
                  <a:pt x="355" y="289"/>
                </a:lnTo>
                <a:lnTo>
                  <a:pt x="356" y="289"/>
                </a:lnTo>
                <a:lnTo>
                  <a:pt x="357" y="290"/>
                </a:lnTo>
                <a:lnTo>
                  <a:pt x="357" y="291"/>
                </a:lnTo>
                <a:lnTo>
                  <a:pt x="357" y="292"/>
                </a:lnTo>
                <a:lnTo>
                  <a:pt x="358" y="292"/>
                </a:lnTo>
                <a:lnTo>
                  <a:pt x="358" y="293"/>
                </a:lnTo>
                <a:lnTo>
                  <a:pt x="359" y="293"/>
                </a:lnTo>
                <a:lnTo>
                  <a:pt x="360" y="294"/>
                </a:lnTo>
                <a:lnTo>
                  <a:pt x="360" y="295"/>
                </a:lnTo>
                <a:lnTo>
                  <a:pt x="360" y="296"/>
                </a:lnTo>
                <a:lnTo>
                  <a:pt x="360" y="297"/>
                </a:lnTo>
                <a:lnTo>
                  <a:pt x="361" y="298"/>
                </a:lnTo>
                <a:lnTo>
                  <a:pt x="360" y="299"/>
                </a:lnTo>
                <a:lnTo>
                  <a:pt x="358" y="301"/>
                </a:lnTo>
                <a:lnTo>
                  <a:pt x="357" y="300"/>
                </a:lnTo>
                <a:lnTo>
                  <a:pt x="357" y="299"/>
                </a:lnTo>
                <a:lnTo>
                  <a:pt x="356" y="298"/>
                </a:lnTo>
                <a:lnTo>
                  <a:pt x="355" y="297"/>
                </a:lnTo>
                <a:lnTo>
                  <a:pt x="354" y="298"/>
                </a:lnTo>
                <a:lnTo>
                  <a:pt x="354" y="299"/>
                </a:lnTo>
                <a:lnTo>
                  <a:pt x="353" y="298"/>
                </a:lnTo>
                <a:lnTo>
                  <a:pt x="353" y="299"/>
                </a:lnTo>
                <a:lnTo>
                  <a:pt x="353" y="300"/>
                </a:lnTo>
                <a:lnTo>
                  <a:pt x="352" y="300"/>
                </a:lnTo>
                <a:lnTo>
                  <a:pt x="351" y="300"/>
                </a:lnTo>
                <a:lnTo>
                  <a:pt x="352" y="300"/>
                </a:lnTo>
                <a:lnTo>
                  <a:pt x="353" y="300"/>
                </a:lnTo>
                <a:lnTo>
                  <a:pt x="354" y="300"/>
                </a:lnTo>
                <a:lnTo>
                  <a:pt x="355" y="300"/>
                </a:lnTo>
                <a:lnTo>
                  <a:pt x="356" y="300"/>
                </a:lnTo>
                <a:lnTo>
                  <a:pt x="357" y="301"/>
                </a:lnTo>
                <a:lnTo>
                  <a:pt x="357" y="302"/>
                </a:lnTo>
                <a:lnTo>
                  <a:pt x="357" y="303"/>
                </a:lnTo>
                <a:lnTo>
                  <a:pt x="357" y="306"/>
                </a:lnTo>
                <a:lnTo>
                  <a:pt x="358" y="306"/>
                </a:lnTo>
                <a:lnTo>
                  <a:pt x="358" y="307"/>
                </a:lnTo>
                <a:lnTo>
                  <a:pt x="358" y="308"/>
                </a:lnTo>
                <a:lnTo>
                  <a:pt x="357" y="308"/>
                </a:lnTo>
                <a:lnTo>
                  <a:pt x="356" y="308"/>
                </a:lnTo>
                <a:lnTo>
                  <a:pt x="355" y="308"/>
                </a:lnTo>
                <a:lnTo>
                  <a:pt x="355" y="307"/>
                </a:lnTo>
                <a:lnTo>
                  <a:pt x="354" y="306"/>
                </a:lnTo>
                <a:lnTo>
                  <a:pt x="354" y="305"/>
                </a:lnTo>
                <a:lnTo>
                  <a:pt x="354" y="304"/>
                </a:lnTo>
                <a:lnTo>
                  <a:pt x="354" y="303"/>
                </a:lnTo>
                <a:lnTo>
                  <a:pt x="353" y="302"/>
                </a:lnTo>
                <a:lnTo>
                  <a:pt x="353" y="303"/>
                </a:lnTo>
                <a:lnTo>
                  <a:pt x="354" y="304"/>
                </a:lnTo>
                <a:lnTo>
                  <a:pt x="354" y="305"/>
                </a:lnTo>
                <a:lnTo>
                  <a:pt x="354" y="306"/>
                </a:lnTo>
                <a:lnTo>
                  <a:pt x="354" y="308"/>
                </a:lnTo>
                <a:lnTo>
                  <a:pt x="354" y="309"/>
                </a:lnTo>
                <a:lnTo>
                  <a:pt x="354" y="310"/>
                </a:lnTo>
                <a:lnTo>
                  <a:pt x="353" y="310"/>
                </a:lnTo>
                <a:lnTo>
                  <a:pt x="353" y="312"/>
                </a:lnTo>
                <a:lnTo>
                  <a:pt x="354" y="312"/>
                </a:lnTo>
                <a:lnTo>
                  <a:pt x="354" y="316"/>
                </a:lnTo>
                <a:lnTo>
                  <a:pt x="353" y="317"/>
                </a:lnTo>
                <a:lnTo>
                  <a:pt x="352" y="317"/>
                </a:lnTo>
                <a:lnTo>
                  <a:pt x="352" y="318"/>
                </a:lnTo>
                <a:lnTo>
                  <a:pt x="352" y="319"/>
                </a:lnTo>
                <a:lnTo>
                  <a:pt x="352" y="320"/>
                </a:lnTo>
                <a:lnTo>
                  <a:pt x="353" y="320"/>
                </a:lnTo>
                <a:lnTo>
                  <a:pt x="353" y="319"/>
                </a:lnTo>
                <a:lnTo>
                  <a:pt x="354" y="320"/>
                </a:lnTo>
                <a:lnTo>
                  <a:pt x="355" y="320"/>
                </a:lnTo>
                <a:lnTo>
                  <a:pt x="356" y="320"/>
                </a:lnTo>
                <a:lnTo>
                  <a:pt x="356" y="321"/>
                </a:lnTo>
                <a:lnTo>
                  <a:pt x="357" y="321"/>
                </a:lnTo>
                <a:lnTo>
                  <a:pt x="358" y="321"/>
                </a:lnTo>
                <a:lnTo>
                  <a:pt x="358" y="322"/>
                </a:lnTo>
                <a:lnTo>
                  <a:pt x="357" y="322"/>
                </a:lnTo>
                <a:lnTo>
                  <a:pt x="358" y="322"/>
                </a:lnTo>
                <a:lnTo>
                  <a:pt x="358" y="323"/>
                </a:lnTo>
                <a:lnTo>
                  <a:pt x="357" y="323"/>
                </a:lnTo>
                <a:lnTo>
                  <a:pt x="357" y="324"/>
                </a:lnTo>
                <a:lnTo>
                  <a:pt x="356" y="324"/>
                </a:lnTo>
                <a:lnTo>
                  <a:pt x="355" y="324"/>
                </a:lnTo>
                <a:lnTo>
                  <a:pt x="355" y="325"/>
                </a:lnTo>
                <a:lnTo>
                  <a:pt x="355" y="326"/>
                </a:lnTo>
                <a:lnTo>
                  <a:pt x="355" y="327"/>
                </a:lnTo>
                <a:lnTo>
                  <a:pt x="356" y="327"/>
                </a:lnTo>
                <a:lnTo>
                  <a:pt x="355" y="327"/>
                </a:lnTo>
                <a:lnTo>
                  <a:pt x="354" y="327"/>
                </a:lnTo>
                <a:lnTo>
                  <a:pt x="354" y="328"/>
                </a:lnTo>
                <a:lnTo>
                  <a:pt x="353" y="328"/>
                </a:lnTo>
                <a:lnTo>
                  <a:pt x="353" y="329"/>
                </a:lnTo>
                <a:lnTo>
                  <a:pt x="353" y="330"/>
                </a:lnTo>
                <a:lnTo>
                  <a:pt x="353" y="331"/>
                </a:lnTo>
                <a:lnTo>
                  <a:pt x="353" y="332"/>
                </a:lnTo>
                <a:lnTo>
                  <a:pt x="354" y="332"/>
                </a:lnTo>
                <a:lnTo>
                  <a:pt x="354" y="333"/>
                </a:lnTo>
                <a:lnTo>
                  <a:pt x="355" y="334"/>
                </a:lnTo>
                <a:lnTo>
                  <a:pt x="354" y="335"/>
                </a:lnTo>
                <a:lnTo>
                  <a:pt x="354" y="336"/>
                </a:lnTo>
                <a:lnTo>
                  <a:pt x="353" y="335"/>
                </a:lnTo>
                <a:lnTo>
                  <a:pt x="352" y="336"/>
                </a:lnTo>
                <a:lnTo>
                  <a:pt x="351" y="337"/>
                </a:lnTo>
                <a:lnTo>
                  <a:pt x="350" y="337"/>
                </a:lnTo>
                <a:lnTo>
                  <a:pt x="350" y="338"/>
                </a:lnTo>
                <a:lnTo>
                  <a:pt x="350" y="339"/>
                </a:lnTo>
                <a:lnTo>
                  <a:pt x="349" y="339"/>
                </a:lnTo>
                <a:lnTo>
                  <a:pt x="349" y="340"/>
                </a:lnTo>
                <a:lnTo>
                  <a:pt x="349" y="342"/>
                </a:lnTo>
                <a:lnTo>
                  <a:pt x="350" y="343"/>
                </a:lnTo>
                <a:lnTo>
                  <a:pt x="350" y="344"/>
                </a:lnTo>
                <a:lnTo>
                  <a:pt x="351" y="344"/>
                </a:lnTo>
                <a:lnTo>
                  <a:pt x="351" y="345"/>
                </a:lnTo>
                <a:lnTo>
                  <a:pt x="351" y="346"/>
                </a:lnTo>
                <a:lnTo>
                  <a:pt x="351" y="348"/>
                </a:lnTo>
                <a:lnTo>
                  <a:pt x="351" y="349"/>
                </a:lnTo>
                <a:lnTo>
                  <a:pt x="350" y="349"/>
                </a:lnTo>
                <a:lnTo>
                  <a:pt x="351" y="349"/>
                </a:lnTo>
                <a:lnTo>
                  <a:pt x="351" y="350"/>
                </a:lnTo>
                <a:lnTo>
                  <a:pt x="351" y="351"/>
                </a:lnTo>
                <a:lnTo>
                  <a:pt x="351" y="352"/>
                </a:lnTo>
                <a:lnTo>
                  <a:pt x="350" y="352"/>
                </a:lnTo>
                <a:lnTo>
                  <a:pt x="350" y="351"/>
                </a:lnTo>
                <a:lnTo>
                  <a:pt x="349" y="351"/>
                </a:lnTo>
                <a:lnTo>
                  <a:pt x="348" y="351"/>
                </a:lnTo>
                <a:lnTo>
                  <a:pt x="347" y="352"/>
                </a:lnTo>
                <a:lnTo>
                  <a:pt x="345" y="352"/>
                </a:lnTo>
                <a:lnTo>
                  <a:pt x="345" y="351"/>
                </a:lnTo>
                <a:lnTo>
                  <a:pt x="344" y="351"/>
                </a:lnTo>
                <a:lnTo>
                  <a:pt x="343" y="351"/>
                </a:lnTo>
                <a:lnTo>
                  <a:pt x="343" y="350"/>
                </a:lnTo>
                <a:lnTo>
                  <a:pt x="342" y="349"/>
                </a:lnTo>
                <a:lnTo>
                  <a:pt x="342" y="348"/>
                </a:lnTo>
                <a:lnTo>
                  <a:pt x="342" y="347"/>
                </a:lnTo>
                <a:lnTo>
                  <a:pt x="341" y="347"/>
                </a:lnTo>
                <a:lnTo>
                  <a:pt x="341" y="345"/>
                </a:lnTo>
                <a:lnTo>
                  <a:pt x="339" y="342"/>
                </a:lnTo>
                <a:lnTo>
                  <a:pt x="337" y="342"/>
                </a:lnTo>
                <a:lnTo>
                  <a:pt x="338" y="343"/>
                </a:lnTo>
                <a:lnTo>
                  <a:pt x="337" y="344"/>
                </a:lnTo>
                <a:lnTo>
                  <a:pt x="336" y="345"/>
                </a:lnTo>
                <a:lnTo>
                  <a:pt x="335" y="346"/>
                </a:lnTo>
                <a:lnTo>
                  <a:pt x="334" y="345"/>
                </a:lnTo>
                <a:lnTo>
                  <a:pt x="333" y="344"/>
                </a:lnTo>
                <a:lnTo>
                  <a:pt x="333" y="345"/>
                </a:lnTo>
                <a:lnTo>
                  <a:pt x="334" y="347"/>
                </a:lnTo>
                <a:lnTo>
                  <a:pt x="334" y="348"/>
                </a:lnTo>
                <a:lnTo>
                  <a:pt x="334" y="349"/>
                </a:lnTo>
                <a:lnTo>
                  <a:pt x="334" y="350"/>
                </a:lnTo>
                <a:lnTo>
                  <a:pt x="335" y="350"/>
                </a:lnTo>
                <a:lnTo>
                  <a:pt x="335" y="351"/>
                </a:lnTo>
                <a:lnTo>
                  <a:pt x="336" y="352"/>
                </a:lnTo>
                <a:lnTo>
                  <a:pt x="337" y="352"/>
                </a:lnTo>
                <a:lnTo>
                  <a:pt x="337" y="351"/>
                </a:lnTo>
                <a:lnTo>
                  <a:pt x="337" y="352"/>
                </a:lnTo>
                <a:lnTo>
                  <a:pt x="338" y="352"/>
                </a:lnTo>
                <a:lnTo>
                  <a:pt x="338" y="353"/>
                </a:lnTo>
                <a:lnTo>
                  <a:pt x="337" y="353"/>
                </a:lnTo>
                <a:lnTo>
                  <a:pt x="337" y="354"/>
                </a:lnTo>
                <a:lnTo>
                  <a:pt x="336" y="355"/>
                </a:lnTo>
                <a:lnTo>
                  <a:pt x="337" y="355"/>
                </a:lnTo>
                <a:lnTo>
                  <a:pt x="336" y="356"/>
                </a:lnTo>
                <a:lnTo>
                  <a:pt x="336" y="357"/>
                </a:lnTo>
                <a:lnTo>
                  <a:pt x="336" y="358"/>
                </a:lnTo>
                <a:lnTo>
                  <a:pt x="337" y="358"/>
                </a:lnTo>
                <a:lnTo>
                  <a:pt x="337" y="359"/>
                </a:lnTo>
                <a:lnTo>
                  <a:pt x="336" y="359"/>
                </a:lnTo>
                <a:lnTo>
                  <a:pt x="335" y="359"/>
                </a:lnTo>
                <a:lnTo>
                  <a:pt x="334" y="359"/>
                </a:lnTo>
                <a:lnTo>
                  <a:pt x="334" y="360"/>
                </a:lnTo>
                <a:lnTo>
                  <a:pt x="334" y="361"/>
                </a:lnTo>
                <a:lnTo>
                  <a:pt x="333" y="361"/>
                </a:lnTo>
                <a:lnTo>
                  <a:pt x="333" y="360"/>
                </a:lnTo>
                <a:lnTo>
                  <a:pt x="332" y="360"/>
                </a:lnTo>
                <a:lnTo>
                  <a:pt x="332" y="359"/>
                </a:lnTo>
                <a:lnTo>
                  <a:pt x="331" y="359"/>
                </a:lnTo>
                <a:lnTo>
                  <a:pt x="330" y="359"/>
                </a:lnTo>
                <a:lnTo>
                  <a:pt x="329" y="359"/>
                </a:lnTo>
                <a:lnTo>
                  <a:pt x="328" y="359"/>
                </a:lnTo>
                <a:lnTo>
                  <a:pt x="327" y="359"/>
                </a:lnTo>
                <a:lnTo>
                  <a:pt x="327" y="358"/>
                </a:lnTo>
                <a:lnTo>
                  <a:pt x="327" y="357"/>
                </a:lnTo>
                <a:lnTo>
                  <a:pt x="326" y="356"/>
                </a:lnTo>
                <a:lnTo>
                  <a:pt x="326" y="354"/>
                </a:lnTo>
                <a:lnTo>
                  <a:pt x="325" y="353"/>
                </a:lnTo>
                <a:lnTo>
                  <a:pt x="325" y="352"/>
                </a:lnTo>
                <a:lnTo>
                  <a:pt x="325" y="351"/>
                </a:lnTo>
                <a:lnTo>
                  <a:pt x="324" y="351"/>
                </a:lnTo>
                <a:lnTo>
                  <a:pt x="325" y="352"/>
                </a:lnTo>
                <a:lnTo>
                  <a:pt x="325" y="353"/>
                </a:lnTo>
                <a:lnTo>
                  <a:pt x="325" y="354"/>
                </a:lnTo>
                <a:lnTo>
                  <a:pt x="325" y="355"/>
                </a:lnTo>
                <a:lnTo>
                  <a:pt x="324" y="355"/>
                </a:lnTo>
                <a:lnTo>
                  <a:pt x="323" y="356"/>
                </a:lnTo>
                <a:lnTo>
                  <a:pt x="322" y="357"/>
                </a:lnTo>
                <a:lnTo>
                  <a:pt x="322" y="358"/>
                </a:lnTo>
                <a:lnTo>
                  <a:pt x="323" y="358"/>
                </a:lnTo>
                <a:lnTo>
                  <a:pt x="323" y="359"/>
                </a:lnTo>
                <a:lnTo>
                  <a:pt x="323" y="360"/>
                </a:lnTo>
                <a:lnTo>
                  <a:pt x="324" y="364"/>
                </a:lnTo>
                <a:lnTo>
                  <a:pt x="325" y="364"/>
                </a:lnTo>
                <a:lnTo>
                  <a:pt x="325" y="365"/>
                </a:lnTo>
                <a:lnTo>
                  <a:pt x="325" y="366"/>
                </a:lnTo>
                <a:lnTo>
                  <a:pt x="326" y="367"/>
                </a:lnTo>
                <a:lnTo>
                  <a:pt x="327" y="367"/>
                </a:lnTo>
                <a:lnTo>
                  <a:pt x="327" y="368"/>
                </a:lnTo>
                <a:lnTo>
                  <a:pt x="326" y="368"/>
                </a:lnTo>
                <a:lnTo>
                  <a:pt x="325" y="369"/>
                </a:lnTo>
                <a:lnTo>
                  <a:pt x="326" y="370"/>
                </a:lnTo>
                <a:lnTo>
                  <a:pt x="325" y="370"/>
                </a:lnTo>
                <a:lnTo>
                  <a:pt x="325" y="371"/>
                </a:lnTo>
                <a:lnTo>
                  <a:pt x="324" y="372"/>
                </a:lnTo>
                <a:lnTo>
                  <a:pt x="323" y="371"/>
                </a:lnTo>
                <a:lnTo>
                  <a:pt x="322" y="371"/>
                </a:lnTo>
                <a:lnTo>
                  <a:pt x="321" y="370"/>
                </a:lnTo>
                <a:lnTo>
                  <a:pt x="321" y="369"/>
                </a:lnTo>
                <a:lnTo>
                  <a:pt x="320" y="370"/>
                </a:lnTo>
                <a:lnTo>
                  <a:pt x="320" y="369"/>
                </a:lnTo>
                <a:lnTo>
                  <a:pt x="320" y="367"/>
                </a:lnTo>
                <a:lnTo>
                  <a:pt x="320" y="366"/>
                </a:lnTo>
                <a:lnTo>
                  <a:pt x="321" y="366"/>
                </a:lnTo>
                <a:lnTo>
                  <a:pt x="321" y="365"/>
                </a:lnTo>
                <a:lnTo>
                  <a:pt x="320" y="365"/>
                </a:lnTo>
                <a:lnTo>
                  <a:pt x="320" y="366"/>
                </a:lnTo>
                <a:lnTo>
                  <a:pt x="319" y="366"/>
                </a:lnTo>
                <a:lnTo>
                  <a:pt x="319" y="365"/>
                </a:lnTo>
                <a:lnTo>
                  <a:pt x="319" y="364"/>
                </a:lnTo>
                <a:lnTo>
                  <a:pt x="320" y="364"/>
                </a:lnTo>
                <a:lnTo>
                  <a:pt x="320" y="363"/>
                </a:lnTo>
                <a:lnTo>
                  <a:pt x="319" y="363"/>
                </a:lnTo>
                <a:lnTo>
                  <a:pt x="319" y="364"/>
                </a:lnTo>
                <a:lnTo>
                  <a:pt x="318" y="364"/>
                </a:lnTo>
                <a:lnTo>
                  <a:pt x="318" y="365"/>
                </a:lnTo>
                <a:lnTo>
                  <a:pt x="318" y="364"/>
                </a:lnTo>
                <a:lnTo>
                  <a:pt x="317" y="363"/>
                </a:lnTo>
                <a:lnTo>
                  <a:pt x="316" y="363"/>
                </a:lnTo>
                <a:lnTo>
                  <a:pt x="315" y="361"/>
                </a:lnTo>
                <a:lnTo>
                  <a:pt x="314" y="361"/>
                </a:lnTo>
                <a:lnTo>
                  <a:pt x="315" y="360"/>
                </a:lnTo>
                <a:lnTo>
                  <a:pt x="314" y="359"/>
                </a:lnTo>
                <a:lnTo>
                  <a:pt x="313" y="358"/>
                </a:lnTo>
                <a:lnTo>
                  <a:pt x="312" y="356"/>
                </a:lnTo>
                <a:lnTo>
                  <a:pt x="311" y="355"/>
                </a:lnTo>
                <a:lnTo>
                  <a:pt x="310" y="354"/>
                </a:lnTo>
                <a:lnTo>
                  <a:pt x="310" y="352"/>
                </a:lnTo>
                <a:lnTo>
                  <a:pt x="310" y="351"/>
                </a:lnTo>
                <a:lnTo>
                  <a:pt x="310" y="350"/>
                </a:lnTo>
                <a:lnTo>
                  <a:pt x="310" y="349"/>
                </a:lnTo>
                <a:lnTo>
                  <a:pt x="310" y="348"/>
                </a:lnTo>
                <a:lnTo>
                  <a:pt x="311" y="347"/>
                </a:lnTo>
                <a:lnTo>
                  <a:pt x="311" y="344"/>
                </a:lnTo>
                <a:lnTo>
                  <a:pt x="310" y="342"/>
                </a:lnTo>
                <a:lnTo>
                  <a:pt x="310" y="341"/>
                </a:lnTo>
                <a:lnTo>
                  <a:pt x="310" y="340"/>
                </a:lnTo>
                <a:lnTo>
                  <a:pt x="310" y="339"/>
                </a:lnTo>
                <a:lnTo>
                  <a:pt x="310" y="338"/>
                </a:lnTo>
                <a:lnTo>
                  <a:pt x="311" y="338"/>
                </a:lnTo>
                <a:lnTo>
                  <a:pt x="312" y="337"/>
                </a:lnTo>
                <a:lnTo>
                  <a:pt x="311" y="337"/>
                </a:lnTo>
                <a:lnTo>
                  <a:pt x="311" y="338"/>
                </a:lnTo>
                <a:lnTo>
                  <a:pt x="310" y="338"/>
                </a:lnTo>
                <a:lnTo>
                  <a:pt x="309" y="339"/>
                </a:lnTo>
                <a:lnTo>
                  <a:pt x="309" y="338"/>
                </a:lnTo>
                <a:lnTo>
                  <a:pt x="309" y="337"/>
                </a:lnTo>
                <a:lnTo>
                  <a:pt x="308" y="337"/>
                </a:lnTo>
                <a:lnTo>
                  <a:pt x="308" y="336"/>
                </a:lnTo>
                <a:lnTo>
                  <a:pt x="308" y="337"/>
                </a:lnTo>
                <a:lnTo>
                  <a:pt x="308" y="338"/>
                </a:lnTo>
                <a:lnTo>
                  <a:pt x="308" y="339"/>
                </a:lnTo>
                <a:lnTo>
                  <a:pt x="308" y="340"/>
                </a:lnTo>
                <a:lnTo>
                  <a:pt x="308" y="342"/>
                </a:lnTo>
                <a:lnTo>
                  <a:pt x="308" y="343"/>
                </a:lnTo>
                <a:lnTo>
                  <a:pt x="307" y="343"/>
                </a:lnTo>
                <a:lnTo>
                  <a:pt x="307" y="344"/>
                </a:lnTo>
                <a:lnTo>
                  <a:pt x="308" y="345"/>
                </a:lnTo>
                <a:lnTo>
                  <a:pt x="307" y="346"/>
                </a:lnTo>
                <a:lnTo>
                  <a:pt x="306" y="347"/>
                </a:lnTo>
                <a:lnTo>
                  <a:pt x="303" y="345"/>
                </a:lnTo>
                <a:lnTo>
                  <a:pt x="303" y="346"/>
                </a:lnTo>
                <a:lnTo>
                  <a:pt x="302" y="347"/>
                </a:lnTo>
                <a:lnTo>
                  <a:pt x="302" y="348"/>
                </a:lnTo>
                <a:lnTo>
                  <a:pt x="303" y="349"/>
                </a:lnTo>
                <a:lnTo>
                  <a:pt x="302" y="349"/>
                </a:lnTo>
                <a:lnTo>
                  <a:pt x="302" y="350"/>
                </a:lnTo>
                <a:lnTo>
                  <a:pt x="302" y="351"/>
                </a:lnTo>
                <a:lnTo>
                  <a:pt x="301" y="351"/>
                </a:lnTo>
                <a:lnTo>
                  <a:pt x="301" y="352"/>
                </a:lnTo>
                <a:lnTo>
                  <a:pt x="302" y="352"/>
                </a:lnTo>
                <a:lnTo>
                  <a:pt x="302" y="355"/>
                </a:lnTo>
                <a:lnTo>
                  <a:pt x="302" y="356"/>
                </a:lnTo>
                <a:lnTo>
                  <a:pt x="302" y="357"/>
                </a:lnTo>
                <a:lnTo>
                  <a:pt x="303" y="359"/>
                </a:lnTo>
                <a:lnTo>
                  <a:pt x="303" y="360"/>
                </a:lnTo>
                <a:lnTo>
                  <a:pt x="303" y="361"/>
                </a:lnTo>
                <a:lnTo>
                  <a:pt x="303" y="362"/>
                </a:lnTo>
                <a:lnTo>
                  <a:pt x="302" y="362"/>
                </a:lnTo>
                <a:lnTo>
                  <a:pt x="302" y="363"/>
                </a:lnTo>
                <a:lnTo>
                  <a:pt x="303" y="363"/>
                </a:lnTo>
                <a:lnTo>
                  <a:pt x="303" y="364"/>
                </a:lnTo>
                <a:lnTo>
                  <a:pt x="303" y="365"/>
                </a:lnTo>
                <a:lnTo>
                  <a:pt x="302" y="366"/>
                </a:lnTo>
                <a:lnTo>
                  <a:pt x="301" y="366"/>
                </a:lnTo>
                <a:lnTo>
                  <a:pt x="300" y="367"/>
                </a:lnTo>
                <a:lnTo>
                  <a:pt x="300" y="368"/>
                </a:lnTo>
                <a:lnTo>
                  <a:pt x="299" y="368"/>
                </a:lnTo>
                <a:lnTo>
                  <a:pt x="299" y="369"/>
                </a:lnTo>
                <a:lnTo>
                  <a:pt x="299" y="370"/>
                </a:lnTo>
                <a:lnTo>
                  <a:pt x="299" y="371"/>
                </a:lnTo>
                <a:lnTo>
                  <a:pt x="297" y="371"/>
                </a:lnTo>
                <a:lnTo>
                  <a:pt x="297" y="372"/>
                </a:lnTo>
                <a:lnTo>
                  <a:pt x="297" y="373"/>
                </a:lnTo>
                <a:lnTo>
                  <a:pt x="296" y="373"/>
                </a:lnTo>
                <a:lnTo>
                  <a:pt x="295" y="373"/>
                </a:lnTo>
                <a:lnTo>
                  <a:pt x="294" y="373"/>
                </a:lnTo>
                <a:lnTo>
                  <a:pt x="294" y="374"/>
                </a:lnTo>
                <a:lnTo>
                  <a:pt x="293" y="374"/>
                </a:lnTo>
                <a:lnTo>
                  <a:pt x="293" y="375"/>
                </a:lnTo>
                <a:lnTo>
                  <a:pt x="292" y="375"/>
                </a:lnTo>
                <a:lnTo>
                  <a:pt x="291" y="374"/>
                </a:lnTo>
                <a:lnTo>
                  <a:pt x="290" y="373"/>
                </a:lnTo>
                <a:lnTo>
                  <a:pt x="291" y="373"/>
                </a:lnTo>
                <a:lnTo>
                  <a:pt x="291" y="371"/>
                </a:lnTo>
                <a:lnTo>
                  <a:pt x="290" y="371"/>
                </a:lnTo>
                <a:lnTo>
                  <a:pt x="289" y="371"/>
                </a:lnTo>
                <a:lnTo>
                  <a:pt x="288" y="370"/>
                </a:lnTo>
                <a:lnTo>
                  <a:pt x="288" y="369"/>
                </a:lnTo>
                <a:lnTo>
                  <a:pt x="288" y="368"/>
                </a:lnTo>
                <a:lnTo>
                  <a:pt x="288" y="367"/>
                </a:lnTo>
                <a:lnTo>
                  <a:pt x="287" y="367"/>
                </a:lnTo>
                <a:lnTo>
                  <a:pt x="288" y="366"/>
                </a:lnTo>
                <a:lnTo>
                  <a:pt x="287" y="366"/>
                </a:lnTo>
                <a:lnTo>
                  <a:pt x="286" y="365"/>
                </a:lnTo>
                <a:lnTo>
                  <a:pt x="285" y="364"/>
                </a:lnTo>
                <a:lnTo>
                  <a:pt x="285" y="363"/>
                </a:lnTo>
                <a:lnTo>
                  <a:pt x="284" y="363"/>
                </a:lnTo>
                <a:lnTo>
                  <a:pt x="284" y="364"/>
                </a:lnTo>
                <a:lnTo>
                  <a:pt x="285" y="364"/>
                </a:lnTo>
                <a:lnTo>
                  <a:pt x="285" y="365"/>
                </a:lnTo>
                <a:lnTo>
                  <a:pt x="283" y="365"/>
                </a:lnTo>
                <a:lnTo>
                  <a:pt x="282" y="365"/>
                </a:lnTo>
                <a:lnTo>
                  <a:pt x="281" y="365"/>
                </a:lnTo>
                <a:lnTo>
                  <a:pt x="280" y="366"/>
                </a:lnTo>
                <a:lnTo>
                  <a:pt x="279" y="366"/>
                </a:lnTo>
                <a:lnTo>
                  <a:pt x="279" y="367"/>
                </a:lnTo>
                <a:lnTo>
                  <a:pt x="278" y="367"/>
                </a:lnTo>
                <a:lnTo>
                  <a:pt x="278" y="368"/>
                </a:lnTo>
                <a:lnTo>
                  <a:pt x="277" y="368"/>
                </a:lnTo>
                <a:lnTo>
                  <a:pt x="277" y="369"/>
                </a:lnTo>
                <a:lnTo>
                  <a:pt x="278" y="370"/>
                </a:lnTo>
                <a:lnTo>
                  <a:pt x="277" y="371"/>
                </a:lnTo>
                <a:lnTo>
                  <a:pt x="276" y="370"/>
                </a:lnTo>
                <a:lnTo>
                  <a:pt x="276" y="371"/>
                </a:lnTo>
                <a:lnTo>
                  <a:pt x="275" y="371"/>
                </a:lnTo>
                <a:lnTo>
                  <a:pt x="274" y="371"/>
                </a:lnTo>
                <a:lnTo>
                  <a:pt x="274" y="372"/>
                </a:lnTo>
                <a:lnTo>
                  <a:pt x="273" y="373"/>
                </a:lnTo>
                <a:lnTo>
                  <a:pt x="272" y="374"/>
                </a:lnTo>
                <a:lnTo>
                  <a:pt x="272" y="375"/>
                </a:lnTo>
                <a:lnTo>
                  <a:pt x="271" y="375"/>
                </a:lnTo>
                <a:lnTo>
                  <a:pt x="270" y="376"/>
                </a:lnTo>
                <a:lnTo>
                  <a:pt x="270" y="377"/>
                </a:lnTo>
                <a:lnTo>
                  <a:pt x="269" y="378"/>
                </a:lnTo>
                <a:lnTo>
                  <a:pt x="269" y="379"/>
                </a:lnTo>
                <a:lnTo>
                  <a:pt x="269" y="380"/>
                </a:lnTo>
                <a:lnTo>
                  <a:pt x="268" y="381"/>
                </a:lnTo>
                <a:lnTo>
                  <a:pt x="268" y="382"/>
                </a:lnTo>
                <a:lnTo>
                  <a:pt x="268" y="381"/>
                </a:lnTo>
                <a:lnTo>
                  <a:pt x="267" y="381"/>
                </a:lnTo>
                <a:lnTo>
                  <a:pt x="266" y="381"/>
                </a:lnTo>
                <a:lnTo>
                  <a:pt x="267" y="382"/>
                </a:lnTo>
                <a:lnTo>
                  <a:pt x="267" y="383"/>
                </a:lnTo>
                <a:lnTo>
                  <a:pt x="266" y="383"/>
                </a:lnTo>
                <a:lnTo>
                  <a:pt x="266" y="382"/>
                </a:lnTo>
                <a:lnTo>
                  <a:pt x="266" y="383"/>
                </a:lnTo>
                <a:lnTo>
                  <a:pt x="265" y="383"/>
                </a:lnTo>
                <a:lnTo>
                  <a:pt x="264" y="383"/>
                </a:lnTo>
                <a:lnTo>
                  <a:pt x="264" y="384"/>
                </a:lnTo>
                <a:lnTo>
                  <a:pt x="263" y="384"/>
                </a:lnTo>
                <a:lnTo>
                  <a:pt x="262" y="384"/>
                </a:lnTo>
                <a:lnTo>
                  <a:pt x="262" y="385"/>
                </a:lnTo>
                <a:lnTo>
                  <a:pt x="261" y="385"/>
                </a:lnTo>
                <a:lnTo>
                  <a:pt x="261" y="384"/>
                </a:lnTo>
                <a:lnTo>
                  <a:pt x="260" y="384"/>
                </a:lnTo>
                <a:lnTo>
                  <a:pt x="259" y="384"/>
                </a:lnTo>
                <a:lnTo>
                  <a:pt x="259" y="383"/>
                </a:lnTo>
                <a:lnTo>
                  <a:pt x="259" y="382"/>
                </a:lnTo>
                <a:lnTo>
                  <a:pt x="258" y="382"/>
                </a:lnTo>
                <a:lnTo>
                  <a:pt x="258" y="383"/>
                </a:lnTo>
                <a:lnTo>
                  <a:pt x="257" y="382"/>
                </a:lnTo>
                <a:lnTo>
                  <a:pt x="256" y="382"/>
                </a:lnTo>
                <a:lnTo>
                  <a:pt x="256" y="381"/>
                </a:lnTo>
                <a:lnTo>
                  <a:pt x="255" y="381"/>
                </a:lnTo>
                <a:lnTo>
                  <a:pt x="254" y="380"/>
                </a:lnTo>
                <a:lnTo>
                  <a:pt x="253" y="380"/>
                </a:lnTo>
                <a:lnTo>
                  <a:pt x="252" y="379"/>
                </a:lnTo>
                <a:lnTo>
                  <a:pt x="251" y="379"/>
                </a:lnTo>
                <a:lnTo>
                  <a:pt x="250" y="379"/>
                </a:lnTo>
                <a:lnTo>
                  <a:pt x="249" y="378"/>
                </a:lnTo>
                <a:lnTo>
                  <a:pt x="249" y="377"/>
                </a:lnTo>
                <a:lnTo>
                  <a:pt x="248" y="377"/>
                </a:lnTo>
                <a:lnTo>
                  <a:pt x="248" y="376"/>
                </a:lnTo>
                <a:lnTo>
                  <a:pt x="248" y="373"/>
                </a:lnTo>
                <a:lnTo>
                  <a:pt x="248" y="371"/>
                </a:lnTo>
                <a:lnTo>
                  <a:pt x="248" y="370"/>
                </a:lnTo>
                <a:lnTo>
                  <a:pt x="248" y="369"/>
                </a:lnTo>
                <a:lnTo>
                  <a:pt x="248" y="368"/>
                </a:lnTo>
                <a:lnTo>
                  <a:pt x="249" y="368"/>
                </a:lnTo>
                <a:lnTo>
                  <a:pt x="250" y="367"/>
                </a:lnTo>
                <a:lnTo>
                  <a:pt x="251" y="366"/>
                </a:lnTo>
                <a:lnTo>
                  <a:pt x="252" y="366"/>
                </a:lnTo>
                <a:lnTo>
                  <a:pt x="253" y="366"/>
                </a:lnTo>
                <a:lnTo>
                  <a:pt x="254" y="366"/>
                </a:lnTo>
                <a:lnTo>
                  <a:pt x="256" y="366"/>
                </a:lnTo>
                <a:lnTo>
                  <a:pt x="256" y="365"/>
                </a:lnTo>
                <a:lnTo>
                  <a:pt x="256" y="364"/>
                </a:lnTo>
                <a:lnTo>
                  <a:pt x="256" y="365"/>
                </a:lnTo>
                <a:lnTo>
                  <a:pt x="255" y="365"/>
                </a:lnTo>
                <a:lnTo>
                  <a:pt x="254" y="365"/>
                </a:lnTo>
                <a:lnTo>
                  <a:pt x="253" y="364"/>
                </a:lnTo>
                <a:lnTo>
                  <a:pt x="252" y="364"/>
                </a:lnTo>
                <a:lnTo>
                  <a:pt x="251" y="365"/>
                </a:lnTo>
                <a:lnTo>
                  <a:pt x="251" y="366"/>
                </a:lnTo>
                <a:lnTo>
                  <a:pt x="250" y="366"/>
                </a:lnTo>
                <a:lnTo>
                  <a:pt x="250" y="367"/>
                </a:lnTo>
                <a:lnTo>
                  <a:pt x="249" y="367"/>
                </a:lnTo>
                <a:lnTo>
                  <a:pt x="248" y="367"/>
                </a:lnTo>
                <a:lnTo>
                  <a:pt x="248" y="368"/>
                </a:lnTo>
                <a:lnTo>
                  <a:pt x="248" y="369"/>
                </a:lnTo>
                <a:lnTo>
                  <a:pt x="247" y="369"/>
                </a:lnTo>
                <a:lnTo>
                  <a:pt x="247" y="368"/>
                </a:lnTo>
                <a:lnTo>
                  <a:pt x="247" y="369"/>
                </a:lnTo>
                <a:lnTo>
                  <a:pt x="247" y="368"/>
                </a:lnTo>
                <a:lnTo>
                  <a:pt x="247" y="367"/>
                </a:lnTo>
                <a:lnTo>
                  <a:pt x="246" y="367"/>
                </a:lnTo>
                <a:lnTo>
                  <a:pt x="246" y="366"/>
                </a:lnTo>
                <a:lnTo>
                  <a:pt x="246" y="365"/>
                </a:lnTo>
                <a:lnTo>
                  <a:pt x="246" y="364"/>
                </a:lnTo>
                <a:lnTo>
                  <a:pt x="245" y="364"/>
                </a:lnTo>
                <a:lnTo>
                  <a:pt x="245" y="363"/>
                </a:lnTo>
                <a:lnTo>
                  <a:pt x="245" y="362"/>
                </a:lnTo>
                <a:lnTo>
                  <a:pt x="245" y="361"/>
                </a:lnTo>
                <a:lnTo>
                  <a:pt x="244" y="361"/>
                </a:lnTo>
                <a:lnTo>
                  <a:pt x="244" y="360"/>
                </a:lnTo>
                <a:lnTo>
                  <a:pt x="244" y="359"/>
                </a:lnTo>
                <a:lnTo>
                  <a:pt x="245" y="359"/>
                </a:lnTo>
                <a:lnTo>
                  <a:pt x="245" y="358"/>
                </a:lnTo>
                <a:lnTo>
                  <a:pt x="245" y="357"/>
                </a:lnTo>
                <a:lnTo>
                  <a:pt x="246" y="357"/>
                </a:lnTo>
                <a:lnTo>
                  <a:pt x="246" y="356"/>
                </a:lnTo>
                <a:lnTo>
                  <a:pt x="246" y="355"/>
                </a:lnTo>
                <a:lnTo>
                  <a:pt x="247" y="354"/>
                </a:lnTo>
                <a:lnTo>
                  <a:pt x="246" y="354"/>
                </a:lnTo>
                <a:lnTo>
                  <a:pt x="246" y="353"/>
                </a:lnTo>
                <a:lnTo>
                  <a:pt x="246" y="354"/>
                </a:lnTo>
                <a:lnTo>
                  <a:pt x="246" y="355"/>
                </a:lnTo>
                <a:lnTo>
                  <a:pt x="246" y="356"/>
                </a:lnTo>
                <a:lnTo>
                  <a:pt x="245" y="356"/>
                </a:lnTo>
                <a:lnTo>
                  <a:pt x="244" y="357"/>
                </a:lnTo>
                <a:lnTo>
                  <a:pt x="244" y="358"/>
                </a:lnTo>
                <a:lnTo>
                  <a:pt x="243" y="358"/>
                </a:lnTo>
                <a:lnTo>
                  <a:pt x="243" y="359"/>
                </a:lnTo>
                <a:lnTo>
                  <a:pt x="243" y="361"/>
                </a:lnTo>
                <a:lnTo>
                  <a:pt x="244" y="361"/>
                </a:lnTo>
                <a:lnTo>
                  <a:pt x="244" y="362"/>
                </a:lnTo>
                <a:lnTo>
                  <a:pt x="244" y="363"/>
                </a:lnTo>
                <a:lnTo>
                  <a:pt x="245" y="364"/>
                </a:lnTo>
                <a:lnTo>
                  <a:pt x="245" y="365"/>
                </a:lnTo>
                <a:lnTo>
                  <a:pt x="245" y="366"/>
                </a:lnTo>
                <a:lnTo>
                  <a:pt x="246" y="367"/>
                </a:lnTo>
                <a:lnTo>
                  <a:pt x="246" y="368"/>
                </a:lnTo>
                <a:lnTo>
                  <a:pt x="246" y="369"/>
                </a:lnTo>
                <a:lnTo>
                  <a:pt x="246" y="370"/>
                </a:lnTo>
                <a:lnTo>
                  <a:pt x="246" y="371"/>
                </a:lnTo>
                <a:lnTo>
                  <a:pt x="247" y="372"/>
                </a:lnTo>
                <a:lnTo>
                  <a:pt x="247" y="375"/>
                </a:lnTo>
                <a:lnTo>
                  <a:pt x="247" y="376"/>
                </a:lnTo>
                <a:lnTo>
                  <a:pt x="247" y="377"/>
                </a:lnTo>
                <a:lnTo>
                  <a:pt x="248" y="378"/>
                </a:lnTo>
                <a:lnTo>
                  <a:pt x="247" y="378"/>
                </a:lnTo>
                <a:lnTo>
                  <a:pt x="247" y="379"/>
                </a:lnTo>
                <a:lnTo>
                  <a:pt x="247" y="380"/>
                </a:lnTo>
                <a:lnTo>
                  <a:pt x="248" y="381"/>
                </a:lnTo>
                <a:lnTo>
                  <a:pt x="247" y="381"/>
                </a:lnTo>
                <a:lnTo>
                  <a:pt x="247" y="382"/>
                </a:lnTo>
                <a:lnTo>
                  <a:pt x="248" y="382"/>
                </a:lnTo>
                <a:lnTo>
                  <a:pt x="248" y="383"/>
                </a:lnTo>
                <a:lnTo>
                  <a:pt x="247" y="383"/>
                </a:lnTo>
                <a:lnTo>
                  <a:pt x="247" y="384"/>
                </a:lnTo>
                <a:lnTo>
                  <a:pt x="247" y="385"/>
                </a:lnTo>
                <a:lnTo>
                  <a:pt x="247" y="386"/>
                </a:lnTo>
                <a:lnTo>
                  <a:pt x="247" y="387"/>
                </a:lnTo>
                <a:lnTo>
                  <a:pt x="246" y="387"/>
                </a:lnTo>
                <a:lnTo>
                  <a:pt x="245" y="387"/>
                </a:lnTo>
                <a:lnTo>
                  <a:pt x="244" y="387"/>
                </a:lnTo>
                <a:lnTo>
                  <a:pt x="243" y="387"/>
                </a:lnTo>
                <a:lnTo>
                  <a:pt x="242" y="388"/>
                </a:lnTo>
                <a:lnTo>
                  <a:pt x="242" y="389"/>
                </a:lnTo>
                <a:lnTo>
                  <a:pt x="241" y="389"/>
                </a:lnTo>
                <a:lnTo>
                  <a:pt x="241" y="388"/>
                </a:lnTo>
                <a:lnTo>
                  <a:pt x="240" y="388"/>
                </a:lnTo>
                <a:lnTo>
                  <a:pt x="240" y="389"/>
                </a:lnTo>
                <a:lnTo>
                  <a:pt x="239" y="389"/>
                </a:lnTo>
                <a:lnTo>
                  <a:pt x="239" y="390"/>
                </a:lnTo>
                <a:lnTo>
                  <a:pt x="238" y="390"/>
                </a:lnTo>
                <a:lnTo>
                  <a:pt x="238" y="389"/>
                </a:lnTo>
                <a:lnTo>
                  <a:pt x="237" y="390"/>
                </a:lnTo>
                <a:lnTo>
                  <a:pt x="236" y="390"/>
                </a:lnTo>
                <a:lnTo>
                  <a:pt x="235" y="390"/>
                </a:lnTo>
                <a:lnTo>
                  <a:pt x="234" y="390"/>
                </a:lnTo>
                <a:lnTo>
                  <a:pt x="233" y="390"/>
                </a:lnTo>
                <a:lnTo>
                  <a:pt x="232" y="390"/>
                </a:lnTo>
                <a:lnTo>
                  <a:pt x="232" y="389"/>
                </a:lnTo>
                <a:lnTo>
                  <a:pt x="232" y="388"/>
                </a:lnTo>
                <a:lnTo>
                  <a:pt x="232" y="387"/>
                </a:lnTo>
                <a:lnTo>
                  <a:pt x="231" y="386"/>
                </a:lnTo>
                <a:lnTo>
                  <a:pt x="230" y="386"/>
                </a:lnTo>
                <a:lnTo>
                  <a:pt x="230" y="387"/>
                </a:lnTo>
                <a:lnTo>
                  <a:pt x="229" y="386"/>
                </a:lnTo>
                <a:lnTo>
                  <a:pt x="230" y="386"/>
                </a:lnTo>
                <a:lnTo>
                  <a:pt x="229" y="386"/>
                </a:lnTo>
                <a:lnTo>
                  <a:pt x="228" y="386"/>
                </a:lnTo>
                <a:lnTo>
                  <a:pt x="228" y="385"/>
                </a:lnTo>
                <a:lnTo>
                  <a:pt x="228" y="384"/>
                </a:lnTo>
                <a:lnTo>
                  <a:pt x="228" y="383"/>
                </a:lnTo>
                <a:lnTo>
                  <a:pt x="228" y="382"/>
                </a:lnTo>
                <a:lnTo>
                  <a:pt x="228" y="381"/>
                </a:lnTo>
                <a:lnTo>
                  <a:pt x="227" y="380"/>
                </a:lnTo>
                <a:lnTo>
                  <a:pt x="227" y="379"/>
                </a:lnTo>
                <a:lnTo>
                  <a:pt x="226" y="379"/>
                </a:lnTo>
                <a:lnTo>
                  <a:pt x="224" y="379"/>
                </a:lnTo>
                <a:lnTo>
                  <a:pt x="223" y="379"/>
                </a:lnTo>
                <a:lnTo>
                  <a:pt x="222" y="380"/>
                </a:lnTo>
                <a:lnTo>
                  <a:pt x="221" y="380"/>
                </a:lnTo>
                <a:lnTo>
                  <a:pt x="220" y="380"/>
                </a:lnTo>
                <a:lnTo>
                  <a:pt x="219" y="381"/>
                </a:lnTo>
                <a:lnTo>
                  <a:pt x="218" y="381"/>
                </a:lnTo>
                <a:lnTo>
                  <a:pt x="217" y="382"/>
                </a:lnTo>
                <a:lnTo>
                  <a:pt x="216" y="382"/>
                </a:lnTo>
                <a:lnTo>
                  <a:pt x="215" y="382"/>
                </a:lnTo>
                <a:lnTo>
                  <a:pt x="215" y="381"/>
                </a:lnTo>
                <a:lnTo>
                  <a:pt x="214" y="381"/>
                </a:lnTo>
                <a:lnTo>
                  <a:pt x="213" y="381"/>
                </a:lnTo>
                <a:lnTo>
                  <a:pt x="212" y="381"/>
                </a:lnTo>
                <a:lnTo>
                  <a:pt x="213" y="382"/>
                </a:lnTo>
                <a:lnTo>
                  <a:pt x="214" y="382"/>
                </a:lnTo>
                <a:lnTo>
                  <a:pt x="215" y="382"/>
                </a:lnTo>
                <a:lnTo>
                  <a:pt x="215" y="383"/>
                </a:lnTo>
                <a:lnTo>
                  <a:pt x="214" y="383"/>
                </a:lnTo>
                <a:lnTo>
                  <a:pt x="213" y="383"/>
                </a:lnTo>
                <a:lnTo>
                  <a:pt x="212" y="383"/>
                </a:lnTo>
                <a:lnTo>
                  <a:pt x="212" y="384"/>
                </a:lnTo>
                <a:lnTo>
                  <a:pt x="211" y="384"/>
                </a:lnTo>
                <a:lnTo>
                  <a:pt x="210" y="384"/>
                </a:lnTo>
                <a:lnTo>
                  <a:pt x="210" y="385"/>
                </a:lnTo>
                <a:lnTo>
                  <a:pt x="209" y="385"/>
                </a:lnTo>
                <a:lnTo>
                  <a:pt x="209" y="386"/>
                </a:lnTo>
                <a:lnTo>
                  <a:pt x="208" y="386"/>
                </a:lnTo>
                <a:lnTo>
                  <a:pt x="207" y="387"/>
                </a:lnTo>
                <a:lnTo>
                  <a:pt x="206" y="387"/>
                </a:lnTo>
                <a:lnTo>
                  <a:pt x="207" y="387"/>
                </a:lnTo>
                <a:lnTo>
                  <a:pt x="207" y="386"/>
                </a:lnTo>
                <a:lnTo>
                  <a:pt x="208" y="386"/>
                </a:lnTo>
                <a:lnTo>
                  <a:pt x="208" y="385"/>
                </a:lnTo>
                <a:lnTo>
                  <a:pt x="208" y="386"/>
                </a:lnTo>
                <a:lnTo>
                  <a:pt x="207" y="386"/>
                </a:lnTo>
                <a:lnTo>
                  <a:pt x="206" y="386"/>
                </a:lnTo>
                <a:lnTo>
                  <a:pt x="206" y="387"/>
                </a:lnTo>
                <a:lnTo>
                  <a:pt x="205" y="388"/>
                </a:lnTo>
                <a:lnTo>
                  <a:pt x="205" y="387"/>
                </a:lnTo>
                <a:lnTo>
                  <a:pt x="204" y="388"/>
                </a:lnTo>
                <a:lnTo>
                  <a:pt x="204" y="389"/>
                </a:lnTo>
                <a:lnTo>
                  <a:pt x="203" y="390"/>
                </a:lnTo>
                <a:lnTo>
                  <a:pt x="202" y="390"/>
                </a:lnTo>
                <a:lnTo>
                  <a:pt x="201" y="390"/>
                </a:lnTo>
                <a:lnTo>
                  <a:pt x="201" y="391"/>
                </a:lnTo>
                <a:lnTo>
                  <a:pt x="200" y="391"/>
                </a:lnTo>
                <a:lnTo>
                  <a:pt x="200" y="392"/>
                </a:lnTo>
                <a:lnTo>
                  <a:pt x="199" y="392"/>
                </a:lnTo>
                <a:lnTo>
                  <a:pt x="198" y="392"/>
                </a:lnTo>
                <a:lnTo>
                  <a:pt x="197" y="392"/>
                </a:lnTo>
                <a:lnTo>
                  <a:pt x="196" y="392"/>
                </a:lnTo>
                <a:lnTo>
                  <a:pt x="195" y="392"/>
                </a:lnTo>
                <a:lnTo>
                  <a:pt x="195" y="391"/>
                </a:lnTo>
                <a:lnTo>
                  <a:pt x="195" y="390"/>
                </a:lnTo>
                <a:lnTo>
                  <a:pt x="196" y="390"/>
                </a:lnTo>
                <a:lnTo>
                  <a:pt x="196" y="389"/>
                </a:lnTo>
                <a:lnTo>
                  <a:pt x="196" y="388"/>
                </a:lnTo>
                <a:lnTo>
                  <a:pt x="195" y="389"/>
                </a:lnTo>
                <a:lnTo>
                  <a:pt x="194" y="389"/>
                </a:lnTo>
                <a:lnTo>
                  <a:pt x="194" y="390"/>
                </a:lnTo>
                <a:lnTo>
                  <a:pt x="193" y="390"/>
                </a:lnTo>
                <a:lnTo>
                  <a:pt x="194" y="389"/>
                </a:lnTo>
                <a:lnTo>
                  <a:pt x="193" y="389"/>
                </a:lnTo>
                <a:lnTo>
                  <a:pt x="194" y="389"/>
                </a:lnTo>
                <a:lnTo>
                  <a:pt x="193" y="389"/>
                </a:lnTo>
                <a:lnTo>
                  <a:pt x="194" y="388"/>
                </a:lnTo>
                <a:lnTo>
                  <a:pt x="195" y="388"/>
                </a:lnTo>
                <a:lnTo>
                  <a:pt x="196" y="387"/>
                </a:lnTo>
                <a:lnTo>
                  <a:pt x="196" y="386"/>
                </a:lnTo>
                <a:lnTo>
                  <a:pt x="195" y="386"/>
                </a:lnTo>
                <a:lnTo>
                  <a:pt x="194" y="386"/>
                </a:lnTo>
                <a:lnTo>
                  <a:pt x="195" y="386"/>
                </a:lnTo>
                <a:lnTo>
                  <a:pt x="196" y="385"/>
                </a:lnTo>
                <a:lnTo>
                  <a:pt x="195" y="385"/>
                </a:lnTo>
                <a:lnTo>
                  <a:pt x="194" y="385"/>
                </a:lnTo>
                <a:lnTo>
                  <a:pt x="194" y="386"/>
                </a:lnTo>
                <a:lnTo>
                  <a:pt x="193" y="386"/>
                </a:lnTo>
                <a:lnTo>
                  <a:pt x="193" y="387"/>
                </a:lnTo>
                <a:lnTo>
                  <a:pt x="192" y="387"/>
                </a:lnTo>
                <a:lnTo>
                  <a:pt x="192" y="386"/>
                </a:lnTo>
                <a:lnTo>
                  <a:pt x="192" y="385"/>
                </a:lnTo>
                <a:lnTo>
                  <a:pt x="193" y="385"/>
                </a:lnTo>
                <a:lnTo>
                  <a:pt x="192" y="385"/>
                </a:lnTo>
                <a:lnTo>
                  <a:pt x="192" y="384"/>
                </a:lnTo>
                <a:lnTo>
                  <a:pt x="193" y="384"/>
                </a:lnTo>
                <a:lnTo>
                  <a:pt x="192" y="384"/>
                </a:lnTo>
                <a:lnTo>
                  <a:pt x="192" y="385"/>
                </a:lnTo>
                <a:lnTo>
                  <a:pt x="192" y="384"/>
                </a:lnTo>
                <a:lnTo>
                  <a:pt x="191" y="384"/>
                </a:lnTo>
                <a:lnTo>
                  <a:pt x="191" y="383"/>
                </a:lnTo>
                <a:lnTo>
                  <a:pt x="192" y="383"/>
                </a:lnTo>
                <a:lnTo>
                  <a:pt x="192" y="382"/>
                </a:lnTo>
                <a:lnTo>
                  <a:pt x="191" y="383"/>
                </a:lnTo>
                <a:lnTo>
                  <a:pt x="190" y="383"/>
                </a:lnTo>
                <a:lnTo>
                  <a:pt x="190" y="384"/>
                </a:lnTo>
                <a:lnTo>
                  <a:pt x="189" y="384"/>
                </a:lnTo>
                <a:lnTo>
                  <a:pt x="189" y="383"/>
                </a:lnTo>
                <a:lnTo>
                  <a:pt x="189" y="382"/>
                </a:lnTo>
                <a:lnTo>
                  <a:pt x="188" y="383"/>
                </a:lnTo>
                <a:lnTo>
                  <a:pt x="187" y="384"/>
                </a:lnTo>
                <a:lnTo>
                  <a:pt x="186" y="384"/>
                </a:lnTo>
                <a:lnTo>
                  <a:pt x="185" y="384"/>
                </a:lnTo>
                <a:lnTo>
                  <a:pt x="184" y="384"/>
                </a:lnTo>
                <a:lnTo>
                  <a:pt x="184" y="382"/>
                </a:lnTo>
                <a:lnTo>
                  <a:pt x="184" y="383"/>
                </a:lnTo>
                <a:lnTo>
                  <a:pt x="183" y="383"/>
                </a:lnTo>
                <a:lnTo>
                  <a:pt x="182" y="383"/>
                </a:lnTo>
                <a:lnTo>
                  <a:pt x="183" y="384"/>
                </a:lnTo>
                <a:lnTo>
                  <a:pt x="184" y="384"/>
                </a:lnTo>
                <a:lnTo>
                  <a:pt x="184" y="385"/>
                </a:lnTo>
                <a:lnTo>
                  <a:pt x="183" y="385"/>
                </a:lnTo>
                <a:lnTo>
                  <a:pt x="184" y="385"/>
                </a:lnTo>
                <a:lnTo>
                  <a:pt x="184" y="386"/>
                </a:lnTo>
                <a:lnTo>
                  <a:pt x="184" y="385"/>
                </a:lnTo>
                <a:lnTo>
                  <a:pt x="185" y="385"/>
                </a:lnTo>
                <a:lnTo>
                  <a:pt x="185" y="386"/>
                </a:lnTo>
                <a:lnTo>
                  <a:pt x="186" y="386"/>
                </a:lnTo>
                <a:lnTo>
                  <a:pt x="185" y="386"/>
                </a:lnTo>
                <a:lnTo>
                  <a:pt x="185" y="387"/>
                </a:lnTo>
                <a:lnTo>
                  <a:pt x="185" y="386"/>
                </a:lnTo>
                <a:lnTo>
                  <a:pt x="185" y="387"/>
                </a:lnTo>
                <a:lnTo>
                  <a:pt x="186" y="387"/>
                </a:lnTo>
                <a:lnTo>
                  <a:pt x="187" y="387"/>
                </a:lnTo>
                <a:lnTo>
                  <a:pt x="186" y="388"/>
                </a:lnTo>
                <a:lnTo>
                  <a:pt x="187" y="388"/>
                </a:lnTo>
                <a:lnTo>
                  <a:pt x="187" y="387"/>
                </a:lnTo>
                <a:lnTo>
                  <a:pt x="188" y="388"/>
                </a:lnTo>
                <a:lnTo>
                  <a:pt x="189" y="388"/>
                </a:lnTo>
                <a:lnTo>
                  <a:pt x="190" y="388"/>
                </a:lnTo>
                <a:lnTo>
                  <a:pt x="191" y="389"/>
                </a:lnTo>
                <a:lnTo>
                  <a:pt x="191" y="390"/>
                </a:lnTo>
                <a:lnTo>
                  <a:pt x="191" y="391"/>
                </a:lnTo>
                <a:lnTo>
                  <a:pt x="191" y="392"/>
                </a:lnTo>
                <a:lnTo>
                  <a:pt x="191" y="393"/>
                </a:lnTo>
                <a:lnTo>
                  <a:pt x="191" y="394"/>
                </a:lnTo>
                <a:lnTo>
                  <a:pt x="190" y="395"/>
                </a:lnTo>
                <a:lnTo>
                  <a:pt x="190" y="396"/>
                </a:lnTo>
                <a:lnTo>
                  <a:pt x="189" y="396"/>
                </a:lnTo>
                <a:lnTo>
                  <a:pt x="189" y="397"/>
                </a:lnTo>
                <a:lnTo>
                  <a:pt x="189" y="398"/>
                </a:lnTo>
                <a:lnTo>
                  <a:pt x="190" y="398"/>
                </a:lnTo>
                <a:lnTo>
                  <a:pt x="191" y="398"/>
                </a:lnTo>
                <a:lnTo>
                  <a:pt x="189" y="398"/>
                </a:lnTo>
                <a:lnTo>
                  <a:pt x="188" y="399"/>
                </a:lnTo>
                <a:lnTo>
                  <a:pt x="187" y="399"/>
                </a:lnTo>
                <a:lnTo>
                  <a:pt x="186" y="399"/>
                </a:lnTo>
                <a:lnTo>
                  <a:pt x="184" y="400"/>
                </a:lnTo>
                <a:lnTo>
                  <a:pt x="183" y="400"/>
                </a:lnTo>
                <a:lnTo>
                  <a:pt x="182" y="401"/>
                </a:lnTo>
                <a:lnTo>
                  <a:pt x="181" y="402"/>
                </a:lnTo>
                <a:lnTo>
                  <a:pt x="181" y="403"/>
                </a:lnTo>
                <a:lnTo>
                  <a:pt x="181" y="404"/>
                </a:lnTo>
                <a:lnTo>
                  <a:pt x="181" y="405"/>
                </a:lnTo>
                <a:lnTo>
                  <a:pt x="181" y="406"/>
                </a:lnTo>
                <a:lnTo>
                  <a:pt x="181" y="407"/>
                </a:lnTo>
                <a:lnTo>
                  <a:pt x="180" y="408"/>
                </a:lnTo>
                <a:lnTo>
                  <a:pt x="179" y="408"/>
                </a:lnTo>
                <a:lnTo>
                  <a:pt x="178" y="409"/>
                </a:lnTo>
                <a:lnTo>
                  <a:pt x="178" y="408"/>
                </a:lnTo>
                <a:lnTo>
                  <a:pt x="177" y="408"/>
                </a:lnTo>
                <a:lnTo>
                  <a:pt x="178" y="407"/>
                </a:lnTo>
                <a:lnTo>
                  <a:pt x="177" y="407"/>
                </a:lnTo>
                <a:lnTo>
                  <a:pt x="177" y="406"/>
                </a:lnTo>
                <a:lnTo>
                  <a:pt x="176" y="406"/>
                </a:lnTo>
                <a:lnTo>
                  <a:pt x="175" y="406"/>
                </a:lnTo>
                <a:lnTo>
                  <a:pt x="176" y="406"/>
                </a:lnTo>
                <a:lnTo>
                  <a:pt x="176" y="407"/>
                </a:lnTo>
                <a:lnTo>
                  <a:pt x="177" y="407"/>
                </a:lnTo>
                <a:lnTo>
                  <a:pt x="177" y="408"/>
                </a:lnTo>
                <a:lnTo>
                  <a:pt x="176" y="407"/>
                </a:lnTo>
                <a:lnTo>
                  <a:pt x="174" y="407"/>
                </a:lnTo>
                <a:lnTo>
                  <a:pt x="173" y="408"/>
                </a:lnTo>
                <a:lnTo>
                  <a:pt x="172" y="408"/>
                </a:lnTo>
                <a:lnTo>
                  <a:pt x="171" y="409"/>
                </a:lnTo>
                <a:lnTo>
                  <a:pt x="170" y="409"/>
                </a:lnTo>
                <a:lnTo>
                  <a:pt x="170" y="410"/>
                </a:lnTo>
                <a:lnTo>
                  <a:pt x="169" y="410"/>
                </a:lnTo>
                <a:lnTo>
                  <a:pt x="169" y="409"/>
                </a:lnTo>
                <a:lnTo>
                  <a:pt x="170" y="409"/>
                </a:lnTo>
                <a:lnTo>
                  <a:pt x="170" y="408"/>
                </a:lnTo>
                <a:lnTo>
                  <a:pt x="169" y="408"/>
                </a:lnTo>
                <a:lnTo>
                  <a:pt x="167" y="408"/>
                </a:lnTo>
                <a:lnTo>
                  <a:pt x="166" y="408"/>
                </a:lnTo>
                <a:lnTo>
                  <a:pt x="165" y="409"/>
                </a:lnTo>
                <a:lnTo>
                  <a:pt x="164" y="410"/>
                </a:lnTo>
                <a:lnTo>
                  <a:pt x="163" y="410"/>
                </a:lnTo>
                <a:lnTo>
                  <a:pt x="163" y="409"/>
                </a:lnTo>
                <a:lnTo>
                  <a:pt x="162" y="409"/>
                </a:lnTo>
                <a:lnTo>
                  <a:pt x="161" y="409"/>
                </a:lnTo>
                <a:lnTo>
                  <a:pt x="161" y="408"/>
                </a:lnTo>
                <a:lnTo>
                  <a:pt x="162" y="408"/>
                </a:lnTo>
                <a:lnTo>
                  <a:pt x="163" y="408"/>
                </a:lnTo>
                <a:lnTo>
                  <a:pt x="164" y="408"/>
                </a:lnTo>
                <a:lnTo>
                  <a:pt x="163" y="408"/>
                </a:lnTo>
                <a:lnTo>
                  <a:pt x="162" y="408"/>
                </a:lnTo>
                <a:lnTo>
                  <a:pt x="162" y="407"/>
                </a:lnTo>
                <a:lnTo>
                  <a:pt x="161" y="406"/>
                </a:lnTo>
                <a:lnTo>
                  <a:pt x="161" y="404"/>
                </a:lnTo>
                <a:lnTo>
                  <a:pt x="160" y="404"/>
                </a:lnTo>
                <a:lnTo>
                  <a:pt x="161" y="404"/>
                </a:lnTo>
                <a:lnTo>
                  <a:pt x="160" y="404"/>
                </a:lnTo>
                <a:lnTo>
                  <a:pt x="160" y="403"/>
                </a:lnTo>
                <a:lnTo>
                  <a:pt x="160" y="402"/>
                </a:lnTo>
                <a:lnTo>
                  <a:pt x="159" y="402"/>
                </a:lnTo>
                <a:lnTo>
                  <a:pt x="159" y="403"/>
                </a:lnTo>
                <a:lnTo>
                  <a:pt x="159" y="404"/>
                </a:lnTo>
                <a:lnTo>
                  <a:pt x="160" y="404"/>
                </a:lnTo>
                <a:lnTo>
                  <a:pt x="160" y="405"/>
                </a:lnTo>
                <a:lnTo>
                  <a:pt x="160" y="406"/>
                </a:lnTo>
                <a:lnTo>
                  <a:pt x="160" y="405"/>
                </a:lnTo>
                <a:lnTo>
                  <a:pt x="160" y="406"/>
                </a:lnTo>
                <a:lnTo>
                  <a:pt x="159" y="406"/>
                </a:lnTo>
                <a:lnTo>
                  <a:pt x="160" y="406"/>
                </a:lnTo>
                <a:lnTo>
                  <a:pt x="159" y="406"/>
                </a:lnTo>
                <a:lnTo>
                  <a:pt x="160" y="407"/>
                </a:lnTo>
                <a:lnTo>
                  <a:pt x="161" y="407"/>
                </a:lnTo>
                <a:lnTo>
                  <a:pt x="161" y="408"/>
                </a:lnTo>
                <a:lnTo>
                  <a:pt x="160" y="408"/>
                </a:lnTo>
                <a:lnTo>
                  <a:pt x="159" y="408"/>
                </a:lnTo>
                <a:lnTo>
                  <a:pt x="159" y="409"/>
                </a:lnTo>
                <a:lnTo>
                  <a:pt x="158" y="409"/>
                </a:lnTo>
                <a:lnTo>
                  <a:pt x="158" y="408"/>
                </a:lnTo>
                <a:lnTo>
                  <a:pt x="158" y="407"/>
                </a:lnTo>
                <a:lnTo>
                  <a:pt x="157" y="407"/>
                </a:lnTo>
                <a:lnTo>
                  <a:pt x="156" y="407"/>
                </a:lnTo>
                <a:lnTo>
                  <a:pt x="155" y="407"/>
                </a:lnTo>
                <a:lnTo>
                  <a:pt x="154" y="407"/>
                </a:lnTo>
                <a:lnTo>
                  <a:pt x="154" y="408"/>
                </a:lnTo>
                <a:lnTo>
                  <a:pt x="155" y="407"/>
                </a:lnTo>
                <a:lnTo>
                  <a:pt x="156" y="407"/>
                </a:lnTo>
                <a:lnTo>
                  <a:pt x="156" y="408"/>
                </a:lnTo>
                <a:lnTo>
                  <a:pt x="157" y="408"/>
                </a:lnTo>
                <a:lnTo>
                  <a:pt x="158" y="408"/>
                </a:lnTo>
                <a:lnTo>
                  <a:pt x="158" y="409"/>
                </a:lnTo>
                <a:lnTo>
                  <a:pt x="157" y="409"/>
                </a:lnTo>
                <a:lnTo>
                  <a:pt x="156" y="409"/>
                </a:lnTo>
                <a:lnTo>
                  <a:pt x="155" y="409"/>
                </a:lnTo>
                <a:lnTo>
                  <a:pt x="155" y="410"/>
                </a:lnTo>
                <a:lnTo>
                  <a:pt x="154" y="410"/>
                </a:lnTo>
                <a:lnTo>
                  <a:pt x="153" y="411"/>
                </a:lnTo>
                <a:lnTo>
                  <a:pt x="152" y="412"/>
                </a:lnTo>
                <a:lnTo>
                  <a:pt x="152" y="413"/>
                </a:lnTo>
                <a:lnTo>
                  <a:pt x="151" y="413"/>
                </a:lnTo>
                <a:lnTo>
                  <a:pt x="151" y="414"/>
                </a:lnTo>
                <a:lnTo>
                  <a:pt x="150" y="414"/>
                </a:lnTo>
                <a:lnTo>
                  <a:pt x="149" y="415"/>
                </a:lnTo>
                <a:lnTo>
                  <a:pt x="148" y="416"/>
                </a:lnTo>
                <a:lnTo>
                  <a:pt x="147" y="417"/>
                </a:lnTo>
                <a:lnTo>
                  <a:pt x="146" y="417"/>
                </a:lnTo>
                <a:lnTo>
                  <a:pt x="146" y="418"/>
                </a:lnTo>
                <a:lnTo>
                  <a:pt x="145" y="418"/>
                </a:lnTo>
                <a:lnTo>
                  <a:pt x="145" y="419"/>
                </a:lnTo>
                <a:lnTo>
                  <a:pt x="144" y="419"/>
                </a:lnTo>
                <a:lnTo>
                  <a:pt x="143" y="419"/>
                </a:lnTo>
                <a:lnTo>
                  <a:pt x="144" y="419"/>
                </a:lnTo>
                <a:lnTo>
                  <a:pt x="143" y="419"/>
                </a:lnTo>
                <a:lnTo>
                  <a:pt x="143" y="418"/>
                </a:lnTo>
                <a:lnTo>
                  <a:pt x="143" y="417"/>
                </a:lnTo>
                <a:lnTo>
                  <a:pt x="143" y="416"/>
                </a:lnTo>
                <a:lnTo>
                  <a:pt x="143" y="417"/>
                </a:lnTo>
                <a:lnTo>
                  <a:pt x="144" y="417"/>
                </a:lnTo>
                <a:lnTo>
                  <a:pt x="145" y="417"/>
                </a:lnTo>
                <a:lnTo>
                  <a:pt x="146" y="417"/>
                </a:lnTo>
                <a:lnTo>
                  <a:pt x="146" y="416"/>
                </a:lnTo>
                <a:lnTo>
                  <a:pt x="146" y="415"/>
                </a:lnTo>
                <a:lnTo>
                  <a:pt x="145" y="415"/>
                </a:lnTo>
                <a:lnTo>
                  <a:pt x="146" y="414"/>
                </a:lnTo>
                <a:lnTo>
                  <a:pt x="146" y="413"/>
                </a:lnTo>
                <a:lnTo>
                  <a:pt x="147" y="413"/>
                </a:lnTo>
                <a:lnTo>
                  <a:pt x="147" y="412"/>
                </a:lnTo>
                <a:lnTo>
                  <a:pt x="147" y="413"/>
                </a:lnTo>
                <a:lnTo>
                  <a:pt x="146" y="412"/>
                </a:lnTo>
                <a:lnTo>
                  <a:pt x="145" y="412"/>
                </a:lnTo>
                <a:lnTo>
                  <a:pt x="145" y="411"/>
                </a:lnTo>
                <a:lnTo>
                  <a:pt x="144" y="411"/>
                </a:lnTo>
                <a:lnTo>
                  <a:pt x="144" y="412"/>
                </a:lnTo>
                <a:lnTo>
                  <a:pt x="143" y="411"/>
                </a:lnTo>
                <a:lnTo>
                  <a:pt x="142" y="412"/>
                </a:lnTo>
                <a:lnTo>
                  <a:pt x="142" y="411"/>
                </a:lnTo>
                <a:lnTo>
                  <a:pt x="141" y="411"/>
                </a:lnTo>
                <a:lnTo>
                  <a:pt x="141" y="410"/>
                </a:lnTo>
                <a:lnTo>
                  <a:pt x="140" y="410"/>
                </a:lnTo>
                <a:lnTo>
                  <a:pt x="139" y="409"/>
                </a:lnTo>
                <a:lnTo>
                  <a:pt x="139" y="410"/>
                </a:lnTo>
                <a:lnTo>
                  <a:pt x="138" y="410"/>
                </a:lnTo>
                <a:lnTo>
                  <a:pt x="137" y="409"/>
                </a:lnTo>
                <a:lnTo>
                  <a:pt x="137" y="410"/>
                </a:lnTo>
                <a:lnTo>
                  <a:pt x="138" y="410"/>
                </a:lnTo>
                <a:lnTo>
                  <a:pt x="137" y="410"/>
                </a:lnTo>
                <a:lnTo>
                  <a:pt x="137" y="411"/>
                </a:lnTo>
                <a:lnTo>
                  <a:pt x="138" y="411"/>
                </a:lnTo>
                <a:lnTo>
                  <a:pt x="140" y="411"/>
                </a:lnTo>
                <a:lnTo>
                  <a:pt x="141" y="411"/>
                </a:lnTo>
                <a:lnTo>
                  <a:pt x="141" y="412"/>
                </a:lnTo>
                <a:lnTo>
                  <a:pt x="141" y="413"/>
                </a:lnTo>
                <a:lnTo>
                  <a:pt x="140" y="413"/>
                </a:lnTo>
                <a:lnTo>
                  <a:pt x="139" y="412"/>
                </a:lnTo>
                <a:lnTo>
                  <a:pt x="139" y="413"/>
                </a:lnTo>
                <a:lnTo>
                  <a:pt x="138" y="413"/>
                </a:lnTo>
                <a:lnTo>
                  <a:pt x="137" y="413"/>
                </a:lnTo>
                <a:lnTo>
                  <a:pt x="136" y="413"/>
                </a:lnTo>
                <a:lnTo>
                  <a:pt x="136" y="414"/>
                </a:lnTo>
                <a:lnTo>
                  <a:pt x="135" y="414"/>
                </a:lnTo>
                <a:lnTo>
                  <a:pt x="134" y="414"/>
                </a:lnTo>
                <a:lnTo>
                  <a:pt x="133" y="414"/>
                </a:lnTo>
                <a:lnTo>
                  <a:pt x="132" y="414"/>
                </a:lnTo>
                <a:lnTo>
                  <a:pt x="131" y="414"/>
                </a:lnTo>
                <a:lnTo>
                  <a:pt x="130" y="414"/>
                </a:lnTo>
                <a:lnTo>
                  <a:pt x="130" y="415"/>
                </a:lnTo>
                <a:lnTo>
                  <a:pt x="129" y="415"/>
                </a:lnTo>
                <a:lnTo>
                  <a:pt x="129" y="414"/>
                </a:lnTo>
                <a:lnTo>
                  <a:pt x="128" y="413"/>
                </a:lnTo>
                <a:lnTo>
                  <a:pt x="129" y="413"/>
                </a:lnTo>
                <a:lnTo>
                  <a:pt x="129" y="412"/>
                </a:lnTo>
                <a:lnTo>
                  <a:pt x="128" y="412"/>
                </a:lnTo>
                <a:lnTo>
                  <a:pt x="128" y="413"/>
                </a:lnTo>
                <a:lnTo>
                  <a:pt x="127" y="412"/>
                </a:lnTo>
                <a:lnTo>
                  <a:pt x="127" y="411"/>
                </a:lnTo>
                <a:lnTo>
                  <a:pt x="127" y="410"/>
                </a:lnTo>
                <a:lnTo>
                  <a:pt x="127" y="409"/>
                </a:lnTo>
                <a:lnTo>
                  <a:pt x="126" y="409"/>
                </a:lnTo>
                <a:lnTo>
                  <a:pt x="125" y="409"/>
                </a:lnTo>
                <a:lnTo>
                  <a:pt x="124" y="409"/>
                </a:lnTo>
                <a:lnTo>
                  <a:pt x="123" y="409"/>
                </a:lnTo>
                <a:lnTo>
                  <a:pt x="123" y="408"/>
                </a:lnTo>
                <a:lnTo>
                  <a:pt x="123" y="407"/>
                </a:lnTo>
                <a:lnTo>
                  <a:pt x="123" y="408"/>
                </a:lnTo>
                <a:lnTo>
                  <a:pt x="122" y="409"/>
                </a:lnTo>
                <a:lnTo>
                  <a:pt x="121" y="409"/>
                </a:lnTo>
                <a:lnTo>
                  <a:pt x="122" y="409"/>
                </a:lnTo>
                <a:lnTo>
                  <a:pt x="121" y="410"/>
                </a:lnTo>
                <a:lnTo>
                  <a:pt x="121" y="411"/>
                </a:lnTo>
                <a:lnTo>
                  <a:pt x="120" y="410"/>
                </a:lnTo>
                <a:lnTo>
                  <a:pt x="120" y="411"/>
                </a:lnTo>
                <a:lnTo>
                  <a:pt x="120" y="412"/>
                </a:lnTo>
                <a:lnTo>
                  <a:pt x="121" y="412"/>
                </a:lnTo>
                <a:lnTo>
                  <a:pt x="122" y="412"/>
                </a:lnTo>
                <a:lnTo>
                  <a:pt x="122" y="413"/>
                </a:lnTo>
                <a:lnTo>
                  <a:pt x="121" y="413"/>
                </a:lnTo>
                <a:lnTo>
                  <a:pt x="122" y="414"/>
                </a:lnTo>
                <a:lnTo>
                  <a:pt x="122" y="413"/>
                </a:lnTo>
                <a:lnTo>
                  <a:pt x="123" y="413"/>
                </a:lnTo>
                <a:lnTo>
                  <a:pt x="124" y="413"/>
                </a:lnTo>
                <a:lnTo>
                  <a:pt x="124" y="412"/>
                </a:lnTo>
                <a:lnTo>
                  <a:pt x="125" y="412"/>
                </a:lnTo>
                <a:lnTo>
                  <a:pt x="126" y="412"/>
                </a:lnTo>
                <a:lnTo>
                  <a:pt x="127" y="413"/>
                </a:lnTo>
                <a:lnTo>
                  <a:pt x="128" y="414"/>
                </a:lnTo>
                <a:lnTo>
                  <a:pt x="127" y="414"/>
                </a:lnTo>
                <a:lnTo>
                  <a:pt x="126" y="415"/>
                </a:lnTo>
                <a:lnTo>
                  <a:pt x="124" y="415"/>
                </a:lnTo>
                <a:lnTo>
                  <a:pt x="123" y="415"/>
                </a:lnTo>
                <a:lnTo>
                  <a:pt x="123" y="416"/>
                </a:lnTo>
                <a:lnTo>
                  <a:pt x="122" y="416"/>
                </a:lnTo>
                <a:lnTo>
                  <a:pt x="121" y="417"/>
                </a:lnTo>
                <a:lnTo>
                  <a:pt x="120" y="418"/>
                </a:lnTo>
                <a:lnTo>
                  <a:pt x="119" y="418"/>
                </a:lnTo>
                <a:lnTo>
                  <a:pt x="118" y="418"/>
                </a:lnTo>
                <a:lnTo>
                  <a:pt x="117" y="419"/>
                </a:lnTo>
                <a:lnTo>
                  <a:pt x="116" y="419"/>
                </a:lnTo>
                <a:lnTo>
                  <a:pt x="115" y="419"/>
                </a:lnTo>
                <a:lnTo>
                  <a:pt x="114" y="419"/>
                </a:lnTo>
                <a:lnTo>
                  <a:pt x="113" y="419"/>
                </a:lnTo>
                <a:lnTo>
                  <a:pt x="113" y="420"/>
                </a:lnTo>
                <a:lnTo>
                  <a:pt x="112" y="420"/>
                </a:lnTo>
                <a:lnTo>
                  <a:pt x="111" y="421"/>
                </a:lnTo>
                <a:lnTo>
                  <a:pt x="111" y="422"/>
                </a:lnTo>
                <a:lnTo>
                  <a:pt x="110" y="422"/>
                </a:lnTo>
                <a:lnTo>
                  <a:pt x="109" y="422"/>
                </a:lnTo>
                <a:lnTo>
                  <a:pt x="108" y="422"/>
                </a:lnTo>
                <a:lnTo>
                  <a:pt x="107" y="422"/>
                </a:lnTo>
                <a:lnTo>
                  <a:pt x="106" y="422"/>
                </a:lnTo>
                <a:lnTo>
                  <a:pt x="105" y="422"/>
                </a:lnTo>
                <a:lnTo>
                  <a:pt x="105" y="421"/>
                </a:lnTo>
                <a:lnTo>
                  <a:pt x="104" y="421"/>
                </a:lnTo>
                <a:lnTo>
                  <a:pt x="103" y="421"/>
                </a:lnTo>
                <a:lnTo>
                  <a:pt x="102" y="421"/>
                </a:lnTo>
                <a:lnTo>
                  <a:pt x="101" y="421"/>
                </a:lnTo>
                <a:lnTo>
                  <a:pt x="100" y="421"/>
                </a:lnTo>
                <a:lnTo>
                  <a:pt x="99" y="421"/>
                </a:lnTo>
                <a:lnTo>
                  <a:pt x="99" y="422"/>
                </a:lnTo>
                <a:lnTo>
                  <a:pt x="98" y="422"/>
                </a:lnTo>
                <a:lnTo>
                  <a:pt x="98" y="423"/>
                </a:lnTo>
                <a:lnTo>
                  <a:pt x="98" y="422"/>
                </a:lnTo>
                <a:lnTo>
                  <a:pt x="97" y="422"/>
                </a:lnTo>
                <a:lnTo>
                  <a:pt x="97" y="423"/>
                </a:lnTo>
                <a:lnTo>
                  <a:pt x="97" y="424"/>
                </a:lnTo>
                <a:lnTo>
                  <a:pt x="96" y="424"/>
                </a:lnTo>
                <a:lnTo>
                  <a:pt x="95" y="424"/>
                </a:lnTo>
                <a:lnTo>
                  <a:pt x="95" y="425"/>
                </a:lnTo>
                <a:lnTo>
                  <a:pt x="95" y="426"/>
                </a:lnTo>
                <a:lnTo>
                  <a:pt x="94" y="426"/>
                </a:lnTo>
                <a:lnTo>
                  <a:pt x="94" y="427"/>
                </a:lnTo>
                <a:lnTo>
                  <a:pt x="93" y="428"/>
                </a:lnTo>
                <a:lnTo>
                  <a:pt x="92" y="429"/>
                </a:lnTo>
                <a:lnTo>
                  <a:pt x="91" y="430"/>
                </a:lnTo>
                <a:lnTo>
                  <a:pt x="91" y="431"/>
                </a:lnTo>
                <a:lnTo>
                  <a:pt x="90" y="432"/>
                </a:lnTo>
                <a:lnTo>
                  <a:pt x="90" y="433"/>
                </a:lnTo>
                <a:lnTo>
                  <a:pt x="90" y="434"/>
                </a:lnTo>
                <a:lnTo>
                  <a:pt x="90" y="435"/>
                </a:lnTo>
                <a:lnTo>
                  <a:pt x="89" y="435"/>
                </a:lnTo>
                <a:lnTo>
                  <a:pt x="89" y="437"/>
                </a:lnTo>
                <a:lnTo>
                  <a:pt x="88" y="437"/>
                </a:lnTo>
                <a:lnTo>
                  <a:pt x="87" y="438"/>
                </a:lnTo>
                <a:lnTo>
                  <a:pt x="87" y="439"/>
                </a:lnTo>
                <a:lnTo>
                  <a:pt x="86" y="439"/>
                </a:lnTo>
                <a:lnTo>
                  <a:pt x="85" y="439"/>
                </a:lnTo>
                <a:lnTo>
                  <a:pt x="85" y="438"/>
                </a:lnTo>
                <a:lnTo>
                  <a:pt x="84" y="438"/>
                </a:lnTo>
                <a:lnTo>
                  <a:pt x="84" y="439"/>
                </a:lnTo>
                <a:lnTo>
                  <a:pt x="85" y="439"/>
                </a:lnTo>
                <a:lnTo>
                  <a:pt x="84" y="439"/>
                </a:lnTo>
                <a:lnTo>
                  <a:pt x="82" y="439"/>
                </a:lnTo>
                <a:lnTo>
                  <a:pt x="81" y="439"/>
                </a:lnTo>
                <a:lnTo>
                  <a:pt x="80" y="439"/>
                </a:lnTo>
                <a:lnTo>
                  <a:pt x="80" y="440"/>
                </a:lnTo>
                <a:lnTo>
                  <a:pt x="79" y="440"/>
                </a:lnTo>
                <a:lnTo>
                  <a:pt x="78" y="441"/>
                </a:lnTo>
                <a:lnTo>
                  <a:pt x="77" y="441"/>
                </a:lnTo>
                <a:lnTo>
                  <a:pt x="77" y="440"/>
                </a:lnTo>
                <a:lnTo>
                  <a:pt x="76" y="440"/>
                </a:lnTo>
                <a:lnTo>
                  <a:pt x="75" y="439"/>
                </a:lnTo>
                <a:lnTo>
                  <a:pt x="74" y="439"/>
                </a:lnTo>
                <a:lnTo>
                  <a:pt x="73" y="440"/>
                </a:lnTo>
                <a:lnTo>
                  <a:pt x="72" y="440"/>
                </a:lnTo>
                <a:lnTo>
                  <a:pt x="72" y="441"/>
                </a:lnTo>
                <a:lnTo>
                  <a:pt x="71" y="441"/>
                </a:lnTo>
                <a:lnTo>
                  <a:pt x="71" y="442"/>
                </a:lnTo>
                <a:lnTo>
                  <a:pt x="70" y="442"/>
                </a:lnTo>
                <a:lnTo>
                  <a:pt x="69" y="442"/>
                </a:lnTo>
                <a:lnTo>
                  <a:pt x="69" y="441"/>
                </a:lnTo>
                <a:lnTo>
                  <a:pt x="70" y="440"/>
                </a:lnTo>
                <a:lnTo>
                  <a:pt x="70" y="439"/>
                </a:lnTo>
                <a:lnTo>
                  <a:pt x="71" y="438"/>
                </a:lnTo>
                <a:lnTo>
                  <a:pt x="70" y="438"/>
                </a:lnTo>
                <a:lnTo>
                  <a:pt x="70" y="437"/>
                </a:lnTo>
                <a:lnTo>
                  <a:pt x="71" y="437"/>
                </a:lnTo>
                <a:lnTo>
                  <a:pt x="70" y="437"/>
                </a:lnTo>
                <a:lnTo>
                  <a:pt x="69" y="437"/>
                </a:lnTo>
                <a:lnTo>
                  <a:pt x="69" y="436"/>
                </a:lnTo>
                <a:lnTo>
                  <a:pt x="69" y="435"/>
                </a:lnTo>
                <a:lnTo>
                  <a:pt x="68" y="435"/>
                </a:lnTo>
                <a:lnTo>
                  <a:pt x="68" y="434"/>
                </a:lnTo>
                <a:lnTo>
                  <a:pt x="69" y="434"/>
                </a:lnTo>
                <a:lnTo>
                  <a:pt x="69" y="433"/>
                </a:lnTo>
                <a:lnTo>
                  <a:pt x="70" y="432"/>
                </a:lnTo>
                <a:lnTo>
                  <a:pt x="71" y="431"/>
                </a:lnTo>
                <a:lnTo>
                  <a:pt x="70" y="430"/>
                </a:lnTo>
                <a:lnTo>
                  <a:pt x="70" y="431"/>
                </a:lnTo>
                <a:lnTo>
                  <a:pt x="69" y="431"/>
                </a:lnTo>
                <a:lnTo>
                  <a:pt x="69" y="430"/>
                </a:lnTo>
                <a:lnTo>
                  <a:pt x="68" y="430"/>
                </a:lnTo>
                <a:lnTo>
                  <a:pt x="68" y="429"/>
                </a:lnTo>
                <a:lnTo>
                  <a:pt x="68" y="428"/>
                </a:lnTo>
                <a:lnTo>
                  <a:pt x="69" y="428"/>
                </a:lnTo>
                <a:lnTo>
                  <a:pt x="68" y="427"/>
                </a:lnTo>
                <a:lnTo>
                  <a:pt x="68" y="426"/>
                </a:lnTo>
                <a:lnTo>
                  <a:pt x="68" y="425"/>
                </a:lnTo>
                <a:lnTo>
                  <a:pt x="69" y="425"/>
                </a:lnTo>
                <a:lnTo>
                  <a:pt x="69" y="424"/>
                </a:lnTo>
                <a:lnTo>
                  <a:pt x="69" y="422"/>
                </a:lnTo>
                <a:lnTo>
                  <a:pt x="69" y="423"/>
                </a:lnTo>
                <a:lnTo>
                  <a:pt x="69" y="424"/>
                </a:lnTo>
                <a:lnTo>
                  <a:pt x="68" y="424"/>
                </a:lnTo>
                <a:lnTo>
                  <a:pt x="67" y="424"/>
                </a:lnTo>
                <a:lnTo>
                  <a:pt x="67" y="423"/>
                </a:lnTo>
                <a:lnTo>
                  <a:pt x="66" y="423"/>
                </a:lnTo>
                <a:lnTo>
                  <a:pt x="66" y="422"/>
                </a:lnTo>
                <a:lnTo>
                  <a:pt x="65" y="422"/>
                </a:lnTo>
                <a:lnTo>
                  <a:pt x="65" y="421"/>
                </a:lnTo>
                <a:lnTo>
                  <a:pt x="65" y="420"/>
                </a:lnTo>
                <a:lnTo>
                  <a:pt x="64" y="420"/>
                </a:lnTo>
                <a:lnTo>
                  <a:pt x="64" y="419"/>
                </a:lnTo>
                <a:lnTo>
                  <a:pt x="64" y="420"/>
                </a:lnTo>
                <a:lnTo>
                  <a:pt x="65" y="421"/>
                </a:lnTo>
                <a:lnTo>
                  <a:pt x="65" y="422"/>
                </a:lnTo>
                <a:lnTo>
                  <a:pt x="65" y="423"/>
                </a:lnTo>
                <a:lnTo>
                  <a:pt x="65" y="424"/>
                </a:lnTo>
                <a:lnTo>
                  <a:pt x="66" y="424"/>
                </a:lnTo>
                <a:lnTo>
                  <a:pt x="66" y="425"/>
                </a:lnTo>
                <a:lnTo>
                  <a:pt x="66" y="426"/>
                </a:lnTo>
                <a:lnTo>
                  <a:pt x="67" y="426"/>
                </a:lnTo>
                <a:lnTo>
                  <a:pt x="67" y="427"/>
                </a:lnTo>
                <a:lnTo>
                  <a:pt x="67" y="428"/>
                </a:lnTo>
                <a:lnTo>
                  <a:pt x="66" y="428"/>
                </a:lnTo>
                <a:lnTo>
                  <a:pt x="65" y="428"/>
                </a:lnTo>
                <a:lnTo>
                  <a:pt x="65" y="429"/>
                </a:lnTo>
                <a:lnTo>
                  <a:pt x="65" y="430"/>
                </a:lnTo>
                <a:lnTo>
                  <a:pt x="66" y="430"/>
                </a:lnTo>
                <a:lnTo>
                  <a:pt x="66" y="429"/>
                </a:lnTo>
                <a:lnTo>
                  <a:pt x="67" y="428"/>
                </a:lnTo>
                <a:lnTo>
                  <a:pt x="67" y="429"/>
                </a:lnTo>
                <a:lnTo>
                  <a:pt x="67" y="430"/>
                </a:lnTo>
                <a:lnTo>
                  <a:pt x="67" y="431"/>
                </a:lnTo>
                <a:lnTo>
                  <a:pt x="68" y="431"/>
                </a:lnTo>
                <a:lnTo>
                  <a:pt x="68" y="432"/>
                </a:lnTo>
                <a:lnTo>
                  <a:pt x="67" y="432"/>
                </a:lnTo>
                <a:lnTo>
                  <a:pt x="67" y="433"/>
                </a:lnTo>
                <a:lnTo>
                  <a:pt x="66" y="433"/>
                </a:lnTo>
                <a:lnTo>
                  <a:pt x="66" y="434"/>
                </a:lnTo>
                <a:lnTo>
                  <a:pt x="66" y="433"/>
                </a:lnTo>
                <a:lnTo>
                  <a:pt x="65" y="433"/>
                </a:lnTo>
                <a:lnTo>
                  <a:pt x="65" y="434"/>
                </a:lnTo>
                <a:lnTo>
                  <a:pt x="65" y="435"/>
                </a:lnTo>
                <a:lnTo>
                  <a:pt x="66" y="436"/>
                </a:lnTo>
                <a:lnTo>
                  <a:pt x="66" y="435"/>
                </a:lnTo>
                <a:lnTo>
                  <a:pt x="67" y="435"/>
                </a:lnTo>
                <a:lnTo>
                  <a:pt x="67" y="436"/>
                </a:lnTo>
                <a:lnTo>
                  <a:pt x="67" y="437"/>
                </a:lnTo>
                <a:lnTo>
                  <a:pt x="68" y="437"/>
                </a:lnTo>
                <a:lnTo>
                  <a:pt x="68" y="438"/>
                </a:lnTo>
                <a:lnTo>
                  <a:pt x="68" y="439"/>
                </a:lnTo>
                <a:lnTo>
                  <a:pt x="68" y="440"/>
                </a:lnTo>
                <a:lnTo>
                  <a:pt x="68" y="441"/>
                </a:lnTo>
                <a:lnTo>
                  <a:pt x="68" y="442"/>
                </a:lnTo>
                <a:lnTo>
                  <a:pt x="67" y="443"/>
                </a:lnTo>
                <a:lnTo>
                  <a:pt x="67" y="444"/>
                </a:lnTo>
                <a:lnTo>
                  <a:pt x="66" y="445"/>
                </a:lnTo>
                <a:lnTo>
                  <a:pt x="66" y="446"/>
                </a:lnTo>
                <a:lnTo>
                  <a:pt x="66" y="447"/>
                </a:lnTo>
                <a:lnTo>
                  <a:pt x="67" y="447"/>
                </a:lnTo>
                <a:lnTo>
                  <a:pt x="66" y="447"/>
                </a:lnTo>
                <a:lnTo>
                  <a:pt x="66" y="448"/>
                </a:lnTo>
                <a:lnTo>
                  <a:pt x="65" y="448"/>
                </a:lnTo>
                <a:lnTo>
                  <a:pt x="64" y="447"/>
                </a:lnTo>
                <a:lnTo>
                  <a:pt x="63" y="448"/>
                </a:lnTo>
                <a:lnTo>
                  <a:pt x="62" y="448"/>
                </a:lnTo>
                <a:lnTo>
                  <a:pt x="62" y="449"/>
                </a:lnTo>
                <a:lnTo>
                  <a:pt x="62" y="450"/>
                </a:lnTo>
                <a:lnTo>
                  <a:pt x="61" y="451"/>
                </a:lnTo>
                <a:lnTo>
                  <a:pt x="60" y="451"/>
                </a:lnTo>
                <a:lnTo>
                  <a:pt x="59" y="450"/>
                </a:lnTo>
                <a:lnTo>
                  <a:pt x="58" y="451"/>
                </a:lnTo>
                <a:lnTo>
                  <a:pt x="57" y="451"/>
                </a:lnTo>
                <a:lnTo>
                  <a:pt x="57" y="452"/>
                </a:lnTo>
                <a:lnTo>
                  <a:pt x="57" y="451"/>
                </a:lnTo>
                <a:lnTo>
                  <a:pt x="56" y="452"/>
                </a:lnTo>
                <a:lnTo>
                  <a:pt x="55" y="452"/>
                </a:lnTo>
                <a:lnTo>
                  <a:pt x="54" y="453"/>
                </a:lnTo>
                <a:lnTo>
                  <a:pt x="53" y="453"/>
                </a:lnTo>
                <a:lnTo>
                  <a:pt x="53" y="452"/>
                </a:lnTo>
                <a:lnTo>
                  <a:pt x="52" y="452"/>
                </a:lnTo>
                <a:lnTo>
                  <a:pt x="52" y="453"/>
                </a:lnTo>
                <a:lnTo>
                  <a:pt x="52" y="454"/>
                </a:lnTo>
                <a:lnTo>
                  <a:pt x="52" y="455"/>
                </a:lnTo>
                <a:lnTo>
                  <a:pt x="52" y="456"/>
                </a:lnTo>
                <a:lnTo>
                  <a:pt x="51" y="457"/>
                </a:lnTo>
                <a:lnTo>
                  <a:pt x="51" y="458"/>
                </a:lnTo>
                <a:lnTo>
                  <a:pt x="50" y="458"/>
                </a:lnTo>
                <a:lnTo>
                  <a:pt x="50" y="457"/>
                </a:lnTo>
                <a:lnTo>
                  <a:pt x="50" y="456"/>
                </a:lnTo>
                <a:lnTo>
                  <a:pt x="49" y="456"/>
                </a:lnTo>
                <a:lnTo>
                  <a:pt x="49" y="455"/>
                </a:lnTo>
                <a:lnTo>
                  <a:pt x="49" y="454"/>
                </a:lnTo>
                <a:lnTo>
                  <a:pt x="50" y="454"/>
                </a:lnTo>
                <a:lnTo>
                  <a:pt x="50" y="453"/>
                </a:lnTo>
                <a:lnTo>
                  <a:pt x="50" y="452"/>
                </a:lnTo>
                <a:lnTo>
                  <a:pt x="50" y="451"/>
                </a:lnTo>
                <a:lnTo>
                  <a:pt x="49" y="451"/>
                </a:lnTo>
                <a:lnTo>
                  <a:pt x="49" y="450"/>
                </a:lnTo>
                <a:lnTo>
                  <a:pt x="49" y="451"/>
                </a:lnTo>
                <a:lnTo>
                  <a:pt x="48" y="451"/>
                </a:lnTo>
                <a:lnTo>
                  <a:pt x="49" y="452"/>
                </a:lnTo>
                <a:lnTo>
                  <a:pt x="49" y="453"/>
                </a:lnTo>
                <a:lnTo>
                  <a:pt x="49" y="454"/>
                </a:lnTo>
                <a:lnTo>
                  <a:pt x="49" y="455"/>
                </a:lnTo>
                <a:lnTo>
                  <a:pt x="48" y="455"/>
                </a:lnTo>
                <a:lnTo>
                  <a:pt x="47" y="455"/>
                </a:lnTo>
                <a:lnTo>
                  <a:pt x="47" y="456"/>
                </a:lnTo>
                <a:lnTo>
                  <a:pt x="48" y="456"/>
                </a:lnTo>
                <a:lnTo>
                  <a:pt x="48" y="457"/>
                </a:lnTo>
                <a:lnTo>
                  <a:pt x="48" y="458"/>
                </a:lnTo>
                <a:lnTo>
                  <a:pt x="48" y="457"/>
                </a:lnTo>
                <a:lnTo>
                  <a:pt x="47" y="458"/>
                </a:lnTo>
                <a:lnTo>
                  <a:pt x="47" y="459"/>
                </a:lnTo>
                <a:lnTo>
                  <a:pt x="47" y="460"/>
                </a:lnTo>
                <a:lnTo>
                  <a:pt x="46" y="461"/>
                </a:lnTo>
                <a:lnTo>
                  <a:pt x="46" y="462"/>
                </a:lnTo>
                <a:lnTo>
                  <a:pt x="47" y="462"/>
                </a:lnTo>
                <a:lnTo>
                  <a:pt x="46" y="462"/>
                </a:lnTo>
                <a:lnTo>
                  <a:pt x="46" y="463"/>
                </a:lnTo>
                <a:lnTo>
                  <a:pt x="45" y="463"/>
                </a:lnTo>
                <a:lnTo>
                  <a:pt x="45" y="464"/>
                </a:lnTo>
                <a:lnTo>
                  <a:pt x="45" y="463"/>
                </a:lnTo>
                <a:lnTo>
                  <a:pt x="44" y="463"/>
                </a:lnTo>
                <a:lnTo>
                  <a:pt x="44" y="464"/>
                </a:lnTo>
                <a:lnTo>
                  <a:pt x="45" y="464"/>
                </a:lnTo>
                <a:lnTo>
                  <a:pt x="45" y="465"/>
                </a:lnTo>
                <a:lnTo>
                  <a:pt x="45" y="466"/>
                </a:lnTo>
                <a:lnTo>
                  <a:pt x="45" y="467"/>
                </a:lnTo>
                <a:lnTo>
                  <a:pt x="45" y="468"/>
                </a:lnTo>
                <a:lnTo>
                  <a:pt x="45" y="470"/>
                </a:lnTo>
                <a:lnTo>
                  <a:pt x="45" y="471"/>
                </a:lnTo>
                <a:lnTo>
                  <a:pt x="45" y="472"/>
                </a:lnTo>
                <a:lnTo>
                  <a:pt x="46" y="472"/>
                </a:lnTo>
                <a:lnTo>
                  <a:pt x="46" y="473"/>
                </a:lnTo>
                <a:lnTo>
                  <a:pt x="46" y="474"/>
                </a:lnTo>
                <a:lnTo>
                  <a:pt x="47" y="474"/>
                </a:lnTo>
                <a:lnTo>
                  <a:pt x="47" y="475"/>
                </a:lnTo>
                <a:lnTo>
                  <a:pt x="47" y="476"/>
                </a:lnTo>
                <a:lnTo>
                  <a:pt x="48" y="476"/>
                </a:lnTo>
                <a:lnTo>
                  <a:pt x="48" y="477"/>
                </a:lnTo>
                <a:lnTo>
                  <a:pt x="47" y="477"/>
                </a:lnTo>
                <a:lnTo>
                  <a:pt x="46" y="477"/>
                </a:lnTo>
                <a:lnTo>
                  <a:pt x="46" y="478"/>
                </a:lnTo>
                <a:lnTo>
                  <a:pt x="47" y="478"/>
                </a:lnTo>
                <a:lnTo>
                  <a:pt x="48" y="478"/>
                </a:lnTo>
                <a:lnTo>
                  <a:pt x="49" y="477"/>
                </a:lnTo>
                <a:lnTo>
                  <a:pt x="50" y="477"/>
                </a:lnTo>
                <a:lnTo>
                  <a:pt x="51" y="477"/>
                </a:lnTo>
                <a:lnTo>
                  <a:pt x="52" y="477"/>
                </a:lnTo>
                <a:lnTo>
                  <a:pt x="52" y="478"/>
                </a:lnTo>
                <a:lnTo>
                  <a:pt x="53" y="478"/>
                </a:lnTo>
                <a:lnTo>
                  <a:pt x="54" y="478"/>
                </a:lnTo>
                <a:lnTo>
                  <a:pt x="55" y="478"/>
                </a:lnTo>
                <a:lnTo>
                  <a:pt x="56" y="478"/>
                </a:lnTo>
                <a:lnTo>
                  <a:pt x="58" y="477"/>
                </a:lnTo>
                <a:lnTo>
                  <a:pt x="59" y="477"/>
                </a:lnTo>
                <a:lnTo>
                  <a:pt x="59" y="478"/>
                </a:lnTo>
                <a:lnTo>
                  <a:pt x="60" y="478"/>
                </a:lnTo>
                <a:lnTo>
                  <a:pt x="60" y="479"/>
                </a:lnTo>
                <a:lnTo>
                  <a:pt x="60" y="478"/>
                </a:lnTo>
                <a:lnTo>
                  <a:pt x="60" y="479"/>
                </a:lnTo>
                <a:lnTo>
                  <a:pt x="61" y="479"/>
                </a:lnTo>
                <a:lnTo>
                  <a:pt x="62" y="479"/>
                </a:lnTo>
                <a:lnTo>
                  <a:pt x="62" y="480"/>
                </a:lnTo>
                <a:lnTo>
                  <a:pt x="63" y="480"/>
                </a:lnTo>
                <a:lnTo>
                  <a:pt x="64" y="480"/>
                </a:lnTo>
                <a:lnTo>
                  <a:pt x="64" y="481"/>
                </a:lnTo>
                <a:lnTo>
                  <a:pt x="64" y="480"/>
                </a:lnTo>
                <a:lnTo>
                  <a:pt x="65" y="480"/>
                </a:lnTo>
                <a:lnTo>
                  <a:pt x="65" y="483"/>
                </a:lnTo>
                <a:lnTo>
                  <a:pt x="64" y="483"/>
                </a:lnTo>
                <a:lnTo>
                  <a:pt x="65" y="483"/>
                </a:lnTo>
                <a:lnTo>
                  <a:pt x="65" y="484"/>
                </a:lnTo>
                <a:lnTo>
                  <a:pt x="65" y="485"/>
                </a:lnTo>
                <a:lnTo>
                  <a:pt x="65" y="486"/>
                </a:lnTo>
                <a:lnTo>
                  <a:pt x="66" y="486"/>
                </a:lnTo>
                <a:lnTo>
                  <a:pt x="65" y="486"/>
                </a:lnTo>
                <a:lnTo>
                  <a:pt x="65" y="487"/>
                </a:lnTo>
                <a:lnTo>
                  <a:pt x="65" y="488"/>
                </a:lnTo>
                <a:lnTo>
                  <a:pt x="65" y="490"/>
                </a:lnTo>
                <a:lnTo>
                  <a:pt x="65" y="491"/>
                </a:lnTo>
                <a:lnTo>
                  <a:pt x="64" y="491"/>
                </a:lnTo>
                <a:lnTo>
                  <a:pt x="64" y="492"/>
                </a:lnTo>
                <a:lnTo>
                  <a:pt x="63" y="492"/>
                </a:lnTo>
                <a:lnTo>
                  <a:pt x="63" y="491"/>
                </a:lnTo>
                <a:lnTo>
                  <a:pt x="62" y="491"/>
                </a:lnTo>
                <a:lnTo>
                  <a:pt x="62" y="490"/>
                </a:lnTo>
                <a:lnTo>
                  <a:pt x="61" y="490"/>
                </a:lnTo>
                <a:lnTo>
                  <a:pt x="61" y="489"/>
                </a:lnTo>
                <a:lnTo>
                  <a:pt x="61" y="488"/>
                </a:lnTo>
                <a:lnTo>
                  <a:pt x="60" y="487"/>
                </a:lnTo>
                <a:lnTo>
                  <a:pt x="60" y="486"/>
                </a:lnTo>
                <a:lnTo>
                  <a:pt x="60" y="485"/>
                </a:lnTo>
                <a:lnTo>
                  <a:pt x="60" y="484"/>
                </a:lnTo>
                <a:lnTo>
                  <a:pt x="59" y="484"/>
                </a:lnTo>
                <a:lnTo>
                  <a:pt x="60" y="484"/>
                </a:lnTo>
                <a:lnTo>
                  <a:pt x="60" y="485"/>
                </a:lnTo>
                <a:lnTo>
                  <a:pt x="59" y="485"/>
                </a:lnTo>
                <a:lnTo>
                  <a:pt x="60" y="485"/>
                </a:lnTo>
                <a:lnTo>
                  <a:pt x="60" y="486"/>
                </a:lnTo>
                <a:lnTo>
                  <a:pt x="60" y="487"/>
                </a:lnTo>
                <a:lnTo>
                  <a:pt x="60" y="488"/>
                </a:lnTo>
                <a:lnTo>
                  <a:pt x="59" y="488"/>
                </a:lnTo>
                <a:lnTo>
                  <a:pt x="58" y="488"/>
                </a:lnTo>
                <a:lnTo>
                  <a:pt x="58" y="489"/>
                </a:lnTo>
                <a:lnTo>
                  <a:pt x="58" y="490"/>
                </a:lnTo>
                <a:lnTo>
                  <a:pt x="59" y="490"/>
                </a:lnTo>
                <a:lnTo>
                  <a:pt x="59" y="489"/>
                </a:lnTo>
                <a:lnTo>
                  <a:pt x="59" y="488"/>
                </a:lnTo>
                <a:lnTo>
                  <a:pt x="60" y="488"/>
                </a:lnTo>
                <a:lnTo>
                  <a:pt x="60" y="489"/>
                </a:lnTo>
                <a:lnTo>
                  <a:pt x="60" y="490"/>
                </a:lnTo>
                <a:lnTo>
                  <a:pt x="59" y="490"/>
                </a:lnTo>
                <a:lnTo>
                  <a:pt x="60" y="491"/>
                </a:lnTo>
                <a:lnTo>
                  <a:pt x="60" y="492"/>
                </a:lnTo>
                <a:lnTo>
                  <a:pt x="60" y="493"/>
                </a:lnTo>
                <a:lnTo>
                  <a:pt x="59" y="493"/>
                </a:lnTo>
                <a:lnTo>
                  <a:pt x="58" y="494"/>
                </a:lnTo>
                <a:lnTo>
                  <a:pt x="57" y="494"/>
                </a:lnTo>
                <a:lnTo>
                  <a:pt x="57" y="495"/>
                </a:lnTo>
                <a:lnTo>
                  <a:pt x="57" y="496"/>
                </a:lnTo>
                <a:lnTo>
                  <a:pt x="57" y="497"/>
                </a:lnTo>
                <a:lnTo>
                  <a:pt x="56" y="497"/>
                </a:lnTo>
                <a:lnTo>
                  <a:pt x="56" y="496"/>
                </a:lnTo>
                <a:lnTo>
                  <a:pt x="56" y="497"/>
                </a:lnTo>
                <a:lnTo>
                  <a:pt x="57" y="497"/>
                </a:lnTo>
                <a:lnTo>
                  <a:pt x="58" y="497"/>
                </a:lnTo>
                <a:lnTo>
                  <a:pt x="58" y="496"/>
                </a:lnTo>
                <a:lnTo>
                  <a:pt x="59" y="496"/>
                </a:lnTo>
                <a:lnTo>
                  <a:pt x="59" y="495"/>
                </a:lnTo>
                <a:lnTo>
                  <a:pt x="60" y="495"/>
                </a:lnTo>
                <a:lnTo>
                  <a:pt x="60" y="496"/>
                </a:lnTo>
                <a:lnTo>
                  <a:pt x="60" y="497"/>
                </a:lnTo>
                <a:lnTo>
                  <a:pt x="60" y="498"/>
                </a:lnTo>
                <a:lnTo>
                  <a:pt x="60" y="499"/>
                </a:lnTo>
                <a:lnTo>
                  <a:pt x="60" y="498"/>
                </a:lnTo>
                <a:lnTo>
                  <a:pt x="60" y="497"/>
                </a:lnTo>
                <a:lnTo>
                  <a:pt x="61" y="497"/>
                </a:lnTo>
                <a:lnTo>
                  <a:pt x="61" y="496"/>
                </a:lnTo>
                <a:lnTo>
                  <a:pt x="61" y="497"/>
                </a:lnTo>
                <a:lnTo>
                  <a:pt x="62" y="497"/>
                </a:lnTo>
                <a:lnTo>
                  <a:pt x="62" y="498"/>
                </a:lnTo>
                <a:lnTo>
                  <a:pt x="63" y="498"/>
                </a:lnTo>
                <a:lnTo>
                  <a:pt x="63" y="497"/>
                </a:lnTo>
                <a:lnTo>
                  <a:pt x="63" y="499"/>
                </a:lnTo>
                <a:lnTo>
                  <a:pt x="64" y="499"/>
                </a:lnTo>
                <a:lnTo>
                  <a:pt x="64" y="497"/>
                </a:lnTo>
                <a:lnTo>
                  <a:pt x="64" y="496"/>
                </a:lnTo>
                <a:lnTo>
                  <a:pt x="65" y="496"/>
                </a:lnTo>
                <a:lnTo>
                  <a:pt x="65" y="497"/>
                </a:lnTo>
                <a:lnTo>
                  <a:pt x="65" y="498"/>
                </a:lnTo>
                <a:lnTo>
                  <a:pt x="65" y="499"/>
                </a:lnTo>
                <a:lnTo>
                  <a:pt x="65" y="498"/>
                </a:lnTo>
                <a:lnTo>
                  <a:pt x="66" y="498"/>
                </a:lnTo>
                <a:lnTo>
                  <a:pt x="67" y="498"/>
                </a:lnTo>
                <a:lnTo>
                  <a:pt x="67" y="497"/>
                </a:lnTo>
                <a:lnTo>
                  <a:pt x="68" y="497"/>
                </a:lnTo>
                <a:lnTo>
                  <a:pt x="68" y="496"/>
                </a:lnTo>
                <a:lnTo>
                  <a:pt x="68" y="497"/>
                </a:lnTo>
                <a:lnTo>
                  <a:pt x="69" y="497"/>
                </a:lnTo>
                <a:lnTo>
                  <a:pt x="69" y="496"/>
                </a:lnTo>
                <a:lnTo>
                  <a:pt x="70" y="496"/>
                </a:lnTo>
                <a:lnTo>
                  <a:pt x="70" y="497"/>
                </a:lnTo>
                <a:lnTo>
                  <a:pt x="70" y="498"/>
                </a:lnTo>
                <a:lnTo>
                  <a:pt x="71" y="498"/>
                </a:lnTo>
                <a:lnTo>
                  <a:pt x="71" y="497"/>
                </a:lnTo>
                <a:lnTo>
                  <a:pt x="71" y="498"/>
                </a:lnTo>
                <a:lnTo>
                  <a:pt x="71" y="497"/>
                </a:lnTo>
                <a:lnTo>
                  <a:pt x="71" y="496"/>
                </a:lnTo>
                <a:lnTo>
                  <a:pt x="71" y="495"/>
                </a:lnTo>
                <a:lnTo>
                  <a:pt x="72" y="495"/>
                </a:lnTo>
                <a:lnTo>
                  <a:pt x="72" y="496"/>
                </a:lnTo>
                <a:lnTo>
                  <a:pt x="72" y="497"/>
                </a:lnTo>
                <a:lnTo>
                  <a:pt x="73" y="497"/>
                </a:lnTo>
                <a:lnTo>
                  <a:pt x="72" y="497"/>
                </a:lnTo>
                <a:lnTo>
                  <a:pt x="73" y="497"/>
                </a:lnTo>
                <a:lnTo>
                  <a:pt x="73" y="498"/>
                </a:lnTo>
                <a:lnTo>
                  <a:pt x="73" y="499"/>
                </a:lnTo>
                <a:lnTo>
                  <a:pt x="73" y="500"/>
                </a:lnTo>
                <a:lnTo>
                  <a:pt x="74" y="500"/>
                </a:lnTo>
                <a:lnTo>
                  <a:pt x="74" y="501"/>
                </a:lnTo>
                <a:lnTo>
                  <a:pt x="74" y="502"/>
                </a:lnTo>
                <a:lnTo>
                  <a:pt x="74" y="503"/>
                </a:lnTo>
                <a:lnTo>
                  <a:pt x="74" y="504"/>
                </a:lnTo>
                <a:lnTo>
                  <a:pt x="74" y="505"/>
                </a:lnTo>
                <a:lnTo>
                  <a:pt x="73" y="504"/>
                </a:lnTo>
                <a:lnTo>
                  <a:pt x="72" y="504"/>
                </a:lnTo>
                <a:lnTo>
                  <a:pt x="72" y="505"/>
                </a:lnTo>
                <a:lnTo>
                  <a:pt x="72" y="504"/>
                </a:lnTo>
                <a:lnTo>
                  <a:pt x="71" y="504"/>
                </a:lnTo>
                <a:lnTo>
                  <a:pt x="71" y="505"/>
                </a:lnTo>
                <a:lnTo>
                  <a:pt x="71" y="504"/>
                </a:lnTo>
                <a:lnTo>
                  <a:pt x="70" y="504"/>
                </a:lnTo>
                <a:lnTo>
                  <a:pt x="70" y="503"/>
                </a:lnTo>
                <a:lnTo>
                  <a:pt x="70" y="502"/>
                </a:lnTo>
                <a:lnTo>
                  <a:pt x="70" y="500"/>
                </a:lnTo>
                <a:lnTo>
                  <a:pt x="69" y="500"/>
                </a:lnTo>
                <a:lnTo>
                  <a:pt x="69" y="499"/>
                </a:lnTo>
                <a:lnTo>
                  <a:pt x="69" y="500"/>
                </a:lnTo>
                <a:lnTo>
                  <a:pt x="69" y="499"/>
                </a:lnTo>
                <a:lnTo>
                  <a:pt x="68" y="499"/>
                </a:lnTo>
                <a:lnTo>
                  <a:pt x="67" y="499"/>
                </a:lnTo>
                <a:lnTo>
                  <a:pt x="67" y="500"/>
                </a:lnTo>
                <a:lnTo>
                  <a:pt x="66" y="500"/>
                </a:lnTo>
                <a:lnTo>
                  <a:pt x="66" y="501"/>
                </a:lnTo>
                <a:lnTo>
                  <a:pt x="66" y="502"/>
                </a:lnTo>
                <a:lnTo>
                  <a:pt x="66" y="503"/>
                </a:lnTo>
                <a:lnTo>
                  <a:pt x="67" y="503"/>
                </a:lnTo>
                <a:lnTo>
                  <a:pt x="67" y="504"/>
                </a:lnTo>
                <a:lnTo>
                  <a:pt x="67" y="503"/>
                </a:lnTo>
                <a:lnTo>
                  <a:pt x="67" y="504"/>
                </a:lnTo>
                <a:lnTo>
                  <a:pt x="67" y="505"/>
                </a:lnTo>
                <a:lnTo>
                  <a:pt x="67" y="504"/>
                </a:lnTo>
                <a:lnTo>
                  <a:pt x="68" y="504"/>
                </a:lnTo>
                <a:lnTo>
                  <a:pt x="70" y="506"/>
                </a:lnTo>
                <a:lnTo>
                  <a:pt x="71" y="507"/>
                </a:lnTo>
                <a:lnTo>
                  <a:pt x="71" y="506"/>
                </a:lnTo>
                <a:lnTo>
                  <a:pt x="72" y="506"/>
                </a:lnTo>
                <a:lnTo>
                  <a:pt x="72" y="505"/>
                </a:lnTo>
                <a:lnTo>
                  <a:pt x="73" y="505"/>
                </a:lnTo>
                <a:lnTo>
                  <a:pt x="73" y="506"/>
                </a:lnTo>
                <a:lnTo>
                  <a:pt x="74" y="506"/>
                </a:lnTo>
                <a:lnTo>
                  <a:pt x="74" y="507"/>
                </a:lnTo>
                <a:lnTo>
                  <a:pt x="75" y="507"/>
                </a:lnTo>
                <a:lnTo>
                  <a:pt x="75" y="508"/>
                </a:lnTo>
                <a:lnTo>
                  <a:pt x="75" y="509"/>
                </a:lnTo>
                <a:lnTo>
                  <a:pt x="75" y="510"/>
                </a:lnTo>
                <a:lnTo>
                  <a:pt x="76" y="510"/>
                </a:lnTo>
                <a:lnTo>
                  <a:pt x="76" y="511"/>
                </a:lnTo>
                <a:lnTo>
                  <a:pt x="76" y="512"/>
                </a:lnTo>
                <a:lnTo>
                  <a:pt x="77" y="512"/>
                </a:lnTo>
                <a:lnTo>
                  <a:pt x="77" y="513"/>
                </a:lnTo>
                <a:lnTo>
                  <a:pt x="78" y="514"/>
                </a:lnTo>
                <a:lnTo>
                  <a:pt x="78" y="515"/>
                </a:lnTo>
                <a:lnTo>
                  <a:pt x="78" y="516"/>
                </a:lnTo>
                <a:lnTo>
                  <a:pt x="78" y="517"/>
                </a:lnTo>
                <a:lnTo>
                  <a:pt x="77" y="517"/>
                </a:lnTo>
                <a:lnTo>
                  <a:pt x="77" y="519"/>
                </a:lnTo>
                <a:lnTo>
                  <a:pt x="77" y="520"/>
                </a:lnTo>
                <a:lnTo>
                  <a:pt x="77" y="521"/>
                </a:lnTo>
                <a:lnTo>
                  <a:pt x="77" y="522"/>
                </a:lnTo>
                <a:lnTo>
                  <a:pt x="76" y="521"/>
                </a:lnTo>
                <a:lnTo>
                  <a:pt x="76" y="522"/>
                </a:lnTo>
                <a:lnTo>
                  <a:pt x="75" y="522"/>
                </a:lnTo>
                <a:lnTo>
                  <a:pt x="75" y="523"/>
                </a:lnTo>
                <a:lnTo>
                  <a:pt x="74" y="523"/>
                </a:lnTo>
                <a:lnTo>
                  <a:pt x="73" y="524"/>
                </a:lnTo>
                <a:lnTo>
                  <a:pt x="73" y="525"/>
                </a:lnTo>
                <a:lnTo>
                  <a:pt x="73" y="526"/>
                </a:lnTo>
                <a:lnTo>
                  <a:pt x="72" y="526"/>
                </a:lnTo>
                <a:lnTo>
                  <a:pt x="72" y="527"/>
                </a:lnTo>
                <a:lnTo>
                  <a:pt x="72" y="528"/>
                </a:lnTo>
                <a:lnTo>
                  <a:pt x="71" y="529"/>
                </a:lnTo>
                <a:lnTo>
                  <a:pt x="71" y="530"/>
                </a:lnTo>
                <a:lnTo>
                  <a:pt x="70" y="530"/>
                </a:lnTo>
                <a:lnTo>
                  <a:pt x="70" y="531"/>
                </a:lnTo>
                <a:lnTo>
                  <a:pt x="70" y="532"/>
                </a:lnTo>
                <a:lnTo>
                  <a:pt x="69" y="532"/>
                </a:lnTo>
                <a:lnTo>
                  <a:pt x="68" y="532"/>
                </a:lnTo>
                <a:lnTo>
                  <a:pt x="68" y="533"/>
                </a:lnTo>
                <a:lnTo>
                  <a:pt x="67" y="533"/>
                </a:lnTo>
                <a:lnTo>
                  <a:pt x="67" y="534"/>
                </a:lnTo>
                <a:lnTo>
                  <a:pt x="66" y="534"/>
                </a:lnTo>
                <a:lnTo>
                  <a:pt x="65" y="534"/>
                </a:lnTo>
                <a:lnTo>
                  <a:pt x="64" y="533"/>
                </a:lnTo>
                <a:lnTo>
                  <a:pt x="64" y="534"/>
                </a:lnTo>
                <a:lnTo>
                  <a:pt x="63" y="534"/>
                </a:lnTo>
                <a:lnTo>
                  <a:pt x="63" y="535"/>
                </a:lnTo>
                <a:lnTo>
                  <a:pt x="63" y="534"/>
                </a:lnTo>
                <a:lnTo>
                  <a:pt x="62" y="535"/>
                </a:lnTo>
                <a:lnTo>
                  <a:pt x="62" y="536"/>
                </a:lnTo>
                <a:lnTo>
                  <a:pt x="61" y="536"/>
                </a:lnTo>
                <a:lnTo>
                  <a:pt x="60" y="538"/>
                </a:lnTo>
                <a:lnTo>
                  <a:pt x="59" y="538"/>
                </a:lnTo>
                <a:lnTo>
                  <a:pt x="58" y="539"/>
                </a:lnTo>
                <a:lnTo>
                  <a:pt x="57" y="538"/>
                </a:lnTo>
                <a:lnTo>
                  <a:pt x="56" y="538"/>
                </a:lnTo>
                <a:lnTo>
                  <a:pt x="56" y="539"/>
                </a:lnTo>
                <a:lnTo>
                  <a:pt x="56" y="540"/>
                </a:lnTo>
                <a:lnTo>
                  <a:pt x="55" y="540"/>
                </a:lnTo>
                <a:lnTo>
                  <a:pt x="55" y="539"/>
                </a:lnTo>
                <a:lnTo>
                  <a:pt x="55" y="538"/>
                </a:lnTo>
                <a:lnTo>
                  <a:pt x="54" y="538"/>
                </a:lnTo>
                <a:lnTo>
                  <a:pt x="53" y="538"/>
                </a:lnTo>
                <a:lnTo>
                  <a:pt x="52" y="538"/>
                </a:lnTo>
                <a:lnTo>
                  <a:pt x="52" y="537"/>
                </a:lnTo>
                <a:lnTo>
                  <a:pt x="53" y="537"/>
                </a:lnTo>
                <a:lnTo>
                  <a:pt x="52" y="537"/>
                </a:lnTo>
                <a:lnTo>
                  <a:pt x="50" y="536"/>
                </a:lnTo>
                <a:lnTo>
                  <a:pt x="50" y="537"/>
                </a:lnTo>
                <a:lnTo>
                  <a:pt x="51" y="538"/>
                </a:lnTo>
                <a:lnTo>
                  <a:pt x="50" y="538"/>
                </a:lnTo>
                <a:lnTo>
                  <a:pt x="50" y="537"/>
                </a:lnTo>
                <a:lnTo>
                  <a:pt x="49" y="537"/>
                </a:lnTo>
                <a:lnTo>
                  <a:pt x="48" y="537"/>
                </a:lnTo>
                <a:lnTo>
                  <a:pt x="47" y="537"/>
                </a:lnTo>
                <a:lnTo>
                  <a:pt x="47" y="538"/>
                </a:lnTo>
                <a:lnTo>
                  <a:pt x="48" y="538"/>
                </a:lnTo>
                <a:lnTo>
                  <a:pt x="48" y="539"/>
                </a:lnTo>
                <a:lnTo>
                  <a:pt x="47" y="540"/>
                </a:lnTo>
                <a:lnTo>
                  <a:pt x="46" y="540"/>
                </a:lnTo>
                <a:lnTo>
                  <a:pt x="44" y="540"/>
                </a:lnTo>
                <a:lnTo>
                  <a:pt x="43" y="540"/>
                </a:lnTo>
                <a:lnTo>
                  <a:pt x="43" y="541"/>
                </a:lnTo>
                <a:lnTo>
                  <a:pt x="42" y="541"/>
                </a:lnTo>
                <a:lnTo>
                  <a:pt x="41" y="541"/>
                </a:lnTo>
                <a:lnTo>
                  <a:pt x="41" y="540"/>
                </a:lnTo>
                <a:lnTo>
                  <a:pt x="41" y="539"/>
                </a:lnTo>
                <a:lnTo>
                  <a:pt x="40" y="538"/>
                </a:lnTo>
                <a:lnTo>
                  <a:pt x="39" y="538"/>
                </a:lnTo>
                <a:lnTo>
                  <a:pt x="38" y="538"/>
                </a:lnTo>
                <a:lnTo>
                  <a:pt x="37" y="538"/>
                </a:lnTo>
                <a:lnTo>
                  <a:pt x="36" y="537"/>
                </a:lnTo>
                <a:lnTo>
                  <a:pt x="36" y="536"/>
                </a:lnTo>
                <a:lnTo>
                  <a:pt x="36" y="535"/>
                </a:lnTo>
                <a:lnTo>
                  <a:pt x="35" y="535"/>
                </a:lnTo>
                <a:lnTo>
                  <a:pt x="34" y="535"/>
                </a:lnTo>
                <a:lnTo>
                  <a:pt x="34" y="536"/>
                </a:lnTo>
                <a:lnTo>
                  <a:pt x="33" y="536"/>
                </a:lnTo>
                <a:lnTo>
                  <a:pt x="33" y="537"/>
                </a:lnTo>
                <a:lnTo>
                  <a:pt x="32" y="537"/>
                </a:lnTo>
                <a:lnTo>
                  <a:pt x="32" y="536"/>
                </a:lnTo>
                <a:lnTo>
                  <a:pt x="31" y="536"/>
                </a:lnTo>
                <a:lnTo>
                  <a:pt x="31" y="537"/>
                </a:lnTo>
                <a:lnTo>
                  <a:pt x="31" y="538"/>
                </a:lnTo>
                <a:lnTo>
                  <a:pt x="30" y="538"/>
                </a:lnTo>
                <a:lnTo>
                  <a:pt x="30" y="537"/>
                </a:lnTo>
                <a:lnTo>
                  <a:pt x="30" y="536"/>
                </a:lnTo>
                <a:lnTo>
                  <a:pt x="29" y="535"/>
                </a:lnTo>
                <a:lnTo>
                  <a:pt x="28" y="535"/>
                </a:lnTo>
                <a:lnTo>
                  <a:pt x="28" y="536"/>
                </a:lnTo>
                <a:lnTo>
                  <a:pt x="28" y="537"/>
                </a:lnTo>
                <a:lnTo>
                  <a:pt x="27" y="538"/>
                </a:lnTo>
                <a:lnTo>
                  <a:pt x="25" y="540"/>
                </a:lnTo>
                <a:lnTo>
                  <a:pt x="24" y="541"/>
                </a:lnTo>
                <a:lnTo>
                  <a:pt x="24" y="542"/>
                </a:lnTo>
                <a:lnTo>
                  <a:pt x="23" y="542"/>
                </a:lnTo>
                <a:lnTo>
                  <a:pt x="23" y="541"/>
                </a:lnTo>
                <a:lnTo>
                  <a:pt x="23" y="540"/>
                </a:lnTo>
                <a:lnTo>
                  <a:pt x="23" y="539"/>
                </a:lnTo>
                <a:lnTo>
                  <a:pt x="23" y="538"/>
                </a:lnTo>
                <a:lnTo>
                  <a:pt x="24" y="536"/>
                </a:lnTo>
                <a:lnTo>
                  <a:pt x="24" y="535"/>
                </a:lnTo>
                <a:lnTo>
                  <a:pt x="24" y="534"/>
                </a:lnTo>
                <a:lnTo>
                  <a:pt x="24" y="533"/>
                </a:lnTo>
                <a:lnTo>
                  <a:pt x="24" y="532"/>
                </a:lnTo>
                <a:lnTo>
                  <a:pt x="23" y="531"/>
                </a:lnTo>
                <a:lnTo>
                  <a:pt x="23" y="530"/>
                </a:lnTo>
                <a:lnTo>
                  <a:pt x="23" y="529"/>
                </a:lnTo>
                <a:lnTo>
                  <a:pt x="22" y="529"/>
                </a:lnTo>
                <a:lnTo>
                  <a:pt x="21" y="528"/>
                </a:lnTo>
                <a:lnTo>
                  <a:pt x="20" y="528"/>
                </a:lnTo>
                <a:lnTo>
                  <a:pt x="19" y="527"/>
                </a:lnTo>
                <a:lnTo>
                  <a:pt x="19" y="526"/>
                </a:lnTo>
                <a:lnTo>
                  <a:pt x="19" y="524"/>
                </a:lnTo>
                <a:lnTo>
                  <a:pt x="20" y="524"/>
                </a:lnTo>
                <a:lnTo>
                  <a:pt x="21" y="523"/>
                </a:lnTo>
                <a:lnTo>
                  <a:pt x="21" y="522"/>
                </a:lnTo>
                <a:lnTo>
                  <a:pt x="22" y="521"/>
                </a:lnTo>
                <a:lnTo>
                  <a:pt x="23" y="522"/>
                </a:lnTo>
                <a:lnTo>
                  <a:pt x="24" y="522"/>
                </a:lnTo>
                <a:lnTo>
                  <a:pt x="24" y="523"/>
                </a:lnTo>
                <a:lnTo>
                  <a:pt x="25" y="523"/>
                </a:lnTo>
                <a:lnTo>
                  <a:pt x="25" y="524"/>
                </a:lnTo>
                <a:lnTo>
                  <a:pt x="26" y="524"/>
                </a:lnTo>
                <a:lnTo>
                  <a:pt x="27" y="524"/>
                </a:lnTo>
                <a:lnTo>
                  <a:pt x="28" y="524"/>
                </a:lnTo>
                <a:lnTo>
                  <a:pt x="28" y="525"/>
                </a:lnTo>
                <a:lnTo>
                  <a:pt x="27" y="525"/>
                </a:lnTo>
                <a:lnTo>
                  <a:pt x="27" y="526"/>
                </a:lnTo>
                <a:lnTo>
                  <a:pt x="27" y="527"/>
                </a:lnTo>
                <a:lnTo>
                  <a:pt x="28" y="527"/>
                </a:lnTo>
                <a:lnTo>
                  <a:pt x="28" y="528"/>
                </a:lnTo>
                <a:lnTo>
                  <a:pt x="28" y="529"/>
                </a:lnTo>
                <a:lnTo>
                  <a:pt x="28" y="530"/>
                </a:lnTo>
                <a:lnTo>
                  <a:pt x="29" y="530"/>
                </a:lnTo>
                <a:lnTo>
                  <a:pt x="29" y="529"/>
                </a:lnTo>
                <a:lnTo>
                  <a:pt x="30" y="529"/>
                </a:lnTo>
                <a:lnTo>
                  <a:pt x="29" y="529"/>
                </a:lnTo>
                <a:lnTo>
                  <a:pt x="29" y="528"/>
                </a:lnTo>
                <a:lnTo>
                  <a:pt x="29" y="527"/>
                </a:lnTo>
                <a:lnTo>
                  <a:pt x="29" y="526"/>
                </a:lnTo>
                <a:lnTo>
                  <a:pt x="28" y="526"/>
                </a:lnTo>
                <a:lnTo>
                  <a:pt x="29" y="526"/>
                </a:lnTo>
                <a:lnTo>
                  <a:pt x="29" y="525"/>
                </a:lnTo>
                <a:lnTo>
                  <a:pt x="30" y="525"/>
                </a:lnTo>
                <a:lnTo>
                  <a:pt x="30" y="524"/>
                </a:lnTo>
                <a:lnTo>
                  <a:pt x="30" y="525"/>
                </a:lnTo>
                <a:lnTo>
                  <a:pt x="30" y="524"/>
                </a:lnTo>
                <a:lnTo>
                  <a:pt x="31" y="524"/>
                </a:lnTo>
                <a:lnTo>
                  <a:pt x="31" y="523"/>
                </a:lnTo>
                <a:lnTo>
                  <a:pt x="31" y="522"/>
                </a:lnTo>
                <a:lnTo>
                  <a:pt x="31" y="521"/>
                </a:lnTo>
                <a:lnTo>
                  <a:pt x="30" y="521"/>
                </a:lnTo>
                <a:lnTo>
                  <a:pt x="30" y="520"/>
                </a:lnTo>
                <a:lnTo>
                  <a:pt x="29" y="520"/>
                </a:lnTo>
                <a:lnTo>
                  <a:pt x="29" y="519"/>
                </a:lnTo>
                <a:lnTo>
                  <a:pt x="29" y="520"/>
                </a:lnTo>
                <a:lnTo>
                  <a:pt x="28" y="520"/>
                </a:lnTo>
                <a:lnTo>
                  <a:pt x="28" y="519"/>
                </a:lnTo>
                <a:lnTo>
                  <a:pt x="28" y="517"/>
                </a:lnTo>
                <a:lnTo>
                  <a:pt x="27" y="517"/>
                </a:lnTo>
                <a:lnTo>
                  <a:pt x="27" y="516"/>
                </a:lnTo>
                <a:lnTo>
                  <a:pt x="28" y="516"/>
                </a:lnTo>
                <a:lnTo>
                  <a:pt x="27" y="516"/>
                </a:lnTo>
                <a:lnTo>
                  <a:pt x="26" y="519"/>
                </a:lnTo>
                <a:lnTo>
                  <a:pt x="26" y="520"/>
                </a:lnTo>
                <a:lnTo>
                  <a:pt x="25" y="520"/>
                </a:lnTo>
                <a:lnTo>
                  <a:pt x="25" y="519"/>
                </a:lnTo>
                <a:lnTo>
                  <a:pt x="25" y="517"/>
                </a:lnTo>
                <a:lnTo>
                  <a:pt x="25" y="516"/>
                </a:lnTo>
                <a:lnTo>
                  <a:pt x="25" y="515"/>
                </a:lnTo>
                <a:lnTo>
                  <a:pt x="25" y="514"/>
                </a:lnTo>
                <a:lnTo>
                  <a:pt x="24" y="513"/>
                </a:lnTo>
                <a:lnTo>
                  <a:pt x="24" y="514"/>
                </a:lnTo>
                <a:lnTo>
                  <a:pt x="24" y="515"/>
                </a:lnTo>
                <a:lnTo>
                  <a:pt x="23" y="515"/>
                </a:lnTo>
                <a:lnTo>
                  <a:pt x="24" y="516"/>
                </a:lnTo>
                <a:lnTo>
                  <a:pt x="23" y="516"/>
                </a:lnTo>
                <a:lnTo>
                  <a:pt x="23" y="517"/>
                </a:lnTo>
                <a:lnTo>
                  <a:pt x="24" y="517"/>
                </a:lnTo>
                <a:lnTo>
                  <a:pt x="24" y="519"/>
                </a:lnTo>
                <a:lnTo>
                  <a:pt x="23" y="520"/>
                </a:lnTo>
                <a:lnTo>
                  <a:pt x="23" y="519"/>
                </a:lnTo>
                <a:lnTo>
                  <a:pt x="23" y="517"/>
                </a:lnTo>
                <a:lnTo>
                  <a:pt x="23" y="516"/>
                </a:lnTo>
                <a:lnTo>
                  <a:pt x="22" y="516"/>
                </a:lnTo>
                <a:lnTo>
                  <a:pt x="22" y="515"/>
                </a:lnTo>
                <a:lnTo>
                  <a:pt x="21" y="514"/>
                </a:lnTo>
                <a:lnTo>
                  <a:pt x="21" y="513"/>
                </a:lnTo>
                <a:lnTo>
                  <a:pt x="20" y="514"/>
                </a:lnTo>
                <a:lnTo>
                  <a:pt x="19" y="514"/>
                </a:lnTo>
                <a:lnTo>
                  <a:pt x="19" y="513"/>
                </a:lnTo>
                <a:lnTo>
                  <a:pt x="18" y="513"/>
                </a:lnTo>
                <a:lnTo>
                  <a:pt x="18" y="512"/>
                </a:lnTo>
                <a:lnTo>
                  <a:pt x="18" y="513"/>
                </a:lnTo>
                <a:lnTo>
                  <a:pt x="17" y="513"/>
                </a:lnTo>
                <a:lnTo>
                  <a:pt x="16" y="513"/>
                </a:lnTo>
                <a:lnTo>
                  <a:pt x="15" y="513"/>
                </a:lnTo>
                <a:lnTo>
                  <a:pt x="16" y="513"/>
                </a:lnTo>
                <a:lnTo>
                  <a:pt x="16" y="512"/>
                </a:lnTo>
                <a:lnTo>
                  <a:pt x="15" y="512"/>
                </a:lnTo>
                <a:lnTo>
                  <a:pt x="14" y="512"/>
                </a:lnTo>
                <a:lnTo>
                  <a:pt x="14" y="511"/>
                </a:lnTo>
                <a:lnTo>
                  <a:pt x="14" y="510"/>
                </a:lnTo>
                <a:lnTo>
                  <a:pt x="14" y="509"/>
                </a:lnTo>
                <a:lnTo>
                  <a:pt x="13" y="509"/>
                </a:lnTo>
                <a:lnTo>
                  <a:pt x="14" y="509"/>
                </a:lnTo>
                <a:lnTo>
                  <a:pt x="15" y="508"/>
                </a:lnTo>
                <a:lnTo>
                  <a:pt x="16" y="508"/>
                </a:lnTo>
                <a:lnTo>
                  <a:pt x="16" y="507"/>
                </a:lnTo>
                <a:lnTo>
                  <a:pt x="15" y="507"/>
                </a:lnTo>
                <a:lnTo>
                  <a:pt x="15" y="506"/>
                </a:lnTo>
                <a:lnTo>
                  <a:pt x="15" y="507"/>
                </a:lnTo>
                <a:lnTo>
                  <a:pt x="15" y="508"/>
                </a:lnTo>
                <a:lnTo>
                  <a:pt x="15" y="507"/>
                </a:lnTo>
                <a:lnTo>
                  <a:pt x="15" y="506"/>
                </a:lnTo>
                <a:lnTo>
                  <a:pt x="15" y="505"/>
                </a:lnTo>
                <a:lnTo>
                  <a:pt x="14" y="504"/>
                </a:lnTo>
                <a:lnTo>
                  <a:pt x="14" y="503"/>
                </a:lnTo>
                <a:lnTo>
                  <a:pt x="13" y="502"/>
                </a:lnTo>
                <a:lnTo>
                  <a:pt x="13" y="501"/>
                </a:lnTo>
                <a:lnTo>
                  <a:pt x="12" y="501"/>
                </a:lnTo>
                <a:lnTo>
                  <a:pt x="12" y="500"/>
                </a:lnTo>
                <a:lnTo>
                  <a:pt x="11" y="499"/>
                </a:lnTo>
                <a:lnTo>
                  <a:pt x="10" y="499"/>
                </a:lnTo>
                <a:lnTo>
                  <a:pt x="9" y="499"/>
                </a:lnTo>
                <a:lnTo>
                  <a:pt x="9" y="500"/>
                </a:lnTo>
                <a:lnTo>
                  <a:pt x="8" y="500"/>
                </a:lnTo>
                <a:lnTo>
                  <a:pt x="8" y="499"/>
                </a:lnTo>
                <a:lnTo>
                  <a:pt x="7" y="499"/>
                </a:lnTo>
                <a:lnTo>
                  <a:pt x="7" y="498"/>
                </a:lnTo>
                <a:lnTo>
                  <a:pt x="7" y="497"/>
                </a:lnTo>
                <a:lnTo>
                  <a:pt x="7" y="496"/>
                </a:lnTo>
                <a:lnTo>
                  <a:pt x="7" y="495"/>
                </a:lnTo>
                <a:lnTo>
                  <a:pt x="8" y="495"/>
                </a:lnTo>
                <a:lnTo>
                  <a:pt x="9" y="495"/>
                </a:lnTo>
                <a:lnTo>
                  <a:pt x="9" y="494"/>
                </a:lnTo>
                <a:lnTo>
                  <a:pt x="9" y="493"/>
                </a:lnTo>
                <a:lnTo>
                  <a:pt x="10" y="493"/>
                </a:lnTo>
                <a:lnTo>
                  <a:pt x="11" y="493"/>
                </a:lnTo>
                <a:lnTo>
                  <a:pt x="11" y="494"/>
                </a:lnTo>
                <a:lnTo>
                  <a:pt x="12" y="494"/>
                </a:lnTo>
                <a:lnTo>
                  <a:pt x="12" y="495"/>
                </a:lnTo>
                <a:lnTo>
                  <a:pt x="12" y="494"/>
                </a:lnTo>
                <a:lnTo>
                  <a:pt x="13" y="494"/>
                </a:lnTo>
                <a:lnTo>
                  <a:pt x="13" y="493"/>
                </a:lnTo>
                <a:lnTo>
                  <a:pt x="14" y="494"/>
                </a:lnTo>
                <a:lnTo>
                  <a:pt x="14" y="493"/>
                </a:lnTo>
                <a:lnTo>
                  <a:pt x="14" y="492"/>
                </a:lnTo>
                <a:lnTo>
                  <a:pt x="13" y="493"/>
                </a:lnTo>
                <a:lnTo>
                  <a:pt x="13" y="492"/>
                </a:lnTo>
                <a:lnTo>
                  <a:pt x="13" y="491"/>
                </a:lnTo>
                <a:lnTo>
                  <a:pt x="14" y="491"/>
                </a:lnTo>
                <a:lnTo>
                  <a:pt x="14" y="492"/>
                </a:lnTo>
                <a:lnTo>
                  <a:pt x="14" y="491"/>
                </a:lnTo>
                <a:lnTo>
                  <a:pt x="13" y="491"/>
                </a:lnTo>
                <a:lnTo>
                  <a:pt x="12" y="491"/>
                </a:lnTo>
                <a:lnTo>
                  <a:pt x="12" y="492"/>
                </a:lnTo>
                <a:lnTo>
                  <a:pt x="12" y="493"/>
                </a:lnTo>
                <a:lnTo>
                  <a:pt x="12" y="494"/>
                </a:lnTo>
                <a:lnTo>
                  <a:pt x="11" y="493"/>
                </a:lnTo>
                <a:lnTo>
                  <a:pt x="10" y="493"/>
                </a:lnTo>
                <a:lnTo>
                  <a:pt x="10" y="492"/>
                </a:lnTo>
                <a:lnTo>
                  <a:pt x="9" y="492"/>
                </a:lnTo>
                <a:lnTo>
                  <a:pt x="9" y="491"/>
                </a:lnTo>
                <a:lnTo>
                  <a:pt x="8" y="490"/>
                </a:lnTo>
                <a:lnTo>
                  <a:pt x="8" y="489"/>
                </a:lnTo>
                <a:lnTo>
                  <a:pt x="7" y="489"/>
                </a:lnTo>
                <a:lnTo>
                  <a:pt x="7" y="488"/>
                </a:lnTo>
                <a:lnTo>
                  <a:pt x="8" y="488"/>
                </a:lnTo>
                <a:lnTo>
                  <a:pt x="8" y="487"/>
                </a:lnTo>
                <a:lnTo>
                  <a:pt x="8" y="486"/>
                </a:lnTo>
                <a:lnTo>
                  <a:pt x="8" y="485"/>
                </a:lnTo>
                <a:lnTo>
                  <a:pt x="9" y="485"/>
                </a:lnTo>
                <a:lnTo>
                  <a:pt x="9" y="484"/>
                </a:lnTo>
                <a:lnTo>
                  <a:pt x="9" y="483"/>
                </a:lnTo>
                <a:lnTo>
                  <a:pt x="9" y="482"/>
                </a:lnTo>
                <a:lnTo>
                  <a:pt x="8" y="481"/>
                </a:lnTo>
                <a:lnTo>
                  <a:pt x="6" y="481"/>
                </a:lnTo>
                <a:lnTo>
                  <a:pt x="7" y="482"/>
                </a:lnTo>
                <a:lnTo>
                  <a:pt x="6" y="482"/>
                </a:lnTo>
                <a:lnTo>
                  <a:pt x="5" y="482"/>
                </a:lnTo>
                <a:lnTo>
                  <a:pt x="6" y="482"/>
                </a:lnTo>
                <a:lnTo>
                  <a:pt x="6" y="483"/>
                </a:lnTo>
                <a:lnTo>
                  <a:pt x="5" y="483"/>
                </a:lnTo>
                <a:lnTo>
                  <a:pt x="5" y="482"/>
                </a:lnTo>
                <a:lnTo>
                  <a:pt x="5" y="481"/>
                </a:lnTo>
                <a:lnTo>
                  <a:pt x="4" y="481"/>
                </a:lnTo>
                <a:lnTo>
                  <a:pt x="4" y="480"/>
                </a:lnTo>
                <a:lnTo>
                  <a:pt x="3" y="479"/>
                </a:lnTo>
                <a:lnTo>
                  <a:pt x="2" y="478"/>
                </a:lnTo>
                <a:lnTo>
                  <a:pt x="2" y="477"/>
                </a:lnTo>
                <a:lnTo>
                  <a:pt x="1" y="476"/>
                </a:lnTo>
                <a:lnTo>
                  <a:pt x="1" y="475"/>
                </a:lnTo>
                <a:lnTo>
                  <a:pt x="1" y="474"/>
                </a:lnTo>
                <a:lnTo>
                  <a:pt x="0" y="473"/>
                </a:lnTo>
                <a:lnTo>
                  <a:pt x="0" y="472"/>
                </a:lnTo>
                <a:lnTo>
                  <a:pt x="0" y="468"/>
                </a:lnTo>
                <a:lnTo>
                  <a:pt x="0" y="467"/>
                </a:lnTo>
                <a:lnTo>
                  <a:pt x="0" y="466"/>
                </a:lnTo>
                <a:lnTo>
                  <a:pt x="1" y="466"/>
                </a:lnTo>
                <a:lnTo>
                  <a:pt x="1" y="467"/>
                </a:lnTo>
                <a:lnTo>
                  <a:pt x="1" y="466"/>
                </a:lnTo>
                <a:lnTo>
                  <a:pt x="1" y="465"/>
                </a:lnTo>
                <a:lnTo>
                  <a:pt x="1" y="464"/>
                </a:lnTo>
                <a:lnTo>
                  <a:pt x="1" y="463"/>
                </a:lnTo>
                <a:lnTo>
                  <a:pt x="2" y="463"/>
                </a:lnTo>
                <a:lnTo>
                  <a:pt x="2" y="462"/>
                </a:lnTo>
                <a:lnTo>
                  <a:pt x="2" y="461"/>
                </a:lnTo>
                <a:lnTo>
                  <a:pt x="2" y="460"/>
                </a:lnTo>
                <a:lnTo>
                  <a:pt x="2" y="461"/>
                </a:lnTo>
                <a:lnTo>
                  <a:pt x="3" y="461"/>
                </a:lnTo>
                <a:lnTo>
                  <a:pt x="3" y="460"/>
                </a:lnTo>
                <a:lnTo>
                  <a:pt x="3" y="459"/>
                </a:lnTo>
                <a:lnTo>
                  <a:pt x="4" y="458"/>
                </a:lnTo>
                <a:lnTo>
                  <a:pt x="4" y="457"/>
                </a:lnTo>
                <a:lnTo>
                  <a:pt x="4" y="456"/>
                </a:lnTo>
                <a:lnTo>
                  <a:pt x="4" y="455"/>
                </a:lnTo>
                <a:lnTo>
                  <a:pt x="4" y="454"/>
                </a:lnTo>
                <a:lnTo>
                  <a:pt x="3" y="453"/>
                </a:lnTo>
                <a:lnTo>
                  <a:pt x="2" y="452"/>
                </a:lnTo>
                <a:lnTo>
                  <a:pt x="1" y="451"/>
                </a:lnTo>
                <a:lnTo>
                  <a:pt x="1" y="450"/>
                </a:lnTo>
                <a:lnTo>
                  <a:pt x="1" y="449"/>
                </a:lnTo>
                <a:lnTo>
                  <a:pt x="2" y="448"/>
                </a:lnTo>
                <a:lnTo>
                  <a:pt x="2" y="446"/>
                </a:lnTo>
                <a:lnTo>
                  <a:pt x="4" y="445"/>
                </a:lnTo>
                <a:lnTo>
                  <a:pt x="5" y="444"/>
                </a:lnTo>
                <a:lnTo>
                  <a:pt x="5" y="443"/>
                </a:lnTo>
                <a:lnTo>
                  <a:pt x="6" y="443"/>
                </a:lnTo>
                <a:lnTo>
                  <a:pt x="6" y="442"/>
                </a:lnTo>
                <a:lnTo>
                  <a:pt x="7" y="442"/>
                </a:lnTo>
                <a:lnTo>
                  <a:pt x="7" y="443"/>
                </a:lnTo>
                <a:lnTo>
                  <a:pt x="6" y="443"/>
                </a:lnTo>
                <a:lnTo>
                  <a:pt x="6" y="444"/>
                </a:lnTo>
                <a:lnTo>
                  <a:pt x="7" y="444"/>
                </a:lnTo>
                <a:lnTo>
                  <a:pt x="7" y="445"/>
                </a:lnTo>
                <a:lnTo>
                  <a:pt x="8" y="445"/>
                </a:lnTo>
                <a:lnTo>
                  <a:pt x="8" y="446"/>
                </a:lnTo>
                <a:lnTo>
                  <a:pt x="9" y="446"/>
                </a:lnTo>
                <a:lnTo>
                  <a:pt x="8" y="445"/>
                </a:lnTo>
                <a:lnTo>
                  <a:pt x="7" y="445"/>
                </a:lnTo>
                <a:lnTo>
                  <a:pt x="8" y="445"/>
                </a:lnTo>
                <a:lnTo>
                  <a:pt x="8" y="444"/>
                </a:lnTo>
                <a:lnTo>
                  <a:pt x="7" y="444"/>
                </a:lnTo>
                <a:lnTo>
                  <a:pt x="7" y="443"/>
                </a:lnTo>
                <a:lnTo>
                  <a:pt x="7" y="442"/>
                </a:lnTo>
                <a:lnTo>
                  <a:pt x="8" y="442"/>
                </a:lnTo>
                <a:lnTo>
                  <a:pt x="9" y="441"/>
                </a:lnTo>
                <a:lnTo>
                  <a:pt x="9" y="440"/>
                </a:lnTo>
                <a:lnTo>
                  <a:pt x="10" y="439"/>
                </a:lnTo>
                <a:lnTo>
                  <a:pt x="10" y="438"/>
                </a:lnTo>
                <a:lnTo>
                  <a:pt x="10" y="435"/>
                </a:lnTo>
                <a:lnTo>
                  <a:pt x="9" y="434"/>
                </a:lnTo>
                <a:lnTo>
                  <a:pt x="9" y="433"/>
                </a:lnTo>
                <a:lnTo>
                  <a:pt x="9" y="434"/>
                </a:lnTo>
                <a:lnTo>
                  <a:pt x="9" y="433"/>
                </a:lnTo>
                <a:lnTo>
                  <a:pt x="10" y="433"/>
                </a:lnTo>
                <a:lnTo>
                  <a:pt x="10" y="431"/>
                </a:lnTo>
                <a:lnTo>
                  <a:pt x="10" y="430"/>
                </a:lnTo>
                <a:lnTo>
                  <a:pt x="10" y="429"/>
                </a:lnTo>
                <a:lnTo>
                  <a:pt x="9" y="429"/>
                </a:lnTo>
                <a:lnTo>
                  <a:pt x="9" y="428"/>
                </a:lnTo>
                <a:lnTo>
                  <a:pt x="9" y="427"/>
                </a:lnTo>
                <a:lnTo>
                  <a:pt x="8" y="427"/>
                </a:lnTo>
                <a:lnTo>
                  <a:pt x="8" y="426"/>
                </a:lnTo>
                <a:lnTo>
                  <a:pt x="9" y="426"/>
                </a:lnTo>
                <a:lnTo>
                  <a:pt x="9" y="425"/>
                </a:lnTo>
                <a:lnTo>
                  <a:pt x="10" y="426"/>
                </a:lnTo>
                <a:lnTo>
                  <a:pt x="10" y="427"/>
                </a:lnTo>
                <a:lnTo>
                  <a:pt x="11" y="427"/>
                </a:lnTo>
                <a:lnTo>
                  <a:pt x="11" y="428"/>
                </a:lnTo>
                <a:lnTo>
                  <a:pt x="12" y="428"/>
                </a:lnTo>
                <a:lnTo>
                  <a:pt x="12" y="427"/>
                </a:lnTo>
                <a:lnTo>
                  <a:pt x="11" y="427"/>
                </a:lnTo>
                <a:lnTo>
                  <a:pt x="11" y="426"/>
                </a:lnTo>
                <a:lnTo>
                  <a:pt x="12" y="426"/>
                </a:lnTo>
                <a:lnTo>
                  <a:pt x="13" y="426"/>
                </a:lnTo>
                <a:lnTo>
                  <a:pt x="14" y="426"/>
                </a:lnTo>
                <a:lnTo>
                  <a:pt x="15" y="426"/>
                </a:lnTo>
                <a:lnTo>
                  <a:pt x="16" y="426"/>
                </a:lnTo>
                <a:lnTo>
                  <a:pt x="18" y="425"/>
                </a:lnTo>
                <a:lnTo>
                  <a:pt x="21" y="425"/>
                </a:lnTo>
                <a:lnTo>
                  <a:pt x="22" y="425"/>
                </a:lnTo>
                <a:lnTo>
                  <a:pt x="23" y="425"/>
                </a:lnTo>
                <a:lnTo>
                  <a:pt x="22" y="424"/>
                </a:lnTo>
                <a:lnTo>
                  <a:pt x="21" y="424"/>
                </a:lnTo>
                <a:lnTo>
                  <a:pt x="21" y="423"/>
                </a:lnTo>
                <a:lnTo>
                  <a:pt x="21" y="422"/>
                </a:lnTo>
                <a:lnTo>
                  <a:pt x="22" y="420"/>
                </a:lnTo>
                <a:lnTo>
                  <a:pt x="22" y="419"/>
                </a:lnTo>
                <a:lnTo>
                  <a:pt x="23" y="419"/>
                </a:lnTo>
                <a:lnTo>
                  <a:pt x="24" y="418"/>
                </a:lnTo>
                <a:lnTo>
                  <a:pt x="24" y="417"/>
                </a:lnTo>
                <a:lnTo>
                  <a:pt x="24" y="418"/>
                </a:lnTo>
                <a:lnTo>
                  <a:pt x="23" y="418"/>
                </a:lnTo>
                <a:lnTo>
                  <a:pt x="23" y="417"/>
                </a:lnTo>
                <a:lnTo>
                  <a:pt x="23" y="416"/>
                </a:lnTo>
                <a:lnTo>
                  <a:pt x="22" y="416"/>
                </a:lnTo>
                <a:lnTo>
                  <a:pt x="22" y="417"/>
                </a:lnTo>
                <a:lnTo>
                  <a:pt x="22" y="416"/>
                </a:lnTo>
                <a:lnTo>
                  <a:pt x="22" y="415"/>
                </a:lnTo>
                <a:lnTo>
                  <a:pt x="23" y="414"/>
                </a:lnTo>
                <a:lnTo>
                  <a:pt x="22" y="414"/>
                </a:lnTo>
                <a:lnTo>
                  <a:pt x="21" y="415"/>
                </a:lnTo>
                <a:lnTo>
                  <a:pt x="19" y="415"/>
                </a:lnTo>
                <a:lnTo>
                  <a:pt x="18" y="416"/>
                </a:lnTo>
                <a:lnTo>
                  <a:pt x="15" y="416"/>
                </a:lnTo>
                <a:lnTo>
                  <a:pt x="14" y="415"/>
                </a:lnTo>
                <a:lnTo>
                  <a:pt x="13" y="415"/>
                </a:lnTo>
                <a:lnTo>
                  <a:pt x="12" y="414"/>
                </a:lnTo>
                <a:lnTo>
                  <a:pt x="11" y="414"/>
                </a:lnTo>
                <a:lnTo>
                  <a:pt x="11" y="413"/>
                </a:lnTo>
                <a:lnTo>
                  <a:pt x="12" y="413"/>
                </a:lnTo>
                <a:lnTo>
                  <a:pt x="12" y="412"/>
                </a:lnTo>
                <a:lnTo>
                  <a:pt x="12" y="411"/>
                </a:lnTo>
                <a:lnTo>
                  <a:pt x="12" y="410"/>
                </a:lnTo>
                <a:lnTo>
                  <a:pt x="11" y="410"/>
                </a:lnTo>
                <a:lnTo>
                  <a:pt x="11" y="409"/>
                </a:lnTo>
                <a:lnTo>
                  <a:pt x="11" y="408"/>
                </a:lnTo>
                <a:lnTo>
                  <a:pt x="12" y="408"/>
                </a:lnTo>
                <a:lnTo>
                  <a:pt x="11" y="408"/>
                </a:lnTo>
                <a:lnTo>
                  <a:pt x="11" y="407"/>
                </a:lnTo>
                <a:lnTo>
                  <a:pt x="10" y="407"/>
                </a:lnTo>
                <a:lnTo>
                  <a:pt x="9" y="406"/>
                </a:lnTo>
                <a:lnTo>
                  <a:pt x="9" y="405"/>
                </a:lnTo>
                <a:lnTo>
                  <a:pt x="9" y="404"/>
                </a:lnTo>
                <a:lnTo>
                  <a:pt x="10" y="404"/>
                </a:lnTo>
                <a:lnTo>
                  <a:pt x="10" y="403"/>
                </a:lnTo>
                <a:lnTo>
                  <a:pt x="9" y="403"/>
                </a:lnTo>
                <a:lnTo>
                  <a:pt x="9" y="404"/>
                </a:lnTo>
                <a:lnTo>
                  <a:pt x="8" y="404"/>
                </a:lnTo>
                <a:lnTo>
                  <a:pt x="8" y="403"/>
                </a:lnTo>
                <a:lnTo>
                  <a:pt x="8" y="404"/>
                </a:lnTo>
                <a:lnTo>
                  <a:pt x="8" y="403"/>
                </a:lnTo>
                <a:lnTo>
                  <a:pt x="8" y="402"/>
                </a:lnTo>
                <a:lnTo>
                  <a:pt x="7" y="401"/>
                </a:lnTo>
                <a:lnTo>
                  <a:pt x="7" y="400"/>
                </a:lnTo>
                <a:lnTo>
                  <a:pt x="7" y="398"/>
                </a:lnTo>
                <a:lnTo>
                  <a:pt x="8" y="398"/>
                </a:lnTo>
                <a:lnTo>
                  <a:pt x="8" y="397"/>
                </a:lnTo>
                <a:lnTo>
                  <a:pt x="8" y="396"/>
                </a:lnTo>
                <a:lnTo>
                  <a:pt x="8" y="395"/>
                </a:lnTo>
                <a:lnTo>
                  <a:pt x="9" y="394"/>
                </a:lnTo>
                <a:lnTo>
                  <a:pt x="9" y="393"/>
                </a:lnTo>
                <a:lnTo>
                  <a:pt x="10" y="393"/>
                </a:lnTo>
                <a:lnTo>
                  <a:pt x="10" y="394"/>
                </a:lnTo>
                <a:lnTo>
                  <a:pt x="10" y="396"/>
                </a:lnTo>
                <a:lnTo>
                  <a:pt x="11" y="396"/>
                </a:lnTo>
                <a:lnTo>
                  <a:pt x="11" y="397"/>
                </a:lnTo>
                <a:lnTo>
                  <a:pt x="12" y="397"/>
                </a:lnTo>
                <a:lnTo>
                  <a:pt x="12" y="396"/>
                </a:lnTo>
                <a:lnTo>
                  <a:pt x="13" y="396"/>
                </a:lnTo>
                <a:lnTo>
                  <a:pt x="14" y="396"/>
                </a:lnTo>
                <a:lnTo>
                  <a:pt x="15" y="396"/>
                </a:lnTo>
                <a:lnTo>
                  <a:pt x="16" y="396"/>
                </a:lnTo>
                <a:lnTo>
                  <a:pt x="17" y="395"/>
                </a:lnTo>
                <a:lnTo>
                  <a:pt x="18" y="395"/>
                </a:lnTo>
                <a:lnTo>
                  <a:pt x="19" y="395"/>
                </a:lnTo>
                <a:lnTo>
                  <a:pt x="21" y="395"/>
                </a:lnTo>
                <a:lnTo>
                  <a:pt x="22" y="393"/>
                </a:lnTo>
                <a:lnTo>
                  <a:pt x="22" y="392"/>
                </a:lnTo>
                <a:lnTo>
                  <a:pt x="21" y="391"/>
                </a:lnTo>
                <a:lnTo>
                  <a:pt x="21" y="392"/>
                </a:lnTo>
                <a:lnTo>
                  <a:pt x="21" y="391"/>
                </a:lnTo>
                <a:lnTo>
                  <a:pt x="22" y="389"/>
                </a:lnTo>
                <a:lnTo>
                  <a:pt x="23" y="390"/>
                </a:lnTo>
                <a:lnTo>
                  <a:pt x="23" y="389"/>
                </a:lnTo>
                <a:lnTo>
                  <a:pt x="23" y="388"/>
                </a:lnTo>
                <a:lnTo>
                  <a:pt x="23" y="387"/>
                </a:lnTo>
                <a:lnTo>
                  <a:pt x="23" y="386"/>
                </a:lnTo>
                <a:lnTo>
                  <a:pt x="24" y="387"/>
                </a:lnTo>
                <a:lnTo>
                  <a:pt x="24" y="386"/>
                </a:lnTo>
                <a:lnTo>
                  <a:pt x="25" y="386"/>
                </a:lnTo>
                <a:lnTo>
                  <a:pt x="24" y="386"/>
                </a:lnTo>
                <a:lnTo>
                  <a:pt x="24" y="385"/>
                </a:lnTo>
                <a:lnTo>
                  <a:pt x="24" y="384"/>
                </a:lnTo>
                <a:lnTo>
                  <a:pt x="24" y="383"/>
                </a:lnTo>
                <a:lnTo>
                  <a:pt x="24" y="382"/>
                </a:lnTo>
                <a:lnTo>
                  <a:pt x="24" y="381"/>
                </a:lnTo>
                <a:lnTo>
                  <a:pt x="24" y="378"/>
                </a:lnTo>
                <a:lnTo>
                  <a:pt x="25" y="378"/>
                </a:lnTo>
                <a:lnTo>
                  <a:pt x="25" y="377"/>
                </a:lnTo>
                <a:lnTo>
                  <a:pt x="25" y="376"/>
                </a:lnTo>
                <a:lnTo>
                  <a:pt x="25" y="375"/>
                </a:lnTo>
                <a:lnTo>
                  <a:pt x="26" y="374"/>
                </a:lnTo>
                <a:lnTo>
                  <a:pt x="27" y="374"/>
                </a:lnTo>
                <a:lnTo>
                  <a:pt x="27" y="373"/>
                </a:lnTo>
                <a:lnTo>
                  <a:pt x="28" y="373"/>
                </a:lnTo>
                <a:lnTo>
                  <a:pt x="29" y="372"/>
                </a:lnTo>
                <a:lnTo>
                  <a:pt x="28" y="372"/>
                </a:lnTo>
                <a:lnTo>
                  <a:pt x="29" y="372"/>
                </a:lnTo>
                <a:lnTo>
                  <a:pt x="30" y="371"/>
                </a:lnTo>
                <a:lnTo>
                  <a:pt x="30" y="372"/>
                </a:lnTo>
                <a:lnTo>
                  <a:pt x="31" y="372"/>
                </a:lnTo>
                <a:lnTo>
                  <a:pt x="32" y="372"/>
                </a:lnTo>
                <a:lnTo>
                  <a:pt x="32" y="373"/>
                </a:lnTo>
                <a:lnTo>
                  <a:pt x="33" y="372"/>
                </a:lnTo>
                <a:lnTo>
                  <a:pt x="33" y="373"/>
                </a:lnTo>
                <a:lnTo>
                  <a:pt x="34" y="373"/>
                </a:lnTo>
                <a:lnTo>
                  <a:pt x="34" y="374"/>
                </a:lnTo>
                <a:lnTo>
                  <a:pt x="35" y="374"/>
                </a:lnTo>
                <a:lnTo>
                  <a:pt x="36" y="374"/>
                </a:lnTo>
                <a:lnTo>
                  <a:pt x="37" y="373"/>
                </a:lnTo>
                <a:lnTo>
                  <a:pt x="38" y="373"/>
                </a:lnTo>
                <a:lnTo>
                  <a:pt x="38" y="372"/>
                </a:lnTo>
                <a:lnTo>
                  <a:pt x="38" y="371"/>
                </a:lnTo>
                <a:lnTo>
                  <a:pt x="39" y="371"/>
                </a:lnTo>
                <a:lnTo>
                  <a:pt x="39" y="372"/>
                </a:lnTo>
                <a:lnTo>
                  <a:pt x="39" y="373"/>
                </a:lnTo>
                <a:lnTo>
                  <a:pt x="39" y="372"/>
                </a:lnTo>
                <a:lnTo>
                  <a:pt x="39" y="371"/>
                </a:lnTo>
                <a:lnTo>
                  <a:pt x="41" y="369"/>
                </a:lnTo>
                <a:lnTo>
                  <a:pt x="42" y="369"/>
                </a:lnTo>
                <a:lnTo>
                  <a:pt x="42" y="370"/>
                </a:lnTo>
                <a:lnTo>
                  <a:pt x="42" y="371"/>
                </a:lnTo>
                <a:lnTo>
                  <a:pt x="43" y="371"/>
                </a:lnTo>
                <a:lnTo>
                  <a:pt x="43" y="370"/>
                </a:lnTo>
                <a:lnTo>
                  <a:pt x="45" y="370"/>
                </a:lnTo>
                <a:lnTo>
                  <a:pt x="46" y="370"/>
                </a:lnTo>
                <a:lnTo>
                  <a:pt x="47" y="370"/>
                </a:lnTo>
                <a:lnTo>
                  <a:pt x="48" y="370"/>
                </a:lnTo>
                <a:lnTo>
                  <a:pt x="49" y="370"/>
                </a:lnTo>
                <a:lnTo>
                  <a:pt x="49" y="371"/>
                </a:lnTo>
                <a:lnTo>
                  <a:pt x="50" y="371"/>
                </a:lnTo>
                <a:lnTo>
                  <a:pt x="51" y="372"/>
                </a:lnTo>
                <a:lnTo>
                  <a:pt x="53" y="371"/>
                </a:lnTo>
                <a:lnTo>
                  <a:pt x="54" y="370"/>
                </a:lnTo>
                <a:lnTo>
                  <a:pt x="55" y="370"/>
                </a:lnTo>
                <a:lnTo>
                  <a:pt x="56" y="368"/>
                </a:lnTo>
                <a:lnTo>
                  <a:pt x="57" y="368"/>
                </a:lnTo>
                <a:lnTo>
                  <a:pt x="57" y="369"/>
                </a:lnTo>
                <a:lnTo>
                  <a:pt x="58" y="369"/>
                </a:lnTo>
                <a:lnTo>
                  <a:pt x="58" y="370"/>
                </a:lnTo>
                <a:lnTo>
                  <a:pt x="59" y="370"/>
                </a:lnTo>
                <a:lnTo>
                  <a:pt x="60" y="371"/>
                </a:lnTo>
                <a:lnTo>
                  <a:pt x="61" y="371"/>
                </a:lnTo>
                <a:lnTo>
                  <a:pt x="62" y="371"/>
                </a:lnTo>
                <a:lnTo>
                  <a:pt x="63" y="371"/>
                </a:lnTo>
                <a:lnTo>
                  <a:pt x="64" y="370"/>
                </a:lnTo>
                <a:lnTo>
                  <a:pt x="64" y="371"/>
                </a:lnTo>
                <a:lnTo>
                  <a:pt x="65" y="371"/>
                </a:lnTo>
                <a:lnTo>
                  <a:pt x="65" y="370"/>
                </a:lnTo>
                <a:lnTo>
                  <a:pt x="65" y="369"/>
                </a:lnTo>
                <a:lnTo>
                  <a:pt x="66" y="369"/>
                </a:lnTo>
                <a:lnTo>
                  <a:pt x="65" y="368"/>
                </a:lnTo>
                <a:lnTo>
                  <a:pt x="65" y="367"/>
                </a:lnTo>
                <a:lnTo>
                  <a:pt x="64" y="366"/>
                </a:lnTo>
                <a:lnTo>
                  <a:pt x="63" y="366"/>
                </a:lnTo>
                <a:lnTo>
                  <a:pt x="64" y="365"/>
                </a:lnTo>
                <a:lnTo>
                  <a:pt x="65" y="364"/>
                </a:lnTo>
                <a:lnTo>
                  <a:pt x="64" y="364"/>
                </a:lnTo>
                <a:lnTo>
                  <a:pt x="64" y="363"/>
                </a:lnTo>
                <a:lnTo>
                  <a:pt x="63" y="362"/>
                </a:lnTo>
                <a:lnTo>
                  <a:pt x="63" y="363"/>
                </a:lnTo>
                <a:lnTo>
                  <a:pt x="62" y="362"/>
                </a:lnTo>
                <a:lnTo>
                  <a:pt x="62" y="361"/>
                </a:lnTo>
                <a:lnTo>
                  <a:pt x="62" y="360"/>
                </a:lnTo>
                <a:lnTo>
                  <a:pt x="62" y="359"/>
                </a:lnTo>
                <a:lnTo>
                  <a:pt x="62" y="358"/>
                </a:lnTo>
                <a:lnTo>
                  <a:pt x="62" y="357"/>
                </a:lnTo>
                <a:lnTo>
                  <a:pt x="61" y="356"/>
                </a:lnTo>
                <a:lnTo>
                  <a:pt x="61" y="355"/>
                </a:lnTo>
                <a:lnTo>
                  <a:pt x="62" y="355"/>
                </a:lnTo>
                <a:lnTo>
                  <a:pt x="62" y="353"/>
                </a:lnTo>
                <a:lnTo>
                  <a:pt x="62" y="352"/>
                </a:lnTo>
                <a:lnTo>
                  <a:pt x="62" y="351"/>
                </a:lnTo>
                <a:lnTo>
                  <a:pt x="62" y="350"/>
                </a:lnTo>
                <a:lnTo>
                  <a:pt x="61" y="350"/>
                </a:lnTo>
                <a:lnTo>
                  <a:pt x="61" y="349"/>
                </a:lnTo>
                <a:lnTo>
                  <a:pt x="62" y="349"/>
                </a:lnTo>
                <a:lnTo>
                  <a:pt x="63" y="349"/>
                </a:lnTo>
                <a:lnTo>
                  <a:pt x="63" y="347"/>
                </a:lnTo>
                <a:lnTo>
                  <a:pt x="62" y="346"/>
                </a:lnTo>
                <a:lnTo>
                  <a:pt x="61" y="346"/>
                </a:lnTo>
                <a:lnTo>
                  <a:pt x="61" y="345"/>
                </a:lnTo>
                <a:lnTo>
                  <a:pt x="60" y="345"/>
                </a:lnTo>
                <a:lnTo>
                  <a:pt x="59" y="344"/>
                </a:lnTo>
                <a:lnTo>
                  <a:pt x="59" y="343"/>
                </a:lnTo>
                <a:lnTo>
                  <a:pt x="59" y="342"/>
                </a:lnTo>
                <a:lnTo>
                  <a:pt x="60" y="342"/>
                </a:lnTo>
                <a:lnTo>
                  <a:pt x="61" y="339"/>
                </a:lnTo>
                <a:lnTo>
                  <a:pt x="62" y="340"/>
                </a:lnTo>
                <a:lnTo>
                  <a:pt x="64" y="342"/>
                </a:lnTo>
                <a:lnTo>
                  <a:pt x="64" y="343"/>
                </a:lnTo>
                <a:lnTo>
                  <a:pt x="64" y="342"/>
                </a:lnTo>
                <a:lnTo>
                  <a:pt x="65" y="342"/>
                </a:lnTo>
                <a:lnTo>
                  <a:pt x="65" y="341"/>
                </a:lnTo>
                <a:lnTo>
                  <a:pt x="66" y="340"/>
                </a:lnTo>
                <a:lnTo>
                  <a:pt x="67" y="340"/>
                </a:lnTo>
                <a:lnTo>
                  <a:pt x="67" y="339"/>
                </a:lnTo>
                <a:lnTo>
                  <a:pt x="67" y="338"/>
                </a:lnTo>
                <a:lnTo>
                  <a:pt x="68" y="338"/>
                </a:lnTo>
                <a:lnTo>
                  <a:pt x="70" y="340"/>
                </a:lnTo>
                <a:lnTo>
                  <a:pt x="71" y="340"/>
                </a:lnTo>
                <a:lnTo>
                  <a:pt x="71" y="341"/>
                </a:lnTo>
                <a:lnTo>
                  <a:pt x="72" y="341"/>
                </a:lnTo>
                <a:lnTo>
                  <a:pt x="72" y="342"/>
                </a:lnTo>
                <a:lnTo>
                  <a:pt x="73" y="343"/>
                </a:lnTo>
                <a:lnTo>
                  <a:pt x="73" y="344"/>
                </a:lnTo>
                <a:lnTo>
                  <a:pt x="74" y="345"/>
                </a:lnTo>
                <a:lnTo>
                  <a:pt x="75" y="345"/>
                </a:lnTo>
                <a:lnTo>
                  <a:pt x="77" y="344"/>
                </a:lnTo>
                <a:lnTo>
                  <a:pt x="78" y="343"/>
                </a:lnTo>
                <a:lnTo>
                  <a:pt x="77" y="343"/>
                </a:lnTo>
                <a:lnTo>
                  <a:pt x="77" y="342"/>
                </a:lnTo>
                <a:lnTo>
                  <a:pt x="78" y="342"/>
                </a:lnTo>
                <a:lnTo>
                  <a:pt x="79" y="341"/>
                </a:lnTo>
                <a:lnTo>
                  <a:pt x="79" y="340"/>
                </a:lnTo>
                <a:lnTo>
                  <a:pt x="80" y="339"/>
                </a:lnTo>
                <a:lnTo>
                  <a:pt x="81" y="340"/>
                </a:lnTo>
                <a:lnTo>
                  <a:pt x="82" y="340"/>
                </a:lnTo>
                <a:lnTo>
                  <a:pt x="83" y="340"/>
                </a:lnTo>
                <a:lnTo>
                  <a:pt x="84" y="340"/>
                </a:lnTo>
                <a:lnTo>
                  <a:pt x="84" y="341"/>
                </a:lnTo>
                <a:lnTo>
                  <a:pt x="84" y="342"/>
                </a:lnTo>
                <a:lnTo>
                  <a:pt x="84" y="343"/>
                </a:lnTo>
                <a:lnTo>
                  <a:pt x="85" y="343"/>
                </a:lnTo>
                <a:lnTo>
                  <a:pt x="86" y="343"/>
                </a:lnTo>
                <a:lnTo>
                  <a:pt x="86" y="344"/>
                </a:lnTo>
                <a:lnTo>
                  <a:pt x="87" y="344"/>
                </a:lnTo>
                <a:lnTo>
                  <a:pt x="88" y="344"/>
                </a:lnTo>
                <a:lnTo>
                  <a:pt x="88" y="343"/>
                </a:lnTo>
                <a:lnTo>
                  <a:pt x="89" y="342"/>
                </a:lnTo>
                <a:lnTo>
                  <a:pt x="91" y="342"/>
                </a:lnTo>
                <a:lnTo>
                  <a:pt x="91" y="341"/>
                </a:lnTo>
                <a:lnTo>
                  <a:pt x="91" y="340"/>
                </a:lnTo>
                <a:lnTo>
                  <a:pt x="90" y="339"/>
                </a:lnTo>
                <a:lnTo>
                  <a:pt x="89" y="339"/>
                </a:lnTo>
                <a:lnTo>
                  <a:pt x="88" y="337"/>
                </a:lnTo>
                <a:lnTo>
                  <a:pt x="88" y="336"/>
                </a:lnTo>
                <a:lnTo>
                  <a:pt x="89" y="335"/>
                </a:lnTo>
                <a:lnTo>
                  <a:pt x="89" y="334"/>
                </a:lnTo>
                <a:lnTo>
                  <a:pt x="90" y="334"/>
                </a:lnTo>
                <a:lnTo>
                  <a:pt x="92" y="334"/>
                </a:lnTo>
                <a:lnTo>
                  <a:pt x="92" y="333"/>
                </a:lnTo>
                <a:lnTo>
                  <a:pt x="92" y="332"/>
                </a:lnTo>
                <a:lnTo>
                  <a:pt x="93" y="331"/>
                </a:lnTo>
                <a:lnTo>
                  <a:pt x="93" y="332"/>
                </a:lnTo>
                <a:lnTo>
                  <a:pt x="94" y="331"/>
                </a:lnTo>
                <a:lnTo>
                  <a:pt x="94" y="330"/>
                </a:lnTo>
                <a:lnTo>
                  <a:pt x="95" y="329"/>
                </a:lnTo>
                <a:lnTo>
                  <a:pt x="96" y="330"/>
                </a:lnTo>
                <a:lnTo>
                  <a:pt x="98" y="331"/>
                </a:lnTo>
                <a:lnTo>
                  <a:pt x="100" y="331"/>
                </a:lnTo>
                <a:lnTo>
                  <a:pt x="101" y="330"/>
                </a:lnTo>
                <a:lnTo>
                  <a:pt x="101" y="329"/>
                </a:lnTo>
                <a:lnTo>
                  <a:pt x="100" y="329"/>
                </a:lnTo>
                <a:lnTo>
                  <a:pt x="99" y="328"/>
                </a:lnTo>
                <a:lnTo>
                  <a:pt x="99" y="327"/>
                </a:lnTo>
                <a:lnTo>
                  <a:pt x="98" y="326"/>
                </a:lnTo>
                <a:lnTo>
                  <a:pt x="97" y="326"/>
                </a:lnTo>
                <a:lnTo>
                  <a:pt x="97" y="325"/>
                </a:lnTo>
                <a:lnTo>
                  <a:pt x="97" y="324"/>
                </a:lnTo>
                <a:lnTo>
                  <a:pt x="97" y="323"/>
                </a:lnTo>
                <a:lnTo>
                  <a:pt x="96" y="322"/>
                </a:lnTo>
                <a:lnTo>
                  <a:pt x="95" y="322"/>
                </a:lnTo>
                <a:lnTo>
                  <a:pt x="94" y="322"/>
                </a:lnTo>
                <a:lnTo>
                  <a:pt x="94" y="321"/>
                </a:lnTo>
                <a:lnTo>
                  <a:pt x="94" y="320"/>
                </a:lnTo>
                <a:lnTo>
                  <a:pt x="94" y="319"/>
                </a:lnTo>
                <a:lnTo>
                  <a:pt x="94" y="318"/>
                </a:lnTo>
                <a:lnTo>
                  <a:pt x="93" y="318"/>
                </a:lnTo>
                <a:lnTo>
                  <a:pt x="94" y="317"/>
                </a:lnTo>
                <a:lnTo>
                  <a:pt x="94" y="315"/>
                </a:lnTo>
                <a:lnTo>
                  <a:pt x="94" y="314"/>
                </a:lnTo>
                <a:lnTo>
                  <a:pt x="93" y="314"/>
                </a:lnTo>
                <a:lnTo>
                  <a:pt x="93" y="313"/>
                </a:lnTo>
                <a:lnTo>
                  <a:pt x="93" y="314"/>
                </a:lnTo>
                <a:lnTo>
                  <a:pt x="92" y="314"/>
                </a:lnTo>
                <a:lnTo>
                  <a:pt x="92" y="313"/>
                </a:lnTo>
                <a:lnTo>
                  <a:pt x="92" y="312"/>
                </a:lnTo>
                <a:lnTo>
                  <a:pt x="91" y="311"/>
                </a:lnTo>
                <a:lnTo>
                  <a:pt x="92" y="310"/>
                </a:lnTo>
                <a:lnTo>
                  <a:pt x="93" y="311"/>
                </a:lnTo>
                <a:lnTo>
                  <a:pt x="94" y="312"/>
                </a:lnTo>
                <a:lnTo>
                  <a:pt x="95" y="312"/>
                </a:lnTo>
                <a:lnTo>
                  <a:pt x="96" y="312"/>
                </a:lnTo>
                <a:lnTo>
                  <a:pt x="97" y="312"/>
                </a:lnTo>
                <a:lnTo>
                  <a:pt x="97" y="310"/>
                </a:lnTo>
                <a:lnTo>
                  <a:pt x="96" y="309"/>
                </a:lnTo>
                <a:lnTo>
                  <a:pt x="96" y="308"/>
                </a:lnTo>
                <a:lnTo>
                  <a:pt x="97" y="307"/>
                </a:lnTo>
                <a:lnTo>
                  <a:pt x="97" y="306"/>
                </a:lnTo>
                <a:lnTo>
                  <a:pt x="98" y="306"/>
                </a:lnTo>
                <a:lnTo>
                  <a:pt x="99" y="306"/>
                </a:lnTo>
                <a:lnTo>
                  <a:pt x="98" y="305"/>
                </a:lnTo>
                <a:lnTo>
                  <a:pt x="98" y="304"/>
                </a:lnTo>
                <a:lnTo>
                  <a:pt x="98" y="303"/>
                </a:lnTo>
                <a:lnTo>
                  <a:pt x="97" y="302"/>
                </a:lnTo>
                <a:lnTo>
                  <a:pt x="98" y="302"/>
                </a:lnTo>
                <a:lnTo>
                  <a:pt x="99" y="302"/>
                </a:lnTo>
                <a:lnTo>
                  <a:pt x="99" y="301"/>
                </a:lnTo>
                <a:lnTo>
                  <a:pt x="98" y="300"/>
                </a:lnTo>
                <a:lnTo>
                  <a:pt x="98" y="299"/>
                </a:lnTo>
                <a:lnTo>
                  <a:pt x="99" y="299"/>
                </a:lnTo>
                <a:lnTo>
                  <a:pt x="100" y="299"/>
                </a:lnTo>
                <a:lnTo>
                  <a:pt x="101" y="301"/>
                </a:lnTo>
                <a:lnTo>
                  <a:pt x="101" y="302"/>
                </a:lnTo>
                <a:lnTo>
                  <a:pt x="102" y="302"/>
                </a:lnTo>
                <a:lnTo>
                  <a:pt x="103" y="302"/>
                </a:lnTo>
                <a:lnTo>
                  <a:pt x="103" y="301"/>
                </a:lnTo>
                <a:lnTo>
                  <a:pt x="102" y="301"/>
                </a:lnTo>
                <a:lnTo>
                  <a:pt x="103" y="300"/>
                </a:lnTo>
                <a:lnTo>
                  <a:pt x="104" y="300"/>
                </a:lnTo>
                <a:lnTo>
                  <a:pt x="105" y="299"/>
                </a:lnTo>
                <a:lnTo>
                  <a:pt x="106" y="299"/>
                </a:lnTo>
                <a:lnTo>
                  <a:pt x="106" y="300"/>
                </a:lnTo>
                <a:lnTo>
                  <a:pt x="107" y="300"/>
                </a:lnTo>
                <a:lnTo>
                  <a:pt x="107" y="299"/>
                </a:lnTo>
                <a:lnTo>
                  <a:pt x="108" y="299"/>
                </a:lnTo>
                <a:lnTo>
                  <a:pt x="109" y="300"/>
                </a:lnTo>
                <a:lnTo>
                  <a:pt x="110" y="299"/>
                </a:lnTo>
                <a:lnTo>
                  <a:pt x="111" y="299"/>
                </a:lnTo>
                <a:lnTo>
                  <a:pt x="111" y="298"/>
                </a:lnTo>
                <a:lnTo>
                  <a:pt x="111" y="297"/>
                </a:lnTo>
                <a:lnTo>
                  <a:pt x="110" y="297"/>
                </a:lnTo>
                <a:lnTo>
                  <a:pt x="111" y="296"/>
                </a:lnTo>
                <a:lnTo>
                  <a:pt x="111" y="297"/>
                </a:lnTo>
                <a:lnTo>
                  <a:pt x="112" y="297"/>
                </a:lnTo>
                <a:lnTo>
                  <a:pt x="113" y="297"/>
                </a:lnTo>
                <a:lnTo>
                  <a:pt x="115" y="297"/>
                </a:lnTo>
                <a:lnTo>
                  <a:pt x="116" y="297"/>
                </a:lnTo>
                <a:lnTo>
                  <a:pt x="116" y="296"/>
                </a:lnTo>
                <a:lnTo>
                  <a:pt x="116" y="295"/>
                </a:lnTo>
                <a:lnTo>
                  <a:pt x="116" y="294"/>
                </a:lnTo>
                <a:lnTo>
                  <a:pt x="117" y="294"/>
                </a:lnTo>
                <a:lnTo>
                  <a:pt x="118" y="293"/>
                </a:lnTo>
                <a:lnTo>
                  <a:pt x="119" y="294"/>
                </a:lnTo>
                <a:lnTo>
                  <a:pt x="119" y="295"/>
                </a:lnTo>
                <a:lnTo>
                  <a:pt x="120" y="295"/>
                </a:lnTo>
                <a:lnTo>
                  <a:pt x="120" y="294"/>
                </a:lnTo>
                <a:lnTo>
                  <a:pt x="121" y="294"/>
                </a:lnTo>
                <a:lnTo>
                  <a:pt x="121" y="293"/>
                </a:lnTo>
                <a:lnTo>
                  <a:pt x="122" y="293"/>
                </a:lnTo>
                <a:lnTo>
                  <a:pt x="123" y="293"/>
                </a:lnTo>
                <a:lnTo>
                  <a:pt x="125" y="293"/>
                </a:lnTo>
                <a:lnTo>
                  <a:pt x="125" y="292"/>
                </a:lnTo>
                <a:lnTo>
                  <a:pt x="125" y="291"/>
                </a:lnTo>
                <a:lnTo>
                  <a:pt x="126" y="291"/>
                </a:lnTo>
                <a:lnTo>
                  <a:pt x="127" y="291"/>
                </a:lnTo>
                <a:lnTo>
                  <a:pt x="127" y="290"/>
                </a:lnTo>
                <a:lnTo>
                  <a:pt x="127" y="289"/>
                </a:lnTo>
                <a:lnTo>
                  <a:pt x="128" y="289"/>
                </a:lnTo>
                <a:lnTo>
                  <a:pt x="128" y="288"/>
                </a:lnTo>
                <a:lnTo>
                  <a:pt x="127" y="288"/>
                </a:lnTo>
                <a:lnTo>
                  <a:pt x="127" y="287"/>
                </a:lnTo>
                <a:lnTo>
                  <a:pt x="126" y="286"/>
                </a:lnTo>
                <a:lnTo>
                  <a:pt x="125" y="285"/>
                </a:lnTo>
                <a:lnTo>
                  <a:pt x="127" y="285"/>
                </a:lnTo>
                <a:lnTo>
                  <a:pt x="128" y="285"/>
                </a:lnTo>
                <a:lnTo>
                  <a:pt x="128" y="284"/>
                </a:lnTo>
                <a:lnTo>
                  <a:pt x="129" y="283"/>
                </a:lnTo>
                <a:lnTo>
                  <a:pt x="129" y="284"/>
                </a:lnTo>
                <a:lnTo>
                  <a:pt x="130" y="283"/>
                </a:lnTo>
                <a:lnTo>
                  <a:pt x="131" y="283"/>
                </a:lnTo>
                <a:lnTo>
                  <a:pt x="131" y="284"/>
                </a:lnTo>
                <a:lnTo>
                  <a:pt x="132" y="284"/>
                </a:lnTo>
                <a:lnTo>
                  <a:pt x="133" y="284"/>
                </a:lnTo>
                <a:lnTo>
                  <a:pt x="133" y="283"/>
                </a:lnTo>
                <a:lnTo>
                  <a:pt x="134" y="283"/>
                </a:lnTo>
                <a:lnTo>
                  <a:pt x="134" y="284"/>
                </a:lnTo>
                <a:lnTo>
                  <a:pt x="135" y="283"/>
                </a:lnTo>
                <a:lnTo>
                  <a:pt x="136" y="284"/>
                </a:lnTo>
                <a:lnTo>
                  <a:pt x="137" y="284"/>
                </a:lnTo>
                <a:lnTo>
                  <a:pt x="138" y="284"/>
                </a:lnTo>
                <a:lnTo>
                  <a:pt x="138" y="283"/>
                </a:lnTo>
                <a:lnTo>
                  <a:pt x="138" y="282"/>
                </a:lnTo>
                <a:lnTo>
                  <a:pt x="138" y="283"/>
                </a:lnTo>
                <a:lnTo>
                  <a:pt x="140" y="283"/>
                </a:lnTo>
                <a:lnTo>
                  <a:pt x="140" y="282"/>
                </a:lnTo>
                <a:lnTo>
                  <a:pt x="141" y="282"/>
                </a:lnTo>
                <a:lnTo>
                  <a:pt x="141" y="281"/>
                </a:lnTo>
                <a:lnTo>
                  <a:pt x="141" y="280"/>
                </a:lnTo>
                <a:lnTo>
                  <a:pt x="141" y="279"/>
                </a:lnTo>
                <a:lnTo>
                  <a:pt x="142" y="279"/>
                </a:lnTo>
                <a:lnTo>
                  <a:pt x="143" y="279"/>
                </a:lnTo>
                <a:lnTo>
                  <a:pt x="143" y="278"/>
                </a:lnTo>
                <a:lnTo>
                  <a:pt x="144" y="278"/>
                </a:lnTo>
                <a:lnTo>
                  <a:pt x="144" y="279"/>
                </a:lnTo>
                <a:lnTo>
                  <a:pt x="144" y="278"/>
                </a:lnTo>
                <a:lnTo>
                  <a:pt x="144" y="277"/>
                </a:lnTo>
                <a:lnTo>
                  <a:pt x="145" y="277"/>
                </a:lnTo>
                <a:lnTo>
                  <a:pt x="146" y="277"/>
                </a:lnTo>
                <a:lnTo>
                  <a:pt x="146" y="276"/>
                </a:lnTo>
                <a:lnTo>
                  <a:pt x="146" y="275"/>
                </a:lnTo>
                <a:lnTo>
                  <a:pt x="147" y="274"/>
                </a:lnTo>
                <a:lnTo>
                  <a:pt x="147" y="273"/>
                </a:lnTo>
                <a:lnTo>
                  <a:pt x="148" y="272"/>
                </a:lnTo>
                <a:lnTo>
                  <a:pt x="149" y="272"/>
                </a:lnTo>
                <a:lnTo>
                  <a:pt x="149" y="271"/>
                </a:lnTo>
                <a:lnTo>
                  <a:pt x="150" y="270"/>
                </a:lnTo>
                <a:lnTo>
                  <a:pt x="151" y="270"/>
                </a:lnTo>
                <a:lnTo>
                  <a:pt x="151" y="269"/>
                </a:lnTo>
                <a:lnTo>
                  <a:pt x="152" y="269"/>
                </a:lnTo>
                <a:lnTo>
                  <a:pt x="151" y="269"/>
                </a:lnTo>
                <a:lnTo>
                  <a:pt x="152" y="268"/>
                </a:lnTo>
                <a:lnTo>
                  <a:pt x="152" y="267"/>
                </a:lnTo>
                <a:lnTo>
                  <a:pt x="153" y="266"/>
                </a:lnTo>
                <a:lnTo>
                  <a:pt x="154" y="265"/>
                </a:lnTo>
                <a:lnTo>
                  <a:pt x="154" y="263"/>
                </a:lnTo>
                <a:lnTo>
                  <a:pt x="153" y="263"/>
                </a:lnTo>
                <a:lnTo>
                  <a:pt x="153" y="262"/>
                </a:lnTo>
                <a:lnTo>
                  <a:pt x="153" y="261"/>
                </a:lnTo>
                <a:lnTo>
                  <a:pt x="153" y="260"/>
                </a:lnTo>
                <a:lnTo>
                  <a:pt x="154" y="260"/>
                </a:lnTo>
                <a:lnTo>
                  <a:pt x="155" y="259"/>
                </a:lnTo>
                <a:lnTo>
                  <a:pt x="156" y="258"/>
                </a:lnTo>
                <a:lnTo>
                  <a:pt x="155" y="257"/>
                </a:lnTo>
                <a:lnTo>
                  <a:pt x="155" y="256"/>
                </a:lnTo>
                <a:lnTo>
                  <a:pt x="156" y="256"/>
                </a:lnTo>
                <a:lnTo>
                  <a:pt x="157" y="255"/>
                </a:lnTo>
                <a:lnTo>
                  <a:pt x="157" y="254"/>
                </a:lnTo>
                <a:lnTo>
                  <a:pt x="158" y="254"/>
                </a:lnTo>
                <a:lnTo>
                  <a:pt x="159" y="254"/>
                </a:lnTo>
                <a:lnTo>
                  <a:pt x="159" y="253"/>
                </a:lnTo>
                <a:lnTo>
                  <a:pt x="159" y="252"/>
                </a:lnTo>
                <a:lnTo>
                  <a:pt x="158" y="252"/>
                </a:lnTo>
                <a:lnTo>
                  <a:pt x="158" y="251"/>
                </a:lnTo>
                <a:lnTo>
                  <a:pt x="159" y="250"/>
                </a:lnTo>
                <a:lnTo>
                  <a:pt x="158" y="250"/>
                </a:lnTo>
                <a:lnTo>
                  <a:pt x="157" y="250"/>
                </a:lnTo>
                <a:lnTo>
                  <a:pt x="156" y="250"/>
                </a:lnTo>
                <a:lnTo>
                  <a:pt x="155" y="250"/>
                </a:lnTo>
                <a:lnTo>
                  <a:pt x="154" y="249"/>
                </a:lnTo>
                <a:lnTo>
                  <a:pt x="153" y="248"/>
                </a:lnTo>
                <a:lnTo>
                  <a:pt x="153" y="247"/>
                </a:lnTo>
                <a:lnTo>
                  <a:pt x="153" y="246"/>
                </a:lnTo>
                <a:lnTo>
                  <a:pt x="154" y="245"/>
                </a:lnTo>
                <a:lnTo>
                  <a:pt x="154" y="244"/>
                </a:lnTo>
                <a:lnTo>
                  <a:pt x="154" y="242"/>
                </a:lnTo>
                <a:lnTo>
                  <a:pt x="153" y="242"/>
                </a:lnTo>
                <a:lnTo>
                  <a:pt x="154" y="241"/>
                </a:lnTo>
                <a:lnTo>
                  <a:pt x="155" y="241"/>
                </a:lnTo>
                <a:lnTo>
                  <a:pt x="156" y="241"/>
                </a:lnTo>
                <a:lnTo>
                  <a:pt x="156" y="240"/>
                </a:lnTo>
                <a:lnTo>
                  <a:pt x="155" y="240"/>
                </a:lnTo>
                <a:lnTo>
                  <a:pt x="154" y="240"/>
                </a:lnTo>
                <a:lnTo>
                  <a:pt x="154" y="239"/>
                </a:lnTo>
                <a:lnTo>
                  <a:pt x="154" y="236"/>
                </a:lnTo>
                <a:lnTo>
                  <a:pt x="155" y="236"/>
                </a:lnTo>
                <a:lnTo>
                  <a:pt x="155" y="235"/>
                </a:lnTo>
                <a:lnTo>
                  <a:pt x="154" y="235"/>
                </a:lnTo>
                <a:lnTo>
                  <a:pt x="154" y="234"/>
                </a:lnTo>
                <a:lnTo>
                  <a:pt x="153" y="234"/>
                </a:lnTo>
                <a:lnTo>
                  <a:pt x="153" y="233"/>
                </a:lnTo>
                <a:lnTo>
                  <a:pt x="153" y="232"/>
                </a:lnTo>
                <a:lnTo>
                  <a:pt x="153" y="231"/>
                </a:lnTo>
                <a:lnTo>
                  <a:pt x="153" y="230"/>
                </a:lnTo>
                <a:lnTo>
                  <a:pt x="152" y="229"/>
                </a:lnTo>
                <a:lnTo>
                  <a:pt x="152" y="230"/>
                </a:lnTo>
                <a:lnTo>
                  <a:pt x="151" y="230"/>
                </a:lnTo>
                <a:lnTo>
                  <a:pt x="151" y="229"/>
                </a:lnTo>
                <a:lnTo>
                  <a:pt x="152" y="228"/>
                </a:lnTo>
                <a:lnTo>
                  <a:pt x="152" y="227"/>
                </a:lnTo>
                <a:lnTo>
                  <a:pt x="153" y="227"/>
                </a:lnTo>
                <a:lnTo>
                  <a:pt x="153" y="226"/>
                </a:lnTo>
                <a:lnTo>
                  <a:pt x="154" y="226"/>
                </a:lnTo>
                <a:lnTo>
                  <a:pt x="154" y="225"/>
                </a:lnTo>
                <a:lnTo>
                  <a:pt x="153" y="224"/>
                </a:lnTo>
                <a:lnTo>
                  <a:pt x="152" y="224"/>
                </a:lnTo>
                <a:lnTo>
                  <a:pt x="152" y="223"/>
                </a:lnTo>
                <a:lnTo>
                  <a:pt x="153" y="222"/>
                </a:lnTo>
                <a:lnTo>
                  <a:pt x="153" y="221"/>
                </a:lnTo>
                <a:lnTo>
                  <a:pt x="154" y="219"/>
                </a:lnTo>
                <a:lnTo>
                  <a:pt x="155" y="219"/>
                </a:lnTo>
                <a:lnTo>
                  <a:pt x="155" y="218"/>
                </a:lnTo>
                <a:lnTo>
                  <a:pt x="155" y="217"/>
                </a:lnTo>
                <a:lnTo>
                  <a:pt x="154" y="216"/>
                </a:lnTo>
                <a:lnTo>
                  <a:pt x="154" y="215"/>
                </a:lnTo>
                <a:lnTo>
                  <a:pt x="155" y="215"/>
                </a:lnTo>
                <a:lnTo>
                  <a:pt x="155" y="214"/>
                </a:lnTo>
                <a:lnTo>
                  <a:pt x="155" y="213"/>
                </a:lnTo>
                <a:lnTo>
                  <a:pt x="155" y="212"/>
                </a:lnTo>
                <a:lnTo>
                  <a:pt x="155" y="211"/>
                </a:lnTo>
                <a:lnTo>
                  <a:pt x="156" y="211"/>
                </a:lnTo>
                <a:lnTo>
                  <a:pt x="156" y="210"/>
                </a:lnTo>
                <a:lnTo>
                  <a:pt x="156" y="209"/>
                </a:lnTo>
                <a:lnTo>
                  <a:pt x="157" y="209"/>
                </a:lnTo>
                <a:lnTo>
                  <a:pt x="158" y="209"/>
                </a:lnTo>
                <a:lnTo>
                  <a:pt x="159" y="208"/>
                </a:lnTo>
                <a:lnTo>
                  <a:pt x="160" y="207"/>
                </a:lnTo>
                <a:lnTo>
                  <a:pt x="161" y="206"/>
                </a:lnTo>
                <a:lnTo>
                  <a:pt x="161" y="205"/>
                </a:lnTo>
                <a:lnTo>
                  <a:pt x="162" y="204"/>
                </a:lnTo>
                <a:lnTo>
                  <a:pt x="162" y="203"/>
                </a:lnTo>
                <a:lnTo>
                  <a:pt x="163" y="203"/>
                </a:lnTo>
                <a:lnTo>
                  <a:pt x="163" y="202"/>
                </a:lnTo>
                <a:lnTo>
                  <a:pt x="163" y="201"/>
                </a:lnTo>
                <a:lnTo>
                  <a:pt x="163" y="200"/>
                </a:lnTo>
                <a:lnTo>
                  <a:pt x="164" y="200"/>
                </a:lnTo>
                <a:lnTo>
                  <a:pt x="164" y="199"/>
                </a:lnTo>
                <a:lnTo>
                  <a:pt x="164" y="197"/>
                </a:lnTo>
                <a:lnTo>
                  <a:pt x="164" y="196"/>
                </a:lnTo>
                <a:lnTo>
                  <a:pt x="164" y="195"/>
                </a:lnTo>
                <a:lnTo>
                  <a:pt x="164" y="193"/>
                </a:lnTo>
                <a:lnTo>
                  <a:pt x="165" y="193"/>
                </a:lnTo>
                <a:lnTo>
                  <a:pt x="166" y="193"/>
                </a:lnTo>
                <a:lnTo>
                  <a:pt x="168" y="193"/>
                </a:lnTo>
                <a:lnTo>
                  <a:pt x="169" y="192"/>
                </a:lnTo>
                <a:lnTo>
                  <a:pt x="169" y="191"/>
                </a:lnTo>
                <a:lnTo>
                  <a:pt x="170" y="191"/>
                </a:lnTo>
                <a:lnTo>
                  <a:pt x="170" y="192"/>
                </a:lnTo>
                <a:lnTo>
                  <a:pt x="171" y="192"/>
                </a:lnTo>
                <a:lnTo>
                  <a:pt x="172" y="192"/>
                </a:lnTo>
                <a:lnTo>
                  <a:pt x="172" y="191"/>
                </a:lnTo>
                <a:lnTo>
                  <a:pt x="173" y="191"/>
                </a:lnTo>
                <a:lnTo>
                  <a:pt x="174" y="191"/>
                </a:lnTo>
                <a:lnTo>
                  <a:pt x="174" y="192"/>
                </a:lnTo>
                <a:lnTo>
                  <a:pt x="175" y="192"/>
                </a:lnTo>
                <a:lnTo>
                  <a:pt x="175" y="191"/>
                </a:lnTo>
                <a:lnTo>
                  <a:pt x="175" y="190"/>
                </a:lnTo>
                <a:lnTo>
                  <a:pt x="176" y="188"/>
                </a:lnTo>
                <a:lnTo>
                  <a:pt x="177" y="188"/>
                </a:lnTo>
                <a:lnTo>
                  <a:pt x="177" y="187"/>
                </a:lnTo>
                <a:lnTo>
                  <a:pt x="177" y="186"/>
                </a:lnTo>
                <a:lnTo>
                  <a:pt x="178" y="186"/>
                </a:lnTo>
                <a:lnTo>
                  <a:pt x="179" y="186"/>
                </a:lnTo>
                <a:lnTo>
                  <a:pt x="180" y="185"/>
                </a:lnTo>
                <a:lnTo>
                  <a:pt x="180" y="184"/>
                </a:lnTo>
                <a:lnTo>
                  <a:pt x="180" y="183"/>
                </a:lnTo>
                <a:lnTo>
                  <a:pt x="179" y="183"/>
                </a:lnTo>
                <a:lnTo>
                  <a:pt x="178" y="183"/>
                </a:lnTo>
                <a:lnTo>
                  <a:pt x="178" y="184"/>
                </a:lnTo>
                <a:lnTo>
                  <a:pt x="177" y="184"/>
                </a:lnTo>
                <a:lnTo>
                  <a:pt x="177" y="183"/>
                </a:lnTo>
                <a:lnTo>
                  <a:pt x="176" y="183"/>
                </a:lnTo>
                <a:lnTo>
                  <a:pt x="175" y="182"/>
                </a:lnTo>
                <a:lnTo>
                  <a:pt x="176" y="182"/>
                </a:lnTo>
                <a:lnTo>
                  <a:pt x="177" y="181"/>
                </a:lnTo>
                <a:lnTo>
                  <a:pt x="176" y="181"/>
                </a:lnTo>
                <a:lnTo>
                  <a:pt x="176" y="176"/>
                </a:lnTo>
                <a:lnTo>
                  <a:pt x="177" y="176"/>
                </a:lnTo>
                <a:lnTo>
                  <a:pt x="178" y="174"/>
                </a:lnTo>
                <a:lnTo>
                  <a:pt x="179" y="173"/>
                </a:lnTo>
                <a:lnTo>
                  <a:pt x="179" y="172"/>
                </a:lnTo>
                <a:lnTo>
                  <a:pt x="180" y="172"/>
                </a:lnTo>
                <a:lnTo>
                  <a:pt x="181" y="172"/>
                </a:lnTo>
                <a:lnTo>
                  <a:pt x="181" y="173"/>
                </a:lnTo>
                <a:lnTo>
                  <a:pt x="182" y="173"/>
                </a:lnTo>
                <a:lnTo>
                  <a:pt x="182" y="174"/>
                </a:lnTo>
                <a:lnTo>
                  <a:pt x="182" y="173"/>
                </a:lnTo>
                <a:lnTo>
                  <a:pt x="182" y="172"/>
                </a:lnTo>
                <a:lnTo>
                  <a:pt x="183" y="171"/>
                </a:lnTo>
                <a:lnTo>
                  <a:pt x="184" y="171"/>
                </a:lnTo>
                <a:lnTo>
                  <a:pt x="184" y="172"/>
                </a:lnTo>
                <a:lnTo>
                  <a:pt x="185" y="173"/>
                </a:lnTo>
                <a:lnTo>
                  <a:pt x="186" y="173"/>
                </a:lnTo>
                <a:lnTo>
                  <a:pt x="187" y="173"/>
                </a:lnTo>
                <a:lnTo>
                  <a:pt x="188" y="174"/>
                </a:lnTo>
                <a:lnTo>
                  <a:pt x="189" y="174"/>
                </a:lnTo>
                <a:lnTo>
                  <a:pt x="191" y="174"/>
                </a:lnTo>
                <a:lnTo>
                  <a:pt x="192" y="174"/>
                </a:lnTo>
                <a:lnTo>
                  <a:pt x="193" y="174"/>
                </a:lnTo>
                <a:lnTo>
                  <a:pt x="193" y="175"/>
                </a:lnTo>
                <a:lnTo>
                  <a:pt x="193" y="174"/>
                </a:lnTo>
                <a:lnTo>
                  <a:pt x="193" y="173"/>
                </a:lnTo>
                <a:lnTo>
                  <a:pt x="193" y="172"/>
                </a:lnTo>
                <a:lnTo>
                  <a:pt x="194" y="172"/>
                </a:lnTo>
                <a:lnTo>
                  <a:pt x="194" y="171"/>
                </a:lnTo>
                <a:lnTo>
                  <a:pt x="194" y="169"/>
                </a:lnTo>
                <a:lnTo>
                  <a:pt x="194" y="168"/>
                </a:lnTo>
                <a:lnTo>
                  <a:pt x="193" y="168"/>
                </a:lnTo>
                <a:lnTo>
                  <a:pt x="193" y="167"/>
                </a:lnTo>
                <a:lnTo>
                  <a:pt x="193" y="166"/>
                </a:lnTo>
                <a:lnTo>
                  <a:pt x="194" y="164"/>
                </a:lnTo>
                <a:lnTo>
                  <a:pt x="195" y="164"/>
                </a:lnTo>
                <a:lnTo>
                  <a:pt x="196" y="164"/>
                </a:lnTo>
                <a:lnTo>
                  <a:pt x="197" y="164"/>
                </a:lnTo>
                <a:lnTo>
                  <a:pt x="197" y="163"/>
                </a:lnTo>
                <a:lnTo>
                  <a:pt x="197" y="162"/>
                </a:lnTo>
                <a:lnTo>
                  <a:pt x="196" y="162"/>
                </a:lnTo>
                <a:lnTo>
                  <a:pt x="196" y="161"/>
                </a:lnTo>
                <a:lnTo>
                  <a:pt x="197" y="160"/>
                </a:lnTo>
                <a:lnTo>
                  <a:pt x="198" y="160"/>
                </a:lnTo>
                <a:lnTo>
                  <a:pt x="198" y="161"/>
                </a:lnTo>
                <a:lnTo>
                  <a:pt x="199" y="161"/>
                </a:lnTo>
                <a:lnTo>
                  <a:pt x="200" y="161"/>
                </a:lnTo>
                <a:lnTo>
                  <a:pt x="201" y="160"/>
                </a:lnTo>
                <a:lnTo>
                  <a:pt x="202" y="160"/>
                </a:lnTo>
                <a:lnTo>
                  <a:pt x="203" y="159"/>
                </a:lnTo>
                <a:lnTo>
                  <a:pt x="203" y="158"/>
                </a:lnTo>
                <a:lnTo>
                  <a:pt x="204" y="157"/>
                </a:lnTo>
                <a:lnTo>
                  <a:pt x="205" y="156"/>
                </a:lnTo>
                <a:lnTo>
                  <a:pt x="204" y="156"/>
                </a:lnTo>
                <a:lnTo>
                  <a:pt x="204" y="155"/>
                </a:lnTo>
                <a:lnTo>
                  <a:pt x="203" y="155"/>
                </a:lnTo>
                <a:lnTo>
                  <a:pt x="203" y="154"/>
                </a:lnTo>
                <a:lnTo>
                  <a:pt x="203" y="153"/>
                </a:lnTo>
                <a:lnTo>
                  <a:pt x="203" y="151"/>
                </a:lnTo>
                <a:lnTo>
                  <a:pt x="203" y="150"/>
                </a:lnTo>
                <a:lnTo>
                  <a:pt x="202" y="150"/>
                </a:lnTo>
                <a:lnTo>
                  <a:pt x="201" y="150"/>
                </a:lnTo>
                <a:lnTo>
                  <a:pt x="201" y="149"/>
                </a:lnTo>
                <a:lnTo>
                  <a:pt x="201" y="148"/>
                </a:lnTo>
                <a:lnTo>
                  <a:pt x="200" y="147"/>
                </a:lnTo>
                <a:lnTo>
                  <a:pt x="199" y="145"/>
                </a:lnTo>
                <a:lnTo>
                  <a:pt x="199" y="144"/>
                </a:lnTo>
                <a:lnTo>
                  <a:pt x="199" y="143"/>
                </a:lnTo>
                <a:lnTo>
                  <a:pt x="199" y="142"/>
                </a:lnTo>
                <a:lnTo>
                  <a:pt x="199" y="141"/>
                </a:lnTo>
                <a:lnTo>
                  <a:pt x="200" y="139"/>
                </a:lnTo>
                <a:lnTo>
                  <a:pt x="200" y="138"/>
                </a:lnTo>
                <a:lnTo>
                  <a:pt x="199" y="138"/>
                </a:lnTo>
                <a:lnTo>
                  <a:pt x="199" y="137"/>
                </a:lnTo>
                <a:lnTo>
                  <a:pt x="198" y="137"/>
                </a:lnTo>
                <a:lnTo>
                  <a:pt x="198" y="136"/>
                </a:lnTo>
                <a:lnTo>
                  <a:pt x="199" y="134"/>
                </a:lnTo>
                <a:lnTo>
                  <a:pt x="199" y="133"/>
                </a:lnTo>
                <a:lnTo>
                  <a:pt x="199" y="132"/>
                </a:lnTo>
                <a:lnTo>
                  <a:pt x="199" y="131"/>
                </a:lnTo>
                <a:lnTo>
                  <a:pt x="200" y="131"/>
                </a:lnTo>
                <a:lnTo>
                  <a:pt x="200" y="132"/>
                </a:lnTo>
                <a:lnTo>
                  <a:pt x="201" y="132"/>
                </a:lnTo>
                <a:lnTo>
                  <a:pt x="202" y="132"/>
                </a:lnTo>
                <a:lnTo>
                  <a:pt x="203" y="131"/>
                </a:lnTo>
                <a:lnTo>
                  <a:pt x="204" y="131"/>
                </a:lnTo>
                <a:lnTo>
                  <a:pt x="205" y="131"/>
                </a:lnTo>
                <a:lnTo>
                  <a:pt x="204" y="130"/>
                </a:lnTo>
                <a:lnTo>
                  <a:pt x="205" y="130"/>
                </a:lnTo>
                <a:lnTo>
                  <a:pt x="206" y="129"/>
                </a:lnTo>
                <a:lnTo>
                  <a:pt x="206" y="128"/>
                </a:lnTo>
                <a:lnTo>
                  <a:pt x="207" y="128"/>
                </a:lnTo>
                <a:lnTo>
                  <a:pt x="208" y="128"/>
                </a:lnTo>
                <a:lnTo>
                  <a:pt x="208" y="129"/>
                </a:lnTo>
                <a:lnTo>
                  <a:pt x="208" y="128"/>
                </a:lnTo>
                <a:lnTo>
                  <a:pt x="209" y="128"/>
                </a:lnTo>
                <a:lnTo>
                  <a:pt x="209" y="127"/>
                </a:lnTo>
                <a:lnTo>
                  <a:pt x="209" y="126"/>
                </a:lnTo>
                <a:lnTo>
                  <a:pt x="210" y="126"/>
                </a:lnTo>
                <a:lnTo>
                  <a:pt x="211" y="126"/>
                </a:lnTo>
                <a:lnTo>
                  <a:pt x="211" y="125"/>
                </a:lnTo>
                <a:lnTo>
                  <a:pt x="212" y="124"/>
                </a:lnTo>
                <a:lnTo>
                  <a:pt x="212" y="125"/>
                </a:lnTo>
                <a:lnTo>
                  <a:pt x="212" y="124"/>
                </a:lnTo>
                <a:lnTo>
                  <a:pt x="213" y="124"/>
                </a:lnTo>
                <a:lnTo>
                  <a:pt x="213" y="123"/>
                </a:lnTo>
                <a:lnTo>
                  <a:pt x="213" y="122"/>
                </a:lnTo>
                <a:lnTo>
                  <a:pt x="214" y="122"/>
                </a:lnTo>
                <a:lnTo>
                  <a:pt x="214" y="121"/>
                </a:lnTo>
                <a:lnTo>
                  <a:pt x="215" y="121"/>
                </a:lnTo>
                <a:lnTo>
                  <a:pt x="215" y="120"/>
                </a:lnTo>
                <a:lnTo>
                  <a:pt x="215" y="117"/>
                </a:lnTo>
                <a:lnTo>
                  <a:pt x="216" y="117"/>
                </a:lnTo>
                <a:lnTo>
                  <a:pt x="215" y="115"/>
                </a:lnTo>
                <a:lnTo>
                  <a:pt x="214" y="115"/>
                </a:lnTo>
                <a:lnTo>
                  <a:pt x="214" y="114"/>
                </a:lnTo>
                <a:lnTo>
                  <a:pt x="213" y="114"/>
                </a:lnTo>
                <a:lnTo>
                  <a:pt x="213" y="113"/>
                </a:lnTo>
                <a:lnTo>
                  <a:pt x="214" y="113"/>
                </a:lnTo>
                <a:lnTo>
                  <a:pt x="213" y="112"/>
                </a:lnTo>
                <a:lnTo>
                  <a:pt x="212" y="111"/>
                </a:lnTo>
                <a:lnTo>
                  <a:pt x="212" y="110"/>
                </a:lnTo>
                <a:lnTo>
                  <a:pt x="212" y="109"/>
                </a:lnTo>
                <a:lnTo>
                  <a:pt x="211" y="109"/>
                </a:lnTo>
                <a:lnTo>
                  <a:pt x="210" y="109"/>
                </a:lnTo>
                <a:lnTo>
                  <a:pt x="210" y="108"/>
                </a:lnTo>
                <a:lnTo>
                  <a:pt x="209" y="108"/>
                </a:lnTo>
                <a:lnTo>
                  <a:pt x="209" y="107"/>
                </a:lnTo>
                <a:lnTo>
                  <a:pt x="208" y="106"/>
                </a:lnTo>
                <a:lnTo>
                  <a:pt x="209" y="105"/>
                </a:lnTo>
                <a:lnTo>
                  <a:pt x="209" y="104"/>
                </a:lnTo>
                <a:lnTo>
                  <a:pt x="210" y="104"/>
                </a:lnTo>
                <a:lnTo>
                  <a:pt x="211" y="103"/>
                </a:lnTo>
                <a:lnTo>
                  <a:pt x="210" y="103"/>
                </a:lnTo>
                <a:lnTo>
                  <a:pt x="210" y="102"/>
                </a:lnTo>
                <a:lnTo>
                  <a:pt x="211" y="101"/>
                </a:lnTo>
                <a:lnTo>
                  <a:pt x="211" y="100"/>
                </a:lnTo>
                <a:lnTo>
                  <a:pt x="210" y="100"/>
                </a:lnTo>
                <a:lnTo>
                  <a:pt x="210" y="98"/>
                </a:lnTo>
                <a:lnTo>
                  <a:pt x="209" y="98"/>
                </a:lnTo>
                <a:lnTo>
                  <a:pt x="208" y="97"/>
                </a:lnTo>
                <a:lnTo>
                  <a:pt x="208" y="96"/>
                </a:lnTo>
                <a:lnTo>
                  <a:pt x="207" y="95"/>
                </a:lnTo>
                <a:lnTo>
                  <a:pt x="206" y="95"/>
                </a:lnTo>
                <a:lnTo>
                  <a:pt x="206" y="94"/>
                </a:lnTo>
                <a:lnTo>
                  <a:pt x="205" y="94"/>
                </a:lnTo>
                <a:lnTo>
                  <a:pt x="204" y="94"/>
                </a:lnTo>
                <a:lnTo>
                  <a:pt x="204" y="93"/>
                </a:lnTo>
                <a:lnTo>
                  <a:pt x="204" y="92"/>
                </a:lnTo>
                <a:lnTo>
                  <a:pt x="204" y="91"/>
                </a:lnTo>
                <a:lnTo>
                  <a:pt x="203" y="90"/>
                </a:lnTo>
                <a:lnTo>
                  <a:pt x="204" y="89"/>
                </a:lnTo>
                <a:lnTo>
                  <a:pt x="205" y="89"/>
                </a:lnTo>
                <a:lnTo>
                  <a:pt x="206" y="88"/>
                </a:lnTo>
                <a:lnTo>
                  <a:pt x="205" y="88"/>
                </a:lnTo>
                <a:lnTo>
                  <a:pt x="205" y="87"/>
                </a:lnTo>
                <a:lnTo>
                  <a:pt x="205" y="86"/>
                </a:lnTo>
                <a:lnTo>
                  <a:pt x="204" y="85"/>
                </a:lnTo>
                <a:lnTo>
                  <a:pt x="205" y="84"/>
                </a:lnTo>
                <a:lnTo>
                  <a:pt x="206" y="84"/>
                </a:lnTo>
                <a:lnTo>
                  <a:pt x="206" y="83"/>
                </a:lnTo>
                <a:lnTo>
                  <a:pt x="206" y="81"/>
                </a:lnTo>
                <a:lnTo>
                  <a:pt x="207" y="80"/>
                </a:lnTo>
                <a:lnTo>
                  <a:pt x="208" y="80"/>
                </a:lnTo>
                <a:lnTo>
                  <a:pt x="209" y="80"/>
                </a:lnTo>
                <a:lnTo>
                  <a:pt x="210" y="80"/>
                </a:lnTo>
                <a:lnTo>
                  <a:pt x="211" y="80"/>
                </a:lnTo>
                <a:lnTo>
                  <a:pt x="212" y="79"/>
                </a:lnTo>
                <a:lnTo>
                  <a:pt x="213" y="79"/>
                </a:lnTo>
                <a:lnTo>
                  <a:pt x="213" y="78"/>
                </a:lnTo>
                <a:lnTo>
                  <a:pt x="213" y="77"/>
                </a:lnTo>
                <a:lnTo>
                  <a:pt x="213" y="76"/>
                </a:lnTo>
                <a:lnTo>
                  <a:pt x="213" y="75"/>
                </a:lnTo>
                <a:lnTo>
                  <a:pt x="214" y="75"/>
                </a:lnTo>
                <a:lnTo>
                  <a:pt x="215" y="73"/>
                </a:lnTo>
                <a:lnTo>
                  <a:pt x="216" y="73"/>
                </a:lnTo>
                <a:lnTo>
                  <a:pt x="216" y="72"/>
                </a:lnTo>
                <a:lnTo>
                  <a:pt x="217" y="72"/>
                </a:lnTo>
                <a:lnTo>
                  <a:pt x="219" y="71"/>
                </a:lnTo>
                <a:lnTo>
                  <a:pt x="218" y="71"/>
                </a:lnTo>
                <a:lnTo>
                  <a:pt x="219" y="70"/>
                </a:lnTo>
                <a:lnTo>
                  <a:pt x="220" y="70"/>
                </a:lnTo>
                <a:lnTo>
                  <a:pt x="221" y="69"/>
                </a:lnTo>
                <a:lnTo>
                  <a:pt x="222" y="68"/>
                </a:lnTo>
                <a:lnTo>
                  <a:pt x="223" y="68"/>
                </a:lnTo>
                <a:lnTo>
                  <a:pt x="223" y="69"/>
                </a:lnTo>
                <a:lnTo>
                  <a:pt x="224" y="69"/>
                </a:lnTo>
                <a:lnTo>
                  <a:pt x="224" y="68"/>
                </a:lnTo>
                <a:lnTo>
                  <a:pt x="225" y="68"/>
                </a:lnTo>
                <a:lnTo>
                  <a:pt x="225" y="66"/>
                </a:lnTo>
                <a:lnTo>
                  <a:pt x="225" y="65"/>
                </a:lnTo>
                <a:lnTo>
                  <a:pt x="225" y="64"/>
                </a:lnTo>
                <a:lnTo>
                  <a:pt x="225" y="63"/>
                </a:lnTo>
                <a:lnTo>
                  <a:pt x="225" y="62"/>
                </a:lnTo>
                <a:lnTo>
                  <a:pt x="226" y="60"/>
                </a:lnTo>
                <a:lnTo>
                  <a:pt x="225" y="60"/>
                </a:lnTo>
                <a:lnTo>
                  <a:pt x="224" y="59"/>
                </a:lnTo>
                <a:lnTo>
                  <a:pt x="223" y="59"/>
                </a:lnTo>
                <a:lnTo>
                  <a:pt x="223" y="58"/>
                </a:lnTo>
                <a:lnTo>
                  <a:pt x="222" y="58"/>
                </a:lnTo>
                <a:lnTo>
                  <a:pt x="222" y="57"/>
                </a:lnTo>
                <a:lnTo>
                  <a:pt x="221" y="57"/>
                </a:lnTo>
                <a:lnTo>
                  <a:pt x="221" y="56"/>
                </a:lnTo>
                <a:lnTo>
                  <a:pt x="221" y="53"/>
                </a:lnTo>
                <a:lnTo>
                  <a:pt x="222" y="53"/>
                </a:lnTo>
                <a:lnTo>
                  <a:pt x="223" y="51"/>
                </a:lnTo>
                <a:lnTo>
                  <a:pt x="223" y="50"/>
                </a:lnTo>
                <a:lnTo>
                  <a:pt x="224" y="50"/>
                </a:lnTo>
                <a:lnTo>
                  <a:pt x="224" y="49"/>
                </a:lnTo>
                <a:lnTo>
                  <a:pt x="223" y="49"/>
                </a:lnTo>
                <a:lnTo>
                  <a:pt x="223" y="48"/>
                </a:lnTo>
                <a:lnTo>
                  <a:pt x="224" y="48"/>
                </a:lnTo>
                <a:lnTo>
                  <a:pt x="224" y="47"/>
                </a:lnTo>
                <a:lnTo>
                  <a:pt x="224" y="46"/>
                </a:lnTo>
                <a:lnTo>
                  <a:pt x="224" y="45"/>
                </a:lnTo>
                <a:lnTo>
                  <a:pt x="224" y="43"/>
                </a:lnTo>
                <a:lnTo>
                  <a:pt x="225" y="40"/>
                </a:lnTo>
                <a:lnTo>
                  <a:pt x="226" y="39"/>
                </a:lnTo>
                <a:lnTo>
                  <a:pt x="226" y="37"/>
                </a:lnTo>
                <a:lnTo>
                  <a:pt x="226" y="36"/>
                </a:lnTo>
                <a:lnTo>
                  <a:pt x="227" y="35"/>
                </a:lnTo>
                <a:lnTo>
                  <a:pt x="227" y="34"/>
                </a:lnTo>
                <a:lnTo>
                  <a:pt x="227" y="33"/>
                </a:lnTo>
                <a:lnTo>
                  <a:pt x="228" y="33"/>
                </a:lnTo>
                <a:lnTo>
                  <a:pt x="230" y="34"/>
                </a:lnTo>
                <a:lnTo>
                  <a:pt x="230" y="33"/>
                </a:lnTo>
                <a:lnTo>
                  <a:pt x="231" y="33"/>
                </a:lnTo>
                <a:lnTo>
                  <a:pt x="232" y="33"/>
                </a:lnTo>
                <a:lnTo>
                  <a:pt x="233" y="35"/>
                </a:lnTo>
                <a:lnTo>
                  <a:pt x="233" y="36"/>
                </a:lnTo>
                <a:lnTo>
                  <a:pt x="234" y="36"/>
                </a:lnTo>
                <a:lnTo>
                  <a:pt x="235" y="35"/>
                </a:lnTo>
                <a:lnTo>
                  <a:pt x="235" y="36"/>
                </a:lnTo>
                <a:lnTo>
                  <a:pt x="236" y="36"/>
                </a:lnTo>
                <a:lnTo>
                  <a:pt x="237" y="36"/>
                </a:lnTo>
                <a:lnTo>
                  <a:pt x="238" y="36"/>
                </a:lnTo>
                <a:lnTo>
                  <a:pt x="237" y="36"/>
                </a:lnTo>
                <a:lnTo>
                  <a:pt x="237" y="35"/>
                </a:lnTo>
                <a:lnTo>
                  <a:pt x="238" y="35"/>
                </a:lnTo>
                <a:lnTo>
                  <a:pt x="238" y="34"/>
                </a:lnTo>
                <a:lnTo>
                  <a:pt x="239" y="34"/>
                </a:lnTo>
                <a:lnTo>
                  <a:pt x="239" y="35"/>
                </a:lnTo>
                <a:lnTo>
                  <a:pt x="240" y="34"/>
                </a:lnTo>
                <a:lnTo>
                  <a:pt x="241" y="34"/>
                </a:lnTo>
                <a:lnTo>
                  <a:pt x="241" y="33"/>
                </a:lnTo>
                <a:lnTo>
                  <a:pt x="242" y="33"/>
                </a:lnTo>
                <a:lnTo>
                  <a:pt x="243" y="33"/>
                </a:lnTo>
                <a:lnTo>
                  <a:pt x="243" y="34"/>
                </a:lnTo>
                <a:lnTo>
                  <a:pt x="244" y="34"/>
                </a:lnTo>
                <a:lnTo>
                  <a:pt x="244" y="35"/>
                </a:lnTo>
                <a:lnTo>
                  <a:pt x="245" y="35"/>
                </a:lnTo>
                <a:lnTo>
                  <a:pt x="245" y="36"/>
                </a:lnTo>
                <a:lnTo>
                  <a:pt x="245" y="37"/>
                </a:lnTo>
                <a:lnTo>
                  <a:pt x="246" y="38"/>
                </a:lnTo>
                <a:lnTo>
                  <a:pt x="247" y="38"/>
                </a:lnTo>
                <a:lnTo>
                  <a:pt x="248" y="37"/>
                </a:lnTo>
                <a:lnTo>
                  <a:pt x="249" y="36"/>
                </a:lnTo>
                <a:lnTo>
                  <a:pt x="249" y="35"/>
                </a:lnTo>
                <a:lnTo>
                  <a:pt x="249" y="34"/>
                </a:lnTo>
                <a:lnTo>
                  <a:pt x="250" y="33"/>
                </a:lnTo>
                <a:lnTo>
                  <a:pt x="250" y="34"/>
                </a:lnTo>
                <a:lnTo>
                  <a:pt x="251" y="34"/>
                </a:lnTo>
                <a:lnTo>
                  <a:pt x="251" y="35"/>
                </a:lnTo>
                <a:lnTo>
                  <a:pt x="251" y="36"/>
                </a:lnTo>
                <a:lnTo>
                  <a:pt x="251" y="37"/>
                </a:lnTo>
                <a:lnTo>
                  <a:pt x="252" y="37"/>
                </a:lnTo>
                <a:lnTo>
                  <a:pt x="253" y="37"/>
                </a:lnTo>
                <a:lnTo>
                  <a:pt x="255" y="37"/>
                </a:lnTo>
                <a:lnTo>
                  <a:pt x="255" y="38"/>
                </a:lnTo>
                <a:lnTo>
                  <a:pt x="257" y="38"/>
                </a:lnTo>
                <a:lnTo>
                  <a:pt x="258" y="39"/>
                </a:lnTo>
                <a:lnTo>
                  <a:pt x="260" y="39"/>
                </a:lnTo>
                <a:lnTo>
                  <a:pt x="260" y="40"/>
                </a:lnTo>
                <a:lnTo>
                  <a:pt x="261" y="40"/>
                </a:lnTo>
                <a:lnTo>
                  <a:pt x="264" y="40"/>
                </a:lnTo>
                <a:lnTo>
                  <a:pt x="266" y="39"/>
                </a:lnTo>
                <a:lnTo>
                  <a:pt x="267" y="38"/>
                </a:lnTo>
                <a:lnTo>
                  <a:pt x="268" y="38"/>
                </a:lnTo>
                <a:lnTo>
                  <a:pt x="269" y="39"/>
                </a:lnTo>
                <a:lnTo>
                  <a:pt x="271" y="41"/>
                </a:lnTo>
                <a:lnTo>
                  <a:pt x="272" y="42"/>
                </a:lnTo>
                <a:lnTo>
                  <a:pt x="273" y="43"/>
                </a:lnTo>
                <a:lnTo>
                  <a:pt x="272" y="43"/>
                </a:lnTo>
                <a:lnTo>
                  <a:pt x="273" y="43"/>
                </a:lnTo>
                <a:lnTo>
                  <a:pt x="274" y="44"/>
                </a:lnTo>
                <a:lnTo>
                  <a:pt x="274" y="45"/>
                </a:lnTo>
                <a:lnTo>
                  <a:pt x="275" y="47"/>
                </a:lnTo>
                <a:lnTo>
                  <a:pt x="274" y="48"/>
                </a:lnTo>
                <a:lnTo>
                  <a:pt x="274" y="50"/>
                </a:lnTo>
                <a:lnTo>
                  <a:pt x="275" y="51"/>
                </a:lnTo>
                <a:lnTo>
                  <a:pt x="275" y="52"/>
                </a:lnTo>
                <a:lnTo>
                  <a:pt x="276" y="52"/>
                </a:lnTo>
                <a:lnTo>
                  <a:pt x="277" y="53"/>
                </a:lnTo>
                <a:lnTo>
                  <a:pt x="277" y="54"/>
                </a:lnTo>
                <a:lnTo>
                  <a:pt x="277" y="55"/>
                </a:lnTo>
                <a:lnTo>
                  <a:pt x="277" y="57"/>
                </a:lnTo>
                <a:lnTo>
                  <a:pt x="278" y="57"/>
                </a:lnTo>
                <a:lnTo>
                  <a:pt x="280" y="57"/>
                </a:lnTo>
                <a:lnTo>
                  <a:pt x="280" y="58"/>
                </a:lnTo>
                <a:lnTo>
                  <a:pt x="281" y="58"/>
                </a:lnTo>
                <a:lnTo>
                  <a:pt x="281" y="60"/>
                </a:lnTo>
                <a:lnTo>
                  <a:pt x="281" y="61"/>
                </a:lnTo>
                <a:lnTo>
                  <a:pt x="281" y="62"/>
                </a:lnTo>
                <a:lnTo>
                  <a:pt x="280" y="63"/>
                </a:lnTo>
                <a:lnTo>
                  <a:pt x="281" y="63"/>
                </a:lnTo>
                <a:lnTo>
                  <a:pt x="281" y="64"/>
                </a:lnTo>
                <a:lnTo>
                  <a:pt x="282" y="64"/>
                </a:lnTo>
                <a:lnTo>
                  <a:pt x="282" y="63"/>
                </a:lnTo>
                <a:lnTo>
                  <a:pt x="284" y="63"/>
                </a:lnTo>
                <a:lnTo>
                  <a:pt x="285" y="63"/>
                </a:lnTo>
                <a:lnTo>
                  <a:pt x="286" y="63"/>
                </a:lnTo>
                <a:lnTo>
                  <a:pt x="287" y="63"/>
                </a:lnTo>
                <a:lnTo>
                  <a:pt x="288" y="63"/>
                </a:lnTo>
                <a:lnTo>
                  <a:pt x="289" y="63"/>
                </a:lnTo>
                <a:lnTo>
                  <a:pt x="289" y="62"/>
                </a:lnTo>
                <a:lnTo>
                  <a:pt x="290" y="61"/>
                </a:lnTo>
                <a:lnTo>
                  <a:pt x="292" y="61"/>
                </a:lnTo>
                <a:lnTo>
                  <a:pt x="292" y="60"/>
                </a:lnTo>
                <a:lnTo>
                  <a:pt x="294" y="60"/>
                </a:lnTo>
                <a:lnTo>
                  <a:pt x="294" y="61"/>
                </a:lnTo>
                <a:lnTo>
                  <a:pt x="295" y="61"/>
                </a:lnTo>
                <a:lnTo>
                  <a:pt x="296" y="60"/>
                </a:lnTo>
                <a:lnTo>
                  <a:pt x="296" y="61"/>
                </a:lnTo>
                <a:lnTo>
                  <a:pt x="297" y="61"/>
                </a:lnTo>
                <a:lnTo>
                  <a:pt x="298" y="60"/>
                </a:lnTo>
                <a:lnTo>
                  <a:pt x="299" y="60"/>
                </a:lnTo>
                <a:lnTo>
                  <a:pt x="300" y="60"/>
                </a:lnTo>
                <a:lnTo>
                  <a:pt x="300" y="59"/>
                </a:lnTo>
                <a:lnTo>
                  <a:pt x="299" y="59"/>
                </a:lnTo>
                <a:lnTo>
                  <a:pt x="299" y="58"/>
                </a:lnTo>
                <a:lnTo>
                  <a:pt x="300" y="58"/>
                </a:lnTo>
                <a:lnTo>
                  <a:pt x="301" y="58"/>
                </a:lnTo>
                <a:lnTo>
                  <a:pt x="301" y="57"/>
                </a:lnTo>
                <a:lnTo>
                  <a:pt x="300" y="57"/>
                </a:lnTo>
                <a:lnTo>
                  <a:pt x="301" y="56"/>
                </a:lnTo>
                <a:lnTo>
                  <a:pt x="301" y="55"/>
                </a:lnTo>
                <a:lnTo>
                  <a:pt x="301" y="54"/>
                </a:lnTo>
                <a:lnTo>
                  <a:pt x="300" y="54"/>
                </a:lnTo>
                <a:lnTo>
                  <a:pt x="299" y="53"/>
                </a:lnTo>
                <a:lnTo>
                  <a:pt x="299" y="52"/>
                </a:lnTo>
                <a:lnTo>
                  <a:pt x="299" y="51"/>
                </a:lnTo>
                <a:lnTo>
                  <a:pt x="299" y="50"/>
                </a:lnTo>
                <a:lnTo>
                  <a:pt x="298" y="50"/>
                </a:lnTo>
                <a:lnTo>
                  <a:pt x="298" y="49"/>
                </a:lnTo>
                <a:lnTo>
                  <a:pt x="299" y="48"/>
                </a:lnTo>
                <a:lnTo>
                  <a:pt x="299" y="47"/>
                </a:lnTo>
                <a:lnTo>
                  <a:pt x="300" y="47"/>
                </a:lnTo>
                <a:lnTo>
                  <a:pt x="300" y="46"/>
                </a:lnTo>
                <a:lnTo>
                  <a:pt x="300" y="45"/>
                </a:lnTo>
                <a:lnTo>
                  <a:pt x="301" y="44"/>
                </a:lnTo>
                <a:lnTo>
                  <a:pt x="301" y="43"/>
                </a:lnTo>
                <a:lnTo>
                  <a:pt x="299" y="40"/>
                </a:lnTo>
                <a:lnTo>
                  <a:pt x="298" y="40"/>
                </a:lnTo>
                <a:lnTo>
                  <a:pt x="298" y="39"/>
                </a:lnTo>
                <a:lnTo>
                  <a:pt x="297" y="39"/>
                </a:lnTo>
                <a:lnTo>
                  <a:pt x="297" y="38"/>
                </a:lnTo>
                <a:lnTo>
                  <a:pt x="297" y="36"/>
                </a:lnTo>
                <a:lnTo>
                  <a:pt x="297" y="35"/>
                </a:lnTo>
                <a:lnTo>
                  <a:pt x="298" y="35"/>
                </a:lnTo>
                <a:lnTo>
                  <a:pt x="299" y="34"/>
                </a:lnTo>
                <a:lnTo>
                  <a:pt x="301" y="33"/>
                </a:lnTo>
                <a:lnTo>
                  <a:pt x="302" y="33"/>
                </a:lnTo>
                <a:lnTo>
                  <a:pt x="303" y="33"/>
                </a:lnTo>
                <a:lnTo>
                  <a:pt x="303" y="32"/>
                </a:lnTo>
                <a:lnTo>
                  <a:pt x="303" y="31"/>
                </a:lnTo>
                <a:lnTo>
                  <a:pt x="302" y="31"/>
                </a:lnTo>
                <a:lnTo>
                  <a:pt x="301" y="30"/>
                </a:lnTo>
                <a:lnTo>
                  <a:pt x="301" y="29"/>
                </a:lnTo>
                <a:lnTo>
                  <a:pt x="300" y="28"/>
                </a:lnTo>
                <a:lnTo>
                  <a:pt x="300" y="27"/>
                </a:lnTo>
                <a:lnTo>
                  <a:pt x="299" y="27"/>
                </a:lnTo>
                <a:lnTo>
                  <a:pt x="298" y="27"/>
                </a:lnTo>
                <a:lnTo>
                  <a:pt x="297" y="27"/>
                </a:lnTo>
                <a:lnTo>
                  <a:pt x="296" y="27"/>
                </a:lnTo>
                <a:lnTo>
                  <a:pt x="295" y="27"/>
                </a:lnTo>
                <a:lnTo>
                  <a:pt x="294" y="27"/>
                </a:lnTo>
                <a:lnTo>
                  <a:pt x="294" y="28"/>
                </a:lnTo>
                <a:lnTo>
                  <a:pt x="293" y="27"/>
                </a:lnTo>
                <a:lnTo>
                  <a:pt x="292" y="27"/>
                </a:lnTo>
                <a:lnTo>
                  <a:pt x="291" y="28"/>
                </a:lnTo>
                <a:lnTo>
                  <a:pt x="290" y="28"/>
                </a:lnTo>
                <a:lnTo>
                  <a:pt x="290" y="27"/>
                </a:lnTo>
                <a:lnTo>
                  <a:pt x="289" y="27"/>
                </a:lnTo>
                <a:lnTo>
                  <a:pt x="288" y="27"/>
                </a:lnTo>
                <a:lnTo>
                  <a:pt x="288" y="26"/>
                </a:lnTo>
                <a:lnTo>
                  <a:pt x="288" y="25"/>
                </a:lnTo>
                <a:lnTo>
                  <a:pt x="288" y="24"/>
                </a:lnTo>
                <a:lnTo>
                  <a:pt x="288" y="23"/>
                </a:lnTo>
                <a:lnTo>
                  <a:pt x="287" y="22"/>
                </a:lnTo>
                <a:lnTo>
                  <a:pt x="287" y="21"/>
                </a:lnTo>
                <a:lnTo>
                  <a:pt x="287" y="20"/>
                </a:lnTo>
                <a:lnTo>
                  <a:pt x="287" y="19"/>
                </a:lnTo>
                <a:lnTo>
                  <a:pt x="287" y="18"/>
                </a:lnTo>
                <a:lnTo>
                  <a:pt x="288" y="19"/>
                </a:lnTo>
                <a:lnTo>
                  <a:pt x="289" y="19"/>
                </a:lnTo>
                <a:lnTo>
                  <a:pt x="289" y="18"/>
                </a:lnTo>
                <a:lnTo>
                  <a:pt x="290" y="18"/>
                </a:lnTo>
                <a:lnTo>
                  <a:pt x="291" y="18"/>
                </a:lnTo>
                <a:lnTo>
                  <a:pt x="291" y="19"/>
                </a:lnTo>
                <a:lnTo>
                  <a:pt x="291" y="20"/>
                </a:lnTo>
                <a:lnTo>
                  <a:pt x="291" y="21"/>
                </a:lnTo>
                <a:lnTo>
                  <a:pt x="292" y="22"/>
                </a:lnTo>
                <a:lnTo>
                  <a:pt x="293" y="22"/>
                </a:lnTo>
                <a:lnTo>
                  <a:pt x="294" y="22"/>
                </a:lnTo>
                <a:lnTo>
                  <a:pt x="294" y="21"/>
                </a:lnTo>
                <a:lnTo>
                  <a:pt x="293" y="21"/>
                </a:lnTo>
                <a:lnTo>
                  <a:pt x="294" y="21"/>
                </a:lnTo>
                <a:lnTo>
                  <a:pt x="294" y="19"/>
                </a:lnTo>
                <a:lnTo>
                  <a:pt x="295" y="18"/>
                </a:lnTo>
                <a:lnTo>
                  <a:pt x="296" y="18"/>
                </a:lnTo>
                <a:lnTo>
                  <a:pt x="297" y="18"/>
                </a:lnTo>
                <a:lnTo>
                  <a:pt x="297" y="17"/>
                </a:lnTo>
                <a:lnTo>
                  <a:pt x="297" y="16"/>
                </a:lnTo>
                <a:lnTo>
                  <a:pt x="299" y="16"/>
                </a:lnTo>
                <a:lnTo>
                  <a:pt x="299" y="17"/>
                </a:lnTo>
                <a:lnTo>
                  <a:pt x="300" y="17"/>
                </a:lnTo>
                <a:lnTo>
                  <a:pt x="302" y="17"/>
                </a:lnTo>
                <a:lnTo>
                  <a:pt x="303" y="16"/>
                </a:lnTo>
                <a:lnTo>
                  <a:pt x="303" y="15"/>
                </a:lnTo>
                <a:lnTo>
                  <a:pt x="304" y="15"/>
                </a:lnTo>
                <a:lnTo>
                  <a:pt x="305" y="14"/>
                </a:lnTo>
                <a:lnTo>
                  <a:pt x="306" y="13"/>
                </a:lnTo>
                <a:lnTo>
                  <a:pt x="307" y="13"/>
                </a:lnTo>
                <a:lnTo>
                  <a:pt x="307" y="12"/>
                </a:lnTo>
                <a:lnTo>
                  <a:pt x="308" y="12"/>
                </a:lnTo>
                <a:lnTo>
                  <a:pt x="308" y="10"/>
                </a:lnTo>
                <a:lnTo>
                  <a:pt x="309" y="9"/>
                </a:lnTo>
                <a:lnTo>
                  <a:pt x="310" y="9"/>
                </a:lnTo>
                <a:lnTo>
                  <a:pt x="311" y="10"/>
                </a:lnTo>
                <a:lnTo>
                  <a:pt x="312" y="10"/>
                </a:lnTo>
                <a:lnTo>
                  <a:pt x="312" y="9"/>
                </a:lnTo>
                <a:lnTo>
                  <a:pt x="312" y="8"/>
                </a:lnTo>
                <a:lnTo>
                  <a:pt x="311" y="8"/>
                </a:lnTo>
                <a:lnTo>
                  <a:pt x="311" y="7"/>
                </a:lnTo>
                <a:lnTo>
                  <a:pt x="311" y="6"/>
                </a:lnTo>
                <a:lnTo>
                  <a:pt x="311" y="5"/>
                </a:lnTo>
                <a:lnTo>
                  <a:pt x="312" y="5"/>
                </a:lnTo>
                <a:lnTo>
                  <a:pt x="313" y="5"/>
                </a:lnTo>
                <a:lnTo>
                  <a:pt x="314" y="5"/>
                </a:lnTo>
                <a:lnTo>
                  <a:pt x="314" y="4"/>
                </a:lnTo>
                <a:lnTo>
                  <a:pt x="313" y="4"/>
                </a:lnTo>
                <a:lnTo>
                  <a:pt x="313" y="3"/>
                </a:lnTo>
                <a:lnTo>
                  <a:pt x="313" y="2"/>
                </a:lnTo>
                <a:lnTo>
                  <a:pt x="314" y="2"/>
                </a:lnTo>
                <a:lnTo>
                  <a:pt x="315" y="2"/>
                </a:lnTo>
                <a:lnTo>
                  <a:pt x="315" y="3"/>
                </a:lnTo>
                <a:lnTo>
                  <a:pt x="315" y="4"/>
                </a:lnTo>
                <a:lnTo>
                  <a:pt x="316" y="5"/>
                </a:lnTo>
                <a:lnTo>
                  <a:pt x="317" y="4"/>
                </a:lnTo>
                <a:lnTo>
                  <a:pt x="318" y="4"/>
                </a:lnTo>
                <a:lnTo>
                  <a:pt x="318" y="3"/>
                </a:lnTo>
                <a:lnTo>
                  <a:pt x="319" y="3"/>
                </a:lnTo>
                <a:lnTo>
                  <a:pt x="319" y="1"/>
                </a:lnTo>
                <a:lnTo>
                  <a:pt x="320" y="0"/>
                </a:lnTo>
                <a:lnTo>
                  <a:pt x="322" y="0"/>
                </a:lnTo>
                <a:lnTo>
                  <a:pt x="323" y="1"/>
                </a:lnTo>
                <a:lnTo>
                  <a:pt x="324" y="1"/>
                </a:lnTo>
                <a:lnTo>
                  <a:pt x="325" y="1"/>
                </a:lnTo>
                <a:lnTo>
                  <a:pt x="325" y="2"/>
                </a:lnTo>
                <a:lnTo>
                  <a:pt x="326" y="2"/>
                </a:lnTo>
                <a:lnTo>
                  <a:pt x="326" y="1"/>
                </a:lnTo>
                <a:lnTo>
                  <a:pt x="326" y="0"/>
                </a:lnTo>
                <a:lnTo>
                  <a:pt x="327" y="0"/>
                </a:lnTo>
                <a:lnTo>
                  <a:pt x="328" y="0"/>
                </a:lnTo>
                <a:lnTo>
                  <a:pt x="327" y="0"/>
                </a:lnTo>
                <a:lnTo>
                  <a:pt x="327" y="1"/>
                </a:lnTo>
                <a:lnTo>
                  <a:pt x="328" y="2"/>
                </a:lnTo>
                <a:lnTo>
                  <a:pt x="328" y="4"/>
                </a:lnTo>
                <a:lnTo>
                  <a:pt x="328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8" name=""/>
          <p:cNvSpPr/>
          <p:nvPr/>
        </p:nvSpPr>
        <p:spPr>
          <a:xfrm>
            <a:off x="2088000" y="43297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4"/>
                </a:move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2" y="1"/>
                </a:lnTo>
                <a:lnTo>
                  <a:pt x="2" y="3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9" name=""/>
          <p:cNvSpPr/>
          <p:nvPr/>
        </p:nvSpPr>
        <p:spPr>
          <a:xfrm>
            <a:off x="2088720" y="432828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4" y="1"/>
                </a:moveTo>
                <a:lnTo>
                  <a:pt x="4" y="2"/>
                </a:lnTo>
                <a:lnTo>
                  <a:pt x="5" y="2"/>
                </a:lnTo>
                <a:lnTo>
                  <a:pt x="5" y="1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1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0" name=""/>
          <p:cNvSpPr/>
          <p:nvPr/>
        </p:nvSpPr>
        <p:spPr>
          <a:xfrm>
            <a:off x="2078280" y="432684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4" y="2"/>
                </a:moveTo>
                <a:lnTo>
                  <a:pt x="6" y="2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1" name=""/>
          <p:cNvSpPr/>
          <p:nvPr/>
        </p:nvSpPr>
        <p:spPr>
          <a:xfrm>
            <a:off x="2077200" y="43264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5" y="3"/>
                </a:moveTo>
                <a:lnTo>
                  <a:pt x="3" y="3"/>
                </a:lnTo>
                <a:lnTo>
                  <a:pt x="2" y="3"/>
                </a:lnTo>
                <a:lnTo>
                  <a:pt x="2" y="5"/>
                </a:lnTo>
                <a:lnTo>
                  <a:pt x="0" y="3"/>
                </a:lnTo>
                <a:lnTo>
                  <a:pt x="2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2"/>
                </a:lnTo>
                <a:lnTo>
                  <a:pt x="5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2" name=""/>
          <p:cNvSpPr/>
          <p:nvPr/>
        </p:nvSpPr>
        <p:spPr>
          <a:xfrm>
            <a:off x="2091960" y="43261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3" name=""/>
          <p:cNvSpPr/>
          <p:nvPr/>
        </p:nvSpPr>
        <p:spPr>
          <a:xfrm>
            <a:off x="2079360" y="432504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4" y="1"/>
                </a:move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4" y="0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4" name=""/>
          <p:cNvSpPr/>
          <p:nvPr/>
        </p:nvSpPr>
        <p:spPr>
          <a:xfrm>
            <a:off x="2081880" y="43250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5" name=""/>
          <p:cNvSpPr/>
          <p:nvPr/>
        </p:nvSpPr>
        <p:spPr>
          <a:xfrm>
            <a:off x="2081520" y="43250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6" name=""/>
          <p:cNvSpPr/>
          <p:nvPr/>
        </p:nvSpPr>
        <p:spPr>
          <a:xfrm>
            <a:off x="2077920" y="43239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1"/>
                </a:moveTo>
                <a:lnTo>
                  <a:pt x="1" y="1"/>
                </a:lnTo>
                <a:lnTo>
                  <a:pt x="1" y="3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7" name=""/>
          <p:cNvSpPr/>
          <p:nvPr/>
        </p:nvSpPr>
        <p:spPr>
          <a:xfrm>
            <a:off x="2088000" y="43236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8" name=""/>
          <p:cNvSpPr/>
          <p:nvPr/>
        </p:nvSpPr>
        <p:spPr>
          <a:xfrm>
            <a:off x="2084760" y="4323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9" name=""/>
          <p:cNvSpPr/>
          <p:nvPr/>
        </p:nvSpPr>
        <p:spPr>
          <a:xfrm>
            <a:off x="2088360" y="43236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0" name=""/>
          <p:cNvSpPr/>
          <p:nvPr/>
        </p:nvSpPr>
        <p:spPr>
          <a:xfrm>
            <a:off x="2085120" y="43232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1" name=""/>
          <p:cNvSpPr/>
          <p:nvPr/>
        </p:nvSpPr>
        <p:spPr>
          <a:xfrm>
            <a:off x="2077920" y="43236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2" name=""/>
          <p:cNvSpPr/>
          <p:nvPr/>
        </p:nvSpPr>
        <p:spPr>
          <a:xfrm>
            <a:off x="2087640" y="43232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3" name=""/>
          <p:cNvSpPr/>
          <p:nvPr/>
        </p:nvSpPr>
        <p:spPr>
          <a:xfrm>
            <a:off x="2086920" y="4322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4" name=""/>
          <p:cNvSpPr/>
          <p:nvPr/>
        </p:nvSpPr>
        <p:spPr>
          <a:xfrm>
            <a:off x="2077920" y="4321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5" name=""/>
          <p:cNvSpPr/>
          <p:nvPr/>
        </p:nvSpPr>
        <p:spPr>
          <a:xfrm>
            <a:off x="2088720" y="432108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3" y="3"/>
                </a:move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1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6" name=""/>
          <p:cNvSpPr/>
          <p:nvPr/>
        </p:nvSpPr>
        <p:spPr>
          <a:xfrm>
            <a:off x="2084040" y="43207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7" name=""/>
          <p:cNvSpPr/>
          <p:nvPr/>
        </p:nvSpPr>
        <p:spPr>
          <a:xfrm>
            <a:off x="2081880" y="4319280"/>
            <a:ext cx="720" cy="2160"/>
          </a:xfrm>
          <a:custGeom>
            <a:avLst/>
            <a:gdLst/>
            <a:ahLst/>
            <a:rect l="0" t="0" r="r" b="b"/>
            <a:pathLst>
              <a:path w="2" h="6">
                <a:moveTo>
                  <a:pt x="2" y="6"/>
                </a:move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2" y="4"/>
                </a:lnTo>
                <a:lnTo>
                  <a:pt x="2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8" name=""/>
          <p:cNvSpPr/>
          <p:nvPr/>
        </p:nvSpPr>
        <p:spPr>
          <a:xfrm>
            <a:off x="2078280" y="43200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9" name=""/>
          <p:cNvSpPr/>
          <p:nvPr/>
        </p:nvSpPr>
        <p:spPr>
          <a:xfrm>
            <a:off x="2081160" y="43185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0" name=""/>
          <p:cNvSpPr/>
          <p:nvPr/>
        </p:nvSpPr>
        <p:spPr>
          <a:xfrm>
            <a:off x="2080800" y="43095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1"/>
                </a:moveTo>
                <a:lnTo>
                  <a:pt x="4" y="3"/>
                </a:lnTo>
                <a:lnTo>
                  <a:pt x="4" y="4"/>
                </a:lnTo>
                <a:lnTo>
                  <a:pt x="2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1" name=""/>
          <p:cNvSpPr/>
          <p:nvPr/>
        </p:nvSpPr>
        <p:spPr>
          <a:xfrm>
            <a:off x="2082600" y="43066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2" name=""/>
          <p:cNvSpPr/>
          <p:nvPr/>
        </p:nvSpPr>
        <p:spPr>
          <a:xfrm>
            <a:off x="2082600" y="43059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3" name=""/>
          <p:cNvSpPr/>
          <p:nvPr/>
        </p:nvSpPr>
        <p:spPr>
          <a:xfrm>
            <a:off x="2091600" y="432504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5" y="4"/>
                </a:move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5" y="0"/>
                </a:lnTo>
                <a:lnTo>
                  <a:pt x="6" y="0"/>
                </a:lnTo>
                <a:lnTo>
                  <a:pt x="6" y="2"/>
                </a:lnTo>
                <a:lnTo>
                  <a:pt x="5" y="2"/>
                </a:lnTo>
                <a:lnTo>
                  <a:pt x="5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4" name=""/>
          <p:cNvSpPr/>
          <p:nvPr/>
        </p:nvSpPr>
        <p:spPr>
          <a:xfrm>
            <a:off x="2093400" y="4324680"/>
            <a:ext cx="2160" cy="1080"/>
          </a:xfrm>
          <a:custGeom>
            <a:avLst/>
            <a:gdLst/>
            <a:ahLst/>
            <a:rect l="0" t="0" r="r" b="b"/>
            <a:pathLst>
              <a:path w="6" h="3">
                <a:moveTo>
                  <a:pt x="4" y="0"/>
                </a:move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6" y="3"/>
                </a:lnTo>
                <a:lnTo>
                  <a:pt x="5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5" name=""/>
          <p:cNvSpPr/>
          <p:nvPr/>
        </p:nvSpPr>
        <p:spPr>
          <a:xfrm>
            <a:off x="2094840" y="4322880"/>
            <a:ext cx="3600" cy="2160"/>
          </a:xfrm>
          <a:custGeom>
            <a:avLst/>
            <a:gdLst/>
            <a:ahLst/>
            <a:rect l="0" t="0" r="r" b="b"/>
            <a:pathLst>
              <a:path w="10" h="6">
                <a:moveTo>
                  <a:pt x="10" y="0"/>
                </a:moveTo>
                <a:lnTo>
                  <a:pt x="8" y="1"/>
                </a:lnTo>
                <a:lnTo>
                  <a:pt x="8" y="3"/>
                </a:lnTo>
                <a:lnTo>
                  <a:pt x="7" y="3"/>
                </a:lnTo>
                <a:lnTo>
                  <a:pt x="7" y="4"/>
                </a:lnTo>
                <a:lnTo>
                  <a:pt x="7" y="3"/>
                </a:lnTo>
                <a:lnTo>
                  <a:pt x="7" y="4"/>
                </a:lnTo>
                <a:lnTo>
                  <a:pt x="6" y="4"/>
                </a:lnTo>
                <a:lnTo>
                  <a:pt x="6" y="3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1" y="6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3" y="3"/>
                </a:lnTo>
                <a:lnTo>
                  <a:pt x="4" y="3"/>
                </a:lnTo>
                <a:lnTo>
                  <a:pt x="5" y="3"/>
                </a:lnTo>
                <a:lnTo>
                  <a:pt x="5" y="1"/>
                </a:lnTo>
                <a:lnTo>
                  <a:pt x="8" y="1"/>
                </a:lnTo>
                <a:lnTo>
                  <a:pt x="8" y="0"/>
                </a:lnTo>
                <a:lnTo>
                  <a:pt x="1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6" name=""/>
          <p:cNvSpPr/>
          <p:nvPr/>
        </p:nvSpPr>
        <p:spPr>
          <a:xfrm>
            <a:off x="2108520" y="43088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7" name=""/>
          <p:cNvSpPr/>
          <p:nvPr/>
        </p:nvSpPr>
        <p:spPr>
          <a:xfrm>
            <a:off x="2107800" y="430776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2"/>
                </a:move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8" name=""/>
          <p:cNvSpPr/>
          <p:nvPr/>
        </p:nvSpPr>
        <p:spPr>
          <a:xfrm>
            <a:off x="2115000" y="43059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9" name=""/>
          <p:cNvSpPr/>
          <p:nvPr/>
        </p:nvSpPr>
        <p:spPr>
          <a:xfrm>
            <a:off x="2108520" y="430344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2"/>
                </a:moveTo>
                <a:lnTo>
                  <a:pt x="2" y="2"/>
                </a:lnTo>
                <a:lnTo>
                  <a:pt x="2" y="3"/>
                </a:lnTo>
                <a:lnTo>
                  <a:pt x="4" y="3"/>
                </a:lnTo>
                <a:lnTo>
                  <a:pt x="4" y="5"/>
                </a:lnTo>
                <a:lnTo>
                  <a:pt x="2" y="5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0" name=""/>
          <p:cNvSpPr/>
          <p:nvPr/>
        </p:nvSpPr>
        <p:spPr>
          <a:xfrm>
            <a:off x="2111040" y="4303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1" name=""/>
          <p:cNvSpPr/>
          <p:nvPr/>
        </p:nvSpPr>
        <p:spPr>
          <a:xfrm>
            <a:off x="2138760" y="430128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2" name=""/>
          <p:cNvSpPr/>
          <p:nvPr/>
        </p:nvSpPr>
        <p:spPr>
          <a:xfrm>
            <a:off x="2108880" y="43005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3" name=""/>
          <p:cNvSpPr/>
          <p:nvPr/>
        </p:nvSpPr>
        <p:spPr>
          <a:xfrm>
            <a:off x="2107440" y="43005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4" name=""/>
          <p:cNvSpPr/>
          <p:nvPr/>
        </p:nvSpPr>
        <p:spPr>
          <a:xfrm>
            <a:off x="2108880" y="43002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5" name=""/>
          <p:cNvSpPr/>
          <p:nvPr/>
        </p:nvSpPr>
        <p:spPr>
          <a:xfrm>
            <a:off x="2106720" y="42987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6" name=""/>
          <p:cNvSpPr/>
          <p:nvPr/>
        </p:nvSpPr>
        <p:spPr>
          <a:xfrm>
            <a:off x="2117880" y="42980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1"/>
                </a:moveTo>
                <a:lnTo>
                  <a:pt x="4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7" name=""/>
          <p:cNvSpPr/>
          <p:nvPr/>
        </p:nvSpPr>
        <p:spPr>
          <a:xfrm>
            <a:off x="2126160" y="4297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8" name=""/>
          <p:cNvSpPr/>
          <p:nvPr/>
        </p:nvSpPr>
        <p:spPr>
          <a:xfrm>
            <a:off x="2123640" y="42962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9" name=""/>
          <p:cNvSpPr/>
          <p:nvPr/>
        </p:nvSpPr>
        <p:spPr>
          <a:xfrm>
            <a:off x="2130120" y="42919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0" name=""/>
          <p:cNvSpPr/>
          <p:nvPr/>
        </p:nvSpPr>
        <p:spPr>
          <a:xfrm>
            <a:off x="2194200" y="4278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1" name=""/>
          <p:cNvSpPr/>
          <p:nvPr/>
        </p:nvSpPr>
        <p:spPr>
          <a:xfrm>
            <a:off x="2194920" y="42778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2" name=""/>
          <p:cNvSpPr/>
          <p:nvPr/>
        </p:nvSpPr>
        <p:spPr>
          <a:xfrm>
            <a:off x="2183400" y="4270680"/>
            <a:ext cx="6840" cy="3600"/>
          </a:xfrm>
          <a:custGeom>
            <a:avLst/>
            <a:gdLst/>
            <a:ahLst/>
            <a:rect l="0" t="0" r="r" b="b"/>
            <a:pathLst>
              <a:path w="19" h="10">
                <a:moveTo>
                  <a:pt x="17" y="1"/>
                </a:moveTo>
                <a:lnTo>
                  <a:pt x="17" y="2"/>
                </a:lnTo>
                <a:lnTo>
                  <a:pt x="18" y="2"/>
                </a:lnTo>
                <a:lnTo>
                  <a:pt x="19" y="3"/>
                </a:lnTo>
                <a:lnTo>
                  <a:pt x="18" y="3"/>
                </a:lnTo>
                <a:lnTo>
                  <a:pt x="19" y="3"/>
                </a:lnTo>
                <a:lnTo>
                  <a:pt x="19" y="5"/>
                </a:lnTo>
                <a:lnTo>
                  <a:pt x="18" y="5"/>
                </a:lnTo>
                <a:lnTo>
                  <a:pt x="18" y="6"/>
                </a:lnTo>
                <a:lnTo>
                  <a:pt x="18" y="7"/>
                </a:lnTo>
                <a:lnTo>
                  <a:pt x="18" y="8"/>
                </a:lnTo>
                <a:lnTo>
                  <a:pt x="18" y="9"/>
                </a:lnTo>
                <a:lnTo>
                  <a:pt x="17" y="9"/>
                </a:lnTo>
                <a:lnTo>
                  <a:pt x="17" y="10"/>
                </a:lnTo>
                <a:lnTo>
                  <a:pt x="16" y="10"/>
                </a:lnTo>
                <a:lnTo>
                  <a:pt x="16" y="9"/>
                </a:lnTo>
                <a:lnTo>
                  <a:pt x="17" y="9"/>
                </a:lnTo>
                <a:lnTo>
                  <a:pt x="16" y="9"/>
                </a:lnTo>
                <a:lnTo>
                  <a:pt x="15" y="9"/>
                </a:lnTo>
                <a:lnTo>
                  <a:pt x="15" y="10"/>
                </a:lnTo>
                <a:lnTo>
                  <a:pt x="15" y="9"/>
                </a:lnTo>
                <a:lnTo>
                  <a:pt x="15" y="8"/>
                </a:lnTo>
                <a:lnTo>
                  <a:pt x="14" y="8"/>
                </a:lnTo>
                <a:lnTo>
                  <a:pt x="13" y="8"/>
                </a:lnTo>
                <a:lnTo>
                  <a:pt x="12" y="8"/>
                </a:lnTo>
                <a:lnTo>
                  <a:pt x="11" y="8"/>
                </a:lnTo>
                <a:lnTo>
                  <a:pt x="11" y="9"/>
                </a:lnTo>
                <a:lnTo>
                  <a:pt x="9" y="9"/>
                </a:lnTo>
                <a:lnTo>
                  <a:pt x="8" y="9"/>
                </a:lnTo>
                <a:lnTo>
                  <a:pt x="7" y="8"/>
                </a:lnTo>
                <a:lnTo>
                  <a:pt x="6" y="8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3" y="8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5" y="3"/>
                </a:lnTo>
                <a:lnTo>
                  <a:pt x="5" y="5"/>
                </a:lnTo>
                <a:lnTo>
                  <a:pt x="6" y="5"/>
                </a:lnTo>
                <a:lnTo>
                  <a:pt x="6" y="6"/>
                </a:lnTo>
                <a:lnTo>
                  <a:pt x="7" y="6"/>
                </a:lnTo>
                <a:lnTo>
                  <a:pt x="7" y="5"/>
                </a:lnTo>
                <a:lnTo>
                  <a:pt x="8" y="5"/>
                </a:lnTo>
                <a:lnTo>
                  <a:pt x="8" y="3"/>
                </a:lnTo>
                <a:lnTo>
                  <a:pt x="9" y="2"/>
                </a:lnTo>
                <a:lnTo>
                  <a:pt x="9" y="1"/>
                </a:lnTo>
                <a:lnTo>
                  <a:pt x="11" y="1"/>
                </a:lnTo>
                <a:lnTo>
                  <a:pt x="12" y="1"/>
                </a:lnTo>
                <a:lnTo>
                  <a:pt x="13" y="1"/>
                </a:lnTo>
                <a:lnTo>
                  <a:pt x="13" y="2"/>
                </a:lnTo>
                <a:lnTo>
                  <a:pt x="14" y="2"/>
                </a:lnTo>
                <a:lnTo>
                  <a:pt x="15" y="2"/>
                </a:lnTo>
                <a:lnTo>
                  <a:pt x="15" y="1"/>
                </a:lnTo>
                <a:lnTo>
                  <a:pt x="16" y="0"/>
                </a:lnTo>
                <a:lnTo>
                  <a:pt x="17" y="0"/>
                </a:lnTo>
                <a:lnTo>
                  <a:pt x="17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3" name=""/>
          <p:cNvSpPr/>
          <p:nvPr/>
        </p:nvSpPr>
        <p:spPr>
          <a:xfrm>
            <a:off x="2188080" y="4270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4" name=""/>
          <p:cNvSpPr/>
          <p:nvPr/>
        </p:nvSpPr>
        <p:spPr>
          <a:xfrm>
            <a:off x="2187000" y="42670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5" name=""/>
          <p:cNvSpPr/>
          <p:nvPr/>
        </p:nvSpPr>
        <p:spPr>
          <a:xfrm>
            <a:off x="2185920" y="42670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6" name=""/>
          <p:cNvSpPr/>
          <p:nvPr/>
        </p:nvSpPr>
        <p:spPr>
          <a:xfrm>
            <a:off x="1903680" y="4336920"/>
            <a:ext cx="2520" cy="5040"/>
          </a:xfrm>
          <a:custGeom>
            <a:avLst/>
            <a:gdLst/>
            <a:ahLst/>
            <a:rect l="0" t="0" r="r" b="b"/>
            <a:pathLst>
              <a:path w="7" h="14">
                <a:moveTo>
                  <a:pt x="6" y="4"/>
                </a:moveTo>
                <a:lnTo>
                  <a:pt x="4" y="4"/>
                </a:lnTo>
                <a:lnTo>
                  <a:pt x="4" y="5"/>
                </a:lnTo>
                <a:lnTo>
                  <a:pt x="4" y="6"/>
                </a:lnTo>
                <a:lnTo>
                  <a:pt x="4" y="8"/>
                </a:lnTo>
                <a:lnTo>
                  <a:pt x="4" y="9"/>
                </a:lnTo>
                <a:lnTo>
                  <a:pt x="3" y="9"/>
                </a:lnTo>
                <a:lnTo>
                  <a:pt x="3" y="10"/>
                </a:lnTo>
                <a:lnTo>
                  <a:pt x="3" y="11"/>
                </a:lnTo>
                <a:lnTo>
                  <a:pt x="2" y="11"/>
                </a:lnTo>
                <a:lnTo>
                  <a:pt x="2" y="12"/>
                </a:lnTo>
                <a:lnTo>
                  <a:pt x="3" y="12"/>
                </a:lnTo>
                <a:lnTo>
                  <a:pt x="3" y="14"/>
                </a:lnTo>
                <a:lnTo>
                  <a:pt x="2" y="14"/>
                </a:lnTo>
                <a:lnTo>
                  <a:pt x="2" y="13"/>
                </a:lnTo>
                <a:lnTo>
                  <a:pt x="1" y="13"/>
                </a:lnTo>
                <a:lnTo>
                  <a:pt x="1" y="11"/>
                </a:lnTo>
                <a:lnTo>
                  <a:pt x="0" y="9"/>
                </a:lnTo>
                <a:lnTo>
                  <a:pt x="0" y="8"/>
                </a:lnTo>
                <a:lnTo>
                  <a:pt x="1" y="8"/>
                </a:lnTo>
                <a:lnTo>
                  <a:pt x="1" y="6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3" y="3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lnTo>
                  <a:pt x="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7" name=""/>
          <p:cNvSpPr/>
          <p:nvPr/>
        </p:nvSpPr>
        <p:spPr>
          <a:xfrm>
            <a:off x="1904400" y="43372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8" name=""/>
          <p:cNvSpPr/>
          <p:nvPr/>
        </p:nvSpPr>
        <p:spPr>
          <a:xfrm>
            <a:off x="1904040" y="43358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9" name=""/>
          <p:cNvSpPr/>
          <p:nvPr/>
        </p:nvSpPr>
        <p:spPr>
          <a:xfrm>
            <a:off x="1911960" y="433476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0"/>
                </a:moveTo>
                <a:lnTo>
                  <a:pt x="4" y="1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0" name=""/>
          <p:cNvSpPr/>
          <p:nvPr/>
        </p:nvSpPr>
        <p:spPr>
          <a:xfrm>
            <a:off x="1911600" y="4334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1" name=""/>
          <p:cNvSpPr/>
          <p:nvPr/>
        </p:nvSpPr>
        <p:spPr>
          <a:xfrm>
            <a:off x="1911600" y="43336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2" y="4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2" name=""/>
          <p:cNvSpPr/>
          <p:nvPr/>
        </p:nvSpPr>
        <p:spPr>
          <a:xfrm>
            <a:off x="1911600" y="4333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3" name=""/>
          <p:cNvSpPr/>
          <p:nvPr/>
        </p:nvSpPr>
        <p:spPr>
          <a:xfrm>
            <a:off x="1778040" y="4163760"/>
            <a:ext cx="247320" cy="183960"/>
          </a:xfrm>
          <a:custGeom>
            <a:avLst/>
            <a:gdLst/>
            <a:ahLst/>
            <a:rect l="0" t="0" r="r" b="b"/>
            <a:pathLst>
              <a:path w="687" h="511">
                <a:moveTo>
                  <a:pt x="592" y="5"/>
                </a:moveTo>
                <a:lnTo>
                  <a:pt x="592" y="4"/>
                </a:lnTo>
                <a:lnTo>
                  <a:pt x="593" y="5"/>
                </a:lnTo>
                <a:lnTo>
                  <a:pt x="594" y="5"/>
                </a:lnTo>
                <a:lnTo>
                  <a:pt x="595" y="5"/>
                </a:lnTo>
                <a:lnTo>
                  <a:pt x="595" y="6"/>
                </a:lnTo>
                <a:lnTo>
                  <a:pt x="594" y="6"/>
                </a:lnTo>
                <a:lnTo>
                  <a:pt x="596" y="6"/>
                </a:lnTo>
                <a:lnTo>
                  <a:pt x="597" y="6"/>
                </a:lnTo>
                <a:lnTo>
                  <a:pt x="598" y="6"/>
                </a:lnTo>
                <a:lnTo>
                  <a:pt x="598" y="7"/>
                </a:lnTo>
                <a:lnTo>
                  <a:pt x="599" y="7"/>
                </a:lnTo>
                <a:lnTo>
                  <a:pt x="599" y="8"/>
                </a:lnTo>
                <a:lnTo>
                  <a:pt x="600" y="8"/>
                </a:lnTo>
                <a:lnTo>
                  <a:pt x="601" y="8"/>
                </a:lnTo>
                <a:lnTo>
                  <a:pt x="602" y="8"/>
                </a:lnTo>
                <a:lnTo>
                  <a:pt x="604" y="8"/>
                </a:lnTo>
                <a:lnTo>
                  <a:pt x="606" y="8"/>
                </a:lnTo>
                <a:lnTo>
                  <a:pt x="606" y="7"/>
                </a:lnTo>
                <a:lnTo>
                  <a:pt x="607" y="8"/>
                </a:lnTo>
                <a:lnTo>
                  <a:pt x="608" y="8"/>
                </a:lnTo>
                <a:lnTo>
                  <a:pt x="609" y="8"/>
                </a:lnTo>
                <a:lnTo>
                  <a:pt x="609" y="10"/>
                </a:lnTo>
                <a:lnTo>
                  <a:pt x="609" y="11"/>
                </a:lnTo>
                <a:lnTo>
                  <a:pt x="610" y="12"/>
                </a:lnTo>
                <a:lnTo>
                  <a:pt x="611" y="11"/>
                </a:lnTo>
                <a:lnTo>
                  <a:pt x="611" y="12"/>
                </a:lnTo>
                <a:lnTo>
                  <a:pt x="612" y="12"/>
                </a:lnTo>
                <a:lnTo>
                  <a:pt x="613" y="12"/>
                </a:lnTo>
                <a:lnTo>
                  <a:pt x="614" y="11"/>
                </a:lnTo>
                <a:lnTo>
                  <a:pt x="616" y="11"/>
                </a:lnTo>
                <a:lnTo>
                  <a:pt x="617" y="13"/>
                </a:lnTo>
                <a:lnTo>
                  <a:pt x="617" y="15"/>
                </a:lnTo>
                <a:lnTo>
                  <a:pt x="617" y="16"/>
                </a:lnTo>
                <a:lnTo>
                  <a:pt x="616" y="17"/>
                </a:lnTo>
                <a:lnTo>
                  <a:pt x="615" y="18"/>
                </a:lnTo>
                <a:lnTo>
                  <a:pt x="615" y="20"/>
                </a:lnTo>
                <a:lnTo>
                  <a:pt x="616" y="20"/>
                </a:lnTo>
                <a:lnTo>
                  <a:pt x="616" y="22"/>
                </a:lnTo>
                <a:lnTo>
                  <a:pt x="615" y="22"/>
                </a:lnTo>
                <a:lnTo>
                  <a:pt x="614" y="23"/>
                </a:lnTo>
                <a:lnTo>
                  <a:pt x="614" y="24"/>
                </a:lnTo>
                <a:lnTo>
                  <a:pt x="614" y="25"/>
                </a:lnTo>
                <a:lnTo>
                  <a:pt x="615" y="26"/>
                </a:lnTo>
                <a:lnTo>
                  <a:pt x="615" y="27"/>
                </a:lnTo>
                <a:lnTo>
                  <a:pt x="614" y="28"/>
                </a:lnTo>
                <a:lnTo>
                  <a:pt x="614" y="29"/>
                </a:lnTo>
                <a:lnTo>
                  <a:pt x="613" y="31"/>
                </a:lnTo>
                <a:lnTo>
                  <a:pt x="613" y="32"/>
                </a:lnTo>
                <a:lnTo>
                  <a:pt x="614" y="32"/>
                </a:lnTo>
                <a:lnTo>
                  <a:pt x="615" y="33"/>
                </a:lnTo>
                <a:lnTo>
                  <a:pt x="615" y="34"/>
                </a:lnTo>
                <a:lnTo>
                  <a:pt x="614" y="34"/>
                </a:lnTo>
                <a:lnTo>
                  <a:pt x="613" y="34"/>
                </a:lnTo>
                <a:lnTo>
                  <a:pt x="612" y="34"/>
                </a:lnTo>
                <a:lnTo>
                  <a:pt x="611" y="36"/>
                </a:lnTo>
                <a:lnTo>
                  <a:pt x="611" y="37"/>
                </a:lnTo>
                <a:lnTo>
                  <a:pt x="610" y="38"/>
                </a:lnTo>
                <a:lnTo>
                  <a:pt x="610" y="39"/>
                </a:lnTo>
                <a:lnTo>
                  <a:pt x="609" y="41"/>
                </a:lnTo>
                <a:lnTo>
                  <a:pt x="609" y="42"/>
                </a:lnTo>
                <a:lnTo>
                  <a:pt x="608" y="42"/>
                </a:lnTo>
                <a:lnTo>
                  <a:pt x="608" y="44"/>
                </a:lnTo>
                <a:lnTo>
                  <a:pt x="609" y="44"/>
                </a:lnTo>
                <a:lnTo>
                  <a:pt x="610" y="44"/>
                </a:lnTo>
                <a:lnTo>
                  <a:pt x="609" y="45"/>
                </a:lnTo>
                <a:lnTo>
                  <a:pt x="610" y="45"/>
                </a:lnTo>
                <a:lnTo>
                  <a:pt x="610" y="46"/>
                </a:lnTo>
                <a:lnTo>
                  <a:pt x="611" y="47"/>
                </a:lnTo>
                <a:lnTo>
                  <a:pt x="611" y="48"/>
                </a:lnTo>
                <a:lnTo>
                  <a:pt x="611" y="49"/>
                </a:lnTo>
                <a:lnTo>
                  <a:pt x="611" y="50"/>
                </a:lnTo>
                <a:lnTo>
                  <a:pt x="612" y="50"/>
                </a:lnTo>
                <a:lnTo>
                  <a:pt x="613" y="50"/>
                </a:lnTo>
                <a:lnTo>
                  <a:pt x="613" y="52"/>
                </a:lnTo>
                <a:lnTo>
                  <a:pt x="613" y="53"/>
                </a:lnTo>
                <a:lnTo>
                  <a:pt x="614" y="53"/>
                </a:lnTo>
                <a:lnTo>
                  <a:pt x="615" y="53"/>
                </a:lnTo>
                <a:lnTo>
                  <a:pt x="616" y="53"/>
                </a:lnTo>
                <a:lnTo>
                  <a:pt x="617" y="54"/>
                </a:lnTo>
                <a:lnTo>
                  <a:pt x="617" y="53"/>
                </a:lnTo>
                <a:lnTo>
                  <a:pt x="617" y="52"/>
                </a:lnTo>
                <a:lnTo>
                  <a:pt x="618" y="52"/>
                </a:lnTo>
                <a:lnTo>
                  <a:pt x="618" y="51"/>
                </a:lnTo>
                <a:lnTo>
                  <a:pt x="618" y="50"/>
                </a:lnTo>
                <a:lnTo>
                  <a:pt x="619" y="50"/>
                </a:lnTo>
                <a:lnTo>
                  <a:pt x="620" y="50"/>
                </a:lnTo>
                <a:lnTo>
                  <a:pt x="620" y="49"/>
                </a:lnTo>
                <a:lnTo>
                  <a:pt x="621" y="49"/>
                </a:lnTo>
                <a:lnTo>
                  <a:pt x="621" y="48"/>
                </a:lnTo>
                <a:lnTo>
                  <a:pt x="622" y="49"/>
                </a:lnTo>
                <a:lnTo>
                  <a:pt x="622" y="50"/>
                </a:lnTo>
                <a:lnTo>
                  <a:pt x="623" y="50"/>
                </a:lnTo>
                <a:lnTo>
                  <a:pt x="624" y="50"/>
                </a:lnTo>
                <a:lnTo>
                  <a:pt x="624" y="49"/>
                </a:lnTo>
                <a:lnTo>
                  <a:pt x="625" y="49"/>
                </a:lnTo>
                <a:lnTo>
                  <a:pt x="625" y="50"/>
                </a:lnTo>
                <a:lnTo>
                  <a:pt x="626" y="51"/>
                </a:lnTo>
                <a:lnTo>
                  <a:pt x="627" y="51"/>
                </a:lnTo>
                <a:lnTo>
                  <a:pt x="628" y="51"/>
                </a:lnTo>
                <a:lnTo>
                  <a:pt x="628" y="52"/>
                </a:lnTo>
                <a:lnTo>
                  <a:pt x="629" y="51"/>
                </a:lnTo>
                <a:lnTo>
                  <a:pt x="630" y="51"/>
                </a:lnTo>
                <a:lnTo>
                  <a:pt x="631" y="51"/>
                </a:lnTo>
                <a:lnTo>
                  <a:pt x="632" y="51"/>
                </a:lnTo>
                <a:lnTo>
                  <a:pt x="632" y="52"/>
                </a:lnTo>
                <a:lnTo>
                  <a:pt x="633" y="52"/>
                </a:lnTo>
                <a:lnTo>
                  <a:pt x="634" y="52"/>
                </a:lnTo>
                <a:lnTo>
                  <a:pt x="635" y="52"/>
                </a:lnTo>
                <a:lnTo>
                  <a:pt x="635" y="53"/>
                </a:lnTo>
                <a:lnTo>
                  <a:pt x="635" y="54"/>
                </a:lnTo>
                <a:lnTo>
                  <a:pt x="634" y="54"/>
                </a:lnTo>
                <a:lnTo>
                  <a:pt x="633" y="54"/>
                </a:lnTo>
                <a:lnTo>
                  <a:pt x="632" y="54"/>
                </a:lnTo>
                <a:lnTo>
                  <a:pt x="632" y="55"/>
                </a:lnTo>
                <a:lnTo>
                  <a:pt x="631" y="55"/>
                </a:lnTo>
                <a:lnTo>
                  <a:pt x="630" y="55"/>
                </a:lnTo>
                <a:lnTo>
                  <a:pt x="629" y="56"/>
                </a:lnTo>
                <a:lnTo>
                  <a:pt x="629" y="57"/>
                </a:lnTo>
                <a:lnTo>
                  <a:pt x="629" y="58"/>
                </a:lnTo>
                <a:lnTo>
                  <a:pt x="630" y="58"/>
                </a:lnTo>
                <a:lnTo>
                  <a:pt x="630" y="59"/>
                </a:lnTo>
                <a:lnTo>
                  <a:pt x="630" y="60"/>
                </a:lnTo>
                <a:lnTo>
                  <a:pt x="630" y="61"/>
                </a:lnTo>
                <a:lnTo>
                  <a:pt x="631" y="61"/>
                </a:lnTo>
                <a:lnTo>
                  <a:pt x="631" y="63"/>
                </a:lnTo>
                <a:lnTo>
                  <a:pt x="630" y="63"/>
                </a:lnTo>
                <a:lnTo>
                  <a:pt x="629" y="63"/>
                </a:lnTo>
                <a:lnTo>
                  <a:pt x="628" y="63"/>
                </a:lnTo>
                <a:lnTo>
                  <a:pt x="627" y="64"/>
                </a:lnTo>
                <a:lnTo>
                  <a:pt x="627" y="65"/>
                </a:lnTo>
                <a:lnTo>
                  <a:pt x="626" y="66"/>
                </a:lnTo>
                <a:lnTo>
                  <a:pt x="625" y="66"/>
                </a:lnTo>
                <a:lnTo>
                  <a:pt x="624" y="66"/>
                </a:lnTo>
                <a:lnTo>
                  <a:pt x="623" y="66"/>
                </a:lnTo>
                <a:lnTo>
                  <a:pt x="622" y="67"/>
                </a:lnTo>
                <a:lnTo>
                  <a:pt x="621" y="67"/>
                </a:lnTo>
                <a:lnTo>
                  <a:pt x="621" y="66"/>
                </a:lnTo>
                <a:lnTo>
                  <a:pt x="620" y="66"/>
                </a:lnTo>
                <a:lnTo>
                  <a:pt x="619" y="67"/>
                </a:lnTo>
                <a:lnTo>
                  <a:pt x="619" y="68"/>
                </a:lnTo>
                <a:lnTo>
                  <a:pt x="618" y="68"/>
                </a:lnTo>
                <a:lnTo>
                  <a:pt x="618" y="69"/>
                </a:lnTo>
                <a:lnTo>
                  <a:pt x="619" y="69"/>
                </a:lnTo>
                <a:lnTo>
                  <a:pt x="619" y="70"/>
                </a:lnTo>
                <a:lnTo>
                  <a:pt x="619" y="71"/>
                </a:lnTo>
                <a:lnTo>
                  <a:pt x="619" y="73"/>
                </a:lnTo>
                <a:lnTo>
                  <a:pt x="619" y="74"/>
                </a:lnTo>
                <a:lnTo>
                  <a:pt x="619" y="75"/>
                </a:lnTo>
                <a:lnTo>
                  <a:pt x="619" y="76"/>
                </a:lnTo>
                <a:lnTo>
                  <a:pt x="619" y="77"/>
                </a:lnTo>
                <a:lnTo>
                  <a:pt x="620" y="78"/>
                </a:lnTo>
                <a:lnTo>
                  <a:pt x="621" y="78"/>
                </a:lnTo>
                <a:lnTo>
                  <a:pt x="621" y="79"/>
                </a:lnTo>
                <a:lnTo>
                  <a:pt x="622" y="79"/>
                </a:lnTo>
                <a:lnTo>
                  <a:pt x="622" y="80"/>
                </a:lnTo>
                <a:lnTo>
                  <a:pt x="621" y="80"/>
                </a:lnTo>
                <a:lnTo>
                  <a:pt x="621" y="81"/>
                </a:lnTo>
                <a:lnTo>
                  <a:pt x="621" y="82"/>
                </a:lnTo>
                <a:lnTo>
                  <a:pt x="620" y="84"/>
                </a:lnTo>
                <a:lnTo>
                  <a:pt x="620" y="85"/>
                </a:lnTo>
                <a:lnTo>
                  <a:pt x="620" y="86"/>
                </a:lnTo>
                <a:lnTo>
                  <a:pt x="620" y="87"/>
                </a:lnTo>
                <a:lnTo>
                  <a:pt x="620" y="88"/>
                </a:lnTo>
                <a:lnTo>
                  <a:pt x="620" y="90"/>
                </a:lnTo>
                <a:lnTo>
                  <a:pt x="619" y="91"/>
                </a:lnTo>
                <a:lnTo>
                  <a:pt x="619" y="92"/>
                </a:lnTo>
                <a:lnTo>
                  <a:pt x="618" y="93"/>
                </a:lnTo>
                <a:lnTo>
                  <a:pt x="618" y="94"/>
                </a:lnTo>
                <a:lnTo>
                  <a:pt x="618" y="95"/>
                </a:lnTo>
                <a:lnTo>
                  <a:pt x="618" y="96"/>
                </a:lnTo>
                <a:lnTo>
                  <a:pt x="617" y="97"/>
                </a:lnTo>
                <a:lnTo>
                  <a:pt x="616" y="98"/>
                </a:lnTo>
                <a:lnTo>
                  <a:pt x="615" y="98"/>
                </a:lnTo>
                <a:lnTo>
                  <a:pt x="614" y="99"/>
                </a:lnTo>
                <a:lnTo>
                  <a:pt x="614" y="101"/>
                </a:lnTo>
                <a:lnTo>
                  <a:pt x="612" y="103"/>
                </a:lnTo>
                <a:lnTo>
                  <a:pt x="611" y="103"/>
                </a:lnTo>
                <a:lnTo>
                  <a:pt x="610" y="104"/>
                </a:lnTo>
                <a:lnTo>
                  <a:pt x="608" y="104"/>
                </a:lnTo>
                <a:lnTo>
                  <a:pt x="607" y="104"/>
                </a:lnTo>
                <a:lnTo>
                  <a:pt x="607" y="105"/>
                </a:lnTo>
                <a:lnTo>
                  <a:pt x="606" y="106"/>
                </a:lnTo>
                <a:lnTo>
                  <a:pt x="605" y="107"/>
                </a:lnTo>
                <a:lnTo>
                  <a:pt x="605" y="108"/>
                </a:lnTo>
                <a:lnTo>
                  <a:pt x="604" y="110"/>
                </a:lnTo>
                <a:lnTo>
                  <a:pt x="603" y="111"/>
                </a:lnTo>
                <a:lnTo>
                  <a:pt x="602" y="111"/>
                </a:lnTo>
                <a:lnTo>
                  <a:pt x="602" y="112"/>
                </a:lnTo>
                <a:lnTo>
                  <a:pt x="601" y="112"/>
                </a:lnTo>
                <a:lnTo>
                  <a:pt x="600" y="112"/>
                </a:lnTo>
                <a:lnTo>
                  <a:pt x="600" y="113"/>
                </a:lnTo>
                <a:lnTo>
                  <a:pt x="600" y="114"/>
                </a:lnTo>
                <a:lnTo>
                  <a:pt x="601" y="114"/>
                </a:lnTo>
                <a:lnTo>
                  <a:pt x="601" y="115"/>
                </a:lnTo>
                <a:lnTo>
                  <a:pt x="600" y="115"/>
                </a:lnTo>
                <a:lnTo>
                  <a:pt x="601" y="116"/>
                </a:lnTo>
                <a:lnTo>
                  <a:pt x="601" y="117"/>
                </a:lnTo>
                <a:lnTo>
                  <a:pt x="601" y="119"/>
                </a:lnTo>
                <a:lnTo>
                  <a:pt x="601" y="120"/>
                </a:lnTo>
                <a:lnTo>
                  <a:pt x="600" y="120"/>
                </a:lnTo>
                <a:lnTo>
                  <a:pt x="599" y="120"/>
                </a:lnTo>
                <a:lnTo>
                  <a:pt x="598" y="121"/>
                </a:lnTo>
                <a:lnTo>
                  <a:pt x="597" y="122"/>
                </a:lnTo>
                <a:lnTo>
                  <a:pt x="595" y="122"/>
                </a:lnTo>
                <a:lnTo>
                  <a:pt x="594" y="123"/>
                </a:lnTo>
                <a:lnTo>
                  <a:pt x="593" y="124"/>
                </a:lnTo>
                <a:lnTo>
                  <a:pt x="592" y="124"/>
                </a:lnTo>
                <a:lnTo>
                  <a:pt x="591" y="124"/>
                </a:lnTo>
                <a:lnTo>
                  <a:pt x="591" y="125"/>
                </a:lnTo>
                <a:lnTo>
                  <a:pt x="591" y="126"/>
                </a:lnTo>
                <a:lnTo>
                  <a:pt x="590" y="126"/>
                </a:lnTo>
                <a:lnTo>
                  <a:pt x="590" y="128"/>
                </a:lnTo>
                <a:lnTo>
                  <a:pt x="589" y="129"/>
                </a:lnTo>
                <a:lnTo>
                  <a:pt x="589" y="130"/>
                </a:lnTo>
                <a:lnTo>
                  <a:pt x="589" y="131"/>
                </a:lnTo>
                <a:lnTo>
                  <a:pt x="589" y="132"/>
                </a:lnTo>
                <a:lnTo>
                  <a:pt x="588" y="132"/>
                </a:lnTo>
                <a:lnTo>
                  <a:pt x="588" y="133"/>
                </a:lnTo>
                <a:lnTo>
                  <a:pt x="588" y="134"/>
                </a:lnTo>
                <a:lnTo>
                  <a:pt x="587" y="135"/>
                </a:lnTo>
                <a:lnTo>
                  <a:pt x="586" y="136"/>
                </a:lnTo>
                <a:lnTo>
                  <a:pt x="586" y="137"/>
                </a:lnTo>
                <a:lnTo>
                  <a:pt x="587" y="138"/>
                </a:lnTo>
                <a:lnTo>
                  <a:pt x="587" y="139"/>
                </a:lnTo>
                <a:lnTo>
                  <a:pt x="587" y="140"/>
                </a:lnTo>
                <a:lnTo>
                  <a:pt x="587" y="141"/>
                </a:lnTo>
                <a:lnTo>
                  <a:pt x="588" y="141"/>
                </a:lnTo>
                <a:lnTo>
                  <a:pt x="588" y="142"/>
                </a:lnTo>
                <a:lnTo>
                  <a:pt x="589" y="143"/>
                </a:lnTo>
                <a:lnTo>
                  <a:pt x="588" y="144"/>
                </a:lnTo>
                <a:lnTo>
                  <a:pt x="588" y="145"/>
                </a:lnTo>
                <a:lnTo>
                  <a:pt x="589" y="145"/>
                </a:lnTo>
                <a:lnTo>
                  <a:pt x="590" y="145"/>
                </a:lnTo>
                <a:lnTo>
                  <a:pt x="590" y="146"/>
                </a:lnTo>
                <a:lnTo>
                  <a:pt x="589" y="148"/>
                </a:lnTo>
                <a:lnTo>
                  <a:pt x="590" y="148"/>
                </a:lnTo>
                <a:lnTo>
                  <a:pt x="589" y="149"/>
                </a:lnTo>
                <a:lnTo>
                  <a:pt x="589" y="150"/>
                </a:lnTo>
                <a:lnTo>
                  <a:pt x="590" y="149"/>
                </a:lnTo>
                <a:lnTo>
                  <a:pt x="591" y="149"/>
                </a:lnTo>
                <a:lnTo>
                  <a:pt x="591" y="150"/>
                </a:lnTo>
                <a:lnTo>
                  <a:pt x="592" y="150"/>
                </a:lnTo>
                <a:lnTo>
                  <a:pt x="592" y="149"/>
                </a:lnTo>
                <a:lnTo>
                  <a:pt x="593" y="149"/>
                </a:lnTo>
                <a:lnTo>
                  <a:pt x="593" y="148"/>
                </a:lnTo>
                <a:lnTo>
                  <a:pt x="594" y="148"/>
                </a:lnTo>
                <a:lnTo>
                  <a:pt x="594" y="149"/>
                </a:lnTo>
                <a:lnTo>
                  <a:pt x="595" y="149"/>
                </a:lnTo>
                <a:lnTo>
                  <a:pt x="596" y="149"/>
                </a:lnTo>
                <a:lnTo>
                  <a:pt x="597" y="148"/>
                </a:lnTo>
                <a:lnTo>
                  <a:pt x="598" y="148"/>
                </a:lnTo>
                <a:lnTo>
                  <a:pt x="598" y="147"/>
                </a:lnTo>
                <a:lnTo>
                  <a:pt x="599" y="147"/>
                </a:lnTo>
                <a:lnTo>
                  <a:pt x="599" y="148"/>
                </a:lnTo>
                <a:lnTo>
                  <a:pt x="600" y="148"/>
                </a:lnTo>
                <a:lnTo>
                  <a:pt x="600" y="147"/>
                </a:lnTo>
                <a:lnTo>
                  <a:pt x="600" y="146"/>
                </a:lnTo>
                <a:lnTo>
                  <a:pt x="600" y="145"/>
                </a:lnTo>
                <a:lnTo>
                  <a:pt x="600" y="144"/>
                </a:lnTo>
                <a:lnTo>
                  <a:pt x="599" y="144"/>
                </a:lnTo>
                <a:lnTo>
                  <a:pt x="600" y="143"/>
                </a:lnTo>
                <a:lnTo>
                  <a:pt x="601" y="143"/>
                </a:lnTo>
                <a:lnTo>
                  <a:pt x="601" y="142"/>
                </a:lnTo>
                <a:lnTo>
                  <a:pt x="600" y="141"/>
                </a:lnTo>
                <a:lnTo>
                  <a:pt x="601" y="140"/>
                </a:lnTo>
                <a:lnTo>
                  <a:pt x="600" y="138"/>
                </a:lnTo>
                <a:lnTo>
                  <a:pt x="601" y="137"/>
                </a:lnTo>
                <a:lnTo>
                  <a:pt x="602" y="137"/>
                </a:lnTo>
                <a:lnTo>
                  <a:pt x="603" y="137"/>
                </a:lnTo>
                <a:lnTo>
                  <a:pt x="604" y="137"/>
                </a:lnTo>
                <a:lnTo>
                  <a:pt x="604" y="136"/>
                </a:lnTo>
                <a:lnTo>
                  <a:pt x="605" y="136"/>
                </a:lnTo>
                <a:lnTo>
                  <a:pt x="606" y="135"/>
                </a:lnTo>
                <a:lnTo>
                  <a:pt x="608" y="135"/>
                </a:lnTo>
                <a:lnTo>
                  <a:pt x="609" y="134"/>
                </a:lnTo>
                <a:lnTo>
                  <a:pt x="609" y="133"/>
                </a:lnTo>
                <a:lnTo>
                  <a:pt x="609" y="132"/>
                </a:lnTo>
                <a:lnTo>
                  <a:pt x="610" y="132"/>
                </a:lnTo>
                <a:lnTo>
                  <a:pt x="611" y="131"/>
                </a:lnTo>
                <a:lnTo>
                  <a:pt x="611" y="130"/>
                </a:lnTo>
                <a:lnTo>
                  <a:pt x="612" y="129"/>
                </a:lnTo>
                <a:lnTo>
                  <a:pt x="613" y="129"/>
                </a:lnTo>
                <a:lnTo>
                  <a:pt x="614" y="128"/>
                </a:lnTo>
                <a:lnTo>
                  <a:pt x="615" y="127"/>
                </a:lnTo>
                <a:lnTo>
                  <a:pt x="615" y="126"/>
                </a:lnTo>
                <a:lnTo>
                  <a:pt x="616" y="126"/>
                </a:lnTo>
                <a:lnTo>
                  <a:pt x="617" y="127"/>
                </a:lnTo>
                <a:lnTo>
                  <a:pt x="617" y="129"/>
                </a:lnTo>
                <a:lnTo>
                  <a:pt x="618" y="129"/>
                </a:lnTo>
                <a:lnTo>
                  <a:pt x="619" y="130"/>
                </a:lnTo>
                <a:lnTo>
                  <a:pt x="620" y="131"/>
                </a:lnTo>
                <a:lnTo>
                  <a:pt x="621" y="131"/>
                </a:lnTo>
                <a:lnTo>
                  <a:pt x="623" y="131"/>
                </a:lnTo>
                <a:lnTo>
                  <a:pt x="624" y="130"/>
                </a:lnTo>
                <a:lnTo>
                  <a:pt x="625" y="130"/>
                </a:lnTo>
                <a:lnTo>
                  <a:pt x="624" y="129"/>
                </a:lnTo>
                <a:lnTo>
                  <a:pt x="626" y="128"/>
                </a:lnTo>
                <a:lnTo>
                  <a:pt x="627" y="129"/>
                </a:lnTo>
                <a:lnTo>
                  <a:pt x="627" y="130"/>
                </a:lnTo>
                <a:lnTo>
                  <a:pt x="628" y="131"/>
                </a:lnTo>
                <a:lnTo>
                  <a:pt x="629" y="131"/>
                </a:lnTo>
                <a:lnTo>
                  <a:pt x="629" y="132"/>
                </a:lnTo>
                <a:lnTo>
                  <a:pt x="629" y="133"/>
                </a:lnTo>
                <a:lnTo>
                  <a:pt x="629" y="134"/>
                </a:lnTo>
                <a:lnTo>
                  <a:pt x="629" y="135"/>
                </a:lnTo>
                <a:lnTo>
                  <a:pt x="629" y="136"/>
                </a:lnTo>
                <a:lnTo>
                  <a:pt x="628" y="137"/>
                </a:lnTo>
                <a:lnTo>
                  <a:pt x="629" y="137"/>
                </a:lnTo>
                <a:lnTo>
                  <a:pt x="629" y="138"/>
                </a:lnTo>
                <a:lnTo>
                  <a:pt x="630" y="138"/>
                </a:lnTo>
                <a:lnTo>
                  <a:pt x="631" y="138"/>
                </a:lnTo>
                <a:lnTo>
                  <a:pt x="632" y="138"/>
                </a:lnTo>
                <a:lnTo>
                  <a:pt x="633" y="138"/>
                </a:lnTo>
                <a:lnTo>
                  <a:pt x="633" y="139"/>
                </a:lnTo>
                <a:lnTo>
                  <a:pt x="633" y="141"/>
                </a:lnTo>
                <a:lnTo>
                  <a:pt x="632" y="142"/>
                </a:lnTo>
                <a:lnTo>
                  <a:pt x="631" y="142"/>
                </a:lnTo>
                <a:lnTo>
                  <a:pt x="631" y="143"/>
                </a:lnTo>
                <a:lnTo>
                  <a:pt x="630" y="144"/>
                </a:lnTo>
                <a:lnTo>
                  <a:pt x="630" y="145"/>
                </a:lnTo>
                <a:lnTo>
                  <a:pt x="631" y="145"/>
                </a:lnTo>
                <a:lnTo>
                  <a:pt x="631" y="146"/>
                </a:lnTo>
                <a:lnTo>
                  <a:pt x="631" y="147"/>
                </a:lnTo>
                <a:lnTo>
                  <a:pt x="632" y="147"/>
                </a:lnTo>
                <a:lnTo>
                  <a:pt x="633" y="148"/>
                </a:lnTo>
                <a:lnTo>
                  <a:pt x="632" y="148"/>
                </a:lnTo>
                <a:lnTo>
                  <a:pt x="632" y="149"/>
                </a:lnTo>
                <a:lnTo>
                  <a:pt x="632" y="150"/>
                </a:lnTo>
                <a:lnTo>
                  <a:pt x="631" y="152"/>
                </a:lnTo>
                <a:lnTo>
                  <a:pt x="632" y="152"/>
                </a:lnTo>
                <a:lnTo>
                  <a:pt x="632" y="153"/>
                </a:lnTo>
                <a:lnTo>
                  <a:pt x="632" y="154"/>
                </a:lnTo>
                <a:lnTo>
                  <a:pt x="632" y="156"/>
                </a:lnTo>
                <a:lnTo>
                  <a:pt x="632" y="157"/>
                </a:lnTo>
                <a:lnTo>
                  <a:pt x="632" y="158"/>
                </a:lnTo>
                <a:lnTo>
                  <a:pt x="633" y="159"/>
                </a:lnTo>
                <a:lnTo>
                  <a:pt x="634" y="159"/>
                </a:lnTo>
                <a:lnTo>
                  <a:pt x="634" y="160"/>
                </a:lnTo>
                <a:lnTo>
                  <a:pt x="634" y="161"/>
                </a:lnTo>
                <a:lnTo>
                  <a:pt x="635" y="162"/>
                </a:lnTo>
                <a:lnTo>
                  <a:pt x="634" y="163"/>
                </a:lnTo>
                <a:lnTo>
                  <a:pt x="634" y="164"/>
                </a:lnTo>
                <a:lnTo>
                  <a:pt x="633" y="165"/>
                </a:lnTo>
                <a:lnTo>
                  <a:pt x="633" y="167"/>
                </a:lnTo>
                <a:lnTo>
                  <a:pt x="632" y="167"/>
                </a:lnTo>
                <a:lnTo>
                  <a:pt x="632" y="168"/>
                </a:lnTo>
                <a:lnTo>
                  <a:pt x="633" y="168"/>
                </a:lnTo>
                <a:lnTo>
                  <a:pt x="633" y="169"/>
                </a:lnTo>
                <a:lnTo>
                  <a:pt x="632" y="169"/>
                </a:lnTo>
                <a:lnTo>
                  <a:pt x="631" y="170"/>
                </a:lnTo>
                <a:lnTo>
                  <a:pt x="631" y="171"/>
                </a:lnTo>
                <a:lnTo>
                  <a:pt x="631" y="172"/>
                </a:lnTo>
                <a:lnTo>
                  <a:pt x="630" y="172"/>
                </a:lnTo>
                <a:lnTo>
                  <a:pt x="630" y="173"/>
                </a:lnTo>
                <a:lnTo>
                  <a:pt x="630" y="174"/>
                </a:lnTo>
                <a:lnTo>
                  <a:pt x="631" y="174"/>
                </a:lnTo>
                <a:lnTo>
                  <a:pt x="631" y="175"/>
                </a:lnTo>
                <a:lnTo>
                  <a:pt x="632" y="176"/>
                </a:lnTo>
                <a:lnTo>
                  <a:pt x="633" y="175"/>
                </a:lnTo>
                <a:lnTo>
                  <a:pt x="634" y="175"/>
                </a:lnTo>
                <a:lnTo>
                  <a:pt x="635" y="175"/>
                </a:lnTo>
                <a:lnTo>
                  <a:pt x="636" y="176"/>
                </a:lnTo>
                <a:lnTo>
                  <a:pt x="637" y="177"/>
                </a:lnTo>
                <a:lnTo>
                  <a:pt x="638" y="178"/>
                </a:lnTo>
                <a:lnTo>
                  <a:pt x="639" y="178"/>
                </a:lnTo>
                <a:lnTo>
                  <a:pt x="640" y="177"/>
                </a:lnTo>
                <a:lnTo>
                  <a:pt x="641" y="178"/>
                </a:lnTo>
                <a:lnTo>
                  <a:pt x="642" y="178"/>
                </a:lnTo>
                <a:lnTo>
                  <a:pt x="643" y="177"/>
                </a:lnTo>
                <a:lnTo>
                  <a:pt x="643" y="175"/>
                </a:lnTo>
                <a:lnTo>
                  <a:pt x="643" y="174"/>
                </a:lnTo>
                <a:lnTo>
                  <a:pt x="644" y="173"/>
                </a:lnTo>
                <a:lnTo>
                  <a:pt x="644" y="172"/>
                </a:lnTo>
                <a:lnTo>
                  <a:pt x="645" y="172"/>
                </a:lnTo>
                <a:lnTo>
                  <a:pt x="645" y="173"/>
                </a:lnTo>
                <a:lnTo>
                  <a:pt x="646" y="173"/>
                </a:lnTo>
                <a:lnTo>
                  <a:pt x="647" y="173"/>
                </a:lnTo>
                <a:lnTo>
                  <a:pt x="648" y="173"/>
                </a:lnTo>
                <a:lnTo>
                  <a:pt x="649" y="173"/>
                </a:lnTo>
                <a:lnTo>
                  <a:pt x="649" y="172"/>
                </a:lnTo>
                <a:lnTo>
                  <a:pt x="649" y="171"/>
                </a:lnTo>
                <a:lnTo>
                  <a:pt x="648" y="171"/>
                </a:lnTo>
                <a:lnTo>
                  <a:pt x="649" y="170"/>
                </a:lnTo>
                <a:lnTo>
                  <a:pt x="649" y="169"/>
                </a:lnTo>
                <a:lnTo>
                  <a:pt x="650" y="168"/>
                </a:lnTo>
                <a:lnTo>
                  <a:pt x="650" y="167"/>
                </a:lnTo>
                <a:lnTo>
                  <a:pt x="650" y="166"/>
                </a:lnTo>
                <a:lnTo>
                  <a:pt x="651" y="166"/>
                </a:lnTo>
                <a:lnTo>
                  <a:pt x="652" y="165"/>
                </a:lnTo>
                <a:lnTo>
                  <a:pt x="652" y="164"/>
                </a:lnTo>
                <a:lnTo>
                  <a:pt x="653" y="163"/>
                </a:lnTo>
                <a:lnTo>
                  <a:pt x="654" y="163"/>
                </a:lnTo>
                <a:lnTo>
                  <a:pt x="655" y="163"/>
                </a:lnTo>
                <a:lnTo>
                  <a:pt x="656" y="163"/>
                </a:lnTo>
                <a:lnTo>
                  <a:pt x="656" y="164"/>
                </a:lnTo>
                <a:lnTo>
                  <a:pt x="657" y="164"/>
                </a:lnTo>
                <a:lnTo>
                  <a:pt x="658" y="164"/>
                </a:lnTo>
                <a:lnTo>
                  <a:pt x="659" y="164"/>
                </a:lnTo>
                <a:lnTo>
                  <a:pt x="660" y="164"/>
                </a:lnTo>
                <a:lnTo>
                  <a:pt x="660" y="163"/>
                </a:lnTo>
                <a:lnTo>
                  <a:pt x="661" y="163"/>
                </a:lnTo>
                <a:lnTo>
                  <a:pt x="661" y="162"/>
                </a:lnTo>
                <a:lnTo>
                  <a:pt x="662" y="163"/>
                </a:lnTo>
                <a:lnTo>
                  <a:pt x="662" y="164"/>
                </a:lnTo>
                <a:lnTo>
                  <a:pt x="663" y="164"/>
                </a:lnTo>
                <a:lnTo>
                  <a:pt x="664" y="164"/>
                </a:lnTo>
                <a:lnTo>
                  <a:pt x="665" y="164"/>
                </a:lnTo>
                <a:lnTo>
                  <a:pt x="666" y="164"/>
                </a:lnTo>
                <a:lnTo>
                  <a:pt x="667" y="164"/>
                </a:lnTo>
                <a:lnTo>
                  <a:pt x="669" y="164"/>
                </a:lnTo>
                <a:lnTo>
                  <a:pt x="669" y="165"/>
                </a:lnTo>
                <a:lnTo>
                  <a:pt x="669" y="166"/>
                </a:lnTo>
                <a:lnTo>
                  <a:pt x="670" y="166"/>
                </a:lnTo>
                <a:lnTo>
                  <a:pt x="671" y="166"/>
                </a:lnTo>
                <a:lnTo>
                  <a:pt x="671" y="165"/>
                </a:lnTo>
                <a:lnTo>
                  <a:pt x="672" y="165"/>
                </a:lnTo>
                <a:lnTo>
                  <a:pt x="674" y="165"/>
                </a:lnTo>
                <a:lnTo>
                  <a:pt x="674" y="166"/>
                </a:lnTo>
                <a:lnTo>
                  <a:pt x="676" y="166"/>
                </a:lnTo>
                <a:lnTo>
                  <a:pt x="676" y="165"/>
                </a:lnTo>
                <a:lnTo>
                  <a:pt x="678" y="165"/>
                </a:lnTo>
                <a:lnTo>
                  <a:pt x="679" y="166"/>
                </a:lnTo>
                <a:lnTo>
                  <a:pt x="679" y="165"/>
                </a:lnTo>
                <a:lnTo>
                  <a:pt x="681" y="166"/>
                </a:lnTo>
                <a:lnTo>
                  <a:pt x="682" y="167"/>
                </a:lnTo>
                <a:lnTo>
                  <a:pt x="683" y="168"/>
                </a:lnTo>
                <a:lnTo>
                  <a:pt x="682" y="169"/>
                </a:lnTo>
                <a:lnTo>
                  <a:pt x="681" y="169"/>
                </a:lnTo>
                <a:lnTo>
                  <a:pt x="680" y="169"/>
                </a:lnTo>
                <a:lnTo>
                  <a:pt x="679" y="169"/>
                </a:lnTo>
                <a:lnTo>
                  <a:pt x="678" y="169"/>
                </a:lnTo>
                <a:lnTo>
                  <a:pt x="677" y="170"/>
                </a:lnTo>
                <a:lnTo>
                  <a:pt x="677" y="172"/>
                </a:lnTo>
                <a:lnTo>
                  <a:pt x="677" y="173"/>
                </a:lnTo>
                <a:lnTo>
                  <a:pt x="676" y="173"/>
                </a:lnTo>
                <a:lnTo>
                  <a:pt x="675" y="174"/>
                </a:lnTo>
                <a:lnTo>
                  <a:pt x="676" y="175"/>
                </a:lnTo>
                <a:lnTo>
                  <a:pt x="676" y="176"/>
                </a:lnTo>
                <a:lnTo>
                  <a:pt x="676" y="177"/>
                </a:lnTo>
                <a:lnTo>
                  <a:pt x="677" y="177"/>
                </a:lnTo>
                <a:lnTo>
                  <a:pt x="676" y="178"/>
                </a:lnTo>
                <a:lnTo>
                  <a:pt x="675" y="178"/>
                </a:lnTo>
                <a:lnTo>
                  <a:pt x="674" y="179"/>
                </a:lnTo>
                <a:lnTo>
                  <a:pt x="675" y="180"/>
                </a:lnTo>
                <a:lnTo>
                  <a:pt x="675" y="181"/>
                </a:lnTo>
                <a:lnTo>
                  <a:pt x="675" y="182"/>
                </a:lnTo>
                <a:lnTo>
                  <a:pt x="675" y="183"/>
                </a:lnTo>
                <a:lnTo>
                  <a:pt x="676" y="183"/>
                </a:lnTo>
                <a:lnTo>
                  <a:pt x="677" y="183"/>
                </a:lnTo>
                <a:lnTo>
                  <a:pt x="677" y="184"/>
                </a:lnTo>
                <a:lnTo>
                  <a:pt x="678" y="184"/>
                </a:lnTo>
                <a:lnTo>
                  <a:pt x="679" y="185"/>
                </a:lnTo>
                <a:lnTo>
                  <a:pt x="679" y="186"/>
                </a:lnTo>
                <a:lnTo>
                  <a:pt x="680" y="187"/>
                </a:lnTo>
                <a:lnTo>
                  <a:pt x="681" y="187"/>
                </a:lnTo>
                <a:lnTo>
                  <a:pt x="681" y="189"/>
                </a:lnTo>
                <a:lnTo>
                  <a:pt x="682" y="189"/>
                </a:lnTo>
                <a:lnTo>
                  <a:pt x="682" y="190"/>
                </a:lnTo>
                <a:lnTo>
                  <a:pt x="681" y="191"/>
                </a:lnTo>
                <a:lnTo>
                  <a:pt x="681" y="192"/>
                </a:lnTo>
                <a:lnTo>
                  <a:pt x="682" y="192"/>
                </a:lnTo>
                <a:lnTo>
                  <a:pt x="681" y="193"/>
                </a:lnTo>
                <a:lnTo>
                  <a:pt x="680" y="193"/>
                </a:lnTo>
                <a:lnTo>
                  <a:pt x="680" y="194"/>
                </a:lnTo>
                <a:lnTo>
                  <a:pt x="679" y="195"/>
                </a:lnTo>
                <a:lnTo>
                  <a:pt x="680" y="196"/>
                </a:lnTo>
                <a:lnTo>
                  <a:pt x="680" y="197"/>
                </a:lnTo>
                <a:lnTo>
                  <a:pt x="681" y="197"/>
                </a:lnTo>
                <a:lnTo>
                  <a:pt x="681" y="198"/>
                </a:lnTo>
                <a:lnTo>
                  <a:pt x="682" y="198"/>
                </a:lnTo>
                <a:lnTo>
                  <a:pt x="683" y="198"/>
                </a:lnTo>
                <a:lnTo>
                  <a:pt x="683" y="199"/>
                </a:lnTo>
                <a:lnTo>
                  <a:pt x="683" y="200"/>
                </a:lnTo>
                <a:lnTo>
                  <a:pt x="684" y="201"/>
                </a:lnTo>
                <a:lnTo>
                  <a:pt x="685" y="202"/>
                </a:lnTo>
                <a:lnTo>
                  <a:pt x="684" y="202"/>
                </a:lnTo>
                <a:lnTo>
                  <a:pt x="684" y="203"/>
                </a:lnTo>
                <a:lnTo>
                  <a:pt x="685" y="203"/>
                </a:lnTo>
                <a:lnTo>
                  <a:pt x="685" y="204"/>
                </a:lnTo>
                <a:lnTo>
                  <a:pt x="686" y="204"/>
                </a:lnTo>
                <a:lnTo>
                  <a:pt x="687" y="206"/>
                </a:lnTo>
                <a:lnTo>
                  <a:pt x="686" y="206"/>
                </a:lnTo>
                <a:lnTo>
                  <a:pt x="686" y="209"/>
                </a:lnTo>
                <a:lnTo>
                  <a:pt x="686" y="210"/>
                </a:lnTo>
                <a:lnTo>
                  <a:pt x="685" y="210"/>
                </a:lnTo>
                <a:lnTo>
                  <a:pt x="685" y="211"/>
                </a:lnTo>
                <a:lnTo>
                  <a:pt x="684" y="211"/>
                </a:lnTo>
                <a:lnTo>
                  <a:pt x="684" y="212"/>
                </a:lnTo>
                <a:lnTo>
                  <a:pt x="684" y="213"/>
                </a:lnTo>
                <a:lnTo>
                  <a:pt x="683" y="213"/>
                </a:lnTo>
                <a:lnTo>
                  <a:pt x="683" y="214"/>
                </a:lnTo>
                <a:lnTo>
                  <a:pt x="683" y="213"/>
                </a:lnTo>
                <a:lnTo>
                  <a:pt x="682" y="214"/>
                </a:lnTo>
                <a:lnTo>
                  <a:pt x="682" y="215"/>
                </a:lnTo>
                <a:lnTo>
                  <a:pt x="681" y="215"/>
                </a:lnTo>
                <a:lnTo>
                  <a:pt x="680" y="215"/>
                </a:lnTo>
                <a:lnTo>
                  <a:pt x="680" y="216"/>
                </a:lnTo>
                <a:lnTo>
                  <a:pt x="680" y="217"/>
                </a:lnTo>
                <a:lnTo>
                  <a:pt x="679" y="217"/>
                </a:lnTo>
                <a:lnTo>
                  <a:pt x="679" y="218"/>
                </a:lnTo>
                <a:lnTo>
                  <a:pt x="679" y="217"/>
                </a:lnTo>
                <a:lnTo>
                  <a:pt x="678" y="217"/>
                </a:lnTo>
                <a:lnTo>
                  <a:pt x="677" y="217"/>
                </a:lnTo>
                <a:lnTo>
                  <a:pt x="677" y="218"/>
                </a:lnTo>
                <a:lnTo>
                  <a:pt x="676" y="219"/>
                </a:lnTo>
                <a:lnTo>
                  <a:pt x="675" y="219"/>
                </a:lnTo>
                <a:lnTo>
                  <a:pt x="676" y="220"/>
                </a:lnTo>
                <a:lnTo>
                  <a:pt x="675" y="220"/>
                </a:lnTo>
                <a:lnTo>
                  <a:pt x="674" y="220"/>
                </a:lnTo>
                <a:lnTo>
                  <a:pt x="673" y="221"/>
                </a:lnTo>
                <a:lnTo>
                  <a:pt x="672" y="221"/>
                </a:lnTo>
                <a:lnTo>
                  <a:pt x="671" y="221"/>
                </a:lnTo>
                <a:lnTo>
                  <a:pt x="671" y="220"/>
                </a:lnTo>
                <a:lnTo>
                  <a:pt x="670" y="220"/>
                </a:lnTo>
                <a:lnTo>
                  <a:pt x="670" y="221"/>
                </a:lnTo>
                <a:lnTo>
                  <a:pt x="670" y="222"/>
                </a:lnTo>
                <a:lnTo>
                  <a:pt x="670" y="223"/>
                </a:lnTo>
                <a:lnTo>
                  <a:pt x="669" y="225"/>
                </a:lnTo>
                <a:lnTo>
                  <a:pt x="669" y="226"/>
                </a:lnTo>
                <a:lnTo>
                  <a:pt x="670" y="226"/>
                </a:lnTo>
                <a:lnTo>
                  <a:pt x="670" y="227"/>
                </a:lnTo>
                <a:lnTo>
                  <a:pt x="671" y="227"/>
                </a:lnTo>
                <a:lnTo>
                  <a:pt x="671" y="228"/>
                </a:lnTo>
                <a:lnTo>
                  <a:pt x="670" y="230"/>
                </a:lnTo>
                <a:lnTo>
                  <a:pt x="670" y="231"/>
                </a:lnTo>
                <a:lnTo>
                  <a:pt x="670" y="232"/>
                </a:lnTo>
                <a:lnTo>
                  <a:pt x="670" y="233"/>
                </a:lnTo>
                <a:lnTo>
                  <a:pt x="670" y="234"/>
                </a:lnTo>
                <a:lnTo>
                  <a:pt x="671" y="236"/>
                </a:lnTo>
                <a:lnTo>
                  <a:pt x="672" y="237"/>
                </a:lnTo>
                <a:lnTo>
                  <a:pt x="672" y="238"/>
                </a:lnTo>
                <a:lnTo>
                  <a:pt x="672" y="239"/>
                </a:lnTo>
                <a:lnTo>
                  <a:pt x="673" y="239"/>
                </a:lnTo>
                <a:lnTo>
                  <a:pt x="674" y="239"/>
                </a:lnTo>
                <a:lnTo>
                  <a:pt x="674" y="240"/>
                </a:lnTo>
                <a:lnTo>
                  <a:pt x="674" y="242"/>
                </a:lnTo>
                <a:lnTo>
                  <a:pt x="674" y="243"/>
                </a:lnTo>
                <a:lnTo>
                  <a:pt x="674" y="244"/>
                </a:lnTo>
                <a:lnTo>
                  <a:pt x="675" y="244"/>
                </a:lnTo>
                <a:lnTo>
                  <a:pt x="675" y="245"/>
                </a:lnTo>
                <a:lnTo>
                  <a:pt x="676" y="245"/>
                </a:lnTo>
                <a:lnTo>
                  <a:pt x="675" y="246"/>
                </a:lnTo>
                <a:lnTo>
                  <a:pt x="674" y="247"/>
                </a:lnTo>
                <a:lnTo>
                  <a:pt x="674" y="248"/>
                </a:lnTo>
                <a:lnTo>
                  <a:pt x="673" y="249"/>
                </a:lnTo>
                <a:lnTo>
                  <a:pt x="672" y="249"/>
                </a:lnTo>
                <a:lnTo>
                  <a:pt x="671" y="250"/>
                </a:lnTo>
                <a:lnTo>
                  <a:pt x="670" y="250"/>
                </a:lnTo>
                <a:lnTo>
                  <a:pt x="669" y="250"/>
                </a:lnTo>
                <a:lnTo>
                  <a:pt x="669" y="249"/>
                </a:lnTo>
                <a:lnTo>
                  <a:pt x="668" y="249"/>
                </a:lnTo>
                <a:lnTo>
                  <a:pt x="667" y="250"/>
                </a:lnTo>
                <a:lnTo>
                  <a:pt x="667" y="251"/>
                </a:lnTo>
                <a:lnTo>
                  <a:pt x="668" y="251"/>
                </a:lnTo>
                <a:lnTo>
                  <a:pt x="668" y="252"/>
                </a:lnTo>
                <a:lnTo>
                  <a:pt x="668" y="253"/>
                </a:lnTo>
                <a:lnTo>
                  <a:pt x="667" y="253"/>
                </a:lnTo>
                <a:lnTo>
                  <a:pt x="666" y="253"/>
                </a:lnTo>
                <a:lnTo>
                  <a:pt x="665" y="253"/>
                </a:lnTo>
                <a:lnTo>
                  <a:pt x="664" y="255"/>
                </a:lnTo>
                <a:lnTo>
                  <a:pt x="664" y="256"/>
                </a:lnTo>
                <a:lnTo>
                  <a:pt x="664" y="257"/>
                </a:lnTo>
                <a:lnTo>
                  <a:pt x="665" y="257"/>
                </a:lnTo>
                <a:lnTo>
                  <a:pt x="665" y="258"/>
                </a:lnTo>
                <a:lnTo>
                  <a:pt x="665" y="260"/>
                </a:lnTo>
                <a:lnTo>
                  <a:pt x="665" y="261"/>
                </a:lnTo>
                <a:lnTo>
                  <a:pt x="664" y="261"/>
                </a:lnTo>
                <a:lnTo>
                  <a:pt x="664" y="262"/>
                </a:lnTo>
                <a:lnTo>
                  <a:pt x="664" y="263"/>
                </a:lnTo>
                <a:lnTo>
                  <a:pt x="664" y="264"/>
                </a:lnTo>
                <a:lnTo>
                  <a:pt x="664" y="263"/>
                </a:lnTo>
                <a:lnTo>
                  <a:pt x="663" y="263"/>
                </a:lnTo>
                <a:lnTo>
                  <a:pt x="662" y="263"/>
                </a:lnTo>
                <a:lnTo>
                  <a:pt x="660" y="263"/>
                </a:lnTo>
                <a:lnTo>
                  <a:pt x="659" y="263"/>
                </a:lnTo>
                <a:lnTo>
                  <a:pt x="658" y="262"/>
                </a:lnTo>
                <a:lnTo>
                  <a:pt x="657" y="262"/>
                </a:lnTo>
                <a:lnTo>
                  <a:pt x="656" y="262"/>
                </a:lnTo>
                <a:lnTo>
                  <a:pt x="655" y="261"/>
                </a:lnTo>
                <a:lnTo>
                  <a:pt x="655" y="260"/>
                </a:lnTo>
                <a:lnTo>
                  <a:pt x="654" y="260"/>
                </a:lnTo>
                <a:lnTo>
                  <a:pt x="653" y="261"/>
                </a:lnTo>
                <a:lnTo>
                  <a:pt x="653" y="262"/>
                </a:lnTo>
                <a:lnTo>
                  <a:pt x="653" y="263"/>
                </a:lnTo>
                <a:lnTo>
                  <a:pt x="653" y="262"/>
                </a:lnTo>
                <a:lnTo>
                  <a:pt x="652" y="262"/>
                </a:lnTo>
                <a:lnTo>
                  <a:pt x="652" y="261"/>
                </a:lnTo>
                <a:lnTo>
                  <a:pt x="651" y="261"/>
                </a:lnTo>
                <a:lnTo>
                  <a:pt x="650" y="261"/>
                </a:lnTo>
                <a:lnTo>
                  <a:pt x="650" y="262"/>
                </a:lnTo>
                <a:lnTo>
                  <a:pt x="649" y="263"/>
                </a:lnTo>
                <a:lnTo>
                  <a:pt x="648" y="265"/>
                </a:lnTo>
                <a:lnTo>
                  <a:pt x="647" y="265"/>
                </a:lnTo>
                <a:lnTo>
                  <a:pt x="647" y="270"/>
                </a:lnTo>
                <a:lnTo>
                  <a:pt x="648" y="270"/>
                </a:lnTo>
                <a:lnTo>
                  <a:pt x="647" y="271"/>
                </a:lnTo>
                <a:lnTo>
                  <a:pt x="646" y="271"/>
                </a:lnTo>
                <a:lnTo>
                  <a:pt x="647" y="272"/>
                </a:lnTo>
                <a:lnTo>
                  <a:pt x="648" y="272"/>
                </a:lnTo>
                <a:lnTo>
                  <a:pt x="648" y="273"/>
                </a:lnTo>
                <a:lnTo>
                  <a:pt x="649" y="273"/>
                </a:lnTo>
                <a:lnTo>
                  <a:pt x="649" y="272"/>
                </a:lnTo>
                <a:lnTo>
                  <a:pt x="650" y="272"/>
                </a:lnTo>
                <a:lnTo>
                  <a:pt x="651" y="272"/>
                </a:lnTo>
                <a:lnTo>
                  <a:pt x="651" y="273"/>
                </a:lnTo>
                <a:lnTo>
                  <a:pt x="651" y="274"/>
                </a:lnTo>
                <a:lnTo>
                  <a:pt x="650" y="275"/>
                </a:lnTo>
                <a:lnTo>
                  <a:pt x="649" y="275"/>
                </a:lnTo>
                <a:lnTo>
                  <a:pt x="648" y="275"/>
                </a:lnTo>
                <a:lnTo>
                  <a:pt x="648" y="276"/>
                </a:lnTo>
                <a:lnTo>
                  <a:pt x="648" y="277"/>
                </a:lnTo>
                <a:lnTo>
                  <a:pt x="647" y="277"/>
                </a:lnTo>
                <a:lnTo>
                  <a:pt x="646" y="279"/>
                </a:lnTo>
                <a:lnTo>
                  <a:pt x="646" y="280"/>
                </a:lnTo>
                <a:lnTo>
                  <a:pt x="646" y="281"/>
                </a:lnTo>
                <a:lnTo>
                  <a:pt x="645" y="281"/>
                </a:lnTo>
                <a:lnTo>
                  <a:pt x="645" y="280"/>
                </a:lnTo>
                <a:lnTo>
                  <a:pt x="644" y="280"/>
                </a:lnTo>
                <a:lnTo>
                  <a:pt x="643" y="280"/>
                </a:lnTo>
                <a:lnTo>
                  <a:pt x="643" y="281"/>
                </a:lnTo>
                <a:lnTo>
                  <a:pt x="642" y="281"/>
                </a:lnTo>
                <a:lnTo>
                  <a:pt x="641" y="281"/>
                </a:lnTo>
                <a:lnTo>
                  <a:pt x="641" y="280"/>
                </a:lnTo>
                <a:lnTo>
                  <a:pt x="640" y="280"/>
                </a:lnTo>
                <a:lnTo>
                  <a:pt x="640" y="281"/>
                </a:lnTo>
                <a:lnTo>
                  <a:pt x="639" y="282"/>
                </a:lnTo>
                <a:lnTo>
                  <a:pt x="637" y="282"/>
                </a:lnTo>
                <a:lnTo>
                  <a:pt x="636" y="282"/>
                </a:lnTo>
                <a:lnTo>
                  <a:pt x="635" y="282"/>
                </a:lnTo>
                <a:lnTo>
                  <a:pt x="635" y="284"/>
                </a:lnTo>
                <a:lnTo>
                  <a:pt x="635" y="285"/>
                </a:lnTo>
                <a:lnTo>
                  <a:pt x="635" y="286"/>
                </a:lnTo>
                <a:lnTo>
                  <a:pt x="635" y="288"/>
                </a:lnTo>
                <a:lnTo>
                  <a:pt x="635" y="289"/>
                </a:lnTo>
                <a:lnTo>
                  <a:pt x="634" y="289"/>
                </a:lnTo>
                <a:lnTo>
                  <a:pt x="634" y="290"/>
                </a:lnTo>
                <a:lnTo>
                  <a:pt x="634" y="291"/>
                </a:lnTo>
                <a:lnTo>
                  <a:pt x="634" y="292"/>
                </a:lnTo>
                <a:lnTo>
                  <a:pt x="633" y="292"/>
                </a:lnTo>
                <a:lnTo>
                  <a:pt x="633" y="293"/>
                </a:lnTo>
                <a:lnTo>
                  <a:pt x="632" y="294"/>
                </a:lnTo>
                <a:lnTo>
                  <a:pt x="632" y="295"/>
                </a:lnTo>
                <a:lnTo>
                  <a:pt x="631" y="296"/>
                </a:lnTo>
                <a:lnTo>
                  <a:pt x="630" y="297"/>
                </a:lnTo>
                <a:lnTo>
                  <a:pt x="629" y="298"/>
                </a:lnTo>
                <a:lnTo>
                  <a:pt x="628" y="298"/>
                </a:lnTo>
                <a:lnTo>
                  <a:pt x="627" y="298"/>
                </a:lnTo>
                <a:lnTo>
                  <a:pt x="627" y="299"/>
                </a:lnTo>
                <a:lnTo>
                  <a:pt x="627" y="300"/>
                </a:lnTo>
                <a:lnTo>
                  <a:pt x="626" y="300"/>
                </a:lnTo>
                <a:lnTo>
                  <a:pt x="626" y="301"/>
                </a:lnTo>
                <a:lnTo>
                  <a:pt x="626" y="302"/>
                </a:lnTo>
                <a:lnTo>
                  <a:pt x="626" y="303"/>
                </a:lnTo>
                <a:lnTo>
                  <a:pt x="626" y="304"/>
                </a:lnTo>
                <a:lnTo>
                  <a:pt x="625" y="304"/>
                </a:lnTo>
                <a:lnTo>
                  <a:pt x="625" y="305"/>
                </a:lnTo>
                <a:lnTo>
                  <a:pt x="626" y="306"/>
                </a:lnTo>
                <a:lnTo>
                  <a:pt x="626" y="307"/>
                </a:lnTo>
                <a:lnTo>
                  <a:pt x="626" y="308"/>
                </a:lnTo>
                <a:lnTo>
                  <a:pt x="625" y="308"/>
                </a:lnTo>
                <a:lnTo>
                  <a:pt x="624" y="310"/>
                </a:lnTo>
                <a:lnTo>
                  <a:pt x="624" y="311"/>
                </a:lnTo>
                <a:lnTo>
                  <a:pt x="623" y="312"/>
                </a:lnTo>
                <a:lnTo>
                  <a:pt x="623" y="313"/>
                </a:lnTo>
                <a:lnTo>
                  <a:pt x="624" y="313"/>
                </a:lnTo>
                <a:lnTo>
                  <a:pt x="625" y="314"/>
                </a:lnTo>
                <a:lnTo>
                  <a:pt x="625" y="315"/>
                </a:lnTo>
                <a:lnTo>
                  <a:pt x="624" y="315"/>
                </a:lnTo>
                <a:lnTo>
                  <a:pt x="624" y="316"/>
                </a:lnTo>
                <a:lnTo>
                  <a:pt x="623" y="316"/>
                </a:lnTo>
                <a:lnTo>
                  <a:pt x="623" y="317"/>
                </a:lnTo>
                <a:lnTo>
                  <a:pt x="622" y="318"/>
                </a:lnTo>
                <a:lnTo>
                  <a:pt x="622" y="319"/>
                </a:lnTo>
                <a:lnTo>
                  <a:pt x="623" y="319"/>
                </a:lnTo>
                <a:lnTo>
                  <a:pt x="623" y="318"/>
                </a:lnTo>
                <a:lnTo>
                  <a:pt x="624" y="319"/>
                </a:lnTo>
                <a:lnTo>
                  <a:pt x="624" y="320"/>
                </a:lnTo>
                <a:lnTo>
                  <a:pt x="624" y="321"/>
                </a:lnTo>
                <a:lnTo>
                  <a:pt x="624" y="322"/>
                </a:lnTo>
                <a:lnTo>
                  <a:pt x="624" y="323"/>
                </a:lnTo>
                <a:lnTo>
                  <a:pt x="625" y="323"/>
                </a:lnTo>
                <a:lnTo>
                  <a:pt x="625" y="324"/>
                </a:lnTo>
                <a:lnTo>
                  <a:pt x="626" y="324"/>
                </a:lnTo>
                <a:lnTo>
                  <a:pt x="626" y="325"/>
                </a:lnTo>
                <a:lnTo>
                  <a:pt x="625" y="325"/>
                </a:lnTo>
                <a:lnTo>
                  <a:pt x="625" y="328"/>
                </a:lnTo>
                <a:lnTo>
                  <a:pt x="625" y="329"/>
                </a:lnTo>
                <a:lnTo>
                  <a:pt x="626" y="329"/>
                </a:lnTo>
                <a:lnTo>
                  <a:pt x="627" y="329"/>
                </a:lnTo>
                <a:lnTo>
                  <a:pt x="627" y="330"/>
                </a:lnTo>
                <a:lnTo>
                  <a:pt x="626" y="330"/>
                </a:lnTo>
                <a:lnTo>
                  <a:pt x="625" y="330"/>
                </a:lnTo>
                <a:lnTo>
                  <a:pt x="624" y="331"/>
                </a:lnTo>
                <a:lnTo>
                  <a:pt x="625" y="331"/>
                </a:lnTo>
                <a:lnTo>
                  <a:pt x="625" y="333"/>
                </a:lnTo>
                <a:lnTo>
                  <a:pt x="625" y="334"/>
                </a:lnTo>
                <a:lnTo>
                  <a:pt x="624" y="335"/>
                </a:lnTo>
                <a:lnTo>
                  <a:pt x="624" y="336"/>
                </a:lnTo>
                <a:lnTo>
                  <a:pt x="624" y="337"/>
                </a:lnTo>
                <a:lnTo>
                  <a:pt x="625" y="338"/>
                </a:lnTo>
                <a:lnTo>
                  <a:pt x="626" y="339"/>
                </a:lnTo>
                <a:lnTo>
                  <a:pt x="627" y="339"/>
                </a:lnTo>
                <a:lnTo>
                  <a:pt x="628" y="339"/>
                </a:lnTo>
                <a:lnTo>
                  <a:pt x="629" y="339"/>
                </a:lnTo>
                <a:lnTo>
                  <a:pt x="630" y="339"/>
                </a:lnTo>
                <a:lnTo>
                  <a:pt x="629" y="340"/>
                </a:lnTo>
                <a:lnTo>
                  <a:pt x="629" y="341"/>
                </a:lnTo>
                <a:lnTo>
                  <a:pt x="630" y="341"/>
                </a:lnTo>
                <a:lnTo>
                  <a:pt x="630" y="342"/>
                </a:lnTo>
                <a:lnTo>
                  <a:pt x="630" y="343"/>
                </a:lnTo>
                <a:lnTo>
                  <a:pt x="629" y="343"/>
                </a:lnTo>
                <a:lnTo>
                  <a:pt x="628" y="343"/>
                </a:lnTo>
                <a:lnTo>
                  <a:pt x="628" y="344"/>
                </a:lnTo>
                <a:lnTo>
                  <a:pt x="627" y="345"/>
                </a:lnTo>
                <a:lnTo>
                  <a:pt x="626" y="345"/>
                </a:lnTo>
                <a:lnTo>
                  <a:pt x="626" y="346"/>
                </a:lnTo>
                <a:lnTo>
                  <a:pt x="627" y="347"/>
                </a:lnTo>
                <a:lnTo>
                  <a:pt x="626" y="348"/>
                </a:lnTo>
                <a:lnTo>
                  <a:pt x="625" y="349"/>
                </a:lnTo>
                <a:lnTo>
                  <a:pt x="624" y="349"/>
                </a:lnTo>
                <a:lnTo>
                  <a:pt x="624" y="350"/>
                </a:lnTo>
                <a:lnTo>
                  <a:pt x="624" y="351"/>
                </a:lnTo>
                <a:lnTo>
                  <a:pt x="624" y="352"/>
                </a:lnTo>
                <a:lnTo>
                  <a:pt x="625" y="352"/>
                </a:lnTo>
                <a:lnTo>
                  <a:pt x="625" y="354"/>
                </a:lnTo>
                <a:lnTo>
                  <a:pt x="624" y="355"/>
                </a:lnTo>
                <a:lnTo>
                  <a:pt x="623" y="356"/>
                </a:lnTo>
                <a:lnTo>
                  <a:pt x="623" y="357"/>
                </a:lnTo>
                <a:lnTo>
                  <a:pt x="622" y="358"/>
                </a:lnTo>
                <a:lnTo>
                  <a:pt x="623" y="358"/>
                </a:lnTo>
                <a:lnTo>
                  <a:pt x="622" y="358"/>
                </a:lnTo>
                <a:lnTo>
                  <a:pt x="622" y="359"/>
                </a:lnTo>
                <a:lnTo>
                  <a:pt x="621" y="359"/>
                </a:lnTo>
                <a:lnTo>
                  <a:pt x="620" y="360"/>
                </a:lnTo>
                <a:lnTo>
                  <a:pt x="620" y="361"/>
                </a:lnTo>
                <a:lnTo>
                  <a:pt x="619" y="361"/>
                </a:lnTo>
                <a:lnTo>
                  <a:pt x="618" y="362"/>
                </a:lnTo>
                <a:lnTo>
                  <a:pt x="618" y="363"/>
                </a:lnTo>
                <a:lnTo>
                  <a:pt x="617" y="364"/>
                </a:lnTo>
                <a:lnTo>
                  <a:pt x="617" y="365"/>
                </a:lnTo>
                <a:lnTo>
                  <a:pt x="617" y="366"/>
                </a:lnTo>
                <a:lnTo>
                  <a:pt x="616" y="366"/>
                </a:lnTo>
                <a:lnTo>
                  <a:pt x="615" y="366"/>
                </a:lnTo>
                <a:lnTo>
                  <a:pt x="615" y="367"/>
                </a:lnTo>
                <a:lnTo>
                  <a:pt x="615" y="368"/>
                </a:lnTo>
                <a:lnTo>
                  <a:pt x="615" y="367"/>
                </a:lnTo>
                <a:lnTo>
                  <a:pt x="614" y="367"/>
                </a:lnTo>
                <a:lnTo>
                  <a:pt x="614" y="368"/>
                </a:lnTo>
                <a:lnTo>
                  <a:pt x="613" y="368"/>
                </a:lnTo>
                <a:lnTo>
                  <a:pt x="612" y="368"/>
                </a:lnTo>
                <a:lnTo>
                  <a:pt x="612" y="369"/>
                </a:lnTo>
                <a:lnTo>
                  <a:pt x="612" y="370"/>
                </a:lnTo>
                <a:lnTo>
                  <a:pt x="612" y="371"/>
                </a:lnTo>
                <a:lnTo>
                  <a:pt x="611" y="371"/>
                </a:lnTo>
                <a:lnTo>
                  <a:pt x="611" y="372"/>
                </a:lnTo>
                <a:lnTo>
                  <a:pt x="609" y="372"/>
                </a:lnTo>
                <a:lnTo>
                  <a:pt x="609" y="371"/>
                </a:lnTo>
                <a:lnTo>
                  <a:pt x="609" y="372"/>
                </a:lnTo>
                <a:lnTo>
                  <a:pt x="609" y="373"/>
                </a:lnTo>
                <a:lnTo>
                  <a:pt x="608" y="373"/>
                </a:lnTo>
                <a:lnTo>
                  <a:pt x="607" y="373"/>
                </a:lnTo>
                <a:lnTo>
                  <a:pt x="606" y="372"/>
                </a:lnTo>
                <a:lnTo>
                  <a:pt x="605" y="373"/>
                </a:lnTo>
                <a:lnTo>
                  <a:pt x="605" y="372"/>
                </a:lnTo>
                <a:lnTo>
                  <a:pt x="604" y="372"/>
                </a:lnTo>
                <a:lnTo>
                  <a:pt x="604" y="373"/>
                </a:lnTo>
                <a:lnTo>
                  <a:pt x="603" y="373"/>
                </a:lnTo>
                <a:lnTo>
                  <a:pt x="602" y="373"/>
                </a:lnTo>
                <a:lnTo>
                  <a:pt x="602" y="372"/>
                </a:lnTo>
                <a:lnTo>
                  <a:pt x="601" y="372"/>
                </a:lnTo>
                <a:lnTo>
                  <a:pt x="600" y="373"/>
                </a:lnTo>
                <a:lnTo>
                  <a:pt x="600" y="372"/>
                </a:lnTo>
                <a:lnTo>
                  <a:pt x="599" y="373"/>
                </a:lnTo>
                <a:lnTo>
                  <a:pt x="599" y="374"/>
                </a:lnTo>
                <a:lnTo>
                  <a:pt x="598" y="374"/>
                </a:lnTo>
                <a:lnTo>
                  <a:pt x="596" y="374"/>
                </a:lnTo>
                <a:lnTo>
                  <a:pt x="597" y="375"/>
                </a:lnTo>
                <a:lnTo>
                  <a:pt x="598" y="376"/>
                </a:lnTo>
                <a:lnTo>
                  <a:pt x="598" y="377"/>
                </a:lnTo>
                <a:lnTo>
                  <a:pt x="599" y="377"/>
                </a:lnTo>
                <a:lnTo>
                  <a:pt x="599" y="378"/>
                </a:lnTo>
                <a:lnTo>
                  <a:pt x="598" y="378"/>
                </a:lnTo>
                <a:lnTo>
                  <a:pt x="598" y="379"/>
                </a:lnTo>
                <a:lnTo>
                  <a:pt x="598" y="380"/>
                </a:lnTo>
                <a:lnTo>
                  <a:pt x="597" y="380"/>
                </a:lnTo>
                <a:lnTo>
                  <a:pt x="596" y="380"/>
                </a:lnTo>
                <a:lnTo>
                  <a:pt x="596" y="381"/>
                </a:lnTo>
                <a:lnTo>
                  <a:pt x="596" y="382"/>
                </a:lnTo>
                <a:lnTo>
                  <a:pt x="594" y="382"/>
                </a:lnTo>
                <a:lnTo>
                  <a:pt x="593" y="382"/>
                </a:lnTo>
                <a:lnTo>
                  <a:pt x="592" y="382"/>
                </a:lnTo>
                <a:lnTo>
                  <a:pt x="592" y="383"/>
                </a:lnTo>
                <a:lnTo>
                  <a:pt x="591" y="383"/>
                </a:lnTo>
                <a:lnTo>
                  <a:pt x="591" y="384"/>
                </a:lnTo>
                <a:lnTo>
                  <a:pt x="590" y="384"/>
                </a:lnTo>
                <a:lnTo>
                  <a:pt x="590" y="383"/>
                </a:lnTo>
                <a:lnTo>
                  <a:pt x="589" y="382"/>
                </a:lnTo>
                <a:lnTo>
                  <a:pt x="588" y="383"/>
                </a:lnTo>
                <a:lnTo>
                  <a:pt x="587" y="383"/>
                </a:lnTo>
                <a:lnTo>
                  <a:pt x="587" y="384"/>
                </a:lnTo>
                <a:lnTo>
                  <a:pt x="587" y="385"/>
                </a:lnTo>
                <a:lnTo>
                  <a:pt x="587" y="386"/>
                </a:lnTo>
                <a:lnTo>
                  <a:pt x="586" y="386"/>
                </a:lnTo>
                <a:lnTo>
                  <a:pt x="584" y="386"/>
                </a:lnTo>
                <a:lnTo>
                  <a:pt x="583" y="386"/>
                </a:lnTo>
                <a:lnTo>
                  <a:pt x="582" y="386"/>
                </a:lnTo>
                <a:lnTo>
                  <a:pt x="582" y="385"/>
                </a:lnTo>
                <a:lnTo>
                  <a:pt x="581" y="386"/>
                </a:lnTo>
                <a:lnTo>
                  <a:pt x="582" y="386"/>
                </a:lnTo>
                <a:lnTo>
                  <a:pt x="582" y="387"/>
                </a:lnTo>
                <a:lnTo>
                  <a:pt x="582" y="388"/>
                </a:lnTo>
                <a:lnTo>
                  <a:pt x="581" y="388"/>
                </a:lnTo>
                <a:lnTo>
                  <a:pt x="580" y="389"/>
                </a:lnTo>
                <a:lnTo>
                  <a:pt x="579" y="388"/>
                </a:lnTo>
                <a:lnTo>
                  <a:pt x="578" y="388"/>
                </a:lnTo>
                <a:lnTo>
                  <a:pt x="578" y="389"/>
                </a:lnTo>
                <a:lnTo>
                  <a:pt x="577" y="389"/>
                </a:lnTo>
                <a:lnTo>
                  <a:pt x="577" y="388"/>
                </a:lnTo>
                <a:lnTo>
                  <a:pt x="576" y="388"/>
                </a:lnTo>
                <a:lnTo>
                  <a:pt x="575" y="389"/>
                </a:lnTo>
                <a:lnTo>
                  <a:pt x="574" y="389"/>
                </a:lnTo>
                <a:lnTo>
                  <a:pt x="573" y="390"/>
                </a:lnTo>
                <a:lnTo>
                  <a:pt x="574" y="390"/>
                </a:lnTo>
                <a:lnTo>
                  <a:pt x="574" y="391"/>
                </a:lnTo>
                <a:lnTo>
                  <a:pt x="573" y="391"/>
                </a:lnTo>
                <a:lnTo>
                  <a:pt x="572" y="391"/>
                </a:lnTo>
                <a:lnTo>
                  <a:pt x="572" y="390"/>
                </a:lnTo>
                <a:lnTo>
                  <a:pt x="571" y="388"/>
                </a:lnTo>
                <a:lnTo>
                  <a:pt x="570" y="388"/>
                </a:lnTo>
                <a:lnTo>
                  <a:pt x="569" y="388"/>
                </a:lnTo>
                <a:lnTo>
                  <a:pt x="569" y="389"/>
                </a:lnTo>
                <a:lnTo>
                  <a:pt x="570" y="390"/>
                </a:lnTo>
                <a:lnTo>
                  <a:pt x="570" y="391"/>
                </a:lnTo>
                <a:lnTo>
                  <a:pt x="569" y="391"/>
                </a:lnTo>
                <a:lnTo>
                  <a:pt x="568" y="391"/>
                </a:lnTo>
                <a:lnTo>
                  <a:pt x="569" y="392"/>
                </a:lnTo>
                <a:lnTo>
                  <a:pt x="569" y="393"/>
                </a:lnTo>
                <a:lnTo>
                  <a:pt x="569" y="394"/>
                </a:lnTo>
                <a:lnTo>
                  <a:pt x="570" y="395"/>
                </a:lnTo>
                <a:lnTo>
                  <a:pt x="569" y="395"/>
                </a:lnTo>
                <a:lnTo>
                  <a:pt x="568" y="395"/>
                </a:lnTo>
                <a:lnTo>
                  <a:pt x="568" y="396"/>
                </a:lnTo>
                <a:lnTo>
                  <a:pt x="567" y="397"/>
                </a:lnTo>
                <a:lnTo>
                  <a:pt x="567" y="398"/>
                </a:lnTo>
                <a:lnTo>
                  <a:pt x="568" y="399"/>
                </a:lnTo>
                <a:lnTo>
                  <a:pt x="568" y="401"/>
                </a:lnTo>
                <a:lnTo>
                  <a:pt x="567" y="401"/>
                </a:lnTo>
                <a:lnTo>
                  <a:pt x="566" y="401"/>
                </a:lnTo>
                <a:lnTo>
                  <a:pt x="565" y="401"/>
                </a:lnTo>
                <a:lnTo>
                  <a:pt x="564" y="400"/>
                </a:lnTo>
                <a:lnTo>
                  <a:pt x="563" y="399"/>
                </a:lnTo>
                <a:lnTo>
                  <a:pt x="562" y="400"/>
                </a:lnTo>
                <a:lnTo>
                  <a:pt x="563" y="401"/>
                </a:lnTo>
                <a:lnTo>
                  <a:pt x="563" y="402"/>
                </a:lnTo>
                <a:lnTo>
                  <a:pt x="563" y="403"/>
                </a:lnTo>
                <a:lnTo>
                  <a:pt x="564" y="403"/>
                </a:lnTo>
                <a:lnTo>
                  <a:pt x="564" y="402"/>
                </a:lnTo>
                <a:lnTo>
                  <a:pt x="564" y="403"/>
                </a:lnTo>
                <a:lnTo>
                  <a:pt x="565" y="403"/>
                </a:lnTo>
                <a:lnTo>
                  <a:pt x="565" y="404"/>
                </a:lnTo>
                <a:lnTo>
                  <a:pt x="565" y="406"/>
                </a:lnTo>
                <a:lnTo>
                  <a:pt x="564" y="407"/>
                </a:lnTo>
                <a:lnTo>
                  <a:pt x="565" y="407"/>
                </a:lnTo>
                <a:lnTo>
                  <a:pt x="565" y="408"/>
                </a:lnTo>
                <a:lnTo>
                  <a:pt x="565" y="409"/>
                </a:lnTo>
                <a:lnTo>
                  <a:pt x="565" y="410"/>
                </a:lnTo>
                <a:lnTo>
                  <a:pt x="565" y="411"/>
                </a:lnTo>
                <a:lnTo>
                  <a:pt x="566" y="411"/>
                </a:lnTo>
                <a:lnTo>
                  <a:pt x="567" y="411"/>
                </a:lnTo>
                <a:lnTo>
                  <a:pt x="568" y="412"/>
                </a:lnTo>
                <a:lnTo>
                  <a:pt x="568" y="413"/>
                </a:lnTo>
                <a:lnTo>
                  <a:pt x="568" y="414"/>
                </a:lnTo>
                <a:lnTo>
                  <a:pt x="568" y="415"/>
                </a:lnTo>
                <a:lnTo>
                  <a:pt x="569" y="415"/>
                </a:lnTo>
                <a:lnTo>
                  <a:pt x="570" y="416"/>
                </a:lnTo>
                <a:lnTo>
                  <a:pt x="570" y="417"/>
                </a:lnTo>
                <a:lnTo>
                  <a:pt x="571" y="418"/>
                </a:lnTo>
                <a:lnTo>
                  <a:pt x="572" y="418"/>
                </a:lnTo>
                <a:lnTo>
                  <a:pt x="572" y="420"/>
                </a:lnTo>
                <a:lnTo>
                  <a:pt x="571" y="421"/>
                </a:lnTo>
                <a:lnTo>
                  <a:pt x="569" y="421"/>
                </a:lnTo>
                <a:lnTo>
                  <a:pt x="567" y="420"/>
                </a:lnTo>
                <a:lnTo>
                  <a:pt x="566" y="418"/>
                </a:lnTo>
                <a:lnTo>
                  <a:pt x="565" y="420"/>
                </a:lnTo>
                <a:lnTo>
                  <a:pt x="565" y="421"/>
                </a:lnTo>
                <a:lnTo>
                  <a:pt x="564" y="422"/>
                </a:lnTo>
                <a:lnTo>
                  <a:pt x="564" y="421"/>
                </a:lnTo>
                <a:lnTo>
                  <a:pt x="563" y="422"/>
                </a:lnTo>
                <a:lnTo>
                  <a:pt x="563" y="423"/>
                </a:lnTo>
                <a:lnTo>
                  <a:pt x="563" y="424"/>
                </a:lnTo>
                <a:lnTo>
                  <a:pt x="561" y="424"/>
                </a:lnTo>
                <a:lnTo>
                  <a:pt x="560" y="424"/>
                </a:lnTo>
                <a:lnTo>
                  <a:pt x="560" y="425"/>
                </a:lnTo>
                <a:lnTo>
                  <a:pt x="559" y="426"/>
                </a:lnTo>
                <a:lnTo>
                  <a:pt x="559" y="427"/>
                </a:lnTo>
                <a:lnTo>
                  <a:pt x="560" y="429"/>
                </a:lnTo>
                <a:lnTo>
                  <a:pt x="561" y="429"/>
                </a:lnTo>
                <a:lnTo>
                  <a:pt x="562" y="430"/>
                </a:lnTo>
                <a:lnTo>
                  <a:pt x="562" y="431"/>
                </a:lnTo>
                <a:lnTo>
                  <a:pt x="562" y="432"/>
                </a:lnTo>
                <a:lnTo>
                  <a:pt x="560" y="432"/>
                </a:lnTo>
                <a:lnTo>
                  <a:pt x="559" y="433"/>
                </a:lnTo>
                <a:lnTo>
                  <a:pt x="559" y="434"/>
                </a:lnTo>
                <a:lnTo>
                  <a:pt x="558" y="434"/>
                </a:lnTo>
                <a:lnTo>
                  <a:pt x="557" y="434"/>
                </a:lnTo>
                <a:lnTo>
                  <a:pt x="557" y="433"/>
                </a:lnTo>
                <a:lnTo>
                  <a:pt x="556" y="433"/>
                </a:lnTo>
                <a:lnTo>
                  <a:pt x="555" y="433"/>
                </a:lnTo>
                <a:lnTo>
                  <a:pt x="555" y="432"/>
                </a:lnTo>
                <a:lnTo>
                  <a:pt x="555" y="431"/>
                </a:lnTo>
                <a:lnTo>
                  <a:pt x="555" y="430"/>
                </a:lnTo>
                <a:lnTo>
                  <a:pt x="554" y="430"/>
                </a:lnTo>
                <a:lnTo>
                  <a:pt x="553" y="430"/>
                </a:lnTo>
                <a:lnTo>
                  <a:pt x="552" y="430"/>
                </a:lnTo>
                <a:lnTo>
                  <a:pt x="551" y="429"/>
                </a:lnTo>
                <a:lnTo>
                  <a:pt x="550" y="430"/>
                </a:lnTo>
                <a:lnTo>
                  <a:pt x="550" y="431"/>
                </a:lnTo>
                <a:lnTo>
                  <a:pt x="549" y="432"/>
                </a:lnTo>
                <a:lnTo>
                  <a:pt x="548" y="432"/>
                </a:lnTo>
                <a:lnTo>
                  <a:pt x="548" y="433"/>
                </a:lnTo>
                <a:lnTo>
                  <a:pt x="549" y="433"/>
                </a:lnTo>
                <a:lnTo>
                  <a:pt x="548" y="434"/>
                </a:lnTo>
                <a:lnTo>
                  <a:pt x="546" y="435"/>
                </a:lnTo>
                <a:lnTo>
                  <a:pt x="545" y="435"/>
                </a:lnTo>
                <a:lnTo>
                  <a:pt x="544" y="434"/>
                </a:lnTo>
                <a:lnTo>
                  <a:pt x="544" y="433"/>
                </a:lnTo>
                <a:lnTo>
                  <a:pt x="543" y="432"/>
                </a:lnTo>
                <a:lnTo>
                  <a:pt x="543" y="431"/>
                </a:lnTo>
                <a:lnTo>
                  <a:pt x="542" y="431"/>
                </a:lnTo>
                <a:lnTo>
                  <a:pt x="542" y="430"/>
                </a:lnTo>
                <a:lnTo>
                  <a:pt x="541" y="430"/>
                </a:lnTo>
                <a:lnTo>
                  <a:pt x="539" y="428"/>
                </a:lnTo>
                <a:lnTo>
                  <a:pt x="538" y="428"/>
                </a:lnTo>
                <a:lnTo>
                  <a:pt x="538" y="429"/>
                </a:lnTo>
                <a:lnTo>
                  <a:pt x="538" y="430"/>
                </a:lnTo>
                <a:lnTo>
                  <a:pt x="537" y="430"/>
                </a:lnTo>
                <a:lnTo>
                  <a:pt x="536" y="431"/>
                </a:lnTo>
                <a:lnTo>
                  <a:pt x="536" y="432"/>
                </a:lnTo>
                <a:lnTo>
                  <a:pt x="535" y="432"/>
                </a:lnTo>
                <a:lnTo>
                  <a:pt x="535" y="433"/>
                </a:lnTo>
                <a:lnTo>
                  <a:pt x="535" y="432"/>
                </a:lnTo>
                <a:lnTo>
                  <a:pt x="533" y="430"/>
                </a:lnTo>
                <a:lnTo>
                  <a:pt x="532" y="429"/>
                </a:lnTo>
                <a:lnTo>
                  <a:pt x="531" y="432"/>
                </a:lnTo>
                <a:lnTo>
                  <a:pt x="530" y="432"/>
                </a:lnTo>
                <a:lnTo>
                  <a:pt x="530" y="433"/>
                </a:lnTo>
                <a:lnTo>
                  <a:pt x="530" y="434"/>
                </a:lnTo>
                <a:lnTo>
                  <a:pt x="531" y="435"/>
                </a:lnTo>
                <a:lnTo>
                  <a:pt x="532" y="435"/>
                </a:lnTo>
                <a:lnTo>
                  <a:pt x="532" y="436"/>
                </a:lnTo>
                <a:lnTo>
                  <a:pt x="533" y="436"/>
                </a:lnTo>
                <a:lnTo>
                  <a:pt x="534" y="437"/>
                </a:lnTo>
                <a:lnTo>
                  <a:pt x="534" y="439"/>
                </a:lnTo>
                <a:lnTo>
                  <a:pt x="533" y="439"/>
                </a:lnTo>
                <a:lnTo>
                  <a:pt x="532" y="439"/>
                </a:lnTo>
                <a:lnTo>
                  <a:pt x="532" y="440"/>
                </a:lnTo>
                <a:lnTo>
                  <a:pt x="533" y="440"/>
                </a:lnTo>
                <a:lnTo>
                  <a:pt x="533" y="441"/>
                </a:lnTo>
                <a:lnTo>
                  <a:pt x="533" y="442"/>
                </a:lnTo>
                <a:lnTo>
                  <a:pt x="533" y="443"/>
                </a:lnTo>
                <a:lnTo>
                  <a:pt x="533" y="445"/>
                </a:lnTo>
                <a:lnTo>
                  <a:pt x="532" y="445"/>
                </a:lnTo>
                <a:lnTo>
                  <a:pt x="532" y="446"/>
                </a:lnTo>
                <a:lnTo>
                  <a:pt x="533" y="447"/>
                </a:lnTo>
                <a:lnTo>
                  <a:pt x="533" y="448"/>
                </a:lnTo>
                <a:lnTo>
                  <a:pt x="533" y="449"/>
                </a:lnTo>
                <a:lnTo>
                  <a:pt x="533" y="450"/>
                </a:lnTo>
                <a:lnTo>
                  <a:pt x="533" y="451"/>
                </a:lnTo>
                <a:lnTo>
                  <a:pt x="533" y="452"/>
                </a:lnTo>
                <a:lnTo>
                  <a:pt x="534" y="453"/>
                </a:lnTo>
                <a:lnTo>
                  <a:pt x="534" y="452"/>
                </a:lnTo>
                <a:lnTo>
                  <a:pt x="535" y="453"/>
                </a:lnTo>
                <a:lnTo>
                  <a:pt x="535" y="454"/>
                </a:lnTo>
                <a:lnTo>
                  <a:pt x="536" y="454"/>
                </a:lnTo>
                <a:lnTo>
                  <a:pt x="535" y="455"/>
                </a:lnTo>
                <a:lnTo>
                  <a:pt x="534" y="456"/>
                </a:lnTo>
                <a:lnTo>
                  <a:pt x="535" y="456"/>
                </a:lnTo>
                <a:lnTo>
                  <a:pt x="536" y="457"/>
                </a:lnTo>
                <a:lnTo>
                  <a:pt x="536" y="458"/>
                </a:lnTo>
                <a:lnTo>
                  <a:pt x="537" y="459"/>
                </a:lnTo>
                <a:lnTo>
                  <a:pt x="536" y="459"/>
                </a:lnTo>
                <a:lnTo>
                  <a:pt x="536" y="460"/>
                </a:lnTo>
                <a:lnTo>
                  <a:pt x="536" y="461"/>
                </a:lnTo>
                <a:lnTo>
                  <a:pt x="535" y="461"/>
                </a:lnTo>
                <a:lnTo>
                  <a:pt x="535" y="460"/>
                </a:lnTo>
                <a:lnTo>
                  <a:pt x="534" y="461"/>
                </a:lnTo>
                <a:lnTo>
                  <a:pt x="533" y="461"/>
                </a:lnTo>
                <a:lnTo>
                  <a:pt x="532" y="461"/>
                </a:lnTo>
                <a:lnTo>
                  <a:pt x="531" y="461"/>
                </a:lnTo>
                <a:lnTo>
                  <a:pt x="530" y="460"/>
                </a:lnTo>
                <a:lnTo>
                  <a:pt x="529" y="460"/>
                </a:lnTo>
                <a:lnTo>
                  <a:pt x="529" y="459"/>
                </a:lnTo>
                <a:lnTo>
                  <a:pt x="528" y="459"/>
                </a:lnTo>
                <a:lnTo>
                  <a:pt x="528" y="458"/>
                </a:lnTo>
                <a:lnTo>
                  <a:pt x="527" y="458"/>
                </a:lnTo>
                <a:lnTo>
                  <a:pt x="526" y="460"/>
                </a:lnTo>
                <a:lnTo>
                  <a:pt x="525" y="460"/>
                </a:lnTo>
                <a:lnTo>
                  <a:pt x="524" y="461"/>
                </a:lnTo>
                <a:lnTo>
                  <a:pt x="522" y="462"/>
                </a:lnTo>
                <a:lnTo>
                  <a:pt x="521" y="461"/>
                </a:lnTo>
                <a:lnTo>
                  <a:pt x="520" y="461"/>
                </a:lnTo>
                <a:lnTo>
                  <a:pt x="520" y="460"/>
                </a:lnTo>
                <a:lnTo>
                  <a:pt x="519" y="460"/>
                </a:lnTo>
                <a:lnTo>
                  <a:pt x="518" y="460"/>
                </a:lnTo>
                <a:lnTo>
                  <a:pt x="517" y="460"/>
                </a:lnTo>
                <a:lnTo>
                  <a:pt x="516" y="460"/>
                </a:lnTo>
                <a:lnTo>
                  <a:pt x="514" y="460"/>
                </a:lnTo>
                <a:lnTo>
                  <a:pt x="514" y="461"/>
                </a:lnTo>
                <a:lnTo>
                  <a:pt x="513" y="461"/>
                </a:lnTo>
                <a:lnTo>
                  <a:pt x="513" y="460"/>
                </a:lnTo>
                <a:lnTo>
                  <a:pt x="513" y="459"/>
                </a:lnTo>
                <a:lnTo>
                  <a:pt x="512" y="459"/>
                </a:lnTo>
                <a:lnTo>
                  <a:pt x="510" y="461"/>
                </a:lnTo>
                <a:lnTo>
                  <a:pt x="510" y="462"/>
                </a:lnTo>
                <a:lnTo>
                  <a:pt x="510" y="463"/>
                </a:lnTo>
                <a:lnTo>
                  <a:pt x="510" y="462"/>
                </a:lnTo>
                <a:lnTo>
                  <a:pt x="510" y="461"/>
                </a:lnTo>
                <a:lnTo>
                  <a:pt x="509" y="461"/>
                </a:lnTo>
                <a:lnTo>
                  <a:pt x="509" y="462"/>
                </a:lnTo>
                <a:lnTo>
                  <a:pt x="509" y="463"/>
                </a:lnTo>
                <a:lnTo>
                  <a:pt x="508" y="463"/>
                </a:lnTo>
                <a:lnTo>
                  <a:pt x="507" y="464"/>
                </a:lnTo>
                <a:lnTo>
                  <a:pt x="506" y="464"/>
                </a:lnTo>
                <a:lnTo>
                  <a:pt x="505" y="464"/>
                </a:lnTo>
                <a:lnTo>
                  <a:pt x="505" y="463"/>
                </a:lnTo>
                <a:lnTo>
                  <a:pt x="504" y="463"/>
                </a:lnTo>
                <a:lnTo>
                  <a:pt x="504" y="462"/>
                </a:lnTo>
                <a:lnTo>
                  <a:pt x="503" y="463"/>
                </a:lnTo>
                <a:lnTo>
                  <a:pt x="503" y="462"/>
                </a:lnTo>
                <a:lnTo>
                  <a:pt x="502" y="462"/>
                </a:lnTo>
                <a:lnTo>
                  <a:pt x="501" y="462"/>
                </a:lnTo>
                <a:lnTo>
                  <a:pt x="501" y="461"/>
                </a:lnTo>
                <a:lnTo>
                  <a:pt x="500" y="462"/>
                </a:lnTo>
                <a:lnTo>
                  <a:pt x="499" y="462"/>
                </a:lnTo>
                <a:lnTo>
                  <a:pt x="500" y="462"/>
                </a:lnTo>
                <a:lnTo>
                  <a:pt x="499" y="463"/>
                </a:lnTo>
                <a:lnTo>
                  <a:pt x="498" y="463"/>
                </a:lnTo>
                <a:lnTo>
                  <a:pt x="498" y="464"/>
                </a:lnTo>
                <a:lnTo>
                  <a:pt x="497" y="464"/>
                </a:lnTo>
                <a:lnTo>
                  <a:pt x="496" y="465"/>
                </a:lnTo>
                <a:lnTo>
                  <a:pt x="496" y="466"/>
                </a:lnTo>
                <a:lnTo>
                  <a:pt x="496" y="467"/>
                </a:lnTo>
                <a:lnTo>
                  <a:pt x="496" y="468"/>
                </a:lnTo>
                <a:lnTo>
                  <a:pt x="495" y="468"/>
                </a:lnTo>
                <a:lnTo>
                  <a:pt x="495" y="471"/>
                </a:lnTo>
                <a:lnTo>
                  <a:pt x="495" y="472"/>
                </a:lnTo>
                <a:lnTo>
                  <a:pt x="495" y="473"/>
                </a:lnTo>
                <a:lnTo>
                  <a:pt x="495" y="474"/>
                </a:lnTo>
                <a:lnTo>
                  <a:pt x="495" y="475"/>
                </a:lnTo>
                <a:lnTo>
                  <a:pt x="495" y="476"/>
                </a:lnTo>
                <a:lnTo>
                  <a:pt x="496" y="476"/>
                </a:lnTo>
                <a:lnTo>
                  <a:pt x="495" y="476"/>
                </a:lnTo>
                <a:lnTo>
                  <a:pt x="495" y="477"/>
                </a:lnTo>
                <a:lnTo>
                  <a:pt x="494" y="476"/>
                </a:lnTo>
                <a:lnTo>
                  <a:pt x="494" y="477"/>
                </a:lnTo>
                <a:lnTo>
                  <a:pt x="494" y="478"/>
                </a:lnTo>
                <a:lnTo>
                  <a:pt x="494" y="479"/>
                </a:lnTo>
                <a:lnTo>
                  <a:pt x="494" y="480"/>
                </a:lnTo>
                <a:lnTo>
                  <a:pt x="493" y="479"/>
                </a:lnTo>
                <a:lnTo>
                  <a:pt x="492" y="481"/>
                </a:lnTo>
                <a:lnTo>
                  <a:pt x="492" y="482"/>
                </a:lnTo>
                <a:lnTo>
                  <a:pt x="492" y="481"/>
                </a:lnTo>
                <a:lnTo>
                  <a:pt x="493" y="482"/>
                </a:lnTo>
                <a:lnTo>
                  <a:pt x="493" y="483"/>
                </a:lnTo>
                <a:lnTo>
                  <a:pt x="492" y="485"/>
                </a:lnTo>
                <a:lnTo>
                  <a:pt x="490" y="485"/>
                </a:lnTo>
                <a:lnTo>
                  <a:pt x="489" y="485"/>
                </a:lnTo>
                <a:lnTo>
                  <a:pt x="488" y="485"/>
                </a:lnTo>
                <a:lnTo>
                  <a:pt x="487" y="486"/>
                </a:lnTo>
                <a:lnTo>
                  <a:pt x="486" y="486"/>
                </a:lnTo>
                <a:lnTo>
                  <a:pt x="485" y="486"/>
                </a:lnTo>
                <a:lnTo>
                  <a:pt x="484" y="486"/>
                </a:lnTo>
                <a:lnTo>
                  <a:pt x="483" y="486"/>
                </a:lnTo>
                <a:lnTo>
                  <a:pt x="483" y="487"/>
                </a:lnTo>
                <a:lnTo>
                  <a:pt x="482" y="487"/>
                </a:lnTo>
                <a:lnTo>
                  <a:pt x="482" y="486"/>
                </a:lnTo>
                <a:lnTo>
                  <a:pt x="481" y="486"/>
                </a:lnTo>
                <a:lnTo>
                  <a:pt x="481" y="484"/>
                </a:lnTo>
                <a:lnTo>
                  <a:pt x="481" y="483"/>
                </a:lnTo>
                <a:lnTo>
                  <a:pt x="480" y="483"/>
                </a:lnTo>
                <a:lnTo>
                  <a:pt x="480" y="484"/>
                </a:lnTo>
                <a:lnTo>
                  <a:pt x="479" y="485"/>
                </a:lnTo>
                <a:lnTo>
                  <a:pt x="479" y="486"/>
                </a:lnTo>
                <a:lnTo>
                  <a:pt x="479" y="487"/>
                </a:lnTo>
                <a:lnTo>
                  <a:pt x="479" y="488"/>
                </a:lnTo>
                <a:lnTo>
                  <a:pt x="478" y="488"/>
                </a:lnTo>
                <a:lnTo>
                  <a:pt x="478" y="490"/>
                </a:lnTo>
                <a:lnTo>
                  <a:pt x="478" y="491"/>
                </a:lnTo>
                <a:lnTo>
                  <a:pt x="479" y="492"/>
                </a:lnTo>
                <a:lnTo>
                  <a:pt x="479" y="493"/>
                </a:lnTo>
                <a:lnTo>
                  <a:pt x="478" y="493"/>
                </a:lnTo>
                <a:lnTo>
                  <a:pt x="478" y="494"/>
                </a:lnTo>
                <a:lnTo>
                  <a:pt x="479" y="494"/>
                </a:lnTo>
                <a:lnTo>
                  <a:pt x="478" y="494"/>
                </a:lnTo>
                <a:lnTo>
                  <a:pt x="478" y="495"/>
                </a:lnTo>
                <a:lnTo>
                  <a:pt x="479" y="495"/>
                </a:lnTo>
                <a:lnTo>
                  <a:pt x="479" y="496"/>
                </a:lnTo>
                <a:lnTo>
                  <a:pt x="479" y="497"/>
                </a:lnTo>
                <a:lnTo>
                  <a:pt x="479" y="498"/>
                </a:lnTo>
                <a:lnTo>
                  <a:pt x="479" y="499"/>
                </a:lnTo>
                <a:lnTo>
                  <a:pt x="480" y="499"/>
                </a:lnTo>
                <a:lnTo>
                  <a:pt x="480" y="500"/>
                </a:lnTo>
                <a:lnTo>
                  <a:pt x="480" y="501"/>
                </a:lnTo>
                <a:lnTo>
                  <a:pt x="480" y="502"/>
                </a:lnTo>
                <a:lnTo>
                  <a:pt x="480" y="501"/>
                </a:lnTo>
                <a:lnTo>
                  <a:pt x="479" y="501"/>
                </a:lnTo>
                <a:lnTo>
                  <a:pt x="479" y="502"/>
                </a:lnTo>
                <a:lnTo>
                  <a:pt x="479" y="503"/>
                </a:lnTo>
                <a:lnTo>
                  <a:pt x="480" y="503"/>
                </a:lnTo>
                <a:lnTo>
                  <a:pt x="479" y="504"/>
                </a:lnTo>
                <a:lnTo>
                  <a:pt x="479" y="505"/>
                </a:lnTo>
                <a:lnTo>
                  <a:pt x="478" y="505"/>
                </a:lnTo>
                <a:lnTo>
                  <a:pt x="478" y="504"/>
                </a:lnTo>
                <a:lnTo>
                  <a:pt x="477" y="504"/>
                </a:lnTo>
                <a:lnTo>
                  <a:pt x="476" y="504"/>
                </a:lnTo>
                <a:lnTo>
                  <a:pt x="476" y="503"/>
                </a:lnTo>
                <a:lnTo>
                  <a:pt x="475" y="503"/>
                </a:lnTo>
                <a:lnTo>
                  <a:pt x="475" y="502"/>
                </a:lnTo>
                <a:lnTo>
                  <a:pt x="474" y="502"/>
                </a:lnTo>
                <a:lnTo>
                  <a:pt x="473" y="501"/>
                </a:lnTo>
                <a:lnTo>
                  <a:pt x="472" y="501"/>
                </a:lnTo>
                <a:lnTo>
                  <a:pt x="472" y="500"/>
                </a:lnTo>
                <a:lnTo>
                  <a:pt x="471" y="500"/>
                </a:lnTo>
                <a:lnTo>
                  <a:pt x="471" y="499"/>
                </a:lnTo>
                <a:lnTo>
                  <a:pt x="470" y="499"/>
                </a:lnTo>
                <a:lnTo>
                  <a:pt x="470" y="498"/>
                </a:lnTo>
                <a:lnTo>
                  <a:pt x="471" y="498"/>
                </a:lnTo>
                <a:lnTo>
                  <a:pt x="471" y="497"/>
                </a:lnTo>
                <a:lnTo>
                  <a:pt x="471" y="496"/>
                </a:lnTo>
                <a:lnTo>
                  <a:pt x="472" y="495"/>
                </a:lnTo>
                <a:lnTo>
                  <a:pt x="472" y="494"/>
                </a:lnTo>
                <a:lnTo>
                  <a:pt x="472" y="493"/>
                </a:lnTo>
                <a:lnTo>
                  <a:pt x="471" y="493"/>
                </a:lnTo>
                <a:lnTo>
                  <a:pt x="471" y="491"/>
                </a:lnTo>
                <a:lnTo>
                  <a:pt x="472" y="491"/>
                </a:lnTo>
                <a:lnTo>
                  <a:pt x="471" y="491"/>
                </a:lnTo>
                <a:lnTo>
                  <a:pt x="472" y="490"/>
                </a:lnTo>
                <a:lnTo>
                  <a:pt x="472" y="489"/>
                </a:lnTo>
                <a:lnTo>
                  <a:pt x="473" y="489"/>
                </a:lnTo>
                <a:lnTo>
                  <a:pt x="472" y="489"/>
                </a:lnTo>
                <a:lnTo>
                  <a:pt x="471" y="490"/>
                </a:lnTo>
                <a:lnTo>
                  <a:pt x="470" y="490"/>
                </a:lnTo>
                <a:lnTo>
                  <a:pt x="470" y="491"/>
                </a:lnTo>
                <a:lnTo>
                  <a:pt x="469" y="491"/>
                </a:lnTo>
                <a:lnTo>
                  <a:pt x="469" y="492"/>
                </a:lnTo>
                <a:lnTo>
                  <a:pt x="468" y="492"/>
                </a:lnTo>
                <a:lnTo>
                  <a:pt x="468" y="493"/>
                </a:lnTo>
                <a:lnTo>
                  <a:pt x="468" y="494"/>
                </a:lnTo>
                <a:lnTo>
                  <a:pt x="468" y="495"/>
                </a:lnTo>
                <a:lnTo>
                  <a:pt x="468" y="494"/>
                </a:lnTo>
                <a:lnTo>
                  <a:pt x="467" y="494"/>
                </a:lnTo>
                <a:lnTo>
                  <a:pt x="467" y="493"/>
                </a:lnTo>
                <a:lnTo>
                  <a:pt x="466" y="493"/>
                </a:lnTo>
                <a:lnTo>
                  <a:pt x="466" y="492"/>
                </a:lnTo>
                <a:lnTo>
                  <a:pt x="466" y="491"/>
                </a:lnTo>
                <a:lnTo>
                  <a:pt x="467" y="491"/>
                </a:lnTo>
                <a:lnTo>
                  <a:pt x="466" y="491"/>
                </a:lnTo>
                <a:lnTo>
                  <a:pt x="466" y="490"/>
                </a:lnTo>
                <a:lnTo>
                  <a:pt x="466" y="489"/>
                </a:lnTo>
                <a:lnTo>
                  <a:pt x="465" y="489"/>
                </a:lnTo>
                <a:lnTo>
                  <a:pt x="465" y="488"/>
                </a:lnTo>
                <a:lnTo>
                  <a:pt x="466" y="488"/>
                </a:lnTo>
                <a:lnTo>
                  <a:pt x="466" y="487"/>
                </a:lnTo>
                <a:lnTo>
                  <a:pt x="466" y="486"/>
                </a:lnTo>
                <a:lnTo>
                  <a:pt x="467" y="486"/>
                </a:lnTo>
                <a:lnTo>
                  <a:pt x="466" y="486"/>
                </a:lnTo>
                <a:lnTo>
                  <a:pt x="465" y="486"/>
                </a:lnTo>
                <a:lnTo>
                  <a:pt x="465" y="487"/>
                </a:lnTo>
                <a:lnTo>
                  <a:pt x="465" y="488"/>
                </a:lnTo>
                <a:lnTo>
                  <a:pt x="464" y="488"/>
                </a:lnTo>
                <a:lnTo>
                  <a:pt x="463" y="488"/>
                </a:lnTo>
                <a:lnTo>
                  <a:pt x="463" y="487"/>
                </a:lnTo>
                <a:lnTo>
                  <a:pt x="464" y="486"/>
                </a:lnTo>
                <a:lnTo>
                  <a:pt x="464" y="485"/>
                </a:lnTo>
                <a:lnTo>
                  <a:pt x="463" y="485"/>
                </a:lnTo>
                <a:lnTo>
                  <a:pt x="462" y="485"/>
                </a:lnTo>
                <a:lnTo>
                  <a:pt x="463" y="484"/>
                </a:lnTo>
                <a:lnTo>
                  <a:pt x="463" y="485"/>
                </a:lnTo>
                <a:lnTo>
                  <a:pt x="463" y="484"/>
                </a:lnTo>
                <a:lnTo>
                  <a:pt x="462" y="484"/>
                </a:lnTo>
                <a:lnTo>
                  <a:pt x="462" y="483"/>
                </a:lnTo>
                <a:lnTo>
                  <a:pt x="463" y="483"/>
                </a:lnTo>
                <a:lnTo>
                  <a:pt x="462" y="483"/>
                </a:lnTo>
                <a:lnTo>
                  <a:pt x="462" y="482"/>
                </a:lnTo>
                <a:lnTo>
                  <a:pt x="461" y="482"/>
                </a:lnTo>
                <a:lnTo>
                  <a:pt x="462" y="482"/>
                </a:lnTo>
                <a:lnTo>
                  <a:pt x="462" y="481"/>
                </a:lnTo>
                <a:lnTo>
                  <a:pt x="461" y="481"/>
                </a:lnTo>
                <a:lnTo>
                  <a:pt x="462" y="481"/>
                </a:lnTo>
                <a:lnTo>
                  <a:pt x="461" y="481"/>
                </a:lnTo>
                <a:lnTo>
                  <a:pt x="461" y="480"/>
                </a:lnTo>
                <a:lnTo>
                  <a:pt x="461" y="479"/>
                </a:lnTo>
                <a:lnTo>
                  <a:pt x="462" y="479"/>
                </a:lnTo>
                <a:lnTo>
                  <a:pt x="462" y="478"/>
                </a:lnTo>
                <a:lnTo>
                  <a:pt x="463" y="478"/>
                </a:lnTo>
                <a:lnTo>
                  <a:pt x="464" y="478"/>
                </a:lnTo>
                <a:lnTo>
                  <a:pt x="464" y="477"/>
                </a:lnTo>
                <a:lnTo>
                  <a:pt x="465" y="477"/>
                </a:lnTo>
                <a:lnTo>
                  <a:pt x="465" y="476"/>
                </a:lnTo>
                <a:lnTo>
                  <a:pt x="465" y="475"/>
                </a:lnTo>
                <a:lnTo>
                  <a:pt x="465" y="476"/>
                </a:lnTo>
                <a:lnTo>
                  <a:pt x="465" y="475"/>
                </a:lnTo>
                <a:lnTo>
                  <a:pt x="465" y="476"/>
                </a:lnTo>
                <a:lnTo>
                  <a:pt x="464" y="476"/>
                </a:lnTo>
                <a:lnTo>
                  <a:pt x="464" y="477"/>
                </a:lnTo>
                <a:lnTo>
                  <a:pt x="463" y="477"/>
                </a:lnTo>
                <a:lnTo>
                  <a:pt x="463" y="476"/>
                </a:lnTo>
                <a:lnTo>
                  <a:pt x="464" y="476"/>
                </a:lnTo>
                <a:lnTo>
                  <a:pt x="463" y="476"/>
                </a:lnTo>
                <a:lnTo>
                  <a:pt x="463" y="477"/>
                </a:lnTo>
                <a:lnTo>
                  <a:pt x="462" y="477"/>
                </a:lnTo>
                <a:lnTo>
                  <a:pt x="462" y="476"/>
                </a:lnTo>
                <a:lnTo>
                  <a:pt x="461" y="476"/>
                </a:lnTo>
                <a:lnTo>
                  <a:pt x="461" y="477"/>
                </a:lnTo>
                <a:lnTo>
                  <a:pt x="461" y="476"/>
                </a:lnTo>
                <a:lnTo>
                  <a:pt x="460" y="476"/>
                </a:lnTo>
                <a:lnTo>
                  <a:pt x="460" y="477"/>
                </a:lnTo>
                <a:lnTo>
                  <a:pt x="459" y="478"/>
                </a:lnTo>
                <a:lnTo>
                  <a:pt x="459" y="479"/>
                </a:lnTo>
                <a:lnTo>
                  <a:pt x="458" y="479"/>
                </a:lnTo>
                <a:lnTo>
                  <a:pt x="459" y="480"/>
                </a:lnTo>
                <a:lnTo>
                  <a:pt x="458" y="480"/>
                </a:lnTo>
                <a:lnTo>
                  <a:pt x="458" y="479"/>
                </a:lnTo>
                <a:lnTo>
                  <a:pt x="458" y="480"/>
                </a:lnTo>
                <a:lnTo>
                  <a:pt x="457" y="480"/>
                </a:lnTo>
                <a:lnTo>
                  <a:pt x="456" y="480"/>
                </a:lnTo>
                <a:lnTo>
                  <a:pt x="457" y="480"/>
                </a:lnTo>
                <a:lnTo>
                  <a:pt x="457" y="481"/>
                </a:lnTo>
                <a:lnTo>
                  <a:pt x="457" y="482"/>
                </a:lnTo>
                <a:lnTo>
                  <a:pt x="457" y="481"/>
                </a:lnTo>
                <a:lnTo>
                  <a:pt x="458" y="481"/>
                </a:lnTo>
                <a:lnTo>
                  <a:pt x="458" y="482"/>
                </a:lnTo>
                <a:lnTo>
                  <a:pt x="459" y="481"/>
                </a:lnTo>
                <a:lnTo>
                  <a:pt x="459" y="482"/>
                </a:lnTo>
                <a:lnTo>
                  <a:pt x="459" y="483"/>
                </a:lnTo>
                <a:lnTo>
                  <a:pt x="459" y="484"/>
                </a:lnTo>
                <a:lnTo>
                  <a:pt x="459" y="485"/>
                </a:lnTo>
                <a:lnTo>
                  <a:pt x="458" y="485"/>
                </a:lnTo>
                <a:lnTo>
                  <a:pt x="457" y="485"/>
                </a:lnTo>
                <a:lnTo>
                  <a:pt x="456" y="485"/>
                </a:lnTo>
                <a:lnTo>
                  <a:pt x="456" y="484"/>
                </a:lnTo>
                <a:lnTo>
                  <a:pt x="455" y="484"/>
                </a:lnTo>
                <a:lnTo>
                  <a:pt x="455" y="485"/>
                </a:lnTo>
                <a:lnTo>
                  <a:pt x="456" y="485"/>
                </a:lnTo>
                <a:lnTo>
                  <a:pt x="457" y="485"/>
                </a:lnTo>
                <a:lnTo>
                  <a:pt x="458" y="485"/>
                </a:lnTo>
                <a:lnTo>
                  <a:pt x="458" y="486"/>
                </a:lnTo>
                <a:lnTo>
                  <a:pt x="459" y="486"/>
                </a:lnTo>
                <a:lnTo>
                  <a:pt x="460" y="487"/>
                </a:lnTo>
                <a:lnTo>
                  <a:pt x="460" y="488"/>
                </a:lnTo>
                <a:lnTo>
                  <a:pt x="461" y="488"/>
                </a:lnTo>
                <a:lnTo>
                  <a:pt x="461" y="489"/>
                </a:lnTo>
                <a:lnTo>
                  <a:pt x="462" y="489"/>
                </a:lnTo>
                <a:lnTo>
                  <a:pt x="462" y="490"/>
                </a:lnTo>
                <a:lnTo>
                  <a:pt x="463" y="490"/>
                </a:lnTo>
                <a:lnTo>
                  <a:pt x="462" y="491"/>
                </a:lnTo>
                <a:lnTo>
                  <a:pt x="463" y="491"/>
                </a:lnTo>
                <a:lnTo>
                  <a:pt x="464" y="492"/>
                </a:lnTo>
                <a:lnTo>
                  <a:pt x="464" y="493"/>
                </a:lnTo>
                <a:lnTo>
                  <a:pt x="463" y="494"/>
                </a:lnTo>
                <a:lnTo>
                  <a:pt x="463" y="493"/>
                </a:lnTo>
                <a:lnTo>
                  <a:pt x="462" y="493"/>
                </a:lnTo>
                <a:lnTo>
                  <a:pt x="463" y="493"/>
                </a:lnTo>
                <a:lnTo>
                  <a:pt x="463" y="494"/>
                </a:lnTo>
                <a:lnTo>
                  <a:pt x="463" y="495"/>
                </a:lnTo>
                <a:lnTo>
                  <a:pt x="462" y="495"/>
                </a:lnTo>
                <a:lnTo>
                  <a:pt x="462" y="496"/>
                </a:lnTo>
                <a:lnTo>
                  <a:pt x="462" y="497"/>
                </a:lnTo>
                <a:lnTo>
                  <a:pt x="461" y="498"/>
                </a:lnTo>
                <a:lnTo>
                  <a:pt x="461" y="499"/>
                </a:lnTo>
                <a:lnTo>
                  <a:pt x="460" y="499"/>
                </a:lnTo>
                <a:lnTo>
                  <a:pt x="460" y="500"/>
                </a:lnTo>
                <a:lnTo>
                  <a:pt x="461" y="500"/>
                </a:lnTo>
                <a:lnTo>
                  <a:pt x="461" y="502"/>
                </a:lnTo>
                <a:lnTo>
                  <a:pt x="461" y="503"/>
                </a:lnTo>
                <a:lnTo>
                  <a:pt x="458" y="502"/>
                </a:lnTo>
                <a:lnTo>
                  <a:pt x="457" y="502"/>
                </a:lnTo>
                <a:lnTo>
                  <a:pt x="456" y="503"/>
                </a:lnTo>
                <a:lnTo>
                  <a:pt x="455" y="503"/>
                </a:lnTo>
                <a:lnTo>
                  <a:pt x="454" y="504"/>
                </a:lnTo>
                <a:lnTo>
                  <a:pt x="453" y="504"/>
                </a:lnTo>
                <a:lnTo>
                  <a:pt x="452" y="504"/>
                </a:lnTo>
                <a:lnTo>
                  <a:pt x="452" y="505"/>
                </a:lnTo>
                <a:lnTo>
                  <a:pt x="451" y="505"/>
                </a:lnTo>
                <a:lnTo>
                  <a:pt x="450" y="505"/>
                </a:lnTo>
                <a:lnTo>
                  <a:pt x="449" y="505"/>
                </a:lnTo>
                <a:lnTo>
                  <a:pt x="448" y="505"/>
                </a:lnTo>
                <a:lnTo>
                  <a:pt x="447" y="505"/>
                </a:lnTo>
                <a:lnTo>
                  <a:pt x="446" y="505"/>
                </a:lnTo>
                <a:lnTo>
                  <a:pt x="445" y="505"/>
                </a:lnTo>
                <a:lnTo>
                  <a:pt x="444" y="505"/>
                </a:lnTo>
                <a:lnTo>
                  <a:pt x="443" y="505"/>
                </a:lnTo>
                <a:lnTo>
                  <a:pt x="442" y="506"/>
                </a:lnTo>
                <a:lnTo>
                  <a:pt x="441" y="506"/>
                </a:lnTo>
                <a:lnTo>
                  <a:pt x="441" y="505"/>
                </a:lnTo>
                <a:lnTo>
                  <a:pt x="441" y="504"/>
                </a:lnTo>
                <a:lnTo>
                  <a:pt x="441" y="503"/>
                </a:lnTo>
                <a:lnTo>
                  <a:pt x="440" y="503"/>
                </a:lnTo>
                <a:lnTo>
                  <a:pt x="441" y="503"/>
                </a:lnTo>
                <a:lnTo>
                  <a:pt x="441" y="504"/>
                </a:lnTo>
                <a:lnTo>
                  <a:pt x="440" y="505"/>
                </a:lnTo>
                <a:lnTo>
                  <a:pt x="439" y="506"/>
                </a:lnTo>
                <a:lnTo>
                  <a:pt x="438" y="506"/>
                </a:lnTo>
                <a:lnTo>
                  <a:pt x="438" y="507"/>
                </a:lnTo>
                <a:lnTo>
                  <a:pt x="436" y="507"/>
                </a:lnTo>
                <a:lnTo>
                  <a:pt x="436" y="508"/>
                </a:lnTo>
                <a:lnTo>
                  <a:pt x="435" y="508"/>
                </a:lnTo>
                <a:lnTo>
                  <a:pt x="434" y="508"/>
                </a:lnTo>
                <a:lnTo>
                  <a:pt x="433" y="508"/>
                </a:lnTo>
                <a:lnTo>
                  <a:pt x="433" y="507"/>
                </a:lnTo>
                <a:lnTo>
                  <a:pt x="433" y="506"/>
                </a:lnTo>
                <a:lnTo>
                  <a:pt x="432" y="506"/>
                </a:lnTo>
                <a:lnTo>
                  <a:pt x="433" y="505"/>
                </a:lnTo>
                <a:lnTo>
                  <a:pt x="433" y="504"/>
                </a:lnTo>
                <a:lnTo>
                  <a:pt x="433" y="503"/>
                </a:lnTo>
                <a:lnTo>
                  <a:pt x="433" y="504"/>
                </a:lnTo>
                <a:lnTo>
                  <a:pt x="432" y="505"/>
                </a:lnTo>
                <a:lnTo>
                  <a:pt x="431" y="505"/>
                </a:lnTo>
                <a:lnTo>
                  <a:pt x="432" y="505"/>
                </a:lnTo>
                <a:lnTo>
                  <a:pt x="432" y="506"/>
                </a:lnTo>
                <a:lnTo>
                  <a:pt x="432" y="507"/>
                </a:lnTo>
                <a:lnTo>
                  <a:pt x="432" y="508"/>
                </a:lnTo>
                <a:lnTo>
                  <a:pt x="431" y="508"/>
                </a:lnTo>
                <a:lnTo>
                  <a:pt x="431" y="509"/>
                </a:lnTo>
                <a:lnTo>
                  <a:pt x="430" y="509"/>
                </a:lnTo>
                <a:lnTo>
                  <a:pt x="429" y="509"/>
                </a:lnTo>
                <a:lnTo>
                  <a:pt x="428" y="509"/>
                </a:lnTo>
                <a:lnTo>
                  <a:pt x="428" y="510"/>
                </a:lnTo>
                <a:lnTo>
                  <a:pt x="427" y="510"/>
                </a:lnTo>
                <a:lnTo>
                  <a:pt x="427" y="509"/>
                </a:lnTo>
                <a:lnTo>
                  <a:pt x="426" y="510"/>
                </a:lnTo>
                <a:lnTo>
                  <a:pt x="426" y="509"/>
                </a:lnTo>
                <a:lnTo>
                  <a:pt x="425" y="509"/>
                </a:lnTo>
                <a:lnTo>
                  <a:pt x="425" y="510"/>
                </a:lnTo>
                <a:lnTo>
                  <a:pt x="426" y="510"/>
                </a:lnTo>
                <a:lnTo>
                  <a:pt x="426" y="511"/>
                </a:lnTo>
                <a:lnTo>
                  <a:pt x="425" y="511"/>
                </a:lnTo>
                <a:lnTo>
                  <a:pt x="425" y="510"/>
                </a:lnTo>
                <a:lnTo>
                  <a:pt x="424" y="510"/>
                </a:lnTo>
                <a:lnTo>
                  <a:pt x="423" y="510"/>
                </a:lnTo>
                <a:lnTo>
                  <a:pt x="422" y="509"/>
                </a:lnTo>
                <a:lnTo>
                  <a:pt x="421" y="509"/>
                </a:lnTo>
                <a:lnTo>
                  <a:pt x="420" y="509"/>
                </a:lnTo>
                <a:lnTo>
                  <a:pt x="420" y="508"/>
                </a:lnTo>
                <a:lnTo>
                  <a:pt x="419" y="508"/>
                </a:lnTo>
                <a:lnTo>
                  <a:pt x="419" y="507"/>
                </a:lnTo>
                <a:lnTo>
                  <a:pt x="418" y="507"/>
                </a:lnTo>
                <a:lnTo>
                  <a:pt x="417" y="507"/>
                </a:lnTo>
                <a:lnTo>
                  <a:pt x="417" y="506"/>
                </a:lnTo>
                <a:lnTo>
                  <a:pt x="416" y="506"/>
                </a:lnTo>
                <a:lnTo>
                  <a:pt x="416" y="507"/>
                </a:lnTo>
                <a:lnTo>
                  <a:pt x="415" y="507"/>
                </a:lnTo>
                <a:lnTo>
                  <a:pt x="415" y="506"/>
                </a:lnTo>
                <a:lnTo>
                  <a:pt x="415" y="505"/>
                </a:lnTo>
                <a:lnTo>
                  <a:pt x="416" y="505"/>
                </a:lnTo>
                <a:lnTo>
                  <a:pt x="416" y="504"/>
                </a:lnTo>
                <a:lnTo>
                  <a:pt x="417" y="503"/>
                </a:lnTo>
                <a:lnTo>
                  <a:pt x="418" y="502"/>
                </a:lnTo>
                <a:lnTo>
                  <a:pt x="419" y="502"/>
                </a:lnTo>
                <a:lnTo>
                  <a:pt x="419" y="503"/>
                </a:lnTo>
                <a:lnTo>
                  <a:pt x="420" y="502"/>
                </a:lnTo>
                <a:lnTo>
                  <a:pt x="421" y="502"/>
                </a:lnTo>
                <a:lnTo>
                  <a:pt x="422" y="502"/>
                </a:lnTo>
                <a:lnTo>
                  <a:pt x="423" y="501"/>
                </a:lnTo>
                <a:lnTo>
                  <a:pt x="424" y="501"/>
                </a:lnTo>
                <a:lnTo>
                  <a:pt x="424" y="500"/>
                </a:lnTo>
                <a:lnTo>
                  <a:pt x="425" y="500"/>
                </a:lnTo>
                <a:lnTo>
                  <a:pt x="426" y="499"/>
                </a:lnTo>
                <a:lnTo>
                  <a:pt x="426" y="498"/>
                </a:lnTo>
                <a:lnTo>
                  <a:pt x="426" y="497"/>
                </a:lnTo>
                <a:lnTo>
                  <a:pt x="426" y="496"/>
                </a:lnTo>
                <a:lnTo>
                  <a:pt x="425" y="496"/>
                </a:lnTo>
                <a:lnTo>
                  <a:pt x="425" y="495"/>
                </a:lnTo>
                <a:lnTo>
                  <a:pt x="425" y="494"/>
                </a:lnTo>
                <a:lnTo>
                  <a:pt x="424" y="494"/>
                </a:lnTo>
                <a:lnTo>
                  <a:pt x="425" y="494"/>
                </a:lnTo>
                <a:lnTo>
                  <a:pt x="425" y="493"/>
                </a:lnTo>
                <a:lnTo>
                  <a:pt x="425" y="492"/>
                </a:lnTo>
                <a:lnTo>
                  <a:pt x="424" y="492"/>
                </a:lnTo>
                <a:lnTo>
                  <a:pt x="424" y="493"/>
                </a:lnTo>
                <a:lnTo>
                  <a:pt x="423" y="493"/>
                </a:lnTo>
                <a:lnTo>
                  <a:pt x="423" y="492"/>
                </a:lnTo>
                <a:lnTo>
                  <a:pt x="422" y="492"/>
                </a:lnTo>
                <a:lnTo>
                  <a:pt x="421" y="492"/>
                </a:lnTo>
                <a:lnTo>
                  <a:pt x="420" y="492"/>
                </a:lnTo>
                <a:lnTo>
                  <a:pt x="419" y="492"/>
                </a:lnTo>
                <a:lnTo>
                  <a:pt x="419" y="491"/>
                </a:lnTo>
                <a:lnTo>
                  <a:pt x="418" y="491"/>
                </a:lnTo>
                <a:lnTo>
                  <a:pt x="418" y="489"/>
                </a:lnTo>
                <a:lnTo>
                  <a:pt x="418" y="488"/>
                </a:lnTo>
                <a:lnTo>
                  <a:pt x="418" y="487"/>
                </a:lnTo>
                <a:lnTo>
                  <a:pt x="419" y="487"/>
                </a:lnTo>
                <a:lnTo>
                  <a:pt x="420" y="486"/>
                </a:lnTo>
                <a:lnTo>
                  <a:pt x="420" y="485"/>
                </a:lnTo>
                <a:lnTo>
                  <a:pt x="421" y="485"/>
                </a:lnTo>
                <a:lnTo>
                  <a:pt x="422" y="484"/>
                </a:lnTo>
                <a:lnTo>
                  <a:pt x="421" y="484"/>
                </a:lnTo>
                <a:lnTo>
                  <a:pt x="421" y="485"/>
                </a:lnTo>
                <a:lnTo>
                  <a:pt x="420" y="485"/>
                </a:lnTo>
                <a:lnTo>
                  <a:pt x="419" y="486"/>
                </a:lnTo>
                <a:lnTo>
                  <a:pt x="419" y="487"/>
                </a:lnTo>
                <a:lnTo>
                  <a:pt x="418" y="487"/>
                </a:lnTo>
                <a:lnTo>
                  <a:pt x="417" y="488"/>
                </a:lnTo>
                <a:lnTo>
                  <a:pt x="417" y="489"/>
                </a:lnTo>
                <a:lnTo>
                  <a:pt x="418" y="490"/>
                </a:lnTo>
                <a:lnTo>
                  <a:pt x="417" y="491"/>
                </a:lnTo>
                <a:lnTo>
                  <a:pt x="416" y="491"/>
                </a:lnTo>
                <a:lnTo>
                  <a:pt x="416" y="490"/>
                </a:lnTo>
                <a:lnTo>
                  <a:pt x="415" y="490"/>
                </a:lnTo>
                <a:lnTo>
                  <a:pt x="416" y="490"/>
                </a:lnTo>
                <a:lnTo>
                  <a:pt x="416" y="489"/>
                </a:lnTo>
                <a:lnTo>
                  <a:pt x="417" y="488"/>
                </a:lnTo>
                <a:lnTo>
                  <a:pt x="417" y="487"/>
                </a:lnTo>
                <a:lnTo>
                  <a:pt x="417" y="486"/>
                </a:lnTo>
                <a:lnTo>
                  <a:pt x="418" y="486"/>
                </a:lnTo>
                <a:lnTo>
                  <a:pt x="417" y="486"/>
                </a:lnTo>
                <a:lnTo>
                  <a:pt x="417" y="485"/>
                </a:lnTo>
                <a:lnTo>
                  <a:pt x="418" y="485"/>
                </a:lnTo>
                <a:lnTo>
                  <a:pt x="418" y="484"/>
                </a:lnTo>
                <a:lnTo>
                  <a:pt x="419" y="484"/>
                </a:lnTo>
                <a:lnTo>
                  <a:pt x="418" y="484"/>
                </a:lnTo>
                <a:lnTo>
                  <a:pt x="417" y="485"/>
                </a:lnTo>
                <a:lnTo>
                  <a:pt x="417" y="486"/>
                </a:lnTo>
                <a:lnTo>
                  <a:pt x="417" y="487"/>
                </a:lnTo>
                <a:lnTo>
                  <a:pt x="416" y="487"/>
                </a:lnTo>
                <a:lnTo>
                  <a:pt x="416" y="488"/>
                </a:lnTo>
                <a:lnTo>
                  <a:pt x="415" y="488"/>
                </a:lnTo>
                <a:lnTo>
                  <a:pt x="414" y="488"/>
                </a:lnTo>
                <a:lnTo>
                  <a:pt x="413" y="488"/>
                </a:lnTo>
                <a:lnTo>
                  <a:pt x="413" y="489"/>
                </a:lnTo>
                <a:lnTo>
                  <a:pt x="412" y="489"/>
                </a:lnTo>
                <a:lnTo>
                  <a:pt x="411" y="490"/>
                </a:lnTo>
                <a:lnTo>
                  <a:pt x="410" y="490"/>
                </a:lnTo>
                <a:lnTo>
                  <a:pt x="409" y="490"/>
                </a:lnTo>
                <a:lnTo>
                  <a:pt x="409" y="491"/>
                </a:lnTo>
                <a:lnTo>
                  <a:pt x="408" y="491"/>
                </a:lnTo>
                <a:lnTo>
                  <a:pt x="407" y="491"/>
                </a:lnTo>
                <a:lnTo>
                  <a:pt x="407" y="490"/>
                </a:lnTo>
                <a:lnTo>
                  <a:pt x="406" y="490"/>
                </a:lnTo>
                <a:lnTo>
                  <a:pt x="405" y="490"/>
                </a:lnTo>
                <a:lnTo>
                  <a:pt x="405" y="489"/>
                </a:lnTo>
                <a:lnTo>
                  <a:pt x="404" y="489"/>
                </a:lnTo>
                <a:lnTo>
                  <a:pt x="403" y="489"/>
                </a:lnTo>
                <a:lnTo>
                  <a:pt x="403" y="488"/>
                </a:lnTo>
                <a:lnTo>
                  <a:pt x="403" y="487"/>
                </a:lnTo>
                <a:lnTo>
                  <a:pt x="402" y="487"/>
                </a:lnTo>
                <a:lnTo>
                  <a:pt x="402" y="486"/>
                </a:lnTo>
                <a:lnTo>
                  <a:pt x="401" y="485"/>
                </a:lnTo>
                <a:lnTo>
                  <a:pt x="401" y="484"/>
                </a:lnTo>
                <a:lnTo>
                  <a:pt x="400" y="484"/>
                </a:lnTo>
                <a:lnTo>
                  <a:pt x="399" y="484"/>
                </a:lnTo>
                <a:lnTo>
                  <a:pt x="399" y="483"/>
                </a:lnTo>
                <a:lnTo>
                  <a:pt x="398" y="482"/>
                </a:lnTo>
                <a:lnTo>
                  <a:pt x="398" y="480"/>
                </a:lnTo>
                <a:lnTo>
                  <a:pt x="399" y="480"/>
                </a:lnTo>
                <a:lnTo>
                  <a:pt x="399" y="479"/>
                </a:lnTo>
                <a:lnTo>
                  <a:pt x="399" y="478"/>
                </a:lnTo>
                <a:lnTo>
                  <a:pt x="399" y="477"/>
                </a:lnTo>
                <a:lnTo>
                  <a:pt x="398" y="477"/>
                </a:lnTo>
                <a:lnTo>
                  <a:pt x="399" y="476"/>
                </a:lnTo>
                <a:lnTo>
                  <a:pt x="400" y="476"/>
                </a:lnTo>
                <a:lnTo>
                  <a:pt x="401" y="476"/>
                </a:lnTo>
                <a:lnTo>
                  <a:pt x="402" y="476"/>
                </a:lnTo>
                <a:lnTo>
                  <a:pt x="402" y="475"/>
                </a:lnTo>
                <a:lnTo>
                  <a:pt x="403" y="475"/>
                </a:lnTo>
                <a:lnTo>
                  <a:pt x="402" y="475"/>
                </a:lnTo>
                <a:lnTo>
                  <a:pt x="401" y="475"/>
                </a:lnTo>
                <a:lnTo>
                  <a:pt x="401" y="474"/>
                </a:lnTo>
                <a:lnTo>
                  <a:pt x="401" y="473"/>
                </a:lnTo>
                <a:lnTo>
                  <a:pt x="401" y="474"/>
                </a:lnTo>
                <a:lnTo>
                  <a:pt x="401" y="475"/>
                </a:lnTo>
                <a:lnTo>
                  <a:pt x="400" y="475"/>
                </a:lnTo>
                <a:lnTo>
                  <a:pt x="399" y="475"/>
                </a:lnTo>
                <a:lnTo>
                  <a:pt x="399" y="474"/>
                </a:lnTo>
                <a:lnTo>
                  <a:pt x="399" y="473"/>
                </a:lnTo>
                <a:lnTo>
                  <a:pt x="399" y="472"/>
                </a:lnTo>
                <a:lnTo>
                  <a:pt x="398" y="472"/>
                </a:lnTo>
                <a:lnTo>
                  <a:pt x="397" y="471"/>
                </a:lnTo>
                <a:lnTo>
                  <a:pt x="397" y="470"/>
                </a:lnTo>
                <a:lnTo>
                  <a:pt x="396" y="470"/>
                </a:lnTo>
                <a:lnTo>
                  <a:pt x="396" y="469"/>
                </a:lnTo>
                <a:lnTo>
                  <a:pt x="395" y="469"/>
                </a:lnTo>
                <a:lnTo>
                  <a:pt x="396" y="469"/>
                </a:lnTo>
                <a:lnTo>
                  <a:pt x="396" y="470"/>
                </a:lnTo>
                <a:lnTo>
                  <a:pt x="397" y="470"/>
                </a:lnTo>
                <a:lnTo>
                  <a:pt x="397" y="471"/>
                </a:lnTo>
                <a:lnTo>
                  <a:pt x="397" y="472"/>
                </a:lnTo>
                <a:lnTo>
                  <a:pt x="396" y="472"/>
                </a:lnTo>
                <a:lnTo>
                  <a:pt x="396" y="471"/>
                </a:lnTo>
                <a:lnTo>
                  <a:pt x="395" y="471"/>
                </a:lnTo>
                <a:lnTo>
                  <a:pt x="396" y="471"/>
                </a:lnTo>
                <a:lnTo>
                  <a:pt x="396" y="472"/>
                </a:lnTo>
                <a:lnTo>
                  <a:pt x="396" y="473"/>
                </a:lnTo>
                <a:lnTo>
                  <a:pt x="398" y="473"/>
                </a:lnTo>
                <a:lnTo>
                  <a:pt x="398" y="474"/>
                </a:lnTo>
                <a:lnTo>
                  <a:pt x="398" y="476"/>
                </a:lnTo>
                <a:lnTo>
                  <a:pt x="397" y="477"/>
                </a:lnTo>
                <a:lnTo>
                  <a:pt x="397" y="478"/>
                </a:lnTo>
                <a:lnTo>
                  <a:pt x="396" y="478"/>
                </a:lnTo>
                <a:lnTo>
                  <a:pt x="397" y="479"/>
                </a:lnTo>
                <a:lnTo>
                  <a:pt x="396" y="480"/>
                </a:lnTo>
                <a:lnTo>
                  <a:pt x="395" y="479"/>
                </a:lnTo>
                <a:lnTo>
                  <a:pt x="396" y="480"/>
                </a:lnTo>
                <a:lnTo>
                  <a:pt x="396" y="481"/>
                </a:lnTo>
                <a:lnTo>
                  <a:pt x="396" y="482"/>
                </a:lnTo>
                <a:lnTo>
                  <a:pt x="397" y="482"/>
                </a:lnTo>
                <a:lnTo>
                  <a:pt x="397" y="483"/>
                </a:lnTo>
                <a:lnTo>
                  <a:pt x="397" y="484"/>
                </a:lnTo>
                <a:lnTo>
                  <a:pt x="397" y="485"/>
                </a:lnTo>
                <a:lnTo>
                  <a:pt x="397" y="486"/>
                </a:lnTo>
                <a:lnTo>
                  <a:pt x="398" y="486"/>
                </a:lnTo>
                <a:lnTo>
                  <a:pt x="399" y="486"/>
                </a:lnTo>
                <a:lnTo>
                  <a:pt x="399" y="487"/>
                </a:lnTo>
                <a:lnTo>
                  <a:pt x="399" y="488"/>
                </a:lnTo>
                <a:lnTo>
                  <a:pt x="398" y="488"/>
                </a:lnTo>
                <a:lnTo>
                  <a:pt x="397" y="488"/>
                </a:lnTo>
                <a:lnTo>
                  <a:pt x="398" y="488"/>
                </a:lnTo>
                <a:lnTo>
                  <a:pt x="397" y="488"/>
                </a:lnTo>
                <a:lnTo>
                  <a:pt x="396" y="488"/>
                </a:lnTo>
                <a:lnTo>
                  <a:pt x="395" y="488"/>
                </a:lnTo>
                <a:lnTo>
                  <a:pt x="395" y="487"/>
                </a:lnTo>
                <a:lnTo>
                  <a:pt x="394" y="487"/>
                </a:lnTo>
                <a:lnTo>
                  <a:pt x="393" y="487"/>
                </a:lnTo>
                <a:lnTo>
                  <a:pt x="392" y="487"/>
                </a:lnTo>
                <a:lnTo>
                  <a:pt x="391" y="487"/>
                </a:lnTo>
                <a:lnTo>
                  <a:pt x="391" y="488"/>
                </a:lnTo>
                <a:lnTo>
                  <a:pt x="390" y="488"/>
                </a:lnTo>
                <a:lnTo>
                  <a:pt x="389" y="488"/>
                </a:lnTo>
                <a:lnTo>
                  <a:pt x="389" y="489"/>
                </a:lnTo>
                <a:lnTo>
                  <a:pt x="388" y="489"/>
                </a:lnTo>
                <a:lnTo>
                  <a:pt x="388" y="490"/>
                </a:lnTo>
                <a:lnTo>
                  <a:pt x="387" y="489"/>
                </a:lnTo>
                <a:lnTo>
                  <a:pt x="387" y="488"/>
                </a:lnTo>
                <a:lnTo>
                  <a:pt x="387" y="487"/>
                </a:lnTo>
                <a:lnTo>
                  <a:pt x="387" y="486"/>
                </a:lnTo>
                <a:lnTo>
                  <a:pt x="386" y="486"/>
                </a:lnTo>
                <a:lnTo>
                  <a:pt x="386" y="485"/>
                </a:lnTo>
                <a:lnTo>
                  <a:pt x="385" y="485"/>
                </a:lnTo>
                <a:lnTo>
                  <a:pt x="385" y="484"/>
                </a:lnTo>
                <a:lnTo>
                  <a:pt x="386" y="484"/>
                </a:lnTo>
                <a:lnTo>
                  <a:pt x="386" y="483"/>
                </a:lnTo>
                <a:lnTo>
                  <a:pt x="385" y="483"/>
                </a:lnTo>
                <a:lnTo>
                  <a:pt x="385" y="482"/>
                </a:lnTo>
                <a:lnTo>
                  <a:pt x="385" y="481"/>
                </a:lnTo>
                <a:lnTo>
                  <a:pt x="385" y="480"/>
                </a:lnTo>
                <a:lnTo>
                  <a:pt x="385" y="479"/>
                </a:lnTo>
                <a:lnTo>
                  <a:pt x="385" y="478"/>
                </a:lnTo>
                <a:lnTo>
                  <a:pt x="385" y="477"/>
                </a:lnTo>
                <a:lnTo>
                  <a:pt x="385" y="478"/>
                </a:lnTo>
                <a:lnTo>
                  <a:pt x="384" y="479"/>
                </a:lnTo>
                <a:lnTo>
                  <a:pt x="384" y="480"/>
                </a:lnTo>
                <a:lnTo>
                  <a:pt x="383" y="480"/>
                </a:lnTo>
                <a:lnTo>
                  <a:pt x="382" y="480"/>
                </a:lnTo>
                <a:lnTo>
                  <a:pt x="383" y="480"/>
                </a:lnTo>
                <a:lnTo>
                  <a:pt x="382" y="479"/>
                </a:lnTo>
                <a:lnTo>
                  <a:pt x="382" y="478"/>
                </a:lnTo>
                <a:lnTo>
                  <a:pt x="381" y="479"/>
                </a:lnTo>
                <a:lnTo>
                  <a:pt x="381" y="478"/>
                </a:lnTo>
                <a:lnTo>
                  <a:pt x="380" y="478"/>
                </a:lnTo>
                <a:lnTo>
                  <a:pt x="380" y="479"/>
                </a:lnTo>
                <a:lnTo>
                  <a:pt x="382" y="479"/>
                </a:lnTo>
                <a:lnTo>
                  <a:pt x="382" y="480"/>
                </a:lnTo>
                <a:lnTo>
                  <a:pt x="382" y="481"/>
                </a:lnTo>
                <a:lnTo>
                  <a:pt x="381" y="481"/>
                </a:lnTo>
                <a:lnTo>
                  <a:pt x="382" y="483"/>
                </a:lnTo>
                <a:lnTo>
                  <a:pt x="380" y="484"/>
                </a:lnTo>
                <a:lnTo>
                  <a:pt x="379" y="484"/>
                </a:lnTo>
                <a:lnTo>
                  <a:pt x="378" y="482"/>
                </a:lnTo>
                <a:lnTo>
                  <a:pt x="378" y="481"/>
                </a:lnTo>
                <a:lnTo>
                  <a:pt x="379" y="480"/>
                </a:lnTo>
                <a:lnTo>
                  <a:pt x="379" y="479"/>
                </a:lnTo>
                <a:lnTo>
                  <a:pt x="378" y="479"/>
                </a:lnTo>
                <a:lnTo>
                  <a:pt x="378" y="477"/>
                </a:lnTo>
                <a:lnTo>
                  <a:pt x="379" y="477"/>
                </a:lnTo>
                <a:lnTo>
                  <a:pt x="379" y="476"/>
                </a:lnTo>
                <a:lnTo>
                  <a:pt x="379" y="475"/>
                </a:lnTo>
                <a:lnTo>
                  <a:pt x="379" y="474"/>
                </a:lnTo>
                <a:lnTo>
                  <a:pt x="379" y="473"/>
                </a:lnTo>
                <a:lnTo>
                  <a:pt x="380" y="473"/>
                </a:lnTo>
                <a:lnTo>
                  <a:pt x="380" y="472"/>
                </a:lnTo>
                <a:lnTo>
                  <a:pt x="381" y="472"/>
                </a:lnTo>
                <a:lnTo>
                  <a:pt x="381" y="471"/>
                </a:lnTo>
                <a:lnTo>
                  <a:pt x="382" y="470"/>
                </a:lnTo>
                <a:lnTo>
                  <a:pt x="381" y="470"/>
                </a:lnTo>
                <a:lnTo>
                  <a:pt x="381" y="471"/>
                </a:lnTo>
                <a:lnTo>
                  <a:pt x="380" y="472"/>
                </a:lnTo>
                <a:lnTo>
                  <a:pt x="380" y="471"/>
                </a:lnTo>
                <a:lnTo>
                  <a:pt x="379" y="470"/>
                </a:lnTo>
                <a:lnTo>
                  <a:pt x="380" y="470"/>
                </a:lnTo>
                <a:lnTo>
                  <a:pt x="379" y="470"/>
                </a:lnTo>
                <a:lnTo>
                  <a:pt x="379" y="471"/>
                </a:lnTo>
                <a:lnTo>
                  <a:pt x="380" y="471"/>
                </a:lnTo>
                <a:lnTo>
                  <a:pt x="380" y="472"/>
                </a:lnTo>
                <a:lnTo>
                  <a:pt x="379" y="472"/>
                </a:lnTo>
                <a:lnTo>
                  <a:pt x="379" y="473"/>
                </a:lnTo>
                <a:lnTo>
                  <a:pt x="379" y="474"/>
                </a:lnTo>
                <a:lnTo>
                  <a:pt x="378" y="474"/>
                </a:lnTo>
                <a:lnTo>
                  <a:pt x="378" y="473"/>
                </a:lnTo>
                <a:lnTo>
                  <a:pt x="377" y="473"/>
                </a:lnTo>
                <a:lnTo>
                  <a:pt x="378" y="473"/>
                </a:lnTo>
                <a:lnTo>
                  <a:pt x="378" y="474"/>
                </a:lnTo>
                <a:lnTo>
                  <a:pt x="378" y="475"/>
                </a:lnTo>
                <a:lnTo>
                  <a:pt x="378" y="476"/>
                </a:lnTo>
                <a:lnTo>
                  <a:pt x="378" y="477"/>
                </a:lnTo>
                <a:lnTo>
                  <a:pt x="377" y="477"/>
                </a:lnTo>
                <a:lnTo>
                  <a:pt x="377" y="480"/>
                </a:lnTo>
                <a:lnTo>
                  <a:pt x="376" y="480"/>
                </a:lnTo>
                <a:lnTo>
                  <a:pt x="377" y="480"/>
                </a:lnTo>
                <a:lnTo>
                  <a:pt x="376" y="480"/>
                </a:lnTo>
                <a:lnTo>
                  <a:pt x="375" y="480"/>
                </a:lnTo>
                <a:lnTo>
                  <a:pt x="375" y="479"/>
                </a:lnTo>
                <a:lnTo>
                  <a:pt x="374" y="478"/>
                </a:lnTo>
                <a:lnTo>
                  <a:pt x="375" y="478"/>
                </a:lnTo>
                <a:lnTo>
                  <a:pt x="375" y="477"/>
                </a:lnTo>
                <a:lnTo>
                  <a:pt x="375" y="476"/>
                </a:lnTo>
                <a:lnTo>
                  <a:pt x="375" y="475"/>
                </a:lnTo>
                <a:lnTo>
                  <a:pt x="374" y="475"/>
                </a:lnTo>
                <a:lnTo>
                  <a:pt x="374" y="474"/>
                </a:lnTo>
                <a:lnTo>
                  <a:pt x="374" y="473"/>
                </a:lnTo>
                <a:lnTo>
                  <a:pt x="373" y="473"/>
                </a:lnTo>
                <a:lnTo>
                  <a:pt x="373" y="472"/>
                </a:lnTo>
                <a:lnTo>
                  <a:pt x="372" y="472"/>
                </a:lnTo>
                <a:lnTo>
                  <a:pt x="372" y="471"/>
                </a:lnTo>
                <a:lnTo>
                  <a:pt x="372" y="470"/>
                </a:lnTo>
                <a:lnTo>
                  <a:pt x="373" y="470"/>
                </a:lnTo>
                <a:lnTo>
                  <a:pt x="373" y="469"/>
                </a:lnTo>
                <a:lnTo>
                  <a:pt x="374" y="469"/>
                </a:lnTo>
                <a:lnTo>
                  <a:pt x="374" y="468"/>
                </a:lnTo>
                <a:lnTo>
                  <a:pt x="374" y="467"/>
                </a:lnTo>
                <a:lnTo>
                  <a:pt x="375" y="467"/>
                </a:lnTo>
                <a:lnTo>
                  <a:pt x="375" y="466"/>
                </a:lnTo>
                <a:lnTo>
                  <a:pt x="376" y="466"/>
                </a:lnTo>
                <a:lnTo>
                  <a:pt x="376" y="465"/>
                </a:lnTo>
                <a:lnTo>
                  <a:pt x="375" y="465"/>
                </a:lnTo>
                <a:lnTo>
                  <a:pt x="375" y="464"/>
                </a:lnTo>
                <a:lnTo>
                  <a:pt x="375" y="463"/>
                </a:lnTo>
                <a:lnTo>
                  <a:pt x="376" y="463"/>
                </a:lnTo>
                <a:lnTo>
                  <a:pt x="377" y="463"/>
                </a:lnTo>
                <a:lnTo>
                  <a:pt x="377" y="462"/>
                </a:lnTo>
                <a:lnTo>
                  <a:pt x="378" y="462"/>
                </a:lnTo>
                <a:lnTo>
                  <a:pt x="378" y="461"/>
                </a:lnTo>
                <a:lnTo>
                  <a:pt x="377" y="461"/>
                </a:lnTo>
                <a:lnTo>
                  <a:pt x="377" y="460"/>
                </a:lnTo>
                <a:lnTo>
                  <a:pt x="377" y="461"/>
                </a:lnTo>
                <a:lnTo>
                  <a:pt x="376" y="461"/>
                </a:lnTo>
                <a:lnTo>
                  <a:pt x="376" y="460"/>
                </a:lnTo>
                <a:lnTo>
                  <a:pt x="375" y="460"/>
                </a:lnTo>
                <a:lnTo>
                  <a:pt x="375" y="461"/>
                </a:lnTo>
                <a:lnTo>
                  <a:pt x="374" y="461"/>
                </a:lnTo>
                <a:lnTo>
                  <a:pt x="373" y="461"/>
                </a:lnTo>
                <a:lnTo>
                  <a:pt x="372" y="461"/>
                </a:lnTo>
                <a:lnTo>
                  <a:pt x="371" y="461"/>
                </a:lnTo>
                <a:lnTo>
                  <a:pt x="371" y="460"/>
                </a:lnTo>
                <a:lnTo>
                  <a:pt x="371" y="461"/>
                </a:lnTo>
                <a:lnTo>
                  <a:pt x="370" y="461"/>
                </a:lnTo>
                <a:lnTo>
                  <a:pt x="370" y="460"/>
                </a:lnTo>
                <a:lnTo>
                  <a:pt x="370" y="459"/>
                </a:lnTo>
                <a:lnTo>
                  <a:pt x="371" y="459"/>
                </a:lnTo>
                <a:lnTo>
                  <a:pt x="371" y="458"/>
                </a:lnTo>
                <a:lnTo>
                  <a:pt x="370" y="458"/>
                </a:lnTo>
                <a:lnTo>
                  <a:pt x="370" y="459"/>
                </a:lnTo>
                <a:lnTo>
                  <a:pt x="369" y="459"/>
                </a:lnTo>
                <a:lnTo>
                  <a:pt x="369" y="460"/>
                </a:lnTo>
                <a:lnTo>
                  <a:pt x="369" y="461"/>
                </a:lnTo>
                <a:lnTo>
                  <a:pt x="368" y="461"/>
                </a:lnTo>
                <a:lnTo>
                  <a:pt x="368" y="462"/>
                </a:lnTo>
                <a:lnTo>
                  <a:pt x="367" y="461"/>
                </a:lnTo>
                <a:lnTo>
                  <a:pt x="366" y="461"/>
                </a:lnTo>
                <a:lnTo>
                  <a:pt x="366" y="462"/>
                </a:lnTo>
                <a:lnTo>
                  <a:pt x="366" y="463"/>
                </a:lnTo>
                <a:lnTo>
                  <a:pt x="365" y="463"/>
                </a:lnTo>
                <a:lnTo>
                  <a:pt x="364" y="463"/>
                </a:lnTo>
                <a:lnTo>
                  <a:pt x="365" y="463"/>
                </a:lnTo>
                <a:lnTo>
                  <a:pt x="365" y="464"/>
                </a:lnTo>
                <a:lnTo>
                  <a:pt x="365" y="465"/>
                </a:lnTo>
                <a:lnTo>
                  <a:pt x="364" y="465"/>
                </a:lnTo>
                <a:lnTo>
                  <a:pt x="364" y="466"/>
                </a:lnTo>
                <a:lnTo>
                  <a:pt x="364" y="465"/>
                </a:lnTo>
                <a:lnTo>
                  <a:pt x="363" y="465"/>
                </a:lnTo>
                <a:lnTo>
                  <a:pt x="363" y="464"/>
                </a:lnTo>
                <a:lnTo>
                  <a:pt x="362" y="464"/>
                </a:lnTo>
                <a:lnTo>
                  <a:pt x="362" y="463"/>
                </a:lnTo>
                <a:lnTo>
                  <a:pt x="363" y="462"/>
                </a:lnTo>
                <a:lnTo>
                  <a:pt x="362" y="462"/>
                </a:lnTo>
                <a:lnTo>
                  <a:pt x="362" y="463"/>
                </a:lnTo>
                <a:lnTo>
                  <a:pt x="362" y="464"/>
                </a:lnTo>
                <a:lnTo>
                  <a:pt x="362" y="465"/>
                </a:lnTo>
                <a:lnTo>
                  <a:pt x="363" y="465"/>
                </a:lnTo>
                <a:lnTo>
                  <a:pt x="363" y="466"/>
                </a:lnTo>
                <a:lnTo>
                  <a:pt x="364" y="467"/>
                </a:lnTo>
                <a:lnTo>
                  <a:pt x="365" y="467"/>
                </a:lnTo>
                <a:lnTo>
                  <a:pt x="365" y="468"/>
                </a:lnTo>
                <a:lnTo>
                  <a:pt x="366" y="468"/>
                </a:lnTo>
                <a:lnTo>
                  <a:pt x="366" y="469"/>
                </a:lnTo>
                <a:lnTo>
                  <a:pt x="366" y="470"/>
                </a:lnTo>
                <a:lnTo>
                  <a:pt x="367" y="470"/>
                </a:lnTo>
                <a:lnTo>
                  <a:pt x="367" y="471"/>
                </a:lnTo>
                <a:lnTo>
                  <a:pt x="367" y="472"/>
                </a:lnTo>
                <a:lnTo>
                  <a:pt x="367" y="473"/>
                </a:lnTo>
                <a:lnTo>
                  <a:pt x="368" y="473"/>
                </a:lnTo>
                <a:lnTo>
                  <a:pt x="368" y="474"/>
                </a:lnTo>
                <a:lnTo>
                  <a:pt x="369" y="475"/>
                </a:lnTo>
                <a:lnTo>
                  <a:pt x="370" y="475"/>
                </a:lnTo>
                <a:lnTo>
                  <a:pt x="370" y="476"/>
                </a:lnTo>
                <a:lnTo>
                  <a:pt x="369" y="476"/>
                </a:lnTo>
                <a:lnTo>
                  <a:pt x="369" y="477"/>
                </a:lnTo>
                <a:lnTo>
                  <a:pt x="368" y="477"/>
                </a:lnTo>
                <a:lnTo>
                  <a:pt x="368" y="478"/>
                </a:lnTo>
                <a:lnTo>
                  <a:pt x="367" y="478"/>
                </a:lnTo>
                <a:lnTo>
                  <a:pt x="367" y="477"/>
                </a:lnTo>
                <a:lnTo>
                  <a:pt x="367" y="478"/>
                </a:lnTo>
                <a:lnTo>
                  <a:pt x="366" y="477"/>
                </a:lnTo>
                <a:lnTo>
                  <a:pt x="366" y="476"/>
                </a:lnTo>
                <a:lnTo>
                  <a:pt x="367" y="476"/>
                </a:lnTo>
                <a:lnTo>
                  <a:pt x="366" y="475"/>
                </a:lnTo>
                <a:lnTo>
                  <a:pt x="366" y="476"/>
                </a:lnTo>
                <a:lnTo>
                  <a:pt x="366" y="477"/>
                </a:lnTo>
                <a:lnTo>
                  <a:pt x="366" y="478"/>
                </a:lnTo>
                <a:lnTo>
                  <a:pt x="367" y="478"/>
                </a:lnTo>
                <a:lnTo>
                  <a:pt x="367" y="479"/>
                </a:lnTo>
                <a:lnTo>
                  <a:pt x="366" y="479"/>
                </a:lnTo>
                <a:lnTo>
                  <a:pt x="366" y="480"/>
                </a:lnTo>
                <a:lnTo>
                  <a:pt x="367" y="480"/>
                </a:lnTo>
                <a:lnTo>
                  <a:pt x="367" y="479"/>
                </a:lnTo>
                <a:lnTo>
                  <a:pt x="368" y="480"/>
                </a:lnTo>
                <a:lnTo>
                  <a:pt x="368" y="479"/>
                </a:lnTo>
                <a:lnTo>
                  <a:pt x="369" y="478"/>
                </a:lnTo>
                <a:lnTo>
                  <a:pt x="369" y="477"/>
                </a:lnTo>
                <a:lnTo>
                  <a:pt x="370" y="477"/>
                </a:lnTo>
                <a:lnTo>
                  <a:pt x="370" y="478"/>
                </a:lnTo>
                <a:lnTo>
                  <a:pt x="371" y="478"/>
                </a:lnTo>
                <a:lnTo>
                  <a:pt x="370" y="479"/>
                </a:lnTo>
                <a:lnTo>
                  <a:pt x="370" y="480"/>
                </a:lnTo>
                <a:lnTo>
                  <a:pt x="369" y="480"/>
                </a:lnTo>
                <a:lnTo>
                  <a:pt x="370" y="480"/>
                </a:lnTo>
                <a:lnTo>
                  <a:pt x="369" y="481"/>
                </a:lnTo>
                <a:lnTo>
                  <a:pt x="369" y="482"/>
                </a:lnTo>
                <a:lnTo>
                  <a:pt x="369" y="481"/>
                </a:lnTo>
                <a:lnTo>
                  <a:pt x="370" y="481"/>
                </a:lnTo>
                <a:lnTo>
                  <a:pt x="371" y="481"/>
                </a:lnTo>
                <a:lnTo>
                  <a:pt x="371" y="480"/>
                </a:lnTo>
                <a:lnTo>
                  <a:pt x="372" y="480"/>
                </a:lnTo>
                <a:lnTo>
                  <a:pt x="372" y="481"/>
                </a:lnTo>
                <a:lnTo>
                  <a:pt x="372" y="482"/>
                </a:lnTo>
                <a:lnTo>
                  <a:pt x="372" y="483"/>
                </a:lnTo>
                <a:lnTo>
                  <a:pt x="372" y="484"/>
                </a:lnTo>
                <a:lnTo>
                  <a:pt x="371" y="484"/>
                </a:lnTo>
                <a:lnTo>
                  <a:pt x="370" y="484"/>
                </a:lnTo>
                <a:lnTo>
                  <a:pt x="370" y="485"/>
                </a:lnTo>
                <a:lnTo>
                  <a:pt x="371" y="485"/>
                </a:lnTo>
                <a:lnTo>
                  <a:pt x="371" y="484"/>
                </a:lnTo>
                <a:lnTo>
                  <a:pt x="371" y="485"/>
                </a:lnTo>
                <a:lnTo>
                  <a:pt x="371" y="486"/>
                </a:lnTo>
                <a:lnTo>
                  <a:pt x="370" y="486"/>
                </a:lnTo>
                <a:lnTo>
                  <a:pt x="370" y="487"/>
                </a:lnTo>
                <a:lnTo>
                  <a:pt x="369" y="487"/>
                </a:lnTo>
                <a:lnTo>
                  <a:pt x="369" y="486"/>
                </a:lnTo>
                <a:lnTo>
                  <a:pt x="368" y="486"/>
                </a:lnTo>
                <a:lnTo>
                  <a:pt x="368" y="487"/>
                </a:lnTo>
                <a:lnTo>
                  <a:pt x="369" y="487"/>
                </a:lnTo>
                <a:lnTo>
                  <a:pt x="369" y="488"/>
                </a:lnTo>
                <a:lnTo>
                  <a:pt x="369" y="489"/>
                </a:lnTo>
                <a:lnTo>
                  <a:pt x="368" y="489"/>
                </a:lnTo>
                <a:lnTo>
                  <a:pt x="368" y="490"/>
                </a:lnTo>
                <a:lnTo>
                  <a:pt x="368" y="491"/>
                </a:lnTo>
                <a:lnTo>
                  <a:pt x="367" y="491"/>
                </a:lnTo>
                <a:lnTo>
                  <a:pt x="365" y="492"/>
                </a:lnTo>
                <a:lnTo>
                  <a:pt x="364" y="492"/>
                </a:lnTo>
                <a:lnTo>
                  <a:pt x="364" y="491"/>
                </a:lnTo>
                <a:lnTo>
                  <a:pt x="365" y="490"/>
                </a:lnTo>
                <a:lnTo>
                  <a:pt x="366" y="489"/>
                </a:lnTo>
                <a:lnTo>
                  <a:pt x="365" y="489"/>
                </a:lnTo>
                <a:lnTo>
                  <a:pt x="365" y="490"/>
                </a:lnTo>
                <a:lnTo>
                  <a:pt x="364" y="490"/>
                </a:lnTo>
                <a:lnTo>
                  <a:pt x="364" y="491"/>
                </a:lnTo>
                <a:lnTo>
                  <a:pt x="364" y="492"/>
                </a:lnTo>
                <a:lnTo>
                  <a:pt x="364" y="493"/>
                </a:lnTo>
                <a:lnTo>
                  <a:pt x="364" y="494"/>
                </a:lnTo>
                <a:lnTo>
                  <a:pt x="363" y="494"/>
                </a:lnTo>
                <a:lnTo>
                  <a:pt x="364" y="494"/>
                </a:lnTo>
                <a:lnTo>
                  <a:pt x="364" y="495"/>
                </a:lnTo>
                <a:lnTo>
                  <a:pt x="362" y="495"/>
                </a:lnTo>
                <a:lnTo>
                  <a:pt x="361" y="495"/>
                </a:lnTo>
                <a:lnTo>
                  <a:pt x="360" y="495"/>
                </a:lnTo>
                <a:lnTo>
                  <a:pt x="359" y="495"/>
                </a:lnTo>
                <a:lnTo>
                  <a:pt x="358" y="495"/>
                </a:lnTo>
                <a:lnTo>
                  <a:pt x="358" y="496"/>
                </a:lnTo>
                <a:lnTo>
                  <a:pt x="357" y="496"/>
                </a:lnTo>
                <a:lnTo>
                  <a:pt x="357" y="497"/>
                </a:lnTo>
                <a:lnTo>
                  <a:pt x="355" y="497"/>
                </a:lnTo>
                <a:lnTo>
                  <a:pt x="354" y="496"/>
                </a:lnTo>
                <a:lnTo>
                  <a:pt x="355" y="495"/>
                </a:lnTo>
                <a:lnTo>
                  <a:pt x="355" y="493"/>
                </a:lnTo>
                <a:lnTo>
                  <a:pt x="357" y="493"/>
                </a:lnTo>
                <a:lnTo>
                  <a:pt x="357" y="492"/>
                </a:lnTo>
                <a:lnTo>
                  <a:pt x="356" y="492"/>
                </a:lnTo>
                <a:lnTo>
                  <a:pt x="356" y="491"/>
                </a:lnTo>
                <a:lnTo>
                  <a:pt x="357" y="491"/>
                </a:lnTo>
                <a:lnTo>
                  <a:pt x="358" y="491"/>
                </a:lnTo>
                <a:lnTo>
                  <a:pt x="358" y="490"/>
                </a:lnTo>
                <a:lnTo>
                  <a:pt x="359" y="490"/>
                </a:lnTo>
                <a:lnTo>
                  <a:pt x="359" y="491"/>
                </a:lnTo>
                <a:lnTo>
                  <a:pt x="360" y="491"/>
                </a:lnTo>
                <a:lnTo>
                  <a:pt x="360" y="490"/>
                </a:lnTo>
                <a:lnTo>
                  <a:pt x="361" y="489"/>
                </a:lnTo>
                <a:lnTo>
                  <a:pt x="360" y="489"/>
                </a:lnTo>
                <a:lnTo>
                  <a:pt x="359" y="489"/>
                </a:lnTo>
                <a:lnTo>
                  <a:pt x="359" y="490"/>
                </a:lnTo>
                <a:lnTo>
                  <a:pt x="359" y="489"/>
                </a:lnTo>
                <a:lnTo>
                  <a:pt x="358" y="489"/>
                </a:lnTo>
                <a:lnTo>
                  <a:pt x="359" y="488"/>
                </a:lnTo>
                <a:lnTo>
                  <a:pt x="359" y="487"/>
                </a:lnTo>
                <a:lnTo>
                  <a:pt x="360" y="487"/>
                </a:lnTo>
                <a:lnTo>
                  <a:pt x="359" y="487"/>
                </a:lnTo>
                <a:lnTo>
                  <a:pt x="360" y="486"/>
                </a:lnTo>
                <a:lnTo>
                  <a:pt x="360" y="485"/>
                </a:lnTo>
                <a:lnTo>
                  <a:pt x="361" y="485"/>
                </a:lnTo>
                <a:lnTo>
                  <a:pt x="362" y="485"/>
                </a:lnTo>
                <a:lnTo>
                  <a:pt x="362" y="484"/>
                </a:lnTo>
                <a:lnTo>
                  <a:pt x="363" y="484"/>
                </a:lnTo>
                <a:lnTo>
                  <a:pt x="363" y="483"/>
                </a:lnTo>
                <a:lnTo>
                  <a:pt x="362" y="483"/>
                </a:lnTo>
                <a:lnTo>
                  <a:pt x="362" y="484"/>
                </a:lnTo>
                <a:lnTo>
                  <a:pt x="361" y="484"/>
                </a:lnTo>
                <a:lnTo>
                  <a:pt x="360" y="484"/>
                </a:lnTo>
                <a:lnTo>
                  <a:pt x="360" y="485"/>
                </a:lnTo>
                <a:lnTo>
                  <a:pt x="359" y="485"/>
                </a:lnTo>
                <a:lnTo>
                  <a:pt x="359" y="484"/>
                </a:lnTo>
                <a:lnTo>
                  <a:pt x="359" y="485"/>
                </a:lnTo>
                <a:lnTo>
                  <a:pt x="358" y="485"/>
                </a:lnTo>
                <a:lnTo>
                  <a:pt x="359" y="484"/>
                </a:lnTo>
                <a:lnTo>
                  <a:pt x="359" y="483"/>
                </a:lnTo>
                <a:lnTo>
                  <a:pt x="360" y="483"/>
                </a:lnTo>
                <a:lnTo>
                  <a:pt x="360" y="482"/>
                </a:lnTo>
                <a:lnTo>
                  <a:pt x="360" y="481"/>
                </a:lnTo>
                <a:lnTo>
                  <a:pt x="359" y="481"/>
                </a:lnTo>
                <a:lnTo>
                  <a:pt x="359" y="482"/>
                </a:lnTo>
                <a:lnTo>
                  <a:pt x="359" y="483"/>
                </a:lnTo>
                <a:lnTo>
                  <a:pt x="358" y="483"/>
                </a:lnTo>
                <a:lnTo>
                  <a:pt x="357" y="484"/>
                </a:lnTo>
                <a:lnTo>
                  <a:pt x="356" y="484"/>
                </a:lnTo>
                <a:lnTo>
                  <a:pt x="356" y="483"/>
                </a:lnTo>
                <a:lnTo>
                  <a:pt x="355" y="483"/>
                </a:lnTo>
                <a:lnTo>
                  <a:pt x="354" y="483"/>
                </a:lnTo>
                <a:lnTo>
                  <a:pt x="354" y="482"/>
                </a:lnTo>
                <a:lnTo>
                  <a:pt x="354" y="481"/>
                </a:lnTo>
                <a:lnTo>
                  <a:pt x="353" y="482"/>
                </a:lnTo>
                <a:lnTo>
                  <a:pt x="352" y="482"/>
                </a:lnTo>
                <a:lnTo>
                  <a:pt x="351" y="481"/>
                </a:lnTo>
                <a:lnTo>
                  <a:pt x="352" y="481"/>
                </a:lnTo>
                <a:lnTo>
                  <a:pt x="352" y="480"/>
                </a:lnTo>
                <a:lnTo>
                  <a:pt x="352" y="479"/>
                </a:lnTo>
                <a:lnTo>
                  <a:pt x="351" y="479"/>
                </a:lnTo>
                <a:lnTo>
                  <a:pt x="351" y="480"/>
                </a:lnTo>
                <a:lnTo>
                  <a:pt x="350" y="480"/>
                </a:lnTo>
                <a:lnTo>
                  <a:pt x="350" y="481"/>
                </a:lnTo>
                <a:lnTo>
                  <a:pt x="351" y="481"/>
                </a:lnTo>
                <a:lnTo>
                  <a:pt x="351" y="482"/>
                </a:lnTo>
                <a:lnTo>
                  <a:pt x="351" y="483"/>
                </a:lnTo>
                <a:lnTo>
                  <a:pt x="351" y="484"/>
                </a:lnTo>
                <a:lnTo>
                  <a:pt x="351" y="485"/>
                </a:lnTo>
                <a:lnTo>
                  <a:pt x="351" y="484"/>
                </a:lnTo>
                <a:lnTo>
                  <a:pt x="351" y="483"/>
                </a:lnTo>
                <a:lnTo>
                  <a:pt x="350" y="483"/>
                </a:lnTo>
                <a:lnTo>
                  <a:pt x="350" y="482"/>
                </a:lnTo>
                <a:lnTo>
                  <a:pt x="351" y="482"/>
                </a:lnTo>
                <a:lnTo>
                  <a:pt x="350" y="482"/>
                </a:lnTo>
                <a:lnTo>
                  <a:pt x="350" y="483"/>
                </a:lnTo>
                <a:lnTo>
                  <a:pt x="349" y="483"/>
                </a:lnTo>
                <a:lnTo>
                  <a:pt x="349" y="485"/>
                </a:lnTo>
                <a:lnTo>
                  <a:pt x="350" y="485"/>
                </a:lnTo>
                <a:lnTo>
                  <a:pt x="350" y="486"/>
                </a:lnTo>
                <a:lnTo>
                  <a:pt x="350" y="487"/>
                </a:lnTo>
                <a:lnTo>
                  <a:pt x="350" y="488"/>
                </a:lnTo>
                <a:lnTo>
                  <a:pt x="349" y="488"/>
                </a:lnTo>
                <a:lnTo>
                  <a:pt x="350" y="488"/>
                </a:lnTo>
                <a:lnTo>
                  <a:pt x="350" y="489"/>
                </a:lnTo>
                <a:lnTo>
                  <a:pt x="349" y="489"/>
                </a:lnTo>
                <a:lnTo>
                  <a:pt x="349" y="490"/>
                </a:lnTo>
                <a:lnTo>
                  <a:pt x="348" y="490"/>
                </a:lnTo>
                <a:lnTo>
                  <a:pt x="348" y="491"/>
                </a:lnTo>
                <a:lnTo>
                  <a:pt x="349" y="491"/>
                </a:lnTo>
                <a:lnTo>
                  <a:pt x="350" y="491"/>
                </a:lnTo>
                <a:lnTo>
                  <a:pt x="350" y="492"/>
                </a:lnTo>
                <a:lnTo>
                  <a:pt x="349" y="493"/>
                </a:lnTo>
                <a:lnTo>
                  <a:pt x="349" y="494"/>
                </a:lnTo>
                <a:lnTo>
                  <a:pt x="347" y="495"/>
                </a:lnTo>
                <a:lnTo>
                  <a:pt x="347" y="496"/>
                </a:lnTo>
                <a:lnTo>
                  <a:pt x="347" y="497"/>
                </a:lnTo>
                <a:lnTo>
                  <a:pt x="346" y="497"/>
                </a:lnTo>
                <a:lnTo>
                  <a:pt x="345" y="497"/>
                </a:lnTo>
                <a:lnTo>
                  <a:pt x="344" y="497"/>
                </a:lnTo>
                <a:lnTo>
                  <a:pt x="344" y="498"/>
                </a:lnTo>
                <a:lnTo>
                  <a:pt x="344" y="499"/>
                </a:lnTo>
                <a:lnTo>
                  <a:pt x="343" y="499"/>
                </a:lnTo>
                <a:lnTo>
                  <a:pt x="342" y="499"/>
                </a:lnTo>
                <a:lnTo>
                  <a:pt x="342" y="500"/>
                </a:lnTo>
                <a:lnTo>
                  <a:pt x="341" y="500"/>
                </a:lnTo>
                <a:lnTo>
                  <a:pt x="341" y="501"/>
                </a:lnTo>
                <a:lnTo>
                  <a:pt x="340" y="500"/>
                </a:lnTo>
                <a:lnTo>
                  <a:pt x="340" y="499"/>
                </a:lnTo>
                <a:lnTo>
                  <a:pt x="341" y="499"/>
                </a:lnTo>
                <a:lnTo>
                  <a:pt x="342" y="497"/>
                </a:lnTo>
                <a:lnTo>
                  <a:pt x="343" y="497"/>
                </a:lnTo>
                <a:lnTo>
                  <a:pt x="343" y="496"/>
                </a:lnTo>
                <a:lnTo>
                  <a:pt x="344" y="493"/>
                </a:lnTo>
                <a:lnTo>
                  <a:pt x="345" y="492"/>
                </a:lnTo>
                <a:lnTo>
                  <a:pt x="345" y="491"/>
                </a:lnTo>
                <a:lnTo>
                  <a:pt x="344" y="491"/>
                </a:lnTo>
                <a:lnTo>
                  <a:pt x="344" y="492"/>
                </a:lnTo>
                <a:lnTo>
                  <a:pt x="343" y="491"/>
                </a:lnTo>
                <a:lnTo>
                  <a:pt x="343" y="490"/>
                </a:lnTo>
                <a:lnTo>
                  <a:pt x="343" y="489"/>
                </a:lnTo>
                <a:lnTo>
                  <a:pt x="343" y="488"/>
                </a:lnTo>
                <a:lnTo>
                  <a:pt x="342" y="488"/>
                </a:lnTo>
                <a:lnTo>
                  <a:pt x="342" y="489"/>
                </a:lnTo>
                <a:lnTo>
                  <a:pt x="341" y="489"/>
                </a:lnTo>
                <a:lnTo>
                  <a:pt x="341" y="488"/>
                </a:lnTo>
                <a:lnTo>
                  <a:pt x="340" y="488"/>
                </a:lnTo>
                <a:lnTo>
                  <a:pt x="341" y="488"/>
                </a:lnTo>
                <a:lnTo>
                  <a:pt x="340" y="489"/>
                </a:lnTo>
                <a:lnTo>
                  <a:pt x="340" y="490"/>
                </a:lnTo>
                <a:lnTo>
                  <a:pt x="339" y="490"/>
                </a:lnTo>
                <a:lnTo>
                  <a:pt x="339" y="489"/>
                </a:lnTo>
                <a:lnTo>
                  <a:pt x="338" y="489"/>
                </a:lnTo>
                <a:lnTo>
                  <a:pt x="338" y="490"/>
                </a:lnTo>
                <a:lnTo>
                  <a:pt x="337" y="490"/>
                </a:lnTo>
                <a:lnTo>
                  <a:pt x="337" y="491"/>
                </a:lnTo>
                <a:lnTo>
                  <a:pt x="336" y="490"/>
                </a:lnTo>
                <a:lnTo>
                  <a:pt x="336" y="491"/>
                </a:lnTo>
                <a:lnTo>
                  <a:pt x="337" y="491"/>
                </a:lnTo>
                <a:lnTo>
                  <a:pt x="337" y="492"/>
                </a:lnTo>
                <a:lnTo>
                  <a:pt x="336" y="492"/>
                </a:lnTo>
                <a:lnTo>
                  <a:pt x="335" y="492"/>
                </a:lnTo>
                <a:lnTo>
                  <a:pt x="335" y="493"/>
                </a:lnTo>
                <a:lnTo>
                  <a:pt x="334" y="493"/>
                </a:lnTo>
                <a:lnTo>
                  <a:pt x="335" y="493"/>
                </a:lnTo>
                <a:lnTo>
                  <a:pt x="334" y="493"/>
                </a:lnTo>
                <a:lnTo>
                  <a:pt x="334" y="494"/>
                </a:lnTo>
                <a:lnTo>
                  <a:pt x="334" y="493"/>
                </a:lnTo>
                <a:lnTo>
                  <a:pt x="333" y="493"/>
                </a:lnTo>
                <a:lnTo>
                  <a:pt x="333" y="494"/>
                </a:lnTo>
                <a:lnTo>
                  <a:pt x="334" y="494"/>
                </a:lnTo>
                <a:lnTo>
                  <a:pt x="334" y="495"/>
                </a:lnTo>
                <a:lnTo>
                  <a:pt x="335" y="496"/>
                </a:lnTo>
                <a:lnTo>
                  <a:pt x="336" y="496"/>
                </a:lnTo>
                <a:lnTo>
                  <a:pt x="337" y="496"/>
                </a:lnTo>
                <a:lnTo>
                  <a:pt x="337" y="497"/>
                </a:lnTo>
                <a:lnTo>
                  <a:pt x="338" y="497"/>
                </a:lnTo>
                <a:lnTo>
                  <a:pt x="337" y="498"/>
                </a:lnTo>
                <a:lnTo>
                  <a:pt x="336" y="498"/>
                </a:lnTo>
                <a:lnTo>
                  <a:pt x="335" y="498"/>
                </a:lnTo>
                <a:lnTo>
                  <a:pt x="334" y="498"/>
                </a:lnTo>
                <a:lnTo>
                  <a:pt x="334" y="499"/>
                </a:lnTo>
                <a:lnTo>
                  <a:pt x="333" y="499"/>
                </a:lnTo>
                <a:lnTo>
                  <a:pt x="332" y="499"/>
                </a:lnTo>
                <a:lnTo>
                  <a:pt x="331" y="499"/>
                </a:lnTo>
                <a:lnTo>
                  <a:pt x="332" y="498"/>
                </a:lnTo>
                <a:lnTo>
                  <a:pt x="333" y="498"/>
                </a:lnTo>
                <a:lnTo>
                  <a:pt x="333" y="497"/>
                </a:lnTo>
                <a:lnTo>
                  <a:pt x="332" y="497"/>
                </a:lnTo>
                <a:lnTo>
                  <a:pt x="331" y="498"/>
                </a:lnTo>
                <a:lnTo>
                  <a:pt x="330" y="497"/>
                </a:lnTo>
                <a:lnTo>
                  <a:pt x="329" y="496"/>
                </a:lnTo>
                <a:lnTo>
                  <a:pt x="328" y="496"/>
                </a:lnTo>
                <a:lnTo>
                  <a:pt x="329" y="496"/>
                </a:lnTo>
                <a:lnTo>
                  <a:pt x="328" y="496"/>
                </a:lnTo>
                <a:lnTo>
                  <a:pt x="329" y="496"/>
                </a:lnTo>
                <a:lnTo>
                  <a:pt x="328" y="496"/>
                </a:lnTo>
                <a:lnTo>
                  <a:pt x="328" y="497"/>
                </a:lnTo>
                <a:lnTo>
                  <a:pt x="327" y="497"/>
                </a:lnTo>
                <a:lnTo>
                  <a:pt x="326" y="497"/>
                </a:lnTo>
                <a:lnTo>
                  <a:pt x="326" y="496"/>
                </a:lnTo>
                <a:lnTo>
                  <a:pt x="325" y="496"/>
                </a:lnTo>
                <a:lnTo>
                  <a:pt x="324" y="496"/>
                </a:lnTo>
                <a:lnTo>
                  <a:pt x="323" y="496"/>
                </a:lnTo>
                <a:lnTo>
                  <a:pt x="322" y="496"/>
                </a:lnTo>
                <a:lnTo>
                  <a:pt x="321" y="496"/>
                </a:lnTo>
                <a:lnTo>
                  <a:pt x="320" y="496"/>
                </a:lnTo>
                <a:lnTo>
                  <a:pt x="319" y="496"/>
                </a:lnTo>
                <a:lnTo>
                  <a:pt x="319" y="497"/>
                </a:lnTo>
                <a:lnTo>
                  <a:pt x="318" y="496"/>
                </a:lnTo>
                <a:lnTo>
                  <a:pt x="318" y="497"/>
                </a:lnTo>
                <a:lnTo>
                  <a:pt x="317" y="497"/>
                </a:lnTo>
                <a:lnTo>
                  <a:pt x="317" y="496"/>
                </a:lnTo>
                <a:lnTo>
                  <a:pt x="316" y="496"/>
                </a:lnTo>
                <a:lnTo>
                  <a:pt x="316" y="495"/>
                </a:lnTo>
                <a:lnTo>
                  <a:pt x="316" y="494"/>
                </a:lnTo>
                <a:lnTo>
                  <a:pt x="316" y="493"/>
                </a:lnTo>
                <a:lnTo>
                  <a:pt x="315" y="493"/>
                </a:lnTo>
                <a:lnTo>
                  <a:pt x="314" y="493"/>
                </a:lnTo>
                <a:lnTo>
                  <a:pt x="315" y="493"/>
                </a:lnTo>
                <a:lnTo>
                  <a:pt x="315" y="492"/>
                </a:lnTo>
                <a:lnTo>
                  <a:pt x="314" y="492"/>
                </a:lnTo>
                <a:lnTo>
                  <a:pt x="314" y="491"/>
                </a:lnTo>
                <a:lnTo>
                  <a:pt x="314" y="492"/>
                </a:lnTo>
                <a:lnTo>
                  <a:pt x="313" y="492"/>
                </a:lnTo>
                <a:lnTo>
                  <a:pt x="313" y="491"/>
                </a:lnTo>
                <a:lnTo>
                  <a:pt x="312" y="491"/>
                </a:lnTo>
                <a:lnTo>
                  <a:pt x="312" y="492"/>
                </a:lnTo>
                <a:lnTo>
                  <a:pt x="312" y="491"/>
                </a:lnTo>
                <a:lnTo>
                  <a:pt x="311" y="491"/>
                </a:lnTo>
                <a:lnTo>
                  <a:pt x="311" y="490"/>
                </a:lnTo>
                <a:lnTo>
                  <a:pt x="310" y="490"/>
                </a:lnTo>
                <a:lnTo>
                  <a:pt x="310" y="489"/>
                </a:lnTo>
                <a:lnTo>
                  <a:pt x="311" y="489"/>
                </a:lnTo>
                <a:lnTo>
                  <a:pt x="311" y="488"/>
                </a:lnTo>
                <a:lnTo>
                  <a:pt x="310" y="488"/>
                </a:lnTo>
                <a:lnTo>
                  <a:pt x="310" y="487"/>
                </a:lnTo>
                <a:lnTo>
                  <a:pt x="310" y="488"/>
                </a:lnTo>
                <a:lnTo>
                  <a:pt x="310" y="487"/>
                </a:lnTo>
                <a:lnTo>
                  <a:pt x="310" y="486"/>
                </a:lnTo>
                <a:lnTo>
                  <a:pt x="309" y="486"/>
                </a:lnTo>
                <a:lnTo>
                  <a:pt x="309" y="485"/>
                </a:lnTo>
                <a:lnTo>
                  <a:pt x="308" y="485"/>
                </a:lnTo>
                <a:lnTo>
                  <a:pt x="307" y="485"/>
                </a:lnTo>
                <a:lnTo>
                  <a:pt x="307" y="486"/>
                </a:lnTo>
                <a:lnTo>
                  <a:pt x="306" y="486"/>
                </a:lnTo>
                <a:lnTo>
                  <a:pt x="306" y="485"/>
                </a:lnTo>
                <a:lnTo>
                  <a:pt x="305" y="485"/>
                </a:lnTo>
                <a:lnTo>
                  <a:pt x="304" y="484"/>
                </a:lnTo>
                <a:lnTo>
                  <a:pt x="304" y="485"/>
                </a:lnTo>
                <a:lnTo>
                  <a:pt x="304" y="484"/>
                </a:lnTo>
                <a:lnTo>
                  <a:pt x="304" y="485"/>
                </a:lnTo>
                <a:lnTo>
                  <a:pt x="303" y="485"/>
                </a:lnTo>
                <a:lnTo>
                  <a:pt x="303" y="484"/>
                </a:lnTo>
                <a:lnTo>
                  <a:pt x="303" y="485"/>
                </a:lnTo>
                <a:lnTo>
                  <a:pt x="302" y="485"/>
                </a:lnTo>
                <a:lnTo>
                  <a:pt x="301" y="485"/>
                </a:lnTo>
                <a:lnTo>
                  <a:pt x="301" y="486"/>
                </a:lnTo>
                <a:lnTo>
                  <a:pt x="300" y="486"/>
                </a:lnTo>
                <a:lnTo>
                  <a:pt x="298" y="486"/>
                </a:lnTo>
                <a:lnTo>
                  <a:pt x="298" y="487"/>
                </a:lnTo>
                <a:lnTo>
                  <a:pt x="297" y="487"/>
                </a:lnTo>
                <a:lnTo>
                  <a:pt x="296" y="487"/>
                </a:lnTo>
                <a:lnTo>
                  <a:pt x="296" y="488"/>
                </a:lnTo>
                <a:lnTo>
                  <a:pt x="295" y="488"/>
                </a:lnTo>
                <a:lnTo>
                  <a:pt x="294" y="488"/>
                </a:lnTo>
                <a:lnTo>
                  <a:pt x="294" y="489"/>
                </a:lnTo>
                <a:lnTo>
                  <a:pt x="293" y="489"/>
                </a:lnTo>
                <a:lnTo>
                  <a:pt x="292" y="489"/>
                </a:lnTo>
                <a:lnTo>
                  <a:pt x="292" y="490"/>
                </a:lnTo>
                <a:lnTo>
                  <a:pt x="292" y="489"/>
                </a:lnTo>
                <a:lnTo>
                  <a:pt x="291" y="489"/>
                </a:lnTo>
                <a:lnTo>
                  <a:pt x="290" y="489"/>
                </a:lnTo>
                <a:lnTo>
                  <a:pt x="290" y="490"/>
                </a:lnTo>
                <a:lnTo>
                  <a:pt x="288" y="490"/>
                </a:lnTo>
                <a:lnTo>
                  <a:pt x="287" y="490"/>
                </a:lnTo>
                <a:lnTo>
                  <a:pt x="286" y="490"/>
                </a:lnTo>
                <a:lnTo>
                  <a:pt x="285" y="490"/>
                </a:lnTo>
                <a:lnTo>
                  <a:pt x="284" y="490"/>
                </a:lnTo>
                <a:lnTo>
                  <a:pt x="284" y="489"/>
                </a:lnTo>
                <a:lnTo>
                  <a:pt x="283" y="489"/>
                </a:lnTo>
                <a:lnTo>
                  <a:pt x="282" y="489"/>
                </a:lnTo>
                <a:lnTo>
                  <a:pt x="281" y="489"/>
                </a:lnTo>
                <a:lnTo>
                  <a:pt x="281" y="490"/>
                </a:lnTo>
                <a:lnTo>
                  <a:pt x="280" y="490"/>
                </a:lnTo>
                <a:lnTo>
                  <a:pt x="280" y="491"/>
                </a:lnTo>
                <a:lnTo>
                  <a:pt x="279" y="491"/>
                </a:lnTo>
                <a:lnTo>
                  <a:pt x="278" y="491"/>
                </a:lnTo>
                <a:lnTo>
                  <a:pt x="277" y="491"/>
                </a:lnTo>
                <a:lnTo>
                  <a:pt x="276" y="491"/>
                </a:lnTo>
                <a:lnTo>
                  <a:pt x="275" y="491"/>
                </a:lnTo>
                <a:lnTo>
                  <a:pt x="274" y="491"/>
                </a:lnTo>
                <a:lnTo>
                  <a:pt x="275" y="490"/>
                </a:lnTo>
                <a:lnTo>
                  <a:pt x="275" y="489"/>
                </a:lnTo>
                <a:lnTo>
                  <a:pt x="276" y="489"/>
                </a:lnTo>
                <a:lnTo>
                  <a:pt x="275" y="489"/>
                </a:lnTo>
                <a:lnTo>
                  <a:pt x="275" y="488"/>
                </a:lnTo>
                <a:lnTo>
                  <a:pt x="274" y="488"/>
                </a:lnTo>
                <a:lnTo>
                  <a:pt x="274" y="486"/>
                </a:lnTo>
                <a:lnTo>
                  <a:pt x="275" y="486"/>
                </a:lnTo>
                <a:lnTo>
                  <a:pt x="274" y="486"/>
                </a:lnTo>
                <a:lnTo>
                  <a:pt x="274" y="485"/>
                </a:lnTo>
                <a:lnTo>
                  <a:pt x="274" y="484"/>
                </a:lnTo>
                <a:lnTo>
                  <a:pt x="273" y="484"/>
                </a:lnTo>
                <a:lnTo>
                  <a:pt x="272" y="484"/>
                </a:lnTo>
                <a:lnTo>
                  <a:pt x="271" y="484"/>
                </a:lnTo>
                <a:lnTo>
                  <a:pt x="271" y="485"/>
                </a:lnTo>
                <a:lnTo>
                  <a:pt x="270" y="485"/>
                </a:lnTo>
                <a:lnTo>
                  <a:pt x="270" y="486"/>
                </a:lnTo>
                <a:lnTo>
                  <a:pt x="269" y="486"/>
                </a:lnTo>
                <a:lnTo>
                  <a:pt x="268" y="486"/>
                </a:lnTo>
                <a:lnTo>
                  <a:pt x="268" y="487"/>
                </a:lnTo>
                <a:lnTo>
                  <a:pt x="268" y="488"/>
                </a:lnTo>
                <a:lnTo>
                  <a:pt x="267" y="488"/>
                </a:lnTo>
                <a:lnTo>
                  <a:pt x="267" y="489"/>
                </a:lnTo>
                <a:lnTo>
                  <a:pt x="266" y="489"/>
                </a:lnTo>
                <a:lnTo>
                  <a:pt x="267" y="489"/>
                </a:lnTo>
                <a:lnTo>
                  <a:pt x="266" y="490"/>
                </a:lnTo>
                <a:lnTo>
                  <a:pt x="266" y="491"/>
                </a:lnTo>
                <a:lnTo>
                  <a:pt x="265" y="491"/>
                </a:lnTo>
                <a:lnTo>
                  <a:pt x="264" y="491"/>
                </a:lnTo>
                <a:lnTo>
                  <a:pt x="264" y="490"/>
                </a:lnTo>
                <a:lnTo>
                  <a:pt x="264" y="491"/>
                </a:lnTo>
                <a:lnTo>
                  <a:pt x="263" y="491"/>
                </a:lnTo>
                <a:lnTo>
                  <a:pt x="263" y="490"/>
                </a:lnTo>
                <a:lnTo>
                  <a:pt x="263" y="489"/>
                </a:lnTo>
                <a:lnTo>
                  <a:pt x="263" y="488"/>
                </a:lnTo>
                <a:lnTo>
                  <a:pt x="263" y="487"/>
                </a:lnTo>
                <a:lnTo>
                  <a:pt x="264" y="487"/>
                </a:lnTo>
                <a:lnTo>
                  <a:pt x="263" y="487"/>
                </a:lnTo>
                <a:lnTo>
                  <a:pt x="264" y="487"/>
                </a:lnTo>
                <a:lnTo>
                  <a:pt x="264" y="486"/>
                </a:lnTo>
                <a:lnTo>
                  <a:pt x="263" y="486"/>
                </a:lnTo>
                <a:lnTo>
                  <a:pt x="263" y="485"/>
                </a:lnTo>
                <a:lnTo>
                  <a:pt x="263" y="484"/>
                </a:lnTo>
                <a:lnTo>
                  <a:pt x="263" y="483"/>
                </a:lnTo>
                <a:lnTo>
                  <a:pt x="262" y="483"/>
                </a:lnTo>
                <a:lnTo>
                  <a:pt x="262" y="482"/>
                </a:lnTo>
                <a:lnTo>
                  <a:pt x="262" y="481"/>
                </a:lnTo>
                <a:lnTo>
                  <a:pt x="261" y="481"/>
                </a:lnTo>
                <a:lnTo>
                  <a:pt x="261" y="480"/>
                </a:lnTo>
                <a:lnTo>
                  <a:pt x="260" y="480"/>
                </a:lnTo>
                <a:lnTo>
                  <a:pt x="260" y="479"/>
                </a:lnTo>
                <a:lnTo>
                  <a:pt x="260" y="478"/>
                </a:lnTo>
                <a:lnTo>
                  <a:pt x="259" y="478"/>
                </a:lnTo>
                <a:lnTo>
                  <a:pt x="259" y="477"/>
                </a:lnTo>
                <a:lnTo>
                  <a:pt x="258" y="477"/>
                </a:lnTo>
                <a:lnTo>
                  <a:pt x="258" y="476"/>
                </a:lnTo>
                <a:lnTo>
                  <a:pt x="257" y="476"/>
                </a:lnTo>
                <a:lnTo>
                  <a:pt x="257" y="477"/>
                </a:lnTo>
                <a:lnTo>
                  <a:pt x="256" y="477"/>
                </a:lnTo>
                <a:lnTo>
                  <a:pt x="255" y="477"/>
                </a:lnTo>
                <a:lnTo>
                  <a:pt x="254" y="477"/>
                </a:lnTo>
                <a:lnTo>
                  <a:pt x="254" y="478"/>
                </a:lnTo>
                <a:lnTo>
                  <a:pt x="253" y="478"/>
                </a:lnTo>
                <a:lnTo>
                  <a:pt x="253" y="479"/>
                </a:lnTo>
                <a:lnTo>
                  <a:pt x="253" y="480"/>
                </a:lnTo>
                <a:lnTo>
                  <a:pt x="252" y="480"/>
                </a:lnTo>
                <a:lnTo>
                  <a:pt x="252" y="479"/>
                </a:lnTo>
                <a:lnTo>
                  <a:pt x="251" y="479"/>
                </a:lnTo>
                <a:lnTo>
                  <a:pt x="251" y="480"/>
                </a:lnTo>
                <a:lnTo>
                  <a:pt x="251" y="479"/>
                </a:lnTo>
                <a:lnTo>
                  <a:pt x="250" y="479"/>
                </a:lnTo>
                <a:lnTo>
                  <a:pt x="249" y="479"/>
                </a:lnTo>
                <a:lnTo>
                  <a:pt x="249" y="478"/>
                </a:lnTo>
                <a:lnTo>
                  <a:pt x="248" y="478"/>
                </a:lnTo>
                <a:lnTo>
                  <a:pt x="249" y="478"/>
                </a:lnTo>
                <a:lnTo>
                  <a:pt x="249" y="477"/>
                </a:lnTo>
                <a:lnTo>
                  <a:pt x="248" y="477"/>
                </a:lnTo>
                <a:lnTo>
                  <a:pt x="248" y="476"/>
                </a:lnTo>
                <a:lnTo>
                  <a:pt x="248" y="475"/>
                </a:lnTo>
                <a:lnTo>
                  <a:pt x="247" y="475"/>
                </a:lnTo>
                <a:lnTo>
                  <a:pt x="246" y="475"/>
                </a:lnTo>
                <a:lnTo>
                  <a:pt x="245" y="475"/>
                </a:lnTo>
                <a:lnTo>
                  <a:pt x="245" y="474"/>
                </a:lnTo>
                <a:lnTo>
                  <a:pt x="244" y="474"/>
                </a:lnTo>
                <a:lnTo>
                  <a:pt x="243" y="474"/>
                </a:lnTo>
                <a:lnTo>
                  <a:pt x="243" y="473"/>
                </a:lnTo>
                <a:lnTo>
                  <a:pt x="243" y="472"/>
                </a:lnTo>
                <a:lnTo>
                  <a:pt x="242" y="472"/>
                </a:lnTo>
                <a:lnTo>
                  <a:pt x="241" y="472"/>
                </a:lnTo>
                <a:lnTo>
                  <a:pt x="241" y="471"/>
                </a:lnTo>
                <a:lnTo>
                  <a:pt x="240" y="471"/>
                </a:lnTo>
                <a:lnTo>
                  <a:pt x="240" y="470"/>
                </a:lnTo>
                <a:lnTo>
                  <a:pt x="239" y="470"/>
                </a:lnTo>
                <a:lnTo>
                  <a:pt x="239" y="469"/>
                </a:lnTo>
                <a:lnTo>
                  <a:pt x="238" y="469"/>
                </a:lnTo>
                <a:lnTo>
                  <a:pt x="237" y="469"/>
                </a:lnTo>
                <a:lnTo>
                  <a:pt x="236" y="469"/>
                </a:lnTo>
                <a:lnTo>
                  <a:pt x="235" y="469"/>
                </a:lnTo>
                <a:lnTo>
                  <a:pt x="234" y="469"/>
                </a:lnTo>
                <a:lnTo>
                  <a:pt x="234" y="468"/>
                </a:lnTo>
                <a:lnTo>
                  <a:pt x="233" y="468"/>
                </a:lnTo>
                <a:lnTo>
                  <a:pt x="233" y="467"/>
                </a:lnTo>
                <a:lnTo>
                  <a:pt x="232" y="467"/>
                </a:lnTo>
                <a:lnTo>
                  <a:pt x="231" y="467"/>
                </a:lnTo>
                <a:lnTo>
                  <a:pt x="231" y="466"/>
                </a:lnTo>
                <a:lnTo>
                  <a:pt x="231" y="465"/>
                </a:lnTo>
                <a:lnTo>
                  <a:pt x="232" y="465"/>
                </a:lnTo>
                <a:lnTo>
                  <a:pt x="232" y="464"/>
                </a:lnTo>
                <a:lnTo>
                  <a:pt x="232" y="463"/>
                </a:lnTo>
                <a:lnTo>
                  <a:pt x="232" y="464"/>
                </a:lnTo>
                <a:lnTo>
                  <a:pt x="233" y="464"/>
                </a:lnTo>
                <a:lnTo>
                  <a:pt x="233" y="463"/>
                </a:lnTo>
                <a:lnTo>
                  <a:pt x="234" y="463"/>
                </a:lnTo>
                <a:lnTo>
                  <a:pt x="234" y="462"/>
                </a:lnTo>
                <a:lnTo>
                  <a:pt x="235" y="462"/>
                </a:lnTo>
                <a:lnTo>
                  <a:pt x="236" y="462"/>
                </a:lnTo>
                <a:lnTo>
                  <a:pt x="236" y="461"/>
                </a:lnTo>
                <a:lnTo>
                  <a:pt x="236" y="460"/>
                </a:lnTo>
                <a:lnTo>
                  <a:pt x="236" y="459"/>
                </a:lnTo>
                <a:lnTo>
                  <a:pt x="236" y="458"/>
                </a:lnTo>
                <a:lnTo>
                  <a:pt x="236" y="457"/>
                </a:lnTo>
                <a:lnTo>
                  <a:pt x="235" y="457"/>
                </a:lnTo>
                <a:lnTo>
                  <a:pt x="234" y="457"/>
                </a:lnTo>
                <a:lnTo>
                  <a:pt x="234" y="456"/>
                </a:lnTo>
                <a:lnTo>
                  <a:pt x="233" y="456"/>
                </a:lnTo>
                <a:lnTo>
                  <a:pt x="233" y="455"/>
                </a:lnTo>
                <a:lnTo>
                  <a:pt x="232" y="455"/>
                </a:lnTo>
                <a:lnTo>
                  <a:pt x="231" y="455"/>
                </a:lnTo>
                <a:lnTo>
                  <a:pt x="230" y="455"/>
                </a:lnTo>
                <a:lnTo>
                  <a:pt x="230" y="454"/>
                </a:lnTo>
                <a:lnTo>
                  <a:pt x="230" y="455"/>
                </a:lnTo>
                <a:lnTo>
                  <a:pt x="230" y="456"/>
                </a:lnTo>
                <a:lnTo>
                  <a:pt x="229" y="456"/>
                </a:lnTo>
                <a:lnTo>
                  <a:pt x="229" y="457"/>
                </a:lnTo>
                <a:lnTo>
                  <a:pt x="228" y="457"/>
                </a:lnTo>
                <a:lnTo>
                  <a:pt x="228" y="458"/>
                </a:lnTo>
                <a:lnTo>
                  <a:pt x="227" y="458"/>
                </a:lnTo>
                <a:lnTo>
                  <a:pt x="227" y="457"/>
                </a:lnTo>
                <a:lnTo>
                  <a:pt x="227" y="456"/>
                </a:lnTo>
                <a:lnTo>
                  <a:pt x="226" y="457"/>
                </a:lnTo>
                <a:lnTo>
                  <a:pt x="226" y="456"/>
                </a:lnTo>
                <a:lnTo>
                  <a:pt x="225" y="457"/>
                </a:lnTo>
                <a:lnTo>
                  <a:pt x="224" y="457"/>
                </a:lnTo>
                <a:lnTo>
                  <a:pt x="224" y="456"/>
                </a:lnTo>
                <a:lnTo>
                  <a:pt x="225" y="456"/>
                </a:lnTo>
                <a:lnTo>
                  <a:pt x="224" y="456"/>
                </a:lnTo>
                <a:lnTo>
                  <a:pt x="224" y="455"/>
                </a:lnTo>
                <a:lnTo>
                  <a:pt x="224" y="454"/>
                </a:lnTo>
                <a:lnTo>
                  <a:pt x="224" y="453"/>
                </a:lnTo>
                <a:lnTo>
                  <a:pt x="224" y="452"/>
                </a:lnTo>
                <a:lnTo>
                  <a:pt x="223" y="452"/>
                </a:lnTo>
                <a:lnTo>
                  <a:pt x="222" y="452"/>
                </a:lnTo>
                <a:lnTo>
                  <a:pt x="222" y="453"/>
                </a:lnTo>
                <a:lnTo>
                  <a:pt x="222" y="452"/>
                </a:lnTo>
                <a:lnTo>
                  <a:pt x="221" y="452"/>
                </a:lnTo>
                <a:lnTo>
                  <a:pt x="220" y="452"/>
                </a:lnTo>
                <a:lnTo>
                  <a:pt x="220" y="451"/>
                </a:lnTo>
                <a:lnTo>
                  <a:pt x="220" y="452"/>
                </a:lnTo>
                <a:lnTo>
                  <a:pt x="219" y="452"/>
                </a:lnTo>
                <a:lnTo>
                  <a:pt x="219" y="451"/>
                </a:lnTo>
                <a:lnTo>
                  <a:pt x="218" y="451"/>
                </a:lnTo>
                <a:lnTo>
                  <a:pt x="218" y="452"/>
                </a:lnTo>
                <a:lnTo>
                  <a:pt x="218" y="451"/>
                </a:lnTo>
                <a:lnTo>
                  <a:pt x="217" y="451"/>
                </a:lnTo>
                <a:lnTo>
                  <a:pt x="217" y="452"/>
                </a:lnTo>
                <a:lnTo>
                  <a:pt x="217" y="451"/>
                </a:lnTo>
                <a:lnTo>
                  <a:pt x="216" y="451"/>
                </a:lnTo>
                <a:lnTo>
                  <a:pt x="216" y="452"/>
                </a:lnTo>
                <a:lnTo>
                  <a:pt x="215" y="452"/>
                </a:lnTo>
                <a:lnTo>
                  <a:pt x="214" y="452"/>
                </a:lnTo>
                <a:lnTo>
                  <a:pt x="213" y="452"/>
                </a:lnTo>
                <a:lnTo>
                  <a:pt x="213" y="451"/>
                </a:lnTo>
                <a:lnTo>
                  <a:pt x="213" y="452"/>
                </a:lnTo>
                <a:lnTo>
                  <a:pt x="212" y="451"/>
                </a:lnTo>
                <a:lnTo>
                  <a:pt x="213" y="451"/>
                </a:lnTo>
                <a:lnTo>
                  <a:pt x="213" y="450"/>
                </a:lnTo>
                <a:lnTo>
                  <a:pt x="212" y="450"/>
                </a:lnTo>
                <a:lnTo>
                  <a:pt x="212" y="451"/>
                </a:lnTo>
                <a:lnTo>
                  <a:pt x="212" y="450"/>
                </a:lnTo>
                <a:lnTo>
                  <a:pt x="211" y="450"/>
                </a:lnTo>
                <a:lnTo>
                  <a:pt x="211" y="449"/>
                </a:lnTo>
                <a:lnTo>
                  <a:pt x="210" y="449"/>
                </a:lnTo>
                <a:lnTo>
                  <a:pt x="210" y="448"/>
                </a:lnTo>
                <a:lnTo>
                  <a:pt x="209" y="448"/>
                </a:lnTo>
                <a:lnTo>
                  <a:pt x="209" y="449"/>
                </a:lnTo>
                <a:lnTo>
                  <a:pt x="208" y="449"/>
                </a:lnTo>
                <a:lnTo>
                  <a:pt x="207" y="449"/>
                </a:lnTo>
                <a:lnTo>
                  <a:pt x="207" y="450"/>
                </a:lnTo>
                <a:lnTo>
                  <a:pt x="206" y="450"/>
                </a:lnTo>
                <a:lnTo>
                  <a:pt x="206" y="451"/>
                </a:lnTo>
                <a:lnTo>
                  <a:pt x="206" y="452"/>
                </a:lnTo>
                <a:lnTo>
                  <a:pt x="206" y="451"/>
                </a:lnTo>
                <a:lnTo>
                  <a:pt x="206" y="452"/>
                </a:lnTo>
                <a:lnTo>
                  <a:pt x="205" y="452"/>
                </a:lnTo>
                <a:lnTo>
                  <a:pt x="204" y="452"/>
                </a:lnTo>
                <a:lnTo>
                  <a:pt x="204" y="453"/>
                </a:lnTo>
                <a:lnTo>
                  <a:pt x="204" y="454"/>
                </a:lnTo>
                <a:lnTo>
                  <a:pt x="204" y="453"/>
                </a:lnTo>
                <a:lnTo>
                  <a:pt x="203" y="453"/>
                </a:lnTo>
                <a:lnTo>
                  <a:pt x="203" y="452"/>
                </a:lnTo>
                <a:lnTo>
                  <a:pt x="202" y="452"/>
                </a:lnTo>
                <a:lnTo>
                  <a:pt x="202" y="451"/>
                </a:lnTo>
                <a:lnTo>
                  <a:pt x="202" y="450"/>
                </a:lnTo>
                <a:lnTo>
                  <a:pt x="202" y="449"/>
                </a:lnTo>
                <a:lnTo>
                  <a:pt x="203" y="449"/>
                </a:lnTo>
                <a:lnTo>
                  <a:pt x="203" y="448"/>
                </a:lnTo>
                <a:lnTo>
                  <a:pt x="204" y="448"/>
                </a:lnTo>
                <a:lnTo>
                  <a:pt x="204" y="447"/>
                </a:lnTo>
                <a:lnTo>
                  <a:pt x="205" y="447"/>
                </a:lnTo>
                <a:lnTo>
                  <a:pt x="204" y="447"/>
                </a:lnTo>
                <a:lnTo>
                  <a:pt x="205" y="447"/>
                </a:lnTo>
                <a:lnTo>
                  <a:pt x="204" y="447"/>
                </a:lnTo>
                <a:lnTo>
                  <a:pt x="204" y="446"/>
                </a:lnTo>
                <a:lnTo>
                  <a:pt x="204" y="445"/>
                </a:lnTo>
                <a:lnTo>
                  <a:pt x="204" y="444"/>
                </a:lnTo>
                <a:lnTo>
                  <a:pt x="204" y="443"/>
                </a:lnTo>
                <a:lnTo>
                  <a:pt x="204" y="442"/>
                </a:lnTo>
                <a:lnTo>
                  <a:pt x="204" y="441"/>
                </a:lnTo>
                <a:lnTo>
                  <a:pt x="205" y="441"/>
                </a:lnTo>
                <a:lnTo>
                  <a:pt x="205" y="440"/>
                </a:lnTo>
                <a:lnTo>
                  <a:pt x="205" y="439"/>
                </a:lnTo>
                <a:lnTo>
                  <a:pt x="204" y="439"/>
                </a:lnTo>
                <a:lnTo>
                  <a:pt x="204" y="438"/>
                </a:lnTo>
                <a:lnTo>
                  <a:pt x="203" y="438"/>
                </a:lnTo>
                <a:lnTo>
                  <a:pt x="203" y="437"/>
                </a:lnTo>
                <a:lnTo>
                  <a:pt x="203" y="436"/>
                </a:lnTo>
                <a:lnTo>
                  <a:pt x="203" y="435"/>
                </a:lnTo>
                <a:lnTo>
                  <a:pt x="203" y="434"/>
                </a:lnTo>
                <a:lnTo>
                  <a:pt x="204" y="434"/>
                </a:lnTo>
                <a:lnTo>
                  <a:pt x="204" y="433"/>
                </a:lnTo>
                <a:lnTo>
                  <a:pt x="203" y="433"/>
                </a:lnTo>
                <a:lnTo>
                  <a:pt x="202" y="433"/>
                </a:lnTo>
                <a:lnTo>
                  <a:pt x="202" y="432"/>
                </a:lnTo>
                <a:lnTo>
                  <a:pt x="202" y="431"/>
                </a:lnTo>
                <a:lnTo>
                  <a:pt x="201" y="431"/>
                </a:lnTo>
                <a:lnTo>
                  <a:pt x="201" y="430"/>
                </a:lnTo>
                <a:lnTo>
                  <a:pt x="202" y="430"/>
                </a:lnTo>
                <a:lnTo>
                  <a:pt x="202" y="429"/>
                </a:lnTo>
                <a:lnTo>
                  <a:pt x="203" y="429"/>
                </a:lnTo>
                <a:lnTo>
                  <a:pt x="203" y="428"/>
                </a:lnTo>
                <a:lnTo>
                  <a:pt x="204" y="428"/>
                </a:lnTo>
                <a:lnTo>
                  <a:pt x="204" y="427"/>
                </a:lnTo>
                <a:lnTo>
                  <a:pt x="204" y="426"/>
                </a:lnTo>
                <a:lnTo>
                  <a:pt x="203" y="426"/>
                </a:lnTo>
                <a:lnTo>
                  <a:pt x="203" y="425"/>
                </a:lnTo>
                <a:lnTo>
                  <a:pt x="203" y="424"/>
                </a:lnTo>
                <a:lnTo>
                  <a:pt x="203" y="423"/>
                </a:lnTo>
                <a:lnTo>
                  <a:pt x="202" y="423"/>
                </a:lnTo>
                <a:lnTo>
                  <a:pt x="202" y="422"/>
                </a:lnTo>
                <a:lnTo>
                  <a:pt x="203" y="422"/>
                </a:lnTo>
                <a:lnTo>
                  <a:pt x="203" y="421"/>
                </a:lnTo>
                <a:lnTo>
                  <a:pt x="202" y="421"/>
                </a:lnTo>
                <a:lnTo>
                  <a:pt x="202" y="420"/>
                </a:lnTo>
                <a:lnTo>
                  <a:pt x="201" y="420"/>
                </a:lnTo>
                <a:lnTo>
                  <a:pt x="201" y="421"/>
                </a:lnTo>
                <a:lnTo>
                  <a:pt x="201" y="420"/>
                </a:lnTo>
                <a:lnTo>
                  <a:pt x="201" y="418"/>
                </a:lnTo>
                <a:lnTo>
                  <a:pt x="201" y="417"/>
                </a:lnTo>
                <a:lnTo>
                  <a:pt x="200" y="417"/>
                </a:lnTo>
                <a:lnTo>
                  <a:pt x="200" y="416"/>
                </a:lnTo>
                <a:lnTo>
                  <a:pt x="200" y="415"/>
                </a:lnTo>
                <a:lnTo>
                  <a:pt x="200" y="414"/>
                </a:lnTo>
                <a:lnTo>
                  <a:pt x="198" y="414"/>
                </a:lnTo>
                <a:lnTo>
                  <a:pt x="197" y="414"/>
                </a:lnTo>
                <a:lnTo>
                  <a:pt x="196" y="414"/>
                </a:lnTo>
                <a:lnTo>
                  <a:pt x="195" y="414"/>
                </a:lnTo>
                <a:lnTo>
                  <a:pt x="194" y="414"/>
                </a:lnTo>
                <a:lnTo>
                  <a:pt x="193" y="414"/>
                </a:lnTo>
                <a:lnTo>
                  <a:pt x="193" y="413"/>
                </a:lnTo>
                <a:lnTo>
                  <a:pt x="193" y="414"/>
                </a:lnTo>
                <a:lnTo>
                  <a:pt x="192" y="414"/>
                </a:lnTo>
                <a:lnTo>
                  <a:pt x="192" y="413"/>
                </a:lnTo>
                <a:lnTo>
                  <a:pt x="191" y="413"/>
                </a:lnTo>
                <a:lnTo>
                  <a:pt x="191" y="414"/>
                </a:lnTo>
                <a:lnTo>
                  <a:pt x="191" y="413"/>
                </a:lnTo>
                <a:lnTo>
                  <a:pt x="190" y="413"/>
                </a:lnTo>
                <a:lnTo>
                  <a:pt x="190" y="412"/>
                </a:lnTo>
                <a:lnTo>
                  <a:pt x="190" y="411"/>
                </a:lnTo>
                <a:lnTo>
                  <a:pt x="191" y="411"/>
                </a:lnTo>
                <a:lnTo>
                  <a:pt x="192" y="411"/>
                </a:lnTo>
                <a:lnTo>
                  <a:pt x="192" y="410"/>
                </a:lnTo>
                <a:lnTo>
                  <a:pt x="192" y="409"/>
                </a:lnTo>
                <a:lnTo>
                  <a:pt x="192" y="410"/>
                </a:lnTo>
                <a:lnTo>
                  <a:pt x="192" y="409"/>
                </a:lnTo>
                <a:lnTo>
                  <a:pt x="192" y="408"/>
                </a:lnTo>
                <a:lnTo>
                  <a:pt x="191" y="408"/>
                </a:lnTo>
                <a:lnTo>
                  <a:pt x="191" y="407"/>
                </a:lnTo>
                <a:lnTo>
                  <a:pt x="191" y="406"/>
                </a:lnTo>
                <a:lnTo>
                  <a:pt x="190" y="405"/>
                </a:lnTo>
                <a:lnTo>
                  <a:pt x="191" y="405"/>
                </a:lnTo>
                <a:lnTo>
                  <a:pt x="191" y="404"/>
                </a:lnTo>
                <a:lnTo>
                  <a:pt x="191" y="403"/>
                </a:lnTo>
                <a:lnTo>
                  <a:pt x="190" y="403"/>
                </a:lnTo>
                <a:lnTo>
                  <a:pt x="190" y="402"/>
                </a:lnTo>
                <a:lnTo>
                  <a:pt x="190" y="401"/>
                </a:lnTo>
                <a:lnTo>
                  <a:pt x="191" y="401"/>
                </a:lnTo>
                <a:lnTo>
                  <a:pt x="191" y="400"/>
                </a:lnTo>
                <a:lnTo>
                  <a:pt x="191" y="401"/>
                </a:lnTo>
                <a:lnTo>
                  <a:pt x="192" y="401"/>
                </a:lnTo>
                <a:lnTo>
                  <a:pt x="192" y="400"/>
                </a:lnTo>
                <a:lnTo>
                  <a:pt x="192" y="399"/>
                </a:lnTo>
                <a:lnTo>
                  <a:pt x="192" y="398"/>
                </a:lnTo>
                <a:lnTo>
                  <a:pt x="192" y="397"/>
                </a:lnTo>
                <a:lnTo>
                  <a:pt x="192" y="395"/>
                </a:lnTo>
                <a:lnTo>
                  <a:pt x="193" y="395"/>
                </a:lnTo>
                <a:lnTo>
                  <a:pt x="193" y="394"/>
                </a:lnTo>
                <a:lnTo>
                  <a:pt x="193" y="393"/>
                </a:lnTo>
                <a:lnTo>
                  <a:pt x="193" y="392"/>
                </a:lnTo>
                <a:lnTo>
                  <a:pt x="194" y="392"/>
                </a:lnTo>
                <a:lnTo>
                  <a:pt x="194" y="391"/>
                </a:lnTo>
                <a:lnTo>
                  <a:pt x="194" y="390"/>
                </a:lnTo>
                <a:lnTo>
                  <a:pt x="194" y="389"/>
                </a:lnTo>
                <a:lnTo>
                  <a:pt x="195" y="389"/>
                </a:lnTo>
                <a:lnTo>
                  <a:pt x="194" y="389"/>
                </a:lnTo>
                <a:lnTo>
                  <a:pt x="194" y="388"/>
                </a:lnTo>
                <a:lnTo>
                  <a:pt x="194" y="387"/>
                </a:lnTo>
                <a:lnTo>
                  <a:pt x="195" y="387"/>
                </a:lnTo>
                <a:lnTo>
                  <a:pt x="196" y="387"/>
                </a:lnTo>
                <a:lnTo>
                  <a:pt x="196" y="386"/>
                </a:lnTo>
                <a:lnTo>
                  <a:pt x="196" y="387"/>
                </a:lnTo>
                <a:lnTo>
                  <a:pt x="197" y="387"/>
                </a:lnTo>
                <a:lnTo>
                  <a:pt x="197" y="388"/>
                </a:lnTo>
                <a:lnTo>
                  <a:pt x="197" y="389"/>
                </a:lnTo>
                <a:lnTo>
                  <a:pt x="198" y="389"/>
                </a:lnTo>
                <a:lnTo>
                  <a:pt x="198" y="390"/>
                </a:lnTo>
                <a:lnTo>
                  <a:pt x="200" y="390"/>
                </a:lnTo>
                <a:lnTo>
                  <a:pt x="200" y="389"/>
                </a:lnTo>
                <a:lnTo>
                  <a:pt x="200" y="390"/>
                </a:lnTo>
                <a:lnTo>
                  <a:pt x="201" y="390"/>
                </a:lnTo>
                <a:lnTo>
                  <a:pt x="201" y="389"/>
                </a:lnTo>
                <a:lnTo>
                  <a:pt x="202" y="389"/>
                </a:lnTo>
                <a:lnTo>
                  <a:pt x="203" y="389"/>
                </a:lnTo>
                <a:lnTo>
                  <a:pt x="204" y="389"/>
                </a:lnTo>
                <a:lnTo>
                  <a:pt x="205" y="389"/>
                </a:lnTo>
                <a:lnTo>
                  <a:pt x="206" y="389"/>
                </a:lnTo>
                <a:lnTo>
                  <a:pt x="206" y="388"/>
                </a:lnTo>
                <a:lnTo>
                  <a:pt x="206" y="387"/>
                </a:lnTo>
                <a:lnTo>
                  <a:pt x="207" y="387"/>
                </a:lnTo>
                <a:lnTo>
                  <a:pt x="206" y="387"/>
                </a:lnTo>
                <a:lnTo>
                  <a:pt x="206" y="386"/>
                </a:lnTo>
                <a:lnTo>
                  <a:pt x="205" y="386"/>
                </a:lnTo>
                <a:lnTo>
                  <a:pt x="206" y="385"/>
                </a:lnTo>
                <a:lnTo>
                  <a:pt x="206" y="384"/>
                </a:lnTo>
                <a:lnTo>
                  <a:pt x="206" y="383"/>
                </a:lnTo>
                <a:lnTo>
                  <a:pt x="206" y="382"/>
                </a:lnTo>
                <a:lnTo>
                  <a:pt x="207" y="382"/>
                </a:lnTo>
                <a:lnTo>
                  <a:pt x="207" y="381"/>
                </a:lnTo>
                <a:lnTo>
                  <a:pt x="208" y="380"/>
                </a:lnTo>
                <a:lnTo>
                  <a:pt x="209" y="380"/>
                </a:lnTo>
                <a:lnTo>
                  <a:pt x="209" y="379"/>
                </a:lnTo>
                <a:lnTo>
                  <a:pt x="209" y="378"/>
                </a:lnTo>
                <a:lnTo>
                  <a:pt x="208" y="378"/>
                </a:lnTo>
                <a:lnTo>
                  <a:pt x="208" y="377"/>
                </a:lnTo>
                <a:lnTo>
                  <a:pt x="209" y="377"/>
                </a:lnTo>
                <a:lnTo>
                  <a:pt x="210" y="377"/>
                </a:lnTo>
                <a:lnTo>
                  <a:pt x="210" y="376"/>
                </a:lnTo>
                <a:lnTo>
                  <a:pt x="211" y="376"/>
                </a:lnTo>
                <a:lnTo>
                  <a:pt x="210" y="376"/>
                </a:lnTo>
                <a:lnTo>
                  <a:pt x="210" y="375"/>
                </a:lnTo>
                <a:lnTo>
                  <a:pt x="210" y="374"/>
                </a:lnTo>
                <a:lnTo>
                  <a:pt x="209" y="374"/>
                </a:lnTo>
                <a:lnTo>
                  <a:pt x="210" y="374"/>
                </a:lnTo>
                <a:lnTo>
                  <a:pt x="210" y="373"/>
                </a:lnTo>
                <a:lnTo>
                  <a:pt x="210" y="372"/>
                </a:lnTo>
                <a:lnTo>
                  <a:pt x="211" y="372"/>
                </a:lnTo>
                <a:lnTo>
                  <a:pt x="211" y="371"/>
                </a:lnTo>
                <a:lnTo>
                  <a:pt x="212" y="371"/>
                </a:lnTo>
                <a:lnTo>
                  <a:pt x="212" y="370"/>
                </a:lnTo>
                <a:lnTo>
                  <a:pt x="211" y="370"/>
                </a:lnTo>
                <a:lnTo>
                  <a:pt x="212" y="370"/>
                </a:lnTo>
                <a:lnTo>
                  <a:pt x="213" y="370"/>
                </a:lnTo>
                <a:lnTo>
                  <a:pt x="214" y="370"/>
                </a:lnTo>
                <a:lnTo>
                  <a:pt x="214" y="369"/>
                </a:lnTo>
                <a:lnTo>
                  <a:pt x="215" y="369"/>
                </a:lnTo>
                <a:lnTo>
                  <a:pt x="215" y="368"/>
                </a:lnTo>
                <a:lnTo>
                  <a:pt x="215" y="367"/>
                </a:lnTo>
                <a:lnTo>
                  <a:pt x="216" y="367"/>
                </a:lnTo>
                <a:lnTo>
                  <a:pt x="216" y="366"/>
                </a:lnTo>
                <a:lnTo>
                  <a:pt x="215" y="366"/>
                </a:lnTo>
                <a:lnTo>
                  <a:pt x="215" y="365"/>
                </a:lnTo>
                <a:lnTo>
                  <a:pt x="214" y="365"/>
                </a:lnTo>
                <a:lnTo>
                  <a:pt x="213" y="365"/>
                </a:lnTo>
                <a:lnTo>
                  <a:pt x="212" y="365"/>
                </a:lnTo>
                <a:lnTo>
                  <a:pt x="211" y="365"/>
                </a:lnTo>
                <a:lnTo>
                  <a:pt x="210" y="365"/>
                </a:lnTo>
                <a:lnTo>
                  <a:pt x="210" y="366"/>
                </a:lnTo>
                <a:lnTo>
                  <a:pt x="210" y="365"/>
                </a:lnTo>
                <a:lnTo>
                  <a:pt x="210" y="364"/>
                </a:lnTo>
                <a:lnTo>
                  <a:pt x="209" y="364"/>
                </a:lnTo>
                <a:lnTo>
                  <a:pt x="209" y="363"/>
                </a:lnTo>
                <a:lnTo>
                  <a:pt x="208" y="363"/>
                </a:lnTo>
                <a:lnTo>
                  <a:pt x="208" y="362"/>
                </a:lnTo>
                <a:lnTo>
                  <a:pt x="207" y="362"/>
                </a:lnTo>
                <a:lnTo>
                  <a:pt x="206" y="362"/>
                </a:lnTo>
                <a:lnTo>
                  <a:pt x="206" y="361"/>
                </a:lnTo>
                <a:lnTo>
                  <a:pt x="205" y="360"/>
                </a:lnTo>
                <a:lnTo>
                  <a:pt x="204" y="360"/>
                </a:lnTo>
                <a:lnTo>
                  <a:pt x="205" y="360"/>
                </a:lnTo>
                <a:lnTo>
                  <a:pt x="205" y="359"/>
                </a:lnTo>
                <a:lnTo>
                  <a:pt x="205" y="360"/>
                </a:lnTo>
                <a:lnTo>
                  <a:pt x="205" y="359"/>
                </a:lnTo>
                <a:lnTo>
                  <a:pt x="205" y="358"/>
                </a:lnTo>
                <a:lnTo>
                  <a:pt x="204" y="358"/>
                </a:lnTo>
                <a:lnTo>
                  <a:pt x="203" y="358"/>
                </a:lnTo>
                <a:lnTo>
                  <a:pt x="203" y="357"/>
                </a:lnTo>
                <a:lnTo>
                  <a:pt x="203" y="358"/>
                </a:lnTo>
                <a:lnTo>
                  <a:pt x="203" y="357"/>
                </a:lnTo>
                <a:lnTo>
                  <a:pt x="203" y="358"/>
                </a:lnTo>
                <a:lnTo>
                  <a:pt x="202" y="358"/>
                </a:lnTo>
                <a:lnTo>
                  <a:pt x="202" y="357"/>
                </a:lnTo>
                <a:lnTo>
                  <a:pt x="201" y="357"/>
                </a:lnTo>
                <a:lnTo>
                  <a:pt x="201" y="358"/>
                </a:lnTo>
                <a:lnTo>
                  <a:pt x="201" y="359"/>
                </a:lnTo>
                <a:lnTo>
                  <a:pt x="200" y="359"/>
                </a:lnTo>
                <a:lnTo>
                  <a:pt x="200" y="360"/>
                </a:lnTo>
                <a:lnTo>
                  <a:pt x="198" y="360"/>
                </a:lnTo>
                <a:lnTo>
                  <a:pt x="198" y="359"/>
                </a:lnTo>
                <a:lnTo>
                  <a:pt x="197" y="359"/>
                </a:lnTo>
                <a:lnTo>
                  <a:pt x="197" y="358"/>
                </a:lnTo>
                <a:lnTo>
                  <a:pt x="196" y="358"/>
                </a:lnTo>
                <a:lnTo>
                  <a:pt x="196" y="357"/>
                </a:lnTo>
                <a:lnTo>
                  <a:pt x="197" y="357"/>
                </a:lnTo>
                <a:lnTo>
                  <a:pt x="196" y="357"/>
                </a:lnTo>
                <a:lnTo>
                  <a:pt x="195" y="357"/>
                </a:lnTo>
                <a:lnTo>
                  <a:pt x="195" y="356"/>
                </a:lnTo>
                <a:lnTo>
                  <a:pt x="195" y="355"/>
                </a:lnTo>
                <a:lnTo>
                  <a:pt x="195" y="354"/>
                </a:lnTo>
                <a:lnTo>
                  <a:pt x="194" y="354"/>
                </a:lnTo>
                <a:lnTo>
                  <a:pt x="194" y="353"/>
                </a:lnTo>
                <a:lnTo>
                  <a:pt x="194" y="354"/>
                </a:lnTo>
                <a:lnTo>
                  <a:pt x="193" y="354"/>
                </a:lnTo>
                <a:lnTo>
                  <a:pt x="193" y="353"/>
                </a:lnTo>
                <a:lnTo>
                  <a:pt x="192" y="353"/>
                </a:lnTo>
                <a:lnTo>
                  <a:pt x="192" y="354"/>
                </a:lnTo>
                <a:lnTo>
                  <a:pt x="191" y="354"/>
                </a:lnTo>
                <a:lnTo>
                  <a:pt x="190" y="354"/>
                </a:lnTo>
                <a:lnTo>
                  <a:pt x="189" y="354"/>
                </a:lnTo>
                <a:lnTo>
                  <a:pt x="189" y="353"/>
                </a:lnTo>
                <a:lnTo>
                  <a:pt x="188" y="353"/>
                </a:lnTo>
                <a:lnTo>
                  <a:pt x="188" y="352"/>
                </a:lnTo>
                <a:lnTo>
                  <a:pt x="189" y="352"/>
                </a:lnTo>
                <a:lnTo>
                  <a:pt x="188" y="352"/>
                </a:lnTo>
                <a:lnTo>
                  <a:pt x="187" y="352"/>
                </a:lnTo>
                <a:lnTo>
                  <a:pt x="187" y="351"/>
                </a:lnTo>
                <a:lnTo>
                  <a:pt x="187" y="352"/>
                </a:lnTo>
                <a:lnTo>
                  <a:pt x="186" y="352"/>
                </a:lnTo>
                <a:lnTo>
                  <a:pt x="186" y="353"/>
                </a:lnTo>
                <a:lnTo>
                  <a:pt x="185" y="353"/>
                </a:lnTo>
                <a:lnTo>
                  <a:pt x="185" y="354"/>
                </a:lnTo>
                <a:lnTo>
                  <a:pt x="185" y="353"/>
                </a:lnTo>
                <a:lnTo>
                  <a:pt x="185" y="354"/>
                </a:lnTo>
                <a:lnTo>
                  <a:pt x="185" y="355"/>
                </a:lnTo>
                <a:lnTo>
                  <a:pt x="185" y="356"/>
                </a:lnTo>
                <a:lnTo>
                  <a:pt x="184" y="356"/>
                </a:lnTo>
                <a:lnTo>
                  <a:pt x="183" y="356"/>
                </a:lnTo>
                <a:lnTo>
                  <a:pt x="183" y="355"/>
                </a:lnTo>
                <a:lnTo>
                  <a:pt x="182" y="355"/>
                </a:lnTo>
                <a:lnTo>
                  <a:pt x="182" y="356"/>
                </a:lnTo>
                <a:lnTo>
                  <a:pt x="182" y="357"/>
                </a:lnTo>
                <a:lnTo>
                  <a:pt x="181" y="357"/>
                </a:lnTo>
                <a:lnTo>
                  <a:pt x="181" y="356"/>
                </a:lnTo>
                <a:lnTo>
                  <a:pt x="180" y="356"/>
                </a:lnTo>
                <a:lnTo>
                  <a:pt x="180" y="357"/>
                </a:lnTo>
                <a:lnTo>
                  <a:pt x="179" y="357"/>
                </a:lnTo>
                <a:lnTo>
                  <a:pt x="179" y="358"/>
                </a:lnTo>
                <a:lnTo>
                  <a:pt x="178" y="358"/>
                </a:lnTo>
                <a:lnTo>
                  <a:pt x="178" y="357"/>
                </a:lnTo>
                <a:lnTo>
                  <a:pt x="177" y="357"/>
                </a:lnTo>
                <a:lnTo>
                  <a:pt x="177" y="358"/>
                </a:lnTo>
                <a:lnTo>
                  <a:pt x="177" y="359"/>
                </a:lnTo>
                <a:lnTo>
                  <a:pt x="176" y="359"/>
                </a:lnTo>
                <a:lnTo>
                  <a:pt x="176" y="358"/>
                </a:lnTo>
                <a:lnTo>
                  <a:pt x="175" y="358"/>
                </a:lnTo>
                <a:lnTo>
                  <a:pt x="174" y="358"/>
                </a:lnTo>
                <a:lnTo>
                  <a:pt x="173" y="358"/>
                </a:lnTo>
                <a:lnTo>
                  <a:pt x="173" y="359"/>
                </a:lnTo>
                <a:lnTo>
                  <a:pt x="172" y="359"/>
                </a:lnTo>
                <a:lnTo>
                  <a:pt x="173" y="359"/>
                </a:lnTo>
                <a:lnTo>
                  <a:pt x="172" y="359"/>
                </a:lnTo>
                <a:lnTo>
                  <a:pt x="172" y="360"/>
                </a:lnTo>
                <a:lnTo>
                  <a:pt x="172" y="361"/>
                </a:lnTo>
                <a:lnTo>
                  <a:pt x="171" y="361"/>
                </a:lnTo>
                <a:lnTo>
                  <a:pt x="171" y="360"/>
                </a:lnTo>
                <a:lnTo>
                  <a:pt x="170" y="360"/>
                </a:lnTo>
                <a:lnTo>
                  <a:pt x="169" y="360"/>
                </a:lnTo>
                <a:lnTo>
                  <a:pt x="169" y="359"/>
                </a:lnTo>
                <a:lnTo>
                  <a:pt x="169" y="360"/>
                </a:lnTo>
                <a:lnTo>
                  <a:pt x="168" y="360"/>
                </a:lnTo>
                <a:lnTo>
                  <a:pt x="167" y="360"/>
                </a:lnTo>
                <a:lnTo>
                  <a:pt x="167" y="359"/>
                </a:lnTo>
                <a:lnTo>
                  <a:pt x="166" y="359"/>
                </a:lnTo>
                <a:lnTo>
                  <a:pt x="166" y="360"/>
                </a:lnTo>
                <a:lnTo>
                  <a:pt x="165" y="360"/>
                </a:lnTo>
                <a:lnTo>
                  <a:pt x="165" y="359"/>
                </a:lnTo>
                <a:lnTo>
                  <a:pt x="165" y="360"/>
                </a:lnTo>
                <a:lnTo>
                  <a:pt x="165" y="359"/>
                </a:lnTo>
                <a:lnTo>
                  <a:pt x="164" y="359"/>
                </a:lnTo>
                <a:lnTo>
                  <a:pt x="163" y="359"/>
                </a:lnTo>
                <a:lnTo>
                  <a:pt x="163" y="358"/>
                </a:lnTo>
                <a:lnTo>
                  <a:pt x="164" y="358"/>
                </a:lnTo>
                <a:lnTo>
                  <a:pt x="163" y="358"/>
                </a:lnTo>
                <a:lnTo>
                  <a:pt x="162" y="358"/>
                </a:lnTo>
                <a:lnTo>
                  <a:pt x="162" y="357"/>
                </a:lnTo>
                <a:lnTo>
                  <a:pt x="163" y="357"/>
                </a:lnTo>
                <a:lnTo>
                  <a:pt x="163" y="356"/>
                </a:lnTo>
                <a:lnTo>
                  <a:pt x="164" y="356"/>
                </a:lnTo>
                <a:lnTo>
                  <a:pt x="164" y="355"/>
                </a:lnTo>
                <a:lnTo>
                  <a:pt x="163" y="355"/>
                </a:lnTo>
                <a:lnTo>
                  <a:pt x="163" y="354"/>
                </a:lnTo>
                <a:lnTo>
                  <a:pt x="162" y="354"/>
                </a:lnTo>
                <a:lnTo>
                  <a:pt x="162" y="353"/>
                </a:lnTo>
                <a:lnTo>
                  <a:pt x="161" y="353"/>
                </a:lnTo>
                <a:lnTo>
                  <a:pt x="161" y="352"/>
                </a:lnTo>
                <a:lnTo>
                  <a:pt x="162" y="352"/>
                </a:lnTo>
                <a:lnTo>
                  <a:pt x="161" y="352"/>
                </a:lnTo>
                <a:lnTo>
                  <a:pt x="161" y="351"/>
                </a:lnTo>
                <a:lnTo>
                  <a:pt x="160" y="351"/>
                </a:lnTo>
                <a:lnTo>
                  <a:pt x="160" y="350"/>
                </a:lnTo>
                <a:lnTo>
                  <a:pt x="159" y="350"/>
                </a:lnTo>
                <a:lnTo>
                  <a:pt x="159" y="349"/>
                </a:lnTo>
                <a:lnTo>
                  <a:pt x="158" y="349"/>
                </a:lnTo>
                <a:lnTo>
                  <a:pt x="158" y="348"/>
                </a:lnTo>
                <a:lnTo>
                  <a:pt x="157" y="348"/>
                </a:lnTo>
                <a:lnTo>
                  <a:pt x="157" y="347"/>
                </a:lnTo>
                <a:lnTo>
                  <a:pt x="156" y="347"/>
                </a:lnTo>
                <a:lnTo>
                  <a:pt x="156" y="348"/>
                </a:lnTo>
                <a:lnTo>
                  <a:pt x="155" y="348"/>
                </a:lnTo>
                <a:lnTo>
                  <a:pt x="154" y="348"/>
                </a:lnTo>
                <a:lnTo>
                  <a:pt x="154" y="347"/>
                </a:lnTo>
                <a:lnTo>
                  <a:pt x="153" y="347"/>
                </a:lnTo>
                <a:lnTo>
                  <a:pt x="152" y="347"/>
                </a:lnTo>
                <a:lnTo>
                  <a:pt x="151" y="347"/>
                </a:lnTo>
                <a:lnTo>
                  <a:pt x="150" y="347"/>
                </a:lnTo>
                <a:lnTo>
                  <a:pt x="150" y="348"/>
                </a:lnTo>
                <a:lnTo>
                  <a:pt x="150" y="347"/>
                </a:lnTo>
                <a:lnTo>
                  <a:pt x="149" y="347"/>
                </a:lnTo>
                <a:lnTo>
                  <a:pt x="149" y="348"/>
                </a:lnTo>
                <a:lnTo>
                  <a:pt x="149" y="347"/>
                </a:lnTo>
                <a:lnTo>
                  <a:pt x="148" y="347"/>
                </a:lnTo>
                <a:lnTo>
                  <a:pt x="148" y="346"/>
                </a:lnTo>
                <a:lnTo>
                  <a:pt x="147" y="346"/>
                </a:lnTo>
                <a:lnTo>
                  <a:pt x="146" y="346"/>
                </a:lnTo>
                <a:lnTo>
                  <a:pt x="146" y="347"/>
                </a:lnTo>
                <a:lnTo>
                  <a:pt x="145" y="347"/>
                </a:lnTo>
                <a:lnTo>
                  <a:pt x="144" y="347"/>
                </a:lnTo>
                <a:lnTo>
                  <a:pt x="143" y="347"/>
                </a:lnTo>
                <a:lnTo>
                  <a:pt x="142" y="347"/>
                </a:lnTo>
                <a:lnTo>
                  <a:pt x="141" y="347"/>
                </a:lnTo>
                <a:lnTo>
                  <a:pt x="140" y="347"/>
                </a:lnTo>
                <a:lnTo>
                  <a:pt x="140" y="348"/>
                </a:lnTo>
                <a:lnTo>
                  <a:pt x="140" y="349"/>
                </a:lnTo>
                <a:lnTo>
                  <a:pt x="140" y="350"/>
                </a:lnTo>
                <a:lnTo>
                  <a:pt x="140" y="351"/>
                </a:lnTo>
                <a:lnTo>
                  <a:pt x="140" y="352"/>
                </a:lnTo>
                <a:lnTo>
                  <a:pt x="139" y="352"/>
                </a:lnTo>
                <a:lnTo>
                  <a:pt x="138" y="352"/>
                </a:lnTo>
                <a:lnTo>
                  <a:pt x="137" y="352"/>
                </a:lnTo>
                <a:lnTo>
                  <a:pt x="137" y="351"/>
                </a:lnTo>
                <a:lnTo>
                  <a:pt x="136" y="351"/>
                </a:lnTo>
                <a:lnTo>
                  <a:pt x="136" y="352"/>
                </a:lnTo>
                <a:lnTo>
                  <a:pt x="135" y="352"/>
                </a:lnTo>
                <a:lnTo>
                  <a:pt x="135" y="353"/>
                </a:lnTo>
                <a:lnTo>
                  <a:pt x="135" y="352"/>
                </a:lnTo>
                <a:lnTo>
                  <a:pt x="135" y="353"/>
                </a:lnTo>
                <a:lnTo>
                  <a:pt x="134" y="353"/>
                </a:lnTo>
                <a:lnTo>
                  <a:pt x="134" y="352"/>
                </a:lnTo>
                <a:lnTo>
                  <a:pt x="133" y="352"/>
                </a:lnTo>
                <a:lnTo>
                  <a:pt x="132" y="352"/>
                </a:lnTo>
                <a:lnTo>
                  <a:pt x="131" y="352"/>
                </a:lnTo>
                <a:lnTo>
                  <a:pt x="130" y="352"/>
                </a:lnTo>
                <a:lnTo>
                  <a:pt x="130" y="353"/>
                </a:lnTo>
                <a:lnTo>
                  <a:pt x="130" y="352"/>
                </a:lnTo>
                <a:lnTo>
                  <a:pt x="130" y="353"/>
                </a:lnTo>
                <a:lnTo>
                  <a:pt x="129" y="353"/>
                </a:lnTo>
                <a:lnTo>
                  <a:pt x="130" y="353"/>
                </a:lnTo>
                <a:lnTo>
                  <a:pt x="129" y="353"/>
                </a:lnTo>
                <a:lnTo>
                  <a:pt x="129" y="354"/>
                </a:lnTo>
                <a:lnTo>
                  <a:pt x="129" y="355"/>
                </a:lnTo>
                <a:lnTo>
                  <a:pt x="128" y="354"/>
                </a:lnTo>
                <a:lnTo>
                  <a:pt x="128" y="353"/>
                </a:lnTo>
                <a:lnTo>
                  <a:pt x="128" y="352"/>
                </a:lnTo>
                <a:lnTo>
                  <a:pt x="127" y="352"/>
                </a:lnTo>
                <a:lnTo>
                  <a:pt x="126" y="352"/>
                </a:lnTo>
                <a:lnTo>
                  <a:pt x="126" y="351"/>
                </a:lnTo>
                <a:lnTo>
                  <a:pt x="127" y="351"/>
                </a:lnTo>
                <a:lnTo>
                  <a:pt x="126" y="351"/>
                </a:lnTo>
                <a:lnTo>
                  <a:pt x="126" y="350"/>
                </a:lnTo>
                <a:lnTo>
                  <a:pt x="127" y="350"/>
                </a:lnTo>
                <a:lnTo>
                  <a:pt x="127" y="349"/>
                </a:lnTo>
                <a:lnTo>
                  <a:pt x="126" y="349"/>
                </a:lnTo>
                <a:lnTo>
                  <a:pt x="125" y="349"/>
                </a:lnTo>
                <a:lnTo>
                  <a:pt x="126" y="349"/>
                </a:lnTo>
                <a:lnTo>
                  <a:pt x="125" y="349"/>
                </a:lnTo>
                <a:lnTo>
                  <a:pt x="125" y="348"/>
                </a:lnTo>
                <a:lnTo>
                  <a:pt x="125" y="347"/>
                </a:lnTo>
                <a:lnTo>
                  <a:pt x="124" y="347"/>
                </a:lnTo>
                <a:lnTo>
                  <a:pt x="123" y="347"/>
                </a:lnTo>
                <a:lnTo>
                  <a:pt x="122" y="347"/>
                </a:lnTo>
                <a:lnTo>
                  <a:pt x="122" y="346"/>
                </a:lnTo>
                <a:lnTo>
                  <a:pt x="121" y="346"/>
                </a:lnTo>
                <a:lnTo>
                  <a:pt x="121" y="345"/>
                </a:lnTo>
                <a:lnTo>
                  <a:pt x="120" y="345"/>
                </a:lnTo>
                <a:lnTo>
                  <a:pt x="120" y="344"/>
                </a:lnTo>
                <a:lnTo>
                  <a:pt x="119" y="344"/>
                </a:lnTo>
                <a:lnTo>
                  <a:pt x="119" y="343"/>
                </a:lnTo>
                <a:lnTo>
                  <a:pt x="119" y="344"/>
                </a:lnTo>
                <a:lnTo>
                  <a:pt x="119" y="343"/>
                </a:lnTo>
                <a:lnTo>
                  <a:pt x="118" y="343"/>
                </a:lnTo>
                <a:lnTo>
                  <a:pt x="117" y="343"/>
                </a:lnTo>
                <a:lnTo>
                  <a:pt x="116" y="343"/>
                </a:lnTo>
                <a:lnTo>
                  <a:pt x="115" y="343"/>
                </a:lnTo>
                <a:lnTo>
                  <a:pt x="116" y="342"/>
                </a:lnTo>
                <a:lnTo>
                  <a:pt x="115" y="342"/>
                </a:lnTo>
                <a:lnTo>
                  <a:pt x="115" y="341"/>
                </a:lnTo>
                <a:lnTo>
                  <a:pt x="115" y="340"/>
                </a:lnTo>
                <a:lnTo>
                  <a:pt x="114" y="340"/>
                </a:lnTo>
                <a:lnTo>
                  <a:pt x="114" y="339"/>
                </a:lnTo>
                <a:lnTo>
                  <a:pt x="113" y="339"/>
                </a:lnTo>
                <a:lnTo>
                  <a:pt x="114" y="339"/>
                </a:lnTo>
                <a:lnTo>
                  <a:pt x="114" y="340"/>
                </a:lnTo>
                <a:lnTo>
                  <a:pt x="113" y="340"/>
                </a:lnTo>
                <a:lnTo>
                  <a:pt x="112" y="340"/>
                </a:lnTo>
                <a:lnTo>
                  <a:pt x="111" y="340"/>
                </a:lnTo>
                <a:lnTo>
                  <a:pt x="110" y="340"/>
                </a:lnTo>
                <a:lnTo>
                  <a:pt x="110" y="339"/>
                </a:lnTo>
                <a:lnTo>
                  <a:pt x="109" y="339"/>
                </a:lnTo>
                <a:lnTo>
                  <a:pt x="108" y="339"/>
                </a:lnTo>
                <a:lnTo>
                  <a:pt x="108" y="338"/>
                </a:lnTo>
                <a:lnTo>
                  <a:pt x="107" y="338"/>
                </a:lnTo>
                <a:lnTo>
                  <a:pt x="106" y="338"/>
                </a:lnTo>
                <a:lnTo>
                  <a:pt x="106" y="339"/>
                </a:lnTo>
                <a:lnTo>
                  <a:pt x="105" y="339"/>
                </a:lnTo>
                <a:lnTo>
                  <a:pt x="104" y="339"/>
                </a:lnTo>
                <a:lnTo>
                  <a:pt x="104" y="338"/>
                </a:lnTo>
                <a:lnTo>
                  <a:pt x="103" y="338"/>
                </a:lnTo>
                <a:lnTo>
                  <a:pt x="103" y="339"/>
                </a:lnTo>
                <a:lnTo>
                  <a:pt x="102" y="339"/>
                </a:lnTo>
                <a:lnTo>
                  <a:pt x="101" y="339"/>
                </a:lnTo>
                <a:lnTo>
                  <a:pt x="101" y="338"/>
                </a:lnTo>
                <a:lnTo>
                  <a:pt x="100" y="338"/>
                </a:lnTo>
                <a:lnTo>
                  <a:pt x="100" y="337"/>
                </a:lnTo>
                <a:lnTo>
                  <a:pt x="100" y="336"/>
                </a:lnTo>
                <a:lnTo>
                  <a:pt x="101" y="336"/>
                </a:lnTo>
                <a:lnTo>
                  <a:pt x="100" y="336"/>
                </a:lnTo>
                <a:lnTo>
                  <a:pt x="100" y="335"/>
                </a:lnTo>
                <a:lnTo>
                  <a:pt x="101" y="335"/>
                </a:lnTo>
                <a:lnTo>
                  <a:pt x="100" y="335"/>
                </a:lnTo>
                <a:lnTo>
                  <a:pt x="101" y="335"/>
                </a:lnTo>
                <a:lnTo>
                  <a:pt x="100" y="335"/>
                </a:lnTo>
                <a:lnTo>
                  <a:pt x="100" y="334"/>
                </a:lnTo>
                <a:lnTo>
                  <a:pt x="101" y="334"/>
                </a:lnTo>
                <a:lnTo>
                  <a:pt x="100" y="334"/>
                </a:lnTo>
                <a:lnTo>
                  <a:pt x="100" y="333"/>
                </a:lnTo>
                <a:lnTo>
                  <a:pt x="101" y="333"/>
                </a:lnTo>
                <a:lnTo>
                  <a:pt x="101" y="332"/>
                </a:lnTo>
                <a:lnTo>
                  <a:pt x="100" y="332"/>
                </a:lnTo>
                <a:lnTo>
                  <a:pt x="100" y="331"/>
                </a:lnTo>
                <a:lnTo>
                  <a:pt x="101" y="331"/>
                </a:lnTo>
                <a:lnTo>
                  <a:pt x="101" y="330"/>
                </a:lnTo>
                <a:lnTo>
                  <a:pt x="101" y="329"/>
                </a:lnTo>
                <a:lnTo>
                  <a:pt x="100" y="329"/>
                </a:lnTo>
                <a:lnTo>
                  <a:pt x="100" y="328"/>
                </a:lnTo>
                <a:lnTo>
                  <a:pt x="100" y="327"/>
                </a:lnTo>
                <a:lnTo>
                  <a:pt x="99" y="327"/>
                </a:lnTo>
                <a:lnTo>
                  <a:pt x="99" y="326"/>
                </a:lnTo>
                <a:lnTo>
                  <a:pt x="98" y="326"/>
                </a:lnTo>
                <a:lnTo>
                  <a:pt x="99" y="326"/>
                </a:lnTo>
                <a:lnTo>
                  <a:pt x="98" y="325"/>
                </a:lnTo>
                <a:lnTo>
                  <a:pt x="98" y="324"/>
                </a:lnTo>
                <a:lnTo>
                  <a:pt x="97" y="323"/>
                </a:lnTo>
                <a:lnTo>
                  <a:pt x="97" y="322"/>
                </a:lnTo>
                <a:lnTo>
                  <a:pt x="97" y="321"/>
                </a:lnTo>
                <a:lnTo>
                  <a:pt x="98" y="321"/>
                </a:lnTo>
                <a:lnTo>
                  <a:pt x="99" y="321"/>
                </a:lnTo>
                <a:lnTo>
                  <a:pt x="99" y="320"/>
                </a:lnTo>
                <a:lnTo>
                  <a:pt x="100" y="320"/>
                </a:lnTo>
                <a:lnTo>
                  <a:pt x="101" y="319"/>
                </a:lnTo>
                <a:lnTo>
                  <a:pt x="101" y="318"/>
                </a:lnTo>
                <a:lnTo>
                  <a:pt x="101" y="317"/>
                </a:lnTo>
                <a:lnTo>
                  <a:pt x="102" y="316"/>
                </a:lnTo>
                <a:lnTo>
                  <a:pt x="103" y="316"/>
                </a:lnTo>
                <a:lnTo>
                  <a:pt x="102" y="315"/>
                </a:lnTo>
                <a:lnTo>
                  <a:pt x="103" y="314"/>
                </a:lnTo>
                <a:lnTo>
                  <a:pt x="104" y="314"/>
                </a:lnTo>
                <a:lnTo>
                  <a:pt x="105" y="313"/>
                </a:lnTo>
                <a:lnTo>
                  <a:pt x="106" y="313"/>
                </a:lnTo>
                <a:lnTo>
                  <a:pt x="106" y="312"/>
                </a:lnTo>
                <a:lnTo>
                  <a:pt x="107" y="311"/>
                </a:lnTo>
                <a:lnTo>
                  <a:pt x="107" y="312"/>
                </a:lnTo>
                <a:lnTo>
                  <a:pt x="108" y="311"/>
                </a:lnTo>
                <a:lnTo>
                  <a:pt x="109" y="310"/>
                </a:lnTo>
                <a:lnTo>
                  <a:pt x="109" y="311"/>
                </a:lnTo>
                <a:lnTo>
                  <a:pt x="110" y="311"/>
                </a:lnTo>
                <a:lnTo>
                  <a:pt x="110" y="312"/>
                </a:lnTo>
                <a:lnTo>
                  <a:pt x="110" y="313"/>
                </a:lnTo>
                <a:lnTo>
                  <a:pt x="111" y="313"/>
                </a:lnTo>
                <a:lnTo>
                  <a:pt x="112" y="313"/>
                </a:lnTo>
                <a:lnTo>
                  <a:pt x="112" y="312"/>
                </a:lnTo>
                <a:lnTo>
                  <a:pt x="113" y="312"/>
                </a:lnTo>
                <a:lnTo>
                  <a:pt x="112" y="311"/>
                </a:lnTo>
                <a:lnTo>
                  <a:pt x="111" y="311"/>
                </a:lnTo>
                <a:lnTo>
                  <a:pt x="111" y="310"/>
                </a:lnTo>
                <a:lnTo>
                  <a:pt x="110" y="310"/>
                </a:lnTo>
                <a:lnTo>
                  <a:pt x="110" y="309"/>
                </a:lnTo>
                <a:lnTo>
                  <a:pt x="111" y="310"/>
                </a:lnTo>
                <a:lnTo>
                  <a:pt x="112" y="309"/>
                </a:lnTo>
                <a:lnTo>
                  <a:pt x="112" y="308"/>
                </a:lnTo>
                <a:lnTo>
                  <a:pt x="111" y="308"/>
                </a:lnTo>
                <a:lnTo>
                  <a:pt x="110" y="307"/>
                </a:lnTo>
                <a:lnTo>
                  <a:pt x="110" y="306"/>
                </a:lnTo>
                <a:lnTo>
                  <a:pt x="109" y="306"/>
                </a:lnTo>
                <a:lnTo>
                  <a:pt x="108" y="305"/>
                </a:lnTo>
                <a:lnTo>
                  <a:pt x="107" y="305"/>
                </a:lnTo>
                <a:lnTo>
                  <a:pt x="106" y="305"/>
                </a:lnTo>
                <a:lnTo>
                  <a:pt x="107" y="305"/>
                </a:lnTo>
                <a:lnTo>
                  <a:pt x="109" y="305"/>
                </a:lnTo>
                <a:lnTo>
                  <a:pt x="110" y="305"/>
                </a:lnTo>
                <a:lnTo>
                  <a:pt x="110" y="304"/>
                </a:lnTo>
                <a:lnTo>
                  <a:pt x="111" y="304"/>
                </a:lnTo>
                <a:lnTo>
                  <a:pt x="111" y="305"/>
                </a:lnTo>
                <a:lnTo>
                  <a:pt x="112" y="305"/>
                </a:lnTo>
                <a:lnTo>
                  <a:pt x="114" y="304"/>
                </a:lnTo>
                <a:lnTo>
                  <a:pt x="114" y="303"/>
                </a:lnTo>
                <a:lnTo>
                  <a:pt x="115" y="302"/>
                </a:lnTo>
                <a:lnTo>
                  <a:pt x="116" y="302"/>
                </a:lnTo>
                <a:lnTo>
                  <a:pt x="117" y="302"/>
                </a:lnTo>
                <a:lnTo>
                  <a:pt x="117" y="301"/>
                </a:lnTo>
                <a:lnTo>
                  <a:pt x="117" y="300"/>
                </a:lnTo>
                <a:lnTo>
                  <a:pt x="117" y="299"/>
                </a:lnTo>
                <a:lnTo>
                  <a:pt x="118" y="299"/>
                </a:lnTo>
                <a:lnTo>
                  <a:pt x="119" y="299"/>
                </a:lnTo>
                <a:lnTo>
                  <a:pt x="120" y="299"/>
                </a:lnTo>
                <a:lnTo>
                  <a:pt x="120" y="298"/>
                </a:lnTo>
                <a:lnTo>
                  <a:pt x="121" y="298"/>
                </a:lnTo>
                <a:lnTo>
                  <a:pt x="122" y="298"/>
                </a:lnTo>
                <a:lnTo>
                  <a:pt x="123" y="298"/>
                </a:lnTo>
                <a:lnTo>
                  <a:pt x="123" y="297"/>
                </a:lnTo>
                <a:lnTo>
                  <a:pt x="123" y="296"/>
                </a:lnTo>
                <a:lnTo>
                  <a:pt x="123" y="295"/>
                </a:lnTo>
                <a:lnTo>
                  <a:pt x="123" y="294"/>
                </a:lnTo>
                <a:lnTo>
                  <a:pt x="124" y="293"/>
                </a:lnTo>
                <a:lnTo>
                  <a:pt x="125" y="292"/>
                </a:lnTo>
                <a:lnTo>
                  <a:pt x="126" y="292"/>
                </a:lnTo>
                <a:lnTo>
                  <a:pt x="127" y="292"/>
                </a:lnTo>
                <a:lnTo>
                  <a:pt x="127" y="291"/>
                </a:lnTo>
                <a:lnTo>
                  <a:pt x="128" y="291"/>
                </a:lnTo>
                <a:lnTo>
                  <a:pt x="128" y="292"/>
                </a:lnTo>
                <a:lnTo>
                  <a:pt x="129" y="292"/>
                </a:lnTo>
                <a:lnTo>
                  <a:pt x="130" y="292"/>
                </a:lnTo>
                <a:lnTo>
                  <a:pt x="131" y="293"/>
                </a:lnTo>
                <a:lnTo>
                  <a:pt x="131" y="294"/>
                </a:lnTo>
                <a:lnTo>
                  <a:pt x="131" y="295"/>
                </a:lnTo>
                <a:lnTo>
                  <a:pt x="132" y="295"/>
                </a:lnTo>
                <a:lnTo>
                  <a:pt x="132" y="294"/>
                </a:lnTo>
                <a:lnTo>
                  <a:pt x="133" y="294"/>
                </a:lnTo>
                <a:lnTo>
                  <a:pt x="134" y="294"/>
                </a:lnTo>
                <a:lnTo>
                  <a:pt x="134" y="295"/>
                </a:lnTo>
                <a:lnTo>
                  <a:pt x="135" y="296"/>
                </a:lnTo>
                <a:lnTo>
                  <a:pt x="136" y="296"/>
                </a:lnTo>
                <a:lnTo>
                  <a:pt x="136" y="295"/>
                </a:lnTo>
                <a:lnTo>
                  <a:pt x="137" y="296"/>
                </a:lnTo>
                <a:lnTo>
                  <a:pt x="138" y="296"/>
                </a:lnTo>
                <a:lnTo>
                  <a:pt x="139" y="296"/>
                </a:lnTo>
                <a:lnTo>
                  <a:pt x="139" y="297"/>
                </a:lnTo>
                <a:lnTo>
                  <a:pt x="139" y="298"/>
                </a:lnTo>
                <a:lnTo>
                  <a:pt x="139" y="299"/>
                </a:lnTo>
                <a:lnTo>
                  <a:pt x="138" y="299"/>
                </a:lnTo>
                <a:lnTo>
                  <a:pt x="138" y="300"/>
                </a:lnTo>
                <a:lnTo>
                  <a:pt x="138" y="299"/>
                </a:lnTo>
                <a:lnTo>
                  <a:pt x="138" y="300"/>
                </a:lnTo>
                <a:lnTo>
                  <a:pt x="139" y="300"/>
                </a:lnTo>
                <a:lnTo>
                  <a:pt x="140" y="300"/>
                </a:lnTo>
                <a:lnTo>
                  <a:pt x="141" y="299"/>
                </a:lnTo>
                <a:lnTo>
                  <a:pt x="142" y="299"/>
                </a:lnTo>
                <a:lnTo>
                  <a:pt x="142" y="298"/>
                </a:lnTo>
                <a:lnTo>
                  <a:pt x="141" y="298"/>
                </a:lnTo>
                <a:lnTo>
                  <a:pt x="142" y="298"/>
                </a:lnTo>
                <a:lnTo>
                  <a:pt x="142" y="297"/>
                </a:lnTo>
                <a:lnTo>
                  <a:pt x="143" y="297"/>
                </a:lnTo>
                <a:lnTo>
                  <a:pt x="143" y="296"/>
                </a:lnTo>
                <a:lnTo>
                  <a:pt x="143" y="297"/>
                </a:lnTo>
                <a:lnTo>
                  <a:pt x="144" y="297"/>
                </a:lnTo>
                <a:lnTo>
                  <a:pt x="145" y="296"/>
                </a:lnTo>
                <a:lnTo>
                  <a:pt x="146" y="296"/>
                </a:lnTo>
                <a:lnTo>
                  <a:pt x="146" y="295"/>
                </a:lnTo>
                <a:lnTo>
                  <a:pt x="147" y="295"/>
                </a:lnTo>
                <a:lnTo>
                  <a:pt x="147" y="294"/>
                </a:lnTo>
                <a:lnTo>
                  <a:pt x="146" y="294"/>
                </a:lnTo>
                <a:lnTo>
                  <a:pt x="147" y="294"/>
                </a:lnTo>
                <a:lnTo>
                  <a:pt x="147" y="293"/>
                </a:lnTo>
                <a:lnTo>
                  <a:pt x="147" y="292"/>
                </a:lnTo>
                <a:lnTo>
                  <a:pt x="148" y="292"/>
                </a:lnTo>
                <a:lnTo>
                  <a:pt x="149" y="292"/>
                </a:lnTo>
                <a:lnTo>
                  <a:pt x="150" y="291"/>
                </a:lnTo>
                <a:lnTo>
                  <a:pt x="150" y="290"/>
                </a:lnTo>
                <a:lnTo>
                  <a:pt x="151" y="290"/>
                </a:lnTo>
                <a:lnTo>
                  <a:pt x="151" y="289"/>
                </a:lnTo>
                <a:lnTo>
                  <a:pt x="151" y="288"/>
                </a:lnTo>
                <a:lnTo>
                  <a:pt x="152" y="288"/>
                </a:lnTo>
                <a:lnTo>
                  <a:pt x="152" y="287"/>
                </a:lnTo>
                <a:lnTo>
                  <a:pt x="151" y="287"/>
                </a:lnTo>
                <a:lnTo>
                  <a:pt x="151" y="286"/>
                </a:lnTo>
                <a:lnTo>
                  <a:pt x="150" y="286"/>
                </a:lnTo>
                <a:lnTo>
                  <a:pt x="150" y="285"/>
                </a:lnTo>
                <a:lnTo>
                  <a:pt x="150" y="284"/>
                </a:lnTo>
                <a:lnTo>
                  <a:pt x="151" y="283"/>
                </a:lnTo>
                <a:lnTo>
                  <a:pt x="152" y="283"/>
                </a:lnTo>
                <a:lnTo>
                  <a:pt x="152" y="281"/>
                </a:lnTo>
                <a:lnTo>
                  <a:pt x="152" y="280"/>
                </a:lnTo>
                <a:lnTo>
                  <a:pt x="153" y="279"/>
                </a:lnTo>
                <a:lnTo>
                  <a:pt x="153" y="278"/>
                </a:lnTo>
                <a:lnTo>
                  <a:pt x="153" y="277"/>
                </a:lnTo>
                <a:lnTo>
                  <a:pt x="153" y="276"/>
                </a:lnTo>
                <a:lnTo>
                  <a:pt x="153" y="275"/>
                </a:lnTo>
                <a:lnTo>
                  <a:pt x="154" y="275"/>
                </a:lnTo>
                <a:lnTo>
                  <a:pt x="154" y="274"/>
                </a:lnTo>
                <a:lnTo>
                  <a:pt x="154" y="273"/>
                </a:lnTo>
                <a:lnTo>
                  <a:pt x="154" y="272"/>
                </a:lnTo>
                <a:lnTo>
                  <a:pt x="153" y="272"/>
                </a:lnTo>
                <a:lnTo>
                  <a:pt x="153" y="271"/>
                </a:lnTo>
                <a:lnTo>
                  <a:pt x="152" y="269"/>
                </a:lnTo>
                <a:lnTo>
                  <a:pt x="153" y="267"/>
                </a:lnTo>
                <a:lnTo>
                  <a:pt x="152" y="267"/>
                </a:lnTo>
                <a:lnTo>
                  <a:pt x="152" y="266"/>
                </a:lnTo>
                <a:lnTo>
                  <a:pt x="152" y="265"/>
                </a:lnTo>
                <a:lnTo>
                  <a:pt x="152" y="264"/>
                </a:lnTo>
                <a:lnTo>
                  <a:pt x="152" y="263"/>
                </a:lnTo>
                <a:lnTo>
                  <a:pt x="153" y="263"/>
                </a:lnTo>
                <a:lnTo>
                  <a:pt x="154" y="263"/>
                </a:lnTo>
                <a:lnTo>
                  <a:pt x="154" y="262"/>
                </a:lnTo>
                <a:lnTo>
                  <a:pt x="155" y="262"/>
                </a:lnTo>
                <a:lnTo>
                  <a:pt x="155" y="263"/>
                </a:lnTo>
                <a:lnTo>
                  <a:pt x="156" y="263"/>
                </a:lnTo>
                <a:lnTo>
                  <a:pt x="157" y="262"/>
                </a:lnTo>
                <a:lnTo>
                  <a:pt x="157" y="261"/>
                </a:lnTo>
                <a:lnTo>
                  <a:pt x="157" y="260"/>
                </a:lnTo>
                <a:lnTo>
                  <a:pt x="156" y="260"/>
                </a:lnTo>
                <a:lnTo>
                  <a:pt x="155" y="259"/>
                </a:lnTo>
                <a:lnTo>
                  <a:pt x="155" y="258"/>
                </a:lnTo>
                <a:lnTo>
                  <a:pt x="156" y="258"/>
                </a:lnTo>
                <a:lnTo>
                  <a:pt x="157" y="258"/>
                </a:lnTo>
                <a:lnTo>
                  <a:pt x="157" y="257"/>
                </a:lnTo>
                <a:lnTo>
                  <a:pt x="157" y="256"/>
                </a:lnTo>
                <a:lnTo>
                  <a:pt x="156" y="256"/>
                </a:lnTo>
                <a:lnTo>
                  <a:pt x="155" y="256"/>
                </a:lnTo>
                <a:lnTo>
                  <a:pt x="154" y="256"/>
                </a:lnTo>
                <a:lnTo>
                  <a:pt x="154" y="255"/>
                </a:lnTo>
                <a:lnTo>
                  <a:pt x="153" y="254"/>
                </a:lnTo>
                <a:lnTo>
                  <a:pt x="154" y="254"/>
                </a:lnTo>
                <a:lnTo>
                  <a:pt x="153" y="253"/>
                </a:lnTo>
                <a:lnTo>
                  <a:pt x="153" y="252"/>
                </a:lnTo>
                <a:lnTo>
                  <a:pt x="152" y="252"/>
                </a:lnTo>
                <a:lnTo>
                  <a:pt x="152" y="250"/>
                </a:lnTo>
                <a:lnTo>
                  <a:pt x="152" y="249"/>
                </a:lnTo>
                <a:lnTo>
                  <a:pt x="152" y="248"/>
                </a:lnTo>
                <a:lnTo>
                  <a:pt x="151" y="248"/>
                </a:lnTo>
                <a:lnTo>
                  <a:pt x="150" y="247"/>
                </a:lnTo>
                <a:lnTo>
                  <a:pt x="149" y="247"/>
                </a:lnTo>
                <a:lnTo>
                  <a:pt x="149" y="246"/>
                </a:lnTo>
                <a:lnTo>
                  <a:pt x="149" y="245"/>
                </a:lnTo>
                <a:lnTo>
                  <a:pt x="148" y="245"/>
                </a:lnTo>
                <a:lnTo>
                  <a:pt x="147" y="245"/>
                </a:lnTo>
                <a:lnTo>
                  <a:pt x="147" y="244"/>
                </a:lnTo>
                <a:lnTo>
                  <a:pt x="148" y="244"/>
                </a:lnTo>
                <a:lnTo>
                  <a:pt x="148" y="243"/>
                </a:lnTo>
                <a:lnTo>
                  <a:pt x="148" y="241"/>
                </a:lnTo>
                <a:lnTo>
                  <a:pt x="147" y="240"/>
                </a:lnTo>
                <a:lnTo>
                  <a:pt x="147" y="241"/>
                </a:lnTo>
                <a:lnTo>
                  <a:pt x="146" y="241"/>
                </a:lnTo>
                <a:lnTo>
                  <a:pt x="146" y="240"/>
                </a:lnTo>
                <a:lnTo>
                  <a:pt x="145" y="240"/>
                </a:lnTo>
                <a:lnTo>
                  <a:pt x="145" y="239"/>
                </a:lnTo>
                <a:lnTo>
                  <a:pt x="144" y="239"/>
                </a:lnTo>
                <a:lnTo>
                  <a:pt x="144" y="238"/>
                </a:lnTo>
                <a:lnTo>
                  <a:pt x="144" y="237"/>
                </a:lnTo>
                <a:lnTo>
                  <a:pt x="144" y="236"/>
                </a:lnTo>
                <a:lnTo>
                  <a:pt x="144" y="235"/>
                </a:lnTo>
                <a:lnTo>
                  <a:pt x="143" y="234"/>
                </a:lnTo>
                <a:lnTo>
                  <a:pt x="142" y="234"/>
                </a:lnTo>
                <a:lnTo>
                  <a:pt x="142" y="233"/>
                </a:lnTo>
                <a:lnTo>
                  <a:pt x="141" y="233"/>
                </a:lnTo>
                <a:lnTo>
                  <a:pt x="140" y="233"/>
                </a:lnTo>
                <a:lnTo>
                  <a:pt x="139" y="232"/>
                </a:lnTo>
                <a:lnTo>
                  <a:pt x="139" y="231"/>
                </a:lnTo>
                <a:lnTo>
                  <a:pt x="138" y="232"/>
                </a:lnTo>
                <a:lnTo>
                  <a:pt x="137" y="232"/>
                </a:lnTo>
                <a:lnTo>
                  <a:pt x="136" y="232"/>
                </a:lnTo>
                <a:lnTo>
                  <a:pt x="135" y="232"/>
                </a:lnTo>
                <a:lnTo>
                  <a:pt x="134" y="232"/>
                </a:lnTo>
                <a:lnTo>
                  <a:pt x="132" y="231"/>
                </a:lnTo>
                <a:lnTo>
                  <a:pt x="131" y="232"/>
                </a:lnTo>
                <a:lnTo>
                  <a:pt x="130" y="234"/>
                </a:lnTo>
                <a:lnTo>
                  <a:pt x="130" y="235"/>
                </a:lnTo>
                <a:lnTo>
                  <a:pt x="131" y="236"/>
                </a:lnTo>
                <a:lnTo>
                  <a:pt x="131" y="237"/>
                </a:lnTo>
                <a:lnTo>
                  <a:pt x="130" y="239"/>
                </a:lnTo>
                <a:lnTo>
                  <a:pt x="130" y="240"/>
                </a:lnTo>
                <a:lnTo>
                  <a:pt x="129" y="240"/>
                </a:lnTo>
                <a:lnTo>
                  <a:pt x="129" y="239"/>
                </a:lnTo>
                <a:lnTo>
                  <a:pt x="128" y="239"/>
                </a:lnTo>
                <a:lnTo>
                  <a:pt x="127" y="238"/>
                </a:lnTo>
                <a:lnTo>
                  <a:pt x="126" y="238"/>
                </a:lnTo>
                <a:lnTo>
                  <a:pt x="126" y="239"/>
                </a:lnTo>
                <a:lnTo>
                  <a:pt x="125" y="240"/>
                </a:lnTo>
                <a:lnTo>
                  <a:pt x="125" y="241"/>
                </a:lnTo>
                <a:lnTo>
                  <a:pt x="124" y="241"/>
                </a:lnTo>
                <a:lnTo>
                  <a:pt x="123" y="241"/>
                </a:lnTo>
                <a:lnTo>
                  <a:pt x="121" y="241"/>
                </a:lnTo>
                <a:lnTo>
                  <a:pt x="120" y="241"/>
                </a:lnTo>
                <a:lnTo>
                  <a:pt x="120" y="240"/>
                </a:lnTo>
                <a:lnTo>
                  <a:pt x="121" y="240"/>
                </a:lnTo>
                <a:lnTo>
                  <a:pt x="120" y="240"/>
                </a:lnTo>
                <a:lnTo>
                  <a:pt x="121" y="239"/>
                </a:lnTo>
                <a:lnTo>
                  <a:pt x="121" y="238"/>
                </a:lnTo>
                <a:lnTo>
                  <a:pt x="121" y="237"/>
                </a:lnTo>
                <a:lnTo>
                  <a:pt x="120" y="237"/>
                </a:lnTo>
                <a:lnTo>
                  <a:pt x="119" y="237"/>
                </a:lnTo>
                <a:lnTo>
                  <a:pt x="118" y="236"/>
                </a:lnTo>
                <a:lnTo>
                  <a:pt x="118" y="237"/>
                </a:lnTo>
                <a:lnTo>
                  <a:pt x="117" y="237"/>
                </a:lnTo>
                <a:lnTo>
                  <a:pt x="117" y="238"/>
                </a:lnTo>
                <a:lnTo>
                  <a:pt x="116" y="238"/>
                </a:lnTo>
                <a:lnTo>
                  <a:pt x="115" y="238"/>
                </a:lnTo>
                <a:lnTo>
                  <a:pt x="114" y="238"/>
                </a:lnTo>
                <a:lnTo>
                  <a:pt x="113" y="238"/>
                </a:lnTo>
                <a:lnTo>
                  <a:pt x="113" y="237"/>
                </a:lnTo>
                <a:lnTo>
                  <a:pt x="112" y="238"/>
                </a:lnTo>
                <a:lnTo>
                  <a:pt x="112" y="239"/>
                </a:lnTo>
                <a:lnTo>
                  <a:pt x="111" y="239"/>
                </a:lnTo>
                <a:lnTo>
                  <a:pt x="110" y="240"/>
                </a:lnTo>
                <a:lnTo>
                  <a:pt x="109" y="240"/>
                </a:lnTo>
                <a:lnTo>
                  <a:pt x="108" y="240"/>
                </a:lnTo>
                <a:lnTo>
                  <a:pt x="108" y="241"/>
                </a:lnTo>
                <a:lnTo>
                  <a:pt x="108" y="240"/>
                </a:lnTo>
                <a:lnTo>
                  <a:pt x="107" y="240"/>
                </a:lnTo>
                <a:lnTo>
                  <a:pt x="107" y="238"/>
                </a:lnTo>
                <a:lnTo>
                  <a:pt x="107" y="237"/>
                </a:lnTo>
                <a:lnTo>
                  <a:pt x="107" y="236"/>
                </a:lnTo>
                <a:lnTo>
                  <a:pt x="107" y="235"/>
                </a:lnTo>
                <a:lnTo>
                  <a:pt x="106" y="234"/>
                </a:lnTo>
                <a:lnTo>
                  <a:pt x="107" y="234"/>
                </a:lnTo>
                <a:lnTo>
                  <a:pt x="107" y="233"/>
                </a:lnTo>
                <a:lnTo>
                  <a:pt x="106" y="233"/>
                </a:lnTo>
                <a:lnTo>
                  <a:pt x="106" y="232"/>
                </a:lnTo>
                <a:lnTo>
                  <a:pt x="106" y="231"/>
                </a:lnTo>
                <a:lnTo>
                  <a:pt x="106" y="230"/>
                </a:lnTo>
                <a:lnTo>
                  <a:pt x="105" y="230"/>
                </a:lnTo>
                <a:lnTo>
                  <a:pt x="104" y="230"/>
                </a:lnTo>
                <a:lnTo>
                  <a:pt x="103" y="230"/>
                </a:lnTo>
                <a:lnTo>
                  <a:pt x="102" y="230"/>
                </a:lnTo>
                <a:lnTo>
                  <a:pt x="101" y="230"/>
                </a:lnTo>
                <a:lnTo>
                  <a:pt x="100" y="230"/>
                </a:lnTo>
                <a:lnTo>
                  <a:pt x="99" y="231"/>
                </a:lnTo>
                <a:lnTo>
                  <a:pt x="98" y="231"/>
                </a:lnTo>
                <a:lnTo>
                  <a:pt x="97" y="230"/>
                </a:lnTo>
                <a:lnTo>
                  <a:pt x="97" y="231"/>
                </a:lnTo>
                <a:lnTo>
                  <a:pt x="97" y="232"/>
                </a:lnTo>
                <a:lnTo>
                  <a:pt x="97" y="233"/>
                </a:lnTo>
                <a:lnTo>
                  <a:pt x="96" y="233"/>
                </a:lnTo>
                <a:lnTo>
                  <a:pt x="96" y="234"/>
                </a:lnTo>
                <a:lnTo>
                  <a:pt x="96" y="236"/>
                </a:lnTo>
                <a:lnTo>
                  <a:pt x="96" y="237"/>
                </a:lnTo>
                <a:lnTo>
                  <a:pt x="95" y="237"/>
                </a:lnTo>
                <a:lnTo>
                  <a:pt x="95" y="238"/>
                </a:lnTo>
                <a:lnTo>
                  <a:pt x="95" y="239"/>
                </a:lnTo>
                <a:lnTo>
                  <a:pt x="95" y="240"/>
                </a:lnTo>
                <a:lnTo>
                  <a:pt x="95" y="241"/>
                </a:lnTo>
                <a:lnTo>
                  <a:pt x="94" y="241"/>
                </a:lnTo>
                <a:lnTo>
                  <a:pt x="94" y="242"/>
                </a:lnTo>
                <a:lnTo>
                  <a:pt x="93" y="242"/>
                </a:lnTo>
                <a:lnTo>
                  <a:pt x="92" y="241"/>
                </a:lnTo>
                <a:lnTo>
                  <a:pt x="91" y="241"/>
                </a:lnTo>
                <a:lnTo>
                  <a:pt x="90" y="241"/>
                </a:lnTo>
                <a:lnTo>
                  <a:pt x="89" y="240"/>
                </a:lnTo>
                <a:lnTo>
                  <a:pt x="88" y="240"/>
                </a:lnTo>
                <a:lnTo>
                  <a:pt x="88" y="241"/>
                </a:lnTo>
                <a:lnTo>
                  <a:pt x="87" y="241"/>
                </a:lnTo>
                <a:lnTo>
                  <a:pt x="86" y="240"/>
                </a:lnTo>
                <a:lnTo>
                  <a:pt x="86" y="239"/>
                </a:lnTo>
                <a:lnTo>
                  <a:pt x="85" y="238"/>
                </a:lnTo>
                <a:lnTo>
                  <a:pt x="85" y="237"/>
                </a:lnTo>
                <a:lnTo>
                  <a:pt x="84" y="237"/>
                </a:lnTo>
                <a:lnTo>
                  <a:pt x="83" y="237"/>
                </a:lnTo>
                <a:lnTo>
                  <a:pt x="83" y="236"/>
                </a:lnTo>
                <a:lnTo>
                  <a:pt x="82" y="236"/>
                </a:lnTo>
                <a:lnTo>
                  <a:pt x="82" y="235"/>
                </a:lnTo>
                <a:lnTo>
                  <a:pt x="81" y="235"/>
                </a:lnTo>
                <a:lnTo>
                  <a:pt x="81" y="234"/>
                </a:lnTo>
                <a:lnTo>
                  <a:pt x="80" y="234"/>
                </a:lnTo>
                <a:lnTo>
                  <a:pt x="79" y="234"/>
                </a:lnTo>
                <a:lnTo>
                  <a:pt x="79" y="233"/>
                </a:lnTo>
                <a:lnTo>
                  <a:pt x="79" y="232"/>
                </a:lnTo>
                <a:lnTo>
                  <a:pt x="78" y="232"/>
                </a:lnTo>
                <a:lnTo>
                  <a:pt x="77" y="232"/>
                </a:lnTo>
                <a:lnTo>
                  <a:pt x="76" y="232"/>
                </a:lnTo>
                <a:lnTo>
                  <a:pt x="75" y="233"/>
                </a:lnTo>
                <a:lnTo>
                  <a:pt x="75" y="234"/>
                </a:lnTo>
                <a:lnTo>
                  <a:pt x="75" y="233"/>
                </a:lnTo>
                <a:lnTo>
                  <a:pt x="74" y="233"/>
                </a:lnTo>
                <a:lnTo>
                  <a:pt x="74" y="234"/>
                </a:lnTo>
                <a:lnTo>
                  <a:pt x="75" y="235"/>
                </a:lnTo>
                <a:lnTo>
                  <a:pt x="76" y="235"/>
                </a:lnTo>
                <a:lnTo>
                  <a:pt x="76" y="236"/>
                </a:lnTo>
                <a:lnTo>
                  <a:pt x="75" y="237"/>
                </a:lnTo>
                <a:lnTo>
                  <a:pt x="74" y="237"/>
                </a:lnTo>
                <a:lnTo>
                  <a:pt x="73" y="237"/>
                </a:lnTo>
                <a:lnTo>
                  <a:pt x="73" y="238"/>
                </a:lnTo>
                <a:lnTo>
                  <a:pt x="72" y="237"/>
                </a:lnTo>
                <a:lnTo>
                  <a:pt x="72" y="236"/>
                </a:lnTo>
                <a:lnTo>
                  <a:pt x="71" y="236"/>
                </a:lnTo>
                <a:lnTo>
                  <a:pt x="70" y="236"/>
                </a:lnTo>
                <a:lnTo>
                  <a:pt x="70" y="235"/>
                </a:lnTo>
                <a:lnTo>
                  <a:pt x="69" y="234"/>
                </a:lnTo>
                <a:lnTo>
                  <a:pt x="68" y="233"/>
                </a:lnTo>
                <a:lnTo>
                  <a:pt x="67" y="232"/>
                </a:lnTo>
                <a:lnTo>
                  <a:pt x="67" y="231"/>
                </a:lnTo>
                <a:lnTo>
                  <a:pt x="66" y="231"/>
                </a:lnTo>
                <a:lnTo>
                  <a:pt x="66" y="230"/>
                </a:lnTo>
                <a:lnTo>
                  <a:pt x="66" y="229"/>
                </a:lnTo>
                <a:lnTo>
                  <a:pt x="66" y="228"/>
                </a:lnTo>
                <a:lnTo>
                  <a:pt x="65" y="228"/>
                </a:lnTo>
                <a:lnTo>
                  <a:pt x="66" y="227"/>
                </a:lnTo>
                <a:lnTo>
                  <a:pt x="66" y="226"/>
                </a:lnTo>
                <a:lnTo>
                  <a:pt x="67" y="227"/>
                </a:lnTo>
                <a:lnTo>
                  <a:pt x="68" y="227"/>
                </a:lnTo>
                <a:lnTo>
                  <a:pt x="68" y="226"/>
                </a:lnTo>
                <a:lnTo>
                  <a:pt x="68" y="227"/>
                </a:lnTo>
                <a:lnTo>
                  <a:pt x="68" y="228"/>
                </a:lnTo>
                <a:lnTo>
                  <a:pt x="69" y="228"/>
                </a:lnTo>
                <a:lnTo>
                  <a:pt x="69" y="227"/>
                </a:lnTo>
                <a:lnTo>
                  <a:pt x="70" y="227"/>
                </a:lnTo>
                <a:lnTo>
                  <a:pt x="70" y="226"/>
                </a:lnTo>
                <a:lnTo>
                  <a:pt x="71" y="226"/>
                </a:lnTo>
                <a:lnTo>
                  <a:pt x="71" y="225"/>
                </a:lnTo>
                <a:lnTo>
                  <a:pt x="71" y="224"/>
                </a:lnTo>
                <a:lnTo>
                  <a:pt x="71" y="223"/>
                </a:lnTo>
                <a:lnTo>
                  <a:pt x="71" y="222"/>
                </a:lnTo>
                <a:lnTo>
                  <a:pt x="70" y="222"/>
                </a:lnTo>
                <a:lnTo>
                  <a:pt x="71" y="222"/>
                </a:lnTo>
                <a:lnTo>
                  <a:pt x="71" y="221"/>
                </a:lnTo>
                <a:lnTo>
                  <a:pt x="70" y="221"/>
                </a:lnTo>
                <a:lnTo>
                  <a:pt x="69" y="221"/>
                </a:lnTo>
                <a:lnTo>
                  <a:pt x="69" y="222"/>
                </a:lnTo>
                <a:lnTo>
                  <a:pt x="69" y="221"/>
                </a:lnTo>
                <a:lnTo>
                  <a:pt x="68" y="221"/>
                </a:lnTo>
                <a:lnTo>
                  <a:pt x="68" y="220"/>
                </a:lnTo>
                <a:lnTo>
                  <a:pt x="68" y="219"/>
                </a:lnTo>
                <a:lnTo>
                  <a:pt x="68" y="218"/>
                </a:lnTo>
                <a:lnTo>
                  <a:pt x="67" y="218"/>
                </a:lnTo>
                <a:lnTo>
                  <a:pt x="66" y="218"/>
                </a:lnTo>
                <a:lnTo>
                  <a:pt x="65" y="218"/>
                </a:lnTo>
                <a:lnTo>
                  <a:pt x="66" y="217"/>
                </a:lnTo>
                <a:lnTo>
                  <a:pt x="65" y="216"/>
                </a:lnTo>
                <a:lnTo>
                  <a:pt x="65" y="215"/>
                </a:lnTo>
                <a:lnTo>
                  <a:pt x="64" y="215"/>
                </a:lnTo>
                <a:lnTo>
                  <a:pt x="64" y="214"/>
                </a:lnTo>
                <a:lnTo>
                  <a:pt x="65" y="214"/>
                </a:lnTo>
                <a:lnTo>
                  <a:pt x="66" y="214"/>
                </a:lnTo>
                <a:lnTo>
                  <a:pt x="65" y="214"/>
                </a:lnTo>
                <a:lnTo>
                  <a:pt x="65" y="213"/>
                </a:lnTo>
                <a:lnTo>
                  <a:pt x="65" y="212"/>
                </a:lnTo>
                <a:lnTo>
                  <a:pt x="66" y="212"/>
                </a:lnTo>
                <a:lnTo>
                  <a:pt x="67" y="211"/>
                </a:lnTo>
                <a:lnTo>
                  <a:pt x="67" y="210"/>
                </a:lnTo>
                <a:lnTo>
                  <a:pt x="67" y="209"/>
                </a:lnTo>
                <a:lnTo>
                  <a:pt x="66" y="209"/>
                </a:lnTo>
                <a:lnTo>
                  <a:pt x="65" y="209"/>
                </a:lnTo>
                <a:lnTo>
                  <a:pt x="65" y="208"/>
                </a:lnTo>
                <a:lnTo>
                  <a:pt x="64" y="207"/>
                </a:lnTo>
                <a:lnTo>
                  <a:pt x="63" y="207"/>
                </a:lnTo>
                <a:lnTo>
                  <a:pt x="63" y="206"/>
                </a:lnTo>
                <a:lnTo>
                  <a:pt x="62" y="206"/>
                </a:lnTo>
                <a:lnTo>
                  <a:pt x="61" y="206"/>
                </a:lnTo>
                <a:lnTo>
                  <a:pt x="60" y="206"/>
                </a:lnTo>
                <a:lnTo>
                  <a:pt x="59" y="206"/>
                </a:lnTo>
                <a:lnTo>
                  <a:pt x="59" y="205"/>
                </a:lnTo>
                <a:lnTo>
                  <a:pt x="58" y="204"/>
                </a:lnTo>
                <a:lnTo>
                  <a:pt x="59" y="204"/>
                </a:lnTo>
                <a:lnTo>
                  <a:pt x="59" y="203"/>
                </a:lnTo>
                <a:lnTo>
                  <a:pt x="59" y="202"/>
                </a:lnTo>
                <a:lnTo>
                  <a:pt x="59" y="201"/>
                </a:lnTo>
                <a:lnTo>
                  <a:pt x="58" y="201"/>
                </a:lnTo>
                <a:lnTo>
                  <a:pt x="57" y="200"/>
                </a:lnTo>
                <a:lnTo>
                  <a:pt x="56" y="200"/>
                </a:lnTo>
                <a:lnTo>
                  <a:pt x="55" y="200"/>
                </a:lnTo>
                <a:lnTo>
                  <a:pt x="54" y="200"/>
                </a:lnTo>
                <a:lnTo>
                  <a:pt x="54" y="199"/>
                </a:lnTo>
                <a:lnTo>
                  <a:pt x="54" y="198"/>
                </a:lnTo>
                <a:lnTo>
                  <a:pt x="53" y="198"/>
                </a:lnTo>
                <a:lnTo>
                  <a:pt x="53" y="199"/>
                </a:lnTo>
                <a:lnTo>
                  <a:pt x="52" y="199"/>
                </a:lnTo>
                <a:lnTo>
                  <a:pt x="51" y="199"/>
                </a:lnTo>
                <a:lnTo>
                  <a:pt x="50" y="200"/>
                </a:lnTo>
                <a:lnTo>
                  <a:pt x="49" y="200"/>
                </a:lnTo>
                <a:lnTo>
                  <a:pt x="48" y="200"/>
                </a:lnTo>
                <a:lnTo>
                  <a:pt x="48" y="201"/>
                </a:lnTo>
                <a:lnTo>
                  <a:pt x="47" y="202"/>
                </a:lnTo>
                <a:lnTo>
                  <a:pt x="46" y="202"/>
                </a:lnTo>
                <a:lnTo>
                  <a:pt x="45" y="202"/>
                </a:lnTo>
                <a:lnTo>
                  <a:pt x="44" y="202"/>
                </a:lnTo>
                <a:lnTo>
                  <a:pt x="43" y="202"/>
                </a:lnTo>
                <a:lnTo>
                  <a:pt x="43" y="201"/>
                </a:lnTo>
                <a:lnTo>
                  <a:pt x="42" y="201"/>
                </a:lnTo>
                <a:lnTo>
                  <a:pt x="40" y="200"/>
                </a:lnTo>
                <a:lnTo>
                  <a:pt x="39" y="200"/>
                </a:lnTo>
                <a:lnTo>
                  <a:pt x="39" y="199"/>
                </a:lnTo>
                <a:lnTo>
                  <a:pt x="38" y="200"/>
                </a:lnTo>
                <a:lnTo>
                  <a:pt x="37" y="199"/>
                </a:lnTo>
                <a:lnTo>
                  <a:pt x="36" y="199"/>
                </a:lnTo>
                <a:lnTo>
                  <a:pt x="36" y="198"/>
                </a:lnTo>
                <a:lnTo>
                  <a:pt x="35" y="198"/>
                </a:lnTo>
                <a:lnTo>
                  <a:pt x="34" y="198"/>
                </a:lnTo>
                <a:lnTo>
                  <a:pt x="33" y="199"/>
                </a:lnTo>
                <a:lnTo>
                  <a:pt x="32" y="199"/>
                </a:lnTo>
                <a:lnTo>
                  <a:pt x="31" y="198"/>
                </a:lnTo>
                <a:lnTo>
                  <a:pt x="30" y="198"/>
                </a:lnTo>
                <a:lnTo>
                  <a:pt x="29" y="198"/>
                </a:lnTo>
                <a:lnTo>
                  <a:pt x="29" y="197"/>
                </a:lnTo>
                <a:lnTo>
                  <a:pt x="28" y="197"/>
                </a:lnTo>
                <a:lnTo>
                  <a:pt x="27" y="197"/>
                </a:lnTo>
                <a:lnTo>
                  <a:pt x="27" y="199"/>
                </a:lnTo>
                <a:lnTo>
                  <a:pt x="26" y="198"/>
                </a:lnTo>
                <a:lnTo>
                  <a:pt x="25" y="198"/>
                </a:lnTo>
                <a:lnTo>
                  <a:pt x="24" y="198"/>
                </a:lnTo>
                <a:lnTo>
                  <a:pt x="24" y="199"/>
                </a:lnTo>
                <a:lnTo>
                  <a:pt x="23" y="200"/>
                </a:lnTo>
                <a:lnTo>
                  <a:pt x="23" y="201"/>
                </a:lnTo>
                <a:lnTo>
                  <a:pt x="23" y="202"/>
                </a:lnTo>
                <a:lnTo>
                  <a:pt x="23" y="203"/>
                </a:lnTo>
                <a:lnTo>
                  <a:pt x="23" y="204"/>
                </a:lnTo>
                <a:lnTo>
                  <a:pt x="24" y="205"/>
                </a:lnTo>
                <a:lnTo>
                  <a:pt x="24" y="206"/>
                </a:lnTo>
                <a:lnTo>
                  <a:pt x="24" y="207"/>
                </a:lnTo>
                <a:lnTo>
                  <a:pt x="24" y="208"/>
                </a:lnTo>
                <a:lnTo>
                  <a:pt x="25" y="208"/>
                </a:lnTo>
                <a:lnTo>
                  <a:pt x="25" y="209"/>
                </a:lnTo>
                <a:lnTo>
                  <a:pt x="24" y="210"/>
                </a:lnTo>
                <a:lnTo>
                  <a:pt x="23" y="211"/>
                </a:lnTo>
                <a:lnTo>
                  <a:pt x="22" y="211"/>
                </a:lnTo>
                <a:lnTo>
                  <a:pt x="21" y="210"/>
                </a:lnTo>
                <a:lnTo>
                  <a:pt x="20" y="209"/>
                </a:lnTo>
                <a:lnTo>
                  <a:pt x="20" y="208"/>
                </a:lnTo>
                <a:lnTo>
                  <a:pt x="19" y="208"/>
                </a:lnTo>
                <a:lnTo>
                  <a:pt x="19" y="207"/>
                </a:lnTo>
                <a:lnTo>
                  <a:pt x="18" y="207"/>
                </a:lnTo>
                <a:lnTo>
                  <a:pt x="18" y="206"/>
                </a:lnTo>
                <a:lnTo>
                  <a:pt x="17" y="206"/>
                </a:lnTo>
                <a:lnTo>
                  <a:pt x="16" y="206"/>
                </a:lnTo>
                <a:lnTo>
                  <a:pt x="15" y="205"/>
                </a:lnTo>
                <a:lnTo>
                  <a:pt x="14" y="205"/>
                </a:lnTo>
                <a:lnTo>
                  <a:pt x="15" y="205"/>
                </a:lnTo>
                <a:lnTo>
                  <a:pt x="15" y="204"/>
                </a:lnTo>
                <a:lnTo>
                  <a:pt x="15" y="203"/>
                </a:lnTo>
                <a:lnTo>
                  <a:pt x="16" y="203"/>
                </a:lnTo>
                <a:lnTo>
                  <a:pt x="16" y="202"/>
                </a:lnTo>
                <a:lnTo>
                  <a:pt x="15" y="202"/>
                </a:lnTo>
                <a:lnTo>
                  <a:pt x="15" y="201"/>
                </a:lnTo>
                <a:lnTo>
                  <a:pt x="14" y="201"/>
                </a:lnTo>
                <a:lnTo>
                  <a:pt x="13" y="201"/>
                </a:lnTo>
                <a:lnTo>
                  <a:pt x="13" y="200"/>
                </a:lnTo>
                <a:lnTo>
                  <a:pt x="12" y="200"/>
                </a:lnTo>
                <a:lnTo>
                  <a:pt x="12" y="201"/>
                </a:lnTo>
                <a:lnTo>
                  <a:pt x="11" y="201"/>
                </a:lnTo>
                <a:lnTo>
                  <a:pt x="11" y="200"/>
                </a:lnTo>
                <a:lnTo>
                  <a:pt x="11" y="199"/>
                </a:lnTo>
                <a:lnTo>
                  <a:pt x="11" y="198"/>
                </a:lnTo>
                <a:lnTo>
                  <a:pt x="11" y="197"/>
                </a:lnTo>
                <a:lnTo>
                  <a:pt x="10" y="197"/>
                </a:lnTo>
                <a:lnTo>
                  <a:pt x="10" y="195"/>
                </a:lnTo>
                <a:lnTo>
                  <a:pt x="9" y="195"/>
                </a:lnTo>
                <a:lnTo>
                  <a:pt x="9" y="194"/>
                </a:lnTo>
                <a:lnTo>
                  <a:pt x="9" y="193"/>
                </a:lnTo>
                <a:lnTo>
                  <a:pt x="8" y="192"/>
                </a:lnTo>
                <a:lnTo>
                  <a:pt x="9" y="192"/>
                </a:lnTo>
                <a:lnTo>
                  <a:pt x="9" y="191"/>
                </a:lnTo>
                <a:lnTo>
                  <a:pt x="9" y="190"/>
                </a:lnTo>
                <a:lnTo>
                  <a:pt x="8" y="190"/>
                </a:lnTo>
                <a:lnTo>
                  <a:pt x="8" y="189"/>
                </a:lnTo>
                <a:lnTo>
                  <a:pt x="7" y="189"/>
                </a:lnTo>
                <a:lnTo>
                  <a:pt x="6" y="189"/>
                </a:lnTo>
                <a:lnTo>
                  <a:pt x="6" y="188"/>
                </a:lnTo>
                <a:lnTo>
                  <a:pt x="6" y="187"/>
                </a:lnTo>
                <a:lnTo>
                  <a:pt x="6" y="186"/>
                </a:lnTo>
                <a:lnTo>
                  <a:pt x="5" y="185"/>
                </a:lnTo>
                <a:lnTo>
                  <a:pt x="5" y="184"/>
                </a:lnTo>
                <a:lnTo>
                  <a:pt x="5" y="183"/>
                </a:lnTo>
                <a:lnTo>
                  <a:pt x="5" y="181"/>
                </a:lnTo>
                <a:lnTo>
                  <a:pt x="5" y="179"/>
                </a:lnTo>
                <a:lnTo>
                  <a:pt x="4" y="179"/>
                </a:lnTo>
                <a:lnTo>
                  <a:pt x="3" y="179"/>
                </a:lnTo>
                <a:lnTo>
                  <a:pt x="3" y="178"/>
                </a:lnTo>
                <a:lnTo>
                  <a:pt x="2" y="178"/>
                </a:lnTo>
                <a:lnTo>
                  <a:pt x="2" y="179"/>
                </a:lnTo>
                <a:lnTo>
                  <a:pt x="1" y="179"/>
                </a:lnTo>
                <a:lnTo>
                  <a:pt x="0" y="179"/>
                </a:lnTo>
                <a:lnTo>
                  <a:pt x="0" y="178"/>
                </a:lnTo>
                <a:lnTo>
                  <a:pt x="1" y="178"/>
                </a:lnTo>
                <a:lnTo>
                  <a:pt x="2" y="178"/>
                </a:lnTo>
                <a:lnTo>
                  <a:pt x="2" y="177"/>
                </a:lnTo>
                <a:lnTo>
                  <a:pt x="3" y="177"/>
                </a:lnTo>
                <a:lnTo>
                  <a:pt x="4" y="177"/>
                </a:lnTo>
                <a:lnTo>
                  <a:pt x="4" y="176"/>
                </a:lnTo>
                <a:lnTo>
                  <a:pt x="4" y="175"/>
                </a:lnTo>
                <a:lnTo>
                  <a:pt x="5" y="174"/>
                </a:lnTo>
                <a:lnTo>
                  <a:pt x="5" y="173"/>
                </a:lnTo>
                <a:lnTo>
                  <a:pt x="5" y="172"/>
                </a:lnTo>
                <a:lnTo>
                  <a:pt x="6" y="172"/>
                </a:lnTo>
                <a:lnTo>
                  <a:pt x="6" y="171"/>
                </a:lnTo>
                <a:lnTo>
                  <a:pt x="6" y="170"/>
                </a:lnTo>
                <a:lnTo>
                  <a:pt x="6" y="169"/>
                </a:lnTo>
                <a:lnTo>
                  <a:pt x="7" y="169"/>
                </a:lnTo>
                <a:lnTo>
                  <a:pt x="8" y="169"/>
                </a:lnTo>
                <a:lnTo>
                  <a:pt x="10" y="169"/>
                </a:lnTo>
                <a:lnTo>
                  <a:pt x="10" y="170"/>
                </a:lnTo>
                <a:lnTo>
                  <a:pt x="11" y="170"/>
                </a:lnTo>
                <a:lnTo>
                  <a:pt x="11" y="171"/>
                </a:lnTo>
                <a:lnTo>
                  <a:pt x="12" y="171"/>
                </a:lnTo>
                <a:lnTo>
                  <a:pt x="13" y="171"/>
                </a:lnTo>
                <a:lnTo>
                  <a:pt x="13" y="172"/>
                </a:lnTo>
                <a:lnTo>
                  <a:pt x="14" y="173"/>
                </a:lnTo>
                <a:lnTo>
                  <a:pt x="15" y="175"/>
                </a:lnTo>
                <a:lnTo>
                  <a:pt x="16" y="176"/>
                </a:lnTo>
                <a:lnTo>
                  <a:pt x="17" y="176"/>
                </a:lnTo>
                <a:lnTo>
                  <a:pt x="19" y="176"/>
                </a:lnTo>
                <a:lnTo>
                  <a:pt x="19" y="177"/>
                </a:lnTo>
                <a:lnTo>
                  <a:pt x="20" y="177"/>
                </a:lnTo>
                <a:lnTo>
                  <a:pt x="22" y="177"/>
                </a:lnTo>
                <a:lnTo>
                  <a:pt x="23" y="178"/>
                </a:lnTo>
                <a:lnTo>
                  <a:pt x="22" y="178"/>
                </a:lnTo>
                <a:lnTo>
                  <a:pt x="22" y="179"/>
                </a:lnTo>
                <a:lnTo>
                  <a:pt x="23" y="179"/>
                </a:lnTo>
                <a:lnTo>
                  <a:pt x="23" y="180"/>
                </a:lnTo>
                <a:lnTo>
                  <a:pt x="24" y="180"/>
                </a:lnTo>
                <a:lnTo>
                  <a:pt x="25" y="180"/>
                </a:lnTo>
                <a:lnTo>
                  <a:pt x="26" y="180"/>
                </a:lnTo>
                <a:lnTo>
                  <a:pt x="27" y="179"/>
                </a:lnTo>
                <a:lnTo>
                  <a:pt x="27" y="178"/>
                </a:lnTo>
                <a:lnTo>
                  <a:pt x="27" y="177"/>
                </a:lnTo>
                <a:lnTo>
                  <a:pt x="28" y="177"/>
                </a:lnTo>
                <a:lnTo>
                  <a:pt x="28" y="176"/>
                </a:lnTo>
                <a:lnTo>
                  <a:pt x="29" y="176"/>
                </a:lnTo>
                <a:lnTo>
                  <a:pt x="30" y="176"/>
                </a:lnTo>
                <a:lnTo>
                  <a:pt x="31" y="176"/>
                </a:lnTo>
                <a:lnTo>
                  <a:pt x="32" y="176"/>
                </a:lnTo>
                <a:lnTo>
                  <a:pt x="32" y="175"/>
                </a:lnTo>
                <a:lnTo>
                  <a:pt x="33" y="175"/>
                </a:lnTo>
                <a:lnTo>
                  <a:pt x="34" y="175"/>
                </a:lnTo>
                <a:lnTo>
                  <a:pt x="35" y="175"/>
                </a:lnTo>
                <a:lnTo>
                  <a:pt x="35" y="174"/>
                </a:lnTo>
                <a:lnTo>
                  <a:pt x="36" y="173"/>
                </a:lnTo>
                <a:lnTo>
                  <a:pt x="37" y="172"/>
                </a:lnTo>
                <a:lnTo>
                  <a:pt x="37" y="171"/>
                </a:lnTo>
                <a:lnTo>
                  <a:pt x="37" y="170"/>
                </a:lnTo>
                <a:lnTo>
                  <a:pt x="37" y="169"/>
                </a:lnTo>
                <a:lnTo>
                  <a:pt x="38" y="168"/>
                </a:lnTo>
                <a:lnTo>
                  <a:pt x="39" y="168"/>
                </a:lnTo>
                <a:lnTo>
                  <a:pt x="39" y="167"/>
                </a:lnTo>
                <a:lnTo>
                  <a:pt x="40" y="167"/>
                </a:lnTo>
                <a:lnTo>
                  <a:pt x="41" y="167"/>
                </a:lnTo>
                <a:lnTo>
                  <a:pt x="41" y="166"/>
                </a:lnTo>
                <a:lnTo>
                  <a:pt x="43" y="166"/>
                </a:lnTo>
                <a:lnTo>
                  <a:pt x="44" y="166"/>
                </a:lnTo>
                <a:lnTo>
                  <a:pt x="44" y="165"/>
                </a:lnTo>
                <a:lnTo>
                  <a:pt x="45" y="165"/>
                </a:lnTo>
                <a:lnTo>
                  <a:pt x="46" y="165"/>
                </a:lnTo>
                <a:lnTo>
                  <a:pt x="47" y="165"/>
                </a:lnTo>
                <a:lnTo>
                  <a:pt x="48" y="165"/>
                </a:lnTo>
                <a:lnTo>
                  <a:pt x="49" y="164"/>
                </a:lnTo>
                <a:lnTo>
                  <a:pt x="50" y="164"/>
                </a:lnTo>
                <a:lnTo>
                  <a:pt x="51" y="163"/>
                </a:lnTo>
                <a:lnTo>
                  <a:pt x="52" y="163"/>
                </a:lnTo>
                <a:lnTo>
                  <a:pt x="52" y="162"/>
                </a:lnTo>
                <a:lnTo>
                  <a:pt x="52" y="161"/>
                </a:lnTo>
                <a:lnTo>
                  <a:pt x="52" y="160"/>
                </a:lnTo>
                <a:lnTo>
                  <a:pt x="52" y="159"/>
                </a:lnTo>
                <a:lnTo>
                  <a:pt x="53" y="159"/>
                </a:lnTo>
                <a:lnTo>
                  <a:pt x="53" y="158"/>
                </a:lnTo>
                <a:lnTo>
                  <a:pt x="53" y="157"/>
                </a:lnTo>
                <a:lnTo>
                  <a:pt x="53" y="156"/>
                </a:lnTo>
                <a:lnTo>
                  <a:pt x="53" y="155"/>
                </a:lnTo>
                <a:lnTo>
                  <a:pt x="53" y="154"/>
                </a:lnTo>
                <a:lnTo>
                  <a:pt x="54" y="153"/>
                </a:lnTo>
                <a:lnTo>
                  <a:pt x="55" y="153"/>
                </a:lnTo>
                <a:lnTo>
                  <a:pt x="56" y="152"/>
                </a:lnTo>
                <a:lnTo>
                  <a:pt x="56" y="151"/>
                </a:lnTo>
                <a:lnTo>
                  <a:pt x="56" y="150"/>
                </a:lnTo>
                <a:lnTo>
                  <a:pt x="57" y="150"/>
                </a:lnTo>
                <a:lnTo>
                  <a:pt x="57" y="149"/>
                </a:lnTo>
                <a:lnTo>
                  <a:pt x="58" y="149"/>
                </a:lnTo>
                <a:lnTo>
                  <a:pt x="58" y="148"/>
                </a:lnTo>
                <a:lnTo>
                  <a:pt x="59" y="148"/>
                </a:lnTo>
                <a:lnTo>
                  <a:pt x="59" y="147"/>
                </a:lnTo>
                <a:lnTo>
                  <a:pt x="60" y="147"/>
                </a:lnTo>
                <a:lnTo>
                  <a:pt x="61" y="147"/>
                </a:lnTo>
                <a:lnTo>
                  <a:pt x="61" y="146"/>
                </a:lnTo>
                <a:lnTo>
                  <a:pt x="61" y="145"/>
                </a:lnTo>
                <a:lnTo>
                  <a:pt x="62" y="145"/>
                </a:lnTo>
                <a:lnTo>
                  <a:pt x="63" y="145"/>
                </a:lnTo>
                <a:lnTo>
                  <a:pt x="63" y="146"/>
                </a:lnTo>
                <a:lnTo>
                  <a:pt x="64" y="145"/>
                </a:lnTo>
                <a:lnTo>
                  <a:pt x="64" y="144"/>
                </a:lnTo>
                <a:lnTo>
                  <a:pt x="65" y="144"/>
                </a:lnTo>
                <a:lnTo>
                  <a:pt x="66" y="143"/>
                </a:lnTo>
                <a:lnTo>
                  <a:pt x="66" y="142"/>
                </a:lnTo>
                <a:lnTo>
                  <a:pt x="67" y="142"/>
                </a:lnTo>
                <a:lnTo>
                  <a:pt x="69" y="142"/>
                </a:lnTo>
                <a:lnTo>
                  <a:pt x="69" y="143"/>
                </a:lnTo>
                <a:lnTo>
                  <a:pt x="70" y="143"/>
                </a:lnTo>
                <a:lnTo>
                  <a:pt x="70" y="144"/>
                </a:lnTo>
                <a:lnTo>
                  <a:pt x="71" y="144"/>
                </a:lnTo>
                <a:lnTo>
                  <a:pt x="71" y="145"/>
                </a:lnTo>
                <a:lnTo>
                  <a:pt x="72" y="145"/>
                </a:lnTo>
                <a:lnTo>
                  <a:pt x="73" y="145"/>
                </a:lnTo>
                <a:lnTo>
                  <a:pt x="73" y="146"/>
                </a:lnTo>
                <a:lnTo>
                  <a:pt x="73" y="147"/>
                </a:lnTo>
                <a:lnTo>
                  <a:pt x="73" y="148"/>
                </a:lnTo>
                <a:lnTo>
                  <a:pt x="73" y="149"/>
                </a:lnTo>
                <a:lnTo>
                  <a:pt x="74" y="149"/>
                </a:lnTo>
                <a:lnTo>
                  <a:pt x="75" y="149"/>
                </a:lnTo>
                <a:lnTo>
                  <a:pt x="76" y="149"/>
                </a:lnTo>
                <a:lnTo>
                  <a:pt x="77" y="149"/>
                </a:lnTo>
                <a:lnTo>
                  <a:pt x="79" y="149"/>
                </a:lnTo>
                <a:lnTo>
                  <a:pt x="80" y="149"/>
                </a:lnTo>
                <a:lnTo>
                  <a:pt x="80" y="148"/>
                </a:lnTo>
                <a:lnTo>
                  <a:pt x="81" y="148"/>
                </a:lnTo>
                <a:lnTo>
                  <a:pt x="82" y="147"/>
                </a:lnTo>
                <a:lnTo>
                  <a:pt x="83" y="147"/>
                </a:lnTo>
                <a:lnTo>
                  <a:pt x="84" y="147"/>
                </a:lnTo>
                <a:lnTo>
                  <a:pt x="85" y="147"/>
                </a:lnTo>
                <a:lnTo>
                  <a:pt x="85" y="148"/>
                </a:lnTo>
                <a:lnTo>
                  <a:pt x="86" y="148"/>
                </a:lnTo>
                <a:lnTo>
                  <a:pt x="87" y="148"/>
                </a:lnTo>
                <a:lnTo>
                  <a:pt x="88" y="148"/>
                </a:lnTo>
                <a:lnTo>
                  <a:pt x="88" y="149"/>
                </a:lnTo>
                <a:lnTo>
                  <a:pt x="89" y="149"/>
                </a:lnTo>
                <a:lnTo>
                  <a:pt x="89" y="150"/>
                </a:lnTo>
                <a:lnTo>
                  <a:pt x="90" y="150"/>
                </a:lnTo>
                <a:lnTo>
                  <a:pt x="90" y="151"/>
                </a:lnTo>
                <a:lnTo>
                  <a:pt x="90" y="152"/>
                </a:lnTo>
                <a:lnTo>
                  <a:pt x="90" y="153"/>
                </a:lnTo>
                <a:lnTo>
                  <a:pt x="90" y="154"/>
                </a:lnTo>
                <a:lnTo>
                  <a:pt x="90" y="155"/>
                </a:lnTo>
                <a:lnTo>
                  <a:pt x="91" y="155"/>
                </a:lnTo>
                <a:lnTo>
                  <a:pt x="91" y="156"/>
                </a:lnTo>
                <a:lnTo>
                  <a:pt x="92" y="156"/>
                </a:lnTo>
                <a:lnTo>
                  <a:pt x="92" y="157"/>
                </a:lnTo>
                <a:lnTo>
                  <a:pt x="92" y="156"/>
                </a:lnTo>
                <a:lnTo>
                  <a:pt x="92" y="157"/>
                </a:lnTo>
                <a:lnTo>
                  <a:pt x="93" y="157"/>
                </a:lnTo>
                <a:lnTo>
                  <a:pt x="93" y="158"/>
                </a:lnTo>
                <a:lnTo>
                  <a:pt x="94" y="158"/>
                </a:lnTo>
                <a:lnTo>
                  <a:pt x="94" y="160"/>
                </a:lnTo>
                <a:lnTo>
                  <a:pt x="94" y="161"/>
                </a:lnTo>
                <a:lnTo>
                  <a:pt x="95" y="161"/>
                </a:lnTo>
                <a:lnTo>
                  <a:pt x="96" y="161"/>
                </a:lnTo>
                <a:lnTo>
                  <a:pt x="96" y="162"/>
                </a:lnTo>
                <a:lnTo>
                  <a:pt x="97" y="162"/>
                </a:lnTo>
                <a:lnTo>
                  <a:pt x="98" y="162"/>
                </a:lnTo>
                <a:lnTo>
                  <a:pt x="100" y="162"/>
                </a:lnTo>
                <a:lnTo>
                  <a:pt x="101" y="162"/>
                </a:lnTo>
                <a:lnTo>
                  <a:pt x="102" y="162"/>
                </a:lnTo>
                <a:lnTo>
                  <a:pt x="102" y="161"/>
                </a:lnTo>
                <a:lnTo>
                  <a:pt x="103" y="161"/>
                </a:lnTo>
                <a:lnTo>
                  <a:pt x="104" y="161"/>
                </a:lnTo>
                <a:lnTo>
                  <a:pt x="104" y="162"/>
                </a:lnTo>
                <a:lnTo>
                  <a:pt x="104" y="163"/>
                </a:lnTo>
                <a:lnTo>
                  <a:pt x="105" y="163"/>
                </a:lnTo>
                <a:lnTo>
                  <a:pt x="105" y="164"/>
                </a:lnTo>
                <a:lnTo>
                  <a:pt x="106" y="164"/>
                </a:lnTo>
                <a:lnTo>
                  <a:pt x="107" y="164"/>
                </a:lnTo>
                <a:lnTo>
                  <a:pt x="107" y="165"/>
                </a:lnTo>
                <a:lnTo>
                  <a:pt x="108" y="165"/>
                </a:lnTo>
                <a:lnTo>
                  <a:pt x="109" y="165"/>
                </a:lnTo>
                <a:lnTo>
                  <a:pt x="109" y="164"/>
                </a:lnTo>
                <a:lnTo>
                  <a:pt x="110" y="164"/>
                </a:lnTo>
                <a:lnTo>
                  <a:pt x="111" y="164"/>
                </a:lnTo>
                <a:lnTo>
                  <a:pt x="111" y="165"/>
                </a:lnTo>
                <a:lnTo>
                  <a:pt x="112" y="165"/>
                </a:lnTo>
                <a:lnTo>
                  <a:pt x="113" y="165"/>
                </a:lnTo>
                <a:lnTo>
                  <a:pt x="113" y="166"/>
                </a:lnTo>
                <a:lnTo>
                  <a:pt x="114" y="166"/>
                </a:lnTo>
                <a:lnTo>
                  <a:pt x="115" y="166"/>
                </a:lnTo>
                <a:lnTo>
                  <a:pt x="115" y="167"/>
                </a:lnTo>
                <a:lnTo>
                  <a:pt x="116" y="168"/>
                </a:lnTo>
                <a:lnTo>
                  <a:pt x="117" y="168"/>
                </a:lnTo>
                <a:lnTo>
                  <a:pt x="118" y="168"/>
                </a:lnTo>
                <a:lnTo>
                  <a:pt x="118" y="169"/>
                </a:lnTo>
                <a:lnTo>
                  <a:pt x="118" y="170"/>
                </a:lnTo>
                <a:lnTo>
                  <a:pt x="119" y="170"/>
                </a:lnTo>
                <a:lnTo>
                  <a:pt x="119" y="171"/>
                </a:lnTo>
                <a:lnTo>
                  <a:pt x="120" y="171"/>
                </a:lnTo>
                <a:lnTo>
                  <a:pt x="121" y="171"/>
                </a:lnTo>
                <a:lnTo>
                  <a:pt x="121" y="172"/>
                </a:lnTo>
                <a:lnTo>
                  <a:pt x="122" y="172"/>
                </a:lnTo>
                <a:lnTo>
                  <a:pt x="124" y="172"/>
                </a:lnTo>
                <a:lnTo>
                  <a:pt x="125" y="171"/>
                </a:lnTo>
                <a:lnTo>
                  <a:pt x="126" y="171"/>
                </a:lnTo>
                <a:lnTo>
                  <a:pt x="126" y="170"/>
                </a:lnTo>
                <a:lnTo>
                  <a:pt x="127" y="170"/>
                </a:lnTo>
                <a:lnTo>
                  <a:pt x="127" y="169"/>
                </a:lnTo>
                <a:lnTo>
                  <a:pt x="128" y="169"/>
                </a:lnTo>
                <a:lnTo>
                  <a:pt x="129" y="169"/>
                </a:lnTo>
                <a:lnTo>
                  <a:pt x="129" y="170"/>
                </a:lnTo>
                <a:lnTo>
                  <a:pt x="130" y="170"/>
                </a:lnTo>
                <a:lnTo>
                  <a:pt x="131" y="170"/>
                </a:lnTo>
                <a:lnTo>
                  <a:pt x="131" y="169"/>
                </a:lnTo>
                <a:lnTo>
                  <a:pt x="131" y="170"/>
                </a:lnTo>
                <a:lnTo>
                  <a:pt x="133" y="170"/>
                </a:lnTo>
                <a:lnTo>
                  <a:pt x="133" y="169"/>
                </a:lnTo>
                <a:lnTo>
                  <a:pt x="134" y="169"/>
                </a:lnTo>
                <a:lnTo>
                  <a:pt x="134" y="170"/>
                </a:lnTo>
                <a:lnTo>
                  <a:pt x="134" y="171"/>
                </a:lnTo>
                <a:lnTo>
                  <a:pt x="135" y="171"/>
                </a:lnTo>
                <a:lnTo>
                  <a:pt x="135" y="172"/>
                </a:lnTo>
                <a:lnTo>
                  <a:pt x="135" y="173"/>
                </a:lnTo>
                <a:lnTo>
                  <a:pt x="136" y="174"/>
                </a:lnTo>
                <a:lnTo>
                  <a:pt x="136" y="175"/>
                </a:lnTo>
                <a:lnTo>
                  <a:pt x="137" y="175"/>
                </a:lnTo>
                <a:lnTo>
                  <a:pt x="138" y="175"/>
                </a:lnTo>
                <a:lnTo>
                  <a:pt x="138" y="176"/>
                </a:lnTo>
                <a:lnTo>
                  <a:pt x="138" y="177"/>
                </a:lnTo>
                <a:lnTo>
                  <a:pt x="139" y="177"/>
                </a:lnTo>
                <a:lnTo>
                  <a:pt x="138" y="177"/>
                </a:lnTo>
                <a:lnTo>
                  <a:pt x="139" y="177"/>
                </a:lnTo>
                <a:lnTo>
                  <a:pt x="139" y="178"/>
                </a:lnTo>
                <a:lnTo>
                  <a:pt x="140" y="178"/>
                </a:lnTo>
                <a:lnTo>
                  <a:pt x="141" y="179"/>
                </a:lnTo>
                <a:lnTo>
                  <a:pt x="142" y="179"/>
                </a:lnTo>
                <a:lnTo>
                  <a:pt x="142" y="178"/>
                </a:lnTo>
                <a:lnTo>
                  <a:pt x="143" y="177"/>
                </a:lnTo>
                <a:lnTo>
                  <a:pt x="143" y="176"/>
                </a:lnTo>
                <a:lnTo>
                  <a:pt x="143" y="175"/>
                </a:lnTo>
                <a:lnTo>
                  <a:pt x="144" y="175"/>
                </a:lnTo>
                <a:lnTo>
                  <a:pt x="144" y="174"/>
                </a:lnTo>
                <a:lnTo>
                  <a:pt x="144" y="173"/>
                </a:lnTo>
                <a:lnTo>
                  <a:pt x="145" y="173"/>
                </a:lnTo>
                <a:lnTo>
                  <a:pt x="145" y="172"/>
                </a:lnTo>
                <a:lnTo>
                  <a:pt x="146" y="172"/>
                </a:lnTo>
                <a:lnTo>
                  <a:pt x="147" y="172"/>
                </a:lnTo>
                <a:lnTo>
                  <a:pt x="147" y="171"/>
                </a:lnTo>
                <a:lnTo>
                  <a:pt x="148" y="171"/>
                </a:lnTo>
                <a:lnTo>
                  <a:pt x="149" y="171"/>
                </a:lnTo>
                <a:lnTo>
                  <a:pt x="150" y="171"/>
                </a:lnTo>
                <a:lnTo>
                  <a:pt x="150" y="170"/>
                </a:lnTo>
                <a:lnTo>
                  <a:pt x="150" y="169"/>
                </a:lnTo>
                <a:lnTo>
                  <a:pt x="151" y="169"/>
                </a:lnTo>
                <a:lnTo>
                  <a:pt x="152" y="169"/>
                </a:lnTo>
                <a:lnTo>
                  <a:pt x="152" y="168"/>
                </a:lnTo>
                <a:lnTo>
                  <a:pt x="152" y="167"/>
                </a:lnTo>
                <a:lnTo>
                  <a:pt x="152" y="166"/>
                </a:lnTo>
                <a:lnTo>
                  <a:pt x="153" y="166"/>
                </a:lnTo>
                <a:lnTo>
                  <a:pt x="154" y="166"/>
                </a:lnTo>
                <a:lnTo>
                  <a:pt x="155" y="166"/>
                </a:lnTo>
                <a:lnTo>
                  <a:pt x="155" y="165"/>
                </a:lnTo>
                <a:lnTo>
                  <a:pt x="156" y="164"/>
                </a:lnTo>
                <a:lnTo>
                  <a:pt x="156" y="163"/>
                </a:lnTo>
                <a:lnTo>
                  <a:pt x="156" y="162"/>
                </a:lnTo>
                <a:lnTo>
                  <a:pt x="156" y="161"/>
                </a:lnTo>
                <a:lnTo>
                  <a:pt x="157" y="161"/>
                </a:lnTo>
                <a:lnTo>
                  <a:pt x="157" y="160"/>
                </a:lnTo>
                <a:lnTo>
                  <a:pt x="157" y="159"/>
                </a:lnTo>
                <a:lnTo>
                  <a:pt x="157" y="158"/>
                </a:lnTo>
                <a:lnTo>
                  <a:pt x="158" y="157"/>
                </a:lnTo>
                <a:lnTo>
                  <a:pt x="158" y="156"/>
                </a:lnTo>
                <a:lnTo>
                  <a:pt x="158" y="155"/>
                </a:lnTo>
                <a:lnTo>
                  <a:pt x="157" y="155"/>
                </a:lnTo>
                <a:lnTo>
                  <a:pt x="157" y="154"/>
                </a:lnTo>
                <a:lnTo>
                  <a:pt x="157" y="153"/>
                </a:lnTo>
                <a:lnTo>
                  <a:pt x="157" y="152"/>
                </a:lnTo>
                <a:lnTo>
                  <a:pt x="156" y="152"/>
                </a:lnTo>
                <a:lnTo>
                  <a:pt x="156" y="151"/>
                </a:lnTo>
                <a:lnTo>
                  <a:pt x="155" y="151"/>
                </a:lnTo>
                <a:lnTo>
                  <a:pt x="155" y="150"/>
                </a:lnTo>
                <a:lnTo>
                  <a:pt x="155" y="149"/>
                </a:lnTo>
                <a:lnTo>
                  <a:pt x="154" y="149"/>
                </a:lnTo>
                <a:lnTo>
                  <a:pt x="154" y="148"/>
                </a:lnTo>
                <a:lnTo>
                  <a:pt x="153" y="147"/>
                </a:lnTo>
                <a:lnTo>
                  <a:pt x="153" y="146"/>
                </a:lnTo>
                <a:lnTo>
                  <a:pt x="152" y="146"/>
                </a:lnTo>
                <a:lnTo>
                  <a:pt x="153" y="145"/>
                </a:lnTo>
                <a:lnTo>
                  <a:pt x="154" y="145"/>
                </a:lnTo>
                <a:lnTo>
                  <a:pt x="154" y="146"/>
                </a:lnTo>
                <a:lnTo>
                  <a:pt x="155" y="146"/>
                </a:lnTo>
                <a:lnTo>
                  <a:pt x="156" y="146"/>
                </a:lnTo>
                <a:lnTo>
                  <a:pt x="157" y="146"/>
                </a:lnTo>
                <a:lnTo>
                  <a:pt x="157" y="145"/>
                </a:lnTo>
                <a:lnTo>
                  <a:pt x="158" y="145"/>
                </a:lnTo>
                <a:lnTo>
                  <a:pt x="158" y="144"/>
                </a:lnTo>
                <a:lnTo>
                  <a:pt x="159" y="143"/>
                </a:lnTo>
                <a:lnTo>
                  <a:pt x="160" y="143"/>
                </a:lnTo>
                <a:lnTo>
                  <a:pt x="160" y="144"/>
                </a:lnTo>
                <a:lnTo>
                  <a:pt x="161" y="144"/>
                </a:lnTo>
                <a:lnTo>
                  <a:pt x="162" y="144"/>
                </a:lnTo>
                <a:lnTo>
                  <a:pt x="163" y="144"/>
                </a:lnTo>
                <a:lnTo>
                  <a:pt x="164" y="144"/>
                </a:lnTo>
                <a:lnTo>
                  <a:pt x="165" y="144"/>
                </a:lnTo>
                <a:lnTo>
                  <a:pt x="166" y="144"/>
                </a:lnTo>
                <a:lnTo>
                  <a:pt x="167" y="144"/>
                </a:lnTo>
                <a:lnTo>
                  <a:pt x="168" y="143"/>
                </a:lnTo>
                <a:lnTo>
                  <a:pt x="169" y="143"/>
                </a:lnTo>
                <a:lnTo>
                  <a:pt x="170" y="143"/>
                </a:lnTo>
                <a:lnTo>
                  <a:pt x="171" y="142"/>
                </a:lnTo>
                <a:lnTo>
                  <a:pt x="172" y="142"/>
                </a:lnTo>
                <a:lnTo>
                  <a:pt x="173" y="142"/>
                </a:lnTo>
                <a:lnTo>
                  <a:pt x="173" y="141"/>
                </a:lnTo>
                <a:lnTo>
                  <a:pt x="174" y="141"/>
                </a:lnTo>
                <a:lnTo>
                  <a:pt x="176" y="141"/>
                </a:lnTo>
                <a:lnTo>
                  <a:pt x="176" y="140"/>
                </a:lnTo>
                <a:lnTo>
                  <a:pt x="177" y="140"/>
                </a:lnTo>
                <a:lnTo>
                  <a:pt x="178" y="140"/>
                </a:lnTo>
                <a:lnTo>
                  <a:pt x="179" y="140"/>
                </a:lnTo>
                <a:lnTo>
                  <a:pt x="179" y="139"/>
                </a:lnTo>
                <a:lnTo>
                  <a:pt x="180" y="138"/>
                </a:lnTo>
                <a:lnTo>
                  <a:pt x="181" y="137"/>
                </a:lnTo>
                <a:lnTo>
                  <a:pt x="182" y="137"/>
                </a:lnTo>
                <a:lnTo>
                  <a:pt x="183" y="137"/>
                </a:lnTo>
                <a:lnTo>
                  <a:pt x="184" y="136"/>
                </a:lnTo>
                <a:lnTo>
                  <a:pt x="185" y="136"/>
                </a:lnTo>
                <a:lnTo>
                  <a:pt x="186" y="136"/>
                </a:lnTo>
                <a:lnTo>
                  <a:pt x="187" y="135"/>
                </a:lnTo>
                <a:lnTo>
                  <a:pt x="187" y="134"/>
                </a:lnTo>
                <a:lnTo>
                  <a:pt x="188" y="133"/>
                </a:lnTo>
                <a:lnTo>
                  <a:pt x="189" y="133"/>
                </a:lnTo>
                <a:lnTo>
                  <a:pt x="192" y="133"/>
                </a:lnTo>
                <a:lnTo>
                  <a:pt x="192" y="132"/>
                </a:lnTo>
                <a:lnTo>
                  <a:pt x="193" y="132"/>
                </a:lnTo>
                <a:lnTo>
                  <a:pt x="193" y="131"/>
                </a:lnTo>
                <a:lnTo>
                  <a:pt x="194" y="130"/>
                </a:lnTo>
                <a:lnTo>
                  <a:pt x="195" y="130"/>
                </a:lnTo>
                <a:lnTo>
                  <a:pt x="195" y="129"/>
                </a:lnTo>
                <a:lnTo>
                  <a:pt x="196" y="129"/>
                </a:lnTo>
                <a:lnTo>
                  <a:pt x="197" y="128"/>
                </a:lnTo>
                <a:lnTo>
                  <a:pt x="197" y="127"/>
                </a:lnTo>
                <a:lnTo>
                  <a:pt x="197" y="126"/>
                </a:lnTo>
                <a:lnTo>
                  <a:pt x="197" y="125"/>
                </a:lnTo>
                <a:lnTo>
                  <a:pt x="198" y="124"/>
                </a:lnTo>
                <a:lnTo>
                  <a:pt x="200" y="124"/>
                </a:lnTo>
                <a:lnTo>
                  <a:pt x="201" y="124"/>
                </a:lnTo>
                <a:lnTo>
                  <a:pt x="202" y="123"/>
                </a:lnTo>
                <a:lnTo>
                  <a:pt x="204" y="123"/>
                </a:lnTo>
                <a:lnTo>
                  <a:pt x="204" y="124"/>
                </a:lnTo>
                <a:lnTo>
                  <a:pt x="205" y="124"/>
                </a:lnTo>
                <a:lnTo>
                  <a:pt x="205" y="125"/>
                </a:lnTo>
                <a:lnTo>
                  <a:pt x="206" y="125"/>
                </a:lnTo>
                <a:lnTo>
                  <a:pt x="207" y="125"/>
                </a:lnTo>
                <a:lnTo>
                  <a:pt x="207" y="124"/>
                </a:lnTo>
                <a:lnTo>
                  <a:pt x="208" y="124"/>
                </a:lnTo>
                <a:lnTo>
                  <a:pt x="208" y="123"/>
                </a:lnTo>
                <a:lnTo>
                  <a:pt x="209" y="123"/>
                </a:lnTo>
                <a:lnTo>
                  <a:pt x="210" y="123"/>
                </a:lnTo>
                <a:lnTo>
                  <a:pt x="211" y="124"/>
                </a:lnTo>
                <a:lnTo>
                  <a:pt x="213" y="124"/>
                </a:lnTo>
                <a:lnTo>
                  <a:pt x="214" y="124"/>
                </a:lnTo>
                <a:lnTo>
                  <a:pt x="214" y="123"/>
                </a:lnTo>
                <a:lnTo>
                  <a:pt x="215" y="123"/>
                </a:lnTo>
                <a:lnTo>
                  <a:pt x="216" y="123"/>
                </a:lnTo>
                <a:lnTo>
                  <a:pt x="217" y="123"/>
                </a:lnTo>
                <a:lnTo>
                  <a:pt x="217" y="122"/>
                </a:lnTo>
                <a:lnTo>
                  <a:pt x="218" y="122"/>
                </a:lnTo>
                <a:lnTo>
                  <a:pt x="219" y="122"/>
                </a:lnTo>
                <a:lnTo>
                  <a:pt x="219" y="123"/>
                </a:lnTo>
                <a:lnTo>
                  <a:pt x="220" y="123"/>
                </a:lnTo>
                <a:lnTo>
                  <a:pt x="221" y="123"/>
                </a:lnTo>
                <a:lnTo>
                  <a:pt x="221" y="122"/>
                </a:lnTo>
                <a:lnTo>
                  <a:pt x="221" y="121"/>
                </a:lnTo>
                <a:lnTo>
                  <a:pt x="222" y="121"/>
                </a:lnTo>
                <a:lnTo>
                  <a:pt x="222" y="118"/>
                </a:lnTo>
                <a:lnTo>
                  <a:pt x="222" y="117"/>
                </a:lnTo>
                <a:lnTo>
                  <a:pt x="223" y="116"/>
                </a:lnTo>
                <a:lnTo>
                  <a:pt x="224" y="116"/>
                </a:lnTo>
                <a:lnTo>
                  <a:pt x="225" y="116"/>
                </a:lnTo>
                <a:lnTo>
                  <a:pt x="226" y="116"/>
                </a:lnTo>
                <a:lnTo>
                  <a:pt x="227" y="116"/>
                </a:lnTo>
                <a:lnTo>
                  <a:pt x="228" y="117"/>
                </a:lnTo>
                <a:lnTo>
                  <a:pt x="229" y="117"/>
                </a:lnTo>
                <a:lnTo>
                  <a:pt x="230" y="117"/>
                </a:lnTo>
                <a:lnTo>
                  <a:pt x="230" y="116"/>
                </a:lnTo>
                <a:lnTo>
                  <a:pt x="229" y="115"/>
                </a:lnTo>
                <a:lnTo>
                  <a:pt x="230" y="115"/>
                </a:lnTo>
                <a:lnTo>
                  <a:pt x="230" y="114"/>
                </a:lnTo>
                <a:lnTo>
                  <a:pt x="231" y="114"/>
                </a:lnTo>
                <a:lnTo>
                  <a:pt x="231" y="113"/>
                </a:lnTo>
                <a:lnTo>
                  <a:pt x="232" y="113"/>
                </a:lnTo>
                <a:lnTo>
                  <a:pt x="231" y="112"/>
                </a:lnTo>
                <a:lnTo>
                  <a:pt x="231" y="111"/>
                </a:lnTo>
                <a:lnTo>
                  <a:pt x="231" y="110"/>
                </a:lnTo>
                <a:lnTo>
                  <a:pt x="231" y="109"/>
                </a:lnTo>
                <a:lnTo>
                  <a:pt x="231" y="108"/>
                </a:lnTo>
                <a:lnTo>
                  <a:pt x="231" y="107"/>
                </a:lnTo>
                <a:lnTo>
                  <a:pt x="232" y="106"/>
                </a:lnTo>
                <a:lnTo>
                  <a:pt x="232" y="105"/>
                </a:lnTo>
                <a:lnTo>
                  <a:pt x="231" y="105"/>
                </a:lnTo>
                <a:lnTo>
                  <a:pt x="230" y="105"/>
                </a:lnTo>
                <a:lnTo>
                  <a:pt x="229" y="105"/>
                </a:lnTo>
                <a:lnTo>
                  <a:pt x="229" y="104"/>
                </a:lnTo>
                <a:lnTo>
                  <a:pt x="229" y="103"/>
                </a:lnTo>
                <a:lnTo>
                  <a:pt x="229" y="102"/>
                </a:lnTo>
                <a:lnTo>
                  <a:pt x="228" y="101"/>
                </a:lnTo>
                <a:lnTo>
                  <a:pt x="228" y="100"/>
                </a:lnTo>
                <a:lnTo>
                  <a:pt x="228" y="99"/>
                </a:lnTo>
                <a:lnTo>
                  <a:pt x="228" y="98"/>
                </a:lnTo>
                <a:lnTo>
                  <a:pt x="228" y="97"/>
                </a:lnTo>
                <a:lnTo>
                  <a:pt x="227" y="97"/>
                </a:lnTo>
                <a:lnTo>
                  <a:pt x="227" y="96"/>
                </a:lnTo>
                <a:lnTo>
                  <a:pt x="228" y="96"/>
                </a:lnTo>
                <a:lnTo>
                  <a:pt x="229" y="96"/>
                </a:lnTo>
                <a:lnTo>
                  <a:pt x="230" y="96"/>
                </a:lnTo>
                <a:lnTo>
                  <a:pt x="230" y="95"/>
                </a:lnTo>
                <a:lnTo>
                  <a:pt x="231" y="95"/>
                </a:lnTo>
                <a:lnTo>
                  <a:pt x="231" y="94"/>
                </a:lnTo>
                <a:lnTo>
                  <a:pt x="231" y="93"/>
                </a:lnTo>
                <a:lnTo>
                  <a:pt x="231" y="92"/>
                </a:lnTo>
                <a:lnTo>
                  <a:pt x="232" y="92"/>
                </a:lnTo>
                <a:lnTo>
                  <a:pt x="232" y="91"/>
                </a:lnTo>
                <a:lnTo>
                  <a:pt x="232" y="90"/>
                </a:lnTo>
                <a:lnTo>
                  <a:pt x="233" y="90"/>
                </a:lnTo>
                <a:lnTo>
                  <a:pt x="234" y="90"/>
                </a:lnTo>
                <a:lnTo>
                  <a:pt x="235" y="90"/>
                </a:lnTo>
                <a:lnTo>
                  <a:pt x="237" y="89"/>
                </a:lnTo>
                <a:lnTo>
                  <a:pt x="237" y="88"/>
                </a:lnTo>
                <a:lnTo>
                  <a:pt x="237" y="87"/>
                </a:lnTo>
                <a:lnTo>
                  <a:pt x="236" y="86"/>
                </a:lnTo>
                <a:lnTo>
                  <a:pt x="236" y="85"/>
                </a:lnTo>
                <a:lnTo>
                  <a:pt x="236" y="84"/>
                </a:lnTo>
                <a:lnTo>
                  <a:pt x="237" y="84"/>
                </a:lnTo>
                <a:lnTo>
                  <a:pt x="237" y="85"/>
                </a:lnTo>
                <a:lnTo>
                  <a:pt x="237" y="84"/>
                </a:lnTo>
                <a:lnTo>
                  <a:pt x="238" y="83"/>
                </a:lnTo>
                <a:lnTo>
                  <a:pt x="239" y="83"/>
                </a:lnTo>
                <a:lnTo>
                  <a:pt x="240" y="83"/>
                </a:lnTo>
                <a:lnTo>
                  <a:pt x="241" y="84"/>
                </a:lnTo>
                <a:lnTo>
                  <a:pt x="242" y="84"/>
                </a:lnTo>
                <a:lnTo>
                  <a:pt x="242" y="83"/>
                </a:lnTo>
                <a:lnTo>
                  <a:pt x="243" y="84"/>
                </a:lnTo>
                <a:lnTo>
                  <a:pt x="244" y="84"/>
                </a:lnTo>
                <a:lnTo>
                  <a:pt x="244" y="83"/>
                </a:lnTo>
                <a:lnTo>
                  <a:pt x="246" y="83"/>
                </a:lnTo>
                <a:lnTo>
                  <a:pt x="246" y="82"/>
                </a:lnTo>
                <a:lnTo>
                  <a:pt x="246" y="83"/>
                </a:lnTo>
                <a:lnTo>
                  <a:pt x="247" y="82"/>
                </a:lnTo>
                <a:lnTo>
                  <a:pt x="247" y="80"/>
                </a:lnTo>
                <a:lnTo>
                  <a:pt x="248" y="80"/>
                </a:lnTo>
                <a:lnTo>
                  <a:pt x="249" y="80"/>
                </a:lnTo>
                <a:lnTo>
                  <a:pt x="249" y="79"/>
                </a:lnTo>
                <a:lnTo>
                  <a:pt x="250" y="79"/>
                </a:lnTo>
                <a:lnTo>
                  <a:pt x="250" y="80"/>
                </a:lnTo>
                <a:lnTo>
                  <a:pt x="251" y="80"/>
                </a:lnTo>
                <a:lnTo>
                  <a:pt x="252" y="81"/>
                </a:lnTo>
                <a:lnTo>
                  <a:pt x="251" y="82"/>
                </a:lnTo>
                <a:lnTo>
                  <a:pt x="251" y="83"/>
                </a:lnTo>
                <a:lnTo>
                  <a:pt x="251" y="84"/>
                </a:lnTo>
                <a:lnTo>
                  <a:pt x="251" y="85"/>
                </a:lnTo>
                <a:lnTo>
                  <a:pt x="252" y="85"/>
                </a:lnTo>
                <a:lnTo>
                  <a:pt x="252" y="86"/>
                </a:lnTo>
                <a:lnTo>
                  <a:pt x="253" y="86"/>
                </a:lnTo>
                <a:lnTo>
                  <a:pt x="254" y="86"/>
                </a:lnTo>
                <a:lnTo>
                  <a:pt x="256" y="87"/>
                </a:lnTo>
                <a:lnTo>
                  <a:pt x="256" y="88"/>
                </a:lnTo>
                <a:lnTo>
                  <a:pt x="257" y="88"/>
                </a:lnTo>
                <a:lnTo>
                  <a:pt x="258" y="89"/>
                </a:lnTo>
                <a:lnTo>
                  <a:pt x="258" y="90"/>
                </a:lnTo>
                <a:lnTo>
                  <a:pt x="259" y="90"/>
                </a:lnTo>
                <a:lnTo>
                  <a:pt x="260" y="90"/>
                </a:lnTo>
                <a:lnTo>
                  <a:pt x="260" y="91"/>
                </a:lnTo>
                <a:lnTo>
                  <a:pt x="259" y="91"/>
                </a:lnTo>
                <a:lnTo>
                  <a:pt x="259" y="92"/>
                </a:lnTo>
                <a:lnTo>
                  <a:pt x="260" y="92"/>
                </a:lnTo>
                <a:lnTo>
                  <a:pt x="260" y="93"/>
                </a:lnTo>
                <a:lnTo>
                  <a:pt x="260" y="94"/>
                </a:lnTo>
                <a:lnTo>
                  <a:pt x="261" y="94"/>
                </a:lnTo>
                <a:lnTo>
                  <a:pt x="260" y="95"/>
                </a:lnTo>
                <a:lnTo>
                  <a:pt x="260" y="96"/>
                </a:lnTo>
                <a:lnTo>
                  <a:pt x="260" y="97"/>
                </a:lnTo>
                <a:lnTo>
                  <a:pt x="259" y="97"/>
                </a:lnTo>
                <a:lnTo>
                  <a:pt x="258" y="97"/>
                </a:lnTo>
                <a:lnTo>
                  <a:pt x="258" y="98"/>
                </a:lnTo>
                <a:lnTo>
                  <a:pt x="258" y="99"/>
                </a:lnTo>
                <a:lnTo>
                  <a:pt x="258" y="100"/>
                </a:lnTo>
                <a:lnTo>
                  <a:pt x="259" y="100"/>
                </a:lnTo>
                <a:lnTo>
                  <a:pt x="260" y="100"/>
                </a:lnTo>
                <a:lnTo>
                  <a:pt x="261" y="100"/>
                </a:lnTo>
                <a:lnTo>
                  <a:pt x="262" y="100"/>
                </a:lnTo>
                <a:lnTo>
                  <a:pt x="262" y="101"/>
                </a:lnTo>
                <a:lnTo>
                  <a:pt x="263" y="101"/>
                </a:lnTo>
                <a:lnTo>
                  <a:pt x="264" y="101"/>
                </a:lnTo>
                <a:lnTo>
                  <a:pt x="264" y="99"/>
                </a:lnTo>
                <a:lnTo>
                  <a:pt x="265" y="100"/>
                </a:lnTo>
                <a:lnTo>
                  <a:pt x="266" y="100"/>
                </a:lnTo>
                <a:lnTo>
                  <a:pt x="266" y="101"/>
                </a:lnTo>
                <a:lnTo>
                  <a:pt x="266" y="102"/>
                </a:lnTo>
                <a:lnTo>
                  <a:pt x="267" y="102"/>
                </a:lnTo>
                <a:lnTo>
                  <a:pt x="268" y="102"/>
                </a:lnTo>
                <a:lnTo>
                  <a:pt x="269" y="102"/>
                </a:lnTo>
                <a:lnTo>
                  <a:pt x="268" y="102"/>
                </a:lnTo>
                <a:lnTo>
                  <a:pt x="268" y="104"/>
                </a:lnTo>
                <a:lnTo>
                  <a:pt x="267" y="105"/>
                </a:lnTo>
                <a:lnTo>
                  <a:pt x="267" y="106"/>
                </a:lnTo>
                <a:lnTo>
                  <a:pt x="268" y="107"/>
                </a:lnTo>
                <a:lnTo>
                  <a:pt x="268" y="108"/>
                </a:lnTo>
                <a:lnTo>
                  <a:pt x="268" y="110"/>
                </a:lnTo>
                <a:lnTo>
                  <a:pt x="269" y="110"/>
                </a:lnTo>
                <a:lnTo>
                  <a:pt x="269" y="111"/>
                </a:lnTo>
                <a:lnTo>
                  <a:pt x="269" y="112"/>
                </a:lnTo>
                <a:lnTo>
                  <a:pt x="270" y="112"/>
                </a:lnTo>
                <a:lnTo>
                  <a:pt x="270" y="113"/>
                </a:lnTo>
                <a:lnTo>
                  <a:pt x="271" y="113"/>
                </a:lnTo>
                <a:lnTo>
                  <a:pt x="271" y="112"/>
                </a:lnTo>
                <a:lnTo>
                  <a:pt x="272" y="112"/>
                </a:lnTo>
                <a:lnTo>
                  <a:pt x="273" y="112"/>
                </a:lnTo>
                <a:lnTo>
                  <a:pt x="273" y="111"/>
                </a:lnTo>
                <a:lnTo>
                  <a:pt x="274" y="111"/>
                </a:lnTo>
                <a:lnTo>
                  <a:pt x="274" y="112"/>
                </a:lnTo>
                <a:lnTo>
                  <a:pt x="274" y="113"/>
                </a:lnTo>
                <a:lnTo>
                  <a:pt x="274" y="114"/>
                </a:lnTo>
                <a:lnTo>
                  <a:pt x="274" y="115"/>
                </a:lnTo>
                <a:lnTo>
                  <a:pt x="274" y="116"/>
                </a:lnTo>
                <a:lnTo>
                  <a:pt x="273" y="116"/>
                </a:lnTo>
                <a:lnTo>
                  <a:pt x="273" y="117"/>
                </a:lnTo>
                <a:lnTo>
                  <a:pt x="273" y="118"/>
                </a:lnTo>
                <a:lnTo>
                  <a:pt x="273" y="119"/>
                </a:lnTo>
                <a:lnTo>
                  <a:pt x="273" y="120"/>
                </a:lnTo>
                <a:lnTo>
                  <a:pt x="275" y="120"/>
                </a:lnTo>
                <a:lnTo>
                  <a:pt x="276" y="120"/>
                </a:lnTo>
                <a:lnTo>
                  <a:pt x="276" y="119"/>
                </a:lnTo>
                <a:lnTo>
                  <a:pt x="277" y="120"/>
                </a:lnTo>
                <a:lnTo>
                  <a:pt x="277" y="119"/>
                </a:lnTo>
                <a:lnTo>
                  <a:pt x="278" y="119"/>
                </a:lnTo>
                <a:lnTo>
                  <a:pt x="279" y="119"/>
                </a:lnTo>
                <a:lnTo>
                  <a:pt x="279" y="118"/>
                </a:lnTo>
                <a:lnTo>
                  <a:pt x="279" y="117"/>
                </a:lnTo>
                <a:lnTo>
                  <a:pt x="282" y="116"/>
                </a:lnTo>
                <a:lnTo>
                  <a:pt x="283" y="115"/>
                </a:lnTo>
                <a:lnTo>
                  <a:pt x="283" y="116"/>
                </a:lnTo>
                <a:lnTo>
                  <a:pt x="284" y="116"/>
                </a:lnTo>
                <a:lnTo>
                  <a:pt x="284" y="115"/>
                </a:lnTo>
                <a:lnTo>
                  <a:pt x="285" y="115"/>
                </a:lnTo>
                <a:lnTo>
                  <a:pt x="286" y="114"/>
                </a:lnTo>
                <a:lnTo>
                  <a:pt x="286" y="113"/>
                </a:lnTo>
                <a:lnTo>
                  <a:pt x="287" y="112"/>
                </a:lnTo>
                <a:lnTo>
                  <a:pt x="287" y="111"/>
                </a:lnTo>
                <a:lnTo>
                  <a:pt x="286" y="111"/>
                </a:lnTo>
                <a:lnTo>
                  <a:pt x="287" y="111"/>
                </a:lnTo>
                <a:lnTo>
                  <a:pt x="287" y="110"/>
                </a:lnTo>
                <a:lnTo>
                  <a:pt x="286" y="110"/>
                </a:lnTo>
                <a:lnTo>
                  <a:pt x="287" y="110"/>
                </a:lnTo>
                <a:lnTo>
                  <a:pt x="288" y="110"/>
                </a:lnTo>
                <a:lnTo>
                  <a:pt x="289" y="110"/>
                </a:lnTo>
                <a:lnTo>
                  <a:pt x="289" y="109"/>
                </a:lnTo>
                <a:lnTo>
                  <a:pt x="290" y="109"/>
                </a:lnTo>
                <a:lnTo>
                  <a:pt x="291" y="109"/>
                </a:lnTo>
                <a:lnTo>
                  <a:pt x="291" y="110"/>
                </a:lnTo>
                <a:lnTo>
                  <a:pt x="290" y="110"/>
                </a:lnTo>
                <a:lnTo>
                  <a:pt x="290" y="111"/>
                </a:lnTo>
                <a:lnTo>
                  <a:pt x="289" y="111"/>
                </a:lnTo>
                <a:lnTo>
                  <a:pt x="290" y="111"/>
                </a:lnTo>
                <a:lnTo>
                  <a:pt x="290" y="112"/>
                </a:lnTo>
                <a:lnTo>
                  <a:pt x="291" y="113"/>
                </a:lnTo>
                <a:lnTo>
                  <a:pt x="291" y="114"/>
                </a:lnTo>
                <a:lnTo>
                  <a:pt x="290" y="114"/>
                </a:lnTo>
                <a:lnTo>
                  <a:pt x="290" y="115"/>
                </a:lnTo>
                <a:lnTo>
                  <a:pt x="290" y="116"/>
                </a:lnTo>
                <a:lnTo>
                  <a:pt x="291" y="116"/>
                </a:lnTo>
                <a:lnTo>
                  <a:pt x="290" y="116"/>
                </a:lnTo>
                <a:lnTo>
                  <a:pt x="291" y="117"/>
                </a:lnTo>
                <a:lnTo>
                  <a:pt x="292" y="117"/>
                </a:lnTo>
                <a:lnTo>
                  <a:pt x="292" y="118"/>
                </a:lnTo>
                <a:lnTo>
                  <a:pt x="293" y="119"/>
                </a:lnTo>
                <a:lnTo>
                  <a:pt x="293" y="118"/>
                </a:lnTo>
                <a:lnTo>
                  <a:pt x="294" y="119"/>
                </a:lnTo>
                <a:lnTo>
                  <a:pt x="293" y="119"/>
                </a:lnTo>
                <a:lnTo>
                  <a:pt x="293" y="120"/>
                </a:lnTo>
                <a:lnTo>
                  <a:pt x="293" y="121"/>
                </a:lnTo>
                <a:lnTo>
                  <a:pt x="292" y="121"/>
                </a:lnTo>
                <a:lnTo>
                  <a:pt x="293" y="122"/>
                </a:lnTo>
                <a:lnTo>
                  <a:pt x="293" y="121"/>
                </a:lnTo>
                <a:lnTo>
                  <a:pt x="294" y="121"/>
                </a:lnTo>
                <a:lnTo>
                  <a:pt x="294" y="120"/>
                </a:lnTo>
                <a:lnTo>
                  <a:pt x="295" y="120"/>
                </a:lnTo>
                <a:lnTo>
                  <a:pt x="295" y="119"/>
                </a:lnTo>
                <a:lnTo>
                  <a:pt x="296" y="119"/>
                </a:lnTo>
                <a:lnTo>
                  <a:pt x="297" y="118"/>
                </a:lnTo>
                <a:lnTo>
                  <a:pt x="297" y="117"/>
                </a:lnTo>
                <a:lnTo>
                  <a:pt x="298" y="117"/>
                </a:lnTo>
                <a:lnTo>
                  <a:pt x="299" y="117"/>
                </a:lnTo>
                <a:lnTo>
                  <a:pt x="299" y="118"/>
                </a:lnTo>
                <a:lnTo>
                  <a:pt x="300" y="119"/>
                </a:lnTo>
                <a:lnTo>
                  <a:pt x="299" y="119"/>
                </a:lnTo>
                <a:lnTo>
                  <a:pt x="299" y="120"/>
                </a:lnTo>
                <a:lnTo>
                  <a:pt x="299" y="121"/>
                </a:lnTo>
                <a:lnTo>
                  <a:pt x="299" y="122"/>
                </a:lnTo>
                <a:lnTo>
                  <a:pt x="300" y="122"/>
                </a:lnTo>
                <a:lnTo>
                  <a:pt x="300" y="123"/>
                </a:lnTo>
                <a:lnTo>
                  <a:pt x="301" y="124"/>
                </a:lnTo>
                <a:lnTo>
                  <a:pt x="301" y="125"/>
                </a:lnTo>
                <a:lnTo>
                  <a:pt x="301" y="126"/>
                </a:lnTo>
                <a:lnTo>
                  <a:pt x="302" y="126"/>
                </a:lnTo>
                <a:lnTo>
                  <a:pt x="302" y="127"/>
                </a:lnTo>
                <a:lnTo>
                  <a:pt x="301" y="127"/>
                </a:lnTo>
                <a:lnTo>
                  <a:pt x="300" y="128"/>
                </a:lnTo>
                <a:lnTo>
                  <a:pt x="299" y="129"/>
                </a:lnTo>
                <a:lnTo>
                  <a:pt x="300" y="129"/>
                </a:lnTo>
                <a:lnTo>
                  <a:pt x="301" y="129"/>
                </a:lnTo>
                <a:lnTo>
                  <a:pt x="302" y="129"/>
                </a:lnTo>
                <a:lnTo>
                  <a:pt x="303" y="129"/>
                </a:lnTo>
                <a:lnTo>
                  <a:pt x="304" y="128"/>
                </a:lnTo>
                <a:lnTo>
                  <a:pt x="305" y="129"/>
                </a:lnTo>
                <a:lnTo>
                  <a:pt x="306" y="129"/>
                </a:lnTo>
                <a:lnTo>
                  <a:pt x="307" y="129"/>
                </a:lnTo>
                <a:lnTo>
                  <a:pt x="308" y="129"/>
                </a:lnTo>
                <a:lnTo>
                  <a:pt x="309" y="129"/>
                </a:lnTo>
                <a:lnTo>
                  <a:pt x="309" y="128"/>
                </a:lnTo>
                <a:lnTo>
                  <a:pt x="309" y="127"/>
                </a:lnTo>
                <a:lnTo>
                  <a:pt x="310" y="127"/>
                </a:lnTo>
                <a:lnTo>
                  <a:pt x="311" y="126"/>
                </a:lnTo>
                <a:lnTo>
                  <a:pt x="312" y="126"/>
                </a:lnTo>
                <a:lnTo>
                  <a:pt x="313" y="126"/>
                </a:lnTo>
                <a:lnTo>
                  <a:pt x="314" y="125"/>
                </a:lnTo>
                <a:lnTo>
                  <a:pt x="315" y="124"/>
                </a:lnTo>
                <a:lnTo>
                  <a:pt x="316" y="124"/>
                </a:lnTo>
                <a:lnTo>
                  <a:pt x="317" y="123"/>
                </a:lnTo>
                <a:lnTo>
                  <a:pt x="318" y="123"/>
                </a:lnTo>
                <a:lnTo>
                  <a:pt x="319" y="123"/>
                </a:lnTo>
                <a:lnTo>
                  <a:pt x="320" y="122"/>
                </a:lnTo>
                <a:lnTo>
                  <a:pt x="320" y="121"/>
                </a:lnTo>
                <a:lnTo>
                  <a:pt x="321" y="121"/>
                </a:lnTo>
                <a:lnTo>
                  <a:pt x="321" y="122"/>
                </a:lnTo>
                <a:lnTo>
                  <a:pt x="322" y="122"/>
                </a:lnTo>
                <a:lnTo>
                  <a:pt x="323" y="122"/>
                </a:lnTo>
                <a:lnTo>
                  <a:pt x="323" y="121"/>
                </a:lnTo>
                <a:lnTo>
                  <a:pt x="324" y="121"/>
                </a:lnTo>
                <a:lnTo>
                  <a:pt x="326" y="121"/>
                </a:lnTo>
                <a:lnTo>
                  <a:pt x="327" y="121"/>
                </a:lnTo>
                <a:lnTo>
                  <a:pt x="328" y="122"/>
                </a:lnTo>
                <a:lnTo>
                  <a:pt x="328" y="121"/>
                </a:lnTo>
                <a:lnTo>
                  <a:pt x="329" y="121"/>
                </a:lnTo>
                <a:lnTo>
                  <a:pt x="330" y="120"/>
                </a:lnTo>
                <a:lnTo>
                  <a:pt x="331" y="120"/>
                </a:lnTo>
                <a:lnTo>
                  <a:pt x="331" y="119"/>
                </a:lnTo>
                <a:lnTo>
                  <a:pt x="332" y="119"/>
                </a:lnTo>
                <a:lnTo>
                  <a:pt x="332" y="118"/>
                </a:lnTo>
                <a:lnTo>
                  <a:pt x="333" y="118"/>
                </a:lnTo>
                <a:lnTo>
                  <a:pt x="333" y="117"/>
                </a:lnTo>
                <a:lnTo>
                  <a:pt x="333" y="116"/>
                </a:lnTo>
                <a:lnTo>
                  <a:pt x="332" y="116"/>
                </a:lnTo>
                <a:lnTo>
                  <a:pt x="333" y="115"/>
                </a:lnTo>
                <a:lnTo>
                  <a:pt x="333" y="114"/>
                </a:lnTo>
                <a:lnTo>
                  <a:pt x="334" y="114"/>
                </a:lnTo>
                <a:lnTo>
                  <a:pt x="334" y="113"/>
                </a:lnTo>
                <a:lnTo>
                  <a:pt x="333" y="113"/>
                </a:lnTo>
                <a:lnTo>
                  <a:pt x="333" y="112"/>
                </a:lnTo>
                <a:lnTo>
                  <a:pt x="334" y="111"/>
                </a:lnTo>
                <a:lnTo>
                  <a:pt x="334" y="110"/>
                </a:lnTo>
                <a:lnTo>
                  <a:pt x="334" y="109"/>
                </a:lnTo>
                <a:lnTo>
                  <a:pt x="335" y="109"/>
                </a:lnTo>
                <a:lnTo>
                  <a:pt x="335" y="108"/>
                </a:lnTo>
                <a:lnTo>
                  <a:pt x="334" y="108"/>
                </a:lnTo>
                <a:lnTo>
                  <a:pt x="334" y="107"/>
                </a:lnTo>
                <a:lnTo>
                  <a:pt x="334" y="106"/>
                </a:lnTo>
                <a:lnTo>
                  <a:pt x="334" y="105"/>
                </a:lnTo>
                <a:lnTo>
                  <a:pt x="335" y="104"/>
                </a:lnTo>
                <a:lnTo>
                  <a:pt x="335" y="103"/>
                </a:lnTo>
                <a:lnTo>
                  <a:pt x="334" y="103"/>
                </a:lnTo>
                <a:lnTo>
                  <a:pt x="334" y="102"/>
                </a:lnTo>
                <a:lnTo>
                  <a:pt x="333" y="102"/>
                </a:lnTo>
                <a:lnTo>
                  <a:pt x="333" y="101"/>
                </a:lnTo>
                <a:lnTo>
                  <a:pt x="334" y="101"/>
                </a:lnTo>
                <a:lnTo>
                  <a:pt x="335" y="101"/>
                </a:lnTo>
                <a:lnTo>
                  <a:pt x="336" y="101"/>
                </a:lnTo>
                <a:lnTo>
                  <a:pt x="337" y="101"/>
                </a:lnTo>
                <a:lnTo>
                  <a:pt x="338" y="101"/>
                </a:lnTo>
                <a:lnTo>
                  <a:pt x="338" y="100"/>
                </a:lnTo>
                <a:lnTo>
                  <a:pt x="337" y="100"/>
                </a:lnTo>
                <a:lnTo>
                  <a:pt x="337" y="99"/>
                </a:lnTo>
                <a:lnTo>
                  <a:pt x="337" y="98"/>
                </a:lnTo>
                <a:lnTo>
                  <a:pt x="336" y="97"/>
                </a:lnTo>
                <a:lnTo>
                  <a:pt x="336" y="98"/>
                </a:lnTo>
                <a:lnTo>
                  <a:pt x="335" y="98"/>
                </a:lnTo>
                <a:lnTo>
                  <a:pt x="335" y="97"/>
                </a:lnTo>
                <a:lnTo>
                  <a:pt x="335" y="96"/>
                </a:lnTo>
                <a:lnTo>
                  <a:pt x="336" y="96"/>
                </a:lnTo>
                <a:lnTo>
                  <a:pt x="337" y="95"/>
                </a:lnTo>
                <a:lnTo>
                  <a:pt x="338" y="95"/>
                </a:lnTo>
                <a:lnTo>
                  <a:pt x="339" y="95"/>
                </a:lnTo>
                <a:lnTo>
                  <a:pt x="340" y="95"/>
                </a:lnTo>
                <a:lnTo>
                  <a:pt x="341" y="95"/>
                </a:lnTo>
                <a:lnTo>
                  <a:pt x="341" y="96"/>
                </a:lnTo>
                <a:lnTo>
                  <a:pt x="341" y="97"/>
                </a:lnTo>
                <a:lnTo>
                  <a:pt x="341" y="98"/>
                </a:lnTo>
                <a:lnTo>
                  <a:pt x="342" y="98"/>
                </a:lnTo>
                <a:lnTo>
                  <a:pt x="343" y="98"/>
                </a:lnTo>
                <a:lnTo>
                  <a:pt x="343" y="97"/>
                </a:lnTo>
                <a:lnTo>
                  <a:pt x="343" y="96"/>
                </a:lnTo>
                <a:lnTo>
                  <a:pt x="342" y="96"/>
                </a:lnTo>
                <a:lnTo>
                  <a:pt x="342" y="95"/>
                </a:lnTo>
                <a:lnTo>
                  <a:pt x="342" y="94"/>
                </a:lnTo>
                <a:lnTo>
                  <a:pt x="343" y="94"/>
                </a:lnTo>
                <a:lnTo>
                  <a:pt x="344" y="94"/>
                </a:lnTo>
                <a:lnTo>
                  <a:pt x="344" y="93"/>
                </a:lnTo>
                <a:lnTo>
                  <a:pt x="346" y="93"/>
                </a:lnTo>
                <a:lnTo>
                  <a:pt x="347" y="92"/>
                </a:lnTo>
                <a:lnTo>
                  <a:pt x="347" y="91"/>
                </a:lnTo>
                <a:lnTo>
                  <a:pt x="347" y="90"/>
                </a:lnTo>
                <a:lnTo>
                  <a:pt x="348" y="89"/>
                </a:lnTo>
                <a:lnTo>
                  <a:pt x="348" y="88"/>
                </a:lnTo>
                <a:lnTo>
                  <a:pt x="349" y="88"/>
                </a:lnTo>
                <a:lnTo>
                  <a:pt x="351" y="87"/>
                </a:lnTo>
                <a:lnTo>
                  <a:pt x="352" y="87"/>
                </a:lnTo>
                <a:lnTo>
                  <a:pt x="352" y="88"/>
                </a:lnTo>
                <a:lnTo>
                  <a:pt x="353" y="89"/>
                </a:lnTo>
                <a:lnTo>
                  <a:pt x="354" y="90"/>
                </a:lnTo>
                <a:lnTo>
                  <a:pt x="355" y="90"/>
                </a:lnTo>
                <a:lnTo>
                  <a:pt x="356" y="91"/>
                </a:lnTo>
                <a:lnTo>
                  <a:pt x="357" y="91"/>
                </a:lnTo>
                <a:lnTo>
                  <a:pt x="357" y="92"/>
                </a:lnTo>
                <a:lnTo>
                  <a:pt x="358" y="93"/>
                </a:lnTo>
                <a:lnTo>
                  <a:pt x="358" y="94"/>
                </a:lnTo>
                <a:lnTo>
                  <a:pt x="358" y="95"/>
                </a:lnTo>
                <a:lnTo>
                  <a:pt x="358" y="96"/>
                </a:lnTo>
                <a:lnTo>
                  <a:pt x="359" y="97"/>
                </a:lnTo>
                <a:lnTo>
                  <a:pt x="360" y="97"/>
                </a:lnTo>
                <a:lnTo>
                  <a:pt x="360" y="96"/>
                </a:lnTo>
                <a:lnTo>
                  <a:pt x="360" y="95"/>
                </a:lnTo>
                <a:lnTo>
                  <a:pt x="361" y="95"/>
                </a:lnTo>
                <a:lnTo>
                  <a:pt x="363" y="95"/>
                </a:lnTo>
                <a:lnTo>
                  <a:pt x="364" y="95"/>
                </a:lnTo>
                <a:lnTo>
                  <a:pt x="365" y="95"/>
                </a:lnTo>
                <a:lnTo>
                  <a:pt x="365" y="96"/>
                </a:lnTo>
                <a:lnTo>
                  <a:pt x="366" y="96"/>
                </a:lnTo>
                <a:lnTo>
                  <a:pt x="367" y="98"/>
                </a:lnTo>
                <a:lnTo>
                  <a:pt x="367" y="99"/>
                </a:lnTo>
                <a:lnTo>
                  <a:pt x="368" y="99"/>
                </a:lnTo>
                <a:lnTo>
                  <a:pt x="369" y="99"/>
                </a:lnTo>
                <a:lnTo>
                  <a:pt x="370" y="100"/>
                </a:lnTo>
                <a:lnTo>
                  <a:pt x="371" y="101"/>
                </a:lnTo>
                <a:lnTo>
                  <a:pt x="371" y="102"/>
                </a:lnTo>
                <a:lnTo>
                  <a:pt x="372" y="102"/>
                </a:lnTo>
                <a:lnTo>
                  <a:pt x="372" y="103"/>
                </a:lnTo>
                <a:lnTo>
                  <a:pt x="371" y="103"/>
                </a:lnTo>
                <a:lnTo>
                  <a:pt x="372" y="104"/>
                </a:lnTo>
                <a:lnTo>
                  <a:pt x="373" y="104"/>
                </a:lnTo>
                <a:lnTo>
                  <a:pt x="374" y="106"/>
                </a:lnTo>
                <a:lnTo>
                  <a:pt x="374" y="107"/>
                </a:lnTo>
                <a:lnTo>
                  <a:pt x="374" y="108"/>
                </a:lnTo>
                <a:lnTo>
                  <a:pt x="375" y="109"/>
                </a:lnTo>
                <a:lnTo>
                  <a:pt x="376" y="110"/>
                </a:lnTo>
                <a:lnTo>
                  <a:pt x="377" y="110"/>
                </a:lnTo>
                <a:lnTo>
                  <a:pt x="377" y="108"/>
                </a:lnTo>
                <a:lnTo>
                  <a:pt x="377" y="107"/>
                </a:lnTo>
                <a:lnTo>
                  <a:pt x="377" y="106"/>
                </a:lnTo>
                <a:lnTo>
                  <a:pt x="376" y="105"/>
                </a:lnTo>
                <a:lnTo>
                  <a:pt x="376" y="104"/>
                </a:lnTo>
                <a:lnTo>
                  <a:pt x="376" y="103"/>
                </a:lnTo>
                <a:lnTo>
                  <a:pt x="377" y="103"/>
                </a:lnTo>
                <a:lnTo>
                  <a:pt x="376" y="101"/>
                </a:lnTo>
                <a:lnTo>
                  <a:pt x="376" y="100"/>
                </a:lnTo>
                <a:lnTo>
                  <a:pt x="375" y="100"/>
                </a:lnTo>
                <a:lnTo>
                  <a:pt x="374" y="100"/>
                </a:lnTo>
                <a:lnTo>
                  <a:pt x="374" y="99"/>
                </a:lnTo>
                <a:lnTo>
                  <a:pt x="374" y="98"/>
                </a:lnTo>
                <a:lnTo>
                  <a:pt x="375" y="97"/>
                </a:lnTo>
                <a:lnTo>
                  <a:pt x="374" y="96"/>
                </a:lnTo>
                <a:lnTo>
                  <a:pt x="375" y="95"/>
                </a:lnTo>
                <a:lnTo>
                  <a:pt x="375" y="93"/>
                </a:lnTo>
                <a:lnTo>
                  <a:pt x="375" y="92"/>
                </a:lnTo>
                <a:lnTo>
                  <a:pt x="376" y="93"/>
                </a:lnTo>
                <a:lnTo>
                  <a:pt x="377" y="94"/>
                </a:lnTo>
                <a:lnTo>
                  <a:pt x="378" y="94"/>
                </a:lnTo>
                <a:lnTo>
                  <a:pt x="377" y="93"/>
                </a:lnTo>
                <a:lnTo>
                  <a:pt x="377" y="92"/>
                </a:lnTo>
                <a:lnTo>
                  <a:pt x="376" y="92"/>
                </a:lnTo>
                <a:lnTo>
                  <a:pt x="376" y="91"/>
                </a:lnTo>
                <a:lnTo>
                  <a:pt x="377" y="91"/>
                </a:lnTo>
                <a:lnTo>
                  <a:pt x="377" y="90"/>
                </a:lnTo>
                <a:lnTo>
                  <a:pt x="378" y="88"/>
                </a:lnTo>
                <a:lnTo>
                  <a:pt x="379" y="88"/>
                </a:lnTo>
                <a:lnTo>
                  <a:pt x="380" y="87"/>
                </a:lnTo>
                <a:lnTo>
                  <a:pt x="381" y="87"/>
                </a:lnTo>
                <a:lnTo>
                  <a:pt x="381" y="88"/>
                </a:lnTo>
                <a:lnTo>
                  <a:pt x="382" y="88"/>
                </a:lnTo>
                <a:lnTo>
                  <a:pt x="383" y="88"/>
                </a:lnTo>
                <a:lnTo>
                  <a:pt x="383" y="87"/>
                </a:lnTo>
                <a:lnTo>
                  <a:pt x="382" y="87"/>
                </a:lnTo>
                <a:lnTo>
                  <a:pt x="382" y="86"/>
                </a:lnTo>
                <a:lnTo>
                  <a:pt x="381" y="86"/>
                </a:lnTo>
                <a:lnTo>
                  <a:pt x="381" y="85"/>
                </a:lnTo>
                <a:lnTo>
                  <a:pt x="380" y="85"/>
                </a:lnTo>
                <a:lnTo>
                  <a:pt x="380" y="84"/>
                </a:lnTo>
                <a:lnTo>
                  <a:pt x="380" y="83"/>
                </a:lnTo>
                <a:lnTo>
                  <a:pt x="380" y="82"/>
                </a:lnTo>
                <a:lnTo>
                  <a:pt x="380" y="81"/>
                </a:lnTo>
                <a:lnTo>
                  <a:pt x="381" y="81"/>
                </a:lnTo>
                <a:lnTo>
                  <a:pt x="382" y="81"/>
                </a:lnTo>
                <a:lnTo>
                  <a:pt x="382" y="82"/>
                </a:lnTo>
                <a:lnTo>
                  <a:pt x="383" y="82"/>
                </a:lnTo>
                <a:lnTo>
                  <a:pt x="383" y="81"/>
                </a:lnTo>
                <a:lnTo>
                  <a:pt x="383" y="80"/>
                </a:lnTo>
                <a:lnTo>
                  <a:pt x="382" y="80"/>
                </a:lnTo>
                <a:lnTo>
                  <a:pt x="382" y="79"/>
                </a:lnTo>
                <a:lnTo>
                  <a:pt x="382" y="78"/>
                </a:lnTo>
                <a:lnTo>
                  <a:pt x="383" y="77"/>
                </a:lnTo>
                <a:lnTo>
                  <a:pt x="384" y="77"/>
                </a:lnTo>
                <a:lnTo>
                  <a:pt x="384" y="78"/>
                </a:lnTo>
                <a:lnTo>
                  <a:pt x="385" y="77"/>
                </a:lnTo>
                <a:lnTo>
                  <a:pt x="386" y="77"/>
                </a:lnTo>
                <a:lnTo>
                  <a:pt x="386" y="76"/>
                </a:lnTo>
                <a:lnTo>
                  <a:pt x="387" y="76"/>
                </a:lnTo>
                <a:lnTo>
                  <a:pt x="388" y="76"/>
                </a:lnTo>
                <a:lnTo>
                  <a:pt x="389" y="76"/>
                </a:lnTo>
                <a:lnTo>
                  <a:pt x="389" y="77"/>
                </a:lnTo>
                <a:lnTo>
                  <a:pt x="390" y="77"/>
                </a:lnTo>
                <a:lnTo>
                  <a:pt x="391" y="77"/>
                </a:lnTo>
                <a:lnTo>
                  <a:pt x="391" y="78"/>
                </a:lnTo>
                <a:lnTo>
                  <a:pt x="391" y="79"/>
                </a:lnTo>
                <a:lnTo>
                  <a:pt x="391" y="80"/>
                </a:lnTo>
                <a:lnTo>
                  <a:pt x="392" y="80"/>
                </a:lnTo>
                <a:lnTo>
                  <a:pt x="392" y="81"/>
                </a:lnTo>
                <a:lnTo>
                  <a:pt x="392" y="82"/>
                </a:lnTo>
                <a:lnTo>
                  <a:pt x="392" y="83"/>
                </a:lnTo>
                <a:lnTo>
                  <a:pt x="391" y="83"/>
                </a:lnTo>
                <a:lnTo>
                  <a:pt x="391" y="85"/>
                </a:lnTo>
                <a:lnTo>
                  <a:pt x="392" y="85"/>
                </a:lnTo>
                <a:lnTo>
                  <a:pt x="393" y="86"/>
                </a:lnTo>
                <a:lnTo>
                  <a:pt x="394" y="88"/>
                </a:lnTo>
                <a:lnTo>
                  <a:pt x="394" y="87"/>
                </a:lnTo>
                <a:lnTo>
                  <a:pt x="394" y="86"/>
                </a:lnTo>
                <a:lnTo>
                  <a:pt x="395" y="86"/>
                </a:lnTo>
                <a:lnTo>
                  <a:pt x="395" y="85"/>
                </a:lnTo>
                <a:lnTo>
                  <a:pt x="396" y="86"/>
                </a:lnTo>
                <a:lnTo>
                  <a:pt x="397" y="85"/>
                </a:lnTo>
                <a:lnTo>
                  <a:pt x="398" y="85"/>
                </a:lnTo>
                <a:lnTo>
                  <a:pt x="399" y="84"/>
                </a:lnTo>
                <a:lnTo>
                  <a:pt x="400" y="85"/>
                </a:lnTo>
                <a:lnTo>
                  <a:pt x="401" y="84"/>
                </a:lnTo>
                <a:lnTo>
                  <a:pt x="401" y="85"/>
                </a:lnTo>
                <a:lnTo>
                  <a:pt x="401" y="86"/>
                </a:lnTo>
                <a:lnTo>
                  <a:pt x="402" y="86"/>
                </a:lnTo>
                <a:lnTo>
                  <a:pt x="403" y="86"/>
                </a:lnTo>
                <a:lnTo>
                  <a:pt x="404" y="85"/>
                </a:lnTo>
                <a:lnTo>
                  <a:pt x="405" y="85"/>
                </a:lnTo>
                <a:lnTo>
                  <a:pt x="406" y="84"/>
                </a:lnTo>
                <a:lnTo>
                  <a:pt x="406" y="85"/>
                </a:lnTo>
                <a:lnTo>
                  <a:pt x="408" y="86"/>
                </a:lnTo>
                <a:lnTo>
                  <a:pt x="408" y="87"/>
                </a:lnTo>
                <a:lnTo>
                  <a:pt x="409" y="87"/>
                </a:lnTo>
                <a:lnTo>
                  <a:pt x="410" y="87"/>
                </a:lnTo>
                <a:lnTo>
                  <a:pt x="410" y="86"/>
                </a:lnTo>
                <a:lnTo>
                  <a:pt x="410" y="87"/>
                </a:lnTo>
                <a:lnTo>
                  <a:pt x="411" y="88"/>
                </a:lnTo>
                <a:lnTo>
                  <a:pt x="412" y="88"/>
                </a:lnTo>
                <a:lnTo>
                  <a:pt x="413" y="89"/>
                </a:lnTo>
                <a:lnTo>
                  <a:pt x="413" y="88"/>
                </a:lnTo>
                <a:lnTo>
                  <a:pt x="414" y="88"/>
                </a:lnTo>
                <a:lnTo>
                  <a:pt x="415" y="88"/>
                </a:lnTo>
                <a:lnTo>
                  <a:pt x="416" y="88"/>
                </a:lnTo>
                <a:lnTo>
                  <a:pt x="416" y="87"/>
                </a:lnTo>
                <a:lnTo>
                  <a:pt x="416" y="86"/>
                </a:lnTo>
                <a:lnTo>
                  <a:pt x="417" y="86"/>
                </a:lnTo>
                <a:lnTo>
                  <a:pt x="418" y="86"/>
                </a:lnTo>
                <a:lnTo>
                  <a:pt x="419" y="85"/>
                </a:lnTo>
                <a:lnTo>
                  <a:pt x="418" y="85"/>
                </a:lnTo>
                <a:lnTo>
                  <a:pt x="417" y="84"/>
                </a:lnTo>
                <a:lnTo>
                  <a:pt x="416" y="84"/>
                </a:lnTo>
                <a:lnTo>
                  <a:pt x="416" y="83"/>
                </a:lnTo>
                <a:lnTo>
                  <a:pt x="415" y="83"/>
                </a:lnTo>
                <a:lnTo>
                  <a:pt x="415" y="82"/>
                </a:lnTo>
                <a:lnTo>
                  <a:pt x="415" y="80"/>
                </a:lnTo>
                <a:lnTo>
                  <a:pt x="414" y="80"/>
                </a:lnTo>
                <a:lnTo>
                  <a:pt x="414" y="79"/>
                </a:lnTo>
                <a:lnTo>
                  <a:pt x="415" y="79"/>
                </a:lnTo>
                <a:lnTo>
                  <a:pt x="415" y="78"/>
                </a:lnTo>
                <a:lnTo>
                  <a:pt x="414" y="78"/>
                </a:lnTo>
                <a:lnTo>
                  <a:pt x="414" y="77"/>
                </a:lnTo>
                <a:lnTo>
                  <a:pt x="413" y="76"/>
                </a:lnTo>
                <a:lnTo>
                  <a:pt x="414" y="75"/>
                </a:lnTo>
                <a:lnTo>
                  <a:pt x="416" y="72"/>
                </a:lnTo>
                <a:lnTo>
                  <a:pt x="416" y="71"/>
                </a:lnTo>
                <a:lnTo>
                  <a:pt x="417" y="71"/>
                </a:lnTo>
                <a:lnTo>
                  <a:pt x="417" y="70"/>
                </a:lnTo>
                <a:lnTo>
                  <a:pt x="417" y="69"/>
                </a:lnTo>
                <a:lnTo>
                  <a:pt x="418" y="68"/>
                </a:lnTo>
                <a:lnTo>
                  <a:pt x="417" y="68"/>
                </a:lnTo>
                <a:lnTo>
                  <a:pt x="416" y="67"/>
                </a:lnTo>
                <a:lnTo>
                  <a:pt x="415" y="67"/>
                </a:lnTo>
                <a:lnTo>
                  <a:pt x="416" y="66"/>
                </a:lnTo>
                <a:lnTo>
                  <a:pt x="415" y="65"/>
                </a:lnTo>
                <a:lnTo>
                  <a:pt x="415" y="66"/>
                </a:lnTo>
                <a:lnTo>
                  <a:pt x="414" y="66"/>
                </a:lnTo>
                <a:lnTo>
                  <a:pt x="414" y="67"/>
                </a:lnTo>
                <a:lnTo>
                  <a:pt x="413" y="67"/>
                </a:lnTo>
                <a:lnTo>
                  <a:pt x="411" y="66"/>
                </a:lnTo>
                <a:lnTo>
                  <a:pt x="410" y="66"/>
                </a:lnTo>
                <a:lnTo>
                  <a:pt x="410" y="67"/>
                </a:lnTo>
                <a:lnTo>
                  <a:pt x="411" y="67"/>
                </a:lnTo>
                <a:lnTo>
                  <a:pt x="410" y="67"/>
                </a:lnTo>
                <a:lnTo>
                  <a:pt x="410" y="68"/>
                </a:lnTo>
                <a:lnTo>
                  <a:pt x="409" y="68"/>
                </a:lnTo>
                <a:lnTo>
                  <a:pt x="409" y="69"/>
                </a:lnTo>
                <a:lnTo>
                  <a:pt x="408" y="70"/>
                </a:lnTo>
                <a:lnTo>
                  <a:pt x="407" y="71"/>
                </a:lnTo>
                <a:lnTo>
                  <a:pt x="406" y="72"/>
                </a:lnTo>
                <a:lnTo>
                  <a:pt x="405" y="72"/>
                </a:lnTo>
                <a:lnTo>
                  <a:pt x="404" y="71"/>
                </a:lnTo>
                <a:lnTo>
                  <a:pt x="403" y="72"/>
                </a:lnTo>
                <a:lnTo>
                  <a:pt x="402" y="72"/>
                </a:lnTo>
                <a:lnTo>
                  <a:pt x="402" y="71"/>
                </a:lnTo>
                <a:lnTo>
                  <a:pt x="401" y="71"/>
                </a:lnTo>
                <a:lnTo>
                  <a:pt x="401" y="69"/>
                </a:lnTo>
                <a:lnTo>
                  <a:pt x="401" y="68"/>
                </a:lnTo>
                <a:lnTo>
                  <a:pt x="403" y="67"/>
                </a:lnTo>
                <a:lnTo>
                  <a:pt x="404" y="66"/>
                </a:lnTo>
                <a:lnTo>
                  <a:pt x="405" y="66"/>
                </a:lnTo>
                <a:lnTo>
                  <a:pt x="406" y="66"/>
                </a:lnTo>
                <a:lnTo>
                  <a:pt x="406" y="67"/>
                </a:lnTo>
                <a:lnTo>
                  <a:pt x="407" y="67"/>
                </a:lnTo>
                <a:lnTo>
                  <a:pt x="407" y="66"/>
                </a:lnTo>
                <a:lnTo>
                  <a:pt x="407" y="65"/>
                </a:lnTo>
                <a:lnTo>
                  <a:pt x="408" y="65"/>
                </a:lnTo>
                <a:lnTo>
                  <a:pt x="408" y="66"/>
                </a:lnTo>
                <a:lnTo>
                  <a:pt x="409" y="65"/>
                </a:lnTo>
                <a:lnTo>
                  <a:pt x="409" y="64"/>
                </a:lnTo>
                <a:lnTo>
                  <a:pt x="409" y="63"/>
                </a:lnTo>
                <a:lnTo>
                  <a:pt x="410" y="63"/>
                </a:lnTo>
                <a:lnTo>
                  <a:pt x="410" y="64"/>
                </a:lnTo>
                <a:lnTo>
                  <a:pt x="411" y="64"/>
                </a:lnTo>
                <a:lnTo>
                  <a:pt x="411" y="63"/>
                </a:lnTo>
                <a:lnTo>
                  <a:pt x="410" y="62"/>
                </a:lnTo>
                <a:lnTo>
                  <a:pt x="412" y="60"/>
                </a:lnTo>
                <a:lnTo>
                  <a:pt x="413" y="61"/>
                </a:lnTo>
                <a:lnTo>
                  <a:pt x="414" y="61"/>
                </a:lnTo>
                <a:lnTo>
                  <a:pt x="415" y="61"/>
                </a:lnTo>
                <a:lnTo>
                  <a:pt x="416" y="61"/>
                </a:lnTo>
                <a:lnTo>
                  <a:pt x="417" y="62"/>
                </a:lnTo>
                <a:lnTo>
                  <a:pt x="418" y="62"/>
                </a:lnTo>
                <a:lnTo>
                  <a:pt x="418" y="61"/>
                </a:lnTo>
                <a:lnTo>
                  <a:pt x="418" y="60"/>
                </a:lnTo>
                <a:lnTo>
                  <a:pt x="419" y="59"/>
                </a:lnTo>
                <a:lnTo>
                  <a:pt x="420" y="59"/>
                </a:lnTo>
                <a:lnTo>
                  <a:pt x="421" y="59"/>
                </a:lnTo>
                <a:lnTo>
                  <a:pt x="422" y="59"/>
                </a:lnTo>
                <a:lnTo>
                  <a:pt x="423" y="59"/>
                </a:lnTo>
                <a:lnTo>
                  <a:pt x="424" y="60"/>
                </a:lnTo>
                <a:lnTo>
                  <a:pt x="424" y="62"/>
                </a:lnTo>
                <a:lnTo>
                  <a:pt x="423" y="62"/>
                </a:lnTo>
                <a:lnTo>
                  <a:pt x="423" y="63"/>
                </a:lnTo>
                <a:lnTo>
                  <a:pt x="422" y="63"/>
                </a:lnTo>
                <a:lnTo>
                  <a:pt x="422" y="64"/>
                </a:lnTo>
                <a:lnTo>
                  <a:pt x="423" y="64"/>
                </a:lnTo>
                <a:lnTo>
                  <a:pt x="423" y="65"/>
                </a:lnTo>
                <a:lnTo>
                  <a:pt x="424" y="66"/>
                </a:lnTo>
                <a:lnTo>
                  <a:pt x="424" y="65"/>
                </a:lnTo>
                <a:lnTo>
                  <a:pt x="425" y="65"/>
                </a:lnTo>
                <a:lnTo>
                  <a:pt x="425" y="64"/>
                </a:lnTo>
                <a:lnTo>
                  <a:pt x="426" y="63"/>
                </a:lnTo>
                <a:lnTo>
                  <a:pt x="426" y="64"/>
                </a:lnTo>
                <a:lnTo>
                  <a:pt x="427" y="64"/>
                </a:lnTo>
                <a:lnTo>
                  <a:pt x="427" y="63"/>
                </a:lnTo>
                <a:lnTo>
                  <a:pt x="428" y="62"/>
                </a:lnTo>
                <a:lnTo>
                  <a:pt x="427" y="62"/>
                </a:lnTo>
                <a:lnTo>
                  <a:pt x="426" y="60"/>
                </a:lnTo>
                <a:lnTo>
                  <a:pt x="426" y="59"/>
                </a:lnTo>
                <a:lnTo>
                  <a:pt x="427" y="59"/>
                </a:lnTo>
                <a:lnTo>
                  <a:pt x="428" y="60"/>
                </a:lnTo>
                <a:lnTo>
                  <a:pt x="429" y="60"/>
                </a:lnTo>
                <a:lnTo>
                  <a:pt x="429" y="61"/>
                </a:lnTo>
                <a:lnTo>
                  <a:pt x="429" y="62"/>
                </a:lnTo>
                <a:lnTo>
                  <a:pt x="429" y="63"/>
                </a:lnTo>
                <a:lnTo>
                  <a:pt x="428" y="63"/>
                </a:lnTo>
                <a:lnTo>
                  <a:pt x="429" y="63"/>
                </a:lnTo>
                <a:lnTo>
                  <a:pt x="429" y="64"/>
                </a:lnTo>
                <a:lnTo>
                  <a:pt x="430" y="65"/>
                </a:lnTo>
                <a:lnTo>
                  <a:pt x="429" y="65"/>
                </a:lnTo>
                <a:lnTo>
                  <a:pt x="429" y="66"/>
                </a:lnTo>
                <a:lnTo>
                  <a:pt x="430" y="66"/>
                </a:lnTo>
                <a:lnTo>
                  <a:pt x="431" y="66"/>
                </a:lnTo>
                <a:lnTo>
                  <a:pt x="432" y="66"/>
                </a:lnTo>
                <a:lnTo>
                  <a:pt x="433" y="67"/>
                </a:lnTo>
                <a:lnTo>
                  <a:pt x="434" y="68"/>
                </a:lnTo>
                <a:lnTo>
                  <a:pt x="435" y="68"/>
                </a:lnTo>
                <a:lnTo>
                  <a:pt x="436" y="68"/>
                </a:lnTo>
                <a:lnTo>
                  <a:pt x="437" y="68"/>
                </a:lnTo>
                <a:lnTo>
                  <a:pt x="439" y="68"/>
                </a:lnTo>
                <a:lnTo>
                  <a:pt x="439" y="67"/>
                </a:lnTo>
                <a:lnTo>
                  <a:pt x="438" y="67"/>
                </a:lnTo>
                <a:lnTo>
                  <a:pt x="438" y="66"/>
                </a:lnTo>
                <a:lnTo>
                  <a:pt x="439" y="66"/>
                </a:lnTo>
                <a:lnTo>
                  <a:pt x="440" y="66"/>
                </a:lnTo>
                <a:lnTo>
                  <a:pt x="441" y="66"/>
                </a:lnTo>
                <a:lnTo>
                  <a:pt x="441" y="65"/>
                </a:lnTo>
                <a:lnTo>
                  <a:pt x="441" y="64"/>
                </a:lnTo>
                <a:lnTo>
                  <a:pt x="440" y="63"/>
                </a:lnTo>
                <a:lnTo>
                  <a:pt x="441" y="63"/>
                </a:lnTo>
                <a:lnTo>
                  <a:pt x="440" y="62"/>
                </a:lnTo>
                <a:lnTo>
                  <a:pt x="441" y="61"/>
                </a:lnTo>
                <a:lnTo>
                  <a:pt x="441" y="60"/>
                </a:lnTo>
                <a:lnTo>
                  <a:pt x="441" y="59"/>
                </a:lnTo>
                <a:lnTo>
                  <a:pt x="441" y="58"/>
                </a:lnTo>
                <a:lnTo>
                  <a:pt x="441" y="56"/>
                </a:lnTo>
                <a:lnTo>
                  <a:pt x="442" y="56"/>
                </a:lnTo>
                <a:lnTo>
                  <a:pt x="442" y="55"/>
                </a:lnTo>
                <a:lnTo>
                  <a:pt x="443" y="55"/>
                </a:lnTo>
                <a:lnTo>
                  <a:pt x="444" y="55"/>
                </a:lnTo>
                <a:lnTo>
                  <a:pt x="444" y="54"/>
                </a:lnTo>
                <a:lnTo>
                  <a:pt x="445" y="53"/>
                </a:lnTo>
                <a:lnTo>
                  <a:pt x="446" y="53"/>
                </a:lnTo>
                <a:lnTo>
                  <a:pt x="446" y="52"/>
                </a:lnTo>
                <a:lnTo>
                  <a:pt x="446" y="51"/>
                </a:lnTo>
                <a:lnTo>
                  <a:pt x="446" y="50"/>
                </a:lnTo>
                <a:lnTo>
                  <a:pt x="446" y="49"/>
                </a:lnTo>
                <a:lnTo>
                  <a:pt x="447" y="49"/>
                </a:lnTo>
                <a:lnTo>
                  <a:pt x="448" y="48"/>
                </a:lnTo>
                <a:lnTo>
                  <a:pt x="449" y="48"/>
                </a:lnTo>
                <a:lnTo>
                  <a:pt x="449" y="47"/>
                </a:lnTo>
                <a:lnTo>
                  <a:pt x="450" y="47"/>
                </a:lnTo>
                <a:lnTo>
                  <a:pt x="450" y="44"/>
                </a:lnTo>
                <a:lnTo>
                  <a:pt x="449" y="43"/>
                </a:lnTo>
                <a:lnTo>
                  <a:pt x="448" y="43"/>
                </a:lnTo>
                <a:lnTo>
                  <a:pt x="447" y="43"/>
                </a:lnTo>
                <a:lnTo>
                  <a:pt x="447" y="42"/>
                </a:lnTo>
                <a:lnTo>
                  <a:pt x="448" y="42"/>
                </a:lnTo>
                <a:lnTo>
                  <a:pt x="449" y="42"/>
                </a:lnTo>
                <a:lnTo>
                  <a:pt x="449" y="41"/>
                </a:lnTo>
                <a:lnTo>
                  <a:pt x="450" y="41"/>
                </a:lnTo>
                <a:lnTo>
                  <a:pt x="451" y="40"/>
                </a:lnTo>
                <a:lnTo>
                  <a:pt x="452" y="40"/>
                </a:lnTo>
                <a:lnTo>
                  <a:pt x="452" y="39"/>
                </a:lnTo>
                <a:lnTo>
                  <a:pt x="453" y="39"/>
                </a:lnTo>
                <a:lnTo>
                  <a:pt x="453" y="38"/>
                </a:lnTo>
                <a:lnTo>
                  <a:pt x="454" y="38"/>
                </a:lnTo>
                <a:lnTo>
                  <a:pt x="454" y="37"/>
                </a:lnTo>
                <a:lnTo>
                  <a:pt x="454" y="36"/>
                </a:lnTo>
                <a:lnTo>
                  <a:pt x="455" y="36"/>
                </a:lnTo>
                <a:lnTo>
                  <a:pt x="455" y="37"/>
                </a:lnTo>
                <a:lnTo>
                  <a:pt x="456" y="37"/>
                </a:lnTo>
                <a:lnTo>
                  <a:pt x="456" y="38"/>
                </a:lnTo>
                <a:lnTo>
                  <a:pt x="457" y="38"/>
                </a:lnTo>
                <a:lnTo>
                  <a:pt x="457" y="39"/>
                </a:lnTo>
                <a:lnTo>
                  <a:pt x="459" y="40"/>
                </a:lnTo>
                <a:lnTo>
                  <a:pt x="460" y="39"/>
                </a:lnTo>
                <a:lnTo>
                  <a:pt x="460" y="38"/>
                </a:lnTo>
                <a:lnTo>
                  <a:pt x="460" y="37"/>
                </a:lnTo>
                <a:lnTo>
                  <a:pt x="461" y="37"/>
                </a:lnTo>
                <a:lnTo>
                  <a:pt x="462" y="37"/>
                </a:lnTo>
                <a:lnTo>
                  <a:pt x="462" y="38"/>
                </a:lnTo>
                <a:lnTo>
                  <a:pt x="463" y="38"/>
                </a:lnTo>
                <a:lnTo>
                  <a:pt x="463" y="37"/>
                </a:lnTo>
                <a:lnTo>
                  <a:pt x="464" y="37"/>
                </a:lnTo>
                <a:lnTo>
                  <a:pt x="465" y="37"/>
                </a:lnTo>
                <a:lnTo>
                  <a:pt x="466" y="35"/>
                </a:lnTo>
                <a:lnTo>
                  <a:pt x="467" y="34"/>
                </a:lnTo>
                <a:lnTo>
                  <a:pt x="468" y="34"/>
                </a:lnTo>
                <a:lnTo>
                  <a:pt x="469" y="34"/>
                </a:lnTo>
                <a:lnTo>
                  <a:pt x="470" y="34"/>
                </a:lnTo>
                <a:lnTo>
                  <a:pt x="470" y="35"/>
                </a:lnTo>
                <a:lnTo>
                  <a:pt x="469" y="35"/>
                </a:lnTo>
                <a:lnTo>
                  <a:pt x="469" y="36"/>
                </a:lnTo>
                <a:lnTo>
                  <a:pt x="469" y="37"/>
                </a:lnTo>
                <a:lnTo>
                  <a:pt x="469" y="38"/>
                </a:lnTo>
                <a:lnTo>
                  <a:pt x="470" y="38"/>
                </a:lnTo>
                <a:lnTo>
                  <a:pt x="471" y="38"/>
                </a:lnTo>
                <a:lnTo>
                  <a:pt x="472" y="37"/>
                </a:lnTo>
                <a:lnTo>
                  <a:pt x="472" y="38"/>
                </a:lnTo>
                <a:lnTo>
                  <a:pt x="473" y="39"/>
                </a:lnTo>
                <a:lnTo>
                  <a:pt x="474" y="39"/>
                </a:lnTo>
                <a:lnTo>
                  <a:pt x="474" y="38"/>
                </a:lnTo>
                <a:lnTo>
                  <a:pt x="475" y="38"/>
                </a:lnTo>
                <a:lnTo>
                  <a:pt x="475" y="39"/>
                </a:lnTo>
                <a:lnTo>
                  <a:pt x="476" y="39"/>
                </a:lnTo>
                <a:lnTo>
                  <a:pt x="476" y="40"/>
                </a:lnTo>
                <a:lnTo>
                  <a:pt x="476" y="42"/>
                </a:lnTo>
                <a:lnTo>
                  <a:pt x="475" y="42"/>
                </a:lnTo>
                <a:lnTo>
                  <a:pt x="475" y="43"/>
                </a:lnTo>
                <a:lnTo>
                  <a:pt x="475" y="44"/>
                </a:lnTo>
                <a:lnTo>
                  <a:pt x="474" y="44"/>
                </a:lnTo>
                <a:lnTo>
                  <a:pt x="473" y="43"/>
                </a:lnTo>
                <a:lnTo>
                  <a:pt x="473" y="44"/>
                </a:lnTo>
                <a:lnTo>
                  <a:pt x="473" y="45"/>
                </a:lnTo>
                <a:lnTo>
                  <a:pt x="472" y="46"/>
                </a:lnTo>
                <a:lnTo>
                  <a:pt x="472" y="47"/>
                </a:lnTo>
                <a:lnTo>
                  <a:pt x="472" y="48"/>
                </a:lnTo>
                <a:lnTo>
                  <a:pt x="473" y="48"/>
                </a:lnTo>
                <a:lnTo>
                  <a:pt x="473" y="49"/>
                </a:lnTo>
                <a:lnTo>
                  <a:pt x="472" y="49"/>
                </a:lnTo>
                <a:lnTo>
                  <a:pt x="472" y="50"/>
                </a:lnTo>
                <a:lnTo>
                  <a:pt x="472" y="51"/>
                </a:lnTo>
                <a:lnTo>
                  <a:pt x="473" y="51"/>
                </a:lnTo>
                <a:lnTo>
                  <a:pt x="474" y="51"/>
                </a:lnTo>
                <a:lnTo>
                  <a:pt x="475" y="51"/>
                </a:lnTo>
                <a:lnTo>
                  <a:pt x="476" y="51"/>
                </a:lnTo>
                <a:lnTo>
                  <a:pt x="477" y="51"/>
                </a:lnTo>
                <a:lnTo>
                  <a:pt x="477" y="50"/>
                </a:lnTo>
                <a:lnTo>
                  <a:pt x="478" y="50"/>
                </a:lnTo>
                <a:lnTo>
                  <a:pt x="479" y="50"/>
                </a:lnTo>
                <a:lnTo>
                  <a:pt x="480" y="50"/>
                </a:lnTo>
                <a:lnTo>
                  <a:pt x="480" y="51"/>
                </a:lnTo>
                <a:lnTo>
                  <a:pt x="480" y="52"/>
                </a:lnTo>
                <a:lnTo>
                  <a:pt x="481" y="52"/>
                </a:lnTo>
                <a:lnTo>
                  <a:pt x="483" y="51"/>
                </a:lnTo>
                <a:lnTo>
                  <a:pt x="484" y="51"/>
                </a:lnTo>
                <a:lnTo>
                  <a:pt x="484" y="50"/>
                </a:lnTo>
                <a:lnTo>
                  <a:pt x="485" y="49"/>
                </a:lnTo>
                <a:lnTo>
                  <a:pt x="485" y="48"/>
                </a:lnTo>
                <a:lnTo>
                  <a:pt x="485" y="47"/>
                </a:lnTo>
                <a:lnTo>
                  <a:pt x="484" y="46"/>
                </a:lnTo>
                <a:lnTo>
                  <a:pt x="484" y="45"/>
                </a:lnTo>
                <a:lnTo>
                  <a:pt x="484" y="44"/>
                </a:lnTo>
                <a:lnTo>
                  <a:pt x="484" y="42"/>
                </a:lnTo>
                <a:lnTo>
                  <a:pt x="484" y="41"/>
                </a:lnTo>
                <a:lnTo>
                  <a:pt x="482" y="41"/>
                </a:lnTo>
                <a:lnTo>
                  <a:pt x="481" y="40"/>
                </a:lnTo>
                <a:lnTo>
                  <a:pt x="482" y="38"/>
                </a:lnTo>
                <a:lnTo>
                  <a:pt x="482" y="37"/>
                </a:lnTo>
                <a:lnTo>
                  <a:pt x="483" y="36"/>
                </a:lnTo>
                <a:lnTo>
                  <a:pt x="483" y="35"/>
                </a:lnTo>
                <a:lnTo>
                  <a:pt x="484" y="35"/>
                </a:lnTo>
                <a:lnTo>
                  <a:pt x="485" y="35"/>
                </a:lnTo>
                <a:lnTo>
                  <a:pt x="487" y="36"/>
                </a:lnTo>
                <a:lnTo>
                  <a:pt x="488" y="36"/>
                </a:lnTo>
                <a:lnTo>
                  <a:pt x="489" y="36"/>
                </a:lnTo>
                <a:lnTo>
                  <a:pt x="490" y="35"/>
                </a:lnTo>
                <a:lnTo>
                  <a:pt x="491" y="34"/>
                </a:lnTo>
                <a:lnTo>
                  <a:pt x="491" y="33"/>
                </a:lnTo>
                <a:lnTo>
                  <a:pt x="491" y="32"/>
                </a:lnTo>
                <a:lnTo>
                  <a:pt x="491" y="29"/>
                </a:lnTo>
                <a:lnTo>
                  <a:pt x="492" y="28"/>
                </a:lnTo>
                <a:lnTo>
                  <a:pt x="492" y="26"/>
                </a:lnTo>
                <a:lnTo>
                  <a:pt x="493" y="26"/>
                </a:lnTo>
                <a:lnTo>
                  <a:pt x="493" y="23"/>
                </a:lnTo>
                <a:lnTo>
                  <a:pt x="494" y="23"/>
                </a:lnTo>
                <a:lnTo>
                  <a:pt x="495" y="23"/>
                </a:lnTo>
                <a:lnTo>
                  <a:pt x="496" y="21"/>
                </a:lnTo>
                <a:lnTo>
                  <a:pt x="497" y="20"/>
                </a:lnTo>
                <a:lnTo>
                  <a:pt x="497" y="19"/>
                </a:lnTo>
                <a:lnTo>
                  <a:pt x="498" y="19"/>
                </a:lnTo>
                <a:lnTo>
                  <a:pt x="499" y="19"/>
                </a:lnTo>
                <a:lnTo>
                  <a:pt x="499" y="20"/>
                </a:lnTo>
                <a:lnTo>
                  <a:pt x="500" y="20"/>
                </a:lnTo>
                <a:lnTo>
                  <a:pt x="501" y="20"/>
                </a:lnTo>
                <a:lnTo>
                  <a:pt x="502" y="20"/>
                </a:lnTo>
                <a:lnTo>
                  <a:pt x="503" y="21"/>
                </a:lnTo>
                <a:lnTo>
                  <a:pt x="503" y="22"/>
                </a:lnTo>
                <a:lnTo>
                  <a:pt x="504" y="22"/>
                </a:lnTo>
                <a:lnTo>
                  <a:pt x="505" y="22"/>
                </a:lnTo>
                <a:lnTo>
                  <a:pt x="505" y="21"/>
                </a:lnTo>
                <a:lnTo>
                  <a:pt x="506" y="22"/>
                </a:lnTo>
                <a:lnTo>
                  <a:pt x="507" y="22"/>
                </a:lnTo>
                <a:lnTo>
                  <a:pt x="508" y="22"/>
                </a:lnTo>
                <a:lnTo>
                  <a:pt x="508" y="21"/>
                </a:lnTo>
                <a:lnTo>
                  <a:pt x="509" y="22"/>
                </a:lnTo>
                <a:lnTo>
                  <a:pt x="510" y="22"/>
                </a:lnTo>
                <a:lnTo>
                  <a:pt x="509" y="22"/>
                </a:lnTo>
                <a:lnTo>
                  <a:pt x="509" y="23"/>
                </a:lnTo>
                <a:lnTo>
                  <a:pt x="509" y="24"/>
                </a:lnTo>
                <a:lnTo>
                  <a:pt x="510" y="25"/>
                </a:lnTo>
                <a:lnTo>
                  <a:pt x="510" y="26"/>
                </a:lnTo>
                <a:lnTo>
                  <a:pt x="509" y="26"/>
                </a:lnTo>
                <a:lnTo>
                  <a:pt x="509" y="27"/>
                </a:lnTo>
                <a:lnTo>
                  <a:pt x="509" y="28"/>
                </a:lnTo>
                <a:lnTo>
                  <a:pt x="508" y="28"/>
                </a:lnTo>
                <a:lnTo>
                  <a:pt x="508" y="29"/>
                </a:lnTo>
                <a:lnTo>
                  <a:pt x="508" y="30"/>
                </a:lnTo>
                <a:lnTo>
                  <a:pt x="507" y="31"/>
                </a:lnTo>
                <a:lnTo>
                  <a:pt x="507" y="32"/>
                </a:lnTo>
                <a:lnTo>
                  <a:pt x="508" y="32"/>
                </a:lnTo>
                <a:lnTo>
                  <a:pt x="507" y="33"/>
                </a:lnTo>
                <a:lnTo>
                  <a:pt x="507" y="34"/>
                </a:lnTo>
                <a:lnTo>
                  <a:pt x="507" y="35"/>
                </a:lnTo>
                <a:lnTo>
                  <a:pt x="508" y="35"/>
                </a:lnTo>
                <a:lnTo>
                  <a:pt x="509" y="35"/>
                </a:lnTo>
                <a:lnTo>
                  <a:pt x="509" y="36"/>
                </a:lnTo>
                <a:lnTo>
                  <a:pt x="510" y="36"/>
                </a:lnTo>
                <a:lnTo>
                  <a:pt x="510" y="37"/>
                </a:lnTo>
                <a:lnTo>
                  <a:pt x="511" y="37"/>
                </a:lnTo>
                <a:lnTo>
                  <a:pt x="511" y="36"/>
                </a:lnTo>
                <a:lnTo>
                  <a:pt x="511" y="35"/>
                </a:lnTo>
                <a:lnTo>
                  <a:pt x="512" y="35"/>
                </a:lnTo>
                <a:lnTo>
                  <a:pt x="512" y="36"/>
                </a:lnTo>
                <a:lnTo>
                  <a:pt x="513" y="36"/>
                </a:lnTo>
                <a:lnTo>
                  <a:pt x="514" y="37"/>
                </a:lnTo>
                <a:lnTo>
                  <a:pt x="515" y="37"/>
                </a:lnTo>
                <a:lnTo>
                  <a:pt x="516" y="37"/>
                </a:lnTo>
                <a:lnTo>
                  <a:pt x="516" y="36"/>
                </a:lnTo>
                <a:lnTo>
                  <a:pt x="516" y="35"/>
                </a:lnTo>
                <a:lnTo>
                  <a:pt x="516" y="34"/>
                </a:lnTo>
                <a:lnTo>
                  <a:pt x="517" y="33"/>
                </a:lnTo>
                <a:lnTo>
                  <a:pt x="518" y="32"/>
                </a:lnTo>
                <a:lnTo>
                  <a:pt x="519" y="33"/>
                </a:lnTo>
                <a:lnTo>
                  <a:pt x="520" y="34"/>
                </a:lnTo>
                <a:lnTo>
                  <a:pt x="520" y="35"/>
                </a:lnTo>
                <a:lnTo>
                  <a:pt x="522" y="35"/>
                </a:lnTo>
                <a:lnTo>
                  <a:pt x="523" y="37"/>
                </a:lnTo>
                <a:lnTo>
                  <a:pt x="523" y="38"/>
                </a:lnTo>
                <a:lnTo>
                  <a:pt x="523" y="39"/>
                </a:lnTo>
                <a:lnTo>
                  <a:pt x="524" y="40"/>
                </a:lnTo>
                <a:lnTo>
                  <a:pt x="523" y="40"/>
                </a:lnTo>
                <a:lnTo>
                  <a:pt x="523" y="41"/>
                </a:lnTo>
                <a:lnTo>
                  <a:pt x="523" y="42"/>
                </a:lnTo>
                <a:lnTo>
                  <a:pt x="524" y="42"/>
                </a:lnTo>
                <a:lnTo>
                  <a:pt x="525" y="43"/>
                </a:lnTo>
                <a:lnTo>
                  <a:pt x="525" y="42"/>
                </a:lnTo>
                <a:lnTo>
                  <a:pt x="526" y="42"/>
                </a:lnTo>
                <a:lnTo>
                  <a:pt x="527" y="43"/>
                </a:lnTo>
                <a:lnTo>
                  <a:pt x="528" y="42"/>
                </a:lnTo>
                <a:lnTo>
                  <a:pt x="530" y="42"/>
                </a:lnTo>
                <a:lnTo>
                  <a:pt x="531" y="41"/>
                </a:lnTo>
                <a:lnTo>
                  <a:pt x="531" y="40"/>
                </a:lnTo>
                <a:lnTo>
                  <a:pt x="531" y="39"/>
                </a:lnTo>
                <a:lnTo>
                  <a:pt x="532" y="38"/>
                </a:lnTo>
                <a:lnTo>
                  <a:pt x="532" y="37"/>
                </a:lnTo>
                <a:lnTo>
                  <a:pt x="533" y="35"/>
                </a:lnTo>
                <a:lnTo>
                  <a:pt x="533" y="34"/>
                </a:lnTo>
                <a:lnTo>
                  <a:pt x="533" y="33"/>
                </a:lnTo>
                <a:lnTo>
                  <a:pt x="533" y="32"/>
                </a:lnTo>
                <a:lnTo>
                  <a:pt x="534" y="31"/>
                </a:lnTo>
                <a:lnTo>
                  <a:pt x="534" y="32"/>
                </a:lnTo>
                <a:lnTo>
                  <a:pt x="535" y="32"/>
                </a:lnTo>
                <a:lnTo>
                  <a:pt x="535" y="31"/>
                </a:lnTo>
                <a:lnTo>
                  <a:pt x="535" y="29"/>
                </a:lnTo>
                <a:lnTo>
                  <a:pt x="536" y="28"/>
                </a:lnTo>
                <a:lnTo>
                  <a:pt x="536" y="27"/>
                </a:lnTo>
                <a:lnTo>
                  <a:pt x="537" y="27"/>
                </a:lnTo>
                <a:lnTo>
                  <a:pt x="538" y="26"/>
                </a:lnTo>
                <a:lnTo>
                  <a:pt x="539" y="25"/>
                </a:lnTo>
                <a:lnTo>
                  <a:pt x="539" y="24"/>
                </a:lnTo>
                <a:lnTo>
                  <a:pt x="540" y="23"/>
                </a:lnTo>
                <a:lnTo>
                  <a:pt x="541" y="23"/>
                </a:lnTo>
                <a:lnTo>
                  <a:pt x="543" y="21"/>
                </a:lnTo>
                <a:lnTo>
                  <a:pt x="544" y="20"/>
                </a:lnTo>
                <a:lnTo>
                  <a:pt x="545" y="21"/>
                </a:lnTo>
                <a:lnTo>
                  <a:pt x="545" y="22"/>
                </a:lnTo>
                <a:lnTo>
                  <a:pt x="546" y="22"/>
                </a:lnTo>
                <a:lnTo>
                  <a:pt x="546" y="21"/>
                </a:lnTo>
                <a:lnTo>
                  <a:pt x="547" y="20"/>
                </a:lnTo>
                <a:lnTo>
                  <a:pt x="549" y="19"/>
                </a:lnTo>
                <a:lnTo>
                  <a:pt x="549" y="18"/>
                </a:lnTo>
                <a:lnTo>
                  <a:pt x="549" y="17"/>
                </a:lnTo>
                <a:lnTo>
                  <a:pt x="550" y="17"/>
                </a:lnTo>
                <a:lnTo>
                  <a:pt x="550" y="16"/>
                </a:lnTo>
                <a:lnTo>
                  <a:pt x="551" y="15"/>
                </a:lnTo>
                <a:lnTo>
                  <a:pt x="551" y="14"/>
                </a:lnTo>
                <a:lnTo>
                  <a:pt x="551" y="13"/>
                </a:lnTo>
                <a:lnTo>
                  <a:pt x="550" y="13"/>
                </a:lnTo>
                <a:lnTo>
                  <a:pt x="550" y="12"/>
                </a:lnTo>
                <a:lnTo>
                  <a:pt x="550" y="11"/>
                </a:lnTo>
                <a:lnTo>
                  <a:pt x="551" y="10"/>
                </a:lnTo>
                <a:lnTo>
                  <a:pt x="552" y="9"/>
                </a:lnTo>
                <a:lnTo>
                  <a:pt x="553" y="9"/>
                </a:lnTo>
                <a:lnTo>
                  <a:pt x="554" y="8"/>
                </a:lnTo>
                <a:lnTo>
                  <a:pt x="554" y="7"/>
                </a:lnTo>
                <a:lnTo>
                  <a:pt x="556" y="5"/>
                </a:lnTo>
                <a:lnTo>
                  <a:pt x="557" y="5"/>
                </a:lnTo>
                <a:lnTo>
                  <a:pt x="557" y="6"/>
                </a:lnTo>
                <a:lnTo>
                  <a:pt x="558" y="7"/>
                </a:lnTo>
                <a:lnTo>
                  <a:pt x="559" y="8"/>
                </a:lnTo>
                <a:lnTo>
                  <a:pt x="560" y="7"/>
                </a:lnTo>
                <a:lnTo>
                  <a:pt x="561" y="7"/>
                </a:lnTo>
                <a:lnTo>
                  <a:pt x="561" y="6"/>
                </a:lnTo>
                <a:lnTo>
                  <a:pt x="562" y="7"/>
                </a:lnTo>
                <a:lnTo>
                  <a:pt x="563" y="7"/>
                </a:lnTo>
                <a:lnTo>
                  <a:pt x="564" y="8"/>
                </a:lnTo>
                <a:lnTo>
                  <a:pt x="565" y="9"/>
                </a:lnTo>
                <a:lnTo>
                  <a:pt x="566" y="9"/>
                </a:lnTo>
                <a:lnTo>
                  <a:pt x="567" y="8"/>
                </a:lnTo>
                <a:lnTo>
                  <a:pt x="566" y="8"/>
                </a:lnTo>
                <a:lnTo>
                  <a:pt x="567" y="7"/>
                </a:lnTo>
                <a:lnTo>
                  <a:pt x="567" y="6"/>
                </a:lnTo>
                <a:lnTo>
                  <a:pt x="568" y="6"/>
                </a:lnTo>
                <a:lnTo>
                  <a:pt x="568" y="7"/>
                </a:lnTo>
                <a:lnTo>
                  <a:pt x="568" y="8"/>
                </a:lnTo>
                <a:lnTo>
                  <a:pt x="569" y="8"/>
                </a:lnTo>
                <a:lnTo>
                  <a:pt x="568" y="9"/>
                </a:lnTo>
                <a:lnTo>
                  <a:pt x="568" y="10"/>
                </a:lnTo>
                <a:lnTo>
                  <a:pt x="567" y="11"/>
                </a:lnTo>
                <a:lnTo>
                  <a:pt x="568" y="12"/>
                </a:lnTo>
                <a:lnTo>
                  <a:pt x="569" y="14"/>
                </a:lnTo>
                <a:lnTo>
                  <a:pt x="570" y="13"/>
                </a:lnTo>
                <a:lnTo>
                  <a:pt x="571" y="12"/>
                </a:lnTo>
                <a:lnTo>
                  <a:pt x="573" y="12"/>
                </a:lnTo>
                <a:lnTo>
                  <a:pt x="574" y="13"/>
                </a:lnTo>
                <a:lnTo>
                  <a:pt x="574" y="12"/>
                </a:lnTo>
                <a:lnTo>
                  <a:pt x="575" y="13"/>
                </a:lnTo>
                <a:lnTo>
                  <a:pt x="576" y="13"/>
                </a:lnTo>
                <a:lnTo>
                  <a:pt x="577" y="13"/>
                </a:lnTo>
                <a:lnTo>
                  <a:pt x="577" y="12"/>
                </a:lnTo>
                <a:lnTo>
                  <a:pt x="578" y="11"/>
                </a:lnTo>
                <a:lnTo>
                  <a:pt x="579" y="11"/>
                </a:lnTo>
                <a:lnTo>
                  <a:pt x="580" y="11"/>
                </a:lnTo>
                <a:lnTo>
                  <a:pt x="582" y="11"/>
                </a:lnTo>
                <a:lnTo>
                  <a:pt x="583" y="11"/>
                </a:lnTo>
                <a:lnTo>
                  <a:pt x="584" y="12"/>
                </a:lnTo>
                <a:lnTo>
                  <a:pt x="584" y="13"/>
                </a:lnTo>
                <a:lnTo>
                  <a:pt x="585" y="13"/>
                </a:lnTo>
                <a:lnTo>
                  <a:pt x="585" y="12"/>
                </a:lnTo>
                <a:lnTo>
                  <a:pt x="585" y="11"/>
                </a:lnTo>
                <a:lnTo>
                  <a:pt x="585" y="10"/>
                </a:lnTo>
                <a:lnTo>
                  <a:pt x="585" y="8"/>
                </a:lnTo>
                <a:lnTo>
                  <a:pt x="584" y="7"/>
                </a:lnTo>
                <a:lnTo>
                  <a:pt x="584" y="6"/>
                </a:lnTo>
                <a:lnTo>
                  <a:pt x="585" y="6"/>
                </a:lnTo>
                <a:lnTo>
                  <a:pt x="586" y="6"/>
                </a:lnTo>
                <a:lnTo>
                  <a:pt x="586" y="5"/>
                </a:lnTo>
                <a:lnTo>
                  <a:pt x="586" y="4"/>
                </a:lnTo>
                <a:lnTo>
                  <a:pt x="586" y="3"/>
                </a:lnTo>
                <a:lnTo>
                  <a:pt x="586" y="2"/>
                </a:lnTo>
                <a:lnTo>
                  <a:pt x="586" y="1"/>
                </a:lnTo>
                <a:lnTo>
                  <a:pt x="586" y="0"/>
                </a:lnTo>
                <a:lnTo>
                  <a:pt x="587" y="0"/>
                </a:lnTo>
                <a:lnTo>
                  <a:pt x="588" y="0"/>
                </a:lnTo>
                <a:lnTo>
                  <a:pt x="589" y="0"/>
                </a:lnTo>
                <a:lnTo>
                  <a:pt x="589" y="1"/>
                </a:lnTo>
                <a:lnTo>
                  <a:pt x="590" y="2"/>
                </a:lnTo>
                <a:lnTo>
                  <a:pt x="591" y="2"/>
                </a:lnTo>
                <a:lnTo>
                  <a:pt x="591" y="3"/>
                </a:lnTo>
                <a:lnTo>
                  <a:pt x="591" y="4"/>
                </a:lnTo>
                <a:lnTo>
                  <a:pt x="592" y="4"/>
                </a:lnTo>
                <a:lnTo>
                  <a:pt x="592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4" name=""/>
          <p:cNvSpPr/>
          <p:nvPr/>
        </p:nvSpPr>
        <p:spPr>
          <a:xfrm>
            <a:off x="1932120" y="43650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5" name=""/>
          <p:cNvSpPr/>
          <p:nvPr/>
        </p:nvSpPr>
        <p:spPr>
          <a:xfrm>
            <a:off x="1928520" y="435960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4" y="6"/>
                </a:move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6"/>
                </a:lnTo>
                <a:lnTo>
                  <a:pt x="2" y="6"/>
                </a:lnTo>
                <a:lnTo>
                  <a:pt x="2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5" y="4"/>
                </a:lnTo>
                <a:lnTo>
                  <a:pt x="4" y="5"/>
                </a:lnTo>
                <a:lnTo>
                  <a:pt x="4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6" name=""/>
          <p:cNvSpPr/>
          <p:nvPr/>
        </p:nvSpPr>
        <p:spPr>
          <a:xfrm>
            <a:off x="1928520" y="43441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7" name=""/>
          <p:cNvSpPr/>
          <p:nvPr/>
        </p:nvSpPr>
        <p:spPr>
          <a:xfrm>
            <a:off x="1915200" y="43394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8" name=""/>
          <p:cNvSpPr/>
          <p:nvPr/>
        </p:nvSpPr>
        <p:spPr>
          <a:xfrm>
            <a:off x="1926720" y="433872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5"/>
                </a:moveTo>
                <a:lnTo>
                  <a:pt x="0" y="3"/>
                </a:lnTo>
                <a:lnTo>
                  <a:pt x="1" y="2"/>
                </a:lnTo>
                <a:lnTo>
                  <a:pt x="3" y="2"/>
                </a:lnTo>
                <a:lnTo>
                  <a:pt x="4" y="0"/>
                </a:lnTo>
                <a:lnTo>
                  <a:pt x="4" y="2"/>
                </a:lnTo>
                <a:lnTo>
                  <a:pt x="3" y="3"/>
                </a:lnTo>
                <a:lnTo>
                  <a:pt x="1" y="3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9" name=""/>
          <p:cNvSpPr/>
          <p:nvPr/>
        </p:nvSpPr>
        <p:spPr>
          <a:xfrm>
            <a:off x="1927800" y="4338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0" name=""/>
          <p:cNvSpPr/>
          <p:nvPr/>
        </p:nvSpPr>
        <p:spPr>
          <a:xfrm>
            <a:off x="1920960" y="43354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1" name=""/>
          <p:cNvSpPr/>
          <p:nvPr/>
        </p:nvSpPr>
        <p:spPr>
          <a:xfrm>
            <a:off x="1911960" y="4329000"/>
            <a:ext cx="1800" cy="2520"/>
          </a:xfrm>
          <a:custGeom>
            <a:avLst/>
            <a:gdLst/>
            <a:ahLst/>
            <a:rect l="0" t="0" r="r" b="b"/>
            <a:pathLst>
              <a:path w="5" h="7">
                <a:moveTo>
                  <a:pt x="5" y="2"/>
                </a:moveTo>
                <a:lnTo>
                  <a:pt x="4" y="4"/>
                </a:lnTo>
                <a:lnTo>
                  <a:pt x="2" y="4"/>
                </a:lnTo>
                <a:lnTo>
                  <a:pt x="2" y="5"/>
                </a:lnTo>
                <a:lnTo>
                  <a:pt x="1" y="5"/>
                </a:lnTo>
                <a:lnTo>
                  <a:pt x="1" y="6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2" name=""/>
          <p:cNvSpPr/>
          <p:nvPr/>
        </p:nvSpPr>
        <p:spPr>
          <a:xfrm>
            <a:off x="1996560" y="45532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1" y="3"/>
                </a:moveTo>
                <a:lnTo>
                  <a:pt x="1" y="1"/>
                </a:lnTo>
                <a:lnTo>
                  <a:pt x="4" y="0"/>
                </a:lnTo>
                <a:lnTo>
                  <a:pt x="4" y="1"/>
                </a:lnTo>
                <a:lnTo>
                  <a:pt x="5" y="3"/>
                </a:lnTo>
                <a:lnTo>
                  <a:pt x="4" y="4"/>
                </a:lnTo>
                <a:lnTo>
                  <a:pt x="2" y="4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3" name=""/>
          <p:cNvSpPr/>
          <p:nvPr/>
        </p:nvSpPr>
        <p:spPr>
          <a:xfrm>
            <a:off x="2006280" y="452916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2" y="2"/>
                </a:move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6" y="4"/>
                </a:lnTo>
                <a:lnTo>
                  <a:pt x="4" y="4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4" name=""/>
          <p:cNvSpPr/>
          <p:nvPr/>
        </p:nvSpPr>
        <p:spPr>
          <a:xfrm>
            <a:off x="2005200" y="45064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5" name=""/>
          <p:cNvSpPr/>
          <p:nvPr/>
        </p:nvSpPr>
        <p:spPr>
          <a:xfrm>
            <a:off x="2004840" y="4504680"/>
            <a:ext cx="4320" cy="2880"/>
          </a:xfrm>
          <a:custGeom>
            <a:avLst/>
            <a:gdLst/>
            <a:ahLst/>
            <a:rect l="0" t="0" r="r" b="b"/>
            <a:pathLst>
              <a:path w="12" h="8">
                <a:moveTo>
                  <a:pt x="9" y="5"/>
                </a:moveTo>
                <a:lnTo>
                  <a:pt x="8" y="5"/>
                </a:lnTo>
                <a:lnTo>
                  <a:pt x="8" y="7"/>
                </a:lnTo>
                <a:lnTo>
                  <a:pt x="7" y="7"/>
                </a:lnTo>
                <a:lnTo>
                  <a:pt x="5" y="8"/>
                </a:lnTo>
                <a:lnTo>
                  <a:pt x="4" y="8"/>
                </a:lnTo>
                <a:lnTo>
                  <a:pt x="3" y="8"/>
                </a:lnTo>
                <a:lnTo>
                  <a:pt x="3" y="7"/>
                </a:lnTo>
                <a:lnTo>
                  <a:pt x="3" y="5"/>
                </a:lnTo>
                <a:lnTo>
                  <a:pt x="4" y="5"/>
                </a:lnTo>
                <a:lnTo>
                  <a:pt x="5" y="5"/>
                </a:lnTo>
                <a:lnTo>
                  <a:pt x="7" y="4"/>
                </a:lnTo>
                <a:lnTo>
                  <a:pt x="8" y="3"/>
                </a:lnTo>
                <a:lnTo>
                  <a:pt x="9" y="3"/>
                </a:lnTo>
                <a:lnTo>
                  <a:pt x="9" y="2"/>
                </a:lnTo>
                <a:lnTo>
                  <a:pt x="8" y="2"/>
                </a:lnTo>
                <a:lnTo>
                  <a:pt x="7" y="2"/>
                </a:lnTo>
                <a:lnTo>
                  <a:pt x="7" y="3"/>
                </a:lnTo>
                <a:lnTo>
                  <a:pt x="5" y="3"/>
                </a:lnTo>
                <a:lnTo>
                  <a:pt x="4" y="3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3" y="3"/>
                </a:lnTo>
                <a:lnTo>
                  <a:pt x="4" y="2"/>
                </a:lnTo>
                <a:lnTo>
                  <a:pt x="7" y="1"/>
                </a:lnTo>
                <a:lnTo>
                  <a:pt x="8" y="1"/>
                </a:lnTo>
                <a:lnTo>
                  <a:pt x="9" y="0"/>
                </a:lnTo>
                <a:lnTo>
                  <a:pt x="10" y="1"/>
                </a:lnTo>
                <a:lnTo>
                  <a:pt x="11" y="1"/>
                </a:lnTo>
                <a:lnTo>
                  <a:pt x="11" y="2"/>
                </a:lnTo>
                <a:lnTo>
                  <a:pt x="12" y="3"/>
                </a:lnTo>
                <a:lnTo>
                  <a:pt x="11" y="3"/>
                </a:lnTo>
                <a:lnTo>
                  <a:pt x="11" y="4"/>
                </a:lnTo>
                <a:lnTo>
                  <a:pt x="10" y="5"/>
                </a:lnTo>
                <a:lnTo>
                  <a:pt x="9" y="5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6" name=""/>
          <p:cNvSpPr/>
          <p:nvPr/>
        </p:nvSpPr>
        <p:spPr>
          <a:xfrm>
            <a:off x="1947960" y="4465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7" name=""/>
          <p:cNvSpPr/>
          <p:nvPr/>
        </p:nvSpPr>
        <p:spPr>
          <a:xfrm>
            <a:off x="1938960" y="4464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8" name=""/>
          <p:cNvSpPr/>
          <p:nvPr/>
        </p:nvSpPr>
        <p:spPr>
          <a:xfrm>
            <a:off x="1946880" y="4464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9" name=""/>
          <p:cNvSpPr/>
          <p:nvPr/>
        </p:nvSpPr>
        <p:spPr>
          <a:xfrm>
            <a:off x="1937520" y="446364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0"/>
                </a:move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0" name=""/>
          <p:cNvSpPr/>
          <p:nvPr/>
        </p:nvSpPr>
        <p:spPr>
          <a:xfrm>
            <a:off x="1941480" y="44636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1" name=""/>
          <p:cNvSpPr/>
          <p:nvPr/>
        </p:nvSpPr>
        <p:spPr>
          <a:xfrm>
            <a:off x="1950120" y="44607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2" name=""/>
          <p:cNvSpPr/>
          <p:nvPr/>
        </p:nvSpPr>
        <p:spPr>
          <a:xfrm>
            <a:off x="1969560" y="4448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3" name=""/>
          <p:cNvSpPr/>
          <p:nvPr/>
        </p:nvSpPr>
        <p:spPr>
          <a:xfrm>
            <a:off x="1973520" y="44478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2" y="1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4" name=""/>
          <p:cNvSpPr/>
          <p:nvPr/>
        </p:nvSpPr>
        <p:spPr>
          <a:xfrm>
            <a:off x="1973160" y="44470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5" name=""/>
          <p:cNvSpPr/>
          <p:nvPr/>
        </p:nvSpPr>
        <p:spPr>
          <a:xfrm>
            <a:off x="1976400" y="44301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6" name=""/>
          <p:cNvSpPr/>
          <p:nvPr/>
        </p:nvSpPr>
        <p:spPr>
          <a:xfrm>
            <a:off x="1913040" y="4393080"/>
            <a:ext cx="79200" cy="73800"/>
          </a:xfrm>
          <a:custGeom>
            <a:avLst/>
            <a:gdLst/>
            <a:ahLst/>
            <a:rect l="0" t="0" r="r" b="b"/>
            <a:pathLst>
              <a:path w="220" h="205">
                <a:moveTo>
                  <a:pt x="192" y="11"/>
                </a:moveTo>
                <a:lnTo>
                  <a:pt x="193" y="11"/>
                </a:lnTo>
                <a:lnTo>
                  <a:pt x="194" y="12"/>
                </a:lnTo>
                <a:lnTo>
                  <a:pt x="195" y="12"/>
                </a:lnTo>
                <a:lnTo>
                  <a:pt x="195" y="13"/>
                </a:lnTo>
                <a:lnTo>
                  <a:pt x="195" y="14"/>
                </a:lnTo>
                <a:lnTo>
                  <a:pt x="196" y="14"/>
                </a:lnTo>
                <a:lnTo>
                  <a:pt x="197" y="15"/>
                </a:lnTo>
                <a:lnTo>
                  <a:pt x="198" y="15"/>
                </a:lnTo>
                <a:lnTo>
                  <a:pt x="199" y="15"/>
                </a:lnTo>
                <a:lnTo>
                  <a:pt x="199" y="16"/>
                </a:lnTo>
                <a:lnTo>
                  <a:pt x="200" y="16"/>
                </a:lnTo>
                <a:lnTo>
                  <a:pt x="201" y="16"/>
                </a:lnTo>
                <a:lnTo>
                  <a:pt x="201" y="17"/>
                </a:lnTo>
                <a:lnTo>
                  <a:pt x="202" y="17"/>
                </a:lnTo>
                <a:lnTo>
                  <a:pt x="202" y="16"/>
                </a:lnTo>
                <a:lnTo>
                  <a:pt x="203" y="17"/>
                </a:lnTo>
                <a:lnTo>
                  <a:pt x="202" y="17"/>
                </a:lnTo>
                <a:lnTo>
                  <a:pt x="203" y="17"/>
                </a:lnTo>
                <a:lnTo>
                  <a:pt x="204" y="17"/>
                </a:lnTo>
                <a:lnTo>
                  <a:pt x="203" y="17"/>
                </a:lnTo>
                <a:lnTo>
                  <a:pt x="204" y="17"/>
                </a:lnTo>
                <a:lnTo>
                  <a:pt x="205" y="17"/>
                </a:lnTo>
                <a:lnTo>
                  <a:pt x="206" y="17"/>
                </a:lnTo>
                <a:lnTo>
                  <a:pt x="207" y="16"/>
                </a:lnTo>
                <a:lnTo>
                  <a:pt x="208" y="16"/>
                </a:lnTo>
                <a:lnTo>
                  <a:pt x="209" y="16"/>
                </a:lnTo>
                <a:lnTo>
                  <a:pt x="209" y="15"/>
                </a:lnTo>
                <a:lnTo>
                  <a:pt x="210" y="15"/>
                </a:lnTo>
                <a:lnTo>
                  <a:pt x="210" y="16"/>
                </a:lnTo>
                <a:lnTo>
                  <a:pt x="211" y="16"/>
                </a:lnTo>
                <a:lnTo>
                  <a:pt x="212" y="19"/>
                </a:lnTo>
                <a:lnTo>
                  <a:pt x="212" y="21"/>
                </a:lnTo>
                <a:lnTo>
                  <a:pt x="212" y="22"/>
                </a:lnTo>
                <a:lnTo>
                  <a:pt x="213" y="23"/>
                </a:lnTo>
                <a:lnTo>
                  <a:pt x="213" y="24"/>
                </a:lnTo>
                <a:lnTo>
                  <a:pt x="213" y="25"/>
                </a:lnTo>
                <a:lnTo>
                  <a:pt x="214" y="26"/>
                </a:lnTo>
                <a:lnTo>
                  <a:pt x="214" y="27"/>
                </a:lnTo>
                <a:lnTo>
                  <a:pt x="214" y="28"/>
                </a:lnTo>
                <a:lnTo>
                  <a:pt x="214" y="29"/>
                </a:lnTo>
                <a:lnTo>
                  <a:pt x="215" y="30"/>
                </a:lnTo>
                <a:lnTo>
                  <a:pt x="215" y="32"/>
                </a:lnTo>
                <a:lnTo>
                  <a:pt x="215" y="33"/>
                </a:lnTo>
                <a:lnTo>
                  <a:pt x="216" y="34"/>
                </a:lnTo>
                <a:lnTo>
                  <a:pt x="216" y="35"/>
                </a:lnTo>
                <a:lnTo>
                  <a:pt x="216" y="37"/>
                </a:lnTo>
                <a:lnTo>
                  <a:pt x="216" y="39"/>
                </a:lnTo>
                <a:lnTo>
                  <a:pt x="216" y="42"/>
                </a:lnTo>
                <a:lnTo>
                  <a:pt x="216" y="44"/>
                </a:lnTo>
                <a:lnTo>
                  <a:pt x="216" y="46"/>
                </a:lnTo>
                <a:lnTo>
                  <a:pt x="217" y="47"/>
                </a:lnTo>
                <a:lnTo>
                  <a:pt x="217" y="49"/>
                </a:lnTo>
                <a:lnTo>
                  <a:pt x="217" y="48"/>
                </a:lnTo>
                <a:lnTo>
                  <a:pt x="218" y="48"/>
                </a:lnTo>
                <a:lnTo>
                  <a:pt x="218" y="49"/>
                </a:lnTo>
                <a:lnTo>
                  <a:pt x="219" y="49"/>
                </a:lnTo>
                <a:lnTo>
                  <a:pt x="218" y="49"/>
                </a:lnTo>
                <a:lnTo>
                  <a:pt x="219" y="50"/>
                </a:lnTo>
                <a:lnTo>
                  <a:pt x="219" y="51"/>
                </a:lnTo>
                <a:lnTo>
                  <a:pt x="219" y="52"/>
                </a:lnTo>
                <a:lnTo>
                  <a:pt x="219" y="53"/>
                </a:lnTo>
                <a:lnTo>
                  <a:pt x="220" y="52"/>
                </a:lnTo>
                <a:lnTo>
                  <a:pt x="220" y="53"/>
                </a:lnTo>
                <a:lnTo>
                  <a:pt x="219" y="53"/>
                </a:lnTo>
                <a:lnTo>
                  <a:pt x="218" y="53"/>
                </a:lnTo>
                <a:lnTo>
                  <a:pt x="217" y="53"/>
                </a:lnTo>
                <a:lnTo>
                  <a:pt x="215" y="53"/>
                </a:lnTo>
                <a:lnTo>
                  <a:pt x="214" y="53"/>
                </a:lnTo>
                <a:lnTo>
                  <a:pt x="213" y="55"/>
                </a:lnTo>
                <a:lnTo>
                  <a:pt x="213" y="56"/>
                </a:lnTo>
                <a:lnTo>
                  <a:pt x="212" y="56"/>
                </a:lnTo>
                <a:lnTo>
                  <a:pt x="211" y="57"/>
                </a:lnTo>
                <a:lnTo>
                  <a:pt x="210" y="58"/>
                </a:lnTo>
                <a:lnTo>
                  <a:pt x="209" y="58"/>
                </a:lnTo>
                <a:lnTo>
                  <a:pt x="208" y="59"/>
                </a:lnTo>
                <a:lnTo>
                  <a:pt x="208" y="60"/>
                </a:lnTo>
                <a:lnTo>
                  <a:pt x="207" y="60"/>
                </a:lnTo>
                <a:lnTo>
                  <a:pt x="207" y="61"/>
                </a:lnTo>
                <a:lnTo>
                  <a:pt x="206" y="62"/>
                </a:lnTo>
                <a:lnTo>
                  <a:pt x="206" y="63"/>
                </a:lnTo>
                <a:lnTo>
                  <a:pt x="205" y="63"/>
                </a:lnTo>
                <a:lnTo>
                  <a:pt x="205" y="64"/>
                </a:lnTo>
                <a:lnTo>
                  <a:pt x="204" y="64"/>
                </a:lnTo>
                <a:lnTo>
                  <a:pt x="204" y="65"/>
                </a:lnTo>
                <a:lnTo>
                  <a:pt x="203" y="65"/>
                </a:lnTo>
                <a:lnTo>
                  <a:pt x="203" y="64"/>
                </a:lnTo>
                <a:lnTo>
                  <a:pt x="202" y="64"/>
                </a:lnTo>
                <a:lnTo>
                  <a:pt x="202" y="63"/>
                </a:lnTo>
                <a:lnTo>
                  <a:pt x="202" y="62"/>
                </a:lnTo>
                <a:lnTo>
                  <a:pt x="201" y="61"/>
                </a:lnTo>
                <a:lnTo>
                  <a:pt x="202" y="62"/>
                </a:lnTo>
                <a:lnTo>
                  <a:pt x="202" y="61"/>
                </a:lnTo>
                <a:lnTo>
                  <a:pt x="201" y="61"/>
                </a:lnTo>
                <a:lnTo>
                  <a:pt x="201" y="60"/>
                </a:lnTo>
                <a:lnTo>
                  <a:pt x="201" y="59"/>
                </a:lnTo>
                <a:lnTo>
                  <a:pt x="201" y="58"/>
                </a:lnTo>
                <a:lnTo>
                  <a:pt x="200" y="57"/>
                </a:lnTo>
                <a:lnTo>
                  <a:pt x="201" y="57"/>
                </a:lnTo>
                <a:lnTo>
                  <a:pt x="201" y="56"/>
                </a:lnTo>
                <a:lnTo>
                  <a:pt x="202" y="56"/>
                </a:lnTo>
                <a:lnTo>
                  <a:pt x="203" y="56"/>
                </a:lnTo>
                <a:lnTo>
                  <a:pt x="204" y="56"/>
                </a:lnTo>
                <a:lnTo>
                  <a:pt x="205" y="56"/>
                </a:lnTo>
                <a:lnTo>
                  <a:pt x="204" y="56"/>
                </a:lnTo>
                <a:lnTo>
                  <a:pt x="204" y="55"/>
                </a:lnTo>
                <a:lnTo>
                  <a:pt x="205" y="55"/>
                </a:lnTo>
                <a:lnTo>
                  <a:pt x="206" y="54"/>
                </a:lnTo>
                <a:lnTo>
                  <a:pt x="205" y="54"/>
                </a:lnTo>
                <a:lnTo>
                  <a:pt x="205" y="53"/>
                </a:lnTo>
                <a:lnTo>
                  <a:pt x="206" y="53"/>
                </a:lnTo>
                <a:lnTo>
                  <a:pt x="206" y="52"/>
                </a:lnTo>
                <a:lnTo>
                  <a:pt x="207" y="52"/>
                </a:lnTo>
                <a:lnTo>
                  <a:pt x="206" y="52"/>
                </a:lnTo>
                <a:lnTo>
                  <a:pt x="205" y="52"/>
                </a:lnTo>
                <a:lnTo>
                  <a:pt x="205" y="53"/>
                </a:lnTo>
                <a:lnTo>
                  <a:pt x="205" y="55"/>
                </a:lnTo>
                <a:lnTo>
                  <a:pt x="204" y="55"/>
                </a:lnTo>
                <a:lnTo>
                  <a:pt x="203" y="54"/>
                </a:lnTo>
                <a:lnTo>
                  <a:pt x="202" y="54"/>
                </a:lnTo>
                <a:lnTo>
                  <a:pt x="201" y="54"/>
                </a:lnTo>
                <a:lnTo>
                  <a:pt x="200" y="54"/>
                </a:lnTo>
                <a:lnTo>
                  <a:pt x="199" y="54"/>
                </a:lnTo>
                <a:lnTo>
                  <a:pt x="199" y="55"/>
                </a:lnTo>
                <a:lnTo>
                  <a:pt x="198" y="55"/>
                </a:lnTo>
                <a:lnTo>
                  <a:pt x="197" y="54"/>
                </a:lnTo>
                <a:lnTo>
                  <a:pt x="196" y="55"/>
                </a:lnTo>
                <a:lnTo>
                  <a:pt x="195" y="55"/>
                </a:lnTo>
                <a:lnTo>
                  <a:pt x="196" y="55"/>
                </a:lnTo>
                <a:lnTo>
                  <a:pt x="197" y="56"/>
                </a:lnTo>
                <a:lnTo>
                  <a:pt x="198" y="56"/>
                </a:lnTo>
                <a:lnTo>
                  <a:pt x="198" y="58"/>
                </a:lnTo>
                <a:lnTo>
                  <a:pt x="199" y="58"/>
                </a:lnTo>
                <a:lnTo>
                  <a:pt x="199" y="59"/>
                </a:lnTo>
                <a:lnTo>
                  <a:pt x="200" y="59"/>
                </a:lnTo>
                <a:lnTo>
                  <a:pt x="200" y="60"/>
                </a:lnTo>
                <a:lnTo>
                  <a:pt x="200" y="61"/>
                </a:lnTo>
                <a:lnTo>
                  <a:pt x="202" y="63"/>
                </a:lnTo>
                <a:lnTo>
                  <a:pt x="202" y="64"/>
                </a:lnTo>
                <a:lnTo>
                  <a:pt x="201" y="64"/>
                </a:lnTo>
                <a:lnTo>
                  <a:pt x="201" y="63"/>
                </a:lnTo>
                <a:lnTo>
                  <a:pt x="200" y="63"/>
                </a:lnTo>
                <a:lnTo>
                  <a:pt x="199" y="64"/>
                </a:lnTo>
                <a:lnTo>
                  <a:pt x="199" y="65"/>
                </a:lnTo>
                <a:lnTo>
                  <a:pt x="199" y="66"/>
                </a:lnTo>
                <a:lnTo>
                  <a:pt x="199" y="67"/>
                </a:lnTo>
                <a:lnTo>
                  <a:pt x="199" y="69"/>
                </a:lnTo>
                <a:lnTo>
                  <a:pt x="198" y="69"/>
                </a:lnTo>
                <a:lnTo>
                  <a:pt x="197" y="70"/>
                </a:lnTo>
                <a:lnTo>
                  <a:pt x="197" y="71"/>
                </a:lnTo>
                <a:lnTo>
                  <a:pt x="196" y="71"/>
                </a:lnTo>
                <a:lnTo>
                  <a:pt x="195" y="72"/>
                </a:lnTo>
                <a:lnTo>
                  <a:pt x="196" y="72"/>
                </a:lnTo>
                <a:lnTo>
                  <a:pt x="195" y="73"/>
                </a:lnTo>
                <a:lnTo>
                  <a:pt x="195" y="74"/>
                </a:lnTo>
                <a:lnTo>
                  <a:pt x="195" y="75"/>
                </a:lnTo>
                <a:lnTo>
                  <a:pt x="194" y="75"/>
                </a:lnTo>
                <a:lnTo>
                  <a:pt x="193" y="76"/>
                </a:lnTo>
                <a:lnTo>
                  <a:pt x="192" y="76"/>
                </a:lnTo>
                <a:lnTo>
                  <a:pt x="192" y="77"/>
                </a:lnTo>
                <a:lnTo>
                  <a:pt x="192" y="76"/>
                </a:lnTo>
                <a:lnTo>
                  <a:pt x="192" y="77"/>
                </a:lnTo>
                <a:lnTo>
                  <a:pt x="192" y="76"/>
                </a:lnTo>
                <a:lnTo>
                  <a:pt x="191" y="76"/>
                </a:lnTo>
                <a:lnTo>
                  <a:pt x="190" y="76"/>
                </a:lnTo>
                <a:lnTo>
                  <a:pt x="189" y="76"/>
                </a:lnTo>
                <a:lnTo>
                  <a:pt x="188" y="77"/>
                </a:lnTo>
                <a:lnTo>
                  <a:pt x="188" y="78"/>
                </a:lnTo>
                <a:lnTo>
                  <a:pt x="187" y="78"/>
                </a:lnTo>
                <a:lnTo>
                  <a:pt x="187" y="79"/>
                </a:lnTo>
                <a:lnTo>
                  <a:pt x="187" y="81"/>
                </a:lnTo>
                <a:lnTo>
                  <a:pt x="186" y="81"/>
                </a:lnTo>
                <a:lnTo>
                  <a:pt x="187" y="81"/>
                </a:lnTo>
                <a:lnTo>
                  <a:pt x="187" y="82"/>
                </a:lnTo>
                <a:lnTo>
                  <a:pt x="187" y="83"/>
                </a:lnTo>
                <a:lnTo>
                  <a:pt x="188" y="83"/>
                </a:lnTo>
                <a:lnTo>
                  <a:pt x="188" y="84"/>
                </a:lnTo>
                <a:lnTo>
                  <a:pt x="188" y="85"/>
                </a:lnTo>
                <a:lnTo>
                  <a:pt x="187" y="86"/>
                </a:lnTo>
                <a:lnTo>
                  <a:pt x="186" y="86"/>
                </a:lnTo>
                <a:lnTo>
                  <a:pt x="186" y="87"/>
                </a:lnTo>
                <a:lnTo>
                  <a:pt x="185" y="87"/>
                </a:lnTo>
                <a:lnTo>
                  <a:pt x="185" y="86"/>
                </a:lnTo>
                <a:lnTo>
                  <a:pt x="184" y="86"/>
                </a:lnTo>
                <a:lnTo>
                  <a:pt x="184" y="87"/>
                </a:lnTo>
                <a:lnTo>
                  <a:pt x="183" y="87"/>
                </a:lnTo>
                <a:lnTo>
                  <a:pt x="183" y="88"/>
                </a:lnTo>
                <a:lnTo>
                  <a:pt x="183" y="89"/>
                </a:lnTo>
                <a:lnTo>
                  <a:pt x="184" y="90"/>
                </a:lnTo>
                <a:lnTo>
                  <a:pt x="184" y="91"/>
                </a:lnTo>
                <a:lnTo>
                  <a:pt x="183" y="92"/>
                </a:lnTo>
                <a:lnTo>
                  <a:pt x="183" y="94"/>
                </a:lnTo>
                <a:lnTo>
                  <a:pt x="182" y="94"/>
                </a:lnTo>
                <a:lnTo>
                  <a:pt x="182" y="95"/>
                </a:lnTo>
                <a:lnTo>
                  <a:pt x="182" y="96"/>
                </a:lnTo>
                <a:lnTo>
                  <a:pt x="182" y="97"/>
                </a:lnTo>
                <a:lnTo>
                  <a:pt x="181" y="97"/>
                </a:lnTo>
                <a:lnTo>
                  <a:pt x="181" y="98"/>
                </a:lnTo>
                <a:lnTo>
                  <a:pt x="180" y="98"/>
                </a:lnTo>
                <a:lnTo>
                  <a:pt x="180" y="99"/>
                </a:lnTo>
                <a:lnTo>
                  <a:pt x="179" y="100"/>
                </a:lnTo>
                <a:lnTo>
                  <a:pt x="179" y="101"/>
                </a:lnTo>
                <a:lnTo>
                  <a:pt x="179" y="102"/>
                </a:lnTo>
                <a:lnTo>
                  <a:pt x="178" y="102"/>
                </a:lnTo>
                <a:lnTo>
                  <a:pt x="178" y="103"/>
                </a:lnTo>
                <a:lnTo>
                  <a:pt x="177" y="103"/>
                </a:lnTo>
                <a:lnTo>
                  <a:pt x="176" y="104"/>
                </a:lnTo>
                <a:lnTo>
                  <a:pt x="177" y="105"/>
                </a:lnTo>
                <a:lnTo>
                  <a:pt x="177" y="106"/>
                </a:lnTo>
                <a:lnTo>
                  <a:pt x="177" y="107"/>
                </a:lnTo>
                <a:lnTo>
                  <a:pt x="176" y="107"/>
                </a:lnTo>
                <a:lnTo>
                  <a:pt x="176" y="108"/>
                </a:lnTo>
                <a:lnTo>
                  <a:pt x="176" y="109"/>
                </a:lnTo>
                <a:lnTo>
                  <a:pt x="177" y="109"/>
                </a:lnTo>
                <a:lnTo>
                  <a:pt x="177" y="108"/>
                </a:lnTo>
                <a:lnTo>
                  <a:pt x="177" y="107"/>
                </a:lnTo>
                <a:lnTo>
                  <a:pt x="177" y="105"/>
                </a:lnTo>
                <a:lnTo>
                  <a:pt x="178" y="105"/>
                </a:lnTo>
                <a:lnTo>
                  <a:pt x="178" y="107"/>
                </a:lnTo>
                <a:lnTo>
                  <a:pt x="178" y="109"/>
                </a:lnTo>
                <a:lnTo>
                  <a:pt x="178" y="110"/>
                </a:lnTo>
                <a:lnTo>
                  <a:pt x="177" y="112"/>
                </a:lnTo>
                <a:lnTo>
                  <a:pt x="177" y="113"/>
                </a:lnTo>
                <a:lnTo>
                  <a:pt x="177" y="114"/>
                </a:lnTo>
                <a:lnTo>
                  <a:pt x="176" y="114"/>
                </a:lnTo>
                <a:lnTo>
                  <a:pt x="175" y="114"/>
                </a:lnTo>
                <a:lnTo>
                  <a:pt x="175" y="115"/>
                </a:lnTo>
                <a:lnTo>
                  <a:pt x="174" y="115"/>
                </a:lnTo>
                <a:lnTo>
                  <a:pt x="174" y="116"/>
                </a:lnTo>
                <a:lnTo>
                  <a:pt x="174" y="117"/>
                </a:lnTo>
                <a:lnTo>
                  <a:pt x="173" y="118"/>
                </a:lnTo>
                <a:lnTo>
                  <a:pt x="173" y="119"/>
                </a:lnTo>
                <a:lnTo>
                  <a:pt x="173" y="120"/>
                </a:lnTo>
                <a:lnTo>
                  <a:pt x="172" y="121"/>
                </a:lnTo>
                <a:lnTo>
                  <a:pt x="172" y="123"/>
                </a:lnTo>
                <a:lnTo>
                  <a:pt x="172" y="125"/>
                </a:lnTo>
                <a:lnTo>
                  <a:pt x="172" y="127"/>
                </a:lnTo>
                <a:lnTo>
                  <a:pt x="172" y="128"/>
                </a:lnTo>
                <a:lnTo>
                  <a:pt x="172" y="129"/>
                </a:lnTo>
                <a:lnTo>
                  <a:pt x="172" y="130"/>
                </a:lnTo>
                <a:lnTo>
                  <a:pt x="172" y="129"/>
                </a:lnTo>
                <a:lnTo>
                  <a:pt x="171" y="129"/>
                </a:lnTo>
                <a:lnTo>
                  <a:pt x="171" y="130"/>
                </a:lnTo>
                <a:lnTo>
                  <a:pt x="170" y="130"/>
                </a:lnTo>
                <a:lnTo>
                  <a:pt x="169" y="130"/>
                </a:lnTo>
                <a:lnTo>
                  <a:pt x="169" y="131"/>
                </a:lnTo>
                <a:lnTo>
                  <a:pt x="169" y="132"/>
                </a:lnTo>
                <a:lnTo>
                  <a:pt x="168" y="132"/>
                </a:lnTo>
                <a:lnTo>
                  <a:pt x="168" y="131"/>
                </a:lnTo>
                <a:lnTo>
                  <a:pt x="168" y="132"/>
                </a:lnTo>
                <a:lnTo>
                  <a:pt x="168" y="133"/>
                </a:lnTo>
                <a:lnTo>
                  <a:pt x="168" y="134"/>
                </a:lnTo>
                <a:lnTo>
                  <a:pt x="168" y="135"/>
                </a:lnTo>
                <a:lnTo>
                  <a:pt x="166" y="135"/>
                </a:lnTo>
                <a:lnTo>
                  <a:pt x="165" y="135"/>
                </a:lnTo>
                <a:lnTo>
                  <a:pt x="165" y="136"/>
                </a:lnTo>
                <a:lnTo>
                  <a:pt x="165" y="137"/>
                </a:lnTo>
                <a:lnTo>
                  <a:pt x="166" y="138"/>
                </a:lnTo>
                <a:lnTo>
                  <a:pt x="167" y="138"/>
                </a:lnTo>
                <a:lnTo>
                  <a:pt x="168" y="138"/>
                </a:lnTo>
                <a:lnTo>
                  <a:pt x="168" y="140"/>
                </a:lnTo>
                <a:lnTo>
                  <a:pt x="169" y="140"/>
                </a:lnTo>
                <a:lnTo>
                  <a:pt x="170" y="140"/>
                </a:lnTo>
                <a:lnTo>
                  <a:pt x="170" y="141"/>
                </a:lnTo>
                <a:lnTo>
                  <a:pt x="171" y="141"/>
                </a:lnTo>
                <a:lnTo>
                  <a:pt x="171" y="140"/>
                </a:lnTo>
                <a:lnTo>
                  <a:pt x="172" y="140"/>
                </a:lnTo>
                <a:lnTo>
                  <a:pt x="172" y="138"/>
                </a:lnTo>
                <a:lnTo>
                  <a:pt x="171" y="137"/>
                </a:lnTo>
                <a:lnTo>
                  <a:pt x="171" y="136"/>
                </a:lnTo>
                <a:lnTo>
                  <a:pt x="172" y="136"/>
                </a:lnTo>
                <a:lnTo>
                  <a:pt x="171" y="135"/>
                </a:lnTo>
                <a:lnTo>
                  <a:pt x="171" y="134"/>
                </a:lnTo>
                <a:lnTo>
                  <a:pt x="171" y="133"/>
                </a:lnTo>
                <a:lnTo>
                  <a:pt x="170" y="133"/>
                </a:lnTo>
                <a:lnTo>
                  <a:pt x="170" y="131"/>
                </a:lnTo>
                <a:lnTo>
                  <a:pt x="171" y="131"/>
                </a:lnTo>
                <a:lnTo>
                  <a:pt x="171" y="130"/>
                </a:lnTo>
                <a:lnTo>
                  <a:pt x="172" y="130"/>
                </a:lnTo>
                <a:lnTo>
                  <a:pt x="172" y="129"/>
                </a:lnTo>
                <a:lnTo>
                  <a:pt x="172" y="130"/>
                </a:lnTo>
                <a:lnTo>
                  <a:pt x="172" y="131"/>
                </a:lnTo>
                <a:lnTo>
                  <a:pt x="172" y="133"/>
                </a:lnTo>
                <a:lnTo>
                  <a:pt x="173" y="134"/>
                </a:lnTo>
                <a:lnTo>
                  <a:pt x="173" y="136"/>
                </a:lnTo>
                <a:lnTo>
                  <a:pt x="173" y="137"/>
                </a:lnTo>
                <a:lnTo>
                  <a:pt x="174" y="138"/>
                </a:lnTo>
                <a:lnTo>
                  <a:pt x="174" y="140"/>
                </a:lnTo>
                <a:lnTo>
                  <a:pt x="174" y="141"/>
                </a:lnTo>
                <a:lnTo>
                  <a:pt x="175" y="141"/>
                </a:lnTo>
                <a:lnTo>
                  <a:pt x="175" y="142"/>
                </a:lnTo>
                <a:lnTo>
                  <a:pt x="174" y="142"/>
                </a:lnTo>
                <a:lnTo>
                  <a:pt x="174" y="141"/>
                </a:lnTo>
                <a:lnTo>
                  <a:pt x="173" y="141"/>
                </a:lnTo>
                <a:lnTo>
                  <a:pt x="172" y="142"/>
                </a:lnTo>
                <a:lnTo>
                  <a:pt x="172" y="143"/>
                </a:lnTo>
                <a:lnTo>
                  <a:pt x="172" y="142"/>
                </a:lnTo>
                <a:lnTo>
                  <a:pt x="171" y="142"/>
                </a:lnTo>
                <a:lnTo>
                  <a:pt x="171" y="143"/>
                </a:lnTo>
                <a:lnTo>
                  <a:pt x="170" y="143"/>
                </a:lnTo>
                <a:lnTo>
                  <a:pt x="170" y="142"/>
                </a:lnTo>
                <a:lnTo>
                  <a:pt x="169" y="142"/>
                </a:lnTo>
                <a:lnTo>
                  <a:pt x="168" y="143"/>
                </a:lnTo>
                <a:lnTo>
                  <a:pt x="168" y="144"/>
                </a:lnTo>
                <a:lnTo>
                  <a:pt x="167" y="145"/>
                </a:lnTo>
                <a:lnTo>
                  <a:pt x="167" y="146"/>
                </a:lnTo>
                <a:lnTo>
                  <a:pt x="167" y="147"/>
                </a:lnTo>
                <a:lnTo>
                  <a:pt x="166" y="147"/>
                </a:lnTo>
                <a:lnTo>
                  <a:pt x="165" y="147"/>
                </a:lnTo>
                <a:lnTo>
                  <a:pt x="165" y="148"/>
                </a:lnTo>
                <a:lnTo>
                  <a:pt x="165" y="149"/>
                </a:lnTo>
                <a:lnTo>
                  <a:pt x="165" y="151"/>
                </a:lnTo>
                <a:lnTo>
                  <a:pt x="165" y="152"/>
                </a:lnTo>
                <a:lnTo>
                  <a:pt x="164" y="152"/>
                </a:lnTo>
                <a:lnTo>
                  <a:pt x="164" y="153"/>
                </a:lnTo>
                <a:lnTo>
                  <a:pt x="163" y="154"/>
                </a:lnTo>
                <a:lnTo>
                  <a:pt x="163" y="153"/>
                </a:lnTo>
                <a:lnTo>
                  <a:pt x="162" y="153"/>
                </a:lnTo>
                <a:lnTo>
                  <a:pt x="161" y="153"/>
                </a:lnTo>
                <a:lnTo>
                  <a:pt x="160" y="153"/>
                </a:lnTo>
                <a:lnTo>
                  <a:pt x="159" y="153"/>
                </a:lnTo>
                <a:lnTo>
                  <a:pt x="159" y="154"/>
                </a:lnTo>
                <a:lnTo>
                  <a:pt x="158" y="154"/>
                </a:lnTo>
                <a:lnTo>
                  <a:pt x="158" y="153"/>
                </a:lnTo>
                <a:lnTo>
                  <a:pt x="157" y="153"/>
                </a:lnTo>
                <a:lnTo>
                  <a:pt x="156" y="153"/>
                </a:lnTo>
                <a:lnTo>
                  <a:pt x="156" y="154"/>
                </a:lnTo>
                <a:lnTo>
                  <a:pt x="156" y="153"/>
                </a:lnTo>
                <a:lnTo>
                  <a:pt x="156" y="152"/>
                </a:lnTo>
                <a:lnTo>
                  <a:pt x="157" y="152"/>
                </a:lnTo>
                <a:lnTo>
                  <a:pt x="158" y="151"/>
                </a:lnTo>
                <a:lnTo>
                  <a:pt x="159" y="151"/>
                </a:lnTo>
                <a:lnTo>
                  <a:pt x="160" y="151"/>
                </a:lnTo>
                <a:lnTo>
                  <a:pt x="161" y="151"/>
                </a:lnTo>
                <a:lnTo>
                  <a:pt x="161" y="152"/>
                </a:lnTo>
                <a:lnTo>
                  <a:pt x="162" y="152"/>
                </a:lnTo>
                <a:lnTo>
                  <a:pt x="162" y="151"/>
                </a:lnTo>
                <a:lnTo>
                  <a:pt x="163" y="151"/>
                </a:lnTo>
                <a:lnTo>
                  <a:pt x="163" y="152"/>
                </a:lnTo>
                <a:lnTo>
                  <a:pt x="163" y="151"/>
                </a:lnTo>
                <a:lnTo>
                  <a:pt x="164" y="151"/>
                </a:lnTo>
                <a:lnTo>
                  <a:pt x="163" y="150"/>
                </a:lnTo>
                <a:lnTo>
                  <a:pt x="162" y="150"/>
                </a:lnTo>
                <a:lnTo>
                  <a:pt x="161" y="150"/>
                </a:lnTo>
                <a:lnTo>
                  <a:pt x="162" y="151"/>
                </a:lnTo>
                <a:lnTo>
                  <a:pt x="161" y="151"/>
                </a:lnTo>
                <a:lnTo>
                  <a:pt x="160" y="151"/>
                </a:lnTo>
                <a:lnTo>
                  <a:pt x="159" y="151"/>
                </a:lnTo>
                <a:lnTo>
                  <a:pt x="158" y="151"/>
                </a:lnTo>
                <a:lnTo>
                  <a:pt x="156" y="152"/>
                </a:lnTo>
                <a:lnTo>
                  <a:pt x="155" y="153"/>
                </a:lnTo>
                <a:lnTo>
                  <a:pt x="156" y="153"/>
                </a:lnTo>
                <a:lnTo>
                  <a:pt x="155" y="154"/>
                </a:lnTo>
                <a:lnTo>
                  <a:pt x="154" y="154"/>
                </a:lnTo>
                <a:lnTo>
                  <a:pt x="153" y="153"/>
                </a:lnTo>
                <a:lnTo>
                  <a:pt x="152" y="153"/>
                </a:lnTo>
                <a:lnTo>
                  <a:pt x="151" y="154"/>
                </a:lnTo>
                <a:lnTo>
                  <a:pt x="150" y="154"/>
                </a:lnTo>
                <a:lnTo>
                  <a:pt x="149" y="154"/>
                </a:lnTo>
                <a:lnTo>
                  <a:pt x="148" y="155"/>
                </a:lnTo>
                <a:lnTo>
                  <a:pt x="147" y="157"/>
                </a:lnTo>
                <a:lnTo>
                  <a:pt x="146" y="157"/>
                </a:lnTo>
                <a:lnTo>
                  <a:pt x="145" y="157"/>
                </a:lnTo>
                <a:lnTo>
                  <a:pt x="145" y="158"/>
                </a:lnTo>
                <a:lnTo>
                  <a:pt x="144" y="159"/>
                </a:lnTo>
                <a:lnTo>
                  <a:pt x="143" y="159"/>
                </a:lnTo>
                <a:lnTo>
                  <a:pt x="143" y="160"/>
                </a:lnTo>
                <a:lnTo>
                  <a:pt x="142" y="161"/>
                </a:lnTo>
                <a:lnTo>
                  <a:pt x="142" y="162"/>
                </a:lnTo>
                <a:lnTo>
                  <a:pt x="141" y="162"/>
                </a:lnTo>
                <a:lnTo>
                  <a:pt x="140" y="162"/>
                </a:lnTo>
                <a:lnTo>
                  <a:pt x="140" y="163"/>
                </a:lnTo>
                <a:lnTo>
                  <a:pt x="139" y="164"/>
                </a:lnTo>
                <a:lnTo>
                  <a:pt x="139" y="165"/>
                </a:lnTo>
                <a:lnTo>
                  <a:pt x="138" y="166"/>
                </a:lnTo>
                <a:lnTo>
                  <a:pt x="138" y="165"/>
                </a:lnTo>
                <a:lnTo>
                  <a:pt x="137" y="165"/>
                </a:lnTo>
                <a:lnTo>
                  <a:pt x="137" y="166"/>
                </a:lnTo>
                <a:lnTo>
                  <a:pt x="136" y="166"/>
                </a:lnTo>
                <a:lnTo>
                  <a:pt x="135" y="167"/>
                </a:lnTo>
                <a:lnTo>
                  <a:pt x="135" y="168"/>
                </a:lnTo>
                <a:lnTo>
                  <a:pt x="135" y="169"/>
                </a:lnTo>
                <a:lnTo>
                  <a:pt x="134" y="170"/>
                </a:lnTo>
                <a:lnTo>
                  <a:pt x="134" y="171"/>
                </a:lnTo>
                <a:lnTo>
                  <a:pt x="134" y="172"/>
                </a:lnTo>
                <a:lnTo>
                  <a:pt x="133" y="174"/>
                </a:lnTo>
                <a:lnTo>
                  <a:pt x="133" y="177"/>
                </a:lnTo>
                <a:lnTo>
                  <a:pt x="132" y="178"/>
                </a:lnTo>
                <a:lnTo>
                  <a:pt x="132" y="179"/>
                </a:lnTo>
                <a:lnTo>
                  <a:pt x="132" y="180"/>
                </a:lnTo>
                <a:lnTo>
                  <a:pt x="131" y="180"/>
                </a:lnTo>
                <a:lnTo>
                  <a:pt x="131" y="179"/>
                </a:lnTo>
                <a:lnTo>
                  <a:pt x="132" y="179"/>
                </a:lnTo>
                <a:lnTo>
                  <a:pt x="131" y="179"/>
                </a:lnTo>
                <a:lnTo>
                  <a:pt x="132" y="179"/>
                </a:lnTo>
                <a:lnTo>
                  <a:pt x="132" y="178"/>
                </a:lnTo>
                <a:lnTo>
                  <a:pt x="132" y="177"/>
                </a:lnTo>
                <a:lnTo>
                  <a:pt x="131" y="176"/>
                </a:lnTo>
                <a:lnTo>
                  <a:pt x="130" y="177"/>
                </a:lnTo>
                <a:lnTo>
                  <a:pt x="130" y="178"/>
                </a:lnTo>
                <a:lnTo>
                  <a:pt x="130" y="179"/>
                </a:lnTo>
                <a:lnTo>
                  <a:pt x="130" y="178"/>
                </a:lnTo>
                <a:lnTo>
                  <a:pt x="130" y="179"/>
                </a:lnTo>
                <a:lnTo>
                  <a:pt x="129" y="179"/>
                </a:lnTo>
                <a:lnTo>
                  <a:pt x="129" y="180"/>
                </a:lnTo>
                <a:lnTo>
                  <a:pt x="129" y="181"/>
                </a:lnTo>
                <a:lnTo>
                  <a:pt x="129" y="180"/>
                </a:lnTo>
                <a:lnTo>
                  <a:pt x="129" y="179"/>
                </a:lnTo>
                <a:lnTo>
                  <a:pt x="130" y="179"/>
                </a:lnTo>
                <a:lnTo>
                  <a:pt x="130" y="180"/>
                </a:lnTo>
                <a:lnTo>
                  <a:pt x="131" y="180"/>
                </a:lnTo>
                <a:lnTo>
                  <a:pt x="132" y="180"/>
                </a:lnTo>
                <a:lnTo>
                  <a:pt x="131" y="181"/>
                </a:lnTo>
                <a:lnTo>
                  <a:pt x="131" y="182"/>
                </a:lnTo>
                <a:lnTo>
                  <a:pt x="130" y="182"/>
                </a:lnTo>
                <a:lnTo>
                  <a:pt x="129" y="182"/>
                </a:lnTo>
                <a:lnTo>
                  <a:pt x="128" y="182"/>
                </a:lnTo>
                <a:lnTo>
                  <a:pt x="127" y="183"/>
                </a:lnTo>
                <a:lnTo>
                  <a:pt x="126" y="183"/>
                </a:lnTo>
                <a:lnTo>
                  <a:pt x="125" y="182"/>
                </a:lnTo>
                <a:lnTo>
                  <a:pt x="124" y="182"/>
                </a:lnTo>
                <a:lnTo>
                  <a:pt x="123" y="182"/>
                </a:lnTo>
                <a:lnTo>
                  <a:pt x="123" y="181"/>
                </a:lnTo>
                <a:lnTo>
                  <a:pt x="123" y="180"/>
                </a:lnTo>
                <a:lnTo>
                  <a:pt x="124" y="180"/>
                </a:lnTo>
                <a:lnTo>
                  <a:pt x="124" y="181"/>
                </a:lnTo>
                <a:lnTo>
                  <a:pt x="125" y="181"/>
                </a:lnTo>
                <a:lnTo>
                  <a:pt x="126" y="181"/>
                </a:lnTo>
                <a:lnTo>
                  <a:pt x="127" y="181"/>
                </a:lnTo>
                <a:lnTo>
                  <a:pt x="128" y="180"/>
                </a:lnTo>
                <a:lnTo>
                  <a:pt x="128" y="179"/>
                </a:lnTo>
                <a:lnTo>
                  <a:pt x="129" y="178"/>
                </a:lnTo>
                <a:lnTo>
                  <a:pt x="129" y="177"/>
                </a:lnTo>
                <a:lnTo>
                  <a:pt x="128" y="176"/>
                </a:lnTo>
                <a:lnTo>
                  <a:pt x="128" y="177"/>
                </a:lnTo>
                <a:lnTo>
                  <a:pt x="128" y="178"/>
                </a:lnTo>
                <a:lnTo>
                  <a:pt x="127" y="178"/>
                </a:lnTo>
                <a:lnTo>
                  <a:pt x="127" y="177"/>
                </a:lnTo>
                <a:lnTo>
                  <a:pt x="127" y="178"/>
                </a:lnTo>
                <a:lnTo>
                  <a:pt x="126" y="177"/>
                </a:lnTo>
                <a:lnTo>
                  <a:pt x="126" y="178"/>
                </a:lnTo>
                <a:lnTo>
                  <a:pt x="126" y="177"/>
                </a:lnTo>
                <a:lnTo>
                  <a:pt x="125" y="177"/>
                </a:lnTo>
                <a:lnTo>
                  <a:pt x="125" y="178"/>
                </a:lnTo>
                <a:lnTo>
                  <a:pt x="124" y="178"/>
                </a:lnTo>
                <a:lnTo>
                  <a:pt x="124" y="179"/>
                </a:lnTo>
                <a:lnTo>
                  <a:pt x="123" y="179"/>
                </a:lnTo>
                <a:lnTo>
                  <a:pt x="123" y="180"/>
                </a:lnTo>
                <a:lnTo>
                  <a:pt x="122" y="180"/>
                </a:lnTo>
                <a:lnTo>
                  <a:pt x="121" y="179"/>
                </a:lnTo>
                <a:lnTo>
                  <a:pt x="120" y="179"/>
                </a:lnTo>
                <a:lnTo>
                  <a:pt x="119" y="179"/>
                </a:lnTo>
                <a:lnTo>
                  <a:pt x="118" y="179"/>
                </a:lnTo>
                <a:lnTo>
                  <a:pt x="117" y="179"/>
                </a:lnTo>
                <a:lnTo>
                  <a:pt x="116" y="180"/>
                </a:lnTo>
                <a:lnTo>
                  <a:pt x="115" y="180"/>
                </a:lnTo>
                <a:lnTo>
                  <a:pt x="114" y="181"/>
                </a:lnTo>
                <a:lnTo>
                  <a:pt x="113" y="182"/>
                </a:lnTo>
                <a:lnTo>
                  <a:pt x="112" y="182"/>
                </a:lnTo>
                <a:lnTo>
                  <a:pt x="111" y="182"/>
                </a:lnTo>
                <a:lnTo>
                  <a:pt x="110" y="183"/>
                </a:lnTo>
                <a:lnTo>
                  <a:pt x="110" y="182"/>
                </a:lnTo>
                <a:lnTo>
                  <a:pt x="110" y="181"/>
                </a:lnTo>
                <a:lnTo>
                  <a:pt x="109" y="181"/>
                </a:lnTo>
                <a:lnTo>
                  <a:pt x="108" y="181"/>
                </a:lnTo>
                <a:lnTo>
                  <a:pt x="107" y="181"/>
                </a:lnTo>
                <a:lnTo>
                  <a:pt x="106" y="181"/>
                </a:lnTo>
                <a:lnTo>
                  <a:pt x="105" y="182"/>
                </a:lnTo>
                <a:lnTo>
                  <a:pt x="104" y="183"/>
                </a:lnTo>
                <a:lnTo>
                  <a:pt x="103" y="184"/>
                </a:lnTo>
                <a:lnTo>
                  <a:pt x="103" y="186"/>
                </a:lnTo>
                <a:lnTo>
                  <a:pt x="102" y="187"/>
                </a:lnTo>
                <a:lnTo>
                  <a:pt x="102" y="189"/>
                </a:lnTo>
                <a:lnTo>
                  <a:pt x="102" y="190"/>
                </a:lnTo>
                <a:lnTo>
                  <a:pt x="101" y="190"/>
                </a:lnTo>
                <a:lnTo>
                  <a:pt x="101" y="191"/>
                </a:lnTo>
                <a:lnTo>
                  <a:pt x="101" y="192"/>
                </a:lnTo>
                <a:lnTo>
                  <a:pt x="101" y="193"/>
                </a:lnTo>
                <a:lnTo>
                  <a:pt x="102" y="194"/>
                </a:lnTo>
                <a:lnTo>
                  <a:pt x="102" y="193"/>
                </a:lnTo>
                <a:lnTo>
                  <a:pt x="102" y="194"/>
                </a:lnTo>
                <a:lnTo>
                  <a:pt x="101" y="194"/>
                </a:lnTo>
                <a:lnTo>
                  <a:pt x="101" y="195"/>
                </a:lnTo>
                <a:lnTo>
                  <a:pt x="100" y="195"/>
                </a:lnTo>
                <a:lnTo>
                  <a:pt x="100" y="194"/>
                </a:lnTo>
                <a:lnTo>
                  <a:pt x="100" y="193"/>
                </a:lnTo>
                <a:lnTo>
                  <a:pt x="99" y="192"/>
                </a:lnTo>
                <a:lnTo>
                  <a:pt x="99" y="193"/>
                </a:lnTo>
                <a:lnTo>
                  <a:pt x="98" y="193"/>
                </a:lnTo>
                <a:lnTo>
                  <a:pt x="99" y="193"/>
                </a:lnTo>
                <a:lnTo>
                  <a:pt x="98" y="193"/>
                </a:lnTo>
                <a:lnTo>
                  <a:pt x="98" y="194"/>
                </a:lnTo>
                <a:lnTo>
                  <a:pt x="98" y="193"/>
                </a:lnTo>
                <a:lnTo>
                  <a:pt x="97" y="193"/>
                </a:lnTo>
                <a:lnTo>
                  <a:pt x="97" y="194"/>
                </a:lnTo>
                <a:lnTo>
                  <a:pt x="97" y="195"/>
                </a:lnTo>
                <a:lnTo>
                  <a:pt x="98" y="195"/>
                </a:lnTo>
                <a:lnTo>
                  <a:pt x="99" y="195"/>
                </a:lnTo>
                <a:lnTo>
                  <a:pt x="99" y="194"/>
                </a:lnTo>
                <a:lnTo>
                  <a:pt x="99" y="193"/>
                </a:lnTo>
                <a:lnTo>
                  <a:pt x="99" y="194"/>
                </a:lnTo>
                <a:lnTo>
                  <a:pt x="99" y="195"/>
                </a:lnTo>
                <a:lnTo>
                  <a:pt x="100" y="195"/>
                </a:lnTo>
                <a:lnTo>
                  <a:pt x="101" y="195"/>
                </a:lnTo>
                <a:lnTo>
                  <a:pt x="102" y="195"/>
                </a:lnTo>
                <a:lnTo>
                  <a:pt x="103" y="196"/>
                </a:lnTo>
                <a:lnTo>
                  <a:pt x="103" y="197"/>
                </a:lnTo>
                <a:lnTo>
                  <a:pt x="102" y="198"/>
                </a:lnTo>
                <a:lnTo>
                  <a:pt x="101" y="198"/>
                </a:lnTo>
                <a:lnTo>
                  <a:pt x="102" y="198"/>
                </a:lnTo>
                <a:lnTo>
                  <a:pt x="102" y="199"/>
                </a:lnTo>
                <a:lnTo>
                  <a:pt x="101" y="200"/>
                </a:lnTo>
                <a:lnTo>
                  <a:pt x="101" y="199"/>
                </a:lnTo>
                <a:lnTo>
                  <a:pt x="100" y="199"/>
                </a:lnTo>
                <a:lnTo>
                  <a:pt x="99" y="200"/>
                </a:lnTo>
                <a:lnTo>
                  <a:pt x="100" y="200"/>
                </a:lnTo>
                <a:lnTo>
                  <a:pt x="100" y="201"/>
                </a:lnTo>
                <a:lnTo>
                  <a:pt x="99" y="202"/>
                </a:lnTo>
                <a:lnTo>
                  <a:pt x="99" y="201"/>
                </a:lnTo>
                <a:lnTo>
                  <a:pt x="98" y="201"/>
                </a:lnTo>
                <a:lnTo>
                  <a:pt x="98" y="200"/>
                </a:lnTo>
                <a:lnTo>
                  <a:pt x="98" y="199"/>
                </a:lnTo>
                <a:lnTo>
                  <a:pt x="99" y="199"/>
                </a:lnTo>
                <a:lnTo>
                  <a:pt x="98" y="198"/>
                </a:lnTo>
                <a:lnTo>
                  <a:pt x="97" y="197"/>
                </a:lnTo>
                <a:lnTo>
                  <a:pt x="96" y="197"/>
                </a:lnTo>
                <a:lnTo>
                  <a:pt x="95" y="198"/>
                </a:lnTo>
                <a:lnTo>
                  <a:pt x="94" y="198"/>
                </a:lnTo>
                <a:lnTo>
                  <a:pt x="93" y="198"/>
                </a:lnTo>
                <a:lnTo>
                  <a:pt x="92" y="199"/>
                </a:lnTo>
                <a:lnTo>
                  <a:pt x="91" y="199"/>
                </a:lnTo>
                <a:lnTo>
                  <a:pt x="91" y="200"/>
                </a:lnTo>
                <a:lnTo>
                  <a:pt x="91" y="201"/>
                </a:lnTo>
                <a:lnTo>
                  <a:pt x="91" y="202"/>
                </a:lnTo>
                <a:lnTo>
                  <a:pt x="92" y="204"/>
                </a:lnTo>
                <a:lnTo>
                  <a:pt x="91" y="204"/>
                </a:lnTo>
                <a:lnTo>
                  <a:pt x="91" y="203"/>
                </a:lnTo>
                <a:lnTo>
                  <a:pt x="90" y="203"/>
                </a:lnTo>
                <a:lnTo>
                  <a:pt x="90" y="204"/>
                </a:lnTo>
                <a:lnTo>
                  <a:pt x="89" y="203"/>
                </a:lnTo>
                <a:lnTo>
                  <a:pt x="88" y="203"/>
                </a:lnTo>
                <a:lnTo>
                  <a:pt x="88" y="204"/>
                </a:lnTo>
                <a:lnTo>
                  <a:pt x="88" y="205"/>
                </a:lnTo>
                <a:lnTo>
                  <a:pt x="87" y="205"/>
                </a:lnTo>
                <a:lnTo>
                  <a:pt x="86" y="204"/>
                </a:lnTo>
                <a:lnTo>
                  <a:pt x="87" y="204"/>
                </a:lnTo>
                <a:lnTo>
                  <a:pt x="87" y="203"/>
                </a:lnTo>
                <a:lnTo>
                  <a:pt x="87" y="202"/>
                </a:lnTo>
                <a:lnTo>
                  <a:pt x="87" y="201"/>
                </a:lnTo>
                <a:lnTo>
                  <a:pt x="88" y="201"/>
                </a:lnTo>
                <a:lnTo>
                  <a:pt x="87" y="201"/>
                </a:lnTo>
                <a:lnTo>
                  <a:pt x="86" y="200"/>
                </a:lnTo>
                <a:lnTo>
                  <a:pt x="86" y="199"/>
                </a:lnTo>
                <a:lnTo>
                  <a:pt x="85" y="199"/>
                </a:lnTo>
                <a:lnTo>
                  <a:pt x="86" y="198"/>
                </a:lnTo>
                <a:lnTo>
                  <a:pt x="87" y="198"/>
                </a:lnTo>
                <a:lnTo>
                  <a:pt x="87" y="197"/>
                </a:lnTo>
                <a:lnTo>
                  <a:pt x="88" y="197"/>
                </a:lnTo>
                <a:lnTo>
                  <a:pt x="88" y="196"/>
                </a:lnTo>
                <a:lnTo>
                  <a:pt x="87" y="196"/>
                </a:lnTo>
                <a:lnTo>
                  <a:pt x="87" y="195"/>
                </a:lnTo>
                <a:lnTo>
                  <a:pt x="87" y="196"/>
                </a:lnTo>
                <a:lnTo>
                  <a:pt x="87" y="197"/>
                </a:lnTo>
                <a:lnTo>
                  <a:pt x="86" y="197"/>
                </a:lnTo>
                <a:lnTo>
                  <a:pt x="86" y="198"/>
                </a:lnTo>
                <a:lnTo>
                  <a:pt x="85" y="198"/>
                </a:lnTo>
                <a:lnTo>
                  <a:pt x="84" y="198"/>
                </a:lnTo>
                <a:lnTo>
                  <a:pt x="84" y="199"/>
                </a:lnTo>
                <a:lnTo>
                  <a:pt x="85" y="199"/>
                </a:lnTo>
                <a:lnTo>
                  <a:pt x="85" y="200"/>
                </a:lnTo>
                <a:lnTo>
                  <a:pt x="85" y="201"/>
                </a:lnTo>
                <a:lnTo>
                  <a:pt x="84" y="201"/>
                </a:lnTo>
                <a:lnTo>
                  <a:pt x="84" y="200"/>
                </a:lnTo>
                <a:lnTo>
                  <a:pt x="83" y="199"/>
                </a:lnTo>
                <a:lnTo>
                  <a:pt x="82" y="199"/>
                </a:lnTo>
                <a:lnTo>
                  <a:pt x="82" y="200"/>
                </a:lnTo>
                <a:lnTo>
                  <a:pt x="81" y="200"/>
                </a:lnTo>
                <a:lnTo>
                  <a:pt x="81" y="201"/>
                </a:lnTo>
                <a:lnTo>
                  <a:pt x="80" y="202"/>
                </a:lnTo>
                <a:lnTo>
                  <a:pt x="79" y="202"/>
                </a:lnTo>
                <a:lnTo>
                  <a:pt x="78" y="201"/>
                </a:lnTo>
                <a:lnTo>
                  <a:pt x="78" y="200"/>
                </a:lnTo>
                <a:lnTo>
                  <a:pt x="79" y="200"/>
                </a:lnTo>
                <a:lnTo>
                  <a:pt x="80" y="200"/>
                </a:lnTo>
                <a:lnTo>
                  <a:pt x="80" y="199"/>
                </a:lnTo>
                <a:lnTo>
                  <a:pt x="80" y="198"/>
                </a:lnTo>
                <a:lnTo>
                  <a:pt x="81" y="198"/>
                </a:lnTo>
                <a:lnTo>
                  <a:pt x="81" y="197"/>
                </a:lnTo>
                <a:lnTo>
                  <a:pt x="81" y="196"/>
                </a:lnTo>
                <a:lnTo>
                  <a:pt x="80" y="195"/>
                </a:lnTo>
                <a:lnTo>
                  <a:pt x="79" y="194"/>
                </a:lnTo>
                <a:lnTo>
                  <a:pt x="78" y="193"/>
                </a:lnTo>
                <a:lnTo>
                  <a:pt x="76" y="193"/>
                </a:lnTo>
                <a:lnTo>
                  <a:pt x="76" y="192"/>
                </a:lnTo>
                <a:lnTo>
                  <a:pt x="74" y="192"/>
                </a:lnTo>
                <a:lnTo>
                  <a:pt x="72" y="192"/>
                </a:lnTo>
                <a:lnTo>
                  <a:pt x="71" y="192"/>
                </a:lnTo>
                <a:lnTo>
                  <a:pt x="70" y="192"/>
                </a:lnTo>
                <a:lnTo>
                  <a:pt x="69" y="192"/>
                </a:lnTo>
                <a:lnTo>
                  <a:pt x="68" y="192"/>
                </a:lnTo>
                <a:lnTo>
                  <a:pt x="67" y="192"/>
                </a:lnTo>
                <a:lnTo>
                  <a:pt x="67" y="191"/>
                </a:lnTo>
                <a:lnTo>
                  <a:pt x="66" y="191"/>
                </a:lnTo>
                <a:lnTo>
                  <a:pt x="65" y="190"/>
                </a:lnTo>
                <a:lnTo>
                  <a:pt x="64" y="190"/>
                </a:lnTo>
                <a:lnTo>
                  <a:pt x="63" y="190"/>
                </a:lnTo>
                <a:lnTo>
                  <a:pt x="62" y="190"/>
                </a:lnTo>
                <a:lnTo>
                  <a:pt x="60" y="191"/>
                </a:lnTo>
                <a:lnTo>
                  <a:pt x="59" y="191"/>
                </a:lnTo>
                <a:lnTo>
                  <a:pt x="58" y="191"/>
                </a:lnTo>
                <a:lnTo>
                  <a:pt x="57" y="191"/>
                </a:lnTo>
                <a:lnTo>
                  <a:pt x="56" y="191"/>
                </a:lnTo>
                <a:lnTo>
                  <a:pt x="54" y="192"/>
                </a:lnTo>
                <a:lnTo>
                  <a:pt x="53" y="192"/>
                </a:lnTo>
                <a:lnTo>
                  <a:pt x="53" y="193"/>
                </a:lnTo>
                <a:lnTo>
                  <a:pt x="52" y="192"/>
                </a:lnTo>
                <a:lnTo>
                  <a:pt x="51" y="192"/>
                </a:lnTo>
                <a:lnTo>
                  <a:pt x="50" y="192"/>
                </a:lnTo>
                <a:lnTo>
                  <a:pt x="50" y="191"/>
                </a:lnTo>
                <a:lnTo>
                  <a:pt x="49" y="189"/>
                </a:lnTo>
                <a:lnTo>
                  <a:pt x="49" y="188"/>
                </a:lnTo>
                <a:lnTo>
                  <a:pt x="49" y="187"/>
                </a:lnTo>
                <a:lnTo>
                  <a:pt x="48" y="187"/>
                </a:lnTo>
                <a:lnTo>
                  <a:pt x="47" y="186"/>
                </a:lnTo>
                <a:lnTo>
                  <a:pt x="46" y="185"/>
                </a:lnTo>
                <a:lnTo>
                  <a:pt x="45" y="185"/>
                </a:lnTo>
                <a:lnTo>
                  <a:pt x="45" y="184"/>
                </a:lnTo>
                <a:lnTo>
                  <a:pt x="44" y="184"/>
                </a:lnTo>
                <a:lnTo>
                  <a:pt x="42" y="184"/>
                </a:lnTo>
                <a:lnTo>
                  <a:pt x="41" y="184"/>
                </a:lnTo>
                <a:lnTo>
                  <a:pt x="40" y="184"/>
                </a:lnTo>
                <a:lnTo>
                  <a:pt x="39" y="184"/>
                </a:lnTo>
                <a:lnTo>
                  <a:pt x="38" y="185"/>
                </a:lnTo>
                <a:lnTo>
                  <a:pt x="37" y="185"/>
                </a:lnTo>
                <a:lnTo>
                  <a:pt x="35" y="185"/>
                </a:lnTo>
                <a:lnTo>
                  <a:pt x="35" y="184"/>
                </a:lnTo>
                <a:lnTo>
                  <a:pt x="34" y="183"/>
                </a:lnTo>
                <a:lnTo>
                  <a:pt x="33" y="182"/>
                </a:lnTo>
                <a:lnTo>
                  <a:pt x="33" y="181"/>
                </a:lnTo>
                <a:lnTo>
                  <a:pt x="32" y="181"/>
                </a:lnTo>
                <a:lnTo>
                  <a:pt x="32" y="180"/>
                </a:lnTo>
                <a:lnTo>
                  <a:pt x="31" y="180"/>
                </a:lnTo>
                <a:lnTo>
                  <a:pt x="30" y="180"/>
                </a:lnTo>
                <a:lnTo>
                  <a:pt x="30" y="179"/>
                </a:lnTo>
                <a:lnTo>
                  <a:pt x="28" y="179"/>
                </a:lnTo>
                <a:lnTo>
                  <a:pt x="26" y="179"/>
                </a:lnTo>
                <a:lnTo>
                  <a:pt x="25" y="179"/>
                </a:lnTo>
                <a:lnTo>
                  <a:pt x="24" y="178"/>
                </a:lnTo>
                <a:lnTo>
                  <a:pt x="23" y="178"/>
                </a:lnTo>
                <a:lnTo>
                  <a:pt x="23" y="177"/>
                </a:lnTo>
                <a:lnTo>
                  <a:pt x="22" y="177"/>
                </a:lnTo>
                <a:lnTo>
                  <a:pt x="22" y="176"/>
                </a:lnTo>
                <a:lnTo>
                  <a:pt x="21" y="176"/>
                </a:lnTo>
                <a:lnTo>
                  <a:pt x="21" y="175"/>
                </a:lnTo>
                <a:lnTo>
                  <a:pt x="20" y="174"/>
                </a:lnTo>
                <a:lnTo>
                  <a:pt x="19" y="173"/>
                </a:lnTo>
                <a:lnTo>
                  <a:pt x="18" y="173"/>
                </a:lnTo>
                <a:lnTo>
                  <a:pt x="16" y="172"/>
                </a:lnTo>
                <a:lnTo>
                  <a:pt x="15" y="172"/>
                </a:lnTo>
                <a:lnTo>
                  <a:pt x="14" y="172"/>
                </a:lnTo>
                <a:lnTo>
                  <a:pt x="13" y="172"/>
                </a:lnTo>
                <a:lnTo>
                  <a:pt x="12" y="171"/>
                </a:lnTo>
                <a:lnTo>
                  <a:pt x="9" y="171"/>
                </a:lnTo>
                <a:lnTo>
                  <a:pt x="8" y="171"/>
                </a:lnTo>
                <a:lnTo>
                  <a:pt x="7" y="170"/>
                </a:lnTo>
                <a:lnTo>
                  <a:pt x="7" y="169"/>
                </a:lnTo>
                <a:lnTo>
                  <a:pt x="7" y="168"/>
                </a:lnTo>
                <a:lnTo>
                  <a:pt x="6" y="168"/>
                </a:lnTo>
                <a:lnTo>
                  <a:pt x="6" y="167"/>
                </a:lnTo>
                <a:lnTo>
                  <a:pt x="6" y="166"/>
                </a:lnTo>
                <a:lnTo>
                  <a:pt x="6" y="165"/>
                </a:lnTo>
                <a:lnTo>
                  <a:pt x="6" y="164"/>
                </a:lnTo>
                <a:lnTo>
                  <a:pt x="6" y="163"/>
                </a:lnTo>
                <a:lnTo>
                  <a:pt x="7" y="162"/>
                </a:lnTo>
                <a:lnTo>
                  <a:pt x="7" y="161"/>
                </a:lnTo>
                <a:lnTo>
                  <a:pt x="8" y="159"/>
                </a:lnTo>
                <a:lnTo>
                  <a:pt x="8" y="158"/>
                </a:lnTo>
                <a:lnTo>
                  <a:pt x="8" y="157"/>
                </a:lnTo>
                <a:lnTo>
                  <a:pt x="8" y="156"/>
                </a:lnTo>
                <a:lnTo>
                  <a:pt x="8" y="155"/>
                </a:lnTo>
                <a:lnTo>
                  <a:pt x="8" y="154"/>
                </a:lnTo>
                <a:lnTo>
                  <a:pt x="8" y="153"/>
                </a:lnTo>
                <a:lnTo>
                  <a:pt x="8" y="152"/>
                </a:lnTo>
                <a:lnTo>
                  <a:pt x="7" y="152"/>
                </a:lnTo>
                <a:lnTo>
                  <a:pt x="7" y="151"/>
                </a:lnTo>
                <a:lnTo>
                  <a:pt x="8" y="151"/>
                </a:lnTo>
                <a:lnTo>
                  <a:pt x="8" y="150"/>
                </a:lnTo>
                <a:lnTo>
                  <a:pt x="8" y="149"/>
                </a:lnTo>
                <a:lnTo>
                  <a:pt x="8" y="148"/>
                </a:lnTo>
                <a:lnTo>
                  <a:pt x="7" y="147"/>
                </a:lnTo>
                <a:lnTo>
                  <a:pt x="8" y="147"/>
                </a:lnTo>
                <a:lnTo>
                  <a:pt x="7" y="146"/>
                </a:lnTo>
                <a:lnTo>
                  <a:pt x="7" y="145"/>
                </a:lnTo>
                <a:lnTo>
                  <a:pt x="7" y="144"/>
                </a:lnTo>
                <a:lnTo>
                  <a:pt x="6" y="142"/>
                </a:lnTo>
                <a:lnTo>
                  <a:pt x="6" y="141"/>
                </a:lnTo>
                <a:lnTo>
                  <a:pt x="5" y="141"/>
                </a:lnTo>
                <a:lnTo>
                  <a:pt x="5" y="138"/>
                </a:lnTo>
                <a:lnTo>
                  <a:pt x="4" y="137"/>
                </a:lnTo>
                <a:lnTo>
                  <a:pt x="3" y="137"/>
                </a:lnTo>
                <a:lnTo>
                  <a:pt x="2" y="137"/>
                </a:lnTo>
                <a:lnTo>
                  <a:pt x="1" y="136"/>
                </a:lnTo>
                <a:lnTo>
                  <a:pt x="1" y="135"/>
                </a:lnTo>
                <a:lnTo>
                  <a:pt x="1" y="134"/>
                </a:lnTo>
                <a:lnTo>
                  <a:pt x="2" y="133"/>
                </a:lnTo>
                <a:lnTo>
                  <a:pt x="2" y="132"/>
                </a:lnTo>
                <a:lnTo>
                  <a:pt x="2" y="133"/>
                </a:lnTo>
                <a:lnTo>
                  <a:pt x="3" y="133"/>
                </a:lnTo>
                <a:lnTo>
                  <a:pt x="3" y="132"/>
                </a:lnTo>
                <a:lnTo>
                  <a:pt x="2" y="132"/>
                </a:lnTo>
                <a:lnTo>
                  <a:pt x="2" y="131"/>
                </a:lnTo>
                <a:lnTo>
                  <a:pt x="3" y="131"/>
                </a:lnTo>
                <a:lnTo>
                  <a:pt x="3" y="130"/>
                </a:lnTo>
                <a:lnTo>
                  <a:pt x="4" y="129"/>
                </a:lnTo>
                <a:lnTo>
                  <a:pt x="4" y="128"/>
                </a:lnTo>
                <a:lnTo>
                  <a:pt x="4" y="127"/>
                </a:lnTo>
                <a:lnTo>
                  <a:pt x="4" y="126"/>
                </a:lnTo>
                <a:lnTo>
                  <a:pt x="4" y="125"/>
                </a:lnTo>
                <a:lnTo>
                  <a:pt x="4" y="124"/>
                </a:lnTo>
                <a:lnTo>
                  <a:pt x="3" y="123"/>
                </a:lnTo>
                <a:lnTo>
                  <a:pt x="3" y="122"/>
                </a:lnTo>
                <a:lnTo>
                  <a:pt x="3" y="121"/>
                </a:lnTo>
                <a:lnTo>
                  <a:pt x="3" y="120"/>
                </a:lnTo>
                <a:lnTo>
                  <a:pt x="3" y="119"/>
                </a:lnTo>
                <a:lnTo>
                  <a:pt x="3" y="118"/>
                </a:lnTo>
                <a:lnTo>
                  <a:pt x="3" y="117"/>
                </a:lnTo>
                <a:lnTo>
                  <a:pt x="2" y="115"/>
                </a:lnTo>
                <a:lnTo>
                  <a:pt x="2" y="114"/>
                </a:lnTo>
                <a:lnTo>
                  <a:pt x="2" y="112"/>
                </a:lnTo>
                <a:lnTo>
                  <a:pt x="1" y="111"/>
                </a:lnTo>
                <a:lnTo>
                  <a:pt x="1" y="110"/>
                </a:lnTo>
                <a:lnTo>
                  <a:pt x="1" y="109"/>
                </a:lnTo>
                <a:lnTo>
                  <a:pt x="0" y="109"/>
                </a:lnTo>
                <a:lnTo>
                  <a:pt x="0" y="108"/>
                </a:lnTo>
                <a:lnTo>
                  <a:pt x="1" y="108"/>
                </a:lnTo>
                <a:lnTo>
                  <a:pt x="2" y="108"/>
                </a:lnTo>
                <a:lnTo>
                  <a:pt x="3" y="107"/>
                </a:lnTo>
                <a:lnTo>
                  <a:pt x="3" y="106"/>
                </a:lnTo>
                <a:lnTo>
                  <a:pt x="4" y="105"/>
                </a:lnTo>
                <a:lnTo>
                  <a:pt x="5" y="104"/>
                </a:lnTo>
                <a:lnTo>
                  <a:pt x="5" y="103"/>
                </a:lnTo>
                <a:lnTo>
                  <a:pt x="5" y="102"/>
                </a:lnTo>
                <a:lnTo>
                  <a:pt x="6" y="102"/>
                </a:lnTo>
                <a:lnTo>
                  <a:pt x="6" y="101"/>
                </a:lnTo>
                <a:lnTo>
                  <a:pt x="6" y="100"/>
                </a:lnTo>
                <a:lnTo>
                  <a:pt x="6" y="99"/>
                </a:lnTo>
                <a:lnTo>
                  <a:pt x="5" y="99"/>
                </a:lnTo>
                <a:lnTo>
                  <a:pt x="5" y="98"/>
                </a:lnTo>
                <a:lnTo>
                  <a:pt x="4" y="97"/>
                </a:lnTo>
                <a:lnTo>
                  <a:pt x="3" y="97"/>
                </a:lnTo>
                <a:lnTo>
                  <a:pt x="2" y="96"/>
                </a:lnTo>
                <a:lnTo>
                  <a:pt x="2" y="95"/>
                </a:lnTo>
                <a:lnTo>
                  <a:pt x="2" y="94"/>
                </a:lnTo>
                <a:lnTo>
                  <a:pt x="2" y="93"/>
                </a:lnTo>
                <a:lnTo>
                  <a:pt x="2" y="92"/>
                </a:lnTo>
                <a:lnTo>
                  <a:pt x="2" y="91"/>
                </a:lnTo>
                <a:lnTo>
                  <a:pt x="2" y="90"/>
                </a:lnTo>
                <a:lnTo>
                  <a:pt x="2" y="89"/>
                </a:lnTo>
                <a:lnTo>
                  <a:pt x="2" y="88"/>
                </a:lnTo>
                <a:lnTo>
                  <a:pt x="3" y="88"/>
                </a:lnTo>
                <a:lnTo>
                  <a:pt x="3" y="89"/>
                </a:lnTo>
                <a:lnTo>
                  <a:pt x="4" y="89"/>
                </a:lnTo>
                <a:lnTo>
                  <a:pt x="5" y="89"/>
                </a:lnTo>
                <a:lnTo>
                  <a:pt x="4" y="88"/>
                </a:lnTo>
                <a:lnTo>
                  <a:pt x="4" y="87"/>
                </a:lnTo>
                <a:lnTo>
                  <a:pt x="3" y="87"/>
                </a:lnTo>
                <a:lnTo>
                  <a:pt x="4" y="86"/>
                </a:lnTo>
                <a:lnTo>
                  <a:pt x="4" y="87"/>
                </a:lnTo>
                <a:lnTo>
                  <a:pt x="5" y="87"/>
                </a:lnTo>
                <a:lnTo>
                  <a:pt x="5" y="88"/>
                </a:lnTo>
                <a:lnTo>
                  <a:pt x="6" y="88"/>
                </a:lnTo>
                <a:lnTo>
                  <a:pt x="5" y="88"/>
                </a:lnTo>
                <a:lnTo>
                  <a:pt x="5" y="87"/>
                </a:lnTo>
                <a:lnTo>
                  <a:pt x="5" y="86"/>
                </a:lnTo>
                <a:lnTo>
                  <a:pt x="6" y="86"/>
                </a:lnTo>
                <a:lnTo>
                  <a:pt x="6" y="87"/>
                </a:lnTo>
                <a:lnTo>
                  <a:pt x="7" y="87"/>
                </a:lnTo>
                <a:lnTo>
                  <a:pt x="7" y="86"/>
                </a:lnTo>
                <a:lnTo>
                  <a:pt x="6" y="85"/>
                </a:lnTo>
                <a:lnTo>
                  <a:pt x="5" y="84"/>
                </a:lnTo>
                <a:lnTo>
                  <a:pt x="5" y="83"/>
                </a:lnTo>
                <a:lnTo>
                  <a:pt x="5" y="82"/>
                </a:lnTo>
                <a:lnTo>
                  <a:pt x="6" y="82"/>
                </a:lnTo>
                <a:lnTo>
                  <a:pt x="6" y="81"/>
                </a:lnTo>
                <a:lnTo>
                  <a:pt x="7" y="80"/>
                </a:lnTo>
                <a:lnTo>
                  <a:pt x="10" y="80"/>
                </a:lnTo>
                <a:lnTo>
                  <a:pt x="12" y="80"/>
                </a:lnTo>
                <a:lnTo>
                  <a:pt x="13" y="79"/>
                </a:lnTo>
                <a:lnTo>
                  <a:pt x="14" y="79"/>
                </a:lnTo>
                <a:lnTo>
                  <a:pt x="14" y="78"/>
                </a:lnTo>
                <a:lnTo>
                  <a:pt x="15" y="78"/>
                </a:lnTo>
                <a:lnTo>
                  <a:pt x="17" y="76"/>
                </a:lnTo>
                <a:lnTo>
                  <a:pt x="18" y="75"/>
                </a:lnTo>
                <a:lnTo>
                  <a:pt x="18" y="74"/>
                </a:lnTo>
                <a:lnTo>
                  <a:pt x="19" y="74"/>
                </a:lnTo>
                <a:lnTo>
                  <a:pt x="19" y="73"/>
                </a:lnTo>
                <a:lnTo>
                  <a:pt x="20" y="73"/>
                </a:lnTo>
                <a:lnTo>
                  <a:pt x="21" y="72"/>
                </a:lnTo>
                <a:lnTo>
                  <a:pt x="22" y="72"/>
                </a:lnTo>
                <a:lnTo>
                  <a:pt x="23" y="72"/>
                </a:lnTo>
                <a:lnTo>
                  <a:pt x="24" y="71"/>
                </a:lnTo>
                <a:lnTo>
                  <a:pt x="25" y="70"/>
                </a:lnTo>
                <a:lnTo>
                  <a:pt x="28" y="69"/>
                </a:lnTo>
                <a:lnTo>
                  <a:pt x="30" y="67"/>
                </a:lnTo>
                <a:lnTo>
                  <a:pt x="30" y="66"/>
                </a:lnTo>
                <a:lnTo>
                  <a:pt x="31" y="66"/>
                </a:lnTo>
                <a:lnTo>
                  <a:pt x="32" y="66"/>
                </a:lnTo>
                <a:lnTo>
                  <a:pt x="31" y="66"/>
                </a:lnTo>
                <a:lnTo>
                  <a:pt x="30" y="66"/>
                </a:lnTo>
                <a:lnTo>
                  <a:pt x="31" y="66"/>
                </a:lnTo>
                <a:lnTo>
                  <a:pt x="31" y="65"/>
                </a:lnTo>
                <a:lnTo>
                  <a:pt x="32" y="64"/>
                </a:lnTo>
                <a:lnTo>
                  <a:pt x="33" y="64"/>
                </a:lnTo>
                <a:lnTo>
                  <a:pt x="34" y="63"/>
                </a:lnTo>
                <a:lnTo>
                  <a:pt x="35" y="62"/>
                </a:lnTo>
                <a:lnTo>
                  <a:pt x="35" y="61"/>
                </a:lnTo>
                <a:lnTo>
                  <a:pt x="35" y="60"/>
                </a:lnTo>
                <a:lnTo>
                  <a:pt x="37" y="59"/>
                </a:lnTo>
                <a:lnTo>
                  <a:pt x="37" y="58"/>
                </a:lnTo>
                <a:lnTo>
                  <a:pt x="39" y="58"/>
                </a:lnTo>
                <a:lnTo>
                  <a:pt x="39" y="57"/>
                </a:lnTo>
                <a:lnTo>
                  <a:pt x="41" y="57"/>
                </a:lnTo>
                <a:lnTo>
                  <a:pt x="42" y="57"/>
                </a:lnTo>
                <a:lnTo>
                  <a:pt x="43" y="56"/>
                </a:lnTo>
                <a:lnTo>
                  <a:pt x="44" y="56"/>
                </a:lnTo>
                <a:lnTo>
                  <a:pt x="45" y="56"/>
                </a:lnTo>
                <a:lnTo>
                  <a:pt x="45" y="55"/>
                </a:lnTo>
                <a:lnTo>
                  <a:pt x="46" y="55"/>
                </a:lnTo>
                <a:lnTo>
                  <a:pt x="46" y="54"/>
                </a:lnTo>
                <a:lnTo>
                  <a:pt x="47" y="54"/>
                </a:lnTo>
                <a:lnTo>
                  <a:pt x="49" y="53"/>
                </a:lnTo>
                <a:lnTo>
                  <a:pt x="50" y="53"/>
                </a:lnTo>
                <a:lnTo>
                  <a:pt x="51" y="53"/>
                </a:lnTo>
                <a:lnTo>
                  <a:pt x="51" y="52"/>
                </a:lnTo>
                <a:lnTo>
                  <a:pt x="52" y="51"/>
                </a:lnTo>
                <a:lnTo>
                  <a:pt x="53" y="51"/>
                </a:lnTo>
                <a:lnTo>
                  <a:pt x="54" y="50"/>
                </a:lnTo>
                <a:lnTo>
                  <a:pt x="55" y="49"/>
                </a:lnTo>
                <a:lnTo>
                  <a:pt x="55" y="48"/>
                </a:lnTo>
                <a:lnTo>
                  <a:pt x="55" y="47"/>
                </a:lnTo>
                <a:lnTo>
                  <a:pt x="55" y="46"/>
                </a:lnTo>
                <a:lnTo>
                  <a:pt x="55" y="45"/>
                </a:lnTo>
                <a:lnTo>
                  <a:pt x="56" y="45"/>
                </a:lnTo>
                <a:lnTo>
                  <a:pt x="56" y="46"/>
                </a:lnTo>
                <a:lnTo>
                  <a:pt x="57" y="46"/>
                </a:lnTo>
                <a:lnTo>
                  <a:pt x="57" y="45"/>
                </a:lnTo>
                <a:lnTo>
                  <a:pt x="58" y="44"/>
                </a:lnTo>
                <a:lnTo>
                  <a:pt x="58" y="45"/>
                </a:lnTo>
                <a:lnTo>
                  <a:pt x="60" y="44"/>
                </a:lnTo>
                <a:lnTo>
                  <a:pt x="61" y="44"/>
                </a:lnTo>
                <a:lnTo>
                  <a:pt x="62" y="45"/>
                </a:lnTo>
                <a:lnTo>
                  <a:pt x="62" y="46"/>
                </a:lnTo>
                <a:lnTo>
                  <a:pt x="63" y="46"/>
                </a:lnTo>
                <a:lnTo>
                  <a:pt x="63" y="47"/>
                </a:lnTo>
                <a:lnTo>
                  <a:pt x="63" y="48"/>
                </a:lnTo>
                <a:lnTo>
                  <a:pt x="63" y="47"/>
                </a:lnTo>
                <a:lnTo>
                  <a:pt x="64" y="47"/>
                </a:lnTo>
                <a:lnTo>
                  <a:pt x="64" y="45"/>
                </a:lnTo>
                <a:lnTo>
                  <a:pt x="63" y="45"/>
                </a:lnTo>
                <a:lnTo>
                  <a:pt x="63" y="44"/>
                </a:lnTo>
                <a:lnTo>
                  <a:pt x="62" y="44"/>
                </a:lnTo>
                <a:lnTo>
                  <a:pt x="62" y="43"/>
                </a:lnTo>
                <a:lnTo>
                  <a:pt x="61" y="43"/>
                </a:lnTo>
                <a:lnTo>
                  <a:pt x="61" y="42"/>
                </a:lnTo>
                <a:lnTo>
                  <a:pt x="62" y="41"/>
                </a:lnTo>
                <a:lnTo>
                  <a:pt x="63" y="41"/>
                </a:lnTo>
                <a:lnTo>
                  <a:pt x="63" y="42"/>
                </a:lnTo>
                <a:lnTo>
                  <a:pt x="64" y="42"/>
                </a:lnTo>
                <a:lnTo>
                  <a:pt x="64" y="41"/>
                </a:lnTo>
                <a:lnTo>
                  <a:pt x="63" y="41"/>
                </a:lnTo>
                <a:lnTo>
                  <a:pt x="63" y="40"/>
                </a:lnTo>
                <a:lnTo>
                  <a:pt x="64" y="40"/>
                </a:lnTo>
                <a:lnTo>
                  <a:pt x="63" y="40"/>
                </a:lnTo>
                <a:lnTo>
                  <a:pt x="64" y="40"/>
                </a:lnTo>
                <a:lnTo>
                  <a:pt x="64" y="39"/>
                </a:lnTo>
                <a:lnTo>
                  <a:pt x="65" y="39"/>
                </a:lnTo>
                <a:lnTo>
                  <a:pt x="64" y="38"/>
                </a:lnTo>
                <a:lnTo>
                  <a:pt x="63" y="38"/>
                </a:lnTo>
                <a:lnTo>
                  <a:pt x="62" y="38"/>
                </a:lnTo>
                <a:lnTo>
                  <a:pt x="62" y="37"/>
                </a:lnTo>
                <a:lnTo>
                  <a:pt x="61" y="38"/>
                </a:lnTo>
                <a:lnTo>
                  <a:pt x="60" y="39"/>
                </a:lnTo>
                <a:lnTo>
                  <a:pt x="60" y="40"/>
                </a:lnTo>
                <a:lnTo>
                  <a:pt x="60" y="41"/>
                </a:lnTo>
                <a:lnTo>
                  <a:pt x="60" y="40"/>
                </a:lnTo>
                <a:lnTo>
                  <a:pt x="60" y="39"/>
                </a:lnTo>
                <a:lnTo>
                  <a:pt x="59" y="39"/>
                </a:lnTo>
                <a:lnTo>
                  <a:pt x="59" y="40"/>
                </a:lnTo>
                <a:lnTo>
                  <a:pt x="59" y="41"/>
                </a:lnTo>
                <a:lnTo>
                  <a:pt x="58" y="41"/>
                </a:lnTo>
                <a:lnTo>
                  <a:pt x="58" y="40"/>
                </a:lnTo>
                <a:lnTo>
                  <a:pt x="57" y="40"/>
                </a:lnTo>
                <a:lnTo>
                  <a:pt x="57" y="41"/>
                </a:lnTo>
                <a:lnTo>
                  <a:pt x="57" y="40"/>
                </a:lnTo>
                <a:lnTo>
                  <a:pt x="56" y="41"/>
                </a:lnTo>
                <a:lnTo>
                  <a:pt x="57" y="41"/>
                </a:lnTo>
                <a:lnTo>
                  <a:pt x="57" y="42"/>
                </a:lnTo>
                <a:lnTo>
                  <a:pt x="56" y="42"/>
                </a:lnTo>
                <a:lnTo>
                  <a:pt x="55" y="42"/>
                </a:lnTo>
                <a:lnTo>
                  <a:pt x="55" y="43"/>
                </a:lnTo>
                <a:lnTo>
                  <a:pt x="55" y="44"/>
                </a:lnTo>
                <a:lnTo>
                  <a:pt x="54" y="44"/>
                </a:lnTo>
                <a:lnTo>
                  <a:pt x="53" y="44"/>
                </a:lnTo>
                <a:lnTo>
                  <a:pt x="53" y="43"/>
                </a:lnTo>
                <a:lnTo>
                  <a:pt x="53" y="44"/>
                </a:lnTo>
                <a:lnTo>
                  <a:pt x="53" y="45"/>
                </a:lnTo>
                <a:lnTo>
                  <a:pt x="52" y="45"/>
                </a:lnTo>
                <a:lnTo>
                  <a:pt x="51" y="45"/>
                </a:lnTo>
                <a:lnTo>
                  <a:pt x="51" y="46"/>
                </a:lnTo>
                <a:lnTo>
                  <a:pt x="50" y="46"/>
                </a:lnTo>
                <a:lnTo>
                  <a:pt x="50" y="45"/>
                </a:lnTo>
                <a:lnTo>
                  <a:pt x="50" y="44"/>
                </a:lnTo>
                <a:lnTo>
                  <a:pt x="51" y="44"/>
                </a:lnTo>
                <a:lnTo>
                  <a:pt x="51" y="43"/>
                </a:lnTo>
                <a:lnTo>
                  <a:pt x="52" y="43"/>
                </a:lnTo>
                <a:lnTo>
                  <a:pt x="52" y="42"/>
                </a:lnTo>
                <a:lnTo>
                  <a:pt x="51" y="41"/>
                </a:lnTo>
                <a:lnTo>
                  <a:pt x="51" y="40"/>
                </a:lnTo>
                <a:lnTo>
                  <a:pt x="51" y="39"/>
                </a:lnTo>
                <a:lnTo>
                  <a:pt x="50" y="39"/>
                </a:lnTo>
                <a:lnTo>
                  <a:pt x="50" y="38"/>
                </a:lnTo>
                <a:lnTo>
                  <a:pt x="50" y="37"/>
                </a:lnTo>
                <a:lnTo>
                  <a:pt x="51" y="37"/>
                </a:lnTo>
                <a:lnTo>
                  <a:pt x="51" y="35"/>
                </a:lnTo>
                <a:lnTo>
                  <a:pt x="52" y="35"/>
                </a:lnTo>
                <a:lnTo>
                  <a:pt x="53" y="34"/>
                </a:lnTo>
                <a:lnTo>
                  <a:pt x="54" y="33"/>
                </a:lnTo>
                <a:lnTo>
                  <a:pt x="55" y="34"/>
                </a:lnTo>
                <a:lnTo>
                  <a:pt x="55" y="33"/>
                </a:lnTo>
                <a:lnTo>
                  <a:pt x="55" y="32"/>
                </a:lnTo>
                <a:lnTo>
                  <a:pt x="56" y="32"/>
                </a:lnTo>
                <a:lnTo>
                  <a:pt x="56" y="31"/>
                </a:lnTo>
                <a:lnTo>
                  <a:pt x="57" y="31"/>
                </a:lnTo>
                <a:lnTo>
                  <a:pt x="56" y="32"/>
                </a:lnTo>
                <a:lnTo>
                  <a:pt x="57" y="32"/>
                </a:lnTo>
                <a:lnTo>
                  <a:pt x="58" y="32"/>
                </a:lnTo>
                <a:lnTo>
                  <a:pt x="57" y="32"/>
                </a:lnTo>
                <a:lnTo>
                  <a:pt x="57" y="31"/>
                </a:lnTo>
                <a:lnTo>
                  <a:pt x="58" y="31"/>
                </a:lnTo>
                <a:lnTo>
                  <a:pt x="59" y="30"/>
                </a:lnTo>
                <a:lnTo>
                  <a:pt x="59" y="29"/>
                </a:lnTo>
                <a:lnTo>
                  <a:pt x="60" y="28"/>
                </a:lnTo>
                <a:lnTo>
                  <a:pt x="59" y="27"/>
                </a:lnTo>
                <a:lnTo>
                  <a:pt x="60" y="26"/>
                </a:lnTo>
                <a:lnTo>
                  <a:pt x="61" y="27"/>
                </a:lnTo>
                <a:lnTo>
                  <a:pt x="62" y="27"/>
                </a:lnTo>
                <a:lnTo>
                  <a:pt x="62" y="26"/>
                </a:lnTo>
                <a:lnTo>
                  <a:pt x="62" y="25"/>
                </a:lnTo>
                <a:lnTo>
                  <a:pt x="63" y="25"/>
                </a:lnTo>
                <a:lnTo>
                  <a:pt x="64" y="25"/>
                </a:lnTo>
                <a:lnTo>
                  <a:pt x="65" y="25"/>
                </a:lnTo>
                <a:lnTo>
                  <a:pt x="65" y="26"/>
                </a:lnTo>
                <a:lnTo>
                  <a:pt x="66" y="26"/>
                </a:lnTo>
                <a:lnTo>
                  <a:pt x="65" y="26"/>
                </a:lnTo>
                <a:lnTo>
                  <a:pt x="65" y="27"/>
                </a:lnTo>
                <a:lnTo>
                  <a:pt x="65" y="28"/>
                </a:lnTo>
                <a:lnTo>
                  <a:pt x="66" y="28"/>
                </a:lnTo>
                <a:lnTo>
                  <a:pt x="67" y="28"/>
                </a:lnTo>
                <a:lnTo>
                  <a:pt x="68" y="27"/>
                </a:lnTo>
                <a:lnTo>
                  <a:pt x="69" y="27"/>
                </a:lnTo>
                <a:lnTo>
                  <a:pt x="69" y="28"/>
                </a:lnTo>
                <a:lnTo>
                  <a:pt x="69" y="27"/>
                </a:lnTo>
                <a:lnTo>
                  <a:pt x="70" y="27"/>
                </a:lnTo>
                <a:lnTo>
                  <a:pt x="70" y="28"/>
                </a:lnTo>
                <a:lnTo>
                  <a:pt x="70" y="29"/>
                </a:lnTo>
                <a:lnTo>
                  <a:pt x="70" y="28"/>
                </a:lnTo>
                <a:lnTo>
                  <a:pt x="70" y="27"/>
                </a:lnTo>
                <a:lnTo>
                  <a:pt x="70" y="28"/>
                </a:lnTo>
                <a:lnTo>
                  <a:pt x="71" y="28"/>
                </a:lnTo>
                <a:lnTo>
                  <a:pt x="71" y="29"/>
                </a:lnTo>
                <a:lnTo>
                  <a:pt x="72" y="29"/>
                </a:lnTo>
                <a:lnTo>
                  <a:pt x="72" y="30"/>
                </a:lnTo>
                <a:lnTo>
                  <a:pt x="73" y="30"/>
                </a:lnTo>
                <a:lnTo>
                  <a:pt x="73" y="31"/>
                </a:lnTo>
                <a:lnTo>
                  <a:pt x="74" y="31"/>
                </a:lnTo>
                <a:lnTo>
                  <a:pt x="74" y="30"/>
                </a:lnTo>
                <a:lnTo>
                  <a:pt x="74" y="31"/>
                </a:lnTo>
                <a:lnTo>
                  <a:pt x="73" y="31"/>
                </a:lnTo>
                <a:lnTo>
                  <a:pt x="73" y="32"/>
                </a:lnTo>
                <a:lnTo>
                  <a:pt x="74" y="31"/>
                </a:lnTo>
                <a:lnTo>
                  <a:pt x="74" y="32"/>
                </a:lnTo>
                <a:lnTo>
                  <a:pt x="74" y="31"/>
                </a:lnTo>
                <a:lnTo>
                  <a:pt x="75" y="31"/>
                </a:lnTo>
                <a:lnTo>
                  <a:pt x="75" y="30"/>
                </a:lnTo>
                <a:lnTo>
                  <a:pt x="76" y="29"/>
                </a:lnTo>
                <a:lnTo>
                  <a:pt x="76" y="30"/>
                </a:lnTo>
                <a:lnTo>
                  <a:pt x="77" y="30"/>
                </a:lnTo>
                <a:lnTo>
                  <a:pt x="77" y="29"/>
                </a:lnTo>
                <a:lnTo>
                  <a:pt x="78" y="29"/>
                </a:lnTo>
                <a:lnTo>
                  <a:pt x="78" y="31"/>
                </a:lnTo>
                <a:lnTo>
                  <a:pt x="78" y="32"/>
                </a:lnTo>
                <a:lnTo>
                  <a:pt x="79" y="33"/>
                </a:lnTo>
                <a:lnTo>
                  <a:pt x="78" y="34"/>
                </a:lnTo>
                <a:lnTo>
                  <a:pt x="79" y="34"/>
                </a:lnTo>
                <a:lnTo>
                  <a:pt x="79" y="33"/>
                </a:lnTo>
                <a:lnTo>
                  <a:pt x="80" y="33"/>
                </a:lnTo>
                <a:lnTo>
                  <a:pt x="80" y="32"/>
                </a:lnTo>
                <a:lnTo>
                  <a:pt x="81" y="32"/>
                </a:lnTo>
                <a:lnTo>
                  <a:pt x="82" y="32"/>
                </a:lnTo>
                <a:lnTo>
                  <a:pt x="83" y="32"/>
                </a:lnTo>
                <a:lnTo>
                  <a:pt x="83" y="31"/>
                </a:lnTo>
                <a:lnTo>
                  <a:pt x="84" y="30"/>
                </a:lnTo>
                <a:lnTo>
                  <a:pt x="84" y="31"/>
                </a:lnTo>
                <a:lnTo>
                  <a:pt x="84" y="32"/>
                </a:lnTo>
                <a:lnTo>
                  <a:pt x="83" y="32"/>
                </a:lnTo>
                <a:lnTo>
                  <a:pt x="83" y="33"/>
                </a:lnTo>
                <a:lnTo>
                  <a:pt x="84" y="33"/>
                </a:lnTo>
                <a:lnTo>
                  <a:pt x="85" y="33"/>
                </a:lnTo>
                <a:lnTo>
                  <a:pt x="85" y="32"/>
                </a:lnTo>
                <a:lnTo>
                  <a:pt x="86" y="31"/>
                </a:lnTo>
                <a:lnTo>
                  <a:pt x="87" y="31"/>
                </a:lnTo>
                <a:lnTo>
                  <a:pt x="87" y="32"/>
                </a:lnTo>
                <a:lnTo>
                  <a:pt x="87" y="31"/>
                </a:lnTo>
                <a:lnTo>
                  <a:pt x="88" y="31"/>
                </a:lnTo>
                <a:lnTo>
                  <a:pt x="86" y="30"/>
                </a:lnTo>
                <a:lnTo>
                  <a:pt x="85" y="30"/>
                </a:lnTo>
                <a:lnTo>
                  <a:pt x="85" y="29"/>
                </a:lnTo>
                <a:lnTo>
                  <a:pt x="83" y="29"/>
                </a:lnTo>
                <a:lnTo>
                  <a:pt x="84" y="29"/>
                </a:lnTo>
                <a:lnTo>
                  <a:pt x="83" y="29"/>
                </a:lnTo>
                <a:lnTo>
                  <a:pt x="83" y="28"/>
                </a:lnTo>
                <a:lnTo>
                  <a:pt x="83" y="27"/>
                </a:lnTo>
                <a:lnTo>
                  <a:pt x="83" y="26"/>
                </a:lnTo>
                <a:lnTo>
                  <a:pt x="83" y="25"/>
                </a:lnTo>
                <a:lnTo>
                  <a:pt x="85" y="25"/>
                </a:lnTo>
                <a:lnTo>
                  <a:pt x="86" y="25"/>
                </a:lnTo>
                <a:lnTo>
                  <a:pt x="86" y="26"/>
                </a:lnTo>
                <a:lnTo>
                  <a:pt x="87" y="26"/>
                </a:lnTo>
                <a:lnTo>
                  <a:pt x="86" y="25"/>
                </a:lnTo>
                <a:lnTo>
                  <a:pt x="86" y="24"/>
                </a:lnTo>
                <a:lnTo>
                  <a:pt x="85" y="24"/>
                </a:lnTo>
                <a:lnTo>
                  <a:pt x="85" y="25"/>
                </a:lnTo>
                <a:lnTo>
                  <a:pt x="84" y="25"/>
                </a:lnTo>
                <a:lnTo>
                  <a:pt x="84" y="24"/>
                </a:lnTo>
                <a:lnTo>
                  <a:pt x="84" y="23"/>
                </a:lnTo>
                <a:lnTo>
                  <a:pt x="84" y="22"/>
                </a:lnTo>
                <a:lnTo>
                  <a:pt x="85" y="22"/>
                </a:lnTo>
                <a:lnTo>
                  <a:pt x="85" y="21"/>
                </a:lnTo>
                <a:lnTo>
                  <a:pt x="86" y="21"/>
                </a:lnTo>
                <a:lnTo>
                  <a:pt x="86" y="20"/>
                </a:lnTo>
                <a:lnTo>
                  <a:pt x="87" y="20"/>
                </a:lnTo>
                <a:lnTo>
                  <a:pt x="87" y="19"/>
                </a:lnTo>
                <a:lnTo>
                  <a:pt x="88" y="19"/>
                </a:lnTo>
                <a:lnTo>
                  <a:pt x="88" y="18"/>
                </a:lnTo>
                <a:lnTo>
                  <a:pt x="89" y="18"/>
                </a:lnTo>
                <a:lnTo>
                  <a:pt x="90" y="17"/>
                </a:lnTo>
                <a:lnTo>
                  <a:pt x="91" y="17"/>
                </a:lnTo>
                <a:lnTo>
                  <a:pt x="92" y="17"/>
                </a:lnTo>
                <a:lnTo>
                  <a:pt x="94" y="17"/>
                </a:lnTo>
                <a:lnTo>
                  <a:pt x="95" y="16"/>
                </a:lnTo>
                <a:lnTo>
                  <a:pt x="96" y="16"/>
                </a:lnTo>
                <a:lnTo>
                  <a:pt x="97" y="16"/>
                </a:lnTo>
                <a:lnTo>
                  <a:pt x="98" y="16"/>
                </a:lnTo>
                <a:lnTo>
                  <a:pt x="97" y="16"/>
                </a:lnTo>
                <a:lnTo>
                  <a:pt x="98" y="16"/>
                </a:lnTo>
                <a:lnTo>
                  <a:pt x="99" y="16"/>
                </a:lnTo>
                <a:lnTo>
                  <a:pt x="99" y="15"/>
                </a:lnTo>
                <a:lnTo>
                  <a:pt x="100" y="15"/>
                </a:lnTo>
                <a:lnTo>
                  <a:pt x="101" y="16"/>
                </a:lnTo>
                <a:lnTo>
                  <a:pt x="102" y="16"/>
                </a:lnTo>
                <a:lnTo>
                  <a:pt x="102" y="17"/>
                </a:lnTo>
                <a:lnTo>
                  <a:pt x="102" y="18"/>
                </a:lnTo>
                <a:lnTo>
                  <a:pt x="102" y="19"/>
                </a:lnTo>
                <a:lnTo>
                  <a:pt x="102" y="18"/>
                </a:lnTo>
                <a:lnTo>
                  <a:pt x="102" y="17"/>
                </a:lnTo>
                <a:lnTo>
                  <a:pt x="103" y="18"/>
                </a:lnTo>
                <a:lnTo>
                  <a:pt x="103" y="19"/>
                </a:lnTo>
                <a:lnTo>
                  <a:pt x="104" y="20"/>
                </a:lnTo>
                <a:lnTo>
                  <a:pt x="105" y="20"/>
                </a:lnTo>
                <a:lnTo>
                  <a:pt x="106" y="20"/>
                </a:lnTo>
                <a:lnTo>
                  <a:pt x="107" y="20"/>
                </a:lnTo>
                <a:lnTo>
                  <a:pt x="108" y="20"/>
                </a:lnTo>
                <a:lnTo>
                  <a:pt x="108" y="21"/>
                </a:lnTo>
                <a:lnTo>
                  <a:pt x="108" y="22"/>
                </a:lnTo>
                <a:lnTo>
                  <a:pt x="109" y="22"/>
                </a:lnTo>
                <a:lnTo>
                  <a:pt x="109" y="23"/>
                </a:lnTo>
                <a:lnTo>
                  <a:pt x="110" y="22"/>
                </a:lnTo>
                <a:lnTo>
                  <a:pt x="110" y="21"/>
                </a:lnTo>
                <a:lnTo>
                  <a:pt x="110" y="20"/>
                </a:lnTo>
                <a:lnTo>
                  <a:pt x="110" y="19"/>
                </a:lnTo>
                <a:lnTo>
                  <a:pt x="110" y="18"/>
                </a:lnTo>
                <a:lnTo>
                  <a:pt x="109" y="18"/>
                </a:lnTo>
                <a:lnTo>
                  <a:pt x="110" y="18"/>
                </a:lnTo>
                <a:lnTo>
                  <a:pt x="111" y="18"/>
                </a:lnTo>
                <a:lnTo>
                  <a:pt x="111" y="19"/>
                </a:lnTo>
                <a:lnTo>
                  <a:pt x="112" y="19"/>
                </a:lnTo>
                <a:lnTo>
                  <a:pt x="111" y="20"/>
                </a:lnTo>
                <a:lnTo>
                  <a:pt x="112" y="21"/>
                </a:lnTo>
                <a:lnTo>
                  <a:pt x="112" y="22"/>
                </a:lnTo>
                <a:lnTo>
                  <a:pt x="113" y="22"/>
                </a:lnTo>
                <a:lnTo>
                  <a:pt x="112" y="22"/>
                </a:lnTo>
                <a:lnTo>
                  <a:pt x="112" y="23"/>
                </a:lnTo>
                <a:lnTo>
                  <a:pt x="111" y="23"/>
                </a:lnTo>
                <a:lnTo>
                  <a:pt x="111" y="24"/>
                </a:lnTo>
                <a:lnTo>
                  <a:pt x="111" y="25"/>
                </a:lnTo>
                <a:lnTo>
                  <a:pt x="112" y="24"/>
                </a:lnTo>
                <a:lnTo>
                  <a:pt x="112" y="25"/>
                </a:lnTo>
                <a:lnTo>
                  <a:pt x="112" y="24"/>
                </a:lnTo>
                <a:lnTo>
                  <a:pt x="111" y="23"/>
                </a:lnTo>
                <a:lnTo>
                  <a:pt x="112" y="22"/>
                </a:lnTo>
                <a:lnTo>
                  <a:pt x="113" y="22"/>
                </a:lnTo>
                <a:lnTo>
                  <a:pt x="114" y="22"/>
                </a:lnTo>
                <a:lnTo>
                  <a:pt x="114" y="23"/>
                </a:lnTo>
                <a:lnTo>
                  <a:pt x="114" y="22"/>
                </a:lnTo>
                <a:lnTo>
                  <a:pt x="114" y="21"/>
                </a:lnTo>
                <a:lnTo>
                  <a:pt x="115" y="21"/>
                </a:lnTo>
                <a:lnTo>
                  <a:pt x="115" y="20"/>
                </a:lnTo>
                <a:lnTo>
                  <a:pt x="115" y="19"/>
                </a:lnTo>
                <a:lnTo>
                  <a:pt x="115" y="20"/>
                </a:lnTo>
                <a:lnTo>
                  <a:pt x="116" y="20"/>
                </a:lnTo>
                <a:lnTo>
                  <a:pt x="116" y="19"/>
                </a:lnTo>
                <a:lnTo>
                  <a:pt x="116" y="18"/>
                </a:lnTo>
                <a:lnTo>
                  <a:pt x="115" y="18"/>
                </a:lnTo>
                <a:lnTo>
                  <a:pt x="115" y="17"/>
                </a:lnTo>
                <a:lnTo>
                  <a:pt x="116" y="17"/>
                </a:lnTo>
                <a:lnTo>
                  <a:pt x="117" y="17"/>
                </a:lnTo>
                <a:lnTo>
                  <a:pt x="117" y="18"/>
                </a:lnTo>
                <a:lnTo>
                  <a:pt x="118" y="18"/>
                </a:lnTo>
                <a:lnTo>
                  <a:pt x="119" y="18"/>
                </a:lnTo>
                <a:lnTo>
                  <a:pt x="120" y="18"/>
                </a:lnTo>
                <a:lnTo>
                  <a:pt x="120" y="17"/>
                </a:lnTo>
                <a:lnTo>
                  <a:pt x="121" y="17"/>
                </a:lnTo>
                <a:lnTo>
                  <a:pt x="121" y="18"/>
                </a:lnTo>
                <a:lnTo>
                  <a:pt x="122" y="18"/>
                </a:lnTo>
                <a:lnTo>
                  <a:pt x="122" y="19"/>
                </a:lnTo>
                <a:lnTo>
                  <a:pt x="122" y="20"/>
                </a:lnTo>
                <a:lnTo>
                  <a:pt x="123" y="20"/>
                </a:lnTo>
                <a:lnTo>
                  <a:pt x="123" y="21"/>
                </a:lnTo>
                <a:lnTo>
                  <a:pt x="124" y="22"/>
                </a:lnTo>
                <a:lnTo>
                  <a:pt x="125" y="22"/>
                </a:lnTo>
                <a:lnTo>
                  <a:pt x="126" y="22"/>
                </a:lnTo>
                <a:lnTo>
                  <a:pt x="127" y="22"/>
                </a:lnTo>
                <a:lnTo>
                  <a:pt x="128" y="22"/>
                </a:lnTo>
                <a:lnTo>
                  <a:pt x="128" y="21"/>
                </a:lnTo>
                <a:lnTo>
                  <a:pt x="128" y="22"/>
                </a:lnTo>
                <a:lnTo>
                  <a:pt x="127" y="22"/>
                </a:lnTo>
                <a:lnTo>
                  <a:pt x="127" y="23"/>
                </a:lnTo>
                <a:lnTo>
                  <a:pt x="126" y="23"/>
                </a:lnTo>
                <a:lnTo>
                  <a:pt x="125" y="22"/>
                </a:lnTo>
                <a:lnTo>
                  <a:pt x="125" y="23"/>
                </a:lnTo>
                <a:lnTo>
                  <a:pt x="124" y="23"/>
                </a:lnTo>
                <a:lnTo>
                  <a:pt x="124" y="24"/>
                </a:lnTo>
                <a:lnTo>
                  <a:pt x="123" y="24"/>
                </a:lnTo>
                <a:lnTo>
                  <a:pt x="122" y="25"/>
                </a:lnTo>
                <a:lnTo>
                  <a:pt x="123" y="25"/>
                </a:lnTo>
                <a:lnTo>
                  <a:pt x="124" y="25"/>
                </a:lnTo>
                <a:lnTo>
                  <a:pt x="125" y="25"/>
                </a:lnTo>
                <a:lnTo>
                  <a:pt x="125" y="26"/>
                </a:lnTo>
                <a:lnTo>
                  <a:pt x="126" y="27"/>
                </a:lnTo>
                <a:lnTo>
                  <a:pt x="126" y="26"/>
                </a:lnTo>
                <a:lnTo>
                  <a:pt x="125" y="25"/>
                </a:lnTo>
                <a:lnTo>
                  <a:pt x="126" y="25"/>
                </a:lnTo>
                <a:lnTo>
                  <a:pt x="127" y="25"/>
                </a:lnTo>
                <a:lnTo>
                  <a:pt x="127" y="26"/>
                </a:lnTo>
                <a:lnTo>
                  <a:pt x="127" y="25"/>
                </a:lnTo>
                <a:lnTo>
                  <a:pt x="127" y="24"/>
                </a:lnTo>
                <a:lnTo>
                  <a:pt x="126" y="24"/>
                </a:lnTo>
                <a:lnTo>
                  <a:pt x="125" y="24"/>
                </a:lnTo>
                <a:lnTo>
                  <a:pt x="125" y="23"/>
                </a:lnTo>
                <a:lnTo>
                  <a:pt x="126" y="23"/>
                </a:lnTo>
                <a:lnTo>
                  <a:pt x="127" y="23"/>
                </a:lnTo>
                <a:lnTo>
                  <a:pt x="128" y="23"/>
                </a:lnTo>
                <a:lnTo>
                  <a:pt x="128" y="22"/>
                </a:lnTo>
                <a:lnTo>
                  <a:pt x="128" y="21"/>
                </a:lnTo>
                <a:lnTo>
                  <a:pt x="127" y="21"/>
                </a:lnTo>
                <a:lnTo>
                  <a:pt x="127" y="20"/>
                </a:lnTo>
                <a:lnTo>
                  <a:pt x="128" y="20"/>
                </a:lnTo>
                <a:lnTo>
                  <a:pt x="128" y="21"/>
                </a:lnTo>
                <a:lnTo>
                  <a:pt x="128" y="20"/>
                </a:lnTo>
                <a:lnTo>
                  <a:pt x="129" y="20"/>
                </a:lnTo>
                <a:lnTo>
                  <a:pt x="130" y="20"/>
                </a:lnTo>
                <a:lnTo>
                  <a:pt x="131" y="19"/>
                </a:lnTo>
                <a:lnTo>
                  <a:pt x="131" y="18"/>
                </a:lnTo>
                <a:lnTo>
                  <a:pt x="132" y="18"/>
                </a:lnTo>
                <a:lnTo>
                  <a:pt x="133" y="18"/>
                </a:lnTo>
                <a:lnTo>
                  <a:pt x="133" y="19"/>
                </a:lnTo>
                <a:lnTo>
                  <a:pt x="134" y="19"/>
                </a:lnTo>
                <a:lnTo>
                  <a:pt x="135" y="19"/>
                </a:lnTo>
                <a:lnTo>
                  <a:pt x="136" y="18"/>
                </a:lnTo>
                <a:lnTo>
                  <a:pt x="136" y="19"/>
                </a:lnTo>
                <a:lnTo>
                  <a:pt x="137" y="19"/>
                </a:lnTo>
                <a:lnTo>
                  <a:pt x="137" y="20"/>
                </a:lnTo>
                <a:lnTo>
                  <a:pt x="136" y="20"/>
                </a:lnTo>
                <a:lnTo>
                  <a:pt x="137" y="20"/>
                </a:lnTo>
                <a:lnTo>
                  <a:pt x="137" y="19"/>
                </a:lnTo>
                <a:lnTo>
                  <a:pt x="137" y="18"/>
                </a:lnTo>
                <a:lnTo>
                  <a:pt x="138" y="18"/>
                </a:lnTo>
                <a:lnTo>
                  <a:pt x="137" y="18"/>
                </a:lnTo>
                <a:lnTo>
                  <a:pt x="136" y="18"/>
                </a:lnTo>
                <a:lnTo>
                  <a:pt x="135" y="18"/>
                </a:lnTo>
                <a:lnTo>
                  <a:pt x="134" y="18"/>
                </a:lnTo>
                <a:lnTo>
                  <a:pt x="133" y="18"/>
                </a:lnTo>
                <a:lnTo>
                  <a:pt x="132" y="18"/>
                </a:lnTo>
                <a:lnTo>
                  <a:pt x="133" y="18"/>
                </a:lnTo>
                <a:lnTo>
                  <a:pt x="134" y="17"/>
                </a:lnTo>
                <a:lnTo>
                  <a:pt x="135" y="17"/>
                </a:lnTo>
                <a:lnTo>
                  <a:pt x="136" y="17"/>
                </a:lnTo>
                <a:lnTo>
                  <a:pt x="137" y="17"/>
                </a:lnTo>
                <a:lnTo>
                  <a:pt x="137" y="16"/>
                </a:lnTo>
                <a:lnTo>
                  <a:pt x="138" y="16"/>
                </a:lnTo>
                <a:lnTo>
                  <a:pt x="138" y="15"/>
                </a:lnTo>
                <a:lnTo>
                  <a:pt x="139" y="15"/>
                </a:lnTo>
                <a:lnTo>
                  <a:pt x="139" y="14"/>
                </a:lnTo>
                <a:lnTo>
                  <a:pt x="139" y="13"/>
                </a:lnTo>
                <a:lnTo>
                  <a:pt x="140" y="12"/>
                </a:lnTo>
                <a:lnTo>
                  <a:pt x="140" y="11"/>
                </a:lnTo>
                <a:lnTo>
                  <a:pt x="141" y="10"/>
                </a:lnTo>
                <a:lnTo>
                  <a:pt x="142" y="10"/>
                </a:lnTo>
                <a:lnTo>
                  <a:pt x="143" y="10"/>
                </a:lnTo>
                <a:lnTo>
                  <a:pt x="144" y="10"/>
                </a:lnTo>
                <a:lnTo>
                  <a:pt x="145" y="10"/>
                </a:lnTo>
                <a:lnTo>
                  <a:pt x="145" y="11"/>
                </a:lnTo>
                <a:lnTo>
                  <a:pt x="146" y="11"/>
                </a:lnTo>
                <a:lnTo>
                  <a:pt x="146" y="12"/>
                </a:lnTo>
                <a:lnTo>
                  <a:pt x="147" y="12"/>
                </a:lnTo>
                <a:lnTo>
                  <a:pt x="148" y="12"/>
                </a:lnTo>
                <a:lnTo>
                  <a:pt x="148" y="13"/>
                </a:lnTo>
                <a:lnTo>
                  <a:pt x="149" y="13"/>
                </a:lnTo>
                <a:lnTo>
                  <a:pt x="150" y="14"/>
                </a:lnTo>
                <a:lnTo>
                  <a:pt x="151" y="14"/>
                </a:lnTo>
                <a:lnTo>
                  <a:pt x="152" y="14"/>
                </a:lnTo>
                <a:lnTo>
                  <a:pt x="152" y="13"/>
                </a:lnTo>
                <a:lnTo>
                  <a:pt x="151" y="13"/>
                </a:lnTo>
                <a:lnTo>
                  <a:pt x="152" y="13"/>
                </a:lnTo>
                <a:lnTo>
                  <a:pt x="151" y="12"/>
                </a:lnTo>
                <a:lnTo>
                  <a:pt x="152" y="12"/>
                </a:lnTo>
                <a:lnTo>
                  <a:pt x="152" y="13"/>
                </a:lnTo>
                <a:lnTo>
                  <a:pt x="153" y="13"/>
                </a:lnTo>
                <a:lnTo>
                  <a:pt x="154" y="12"/>
                </a:lnTo>
                <a:lnTo>
                  <a:pt x="154" y="11"/>
                </a:lnTo>
                <a:lnTo>
                  <a:pt x="156" y="11"/>
                </a:lnTo>
                <a:lnTo>
                  <a:pt x="154" y="10"/>
                </a:lnTo>
                <a:lnTo>
                  <a:pt x="153" y="10"/>
                </a:lnTo>
                <a:lnTo>
                  <a:pt x="153" y="9"/>
                </a:lnTo>
                <a:lnTo>
                  <a:pt x="154" y="9"/>
                </a:lnTo>
                <a:lnTo>
                  <a:pt x="154" y="8"/>
                </a:lnTo>
                <a:lnTo>
                  <a:pt x="155" y="8"/>
                </a:lnTo>
                <a:lnTo>
                  <a:pt x="157" y="7"/>
                </a:lnTo>
                <a:lnTo>
                  <a:pt x="158" y="7"/>
                </a:lnTo>
                <a:lnTo>
                  <a:pt x="159" y="7"/>
                </a:lnTo>
                <a:lnTo>
                  <a:pt x="160" y="7"/>
                </a:lnTo>
                <a:lnTo>
                  <a:pt x="160" y="8"/>
                </a:lnTo>
                <a:lnTo>
                  <a:pt x="161" y="8"/>
                </a:lnTo>
                <a:lnTo>
                  <a:pt x="161" y="9"/>
                </a:lnTo>
                <a:lnTo>
                  <a:pt x="162" y="9"/>
                </a:lnTo>
                <a:lnTo>
                  <a:pt x="163" y="9"/>
                </a:lnTo>
                <a:lnTo>
                  <a:pt x="163" y="10"/>
                </a:lnTo>
                <a:lnTo>
                  <a:pt x="164" y="10"/>
                </a:lnTo>
                <a:lnTo>
                  <a:pt x="165" y="10"/>
                </a:lnTo>
                <a:lnTo>
                  <a:pt x="165" y="11"/>
                </a:lnTo>
                <a:lnTo>
                  <a:pt x="166" y="11"/>
                </a:lnTo>
                <a:lnTo>
                  <a:pt x="166" y="12"/>
                </a:lnTo>
                <a:lnTo>
                  <a:pt x="167" y="12"/>
                </a:lnTo>
                <a:lnTo>
                  <a:pt x="168" y="12"/>
                </a:lnTo>
                <a:lnTo>
                  <a:pt x="168" y="13"/>
                </a:lnTo>
                <a:lnTo>
                  <a:pt x="169" y="13"/>
                </a:lnTo>
                <a:lnTo>
                  <a:pt x="170" y="14"/>
                </a:lnTo>
                <a:lnTo>
                  <a:pt x="171" y="14"/>
                </a:lnTo>
                <a:lnTo>
                  <a:pt x="172" y="14"/>
                </a:lnTo>
                <a:lnTo>
                  <a:pt x="174" y="14"/>
                </a:lnTo>
                <a:lnTo>
                  <a:pt x="175" y="14"/>
                </a:lnTo>
                <a:lnTo>
                  <a:pt x="176" y="14"/>
                </a:lnTo>
                <a:lnTo>
                  <a:pt x="175" y="14"/>
                </a:lnTo>
                <a:lnTo>
                  <a:pt x="175" y="15"/>
                </a:lnTo>
                <a:lnTo>
                  <a:pt x="175" y="16"/>
                </a:lnTo>
                <a:lnTo>
                  <a:pt x="175" y="17"/>
                </a:lnTo>
                <a:lnTo>
                  <a:pt x="175" y="18"/>
                </a:lnTo>
                <a:lnTo>
                  <a:pt x="175" y="19"/>
                </a:lnTo>
                <a:lnTo>
                  <a:pt x="175" y="20"/>
                </a:lnTo>
                <a:lnTo>
                  <a:pt x="176" y="20"/>
                </a:lnTo>
                <a:lnTo>
                  <a:pt x="176" y="19"/>
                </a:lnTo>
                <a:lnTo>
                  <a:pt x="177" y="18"/>
                </a:lnTo>
                <a:lnTo>
                  <a:pt x="177" y="17"/>
                </a:lnTo>
                <a:lnTo>
                  <a:pt x="178" y="16"/>
                </a:lnTo>
                <a:lnTo>
                  <a:pt x="179" y="17"/>
                </a:lnTo>
                <a:lnTo>
                  <a:pt x="179" y="18"/>
                </a:lnTo>
                <a:lnTo>
                  <a:pt x="178" y="19"/>
                </a:lnTo>
                <a:lnTo>
                  <a:pt x="179" y="19"/>
                </a:lnTo>
                <a:lnTo>
                  <a:pt x="179" y="20"/>
                </a:lnTo>
                <a:lnTo>
                  <a:pt x="179" y="21"/>
                </a:lnTo>
                <a:lnTo>
                  <a:pt x="178" y="21"/>
                </a:lnTo>
                <a:lnTo>
                  <a:pt x="177" y="21"/>
                </a:lnTo>
                <a:lnTo>
                  <a:pt x="176" y="21"/>
                </a:lnTo>
                <a:lnTo>
                  <a:pt x="177" y="21"/>
                </a:lnTo>
                <a:lnTo>
                  <a:pt x="178" y="21"/>
                </a:lnTo>
                <a:lnTo>
                  <a:pt x="178" y="22"/>
                </a:lnTo>
                <a:lnTo>
                  <a:pt x="179" y="21"/>
                </a:lnTo>
                <a:lnTo>
                  <a:pt x="179" y="22"/>
                </a:lnTo>
                <a:lnTo>
                  <a:pt x="178" y="22"/>
                </a:lnTo>
                <a:lnTo>
                  <a:pt x="178" y="23"/>
                </a:lnTo>
                <a:lnTo>
                  <a:pt x="179" y="22"/>
                </a:lnTo>
                <a:lnTo>
                  <a:pt x="179" y="23"/>
                </a:lnTo>
                <a:lnTo>
                  <a:pt x="180" y="24"/>
                </a:lnTo>
                <a:lnTo>
                  <a:pt x="179" y="25"/>
                </a:lnTo>
                <a:lnTo>
                  <a:pt x="180" y="25"/>
                </a:lnTo>
                <a:lnTo>
                  <a:pt x="180" y="26"/>
                </a:lnTo>
                <a:lnTo>
                  <a:pt x="180" y="27"/>
                </a:lnTo>
                <a:lnTo>
                  <a:pt x="181" y="27"/>
                </a:lnTo>
                <a:lnTo>
                  <a:pt x="180" y="27"/>
                </a:lnTo>
                <a:lnTo>
                  <a:pt x="181" y="27"/>
                </a:lnTo>
                <a:lnTo>
                  <a:pt x="181" y="26"/>
                </a:lnTo>
                <a:lnTo>
                  <a:pt x="180" y="26"/>
                </a:lnTo>
                <a:lnTo>
                  <a:pt x="180" y="25"/>
                </a:lnTo>
                <a:lnTo>
                  <a:pt x="181" y="24"/>
                </a:lnTo>
                <a:lnTo>
                  <a:pt x="182" y="24"/>
                </a:lnTo>
                <a:lnTo>
                  <a:pt x="183" y="24"/>
                </a:lnTo>
                <a:lnTo>
                  <a:pt x="183" y="23"/>
                </a:lnTo>
                <a:lnTo>
                  <a:pt x="182" y="22"/>
                </a:lnTo>
                <a:lnTo>
                  <a:pt x="182" y="21"/>
                </a:lnTo>
                <a:lnTo>
                  <a:pt x="182" y="20"/>
                </a:lnTo>
                <a:lnTo>
                  <a:pt x="182" y="19"/>
                </a:lnTo>
                <a:lnTo>
                  <a:pt x="181" y="18"/>
                </a:lnTo>
                <a:lnTo>
                  <a:pt x="181" y="17"/>
                </a:lnTo>
                <a:lnTo>
                  <a:pt x="181" y="16"/>
                </a:lnTo>
                <a:lnTo>
                  <a:pt x="181" y="15"/>
                </a:lnTo>
                <a:lnTo>
                  <a:pt x="180" y="15"/>
                </a:lnTo>
                <a:lnTo>
                  <a:pt x="181" y="15"/>
                </a:lnTo>
                <a:lnTo>
                  <a:pt x="182" y="15"/>
                </a:lnTo>
                <a:lnTo>
                  <a:pt x="182" y="14"/>
                </a:lnTo>
                <a:lnTo>
                  <a:pt x="181" y="14"/>
                </a:lnTo>
                <a:lnTo>
                  <a:pt x="180" y="14"/>
                </a:lnTo>
                <a:lnTo>
                  <a:pt x="179" y="14"/>
                </a:lnTo>
                <a:lnTo>
                  <a:pt x="178" y="14"/>
                </a:lnTo>
                <a:lnTo>
                  <a:pt x="178" y="13"/>
                </a:lnTo>
                <a:lnTo>
                  <a:pt x="177" y="13"/>
                </a:lnTo>
                <a:lnTo>
                  <a:pt x="177" y="11"/>
                </a:lnTo>
                <a:lnTo>
                  <a:pt x="177" y="10"/>
                </a:lnTo>
                <a:lnTo>
                  <a:pt x="178" y="10"/>
                </a:lnTo>
                <a:lnTo>
                  <a:pt x="178" y="9"/>
                </a:lnTo>
                <a:lnTo>
                  <a:pt x="178" y="8"/>
                </a:lnTo>
                <a:lnTo>
                  <a:pt x="178" y="7"/>
                </a:lnTo>
                <a:lnTo>
                  <a:pt x="179" y="6"/>
                </a:lnTo>
                <a:lnTo>
                  <a:pt x="180" y="6"/>
                </a:lnTo>
                <a:lnTo>
                  <a:pt x="180" y="5"/>
                </a:lnTo>
                <a:lnTo>
                  <a:pt x="181" y="5"/>
                </a:lnTo>
                <a:lnTo>
                  <a:pt x="182" y="5"/>
                </a:lnTo>
                <a:lnTo>
                  <a:pt x="183" y="5"/>
                </a:lnTo>
                <a:lnTo>
                  <a:pt x="184" y="5"/>
                </a:lnTo>
                <a:lnTo>
                  <a:pt x="185" y="5"/>
                </a:lnTo>
                <a:lnTo>
                  <a:pt x="185" y="4"/>
                </a:lnTo>
                <a:lnTo>
                  <a:pt x="186" y="4"/>
                </a:lnTo>
                <a:lnTo>
                  <a:pt x="186" y="3"/>
                </a:lnTo>
                <a:lnTo>
                  <a:pt x="187" y="3"/>
                </a:lnTo>
                <a:lnTo>
                  <a:pt x="187" y="2"/>
                </a:lnTo>
                <a:lnTo>
                  <a:pt x="187" y="1"/>
                </a:lnTo>
                <a:lnTo>
                  <a:pt x="187" y="0"/>
                </a:lnTo>
                <a:lnTo>
                  <a:pt x="188" y="0"/>
                </a:lnTo>
                <a:lnTo>
                  <a:pt x="188" y="1"/>
                </a:lnTo>
                <a:lnTo>
                  <a:pt x="188" y="2"/>
                </a:lnTo>
                <a:lnTo>
                  <a:pt x="189" y="2"/>
                </a:lnTo>
                <a:lnTo>
                  <a:pt x="189" y="3"/>
                </a:lnTo>
                <a:lnTo>
                  <a:pt x="190" y="6"/>
                </a:lnTo>
                <a:lnTo>
                  <a:pt x="191" y="8"/>
                </a:lnTo>
                <a:lnTo>
                  <a:pt x="191" y="9"/>
                </a:lnTo>
                <a:lnTo>
                  <a:pt x="192" y="10"/>
                </a:lnTo>
                <a:lnTo>
                  <a:pt x="192" y="11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7" name=""/>
          <p:cNvSpPr/>
          <p:nvPr/>
        </p:nvSpPr>
        <p:spPr>
          <a:xfrm>
            <a:off x="1978200" y="44276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8" name=""/>
          <p:cNvSpPr/>
          <p:nvPr/>
        </p:nvSpPr>
        <p:spPr>
          <a:xfrm>
            <a:off x="1914480" y="4423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9" name=""/>
          <p:cNvSpPr/>
          <p:nvPr/>
        </p:nvSpPr>
        <p:spPr>
          <a:xfrm>
            <a:off x="1931040" y="441072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2" y="0"/>
                </a:moveTo>
                <a:lnTo>
                  <a:pt x="2" y="2"/>
                </a:lnTo>
                <a:lnTo>
                  <a:pt x="3" y="2"/>
                </a:lnTo>
                <a:lnTo>
                  <a:pt x="2" y="2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0" name=""/>
          <p:cNvSpPr/>
          <p:nvPr/>
        </p:nvSpPr>
        <p:spPr>
          <a:xfrm>
            <a:off x="1996920" y="4402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1" name=""/>
          <p:cNvSpPr/>
          <p:nvPr/>
        </p:nvSpPr>
        <p:spPr>
          <a:xfrm>
            <a:off x="1976040" y="4398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2" name=""/>
          <p:cNvSpPr/>
          <p:nvPr/>
        </p:nvSpPr>
        <p:spPr>
          <a:xfrm>
            <a:off x="1965600" y="4395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3" name=""/>
          <p:cNvSpPr/>
          <p:nvPr/>
        </p:nvSpPr>
        <p:spPr>
          <a:xfrm>
            <a:off x="2029320" y="455544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3" y="1"/>
                </a:moveTo>
                <a:lnTo>
                  <a:pt x="5" y="1"/>
                </a:lnTo>
                <a:lnTo>
                  <a:pt x="6" y="0"/>
                </a:lnTo>
                <a:lnTo>
                  <a:pt x="6" y="1"/>
                </a:lnTo>
                <a:lnTo>
                  <a:pt x="6" y="2"/>
                </a:lnTo>
                <a:lnTo>
                  <a:pt x="6" y="5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0" y="5"/>
                </a:lnTo>
                <a:lnTo>
                  <a:pt x="0" y="3"/>
                </a:lnTo>
                <a:lnTo>
                  <a:pt x="2" y="3"/>
                </a:lnTo>
                <a:lnTo>
                  <a:pt x="3" y="1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4" name=""/>
          <p:cNvSpPr/>
          <p:nvPr/>
        </p:nvSpPr>
        <p:spPr>
          <a:xfrm>
            <a:off x="2014920" y="4543560"/>
            <a:ext cx="2880" cy="1800"/>
          </a:xfrm>
          <a:custGeom>
            <a:avLst/>
            <a:gdLst/>
            <a:ahLst/>
            <a:rect l="0" t="0" r="r" b="b"/>
            <a:pathLst>
              <a:path w="8" h="5">
                <a:moveTo>
                  <a:pt x="0" y="2"/>
                </a:moveTo>
                <a:lnTo>
                  <a:pt x="2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8" y="2"/>
                </a:lnTo>
                <a:lnTo>
                  <a:pt x="7" y="3"/>
                </a:lnTo>
                <a:lnTo>
                  <a:pt x="7" y="4"/>
                </a:lnTo>
                <a:lnTo>
                  <a:pt x="6" y="5"/>
                </a:lnTo>
                <a:lnTo>
                  <a:pt x="3" y="5"/>
                </a:lnTo>
                <a:lnTo>
                  <a:pt x="2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5" name=""/>
          <p:cNvSpPr/>
          <p:nvPr/>
        </p:nvSpPr>
        <p:spPr>
          <a:xfrm>
            <a:off x="2013120" y="453816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0" y="2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6" name=""/>
          <p:cNvSpPr/>
          <p:nvPr/>
        </p:nvSpPr>
        <p:spPr>
          <a:xfrm>
            <a:off x="2008800" y="4536360"/>
            <a:ext cx="4680" cy="4320"/>
          </a:xfrm>
          <a:custGeom>
            <a:avLst/>
            <a:gdLst/>
            <a:ahLst/>
            <a:rect l="0" t="0" r="r" b="b"/>
            <a:pathLst>
              <a:path w="13" h="12">
                <a:moveTo>
                  <a:pt x="4" y="6"/>
                </a:moveTo>
                <a:lnTo>
                  <a:pt x="3" y="7"/>
                </a:lnTo>
                <a:lnTo>
                  <a:pt x="2" y="8"/>
                </a:lnTo>
                <a:lnTo>
                  <a:pt x="3" y="9"/>
                </a:lnTo>
                <a:lnTo>
                  <a:pt x="4" y="9"/>
                </a:lnTo>
                <a:lnTo>
                  <a:pt x="5" y="9"/>
                </a:lnTo>
                <a:lnTo>
                  <a:pt x="7" y="8"/>
                </a:lnTo>
                <a:lnTo>
                  <a:pt x="8" y="7"/>
                </a:lnTo>
                <a:lnTo>
                  <a:pt x="9" y="6"/>
                </a:lnTo>
                <a:lnTo>
                  <a:pt x="10" y="6"/>
                </a:lnTo>
                <a:lnTo>
                  <a:pt x="12" y="5"/>
                </a:lnTo>
                <a:lnTo>
                  <a:pt x="13" y="5"/>
                </a:lnTo>
                <a:lnTo>
                  <a:pt x="13" y="6"/>
                </a:lnTo>
                <a:lnTo>
                  <a:pt x="13" y="7"/>
                </a:lnTo>
                <a:lnTo>
                  <a:pt x="12" y="7"/>
                </a:lnTo>
                <a:lnTo>
                  <a:pt x="10" y="8"/>
                </a:lnTo>
                <a:lnTo>
                  <a:pt x="9" y="8"/>
                </a:lnTo>
                <a:lnTo>
                  <a:pt x="8" y="9"/>
                </a:lnTo>
                <a:lnTo>
                  <a:pt x="7" y="10"/>
                </a:lnTo>
                <a:lnTo>
                  <a:pt x="5" y="10"/>
                </a:lnTo>
                <a:lnTo>
                  <a:pt x="4" y="12"/>
                </a:lnTo>
                <a:lnTo>
                  <a:pt x="2" y="12"/>
                </a:lnTo>
                <a:lnTo>
                  <a:pt x="1" y="12"/>
                </a:lnTo>
                <a:lnTo>
                  <a:pt x="0" y="10"/>
                </a:lnTo>
                <a:lnTo>
                  <a:pt x="0" y="9"/>
                </a:lnTo>
                <a:lnTo>
                  <a:pt x="0" y="7"/>
                </a:lnTo>
                <a:lnTo>
                  <a:pt x="1" y="6"/>
                </a:lnTo>
                <a:lnTo>
                  <a:pt x="4" y="3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11" y="0"/>
                </a:lnTo>
                <a:lnTo>
                  <a:pt x="11" y="1"/>
                </a:lnTo>
                <a:lnTo>
                  <a:pt x="11" y="2"/>
                </a:lnTo>
                <a:lnTo>
                  <a:pt x="10" y="3"/>
                </a:lnTo>
                <a:lnTo>
                  <a:pt x="8" y="3"/>
                </a:lnTo>
                <a:lnTo>
                  <a:pt x="5" y="5"/>
                </a:lnTo>
                <a:lnTo>
                  <a:pt x="4" y="6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7" name=""/>
          <p:cNvSpPr/>
          <p:nvPr/>
        </p:nvSpPr>
        <p:spPr>
          <a:xfrm>
            <a:off x="2012400" y="4536000"/>
            <a:ext cx="5040" cy="3240"/>
          </a:xfrm>
          <a:custGeom>
            <a:avLst/>
            <a:gdLst/>
            <a:ahLst/>
            <a:rect l="0" t="0" r="r" b="b"/>
            <a:pathLst>
              <a:path w="14" h="9">
                <a:moveTo>
                  <a:pt x="9" y="9"/>
                </a:moveTo>
                <a:lnTo>
                  <a:pt x="7" y="9"/>
                </a:lnTo>
                <a:lnTo>
                  <a:pt x="6" y="9"/>
                </a:lnTo>
                <a:lnTo>
                  <a:pt x="5" y="9"/>
                </a:lnTo>
                <a:lnTo>
                  <a:pt x="5" y="8"/>
                </a:lnTo>
                <a:lnTo>
                  <a:pt x="6" y="8"/>
                </a:lnTo>
                <a:lnTo>
                  <a:pt x="7" y="8"/>
                </a:lnTo>
                <a:lnTo>
                  <a:pt x="9" y="8"/>
                </a:lnTo>
                <a:lnTo>
                  <a:pt x="10" y="7"/>
                </a:lnTo>
                <a:lnTo>
                  <a:pt x="11" y="7"/>
                </a:lnTo>
                <a:lnTo>
                  <a:pt x="11" y="6"/>
                </a:lnTo>
                <a:lnTo>
                  <a:pt x="11" y="5"/>
                </a:lnTo>
                <a:lnTo>
                  <a:pt x="11" y="3"/>
                </a:lnTo>
                <a:lnTo>
                  <a:pt x="11" y="2"/>
                </a:lnTo>
                <a:lnTo>
                  <a:pt x="9" y="2"/>
                </a:lnTo>
                <a:lnTo>
                  <a:pt x="7" y="2"/>
                </a:lnTo>
                <a:lnTo>
                  <a:pt x="6" y="2"/>
                </a:lnTo>
                <a:lnTo>
                  <a:pt x="5" y="3"/>
                </a:lnTo>
                <a:lnTo>
                  <a:pt x="3" y="3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7" y="1"/>
                </a:lnTo>
                <a:lnTo>
                  <a:pt x="10" y="0"/>
                </a:lnTo>
                <a:lnTo>
                  <a:pt x="11" y="0"/>
                </a:lnTo>
                <a:lnTo>
                  <a:pt x="12" y="0"/>
                </a:lnTo>
                <a:lnTo>
                  <a:pt x="13" y="1"/>
                </a:lnTo>
                <a:lnTo>
                  <a:pt x="14" y="3"/>
                </a:lnTo>
                <a:lnTo>
                  <a:pt x="14" y="5"/>
                </a:lnTo>
                <a:lnTo>
                  <a:pt x="13" y="6"/>
                </a:lnTo>
                <a:lnTo>
                  <a:pt x="12" y="8"/>
                </a:lnTo>
                <a:lnTo>
                  <a:pt x="10" y="9"/>
                </a:lnTo>
                <a:lnTo>
                  <a:pt x="9" y="9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8" name=""/>
          <p:cNvSpPr/>
          <p:nvPr/>
        </p:nvSpPr>
        <p:spPr>
          <a:xfrm>
            <a:off x="2035080" y="4534560"/>
            <a:ext cx="5760" cy="2160"/>
          </a:xfrm>
          <a:custGeom>
            <a:avLst/>
            <a:gdLst/>
            <a:ahLst/>
            <a:rect l="0" t="0" r="r" b="b"/>
            <a:pathLst>
              <a:path w="16" h="6">
                <a:moveTo>
                  <a:pt x="6" y="4"/>
                </a:moveTo>
                <a:lnTo>
                  <a:pt x="5" y="5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0" y="6"/>
                </a:lnTo>
                <a:lnTo>
                  <a:pt x="0" y="5"/>
                </a:lnTo>
                <a:lnTo>
                  <a:pt x="1" y="4"/>
                </a:lnTo>
                <a:lnTo>
                  <a:pt x="2" y="3"/>
                </a:lnTo>
                <a:lnTo>
                  <a:pt x="3" y="3"/>
                </a:lnTo>
                <a:lnTo>
                  <a:pt x="5" y="1"/>
                </a:lnTo>
                <a:lnTo>
                  <a:pt x="7" y="1"/>
                </a:lnTo>
                <a:lnTo>
                  <a:pt x="9" y="0"/>
                </a:lnTo>
                <a:lnTo>
                  <a:pt x="12" y="0"/>
                </a:lnTo>
                <a:lnTo>
                  <a:pt x="13" y="0"/>
                </a:lnTo>
                <a:lnTo>
                  <a:pt x="15" y="0"/>
                </a:lnTo>
                <a:lnTo>
                  <a:pt x="16" y="3"/>
                </a:lnTo>
                <a:lnTo>
                  <a:pt x="15" y="4"/>
                </a:lnTo>
                <a:lnTo>
                  <a:pt x="13" y="4"/>
                </a:lnTo>
                <a:lnTo>
                  <a:pt x="11" y="4"/>
                </a:lnTo>
                <a:lnTo>
                  <a:pt x="9" y="3"/>
                </a:lnTo>
                <a:lnTo>
                  <a:pt x="7" y="4"/>
                </a:lnTo>
                <a:lnTo>
                  <a:pt x="6" y="4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9" name=""/>
          <p:cNvSpPr/>
          <p:nvPr/>
        </p:nvSpPr>
        <p:spPr>
          <a:xfrm>
            <a:off x="2022120" y="4532760"/>
            <a:ext cx="3600" cy="2520"/>
          </a:xfrm>
          <a:custGeom>
            <a:avLst/>
            <a:gdLst/>
            <a:ahLst/>
            <a:rect l="0" t="0" r="r" b="b"/>
            <a:pathLst>
              <a:path w="10" h="7">
                <a:moveTo>
                  <a:pt x="0" y="5"/>
                </a:moveTo>
                <a:lnTo>
                  <a:pt x="0" y="4"/>
                </a:lnTo>
                <a:lnTo>
                  <a:pt x="1" y="3"/>
                </a:lnTo>
                <a:lnTo>
                  <a:pt x="2" y="3"/>
                </a:lnTo>
                <a:lnTo>
                  <a:pt x="2" y="1"/>
                </a:lnTo>
                <a:lnTo>
                  <a:pt x="3" y="1"/>
                </a:lnTo>
                <a:lnTo>
                  <a:pt x="5" y="1"/>
                </a:lnTo>
                <a:lnTo>
                  <a:pt x="6" y="1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10" y="3"/>
                </a:lnTo>
                <a:lnTo>
                  <a:pt x="10" y="4"/>
                </a:lnTo>
                <a:lnTo>
                  <a:pt x="10" y="5"/>
                </a:lnTo>
                <a:lnTo>
                  <a:pt x="9" y="5"/>
                </a:lnTo>
                <a:lnTo>
                  <a:pt x="8" y="6"/>
                </a:lnTo>
                <a:lnTo>
                  <a:pt x="6" y="6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0" name=""/>
          <p:cNvSpPr/>
          <p:nvPr/>
        </p:nvSpPr>
        <p:spPr>
          <a:xfrm>
            <a:off x="2013120" y="452952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2" y="0"/>
                </a:move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1" name=""/>
          <p:cNvSpPr/>
          <p:nvPr/>
        </p:nvSpPr>
        <p:spPr>
          <a:xfrm>
            <a:off x="2008800" y="452808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1" y="4"/>
                </a:move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4" y="2"/>
                </a:lnTo>
                <a:lnTo>
                  <a:pt x="5" y="3"/>
                </a:lnTo>
                <a:lnTo>
                  <a:pt x="5" y="4"/>
                </a:lnTo>
                <a:lnTo>
                  <a:pt x="5" y="6"/>
                </a:lnTo>
                <a:lnTo>
                  <a:pt x="4" y="6"/>
                </a:lnTo>
                <a:lnTo>
                  <a:pt x="3" y="6"/>
                </a:lnTo>
                <a:lnTo>
                  <a:pt x="1" y="6"/>
                </a:lnTo>
                <a:lnTo>
                  <a:pt x="1" y="4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2" name=""/>
          <p:cNvSpPr/>
          <p:nvPr/>
        </p:nvSpPr>
        <p:spPr>
          <a:xfrm>
            <a:off x="2014200" y="4525920"/>
            <a:ext cx="2160" cy="3960"/>
          </a:xfrm>
          <a:custGeom>
            <a:avLst/>
            <a:gdLst/>
            <a:ahLst/>
            <a:rect l="0" t="0" r="r" b="b"/>
            <a:pathLst>
              <a:path w="6" h="11">
                <a:moveTo>
                  <a:pt x="2" y="8"/>
                </a:moveTo>
                <a:lnTo>
                  <a:pt x="4" y="6"/>
                </a:lnTo>
                <a:lnTo>
                  <a:pt x="4" y="5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1"/>
                </a:lnTo>
                <a:lnTo>
                  <a:pt x="4" y="2"/>
                </a:lnTo>
                <a:lnTo>
                  <a:pt x="5" y="2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5" y="6"/>
                </a:lnTo>
                <a:lnTo>
                  <a:pt x="5" y="8"/>
                </a:lnTo>
                <a:lnTo>
                  <a:pt x="4" y="9"/>
                </a:lnTo>
                <a:lnTo>
                  <a:pt x="2" y="10"/>
                </a:lnTo>
                <a:lnTo>
                  <a:pt x="2" y="11"/>
                </a:lnTo>
                <a:lnTo>
                  <a:pt x="1" y="11"/>
                </a:lnTo>
                <a:lnTo>
                  <a:pt x="0" y="11"/>
                </a:lnTo>
                <a:lnTo>
                  <a:pt x="0" y="9"/>
                </a:lnTo>
                <a:lnTo>
                  <a:pt x="1" y="9"/>
                </a:lnTo>
                <a:lnTo>
                  <a:pt x="2" y="8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3" name=""/>
          <p:cNvSpPr/>
          <p:nvPr/>
        </p:nvSpPr>
        <p:spPr>
          <a:xfrm>
            <a:off x="2009520" y="45273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4" name=""/>
          <p:cNvSpPr/>
          <p:nvPr/>
        </p:nvSpPr>
        <p:spPr>
          <a:xfrm>
            <a:off x="2009880" y="452592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2"/>
                </a:move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5" name=""/>
          <p:cNvSpPr/>
          <p:nvPr/>
        </p:nvSpPr>
        <p:spPr>
          <a:xfrm>
            <a:off x="2013840" y="45259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6" name=""/>
          <p:cNvSpPr/>
          <p:nvPr/>
        </p:nvSpPr>
        <p:spPr>
          <a:xfrm>
            <a:off x="2013480" y="45259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7" name=""/>
          <p:cNvSpPr/>
          <p:nvPr/>
        </p:nvSpPr>
        <p:spPr>
          <a:xfrm>
            <a:off x="2012760" y="45252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8" name=""/>
          <p:cNvSpPr/>
          <p:nvPr/>
        </p:nvSpPr>
        <p:spPr>
          <a:xfrm>
            <a:off x="2011680" y="452484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0" y="1"/>
                </a:move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9" name=""/>
          <p:cNvSpPr/>
          <p:nvPr/>
        </p:nvSpPr>
        <p:spPr>
          <a:xfrm>
            <a:off x="2012760" y="452412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1" y="3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1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2" y="4"/>
                </a:lnTo>
                <a:lnTo>
                  <a:pt x="1" y="3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0" name=""/>
          <p:cNvSpPr/>
          <p:nvPr/>
        </p:nvSpPr>
        <p:spPr>
          <a:xfrm>
            <a:off x="2029320" y="4516920"/>
            <a:ext cx="2880" cy="1800"/>
          </a:xfrm>
          <a:custGeom>
            <a:avLst/>
            <a:gdLst/>
            <a:ahLst/>
            <a:rect l="0" t="0" r="r" b="b"/>
            <a:pathLst>
              <a:path w="8" h="5">
                <a:moveTo>
                  <a:pt x="0" y="1"/>
                </a:moveTo>
                <a:lnTo>
                  <a:pt x="2" y="0"/>
                </a:lnTo>
                <a:lnTo>
                  <a:pt x="3" y="0"/>
                </a:lnTo>
                <a:lnTo>
                  <a:pt x="5" y="1"/>
                </a:lnTo>
                <a:lnTo>
                  <a:pt x="8" y="1"/>
                </a:lnTo>
                <a:lnTo>
                  <a:pt x="8" y="2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3" y="4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1" name=""/>
          <p:cNvSpPr/>
          <p:nvPr/>
        </p:nvSpPr>
        <p:spPr>
          <a:xfrm>
            <a:off x="2033640" y="451512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3" y="0"/>
                </a:moveTo>
                <a:lnTo>
                  <a:pt x="3" y="2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2" name=""/>
          <p:cNvSpPr/>
          <p:nvPr/>
        </p:nvSpPr>
        <p:spPr>
          <a:xfrm>
            <a:off x="2032560" y="4510080"/>
            <a:ext cx="2160" cy="2880"/>
          </a:xfrm>
          <a:custGeom>
            <a:avLst/>
            <a:gdLst/>
            <a:ahLst/>
            <a:rect l="0" t="0" r="r" b="b"/>
            <a:pathLst>
              <a:path w="6" h="8">
                <a:moveTo>
                  <a:pt x="3" y="5"/>
                </a:moveTo>
                <a:lnTo>
                  <a:pt x="3" y="4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1"/>
                </a:lnTo>
                <a:lnTo>
                  <a:pt x="4" y="2"/>
                </a:lnTo>
                <a:lnTo>
                  <a:pt x="5" y="5"/>
                </a:lnTo>
                <a:lnTo>
                  <a:pt x="6" y="5"/>
                </a:lnTo>
                <a:lnTo>
                  <a:pt x="6" y="6"/>
                </a:lnTo>
                <a:lnTo>
                  <a:pt x="6" y="7"/>
                </a:lnTo>
                <a:lnTo>
                  <a:pt x="6" y="8"/>
                </a:lnTo>
                <a:lnTo>
                  <a:pt x="5" y="8"/>
                </a:lnTo>
                <a:lnTo>
                  <a:pt x="5" y="7"/>
                </a:lnTo>
                <a:lnTo>
                  <a:pt x="4" y="5"/>
                </a:lnTo>
                <a:lnTo>
                  <a:pt x="3" y="5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3" name=""/>
          <p:cNvSpPr/>
          <p:nvPr/>
        </p:nvSpPr>
        <p:spPr>
          <a:xfrm>
            <a:off x="2029320" y="4509360"/>
            <a:ext cx="3600" cy="2160"/>
          </a:xfrm>
          <a:custGeom>
            <a:avLst/>
            <a:gdLst/>
            <a:ahLst/>
            <a:rect l="0" t="0" r="r" b="b"/>
            <a:pathLst>
              <a:path w="10" h="6">
                <a:moveTo>
                  <a:pt x="4" y="4"/>
                </a:moveTo>
                <a:lnTo>
                  <a:pt x="2" y="6"/>
                </a:lnTo>
                <a:lnTo>
                  <a:pt x="1" y="6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8" y="2"/>
                </a:lnTo>
                <a:lnTo>
                  <a:pt x="9" y="2"/>
                </a:lnTo>
                <a:lnTo>
                  <a:pt x="9" y="3"/>
                </a:lnTo>
                <a:lnTo>
                  <a:pt x="10" y="3"/>
                </a:lnTo>
                <a:lnTo>
                  <a:pt x="10" y="4"/>
                </a:lnTo>
                <a:lnTo>
                  <a:pt x="9" y="4"/>
                </a:lnTo>
                <a:lnTo>
                  <a:pt x="8" y="4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4" name=""/>
          <p:cNvSpPr/>
          <p:nvPr/>
        </p:nvSpPr>
        <p:spPr>
          <a:xfrm>
            <a:off x="2062800" y="4902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5" name=""/>
          <p:cNvSpPr/>
          <p:nvPr/>
        </p:nvSpPr>
        <p:spPr>
          <a:xfrm>
            <a:off x="2063520" y="49017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6" name=""/>
          <p:cNvSpPr/>
          <p:nvPr/>
        </p:nvSpPr>
        <p:spPr>
          <a:xfrm>
            <a:off x="2067120" y="48294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7" name=""/>
          <p:cNvSpPr/>
          <p:nvPr/>
        </p:nvSpPr>
        <p:spPr>
          <a:xfrm>
            <a:off x="2078280" y="4804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8" name=""/>
          <p:cNvSpPr/>
          <p:nvPr/>
        </p:nvSpPr>
        <p:spPr>
          <a:xfrm>
            <a:off x="2099520" y="4753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9" name=""/>
          <p:cNvSpPr/>
          <p:nvPr/>
        </p:nvSpPr>
        <p:spPr>
          <a:xfrm>
            <a:off x="2097000" y="47282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0" name=""/>
          <p:cNvSpPr/>
          <p:nvPr/>
        </p:nvSpPr>
        <p:spPr>
          <a:xfrm>
            <a:off x="2211480" y="45788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1" name=""/>
          <p:cNvSpPr/>
          <p:nvPr/>
        </p:nvSpPr>
        <p:spPr>
          <a:xfrm>
            <a:off x="2210040" y="45788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2" name=""/>
          <p:cNvSpPr/>
          <p:nvPr/>
        </p:nvSpPr>
        <p:spPr>
          <a:xfrm>
            <a:off x="2208960" y="45788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3" name=""/>
          <p:cNvSpPr/>
          <p:nvPr/>
        </p:nvSpPr>
        <p:spPr>
          <a:xfrm>
            <a:off x="2212200" y="45777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4" name=""/>
          <p:cNvSpPr/>
          <p:nvPr/>
        </p:nvSpPr>
        <p:spPr>
          <a:xfrm>
            <a:off x="2208960" y="45748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5" name=""/>
          <p:cNvSpPr/>
          <p:nvPr/>
        </p:nvSpPr>
        <p:spPr>
          <a:xfrm>
            <a:off x="2037240" y="4543560"/>
            <a:ext cx="5760" cy="2880"/>
          </a:xfrm>
          <a:custGeom>
            <a:avLst/>
            <a:gdLst/>
            <a:ahLst/>
            <a:rect l="0" t="0" r="r" b="b"/>
            <a:pathLst>
              <a:path w="16" h="8">
                <a:moveTo>
                  <a:pt x="16" y="5"/>
                </a:moveTo>
                <a:lnTo>
                  <a:pt x="15" y="6"/>
                </a:lnTo>
                <a:lnTo>
                  <a:pt x="14" y="6"/>
                </a:lnTo>
                <a:lnTo>
                  <a:pt x="13" y="7"/>
                </a:lnTo>
                <a:lnTo>
                  <a:pt x="12" y="7"/>
                </a:lnTo>
                <a:lnTo>
                  <a:pt x="9" y="7"/>
                </a:lnTo>
                <a:lnTo>
                  <a:pt x="3" y="8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3"/>
                </a:lnTo>
                <a:lnTo>
                  <a:pt x="2" y="2"/>
                </a:lnTo>
                <a:lnTo>
                  <a:pt x="3" y="2"/>
                </a:lnTo>
                <a:lnTo>
                  <a:pt x="8" y="1"/>
                </a:lnTo>
                <a:lnTo>
                  <a:pt x="10" y="1"/>
                </a:lnTo>
                <a:lnTo>
                  <a:pt x="11" y="0"/>
                </a:lnTo>
                <a:lnTo>
                  <a:pt x="12" y="0"/>
                </a:lnTo>
                <a:lnTo>
                  <a:pt x="13" y="0"/>
                </a:lnTo>
                <a:lnTo>
                  <a:pt x="14" y="0"/>
                </a:lnTo>
                <a:lnTo>
                  <a:pt x="15" y="0"/>
                </a:lnTo>
                <a:lnTo>
                  <a:pt x="16" y="0"/>
                </a:lnTo>
                <a:lnTo>
                  <a:pt x="16" y="1"/>
                </a:lnTo>
                <a:lnTo>
                  <a:pt x="16" y="2"/>
                </a:lnTo>
                <a:lnTo>
                  <a:pt x="16" y="3"/>
                </a:lnTo>
                <a:lnTo>
                  <a:pt x="16" y="5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6" name=""/>
          <p:cNvSpPr/>
          <p:nvPr/>
        </p:nvSpPr>
        <p:spPr>
          <a:xfrm>
            <a:off x="2175120" y="4532400"/>
            <a:ext cx="2160" cy="3240"/>
          </a:xfrm>
          <a:custGeom>
            <a:avLst/>
            <a:gdLst/>
            <a:ahLst/>
            <a:rect l="0" t="0" r="r" b="b"/>
            <a:pathLst>
              <a:path w="6" h="9">
                <a:moveTo>
                  <a:pt x="4" y="0"/>
                </a:moveTo>
                <a:lnTo>
                  <a:pt x="5" y="1"/>
                </a:lnTo>
                <a:lnTo>
                  <a:pt x="6" y="2"/>
                </a:lnTo>
                <a:lnTo>
                  <a:pt x="6" y="4"/>
                </a:lnTo>
                <a:lnTo>
                  <a:pt x="6" y="6"/>
                </a:lnTo>
                <a:lnTo>
                  <a:pt x="5" y="8"/>
                </a:lnTo>
                <a:lnTo>
                  <a:pt x="3" y="9"/>
                </a:lnTo>
                <a:lnTo>
                  <a:pt x="0" y="6"/>
                </a:lnTo>
                <a:lnTo>
                  <a:pt x="0" y="4"/>
                </a:lnTo>
                <a:lnTo>
                  <a:pt x="0" y="2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7" name=""/>
          <p:cNvSpPr/>
          <p:nvPr/>
        </p:nvSpPr>
        <p:spPr>
          <a:xfrm>
            <a:off x="2044440" y="453276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3" y="0"/>
                </a:move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3" y="5"/>
                </a:lnTo>
                <a:lnTo>
                  <a:pt x="1" y="4"/>
                </a:lnTo>
                <a:lnTo>
                  <a:pt x="0" y="3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8" name=""/>
          <p:cNvSpPr/>
          <p:nvPr/>
        </p:nvSpPr>
        <p:spPr>
          <a:xfrm>
            <a:off x="2043720" y="453024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2" y="1"/>
                </a:moveTo>
                <a:lnTo>
                  <a:pt x="2" y="0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4" y="5"/>
                </a:lnTo>
                <a:lnTo>
                  <a:pt x="3" y="6"/>
                </a:lnTo>
                <a:lnTo>
                  <a:pt x="2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2" y="1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9" name=""/>
          <p:cNvSpPr/>
          <p:nvPr/>
        </p:nvSpPr>
        <p:spPr>
          <a:xfrm>
            <a:off x="2039040" y="4526280"/>
            <a:ext cx="3240" cy="3240"/>
          </a:xfrm>
          <a:custGeom>
            <a:avLst/>
            <a:gdLst/>
            <a:ahLst/>
            <a:rect l="0" t="0" r="r" b="b"/>
            <a:pathLst>
              <a:path w="9" h="9">
                <a:moveTo>
                  <a:pt x="0" y="5"/>
                </a:moveTo>
                <a:lnTo>
                  <a:pt x="2" y="5"/>
                </a:lnTo>
                <a:lnTo>
                  <a:pt x="3" y="4"/>
                </a:lnTo>
                <a:lnTo>
                  <a:pt x="5" y="2"/>
                </a:lnTo>
                <a:lnTo>
                  <a:pt x="7" y="1"/>
                </a:lnTo>
                <a:lnTo>
                  <a:pt x="8" y="0"/>
                </a:lnTo>
                <a:lnTo>
                  <a:pt x="8" y="1"/>
                </a:lnTo>
                <a:lnTo>
                  <a:pt x="9" y="1"/>
                </a:lnTo>
                <a:lnTo>
                  <a:pt x="8" y="4"/>
                </a:lnTo>
                <a:lnTo>
                  <a:pt x="7" y="4"/>
                </a:lnTo>
                <a:lnTo>
                  <a:pt x="6" y="5"/>
                </a:lnTo>
                <a:lnTo>
                  <a:pt x="5" y="5"/>
                </a:lnTo>
                <a:lnTo>
                  <a:pt x="3" y="6"/>
                </a:lnTo>
                <a:lnTo>
                  <a:pt x="2" y="7"/>
                </a:lnTo>
                <a:lnTo>
                  <a:pt x="1" y="8"/>
                </a:lnTo>
                <a:lnTo>
                  <a:pt x="1" y="9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0" name=""/>
          <p:cNvSpPr/>
          <p:nvPr/>
        </p:nvSpPr>
        <p:spPr>
          <a:xfrm>
            <a:off x="2043360" y="45252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1" name=""/>
          <p:cNvSpPr/>
          <p:nvPr/>
        </p:nvSpPr>
        <p:spPr>
          <a:xfrm>
            <a:off x="2046240" y="452124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5" y="1"/>
                </a:lnTo>
                <a:lnTo>
                  <a:pt x="5" y="3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2" name=""/>
          <p:cNvSpPr/>
          <p:nvPr/>
        </p:nvSpPr>
        <p:spPr>
          <a:xfrm>
            <a:off x="2050920" y="451692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3" y="2"/>
                </a:moveTo>
                <a:lnTo>
                  <a:pt x="4" y="0"/>
                </a:lnTo>
                <a:lnTo>
                  <a:pt x="5" y="2"/>
                </a:lnTo>
                <a:lnTo>
                  <a:pt x="5" y="3"/>
                </a:lnTo>
                <a:lnTo>
                  <a:pt x="4" y="4"/>
                </a:lnTo>
                <a:lnTo>
                  <a:pt x="3" y="6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3" name=""/>
          <p:cNvSpPr/>
          <p:nvPr/>
        </p:nvSpPr>
        <p:spPr>
          <a:xfrm>
            <a:off x="2081160" y="4426920"/>
            <a:ext cx="4680" cy="3600"/>
          </a:xfrm>
          <a:custGeom>
            <a:avLst/>
            <a:gdLst/>
            <a:ahLst/>
            <a:rect l="0" t="0" r="r" b="b"/>
            <a:pathLst>
              <a:path w="13" h="10">
                <a:moveTo>
                  <a:pt x="1" y="1"/>
                </a:moveTo>
                <a:lnTo>
                  <a:pt x="3" y="1"/>
                </a:lnTo>
                <a:lnTo>
                  <a:pt x="5" y="0"/>
                </a:lnTo>
                <a:lnTo>
                  <a:pt x="7" y="0"/>
                </a:lnTo>
                <a:lnTo>
                  <a:pt x="9" y="1"/>
                </a:lnTo>
                <a:lnTo>
                  <a:pt x="12" y="1"/>
                </a:lnTo>
                <a:lnTo>
                  <a:pt x="13" y="4"/>
                </a:lnTo>
                <a:lnTo>
                  <a:pt x="12" y="6"/>
                </a:lnTo>
                <a:lnTo>
                  <a:pt x="10" y="8"/>
                </a:lnTo>
                <a:lnTo>
                  <a:pt x="9" y="9"/>
                </a:lnTo>
                <a:lnTo>
                  <a:pt x="7" y="10"/>
                </a:lnTo>
                <a:lnTo>
                  <a:pt x="5" y="10"/>
                </a:lnTo>
                <a:lnTo>
                  <a:pt x="3" y="9"/>
                </a:lnTo>
                <a:lnTo>
                  <a:pt x="1" y="8"/>
                </a:lnTo>
                <a:lnTo>
                  <a:pt x="0" y="5"/>
                </a:lnTo>
                <a:lnTo>
                  <a:pt x="1" y="1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4" name=""/>
          <p:cNvSpPr/>
          <p:nvPr/>
        </p:nvSpPr>
        <p:spPr>
          <a:xfrm>
            <a:off x="2054520" y="441612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1" y="2"/>
                </a:moveTo>
                <a:lnTo>
                  <a:pt x="1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1"/>
                </a:lnTo>
                <a:lnTo>
                  <a:pt x="7" y="2"/>
                </a:lnTo>
                <a:lnTo>
                  <a:pt x="7" y="4"/>
                </a:lnTo>
                <a:lnTo>
                  <a:pt x="6" y="5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1" y="7"/>
                </a:lnTo>
                <a:lnTo>
                  <a:pt x="1" y="5"/>
                </a:lnTo>
                <a:lnTo>
                  <a:pt x="0" y="4"/>
                </a:lnTo>
                <a:lnTo>
                  <a:pt x="1" y="2"/>
                </a:lnTo>
                <a:close/>
              </a:path>
            </a:pathLst>
          </a:custGeom>
          <a:solidFill>
            <a:srgbClr val="AED1E5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5" name=""/>
          <p:cNvSpPr/>
          <p:nvPr/>
        </p:nvSpPr>
        <p:spPr>
          <a:xfrm>
            <a:off x="1805400" y="3949560"/>
            <a:ext cx="159480" cy="149040"/>
          </a:xfrm>
          <a:custGeom>
            <a:avLst/>
            <a:gdLst/>
            <a:ahLst/>
            <a:rect l="0" t="0" r="r" b="b"/>
            <a:pathLst>
              <a:path w="443" h="414">
                <a:moveTo>
                  <a:pt x="293" y="2"/>
                </a:moveTo>
                <a:lnTo>
                  <a:pt x="294" y="2"/>
                </a:lnTo>
                <a:lnTo>
                  <a:pt x="295" y="2"/>
                </a:lnTo>
                <a:lnTo>
                  <a:pt x="296" y="3"/>
                </a:lnTo>
                <a:lnTo>
                  <a:pt x="297" y="3"/>
                </a:lnTo>
                <a:lnTo>
                  <a:pt x="298" y="3"/>
                </a:lnTo>
                <a:lnTo>
                  <a:pt x="298" y="4"/>
                </a:lnTo>
                <a:lnTo>
                  <a:pt x="299" y="5"/>
                </a:lnTo>
                <a:lnTo>
                  <a:pt x="299" y="4"/>
                </a:lnTo>
                <a:lnTo>
                  <a:pt x="299" y="5"/>
                </a:lnTo>
                <a:lnTo>
                  <a:pt x="300" y="5"/>
                </a:lnTo>
                <a:lnTo>
                  <a:pt x="301" y="7"/>
                </a:lnTo>
                <a:lnTo>
                  <a:pt x="302" y="7"/>
                </a:lnTo>
                <a:lnTo>
                  <a:pt x="303" y="7"/>
                </a:lnTo>
                <a:lnTo>
                  <a:pt x="303" y="8"/>
                </a:lnTo>
                <a:lnTo>
                  <a:pt x="304" y="9"/>
                </a:lnTo>
                <a:lnTo>
                  <a:pt x="305" y="9"/>
                </a:lnTo>
                <a:lnTo>
                  <a:pt x="305" y="10"/>
                </a:lnTo>
                <a:lnTo>
                  <a:pt x="307" y="10"/>
                </a:lnTo>
                <a:lnTo>
                  <a:pt x="309" y="10"/>
                </a:lnTo>
                <a:lnTo>
                  <a:pt x="310" y="10"/>
                </a:lnTo>
                <a:lnTo>
                  <a:pt x="311" y="9"/>
                </a:lnTo>
                <a:lnTo>
                  <a:pt x="311" y="10"/>
                </a:lnTo>
                <a:lnTo>
                  <a:pt x="312" y="10"/>
                </a:lnTo>
                <a:lnTo>
                  <a:pt x="312" y="11"/>
                </a:lnTo>
                <a:lnTo>
                  <a:pt x="312" y="12"/>
                </a:lnTo>
                <a:lnTo>
                  <a:pt x="312" y="13"/>
                </a:lnTo>
                <a:lnTo>
                  <a:pt x="313" y="13"/>
                </a:lnTo>
                <a:lnTo>
                  <a:pt x="314" y="14"/>
                </a:lnTo>
                <a:lnTo>
                  <a:pt x="314" y="15"/>
                </a:lnTo>
                <a:lnTo>
                  <a:pt x="315" y="15"/>
                </a:lnTo>
                <a:lnTo>
                  <a:pt x="316" y="16"/>
                </a:lnTo>
                <a:lnTo>
                  <a:pt x="317" y="16"/>
                </a:lnTo>
                <a:lnTo>
                  <a:pt x="318" y="16"/>
                </a:lnTo>
                <a:lnTo>
                  <a:pt x="319" y="16"/>
                </a:lnTo>
                <a:lnTo>
                  <a:pt x="320" y="16"/>
                </a:lnTo>
                <a:lnTo>
                  <a:pt x="320" y="17"/>
                </a:lnTo>
                <a:lnTo>
                  <a:pt x="321" y="17"/>
                </a:lnTo>
                <a:lnTo>
                  <a:pt x="321" y="18"/>
                </a:lnTo>
                <a:lnTo>
                  <a:pt x="322" y="18"/>
                </a:lnTo>
                <a:lnTo>
                  <a:pt x="322" y="19"/>
                </a:lnTo>
                <a:lnTo>
                  <a:pt x="323" y="20"/>
                </a:lnTo>
                <a:lnTo>
                  <a:pt x="324" y="21"/>
                </a:lnTo>
                <a:lnTo>
                  <a:pt x="325" y="21"/>
                </a:lnTo>
                <a:lnTo>
                  <a:pt x="325" y="22"/>
                </a:lnTo>
                <a:lnTo>
                  <a:pt x="326" y="22"/>
                </a:lnTo>
                <a:lnTo>
                  <a:pt x="328" y="22"/>
                </a:lnTo>
                <a:lnTo>
                  <a:pt x="329" y="22"/>
                </a:lnTo>
                <a:lnTo>
                  <a:pt x="330" y="22"/>
                </a:lnTo>
                <a:lnTo>
                  <a:pt x="330" y="23"/>
                </a:lnTo>
                <a:lnTo>
                  <a:pt x="331" y="23"/>
                </a:lnTo>
                <a:lnTo>
                  <a:pt x="331" y="22"/>
                </a:lnTo>
                <a:lnTo>
                  <a:pt x="332" y="22"/>
                </a:lnTo>
                <a:lnTo>
                  <a:pt x="333" y="22"/>
                </a:lnTo>
                <a:lnTo>
                  <a:pt x="334" y="23"/>
                </a:lnTo>
                <a:lnTo>
                  <a:pt x="335" y="23"/>
                </a:lnTo>
                <a:lnTo>
                  <a:pt x="336" y="23"/>
                </a:lnTo>
                <a:lnTo>
                  <a:pt x="336" y="24"/>
                </a:lnTo>
                <a:lnTo>
                  <a:pt x="337" y="24"/>
                </a:lnTo>
                <a:lnTo>
                  <a:pt x="337" y="25"/>
                </a:lnTo>
                <a:lnTo>
                  <a:pt x="338" y="24"/>
                </a:lnTo>
                <a:lnTo>
                  <a:pt x="338" y="25"/>
                </a:lnTo>
                <a:lnTo>
                  <a:pt x="339" y="25"/>
                </a:lnTo>
                <a:lnTo>
                  <a:pt x="339" y="26"/>
                </a:lnTo>
                <a:lnTo>
                  <a:pt x="340" y="26"/>
                </a:lnTo>
                <a:lnTo>
                  <a:pt x="341" y="26"/>
                </a:lnTo>
                <a:lnTo>
                  <a:pt x="341" y="27"/>
                </a:lnTo>
                <a:lnTo>
                  <a:pt x="342" y="27"/>
                </a:lnTo>
                <a:lnTo>
                  <a:pt x="343" y="28"/>
                </a:lnTo>
                <a:lnTo>
                  <a:pt x="343" y="29"/>
                </a:lnTo>
                <a:lnTo>
                  <a:pt x="344" y="29"/>
                </a:lnTo>
                <a:lnTo>
                  <a:pt x="344" y="30"/>
                </a:lnTo>
                <a:lnTo>
                  <a:pt x="345" y="30"/>
                </a:lnTo>
                <a:lnTo>
                  <a:pt x="345" y="31"/>
                </a:lnTo>
                <a:lnTo>
                  <a:pt x="346" y="31"/>
                </a:lnTo>
                <a:lnTo>
                  <a:pt x="346" y="32"/>
                </a:lnTo>
                <a:lnTo>
                  <a:pt x="347" y="32"/>
                </a:lnTo>
                <a:lnTo>
                  <a:pt x="348" y="32"/>
                </a:lnTo>
                <a:lnTo>
                  <a:pt x="348" y="33"/>
                </a:lnTo>
                <a:lnTo>
                  <a:pt x="349" y="33"/>
                </a:lnTo>
                <a:lnTo>
                  <a:pt x="350" y="33"/>
                </a:lnTo>
                <a:lnTo>
                  <a:pt x="350" y="34"/>
                </a:lnTo>
                <a:lnTo>
                  <a:pt x="351" y="34"/>
                </a:lnTo>
                <a:lnTo>
                  <a:pt x="351" y="35"/>
                </a:lnTo>
                <a:lnTo>
                  <a:pt x="352" y="35"/>
                </a:lnTo>
                <a:lnTo>
                  <a:pt x="352" y="36"/>
                </a:lnTo>
                <a:lnTo>
                  <a:pt x="353" y="36"/>
                </a:lnTo>
                <a:lnTo>
                  <a:pt x="353" y="37"/>
                </a:lnTo>
                <a:lnTo>
                  <a:pt x="352" y="37"/>
                </a:lnTo>
                <a:lnTo>
                  <a:pt x="352" y="38"/>
                </a:lnTo>
                <a:lnTo>
                  <a:pt x="352" y="39"/>
                </a:lnTo>
                <a:lnTo>
                  <a:pt x="353" y="39"/>
                </a:lnTo>
                <a:lnTo>
                  <a:pt x="354" y="39"/>
                </a:lnTo>
                <a:lnTo>
                  <a:pt x="355" y="40"/>
                </a:lnTo>
                <a:lnTo>
                  <a:pt x="356" y="40"/>
                </a:lnTo>
                <a:lnTo>
                  <a:pt x="357" y="40"/>
                </a:lnTo>
                <a:lnTo>
                  <a:pt x="358" y="41"/>
                </a:lnTo>
                <a:lnTo>
                  <a:pt x="359" y="41"/>
                </a:lnTo>
                <a:lnTo>
                  <a:pt x="359" y="42"/>
                </a:lnTo>
                <a:lnTo>
                  <a:pt x="360" y="43"/>
                </a:lnTo>
                <a:lnTo>
                  <a:pt x="359" y="43"/>
                </a:lnTo>
                <a:lnTo>
                  <a:pt x="359" y="44"/>
                </a:lnTo>
                <a:lnTo>
                  <a:pt x="358" y="44"/>
                </a:lnTo>
                <a:lnTo>
                  <a:pt x="357" y="44"/>
                </a:lnTo>
                <a:lnTo>
                  <a:pt x="357" y="45"/>
                </a:lnTo>
                <a:lnTo>
                  <a:pt x="358" y="45"/>
                </a:lnTo>
                <a:lnTo>
                  <a:pt x="359" y="45"/>
                </a:lnTo>
                <a:lnTo>
                  <a:pt x="359" y="46"/>
                </a:lnTo>
                <a:lnTo>
                  <a:pt x="360" y="46"/>
                </a:lnTo>
                <a:lnTo>
                  <a:pt x="360" y="47"/>
                </a:lnTo>
                <a:lnTo>
                  <a:pt x="360" y="48"/>
                </a:lnTo>
                <a:lnTo>
                  <a:pt x="360" y="49"/>
                </a:lnTo>
                <a:lnTo>
                  <a:pt x="361" y="50"/>
                </a:lnTo>
                <a:lnTo>
                  <a:pt x="362" y="50"/>
                </a:lnTo>
                <a:lnTo>
                  <a:pt x="363" y="50"/>
                </a:lnTo>
                <a:lnTo>
                  <a:pt x="364" y="50"/>
                </a:lnTo>
                <a:lnTo>
                  <a:pt x="368" y="50"/>
                </a:lnTo>
                <a:lnTo>
                  <a:pt x="369" y="51"/>
                </a:lnTo>
                <a:lnTo>
                  <a:pt x="370" y="51"/>
                </a:lnTo>
                <a:lnTo>
                  <a:pt x="370" y="50"/>
                </a:lnTo>
                <a:lnTo>
                  <a:pt x="371" y="50"/>
                </a:lnTo>
                <a:lnTo>
                  <a:pt x="372" y="50"/>
                </a:lnTo>
                <a:lnTo>
                  <a:pt x="372" y="49"/>
                </a:lnTo>
                <a:lnTo>
                  <a:pt x="374" y="49"/>
                </a:lnTo>
                <a:lnTo>
                  <a:pt x="375" y="49"/>
                </a:lnTo>
                <a:lnTo>
                  <a:pt x="376" y="49"/>
                </a:lnTo>
                <a:lnTo>
                  <a:pt x="376" y="50"/>
                </a:lnTo>
                <a:lnTo>
                  <a:pt x="377" y="49"/>
                </a:lnTo>
                <a:lnTo>
                  <a:pt x="378" y="49"/>
                </a:lnTo>
                <a:lnTo>
                  <a:pt x="379" y="49"/>
                </a:lnTo>
                <a:lnTo>
                  <a:pt x="380" y="49"/>
                </a:lnTo>
                <a:lnTo>
                  <a:pt x="381" y="49"/>
                </a:lnTo>
                <a:lnTo>
                  <a:pt x="382" y="49"/>
                </a:lnTo>
                <a:lnTo>
                  <a:pt x="383" y="49"/>
                </a:lnTo>
                <a:lnTo>
                  <a:pt x="384" y="48"/>
                </a:lnTo>
                <a:lnTo>
                  <a:pt x="385" y="49"/>
                </a:lnTo>
                <a:lnTo>
                  <a:pt x="386" y="49"/>
                </a:lnTo>
                <a:lnTo>
                  <a:pt x="386" y="48"/>
                </a:lnTo>
                <a:lnTo>
                  <a:pt x="387" y="48"/>
                </a:lnTo>
                <a:lnTo>
                  <a:pt x="388" y="49"/>
                </a:lnTo>
                <a:lnTo>
                  <a:pt x="389" y="49"/>
                </a:lnTo>
                <a:lnTo>
                  <a:pt x="389" y="50"/>
                </a:lnTo>
                <a:lnTo>
                  <a:pt x="390" y="50"/>
                </a:lnTo>
                <a:lnTo>
                  <a:pt x="391" y="50"/>
                </a:lnTo>
                <a:lnTo>
                  <a:pt x="391" y="49"/>
                </a:lnTo>
                <a:lnTo>
                  <a:pt x="393" y="49"/>
                </a:lnTo>
                <a:lnTo>
                  <a:pt x="394" y="49"/>
                </a:lnTo>
                <a:lnTo>
                  <a:pt x="395" y="49"/>
                </a:lnTo>
                <a:lnTo>
                  <a:pt x="396" y="49"/>
                </a:lnTo>
                <a:lnTo>
                  <a:pt x="397" y="49"/>
                </a:lnTo>
                <a:lnTo>
                  <a:pt x="397" y="50"/>
                </a:lnTo>
                <a:lnTo>
                  <a:pt x="398" y="50"/>
                </a:lnTo>
                <a:lnTo>
                  <a:pt x="398" y="51"/>
                </a:lnTo>
                <a:lnTo>
                  <a:pt x="399" y="51"/>
                </a:lnTo>
                <a:lnTo>
                  <a:pt x="400" y="51"/>
                </a:lnTo>
                <a:lnTo>
                  <a:pt x="401" y="51"/>
                </a:lnTo>
                <a:lnTo>
                  <a:pt x="401" y="52"/>
                </a:lnTo>
                <a:lnTo>
                  <a:pt x="400" y="53"/>
                </a:lnTo>
                <a:lnTo>
                  <a:pt x="400" y="54"/>
                </a:lnTo>
                <a:lnTo>
                  <a:pt x="401" y="54"/>
                </a:lnTo>
                <a:lnTo>
                  <a:pt x="401" y="55"/>
                </a:lnTo>
                <a:lnTo>
                  <a:pt x="401" y="56"/>
                </a:lnTo>
                <a:lnTo>
                  <a:pt x="401" y="57"/>
                </a:lnTo>
                <a:lnTo>
                  <a:pt x="401" y="58"/>
                </a:lnTo>
                <a:lnTo>
                  <a:pt x="401" y="59"/>
                </a:lnTo>
                <a:lnTo>
                  <a:pt x="402" y="59"/>
                </a:lnTo>
                <a:lnTo>
                  <a:pt x="402" y="60"/>
                </a:lnTo>
                <a:lnTo>
                  <a:pt x="403" y="60"/>
                </a:lnTo>
                <a:lnTo>
                  <a:pt x="403" y="61"/>
                </a:lnTo>
                <a:lnTo>
                  <a:pt x="404" y="61"/>
                </a:lnTo>
                <a:lnTo>
                  <a:pt x="403" y="61"/>
                </a:lnTo>
                <a:lnTo>
                  <a:pt x="402" y="61"/>
                </a:lnTo>
                <a:lnTo>
                  <a:pt x="402" y="63"/>
                </a:lnTo>
                <a:lnTo>
                  <a:pt x="402" y="64"/>
                </a:lnTo>
                <a:lnTo>
                  <a:pt x="401" y="64"/>
                </a:lnTo>
                <a:lnTo>
                  <a:pt x="400" y="64"/>
                </a:lnTo>
                <a:lnTo>
                  <a:pt x="400" y="65"/>
                </a:lnTo>
                <a:lnTo>
                  <a:pt x="399" y="66"/>
                </a:lnTo>
                <a:lnTo>
                  <a:pt x="400" y="66"/>
                </a:lnTo>
                <a:lnTo>
                  <a:pt x="400" y="67"/>
                </a:lnTo>
                <a:lnTo>
                  <a:pt x="401" y="67"/>
                </a:lnTo>
                <a:lnTo>
                  <a:pt x="402" y="67"/>
                </a:lnTo>
                <a:lnTo>
                  <a:pt x="403" y="67"/>
                </a:lnTo>
                <a:lnTo>
                  <a:pt x="403" y="66"/>
                </a:lnTo>
                <a:lnTo>
                  <a:pt x="404" y="66"/>
                </a:lnTo>
                <a:lnTo>
                  <a:pt x="404" y="67"/>
                </a:lnTo>
                <a:lnTo>
                  <a:pt x="405" y="67"/>
                </a:lnTo>
                <a:lnTo>
                  <a:pt x="405" y="66"/>
                </a:lnTo>
                <a:lnTo>
                  <a:pt x="406" y="66"/>
                </a:lnTo>
                <a:lnTo>
                  <a:pt x="406" y="67"/>
                </a:lnTo>
                <a:lnTo>
                  <a:pt x="407" y="67"/>
                </a:lnTo>
                <a:lnTo>
                  <a:pt x="408" y="66"/>
                </a:lnTo>
                <a:lnTo>
                  <a:pt x="409" y="66"/>
                </a:lnTo>
                <a:lnTo>
                  <a:pt x="410" y="66"/>
                </a:lnTo>
                <a:lnTo>
                  <a:pt x="411" y="66"/>
                </a:lnTo>
                <a:lnTo>
                  <a:pt x="411" y="67"/>
                </a:lnTo>
                <a:lnTo>
                  <a:pt x="412" y="67"/>
                </a:lnTo>
                <a:lnTo>
                  <a:pt x="412" y="68"/>
                </a:lnTo>
                <a:lnTo>
                  <a:pt x="413" y="69"/>
                </a:lnTo>
                <a:lnTo>
                  <a:pt x="413" y="68"/>
                </a:lnTo>
                <a:lnTo>
                  <a:pt x="414" y="69"/>
                </a:lnTo>
                <a:lnTo>
                  <a:pt x="415" y="69"/>
                </a:lnTo>
                <a:lnTo>
                  <a:pt x="415" y="70"/>
                </a:lnTo>
                <a:lnTo>
                  <a:pt x="417" y="70"/>
                </a:lnTo>
                <a:lnTo>
                  <a:pt x="417" y="69"/>
                </a:lnTo>
                <a:lnTo>
                  <a:pt x="418" y="69"/>
                </a:lnTo>
                <a:lnTo>
                  <a:pt x="419" y="69"/>
                </a:lnTo>
                <a:lnTo>
                  <a:pt x="419" y="70"/>
                </a:lnTo>
                <a:lnTo>
                  <a:pt x="420" y="71"/>
                </a:lnTo>
                <a:lnTo>
                  <a:pt x="421" y="71"/>
                </a:lnTo>
                <a:lnTo>
                  <a:pt x="422" y="71"/>
                </a:lnTo>
                <a:lnTo>
                  <a:pt x="422" y="70"/>
                </a:lnTo>
                <a:lnTo>
                  <a:pt x="423" y="70"/>
                </a:lnTo>
                <a:lnTo>
                  <a:pt x="423" y="71"/>
                </a:lnTo>
                <a:lnTo>
                  <a:pt x="422" y="71"/>
                </a:lnTo>
                <a:lnTo>
                  <a:pt x="421" y="72"/>
                </a:lnTo>
                <a:lnTo>
                  <a:pt x="421" y="73"/>
                </a:lnTo>
                <a:lnTo>
                  <a:pt x="420" y="73"/>
                </a:lnTo>
                <a:lnTo>
                  <a:pt x="419" y="73"/>
                </a:lnTo>
                <a:lnTo>
                  <a:pt x="419" y="74"/>
                </a:lnTo>
                <a:lnTo>
                  <a:pt x="420" y="74"/>
                </a:lnTo>
                <a:lnTo>
                  <a:pt x="420" y="75"/>
                </a:lnTo>
                <a:lnTo>
                  <a:pt x="421" y="75"/>
                </a:lnTo>
                <a:lnTo>
                  <a:pt x="421" y="74"/>
                </a:lnTo>
                <a:lnTo>
                  <a:pt x="422" y="74"/>
                </a:lnTo>
                <a:lnTo>
                  <a:pt x="423" y="74"/>
                </a:lnTo>
                <a:lnTo>
                  <a:pt x="424" y="74"/>
                </a:lnTo>
                <a:lnTo>
                  <a:pt x="424" y="75"/>
                </a:lnTo>
                <a:lnTo>
                  <a:pt x="425" y="75"/>
                </a:lnTo>
                <a:lnTo>
                  <a:pt x="425" y="76"/>
                </a:lnTo>
                <a:lnTo>
                  <a:pt x="425" y="77"/>
                </a:lnTo>
                <a:lnTo>
                  <a:pt x="426" y="77"/>
                </a:lnTo>
                <a:lnTo>
                  <a:pt x="427" y="78"/>
                </a:lnTo>
                <a:lnTo>
                  <a:pt x="428" y="78"/>
                </a:lnTo>
                <a:lnTo>
                  <a:pt x="428" y="79"/>
                </a:lnTo>
                <a:lnTo>
                  <a:pt x="429" y="79"/>
                </a:lnTo>
                <a:lnTo>
                  <a:pt x="429" y="80"/>
                </a:lnTo>
                <a:lnTo>
                  <a:pt x="430" y="81"/>
                </a:lnTo>
                <a:lnTo>
                  <a:pt x="431" y="81"/>
                </a:lnTo>
                <a:lnTo>
                  <a:pt x="432" y="81"/>
                </a:lnTo>
                <a:lnTo>
                  <a:pt x="433" y="81"/>
                </a:lnTo>
                <a:lnTo>
                  <a:pt x="434" y="81"/>
                </a:lnTo>
                <a:lnTo>
                  <a:pt x="435" y="81"/>
                </a:lnTo>
                <a:lnTo>
                  <a:pt x="435" y="80"/>
                </a:lnTo>
                <a:lnTo>
                  <a:pt x="435" y="81"/>
                </a:lnTo>
                <a:lnTo>
                  <a:pt x="435" y="82"/>
                </a:lnTo>
                <a:lnTo>
                  <a:pt x="436" y="82"/>
                </a:lnTo>
                <a:lnTo>
                  <a:pt x="436" y="83"/>
                </a:lnTo>
                <a:lnTo>
                  <a:pt x="437" y="83"/>
                </a:lnTo>
                <a:lnTo>
                  <a:pt x="438" y="83"/>
                </a:lnTo>
                <a:lnTo>
                  <a:pt x="438" y="84"/>
                </a:lnTo>
                <a:lnTo>
                  <a:pt x="437" y="85"/>
                </a:lnTo>
                <a:lnTo>
                  <a:pt x="438" y="86"/>
                </a:lnTo>
                <a:lnTo>
                  <a:pt x="438" y="87"/>
                </a:lnTo>
                <a:lnTo>
                  <a:pt x="438" y="88"/>
                </a:lnTo>
                <a:lnTo>
                  <a:pt x="439" y="88"/>
                </a:lnTo>
                <a:lnTo>
                  <a:pt x="439" y="89"/>
                </a:lnTo>
                <a:lnTo>
                  <a:pt x="438" y="90"/>
                </a:lnTo>
                <a:lnTo>
                  <a:pt x="438" y="91"/>
                </a:lnTo>
                <a:lnTo>
                  <a:pt x="439" y="91"/>
                </a:lnTo>
                <a:lnTo>
                  <a:pt x="439" y="92"/>
                </a:lnTo>
                <a:lnTo>
                  <a:pt x="439" y="93"/>
                </a:lnTo>
                <a:lnTo>
                  <a:pt x="439" y="94"/>
                </a:lnTo>
                <a:lnTo>
                  <a:pt x="439" y="95"/>
                </a:lnTo>
                <a:lnTo>
                  <a:pt x="439" y="96"/>
                </a:lnTo>
                <a:lnTo>
                  <a:pt x="439" y="97"/>
                </a:lnTo>
                <a:lnTo>
                  <a:pt x="440" y="97"/>
                </a:lnTo>
                <a:lnTo>
                  <a:pt x="440" y="98"/>
                </a:lnTo>
                <a:lnTo>
                  <a:pt x="440" y="99"/>
                </a:lnTo>
                <a:lnTo>
                  <a:pt x="440" y="100"/>
                </a:lnTo>
                <a:lnTo>
                  <a:pt x="440" y="101"/>
                </a:lnTo>
                <a:lnTo>
                  <a:pt x="441" y="101"/>
                </a:lnTo>
                <a:lnTo>
                  <a:pt x="441" y="102"/>
                </a:lnTo>
                <a:lnTo>
                  <a:pt x="441" y="103"/>
                </a:lnTo>
                <a:lnTo>
                  <a:pt x="441" y="104"/>
                </a:lnTo>
                <a:lnTo>
                  <a:pt x="441" y="105"/>
                </a:lnTo>
                <a:lnTo>
                  <a:pt x="442" y="106"/>
                </a:lnTo>
                <a:lnTo>
                  <a:pt x="443" y="106"/>
                </a:lnTo>
                <a:lnTo>
                  <a:pt x="443" y="107"/>
                </a:lnTo>
                <a:lnTo>
                  <a:pt x="442" y="107"/>
                </a:lnTo>
                <a:lnTo>
                  <a:pt x="442" y="108"/>
                </a:lnTo>
                <a:lnTo>
                  <a:pt x="441" y="109"/>
                </a:lnTo>
                <a:lnTo>
                  <a:pt x="442" y="109"/>
                </a:lnTo>
                <a:lnTo>
                  <a:pt x="442" y="110"/>
                </a:lnTo>
                <a:lnTo>
                  <a:pt x="441" y="110"/>
                </a:lnTo>
                <a:lnTo>
                  <a:pt x="440" y="110"/>
                </a:lnTo>
                <a:lnTo>
                  <a:pt x="440" y="111"/>
                </a:lnTo>
                <a:lnTo>
                  <a:pt x="439" y="111"/>
                </a:lnTo>
                <a:lnTo>
                  <a:pt x="438" y="111"/>
                </a:lnTo>
                <a:lnTo>
                  <a:pt x="438" y="112"/>
                </a:lnTo>
                <a:lnTo>
                  <a:pt x="437" y="112"/>
                </a:lnTo>
                <a:lnTo>
                  <a:pt x="436" y="112"/>
                </a:lnTo>
                <a:lnTo>
                  <a:pt x="436" y="113"/>
                </a:lnTo>
                <a:lnTo>
                  <a:pt x="436" y="114"/>
                </a:lnTo>
                <a:lnTo>
                  <a:pt x="435" y="115"/>
                </a:lnTo>
                <a:lnTo>
                  <a:pt x="436" y="116"/>
                </a:lnTo>
                <a:lnTo>
                  <a:pt x="437" y="116"/>
                </a:lnTo>
                <a:lnTo>
                  <a:pt x="437" y="117"/>
                </a:lnTo>
                <a:lnTo>
                  <a:pt x="436" y="117"/>
                </a:lnTo>
                <a:lnTo>
                  <a:pt x="436" y="118"/>
                </a:lnTo>
                <a:lnTo>
                  <a:pt x="436" y="119"/>
                </a:lnTo>
                <a:lnTo>
                  <a:pt x="435" y="119"/>
                </a:lnTo>
                <a:lnTo>
                  <a:pt x="435" y="120"/>
                </a:lnTo>
                <a:lnTo>
                  <a:pt x="436" y="120"/>
                </a:lnTo>
                <a:lnTo>
                  <a:pt x="437" y="120"/>
                </a:lnTo>
                <a:lnTo>
                  <a:pt x="437" y="121"/>
                </a:lnTo>
                <a:lnTo>
                  <a:pt x="437" y="122"/>
                </a:lnTo>
                <a:lnTo>
                  <a:pt x="437" y="123"/>
                </a:lnTo>
                <a:lnTo>
                  <a:pt x="437" y="124"/>
                </a:lnTo>
                <a:lnTo>
                  <a:pt x="438" y="124"/>
                </a:lnTo>
                <a:lnTo>
                  <a:pt x="439" y="124"/>
                </a:lnTo>
                <a:lnTo>
                  <a:pt x="440" y="124"/>
                </a:lnTo>
                <a:lnTo>
                  <a:pt x="440" y="125"/>
                </a:lnTo>
                <a:lnTo>
                  <a:pt x="439" y="126"/>
                </a:lnTo>
                <a:lnTo>
                  <a:pt x="440" y="126"/>
                </a:lnTo>
                <a:lnTo>
                  <a:pt x="440" y="127"/>
                </a:lnTo>
                <a:lnTo>
                  <a:pt x="439" y="127"/>
                </a:lnTo>
                <a:lnTo>
                  <a:pt x="438" y="128"/>
                </a:lnTo>
                <a:lnTo>
                  <a:pt x="438" y="129"/>
                </a:lnTo>
                <a:lnTo>
                  <a:pt x="438" y="130"/>
                </a:lnTo>
                <a:lnTo>
                  <a:pt x="438" y="131"/>
                </a:lnTo>
                <a:lnTo>
                  <a:pt x="438" y="132"/>
                </a:lnTo>
                <a:lnTo>
                  <a:pt x="438" y="133"/>
                </a:lnTo>
                <a:lnTo>
                  <a:pt x="437" y="134"/>
                </a:lnTo>
                <a:lnTo>
                  <a:pt x="437" y="135"/>
                </a:lnTo>
                <a:lnTo>
                  <a:pt x="436" y="135"/>
                </a:lnTo>
                <a:lnTo>
                  <a:pt x="436" y="136"/>
                </a:lnTo>
                <a:lnTo>
                  <a:pt x="436" y="137"/>
                </a:lnTo>
                <a:lnTo>
                  <a:pt x="435" y="138"/>
                </a:lnTo>
                <a:lnTo>
                  <a:pt x="435" y="139"/>
                </a:lnTo>
                <a:lnTo>
                  <a:pt x="434" y="139"/>
                </a:lnTo>
                <a:lnTo>
                  <a:pt x="433" y="140"/>
                </a:lnTo>
                <a:lnTo>
                  <a:pt x="433" y="142"/>
                </a:lnTo>
                <a:lnTo>
                  <a:pt x="432" y="142"/>
                </a:lnTo>
                <a:lnTo>
                  <a:pt x="432" y="143"/>
                </a:lnTo>
                <a:lnTo>
                  <a:pt x="430" y="143"/>
                </a:lnTo>
                <a:lnTo>
                  <a:pt x="429" y="143"/>
                </a:lnTo>
                <a:lnTo>
                  <a:pt x="428" y="143"/>
                </a:lnTo>
                <a:lnTo>
                  <a:pt x="428" y="142"/>
                </a:lnTo>
                <a:lnTo>
                  <a:pt x="429" y="142"/>
                </a:lnTo>
                <a:lnTo>
                  <a:pt x="428" y="142"/>
                </a:lnTo>
                <a:lnTo>
                  <a:pt x="428" y="141"/>
                </a:lnTo>
                <a:lnTo>
                  <a:pt x="427" y="140"/>
                </a:lnTo>
                <a:lnTo>
                  <a:pt x="426" y="140"/>
                </a:lnTo>
                <a:lnTo>
                  <a:pt x="426" y="139"/>
                </a:lnTo>
                <a:lnTo>
                  <a:pt x="426" y="138"/>
                </a:lnTo>
                <a:lnTo>
                  <a:pt x="426" y="137"/>
                </a:lnTo>
                <a:lnTo>
                  <a:pt x="425" y="137"/>
                </a:lnTo>
                <a:lnTo>
                  <a:pt x="425" y="136"/>
                </a:lnTo>
                <a:lnTo>
                  <a:pt x="425" y="135"/>
                </a:lnTo>
                <a:lnTo>
                  <a:pt x="425" y="134"/>
                </a:lnTo>
                <a:lnTo>
                  <a:pt x="425" y="135"/>
                </a:lnTo>
                <a:lnTo>
                  <a:pt x="424" y="135"/>
                </a:lnTo>
                <a:lnTo>
                  <a:pt x="424" y="134"/>
                </a:lnTo>
                <a:lnTo>
                  <a:pt x="423" y="134"/>
                </a:lnTo>
                <a:lnTo>
                  <a:pt x="422" y="134"/>
                </a:lnTo>
                <a:lnTo>
                  <a:pt x="422" y="135"/>
                </a:lnTo>
                <a:lnTo>
                  <a:pt x="421" y="135"/>
                </a:lnTo>
                <a:lnTo>
                  <a:pt x="420" y="135"/>
                </a:lnTo>
                <a:lnTo>
                  <a:pt x="420" y="134"/>
                </a:lnTo>
                <a:lnTo>
                  <a:pt x="419" y="134"/>
                </a:lnTo>
                <a:lnTo>
                  <a:pt x="418" y="134"/>
                </a:lnTo>
                <a:lnTo>
                  <a:pt x="417" y="134"/>
                </a:lnTo>
                <a:lnTo>
                  <a:pt x="416" y="133"/>
                </a:lnTo>
                <a:lnTo>
                  <a:pt x="415" y="133"/>
                </a:lnTo>
                <a:lnTo>
                  <a:pt x="414" y="133"/>
                </a:lnTo>
                <a:lnTo>
                  <a:pt x="414" y="134"/>
                </a:lnTo>
                <a:lnTo>
                  <a:pt x="413" y="134"/>
                </a:lnTo>
                <a:lnTo>
                  <a:pt x="413" y="135"/>
                </a:lnTo>
                <a:lnTo>
                  <a:pt x="412" y="135"/>
                </a:lnTo>
                <a:lnTo>
                  <a:pt x="411" y="135"/>
                </a:lnTo>
                <a:lnTo>
                  <a:pt x="410" y="136"/>
                </a:lnTo>
                <a:lnTo>
                  <a:pt x="409" y="137"/>
                </a:lnTo>
                <a:lnTo>
                  <a:pt x="408" y="137"/>
                </a:lnTo>
                <a:lnTo>
                  <a:pt x="406" y="137"/>
                </a:lnTo>
                <a:lnTo>
                  <a:pt x="406" y="138"/>
                </a:lnTo>
                <a:lnTo>
                  <a:pt x="405" y="138"/>
                </a:lnTo>
                <a:lnTo>
                  <a:pt x="404" y="139"/>
                </a:lnTo>
                <a:lnTo>
                  <a:pt x="403" y="139"/>
                </a:lnTo>
                <a:lnTo>
                  <a:pt x="403" y="140"/>
                </a:lnTo>
                <a:lnTo>
                  <a:pt x="402" y="140"/>
                </a:lnTo>
                <a:lnTo>
                  <a:pt x="401" y="141"/>
                </a:lnTo>
                <a:lnTo>
                  <a:pt x="400" y="142"/>
                </a:lnTo>
                <a:lnTo>
                  <a:pt x="399" y="142"/>
                </a:lnTo>
                <a:lnTo>
                  <a:pt x="399" y="143"/>
                </a:lnTo>
                <a:lnTo>
                  <a:pt x="399" y="144"/>
                </a:lnTo>
                <a:lnTo>
                  <a:pt x="399" y="145"/>
                </a:lnTo>
                <a:lnTo>
                  <a:pt x="400" y="145"/>
                </a:lnTo>
                <a:lnTo>
                  <a:pt x="399" y="145"/>
                </a:lnTo>
                <a:lnTo>
                  <a:pt x="398" y="146"/>
                </a:lnTo>
                <a:lnTo>
                  <a:pt x="398" y="145"/>
                </a:lnTo>
                <a:lnTo>
                  <a:pt x="397" y="146"/>
                </a:lnTo>
                <a:lnTo>
                  <a:pt x="396" y="146"/>
                </a:lnTo>
                <a:lnTo>
                  <a:pt x="396" y="147"/>
                </a:lnTo>
                <a:lnTo>
                  <a:pt x="395" y="147"/>
                </a:lnTo>
                <a:lnTo>
                  <a:pt x="394" y="147"/>
                </a:lnTo>
                <a:lnTo>
                  <a:pt x="393" y="147"/>
                </a:lnTo>
                <a:lnTo>
                  <a:pt x="394" y="148"/>
                </a:lnTo>
                <a:lnTo>
                  <a:pt x="394" y="149"/>
                </a:lnTo>
                <a:lnTo>
                  <a:pt x="394" y="150"/>
                </a:lnTo>
                <a:lnTo>
                  <a:pt x="394" y="151"/>
                </a:lnTo>
                <a:lnTo>
                  <a:pt x="393" y="151"/>
                </a:lnTo>
                <a:lnTo>
                  <a:pt x="393" y="152"/>
                </a:lnTo>
                <a:lnTo>
                  <a:pt x="392" y="152"/>
                </a:lnTo>
                <a:lnTo>
                  <a:pt x="391" y="153"/>
                </a:lnTo>
                <a:lnTo>
                  <a:pt x="390" y="153"/>
                </a:lnTo>
                <a:lnTo>
                  <a:pt x="389" y="154"/>
                </a:lnTo>
                <a:lnTo>
                  <a:pt x="388" y="154"/>
                </a:lnTo>
                <a:lnTo>
                  <a:pt x="387" y="154"/>
                </a:lnTo>
                <a:lnTo>
                  <a:pt x="387" y="155"/>
                </a:lnTo>
                <a:lnTo>
                  <a:pt x="387" y="156"/>
                </a:lnTo>
                <a:lnTo>
                  <a:pt x="387" y="157"/>
                </a:lnTo>
                <a:lnTo>
                  <a:pt x="387" y="158"/>
                </a:lnTo>
                <a:lnTo>
                  <a:pt x="386" y="159"/>
                </a:lnTo>
                <a:lnTo>
                  <a:pt x="385" y="159"/>
                </a:lnTo>
                <a:lnTo>
                  <a:pt x="384" y="159"/>
                </a:lnTo>
                <a:lnTo>
                  <a:pt x="384" y="160"/>
                </a:lnTo>
                <a:lnTo>
                  <a:pt x="383" y="160"/>
                </a:lnTo>
                <a:lnTo>
                  <a:pt x="383" y="159"/>
                </a:lnTo>
                <a:lnTo>
                  <a:pt x="383" y="158"/>
                </a:lnTo>
                <a:lnTo>
                  <a:pt x="383" y="157"/>
                </a:lnTo>
                <a:lnTo>
                  <a:pt x="382" y="157"/>
                </a:lnTo>
                <a:lnTo>
                  <a:pt x="382" y="158"/>
                </a:lnTo>
                <a:lnTo>
                  <a:pt x="381" y="158"/>
                </a:lnTo>
                <a:lnTo>
                  <a:pt x="379" y="159"/>
                </a:lnTo>
                <a:lnTo>
                  <a:pt x="379" y="160"/>
                </a:lnTo>
                <a:lnTo>
                  <a:pt x="378" y="160"/>
                </a:lnTo>
                <a:lnTo>
                  <a:pt x="378" y="161"/>
                </a:lnTo>
                <a:lnTo>
                  <a:pt x="377" y="161"/>
                </a:lnTo>
                <a:lnTo>
                  <a:pt x="377" y="162"/>
                </a:lnTo>
                <a:lnTo>
                  <a:pt x="376" y="162"/>
                </a:lnTo>
                <a:lnTo>
                  <a:pt x="375" y="162"/>
                </a:lnTo>
                <a:lnTo>
                  <a:pt x="375" y="163"/>
                </a:lnTo>
                <a:lnTo>
                  <a:pt x="375" y="164"/>
                </a:lnTo>
                <a:lnTo>
                  <a:pt x="374" y="164"/>
                </a:lnTo>
                <a:lnTo>
                  <a:pt x="373" y="165"/>
                </a:lnTo>
                <a:lnTo>
                  <a:pt x="373" y="167"/>
                </a:lnTo>
                <a:lnTo>
                  <a:pt x="372" y="167"/>
                </a:lnTo>
                <a:lnTo>
                  <a:pt x="372" y="168"/>
                </a:lnTo>
                <a:lnTo>
                  <a:pt x="371" y="169"/>
                </a:lnTo>
                <a:lnTo>
                  <a:pt x="370" y="170"/>
                </a:lnTo>
                <a:lnTo>
                  <a:pt x="370" y="171"/>
                </a:lnTo>
                <a:lnTo>
                  <a:pt x="369" y="171"/>
                </a:lnTo>
                <a:lnTo>
                  <a:pt x="369" y="172"/>
                </a:lnTo>
                <a:lnTo>
                  <a:pt x="368" y="173"/>
                </a:lnTo>
                <a:lnTo>
                  <a:pt x="368" y="174"/>
                </a:lnTo>
                <a:lnTo>
                  <a:pt x="367" y="174"/>
                </a:lnTo>
                <a:lnTo>
                  <a:pt x="367" y="175"/>
                </a:lnTo>
                <a:lnTo>
                  <a:pt x="366" y="175"/>
                </a:lnTo>
                <a:lnTo>
                  <a:pt x="366" y="174"/>
                </a:lnTo>
                <a:lnTo>
                  <a:pt x="365" y="174"/>
                </a:lnTo>
                <a:lnTo>
                  <a:pt x="365" y="173"/>
                </a:lnTo>
                <a:lnTo>
                  <a:pt x="365" y="172"/>
                </a:lnTo>
                <a:lnTo>
                  <a:pt x="365" y="171"/>
                </a:lnTo>
                <a:lnTo>
                  <a:pt x="366" y="171"/>
                </a:lnTo>
                <a:lnTo>
                  <a:pt x="366" y="170"/>
                </a:lnTo>
                <a:lnTo>
                  <a:pt x="366" y="169"/>
                </a:lnTo>
                <a:lnTo>
                  <a:pt x="367" y="169"/>
                </a:lnTo>
                <a:lnTo>
                  <a:pt x="367" y="168"/>
                </a:lnTo>
                <a:lnTo>
                  <a:pt x="367" y="167"/>
                </a:lnTo>
                <a:lnTo>
                  <a:pt x="366" y="167"/>
                </a:lnTo>
                <a:lnTo>
                  <a:pt x="366" y="166"/>
                </a:lnTo>
                <a:lnTo>
                  <a:pt x="365" y="165"/>
                </a:lnTo>
                <a:lnTo>
                  <a:pt x="364" y="164"/>
                </a:lnTo>
                <a:lnTo>
                  <a:pt x="363" y="164"/>
                </a:lnTo>
                <a:lnTo>
                  <a:pt x="362" y="164"/>
                </a:lnTo>
                <a:lnTo>
                  <a:pt x="363" y="163"/>
                </a:lnTo>
                <a:lnTo>
                  <a:pt x="364" y="163"/>
                </a:lnTo>
                <a:lnTo>
                  <a:pt x="364" y="162"/>
                </a:lnTo>
                <a:lnTo>
                  <a:pt x="363" y="162"/>
                </a:lnTo>
                <a:lnTo>
                  <a:pt x="363" y="163"/>
                </a:lnTo>
                <a:lnTo>
                  <a:pt x="363" y="162"/>
                </a:lnTo>
                <a:lnTo>
                  <a:pt x="362" y="162"/>
                </a:lnTo>
                <a:lnTo>
                  <a:pt x="362" y="161"/>
                </a:lnTo>
                <a:lnTo>
                  <a:pt x="362" y="160"/>
                </a:lnTo>
                <a:lnTo>
                  <a:pt x="361" y="160"/>
                </a:lnTo>
                <a:lnTo>
                  <a:pt x="361" y="161"/>
                </a:lnTo>
                <a:lnTo>
                  <a:pt x="360" y="162"/>
                </a:lnTo>
                <a:lnTo>
                  <a:pt x="360" y="163"/>
                </a:lnTo>
                <a:lnTo>
                  <a:pt x="358" y="163"/>
                </a:lnTo>
                <a:lnTo>
                  <a:pt x="358" y="164"/>
                </a:lnTo>
                <a:lnTo>
                  <a:pt x="357" y="164"/>
                </a:lnTo>
                <a:lnTo>
                  <a:pt x="356" y="165"/>
                </a:lnTo>
                <a:lnTo>
                  <a:pt x="355" y="165"/>
                </a:lnTo>
                <a:lnTo>
                  <a:pt x="355" y="166"/>
                </a:lnTo>
                <a:lnTo>
                  <a:pt x="356" y="166"/>
                </a:lnTo>
                <a:lnTo>
                  <a:pt x="356" y="165"/>
                </a:lnTo>
                <a:lnTo>
                  <a:pt x="357" y="165"/>
                </a:lnTo>
                <a:lnTo>
                  <a:pt x="357" y="166"/>
                </a:lnTo>
                <a:lnTo>
                  <a:pt x="356" y="166"/>
                </a:lnTo>
                <a:lnTo>
                  <a:pt x="355" y="167"/>
                </a:lnTo>
                <a:lnTo>
                  <a:pt x="354" y="167"/>
                </a:lnTo>
                <a:lnTo>
                  <a:pt x="354" y="168"/>
                </a:lnTo>
                <a:lnTo>
                  <a:pt x="353" y="167"/>
                </a:lnTo>
                <a:lnTo>
                  <a:pt x="353" y="168"/>
                </a:lnTo>
                <a:lnTo>
                  <a:pt x="352" y="169"/>
                </a:lnTo>
                <a:lnTo>
                  <a:pt x="351" y="169"/>
                </a:lnTo>
                <a:lnTo>
                  <a:pt x="350" y="169"/>
                </a:lnTo>
                <a:lnTo>
                  <a:pt x="349" y="170"/>
                </a:lnTo>
                <a:lnTo>
                  <a:pt x="349" y="171"/>
                </a:lnTo>
                <a:lnTo>
                  <a:pt x="348" y="171"/>
                </a:lnTo>
                <a:lnTo>
                  <a:pt x="348" y="172"/>
                </a:lnTo>
                <a:lnTo>
                  <a:pt x="347" y="172"/>
                </a:lnTo>
                <a:lnTo>
                  <a:pt x="347" y="171"/>
                </a:lnTo>
                <a:lnTo>
                  <a:pt x="347" y="170"/>
                </a:lnTo>
                <a:lnTo>
                  <a:pt x="347" y="171"/>
                </a:lnTo>
                <a:lnTo>
                  <a:pt x="346" y="171"/>
                </a:lnTo>
                <a:lnTo>
                  <a:pt x="346" y="170"/>
                </a:lnTo>
                <a:lnTo>
                  <a:pt x="345" y="170"/>
                </a:lnTo>
                <a:lnTo>
                  <a:pt x="345" y="169"/>
                </a:lnTo>
                <a:lnTo>
                  <a:pt x="345" y="168"/>
                </a:lnTo>
                <a:lnTo>
                  <a:pt x="344" y="168"/>
                </a:lnTo>
                <a:lnTo>
                  <a:pt x="344" y="167"/>
                </a:lnTo>
                <a:lnTo>
                  <a:pt x="343" y="167"/>
                </a:lnTo>
                <a:lnTo>
                  <a:pt x="343" y="166"/>
                </a:lnTo>
                <a:lnTo>
                  <a:pt x="343" y="165"/>
                </a:lnTo>
                <a:lnTo>
                  <a:pt x="343" y="164"/>
                </a:lnTo>
                <a:lnTo>
                  <a:pt x="342" y="164"/>
                </a:lnTo>
                <a:lnTo>
                  <a:pt x="342" y="163"/>
                </a:lnTo>
                <a:lnTo>
                  <a:pt x="343" y="163"/>
                </a:lnTo>
                <a:lnTo>
                  <a:pt x="344" y="162"/>
                </a:lnTo>
                <a:lnTo>
                  <a:pt x="344" y="163"/>
                </a:lnTo>
                <a:lnTo>
                  <a:pt x="345" y="162"/>
                </a:lnTo>
                <a:lnTo>
                  <a:pt x="345" y="161"/>
                </a:lnTo>
                <a:lnTo>
                  <a:pt x="346" y="161"/>
                </a:lnTo>
                <a:lnTo>
                  <a:pt x="346" y="160"/>
                </a:lnTo>
                <a:lnTo>
                  <a:pt x="345" y="160"/>
                </a:lnTo>
                <a:lnTo>
                  <a:pt x="345" y="159"/>
                </a:lnTo>
                <a:lnTo>
                  <a:pt x="343" y="159"/>
                </a:lnTo>
                <a:lnTo>
                  <a:pt x="342" y="159"/>
                </a:lnTo>
                <a:lnTo>
                  <a:pt x="341" y="159"/>
                </a:lnTo>
                <a:lnTo>
                  <a:pt x="340" y="159"/>
                </a:lnTo>
                <a:lnTo>
                  <a:pt x="339" y="159"/>
                </a:lnTo>
                <a:lnTo>
                  <a:pt x="339" y="158"/>
                </a:lnTo>
                <a:lnTo>
                  <a:pt x="338" y="158"/>
                </a:lnTo>
                <a:lnTo>
                  <a:pt x="337" y="159"/>
                </a:lnTo>
                <a:lnTo>
                  <a:pt x="336" y="160"/>
                </a:lnTo>
                <a:lnTo>
                  <a:pt x="335" y="161"/>
                </a:lnTo>
                <a:lnTo>
                  <a:pt x="335" y="160"/>
                </a:lnTo>
                <a:lnTo>
                  <a:pt x="334" y="160"/>
                </a:lnTo>
                <a:lnTo>
                  <a:pt x="334" y="161"/>
                </a:lnTo>
                <a:lnTo>
                  <a:pt x="333" y="161"/>
                </a:lnTo>
                <a:lnTo>
                  <a:pt x="332" y="161"/>
                </a:lnTo>
                <a:lnTo>
                  <a:pt x="331" y="161"/>
                </a:lnTo>
                <a:lnTo>
                  <a:pt x="331" y="162"/>
                </a:lnTo>
                <a:lnTo>
                  <a:pt x="330" y="162"/>
                </a:lnTo>
                <a:lnTo>
                  <a:pt x="330" y="163"/>
                </a:lnTo>
                <a:lnTo>
                  <a:pt x="329" y="164"/>
                </a:lnTo>
                <a:lnTo>
                  <a:pt x="328" y="164"/>
                </a:lnTo>
                <a:lnTo>
                  <a:pt x="327" y="165"/>
                </a:lnTo>
                <a:lnTo>
                  <a:pt x="327" y="166"/>
                </a:lnTo>
                <a:lnTo>
                  <a:pt x="326" y="166"/>
                </a:lnTo>
                <a:lnTo>
                  <a:pt x="325" y="167"/>
                </a:lnTo>
                <a:lnTo>
                  <a:pt x="325" y="168"/>
                </a:lnTo>
                <a:lnTo>
                  <a:pt x="324" y="168"/>
                </a:lnTo>
                <a:lnTo>
                  <a:pt x="324" y="169"/>
                </a:lnTo>
                <a:lnTo>
                  <a:pt x="324" y="170"/>
                </a:lnTo>
                <a:lnTo>
                  <a:pt x="323" y="170"/>
                </a:lnTo>
                <a:lnTo>
                  <a:pt x="322" y="171"/>
                </a:lnTo>
                <a:lnTo>
                  <a:pt x="322" y="172"/>
                </a:lnTo>
                <a:lnTo>
                  <a:pt x="321" y="173"/>
                </a:lnTo>
                <a:lnTo>
                  <a:pt x="320" y="174"/>
                </a:lnTo>
                <a:lnTo>
                  <a:pt x="319" y="174"/>
                </a:lnTo>
                <a:lnTo>
                  <a:pt x="318" y="174"/>
                </a:lnTo>
                <a:lnTo>
                  <a:pt x="317" y="175"/>
                </a:lnTo>
                <a:lnTo>
                  <a:pt x="317" y="174"/>
                </a:lnTo>
                <a:lnTo>
                  <a:pt x="317" y="173"/>
                </a:lnTo>
                <a:lnTo>
                  <a:pt x="316" y="173"/>
                </a:lnTo>
                <a:lnTo>
                  <a:pt x="316" y="172"/>
                </a:lnTo>
                <a:lnTo>
                  <a:pt x="315" y="172"/>
                </a:lnTo>
                <a:lnTo>
                  <a:pt x="315" y="173"/>
                </a:lnTo>
                <a:lnTo>
                  <a:pt x="314" y="174"/>
                </a:lnTo>
                <a:lnTo>
                  <a:pt x="314" y="173"/>
                </a:lnTo>
                <a:lnTo>
                  <a:pt x="313" y="173"/>
                </a:lnTo>
                <a:lnTo>
                  <a:pt x="313" y="174"/>
                </a:lnTo>
                <a:lnTo>
                  <a:pt x="312" y="174"/>
                </a:lnTo>
                <a:lnTo>
                  <a:pt x="313" y="174"/>
                </a:lnTo>
                <a:lnTo>
                  <a:pt x="312" y="174"/>
                </a:lnTo>
                <a:lnTo>
                  <a:pt x="311" y="174"/>
                </a:lnTo>
                <a:lnTo>
                  <a:pt x="310" y="173"/>
                </a:lnTo>
                <a:lnTo>
                  <a:pt x="310" y="172"/>
                </a:lnTo>
                <a:lnTo>
                  <a:pt x="309" y="172"/>
                </a:lnTo>
                <a:lnTo>
                  <a:pt x="309" y="171"/>
                </a:lnTo>
                <a:lnTo>
                  <a:pt x="309" y="170"/>
                </a:lnTo>
                <a:lnTo>
                  <a:pt x="308" y="170"/>
                </a:lnTo>
                <a:lnTo>
                  <a:pt x="308" y="169"/>
                </a:lnTo>
                <a:lnTo>
                  <a:pt x="307" y="169"/>
                </a:lnTo>
                <a:lnTo>
                  <a:pt x="307" y="168"/>
                </a:lnTo>
                <a:lnTo>
                  <a:pt x="308" y="168"/>
                </a:lnTo>
                <a:lnTo>
                  <a:pt x="307" y="167"/>
                </a:lnTo>
                <a:lnTo>
                  <a:pt x="307" y="166"/>
                </a:lnTo>
                <a:lnTo>
                  <a:pt x="307" y="165"/>
                </a:lnTo>
                <a:lnTo>
                  <a:pt x="305" y="165"/>
                </a:lnTo>
                <a:lnTo>
                  <a:pt x="304" y="165"/>
                </a:lnTo>
                <a:lnTo>
                  <a:pt x="303" y="165"/>
                </a:lnTo>
                <a:lnTo>
                  <a:pt x="303" y="166"/>
                </a:lnTo>
                <a:lnTo>
                  <a:pt x="302" y="166"/>
                </a:lnTo>
                <a:lnTo>
                  <a:pt x="302" y="167"/>
                </a:lnTo>
                <a:lnTo>
                  <a:pt x="303" y="167"/>
                </a:lnTo>
                <a:lnTo>
                  <a:pt x="303" y="168"/>
                </a:lnTo>
                <a:lnTo>
                  <a:pt x="303" y="169"/>
                </a:lnTo>
                <a:lnTo>
                  <a:pt x="303" y="170"/>
                </a:lnTo>
                <a:lnTo>
                  <a:pt x="302" y="171"/>
                </a:lnTo>
                <a:lnTo>
                  <a:pt x="303" y="171"/>
                </a:lnTo>
                <a:lnTo>
                  <a:pt x="303" y="172"/>
                </a:lnTo>
                <a:lnTo>
                  <a:pt x="302" y="172"/>
                </a:lnTo>
                <a:lnTo>
                  <a:pt x="302" y="171"/>
                </a:lnTo>
                <a:lnTo>
                  <a:pt x="302" y="170"/>
                </a:lnTo>
                <a:lnTo>
                  <a:pt x="302" y="171"/>
                </a:lnTo>
                <a:lnTo>
                  <a:pt x="301" y="171"/>
                </a:lnTo>
                <a:lnTo>
                  <a:pt x="300" y="171"/>
                </a:lnTo>
                <a:lnTo>
                  <a:pt x="300" y="172"/>
                </a:lnTo>
                <a:lnTo>
                  <a:pt x="301" y="172"/>
                </a:lnTo>
                <a:lnTo>
                  <a:pt x="300" y="172"/>
                </a:lnTo>
                <a:lnTo>
                  <a:pt x="300" y="173"/>
                </a:lnTo>
                <a:lnTo>
                  <a:pt x="299" y="173"/>
                </a:lnTo>
                <a:lnTo>
                  <a:pt x="300" y="173"/>
                </a:lnTo>
                <a:lnTo>
                  <a:pt x="299" y="174"/>
                </a:lnTo>
                <a:lnTo>
                  <a:pt x="298" y="174"/>
                </a:lnTo>
                <a:lnTo>
                  <a:pt x="298" y="175"/>
                </a:lnTo>
                <a:lnTo>
                  <a:pt x="297" y="175"/>
                </a:lnTo>
                <a:lnTo>
                  <a:pt x="297" y="176"/>
                </a:lnTo>
                <a:lnTo>
                  <a:pt x="296" y="176"/>
                </a:lnTo>
                <a:lnTo>
                  <a:pt x="296" y="177"/>
                </a:lnTo>
                <a:lnTo>
                  <a:pt x="295" y="177"/>
                </a:lnTo>
                <a:lnTo>
                  <a:pt x="295" y="176"/>
                </a:lnTo>
                <a:lnTo>
                  <a:pt x="294" y="176"/>
                </a:lnTo>
                <a:lnTo>
                  <a:pt x="294" y="175"/>
                </a:lnTo>
                <a:lnTo>
                  <a:pt x="293" y="175"/>
                </a:lnTo>
                <a:lnTo>
                  <a:pt x="292" y="175"/>
                </a:lnTo>
                <a:lnTo>
                  <a:pt x="291" y="174"/>
                </a:lnTo>
                <a:lnTo>
                  <a:pt x="289" y="174"/>
                </a:lnTo>
                <a:lnTo>
                  <a:pt x="288" y="174"/>
                </a:lnTo>
                <a:lnTo>
                  <a:pt x="288" y="175"/>
                </a:lnTo>
                <a:lnTo>
                  <a:pt x="287" y="175"/>
                </a:lnTo>
                <a:lnTo>
                  <a:pt x="287" y="176"/>
                </a:lnTo>
                <a:lnTo>
                  <a:pt x="286" y="175"/>
                </a:lnTo>
                <a:lnTo>
                  <a:pt x="286" y="174"/>
                </a:lnTo>
                <a:lnTo>
                  <a:pt x="285" y="174"/>
                </a:lnTo>
                <a:lnTo>
                  <a:pt x="285" y="175"/>
                </a:lnTo>
                <a:lnTo>
                  <a:pt x="284" y="175"/>
                </a:lnTo>
                <a:lnTo>
                  <a:pt x="283" y="175"/>
                </a:lnTo>
                <a:lnTo>
                  <a:pt x="282" y="176"/>
                </a:lnTo>
                <a:lnTo>
                  <a:pt x="282" y="177"/>
                </a:lnTo>
                <a:lnTo>
                  <a:pt x="282" y="178"/>
                </a:lnTo>
                <a:lnTo>
                  <a:pt x="282" y="179"/>
                </a:lnTo>
                <a:lnTo>
                  <a:pt x="283" y="179"/>
                </a:lnTo>
                <a:lnTo>
                  <a:pt x="282" y="179"/>
                </a:lnTo>
                <a:lnTo>
                  <a:pt x="282" y="180"/>
                </a:lnTo>
                <a:lnTo>
                  <a:pt x="282" y="181"/>
                </a:lnTo>
                <a:lnTo>
                  <a:pt x="283" y="181"/>
                </a:lnTo>
                <a:lnTo>
                  <a:pt x="283" y="182"/>
                </a:lnTo>
                <a:lnTo>
                  <a:pt x="283" y="183"/>
                </a:lnTo>
                <a:lnTo>
                  <a:pt x="282" y="183"/>
                </a:lnTo>
                <a:lnTo>
                  <a:pt x="283" y="184"/>
                </a:lnTo>
                <a:lnTo>
                  <a:pt x="283" y="185"/>
                </a:lnTo>
                <a:lnTo>
                  <a:pt x="282" y="185"/>
                </a:lnTo>
                <a:lnTo>
                  <a:pt x="281" y="185"/>
                </a:lnTo>
                <a:lnTo>
                  <a:pt x="280" y="185"/>
                </a:lnTo>
                <a:lnTo>
                  <a:pt x="281" y="186"/>
                </a:lnTo>
                <a:lnTo>
                  <a:pt x="281" y="187"/>
                </a:lnTo>
                <a:lnTo>
                  <a:pt x="282" y="187"/>
                </a:lnTo>
                <a:lnTo>
                  <a:pt x="283" y="187"/>
                </a:lnTo>
                <a:lnTo>
                  <a:pt x="283" y="188"/>
                </a:lnTo>
                <a:lnTo>
                  <a:pt x="283" y="189"/>
                </a:lnTo>
                <a:lnTo>
                  <a:pt x="284" y="189"/>
                </a:lnTo>
                <a:lnTo>
                  <a:pt x="285" y="189"/>
                </a:lnTo>
                <a:lnTo>
                  <a:pt x="286" y="188"/>
                </a:lnTo>
                <a:lnTo>
                  <a:pt x="286" y="189"/>
                </a:lnTo>
                <a:lnTo>
                  <a:pt x="287" y="190"/>
                </a:lnTo>
                <a:lnTo>
                  <a:pt x="288" y="190"/>
                </a:lnTo>
                <a:lnTo>
                  <a:pt x="289" y="191"/>
                </a:lnTo>
                <a:lnTo>
                  <a:pt x="289" y="192"/>
                </a:lnTo>
                <a:lnTo>
                  <a:pt x="289" y="193"/>
                </a:lnTo>
                <a:lnTo>
                  <a:pt x="290" y="193"/>
                </a:lnTo>
                <a:lnTo>
                  <a:pt x="291" y="193"/>
                </a:lnTo>
                <a:lnTo>
                  <a:pt x="292" y="193"/>
                </a:lnTo>
                <a:lnTo>
                  <a:pt x="292" y="194"/>
                </a:lnTo>
                <a:lnTo>
                  <a:pt x="292" y="195"/>
                </a:lnTo>
                <a:lnTo>
                  <a:pt x="293" y="195"/>
                </a:lnTo>
                <a:lnTo>
                  <a:pt x="293" y="196"/>
                </a:lnTo>
                <a:lnTo>
                  <a:pt x="293" y="197"/>
                </a:lnTo>
                <a:lnTo>
                  <a:pt x="293" y="196"/>
                </a:lnTo>
                <a:lnTo>
                  <a:pt x="294" y="197"/>
                </a:lnTo>
                <a:lnTo>
                  <a:pt x="294" y="198"/>
                </a:lnTo>
                <a:lnTo>
                  <a:pt x="295" y="198"/>
                </a:lnTo>
                <a:lnTo>
                  <a:pt x="295" y="199"/>
                </a:lnTo>
                <a:lnTo>
                  <a:pt x="296" y="199"/>
                </a:lnTo>
                <a:lnTo>
                  <a:pt x="297" y="199"/>
                </a:lnTo>
                <a:lnTo>
                  <a:pt x="296" y="200"/>
                </a:lnTo>
                <a:lnTo>
                  <a:pt x="296" y="201"/>
                </a:lnTo>
                <a:lnTo>
                  <a:pt x="296" y="202"/>
                </a:lnTo>
                <a:lnTo>
                  <a:pt x="296" y="203"/>
                </a:lnTo>
                <a:lnTo>
                  <a:pt x="295" y="203"/>
                </a:lnTo>
                <a:lnTo>
                  <a:pt x="295" y="204"/>
                </a:lnTo>
                <a:lnTo>
                  <a:pt x="295" y="205"/>
                </a:lnTo>
                <a:lnTo>
                  <a:pt x="295" y="206"/>
                </a:lnTo>
                <a:lnTo>
                  <a:pt x="295" y="207"/>
                </a:lnTo>
                <a:lnTo>
                  <a:pt x="294" y="208"/>
                </a:lnTo>
                <a:lnTo>
                  <a:pt x="295" y="208"/>
                </a:lnTo>
                <a:lnTo>
                  <a:pt x="296" y="209"/>
                </a:lnTo>
                <a:lnTo>
                  <a:pt x="295" y="210"/>
                </a:lnTo>
                <a:lnTo>
                  <a:pt x="295" y="212"/>
                </a:lnTo>
                <a:lnTo>
                  <a:pt x="294" y="213"/>
                </a:lnTo>
                <a:lnTo>
                  <a:pt x="294" y="214"/>
                </a:lnTo>
                <a:lnTo>
                  <a:pt x="293" y="215"/>
                </a:lnTo>
                <a:lnTo>
                  <a:pt x="293" y="216"/>
                </a:lnTo>
                <a:lnTo>
                  <a:pt x="292" y="217"/>
                </a:lnTo>
                <a:lnTo>
                  <a:pt x="292" y="218"/>
                </a:lnTo>
                <a:lnTo>
                  <a:pt x="292" y="217"/>
                </a:lnTo>
                <a:lnTo>
                  <a:pt x="292" y="218"/>
                </a:lnTo>
                <a:lnTo>
                  <a:pt x="291" y="218"/>
                </a:lnTo>
                <a:lnTo>
                  <a:pt x="291" y="219"/>
                </a:lnTo>
                <a:lnTo>
                  <a:pt x="291" y="220"/>
                </a:lnTo>
                <a:lnTo>
                  <a:pt x="291" y="219"/>
                </a:lnTo>
                <a:lnTo>
                  <a:pt x="292" y="219"/>
                </a:lnTo>
                <a:lnTo>
                  <a:pt x="293" y="220"/>
                </a:lnTo>
                <a:lnTo>
                  <a:pt x="292" y="220"/>
                </a:lnTo>
                <a:lnTo>
                  <a:pt x="292" y="221"/>
                </a:lnTo>
                <a:lnTo>
                  <a:pt x="292" y="224"/>
                </a:lnTo>
                <a:lnTo>
                  <a:pt x="292" y="225"/>
                </a:lnTo>
                <a:lnTo>
                  <a:pt x="293" y="225"/>
                </a:lnTo>
                <a:lnTo>
                  <a:pt x="293" y="226"/>
                </a:lnTo>
                <a:lnTo>
                  <a:pt x="294" y="227"/>
                </a:lnTo>
                <a:lnTo>
                  <a:pt x="294" y="226"/>
                </a:lnTo>
                <a:lnTo>
                  <a:pt x="293" y="226"/>
                </a:lnTo>
                <a:lnTo>
                  <a:pt x="293" y="227"/>
                </a:lnTo>
                <a:lnTo>
                  <a:pt x="293" y="228"/>
                </a:lnTo>
                <a:lnTo>
                  <a:pt x="293" y="229"/>
                </a:lnTo>
                <a:lnTo>
                  <a:pt x="292" y="229"/>
                </a:lnTo>
                <a:lnTo>
                  <a:pt x="292" y="230"/>
                </a:lnTo>
                <a:lnTo>
                  <a:pt x="292" y="231"/>
                </a:lnTo>
                <a:lnTo>
                  <a:pt x="291" y="232"/>
                </a:lnTo>
                <a:lnTo>
                  <a:pt x="291" y="233"/>
                </a:lnTo>
                <a:lnTo>
                  <a:pt x="292" y="233"/>
                </a:lnTo>
                <a:lnTo>
                  <a:pt x="292" y="234"/>
                </a:lnTo>
                <a:lnTo>
                  <a:pt x="292" y="235"/>
                </a:lnTo>
                <a:lnTo>
                  <a:pt x="292" y="236"/>
                </a:lnTo>
                <a:lnTo>
                  <a:pt x="291" y="236"/>
                </a:lnTo>
                <a:lnTo>
                  <a:pt x="291" y="237"/>
                </a:lnTo>
                <a:lnTo>
                  <a:pt x="291" y="238"/>
                </a:lnTo>
                <a:lnTo>
                  <a:pt x="292" y="238"/>
                </a:lnTo>
                <a:lnTo>
                  <a:pt x="292" y="239"/>
                </a:lnTo>
                <a:lnTo>
                  <a:pt x="291" y="239"/>
                </a:lnTo>
                <a:lnTo>
                  <a:pt x="291" y="238"/>
                </a:lnTo>
                <a:lnTo>
                  <a:pt x="290" y="237"/>
                </a:lnTo>
                <a:lnTo>
                  <a:pt x="290" y="238"/>
                </a:lnTo>
                <a:lnTo>
                  <a:pt x="289" y="238"/>
                </a:lnTo>
                <a:lnTo>
                  <a:pt x="289" y="239"/>
                </a:lnTo>
                <a:lnTo>
                  <a:pt x="288" y="238"/>
                </a:lnTo>
                <a:lnTo>
                  <a:pt x="288" y="239"/>
                </a:lnTo>
                <a:lnTo>
                  <a:pt x="287" y="239"/>
                </a:lnTo>
                <a:lnTo>
                  <a:pt x="286" y="239"/>
                </a:lnTo>
                <a:lnTo>
                  <a:pt x="286" y="238"/>
                </a:lnTo>
                <a:lnTo>
                  <a:pt x="285" y="238"/>
                </a:lnTo>
                <a:lnTo>
                  <a:pt x="284" y="238"/>
                </a:lnTo>
                <a:lnTo>
                  <a:pt x="284" y="237"/>
                </a:lnTo>
                <a:lnTo>
                  <a:pt x="283" y="237"/>
                </a:lnTo>
                <a:lnTo>
                  <a:pt x="283" y="238"/>
                </a:lnTo>
                <a:lnTo>
                  <a:pt x="282" y="239"/>
                </a:lnTo>
                <a:lnTo>
                  <a:pt x="281" y="240"/>
                </a:lnTo>
                <a:lnTo>
                  <a:pt x="280" y="239"/>
                </a:lnTo>
                <a:lnTo>
                  <a:pt x="279" y="239"/>
                </a:lnTo>
                <a:lnTo>
                  <a:pt x="279" y="240"/>
                </a:lnTo>
                <a:lnTo>
                  <a:pt x="278" y="241"/>
                </a:lnTo>
                <a:lnTo>
                  <a:pt x="278" y="242"/>
                </a:lnTo>
                <a:lnTo>
                  <a:pt x="278" y="243"/>
                </a:lnTo>
                <a:lnTo>
                  <a:pt x="278" y="244"/>
                </a:lnTo>
                <a:lnTo>
                  <a:pt x="279" y="244"/>
                </a:lnTo>
                <a:lnTo>
                  <a:pt x="280" y="244"/>
                </a:lnTo>
                <a:lnTo>
                  <a:pt x="280" y="243"/>
                </a:lnTo>
                <a:lnTo>
                  <a:pt x="280" y="242"/>
                </a:lnTo>
                <a:lnTo>
                  <a:pt x="281" y="242"/>
                </a:lnTo>
                <a:lnTo>
                  <a:pt x="281" y="243"/>
                </a:lnTo>
                <a:lnTo>
                  <a:pt x="282" y="244"/>
                </a:lnTo>
                <a:lnTo>
                  <a:pt x="283" y="244"/>
                </a:lnTo>
                <a:lnTo>
                  <a:pt x="283" y="245"/>
                </a:lnTo>
                <a:lnTo>
                  <a:pt x="282" y="246"/>
                </a:lnTo>
                <a:lnTo>
                  <a:pt x="282" y="247"/>
                </a:lnTo>
                <a:lnTo>
                  <a:pt x="282" y="248"/>
                </a:lnTo>
                <a:lnTo>
                  <a:pt x="283" y="248"/>
                </a:lnTo>
                <a:lnTo>
                  <a:pt x="284" y="248"/>
                </a:lnTo>
                <a:lnTo>
                  <a:pt x="285" y="248"/>
                </a:lnTo>
                <a:lnTo>
                  <a:pt x="285" y="249"/>
                </a:lnTo>
                <a:lnTo>
                  <a:pt x="284" y="250"/>
                </a:lnTo>
                <a:lnTo>
                  <a:pt x="284" y="251"/>
                </a:lnTo>
                <a:lnTo>
                  <a:pt x="284" y="252"/>
                </a:lnTo>
                <a:lnTo>
                  <a:pt x="286" y="252"/>
                </a:lnTo>
                <a:lnTo>
                  <a:pt x="287" y="252"/>
                </a:lnTo>
                <a:lnTo>
                  <a:pt x="287" y="253"/>
                </a:lnTo>
                <a:lnTo>
                  <a:pt x="288" y="253"/>
                </a:lnTo>
                <a:lnTo>
                  <a:pt x="288" y="254"/>
                </a:lnTo>
                <a:lnTo>
                  <a:pt x="289" y="254"/>
                </a:lnTo>
                <a:lnTo>
                  <a:pt x="290" y="255"/>
                </a:lnTo>
                <a:lnTo>
                  <a:pt x="290" y="254"/>
                </a:lnTo>
                <a:lnTo>
                  <a:pt x="291" y="254"/>
                </a:lnTo>
                <a:lnTo>
                  <a:pt x="291" y="253"/>
                </a:lnTo>
                <a:lnTo>
                  <a:pt x="290" y="253"/>
                </a:lnTo>
                <a:lnTo>
                  <a:pt x="289" y="253"/>
                </a:lnTo>
                <a:lnTo>
                  <a:pt x="289" y="252"/>
                </a:lnTo>
                <a:lnTo>
                  <a:pt x="290" y="252"/>
                </a:lnTo>
                <a:lnTo>
                  <a:pt x="291" y="252"/>
                </a:lnTo>
                <a:lnTo>
                  <a:pt x="292" y="252"/>
                </a:lnTo>
                <a:lnTo>
                  <a:pt x="293" y="252"/>
                </a:lnTo>
                <a:lnTo>
                  <a:pt x="293" y="251"/>
                </a:lnTo>
                <a:lnTo>
                  <a:pt x="293" y="252"/>
                </a:lnTo>
                <a:lnTo>
                  <a:pt x="294" y="252"/>
                </a:lnTo>
                <a:lnTo>
                  <a:pt x="294" y="251"/>
                </a:lnTo>
                <a:lnTo>
                  <a:pt x="294" y="250"/>
                </a:lnTo>
                <a:lnTo>
                  <a:pt x="293" y="250"/>
                </a:lnTo>
                <a:lnTo>
                  <a:pt x="292" y="250"/>
                </a:lnTo>
                <a:lnTo>
                  <a:pt x="292" y="249"/>
                </a:lnTo>
                <a:lnTo>
                  <a:pt x="291" y="249"/>
                </a:lnTo>
                <a:lnTo>
                  <a:pt x="292" y="249"/>
                </a:lnTo>
                <a:lnTo>
                  <a:pt x="292" y="248"/>
                </a:lnTo>
                <a:lnTo>
                  <a:pt x="292" y="247"/>
                </a:lnTo>
                <a:lnTo>
                  <a:pt x="293" y="247"/>
                </a:lnTo>
                <a:lnTo>
                  <a:pt x="293" y="246"/>
                </a:lnTo>
                <a:lnTo>
                  <a:pt x="293" y="245"/>
                </a:lnTo>
                <a:lnTo>
                  <a:pt x="294" y="245"/>
                </a:lnTo>
                <a:lnTo>
                  <a:pt x="294" y="244"/>
                </a:lnTo>
                <a:lnTo>
                  <a:pt x="295" y="244"/>
                </a:lnTo>
                <a:lnTo>
                  <a:pt x="296" y="243"/>
                </a:lnTo>
                <a:lnTo>
                  <a:pt x="297" y="242"/>
                </a:lnTo>
                <a:lnTo>
                  <a:pt x="297" y="241"/>
                </a:lnTo>
                <a:lnTo>
                  <a:pt x="298" y="240"/>
                </a:lnTo>
                <a:lnTo>
                  <a:pt x="298" y="239"/>
                </a:lnTo>
                <a:lnTo>
                  <a:pt x="299" y="239"/>
                </a:lnTo>
                <a:lnTo>
                  <a:pt x="300" y="239"/>
                </a:lnTo>
                <a:lnTo>
                  <a:pt x="301" y="239"/>
                </a:lnTo>
                <a:lnTo>
                  <a:pt x="302" y="239"/>
                </a:lnTo>
                <a:lnTo>
                  <a:pt x="302" y="240"/>
                </a:lnTo>
                <a:lnTo>
                  <a:pt x="303" y="240"/>
                </a:lnTo>
                <a:lnTo>
                  <a:pt x="304" y="240"/>
                </a:lnTo>
                <a:lnTo>
                  <a:pt x="304" y="241"/>
                </a:lnTo>
                <a:lnTo>
                  <a:pt x="305" y="241"/>
                </a:lnTo>
                <a:lnTo>
                  <a:pt x="305" y="242"/>
                </a:lnTo>
                <a:lnTo>
                  <a:pt x="304" y="242"/>
                </a:lnTo>
                <a:lnTo>
                  <a:pt x="305" y="242"/>
                </a:lnTo>
                <a:lnTo>
                  <a:pt x="305" y="243"/>
                </a:lnTo>
                <a:lnTo>
                  <a:pt x="305" y="242"/>
                </a:lnTo>
                <a:lnTo>
                  <a:pt x="305" y="243"/>
                </a:lnTo>
                <a:lnTo>
                  <a:pt x="304" y="244"/>
                </a:lnTo>
                <a:lnTo>
                  <a:pt x="304" y="243"/>
                </a:lnTo>
                <a:lnTo>
                  <a:pt x="304" y="244"/>
                </a:lnTo>
                <a:lnTo>
                  <a:pt x="305" y="244"/>
                </a:lnTo>
                <a:lnTo>
                  <a:pt x="305" y="245"/>
                </a:lnTo>
                <a:lnTo>
                  <a:pt x="306" y="245"/>
                </a:lnTo>
                <a:lnTo>
                  <a:pt x="306" y="246"/>
                </a:lnTo>
                <a:lnTo>
                  <a:pt x="306" y="247"/>
                </a:lnTo>
                <a:lnTo>
                  <a:pt x="306" y="248"/>
                </a:lnTo>
                <a:lnTo>
                  <a:pt x="306" y="249"/>
                </a:lnTo>
                <a:lnTo>
                  <a:pt x="305" y="250"/>
                </a:lnTo>
                <a:lnTo>
                  <a:pt x="306" y="250"/>
                </a:lnTo>
                <a:lnTo>
                  <a:pt x="306" y="251"/>
                </a:lnTo>
                <a:lnTo>
                  <a:pt x="306" y="252"/>
                </a:lnTo>
                <a:lnTo>
                  <a:pt x="306" y="253"/>
                </a:lnTo>
                <a:lnTo>
                  <a:pt x="306" y="254"/>
                </a:lnTo>
                <a:lnTo>
                  <a:pt x="307" y="254"/>
                </a:lnTo>
                <a:lnTo>
                  <a:pt x="307" y="255"/>
                </a:lnTo>
                <a:lnTo>
                  <a:pt x="307" y="256"/>
                </a:lnTo>
                <a:lnTo>
                  <a:pt x="306" y="256"/>
                </a:lnTo>
                <a:lnTo>
                  <a:pt x="307" y="256"/>
                </a:lnTo>
                <a:lnTo>
                  <a:pt x="308" y="256"/>
                </a:lnTo>
                <a:lnTo>
                  <a:pt x="309" y="256"/>
                </a:lnTo>
                <a:lnTo>
                  <a:pt x="309" y="257"/>
                </a:lnTo>
                <a:lnTo>
                  <a:pt x="308" y="257"/>
                </a:lnTo>
                <a:lnTo>
                  <a:pt x="308" y="258"/>
                </a:lnTo>
                <a:lnTo>
                  <a:pt x="309" y="258"/>
                </a:lnTo>
                <a:lnTo>
                  <a:pt x="310" y="258"/>
                </a:lnTo>
                <a:lnTo>
                  <a:pt x="311" y="259"/>
                </a:lnTo>
                <a:lnTo>
                  <a:pt x="312" y="260"/>
                </a:lnTo>
                <a:lnTo>
                  <a:pt x="312" y="261"/>
                </a:lnTo>
                <a:lnTo>
                  <a:pt x="313" y="261"/>
                </a:lnTo>
                <a:lnTo>
                  <a:pt x="313" y="262"/>
                </a:lnTo>
                <a:lnTo>
                  <a:pt x="314" y="262"/>
                </a:lnTo>
                <a:lnTo>
                  <a:pt x="313" y="260"/>
                </a:lnTo>
                <a:lnTo>
                  <a:pt x="314" y="259"/>
                </a:lnTo>
                <a:lnTo>
                  <a:pt x="314" y="260"/>
                </a:lnTo>
                <a:lnTo>
                  <a:pt x="314" y="261"/>
                </a:lnTo>
                <a:lnTo>
                  <a:pt x="315" y="261"/>
                </a:lnTo>
                <a:lnTo>
                  <a:pt x="315" y="260"/>
                </a:lnTo>
                <a:lnTo>
                  <a:pt x="314" y="260"/>
                </a:lnTo>
                <a:lnTo>
                  <a:pt x="314" y="259"/>
                </a:lnTo>
                <a:lnTo>
                  <a:pt x="315" y="259"/>
                </a:lnTo>
                <a:lnTo>
                  <a:pt x="315" y="258"/>
                </a:lnTo>
                <a:lnTo>
                  <a:pt x="314" y="258"/>
                </a:lnTo>
                <a:lnTo>
                  <a:pt x="314" y="257"/>
                </a:lnTo>
                <a:lnTo>
                  <a:pt x="313" y="257"/>
                </a:lnTo>
                <a:lnTo>
                  <a:pt x="313" y="258"/>
                </a:lnTo>
                <a:lnTo>
                  <a:pt x="312" y="257"/>
                </a:lnTo>
                <a:lnTo>
                  <a:pt x="313" y="256"/>
                </a:lnTo>
                <a:lnTo>
                  <a:pt x="314" y="256"/>
                </a:lnTo>
                <a:lnTo>
                  <a:pt x="315" y="256"/>
                </a:lnTo>
                <a:lnTo>
                  <a:pt x="315" y="257"/>
                </a:lnTo>
                <a:lnTo>
                  <a:pt x="316" y="257"/>
                </a:lnTo>
                <a:lnTo>
                  <a:pt x="315" y="258"/>
                </a:lnTo>
                <a:lnTo>
                  <a:pt x="316" y="259"/>
                </a:lnTo>
                <a:lnTo>
                  <a:pt x="316" y="260"/>
                </a:lnTo>
                <a:lnTo>
                  <a:pt x="316" y="261"/>
                </a:lnTo>
                <a:lnTo>
                  <a:pt x="315" y="261"/>
                </a:lnTo>
                <a:lnTo>
                  <a:pt x="315" y="262"/>
                </a:lnTo>
                <a:lnTo>
                  <a:pt x="316" y="262"/>
                </a:lnTo>
                <a:lnTo>
                  <a:pt x="317" y="262"/>
                </a:lnTo>
                <a:lnTo>
                  <a:pt x="318" y="262"/>
                </a:lnTo>
                <a:lnTo>
                  <a:pt x="318" y="263"/>
                </a:lnTo>
                <a:lnTo>
                  <a:pt x="319" y="263"/>
                </a:lnTo>
                <a:lnTo>
                  <a:pt x="319" y="262"/>
                </a:lnTo>
                <a:lnTo>
                  <a:pt x="318" y="262"/>
                </a:lnTo>
                <a:lnTo>
                  <a:pt x="318" y="261"/>
                </a:lnTo>
                <a:lnTo>
                  <a:pt x="319" y="261"/>
                </a:lnTo>
                <a:lnTo>
                  <a:pt x="319" y="260"/>
                </a:lnTo>
                <a:lnTo>
                  <a:pt x="319" y="259"/>
                </a:lnTo>
                <a:lnTo>
                  <a:pt x="320" y="259"/>
                </a:lnTo>
                <a:lnTo>
                  <a:pt x="319" y="260"/>
                </a:lnTo>
                <a:lnTo>
                  <a:pt x="319" y="261"/>
                </a:lnTo>
                <a:lnTo>
                  <a:pt x="320" y="261"/>
                </a:lnTo>
                <a:lnTo>
                  <a:pt x="320" y="260"/>
                </a:lnTo>
                <a:lnTo>
                  <a:pt x="321" y="260"/>
                </a:lnTo>
                <a:lnTo>
                  <a:pt x="321" y="261"/>
                </a:lnTo>
                <a:lnTo>
                  <a:pt x="322" y="262"/>
                </a:lnTo>
                <a:lnTo>
                  <a:pt x="323" y="262"/>
                </a:lnTo>
                <a:lnTo>
                  <a:pt x="323" y="261"/>
                </a:lnTo>
                <a:lnTo>
                  <a:pt x="323" y="262"/>
                </a:lnTo>
                <a:lnTo>
                  <a:pt x="324" y="262"/>
                </a:lnTo>
                <a:lnTo>
                  <a:pt x="325" y="263"/>
                </a:lnTo>
                <a:lnTo>
                  <a:pt x="324" y="264"/>
                </a:lnTo>
                <a:lnTo>
                  <a:pt x="324" y="265"/>
                </a:lnTo>
                <a:lnTo>
                  <a:pt x="323" y="265"/>
                </a:lnTo>
                <a:lnTo>
                  <a:pt x="324" y="265"/>
                </a:lnTo>
                <a:lnTo>
                  <a:pt x="324" y="266"/>
                </a:lnTo>
                <a:lnTo>
                  <a:pt x="323" y="266"/>
                </a:lnTo>
                <a:lnTo>
                  <a:pt x="323" y="265"/>
                </a:lnTo>
                <a:lnTo>
                  <a:pt x="323" y="266"/>
                </a:lnTo>
                <a:lnTo>
                  <a:pt x="322" y="266"/>
                </a:lnTo>
                <a:lnTo>
                  <a:pt x="323" y="266"/>
                </a:lnTo>
                <a:lnTo>
                  <a:pt x="324" y="267"/>
                </a:lnTo>
                <a:lnTo>
                  <a:pt x="325" y="266"/>
                </a:lnTo>
                <a:lnTo>
                  <a:pt x="326" y="266"/>
                </a:lnTo>
                <a:lnTo>
                  <a:pt x="325" y="266"/>
                </a:lnTo>
                <a:lnTo>
                  <a:pt x="326" y="266"/>
                </a:lnTo>
                <a:lnTo>
                  <a:pt x="326" y="267"/>
                </a:lnTo>
                <a:lnTo>
                  <a:pt x="326" y="268"/>
                </a:lnTo>
                <a:lnTo>
                  <a:pt x="327" y="269"/>
                </a:lnTo>
                <a:lnTo>
                  <a:pt x="325" y="270"/>
                </a:lnTo>
                <a:lnTo>
                  <a:pt x="324" y="271"/>
                </a:lnTo>
                <a:lnTo>
                  <a:pt x="324" y="272"/>
                </a:lnTo>
                <a:lnTo>
                  <a:pt x="324" y="273"/>
                </a:lnTo>
                <a:lnTo>
                  <a:pt x="325" y="273"/>
                </a:lnTo>
                <a:lnTo>
                  <a:pt x="325" y="274"/>
                </a:lnTo>
                <a:lnTo>
                  <a:pt x="324" y="274"/>
                </a:lnTo>
                <a:lnTo>
                  <a:pt x="324" y="275"/>
                </a:lnTo>
                <a:lnTo>
                  <a:pt x="325" y="275"/>
                </a:lnTo>
                <a:lnTo>
                  <a:pt x="324" y="275"/>
                </a:lnTo>
                <a:lnTo>
                  <a:pt x="324" y="276"/>
                </a:lnTo>
                <a:lnTo>
                  <a:pt x="324" y="277"/>
                </a:lnTo>
                <a:lnTo>
                  <a:pt x="323" y="277"/>
                </a:lnTo>
                <a:lnTo>
                  <a:pt x="323" y="278"/>
                </a:lnTo>
                <a:lnTo>
                  <a:pt x="322" y="279"/>
                </a:lnTo>
                <a:lnTo>
                  <a:pt x="323" y="279"/>
                </a:lnTo>
                <a:lnTo>
                  <a:pt x="323" y="280"/>
                </a:lnTo>
                <a:lnTo>
                  <a:pt x="323" y="281"/>
                </a:lnTo>
                <a:lnTo>
                  <a:pt x="324" y="281"/>
                </a:lnTo>
                <a:lnTo>
                  <a:pt x="324" y="282"/>
                </a:lnTo>
                <a:lnTo>
                  <a:pt x="325" y="283"/>
                </a:lnTo>
                <a:lnTo>
                  <a:pt x="325" y="282"/>
                </a:lnTo>
                <a:lnTo>
                  <a:pt x="326" y="282"/>
                </a:lnTo>
                <a:lnTo>
                  <a:pt x="326" y="283"/>
                </a:lnTo>
                <a:lnTo>
                  <a:pt x="327" y="283"/>
                </a:lnTo>
                <a:lnTo>
                  <a:pt x="328" y="283"/>
                </a:lnTo>
                <a:lnTo>
                  <a:pt x="329" y="283"/>
                </a:lnTo>
                <a:lnTo>
                  <a:pt x="329" y="284"/>
                </a:lnTo>
                <a:lnTo>
                  <a:pt x="329" y="285"/>
                </a:lnTo>
                <a:lnTo>
                  <a:pt x="330" y="285"/>
                </a:lnTo>
                <a:lnTo>
                  <a:pt x="329" y="285"/>
                </a:lnTo>
                <a:lnTo>
                  <a:pt x="329" y="286"/>
                </a:lnTo>
                <a:lnTo>
                  <a:pt x="329" y="287"/>
                </a:lnTo>
                <a:lnTo>
                  <a:pt x="329" y="288"/>
                </a:lnTo>
                <a:lnTo>
                  <a:pt x="328" y="288"/>
                </a:lnTo>
                <a:lnTo>
                  <a:pt x="328" y="289"/>
                </a:lnTo>
                <a:lnTo>
                  <a:pt x="328" y="290"/>
                </a:lnTo>
                <a:lnTo>
                  <a:pt x="328" y="291"/>
                </a:lnTo>
                <a:lnTo>
                  <a:pt x="328" y="292"/>
                </a:lnTo>
                <a:lnTo>
                  <a:pt x="327" y="292"/>
                </a:lnTo>
                <a:lnTo>
                  <a:pt x="328" y="292"/>
                </a:lnTo>
                <a:lnTo>
                  <a:pt x="327" y="293"/>
                </a:lnTo>
                <a:lnTo>
                  <a:pt x="327" y="294"/>
                </a:lnTo>
                <a:lnTo>
                  <a:pt x="329" y="294"/>
                </a:lnTo>
                <a:lnTo>
                  <a:pt x="330" y="293"/>
                </a:lnTo>
                <a:lnTo>
                  <a:pt x="331" y="293"/>
                </a:lnTo>
                <a:lnTo>
                  <a:pt x="331" y="294"/>
                </a:lnTo>
                <a:lnTo>
                  <a:pt x="332" y="294"/>
                </a:lnTo>
                <a:lnTo>
                  <a:pt x="333" y="293"/>
                </a:lnTo>
                <a:lnTo>
                  <a:pt x="334" y="293"/>
                </a:lnTo>
                <a:lnTo>
                  <a:pt x="334" y="292"/>
                </a:lnTo>
                <a:lnTo>
                  <a:pt x="333" y="291"/>
                </a:lnTo>
                <a:lnTo>
                  <a:pt x="334" y="291"/>
                </a:lnTo>
                <a:lnTo>
                  <a:pt x="334" y="290"/>
                </a:lnTo>
                <a:lnTo>
                  <a:pt x="335" y="290"/>
                </a:lnTo>
                <a:lnTo>
                  <a:pt x="335" y="291"/>
                </a:lnTo>
                <a:lnTo>
                  <a:pt x="336" y="290"/>
                </a:lnTo>
                <a:lnTo>
                  <a:pt x="338" y="290"/>
                </a:lnTo>
                <a:lnTo>
                  <a:pt x="338" y="289"/>
                </a:lnTo>
                <a:lnTo>
                  <a:pt x="337" y="289"/>
                </a:lnTo>
                <a:lnTo>
                  <a:pt x="337" y="288"/>
                </a:lnTo>
                <a:lnTo>
                  <a:pt x="338" y="288"/>
                </a:lnTo>
                <a:lnTo>
                  <a:pt x="338" y="287"/>
                </a:lnTo>
                <a:lnTo>
                  <a:pt x="339" y="287"/>
                </a:lnTo>
                <a:lnTo>
                  <a:pt x="339" y="286"/>
                </a:lnTo>
                <a:lnTo>
                  <a:pt x="340" y="286"/>
                </a:lnTo>
                <a:lnTo>
                  <a:pt x="341" y="287"/>
                </a:lnTo>
                <a:lnTo>
                  <a:pt x="342" y="287"/>
                </a:lnTo>
                <a:lnTo>
                  <a:pt x="342" y="288"/>
                </a:lnTo>
                <a:lnTo>
                  <a:pt x="343" y="288"/>
                </a:lnTo>
                <a:lnTo>
                  <a:pt x="343" y="289"/>
                </a:lnTo>
                <a:lnTo>
                  <a:pt x="344" y="289"/>
                </a:lnTo>
                <a:lnTo>
                  <a:pt x="344" y="290"/>
                </a:lnTo>
                <a:lnTo>
                  <a:pt x="345" y="290"/>
                </a:lnTo>
                <a:lnTo>
                  <a:pt x="345" y="291"/>
                </a:lnTo>
                <a:lnTo>
                  <a:pt x="344" y="292"/>
                </a:lnTo>
                <a:lnTo>
                  <a:pt x="345" y="292"/>
                </a:lnTo>
                <a:lnTo>
                  <a:pt x="345" y="293"/>
                </a:lnTo>
                <a:lnTo>
                  <a:pt x="345" y="294"/>
                </a:lnTo>
                <a:lnTo>
                  <a:pt x="344" y="295"/>
                </a:lnTo>
                <a:lnTo>
                  <a:pt x="345" y="295"/>
                </a:lnTo>
                <a:lnTo>
                  <a:pt x="345" y="296"/>
                </a:lnTo>
                <a:lnTo>
                  <a:pt x="344" y="297"/>
                </a:lnTo>
                <a:lnTo>
                  <a:pt x="344" y="298"/>
                </a:lnTo>
                <a:lnTo>
                  <a:pt x="345" y="298"/>
                </a:lnTo>
                <a:lnTo>
                  <a:pt x="346" y="298"/>
                </a:lnTo>
                <a:lnTo>
                  <a:pt x="346" y="299"/>
                </a:lnTo>
                <a:lnTo>
                  <a:pt x="347" y="299"/>
                </a:lnTo>
                <a:lnTo>
                  <a:pt x="347" y="300"/>
                </a:lnTo>
                <a:lnTo>
                  <a:pt x="346" y="301"/>
                </a:lnTo>
                <a:lnTo>
                  <a:pt x="346" y="302"/>
                </a:lnTo>
                <a:lnTo>
                  <a:pt x="345" y="302"/>
                </a:lnTo>
                <a:lnTo>
                  <a:pt x="345" y="303"/>
                </a:lnTo>
                <a:lnTo>
                  <a:pt x="345" y="304"/>
                </a:lnTo>
                <a:lnTo>
                  <a:pt x="345" y="305"/>
                </a:lnTo>
                <a:lnTo>
                  <a:pt x="345" y="306"/>
                </a:lnTo>
                <a:lnTo>
                  <a:pt x="345" y="307"/>
                </a:lnTo>
                <a:lnTo>
                  <a:pt x="346" y="307"/>
                </a:lnTo>
                <a:lnTo>
                  <a:pt x="346" y="308"/>
                </a:lnTo>
                <a:lnTo>
                  <a:pt x="347" y="309"/>
                </a:lnTo>
                <a:lnTo>
                  <a:pt x="347" y="310"/>
                </a:lnTo>
                <a:lnTo>
                  <a:pt x="348" y="310"/>
                </a:lnTo>
                <a:lnTo>
                  <a:pt x="349" y="310"/>
                </a:lnTo>
                <a:lnTo>
                  <a:pt x="349" y="309"/>
                </a:lnTo>
                <a:lnTo>
                  <a:pt x="350" y="309"/>
                </a:lnTo>
                <a:lnTo>
                  <a:pt x="350" y="310"/>
                </a:lnTo>
                <a:lnTo>
                  <a:pt x="351" y="310"/>
                </a:lnTo>
                <a:lnTo>
                  <a:pt x="352" y="311"/>
                </a:lnTo>
                <a:lnTo>
                  <a:pt x="353" y="311"/>
                </a:lnTo>
                <a:lnTo>
                  <a:pt x="353" y="312"/>
                </a:lnTo>
                <a:lnTo>
                  <a:pt x="354" y="312"/>
                </a:lnTo>
                <a:lnTo>
                  <a:pt x="355" y="312"/>
                </a:lnTo>
                <a:lnTo>
                  <a:pt x="354" y="312"/>
                </a:lnTo>
                <a:lnTo>
                  <a:pt x="354" y="313"/>
                </a:lnTo>
                <a:lnTo>
                  <a:pt x="355" y="314"/>
                </a:lnTo>
                <a:lnTo>
                  <a:pt x="355" y="315"/>
                </a:lnTo>
                <a:lnTo>
                  <a:pt x="355" y="316"/>
                </a:lnTo>
                <a:lnTo>
                  <a:pt x="355" y="317"/>
                </a:lnTo>
                <a:lnTo>
                  <a:pt x="356" y="318"/>
                </a:lnTo>
                <a:lnTo>
                  <a:pt x="356" y="319"/>
                </a:lnTo>
                <a:lnTo>
                  <a:pt x="357" y="319"/>
                </a:lnTo>
                <a:lnTo>
                  <a:pt x="357" y="318"/>
                </a:lnTo>
                <a:lnTo>
                  <a:pt x="358" y="318"/>
                </a:lnTo>
                <a:lnTo>
                  <a:pt x="358" y="319"/>
                </a:lnTo>
                <a:lnTo>
                  <a:pt x="359" y="319"/>
                </a:lnTo>
                <a:lnTo>
                  <a:pt x="360" y="319"/>
                </a:lnTo>
                <a:lnTo>
                  <a:pt x="360" y="320"/>
                </a:lnTo>
                <a:lnTo>
                  <a:pt x="361" y="320"/>
                </a:lnTo>
                <a:lnTo>
                  <a:pt x="362" y="320"/>
                </a:lnTo>
                <a:lnTo>
                  <a:pt x="363" y="321"/>
                </a:lnTo>
                <a:lnTo>
                  <a:pt x="363" y="322"/>
                </a:lnTo>
                <a:lnTo>
                  <a:pt x="363" y="323"/>
                </a:lnTo>
                <a:lnTo>
                  <a:pt x="364" y="323"/>
                </a:lnTo>
                <a:lnTo>
                  <a:pt x="363" y="323"/>
                </a:lnTo>
                <a:lnTo>
                  <a:pt x="363" y="324"/>
                </a:lnTo>
                <a:lnTo>
                  <a:pt x="362" y="324"/>
                </a:lnTo>
                <a:lnTo>
                  <a:pt x="362" y="325"/>
                </a:lnTo>
                <a:lnTo>
                  <a:pt x="361" y="325"/>
                </a:lnTo>
                <a:lnTo>
                  <a:pt x="361" y="326"/>
                </a:lnTo>
                <a:lnTo>
                  <a:pt x="361" y="327"/>
                </a:lnTo>
                <a:lnTo>
                  <a:pt x="361" y="328"/>
                </a:lnTo>
                <a:lnTo>
                  <a:pt x="361" y="329"/>
                </a:lnTo>
                <a:lnTo>
                  <a:pt x="361" y="330"/>
                </a:lnTo>
                <a:lnTo>
                  <a:pt x="360" y="330"/>
                </a:lnTo>
                <a:lnTo>
                  <a:pt x="359" y="330"/>
                </a:lnTo>
                <a:lnTo>
                  <a:pt x="358" y="331"/>
                </a:lnTo>
                <a:lnTo>
                  <a:pt x="358" y="332"/>
                </a:lnTo>
                <a:lnTo>
                  <a:pt x="358" y="334"/>
                </a:lnTo>
                <a:lnTo>
                  <a:pt x="358" y="335"/>
                </a:lnTo>
                <a:lnTo>
                  <a:pt x="358" y="337"/>
                </a:lnTo>
                <a:lnTo>
                  <a:pt x="357" y="337"/>
                </a:lnTo>
                <a:lnTo>
                  <a:pt x="357" y="338"/>
                </a:lnTo>
                <a:lnTo>
                  <a:pt x="356" y="339"/>
                </a:lnTo>
                <a:lnTo>
                  <a:pt x="356" y="340"/>
                </a:lnTo>
                <a:lnTo>
                  <a:pt x="356" y="341"/>
                </a:lnTo>
                <a:lnTo>
                  <a:pt x="356" y="342"/>
                </a:lnTo>
                <a:lnTo>
                  <a:pt x="357" y="342"/>
                </a:lnTo>
                <a:lnTo>
                  <a:pt x="356" y="342"/>
                </a:lnTo>
                <a:lnTo>
                  <a:pt x="356" y="344"/>
                </a:lnTo>
                <a:lnTo>
                  <a:pt x="356" y="345"/>
                </a:lnTo>
                <a:lnTo>
                  <a:pt x="356" y="346"/>
                </a:lnTo>
                <a:lnTo>
                  <a:pt x="357" y="346"/>
                </a:lnTo>
                <a:lnTo>
                  <a:pt x="357" y="347"/>
                </a:lnTo>
                <a:lnTo>
                  <a:pt x="357" y="348"/>
                </a:lnTo>
                <a:lnTo>
                  <a:pt x="356" y="348"/>
                </a:lnTo>
                <a:lnTo>
                  <a:pt x="356" y="349"/>
                </a:lnTo>
                <a:lnTo>
                  <a:pt x="356" y="350"/>
                </a:lnTo>
                <a:lnTo>
                  <a:pt x="357" y="350"/>
                </a:lnTo>
                <a:lnTo>
                  <a:pt x="358" y="350"/>
                </a:lnTo>
                <a:lnTo>
                  <a:pt x="358" y="351"/>
                </a:lnTo>
                <a:lnTo>
                  <a:pt x="359" y="352"/>
                </a:lnTo>
                <a:lnTo>
                  <a:pt x="360" y="353"/>
                </a:lnTo>
                <a:lnTo>
                  <a:pt x="361" y="353"/>
                </a:lnTo>
                <a:lnTo>
                  <a:pt x="362" y="353"/>
                </a:lnTo>
                <a:lnTo>
                  <a:pt x="362" y="354"/>
                </a:lnTo>
                <a:lnTo>
                  <a:pt x="361" y="354"/>
                </a:lnTo>
                <a:lnTo>
                  <a:pt x="361" y="355"/>
                </a:lnTo>
                <a:lnTo>
                  <a:pt x="361" y="356"/>
                </a:lnTo>
                <a:lnTo>
                  <a:pt x="360" y="356"/>
                </a:lnTo>
                <a:lnTo>
                  <a:pt x="360" y="357"/>
                </a:lnTo>
                <a:lnTo>
                  <a:pt x="359" y="358"/>
                </a:lnTo>
                <a:lnTo>
                  <a:pt x="358" y="358"/>
                </a:lnTo>
                <a:lnTo>
                  <a:pt x="357" y="358"/>
                </a:lnTo>
                <a:lnTo>
                  <a:pt x="357" y="359"/>
                </a:lnTo>
                <a:lnTo>
                  <a:pt x="358" y="359"/>
                </a:lnTo>
                <a:lnTo>
                  <a:pt x="358" y="360"/>
                </a:lnTo>
                <a:lnTo>
                  <a:pt x="359" y="360"/>
                </a:lnTo>
                <a:lnTo>
                  <a:pt x="359" y="361"/>
                </a:lnTo>
                <a:lnTo>
                  <a:pt x="358" y="361"/>
                </a:lnTo>
                <a:lnTo>
                  <a:pt x="358" y="362"/>
                </a:lnTo>
                <a:lnTo>
                  <a:pt x="357" y="362"/>
                </a:lnTo>
                <a:lnTo>
                  <a:pt x="356" y="363"/>
                </a:lnTo>
                <a:lnTo>
                  <a:pt x="355" y="363"/>
                </a:lnTo>
                <a:lnTo>
                  <a:pt x="354" y="363"/>
                </a:lnTo>
                <a:lnTo>
                  <a:pt x="353" y="364"/>
                </a:lnTo>
                <a:lnTo>
                  <a:pt x="352" y="364"/>
                </a:lnTo>
                <a:lnTo>
                  <a:pt x="352" y="365"/>
                </a:lnTo>
                <a:lnTo>
                  <a:pt x="351" y="366"/>
                </a:lnTo>
                <a:lnTo>
                  <a:pt x="351" y="367"/>
                </a:lnTo>
                <a:lnTo>
                  <a:pt x="352" y="367"/>
                </a:lnTo>
                <a:lnTo>
                  <a:pt x="352" y="368"/>
                </a:lnTo>
                <a:lnTo>
                  <a:pt x="353" y="368"/>
                </a:lnTo>
                <a:lnTo>
                  <a:pt x="354" y="367"/>
                </a:lnTo>
                <a:lnTo>
                  <a:pt x="355" y="367"/>
                </a:lnTo>
                <a:lnTo>
                  <a:pt x="355" y="366"/>
                </a:lnTo>
                <a:lnTo>
                  <a:pt x="356" y="366"/>
                </a:lnTo>
                <a:lnTo>
                  <a:pt x="357" y="367"/>
                </a:lnTo>
                <a:lnTo>
                  <a:pt x="358" y="367"/>
                </a:lnTo>
                <a:lnTo>
                  <a:pt x="359" y="367"/>
                </a:lnTo>
                <a:lnTo>
                  <a:pt x="360" y="367"/>
                </a:lnTo>
                <a:lnTo>
                  <a:pt x="360" y="366"/>
                </a:lnTo>
                <a:lnTo>
                  <a:pt x="360" y="365"/>
                </a:lnTo>
                <a:lnTo>
                  <a:pt x="361" y="365"/>
                </a:lnTo>
                <a:lnTo>
                  <a:pt x="362" y="365"/>
                </a:lnTo>
                <a:lnTo>
                  <a:pt x="362" y="366"/>
                </a:lnTo>
                <a:lnTo>
                  <a:pt x="362" y="367"/>
                </a:lnTo>
                <a:lnTo>
                  <a:pt x="362" y="368"/>
                </a:lnTo>
                <a:lnTo>
                  <a:pt x="363" y="369"/>
                </a:lnTo>
                <a:lnTo>
                  <a:pt x="364" y="370"/>
                </a:lnTo>
                <a:lnTo>
                  <a:pt x="363" y="370"/>
                </a:lnTo>
                <a:lnTo>
                  <a:pt x="362" y="370"/>
                </a:lnTo>
                <a:lnTo>
                  <a:pt x="362" y="371"/>
                </a:lnTo>
                <a:lnTo>
                  <a:pt x="361" y="371"/>
                </a:lnTo>
                <a:lnTo>
                  <a:pt x="361" y="372"/>
                </a:lnTo>
                <a:lnTo>
                  <a:pt x="361" y="373"/>
                </a:lnTo>
                <a:lnTo>
                  <a:pt x="361" y="374"/>
                </a:lnTo>
                <a:lnTo>
                  <a:pt x="360" y="374"/>
                </a:lnTo>
                <a:lnTo>
                  <a:pt x="359" y="374"/>
                </a:lnTo>
                <a:lnTo>
                  <a:pt x="359" y="376"/>
                </a:lnTo>
                <a:lnTo>
                  <a:pt x="360" y="376"/>
                </a:lnTo>
                <a:lnTo>
                  <a:pt x="360" y="377"/>
                </a:lnTo>
                <a:lnTo>
                  <a:pt x="359" y="377"/>
                </a:lnTo>
                <a:lnTo>
                  <a:pt x="359" y="378"/>
                </a:lnTo>
                <a:lnTo>
                  <a:pt x="359" y="379"/>
                </a:lnTo>
                <a:lnTo>
                  <a:pt x="358" y="379"/>
                </a:lnTo>
                <a:lnTo>
                  <a:pt x="357" y="380"/>
                </a:lnTo>
                <a:lnTo>
                  <a:pt x="356" y="381"/>
                </a:lnTo>
                <a:lnTo>
                  <a:pt x="355" y="381"/>
                </a:lnTo>
                <a:lnTo>
                  <a:pt x="354" y="380"/>
                </a:lnTo>
                <a:lnTo>
                  <a:pt x="354" y="381"/>
                </a:lnTo>
                <a:lnTo>
                  <a:pt x="353" y="381"/>
                </a:lnTo>
                <a:lnTo>
                  <a:pt x="352" y="381"/>
                </a:lnTo>
                <a:lnTo>
                  <a:pt x="352" y="382"/>
                </a:lnTo>
                <a:lnTo>
                  <a:pt x="351" y="383"/>
                </a:lnTo>
                <a:lnTo>
                  <a:pt x="350" y="384"/>
                </a:lnTo>
                <a:lnTo>
                  <a:pt x="351" y="384"/>
                </a:lnTo>
                <a:lnTo>
                  <a:pt x="351" y="385"/>
                </a:lnTo>
                <a:lnTo>
                  <a:pt x="350" y="385"/>
                </a:lnTo>
                <a:lnTo>
                  <a:pt x="350" y="386"/>
                </a:lnTo>
                <a:lnTo>
                  <a:pt x="350" y="388"/>
                </a:lnTo>
                <a:lnTo>
                  <a:pt x="349" y="388"/>
                </a:lnTo>
                <a:lnTo>
                  <a:pt x="348" y="388"/>
                </a:lnTo>
                <a:lnTo>
                  <a:pt x="348" y="389"/>
                </a:lnTo>
                <a:lnTo>
                  <a:pt x="349" y="389"/>
                </a:lnTo>
                <a:lnTo>
                  <a:pt x="348" y="390"/>
                </a:lnTo>
                <a:lnTo>
                  <a:pt x="349" y="390"/>
                </a:lnTo>
                <a:lnTo>
                  <a:pt x="348" y="392"/>
                </a:lnTo>
                <a:lnTo>
                  <a:pt x="348" y="393"/>
                </a:lnTo>
                <a:lnTo>
                  <a:pt x="347" y="394"/>
                </a:lnTo>
                <a:lnTo>
                  <a:pt x="348" y="394"/>
                </a:lnTo>
                <a:lnTo>
                  <a:pt x="348" y="395"/>
                </a:lnTo>
                <a:lnTo>
                  <a:pt x="348" y="396"/>
                </a:lnTo>
                <a:lnTo>
                  <a:pt x="347" y="396"/>
                </a:lnTo>
                <a:lnTo>
                  <a:pt x="347" y="397"/>
                </a:lnTo>
                <a:lnTo>
                  <a:pt x="347" y="398"/>
                </a:lnTo>
                <a:lnTo>
                  <a:pt x="346" y="399"/>
                </a:lnTo>
                <a:lnTo>
                  <a:pt x="346" y="400"/>
                </a:lnTo>
                <a:lnTo>
                  <a:pt x="345" y="401"/>
                </a:lnTo>
                <a:lnTo>
                  <a:pt x="345" y="402"/>
                </a:lnTo>
                <a:lnTo>
                  <a:pt x="345" y="403"/>
                </a:lnTo>
                <a:lnTo>
                  <a:pt x="344" y="403"/>
                </a:lnTo>
                <a:lnTo>
                  <a:pt x="343" y="404"/>
                </a:lnTo>
                <a:lnTo>
                  <a:pt x="342" y="404"/>
                </a:lnTo>
                <a:lnTo>
                  <a:pt x="342" y="405"/>
                </a:lnTo>
                <a:lnTo>
                  <a:pt x="342" y="406"/>
                </a:lnTo>
                <a:lnTo>
                  <a:pt x="343" y="407"/>
                </a:lnTo>
                <a:lnTo>
                  <a:pt x="343" y="408"/>
                </a:lnTo>
                <a:lnTo>
                  <a:pt x="344" y="409"/>
                </a:lnTo>
                <a:lnTo>
                  <a:pt x="344" y="410"/>
                </a:lnTo>
                <a:lnTo>
                  <a:pt x="343" y="410"/>
                </a:lnTo>
                <a:lnTo>
                  <a:pt x="343" y="411"/>
                </a:lnTo>
                <a:lnTo>
                  <a:pt x="342" y="412"/>
                </a:lnTo>
                <a:lnTo>
                  <a:pt x="341" y="411"/>
                </a:lnTo>
                <a:lnTo>
                  <a:pt x="340" y="410"/>
                </a:lnTo>
                <a:lnTo>
                  <a:pt x="339" y="410"/>
                </a:lnTo>
                <a:lnTo>
                  <a:pt x="338" y="410"/>
                </a:lnTo>
                <a:lnTo>
                  <a:pt x="338" y="409"/>
                </a:lnTo>
                <a:lnTo>
                  <a:pt x="338" y="408"/>
                </a:lnTo>
                <a:lnTo>
                  <a:pt x="337" y="408"/>
                </a:lnTo>
                <a:lnTo>
                  <a:pt x="337" y="409"/>
                </a:lnTo>
                <a:lnTo>
                  <a:pt x="336" y="410"/>
                </a:lnTo>
                <a:lnTo>
                  <a:pt x="336" y="411"/>
                </a:lnTo>
                <a:lnTo>
                  <a:pt x="336" y="412"/>
                </a:lnTo>
                <a:lnTo>
                  <a:pt x="336" y="413"/>
                </a:lnTo>
                <a:lnTo>
                  <a:pt x="335" y="414"/>
                </a:lnTo>
                <a:lnTo>
                  <a:pt x="334" y="414"/>
                </a:lnTo>
                <a:lnTo>
                  <a:pt x="333" y="414"/>
                </a:lnTo>
                <a:lnTo>
                  <a:pt x="333" y="413"/>
                </a:lnTo>
                <a:lnTo>
                  <a:pt x="332" y="413"/>
                </a:lnTo>
                <a:lnTo>
                  <a:pt x="332" y="412"/>
                </a:lnTo>
                <a:lnTo>
                  <a:pt x="331" y="412"/>
                </a:lnTo>
                <a:lnTo>
                  <a:pt x="329" y="411"/>
                </a:lnTo>
                <a:lnTo>
                  <a:pt x="328" y="411"/>
                </a:lnTo>
                <a:lnTo>
                  <a:pt x="328" y="410"/>
                </a:lnTo>
                <a:lnTo>
                  <a:pt x="329" y="409"/>
                </a:lnTo>
                <a:lnTo>
                  <a:pt x="328" y="409"/>
                </a:lnTo>
                <a:lnTo>
                  <a:pt x="328" y="408"/>
                </a:lnTo>
                <a:lnTo>
                  <a:pt x="327" y="408"/>
                </a:lnTo>
                <a:lnTo>
                  <a:pt x="326" y="408"/>
                </a:lnTo>
                <a:lnTo>
                  <a:pt x="325" y="408"/>
                </a:lnTo>
                <a:lnTo>
                  <a:pt x="322" y="409"/>
                </a:lnTo>
                <a:lnTo>
                  <a:pt x="322" y="410"/>
                </a:lnTo>
                <a:lnTo>
                  <a:pt x="321" y="410"/>
                </a:lnTo>
                <a:lnTo>
                  <a:pt x="320" y="409"/>
                </a:lnTo>
                <a:lnTo>
                  <a:pt x="320" y="408"/>
                </a:lnTo>
                <a:lnTo>
                  <a:pt x="319" y="408"/>
                </a:lnTo>
                <a:lnTo>
                  <a:pt x="319" y="407"/>
                </a:lnTo>
                <a:lnTo>
                  <a:pt x="319" y="406"/>
                </a:lnTo>
                <a:lnTo>
                  <a:pt x="319" y="405"/>
                </a:lnTo>
                <a:lnTo>
                  <a:pt x="318" y="405"/>
                </a:lnTo>
                <a:lnTo>
                  <a:pt x="318" y="406"/>
                </a:lnTo>
                <a:lnTo>
                  <a:pt x="317" y="406"/>
                </a:lnTo>
                <a:lnTo>
                  <a:pt x="317" y="407"/>
                </a:lnTo>
                <a:lnTo>
                  <a:pt x="316" y="408"/>
                </a:lnTo>
                <a:lnTo>
                  <a:pt x="315" y="408"/>
                </a:lnTo>
                <a:lnTo>
                  <a:pt x="314" y="408"/>
                </a:lnTo>
                <a:lnTo>
                  <a:pt x="314" y="409"/>
                </a:lnTo>
                <a:lnTo>
                  <a:pt x="314" y="410"/>
                </a:lnTo>
                <a:lnTo>
                  <a:pt x="313" y="411"/>
                </a:lnTo>
                <a:lnTo>
                  <a:pt x="313" y="410"/>
                </a:lnTo>
                <a:lnTo>
                  <a:pt x="313" y="409"/>
                </a:lnTo>
                <a:lnTo>
                  <a:pt x="313" y="408"/>
                </a:lnTo>
                <a:lnTo>
                  <a:pt x="313" y="407"/>
                </a:lnTo>
                <a:lnTo>
                  <a:pt x="312" y="407"/>
                </a:lnTo>
                <a:lnTo>
                  <a:pt x="311" y="407"/>
                </a:lnTo>
                <a:lnTo>
                  <a:pt x="311" y="406"/>
                </a:lnTo>
                <a:lnTo>
                  <a:pt x="311" y="405"/>
                </a:lnTo>
                <a:lnTo>
                  <a:pt x="310" y="404"/>
                </a:lnTo>
                <a:lnTo>
                  <a:pt x="310" y="402"/>
                </a:lnTo>
                <a:lnTo>
                  <a:pt x="311" y="401"/>
                </a:lnTo>
                <a:lnTo>
                  <a:pt x="311" y="400"/>
                </a:lnTo>
                <a:lnTo>
                  <a:pt x="312" y="400"/>
                </a:lnTo>
                <a:lnTo>
                  <a:pt x="313" y="399"/>
                </a:lnTo>
                <a:lnTo>
                  <a:pt x="313" y="400"/>
                </a:lnTo>
                <a:lnTo>
                  <a:pt x="314" y="399"/>
                </a:lnTo>
                <a:lnTo>
                  <a:pt x="314" y="398"/>
                </a:lnTo>
                <a:lnTo>
                  <a:pt x="313" y="398"/>
                </a:lnTo>
                <a:lnTo>
                  <a:pt x="313" y="397"/>
                </a:lnTo>
                <a:lnTo>
                  <a:pt x="314" y="396"/>
                </a:lnTo>
                <a:lnTo>
                  <a:pt x="315" y="396"/>
                </a:lnTo>
                <a:lnTo>
                  <a:pt x="315" y="394"/>
                </a:lnTo>
                <a:lnTo>
                  <a:pt x="315" y="393"/>
                </a:lnTo>
                <a:lnTo>
                  <a:pt x="315" y="392"/>
                </a:lnTo>
                <a:lnTo>
                  <a:pt x="315" y="391"/>
                </a:lnTo>
                <a:lnTo>
                  <a:pt x="314" y="392"/>
                </a:lnTo>
                <a:lnTo>
                  <a:pt x="313" y="391"/>
                </a:lnTo>
                <a:lnTo>
                  <a:pt x="313" y="390"/>
                </a:lnTo>
                <a:lnTo>
                  <a:pt x="314" y="389"/>
                </a:lnTo>
                <a:lnTo>
                  <a:pt x="314" y="388"/>
                </a:lnTo>
                <a:lnTo>
                  <a:pt x="315" y="386"/>
                </a:lnTo>
                <a:lnTo>
                  <a:pt x="315" y="385"/>
                </a:lnTo>
                <a:lnTo>
                  <a:pt x="314" y="384"/>
                </a:lnTo>
                <a:lnTo>
                  <a:pt x="313" y="384"/>
                </a:lnTo>
                <a:lnTo>
                  <a:pt x="312" y="384"/>
                </a:lnTo>
                <a:lnTo>
                  <a:pt x="312" y="383"/>
                </a:lnTo>
                <a:lnTo>
                  <a:pt x="311" y="382"/>
                </a:lnTo>
                <a:lnTo>
                  <a:pt x="311" y="381"/>
                </a:lnTo>
                <a:lnTo>
                  <a:pt x="310" y="381"/>
                </a:lnTo>
                <a:lnTo>
                  <a:pt x="310" y="380"/>
                </a:lnTo>
                <a:lnTo>
                  <a:pt x="310" y="379"/>
                </a:lnTo>
                <a:lnTo>
                  <a:pt x="309" y="379"/>
                </a:lnTo>
                <a:lnTo>
                  <a:pt x="309" y="378"/>
                </a:lnTo>
                <a:lnTo>
                  <a:pt x="308" y="378"/>
                </a:lnTo>
                <a:lnTo>
                  <a:pt x="308" y="379"/>
                </a:lnTo>
                <a:lnTo>
                  <a:pt x="308" y="380"/>
                </a:lnTo>
                <a:lnTo>
                  <a:pt x="307" y="380"/>
                </a:lnTo>
                <a:lnTo>
                  <a:pt x="306" y="380"/>
                </a:lnTo>
                <a:lnTo>
                  <a:pt x="306" y="381"/>
                </a:lnTo>
                <a:lnTo>
                  <a:pt x="305" y="381"/>
                </a:lnTo>
                <a:lnTo>
                  <a:pt x="304" y="381"/>
                </a:lnTo>
                <a:lnTo>
                  <a:pt x="303" y="381"/>
                </a:lnTo>
                <a:lnTo>
                  <a:pt x="302" y="383"/>
                </a:lnTo>
                <a:lnTo>
                  <a:pt x="303" y="383"/>
                </a:lnTo>
                <a:lnTo>
                  <a:pt x="304" y="384"/>
                </a:lnTo>
                <a:lnTo>
                  <a:pt x="305" y="384"/>
                </a:lnTo>
                <a:lnTo>
                  <a:pt x="305" y="385"/>
                </a:lnTo>
                <a:lnTo>
                  <a:pt x="305" y="386"/>
                </a:lnTo>
                <a:lnTo>
                  <a:pt x="306" y="386"/>
                </a:lnTo>
                <a:lnTo>
                  <a:pt x="307" y="386"/>
                </a:lnTo>
                <a:lnTo>
                  <a:pt x="307" y="388"/>
                </a:lnTo>
                <a:lnTo>
                  <a:pt x="307" y="389"/>
                </a:lnTo>
                <a:lnTo>
                  <a:pt x="307" y="390"/>
                </a:lnTo>
                <a:lnTo>
                  <a:pt x="306" y="390"/>
                </a:lnTo>
                <a:lnTo>
                  <a:pt x="305" y="391"/>
                </a:lnTo>
                <a:lnTo>
                  <a:pt x="304" y="391"/>
                </a:lnTo>
                <a:lnTo>
                  <a:pt x="304" y="392"/>
                </a:lnTo>
                <a:lnTo>
                  <a:pt x="304" y="393"/>
                </a:lnTo>
                <a:lnTo>
                  <a:pt x="304" y="394"/>
                </a:lnTo>
                <a:lnTo>
                  <a:pt x="304" y="395"/>
                </a:lnTo>
                <a:lnTo>
                  <a:pt x="304" y="394"/>
                </a:lnTo>
                <a:lnTo>
                  <a:pt x="305" y="394"/>
                </a:lnTo>
                <a:lnTo>
                  <a:pt x="306" y="395"/>
                </a:lnTo>
                <a:lnTo>
                  <a:pt x="305" y="396"/>
                </a:lnTo>
                <a:lnTo>
                  <a:pt x="303" y="396"/>
                </a:lnTo>
                <a:lnTo>
                  <a:pt x="303" y="397"/>
                </a:lnTo>
                <a:lnTo>
                  <a:pt x="302" y="397"/>
                </a:lnTo>
                <a:lnTo>
                  <a:pt x="302" y="396"/>
                </a:lnTo>
                <a:lnTo>
                  <a:pt x="300" y="397"/>
                </a:lnTo>
                <a:lnTo>
                  <a:pt x="299" y="397"/>
                </a:lnTo>
                <a:lnTo>
                  <a:pt x="299" y="396"/>
                </a:lnTo>
                <a:lnTo>
                  <a:pt x="298" y="395"/>
                </a:lnTo>
                <a:lnTo>
                  <a:pt x="297" y="395"/>
                </a:lnTo>
                <a:lnTo>
                  <a:pt x="297" y="394"/>
                </a:lnTo>
                <a:lnTo>
                  <a:pt x="297" y="392"/>
                </a:lnTo>
                <a:lnTo>
                  <a:pt x="296" y="391"/>
                </a:lnTo>
                <a:lnTo>
                  <a:pt x="297" y="391"/>
                </a:lnTo>
                <a:lnTo>
                  <a:pt x="297" y="390"/>
                </a:lnTo>
                <a:lnTo>
                  <a:pt x="297" y="389"/>
                </a:lnTo>
                <a:lnTo>
                  <a:pt x="298" y="389"/>
                </a:lnTo>
                <a:lnTo>
                  <a:pt x="299" y="389"/>
                </a:lnTo>
                <a:lnTo>
                  <a:pt x="299" y="388"/>
                </a:lnTo>
                <a:lnTo>
                  <a:pt x="299" y="386"/>
                </a:lnTo>
                <a:lnTo>
                  <a:pt x="299" y="385"/>
                </a:lnTo>
                <a:lnTo>
                  <a:pt x="300" y="385"/>
                </a:lnTo>
                <a:lnTo>
                  <a:pt x="299" y="384"/>
                </a:lnTo>
                <a:lnTo>
                  <a:pt x="298" y="384"/>
                </a:lnTo>
                <a:lnTo>
                  <a:pt x="298" y="383"/>
                </a:lnTo>
                <a:lnTo>
                  <a:pt x="299" y="383"/>
                </a:lnTo>
                <a:lnTo>
                  <a:pt x="298" y="383"/>
                </a:lnTo>
                <a:lnTo>
                  <a:pt x="298" y="382"/>
                </a:lnTo>
                <a:lnTo>
                  <a:pt x="298" y="381"/>
                </a:lnTo>
                <a:lnTo>
                  <a:pt x="297" y="380"/>
                </a:lnTo>
                <a:lnTo>
                  <a:pt x="297" y="379"/>
                </a:lnTo>
                <a:lnTo>
                  <a:pt x="297" y="378"/>
                </a:lnTo>
                <a:lnTo>
                  <a:pt x="297" y="377"/>
                </a:lnTo>
                <a:lnTo>
                  <a:pt x="296" y="376"/>
                </a:lnTo>
                <a:lnTo>
                  <a:pt x="296" y="375"/>
                </a:lnTo>
                <a:lnTo>
                  <a:pt x="297" y="375"/>
                </a:lnTo>
                <a:lnTo>
                  <a:pt x="298" y="374"/>
                </a:lnTo>
                <a:lnTo>
                  <a:pt x="299" y="374"/>
                </a:lnTo>
                <a:lnTo>
                  <a:pt x="300" y="374"/>
                </a:lnTo>
                <a:lnTo>
                  <a:pt x="300" y="373"/>
                </a:lnTo>
                <a:lnTo>
                  <a:pt x="299" y="373"/>
                </a:lnTo>
                <a:lnTo>
                  <a:pt x="299" y="372"/>
                </a:lnTo>
                <a:lnTo>
                  <a:pt x="299" y="370"/>
                </a:lnTo>
                <a:lnTo>
                  <a:pt x="299" y="369"/>
                </a:lnTo>
                <a:lnTo>
                  <a:pt x="300" y="368"/>
                </a:lnTo>
                <a:lnTo>
                  <a:pt x="300" y="367"/>
                </a:lnTo>
                <a:lnTo>
                  <a:pt x="301" y="367"/>
                </a:lnTo>
                <a:lnTo>
                  <a:pt x="302" y="366"/>
                </a:lnTo>
                <a:lnTo>
                  <a:pt x="302" y="365"/>
                </a:lnTo>
                <a:lnTo>
                  <a:pt x="302" y="364"/>
                </a:lnTo>
                <a:lnTo>
                  <a:pt x="301" y="364"/>
                </a:lnTo>
                <a:lnTo>
                  <a:pt x="300" y="364"/>
                </a:lnTo>
                <a:lnTo>
                  <a:pt x="299" y="365"/>
                </a:lnTo>
                <a:lnTo>
                  <a:pt x="299" y="364"/>
                </a:lnTo>
                <a:lnTo>
                  <a:pt x="298" y="364"/>
                </a:lnTo>
                <a:lnTo>
                  <a:pt x="297" y="364"/>
                </a:lnTo>
                <a:lnTo>
                  <a:pt x="297" y="363"/>
                </a:lnTo>
                <a:lnTo>
                  <a:pt x="297" y="362"/>
                </a:lnTo>
                <a:lnTo>
                  <a:pt x="296" y="362"/>
                </a:lnTo>
                <a:lnTo>
                  <a:pt x="295" y="362"/>
                </a:lnTo>
                <a:lnTo>
                  <a:pt x="295" y="363"/>
                </a:lnTo>
                <a:lnTo>
                  <a:pt x="294" y="363"/>
                </a:lnTo>
                <a:lnTo>
                  <a:pt x="293" y="363"/>
                </a:lnTo>
                <a:lnTo>
                  <a:pt x="292" y="363"/>
                </a:lnTo>
                <a:lnTo>
                  <a:pt x="291" y="364"/>
                </a:lnTo>
                <a:lnTo>
                  <a:pt x="290" y="364"/>
                </a:lnTo>
                <a:lnTo>
                  <a:pt x="290" y="365"/>
                </a:lnTo>
                <a:lnTo>
                  <a:pt x="289" y="365"/>
                </a:lnTo>
                <a:lnTo>
                  <a:pt x="288" y="365"/>
                </a:lnTo>
                <a:lnTo>
                  <a:pt x="287" y="365"/>
                </a:lnTo>
                <a:lnTo>
                  <a:pt x="286" y="365"/>
                </a:lnTo>
                <a:lnTo>
                  <a:pt x="285" y="365"/>
                </a:lnTo>
                <a:lnTo>
                  <a:pt x="284" y="365"/>
                </a:lnTo>
                <a:lnTo>
                  <a:pt x="284" y="364"/>
                </a:lnTo>
                <a:lnTo>
                  <a:pt x="283" y="364"/>
                </a:lnTo>
                <a:lnTo>
                  <a:pt x="282" y="364"/>
                </a:lnTo>
                <a:lnTo>
                  <a:pt x="282" y="363"/>
                </a:lnTo>
                <a:lnTo>
                  <a:pt x="281" y="363"/>
                </a:lnTo>
                <a:lnTo>
                  <a:pt x="280" y="363"/>
                </a:lnTo>
                <a:lnTo>
                  <a:pt x="279" y="363"/>
                </a:lnTo>
                <a:lnTo>
                  <a:pt x="279" y="362"/>
                </a:lnTo>
                <a:lnTo>
                  <a:pt x="278" y="362"/>
                </a:lnTo>
                <a:lnTo>
                  <a:pt x="277" y="361"/>
                </a:lnTo>
                <a:lnTo>
                  <a:pt x="276" y="360"/>
                </a:lnTo>
                <a:lnTo>
                  <a:pt x="275" y="361"/>
                </a:lnTo>
                <a:lnTo>
                  <a:pt x="275" y="360"/>
                </a:lnTo>
                <a:lnTo>
                  <a:pt x="275" y="359"/>
                </a:lnTo>
                <a:lnTo>
                  <a:pt x="276" y="357"/>
                </a:lnTo>
                <a:lnTo>
                  <a:pt x="276" y="356"/>
                </a:lnTo>
                <a:lnTo>
                  <a:pt x="276" y="355"/>
                </a:lnTo>
                <a:lnTo>
                  <a:pt x="276" y="354"/>
                </a:lnTo>
                <a:lnTo>
                  <a:pt x="277" y="353"/>
                </a:lnTo>
                <a:lnTo>
                  <a:pt x="278" y="352"/>
                </a:lnTo>
                <a:lnTo>
                  <a:pt x="278" y="351"/>
                </a:lnTo>
                <a:lnTo>
                  <a:pt x="279" y="351"/>
                </a:lnTo>
                <a:lnTo>
                  <a:pt x="279" y="350"/>
                </a:lnTo>
                <a:lnTo>
                  <a:pt x="279" y="349"/>
                </a:lnTo>
                <a:lnTo>
                  <a:pt x="279" y="348"/>
                </a:lnTo>
                <a:lnTo>
                  <a:pt x="279" y="347"/>
                </a:lnTo>
                <a:lnTo>
                  <a:pt x="277" y="347"/>
                </a:lnTo>
                <a:lnTo>
                  <a:pt x="276" y="346"/>
                </a:lnTo>
                <a:lnTo>
                  <a:pt x="276" y="344"/>
                </a:lnTo>
                <a:lnTo>
                  <a:pt x="276" y="343"/>
                </a:lnTo>
                <a:lnTo>
                  <a:pt x="276" y="342"/>
                </a:lnTo>
                <a:lnTo>
                  <a:pt x="276" y="341"/>
                </a:lnTo>
                <a:lnTo>
                  <a:pt x="277" y="340"/>
                </a:lnTo>
                <a:lnTo>
                  <a:pt x="276" y="339"/>
                </a:lnTo>
                <a:lnTo>
                  <a:pt x="277" y="339"/>
                </a:lnTo>
                <a:lnTo>
                  <a:pt x="277" y="338"/>
                </a:lnTo>
                <a:lnTo>
                  <a:pt x="276" y="337"/>
                </a:lnTo>
                <a:lnTo>
                  <a:pt x="276" y="334"/>
                </a:lnTo>
                <a:lnTo>
                  <a:pt x="276" y="333"/>
                </a:lnTo>
                <a:lnTo>
                  <a:pt x="275" y="333"/>
                </a:lnTo>
                <a:lnTo>
                  <a:pt x="275" y="332"/>
                </a:lnTo>
                <a:lnTo>
                  <a:pt x="274" y="332"/>
                </a:lnTo>
                <a:lnTo>
                  <a:pt x="273" y="332"/>
                </a:lnTo>
                <a:lnTo>
                  <a:pt x="273" y="331"/>
                </a:lnTo>
                <a:lnTo>
                  <a:pt x="273" y="330"/>
                </a:lnTo>
                <a:lnTo>
                  <a:pt x="273" y="328"/>
                </a:lnTo>
                <a:lnTo>
                  <a:pt x="273" y="327"/>
                </a:lnTo>
                <a:lnTo>
                  <a:pt x="272" y="327"/>
                </a:lnTo>
                <a:lnTo>
                  <a:pt x="272" y="326"/>
                </a:lnTo>
                <a:lnTo>
                  <a:pt x="272" y="325"/>
                </a:lnTo>
                <a:lnTo>
                  <a:pt x="272" y="323"/>
                </a:lnTo>
                <a:lnTo>
                  <a:pt x="271" y="322"/>
                </a:lnTo>
                <a:lnTo>
                  <a:pt x="272" y="320"/>
                </a:lnTo>
                <a:lnTo>
                  <a:pt x="272" y="319"/>
                </a:lnTo>
                <a:lnTo>
                  <a:pt x="271" y="318"/>
                </a:lnTo>
                <a:lnTo>
                  <a:pt x="270" y="318"/>
                </a:lnTo>
                <a:lnTo>
                  <a:pt x="269" y="318"/>
                </a:lnTo>
                <a:lnTo>
                  <a:pt x="269" y="319"/>
                </a:lnTo>
                <a:lnTo>
                  <a:pt x="268" y="320"/>
                </a:lnTo>
                <a:lnTo>
                  <a:pt x="268" y="321"/>
                </a:lnTo>
                <a:lnTo>
                  <a:pt x="268" y="322"/>
                </a:lnTo>
                <a:lnTo>
                  <a:pt x="268" y="323"/>
                </a:lnTo>
                <a:lnTo>
                  <a:pt x="267" y="323"/>
                </a:lnTo>
                <a:lnTo>
                  <a:pt x="267" y="324"/>
                </a:lnTo>
                <a:lnTo>
                  <a:pt x="266" y="324"/>
                </a:lnTo>
                <a:lnTo>
                  <a:pt x="265" y="324"/>
                </a:lnTo>
                <a:lnTo>
                  <a:pt x="265" y="323"/>
                </a:lnTo>
                <a:lnTo>
                  <a:pt x="265" y="322"/>
                </a:lnTo>
                <a:lnTo>
                  <a:pt x="264" y="321"/>
                </a:lnTo>
                <a:lnTo>
                  <a:pt x="264" y="322"/>
                </a:lnTo>
                <a:lnTo>
                  <a:pt x="263" y="322"/>
                </a:lnTo>
                <a:lnTo>
                  <a:pt x="263" y="321"/>
                </a:lnTo>
                <a:lnTo>
                  <a:pt x="262" y="321"/>
                </a:lnTo>
                <a:lnTo>
                  <a:pt x="262" y="320"/>
                </a:lnTo>
                <a:lnTo>
                  <a:pt x="261" y="320"/>
                </a:lnTo>
                <a:lnTo>
                  <a:pt x="260" y="321"/>
                </a:lnTo>
                <a:lnTo>
                  <a:pt x="259" y="321"/>
                </a:lnTo>
                <a:lnTo>
                  <a:pt x="259" y="322"/>
                </a:lnTo>
                <a:lnTo>
                  <a:pt x="258" y="322"/>
                </a:lnTo>
                <a:lnTo>
                  <a:pt x="256" y="322"/>
                </a:lnTo>
                <a:lnTo>
                  <a:pt x="256" y="321"/>
                </a:lnTo>
                <a:lnTo>
                  <a:pt x="256" y="320"/>
                </a:lnTo>
                <a:lnTo>
                  <a:pt x="254" y="319"/>
                </a:lnTo>
                <a:lnTo>
                  <a:pt x="253" y="319"/>
                </a:lnTo>
                <a:lnTo>
                  <a:pt x="252" y="319"/>
                </a:lnTo>
                <a:lnTo>
                  <a:pt x="251" y="319"/>
                </a:lnTo>
                <a:lnTo>
                  <a:pt x="251" y="318"/>
                </a:lnTo>
                <a:lnTo>
                  <a:pt x="250" y="319"/>
                </a:lnTo>
                <a:lnTo>
                  <a:pt x="250" y="320"/>
                </a:lnTo>
                <a:lnTo>
                  <a:pt x="249" y="320"/>
                </a:lnTo>
                <a:lnTo>
                  <a:pt x="249" y="321"/>
                </a:lnTo>
                <a:lnTo>
                  <a:pt x="248" y="322"/>
                </a:lnTo>
                <a:lnTo>
                  <a:pt x="248" y="323"/>
                </a:lnTo>
                <a:lnTo>
                  <a:pt x="247" y="323"/>
                </a:lnTo>
                <a:lnTo>
                  <a:pt x="245" y="324"/>
                </a:lnTo>
                <a:lnTo>
                  <a:pt x="244" y="324"/>
                </a:lnTo>
                <a:lnTo>
                  <a:pt x="243" y="324"/>
                </a:lnTo>
                <a:lnTo>
                  <a:pt x="240" y="324"/>
                </a:lnTo>
                <a:lnTo>
                  <a:pt x="239" y="323"/>
                </a:lnTo>
                <a:lnTo>
                  <a:pt x="238" y="324"/>
                </a:lnTo>
                <a:lnTo>
                  <a:pt x="238" y="325"/>
                </a:lnTo>
                <a:lnTo>
                  <a:pt x="237" y="325"/>
                </a:lnTo>
                <a:lnTo>
                  <a:pt x="237" y="326"/>
                </a:lnTo>
                <a:lnTo>
                  <a:pt x="236" y="326"/>
                </a:lnTo>
                <a:lnTo>
                  <a:pt x="236" y="327"/>
                </a:lnTo>
                <a:lnTo>
                  <a:pt x="236" y="326"/>
                </a:lnTo>
                <a:lnTo>
                  <a:pt x="235" y="326"/>
                </a:lnTo>
                <a:lnTo>
                  <a:pt x="234" y="326"/>
                </a:lnTo>
                <a:lnTo>
                  <a:pt x="234" y="327"/>
                </a:lnTo>
                <a:lnTo>
                  <a:pt x="234" y="328"/>
                </a:lnTo>
                <a:lnTo>
                  <a:pt x="234" y="329"/>
                </a:lnTo>
                <a:lnTo>
                  <a:pt x="233" y="329"/>
                </a:lnTo>
                <a:lnTo>
                  <a:pt x="233" y="330"/>
                </a:lnTo>
                <a:lnTo>
                  <a:pt x="233" y="331"/>
                </a:lnTo>
                <a:lnTo>
                  <a:pt x="233" y="332"/>
                </a:lnTo>
                <a:lnTo>
                  <a:pt x="233" y="331"/>
                </a:lnTo>
                <a:lnTo>
                  <a:pt x="232" y="331"/>
                </a:lnTo>
                <a:lnTo>
                  <a:pt x="231" y="331"/>
                </a:lnTo>
                <a:lnTo>
                  <a:pt x="230" y="331"/>
                </a:lnTo>
                <a:lnTo>
                  <a:pt x="230" y="330"/>
                </a:lnTo>
                <a:lnTo>
                  <a:pt x="229" y="330"/>
                </a:lnTo>
                <a:lnTo>
                  <a:pt x="228" y="329"/>
                </a:lnTo>
                <a:lnTo>
                  <a:pt x="227" y="329"/>
                </a:lnTo>
                <a:lnTo>
                  <a:pt x="228" y="328"/>
                </a:lnTo>
                <a:lnTo>
                  <a:pt x="228" y="327"/>
                </a:lnTo>
                <a:lnTo>
                  <a:pt x="228" y="326"/>
                </a:lnTo>
                <a:lnTo>
                  <a:pt x="229" y="326"/>
                </a:lnTo>
                <a:lnTo>
                  <a:pt x="229" y="324"/>
                </a:lnTo>
                <a:lnTo>
                  <a:pt x="228" y="324"/>
                </a:lnTo>
                <a:lnTo>
                  <a:pt x="228" y="323"/>
                </a:lnTo>
                <a:lnTo>
                  <a:pt x="227" y="323"/>
                </a:lnTo>
                <a:lnTo>
                  <a:pt x="226" y="323"/>
                </a:lnTo>
                <a:lnTo>
                  <a:pt x="225" y="323"/>
                </a:lnTo>
                <a:lnTo>
                  <a:pt x="225" y="322"/>
                </a:lnTo>
                <a:lnTo>
                  <a:pt x="225" y="321"/>
                </a:lnTo>
                <a:lnTo>
                  <a:pt x="226" y="318"/>
                </a:lnTo>
                <a:lnTo>
                  <a:pt x="226" y="317"/>
                </a:lnTo>
                <a:lnTo>
                  <a:pt x="226" y="316"/>
                </a:lnTo>
                <a:lnTo>
                  <a:pt x="227" y="316"/>
                </a:lnTo>
                <a:lnTo>
                  <a:pt x="226" y="316"/>
                </a:lnTo>
                <a:lnTo>
                  <a:pt x="227" y="315"/>
                </a:lnTo>
                <a:lnTo>
                  <a:pt x="227" y="314"/>
                </a:lnTo>
                <a:lnTo>
                  <a:pt x="227" y="313"/>
                </a:lnTo>
                <a:lnTo>
                  <a:pt x="228" y="313"/>
                </a:lnTo>
                <a:lnTo>
                  <a:pt x="227" y="313"/>
                </a:lnTo>
                <a:lnTo>
                  <a:pt x="226" y="312"/>
                </a:lnTo>
                <a:lnTo>
                  <a:pt x="225" y="311"/>
                </a:lnTo>
                <a:lnTo>
                  <a:pt x="224" y="311"/>
                </a:lnTo>
                <a:lnTo>
                  <a:pt x="224" y="310"/>
                </a:lnTo>
                <a:lnTo>
                  <a:pt x="224" y="309"/>
                </a:lnTo>
                <a:lnTo>
                  <a:pt x="223" y="309"/>
                </a:lnTo>
                <a:lnTo>
                  <a:pt x="223" y="308"/>
                </a:lnTo>
                <a:lnTo>
                  <a:pt x="222" y="307"/>
                </a:lnTo>
                <a:lnTo>
                  <a:pt x="221" y="308"/>
                </a:lnTo>
                <a:lnTo>
                  <a:pt x="220" y="308"/>
                </a:lnTo>
                <a:lnTo>
                  <a:pt x="220" y="309"/>
                </a:lnTo>
                <a:lnTo>
                  <a:pt x="219" y="309"/>
                </a:lnTo>
                <a:lnTo>
                  <a:pt x="220" y="309"/>
                </a:lnTo>
                <a:lnTo>
                  <a:pt x="220" y="310"/>
                </a:lnTo>
                <a:lnTo>
                  <a:pt x="219" y="311"/>
                </a:lnTo>
                <a:lnTo>
                  <a:pt x="218" y="311"/>
                </a:lnTo>
                <a:lnTo>
                  <a:pt x="219" y="311"/>
                </a:lnTo>
                <a:lnTo>
                  <a:pt x="218" y="311"/>
                </a:lnTo>
                <a:lnTo>
                  <a:pt x="218" y="312"/>
                </a:lnTo>
                <a:lnTo>
                  <a:pt x="217" y="313"/>
                </a:lnTo>
                <a:lnTo>
                  <a:pt x="216" y="313"/>
                </a:lnTo>
                <a:lnTo>
                  <a:pt x="215" y="312"/>
                </a:lnTo>
                <a:lnTo>
                  <a:pt x="214" y="312"/>
                </a:lnTo>
                <a:lnTo>
                  <a:pt x="214" y="311"/>
                </a:lnTo>
                <a:lnTo>
                  <a:pt x="213" y="311"/>
                </a:lnTo>
                <a:lnTo>
                  <a:pt x="212" y="311"/>
                </a:lnTo>
                <a:lnTo>
                  <a:pt x="211" y="311"/>
                </a:lnTo>
                <a:lnTo>
                  <a:pt x="211" y="310"/>
                </a:lnTo>
                <a:lnTo>
                  <a:pt x="209" y="310"/>
                </a:lnTo>
                <a:lnTo>
                  <a:pt x="209" y="311"/>
                </a:lnTo>
                <a:lnTo>
                  <a:pt x="209" y="312"/>
                </a:lnTo>
                <a:lnTo>
                  <a:pt x="208" y="312"/>
                </a:lnTo>
                <a:lnTo>
                  <a:pt x="207" y="312"/>
                </a:lnTo>
                <a:lnTo>
                  <a:pt x="207" y="311"/>
                </a:lnTo>
                <a:lnTo>
                  <a:pt x="207" y="310"/>
                </a:lnTo>
                <a:lnTo>
                  <a:pt x="207" y="309"/>
                </a:lnTo>
                <a:lnTo>
                  <a:pt x="207" y="308"/>
                </a:lnTo>
                <a:lnTo>
                  <a:pt x="206" y="308"/>
                </a:lnTo>
                <a:lnTo>
                  <a:pt x="206" y="307"/>
                </a:lnTo>
                <a:lnTo>
                  <a:pt x="206" y="305"/>
                </a:lnTo>
                <a:lnTo>
                  <a:pt x="205" y="305"/>
                </a:lnTo>
                <a:lnTo>
                  <a:pt x="204" y="305"/>
                </a:lnTo>
                <a:lnTo>
                  <a:pt x="204" y="306"/>
                </a:lnTo>
                <a:lnTo>
                  <a:pt x="203" y="306"/>
                </a:lnTo>
                <a:lnTo>
                  <a:pt x="202" y="307"/>
                </a:lnTo>
                <a:lnTo>
                  <a:pt x="201" y="307"/>
                </a:lnTo>
                <a:lnTo>
                  <a:pt x="199" y="309"/>
                </a:lnTo>
                <a:lnTo>
                  <a:pt x="198" y="309"/>
                </a:lnTo>
                <a:lnTo>
                  <a:pt x="198" y="310"/>
                </a:lnTo>
                <a:lnTo>
                  <a:pt x="197" y="310"/>
                </a:lnTo>
                <a:lnTo>
                  <a:pt x="196" y="309"/>
                </a:lnTo>
                <a:lnTo>
                  <a:pt x="196" y="307"/>
                </a:lnTo>
                <a:lnTo>
                  <a:pt x="195" y="307"/>
                </a:lnTo>
                <a:lnTo>
                  <a:pt x="194" y="306"/>
                </a:lnTo>
                <a:lnTo>
                  <a:pt x="194" y="307"/>
                </a:lnTo>
                <a:lnTo>
                  <a:pt x="193" y="307"/>
                </a:lnTo>
                <a:lnTo>
                  <a:pt x="193" y="308"/>
                </a:lnTo>
                <a:lnTo>
                  <a:pt x="192" y="308"/>
                </a:lnTo>
                <a:lnTo>
                  <a:pt x="191" y="308"/>
                </a:lnTo>
                <a:lnTo>
                  <a:pt x="191" y="309"/>
                </a:lnTo>
                <a:lnTo>
                  <a:pt x="190" y="309"/>
                </a:lnTo>
                <a:lnTo>
                  <a:pt x="191" y="309"/>
                </a:lnTo>
                <a:lnTo>
                  <a:pt x="191" y="310"/>
                </a:lnTo>
                <a:lnTo>
                  <a:pt x="191" y="311"/>
                </a:lnTo>
                <a:lnTo>
                  <a:pt x="191" y="312"/>
                </a:lnTo>
                <a:lnTo>
                  <a:pt x="191" y="313"/>
                </a:lnTo>
                <a:lnTo>
                  <a:pt x="192" y="313"/>
                </a:lnTo>
                <a:lnTo>
                  <a:pt x="193" y="314"/>
                </a:lnTo>
                <a:lnTo>
                  <a:pt x="193" y="315"/>
                </a:lnTo>
                <a:lnTo>
                  <a:pt x="192" y="315"/>
                </a:lnTo>
                <a:lnTo>
                  <a:pt x="192" y="316"/>
                </a:lnTo>
                <a:lnTo>
                  <a:pt x="192" y="317"/>
                </a:lnTo>
                <a:lnTo>
                  <a:pt x="192" y="318"/>
                </a:lnTo>
                <a:lnTo>
                  <a:pt x="191" y="318"/>
                </a:lnTo>
                <a:lnTo>
                  <a:pt x="190" y="318"/>
                </a:lnTo>
                <a:lnTo>
                  <a:pt x="189" y="317"/>
                </a:lnTo>
                <a:lnTo>
                  <a:pt x="189" y="318"/>
                </a:lnTo>
                <a:lnTo>
                  <a:pt x="188" y="317"/>
                </a:lnTo>
                <a:lnTo>
                  <a:pt x="188" y="318"/>
                </a:lnTo>
                <a:lnTo>
                  <a:pt x="188" y="319"/>
                </a:lnTo>
                <a:lnTo>
                  <a:pt x="188" y="320"/>
                </a:lnTo>
                <a:lnTo>
                  <a:pt x="189" y="321"/>
                </a:lnTo>
                <a:lnTo>
                  <a:pt x="190" y="321"/>
                </a:lnTo>
                <a:lnTo>
                  <a:pt x="190" y="322"/>
                </a:lnTo>
                <a:lnTo>
                  <a:pt x="190" y="323"/>
                </a:lnTo>
                <a:lnTo>
                  <a:pt x="190" y="324"/>
                </a:lnTo>
                <a:lnTo>
                  <a:pt x="189" y="324"/>
                </a:lnTo>
                <a:lnTo>
                  <a:pt x="188" y="324"/>
                </a:lnTo>
                <a:lnTo>
                  <a:pt x="187" y="326"/>
                </a:lnTo>
                <a:lnTo>
                  <a:pt x="187" y="327"/>
                </a:lnTo>
                <a:lnTo>
                  <a:pt x="188" y="328"/>
                </a:lnTo>
                <a:lnTo>
                  <a:pt x="189" y="328"/>
                </a:lnTo>
                <a:lnTo>
                  <a:pt x="190" y="328"/>
                </a:lnTo>
                <a:lnTo>
                  <a:pt x="190" y="329"/>
                </a:lnTo>
                <a:lnTo>
                  <a:pt x="191" y="329"/>
                </a:lnTo>
                <a:lnTo>
                  <a:pt x="191" y="330"/>
                </a:lnTo>
                <a:lnTo>
                  <a:pt x="191" y="331"/>
                </a:lnTo>
                <a:lnTo>
                  <a:pt x="192" y="331"/>
                </a:lnTo>
                <a:lnTo>
                  <a:pt x="192" y="332"/>
                </a:lnTo>
                <a:lnTo>
                  <a:pt x="193" y="332"/>
                </a:lnTo>
                <a:lnTo>
                  <a:pt x="194" y="332"/>
                </a:lnTo>
                <a:lnTo>
                  <a:pt x="194" y="333"/>
                </a:lnTo>
                <a:lnTo>
                  <a:pt x="193" y="334"/>
                </a:lnTo>
                <a:lnTo>
                  <a:pt x="192" y="335"/>
                </a:lnTo>
                <a:lnTo>
                  <a:pt x="192" y="336"/>
                </a:lnTo>
                <a:lnTo>
                  <a:pt x="192" y="337"/>
                </a:lnTo>
                <a:lnTo>
                  <a:pt x="192" y="338"/>
                </a:lnTo>
                <a:lnTo>
                  <a:pt x="192" y="339"/>
                </a:lnTo>
                <a:lnTo>
                  <a:pt x="191" y="339"/>
                </a:lnTo>
                <a:lnTo>
                  <a:pt x="190" y="339"/>
                </a:lnTo>
                <a:lnTo>
                  <a:pt x="190" y="340"/>
                </a:lnTo>
                <a:lnTo>
                  <a:pt x="190" y="341"/>
                </a:lnTo>
                <a:lnTo>
                  <a:pt x="190" y="342"/>
                </a:lnTo>
                <a:lnTo>
                  <a:pt x="189" y="342"/>
                </a:lnTo>
                <a:lnTo>
                  <a:pt x="188" y="343"/>
                </a:lnTo>
                <a:lnTo>
                  <a:pt x="187" y="343"/>
                </a:lnTo>
                <a:lnTo>
                  <a:pt x="185" y="343"/>
                </a:lnTo>
                <a:lnTo>
                  <a:pt x="184" y="343"/>
                </a:lnTo>
                <a:lnTo>
                  <a:pt x="184" y="344"/>
                </a:lnTo>
                <a:lnTo>
                  <a:pt x="185" y="344"/>
                </a:lnTo>
                <a:lnTo>
                  <a:pt x="185" y="345"/>
                </a:lnTo>
                <a:lnTo>
                  <a:pt x="186" y="345"/>
                </a:lnTo>
                <a:lnTo>
                  <a:pt x="185" y="345"/>
                </a:lnTo>
                <a:lnTo>
                  <a:pt x="185" y="346"/>
                </a:lnTo>
                <a:lnTo>
                  <a:pt x="184" y="346"/>
                </a:lnTo>
                <a:lnTo>
                  <a:pt x="185" y="346"/>
                </a:lnTo>
                <a:lnTo>
                  <a:pt x="185" y="347"/>
                </a:lnTo>
                <a:lnTo>
                  <a:pt x="184" y="347"/>
                </a:lnTo>
                <a:lnTo>
                  <a:pt x="183" y="347"/>
                </a:lnTo>
                <a:lnTo>
                  <a:pt x="182" y="347"/>
                </a:lnTo>
                <a:lnTo>
                  <a:pt x="181" y="347"/>
                </a:lnTo>
                <a:lnTo>
                  <a:pt x="181" y="348"/>
                </a:lnTo>
                <a:lnTo>
                  <a:pt x="180" y="348"/>
                </a:lnTo>
                <a:lnTo>
                  <a:pt x="179" y="348"/>
                </a:lnTo>
                <a:lnTo>
                  <a:pt x="178" y="349"/>
                </a:lnTo>
                <a:lnTo>
                  <a:pt x="178" y="348"/>
                </a:lnTo>
                <a:lnTo>
                  <a:pt x="177" y="348"/>
                </a:lnTo>
                <a:lnTo>
                  <a:pt x="177" y="350"/>
                </a:lnTo>
                <a:lnTo>
                  <a:pt x="177" y="351"/>
                </a:lnTo>
                <a:lnTo>
                  <a:pt x="177" y="352"/>
                </a:lnTo>
                <a:lnTo>
                  <a:pt x="176" y="352"/>
                </a:lnTo>
                <a:lnTo>
                  <a:pt x="175" y="351"/>
                </a:lnTo>
                <a:lnTo>
                  <a:pt x="174" y="350"/>
                </a:lnTo>
                <a:lnTo>
                  <a:pt x="174" y="349"/>
                </a:lnTo>
                <a:lnTo>
                  <a:pt x="174" y="348"/>
                </a:lnTo>
                <a:lnTo>
                  <a:pt x="173" y="347"/>
                </a:lnTo>
                <a:lnTo>
                  <a:pt x="173" y="346"/>
                </a:lnTo>
                <a:lnTo>
                  <a:pt x="174" y="346"/>
                </a:lnTo>
                <a:lnTo>
                  <a:pt x="174" y="345"/>
                </a:lnTo>
                <a:lnTo>
                  <a:pt x="175" y="345"/>
                </a:lnTo>
                <a:lnTo>
                  <a:pt x="175" y="344"/>
                </a:lnTo>
                <a:lnTo>
                  <a:pt x="174" y="344"/>
                </a:lnTo>
                <a:lnTo>
                  <a:pt x="173" y="344"/>
                </a:lnTo>
                <a:lnTo>
                  <a:pt x="172" y="344"/>
                </a:lnTo>
                <a:lnTo>
                  <a:pt x="172" y="343"/>
                </a:lnTo>
                <a:lnTo>
                  <a:pt x="172" y="342"/>
                </a:lnTo>
                <a:lnTo>
                  <a:pt x="173" y="341"/>
                </a:lnTo>
                <a:lnTo>
                  <a:pt x="172" y="340"/>
                </a:lnTo>
                <a:lnTo>
                  <a:pt x="172" y="339"/>
                </a:lnTo>
                <a:lnTo>
                  <a:pt x="172" y="338"/>
                </a:lnTo>
                <a:lnTo>
                  <a:pt x="171" y="338"/>
                </a:lnTo>
                <a:lnTo>
                  <a:pt x="171" y="339"/>
                </a:lnTo>
                <a:lnTo>
                  <a:pt x="170" y="339"/>
                </a:lnTo>
                <a:lnTo>
                  <a:pt x="169" y="339"/>
                </a:lnTo>
                <a:lnTo>
                  <a:pt x="168" y="339"/>
                </a:lnTo>
                <a:lnTo>
                  <a:pt x="168" y="340"/>
                </a:lnTo>
                <a:lnTo>
                  <a:pt x="167" y="340"/>
                </a:lnTo>
                <a:lnTo>
                  <a:pt x="167" y="339"/>
                </a:lnTo>
                <a:lnTo>
                  <a:pt x="166" y="338"/>
                </a:lnTo>
                <a:lnTo>
                  <a:pt x="165" y="338"/>
                </a:lnTo>
                <a:lnTo>
                  <a:pt x="163" y="338"/>
                </a:lnTo>
                <a:lnTo>
                  <a:pt x="163" y="339"/>
                </a:lnTo>
                <a:lnTo>
                  <a:pt x="162" y="340"/>
                </a:lnTo>
                <a:lnTo>
                  <a:pt x="161" y="341"/>
                </a:lnTo>
                <a:lnTo>
                  <a:pt x="160" y="341"/>
                </a:lnTo>
                <a:lnTo>
                  <a:pt x="160" y="340"/>
                </a:lnTo>
                <a:lnTo>
                  <a:pt x="161" y="340"/>
                </a:lnTo>
                <a:lnTo>
                  <a:pt x="161" y="339"/>
                </a:lnTo>
                <a:lnTo>
                  <a:pt x="161" y="338"/>
                </a:lnTo>
                <a:lnTo>
                  <a:pt x="160" y="338"/>
                </a:lnTo>
                <a:lnTo>
                  <a:pt x="159" y="338"/>
                </a:lnTo>
                <a:lnTo>
                  <a:pt x="159" y="339"/>
                </a:lnTo>
                <a:lnTo>
                  <a:pt x="159" y="340"/>
                </a:lnTo>
                <a:lnTo>
                  <a:pt x="159" y="341"/>
                </a:lnTo>
                <a:lnTo>
                  <a:pt x="158" y="341"/>
                </a:lnTo>
                <a:lnTo>
                  <a:pt x="158" y="340"/>
                </a:lnTo>
                <a:lnTo>
                  <a:pt x="158" y="339"/>
                </a:lnTo>
                <a:lnTo>
                  <a:pt x="156" y="339"/>
                </a:lnTo>
                <a:lnTo>
                  <a:pt x="156" y="340"/>
                </a:lnTo>
                <a:lnTo>
                  <a:pt x="156" y="341"/>
                </a:lnTo>
                <a:lnTo>
                  <a:pt x="156" y="342"/>
                </a:lnTo>
                <a:lnTo>
                  <a:pt x="155" y="342"/>
                </a:lnTo>
                <a:lnTo>
                  <a:pt x="153" y="342"/>
                </a:lnTo>
                <a:lnTo>
                  <a:pt x="153" y="343"/>
                </a:lnTo>
                <a:lnTo>
                  <a:pt x="153" y="344"/>
                </a:lnTo>
                <a:lnTo>
                  <a:pt x="153" y="345"/>
                </a:lnTo>
                <a:lnTo>
                  <a:pt x="154" y="345"/>
                </a:lnTo>
                <a:lnTo>
                  <a:pt x="153" y="346"/>
                </a:lnTo>
                <a:lnTo>
                  <a:pt x="153" y="347"/>
                </a:lnTo>
                <a:lnTo>
                  <a:pt x="153" y="348"/>
                </a:lnTo>
                <a:lnTo>
                  <a:pt x="153" y="349"/>
                </a:lnTo>
                <a:lnTo>
                  <a:pt x="154" y="349"/>
                </a:lnTo>
                <a:lnTo>
                  <a:pt x="154" y="350"/>
                </a:lnTo>
                <a:lnTo>
                  <a:pt x="154" y="351"/>
                </a:lnTo>
                <a:lnTo>
                  <a:pt x="152" y="351"/>
                </a:lnTo>
                <a:lnTo>
                  <a:pt x="152" y="350"/>
                </a:lnTo>
                <a:lnTo>
                  <a:pt x="151" y="351"/>
                </a:lnTo>
                <a:lnTo>
                  <a:pt x="150" y="351"/>
                </a:lnTo>
                <a:lnTo>
                  <a:pt x="150" y="350"/>
                </a:lnTo>
                <a:lnTo>
                  <a:pt x="149" y="349"/>
                </a:lnTo>
                <a:lnTo>
                  <a:pt x="149" y="348"/>
                </a:lnTo>
                <a:lnTo>
                  <a:pt x="148" y="347"/>
                </a:lnTo>
                <a:lnTo>
                  <a:pt x="147" y="347"/>
                </a:lnTo>
                <a:lnTo>
                  <a:pt x="146" y="348"/>
                </a:lnTo>
                <a:lnTo>
                  <a:pt x="145" y="348"/>
                </a:lnTo>
                <a:lnTo>
                  <a:pt x="144" y="348"/>
                </a:lnTo>
                <a:lnTo>
                  <a:pt x="143" y="349"/>
                </a:lnTo>
                <a:lnTo>
                  <a:pt x="143" y="350"/>
                </a:lnTo>
                <a:lnTo>
                  <a:pt x="142" y="350"/>
                </a:lnTo>
                <a:lnTo>
                  <a:pt x="142" y="349"/>
                </a:lnTo>
                <a:lnTo>
                  <a:pt x="140" y="349"/>
                </a:lnTo>
                <a:lnTo>
                  <a:pt x="140" y="350"/>
                </a:lnTo>
                <a:lnTo>
                  <a:pt x="139" y="351"/>
                </a:lnTo>
                <a:lnTo>
                  <a:pt x="139" y="352"/>
                </a:lnTo>
                <a:lnTo>
                  <a:pt x="139" y="353"/>
                </a:lnTo>
                <a:lnTo>
                  <a:pt x="139" y="354"/>
                </a:lnTo>
                <a:lnTo>
                  <a:pt x="140" y="355"/>
                </a:lnTo>
                <a:lnTo>
                  <a:pt x="141" y="355"/>
                </a:lnTo>
                <a:lnTo>
                  <a:pt x="142" y="356"/>
                </a:lnTo>
                <a:lnTo>
                  <a:pt x="142" y="357"/>
                </a:lnTo>
                <a:lnTo>
                  <a:pt x="141" y="357"/>
                </a:lnTo>
                <a:lnTo>
                  <a:pt x="141" y="358"/>
                </a:lnTo>
                <a:lnTo>
                  <a:pt x="142" y="359"/>
                </a:lnTo>
                <a:lnTo>
                  <a:pt x="143" y="358"/>
                </a:lnTo>
                <a:lnTo>
                  <a:pt x="144" y="358"/>
                </a:lnTo>
                <a:lnTo>
                  <a:pt x="144" y="359"/>
                </a:lnTo>
                <a:lnTo>
                  <a:pt x="143" y="362"/>
                </a:lnTo>
                <a:lnTo>
                  <a:pt x="142" y="363"/>
                </a:lnTo>
                <a:lnTo>
                  <a:pt x="143" y="363"/>
                </a:lnTo>
                <a:lnTo>
                  <a:pt x="143" y="364"/>
                </a:lnTo>
                <a:lnTo>
                  <a:pt x="143" y="365"/>
                </a:lnTo>
                <a:lnTo>
                  <a:pt x="142" y="366"/>
                </a:lnTo>
                <a:lnTo>
                  <a:pt x="139" y="366"/>
                </a:lnTo>
                <a:lnTo>
                  <a:pt x="139" y="367"/>
                </a:lnTo>
                <a:lnTo>
                  <a:pt x="139" y="368"/>
                </a:lnTo>
                <a:lnTo>
                  <a:pt x="138" y="368"/>
                </a:lnTo>
                <a:lnTo>
                  <a:pt x="138" y="369"/>
                </a:lnTo>
                <a:lnTo>
                  <a:pt x="137" y="369"/>
                </a:lnTo>
                <a:lnTo>
                  <a:pt x="136" y="368"/>
                </a:lnTo>
                <a:lnTo>
                  <a:pt x="136" y="367"/>
                </a:lnTo>
                <a:lnTo>
                  <a:pt x="136" y="366"/>
                </a:lnTo>
                <a:lnTo>
                  <a:pt x="135" y="366"/>
                </a:lnTo>
                <a:lnTo>
                  <a:pt x="135" y="365"/>
                </a:lnTo>
                <a:lnTo>
                  <a:pt x="135" y="366"/>
                </a:lnTo>
                <a:lnTo>
                  <a:pt x="135" y="365"/>
                </a:lnTo>
                <a:lnTo>
                  <a:pt x="135" y="366"/>
                </a:lnTo>
                <a:lnTo>
                  <a:pt x="134" y="367"/>
                </a:lnTo>
                <a:lnTo>
                  <a:pt x="133" y="367"/>
                </a:lnTo>
                <a:lnTo>
                  <a:pt x="132" y="367"/>
                </a:lnTo>
                <a:lnTo>
                  <a:pt x="132" y="368"/>
                </a:lnTo>
                <a:lnTo>
                  <a:pt x="133" y="369"/>
                </a:lnTo>
                <a:lnTo>
                  <a:pt x="133" y="370"/>
                </a:lnTo>
                <a:lnTo>
                  <a:pt x="134" y="370"/>
                </a:lnTo>
                <a:lnTo>
                  <a:pt x="135" y="371"/>
                </a:lnTo>
                <a:lnTo>
                  <a:pt x="135" y="372"/>
                </a:lnTo>
                <a:lnTo>
                  <a:pt x="133" y="372"/>
                </a:lnTo>
                <a:lnTo>
                  <a:pt x="132" y="372"/>
                </a:lnTo>
                <a:lnTo>
                  <a:pt x="131" y="373"/>
                </a:lnTo>
                <a:lnTo>
                  <a:pt x="130" y="373"/>
                </a:lnTo>
                <a:lnTo>
                  <a:pt x="130" y="374"/>
                </a:lnTo>
                <a:lnTo>
                  <a:pt x="130" y="375"/>
                </a:lnTo>
                <a:lnTo>
                  <a:pt x="130" y="376"/>
                </a:lnTo>
                <a:lnTo>
                  <a:pt x="131" y="378"/>
                </a:lnTo>
                <a:lnTo>
                  <a:pt x="131" y="379"/>
                </a:lnTo>
                <a:lnTo>
                  <a:pt x="132" y="379"/>
                </a:lnTo>
                <a:lnTo>
                  <a:pt x="132" y="382"/>
                </a:lnTo>
                <a:lnTo>
                  <a:pt x="131" y="382"/>
                </a:lnTo>
                <a:lnTo>
                  <a:pt x="130" y="382"/>
                </a:lnTo>
                <a:lnTo>
                  <a:pt x="129" y="383"/>
                </a:lnTo>
                <a:lnTo>
                  <a:pt x="128" y="383"/>
                </a:lnTo>
                <a:lnTo>
                  <a:pt x="127" y="383"/>
                </a:lnTo>
                <a:lnTo>
                  <a:pt x="127" y="382"/>
                </a:lnTo>
                <a:lnTo>
                  <a:pt x="127" y="381"/>
                </a:lnTo>
                <a:lnTo>
                  <a:pt x="126" y="380"/>
                </a:lnTo>
                <a:lnTo>
                  <a:pt x="125" y="380"/>
                </a:lnTo>
                <a:lnTo>
                  <a:pt x="124" y="380"/>
                </a:lnTo>
                <a:lnTo>
                  <a:pt x="124" y="379"/>
                </a:lnTo>
                <a:lnTo>
                  <a:pt x="124" y="380"/>
                </a:lnTo>
                <a:lnTo>
                  <a:pt x="123" y="380"/>
                </a:lnTo>
                <a:lnTo>
                  <a:pt x="123" y="381"/>
                </a:lnTo>
                <a:lnTo>
                  <a:pt x="123" y="380"/>
                </a:lnTo>
                <a:lnTo>
                  <a:pt x="122" y="380"/>
                </a:lnTo>
                <a:lnTo>
                  <a:pt x="121" y="380"/>
                </a:lnTo>
                <a:lnTo>
                  <a:pt x="121" y="379"/>
                </a:lnTo>
                <a:lnTo>
                  <a:pt x="121" y="378"/>
                </a:lnTo>
                <a:lnTo>
                  <a:pt x="120" y="378"/>
                </a:lnTo>
                <a:lnTo>
                  <a:pt x="119" y="378"/>
                </a:lnTo>
                <a:lnTo>
                  <a:pt x="118" y="377"/>
                </a:lnTo>
                <a:lnTo>
                  <a:pt x="117" y="377"/>
                </a:lnTo>
                <a:lnTo>
                  <a:pt x="117" y="378"/>
                </a:lnTo>
                <a:lnTo>
                  <a:pt x="118" y="378"/>
                </a:lnTo>
                <a:lnTo>
                  <a:pt x="118" y="379"/>
                </a:lnTo>
                <a:lnTo>
                  <a:pt x="117" y="380"/>
                </a:lnTo>
                <a:lnTo>
                  <a:pt x="117" y="379"/>
                </a:lnTo>
                <a:lnTo>
                  <a:pt x="116" y="380"/>
                </a:lnTo>
                <a:lnTo>
                  <a:pt x="115" y="380"/>
                </a:lnTo>
                <a:lnTo>
                  <a:pt x="115" y="379"/>
                </a:lnTo>
                <a:lnTo>
                  <a:pt x="115" y="378"/>
                </a:lnTo>
                <a:lnTo>
                  <a:pt x="115" y="377"/>
                </a:lnTo>
                <a:lnTo>
                  <a:pt x="115" y="376"/>
                </a:lnTo>
                <a:lnTo>
                  <a:pt x="117" y="376"/>
                </a:lnTo>
                <a:lnTo>
                  <a:pt x="118" y="375"/>
                </a:lnTo>
                <a:lnTo>
                  <a:pt x="119" y="374"/>
                </a:lnTo>
                <a:lnTo>
                  <a:pt x="120" y="373"/>
                </a:lnTo>
                <a:lnTo>
                  <a:pt x="120" y="372"/>
                </a:lnTo>
                <a:lnTo>
                  <a:pt x="120" y="370"/>
                </a:lnTo>
                <a:lnTo>
                  <a:pt x="119" y="370"/>
                </a:lnTo>
                <a:lnTo>
                  <a:pt x="119" y="369"/>
                </a:lnTo>
                <a:lnTo>
                  <a:pt x="119" y="368"/>
                </a:lnTo>
                <a:lnTo>
                  <a:pt x="120" y="367"/>
                </a:lnTo>
                <a:lnTo>
                  <a:pt x="120" y="368"/>
                </a:lnTo>
                <a:lnTo>
                  <a:pt x="121" y="368"/>
                </a:lnTo>
                <a:lnTo>
                  <a:pt x="121" y="367"/>
                </a:lnTo>
                <a:lnTo>
                  <a:pt x="122" y="367"/>
                </a:lnTo>
                <a:lnTo>
                  <a:pt x="122" y="365"/>
                </a:lnTo>
                <a:lnTo>
                  <a:pt x="121" y="365"/>
                </a:lnTo>
                <a:lnTo>
                  <a:pt x="120" y="364"/>
                </a:lnTo>
                <a:lnTo>
                  <a:pt x="120" y="363"/>
                </a:lnTo>
                <a:lnTo>
                  <a:pt x="121" y="363"/>
                </a:lnTo>
                <a:lnTo>
                  <a:pt x="121" y="364"/>
                </a:lnTo>
                <a:lnTo>
                  <a:pt x="122" y="364"/>
                </a:lnTo>
                <a:lnTo>
                  <a:pt x="123" y="364"/>
                </a:lnTo>
                <a:lnTo>
                  <a:pt x="123" y="363"/>
                </a:lnTo>
                <a:lnTo>
                  <a:pt x="123" y="362"/>
                </a:lnTo>
                <a:lnTo>
                  <a:pt x="123" y="361"/>
                </a:lnTo>
                <a:lnTo>
                  <a:pt x="122" y="361"/>
                </a:lnTo>
                <a:lnTo>
                  <a:pt x="122" y="362"/>
                </a:lnTo>
                <a:lnTo>
                  <a:pt x="121" y="362"/>
                </a:lnTo>
                <a:lnTo>
                  <a:pt x="120" y="362"/>
                </a:lnTo>
                <a:lnTo>
                  <a:pt x="120" y="361"/>
                </a:lnTo>
                <a:lnTo>
                  <a:pt x="120" y="360"/>
                </a:lnTo>
                <a:lnTo>
                  <a:pt x="119" y="359"/>
                </a:lnTo>
                <a:lnTo>
                  <a:pt x="118" y="359"/>
                </a:lnTo>
                <a:lnTo>
                  <a:pt x="118" y="358"/>
                </a:lnTo>
                <a:lnTo>
                  <a:pt x="117" y="358"/>
                </a:lnTo>
                <a:lnTo>
                  <a:pt x="116" y="357"/>
                </a:lnTo>
                <a:lnTo>
                  <a:pt x="115" y="356"/>
                </a:lnTo>
                <a:lnTo>
                  <a:pt x="115" y="354"/>
                </a:lnTo>
                <a:lnTo>
                  <a:pt x="115" y="353"/>
                </a:lnTo>
                <a:lnTo>
                  <a:pt x="115" y="352"/>
                </a:lnTo>
                <a:lnTo>
                  <a:pt x="114" y="351"/>
                </a:lnTo>
                <a:lnTo>
                  <a:pt x="113" y="351"/>
                </a:lnTo>
                <a:lnTo>
                  <a:pt x="112" y="351"/>
                </a:lnTo>
                <a:lnTo>
                  <a:pt x="112" y="350"/>
                </a:lnTo>
                <a:lnTo>
                  <a:pt x="112" y="349"/>
                </a:lnTo>
                <a:lnTo>
                  <a:pt x="111" y="349"/>
                </a:lnTo>
                <a:lnTo>
                  <a:pt x="111" y="348"/>
                </a:lnTo>
                <a:lnTo>
                  <a:pt x="110" y="348"/>
                </a:lnTo>
                <a:lnTo>
                  <a:pt x="109" y="347"/>
                </a:lnTo>
                <a:lnTo>
                  <a:pt x="108" y="346"/>
                </a:lnTo>
                <a:lnTo>
                  <a:pt x="107" y="345"/>
                </a:lnTo>
                <a:lnTo>
                  <a:pt x="107" y="344"/>
                </a:lnTo>
                <a:lnTo>
                  <a:pt x="106" y="345"/>
                </a:lnTo>
                <a:lnTo>
                  <a:pt x="107" y="345"/>
                </a:lnTo>
                <a:lnTo>
                  <a:pt x="106" y="345"/>
                </a:lnTo>
                <a:lnTo>
                  <a:pt x="106" y="346"/>
                </a:lnTo>
                <a:lnTo>
                  <a:pt x="105" y="346"/>
                </a:lnTo>
                <a:lnTo>
                  <a:pt x="105" y="347"/>
                </a:lnTo>
                <a:lnTo>
                  <a:pt x="106" y="347"/>
                </a:lnTo>
                <a:lnTo>
                  <a:pt x="106" y="348"/>
                </a:lnTo>
                <a:lnTo>
                  <a:pt x="105" y="348"/>
                </a:lnTo>
                <a:lnTo>
                  <a:pt x="105" y="349"/>
                </a:lnTo>
                <a:lnTo>
                  <a:pt x="105" y="350"/>
                </a:lnTo>
                <a:lnTo>
                  <a:pt x="106" y="350"/>
                </a:lnTo>
                <a:lnTo>
                  <a:pt x="106" y="351"/>
                </a:lnTo>
                <a:lnTo>
                  <a:pt x="106" y="352"/>
                </a:lnTo>
                <a:lnTo>
                  <a:pt x="107" y="352"/>
                </a:lnTo>
                <a:lnTo>
                  <a:pt x="108" y="353"/>
                </a:lnTo>
                <a:lnTo>
                  <a:pt x="109" y="354"/>
                </a:lnTo>
                <a:lnTo>
                  <a:pt x="109" y="355"/>
                </a:lnTo>
                <a:lnTo>
                  <a:pt x="109" y="356"/>
                </a:lnTo>
                <a:lnTo>
                  <a:pt x="110" y="356"/>
                </a:lnTo>
                <a:lnTo>
                  <a:pt x="110" y="357"/>
                </a:lnTo>
                <a:lnTo>
                  <a:pt x="111" y="357"/>
                </a:lnTo>
                <a:lnTo>
                  <a:pt x="111" y="358"/>
                </a:lnTo>
                <a:lnTo>
                  <a:pt x="111" y="359"/>
                </a:lnTo>
                <a:lnTo>
                  <a:pt x="111" y="360"/>
                </a:lnTo>
                <a:lnTo>
                  <a:pt x="112" y="360"/>
                </a:lnTo>
                <a:lnTo>
                  <a:pt x="112" y="361"/>
                </a:lnTo>
                <a:lnTo>
                  <a:pt x="111" y="361"/>
                </a:lnTo>
                <a:lnTo>
                  <a:pt x="111" y="362"/>
                </a:lnTo>
                <a:lnTo>
                  <a:pt x="110" y="362"/>
                </a:lnTo>
                <a:lnTo>
                  <a:pt x="110" y="363"/>
                </a:lnTo>
                <a:lnTo>
                  <a:pt x="110" y="365"/>
                </a:lnTo>
                <a:lnTo>
                  <a:pt x="110" y="366"/>
                </a:lnTo>
                <a:lnTo>
                  <a:pt x="109" y="366"/>
                </a:lnTo>
                <a:lnTo>
                  <a:pt x="109" y="367"/>
                </a:lnTo>
                <a:lnTo>
                  <a:pt x="109" y="368"/>
                </a:lnTo>
                <a:lnTo>
                  <a:pt x="109" y="369"/>
                </a:lnTo>
                <a:lnTo>
                  <a:pt x="110" y="369"/>
                </a:lnTo>
                <a:lnTo>
                  <a:pt x="110" y="370"/>
                </a:lnTo>
                <a:lnTo>
                  <a:pt x="111" y="370"/>
                </a:lnTo>
                <a:lnTo>
                  <a:pt x="111" y="371"/>
                </a:lnTo>
                <a:lnTo>
                  <a:pt x="112" y="371"/>
                </a:lnTo>
                <a:lnTo>
                  <a:pt x="112" y="370"/>
                </a:lnTo>
                <a:lnTo>
                  <a:pt x="112" y="371"/>
                </a:lnTo>
                <a:lnTo>
                  <a:pt x="111" y="372"/>
                </a:lnTo>
                <a:lnTo>
                  <a:pt x="110" y="372"/>
                </a:lnTo>
                <a:lnTo>
                  <a:pt x="110" y="371"/>
                </a:lnTo>
                <a:lnTo>
                  <a:pt x="110" y="370"/>
                </a:lnTo>
                <a:lnTo>
                  <a:pt x="109" y="370"/>
                </a:lnTo>
                <a:lnTo>
                  <a:pt x="109" y="369"/>
                </a:lnTo>
                <a:lnTo>
                  <a:pt x="108" y="369"/>
                </a:lnTo>
                <a:lnTo>
                  <a:pt x="107" y="369"/>
                </a:lnTo>
                <a:lnTo>
                  <a:pt x="107" y="368"/>
                </a:lnTo>
                <a:lnTo>
                  <a:pt x="106" y="369"/>
                </a:lnTo>
                <a:lnTo>
                  <a:pt x="106" y="370"/>
                </a:lnTo>
                <a:lnTo>
                  <a:pt x="107" y="370"/>
                </a:lnTo>
                <a:lnTo>
                  <a:pt x="107" y="371"/>
                </a:lnTo>
                <a:lnTo>
                  <a:pt x="108" y="371"/>
                </a:lnTo>
                <a:lnTo>
                  <a:pt x="108" y="372"/>
                </a:lnTo>
                <a:lnTo>
                  <a:pt x="109" y="373"/>
                </a:lnTo>
                <a:lnTo>
                  <a:pt x="110" y="374"/>
                </a:lnTo>
                <a:lnTo>
                  <a:pt x="110" y="375"/>
                </a:lnTo>
                <a:lnTo>
                  <a:pt x="109" y="375"/>
                </a:lnTo>
                <a:lnTo>
                  <a:pt x="109" y="374"/>
                </a:lnTo>
                <a:lnTo>
                  <a:pt x="108" y="375"/>
                </a:lnTo>
                <a:lnTo>
                  <a:pt x="107" y="375"/>
                </a:lnTo>
                <a:lnTo>
                  <a:pt x="106" y="375"/>
                </a:lnTo>
                <a:lnTo>
                  <a:pt x="106" y="374"/>
                </a:lnTo>
                <a:lnTo>
                  <a:pt x="107" y="374"/>
                </a:lnTo>
                <a:lnTo>
                  <a:pt x="106" y="374"/>
                </a:lnTo>
                <a:lnTo>
                  <a:pt x="104" y="372"/>
                </a:lnTo>
                <a:lnTo>
                  <a:pt x="103" y="372"/>
                </a:lnTo>
                <a:lnTo>
                  <a:pt x="103" y="373"/>
                </a:lnTo>
                <a:lnTo>
                  <a:pt x="103" y="372"/>
                </a:lnTo>
                <a:lnTo>
                  <a:pt x="102" y="372"/>
                </a:lnTo>
                <a:lnTo>
                  <a:pt x="101" y="372"/>
                </a:lnTo>
                <a:lnTo>
                  <a:pt x="101" y="371"/>
                </a:lnTo>
                <a:lnTo>
                  <a:pt x="100" y="371"/>
                </a:lnTo>
                <a:lnTo>
                  <a:pt x="99" y="372"/>
                </a:lnTo>
                <a:lnTo>
                  <a:pt x="99" y="373"/>
                </a:lnTo>
                <a:lnTo>
                  <a:pt x="99" y="374"/>
                </a:lnTo>
                <a:lnTo>
                  <a:pt x="98" y="375"/>
                </a:lnTo>
                <a:lnTo>
                  <a:pt x="98" y="376"/>
                </a:lnTo>
                <a:lnTo>
                  <a:pt x="97" y="376"/>
                </a:lnTo>
                <a:lnTo>
                  <a:pt x="97" y="375"/>
                </a:lnTo>
                <a:lnTo>
                  <a:pt x="96" y="374"/>
                </a:lnTo>
                <a:lnTo>
                  <a:pt x="96" y="375"/>
                </a:lnTo>
                <a:lnTo>
                  <a:pt x="95" y="375"/>
                </a:lnTo>
                <a:lnTo>
                  <a:pt x="95" y="374"/>
                </a:lnTo>
                <a:lnTo>
                  <a:pt x="95" y="373"/>
                </a:lnTo>
                <a:lnTo>
                  <a:pt x="94" y="373"/>
                </a:lnTo>
                <a:lnTo>
                  <a:pt x="95" y="372"/>
                </a:lnTo>
                <a:lnTo>
                  <a:pt x="96" y="370"/>
                </a:lnTo>
                <a:lnTo>
                  <a:pt x="95" y="368"/>
                </a:lnTo>
                <a:lnTo>
                  <a:pt x="94" y="368"/>
                </a:lnTo>
                <a:lnTo>
                  <a:pt x="93" y="366"/>
                </a:lnTo>
                <a:lnTo>
                  <a:pt x="94" y="366"/>
                </a:lnTo>
                <a:lnTo>
                  <a:pt x="94" y="365"/>
                </a:lnTo>
                <a:lnTo>
                  <a:pt x="94" y="364"/>
                </a:lnTo>
                <a:lnTo>
                  <a:pt x="93" y="364"/>
                </a:lnTo>
                <a:lnTo>
                  <a:pt x="92" y="364"/>
                </a:lnTo>
                <a:lnTo>
                  <a:pt x="92" y="363"/>
                </a:lnTo>
                <a:lnTo>
                  <a:pt x="92" y="362"/>
                </a:lnTo>
                <a:lnTo>
                  <a:pt x="93" y="362"/>
                </a:lnTo>
                <a:lnTo>
                  <a:pt x="93" y="361"/>
                </a:lnTo>
                <a:lnTo>
                  <a:pt x="92" y="361"/>
                </a:lnTo>
                <a:lnTo>
                  <a:pt x="92" y="358"/>
                </a:lnTo>
                <a:lnTo>
                  <a:pt x="92" y="357"/>
                </a:lnTo>
                <a:lnTo>
                  <a:pt x="91" y="357"/>
                </a:lnTo>
                <a:lnTo>
                  <a:pt x="91" y="356"/>
                </a:lnTo>
                <a:lnTo>
                  <a:pt x="90" y="356"/>
                </a:lnTo>
                <a:lnTo>
                  <a:pt x="91" y="356"/>
                </a:lnTo>
                <a:lnTo>
                  <a:pt x="90" y="355"/>
                </a:lnTo>
                <a:lnTo>
                  <a:pt x="90" y="354"/>
                </a:lnTo>
                <a:lnTo>
                  <a:pt x="89" y="354"/>
                </a:lnTo>
                <a:lnTo>
                  <a:pt x="89" y="353"/>
                </a:lnTo>
                <a:lnTo>
                  <a:pt x="89" y="352"/>
                </a:lnTo>
                <a:lnTo>
                  <a:pt x="89" y="351"/>
                </a:lnTo>
                <a:lnTo>
                  <a:pt x="90" y="351"/>
                </a:lnTo>
                <a:lnTo>
                  <a:pt x="89" y="351"/>
                </a:lnTo>
                <a:lnTo>
                  <a:pt x="88" y="349"/>
                </a:lnTo>
                <a:lnTo>
                  <a:pt x="87" y="349"/>
                </a:lnTo>
                <a:lnTo>
                  <a:pt x="87" y="348"/>
                </a:lnTo>
                <a:lnTo>
                  <a:pt x="87" y="347"/>
                </a:lnTo>
                <a:lnTo>
                  <a:pt x="87" y="346"/>
                </a:lnTo>
                <a:lnTo>
                  <a:pt x="87" y="345"/>
                </a:lnTo>
                <a:lnTo>
                  <a:pt x="87" y="344"/>
                </a:lnTo>
                <a:lnTo>
                  <a:pt x="88" y="343"/>
                </a:lnTo>
                <a:lnTo>
                  <a:pt x="88" y="342"/>
                </a:lnTo>
                <a:lnTo>
                  <a:pt x="87" y="341"/>
                </a:lnTo>
                <a:lnTo>
                  <a:pt x="86" y="341"/>
                </a:lnTo>
                <a:lnTo>
                  <a:pt x="85" y="340"/>
                </a:lnTo>
                <a:lnTo>
                  <a:pt x="85" y="339"/>
                </a:lnTo>
                <a:lnTo>
                  <a:pt x="85" y="338"/>
                </a:lnTo>
                <a:lnTo>
                  <a:pt x="84" y="338"/>
                </a:lnTo>
                <a:lnTo>
                  <a:pt x="83" y="338"/>
                </a:lnTo>
                <a:lnTo>
                  <a:pt x="83" y="337"/>
                </a:lnTo>
                <a:lnTo>
                  <a:pt x="82" y="337"/>
                </a:lnTo>
                <a:lnTo>
                  <a:pt x="81" y="336"/>
                </a:lnTo>
                <a:lnTo>
                  <a:pt x="80" y="335"/>
                </a:lnTo>
                <a:lnTo>
                  <a:pt x="80" y="336"/>
                </a:lnTo>
                <a:lnTo>
                  <a:pt x="79" y="337"/>
                </a:lnTo>
                <a:lnTo>
                  <a:pt x="78" y="337"/>
                </a:lnTo>
                <a:lnTo>
                  <a:pt x="77" y="337"/>
                </a:lnTo>
                <a:lnTo>
                  <a:pt x="76" y="337"/>
                </a:lnTo>
                <a:lnTo>
                  <a:pt x="75" y="337"/>
                </a:lnTo>
                <a:lnTo>
                  <a:pt x="74" y="337"/>
                </a:lnTo>
                <a:lnTo>
                  <a:pt x="74" y="338"/>
                </a:lnTo>
                <a:lnTo>
                  <a:pt x="73" y="337"/>
                </a:lnTo>
                <a:lnTo>
                  <a:pt x="72" y="337"/>
                </a:lnTo>
                <a:lnTo>
                  <a:pt x="71" y="336"/>
                </a:lnTo>
                <a:lnTo>
                  <a:pt x="71" y="335"/>
                </a:lnTo>
                <a:lnTo>
                  <a:pt x="70" y="336"/>
                </a:lnTo>
                <a:lnTo>
                  <a:pt x="69" y="337"/>
                </a:lnTo>
                <a:lnTo>
                  <a:pt x="67" y="336"/>
                </a:lnTo>
                <a:lnTo>
                  <a:pt x="67" y="335"/>
                </a:lnTo>
                <a:lnTo>
                  <a:pt x="67" y="334"/>
                </a:lnTo>
                <a:lnTo>
                  <a:pt x="67" y="333"/>
                </a:lnTo>
                <a:lnTo>
                  <a:pt x="69" y="333"/>
                </a:lnTo>
                <a:lnTo>
                  <a:pt x="69" y="332"/>
                </a:lnTo>
                <a:lnTo>
                  <a:pt x="67" y="332"/>
                </a:lnTo>
                <a:lnTo>
                  <a:pt x="66" y="332"/>
                </a:lnTo>
                <a:lnTo>
                  <a:pt x="66" y="333"/>
                </a:lnTo>
                <a:lnTo>
                  <a:pt x="66" y="332"/>
                </a:lnTo>
                <a:lnTo>
                  <a:pt x="65" y="332"/>
                </a:lnTo>
                <a:lnTo>
                  <a:pt x="64" y="331"/>
                </a:lnTo>
                <a:lnTo>
                  <a:pt x="64" y="330"/>
                </a:lnTo>
                <a:lnTo>
                  <a:pt x="63" y="330"/>
                </a:lnTo>
                <a:lnTo>
                  <a:pt x="62" y="329"/>
                </a:lnTo>
                <a:lnTo>
                  <a:pt x="61" y="330"/>
                </a:lnTo>
                <a:lnTo>
                  <a:pt x="62" y="330"/>
                </a:lnTo>
                <a:lnTo>
                  <a:pt x="62" y="331"/>
                </a:lnTo>
                <a:lnTo>
                  <a:pt x="61" y="331"/>
                </a:lnTo>
                <a:lnTo>
                  <a:pt x="61" y="330"/>
                </a:lnTo>
                <a:lnTo>
                  <a:pt x="60" y="331"/>
                </a:lnTo>
                <a:lnTo>
                  <a:pt x="60" y="332"/>
                </a:lnTo>
                <a:lnTo>
                  <a:pt x="59" y="332"/>
                </a:lnTo>
                <a:lnTo>
                  <a:pt x="59" y="333"/>
                </a:lnTo>
                <a:lnTo>
                  <a:pt x="58" y="333"/>
                </a:lnTo>
                <a:lnTo>
                  <a:pt x="58" y="334"/>
                </a:lnTo>
                <a:lnTo>
                  <a:pt x="57" y="334"/>
                </a:lnTo>
                <a:lnTo>
                  <a:pt x="56" y="334"/>
                </a:lnTo>
                <a:lnTo>
                  <a:pt x="55" y="335"/>
                </a:lnTo>
                <a:lnTo>
                  <a:pt x="56" y="336"/>
                </a:lnTo>
                <a:lnTo>
                  <a:pt x="56" y="337"/>
                </a:lnTo>
                <a:lnTo>
                  <a:pt x="55" y="337"/>
                </a:lnTo>
                <a:lnTo>
                  <a:pt x="54" y="337"/>
                </a:lnTo>
                <a:lnTo>
                  <a:pt x="53" y="336"/>
                </a:lnTo>
                <a:lnTo>
                  <a:pt x="53" y="335"/>
                </a:lnTo>
                <a:lnTo>
                  <a:pt x="53" y="334"/>
                </a:lnTo>
                <a:lnTo>
                  <a:pt x="52" y="334"/>
                </a:lnTo>
                <a:lnTo>
                  <a:pt x="51" y="334"/>
                </a:lnTo>
                <a:lnTo>
                  <a:pt x="50" y="335"/>
                </a:lnTo>
                <a:lnTo>
                  <a:pt x="49" y="334"/>
                </a:lnTo>
                <a:lnTo>
                  <a:pt x="48" y="333"/>
                </a:lnTo>
                <a:lnTo>
                  <a:pt x="46" y="333"/>
                </a:lnTo>
                <a:lnTo>
                  <a:pt x="46" y="334"/>
                </a:lnTo>
                <a:lnTo>
                  <a:pt x="45" y="334"/>
                </a:lnTo>
                <a:lnTo>
                  <a:pt x="45" y="333"/>
                </a:lnTo>
                <a:lnTo>
                  <a:pt x="45" y="332"/>
                </a:lnTo>
                <a:lnTo>
                  <a:pt x="46" y="333"/>
                </a:lnTo>
                <a:lnTo>
                  <a:pt x="46" y="332"/>
                </a:lnTo>
                <a:lnTo>
                  <a:pt x="45" y="332"/>
                </a:lnTo>
                <a:lnTo>
                  <a:pt x="45" y="331"/>
                </a:lnTo>
                <a:lnTo>
                  <a:pt x="45" y="330"/>
                </a:lnTo>
                <a:lnTo>
                  <a:pt x="44" y="330"/>
                </a:lnTo>
                <a:lnTo>
                  <a:pt x="44" y="329"/>
                </a:lnTo>
                <a:lnTo>
                  <a:pt x="43" y="329"/>
                </a:lnTo>
                <a:lnTo>
                  <a:pt x="42" y="329"/>
                </a:lnTo>
                <a:lnTo>
                  <a:pt x="42" y="328"/>
                </a:lnTo>
                <a:lnTo>
                  <a:pt x="42" y="327"/>
                </a:lnTo>
                <a:lnTo>
                  <a:pt x="42" y="326"/>
                </a:lnTo>
                <a:lnTo>
                  <a:pt x="42" y="325"/>
                </a:lnTo>
                <a:lnTo>
                  <a:pt x="41" y="325"/>
                </a:lnTo>
                <a:lnTo>
                  <a:pt x="41" y="324"/>
                </a:lnTo>
                <a:lnTo>
                  <a:pt x="40" y="324"/>
                </a:lnTo>
                <a:lnTo>
                  <a:pt x="40" y="323"/>
                </a:lnTo>
                <a:lnTo>
                  <a:pt x="40" y="322"/>
                </a:lnTo>
                <a:lnTo>
                  <a:pt x="41" y="322"/>
                </a:lnTo>
                <a:lnTo>
                  <a:pt x="41" y="321"/>
                </a:lnTo>
                <a:lnTo>
                  <a:pt x="41" y="320"/>
                </a:lnTo>
                <a:lnTo>
                  <a:pt x="40" y="320"/>
                </a:lnTo>
                <a:lnTo>
                  <a:pt x="40" y="319"/>
                </a:lnTo>
                <a:lnTo>
                  <a:pt x="40" y="318"/>
                </a:lnTo>
                <a:lnTo>
                  <a:pt x="40" y="317"/>
                </a:lnTo>
                <a:lnTo>
                  <a:pt x="39" y="317"/>
                </a:lnTo>
                <a:lnTo>
                  <a:pt x="39" y="316"/>
                </a:lnTo>
                <a:lnTo>
                  <a:pt x="39" y="315"/>
                </a:lnTo>
                <a:lnTo>
                  <a:pt x="40" y="314"/>
                </a:lnTo>
                <a:lnTo>
                  <a:pt x="41" y="314"/>
                </a:lnTo>
                <a:lnTo>
                  <a:pt x="41" y="313"/>
                </a:lnTo>
                <a:lnTo>
                  <a:pt x="40" y="313"/>
                </a:lnTo>
                <a:lnTo>
                  <a:pt x="40" y="314"/>
                </a:lnTo>
                <a:lnTo>
                  <a:pt x="39" y="314"/>
                </a:lnTo>
                <a:lnTo>
                  <a:pt x="39" y="313"/>
                </a:lnTo>
                <a:lnTo>
                  <a:pt x="39" y="312"/>
                </a:lnTo>
                <a:lnTo>
                  <a:pt x="39" y="311"/>
                </a:lnTo>
                <a:lnTo>
                  <a:pt x="38" y="310"/>
                </a:lnTo>
                <a:lnTo>
                  <a:pt x="38" y="309"/>
                </a:lnTo>
                <a:lnTo>
                  <a:pt x="37" y="309"/>
                </a:lnTo>
                <a:lnTo>
                  <a:pt x="38" y="308"/>
                </a:lnTo>
                <a:lnTo>
                  <a:pt x="38" y="307"/>
                </a:lnTo>
                <a:lnTo>
                  <a:pt x="38" y="306"/>
                </a:lnTo>
                <a:lnTo>
                  <a:pt x="37" y="306"/>
                </a:lnTo>
                <a:lnTo>
                  <a:pt x="37" y="305"/>
                </a:lnTo>
                <a:lnTo>
                  <a:pt x="37" y="304"/>
                </a:lnTo>
                <a:lnTo>
                  <a:pt x="37" y="303"/>
                </a:lnTo>
                <a:lnTo>
                  <a:pt x="37" y="302"/>
                </a:lnTo>
                <a:lnTo>
                  <a:pt x="36" y="301"/>
                </a:lnTo>
                <a:lnTo>
                  <a:pt x="36" y="300"/>
                </a:lnTo>
                <a:lnTo>
                  <a:pt x="36" y="299"/>
                </a:lnTo>
                <a:lnTo>
                  <a:pt x="36" y="298"/>
                </a:lnTo>
                <a:lnTo>
                  <a:pt x="37" y="298"/>
                </a:lnTo>
                <a:lnTo>
                  <a:pt x="38" y="298"/>
                </a:lnTo>
                <a:lnTo>
                  <a:pt x="38" y="297"/>
                </a:lnTo>
                <a:lnTo>
                  <a:pt x="37" y="297"/>
                </a:lnTo>
                <a:lnTo>
                  <a:pt x="36" y="297"/>
                </a:lnTo>
                <a:lnTo>
                  <a:pt x="35" y="298"/>
                </a:lnTo>
                <a:lnTo>
                  <a:pt x="35" y="299"/>
                </a:lnTo>
                <a:lnTo>
                  <a:pt x="34" y="299"/>
                </a:lnTo>
                <a:lnTo>
                  <a:pt x="33" y="299"/>
                </a:lnTo>
                <a:lnTo>
                  <a:pt x="33" y="300"/>
                </a:lnTo>
                <a:lnTo>
                  <a:pt x="34" y="300"/>
                </a:lnTo>
                <a:lnTo>
                  <a:pt x="34" y="301"/>
                </a:lnTo>
                <a:lnTo>
                  <a:pt x="33" y="301"/>
                </a:lnTo>
                <a:lnTo>
                  <a:pt x="32" y="301"/>
                </a:lnTo>
                <a:lnTo>
                  <a:pt x="31" y="300"/>
                </a:lnTo>
                <a:lnTo>
                  <a:pt x="31" y="299"/>
                </a:lnTo>
                <a:lnTo>
                  <a:pt x="30" y="299"/>
                </a:lnTo>
                <a:lnTo>
                  <a:pt x="29" y="300"/>
                </a:lnTo>
                <a:lnTo>
                  <a:pt x="29" y="301"/>
                </a:lnTo>
                <a:lnTo>
                  <a:pt x="28" y="301"/>
                </a:lnTo>
                <a:lnTo>
                  <a:pt x="28" y="299"/>
                </a:lnTo>
                <a:lnTo>
                  <a:pt x="27" y="299"/>
                </a:lnTo>
                <a:lnTo>
                  <a:pt x="26" y="300"/>
                </a:lnTo>
                <a:lnTo>
                  <a:pt x="25" y="299"/>
                </a:lnTo>
                <a:lnTo>
                  <a:pt x="24" y="299"/>
                </a:lnTo>
                <a:lnTo>
                  <a:pt x="22" y="299"/>
                </a:lnTo>
                <a:lnTo>
                  <a:pt x="21" y="299"/>
                </a:lnTo>
                <a:lnTo>
                  <a:pt x="21" y="300"/>
                </a:lnTo>
                <a:lnTo>
                  <a:pt x="20" y="300"/>
                </a:lnTo>
                <a:lnTo>
                  <a:pt x="19" y="300"/>
                </a:lnTo>
                <a:lnTo>
                  <a:pt x="19" y="299"/>
                </a:lnTo>
                <a:lnTo>
                  <a:pt x="20" y="299"/>
                </a:lnTo>
                <a:lnTo>
                  <a:pt x="20" y="298"/>
                </a:lnTo>
                <a:lnTo>
                  <a:pt x="19" y="298"/>
                </a:lnTo>
                <a:lnTo>
                  <a:pt x="18" y="299"/>
                </a:lnTo>
                <a:lnTo>
                  <a:pt x="17" y="299"/>
                </a:lnTo>
                <a:lnTo>
                  <a:pt x="16" y="299"/>
                </a:lnTo>
                <a:lnTo>
                  <a:pt x="16" y="298"/>
                </a:lnTo>
                <a:lnTo>
                  <a:pt x="15" y="298"/>
                </a:lnTo>
                <a:lnTo>
                  <a:pt x="15" y="295"/>
                </a:lnTo>
                <a:lnTo>
                  <a:pt x="15" y="294"/>
                </a:lnTo>
                <a:lnTo>
                  <a:pt x="14" y="294"/>
                </a:lnTo>
                <a:lnTo>
                  <a:pt x="14" y="295"/>
                </a:lnTo>
                <a:lnTo>
                  <a:pt x="13" y="295"/>
                </a:lnTo>
                <a:lnTo>
                  <a:pt x="13" y="294"/>
                </a:lnTo>
                <a:lnTo>
                  <a:pt x="13" y="295"/>
                </a:lnTo>
                <a:lnTo>
                  <a:pt x="12" y="295"/>
                </a:lnTo>
                <a:lnTo>
                  <a:pt x="11" y="296"/>
                </a:lnTo>
                <a:lnTo>
                  <a:pt x="11" y="295"/>
                </a:lnTo>
                <a:lnTo>
                  <a:pt x="11" y="294"/>
                </a:lnTo>
                <a:lnTo>
                  <a:pt x="11" y="293"/>
                </a:lnTo>
                <a:lnTo>
                  <a:pt x="11" y="292"/>
                </a:lnTo>
                <a:lnTo>
                  <a:pt x="11" y="291"/>
                </a:lnTo>
                <a:lnTo>
                  <a:pt x="12" y="290"/>
                </a:lnTo>
                <a:lnTo>
                  <a:pt x="13" y="290"/>
                </a:lnTo>
                <a:lnTo>
                  <a:pt x="12" y="289"/>
                </a:lnTo>
                <a:lnTo>
                  <a:pt x="12" y="288"/>
                </a:lnTo>
                <a:lnTo>
                  <a:pt x="13" y="288"/>
                </a:lnTo>
                <a:lnTo>
                  <a:pt x="13" y="287"/>
                </a:lnTo>
                <a:lnTo>
                  <a:pt x="13" y="286"/>
                </a:lnTo>
                <a:lnTo>
                  <a:pt x="12" y="285"/>
                </a:lnTo>
                <a:lnTo>
                  <a:pt x="12" y="284"/>
                </a:lnTo>
                <a:lnTo>
                  <a:pt x="11" y="284"/>
                </a:lnTo>
                <a:lnTo>
                  <a:pt x="10" y="284"/>
                </a:lnTo>
                <a:lnTo>
                  <a:pt x="9" y="284"/>
                </a:lnTo>
                <a:lnTo>
                  <a:pt x="8" y="284"/>
                </a:lnTo>
                <a:lnTo>
                  <a:pt x="7" y="284"/>
                </a:lnTo>
                <a:lnTo>
                  <a:pt x="7" y="285"/>
                </a:lnTo>
                <a:lnTo>
                  <a:pt x="7" y="284"/>
                </a:lnTo>
                <a:lnTo>
                  <a:pt x="7" y="283"/>
                </a:lnTo>
                <a:lnTo>
                  <a:pt x="8" y="283"/>
                </a:lnTo>
                <a:lnTo>
                  <a:pt x="9" y="283"/>
                </a:lnTo>
                <a:lnTo>
                  <a:pt x="9" y="282"/>
                </a:lnTo>
                <a:lnTo>
                  <a:pt x="8" y="281"/>
                </a:lnTo>
                <a:lnTo>
                  <a:pt x="7" y="280"/>
                </a:lnTo>
                <a:lnTo>
                  <a:pt x="6" y="280"/>
                </a:lnTo>
                <a:lnTo>
                  <a:pt x="6" y="281"/>
                </a:lnTo>
                <a:lnTo>
                  <a:pt x="5" y="282"/>
                </a:lnTo>
                <a:lnTo>
                  <a:pt x="5" y="281"/>
                </a:lnTo>
                <a:lnTo>
                  <a:pt x="4" y="281"/>
                </a:lnTo>
                <a:lnTo>
                  <a:pt x="4" y="282"/>
                </a:lnTo>
                <a:lnTo>
                  <a:pt x="3" y="282"/>
                </a:lnTo>
                <a:lnTo>
                  <a:pt x="2" y="281"/>
                </a:lnTo>
                <a:lnTo>
                  <a:pt x="3" y="281"/>
                </a:lnTo>
                <a:lnTo>
                  <a:pt x="4" y="281"/>
                </a:lnTo>
                <a:lnTo>
                  <a:pt x="4" y="280"/>
                </a:lnTo>
                <a:lnTo>
                  <a:pt x="3" y="279"/>
                </a:lnTo>
                <a:lnTo>
                  <a:pt x="2" y="279"/>
                </a:lnTo>
                <a:lnTo>
                  <a:pt x="2" y="278"/>
                </a:lnTo>
                <a:lnTo>
                  <a:pt x="2" y="277"/>
                </a:lnTo>
                <a:lnTo>
                  <a:pt x="2" y="276"/>
                </a:lnTo>
                <a:lnTo>
                  <a:pt x="2" y="275"/>
                </a:lnTo>
                <a:lnTo>
                  <a:pt x="2" y="274"/>
                </a:lnTo>
                <a:lnTo>
                  <a:pt x="1" y="274"/>
                </a:lnTo>
                <a:lnTo>
                  <a:pt x="1" y="273"/>
                </a:lnTo>
                <a:lnTo>
                  <a:pt x="0" y="273"/>
                </a:lnTo>
                <a:lnTo>
                  <a:pt x="0" y="272"/>
                </a:lnTo>
                <a:lnTo>
                  <a:pt x="0" y="271"/>
                </a:lnTo>
                <a:lnTo>
                  <a:pt x="0" y="270"/>
                </a:lnTo>
                <a:lnTo>
                  <a:pt x="0" y="269"/>
                </a:lnTo>
                <a:lnTo>
                  <a:pt x="0" y="268"/>
                </a:lnTo>
                <a:lnTo>
                  <a:pt x="1" y="268"/>
                </a:lnTo>
                <a:lnTo>
                  <a:pt x="2" y="269"/>
                </a:lnTo>
                <a:lnTo>
                  <a:pt x="2" y="268"/>
                </a:lnTo>
                <a:lnTo>
                  <a:pt x="2" y="267"/>
                </a:lnTo>
                <a:lnTo>
                  <a:pt x="1" y="267"/>
                </a:lnTo>
                <a:lnTo>
                  <a:pt x="1" y="266"/>
                </a:lnTo>
                <a:lnTo>
                  <a:pt x="2" y="265"/>
                </a:lnTo>
                <a:lnTo>
                  <a:pt x="3" y="265"/>
                </a:lnTo>
                <a:lnTo>
                  <a:pt x="3" y="266"/>
                </a:lnTo>
                <a:lnTo>
                  <a:pt x="2" y="266"/>
                </a:lnTo>
                <a:lnTo>
                  <a:pt x="4" y="266"/>
                </a:lnTo>
                <a:lnTo>
                  <a:pt x="4" y="265"/>
                </a:lnTo>
                <a:lnTo>
                  <a:pt x="4" y="264"/>
                </a:lnTo>
                <a:lnTo>
                  <a:pt x="5" y="264"/>
                </a:lnTo>
                <a:lnTo>
                  <a:pt x="5" y="263"/>
                </a:lnTo>
                <a:lnTo>
                  <a:pt x="6" y="263"/>
                </a:lnTo>
                <a:lnTo>
                  <a:pt x="6" y="264"/>
                </a:lnTo>
                <a:lnTo>
                  <a:pt x="7" y="264"/>
                </a:lnTo>
                <a:lnTo>
                  <a:pt x="7" y="263"/>
                </a:lnTo>
                <a:lnTo>
                  <a:pt x="8" y="263"/>
                </a:lnTo>
                <a:lnTo>
                  <a:pt x="7" y="263"/>
                </a:lnTo>
                <a:lnTo>
                  <a:pt x="7" y="262"/>
                </a:lnTo>
                <a:lnTo>
                  <a:pt x="7" y="261"/>
                </a:lnTo>
                <a:lnTo>
                  <a:pt x="8" y="261"/>
                </a:lnTo>
                <a:lnTo>
                  <a:pt x="9" y="261"/>
                </a:lnTo>
                <a:lnTo>
                  <a:pt x="9" y="260"/>
                </a:lnTo>
                <a:lnTo>
                  <a:pt x="8" y="259"/>
                </a:lnTo>
                <a:lnTo>
                  <a:pt x="8" y="258"/>
                </a:lnTo>
                <a:lnTo>
                  <a:pt x="9" y="258"/>
                </a:lnTo>
                <a:lnTo>
                  <a:pt x="9" y="259"/>
                </a:lnTo>
                <a:lnTo>
                  <a:pt x="10" y="258"/>
                </a:lnTo>
                <a:lnTo>
                  <a:pt x="10" y="257"/>
                </a:lnTo>
                <a:lnTo>
                  <a:pt x="11" y="257"/>
                </a:lnTo>
                <a:lnTo>
                  <a:pt x="12" y="257"/>
                </a:lnTo>
                <a:lnTo>
                  <a:pt x="12" y="258"/>
                </a:lnTo>
                <a:lnTo>
                  <a:pt x="14" y="258"/>
                </a:lnTo>
                <a:lnTo>
                  <a:pt x="15" y="258"/>
                </a:lnTo>
                <a:lnTo>
                  <a:pt x="16" y="258"/>
                </a:lnTo>
                <a:lnTo>
                  <a:pt x="17" y="258"/>
                </a:lnTo>
                <a:lnTo>
                  <a:pt x="17" y="257"/>
                </a:lnTo>
                <a:lnTo>
                  <a:pt x="16" y="256"/>
                </a:lnTo>
                <a:lnTo>
                  <a:pt x="16" y="255"/>
                </a:lnTo>
                <a:lnTo>
                  <a:pt x="16" y="254"/>
                </a:lnTo>
                <a:lnTo>
                  <a:pt x="17" y="254"/>
                </a:lnTo>
                <a:lnTo>
                  <a:pt x="18" y="254"/>
                </a:lnTo>
                <a:lnTo>
                  <a:pt x="18" y="253"/>
                </a:lnTo>
                <a:lnTo>
                  <a:pt x="18" y="254"/>
                </a:lnTo>
                <a:lnTo>
                  <a:pt x="18" y="255"/>
                </a:lnTo>
                <a:lnTo>
                  <a:pt x="19" y="255"/>
                </a:lnTo>
                <a:lnTo>
                  <a:pt x="20" y="255"/>
                </a:lnTo>
                <a:lnTo>
                  <a:pt x="21" y="256"/>
                </a:lnTo>
                <a:lnTo>
                  <a:pt x="22" y="256"/>
                </a:lnTo>
                <a:lnTo>
                  <a:pt x="21" y="256"/>
                </a:lnTo>
                <a:lnTo>
                  <a:pt x="21" y="255"/>
                </a:lnTo>
                <a:lnTo>
                  <a:pt x="22" y="254"/>
                </a:lnTo>
                <a:lnTo>
                  <a:pt x="22" y="253"/>
                </a:lnTo>
                <a:lnTo>
                  <a:pt x="22" y="252"/>
                </a:lnTo>
                <a:lnTo>
                  <a:pt x="23" y="252"/>
                </a:lnTo>
                <a:lnTo>
                  <a:pt x="24" y="253"/>
                </a:lnTo>
                <a:lnTo>
                  <a:pt x="24" y="252"/>
                </a:lnTo>
                <a:lnTo>
                  <a:pt x="24" y="251"/>
                </a:lnTo>
                <a:lnTo>
                  <a:pt x="25" y="251"/>
                </a:lnTo>
                <a:lnTo>
                  <a:pt x="25" y="250"/>
                </a:lnTo>
                <a:lnTo>
                  <a:pt x="25" y="249"/>
                </a:lnTo>
                <a:lnTo>
                  <a:pt x="25" y="248"/>
                </a:lnTo>
                <a:lnTo>
                  <a:pt x="26" y="248"/>
                </a:lnTo>
                <a:lnTo>
                  <a:pt x="26" y="247"/>
                </a:lnTo>
                <a:lnTo>
                  <a:pt x="26" y="246"/>
                </a:lnTo>
                <a:lnTo>
                  <a:pt x="26" y="245"/>
                </a:lnTo>
                <a:lnTo>
                  <a:pt x="26" y="244"/>
                </a:lnTo>
                <a:lnTo>
                  <a:pt x="26" y="243"/>
                </a:lnTo>
                <a:lnTo>
                  <a:pt x="27" y="243"/>
                </a:lnTo>
                <a:lnTo>
                  <a:pt x="27" y="244"/>
                </a:lnTo>
                <a:lnTo>
                  <a:pt x="28" y="244"/>
                </a:lnTo>
                <a:lnTo>
                  <a:pt x="28" y="243"/>
                </a:lnTo>
                <a:lnTo>
                  <a:pt x="28" y="242"/>
                </a:lnTo>
                <a:lnTo>
                  <a:pt x="29" y="241"/>
                </a:lnTo>
                <a:lnTo>
                  <a:pt x="30" y="242"/>
                </a:lnTo>
                <a:lnTo>
                  <a:pt x="31" y="242"/>
                </a:lnTo>
                <a:lnTo>
                  <a:pt x="31" y="241"/>
                </a:lnTo>
                <a:lnTo>
                  <a:pt x="32" y="241"/>
                </a:lnTo>
                <a:lnTo>
                  <a:pt x="33" y="241"/>
                </a:lnTo>
                <a:lnTo>
                  <a:pt x="34" y="241"/>
                </a:lnTo>
                <a:lnTo>
                  <a:pt x="34" y="240"/>
                </a:lnTo>
                <a:lnTo>
                  <a:pt x="35" y="240"/>
                </a:lnTo>
                <a:lnTo>
                  <a:pt x="36" y="240"/>
                </a:lnTo>
                <a:lnTo>
                  <a:pt x="36" y="241"/>
                </a:lnTo>
                <a:lnTo>
                  <a:pt x="37" y="241"/>
                </a:lnTo>
                <a:lnTo>
                  <a:pt x="38" y="241"/>
                </a:lnTo>
                <a:lnTo>
                  <a:pt x="38" y="240"/>
                </a:lnTo>
                <a:lnTo>
                  <a:pt x="38" y="239"/>
                </a:lnTo>
                <a:lnTo>
                  <a:pt x="39" y="239"/>
                </a:lnTo>
                <a:lnTo>
                  <a:pt x="40" y="239"/>
                </a:lnTo>
                <a:lnTo>
                  <a:pt x="39" y="239"/>
                </a:lnTo>
                <a:lnTo>
                  <a:pt x="39" y="238"/>
                </a:lnTo>
                <a:lnTo>
                  <a:pt x="39" y="237"/>
                </a:lnTo>
                <a:lnTo>
                  <a:pt x="39" y="236"/>
                </a:lnTo>
                <a:lnTo>
                  <a:pt x="38" y="236"/>
                </a:lnTo>
                <a:lnTo>
                  <a:pt x="37" y="235"/>
                </a:lnTo>
                <a:lnTo>
                  <a:pt x="38" y="235"/>
                </a:lnTo>
                <a:lnTo>
                  <a:pt x="38" y="234"/>
                </a:lnTo>
                <a:lnTo>
                  <a:pt x="37" y="233"/>
                </a:lnTo>
                <a:lnTo>
                  <a:pt x="36" y="232"/>
                </a:lnTo>
                <a:lnTo>
                  <a:pt x="37" y="232"/>
                </a:lnTo>
                <a:lnTo>
                  <a:pt x="38" y="232"/>
                </a:lnTo>
                <a:lnTo>
                  <a:pt x="38" y="231"/>
                </a:lnTo>
                <a:lnTo>
                  <a:pt x="38" y="230"/>
                </a:lnTo>
                <a:lnTo>
                  <a:pt x="39" y="230"/>
                </a:lnTo>
                <a:lnTo>
                  <a:pt x="39" y="229"/>
                </a:lnTo>
                <a:lnTo>
                  <a:pt x="39" y="228"/>
                </a:lnTo>
                <a:lnTo>
                  <a:pt x="38" y="228"/>
                </a:lnTo>
                <a:lnTo>
                  <a:pt x="38" y="227"/>
                </a:lnTo>
                <a:lnTo>
                  <a:pt x="39" y="226"/>
                </a:lnTo>
                <a:lnTo>
                  <a:pt x="39" y="225"/>
                </a:lnTo>
                <a:lnTo>
                  <a:pt x="40" y="225"/>
                </a:lnTo>
                <a:lnTo>
                  <a:pt x="41" y="225"/>
                </a:lnTo>
                <a:lnTo>
                  <a:pt x="41" y="224"/>
                </a:lnTo>
                <a:lnTo>
                  <a:pt x="41" y="223"/>
                </a:lnTo>
                <a:lnTo>
                  <a:pt x="41" y="222"/>
                </a:lnTo>
                <a:lnTo>
                  <a:pt x="41" y="221"/>
                </a:lnTo>
                <a:lnTo>
                  <a:pt x="40" y="222"/>
                </a:lnTo>
                <a:lnTo>
                  <a:pt x="39" y="222"/>
                </a:lnTo>
                <a:lnTo>
                  <a:pt x="39" y="221"/>
                </a:lnTo>
                <a:lnTo>
                  <a:pt x="38" y="221"/>
                </a:lnTo>
                <a:lnTo>
                  <a:pt x="37" y="221"/>
                </a:lnTo>
                <a:lnTo>
                  <a:pt x="35" y="221"/>
                </a:lnTo>
                <a:lnTo>
                  <a:pt x="35" y="220"/>
                </a:lnTo>
                <a:lnTo>
                  <a:pt x="34" y="219"/>
                </a:lnTo>
                <a:lnTo>
                  <a:pt x="34" y="218"/>
                </a:lnTo>
                <a:lnTo>
                  <a:pt x="34" y="217"/>
                </a:lnTo>
                <a:lnTo>
                  <a:pt x="33" y="218"/>
                </a:lnTo>
                <a:lnTo>
                  <a:pt x="31" y="217"/>
                </a:lnTo>
                <a:lnTo>
                  <a:pt x="31" y="215"/>
                </a:lnTo>
                <a:lnTo>
                  <a:pt x="31" y="214"/>
                </a:lnTo>
                <a:lnTo>
                  <a:pt x="30" y="214"/>
                </a:lnTo>
                <a:lnTo>
                  <a:pt x="28" y="214"/>
                </a:lnTo>
                <a:lnTo>
                  <a:pt x="27" y="214"/>
                </a:lnTo>
                <a:lnTo>
                  <a:pt x="27" y="213"/>
                </a:lnTo>
                <a:lnTo>
                  <a:pt x="26" y="213"/>
                </a:lnTo>
                <a:lnTo>
                  <a:pt x="26" y="212"/>
                </a:lnTo>
                <a:lnTo>
                  <a:pt x="25" y="212"/>
                </a:lnTo>
                <a:lnTo>
                  <a:pt x="25" y="211"/>
                </a:lnTo>
                <a:lnTo>
                  <a:pt x="25" y="210"/>
                </a:lnTo>
                <a:lnTo>
                  <a:pt x="26" y="210"/>
                </a:lnTo>
                <a:lnTo>
                  <a:pt x="27" y="210"/>
                </a:lnTo>
                <a:lnTo>
                  <a:pt x="27" y="209"/>
                </a:lnTo>
                <a:lnTo>
                  <a:pt x="26" y="208"/>
                </a:lnTo>
                <a:lnTo>
                  <a:pt x="25" y="208"/>
                </a:lnTo>
                <a:lnTo>
                  <a:pt x="25" y="209"/>
                </a:lnTo>
                <a:lnTo>
                  <a:pt x="24" y="209"/>
                </a:lnTo>
                <a:lnTo>
                  <a:pt x="23" y="210"/>
                </a:lnTo>
                <a:lnTo>
                  <a:pt x="22" y="210"/>
                </a:lnTo>
                <a:lnTo>
                  <a:pt x="22" y="209"/>
                </a:lnTo>
                <a:lnTo>
                  <a:pt x="21" y="209"/>
                </a:lnTo>
                <a:lnTo>
                  <a:pt x="21" y="208"/>
                </a:lnTo>
                <a:lnTo>
                  <a:pt x="22" y="208"/>
                </a:lnTo>
                <a:lnTo>
                  <a:pt x="22" y="207"/>
                </a:lnTo>
                <a:lnTo>
                  <a:pt x="23" y="207"/>
                </a:lnTo>
                <a:lnTo>
                  <a:pt x="23" y="206"/>
                </a:lnTo>
                <a:lnTo>
                  <a:pt x="24" y="206"/>
                </a:lnTo>
                <a:lnTo>
                  <a:pt x="25" y="206"/>
                </a:lnTo>
                <a:lnTo>
                  <a:pt x="25" y="207"/>
                </a:lnTo>
                <a:lnTo>
                  <a:pt x="26" y="207"/>
                </a:lnTo>
                <a:lnTo>
                  <a:pt x="26" y="206"/>
                </a:lnTo>
                <a:lnTo>
                  <a:pt x="27" y="206"/>
                </a:lnTo>
                <a:lnTo>
                  <a:pt x="28" y="207"/>
                </a:lnTo>
                <a:lnTo>
                  <a:pt x="29" y="206"/>
                </a:lnTo>
                <a:lnTo>
                  <a:pt x="30" y="206"/>
                </a:lnTo>
                <a:lnTo>
                  <a:pt x="31" y="206"/>
                </a:lnTo>
                <a:lnTo>
                  <a:pt x="31" y="205"/>
                </a:lnTo>
                <a:lnTo>
                  <a:pt x="31" y="204"/>
                </a:lnTo>
                <a:lnTo>
                  <a:pt x="32" y="204"/>
                </a:lnTo>
                <a:lnTo>
                  <a:pt x="33" y="204"/>
                </a:lnTo>
                <a:lnTo>
                  <a:pt x="33" y="203"/>
                </a:lnTo>
                <a:lnTo>
                  <a:pt x="32" y="202"/>
                </a:lnTo>
                <a:lnTo>
                  <a:pt x="32" y="203"/>
                </a:lnTo>
                <a:lnTo>
                  <a:pt x="31" y="202"/>
                </a:lnTo>
                <a:lnTo>
                  <a:pt x="29" y="201"/>
                </a:lnTo>
                <a:lnTo>
                  <a:pt x="29" y="200"/>
                </a:lnTo>
                <a:lnTo>
                  <a:pt x="29" y="199"/>
                </a:lnTo>
                <a:lnTo>
                  <a:pt x="30" y="197"/>
                </a:lnTo>
                <a:lnTo>
                  <a:pt x="31" y="197"/>
                </a:lnTo>
                <a:lnTo>
                  <a:pt x="32" y="197"/>
                </a:lnTo>
                <a:lnTo>
                  <a:pt x="32" y="198"/>
                </a:lnTo>
                <a:lnTo>
                  <a:pt x="33" y="198"/>
                </a:lnTo>
                <a:lnTo>
                  <a:pt x="33" y="199"/>
                </a:lnTo>
                <a:lnTo>
                  <a:pt x="34" y="199"/>
                </a:lnTo>
                <a:lnTo>
                  <a:pt x="35" y="199"/>
                </a:lnTo>
                <a:lnTo>
                  <a:pt x="36" y="199"/>
                </a:lnTo>
                <a:lnTo>
                  <a:pt x="37" y="199"/>
                </a:lnTo>
                <a:lnTo>
                  <a:pt x="38" y="199"/>
                </a:lnTo>
                <a:lnTo>
                  <a:pt x="39" y="199"/>
                </a:lnTo>
                <a:lnTo>
                  <a:pt x="38" y="198"/>
                </a:lnTo>
                <a:lnTo>
                  <a:pt x="39" y="198"/>
                </a:lnTo>
                <a:lnTo>
                  <a:pt x="40" y="197"/>
                </a:lnTo>
                <a:lnTo>
                  <a:pt x="39" y="197"/>
                </a:lnTo>
                <a:lnTo>
                  <a:pt x="38" y="197"/>
                </a:lnTo>
                <a:lnTo>
                  <a:pt x="38" y="196"/>
                </a:lnTo>
                <a:lnTo>
                  <a:pt x="37" y="196"/>
                </a:lnTo>
                <a:lnTo>
                  <a:pt x="37" y="194"/>
                </a:lnTo>
                <a:lnTo>
                  <a:pt x="37" y="193"/>
                </a:lnTo>
                <a:lnTo>
                  <a:pt x="37" y="192"/>
                </a:lnTo>
                <a:lnTo>
                  <a:pt x="38" y="192"/>
                </a:lnTo>
                <a:lnTo>
                  <a:pt x="39" y="192"/>
                </a:lnTo>
                <a:lnTo>
                  <a:pt x="39" y="193"/>
                </a:lnTo>
                <a:lnTo>
                  <a:pt x="39" y="192"/>
                </a:lnTo>
                <a:lnTo>
                  <a:pt x="40" y="192"/>
                </a:lnTo>
                <a:lnTo>
                  <a:pt x="39" y="191"/>
                </a:lnTo>
                <a:lnTo>
                  <a:pt x="39" y="190"/>
                </a:lnTo>
                <a:lnTo>
                  <a:pt x="40" y="190"/>
                </a:lnTo>
                <a:lnTo>
                  <a:pt x="41" y="190"/>
                </a:lnTo>
                <a:lnTo>
                  <a:pt x="41" y="189"/>
                </a:lnTo>
                <a:lnTo>
                  <a:pt x="41" y="188"/>
                </a:lnTo>
                <a:lnTo>
                  <a:pt x="42" y="188"/>
                </a:lnTo>
                <a:lnTo>
                  <a:pt x="42" y="187"/>
                </a:lnTo>
                <a:lnTo>
                  <a:pt x="43" y="187"/>
                </a:lnTo>
                <a:lnTo>
                  <a:pt x="43" y="186"/>
                </a:lnTo>
                <a:lnTo>
                  <a:pt x="42" y="186"/>
                </a:lnTo>
                <a:lnTo>
                  <a:pt x="42" y="185"/>
                </a:lnTo>
                <a:lnTo>
                  <a:pt x="42" y="184"/>
                </a:lnTo>
                <a:lnTo>
                  <a:pt x="43" y="184"/>
                </a:lnTo>
                <a:lnTo>
                  <a:pt x="43" y="183"/>
                </a:lnTo>
                <a:lnTo>
                  <a:pt x="44" y="183"/>
                </a:lnTo>
                <a:lnTo>
                  <a:pt x="45" y="182"/>
                </a:lnTo>
                <a:lnTo>
                  <a:pt x="45" y="181"/>
                </a:lnTo>
                <a:lnTo>
                  <a:pt x="46" y="181"/>
                </a:lnTo>
                <a:lnTo>
                  <a:pt x="47" y="180"/>
                </a:lnTo>
                <a:lnTo>
                  <a:pt x="48" y="180"/>
                </a:lnTo>
                <a:lnTo>
                  <a:pt x="48" y="181"/>
                </a:lnTo>
                <a:lnTo>
                  <a:pt x="49" y="182"/>
                </a:lnTo>
                <a:lnTo>
                  <a:pt x="49" y="183"/>
                </a:lnTo>
                <a:lnTo>
                  <a:pt x="49" y="184"/>
                </a:lnTo>
                <a:lnTo>
                  <a:pt x="49" y="185"/>
                </a:lnTo>
                <a:lnTo>
                  <a:pt x="50" y="185"/>
                </a:lnTo>
                <a:lnTo>
                  <a:pt x="50" y="184"/>
                </a:lnTo>
                <a:lnTo>
                  <a:pt x="51" y="183"/>
                </a:lnTo>
                <a:lnTo>
                  <a:pt x="52" y="183"/>
                </a:lnTo>
                <a:lnTo>
                  <a:pt x="52" y="184"/>
                </a:lnTo>
                <a:lnTo>
                  <a:pt x="52" y="185"/>
                </a:lnTo>
                <a:lnTo>
                  <a:pt x="52" y="186"/>
                </a:lnTo>
                <a:lnTo>
                  <a:pt x="53" y="186"/>
                </a:lnTo>
                <a:lnTo>
                  <a:pt x="53" y="185"/>
                </a:lnTo>
                <a:lnTo>
                  <a:pt x="53" y="184"/>
                </a:lnTo>
                <a:lnTo>
                  <a:pt x="53" y="183"/>
                </a:lnTo>
                <a:lnTo>
                  <a:pt x="54" y="183"/>
                </a:lnTo>
                <a:lnTo>
                  <a:pt x="54" y="184"/>
                </a:lnTo>
                <a:lnTo>
                  <a:pt x="55" y="184"/>
                </a:lnTo>
                <a:lnTo>
                  <a:pt x="55" y="183"/>
                </a:lnTo>
                <a:lnTo>
                  <a:pt x="55" y="184"/>
                </a:lnTo>
                <a:lnTo>
                  <a:pt x="54" y="184"/>
                </a:lnTo>
                <a:lnTo>
                  <a:pt x="54" y="185"/>
                </a:lnTo>
                <a:lnTo>
                  <a:pt x="55" y="185"/>
                </a:lnTo>
                <a:lnTo>
                  <a:pt x="56" y="185"/>
                </a:lnTo>
                <a:lnTo>
                  <a:pt x="57" y="185"/>
                </a:lnTo>
                <a:lnTo>
                  <a:pt x="57" y="186"/>
                </a:lnTo>
                <a:lnTo>
                  <a:pt x="58" y="186"/>
                </a:lnTo>
                <a:lnTo>
                  <a:pt x="58" y="187"/>
                </a:lnTo>
                <a:lnTo>
                  <a:pt x="59" y="187"/>
                </a:lnTo>
                <a:lnTo>
                  <a:pt x="60" y="186"/>
                </a:lnTo>
                <a:lnTo>
                  <a:pt x="61" y="186"/>
                </a:lnTo>
                <a:lnTo>
                  <a:pt x="61" y="187"/>
                </a:lnTo>
                <a:lnTo>
                  <a:pt x="62" y="187"/>
                </a:lnTo>
                <a:lnTo>
                  <a:pt x="62" y="186"/>
                </a:lnTo>
                <a:lnTo>
                  <a:pt x="62" y="187"/>
                </a:lnTo>
                <a:lnTo>
                  <a:pt x="62" y="186"/>
                </a:lnTo>
                <a:lnTo>
                  <a:pt x="63" y="186"/>
                </a:lnTo>
                <a:lnTo>
                  <a:pt x="62" y="186"/>
                </a:lnTo>
                <a:lnTo>
                  <a:pt x="62" y="187"/>
                </a:lnTo>
                <a:lnTo>
                  <a:pt x="63" y="187"/>
                </a:lnTo>
                <a:lnTo>
                  <a:pt x="63" y="186"/>
                </a:lnTo>
                <a:lnTo>
                  <a:pt x="64" y="186"/>
                </a:lnTo>
                <a:lnTo>
                  <a:pt x="65" y="187"/>
                </a:lnTo>
                <a:lnTo>
                  <a:pt x="66" y="187"/>
                </a:lnTo>
                <a:lnTo>
                  <a:pt x="67" y="188"/>
                </a:lnTo>
                <a:lnTo>
                  <a:pt x="69" y="189"/>
                </a:lnTo>
                <a:lnTo>
                  <a:pt x="69" y="190"/>
                </a:lnTo>
                <a:lnTo>
                  <a:pt x="70" y="190"/>
                </a:lnTo>
                <a:lnTo>
                  <a:pt x="71" y="190"/>
                </a:lnTo>
                <a:lnTo>
                  <a:pt x="71" y="191"/>
                </a:lnTo>
                <a:lnTo>
                  <a:pt x="71" y="190"/>
                </a:lnTo>
                <a:lnTo>
                  <a:pt x="72" y="190"/>
                </a:lnTo>
                <a:lnTo>
                  <a:pt x="73" y="191"/>
                </a:lnTo>
                <a:lnTo>
                  <a:pt x="73" y="192"/>
                </a:lnTo>
                <a:lnTo>
                  <a:pt x="72" y="192"/>
                </a:lnTo>
                <a:lnTo>
                  <a:pt x="73" y="192"/>
                </a:lnTo>
                <a:lnTo>
                  <a:pt x="74" y="192"/>
                </a:lnTo>
                <a:lnTo>
                  <a:pt x="74" y="193"/>
                </a:lnTo>
                <a:lnTo>
                  <a:pt x="75" y="193"/>
                </a:lnTo>
                <a:lnTo>
                  <a:pt x="76" y="193"/>
                </a:lnTo>
                <a:lnTo>
                  <a:pt x="75" y="193"/>
                </a:lnTo>
                <a:lnTo>
                  <a:pt x="75" y="194"/>
                </a:lnTo>
                <a:lnTo>
                  <a:pt x="76" y="194"/>
                </a:lnTo>
                <a:lnTo>
                  <a:pt x="76" y="193"/>
                </a:lnTo>
                <a:lnTo>
                  <a:pt x="76" y="192"/>
                </a:lnTo>
                <a:lnTo>
                  <a:pt x="75" y="192"/>
                </a:lnTo>
                <a:lnTo>
                  <a:pt x="76" y="192"/>
                </a:lnTo>
                <a:lnTo>
                  <a:pt x="76" y="193"/>
                </a:lnTo>
                <a:lnTo>
                  <a:pt x="77" y="193"/>
                </a:lnTo>
                <a:lnTo>
                  <a:pt x="78" y="193"/>
                </a:lnTo>
                <a:lnTo>
                  <a:pt x="79" y="193"/>
                </a:lnTo>
                <a:lnTo>
                  <a:pt x="79" y="194"/>
                </a:lnTo>
                <a:lnTo>
                  <a:pt x="80" y="194"/>
                </a:lnTo>
                <a:lnTo>
                  <a:pt x="80" y="195"/>
                </a:lnTo>
                <a:lnTo>
                  <a:pt x="80" y="196"/>
                </a:lnTo>
                <a:lnTo>
                  <a:pt x="80" y="197"/>
                </a:lnTo>
                <a:lnTo>
                  <a:pt x="81" y="197"/>
                </a:lnTo>
                <a:lnTo>
                  <a:pt x="81" y="198"/>
                </a:lnTo>
                <a:lnTo>
                  <a:pt x="80" y="198"/>
                </a:lnTo>
                <a:lnTo>
                  <a:pt x="80" y="199"/>
                </a:lnTo>
                <a:lnTo>
                  <a:pt x="80" y="200"/>
                </a:lnTo>
                <a:lnTo>
                  <a:pt x="81" y="200"/>
                </a:lnTo>
                <a:lnTo>
                  <a:pt x="81" y="201"/>
                </a:lnTo>
                <a:lnTo>
                  <a:pt x="82" y="201"/>
                </a:lnTo>
                <a:lnTo>
                  <a:pt x="83" y="201"/>
                </a:lnTo>
                <a:lnTo>
                  <a:pt x="82" y="201"/>
                </a:lnTo>
                <a:lnTo>
                  <a:pt x="82" y="202"/>
                </a:lnTo>
                <a:lnTo>
                  <a:pt x="82" y="203"/>
                </a:lnTo>
                <a:lnTo>
                  <a:pt x="83" y="204"/>
                </a:lnTo>
                <a:lnTo>
                  <a:pt x="84" y="204"/>
                </a:lnTo>
                <a:lnTo>
                  <a:pt x="85" y="203"/>
                </a:lnTo>
                <a:lnTo>
                  <a:pt x="86" y="204"/>
                </a:lnTo>
                <a:lnTo>
                  <a:pt x="86" y="205"/>
                </a:lnTo>
                <a:lnTo>
                  <a:pt x="85" y="205"/>
                </a:lnTo>
                <a:lnTo>
                  <a:pt x="86" y="206"/>
                </a:lnTo>
                <a:lnTo>
                  <a:pt x="86" y="207"/>
                </a:lnTo>
                <a:lnTo>
                  <a:pt x="87" y="206"/>
                </a:lnTo>
                <a:lnTo>
                  <a:pt x="87" y="205"/>
                </a:lnTo>
                <a:lnTo>
                  <a:pt x="86" y="205"/>
                </a:lnTo>
                <a:lnTo>
                  <a:pt x="87" y="205"/>
                </a:lnTo>
                <a:lnTo>
                  <a:pt x="88" y="205"/>
                </a:lnTo>
                <a:lnTo>
                  <a:pt x="88" y="206"/>
                </a:lnTo>
                <a:lnTo>
                  <a:pt x="89" y="206"/>
                </a:lnTo>
                <a:lnTo>
                  <a:pt x="89" y="204"/>
                </a:lnTo>
                <a:lnTo>
                  <a:pt x="88" y="204"/>
                </a:lnTo>
                <a:lnTo>
                  <a:pt x="88" y="203"/>
                </a:lnTo>
                <a:lnTo>
                  <a:pt x="89" y="203"/>
                </a:lnTo>
                <a:lnTo>
                  <a:pt x="89" y="204"/>
                </a:lnTo>
                <a:lnTo>
                  <a:pt x="89" y="205"/>
                </a:lnTo>
                <a:lnTo>
                  <a:pt x="90" y="205"/>
                </a:lnTo>
                <a:lnTo>
                  <a:pt x="90" y="204"/>
                </a:lnTo>
                <a:lnTo>
                  <a:pt x="91" y="204"/>
                </a:lnTo>
                <a:lnTo>
                  <a:pt x="91" y="203"/>
                </a:lnTo>
                <a:lnTo>
                  <a:pt x="91" y="202"/>
                </a:lnTo>
                <a:lnTo>
                  <a:pt x="92" y="202"/>
                </a:lnTo>
                <a:lnTo>
                  <a:pt x="92" y="201"/>
                </a:lnTo>
                <a:lnTo>
                  <a:pt x="91" y="201"/>
                </a:lnTo>
                <a:lnTo>
                  <a:pt x="92" y="201"/>
                </a:lnTo>
                <a:lnTo>
                  <a:pt x="93" y="201"/>
                </a:lnTo>
                <a:lnTo>
                  <a:pt x="93" y="202"/>
                </a:lnTo>
                <a:lnTo>
                  <a:pt x="94" y="202"/>
                </a:lnTo>
                <a:lnTo>
                  <a:pt x="95" y="202"/>
                </a:lnTo>
                <a:lnTo>
                  <a:pt x="95" y="201"/>
                </a:lnTo>
                <a:lnTo>
                  <a:pt x="95" y="200"/>
                </a:lnTo>
                <a:lnTo>
                  <a:pt x="96" y="200"/>
                </a:lnTo>
                <a:lnTo>
                  <a:pt x="97" y="200"/>
                </a:lnTo>
                <a:lnTo>
                  <a:pt x="98" y="200"/>
                </a:lnTo>
                <a:lnTo>
                  <a:pt x="99" y="200"/>
                </a:lnTo>
                <a:lnTo>
                  <a:pt x="100" y="200"/>
                </a:lnTo>
                <a:lnTo>
                  <a:pt x="99" y="200"/>
                </a:lnTo>
                <a:lnTo>
                  <a:pt x="99" y="199"/>
                </a:lnTo>
                <a:lnTo>
                  <a:pt x="100" y="199"/>
                </a:lnTo>
                <a:lnTo>
                  <a:pt x="100" y="200"/>
                </a:lnTo>
                <a:lnTo>
                  <a:pt x="101" y="200"/>
                </a:lnTo>
                <a:lnTo>
                  <a:pt x="102" y="200"/>
                </a:lnTo>
                <a:lnTo>
                  <a:pt x="102" y="199"/>
                </a:lnTo>
                <a:lnTo>
                  <a:pt x="103" y="199"/>
                </a:lnTo>
                <a:lnTo>
                  <a:pt x="103" y="198"/>
                </a:lnTo>
                <a:lnTo>
                  <a:pt x="102" y="198"/>
                </a:lnTo>
                <a:lnTo>
                  <a:pt x="101" y="197"/>
                </a:lnTo>
                <a:lnTo>
                  <a:pt x="102" y="197"/>
                </a:lnTo>
                <a:lnTo>
                  <a:pt x="102" y="196"/>
                </a:lnTo>
                <a:lnTo>
                  <a:pt x="102" y="197"/>
                </a:lnTo>
                <a:lnTo>
                  <a:pt x="104" y="197"/>
                </a:lnTo>
                <a:lnTo>
                  <a:pt x="104" y="196"/>
                </a:lnTo>
                <a:lnTo>
                  <a:pt x="103" y="196"/>
                </a:lnTo>
                <a:lnTo>
                  <a:pt x="103" y="195"/>
                </a:lnTo>
                <a:lnTo>
                  <a:pt x="104" y="195"/>
                </a:lnTo>
                <a:lnTo>
                  <a:pt x="104" y="194"/>
                </a:lnTo>
                <a:lnTo>
                  <a:pt x="104" y="193"/>
                </a:lnTo>
                <a:lnTo>
                  <a:pt x="105" y="193"/>
                </a:lnTo>
                <a:lnTo>
                  <a:pt x="105" y="194"/>
                </a:lnTo>
                <a:lnTo>
                  <a:pt x="105" y="195"/>
                </a:lnTo>
                <a:lnTo>
                  <a:pt x="105" y="194"/>
                </a:lnTo>
                <a:lnTo>
                  <a:pt x="106" y="194"/>
                </a:lnTo>
                <a:lnTo>
                  <a:pt x="107" y="194"/>
                </a:lnTo>
                <a:lnTo>
                  <a:pt x="108" y="194"/>
                </a:lnTo>
                <a:lnTo>
                  <a:pt x="109" y="194"/>
                </a:lnTo>
                <a:lnTo>
                  <a:pt x="109" y="195"/>
                </a:lnTo>
                <a:lnTo>
                  <a:pt x="110" y="195"/>
                </a:lnTo>
                <a:lnTo>
                  <a:pt x="111" y="194"/>
                </a:lnTo>
                <a:lnTo>
                  <a:pt x="112" y="194"/>
                </a:lnTo>
                <a:lnTo>
                  <a:pt x="113" y="195"/>
                </a:lnTo>
                <a:lnTo>
                  <a:pt x="113" y="193"/>
                </a:lnTo>
                <a:lnTo>
                  <a:pt x="114" y="193"/>
                </a:lnTo>
                <a:lnTo>
                  <a:pt x="115" y="193"/>
                </a:lnTo>
                <a:lnTo>
                  <a:pt x="116" y="193"/>
                </a:lnTo>
                <a:lnTo>
                  <a:pt x="116" y="194"/>
                </a:lnTo>
                <a:lnTo>
                  <a:pt x="117" y="194"/>
                </a:lnTo>
                <a:lnTo>
                  <a:pt x="118" y="195"/>
                </a:lnTo>
                <a:lnTo>
                  <a:pt x="120" y="195"/>
                </a:lnTo>
                <a:lnTo>
                  <a:pt x="120" y="196"/>
                </a:lnTo>
                <a:lnTo>
                  <a:pt x="121" y="196"/>
                </a:lnTo>
                <a:lnTo>
                  <a:pt x="120" y="197"/>
                </a:lnTo>
                <a:lnTo>
                  <a:pt x="121" y="198"/>
                </a:lnTo>
                <a:lnTo>
                  <a:pt x="122" y="198"/>
                </a:lnTo>
                <a:lnTo>
                  <a:pt x="122" y="199"/>
                </a:lnTo>
                <a:lnTo>
                  <a:pt x="122" y="200"/>
                </a:lnTo>
                <a:lnTo>
                  <a:pt x="121" y="200"/>
                </a:lnTo>
                <a:lnTo>
                  <a:pt x="120" y="200"/>
                </a:lnTo>
                <a:lnTo>
                  <a:pt x="120" y="201"/>
                </a:lnTo>
                <a:lnTo>
                  <a:pt x="119" y="201"/>
                </a:lnTo>
                <a:lnTo>
                  <a:pt x="119" y="202"/>
                </a:lnTo>
                <a:lnTo>
                  <a:pt x="120" y="202"/>
                </a:lnTo>
                <a:lnTo>
                  <a:pt x="121" y="202"/>
                </a:lnTo>
                <a:lnTo>
                  <a:pt x="121" y="203"/>
                </a:lnTo>
                <a:lnTo>
                  <a:pt x="120" y="204"/>
                </a:lnTo>
                <a:lnTo>
                  <a:pt x="121" y="204"/>
                </a:lnTo>
                <a:lnTo>
                  <a:pt x="121" y="205"/>
                </a:lnTo>
                <a:lnTo>
                  <a:pt x="122" y="205"/>
                </a:lnTo>
                <a:lnTo>
                  <a:pt x="123" y="205"/>
                </a:lnTo>
                <a:lnTo>
                  <a:pt x="123" y="206"/>
                </a:lnTo>
                <a:lnTo>
                  <a:pt x="122" y="206"/>
                </a:lnTo>
                <a:lnTo>
                  <a:pt x="122" y="207"/>
                </a:lnTo>
                <a:lnTo>
                  <a:pt x="123" y="207"/>
                </a:lnTo>
                <a:lnTo>
                  <a:pt x="124" y="208"/>
                </a:lnTo>
                <a:lnTo>
                  <a:pt x="124" y="209"/>
                </a:lnTo>
                <a:lnTo>
                  <a:pt x="125" y="209"/>
                </a:lnTo>
                <a:lnTo>
                  <a:pt x="125" y="208"/>
                </a:lnTo>
                <a:lnTo>
                  <a:pt x="125" y="209"/>
                </a:lnTo>
                <a:lnTo>
                  <a:pt x="125" y="210"/>
                </a:lnTo>
                <a:lnTo>
                  <a:pt x="125" y="212"/>
                </a:lnTo>
                <a:lnTo>
                  <a:pt x="125" y="213"/>
                </a:lnTo>
                <a:lnTo>
                  <a:pt x="125" y="212"/>
                </a:lnTo>
                <a:lnTo>
                  <a:pt x="126" y="212"/>
                </a:lnTo>
                <a:lnTo>
                  <a:pt x="127" y="212"/>
                </a:lnTo>
                <a:lnTo>
                  <a:pt x="127" y="213"/>
                </a:lnTo>
                <a:lnTo>
                  <a:pt x="128" y="213"/>
                </a:lnTo>
                <a:lnTo>
                  <a:pt x="127" y="214"/>
                </a:lnTo>
                <a:lnTo>
                  <a:pt x="127" y="215"/>
                </a:lnTo>
                <a:lnTo>
                  <a:pt x="128" y="215"/>
                </a:lnTo>
                <a:lnTo>
                  <a:pt x="128" y="216"/>
                </a:lnTo>
                <a:lnTo>
                  <a:pt x="127" y="216"/>
                </a:lnTo>
                <a:lnTo>
                  <a:pt x="127" y="217"/>
                </a:lnTo>
                <a:lnTo>
                  <a:pt x="128" y="218"/>
                </a:lnTo>
                <a:lnTo>
                  <a:pt x="129" y="218"/>
                </a:lnTo>
                <a:lnTo>
                  <a:pt x="130" y="219"/>
                </a:lnTo>
                <a:lnTo>
                  <a:pt x="130" y="220"/>
                </a:lnTo>
                <a:lnTo>
                  <a:pt x="129" y="221"/>
                </a:lnTo>
                <a:lnTo>
                  <a:pt x="130" y="221"/>
                </a:lnTo>
                <a:lnTo>
                  <a:pt x="130" y="222"/>
                </a:lnTo>
                <a:lnTo>
                  <a:pt x="131" y="222"/>
                </a:lnTo>
                <a:lnTo>
                  <a:pt x="132" y="223"/>
                </a:lnTo>
                <a:lnTo>
                  <a:pt x="134" y="223"/>
                </a:lnTo>
                <a:lnTo>
                  <a:pt x="135" y="223"/>
                </a:lnTo>
                <a:lnTo>
                  <a:pt x="136" y="223"/>
                </a:lnTo>
                <a:lnTo>
                  <a:pt x="137" y="222"/>
                </a:lnTo>
                <a:lnTo>
                  <a:pt x="138" y="222"/>
                </a:lnTo>
                <a:lnTo>
                  <a:pt x="139" y="222"/>
                </a:lnTo>
                <a:lnTo>
                  <a:pt x="139" y="221"/>
                </a:lnTo>
                <a:lnTo>
                  <a:pt x="140" y="221"/>
                </a:lnTo>
                <a:lnTo>
                  <a:pt x="140" y="220"/>
                </a:lnTo>
                <a:lnTo>
                  <a:pt x="141" y="221"/>
                </a:lnTo>
                <a:lnTo>
                  <a:pt x="142" y="222"/>
                </a:lnTo>
                <a:lnTo>
                  <a:pt x="143" y="222"/>
                </a:lnTo>
                <a:lnTo>
                  <a:pt x="144" y="221"/>
                </a:lnTo>
                <a:lnTo>
                  <a:pt x="145" y="222"/>
                </a:lnTo>
                <a:lnTo>
                  <a:pt x="146" y="222"/>
                </a:lnTo>
                <a:lnTo>
                  <a:pt x="147" y="222"/>
                </a:lnTo>
                <a:lnTo>
                  <a:pt x="148" y="221"/>
                </a:lnTo>
                <a:lnTo>
                  <a:pt x="149" y="221"/>
                </a:lnTo>
                <a:lnTo>
                  <a:pt x="150" y="221"/>
                </a:lnTo>
                <a:lnTo>
                  <a:pt x="151" y="220"/>
                </a:lnTo>
                <a:lnTo>
                  <a:pt x="151" y="219"/>
                </a:lnTo>
                <a:lnTo>
                  <a:pt x="150" y="219"/>
                </a:lnTo>
                <a:lnTo>
                  <a:pt x="151" y="218"/>
                </a:lnTo>
                <a:lnTo>
                  <a:pt x="151" y="217"/>
                </a:lnTo>
                <a:lnTo>
                  <a:pt x="152" y="217"/>
                </a:lnTo>
                <a:lnTo>
                  <a:pt x="153" y="216"/>
                </a:lnTo>
                <a:lnTo>
                  <a:pt x="153" y="217"/>
                </a:lnTo>
                <a:lnTo>
                  <a:pt x="154" y="217"/>
                </a:lnTo>
                <a:lnTo>
                  <a:pt x="154" y="218"/>
                </a:lnTo>
                <a:lnTo>
                  <a:pt x="154" y="219"/>
                </a:lnTo>
                <a:lnTo>
                  <a:pt x="155" y="220"/>
                </a:lnTo>
                <a:lnTo>
                  <a:pt x="156" y="220"/>
                </a:lnTo>
                <a:lnTo>
                  <a:pt x="156" y="221"/>
                </a:lnTo>
                <a:lnTo>
                  <a:pt x="157" y="221"/>
                </a:lnTo>
                <a:lnTo>
                  <a:pt x="157" y="222"/>
                </a:lnTo>
                <a:lnTo>
                  <a:pt x="158" y="221"/>
                </a:lnTo>
                <a:lnTo>
                  <a:pt x="158" y="220"/>
                </a:lnTo>
                <a:lnTo>
                  <a:pt x="158" y="219"/>
                </a:lnTo>
                <a:lnTo>
                  <a:pt x="159" y="219"/>
                </a:lnTo>
                <a:lnTo>
                  <a:pt x="159" y="220"/>
                </a:lnTo>
                <a:lnTo>
                  <a:pt x="159" y="221"/>
                </a:lnTo>
                <a:lnTo>
                  <a:pt x="160" y="221"/>
                </a:lnTo>
                <a:lnTo>
                  <a:pt x="160" y="220"/>
                </a:lnTo>
                <a:lnTo>
                  <a:pt x="161" y="220"/>
                </a:lnTo>
                <a:lnTo>
                  <a:pt x="162" y="218"/>
                </a:lnTo>
                <a:lnTo>
                  <a:pt x="161" y="218"/>
                </a:lnTo>
                <a:lnTo>
                  <a:pt x="161" y="217"/>
                </a:lnTo>
                <a:lnTo>
                  <a:pt x="162" y="215"/>
                </a:lnTo>
                <a:lnTo>
                  <a:pt x="163" y="215"/>
                </a:lnTo>
                <a:lnTo>
                  <a:pt x="163" y="216"/>
                </a:lnTo>
                <a:lnTo>
                  <a:pt x="163" y="215"/>
                </a:lnTo>
                <a:lnTo>
                  <a:pt x="164" y="215"/>
                </a:lnTo>
                <a:lnTo>
                  <a:pt x="164" y="214"/>
                </a:lnTo>
                <a:lnTo>
                  <a:pt x="164" y="213"/>
                </a:lnTo>
                <a:lnTo>
                  <a:pt x="165" y="213"/>
                </a:lnTo>
                <a:lnTo>
                  <a:pt x="166" y="213"/>
                </a:lnTo>
                <a:lnTo>
                  <a:pt x="167" y="211"/>
                </a:lnTo>
                <a:lnTo>
                  <a:pt x="168" y="210"/>
                </a:lnTo>
                <a:lnTo>
                  <a:pt x="171" y="207"/>
                </a:lnTo>
                <a:lnTo>
                  <a:pt x="171" y="206"/>
                </a:lnTo>
                <a:lnTo>
                  <a:pt x="172" y="206"/>
                </a:lnTo>
                <a:lnTo>
                  <a:pt x="172" y="205"/>
                </a:lnTo>
                <a:lnTo>
                  <a:pt x="173" y="205"/>
                </a:lnTo>
                <a:lnTo>
                  <a:pt x="174" y="203"/>
                </a:lnTo>
                <a:lnTo>
                  <a:pt x="175" y="202"/>
                </a:lnTo>
                <a:lnTo>
                  <a:pt x="176" y="201"/>
                </a:lnTo>
                <a:lnTo>
                  <a:pt x="177" y="198"/>
                </a:lnTo>
                <a:lnTo>
                  <a:pt x="178" y="198"/>
                </a:lnTo>
                <a:lnTo>
                  <a:pt x="178" y="197"/>
                </a:lnTo>
                <a:lnTo>
                  <a:pt x="178" y="196"/>
                </a:lnTo>
                <a:lnTo>
                  <a:pt x="178" y="195"/>
                </a:lnTo>
                <a:lnTo>
                  <a:pt x="179" y="194"/>
                </a:lnTo>
                <a:lnTo>
                  <a:pt x="179" y="193"/>
                </a:lnTo>
                <a:lnTo>
                  <a:pt x="180" y="192"/>
                </a:lnTo>
                <a:lnTo>
                  <a:pt x="180" y="191"/>
                </a:lnTo>
                <a:lnTo>
                  <a:pt x="181" y="190"/>
                </a:lnTo>
                <a:lnTo>
                  <a:pt x="181" y="189"/>
                </a:lnTo>
                <a:lnTo>
                  <a:pt x="182" y="189"/>
                </a:lnTo>
                <a:lnTo>
                  <a:pt x="182" y="188"/>
                </a:lnTo>
                <a:lnTo>
                  <a:pt x="184" y="187"/>
                </a:lnTo>
                <a:lnTo>
                  <a:pt x="185" y="187"/>
                </a:lnTo>
                <a:lnTo>
                  <a:pt x="185" y="186"/>
                </a:lnTo>
                <a:lnTo>
                  <a:pt x="185" y="185"/>
                </a:lnTo>
                <a:lnTo>
                  <a:pt x="185" y="184"/>
                </a:lnTo>
                <a:lnTo>
                  <a:pt x="186" y="183"/>
                </a:lnTo>
                <a:lnTo>
                  <a:pt x="186" y="182"/>
                </a:lnTo>
                <a:lnTo>
                  <a:pt x="185" y="182"/>
                </a:lnTo>
                <a:lnTo>
                  <a:pt x="185" y="181"/>
                </a:lnTo>
                <a:lnTo>
                  <a:pt x="187" y="178"/>
                </a:lnTo>
                <a:lnTo>
                  <a:pt x="188" y="176"/>
                </a:lnTo>
                <a:lnTo>
                  <a:pt x="189" y="175"/>
                </a:lnTo>
                <a:lnTo>
                  <a:pt x="190" y="174"/>
                </a:lnTo>
                <a:lnTo>
                  <a:pt x="190" y="173"/>
                </a:lnTo>
                <a:lnTo>
                  <a:pt x="191" y="173"/>
                </a:lnTo>
                <a:lnTo>
                  <a:pt x="191" y="172"/>
                </a:lnTo>
                <a:lnTo>
                  <a:pt x="192" y="172"/>
                </a:lnTo>
                <a:lnTo>
                  <a:pt x="193" y="172"/>
                </a:lnTo>
                <a:lnTo>
                  <a:pt x="194" y="170"/>
                </a:lnTo>
                <a:lnTo>
                  <a:pt x="193" y="170"/>
                </a:lnTo>
                <a:lnTo>
                  <a:pt x="193" y="169"/>
                </a:lnTo>
                <a:lnTo>
                  <a:pt x="194" y="168"/>
                </a:lnTo>
                <a:lnTo>
                  <a:pt x="196" y="167"/>
                </a:lnTo>
                <a:lnTo>
                  <a:pt x="196" y="166"/>
                </a:lnTo>
                <a:lnTo>
                  <a:pt x="196" y="165"/>
                </a:lnTo>
                <a:lnTo>
                  <a:pt x="197" y="165"/>
                </a:lnTo>
                <a:lnTo>
                  <a:pt x="197" y="164"/>
                </a:lnTo>
                <a:lnTo>
                  <a:pt x="198" y="164"/>
                </a:lnTo>
                <a:lnTo>
                  <a:pt x="198" y="163"/>
                </a:lnTo>
                <a:lnTo>
                  <a:pt x="199" y="162"/>
                </a:lnTo>
                <a:lnTo>
                  <a:pt x="199" y="161"/>
                </a:lnTo>
                <a:lnTo>
                  <a:pt x="200" y="161"/>
                </a:lnTo>
                <a:lnTo>
                  <a:pt x="201" y="160"/>
                </a:lnTo>
                <a:lnTo>
                  <a:pt x="201" y="159"/>
                </a:lnTo>
                <a:lnTo>
                  <a:pt x="200" y="158"/>
                </a:lnTo>
                <a:lnTo>
                  <a:pt x="199" y="157"/>
                </a:lnTo>
                <a:lnTo>
                  <a:pt x="198" y="157"/>
                </a:lnTo>
                <a:lnTo>
                  <a:pt x="197" y="157"/>
                </a:lnTo>
                <a:lnTo>
                  <a:pt x="196" y="156"/>
                </a:lnTo>
                <a:lnTo>
                  <a:pt x="196" y="155"/>
                </a:lnTo>
                <a:lnTo>
                  <a:pt x="196" y="154"/>
                </a:lnTo>
                <a:lnTo>
                  <a:pt x="195" y="153"/>
                </a:lnTo>
                <a:lnTo>
                  <a:pt x="195" y="152"/>
                </a:lnTo>
                <a:lnTo>
                  <a:pt x="194" y="152"/>
                </a:lnTo>
                <a:lnTo>
                  <a:pt x="194" y="151"/>
                </a:lnTo>
                <a:lnTo>
                  <a:pt x="193" y="151"/>
                </a:lnTo>
                <a:lnTo>
                  <a:pt x="193" y="150"/>
                </a:lnTo>
                <a:lnTo>
                  <a:pt x="193" y="149"/>
                </a:lnTo>
                <a:lnTo>
                  <a:pt x="194" y="149"/>
                </a:lnTo>
                <a:lnTo>
                  <a:pt x="194" y="148"/>
                </a:lnTo>
                <a:lnTo>
                  <a:pt x="195" y="148"/>
                </a:lnTo>
                <a:lnTo>
                  <a:pt x="194" y="148"/>
                </a:lnTo>
                <a:lnTo>
                  <a:pt x="194" y="147"/>
                </a:lnTo>
                <a:lnTo>
                  <a:pt x="194" y="146"/>
                </a:lnTo>
                <a:lnTo>
                  <a:pt x="194" y="145"/>
                </a:lnTo>
                <a:lnTo>
                  <a:pt x="195" y="145"/>
                </a:lnTo>
                <a:lnTo>
                  <a:pt x="195" y="146"/>
                </a:lnTo>
                <a:lnTo>
                  <a:pt x="196" y="146"/>
                </a:lnTo>
                <a:lnTo>
                  <a:pt x="196" y="145"/>
                </a:lnTo>
                <a:lnTo>
                  <a:pt x="197" y="145"/>
                </a:lnTo>
                <a:lnTo>
                  <a:pt x="197" y="144"/>
                </a:lnTo>
                <a:lnTo>
                  <a:pt x="197" y="143"/>
                </a:lnTo>
                <a:lnTo>
                  <a:pt x="198" y="143"/>
                </a:lnTo>
                <a:lnTo>
                  <a:pt x="199" y="142"/>
                </a:lnTo>
                <a:lnTo>
                  <a:pt x="198" y="141"/>
                </a:lnTo>
                <a:lnTo>
                  <a:pt x="198" y="140"/>
                </a:lnTo>
                <a:lnTo>
                  <a:pt x="199" y="140"/>
                </a:lnTo>
                <a:lnTo>
                  <a:pt x="198" y="140"/>
                </a:lnTo>
                <a:lnTo>
                  <a:pt x="198" y="139"/>
                </a:lnTo>
                <a:lnTo>
                  <a:pt x="200" y="138"/>
                </a:lnTo>
                <a:lnTo>
                  <a:pt x="201" y="138"/>
                </a:lnTo>
                <a:lnTo>
                  <a:pt x="201" y="137"/>
                </a:lnTo>
                <a:lnTo>
                  <a:pt x="201" y="139"/>
                </a:lnTo>
                <a:lnTo>
                  <a:pt x="202" y="139"/>
                </a:lnTo>
                <a:lnTo>
                  <a:pt x="203" y="138"/>
                </a:lnTo>
                <a:lnTo>
                  <a:pt x="204" y="138"/>
                </a:lnTo>
                <a:lnTo>
                  <a:pt x="205" y="138"/>
                </a:lnTo>
                <a:lnTo>
                  <a:pt x="206" y="138"/>
                </a:lnTo>
                <a:lnTo>
                  <a:pt x="207" y="139"/>
                </a:lnTo>
                <a:lnTo>
                  <a:pt x="208" y="139"/>
                </a:lnTo>
                <a:lnTo>
                  <a:pt x="208" y="140"/>
                </a:lnTo>
                <a:lnTo>
                  <a:pt x="208" y="139"/>
                </a:lnTo>
                <a:lnTo>
                  <a:pt x="209" y="139"/>
                </a:lnTo>
                <a:lnTo>
                  <a:pt x="210" y="139"/>
                </a:lnTo>
                <a:lnTo>
                  <a:pt x="210" y="140"/>
                </a:lnTo>
                <a:lnTo>
                  <a:pt x="210" y="141"/>
                </a:lnTo>
                <a:lnTo>
                  <a:pt x="212" y="142"/>
                </a:lnTo>
                <a:lnTo>
                  <a:pt x="212" y="141"/>
                </a:lnTo>
                <a:lnTo>
                  <a:pt x="213" y="141"/>
                </a:lnTo>
                <a:lnTo>
                  <a:pt x="214" y="140"/>
                </a:lnTo>
                <a:lnTo>
                  <a:pt x="215" y="139"/>
                </a:lnTo>
                <a:lnTo>
                  <a:pt x="215" y="138"/>
                </a:lnTo>
                <a:lnTo>
                  <a:pt x="216" y="137"/>
                </a:lnTo>
                <a:lnTo>
                  <a:pt x="216" y="136"/>
                </a:lnTo>
                <a:lnTo>
                  <a:pt x="217" y="136"/>
                </a:lnTo>
                <a:lnTo>
                  <a:pt x="218" y="136"/>
                </a:lnTo>
                <a:lnTo>
                  <a:pt x="219" y="135"/>
                </a:lnTo>
                <a:lnTo>
                  <a:pt x="219" y="134"/>
                </a:lnTo>
                <a:lnTo>
                  <a:pt x="221" y="135"/>
                </a:lnTo>
                <a:lnTo>
                  <a:pt x="222" y="136"/>
                </a:lnTo>
                <a:lnTo>
                  <a:pt x="222" y="137"/>
                </a:lnTo>
                <a:lnTo>
                  <a:pt x="223" y="137"/>
                </a:lnTo>
                <a:lnTo>
                  <a:pt x="222" y="138"/>
                </a:lnTo>
                <a:lnTo>
                  <a:pt x="222" y="139"/>
                </a:lnTo>
                <a:lnTo>
                  <a:pt x="223" y="139"/>
                </a:lnTo>
                <a:lnTo>
                  <a:pt x="223" y="140"/>
                </a:lnTo>
                <a:lnTo>
                  <a:pt x="222" y="140"/>
                </a:lnTo>
                <a:lnTo>
                  <a:pt x="223" y="140"/>
                </a:lnTo>
                <a:lnTo>
                  <a:pt x="223" y="141"/>
                </a:lnTo>
                <a:lnTo>
                  <a:pt x="224" y="142"/>
                </a:lnTo>
                <a:lnTo>
                  <a:pt x="225" y="141"/>
                </a:lnTo>
                <a:lnTo>
                  <a:pt x="226" y="142"/>
                </a:lnTo>
                <a:lnTo>
                  <a:pt x="227" y="142"/>
                </a:lnTo>
                <a:lnTo>
                  <a:pt x="227" y="143"/>
                </a:lnTo>
                <a:lnTo>
                  <a:pt x="228" y="143"/>
                </a:lnTo>
                <a:lnTo>
                  <a:pt x="229" y="143"/>
                </a:lnTo>
                <a:lnTo>
                  <a:pt x="230" y="144"/>
                </a:lnTo>
                <a:lnTo>
                  <a:pt x="231" y="144"/>
                </a:lnTo>
                <a:lnTo>
                  <a:pt x="232" y="143"/>
                </a:lnTo>
                <a:lnTo>
                  <a:pt x="233" y="142"/>
                </a:lnTo>
                <a:lnTo>
                  <a:pt x="234" y="141"/>
                </a:lnTo>
                <a:lnTo>
                  <a:pt x="235" y="140"/>
                </a:lnTo>
                <a:lnTo>
                  <a:pt x="236" y="139"/>
                </a:lnTo>
                <a:lnTo>
                  <a:pt x="237" y="138"/>
                </a:lnTo>
                <a:lnTo>
                  <a:pt x="238" y="137"/>
                </a:lnTo>
                <a:lnTo>
                  <a:pt x="239" y="137"/>
                </a:lnTo>
                <a:lnTo>
                  <a:pt x="240" y="136"/>
                </a:lnTo>
                <a:lnTo>
                  <a:pt x="241" y="136"/>
                </a:lnTo>
                <a:lnTo>
                  <a:pt x="241" y="135"/>
                </a:lnTo>
                <a:lnTo>
                  <a:pt x="242" y="134"/>
                </a:lnTo>
                <a:lnTo>
                  <a:pt x="243" y="133"/>
                </a:lnTo>
                <a:lnTo>
                  <a:pt x="244" y="133"/>
                </a:lnTo>
                <a:lnTo>
                  <a:pt x="244" y="132"/>
                </a:lnTo>
                <a:lnTo>
                  <a:pt x="243" y="132"/>
                </a:lnTo>
                <a:lnTo>
                  <a:pt x="242" y="131"/>
                </a:lnTo>
                <a:lnTo>
                  <a:pt x="241" y="131"/>
                </a:lnTo>
                <a:lnTo>
                  <a:pt x="240" y="131"/>
                </a:lnTo>
                <a:lnTo>
                  <a:pt x="239" y="130"/>
                </a:lnTo>
                <a:lnTo>
                  <a:pt x="239" y="129"/>
                </a:lnTo>
                <a:lnTo>
                  <a:pt x="239" y="128"/>
                </a:lnTo>
                <a:lnTo>
                  <a:pt x="239" y="127"/>
                </a:lnTo>
                <a:lnTo>
                  <a:pt x="239" y="126"/>
                </a:lnTo>
                <a:lnTo>
                  <a:pt x="239" y="124"/>
                </a:lnTo>
                <a:lnTo>
                  <a:pt x="240" y="124"/>
                </a:lnTo>
                <a:lnTo>
                  <a:pt x="242" y="125"/>
                </a:lnTo>
                <a:lnTo>
                  <a:pt x="243" y="125"/>
                </a:lnTo>
                <a:lnTo>
                  <a:pt x="243" y="124"/>
                </a:lnTo>
                <a:lnTo>
                  <a:pt x="244" y="122"/>
                </a:lnTo>
                <a:lnTo>
                  <a:pt x="245" y="121"/>
                </a:lnTo>
                <a:lnTo>
                  <a:pt x="245" y="120"/>
                </a:lnTo>
                <a:lnTo>
                  <a:pt x="246" y="120"/>
                </a:lnTo>
                <a:lnTo>
                  <a:pt x="247" y="120"/>
                </a:lnTo>
                <a:lnTo>
                  <a:pt x="247" y="119"/>
                </a:lnTo>
                <a:lnTo>
                  <a:pt x="248" y="119"/>
                </a:lnTo>
                <a:lnTo>
                  <a:pt x="249" y="119"/>
                </a:lnTo>
                <a:lnTo>
                  <a:pt x="250" y="118"/>
                </a:lnTo>
                <a:lnTo>
                  <a:pt x="250" y="117"/>
                </a:lnTo>
                <a:lnTo>
                  <a:pt x="249" y="117"/>
                </a:lnTo>
                <a:lnTo>
                  <a:pt x="249" y="116"/>
                </a:lnTo>
                <a:lnTo>
                  <a:pt x="247" y="116"/>
                </a:lnTo>
                <a:lnTo>
                  <a:pt x="247" y="115"/>
                </a:lnTo>
                <a:lnTo>
                  <a:pt x="247" y="114"/>
                </a:lnTo>
                <a:lnTo>
                  <a:pt x="247" y="113"/>
                </a:lnTo>
                <a:lnTo>
                  <a:pt x="246" y="113"/>
                </a:lnTo>
                <a:lnTo>
                  <a:pt x="246" y="112"/>
                </a:lnTo>
                <a:lnTo>
                  <a:pt x="245" y="112"/>
                </a:lnTo>
                <a:lnTo>
                  <a:pt x="245" y="111"/>
                </a:lnTo>
                <a:lnTo>
                  <a:pt x="246" y="111"/>
                </a:lnTo>
                <a:lnTo>
                  <a:pt x="247" y="111"/>
                </a:lnTo>
                <a:lnTo>
                  <a:pt x="247" y="110"/>
                </a:lnTo>
                <a:lnTo>
                  <a:pt x="248" y="109"/>
                </a:lnTo>
                <a:lnTo>
                  <a:pt x="248" y="108"/>
                </a:lnTo>
                <a:lnTo>
                  <a:pt x="249" y="108"/>
                </a:lnTo>
                <a:lnTo>
                  <a:pt x="250" y="108"/>
                </a:lnTo>
                <a:lnTo>
                  <a:pt x="250" y="107"/>
                </a:lnTo>
                <a:lnTo>
                  <a:pt x="249" y="107"/>
                </a:lnTo>
                <a:lnTo>
                  <a:pt x="251" y="105"/>
                </a:lnTo>
                <a:lnTo>
                  <a:pt x="252" y="104"/>
                </a:lnTo>
                <a:lnTo>
                  <a:pt x="253" y="103"/>
                </a:lnTo>
                <a:lnTo>
                  <a:pt x="253" y="102"/>
                </a:lnTo>
                <a:lnTo>
                  <a:pt x="252" y="101"/>
                </a:lnTo>
                <a:lnTo>
                  <a:pt x="251" y="100"/>
                </a:lnTo>
                <a:lnTo>
                  <a:pt x="252" y="99"/>
                </a:lnTo>
                <a:lnTo>
                  <a:pt x="251" y="99"/>
                </a:lnTo>
                <a:lnTo>
                  <a:pt x="250" y="100"/>
                </a:lnTo>
                <a:lnTo>
                  <a:pt x="249" y="100"/>
                </a:lnTo>
                <a:lnTo>
                  <a:pt x="248" y="100"/>
                </a:lnTo>
                <a:lnTo>
                  <a:pt x="248" y="101"/>
                </a:lnTo>
                <a:lnTo>
                  <a:pt x="247" y="101"/>
                </a:lnTo>
                <a:lnTo>
                  <a:pt x="247" y="100"/>
                </a:lnTo>
                <a:lnTo>
                  <a:pt x="247" y="99"/>
                </a:lnTo>
                <a:lnTo>
                  <a:pt x="247" y="98"/>
                </a:lnTo>
                <a:lnTo>
                  <a:pt x="246" y="98"/>
                </a:lnTo>
                <a:lnTo>
                  <a:pt x="247" y="97"/>
                </a:lnTo>
                <a:lnTo>
                  <a:pt x="249" y="97"/>
                </a:lnTo>
                <a:lnTo>
                  <a:pt x="250" y="97"/>
                </a:lnTo>
                <a:lnTo>
                  <a:pt x="250" y="96"/>
                </a:lnTo>
                <a:lnTo>
                  <a:pt x="251" y="96"/>
                </a:lnTo>
                <a:lnTo>
                  <a:pt x="252" y="96"/>
                </a:lnTo>
                <a:lnTo>
                  <a:pt x="253" y="96"/>
                </a:lnTo>
                <a:lnTo>
                  <a:pt x="253" y="95"/>
                </a:lnTo>
                <a:lnTo>
                  <a:pt x="254" y="94"/>
                </a:lnTo>
                <a:lnTo>
                  <a:pt x="255" y="93"/>
                </a:lnTo>
                <a:lnTo>
                  <a:pt x="256" y="93"/>
                </a:lnTo>
                <a:lnTo>
                  <a:pt x="257" y="92"/>
                </a:lnTo>
                <a:lnTo>
                  <a:pt x="258" y="92"/>
                </a:lnTo>
                <a:lnTo>
                  <a:pt x="259" y="91"/>
                </a:lnTo>
                <a:lnTo>
                  <a:pt x="259" y="90"/>
                </a:lnTo>
                <a:lnTo>
                  <a:pt x="260" y="90"/>
                </a:lnTo>
                <a:lnTo>
                  <a:pt x="261" y="90"/>
                </a:lnTo>
                <a:lnTo>
                  <a:pt x="261" y="89"/>
                </a:lnTo>
                <a:lnTo>
                  <a:pt x="261" y="88"/>
                </a:lnTo>
                <a:lnTo>
                  <a:pt x="261" y="87"/>
                </a:lnTo>
                <a:lnTo>
                  <a:pt x="260" y="86"/>
                </a:lnTo>
                <a:lnTo>
                  <a:pt x="259" y="86"/>
                </a:lnTo>
                <a:lnTo>
                  <a:pt x="259" y="85"/>
                </a:lnTo>
                <a:lnTo>
                  <a:pt x="258" y="85"/>
                </a:lnTo>
                <a:lnTo>
                  <a:pt x="258" y="84"/>
                </a:lnTo>
                <a:lnTo>
                  <a:pt x="259" y="84"/>
                </a:lnTo>
                <a:lnTo>
                  <a:pt x="260" y="84"/>
                </a:lnTo>
                <a:lnTo>
                  <a:pt x="260" y="83"/>
                </a:lnTo>
                <a:lnTo>
                  <a:pt x="261" y="83"/>
                </a:lnTo>
                <a:lnTo>
                  <a:pt x="262" y="82"/>
                </a:lnTo>
                <a:lnTo>
                  <a:pt x="263" y="82"/>
                </a:lnTo>
                <a:lnTo>
                  <a:pt x="264" y="81"/>
                </a:lnTo>
                <a:lnTo>
                  <a:pt x="264" y="79"/>
                </a:lnTo>
                <a:lnTo>
                  <a:pt x="264" y="78"/>
                </a:lnTo>
                <a:lnTo>
                  <a:pt x="264" y="77"/>
                </a:lnTo>
                <a:lnTo>
                  <a:pt x="265" y="77"/>
                </a:lnTo>
                <a:lnTo>
                  <a:pt x="265" y="76"/>
                </a:lnTo>
                <a:lnTo>
                  <a:pt x="265" y="75"/>
                </a:lnTo>
                <a:lnTo>
                  <a:pt x="264" y="75"/>
                </a:lnTo>
                <a:lnTo>
                  <a:pt x="263" y="75"/>
                </a:lnTo>
                <a:lnTo>
                  <a:pt x="262" y="75"/>
                </a:lnTo>
                <a:lnTo>
                  <a:pt x="262" y="74"/>
                </a:lnTo>
                <a:lnTo>
                  <a:pt x="262" y="73"/>
                </a:lnTo>
                <a:lnTo>
                  <a:pt x="262" y="72"/>
                </a:lnTo>
                <a:lnTo>
                  <a:pt x="263" y="72"/>
                </a:lnTo>
                <a:lnTo>
                  <a:pt x="264" y="72"/>
                </a:lnTo>
                <a:lnTo>
                  <a:pt x="265" y="72"/>
                </a:lnTo>
                <a:lnTo>
                  <a:pt x="265" y="71"/>
                </a:lnTo>
                <a:lnTo>
                  <a:pt x="266" y="71"/>
                </a:lnTo>
                <a:lnTo>
                  <a:pt x="267" y="71"/>
                </a:lnTo>
                <a:lnTo>
                  <a:pt x="267" y="72"/>
                </a:lnTo>
                <a:lnTo>
                  <a:pt x="268" y="72"/>
                </a:lnTo>
                <a:lnTo>
                  <a:pt x="268" y="71"/>
                </a:lnTo>
                <a:lnTo>
                  <a:pt x="269" y="71"/>
                </a:lnTo>
                <a:lnTo>
                  <a:pt x="269" y="72"/>
                </a:lnTo>
                <a:lnTo>
                  <a:pt x="269" y="71"/>
                </a:lnTo>
                <a:lnTo>
                  <a:pt x="270" y="71"/>
                </a:lnTo>
                <a:lnTo>
                  <a:pt x="271" y="71"/>
                </a:lnTo>
                <a:lnTo>
                  <a:pt x="272" y="71"/>
                </a:lnTo>
                <a:lnTo>
                  <a:pt x="273" y="71"/>
                </a:lnTo>
                <a:lnTo>
                  <a:pt x="274" y="71"/>
                </a:lnTo>
                <a:lnTo>
                  <a:pt x="275" y="71"/>
                </a:lnTo>
                <a:lnTo>
                  <a:pt x="276" y="70"/>
                </a:lnTo>
                <a:lnTo>
                  <a:pt x="276" y="69"/>
                </a:lnTo>
                <a:lnTo>
                  <a:pt x="275" y="69"/>
                </a:lnTo>
                <a:lnTo>
                  <a:pt x="275" y="67"/>
                </a:lnTo>
                <a:lnTo>
                  <a:pt x="276" y="67"/>
                </a:lnTo>
                <a:lnTo>
                  <a:pt x="277" y="67"/>
                </a:lnTo>
                <a:lnTo>
                  <a:pt x="278" y="67"/>
                </a:lnTo>
                <a:lnTo>
                  <a:pt x="279" y="67"/>
                </a:lnTo>
                <a:lnTo>
                  <a:pt x="280" y="67"/>
                </a:lnTo>
                <a:lnTo>
                  <a:pt x="280" y="66"/>
                </a:lnTo>
                <a:lnTo>
                  <a:pt x="280" y="65"/>
                </a:lnTo>
                <a:lnTo>
                  <a:pt x="279" y="65"/>
                </a:lnTo>
                <a:lnTo>
                  <a:pt x="279" y="64"/>
                </a:lnTo>
                <a:lnTo>
                  <a:pt x="280" y="64"/>
                </a:lnTo>
                <a:lnTo>
                  <a:pt x="280" y="63"/>
                </a:lnTo>
                <a:lnTo>
                  <a:pt x="279" y="63"/>
                </a:lnTo>
                <a:lnTo>
                  <a:pt x="280" y="62"/>
                </a:lnTo>
                <a:lnTo>
                  <a:pt x="281" y="61"/>
                </a:lnTo>
                <a:lnTo>
                  <a:pt x="282" y="61"/>
                </a:lnTo>
                <a:lnTo>
                  <a:pt x="282" y="60"/>
                </a:lnTo>
                <a:lnTo>
                  <a:pt x="282" y="59"/>
                </a:lnTo>
                <a:lnTo>
                  <a:pt x="283" y="59"/>
                </a:lnTo>
                <a:lnTo>
                  <a:pt x="284" y="58"/>
                </a:lnTo>
                <a:lnTo>
                  <a:pt x="285" y="58"/>
                </a:lnTo>
                <a:lnTo>
                  <a:pt x="286" y="58"/>
                </a:lnTo>
                <a:lnTo>
                  <a:pt x="286" y="59"/>
                </a:lnTo>
                <a:lnTo>
                  <a:pt x="286" y="60"/>
                </a:lnTo>
                <a:lnTo>
                  <a:pt x="287" y="60"/>
                </a:lnTo>
                <a:lnTo>
                  <a:pt x="287" y="59"/>
                </a:lnTo>
                <a:lnTo>
                  <a:pt x="287" y="58"/>
                </a:lnTo>
                <a:lnTo>
                  <a:pt x="287" y="57"/>
                </a:lnTo>
                <a:lnTo>
                  <a:pt x="289" y="57"/>
                </a:lnTo>
                <a:lnTo>
                  <a:pt x="289" y="56"/>
                </a:lnTo>
                <a:lnTo>
                  <a:pt x="290" y="56"/>
                </a:lnTo>
                <a:lnTo>
                  <a:pt x="291" y="56"/>
                </a:lnTo>
                <a:lnTo>
                  <a:pt x="291" y="55"/>
                </a:lnTo>
                <a:lnTo>
                  <a:pt x="292" y="55"/>
                </a:lnTo>
                <a:lnTo>
                  <a:pt x="292" y="54"/>
                </a:lnTo>
                <a:lnTo>
                  <a:pt x="293" y="54"/>
                </a:lnTo>
                <a:lnTo>
                  <a:pt x="293" y="55"/>
                </a:lnTo>
                <a:lnTo>
                  <a:pt x="294" y="55"/>
                </a:lnTo>
                <a:lnTo>
                  <a:pt x="294" y="54"/>
                </a:lnTo>
                <a:lnTo>
                  <a:pt x="293" y="54"/>
                </a:lnTo>
                <a:lnTo>
                  <a:pt x="293" y="53"/>
                </a:lnTo>
                <a:lnTo>
                  <a:pt x="292" y="53"/>
                </a:lnTo>
                <a:lnTo>
                  <a:pt x="291" y="52"/>
                </a:lnTo>
                <a:lnTo>
                  <a:pt x="291" y="51"/>
                </a:lnTo>
                <a:lnTo>
                  <a:pt x="292" y="51"/>
                </a:lnTo>
                <a:lnTo>
                  <a:pt x="292" y="50"/>
                </a:lnTo>
                <a:lnTo>
                  <a:pt x="291" y="49"/>
                </a:lnTo>
                <a:lnTo>
                  <a:pt x="291" y="48"/>
                </a:lnTo>
                <a:lnTo>
                  <a:pt x="290" y="48"/>
                </a:lnTo>
                <a:lnTo>
                  <a:pt x="291" y="46"/>
                </a:lnTo>
                <a:lnTo>
                  <a:pt x="292" y="46"/>
                </a:lnTo>
                <a:lnTo>
                  <a:pt x="293" y="45"/>
                </a:lnTo>
                <a:lnTo>
                  <a:pt x="292" y="45"/>
                </a:lnTo>
                <a:lnTo>
                  <a:pt x="291" y="45"/>
                </a:lnTo>
                <a:lnTo>
                  <a:pt x="290" y="44"/>
                </a:lnTo>
                <a:lnTo>
                  <a:pt x="289" y="44"/>
                </a:lnTo>
                <a:lnTo>
                  <a:pt x="288" y="44"/>
                </a:lnTo>
                <a:lnTo>
                  <a:pt x="288" y="43"/>
                </a:lnTo>
                <a:lnTo>
                  <a:pt x="287" y="43"/>
                </a:lnTo>
                <a:lnTo>
                  <a:pt x="286" y="43"/>
                </a:lnTo>
                <a:lnTo>
                  <a:pt x="286" y="42"/>
                </a:lnTo>
                <a:lnTo>
                  <a:pt x="285" y="42"/>
                </a:lnTo>
                <a:lnTo>
                  <a:pt x="286" y="42"/>
                </a:lnTo>
                <a:lnTo>
                  <a:pt x="286" y="41"/>
                </a:lnTo>
                <a:lnTo>
                  <a:pt x="287" y="40"/>
                </a:lnTo>
                <a:lnTo>
                  <a:pt x="286" y="40"/>
                </a:lnTo>
                <a:lnTo>
                  <a:pt x="285" y="40"/>
                </a:lnTo>
                <a:lnTo>
                  <a:pt x="284" y="40"/>
                </a:lnTo>
                <a:lnTo>
                  <a:pt x="283" y="40"/>
                </a:lnTo>
                <a:lnTo>
                  <a:pt x="282" y="40"/>
                </a:lnTo>
                <a:lnTo>
                  <a:pt x="282" y="39"/>
                </a:lnTo>
                <a:lnTo>
                  <a:pt x="281" y="39"/>
                </a:lnTo>
                <a:lnTo>
                  <a:pt x="280" y="38"/>
                </a:lnTo>
                <a:lnTo>
                  <a:pt x="279" y="38"/>
                </a:lnTo>
                <a:lnTo>
                  <a:pt x="280" y="38"/>
                </a:lnTo>
                <a:lnTo>
                  <a:pt x="280" y="37"/>
                </a:lnTo>
                <a:lnTo>
                  <a:pt x="279" y="36"/>
                </a:lnTo>
                <a:lnTo>
                  <a:pt x="279" y="35"/>
                </a:lnTo>
                <a:lnTo>
                  <a:pt x="278" y="35"/>
                </a:lnTo>
                <a:lnTo>
                  <a:pt x="278" y="36"/>
                </a:lnTo>
                <a:lnTo>
                  <a:pt x="277" y="35"/>
                </a:lnTo>
                <a:lnTo>
                  <a:pt x="276" y="35"/>
                </a:lnTo>
                <a:lnTo>
                  <a:pt x="275" y="34"/>
                </a:lnTo>
                <a:lnTo>
                  <a:pt x="275" y="33"/>
                </a:lnTo>
                <a:lnTo>
                  <a:pt x="274" y="32"/>
                </a:lnTo>
                <a:lnTo>
                  <a:pt x="273" y="32"/>
                </a:lnTo>
                <a:lnTo>
                  <a:pt x="273" y="31"/>
                </a:lnTo>
                <a:lnTo>
                  <a:pt x="272" y="31"/>
                </a:lnTo>
                <a:lnTo>
                  <a:pt x="272" y="30"/>
                </a:lnTo>
                <a:lnTo>
                  <a:pt x="271" y="30"/>
                </a:lnTo>
                <a:lnTo>
                  <a:pt x="270" y="30"/>
                </a:lnTo>
                <a:lnTo>
                  <a:pt x="270" y="29"/>
                </a:lnTo>
                <a:lnTo>
                  <a:pt x="270" y="28"/>
                </a:lnTo>
                <a:lnTo>
                  <a:pt x="270" y="27"/>
                </a:lnTo>
                <a:lnTo>
                  <a:pt x="270" y="26"/>
                </a:lnTo>
                <a:lnTo>
                  <a:pt x="270" y="25"/>
                </a:lnTo>
                <a:lnTo>
                  <a:pt x="269" y="25"/>
                </a:lnTo>
                <a:lnTo>
                  <a:pt x="268" y="24"/>
                </a:lnTo>
                <a:lnTo>
                  <a:pt x="269" y="23"/>
                </a:lnTo>
                <a:lnTo>
                  <a:pt x="269" y="22"/>
                </a:lnTo>
                <a:lnTo>
                  <a:pt x="270" y="23"/>
                </a:lnTo>
                <a:lnTo>
                  <a:pt x="270" y="22"/>
                </a:lnTo>
                <a:lnTo>
                  <a:pt x="271" y="21"/>
                </a:lnTo>
                <a:lnTo>
                  <a:pt x="272" y="21"/>
                </a:lnTo>
                <a:lnTo>
                  <a:pt x="273" y="21"/>
                </a:lnTo>
                <a:lnTo>
                  <a:pt x="274" y="22"/>
                </a:lnTo>
                <a:lnTo>
                  <a:pt x="275" y="22"/>
                </a:lnTo>
                <a:lnTo>
                  <a:pt x="275" y="23"/>
                </a:lnTo>
                <a:lnTo>
                  <a:pt x="276" y="23"/>
                </a:lnTo>
                <a:lnTo>
                  <a:pt x="277" y="22"/>
                </a:lnTo>
                <a:lnTo>
                  <a:pt x="278" y="22"/>
                </a:lnTo>
                <a:lnTo>
                  <a:pt x="278" y="21"/>
                </a:lnTo>
                <a:lnTo>
                  <a:pt x="277" y="21"/>
                </a:lnTo>
                <a:lnTo>
                  <a:pt x="276" y="20"/>
                </a:lnTo>
                <a:lnTo>
                  <a:pt x="275" y="20"/>
                </a:lnTo>
                <a:lnTo>
                  <a:pt x="275" y="19"/>
                </a:lnTo>
                <a:lnTo>
                  <a:pt x="274" y="19"/>
                </a:lnTo>
                <a:lnTo>
                  <a:pt x="275" y="17"/>
                </a:lnTo>
                <a:lnTo>
                  <a:pt x="277" y="17"/>
                </a:lnTo>
                <a:lnTo>
                  <a:pt x="277" y="16"/>
                </a:lnTo>
                <a:lnTo>
                  <a:pt x="277" y="15"/>
                </a:lnTo>
                <a:lnTo>
                  <a:pt x="276" y="15"/>
                </a:lnTo>
                <a:lnTo>
                  <a:pt x="276" y="14"/>
                </a:lnTo>
                <a:lnTo>
                  <a:pt x="276" y="13"/>
                </a:lnTo>
                <a:lnTo>
                  <a:pt x="278" y="13"/>
                </a:lnTo>
                <a:lnTo>
                  <a:pt x="279" y="13"/>
                </a:lnTo>
                <a:lnTo>
                  <a:pt x="280" y="13"/>
                </a:lnTo>
                <a:lnTo>
                  <a:pt x="280" y="14"/>
                </a:lnTo>
                <a:lnTo>
                  <a:pt x="281" y="14"/>
                </a:lnTo>
                <a:lnTo>
                  <a:pt x="281" y="13"/>
                </a:lnTo>
                <a:lnTo>
                  <a:pt x="282" y="13"/>
                </a:lnTo>
                <a:lnTo>
                  <a:pt x="282" y="14"/>
                </a:lnTo>
                <a:lnTo>
                  <a:pt x="283" y="14"/>
                </a:lnTo>
                <a:lnTo>
                  <a:pt x="284" y="14"/>
                </a:lnTo>
                <a:lnTo>
                  <a:pt x="285" y="13"/>
                </a:lnTo>
                <a:lnTo>
                  <a:pt x="285" y="11"/>
                </a:lnTo>
                <a:lnTo>
                  <a:pt x="284" y="11"/>
                </a:lnTo>
                <a:lnTo>
                  <a:pt x="283" y="10"/>
                </a:lnTo>
                <a:lnTo>
                  <a:pt x="283" y="9"/>
                </a:lnTo>
                <a:lnTo>
                  <a:pt x="282" y="7"/>
                </a:lnTo>
                <a:lnTo>
                  <a:pt x="281" y="6"/>
                </a:lnTo>
                <a:lnTo>
                  <a:pt x="280" y="5"/>
                </a:lnTo>
                <a:lnTo>
                  <a:pt x="279" y="5"/>
                </a:lnTo>
                <a:lnTo>
                  <a:pt x="279" y="4"/>
                </a:lnTo>
                <a:lnTo>
                  <a:pt x="279" y="3"/>
                </a:lnTo>
                <a:lnTo>
                  <a:pt x="278" y="3"/>
                </a:lnTo>
                <a:lnTo>
                  <a:pt x="278" y="2"/>
                </a:lnTo>
                <a:lnTo>
                  <a:pt x="279" y="2"/>
                </a:lnTo>
                <a:lnTo>
                  <a:pt x="280" y="1"/>
                </a:lnTo>
                <a:lnTo>
                  <a:pt x="281" y="1"/>
                </a:lnTo>
                <a:lnTo>
                  <a:pt x="281" y="0"/>
                </a:lnTo>
                <a:lnTo>
                  <a:pt x="281" y="1"/>
                </a:lnTo>
                <a:lnTo>
                  <a:pt x="283" y="1"/>
                </a:lnTo>
                <a:lnTo>
                  <a:pt x="284" y="1"/>
                </a:lnTo>
                <a:lnTo>
                  <a:pt x="285" y="1"/>
                </a:lnTo>
                <a:lnTo>
                  <a:pt x="285" y="2"/>
                </a:lnTo>
                <a:lnTo>
                  <a:pt x="286" y="2"/>
                </a:lnTo>
                <a:lnTo>
                  <a:pt x="287" y="2"/>
                </a:lnTo>
                <a:lnTo>
                  <a:pt x="288" y="2"/>
                </a:lnTo>
                <a:lnTo>
                  <a:pt x="288" y="1"/>
                </a:lnTo>
                <a:lnTo>
                  <a:pt x="289" y="1"/>
                </a:lnTo>
                <a:lnTo>
                  <a:pt x="289" y="0"/>
                </a:lnTo>
                <a:lnTo>
                  <a:pt x="290" y="0"/>
                </a:lnTo>
                <a:lnTo>
                  <a:pt x="291" y="0"/>
                </a:lnTo>
                <a:lnTo>
                  <a:pt x="291" y="1"/>
                </a:lnTo>
                <a:lnTo>
                  <a:pt x="292" y="1"/>
                </a:lnTo>
                <a:lnTo>
                  <a:pt x="293" y="1"/>
                </a:lnTo>
                <a:lnTo>
                  <a:pt x="293" y="2"/>
                </a:lnTo>
                <a:close/>
              </a:path>
            </a:pathLst>
          </a:custGeom>
          <a:solidFill>
            <a:srgbClr val="91BED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6" name=""/>
          <p:cNvSpPr/>
          <p:nvPr/>
        </p:nvSpPr>
        <p:spPr>
          <a:xfrm>
            <a:off x="1547640" y="3871800"/>
            <a:ext cx="363600" cy="304920"/>
          </a:xfrm>
          <a:custGeom>
            <a:avLst/>
            <a:gdLst/>
            <a:ahLst/>
            <a:rect l="0" t="0" r="r" b="b"/>
            <a:pathLst>
              <a:path w="1010" h="847">
                <a:moveTo>
                  <a:pt x="507" y="3"/>
                </a:moveTo>
                <a:lnTo>
                  <a:pt x="507" y="4"/>
                </a:lnTo>
                <a:lnTo>
                  <a:pt x="507" y="5"/>
                </a:lnTo>
                <a:lnTo>
                  <a:pt x="508" y="6"/>
                </a:lnTo>
                <a:lnTo>
                  <a:pt x="508" y="8"/>
                </a:lnTo>
                <a:lnTo>
                  <a:pt x="508" y="10"/>
                </a:lnTo>
                <a:lnTo>
                  <a:pt x="508" y="11"/>
                </a:lnTo>
                <a:lnTo>
                  <a:pt x="508" y="12"/>
                </a:lnTo>
                <a:lnTo>
                  <a:pt x="509" y="12"/>
                </a:lnTo>
                <a:lnTo>
                  <a:pt x="510" y="13"/>
                </a:lnTo>
                <a:lnTo>
                  <a:pt x="511" y="13"/>
                </a:lnTo>
                <a:lnTo>
                  <a:pt x="512" y="13"/>
                </a:lnTo>
                <a:lnTo>
                  <a:pt x="513" y="13"/>
                </a:lnTo>
                <a:lnTo>
                  <a:pt x="514" y="13"/>
                </a:lnTo>
                <a:lnTo>
                  <a:pt x="515" y="12"/>
                </a:lnTo>
                <a:lnTo>
                  <a:pt x="516" y="12"/>
                </a:lnTo>
                <a:lnTo>
                  <a:pt x="516" y="13"/>
                </a:lnTo>
                <a:lnTo>
                  <a:pt x="518" y="13"/>
                </a:lnTo>
                <a:lnTo>
                  <a:pt x="519" y="14"/>
                </a:lnTo>
                <a:lnTo>
                  <a:pt x="520" y="14"/>
                </a:lnTo>
                <a:lnTo>
                  <a:pt x="521" y="14"/>
                </a:lnTo>
                <a:lnTo>
                  <a:pt x="521" y="15"/>
                </a:lnTo>
                <a:lnTo>
                  <a:pt x="521" y="16"/>
                </a:lnTo>
                <a:lnTo>
                  <a:pt x="521" y="17"/>
                </a:lnTo>
                <a:lnTo>
                  <a:pt x="521" y="18"/>
                </a:lnTo>
                <a:lnTo>
                  <a:pt x="522" y="18"/>
                </a:lnTo>
                <a:lnTo>
                  <a:pt x="522" y="19"/>
                </a:lnTo>
                <a:lnTo>
                  <a:pt x="521" y="20"/>
                </a:lnTo>
                <a:lnTo>
                  <a:pt x="521" y="21"/>
                </a:lnTo>
                <a:lnTo>
                  <a:pt x="522" y="21"/>
                </a:lnTo>
                <a:lnTo>
                  <a:pt x="522" y="22"/>
                </a:lnTo>
                <a:lnTo>
                  <a:pt x="523" y="22"/>
                </a:lnTo>
                <a:lnTo>
                  <a:pt x="523" y="21"/>
                </a:lnTo>
                <a:lnTo>
                  <a:pt x="524" y="21"/>
                </a:lnTo>
                <a:lnTo>
                  <a:pt x="524" y="22"/>
                </a:lnTo>
                <a:lnTo>
                  <a:pt x="525" y="23"/>
                </a:lnTo>
                <a:lnTo>
                  <a:pt x="526" y="23"/>
                </a:lnTo>
                <a:lnTo>
                  <a:pt x="526" y="24"/>
                </a:lnTo>
                <a:lnTo>
                  <a:pt x="525" y="24"/>
                </a:lnTo>
                <a:lnTo>
                  <a:pt x="525" y="25"/>
                </a:lnTo>
                <a:lnTo>
                  <a:pt x="526" y="25"/>
                </a:lnTo>
                <a:lnTo>
                  <a:pt x="525" y="25"/>
                </a:lnTo>
                <a:lnTo>
                  <a:pt x="524" y="26"/>
                </a:lnTo>
                <a:lnTo>
                  <a:pt x="523" y="26"/>
                </a:lnTo>
                <a:lnTo>
                  <a:pt x="522" y="25"/>
                </a:lnTo>
                <a:lnTo>
                  <a:pt x="522" y="26"/>
                </a:lnTo>
                <a:lnTo>
                  <a:pt x="522" y="27"/>
                </a:lnTo>
                <a:lnTo>
                  <a:pt x="521" y="28"/>
                </a:lnTo>
                <a:lnTo>
                  <a:pt x="522" y="28"/>
                </a:lnTo>
                <a:lnTo>
                  <a:pt x="523" y="28"/>
                </a:lnTo>
                <a:lnTo>
                  <a:pt x="524" y="28"/>
                </a:lnTo>
                <a:lnTo>
                  <a:pt x="524" y="29"/>
                </a:lnTo>
                <a:lnTo>
                  <a:pt x="524" y="30"/>
                </a:lnTo>
                <a:lnTo>
                  <a:pt x="524" y="31"/>
                </a:lnTo>
                <a:lnTo>
                  <a:pt x="525" y="31"/>
                </a:lnTo>
                <a:lnTo>
                  <a:pt x="525" y="32"/>
                </a:lnTo>
                <a:lnTo>
                  <a:pt x="524" y="32"/>
                </a:lnTo>
                <a:lnTo>
                  <a:pt x="524" y="33"/>
                </a:lnTo>
                <a:lnTo>
                  <a:pt x="523" y="33"/>
                </a:lnTo>
                <a:lnTo>
                  <a:pt x="523" y="34"/>
                </a:lnTo>
                <a:lnTo>
                  <a:pt x="523" y="35"/>
                </a:lnTo>
                <a:lnTo>
                  <a:pt x="522" y="35"/>
                </a:lnTo>
                <a:lnTo>
                  <a:pt x="521" y="35"/>
                </a:lnTo>
                <a:lnTo>
                  <a:pt x="521" y="36"/>
                </a:lnTo>
                <a:lnTo>
                  <a:pt x="521" y="37"/>
                </a:lnTo>
                <a:lnTo>
                  <a:pt x="521" y="38"/>
                </a:lnTo>
                <a:lnTo>
                  <a:pt x="521" y="39"/>
                </a:lnTo>
                <a:lnTo>
                  <a:pt x="522" y="39"/>
                </a:lnTo>
                <a:lnTo>
                  <a:pt x="523" y="39"/>
                </a:lnTo>
                <a:lnTo>
                  <a:pt x="524" y="40"/>
                </a:lnTo>
                <a:lnTo>
                  <a:pt x="524" y="39"/>
                </a:lnTo>
                <a:lnTo>
                  <a:pt x="525" y="39"/>
                </a:lnTo>
                <a:lnTo>
                  <a:pt x="526" y="40"/>
                </a:lnTo>
                <a:lnTo>
                  <a:pt x="527" y="41"/>
                </a:lnTo>
                <a:lnTo>
                  <a:pt x="527" y="42"/>
                </a:lnTo>
                <a:lnTo>
                  <a:pt x="527" y="43"/>
                </a:lnTo>
                <a:lnTo>
                  <a:pt x="526" y="43"/>
                </a:lnTo>
                <a:lnTo>
                  <a:pt x="526" y="44"/>
                </a:lnTo>
                <a:lnTo>
                  <a:pt x="525" y="45"/>
                </a:lnTo>
                <a:lnTo>
                  <a:pt x="525" y="46"/>
                </a:lnTo>
                <a:lnTo>
                  <a:pt x="525" y="47"/>
                </a:lnTo>
                <a:lnTo>
                  <a:pt x="525" y="48"/>
                </a:lnTo>
                <a:lnTo>
                  <a:pt x="524" y="49"/>
                </a:lnTo>
                <a:lnTo>
                  <a:pt x="524" y="50"/>
                </a:lnTo>
                <a:lnTo>
                  <a:pt x="524" y="51"/>
                </a:lnTo>
                <a:lnTo>
                  <a:pt x="525" y="52"/>
                </a:lnTo>
                <a:lnTo>
                  <a:pt x="526" y="52"/>
                </a:lnTo>
                <a:lnTo>
                  <a:pt x="527" y="52"/>
                </a:lnTo>
                <a:lnTo>
                  <a:pt x="528" y="52"/>
                </a:lnTo>
                <a:lnTo>
                  <a:pt x="528" y="53"/>
                </a:lnTo>
                <a:lnTo>
                  <a:pt x="529" y="53"/>
                </a:lnTo>
                <a:lnTo>
                  <a:pt x="530" y="53"/>
                </a:lnTo>
                <a:lnTo>
                  <a:pt x="531" y="53"/>
                </a:lnTo>
                <a:lnTo>
                  <a:pt x="531" y="52"/>
                </a:lnTo>
                <a:lnTo>
                  <a:pt x="532" y="51"/>
                </a:lnTo>
                <a:lnTo>
                  <a:pt x="533" y="51"/>
                </a:lnTo>
                <a:lnTo>
                  <a:pt x="534" y="51"/>
                </a:lnTo>
                <a:lnTo>
                  <a:pt x="535" y="51"/>
                </a:lnTo>
                <a:lnTo>
                  <a:pt x="535" y="52"/>
                </a:lnTo>
                <a:lnTo>
                  <a:pt x="536" y="52"/>
                </a:lnTo>
                <a:lnTo>
                  <a:pt x="536" y="53"/>
                </a:lnTo>
                <a:lnTo>
                  <a:pt x="536" y="54"/>
                </a:lnTo>
                <a:lnTo>
                  <a:pt x="535" y="54"/>
                </a:lnTo>
                <a:lnTo>
                  <a:pt x="535" y="55"/>
                </a:lnTo>
                <a:lnTo>
                  <a:pt x="536" y="55"/>
                </a:lnTo>
                <a:lnTo>
                  <a:pt x="537" y="56"/>
                </a:lnTo>
                <a:lnTo>
                  <a:pt x="537" y="57"/>
                </a:lnTo>
                <a:lnTo>
                  <a:pt x="538" y="57"/>
                </a:lnTo>
                <a:lnTo>
                  <a:pt x="540" y="58"/>
                </a:lnTo>
                <a:lnTo>
                  <a:pt x="541" y="58"/>
                </a:lnTo>
                <a:lnTo>
                  <a:pt x="542" y="58"/>
                </a:lnTo>
                <a:lnTo>
                  <a:pt x="543" y="58"/>
                </a:lnTo>
                <a:lnTo>
                  <a:pt x="544" y="58"/>
                </a:lnTo>
                <a:lnTo>
                  <a:pt x="544" y="57"/>
                </a:lnTo>
                <a:lnTo>
                  <a:pt x="545" y="57"/>
                </a:lnTo>
                <a:lnTo>
                  <a:pt x="546" y="58"/>
                </a:lnTo>
                <a:lnTo>
                  <a:pt x="547" y="58"/>
                </a:lnTo>
                <a:lnTo>
                  <a:pt x="548" y="58"/>
                </a:lnTo>
                <a:lnTo>
                  <a:pt x="549" y="58"/>
                </a:lnTo>
                <a:lnTo>
                  <a:pt x="550" y="57"/>
                </a:lnTo>
                <a:lnTo>
                  <a:pt x="550" y="56"/>
                </a:lnTo>
                <a:lnTo>
                  <a:pt x="550" y="55"/>
                </a:lnTo>
                <a:lnTo>
                  <a:pt x="550" y="54"/>
                </a:lnTo>
                <a:lnTo>
                  <a:pt x="551" y="54"/>
                </a:lnTo>
                <a:lnTo>
                  <a:pt x="552" y="54"/>
                </a:lnTo>
                <a:lnTo>
                  <a:pt x="552" y="53"/>
                </a:lnTo>
                <a:lnTo>
                  <a:pt x="552" y="52"/>
                </a:lnTo>
                <a:lnTo>
                  <a:pt x="553" y="51"/>
                </a:lnTo>
                <a:lnTo>
                  <a:pt x="554" y="51"/>
                </a:lnTo>
                <a:lnTo>
                  <a:pt x="554" y="52"/>
                </a:lnTo>
                <a:lnTo>
                  <a:pt x="555" y="52"/>
                </a:lnTo>
                <a:lnTo>
                  <a:pt x="555" y="51"/>
                </a:lnTo>
                <a:lnTo>
                  <a:pt x="556" y="51"/>
                </a:lnTo>
                <a:lnTo>
                  <a:pt x="557" y="51"/>
                </a:lnTo>
                <a:lnTo>
                  <a:pt x="558" y="52"/>
                </a:lnTo>
                <a:lnTo>
                  <a:pt x="558" y="54"/>
                </a:lnTo>
                <a:lnTo>
                  <a:pt x="558" y="55"/>
                </a:lnTo>
                <a:lnTo>
                  <a:pt x="559" y="55"/>
                </a:lnTo>
                <a:lnTo>
                  <a:pt x="559" y="56"/>
                </a:lnTo>
                <a:lnTo>
                  <a:pt x="558" y="56"/>
                </a:lnTo>
                <a:lnTo>
                  <a:pt x="559" y="57"/>
                </a:lnTo>
                <a:lnTo>
                  <a:pt x="558" y="57"/>
                </a:lnTo>
                <a:lnTo>
                  <a:pt x="558" y="58"/>
                </a:lnTo>
                <a:lnTo>
                  <a:pt x="559" y="58"/>
                </a:lnTo>
                <a:lnTo>
                  <a:pt x="560" y="59"/>
                </a:lnTo>
                <a:lnTo>
                  <a:pt x="559" y="59"/>
                </a:lnTo>
                <a:lnTo>
                  <a:pt x="559" y="60"/>
                </a:lnTo>
                <a:lnTo>
                  <a:pt x="559" y="61"/>
                </a:lnTo>
                <a:lnTo>
                  <a:pt x="558" y="62"/>
                </a:lnTo>
                <a:lnTo>
                  <a:pt x="558" y="63"/>
                </a:lnTo>
                <a:lnTo>
                  <a:pt x="558" y="64"/>
                </a:lnTo>
                <a:lnTo>
                  <a:pt x="557" y="64"/>
                </a:lnTo>
                <a:lnTo>
                  <a:pt x="557" y="65"/>
                </a:lnTo>
                <a:lnTo>
                  <a:pt x="558" y="64"/>
                </a:lnTo>
                <a:lnTo>
                  <a:pt x="558" y="65"/>
                </a:lnTo>
                <a:lnTo>
                  <a:pt x="559" y="65"/>
                </a:lnTo>
                <a:lnTo>
                  <a:pt x="559" y="66"/>
                </a:lnTo>
                <a:lnTo>
                  <a:pt x="560" y="66"/>
                </a:lnTo>
                <a:lnTo>
                  <a:pt x="560" y="65"/>
                </a:lnTo>
                <a:lnTo>
                  <a:pt x="560" y="64"/>
                </a:lnTo>
                <a:lnTo>
                  <a:pt x="561" y="63"/>
                </a:lnTo>
                <a:lnTo>
                  <a:pt x="561" y="62"/>
                </a:lnTo>
                <a:lnTo>
                  <a:pt x="562" y="62"/>
                </a:lnTo>
                <a:lnTo>
                  <a:pt x="563" y="62"/>
                </a:lnTo>
                <a:lnTo>
                  <a:pt x="563" y="61"/>
                </a:lnTo>
                <a:lnTo>
                  <a:pt x="564" y="61"/>
                </a:lnTo>
                <a:lnTo>
                  <a:pt x="563" y="60"/>
                </a:lnTo>
                <a:lnTo>
                  <a:pt x="564" y="60"/>
                </a:lnTo>
                <a:lnTo>
                  <a:pt x="564" y="61"/>
                </a:lnTo>
                <a:lnTo>
                  <a:pt x="565" y="61"/>
                </a:lnTo>
                <a:lnTo>
                  <a:pt x="566" y="61"/>
                </a:lnTo>
                <a:lnTo>
                  <a:pt x="566" y="60"/>
                </a:lnTo>
                <a:lnTo>
                  <a:pt x="567" y="60"/>
                </a:lnTo>
                <a:lnTo>
                  <a:pt x="567" y="61"/>
                </a:lnTo>
                <a:lnTo>
                  <a:pt x="567" y="62"/>
                </a:lnTo>
                <a:lnTo>
                  <a:pt x="568" y="62"/>
                </a:lnTo>
                <a:lnTo>
                  <a:pt x="569" y="62"/>
                </a:lnTo>
                <a:lnTo>
                  <a:pt x="569" y="61"/>
                </a:lnTo>
                <a:lnTo>
                  <a:pt x="569" y="60"/>
                </a:lnTo>
                <a:lnTo>
                  <a:pt x="569" y="61"/>
                </a:lnTo>
                <a:lnTo>
                  <a:pt x="570" y="61"/>
                </a:lnTo>
                <a:lnTo>
                  <a:pt x="571" y="61"/>
                </a:lnTo>
                <a:lnTo>
                  <a:pt x="570" y="62"/>
                </a:lnTo>
                <a:lnTo>
                  <a:pt x="569" y="63"/>
                </a:lnTo>
                <a:lnTo>
                  <a:pt x="570" y="63"/>
                </a:lnTo>
                <a:lnTo>
                  <a:pt x="570" y="64"/>
                </a:lnTo>
                <a:lnTo>
                  <a:pt x="571" y="64"/>
                </a:lnTo>
                <a:lnTo>
                  <a:pt x="571" y="63"/>
                </a:lnTo>
                <a:lnTo>
                  <a:pt x="571" y="64"/>
                </a:lnTo>
                <a:lnTo>
                  <a:pt x="572" y="64"/>
                </a:lnTo>
                <a:lnTo>
                  <a:pt x="572" y="63"/>
                </a:lnTo>
                <a:lnTo>
                  <a:pt x="573" y="63"/>
                </a:lnTo>
                <a:lnTo>
                  <a:pt x="574" y="64"/>
                </a:lnTo>
                <a:lnTo>
                  <a:pt x="575" y="65"/>
                </a:lnTo>
                <a:lnTo>
                  <a:pt x="576" y="65"/>
                </a:lnTo>
                <a:lnTo>
                  <a:pt x="577" y="66"/>
                </a:lnTo>
                <a:lnTo>
                  <a:pt x="578" y="66"/>
                </a:lnTo>
                <a:lnTo>
                  <a:pt x="579" y="67"/>
                </a:lnTo>
                <a:lnTo>
                  <a:pt x="580" y="67"/>
                </a:lnTo>
                <a:lnTo>
                  <a:pt x="580" y="66"/>
                </a:lnTo>
                <a:lnTo>
                  <a:pt x="581" y="66"/>
                </a:lnTo>
                <a:lnTo>
                  <a:pt x="582" y="66"/>
                </a:lnTo>
                <a:lnTo>
                  <a:pt x="583" y="66"/>
                </a:lnTo>
                <a:lnTo>
                  <a:pt x="583" y="65"/>
                </a:lnTo>
                <a:lnTo>
                  <a:pt x="584" y="65"/>
                </a:lnTo>
                <a:lnTo>
                  <a:pt x="586" y="65"/>
                </a:lnTo>
                <a:lnTo>
                  <a:pt x="587" y="65"/>
                </a:lnTo>
                <a:lnTo>
                  <a:pt x="587" y="64"/>
                </a:lnTo>
                <a:lnTo>
                  <a:pt x="588" y="64"/>
                </a:lnTo>
                <a:lnTo>
                  <a:pt x="589" y="64"/>
                </a:lnTo>
                <a:lnTo>
                  <a:pt x="590" y="64"/>
                </a:lnTo>
                <a:lnTo>
                  <a:pt x="591" y="65"/>
                </a:lnTo>
                <a:lnTo>
                  <a:pt x="593" y="65"/>
                </a:lnTo>
                <a:lnTo>
                  <a:pt x="593" y="64"/>
                </a:lnTo>
                <a:lnTo>
                  <a:pt x="594" y="64"/>
                </a:lnTo>
                <a:lnTo>
                  <a:pt x="595" y="65"/>
                </a:lnTo>
                <a:lnTo>
                  <a:pt x="596" y="65"/>
                </a:lnTo>
                <a:lnTo>
                  <a:pt x="597" y="65"/>
                </a:lnTo>
                <a:lnTo>
                  <a:pt x="598" y="65"/>
                </a:lnTo>
                <a:lnTo>
                  <a:pt x="599" y="65"/>
                </a:lnTo>
                <a:lnTo>
                  <a:pt x="600" y="65"/>
                </a:lnTo>
                <a:lnTo>
                  <a:pt x="601" y="64"/>
                </a:lnTo>
                <a:lnTo>
                  <a:pt x="601" y="65"/>
                </a:lnTo>
                <a:lnTo>
                  <a:pt x="602" y="65"/>
                </a:lnTo>
                <a:lnTo>
                  <a:pt x="603" y="64"/>
                </a:lnTo>
                <a:lnTo>
                  <a:pt x="604" y="64"/>
                </a:lnTo>
                <a:lnTo>
                  <a:pt x="605" y="64"/>
                </a:lnTo>
                <a:lnTo>
                  <a:pt x="606" y="65"/>
                </a:lnTo>
                <a:lnTo>
                  <a:pt x="607" y="65"/>
                </a:lnTo>
                <a:lnTo>
                  <a:pt x="608" y="66"/>
                </a:lnTo>
                <a:lnTo>
                  <a:pt x="609" y="66"/>
                </a:lnTo>
                <a:lnTo>
                  <a:pt x="610" y="66"/>
                </a:lnTo>
                <a:lnTo>
                  <a:pt x="611" y="67"/>
                </a:lnTo>
                <a:lnTo>
                  <a:pt x="611" y="68"/>
                </a:lnTo>
                <a:lnTo>
                  <a:pt x="612" y="69"/>
                </a:lnTo>
                <a:lnTo>
                  <a:pt x="613" y="69"/>
                </a:lnTo>
                <a:lnTo>
                  <a:pt x="613" y="70"/>
                </a:lnTo>
                <a:lnTo>
                  <a:pt x="614" y="70"/>
                </a:lnTo>
                <a:lnTo>
                  <a:pt x="614" y="71"/>
                </a:lnTo>
                <a:lnTo>
                  <a:pt x="615" y="71"/>
                </a:lnTo>
                <a:lnTo>
                  <a:pt x="616" y="72"/>
                </a:lnTo>
                <a:lnTo>
                  <a:pt x="616" y="73"/>
                </a:lnTo>
                <a:lnTo>
                  <a:pt x="616" y="74"/>
                </a:lnTo>
                <a:lnTo>
                  <a:pt x="617" y="75"/>
                </a:lnTo>
                <a:lnTo>
                  <a:pt x="616" y="75"/>
                </a:lnTo>
                <a:lnTo>
                  <a:pt x="615" y="76"/>
                </a:lnTo>
                <a:lnTo>
                  <a:pt x="615" y="77"/>
                </a:lnTo>
                <a:lnTo>
                  <a:pt x="614" y="78"/>
                </a:lnTo>
                <a:lnTo>
                  <a:pt x="614" y="79"/>
                </a:lnTo>
                <a:lnTo>
                  <a:pt x="615" y="79"/>
                </a:lnTo>
                <a:lnTo>
                  <a:pt x="615" y="81"/>
                </a:lnTo>
                <a:lnTo>
                  <a:pt x="615" y="82"/>
                </a:lnTo>
                <a:lnTo>
                  <a:pt x="616" y="82"/>
                </a:lnTo>
                <a:lnTo>
                  <a:pt x="616" y="83"/>
                </a:lnTo>
                <a:lnTo>
                  <a:pt x="616" y="84"/>
                </a:lnTo>
                <a:lnTo>
                  <a:pt x="617" y="84"/>
                </a:lnTo>
                <a:lnTo>
                  <a:pt x="617" y="85"/>
                </a:lnTo>
                <a:lnTo>
                  <a:pt x="617" y="86"/>
                </a:lnTo>
                <a:lnTo>
                  <a:pt x="617" y="87"/>
                </a:lnTo>
                <a:lnTo>
                  <a:pt x="618" y="87"/>
                </a:lnTo>
                <a:lnTo>
                  <a:pt x="618" y="88"/>
                </a:lnTo>
                <a:lnTo>
                  <a:pt x="619" y="88"/>
                </a:lnTo>
                <a:lnTo>
                  <a:pt x="620" y="88"/>
                </a:lnTo>
                <a:lnTo>
                  <a:pt x="620" y="89"/>
                </a:lnTo>
                <a:lnTo>
                  <a:pt x="620" y="90"/>
                </a:lnTo>
                <a:lnTo>
                  <a:pt x="620" y="91"/>
                </a:lnTo>
                <a:lnTo>
                  <a:pt x="620" y="93"/>
                </a:lnTo>
                <a:lnTo>
                  <a:pt x="621" y="93"/>
                </a:lnTo>
                <a:lnTo>
                  <a:pt x="622" y="93"/>
                </a:lnTo>
                <a:lnTo>
                  <a:pt x="622" y="92"/>
                </a:lnTo>
                <a:lnTo>
                  <a:pt x="623" y="92"/>
                </a:lnTo>
                <a:lnTo>
                  <a:pt x="623" y="93"/>
                </a:lnTo>
                <a:lnTo>
                  <a:pt x="624" y="93"/>
                </a:lnTo>
                <a:lnTo>
                  <a:pt x="624" y="94"/>
                </a:lnTo>
                <a:lnTo>
                  <a:pt x="625" y="94"/>
                </a:lnTo>
                <a:lnTo>
                  <a:pt x="625" y="95"/>
                </a:lnTo>
                <a:lnTo>
                  <a:pt x="625" y="96"/>
                </a:lnTo>
                <a:lnTo>
                  <a:pt x="626" y="97"/>
                </a:lnTo>
                <a:lnTo>
                  <a:pt x="626" y="98"/>
                </a:lnTo>
                <a:lnTo>
                  <a:pt x="626" y="99"/>
                </a:lnTo>
                <a:lnTo>
                  <a:pt x="627" y="99"/>
                </a:lnTo>
                <a:lnTo>
                  <a:pt x="627" y="100"/>
                </a:lnTo>
                <a:lnTo>
                  <a:pt x="628" y="100"/>
                </a:lnTo>
                <a:lnTo>
                  <a:pt x="629" y="100"/>
                </a:lnTo>
                <a:lnTo>
                  <a:pt x="630" y="101"/>
                </a:lnTo>
                <a:lnTo>
                  <a:pt x="631" y="100"/>
                </a:lnTo>
                <a:lnTo>
                  <a:pt x="633" y="99"/>
                </a:lnTo>
                <a:lnTo>
                  <a:pt x="634" y="99"/>
                </a:lnTo>
                <a:lnTo>
                  <a:pt x="636" y="99"/>
                </a:lnTo>
                <a:lnTo>
                  <a:pt x="636" y="100"/>
                </a:lnTo>
                <a:lnTo>
                  <a:pt x="637" y="100"/>
                </a:lnTo>
                <a:lnTo>
                  <a:pt x="637" y="101"/>
                </a:lnTo>
                <a:lnTo>
                  <a:pt x="638" y="101"/>
                </a:lnTo>
                <a:lnTo>
                  <a:pt x="639" y="101"/>
                </a:lnTo>
                <a:lnTo>
                  <a:pt x="640" y="101"/>
                </a:lnTo>
                <a:lnTo>
                  <a:pt x="638" y="101"/>
                </a:lnTo>
                <a:lnTo>
                  <a:pt x="637" y="102"/>
                </a:lnTo>
                <a:lnTo>
                  <a:pt x="636" y="102"/>
                </a:lnTo>
                <a:lnTo>
                  <a:pt x="636" y="103"/>
                </a:lnTo>
                <a:lnTo>
                  <a:pt x="636" y="104"/>
                </a:lnTo>
                <a:lnTo>
                  <a:pt x="635" y="104"/>
                </a:lnTo>
                <a:lnTo>
                  <a:pt x="634" y="103"/>
                </a:lnTo>
                <a:lnTo>
                  <a:pt x="632" y="103"/>
                </a:lnTo>
                <a:lnTo>
                  <a:pt x="631" y="103"/>
                </a:lnTo>
                <a:lnTo>
                  <a:pt x="631" y="102"/>
                </a:lnTo>
                <a:lnTo>
                  <a:pt x="630" y="102"/>
                </a:lnTo>
                <a:lnTo>
                  <a:pt x="629" y="102"/>
                </a:lnTo>
                <a:lnTo>
                  <a:pt x="629" y="103"/>
                </a:lnTo>
                <a:lnTo>
                  <a:pt x="628" y="103"/>
                </a:lnTo>
                <a:lnTo>
                  <a:pt x="629" y="105"/>
                </a:lnTo>
                <a:lnTo>
                  <a:pt x="629" y="106"/>
                </a:lnTo>
                <a:lnTo>
                  <a:pt x="629" y="107"/>
                </a:lnTo>
                <a:lnTo>
                  <a:pt x="630" y="108"/>
                </a:lnTo>
                <a:lnTo>
                  <a:pt x="630" y="109"/>
                </a:lnTo>
                <a:lnTo>
                  <a:pt x="630" y="110"/>
                </a:lnTo>
                <a:lnTo>
                  <a:pt x="630" y="111"/>
                </a:lnTo>
                <a:lnTo>
                  <a:pt x="629" y="111"/>
                </a:lnTo>
                <a:lnTo>
                  <a:pt x="630" y="111"/>
                </a:lnTo>
                <a:lnTo>
                  <a:pt x="630" y="112"/>
                </a:lnTo>
                <a:lnTo>
                  <a:pt x="630" y="113"/>
                </a:lnTo>
                <a:lnTo>
                  <a:pt x="631" y="113"/>
                </a:lnTo>
                <a:lnTo>
                  <a:pt x="631" y="114"/>
                </a:lnTo>
                <a:lnTo>
                  <a:pt x="632" y="115"/>
                </a:lnTo>
                <a:lnTo>
                  <a:pt x="632" y="116"/>
                </a:lnTo>
                <a:lnTo>
                  <a:pt x="632" y="117"/>
                </a:lnTo>
                <a:lnTo>
                  <a:pt x="632" y="118"/>
                </a:lnTo>
                <a:lnTo>
                  <a:pt x="633" y="118"/>
                </a:lnTo>
                <a:lnTo>
                  <a:pt x="633" y="119"/>
                </a:lnTo>
                <a:lnTo>
                  <a:pt x="633" y="120"/>
                </a:lnTo>
                <a:lnTo>
                  <a:pt x="633" y="121"/>
                </a:lnTo>
                <a:lnTo>
                  <a:pt x="634" y="121"/>
                </a:lnTo>
                <a:lnTo>
                  <a:pt x="634" y="122"/>
                </a:lnTo>
                <a:lnTo>
                  <a:pt x="634" y="123"/>
                </a:lnTo>
                <a:lnTo>
                  <a:pt x="635" y="123"/>
                </a:lnTo>
                <a:lnTo>
                  <a:pt x="633" y="124"/>
                </a:lnTo>
                <a:lnTo>
                  <a:pt x="633" y="125"/>
                </a:lnTo>
                <a:lnTo>
                  <a:pt x="632" y="125"/>
                </a:lnTo>
                <a:lnTo>
                  <a:pt x="632" y="126"/>
                </a:lnTo>
                <a:lnTo>
                  <a:pt x="633" y="125"/>
                </a:lnTo>
                <a:lnTo>
                  <a:pt x="634" y="126"/>
                </a:lnTo>
                <a:lnTo>
                  <a:pt x="633" y="126"/>
                </a:lnTo>
                <a:lnTo>
                  <a:pt x="633" y="127"/>
                </a:lnTo>
                <a:lnTo>
                  <a:pt x="632" y="128"/>
                </a:lnTo>
                <a:lnTo>
                  <a:pt x="632" y="129"/>
                </a:lnTo>
                <a:lnTo>
                  <a:pt x="631" y="129"/>
                </a:lnTo>
                <a:lnTo>
                  <a:pt x="630" y="130"/>
                </a:lnTo>
                <a:lnTo>
                  <a:pt x="631" y="130"/>
                </a:lnTo>
                <a:lnTo>
                  <a:pt x="632" y="130"/>
                </a:lnTo>
                <a:lnTo>
                  <a:pt x="632" y="131"/>
                </a:lnTo>
                <a:lnTo>
                  <a:pt x="634" y="131"/>
                </a:lnTo>
                <a:lnTo>
                  <a:pt x="635" y="131"/>
                </a:lnTo>
                <a:lnTo>
                  <a:pt x="635" y="130"/>
                </a:lnTo>
                <a:lnTo>
                  <a:pt x="636" y="130"/>
                </a:lnTo>
                <a:lnTo>
                  <a:pt x="636" y="131"/>
                </a:lnTo>
                <a:lnTo>
                  <a:pt x="637" y="131"/>
                </a:lnTo>
                <a:lnTo>
                  <a:pt x="638" y="131"/>
                </a:lnTo>
                <a:lnTo>
                  <a:pt x="639" y="131"/>
                </a:lnTo>
                <a:lnTo>
                  <a:pt x="639" y="133"/>
                </a:lnTo>
                <a:lnTo>
                  <a:pt x="638" y="133"/>
                </a:lnTo>
                <a:lnTo>
                  <a:pt x="637" y="134"/>
                </a:lnTo>
                <a:lnTo>
                  <a:pt x="636" y="134"/>
                </a:lnTo>
                <a:lnTo>
                  <a:pt x="635" y="134"/>
                </a:lnTo>
                <a:lnTo>
                  <a:pt x="635" y="135"/>
                </a:lnTo>
                <a:lnTo>
                  <a:pt x="634" y="136"/>
                </a:lnTo>
                <a:lnTo>
                  <a:pt x="634" y="137"/>
                </a:lnTo>
                <a:lnTo>
                  <a:pt x="634" y="138"/>
                </a:lnTo>
                <a:lnTo>
                  <a:pt x="634" y="139"/>
                </a:lnTo>
                <a:lnTo>
                  <a:pt x="634" y="140"/>
                </a:lnTo>
                <a:lnTo>
                  <a:pt x="633" y="140"/>
                </a:lnTo>
                <a:lnTo>
                  <a:pt x="632" y="140"/>
                </a:lnTo>
                <a:lnTo>
                  <a:pt x="631" y="140"/>
                </a:lnTo>
                <a:lnTo>
                  <a:pt x="630" y="139"/>
                </a:lnTo>
                <a:lnTo>
                  <a:pt x="630" y="140"/>
                </a:lnTo>
                <a:lnTo>
                  <a:pt x="629" y="140"/>
                </a:lnTo>
                <a:lnTo>
                  <a:pt x="628" y="139"/>
                </a:lnTo>
                <a:lnTo>
                  <a:pt x="627" y="140"/>
                </a:lnTo>
                <a:lnTo>
                  <a:pt x="626" y="140"/>
                </a:lnTo>
                <a:lnTo>
                  <a:pt x="626" y="141"/>
                </a:lnTo>
                <a:lnTo>
                  <a:pt x="626" y="142"/>
                </a:lnTo>
                <a:lnTo>
                  <a:pt x="626" y="143"/>
                </a:lnTo>
                <a:lnTo>
                  <a:pt x="626" y="144"/>
                </a:lnTo>
                <a:lnTo>
                  <a:pt x="625" y="144"/>
                </a:lnTo>
                <a:lnTo>
                  <a:pt x="625" y="146"/>
                </a:lnTo>
                <a:lnTo>
                  <a:pt x="626" y="146"/>
                </a:lnTo>
                <a:lnTo>
                  <a:pt x="626" y="148"/>
                </a:lnTo>
                <a:lnTo>
                  <a:pt x="627" y="148"/>
                </a:lnTo>
                <a:lnTo>
                  <a:pt x="626" y="148"/>
                </a:lnTo>
                <a:lnTo>
                  <a:pt x="627" y="149"/>
                </a:lnTo>
                <a:lnTo>
                  <a:pt x="627" y="151"/>
                </a:lnTo>
                <a:lnTo>
                  <a:pt x="627" y="152"/>
                </a:lnTo>
                <a:lnTo>
                  <a:pt x="629" y="152"/>
                </a:lnTo>
                <a:lnTo>
                  <a:pt x="630" y="152"/>
                </a:lnTo>
                <a:lnTo>
                  <a:pt x="631" y="152"/>
                </a:lnTo>
                <a:lnTo>
                  <a:pt x="632" y="152"/>
                </a:lnTo>
                <a:lnTo>
                  <a:pt x="633" y="152"/>
                </a:lnTo>
                <a:lnTo>
                  <a:pt x="634" y="153"/>
                </a:lnTo>
                <a:lnTo>
                  <a:pt x="634" y="154"/>
                </a:lnTo>
                <a:lnTo>
                  <a:pt x="635" y="155"/>
                </a:lnTo>
                <a:lnTo>
                  <a:pt x="636" y="155"/>
                </a:lnTo>
                <a:lnTo>
                  <a:pt x="636" y="156"/>
                </a:lnTo>
                <a:lnTo>
                  <a:pt x="637" y="156"/>
                </a:lnTo>
                <a:lnTo>
                  <a:pt x="638" y="156"/>
                </a:lnTo>
                <a:lnTo>
                  <a:pt x="638" y="157"/>
                </a:lnTo>
                <a:lnTo>
                  <a:pt x="639" y="157"/>
                </a:lnTo>
                <a:lnTo>
                  <a:pt x="638" y="157"/>
                </a:lnTo>
                <a:lnTo>
                  <a:pt x="639" y="158"/>
                </a:lnTo>
                <a:lnTo>
                  <a:pt x="640" y="158"/>
                </a:lnTo>
                <a:lnTo>
                  <a:pt x="641" y="159"/>
                </a:lnTo>
                <a:lnTo>
                  <a:pt x="641" y="160"/>
                </a:lnTo>
                <a:lnTo>
                  <a:pt x="642" y="160"/>
                </a:lnTo>
                <a:lnTo>
                  <a:pt x="643" y="160"/>
                </a:lnTo>
                <a:lnTo>
                  <a:pt x="644" y="160"/>
                </a:lnTo>
                <a:lnTo>
                  <a:pt x="644" y="159"/>
                </a:lnTo>
                <a:lnTo>
                  <a:pt x="645" y="159"/>
                </a:lnTo>
                <a:lnTo>
                  <a:pt x="646" y="159"/>
                </a:lnTo>
                <a:lnTo>
                  <a:pt x="647" y="160"/>
                </a:lnTo>
                <a:lnTo>
                  <a:pt x="647" y="161"/>
                </a:lnTo>
                <a:lnTo>
                  <a:pt x="648" y="162"/>
                </a:lnTo>
                <a:lnTo>
                  <a:pt x="649" y="162"/>
                </a:lnTo>
                <a:lnTo>
                  <a:pt x="650" y="162"/>
                </a:lnTo>
                <a:lnTo>
                  <a:pt x="650" y="161"/>
                </a:lnTo>
                <a:lnTo>
                  <a:pt x="651" y="162"/>
                </a:lnTo>
                <a:lnTo>
                  <a:pt x="652" y="162"/>
                </a:lnTo>
                <a:lnTo>
                  <a:pt x="653" y="162"/>
                </a:lnTo>
                <a:lnTo>
                  <a:pt x="653" y="163"/>
                </a:lnTo>
                <a:lnTo>
                  <a:pt x="653" y="164"/>
                </a:lnTo>
                <a:lnTo>
                  <a:pt x="654" y="165"/>
                </a:lnTo>
                <a:lnTo>
                  <a:pt x="655" y="166"/>
                </a:lnTo>
                <a:lnTo>
                  <a:pt x="656" y="166"/>
                </a:lnTo>
                <a:lnTo>
                  <a:pt x="656" y="167"/>
                </a:lnTo>
                <a:lnTo>
                  <a:pt x="657" y="167"/>
                </a:lnTo>
                <a:lnTo>
                  <a:pt x="657" y="168"/>
                </a:lnTo>
                <a:lnTo>
                  <a:pt x="658" y="168"/>
                </a:lnTo>
                <a:lnTo>
                  <a:pt x="658" y="169"/>
                </a:lnTo>
                <a:lnTo>
                  <a:pt x="659" y="169"/>
                </a:lnTo>
                <a:lnTo>
                  <a:pt x="659" y="168"/>
                </a:lnTo>
                <a:lnTo>
                  <a:pt x="660" y="168"/>
                </a:lnTo>
                <a:lnTo>
                  <a:pt x="660" y="169"/>
                </a:lnTo>
                <a:lnTo>
                  <a:pt x="661" y="169"/>
                </a:lnTo>
                <a:lnTo>
                  <a:pt x="661" y="168"/>
                </a:lnTo>
                <a:lnTo>
                  <a:pt x="663" y="167"/>
                </a:lnTo>
                <a:lnTo>
                  <a:pt x="664" y="168"/>
                </a:lnTo>
                <a:lnTo>
                  <a:pt x="664" y="169"/>
                </a:lnTo>
                <a:lnTo>
                  <a:pt x="665" y="169"/>
                </a:lnTo>
                <a:lnTo>
                  <a:pt x="665" y="170"/>
                </a:lnTo>
                <a:lnTo>
                  <a:pt x="666" y="171"/>
                </a:lnTo>
                <a:lnTo>
                  <a:pt x="667" y="171"/>
                </a:lnTo>
                <a:lnTo>
                  <a:pt x="668" y="171"/>
                </a:lnTo>
                <a:lnTo>
                  <a:pt x="669" y="170"/>
                </a:lnTo>
                <a:lnTo>
                  <a:pt x="669" y="171"/>
                </a:lnTo>
                <a:lnTo>
                  <a:pt x="670" y="171"/>
                </a:lnTo>
                <a:lnTo>
                  <a:pt x="671" y="171"/>
                </a:lnTo>
                <a:lnTo>
                  <a:pt x="672" y="171"/>
                </a:lnTo>
                <a:lnTo>
                  <a:pt x="672" y="170"/>
                </a:lnTo>
                <a:lnTo>
                  <a:pt x="673" y="170"/>
                </a:lnTo>
                <a:lnTo>
                  <a:pt x="674" y="170"/>
                </a:lnTo>
                <a:lnTo>
                  <a:pt x="674" y="169"/>
                </a:lnTo>
                <a:lnTo>
                  <a:pt x="675" y="169"/>
                </a:lnTo>
                <a:lnTo>
                  <a:pt x="676" y="169"/>
                </a:lnTo>
                <a:lnTo>
                  <a:pt x="676" y="170"/>
                </a:lnTo>
                <a:lnTo>
                  <a:pt x="677" y="171"/>
                </a:lnTo>
                <a:lnTo>
                  <a:pt x="678" y="172"/>
                </a:lnTo>
                <a:lnTo>
                  <a:pt x="679" y="172"/>
                </a:lnTo>
                <a:lnTo>
                  <a:pt x="679" y="173"/>
                </a:lnTo>
                <a:lnTo>
                  <a:pt x="679" y="174"/>
                </a:lnTo>
                <a:lnTo>
                  <a:pt x="680" y="175"/>
                </a:lnTo>
                <a:lnTo>
                  <a:pt x="682" y="175"/>
                </a:lnTo>
                <a:lnTo>
                  <a:pt x="683" y="174"/>
                </a:lnTo>
                <a:lnTo>
                  <a:pt x="684" y="174"/>
                </a:lnTo>
                <a:lnTo>
                  <a:pt x="684" y="173"/>
                </a:lnTo>
                <a:lnTo>
                  <a:pt x="685" y="173"/>
                </a:lnTo>
                <a:lnTo>
                  <a:pt x="686" y="173"/>
                </a:lnTo>
                <a:lnTo>
                  <a:pt x="687" y="172"/>
                </a:lnTo>
                <a:lnTo>
                  <a:pt x="688" y="172"/>
                </a:lnTo>
                <a:lnTo>
                  <a:pt x="689" y="172"/>
                </a:lnTo>
                <a:lnTo>
                  <a:pt x="689" y="171"/>
                </a:lnTo>
                <a:lnTo>
                  <a:pt x="690" y="171"/>
                </a:lnTo>
                <a:lnTo>
                  <a:pt x="691" y="171"/>
                </a:lnTo>
                <a:lnTo>
                  <a:pt x="692" y="171"/>
                </a:lnTo>
                <a:lnTo>
                  <a:pt x="692" y="170"/>
                </a:lnTo>
                <a:lnTo>
                  <a:pt x="693" y="170"/>
                </a:lnTo>
                <a:lnTo>
                  <a:pt x="694" y="170"/>
                </a:lnTo>
                <a:lnTo>
                  <a:pt x="695" y="170"/>
                </a:lnTo>
                <a:lnTo>
                  <a:pt x="696" y="170"/>
                </a:lnTo>
                <a:lnTo>
                  <a:pt x="696" y="171"/>
                </a:lnTo>
                <a:lnTo>
                  <a:pt x="697" y="171"/>
                </a:lnTo>
                <a:lnTo>
                  <a:pt x="698" y="171"/>
                </a:lnTo>
                <a:lnTo>
                  <a:pt x="698" y="172"/>
                </a:lnTo>
                <a:lnTo>
                  <a:pt x="698" y="173"/>
                </a:lnTo>
                <a:lnTo>
                  <a:pt x="699" y="173"/>
                </a:lnTo>
                <a:lnTo>
                  <a:pt x="699" y="174"/>
                </a:lnTo>
                <a:lnTo>
                  <a:pt x="699" y="175"/>
                </a:lnTo>
                <a:lnTo>
                  <a:pt x="700" y="175"/>
                </a:lnTo>
                <a:lnTo>
                  <a:pt x="700" y="176"/>
                </a:lnTo>
                <a:lnTo>
                  <a:pt x="701" y="175"/>
                </a:lnTo>
                <a:lnTo>
                  <a:pt x="703" y="175"/>
                </a:lnTo>
                <a:lnTo>
                  <a:pt x="704" y="175"/>
                </a:lnTo>
                <a:lnTo>
                  <a:pt x="705" y="174"/>
                </a:lnTo>
                <a:lnTo>
                  <a:pt x="706" y="174"/>
                </a:lnTo>
                <a:lnTo>
                  <a:pt x="707" y="173"/>
                </a:lnTo>
                <a:lnTo>
                  <a:pt x="707" y="172"/>
                </a:lnTo>
                <a:lnTo>
                  <a:pt x="708" y="172"/>
                </a:lnTo>
                <a:lnTo>
                  <a:pt x="709" y="172"/>
                </a:lnTo>
                <a:lnTo>
                  <a:pt x="710" y="171"/>
                </a:lnTo>
                <a:lnTo>
                  <a:pt x="710" y="170"/>
                </a:lnTo>
                <a:lnTo>
                  <a:pt x="710" y="169"/>
                </a:lnTo>
                <a:lnTo>
                  <a:pt x="710" y="168"/>
                </a:lnTo>
                <a:lnTo>
                  <a:pt x="711" y="168"/>
                </a:lnTo>
                <a:lnTo>
                  <a:pt x="712" y="168"/>
                </a:lnTo>
                <a:lnTo>
                  <a:pt x="713" y="169"/>
                </a:lnTo>
                <a:lnTo>
                  <a:pt x="714" y="170"/>
                </a:lnTo>
                <a:lnTo>
                  <a:pt x="715" y="170"/>
                </a:lnTo>
                <a:lnTo>
                  <a:pt x="715" y="169"/>
                </a:lnTo>
                <a:lnTo>
                  <a:pt x="716" y="169"/>
                </a:lnTo>
                <a:lnTo>
                  <a:pt x="717" y="169"/>
                </a:lnTo>
                <a:lnTo>
                  <a:pt x="718" y="168"/>
                </a:lnTo>
                <a:lnTo>
                  <a:pt x="719" y="168"/>
                </a:lnTo>
                <a:lnTo>
                  <a:pt x="720" y="167"/>
                </a:lnTo>
                <a:lnTo>
                  <a:pt x="721" y="167"/>
                </a:lnTo>
                <a:lnTo>
                  <a:pt x="722" y="167"/>
                </a:lnTo>
                <a:lnTo>
                  <a:pt x="722" y="166"/>
                </a:lnTo>
                <a:lnTo>
                  <a:pt x="722" y="165"/>
                </a:lnTo>
                <a:lnTo>
                  <a:pt x="723" y="164"/>
                </a:lnTo>
                <a:lnTo>
                  <a:pt x="724" y="164"/>
                </a:lnTo>
                <a:lnTo>
                  <a:pt x="726" y="163"/>
                </a:lnTo>
                <a:lnTo>
                  <a:pt x="727" y="163"/>
                </a:lnTo>
                <a:lnTo>
                  <a:pt x="728" y="162"/>
                </a:lnTo>
                <a:lnTo>
                  <a:pt x="729" y="161"/>
                </a:lnTo>
                <a:lnTo>
                  <a:pt x="730" y="161"/>
                </a:lnTo>
                <a:lnTo>
                  <a:pt x="730" y="162"/>
                </a:lnTo>
                <a:lnTo>
                  <a:pt x="731" y="162"/>
                </a:lnTo>
                <a:lnTo>
                  <a:pt x="731" y="161"/>
                </a:lnTo>
                <a:lnTo>
                  <a:pt x="731" y="160"/>
                </a:lnTo>
                <a:lnTo>
                  <a:pt x="732" y="159"/>
                </a:lnTo>
                <a:lnTo>
                  <a:pt x="731" y="159"/>
                </a:lnTo>
                <a:lnTo>
                  <a:pt x="731" y="158"/>
                </a:lnTo>
                <a:lnTo>
                  <a:pt x="731" y="159"/>
                </a:lnTo>
                <a:lnTo>
                  <a:pt x="730" y="159"/>
                </a:lnTo>
                <a:lnTo>
                  <a:pt x="730" y="158"/>
                </a:lnTo>
                <a:lnTo>
                  <a:pt x="730" y="157"/>
                </a:lnTo>
                <a:lnTo>
                  <a:pt x="729" y="157"/>
                </a:lnTo>
                <a:lnTo>
                  <a:pt x="729" y="156"/>
                </a:lnTo>
                <a:lnTo>
                  <a:pt x="728" y="156"/>
                </a:lnTo>
                <a:lnTo>
                  <a:pt x="728" y="155"/>
                </a:lnTo>
                <a:lnTo>
                  <a:pt x="728" y="154"/>
                </a:lnTo>
                <a:lnTo>
                  <a:pt x="727" y="153"/>
                </a:lnTo>
                <a:lnTo>
                  <a:pt x="727" y="152"/>
                </a:lnTo>
                <a:lnTo>
                  <a:pt x="726" y="152"/>
                </a:lnTo>
                <a:lnTo>
                  <a:pt x="726" y="151"/>
                </a:lnTo>
                <a:lnTo>
                  <a:pt x="726" y="150"/>
                </a:lnTo>
                <a:lnTo>
                  <a:pt x="726" y="149"/>
                </a:lnTo>
                <a:lnTo>
                  <a:pt x="726" y="148"/>
                </a:lnTo>
                <a:lnTo>
                  <a:pt x="725" y="147"/>
                </a:lnTo>
                <a:lnTo>
                  <a:pt x="726" y="146"/>
                </a:lnTo>
                <a:lnTo>
                  <a:pt x="727" y="146"/>
                </a:lnTo>
                <a:lnTo>
                  <a:pt x="727" y="145"/>
                </a:lnTo>
                <a:lnTo>
                  <a:pt x="728" y="144"/>
                </a:lnTo>
                <a:lnTo>
                  <a:pt x="727" y="144"/>
                </a:lnTo>
                <a:lnTo>
                  <a:pt x="727" y="142"/>
                </a:lnTo>
                <a:lnTo>
                  <a:pt x="728" y="141"/>
                </a:lnTo>
                <a:lnTo>
                  <a:pt x="729" y="141"/>
                </a:lnTo>
                <a:lnTo>
                  <a:pt x="730" y="141"/>
                </a:lnTo>
                <a:lnTo>
                  <a:pt x="731" y="141"/>
                </a:lnTo>
                <a:lnTo>
                  <a:pt x="732" y="141"/>
                </a:lnTo>
                <a:lnTo>
                  <a:pt x="734" y="142"/>
                </a:lnTo>
                <a:lnTo>
                  <a:pt x="735" y="143"/>
                </a:lnTo>
                <a:lnTo>
                  <a:pt x="735" y="144"/>
                </a:lnTo>
                <a:lnTo>
                  <a:pt x="735" y="145"/>
                </a:lnTo>
                <a:lnTo>
                  <a:pt x="735" y="146"/>
                </a:lnTo>
                <a:lnTo>
                  <a:pt x="735" y="147"/>
                </a:lnTo>
                <a:lnTo>
                  <a:pt x="735" y="148"/>
                </a:lnTo>
                <a:lnTo>
                  <a:pt x="736" y="148"/>
                </a:lnTo>
                <a:lnTo>
                  <a:pt x="737" y="149"/>
                </a:lnTo>
                <a:lnTo>
                  <a:pt x="737" y="150"/>
                </a:lnTo>
                <a:lnTo>
                  <a:pt x="738" y="150"/>
                </a:lnTo>
                <a:lnTo>
                  <a:pt x="738" y="151"/>
                </a:lnTo>
                <a:lnTo>
                  <a:pt x="738" y="152"/>
                </a:lnTo>
                <a:lnTo>
                  <a:pt x="738" y="153"/>
                </a:lnTo>
                <a:lnTo>
                  <a:pt x="738" y="154"/>
                </a:lnTo>
                <a:lnTo>
                  <a:pt x="738" y="155"/>
                </a:lnTo>
                <a:lnTo>
                  <a:pt x="738" y="156"/>
                </a:lnTo>
                <a:lnTo>
                  <a:pt x="739" y="156"/>
                </a:lnTo>
                <a:lnTo>
                  <a:pt x="739" y="155"/>
                </a:lnTo>
                <a:lnTo>
                  <a:pt x="740" y="155"/>
                </a:lnTo>
                <a:lnTo>
                  <a:pt x="740" y="156"/>
                </a:lnTo>
                <a:lnTo>
                  <a:pt x="740" y="157"/>
                </a:lnTo>
                <a:lnTo>
                  <a:pt x="741" y="158"/>
                </a:lnTo>
                <a:lnTo>
                  <a:pt x="742" y="158"/>
                </a:lnTo>
                <a:lnTo>
                  <a:pt x="742" y="159"/>
                </a:lnTo>
                <a:lnTo>
                  <a:pt x="741" y="159"/>
                </a:lnTo>
                <a:lnTo>
                  <a:pt x="740" y="160"/>
                </a:lnTo>
                <a:lnTo>
                  <a:pt x="740" y="161"/>
                </a:lnTo>
                <a:lnTo>
                  <a:pt x="741" y="161"/>
                </a:lnTo>
                <a:lnTo>
                  <a:pt x="741" y="162"/>
                </a:lnTo>
                <a:lnTo>
                  <a:pt x="742" y="162"/>
                </a:lnTo>
                <a:lnTo>
                  <a:pt x="743" y="162"/>
                </a:lnTo>
                <a:lnTo>
                  <a:pt x="743" y="163"/>
                </a:lnTo>
                <a:lnTo>
                  <a:pt x="744" y="163"/>
                </a:lnTo>
                <a:lnTo>
                  <a:pt x="744" y="164"/>
                </a:lnTo>
                <a:lnTo>
                  <a:pt x="744" y="165"/>
                </a:lnTo>
                <a:lnTo>
                  <a:pt x="745" y="165"/>
                </a:lnTo>
                <a:lnTo>
                  <a:pt x="746" y="165"/>
                </a:lnTo>
                <a:lnTo>
                  <a:pt x="747" y="164"/>
                </a:lnTo>
                <a:lnTo>
                  <a:pt x="748" y="164"/>
                </a:lnTo>
                <a:lnTo>
                  <a:pt x="749" y="164"/>
                </a:lnTo>
                <a:lnTo>
                  <a:pt x="749" y="163"/>
                </a:lnTo>
                <a:lnTo>
                  <a:pt x="750" y="163"/>
                </a:lnTo>
                <a:lnTo>
                  <a:pt x="750" y="162"/>
                </a:lnTo>
                <a:lnTo>
                  <a:pt x="751" y="162"/>
                </a:lnTo>
                <a:lnTo>
                  <a:pt x="752" y="161"/>
                </a:lnTo>
                <a:lnTo>
                  <a:pt x="753" y="161"/>
                </a:lnTo>
                <a:lnTo>
                  <a:pt x="754" y="161"/>
                </a:lnTo>
                <a:lnTo>
                  <a:pt x="754" y="160"/>
                </a:lnTo>
                <a:lnTo>
                  <a:pt x="754" y="159"/>
                </a:lnTo>
                <a:lnTo>
                  <a:pt x="755" y="159"/>
                </a:lnTo>
                <a:lnTo>
                  <a:pt x="756" y="159"/>
                </a:lnTo>
                <a:lnTo>
                  <a:pt x="757" y="159"/>
                </a:lnTo>
                <a:lnTo>
                  <a:pt x="758" y="158"/>
                </a:lnTo>
                <a:lnTo>
                  <a:pt x="759" y="158"/>
                </a:lnTo>
                <a:lnTo>
                  <a:pt x="760" y="158"/>
                </a:lnTo>
                <a:lnTo>
                  <a:pt x="760" y="159"/>
                </a:lnTo>
                <a:lnTo>
                  <a:pt x="761" y="160"/>
                </a:lnTo>
                <a:lnTo>
                  <a:pt x="761" y="159"/>
                </a:lnTo>
                <a:lnTo>
                  <a:pt x="762" y="159"/>
                </a:lnTo>
                <a:lnTo>
                  <a:pt x="763" y="158"/>
                </a:lnTo>
                <a:lnTo>
                  <a:pt x="763" y="157"/>
                </a:lnTo>
                <a:lnTo>
                  <a:pt x="764" y="157"/>
                </a:lnTo>
                <a:lnTo>
                  <a:pt x="764" y="158"/>
                </a:lnTo>
                <a:lnTo>
                  <a:pt x="764" y="157"/>
                </a:lnTo>
                <a:lnTo>
                  <a:pt x="764" y="156"/>
                </a:lnTo>
                <a:lnTo>
                  <a:pt x="764" y="155"/>
                </a:lnTo>
                <a:lnTo>
                  <a:pt x="765" y="154"/>
                </a:lnTo>
                <a:lnTo>
                  <a:pt x="764" y="153"/>
                </a:lnTo>
                <a:lnTo>
                  <a:pt x="765" y="152"/>
                </a:lnTo>
                <a:lnTo>
                  <a:pt x="766" y="152"/>
                </a:lnTo>
                <a:lnTo>
                  <a:pt x="766" y="153"/>
                </a:lnTo>
                <a:lnTo>
                  <a:pt x="767" y="153"/>
                </a:lnTo>
                <a:lnTo>
                  <a:pt x="767" y="152"/>
                </a:lnTo>
                <a:lnTo>
                  <a:pt x="768" y="152"/>
                </a:lnTo>
                <a:lnTo>
                  <a:pt x="769" y="152"/>
                </a:lnTo>
                <a:lnTo>
                  <a:pt x="769" y="151"/>
                </a:lnTo>
                <a:lnTo>
                  <a:pt x="770" y="151"/>
                </a:lnTo>
                <a:lnTo>
                  <a:pt x="771" y="151"/>
                </a:lnTo>
                <a:lnTo>
                  <a:pt x="772" y="151"/>
                </a:lnTo>
                <a:lnTo>
                  <a:pt x="773" y="152"/>
                </a:lnTo>
                <a:lnTo>
                  <a:pt x="774" y="152"/>
                </a:lnTo>
                <a:lnTo>
                  <a:pt x="775" y="151"/>
                </a:lnTo>
                <a:lnTo>
                  <a:pt x="776" y="151"/>
                </a:lnTo>
                <a:lnTo>
                  <a:pt x="777" y="151"/>
                </a:lnTo>
                <a:lnTo>
                  <a:pt x="777" y="150"/>
                </a:lnTo>
                <a:lnTo>
                  <a:pt x="778" y="150"/>
                </a:lnTo>
                <a:lnTo>
                  <a:pt x="779" y="150"/>
                </a:lnTo>
                <a:lnTo>
                  <a:pt x="779" y="151"/>
                </a:lnTo>
                <a:lnTo>
                  <a:pt x="780" y="152"/>
                </a:lnTo>
                <a:lnTo>
                  <a:pt x="781" y="152"/>
                </a:lnTo>
                <a:lnTo>
                  <a:pt x="781" y="151"/>
                </a:lnTo>
                <a:lnTo>
                  <a:pt x="782" y="151"/>
                </a:lnTo>
                <a:lnTo>
                  <a:pt x="782" y="150"/>
                </a:lnTo>
                <a:lnTo>
                  <a:pt x="782" y="149"/>
                </a:lnTo>
                <a:lnTo>
                  <a:pt x="783" y="149"/>
                </a:lnTo>
                <a:lnTo>
                  <a:pt x="784" y="149"/>
                </a:lnTo>
                <a:lnTo>
                  <a:pt x="784" y="148"/>
                </a:lnTo>
                <a:lnTo>
                  <a:pt x="785" y="149"/>
                </a:lnTo>
                <a:lnTo>
                  <a:pt x="785" y="150"/>
                </a:lnTo>
                <a:lnTo>
                  <a:pt x="786" y="151"/>
                </a:lnTo>
                <a:lnTo>
                  <a:pt x="787" y="152"/>
                </a:lnTo>
                <a:lnTo>
                  <a:pt x="788" y="152"/>
                </a:lnTo>
                <a:lnTo>
                  <a:pt x="789" y="152"/>
                </a:lnTo>
                <a:lnTo>
                  <a:pt x="789" y="153"/>
                </a:lnTo>
                <a:lnTo>
                  <a:pt x="789" y="154"/>
                </a:lnTo>
                <a:lnTo>
                  <a:pt x="789" y="155"/>
                </a:lnTo>
                <a:lnTo>
                  <a:pt x="789" y="156"/>
                </a:lnTo>
                <a:lnTo>
                  <a:pt x="788" y="156"/>
                </a:lnTo>
                <a:lnTo>
                  <a:pt x="787" y="156"/>
                </a:lnTo>
                <a:lnTo>
                  <a:pt x="786" y="156"/>
                </a:lnTo>
                <a:lnTo>
                  <a:pt x="786" y="157"/>
                </a:lnTo>
                <a:lnTo>
                  <a:pt x="786" y="158"/>
                </a:lnTo>
                <a:lnTo>
                  <a:pt x="787" y="158"/>
                </a:lnTo>
                <a:lnTo>
                  <a:pt x="787" y="159"/>
                </a:lnTo>
                <a:lnTo>
                  <a:pt x="787" y="160"/>
                </a:lnTo>
                <a:lnTo>
                  <a:pt x="788" y="160"/>
                </a:lnTo>
                <a:lnTo>
                  <a:pt x="789" y="160"/>
                </a:lnTo>
                <a:lnTo>
                  <a:pt x="789" y="161"/>
                </a:lnTo>
                <a:lnTo>
                  <a:pt x="790" y="161"/>
                </a:lnTo>
                <a:lnTo>
                  <a:pt x="790" y="162"/>
                </a:lnTo>
                <a:lnTo>
                  <a:pt x="790" y="163"/>
                </a:lnTo>
                <a:lnTo>
                  <a:pt x="791" y="163"/>
                </a:lnTo>
                <a:lnTo>
                  <a:pt x="792" y="163"/>
                </a:lnTo>
                <a:lnTo>
                  <a:pt x="792" y="162"/>
                </a:lnTo>
                <a:lnTo>
                  <a:pt x="792" y="163"/>
                </a:lnTo>
                <a:lnTo>
                  <a:pt x="793" y="163"/>
                </a:lnTo>
                <a:lnTo>
                  <a:pt x="794" y="163"/>
                </a:lnTo>
                <a:lnTo>
                  <a:pt x="794" y="164"/>
                </a:lnTo>
                <a:lnTo>
                  <a:pt x="795" y="164"/>
                </a:lnTo>
                <a:lnTo>
                  <a:pt x="796" y="164"/>
                </a:lnTo>
                <a:lnTo>
                  <a:pt x="796" y="165"/>
                </a:lnTo>
                <a:lnTo>
                  <a:pt x="797" y="165"/>
                </a:lnTo>
                <a:lnTo>
                  <a:pt x="797" y="166"/>
                </a:lnTo>
                <a:lnTo>
                  <a:pt x="797" y="165"/>
                </a:lnTo>
                <a:lnTo>
                  <a:pt x="799" y="165"/>
                </a:lnTo>
                <a:lnTo>
                  <a:pt x="800" y="165"/>
                </a:lnTo>
                <a:lnTo>
                  <a:pt x="800" y="166"/>
                </a:lnTo>
                <a:lnTo>
                  <a:pt x="801" y="166"/>
                </a:lnTo>
                <a:lnTo>
                  <a:pt x="802" y="166"/>
                </a:lnTo>
                <a:lnTo>
                  <a:pt x="803" y="165"/>
                </a:lnTo>
                <a:lnTo>
                  <a:pt x="804" y="165"/>
                </a:lnTo>
                <a:lnTo>
                  <a:pt x="804" y="166"/>
                </a:lnTo>
                <a:lnTo>
                  <a:pt x="804" y="167"/>
                </a:lnTo>
                <a:lnTo>
                  <a:pt x="805" y="167"/>
                </a:lnTo>
                <a:lnTo>
                  <a:pt x="805" y="168"/>
                </a:lnTo>
                <a:lnTo>
                  <a:pt x="806" y="168"/>
                </a:lnTo>
                <a:lnTo>
                  <a:pt x="807" y="168"/>
                </a:lnTo>
                <a:lnTo>
                  <a:pt x="807" y="167"/>
                </a:lnTo>
                <a:lnTo>
                  <a:pt x="808" y="167"/>
                </a:lnTo>
                <a:lnTo>
                  <a:pt x="808" y="168"/>
                </a:lnTo>
                <a:lnTo>
                  <a:pt x="809" y="168"/>
                </a:lnTo>
                <a:lnTo>
                  <a:pt x="810" y="168"/>
                </a:lnTo>
                <a:lnTo>
                  <a:pt x="811" y="168"/>
                </a:lnTo>
                <a:lnTo>
                  <a:pt x="812" y="168"/>
                </a:lnTo>
                <a:lnTo>
                  <a:pt x="813" y="169"/>
                </a:lnTo>
                <a:lnTo>
                  <a:pt x="814" y="169"/>
                </a:lnTo>
                <a:lnTo>
                  <a:pt x="815" y="170"/>
                </a:lnTo>
                <a:lnTo>
                  <a:pt x="815" y="171"/>
                </a:lnTo>
                <a:lnTo>
                  <a:pt x="816" y="173"/>
                </a:lnTo>
                <a:lnTo>
                  <a:pt x="817" y="173"/>
                </a:lnTo>
                <a:lnTo>
                  <a:pt x="818" y="173"/>
                </a:lnTo>
                <a:lnTo>
                  <a:pt x="819" y="173"/>
                </a:lnTo>
                <a:lnTo>
                  <a:pt x="820" y="172"/>
                </a:lnTo>
                <a:lnTo>
                  <a:pt x="821" y="172"/>
                </a:lnTo>
                <a:lnTo>
                  <a:pt x="821" y="171"/>
                </a:lnTo>
                <a:lnTo>
                  <a:pt x="821" y="170"/>
                </a:lnTo>
                <a:lnTo>
                  <a:pt x="821" y="169"/>
                </a:lnTo>
                <a:lnTo>
                  <a:pt x="822" y="169"/>
                </a:lnTo>
                <a:lnTo>
                  <a:pt x="822" y="170"/>
                </a:lnTo>
                <a:lnTo>
                  <a:pt x="823" y="170"/>
                </a:lnTo>
                <a:lnTo>
                  <a:pt x="825" y="170"/>
                </a:lnTo>
                <a:lnTo>
                  <a:pt x="825" y="169"/>
                </a:lnTo>
                <a:lnTo>
                  <a:pt x="826" y="169"/>
                </a:lnTo>
                <a:lnTo>
                  <a:pt x="827" y="168"/>
                </a:lnTo>
                <a:lnTo>
                  <a:pt x="828" y="168"/>
                </a:lnTo>
                <a:lnTo>
                  <a:pt x="829" y="168"/>
                </a:lnTo>
                <a:lnTo>
                  <a:pt x="830" y="167"/>
                </a:lnTo>
                <a:lnTo>
                  <a:pt x="830" y="168"/>
                </a:lnTo>
                <a:lnTo>
                  <a:pt x="831" y="168"/>
                </a:lnTo>
                <a:lnTo>
                  <a:pt x="832" y="167"/>
                </a:lnTo>
                <a:lnTo>
                  <a:pt x="833" y="166"/>
                </a:lnTo>
                <a:lnTo>
                  <a:pt x="834" y="166"/>
                </a:lnTo>
                <a:lnTo>
                  <a:pt x="835" y="166"/>
                </a:lnTo>
                <a:lnTo>
                  <a:pt x="836" y="167"/>
                </a:lnTo>
                <a:lnTo>
                  <a:pt x="837" y="167"/>
                </a:lnTo>
                <a:lnTo>
                  <a:pt x="838" y="166"/>
                </a:lnTo>
                <a:lnTo>
                  <a:pt x="839" y="166"/>
                </a:lnTo>
                <a:lnTo>
                  <a:pt x="840" y="166"/>
                </a:lnTo>
                <a:lnTo>
                  <a:pt x="841" y="165"/>
                </a:lnTo>
                <a:lnTo>
                  <a:pt x="841" y="164"/>
                </a:lnTo>
                <a:lnTo>
                  <a:pt x="842" y="164"/>
                </a:lnTo>
                <a:lnTo>
                  <a:pt x="843" y="164"/>
                </a:lnTo>
                <a:lnTo>
                  <a:pt x="844" y="163"/>
                </a:lnTo>
                <a:lnTo>
                  <a:pt x="845" y="162"/>
                </a:lnTo>
                <a:lnTo>
                  <a:pt x="846" y="161"/>
                </a:lnTo>
                <a:lnTo>
                  <a:pt x="847" y="161"/>
                </a:lnTo>
                <a:lnTo>
                  <a:pt x="848" y="161"/>
                </a:lnTo>
                <a:lnTo>
                  <a:pt x="850" y="161"/>
                </a:lnTo>
                <a:lnTo>
                  <a:pt x="851" y="161"/>
                </a:lnTo>
                <a:lnTo>
                  <a:pt x="851" y="162"/>
                </a:lnTo>
                <a:lnTo>
                  <a:pt x="851" y="163"/>
                </a:lnTo>
                <a:lnTo>
                  <a:pt x="851" y="164"/>
                </a:lnTo>
                <a:lnTo>
                  <a:pt x="851" y="165"/>
                </a:lnTo>
                <a:lnTo>
                  <a:pt x="852" y="164"/>
                </a:lnTo>
                <a:lnTo>
                  <a:pt x="854" y="164"/>
                </a:lnTo>
                <a:lnTo>
                  <a:pt x="855" y="164"/>
                </a:lnTo>
                <a:lnTo>
                  <a:pt x="856" y="164"/>
                </a:lnTo>
                <a:lnTo>
                  <a:pt x="856" y="163"/>
                </a:lnTo>
                <a:lnTo>
                  <a:pt x="857" y="163"/>
                </a:lnTo>
                <a:lnTo>
                  <a:pt x="858" y="162"/>
                </a:lnTo>
                <a:lnTo>
                  <a:pt x="859" y="162"/>
                </a:lnTo>
                <a:lnTo>
                  <a:pt x="860" y="163"/>
                </a:lnTo>
                <a:lnTo>
                  <a:pt x="861" y="163"/>
                </a:lnTo>
                <a:lnTo>
                  <a:pt x="861" y="162"/>
                </a:lnTo>
                <a:lnTo>
                  <a:pt x="862" y="163"/>
                </a:lnTo>
                <a:lnTo>
                  <a:pt x="862" y="164"/>
                </a:lnTo>
                <a:lnTo>
                  <a:pt x="863" y="164"/>
                </a:lnTo>
                <a:lnTo>
                  <a:pt x="865" y="164"/>
                </a:lnTo>
                <a:lnTo>
                  <a:pt x="866" y="164"/>
                </a:lnTo>
                <a:lnTo>
                  <a:pt x="866" y="163"/>
                </a:lnTo>
                <a:lnTo>
                  <a:pt x="867" y="163"/>
                </a:lnTo>
                <a:lnTo>
                  <a:pt x="868" y="163"/>
                </a:lnTo>
                <a:lnTo>
                  <a:pt x="868" y="164"/>
                </a:lnTo>
                <a:lnTo>
                  <a:pt x="869" y="164"/>
                </a:lnTo>
                <a:lnTo>
                  <a:pt x="870" y="164"/>
                </a:lnTo>
                <a:lnTo>
                  <a:pt x="871" y="163"/>
                </a:lnTo>
                <a:lnTo>
                  <a:pt x="871" y="162"/>
                </a:lnTo>
                <a:lnTo>
                  <a:pt x="872" y="162"/>
                </a:lnTo>
                <a:lnTo>
                  <a:pt x="872" y="163"/>
                </a:lnTo>
                <a:lnTo>
                  <a:pt x="873" y="163"/>
                </a:lnTo>
                <a:lnTo>
                  <a:pt x="873" y="164"/>
                </a:lnTo>
                <a:lnTo>
                  <a:pt x="874" y="164"/>
                </a:lnTo>
                <a:lnTo>
                  <a:pt x="875" y="163"/>
                </a:lnTo>
                <a:lnTo>
                  <a:pt x="876" y="164"/>
                </a:lnTo>
                <a:lnTo>
                  <a:pt x="876" y="165"/>
                </a:lnTo>
                <a:lnTo>
                  <a:pt x="877" y="165"/>
                </a:lnTo>
                <a:lnTo>
                  <a:pt x="876" y="165"/>
                </a:lnTo>
                <a:lnTo>
                  <a:pt x="876" y="166"/>
                </a:lnTo>
                <a:lnTo>
                  <a:pt x="876" y="167"/>
                </a:lnTo>
                <a:lnTo>
                  <a:pt x="876" y="168"/>
                </a:lnTo>
                <a:lnTo>
                  <a:pt x="877" y="168"/>
                </a:lnTo>
                <a:lnTo>
                  <a:pt x="878" y="168"/>
                </a:lnTo>
                <a:lnTo>
                  <a:pt x="879" y="168"/>
                </a:lnTo>
                <a:lnTo>
                  <a:pt x="879" y="169"/>
                </a:lnTo>
                <a:lnTo>
                  <a:pt x="879" y="170"/>
                </a:lnTo>
                <a:lnTo>
                  <a:pt x="879" y="171"/>
                </a:lnTo>
                <a:lnTo>
                  <a:pt x="879" y="173"/>
                </a:lnTo>
                <a:lnTo>
                  <a:pt x="879" y="174"/>
                </a:lnTo>
                <a:lnTo>
                  <a:pt x="879" y="175"/>
                </a:lnTo>
                <a:lnTo>
                  <a:pt x="880" y="175"/>
                </a:lnTo>
                <a:lnTo>
                  <a:pt x="880" y="176"/>
                </a:lnTo>
                <a:lnTo>
                  <a:pt x="879" y="176"/>
                </a:lnTo>
                <a:lnTo>
                  <a:pt x="879" y="177"/>
                </a:lnTo>
                <a:lnTo>
                  <a:pt x="879" y="178"/>
                </a:lnTo>
                <a:lnTo>
                  <a:pt x="879" y="179"/>
                </a:lnTo>
                <a:lnTo>
                  <a:pt x="878" y="179"/>
                </a:lnTo>
                <a:lnTo>
                  <a:pt x="879" y="179"/>
                </a:lnTo>
                <a:lnTo>
                  <a:pt x="879" y="180"/>
                </a:lnTo>
                <a:lnTo>
                  <a:pt x="878" y="181"/>
                </a:lnTo>
                <a:lnTo>
                  <a:pt x="877" y="181"/>
                </a:lnTo>
                <a:lnTo>
                  <a:pt x="877" y="182"/>
                </a:lnTo>
                <a:lnTo>
                  <a:pt x="878" y="182"/>
                </a:lnTo>
                <a:lnTo>
                  <a:pt x="878" y="183"/>
                </a:lnTo>
                <a:lnTo>
                  <a:pt x="879" y="183"/>
                </a:lnTo>
                <a:lnTo>
                  <a:pt x="879" y="184"/>
                </a:lnTo>
                <a:lnTo>
                  <a:pt x="880" y="184"/>
                </a:lnTo>
                <a:lnTo>
                  <a:pt x="881" y="184"/>
                </a:lnTo>
                <a:lnTo>
                  <a:pt x="881" y="185"/>
                </a:lnTo>
                <a:lnTo>
                  <a:pt x="880" y="185"/>
                </a:lnTo>
                <a:lnTo>
                  <a:pt x="881" y="185"/>
                </a:lnTo>
                <a:lnTo>
                  <a:pt x="881" y="186"/>
                </a:lnTo>
                <a:lnTo>
                  <a:pt x="882" y="186"/>
                </a:lnTo>
                <a:lnTo>
                  <a:pt x="881" y="187"/>
                </a:lnTo>
                <a:lnTo>
                  <a:pt x="882" y="187"/>
                </a:lnTo>
                <a:lnTo>
                  <a:pt x="883" y="187"/>
                </a:lnTo>
                <a:lnTo>
                  <a:pt x="884" y="187"/>
                </a:lnTo>
                <a:lnTo>
                  <a:pt x="884" y="188"/>
                </a:lnTo>
                <a:lnTo>
                  <a:pt x="885" y="188"/>
                </a:lnTo>
                <a:lnTo>
                  <a:pt x="885" y="187"/>
                </a:lnTo>
                <a:lnTo>
                  <a:pt x="886" y="187"/>
                </a:lnTo>
                <a:lnTo>
                  <a:pt x="887" y="188"/>
                </a:lnTo>
                <a:lnTo>
                  <a:pt x="888" y="189"/>
                </a:lnTo>
                <a:lnTo>
                  <a:pt x="889" y="189"/>
                </a:lnTo>
                <a:lnTo>
                  <a:pt x="888" y="190"/>
                </a:lnTo>
                <a:lnTo>
                  <a:pt x="889" y="191"/>
                </a:lnTo>
                <a:lnTo>
                  <a:pt x="889" y="192"/>
                </a:lnTo>
                <a:lnTo>
                  <a:pt x="890" y="192"/>
                </a:lnTo>
                <a:lnTo>
                  <a:pt x="891" y="192"/>
                </a:lnTo>
                <a:lnTo>
                  <a:pt x="891" y="193"/>
                </a:lnTo>
                <a:lnTo>
                  <a:pt x="892" y="193"/>
                </a:lnTo>
                <a:lnTo>
                  <a:pt x="892" y="194"/>
                </a:lnTo>
                <a:lnTo>
                  <a:pt x="892" y="195"/>
                </a:lnTo>
                <a:lnTo>
                  <a:pt x="893" y="194"/>
                </a:lnTo>
                <a:lnTo>
                  <a:pt x="894" y="195"/>
                </a:lnTo>
                <a:lnTo>
                  <a:pt x="895" y="195"/>
                </a:lnTo>
                <a:lnTo>
                  <a:pt x="895" y="194"/>
                </a:lnTo>
                <a:lnTo>
                  <a:pt x="894" y="194"/>
                </a:lnTo>
                <a:lnTo>
                  <a:pt x="894" y="193"/>
                </a:lnTo>
                <a:lnTo>
                  <a:pt x="895" y="193"/>
                </a:lnTo>
                <a:lnTo>
                  <a:pt x="896" y="193"/>
                </a:lnTo>
                <a:lnTo>
                  <a:pt x="896" y="192"/>
                </a:lnTo>
                <a:lnTo>
                  <a:pt x="896" y="191"/>
                </a:lnTo>
                <a:lnTo>
                  <a:pt x="896" y="190"/>
                </a:lnTo>
                <a:lnTo>
                  <a:pt x="896" y="189"/>
                </a:lnTo>
                <a:lnTo>
                  <a:pt x="897" y="188"/>
                </a:lnTo>
                <a:lnTo>
                  <a:pt x="897" y="187"/>
                </a:lnTo>
                <a:lnTo>
                  <a:pt x="898" y="186"/>
                </a:lnTo>
                <a:lnTo>
                  <a:pt x="899" y="185"/>
                </a:lnTo>
                <a:lnTo>
                  <a:pt x="900" y="185"/>
                </a:lnTo>
                <a:lnTo>
                  <a:pt x="901" y="185"/>
                </a:lnTo>
                <a:lnTo>
                  <a:pt x="901" y="184"/>
                </a:lnTo>
                <a:lnTo>
                  <a:pt x="902" y="184"/>
                </a:lnTo>
                <a:lnTo>
                  <a:pt x="903" y="183"/>
                </a:lnTo>
                <a:lnTo>
                  <a:pt x="904" y="182"/>
                </a:lnTo>
                <a:lnTo>
                  <a:pt x="904" y="181"/>
                </a:lnTo>
                <a:lnTo>
                  <a:pt x="904" y="180"/>
                </a:lnTo>
                <a:lnTo>
                  <a:pt x="905" y="181"/>
                </a:lnTo>
                <a:lnTo>
                  <a:pt x="906" y="181"/>
                </a:lnTo>
                <a:lnTo>
                  <a:pt x="907" y="181"/>
                </a:lnTo>
                <a:lnTo>
                  <a:pt x="908" y="181"/>
                </a:lnTo>
                <a:lnTo>
                  <a:pt x="909" y="182"/>
                </a:lnTo>
                <a:lnTo>
                  <a:pt x="910" y="181"/>
                </a:lnTo>
                <a:lnTo>
                  <a:pt x="910" y="182"/>
                </a:lnTo>
                <a:lnTo>
                  <a:pt x="910" y="183"/>
                </a:lnTo>
                <a:lnTo>
                  <a:pt x="910" y="184"/>
                </a:lnTo>
                <a:lnTo>
                  <a:pt x="909" y="185"/>
                </a:lnTo>
                <a:lnTo>
                  <a:pt x="909" y="186"/>
                </a:lnTo>
                <a:lnTo>
                  <a:pt x="910" y="186"/>
                </a:lnTo>
                <a:lnTo>
                  <a:pt x="909" y="187"/>
                </a:lnTo>
                <a:lnTo>
                  <a:pt x="910" y="189"/>
                </a:lnTo>
                <a:lnTo>
                  <a:pt x="911" y="189"/>
                </a:lnTo>
                <a:lnTo>
                  <a:pt x="912" y="189"/>
                </a:lnTo>
                <a:lnTo>
                  <a:pt x="912" y="190"/>
                </a:lnTo>
                <a:lnTo>
                  <a:pt x="912" y="191"/>
                </a:lnTo>
                <a:lnTo>
                  <a:pt x="912" y="192"/>
                </a:lnTo>
                <a:lnTo>
                  <a:pt x="911" y="192"/>
                </a:lnTo>
                <a:lnTo>
                  <a:pt x="911" y="193"/>
                </a:lnTo>
                <a:lnTo>
                  <a:pt x="912" y="194"/>
                </a:lnTo>
                <a:lnTo>
                  <a:pt x="913" y="194"/>
                </a:lnTo>
                <a:lnTo>
                  <a:pt x="913" y="193"/>
                </a:lnTo>
                <a:lnTo>
                  <a:pt x="914" y="193"/>
                </a:lnTo>
                <a:lnTo>
                  <a:pt x="915" y="194"/>
                </a:lnTo>
                <a:lnTo>
                  <a:pt x="915" y="195"/>
                </a:lnTo>
                <a:lnTo>
                  <a:pt x="915" y="196"/>
                </a:lnTo>
                <a:lnTo>
                  <a:pt x="916" y="196"/>
                </a:lnTo>
                <a:lnTo>
                  <a:pt x="917" y="197"/>
                </a:lnTo>
                <a:lnTo>
                  <a:pt x="918" y="197"/>
                </a:lnTo>
                <a:lnTo>
                  <a:pt x="919" y="197"/>
                </a:lnTo>
                <a:lnTo>
                  <a:pt x="919" y="196"/>
                </a:lnTo>
                <a:lnTo>
                  <a:pt x="920" y="196"/>
                </a:lnTo>
                <a:lnTo>
                  <a:pt x="921" y="196"/>
                </a:lnTo>
                <a:lnTo>
                  <a:pt x="922" y="196"/>
                </a:lnTo>
                <a:lnTo>
                  <a:pt x="924" y="195"/>
                </a:lnTo>
                <a:lnTo>
                  <a:pt x="924" y="194"/>
                </a:lnTo>
                <a:lnTo>
                  <a:pt x="925" y="194"/>
                </a:lnTo>
                <a:lnTo>
                  <a:pt x="926" y="195"/>
                </a:lnTo>
                <a:lnTo>
                  <a:pt x="927" y="195"/>
                </a:lnTo>
                <a:lnTo>
                  <a:pt x="928" y="195"/>
                </a:lnTo>
                <a:lnTo>
                  <a:pt x="929" y="194"/>
                </a:lnTo>
                <a:lnTo>
                  <a:pt x="929" y="195"/>
                </a:lnTo>
                <a:lnTo>
                  <a:pt x="930" y="195"/>
                </a:lnTo>
                <a:lnTo>
                  <a:pt x="931" y="196"/>
                </a:lnTo>
                <a:lnTo>
                  <a:pt x="932" y="196"/>
                </a:lnTo>
                <a:lnTo>
                  <a:pt x="933" y="198"/>
                </a:lnTo>
                <a:lnTo>
                  <a:pt x="933" y="199"/>
                </a:lnTo>
                <a:lnTo>
                  <a:pt x="933" y="200"/>
                </a:lnTo>
                <a:lnTo>
                  <a:pt x="933" y="201"/>
                </a:lnTo>
                <a:lnTo>
                  <a:pt x="934" y="202"/>
                </a:lnTo>
                <a:lnTo>
                  <a:pt x="934" y="203"/>
                </a:lnTo>
                <a:lnTo>
                  <a:pt x="935" y="203"/>
                </a:lnTo>
                <a:lnTo>
                  <a:pt x="936" y="203"/>
                </a:lnTo>
                <a:lnTo>
                  <a:pt x="937" y="203"/>
                </a:lnTo>
                <a:lnTo>
                  <a:pt x="937" y="202"/>
                </a:lnTo>
                <a:lnTo>
                  <a:pt x="938" y="202"/>
                </a:lnTo>
                <a:lnTo>
                  <a:pt x="939" y="203"/>
                </a:lnTo>
                <a:lnTo>
                  <a:pt x="939" y="204"/>
                </a:lnTo>
                <a:lnTo>
                  <a:pt x="940" y="204"/>
                </a:lnTo>
                <a:lnTo>
                  <a:pt x="940" y="205"/>
                </a:lnTo>
                <a:lnTo>
                  <a:pt x="941" y="206"/>
                </a:lnTo>
                <a:lnTo>
                  <a:pt x="941" y="207"/>
                </a:lnTo>
                <a:lnTo>
                  <a:pt x="941" y="208"/>
                </a:lnTo>
                <a:lnTo>
                  <a:pt x="942" y="208"/>
                </a:lnTo>
                <a:lnTo>
                  <a:pt x="942" y="209"/>
                </a:lnTo>
                <a:lnTo>
                  <a:pt x="943" y="209"/>
                </a:lnTo>
                <a:lnTo>
                  <a:pt x="943" y="210"/>
                </a:lnTo>
                <a:lnTo>
                  <a:pt x="943" y="211"/>
                </a:lnTo>
                <a:lnTo>
                  <a:pt x="944" y="212"/>
                </a:lnTo>
                <a:lnTo>
                  <a:pt x="945" y="212"/>
                </a:lnTo>
                <a:lnTo>
                  <a:pt x="945" y="213"/>
                </a:lnTo>
                <a:lnTo>
                  <a:pt x="946" y="214"/>
                </a:lnTo>
                <a:lnTo>
                  <a:pt x="947" y="214"/>
                </a:lnTo>
                <a:lnTo>
                  <a:pt x="947" y="215"/>
                </a:lnTo>
                <a:lnTo>
                  <a:pt x="948" y="216"/>
                </a:lnTo>
                <a:lnTo>
                  <a:pt x="949" y="216"/>
                </a:lnTo>
                <a:lnTo>
                  <a:pt x="950" y="216"/>
                </a:lnTo>
                <a:lnTo>
                  <a:pt x="950" y="215"/>
                </a:lnTo>
                <a:lnTo>
                  <a:pt x="951" y="215"/>
                </a:lnTo>
                <a:lnTo>
                  <a:pt x="952" y="215"/>
                </a:lnTo>
                <a:lnTo>
                  <a:pt x="953" y="216"/>
                </a:lnTo>
                <a:lnTo>
                  <a:pt x="954" y="217"/>
                </a:lnTo>
                <a:lnTo>
                  <a:pt x="955" y="218"/>
                </a:lnTo>
                <a:lnTo>
                  <a:pt x="957" y="220"/>
                </a:lnTo>
                <a:lnTo>
                  <a:pt x="958" y="221"/>
                </a:lnTo>
                <a:lnTo>
                  <a:pt x="958" y="222"/>
                </a:lnTo>
                <a:lnTo>
                  <a:pt x="959" y="222"/>
                </a:lnTo>
                <a:lnTo>
                  <a:pt x="960" y="221"/>
                </a:lnTo>
                <a:lnTo>
                  <a:pt x="961" y="221"/>
                </a:lnTo>
                <a:lnTo>
                  <a:pt x="961" y="220"/>
                </a:lnTo>
                <a:lnTo>
                  <a:pt x="961" y="219"/>
                </a:lnTo>
                <a:lnTo>
                  <a:pt x="962" y="219"/>
                </a:lnTo>
                <a:lnTo>
                  <a:pt x="963" y="219"/>
                </a:lnTo>
                <a:lnTo>
                  <a:pt x="963" y="218"/>
                </a:lnTo>
                <a:lnTo>
                  <a:pt x="962" y="218"/>
                </a:lnTo>
                <a:lnTo>
                  <a:pt x="962" y="217"/>
                </a:lnTo>
                <a:lnTo>
                  <a:pt x="962" y="216"/>
                </a:lnTo>
                <a:lnTo>
                  <a:pt x="963" y="216"/>
                </a:lnTo>
                <a:lnTo>
                  <a:pt x="963" y="215"/>
                </a:lnTo>
                <a:lnTo>
                  <a:pt x="963" y="214"/>
                </a:lnTo>
                <a:lnTo>
                  <a:pt x="964" y="214"/>
                </a:lnTo>
                <a:lnTo>
                  <a:pt x="964" y="215"/>
                </a:lnTo>
                <a:lnTo>
                  <a:pt x="965" y="215"/>
                </a:lnTo>
                <a:lnTo>
                  <a:pt x="966" y="214"/>
                </a:lnTo>
                <a:lnTo>
                  <a:pt x="966" y="213"/>
                </a:lnTo>
                <a:lnTo>
                  <a:pt x="967" y="213"/>
                </a:lnTo>
                <a:lnTo>
                  <a:pt x="968" y="213"/>
                </a:lnTo>
                <a:lnTo>
                  <a:pt x="969" y="213"/>
                </a:lnTo>
                <a:lnTo>
                  <a:pt x="970" y="213"/>
                </a:lnTo>
                <a:lnTo>
                  <a:pt x="970" y="214"/>
                </a:lnTo>
                <a:lnTo>
                  <a:pt x="971" y="214"/>
                </a:lnTo>
                <a:lnTo>
                  <a:pt x="972" y="214"/>
                </a:lnTo>
                <a:lnTo>
                  <a:pt x="973" y="214"/>
                </a:lnTo>
                <a:lnTo>
                  <a:pt x="974" y="214"/>
                </a:lnTo>
                <a:lnTo>
                  <a:pt x="974" y="213"/>
                </a:lnTo>
                <a:lnTo>
                  <a:pt x="974" y="212"/>
                </a:lnTo>
                <a:lnTo>
                  <a:pt x="975" y="212"/>
                </a:lnTo>
                <a:lnTo>
                  <a:pt x="975" y="213"/>
                </a:lnTo>
                <a:lnTo>
                  <a:pt x="976" y="213"/>
                </a:lnTo>
                <a:lnTo>
                  <a:pt x="977" y="214"/>
                </a:lnTo>
                <a:lnTo>
                  <a:pt x="978" y="214"/>
                </a:lnTo>
                <a:lnTo>
                  <a:pt x="978" y="213"/>
                </a:lnTo>
                <a:lnTo>
                  <a:pt x="978" y="212"/>
                </a:lnTo>
                <a:lnTo>
                  <a:pt x="979" y="212"/>
                </a:lnTo>
                <a:lnTo>
                  <a:pt x="980" y="211"/>
                </a:lnTo>
                <a:lnTo>
                  <a:pt x="980" y="210"/>
                </a:lnTo>
                <a:lnTo>
                  <a:pt x="981" y="210"/>
                </a:lnTo>
                <a:lnTo>
                  <a:pt x="981" y="209"/>
                </a:lnTo>
                <a:lnTo>
                  <a:pt x="982" y="209"/>
                </a:lnTo>
                <a:lnTo>
                  <a:pt x="982" y="208"/>
                </a:lnTo>
                <a:lnTo>
                  <a:pt x="983" y="208"/>
                </a:lnTo>
                <a:lnTo>
                  <a:pt x="984" y="209"/>
                </a:lnTo>
                <a:lnTo>
                  <a:pt x="984" y="210"/>
                </a:lnTo>
                <a:lnTo>
                  <a:pt x="985" y="211"/>
                </a:lnTo>
                <a:lnTo>
                  <a:pt x="986" y="211"/>
                </a:lnTo>
                <a:lnTo>
                  <a:pt x="987" y="211"/>
                </a:lnTo>
                <a:lnTo>
                  <a:pt x="987" y="212"/>
                </a:lnTo>
                <a:lnTo>
                  <a:pt x="988" y="212"/>
                </a:lnTo>
                <a:lnTo>
                  <a:pt x="988" y="213"/>
                </a:lnTo>
                <a:lnTo>
                  <a:pt x="990" y="213"/>
                </a:lnTo>
                <a:lnTo>
                  <a:pt x="991" y="213"/>
                </a:lnTo>
                <a:lnTo>
                  <a:pt x="991" y="212"/>
                </a:lnTo>
                <a:lnTo>
                  <a:pt x="992" y="211"/>
                </a:lnTo>
                <a:lnTo>
                  <a:pt x="992" y="210"/>
                </a:lnTo>
                <a:lnTo>
                  <a:pt x="993" y="210"/>
                </a:lnTo>
                <a:lnTo>
                  <a:pt x="993" y="211"/>
                </a:lnTo>
                <a:lnTo>
                  <a:pt x="994" y="211"/>
                </a:lnTo>
                <a:lnTo>
                  <a:pt x="995" y="210"/>
                </a:lnTo>
                <a:lnTo>
                  <a:pt x="996" y="210"/>
                </a:lnTo>
                <a:lnTo>
                  <a:pt x="997" y="210"/>
                </a:lnTo>
                <a:lnTo>
                  <a:pt x="998" y="210"/>
                </a:lnTo>
                <a:lnTo>
                  <a:pt x="999" y="210"/>
                </a:lnTo>
                <a:lnTo>
                  <a:pt x="1000" y="210"/>
                </a:lnTo>
                <a:lnTo>
                  <a:pt x="1001" y="210"/>
                </a:lnTo>
                <a:lnTo>
                  <a:pt x="1002" y="210"/>
                </a:lnTo>
                <a:lnTo>
                  <a:pt x="1002" y="209"/>
                </a:lnTo>
                <a:lnTo>
                  <a:pt x="1003" y="209"/>
                </a:lnTo>
                <a:lnTo>
                  <a:pt x="1004" y="209"/>
                </a:lnTo>
                <a:lnTo>
                  <a:pt x="1004" y="210"/>
                </a:lnTo>
                <a:lnTo>
                  <a:pt x="1004" y="211"/>
                </a:lnTo>
                <a:lnTo>
                  <a:pt x="1005" y="211"/>
                </a:lnTo>
                <a:lnTo>
                  <a:pt x="1006" y="211"/>
                </a:lnTo>
                <a:lnTo>
                  <a:pt x="1006" y="212"/>
                </a:lnTo>
                <a:lnTo>
                  <a:pt x="1007" y="213"/>
                </a:lnTo>
                <a:lnTo>
                  <a:pt x="1007" y="214"/>
                </a:lnTo>
                <a:lnTo>
                  <a:pt x="1007" y="215"/>
                </a:lnTo>
                <a:lnTo>
                  <a:pt x="1006" y="215"/>
                </a:lnTo>
                <a:lnTo>
                  <a:pt x="1006" y="216"/>
                </a:lnTo>
                <a:lnTo>
                  <a:pt x="1005" y="216"/>
                </a:lnTo>
                <a:lnTo>
                  <a:pt x="1005" y="217"/>
                </a:lnTo>
                <a:lnTo>
                  <a:pt x="1004" y="217"/>
                </a:lnTo>
                <a:lnTo>
                  <a:pt x="1004" y="218"/>
                </a:lnTo>
                <a:lnTo>
                  <a:pt x="1003" y="218"/>
                </a:lnTo>
                <a:lnTo>
                  <a:pt x="1002" y="218"/>
                </a:lnTo>
                <a:lnTo>
                  <a:pt x="1001" y="218"/>
                </a:lnTo>
                <a:lnTo>
                  <a:pt x="1001" y="217"/>
                </a:lnTo>
                <a:lnTo>
                  <a:pt x="1000" y="217"/>
                </a:lnTo>
                <a:lnTo>
                  <a:pt x="999" y="217"/>
                </a:lnTo>
                <a:lnTo>
                  <a:pt x="997" y="217"/>
                </a:lnTo>
                <a:lnTo>
                  <a:pt x="997" y="216"/>
                </a:lnTo>
                <a:lnTo>
                  <a:pt x="997" y="217"/>
                </a:lnTo>
                <a:lnTo>
                  <a:pt x="996" y="217"/>
                </a:lnTo>
                <a:lnTo>
                  <a:pt x="995" y="218"/>
                </a:lnTo>
                <a:lnTo>
                  <a:pt x="994" y="218"/>
                </a:lnTo>
                <a:lnTo>
                  <a:pt x="994" y="219"/>
                </a:lnTo>
                <a:lnTo>
                  <a:pt x="995" y="219"/>
                </a:lnTo>
                <a:lnTo>
                  <a:pt x="995" y="220"/>
                </a:lnTo>
                <a:lnTo>
                  <a:pt x="995" y="221"/>
                </a:lnTo>
                <a:lnTo>
                  <a:pt x="996" y="221"/>
                </a:lnTo>
                <a:lnTo>
                  <a:pt x="997" y="222"/>
                </a:lnTo>
                <a:lnTo>
                  <a:pt x="998" y="223"/>
                </a:lnTo>
                <a:lnTo>
                  <a:pt x="999" y="225"/>
                </a:lnTo>
                <a:lnTo>
                  <a:pt x="999" y="226"/>
                </a:lnTo>
                <a:lnTo>
                  <a:pt x="1000" y="227"/>
                </a:lnTo>
                <a:lnTo>
                  <a:pt x="1001" y="227"/>
                </a:lnTo>
                <a:lnTo>
                  <a:pt x="1001" y="229"/>
                </a:lnTo>
                <a:lnTo>
                  <a:pt x="1000" y="230"/>
                </a:lnTo>
                <a:lnTo>
                  <a:pt x="999" y="230"/>
                </a:lnTo>
                <a:lnTo>
                  <a:pt x="998" y="230"/>
                </a:lnTo>
                <a:lnTo>
                  <a:pt x="998" y="229"/>
                </a:lnTo>
                <a:lnTo>
                  <a:pt x="997" y="229"/>
                </a:lnTo>
                <a:lnTo>
                  <a:pt x="997" y="230"/>
                </a:lnTo>
                <a:lnTo>
                  <a:pt x="996" y="230"/>
                </a:lnTo>
                <a:lnTo>
                  <a:pt x="996" y="229"/>
                </a:lnTo>
                <a:lnTo>
                  <a:pt x="995" y="229"/>
                </a:lnTo>
                <a:lnTo>
                  <a:pt x="994" y="229"/>
                </a:lnTo>
                <a:lnTo>
                  <a:pt x="992" y="229"/>
                </a:lnTo>
                <a:lnTo>
                  <a:pt x="992" y="230"/>
                </a:lnTo>
                <a:lnTo>
                  <a:pt x="992" y="231"/>
                </a:lnTo>
                <a:lnTo>
                  <a:pt x="993" y="231"/>
                </a:lnTo>
                <a:lnTo>
                  <a:pt x="993" y="232"/>
                </a:lnTo>
                <a:lnTo>
                  <a:pt x="993" y="233"/>
                </a:lnTo>
                <a:lnTo>
                  <a:pt x="991" y="233"/>
                </a:lnTo>
                <a:lnTo>
                  <a:pt x="990" y="235"/>
                </a:lnTo>
                <a:lnTo>
                  <a:pt x="991" y="235"/>
                </a:lnTo>
                <a:lnTo>
                  <a:pt x="991" y="236"/>
                </a:lnTo>
                <a:lnTo>
                  <a:pt x="992" y="236"/>
                </a:lnTo>
                <a:lnTo>
                  <a:pt x="993" y="237"/>
                </a:lnTo>
                <a:lnTo>
                  <a:pt x="994" y="237"/>
                </a:lnTo>
                <a:lnTo>
                  <a:pt x="994" y="238"/>
                </a:lnTo>
                <a:lnTo>
                  <a:pt x="993" y="238"/>
                </a:lnTo>
                <a:lnTo>
                  <a:pt x="992" y="239"/>
                </a:lnTo>
                <a:lnTo>
                  <a:pt x="991" y="239"/>
                </a:lnTo>
                <a:lnTo>
                  <a:pt x="991" y="238"/>
                </a:lnTo>
                <a:lnTo>
                  <a:pt x="990" y="238"/>
                </a:lnTo>
                <a:lnTo>
                  <a:pt x="989" y="237"/>
                </a:lnTo>
                <a:lnTo>
                  <a:pt x="988" y="237"/>
                </a:lnTo>
                <a:lnTo>
                  <a:pt x="987" y="237"/>
                </a:lnTo>
                <a:lnTo>
                  <a:pt x="986" y="238"/>
                </a:lnTo>
                <a:lnTo>
                  <a:pt x="986" y="239"/>
                </a:lnTo>
                <a:lnTo>
                  <a:pt x="985" y="238"/>
                </a:lnTo>
                <a:lnTo>
                  <a:pt x="985" y="239"/>
                </a:lnTo>
                <a:lnTo>
                  <a:pt x="984" y="240"/>
                </a:lnTo>
                <a:lnTo>
                  <a:pt x="985" y="241"/>
                </a:lnTo>
                <a:lnTo>
                  <a:pt x="986" y="241"/>
                </a:lnTo>
                <a:lnTo>
                  <a:pt x="986" y="242"/>
                </a:lnTo>
                <a:lnTo>
                  <a:pt x="986" y="243"/>
                </a:lnTo>
                <a:lnTo>
                  <a:pt x="986" y="244"/>
                </a:lnTo>
                <a:lnTo>
                  <a:pt x="986" y="245"/>
                </a:lnTo>
                <a:lnTo>
                  <a:pt x="986" y="246"/>
                </a:lnTo>
                <a:lnTo>
                  <a:pt x="987" y="246"/>
                </a:lnTo>
                <a:lnTo>
                  <a:pt x="988" y="246"/>
                </a:lnTo>
                <a:lnTo>
                  <a:pt x="988" y="247"/>
                </a:lnTo>
                <a:lnTo>
                  <a:pt x="989" y="247"/>
                </a:lnTo>
                <a:lnTo>
                  <a:pt x="989" y="248"/>
                </a:lnTo>
                <a:lnTo>
                  <a:pt x="990" y="248"/>
                </a:lnTo>
                <a:lnTo>
                  <a:pt x="991" y="249"/>
                </a:lnTo>
                <a:lnTo>
                  <a:pt x="991" y="250"/>
                </a:lnTo>
                <a:lnTo>
                  <a:pt x="992" y="251"/>
                </a:lnTo>
                <a:lnTo>
                  <a:pt x="993" y="251"/>
                </a:lnTo>
                <a:lnTo>
                  <a:pt x="994" y="252"/>
                </a:lnTo>
                <a:lnTo>
                  <a:pt x="994" y="251"/>
                </a:lnTo>
                <a:lnTo>
                  <a:pt x="995" y="251"/>
                </a:lnTo>
                <a:lnTo>
                  <a:pt x="995" y="252"/>
                </a:lnTo>
                <a:lnTo>
                  <a:pt x="996" y="253"/>
                </a:lnTo>
                <a:lnTo>
                  <a:pt x="996" y="254"/>
                </a:lnTo>
                <a:lnTo>
                  <a:pt x="995" y="254"/>
                </a:lnTo>
                <a:lnTo>
                  <a:pt x="996" y="254"/>
                </a:lnTo>
                <a:lnTo>
                  <a:pt x="997" y="255"/>
                </a:lnTo>
                <a:lnTo>
                  <a:pt x="998" y="255"/>
                </a:lnTo>
                <a:lnTo>
                  <a:pt x="998" y="256"/>
                </a:lnTo>
                <a:lnTo>
                  <a:pt x="999" y="256"/>
                </a:lnTo>
                <a:lnTo>
                  <a:pt x="1000" y="256"/>
                </a:lnTo>
                <a:lnTo>
                  <a:pt x="1001" y="256"/>
                </a:lnTo>
                <a:lnTo>
                  <a:pt x="1002" y="256"/>
                </a:lnTo>
                <a:lnTo>
                  <a:pt x="1003" y="256"/>
                </a:lnTo>
                <a:lnTo>
                  <a:pt x="1002" y="257"/>
                </a:lnTo>
                <a:lnTo>
                  <a:pt x="1002" y="258"/>
                </a:lnTo>
                <a:lnTo>
                  <a:pt x="1001" y="258"/>
                </a:lnTo>
                <a:lnTo>
                  <a:pt x="1002" y="258"/>
                </a:lnTo>
                <a:lnTo>
                  <a:pt x="1002" y="259"/>
                </a:lnTo>
                <a:lnTo>
                  <a:pt x="1003" y="259"/>
                </a:lnTo>
                <a:lnTo>
                  <a:pt x="1004" y="259"/>
                </a:lnTo>
                <a:lnTo>
                  <a:pt x="1004" y="260"/>
                </a:lnTo>
                <a:lnTo>
                  <a:pt x="1005" y="260"/>
                </a:lnTo>
                <a:lnTo>
                  <a:pt x="1006" y="260"/>
                </a:lnTo>
                <a:lnTo>
                  <a:pt x="1007" y="261"/>
                </a:lnTo>
                <a:lnTo>
                  <a:pt x="1008" y="261"/>
                </a:lnTo>
                <a:lnTo>
                  <a:pt x="1009" y="261"/>
                </a:lnTo>
                <a:lnTo>
                  <a:pt x="1008" y="262"/>
                </a:lnTo>
                <a:lnTo>
                  <a:pt x="1007" y="262"/>
                </a:lnTo>
                <a:lnTo>
                  <a:pt x="1006" y="264"/>
                </a:lnTo>
                <a:lnTo>
                  <a:pt x="1007" y="264"/>
                </a:lnTo>
                <a:lnTo>
                  <a:pt x="1007" y="265"/>
                </a:lnTo>
                <a:lnTo>
                  <a:pt x="1008" y="266"/>
                </a:lnTo>
                <a:lnTo>
                  <a:pt x="1008" y="267"/>
                </a:lnTo>
                <a:lnTo>
                  <a:pt x="1007" y="267"/>
                </a:lnTo>
                <a:lnTo>
                  <a:pt x="1007" y="268"/>
                </a:lnTo>
                <a:lnTo>
                  <a:pt x="1008" y="269"/>
                </a:lnTo>
                <a:lnTo>
                  <a:pt x="1009" y="269"/>
                </a:lnTo>
                <a:lnTo>
                  <a:pt x="1009" y="270"/>
                </a:lnTo>
                <a:lnTo>
                  <a:pt x="1010" y="270"/>
                </a:lnTo>
                <a:lnTo>
                  <a:pt x="1010" y="271"/>
                </a:lnTo>
                <a:lnTo>
                  <a:pt x="1009" y="271"/>
                </a:lnTo>
                <a:lnTo>
                  <a:pt x="1009" y="270"/>
                </a:lnTo>
                <a:lnTo>
                  <a:pt x="1008" y="270"/>
                </a:lnTo>
                <a:lnTo>
                  <a:pt x="1008" y="271"/>
                </a:lnTo>
                <a:lnTo>
                  <a:pt x="1007" y="271"/>
                </a:lnTo>
                <a:lnTo>
                  <a:pt x="1007" y="272"/>
                </a:lnTo>
                <a:lnTo>
                  <a:pt x="1006" y="272"/>
                </a:lnTo>
                <a:lnTo>
                  <a:pt x="1005" y="272"/>
                </a:lnTo>
                <a:lnTo>
                  <a:pt x="1005" y="273"/>
                </a:lnTo>
                <a:lnTo>
                  <a:pt x="1003" y="273"/>
                </a:lnTo>
                <a:lnTo>
                  <a:pt x="1003" y="274"/>
                </a:lnTo>
                <a:lnTo>
                  <a:pt x="1003" y="275"/>
                </a:lnTo>
                <a:lnTo>
                  <a:pt x="1003" y="276"/>
                </a:lnTo>
                <a:lnTo>
                  <a:pt x="1002" y="276"/>
                </a:lnTo>
                <a:lnTo>
                  <a:pt x="1002" y="275"/>
                </a:lnTo>
                <a:lnTo>
                  <a:pt x="1002" y="274"/>
                </a:lnTo>
                <a:lnTo>
                  <a:pt x="1001" y="274"/>
                </a:lnTo>
                <a:lnTo>
                  <a:pt x="1000" y="274"/>
                </a:lnTo>
                <a:lnTo>
                  <a:pt x="999" y="275"/>
                </a:lnTo>
                <a:lnTo>
                  <a:pt x="998" y="275"/>
                </a:lnTo>
                <a:lnTo>
                  <a:pt x="998" y="276"/>
                </a:lnTo>
                <a:lnTo>
                  <a:pt x="998" y="277"/>
                </a:lnTo>
                <a:lnTo>
                  <a:pt x="997" y="277"/>
                </a:lnTo>
                <a:lnTo>
                  <a:pt x="996" y="278"/>
                </a:lnTo>
                <a:lnTo>
                  <a:pt x="995" y="279"/>
                </a:lnTo>
                <a:lnTo>
                  <a:pt x="996" y="279"/>
                </a:lnTo>
                <a:lnTo>
                  <a:pt x="996" y="280"/>
                </a:lnTo>
                <a:lnTo>
                  <a:pt x="995" y="280"/>
                </a:lnTo>
                <a:lnTo>
                  <a:pt x="995" y="281"/>
                </a:lnTo>
                <a:lnTo>
                  <a:pt x="996" y="281"/>
                </a:lnTo>
                <a:lnTo>
                  <a:pt x="996" y="282"/>
                </a:lnTo>
                <a:lnTo>
                  <a:pt x="996" y="283"/>
                </a:lnTo>
                <a:lnTo>
                  <a:pt x="995" y="283"/>
                </a:lnTo>
                <a:lnTo>
                  <a:pt x="994" y="283"/>
                </a:lnTo>
                <a:lnTo>
                  <a:pt x="993" y="283"/>
                </a:lnTo>
                <a:lnTo>
                  <a:pt x="992" y="283"/>
                </a:lnTo>
                <a:lnTo>
                  <a:pt x="991" y="283"/>
                </a:lnTo>
                <a:lnTo>
                  <a:pt x="991" y="285"/>
                </a:lnTo>
                <a:lnTo>
                  <a:pt x="992" y="285"/>
                </a:lnTo>
                <a:lnTo>
                  <a:pt x="992" y="286"/>
                </a:lnTo>
                <a:lnTo>
                  <a:pt x="991" y="287"/>
                </a:lnTo>
                <a:lnTo>
                  <a:pt x="990" y="287"/>
                </a:lnTo>
                <a:lnTo>
                  <a:pt x="989" y="287"/>
                </a:lnTo>
                <a:lnTo>
                  <a:pt x="988" y="287"/>
                </a:lnTo>
                <a:lnTo>
                  <a:pt x="987" y="287"/>
                </a:lnTo>
                <a:lnTo>
                  <a:pt x="986" y="287"/>
                </a:lnTo>
                <a:lnTo>
                  <a:pt x="985" y="287"/>
                </a:lnTo>
                <a:lnTo>
                  <a:pt x="985" y="288"/>
                </a:lnTo>
                <a:lnTo>
                  <a:pt x="985" y="287"/>
                </a:lnTo>
                <a:lnTo>
                  <a:pt x="984" y="287"/>
                </a:lnTo>
                <a:lnTo>
                  <a:pt x="984" y="288"/>
                </a:lnTo>
                <a:lnTo>
                  <a:pt x="983" y="288"/>
                </a:lnTo>
                <a:lnTo>
                  <a:pt x="983" y="287"/>
                </a:lnTo>
                <a:lnTo>
                  <a:pt x="982" y="287"/>
                </a:lnTo>
                <a:lnTo>
                  <a:pt x="981" y="287"/>
                </a:lnTo>
                <a:lnTo>
                  <a:pt x="981" y="288"/>
                </a:lnTo>
                <a:lnTo>
                  <a:pt x="980" y="288"/>
                </a:lnTo>
                <a:lnTo>
                  <a:pt x="979" y="288"/>
                </a:lnTo>
                <a:lnTo>
                  <a:pt x="978" y="288"/>
                </a:lnTo>
                <a:lnTo>
                  <a:pt x="978" y="289"/>
                </a:lnTo>
                <a:lnTo>
                  <a:pt x="978" y="290"/>
                </a:lnTo>
                <a:lnTo>
                  <a:pt x="978" y="291"/>
                </a:lnTo>
                <a:lnTo>
                  <a:pt x="979" y="291"/>
                </a:lnTo>
                <a:lnTo>
                  <a:pt x="980" y="291"/>
                </a:lnTo>
                <a:lnTo>
                  <a:pt x="981" y="291"/>
                </a:lnTo>
                <a:lnTo>
                  <a:pt x="981" y="292"/>
                </a:lnTo>
                <a:lnTo>
                  <a:pt x="981" y="293"/>
                </a:lnTo>
                <a:lnTo>
                  <a:pt x="980" y="293"/>
                </a:lnTo>
                <a:lnTo>
                  <a:pt x="980" y="294"/>
                </a:lnTo>
                <a:lnTo>
                  <a:pt x="980" y="295"/>
                </a:lnTo>
                <a:lnTo>
                  <a:pt x="980" y="297"/>
                </a:lnTo>
                <a:lnTo>
                  <a:pt x="979" y="298"/>
                </a:lnTo>
                <a:lnTo>
                  <a:pt x="978" y="298"/>
                </a:lnTo>
                <a:lnTo>
                  <a:pt x="977" y="299"/>
                </a:lnTo>
                <a:lnTo>
                  <a:pt x="976" y="299"/>
                </a:lnTo>
                <a:lnTo>
                  <a:pt x="976" y="300"/>
                </a:lnTo>
                <a:lnTo>
                  <a:pt x="975" y="300"/>
                </a:lnTo>
                <a:lnTo>
                  <a:pt x="974" y="300"/>
                </a:lnTo>
                <a:lnTo>
                  <a:pt x="974" y="301"/>
                </a:lnTo>
                <a:lnTo>
                  <a:pt x="975" y="301"/>
                </a:lnTo>
                <a:lnTo>
                  <a:pt x="975" y="302"/>
                </a:lnTo>
                <a:lnTo>
                  <a:pt x="976" y="302"/>
                </a:lnTo>
                <a:lnTo>
                  <a:pt x="977" y="303"/>
                </a:lnTo>
                <a:lnTo>
                  <a:pt x="977" y="304"/>
                </a:lnTo>
                <a:lnTo>
                  <a:pt x="977" y="305"/>
                </a:lnTo>
                <a:lnTo>
                  <a:pt x="977" y="306"/>
                </a:lnTo>
                <a:lnTo>
                  <a:pt x="976" y="306"/>
                </a:lnTo>
                <a:lnTo>
                  <a:pt x="975" y="306"/>
                </a:lnTo>
                <a:lnTo>
                  <a:pt x="975" y="307"/>
                </a:lnTo>
                <a:lnTo>
                  <a:pt x="974" y="308"/>
                </a:lnTo>
                <a:lnTo>
                  <a:pt x="973" y="308"/>
                </a:lnTo>
                <a:lnTo>
                  <a:pt x="972" y="309"/>
                </a:lnTo>
                <a:lnTo>
                  <a:pt x="971" y="309"/>
                </a:lnTo>
                <a:lnTo>
                  <a:pt x="970" y="310"/>
                </a:lnTo>
                <a:lnTo>
                  <a:pt x="969" y="311"/>
                </a:lnTo>
                <a:lnTo>
                  <a:pt x="969" y="312"/>
                </a:lnTo>
                <a:lnTo>
                  <a:pt x="968" y="312"/>
                </a:lnTo>
                <a:lnTo>
                  <a:pt x="967" y="312"/>
                </a:lnTo>
                <a:lnTo>
                  <a:pt x="966" y="312"/>
                </a:lnTo>
                <a:lnTo>
                  <a:pt x="966" y="313"/>
                </a:lnTo>
                <a:lnTo>
                  <a:pt x="965" y="313"/>
                </a:lnTo>
                <a:lnTo>
                  <a:pt x="963" y="313"/>
                </a:lnTo>
                <a:lnTo>
                  <a:pt x="962" y="314"/>
                </a:lnTo>
                <a:lnTo>
                  <a:pt x="963" y="314"/>
                </a:lnTo>
                <a:lnTo>
                  <a:pt x="963" y="315"/>
                </a:lnTo>
                <a:lnTo>
                  <a:pt x="963" y="316"/>
                </a:lnTo>
                <a:lnTo>
                  <a:pt x="963" y="317"/>
                </a:lnTo>
                <a:lnTo>
                  <a:pt x="964" y="317"/>
                </a:lnTo>
                <a:lnTo>
                  <a:pt x="964" y="316"/>
                </a:lnTo>
                <a:lnTo>
                  <a:pt x="965" y="316"/>
                </a:lnTo>
                <a:lnTo>
                  <a:pt x="966" y="316"/>
                </a:lnTo>
                <a:lnTo>
                  <a:pt x="967" y="315"/>
                </a:lnTo>
                <a:lnTo>
                  <a:pt x="968" y="315"/>
                </a:lnTo>
                <a:lnTo>
                  <a:pt x="967" y="316"/>
                </a:lnTo>
                <a:lnTo>
                  <a:pt x="968" y="317"/>
                </a:lnTo>
                <a:lnTo>
                  <a:pt x="969" y="318"/>
                </a:lnTo>
                <a:lnTo>
                  <a:pt x="969" y="319"/>
                </a:lnTo>
                <a:lnTo>
                  <a:pt x="968" y="320"/>
                </a:lnTo>
                <a:lnTo>
                  <a:pt x="967" y="321"/>
                </a:lnTo>
                <a:lnTo>
                  <a:pt x="965" y="323"/>
                </a:lnTo>
                <a:lnTo>
                  <a:pt x="966" y="323"/>
                </a:lnTo>
                <a:lnTo>
                  <a:pt x="966" y="324"/>
                </a:lnTo>
                <a:lnTo>
                  <a:pt x="965" y="324"/>
                </a:lnTo>
                <a:lnTo>
                  <a:pt x="964" y="324"/>
                </a:lnTo>
                <a:lnTo>
                  <a:pt x="964" y="325"/>
                </a:lnTo>
                <a:lnTo>
                  <a:pt x="963" y="326"/>
                </a:lnTo>
                <a:lnTo>
                  <a:pt x="963" y="327"/>
                </a:lnTo>
                <a:lnTo>
                  <a:pt x="962" y="327"/>
                </a:lnTo>
                <a:lnTo>
                  <a:pt x="961" y="327"/>
                </a:lnTo>
                <a:lnTo>
                  <a:pt x="961" y="328"/>
                </a:lnTo>
                <a:lnTo>
                  <a:pt x="962" y="328"/>
                </a:lnTo>
                <a:lnTo>
                  <a:pt x="962" y="329"/>
                </a:lnTo>
                <a:lnTo>
                  <a:pt x="963" y="329"/>
                </a:lnTo>
                <a:lnTo>
                  <a:pt x="963" y="330"/>
                </a:lnTo>
                <a:lnTo>
                  <a:pt x="963" y="331"/>
                </a:lnTo>
                <a:lnTo>
                  <a:pt x="963" y="332"/>
                </a:lnTo>
                <a:lnTo>
                  <a:pt x="965" y="332"/>
                </a:lnTo>
                <a:lnTo>
                  <a:pt x="965" y="333"/>
                </a:lnTo>
                <a:lnTo>
                  <a:pt x="966" y="333"/>
                </a:lnTo>
                <a:lnTo>
                  <a:pt x="966" y="334"/>
                </a:lnTo>
                <a:lnTo>
                  <a:pt x="965" y="335"/>
                </a:lnTo>
                <a:lnTo>
                  <a:pt x="964" y="335"/>
                </a:lnTo>
                <a:lnTo>
                  <a:pt x="963" y="335"/>
                </a:lnTo>
                <a:lnTo>
                  <a:pt x="963" y="336"/>
                </a:lnTo>
                <a:lnTo>
                  <a:pt x="962" y="336"/>
                </a:lnTo>
                <a:lnTo>
                  <a:pt x="961" y="336"/>
                </a:lnTo>
                <a:lnTo>
                  <a:pt x="961" y="337"/>
                </a:lnTo>
                <a:lnTo>
                  <a:pt x="960" y="338"/>
                </a:lnTo>
                <a:lnTo>
                  <a:pt x="959" y="340"/>
                </a:lnTo>
                <a:lnTo>
                  <a:pt x="959" y="341"/>
                </a:lnTo>
                <a:lnTo>
                  <a:pt x="958" y="341"/>
                </a:lnTo>
                <a:lnTo>
                  <a:pt x="956" y="340"/>
                </a:lnTo>
                <a:lnTo>
                  <a:pt x="955" y="340"/>
                </a:lnTo>
                <a:lnTo>
                  <a:pt x="955" y="342"/>
                </a:lnTo>
                <a:lnTo>
                  <a:pt x="955" y="343"/>
                </a:lnTo>
                <a:lnTo>
                  <a:pt x="955" y="344"/>
                </a:lnTo>
                <a:lnTo>
                  <a:pt x="955" y="345"/>
                </a:lnTo>
                <a:lnTo>
                  <a:pt x="955" y="346"/>
                </a:lnTo>
                <a:lnTo>
                  <a:pt x="956" y="347"/>
                </a:lnTo>
                <a:lnTo>
                  <a:pt x="957" y="347"/>
                </a:lnTo>
                <a:lnTo>
                  <a:pt x="958" y="347"/>
                </a:lnTo>
                <a:lnTo>
                  <a:pt x="959" y="348"/>
                </a:lnTo>
                <a:lnTo>
                  <a:pt x="960" y="348"/>
                </a:lnTo>
                <a:lnTo>
                  <a:pt x="960" y="349"/>
                </a:lnTo>
                <a:lnTo>
                  <a:pt x="959" y="349"/>
                </a:lnTo>
                <a:lnTo>
                  <a:pt x="958" y="350"/>
                </a:lnTo>
                <a:lnTo>
                  <a:pt x="957" y="351"/>
                </a:lnTo>
                <a:lnTo>
                  <a:pt x="957" y="352"/>
                </a:lnTo>
                <a:lnTo>
                  <a:pt x="956" y="352"/>
                </a:lnTo>
                <a:lnTo>
                  <a:pt x="955" y="353"/>
                </a:lnTo>
                <a:lnTo>
                  <a:pt x="954" y="353"/>
                </a:lnTo>
                <a:lnTo>
                  <a:pt x="953" y="354"/>
                </a:lnTo>
                <a:lnTo>
                  <a:pt x="952" y="355"/>
                </a:lnTo>
                <a:lnTo>
                  <a:pt x="951" y="356"/>
                </a:lnTo>
                <a:lnTo>
                  <a:pt x="950" y="357"/>
                </a:lnTo>
                <a:lnTo>
                  <a:pt x="949" y="358"/>
                </a:lnTo>
                <a:lnTo>
                  <a:pt x="948" y="359"/>
                </a:lnTo>
                <a:lnTo>
                  <a:pt x="947" y="360"/>
                </a:lnTo>
                <a:lnTo>
                  <a:pt x="946" y="360"/>
                </a:lnTo>
                <a:lnTo>
                  <a:pt x="945" y="359"/>
                </a:lnTo>
                <a:lnTo>
                  <a:pt x="944" y="359"/>
                </a:lnTo>
                <a:lnTo>
                  <a:pt x="943" y="359"/>
                </a:lnTo>
                <a:lnTo>
                  <a:pt x="943" y="358"/>
                </a:lnTo>
                <a:lnTo>
                  <a:pt x="942" y="358"/>
                </a:lnTo>
                <a:lnTo>
                  <a:pt x="941" y="357"/>
                </a:lnTo>
                <a:lnTo>
                  <a:pt x="940" y="358"/>
                </a:lnTo>
                <a:lnTo>
                  <a:pt x="939" y="357"/>
                </a:lnTo>
                <a:lnTo>
                  <a:pt x="939" y="356"/>
                </a:lnTo>
                <a:lnTo>
                  <a:pt x="938" y="356"/>
                </a:lnTo>
                <a:lnTo>
                  <a:pt x="939" y="356"/>
                </a:lnTo>
                <a:lnTo>
                  <a:pt x="939" y="355"/>
                </a:lnTo>
                <a:lnTo>
                  <a:pt x="938" y="355"/>
                </a:lnTo>
                <a:lnTo>
                  <a:pt x="938" y="354"/>
                </a:lnTo>
                <a:lnTo>
                  <a:pt x="939" y="353"/>
                </a:lnTo>
                <a:lnTo>
                  <a:pt x="938" y="353"/>
                </a:lnTo>
                <a:lnTo>
                  <a:pt x="938" y="352"/>
                </a:lnTo>
                <a:lnTo>
                  <a:pt x="937" y="351"/>
                </a:lnTo>
                <a:lnTo>
                  <a:pt x="935" y="350"/>
                </a:lnTo>
                <a:lnTo>
                  <a:pt x="935" y="351"/>
                </a:lnTo>
                <a:lnTo>
                  <a:pt x="934" y="352"/>
                </a:lnTo>
                <a:lnTo>
                  <a:pt x="933" y="352"/>
                </a:lnTo>
                <a:lnTo>
                  <a:pt x="932" y="352"/>
                </a:lnTo>
                <a:lnTo>
                  <a:pt x="932" y="353"/>
                </a:lnTo>
                <a:lnTo>
                  <a:pt x="931" y="354"/>
                </a:lnTo>
                <a:lnTo>
                  <a:pt x="931" y="355"/>
                </a:lnTo>
                <a:lnTo>
                  <a:pt x="930" y="356"/>
                </a:lnTo>
                <a:lnTo>
                  <a:pt x="929" y="357"/>
                </a:lnTo>
                <a:lnTo>
                  <a:pt x="928" y="357"/>
                </a:lnTo>
                <a:lnTo>
                  <a:pt x="928" y="358"/>
                </a:lnTo>
                <a:lnTo>
                  <a:pt x="926" y="357"/>
                </a:lnTo>
                <a:lnTo>
                  <a:pt x="926" y="356"/>
                </a:lnTo>
                <a:lnTo>
                  <a:pt x="926" y="355"/>
                </a:lnTo>
                <a:lnTo>
                  <a:pt x="925" y="355"/>
                </a:lnTo>
                <a:lnTo>
                  <a:pt x="924" y="355"/>
                </a:lnTo>
                <a:lnTo>
                  <a:pt x="924" y="356"/>
                </a:lnTo>
                <a:lnTo>
                  <a:pt x="924" y="355"/>
                </a:lnTo>
                <a:lnTo>
                  <a:pt x="923" y="355"/>
                </a:lnTo>
                <a:lnTo>
                  <a:pt x="922" y="354"/>
                </a:lnTo>
                <a:lnTo>
                  <a:pt x="921" y="354"/>
                </a:lnTo>
                <a:lnTo>
                  <a:pt x="920" y="354"/>
                </a:lnTo>
                <a:lnTo>
                  <a:pt x="919" y="354"/>
                </a:lnTo>
                <a:lnTo>
                  <a:pt x="918" y="355"/>
                </a:lnTo>
                <a:lnTo>
                  <a:pt x="917" y="355"/>
                </a:lnTo>
                <a:lnTo>
                  <a:pt x="917" y="353"/>
                </a:lnTo>
                <a:lnTo>
                  <a:pt x="917" y="354"/>
                </a:lnTo>
                <a:lnTo>
                  <a:pt x="916" y="354"/>
                </a:lnTo>
                <a:lnTo>
                  <a:pt x="914" y="355"/>
                </a:lnTo>
                <a:lnTo>
                  <a:pt x="914" y="356"/>
                </a:lnTo>
                <a:lnTo>
                  <a:pt x="915" y="356"/>
                </a:lnTo>
                <a:lnTo>
                  <a:pt x="914" y="356"/>
                </a:lnTo>
                <a:lnTo>
                  <a:pt x="914" y="357"/>
                </a:lnTo>
                <a:lnTo>
                  <a:pt x="915" y="358"/>
                </a:lnTo>
                <a:lnTo>
                  <a:pt x="914" y="359"/>
                </a:lnTo>
                <a:lnTo>
                  <a:pt x="913" y="359"/>
                </a:lnTo>
                <a:lnTo>
                  <a:pt x="913" y="360"/>
                </a:lnTo>
                <a:lnTo>
                  <a:pt x="913" y="361"/>
                </a:lnTo>
                <a:lnTo>
                  <a:pt x="912" y="361"/>
                </a:lnTo>
                <a:lnTo>
                  <a:pt x="912" y="362"/>
                </a:lnTo>
                <a:lnTo>
                  <a:pt x="911" y="362"/>
                </a:lnTo>
                <a:lnTo>
                  <a:pt x="911" y="361"/>
                </a:lnTo>
                <a:lnTo>
                  <a:pt x="910" y="361"/>
                </a:lnTo>
                <a:lnTo>
                  <a:pt x="910" y="362"/>
                </a:lnTo>
                <a:lnTo>
                  <a:pt x="910" y="363"/>
                </a:lnTo>
                <a:lnTo>
                  <a:pt x="910" y="364"/>
                </a:lnTo>
                <a:lnTo>
                  <a:pt x="911" y="364"/>
                </a:lnTo>
                <a:lnTo>
                  <a:pt x="910" y="364"/>
                </a:lnTo>
                <a:lnTo>
                  <a:pt x="910" y="365"/>
                </a:lnTo>
                <a:lnTo>
                  <a:pt x="909" y="365"/>
                </a:lnTo>
                <a:lnTo>
                  <a:pt x="909" y="366"/>
                </a:lnTo>
                <a:lnTo>
                  <a:pt x="909" y="367"/>
                </a:lnTo>
                <a:lnTo>
                  <a:pt x="910" y="367"/>
                </a:lnTo>
                <a:lnTo>
                  <a:pt x="910" y="368"/>
                </a:lnTo>
                <a:lnTo>
                  <a:pt x="911" y="368"/>
                </a:lnTo>
                <a:lnTo>
                  <a:pt x="911" y="369"/>
                </a:lnTo>
                <a:lnTo>
                  <a:pt x="912" y="370"/>
                </a:lnTo>
                <a:lnTo>
                  <a:pt x="912" y="371"/>
                </a:lnTo>
                <a:lnTo>
                  <a:pt x="912" y="372"/>
                </a:lnTo>
                <a:lnTo>
                  <a:pt x="913" y="373"/>
                </a:lnTo>
                <a:lnTo>
                  <a:pt x="914" y="373"/>
                </a:lnTo>
                <a:lnTo>
                  <a:pt x="915" y="373"/>
                </a:lnTo>
                <a:lnTo>
                  <a:pt x="916" y="374"/>
                </a:lnTo>
                <a:lnTo>
                  <a:pt x="917" y="375"/>
                </a:lnTo>
                <a:lnTo>
                  <a:pt x="917" y="376"/>
                </a:lnTo>
                <a:lnTo>
                  <a:pt x="916" y="377"/>
                </a:lnTo>
                <a:lnTo>
                  <a:pt x="915" y="377"/>
                </a:lnTo>
                <a:lnTo>
                  <a:pt x="915" y="378"/>
                </a:lnTo>
                <a:lnTo>
                  <a:pt x="914" y="379"/>
                </a:lnTo>
                <a:lnTo>
                  <a:pt x="914" y="380"/>
                </a:lnTo>
                <a:lnTo>
                  <a:pt x="913" y="380"/>
                </a:lnTo>
                <a:lnTo>
                  <a:pt x="913" y="381"/>
                </a:lnTo>
                <a:lnTo>
                  <a:pt x="912" y="381"/>
                </a:lnTo>
                <a:lnTo>
                  <a:pt x="912" y="382"/>
                </a:lnTo>
                <a:lnTo>
                  <a:pt x="912" y="383"/>
                </a:lnTo>
                <a:lnTo>
                  <a:pt x="910" y="384"/>
                </a:lnTo>
                <a:lnTo>
                  <a:pt x="909" y="385"/>
                </a:lnTo>
                <a:lnTo>
                  <a:pt x="909" y="386"/>
                </a:lnTo>
                <a:lnTo>
                  <a:pt x="910" y="386"/>
                </a:lnTo>
                <a:lnTo>
                  <a:pt x="909" y="388"/>
                </a:lnTo>
                <a:lnTo>
                  <a:pt x="908" y="388"/>
                </a:lnTo>
                <a:lnTo>
                  <a:pt x="907" y="388"/>
                </a:lnTo>
                <a:lnTo>
                  <a:pt x="907" y="389"/>
                </a:lnTo>
                <a:lnTo>
                  <a:pt x="906" y="389"/>
                </a:lnTo>
                <a:lnTo>
                  <a:pt x="906" y="390"/>
                </a:lnTo>
                <a:lnTo>
                  <a:pt x="905" y="391"/>
                </a:lnTo>
                <a:lnTo>
                  <a:pt x="904" y="392"/>
                </a:lnTo>
                <a:lnTo>
                  <a:pt x="903" y="394"/>
                </a:lnTo>
                <a:lnTo>
                  <a:pt x="901" y="397"/>
                </a:lnTo>
                <a:lnTo>
                  <a:pt x="901" y="398"/>
                </a:lnTo>
                <a:lnTo>
                  <a:pt x="902" y="398"/>
                </a:lnTo>
                <a:lnTo>
                  <a:pt x="902" y="399"/>
                </a:lnTo>
                <a:lnTo>
                  <a:pt x="901" y="400"/>
                </a:lnTo>
                <a:lnTo>
                  <a:pt x="901" y="401"/>
                </a:lnTo>
                <a:lnTo>
                  <a:pt x="901" y="402"/>
                </a:lnTo>
                <a:lnTo>
                  <a:pt x="901" y="403"/>
                </a:lnTo>
                <a:lnTo>
                  <a:pt x="900" y="403"/>
                </a:lnTo>
                <a:lnTo>
                  <a:pt x="898" y="404"/>
                </a:lnTo>
                <a:lnTo>
                  <a:pt x="898" y="405"/>
                </a:lnTo>
                <a:lnTo>
                  <a:pt x="897" y="405"/>
                </a:lnTo>
                <a:lnTo>
                  <a:pt x="897" y="406"/>
                </a:lnTo>
                <a:lnTo>
                  <a:pt x="896" y="407"/>
                </a:lnTo>
                <a:lnTo>
                  <a:pt x="896" y="408"/>
                </a:lnTo>
                <a:lnTo>
                  <a:pt x="895" y="409"/>
                </a:lnTo>
                <a:lnTo>
                  <a:pt x="895" y="410"/>
                </a:lnTo>
                <a:lnTo>
                  <a:pt x="894" y="411"/>
                </a:lnTo>
                <a:lnTo>
                  <a:pt x="894" y="412"/>
                </a:lnTo>
                <a:lnTo>
                  <a:pt x="894" y="413"/>
                </a:lnTo>
                <a:lnTo>
                  <a:pt x="894" y="414"/>
                </a:lnTo>
                <a:lnTo>
                  <a:pt x="893" y="414"/>
                </a:lnTo>
                <a:lnTo>
                  <a:pt x="892" y="417"/>
                </a:lnTo>
                <a:lnTo>
                  <a:pt x="891" y="418"/>
                </a:lnTo>
                <a:lnTo>
                  <a:pt x="890" y="419"/>
                </a:lnTo>
                <a:lnTo>
                  <a:pt x="889" y="421"/>
                </a:lnTo>
                <a:lnTo>
                  <a:pt x="888" y="421"/>
                </a:lnTo>
                <a:lnTo>
                  <a:pt x="888" y="422"/>
                </a:lnTo>
                <a:lnTo>
                  <a:pt x="887" y="422"/>
                </a:lnTo>
                <a:lnTo>
                  <a:pt x="887" y="423"/>
                </a:lnTo>
                <a:lnTo>
                  <a:pt x="884" y="426"/>
                </a:lnTo>
                <a:lnTo>
                  <a:pt x="883" y="427"/>
                </a:lnTo>
                <a:lnTo>
                  <a:pt x="882" y="429"/>
                </a:lnTo>
                <a:lnTo>
                  <a:pt x="881" y="429"/>
                </a:lnTo>
                <a:lnTo>
                  <a:pt x="880" y="429"/>
                </a:lnTo>
                <a:lnTo>
                  <a:pt x="880" y="430"/>
                </a:lnTo>
                <a:lnTo>
                  <a:pt x="880" y="431"/>
                </a:lnTo>
                <a:lnTo>
                  <a:pt x="879" y="431"/>
                </a:lnTo>
                <a:lnTo>
                  <a:pt x="879" y="432"/>
                </a:lnTo>
                <a:lnTo>
                  <a:pt x="879" y="431"/>
                </a:lnTo>
                <a:lnTo>
                  <a:pt x="878" y="431"/>
                </a:lnTo>
                <a:lnTo>
                  <a:pt x="877" y="433"/>
                </a:lnTo>
                <a:lnTo>
                  <a:pt x="877" y="434"/>
                </a:lnTo>
                <a:lnTo>
                  <a:pt x="878" y="434"/>
                </a:lnTo>
                <a:lnTo>
                  <a:pt x="877" y="436"/>
                </a:lnTo>
                <a:lnTo>
                  <a:pt x="876" y="436"/>
                </a:lnTo>
                <a:lnTo>
                  <a:pt x="876" y="437"/>
                </a:lnTo>
                <a:lnTo>
                  <a:pt x="875" y="437"/>
                </a:lnTo>
                <a:lnTo>
                  <a:pt x="875" y="436"/>
                </a:lnTo>
                <a:lnTo>
                  <a:pt x="875" y="435"/>
                </a:lnTo>
                <a:lnTo>
                  <a:pt x="874" y="435"/>
                </a:lnTo>
                <a:lnTo>
                  <a:pt x="874" y="436"/>
                </a:lnTo>
                <a:lnTo>
                  <a:pt x="874" y="437"/>
                </a:lnTo>
                <a:lnTo>
                  <a:pt x="873" y="438"/>
                </a:lnTo>
                <a:lnTo>
                  <a:pt x="873" y="437"/>
                </a:lnTo>
                <a:lnTo>
                  <a:pt x="872" y="437"/>
                </a:lnTo>
                <a:lnTo>
                  <a:pt x="872" y="436"/>
                </a:lnTo>
                <a:lnTo>
                  <a:pt x="871" y="436"/>
                </a:lnTo>
                <a:lnTo>
                  <a:pt x="870" y="435"/>
                </a:lnTo>
                <a:lnTo>
                  <a:pt x="870" y="434"/>
                </a:lnTo>
                <a:lnTo>
                  <a:pt x="870" y="433"/>
                </a:lnTo>
                <a:lnTo>
                  <a:pt x="869" y="433"/>
                </a:lnTo>
                <a:lnTo>
                  <a:pt x="869" y="432"/>
                </a:lnTo>
                <a:lnTo>
                  <a:pt x="868" y="433"/>
                </a:lnTo>
                <a:lnTo>
                  <a:pt x="867" y="433"/>
                </a:lnTo>
                <a:lnTo>
                  <a:pt x="867" y="434"/>
                </a:lnTo>
                <a:lnTo>
                  <a:pt x="866" y="435"/>
                </a:lnTo>
                <a:lnTo>
                  <a:pt x="867" y="435"/>
                </a:lnTo>
                <a:lnTo>
                  <a:pt x="867" y="436"/>
                </a:lnTo>
                <a:lnTo>
                  <a:pt x="866" y="437"/>
                </a:lnTo>
                <a:lnTo>
                  <a:pt x="865" y="437"/>
                </a:lnTo>
                <a:lnTo>
                  <a:pt x="864" y="437"/>
                </a:lnTo>
                <a:lnTo>
                  <a:pt x="863" y="438"/>
                </a:lnTo>
                <a:lnTo>
                  <a:pt x="862" y="438"/>
                </a:lnTo>
                <a:lnTo>
                  <a:pt x="861" y="438"/>
                </a:lnTo>
                <a:lnTo>
                  <a:pt x="860" y="437"/>
                </a:lnTo>
                <a:lnTo>
                  <a:pt x="859" y="438"/>
                </a:lnTo>
                <a:lnTo>
                  <a:pt x="858" y="438"/>
                </a:lnTo>
                <a:lnTo>
                  <a:pt x="857" y="437"/>
                </a:lnTo>
                <a:lnTo>
                  <a:pt x="856" y="436"/>
                </a:lnTo>
                <a:lnTo>
                  <a:pt x="856" y="437"/>
                </a:lnTo>
                <a:lnTo>
                  <a:pt x="855" y="437"/>
                </a:lnTo>
                <a:lnTo>
                  <a:pt x="855" y="438"/>
                </a:lnTo>
                <a:lnTo>
                  <a:pt x="854" y="438"/>
                </a:lnTo>
                <a:lnTo>
                  <a:pt x="853" y="438"/>
                </a:lnTo>
                <a:lnTo>
                  <a:pt x="852" y="439"/>
                </a:lnTo>
                <a:lnTo>
                  <a:pt x="851" y="439"/>
                </a:lnTo>
                <a:lnTo>
                  <a:pt x="850" y="439"/>
                </a:lnTo>
                <a:lnTo>
                  <a:pt x="848" y="439"/>
                </a:lnTo>
                <a:lnTo>
                  <a:pt x="847" y="438"/>
                </a:lnTo>
                <a:lnTo>
                  <a:pt x="846" y="438"/>
                </a:lnTo>
                <a:lnTo>
                  <a:pt x="846" y="437"/>
                </a:lnTo>
                <a:lnTo>
                  <a:pt x="845" y="437"/>
                </a:lnTo>
                <a:lnTo>
                  <a:pt x="846" y="436"/>
                </a:lnTo>
                <a:lnTo>
                  <a:pt x="846" y="435"/>
                </a:lnTo>
                <a:lnTo>
                  <a:pt x="845" y="434"/>
                </a:lnTo>
                <a:lnTo>
                  <a:pt x="844" y="434"/>
                </a:lnTo>
                <a:lnTo>
                  <a:pt x="843" y="433"/>
                </a:lnTo>
                <a:lnTo>
                  <a:pt x="843" y="432"/>
                </a:lnTo>
                <a:lnTo>
                  <a:pt x="844" y="432"/>
                </a:lnTo>
                <a:lnTo>
                  <a:pt x="844" y="431"/>
                </a:lnTo>
                <a:lnTo>
                  <a:pt x="843" y="431"/>
                </a:lnTo>
                <a:lnTo>
                  <a:pt x="843" y="430"/>
                </a:lnTo>
                <a:lnTo>
                  <a:pt x="844" y="429"/>
                </a:lnTo>
                <a:lnTo>
                  <a:pt x="843" y="429"/>
                </a:lnTo>
                <a:lnTo>
                  <a:pt x="843" y="428"/>
                </a:lnTo>
                <a:lnTo>
                  <a:pt x="842" y="428"/>
                </a:lnTo>
                <a:lnTo>
                  <a:pt x="841" y="428"/>
                </a:lnTo>
                <a:lnTo>
                  <a:pt x="841" y="429"/>
                </a:lnTo>
                <a:lnTo>
                  <a:pt x="841" y="428"/>
                </a:lnTo>
                <a:lnTo>
                  <a:pt x="841" y="426"/>
                </a:lnTo>
                <a:lnTo>
                  <a:pt x="841" y="425"/>
                </a:lnTo>
                <a:lnTo>
                  <a:pt x="841" y="424"/>
                </a:lnTo>
                <a:lnTo>
                  <a:pt x="841" y="425"/>
                </a:lnTo>
                <a:lnTo>
                  <a:pt x="840" y="425"/>
                </a:lnTo>
                <a:lnTo>
                  <a:pt x="840" y="424"/>
                </a:lnTo>
                <a:lnTo>
                  <a:pt x="839" y="423"/>
                </a:lnTo>
                <a:lnTo>
                  <a:pt x="838" y="423"/>
                </a:lnTo>
                <a:lnTo>
                  <a:pt x="838" y="422"/>
                </a:lnTo>
                <a:lnTo>
                  <a:pt x="839" y="422"/>
                </a:lnTo>
                <a:lnTo>
                  <a:pt x="839" y="421"/>
                </a:lnTo>
                <a:lnTo>
                  <a:pt x="838" y="421"/>
                </a:lnTo>
                <a:lnTo>
                  <a:pt x="837" y="421"/>
                </a:lnTo>
                <a:lnTo>
                  <a:pt x="837" y="420"/>
                </a:lnTo>
                <a:lnTo>
                  <a:pt x="836" y="420"/>
                </a:lnTo>
                <a:lnTo>
                  <a:pt x="837" y="419"/>
                </a:lnTo>
                <a:lnTo>
                  <a:pt x="837" y="418"/>
                </a:lnTo>
                <a:lnTo>
                  <a:pt x="836" y="418"/>
                </a:lnTo>
                <a:lnTo>
                  <a:pt x="835" y="418"/>
                </a:lnTo>
                <a:lnTo>
                  <a:pt x="835" y="417"/>
                </a:lnTo>
                <a:lnTo>
                  <a:pt x="836" y="417"/>
                </a:lnTo>
                <a:lnTo>
                  <a:pt x="836" y="416"/>
                </a:lnTo>
                <a:lnTo>
                  <a:pt x="837" y="416"/>
                </a:lnTo>
                <a:lnTo>
                  <a:pt x="838" y="416"/>
                </a:lnTo>
                <a:lnTo>
                  <a:pt x="838" y="415"/>
                </a:lnTo>
                <a:lnTo>
                  <a:pt x="838" y="414"/>
                </a:lnTo>
                <a:lnTo>
                  <a:pt x="837" y="414"/>
                </a:lnTo>
                <a:lnTo>
                  <a:pt x="836" y="413"/>
                </a:lnTo>
                <a:lnTo>
                  <a:pt x="837" y="412"/>
                </a:lnTo>
                <a:lnTo>
                  <a:pt x="836" y="412"/>
                </a:lnTo>
                <a:lnTo>
                  <a:pt x="836" y="411"/>
                </a:lnTo>
                <a:lnTo>
                  <a:pt x="834" y="411"/>
                </a:lnTo>
                <a:lnTo>
                  <a:pt x="833" y="410"/>
                </a:lnTo>
                <a:lnTo>
                  <a:pt x="832" y="410"/>
                </a:lnTo>
                <a:lnTo>
                  <a:pt x="832" y="409"/>
                </a:lnTo>
                <a:lnTo>
                  <a:pt x="831" y="409"/>
                </a:lnTo>
                <a:lnTo>
                  <a:pt x="830" y="409"/>
                </a:lnTo>
                <a:lnTo>
                  <a:pt x="829" y="409"/>
                </a:lnTo>
                <a:lnTo>
                  <a:pt x="829" y="411"/>
                </a:lnTo>
                <a:lnTo>
                  <a:pt x="828" y="410"/>
                </a:lnTo>
                <a:lnTo>
                  <a:pt x="827" y="410"/>
                </a:lnTo>
                <a:lnTo>
                  <a:pt x="826" y="411"/>
                </a:lnTo>
                <a:lnTo>
                  <a:pt x="825" y="411"/>
                </a:lnTo>
                <a:lnTo>
                  <a:pt x="825" y="410"/>
                </a:lnTo>
                <a:lnTo>
                  <a:pt x="824" y="410"/>
                </a:lnTo>
                <a:lnTo>
                  <a:pt x="823" y="410"/>
                </a:lnTo>
                <a:lnTo>
                  <a:pt x="822" y="410"/>
                </a:lnTo>
                <a:lnTo>
                  <a:pt x="821" y="410"/>
                </a:lnTo>
                <a:lnTo>
                  <a:pt x="821" y="411"/>
                </a:lnTo>
                <a:lnTo>
                  <a:pt x="821" y="410"/>
                </a:lnTo>
                <a:lnTo>
                  <a:pt x="821" y="409"/>
                </a:lnTo>
                <a:lnTo>
                  <a:pt x="820" y="409"/>
                </a:lnTo>
                <a:lnTo>
                  <a:pt x="820" y="410"/>
                </a:lnTo>
                <a:lnTo>
                  <a:pt x="820" y="411"/>
                </a:lnTo>
                <a:lnTo>
                  <a:pt x="819" y="411"/>
                </a:lnTo>
                <a:lnTo>
                  <a:pt x="819" y="412"/>
                </a:lnTo>
                <a:lnTo>
                  <a:pt x="820" y="412"/>
                </a:lnTo>
                <a:lnTo>
                  <a:pt x="820" y="413"/>
                </a:lnTo>
                <a:lnTo>
                  <a:pt x="818" y="413"/>
                </a:lnTo>
                <a:lnTo>
                  <a:pt x="818" y="412"/>
                </a:lnTo>
                <a:lnTo>
                  <a:pt x="818" y="413"/>
                </a:lnTo>
                <a:lnTo>
                  <a:pt x="817" y="413"/>
                </a:lnTo>
                <a:lnTo>
                  <a:pt x="818" y="414"/>
                </a:lnTo>
                <a:lnTo>
                  <a:pt x="819" y="414"/>
                </a:lnTo>
                <a:lnTo>
                  <a:pt x="819" y="415"/>
                </a:lnTo>
                <a:lnTo>
                  <a:pt x="818" y="415"/>
                </a:lnTo>
                <a:lnTo>
                  <a:pt x="818" y="416"/>
                </a:lnTo>
                <a:lnTo>
                  <a:pt x="817" y="416"/>
                </a:lnTo>
                <a:lnTo>
                  <a:pt x="816" y="416"/>
                </a:lnTo>
                <a:lnTo>
                  <a:pt x="816" y="415"/>
                </a:lnTo>
                <a:lnTo>
                  <a:pt x="815" y="415"/>
                </a:lnTo>
                <a:lnTo>
                  <a:pt x="815" y="416"/>
                </a:lnTo>
                <a:lnTo>
                  <a:pt x="816" y="416"/>
                </a:lnTo>
                <a:lnTo>
                  <a:pt x="815" y="416"/>
                </a:lnTo>
                <a:lnTo>
                  <a:pt x="814" y="416"/>
                </a:lnTo>
                <a:lnTo>
                  <a:pt x="813" y="416"/>
                </a:lnTo>
                <a:lnTo>
                  <a:pt x="812" y="416"/>
                </a:lnTo>
                <a:lnTo>
                  <a:pt x="811" y="416"/>
                </a:lnTo>
                <a:lnTo>
                  <a:pt x="811" y="417"/>
                </a:lnTo>
                <a:lnTo>
                  <a:pt x="811" y="418"/>
                </a:lnTo>
                <a:lnTo>
                  <a:pt x="810" y="418"/>
                </a:lnTo>
                <a:lnTo>
                  <a:pt x="809" y="418"/>
                </a:lnTo>
                <a:lnTo>
                  <a:pt x="809" y="417"/>
                </a:lnTo>
                <a:lnTo>
                  <a:pt x="808" y="417"/>
                </a:lnTo>
                <a:lnTo>
                  <a:pt x="807" y="417"/>
                </a:lnTo>
                <a:lnTo>
                  <a:pt x="808" y="417"/>
                </a:lnTo>
                <a:lnTo>
                  <a:pt x="808" y="418"/>
                </a:lnTo>
                <a:lnTo>
                  <a:pt x="807" y="418"/>
                </a:lnTo>
                <a:lnTo>
                  <a:pt x="807" y="419"/>
                </a:lnTo>
                <a:lnTo>
                  <a:pt x="807" y="420"/>
                </a:lnTo>
                <a:lnTo>
                  <a:pt x="806" y="420"/>
                </a:lnTo>
                <a:lnTo>
                  <a:pt x="806" y="421"/>
                </a:lnTo>
                <a:lnTo>
                  <a:pt x="805" y="421"/>
                </a:lnTo>
                <a:lnTo>
                  <a:pt x="805" y="420"/>
                </a:lnTo>
                <a:lnTo>
                  <a:pt x="805" y="419"/>
                </a:lnTo>
                <a:lnTo>
                  <a:pt x="804" y="419"/>
                </a:lnTo>
                <a:lnTo>
                  <a:pt x="804" y="420"/>
                </a:lnTo>
                <a:lnTo>
                  <a:pt x="805" y="420"/>
                </a:lnTo>
                <a:lnTo>
                  <a:pt x="805" y="422"/>
                </a:lnTo>
                <a:lnTo>
                  <a:pt x="804" y="422"/>
                </a:lnTo>
                <a:lnTo>
                  <a:pt x="804" y="421"/>
                </a:lnTo>
                <a:lnTo>
                  <a:pt x="803" y="421"/>
                </a:lnTo>
                <a:lnTo>
                  <a:pt x="802" y="421"/>
                </a:lnTo>
                <a:lnTo>
                  <a:pt x="803" y="421"/>
                </a:lnTo>
                <a:lnTo>
                  <a:pt x="803" y="422"/>
                </a:lnTo>
                <a:lnTo>
                  <a:pt x="802" y="423"/>
                </a:lnTo>
                <a:lnTo>
                  <a:pt x="802" y="422"/>
                </a:lnTo>
                <a:lnTo>
                  <a:pt x="801" y="421"/>
                </a:lnTo>
                <a:lnTo>
                  <a:pt x="802" y="421"/>
                </a:lnTo>
                <a:lnTo>
                  <a:pt x="802" y="420"/>
                </a:lnTo>
                <a:lnTo>
                  <a:pt x="801" y="419"/>
                </a:lnTo>
                <a:lnTo>
                  <a:pt x="800" y="420"/>
                </a:lnTo>
                <a:lnTo>
                  <a:pt x="799" y="420"/>
                </a:lnTo>
                <a:lnTo>
                  <a:pt x="798" y="419"/>
                </a:lnTo>
                <a:lnTo>
                  <a:pt x="798" y="418"/>
                </a:lnTo>
                <a:lnTo>
                  <a:pt x="798" y="417"/>
                </a:lnTo>
                <a:lnTo>
                  <a:pt x="799" y="417"/>
                </a:lnTo>
                <a:lnTo>
                  <a:pt x="798" y="417"/>
                </a:lnTo>
                <a:lnTo>
                  <a:pt x="797" y="417"/>
                </a:lnTo>
                <a:lnTo>
                  <a:pt x="797" y="416"/>
                </a:lnTo>
                <a:lnTo>
                  <a:pt x="796" y="416"/>
                </a:lnTo>
                <a:lnTo>
                  <a:pt x="796" y="415"/>
                </a:lnTo>
                <a:lnTo>
                  <a:pt x="796" y="414"/>
                </a:lnTo>
                <a:lnTo>
                  <a:pt x="797" y="414"/>
                </a:lnTo>
                <a:lnTo>
                  <a:pt x="797" y="413"/>
                </a:lnTo>
                <a:lnTo>
                  <a:pt x="796" y="413"/>
                </a:lnTo>
                <a:lnTo>
                  <a:pt x="796" y="412"/>
                </a:lnTo>
                <a:lnTo>
                  <a:pt x="796" y="411"/>
                </a:lnTo>
                <a:lnTo>
                  <a:pt x="796" y="410"/>
                </a:lnTo>
                <a:lnTo>
                  <a:pt x="795" y="410"/>
                </a:lnTo>
                <a:lnTo>
                  <a:pt x="795" y="409"/>
                </a:lnTo>
                <a:lnTo>
                  <a:pt x="794" y="409"/>
                </a:lnTo>
                <a:lnTo>
                  <a:pt x="793" y="409"/>
                </a:lnTo>
                <a:lnTo>
                  <a:pt x="792" y="409"/>
                </a:lnTo>
                <a:lnTo>
                  <a:pt x="792" y="408"/>
                </a:lnTo>
                <a:lnTo>
                  <a:pt x="791" y="408"/>
                </a:lnTo>
                <a:lnTo>
                  <a:pt x="792" y="408"/>
                </a:lnTo>
                <a:lnTo>
                  <a:pt x="792" y="409"/>
                </a:lnTo>
                <a:lnTo>
                  <a:pt x="792" y="410"/>
                </a:lnTo>
                <a:lnTo>
                  <a:pt x="791" y="410"/>
                </a:lnTo>
                <a:lnTo>
                  <a:pt x="791" y="409"/>
                </a:lnTo>
                <a:lnTo>
                  <a:pt x="792" y="409"/>
                </a:lnTo>
                <a:lnTo>
                  <a:pt x="791" y="409"/>
                </a:lnTo>
                <a:lnTo>
                  <a:pt x="790" y="409"/>
                </a:lnTo>
                <a:lnTo>
                  <a:pt x="790" y="408"/>
                </a:lnTo>
                <a:lnTo>
                  <a:pt x="789" y="408"/>
                </a:lnTo>
                <a:lnTo>
                  <a:pt x="788" y="408"/>
                </a:lnTo>
                <a:lnTo>
                  <a:pt x="789" y="408"/>
                </a:lnTo>
                <a:lnTo>
                  <a:pt x="789" y="407"/>
                </a:lnTo>
                <a:lnTo>
                  <a:pt x="788" y="406"/>
                </a:lnTo>
                <a:lnTo>
                  <a:pt x="787" y="406"/>
                </a:lnTo>
                <a:lnTo>
                  <a:pt x="787" y="407"/>
                </a:lnTo>
                <a:lnTo>
                  <a:pt x="787" y="406"/>
                </a:lnTo>
                <a:lnTo>
                  <a:pt x="786" y="406"/>
                </a:lnTo>
                <a:lnTo>
                  <a:pt x="785" y="406"/>
                </a:lnTo>
                <a:lnTo>
                  <a:pt x="785" y="405"/>
                </a:lnTo>
                <a:lnTo>
                  <a:pt x="784" y="404"/>
                </a:lnTo>
                <a:lnTo>
                  <a:pt x="783" y="403"/>
                </a:lnTo>
                <a:lnTo>
                  <a:pt x="782" y="403"/>
                </a:lnTo>
                <a:lnTo>
                  <a:pt x="781" y="402"/>
                </a:lnTo>
                <a:lnTo>
                  <a:pt x="780" y="402"/>
                </a:lnTo>
                <a:lnTo>
                  <a:pt x="780" y="403"/>
                </a:lnTo>
                <a:lnTo>
                  <a:pt x="779" y="403"/>
                </a:lnTo>
                <a:lnTo>
                  <a:pt x="779" y="402"/>
                </a:lnTo>
                <a:lnTo>
                  <a:pt x="780" y="402"/>
                </a:lnTo>
                <a:lnTo>
                  <a:pt x="779" y="402"/>
                </a:lnTo>
                <a:lnTo>
                  <a:pt x="779" y="403"/>
                </a:lnTo>
                <a:lnTo>
                  <a:pt x="779" y="402"/>
                </a:lnTo>
                <a:lnTo>
                  <a:pt x="779" y="403"/>
                </a:lnTo>
                <a:lnTo>
                  <a:pt x="778" y="403"/>
                </a:lnTo>
                <a:lnTo>
                  <a:pt x="778" y="402"/>
                </a:lnTo>
                <a:lnTo>
                  <a:pt x="777" y="402"/>
                </a:lnTo>
                <a:lnTo>
                  <a:pt x="776" y="403"/>
                </a:lnTo>
                <a:lnTo>
                  <a:pt x="775" y="403"/>
                </a:lnTo>
                <a:lnTo>
                  <a:pt x="775" y="402"/>
                </a:lnTo>
                <a:lnTo>
                  <a:pt x="774" y="402"/>
                </a:lnTo>
                <a:lnTo>
                  <a:pt x="774" y="401"/>
                </a:lnTo>
                <a:lnTo>
                  <a:pt x="773" y="401"/>
                </a:lnTo>
                <a:lnTo>
                  <a:pt x="772" y="401"/>
                </a:lnTo>
                <a:lnTo>
                  <a:pt x="771" y="401"/>
                </a:lnTo>
                <a:lnTo>
                  <a:pt x="771" y="400"/>
                </a:lnTo>
                <a:lnTo>
                  <a:pt x="772" y="400"/>
                </a:lnTo>
                <a:lnTo>
                  <a:pt x="772" y="399"/>
                </a:lnTo>
                <a:lnTo>
                  <a:pt x="772" y="400"/>
                </a:lnTo>
                <a:lnTo>
                  <a:pt x="771" y="400"/>
                </a:lnTo>
                <a:lnTo>
                  <a:pt x="771" y="399"/>
                </a:lnTo>
                <a:lnTo>
                  <a:pt x="770" y="399"/>
                </a:lnTo>
                <a:lnTo>
                  <a:pt x="770" y="400"/>
                </a:lnTo>
                <a:lnTo>
                  <a:pt x="770" y="401"/>
                </a:lnTo>
                <a:lnTo>
                  <a:pt x="770" y="402"/>
                </a:lnTo>
                <a:lnTo>
                  <a:pt x="769" y="402"/>
                </a:lnTo>
                <a:lnTo>
                  <a:pt x="769" y="401"/>
                </a:lnTo>
                <a:lnTo>
                  <a:pt x="769" y="400"/>
                </a:lnTo>
                <a:lnTo>
                  <a:pt x="769" y="399"/>
                </a:lnTo>
                <a:lnTo>
                  <a:pt x="768" y="399"/>
                </a:lnTo>
                <a:lnTo>
                  <a:pt x="767" y="400"/>
                </a:lnTo>
                <a:lnTo>
                  <a:pt x="767" y="401"/>
                </a:lnTo>
                <a:lnTo>
                  <a:pt x="766" y="401"/>
                </a:lnTo>
                <a:lnTo>
                  <a:pt x="766" y="400"/>
                </a:lnTo>
                <a:lnTo>
                  <a:pt x="766" y="399"/>
                </a:lnTo>
                <a:lnTo>
                  <a:pt x="766" y="398"/>
                </a:lnTo>
                <a:lnTo>
                  <a:pt x="765" y="397"/>
                </a:lnTo>
                <a:lnTo>
                  <a:pt x="765" y="396"/>
                </a:lnTo>
                <a:lnTo>
                  <a:pt x="764" y="396"/>
                </a:lnTo>
                <a:lnTo>
                  <a:pt x="763" y="397"/>
                </a:lnTo>
                <a:lnTo>
                  <a:pt x="762" y="397"/>
                </a:lnTo>
                <a:lnTo>
                  <a:pt x="762" y="398"/>
                </a:lnTo>
                <a:lnTo>
                  <a:pt x="761" y="399"/>
                </a:lnTo>
                <a:lnTo>
                  <a:pt x="760" y="399"/>
                </a:lnTo>
                <a:lnTo>
                  <a:pt x="760" y="400"/>
                </a:lnTo>
                <a:lnTo>
                  <a:pt x="759" y="400"/>
                </a:lnTo>
                <a:lnTo>
                  <a:pt x="759" y="401"/>
                </a:lnTo>
                <a:lnTo>
                  <a:pt x="759" y="402"/>
                </a:lnTo>
                <a:lnTo>
                  <a:pt x="760" y="402"/>
                </a:lnTo>
                <a:lnTo>
                  <a:pt x="760" y="403"/>
                </a:lnTo>
                <a:lnTo>
                  <a:pt x="759" y="403"/>
                </a:lnTo>
                <a:lnTo>
                  <a:pt x="759" y="404"/>
                </a:lnTo>
                <a:lnTo>
                  <a:pt x="758" y="404"/>
                </a:lnTo>
                <a:lnTo>
                  <a:pt x="758" y="405"/>
                </a:lnTo>
                <a:lnTo>
                  <a:pt x="758" y="406"/>
                </a:lnTo>
                <a:lnTo>
                  <a:pt x="757" y="406"/>
                </a:lnTo>
                <a:lnTo>
                  <a:pt x="756" y="406"/>
                </a:lnTo>
                <a:lnTo>
                  <a:pt x="756" y="407"/>
                </a:lnTo>
                <a:lnTo>
                  <a:pt x="757" y="408"/>
                </a:lnTo>
                <a:lnTo>
                  <a:pt x="756" y="408"/>
                </a:lnTo>
                <a:lnTo>
                  <a:pt x="756" y="409"/>
                </a:lnTo>
                <a:lnTo>
                  <a:pt x="756" y="408"/>
                </a:lnTo>
                <a:lnTo>
                  <a:pt x="755" y="408"/>
                </a:lnTo>
                <a:lnTo>
                  <a:pt x="754" y="408"/>
                </a:lnTo>
                <a:lnTo>
                  <a:pt x="754" y="409"/>
                </a:lnTo>
                <a:lnTo>
                  <a:pt x="754" y="410"/>
                </a:lnTo>
                <a:lnTo>
                  <a:pt x="754" y="412"/>
                </a:lnTo>
                <a:lnTo>
                  <a:pt x="755" y="412"/>
                </a:lnTo>
                <a:lnTo>
                  <a:pt x="755" y="413"/>
                </a:lnTo>
                <a:lnTo>
                  <a:pt x="756" y="413"/>
                </a:lnTo>
                <a:lnTo>
                  <a:pt x="757" y="413"/>
                </a:lnTo>
                <a:lnTo>
                  <a:pt x="756" y="414"/>
                </a:lnTo>
                <a:lnTo>
                  <a:pt x="755" y="414"/>
                </a:lnTo>
                <a:lnTo>
                  <a:pt x="756" y="415"/>
                </a:lnTo>
                <a:lnTo>
                  <a:pt x="755" y="415"/>
                </a:lnTo>
                <a:lnTo>
                  <a:pt x="754" y="415"/>
                </a:lnTo>
                <a:lnTo>
                  <a:pt x="753" y="415"/>
                </a:lnTo>
                <a:lnTo>
                  <a:pt x="752" y="415"/>
                </a:lnTo>
                <a:lnTo>
                  <a:pt x="751" y="415"/>
                </a:lnTo>
                <a:lnTo>
                  <a:pt x="750" y="415"/>
                </a:lnTo>
                <a:lnTo>
                  <a:pt x="750" y="414"/>
                </a:lnTo>
                <a:lnTo>
                  <a:pt x="749" y="414"/>
                </a:lnTo>
                <a:lnTo>
                  <a:pt x="749" y="413"/>
                </a:lnTo>
                <a:lnTo>
                  <a:pt x="748" y="413"/>
                </a:lnTo>
                <a:lnTo>
                  <a:pt x="747" y="413"/>
                </a:lnTo>
                <a:lnTo>
                  <a:pt x="746" y="415"/>
                </a:lnTo>
                <a:lnTo>
                  <a:pt x="746" y="416"/>
                </a:lnTo>
                <a:lnTo>
                  <a:pt x="746" y="417"/>
                </a:lnTo>
                <a:lnTo>
                  <a:pt x="748" y="418"/>
                </a:lnTo>
                <a:lnTo>
                  <a:pt x="749" y="419"/>
                </a:lnTo>
                <a:lnTo>
                  <a:pt x="749" y="418"/>
                </a:lnTo>
                <a:lnTo>
                  <a:pt x="750" y="419"/>
                </a:lnTo>
                <a:lnTo>
                  <a:pt x="750" y="420"/>
                </a:lnTo>
                <a:lnTo>
                  <a:pt x="749" y="420"/>
                </a:lnTo>
                <a:lnTo>
                  <a:pt x="748" y="420"/>
                </a:lnTo>
                <a:lnTo>
                  <a:pt x="748" y="421"/>
                </a:lnTo>
                <a:lnTo>
                  <a:pt x="748" y="422"/>
                </a:lnTo>
                <a:lnTo>
                  <a:pt x="747" y="422"/>
                </a:lnTo>
                <a:lnTo>
                  <a:pt x="746" y="422"/>
                </a:lnTo>
                <a:lnTo>
                  <a:pt x="745" y="423"/>
                </a:lnTo>
                <a:lnTo>
                  <a:pt x="744" y="422"/>
                </a:lnTo>
                <a:lnTo>
                  <a:pt x="743" y="422"/>
                </a:lnTo>
                <a:lnTo>
                  <a:pt x="743" y="423"/>
                </a:lnTo>
                <a:lnTo>
                  <a:pt x="742" y="423"/>
                </a:lnTo>
                <a:lnTo>
                  <a:pt x="742" y="422"/>
                </a:lnTo>
                <a:lnTo>
                  <a:pt x="741" y="422"/>
                </a:lnTo>
                <a:lnTo>
                  <a:pt x="740" y="422"/>
                </a:lnTo>
                <a:lnTo>
                  <a:pt x="740" y="423"/>
                </a:lnTo>
                <a:lnTo>
                  <a:pt x="739" y="423"/>
                </a:lnTo>
                <a:lnTo>
                  <a:pt x="739" y="424"/>
                </a:lnTo>
                <a:lnTo>
                  <a:pt x="738" y="424"/>
                </a:lnTo>
                <a:lnTo>
                  <a:pt x="738" y="425"/>
                </a:lnTo>
                <a:lnTo>
                  <a:pt x="739" y="425"/>
                </a:lnTo>
                <a:lnTo>
                  <a:pt x="739" y="426"/>
                </a:lnTo>
                <a:lnTo>
                  <a:pt x="740" y="426"/>
                </a:lnTo>
                <a:lnTo>
                  <a:pt x="741" y="425"/>
                </a:lnTo>
                <a:lnTo>
                  <a:pt x="742" y="425"/>
                </a:lnTo>
                <a:lnTo>
                  <a:pt x="742" y="424"/>
                </a:lnTo>
                <a:lnTo>
                  <a:pt x="743" y="424"/>
                </a:lnTo>
                <a:lnTo>
                  <a:pt x="744" y="425"/>
                </a:lnTo>
                <a:lnTo>
                  <a:pt x="744" y="426"/>
                </a:lnTo>
                <a:lnTo>
                  <a:pt x="743" y="426"/>
                </a:lnTo>
                <a:lnTo>
                  <a:pt x="742" y="426"/>
                </a:lnTo>
                <a:lnTo>
                  <a:pt x="742" y="427"/>
                </a:lnTo>
                <a:lnTo>
                  <a:pt x="742" y="428"/>
                </a:lnTo>
                <a:lnTo>
                  <a:pt x="743" y="428"/>
                </a:lnTo>
                <a:lnTo>
                  <a:pt x="743" y="429"/>
                </a:lnTo>
                <a:lnTo>
                  <a:pt x="744" y="429"/>
                </a:lnTo>
                <a:lnTo>
                  <a:pt x="744" y="430"/>
                </a:lnTo>
                <a:lnTo>
                  <a:pt x="745" y="430"/>
                </a:lnTo>
                <a:lnTo>
                  <a:pt x="747" y="430"/>
                </a:lnTo>
                <a:lnTo>
                  <a:pt x="748" y="430"/>
                </a:lnTo>
                <a:lnTo>
                  <a:pt x="748" y="431"/>
                </a:lnTo>
                <a:lnTo>
                  <a:pt x="748" y="433"/>
                </a:lnTo>
                <a:lnTo>
                  <a:pt x="750" y="434"/>
                </a:lnTo>
                <a:lnTo>
                  <a:pt x="751" y="433"/>
                </a:lnTo>
                <a:lnTo>
                  <a:pt x="751" y="434"/>
                </a:lnTo>
                <a:lnTo>
                  <a:pt x="751" y="435"/>
                </a:lnTo>
                <a:lnTo>
                  <a:pt x="752" y="436"/>
                </a:lnTo>
                <a:lnTo>
                  <a:pt x="752" y="437"/>
                </a:lnTo>
                <a:lnTo>
                  <a:pt x="754" y="437"/>
                </a:lnTo>
                <a:lnTo>
                  <a:pt x="755" y="437"/>
                </a:lnTo>
                <a:lnTo>
                  <a:pt x="756" y="437"/>
                </a:lnTo>
                <a:lnTo>
                  <a:pt x="756" y="438"/>
                </a:lnTo>
                <a:lnTo>
                  <a:pt x="757" y="438"/>
                </a:lnTo>
                <a:lnTo>
                  <a:pt x="758" y="437"/>
                </a:lnTo>
                <a:lnTo>
                  <a:pt x="758" y="438"/>
                </a:lnTo>
                <a:lnTo>
                  <a:pt x="758" y="439"/>
                </a:lnTo>
                <a:lnTo>
                  <a:pt x="758" y="440"/>
                </a:lnTo>
                <a:lnTo>
                  <a:pt x="758" y="441"/>
                </a:lnTo>
                <a:lnTo>
                  <a:pt x="757" y="441"/>
                </a:lnTo>
                <a:lnTo>
                  <a:pt x="756" y="441"/>
                </a:lnTo>
                <a:lnTo>
                  <a:pt x="756" y="442"/>
                </a:lnTo>
                <a:lnTo>
                  <a:pt x="755" y="443"/>
                </a:lnTo>
                <a:lnTo>
                  <a:pt x="755" y="444"/>
                </a:lnTo>
                <a:lnTo>
                  <a:pt x="756" y="444"/>
                </a:lnTo>
                <a:lnTo>
                  <a:pt x="756" y="445"/>
                </a:lnTo>
                <a:lnTo>
                  <a:pt x="756" y="446"/>
                </a:lnTo>
                <a:lnTo>
                  <a:pt x="755" y="446"/>
                </a:lnTo>
                <a:lnTo>
                  <a:pt x="755" y="447"/>
                </a:lnTo>
                <a:lnTo>
                  <a:pt x="755" y="448"/>
                </a:lnTo>
                <a:lnTo>
                  <a:pt x="754" y="448"/>
                </a:lnTo>
                <a:lnTo>
                  <a:pt x="753" y="448"/>
                </a:lnTo>
                <a:lnTo>
                  <a:pt x="754" y="449"/>
                </a:lnTo>
                <a:lnTo>
                  <a:pt x="755" y="450"/>
                </a:lnTo>
                <a:lnTo>
                  <a:pt x="755" y="451"/>
                </a:lnTo>
                <a:lnTo>
                  <a:pt x="754" y="451"/>
                </a:lnTo>
                <a:lnTo>
                  <a:pt x="755" y="452"/>
                </a:lnTo>
                <a:lnTo>
                  <a:pt x="756" y="452"/>
                </a:lnTo>
                <a:lnTo>
                  <a:pt x="756" y="453"/>
                </a:lnTo>
                <a:lnTo>
                  <a:pt x="756" y="454"/>
                </a:lnTo>
                <a:lnTo>
                  <a:pt x="756" y="455"/>
                </a:lnTo>
                <a:lnTo>
                  <a:pt x="757" y="455"/>
                </a:lnTo>
                <a:lnTo>
                  <a:pt x="756" y="455"/>
                </a:lnTo>
                <a:lnTo>
                  <a:pt x="755" y="455"/>
                </a:lnTo>
                <a:lnTo>
                  <a:pt x="755" y="456"/>
                </a:lnTo>
                <a:lnTo>
                  <a:pt x="755" y="457"/>
                </a:lnTo>
                <a:lnTo>
                  <a:pt x="754" y="457"/>
                </a:lnTo>
                <a:lnTo>
                  <a:pt x="753" y="457"/>
                </a:lnTo>
                <a:lnTo>
                  <a:pt x="753" y="456"/>
                </a:lnTo>
                <a:lnTo>
                  <a:pt x="752" y="456"/>
                </a:lnTo>
                <a:lnTo>
                  <a:pt x="751" y="456"/>
                </a:lnTo>
                <a:lnTo>
                  <a:pt x="751" y="457"/>
                </a:lnTo>
                <a:lnTo>
                  <a:pt x="750" y="457"/>
                </a:lnTo>
                <a:lnTo>
                  <a:pt x="749" y="457"/>
                </a:lnTo>
                <a:lnTo>
                  <a:pt x="748" y="457"/>
                </a:lnTo>
                <a:lnTo>
                  <a:pt x="748" y="458"/>
                </a:lnTo>
                <a:lnTo>
                  <a:pt x="747" y="458"/>
                </a:lnTo>
                <a:lnTo>
                  <a:pt x="746" y="457"/>
                </a:lnTo>
                <a:lnTo>
                  <a:pt x="745" y="458"/>
                </a:lnTo>
                <a:lnTo>
                  <a:pt x="745" y="459"/>
                </a:lnTo>
                <a:lnTo>
                  <a:pt x="745" y="460"/>
                </a:lnTo>
                <a:lnTo>
                  <a:pt x="744" y="460"/>
                </a:lnTo>
                <a:lnTo>
                  <a:pt x="744" y="459"/>
                </a:lnTo>
                <a:lnTo>
                  <a:pt x="743" y="459"/>
                </a:lnTo>
                <a:lnTo>
                  <a:pt x="743" y="460"/>
                </a:lnTo>
                <a:lnTo>
                  <a:pt x="743" y="461"/>
                </a:lnTo>
                <a:lnTo>
                  <a:pt x="743" y="462"/>
                </a:lnTo>
                <a:lnTo>
                  <a:pt x="743" y="463"/>
                </a:lnTo>
                <a:lnTo>
                  <a:pt x="743" y="464"/>
                </a:lnTo>
                <a:lnTo>
                  <a:pt x="742" y="464"/>
                </a:lnTo>
                <a:lnTo>
                  <a:pt x="742" y="465"/>
                </a:lnTo>
                <a:lnTo>
                  <a:pt x="742" y="466"/>
                </a:lnTo>
                <a:lnTo>
                  <a:pt x="742" y="467"/>
                </a:lnTo>
                <a:lnTo>
                  <a:pt x="741" y="467"/>
                </a:lnTo>
                <a:lnTo>
                  <a:pt x="741" y="468"/>
                </a:lnTo>
                <a:lnTo>
                  <a:pt x="741" y="469"/>
                </a:lnTo>
                <a:lnTo>
                  <a:pt x="740" y="468"/>
                </a:lnTo>
                <a:lnTo>
                  <a:pt x="739" y="468"/>
                </a:lnTo>
                <a:lnTo>
                  <a:pt x="739" y="469"/>
                </a:lnTo>
                <a:lnTo>
                  <a:pt x="739" y="470"/>
                </a:lnTo>
                <a:lnTo>
                  <a:pt x="738" y="471"/>
                </a:lnTo>
                <a:lnTo>
                  <a:pt x="738" y="472"/>
                </a:lnTo>
                <a:lnTo>
                  <a:pt x="739" y="472"/>
                </a:lnTo>
                <a:lnTo>
                  <a:pt x="738" y="472"/>
                </a:lnTo>
                <a:lnTo>
                  <a:pt x="737" y="471"/>
                </a:lnTo>
                <a:lnTo>
                  <a:pt x="736" y="471"/>
                </a:lnTo>
                <a:lnTo>
                  <a:pt x="735" y="471"/>
                </a:lnTo>
                <a:lnTo>
                  <a:pt x="735" y="470"/>
                </a:lnTo>
                <a:lnTo>
                  <a:pt x="735" y="469"/>
                </a:lnTo>
                <a:lnTo>
                  <a:pt x="735" y="470"/>
                </a:lnTo>
                <a:lnTo>
                  <a:pt x="734" y="470"/>
                </a:lnTo>
                <a:lnTo>
                  <a:pt x="733" y="470"/>
                </a:lnTo>
                <a:lnTo>
                  <a:pt x="733" y="471"/>
                </a:lnTo>
                <a:lnTo>
                  <a:pt x="733" y="472"/>
                </a:lnTo>
                <a:lnTo>
                  <a:pt x="734" y="473"/>
                </a:lnTo>
                <a:lnTo>
                  <a:pt x="734" y="474"/>
                </a:lnTo>
                <a:lnTo>
                  <a:pt x="733" y="474"/>
                </a:lnTo>
                <a:lnTo>
                  <a:pt x="732" y="474"/>
                </a:lnTo>
                <a:lnTo>
                  <a:pt x="731" y="474"/>
                </a:lnTo>
                <a:lnTo>
                  <a:pt x="729" y="474"/>
                </a:lnTo>
                <a:lnTo>
                  <a:pt x="729" y="473"/>
                </a:lnTo>
                <a:lnTo>
                  <a:pt x="728" y="473"/>
                </a:lnTo>
                <a:lnTo>
                  <a:pt x="727" y="473"/>
                </a:lnTo>
                <a:lnTo>
                  <a:pt x="727" y="474"/>
                </a:lnTo>
                <a:lnTo>
                  <a:pt x="726" y="475"/>
                </a:lnTo>
                <a:lnTo>
                  <a:pt x="726" y="474"/>
                </a:lnTo>
                <a:lnTo>
                  <a:pt x="725" y="474"/>
                </a:lnTo>
                <a:lnTo>
                  <a:pt x="725" y="475"/>
                </a:lnTo>
                <a:lnTo>
                  <a:pt x="726" y="476"/>
                </a:lnTo>
                <a:lnTo>
                  <a:pt x="726" y="477"/>
                </a:lnTo>
                <a:lnTo>
                  <a:pt x="725" y="477"/>
                </a:lnTo>
                <a:lnTo>
                  <a:pt x="724" y="477"/>
                </a:lnTo>
                <a:lnTo>
                  <a:pt x="724" y="478"/>
                </a:lnTo>
                <a:lnTo>
                  <a:pt x="724" y="479"/>
                </a:lnTo>
                <a:lnTo>
                  <a:pt x="725" y="479"/>
                </a:lnTo>
                <a:lnTo>
                  <a:pt x="724" y="479"/>
                </a:lnTo>
                <a:lnTo>
                  <a:pt x="724" y="480"/>
                </a:lnTo>
                <a:lnTo>
                  <a:pt x="723" y="480"/>
                </a:lnTo>
                <a:lnTo>
                  <a:pt x="723" y="479"/>
                </a:lnTo>
                <a:lnTo>
                  <a:pt x="722" y="479"/>
                </a:lnTo>
                <a:lnTo>
                  <a:pt x="722" y="480"/>
                </a:lnTo>
                <a:lnTo>
                  <a:pt x="721" y="480"/>
                </a:lnTo>
                <a:lnTo>
                  <a:pt x="721" y="481"/>
                </a:lnTo>
                <a:lnTo>
                  <a:pt x="721" y="482"/>
                </a:lnTo>
                <a:lnTo>
                  <a:pt x="719" y="482"/>
                </a:lnTo>
                <a:lnTo>
                  <a:pt x="720" y="482"/>
                </a:lnTo>
                <a:lnTo>
                  <a:pt x="720" y="481"/>
                </a:lnTo>
                <a:lnTo>
                  <a:pt x="719" y="481"/>
                </a:lnTo>
                <a:lnTo>
                  <a:pt x="718" y="482"/>
                </a:lnTo>
                <a:lnTo>
                  <a:pt x="718" y="483"/>
                </a:lnTo>
                <a:lnTo>
                  <a:pt x="719" y="483"/>
                </a:lnTo>
                <a:lnTo>
                  <a:pt x="719" y="484"/>
                </a:lnTo>
                <a:lnTo>
                  <a:pt x="719" y="485"/>
                </a:lnTo>
                <a:lnTo>
                  <a:pt x="718" y="484"/>
                </a:lnTo>
                <a:lnTo>
                  <a:pt x="717" y="484"/>
                </a:lnTo>
                <a:lnTo>
                  <a:pt x="717" y="485"/>
                </a:lnTo>
                <a:lnTo>
                  <a:pt x="717" y="486"/>
                </a:lnTo>
                <a:lnTo>
                  <a:pt x="717" y="487"/>
                </a:lnTo>
                <a:lnTo>
                  <a:pt x="717" y="488"/>
                </a:lnTo>
                <a:lnTo>
                  <a:pt x="717" y="489"/>
                </a:lnTo>
                <a:lnTo>
                  <a:pt x="718" y="489"/>
                </a:lnTo>
                <a:lnTo>
                  <a:pt x="718" y="490"/>
                </a:lnTo>
                <a:lnTo>
                  <a:pt x="719" y="490"/>
                </a:lnTo>
                <a:lnTo>
                  <a:pt x="719" y="491"/>
                </a:lnTo>
                <a:lnTo>
                  <a:pt x="719" y="492"/>
                </a:lnTo>
                <a:lnTo>
                  <a:pt x="719" y="493"/>
                </a:lnTo>
                <a:lnTo>
                  <a:pt x="719" y="494"/>
                </a:lnTo>
                <a:lnTo>
                  <a:pt x="719" y="495"/>
                </a:lnTo>
                <a:lnTo>
                  <a:pt x="720" y="495"/>
                </a:lnTo>
                <a:lnTo>
                  <a:pt x="721" y="496"/>
                </a:lnTo>
                <a:lnTo>
                  <a:pt x="721" y="497"/>
                </a:lnTo>
                <a:lnTo>
                  <a:pt x="720" y="497"/>
                </a:lnTo>
                <a:lnTo>
                  <a:pt x="719" y="497"/>
                </a:lnTo>
                <a:lnTo>
                  <a:pt x="720" y="498"/>
                </a:lnTo>
                <a:lnTo>
                  <a:pt x="721" y="498"/>
                </a:lnTo>
                <a:lnTo>
                  <a:pt x="721" y="497"/>
                </a:lnTo>
                <a:lnTo>
                  <a:pt x="722" y="497"/>
                </a:lnTo>
                <a:lnTo>
                  <a:pt x="722" y="498"/>
                </a:lnTo>
                <a:lnTo>
                  <a:pt x="723" y="497"/>
                </a:lnTo>
                <a:lnTo>
                  <a:pt x="723" y="496"/>
                </a:lnTo>
                <a:lnTo>
                  <a:pt x="724" y="496"/>
                </a:lnTo>
                <a:lnTo>
                  <a:pt x="725" y="497"/>
                </a:lnTo>
                <a:lnTo>
                  <a:pt x="726" y="498"/>
                </a:lnTo>
                <a:lnTo>
                  <a:pt x="726" y="499"/>
                </a:lnTo>
                <a:lnTo>
                  <a:pt x="725" y="499"/>
                </a:lnTo>
                <a:lnTo>
                  <a:pt x="724" y="499"/>
                </a:lnTo>
                <a:lnTo>
                  <a:pt x="724" y="500"/>
                </a:lnTo>
                <a:lnTo>
                  <a:pt x="724" y="501"/>
                </a:lnTo>
                <a:lnTo>
                  <a:pt x="724" y="500"/>
                </a:lnTo>
                <a:lnTo>
                  <a:pt x="725" y="500"/>
                </a:lnTo>
                <a:lnTo>
                  <a:pt x="726" y="500"/>
                </a:lnTo>
                <a:lnTo>
                  <a:pt x="727" y="500"/>
                </a:lnTo>
                <a:lnTo>
                  <a:pt x="728" y="500"/>
                </a:lnTo>
                <a:lnTo>
                  <a:pt x="729" y="500"/>
                </a:lnTo>
                <a:lnTo>
                  <a:pt x="729" y="501"/>
                </a:lnTo>
                <a:lnTo>
                  <a:pt x="730" y="502"/>
                </a:lnTo>
                <a:lnTo>
                  <a:pt x="730" y="503"/>
                </a:lnTo>
                <a:lnTo>
                  <a:pt x="730" y="504"/>
                </a:lnTo>
                <a:lnTo>
                  <a:pt x="729" y="504"/>
                </a:lnTo>
                <a:lnTo>
                  <a:pt x="729" y="505"/>
                </a:lnTo>
                <a:lnTo>
                  <a:pt x="730" y="506"/>
                </a:lnTo>
                <a:lnTo>
                  <a:pt x="729" y="506"/>
                </a:lnTo>
                <a:lnTo>
                  <a:pt x="728" y="507"/>
                </a:lnTo>
                <a:lnTo>
                  <a:pt x="728" y="508"/>
                </a:lnTo>
                <a:lnTo>
                  <a:pt x="728" y="509"/>
                </a:lnTo>
                <a:lnTo>
                  <a:pt x="728" y="510"/>
                </a:lnTo>
                <a:lnTo>
                  <a:pt x="728" y="511"/>
                </a:lnTo>
                <a:lnTo>
                  <a:pt x="728" y="512"/>
                </a:lnTo>
                <a:lnTo>
                  <a:pt x="729" y="511"/>
                </a:lnTo>
                <a:lnTo>
                  <a:pt x="730" y="511"/>
                </a:lnTo>
                <a:lnTo>
                  <a:pt x="730" y="510"/>
                </a:lnTo>
                <a:lnTo>
                  <a:pt x="730" y="511"/>
                </a:lnTo>
                <a:lnTo>
                  <a:pt x="731" y="511"/>
                </a:lnTo>
                <a:lnTo>
                  <a:pt x="731" y="510"/>
                </a:lnTo>
                <a:lnTo>
                  <a:pt x="732" y="510"/>
                </a:lnTo>
                <a:lnTo>
                  <a:pt x="732" y="511"/>
                </a:lnTo>
                <a:lnTo>
                  <a:pt x="732" y="514"/>
                </a:lnTo>
                <a:lnTo>
                  <a:pt x="733" y="514"/>
                </a:lnTo>
                <a:lnTo>
                  <a:pt x="733" y="515"/>
                </a:lnTo>
                <a:lnTo>
                  <a:pt x="734" y="515"/>
                </a:lnTo>
                <a:lnTo>
                  <a:pt x="735" y="515"/>
                </a:lnTo>
                <a:lnTo>
                  <a:pt x="736" y="514"/>
                </a:lnTo>
                <a:lnTo>
                  <a:pt x="737" y="514"/>
                </a:lnTo>
                <a:lnTo>
                  <a:pt x="737" y="515"/>
                </a:lnTo>
                <a:lnTo>
                  <a:pt x="736" y="515"/>
                </a:lnTo>
                <a:lnTo>
                  <a:pt x="736" y="516"/>
                </a:lnTo>
                <a:lnTo>
                  <a:pt x="737" y="516"/>
                </a:lnTo>
                <a:lnTo>
                  <a:pt x="738" y="516"/>
                </a:lnTo>
                <a:lnTo>
                  <a:pt x="738" y="515"/>
                </a:lnTo>
                <a:lnTo>
                  <a:pt x="739" y="515"/>
                </a:lnTo>
                <a:lnTo>
                  <a:pt x="741" y="515"/>
                </a:lnTo>
                <a:lnTo>
                  <a:pt x="742" y="515"/>
                </a:lnTo>
                <a:lnTo>
                  <a:pt x="743" y="516"/>
                </a:lnTo>
                <a:lnTo>
                  <a:pt x="744" y="515"/>
                </a:lnTo>
                <a:lnTo>
                  <a:pt x="745" y="515"/>
                </a:lnTo>
                <a:lnTo>
                  <a:pt x="745" y="517"/>
                </a:lnTo>
                <a:lnTo>
                  <a:pt x="746" y="517"/>
                </a:lnTo>
                <a:lnTo>
                  <a:pt x="746" y="516"/>
                </a:lnTo>
                <a:lnTo>
                  <a:pt x="747" y="515"/>
                </a:lnTo>
                <a:lnTo>
                  <a:pt x="748" y="515"/>
                </a:lnTo>
                <a:lnTo>
                  <a:pt x="748" y="516"/>
                </a:lnTo>
                <a:lnTo>
                  <a:pt x="749" y="517"/>
                </a:lnTo>
                <a:lnTo>
                  <a:pt x="750" y="517"/>
                </a:lnTo>
                <a:lnTo>
                  <a:pt x="751" y="517"/>
                </a:lnTo>
                <a:lnTo>
                  <a:pt x="751" y="516"/>
                </a:lnTo>
                <a:lnTo>
                  <a:pt x="750" y="516"/>
                </a:lnTo>
                <a:lnTo>
                  <a:pt x="750" y="515"/>
                </a:lnTo>
                <a:lnTo>
                  <a:pt x="751" y="515"/>
                </a:lnTo>
                <a:lnTo>
                  <a:pt x="752" y="515"/>
                </a:lnTo>
                <a:lnTo>
                  <a:pt x="752" y="514"/>
                </a:lnTo>
                <a:lnTo>
                  <a:pt x="753" y="513"/>
                </a:lnTo>
                <a:lnTo>
                  <a:pt x="754" y="513"/>
                </a:lnTo>
                <a:lnTo>
                  <a:pt x="755" y="513"/>
                </a:lnTo>
                <a:lnTo>
                  <a:pt x="755" y="514"/>
                </a:lnTo>
                <a:lnTo>
                  <a:pt x="754" y="514"/>
                </a:lnTo>
                <a:lnTo>
                  <a:pt x="753" y="514"/>
                </a:lnTo>
                <a:lnTo>
                  <a:pt x="753" y="515"/>
                </a:lnTo>
                <a:lnTo>
                  <a:pt x="753" y="516"/>
                </a:lnTo>
                <a:lnTo>
                  <a:pt x="753" y="517"/>
                </a:lnTo>
                <a:lnTo>
                  <a:pt x="754" y="518"/>
                </a:lnTo>
                <a:lnTo>
                  <a:pt x="754" y="519"/>
                </a:lnTo>
                <a:lnTo>
                  <a:pt x="754" y="520"/>
                </a:lnTo>
                <a:lnTo>
                  <a:pt x="754" y="521"/>
                </a:lnTo>
                <a:lnTo>
                  <a:pt x="754" y="522"/>
                </a:lnTo>
                <a:lnTo>
                  <a:pt x="755" y="522"/>
                </a:lnTo>
                <a:lnTo>
                  <a:pt x="755" y="523"/>
                </a:lnTo>
                <a:lnTo>
                  <a:pt x="755" y="524"/>
                </a:lnTo>
                <a:lnTo>
                  <a:pt x="754" y="525"/>
                </a:lnTo>
                <a:lnTo>
                  <a:pt x="755" y="525"/>
                </a:lnTo>
                <a:lnTo>
                  <a:pt x="755" y="526"/>
                </a:lnTo>
                <a:lnTo>
                  <a:pt x="756" y="527"/>
                </a:lnTo>
                <a:lnTo>
                  <a:pt x="756" y="528"/>
                </a:lnTo>
                <a:lnTo>
                  <a:pt x="756" y="529"/>
                </a:lnTo>
                <a:lnTo>
                  <a:pt x="756" y="530"/>
                </a:lnTo>
                <a:lnTo>
                  <a:pt x="757" y="530"/>
                </a:lnTo>
                <a:lnTo>
                  <a:pt x="757" y="529"/>
                </a:lnTo>
                <a:lnTo>
                  <a:pt x="758" y="529"/>
                </a:lnTo>
                <a:lnTo>
                  <a:pt x="758" y="530"/>
                </a:lnTo>
                <a:lnTo>
                  <a:pt x="757" y="530"/>
                </a:lnTo>
                <a:lnTo>
                  <a:pt x="756" y="531"/>
                </a:lnTo>
                <a:lnTo>
                  <a:pt x="756" y="532"/>
                </a:lnTo>
                <a:lnTo>
                  <a:pt x="756" y="533"/>
                </a:lnTo>
                <a:lnTo>
                  <a:pt x="757" y="533"/>
                </a:lnTo>
                <a:lnTo>
                  <a:pt x="757" y="534"/>
                </a:lnTo>
                <a:lnTo>
                  <a:pt x="757" y="535"/>
                </a:lnTo>
                <a:lnTo>
                  <a:pt x="757" y="536"/>
                </a:lnTo>
                <a:lnTo>
                  <a:pt x="758" y="536"/>
                </a:lnTo>
                <a:lnTo>
                  <a:pt x="758" y="537"/>
                </a:lnTo>
                <a:lnTo>
                  <a:pt x="758" y="538"/>
                </a:lnTo>
                <a:lnTo>
                  <a:pt x="757" y="538"/>
                </a:lnTo>
                <a:lnTo>
                  <a:pt x="757" y="539"/>
                </a:lnTo>
                <a:lnTo>
                  <a:pt x="757" y="540"/>
                </a:lnTo>
                <a:lnTo>
                  <a:pt x="758" y="540"/>
                </a:lnTo>
                <a:lnTo>
                  <a:pt x="758" y="541"/>
                </a:lnTo>
                <a:lnTo>
                  <a:pt x="759" y="541"/>
                </a:lnTo>
                <a:lnTo>
                  <a:pt x="759" y="542"/>
                </a:lnTo>
                <a:lnTo>
                  <a:pt x="759" y="543"/>
                </a:lnTo>
                <a:lnTo>
                  <a:pt x="759" y="544"/>
                </a:lnTo>
                <a:lnTo>
                  <a:pt x="759" y="545"/>
                </a:lnTo>
                <a:lnTo>
                  <a:pt x="760" y="545"/>
                </a:lnTo>
                <a:lnTo>
                  <a:pt x="761" y="545"/>
                </a:lnTo>
                <a:lnTo>
                  <a:pt x="761" y="546"/>
                </a:lnTo>
                <a:lnTo>
                  <a:pt x="762" y="546"/>
                </a:lnTo>
                <a:lnTo>
                  <a:pt x="762" y="547"/>
                </a:lnTo>
                <a:lnTo>
                  <a:pt x="762" y="548"/>
                </a:lnTo>
                <a:lnTo>
                  <a:pt x="763" y="548"/>
                </a:lnTo>
                <a:lnTo>
                  <a:pt x="763" y="549"/>
                </a:lnTo>
                <a:lnTo>
                  <a:pt x="762" y="548"/>
                </a:lnTo>
                <a:lnTo>
                  <a:pt x="762" y="549"/>
                </a:lnTo>
                <a:lnTo>
                  <a:pt x="762" y="550"/>
                </a:lnTo>
                <a:lnTo>
                  <a:pt x="763" y="550"/>
                </a:lnTo>
                <a:lnTo>
                  <a:pt x="763" y="549"/>
                </a:lnTo>
                <a:lnTo>
                  <a:pt x="765" y="549"/>
                </a:lnTo>
                <a:lnTo>
                  <a:pt x="766" y="550"/>
                </a:lnTo>
                <a:lnTo>
                  <a:pt x="767" y="551"/>
                </a:lnTo>
                <a:lnTo>
                  <a:pt x="768" y="550"/>
                </a:lnTo>
                <a:lnTo>
                  <a:pt x="769" y="550"/>
                </a:lnTo>
                <a:lnTo>
                  <a:pt x="770" y="550"/>
                </a:lnTo>
                <a:lnTo>
                  <a:pt x="770" y="551"/>
                </a:lnTo>
                <a:lnTo>
                  <a:pt x="770" y="552"/>
                </a:lnTo>
                <a:lnTo>
                  <a:pt x="771" y="553"/>
                </a:lnTo>
                <a:lnTo>
                  <a:pt x="772" y="553"/>
                </a:lnTo>
                <a:lnTo>
                  <a:pt x="773" y="553"/>
                </a:lnTo>
                <a:lnTo>
                  <a:pt x="773" y="552"/>
                </a:lnTo>
                <a:lnTo>
                  <a:pt x="772" y="551"/>
                </a:lnTo>
                <a:lnTo>
                  <a:pt x="773" y="550"/>
                </a:lnTo>
                <a:lnTo>
                  <a:pt x="774" y="550"/>
                </a:lnTo>
                <a:lnTo>
                  <a:pt x="775" y="550"/>
                </a:lnTo>
                <a:lnTo>
                  <a:pt x="775" y="549"/>
                </a:lnTo>
                <a:lnTo>
                  <a:pt x="776" y="549"/>
                </a:lnTo>
                <a:lnTo>
                  <a:pt x="776" y="548"/>
                </a:lnTo>
                <a:lnTo>
                  <a:pt x="777" y="548"/>
                </a:lnTo>
                <a:lnTo>
                  <a:pt x="777" y="547"/>
                </a:lnTo>
                <a:lnTo>
                  <a:pt x="778" y="546"/>
                </a:lnTo>
                <a:lnTo>
                  <a:pt x="778" y="547"/>
                </a:lnTo>
                <a:lnTo>
                  <a:pt x="779" y="547"/>
                </a:lnTo>
                <a:lnTo>
                  <a:pt x="779" y="546"/>
                </a:lnTo>
                <a:lnTo>
                  <a:pt x="778" y="546"/>
                </a:lnTo>
                <a:lnTo>
                  <a:pt x="779" y="545"/>
                </a:lnTo>
                <a:lnTo>
                  <a:pt x="780" y="546"/>
                </a:lnTo>
                <a:lnTo>
                  <a:pt x="781" y="546"/>
                </a:lnTo>
                <a:lnTo>
                  <a:pt x="781" y="547"/>
                </a:lnTo>
                <a:lnTo>
                  <a:pt x="782" y="548"/>
                </a:lnTo>
                <a:lnTo>
                  <a:pt x="783" y="548"/>
                </a:lnTo>
                <a:lnTo>
                  <a:pt x="783" y="549"/>
                </a:lnTo>
                <a:lnTo>
                  <a:pt x="783" y="548"/>
                </a:lnTo>
                <a:lnTo>
                  <a:pt x="784" y="548"/>
                </a:lnTo>
                <a:lnTo>
                  <a:pt x="785" y="548"/>
                </a:lnTo>
                <a:lnTo>
                  <a:pt x="785" y="549"/>
                </a:lnTo>
                <a:lnTo>
                  <a:pt x="784" y="549"/>
                </a:lnTo>
                <a:lnTo>
                  <a:pt x="784" y="550"/>
                </a:lnTo>
                <a:lnTo>
                  <a:pt x="784" y="551"/>
                </a:lnTo>
                <a:lnTo>
                  <a:pt x="784" y="552"/>
                </a:lnTo>
                <a:lnTo>
                  <a:pt x="785" y="553"/>
                </a:lnTo>
                <a:lnTo>
                  <a:pt x="786" y="552"/>
                </a:lnTo>
                <a:lnTo>
                  <a:pt x="787" y="551"/>
                </a:lnTo>
                <a:lnTo>
                  <a:pt x="787" y="552"/>
                </a:lnTo>
                <a:lnTo>
                  <a:pt x="788" y="553"/>
                </a:lnTo>
                <a:lnTo>
                  <a:pt x="789" y="553"/>
                </a:lnTo>
                <a:lnTo>
                  <a:pt x="790" y="554"/>
                </a:lnTo>
                <a:lnTo>
                  <a:pt x="790" y="553"/>
                </a:lnTo>
                <a:lnTo>
                  <a:pt x="791" y="553"/>
                </a:lnTo>
                <a:lnTo>
                  <a:pt x="792" y="553"/>
                </a:lnTo>
                <a:lnTo>
                  <a:pt x="793" y="553"/>
                </a:lnTo>
                <a:lnTo>
                  <a:pt x="794" y="553"/>
                </a:lnTo>
                <a:lnTo>
                  <a:pt x="795" y="553"/>
                </a:lnTo>
                <a:lnTo>
                  <a:pt x="796" y="552"/>
                </a:lnTo>
                <a:lnTo>
                  <a:pt x="796" y="551"/>
                </a:lnTo>
                <a:lnTo>
                  <a:pt x="797" y="552"/>
                </a:lnTo>
                <a:lnTo>
                  <a:pt x="798" y="553"/>
                </a:lnTo>
                <a:lnTo>
                  <a:pt x="799" y="553"/>
                </a:lnTo>
                <a:lnTo>
                  <a:pt x="799" y="554"/>
                </a:lnTo>
                <a:lnTo>
                  <a:pt x="800" y="554"/>
                </a:lnTo>
                <a:lnTo>
                  <a:pt x="801" y="554"/>
                </a:lnTo>
                <a:lnTo>
                  <a:pt x="801" y="555"/>
                </a:lnTo>
                <a:lnTo>
                  <a:pt x="801" y="556"/>
                </a:lnTo>
                <a:lnTo>
                  <a:pt x="802" y="557"/>
                </a:lnTo>
                <a:lnTo>
                  <a:pt x="803" y="557"/>
                </a:lnTo>
                <a:lnTo>
                  <a:pt x="804" y="558"/>
                </a:lnTo>
                <a:lnTo>
                  <a:pt x="804" y="559"/>
                </a:lnTo>
                <a:lnTo>
                  <a:pt x="803" y="560"/>
                </a:lnTo>
                <a:lnTo>
                  <a:pt x="803" y="561"/>
                </a:lnTo>
                <a:lnTo>
                  <a:pt x="803" y="562"/>
                </a:lnTo>
                <a:lnTo>
                  <a:pt x="803" y="563"/>
                </a:lnTo>
                <a:lnTo>
                  <a:pt x="803" y="564"/>
                </a:lnTo>
                <a:lnTo>
                  <a:pt x="803" y="565"/>
                </a:lnTo>
                <a:lnTo>
                  <a:pt x="804" y="565"/>
                </a:lnTo>
                <a:lnTo>
                  <a:pt x="805" y="567"/>
                </a:lnTo>
                <a:lnTo>
                  <a:pt x="806" y="567"/>
                </a:lnTo>
                <a:lnTo>
                  <a:pt x="805" y="567"/>
                </a:lnTo>
                <a:lnTo>
                  <a:pt x="805" y="568"/>
                </a:lnTo>
                <a:lnTo>
                  <a:pt x="805" y="569"/>
                </a:lnTo>
                <a:lnTo>
                  <a:pt x="805" y="570"/>
                </a:lnTo>
                <a:lnTo>
                  <a:pt x="806" y="570"/>
                </a:lnTo>
                <a:lnTo>
                  <a:pt x="806" y="571"/>
                </a:lnTo>
                <a:lnTo>
                  <a:pt x="807" y="572"/>
                </a:lnTo>
                <a:lnTo>
                  <a:pt x="806" y="572"/>
                </a:lnTo>
                <a:lnTo>
                  <a:pt x="807" y="572"/>
                </a:lnTo>
                <a:lnTo>
                  <a:pt x="807" y="573"/>
                </a:lnTo>
                <a:lnTo>
                  <a:pt x="808" y="573"/>
                </a:lnTo>
                <a:lnTo>
                  <a:pt x="808" y="574"/>
                </a:lnTo>
                <a:lnTo>
                  <a:pt x="808" y="577"/>
                </a:lnTo>
                <a:lnTo>
                  <a:pt x="809" y="577"/>
                </a:lnTo>
                <a:lnTo>
                  <a:pt x="809" y="578"/>
                </a:lnTo>
                <a:lnTo>
                  <a:pt x="808" y="578"/>
                </a:lnTo>
                <a:lnTo>
                  <a:pt x="808" y="579"/>
                </a:lnTo>
                <a:lnTo>
                  <a:pt x="808" y="580"/>
                </a:lnTo>
                <a:lnTo>
                  <a:pt x="809" y="580"/>
                </a:lnTo>
                <a:lnTo>
                  <a:pt x="810" y="580"/>
                </a:lnTo>
                <a:lnTo>
                  <a:pt x="810" y="581"/>
                </a:lnTo>
                <a:lnTo>
                  <a:pt x="810" y="582"/>
                </a:lnTo>
                <a:lnTo>
                  <a:pt x="809" y="582"/>
                </a:lnTo>
                <a:lnTo>
                  <a:pt x="810" y="584"/>
                </a:lnTo>
                <a:lnTo>
                  <a:pt x="811" y="584"/>
                </a:lnTo>
                <a:lnTo>
                  <a:pt x="812" y="586"/>
                </a:lnTo>
                <a:lnTo>
                  <a:pt x="811" y="588"/>
                </a:lnTo>
                <a:lnTo>
                  <a:pt x="810" y="589"/>
                </a:lnTo>
                <a:lnTo>
                  <a:pt x="811" y="589"/>
                </a:lnTo>
                <a:lnTo>
                  <a:pt x="811" y="590"/>
                </a:lnTo>
                <a:lnTo>
                  <a:pt x="811" y="591"/>
                </a:lnTo>
                <a:lnTo>
                  <a:pt x="812" y="591"/>
                </a:lnTo>
                <a:lnTo>
                  <a:pt x="812" y="590"/>
                </a:lnTo>
                <a:lnTo>
                  <a:pt x="813" y="591"/>
                </a:lnTo>
                <a:lnTo>
                  <a:pt x="813" y="592"/>
                </a:lnTo>
                <a:lnTo>
                  <a:pt x="814" y="592"/>
                </a:lnTo>
                <a:lnTo>
                  <a:pt x="814" y="593"/>
                </a:lnTo>
                <a:lnTo>
                  <a:pt x="814" y="594"/>
                </a:lnTo>
                <a:lnTo>
                  <a:pt x="814" y="595"/>
                </a:lnTo>
                <a:lnTo>
                  <a:pt x="814" y="596"/>
                </a:lnTo>
                <a:lnTo>
                  <a:pt x="815" y="596"/>
                </a:lnTo>
                <a:lnTo>
                  <a:pt x="814" y="597"/>
                </a:lnTo>
                <a:lnTo>
                  <a:pt x="813" y="597"/>
                </a:lnTo>
                <a:lnTo>
                  <a:pt x="813" y="596"/>
                </a:lnTo>
                <a:lnTo>
                  <a:pt x="812" y="597"/>
                </a:lnTo>
                <a:lnTo>
                  <a:pt x="811" y="597"/>
                </a:lnTo>
                <a:lnTo>
                  <a:pt x="810" y="596"/>
                </a:lnTo>
                <a:lnTo>
                  <a:pt x="809" y="595"/>
                </a:lnTo>
                <a:lnTo>
                  <a:pt x="808" y="594"/>
                </a:lnTo>
                <a:lnTo>
                  <a:pt x="808" y="593"/>
                </a:lnTo>
                <a:lnTo>
                  <a:pt x="807" y="592"/>
                </a:lnTo>
                <a:lnTo>
                  <a:pt x="807" y="591"/>
                </a:lnTo>
                <a:lnTo>
                  <a:pt x="807" y="590"/>
                </a:lnTo>
                <a:lnTo>
                  <a:pt x="806" y="590"/>
                </a:lnTo>
                <a:lnTo>
                  <a:pt x="805" y="590"/>
                </a:lnTo>
                <a:lnTo>
                  <a:pt x="805" y="591"/>
                </a:lnTo>
                <a:lnTo>
                  <a:pt x="805" y="590"/>
                </a:lnTo>
                <a:lnTo>
                  <a:pt x="804" y="590"/>
                </a:lnTo>
                <a:lnTo>
                  <a:pt x="803" y="590"/>
                </a:lnTo>
                <a:lnTo>
                  <a:pt x="802" y="589"/>
                </a:lnTo>
                <a:lnTo>
                  <a:pt x="802" y="588"/>
                </a:lnTo>
                <a:lnTo>
                  <a:pt x="801" y="588"/>
                </a:lnTo>
                <a:lnTo>
                  <a:pt x="800" y="588"/>
                </a:lnTo>
                <a:lnTo>
                  <a:pt x="800" y="587"/>
                </a:lnTo>
                <a:lnTo>
                  <a:pt x="799" y="587"/>
                </a:lnTo>
                <a:lnTo>
                  <a:pt x="798" y="587"/>
                </a:lnTo>
                <a:lnTo>
                  <a:pt x="797" y="586"/>
                </a:lnTo>
                <a:lnTo>
                  <a:pt x="797" y="585"/>
                </a:lnTo>
                <a:lnTo>
                  <a:pt x="797" y="584"/>
                </a:lnTo>
                <a:lnTo>
                  <a:pt x="796" y="583"/>
                </a:lnTo>
                <a:lnTo>
                  <a:pt x="796" y="582"/>
                </a:lnTo>
                <a:lnTo>
                  <a:pt x="796" y="581"/>
                </a:lnTo>
                <a:lnTo>
                  <a:pt x="795" y="581"/>
                </a:lnTo>
                <a:lnTo>
                  <a:pt x="795" y="580"/>
                </a:lnTo>
                <a:lnTo>
                  <a:pt x="794" y="580"/>
                </a:lnTo>
                <a:lnTo>
                  <a:pt x="793" y="580"/>
                </a:lnTo>
                <a:lnTo>
                  <a:pt x="792" y="580"/>
                </a:lnTo>
                <a:lnTo>
                  <a:pt x="791" y="580"/>
                </a:lnTo>
                <a:lnTo>
                  <a:pt x="792" y="580"/>
                </a:lnTo>
                <a:lnTo>
                  <a:pt x="792" y="581"/>
                </a:lnTo>
                <a:lnTo>
                  <a:pt x="791" y="581"/>
                </a:lnTo>
                <a:lnTo>
                  <a:pt x="790" y="581"/>
                </a:lnTo>
                <a:lnTo>
                  <a:pt x="789" y="580"/>
                </a:lnTo>
                <a:lnTo>
                  <a:pt x="789" y="579"/>
                </a:lnTo>
                <a:lnTo>
                  <a:pt x="789" y="578"/>
                </a:lnTo>
                <a:lnTo>
                  <a:pt x="788" y="578"/>
                </a:lnTo>
                <a:lnTo>
                  <a:pt x="788" y="577"/>
                </a:lnTo>
                <a:lnTo>
                  <a:pt x="788" y="576"/>
                </a:lnTo>
                <a:lnTo>
                  <a:pt x="787" y="575"/>
                </a:lnTo>
                <a:lnTo>
                  <a:pt x="786" y="575"/>
                </a:lnTo>
                <a:lnTo>
                  <a:pt x="785" y="575"/>
                </a:lnTo>
                <a:lnTo>
                  <a:pt x="784" y="574"/>
                </a:lnTo>
                <a:lnTo>
                  <a:pt x="784" y="575"/>
                </a:lnTo>
                <a:lnTo>
                  <a:pt x="783" y="574"/>
                </a:lnTo>
                <a:lnTo>
                  <a:pt x="784" y="573"/>
                </a:lnTo>
                <a:lnTo>
                  <a:pt x="783" y="573"/>
                </a:lnTo>
                <a:lnTo>
                  <a:pt x="782" y="573"/>
                </a:lnTo>
                <a:lnTo>
                  <a:pt x="782" y="572"/>
                </a:lnTo>
                <a:lnTo>
                  <a:pt x="782" y="573"/>
                </a:lnTo>
                <a:lnTo>
                  <a:pt x="783" y="573"/>
                </a:lnTo>
                <a:lnTo>
                  <a:pt x="783" y="572"/>
                </a:lnTo>
                <a:lnTo>
                  <a:pt x="782" y="571"/>
                </a:lnTo>
                <a:lnTo>
                  <a:pt x="781" y="569"/>
                </a:lnTo>
                <a:lnTo>
                  <a:pt x="780" y="569"/>
                </a:lnTo>
                <a:lnTo>
                  <a:pt x="780" y="570"/>
                </a:lnTo>
                <a:lnTo>
                  <a:pt x="778" y="569"/>
                </a:lnTo>
                <a:lnTo>
                  <a:pt x="778" y="568"/>
                </a:lnTo>
                <a:lnTo>
                  <a:pt x="777" y="567"/>
                </a:lnTo>
                <a:lnTo>
                  <a:pt x="777" y="568"/>
                </a:lnTo>
                <a:lnTo>
                  <a:pt x="777" y="570"/>
                </a:lnTo>
                <a:lnTo>
                  <a:pt x="776" y="571"/>
                </a:lnTo>
                <a:lnTo>
                  <a:pt x="776" y="572"/>
                </a:lnTo>
                <a:lnTo>
                  <a:pt x="776" y="573"/>
                </a:lnTo>
                <a:lnTo>
                  <a:pt x="775" y="573"/>
                </a:lnTo>
                <a:lnTo>
                  <a:pt x="774" y="573"/>
                </a:lnTo>
                <a:lnTo>
                  <a:pt x="774" y="574"/>
                </a:lnTo>
                <a:lnTo>
                  <a:pt x="775" y="575"/>
                </a:lnTo>
                <a:lnTo>
                  <a:pt x="775" y="576"/>
                </a:lnTo>
                <a:lnTo>
                  <a:pt x="774" y="576"/>
                </a:lnTo>
                <a:lnTo>
                  <a:pt x="772" y="577"/>
                </a:lnTo>
                <a:lnTo>
                  <a:pt x="771" y="577"/>
                </a:lnTo>
                <a:lnTo>
                  <a:pt x="770" y="578"/>
                </a:lnTo>
                <a:lnTo>
                  <a:pt x="770" y="579"/>
                </a:lnTo>
                <a:lnTo>
                  <a:pt x="771" y="580"/>
                </a:lnTo>
                <a:lnTo>
                  <a:pt x="771" y="582"/>
                </a:lnTo>
                <a:lnTo>
                  <a:pt x="772" y="583"/>
                </a:lnTo>
                <a:lnTo>
                  <a:pt x="772" y="584"/>
                </a:lnTo>
                <a:lnTo>
                  <a:pt x="771" y="584"/>
                </a:lnTo>
                <a:lnTo>
                  <a:pt x="770" y="584"/>
                </a:lnTo>
                <a:lnTo>
                  <a:pt x="770" y="585"/>
                </a:lnTo>
                <a:lnTo>
                  <a:pt x="769" y="584"/>
                </a:lnTo>
                <a:lnTo>
                  <a:pt x="768" y="584"/>
                </a:lnTo>
                <a:lnTo>
                  <a:pt x="767" y="584"/>
                </a:lnTo>
                <a:lnTo>
                  <a:pt x="767" y="583"/>
                </a:lnTo>
                <a:lnTo>
                  <a:pt x="767" y="584"/>
                </a:lnTo>
                <a:lnTo>
                  <a:pt x="766" y="584"/>
                </a:lnTo>
                <a:lnTo>
                  <a:pt x="765" y="584"/>
                </a:lnTo>
                <a:lnTo>
                  <a:pt x="764" y="584"/>
                </a:lnTo>
                <a:lnTo>
                  <a:pt x="763" y="584"/>
                </a:lnTo>
                <a:lnTo>
                  <a:pt x="762" y="584"/>
                </a:lnTo>
                <a:lnTo>
                  <a:pt x="761" y="583"/>
                </a:lnTo>
                <a:lnTo>
                  <a:pt x="761" y="584"/>
                </a:lnTo>
                <a:lnTo>
                  <a:pt x="760" y="584"/>
                </a:lnTo>
                <a:lnTo>
                  <a:pt x="759" y="585"/>
                </a:lnTo>
                <a:lnTo>
                  <a:pt x="758" y="585"/>
                </a:lnTo>
                <a:lnTo>
                  <a:pt x="758" y="584"/>
                </a:lnTo>
                <a:lnTo>
                  <a:pt x="758" y="582"/>
                </a:lnTo>
                <a:lnTo>
                  <a:pt x="757" y="583"/>
                </a:lnTo>
                <a:lnTo>
                  <a:pt x="756" y="583"/>
                </a:lnTo>
                <a:lnTo>
                  <a:pt x="756" y="584"/>
                </a:lnTo>
                <a:lnTo>
                  <a:pt x="755" y="585"/>
                </a:lnTo>
                <a:lnTo>
                  <a:pt x="754" y="585"/>
                </a:lnTo>
                <a:lnTo>
                  <a:pt x="753" y="585"/>
                </a:lnTo>
                <a:lnTo>
                  <a:pt x="753" y="586"/>
                </a:lnTo>
                <a:lnTo>
                  <a:pt x="753" y="587"/>
                </a:lnTo>
                <a:lnTo>
                  <a:pt x="753" y="588"/>
                </a:lnTo>
                <a:lnTo>
                  <a:pt x="752" y="588"/>
                </a:lnTo>
                <a:lnTo>
                  <a:pt x="752" y="589"/>
                </a:lnTo>
                <a:lnTo>
                  <a:pt x="752" y="590"/>
                </a:lnTo>
                <a:lnTo>
                  <a:pt x="752" y="591"/>
                </a:lnTo>
                <a:lnTo>
                  <a:pt x="751" y="591"/>
                </a:lnTo>
                <a:lnTo>
                  <a:pt x="750" y="591"/>
                </a:lnTo>
                <a:lnTo>
                  <a:pt x="751" y="592"/>
                </a:lnTo>
                <a:lnTo>
                  <a:pt x="750" y="592"/>
                </a:lnTo>
                <a:lnTo>
                  <a:pt x="749" y="592"/>
                </a:lnTo>
                <a:lnTo>
                  <a:pt x="748" y="592"/>
                </a:lnTo>
                <a:lnTo>
                  <a:pt x="747" y="592"/>
                </a:lnTo>
                <a:lnTo>
                  <a:pt x="747" y="593"/>
                </a:lnTo>
                <a:lnTo>
                  <a:pt x="747" y="594"/>
                </a:lnTo>
                <a:lnTo>
                  <a:pt x="747" y="595"/>
                </a:lnTo>
                <a:lnTo>
                  <a:pt x="746" y="596"/>
                </a:lnTo>
                <a:lnTo>
                  <a:pt x="745" y="597"/>
                </a:lnTo>
                <a:lnTo>
                  <a:pt x="746" y="597"/>
                </a:lnTo>
                <a:lnTo>
                  <a:pt x="746" y="598"/>
                </a:lnTo>
                <a:lnTo>
                  <a:pt x="746" y="599"/>
                </a:lnTo>
                <a:lnTo>
                  <a:pt x="745" y="599"/>
                </a:lnTo>
                <a:lnTo>
                  <a:pt x="745" y="600"/>
                </a:lnTo>
                <a:lnTo>
                  <a:pt x="746" y="600"/>
                </a:lnTo>
                <a:lnTo>
                  <a:pt x="746" y="601"/>
                </a:lnTo>
                <a:lnTo>
                  <a:pt x="747" y="601"/>
                </a:lnTo>
                <a:lnTo>
                  <a:pt x="748" y="601"/>
                </a:lnTo>
                <a:lnTo>
                  <a:pt x="749" y="602"/>
                </a:lnTo>
                <a:lnTo>
                  <a:pt x="749" y="603"/>
                </a:lnTo>
                <a:lnTo>
                  <a:pt x="749" y="604"/>
                </a:lnTo>
                <a:lnTo>
                  <a:pt x="748" y="604"/>
                </a:lnTo>
                <a:lnTo>
                  <a:pt x="748" y="605"/>
                </a:lnTo>
                <a:lnTo>
                  <a:pt x="749" y="606"/>
                </a:lnTo>
                <a:lnTo>
                  <a:pt x="749" y="607"/>
                </a:lnTo>
                <a:lnTo>
                  <a:pt x="749" y="608"/>
                </a:lnTo>
                <a:lnTo>
                  <a:pt x="749" y="609"/>
                </a:lnTo>
                <a:lnTo>
                  <a:pt x="749" y="611"/>
                </a:lnTo>
                <a:lnTo>
                  <a:pt x="748" y="612"/>
                </a:lnTo>
                <a:lnTo>
                  <a:pt x="748" y="614"/>
                </a:lnTo>
                <a:lnTo>
                  <a:pt x="749" y="614"/>
                </a:lnTo>
                <a:lnTo>
                  <a:pt x="748" y="614"/>
                </a:lnTo>
                <a:lnTo>
                  <a:pt x="749" y="613"/>
                </a:lnTo>
                <a:lnTo>
                  <a:pt x="750" y="613"/>
                </a:lnTo>
                <a:lnTo>
                  <a:pt x="750" y="614"/>
                </a:lnTo>
                <a:lnTo>
                  <a:pt x="750" y="613"/>
                </a:lnTo>
                <a:lnTo>
                  <a:pt x="751" y="614"/>
                </a:lnTo>
                <a:lnTo>
                  <a:pt x="751" y="615"/>
                </a:lnTo>
                <a:lnTo>
                  <a:pt x="752" y="615"/>
                </a:lnTo>
                <a:lnTo>
                  <a:pt x="752" y="616"/>
                </a:lnTo>
                <a:lnTo>
                  <a:pt x="753" y="617"/>
                </a:lnTo>
                <a:lnTo>
                  <a:pt x="754" y="617"/>
                </a:lnTo>
                <a:lnTo>
                  <a:pt x="755" y="617"/>
                </a:lnTo>
                <a:lnTo>
                  <a:pt x="756" y="618"/>
                </a:lnTo>
                <a:lnTo>
                  <a:pt x="757" y="618"/>
                </a:lnTo>
                <a:lnTo>
                  <a:pt x="757" y="617"/>
                </a:lnTo>
                <a:lnTo>
                  <a:pt x="757" y="616"/>
                </a:lnTo>
                <a:lnTo>
                  <a:pt x="757" y="615"/>
                </a:lnTo>
                <a:lnTo>
                  <a:pt x="757" y="614"/>
                </a:lnTo>
                <a:lnTo>
                  <a:pt x="758" y="614"/>
                </a:lnTo>
                <a:lnTo>
                  <a:pt x="759" y="614"/>
                </a:lnTo>
                <a:lnTo>
                  <a:pt x="761" y="614"/>
                </a:lnTo>
                <a:lnTo>
                  <a:pt x="761" y="613"/>
                </a:lnTo>
                <a:lnTo>
                  <a:pt x="760" y="613"/>
                </a:lnTo>
                <a:lnTo>
                  <a:pt x="760" y="612"/>
                </a:lnTo>
                <a:lnTo>
                  <a:pt x="760" y="611"/>
                </a:lnTo>
                <a:lnTo>
                  <a:pt x="761" y="611"/>
                </a:lnTo>
                <a:lnTo>
                  <a:pt x="762" y="612"/>
                </a:lnTo>
                <a:lnTo>
                  <a:pt x="762" y="613"/>
                </a:lnTo>
                <a:lnTo>
                  <a:pt x="762" y="614"/>
                </a:lnTo>
                <a:lnTo>
                  <a:pt x="763" y="614"/>
                </a:lnTo>
                <a:lnTo>
                  <a:pt x="764" y="614"/>
                </a:lnTo>
                <a:lnTo>
                  <a:pt x="765" y="614"/>
                </a:lnTo>
                <a:lnTo>
                  <a:pt x="765" y="615"/>
                </a:lnTo>
                <a:lnTo>
                  <a:pt x="765" y="616"/>
                </a:lnTo>
                <a:lnTo>
                  <a:pt x="765" y="617"/>
                </a:lnTo>
                <a:lnTo>
                  <a:pt x="766" y="617"/>
                </a:lnTo>
                <a:lnTo>
                  <a:pt x="766" y="618"/>
                </a:lnTo>
                <a:lnTo>
                  <a:pt x="766" y="619"/>
                </a:lnTo>
                <a:lnTo>
                  <a:pt x="767" y="620"/>
                </a:lnTo>
                <a:lnTo>
                  <a:pt x="768" y="620"/>
                </a:lnTo>
                <a:lnTo>
                  <a:pt x="769" y="619"/>
                </a:lnTo>
                <a:lnTo>
                  <a:pt x="769" y="620"/>
                </a:lnTo>
                <a:lnTo>
                  <a:pt x="770" y="621"/>
                </a:lnTo>
                <a:lnTo>
                  <a:pt x="771" y="621"/>
                </a:lnTo>
                <a:lnTo>
                  <a:pt x="770" y="622"/>
                </a:lnTo>
                <a:lnTo>
                  <a:pt x="770" y="623"/>
                </a:lnTo>
                <a:lnTo>
                  <a:pt x="770" y="624"/>
                </a:lnTo>
                <a:lnTo>
                  <a:pt x="769" y="624"/>
                </a:lnTo>
                <a:lnTo>
                  <a:pt x="769" y="625"/>
                </a:lnTo>
                <a:lnTo>
                  <a:pt x="769" y="626"/>
                </a:lnTo>
                <a:lnTo>
                  <a:pt x="768" y="627"/>
                </a:lnTo>
                <a:lnTo>
                  <a:pt x="768" y="628"/>
                </a:lnTo>
                <a:lnTo>
                  <a:pt x="768" y="629"/>
                </a:lnTo>
                <a:lnTo>
                  <a:pt x="768" y="630"/>
                </a:lnTo>
                <a:lnTo>
                  <a:pt x="769" y="631"/>
                </a:lnTo>
                <a:lnTo>
                  <a:pt x="770" y="631"/>
                </a:lnTo>
                <a:lnTo>
                  <a:pt x="769" y="632"/>
                </a:lnTo>
                <a:lnTo>
                  <a:pt x="769" y="633"/>
                </a:lnTo>
                <a:lnTo>
                  <a:pt x="770" y="633"/>
                </a:lnTo>
                <a:lnTo>
                  <a:pt x="771" y="633"/>
                </a:lnTo>
                <a:lnTo>
                  <a:pt x="772" y="632"/>
                </a:lnTo>
                <a:lnTo>
                  <a:pt x="773" y="631"/>
                </a:lnTo>
                <a:lnTo>
                  <a:pt x="774" y="631"/>
                </a:lnTo>
                <a:lnTo>
                  <a:pt x="774" y="632"/>
                </a:lnTo>
                <a:lnTo>
                  <a:pt x="775" y="632"/>
                </a:lnTo>
                <a:lnTo>
                  <a:pt x="775" y="631"/>
                </a:lnTo>
                <a:lnTo>
                  <a:pt x="776" y="631"/>
                </a:lnTo>
                <a:lnTo>
                  <a:pt x="777" y="631"/>
                </a:lnTo>
                <a:lnTo>
                  <a:pt x="777" y="632"/>
                </a:lnTo>
                <a:lnTo>
                  <a:pt x="778" y="632"/>
                </a:lnTo>
                <a:lnTo>
                  <a:pt x="778" y="633"/>
                </a:lnTo>
                <a:lnTo>
                  <a:pt x="778" y="634"/>
                </a:lnTo>
                <a:lnTo>
                  <a:pt x="779" y="635"/>
                </a:lnTo>
                <a:lnTo>
                  <a:pt x="779" y="634"/>
                </a:lnTo>
                <a:lnTo>
                  <a:pt x="779" y="633"/>
                </a:lnTo>
                <a:lnTo>
                  <a:pt x="780" y="633"/>
                </a:lnTo>
                <a:lnTo>
                  <a:pt x="780" y="634"/>
                </a:lnTo>
                <a:lnTo>
                  <a:pt x="781" y="634"/>
                </a:lnTo>
                <a:lnTo>
                  <a:pt x="781" y="633"/>
                </a:lnTo>
                <a:lnTo>
                  <a:pt x="782" y="633"/>
                </a:lnTo>
                <a:lnTo>
                  <a:pt x="782" y="634"/>
                </a:lnTo>
                <a:lnTo>
                  <a:pt x="783" y="634"/>
                </a:lnTo>
                <a:lnTo>
                  <a:pt x="783" y="635"/>
                </a:lnTo>
                <a:lnTo>
                  <a:pt x="784" y="635"/>
                </a:lnTo>
                <a:lnTo>
                  <a:pt x="784" y="634"/>
                </a:lnTo>
                <a:lnTo>
                  <a:pt x="783" y="634"/>
                </a:lnTo>
                <a:lnTo>
                  <a:pt x="783" y="633"/>
                </a:lnTo>
                <a:lnTo>
                  <a:pt x="783" y="632"/>
                </a:lnTo>
                <a:lnTo>
                  <a:pt x="784" y="632"/>
                </a:lnTo>
                <a:lnTo>
                  <a:pt x="784" y="631"/>
                </a:lnTo>
                <a:lnTo>
                  <a:pt x="786" y="631"/>
                </a:lnTo>
                <a:lnTo>
                  <a:pt x="787" y="630"/>
                </a:lnTo>
                <a:lnTo>
                  <a:pt x="788" y="629"/>
                </a:lnTo>
                <a:lnTo>
                  <a:pt x="789" y="629"/>
                </a:lnTo>
                <a:lnTo>
                  <a:pt x="791" y="629"/>
                </a:lnTo>
                <a:lnTo>
                  <a:pt x="791" y="628"/>
                </a:lnTo>
                <a:lnTo>
                  <a:pt x="792" y="628"/>
                </a:lnTo>
                <a:lnTo>
                  <a:pt x="792" y="629"/>
                </a:lnTo>
                <a:lnTo>
                  <a:pt x="793" y="629"/>
                </a:lnTo>
                <a:lnTo>
                  <a:pt x="794" y="629"/>
                </a:lnTo>
                <a:lnTo>
                  <a:pt x="795" y="630"/>
                </a:lnTo>
                <a:lnTo>
                  <a:pt x="796" y="630"/>
                </a:lnTo>
                <a:lnTo>
                  <a:pt x="797" y="630"/>
                </a:lnTo>
                <a:lnTo>
                  <a:pt x="797" y="631"/>
                </a:lnTo>
                <a:lnTo>
                  <a:pt x="798" y="631"/>
                </a:lnTo>
                <a:lnTo>
                  <a:pt x="798" y="632"/>
                </a:lnTo>
                <a:lnTo>
                  <a:pt x="799" y="632"/>
                </a:lnTo>
                <a:lnTo>
                  <a:pt x="799" y="633"/>
                </a:lnTo>
                <a:lnTo>
                  <a:pt x="800" y="633"/>
                </a:lnTo>
                <a:lnTo>
                  <a:pt x="800" y="634"/>
                </a:lnTo>
                <a:lnTo>
                  <a:pt x="801" y="634"/>
                </a:lnTo>
                <a:lnTo>
                  <a:pt x="801" y="635"/>
                </a:lnTo>
                <a:lnTo>
                  <a:pt x="801" y="636"/>
                </a:lnTo>
                <a:lnTo>
                  <a:pt x="802" y="636"/>
                </a:lnTo>
                <a:lnTo>
                  <a:pt x="803" y="636"/>
                </a:lnTo>
                <a:lnTo>
                  <a:pt x="803" y="637"/>
                </a:lnTo>
                <a:lnTo>
                  <a:pt x="804" y="638"/>
                </a:lnTo>
                <a:lnTo>
                  <a:pt x="804" y="639"/>
                </a:lnTo>
                <a:lnTo>
                  <a:pt x="805" y="639"/>
                </a:lnTo>
                <a:lnTo>
                  <a:pt x="804" y="639"/>
                </a:lnTo>
                <a:lnTo>
                  <a:pt x="804" y="640"/>
                </a:lnTo>
                <a:lnTo>
                  <a:pt x="804" y="641"/>
                </a:lnTo>
                <a:lnTo>
                  <a:pt x="803" y="641"/>
                </a:lnTo>
                <a:lnTo>
                  <a:pt x="803" y="642"/>
                </a:lnTo>
                <a:lnTo>
                  <a:pt x="802" y="642"/>
                </a:lnTo>
                <a:lnTo>
                  <a:pt x="802" y="643"/>
                </a:lnTo>
                <a:lnTo>
                  <a:pt x="802" y="644"/>
                </a:lnTo>
                <a:lnTo>
                  <a:pt x="803" y="644"/>
                </a:lnTo>
                <a:lnTo>
                  <a:pt x="803" y="645"/>
                </a:lnTo>
                <a:lnTo>
                  <a:pt x="804" y="645"/>
                </a:lnTo>
                <a:lnTo>
                  <a:pt x="805" y="645"/>
                </a:lnTo>
                <a:lnTo>
                  <a:pt x="806" y="645"/>
                </a:lnTo>
                <a:lnTo>
                  <a:pt x="807" y="645"/>
                </a:lnTo>
                <a:lnTo>
                  <a:pt x="807" y="646"/>
                </a:lnTo>
                <a:lnTo>
                  <a:pt x="808" y="647"/>
                </a:lnTo>
                <a:lnTo>
                  <a:pt x="809" y="647"/>
                </a:lnTo>
                <a:lnTo>
                  <a:pt x="809" y="648"/>
                </a:lnTo>
                <a:lnTo>
                  <a:pt x="809" y="649"/>
                </a:lnTo>
                <a:lnTo>
                  <a:pt x="810" y="650"/>
                </a:lnTo>
                <a:lnTo>
                  <a:pt x="809" y="651"/>
                </a:lnTo>
                <a:lnTo>
                  <a:pt x="809" y="652"/>
                </a:lnTo>
                <a:lnTo>
                  <a:pt x="808" y="652"/>
                </a:lnTo>
                <a:lnTo>
                  <a:pt x="808" y="654"/>
                </a:lnTo>
                <a:lnTo>
                  <a:pt x="808" y="655"/>
                </a:lnTo>
                <a:lnTo>
                  <a:pt x="808" y="656"/>
                </a:lnTo>
                <a:lnTo>
                  <a:pt x="808" y="657"/>
                </a:lnTo>
                <a:lnTo>
                  <a:pt x="809" y="657"/>
                </a:lnTo>
                <a:lnTo>
                  <a:pt x="810" y="657"/>
                </a:lnTo>
                <a:lnTo>
                  <a:pt x="810" y="658"/>
                </a:lnTo>
                <a:lnTo>
                  <a:pt x="810" y="659"/>
                </a:lnTo>
                <a:lnTo>
                  <a:pt x="811" y="659"/>
                </a:lnTo>
                <a:lnTo>
                  <a:pt x="811" y="660"/>
                </a:lnTo>
                <a:lnTo>
                  <a:pt x="811" y="661"/>
                </a:lnTo>
                <a:lnTo>
                  <a:pt x="810" y="662"/>
                </a:lnTo>
                <a:lnTo>
                  <a:pt x="809" y="663"/>
                </a:lnTo>
                <a:lnTo>
                  <a:pt x="809" y="664"/>
                </a:lnTo>
                <a:lnTo>
                  <a:pt x="810" y="664"/>
                </a:lnTo>
                <a:lnTo>
                  <a:pt x="811" y="664"/>
                </a:lnTo>
                <a:lnTo>
                  <a:pt x="811" y="665"/>
                </a:lnTo>
                <a:lnTo>
                  <a:pt x="810" y="665"/>
                </a:lnTo>
                <a:lnTo>
                  <a:pt x="810" y="666"/>
                </a:lnTo>
                <a:lnTo>
                  <a:pt x="809" y="666"/>
                </a:lnTo>
                <a:lnTo>
                  <a:pt x="808" y="666"/>
                </a:lnTo>
                <a:lnTo>
                  <a:pt x="807" y="667"/>
                </a:lnTo>
                <a:lnTo>
                  <a:pt x="806" y="668"/>
                </a:lnTo>
                <a:lnTo>
                  <a:pt x="805" y="668"/>
                </a:lnTo>
                <a:lnTo>
                  <a:pt x="804" y="669"/>
                </a:lnTo>
                <a:lnTo>
                  <a:pt x="803" y="669"/>
                </a:lnTo>
                <a:lnTo>
                  <a:pt x="803" y="670"/>
                </a:lnTo>
                <a:lnTo>
                  <a:pt x="802" y="670"/>
                </a:lnTo>
                <a:lnTo>
                  <a:pt x="801" y="670"/>
                </a:lnTo>
                <a:lnTo>
                  <a:pt x="801" y="671"/>
                </a:lnTo>
                <a:lnTo>
                  <a:pt x="800" y="671"/>
                </a:lnTo>
                <a:lnTo>
                  <a:pt x="799" y="671"/>
                </a:lnTo>
                <a:lnTo>
                  <a:pt x="798" y="671"/>
                </a:lnTo>
                <a:lnTo>
                  <a:pt x="798" y="672"/>
                </a:lnTo>
                <a:lnTo>
                  <a:pt x="797" y="671"/>
                </a:lnTo>
                <a:lnTo>
                  <a:pt x="796" y="671"/>
                </a:lnTo>
                <a:lnTo>
                  <a:pt x="795" y="671"/>
                </a:lnTo>
                <a:lnTo>
                  <a:pt x="795" y="670"/>
                </a:lnTo>
                <a:lnTo>
                  <a:pt x="794" y="670"/>
                </a:lnTo>
                <a:lnTo>
                  <a:pt x="792" y="669"/>
                </a:lnTo>
                <a:lnTo>
                  <a:pt x="791" y="669"/>
                </a:lnTo>
                <a:lnTo>
                  <a:pt x="790" y="669"/>
                </a:lnTo>
                <a:lnTo>
                  <a:pt x="789" y="669"/>
                </a:lnTo>
                <a:lnTo>
                  <a:pt x="788" y="669"/>
                </a:lnTo>
                <a:lnTo>
                  <a:pt x="787" y="669"/>
                </a:lnTo>
                <a:lnTo>
                  <a:pt x="786" y="669"/>
                </a:lnTo>
                <a:lnTo>
                  <a:pt x="786" y="670"/>
                </a:lnTo>
                <a:lnTo>
                  <a:pt x="786" y="671"/>
                </a:lnTo>
                <a:lnTo>
                  <a:pt x="785" y="671"/>
                </a:lnTo>
                <a:lnTo>
                  <a:pt x="784" y="672"/>
                </a:lnTo>
                <a:lnTo>
                  <a:pt x="783" y="672"/>
                </a:lnTo>
                <a:lnTo>
                  <a:pt x="782" y="672"/>
                </a:lnTo>
                <a:lnTo>
                  <a:pt x="781" y="672"/>
                </a:lnTo>
                <a:lnTo>
                  <a:pt x="780" y="672"/>
                </a:lnTo>
                <a:lnTo>
                  <a:pt x="779" y="672"/>
                </a:lnTo>
                <a:lnTo>
                  <a:pt x="778" y="672"/>
                </a:lnTo>
                <a:lnTo>
                  <a:pt x="778" y="673"/>
                </a:lnTo>
                <a:lnTo>
                  <a:pt x="776" y="674"/>
                </a:lnTo>
                <a:lnTo>
                  <a:pt x="775" y="674"/>
                </a:lnTo>
                <a:lnTo>
                  <a:pt x="774" y="674"/>
                </a:lnTo>
                <a:lnTo>
                  <a:pt x="774" y="672"/>
                </a:lnTo>
                <a:lnTo>
                  <a:pt x="773" y="672"/>
                </a:lnTo>
                <a:lnTo>
                  <a:pt x="772" y="672"/>
                </a:lnTo>
                <a:lnTo>
                  <a:pt x="771" y="673"/>
                </a:lnTo>
                <a:lnTo>
                  <a:pt x="770" y="673"/>
                </a:lnTo>
                <a:lnTo>
                  <a:pt x="769" y="673"/>
                </a:lnTo>
                <a:lnTo>
                  <a:pt x="769" y="674"/>
                </a:lnTo>
                <a:lnTo>
                  <a:pt x="768" y="675"/>
                </a:lnTo>
                <a:lnTo>
                  <a:pt x="767" y="676"/>
                </a:lnTo>
                <a:lnTo>
                  <a:pt x="766" y="676"/>
                </a:lnTo>
                <a:lnTo>
                  <a:pt x="766" y="677"/>
                </a:lnTo>
                <a:lnTo>
                  <a:pt x="766" y="676"/>
                </a:lnTo>
                <a:lnTo>
                  <a:pt x="765" y="676"/>
                </a:lnTo>
                <a:lnTo>
                  <a:pt x="764" y="676"/>
                </a:lnTo>
                <a:lnTo>
                  <a:pt x="763" y="676"/>
                </a:lnTo>
                <a:lnTo>
                  <a:pt x="762" y="676"/>
                </a:lnTo>
                <a:lnTo>
                  <a:pt x="762" y="675"/>
                </a:lnTo>
                <a:lnTo>
                  <a:pt x="761" y="675"/>
                </a:lnTo>
                <a:lnTo>
                  <a:pt x="760" y="675"/>
                </a:lnTo>
                <a:lnTo>
                  <a:pt x="759" y="675"/>
                </a:lnTo>
                <a:lnTo>
                  <a:pt x="758" y="676"/>
                </a:lnTo>
                <a:lnTo>
                  <a:pt x="757" y="676"/>
                </a:lnTo>
                <a:lnTo>
                  <a:pt x="756" y="676"/>
                </a:lnTo>
                <a:lnTo>
                  <a:pt x="755" y="676"/>
                </a:lnTo>
                <a:lnTo>
                  <a:pt x="755" y="677"/>
                </a:lnTo>
                <a:lnTo>
                  <a:pt x="755" y="678"/>
                </a:lnTo>
                <a:lnTo>
                  <a:pt x="755" y="679"/>
                </a:lnTo>
                <a:lnTo>
                  <a:pt x="753" y="679"/>
                </a:lnTo>
                <a:lnTo>
                  <a:pt x="752" y="679"/>
                </a:lnTo>
                <a:lnTo>
                  <a:pt x="751" y="679"/>
                </a:lnTo>
                <a:lnTo>
                  <a:pt x="750" y="679"/>
                </a:lnTo>
                <a:lnTo>
                  <a:pt x="749" y="679"/>
                </a:lnTo>
                <a:lnTo>
                  <a:pt x="749" y="680"/>
                </a:lnTo>
                <a:lnTo>
                  <a:pt x="749" y="681"/>
                </a:lnTo>
                <a:lnTo>
                  <a:pt x="748" y="681"/>
                </a:lnTo>
                <a:lnTo>
                  <a:pt x="747" y="681"/>
                </a:lnTo>
                <a:lnTo>
                  <a:pt x="747" y="680"/>
                </a:lnTo>
                <a:lnTo>
                  <a:pt x="746" y="680"/>
                </a:lnTo>
                <a:lnTo>
                  <a:pt x="746" y="679"/>
                </a:lnTo>
                <a:lnTo>
                  <a:pt x="746" y="678"/>
                </a:lnTo>
                <a:lnTo>
                  <a:pt x="745" y="678"/>
                </a:lnTo>
                <a:lnTo>
                  <a:pt x="745" y="677"/>
                </a:lnTo>
                <a:lnTo>
                  <a:pt x="745" y="676"/>
                </a:lnTo>
                <a:lnTo>
                  <a:pt x="745" y="675"/>
                </a:lnTo>
                <a:lnTo>
                  <a:pt x="744" y="675"/>
                </a:lnTo>
                <a:lnTo>
                  <a:pt x="743" y="675"/>
                </a:lnTo>
                <a:lnTo>
                  <a:pt x="742" y="675"/>
                </a:lnTo>
                <a:lnTo>
                  <a:pt x="741" y="675"/>
                </a:lnTo>
                <a:lnTo>
                  <a:pt x="740" y="675"/>
                </a:lnTo>
                <a:lnTo>
                  <a:pt x="740" y="674"/>
                </a:lnTo>
                <a:lnTo>
                  <a:pt x="739" y="674"/>
                </a:lnTo>
                <a:lnTo>
                  <a:pt x="739" y="673"/>
                </a:lnTo>
                <a:lnTo>
                  <a:pt x="739" y="672"/>
                </a:lnTo>
                <a:lnTo>
                  <a:pt x="737" y="671"/>
                </a:lnTo>
                <a:lnTo>
                  <a:pt x="736" y="670"/>
                </a:lnTo>
                <a:lnTo>
                  <a:pt x="735" y="670"/>
                </a:lnTo>
                <a:lnTo>
                  <a:pt x="734" y="670"/>
                </a:lnTo>
                <a:lnTo>
                  <a:pt x="733" y="669"/>
                </a:lnTo>
                <a:lnTo>
                  <a:pt x="732" y="670"/>
                </a:lnTo>
                <a:lnTo>
                  <a:pt x="731" y="670"/>
                </a:lnTo>
                <a:lnTo>
                  <a:pt x="731" y="669"/>
                </a:lnTo>
                <a:lnTo>
                  <a:pt x="730" y="669"/>
                </a:lnTo>
                <a:lnTo>
                  <a:pt x="730" y="670"/>
                </a:lnTo>
                <a:lnTo>
                  <a:pt x="729" y="671"/>
                </a:lnTo>
                <a:lnTo>
                  <a:pt x="729" y="670"/>
                </a:lnTo>
                <a:lnTo>
                  <a:pt x="728" y="670"/>
                </a:lnTo>
                <a:lnTo>
                  <a:pt x="727" y="671"/>
                </a:lnTo>
                <a:lnTo>
                  <a:pt x="726" y="671"/>
                </a:lnTo>
                <a:lnTo>
                  <a:pt x="726" y="672"/>
                </a:lnTo>
                <a:lnTo>
                  <a:pt x="725" y="672"/>
                </a:lnTo>
                <a:lnTo>
                  <a:pt x="725" y="671"/>
                </a:lnTo>
                <a:lnTo>
                  <a:pt x="724" y="672"/>
                </a:lnTo>
                <a:lnTo>
                  <a:pt x="723" y="672"/>
                </a:lnTo>
                <a:lnTo>
                  <a:pt x="722" y="672"/>
                </a:lnTo>
                <a:lnTo>
                  <a:pt x="722" y="673"/>
                </a:lnTo>
                <a:lnTo>
                  <a:pt x="721" y="674"/>
                </a:lnTo>
                <a:lnTo>
                  <a:pt x="720" y="675"/>
                </a:lnTo>
                <a:lnTo>
                  <a:pt x="720" y="674"/>
                </a:lnTo>
                <a:lnTo>
                  <a:pt x="719" y="675"/>
                </a:lnTo>
                <a:lnTo>
                  <a:pt x="719" y="676"/>
                </a:lnTo>
                <a:lnTo>
                  <a:pt x="718" y="677"/>
                </a:lnTo>
                <a:lnTo>
                  <a:pt x="718" y="676"/>
                </a:lnTo>
                <a:lnTo>
                  <a:pt x="716" y="676"/>
                </a:lnTo>
                <a:lnTo>
                  <a:pt x="716" y="675"/>
                </a:lnTo>
                <a:lnTo>
                  <a:pt x="717" y="675"/>
                </a:lnTo>
                <a:lnTo>
                  <a:pt x="717" y="674"/>
                </a:lnTo>
                <a:lnTo>
                  <a:pt x="716" y="674"/>
                </a:lnTo>
                <a:lnTo>
                  <a:pt x="716" y="673"/>
                </a:lnTo>
                <a:lnTo>
                  <a:pt x="716" y="672"/>
                </a:lnTo>
                <a:lnTo>
                  <a:pt x="717" y="672"/>
                </a:lnTo>
                <a:lnTo>
                  <a:pt x="716" y="672"/>
                </a:lnTo>
                <a:lnTo>
                  <a:pt x="716" y="671"/>
                </a:lnTo>
                <a:lnTo>
                  <a:pt x="717" y="670"/>
                </a:lnTo>
                <a:lnTo>
                  <a:pt x="716" y="669"/>
                </a:lnTo>
                <a:lnTo>
                  <a:pt x="715" y="669"/>
                </a:lnTo>
                <a:lnTo>
                  <a:pt x="715" y="668"/>
                </a:lnTo>
                <a:lnTo>
                  <a:pt x="715" y="667"/>
                </a:lnTo>
                <a:lnTo>
                  <a:pt x="716" y="667"/>
                </a:lnTo>
                <a:lnTo>
                  <a:pt x="716" y="666"/>
                </a:lnTo>
                <a:lnTo>
                  <a:pt x="717" y="666"/>
                </a:lnTo>
                <a:lnTo>
                  <a:pt x="718" y="666"/>
                </a:lnTo>
                <a:lnTo>
                  <a:pt x="719" y="666"/>
                </a:lnTo>
                <a:lnTo>
                  <a:pt x="719" y="665"/>
                </a:lnTo>
                <a:lnTo>
                  <a:pt x="718" y="665"/>
                </a:lnTo>
                <a:lnTo>
                  <a:pt x="717" y="665"/>
                </a:lnTo>
                <a:lnTo>
                  <a:pt x="716" y="665"/>
                </a:lnTo>
                <a:lnTo>
                  <a:pt x="715" y="665"/>
                </a:lnTo>
                <a:lnTo>
                  <a:pt x="714" y="665"/>
                </a:lnTo>
                <a:lnTo>
                  <a:pt x="714" y="664"/>
                </a:lnTo>
                <a:lnTo>
                  <a:pt x="713" y="664"/>
                </a:lnTo>
                <a:lnTo>
                  <a:pt x="712" y="665"/>
                </a:lnTo>
                <a:lnTo>
                  <a:pt x="712" y="664"/>
                </a:lnTo>
                <a:lnTo>
                  <a:pt x="713" y="663"/>
                </a:lnTo>
                <a:lnTo>
                  <a:pt x="713" y="662"/>
                </a:lnTo>
                <a:lnTo>
                  <a:pt x="712" y="662"/>
                </a:lnTo>
                <a:lnTo>
                  <a:pt x="712" y="661"/>
                </a:lnTo>
                <a:lnTo>
                  <a:pt x="713" y="661"/>
                </a:lnTo>
                <a:lnTo>
                  <a:pt x="712" y="661"/>
                </a:lnTo>
                <a:lnTo>
                  <a:pt x="712" y="660"/>
                </a:lnTo>
                <a:lnTo>
                  <a:pt x="712" y="659"/>
                </a:lnTo>
                <a:lnTo>
                  <a:pt x="712" y="658"/>
                </a:lnTo>
                <a:lnTo>
                  <a:pt x="711" y="658"/>
                </a:lnTo>
                <a:lnTo>
                  <a:pt x="711" y="657"/>
                </a:lnTo>
                <a:lnTo>
                  <a:pt x="712" y="657"/>
                </a:lnTo>
                <a:lnTo>
                  <a:pt x="712" y="656"/>
                </a:lnTo>
                <a:lnTo>
                  <a:pt x="713" y="655"/>
                </a:lnTo>
                <a:lnTo>
                  <a:pt x="714" y="656"/>
                </a:lnTo>
                <a:lnTo>
                  <a:pt x="715" y="655"/>
                </a:lnTo>
                <a:lnTo>
                  <a:pt x="715" y="654"/>
                </a:lnTo>
                <a:lnTo>
                  <a:pt x="716" y="654"/>
                </a:lnTo>
                <a:lnTo>
                  <a:pt x="716" y="652"/>
                </a:lnTo>
                <a:lnTo>
                  <a:pt x="716" y="651"/>
                </a:lnTo>
                <a:lnTo>
                  <a:pt x="716" y="650"/>
                </a:lnTo>
                <a:lnTo>
                  <a:pt x="716" y="649"/>
                </a:lnTo>
                <a:lnTo>
                  <a:pt x="715" y="648"/>
                </a:lnTo>
                <a:lnTo>
                  <a:pt x="715" y="647"/>
                </a:lnTo>
                <a:lnTo>
                  <a:pt x="715" y="646"/>
                </a:lnTo>
                <a:lnTo>
                  <a:pt x="714" y="646"/>
                </a:lnTo>
                <a:lnTo>
                  <a:pt x="714" y="645"/>
                </a:lnTo>
                <a:lnTo>
                  <a:pt x="713" y="645"/>
                </a:lnTo>
                <a:lnTo>
                  <a:pt x="712" y="645"/>
                </a:lnTo>
                <a:lnTo>
                  <a:pt x="711" y="645"/>
                </a:lnTo>
                <a:lnTo>
                  <a:pt x="711" y="646"/>
                </a:lnTo>
                <a:lnTo>
                  <a:pt x="710" y="646"/>
                </a:lnTo>
                <a:lnTo>
                  <a:pt x="710" y="647"/>
                </a:lnTo>
                <a:lnTo>
                  <a:pt x="710" y="646"/>
                </a:lnTo>
                <a:lnTo>
                  <a:pt x="709" y="646"/>
                </a:lnTo>
                <a:lnTo>
                  <a:pt x="708" y="646"/>
                </a:lnTo>
                <a:lnTo>
                  <a:pt x="707" y="646"/>
                </a:lnTo>
                <a:lnTo>
                  <a:pt x="707" y="645"/>
                </a:lnTo>
                <a:lnTo>
                  <a:pt x="706" y="645"/>
                </a:lnTo>
                <a:lnTo>
                  <a:pt x="706" y="644"/>
                </a:lnTo>
                <a:lnTo>
                  <a:pt x="706" y="643"/>
                </a:lnTo>
                <a:lnTo>
                  <a:pt x="705" y="643"/>
                </a:lnTo>
                <a:lnTo>
                  <a:pt x="706" y="643"/>
                </a:lnTo>
                <a:lnTo>
                  <a:pt x="706" y="642"/>
                </a:lnTo>
                <a:lnTo>
                  <a:pt x="707" y="642"/>
                </a:lnTo>
                <a:lnTo>
                  <a:pt x="707" y="641"/>
                </a:lnTo>
                <a:lnTo>
                  <a:pt x="707" y="640"/>
                </a:lnTo>
                <a:lnTo>
                  <a:pt x="707" y="639"/>
                </a:lnTo>
                <a:lnTo>
                  <a:pt x="706" y="639"/>
                </a:lnTo>
                <a:lnTo>
                  <a:pt x="705" y="639"/>
                </a:lnTo>
                <a:lnTo>
                  <a:pt x="705" y="638"/>
                </a:lnTo>
                <a:lnTo>
                  <a:pt x="704" y="638"/>
                </a:lnTo>
                <a:lnTo>
                  <a:pt x="704" y="639"/>
                </a:lnTo>
                <a:lnTo>
                  <a:pt x="703" y="639"/>
                </a:lnTo>
                <a:lnTo>
                  <a:pt x="702" y="639"/>
                </a:lnTo>
                <a:lnTo>
                  <a:pt x="702" y="638"/>
                </a:lnTo>
                <a:lnTo>
                  <a:pt x="701" y="638"/>
                </a:lnTo>
                <a:lnTo>
                  <a:pt x="700" y="638"/>
                </a:lnTo>
                <a:lnTo>
                  <a:pt x="700" y="637"/>
                </a:lnTo>
                <a:lnTo>
                  <a:pt x="699" y="637"/>
                </a:lnTo>
                <a:lnTo>
                  <a:pt x="698" y="637"/>
                </a:lnTo>
                <a:lnTo>
                  <a:pt x="697" y="637"/>
                </a:lnTo>
                <a:lnTo>
                  <a:pt x="697" y="636"/>
                </a:lnTo>
                <a:lnTo>
                  <a:pt x="696" y="636"/>
                </a:lnTo>
                <a:lnTo>
                  <a:pt x="696" y="635"/>
                </a:lnTo>
                <a:lnTo>
                  <a:pt x="695" y="635"/>
                </a:lnTo>
                <a:lnTo>
                  <a:pt x="695" y="636"/>
                </a:lnTo>
                <a:lnTo>
                  <a:pt x="695" y="635"/>
                </a:lnTo>
                <a:lnTo>
                  <a:pt x="694" y="635"/>
                </a:lnTo>
                <a:lnTo>
                  <a:pt x="694" y="636"/>
                </a:lnTo>
                <a:lnTo>
                  <a:pt x="693" y="637"/>
                </a:lnTo>
                <a:lnTo>
                  <a:pt x="693" y="638"/>
                </a:lnTo>
                <a:lnTo>
                  <a:pt x="692" y="638"/>
                </a:lnTo>
                <a:lnTo>
                  <a:pt x="692" y="639"/>
                </a:lnTo>
                <a:lnTo>
                  <a:pt x="691" y="639"/>
                </a:lnTo>
                <a:lnTo>
                  <a:pt x="690" y="639"/>
                </a:lnTo>
                <a:lnTo>
                  <a:pt x="689" y="639"/>
                </a:lnTo>
                <a:lnTo>
                  <a:pt x="688" y="639"/>
                </a:lnTo>
                <a:lnTo>
                  <a:pt x="688" y="640"/>
                </a:lnTo>
                <a:lnTo>
                  <a:pt x="688" y="641"/>
                </a:lnTo>
                <a:lnTo>
                  <a:pt x="688" y="642"/>
                </a:lnTo>
                <a:lnTo>
                  <a:pt x="688" y="643"/>
                </a:lnTo>
                <a:lnTo>
                  <a:pt x="688" y="644"/>
                </a:lnTo>
                <a:lnTo>
                  <a:pt x="687" y="644"/>
                </a:lnTo>
                <a:lnTo>
                  <a:pt x="687" y="645"/>
                </a:lnTo>
                <a:lnTo>
                  <a:pt x="686" y="645"/>
                </a:lnTo>
                <a:lnTo>
                  <a:pt x="686" y="646"/>
                </a:lnTo>
                <a:lnTo>
                  <a:pt x="685" y="647"/>
                </a:lnTo>
                <a:lnTo>
                  <a:pt x="686" y="647"/>
                </a:lnTo>
                <a:lnTo>
                  <a:pt x="685" y="647"/>
                </a:lnTo>
                <a:lnTo>
                  <a:pt x="684" y="647"/>
                </a:lnTo>
                <a:lnTo>
                  <a:pt x="683" y="648"/>
                </a:lnTo>
                <a:lnTo>
                  <a:pt x="683" y="649"/>
                </a:lnTo>
                <a:lnTo>
                  <a:pt x="682" y="649"/>
                </a:lnTo>
                <a:lnTo>
                  <a:pt x="682" y="651"/>
                </a:lnTo>
                <a:lnTo>
                  <a:pt x="683" y="651"/>
                </a:lnTo>
                <a:lnTo>
                  <a:pt x="683" y="652"/>
                </a:lnTo>
                <a:lnTo>
                  <a:pt x="682" y="652"/>
                </a:lnTo>
                <a:lnTo>
                  <a:pt x="681" y="652"/>
                </a:lnTo>
                <a:lnTo>
                  <a:pt x="680" y="652"/>
                </a:lnTo>
                <a:lnTo>
                  <a:pt x="680" y="654"/>
                </a:lnTo>
                <a:lnTo>
                  <a:pt x="680" y="655"/>
                </a:lnTo>
                <a:lnTo>
                  <a:pt x="680" y="656"/>
                </a:lnTo>
                <a:lnTo>
                  <a:pt x="679" y="656"/>
                </a:lnTo>
                <a:lnTo>
                  <a:pt x="678" y="656"/>
                </a:lnTo>
                <a:lnTo>
                  <a:pt x="677" y="656"/>
                </a:lnTo>
                <a:lnTo>
                  <a:pt x="677" y="657"/>
                </a:lnTo>
                <a:lnTo>
                  <a:pt x="676" y="657"/>
                </a:lnTo>
                <a:lnTo>
                  <a:pt x="676" y="656"/>
                </a:lnTo>
                <a:lnTo>
                  <a:pt x="675" y="656"/>
                </a:lnTo>
                <a:lnTo>
                  <a:pt x="675" y="657"/>
                </a:lnTo>
                <a:lnTo>
                  <a:pt x="674" y="657"/>
                </a:lnTo>
                <a:lnTo>
                  <a:pt x="673" y="656"/>
                </a:lnTo>
                <a:lnTo>
                  <a:pt x="673" y="657"/>
                </a:lnTo>
                <a:lnTo>
                  <a:pt x="672" y="657"/>
                </a:lnTo>
                <a:lnTo>
                  <a:pt x="672" y="656"/>
                </a:lnTo>
                <a:lnTo>
                  <a:pt x="672" y="657"/>
                </a:lnTo>
                <a:lnTo>
                  <a:pt x="671" y="657"/>
                </a:lnTo>
                <a:lnTo>
                  <a:pt x="670" y="658"/>
                </a:lnTo>
                <a:lnTo>
                  <a:pt x="669" y="658"/>
                </a:lnTo>
                <a:lnTo>
                  <a:pt x="668" y="658"/>
                </a:lnTo>
                <a:lnTo>
                  <a:pt x="668" y="657"/>
                </a:lnTo>
                <a:lnTo>
                  <a:pt x="668" y="656"/>
                </a:lnTo>
                <a:lnTo>
                  <a:pt x="667" y="657"/>
                </a:lnTo>
                <a:lnTo>
                  <a:pt x="666" y="657"/>
                </a:lnTo>
                <a:lnTo>
                  <a:pt x="665" y="657"/>
                </a:lnTo>
                <a:lnTo>
                  <a:pt x="664" y="658"/>
                </a:lnTo>
                <a:lnTo>
                  <a:pt x="663" y="658"/>
                </a:lnTo>
                <a:lnTo>
                  <a:pt x="662" y="658"/>
                </a:lnTo>
                <a:lnTo>
                  <a:pt x="661" y="659"/>
                </a:lnTo>
                <a:lnTo>
                  <a:pt x="660" y="660"/>
                </a:lnTo>
                <a:lnTo>
                  <a:pt x="659" y="660"/>
                </a:lnTo>
                <a:lnTo>
                  <a:pt x="659" y="661"/>
                </a:lnTo>
                <a:lnTo>
                  <a:pt x="658" y="661"/>
                </a:lnTo>
                <a:lnTo>
                  <a:pt x="658" y="662"/>
                </a:lnTo>
                <a:lnTo>
                  <a:pt x="657" y="662"/>
                </a:lnTo>
                <a:lnTo>
                  <a:pt x="657" y="661"/>
                </a:lnTo>
                <a:lnTo>
                  <a:pt x="656" y="661"/>
                </a:lnTo>
                <a:lnTo>
                  <a:pt x="655" y="661"/>
                </a:lnTo>
                <a:lnTo>
                  <a:pt x="654" y="661"/>
                </a:lnTo>
                <a:lnTo>
                  <a:pt x="654" y="662"/>
                </a:lnTo>
                <a:lnTo>
                  <a:pt x="653" y="662"/>
                </a:lnTo>
                <a:lnTo>
                  <a:pt x="653" y="663"/>
                </a:lnTo>
                <a:lnTo>
                  <a:pt x="652" y="663"/>
                </a:lnTo>
                <a:lnTo>
                  <a:pt x="651" y="663"/>
                </a:lnTo>
                <a:lnTo>
                  <a:pt x="651" y="662"/>
                </a:lnTo>
                <a:lnTo>
                  <a:pt x="652" y="662"/>
                </a:lnTo>
                <a:lnTo>
                  <a:pt x="651" y="662"/>
                </a:lnTo>
                <a:lnTo>
                  <a:pt x="650" y="661"/>
                </a:lnTo>
                <a:lnTo>
                  <a:pt x="651" y="661"/>
                </a:lnTo>
                <a:lnTo>
                  <a:pt x="650" y="660"/>
                </a:lnTo>
                <a:lnTo>
                  <a:pt x="651" y="660"/>
                </a:lnTo>
                <a:lnTo>
                  <a:pt x="650" y="660"/>
                </a:lnTo>
                <a:lnTo>
                  <a:pt x="650" y="659"/>
                </a:lnTo>
                <a:lnTo>
                  <a:pt x="649" y="659"/>
                </a:lnTo>
                <a:lnTo>
                  <a:pt x="649" y="658"/>
                </a:lnTo>
                <a:lnTo>
                  <a:pt x="648" y="658"/>
                </a:lnTo>
                <a:lnTo>
                  <a:pt x="647" y="659"/>
                </a:lnTo>
                <a:lnTo>
                  <a:pt x="646" y="659"/>
                </a:lnTo>
                <a:lnTo>
                  <a:pt x="646" y="658"/>
                </a:lnTo>
                <a:lnTo>
                  <a:pt x="645" y="657"/>
                </a:lnTo>
                <a:lnTo>
                  <a:pt x="644" y="657"/>
                </a:lnTo>
                <a:lnTo>
                  <a:pt x="644" y="656"/>
                </a:lnTo>
                <a:lnTo>
                  <a:pt x="644" y="657"/>
                </a:lnTo>
                <a:lnTo>
                  <a:pt x="643" y="657"/>
                </a:lnTo>
                <a:lnTo>
                  <a:pt x="643" y="656"/>
                </a:lnTo>
                <a:lnTo>
                  <a:pt x="642" y="656"/>
                </a:lnTo>
                <a:lnTo>
                  <a:pt x="642" y="655"/>
                </a:lnTo>
                <a:lnTo>
                  <a:pt x="641" y="654"/>
                </a:lnTo>
                <a:lnTo>
                  <a:pt x="640" y="654"/>
                </a:lnTo>
                <a:lnTo>
                  <a:pt x="640" y="652"/>
                </a:lnTo>
                <a:lnTo>
                  <a:pt x="639" y="652"/>
                </a:lnTo>
                <a:lnTo>
                  <a:pt x="638" y="651"/>
                </a:lnTo>
                <a:lnTo>
                  <a:pt x="637" y="650"/>
                </a:lnTo>
                <a:lnTo>
                  <a:pt x="636" y="650"/>
                </a:lnTo>
                <a:lnTo>
                  <a:pt x="636" y="649"/>
                </a:lnTo>
                <a:lnTo>
                  <a:pt x="635" y="649"/>
                </a:lnTo>
                <a:lnTo>
                  <a:pt x="635" y="648"/>
                </a:lnTo>
                <a:lnTo>
                  <a:pt x="635" y="647"/>
                </a:lnTo>
                <a:lnTo>
                  <a:pt x="634" y="647"/>
                </a:lnTo>
                <a:lnTo>
                  <a:pt x="634" y="646"/>
                </a:lnTo>
                <a:lnTo>
                  <a:pt x="634" y="647"/>
                </a:lnTo>
                <a:lnTo>
                  <a:pt x="634" y="646"/>
                </a:lnTo>
                <a:lnTo>
                  <a:pt x="634" y="645"/>
                </a:lnTo>
                <a:lnTo>
                  <a:pt x="633" y="644"/>
                </a:lnTo>
                <a:lnTo>
                  <a:pt x="632" y="643"/>
                </a:lnTo>
                <a:lnTo>
                  <a:pt x="631" y="643"/>
                </a:lnTo>
                <a:lnTo>
                  <a:pt x="630" y="643"/>
                </a:lnTo>
                <a:lnTo>
                  <a:pt x="629" y="642"/>
                </a:lnTo>
                <a:lnTo>
                  <a:pt x="628" y="642"/>
                </a:lnTo>
                <a:lnTo>
                  <a:pt x="628" y="641"/>
                </a:lnTo>
                <a:lnTo>
                  <a:pt x="627" y="641"/>
                </a:lnTo>
                <a:lnTo>
                  <a:pt x="628" y="640"/>
                </a:lnTo>
                <a:lnTo>
                  <a:pt x="629" y="640"/>
                </a:lnTo>
                <a:lnTo>
                  <a:pt x="630" y="640"/>
                </a:lnTo>
                <a:lnTo>
                  <a:pt x="631" y="640"/>
                </a:lnTo>
                <a:lnTo>
                  <a:pt x="633" y="640"/>
                </a:lnTo>
                <a:lnTo>
                  <a:pt x="634" y="640"/>
                </a:lnTo>
                <a:lnTo>
                  <a:pt x="635" y="640"/>
                </a:lnTo>
                <a:lnTo>
                  <a:pt x="635" y="639"/>
                </a:lnTo>
                <a:lnTo>
                  <a:pt x="636" y="639"/>
                </a:lnTo>
                <a:lnTo>
                  <a:pt x="636" y="638"/>
                </a:lnTo>
                <a:lnTo>
                  <a:pt x="636" y="637"/>
                </a:lnTo>
                <a:lnTo>
                  <a:pt x="636" y="636"/>
                </a:lnTo>
                <a:lnTo>
                  <a:pt x="637" y="636"/>
                </a:lnTo>
                <a:lnTo>
                  <a:pt x="638" y="636"/>
                </a:lnTo>
                <a:lnTo>
                  <a:pt x="639" y="635"/>
                </a:lnTo>
                <a:lnTo>
                  <a:pt x="639" y="634"/>
                </a:lnTo>
                <a:lnTo>
                  <a:pt x="640" y="634"/>
                </a:lnTo>
                <a:lnTo>
                  <a:pt x="641" y="634"/>
                </a:lnTo>
                <a:lnTo>
                  <a:pt x="641" y="633"/>
                </a:lnTo>
                <a:lnTo>
                  <a:pt x="641" y="632"/>
                </a:lnTo>
                <a:lnTo>
                  <a:pt x="640" y="631"/>
                </a:lnTo>
                <a:lnTo>
                  <a:pt x="640" y="630"/>
                </a:lnTo>
                <a:lnTo>
                  <a:pt x="641" y="628"/>
                </a:lnTo>
                <a:lnTo>
                  <a:pt x="642" y="628"/>
                </a:lnTo>
                <a:lnTo>
                  <a:pt x="641" y="628"/>
                </a:lnTo>
                <a:lnTo>
                  <a:pt x="640" y="628"/>
                </a:lnTo>
                <a:lnTo>
                  <a:pt x="639" y="628"/>
                </a:lnTo>
                <a:lnTo>
                  <a:pt x="638" y="628"/>
                </a:lnTo>
                <a:lnTo>
                  <a:pt x="637" y="628"/>
                </a:lnTo>
                <a:lnTo>
                  <a:pt x="637" y="627"/>
                </a:lnTo>
                <a:lnTo>
                  <a:pt x="637" y="626"/>
                </a:lnTo>
                <a:lnTo>
                  <a:pt x="636" y="626"/>
                </a:lnTo>
                <a:lnTo>
                  <a:pt x="636" y="625"/>
                </a:lnTo>
                <a:lnTo>
                  <a:pt x="637" y="625"/>
                </a:lnTo>
                <a:lnTo>
                  <a:pt x="638" y="625"/>
                </a:lnTo>
                <a:lnTo>
                  <a:pt x="638" y="624"/>
                </a:lnTo>
                <a:lnTo>
                  <a:pt x="639" y="624"/>
                </a:lnTo>
                <a:lnTo>
                  <a:pt x="640" y="624"/>
                </a:lnTo>
                <a:lnTo>
                  <a:pt x="641" y="624"/>
                </a:lnTo>
                <a:lnTo>
                  <a:pt x="641" y="623"/>
                </a:lnTo>
                <a:lnTo>
                  <a:pt x="641" y="622"/>
                </a:lnTo>
                <a:lnTo>
                  <a:pt x="642" y="621"/>
                </a:lnTo>
                <a:lnTo>
                  <a:pt x="642" y="620"/>
                </a:lnTo>
                <a:lnTo>
                  <a:pt x="641" y="620"/>
                </a:lnTo>
                <a:lnTo>
                  <a:pt x="640" y="619"/>
                </a:lnTo>
                <a:lnTo>
                  <a:pt x="641" y="618"/>
                </a:lnTo>
                <a:lnTo>
                  <a:pt x="639" y="617"/>
                </a:lnTo>
                <a:lnTo>
                  <a:pt x="639" y="618"/>
                </a:lnTo>
                <a:lnTo>
                  <a:pt x="638" y="618"/>
                </a:lnTo>
                <a:lnTo>
                  <a:pt x="637" y="618"/>
                </a:lnTo>
                <a:lnTo>
                  <a:pt x="637" y="617"/>
                </a:lnTo>
                <a:lnTo>
                  <a:pt x="636" y="616"/>
                </a:lnTo>
                <a:lnTo>
                  <a:pt x="636" y="615"/>
                </a:lnTo>
                <a:lnTo>
                  <a:pt x="635" y="614"/>
                </a:lnTo>
                <a:lnTo>
                  <a:pt x="635" y="613"/>
                </a:lnTo>
                <a:lnTo>
                  <a:pt x="635" y="612"/>
                </a:lnTo>
                <a:lnTo>
                  <a:pt x="634" y="611"/>
                </a:lnTo>
                <a:lnTo>
                  <a:pt x="633" y="611"/>
                </a:lnTo>
                <a:lnTo>
                  <a:pt x="632" y="611"/>
                </a:lnTo>
                <a:lnTo>
                  <a:pt x="631" y="611"/>
                </a:lnTo>
                <a:lnTo>
                  <a:pt x="631" y="612"/>
                </a:lnTo>
                <a:lnTo>
                  <a:pt x="630" y="612"/>
                </a:lnTo>
                <a:lnTo>
                  <a:pt x="630" y="613"/>
                </a:lnTo>
                <a:lnTo>
                  <a:pt x="629" y="613"/>
                </a:lnTo>
                <a:lnTo>
                  <a:pt x="629" y="614"/>
                </a:lnTo>
                <a:lnTo>
                  <a:pt x="628" y="614"/>
                </a:lnTo>
                <a:lnTo>
                  <a:pt x="627" y="614"/>
                </a:lnTo>
                <a:lnTo>
                  <a:pt x="626" y="613"/>
                </a:lnTo>
                <a:lnTo>
                  <a:pt x="627" y="613"/>
                </a:lnTo>
                <a:lnTo>
                  <a:pt x="627" y="612"/>
                </a:lnTo>
                <a:lnTo>
                  <a:pt x="626" y="611"/>
                </a:lnTo>
                <a:lnTo>
                  <a:pt x="626" y="610"/>
                </a:lnTo>
                <a:lnTo>
                  <a:pt x="625" y="609"/>
                </a:lnTo>
                <a:lnTo>
                  <a:pt x="625" y="608"/>
                </a:lnTo>
                <a:lnTo>
                  <a:pt x="625" y="607"/>
                </a:lnTo>
                <a:lnTo>
                  <a:pt x="624" y="607"/>
                </a:lnTo>
                <a:lnTo>
                  <a:pt x="625" y="607"/>
                </a:lnTo>
                <a:lnTo>
                  <a:pt x="625" y="606"/>
                </a:lnTo>
                <a:lnTo>
                  <a:pt x="625" y="605"/>
                </a:lnTo>
                <a:lnTo>
                  <a:pt x="624" y="605"/>
                </a:lnTo>
                <a:lnTo>
                  <a:pt x="623" y="605"/>
                </a:lnTo>
                <a:lnTo>
                  <a:pt x="623" y="604"/>
                </a:lnTo>
                <a:lnTo>
                  <a:pt x="623" y="603"/>
                </a:lnTo>
                <a:lnTo>
                  <a:pt x="624" y="603"/>
                </a:lnTo>
                <a:lnTo>
                  <a:pt x="624" y="601"/>
                </a:lnTo>
                <a:lnTo>
                  <a:pt x="624" y="600"/>
                </a:lnTo>
                <a:lnTo>
                  <a:pt x="624" y="599"/>
                </a:lnTo>
                <a:lnTo>
                  <a:pt x="624" y="598"/>
                </a:lnTo>
                <a:lnTo>
                  <a:pt x="625" y="598"/>
                </a:lnTo>
                <a:lnTo>
                  <a:pt x="625" y="597"/>
                </a:lnTo>
                <a:lnTo>
                  <a:pt x="624" y="597"/>
                </a:lnTo>
                <a:lnTo>
                  <a:pt x="624" y="596"/>
                </a:lnTo>
                <a:lnTo>
                  <a:pt x="624" y="595"/>
                </a:lnTo>
                <a:lnTo>
                  <a:pt x="624" y="594"/>
                </a:lnTo>
                <a:lnTo>
                  <a:pt x="623" y="594"/>
                </a:lnTo>
                <a:lnTo>
                  <a:pt x="623" y="593"/>
                </a:lnTo>
                <a:lnTo>
                  <a:pt x="622" y="593"/>
                </a:lnTo>
                <a:lnTo>
                  <a:pt x="622" y="592"/>
                </a:lnTo>
                <a:lnTo>
                  <a:pt x="623" y="592"/>
                </a:lnTo>
                <a:lnTo>
                  <a:pt x="623" y="591"/>
                </a:lnTo>
                <a:lnTo>
                  <a:pt x="624" y="591"/>
                </a:lnTo>
                <a:lnTo>
                  <a:pt x="625" y="591"/>
                </a:lnTo>
                <a:lnTo>
                  <a:pt x="626" y="591"/>
                </a:lnTo>
                <a:lnTo>
                  <a:pt x="627" y="591"/>
                </a:lnTo>
                <a:lnTo>
                  <a:pt x="627" y="590"/>
                </a:lnTo>
                <a:lnTo>
                  <a:pt x="628" y="590"/>
                </a:lnTo>
                <a:lnTo>
                  <a:pt x="629" y="590"/>
                </a:lnTo>
                <a:lnTo>
                  <a:pt x="630" y="590"/>
                </a:lnTo>
                <a:lnTo>
                  <a:pt x="630" y="589"/>
                </a:lnTo>
                <a:lnTo>
                  <a:pt x="630" y="588"/>
                </a:lnTo>
                <a:lnTo>
                  <a:pt x="631" y="588"/>
                </a:lnTo>
                <a:lnTo>
                  <a:pt x="631" y="589"/>
                </a:lnTo>
                <a:lnTo>
                  <a:pt x="632" y="589"/>
                </a:lnTo>
                <a:lnTo>
                  <a:pt x="633" y="588"/>
                </a:lnTo>
                <a:lnTo>
                  <a:pt x="633" y="587"/>
                </a:lnTo>
                <a:lnTo>
                  <a:pt x="633" y="586"/>
                </a:lnTo>
                <a:lnTo>
                  <a:pt x="634" y="585"/>
                </a:lnTo>
                <a:lnTo>
                  <a:pt x="635" y="584"/>
                </a:lnTo>
                <a:lnTo>
                  <a:pt x="636" y="584"/>
                </a:lnTo>
                <a:lnTo>
                  <a:pt x="637" y="584"/>
                </a:lnTo>
                <a:lnTo>
                  <a:pt x="637" y="585"/>
                </a:lnTo>
                <a:lnTo>
                  <a:pt x="638" y="584"/>
                </a:lnTo>
                <a:lnTo>
                  <a:pt x="638" y="583"/>
                </a:lnTo>
                <a:lnTo>
                  <a:pt x="638" y="582"/>
                </a:lnTo>
                <a:lnTo>
                  <a:pt x="639" y="582"/>
                </a:lnTo>
                <a:lnTo>
                  <a:pt x="639" y="581"/>
                </a:lnTo>
                <a:lnTo>
                  <a:pt x="638" y="581"/>
                </a:lnTo>
                <a:lnTo>
                  <a:pt x="637" y="581"/>
                </a:lnTo>
                <a:lnTo>
                  <a:pt x="637" y="580"/>
                </a:lnTo>
                <a:lnTo>
                  <a:pt x="636" y="580"/>
                </a:lnTo>
                <a:lnTo>
                  <a:pt x="635" y="580"/>
                </a:lnTo>
                <a:lnTo>
                  <a:pt x="634" y="579"/>
                </a:lnTo>
                <a:lnTo>
                  <a:pt x="633" y="579"/>
                </a:lnTo>
                <a:lnTo>
                  <a:pt x="633" y="580"/>
                </a:lnTo>
                <a:lnTo>
                  <a:pt x="632" y="580"/>
                </a:lnTo>
                <a:lnTo>
                  <a:pt x="631" y="580"/>
                </a:lnTo>
                <a:lnTo>
                  <a:pt x="630" y="581"/>
                </a:lnTo>
                <a:lnTo>
                  <a:pt x="630" y="582"/>
                </a:lnTo>
                <a:lnTo>
                  <a:pt x="629" y="582"/>
                </a:lnTo>
                <a:lnTo>
                  <a:pt x="629" y="583"/>
                </a:lnTo>
                <a:lnTo>
                  <a:pt x="628" y="583"/>
                </a:lnTo>
                <a:lnTo>
                  <a:pt x="628" y="582"/>
                </a:lnTo>
                <a:lnTo>
                  <a:pt x="627" y="582"/>
                </a:lnTo>
                <a:lnTo>
                  <a:pt x="628" y="581"/>
                </a:lnTo>
                <a:lnTo>
                  <a:pt x="627" y="581"/>
                </a:lnTo>
                <a:lnTo>
                  <a:pt x="626" y="581"/>
                </a:lnTo>
                <a:lnTo>
                  <a:pt x="625" y="581"/>
                </a:lnTo>
                <a:lnTo>
                  <a:pt x="624" y="580"/>
                </a:lnTo>
                <a:lnTo>
                  <a:pt x="624" y="579"/>
                </a:lnTo>
                <a:lnTo>
                  <a:pt x="623" y="579"/>
                </a:lnTo>
                <a:lnTo>
                  <a:pt x="623" y="578"/>
                </a:lnTo>
                <a:lnTo>
                  <a:pt x="623" y="577"/>
                </a:lnTo>
                <a:lnTo>
                  <a:pt x="622" y="577"/>
                </a:lnTo>
                <a:lnTo>
                  <a:pt x="622" y="578"/>
                </a:lnTo>
                <a:lnTo>
                  <a:pt x="622" y="579"/>
                </a:lnTo>
                <a:lnTo>
                  <a:pt x="622" y="580"/>
                </a:lnTo>
                <a:lnTo>
                  <a:pt x="621" y="580"/>
                </a:lnTo>
                <a:lnTo>
                  <a:pt x="620" y="580"/>
                </a:lnTo>
                <a:lnTo>
                  <a:pt x="619" y="580"/>
                </a:lnTo>
                <a:lnTo>
                  <a:pt x="618" y="581"/>
                </a:lnTo>
                <a:lnTo>
                  <a:pt x="617" y="581"/>
                </a:lnTo>
                <a:lnTo>
                  <a:pt x="617" y="580"/>
                </a:lnTo>
                <a:lnTo>
                  <a:pt x="616" y="580"/>
                </a:lnTo>
                <a:lnTo>
                  <a:pt x="615" y="580"/>
                </a:lnTo>
                <a:lnTo>
                  <a:pt x="614" y="580"/>
                </a:lnTo>
                <a:lnTo>
                  <a:pt x="613" y="580"/>
                </a:lnTo>
                <a:lnTo>
                  <a:pt x="612" y="580"/>
                </a:lnTo>
                <a:lnTo>
                  <a:pt x="611" y="580"/>
                </a:lnTo>
                <a:lnTo>
                  <a:pt x="611" y="581"/>
                </a:lnTo>
                <a:lnTo>
                  <a:pt x="610" y="581"/>
                </a:lnTo>
                <a:lnTo>
                  <a:pt x="610" y="582"/>
                </a:lnTo>
                <a:lnTo>
                  <a:pt x="610" y="583"/>
                </a:lnTo>
                <a:lnTo>
                  <a:pt x="609" y="584"/>
                </a:lnTo>
                <a:lnTo>
                  <a:pt x="608" y="584"/>
                </a:lnTo>
                <a:lnTo>
                  <a:pt x="608" y="583"/>
                </a:lnTo>
                <a:lnTo>
                  <a:pt x="607" y="582"/>
                </a:lnTo>
                <a:lnTo>
                  <a:pt x="606" y="581"/>
                </a:lnTo>
                <a:lnTo>
                  <a:pt x="605" y="581"/>
                </a:lnTo>
                <a:lnTo>
                  <a:pt x="604" y="582"/>
                </a:lnTo>
                <a:lnTo>
                  <a:pt x="603" y="582"/>
                </a:lnTo>
                <a:lnTo>
                  <a:pt x="602" y="582"/>
                </a:lnTo>
                <a:lnTo>
                  <a:pt x="601" y="582"/>
                </a:lnTo>
                <a:lnTo>
                  <a:pt x="600" y="583"/>
                </a:lnTo>
                <a:lnTo>
                  <a:pt x="599" y="583"/>
                </a:lnTo>
                <a:lnTo>
                  <a:pt x="597" y="583"/>
                </a:lnTo>
                <a:lnTo>
                  <a:pt x="597" y="584"/>
                </a:lnTo>
                <a:lnTo>
                  <a:pt x="596" y="584"/>
                </a:lnTo>
                <a:lnTo>
                  <a:pt x="595" y="584"/>
                </a:lnTo>
                <a:lnTo>
                  <a:pt x="595" y="583"/>
                </a:lnTo>
                <a:lnTo>
                  <a:pt x="595" y="582"/>
                </a:lnTo>
                <a:lnTo>
                  <a:pt x="594" y="582"/>
                </a:lnTo>
                <a:lnTo>
                  <a:pt x="594" y="581"/>
                </a:lnTo>
                <a:lnTo>
                  <a:pt x="593" y="581"/>
                </a:lnTo>
                <a:lnTo>
                  <a:pt x="592" y="581"/>
                </a:lnTo>
                <a:lnTo>
                  <a:pt x="592" y="582"/>
                </a:lnTo>
                <a:lnTo>
                  <a:pt x="591" y="582"/>
                </a:lnTo>
                <a:lnTo>
                  <a:pt x="590" y="582"/>
                </a:lnTo>
                <a:lnTo>
                  <a:pt x="589" y="582"/>
                </a:lnTo>
                <a:lnTo>
                  <a:pt x="589" y="581"/>
                </a:lnTo>
                <a:lnTo>
                  <a:pt x="589" y="580"/>
                </a:lnTo>
                <a:lnTo>
                  <a:pt x="589" y="579"/>
                </a:lnTo>
                <a:lnTo>
                  <a:pt x="589" y="578"/>
                </a:lnTo>
                <a:lnTo>
                  <a:pt x="588" y="578"/>
                </a:lnTo>
                <a:lnTo>
                  <a:pt x="588" y="577"/>
                </a:lnTo>
                <a:lnTo>
                  <a:pt x="587" y="577"/>
                </a:lnTo>
                <a:lnTo>
                  <a:pt x="587" y="578"/>
                </a:lnTo>
                <a:lnTo>
                  <a:pt x="586" y="578"/>
                </a:lnTo>
                <a:lnTo>
                  <a:pt x="586" y="579"/>
                </a:lnTo>
                <a:lnTo>
                  <a:pt x="586" y="580"/>
                </a:lnTo>
                <a:lnTo>
                  <a:pt x="586" y="581"/>
                </a:lnTo>
                <a:lnTo>
                  <a:pt x="585" y="582"/>
                </a:lnTo>
                <a:lnTo>
                  <a:pt x="585" y="583"/>
                </a:lnTo>
                <a:lnTo>
                  <a:pt x="585" y="584"/>
                </a:lnTo>
                <a:lnTo>
                  <a:pt x="586" y="584"/>
                </a:lnTo>
                <a:lnTo>
                  <a:pt x="586" y="585"/>
                </a:lnTo>
                <a:lnTo>
                  <a:pt x="586" y="586"/>
                </a:lnTo>
                <a:lnTo>
                  <a:pt x="585" y="586"/>
                </a:lnTo>
                <a:lnTo>
                  <a:pt x="584" y="587"/>
                </a:lnTo>
                <a:lnTo>
                  <a:pt x="583" y="588"/>
                </a:lnTo>
                <a:lnTo>
                  <a:pt x="582" y="588"/>
                </a:lnTo>
                <a:lnTo>
                  <a:pt x="582" y="589"/>
                </a:lnTo>
                <a:lnTo>
                  <a:pt x="583" y="589"/>
                </a:lnTo>
                <a:lnTo>
                  <a:pt x="583" y="591"/>
                </a:lnTo>
                <a:lnTo>
                  <a:pt x="582" y="591"/>
                </a:lnTo>
                <a:lnTo>
                  <a:pt x="581" y="592"/>
                </a:lnTo>
                <a:lnTo>
                  <a:pt x="582" y="593"/>
                </a:lnTo>
                <a:lnTo>
                  <a:pt x="582" y="594"/>
                </a:lnTo>
                <a:lnTo>
                  <a:pt x="583" y="595"/>
                </a:lnTo>
                <a:lnTo>
                  <a:pt x="584" y="595"/>
                </a:lnTo>
                <a:lnTo>
                  <a:pt x="584" y="596"/>
                </a:lnTo>
                <a:lnTo>
                  <a:pt x="584" y="597"/>
                </a:lnTo>
                <a:lnTo>
                  <a:pt x="585" y="597"/>
                </a:lnTo>
                <a:lnTo>
                  <a:pt x="585" y="598"/>
                </a:lnTo>
                <a:lnTo>
                  <a:pt x="585" y="601"/>
                </a:lnTo>
                <a:lnTo>
                  <a:pt x="586" y="602"/>
                </a:lnTo>
                <a:lnTo>
                  <a:pt x="586" y="603"/>
                </a:lnTo>
                <a:lnTo>
                  <a:pt x="587" y="604"/>
                </a:lnTo>
                <a:lnTo>
                  <a:pt x="587" y="605"/>
                </a:lnTo>
                <a:lnTo>
                  <a:pt x="588" y="606"/>
                </a:lnTo>
                <a:lnTo>
                  <a:pt x="588" y="607"/>
                </a:lnTo>
                <a:lnTo>
                  <a:pt x="588" y="608"/>
                </a:lnTo>
                <a:lnTo>
                  <a:pt x="587" y="608"/>
                </a:lnTo>
                <a:lnTo>
                  <a:pt x="587" y="609"/>
                </a:lnTo>
                <a:lnTo>
                  <a:pt x="587" y="610"/>
                </a:lnTo>
                <a:lnTo>
                  <a:pt x="588" y="610"/>
                </a:lnTo>
                <a:lnTo>
                  <a:pt x="588" y="611"/>
                </a:lnTo>
                <a:lnTo>
                  <a:pt x="589" y="612"/>
                </a:lnTo>
                <a:lnTo>
                  <a:pt x="589" y="613"/>
                </a:lnTo>
                <a:lnTo>
                  <a:pt x="589" y="614"/>
                </a:lnTo>
                <a:lnTo>
                  <a:pt x="589" y="615"/>
                </a:lnTo>
                <a:lnTo>
                  <a:pt x="588" y="615"/>
                </a:lnTo>
                <a:lnTo>
                  <a:pt x="587" y="615"/>
                </a:lnTo>
                <a:lnTo>
                  <a:pt x="586" y="616"/>
                </a:lnTo>
                <a:lnTo>
                  <a:pt x="585" y="616"/>
                </a:lnTo>
                <a:lnTo>
                  <a:pt x="584" y="617"/>
                </a:lnTo>
                <a:lnTo>
                  <a:pt x="584" y="618"/>
                </a:lnTo>
                <a:lnTo>
                  <a:pt x="583" y="618"/>
                </a:lnTo>
                <a:lnTo>
                  <a:pt x="583" y="619"/>
                </a:lnTo>
                <a:lnTo>
                  <a:pt x="582" y="619"/>
                </a:lnTo>
                <a:lnTo>
                  <a:pt x="581" y="620"/>
                </a:lnTo>
                <a:lnTo>
                  <a:pt x="580" y="621"/>
                </a:lnTo>
                <a:lnTo>
                  <a:pt x="580" y="622"/>
                </a:lnTo>
                <a:lnTo>
                  <a:pt x="579" y="622"/>
                </a:lnTo>
                <a:lnTo>
                  <a:pt x="578" y="621"/>
                </a:lnTo>
                <a:lnTo>
                  <a:pt x="577" y="621"/>
                </a:lnTo>
                <a:lnTo>
                  <a:pt x="577" y="622"/>
                </a:lnTo>
                <a:lnTo>
                  <a:pt x="576" y="622"/>
                </a:lnTo>
                <a:lnTo>
                  <a:pt x="576" y="623"/>
                </a:lnTo>
                <a:lnTo>
                  <a:pt x="576" y="624"/>
                </a:lnTo>
                <a:lnTo>
                  <a:pt x="575" y="625"/>
                </a:lnTo>
                <a:lnTo>
                  <a:pt x="574" y="625"/>
                </a:lnTo>
                <a:lnTo>
                  <a:pt x="573" y="625"/>
                </a:lnTo>
                <a:lnTo>
                  <a:pt x="573" y="624"/>
                </a:lnTo>
                <a:lnTo>
                  <a:pt x="573" y="623"/>
                </a:lnTo>
                <a:lnTo>
                  <a:pt x="573" y="622"/>
                </a:lnTo>
                <a:lnTo>
                  <a:pt x="572" y="622"/>
                </a:lnTo>
                <a:lnTo>
                  <a:pt x="572" y="621"/>
                </a:lnTo>
                <a:lnTo>
                  <a:pt x="571" y="621"/>
                </a:lnTo>
                <a:lnTo>
                  <a:pt x="571" y="620"/>
                </a:lnTo>
                <a:lnTo>
                  <a:pt x="570" y="620"/>
                </a:lnTo>
                <a:lnTo>
                  <a:pt x="569" y="620"/>
                </a:lnTo>
                <a:lnTo>
                  <a:pt x="569" y="619"/>
                </a:lnTo>
                <a:lnTo>
                  <a:pt x="568" y="619"/>
                </a:lnTo>
                <a:lnTo>
                  <a:pt x="567" y="619"/>
                </a:lnTo>
                <a:lnTo>
                  <a:pt x="566" y="620"/>
                </a:lnTo>
                <a:lnTo>
                  <a:pt x="566" y="621"/>
                </a:lnTo>
                <a:lnTo>
                  <a:pt x="565" y="621"/>
                </a:lnTo>
                <a:lnTo>
                  <a:pt x="564" y="621"/>
                </a:lnTo>
                <a:lnTo>
                  <a:pt x="563" y="622"/>
                </a:lnTo>
                <a:lnTo>
                  <a:pt x="562" y="622"/>
                </a:lnTo>
                <a:lnTo>
                  <a:pt x="561" y="622"/>
                </a:lnTo>
                <a:lnTo>
                  <a:pt x="561" y="623"/>
                </a:lnTo>
                <a:lnTo>
                  <a:pt x="561" y="624"/>
                </a:lnTo>
                <a:lnTo>
                  <a:pt x="560" y="625"/>
                </a:lnTo>
                <a:lnTo>
                  <a:pt x="560" y="626"/>
                </a:lnTo>
                <a:lnTo>
                  <a:pt x="559" y="626"/>
                </a:lnTo>
                <a:lnTo>
                  <a:pt x="559" y="627"/>
                </a:lnTo>
                <a:lnTo>
                  <a:pt x="559" y="628"/>
                </a:lnTo>
                <a:lnTo>
                  <a:pt x="558" y="628"/>
                </a:lnTo>
                <a:lnTo>
                  <a:pt x="558" y="629"/>
                </a:lnTo>
                <a:lnTo>
                  <a:pt x="557" y="629"/>
                </a:lnTo>
                <a:lnTo>
                  <a:pt x="556" y="629"/>
                </a:lnTo>
                <a:lnTo>
                  <a:pt x="556" y="630"/>
                </a:lnTo>
                <a:lnTo>
                  <a:pt x="556" y="631"/>
                </a:lnTo>
                <a:lnTo>
                  <a:pt x="555" y="631"/>
                </a:lnTo>
                <a:lnTo>
                  <a:pt x="554" y="631"/>
                </a:lnTo>
                <a:lnTo>
                  <a:pt x="554" y="632"/>
                </a:lnTo>
                <a:lnTo>
                  <a:pt x="553" y="632"/>
                </a:lnTo>
                <a:lnTo>
                  <a:pt x="553" y="633"/>
                </a:lnTo>
                <a:lnTo>
                  <a:pt x="552" y="633"/>
                </a:lnTo>
                <a:lnTo>
                  <a:pt x="551" y="633"/>
                </a:lnTo>
                <a:lnTo>
                  <a:pt x="551" y="634"/>
                </a:lnTo>
                <a:lnTo>
                  <a:pt x="551" y="635"/>
                </a:lnTo>
                <a:lnTo>
                  <a:pt x="551" y="637"/>
                </a:lnTo>
                <a:lnTo>
                  <a:pt x="550" y="637"/>
                </a:lnTo>
                <a:lnTo>
                  <a:pt x="550" y="638"/>
                </a:lnTo>
                <a:lnTo>
                  <a:pt x="549" y="638"/>
                </a:lnTo>
                <a:lnTo>
                  <a:pt x="549" y="639"/>
                </a:lnTo>
                <a:lnTo>
                  <a:pt x="549" y="641"/>
                </a:lnTo>
                <a:lnTo>
                  <a:pt x="549" y="642"/>
                </a:lnTo>
                <a:lnTo>
                  <a:pt x="550" y="642"/>
                </a:lnTo>
                <a:lnTo>
                  <a:pt x="550" y="643"/>
                </a:lnTo>
                <a:lnTo>
                  <a:pt x="551" y="643"/>
                </a:lnTo>
                <a:lnTo>
                  <a:pt x="552" y="643"/>
                </a:lnTo>
                <a:lnTo>
                  <a:pt x="552" y="642"/>
                </a:lnTo>
                <a:lnTo>
                  <a:pt x="553" y="642"/>
                </a:lnTo>
                <a:lnTo>
                  <a:pt x="554" y="642"/>
                </a:lnTo>
                <a:lnTo>
                  <a:pt x="555" y="643"/>
                </a:lnTo>
                <a:lnTo>
                  <a:pt x="555" y="644"/>
                </a:lnTo>
                <a:lnTo>
                  <a:pt x="555" y="645"/>
                </a:lnTo>
                <a:lnTo>
                  <a:pt x="555" y="646"/>
                </a:lnTo>
                <a:lnTo>
                  <a:pt x="555" y="647"/>
                </a:lnTo>
                <a:lnTo>
                  <a:pt x="556" y="648"/>
                </a:lnTo>
                <a:lnTo>
                  <a:pt x="557" y="649"/>
                </a:lnTo>
                <a:lnTo>
                  <a:pt x="559" y="649"/>
                </a:lnTo>
                <a:lnTo>
                  <a:pt x="559" y="648"/>
                </a:lnTo>
                <a:lnTo>
                  <a:pt x="560" y="648"/>
                </a:lnTo>
                <a:lnTo>
                  <a:pt x="561" y="648"/>
                </a:lnTo>
                <a:lnTo>
                  <a:pt x="561" y="649"/>
                </a:lnTo>
                <a:lnTo>
                  <a:pt x="560" y="650"/>
                </a:lnTo>
                <a:lnTo>
                  <a:pt x="559" y="650"/>
                </a:lnTo>
                <a:lnTo>
                  <a:pt x="558" y="652"/>
                </a:lnTo>
                <a:lnTo>
                  <a:pt x="557" y="652"/>
                </a:lnTo>
                <a:lnTo>
                  <a:pt x="557" y="654"/>
                </a:lnTo>
                <a:lnTo>
                  <a:pt x="556" y="654"/>
                </a:lnTo>
                <a:lnTo>
                  <a:pt x="556" y="655"/>
                </a:lnTo>
                <a:lnTo>
                  <a:pt x="556" y="656"/>
                </a:lnTo>
                <a:lnTo>
                  <a:pt x="556" y="658"/>
                </a:lnTo>
                <a:lnTo>
                  <a:pt x="555" y="659"/>
                </a:lnTo>
                <a:lnTo>
                  <a:pt x="555" y="660"/>
                </a:lnTo>
                <a:lnTo>
                  <a:pt x="556" y="661"/>
                </a:lnTo>
                <a:lnTo>
                  <a:pt x="556" y="662"/>
                </a:lnTo>
                <a:lnTo>
                  <a:pt x="556" y="663"/>
                </a:lnTo>
                <a:lnTo>
                  <a:pt x="556" y="664"/>
                </a:lnTo>
                <a:lnTo>
                  <a:pt x="555" y="665"/>
                </a:lnTo>
                <a:lnTo>
                  <a:pt x="555" y="666"/>
                </a:lnTo>
                <a:lnTo>
                  <a:pt x="554" y="667"/>
                </a:lnTo>
                <a:lnTo>
                  <a:pt x="554" y="668"/>
                </a:lnTo>
                <a:lnTo>
                  <a:pt x="553" y="668"/>
                </a:lnTo>
                <a:lnTo>
                  <a:pt x="552" y="668"/>
                </a:lnTo>
                <a:lnTo>
                  <a:pt x="552" y="669"/>
                </a:lnTo>
                <a:lnTo>
                  <a:pt x="551" y="670"/>
                </a:lnTo>
                <a:lnTo>
                  <a:pt x="551" y="671"/>
                </a:lnTo>
                <a:lnTo>
                  <a:pt x="551" y="672"/>
                </a:lnTo>
                <a:lnTo>
                  <a:pt x="550" y="672"/>
                </a:lnTo>
                <a:lnTo>
                  <a:pt x="549" y="672"/>
                </a:lnTo>
                <a:lnTo>
                  <a:pt x="548" y="673"/>
                </a:lnTo>
                <a:lnTo>
                  <a:pt x="547" y="675"/>
                </a:lnTo>
                <a:lnTo>
                  <a:pt x="546" y="675"/>
                </a:lnTo>
                <a:lnTo>
                  <a:pt x="546" y="676"/>
                </a:lnTo>
                <a:lnTo>
                  <a:pt x="545" y="676"/>
                </a:lnTo>
                <a:lnTo>
                  <a:pt x="544" y="676"/>
                </a:lnTo>
                <a:lnTo>
                  <a:pt x="543" y="677"/>
                </a:lnTo>
                <a:lnTo>
                  <a:pt x="542" y="678"/>
                </a:lnTo>
                <a:lnTo>
                  <a:pt x="542" y="679"/>
                </a:lnTo>
                <a:lnTo>
                  <a:pt x="541" y="680"/>
                </a:lnTo>
                <a:lnTo>
                  <a:pt x="540" y="680"/>
                </a:lnTo>
                <a:lnTo>
                  <a:pt x="540" y="681"/>
                </a:lnTo>
                <a:lnTo>
                  <a:pt x="539" y="682"/>
                </a:lnTo>
                <a:lnTo>
                  <a:pt x="537" y="683"/>
                </a:lnTo>
                <a:lnTo>
                  <a:pt x="537" y="684"/>
                </a:lnTo>
                <a:lnTo>
                  <a:pt x="536" y="684"/>
                </a:lnTo>
                <a:lnTo>
                  <a:pt x="535" y="684"/>
                </a:lnTo>
                <a:lnTo>
                  <a:pt x="535" y="685"/>
                </a:lnTo>
                <a:lnTo>
                  <a:pt x="536" y="686"/>
                </a:lnTo>
                <a:lnTo>
                  <a:pt x="537" y="687"/>
                </a:lnTo>
                <a:lnTo>
                  <a:pt x="537" y="688"/>
                </a:lnTo>
                <a:lnTo>
                  <a:pt x="537" y="689"/>
                </a:lnTo>
                <a:lnTo>
                  <a:pt x="537" y="691"/>
                </a:lnTo>
                <a:lnTo>
                  <a:pt x="536" y="691"/>
                </a:lnTo>
                <a:lnTo>
                  <a:pt x="535" y="691"/>
                </a:lnTo>
                <a:lnTo>
                  <a:pt x="534" y="691"/>
                </a:lnTo>
                <a:lnTo>
                  <a:pt x="532" y="691"/>
                </a:lnTo>
                <a:lnTo>
                  <a:pt x="532" y="690"/>
                </a:lnTo>
                <a:lnTo>
                  <a:pt x="531" y="691"/>
                </a:lnTo>
                <a:lnTo>
                  <a:pt x="530" y="691"/>
                </a:lnTo>
                <a:lnTo>
                  <a:pt x="530" y="692"/>
                </a:lnTo>
                <a:lnTo>
                  <a:pt x="530" y="693"/>
                </a:lnTo>
                <a:lnTo>
                  <a:pt x="529" y="694"/>
                </a:lnTo>
                <a:lnTo>
                  <a:pt x="529" y="695"/>
                </a:lnTo>
                <a:lnTo>
                  <a:pt x="528" y="695"/>
                </a:lnTo>
                <a:lnTo>
                  <a:pt x="527" y="695"/>
                </a:lnTo>
                <a:lnTo>
                  <a:pt x="527" y="696"/>
                </a:lnTo>
                <a:lnTo>
                  <a:pt x="527" y="697"/>
                </a:lnTo>
                <a:lnTo>
                  <a:pt x="526" y="697"/>
                </a:lnTo>
                <a:lnTo>
                  <a:pt x="526" y="698"/>
                </a:lnTo>
                <a:lnTo>
                  <a:pt x="525" y="699"/>
                </a:lnTo>
                <a:lnTo>
                  <a:pt x="525" y="700"/>
                </a:lnTo>
                <a:lnTo>
                  <a:pt x="524" y="701"/>
                </a:lnTo>
                <a:lnTo>
                  <a:pt x="523" y="703"/>
                </a:lnTo>
                <a:lnTo>
                  <a:pt x="523" y="705"/>
                </a:lnTo>
                <a:lnTo>
                  <a:pt x="523" y="706"/>
                </a:lnTo>
                <a:lnTo>
                  <a:pt x="522" y="706"/>
                </a:lnTo>
                <a:lnTo>
                  <a:pt x="522" y="707"/>
                </a:lnTo>
                <a:lnTo>
                  <a:pt x="521" y="707"/>
                </a:lnTo>
                <a:lnTo>
                  <a:pt x="520" y="708"/>
                </a:lnTo>
                <a:lnTo>
                  <a:pt x="519" y="708"/>
                </a:lnTo>
                <a:lnTo>
                  <a:pt x="518" y="708"/>
                </a:lnTo>
                <a:lnTo>
                  <a:pt x="517" y="708"/>
                </a:lnTo>
                <a:lnTo>
                  <a:pt x="517" y="707"/>
                </a:lnTo>
                <a:lnTo>
                  <a:pt x="516" y="707"/>
                </a:lnTo>
                <a:lnTo>
                  <a:pt x="515" y="707"/>
                </a:lnTo>
                <a:lnTo>
                  <a:pt x="515" y="708"/>
                </a:lnTo>
                <a:lnTo>
                  <a:pt x="513" y="709"/>
                </a:lnTo>
                <a:lnTo>
                  <a:pt x="513" y="710"/>
                </a:lnTo>
                <a:lnTo>
                  <a:pt x="512" y="710"/>
                </a:lnTo>
                <a:lnTo>
                  <a:pt x="511" y="710"/>
                </a:lnTo>
                <a:lnTo>
                  <a:pt x="510" y="710"/>
                </a:lnTo>
                <a:lnTo>
                  <a:pt x="510" y="711"/>
                </a:lnTo>
                <a:lnTo>
                  <a:pt x="509" y="711"/>
                </a:lnTo>
                <a:lnTo>
                  <a:pt x="508" y="710"/>
                </a:lnTo>
                <a:lnTo>
                  <a:pt x="507" y="709"/>
                </a:lnTo>
                <a:lnTo>
                  <a:pt x="507" y="708"/>
                </a:lnTo>
                <a:lnTo>
                  <a:pt x="507" y="707"/>
                </a:lnTo>
                <a:lnTo>
                  <a:pt x="506" y="707"/>
                </a:lnTo>
                <a:lnTo>
                  <a:pt x="505" y="707"/>
                </a:lnTo>
                <a:lnTo>
                  <a:pt x="505" y="708"/>
                </a:lnTo>
                <a:lnTo>
                  <a:pt x="504" y="709"/>
                </a:lnTo>
                <a:lnTo>
                  <a:pt x="504" y="710"/>
                </a:lnTo>
                <a:lnTo>
                  <a:pt x="503" y="711"/>
                </a:lnTo>
                <a:lnTo>
                  <a:pt x="503" y="712"/>
                </a:lnTo>
                <a:lnTo>
                  <a:pt x="502" y="713"/>
                </a:lnTo>
                <a:lnTo>
                  <a:pt x="502" y="714"/>
                </a:lnTo>
                <a:lnTo>
                  <a:pt x="502" y="715"/>
                </a:lnTo>
                <a:lnTo>
                  <a:pt x="501" y="715"/>
                </a:lnTo>
                <a:lnTo>
                  <a:pt x="501" y="716"/>
                </a:lnTo>
                <a:lnTo>
                  <a:pt x="501" y="717"/>
                </a:lnTo>
                <a:lnTo>
                  <a:pt x="500" y="718"/>
                </a:lnTo>
                <a:lnTo>
                  <a:pt x="500" y="719"/>
                </a:lnTo>
                <a:lnTo>
                  <a:pt x="500" y="720"/>
                </a:lnTo>
                <a:lnTo>
                  <a:pt x="500" y="721"/>
                </a:lnTo>
                <a:lnTo>
                  <a:pt x="500" y="722"/>
                </a:lnTo>
                <a:lnTo>
                  <a:pt x="500" y="723"/>
                </a:lnTo>
                <a:lnTo>
                  <a:pt x="500" y="724"/>
                </a:lnTo>
                <a:lnTo>
                  <a:pt x="501" y="724"/>
                </a:lnTo>
                <a:lnTo>
                  <a:pt x="501" y="725"/>
                </a:lnTo>
                <a:lnTo>
                  <a:pt x="502" y="726"/>
                </a:lnTo>
                <a:lnTo>
                  <a:pt x="502" y="728"/>
                </a:lnTo>
                <a:lnTo>
                  <a:pt x="501" y="729"/>
                </a:lnTo>
                <a:lnTo>
                  <a:pt x="502" y="729"/>
                </a:lnTo>
                <a:lnTo>
                  <a:pt x="502" y="730"/>
                </a:lnTo>
                <a:lnTo>
                  <a:pt x="502" y="731"/>
                </a:lnTo>
                <a:lnTo>
                  <a:pt x="502" y="732"/>
                </a:lnTo>
                <a:lnTo>
                  <a:pt x="502" y="733"/>
                </a:lnTo>
                <a:lnTo>
                  <a:pt x="502" y="734"/>
                </a:lnTo>
                <a:lnTo>
                  <a:pt x="502" y="735"/>
                </a:lnTo>
                <a:lnTo>
                  <a:pt x="502" y="736"/>
                </a:lnTo>
                <a:lnTo>
                  <a:pt x="502" y="737"/>
                </a:lnTo>
                <a:lnTo>
                  <a:pt x="502" y="738"/>
                </a:lnTo>
                <a:lnTo>
                  <a:pt x="501" y="738"/>
                </a:lnTo>
                <a:lnTo>
                  <a:pt x="501" y="739"/>
                </a:lnTo>
                <a:lnTo>
                  <a:pt x="501" y="741"/>
                </a:lnTo>
                <a:lnTo>
                  <a:pt x="501" y="742"/>
                </a:lnTo>
                <a:lnTo>
                  <a:pt x="500" y="742"/>
                </a:lnTo>
                <a:lnTo>
                  <a:pt x="500" y="743"/>
                </a:lnTo>
                <a:lnTo>
                  <a:pt x="499" y="745"/>
                </a:lnTo>
                <a:lnTo>
                  <a:pt x="499" y="746"/>
                </a:lnTo>
                <a:lnTo>
                  <a:pt x="499" y="747"/>
                </a:lnTo>
                <a:lnTo>
                  <a:pt x="500" y="747"/>
                </a:lnTo>
                <a:lnTo>
                  <a:pt x="501" y="748"/>
                </a:lnTo>
                <a:lnTo>
                  <a:pt x="501" y="749"/>
                </a:lnTo>
                <a:lnTo>
                  <a:pt x="501" y="750"/>
                </a:lnTo>
                <a:lnTo>
                  <a:pt x="501" y="752"/>
                </a:lnTo>
                <a:lnTo>
                  <a:pt x="501" y="753"/>
                </a:lnTo>
                <a:lnTo>
                  <a:pt x="500" y="753"/>
                </a:lnTo>
                <a:lnTo>
                  <a:pt x="500" y="754"/>
                </a:lnTo>
                <a:lnTo>
                  <a:pt x="500" y="755"/>
                </a:lnTo>
                <a:lnTo>
                  <a:pt x="501" y="755"/>
                </a:lnTo>
                <a:lnTo>
                  <a:pt x="501" y="756"/>
                </a:lnTo>
                <a:lnTo>
                  <a:pt x="501" y="757"/>
                </a:lnTo>
                <a:lnTo>
                  <a:pt x="501" y="758"/>
                </a:lnTo>
                <a:lnTo>
                  <a:pt x="502" y="758"/>
                </a:lnTo>
                <a:lnTo>
                  <a:pt x="502" y="759"/>
                </a:lnTo>
                <a:lnTo>
                  <a:pt x="502" y="760"/>
                </a:lnTo>
                <a:lnTo>
                  <a:pt x="503" y="760"/>
                </a:lnTo>
                <a:lnTo>
                  <a:pt x="503" y="761"/>
                </a:lnTo>
                <a:lnTo>
                  <a:pt x="503" y="762"/>
                </a:lnTo>
                <a:lnTo>
                  <a:pt x="504" y="762"/>
                </a:lnTo>
                <a:lnTo>
                  <a:pt x="505" y="763"/>
                </a:lnTo>
                <a:lnTo>
                  <a:pt x="505" y="764"/>
                </a:lnTo>
                <a:lnTo>
                  <a:pt x="506" y="765"/>
                </a:lnTo>
                <a:lnTo>
                  <a:pt x="507" y="765"/>
                </a:lnTo>
                <a:lnTo>
                  <a:pt x="507" y="766"/>
                </a:lnTo>
                <a:lnTo>
                  <a:pt x="508" y="766"/>
                </a:lnTo>
                <a:lnTo>
                  <a:pt x="507" y="767"/>
                </a:lnTo>
                <a:lnTo>
                  <a:pt x="508" y="768"/>
                </a:lnTo>
                <a:lnTo>
                  <a:pt x="509" y="769"/>
                </a:lnTo>
                <a:lnTo>
                  <a:pt x="508" y="770"/>
                </a:lnTo>
                <a:lnTo>
                  <a:pt x="509" y="771"/>
                </a:lnTo>
                <a:lnTo>
                  <a:pt x="509" y="772"/>
                </a:lnTo>
                <a:lnTo>
                  <a:pt x="509" y="773"/>
                </a:lnTo>
                <a:lnTo>
                  <a:pt x="509" y="774"/>
                </a:lnTo>
                <a:lnTo>
                  <a:pt x="510" y="775"/>
                </a:lnTo>
                <a:lnTo>
                  <a:pt x="510" y="776"/>
                </a:lnTo>
                <a:lnTo>
                  <a:pt x="510" y="777"/>
                </a:lnTo>
                <a:lnTo>
                  <a:pt x="510" y="778"/>
                </a:lnTo>
                <a:lnTo>
                  <a:pt x="511" y="778"/>
                </a:lnTo>
                <a:lnTo>
                  <a:pt x="511" y="779"/>
                </a:lnTo>
                <a:lnTo>
                  <a:pt x="511" y="780"/>
                </a:lnTo>
                <a:lnTo>
                  <a:pt x="511" y="782"/>
                </a:lnTo>
                <a:lnTo>
                  <a:pt x="512" y="782"/>
                </a:lnTo>
                <a:lnTo>
                  <a:pt x="512" y="783"/>
                </a:lnTo>
                <a:lnTo>
                  <a:pt x="513" y="783"/>
                </a:lnTo>
                <a:lnTo>
                  <a:pt x="513" y="785"/>
                </a:lnTo>
                <a:lnTo>
                  <a:pt x="512" y="785"/>
                </a:lnTo>
                <a:lnTo>
                  <a:pt x="512" y="786"/>
                </a:lnTo>
                <a:lnTo>
                  <a:pt x="513" y="786"/>
                </a:lnTo>
                <a:lnTo>
                  <a:pt x="513" y="787"/>
                </a:lnTo>
                <a:lnTo>
                  <a:pt x="513" y="788"/>
                </a:lnTo>
                <a:lnTo>
                  <a:pt x="513" y="789"/>
                </a:lnTo>
                <a:lnTo>
                  <a:pt x="513" y="790"/>
                </a:lnTo>
                <a:lnTo>
                  <a:pt x="512" y="790"/>
                </a:lnTo>
                <a:lnTo>
                  <a:pt x="512" y="791"/>
                </a:lnTo>
                <a:lnTo>
                  <a:pt x="513" y="792"/>
                </a:lnTo>
                <a:lnTo>
                  <a:pt x="513" y="793"/>
                </a:lnTo>
                <a:lnTo>
                  <a:pt x="513" y="794"/>
                </a:lnTo>
                <a:lnTo>
                  <a:pt x="514" y="794"/>
                </a:lnTo>
                <a:lnTo>
                  <a:pt x="515" y="794"/>
                </a:lnTo>
                <a:lnTo>
                  <a:pt x="515" y="795"/>
                </a:lnTo>
                <a:lnTo>
                  <a:pt x="515" y="796"/>
                </a:lnTo>
                <a:lnTo>
                  <a:pt x="515" y="798"/>
                </a:lnTo>
                <a:lnTo>
                  <a:pt x="514" y="799"/>
                </a:lnTo>
                <a:lnTo>
                  <a:pt x="514" y="800"/>
                </a:lnTo>
                <a:lnTo>
                  <a:pt x="513" y="801"/>
                </a:lnTo>
                <a:lnTo>
                  <a:pt x="512" y="802"/>
                </a:lnTo>
                <a:lnTo>
                  <a:pt x="511" y="802"/>
                </a:lnTo>
                <a:lnTo>
                  <a:pt x="511" y="801"/>
                </a:lnTo>
                <a:lnTo>
                  <a:pt x="510" y="801"/>
                </a:lnTo>
                <a:lnTo>
                  <a:pt x="510" y="802"/>
                </a:lnTo>
                <a:lnTo>
                  <a:pt x="509" y="802"/>
                </a:lnTo>
                <a:lnTo>
                  <a:pt x="509" y="803"/>
                </a:lnTo>
                <a:lnTo>
                  <a:pt x="510" y="803"/>
                </a:lnTo>
                <a:lnTo>
                  <a:pt x="510" y="804"/>
                </a:lnTo>
                <a:lnTo>
                  <a:pt x="510" y="805"/>
                </a:lnTo>
                <a:lnTo>
                  <a:pt x="510" y="806"/>
                </a:lnTo>
                <a:lnTo>
                  <a:pt x="509" y="807"/>
                </a:lnTo>
                <a:lnTo>
                  <a:pt x="509" y="808"/>
                </a:lnTo>
                <a:lnTo>
                  <a:pt x="509" y="810"/>
                </a:lnTo>
                <a:lnTo>
                  <a:pt x="510" y="811"/>
                </a:lnTo>
                <a:lnTo>
                  <a:pt x="510" y="812"/>
                </a:lnTo>
                <a:lnTo>
                  <a:pt x="510" y="813"/>
                </a:lnTo>
                <a:lnTo>
                  <a:pt x="509" y="814"/>
                </a:lnTo>
                <a:lnTo>
                  <a:pt x="509" y="815"/>
                </a:lnTo>
                <a:lnTo>
                  <a:pt x="508" y="816"/>
                </a:lnTo>
                <a:lnTo>
                  <a:pt x="505" y="816"/>
                </a:lnTo>
                <a:lnTo>
                  <a:pt x="504" y="816"/>
                </a:lnTo>
                <a:lnTo>
                  <a:pt x="504" y="817"/>
                </a:lnTo>
                <a:lnTo>
                  <a:pt x="503" y="816"/>
                </a:lnTo>
                <a:lnTo>
                  <a:pt x="502" y="816"/>
                </a:lnTo>
                <a:lnTo>
                  <a:pt x="501" y="816"/>
                </a:lnTo>
                <a:lnTo>
                  <a:pt x="500" y="816"/>
                </a:lnTo>
                <a:lnTo>
                  <a:pt x="500" y="815"/>
                </a:lnTo>
                <a:lnTo>
                  <a:pt x="500" y="814"/>
                </a:lnTo>
                <a:lnTo>
                  <a:pt x="499" y="814"/>
                </a:lnTo>
                <a:lnTo>
                  <a:pt x="499" y="815"/>
                </a:lnTo>
                <a:lnTo>
                  <a:pt x="498" y="816"/>
                </a:lnTo>
                <a:lnTo>
                  <a:pt x="498" y="817"/>
                </a:lnTo>
                <a:lnTo>
                  <a:pt x="497" y="817"/>
                </a:lnTo>
                <a:lnTo>
                  <a:pt x="497" y="818"/>
                </a:lnTo>
                <a:lnTo>
                  <a:pt x="496" y="819"/>
                </a:lnTo>
                <a:lnTo>
                  <a:pt x="495" y="819"/>
                </a:lnTo>
                <a:lnTo>
                  <a:pt x="495" y="820"/>
                </a:lnTo>
                <a:lnTo>
                  <a:pt x="493" y="820"/>
                </a:lnTo>
                <a:lnTo>
                  <a:pt x="492" y="820"/>
                </a:lnTo>
                <a:lnTo>
                  <a:pt x="491" y="820"/>
                </a:lnTo>
                <a:lnTo>
                  <a:pt x="490" y="821"/>
                </a:lnTo>
                <a:lnTo>
                  <a:pt x="490" y="822"/>
                </a:lnTo>
                <a:lnTo>
                  <a:pt x="489" y="822"/>
                </a:lnTo>
                <a:lnTo>
                  <a:pt x="489" y="823"/>
                </a:lnTo>
                <a:lnTo>
                  <a:pt x="488" y="823"/>
                </a:lnTo>
                <a:lnTo>
                  <a:pt x="487" y="823"/>
                </a:lnTo>
                <a:lnTo>
                  <a:pt x="487" y="824"/>
                </a:lnTo>
                <a:lnTo>
                  <a:pt x="486" y="825"/>
                </a:lnTo>
                <a:lnTo>
                  <a:pt x="485" y="826"/>
                </a:lnTo>
                <a:lnTo>
                  <a:pt x="485" y="827"/>
                </a:lnTo>
                <a:lnTo>
                  <a:pt x="485" y="828"/>
                </a:lnTo>
                <a:lnTo>
                  <a:pt x="485" y="829"/>
                </a:lnTo>
                <a:lnTo>
                  <a:pt x="484" y="829"/>
                </a:lnTo>
                <a:lnTo>
                  <a:pt x="484" y="830"/>
                </a:lnTo>
                <a:lnTo>
                  <a:pt x="483" y="830"/>
                </a:lnTo>
                <a:lnTo>
                  <a:pt x="483" y="829"/>
                </a:lnTo>
                <a:lnTo>
                  <a:pt x="482" y="829"/>
                </a:lnTo>
                <a:lnTo>
                  <a:pt x="482" y="830"/>
                </a:lnTo>
                <a:lnTo>
                  <a:pt x="481" y="830"/>
                </a:lnTo>
                <a:lnTo>
                  <a:pt x="480" y="830"/>
                </a:lnTo>
                <a:lnTo>
                  <a:pt x="480" y="829"/>
                </a:lnTo>
                <a:lnTo>
                  <a:pt x="480" y="828"/>
                </a:lnTo>
                <a:lnTo>
                  <a:pt x="479" y="828"/>
                </a:lnTo>
                <a:lnTo>
                  <a:pt x="478" y="828"/>
                </a:lnTo>
                <a:lnTo>
                  <a:pt x="478" y="827"/>
                </a:lnTo>
                <a:lnTo>
                  <a:pt x="477" y="827"/>
                </a:lnTo>
                <a:lnTo>
                  <a:pt x="476" y="826"/>
                </a:lnTo>
                <a:lnTo>
                  <a:pt x="475" y="826"/>
                </a:lnTo>
                <a:lnTo>
                  <a:pt x="474" y="826"/>
                </a:lnTo>
                <a:lnTo>
                  <a:pt x="474" y="825"/>
                </a:lnTo>
                <a:lnTo>
                  <a:pt x="475" y="825"/>
                </a:lnTo>
                <a:lnTo>
                  <a:pt x="475" y="824"/>
                </a:lnTo>
                <a:lnTo>
                  <a:pt x="475" y="823"/>
                </a:lnTo>
                <a:lnTo>
                  <a:pt x="475" y="822"/>
                </a:lnTo>
                <a:lnTo>
                  <a:pt x="477" y="820"/>
                </a:lnTo>
                <a:lnTo>
                  <a:pt x="478" y="820"/>
                </a:lnTo>
                <a:lnTo>
                  <a:pt x="478" y="818"/>
                </a:lnTo>
                <a:lnTo>
                  <a:pt x="477" y="817"/>
                </a:lnTo>
                <a:lnTo>
                  <a:pt x="477" y="816"/>
                </a:lnTo>
                <a:lnTo>
                  <a:pt x="476" y="816"/>
                </a:lnTo>
                <a:lnTo>
                  <a:pt x="475" y="816"/>
                </a:lnTo>
                <a:lnTo>
                  <a:pt x="474" y="815"/>
                </a:lnTo>
                <a:lnTo>
                  <a:pt x="473" y="815"/>
                </a:lnTo>
                <a:lnTo>
                  <a:pt x="472" y="814"/>
                </a:lnTo>
                <a:lnTo>
                  <a:pt x="470" y="814"/>
                </a:lnTo>
                <a:lnTo>
                  <a:pt x="469" y="815"/>
                </a:lnTo>
                <a:lnTo>
                  <a:pt x="469" y="816"/>
                </a:lnTo>
                <a:lnTo>
                  <a:pt x="469" y="817"/>
                </a:lnTo>
                <a:lnTo>
                  <a:pt x="468" y="817"/>
                </a:lnTo>
                <a:lnTo>
                  <a:pt x="466" y="818"/>
                </a:lnTo>
                <a:lnTo>
                  <a:pt x="465" y="818"/>
                </a:lnTo>
                <a:lnTo>
                  <a:pt x="463" y="819"/>
                </a:lnTo>
                <a:lnTo>
                  <a:pt x="461" y="820"/>
                </a:lnTo>
                <a:lnTo>
                  <a:pt x="460" y="820"/>
                </a:lnTo>
                <a:lnTo>
                  <a:pt x="459" y="820"/>
                </a:lnTo>
                <a:lnTo>
                  <a:pt x="458" y="820"/>
                </a:lnTo>
                <a:lnTo>
                  <a:pt x="456" y="821"/>
                </a:lnTo>
                <a:lnTo>
                  <a:pt x="455" y="821"/>
                </a:lnTo>
                <a:lnTo>
                  <a:pt x="454" y="823"/>
                </a:lnTo>
                <a:lnTo>
                  <a:pt x="453" y="824"/>
                </a:lnTo>
                <a:lnTo>
                  <a:pt x="453" y="825"/>
                </a:lnTo>
                <a:lnTo>
                  <a:pt x="452" y="825"/>
                </a:lnTo>
                <a:lnTo>
                  <a:pt x="451" y="826"/>
                </a:lnTo>
                <a:lnTo>
                  <a:pt x="450" y="827"/>
                </a:lnTo>
                <a:lnTo>
                  <a:pt x="449" y="827"/>
                </a:lnTo>
                <a:lnTo>
                  <a:pt x="448" y="828"/>
                </a:lnTo>
                <a:lnTo>
                  <a:pt x="447" y="828"/>
                </a:lnTo>
                <a:lnTo>
                  <a:pt x="446" y="828"/>
                </a:lnTo>
                <a:lnTo>
                  <a:pt x="445" y="829"/>
                </a:lnTo>
                <a:lnTo>
                  <a:pt x="445" y="828"/>
                </a:lnTo>
                <a:lnTo>
                  <a:pt x="443" y="828"/>
                </a:lnTo>
                <a:lnTo>
                  <a:pt x="443" y="829"/>
                </a:lnTo>
                <a:lnTo>
                  <a:pt x="442" y="829"/>
                </a:lnTo>
                <a:lnTo>
                  <a:pt x="442" y="831"/>
                </a:lnTo>
                <a:lnTo>
                  <a:pt x="442" y="832"/>
                </a:lnTo>
                <a:lnTo>
                  <a:pt x="441" y="832"/>
                </a:lnTo>
                <a:lnTo>
                  <a:pt x="441" y="833"/>
                </a:lnTo>
                <a:lnTo>
                  <a:pt x="440" y="833"/>
                </a:lnTo>
                <a:lnTo>
                  <a:pt x="440" y="834"/>
                </a:lnTo>
                <a:lnTo>
                  <a:pt x="438" y="835"/>
                </a:lnTo>
                <a:lnTo>
                  <a:pt x="437" y="835"/>
                </a:lnTo>
                <a:lnTo>
                  <a:pt x="436" y="836"/>
                </a:lnTo>
                <a:lnTo>
                  <a:pt x="435" y="837"/>
                </a:lnTo>
                <a:lnTo>
                  <a:pt x="435" y="838"/>
                </a:lnTo>
                <a:lnTo>
                  <a:pt x="434" y="839"/>
                </a:lnTo>
                <a:lnTo>
                  <a:pt x="434" y="840"/>
                </a:lnTo>
                <a:lnTo>
                  <a:pt x="433" y="840"/>
                </a:lnTo>
                <a:lnTo>
                  <a:pt x="432" y="840"/>
                </a:lnTo>
                <a:lnTo>
                  <a:pt x="432" y="841"/>
                </a:lnTo>
                <a:lnTo>
                  <a:pt x="432" y="842"/>
                </a:lnTo>
                <a:lnTo>
                  <a:pt x="431" y="842"/>
                </a:lnTo>
                <a:lnTo>
                  <a:pt x="430" y="843"/>
                </a:lnTo>
                <a:lnTo>
                  <a:pt x="430" y="844"/>
                </a:lnTo>
                <a:lnTo>
                  <a:pt x="429" y="844"/>
                </a:lnTo>
                <a:lnTo>
                  <a:pt x="429" y="845"/>
                </a:lnTo>
                <a:lnTo>
                  <a:pt x="428" y="844"/>
                </a:lnTo>
                <a:lnTo>
                  <a:pt x="427" y="845"/>
                </a:lnTo>
                <a:lnTo>
                  <a:pt x="427" y="844"/>
                </a:lnTo>
                <a:lnTo>
                  <a:pt x="426" y="844"/>
                </a:lnTo>
                <a:lnTo>
                  <a:pt x="423" y="842"/>
                </a:lnTo>
                <a:lnTo>
                  <a:pt x="423" y="841"/>
                </a:lnTo>
                <a:lnTo>
                  <a:pt x="422" y="841"/>
                </a:lnTo>
                <a:lnTo>
                  <a:pt x="420" y="842"/>
                </a:lnTo>
                <a:lnTo>
                  <a:pt x="419" y="842"/>
                </a:lnTo>
                <a:lnTo>
                  <a:pt x="417" y="842"/>
                </a:lnTo>
                <a:lnTo>
                  <a:pt x="416" y="842"/>
                </a:lnTo>
                <a:lnTo>
                  <a:pt x="415" y="841"/>
                </a:lnTo>
                <a:lnTo>
                  <a:pt x="414" y="840"/>
                </a:lnTo>
                <a:lnTo>
                  <a:pt x="413" y="840"/>
                </a:lnTo>
                <a:lnTo>
                  <a:pt x="412" y="840"/>
                </a:lnTo>
                <a:lnTo>
                  <a:pt x="411" y="840"/>
                </a:lnTo>
                <a:lnTo>
                  <a:pt x="411" y="841"/>
                </a:lnTo>
                <a:lnTo>
                  <a:pt x="410" y="842"/>
                </a:lnTo>
                <a:lnTo>
                  <a:pt x="409" y="843"/>
                </a:lnTo>
                <a:lnTo>
                  <a:pt x="409" y="844"/>
                </a:lnTo>
                <a:lnTo>
                  <a:pt x="408" y="845"/>
                </a:lnTo>
                <a:lnTo>
                  <a:pt x="408" y="846"/>
                </a:lnTo>
                <a:lnTo>
                  <a:pt x="407" y="846"/>
                </a:lnTo>
                <a:lnTo>
                  <a:pt x="406" y="846"/>
                </a:lnTo>
                <a:lnTo>
                  <a:pt x="405" y="847"/>
                </a:lnTo>
                <a:lnTo>
                  <a:pt x="405" y="846"/>
                </a:lnTo>
                <a:lnTo>
                  <a:pt x="405" y="845"/>
                </a:lnTo>
                <a:lnTo>
                  <a:pt x="406" y="845"/>
                </a:lnTo>
                <a:lnTo>
                  <a:pt x="406" y="843"/>
                </a:lnTo>
                <a:lnTo>
                  <a:pt x="404" y="843"/>
                </a:lnTo>
                <a:lnTo>
                  <a:pt x="404" y="842"/>
                </a:lnTo>
                <a:lnTo>
                  <a:pt x="403" y="841"/>
                </a:lnTo>
                <a:lnTo>
                  <a:pt x="402" y="840"/>
                </a:lnTo>
                <a:lnTo>
                  <a:pt x="402" y="836"/>
                </a:lnTo>
                <a:lnTo>
                  <a:pt x="403" y="836"/>
                </a:lnTo>
                <a:lnTo>
                  <a:pt x="403" y="835"/>
                </a:lnTo>
                <a:lnTo>
                  <a:pt x="403" y="834"/>
                </a:lnTo>
                <a:lnTo>
                  <a:pt x="403" y="835"/>
                </a:lnTo>
                <a:lnTo>
                  <a:pt x="402" y="834"/>
                </a:lnTo>
                <a:lnTo>
                  <a:pt x="400" y="833"/>
                </a:lnTo>
                <a:lnTo>
                  <a:pt x="399" y="832"/>
                </a:lnTo>
                <a:lnTo>
                  <a:pt x="398" y="830"/>
                </a:lnTo>
                <a:lnTo>
                  <a:pt x="397" y="829"/>
                </a:lnTo>
                <a:lnTo>
                  <a:pt x="396" y="829"/>
                </a:lnTo>
                <a:lnTo>
                  <a:pt x="395" y="828"/>
                </a:lnTo>
                <a:lnTo>
                  <a:pt x="394" y="828"/>
                </a:lnTo>
                <a:lnTo>
                  <a:pt x="393" y="828"/>
                </a:lnTo>
                <a:lnTo>
                  <a:pt x="393" y="827"/>
                </a:lnTo>
                <a:lnTo>
                  <a:pt x="392" y="826"/>
                </a:lnTo>
                <a:lnTo>
                  <a:pt x="391" y="827"/>
                </a:lnTo>
                <a:lnTo>
                  <a:pt x="390" y="828"/>
                </a:lnTo>
                <a:lnTo>
                  <a:pt x="390" y="827"/>
                </a:lnTo>
                <a:lnTo>
                  <a:pt x="389" y="827"/>
                </a:lnTo>
                <a:lnTo>
                  <a:pt x="388" y="827"/>
                </a:lnTo>
                <a:lnTo>
                  <a:pt x="388" y="828"/>
                </a:lnTo>
                <a:lnTo>
                  <a:pt x="387" y="828"/>
                </a:lnTo>
                <a:lnTo>
                  <a:pt x="386" y="828"/>
                </a:lnTo>
                <a:lnTo>
                  <a:pt x="386" y="827"/>
                </a:lnTo>
                <a:lnTo>
                  <a:pt x="386" y="826"/>
                </a:lnTo>
                <a:lnTo>
                  <a:pt x="385" y="826"/>
                </a:lnTo>
                <a:lnTo>
                  <a:pt x="386" y="826"/>
                </a:lnTo>
                <a:lnTo>
                  <a:pt x="386" y="825"/>
                </a:lnTo>
                <a:lnTo>
                  <a:pt x="385" y="825"/>
                </a:lnTo>
                <a:lnTo>
                  <a:pt x="384" y="824"/>
                </a:lnTo>
                <a:lnTo>
                  <a:pt x="384" y="823"/>
                </a:lnTo>
                <a:lnTo>
                  <a:pt x="383" y="822"/>
                </a:lnTo>
                <a:lnTo>
                  <a:pt x="384" y="822"/>
                </a:lnTo>
                <a:lnTo>
                  <a:pt x="384" y="821"/>
                </a:lnTo>
                <a:lnTo>
                  <a:pt x="384" y="820"/>
                </a:lnTo>
                <a:lnTo>
                  <a:pt x="385" y="819"/>
                </a:lnTo>
                <a:lnTo>
                  <a:pt x="386" y="819"/>
                </a:lnTo>
                <a:lnTo>
                  <a:pt x="387" y="819"/>
                </a:lnTo>
                <a:lnTo>
                  <a:pt x="388" y="820"/>
                </a:lnTo>
                <a:lnTo>
                  <a:pt x="389" y="820"/>
                </a:lnTo>
                <a:lnTo>
                  <a:pt x="390" y="820"/>
                </a:lnTo>
                <a:lnTo>
                  <a:pt x="390" y="819"/>
                </a:lnTo>
                <a:lnTo>
                  <a:pt x="389" y="819"/>
                </a:lnTo>
                <a:lnTo>
                  <a:pt x="388" y="819"/>
                </a:lnTo>
                <a:lnTo>
                  <a:pt x="388" y="818"/>
                </a:lnTo>
                <a:lnTo>
                  <a:pt x="388" y="817"/>
                </a:lnTo>
                <a:lnTo>
                  <a:pt x="389" y="817"/>
                </a:lnTo>
                <a:lnTo>
                  <a:pt x="389" y="816"/>
                </a:lnTo>
                <a:lnTo>
                  <a:pt x="390" y="816"/>
                </a:lnTo>
                <a:lnTo>
                  <a:pt x="390" y="815"/>
                </a:lnTo>
                <a:lnTo>
                  <a:pt x="389" y="815"/>
                </a:lnTo>
                <a:lnTo>
                  <a:pt x="388" y="815"/>
                </a:lnTo>
                <a:lnTo>
                  <a:pt x="388" y="814"/>
                </a:lnTo>
                <a:lnTo>
                  <a:pt x="388" y="815"/>
                </a:lnTo>
                <a:lnTo>
                  <a:pt x="387" y="815"/>
                </a:lnTo>
                <a:lnTo>
                  <a:pt x="387" y="814"/>
                </a:lnTo>
                <a:lnTo>
                  <a:pt x="387" y="813"/>
                </a:lnTo>
                <a:lnTo>
                  <a:pt x="387" y="812"/>
                </a:lnTo>
                <a:lnTo>
                  <a:pt x="388" y="811"/>
                </a:lnTo>
                <a:lnTo>
                  <a:pt x="387" y="811"/>
                </a:lnTo>
                <a:lnTo>
                  <a:pt x="387" y="810"/>
                </a:lnTo>
                <a:lnTo>
                  <a:pt x="385" y="809"/>
                </a:lnTo>
                <a:lnTo>
                  <a:pt x="384" y="808"/>
                </a:lnTo>
                <a:lnTo>
                  <a:pt x="383" y="807"/>
                </a:lnTo>
                <a:lnTo>
                  <a:pt x="382" y="806"/>
                </a:lnTo>
                <a:lnTo>
                  <a:pt x="381" y="805"/>
                </a:lnTo>
                <a:lnTo>
                  <a:pt x="380" y="805"/>
                </a:lnTo>
                <a:lnTo>
                  <a:pt x="380" y="804"/>
                </a:lnTo>
                <a:lnTo>
                  <a:pt x="379" y="804"/>
                </a:lnTo>
                <a:lnTo>
                  <a:pt x="379" y="803"/>
                </a:lnTo>
                <a:lnTo>
                  <a:pt x="378" y="803"/>
                </a:lnTo>
                <a:lnTo>
                  <a:pt x="377" y="801"/>
                </a:lnTo>
                <a:lnTo>
                  <a:pt x="376" y="800"/>
                </a:lnTo>
                <a:lnTo>
                  <a:pt x="375" y="800"/>
                </a:lnTo>
                <a:lnTo>
                  <a:pt x="374" y="800"/>
                </a:lnTo>
                <a:lnTo>
                  <a:pt x="373" y="800"/>
                </a:lnTo>
                <a:lnTo>
                  <a:pt x="371" y="800"/>
                </a:lnTo>
                <a:lnTo>
                  <a:pt x="370" y="799"/>
                </a:lnTo>
                <a:lnTo>
                  <a:pt x="370" y="798"/>
                </a:lnTo>
                <a:lnTo>
                  <a:pt x="370" y="797"/>
                </a:lnTo>
                <a:lnTo>
                  <a:pt x="370" y="796"/>
                </a:lnTo>
                <a:lnTo>
                  <a:pt x="369" y="796"/>
                </a:lnTo>
                <a:lnTo>
                  <a:pt x="369" y="797"/>
                </a:lnTo>
                <a:lnTo>
                  <a:pt x="368" y="797"/>
                </a:lnTo>
                <a:lnTo>
                  <a:pt x="368" y="796"/>
                </a:lnTo>
                <a:lnTo>
                  <a:pt x="368" y="795"/>
                </a:lnTo>
                <a:lnTo>
                  <a:pt x="367" y="795"/>
                </a:lnTo>
                <a:lnTo>
                  <a:pt x="366" y="796"/>
                </a:lnTo>
                <a:lnTo>
                  <a:pt x="366" y="795"/>
                </a:lnTo>
                <a:lnTo>
                  <a:pt x="366" y="794"/>
                </a:lnTo>
                <a:lnTo>
                  <a:pt x="366" y="793"/>
                </a:lnTo>
                <a:lnTo>
                  <a:pt x="366" y="792"/>
                </a:lnTo>
                <a:lnTo>
                  <a:pt x="366" y="790"/>
                </a:lnTo>
                <a:lnTo>
                  <a:pt x="366" y="789"/>
                </a:lnTo>
                <a:lnTo>
                  <a:pt x="367" y="789"/>
                </a:lnTo>
                <a:lnTo>
                  <a:pt x="368" y="790"/>
                </a:lnTo>
                <a:lnTo>
                  <a:pt x="369" y="790"/>
                </a:lnTo>
                <a:lnTo>
                  <a:pt x="369" y="789"/>
                </a:lnTo>
                <a:lnTo>
                  <a:pt x="370" y="789"/>
                </a:lnTo>
                <a:lnTo>
                  <a:pt x="371" y="790"/>
                </a:lnTo>
                <a:lnTo>
                  <a:pt x="371" y="789"/>
                </a:lnTo>
                <a:lnTo>
                  <a:pt x="372" y="789"/>
                </a:lnTo>
                <a:lnTo>
                  <a:pt x="372" y="788"/>
                </a:lnTo>
                <a:lnTo>
                  <a:pt x="372" y="786"/>
                </a:lnTo>
                <a:lnTo>
                  <a:pt x="372" y="785"/>
                </a:lnTo>
                <a:lnTo>
                  <a:pt x="373" y="784"/>
                </a:lnTo>
                <a:lnTo>
                  <a:pt x="373" y="782"/>
                </a:lnTo>
                <a:lnTo>
                  <a:pt x="372" y="781"/>
                </a:lnTo>
                <a:lnTo>
                  <a:pt x="371" y="781"/>
                </a:lnTo>
                <a:lnTo>
                  <a:pt x="371" y="780"/>
                </a:lnTo>
                <a:lnTo>
                  <a:pt x="371" y="779"/>
                </a:lnTo>
                <a:lnTo>
                  <a:pt x="372" y="778"/>
                </a:lnTo>
                <a:lnTo>
                  <a:pt x="373" y="777"/>
                </a:lnTo>
                <a:lnTo>
                  <a:pt x="374" y="777"/>
                </a:lnTo>
                <a:lnTo>
                  <a:pt x="375" y="777"/>
                </a:lnTo>
                <a:lnTo>
                  <a:pt x="375" y="776"/>
                </a:lnTo>
                <a:lnTo>
                  <a:pt x="375" y="775"/>
                </a:lnTo>
                <a:lnTo>
                  <a:pt x="374" y="775"/>
                </a:lnTo>
                <a:lnTo>
                  <a:pt x="375" y="774"/>
                </a:lnTo>
                <a:lnTo>
                  <a:pt x="376" y="774"/>
                </a:lnTo>
                <a:lnTo>
                  <a:pt x="376" y="773"/>
                </a:lnTo>
                <a:lnTo>
                  <a:pt x="376" y="772"/>
                </a:lnTo>
                <a:lnTo>
                  <a:pt x="375" y="772"/>
                </a:lnTo>
                <a:lnTo>
                  <a:pt x="374" y="772"/>
                </a:lnTo>
                <a:lnTo>
                  <a:pt x="374" y="771"/>
                </a:lnTo>
                <a:lnTo>
                  <a:pt x="373" y="771"/>
                </a:lnTo>
                <a:lnTo>
                  <a:pt x="372" y="771"/>
                </a:lnTo>
                <a:lnTo>
                  <a:pt x="371" y="771"/>
                </a:lnTo>
                <a:lnTo>
                  <a:pt x="370" y="771"/>
                </a:lnTo>
                <a:lnTo>
                  <a:pt x="370" y="772"/>
                </a:lnTo>
                <a:lnTo>
                  <a:pt x="370" y="773"/>
                </a:lnTo>
                <a:lnTo>
                  <a:pt x="371" y="773"/>
                </a:lnTo>
                <a:lnTo>
                  <a:pt x="371" y="774"/>
                </a:lnTo>
                <a:lnTo>
                  <a:pt x="371" y="775"/>
                </a:lnTo>
                <a:lnTo>
                  <a:pt x="371" y="776"/>
                </a:lnTo>
                <a:lnTo>
                  <a:pt x="370" y="776"/>
                </a:lnTo>
                <a:lnTo>
                  <a:pt x="369" y="775"/>
                </a:lnTo>
                <a:lnTo>
                  <a:pt x="368" y="776"/>
                </a:lnTo>
                <a:lnTo>
                  <a:pt x="368" y="777"/>
                </a:lnTo>
                <a:lnTo>
                  <a:pt x="367" y="777"/>
                </a:lnTo>
                <a:lnTo>
                  <a:pt x="366" y="777"/>
                </a:lnTo>
                <a:lnTo>
                  <a:pt x="365" y="777"/>
                </a:lnTo>
                <a:lnTo>
                  <a:pt x="365" y="776"/>
                </a:lnTo>
                <a:lnTo>
                  <a:pt x="365" y="775"/>
                </a:lnTo>
                <a:lnTo>
                  <a:pt x="365" y="774"/>
                </a:lnTo>
                <a:lnTo>
                  <a:pt x="364" y="774"/>
                </a:lnTo>
                <a:lnTo>
                  <a:pt x="364" y="773"/>
                </a:lnTo>
                <a:lnTo>
                  <a:pt x="363" y="773"/>
                </a:lnTo>
                <a:lnTo>
                  <a:pt x="362" y="773"/>
                </a:lnTo>
                <a:lnTo>
                  <a:pt x="362" y="772"/>
                </a:lnTo>
                <a:lnTo>
                  <a:pt x="363" y="772"/>
                </a:lnTo>
                <a:lnTo>
                  <a:pt x="363" y="771"/>
                </a:lnTo>
                <a:lnTo>
                  <a:pt x="364" y="771"/>
                </a:lnTo>
                <a:lnTo>
                  <a:pt x="364" y="770"/>
                </a:lnTo>
                <a:lnTo>
                  <a:pt x="364" y="769"/>
                </a:lnTo>
                <a:lnTo>
                  <a:pt x="363" y="769"/>
                </a:lnTo>
                <a:lnTo>
                  <a:pt x="364" y="769"/>
                </a:lnTo>
                <a:lnTo>
                  <a:pt x="364" y="768"/>
                </a:lnTo>
                <a:lnTo>
                  <a:pt x="365" y="768"/>
                </a:lnTo>
                <a:lnTo>
                  <a:pt x="365" y="767"/>
                </a:lnTo>
                <a:lnTo>
                  <a:pt x="366" y="766"/>
                </a:lnTo>
                <a:lnTo>
                  <a:pt x="366" y="765"/>
                </a:lnTo>
                <a:lnTo>
                  <a:pt x="365" y="764"/>
                </a:lnTo>
                <a:lnTo>
                  <a:pt x="365" y="763"/>
                </a:lnTo>
                <a:lnTo>
                  <a:pt x="364" y="763"/>
                </a:lnTo>
                <a:lnTo>
                  <a:pt x="364" y="762"/>
                </a:lnTo>
                <a:lnTo>
                  <a:pt x="363" y="762"/>
                </a:lnTo>
                <a:lnTo>
                  <a:pt x="363" y="761"/>
                </a:lnTo>
                <a:lnTo>
                  <a:pt x="362" y="760"/>
                </a:lnTo>
                <a:lnTo>
                  <a:pt x="361" y="761"/>
                </a:lnTo>
                <a:lnTo>
                  <a:pt x="359" y="760"/>
                </a:lnTo>
                <a:lnTo>
                  <a:pt x="358" y="759"/>
                </a:lnTo>
                <a:lnTo>
                  <a:pt x="357" y="759"/>
                </a:lnTo>
                <a:lnTo>
                  <a:pt x="356" y="759"/>
                </a:lnTo>
                <a:lnTo>
                  <a:pt x="355" y="759"/>
                </a:lnTo>
                <a:lnTo>
                  <a:pt x="354" y="759"/>
                </a:lnTo>
                <a:lnTo>
                  <a:pt x="354" y="758"/>
                </a:lnTo>
                <a:lnTo>
                  <a:pt x="354" y="757"/>
                </a:lnTo>
                <a:lnTo>
                  <a:pt x="353" y="757"/>
                </a:lnTo>
                <a:lnTo>
                  <a:pt x="353" y="756"/>
                </a:lnTo>
                <a:lnTo>
                  <a:pt x="353" y="755"/>
                </a:lnTo>
                <a:lnTo>
                  <a:pt x="354" y="754"/>
                </a:lnTo>
                <a:lnTo>
                  <a:pt x="354" y="753"/>
                </a:lnTo>
                <a:lnTo>
                  <a:pt x="353" y="753"/>
                </a:lnTo>
                <a:lnTo>
                  <a:pt x="351" y="753"/>
                </a:lnTo>
                <a:lnTo>
                  <a:pt x="350" y="753"/>
                </a:lnTo>
                <a:lnTo>
                  <a:pt x="350" y="752"/>
                </a:lnTo>
                <a:lnTo>
                  <a:pt x="350" y="751"/>
                </a:lnTo>
                <a:lnTo>
                  <a:pt x="351" y="751"/>
                </a:lnTo>
                <a:lnTo>
                  <a:pt x="351" y="750"/>
                </a:lnTo>
                <a:lnTo>
                  <a:pt x="350" y="750"/>
                </a:lnTo>
                <a:lnTo>
                  <a:pt x="349" y="749"/>
                </a:lnTo>
                <a:lnTo>
                  <a:pt x="349" y="750"/>
                </a:lnTo>
                <a:lnTo>
                  <a:pt x="348" y="750"/>
                </a:lnTo>
                <a:lnTo>
                  <a:pt x="347" y="749"/>
                </a:lnTo>
                <a:lnTo>
                  <a:pt x="347" y="748"/>
                </a:lnTo>
                <a:lnTo>
                  <a:pt x="346" y="748"/>
                </a:lnTo>
                <a:lnTo>
                  <a:pt x="345" y="748"/>
                </a:lnTo>
                <a:lnTo>
                  <a:pt x="344" y="748"/>
                </a:lnTo>
                <a:lnTo>
                  <a:pt x="344" y="747"/>
                </a:lnTo>
                <a:lnTo>
                  <a:pt x="342" y="746"/>
                </a:lnTo>
                <a:lnTo>
                  <a:pt x="342" y="745"/>
                </a:lnTo>
                <a:lnTo>
                  <a:pt x="343" y="745"/>
                </a:lnTo>
                <a:lnTo>
                  <a:pt x="343" y="744"/>
                </a:lnTo>
                <a:lnTo>
                  <a:pt x="343" y="743"/>
                </a:lnTo>
                <a:lnTo>
                  <a:pt x="343" y="742"/>
                </a:lnTo>
                <a:lnTo>
                  <a:pt x="343" y="741"/>
                </a:lnTo>
                <a:lnTo>
                  <a:pt x="344" y="741"/>
                </a:lnTo>
                <a:lnTo>
                  <a:pt x="344" y="739"/>
                </a:lnTo>
                <a:lnTo>
                  <a:pt x="343" y="738"/>
                </a:lnTo>
                <a:lnTo>
                  <a:pt x="344" y="736"/>
                </a:lnTo>
                <a:lnTo>
                  <a:pt x="344" y="735"/>
                </a:lnTo>
                <a:lnTo>
                  <a:pt x="344" y="734"/>
                </a:lnTo>
                <a:lnTo>
                  <a:pt x="345" y="733"/>
                </a:lnTo>
                <a:lnTo>
                  <a:pt x="345" y="732"/>
                </a:lnTo>
                <a:lnTo>
                  <a:pt x="345" y="731"/>
                </a:lnTo>
                <a:lnTo>
                  <a:pt x="345" y="729"/>
                </a:lnTo>
                <a:lnTo>
                  <a:pt x="345" y="728"/>
                </a:lnTo>
                <a:lnTo>
                  <a:pt x="345" y="729"/>
                </a:lnTo>
                <a:lnTo>
                  <a:pt x="343" y="729"/>
                </a:lnTo>
                <a:lnTo>
                  <a:pt x="343" y="728"/>
                </a:lnTo>
                <a:lnTo>
                  <a:pt x="341" y="728"/>
                </a:lnTo>
                <a:lnTo>
                  <a:pt x="340" y="728"/>
                </a:lnTo>
                <a:lnTo>
                  <a:pt x="339" y="728"/>
                </a:lnTo>
                <a:lnTo>
                  <a:pt x="338" y="728"/>
                </a:lnTo>
                <a:lnTo>
                  <a:pt x="338" y="729"/>
                </a:lnTo>
                <a:lnTo>
                  <a:pt x="337" y="729"/>
                </a:lnTo>
                <a:lnTo>
                  <a:pt x="335" y="728"/>
                </a:lnTo>
                <a:lnTo>
                  <a:pt x="335" y="727"/>
                </a:lnTo>
                <a:lnTo>
                  <a:pt x="334" y="727"/>
                </a:lnTo>
                <a:lnTo>
                  <a:pt x="334" y="726"/>
                </a:lnTo>
                <a:lnTo>
                  <a:pt x="334" y="725"/>
                </a:lnTo>
                <a:lnTo>
                  <a:pt x="334" y="724"/>
                </a:lnTo>
                <a:lnTo>
                  <a:pt x="334" y="723"/>
                </a:lnTo>
                <a:lnTo>
                  <a:pt x="333" y="722"/>
                </a:lnTo>
                <a:lnTo>
                  <a:pt x="332" y="721"/>
                </a:lnTo>
                <a:lnTo>
                  <a:pt x="333" y="721"/>
                </a:lnTo>
                <a:lnTo>
                  <a:pt x="333" y="720"/>
                </a:lnTo>
                <a:lnTo>
                  <a:pt x="333" y="719"/>
                </a:lnTo>
                <a:lnTo>
                  <a:pt x="332" y="717"/>
                </a:lnTo>
                <a:lnTo>
                  <a:pt x="331" y="717"/>
                </a:lnTo>
                <a:lnTo>
                  <a:pt x="331" y="716"/>
                </a:lnTo>
                <a:lnTo>
                  <a:pt x="332" y="715"/>
                </a:lnTo>
                <a:lnTo>
                  <a:pt x="332" y="714"/>
                </a:lnTo>
                <a:lnTo>
                  <a:pt x="331" y="713"/>
                </a:lnTo>
                <a:lnTo>
                  <a:pt x="330" y="713"/>
                </a:lnTo>
                <a:lnTo>
                  <a:pt x="330" y="712"/>
                </a:lnTo>
                <a:lnTo>
                  <a:pt x="330" y="711"/>
                </a:lnTo>
                <a:lnTo>
                  <a:pt x="329" y="711"/>
                </a:lnTo>
                <a:lnTo>
                  <a:pt x="329" y="710"/>
                </a:lnTo>
                <a:lnTo>
                  <a:pt x="328" y="710"/>
                </a:lnTo>
                <a:lnTo>
                  <a:pt x="327" y="708"/>
                </a:lnTo>
                <a:lnTo>
                  <a:pt x="326" y="705"/>
                </a:lnTo>
                <a:lnTo>
                  <a:pt x="326" y="704"/>
                </a:lnTo>
                <a:lnTo>
                  <a:pt x="326" y="703"/>
                </a:lnTo>
                <a:lnTo>
                  <a:pt x="325" y="702"/>
                </a:lnTo>
                <a:lnTo>
                  <a:pt x="324" y="701"/>
                </a:lnTo>
                <a:lnTo>
                  <a:pt x="323" y="700"/>
                </a:lnTo>
                <a:lnTo>
                  <a:pt x="323" y="701"/>
                </a:lnTo>
                <a:lnTo>
                  <a:pt x="322" y="701"/>
                </a:lnTo>
                <a:lnTo>
                  <a:pt x="322" y="702"/>
                </a:lnTo>
                <a:lnTo>
                  <a:pt x="321" y="702"/>
                </a:lnTo>
                <a:lnTo>
                  <a:pt x="321" y="700"/>
                </a:lnTo>
                <a:lnTo>
                  <a:pt x="322" y="699"/>
                </a:lnTo>
                <a:lnTo>
                  <a:pt x="322" y="698"/>
                </a:lnTo>
                <a:lnTo>
                  <a:pt x="322" y="696"/>
                </a:lnTo>
                <a:lnTo>
                  <a:pt x="322" y="695"/>
                </a:lnTo>
                <a:lnTo>
                  <a:pt x="321" y="694"/>
                </a:lnTo>
                <a:lnTo>
                  <a:pt x="320" y="692"/>
                </a:lnTo>
                <a:lnTo>
                  <a:pt x="320" y="691"/>
                </a:lnTo>
                <a:lnTo>
                  <a:pt x="320" y="690"/>
                </a:lnTo>
                <a:lnTo>
                  <a:pt x="319" y="690"/>
                </a:lnTo>
                <a:lnTo>
                  <a:pt x="318" y="688"/>
                </a:lnTo>
                <a:lnTo>
                  <a:pt x="317" y="688"/>
                </a:lnTo>
                <a:lnTo>
                  <a:pt x="317" y="687"/>
                </a:lnTo>
                <a:lnTo>
                  <a:pt x="317" y="686"/>
                </a:lnTo>
                <a:lnTo>
                  <a:pt x="317" y="685"/>
                </a:lnTo>
                <a:lnTo>
                  <a:pt x="316" y="685"/>
                </a:lnTo>
                <a:lnTo>
                  <a:pt x="316" y="686"/>
                </a:lnTo>
                <a:lnTo>
                  <a:pt x="315" y="686"/>
                </a:lnTo>
                <a:lnTo>
                  <a:pt x="314" y="686"/>
                </a:lnTo>
                <a:lnTo>
                  <a:pt x="315" y="685"/>
                </a:lnTo>
                <a:lnTo>
                  <a:pt x="316" y="684"/>
                </a:lnTo>
                <a:lnTo>
                  <a:pt x="316" y="683"/>
                </a:lnTo>
                <a:lnTo>
                  <a:pt x="317" y="683"/>
                </a:lnTo>
                <a:lnTo>
                  <a:pt x="316" y="683"/>
                </a:lnTo>
                <a:lnTo>
                  <a:pt x="315" y="683"/>
                </a:lnTo>
                <a:lnTo>
                  <a:pt x="315" y="682"/>
                </a:lnTo>
                <a:lnTo>
                  <a:pt x="315" y="681"/>
                </a:lnTo>
                <a:lnTo>
                  <a:pt x="316" y="681"/>
                </a:lnTo>
                <a:lnTo>
                  <a:pt x="316" y="680"/>
                </a:lnTo>
                <a:lnTo>
                  <a:pt x="316" y="679"/>
                </a:lnTo>
                <a:lnTo>
                  <a:pt x="315" y="679"/>
                </a:lnTo>
                <a:lnTo>
                  <a:pt x="313" y="679"/>
                </a:lnTo>
                <a:lnTo>
                  <a:pt x="311" y="679"/>
                </a:lnTo>
                <a:lnTo>
                  <a:pt x="311" y="678"/>
                </a:lnTo>
                <a:lnTo>
                  <a:pt x="310" y="678"/>
                </a:lnTo>
                <a:lnTo>
                  <a:pt x="310" y="677"/>
                </a:lnTo>
                <a:lnTo>
                  <a:pt x="310" y="676"/>
                </a:lnTo>
                <a:lnTo>
                  <a:pt x="310" y="674"/>
                </a:lnTo>
                <a:lnTo>
                  <a:pt x="310" y="673"/>
                </a:lnTo>
                <a:lnTo>
                  <a:pt x="310" y="672"/>
                </a:lnTo>
                <a:lnTo>
                  <a:pt x="308" y="671"/>
                </a:lnTo>
                <a:lnTo>
                  <a:pt x="308" y="670"/>
                </a:lnTo>
                <a:lnTo>
                  <a:pt x="307" y="670"/>
                </a:lnTo>
                <a:lnTo>
                  <a:pt x="306" y="669"/>
                </a:lnTo>
                <a:lnTo>
                  <a:pt x="306" y="668"/>
                </a:lnTo>
                <a:lnTo>
                  <a:pt x="305" y="668"/>
                </a:lnTo>
                <a:lnTo>
                  <a:pt x="304" y="667"/>
                </a:lnTo>
                <a:lnTo>
                  <a:pt x="303" y="666"/>
                </a:lnTo>
                <a:lnTo>
                  <a:pt x="303" y="665"/>
                </a:lnTo>
                <a:lnTo>
                  <a:pt x="304" y="664"/>
                </a:lnTo>
                <a:lnTo>
                  <a:pt x="304" y="663"/>
                </a:lnTo>
                <a:lnTo>
                  <a:pt x="305" y="662"/>
                </a:lnTo>
                <a:lnTo>
                  <a:pt x="305" y="661"/>
                </a:lnTo>
                <a:lnTo>
                  <a:pt x="304" y="660"/>
                </a:lnTo>
                <a:lnTo>
                  <a:pt x="303" y="660"/>
                </a:lnTo>
                <a:lnTo>
                  <a:pt x="303" y="659"/>
                </a:lnTo>
                <a:lnTo>
                  <a:pt x="303" y="658"/>
                </a:lnTo>
                <a:lnTo>
                  <a:pt x="302" y="657"/>
                </a:lnTo>
                <a:lnTo>
                  <a:pt x="302" y="656"/>
                </a:lnTo>
                <a:lnTo>
                  <a:pt x="301" y="654"/>
                </a:lnTo>
                <a:lnTo>
                  <a:pt x="300" y="655"/>
                </a:lnTo>
                <a:lnTo>
                  <a:pt x="299" y="655"/>
                </a:lnTo>
                <a:lnTo>
                  <a:pt x="299" y="656"/>
                </a:lnTo>
                <a:lnTo>
                  <a:pt x="299" y="655"/>
                </a:lnTo>
                <a:lnTo>
                  <a:pt x="298" y="655"/>
                </a:lnTo>
                <a:lnTo>
                  <a:pt x="297" y="655"/>
                </a:lnTo>
                <a:lnTo>
                  <a:pt x="297" y="656"/>
                </a:lnTo>
                <a:lnTo>
                  <a:pt x="296" y="656"/>
                </a:lnTo>
                <a:lnTo>
                  <a:pt x="296" y="657"/>
                </a:lnTo>
                <a:lnTo>
                  <a:pt x="295" y="659"/>
                </a:lnTo>
                <a:lnTo>
                  <a:pt x="295" y="660"/>
                </a:lnTo>
                <a:lnTo>
                  <a:pt x="295" y="661"/>
                </a:lnTo>
                <a:lnTo>
                  <a:pt x="294" y="661"/>
                </a:lnTo>
                <a:lnTo>
                  <a:pt x="294" y="662"/>
                </a:lnTo>
                <a:lnTo>
                  <a:pt x="293" y="662"/>
                </a:lnTo>
                <a:lnTo>
                  <a:pt x="292" y="663"/>
                </a:lnTo>
                <a:lnTo>
                  <a:pt x="292" y="664"/>
                </a:lnTo>
                <a:lnTo>
                  <a:pt x="290" y="664"/>
                </a:lnTo>
                <a:lnTo>
                  <a:pt x="290" y="665"/>
                </a:lnTo>
                <a:lnTo>
                  <a:pt x="289" y="666"/>
                </a:lnTo>
                <a:lnTo>
                  <a:pt x="289" y="665"/>
                </a:lnTo>
                <a:lnTo>
                  <a:pt x="288" y="665"/>
                </a:lnTo>
                <a:lnTo>
                  <a:pt x="288" y="664"/>
                </a:lnTo>
                <a:lnTo>
                  <a:pt x="287" y="664"/>
                </a:lnTo>
                <a:lnTo>
                  <a:pt x="287" y="665"/>
                </a:lnTo>
                <a:lnTo>
                  <a:pt x="286" y="664"/>
                </a:lnTo>
                <a:lnTo>
                  <a:pt x="286" y="663"/>
                </a:lnTo>
                <a:lnTo>
                  <a:pt x="286" y="662"/>
                </a:lnTo>
                <a:lnTo>
                  <a:pt x="285" y="662"/>
                </a:lnTo>
                <a:lnTo>
                  <a:pt x="284" y="662"/>
                </a:lnTo>
                <a:lnTo>
                  <a:pt x="283" y="661"/>
                </a:lnTo>
                <a:lnTo>
                  <a:pt x="282" y="661"/>
                </a:lnTo>
                <a:lnTo>
                  <a:pt x="281" y="660"/>
                </a:lnTo>
                <a:lnTo>
                  <a:pt x="280" y="660"/>
                </a:lnTo>
                <a:lnTo>
                  <a:pt x="279" y="660"/>
                </a:lnTo>
                <a:lnTo>
                  <a:pt x="279" y="661"/>
                </a:lnTo>
                <a:lnTo>
                  <a:pt x="279" y="662"/>
                </a:lnTo>
                <a:lnTo>
                  <a:pt x="278" y="662"/>
                </a:lnTo>
                <a:lnTo>
                  <a:pt x="277" y="663"/>
                </a:lnTo>
                <a:lnTo>
                  <a:pt x="277" y="665"/>
                </a:lnTo>
                <a:lnTo>
                  <a:pt x="277" y="667"/>
                </a:lnTo>
                <a:lnTo>
                  <a:pt x="275" y="668"/>
                </a:lnTo>
                <a:lnTo>
                  <a:pt x="275" y="669"/>
                </a:lnTo>
                <a:lnTo>
                  <a:pt x="274" y="669"/>
                </a:lnTo>
                <a:lnTo>
                  <a:pt x="274" y="670"/>
                </a:lnTo>
                <a:lnTo>
                  <a:pt x="274" y="672"/>
                </a:lnTo>
                <a:lnTo>
                  <a:pt x="273" y="672"/>
                </a:lnTo>
                <a:lnTo>
                  <a:pt x="273" y="671"/>
                </a:lnTo>
                <a:lnTo>
                  <a:pt x="272" y="671"/>
                </a:lnTo>
                <a:lnTo>
                  <a:pt x="271" y="672"/>
                </a:lnTo>
                <a:lnTo>
                  <a:pt x="271" y="673"/>
                </a:lnTo>
                <a:lnTo>
                  <a:pt x="271" y="674"/>
                </a:lnTo>
                <a:lnTo>
                  <a:pt x="270" y="675"/>
                </a:lnTo>
                <a:lnTo>
                  <a:pt x="269" y="675"/>
                </a:lnTo>
                <a:lnTo>
                  <a:pt x="268" y="675"/>
                </a:lnTo>
                <a:lnTo>
                  <a:pt x="267" y="673"/>
                </a:lnTo>
                <a:lnTo>
                  <a:pt x="268" y="672"/>
                </a:lnTo>
                <a:lnTo>
                  <a:pt x="268" y="671"/>
                </a:lnTo>
                <a:lnTo>
                  <a:pt x="267" y="670"/>
                </a:lnTo>
                <a:lnTo>
                  <a:pt x="268" y="669"/>
                </a:lnTo>
                <a:lnTo>
                  <a:pt x="268" y="668"/>
                </a:lnTo>
                <a:lnTo>
                  <a:pt x="267" y="668"/>
                </a:lnTo>
                <a:lnTo>
                  <a:pt x="267" y="667"/>
                </a:lnTo>
                <a:lnTo>
                  <a:pt x="266" y="667"/>
                </a:lnTo>
                <a:lnTo>
                  <a:pt x="266" y="666"/>
                </a:lnTo>
                <a:lnTo>
                  <a:pt x="266" y="665"/>
                </a:lnTo>
                <a:lnTo>
                  <a:pt x="267" y="665"/>
                </a:lnTo>
                <a:lnTo>
                  <a:pt x="268" y="664"/>
                </a:lnTo>
                <a:lnTo>
                  <a:pt x="268" y="662"/>
                </a:lnTo>
                <a:lnTo>
                  <a:pt x="267" y="662"/>
                </a:lnTo>
                <a:lnTo>
                  <a:pt x="268" y="661"/>
                </a:lnTo>
                <a:lnTo>
                  <a:pt x="268" y="660"/>
                </a:lnTo>
                <a:lnTo>
                  <a:pt x="267" y="660"/>
                </a:lnTo>
                <a:lnTo>
                  <a:pt x="266" y="660"/>
                </a:lnTo>
                <a:lnTo>
                  <a:pt x="265" y="660"/>
                </a:lnTo>
                <a:lnTo>
                  <a:pt x="264" y="660"/>
                </a:lnTo>
                <a:lnTo>
                  <a:pt x="262" y="660"/>
                </a:lnTo>
                <a:lnTo>
                  <a:pt x="261" y="660"/>
                </a:lnTo>
                <a:lnTo>
                  <a:pt x="260" y="659"/>
                </a:lnTo>
                <a:lnTo>
                  <a:pt x="259" y="659"/>
                </a:lnTo>
                <a:lnTo>
                  <a:pt x="258" y="659"/>
                </a:lnTo>
                <a:lnTo>
                  <a:pt x="258" y="658"/>
                </a:lnTo>
                <a:lnTo>
                  <a:pt x="256" y="657"/>
                </a:lnTo>
                <a:lnTo>
                  <a:pt x="255" y="657"/>
                </a:lnTo>
                <a:lnTo>
                  <a:pt x="255" y="656"/>
                </a:lnTo>
                <a:lnTo>
                  <a:pt x="256" y="656"/>
                </a:lnTo>
                <a:lnTo>
                  <a:pt x="257" y="652"/>
                </a:lnTo>
                <a:lnTo>
                  <a:pt x="258" y="652"/>
                </a:lnTo>
                <a:lnTo>
                  <a:pt x="257" y="651"/>
                </a:lnTo>
                <a:lnTo>
                  <a:pt x="257" y="650"/>
                </a:lnTo>
                <a:lnTo>
                  <a:pt x="256" y="650"/>
                </a:lnTo>
                <a:lnTo>
                  <a:pt x="255" y="648"/>
                </a:lnTo>
                <a:lnTo>
                  <a:pt x="254" y="647"/>
                </a:lnTo>
                <a:lnTo>
                  <a:pt x="253" y="646"/>
                </a:lnTo>
                <a:lnTo>
                  <a:pt x="252" y="646"/>
                </a:lnTo>
                <a:lnTo>
                  <a:pt x="252" y="644"/>
                </a:lnTo>
                <a:lnTo>
                  <a:pt x="251" y="644"/>
                </a:lnTo>
                <a:lnTo>
                  <a:pt x="250" y="643"/>
                </a:lnTo>
                <a:lnTo>
                  <a:pt x="248" y="643"/>
                </a:lnTo>
                <a:lnTo>
                  <a:pt x="248" y="642"/>
                </a:lnTo>
                <a:lnTo>
                  <a:pt x="247" y="641"/>
                </a:lnTo>
                <a:lnTo>
                  <a:pt x="247" y="640"/>
                </a:lnTo>
                <a:lnTo>
                  <a:pt x="246" y="640"/>
                </a:lnTo>
                <a:lnTo>
                  <a:pt x="246" y="639"/>
                </a:lnTo>
                <a:lnTo>
                  <a:pt x="246" y="638"/>
                </a:lnTo>
                <a:lnTo>
                  <a:pt x="246" y="637"/>
                </a:lnTo>
                <a:lnTo>
                  <a:pt x="245" y="637"/>
                </a:lnTo>
                <a:lnTo>
                  <a:pt x="245" y="635"/>
                </a:lnTo>
                <a:lnTo>
                  <a:pt x="244" y="635"/>
                </a:lnTo>
                <a:lnTo>
                  <a:pt x="244" y="634"/>
                </a:lnTo>
                <a:lnTo>
                  <a:pt x="244" y="633"/>
                </a:lnTo>
                <a:lnTo>
                  <a:pt x="244" y="632"/>
                </a:lnTo>
                <a:lnTo>
                  <a:pt x="243" y="632"/>
                </a:lnTo>
                <a:lnTo>
                  <a:pt x="242" y="631"/>
                </a:lnTo>
                <a:lnTo>
                  <a:pt x="242" y="630"/>
                </a:lnTo>
                <a:lnTo>
                  <a:pt x="242" y="629"/>
                </a:lnTo>
                <a:lnTo>
                  <a:pt x="242" y="628"/>
                </a:lnTo>
                <a:lnTo>
                  <a:pt x="243" y="627"/>
                </a:lnTo>
                <a:lnTo>
                  <a:pt x="244" y="627"/>
                </a:lnTo>
                <a:lnTo>
                  <a:pt x="245" y="627"/>
                </a:lnTo>
                <a:lnTo>
                  <a:pt x="245" y="626"/>
                </a:lnTo>
                <a:lnTo>
                  <a:pt x="246" y="626"/>
                </a:lnTo>
                <a:lnTo>
                  <a:pt x="247" y="626"/>
                </a:lnTo>
                <a:lnTo>
                  <a:pt x="247" y="627"/>
                </a:lnTo>
                <a:lnTo>
                  <a:pt x="248" y="627"/>
                </a:lnTo>
                <a:lnTo>
                  <a:pt x="249" y="626"/>
                </a:lnTo>
                <a:lnTo>
                  <a:pt x="249" y="625"/>
                </a:lnTo>
                <a:lnTo>
                  <a:pt x="250" y="625"/>
                </a:lnTo>
                <a:lnTo>
                  <a:pt x="251" y="625"/>
                </a:lnTo>
                <a:lnTo>
                  <a:pt x="252" y="624"/>
                </a:lnTo>
                <a:lnTo>
                  <a:pt x="253" y="624"/>
                </a:lnTo>
                <a:lnTo>
                  <a:pt x="254" y="624"/>
                </a:lnTo>
                <a:lnTo>
                  <a:pt x="255" y="623"/>
                </a:lnTo>
                <a:lnTo>
                  <a:pt x="255" y="622"/>
                </a:lnTo>
                <a:lnTo>
                  <a:pt x="255" y="621"/>
                </a:lnTo>
                <a:lnTo>
                  <a:pt x="256" y="621"/>
                </a:lnTo>
                <a:lnTo>
                  <a:pt x="257" y="620"/>
                </a:lnTo>
                <a:lnTo>
                  <a:pt x="256" y="619"/>
                </a:lnTo>
                <a:lnTo>
                  <a:pt x="255" y="617"/>
                </a:lnTo>
                <a:lnTo>
                  <a:pt x="254" y="618"/>
                </a:lnTo>
                <a:lnTo>
                  <a:pt x="254" y="617"/>
                </a:lnTo>
                <a:lnTo>
                  <a:pt x="253" y="616"/>
                </a:lnTo>
                <a:lnTo>
                  <a:pt x="254" y="615"/>
                </a:lnTo>
                <a:lnTo>
                  <a:pt x="255" y="615"/>
                </a:lnTo>
                <a:lnTo>
                  <a:pt x="255" y="613"/>
                </a:lnTo>
                <a:lnTo>
                  <a:pt x="256" y="612"/>
                </a:lnTo>
                <a:lnTo>
                  <a:pt x="255" y="612"/>
                </a:lnTo>
                <a:lnTo>
                  <a:pt x="254" y="612"/>
                </a:lnTo>
                <a:lnTo>
                  <a:pt x="253" y="611"/>
                </a:lnTo>
                <a:lnTo>
                  <a:pt x="252" y="609"/>
                </a:lnTo>
                <a:lnTo>
                  <a:pt x="251" y="609"/>
                </a:lnTo>
                <a:lnTo>
                  <a:pt x="249" y="609"/>
                </a:lnTo>
                <a:lnTo>
                  <a:pt x="248" y="608"/>
                </a:lnTo>
                <a:lnTo>
                  <a:pt x="246" y="608"/>
                </a:lnTo>
                <a:lnTo>
                  <a:pt x="245" y="608"/>
                </a:lnTo>
                <a:lnTo>
                  <a:pt x="245" y="607"/>
                </a:lnTo>
                <a:lnTo>
                  <a:pt x="245" y="606"/>
                </a:lnTo>
                <a:lnTo>
                  <a:pt x="246" y="605"/>
                </a:lnTo>
                <a:lnTo>
                  <a:pt x="246" y="604"/>
                </a:lnTo>
                <a:lnTo>
                  <a:pt x="246" y="603"/>
                </a:lnTo>
                <a:lnTo>
                  <a:pt x="247" y="602"/>
                </a:lnTo>
                <a:lnTo>
                  <a:pt x="246" y="601"/>
                </a:lnTo>
                <a:lnTo>
                  <a:pt x="245" y="600"/>
                </a:lnTo>
                <a:lnTo>
                  <a:pt x="244" y="600"/>
                </a:lnTo>
                <a:lnTo>
                  <a:pt x="243" y="599"/>
                </a:lnTo>
                <a:lnTo>
                  <a:pt x="241" y="598"/>
                </a:lnTo>
                <a:lnTo>
                  <a:pt x="240" y="598"/>
                </a:lnTo>
                <a:lnTo>
                  <a:pt x="239" y="597"/>
                </a:lnTo>
                <a:lnTo>
                  <a:pt x="239" y="594"/>
                </a:lnTo>
                <a:lnTo>
                  <a:pt x="239" y="593"/>
                </a:lnTo>
                <a:lnTo>
                  <a:pt x="239" y="592"/>
                </a:lnTo>
                <a:lnTo>
                  <a:pt x="238" y="591"/>
                </a:lnTo>
                <a:lnTo>
                  <a:pt x="236" y="591"/>
                </a:lnTo>
                <a:lnTo>
                  <a:pt x="236" y="590"/>
                </a:lnTo>
                <a:lnTo>
                  <a:pt x="236" y="589"/>
                </a:lnTo>
                <a:lnTo>
                  <a:pt x="235" y="588"/>
                </a:lnTo>
                <a:lnTo>
                  <a:pt x="235" y="587"/>
                </a:lnTo>
                <a:lnTo>
                  <a:pt x="234" y="586"/>
                </a:lnTo>
                <a:lnTo>
                  <a:pt x="233" y="586"/>
                </a:lnTo>
                <a:lnTo>
                  <a:pt x="232" y="585"/>
                </a:lnTo>
                <a:lnTo>
                  <a:pt x="232" y="584"/>
                </a:lnTo>
                <a:lnTo>
                  <a:pt x="231" y="584"/>
                </a:lnTo>
                <a:lnTo>
                  <a:pt x="228" y="583"/>
                </a:lnTo>
                <a:lnTo>
                  <a:pt x="227" y="582"/>
                </a:lnTo>
                <a:lnTo>
                  <a:pt x="228" y="581"/>
                </a:lnTo>
                <a:lnTo>
                  <a:pt x="227" y="581"/>
                </a:lnTo>
                <a:lnTo>
                  <a:pt x="227" y="580"/>
                </a:lnTo>
                <a:lnTo>
                  <a:pt x="226" y="580"/>
                </a:lnTo>
                <a:lnTo>
                  <a:pt x="226" y="581"/>
                </a:lnTo>
                <a:lnTo>
                  <a:pt x="225" y="581"/>
                </a:lnTo>
                <a:lnTo>
                  <a:pt x="224" y="581"/>
                </a:lnTo>
                <a:lnTo>
                  <a:pt x="224" y="579"/>
                </a:lnTo>
                <a:lnTo>
                  <a:pt x="225" y="579"/>
                </a:lnTo>
                <a:lnTo>
                  <a:pt x="225" y="578"/>
                </a:lnTo>
                <a:lnTo>
                  <a:pt x="224" y="577"/>
                </a:lnTo>
                <a:lnTo>
                  <a:pt x="223" y="577"/>
                </a:lnTo>
                <a:lnTo>
                  <a:pt x="222" y="575"/>
                </a:lnTo>
                <a:lnTo>
                  <a:pt x="220" y="574"/>
                </a:lnTo>
                <a:lnTo>
                  <a:pt x="219" y="574"/>
                </a:lnTo>
                <a:lnTo>
                  <a:pt x="217" y="574"/>
                </a:lnTo>
                <a:lnTo>
                  <a:pt x="217" y="573"/>
                </a:lnTo>
                <a:lnTo>
                  <a:pt x="215" y="572"/>
                </a:lnTo>
                <a:lnTo>
                  <a:pt x="215" y="571"/>
                </a:lnTo>
                <a:lnTo>
                  <a:pt x="215" y="570"/>
                </a:lnTo>
                <a:lnTo>
                  <a:pt x="215" y="569"/>
                </a:lnTo>
                <a:lnTo>
                  <a:pt x="214" y="569"/>
                </a:lnTo>
                <a:lnTo>
                  <a:pt x="214" y="568"/>
                </a:lnTo>
                <a:lnTo>
                  <a:pt x="214" y="566"/>
                </a:lnTo>
                <a:lnTo>
                  <a:pt x="214" y="565"/>
                </a:lnTo>
                <a:lnTo>
                  <a:pt x="214" y="562"/>
                </a:lnTo>
                <a:lnTo>
                  <a:pt x="214" y="561"/>
                </a:lnTo>
                <a:lnTo>
                  <a:pt x="214" y="559"/>
                </a:lnTo>
                <a:lnTo>
                  <a:pt x="213" y="559"/>
                </a:lnTo>
                <a:lnTo>
                  <a:pt x="213" y="560"/>
                </a:lnTo>
                <a:lnTo>
                  <a:pt x="212" y="560"/>
                </a:lnTo>
                <a:lnTo>
                  <a:pt x="212" y="561"/>
                </a:lnTo>
                <a:lnTo>
                  <a:pt x="212" y="562"/>
                </a:lnTo>
                <a:lnTo>
                  <a:pt x="211" y="562"/>
                </a:lnTo>
                <a:lnTo>
                  <a:pt x="210" y="563"/>
                </a:lnTo>
                <a:lnTo>
                  <a:pt x="208" y="562"/>
                </a:lnTo>
                <a:lnTo>
                  <a:pt x="205" y="562"/>
                </a:lnTo>
                <a:lnTo>
                  <a:pt x="205" y="563"/>
                </a:lnTo>
                <a:lnTo>
                  <a:pt x="205" y="564"/>
                </a:lnTo>
                <a:lnTo>
                  <a:pt x="204" y="565"/>
                </a:lnTo>
                <a:lnTo>
                  <a:pt x="204" y="566"/>
                </a:lnTo>
                <a:lnTo>
                  <a:pt x="204" y="567"/>
                </a:lnTo>
                <a:lnTo>
                  <a:pt x="204" y="568"/>
                </a:lnTo>
                <a:lnTo>
                  <a:pt x="204" y="569"/>
                </a:lnTo>
                <a:lnTo>
                  <a:pt x="204" y="570"/>
                </a:lnTo>
                <a:lnTo>
                  <a:pt x="203" y="570"/>
                </a:lnTo>
                <a:lnTo>
                  <a:pt x="203" y="571"/>
                </a:lnTo>
                <a:lnTo>
                  <a:pt x="201" y="572"/>
                </a:lnTo>
                <a:lnTo>
                  <a:pt x="200" y="572"/>
                </a:lnTo>
                <a:lnTo>
                  <a:pt x="199" y="572"/>
                </a:lnTo>
                <a:lnTo>
                  <a:pt x="199" y="573"/>
                </a:lnTo>
                <a:lnTo>
                  <a:pt x="199" y="574"/>
                </a:lnTo>
                <a:lnTo>
                  <a:pt x="198" y="575"/>
                </a:lnTo>
                <a:lnTo>
                  <a:pt x="197" y="576"/>
                </a:lnTo>
                <a:lnTo>
                  <a:pt x="198" y="577"/>
                </a:lnTo>
                <a:lnTo>
                  <a:pt x="198" y="579"/>
                </a:lnTo>
                <a:lnTo>
                  <a:pt x="198" y="581"/>
                </a:lnTo>
                <a:lnTo>
                  <a:pt x="197" y="582"/>
                </a:lnTo>
                <a:lnTo>
                  <a:pt x="196" y="583"/>
                </a:lnTo>
                <a:lnTo>
                  <a:pt x="195" y="583"/>
                </a:lnTo>
                <a:lnTo>
                  <a:pt x="195" y="582"/>
                </a:lnTo>
                <a:lnTo>
                  <a:pt x="194" y="582"/>
                </a:lnTo>
                <a:lnTo>
                  <a:pt x="194" y="583"/>
                </a:lnTo>
                <a:lnTo>
                  <a:pt x="194" y="584"/>
                </a:lnTo>
                <a:lnTo>
                  <a:pt x="193" y="585"/>
                </a:lnTo>
                <a:lnTo>
                  <a:pt x="192" y="585"/>
                </a:lnTo>
                <a:lnTo>
                  <a:pt x="192" y="586"/>
                </a:lnTo>
                <a:lnTo>
                  <a:pt x="191" y="586"/>
                </a:lnTo>
                <a:lnTo>
                  <a:pt x="191" y="587"/>
                </a:lnTo>
                <a:lnTo>
                  <a:pt x="191" y="588"/>
                </a:lnTo>
                <a:lnTo>
                  <a:pt x="191" y="589"/>
                </a:lnTo>
                <a:lnTo>
                  <a:pt x="189" y="589"/>
                </a:lnTo>
                <a:lnTo>
                  <a:pt x="187" y="589"/>
                </a:lnTo>
                <a:lnTo>
                  <a:pt x="186" y="589"/>
                </a:lnTo>
                <a:lnTo>
                  <a:pt x="185" y="589"/>
                </a:lnTo>
                <a:lnTo>
                  <a:pt x="185" y="590"/>
                </a:lnTo>
                <a:lnTo>
                  <a:pt x="185" y="591"/>
                </a:lnTo>
                <a:lnTo>
                  <a:pt x="185" y="592"/>
                </a:lnTo>
                <a:lnTo>
                  <a:pt x="185" y="594"/>
                </a:lnTo>
                <a:lnTo>
                  <a:pt x="184" y="595"/>
                </a:lnTo>
                <a:lnTo>
                  <a:pt x="185" y="596"/>
                </a:lnTo>
                <a:lnTo>
                  <a:pt x="186" y="596"/>
                </a:lnTo>
                <a:lnTo>
                  <a:pt x="186" y="597"/>
                </a:lnTo>
                <a:lnTo>
                  <a:pt x="187" y="599"/>
                </a:lnTo>
                <a:lnTo>
                  <a:pt x="186" y="600"/>
                </a:lnTo>
                <a:lnTo>
                  <a:pt x="185" y="600"/>
                </a:lnTo>
                <a:lnTo>
                  <a:pt x="185" y="601"/>
                </a:lnTo>
                <a:lnTo>
                  <a:pt x="186" y="603"/>
                </a:lnTo>
                <a:lnTo>
                  <a:pt x="187" y="603"/>
                </a:lnTo>
                <a:lnTo>
                  <a:pt x="188" y="603"/>
                </a:lnTo>
                <a:lnTo>
                  <a:pt x="188" y="604"/>
                </a:lnTo>
                <a:lnTo>
                  <a:pt x="188" y="605"/>
                </a:lnTo>
                <a:lnTo>
                  <a:pt x="188" y="606"/>
                </a:lnTo>
                <a:lnTo>
                  <a:pt x="187" y="606"/>
                </a:lnTo>
                <a:lnTo>
                  <a:pt x="187" y="607"/>
                </a:lnTo>
                <a:lnTo>
                  <a:pt x="187" y="608"/>
                </a:lnTo>
                <a:lnTo>
                  <a:pt x="186" y="609"/>
                </a:lnTo>
                <a:lnTo>
                  <a:pt x="186" y="610"/>
                </a:lnTo>
                <a:lnTo>
                  <a:pt x="186" y="611"/>
                </a:lnTo>
                <a:lnTo>
                  <a:pt x="186" y="612"/>
                </a:lnTo>
                <a:lnTo>
                  <a:pt x="185" y="613"/>
                </a:lnTo>
                <a:lnTo>
                  <a:pt x="184" y="613"/>
                </a:lnTo>
                <a:lnTo>
                  <a:pt x="185" y="615"/>
                </a:lnTo>
                <a:lnTo>
                  <a:pt x="186" y="615"/>
                </a:lnTo>
                <a:lnTo>
                  <a:pt x="186" y="616"/>
                </a:lnTo>
                <a:lnTo>
                  <a:pt x="187" y="617"/>
                </a:lnTo>
                <a:lnTo>
                  <a:pt x="187" y="618"/>
                </a:lnTo>
                <a:lnTo>
                  <a:pt x="186" y="618"/>
                </a:lnTo>
                <a:lnTo>
                  <a:pt x="185" y="619"/>
                </a:lnTo>
                <a:lnTo>
                  <a:pt x="184" y="621"/>
                </a:lnTo>
                <a:lnTo>
                  <a:pt x="184" y="624"/>
                </a:lnTo>
                <a:lnTo>
                  <a:pt x="184" y="625"/>
                </a:lnTo>
                <a:lnTo>
                  <a:pt x="184" y="627"/>
                </a:lnTo>
                <a:lnTo>
                  <a:pt x="185" y="628"/>
                </a:lnTo>
                <a:lnTo>
                  <a:pt x="185" y="629"/>
                </a:lnTo>
                <a:lnTo>
                  <a:pt x="185" y="630"/>
                </a:lnTo>
                <a:lnTo>
                  <a:pt x="184" y="629"/>
                </a:lnTo>
                <a:lnTo>
                  <a:pt x="184" y="628"/>
                </a:lnTo>
                <a:lnTo>
                  <a:pt x="183" y="627"/>
                </a:lnTo>
                <a:lnTo>
                  <a:pt x="182" y="627"/>
                </a:lnTo>
                <a:lnTo>
                  <a:pt x="181" y="626"/>
                </a:lnTo>
                <a:lnTo>
                  <a:pt x="181" y="625"/>
                </a:lnTo>
                <a:lnTo>
                  <a:pt x="180" y="625"/>
                </a:lnTo>
                <a:lnTo>
                  <a:pt x="180" y="624"/>
                </a:lnTo>
                <a:lnTo>
                  <a:pt x="179" y="624"/>
                </a:lnTo>
                <a:lnTo>
                  <a:pt x="178" y="624"/>
                </a:lnTo>
                <a:lnTo>
                  <a:pt x="178" y="623"/>
                </a:lnTo>
                <a:lnTo>
                  <a:pt x="177" y="622"/>
                </a:lnTo>
                <a:lnTo>
                  <a:pt x="177" y="620"/>
                </a:lnTo>
                <a:lnTo>
                  <a:pt x="176" y="619"/>
                </a:lnTo>
                <a:lnTo>
                  <a:pt x="175" y="619"/>
                </a:lnTo>
                <a:lnTo>
                  <a:pt x="174" y="619"/>
                </a:lnTo>
                <a:lnTo>
                  <a:pt x="174" y="618"/>
                </a:lnTo>
                <a:lnTo>
                  <a:pt x="175" y="618"/>
                </a:lnTo>
                <a:lnTo>
                  <a:pt x="175" y="616"/>
                </a:lnTo>
                <a:lnTo>
                  <a:pt x="175" y="615"/>
                </a:lnTo>
                <a:lnTo>
                  <a:pt x="174" y="615"/>
                </a:lnTo>
                <a:lnTo>
                  <a:pt x="173" y="615"/>
                </a:lnTo>
                <a:lnTo>
                  <a:pt x="172" y="614"/>
                </a:lnTo>
                <a:lnTo>
                  <a:pt x="171" y="613"/>
                </a:lnTo>
                <a:lnTo>
                  <a:pt x="170" y="613"/>
                </a:lnTo>
                <a:lnTo>
                  <a:pt x="170" y="611"/>
                </a:lnTo>
                <a:lnTo>
                  <a:pt x="170" y="610"/>
                </a:lnTo>
                <a:lnTo>
                  <a:pt x="169" y="609"/>
                </a:lnTo>
                <a:lnTo>
                  <a:pt x="168" y="608"/>
                </a:lnTo>
                <a:lnTo>
                  <a:pt x="167" y="606"/>
                </a:lnTo>
                <a:lnTo>
                  <a:pt x="166" y="605"/>
                </a:lnTo>
                <a:lnTo>
                  <a:pt x="165" y="605"/>
                </a:lnTo>
                <a:lnTo>
                  <a:pt x="165" y="603"/>
                </a:lnTo>
                <a:lnTo>
                  <a:pt x="164" y="602"/>
                </a:lnTo>
                <a:lnTo>
                  <a:pt x="164" y="601"/>
                </a:lnTo>
                <a:lnTo>
                  <a:pt x="165" y="601"/>
                </a:lnTo>
                <a:lnTo>
                  <a:pt x="166" y="600"/>
                </a:lnTo>
                <a:lnTo>
                  <a:pt x="165" y="599"/>
                </a:lnTo>
                <a:lnTo>
                  <a:pt x="165" y="598"/>
                </a:lnTo>
                <a:lnTo>
                  <a:pt x="166" y="597"/>
                </a:lnTo>
                <a:lnTo>
                  <a:pt x="166" y="596"/>
                </a:lnTo>
                <a:lnTo>
                  <a:pt x="166" y="595"/>
                </a:lnTo>
                <a:lnTo>
                  <a:pt x="166" y="594"/>
                </a:lnTo>
                <a:lnTo>
                  <a:pt x="165" y="592"/>
                </a:lnTo>
                <a:lnTo>
                  <a:pt x="165" y="590"/>
                </a:lnTo>
                <a:lnTo>
                  <a:pt x="165" y="589"/>
                </a:lnTo>
                <a:lnTo>
                  <a:pt x="164" y="588"/>
                </a:lnTo>
                <a:lnTo>
                  <a:pt x="164" y="587"/>
                </a:lnTo>
                <a:lnTo>
                  <a:pt x="165" y="586"/>
                </a:lnTo>
                <a:lnTo>
                  <a:pt x="165" y="585"/>
                </a:lnTo>
                <a:lnTo>
                  <a:pt x="164" y="585"/>
                </a:lnTo>
                <a:lnTo>
                  <a:pt x="164" y="584"/>
                </a:lnTo>
                <a:lnTo>
                  <a:pt x="165" y="583"/>
                </a:lnTo>
                <a:lnTo>
                  <a:pt x="164" y="582"/>
                </a:lnTo>
                <a:lnTo>
                  <a:pt x="163" y="582"/>
                </a:lnTo>
                <a:lnTo>
                  <a:pt x="163" y="581"/>
                </a:lnTo>
                <a:lnTo>
                  <a:pt x="164" y="581"/>
                </a:lnTo>
                <a:lnTo>
                  <a:pt x="163" y="580"/>
                </a:lnTo>
                <a:lnTo>
                  <a:pt x="162" y="580"/>
                </a:lnTo>
                <a:lnTo>
                  <a:pt x="162" y="579"/>
                </a:lnTo>
                <a:lnTo>
                  <a:pt x="162" y="578"/>
                </a:lnTo>
                <a:lnTo>
                  <a:pt x="161" y="577"/>
                </a:lnTo>
                <a:lnTo>
                  <a:pt x="162" y="577"/>
                </a:lnTo>
                <a:lnTo>
                  <a:pt x="162" y="576"/>
                </a:lnTo>
                <a:lnTo>
                  <a:pt x="161" y="575"/>
                </a:lnTo>
                <a:lnTo>
                  <a:pt x="160" y="574"/>
                </a:lnTo>
                <a:lnTo>
                  <a:pt x="161" y="573"/>
                </a:lnTo>
                <a:lnTo>
                  <a:pt x="161" y="572"/>
                </a:lnTo>
                <a:lnTo>
                  <a:pt x="161" y="571"/>
                </a:lnTo>
                <a:lnTo>
                  <a:pt x="160" y="569"/>
                </a:lnTo>
                <a:lnTo>
                  <a:pt x="160" y="568"/>
                </a:lnTo>
                <a:lnTo>
                  <a:pt x="159" y="568"/>
                </a:lnTo>
                <a:lnTo>
                  <a:pt x="159" y="567"/>
                </a:lnTo>
                <a:lnTo>
                  <a:pt x="160" y="566"/>
                </a:lnTo>
                <a:lnTo>
                  <a:pt x="159" y="565"/>
                </a:lnTo>
                <a:lnTo>
                  <a:pt x="159" y="564"/>
                </a:lnTo>
                <a:lnTo>
                  <a:pt x="158" y="562"/>
                </a:lnTo>
                <a:lnTo>
                  <a:pt x="158" y="561"/>
                </a:lnTo>
                <a:lnTo>
                  <a:pt x="159" y="560"/>
                </a:lnTo>
                <a:lnTo>
                  <a:pt x="158" y="560"/>
                </a:lnTo>
                <a:lnTo>
                  <a:pt x="158" y="559"/>
                </a:lnTo>
                <a:lnTo>
                  <a:pt x="159" y="558"/>
                </a:lnTo>
                <a:lnTo>
                  <a:pt x="159" y="557"/>
                </a:lnTo>
                <a:lnTo>
                  <a:pt x="159" y="556"/>
                </a:lnTo>
                <a:lnTo>
                  <a:pt x="159" y="555"/>
                </a:lnTo>
                <a:lnTo>
                  <a:pt x="160" y="554"/>
                </a:lnTo>
                <a:lnTo>
                  <a:pt x="161" y="552"/>
                </a:lnTo>
                <a:lnTo>
                  <a:pt x="160" y="550"/>
                </a:lnTo>
                <a:lnTo>
                  <a:pt x="161" y="549"/>
                </a:lnTo>
                <a:lnTo>
                  <a:pt x="161" y="548"/>
                </a:lnTo>
                <a:lnTo>
                  <a:pt x="160" y="548"/>
                </a:lnTo>
                <a:lnTo>
                  <a:pt x="160" y="547"/>
                </a:lnTo>
                <a:lnTo>
                  <a:pt x="160" y="546"/>
                </a:lnTo>
                <a:lnTo>
                  <a:pt x="161" y="546"/>
                </a:lnTo>
                <a:lnTo>
                  <a:pt x="160" y="546"/>
                </a:lnTo>
                <a:lnTo>
                  <a:pt x="160" y="545"/>
                </a:lnTo>
                <a:lnTo>
                  <a:pt x="160" y="544"/>
                </a:lnTo>
                <a:lnTo>
                  <a:pt x="160" y="542"/>
                </a:lnTo>
                <a:lnTo>
                  <a:pt x="160" y="541"/>
                </a:lnTo>
                <a:lnTo>
                  <a:pt x="160" y="540"/>
                </a:lnTo>
                <a:lnTo>
                  <a:pt x="160" y="538"/>
                </a:lnTo>
                <a:lnTo>
                  <a:pt x="159" y="537"/>
                </a:lnTo>
                <a:lnTo>
                  <a:pt x="159" y="536"/>
                </a:lnTo>
                <a:lnTo>
                  <a:pt x="159" y="535"/>
                </a:lnTo>
                <a:lnTo>
                  <a:pt x="159" y="534"/>
                </a:lnTo>
                <a:lnTo>
                  <a:pt x="160" y="533"/>
                </a:lnTo>
                <a:lnTo>
                  <a:pt x="159" y="532"/>
                </a:lnTo>
                <a:lnTo>
                  <a:pt x="159" y="531"/>
                </a:lnTo>
                <a:lnTo>
                  <a:pt x="159" y="530"/>
                </a:lnTo>
                <a:lnTo>
                  <a:pt x="159" y="529"/>
                </a:lnTo>
                <a:lnTo>
                  <a:pt x="159" y="528"/>
                </a:lnTo>
                <a:lnTo>
                  <a:pt x="159" y="525"/>
                </a:lnTo>
                <a:lnTo>
                  <a:pt x="159" y="524"/>
                </a:lnTo>
                <a:lnTo>
                  <a:pt x="160" y="523"/>
                </a:lnTo>
                <a:lnTo>
                  <a:pt x="160" y="522"/>
                </a:lnTo>
                <a:lnTo>
                  <a:pt x="159" y="522"/>
                </a:lnTo>
                <a:lnTo>
                  <a:pt x="159" y="521"/>
                </a:lnTo>
                <a:lnTo>
                  <a:pt x="159" y="520"/>
                </a:lnTo>
                <a:lnTo>
                  <a:pt x="159" y="519"/>
                </a:lnTo>
                <a:lnTo>
                  <a:pt x="159" y="518"/>
                </a:lnTo>
                <a:lnTo>
                  <a:pt x="158" y="518"/>
                </a:lnTo>
                <a:lnTo>
                  <a:pt x="158" y="517"/>
                </a:lnTo>
                <a:lnTo>
                  <a:pt x="157" y="516"/>
                </a:lnTo>
                <a:lnTo>
                  <a:pt x="157" y="515"/>
                </a:lnTo>
                <a:lnTo>
                  <a:pt x="157" y="514"/>
                </a:lnTo>
                <a:lnTo>
                  <a:pt x="156" y="513"/>
                </a:lnTo>
                <a:lnTo>
                  <a:pt x="155" y="513"/>
                </a:lnTo>
                <a:lnTo>
                  <a:pt x="155" y="512"/>
                </a:lnTo>
                <a:lnTo>
                  <a:pt x="156" y="511"/>
                </a:lnTo>
                <a:lnTo>
                  <a:pt x="155" y="510"/>
                </a:lnTo>
                <a:lnTo>
                  <a:pt x="155" y="509"/>
                </a:lnTo>
                <a:lnTo>
                  <a:pt x="155" y="505"/>
                </a:lnTo>
                <a:lnTo>
                  <a:pt x="155" y="504"/>
                </a:lnTo>
                <a:lnTo>
                  <a:pt x="155" y="503"/>
                </a:lnTo>
                <a:lnTo>
                  <a:pt x="154" y="501"/>
                </a:lnTo>
                <a:lnTo>
                  <a:pt x="155" y="500"/>
                </a:lnTo>
                <a:lnTo>
                  <a:pt x="155" y="499"/>
                </a:lnTo>
                <a:lnTo>
                  <a:pt x="154" y="499"/>
                </a:lnTo>
                <a:lnTo>
                  <a:pt x="154" y="498"/>
                </a:lnTo>
                <a:lnTo>
                  <a:pt x="155" y="498"/>
                </a:lnTo>
                <a:lnTo>
                  <a:pt x="154" y="497"/>
                </a:lnTo>
                <a:lnTo>
                  <a:pt x="154" y="496"/>
                </a:lnTo>
                <a:lnTo>
                  <a:pt x="154" y="495"/>
                </a:lnTo>
                <a:lnTo>
                  <a:pt x="154" y="494"/>
                </a:lnTo>
                <a:lnTo>
                  <a:pt x="154" y="491"/>
                </a:lnTo>
                <a:lnTo>
                  <a:pt x="153" y="490"/>
                </a:lnTo>
                <a:lnTo>
                  <a:pt x="153" y="489"/>
                </a:lnTo>
                <a:lnTo>
                  <a:pt x="154" y="487"/>
                </a:lnTo>
                <a:lnTo>
                  <a:pt x="154" y="486"/>
                </a:lnTo>
                <a:lnTo>
                  <a:pt x="154" y="485"/>
                </a:lnTo>
                <a:lnTo>
                  <a:pt x="153" y="485"/>
                </a:lnTo>
                <a:lnTo>
                  <a:pt x="152" y="484"/>
                </a:lnTo>
                <a:lnTo>
                  <a:pt x="152" y="483"/>
                </a:lnTo>
                <a:lnTo>
                  <a:pt x="151" y="482"/>
                </a:lnTo>
                <a:lnTo>
                  <a:pt x="150" y="481"/>
                </a:lnTo>
                <a:lnTo>
                  <a:pt x="150" y="480"/>
                </a:lnTo>
                <a:lnTo>
                  <a:pt x="150" y="479"/>
                </a:lnTo>
                <a:lnTo>
                  <a:pt x="149" y="478"/>
                </a:lnTo>
                <a:lnTo>
                  <a:pt x="149" y="477"/>
                </a:lnTo>
                <a:lnTo>
                  <a:pt x="149" y="476"/>
                </a:lnTo>
                <a:lnTo>
                  <a:pt x="148" y="476"/>
                </a:lnTo>
                <a:lnTo>
                  <a:pt x="148" y="475"/>
                </a:lnTo>
                <a:lnTo>
                  <a:pt x="148" y="474"/>
                </a:lnTo>
                <a:lnTo>
                  <a:pt x="149" y="474"/>
                </a:lnTo>
                <a:lnTo>
                  <a:pt x="149" y="473"/>
                </a:lnTo>
                <a:lnTo>
                  <a:pt x="149" y="472"/>
                </a:lnTo>
                <a:lnTo>
                  <a:pt x="149" y="469"/>
                </a:lnTo>
                <a:lnTo>
                  <a:pt x="149" y="468"/>
                </a:lnTo>
                <a:lnTo>
                  <a:pt x="149" y="467"/>
                </a:lnTo>
                <a:lnTo>
                  <a:pt x="150" y="467"/>
                </a:lnTo>
                <a:lnTo>
                  <a:pt x="150" y="466"/>
                </a:lnTo>
                <a:lnTo>
                  <a:pt x="150" y="464"/>
                </a:lnTo>
                <a:lnTo>
                  <a:pt x="150" y="463"/>
                </a:lnTo>
                <a:lnTo>
                  <a:pt x="151" y="462"/>
                </a:lnTo>
                <a:lnTo>
                  <a:pt x="150" y="461"/>
                </a:lnTo>
                <a:lnTo>
                  <a:pt x="150" y="460"/>
                </a:lnTo>
                <a:lnTo>
                  <a:pt x="150" y="459"/>
                </a:lnTo>
                <a:lnTo>
                  <a:pt x="151" y="459"/>
                </a:lnTo>
                <a:lnTo>
                  <a:pt x="151" y="458"/>
                </a:lnTo>
                <a:lnTo>
                  <a:pt x="151" y="456"/>
                </a:lnTo>
                <a:lnTo>
                  <a:pt x="152" y="456"/>
                </a:lnTo>
                <a:lnTo>
                  <a:pt x="152" y="455"/>
                </a:lnTo>
                <a:lnTo>
                  <a:pt x="152" y="454"/>
                </a:lnTo>
                <a:lnTo>
                  <a:pt x="153" y="453"/>
                </a:lnTo>
                <a:lnTo>
                  <a:pt x="153" y="452"/>
                </a:lnTo>
                <a:lnTo>
                  <a:pt x="154" y="452"/>
                </a:lnTo>
                <a:lnTo>
                  <a:pt x="154" y="451"/>
                </a:lnTo>
                <a:lnTo>
                  <a:pt x="154" y="450"/>
                </a:lnTo>
                <a:lnTo>
                  <a:pt x="154" y="449"/>
                </a:lnTo>
                <a:lnTo>
                  <a:pt x="155" y="449"/>
                </a:lnTo>
                <a:lnTo>
                  <a:pt x="155" y="448"/>
                </a:lnTo>
                <a:lnTo>
                  <a:pt x="154" y="448"/>
                </a:lnTo>
                <a:lnTo>
                  <a:pt x="154" y="447"/>
                </a:lnTo>
                <a:lnTo>
                  <a:pt x="154" y="446"/>
                </a:lnTo>
                <a:lnTo>
                  <a:pt x="154" y="445"/>
                </a:lnTo>
                <a:lnTo>
                  <a:pt x="153" y="441"/>
                </a:lnTo>
                <a:lnTo>
                  <a:pt x="153" y="437"/>
                </a:lnTo>
                <a:lnTo>
                  <a:pt x="152" y="436"/>
                </a:lnTo>
                <a:lnTo>
                  <a:pt x="152" y="435"/>
                </a:lnTo>
                <a:lnTo>
                  <a:pt x="153" y="434"/>
                </a:lnTo>
                <a:lnTo>
                  <a:pt x="153" y="433"/>
                </a:lnTo>
                <a:lnTo>
                  <a:pt x="153" y="432"/>
                </a:lnTo>
                <a:lnTo>
                  <a:pt x="152" y="432"/>
                </a:lnTo>
                <a:lnTo>
                  <a:pt x="152" y="431"/>
                </a:lnTo>
                <a:lnTo>
                  <a:pt x="151" y="430"/>
                </a:lnTo>
                <a:lnTo>
                  <a:pt x="150" y="429"/>
                </a:lnTo>
                <a:lnTo>
                  <a:pt x="150" y="428"/>
                </a:lnTo>
                <a:lnTo>
                  <a:pt x="150" y="427"/>
                </a:lnTo>
                <a:lnTo>
                  <a:pt x="150" y="426"/>
                </a:lnTo>
                <a:lnTo>
                  <a:pt x="149" y="426"/>
                </a:lnTo>
                <a:lnTo>
                  <a:pt x="148" y="425"/>
                </a:lnTo>
                <a:lnTo>
                  <a:pt x="148" y="424"/>
                </a:lnTo>
                <a:lnTo>
                  <a:pt x="148" y="423"/>
                </a:lnTo>
                <a:lnTo>
                  <a:pt x="147" y="423"/>
                </a:lnTo>
                <a:lnTo>
                  <a:pt x="147" y="422"/>
                </a:lnTo>
                <a:lnTo>
                  <a:pt x="148" y="421"/>
                </a:lnTo>
                <a:lnTo>
                  <a:pt x="148" y="420"/>
                </a:lnTo>
                <a:lnTo>
                  <a:pt x="148" y="419"/>
                </a:lnTo>
                <a:lnTo>
                  <a:pt x="147" y="418"/>
                </a:lnTo>
                <a:lnTo>
                  <a:pt x="146" y="417"/>
                </a:lnTo>
                <a:lnTo>
                  <a:pt x="146" y="415"/>
                </a:lnTo>
                <a:lnTo>
                  <a:pt x="146" y="414"/>
                </a:lnTo>
                <a:lnTo>
                  <a:pt x="147" y="414"/>
                </a:lnTo>
                <a:lnTo>
                  <a:pt x="148" y="413"/>
                </a:lnTo>
                <a:lnTo>
                  <a:pt x="148" y="412"/>
                </a:lnTo>
                <a:lnTo>
                  <a:pt x="147" y="412"/>
                </a:lnTo>
                <a:lnTo>
                  <a:pt x="147" y="411"/>
                </a:lnTo>
                <a:lnTo>
                  <a:pt x="147" y="410"/>
                </a:lnTo>
                <a:lnTo>
                  <a:pt x="147" y="409"/>
                </a:lnTo>
                <a:lnTo>
                  <a:pt x="147" y="408"/>
                </a:lnTo>
                <a:lnTo>
                  <a:pt x="146" y="407"/>
                </a:lnTo>
                <a:lnTo>
                  <a:pt x="146" y="406"/>
                </a:lnTo>
                <a:lnTo>
                  <a:pt x="147" y="405"/>
                </a:lnTo>
                <a:lnTo>
                  <a:pt x="146" y="405"/>
                </a:lnTo>
                <a:lnTo>
                  <a:pt x="146" y="404"/>
                </a:lnTo>
                <a:lnTo>
                  <a:pt x="146" y="403"/>
                </a:lnTo>
                <a:lnTo>
                  <a:pt x="146" y="402"/>
                </a:lnTo>
                <a:lnTo>
                  <a:pt x="147" y="402"/>
                </a:lnTo>
                <a:lnTo>
                  <a:pt x="147" y="401"/>
                </a:lnTo>
                <a:lnTo>
                  <a:pt x="147" y="400"/>
                </a:lnTo>
                <a:lnTo>
                  <a:pt x="146" y="399"/>
                </a:lnTo>
                <a:lnTo>
                  <a:pt x="146" y="398"/>
                </a:lnTo>
                <a:lnTo>
                  <a:pt x="146" y="397"/>
                </a:lnTo>
                <a:lnTo>
                  <a:pt x="146" y="395"/>
                </a:lnTo>
                <a:lnTo>
                  <a:pt x="146" y="394"/>
                </a:lnTo>
                <a:lnTo>
                  <a:pt x="144" y="392"/>
                </a:lnTo>
                <a:lnTo>
                  <a:pt x="144" y="391"/>
                </a:lnTo>
                <a:lnTo>
                  <a:pt x="144" y="390"/>
                </a:lnTo>
                <a:lnTo>
                  <a:pt x="144" y="389"/>
                </a:lnTo>
                <a:lnTo>
                  <a:pt x="143" y="389"/>
                </a:lnTo>
                <a:lnTo>
                  <a:pt x="143" y="388"/>
                </a:lnTo>
                <a:lnTo>
                  <a:pt x="143" y="387"/>
                </a:lnTo>
                <a:lnTo>
                  <a:pt x="143" y="386"/>
                </a:lnTo>
                <a:lnTo>
                  <a:pt x="143" y="385"/>
                </a:lnTo>
                <a:lnTo>
                  <a:pt x="143" y="384"/>
                </a:lnTo>
                <a:lnTo>
                  <a:pt x="142" y="383"/>
                </a:lnTo>
                <a:lnTo>
                  <a:pt x="143" y="382"/>
                </a:lnTo>
                <a:lnTo>
                  <a:pt x="144" y="381"/>
                </a:lnTo>
                <a:lnTo>
                  <a:pt x="144" y="380"/>
                </a:lnTo>
                <a:lnTo>
                  <a:pt x="143" y="380"/>
                </a:lnTo>
                <a:lnTo>
                  <a:pt x="143" y="379"/>
                </a:lnTo>
                <a:lnTo>
                  <a:pt x="142" y="379"/>
                </a:lnTo>
                <a:lnTo>
                  <a:pt x="142" y="378"/>
                </a:lnTo>
                <a:lnTo>
                  <a:pt x="142" y="377"/>
                </a:lnTo>
                <a:lnTo>
                  <a:pt x="142" y="376"/>
                </a:lnTo>
                <a:lnTo>
                  <a:pt x="142" y="375"/>
                </a:lnTo>
                <a:lnTo>
                  <a:pt x="141" y="374"/>
                </a:lnTo>
                <a:lnTo>
                  <a:pt x="141" y="373"/>
                </a:lnTo>
                <a:lnTo>
                  <a:pt x="140" y="371"/>
                </a:lnTo>
                <a:lnTo>
                  <a:pt x="140" y="370"/>
                </a:lnTo>
                <a:lnTo>
                  <a:pt x="141" y="370"/>
                </a:lnTo>
                <a:lnTo>
                  <a:pt x="142" y="369"/>
                </a:lnTo>
                <a:lnTo>
                  <a:pt x="143" y="369"/>
                </a:lnTo>
                <a:lnTo>
                  <a:pt x="143" y="368"/>
                </a:lnTo>
                <a:lnTo>
                  <a:pt x="143" y="367"/>
                </a:lnTo>
                <a:lnTo>
                  <a:pt x="144" y="367"/>
                </a:lnTo>
                <a:lnTo>
                  <a:pt x="145" y="367"/>
                </a:lnTo>
                <a:lnTo>
                  <a:pt x="146" y="367"/>
                </a:lnTo>
                <a:lnTo>
                  <a:pt x="146" y="366"/>
                </a:lnTo>
                <a:lnTo>
                  <a:pt x="146" y="365"/>
                </a:lnTo>
                <a:lnTo>
                  <a:pt x="145" y="365"/>
                </a:lnTo>
                <a:lnTo>
                  <a:pt x="145" y="364"/>
                </a:lnTo>
                <a:lnTo>
                  <a:pt x="145" y="363"/>
                </a:lnTo>
                <a:lnTo>
                  <a:pt x="145" y="362"/>
                </a:lnTo>
                <a:lnTo>
                  <a:pt x="142" y="361"/>
                </a:lnTo>
                <a:lnTo>
                  <a:pt x="141" y="361"/>
                </a:lnTo>
                <a:lnTo>
                  <a:pt x="140" y="360"/>
                </a:lnTo>
                <a:lnTo>
                  <a:pt x="139" y="359"/>
                </a:lnTo>
                <a:lnTo>
                  <a:pt x="138" y="359"/>
                </a:lnTo>
                <a:lnTo>
                  <a:pt x="138" y="358"/>
                </a:lnTo>
                <a:lnTo>
                  <a:pt x="138" y="357"/>
                </a:lnTo>
                <a:lnTo>
                  <a:pt x="137" y="356"/>
                </a:lnTo>
                <a:lnTo>
                  <a:pt x="136" y="356"/>
                </a:lnTo>
                <a:lnTo>
                  <a:pt x="136" y="355"/>
                </a:lnTo>
                <a:lnTo>
                  <a:pt x="135" y="354"/>
                </a:lnTo>
                <a:lnTo>
                  <a:pt x="134" y="353"/>
                </a:lnTo>
                <a:lnTo>
                  <a:pt x="132" y="352"/>
                </a:lnTo>
                <a:lnTo>
                  <a:pt x="132" y="351"/>
                </a:lnTo>
                <a:lnTo>
                  <a:pt x="131" y="351"/>
                </a:lnTo>
                <a:lnTo>
                  <a:pt x="130" y="351"/>
                </a:lnTo>
                <a:lnTo>
                  <a:pt x="129" y="350"/>
                </a:lnTo>
                <a:lnTo>
                  <a:pt x="129" y="349"/>
                </a:lnTo>
                <a:lnTo>
                  <a:pt x="129" y="348"/>
                </a:lnTo>
                <a:lnTo>
                  <a:pt x="129" y="347"/>
                </a:lnTo>
                <a:lnTo>
                  <a:pt x="129" y="346"/>
                </a:lnTo>
                <a:lnTo>
                  <a:pt x="130" y="346"/>
                </a:lnTo>
                <a:lnTo>
                  <a:pt x="130" y="345"/>
                </a:lnTo>
                <a:lnTo>
                  <a:pt x="131" y="344"/>
                </a:lnTo>
                <a:lnTo>
                  <a:pt x="131" y="343"/>
                </a:lnTo>
                <a:lnTo>
                  <a:pt x="131" y="342"/>
                </a:lnTo>
                <a:lnTo>
                  <a:pt x="131" y="341"/>
                </a:lnTo>
                <a:lnTo>
                  <a:pt x="132" y="340"/>
                </a:lnTo>
                <a:lnTo>
                  <a:pt x="132" y="339"/>
                </a:lnTo>
                <a:lnTo>
                  <a:pt x="131" y="339"/>
                </a:lnTo>
                <a:lnTo>
                  <a:pt x="131" y="338"/>
                </a:lnTo>
                <a:lnTo>
                  <a:pt x="130" y="337"/>
                </a:lnTo>
                <a:lnTo>
                  <a:pt x="129" y="337"/>
                </a:lnTo>
                <a:lnTo>
                  <a:pt x="129" y="336"/>
                </a:lnTo>
                <a:lnTo>
                  <a:pt x="128" y="335"/>
                </a:lnTo>
                <a:lnTo>
                  <a:pt x="127" y="335"/>
                </a:lnTo>
                <a:lnTo>
                  <a:pt x="125" y="334"/>
                </a:lnTo>
                <a:lnTo>
                  <a:pt x="125" y="333"/>
                </a:lnTo>
                <a:lnTo>
                  <a:pt x="125" y="332"/>
                </a:lnTo>
                <a:lnTo>
                  <a:pt x="124" y="331"/>
                </a:lnTo>
                <a:lnTo>
                  <a:pt x="123" y="331"/>
                </a:lnTo>
                <a:lnTo>
                  <a:pt x="123" y="330"/>
                </a:lnTo>
                <a:lnTo>
                  <a:pt x="123" y="327"/>
                </a:lnTo>
                <a:lnTo>
                  <a:pt x="122" y="326"/>
                </a:lnTo>
                <a:lnTo>
                  <a:pt x="121" y="325"/>
                </a:lnTo>
                <a:lnTo>
                  <a:pt x="120" y="324"/>
                </a:lnTo>
                <a:lnTo>
                  <a:pt x="119" y="323"/>
                </a:lnTo>
                <a:lnTo>
                  <a:pt x="118" y="322"/>
                </a:lnTo>
                <a:lnTo>
                  <a:pt x="117" y="321"/>
                </a:lnTo>
                <a:lnTo>
                  <a:pt x="117" y="320"/>
                </a:lnTo>
                <a:lnTo>
                  <a:pt x="116" y="320"/>
                </a:lnTo>
                <a:lnTo>
                  <a:pt x="115" y="320"/>
                </a:lnTo>
                <a:lnTo>
                  <a:pt x="114" y="320"/>
                </a:lnTo>
                <a:lnTo>
                  <a:pt x="113" y="320"/>
                </a:lnTo>
                <a:lnTo>
                  <a:pt x="113" y="319"/>
                </a:lnTo>
                <a:lnTo>
                  <a:pt x="114" y="319"/>
                </a:lnTo>
                <a:lnTo>
                  <a:pt x="115" y="318"/>
                </a:lnTo>
                <a:lnTo>
                  <a:pt x="115" y="317"/>
                </a:lnTo>
                <a:lnTo>
                  <a:pt x="115" y="316"/>
                </a:lnTo>
                <a:lnTo>
                  <a:pt x="115" y="315"/>
                </a:lnTo>
                <a:lnTo>
                  <a:pt x="114" y="315"/>
                </a:lnTo>
                <a:lnTo>
                  <a:pt x="113" y="314"/>
                </a:lnTo>
                <a:lnTo>
                  <a:pt x="113" y="312"/>
                </a:lnTo>
                <a:lnTo>
                  <a:pt x="113" y="311"/>
                </a:lnTo>
                <a:lnTo>
                  <a:pt x="114" y="311"/>
                </a:lnTo>
                <a:lnTo>
                  <a:pt x="114" y="309"/>
                </a:lnTo>
                <a:lnTo>
                  <a:pt x="115" y="307"/>
                </a:lnTo>
                <a:lnTo>
                  <a:pt x="115" y="306"/>
                </a:lnTo>
                <a:lnTo>
                  <a:pt x="115" y="305"/>
                </a:lnTo>
                <a:lnTo>
                  <a:pt x="116" y="305"/>
                </a:lnTo>
                <a:lnTo>
                  <a:pt x="116" y="304"/>
                </a:lnTo>
                <a:lnTo>
                  <a:pt x="117" y="304"/>
                </a:lnTo>
                <a:lnTo>
                  <a:pt x="118" y="304"/>
                </a:lnTo>
                <a:lnTo>
                  <a:pt x="119" y="304"/>
                </a:lnTo>
                <a:lnTo>
                  <a:pt x="120" y="305"/>
                </a:lnTo>
                <a:lnTo>
                  <a:pt x="121" y="305"/>
                </a:lnTo>
                <a:lnTo>
                  <a:pt x="122" y="306"/>
                </a:lnTo>
                <a:lnTo>
                  <a:pt x="123" y="307"/>
                </a:lnTo>
                <a:lnTo>
                  <a:pt x="123" y="308"/>
                </a:lnTo>
                <a:lnTo>
                  <a:pt x="124" y="308"/>
                </a:lnTo>
                <a:lnTo>
                  <a:pt x="124" y="309"/>
                </a:lnTo>
                <a:lnTo>
                  <a:pt x="125" y="309"/>
                </a:lnTo>
                <a:lnTo>
                  <a:pt x="125" y="310"/>
                </a:lnTo>
                <a:lnTo>
                  <a:pt x="125" y="311"/>
                </a:lnTo>
                <a:lnTo>
                  <a:pt x="126" y="311"/>
                </a:lnTo>
                <a:lnTo>
                  <a:pt x="126" y="312"/>
                </a:lnTo>
                <a:lnTo>
                  <a:pt x="127" y="312"/>
                </a:lnTo>
                <a:lnTo>
                  <a:pt x="128" y="313"/>
                </a:lnTo>
                <a:lnTo>
                  <a:pt x="129" y="313"/>
                </a:lnTo>
                <a:lnTo>
                  <a:pt x="129" y="312"/>
                </a:lnTo>
                <a:lnTo>
                  <a:pt x="130" y="312"/>
                </a:lnTo>
                <a:lnTo>
                  <a:pt x="131" y="311"/>
                </a:lnTo>
                <a:lnTo>
                  <a:pt x="131" y="310"/>
                </a:lnTo>
                <a:lnTo>
                  <a:pt x="132" y="309"/>
                </a:lnTo>
                <a:lnTo>
                  <a:pt x="132" y="308"/>
                </a:lnTo>
                <a:lnTo>
                  <a:pt x="132" y="307"/>
                </a:lnTo>
                <a:lnTo>
                  <a:pt x="133" y="306"/>
                </a:lnTo>
                <a:lnTo>
                  <a:pt x="134" y="306"/>
                </a:lnTo>
                <a:lnTo>
                  <a:pt x="134" y="305"/>
                </a:lnTo>
                <a:lnTo>
                  <a:pt x="135" y="304"/>
                </a:lnTo>
                <a:lnTo>
                  <a:pt x="136" y="304"/>
                </a:lnTo>
                <a:lnTo>
                  <a:pt x="136" y="303"/>
                </a:lnTo>
                <a:lnTo>
                  <a:pt x="137" y="303"/>
                </a:lnTo>
                <a:lnTo>
                  <a:pt x="137" y="302"/>
                </a:lnTo>
                <a:lnTo>
                  <a:pt x="138" y="301"/>
                </a:lnTo>
                <a:lnTo>
                  <a:pt x="139" y="300"/>
                </a:lnTo>
                <a:lnTo>
                  <a:pt x="138" y="300"/>
                </a:lnTo>
                <a:lnTo>
                  <a:pt x="138" y="299"/>
                </a:lnTo>
                <a:lnTo>
                  <a:pt x="137" y="298"/>
                </a:lnTo>
                <a:lnTo>
                  <a:pt x="136" y="297"/>
                </a:lnTo>
                <a:lnTo>
                  <a:pt x="135" y="297"/>
                </a:lnTo>
                <a:lnTo>
                  <a:pt x="135" y="296"/>
                </a:lnTo>
                <a:lnTo>
                  <a:pt x="135" y="295"/>
                </a:lnTo>
                <a:lnTo>
                  <a:pt x="134" y="294"/>
                </a:lnTo>
                <a:lnTo>
                  <a:pt x="133" y="294"/>
                </a:lnTo>
                <a:lnTo>
                  <a:pt x="132" y="293"/>
                </a:lnTo>
                <a:lnTo>
                  <a:pt x="131" y="292"/>
                </a:lnTo>
                <a:lnTo>
                  <a:pt x="130" y="291"/>
                </a:lnTo>
                <a:lnTo>
                  <a:pt x="130" y="290"/>
                </a:lnTo>
                <a:lnTo>
                  <a:pt x="127" y="289"/>
                </a:lnTo>
                <a:lnTo>
                  <a:pt x="126" y="289"/>
                </a:lnTo>
                <a:lnTo>
                  <a:pt x="126" y="288"/>
                </a:lnTo>
                <a:lnTo>
                  <a:pt x="123" y="286"/>
                </a:lnTo>
                <a:lnTo>
                  <a:pt x="122" y="285"/>
                </a:lnTo>
                <a:lnTo>
                  <a:pt x="122" y="284"/>
                </a:lnTo>
                <a:lnTo>
                  <a:pt x="120" y="282"/>
                </a:lnTo>
                <a:lnTo>
                  <a:pt x="118" y="281"/>
                </a:lnTo>
                <a:lnTo>
                  <a:pt x="117" y="280"/>
                </a:lnTo>
                <a:lnTo>
                  <a:pt x="117" y="279"/>
                </a:lnTo>
                <a:lnTo>
                  <a:pt x="116" y="279"/>
                </a:lnTo>
                <a:lnTo>
                  <a:pt x="116" y="278"/>
                </a:lnTo>
                <a:lnTo>
                  <a:pt x="115" y="278"/>
                </a:lnTo>
                <a:lnTo>
                  <a:pt x="114" y="278"/>
                </a:lnTo>
                <a:lnTo>
                  <a:pt x="113" y="277"/>
                </a:lnTo>
                <a:lnTo>
                  <a:pt x="113" y="276"/>
                </a:lnTo>
                <a:lnTo>
                  <a:pt x="112" y="275"/>
                </a:lnTo>
                <a:lnTo>
                  <a:pt x="112" y="274"/>
                </a:lnTo>
                <a:lnTo>
                  <a:pt x="111" y="274"/>
                </a:lnTo>
                <a:lnTo>
                  <a:pt x="111" y="273"/>
                </a:lnTo>
                <a:lnTo>
                  <a:pt x="110" y="273"/>
                </a:lnTo>
                <a:lnTo>
                  <a:pt x="109" y="272"/>
                </a:lnTo>
                <a:lnTo>
                  <a:pt x="109" y="271"/>
                </a:lnTo>
                <a:lnTo>
                  <a:pt x="109" y="270"/>
                </a:lnTo>
                <a:lnTo>
                  <a:pt x="108" y="269"/>
                </a:lnTo>
                <a:lnTo>
                  <a:pt x="109" y="269"/>
                </a:lnTo>
                <a:lnTo>
                  <a:pt x="109" y="268"/>
                </a:lnTo>
                <a:lnTo>
                  <a:pt x="108" y="268"/>
                </a:lnTo>
                <a:lnTo>
                  <a:pt x="108" y="267"/>
                </a:lnTo>
                <a:lnTo>
                  <a:pt x="108" y="266"/>
                </a:lnTo>
                <a:lnTo>
                  <a:pt x="108" y="265"/>
                </a:lnTo>
                <a:lnTo>
                  <a:pt x="107" y="266"/>
                </a:lnTo>
                <a:lnTo>
                  <a:pt x="106" y="265"/>
                </a:lnTo>
                <a:lnTo>
                  <a:pt x="105" y="263"/>
                </a:lnTo>
                <a:lnTo>
                  <a:pt x="104" y="261"/>
                </a:lnTo>
                <a:lnTo>
                  <a:pt x="103" y="260"/>
                </a:lnTo>
                <a:lnTo>
                  <a:pt x="102" y="259"/>
                </a:lnTo>
                <a:lnTo>
                  <a:pt x="101" y="259"/>
                </a:lnTo>
                <a:lnTo>
                  <a:pt x="100" y="259"/>
                </a:lnTo>
                <a:lnTo>
                  <a:pt x="100" y="258"/>
                </a:lnTo>
                <a:lnTo>
                  <a:pt x="101" y="257"/>
                </a:lnTo>
                <a:lnTo>
                  <a:pt x="100" y="257"/>
                </a:lnTo>
                <a:lnTo>
                  <a:pt x="99" y="256"/>
                </a:lnTo>
                <a:lnTo>
                  <a:pt x="99" y="255"/>
                </a:lnTo>
                <a:lnTo>
                  <a:pt x="98" y="255"/>
                </a:lnTo>
                <a:lnTo>
                  <a:pt x="99" y="254"/>
                </a:lnTo>
                <a:lnTo>
                  <a:pt x="97" y="254"/>
                </a:lnTo>
                <a:lnTo>
                  <a:pt x="96" y="254"/>
                </a:lnTo>
                <a:lnTo>
                  <a:pt x="96" y="253"/>
                </a:lnTo>
                <a:lnTo>
                  <a:pt x="96" y="252"/>
                </a:lnTo>
                <a:lnTo>
                  <a:pt x="97" y="252"/>
                </a:lnTo>
                <a:lnTo>
                  <a:pt x="97" y="251"/>
                </a:lnTo>
                <a:lnTo>
                  <a:pt x="96" y="251"/>
                </a:lnTo>
                <a:lnTo>
                  <a:pt x="96" y="250"/>
                </a:lnTo>
                <a:lnTo>
                  <a:pt x="96" y="249"/>
                </a:lnTo>
                <a:lnTo>
                  <a:pt x="96" y="248"/>
                </a:lnTo>
                <a:lnTo>
                  <a:pt x="95" y="248"/>
                </a:lnTo>
                <a:lnTo>
                  <a:pt x="95" y="247"/>
                </a:lnTo>
                <a:lnTo>
                  <a:pt x="95" y="246"/>
                </a:lnTo>
                <a:lnTo>
                  <a:pt x="96" y="245"/>
                </a:lnTo>
                <a:lnTo>
                  <a:pt x="97" y="245"/>
                </a:lnTo>
                <a:lnTo>
                  <a:pt x="98" y="244"/>
                </a:lnTo>
                <a:lnTo>
                  <a:pt x="98" y="243"/>
                </a:lnTo>
                <a:lnTo>
                  <a:pt x="97" y="243"/>
                </a:lnTo>
                <a:lnTo>
                  <a:pt x="97" y="242"/>
                </a:lnTo>
                <a:lnTo>
                  <a:pt x="97" y="241"/>
                </a:lnTo>
                <a:lnTo>
                  <a:pt x="98" y="241"/>
                </a:lnTo>
                <a:lnTo>
                  <a:pt x="98" y="239"/>
                </a:lnTo>
                <a:lnTo>
                  <a:pt x="97" y="239"/>
                </a:lnTo>
                <a:lnTo>
                  <a:pt x="97" y="238"/>
                </a:lnTo>
                <a:lnTo>
                  <a:pt x="98" y="238"/>
                </a:lnTo>
                <a:lnTo>
                  <a:pt x="98" y="237"/>
                </a:lnTo>
                <a:lnTo>
                  <a:pt x="97" y="237"/>
                </a:lnTo>
                <a:lnTo>
                  <a:pt x="98" y="237"/>
                </a:lnTo>
                <a:lnTo>
                  <a:pt x="98" y="236"/>
                </a:lnTo>
                <a:lnTo>
                  <a:pt x="98" y="235"/>
                </a:lnTo>
                <a:lnTo>
                  <a:pt x="97" y="235"/>
                </a:lnTo>
                <a:lnTo>
                  <a:pt x="96" y="235"/>
                </a:lnTo>
                <a:lnTo>
                  <a:pt x="96" y="234"/>
                </a:lnTo>
                <a:lnTo>
                  <a:pt x="95" y="234"/>
                </a:lnTo>
                <a:lnTo>
                  <a:pt x="95" y="233"/>
                </a:lnTo>
                <a:lnTo>
                  <a:pt x="95" y="232"/>
                </a:lnTo>
                <a:lnTo>
                  <a:pt x="94" y="231"/>
                </a:lnTo>
                <a:lnTo>
                  <a:pt x="94" y="230"/>
                </a:lnTo>
                <a:lnTo>
                  <a:pt x="93" y="230"/>
                </a:lnTo>
                <a:lnTo>
                  <a:pt x="92" y="229"/>
                </a:lnTo>
                <a:lnTo>
                  <a:pt x="91" y="228"/>
                </a:lnTo>
                <a:lnTo>
                  <a:pt x="91" y="227"/>
                </a:lnTo>
                <a:lnTo>
                  <a:pt x="90" y="227"/>
                </a:lnTo>
                <a:lnTo>
                  <a:pt x="88" y="225"/>
                </a:lnTo>
                <a:lnTo>
                  <a:pt x="87" y="225"/>
                </a:lnTo>
                <a:lnTo>
                  <a:pt x="87" y="224"/>
                </a:lnTo>
                <a:lnTo>
                  <a:pt x="86" y="224"/>
                </a:lnTo>
                <a:lnTo>
                  <a:pt x="86" y="223"/>
                </a:lnTo>
                <a:lnTo>
                  <a:pt x="85" y="222"/>
                </a:lnTo>
                <a:lnTo>
                  <a:pt x="85" y="221"/>
                </a:lnTo>
                <a:lnTo>
                  <a:pt x="85" y="220"/>
                </a:lnTo>
                <a:lnTo>
                  <a:pt x="84" y="220"/>
                </a:lnTo>
                <a:lnTo>
                  <a:pt x="84" y="219"/>
                </a:lnTo>
                <a:lnTo>
                  <a:pt x="84" y="218"/>
                </a:lnTo>
                <a:lnTo>
                  <a:pt x="83" y="218"/>
                </a:lnTo>
                <a:lnTo>
                  <a:pt x="83" y="217"/>
                </a:lnTo>
                <a:lnTo>
                  <a:pt x="83" y="216"/>
                </a:lnTo>
                <a:lnTo>
                  <a:pt x="82" y="215"/>
                </a:lnTo>
                <a:lnTo>
                  <a:pt x="81" y="214"/>
                </a:lnTo>
                <a:lnTo>
                  <a:pt x="81" y="213"/>
                </a:lnTo>
                <a:lnTo>
                  <a:pt x="80" y="213"/>
                </a:lnTo>
                <a:lnTo>
                  <a:pt x="79" y="213"/>
                </a:lnTo>
                <a:lnTo>
                  <a:pt x="79" y="212"/>
                </a:lnTo>
                <a:lnTo>
                  <a:pt x="79" y="211"/>
                </a:lnTo>
                <a:lnTo>
                  <a:pt x="79" y="210"/>
                </a:lnTo>
                <a:lnTo>
                  <a:pt x="80" y="210"/>
                </a:lnTo>
                <a:lnTo>
                  <a:pt x="79" y="209"/>
                </a:lnTo>
                <a:lnTo>
                  <a:pt x="79" y="208"/>
                </a:lnTo>
                <a:lnTo>
                  <a:pt x="79" y="207"/>
                </a:lnTo>
                <a:lnTo>
                  <a:pt x="78" y="204"/>
                </a:lnTo>
                <a:lnTo>
                  <a:pt x="78" y="203"/>
                </a:lnTo>
                <a:lnTo>
                  <a:pt x="78" y="202"/>
                </a:lnTo>
                <a:lnTo>
                  <a:pt x="79" y="202"/>
                </a:lnTo>
                <a:lnTo>
                  <a:pt x="79" y="201"/>
                </a:lnTo>
                <a:lnTo>
                  <a:pt x="78" y="201"/>
                </a:lnTo>
                <a:lnTo>
                  <a:pt x="77" y="201"/>
                </a:lnTo>
                <a:lnTo>
                  <a:pt x="77" y="200"/>
                </a:lnTo>
                <a:lnTo>
                  <a:pt x="76" y="200"/>
                </a:lnTo>
                <a:lnTo>
                  <a:pt x="75" y="199"/>
                </a:lnTo>
                <a:lnTo>
                  <a:pt x="74" y="198"/>
                </a:lnTo>
                <a:lnTo>
                  <a:pt x="73" y="198"/>
                </a:lnTo>
                <a:lnTo>
                  <a:pt x="72" y="198"/>
                </a:lnTo>
                <a:lnTo>
                  <a:pt x="71" y="198"/>
                </a:lnTo>
                <a:lnTo>
                  <a:pt x="71" y="197"/>
                </a:lnTo>
                <a:lnTo>
                  <a:pt x="70" y="197"/>
                </a:lnTo>
                <a:lnTo>
                  <a:pt x="70" y="196"/>
                </a:lnTo>
                <a:lnTo>
                  <a:pt x="70" y="195"/>
                </a:lnTo>
                <a:lnTo>
                  <a:pt x="70" y="196"/>
                </a:lnTo>
                <a:lnTo>
                  <a:pt x="69" y="196"/>
                </a:lnTo>
                <a:lnTo>
                  <a:pt x="68" y="196"/>
                </a:lnTo>
                <a:lnTo>
                  <a:pt x="68" y="195"/>
                </a:lnTo>
                <a:lnTo>
                  <a:pt x="67" y="196"/>
                </a:lnTo>
                <a:lnTo>
                  <a:pt x="66" y="195"/>
                </a:lnTo>
                <a:lnTo>
                  <a:pt x="65" y="194"/>
                </a:lnTo>
                <a:lnTo>
                  <a:pt x="66" y="194"/>
                </a:lnTo>
                <a:lnTo>
                  <a:pt x="65" y="194"/>
                </a:lnTo>
                <a:lnTo>
                  <a:pt x="64" y="194"/>
                </a:lnTo>
                <a:lnTo>
                  <a:pt x="64" y="193"/>
                </a:lnTo>
                <a:lnTo>
                  <a:pt x="63" y="193"/>
                </a:lnTo>
                <a:lnTo>
                  <a:pt x="62" y="193"/>
                </a:lnTo>
                <a:lnTo>
                  <a:pt x="62" y="192"/>
                </a:lnTo>
                <a:lnTo>
                  <a:pt x="61" y="191"/>
                </a:lnTo>
                <a:lnTo>
                  <a:pt x="61" y="190"/>
                </a:lnTo>
                <a:lnTo>
                  <a:pt x="60" y="190"/>
                </a:lnTo>
                <a:lnTo>
                  <a:pt x="59" y="190"/>
                </a:lnTo>
                <a:lnTo>
                  <a:pt x="58" y="189"/>
                </a:lnTo>
                <a:lnTo>
                  <a:pt x="57" y="189"/>
                </a:lnTo>
                <a:lnTo>
                  <a:pt x="57" y="188"/>
                </a:lnTo>
                <a:lnTo>
                  <a:pt x="56" y="188"/>
                </a:lnTo>
                <a:lnTo>
                  <a:pt x="55" y="189"/>
                </a:lnTo>
                <a:lnTo>
                  <a:pt x="55" y="188"/>
                </a:lnTo>
                <a:lnTo>
                  <a:pt x="54" y="188"/>
                </a:lnTo>
                <a:lnTo>
                  <a:pt x="54" y="187"/>
                </a:lnTo>
                <a:lnTo>
                  <a:pt x="53" y="187"/>
                </a:lnTo>
                <a:lnTo>
                  <a:pt x="52" y="187"/>
                </a:lnTo>
                <a:lnTo>
                  <a:pt x="51" y="187"/>
                </a:lnTo>
                <a:lnTo>
                  <a:pt x="51" y="186"/>
                </a:lnTo>
                <a:lnTo>
                  <a:pt x="50" y="186"/>
                </a:lnTo>
                <a:lnTo>
                  <a:pt x="50" y="187"/>
                </a:lnTo>
                <a:lnTo>
                  <a:pt x="48" y="187"/>
                </a:lnTo>
                <a:lnTo>
                  <a:pt x="48" y="186"/>
                </a:lnTo>
                <a:lnTo>
                  <a:pt x="47" y="186"/>
                </a:lnTo>
                <a:lnTo>
                  <a:pt x="46" y="186"/>
                </a:lnTo>
                <a:lnTo>
                  <a:pt x="45" y="186"/>
                </a:lnTo>
                <a:lnTo>
                  <a:pt x="45" y="185"/>
                </a:lnTo>
                <a:lnTo>
                  <a:pt x="44" y="185"/>
                </a:lnTo>
                <a:lnTo>
                  <a:pt x="43" y="185"/>
                </a:lnTo>
                <a:lnTo>
                  <a:pt x="42" y="185"/>
                </a:lnTo>
                <a:lnTo>
                  <a:pt x="41" y="185"/>
                </a:lnTo>
                <a:lnTo>
                  <a:pt x="41" y="184"/>
                </a:lnTo>
                <a:lnTo>
                  <a:pt x="41" y="183"/>
                </a:lnTo>
                <a:lnTo>
                  <a:pt x="40" y="183"/>
                </a:lnTo>
                <a:lnTo>
                  <a:pt x="39" y="183"/>
                </a:lnTo>
                <a:lnTo>
                  <a:pt x="39" y="184"/>
                </a:lnTo>
                <a:lnTo>
                  <a:pt x="38" y="183"/>
                </a:lnTo>
                <a:lnTo>
                  <a:pt x="38" y="182"/>
                </a:lnTo>
                <a:lnTo>
                  <a:pt x="37" y="182"/>
                </a:lnTo>
                <a:lnTo>
                  <a:pt x="36" y="182"/>
                </a:lnTo>
                <a:lnTo>
                  <a:pt x="35" y="183"/>
                </a:lnTo>
                <a:lnTo>
                  <a:pt x="35" y="182"/>
                </a:lnTo>
                <a:lnTo>
                  <a:pt x="34" y="182"/>
                </a:lnTo>
                <a:lnTo>
                  <a:pt x="33" y="182"/>
                </a:lnTo>
                <a:lnTo>
                  <a:pt x="32" y="182"/>
                </a:lnTo>
                <a:lnTo>
                  <a:pt x="32" y="181"/>
                </a:lnTo>
                <a:lnTo>
                  <a:pt x="31" y="181"/>
                </a:lnTo>
                <a:lnTo>
                  <a:pt x="30" y="180"/>
                </a:lnTo>
                <a:lnTo>
                  <a:pt x="29" y="180"/>
                </a:lnTo>
                <a:lnTo>
                  <a:pt x="29" y="179"/>
                </a:lnTo>
                <a:lnTo>
                  <a:pt x="28" y="179"/>
                </a:lnTo>
                <a:lnTo>
                  <a:pt x="27" y="178"/>
                </a:lnTo>
                <a:lnTo>
                  <a:pt x="26" y="178"/>
                </a:lnTo>
                <a:lnTo>
                  <a:pt x="26" y="177"/>
                </a:lnTo>
                <a:lnTo>
                  <a:pt x="26" y="178"/>
                </a:lnTo>
                <a:lnTo>
                  <a:pt x="25" y="178"/>
                </a:lnTo>
                <a:lnTo>
                  <a:pt x="25" y="177"/>
                </a:lnTo>
                <a:lnTo>
                  <a:pt x="24" y="177"/>
                </a:lnTo>
                <a:lnTo>
                  <a:pt x="24" y="176"/>
                </a:lnTo>
                <a:lnTo>
                  <a:pt x="24" y="175"/>
                </a:lnTo>
                <a:lnTo>
                  <a:pt x="24" y="174"/>
                </a:lnTo>
                <a:lnTo>
                  <a:pt x="23" y="173"/>
                </a:lnTo>
                <a:lnTo>
                  <a:pt x="22" y="174"/>
                </a:lnTo>
                <a:lnTo>
                  <a:pt x="21" y="174"/>
                </a:lnTo>
                <a:lnTo>
                  <a:pt x="21" y="173"/>
                </a:lnTo>
                <a:lnTo>
                  <a:pt x="20" y="173"/>
                </a:lnTo>
                <a:lnTo>
                  <a:pt x="19" y="173"/>
                </a:lnTo>
                <a:lnTo>
                  <a:pt x="18" y="173"/>
                </a:lnTo>
                <a:lnTo>
                  <a:pt x="17" y="172"/>
                </a:lnTo>
                <a:lnTo>
                  <a:pt x="17" y="171"/>
                </a:lnTo>
                <a:lnTo>
                  <a:pt x="16" y="171"/>
                </a:lnTo>
                <a:lnTo>
                  <a:pt x="16" y="172"/>
                </a:lnTo>
                <a:lnTo>
                  <a:pt x="15" y="171"/>
                </a:lnTo>
                <a:lnTo>
                  <a:pt x="15" y="170"/>
                </a:lnTo>
                <a:lnTo>
                  <a:pt x="14" y="170"/>
                </a:lnTo>
                <a:lnTo>
                  <a:pt x="13" y="170"/>
                </a:lnTo>
                <a:lnTo>
                  <a:pt x="12" y="170"/>
                </a:lnTo>
                <a:lnTo>
                  <a:pt x="12" y="169"/>
                </a:lnTo>
                <a:lnTo>
                  <a:pt x="12" y="168"/>
                </a:lnTo>
                <a:lnTo>
                  <a:pt x="11" y="168"/>
                </a:lnTo>
                <a:lnTo>
                  <a:pt x="10" y="167"/>
                </a:lnTo>
                <a:lnTo>
                  <a:pt x="9" y="166"/>
                </a:lnTo>
                <a:lnTo>
                  <a:pt x="8" y="165"/>
                </a:lnTo>
                <a:lnTo>
                  <a:pt x="7" y="165"/>
                </a:lnTo>
                <a:lnTo>
                  <a:pt x="7" y="164"/>
                </a:lnTo>
                <a:lnTo>
                  <a:pt x="7" y="163"/>
                </a:lnTo>
                <a:lnTo>
                  <a:pt x="7" y="162"/>
                </a:lnTo>
                <a:lnTo>
                  <a:pt x="6" y="162"/>
                </a:lnTo>
                <a:lnTo>
                  <a:pt x="6" y="161"/>
                </a:lnTo>
                <a:lnTo>
                  <a:pt x="5" y="159"/>
                </a:lnTo>
                <a:lnTo>
                  <a:pt x="5" y="158"/>
                </a:lnTo>
                <a:lnTo>
                  <a:pt x="4" y="158"/>
                </a:lnTo>
                <a:lnTo>
                  <a:pt x="4" y="157"/>
                </a:lnTo>
                <a:lnTo>
                  <a:pt x="3" y="157"/>
                </a:lnTo>
                <a:lnTo>
                  <a:pt x="3" y="156"/>
                </a:lnTo>
                <a:lnTo>
                  <a:pt x="3" y="155"/>
                </a:lnTo>
                <a:lnTo>
                  <a:pt x="3" y="154"/>
                </a:lnTo>
                <a:lnTo>
                  <a:pt x="3" y="153"/>
                </a:lnTo>
                <a:lnTo>
                  <a:pt x="3" y="152"/>
                </a:lnTo>
                <a:lnTo>
                  <a:pt x="4" y="152"/>
                </a:lnTo>
                <a:lnTo>
                  <a:pt x="4" y="151"/>
                </a:lnTo>
                <a:lnTo>
                  <a:pt x="4" y="150"/>
                </a:lnTo>
                <a:lnTo>
                  <a:pt x="3" y="149"/>
                </a:lnTo>
                <a:lnTo>
                  <a:pt x="4" y="148"/>
                </a:lnTo>
                <a:lnTo>
                  <a:pt x="3" y="148"/>
                </a:lnTo>
                <a:lnTo>
                  <a:pt x="2" y="147"/>
                </a:lnTo>
                <a:lnTo>
                  <a:pt x="3" y="147"/>
                </a:lnTo>
                <a:lnTo>
                  <a:pt x="3" y="146"/>
                </a:lnTo>
                <a:lnTo>
                  <a:pt x="2" y="146"/>
                </a:lnTo>
                <a:lnTo>
                  <a:pt x="1" y="146"/>
                </a:lnTo>
                <a:lnTo>
                  <a:pt x="0" y="145"/>
                </a:lnTo>
                <a:lnTo>
                  <a:pt x="0" y="144"/>
                </a:lnTo>
                <a:lnTo>
                  <a:pt x="1" y="144"/>
                </a:lnTo>
                <a:lnTo>
                  <a:pt x="1" y="143"/>
                </a:lnTo>
                <a:lnTo>
                  <a:pt x="1" y="142"/>
                </a:lnTo>
                <a:lnTo>
                  <a:pt x="2" y="142"/>
                </a:lnTo>
                <a:lnTo>
                  <a:pt x="1" y="141"/>
                </a:lnTo>
                <a:lnTo>
                  <a:pt x="1" y="140"/>
                </a:lnTo>
                <a:lnTo>
                  <a:pt x="1" y="139"/>
                </a:lnTo>
                <a:lnTo>
                  <a:pt x="2" y="139"/>
                </a:lnTo>
                <a:lnTo>
                  <a:pt x="3" y="139"/>
                </a:lnTo>
                <a:lnTo>
                  <a:pt x="4" y="139"/>
                </a:lnTo>
                <a:lnTo>
                  <a:pt x="4" y="138"/>
                </a:lnTo>
                <a:lnTo>
                  <a:pt x="5" y="138"/>
                </a:lnTo>
                <a:lnTo>
                  <a:pt x="6" y="138"/>
                </a:lnTo>
                <a:lnTo>
                  <a:pt x="6" y="137"/>
                </a:lnTo>
                <a:lnTo>
                  <a:pt x="7" y="137"/>
                </a:lnTo>
                <a:lnTo>
                  <a:pt x="8" y="137"/>
                </a:lnTo>
                <a:lnTo>
                  <a:pt x="9" y="137"/>
                </a:lnTo>
                <a:lnTo>
                  <a:pt x="10" y="137"/>
                </a:lnTo>
                <a:lnTo>
                  <a:pt x="11" y="137"/>
                </a:lnTo>
                <a:lnTo>
                  <a:pt x="12" y="136"/>
                </a:lnTo>
                <a:lnTo>
                  <a:pt x="13" y="136"/>
                </a:lnTo>
                <a:lnTo>
                  <a:pt x="14" y="136"/>
                </a:lnTo>
                <a:lnTo>
                  <a:pt x="15" y="136"/>
                </a:lnTo>
                <a:lnTo>
                  <a:pt x="16" y="135"/>
                </a:lnTo>
                <a:lnTo>
                  <a:pt x="15" y="135"/>
                </a:lnTo>
                <a:lnTo>
                  <a:pt x="14" y="133"/>
                </a:lnTo>
                <a:lnTo>
                  <a:pt x="14" y="132"/>
                </a:lnTo>
                <a:lnTo>
                  <a:pt x="15" y="132"/>
                </a:lnTo>
                <a:lnTo>
                  <a:pt x="16" y="132"/>
                </a:lnTo>
                <a:lnTo>
                  <a:pt x="16" y="131"/>
                </a:lnTo>
                <a:lnTo>
                  <a:pt x="17" y="131"/>
                </a:lnTo>
                <a:lnTo>
                  <a:pt x="18" y="130"/>
                </a:lnTo>
                <a:lnTo>
                  <a:pt x="17" y="130"/>
                </a:lnTo>
                <a:lnTo>
                  <a:pt x="17" y="129"/>
                </a:lnTo>
                <a:lnTo>
                  <a:pt x="17" y="128"/>
                </a:lnTo>
                <a:lnTo>
                  <a:pt x="17" y="127"/>
                </a:lnTo>
                <a:lnTo>
                  <a:pt x="16" y="127"/>
                </a:lnTo>
                <a:lnTo>
                  <a:pt x="15" y="125"/>
                </a:lnTo>
                <a:lnTo>
                  <a:pt x="15" y="124"/>
                </a:lnTo>
                <a:lnTo>
                  <a:pt x="14" y="124"/>
                </a:lnTo>
                <a:lnTo>
                  <a:pt x="13" y="124"/>
                </a:lnTo>
                <a:lnTo>
                  <a:pt x="13" y="123"/>
                </a:lnTo>
                <a:lnTo>
                  <a:pt x="12" y="123"/>
                </a:lnTo>
                <a:lnTo>
                  <a:pt x="13" y="123"/>
                </a:lnTo>
                <a:lnTo>
                  <a:pt x="13" y="122"/>
                </a:lnTo>
                <a:lnTo>
                  <a:pt x="13" y="121"/>
                </a:lnTo>
                <a:lnTo>
                  <a:pt x="14" y="120"/>
                </a:lnTo>
                <a:lnTo>
                  <a:pt x="13" y="120"/>
                </a:lnTo>
                <a:lnTo>
                  <a:pt x="13" y="119"/>
                </a:lnTo>
                <a:lnTo>
                  <a:pt x="13" y="118"/>
                </a:lnTo>
                <a:lnTo>
                  <a:pt x="13" y="117"/>
                </a:lnTo>
                <a:lnTo>
                  <a:pt x="14" y="117"/>
                </a:lnTo>
                <a:lnTo>
                  <a:pt x="14" y="116"/>
                </a:lnTo>
                <a:lnTo>
                  <a:pt x="15" y="116"/>
                </a:lnTo>
                <a:lnTo>
                  <a:pt x="15" y="115"/>
                </a:lnTo>
                <a:lnTo>
                  <a:pt x="16" y="115"/>
                </a:lnTo>
                <a:lnTo>
                  <a:pt x="16" y="114"/>
                </a:lnTo>
                <a:lnTo>
                  <a:pt x="16" y="113"/>
                </a:lnTo>
                <a:lnTo>
                  <a:pt x="17" y="113"/>
                </a:lnTo>
                <a:lnTo>
                  <a:pt x="18" y="113"/>
                </a:lnTo>
                <a:lnTo>
                  <a:pt x="19" y="112"/>
                </a:lnTo>
                <a:lnTo>
                  <a:pt x="20" y="112"/>
                </a:lnTo>
                <a:lnTo>
                  <a:pt x="21" y="112"/>
                </a:lnTo>
                <a:lnTo>
                  <a:pt x="21" y="111"/>
                </a:lnTo>
                <a:lnTo>
                  <a:pt x="21" y="110"/>
                </a:lnTo>
                <a:lnTo>
                  <a:pt x="22" y="109"/>
                </a:lnTo>
                <a:lnTo>
                  <a:pt x="23" y="107"/>
                </a:lnTo>
                <a:lnTo>
                  <a:pt x="24" y="107"/>
                </a:lnTo>
                <a:lnTo>
                  <a:pt x="24" y="106"/>
                </a:lnTo>
                <a:lnTo>
                  <a:pt x="23" y="105"/>
                </a:lnTo>
                <a:lnTo>
                  <a:pt x="24" y="105"/>
                </a:lnTo>
                <a:lnTo>
                  <a:pt x="24" y="104"/>
                </a:lnTo>
                <a:lnTo>
                  <a:pt x="24" y="103"/>
                </a:lnTo>
                <a:lnTo>
                  <a:pt x="24" y="102"/>
                </a:lnTo>
                <a:lnTo>
                  <a:pt x="25" y="101"/>
                </a:lnTo>
                <a:lnTo>
                  <a:pt x="25" y="100"/>
                </a:lnTo>
                <a:lnTo>
                  <a:pt x="24" y="100"/>
                </a:lnTo>
                <a:lnTo>
                  <a:pt x="25" y="100"/>
                </a:lnTo>
                <a:lnTo>
                  <a:pt x="25" y="99"/>
                </a:lnTo>
                <a:lnTo>
                  <a:pt x="26" y="99"/>
                </a:lnTo>
                <a:lnTo>
                  <a:pt x="27" y="99"/>
                </a:lnTo>
                <a:lnTo>
                  <a:pt x="29" y="99"/>
                </a:lnTo>
                <a:lnTo>
                  <a:pt x="30" y="99"/>
                </a:lnTo>
                <a:lnTo>
                  <a:pt x="30" y="98"/>
                </a:lnTo>
                <a:lnTo>
                  <a:pt x="29" y="98"/>
                </a:lnTo>
                <a:lnTo>
                  <a:pt x="30" y="98"/>
                </a:lnTo>
                <a:lnTo>
                  <a:pt x="30" y="97"/>
                </a:lnTo>
                <a:lnTo>
                  <a:pt x="31" y="97"/>
                </a:lnTo>
                <a:lnTo>
                  <a:pt x="32" y="97"/>
                </a:lnTo>
                <a:lnTo>
                  <a:pt x="33" y="96"/>
                </a:lnTo>
                <a:lnTo>
                  <a:pt x="34" y="95"/>
                </a:lnTo>
                <a:lnTo>
                  <a:pt x="35" y="95"/>
                </a:lnTo>
                <a:lnTo>
                  <a:pt x="35" y="94"/>
                </a:lnTo>
                <a:lnTo>
                  <a:pt x="36" y="94"/>
                </a:lnTo>
                <a:lnTo>
                  <a:pt x="36" y="93"/>
                </a:lnTo>
                <a:lnTo>
                  <a:pt x="37" y="93"/>
                </a:lnTo>
                <a:lnTo>
                  <a:pt x="37" y="92"/>
                </a:lnTo>
                <a:lnTo>
                  <a:pt x="36" y="92"/>
                </a:lnTo>
                <a:lnTo>
                  <a:pt x="35" y="92"/>
                </a:lnTo>
                <a:lnTo>
                  <a:pt x="34" y="91"/>
                </a:lnTo>
                <a:lnTo>
                  <a:pt x="33" y="91"/>
                </a:lnTo>
                <a:lnTo>
                  <a:pt x="33" y="90"/>
                </a:lnTo>
                <a:lnTo>
                  <a:pt x="32" y="90"/>
                </a:lnTo>
                <a:lnTo>
                  <a:pt x="31" y="90"/>
                </a:lnTo>
                <a:lnTo>
                  <a:pt x="30" y="90"/>
                </a:lnTo>
                <a:lnTo>
                  <a:pt x="29" y="90"/>
                </a:lnTo>
                <a:lnTo>
                  <a:pt x="29" y="89"/>
                </a:lnTo>
                <a:lnTo>
                  <a:pt x="29" y="88"/>
                </a:lnTo>
                <a:lnTo>
                  <a:pt x="28" y="88"/>
                </a:lnTo>
                <a:lnTo>
                  <a:pt x="27" y="88"/>
                </a:lnTo>
                <a:lnTo>
                  <a:pt x="26" y="88"/>
                </a:lnTo>
                <a:lnTo>
                  <a:pt x="26" y="87"/>
                </a:lnTo>
                <a:lnTo>
                  <a:pt x="25" y="87"/>
                </a:lnTo>
                <a:lnTo>
                  <a:pt x="24" y="87"/>
                </a:lnTo>
                <a:lnTo>
                  <a:pt x="24" y="88"/>
                </a:lnTo>
                <a:lnTo>
                  <a:pt x="23" y="88"/>
                </a:lnTo>
                <a:lnTo>
                  <a:pt x="23" y="87"/>
                </a:lnTo>
                <a:lnTo>
                  <a:pt x="22" y="87"/>
                </a:lnTo>
                <a:lnTo>
                  <a:pt x="21" y="86"/>
                </a:lnTo>
                <a:lnTo>
                  <a:pt x="20" y="87"/>
                </a:lnTo>
                <a:lnTo>
                  <a:pt x="19" y="87"/>
                </a:lnTo>
                <a:lnTo>
                  <a:pt x="18" y="86"/>
                </a:lnTo>
                <a:lnTo>
                  <a:pt x="18" y="85"/>
                </a:lnTo>
                <a:lnTo>
                  <a:pt x="18" y="84"/>
                </a:lnTo>
                <a:lnTo>
                  <a:pt x="17" y="83"/>
                </a:lnTo>
                <a:lnTo>
                  <a:pt x="16" y="83"/>
                </a:lnTo>
                <a:lnTo>
                  <a:pt x="16" y="82"/>
                </a:lnTo>
                <a:lnTo>
                  <a:pt x="15" y="82"/>
                </a:lnTo>
                <a:lnTo>
                  <a:pt x="15" y="81"/>
                </a:lnTo>
                <a:lnTo>
                  <a:pt x="15" y="80"/>
                </a:lnTo>
                <a:lnTo>
                  <a:pt x="15" y="79"/>
                </a:lnTo>
                <a:lnTo>
                  <a:pt x="15" y="78"/>
                </a:lnTo>
                <a:lnTo>
                  <a:pt x="16" y="78"/>
                </a:lnTo>
                <a:lnTo>
                  <a:pt x="16" y="77"/>
                </a:lnTo>
                <a:lnTo>
                  <a:pt x="16" y="76"/>
                </a:lnTo>
                <a:lnTo>
                  <a:pt x="16" y="75"/>
                </a:lnTo>
                <a:lnTo>
                  <a:pt x="15" y="75"/>
                </a:lnTo>
                <a:lnTo>
                  <a:pt x="14" y="74"/>
                </a:lnTo>
                <a:lnTo>
                  <a:pt x="13" y="74"/>
                </a:lnTo>
                <a:lnTo>
                  <a:pt x="12" y="74"/>
                </a:lnTo>
                <a:lnTo>
                  <a:pt x="11" y="74"/>
                </a:lnTo>
                <a:lnTo>
                  <a:pt x="10" y="75"/>
                </a:lnTo>
                <a:lnTo>
                  <a:pt x="9" y="74"/>
                </a:lnTo>
                <a:lnTo>
                  <a:pt x="8" y="73"/>
                </a:lnTo>
                <a:lnTo>
                  <a:pt x="7" y="73"/>
                </a:lnTo>
                <a:lnTo>
                  <a:pt x="6" y="72"/>
                </a:lnTo>
                <a:lnTo>
                  <a:pt x="5" y="71"/>
                </a:lnTo>
                <a:lnTo>
                  <a:pt x="5" y="70"/>
                </a:lnTo>
                <a:lnTo>
                  <a:pt x="6" y="70"/>
                </a:lnTo>
                <a:lnTo>
                  <a:pt x="6" y="69"/>
                </a:lnTo>
                <a:lnTo>
                  <a:pt x="7" y="68"/>
                </a:lnTo>
                <a:lnTo>
                  <a:pt x="7" y="67"/>
                </a:lnTo>
                <a:lnTo>
                  <a:pt x="7" y="66"/>
                </a:lnTo>
                <a:lnTo>
                  <a:pt x="7" y="65"/>
                </a:lnTo>
                <a:lnTo>
                  <a:pt x="8" y="65"/>
                </a:lnTo>
                <a:lnTo>
                  <a:pt x="7" y="63"/>
                </a:lnTo>
                <a:lnTo>
                  <a:pt x="7" y="62"/>
                </a:lnTo>
                <a:lnTo>
                  <a:pt x="7" y="61"/>
                </a:lnTo>
                <a:lnTo>
                  <a:pt x="7" y="60"/>
                </a:lnTo>
                <a:lnTo>
                  <a:pt x="6" y="60"/>
                </a:lnTo>
                <a:lnTo>
                  <a:pt x="6" y="59"/>
                </a:lnTo>
                <a:lnTo>
                  <a:pt x="6" y="58"/>
                </a:lnTo>
                <a:lnTo>
                  <a:pt x="6" y="57"/>
                </a:lnTo>
                <a:lnTo>
                  <a:pt x="7" y="57"/>
                </a:lnTo>
                <a:lnTo>
                  <a:pt x="6" y="56"/>
                </a:lnTo>
                <a:lnTo>
                  <a:pt x="6" y="55"/>
                </a:lnTo>
                <a:lnTo>
                  <a:pt x="5" y="55"/>
                </a:lnTo>
                <a:lnTo>
                  <a:pt x="5" y="54"/>
                </a:lnTo>
                <a:lnTo>
                  <a:pt x="5" y="53"/>
                </a:lnTo>
                <a:lnTo>
                  <a:pt x="5" y="52"/>
                </a:lnTo>
                <a:lnTo>
                  <a:pt x="3" y="52"/>
                </a:lnTo>
                <a:lnTo>
                  <a:pt x="3" y="51"/>
                </a:lnTo>
                <a:lnTo>
                  <a:pt x="2" y="50"/>
                </a:lnTo>
                <a:lnTo>
                  <a:pt x="2" y="49"/>
                </a:lnTo>
                <a:lnTo>
                  <a:pt x="2" y="48"/>
                </a:lnTo>
                <a:lnTo>
                  <a:pt x="3" y="48"/>
                </a:lnTo>
                <a:lnTo>
                  <a:pt x="4" y="48"/>
                </a:lnTo>
                <a:lnTo>
                  <a:pt x="5" y="48"/>
                </a:lnTo>
                <a:lnTo>
                  <a:pt x="5" y="47"/>
                </a:lnTo>
                <a:lnTo>
                  <a:pt x="4" y="47"/>
                </a:lnTo>
                <a:lnTo>
                  <a:pt x="4" y="46"/>
                </a:lnTo>
                <a:lnTo>
                  <a:pt x="4" y="45"/>
                </a:lnTo>
                <a:lnTo>
                  <a:pt x="4" y="44"/>
                </a:lnTo>
                <a:lnTo>
                  <a:pt x="4" y="43"/>
                </a:lnTo>
                <a:lnTo>
                  <a:pt x="5" y="44"/>
                </a:lnTo>
                <a:lnTo>
                  <a:pt x="6" y="44"/>
                </a:lnTo>
                <a:lnTo>
                  <a:pt x="7" y="43"/>
                </a:lnTo>
                <a:lnTo>
                  <a:pt x="8" y="43"/>
                </a:lnTo>
                <a:lnTo>
                  <a:pt x="10" y="43"/>
                </a:lnTo>
                <a:lnTo>
                  <a:pt x="10" y="42"/>
                </a:lnTo>
                <a:lnTo>
                  <a:pt x="11" y="42"/>
                </a:lnTo>
                <a:lnTo>
                  <a:pt x="12" y="42"/>
                </a:lnTo>
                <a:lnTo>
                  <a:pt x="13" y="42"/>
                </a:lnTo>
                <a:lnTo>
                  <a:pt x="14" y="42"/>
                </a:lnTo>
                <a:lnTo>
                  <a:pt x="14" y="41"/>
                </a:lnTo>
                <a:lnTo>
                  <a:pt x="15" y="41"/>
                </a:lnTo>
                <a:lnTo>
                  <a:pt x="15" y="42"/>
                </a:lnTo>
                <a:lnTo>
                  <a:pt x="16" y="42"/>
                </a:lnTo>
                <a:lnTo>
                  <a:pt x="17" y="42"/>
                </a:lnTo>
                <a:lnTo>
                  <a:pt x="17" y="41"/>
                </a:lnTo>
                <a:lnTo>
                  <a:pt x="18" y="41"/>
                </a:lnTo>
                <a:lnTo>
                  <a:pt x="19" y="41"/>
                </a:lnTo>
                <a:lnTo>
                  <a:pt x="20" y="40"/>
                </a:lnTo>
                <a:lnTo>
                  <a:pt x="21" y="40"/>
                </a:lnTo>
                <a:lnTo>
                  <a:pt x="22" y="39"/>
                </a:lnTo>
                <a:lnTo>
                  <a:pt x="23" y="39"/>
                </a:lnTo>
                <a:lnTo>
                  <a:pt x="24" y="39"/>
                </a:lnTo>
                <a:lnTo>
                  <a:pt x="24" y="40"/>
                </a:lnTo>
                <a:lnTo>
                  <a:pt x="25" y="40"/>
                </a:lnTo>
                <a:lnTo>
                  <a:pt x="26" y="40"/>
                </a:lnTo>
                <a:lnTo>
                  <a:pt x="27" y="40"/>
                </a:lnTo>
                <a:lnTo>
                  <a:pt x="27" y="39"/>
                </a:lnTo>
                <a:lnTo>
                  <a:pt x="27" y="38"/>
                </a:lnTo>
                <a:lnTo>
                  <a:pt x="27" y="37"/>
                </a:lnTo>
                <a:lnTo>
                  <a:pt x="28" y="37"/>
                </a:lnTo>
                <a:lnTo>
                  <a:pt x="28" y="36"/>
                </a:lnTo>
                <a:lnTo>
                  <a:pt x="28" y="35"/>
                </a:lnTo>
                <a:lnTo>
                  <a:pt x="28" y="34"/>
                </a:lnTo>
                <a:lnTo>
                  <a:pt x="28" y="33"/>
                </a:lnTo>
                <a:lnTo>
                  <a:pt x="28" y="32"/>
                </a:lnTo>
                <a:lnTo>
                  <a:pt x="28" y="31"/>
                </a:lnTo>
                <a:lnTo>
                  <a:pt x="29" y="31"/>
                </a:lnTo>
                <a:lnTo>
                  <a:pt x="31" y="30"/>
                </a:lnTo>
                <a:lnTo>
                  <a:pt x="31" y="29"/>
                </a:lnTo>
                <a:lnTo>
                  <a:pt x="32" y="28"/>
                </a:lnTo>
                <a:lnTo>
                  <a:pt x="32" y="26"/>
                </a:lnTo>
                <a:lnTo>
                  <a:pt x="32" y="25"/>
                </a:lnTo>
                <a:lnTo>
                  <a:pt x="31" y="25"/>
                </a:lnTo>
                <a:lnTo>
                  <a:pt x="31" y="24"/>
                </a:lnTo>
                <a:lnTo>
                  <a:pt x="30" y="24"/>
                </a:lnTo>
                <a:lnTo>
                  <a:pt x="30" y="23"/>
                </a:lnTo>
                <a:lnTo>
                  <a:pt x="30" y="22"/>
                </a:lnTo>
                <a:lnTo>
                  <a:pt x="29" y="21"/>
                </a:lnTo>
                <a:lnTo>
                  <a:pt x="28" y="20"/>
                </a:lnTo>
                <a:lnTo>
                  <a:pt x="29" y="19"/>
                </a:lnTo>
                <a:lnTo>
                  <a:pt x="30" y="18"/>
                </a:lnTo>
                <a:lnTo>
                  <a:pt x="31" y="18"/>
                </a:lnTo>
                <a:lnTo>
                  <a:pt x="32" y="18"/>
                </a:lnTo>
                <a:lnTo>
                  <a:pt x="32" y="17"/>
                </a:lnTo>
                <a:lnTo>
                  <a:pt x="33" y="17"/>
                </a:lnTo>
                <a:lnTo>
                  <a:pt x="35" y="16"/>
                </a:lnTo>
                <a:lnTo>
                  <a:pt x="36" y="16"/>
                </a:lnTo>
                <a:lnTo>
                  <a:pt x="38" y="16"/>
                </a:lnTo>
                <a:lnTo>
                  <a:pt x="38" y="15"/>
                </a:lnTo>
                <a:lnTo>
                  <a:pt x="39" y="15"/>
                </a:lnTo>
                <a:lnTo>
                  <a:pt x="40" y="15"/>
                </a:lnTo>
                <a:lnTo>
                  <a:pt x="40" y="14"/>
                </a:lnTo>
                <a:lnTo>
                  <a:pt x="40" y="12"/>
                </a:lnTo>
                <a:lnTo>
                  <a:pt x="41" y="11"/>
                </a:lnTo>
                <a:lnTo>
                  <a:pt x="42" y="11"/>
                </a:lnTo>
                <a:lnTo>
                  <a:pt x="43" y="11"/>
                </a:lnTo>
                <a:lnTo>
                  <a:pt x="44" y="11"/>
                </a:lnTo>
                <a:lnTo>
                  <a:pt x="45" y="11"/>
                </a:lnTo>
                <a:lnTo>
                  <a:pt x="47" y="11"/>
                </a:lnTo>
                <a:lnTo>
                  <a:pt x="48" y="11"/>
                </a:lnTo>
                <a:lnTo>
                  <a:pt x="49" y="11"/>
                </a:lnTo>
                <a:lnTo>
                  <a:pt x="50" y="10"/>
                </a:lnTo>
                <a:lnTo>
                  <a:pt x="50" y="11"/>
                </a:lnTo>
                <a:lnTo>
                  <a:pt x="52" y="11"/>
                </a:lnTo>
                <a:lnTo>
                  <a:pt x="53" y="12"/>
                </a:lnTo>
                <a:lnTo>
                  <a:pt x="54" y="12"/>
                </a:lnTo>
                <a:lnTo>
                  <a:pt x="55" y="13"/>
                </a:lnTo>
                <a:lnTo>
                  <a:pt x="57" y="15"/>
                </a:lnTo>
                <a:lnTo>
                  <a:pt x="58" y="16"/>
                </a:lnTo>
                <a:lnTo>
                  <a:pt x="59" y="16"/>
                </a:lnTo>
                <a:lnTo>
                  <a:pt x="60" y="17"/>
                </a:lnTo>
                <a:lnTo>
                  <a:pt x="61" y="19"/>
                </a:lnTo>
                <a:lnTo>
                  <a:pt x="62" y="20"/>
                </a:lnTo>
                <a:lnTo>
                  <a:pt x="63" y="20"/>
                </a:lnTo>
                <a:lnTo>
                  <a:pt x="64" y="20"/>
                </a:lnTo>
                <a:lnTo>
                  <a:pt x="65" y="20"/>
                </a:lnTo>
                <a:lnTo>
                  <a:pt x="66" y="20"/>
                </a:lnTo>
                <a:lnTo>
                  <a:pt x="66" y="19"/>
                </a:lnTo>
                <a:lnTo>
                  <a:pt x="67" y="19"/>
                </a:lnTo>
                <a:lnTo>
                  <a:pt x="68" y="19"/>
                </a:lnTo>
                <a:lnTo>
                  <a:pt x="69" y="20"/>
                </a:lnTo>
                <a:lnTo>
                  <a:pt x="70" y="21"/>
                </a:lnTo>
                <a:lnTo>
                  <a:pt x="71" y="21"/>
                </a:lnTo>
                <a:lnTo>
                  <a:pt x="72" y="21"/>
                </a:lnTo>
                <a:lnTo>
                  <a:pt x="73" y="21"/>
                </a:lnTo>
                <a:lnTo>
                  <a:pt x="74" y="22"/>
                </a:lnTo>
                <a:lnTo>
                  <a:pt x="76" y="22"/>
                </a:lnTo>
                <a:lnTo>
                  <a:pt x="76" y="23"/>
                </a:lnTo>
                <a:lnTo>
                  <a:pt x="77" y="23"/>
                </a:lnTo>
                <a:lnTo>
                  <a:pt x="77" y="24"/>
                </a:lnTo>
                <a:lnTo>
                  <a:pt x="78" y="24"/>
                </a:lnTo>
                <a:lnTo>
                  <a:pt x="79" y="24"/>
                </a:lnTo>
                <a:lnTo>
                  <a:pt x="79" y="23"/>
                </a:lnTo>
                <a:lnTo>
                  <a:pt x="80" y="24"/>
                </a:lnTo>
                <a:lnTo>
                  <a:pt x="82" y="23"/>
                </a:lnTo>
                <a:lnTo>
                  <a:pt x="83" y="23"/>
                </a:lnTo>
                <a:lnTo>
                  <a:pt x="84" y="23"/>
                </a:lnTo>
                <a:lnTo>
                  <a:pt x="87" y="23"/>
                </a:lnTo>
                <a:lnTo>
                  <a:pt x="88" y="23"/>
                </a:lnTo>
                <a:lnTo>
                  <a:pt x="88" y="22"/>
                </a:lnTo>
                <a:lnTo>
                  <a:pt x="90" y="22"/>
                </a:lnTo>
                <a:lnTo>
                  <a:pt x="92" y="23"/>
                </a:lnTo>
                <a:lnTo>
                  <a:pt x="95" y="23"/>
                </a:lnTo>
                <a:lnTo>
                  <a:pt x="95" y="24"/>
                </a:lnTo>
                <a:lnTo>
                  <a:pt x="95" y="25"/>
                </a:lnTo>
                <a:lnTo>
                  <a:pt x="94" y="26"/>
                </a:lnTo>
                <a:lnTo>
                  <a:pt x="95" y="26"/>
                </a:lnTo>
                <a:lnTo>
                  <a:pt x="95" y="27"/>
                </a:lnTo>
                <a:lnTo>
                  <a:pt x="96" y="28"/>
                </a:lnTo>
                <a:lnTo>
                  <a:pt x="97" y="28"/>
                </a:lnTo>
                <a:lnTo>
                  <a:pt x="97" y="29"/>
                </a:lnTo>
                <a:lnTo>
                  <a:pt x="98" y="30"/>
                </a:lnTo>
                <a:lnTo>
                  <a:pt x="98" y="31"/>
                </a:lnTo>
                <a:lnTo>
                  <a:pt x="99" y="31"/>
                </a:lnTo>
                <a:lnTo>
                  <a:pt x="98" y="31"/>
                </a:lnTo>
                <a:lnTo>
                  <a:pt x="98" y="32"/>
                </a:lnTo>
                <a:lnTo>
                  <a:pt x="98" y="33"/>
                </a:lnTo>
                <a:lnTo>
                  <a:pt x="99" y="33"/>
                </a:lnTo>
                <a:lnTo>
                  <a:pt x="98" y="34"/>
                </a:lnTo>
                <a:lnTo>
                  <a:pt x="98" y="35"/>
                </a:lnTo>
                <a:lnTo>
                  <a:pt x="98" y="36"/>
                </a:lnTo>
                <a:lnTo>
                  <a:pt x="97" y="36"/>
                </a:lnTo>
                <a:lnTo>
                  <a:pt x="96" y="36"/>
                </a:lnTo>
                <a:lnTo>
                  <a:pt x="96" y="37"/>
                </a:lnTo>
                <a:lnTo>
                  <a:pt x="96" y="38"/>
                </a:lnTo>
                <a:lnTo>
                  <a:pt x="95" y="38"/>
                </a:lnTo>
                <a:lnTo>
                  <a:pt x="95" y="39"/>
                </a:lnTo>
                <a:lnTo>
                  <a:pt x="96" y="40"/>
                </a:lnTo>
                <a:lnTo>
                  <a:pt x="97" y="40"/>
                </a:lnTo>
                <a:lnTo>
                  <a:pt x="97" y="41"/>
                </a:lnTo>
                <a:lnTo>
                  <a:pt x="97" y="42"/>
                </a:lnTo>
                <a:lnTo>
                  <a:pt x="98" y="42"/>
                </a:lnTo>
                <a:lnTo>
                  <a:pt x="97" y="43"/>
                </a:lnTo>
                <a:lnTo>
                  <a:pt x="96" y="44"/>
                </a:lnTo>
                <a:lnTo>
                  <a:pt x="96" y="45"/>
                </a:lnTo>
                <a:lnTo>
                  <a:pt x="96" y="46"/>
                </a:lnTo>
                <a:lnTo>
                  <a:pt x="97" y="46"/>
                </a:lnTo>
                <a:lnTo>
                  <a:pt x="97" y="47"/>
                </a:lnTo>
                <a:lnTo>
                  <a:pt x="98" y="47"/>
                </a:lnTo>
                <a:lnTo>
                  <a:pt x="98" y="48"/>
                </a:lnTo>
                <a:lnTo>
                  <a:pt x="99" y="48"/>
                </a:lnTo>
                <a:lnTo>
                  <a:pt x="100" y="48"/>
                </a:lnTo>
                <a:lnTo>
                  <a:pt x="100" y="47"/>
                </a:lnTo>
                <a:lnTo>
                  <a:pt x="101" y="48"/>
                </a:lnTo>
                <a:lnTo>
                  <a:pt x="102" y="49"/>
                </a:lnTo>
                <a:lnTo>
                  <a:pt x="102" y="50"/>
                </a:lnTo>
                <a:lnTo>
                  <a:pt x="102" y="51"/>
                </a:lnTo>
                <a:lnTo>
                  <a:pt x="103" y="52"/>
                </a:lnTo>
                <a:lnTo>
                  <a:pt x="103" y="53"/>
                </a:lnTo>
                <a:lnTo>
                  <a:pt x="103" y="54"/>
                </a:lnTo>
                <a:lnTo>
                  <a:pt x="103" y="55"/>
                </a:lnTo>
                <a:lnTo>
                  <a:pt x="103" y="56"/>
                </a:lnTo>
                <a:lnTo>
                  <a:pt x="104" y="56"/>
                </a:lnTo>
                <a:lnTo>
                  <a:pt x="104" y="55"/>
                </a:lnTo>
                <a:lnTo>
                  <a:pt x="105" y="55"/>
                </a:lnTo>
                <a:lnTo>
                  <a:pt x="106" y="55"/>
                </a:lnTo>
                <a:lnTo>
                  <a:pt x="107" y="56"/>
                </a:lnTo>
                <a:lnTo>
                  <a:pt x="107" y="57"/>
                </a:lnTo>
                <a:lnTo>
                  <a:pt x="107" y="58"/>
                </a:lnTo>
                <a:lnTo>
                  <a:pt x="108" y="58"/>
                </a:lnTo>
                <a:lnTo>
                  <a:pt x="109" y="58"/>
                </a:lnTo>
                <a:lnTo>
                  <a:pt x="109" y="59"/>
                </a:lnTo>
                <a:lnTo>
                  <a:pt x="110" y="59"/>
                </a:lnTo>
                <a:lnTo>
                  <a:pt x="111" y="59"/>
                </a:lnTo>
                <a:lnTo>
                  <a:pt x="113" y="61"/>
                </a:lnTo>
                <a:lnTo>
                  <a:pt x="113" y="62"/>
                </a:lnTo>
                <a:lnTo>
                  <a:pt x="112" y="62"/>
                </a:lnTo>
                <a:lnTo>
                  <a:pt x="112" y="63"/>
                </a:lnTo>
                <a:lnTo>
                  <a:pt x="113" y="63"/>
                </a:lnTo>
                <a:lnTo>
                  <a:pt x="113" y="64"/>
                </a:lnTo>
                <a:lnTo>
                  <a:pt x="114" y="64"/>
                </a:lnTo>
                <a:lnTo>
                  <a:pt x="115" y="65"/>
                </a:lnTo>
                <a:lnTo>
                  <a:pt x="115" y="66"/>
                </a:lnTo>
                <a:lnTo>
                  <a:pt x="116" y="66"/>
                </a:lnTo>
                <a:lnTo>
                  <a:pt x="117" y="66"/>
                </a:lnTo>
                <a:lnTo>
                  <a:pt x="117" y="67"/>
                </a:lnTo>
                <a:lnTo>
                  <a:pt x="117" y="68"/>
                </a:lnTo>
                <a:lnTo>
                  <a:pt x="116" y="69"/>
                </a:lnTo>
                <a:lnTo>
                  <a:pt x="115" y="69"/>
                </a:lnTo>
                <a:lnTo>
                  <a:pt x="114" y="69"/>
                </a:lnTo>
                <a:lnTo>
                  <a:pt x="114" y="70"/>
                </a:lnTo>
                <a:lnTo>
                  <a:pt x="115" y="71"/>
                </a:lnTo>
                <a:lnTo>
                  <a:pt x="115" y="72"/>
                </a:lnTo>
                <a:lnTo>
                  <a:pt x="116" y="72"/>
                </a:lnTo>
                <a:lnTo>
                  <a:pt x="117" y="73"/>
                </a:lnTo>
                <a:lnTo>
                  <a:pt x="118" y="73"/>
                </a:lnTo>
                <a:lnTo>
                  <a:pt x="118" y="74"/>
                </a:lnTo>
                <a:lnTo>
                  <a:pt x="119" y="74"/>
                </a:lnTo>
                <a:lnTo>
                  <a:pt x="118" y="75"/>
                </a:lnTo>
                <a:lnTo>
                  <a:pt x="118" y="76"/>
                </a:lnTo>
                <a:lnTo>
                  <a:pt x="117" y="77"/>
                </a:lnTo>
                <a:lnTo>
                  <a:pt x="117" y="78"/>
                </a:lnTo>
                <a:lnTo>
                  <a:pt x="118" y="78"/>
                </a:lnTo>
                <a:lnTo>
                  <a:pt x="118" y="79"/>
                </a:lnTo>
                <a:lnTo>
                  <a:pt x="118" y="78"/>
                </a:lnTo>
                <a:lnTo>
                  <a:pt x="119" y="78"/>
                </a:lnTo>
                <a:lnTo>
                  <a:pt x="119" y="79"/>
                </a:lnTo>
                <a:lnTo>
                  <a:pt x="120" y="79"/>
                </a:lnTo>
                <a:lnTo>
                  <a:pt x="120" y="80"/>
                </a:lnTo>
                <a:lnTo>
                  <a:pt x="120" y="81"/>
                </a:lnTo>
                <a:lnTo>
                  <a:pt x="121" y="81"/>
                </a:lnTo>
                <a:lnTo>
                  <a:pt x="122" y="82"/>
                </a:lnTo>
                <a:lnTo>
                  <a:pt x="123" y="82"/>
                </a:lnTo>
                <a:lnTo>
                  <a:pt x="124" y="82"/>
                </a:lnTo>
                <a:lnTo>
                  <a:pt x="124" y="83"/>
                </a:lnTo>
                <a:lnTo>
                  <a:pt x="124" y="84"/>
                </a:lnTo>
                <a:lnTo>
                  <a:pt x="124" y="85"/>
                </a:lnTo>
                <a:lnTo>
                  <a:pt x="125" y="85"/>
                </a:lnTo>
                <a:lnTo>
                  <a:pt x="126" y="85"/>
                </a:lnTo>
                <a:lnTo>
                  <a:pt x="126" y="87"/>
                </a:lnTo>
                <a:lnTo>
                  <a:pt x="126" y="88"/>
                </a:lnTo>
                <a:lnTo>
                  <a:pt x="126" y="89"/>
                </a:lnTo>
                <a:lnTo>
                  <a:pt x="125" y="90"/>
                </a:lnTo>
                <a:lnTo>
                  <a:pt x="125" y="92"/>
                </a:lnTo>
                <a:lnTo>
                  <a:pt x="125" y="93"/>
                </a:lnTo>
                <a:lnTo>
                  <a:pt x="126" y="93"/>
                </a:lnTo>
                <a:lnTo>
                  <a:pt x="127" y="94"/>
                </a:lnTo>
                <a:lnTo>
                  <a:pt x="127" y="95"/>
                </a:lnTo>
                <a:lnTo>
                  <a:pt x="128" y="95"/>
                </a:lnTo>
                <a:lnTo>
                  <a:pt x="128" y="96"/>
                </a:lnTo>
                <a:lnTo>
                  <a:pt x="129" y="96"/>
                </a:lnTo>
                <a:lnTo>
                  <a:pt x="129" y="98"/>
                </a:lnTo>
                <a:lnTo>
                  <a:pt x="129" y="99"/>
                </a:lnTo>
                <a:lnTo>
                  <a:pt x="128" y="99"/>
                </a:lnTo>
                <a:lnTo>
                  <a:pt x="128" y="100"/>
                </a:lnTo>
                <a:lnTo>
                  <a:pt x="129" y="100"/>
                </a:lnTo>
                <a:lnTo>
                  <a:pt x="129" y="101"/>
                </a:lnTo>
                <a:lnTo>
                  <a:pt x="128" y="101"/>
                </a:lnTo>
                <a:lnTo>
                  <a:pt x="128" y="102"/>
                </a:lnTo>
                <a:lnTo>
                  <a:pt x="128" y="103"/>
                </a:lnTo>
                <a:lnTo>
                  <a:pt x="129" y="103"/>
                </a:lnTo>
                <a:lnTo>
                  <a:pt x="128" y="104"/>
                </a:lnTo>
                <a:lnTo>
                  <a:pt x="127" y="104"/>
                </a:lnTo>
                <a:lnTo>
                  <a:pt x="127" y="105"/>
                </a:lnTo>
                <a:lnTo>
                  <a:pt x="127" y="106"/>
                </a:lnTo>
                <a:lnTo>
                  <a:pt x="128" y="106"/>
                </a:lnTo>
                <a:lnTo>
                  <a:pt x="129" y="106"/>
                </a:lnTo>
                <a:lnTo>
                  <a:pt x="130" y="106"/>
                </a:lnTo>
                <a:lnTo>
                  <a:pt x="131" y="106"/>
                </a:lnTo>
                <a:lnTo>
                  <a:pt x="132" y="107"/>
                </a:lnTo>
                <a:lnTo>
                  <a:pt x="132" y="108"/>
                </a:lnTo>
                <a:lnTo>
                  <a:pt x="132" y="109"/>
                </a:lnTo>
                <a:lnTo>
                  <a:pt x="132" y="110"/>
                </a:lnTo>
                <a:lnTo>
                  <a:pt x="131" y="111"/>
                </a:lnTo>
                <a:lnTo>
                  <a:pt x="132" y="113"/>
                </a:lnTo>
                <a:lnTo>
                  <a:pt x="133" y="113"/>
                </a:lnTo>
                <a:lnTo>
                  <a:pt x="134" y="114"/>
                </a:lnTo>
                <a:lnTo>
                  <a:pt x="134" y="115"/>
                </a:lnTo>
                <a:lnTo>
                  <a:pt x="134" y="116"/>
                </a:lnTo>
                <a:lnTo>
                  <a:pt x="134" y="117"/>
                </a:lnTo>
                <a:lnTo>
                  <a:pt x="135" y="117"/>
                </a:lnTo>
                <a:lnTo>
                  <a:pt x="135" y="118"/>
                </a:lnTo>
                <a:lnTo>
                  <a:pt x="136" y="118"/>
                </a:lnTo>
                <a:lnTo>
                  <a:pt x="136" y="119"/>
                </a:lnTo>
                <a:lnTo>
                  <a:pt x="137" y="119"/>
                </a:lnTo>
                <a:lnTo>
                  <a:pt x="138" y="119"/>
                </a:lnTo>
                <a:lnTo>
                  <a:pt x="138" y="120"/>
                </a:lnTo>
                <a:lnTo>
                  <a:pt x="139" y="120"/>
                </a:lnTo>
                <a:lnTo>
                  <a:pt x="140" y="121"/>
                </a:lnTo>
                <a:lnTo>
                  <a:pt x="141" y="122"/>
                </a:lnTo>
                <a:lnTo>
                  <a:pt x="142" y="122"/>
                </a:lnTo>
                <a:lnTo>
                  <a:pt x="143" y="122"/>
                </a:lnTo>
                <a:lnTo>
                  <a:pt x="144" y="122"/>
                </a:lnTo>
                <a:lnTo>
                  <a:pt x="145" y="122"/>
                </a:lnTo>
                <a:lnTo>
                  <a:pt x="146" y="122"/>
                </a:lnTo>
                <a:lnTo>
                  <a:pt x="146" y="123"/>
                </a:lnTo>
                <a:lnTo>
                  <a:pt x="146" y="124"/>
                </a:lnTo>
                <a:lnTo>
                  <a:pt x="147" y="124"/>
                </a:lnTo>
                <a:lnTo>
                  <a:pt x="147" y="125"/>
                </a:lnTo>
                <a:lnTo>
                  <a:pt x="148" y="125"/>
                </a:lnTo>
                <a:lnTo>
                  <a:pt x="149" y="125"/>
                </a:lnTo>
                <a:lnTo>
                  <a:pt x="149" y="126"/>
                </a:lnTo>
                <a:lnTo>
                  <a:pt x="150" y="126"/>
                </a:lnTo>
                <a:lnTo>
                  <a:pt x="151" y="126"/>
                </a:lnTo>
                <a:lnTo>
                  <a:pt x="151" y="125"/>
                </a:lnTo>
                <a:lnTo>
                  <a:pt x="150" y="125"/>
                </a:lnTo>
                <a:lnTo>
                  <a:pt x="151" y="125"/>
                </a:lnTo>
                <a:lnTo>
                  <a:pt x="152" y="125"/>
                </a:lnTo>
                <a:lnTo>
                  <a:pt x="152" y="126"/>
                </a:lnTo>
                <a:lnTo>
                  <a:pt x="154" y="126"/>
                </a:lnTo>
                <a:lnTo>
                  <a:pt x="154" y="125"/>
                </a:lnTo>
                <a:lnTo>
                  <a:pt x="154" y="126"/>
                </a:lnTo>
                <a:lnTo>
                  <a:pt x="155" y="126"/>
                </a:lnTo>
                <a:lnTo>
                  <a:pt x="156" y="126"/>
                </a:lnTo>
                <a:lnTo>
                  <a:pt x="157" y="126"/>
                </a:lnTo>
                <a:lnTo>
                  <a:pt x="157" y="127"/>
                </a:lnTo>
                <a:lnTo>
                  <a:pt x="158" y="128"/>
                </a:lnTo>
                <a:lnTo>
                  <a:pt x="159" y="128"/>
                </a:lnTo>
                <a:lnTo>
                  <a:pt x="159" y="129"/>
                </a:lnTo>
                <a:lnTo>
                  <a:pt x="160" y="129"/>
                </a:lnTo>
                <a:lnTo>
                  <a:pt x="161" y="129"/>
                </a:lnTo>
                <a:lnTo>
                  <a:pt x="162" y="129"/>
                </a:lnTo>
                <a:lnTo>
                  <a:pt x="163" y="129"/>
                </a:lnTo>
                <a:lnTo>
                  <a:pt x="164" y="130"/>
                </a:lnTo>
                <a:lnTo>
                  <a:pt x="165" y="130"/>
                </a:lnTo>
                <a:lnTo>
                  <a:pt x="166" y="130"/>
                </a:lnTo>
                <a:lnTo>
                  <a:pt x="166" y="131"/>
                </a:lnTo>
                <a:lnTo>
                  <a:pt x="167" y="131"/>
                </a:lnTo>
                <a:lnTo>
                  <a:pt x="167" y="132"/>
                </a:lnTo>
                <a:lnTo>
                  <a:pt x="168" y="132"/>
                </a:lnTo>
                <a:lnTo>
                  <a:pt x="168" y="133"/>
                </a:lnTo>
                <a:lnTo>
                  <a:pt x="167" y="133"/>
                </a:lnTo>
                <a:lnTo>
                  <a:pt x="168" y="133"/>
                </a:lnTo>
                <a:lnTo>
                  <a:pt x="168" y="134"/>
                </a:lnTo>
                <a:lnTo>
                  <a:pt x="168" y="135"/>
                </a:lnTo>
                <a:lnTo>
                  <a:pt x="169" y="135"/>
                </a:lnTo>
                <a:lnTo>
                  <a:pt x="170" y="136"/>
                </a:lnTo>
                <a:lnTo>
                  <a:pt x="170" y="137"/>
                </a:lnTo>
                <a:lnTo>
                  <a:pt x="170" y="138"/>
                </a:lnTo>
                <a:lnTo>
                  <a:pt x="170" y="139"/>
                </a:lnTo>
                <a:lnTo>
                  <a:pt x="171" y="139"/>
                </a:lnTo>
                <a:lnTo>
                  <a:pt x="172" y="139"/>
                </a:lnTo>
                <a:lnTo>
                  <a:pt x="172" y="140"/>
                </a:lnTo>
                <a:lnTo>
                  <a:pt x="171" y="140"/>
                </a:lnTo>
                <a:lnTo>
                  <a:pt x="171" y="141"/>
                </a:lnTo>
                <a:lnTo>
                  <a:pt x="171" y="142"/>
                </a:lnTo>
                <a:lnTo>
                  <a:pt x="172" y="143"/>
                </a:lnTo>
                <a:lnTo>
                  <a:pt x="172" y="144"/>
                </a:lnTo>
                <a:lnTo>
                  <a:pt x="173" y="145"/>
                </a:lnTo>
                <a:lnTo>
                  <a:pt x="173" y="146"/>
                </a:lnTo>
                <a:lnTo>
                  <a:pt x="173" y="147"/>
                </a:lnTo>
                <a:lnTo>
                  <a:pt x="173" y="146"/>
                </a:lnTo>
                <a:lnTo>
                  <a:pt x="174" y="146"/>
                </a:lnTo>
                <a:lnTo>
                  <a:pt x="175" y="146"/>
                </a:lnTo>
                <a:lnTo>
                  <a:pt x="176" y="146"/>
                </a:lnTo>
                <a:lnTo>
                  <a:pt x="177" y="147"/>
                </a:lnTo>
                <a:lnTo>
                  <a:pt x="178" y="146"/>
                </a:lnTo>
                <a:lnTo>
                  <a:pt x="179" y="146"/>
                </a:lnTo>
                <a:lnTo>
                  <a:pt x="179" y="145"/>
                </a:lnTo>
                <a:lnTo>
                  <a:pt x="180" y="145"/>
                </a:lnTo>
                <a:lnTo>
                  <a:pt x="180" y="146"/>
                </a:lnTo>
                <a:lnTo>
                  <a:pt x="181" y="146"/>
                </a:lnTo>
                <a:lnTo>
                  <a:pt x="181" y="145"/>
                </a:lnTo>
                <a:lnTo>
                  <a:pt x="182" y="145"/>
                </a:lnTo>
                <a:lnTo>
                  <a:pt x="183" y="144"/>
                </a:lnTo>
                <a:lnTo>
                  <a:pt x="184" y="144"/>
                </a:lnTo>
                <a:lnTo>
                  <a:pt x="185" y="146"/>
                </a:lnTo>
                <a:lnTo>
                  <a:pt x="186" y="146"/>
                </a:lnTo>
                <a:lnTo>
                  <a:pt x="187" y="146"/>
                </a:lnTo>
                <a:lnTo>
                  <a:pt x="187" y="147"/>
                </a:lnTo>
                <a:lnTo>
                  <a:pt x="188" y="147"/>
                </a:lnTo>
                <a:lnTo>
                  <a:pt x="189" y="148"/>
                </a:lnTo>
                <a:lnTo>
                  <a:pt x="190" y="148"/>
                </a:lnTo>
                <a:lnTo>
                  <a:pt x="191" y="148"/>
                </a:lnTo>
                <a:lnTo>
                  <a:pt x="191" y="149"/>
                </a:lnTo>
                <a:lnTo>
                  <a:pt x="192" y="149"/>
                </a:lnTo>
                <a:lnTo>
                  <a:pt x="193" y="149"/>
                </a:lnTo>
                <a:lnTo>
                  <a:pt x="194" y="149"/>
                </a:lnTo>
                <a:lnTo>
                  <a:pt x="195" y="150"/>
                </a:lnTo>
                <a:lnTo>
                  <a:pt x="196" y="150"/>
                </a:lnTo>
                <a:lnTo>
                  <a:pt x="197" y="150"/>
                </a:lnTo>
                <a:lnTo>
                  <a:pt x="198" y="150"/>
                </a:lnTo>
                <a:lnTo>
                  <a:pt x="199" y="150"/>
                </a:lnTo>
                <a:lnTo>
                  <a:pt x="199" y="151"/>
                </a:lnTo>
                <a:lnTo>
                  <a:pt x="200" y="151"/>
                </a:lnTo>
                <a:lnTo>
                  <a:pt x="200" y="152"/>
                </a:lnTo>
                <a:lnTo>
                  <a:pt x="201" y="153"/>
                </a:lnTo>
                <a:lnTo>
                  <a:pt x="202" y="154"/>
                </a:lnTo>
                <a:lnTo>
                  <a:pt x="202" y="155"/>
                </a:lnTo>
                <a:lnTo>
                  <a:pt x="202" y="156"/>
                </a:lnTo>
                <a:lnTo>
                  <a:pt x="203" y="156"/>
                </a:lnTo>
                <a:lnTo>
                  <a:pt x="204" y="157"/>
                </a:lnTo>
                <a:lnTo>
                  <a:pt x="204" y="156"/>
                </a:lnTo>
                <a:lnTo>
                  <a:pt x="205" y="156"/>
                </a:lnTo>
                <a:lnTo>
                  <a:pt x="206" y="156"/>
                </a:lnTo>
                <a:lnTo>
                  <a:pt x="206" y="155"/>
                </a:lnTo>
                <a:lnTo>
                  <a:pt x="207" y="155"/>
                </a:lnTo>
                <a:lnTo>
                  <a:pt x="207" y="156"/>
                </a:lnTo>
                <a:lnTo>
                  <a:pt x="207" y="157"/>
                </a:lnTo>
                <a:lnTo>
                  <a:pt x="208" y="157"/>
                </a:lnTo>
                <a:lnTo>
                  <a:pt x="209" y="157"/>
                </a:lnTo>
                <a:lnTo>
                  <a:pt x="209" y="158"/>
                </a:lnTo>
                <a:lnTo>
                  <a:pt x="210" y="158"/>
                </a:lnTo>
                <a:lnTo>
                  <a:pt x="212" y="158"/>
                </a:lnTo>
                <a:lnTo>
                  <a:pt x="213" y="159"/>
                </a:lnTo>
                <a:lnTo>
                  <a:pt x="213" y="160"/>
                </a:lnTo>
                <a:lnTo>
                  <a:pt x="214" y="161"/>
                </a:lnTo>
                <a:lnTo>
                  <a:pt x="214" y="162"/>
                </a:lnTo>
                <a:lnTo>
                  <a:pt x="215" y="162"/>
                </a:lnTo>
                <a:lnTo>
                  <a:pt x="216" y="162"/>
                </a:lnTo>
                <a:lnTo>
                  <a:pt x="216" y="161"/>
                </a:lnTo>
                <a:lnTo>
                  <a:pt x="215" y="161"/>
                </a:lnTo>
                <a:lnTo>
                  <a:pt x="215" y="160"/>
                </a:lnTo>
                <a:lnTo>
                  <a:pt x="216" y="160"/>
                </a:lnTo>
                <a:lnTo>
                  <a:pt x="216" y="159"/>
                </a:lnTo>
                <a:lnTo>
                  <a:pt x="217" y="159"/>
                </a:lnTo>
                <a:lnTo>
                  <a:pt x="217" y="158"/>
                </a:lnTo>
                <a:lnTo>
                  <a:pt x="218" y="157"/>
                </a:lnTo>
                <a:lnTo>
                  <a:pt x="218" y="156"/>
                </a:lnTo>
                <a:lnTo>
                  <a:pt x="218" y="155"/>
                </a:lnTo>
                <a:lnTo>
                  <a:pt x="218" y="154"/>
                </a:lnTo>
                <a:lnTo>
                  <a:pt x="218" y="153"/>
                </a:lnTo>
                <a:lnTo>
                  <a:pt x="218" y="152"/>
                </a:lnTo>
                <a:lnTo>
                  <a:pt x="218" y="151"/>
                </a:lnTo>
                <a:lnTo>
                  <a:pt x="219" y="151"/>
                </a:lnTo>
                <a:lnTo>
                  <a:pt x="219" y="150"/>
                </a:lnTo>
                <a:lnTo>
                  <a:pt x="219" y="149"/>
                </a:lnTo>
                <a:lnTo>
                  <a:pt x="220" y="149"/>
                </a:lnTo>
                <a:lnTo>
                  <a:pt x="220" y="148"/>
                </a:lnTo>
                <a:lnTo>
                  <a:pt x="220" y="147"/>
                </a:lnTo>
                <a:lnTo>
                  <a:pt x="220" y="146"/>
                </a:lnTo>
                <a:lnTo>
                  <a:pt x="220" y="145"/>
                </a:lnTo>
                <a:lnTo>
                  <a:pt x="220" y="144"/>
                </a:lnTo>
                <a:lnTo>
                  <a:pt x="219" y="144"/>
                </a:lnTo>
                <a:lnTo>
                  <a:pt x="219" y="143"/>
                </a:lnTo>
                <a:lnTo>
                  <a:pt x="219" y="142"/>
                </a:lnTo>
                <a:lnTo>
                  <a:pt x="218" y="142"/>
                </a:lnTo>
                <a:lnTo>
                  <a:pt x="217" y="142"/>
                </a:lnTo>
                <a:lnTo>
                  <a:pt x="218" y="142"/>
                </a:lnTo>
                <a:lnTo>
                  <a:pt x="218" y="141"/>
                </a:lnTo>
                <a:lnTo>
                  <a:pt x="218" y="140"/>
                </a:lnTo>
                <a:lnTo>
                  <a:pt x="219" y="139"/>
                </a:lnTo>
                <a:lnTo>
                  <a:pt x="220" y="139"/>
                </a:lnTo>
                <a:lnTo>
                  <a:pt x="221" y="139"/>
                </a:lnTo>
                <a:lnTo>
                  <a:pt x="222" y="140"/>
                </a:lnTo>
                <a:lnTo>
                  <a:pt x="223" y="140"/>
                </a:lnTo>
                <a:lnTo>
                  <a:pt x="223" y="139"/>
                </a:lnTo>
                <a:lnTo>
                  <a:pt x="224" y="139"/>
                </a:lnTo>
                <a:lnTo>
                  <a:pt x="224" y="140"/>
                </a:lnTo>
                <a:lnTo>
                  <a:pt x="225" y="140"/>
                </a:lnTo>
                <a:lnTo>
                  <a:pt x="226" y="140"/>
                </a:lnTo>
                <a:lnTo>
                  <a:pt x="226" y="139"/>
                </a:lnTo>
                <a:lnTo>
                  <a:pt x="226" y="138"/>
                </a:lnTo>
                <a:lnTo>
                  <a:pt x="227" y="137"/>
                </a:lnTo>
                <a:lnTo>
                  <a:pt x="227" y="136"/>
                </a:lnTo>
                <a:lnTo>
                  <a:pt x="227" y="135"/>
                </a:lnTo>
                <a:lnTo>
                  <a:pt x="228" y="135"/>
                </a:lnTo>
                <a:lnTo>
                  <a:pt x="228" y="134"/>
                </a:lnTo>
                <a:lnTo>
                  <a:pt x="228" y="133"/>
                </a:lnTo>
                <a:lnTo>
                  <a:pt x="228" y="132"/>
                </a:lnTo>
                <a:lnTo>
                  <a:pt x="228" y="131"/>
                </a:lnTo>
                <a:lnTo>
                  <a:pt x="228" y="130"/>
                </a:lnTo>
                <a:lnTo>
                  <a:pt x="228" y="129"/>
                </a:lnTo>
                <a:lnTo>
                  <a:pt x="229" y="129"/>
                </a:lnTo>
                <a:lnTo>
                  <a:pt x="230" y="129"/>
                </a:lnTo>
                <a:lnTo>
                  <a:pt x="231" y="130"/>
                </a:lnTo>
                <a:lnTo>
                  <a:pt x="231" y="131"/>
                </a:lnTo>
                <a:lnTo>
                  <a:pt x="231" y="132"/>
                </a:lnTo>
                <a:lnTo>
                  <a:pt x="231" y="133"/>
                </a:lnTo>
                <a:lnTo>
                  <a:pt x="231" y="132"/>
                </a:lnTo>
                <a:lnTo>
                  <a:pt x="232" y="132"/>
                </a:lnTo>
                <a:lnTo>
                  <a:pt x="232" y="133"/>
                </a:lnTo>
                <a:lnTo>
                  <a:pt x="232" y="134"/>
                </a:lnTo>
                <a:lnTo>
                  <a:pt x="233" y="134"/>
                </a:lnTo>
                <a:lnTo>
                  <a:pt x="233" y="135"/>
                </a:lnTo>
                <a:lnTo>
                  <a:pt x="234" y="135"/>
                </a:lnTo>
                <a:lnTo>
                  <a:pt x="234" y="137"/>
                </a:lnTo>
                <a:lnTo>
                  <a:pt x="235" y="138"/>
                </a:lnTo>
                <a:lnTo>
                  <a:pt x="235" y="139"/>
                </a:lnTo>
                <a:lnTo>
                  <a:pt x="235" y="140"/>
                </a:lnTo>
                <a:lnTo>
                  <a:pt x="236" y="140"/>
                </a:lnTo>
                <a:lnTo>
                  <a:pt x="238" y="140"/>
                </a:lnTo>
                <a:lnTo>
                  <a:pt x="239" y="140"/>
                </a:lnTo>
                <a:lnTo>
                  <a:pt x="240" y="140"/>
                </a:lnTo>
                <a:lnTo>
                  <a:pt x="241" y="140"/>
                </a:lnTo>
                <a:lnTo>
                  <a:pt x="241" y="141"/>
                </a:lnTo>
                <a:lnTo>
                  <a:pt x="242" y="141"/>
                </a:lnTo>
                <a:lnTo>
                  <a:pt x="243" y="141"/>
                </a:lnTo>
                <a:lnTo>
                  <a:pt x="244" y="141"/>
                </a:lnTo>
                <a:lnTo>
                  <a:pt x="243" y="142"/>
                </a:lnTo>
                <a:lnTo>
                  <a:pt x="243" y="143"/>
                </a:lnTo>
                <a:lnTo>
                  <a:pt x="243" y="144"/>
                </a:lnTo>
                <a:lnTo>
                  <a:pt x="242" y="144"/>
                </a:lnTo>
                <a:lnTo>
                  <a:pt x="242" y="145"/>
                </a:lnTo>
                <a:lnTo>
                  <a:pt x="243" y="145"/>
                </a:lnTo>
                <a:lnTo>
                  <a:pt x="244" y="145"/>
                </a:lnTo>
                <a:lnTo>
                  <a:pt x="245" y="145"/>
                </a:lnTo>
                <a:lnTo>
                  <a:pt x="246" y="145"/>
                </a:lnTo>
                <a:lnTo>
                  <a:pt x="247" y="146"/>
                </a:lnTo>
                <a:lnTo>
                  <a:pt x="247" y="147"/>
                </a:lnTo>
                <a:lnTo>
                  <a:pt x="248" y="148"/>
                </a:lnTo>
                <a:lnTo>
                  <a:pt x="249" y="148"/>
                </a:lnTo>
                <a:lnTo>
                  <a:pt x="250" y="148"/>
                </a:lnTo>
                <a:lnTo>
                  <a:pt x="250" y="149"/>
                </a:lnTo>
                <a:lnTo>
                  <a:pt x="250" y="150"/>
                </a:lnTo>
                <a:lnTo>
                  <a:pt x="250" y="151"/>
                </a:lnTo>
                <a:lnTo>
                  <a:pt x="251" y="151"/>
                </a:lnTo>
                <a:lnTo>
                  <a:pt x="251" y="153"/>
                </a:lnTo>
                <a:lnTo>
                  <a:pt x="250" y="154"/>
                </a:lnTo>
                <a:lnTo>
                  <a:pt x="250" y="155"/>
                </a:lnTo>
                <a:lnTo>
                  <a:pt x="251" y="155"/>
                </a:lnTo>
                <a:lnTo>
                  <a:pt x="251" y="156"/>
                </a:lnTo>
                <a:lnTo>
                  <a:pt x="251" y="159"/>
                </a:lnTo>
                <a:lnTo>
                  <a:pt x="252" y="160"/>
                </a:lnTo>
                <a:lnTo>
                  <a:pt x="252" y="161"/>
                </a:lnTo>
                <a:lnTo>
                  <a:pt x="252" y="162"/>
                </a:lnTo>
                <a:lnTo>
                  <a:pt x="252" y="163"/>
                </a:lnTo>
                <a:lnTo>
                  <a:pt x="251" y="163"/>
                </a:lnTo>
                <a:lnTo>
                  <a:pt x="251" y="164"/>
                </a:lnTo>
                <a:lnTo>
                  <a:pt x="250" y="164"/>
                </a:lnTo>
                <a:lnTo>
                  <a:pt x="250" y="165"/>
                </a:lnTo>
                <a:lnTo>
                  <a:pt x="249" y="165"/>
                </a:lnTo>
                <a:lnTo>
                  <a:pt x="249" y="166"/>
                </a:lnTo>
                <a:lnTo>
                  <a:pt x="249" y="167"/>
                </a:lnTo>
                <a:lnTo>
                  <a:pt x="248" y="167"/>
                </a:lnTo>
                <a:lnTo>
                  <a:pt x="248" y="168"/>
                </a:lnTo>
                <a:lnTo>
                  <a:pt x="249" y="168"/>
                </a:lnTo>
                <a:lnTo>
                  <a:pt x="249" y="169"/>
                </a:lnTo>
                <a:lnTo>
                  <a:pt x="250" y="169"/>
                </a:lnTo>
                <a:lnTo>
                  <a:pt x="250" y="171"/>
                </a:lnTo>
                <a:lnTo>
                  <a:pt x="251" y="171"/>
                </a:lnTo>
                <a:lnTo>
                  <a:pt x="252" y="171"/>
                </a:lnTo>
                <a:lnTo>
                  <a:pt x="252" y="172"/>
                </a:lnTo>
                <a:lnTo>
                  <a:pt x="253" y="172"/>
                </a:lnTo>
                <a:lnTo>
                  <a:pt x="253" y="171"/>
                </a:lnTo>
                <a:lnTo>
                  <a:pt x="253" y="172"/>
                </a:lnTo>
                <a:lnTo>
                  <a:pt x="254" y="172"/>
                </a:lnTo>
                <a:lnTo>
                  <a:pt x="254" y="171"/>
                </a:lnTo>
                <a:lnTo>
                  <a:pt x="255" y="171"/>
                </a:lnTo>
                <a:lnTo>
                  <a:pt x="255" y="172"/>
                </a:lnTo>
                <a:lnTo>
                  <a:pt x="256" y="172"/>
                </a:lnTo>
                <a:lnTo>
                  <a:pt x="257" y="172"/>
                </a:lnTo>
                <a:lnTo>
                  <a:pt x="257" y="173"/>
                </a:lnTo>
                <a:lnTo>
                  <a:pt x="258" y="174"/>
                </a:lnTo>
                <a:lnTo>
                  <a:pt x="259" y="174"/>
                </a:lnTo>
                <a:lnTo>
                  <a:pt x="259" y="173"/>
                </a:lnTo>
                <a:lnTo>
                  <a:pt x="260" y="173"/>
                </a:lnTo>
                <a:lnTo>
                  <a:pt x="260" y="172"/>
                </a:lnTo>
                <a:lnTo>
                  <a:pt x="260" y="171"/>
                </a:lnTo>
                <a:lnTo>
                  <a:pt x="261" y="170"/>
                </a:lnTo>
                <a:lnTo>
                  <a:pt x="261" y="168"/>
                </a:lnTo>
                <a:lnTo>
                  <a:pt x="260" y="167"/>
                </a:lnTo>
                <a:lnTo>
                  <a:pt x="261" y="167"/>
                </a:lnTo>
                <a:lnTo>
                  <a:pt x="261" y="166"/>
                </a:lnTo>
                <a:lnTo>
                  <a:pt x="261" y="165"/>
                </a:lnTo>
                <a:lnTo>
                  <a:pt x="261" y="164"/>
                </a:lnTo>
                <a:lnTo>
                  <a:pt x="262" y="163"/>
                </a:lnTo>
                <a:lnTo>
                  <a:pt x="263" y="163"/>
                </a:lnTo>
                <a:lnTo>
                  <a:pt x="263" y="162"/>
                </a:lnTo>
                <a:lnTo>
                  <a:pt x="264" y="162"/>
                </a:lnTo>
                <a:lnTo>
                  <a:pt x="263" y="162"/>
                </a:lnTo>
                <a:lnTo>
                  <a:pt x="263" y="161"/>
                </a:lnTo>
                <a:lnTo>
                  <a:pt x="263" y="160"/>
                </a:lnTo>
                <a:lnTo>
                  <a:pt x="264" y="161"/>
                </a:lnTo>
                <a:lnTo>
                  <a:pt x="265" y="161"/>
                </a:lnTo>
                <a:lnTo>
                  <a:pt x="266" y="161"/>
                </a:lnTo>
                <a:lnTo>
                  <a:pt x="267" y="162"/>
                </a:lnTo>
                <a:lnTo>
                  <a:pt x="268" y="162"/>
                </a:lnTo>
                <a:lnTo>
                  <a:pt x="269" y="162"/>
                </a:lnTo>
                <a:lnTo>
                  <a:pt x="270" y="162"/>
                </a:lnTo>
                <a:lnTo>
                  <a:pt x="270" y="163"/>
                </a:lnTo>
                <a:lnTo>
                  <a:pt x="271" y="163"/>
                </a:lnTo>
                <a:lnTo>
                  <a:pt x="271" y="162"/>
                </a:lnTo>
                <a:lnTo>
                  <a:pt x="272" y="162"/>
                </a:lnTo>
                <a:lnTo>
                  <a:pt x="273" y="161"/>
                </a:lnTo>
                <a:lnTo>
                  <a:pt x="274" y="160"/>
                </a:lnTo>
                <a:lnTo>
                  <a:pt x="275" y="160"/>
                </a:lnTo>
                <a:lnTo>
                  <a:pt x="276" y="159"/>
                </a:lnTo>
                <a:lnTo>
                  <a:pt x="276" y="160"/>
                </a:lnTo>
                <a:lnTo>
                  <a:pt x="276" y="161"/>
                </a:lnTo>
                <a:lnTo>
                  <a:pt x="275" y="162"/>
                </a:lnTo>
                <a:lnTo>
                  <a:pt x="275" y="163"/>
                </a:lnTo>
                <a:lnTo>
                  <a:pt x="274" y="164"/>
                </a:lnTo>
                <a:lnTo>
                  <a:pt x="274" y="165"/>
                </a:lnTo>
                <a:lnTo>
                  <a:pt x="275" y="165"/>
                </a:lnTo>
                <a:lnTo>
                  <a:pt x="275" y="164"/>
                </a:lnTo>
                <a:lnTo>
                  <a:pt x="276" y="164"/>
                </a:lnTo>
                <a:lnTo>
                  <a:pt x="276" y="163"/>
                </a:lnTo>
                <a:lnTo>
                  <a:pt x="277" y="163"/>
                </a:lnTo>
                <a:lnTo>
                  <a:pt x="277" y="162"/>
                </a:lnTo>
                <a:lnTo>
                  <a:pt x="278" y="162"/>
                </a:lnTo>
                <a:lnTo>
                  <a:pt x="279" y="162"/>
                </a:lnTo>
                <a:lnTo>
                  <a:pt x="279" y="163"/>
                </a:lnTo>
                <a:lnTo>
                  <a:pt x="279" y="164"/>
                </a:lnTo>
                <a:lnTo>
                  <a:pt x="280" y="165"/>
                </a:lnTo>
                <a:lnTo>
                  <a:pt x="281" y="165"/>
                </a:lnTo>
                <a:lnTo>
                  <a:pt x="282" y="165"/>
                </a:lnTo>
                <a:lnTo>
                  <a:pt x="282" y="166"/>
                </a:lnTo>
                <a:lnTo>
                  <a:pt x="283" y="166"/>
                </a:lnTo>
                <a:lnTo>
                  <a:pt x="283" y="167"/>
                </a:lnTo>
                <a:lnTo>
                  <a:pt x="283" y="168"/>
                </a:lnTo>
                <a:lnTo>
                  <a:pt x="284" y="168"/>
                </a:lnTo>
                <a:lnTo>
                  <a:pt x="284" y="169"/>
                </a:lnTo>
                <a:lnTo>
                  <a:pt x="285" y="169"/>
                </a:lnTo>
                <a:lnTo>
                  <a:pt x="285" y="170"/>
                </a:lnTo>
                <a:lnTo>
                  <a:pt x="286" y="171"/>
                </a:lnTo>
                <a:lnTo>
                  <a:pt x="286" y="172"/>
                </a:lnTo>
                <a:lnTo>
                  <a:pt x="287" y="172"/>
                </a:lnTo>
                <a:lnTo>
                  <a:pt x="286" y="172"/>
                </a:lnTo>
                <a:lnTo>
                  <a:pt x="285" y="172"/>
                </a:lnTo>
                <a:lnTo>
                  <a:pt x="286" y="172"/>
                </a:lnTo>
                <a:lnTo>
                  <a:pt x="286" y="173"/>
                </a:lnTo>
                <a:lnTo>
                  <a:pt x="287" y="173"/>
                </a:lnTo>
                <a:lnTo>
                  <a:pt x="286" y="173"/>
                </a:lnTo>
                <a:lnTo>
                  <a:pt x="286" y="174"/>
                </a:lnTo>
                <a:lnTo>
                  <a:pt x="287" y="174"/>
                </a:lnTo>
                <a:lnTo>
                  <a:pt x="288" y="174"/>
                </a:lnTo>
                <a:lnTo>
                  <a:pt x="288" y="175"/>
                </a:lnTo>
                <a:lnTo>
                  <a:pt x="287" y="175"/>
                </a:lnTo>
                <a:lnTo>
                  <a:pt x="287" y="176"/>
                </a:lnTo>
                <a:lnTo>
                  <a:pt x="288" y="176"/>
                </a:lnTo>
                <a:lnTo>
                  <a:pt x="288" y="175"/>
                </a:lnTo>
                <a:lnTo>
                  <a:pt x="289" y="175"/>
                </a:lnTo>
                <a:lnTo>
                  <a:pt x="289" y="176"/>
                </a:lnTo>
                <a:lnTo>
                  <a:pt x="288" y="176"/>
                </a:lnTo>
                <a:lnTo>
                  <a:pt x="288" y="177"/>
                </a:lnTo>
                <a:lnTo>
                  <a:pt x="289" y="177"/>
                </a:lnTo>
                <a:lnTo>
                  <a:pt x="289" y="178"/>
                </a:lnTo>
                <a:lnTo>
                  <a:pt x="290" y="178"/>
                </a:lnTo>
                <a:lnTo>
                  <a:pt x="290" y="179"/>
                </a:lnTo>
                <a:lnTo>
                  <a:pt x="291" y="178"/>
                </a:lnTo>
                <a:lnTo>
                  <a:pt x="291" y="179"/>
                </a:lnTo>
                <a:lnTo>
                  <a:pt x="292" y="179"/>
                </a:lnTo>
                <a:lnTo>
                  <a:pt x="291" y="180"/>
                </a:lnTo>
                <a:lnTo>
                  <a:pt x="292" y="180"/>
                </a:lnTo>
                <a:lnTo>
                  <a:pt x="293" y="179"/>
                </a:lnTo>
                <a:lnTo>
                  <a:pt x="293" y="180"/>
                </a:lnTo>
                <a:lnTo>
                  <a:pt x="294" y="180"/>
                </a:lnTo>
                <a:lnTo>
                  <a:pt x="294" y="181"/>
                </a:lnTo>
                <a:lnTo>
                  <a:pt x="295" y="180"/>
                </a:lnTo>
                <a:lnTo>
                  <a:pt x="295" y="181"/>
                </a:lnTo>
                <a:lnTo>
                  <a:pt x="296" y="181"/>
                </a:lnTo>
                <a:lnTo>
                  <a:pt x="297" y="181"/>
                </a:lnTo>
                <a:lnTo>
                  <a:pt x="297" y="182"/>
                </a:lnTo>
                <a:lnTo>
                  <a:pt x="298" y="182"/>
                </a:lnTo>
                <a:lnTo>
                  <a:pt x="298" y="183"/>
                </a:lnTo>
                <a:lnTo>
                  <a:pt x="300" y="183"/>
                </a:lnTo>
                <a:lnTo>
                  <a:pt x="300" y="182"/>
                </a:lnTo>
                <a:lnTo>
                  <a:pt x="299" y="181"/>
                </a:lnTo>
                <a:lnTo>
                  <a:pt x="299" y="180"/>
                </a:lnTo>
                <a:lnTo>
                  <a:pt x="299" y="179"/>
                </a:lnTo>
                <a:lnTo>
                  <a:pt x="299" y="178"/>
                </a:lnTo>
                <a:lnTo>
                  <a:pt x="300" y="177"/>
                </a:lnTo>
                <a:lnTo>
                  <a:pt x="300" y="176"/>
                </a:lnTo>
                <a:lnTo>
                  <a:pt x="299" y="176"/>
                </a:lnTo>
                <a:lnTo>
                  <a:pt x="299" y="175"/>
                </a:lnTo>
                <a:lnTo>
                  <a:pt x="299" y="174"/>
                </a:lnTo>
                <a:lnTo>
                  <a:pt x="300" y="173"/>
                </a:lnTo>
                <a:lnTo>
                  <a:pt x="300" y="172"/>
                </a:lnTo>
                <a:lnTo>
                  <a:pt x="301" y="172"/>
                </a:lnTo>
                <a:lnTo>
                  <a:pt x="302" y="173"/>
                </a:lnTo>
                <a:lnTo>
                  <a:pt x="303" y="173"/>
                </a:lnTo>
                <a:lnTo>
                  <a:pt x="303" y="174"/>
                </a:lnTo>
                <a:lnTo>
                  <a:pt x="304" y="174"/>
                </a:lnTo>
                <a:lnTo>
                  <a:pt x="305" y="174"/>
                </a:lnTo>
                <a:lnTo>
                  <a:pt x="305" y="173"/>
                </a:lnTo>
                <a:lnTo>
                  <a:pt x="305" y="172"/>
                </a:lnTo>
                <a:lnTo>
                  <a:pt x="304" y="172"/>
                </a:lnTo>
                <a:lnTo>
                  <a:pt x="304" y="171"/>
                </a:lnTo>
                <a:lnTo>
                  <a:pt x="304" y="170"/>
                </a:lnTo>
                <a:lnTo>
                  <a:pt x="303" y="169"/>
                </a:lnTo>
                <a:lnTo>
                  <a:pt x="302" y="168"/>
                </a:lnTo>
                <a:lnTo>
                  <a:pt x="302" y="167"/>
                </a:lnTo>
                <a:lnTo>
                  <a:pt x="303" y="167"/>
                </a:lnTo>
                <a:lnTo>
                  <a:pt x="304" y="168"/>
                </a:lnTo>
                <a:lnTo>
                  <a:pt x="305" y="168"/>
                </a:lnTo>
                <a:lnTo>
                  <a:pt x="306" y="169"/>
                </a:lnTo>
                <a:lnTo>
                  <a:pt x="307" y="169"/>
                </a:lnTo>
                <a:lnTo>
                  <a:pt x="307" y="170"/>
                </a:lnTo>
                <a:lnTo>
                  <a:pt x="308" y="170"/>
                </a:lnTo>
                <a:lnTo>
                  <a:pt x="308" y="169"/>
                </a:lnTo>
                <a:lnTo>
                  <a:pt x="309" y="169"/>
                </a:lnTo>
                <a:lnTo>
                  <a:pt x="309" y="168"/>
                </a:lnTo>
                <a:lnTo>
                  <a:pt x="309" y="169"/>
                </a:lnTo>
                <a:lnTo>
                  <a:pt x="309" y="170"/>
                </a:lnTo>
                <a:lnTo>
                  <a:pt x="310" y="171"/>
                </a:lnTo>
                <a:lnTo>
                  <a:pt x="311" y="171"/>
                </a:lnTo>
                <a:lnTo>
                  <a:pt x="311" y="170"/>
                </a:lnTo>
                <a:lnTo>
                  <a:pt x="312" y="170"/>
                </a:lnTo>
                <a:lnTo>
                  <a:pt x="312" y="169"/>
                </a:lnTo>
                <a:lnTo>
                  <a:pt x="312" y="170"/>
                </a:lnTo>
                <a:lnTo>
                  <a:pt x="313" y="170"/>
                </a:lnTo>
                <a:lnTo>
                  <a:pt x="314" y="170"/>
                </a:lnTo>
                <a:lnTo>
                  <a:pt x="315" y="170"/>
                </a:lnTo>
                <a:lnTo>
                  <a:pt x="316" y="170"/>
                </a:lnTo>
                <a:lnTo>
                  <a:pt x="316" y="171"/>
                </a:lnTo>
                <a:lnTo>
                  <a:pt x="317" y="171"/>
                </a:lnTo>
                <a:lnTo>
                  <a:pt x="318" y="171"/>
                </a:lnTo>
                <a:lnTo>
                  <a:pt x="319" y="171"/>
                </a:lnTo>
                <a:lnTo>
                  <a:pt x="319" y="172"/>
                </a:lnTo>
                <a:lnTo>
                  <a:pt x="320" y="172"/>
                </a:lnTo>
                <a:lnTo>
                  <a:pt x="320" y="173"/>
                </a:lnTo>
                <a:lnTo>
                  <a:pt x="321" y="173"/>
                </a:lnTo>
                <a:lnTo>
                  <a:pt x="321" y="174"/>
                </a:lnTo>
                <a:lnTo>
                  <a:pt x="322" y="174"/>
                </a:lnTo>
                <a:lnTo>
                  <a:pt x="322" y="173"/>
                </a:lnTo>
                <a:lnTo>
                  <a:pt x="323" y="174"/>
                </a:lnTo>
                <a:lnTo>
                  <a:pt x="323" y="175"/>
                </a:lnTo>
                <a:lnTo>
                  <a:pt x="324" y="175"/>
                </a:lnTo>
                <a:lnTo>
                  <a:pt x="325" y="174"/>
                </a:lnTo>
                <a:lnTo>
                  <a:pt x="326" y="173"/>
                </a:lnTo>
                <a:lnTo>
                  <a:pt x="327" y="173"/>
                </a:lnTo>
                <a:lnTo>
                  <a:pt x="328" y="173"/>
                </a:lnTo>
                <a:lnTo>
                  <a:pt x="328" y="172"/>
                </a:lnTo>
                <a:lnTo>
                  <a:pt x="329" y="172"/>
                </a:lnTo>
                <a:lnTo>
                  <a:pt x="330" y="172"/>
                </a:lnTo>
                <a:lnTo>
                  <a:pt x="331" y="171"/>
                </a:lnTo>
                <a:lnTo>
                  <a:pt x="332" y="171"/>
                </a:lnTo>
                <a:lnTo>
                  <a:pt x="332" y="170"/>
                </a:lnTo>
                <a:lnTo>
                  <a:pt x="333" y="169"/>
                </a:lnTo>
                <a:lnTo>
                  <a:pt x="334" y="168"/>
                </a:lnTo>
                <a:lnTo>
                  <a:pt x="335" y="168"/>
                </a:lnTo>
                <a:lnTo>
                  <a:pt x="336" y="167"/>
                </a:lnTo>
                <a:lnTo>
                  <a:pt x="337" y="167"/>
                </a:lnTo>
                <a:lnTo>
                  <a:pt x="337" y="168"/>
                </a:lnTo>
                <a:lnTo>
                  <a:pt x="338" y="168"/>
                </a:lnTo>
                <a:lnTo>
                  <a:pt x="339" y="168"/>
                </a:lnTo>
                <a:lnTo>
                  <a:pt x="340" y="168"/>
                </a:lnTo>
                <a:lnTo>
                  <a:pt x="340" y="169"/>
                </a:lnTo>
                <a:lnTo>
                  <a:pt x="340" y="170"/>
                </a:lnTo>
                <a:lnTo>
                  <a:pt x="340" y="171"/>
                </a:lnTo>
                <a:lnTo>
                  <a:pt x="340" y="172"/>
                </a:lnTo>
                <a:lnTo>
                  <a:pt x="341" y="172"/>
                </a:lnTo>
                <a:lnTo>
                  <a:pt x="341" y="171"/>
                </a:lnTo>
                <a:lnTo>
                  <a:pt x="341" y="170"/>
                </a:lnTo>
                <a:lnTo>
                  <a:pt x="341" y="169"/>
                </a:lnTo>
                <a:lnTo>
                  <a:pt x="342" y="169"/>
                </a:lnTo>
                <a:lnTo>
                  <a:pt x="343" y="169"/>
                </a:lnTo>
                <a:lnTo>
                  <a:pt x="344" y="169"/>
                </a:lnTo>
                <a:lnTo>
                  <a:pt x="345" y="168"/>
                </a:lnTo>
                <a:lnTo>
                  <a:pt x="346" y="167"/>
                </a:lnTo>
                <a:lnTo>
                  <a:pt x="346" y="166"/>
                </a:lnTo>
                <a:lnTo>
                  <a:pt x="346" y="167"/>
                </a:lnTo>
                <a:lnTo>
                  <a:pt x="347" y="167"/>
                </a:lnTo>
                <a:lnTo>
                  <a:pt x="348" y="166"/>
                </a:lnTo>
                <a:lnTo>
                  <a:pt x="348" y="165"/>
                </a:lnTo>
                <a:lnTo>
                  <a:pt x="348" y="164"/>
                </a:lnTo>
                <a:lnTo>
                  <a:pt x="349" y="164"/>
                </a:lnTo>
                <a:lnTo>
                  <a:pt x="350" y="163"/>
                </a:lnTo>
                <a:lnTo>
                  <a:pt x="350" y="161"/>
                </a:lnTo>
                <a:lnTo>
                  <a:pt x="350" y="160"/>
                </a:lnTo>
                <a:lnTo>
                  <a:pt x="351" y="159"/>
                </a:lnTo>
                <a:lnTo>
                  <a:pt x="351" y="158"/>
                </a:lnTo>
                <a:lnTo>
                  <a:pt x="350" y="158"/>
                </a:lnTo>
                <a:lnTo>
                  <a:pt x="350" y="157"/>
                </a:lnTo>
                <a:lnTo>
                  <a:pt x="351" y="157"/>
                </a:lnTo>
                <a:lnTo>
                  <a:pt x="351" y="156"/>
                </a:lnTo>
                <a:lnTo>
                  <a:pt x="351" y="155"/>
                </a:lnTo>
                <a:lnTo>
                  <a:pt x="351" y="154"/>
                </a:lnTo>
                <a:lnTo>
                  <a:pt x="351" y="153"/>
                </a:lnTo>
                <a:lnTo>
                  <a:pt x="351" y="152"/>
                </a:lnTo>
                <a:lnTo>
                  <a:pt x="352" y="152"/>
                </a:lnTo>
                <a:lnTo>
                  <a:pt x="351" y="152"/>
                </a:lnTo>
                <a:lnTo>
                  <a:pt x="351" y="151"/>
                </a:lnTo>
                <a:lnTo>
                  <a:pt x="350" y="151"/>
                </a:lnTo>
                <a:lnTo>
                  <a:pt x="350" y="150"/>
                </a:lnTo>
                <a:lnTo>
                  <a:pt x="350" y="149"/>
                </a:lnTo>
                <a:lnTo>
                  <a:pt x="350" y="148"/>
                </a:lnTo>
                <a:lnTo>
                  <a:pt x="349" y="148"/>
                </a:lnTo>
                <a:lnTo>
                  <a:pt x="348" y="148"/>
                </a:lnTo>
                <a:lnTo>
                  <a:pt x="348" y="147"/>
                </a:lnTo>
                <a:lnTo>
                  <a:pt x="348" y="146"/>
                </a:lnTo>
                <a:lnTo>
                  <a:pt x="347" y="146"/>
                </a:lnTo>
                <a:lnTo>
                  <a:pt x="346" y="145"/>
                </a:lnTo>
                <a:lnTo>
                  <a:pt x="345" y="145"/>
                </a:lnTo>
                <a:lnTo>
                  <a:pt x="345" y="144"/>
                </a:lnTo>
                <a:lnTo>
                  <a:pt x="344" y="144"/>
                </a:lnTo>
                <a:lnTo>
                  <a:pt x="343" y="144"/>
                </a:lnTo>
                <a:lnTo>
                  <a:pt x="342" y="144"/>
                </a:lnTo>
                <a:lnTo>
                  <a:pt x="341" y="143"/>
                </a:lnTo>
                <a:lnTo>
                  <a:pt x="342" y="142"/>
                </a:lnTo>
                <a:lnTo>
                  <a:pt x="342" y="141"/>
                </a:lnTo>
                <a:lnTo>
                  <a:pt x="341" y="141"/>
                </a:lnTo>
                <a:lnTo>
                  <a:pt x="342" y="140"/>
                </a:lnTo>
                <a:lnTo>
                  <a:pt x="342" y="139"/>
                </a:lnTo>
                <a:lnTo>
                  <a:pt x="342" y="138"/>
                </a:lnTo>
                <a:lnTo>
                  <a:pt x="342" y="137"/>
                </a:lnTo>
                <a:lnTo>
                  <a:pt x="342" y="136"/>
                </a:lnTo>
                <a:lnTo>
                  <a:pt x="341" y="136"/>
                </a:lnTo>
                <a:lnTo>
                  <a:pt x="342" y="135"/>
                </a:lnTo>
                <a:lnTo>
                  <a:pt x="343" y="135"/>
                </a:lnTo>
                <a:lnTo>
                  <a:pt x="344" y="136"/>
                </a:lnTo>
                <a:lnTo>
                  <a:pt x="346" y="136"/>
                </a:lnTo>
                <a:lnTo>
                  <a:pt x="347" y="136"/>
                </a:lnTo>
                <a:lnTo>
                  <a:pt x="347" y="135"/>
                </a:lnTo>
                <a:lnTo>
                  <a:pt x="346" y="135"/>
                </a:lnTo>
                <a:lnTo>
                  <a:pt x="346" y="134"/>
                </a:lnTo>
                <a:lnTo>
                  <a:pt x="346" y="133"/>
                </a:lnTo>
                <a:lnTo>
                  <a:pt x="346" y="132"/>
                </a:lnTo>
                <a:lnTo>
                  <a:pt x="346" y="131"/>
                </a:lnTo>
                <a:lnTo>
                  <a:pt x="346" y="130"/>
                </a:lnTo>
                <a:lnTo>
                  <a:pt x="347" y="130"/>
                </a:lnTo>
                <a:lnTo>
                  <a:pt x="346" y="129"/>
                </a:lnTo>
                <a:lnTo>
                  <a:pt x="345" y="129"/>
                </a:lnTo>
                <a:lnTo>
                  <a:pt x="345" y="128"/>
                </a:lnTo>
                <a:lnTo>
                  <a:pt x="343" y="128"/>
                </a:lnTo>
                <a:lnTo>
                  <a:pt x="343" y="127"/>
                </a:lnTo>
                <a:lnTo>
                  <a:pt x="343" y="126"/>
                </a:lnTo>
                <a:lnTo>
                  <a:pt x="343" y="125"/>
                </a:lnTo>
                <a:lnTo>
                  <a:pt x="344" y="125"/>
                </a:lnTo>
                <a:lnTo>
                  <a:pt x="345" y="125"/>
                </a:lnTo>
                <a:lnTo>
                  <a:pt x="345" y="124"/>
                </a:lnTo>
                <a:lnTo>
                  <a:pt x="345" y="123"/>
                </a:lnTo>
                <a:lnTo>
                  <a:pt x="345" y="122"/>
                </a:lnTo>
                <a:lnTo>
                  <a:pt x="344" y="122"/>
                </a:lnTo>
                <a:lnTo>
                  <a:pt x="344" y="121"/>
                </a:lnTo>
                <a:lnTo>
                  <a:pt x="344" y="120"/>
                </a:lnTo>
                <a:lnTo>
                  <a:pt x="344" y="119"/>
                </a:lnTo>
                <a:lnTo>
                  <a:pt x="343" y="119"/>
                </a:lnTo>
                <a:lnTo>
                  <a:pt x="343" y="117"/>
                </a:lnTo>
                <a:lnTo>
                  <a:pt x="342" y="117"/>
                </a:lnTo>
                <a:lnTo>
                  <a:pt x="342" y="116"/>
                </a:lnTo>
                <a:lnTo>
                  <a:pt x="342" y="115"/>
                </a:lnTo>
                <a:lnTo>
                  <a:pt x="341" y="115"/>
                </a:lnTo>
                <a:lnTo>
                  <a:pt x="341" y="114"/>
                </a:lnTo>
                <a:lnTo>
                  <a:pt x="341" y="112"/>
                </a:lnTo>
                <a:lnTo>
                  <a:pt x="341" y="111"/>
                </a:lnTo>
                <a:lnTo>
                  <a:pt x="342" y="111"/>
                </a:lnTo>
                <a:lnTo>
                  <a:pt x="343" y="111"/>
                </a:lnTo>
                <a:lnTo>
                  <a:pt x="343" y="110"/>
                </a:lnTo>
                <a:lnTo>
                  <a:pt x="344" y="110"/>
                </a:lnTo>
                <a:lnTo>
                  <a:pt x="344" y="109"/>
                </a:lnTo>
                <a:lnTo>
                  <a:pt x="345" y="109"/>
                </a:lnTo>
                <a:lnTo>
                  <a:pt x="346" y="109"/>
                </a:lnTo>
                <a:lnTo>
                  <a:pt x="346" y="108"/>
                </a:lnTo>
                <a:lnTo>
                  <a:pt x="345" y="108"/>
                </a:lnTo>
                <a:lnTo>
                  <a:pt x="346" y="108"/>
                </a:lnTo>
                <a:lnTo>
                  <a:pt x="346" y="107"/>
                </a:lnTo>
                <a:lnTo>
                  <a:pt x="347" y="107"/>
                </a:lnTo>
                <a:lnTo>
                  <a:pt x="347" y="106"/>
                </a:lnTo>
                <a:lnTo>
                  <a:pt x="348" y="107"/>
                </a:lnTo>
                <a:lnTo>
                  <a:pt x="349" y="107"/>
                </a:lnTo>
                <a:lnTo>
                  <a:pt x="348" y="107"/>
                </a:lnTo>
                <a:lnTo>
                  <a:pt x="349" y="108"/>
                </a:lnTo>
                <a:lnTo>
                  <a:pt x="350" y="108"/>
                </a:lnTo>
                <a:lnTo>
                  <a:pt x="350" y="107"/>
                </a:lnTo>
                <a:lnTo>
                  <a:pt x="350" y="106"/>
                </a:lnTo>
                <a:lnTo>
                  <a:pt x="351" y="106"/>
                </a:lnTo>
                <a:lnTo>
                  <a:pt x="351" y="107"/>
                </a:lnTo>
                <a:lnTo>
                  <a:pt x="352" y="107"/>
                </a:lnTo>
                <a:lnTo>
                  <a:pt x="353" y="107"/>
                </a:lnTo>
                <a:lnTo>
                  <a:pt x="354" y="107"/>
                </a:lnTo>
                <a:lnTo>
                  <a:pt x="355" y="107"/>
                </a:lnTo>
                <a:lnTo>
                  <a:pt x="356" y="107"/>
                </a:lnTo>
                <a:lnTo>
                  <a:pt x="357" y="107"/>
                </a:lnTo>
                <a:lnTo>
                  <a:pt x="357" y="108"/>
                </a:lnTo>
                <a:lnTo>
                  <a:pt x="358" y="109"/>
                </a:lnTo>
                <a:lnTo>
                  <a:pt x="359" y="109"/>
                </a:lnTo>
                <a:lnTo>
                  <a:pt x="360" y="110"/>
                </a:lnTo>
                <a:lnTo>
                  <a:pt x="360" y="111"/>
                </a:lnTo>
                <a:lnTo>
                  <a:pt x="360" y="112"/>
                </a:lnTo>
                <a:lnTo>
                  <a:pt x="361" y="113"/>
                </a:lnTo>
                <a:lnTo>
                  <a:pt x="361" y="114"/>
                </a:lnTo>
                <a:lnTo>
                  <a:pt x="362" y="114"/>
                </a:lnTo>
                <a:lnTo>
                  <a:pt x="362" y="115"/>
                </a:lnTo>
                <a:lnTo>
                  <a:pt x="362" y="116"/>
                </a:lnTo>
                <a:lnTo>
                  <a:pt x="363" y="116"/>
                </a:lnTo>
                <a:lnTo>
                  <a:pt x="363" y="117"/>
                </a:lnTo>
                <a:lnTo>
                  <a:pt x="364" y="117"/>
                </a:lnTo>
                <a:lnTo>
                  <a:pt x="364" y="118"/>
                </a:lnTo>
                <a:lnTo>
                  <a:pt x="365" y="118"/>
                </a:lnTo>
                <a:lnTo>
                  <a:pt x="365" y="119"/>
                </a:lnTo>
                <a:lnTo>
                  <a:pt x="365" y="118"/>
                </a:lnTo>
                <a:lnTo>
                  <a:pt x="366" y="117"/>
                </a:lnTo>
                <a:lnTo>
                  <a:pt x="365" y="117"/>
                </a:lnTo>
                <a:lnTo>
                  <a:pt x="365" y="116"/>
                </a:lnTo>
                <a:lnTo>
                  <a:pt x="365" y="115"/>
                </a:lnTo>
                <a:lnTo>
                  <a:pt x="366" y="115"/>
                </a:lnTo>
                <a:lnTo>
                  <a:pt x="365" y="115"/>
                </a:lnTo>
                <a:lnTo>
                  <a:pt x="365" y="114"/>
                </a:lnTo>
                <a:lnTo>
                  <a:pt x="365" y="113"/>
                </a:lnTo>
                <a:lnTo>
                  <a:pt x="366" y="112"/>
                </a:lnTo>
                <a:lnTo>
                  <a:pt x="366" y="111"/>
                </a:lnTo>
                <a:lnTo>
                  <a:pt x="368" y="111"/>
                </a:lnTo>
                <a:lnTo>
                  <a:pt x="369" y="111"/>
                </a:lnTo>
                <a:lnTo>
                  <a:pt x="370" y="111"/>
                </a:lnTo>
                <a:lnTo>
                  <a:pt x="371" y="111"/>
                </a:lnTo>
                <a:lnTo>
                  <a:pt x="372" y="111"/>
                </a:lnTo>
                <a:lnTo>
                  <a:pt x="373" y="111"/>
                </a:lnTo>
                <a:lnTo>
                  <a:pt x="374" y="111"/>
                </a:lnTo>
                <a:lnTo>
                  <a:pt x="375" y="111"/>
                </a:lnTo>
                <a:lnTo>
                  <a:pt x="375" y="112"/>
                </a:lnTo>
                <a:lnTo>
                  <a:pt x="375" y="113"/>
                </a:lnTo>
                <a:lnTo>
                  <a:pt x="376" y="113"/>
                </a:lnTo>
                <a:lnTo>
                  <a:pt x="376" y="114"/>
                </a:lnTo>
                <a:lnTo>
                  <a:pt x="377" y="114"/>
                </a:lnTo>
                <a:lnTo>
                  <a:pt x="377" y="115"/>
                </a:lnTo>
                <a:lnTo>
                  <a:pt x="378" y="115"/>
                </a:lnTo>
                <a:lnTo>
                  <a:pt x="378" y="116"/>
                </a:lnTo>
                <a:lnTo>
                  <a:pt x="379" y="116"/>
                </a:lnTo>
                <a:lnTo>
                  <a:pt x="379" y="117"/>
                </a:lnTo>
                <a:lnTo>
                  <a:pt x="380" y="117"/>
                </a:lnTo>
                <a:lnTo>
                  <a:pt x="381" y="117"/>
                </a:lnTo>
                <a:lnTo>
                  <a:pt x="381" y="118"/>
                </a:lnTo>
                <a:lnTo>
                  <a:pt x="382" y="119"/>
                </a:lnTo>
                <a:lnTo>
                  <a:pt x="383" y="119"/>
                </a:lnTo>
                <a:lnTo>
                  <a:pt x="383" y="120"/>
                </a:lnTo>
                <a:lnTo>
                  <a:pt x="384" y="121"/>
                </a:lnTo>
                <a:lnTo>
                  <a:pt x="385" y="122"/>
                </a:lnTo>
                <a:lnTo>
                  <a:pt x="386" y="123"/>
                </a:lnTo>
                <a:lnTo>
                  <a:pt x="386" y="124"/>
                </a:lnTo>
                <a:lnTo>
                  <a:pt x="387" y="124"/>
                </a:lnTo>
                <a:lnTo>
                  <a:pt x="387" y="123"/>
                </a:lnTo>
                <a:lnTo>
                  <a:pt x="388" y="122"/>
                </a:lnTo>
                <a:lnTo>
                  <a:pt x="388" y="121"/>
                </a:lnTo>
                <a:lnTo>
                  <a:pt x="389" y="121"/>
                </a:lnTo>
                <a:lnTo>
                  <a:pt x="389" y="120"/>
                </a:lnTo>
                <a:lnTo>
                  <a:pt x="390" y="120"/>
                </a:lnTo>
                <a:lnTo>
                  <a:pt x="390" y="119"/>
                </a:lnTo>
                <a:lnTo>
                  <a:pt x="389" y="119"/>
                </a:lnTo>
                <a:lnTo>
                  <a:pt x="389" y="118"/>
                </a:lnTo>
                <a:lnTo>
                  <a:pt x="389" y="117"/>
                </a:lnTo>
                <a:lnTo>
                  <a:pt x="390" y="117"/>
                </a:lnTo>
                <a:lnTo>
                  <a:pt x="391" y="117"/>
                </a:lnTo>
                <a:lnTo>
                  <a:pt x="392" y="116"/>
                </a:lnTo>
                <a:lnTo>
                  <a:pt x="392" y="115"/>
                </a:lnTo>
                <a:lnTo>
                  <a:pt x="391" y="114"/>
                </a:lnTo>
                <a:lnTo>
                  <a:pt x="392" y="113"/>
                </a:lnTo>
                <a:lnTo>
                  <a:pt x="393" y="113"/>
                </a:lnTo>
                <a:lnTo>
                  <a:pt x="394" y="112"/>
                </a:lnTo>
                <a:lnTo>
                  <a:pt x="395" y="112"/>
                </a:lnTo>
                <a:lnTo>
                  <a:pt x="395" y="111"/>
                </a:lnTo>
                <a:lnTo>
                  <a:pt x="395" y="110"/>
                </a:lnTo>
                <a:lnTo>
                  <a:pt x="396" y="110"/>
                </a:lnTo>
                <a:lnTo>
                  <a:pt x="396" y="109"/>
                </a:lnTo>
                <a:lnTo>
                  <a:pt x="395" y="108"/>
                </a:lnTo>
                <a:lnTo>
                  <a:pt x="396" y="108"/>
                </a:lnTo>
                <a:lnTo>
                  <a:pt x="397" y="107"/>
                </a:lnTo>
                <a:lnTo>
                  <a:pt x="397" y="106"/>
                </a:lnTo>
                <a:lnTo>
                  <a:pt x="396" y="106"/>
                </a:lnTo>
                <a:lnTo>
                  <a:pt x="396" y="105"/>
                </a:lnTo>
                <a:lnTo>
                  <a:pt x="395" y="105"/>
                </a:lnTo>
                <a:lnTo>
                  <a:pt x="394" y="105"/>
                </a:lnTo>
                <a:lnTo>
                  <a:pt x="394" y="104"/>
                </a:lnTo>
                <a:lnTo>
                  <a:pt x="393" y="104"/>
                </a:lnTo>
                <a:lnTo>
                  <a:pt x="392" y="104"/>
                </a:lnTo>
                <a:lnTo>
                  <a:pt x="391" y="104"/>
                </a:lnTo>
                <a:lnTo>
                  <a:pt x="391" y="103"/>
                </a:lnTo>
                <a:lnTo>
                  <a:pt x="390" y="103"/>
                </a:lnTo>
                <a:lnTo>
                  <a:pt x="389" y="102"/>
                </a:lnTo>
                <a:lnTo>
                  <a:pt x="388" y="101"/>
                </a:lnTo>
                <a:lnTo>
                  <a:pt x="389" y="100"/>
                </a:lnTo>
                <a:lnTo>
                  <a:pt x="389" y="99"/>
                </a:lnTo>
                <a:lnTo>
                  <a:pt x="389" y="98"/>
                </a:lnTo>
                <a:lnTo>
                  <a:pt x="389" y="97"/>
                </a:lnTo>
                <a:lnTo>
                  <a:pt x="390" y="96"/>
                </a:lnTo>
                <a:lnTo>
                  <a:pt x="390" y="95"/>
                </a:lnTo>
                <a:lnTo>
                  <a:pt x="390" y="94"/>
                </a:lnTo>
                <a:lnTo>
                  <a:pt x="391" y="94"/>
                </a:lnTo>
                <a:lnTo>
                  <a:pt x="391" y="93"/>
                </a:lnTo>
                <a:lnTo>
                  <a:pt x="392" y="93"/>
                </a:lnTo>
                <a:lnTo>
                  <a:pt x="392" y="92"/>
                </a:lnTo>
                <a:lnTo>
                  <a:pt x="392" y="91"/>
                </a:lnTo>
                <a:lnTo>
                  <a:pt x="393" y="90"/>
                </a:lnTo>
                <a:lnTo>
                  <a:pt x="393" y="89"/>
                </a:lnTo>
                <a:lnTo>
                  <a:pt x="394" y="89"/>
                </a:lnTo>
                <a:lnTo>
                  <a:pt x="395" y="89"/>
                </a:lnTo>
                <a:lnTo>
                  <a:pt x="396" y="89"/>
                </a:lnTo>
                <a:lnTo>
                  <a:pt x="397" y="89"/>
                </a:lnTo>
                <a:lnTo>
                  <a:pt x="399" y="88"/>
                </a:lnTo>
                <a:lnTo>
                  <a:pt x="400" y="88"/>
                </a:lnTo>
                <a:lnTo>
                  <a:pt x="399" y="88"/>
                </a:lnTo>
                <a:lnTo>
                  <a:pt x="399" y="87"/>
                </a:lnTo>
                <a:lnTo>
                  <a:pt x="399" y="86"/>
                </a:lnTo>
                <a:lnTo>
                  <a:pt x="399" y="85"/>
                </a:lnTo>
                <a:lnTo>
                  <a:pt x="400" y="85"/>
                </a:lnTo>
                <a:lnTo>
                  <a:pt x="400" y="84"/>
                </a:lnTo>
                <a:lnTo>
                  <a:pt x="400" y="83"/>
                </a:lnTo>
                <a:lnTo>
                  <a:pt x="400" y="82"/>
                </a:lnTo>
                <a:lnTo>
                  <a:pt x="400" y="81"/>
                </a:lnTo>
                <a:lnTo>
                  <a:pt x="400" y="80"/>
                </a:lnTo>
                <a:lnTo>
                  <a:pt x="400" y="79"/>
                </a:lnTo>
                <a:lnTo>
                  <a:pt x="399" y="79"/>
                </a:lnTo>
                <a:lnTo>
                  <a:pt x="399" y="78"/>
                </a:lnTo>
                <a:lnTo>
                  <a:pt x="400" y="78"/>
                </a:lnTo>
                <a:lnTo>
                  <a:pt x="401" y="77"/>
                </a:lnTo>
                <a:lnTo>
                  <a:pt x="402" y="77"/>
                </a:lnTo>
                <a:lnTo>
                  <a:pt x="402" y="78"/>
                </a:lnTo>
                <a:lnTo>
                  <a:pt x="403" y="78"/>
                </a:lnTo>
                <a:lnTo>
                  <a:pt x="404" y="78"/>
                </a:lnTo>
                <a:lnTo>
                  <a:pt x="405" y="78"/>
                </a:lnTo>
                <a:lnTo>
                  <a:pt x="405" y="77"/>
                </a:lnTo>
                <a:lnTo>
                  <a:pt x="405" y="76"/>
                </a:lnTo>
                <a:lnTo>
                  <a:pt x="405" y="75"/>
                </a:lnTo>
                <a:lnTo>
                  <a:pt x="405" y="74"/>
                </a:lnTo>
                <a:lnTo>
                  <a:pt x="405" y="73"/>
                </a:lnTo>
                <a:lnTo>
                  <a:pt x="406" y="73"/>
                </a:lnTo>
                <a:lnTo>
                  <a:pt x="406" y="72"/>
                </a:lnTo>
                <a:lnTo>
                  <a:pt x="406" y="73"/>
                </a:lnTo>
                <a:lnTo>
                  <a:pt x="407" y="73"/>
                </a:lnTo>
                <a:lnTo>
                  <a:pt x="407" y="74"/>
                </a:lnTo>
                <a:lnTo>
                  <a:pt x="408" y="74"/>
                </a:lnTo>
                <a:lnTo>
                  <a:pt x="409" y="75"/>
                </a:lnTo>
                <a:lnTo>
                  <a:pt x="410" y="75"/>
                </a:lnTo>
                <a:lnTo>
                  <a:pt x="410" y="76"/>
                </a:lnTo>
                <a:lnTo>
                  <a:pt x="410" y="77"/>
                </a:lnTo>
                <a:lnTo>
                  <a:pt x="411" y="77"/>
                </a:lnTo>
                <a:lnTo>
                  <a:pt x="412" y="78"/>
                </a:lnTo>
                <a:lnTo>
                  <a:pt x="412" y="79"/>
                </a:lnTo>
                <a:lnTo>
                  <a:pt x="412" y="80"/>
                </a:lnTo>
                <a:lnTo>
                  <a:pt x="411" y="81"/>
                </a:lnTo>
                <a:lnTo>
                  <a:pt x="412" y="82"/>
                </a:lnTo>
                <a:lnTo>
                  <a:pt x="411" y="83"/>
                </a:lnTo>
                <a:lnTo>
                  <a:pt x="411" y="84"/>
                </a:lnTo>
                <a:lnTo>
                  <a:pt x="412" y="85"/>
                </a:lnTo>
                <a:lnTo>
                  <a:pt x="413" y="86"/>
                </a:lnTo>
                <a:lnTo>
                  <a:pt x="414" y="86"/>
                </a:lnTo>
                <a:lnTo>
                  <a:pt x="414" y="87"/>
                </a:lnTo>
                <a:lnTo>
                  <a:pt x="413" y="87"/>
                </a:lnTo>
                <a:lnTo>
                  <a:pt x="413" y="88"/>
                </a:lnTo>
                <a:lnTo>
                  <a:pt x="414" y="89"/>
                </a:lnTo>
                <a:lnTo>
                  <a:pt x="415" y="89"/>
                </a:lnTo>
                <a:lnTo>
                  <a:pt x="414" y="90"/>
                </a:lnTo>
                <a:lnTo>
                  <a:pt x="413" y="90"/>
                </a:lnTo>
                <a:lnTo>
                  <a:pt x="412" y="91"/>
                </a:lnTo>
                <a:lnTo>
                  <a:pt x="413" y="91"/>
                </a:lnTo>
                <a:lnTo>
                  <a:pt x="413" y="92"/>
                </a:lnTo>
                <a:lnTo>
                  <a:pt x="412" y="93"/>
                </a:lnTo>
                <a:lnTo>
                  <a:pt x="411" y="94"/>
                </a:lnTo>
                <a:lnTo>
                  <a:pt x="410" y="94"/>
                </a:lnTo>
                <a:lnTo>
                  <a:pt x="410" y="95"/>
                </a:lnTo>
                <a:lnTo>
                  <a:pt x="410" y="96"/>
                </a:lnTo>
                <a:lnTo>
                  <a:pt x="409" y="96"/>
                </a:lnTo>
                <a:lnTo>
                  <a:pt x="409" y="97"/>
                </a:lnTo>
                <a:lnTo>
                  <a:pt x="410" y="97"/>
                </a:lnTo>
                <a:lnTo>
                  <a:pt x="409" y="98"/>
                </a:lnTo>
                <a:lnTo>
                  <a:pt x="409" y="99"/>
                </a:lnTo>
                <a:lnTo>
                  <a:pt x="409" y="100"/>
                </a:lnTo>
                <a:lnTo>
                  <a:pt x="409" y="101"/>
                </a:lnTo>
                <a:lnTo>
                  <a:pt x="409" y="102"/>
                </a:lnTo>
                <a:lnTo>
                  <a:pt x="408" y="102"/>
                </a:lnTo>
                <a:lnTo>
                  <a:pt x="407" y="102"/>
                </a:lnTo>
                <a:lnTo>
                  <a:pt x="407" y="103"/>
                </a:lnTo>
                <a:lnTo>
                  <a:pt x="407" y="104"/>
                </a:lnTo>
                <a:lnTo>
                  <a:pt x="406" y="104"/>
                </a:lnTo>
                <a:lnTo>
                  <a:pt x="405" y="104"/>
                </a:lnTo>
                <a:lnTo>
                  <a:pt x="405" y="105"/>
                </a:lnTo>
                <a:lnTo>
                  <a:pt x="405" y="106"/>
                </a:lnTo>
                <a:lnTo>
                  <a:pt x="404" y="106"/>
                </a:lnTo>
                <a:lnTo>
                  <a:pt x="403" y="105"/>
                </a:lnTo>
                <a:lnTo>
                  <a:pt x="403" y="106"/>
                </a:lnTo>
                <a:lnTo>
                  <a:pt x="401" y="106"/>
                </a:lnTo>
                <a:lnTo>
                  <a:pt x="400" y="107"/>
                </a:lnTo>
                <a:lnTo>
                  <a:pt x="399" y="107"/>
                </a:lnTo>
                <a:lnTo>
                  <a:pt x="400" y="107"/>
                </a:lnTo>
                <a:lnTo>
                  <a:pt x="400" y="108"/>
                </a:lnTo>
                <a:lnTo>
                  <a:pt x="400" y="109"/>
                </a:lnTo>
                <a:lnTo>
                  <a:pt x="401" y="110"/>
                </a:lnTo>
                <a:lnTo>
                  <a:pt x="401" y="111"/>
                </a:lnTo>
                <a:lnTo>
                  <a:pt x="402" y="110"/>
                </a:lnTo>
                <a:lnTo>
                  <a:pt x="403" y="111"/>
                </a:lnTo>
                <a:lnTo>
                  <a:pt x="403" y="112"/>
                </a:lnTo>
                <a:lnTo>
                  <a:pt x="404" y="112"/>
                </a:lnTo>
                <a:lnTo>
                  <a:pt x="405" y="112"/>
                </a:lnTo>
                <a:lnTo>
                  <a:pt x="405" y="113"/>
                </a:lnTo>
                <a:lnTo>
                  <a:pt x="405" y="114"/>
                </a:lnTo>
                <a:lnTo>
                  <a:pt x="406" y="114"/>
                </a:lnTo>
                <a:lnTo>
                  <a:pt x="406" y="115"/>
                </a:lnTo>
                <a:lnTo>
                  <a:pt x="406" y="116"/>
                </a:lnTo>
                <a:lnTo>
                  <a:pt x="406" y="118"/>
                </a:lnTo>
                <a:lnTo>
                  <a:pt x="406" y="119"/>
                </a:lnTo>
                <a:lnTo>
                  <a:pt x="405" y="120"/>
                </a:lnTo>
                <a:lnTo>
                  <a:pt x="404" y="120"/>
                </a:lnTo>
                <a:lnTo>
                  <a:pt x="404" y="121"/>
                </a:lnTo>
                <a:lnTo>
                  <a:pt x="404" y="122"/>
                </a:lnTo>
                <a:lnTo>
                  <a:pt x="405" y="122"/>
                </a:lnTo>
                <a:lnTo>
                  <a:pt x="406" y="123"/>
                </a:lnTo>
                <a:lnTo>
                  <a:pt x="407" y="123"/>
                </a:lnTo>
                <a:lnTo>
                  <a:pt x="408" y="123"/>
                </a:lnTo>
                <a:lnTo>
                  <a:pt x="408" y="124"/>
                </a:lnTo>
                <a:lnTo>
                  <a:pt x="408" y="123"/>
                </a:lnTo>
                <a:lnTo>
                  <a:pt x="409" y="123"/>
                </a:lnTo>
                <a:lnTo>
                  <a:pt x="409" y="122"/>
                </a:lnTo>
                <a:lnTo>
                  <a:pt x="409" y="121"/>
                </a:lnTo>
                <a:lnTo>
                  <a:pt x="410" y="120"/>
                </a:lnTo>
                <a:lnTo>
                  <a:pt x="411" y="120"/>
                </a:lnTo>
                <a:lnTo>
                  <a:pt x="412" y="119"/>
                </a:lnTo>
                <a:lnTo>
                  <a:pt x="413" y="119"/>
                </a:lnTo>
                <a:lnTo>
                  <a:pt x="413" y="118"/>
                </a:lnTo>
                <a:lnTo>
                  <a:pt x="414" y="118"/>
                </a:lnTo>
                <a:lnTo>
                  <a:pt x="414" y="117"/>
                </a:lnTo>
                <a:lnTo>
                  <a:pt x="414" y="116"/>
                </a:lnTo>
                <a:lnTo>
                  <a:pt x="414" y="115"/>
                </a:lnTo>
                <a:lnTo>
                  <a:pt x="416" y="115"/>
                </a:lnTo>
                <a:lnTo>
                  <a:pt x="417" y="115"/>
                </a:lnTo>
                <a:lnTo>
                  <a:pt x="418" y="115"/>
                </a:lnTo>
                <a:lnTo>
                  <a:pt x="418" y="114"/>
                </a:lnTo>
                <a:lnTo>
                  <a:pt x="419" y="114"/>
                </a:lnTo>
                <a:lnTo>
                  <a:pt x="420" y="114"/>
                </a:lnTo>
                <a:lnTo>
                  <a:pt x="420" y="113"/>
                </a:lnTo>
                <a:lnTo>
                  <a:pt x="420" y="114"/>
                </a:lnTo>
                <a:lnTo>
                  <a:pt x="421" y="114"/>
                </a:lnTo>
                <a:lnTo>
                  <a:pt x="422" y="114"/>
                </a:lnTo>
                <a:lnTo>
                  <a:pt x="423" y="114"/>
                </a:lnTo>
                <a:lnTo>
                  <a:pt x="424" y="114"/>
                </a:lnTo>
                <a:lnTo>
                  <a:pt x="425" y="114"/>
                </a:lnTo>
                <a:lnTo>
                  <a:pt x="426" y="114"/>
                </a:lnTo>
                <a:lnTo>
                  <a:pt x="427" y="114"/>
                </a:lnTo>
                <a:lnTo>
                  <a:pt x="428" y="114"/>
                </a:lnTo>
                <a:lnTo>
                  <a:pt x="427" y="114"/>
                </a:lnTo>
                <a:lnTo>
                  <a:pt x="427" y="113"/>
                </a:lnTo>
                <a:lnTo>
                  <a:pt x="428" y="113"/>
                </a:lnTo>
                <a:lnTo>
                  <a:pt x="429" y="112"/>
                </a:lnTo>
                <a:lnTo>
                  <a:pt x="428" y="112"/>
                </a:lnTo>
                <a:lnTo>
                  <a:pt x="428" y="111"/>
                </a:lnTo>
                <a:lnTo>
                  <a:pt x="429" y="110"/>
                </a:lnTo>
                <a:lnTo>
                  <a:pt x="429" y="109"/>
                </a:lnTo>
                <a:lnTo>
                  <a:pt x="429" y="108"/>
                </a:lnTo>
                <a:lnTo>
                  <a:pt x="430" y="108"/>
                </a:lnTo>
                <a:lnTo>
                  <a:pt x="430" y="107"/>
                </a:lnTo>
                <a:lnTo>
                  <a:pt x="429" y="106"/>
                </a:lnTo>
                <a:lnTo>
                  <a:pt x="430" y="106"/>
                </a:lnTo>
                <a:lnTo>
                  <a:pt x="430" y="105"/>
                </a:lnTo>
                <a:lnTo>
                  <a:pt x="430" y="104"/>
                </a:lnTo>
                <a:lnTo>
                  <a:pt x="431" y="104"/>
                </a:lnTo>
                <a:lnTo>
                  <a:pt x="431" y="105"/>
                </a:lnTo>
                <a:lnTo>
                  <a:pt x="431" y="106"/>
                </a:lnTo>
                <a:lnTo>
                  <a:pt x="432" y="106"/>
                </a:lnTo>
                <a:lnTo>
                  <a:pt x="433" y="106"/>
                </a:lnTo>
                <a:lnTo>
                  <a:pt x="433" y="107"/>
                </a:lnTo>
                <a:lnTo>
                  <a:pt x="434" y="107"/>
                </a:lnTo>
                <a:lnTo>
                  <a:pt x="434" y="108"/>
                </a:lnTo>
                <a:lnTo>
                  <a:pt x="434" y="109"/>
                </a:lnTo>
                <a:lnTo>
                  <a:pt x="435" y="109"/>
                </a:lnTo>
                <a:lnTo>
                  <a:pt x="435" y="110"/>
                </a:lnTo>
                <a:lnTo>
                  <a:pt x="436" y="110"/>
                </a:lnTo>
                <a:lnTo>
                  <a:pt x="437" y="111"/>
                </a:lnTo>
                <a:lnTo>
                  <a:pt x="438" y="111"/>
                </a:lnTo>
                <a:lnTo>
                  <a:pt x="439" y="111"/>
                </a:lnTo>
                <a:lnTo>
                  <a:pt x="440" y="110"/>
                </a:lnTo>
                <a:lnTo>
                  <a:pt x="439" y="109"/>
                </a:lnTo>
                <a:lnTo>
                  <a:pt x="440" y="109"/>
                </a:lnTo>
                <a:lnTo>
                  <a:pt x="439" y="108"/>
                </a:lnTo>
                <a:lnTo>
                  <a:pt x="439" y="107"/>
                </a:lnTo>
                <a:lnTo>
                  <a:pt x="439" y="106"/>
                </a:lnTo>
                <a:lnTo>
                  <a:pt x="439" y="105"/>
                </a:lnTo>
                <a:lnTo>
                  <a:pt x="439" y="104"/>
                </a:lnTo>
                <a:lnTo>
                  <a:pt x="438" y="104"/>
                </a:lnTo>
                <a:lnTo>
                  <a:pt x="438" y="103"/>
                </a:lnTo>
                <a:lnTo>
                  <a:pt x="438" y="102"/>
                </a:lnTo>
                <a:lnTo>
                  <a:pt x="439" y="102"/>
                </a:lnTo>
                <a:lnTo>
                  <a:pt x="438" y="101"/>
                </a:lnTo>
                <a:lnTo>
                  <a:pt x="437" y="101"/>
                </a:lnTo>
                <a:lnTo>
                  <a:pt x="437" y="100"/>
                </a:lnTo>
                <a:lnTo>
                  <a:pt x="438" y="100"/>
                </a:lnTo>
                <a:lnTo>
                  <a:pt x="438" y="99"/>
                </a:lnTo>
                <a:lnTo>
                  <a:pt x="439" y="99"/>
                </a:lnTo>
                <a:lnTo>
                  <a:pt x="439" y="98"/>
                </a:lnTo>
                <a:lnTo>
                  <a:pt x="440" y="98"/>
                </a:lnTo>
                <a:lnTo>
                  <a:pt x="440" y="97"/>
                </a:lnTo>
                <a:lnTo>
                  <a:pt x="441" y="96"/>
                </a:lnTo>
                <a:lnTo>
                  <a:pt x="441" y="95"/>
                </a:lnTo>
                <a:lnTo>
                  <a:pt x="442" y="94"/>
                </a:lnTo>
                <a:lnTo>
                  <a:pt x="443" y="94"/>
                </a:lnTo>
                <a:lnTo>
                  <a:pt x="444" y="94"/>
                </a:lnTo>
                <a:lnTo>
                  <a:pt x="444" y="93"/>
                </a:lnTo>
                <a:lnTo>
                  <a:pt x="443" y="93"/>
                </a:lnTo>
                <a:lnTo>
                  <a:pt x="443" y="92"/>
                </a:lnTo>
                <a:lnTo>
                  <a:pt x="444" y="92"/>
                </a:lnTo>
                <a:lnTo>
                  <a:pt x="444" y="91"/>
                </a:lnTo>
                <a:lnTo>
                  <a:pt x="445" y="91"/>
                </a:lnTo>
                <a:lnTo>
                  <a:pt x="444" y="92"/>
                </a:lnTo>
                <a:lnTo>
                  <a:pt x="445" y="92"/>
                </a:lnTo>
                <a:lnTo>
                  <a:pt x="446" y="93"/>
                </a:lnTo>
                <a:lnTo>
                  <a:pt x="446" y="92"/>
                </a:lnTo>
                <a:lnTo>
                  <a:pt x="447" y="92"/>
                </a:lnTo>
                <a:lnTo>
                  <a:pt x="448" y="93"/>
                </a:lnTo>
                <a:lnTo>
                  <a:pt x="448" y="94"/>
                </a:lnTo>
                <a:lnTo>
                  <a:pt x="449" y="94"/>
                </a:lnTo>
                <a:lnTo>
                  <a:pt x="450" y="93"/>
                </a:lnTo>
                <a:lnTo>
                  <a:pt x="451" y="93"/>
                </a:lnTo>
                <a:lnTo>
                  <a:pt x="451" y="92"/>
                </a:lnTo>
                <a:lnTo>
                  <a:pt x="452" y="92"/>
                </a:lnTo>
                <a:lnTo>
                  <a:pt x="452" y="93"/>
                </a:lnTo>
                <a:lnTo>
                  <a:pt x="452" y="94"/>
                </a:lnTo>
                <a:lnTo>
                  <a:pt x="453" y="94"/>
                </a:lnTo>
                <a:lnTo>
                  <a:pt x="454" y="93"/>
                </a:lnTo>
                <a:lnTo>
                  <a:pt x="453" y="93"/>
                </a:lnTo>
                <a:lnTo>
                  <a:pt x="453" y="92"/>
                </a:lnTo>
                <a:lnTo>
                  <a:pt x="454" y="92"/>
                </a:lnTo>
                <a:lnTo>
                  <a:pt x="455" y="93"/>
                </a:lnTo>
                <a:lnTo>
                  <a:pt x="456" y="93"/>
                </a:lnTo>
                <a:lnTo>
                  <a:pt x="456" y="92"/>
                </a:lnTo>
                <a:lnTo>
                  <a:pt x="456" y="91"/>
                </a:lnTo>
                <a:lnTo>
                  <a:pt x="457" y="91"/>
                </a:lnTo>
                <a:lnTo>
                  <a:pt x="457" y="90"/>
                </a:lnTo>
                <a:lnTo>
                  <a:pt x="458" y="90"/>
                </a:lnTo>
                <a:lnTo>
                  <a:pt x="459" y="89"/>
                </a:lnTo>
                <a:lnTo>
                  <a:pt x="460" y="88"/>
                </a:lnTo>
                <a:lnTo>
                  <a:pt x="461" y="88"/>
                </a:lnTo>
                <a:lnTo>
                  <a:pt x="462" y="88"/>
                </a:lnTo>
                <a:lnTo>
                  <a:pt x="462" y="87"/>
                </a:lnTo>
                <a:lnTo>
                  <a:pt x="461" y="87"/>
                </a:lnTo>
                <a:lnTo>
                  <a:pt x="461" y="86"/>
                </a:lnTo>
                <a:lnTo>
                  <a:pt x="462" y="86"/>
                </a:lnTo>
                <a:lnTo>
                  <a:pt x="463" y="87"/>
                </a:lnTo>
                <a:lnTo>
                  <a:pt x="463" y="88"/>
                </a:lnTo>
                <a:lnTo>
                  <a:pt x="464" y="87"/>
                </a:lnTo>
                <a:lnTo>
                  <a:pt x="463" y="86"/>
                </a:lnTo>
                <a:lnTo>
                  <a:pt x="462" y="85"/>
                </a:lnTo>
                <a:lnTo>
                  <a:pt x="461" y="85"/>
                </a:lnTo>
                <a:lnTo>
                  <a:pt x="461" y="84"/>
                </a:lnTo>
                <a:lnTo>
                  <a:pt x="461" y="83"/>
                </a:lnTo>
                <a:lnTo>
                  <a:pt x="462" y="83"/>
                </a:lnTo>
                <a:lnTo>
                  <a:pt x="462" y="82"/>
                </a:lnTo>
                <a:lnTo>
                  <a:pt x="461" y="82"/>
                </a:lnTo>
                <a:lnTo>
                  <a:pt x="461" y="81"/>
                </a:lnTo>
                <a:lnTo>
                  <a:pt x="460" y="80"/>
                </a:lnTo>
                <a:lnTo>
                  <a:pt x="461" y="80"/>
                </a:lnTo>
                <a:lnTo>
                  <a:pt x="462" y="80"/>
                </a:lnTo>
                <a:lnTo>
                  <a:pt x="463" y="80"/>
                </a:lnTo>
                <a:lnTo>
                  <a:pt x="463" y="79"/>
                </a:lnTo>
                <a:lnTo>
                  <a:pt x="463" y="78"/>
                </a:lnTo>
                <a:lnTo>
                  <a:pt x="462" y="78"/>
                </a:lnTo>
                <a:lnTo>
                  <a:pt x="461" y="78"/>
                </a:lnTo>
                <a:lnTo>
                  <a:pt x="461" y="77"/>
                </a:lnTo>
                <a:lnTo>
                  <a:pt x="461" y="76"/>
                </a:lnTo>
                <a:lnTo>
                  <a:pt x="460" y="76"/>
                </a:lnTo>
                <a:lnTo>
                  <a:pt x="460" y="75"/>
                </a:lnTo>
                <a:lnTo>
                  <a:pt x="459" y="75"/>
                </a:lnTo>
                <a:lnTo>
                  <a:pt x="458" y="75"/>
                </a:lnTo>
                <a:lnTo>
                  <a:pt x="457" y="75"/>
                </a:lnTo>
                <a:lnTo>
                  <a:pt x="456" y="74"/>
                </a:lnTo>
                <a:lnTo>
                  <a:pt x="455" y="73"/>
                </a:lnTo>
                <a:lnTo>
                  <a:pt x="454" y="73"/>
                </a:lnTo>
                <a:lnTo>
                  <a:pt x="453" y="73"/>
                </a:lnTo>
                <a:lnTo>
                  <a:pt x="452" y="73"/>
                </a:lnTo>
                <a:lnTo>
                  <a:pt x="452" y="72"/>
                </a:lnTo>
                <a:lnTo>
                  <a:pt x="451" y="72"/>
                </a:lnTo>
                <a:lnTo>
                  <a:pt x="451" y="71"/>
                </a:lnTo>
                <a:lnTo>
                  <a:pt x="450" y="71"/>
                </a:lnTo>
                <a:lnTo>
                  <a:pt x="451" y="71"/>
                </a:lnTo>
                <a:lnTo>
                  <a:pt x="451" y="70"/>
                </a:lnTo>
                <a:lnTo>
                  <a:pt x="450" y="70"/>
                </a:lnTo>
                <a:lnTo>
                  <a:pt x="450" y="69"/>
                </a:lnTo>
                <a:lnTo>
                  <a:pt x="450" y="68"/>
                </a:lnTo>
                <a:lnTo>
                  <a:pt x="449" y="67"/>
                </a:lnTo>
                <a:lnTo>
                  <a:pt x="449" y="66"/>
                </a:lnTo>
                <a:lnTo>
                  <a:pt x="449" y="65"/>
                </a:lnTo>
                <a:lnTo>
                  <a:pt x="449" y="64"/>
                </a:lnTo>
                <a:lnTo>
                  <a:pt x="450" y="62"/>
                </a:lnTo>
                <a:lnTo>
                  <a:pt x="450" y="61"/>
                </a:lnTo>
                <a:lnTo>
                  <a:pt x="451" y="61"/>
                </a:lnTo>
                <a:lnTo>
                  <a:pt x="451" y="60"/>
                </a:lnTo>
                <a:lnTo>
                  <a:pt x="451" y="59"/>
                </a:lnTo>
                <a:lnTo>
                  <a:pt x="450" y="59"/>
                </a:lnTo>
                <a:lnTo>
                  <a:pt x="449" y="60"/>
                </a:lnTo>
                <a:lnTo>
                  <a:pt x="448" y="61"/>
                </a:lnTo>
                <a:lnTo>
                  <a:pt x="448" y="62"/>
                </a:lnTo>
                <a:lnTo>
                  <a:pt x="447" y="62"/>
                </a:lnTo>
                <a:lnTo>
                  <a:pt x="447" y="61"/>
                </a:lnTo>
                <a:lnTo>
                  <a:pt x="446" y="61"/>
                </a:lnTo>
                <a:lnTo>
                  <a:pt x="446" y="60"/>
                </a:lnTo>
                <a:lnTo>
                  <a:pt x="446" y="59"/>
                </a:lnTo>
                <a:lnTo>
                  <a:pt x="447" y="59"/>
                </a:lnTo>
                <a:lnTo>
                  <a:pt x="448" y="58"/>
                </a:lnTo>
                <a:lnTo>
                  <a:pt x="449" y="57"/>
                </a:lnTo>
                <a:lnTo>
                  <a:pt x="449" y="56"/>
                </a:lnTo>
                <a:lnTo>
                  <a:pt x="448" y="55"/>
                </a:lnTo>
                <a:lnTo>
                  <a:pt x="447" y="54"/>
                </a:lnTo>
                <a:lnTo>
                  <a:pt x="446" y="54"/>
                </a:lnTo>
                <a:lnTo>
                  <a:pt x="445" y="54"/>
                </a:lnTo>
                <a:lnTo>
                  <a:pt x="444" y="54"/>
                </a:lnTo>
                <a:lnTo>
                  <a:pt x="442" y="54"/>
                </a:lnTo>
                <a:lnTo>
                  <a:pt x="442" y="53"/>
                </a:lnTo>
                <a:lnTo>
                  <a:pt x="441" y="53"/>
                </a:lnTo>
                <a:lnTo>
                  <a:pt x="442" y="53"/>
                </a:lnTo>
                <a:lnTo>
                  <a:pt x="442" y="52"/>
                </a:lnTo>
                <a:lnTo>
                  <a:pt x="442" y="51"/>
                </a:lnTo>
                <a:lnTo>
                  <a:pt x="443" y="51"/>
                </a:lnTo>
                <a:lnTo>
                  <a:pt x="444" y="50"/>
                </a:lnTo>
                <a:lnTo>
                  <a:pt x="444" y="49"/>
                </a:lnTo>
                <a:lnTo>
                  <a:pt x="444" y="48"/>
                </a:lnTo>
                <a:lnTo>
                  <a:pt x="443" y="47"/>
                </a:lnTo>
                <a:lnTo>
                  <a:pt x="443" y="46"/>
                </a:lnTo>
                <a:lnTo>
                  <a:pt x="442" y="46"/>
                </a:lnTo>
                <a:lnTo>
                  <a:pt x="441" y="45"/>
                </a:lnTo>
                <a:lnTo>
                  <a:pt x="440" y="44"/>
                </a:lnTo>
                <a:lnTo>
                  <a:pt x="440" y="43"/>
                </a:lnTo>
                <a:lnTo>
                  <a:pt x="439" y="43"/>
                </a:lnTo>
                <a:lnTo>
                  <a:pt x="439" y="42"/>
                </a:lnTo>
                <a:lnTo>
                  <a:pt x="438" y="41"/>
                </a:lnTo>
                <a:lnTo>
                  <a:pt x="438" y="40"/>
                </a:lnTo>
                <a:lnTo>
                  <a:pt x="437" y="39"/>
                </a:lnTo>
                <a:lnTo>
                  <a:pt x="436" y="39"/>
                </a:lnTo>
                <a:lnTo>
                  <a:pt x="436" y="38"/>
                </a:lnTo>
                <a:lnTo>
                  <a:pt x="435" y="38"/>
                </a:lnTo>
                <a:lnTo>
                  <a:pt x="435" y="37"/>
                </a:lnTo>
                <a:lnTo>
                  <a:pt x="434" y="36"/>
                </a:lnTo>
                <a:lnTo>
                  <a:pt x="433" y="36"/>
                </a:lnTo>
                <a:lnTo>
                  <a:pt x="432" y="36"/>
                </a:lnTo>
                <a:lnTo>
                  <a:pt x="432" y="35"/>
                </a:lnTo>
                <a:lnTo>
                  <a:pt x="433" y="35"/>
                </a:lnTo>
                <a:lnTo>
                  <a:pt x="433" y="34"/>
                </a:lnTo>
                <a:lnTo>
                  <a:pt x="435" y="34"/>
                </a:lnTo>
                <a:lnTo>
                  <a:pt x="436" y="34"/>
                </a:lnTo>
                <a:lnTo>
                  <a:pt x="436" y="35"/>
                </a:lnTo>
                <a:lnTo>
                  <a:pt x="437" y="35"/>
                </a:lnTo>
                <a:lnTo>
                  <a:pt x="437" y="34"/>
                </a:lnTo>
                <a:lnTo>
                  <a:pt x="438" y="34"/>
                </a:lnTo>
                <a:lnTo>
                  <a:pt x="438" y="35"/>
                </a:lnTo>
                <a:lnTo>
                  <a:pt x="439" y="35"/>
                </a:lnTo>
                <a:lnTo>
                  <a:pt x="439" y="36"/>
                </a:lnTo>
                <a:lnTo>
                  <a:pt x="440" y="36"/>
                </a:lnTo>
                <a:lnTo>
                  <a:pt x="442" y="36"/>
                </a:lnTo>
                <a:lnTo>
                  <a:pt x="442" y="35"/>
                </a:lnTo>
                <a:lnTo>
                  <a:pt x="441" y="35"/>
                </a:lnTo>
                <a:lnTo>
                  <a:pt x="442" y="35"/>
                </a:lnTo>
                <a:lnTo>
                  <a:pt x="442" y="34"/>
                </a:lnTo>
                <a:lnTo>
                  <a:pt x="442" y="33"/>
                </a:lnTo>
                <a:lnTo>
                  <a:pt x="443" y="33"/>
                </a:lnTo>
                <a:lnTo>
                  <a:pt x="443" y="34"/>
                </a:lnTo>
                <a:lnTo>
                  <a:pt x="443" y="35"/>
                </a:lnTo>
                <a:lnTo>
                  <a:pt x="444" y="36"/>
                </a:lnTo>
                <a:lnTo>
                  <a:pt x="444" y="35"/>
                </a:lnTo>
                <a:lnTo>
                  <a:pt x="443" y="35"/>
                </a:lnTo>
                <a:lnTo>
                  <a:pt x="443" y="34"/>
                </a:lnTo>
                <a:lnTo>
                  <a:pt x="444" y="33"/>
                </a:lnTo>
                <a:lnTo>
                  <a:pt x="445" y="33"/>
                </a:lnTo>
                <a:lnTo>
                  <a:pt x="446" y="34"/>
                </a:lnTo>
                <a:lnTo>
                  <a:pt x="447" y="34"/>
                </a:lnTo>
                <a:lnTo>
                  <a:pt x="447" y="33"/>
                </a:lnTo>
                <a:lnTo>
                  <a:pt x="448" y="33"/>
                </a:lnTo>
                <a:lnTo>
                  <a:pt x="448" y="32"/>
                </a:lnTo>
                <a:lnTo>
                  <a:pt x="449" y="32"/>
                </a:lnTo>
                <a:lnTo>
                  <a:pt x="449" y="33"/>
                </a:lnTo>
                <a:lnTo>
                  <a:pt x="449" y="34"/>
                </a:lnTo>
                <a:lnTo>
                  <a:pt x="448" y="34"/>
                </a:lnTo>
                <a:lnTo>
                  <a:pt x="448" y="35"/>
                </a:lnTo>
                <a:lnTo>
                  <a:pt x="449" y="35"/>
                </a:lnTo>
                <a:lnTo>
                  <a:pt x="449" y="34"/>
                </a:lnTo>
                <a:lnTo>
                  <a:pt x="450" y="34"/>
                </a:lnTo>
                <a:lnTo>
                  <a:pt x="451" y="35"/>
                </a:lnTo>
                <a:lnTo>
                  <a:pt x="452" y="34"/>
                </a:lnTo>
                <a:lnTo>
                  <a:pt x="453" y="35"/>
                </a:lnTo>
                <a:lnTo>
                  <a:pt x="454" y="35"/>
                </a:lnTo>
                <a:lnTo>
                  <a:pt x="455" y="35"/>
                </a:lnTo>
                <a:lnTo>
                  <a:pt x="455" y="34"/>
                </a:lnTo>
                <a:lnTo>
                  <a:pt x="456" y="32"/>
                </a:lnTo>
                <a:lnTo>
                  <a:pt x="456" y="31"/>
                </a:lnTo>
                <a:lnTo>
                  <a:pt x="456" y="30"/>
                </a:lnTo>
                <a:lnTo>
                  <a:pt x="457" y="29"/>
                </a:lnTo>
                <a:lnTo>
                  <a:pt x="457" y="28"/>
                </a:lnTo>
                <a:lnTo>
                  <a:pt x="458" y="28"/>
                </a:lnTo>
                <a:lnTo>
                  <a:pt x="458" y="27"/>
                </a:lnTo>
                <a:lnTo>
                  <a:pt x="458" y="26"/>
                </a:lnTo>
                <a:lnTo>
                  <a:pt x="458" y="25"/>
                </a:lnTo>
                <a:lnTo>
                  <a:pt x="459" y="24"/>
                </a:lnTo>
                <a:lnTo>
                  <a:pt x="459" y="23"/>
                </a:lnTo>
                <a:lnTo>
                  <a:pt x="460" y="23"/>
                </a:lnTo>
                <a:lnTo>
                  <a:pt x="461" y="23"/>
                </a:lnTo>
                <a:lnTo>
                  <a:pt x="462" y="24"/>
                </a:lnTo>
                <a:lnTo>
                  <a:pt x="463" y="24"/>
                </a:lnTo>
                <a:lnTo>
                  <a:pt x="464" y="24"/>
                </a:lnTo>
                <a:lnTo>
                  <a:pt x="465" y="24"/>
                </a:lnTo>
                <a:lnTo>
                  <a:pt x="466" y="24"/>
                </a:lnTo>
                <a:lnTo>
                  <a:pt x="466" y="23"/>
                </a:lnTo>
                <a:lnTo>
                  <a:pt x="468" y="23"/>
                </a:lnTo>
                <a:lnTo>
                  <a:pt x="469" y="23"/>
                </a:lnTo>
                <a:lnTo>
                  <a:pt x="470" y="23"/>
                </a:lnTo>
                <a:lnTo>
                  <a:pt x="471" y="23"/>
                </a:lnTo>
                <a:lnTo>
                  <a:pt x="471" y="22"/>
                </a:lnTo>
                <a:lnTo>
                  <a:pt x="472" y="22"/>
                </a:lnTo>
                <a:lnTo>
                  <a:pt x="473" y="22"/>
                </a:lnTo>
                <a:lnTo>
                  <a:pt x="474" y="22"/>
                </a:lnTo>
                <a:lnTo>
                  <a:pt x="475" y="22"/>
                </a:lnTo>
                <a:lnTo>
                  <a:pt x="476" y="22"/>
                </a:lnTo>
                <a:lnTo>
                  <a:pt x="476" y="23"/>
                </a:lnTo>
                <a:lnTo>
                  <a:pt x="477" y="23"/>
                </a:lnTo>
                <a:lnTo>
                  <a:pt x="478" y="23"/>
                </a:lnTo>
                <a:lnTo>
                  <a:pt x="479" y="24"/>
                </a:lnTo>
                <a:lnTo>
                  <a:pt x="480" y="24"/>
                </a:lnTo>
                <a:lnTo>
                  <a:pt x="479" y="24"/>
                </a:lnTo>
                <a:lnTo>
                  <a:pt x="479" y="23"/>
                </a:lnTo>
                <a:lnTo>
                  <a:pt x="480" y="22"/>
                </a:lnTo>
                <a:lnTo>
                  <a:pt x="480" y="23"/>
                </a:lnTo>
                <a:lnTo>
                  <a:pt x="480" y="22"/>
                </a:lnTo>
                <a:lnTo>
                  <a:pt x="480" y="21"/>
                </a:lnTo>
                <a:lnTo>
                  <a:pt x="480" y="20"/>
                </a:lnTo>
                <a:lnTo>
                  <a:pt x="479" y="20"/>
                </a:lnTo>
                <a:lnTo>
                  <a:pt x="478" y="20"/>
                </a:lnTo>
                <a:lnTo>
                  <a:pt x="477" y="19"/>
                </a:lnTo>
                <a:lnTo>
                  <a:pt x="477" y="18"/>
                </a:lnTo>
                <a:lnTo>
                  <a:pt x="476" y="18"/>
                </a:lnTo>
                <a:lnTo>
                  <a:pt x="475" y="18"/>
                </a:lnTo>
                <a:lnTo>
                  <a:pt x="475" y="17"/>
                </a:lnTo>
                <a:lnTo>
                  <a:pt x="474" y="17"/>
                </a:lnTo>
                <a:lnTo>
                  <a:pt x="474" y="16"/>
                </a:lnTo>
                <a:lnTo>
                  <a:pt x="475" y="16"/>
                </a:lnTo>
                <a:lnTo>
                  <a:pt x="475" y="15"/>
                </a:lnTo>
                <a:lnTo>
                  <a:pt x="476" y="15"/>
                </a:lnTo>
                <a:lnTo>
                  <a:pt x="476" y="16"/>
                </a:lnTo>
                <a:lnTo>
                  <a:pt x="477" y="16"/>
                </a:lnTo>
                <a:lnTo>
                  <a:pt x="477" y="15"/>
                </a:lnTo>
                <a:lnTo>
                  <a:pt x="477" y="14"/>
                </a:lnTo>
                <a:lnTo>
                  <a:pt x="478" y="14"/>
                </a:lnTo>
                <a:lnTo>
                  <a:pt x="478" y="15"/>
                </a:lnTo>
                <a:lnTo>
                  <a:pt x="479" y="15"/>
                </a:lnTo>
                <a:lnTo>
                  <a:pt x="478" y="14"/>
                </a:lnTo>
                <a:lnTo>
                  <a:pt x="478" y="13"/>
                </a:lnTo>
                <a:lnTo>
                  <a:pt x="479" y="13"/>
                </a:lnTo>
                <a:lnTo>
                  <a:pt x="480" y="12"/>
                </a:lnTo>
                <a:lnTo>
                  <a:pt x="481" y="12"/>
                </a:lnTo>
                <a:lnTo>
                  <a:pt x="482" y="12"/>
                </a:lnTo>
                <a:lnTo>
                  <a:pt x="483" y="12"/>
                </a:lnTo>
                <a:lnTo>
                  <a:pt x="483" y="11"/>
                </a:lnTo>
                <a:lnTo>
                  <a:pt x="483" y="10"/>
                </a:lnTo>
                <a:lnTo>
                  <a:pt x="484" y="10"/>
                </a:lnTo>
                <a:lnTo>
                  <a:pt x="485" y="10"/>
                </a:lnTo>
                <a:lnTo>
                  <a:pt x="485" y="9"/>
                </a:lnTo>
                <a:lnTo>
                  <a:pt x="486" y="8"/>
                </a:lnTo>
                <a:lnTo>
                  <a:pt x="487" y="8"/>
                </a:lnTo>
                <a:lnTo>
                  <a:pt x="490" y="8"/>
                </a:lnTo>
                <a:lnTo>
                  <a:pt x="491" y="7"/>
                </a:lnTo>
                <a:lnTo>
                  <a:pt x="491" y="6"/>
                </a:lnTo>
                <a:lnTo>
                  <a:pt x="491" y="5"/>
                </a:lnTo>
                <a:lnTo>
                  <a:pt x="492" y="5"/>
                </a:lnTo>
                <a:lnTo>
                  <a:pt x="492" y="4"/>
                </a:lnTo>
                <a:lnTo>
                  <a:pt x="495" y="4"/>
                </a:lnTo>
                <a:lnTo>
                  <a:pt x="496" y="4"/>
                </a:lnTo>
                <a:lnTo>
                  <a:pt x="497" y="4"/>
                </a:lnTo>
                <a:lnTo>
                  <a:pt x="497" y="3"/>
                </a:lnTo>
                <a:lnTo>
                  <a:pt x="498" y="3"/>
                </a:lnTo>
                <a:lnTo>
                  <a:pt x="498" y="2"/>
                </a:lnTo>
                <a:lnTo>
                  <a:pt x="497" y="1"/>
                </a:lnTo>
                <a:lnTo>
                  <a:pt x="498" y="1"/>
                </a:lnTo>
                <a:lnTo>
                  <a:pt x="499" y="0"/>
                </a:lnTo>
                <a:lnTo>
                  <a:pt x="502" y="0"/>
                </a:lnTo>
                <a:lnTo>
                  <a:pt x="503" y="0"/>
                </a:lnTo>
                <a:lnTo>
                  <a:pt x="504" y="1"/>
                </a:lnTo>
                <a:lnTo>
                  <a:pt x="505" y="1"/>
                </a:lnTo>
                <a:lnTo>
                  <a:pt x="506" y="1"/>
                </a:lnTo>
                <a:lnTo>
                  <a:pt x="506" y="2"/>
                </a:lnTo>
                <a:lnTo>
                  <a:pt x="506" y="3"/>
                </a:lnTo>
                <a:lnTo>
                  <a:pt x="507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7" name=""/>
          <p:cNvSpPr/>
          <p:nvPr/>
        </p:nvSpPr>
        <p:spPr>
          <a:xfrm>
            <a:off x="1750320" y="4059360"/>
            <a:ext cx="193680" cy="169560"/>
          </a:xfrm>
          <a:custGeom>
            <a:avLst/>
            <a:gdLst/>
            <a:ahLst/>
            <a:rect l="0" t="0" r="r" b="b"/>
            <a:pathLst>
              <a:path w="538" h="471">
                <a:moveTo>
                  <a:pt x="359" y="2"/>
                </a:moveTo>
                <a:lnTo>
                  <a:pt x="359" y="3"/>
                </a:lnTo>
                <a:lnTo>
                  <a:pt x="360" y="3"/>
                </a:lnTo>
                <a:lnTo>
                  <a:pt x="360" y="4"/>
                </a:lnTo>
                <a:lnTo>
                  <a:pt x="360" y="5"/>
                </a:lnTo>
                <a:lnTo>
                  <a:pt x="360" y="6"/>
                </a:lnTo>
                <a:lnTo>
                  <a:pt x="360" y="7"/>
                </a:lnTo>
                <a:lnTo>
                  <a:pt x="361" y="7"/>
                </a:lnTo>
                <a:lnTo>
                  <a:pt x="362" y="7"/>
                </a:lnTo>
                <a:lnTo>
                  <a:pt x="362" y="6"/>
                </a:lnTo>
                <a:lnTo>
                  <a:pt x="362" y="5"/>
                </a:lnTo>
                <a:lnTo>
                  <a:pt x="364" y="5"/>
                </a:lnTo>
                <a:lnTo>
                  <a:pt x="364" y="6"/>
                </a:lnTo>
                <a:lnTo>
                  <a:pt x="365" y="6"/>
                </a:lnTo>
                <a:lnTo>
                  <a:pt x="366" y="6"/>
                </a:lnTo>
                <a:lnTo>
                  <a:pt x="367" y="6"/>
                </a:lnTo>
                <a:lnTo>
                  <a:pt x="367" y="7"/>
                </a:lnTo>
                <a:lnTo>
                  <a:pt x="368" y="7"/>
                </a:lnTo>
                <a:lnTo>
                  <a:pt x="369" y="8"/>
                </a:lnTo>
                <a:lnTo>
                  <a:pt x="370" y="8"/>
                </a:lnTo>
                <a:lnTo>
                  <a:pt x="371" y="7"/>
                </a:lnTo>
                <a:lnTo>
                  <a:pt x="371" y="6"/>
                </a:lnTo>
                <a:lnTo>
                  <a:pt x="372" y="6"/>
                </a:lnTo>
                <a:lnTo>
                  <a:pt x="371" y="6"/>
                </a:lnTo>
                <a:lnTo>
                  <a:pt x="372" y="6"/>
                </a:lnTo>
                <a:lnTo>
                  <a:pt x="373" y="5"/>
                </a:lnTo>
                <a:lnTo>
                  <a:pt x="373" y="4"/>
                </a:lnTo>
                <a:lnTo>
                  <a:pt x="372" y="4"/>
                </a:lnTo>
                <a:lnTo>
                  <a:pt x="373" y="4"/>
                </a:lnTo>
                <a:lnTo>
                  <a:pt x="373" y="3"/>
                </a:lnTo>
                <a:lnTo>
                  <a:pt x="374" y="3"/>
                </a:lnTo>
                <a:lnTo>
                  <a:pt x="375" y="2"/>
                </a:lnTo>
                <a:lnTo>
                  <a:pt x="376" y="3"/>
                </a:lnTo>
                <a:lnTo>
                  <a:pt x="376" y="4"/>
                </a:lnTo>
                <a:lnTo>
                  <a:pt x="377" y="4"/>
                </a:lnTo>
                <a:lnTo>
                  <a:pt x="377" y="5"/>
                </a:lnTo>
                <a:lnTo>
                  <a:pt x="377" y="6"/>
                </a:lnTo>
                <a:lnTo>
                  <a:pt x="378" y="6"/>
                </a:lnTo>
                <a:lnTo>
                  <a:pt x="379" y="7"/>
                </a:lnTo>
                <a:lnTo>
                  <a:pt x="380" y="8"/>
                </a:lnTo>
                <a:lnTo>
                  <a:pt x="381" y="8"/>
                </a:lnTo>
                <a:lnTo>
                  <a:pt x="380" y="8"/>
                </a:lnTo>
                <a:lnTo>
                  <a:pt x="380" y="9"/>
                </a:lnTo>
                <a:lnTo>
                  <a:pt x="380" y="10"/>
                </a:lnTo>
                <a:lnTo>
                  <a:pt x="379" y="11"/>
                </a:lnTo>
                <a:lnTo>
                  <a:pt x="380" y="11"/>
                </a:lnTo>
                <a:lnTo>
                  <a:pt x="379" y="11"/>
                </a:lnTo>
                <a:lnTo>
                  <a:pt x="379" y="12"/>
                </a:lnTo>
                <a:lnTo>
                  <a:pt x="379" y="13"/>
                </a:lnTo>
                <a:lnTo>
                  <a:pt x="378" y="16"/>
                </a:lnTo>
                <a:lnTo>
                  <a:pt x="378" y="17"/>
                </a:lnTo>
                <a:lnTo>
                  <a:pt x="378" y="18"/>
                </a:lnTo>
                <a:lnTo>
                  <a:pt x="379" y="18"/>
                </a:lnTo>
                <a:lnTo>
                  <a:pt x="380" y="18"/>
                </a:lnTo>
                <a:lnTo>
                  <a:pt x="381" y="18"/>
                </a:lnTo>
                <a:lnTo>
                  <a:pt x="381" y="19"/>
                </a:lnTo>
                <a:lnTo>
                  <a:pt x="382" y="19"/>
                </a:lnTo>
                <a:lnTo>
                  <a:pt x="382" y="21"/>
                </a:lnTo>
                <a:lnTo>
                  <a:pt x="381" y="21"/>
                </a:lnTo>
                <a:lnTo>
                  <a:pt x="381" y="22"/>
                </a:lnTo>
                <a:lnTo>
                  <a:pt x="381" y="23"/>
                </a:lnTo>
                <a:lnTo>
                  <a:pt x="380" y="24"/>
                </a:lnTo>
                <a:lnTo>
                  <a:pt x="381" y="24"/>
                </a:lnTo>
                <a:lnTo>
                  <a:pt x="382" y="25"/>
                </a:lnTo>
                <a:lnTo>
                  <a:pt x="383" y="25"/>
                </a:lnTo>
                <a:lnTo>
                  <a:pt x="383" y="26"/>
                </a:lnTo>
                <a:lnTo>
                  <a:pt x="384" y="26"/>
                </a:lnTo>
                <a:lnTo>
                  <a:pt x="385" y="26"/>
                </a:lnTo>
                <a:lnTo>
                  <a:pt x="386" y="26"/>
                </a:lnTo>
                <a:lnTo>
                  <a:pt x="386" y="27"/>
                </a:lnTo>
                <a:lnTo>
                  <a:pt x="386" y="26"/>
                </a:lnTo>
                <a:lnTo>
                  <a:pt x="386" y="25"/>
                </a:lnTo>
                <a:lnTo>
                  <a:pt x="386" y="24"/>
                </a:lnTo>
                <a:lnTo>
                  <a:pt x="387" y="24"/>
                </a:lnTo>
                <a:lnTo>
                  <a:pt x="387" y="23"/>
                </a:lnTo>
                <a:lnTo>
                  <a:pt x="387" y="22"/>
                </a:lnTo>
                <a:lnTo>
                  <a:pt x="387" y="21"/>
                </a:lnTo>
                <a:lnTo>
                  <a:pt x="388" y="21"/>
                </a:lnTo>
                <a:lnTo>
                  <a:pt x="389" y="21"/>
                </a:lnTo>
                <a:lnTo>
                  <a:pt x="389" y="22"/>
                </a:lnTo>
                <a:lnTo>
                  <a:pt x="389" y="21"/>
                </a:lnTo>
                <a:lnTo>
                  <a:pt x="390" y="21"/>
                </a:lnTo>
                <a:lnTo>
                  <a:pt x="390" y="20"/>
                </a:lnTo>
                <a:lnTo>
                  <a:pt x="391" y="20"/>
                </a:lnTo>
                <a:lnTo>
                  <a:pt x="391" y="19"/>
                </a:lnTo>
                <a:lnTo>
                  <a:pt x="392" y="18"/>
                </a:lnTo>
                <a:lnTo>
                  <a:pt x="393" y="19"/>
                </a:lnTo>
                <a:lnTo>
                  <a:pt x="396" y="19"/>
                </a:lnTo>
                <a:lnTo>
                  <a:pt x="397" y="19"/>
                </a:lnTo>
                <a:lnTo>
                  <a:pt x="398" y="19"/>
                </a:lnTo>
                <a:lnTo>
                  <a:pt x="400" y="18"/>
                </a:lnTo>
                <a:lnTo>
                  <a:pt x="401" y="18"/>
                </a:lnTo>
                <a:lnTo>
                  <a:pt x="401" y="17"/>
                </a:lnTo>
                <a:lnTo>
                  <a:pt x="402" y="16"/>
                </a:lnTo>
                <a:lnTo>
                  <a:pt x="402" y="15"/>
                </a:lnTo>
                <a:lnTo>
                  <a:pt x="403" y="15"/>
                </a:lnTo>
                <a:lnTo>
                  <a:pt x="403" y="14"/>
                </a:lnTo>
                <a:lnTo>
                  <a:pt x="404" y="13"/>
                </a:lnTo>
                <a:lnTo>
                  <a:pt x="404" y="14"/>
                </a:lnTo>
                <a:lnTo>
                  <a:pt x="405" y="14"/>
                </a:lnTo>
                <a:lnTo>
                  <a:pt x="406" y="14"/>
                </a:lnTo>
                <a:lnTo>
                  <a:pt x="407" y="14"/>
                </a:lnTo>
                <a:lnTo>
                  <a:pt x="409" y="15"/>
                </a:lnTo>
                <a:lnTo>
                  <a:pt x="409" y="16"/>
                </a:lnTo>
                <a:lnTo>
                  <a:pt x="409" y="17"/>
                </a:lnTo>
                <a:lnTo>
                  <a:pt x="411" y="17"/>
                </a:lnTo>
                <a:lnTo>
                  <a:pt x="412" y="17"/>
                </a:lnTo>
                <a:lnTo>
                  <a:pt x="412" y="16"/>
                </a:lnTo>
                <a:lnTo>
                  <a:pt x="413" y="16"/>
                </a:lnTo>
                <a:lnTo>
                  <a:pt x="414" y="15"/>
                </a:lnTo>
                <a:lnTo>
                  <a:pt x="415" y="15"/>
                </a:lnTo>
                <a:lnTo>
                  <a:pt x="415" y="16"/>
                </a:lnTo>
                <a:lnTo>
                  <a:pt x="416" y="16"/>
                </a:lnTo>
                <a:lnTo>
                  <a:pt x="416" y="17"/>
                </a:lnTo>
                <a:lnTo>
                  <a:pt x="417" y="17"/>
                </a:lnTo>
                <a:lnTo>
                  <a:pt x="417" y="16"/>
                </a:lnTo>
                <a:lnTo>
                  <a:pt x="418" y="17"/>
                </a:lnTo>
                <a:lnTo>
                  <a:pt x="418" y="18"/>
                </a:lnTo>
                <a:lnTo>
                  <a:pt x="418" y="19"/>
                </a:lnTo>
                <a:lnTo>
                  <a:pt x="419" y="19"/>
                </a:lnTo>
                <a:lnTo>
                  <a:pt x="420" y="19"/>
                </a:lnTo>
                <a:lnTo>
                  <a:pt x="420" y="18"/>
                </a:lnTo>
                <a:lnTo>
                  <a:pt x="421" y="18"/>
                </a:lnTo>
                <a:lnTo>
                  <a:pt x="421" y="17"/>
                </a:lnTo>
                <a:lnTo>
                  <a:pt x="421" y="16"/>
                </a:lnTo>
                <a:lnTo>
                  <a:pt x="421" y="15"/>
                </a:lnTo>
                <a:lnTo>
                  <a:pt x="422" y="14"/>
                </a:lnTo>
                <a:lnTo>
                  <a:pt x="422" y="13"/>
                </a:lnTo>
                <a:lnTo>
                  <a:pt x="423" y="13"/>
                </a:lnTo>
                <a:lnTo>
                  <a:pt x="424" y="13"/>
                </a:lnTo>
                <a:lnTo>
                  <a:pt x="425" y="14"/>
                </a:lnTo>
                <a:lnTo>
                  <a:pt x="425" y="15"/>
                </a:lnTo>
                <a:lnTo>
                  <a:pt x="424" y="17"/>
                </a:lnTo>
                <a:lnTo>
                  <a:pt x="425" y="18"/>
                </a:lnTo>
                <a:lnTo>
                  <a:pt x="425" y="20"/>
                </a:lnTo>
                <a:lnTo>
                  <a:pt x="425" y="21"/>
                </a:lnTo>
                <a:lnTo>
                  <a:pt x="425" y="22"/>
                </a:lnTo>
                <a:lnTo>
                  <a:pt x="426" y="22"/>
                </a:lnTo>
                <a:lnTo>
                  <a:pt x="426" y="23"/>
                </a:lnTo>
                <a:lnTo>
                  <a:pt x="426" y="25"/>
                </a:lnTo>
                <a:lnTo>
                  <a:pt x="426" y="26"/>
                </a:lnTo>
                <a:lnTo>
                  <a:pt x="426" y="27"/>
                </a:lnTo>
                <a:lnTo>
                  <a:pt x="427" y="27"/>
                </a:lnTo>
                <a:lnTo>
                  <a:pt x="428" y="27"/>
                </a:lnTo>
                <a:lnTo>
                  <a:pt x="428" y="28"/>
                </a:lnTo>
                <a:lnTo>
                  <a:pt x="429" y="28"/>
                </a:lnTo>
                <a:lnTo>
                  <a:pt x="429" y="29"/>
                </a:lnTo>
                <a:lnTo>
                  <a:pt x="429" y="32"/>
                </a:lnTo>
                <a:lnTo>
                  <a:pt x="430" y="33"/>
                </a:lnTo>
                <a:lnTo>
                  <a:pt x="430" y="34"/>
                </a:lnTo>
                <a:lnTo>
                  <a:pt x="429" y="34"/>
                </a:lnTo>
                <a:lnTo>
                  <a:pt x="430" y="35"/>
                </a:lnTo>
                <a:lnTo>
                  <a:pt x="429" y="36"/>
                </a:lnTo>
                <a:lnTo>
                  <a:pt x="429" y="37"/>
                </a:lnTo>
                <a:lnTo>
                  <a:pt x="429" y="38"/>
                </a:lnTo>
                <a:lnTo>
                  <a:pt x="429" y="39"/>
                </a:lnTo>
                <a:lnTo>
                  <a:pt x="429" y="41"/>
                </a:lnTo>
                <a:lnTo>
                  <a:pt x="430" y="42"/>
                </a:lnTo>
                <a:lnTo>
                  <a:pt x="432" y="42"/>
                </a:lnTo>
                <a:lnTo>
                  <a:pt x="432" y="43"/>
                </a:lnTo>
                <a:lnTo>
                  <a:pt x="432" y="44"/>
                </a:lnTo>
                <a:lnTo>
                  <a:pt x="432" y="45"/>
                </a:lnTo>
                <a:lnTo>
                  <a:pt x="432" y="46"/>
                </a:lnTo>
                <a:lnTo>
                  <a:pt x="431" y="46"/>
                </a:lnTo>
                <a:lnTo>
                  <a:pt x="431" y="47"/>
                </a:lnTo>
                <a:lnTo>
                  <a:pt x="430" y="48"/>
                </a:lnTo>
                <a:lnTo>
                  <a:pt x="429" y="49"/>
                </a:lnTo>
                <a:lnTo>
                  <a:pt x="429" y="50"/>
                </a:lnTo>
                <a:lnTo>
                  <a:pt x="429" y="51"/>
                </a:lnTo>
                <a:lnTo>
                  <a:pt x="429" y="52"/>
                </a:lnTo>
                <a:lnTo>
                  <a:pt x="428" y="54"/>
                </a:lnTo>
                <a:lnTo>
                  <a:pt x="428" y="55"/>
                </a:lnTo>
                <a:lnTo>
                  <a:pt x="428" y="56"/>
                </a:lnTo>
                <a:lnTo>
                  <a:pt x="429" y="55"/>
                </a:lnTo>
                <a:lnTo>
                  <a:pt x="430" y="56"/>
                </a:lnTo>
                <a:lnTo>
                  <a:pt x="431" y="57"/>
                </a:lnTo>
                <a:lnTo>
                  <a:pt x="432" y="57"/>
                </a:lnTo>
                <a:lnTo>
                  <a:pt x="432" y="58"/>
                </a:lnTo>
                <a:lnTo>
                  <a:pt x="433" y="58"/>
                </a:lnTo>
                <a:lnTo>
                  <a:pt x="434" y="58"/>
                </a:lnTo>
                <a:lnTo>
                  <a:pt x="435" y="58"/>
                </a:lnTo>
                <a:lnTo>
                  <a:pt x="435" y="59"/>
                </a:lnTo>
                <a:lnTo>
                  <a:pt x="436" y="59"/>
                </a:lnTo>
                <a:lnTo>
                  <a:pt x="437" y="59"/>
                </a:lnTo>
                <a:lnTo>
                  <a:pt x="437" y="60"/>
                </a:lnTo>
                <a:lnTo>
                  <a:pt x="438" y="60"/>
                </a:lnTo>
                <a:lnTo>
                  <a:pt x="439" y="60"/>
                </a:lnTo>
                <a:lnTo>
                  <a:pt x="440" y="60"/>
                </a:lnTo>
                <a:lnTo>
                  <a:pt x="441" y="60"/>
                </a:lnTo>
                <a:lnTo>
                  <a:pt x="442" y="60"/>
                </a:lnTo>
                <a:lnTo>
                  <a:pt x="443" y="60"/>
                </a:lnTo>
                <a:lnTo>
                  <a:pt x="443" y="59"/>
                </a:lnTo>
                <a:lnTo>
                  <a:pt x="444" y="59"/>
                </a:lnTo>
                <a:lnTo>
                  <a:pt x="445" y="58"/>
                </a:lnTo>
                <a:lnTo>
                  <a:pt x="446" y="58"/>
                </a:lnTo>
                <a:lnTo>
                  <a:pt x="447" y="58"/>
                </a:lnTo>
                <a:lnTo>
                  <a:pt x="448" y="58"/>
                </a:lnTo>
                <a:lnTo>
                  <a:pt x="448" y="57"/>
                </a:lnTo>
                <a:lnTo>
                  <a:pt x="449" y="57"/>
                </a:lnTo>
                <a:lnTo>
                  <a:pt x="450" y="57"/>
                </a:lnTo>
                <a:lnTo>
                  <a:pt x="450" y="58"/>
                </a:lnTo>
                <a:lnTo>
                  <a:pt x="450" y="59"/>
                </a:lnTo>
                <a:lnTo>
                  <a:pt x="451" y="59"/>
                </a:lnTo>
                <a:lnTo>
                  <a:pt x="452" y="59"/>
                </a:lnTo>
                <a:lnTo>
                  <a:pt x="452" y="60"/>
                </a:lnTo>
                <a:lnTo>
                  <a:pt x="453" y="59"/>
                </a:lnTo>
                <a:lnTo>
                  <a:pt x="454" y="59"/>
                </a:lnTo>
                <a:lnTo>
                  <a:pt x="455" y="59"/>
                </a:lnTo>
                <a:lnTo>
                  <a:pt x="455" y="60"/>
                </a:lnTo>
                <a:lnTo>
                  <a:pt x="455" y="61"/>
                </a:lnTo>
                <a:lnTo>
                  <a:pt x="454" y="62"/>
                </a:lnTo>
                <a:lnTo>
                  <a:pt x="453" y="62"/>
                </a:lnTo>
                <a:lnTo>
                  <a:pt x="453" y="63"/>
                </a:lnTo>
                <a:lnTo>
                  <a:pt x="452" y="64"/>
                </a:lnTo>
                <a:lnTo>
                  <a:pt x="452" y="65"/>
                </a:lnTo>
                <a:lnTo>
                  <a:pt x="452" y="67"/>
                </a:lnTo>
                <a:lnTo>
                  <a:pt x="452" y="68"/>
                </a:lnTo>
                <a:lnTo>
                  <a:pt x="453" y="68"/>
                </a:lnTo>
                <a:lnTo>
                  <a:pt x="453" y="69"/>
                </a:lnTo>
                <a:lnTo>
                  <a:pt x="452" y="69"/>
                </a:lnTo>
                <a:lnTo>
                  <a:pt x="451" y="69"/>
                </a:lnTo>
                <a:lnTo>
                  <a:pt x="450" y="70"/>
                </a:lnTo>
                <a:lnTo>
                  <a:pt x="449" y="70"/>
                </a:lnTo>
                <a:lnTo>
                  <a:pt x="449" y="71"/>
                </a:lnTo>
                <a:lnTo>
                  <a:pt x="450" y="72"/>
                </a:lnTo>
                <a:lnTo>
                  <a:pt x="450" y="73"/>
                </a:lnTo>
                <a:lnTo>
                  <a:pt x="450" y="74"/>
                </a:lnTo>
                <a:lnTo>
                  <a:pt x="450" y="75"/>
                </a:lnTo>
                <a:lnTo>
                  <a:pt x="451" y="76"/>
                </a:lnTo>
                <a:lnTo>
                  <a:pt x="451" y="77"/>
                </a:lnTo>
                <a:lnTo>
                  <a:pt x="451" y="78"/>
                </a:lnTo>
                <a:lnTo>
                  <a:pt x="452" y="78"/>
                </a:lnTo>
                <a:lnTo>
                  <a:pt x="451" y="78"/>
                </a:lnTo>
                <a:lnTo>
                  <a:pt x="451" y="79"/>
                </a:lnTo>
                <a:lnTo>
                  <a:pt x="452" y="79"/>
                </a:lnTo>
                <a:lnTo>
                  <a:pt x="453" y="80"/>
                </a:lnTo>
                <a:lnTo>
                  <a:pt x="452" y="80"/>
                </a:lnTo>
                <a:lnTo>
                  <a:pt x="452" y="81"/>
                </a:lnTo>
                <a:lnTo>
                  <a:pt x="452" y="82"/>
                </a:lnTo>
                <a:lnTo>
                  <a:pt x="452" y="83"/>
                </a:lnTo>
                <a:lnTo>
                  <a:pt x="451" y="83"/>
                </a:lnTo>
                <a:lnTo>
                  <a:pt x="450" y="83"/>
                </a:lnTo>
                <a:lnTo>
                  <a:pt x="450" y="84"/>
                </a:lnTo>
                <a:lnTo>
                  <a:pt x="450" y="85"/>
                </a:lnTo>
                <a:lnTo>
                  <a:pt x="449" y="85"/>
                </a:lnTo>
                <a:lnTo>
                  <a:pt x="450" y="86"/>
                </a:lnTo>
                <a:lnTo>
                  <a:pt x="450" y="88"/>
                </a:lnTo>
                <a:lnTo>
                  <a:pt x="450" y="89"/>
                </a:lnTo>
                <a:lnTo>
                  <a:pt x="451" y="89"/>
                </a:lnTo>
                <a:lnTo>
                  <a:pt x="452" y="90"/>
                </a:lnTo>
                <a:lnTo>
                  <a:pt x="452" y="91"/>
                </a:lnTo>
                <a:lnTo>
                  <a:pt x="453" y="91"/>
                </a:lnTo>
                <a:lnTo>
                  <a:pt x="455" y="90"/>
                </a:lnTo>
                <a:lnTo>
                  <a:pt x="455" y="91"/>
                </a:lnTo>
                <a:lnTo>
                  <a:pt x="456" y="91"/>
                </a:lnTo>
                <a:lnTo>
                  <a:pt x="456" y="90"/>
                </a:lnTo>
                <a:lnTo>
                  <a:pt x="458" y="90"/>
                </a:lnTo>
                <a:lnTo>
                  <a:pt x="459" y="89"/>
                </a:lnTo>
                <a:lnTo>
                  <a:pt x="458" y="88"/>
                </a:lnTo>
                <a:lnTo>
                  <a:pt x="457" y="88"/>
                </a:lnTo>
                <a:lnTo>
                  <a:pt x="457" y="89"/>
                </a:lnTo>
                <a:lnTo>
                  <a:pt x="457" y="88"/>
                </a:lnTo>
                <a:lnTo>
                  <a:pt x="457" y="87"/>
                </a:lnTo>
                <a:lnTo>
                  <a:pt x="457" y="86"/>
                </a:lnTo>
                <a:lnTo>
                  <a:pt x="457" y="85"/>
                </a:lnTo>
                <a:lnTo>
                  <a:pt x="458" y="85"/>
                </a:lnTo>
                <a:lnTo>
                  <a:pt x="459" y="84"/>
                </a:lnTo>
                <a:lnTo>
                  <a:pt x="460" y="84"/>
                </a:lnTo>
                <a:lnTo>
                  <a:pt x="460" y="83"/>
                </a:lnTo>
                <a:lnTo>
                  <a:pt x="460" y="82"/>
                </a:lnTo>
                <a:lnTo>
                  <a:pt x="460" y="81"/>
                </a:lnTo>
                <a:lnTo>
                  <a:pt x="459" y="81"/>
                </a:lnTo>
                <a:lnTo>
                  <a:pt x="458" y="81"/>
                </a:lnTo>
                <a:lnTo>
                  <a:pt x="458" y="80"/>
                </a:lnTo>
                <a:lnTo>
                  <a:pt x="458" y="79"/>
                </a:lnTo>
                <a:lnTo>
                  <a:pt x="457" y="79"/>
                </a:lnTo>
                <a:lnTo>
                  <a:pt x="456" y="78"/>
                </a:lnTo>
                <a:lnTo>
                  <a:pt x="455" y="78"/>
                </a:lnTo>
                <a:lnTo>
                  <a:pt x="456" y="76"/>
                </a:lnTo>
                <a:lnTo>
                  <a:pt x="457" y="76"/>
                </a:lnTo>
                <a:lnTo>
                  <a:pt x="458" y="76"/>
                </a:lnTo>
                <a:lnTo>
                  <a:pt x="459" y="76"/>
                </a:lnTo>
                <a:lnTo>
                  <a:pt x="459" y="75"/>
                </a:lnTo>
                <a:lnTo>
                  <a:pt x="460" y="75"/>
                </a:lnTo>
                <a:lnTo>
                  <a:pt x="461" y="75"/>
                </a:lnTo>
                <a:lnTo>
                  <a:pt x="461" y="74"/>
                </a:lnTo>
                <a:lnTo>
                  <a:pt x="461" y="73"/>
                </a:lnTo>
                <a:lnTo>
                  <a:pt x="462" y="73"/>
                </a:lnTo>
                <a:lnTo>
                  <a:pt x="462" y="74"/>
                </a:lnTo>
                <a:lnTo>
                  <a:pt x="463" y="74"/>
                </a:lnTo>
                <a:lnTo>
                  <a:pt x="463" y="75"/>
                </a:lnTo>
                <a:lnTo>
                  <a:pt x="463" y="76"/>
                </a:lnTo>
                <a:lnTo>
                  <a:pt x="464" y="76"/>
                </a:lnTo>
                <a:lnTo>
                  <a:pt x="464" y="77"/>
                </a:lnTo>
                <a:lnTo>
                  <a:pt x="465" y="78"/>
                </a:lnTo>
                <a:lnTo>
                  <a:pt x="465" y="79"/>
                </a:lnTo>
                <a:lnTo>
                  <a:pt x="466" y="79"/>
                </a:lnTo>
                <a:lnTo>
                  <a:pt x="467" y="79"/>
                </a:lnTo>
                <a:lnTo>
                  <a:pt x="468" y="80"/>
                </a:lnTo>
                <a:lnTo>
                  <a:pt x="468" y="81"/>
                </a:lnTo>
                <a:lnTo>
                  <a:pt x="467" y="82"/>
                </a:lnTo>
                <a:lnTo>
                  <a:pt x="467" y="83"/>
                </a:lnTo>
                <a:lnTo>
                  <a:pt x="466" y="84"/>
                </a:lnTo>
                <a:lnTo>
                  <a:pt x="466" y="85"/>
                </a:lnTo>
                <a:lnTo>
                  <a:pt x="467" y="86"/>
                </a:lnTo>
                <a:lnTo>
                  <a:pt x="468" y="85"/>
                </a:lnTo>
                <a:lnTo>
                  <a:pt x="468" y="86"/>
                </a:lnTo>
                <a:lnTo>
                  <a:pt x="468" y="87"/>
                </a:lnTo>
                <a:lnTo>
                  <a:pt x="468" y="88"/>
                </a:lnTo>
                <a:lnTo>
                  <a:pt x="468" y="90"/>
                </a:lnTo>
                <a:lnTo>
                  <a:pt x="467" y="90"/>
                </a:lnTo>
                <a:lnTo>
                  <a:pt x="466" y="91"/>
                </a:lnTo>
                <a:lnTo>
                  <a:pt x="466" y="92"/>
                </a:lnTo>
                <a:lnTo>
                  <a:pt x="467" y="92"/>
                </a:lnTo>
                <a:lnTo>
                  <a:pt x="467" y="93"/>
                </a:lnTo>
                <a:lnTo>
                  <a:pt x="466" y="94"/>
                </a:lnTo>
                <a:lnTo>
                  <a:pt x="466" y="93"/>
                </a:lnTo>
                <a:lnTo>
                  <a:pt x="465" y="94"/>
                </a:lnTo>
                <a:lnTo>
                  <a:pt x="464" y="94"/>
                </a:lnTo>
                <a:lnTo>
                  <a:pt x="464" y="95"/>
                </a:lnTo>
                <a:lnTo>
                  <a:pt x="463" y="96"/>
                </a:lnTo>
                <a:lnTo>
                  <a:pt x="463" y="98"/>
                </a:lnTo>
                <a:lnTo>
                  <a:pt x="464" y="99"/>
                </a:lnTo>
                <a:lnTo>
                  <a:pt x="464" y="100"/>
                </a:lnTo>
                <a:lnTo>
                  <a:pt x="464" y="101"/>
                </a:lnTo>
                <a:lnTo>
                  <a:pt x="465" y="101"/>
                </a:lnTo>
                <a:lnTo>
                  <a:pt x="466" y="101"/>
                </a:lnTo>
                <a:lnTo>
                  <a:pt x="466" y="102"/>
                </a:lnTo>
                <a:lnTo>
                  <a:pt x="466" y="103"/>
                </a:lnTo>
                <a:lnTo>
                  <a:pt x="466" y="104"/>
                </a:lnTo>
                <a:lnTo>
                  <a:pt x="466" y="105"/>
                </a:lnTo>
                <a:lnTo>
                  <a:pt x="467" y="104"/>
                </a:lnTo>
                <a:lnTo>
                  <a:pt x="467" y="103"/>
                </a:lnTo>
                <a:lnTo>
                  <a:pt x="467" y="102"/>
                </a:lnTo>
                <a:lnTo>
                  <a:pt x="468" y="102"/>
                </a:lnTo>
                <a:lnTo>
                  <a:pt x="469" y="102"/>
                </a:lnTo>
                <a:lnTo>
                  <a:pt x="470" y="101"/>
                </a:lnTo>
                <a:lnTo>
                  <a:pt x="470" y="100"/>
                </a:lnTo>
                <a:lnTo>
                  <a:pt x="471" y="100"/>
                </a:lnTo>
                <a:lnTo>
                  <a:pt x="471" y="99"/>
                </a:lnTo>
                <a:lnTo>
                  <a:pt x="472" y="99"/>
                </a:lnTo>
                <a:lnTo>
                  <a:pt x="472" y="100"/>
                </a:lnTo>
                <a:lnTo>
                  <a:pt x="472" y="101"/>
                </a:lnTo>
                <a:lnTo>
                  <a:pt x="472" y="102"/>
                </a:lnTo>
                <a:lnTo>
                  <a:pt x="473" y="102"/>
                </a:lnTo>
                <a:lnTo>
                  <a:pt x="473" y="103"/>
                </a:lnTo>
                <a:lnTo>
                  <a:pt x="474" y="104"/>
                </a:lnTo>
                <a:lnTo>
                  <a:pt x="475" y="104"/>
                </a:lnTo>
                <a:lnTo>
                  <a:pt x="475" y="103"/>
                </a:lnTo>
                <a:lnTo>
                  <a:pt x="478" y="102"/>
                </a:lnTo>
                <a:lnTo>
                  <a:pt x="479" y="102"/>
                </a:lnTo>
                <a:lnTo>
                  <a:pt x="480" y="102"/>
                </a:lnTo>
                <a:lnTo>
                  <a:pt x="481" y="102"/>
                </a:lnTo>
                <a:lnTo>
                  <a:pt x="481" y="103"/>
                </a:lnTo>
                <a:lnTo>
                  <a:pt x="482" y="103"/>
                </a:lnTo>
                <a:lnTo>
                  <a:pt x="481" y="104"/>
                </a:lnTo>
                <a:lnTo>
                  <a:pt x="481" y="105"/>
                </a:lnTo>
                <a:lnTo>
                  <a:pt x="482" y="105"/>
                </a:lnTo>
                <a:lnTo>
                  <a:pt x="484" y="106"/>
                </a:lnTo>
                <a:lnTo>
                  <a:pt x="485" y="106"/>
                </a:lnTo>
                <a:lnTo>
                  <a:pt x="485" y="107"/>
                </a:lnTo>
                <a:lnTo>
                  <a:pt x="486" y="107"/>
                </a:lnTo>
                <a:lnTo>
                  <a:pt x="486" y="108"/>
                </a:lnTo>
                <a:lnTo>
                  <a:pt x="487" y="108"/>
                </a:lnTo>
                <a:lnTo>
                  <a:pt x="488" y="108"/>
                </a:lnTo>
                <a:lnTo>
                  <a:pt x="489" y="107"/>
                </a:lnTo>
                <a:lnTo>
                  <a:pt x="489" y="106"/>
                </a:lnTo>
                <a:lnTo>
                  <a:pt x="489" y="105"/>
                </a:lnTo>
                <a:lnTo>
                  <a:pt x="489" y="104"/>
                </a:lnTo>
                <a:lnTo>
                  <a:pt x="490" y="103"/>
                </a:lnTo>
                <a:lnTo>
                  <a:pt x="490" y="102"/>
                </a:lnTo>
                <a:lnTo>
                  <a:pt x="491" y="102"/>
                </a:lnTo>
                <a:lnTo>
                  <a:pt x="491" y="103"/>
                </a:lnTo>
                <a:lnTo>
                  <a:pt x="491" y="104"/>
                </a:lnTo>
                <a:lnTo>
                  <a:pt x="492" y="104"/>
                </a:lnTo>
                <a:lnTo>
                  <a:pt x="493" y="104"/>
                </a:lnTo>
                <a:lnTo>
                  <a:pt x="494" y="105"/>
                </a:lnTo>
                <a:lnTo>
                  <a:pt x="495" y="106"/>
                </a:lnTo>
                <a:lnTo>
                  <a:pt x="496" y="105"/>
                </a:lnTo>
                <a:lnTo>
                  <a:pt x="496" y="104"/>
                </a:lnTo>
                <a:lnTo>
                  <a:pt x="497" y="104"/>
                </a:lnTo>
                <a:lnTo>
                  <a:pt x="497" y="103"/>
                </a:lnTo>
                <a:lnTo>
                  <a:pt x="496" y="102"/>
                </a:lnTo>
                <a:lnTo>
                  <a:pt x="496" y="101"/>
                </a:lnTo>
                <a:lnTo>
                  <a:pt x="495" y="100"/>
                </a:lnTo>
                <a:lnTo>
                  <a:pt x="495" y="99"/>
                </a:lnTo>
                <a:lnTo>
                  <a:pt x="495" y="98"/>
                </a:lnTo>
                <a:lnTo>
                  <a:pt x="496" y="98"/>
                </a:lnTo>
                <a:lnTo>
                  <a:pt x="497" y="97"/>
                </a:lnTo>
                <a:lnTo>
                  <a:pt x="498" y="97"/>
                </a:lnTo>
                <a:lnTo>
                  <a:pt x="498" y="96"/>
                </a:lnTo>
                <a:lnTo>
                  <a:pt x="498" y="95"/>
                </a:lnTo>
                <a:lnTo>
                  <a:pt x="499" y="94"/>
                </a:lnTo>
                <a:lnTo>
                  <a:pt x="499" y="93"/>
                </a:lnTo>
                <a:lnTo>
                  <a:pt x="500" y="92"/>
                </a:lnTo>
                <a:lnTo>
                  <a:pt x="500" y="91"/>
                </a:lnTo>
                <a:lnTo>
                  <a:pt x="500" y="90"/>
                </a:lnTo>
                <a:lnTo>
                  <a:pt x="501" y="90"/>
                </a:lnTo>
                <a:lnTo>
                  <a:pt x="501" y="89"/>
                </a:lnTo>
                <a:lnTo>
                  <a:pt x="501" y="88"/>
                </a:lnTo>
                <a:lnTo>
                  <a:pt x="500" y="88"/>
                </a:lnTo>
                <a:lnTo>
                  <a:pt x="501" y="87"/>
                </a:lnTo>
                <a:lnTo>
                  <a:pt x="501" y="86"/>
                </a:lnTo>
                <a:lnTo>
                  <a:pt x="502" y="84"/>
                </a:lnTo>
                <a:lnTo>
                  <a:pt x="501" y="84"/>
                </a:lnTo>
                <a:lnTo>
                  <a:pt x="502" y="83"/>
                </a:lnTo>
                <a:lnTo>
                  <a:pt x="501" y="83"/>
                </a:lnTo>
                <a:lnTo>
                  <a:pt x="501" y="82"/>
                </a:lnTo>
                <a:lnTo>
                  <a:pt x="502" y="82"/>
                </a:lnTo>
                <a:lnTo>
                  <a:pt x="503" y="82"/>
                </a:lnTo>
                <a:lnTo>
                  <a:pt x="503" y="81"/>
                </a:lnTo>
                <a:lnTo>
                  <a:pt x="503" y="80"/>
                </a:lnTo>
                <a:lnTo>
                  <a:pt x="504" y="80"/>
                </a:lnTo>
                <a:lnTo>
                  <a:pt x="504" y="79"/>
                </a:lnTo>
                <a:lnTo>
                  <a:pt x="503" y="79"/>
                </a:lnTo>
                <a:lnTo>
                  <a:pt x="504" y="78"/>
                </a:lnTo>
                <a:lnTo>
                  <a:pt x="505" y="77"/>
                </a:lnTo>
                <a:lnTo>
                  <a:pt x="505" y="76"/>
                </a:lnTo>
                <a:lnTo>
                  <a:pt x="506" y="76"/>
                </a:lnTo>
                <a:lnTo>
                  <a:pt x="507" y="76"/>
                </a:lnTo>
                <a:lnTo>
                  <a:pt x="507" y="75"/>
                </a:lnTo>
                <a:lnTo>
                  <a:pt x="508" y="76"/>
                </a:lnTo>
                <a:lnTo>
                  <a:pt x="509" y="76"/>
                </a:lnTo>
                <a:lnTo>
                  <a:pt x="510" y="75"/>
                </a:lnTo>
                <a:lnTo>
                  <a:pt x="511" y="74"/>
                </a:lnTo>
                <a:lnTo>
                  <a:pt x="512" y="74"/>
                </a:lnTo>
                <a:lnTo>
                  <a:pt x="512" y="75"/>
                </a:lnTo>
                <a:lnTo>
                  <a:pt x="511" y="77"/>
                </a:lnTo>
                <a:lnTo>
                  <a:pt x="511" y="78"/>
                </a:lnTo>
                <a:lnTo>
                  <a:pt x="511" y="79"/>
                </a:lnTo>
                <a:lnTo>
                  <a:pt x="511" y="81"/>
                </a:lnTo>
                <a:lnTo>
                  <a:pt x="511" y="83"/>
                </a:lnTo>
                <a:lnTo>
                  <a:pt x="511" y="84"/>
                </a:lnTo>
                <a:lnTo>
                  <a:pt x="512" y="85"/>
                </a:lnTo>
                <a:lnTo>
                  <a:pt x="513" y="85"/>
                </a:lnTo>
                <a:lnTo>
                  <a:pt x="513" y="86"/>
                </a:lnTo>
                <a:lnTo>
                  <a:pt x="512" y="86"/>
                </a:lnTo>
                <a:lnTo>
                  <a:pt x="513" y="86"/>
                </a:lnTo>
                <a:lnTo>
                  <a:pt x="514" y="86"/>
                </a:lnTo>
                <a:lnTo>
                  <a:pt x="514" y="87"/>
                </a:lnTo>
                <a:lnTo>
                  <a:pt x="513" y="88"/>
                </a:lnTo>
                <a:lnTo>
                  <a:pt x="513" y="89"/>
                </a:lnTo>
                <a:lnTo>
                  <a:pt x="512" y="89"/>
                </a:lnTo>
                <a:lnTo>
                  <a:pt x="512" y="90"/>
                </a:lnTo>
                <a:lnTo>
                  <a:pt x="512" y="91"/>
                </a:lnTo>
                <a:lnTo>
                  <a:pt x="512" y="92"/>
                </a:lnTo>
                <a:lnTo>
                  <a:pt x="512" y="93"/>
                </a:lnTo>
                <a:lnTo>
                  <a:pt x="513" y="93"/>
                </a:lnTo>
                <a:lnTo>
                  <a:pt x="514" y="93"/>
                </a:lnTo>
                <a:lnTo>
                  <a:pt x="514" y="94"/>
                </a:lnTo>
                <a:lnTo>
                  <a:pt x="513" y="94"/>
                </a:lnTo>
                <a:lnTo>
                  <a:pt x="514" y="94"/>
                </a:lnTo>
                <a:lnTo>
                  <a:pt x="515" y="95"/>
                </a:lnTo>
                <a:lnTo>
                  <a:pt x="514" y="95"/>
                </a:lnTo>
                <a:lnTo>
                  <a:pt x="514" y="96"/>
                </a:lnTo>
                <a:lnTo>
                  <a:pt x="515" y="96"/>
                </a:lnTo>
                <a:lnTo>
                  <a:pt x="515" y="97"/>
                </a:lnTo>
                <a:lnTo>
                  <a:pt x="515" y="96"/>
                </a:lnTo>
                <a:lnTo>
                  <a:pt x="516" y="96"/>
                </a:lnTo>
                <a:lnTo>
                  <a:pt x="517" y="95"/>
                </a:lnTo>
                <a:lnTo>
                  <a:pt x="518" y="95"/>
                </a:lnTo>
                <a:lnTo>
                  <a:pt x="518" y="94"/>
                </a:lnTo>
                <a:lnTo>
                  <a:pt x="519" y="94"/>
                </a:lnTo>
                <a:lnTo>
                  <a:pt x="519" y="95"/>
                </a:lnTo>
                <a:lnTo>
                  <a:pt x="520" y="95"/>
                </a:lnTo>
                <a:lnTo>
                  <a:pt x="520" y="96"/>
                </a:lnTo>
                <a:lnTo>
                  <a:pt x="520" y="97"/>
                </a:lnTo>
                <a:lnTo>
                  <a:pt x="519" y="97"/>
                </a:lnTo>
                <a:lnTo>
                  <a:pt x="519" y="98"/>
                </a:lnTo>
                <a:lnTo>
                  <a:pt x="520" y="97"/>
                </a:lnTo>
                <a:lnTo>
                  <a:pt x="520" y="98"/>
                </a:lnTo>
                <a:lnTo>
                  <a:pt x="520" y="97"/>
                </a:lnTo>
                <a:lnTo>
                  <a:pt x="521" y="97"/>
                </a:lnTo>
                <a:lnTo>
                  <a:pt x="521" y="96"/>
                </a:lnTo>
                <a:lnTo>
                  <a:pt x="522" y="96"/>
                </a:lnTo>
                <a:lnTo>
                  <a:pt x="522" y="97"/>
                </a:lnTo>
                <a:lnTo>
                  <a:pt x="523" y="97"/>
                </a:lnTo>
                <a:lnTo>
                  <a:pt x="524" y="97"/>
                </a:lnTo>
                <a:lnTo>
                  <a:pt x="523" y="97"/>
                </a:lnTo>
                <a:lnTo>
                  <a:pt x="522" y="98"/>
                </a:lnTo>
                <a:lnTo>
                  <a:pt x="521" y="98"/>
                </a:lnTo>
                <a:lnTo>
                  <a:pt x="521" y="99"/>
                </a:lnTo>
                <a:lnTo>
                  <a:pt x="520" y="100"/>
                </a:lnTo>
                <a:lnTo>
                  <a:pt x="520" y="101"/>
                </a:lnTo>
                <a:lnTo>
                  <a:pt x="520" y="102"/>
                </a:lnTo>
                <a:lnTo>
                  <a:pt x="519" y="103"/>
                </a:lnTo>
                <a:lnTo>
                  <a:pt x="518" y="104"/>
                </a:lnTo>
                <a:lnTo>
                  <a:pt x="518" y="106"/>
                </a:lnTo>
                <a:lnTo>
                  <a:pt x="519" y="106"/>
                </a:lnTo>
                <a:lnTo>
                  <a:pt x="519" y="107"/>
                </a:lnTo>
                <a:lnTo>
                  <a:pt x="519" y="108"/>
                </a:lnTo>
                <a:lnTo>
                  <a:pt x="518" y="108"/>
                </a:lnTo>
                <a:lnTo>
                  <a:pt x="518" y="109"/>
                </a:lnTo>
                <a:lnTo>
                  <a:pt x="518" y="110"/>
                </a:lnTo>
                <a:lnTo>
                  <a:pt x="518" y="111"/>
                </a:lnTo>
                <a:lnTo>
                  <a:pt x="517" y="111"/>
                </a:lnTo>
                <a:lnTo>
                  <a:pt x="517" y="113"/>
                </a:lnTo>
                <a:lnTo>
                  <a:pt x="516" y="114"/>
                </a:lnTo>
                <a:lnTo>
                  <a:pt x="516" y="115"/>
                </a:lnTo>
                <a:lnTo>
                  <a:pt x="516" y="116"/>
                </a:lnTo>
                <a:lnTo>
                  <a:pt x="515" y="116"/>
                </a:lnTo>
                <a:lnTo>
                  <a:pt x="515" y="117"/>
                </a:lnTo>
                <a:lnTo>
                  <a:pt x="515" y="118"/>
                </a:lnTo>
                <a:lnTo>
                  <a:pt x="515" y="119"/>
                </a:lnTo>
                <a:lnTo>
                  <a:pt x="515" y="120"/>
                </a:lnTo>
                <a:lnTo>
                  <a:pt x="514" y="121"/>
                </a:lnTo>
                <a:lnTo>
                  <a:pt x="514" y="122"/>
                </a:lnTo>
                <a:lnTo>
                  <a:pt x="515" y="122"/>
                </a:lnTo>
                <a:lnTo>
                  <a:pt x="515" y="121"/>
                </a:lnTo>
                <a:lnTo>
                  <a:pt x="516" y="120"/>
                </a:lnTo>
                <a:lnTo>
                  <a:pt x="517" y="120"/>
                </a:lnTo>
                <a:lnTo>
                  <a:pt x="517" y="119"/>
                </a:lnTo>
                <a:lnTo>
                  <a:pt x="518" y="118"/>
                </a:lnTo>
                <a:lnTo>
                  <a:pt x="519" y="118"/>
                </a:lnTo>
                <a:lnTo>
                  <a:pt x="519" y="119"/>
                </a:lnTo>
                <a:lnTo>
                  <a:pt x="520" y="119"/>
                </a:lnTo>
                <a:lnTo>
                  <a:pt x="521" y="120"/>
                </a:lnTo>
                <a:lnTo>
                  <a:pt x="521" y="121"/>
                </a:lnTo>
                <a:lnTo>
                  <a:pt x="522" y="121"/>
                </a:lnTo>
                <a:lnTo>
                  <a:pt x="522" y="122"/>
                </a:lnTo>
                <a:lnTo>
                  <a:pt x="521" y="122"/>
                </a:lnTo>
                <a:lnTo>
                  <a:pt x="521" y="123"/>
                </a:lnTo>
                <a:lnTo>
                  <a:pt x="520" y="123"/>
                </a:lnTo>
                <a:lnTo>
                  <a:pt x="520" y="124"/>
                </a:lnTo>
                <a:lnTo>
                  <a:pt x="519" y="124"/>
                </a:lnTo>
                <a:lnTo>
                  <a:pt x="518" y="124"/>
                </a:lnTo>
                <a:lnTo>
                  <a:pt x="518" y="125"/>
                </a:lnTo>
                <a:lnTo>
                  <a:pt x="517" y="125"/>
                </a:lnTo>
                <a:lnTo>
                  <a:pt x="516" y="125"/>
                </a:lnTo>
                <a:lnTo>
                  <a:pt x="516" y="126"/>
                </a:lnTo>
                <a:lnTo>
                  <a:pt x="517" y="126"/>
                </a:lnTo>
                <a:lnTo>
                  <a:pt x="517" y="127"/>
                </a:lnTo>
                <a:lnTo>
                  <a:pt x="517" y="128"/>
                </a:lnTo>
                <a:lnTo>
                  <a:pt x="516" y="128"/>
                </a:lnTo>
                <a:lnTo>
                  <a:pt x="516" y="127"/>
                </a:lnTo>
                <a:lnTo>
                  <a:pt x="516" y="128"/>
                </a:lnTo>
                <a:lnTo>
                  <a:pt x="515" y="128"/>
                </a:lnTo>
                <a:lnTo>
                  <a:pt x="515" y="129"/>
                </a:lnTo>
                <a:lnTo>
                  <a:pt x="515" y="130"/>
                </a:lnTo>
                <a:lnTo>
                  <a:pt x="516" y="131"/>
                </a:lnTo>
                <a:lnTo>
                  <a:pt x="516" y="133"/>
                </a:lnTo>
                <a:lnTo>
                  <a:pt x="516" y="135"/>
                </a:lnTo>
                <a:lnTo>
                  <a:pt x="516" y="136"/>
                </a:lnTo>
                <a:lnTo>
                  <a:pt x="516" y="137"/>
                </a:lnTo>
                <a:lnTo>
                  <a:pt x="517" y="137"/>
                </a:lnTo>
                <a:lnTo>
                  <a:pt x="517" y="138"/>
                </a:lnTo>
                <a:lnTo>
                  <a:pt x="518" y="138"/>
                </a:lnTo>
                <a:lnTo>
                  <a:pt x="517" y="138"/>
                </a:lnTo>
                <a:lnTo>
                  <a:pt x="517" y="139"/>
                </a:lnTo>
                <a:lnTo>
                  <a:pt x="518" y="140"/>
                </a:lnTo>
                <a:lnTo>
                  <a:pt x="519" y="140"/>
                </a:lnTo>
                <a:lnTo>
                  <a:pt x="519" y="141"/>
                </a:lnTo>
                <a:lnTo>
                  <a:pt x="518" y="142"/>
                </a:lnTo>
                <a:lnTo>
                  <a:pt x="518" y="143"/>
                </a:lnTo>
                <a:lnTo>
                  <a:pt x="519" y="143"/>
                </a:lnTo>
                <a:lnTo>
                  <a:pt x="519" y="144"/>
                </a:lnTo>
                <a:lnTo>
                  <a:pt x="518" y="145"/>
                </a:lnTo>
                <a:lnTo>
                  <a:pt x="518" y="146"/>
                </a:lnTo>
                <a:lnTo>
                  <a:pt x="517" y="147"/>
                </a:lnTo>
                <a:lnTo>
                  <a:pt x="518" y="148"/>
                </a:lnTo>
                <a:lnTo>
                  <a:pt x="519" y="148"/>
                </a:lnTo>
                <a:lnTo>
                  <a:pt x="520" y="150"/>
                </a:lnTo>
                <a:lnTo>
                  <a:pt x="521" y="151"/>
                </a:lnTo>
                <a:lnTo>
                  <a:pt x="522" y="151"/>
                </a:lnTo>
                <a:lnTo>
                  <a:pt x="522" y="152"/>
                </a:lnTo>
                <a:lnTo>
                  <a:pt x="521" y="152"/>
                </a:lnTo>
                <a:lnTo>
                  <a:pt x="520" y="152"/>
                </a:lnTo>
                <a:lnTo>
                  <a:pt x="521" y="153"/>
                </a:lnTo>
                <a:lnTo>
                  <a:pt x="522" y="153"/>
                </a:lnTo>
                <a:lnTo>
                  <a:pt x="523" y="153"/>
                </a:lnTo>
                <a:lnTo>
                  <a:pt x="524" y="153"/>
                </a:lnTo>
                <a:lnTo>
                  <a:pt x="525" y="153"/>
                </a:lnTo>
                <a:lnTo>
                  <a:pt x="525" y="154"/>
                </a:lnTo>
                <a:lnTo>
                  <a:pt x="526" y="155"/>
                </a:lnTo>
                <a:lnTo>
                  <a:pt x="527" y="155"/>
                </a:lnTo>
                <a:lnTo>
                  <a:pt x="528" y="155"/>
                </a:lnTo>
                <a:lnTo>
                  <a:pt x="528" y="156"/>
                </a:lnTo>
                <a:lnTo>
                  <a:pt x="529" y="156"/>
                </a:lnTo>
                <a:lnTo>
                  <a:pt x="530" y="157"/>
                </a:lnTo>
                <a:lnTo>
                  <a:pt x="529" y="158"/>
                </a:lnTo>
                <a:lnTo>
                  <a:pt x="529" y="159"/>
                </a:lnTo>
                <a:lnTo>
                  <a:pt x="529" y="160"/>
                </a:lnTo>
                <a:lnTo>
                  <a:pt x="530" y="161"/>
                </a:lnTo>
                <a:lnTo>
                  <a:pt x="530" y="162"/>
                </a:lnTo>
                <a:lnTo>
                  <a:pt x="530" y="163"/>
                </a:lnTo>
                <a:lnTo>
                  <a:pt x="530" y="165"/>
                </a:lnTo>
                <a:lnTo>
                  <a:pt x="529" y="165"/>
                </a:lnTo>
                <a:lnTo>
                  <a:pt x="528" y="167"/>
                </a:lnTo>
                <a:lnTo>
                  <a:pt x="529" y="168"/>
                </a:lnTo>
                <a:lnTo>
                  <a:pt x="529" y="169"/>
                </a:lnTo>
                <a:lnTo>
                  <a:pt x="528" y="169"/>
                </a:lnTo>
                <a:lnTo>
                  <a:pt x="527" y="169"/>
                </a:lnTo>
                <a:lnTo>
                  <a:pt x="527" y="170"/>
                </a:lnTo>
                <a:lnTo>
                  <a:pt x="527" y="171"/>
                </a:lnTo>
                <a:lnTo>
                  <a:pt x="526" y="171"/>
                </a:lnTo>
                <a:lnTo>
                  <a:pt x="526" y="170"/>
                </a:lnTo>
                <a:lnTo>
                  <a:pt x="525" y="170"/>
                </a:lnTo>
                <a:lnTo>
                  <a:pt x="524" y="171"/>
                </a:lnTo>
                <a:lnTo>
                  <a:pt x="523" y="172"/>
                </a:lnTo>
                <a:lnTo>
                  <a:pt x="522" y="172"/>
                </a:lnTo>
                <a:lnTo>
                  <a:pt x="521" y="172"/>
                </a:lnTo>
                <a:lnTo>
                  <a:pt x="521" y="173"/>
                </a:lnTo>
                <a:lnTo>
                  <a:pt x="520" y="174"/>
                </a:lnTo>
                <a:lnTo>
                  <a:pt x="519" y="174"/>
                </a:lnTo>
                <a:lnTo>
                  <a:pt x="518" y="176"/>
                </a:lnTo>
                <a:lnTo>
                  <a:pt x="517" y="176"/>
                </a:lnTo>
                <a:lnTo>
                  <a:pt x="516" y="177"/>
                </a:lnTo>
                <a:lnTo>
                  <a:pt x="516" y="178"/>
                </a:lnTo>
                <a:lnTo>
                  <a:pt x="515" y="178"/>
                </a:lnTo>
                <a:lnTo>
                  <a:pt x="514" y="178"/>
                </a:lnTo>
                <a:lnTo>
                  <a:pt x="515" y="179"/>
                </a:lnTo>
                <a:lnTo>
                  <a:pt x="515" y="180"/>
                </a:lnTo>
                <a:lnTo>
                  <a:pt x="515" y="181"/>
                </a:lnTo>
                <a:lnTo>
                  <a:pt x="515" y="182"/>
                </a:lnTo>
                <a:lnTo>
                  <a:pt x="514" y="183"/>
                </a:lnTo>
                <a:lnTo>
                  <a:pt x="514" y="184"/>
                </a:lnTo>
                <a:lnTo>
                  <a:pt x="513" y="184"/>
                </a:lnTo>
                <a:lnTo>
                  <a:pt x="512" y="183"/>
                </a:lnTo>
                <a:lnTo>
                  <a:pt x="511" y="183"/>
                </a:lnTo>
                <a:lnTo>
                  <a:pt x="511" y="184"/>
                </a:lnTo>
                <a:lnTo>
                  <a:pt x="510" y="184"/>
                </a:lnTo>
                <a:lnTo>
                  <a:pt x="510" y="183"/>
                </a:lnTo>
                <a:lnTo>
                  <a:pt x="510" y="182"/>
                </a:lnTo>
                <a:lnTo>
                  <a:pt x="508" y="182"/>
                </a:lnTo>
                <a:lnTo>
                  <a:pt x="507" y="181"/>
                </a:lnTo>
                <a:lnTo>
                  <a:pt x="507" y="180"/>
                </a:lnTo>
                <a:lnTo>
                  <a:pt x="506" y="180"/>
                </a:lnTo>
                <a:lnTo>
                  <a:pt x="506" y="181"/>
                </a:lnTo>
                <a:lnTo>
                  <a:pt x="505" y="182"/>
                </a:lnTo>
                <a:lnTo>
                  <a:pt x="504" y="182"/>
                </a:lnTo>
                <a:lnTo>
                  <a:pt x="504" y="183"/>
                </a:lnTo>
                <a:lnTo>
                  <a:pt x="503" y="184"/>
                </a:lnTo>
                <a:lnTo>
                  <a:pt x="502" y="184"/>
                </a:lnTo>
                <a:lnTo>
                  <a:pt x="502" y="185"/>
                </a:lnTo>
                <a:lnTo>
                  <a:pt x="501" y="184"/>
                </a:lnTo>
                <a:lnTo>
                  <a:pt x="502" y="184"/>
                </a:lnTo>
                <a:lnTo>
                  <a:pt x="502" y="183"/>
                </a:lnTo>
                <a:lnTo>
                  <a:pt x="502" y="182"/>
                </a:lnTo>
                <a:lnTo>
                  <a:pt x="502" y="181"/>
                </a:lnTo>
                <a:lnTo>
                  <a:pt x="501" y="181"/>
                </a:lnTo>
                <a:lnTo>
                  <a:pt x="500" y="181"/>
                </a:lnTo>
                <a:lnTo>
                  <a:pt x="500" y="182"/>
                </a:lnTo>
                <a:lnTo>
                  <a:pt x="499" y="182"/>
                </a:lnTo>
                <a:lnTo>
                  <a:pt x="499" y="183"/>
                </a:lnTo>
                <a:lnTo>
                  <a:pt x="498" y="183"/>
                </a:lnTo>
                <a:lnTo>
                  <a:pt x="498" y="184"/>
                </a:lnTo>
                <a:lnTo>
                  <a:pt x="497" y="184"/>
                </a:lnTo>
                <a:lnTo>
                  <a:pt x="497" y="185"/>
                </a:lnTo>
                <a:lnTo>
                  <a:pt x="498" y="185"/>
                </a:lnTo>
                <a:lnTo>
                  <a:pt x="499" y="185"/>
                </a:lnTo>
                <a:lnTo>
                  <a:pt x="499" y="184"/>
                </a:lnTo>
                <a:lnTo>
                  <a:pt x="500" y="183"/>
                </a:lnTo>
                <a:lnTo>
                  <a:pt x="501" y="184"/>
                </a:lnTo>
                <a:lnTo>
                  <a:pt x="500" y="184"/>
                </a:lnTo>
                <a:lnTo>
                  <a:pt x="499" y="185"/>
                </a:lnTo>
                <a:lnTo>
                  <a:pt x="499" y="186"/>
                </a:lnTo>
                <a:lnTo>
                  <a:pt x="498" y="186"/>
                </a:lnTo>
                <a:lnTo>
                  <a:pt x="498" y="187"/>
                </a:lnTo>
                <a:lnTo>
                  <a:pt x="499" y="187"/>
                </a:lnTo>
                <a:lnTo>
                  <a:pt x="498" y="188"/>
                </a:lnTo>
                <a:lnTo>
                  <a:pt x="498" y="189"/>
                </a:lnTo>
                <a:lnTo>
                  <a:pt x="498" y="190"/>
                </a:lnTo>
                <a:lnTo>
                  <a:pt x="498" y="191"/>
                </a:lnTo>
                <a:lnTo>
                  <a:pt x="497" y="191"/>
                </a:lnTo>
                <a:lnTo>
                  <a:pt x="497" y="190"/>
                </a:lnTo>
                <a:lnTo>
                  <a:pt x="497" y="191"/>
                </a:lnTo>
                <a:lnTo>
                  <a:pt x="497" y="192"/>
                </a:lnTo>
                <a:lnTo>
                  <a:pt x="496" y="192"/>
                </a:lnTo>
                <a:lnTo>
                  <a:pt x="496" y="193"/>
                </a:lnTo>
                <a:lnTo>
                  <a:pt x="495" y="193"/>
                </a:lnTo>
                <a:lnTo>
                  <a:pt x="495" y="192"/>
                </a:lnTo>
                <a:lnTo>
                  <a:pt x="494" y="193"/>
                </a:lnTo>
                <a:lnTo>
                  <a:pt x="494" y="194"/>
                </a:lnTo>
                <a:lnTo>
                  <a:pt x="493" y="193"/>
                </a:lnTo>
                <a:lnTo>
                  <a:pt x="492" y="192"/>
                </a:lnTo>
                <a:lnTo>
                  <a:pt x="492" y="193"/>
                </a:lnTo>
                <a:lnTo>
                  <a:pt x="492" y="195"/>
                </a:lnTo>
                <a:lnTo>
                  <a:pt x="493" y="195"/>
                </a:lnTo>
                <a:lnTo>
                  <a:pt x="493" y="196"/>
                </a:lnTo>
                <a:lnTo>
                  <a:pt x="492" y="197"/>
                </a:lnTo>
                <a:lnTo>
                  <a:pt x="492" y="198"/>
                </a:lnTo>
                <a:lnTo>
                  <a:pt x="491" y="198"/>
                </a:lnTo>
                <a:lnTo>
                  <a:pt x="490" y="198"/>
                </a:lnTo>
                <a:lnTo>
                  <a:pt x="488" y="199"/>
                </a:lnTo>
                <a:lnTo>
                  <a:pt x="487" y="199"/>
                </a:lnTo>
                <a:lnTo>
                  <a:pt x="486" y="199"/>
                </a:lnTo>
                <a:lnTo>
                  <a:pt x="486" y="200"/>
                </a:lnTo>
                <a:lnTo>
                  <a:pt x="486" y="201"/>
                </a:lnTo>
                <a:lnTo>
                  <a:pt x="485" y="201"/>
                </a:lnTo>
                <a:lnTo>
                  <a:pt x="485" y="202"/>
                </a:lnTo>
                <a:lnTo>
                  <a:pt x="484" y="203"/>
                </a:lnTo>
                <a:lnTo>
                  <a:pt x="483" y="203"/>
                </a:lnTo>
                <a:lnTo>
                  <a:pt x="483" y="204"/>
                </a:lnTo>
                <a:lnTo>
                  <a:pt x="482" y="204"/>
                </a:lnTo>
                <a:lnTo>
                  <a:pt x="481" y="204"/>
                </a:lnTo>
                <a:lnTo>
                  <a:pt x="479" y="205"/>
                </a:lnTo>
                <a:lnTo>
                  <a:pt x="479" y="206"/>
                </a:lnTo>
                <a:lnTo>
                  <a:pt x="480" y="206"/>
                </a:lnTo>
                <a:lnTo>
                  <a:pt x="481" y="206"/>
                </a:lnTo>
                <a:lnTo>
                  <a:pt x="481" y="207"/>
                </a:lnTo>
                <a:lnTo>
                  <a:pt x="481" y="208"/>
                </a:lnTo>
                <a:lnTo>
                  <a:pt x="481" y="210"/>
                </a:lnTo>
                <a:lnTo>
                  <a:pt x="481" y="211"/>
                </a:lnTo>
                <a:lnTo>
                  <a:pt x="480" y="211"/>
                </a:lnTo>
                <a:lnTo>
                  <a:pt x="479" y="213"/>
                </a:lnTo>
                <a:lnTo>
                  <a:pt x="478" y="213"/>
                </a:lnTo>
                <a:lnTo>
                  <a:pt x="478" y="214"/>
                </a:lnTo>
                <a:lnTo>
                  <a:pt x="478" y="215"/>
                </a:lnTo>
                <a:lnTo>
                  <a:pt x="477" y="216"/>
                </a:lnTo>
                <a:lnTo>
                  <a:pt x="477" y="215"/>
                </a:lnTo>
                <a:lnTo>
                  <a:pt x="476" y="215"/>
                </a:lnTo>
                <a:lnTo>
                  <a:pt x="475" y="215"/>
                </a:lnTo>
                <a:lnTo>
                  <a:pt x="475" y="216"/>
                </a:lnTo>
                <a:lnTo>
                  <a:pt x="474" y="217"/>
                </a:lnTo>
                <a:lnTo>
                  <a:pt x="473" y="217"/>
                </a:lnTo>
                <a:lnTo>
                  <a:pt x="472" y="218"/>
                </a:lnTo>
                <a:lnTo>
                  <a:pt x="471" y="218"/>
                </a:lnTo>
                <a:lnTo>
                  <a:pt x="471" y="217"/>
                </a:lnTo>
                <a:lnTo>
                  <a:pt x="469" y="218"/>
                </a:lnTo>
                <a:lnTo>
                  <a:pt x="470" y="219"/>
                </a:lnTo>
                <a:lnTo>
                  <a:pt x="471" y="220"/>
                </a:lnTo>
                <a:lnTo>
                  <a:pt x="472" y="221"/>
                </a:lnTo>
                <a:lnTo>
                  <a:pt x="473" y="221"/>
                </a:lnTo>
                <a:lnTo>
                  <a:pt x="473" y="220"/>
                </a:lnTo>
                <a:lnTo>
                  <a:pt x="474" y="220"/>
                </a:lnTo>
                <a:lnTo>
                  <a:pt x="474" y="221"/>
                </a:lnTo>
                <a:lnTo>
                  <a:pt x="474" y="222"/>
                </a:lnTo>
                <a:lnTo>
                  <a:pt x="474" y="223"/>
                </a:lnTo>
                <a:lnTo>
                  <a:pt x="475" y="223"/>
                </a:lnTo>
                <a:lnTo>
                  <a:pt x="476" y="224"/>
                </a:lnTo>
                <a:lnTo>
                  <a:pt x="477" y="225"/>
                </a:lnTo>
                <a:lnTo>
                  <a:pt x="477" y="226"/>
                </a:lnTo>
                <a:lnTo>
                  <a:pt x="476" y="226"/>
                </a:lnTo>
                <a:lnTo>
                  <a:pt x="476" y="227"/>
                </a:lnTo>
                <a:lnTo>
                  <a:pt x="477" y="227"/>
                </a:lnTo>
                <a:lnTo>
                  <a:pt x="478" y="226"/>
                </a:lnTo>
                <a:lnTo>
                  <a:pt x="479" y="225"/>
                </a:lnTo>
                <a:lnTo>
                  <a:pt x="480" y="225"/>
                </a:lnTo>
                <a:lnTo>
                  <a:pt x="480" y="224"/>
                </a:lnTo>
                <a:lnTo>
                  <a:pt x="481" y="224"/>
                </a:lnTo>
                <a:lnTo>
                  <a:pt x="481" y="225"/>
                </a:lnTo>
                <a:lnTo>
                  <a:pt x="480" y="226"/>
                </a:lnTo>
                <a:lnTo>
                  <a:pt x="481" y="226"/>
                </a:lnTo>
                <a:lnTo>
                  <a:pt x="483" y="225"/>
                </a:lnTo>
                <a:lnTo>
                  <a:pt x="484" y="225"/>
                </a:lnTo>
                <a:lnTo>
                  <a:pt x="483" y="223"/>
                </a:lnTo>
                <a:lnTo>
                  <a:pt x="482" y="223"/>
                </a:lnTo>
                <a:lnTo>
                  <a:pt x="482" y="222"/>
                </a:lnTo>
                <a:lnTo>
                  <a:pt x="483" y="222"/>
                </a:lnTo>
                <a:lnTo>
                  <a:pt x="484" y="222"/>
                </a:lnTo>
                <a:lnTo>
                  <a:pt x="485" y="222"/>
                </a:lnTo>
                <a:lnTo>
                  <a:pt x="485" y="221"/>
                </a:lnTo>
                <a:lnTo>
                  <a:pt x="486" y="220"/>
                </a:lnTo>
                <a:lnTo>
                  <a:pt x="487" y="219"/>
                </a:lnTo>
                <a:lnTo>
                  <a:pt x="488" y="219"/>
                </a:lnTo>
                <a:lnTo>
                  <a:pt x="489" y="218"/>
                </a:lnTo>
                <a:lnTo>
                  <a:pt x="490" y="216"/>
                </a:lnTo>
                <a:lnTo>
                  <a:pt x="491" y="216"/>
                </a:lnTo>
                <a:lnTo>
                  <a:pt x="491" y="217"/>
                </a:lnTo>
                <a:lnTo>
                  <a:pt x="492" y="217"/>
                </a:lnTo>
                <a:lnTo>
                  <a:pt x="493" y="216"/>
                </a:lnTo>
                <a:lnTo>
                  <a:pt x="495" y="215"/>
                </a:lnTo>
                <a:lnTo>
                  <a:pt x="496" y="215"/>
                </a:lnTo>
                <a:lnTo>
                  <a:pt x="498" y="214"/>
                </a:lnTo>
                <a:lnTo>
                  <a:pt x="499" y="214"/>
                </a:lnTo>
                <a:lnTo>
                  <a:pt x="500" y="214"/>
                </a:lnTo>
                <a:lnTo>
                  <a:pt x="500" y="215"/>
                </a:lnTo>
                <a:lnTo>
                  <a:pt x="499" y="215"/>
                </a:lnTo>
                <a:lnTo>
                  <a:pt x="499" y="216"/>
                </a:lnTo>
                <a:lnTo>
                  <a:pt x="498" y="216"/>
                </a:lnTo>
                <a:lnTo>
                  <a:pt x="498" y="217"/>
                </a:lnTo>
                <a:lnTo>
                  <a:pt x="497" y="217"/>
                </a:lnTo>
                <a:lnTo>
                  <a:pt x="497" y="219"/>
                </a:lnTo>
                <a:lnTo>
                  <a:pt x="497" y="220"/>
                </a:lnTo>
                <a:lnTo>
                  <a:pt x="499" y="220"/>
                </a:lnTo>
                <a:lnTo>
                  <a:pt x="500" y="220"/>
                </a:lnTo>
                <a:lnTo>
                  <a:pt x="499" y="220"/>
                </a:lnTo>
                <a:lnTo>
                  <a:pt x="500" y="219"/>
                </a:lnTo>
                <a:lnTo>
                  <a:pt x="502" y="219"/>
                </a:lnTo>
                <a:lnTo>
                  <a:pt x="502" y="220"/>
                </a:lnTo>
                <a:lnTo>
                  <a:pt x="503" y="220"/>
                </a:lnTo>
                <a:lnTo>
                  <a:pt x="503" y="219"/>
                </a:lnTo>
                <a:lnTo>
                  <a:pt x="504" y="218"/>
                </a:lnTo>
                <a:lnTo>
                  <a:pt x="505" y="218"/>
                </a:lnTo>
                <a:lnTo>
                  <a:pt x="506" y="218"/>
                </a:lnTo>
                <a:lnTo>
                  <a:pt x="506" y="217"/>
                </a:lnTo>
                <a:lnTo>
                  <a:pt x="507" y="216"/>
                </a:lnTo>
                <a:lnTo>
                  <a:pt x="507" y="215"/>
                </a:lnTo>
                <a:lnTo>
                  <a:pt x="508" y="214"/>
                </a:lnTo>
                <a:lnTo>
                  <a:pt x="508" y="213"/>
                </a:lnTo>
                <a:lnTo>
                  <a:pt x="509" y="213"/>
                </a:lnTo>
                <a:lnTo>
                  <a:pt x="509" y="212"/>
                </a:lnTo>
                <a:lnTo>
                  <a:pt x="510" y="211"/>
                </a:lnTo>
                <a:lnTo>
                  <a:pt x="511" y="212"/>
                </a:lnTo>
                <a:lnTo>
                  <a:pt x="510" y="212"/>
                </a:lnTo>
                <a:lnTo>
                  <a:pt x="511" y="213"/>
                </a:lnTo>
                <a:lnTo>
                  <a:pt x="511" y="214"/>
                </a:lnTo>
                <a:lnTo>
                  <a:pt x="512" y="214"/>
                </a:lnTo>
                <a:lnTo>
                  <a:pt x="512" y="213"/>
                </a:lnTo>
                <a:lnTo>
                  <a:pt x="513" y="213"/>
                </a:lnTo>
                <a:lnTo>
                  <a:pt x="514" y="213"/>
                </a:lnTo>
                <a:lnTo>
                  <a:pt x="515" y="213"/>
                </a:lnTo>
                <a:lnTo>
                  <a:pt x="516" y="213"/>
                </a:lnTo>
                <a:lnTo>
                  <a:pt x="517" y="213"/>
                </a:lnTo>
                <a:lnTo>
                  <a:pt x="518" y="213"/>
                </a:lnTo>
                <a:lnTo>
                  <a:pt x="518" y="212"/>
                </a:lnTo>
                <a:lnTo>
                  <a:pt x="518" y="211"/>
                </a:lnTo>
                <a:lnTo>
                  <a:pt x="520" y="211"/>
                </a:lnTo>
                <a:lnTo>
                  <a:pt x="521" y="212"/>
                </a:lnTo>
                <a:lnTo>
                  <a:pt x="522" y="212"/>
                </a:lnTo>
                <a:lnTo>
                  <a:pt x="522" y="211"/>
                </a:lnTo>
                <a:lnTo>
                  <a:pt x="522" y="212"/>
                </a:lnTo>
                <a:lnTo>
                  <a:pt x="523" y="212"/>
                </a:lnTo>
                <a:lnTo>
                  <a:pt x="523" y="211"/>
                </a:lnTo>
                <a:lnTo>
                  <a:pt x="523" y="210"/>
                </a:lnTo>
                <a:lnTo>
                  <a:pt x="524" y="210"/>
                </a:lnTo>
                <a:lnTo>
                  <a:pt x="524" y="211"/>
                </a:lnTo>
                <a:lnTo>
                  <a:pt x="525" y="211"/>
                </a:lnTo>
                <a:lnTo>
                  <a:pt x="525" y="212"/>
                </a:lnTo>
                <a:lnTo>
                  <a:pt x="526" y="214"/>
                </a:lnTo>
                <a:lnTo>
                  <a:pt x="527" y="214"/>
                </a:lnTo>
                <a:lnTo>
                  <a:pt x="528" y="214"/>
                </a:lnTo>
                <a:lnTo>
                  <a:pt x="529" y="214"/>
                </a:lnTo>
                <a:lnTo>
                  <a:pt x="529" y="213"/>
                </a:lnTo>
                <a:lnTo>
                  <a:pt x="530" y="213"/>
                </a:lnTo>
                <a:lnTo>
                  <a:pt x="530" y="215"/>
                </a:lnTo>
                <a:lnTo>
                  <a:pt x="529" y="215"/>
                </a:lnTo>
                <a:lnTo>
                  <a:pt x="529" y="217"/>
                </a:lnTo>
                <a:lnTo>
                  <a:pt x="529" y="218"/>
                </a:lnTo>
                <a:lnTo>
                  <a:pt x="530" y="219"/>
                </a:lnTo>
                <a:lnTo>
                  <a:pt x="530" y="218"/>
                </a:lnTo>
                <a:lnTo>
                  <a:pt x="531" y="218"/>
                </a:lnTo>
                <a:lnTo>
                  <a:pt x="531" y="219"/>
                </a:lnTo>
                <a:lnTo>
                  <a:pt x="531" y="220"/>
                </a:lnTo>
                <a:lnTo>
                  <a:pt x="530" y="220"/>
                </a:lnTo>
                <a:lnTo>
                  <a:pt x="529" y="220"/>
                </a:lnTo>
                <a:lnTo>
                  <a:pt x="530" y="220"/>
                </a:lnTo>
                <a:lnTo>
                  <a:pt x="530" y="221"/>
                </a:lnTo>
                <a:lnTo>
                  <a:pt x="531" y="221"/>
                </a:lnTo>
                <a:lnTo>
                  <a:pt x="532" y="221"/>
                </a:lnTo>
                <a:lnTo>
                  <a:pt x="532" y="220"/>
                </a:lnTo>
                <a:lnTo>
                  <a:pt x="531" y="220"/>
                </a:lnTo>
                <a:lnTo>
                  <a:pt x="532" y="219"/>
                </a:lnTo>
                <a:lnTo>
                  <a:pt x="533" y="219"/>
                </a:lnTo>
                <a:lnTo>
                  <a:pt x="535" y="220"/>
                </a:lnTo>
                <a:lnTo>
                  <a:pt x="534" y="220"/>
                </a:lnTo>
                <a:lnTo>
                  <a:pt x="534" y="222"/>
                </a:lnTo>
                <a:lnTo>
                  <a:pt x="535" y="224"/>
                </a:lnTo>
                <a:lnTo>
                  <a:pt x="536" y="225"/>
                </a:lnTo>
                <a:lnTo>
                  <a:pt x="536" y="226"/>
                </a:lnTo>
                <a:lnTo>
                  <a:pt x="537" y="227"/>
                </a:lnTo>
                <a:lnTo>
                  <a:pt x="536" y="227"/>
                </a:lnTo>
                <a:lnTo>
                  <a:pt x="536" y="228"/>
                </a:lnTo>
                <a:lnTo>
                  <a:pt x="535" y="228"/>
                </a:lnTo>
                <a:lnTo>
                  <a:pt x="535" y="229"/>
                </a:lnTo>
                <a:lnTo>
                  <a:pt x="536" y="229"/>
                </a:lnTo>
                <a:lnTo>
                  <a:pt x="537" y="229"/>
                </a:lnTo>
                <a:lnTo>
                  <a:pt x="537" y="230"/>
                </a:lnTo>
                <a:lnTo>
                  <a:pt x="537" y="231"/>
                </a:lnTo>
                <a:lnTo>
                  <a:pt x="538" y="231"/>
                </a:lnTo>
                <a:lnTo>
                  <a:pt x="538" y="232"/>
                </a:lnTo>
                <a:lnTo>
                  <a:pt x="538" y="233"/>
                </a:lnTo>
                <a:lnTo>
                  <a:pt x="537" y="233"/>
                </a:lnTo>
                <a:lnTo>
                  <a:pt x="537" y="232"/>
                </a:lnTo>
                <a:lnTo>
                  <a:pt x="537" y="233"/>
                </a:lnTo>
                <a:lnTo>
                  <a:pt x="536" y="233"/>
                </a:lnTo>
                <a:lnTo>
                  <a:pt x="536" y="234"/>
                </a:lnTo>
                <a:lnTo>
                  <a:pt x="536" y="235"/>
                </a:lnTo>
                <a:lnTo>
                  <a:pt x="535" y="234"/>
                </a:lnTo>
                <a:lnTo>
                  <a:pt x="534" y="234"/>
                </a:lnTo>
                <a:lnTo>
                  <a:pt x="533" y="234"/>
                </a:lnTo>
                <a:lnTo>
                  <a:pt x="532" y="235"/>
                </a:lnTo>
                <a:lnTo>
                  <a:pt x="532" y="236"/>
                </a:lnTo>
                <a:lnTo>
                  <a:pt x="530" y="236"/>
                </a:lnTo>
                <a:lnTo>
                  <a:pt x="529" y="237"/>
                </a:lnTo>
                <a:lnTo>
                  <a:pt x="528" y="238"/>
                </a:lnTo>
                <a:lnTo>
                  <a:pt x="527" y="238"/>
                </a:lnTo>
                <a:lnTo>
                  <a:pt x="527" y="240"/>
                </a:lnTo>
                <a:lnTo>
                  <a:pt x="527" y="242"/>
                </a:lnTo>
                <a:lnTo>
                  <a:pt x="528" y="242"/>
                </a:lnTo>
                <a:lnTo>
                  <a:pt x="529" y="241"/>
                </a:lnTo>
                <a:lnTo>
                  <a:pt x="529" y="240"/>
                </a:lnTo>
                <a:lnTo>
                  <a:pt x="530" y="238"/>
                </a:lnTo>
                <a:lnTo>
                  <a:pt x="530" y="237"/>
                </a:lnTo>
                <a:lnTo>
                  <a:pt x="531" y="237"/>
                </a:lnTo>
                <a:lnTo>
                  <a:pt x="532" y="237"/>
                </a:lnTo>
                <a:lnTo>
                  <a:pt x="532" y="238"/>
                </a:lnTo>
                <a:lnTo>
                  <a:pt x="532" y="240"/>
                </a:lnTo>
                <a:lnTo>
                  <a:pt x="533" y="240"/>
                </a:lnTo>
                <a:lnTo>
                  <a:pt x="534" y="240"/>
                </a:lnTo>
                <a:lnTo>
                  <a:pt x="534" y="241"/>
                </a:lnTo>
                <a:lnTo>
                  <a:pt x="534" y="242"/>
                </a:lnTo>
                <a:lnTo>
                  <a:pt x="534" y="243"/>
                </a:lnTo>
                <a:lnTo>
                  <a:pt x="534" y="244"/>
                </a:lnTo>
                <a:lnTo>
                  <a:pt x="533" y="245"/>
                </a:lnTo>
                <a:lnTo>
                  <a:pt x="533" y="246"/>
                </a:lnTo>
                <a:lnTo>
                  <a:pt x="533" y="247"/>
                </a:lnTo>
                <a:lnTo>
                  <a:pt x="534" y="248"/>
                </a:lnTo>
                <a:lnTo>
                  <a:pt x="535" y="250"/>
                </a:lnTo>
                <a:lnTo>
                  <a:pt x="534" y="251"/>
                </a:lnTo>
                <a:lnTo>
                  <a:pt x="534" y="252"/>
                </a:lnTo>
                <a:lnTo>
                  <a:pt x="535" y="253"/>
                </a:lnTo>
                <a:lnTo>
                  <a:pt x="534" y="253"/>
                </a:lnTo>
                <a:lnTo>
                  <a:pt x="534" y="254"/>
                </a:lnTo>
                <a:lnTo>
                  <a:pt x="533" y="254"/>
                </a:lnTo>
                <a:lnTo>
                  <a:pt x="533" y="253"/>
                </a:lnTo>
                <a:lnTo>
                  <a:pt x="533" y="252"/>
                </a:lnTo>
                <a:lnTo>
                  <a:pt x="534" y="252"/>
                </a:lnTo>
                <a:lnTo>
                  <a:pt x="532" y="252"/>
                </a:lnTo>
                <a:lnTo>
                  <a:pt x="531" y="252"/>
                </a:lnTo>
                <a:lnTo>
                  <a:pt x="530" y="251"/>
                </a:lnTo>
                <a:lnTo>
                  <a:pt x="530" y="252"/>
                </a:lnTo>
                <a:lnTo>
                  <a:pt x="529" y="252"/>
                </a:lnTo>
                <a:lnTo>
                  <a:pt x="527" y="252"/>
                </a:lnTo>
                <a:lnTo>
                  <a:pt x="527" y="253"/>
                </a:lnTo>
                <a:lnTo>
                  <a:pt x="526" y="254"/>
                </a:lnTo>
                <a:lnTo>
                  <a:pt x="525" y="254"/>
                </a:lnTo>
                <a:lnTo>
                  <a:pt x="525" y="255"/>
                </a:lnTo>
                <a:lnTo>
                  <a:pt x="526" y="256"/>
                </a:lnTo>
                <a:lnTo>
                  <a:pt x="525" y="256"/>
                </a:lnTo>
                <a:lnTo>
                  <a:pt x="524" y="256"/>
                </a:lnTo>
                <a:lnTo>
                  <a:pt x="524" y="255"/>
                </a:lnTo>
                <a:lnTo>
                  <a:pt x="522" y="255"/>
                </a:lnTo>
                <a:lnTo>
                  <a:pt x="522" y="256"/>
                </a:lnTo>
                <a:lnTo>
                  <a:pt x="523" y="256"/>
                </a:lnTo>
                <a:lnTo>
                  <a:pt x="523" y="257"/>
                </a:lnTo>
                <a:lnTo>
                  <a:pt x="521" y="258"/>
                </a:lnTo>
                <a:lnTo>
                  <a:pt x="520" y="258"/>
                </a:lnTo>
                <a:lnTo>
                  <a:pt x="519" y="258"/>
                </a:lnTo>
                <a:lnTo>
                  <a:pt x="518" y="258"/>
                </a:lnTo>
                <a:lnTo>
                  <a:pt x="517" y="258"/>
                </a:lnTo>
                <a:lnTo>
                  <a:pt x="516" y="258"/>
                </a:lnTo>
                <a:lnTo>
                  <a:pt x="516" y="257"/>
                </a:lnTo>
                <a:lnTo>
                  <a:pt x="515" y="257"/>
                </a:lnTo>
                <a:lnTo>
                  <a:pt x="515" y="258"/>
                </a:lnTo>
                <a:lnTo>
                  <a:pt x="514" y="258"/>
                </a:lnTo>
                <a:lnTo>
                  <a:pt x="514" y="259"/>
                </a:lnTo>
                <a:lnTo>
                  <a:pt x="514" y="260"/>
                </a:lnTo>
                <a:lnTo>
                  <a:pt x="515" y="260"/>
                </a:lnTo>
                <a:lnTo>
                  <a:pt x="515" y="261"/>
                </a:lnTo>
                <a:lnTo>
                  <a:pt x="515" y="262"/>
                </a:lnTo>
                <a:lnTo>
                  <a:pt x="517" y="263"/>
                </a:lnTo>
                <a:lnTo>
                  <a:pt x="518" y="264"/>
                </a:lnTo>
                <a:lnTo>
                  <a:pt x="519" y="263"/>
                </a:lnTo>
                <a:lnTo>
                  <a:pt x="520" y="264"/>
                </a:lnTo>
                <a:lnTo>
                  <a:pt x="521" y="265"/>
                </a:lnTo>
                <a:lnTo>
                  <a:pt x="522" y="266"/>
                </a:lnTo>
                <a:lnTo>
                  <a:pt x="522" y="268"/>
                </a:lnTo>
                <a:lnTo>
                  <a:pt x="523" y="269"/>
                </a:lnTo>
                <a:lnTo>
                  <a:pt x="522" y="270"/>
                </a:lnTo>
                <a:lnTo>
                  <a:pt x="522" y="272"/>
                </a:lnTo>
                <a:lnTo>
                  <a:pt x="523" y="272"/>
                </a:lnTo>
                <a:lnTo>
                  <a:pt x="523" y="271"/>
                </a:lnTo>
                <a:lnTo>
                  <a:pt x="523" y="272"/>
                </a:lnTo>
                <a:lnTo>
                  <a:pt x="524" y="272"/>
                </a:lnTo>
                <a:lnTo>
                  <a:pt x="523" y="273"/>
                </a:lnTo>
                <a:lnTo>
                  <a:pt x="524" y="273"/>
                </a:lnTo>
                <a:lnTo>
                  <a:pt x="524" y="274"/>
                </a:lnTo>
                <a:lnTo>
                  <a:pt x="525" y="275"/>
                </a:lnTo>
                <a:lnTo>
                  <a:pt x="524" y="275"/>
                </a:lnTo>
                <a:lnTo>
                  <a:pt x="524" y="276"/>
                </a:lnTo>
                <a:lnTo>
                  <a:pt x="523" y="276"/>
                </a:lnTo>
                <a:lnTo>
                  <a:pt x="522" y="277"/>
                </a:lnTo>
                <a:lnTo>
                  <a:pt x="522" y="278"/>
                </a:lnTo>
                <a:lnTo>
                  <a:pt x="523" y="279"/>
                </a:lnTo>
                <a:lnTo>
                  <a:pt x="522" y="280"/>
                </a:lnTo>
                <a:lnTo>
                  <a:pt x="521" y="280"/>
                </a:lnTo>
                <a:lnTo>
                  <a:pt x="520" y="281"/>
                </a:lnTo>
                <a:lnTo>
                  <a:pt x="520" y="282"/>
                </a:lnTo>
                <a:lnTo>
                  <a:pt x="521" y="282"/>
                </a:lnTo>
                <a:lnTo>
                  <a:pt x="522" y="282"/>
                </a:lnTo>
                <a:lnTo>
                  <a:pt x="522" y="283"/>
                </a:lnTo>
                <a:lnTo>
                  <a:pt x="520" y="284"/>
                </a:lnTo>
                <a:lnTo>
                  <a:pt x="519" y="284"/>
                </a:lnTo>
                <a:lnTo>
                  <a:pt x="519" y="285"/>
                </a:lnTo>
                <a:lnTo>
                  <a:pt x="518" y="286"/>
                </a:lnTo>
                <a:lnTo>
                  <a:pt x="517" y="286"/>
                </a:lnTo>
                <a:lnTo>
                  <a:pt x="517" y="287"/>
                </a:lnTo>
                <a:lnTo>
                  <a:pt x="516" y="288"/>
                </a:lnTo>
                <a:lnTo>
                  <a:pt x="516" y="289"/>
                </a:lnTo>
                <a:lnTo>
                  <a:pt x="516" y="290"/>
                </a:lnTo>
                <a:lnTo>
                  <a:pt x="515" y="290"/>
                </a:lnTo>
                <a:lnTo>
                  <a:pt x="514" y="292"/>
                </a:lnTo>
                <a:lnTo>
                  <a:pt x="515" y="293"/>
                </a:lnTo>
                <a:lnTo>
                  <a:pt x="515" y="294"/>
                </a:lnTo>
                <a:lnTo>
                  <a:pt x="514" y="295"/>
                </a:lnTo>
                <a:lnTo>
                  <a:pt x="513" y="295"/>
                </a:lnTo>
                <a:lnTo>
                  <a:pt x="512" y="296"/>
                </a:lnTo>
                <a:lnTo>
                  <a:pt x="512" y="297"/>
                </a:lnTo>
                <a:lnTo>
                  <a:pt x="513" y="297"/>
                </a:lnTo>
                <a:lnTo>
                  <a:pt x="513" y="298"/>
                </a:lnTo>
                <a:lnTo>
                  <a:pt x="513" y="299"/>
                </a:lnTo>
                <a:lnTo>
                  <a:pt x="513" y="300"/>
                </a:lnTo>
                <a:lnTo>
                  <a:pt x="514" y="300"/>
                </a:lnTo>
                <a:lnTo>
                  <a:pt x="515" y="300"/>
                </a:lnTo>
                <a:lnTo>
                  <a:pt x="516" y="300"/>
                </a:lnTo>
                <a:lnTo>
                  <a:pt x="517" y="300"/>
                </a:lnTo>
                <a:lnTo>
                  <a:pt x="518" y="302"/>
                </a:lnTo>
                <a:lnTo>
                  <a:pt x="518" y="303"/>
                </a:lnTo>
                <a:lnTo>
                  <a:pt x="519" y="303"/>
                </a:lnTo>
                <a:lnTo>
                  <a:pt x="520" y="302"/>
                </a:lnTo>
                <a:lnTo>
                  <a:pt x="521" y="302"/>
                </a:lnTo>
                <a:lnTo>
                  <a:pt x="522" y="301"/>
                </a:lnTo>
                <a:lnTo>
                  <a:pt x="525" y="301"/>
                </a:lnTo>
                <a:lnTo>
                  <a:pt x="526" y="301"/>
                </a:lnTo>
                <a:lnTo>
                  <a:pt x="527" y="301"/>
                </a:lnTo>
                <a:lnTo>
                  <a:pt x="527" y="300"/>
                </a:lnTo>
                <a:lnTo>
                  <a:pt x="528" y="300"/>
                </a:lnTo>
                <a:lnTo>
                  <a:pt x="528" y="299"/>
                </a:lnTo>
                <a:lnTo>
                  <a:pt x="529" y="298"/>
                </a:lnTo>
                <a:lnTo>
                  <a:pt x="530" y="298"/>
                </a:lnTo>
                <a:lnTo>
                  <a:pt x="530" y="299"/>
                </a:lnTo>
                <a:lnTo>
                  <a:pt x="530" y="300"/>
                </a:lnTo>
                <a:lnTo>
                  <a:pt x="529" y="301"/>
                </a:lnTo>
                <a:lnTo>
                  <a:pt x="529" y="302"/>
                </a:lnTo>
                <a:lnTo>
                  <a:pt x="528" y="303"/>
                </a:lnTo>
                <a:lnTo>
                  <a:pt x="528" y="304"/>
                </a:lnTo>
                <a:lnTo>
                  <a:pt x="527" y="305"/>
                </a:lnTo>
                <a:lnTo>
                  <a:pt x="528" y="306"/>
                </a:lnTo>
                <a:lnTo>
                  <a:pt x="528" y="307"/>
                </a:lnTo>
                <a:lnTo>
                  <a:pt x="529" y="307"/>
                </a:lnTo>
                <a:lnTo>
                  <a:pt x="528" y="307"/>
                </a:lnTo>
                <a:lnTo>
                  <a:pt x="528" y="308"/>
                </a:lnTo>
                <a:lnTo>
                  <a:pt x="529" y="309"/>
                </a:lnTo>
                <a:lnTo>
                  <a:pt x="530" y="309"/>
                </a:lnTo>
                <a:lnTo>
                  <a:pt x="530" y="308"/>
                </a:lnTo>
                <a:lnTo>
                  <a:pt x="530" y="309"/>
                </a:lnTo>
                <a:lnTo>
                  <a:pt x="530" y="310"/>
                </a:lnTo>
                <a:lnTo>
                  <a:pt x="529" y="310"/>
                </a:lnTo>
                <a:lnTo>
                  <a:pt x="529" y="311"/>
                </a:lnTo>
                <a:lnTo>
                  <a:pt x="530" y="311"/>
                </a:lnTo>
                <a:lnTo>
                  <a:pt x="530" y="312"/>
                </a:lnTo>
                <a:lnTo>
                  <a:pt x="530" y="313"/>
                </a:lnTo>
                <a:lnTo>
                  <a:pt x="530" y="314"/>
                </a:lnTo>
                <a:lnTo>
                  <a:pt x="530" y="315"/>
                </a:lnTo>
                <a:lnTo>
                  <a:pt x="531" y="315"/>
                </a:lnTo>
                <a:lnTo>
                  <a:pt x="532" y="315"/>
                </a:lnTo>
                <a:lnTo>
                  <a:pt x="533" y="315"/>
                </a:lnTo>
                <a:lnTo>
                  <a:pt x="533" y="316"/>
                </a:lnTo>
                <a:lnTo>
                  <a:pt x="534" y="317"/>
                </a:lnTo>
                <a:lnTo>
                  <a:pt x="534" y="318"/>
                </a:lnTo>
                <a:lnTo>
                  <a:pt x="533" y="320"/>
                </a:lnTo>
                <a:lnTo>
                  <a:pt x="532" y="320"/>
                </a:lnTo>
                <a:lnTo>
                  <a:pt x="530" y="320"/>
                </a:lnTo>
                <a:lnTo>
                  <a:pt x="530" y="321"/>
                </a:lnTo>
                <a:lnTo>
                  <a:pt x="529" y="321"/>
                </a:lnTo>
                <a:lnTo>
                  <a:pt x="529" y="320"/>
                </a:lnTo>
                <a:lnTo>
                  <a:pt x="528" y="320"/>
                </a:lnTo>
                <a:lnTo>
                  <a:pt x="528" y="321"/>
                </a:lnTo>
                <a:lnTo>
                  <a:pt x="528" y="322"/>
                </a:lnTo>
                <a:lnTo>
                  <a:pt x="528" y="323"/>
                </a:lnTo>
                <a:lnTo>
                  <a:pt x="528" y="324"/>
                </a:lnTo>
                <a:lnTo>
                  <a:pt x="528" y="325"/>
                </a:lnTo>
                <a:lnTo>
                  <a:pt x="529" y="325"/>
                </a:lnTo>
                <a:lnTo>
                  <a:pt x="530" y="325"/>
                </a:lnTo>
                <a:lnTo>
                  <a:pt x="531" y="325"/>
                </a:lnTo>
                <a:lnTo>
                  <a:pt x="531" y="326"/>
                </a:lnTo>
                <a:lnTo>
                  <a:pt x="531" y="327"/>
                </a:lnTo>
                <a:lnTo>
                  <a:pt x="531" y="328"/>
                </a:lnTo>
                <a:lnTo>
                  <a:pt x="531" y="329"/>
                </a:lnTo>
                <a:lnTo>
                  <a:pt x="530" y="329"/>
                </a:lnTo>
                <a:lnTo>
                  <a:pt x="530" y="330"/>
                </a:lnTo>
                <a:lnTo>
                  <a:pt x="529" y="330"/>
                </a:lnTo>
                <a:lnTo>
                  <a:pt x="529" y="331"/>
                </a:lnTo>
                <a:lnTo>
                  <a:pt x="528" y="331"/>
                </a:lnTo>
                <a:lnTo>
                  <a:pt x="527" y="332"/>
                </a:lnTo>
                <a:lnTo>
                  <a:pt x="526" y="332"/>
                </a:lnTo>
                <a:lnTo>
                  <a:pt x="526" y="333"/>
                </a:lnTo>
                <a:lnTo>
                  <a:pt x="525" y="333"/>
                </a:lnTo>
                <a:lnTo>
                  <a:pt x="524" y="333"/>
                </a:lnTo>
                <a:lnTo>
                  <a:pt x="524" y="334"/>
                </a:lnTo>
                <a:lnTo>
                  <a:pt x="525" y="334"/>
                </a:lnTo>
                <a:lnTo>
                  <a:pt x="526" y="334"/>
                </a:lnTo>
                <a:lnTo>
                  <a:pt x="527" y="335"/>
                </a:lnTo>
                <a:lnTo>
                  <a:pt x="527" y="338"/>
                </a:lnTo>
                <a:lnTo>
                  <a:pt x="526" y="338"/>
                </a:lnTo>
                <a:lnTo>
                  <a:pt x="526" y="339"/>
                </a:lnTo>
                <a:lnTo>
                  <a:pt x="525" y="339"/>
                </a:lnTo>
                <a:lnTo>
                  <a:pt x="524" y="340"/>
                </a:lnTo>
                <a:lnTo>
                  <a:pt x="523" y="340"/>
                </a:lnTo>
                <a:lnTo>
                  <a:pt x="523" y="341"/>
                </a:lnTo>
                <a:lnTo>
                  <a:pt x="523" y="342"/>
                </a:lnTo>
                <a:lnTo>
                  <a:pt x="523" y="343"/>
                </a:lnTo>
                <a:lnTo>
                  <a:pt x="523" y="344"/>
                </a:lnTo>
                <a:lnTo>
                  <a:pt x="522" y="344"/>
                </a:lnTo>
                <a:lnTo>
                  <a:pt x="521" y="345"/>
                </a:lnTo>
                <a:lnTo>
                  <a:pt x="521" y="346"/>
                </a:lnTo>
                <a:lnTo>
                  <a:pt x="520" y="346"/>
                </a:lnTo>
                <a:lnTo>
                  <a:pt x="519" y="346"/>
                </a:lnTo>
                <a:lnTo>
                  <a:pt x="519" y="347"/>
                </a:lnTo>
                <a:lnTo>
                  <a:pt x="518" y="347"/>
                </a:lnTo>
                <a:lnTo>
                  <a:pt x="518" y="349"/>
                </a:lnTo>
                <a:lnTo>
                  <a:pt x="518" y="350"/>
                </a:lnTo>
                <a:lnTo>
                  <a:pt x="518" y="351"/>
                </a:lnTo>
                <a:lnTo>
                  <a:pt x="518" y="352"/>
                </a:lnTo>
                <a:lnTo>
                  <a:pt x="517" y="353"/>
                </a:lnTo>
                <a:lnTo>
                  <a:pt x="518" y="354"/>
                </a:lnTo>
                <a:lnTo>
                  <a:pt x="517" y="354"/>
                </a:lnTo>
                <a:lnTo>
                  <a:pt x="518" y="355"/>
                </a:lnTo>
                <a:lnTo>
                  <a:pt x="518" y="356"/>
                </a:lnTo>
                <a:lnTo>
                  <a:pt x="518" y="357"/>
                </a:lnTo>
                <a:lnTo>
                  <a:pt x="517" y="357"/>
                </a:lnTo>
                <a:lnTo>
                  <a:pt x="516" y="357"/>
                </a:lnTo>
                <a:lnTo>
                  <a:pt x="515" y="357"/>
                </a:lnTo>
                <a:lnTo>
                  <a:pt x="515" y="358"/>
                </a:lnTo>
                <a:lnTo>
                  <a:pt x="516" y="358"/>
                </a:lnTo>
                <a:lnTo>
                  <a:pt x="516" y="359"/>
                </a:lnTo>
                <a:lnTo>
                  <a:pt x="514" y="359"/>
                </a:lnTo>
                <a:lnTo>
                  <a:pt x="513" y="359"/>
                </a:lnTo>
                <a:lnTo>
                  <a:pt x="512" y="359"/>
                </a:lnTo>
                <a:lnTo>
                  <a:pt x="511" y="359"/>
                </a:lnTo>
                <a:lnTo>
                  <a:pt x="510" y="358"/>
                </a:lnTo>
                <a:lnTo>
                  <a:pt x="509" y="357"/>
                </a:lnTo>
                <a:lnTo>
                  <a:pt x="508" y="357"/>
                </a:lnTo>
                <a:lnTo>
                  <a:pt x="507" y="357"/>
                </a:lnTo>
                <a:lnTo>
                  <a:pt x="506" y="357"/>
                </a:lnTo>
                <a:lnTo>
                  <a:pt x="506" y="356"/>
                </a:lnTo>
                <a:lnTo>
                  <a:pt x="507" y="356"/>
                </a:lnTo>
                <a:lnTo>
                  <a:pt x="506" y="355"/>
                </a:lnTo>
                <a:lnTo>
                  <a:pt x="506" y="354"/>
                </a:lnTo>
                <a:lnTo>
                  <a:pt x="505" y="354"/>
                </a:lnTo>
                <a:lnTo>
                  <a:pt x="506" y="354"/>
                </a:lnTo>
                <a:lnTo>
                  <a:pt x="506" y="353"/>
                </a:lnTo>
                <a:lnTo>
                  <a:pt x="506" y="352"/>
                </a:lnTo>
                <a:lnTo>
                  <a:pt x="506" y="351"/>
                </a:lnTo>
                <a:lnTo>
                  <a:pt x="505" y="351"/>
                </a:lnTo>
                <a:lnTo>
                  <a:pt x="504" y="350"/>
                </a:lnTo>
                <a:lnTo>
                  <a:pt x="503" y="350"/>
                </a:lnTo>
                <a:lnTo>
                  <a:pt x="503" y="351"/>
                </a:lnTo>
                <a:lnTo>
                  <a:pt x="504" y="353"/>
                </a:lnTo>
                <a:lnTo>
                  <a:pt x="505" y="353"/>
                </a:lnTo>
                <a:lnTo>
                  <a:pt x="504" y="354"/>
                </a:lnTo>
                <a:lnTo>
                  <a:pt x="504" y="355"/>
                </a:lnTo>
                <a:lnTo>
                  <a:pt x="503" y="355"/>
                </a:lnTo>
                <a:lnTo>
                  <a:pt x="503" y="354"/>
                </a:lnTo>
                <a:lnTo>
                  <a:pt x="502" y="355"/>
                </a:lnTo>
                <a:lnTo>
                  <a:pt x="502" y="356"/>
                </a:lnTo>
                <a:lnTo>
                  <a:pt x="501" y="356"/>
                </a:lnTo>
                <a:lnTo>
                  <a:pt x="501" y="357"/>
                </a:lnTo>
                <a:lnTo>
                  <a:pt x="500" y="356"/>
                </a:lnTo>
                <a:lnTo>
                  <a:pt x="500" y="355"/>
                </a:lnTo>
                <a:lnTo>
                  <a:pt x="499" y="355"/>
                </a:lnTo>
                <a:lnTo>
                  <a:pt x="499" y="354"/>
                </a:lnTo>
                <a:lnTo>
                  <a:pt x="500" y="354"/>
                </a:lnTo>
                <a:lnTo>
                  <a:pt x="500" y="353"/>
                </a:lnTo>
                <a:lnTo>
                  <a:pt x="501" y="353"/>
                </a:lnTo>
                <a:lnTo>
                  <a:pt x="501" y="351"/>
                </a:lnTo>
                <a:lnTo>
                  <a:pt x="500" y="350"/>
                </a:lnTo>
                <a:lnTo>
                  <a:pt x="499" y="350"/>
                </a:lnTo>
                <a:lnTo>
                  <a:pt x="498" y="350"/>
                </a:lnTo>
                <a:lnTo>
                  <a:pt x="497" y="350"/>
                </a:lnTo>
                <a:lnTo>
                  <a:pt x="496" y="350"/>
                </a:lnTo>
                <a:lnTo>
                  <a:pt x="495" y="351"/>
                </a:lnTo>
                <a:lnTo>
                  <a:pt x="495" y="352"/>
                </a:lnTo>
                <a:lnTo>
                  <a:pt x="495" y="353"/>
                </a:lnTo>
                <a:lnTo>
                  <a:pt x="494" y="353"/>
                </a:lnTo>
                <a:lnTo>
                  <a:pt x="493" y="352"/>
                </a:lnTo>
                <a:lnTo>
                  <a:pt x="492" y="352"/>
                </a:lnTo>
                <a:lnTo>
                  <a:pt x="491" y="352"/>
                </a:lnTo>
                <a:lnTo>
                  <a:pt x="490" y="352"/>
                </a:lnTo>
                <a:lnTo>
                  <a:pt x="489" y="351"/>
                </a:lnTo>
                <a:lnTo>
                  <a:pt x="487" y="353"/>
                </a:lnTo>
                <a:lnTo>
                  <a:pt x="488" y="354"/>
                </a:lnTo>
                <a:lnTo>
                  <a:pt x="488" y="355"/>
                </a:lnTo>
                <a:lnTo>
                  <a:pt x="487" y="355"/>
                </a:lnTo>
                <a:lnTo>
                  <a:pt x="487" y="354"/>
                </a:lnTo>
                <a:lnTo>
                  <a:pt x="486" y="354"/>
                </a:lnTo>
                <a:lnTo>
                  <a:pt x="486" y="355"/>
                </a:lnTo>
                <a:lnTo>
                  <a:pt x="486" y="356"/>
                </a:lnTo>
                <a:lnTo>
                  <a:pt x="485" y="357"/>
                </a:lnTo>
                <a:lnTo>
                  <a:pt x="485" y="356"/>
                </a:lnTo>
                <a:lnTo>
                  <a:pt x="484" y="356"/>
                </a:lnTo>
                <a:lnTo>
                  <a:pt x="484" y="357"/>
                </a:lnTo>
                <a:lnTo>
                  <a:pt x="484" y="358"/>
                </a:lnTo>
                <a:lnTo>
                  <a:pt x="483" y="358"/>
                </a:lnTo>
                <a:lnTo>
                  <a:pt x="483" y="357"/>
                </a:lnTo>
                <a:lnTo>
                  <a:pt x="482" y="357"/>
                </a:lnTo>
                <a:lnTo>
                  <a:pt x="481" y="357"/>
                </a:lnTo>
                <a:lnTo>
                  <a:pt x="480" y="358"/>
                </a:lnTo>
                <a:lnTo>
                  <a:pt x="478" y="359"/>
                </a:lnTo>
                <a:lnTo>
                  <a:pt x="478" y="360"/>
                </a:lnTo>
                <a:lnTo>
                  <a:pt x="478" y="362"/>
                </a:lnTo>
                <a:lnTo>
                  <a:pt x="479" y="362"/>
                </a:lnTo>
                <a:lnTo>
                  <a:pt x="479" y="363"/>
                </a:lnTo>
                <a:lnTo>
                  <a:pt x="480" y="363"/>
                </a:lnTo>
                <a:lnTo>
                  <a:pt x="481" y="362"/>
                </a:lnTo>
                <a:lnTo>
                  <a:pt x="482" y="363"/>
                </a:lnTo>
                <a:lnTo>
                  <a:pt x="483" y="363"/>
                </a:lnTo>
                <a:lnTo>
                  <a:pt x="484" y="362"/>
                </a:lnTo>
                <a:lnTo>
                  <a:pt x="485" y="361"/>
                </a:lnTo>
                <a:lnTo>
                  <a:pt x="486" y="360"/>
                </a:lnTo>
                <a:lnTo>
                  <a:pt x="486" y="359"/>
                </a:lnTo>
                <a:lnTo>
                  <a:pt x="487" y="359"/>
                </a:lnTo>
                <a:lnTo>
                  <a:pt x="487" y="358"/>
                </a:lnTo>
                <a:lnTo>
                  <a:pt x="488" y="358"/>
                </a:lnTo>
                <a:lnTo>
                  <a:pt x="487" y="358"/>
                </a:lnTo>
                <a:lnTo>
                  <a:pt x="487" y="357"/>
                </a:lnTo>
                <a:lnTo>
                  <a:pt x="488" y="357"/>
                </a:lnTo>
                <a:lnTo>
                  <a:pt x="490" y="358"/>
                </a:lnTo>
                <a:lnTo>
                  <a:pt x="491" y="358"/>
                </a:lnTo>
                <a:lnTo>
                  <a:pt x="491" y="357"/>
                </a:lnTo>
                <a:lnTo>
                  <a:pt x="492" y="357"/>
                </a:lnTo>
                <a:lnTo>
                  <a:pt x="492" y="356"/>
                </a:lnTo>
                <a:lnTo>
                  <a:pt x="493" y="357"/>
                </a:lnTo>
                <a:lnTo>
                  <a:pt x="492" y="358"/>
                </a:lnTo>
                <a:lnTo>
                  <a:pt x="493" y="358"/>
                </a:lnTo>
                <a:lnTo>
                  <a:pt x="494" y="359"/>
                </a:lnTo>
                <a:lnTo>
                  <a:pt x="495" y="359"/>
                </a:lnTo>
                <a:lnTo>
                  <a:pt x="494" y="360"/>
                </a:lnTo>
                <a:lnTo>
                  <a:pt x="494" y="361"/>
                </a:lnTo>
                <a:lnTo>
                  <a:pt x="494" y="362"/>
                </a:lnTo>
                <a:lnTo>
                  <a:pt x="493" y="362"/>
                </a:lnTo>
                <a:lnTo>
                  <a:pt x="493" y="363"/>
                </a:lnTo>
                <a:lnTo>
                  <a:pt x="491" y="366"/>
                </a:lnTo>
                <a:lnTo>
                  <a:pt x="490" y="367"/>
                </a:lnTo>
                <a:lnTo>
                  <a:pt x="491" y="368"/>
                </a:lnTo>
                <a:lnTo>
                  <a:pt x="491" y="369"/>
                </a:lnTo>
                <a:lnTo>
                  <a:pt x="492" y="369"/>
                </a:lnTo>
                <a:lnTo>
                  <a:pt x="492" y="370"/>
                </a:lnTo>
                <a:lnTo>
                  <a:pt x="491" y="370"/>
                </a:lnTo>
                <a:lnTo>
                  <a:pt x="491" y="371"/>
                </a:lnTo>
                <a:lnTo>
                  <a:pt x="492" y="371"/>
                </a:lnTo>
                <a:lnTo>
                  <a:pt x="492" y="373"/>
                </a:lnTo>
                <a:lnTo>
                  <a:pt x="492" y="374"/>
                </a:lnTo>
                <a:lnTo>
                  <a:pt x="493" y="374"/>
                </a:lnTo>
                <a:lnTo>
                  <a:pt x="493" y="375"/>
                </a:lnTo>
                <a:lnTo>
                  <a:pt x="494" y="375"/>
                </a:lnTo>
                <a:lnTo>
                  <a:pt x="495" y="376"/>
                </a:lnTo>
                <a:lnTo>
                  <a:pt x="496" y="376"/>
                </a:lnTo>
                <a:lnTo>
                  <a:pt x="495" y="377"/>
                </a:lnTo>
                <a:lnTo>
                  <a:pt x="494" y="377"/>
                </a:lnTo>
                <a:lnTo>
                  <a:pt x="493" y="377"/>
                </a:lnTo>
                <a:lnTo>
                  <a:pt x="493" y="378"/>
                </a:lnTo>
                <a:lnTo>
                  <a:pt x="493" y="379"/>
                </a:lnTo>
                <a:lnTo>
                  <a:pt x="492" y="379"/>
                </a:lnTo>
                <a:lnTo>
                  <a:pt x="491" y="379"/>
                </a:lnTo>
                <a:lnTo>
                  <a:pt x="490" y="379"/>
                </a:lnTo>
                <a:lnTo>
                  <a:pt x="490" y="380"/>
                </a:lnTo>
                <a:lnTo>
                  <a:pt x="489" y="379"/>
                </a:lnTo>
                <a:lnTo>
                  <a:pt x="488" y="379"/>
                </a:lnTo>
                <a:lnTo>
                  <a:pt x="487" y="378"/>
                </a:lnTo>
                <a:lnTo>
                  <a:pt x="487" y="377"/>
                </a:lnTo>
                <a:lnTo>
                  <a:pt x="487" y="378"/>
                </a:lnTo>
                <a:lnTo>
                  <a:pt x="486" y="378"/>
                </a:lnTo>
                <a:lnTo>
                  <a:pt x="485" y="378"/>
                </a:lnTo>
                <a:lnTo>
                  <a:pt x="485" y="377"/>
                </a:lnTo>
                <a:lnTo>
                  <a:pt x="483" y="376"/>
                </a:lnTo>
                <a:lnTo>
                  <a:pt x="483" y="375"/>
                </a:lnTo>
                <a:lnTo>
                  <a:pt x="482" y="376"/>
                </a:lnTo>
                <a:lnTo>
                  <a:pt x="481" y="376"/>
                </a:lnTo>
                <a:lnTo>
                  <a:pt x="480" y="377"/>
                </a:lnTo>
                <a:lnTo>
                  <a:pt x="479" y="377"/>
                </a:lnTo>
                <a:lnTo>
                  <a:pt x="478" y="377"/>
                </a:lnTo>
                <a:lnTo>
                  <a:pt x="478" y="376"/>
                </a:lnTo>
                <a:lnTo>
                  <a:pt x="478" y="375"/>
                </a:lnTo>
                <a:lnTo>
                  <a:pt x="477" y="376"/>
                </a:lnTo>
                <a:lnTo>
                  <a:pt x="476" y="375"/>
                </a:lnTo>
                <a:lnTo>
                  <a:pt x="475" y="376"/>
                </a:lnTo>
                <a:lnTo>
                  <a:pt x="474" y="376"/>
                </a:lnTo>
                <a:lnTo>
                  <a:pt x="473" y="377"/>
                </a:lnTo>
                <a:lnTo>
                  <a:pt x="472" y="376"/>
                </a:lnTo>
                <a:lnTo>
                  <a:pt x="472" y="377"/>
                </a:lnTo>
                <a:lnTo>
                  <a:pt x="471" y="377"/>
                </a:lnTo>
                <a:lnTo>
                  <a:pt x="471" y="378"/>
                </a:lnTo>
                <a:lnTo>
                  <a:pt x="471" y="379"/>
                </a:lnTo>
                <a:lnTo>
                  <a:pt x="470" y="377"/>
                </a:lnTo>
                <a:lnTo>
                  <a:pt x="469" y="376"/>
                </a:lnTo>
                <a:lnTo>
                  <a:pt x="468" y="376"/>
                </a:lnTo>
                <a:lnTo>
                  <a:pt x="468" y="374"/>
                </a:lnTo>
                <a:lnTo>
                  <a:pt x="469" y="374"/>
                </a:lnTo>
                <a:lnTo>
                  <a:pt x="469" y="373"/>
                </a:lnTo>
                <a:lnTo>
                  <a:pt x="469" y="372"/>
                </a:lnTo>
                <a:lnTo>
                  <a:pt x="469" y="371"/>
                </a:lnTo>
                <a:lnTo>
                  <a:pt x="468" y="371"/>
                </a:lnTo>
                <a:lnTo>
                  <a:pt x="468" y="370"/>
                </a:lnTo>
                <a:lnTo>
                  <a:pt x="468" y="369"/>
                </a:lnTo>
                <a:lnTo>
                  <a:pt x="468" y="368"/>
                </a:lnTo>
                <a:lnTo>
                  <a:pt x="467" y="368"/>
                </a:lnTo>
                <a:lnTo>
                  <a:pt x="466" y="368"/>
                </a:lnTo>
                <a:lnTo>
                  <a:pt x="466" y="367"/>
                </a:lnTo>
                <a:lnTo>
                  <a:pt x="465" y="367"/>
                </a:lnTo>
                <a:lnTo>
                  <a:pt x="464" y="367"/>
                </a:lnTo>
                <a:lnTo>
                  <a:pt x="463" y="367"/>
                </a:lnTo>
                <a:lnTo>
                  <a:pt x="463" y="368"/>
                </a:lnTo>
                <a:lnTo>
                  <a:pt x="462" y="368"/>
                </a:lnTo>
                <a:lnTo>
                  <a:pt x="461" y="369"/>
                </a:lnTo>
                <a:lnTo>
                  <a:pt x="461" y="368"/>
                </a:lnTo>
                <a:lnTo>
                  <a:pt x="460" y="368"/>
                </a:lnTo>
                <a:lnTo>
                  <a:pt x="459" y="369"/>
                </a:lnTo>
                <a:lnTo>
                  <a:pt x="459" y="370"/>
                </a:lnTo>
                <a:lnTo>
                  <a:pt x="459" y="371"/>
                </a:lnTo>
                <a:lnTo>
                  <a:pt x="460" y="371"/>
                </a:lnTo>
                <a:lnTo>
                  <a:pt x="460" y="372"/>
                </a:lnTo>
                <a:lnTo>
                  <a:pt x="460" y="373"/>
                </a:lnTo>
                <a:lnTo>
                  <a:pt x="459" y="373"/>
                </a:lnTo>
                <a:lnTo>
                  <a:pt x="459" y="372"/>
                </a:lnTo>
                <a:lnTo>
                  <a:pt x="458" y="372"/>
                </a:lnTo>
                <a:lnTo>
                  <a:pt x="457" y="372"/>
                </a:lnTo>
                <a:lnTo>
                  <a:pt x="457" y="373"/>
                </a:lnTo>
                <a:lnTo>
                  <a:pt x="457" y="374"/>
                </a:lnTo>
                <a:lnTo>
                  <a:pt x="457" y="375"/>
                </a:lnTo>
                <a:lnTo>
                  <a:pt x="457" y="376"/>
                </a:lnTo>
                <a:lnTo>
                  <a:pt x="458" y="376"/>
                </a:lnTo>
                <a:lnTo>
                  <a:pt x="458" y="377"/>
                </a:lnTo>
                <a:lnTo>
                  <a:pt x="459" y="377"/>
                </a:lnTo>
                <a:lnTo>
                  <a:pt x="459" y="378"/>
                </a:lnTo>
                <a:lnTo>
                  <a:pt x="460" y="378"/>
                </a:lnTo>
                <a:lnTo>
                  <a:pt x="460" y="379"/>
                </a:lnTo>
                <a:lnTo>
                  <a:pt x="459" y="379"/>
                </a:lnTo>
                <a:lnTo>
                  <a:pt x="458" y="379"/>
                </a:lnTo>
                <a:lnTo>
                  <a:pt x="458" y="378"/>
                </a:lnTo>
                <a:lnTo>
                  <a:pt x="457" y="378"/>
                </a:lnTo>
                <a:lnTo>
                  <a:pt x="456" y="379"/>
                </a:lnTo>
                <a:lnTo>
                  <a:pt x="455" y="379"/>
                </a:lnTo>
                <a:lnTo>
                  <a:pt x="454" y="381"/>
                </a:lnTo>
                <a:lnTo>
                  <a:pt x="454" y="382"/>
                </a:lnTo>
                <a:lnTo>
                  <a:pt x="453" y="382"/>
                </a:lnTo>
                <a:lnTo>
                  <a:pt x="453" y="383"/>
                </a:lnTo>
                <a:lnTo>
                  <a:pt x="454" y="383"/>
                </a:lnTo>
                <a:lnTo>
                  <a:pt x="454" y="384"/>
                </a:lnTo>
                <a:lnTo>
                  <a:pt x="455" y="385"/>
                </a:lnTo>
                <a:lnTo>
                  <a:pt x="454" y="385"/>
                </a:lnTo>
                <a:lnTo>
                  <a:pt x="453" y="384"/>
                </a:lnTo>
                <a:lnTo>
                  <a:pt x="452" y="383"/>
                </a:lnTo>
                <a:lnTo>
                  <a:pt x="452" y="384"/>
                </a:lnTo>
                <a:lnTo>
                  <a:pt x="452" y="386"/>
                </a:lnTo>
                <a:lnTo>
                  <a:pt x="451" y="387"/>
                </a:lnTo>
                <a:lnTo>
                  <a:pt x="452" y="388"/>
                </a:lnTo>
                <a:lnTo>
                  <a:pt x="451" y="389"/>
                </a:lnTo>
                <a:lnTo>
                  <a:pt x="451" y="390"/>
                </a:lnTo>
                <a:lnTo>
                  <a:pt x="451" y="391"/>
                </a:lnTo>
                <a:lnTo>
                  <a:pt x="452" y="391"/>
                </a:lnTo>
                <a:lnTo>
                  <a:pt x="453" y="391"/>
                </a:lnTo>
                <a:lnTo>
                  <a:pt x="453" y="392"/>
                </a:lnTo>
                <a:lnTo>
                  <a:pt x="454" y="394"/>
                </a:lnTo>
                <a:lnTo>
                  <a:pt x="453" y="394"/>
                </a:lnTo>
                <a:lnTo>
                  <a:pt x="453" y="395"/>
                </a:lnTo>
                <a:lnTo>
                  <a:pt x="453" y="396"/>
                </a:lnTo>
                <a:lnTo>
                  <a:pt x="454" y="397"/>
                </a:lnTo>
                <a:lnTo>
                  <a:pt x="454" y="398"/>
                </a:lnTo>
                <a:lnTo>
                  <a:pt x="454" y="399"/>
                </a:lnTo>
                <a:lnTo>
                  <a:pt x="454" y="401"/>
                </a:lnTo>
                <a:lnTo>
                  <a:pt x="453" y="401"/>
                </a:lnTo>
                <a:lnTo>
                  <a:pt x="452" y="400"/>
                </a:lnTo>
                <a:lnTo>
                  <a:pt x="451" y="399"/>
                </a:lnTo>
                <a:lnTo>
                  <a:pt x="451" y="398"/>
                </a:lnTo>
                <a:lnTo>
                  <a:pt x="451" y="397"/>
                </a:lnTo>
                <a:lnTo>
                  <a:pt x="450" y="395"/>
                </a:lnTo>
                <a:lnTo>
                  <a:pt x="449" y="395"/>
                </a:lnTo>
                <a:lnTo>
                  <a:pt x="448" y="394"/>
                </a:lnTo>
                <a:lnTo>
                  <a:pt x="449" y="394"/>
                </a:lnTo>
                <a:lnTo>
                  <a:pt x="449" y="393"/>
                </a:lnTo>
                <a:lnTo>
                  <a:pt x="448" y="393"/>
                </a:lnTo>
                <a:lnTo>
                  <a:pt x="448" y="392"/>
                </a:lnTo>
                <a:lnTo>
                  <a:pt x="447" y="391"/>
                </a:lnTo>
                <a:lnTo>
                  <a:pt x="446" y="390"/>
                </a:lnTo>
                <a:lnTo>
                  <a:pt x="445" y="390"/>
                </a:lnTo>
                <a:lnTo>
                  <a:pt x="444" y="390"/>
                </a:lnTo>
                <a:lnTo>
                  <a:pt x="444" y="389"/>
                </a:lnTo>
                <a:lnTo>
                  <a:pt x="443" y="387"/>
                </a:lnTo>
                <a:lnTo>
                  <a:pt x="442" y="387"/>
                </a:lnTo>
                <a:lnTo>
                  <a:pt x="442" y="386"/>
                </a:lnTo>
                <a:lnTo>
                  <a:pt x="441" y="386"/>
                </a:lnTo>
                <a:lnTo>
                  <a:pt x="440" y="386"/>
                </a:lnTo>
                <a:lnTo>
                  <a:pt x="438" y="386"/>
                </a:lnTo>
                <a:lnTo>
                  <a:pt x="437" y="386"/>
                </a:lnTo>
                <a:lnTo>
                  <a:pt x="437" y="387"/>
                </a:lnTo>
                <a:lnTo>
                  <a:pt x="437" y="388"/>
                </a:lnTo>
                <a:lnTo>
                  <a:pt x="436" y="388"/>
                </a:lnTo>
                <a:lnTo>
                  <a:pt x="435" y="387"/>
                </a:lnTo>
                <a:lnTo>
                  <a:pt x="435" y="386"/>
                </a:lnTo>
                <a:lnTo>
                  <a:pt x="435" y="385"/>
                </a:lnTo>
                <a:lnTo>
                  <a:pt x="435" y="384"/>
                </a:lnTo>
                <a:lnTo>
                  <a:pt x="434" y="383"/>
                </a:lnTo>
                <a:lnTo>
                  <a:pt x="434" y="382"/>
                </a:lnTo>
                <a:lnTo>
                  <a:pt x="433" y="382"/>
                </a:lnTo>
                <a:lnTo>
                  <a:pt x="432" y="381"/>
                </a:lnTo>
                <a:lnTo>
                  <a:pt x="431" y="381"/>
                </a:lnTo>
                <a:lnTo>
                  <a:pt x="430" y="380"/>
                </a:lnTo>
                <a:lnTo>
                  <a:pt x="429" y="379"/>
                </a:lnTo>
                <a:lnTo>
                  <a:pt x="429" y="378"/>
                </a:lnTo>
                <a:lnTo>
                  <a:pt x="428" y="378"/>
                </a:lnTo>
                <a:lnTo>
                  <a:pt x="426" y="379"/>
                </a:lnTo>
                <a:lnTo>
                  <a:pt x="425" y="379"/>
                </a:lnTo>
                <a:lnTo>
                  <a:pt x="425" y="380"/>
                </a:lnTo>
                <a:lnTo>
                  <a:pt x="424" y="381"/>
                </a:lnTo>
                <a:lnTo>
                  <a:pt x="424" y="382"/>
                </a:lnTo>
                <a:lnTo>
                  <a:pt x="424" y="383"/>
                </a:lnTo>
                <a:lnTo>
                  <a:pt x="423" y="384"/>
                </a:lnTo>
                <a:lnTo>
                  <a:pt x="421" y="384"/>
                </a:lnTo>
                <a:lnTo>
                  <a:pt x="421" y="385"/>
                </a:lnTo>
                <a:lnTo>
                  <a:pt x="420" y="385"/>
                </a:lnTo>
                <a:lnTo>
                  <a:pt x="419" y="385"/>
                </a:lnTo>
                <a:lnTo>
                  <a:pt x="419" y="386"/>
                </a:lnTo>
                <a:lnTo>
                  <a:pt x="419" y="387"/>
                </a:lnTo>
                <a:lnTo>
                  <a:pt x="420" y="387"/>
                </a:lnTo>
                <a:lnTo>
                  <a:pt x="420" y="388"/>
                </a:lnTo>
                <a:lnTo>
                  <a:pt x="420" y="389"/>
                </a:lnTo>
                <a:lnTo>
                  <a:pt x="419" y="389"/>
                </a:lnTo>
                <a:lnTo>
                  <a:pt x="418" y="389"/>
                </a:lnTo>
                <a:lnTo>
                  <a:pt x="418" y="388"/>
                </a:lnTo>
                <a:lnTo>
                  <a:pt x="418" y="387"/>
                </a:lnTo>
                <a:lnTo>
                  <a:pt x="418" y="386"/>
                </a:lnTo>
                <a:lnTo>
                  <a:pt x="417" y="386"/>
                </a:lnTo>
                <a:lnTo>
                  <a:pt x="416" y="386"/>
                </a:lnTo>
                <a:lnTo>
                  <a:pt x="415" y="386"/>
                </a:lnTo>
                <a:lnTo>
                  <a:pt x="414" y="386"/>
                </a:lnTo>
                <a:lnTo>
                  <a:pt x="413" y="387"/>
                </a:lnTo>
                <a:lnTo>
                  <a:pt x="412" y="387"/>
                </a:lnTo>
                <a:lnTo>
                  <a:pt x="412" y="388"/>
                </a:lnTo>
                <a:lnTo>
                  <a:pt x="412" y="389"/>
                </a:lnTo>
                <a:lnTo>
                  <a:pt x="413" y="389"/>
                </a:lnTo>
                <a:lnTo>
                  <a:pt x="413" y="388"/>
                </a:lnTo>
                <a:lnTo>
                  <a:pt x="414" y="389"/>
                </a:lnTo>
                <a:lnTo>
                  <a:pt x="414" y="390"/>
                </a:lnTo>
                <a:lnTo>
                  <a:pt x="414" y="391"/>
                </a:lnTo>
                <a:lnTo>
                  <a:pt x="415" y="391"/>
                </a:lnTo>
                <a:lnTo>
                  <a:pt x="415" y="392"/>
                </a:lnTo>
                <a:lnTo>
                  <a:pt x="414" y="392"/>
                </a:lnTo>
                <a:lnTo>
                  <a:pt x="413" y="392"/>
                </a:lnTo>
                <a:lnTo>
                  <a:pt x="412" y="392"/>
                </a:lnTo>
                <a:lnTo>
                  <a:pt x="411" y="392"/>
                </a:lnTo>
                <a:lnTo>
                  <a:pt x="410" y="392"/>
                </a:lnTo>
                <a:lnTo>
                  <a:pt x="410" y="393"/>
                </a:lnTo>
                <a:lnTo>
                  <a:pt x="411" y="393"/>
                </a:lnTo>
                <a:lnTo>
                  <a:pt x="411" y="394"/>
                </a:lnTo>
                <a:lnTo>
                  <a:pt x="412" y="394"/>
                </a:lnTo>
                <a:lnTo>
                  <a:pt x="412" y="395"/>
                </a:lnTo>
                <a:lnTo>
                  <a:pt x="411" y="396"/>
                </a:lnTo>
                <a:lnTo>
                  <a:pt x="411" y="397"/>
                </a:lnTo>
                <a:lnTo>
                  <a:pt x="411" y="398"/>
                </a:lnTo>
                <a:lnTo>
                  <a:pt x="411" y="399"/>
                </a:lnTo>
                <a:lnTo>
                  <a:pt x="412" y="399"/>
                </a:lnTo>
                <a:lnTo>
                  <a:pt x="412" y="400"/>
                </a:lnTo>
                <a:lnTo>
                  <a:pt x="411" y="400"/>
                </a:lnTo>
                <a:lnTo>
                  <a:pt x="411" y="401"/>
                </a:lnTo>
                <a:lnTo>
                  <a:pt x="411" y="402"/>
                </a:lnTo>
                <a:lnTo>
                  <a:pt x="410" y="403"/>
                </a:lnTo>
                <a:lnTo>
                  <a:pt x="410" y="404"/>
                </a:lnTo>
                <a:lnTo>
                  <a:pt x="411" y="404"/>
                </a:lnTo>
                <a:lnTo>
                  <a:pt x="411" y="405"/>
                </a:lnTo>
                <a:lnTo>
                  <a:pt x="410" y="405"/>
                </a:lnTo>
                <a:lnTo>
                  <a:pt x="410" y="406"/>
                </a:lnTo>
                <a:lnTo>
                  <a:pt x="409" y="407"/>
                </a:lnTo>
                <a:lnTo>
                  <a:pt x="410" y="407"/>
                </a:lnTo>
                <a:lnTo>
                  <a:pt x="410" y="408"/>
                </a:lnTo>
                <a:lnTo>
                  <a:pt x="410" y="409"/>
                </a:lnTo>
                <a:lnTo>
                  <a:pt x="409" y="409"/>
                </a:lnTo>
                <a:lnTo>
                  <a:pt x="409" y="410"/>
                </a:lnTo>
                <a:lnTo>
                  <a:pt x="408" y="410"/>
                </a:lnTo>
                <a:lnTo>
                  <a:pt x="408" y="411"/>
                </a:lnTo>
                <a:lnTo>
                  <a:pt x="407" y="411"/>
                </a:lnTo>
                <a:lnTo>
                  <a:pt x="406" y="412"/>
                </a:lnTo>
                <a:lnTo>
                  <a:pt x="405" y="412"/>
                </a:lnTo>
                <a:lnTo>
                  <a:pt x="405" y="413"/>
                </a:lnTo>
                <a:lnTo>
                  <a:pt x="404" y="412"/>
                </a:lnTo>
                <a:lnTo>
                  <a:pt x="403" y="412"/>
                </a:lnTo>
                <a:lnTo>
                  <a:pt x="401" y="412"/>
                </a:lnTo>
                <a:lnTo>
                  <a:pt x="400" y="412"/>
                </a:lnTo>
                <a:lnTo>
                  <a:pt x="400" y="413"/>
                </a:lnTo>
                <a:lnTo>
                  <a:pt x="399" y="413"/>
                </a:lnTo>
                <a:lnTo>
                  <a:pt x="398" y="413"/>
                </a:lnTo>
                <a:lnTo>
                  <a:pt x="398" y="412"/>
                </a:lnTo>
                <a:lnTo>
                  <a:pt x="397" y="412"/>
                </a:lnTo>
                <a:lnTo>
                  <a:pt x="397" y="413"/>
                </a:lnTo>
                <a:lnTo>
                  <a:pt x="396" y="414"/>
                </a:lnTo>
                <a:lnTo>
                  <a:pt x="395" y="414"/>
                </a:lnTo>
                <a:lnTo>
                  <a:pt x="394" y="414"/>
                </a:lnTo>
                <a:lnTo>
                  <a:pt x="393" y="415"/>
                </a:lnTo>
                <a:lnTo>
                  <a:pt x="392" y="415"/>
                </a:lnTo>
                <a:lnTo>
                  <a:pt x="391" y="416"/>
                </a:lnTo>
                <a:lnTo>
                  <a:pt x="390" y="417"/>
                </a:lnTo>
                <a:lnTo>
                  <a:pt x="389" y="417"/>
                </a:lnTo>
                <a:lnTo>
                  <a:pt x="388" y="417"/>
                </a:lnTo>
                <a:lnTo>
                  <a:pt x="387" y="418"/>
                </a:lnTo>
                <a:lnTo>
                  <a:pt x="386" y="418"/>
                </a:lnTo>
                <a:lnTo>
                  <a:pt x="386" y="419"/>
                </a:lnTo>
                <a:lnTo>
                  <a:pt x="386" y="420"/>
                </a:lnTo>
                <a:lnTo>
                  <a:pt x="385" y="420"/>
                </a:lnTo>
                <a:lnTo>
                  <a:pt x="384" y="420"/>
                </a:lnTo>
                <a:lnTo>
                  <a:pt x="383" y="420"/>
                </a:lnTo>
                <a:lnTo>
                  <a:pt x="382" y="420"/>
                </a:lnTo>
                <a:lnTo>
                  <a:pt x="381" y="419"/>
                </a:lnTo>
                <a:lnTo>
                  <a:pt x="380" y="420"/>
                </a:lnTo>
                <a:lnTo>
                  <a:pt x="379" y="420"/>
                </a:lnTo>
                <a:lnTo>
                  <a:pt x="378" y="420"/>
                </a:lnTo>
                <a:lnTo>
                  <a:pt x="377" y="420"/>
                </a:lnTo>
                <a:lnTo>
                  <a:pt x="376" y="420"/>
                </a:lnTo>
                <a:lnTo>
                  <a:pt x="377" y="419"/>
                </a:lnTo>
                <a:lnTo>
                  <a:pt x="378" y="418"/>
                </a:lnTo>
                <a:lnTo>
                  <a:pt x="379" y="418"/>
                </a:lnTo>
                <a:lnTo>
                  <a:pt x="379" y="417"/>
                </a:lnTo>
                <a:lnTo>
                  <a:pt x="378" y="417"/>
                </a:lnTo>
                <a:lnTo>
                  <a:pt x="378" y="416"/>
                </a:lnTo>
                <a:lnTo>
                  <a:pt x="378" y="415"/>
                </a:lnTo>
                <a:lnTo>
                  <a:pt x="377" y="414"/>
                </a:lnTo>
                <a:lnTo>
                  <a:pt x="377" y="413"/>
                </a:lnTo>
                <a:lnTo>
                  <a:pt x="376" y="413"/>
                </a:lnTo>
                <a:lnTo>
                  <a:pt x="376" y="412"/>
                </a:lnTo>
                <a:lnTo>
                  <a:pt x="376" y="411"/>
                </a:lnTo>
                <a:lnTo>
                  <a:pt x="376" y="410"/>
                </a:lnTo>
                <a:lnTo>
                  <a:pt x="377" y="410"/>
                </a:lnTo>
                <a:lnTo>
                  <a:pt x="376" y="409"/>
                </a:lnTo>
                <a:lnTo>
                  <a:pt x="376" y="408"/>
                </a:lnTo>
                <a:lnTo>
                  <a:pt x="375" y="408"/>
                </a:lnTo>
                <a:lnTo>
                  <a:pt x="374" y="408"/>
                </a:lnTo>
                <a:lnTo>
                  <a:pt x="374" y="409"/>
                </a:lnTo>
                <a:lnTo>
                  <a:pt x="373" y="410"/>
                </a:lnTo>
                <a:lnTo>
                  <a:pt x="372" y="410"/>
                </a:lnTo>
                <a:lnTo>
                  <a:pt x="372" y="411"/>
                </a:lnTo>
                <a:lnTo>
                  <a:pt x="371" y="411"/>
                </a:lnTo>
                <a:lnTo>
                  <a:pt x="371" y="412"/>
                </a:lnTo>
                <a:lnTo>
                  <a:pt x="370" y="412"/>
                </a:lnTo>
                <a:lnTo>
                  <a:pt x="370" y="413"/>
                </a:lnTo>
                <a:lnTo>
                  <a:pt x="369" y="412"/>
                </a:lnTo>
                <a:lnTo>
                  <a:pt x="370" y="412"/>
                </a:lnTo>
                <a:lnTo>
                  <a:pt x="370" y="411"/>
                </a:lnTo>
                <a:lnTo>
                  <a:pt x="370" y="410"/>
                </a:lnTo>
                <a:lnTo>
                  <a:pt x="371" y="410"/>
                </a:lnTo>
                <a:lnTo>
                  <a:pt x="370" y="409"/>
                </a:lnTo>
                <a:lnTo>
                  <a:pt x="370" y="410"/>
                </a:lnTo>
                <a:lnTo>
                  <a:pt x="369" y="409"/>
                </a:lnTo>
                <a:lnTo>
                  <a:pt x="369" y="408"/>
                </a:lnTo>
                <a:lnTo>
                  <a:pt x="368" y="408"/>
                </a:lnTo>
                <a:lnTo>
                  <a:pt x="367" y="407"/>
                </a:lnTo>
                <a:lnTo>
                  <a:pt x="368" y="407"/>
                </a:lnTo>
                <a:lnTo>
                  <a:pt x="367" y="407"/>
                </a:lnTo>
                <a:lnTo>
                  <a:pt x="367" y="406"/>
                </a:lnTo>
                <a:lnTo>
                  <a:pt x="367" y="405"/>
                </a:lnTo>
                <a:lnTo>
                  <a:pt x="368" y="405"/>
                </a:lnTo>
                <a:lnTo>
                  <a:pt x="368" y="404"/>
                </a:lnTo>
                <a:lnTo>
                  <a:pt x="367" y="403"/>
                </a:lnTo>
                <a:lnTo>
                  <a:pt x="367" y="402"/>
                </a:lnTo>
                <a:lnTo>
                  <a:pt x="366" y="402"/>
                </a:lnTo>
                <a:lnTo>
                  <a:pt x="367" y="402"/>
                </a:lnTo>
                <a:lnTo>
                  <a:pt x="367" y="401"/>
                </a:lnTo>
                <a:lnTo>
                  <a:pt x="368" y="401"/>
                </a:lnTo>
                <a:lnTo>
                  <a:pt x="368" y="400"/>
                </a:lnTo>
                <a:lnTo>
                  <a:pt x="367" y="400"/>
                </a:lnTo>
                <a:lnTo>
                  <a:pt x="366" y="400"/>
                </a:lnTo>
                <a:lnTo>
                  <a:pt x="366" y="401"/>
                </a:lnTo>
                <a:lnTo>
                  <a:pt x="365" y="401"/>
                </a:lnTo>
                <a:lnTo>
                  <a:pt x="364" y="401"/>
                </a:lnTo>
                <a:lnTo>
                  <a:pt x="363" y="401"/>
                </a:lnTo>
                <a:lnTo>
                  <a:pt x="364" y="401"/>
                </a:lnTo>
                <a:lnTo>
                  <a:pt x="364" y="402"/>
                </a:lnTo>
                <a:lnTo>
                  <a:pt x="363" y="402"/>
                </a:lnTo>
                <a:lnTo>
                  <a:pt x="364" y="402"/>
                </a:lnTo>
                <a:lnTo>
                  <a:pt x="364" y="403"/>
                </a:lnTo>
                <a:lnTo>
                  <a:pt x="363" y="404"/>
                </a:lnTo>
                <a:lnTo>
                  <a:pt x="363" y="405"/>
                </a:lnTo>
                <a:lnTo>
                  <a:pt x="362" y="406"/>
                </a:lnTo>
                <a:lnTo>
                  <a:pt x="361" y="406"/>
                </a:lnTo>
                <a:lnTo>
                  <a:pt x="361" y="407"/>
                </a:lnTo>
                <a:lnTo>
                  <a:pt x="360" y="407"/>
                </a:lnTo>
                <a:lnTo>
                  <a:pt x="360" y="406"/>
                </a:lnTo>
                <a:lnTo>
                  <a:pt x="359" y="407"/>
                </a:lnTo>
                <a:lnTo>
                  <a:pt x="356" y="408"/>
                </a:lnTo>
                <a:lnTo>
                  <a:pt x="356" y="409"/>
                </a:lnTo>
                <a:lnTo>
                  <a:pt x="356" y="410"/>
                </a:lnTo>
                <a:lnTo>
                  <a:pt x="355" y="410"/>
                </a:lnTo>
                <a:lnTo>
                  <a:pt x="354" y="410"/>
                </a:lnTo>
                <a:lnTo>
                  <a:pt x="354" y="411"/>
                </a:lnTo>
                <a:lnTo>
                  <a:pt x="353" y="410"/>
                </a:lnTo>
                <a:lnTo>
                  <a:pt x="353" y="411"/>
                </a:lnTo>
                <a:lnTo>
                  <a:pt x="352" y="411"/>
                </a:lnTo>
                <a:lnTo>
                  <a:pt x="350" y="411"/>
                </a:lnTo>
                <a:lnTo>
                  <a:pt x="350" y="410"/>
                </a:lnTo>
                <a:lnTo>
                  <a:pt x="350" y="409"/>
                </a:lnTo>
                <a:lnTo>
                  <a:pt x="350" y="408"/>
                </a:lnTo>
                <a:lnTo>
                  <a:pt x="350" y="407"/>
                </a:lnTo>
                <a:lnTo>
                  <a:pt x="351" y="407"/>
                </a:lnTo>
                <a:lnTo>
                  <a:pt x="351" y="406"/>
                </a:lnTo>
                <a:lnTo>
                  <a:pt x="351" y="405"/>
                </a:lnTo>
                <a:lnTo>
                  <a:pt x="351" y="404"/>
                </a:lnTo>
                <a:lnTo>
                  <a:pt x="351" y="403"/>
                </a:lnTo>
                <a:lnTo>
                  <a:pt x="351" y="402"/>
                </a:lnTo>
                <a:lnTo>
                  <a:pt x="350" y="402"/>
                </a:lnTo>
                <a:lnTo>
                  <a:pt x="350" y="403"/>
                </a:lnTo>
                <a:lnTo>
                  <a:pt x="349" y="403"/>
                </a:lnTo>
                <a:lnTo>
                  <a:pt x="348" y="403"/>
                </a:lnTo>
                <a:lnTo>
                  <a:pt x="348" y="404"/>
                </a:lnTo>
                <a:lnTo>
                  <a:pt x="347" y="404"/>
                </a:lnTo>
                <a:lnTo>
                  <a:pt x="347" y="403"/>
                </a:lnTo>
                <a:lnTo>
                  <a:pt x="346" y="403"/>
                </a:lnTo>
                <a:lnTo>
                  <a:pt x="346" y="402"/>
                </a:lnTo>
                <a:lnTo>
                  <a:pt x="346" y="401"/>
                </a:lnTo>
                <a:lnTo>
                  <a:pt x="345" y="401"/>
                </a:lnTo>
                <a:lnTo>
                  <a:pt x="345" y="399"/>
                </a:lnTo>
                <a:lnTo>
                  <a:pt x="345" y="398"/>
                </a:lnTo>
                <a:lnTo>
                  <a:pt x="344" y="397"/>
                </a:lnTo>
                <a:lnTo>
                  <a:pt x="344" y="396"/>
                </a:lnTo>
                <a:lnTo>
                  <a:pt x="345" y="395"/>
                </a:lnTo>
                <a:lnTo>
                  <a:pt x="345" y="393"/>
                </a:lnTo>
                <a:lnTo>
                  <a:pt x="346" y="393"/>
                </a:lnTo>
                <a:lnTo>
                  <a:pt x="345" y="393"/>
                </a:lnTo>
                <a:lnTo>
                  <a:pt x="344" y="393"/>
                </a:lnTo>
                <a:lnTo>
                  <a:pt x="343" y="393"/>
                </a:lnTo>
                <a:lnTo>
                  <a:pt x="343" y="392"/>
                </a:lnTo>
                <a:lnTo>
                  <a:pt x="343" y="391"/>
                </a:lnTo>
                <a:lnTo>
                  <a:pt x="342" y="391"/>
                </a:lnTo>
                <a:lnTo>
                  <a:pt x="341" y="390"/>
                </a:lnTo>
                <a:lnTo>
                  <a:pt x="341" y="392"/>
                </a:lnTo>
                <a:lnTo>
                  <a:pt x="340" y="392"/>
                </a:lnTo>
                <a:lnTo>
                  <a:pt x="339" y="392"/>
                </a:lnTo>
                <a:lnTo>
                  <a:pt x="339" y="391"/>
                </a:lnTo>
                <a:lnTo>
                  <a:pt x="338" y="391"/>
                </a:lnTo>
                <a:lnTo>
                  <a:pt x="337" y="391"/>
                </a:lnTo>
                <a:lnTo>
                  <a:pt x="336" y="391"/>
                </a:lnTo>
                <a:lnTo>
                  <a:pt x="335" y="391"/>
                </a:lnTo>
                <a:lnTo>
                  <a:pt x="335" y="390"/>
                </a:lnTo>
                <a:lnTo>
                  <a:pt x="335" y="389"/>
                </a:lnTo>
                <a:lnTo>
                  <a:pt x="335" y="388"/>
                </a:lnTo>
                <a:lnTo>
                  <a:pt x="336" y="388"/>
                </a:lnTo>
                <a:lnTo>
                  <a:pt x="337" y="388"/>
                </a:lnTo>
                <a:lnTo>
                  <a:pt x="337" y="387"/>
                </a:lnTo>
                <a:lnTo>
                  <a:pt x="337" y="386"/>
                </a:lnTo>
                <a:lnTo>
                  <a:pt x="338" y="385"/>
                </a:lnTo>
                <a:lnTo>
                  <a:pt x="337" y="385"/>
                </a:lnTo>
                <a:lnTo>
                  <a:pt x="337" y="384"/>
                </a:lnTo>
                <a:lnTo>
                  <a:pt x="337" y="383"/>
                </a:lnTo>
                <a:lnTo>
                  <a:pt x="336" y="383"/>
                </a:lnTo>
                <a:lnTo>
                  <a:pt x="336" y="382"/>
                </a:lnTo>
                <a:lnTo>
                  <a:pt x="337" y="382"/>
                </a:lnTo>
                <a:lnTo>
                  <a:pt x="337" y="381"/>
                </a:lnTo>
                <a:lnTo>
                  <a:pt x="336" y="381"/>
                </a:lnTo>
                <a:lnTo>
                  <a:pt x="335" y="381"/>
                </a:lnTo>
                <a:lnTo>
                  <a:pt x="335" y="380"/>
                </a:lnTo>
                <a:lnTo>
                  <a:pt x="334" y="379"/>
                </a:lnTo>
                <a:lnTo>
                  <a:pt x="333" y="379"/>
                </a:lnTo>
                <a:lnTo>
                  <a:pt x="333" y="378"/>
                </a:lnTo>
                <a:lnTo>
                  <a:pt x="331" y="377"/>
                </a:lnTo>
                <a:lnTo>
                  <a:pt x="330" y="377"/>
                </a:lnTo>
                <a:lnTo>
                  <a:pt x="329" y="377"/>
                </a:lnTo>
                <a:lnTo>
                  <a:pt x="329" y="376"/>
                </a:lnTo>
                <a:lnTo>
                  <a:pt x="328" y="376"/>
                </a:lnTo>
                <a:lnTo>
                  <a:pt x="328" y="375"/>
                </a:lnTo>
                <a:lnTo>
                  <a:pt x="328" y="374"/>
                </a:lnTo>
                <a:lnTo>
                  <a:pt x="328" y="373"/>
                </a:lnTo>
                <a:lnTo>
                  <a:pt x="329" y="372"/>
                </a:lnTo>
                <a:lnTo>
                  <a:pt x="328" y="371"/>
                </a:lnTo>
                <a:lnTo>
                  <a:pt x="327" y="371"/>
                </a:lnTo>
                <a:lnTo>
                  <a:pt x="327" y="370"/>
                </a:lnTo>
                <a:lnTo>
                  <a:pt x="326" y="370"/>
                </a:lnTo>
                <a:lnTo>
                  <a:pt x="326" y="371"/>
                </a:lnTo>
                <a:lnTo>
                  <a:pt x="325" y="371"/>
                </a:lnTo>
                <a:lnTo>
                  <a:pt x="324" y="371"/>
                </a:lnTo>
                <a:lnTo>
                  <a:pt x="324" y="373"/>
                </a:lnTo>
                <a:lnTo>
                  <a:pt x="323" y="374"/>
                </a:lnTo>
                <a:lnTo>
                  <a:pt x="323" y="373"/>
                </a:lnTo>
                <a:lnTo>
                  <a:pt x="323" y="374"/>
                </a:lnTo>
                <a:lnTo>
                  <a:pt x="321" y="374"/>
                </a:lnTo>
                <a:lnTo>
                  <a:pt x="321" y="375"/>
                </a:lnTo>
                <a:lnTo>
                  <a:pt x="320" y="375"/>
                </a:lnTo>
                <a:lnTo>
                  <a:pt x="319" y="374"/>
                </a:lnTo>
                <a:lnTo>
                  <a:pt x="319" y="375"/>
                </a:lnTo>
                <a:lnTo>
                  <a:pt x="318" y="375"/>
                </a:lnTo>
                <a:lnTo>
                  <a:pt x="317" y="374"/>
                </a:lnTo>
                <a:lnTo>
                  <a:pt x="316" y="374"/>
                </a:lnTo>
                <a:lnTo>
                  <a:pt x="315" y="374"/>
                </a:lnTo>
                <a:lnTo>
                  <a:pt x="314" y="375"/>
                </a:lnTo>
                <a:lnTo>
                  <a:pt x="314" y="376"/>
                </a:lnTo>
                <a:lnTo>
                  <a:pt x="314" y="375"/>
                </a:lnTo>
                <a:lnTo>
                  <a:pt x="313" y="375"/>
                </a:lnTo>
                <a:lnTo>
                  <a:pt x="313" y="376"/>
                </a:lnTo>
                <a:lnTo>
                  <a:pt x="313" y="377"/>
                </a:lnTo>
                <a:lnTo>
                  <a:pt x="314" y="378"/>
                </a:lnTo>
                <a:lnTo>
                  <a:pt x="314" y="379"/>
                </a:lnTo>
                <a:lnTo>
                  <a:pt x="314" y="380"/>
                </a:lnTo>
                <a:lnTo>
                  <a:pt x="312" y="381"/>
                </a:lnTo>
                <a:lnTo>
                  <a:pt x="311" y="381"/>
                </a:lnTo>
                <a:lnTo>
                  <a:pt x="310" y="381"/>
                </a:lnTo>
                <a:lnTo>
                  <a:pt x="309" y="381"/>
                </a:lnTo>
                <a:lnTo>
                  <a:pt x="309" y="382"/>
                </a:lnTo>
                <a:lnTo>
                  <a:pt x="309" y="383"/>
                </a:lnTo>
                <a:lnTo>
                  <a:pt x="308" y="383"/>
                </a:lnTo>
                <a:lnTo>
                  <a:pt x="308" y="384"/>
                </a:lnTo>
                <a:lnTo>
                  <a:pt x="308" y="385"/>
                </a:lnTo>
                <a:lnTo>
                  <a:pt x="308" y="386"/>
                </a:lnTo>
                <a:lnTo>
                  <a:pt x="307" y="386"/>
                </a:lnTo>
                <a:lnTo>
                  <a:pt x="307" y="387"/>
                </a:lnTo>
                <a:lnTo>
                  <a:pt x="306" y="387"/>
                </a:lnTo>
                <a:lnTo>
                  <a:pt x="305" y="387"/>
                </a:lnTo>
                <a:lnTo>
                  <a:pt x="304" y="387"/>
                </a:lnTo>
                <a:lnTo>
                  <a:pt x="304" y="388"/>
                </a:lnTo>
                <a:lnTo>
                  <a:pt x="305" y="388"/>
                </a:lnTo>
                <a:lnTo>
                  <a:pt x="305" y="389"/>
                </a:lnTo>
                <a:lnTo>
                  <a:pt x="305" y="390"/>
                </a:lnTo>
                <a:lnTo>
                  <a:pt x="305" y="391"/>
                </a:lnTo>
                <a:lnTo>
                  <a:pt x="305" y="392"/>
                </a:lnTo>
                <a:lnTo>
                  <a:pt x="306" y="393"/>
                </a:lnTo>
                <a:lnTo>
                  <a:pt x="306" y="394"/>
                </a:lnTo>
                <a:lnTo>
                  <a:pt x="306" y="395"/>
                </a:lnTo>
                <a:lnTo>
                  <a:pt x="306" y="396"/>
                </a:lnTo>
                <a:lnTo>
                  <a:pt x="307" y="396"/>
                </a:lnTo>
                <a:lnTo>
                  <a:pt x="308" y="396"/>
                </a:lnTo>
                <a:lnTo>
                  <a:pt x="309" y="396"/>
                </a:lnTo>
                <a:lnTo>
                  <a:pt x="309" y="397"/>
                </a:lnTo>
                <a:lnTo>
                  <a:pt x="308" y="398"/>
                </a:lnTo>
                <a:lnTo>
                  <a:pt x="308" y="399"/>
                </a:lnTo>
                <a:lnTo>
                  <a:pt x="308" y="400"/>
                </a:lnTo>
                <a:lnTo>
                  <a:pt x="308" y="401"/>
                </a:lnTo>
                <a:lnTo>
                  <a:pt x="308" y="402"/>
                </a:lnTo>
                <a:lnTo>
                  <a:pt x="308" y="403"/>
                </a:lnTo>
                <a:lnTo>
                  <a:pt x="309" y="404"/>
                </a:lnTo>
                <a:lnTo>
                  <a:pt x="308" y="404"/>
                </a:lnTo>
                <a:lnTo>
                  <a:pt x="308" y="405"/>
                </a:lnTo>
                <a:lnTo>
                  <a:pt x="307" y="405"/>
                </a:lnTo>
                <a:lnTo>
                  <a:pt x="307" y="406"/>
                </a:lnTo>
                <a:lnTo>
                  <a:pt x="306" y="406"/>
                </a:lnTo>
                <a:lnTo>
                  <a:pt x="307" y="407"/>
                </a:lnTo>
                <a:lnTo>
                  <a:pt x="307" y="408"/>
                </a:lnTo>
                <a:lnTo>
                  <a:pt x="306" y="408"/>
                </a:lnTo>
                <a:lnTo>
                  <a:pt x="305" y="408"/>
                </a:lnTo>
                <a:lnTo>
                  <a:pt x="304" y="407"/>
                </a:lnTo>
                <a:lnTo>
                  <a:pt x="303" y="407"/>
                </a:lnTo>
                <a:lnTo>
                  <a:pt x="302" y="407"/>
                </a:lnTo>
                <a:lnTo>
                  <a:pt x="301" y="407"/>
                </a:lnTo>
                <a:lnTo>
                  <a:pt x="300" y="407"/>
                </a:lnTo>
                <a:lnTo>
                  <a:pt x="299" y="408"/>
                </a:lnTo>
                <a:lnTo>
                  <a:pt x="299" y="409"/>
                </a:lnTo>
                <a:lnTo>
                  <a:pt x="299" y="412"/>
                </a:lnTo>
                <a:lnTo>
                  <a:pt x="298" y="412"/>
                </a:lnTo>
                <a:lnTo>
                  <a:pt x="298" y="413"/>
                </a:lnTo>
                <a:lnTo>
                  <a:pt x="298" y="414"/>
                </a:lnTo>
                <a:lnTo>
                  <a:pt x="297" y="414"/>
                </a:lnTo>
                <a:lnTo>
                  <a:pt x="296" y="414"/>
                </a:lnTo>
                <a:lnTo>
                  <a:pt x="296" y="413"/>
                </a:lnTo>
                <a:lnTo>
                  <a:pt x="295" y="413"/>
                </a:lnTo>
                <a:lnTo>
                  <a:pt x="294" y="413"/>
                </a:lnTo>
                <a:lnTo>
                  <a:pt x="294" y="414"/>
                </a:lnTo>
                <a:lnTo>
                  <a:pt x="293" y="414"/>
                </a:lnTo>
                <a:lnTo>
                  <a:pt x="292" y="414"/>
                </a:lnTo>
                <a:lnTo>
                  <a:pt x="291" y="414"/>
                </a:lnTo>
                <a:lnTo>
                  <a:pt x="291" y="415"/>
                </a:lnTo>
                <a:lnTo>
                  <a:pt x="290" y="415"/>
                </a:lnTo>
                <a:lnTo>
                  <a:pt x="288" y="415"/>
                </a:lnTo>
                <a:lnTo>
                  <a:pt x="287" y="414"/>
                </a:lnTo>
                <a:lnTo>
                  <a:pt x="286" y="414"/>
                </a:lnTo>
                <a:lnTo>
                  <a:pt x="285" y="414"/>
                </a:lnTo>
                <a:lnTo>
                  <a:pt x="285" y="415"/>
                </a:lnTo>
                <a:lnTo>
                  <a:pt x="284" y="415"/>
                </a:lnTo>
                <a:lnTo>
                  <a:pt x="284" y="416"/>
                </a:lnTo>
                <a:lnTo>
                  <a:pt x="283" y="416"/>
                </a:lnTo>
                <a:lnTo>
                  <a:pt x="282" y="416"/>
                </a:lnTo>
                <a:lnTo>
                  <a:pt x="282" y="415"/>
                </a:lnTo>
                <a:lnTo>
                  <a:pt x="281" y="415"/>
                </a:lnTo>
                <a:lnTo>
                  <a:pt x="281" y="414"/>
                </a:lnTo>
                <a:lnTo>
                  <a:pt x="279" y="414"/>
                </a:lnTo>
                <a:lnTo>
                  <a:pt x="278" y="415"/>
                </a:lnTo>
                <a:lnTo>
                  <a:pt x="277" y="415"/>
                </a:lnTo>
                <a:lnTo>
                  <a:pt x="276" y="415"/>
                </a:lnTo>
                <a:lnTo>
                  <a:pt x="275" y="416"/>
                </a:lnTo>
                <a:lnTo>
                  <a:pt x="275" y="417"/>
                </a:lnTo>
                <a:lnTo>
                  <a:pt x="275" y="418"/>
                </a:lnTo>
                <a:lnTo>
                  <a:pt x="275" y="419"/>
                </a:lnTo>
                <a:lnTo>
                  <a:pt x="274" y="420"/>
                </a:lnTo>
                <a:lnTo>
                  <a:pt x="273" y="420"/>
                </a:lnTo>
                <a:lnTo>
                  <a:pt x="273" y="421"/>
                </a:lnTo>
                <a:lnTo>
                  <a:pt x="272" y="421"/>
                </a:lnTo>
                <a:lnTo>
                  <a:pt x="271" y="422"/>
                </a:lnTo>
                <a:lnTo>
                  <a:pt x="271" y="423"/>
                </a:lnTo>
                <a:lnTo>
                  <a:pt x="270" y="423"/>
                </a:lnTo>
                <a:lnTo>
                  <a:pt x="270" y="424"/>
                </a:lnTo>
                <a:lnTo>
                  <a:pt x="267" y="424"/>
                </a:lnTo>
                <a:lnTo>
                  <a:pt x="266" y="424"/>
                </a:lnTo>
                <a:lnTo>
                  <a:pt x="265" y="425"/>
                </a:lnTo>
                <a:lnTo>
                  <a:pt x="265" y="426"/>
                </a:lnTo>
                <a:lnTo>
                  <a:pt x="264" y="427"/>
                </a:lnTo>
                <a:lnTo>
                  <a:pt x="263" y="427"/>
                </a:lnTo>
                <a:lnTo>
                  <a:pt x="262" y="427"/>
                </a:lnTo>
                <a:lnTo>
                  <a:pt x="261" y="428"/>
                </a:lnTo>
                <a:lnTo>
                  <a:pt x="260" y="428"/>
                </a:lnTo>
                <a:lnTo>
                  <a:pt x="259" y="428"/>
                </a:lnTo>
                <a:lnTo>
                  <a:pt x="258" y="429"/>
                </a:lnTo>
                <a:lnTo>
                  <a:pt x="257" y="430"/>
                </a:lnTo>
                <a:lnTo>
                  <a:pt x="257" y="431"/>
                </a:lnTo>
                <a:lnTo>
                  <a:pt x="256" y="431"/>
                </a:lnTo>
                <a:lnTo>
                  <a:pt x="255" y="431"/>
                </a:lnTo>
                <a:lnTo>
                  <a:pt x="254" y="431"/>
                </a:lnTo>
                <a:lnTo>
                  <a:pt x="254" y="432"/>
                </a:lnTo>
                <a:lnTo>
                  <a:pt x="252" y="432"/>
                </a:lnTo>
                <a:lnTo>
                  <a:pt x="251" y="432"/>
                </a:lnTo>
                <a:lnTo>
                  <a:pt x="251" y="433"/>
                </a:lnTo>
                <a:lnTo>
                  <a:pt x="250" y="433"/>
                </a:lnTo>
                <a:lnTo>
                  <a:pt x="249" y="433"/>
                </a:lnTo>
                <a:lnTo>
                  <a:pt x="248" y="434"/>
                </a:lnTo>
                <a:lnTo>
                  <a:pt x="247" y="434"/>
                </a:lnTo>
                <a:lnTo>
                  <a:pt x="246" y="434"/>
                </a:lnTo>
                <a:lnTo>
                  <a:pt x="245" y="435"/>
                </a:lnTo>
                <a:lnTo>
                  <a:pt x="244" y="435"/>
                </a:lnTo>
                <a:lnTo>
                  <a:pt x="243" y="435"/>
                </a:lnTo>
                <a:lnTo>
                  <a:pt x="242" y="435"/>
                </a:lnTo>
                <a:lnTo>
                  <a:pt x="241" y="435"/>
                </a:lnTo>
                <a:lnTo>
                  <a:pt x="240" y="435"/>
                </a:lnTo>
                <a:lnTo>
                  <a:pt x="239" y="435"/>
                </a:lnTo>
                <a:lnTo>
                  <a:pt x="238" y="435"/>
                </a:lnTo>
                <a:lnTo>
                  <a:pt x="238" y="434"/>
                </a:lnTo>
                <a:lnTo>
                  <a:pt x="237" y="434"/>
                </a:lnTo>
                <a:lnTo>
                  <a:pt x="236" y="435"/>
                </a:lnTo>
                <a:lnTo>
                  <a:pt x="236" y="436"/>
                </a:lnTo>
                <a:lnTo>
                  <a:pt x="235" y="436"/>
                </a:lnTo>
                <a:lnTo>
                  <a:pt x="235" y="437"/>
                </a:lnTo>
                <a:lnTo>
                  <a:pt x="234" y="437"/>
                </a:lnTo>
                <a:lnTo>
                  <a:pt x="233" y="437"/>
                </a:lnTo>
                <a:lnTo>
                  <a:pt x="232" y="437"/>
                </a:lnTo>
                <a:lnTo>
                  <a:pt x="232" y="436"/>
                </a:lnTo>
                <a:lnTo>
                  <a:pt x="231" y="436"/>
                </a:lnTo>
                <a:lnTo>
                  <a:pt x="229" y="437"/>
                </a:lnTo>
                <a:lnTo>
                  <a:pt x="231" y="437"/>
                </a:lnTo>
                <a:lnTo>
                  <a:pt x="231" y="438"/>
                </a:lnTo>
                <a:lnTo>
                  <a:pt x="232" y="439"/>
                </a:lnTo>
                <a:lnTo>
                  <a:pt x="232" y="440"/>
                </a:lnTo>
                <a:lnTo>
                  <a:pt x="233" y="440"/>
                </a:lnTo>
                <a:lnTo>
                  <a:pt x="233" y="441"/>
                </a:lnTo>
                <a:lnTo>
                  <a:pt x="233" y="442"/>
                </a:lnTo>
                <a:lnTo>
                  <a:pt x="234" y="442"/>
                </a:lnTo>
                <a:lnTo>
                  <a:pt x="234" y="443"/>
                </a:lnTo>
                <a:lnTo>
                  <a:pt x="235" y="443"/>
                </a:lnTo>
                <a:lnTo>
                  <a:pt x="235" y="444"/>
                </a:lnTo>
                <a:lnTo>
                  <a:pt x="235" y="445"/>
                </a:lnTo>
                <a:lnTo>
                  <a:pt x="235" y="446"/>
                </a:lnTo>
                <a:lnTo>
                  <a:pt x="236" y="446"/>
                </a:lnTo>
                <a:lnTo>
                  <a:pt x="236" y="447"/>
                </a:lnTo>
                <a:lnTo>
                  <a:pt x="236" y="448"/>
                </a:lnTo>
                <a:lnTo>
                  <a:pt x="235" y="449"/>
                </a:lnTo>
                <a:lnTo>
                  <a:pt x="235" y="450"/>
                </a:lnTo>
                <a:lnTo>
                  <a:pt x="235" y="451"/>
                </a:lnTo>
                <a:lnTo>
                  <a:pt x="235" y="452"/>
                </a:lnTo>
                <a:lnTo>
                  <a:pt x="234" y="452"/>
                </a:lnTo>
                <a:lnTo>
                  <a:pt x="234" y="453"/>
                </a:lnTo>
                <a:lnTo>
                  <a:pt x="234" y="454"/>
                </a:lnTo>
                <a:lnTo>
                  <a:pt x="234" y="455"/>
                </a:lnTo>
                <a:lnTo>
                  <a:pt x="233" y="456"/>
                </a:lnTo>
                <a:lnTo>
                  <a:pt x="233" y="457"/>
                </a:lnTo>
                <a:lnTo>
                  <a:pt x="232" y="457"/>
                </a:lnTo>
                <a:lnTo>
                  <a:pt x="231" y="457"/>
                </a:lnTo>
                <a:lnTo>
                  <a:pt x="229" y="457"/>
                </a:lnTo>
                <a:lnTo>
                  <a:pt x="229" y="458"/>
                </a:lnTo>
                <a:lnTo>
                  <a:pt x="229" y="459"/>
                </a:lnTo>
                <a:lnTo>
                  <a:pt x="229" y="460"/>
                </a:lnTo>
                <a:lnTo>
                  <a:pt x="228" y="460"/>
                </a:lnTo>
                <a:lnTo>
                  <a:pt x="227" y="460"/>
                </a:lnTo>
                <a:lnTo>
                  <a:pt x="227" y="461"/>
                </a:lnTo>
                <a:lnTo>
                  <a:pt x="227" y="462"/>
                </a:lnTo>
                <a:lnTo>
                  <a:pt x="226" y="462"/>
                </a:lnTo>
                <a:lnTo>
                  <a:pt x="225" y="462"/>
                </a:lnTo>
                <a:lnTo>
                  <a:pt x="224" y="462"/>
                </a:lnTo>
                <a:lnTo>
                  <a:pt x="224" y="463"/>
                </a:lnTo>
                <a:lnTo>
                  <a:pt x="223" y="463"/>
                </a:lnTo>
                <a:lnTo>
                  <a:pt x="222" y="463"/>
                </a:lnTo>
                <a:lnTo>
                  <a:pt x="222" y="464"/>
                </a:lnTo>
                <a:lnTo>
                  <a:pt x="221" y="464"/>
                </a:lnTo>
                <a:lnTo>
                  <a:pt x="221" y="465"/>
                </a:lnTo>
                <a:lnTo>
                  <a:pt x="221" y="466"/>
                </a:lnTo>
                <a:lnTo>
                  <a:pt x="220" y="466"/>
                </a:lnTo>
                <a:lnTo>
                  <a:pt x="220" y="467"/>
                </a:lnTo>
                <a:lnTo>
                  <a:pt x="220" y="468"/>
                </a:lnTo>
                <a:lnTo>
                  <a:pt x="219" y="469"/>
                </a:lnTo>
                <a:lnTo>
                  <a:pt x="219" y="470"/>
                </a:lnTo>
                <a:lnTo>
                  <a:pt x="218" y="470"/>
                </a:lnTo>
                <a:lnTo>
                  <a:pt x="217" y="469"/>
                </a:lnTo>
                <a:lnTo>
                  <a:pt x="216" y="469"/>
                </a:lnTo>
                <a:lnTo>
                  <a:pt x="216" y="468"/>
                </a:lnTo>
                <a:lnTo>
                  <a:pt x="215" y="468"/>
                </a:lnTo>
                <a:lnTo>
                  <a:pt x="216" y="468"/>
                </a:lnTo>
                <a:lnTo>
                  <a:pt x="215" y="468"/>
                </a:lnTo>
                <a:lnTo>
                  <a:pt x="215" y="467"/>
                </a:lnTo>
                <a:lnTo>
                  <a:pt x="215" y="466"/>
                </a:lnTo>
                <a:lnTo>
                  <a:pt x="214" y="466"/>
                </a:lnTo>
                <a:lnTo>
                  <a:pt x="213" y="466"/>
                </a:lnTo>
                <a:lnTo>
                  <a:pt x="213" y="465"/>
                </a:lnTo>
                <a:lnTo>
                  <a:pt x="212" y="464"/>
                </a:lnTo>
                <a:lnTo>
                  <a:pt x="212" y="463"/>
                </a:lnTo>
                <a:lnTo>
                  <a:pt x="212" y="462"/>
                </a:lnTo>
                <a:lnTo>
                  <a:pt x="211" y="462"/>
                </a:lnTo>
                <a:lnTo>
                  <a:pt x="211" y="461"/>
                </a:lnTo>
                <a:lnTo>
                  <a:pt x="211" y="460"/>
                </a:lnTo>
                <a:lnTo>
                  <a:pt x="210" y="460"/>
                </a:lnTo>
                <a:lnTo>
                  <a:pt x="210" y="461"/>
                </a:lnTo>
                <a:lnTo>
                  <a:pt x="208" y="461"/>
                </a:lnTo>
                <a:lnTo>
                  <a:pt x="208" y="460"/>
                </a:lnTo>
                <a:lnTo>
                  <a:pt x="208" y="461"/>
                </a:lnTo>
                <a:lnTo>
                  <a:pt x="207" y="461"/>
                </a:lnTo>
                <a:lnTo>
                  <a:pt x="206" y="461"/>
                </a:lnTo>
                <a:lnTo>
                  <a:pt x="206" y="460"/>
                </a:lnTo>
                <a:lnTo>
                  <a:pt x="205" y="460"/>
                </a:lnTo>
                <a:lnTo>
                  <a:pt x="204" y="460"/>
                </a:lnTo>
                <a:lnTo>
                  <a:pt x="204" y="461"/>
                </a:lnTo>
                <a:lnTo>
                  <a:pt x="203" y="461"/>
                </a:lnTo>
                <a:lnTo>
                  <a:pt x="203" y="462"/>
                </a:lnTo>
                <a:lnTo>
                  <a:pt x="202" y="462"/>
                </a:lnTo>
                <a:lnTo>
                  <a:pt x="201" y="463"/>
                </a:lnTo>
                <a:lnTo>
                  <a:pt x="199" y="463"/>
                </a:lnTo>
                <a:lnTo>
                  <a:pt x="198" y="463"/>
                </a:lnTo>
                <a:lnTo>
                  <a:pt x="198" y="462"/>
                </a:lnTo>
                <a:lnTo>
                  <a:pt x="197" y="462"/>
                </a:lnTo>
                <a:lnTo>
                  <a:pt x="196" y="462"/>
                </a:lnTo>
                <a:lnTo>
                  <a:pt x="196" y="461"/>
                </a:lnTo>
                <a:lnTo>
                  <a:pt x="195" y="461"/>
                </a:lnTo>
                <a:lnTo>
                  <a:pt x="195" y="460"/>
                </a:lnTo>
                <a:lnTo>
                  <a:pt x="195" y="459"/>
                </a:lnTo>
                <a:lnTo>
                  <a:pt x="194" y="459"/>
                </a:lnTo>
                <a:lnTo>
                  <a:pt x="193" y="459"/>
                </a:lnTo>
                <a:lnTo>
                  <a:pt x="192" y="458"/>
                </a:lnTo>
                <a:lnTo>
                  <a:pt x="192" y="457"/>
                </a:lnTo>
                <a:lnTo>
                  <a:pt x="191" y="457"/>
                </a:lnTo>
                <a:lnTo>
                  <a:pt x="190" y="457"/>
                </a:lnTo>
                <a:lnTo>
                  <a:pt x="190" y="456"/>
                </a:lnTo>
                <a:lnTo>
                  <a:pt x="189" y="456"/>
                </a:lnTo>
                <a:lnTo>
                  <a:pt x="188" y="456"/>
                </a:lnTo>
                <a:lnTo>
                  <a:pt x="188" y="455"/>
                </a:lnTo>
                <a:lnTo>
                  <a:pt x="187" y="455"/>
                </a:lnTo>
                <a:lnTo>
                  <a:pt x="186" y="455"/>
                </a:lnTo>
                <a:lnTo>
                  <a:pt x="186" y="456"/>
                </a:lnTo>
                <a:lnTo>
                  <a:pt x="185" y="456"/>
                </a:lnTo>
                <a:lnTo>
                  <a:pt x="184" y="456"/>
                </a:lnTo>
                <a:lnTo>
                  <a:pt x="184" y="455"/>
                </a:lnTo>
                <a:lnTo>
                  <a:pt x="183" y="455"/>
                </a:lnTo>
                <a:lnTo>
                  <a:pt x="182" y="455"/>
                </a:lnTo>
                <a:lnTo>
                  <a:pt x="182" y="454"/>
                </a:lnTo>
                <a:lnTo>
                  <a:pt x="181" y="454"/>
                </a:lnTo>
                <a:lnTo>
                  <a:pt x="181" y="453"/>
                </a:lnTo>
                <a:lnTo>
                  <a:pt x="181" y="452"/>
                </a:lnTo>
                <a:lnTo>
                  <a:pt x="180" y="452"/>
                </a:lnTo>
                <a:lnTo>
                  <a:pt x="179" y="452"/>
                </a:lnTo>
                <a:lnTo>
                  <a:pt x="179" y="453"/>
                </a:lnTo>
                <a:lnTo>
                  <a:pt x="178" y="453"/>
                </a:lnTo>
                <a:lnTo>
                  <a:pt x="177" y="453"/>
                </a:lnTo>
                <a:lnTo>
                  <a:pt x="175" y="453"/>
                </a:lnTo>
                <a:lnTo>
                  <a:pt x="174" y="453"/>
                </a:lnTo>
                <a:lnTo>
                  <a:pt x="173" y="453"/>
                </a:lnTo>
                <a:lnTo>
                  <a:pt x="173" y="452"/>
                </a:lnTo>
                <a:lnTo>
                  <a:pt x="172" y="452"/>
                </a:lnTo>
                <a:lnTo>
                  <a:pt x="171" y="452"/>
                </a:lnTo>
                <a:lnTo>
                  <a:pt x="171" y="451"/>
                </a:lnTo>
                <a:lnTo>
                  <a:pt x="171" y="449"/>
                </a:lnTo>
                <a:lnTo>
                  <a:pt x="170" y="449"/>
                </a:lnTo>
                <a:lnTo>
                  <a:pt x="170" y="448"/>
                </a:lnTo>
                <a:lnTo>
                  <a:pt x="169" y="448"/>
                </a:lnTo>
                <a:lnTo>
                  <a:pt x="169" y="447"/>
                </a:lnTo>
                <a:lnTo>
                  <a:pt x="169" y="448"/>
                </a:lnTo>
                <a:lnTo>
                  <a:pt x="169" y="447"/>
                </a:lnTo>
                <a:lnTo>
                  <a:pt x="168" y="447"/>
                </a:lnTo>
                <a:lnTo>
                  <a:pt x="168" y="446"/>
                </a:lnTo>
                <a:lnTo>
                  <a:pt x="167" y="446"/>
                </a:lnTo>
                <a:lnTo>
                  <a:pt x="167" y="445"/>
                </a:lnTo>
                <a:lnTo>
                  <a:pt x="167" y="444"/>
                </a:lnTo>
                <a:lnTo>
                  <a:pt x="167" y="443"/>
                </a:lnTo>
                <a:lnTo>
                  <a:pt x="167" y="442"/>
                </a:lnTo>
                <a:lnTo>
                  <a:pt x="167" y="441"/>
                </a:lnTo>
                <a:lnTo>
                  <a:pt x="166" y="441"/>
                </a:lnTo>
                <a:lnTo>
                  <a:pt x="166" y="440"/>
                </a:lnTo>
                <a:lnTo>
                  <a:pt x="165" y="440"/>
                </a:lnTo>
                <a:lnTo>
                  <a:pt x="165" y="439"/>
                </a:lnTo>
                <a:lnTo>
                  <a:pt x="164" y="439"/>
                </a:lnTo>
                <a:lnTo>
                  <a:pt x="163" y="439"/>
                </a:lnTo>
                <a:lnTo>
                  <a:pt x="162" y="439"/>
                </a:lnTo>
                <a:lnTo>
                  <a:pt x="162" y="438"/>
                </a:lnTo>
                <a:lnTo>
                  <a:pt x="161" y="438"/>
                </a:lnTo>
                <a:lnTo>
                  <a:pt x="160" y="438"/>
                </a:lnTo>
                <a:lnTo>
                  <a:pt x="159" y="438"/>
                </a:lnTo>
                <a:lnTo>
                  <a:pt x="158" y="439"/>
                </a:lnTo>
                <a:lnTo>
                  <a:pt x="157" y="439"/>
                </a:lnTo>
                <a:lnTo>
                  <a:pt x="157" y="440"/>
                </a:lnTo>
                <a:lnTo>
                  <a:pt x="156" y="440"/>
                </a:lnTo>
                <a:lnTo>
                  <a:pt x="154" y="440"/>
                </a:lnTo>
                <a:lnTo>
                  <a:pt x="153" y="440"/>
                </a:lnTo>
                <a:lnTo>
                  <a:pt x="152" y="440"/>
                </a:lnTo>
                <a:lnTo>
                  <a:pt x="151" y="440"/>
                </a:lnTo>
                <a:lnTo>
                  <a:pt x="150" y="440"/>
                </a:lnTo>
                <a:lnTo>
                  <a:pt x="150" y="439"/>
                </a:lnTo>
                <a:lnTo>
                  <a:pt x="150" y="438"/>
                </a:lnTo>
                <a:lnTo>
                  <a:pt x="150" y="437"/>
                </a:lnTo>
                <a:lnTo>
                  <a:pt x="150" y="436"/>
                </a:lnTo>
                <a:lnTo>
                  <a:pt x="149" y="436"/>
                </a:lnTo>
                <a:lnTo>
                  <a:pt x="148" y="436"/>
                </a:lnTo>
                <a:lnTo>
                  <a:pt x="148" y="435"/>
                </a:lnTo>
                <a:lnTo>
                  <a:pt x="147" y="435"/>
                </a:lnTo>
                <a:lnTo>
                  <a:pt x="147" y="434"/>
                </a:lnTo>
                <a:lnTo>
                  <a:pt x="146" y="434"/>
                </a:lnTo>
                <a:lnTo>
                  <a:pt x="146" y="433"/>
                </a:lnTo>
                <a:lnTo>
                  <a:pt x="144" y="433"/>
                </a:lnTo>
                <a:lnTo>
                  <a:pt x="143" y="433"/>
                </a:lnTo>
                <a:lnTo>
                  <a:pt x="143" y="434"/>
                </a:lnTo>
                <a:lnTo>
                  <a:pt x="142" y="435"/>
                </a:lnTo>
                <a:lnTo>
                  <a:pt x="141" y="435"/>
                </a:lnTo>
                <a:lnTo>
                  <a:pt x="141" y="436"/>
                </a:lnTo>
                <a:lnTo>
                  <a:pt x="140" y="437"/>
                </a:lnTo>
                <a:lnTo>
                  <a:pt x="140" y="436"/>
                </a:lnTo>
                <a:lnTo>
                  <a:pt x="139" y="436"/>
                </a:lnTo>
                <a:lnTo>
                  <a:pt x="138" y="436"/>
                </a:lnTo>
                <a:lnTo>
                  <a:pt x="138" y="437"/>
                </a:lnTo>
                <a:lnTo>
                  <a:pt x="138" y="438"/>
                </a:lnTo>
                <a:lnTo>
                  <a:pt x="137" y="438"/>
                </a:lnTo>
                <a:lnTo>
                  <a:pt x="136" y="438"/>
                </a:lnTo>
                <a:lnTo>
                  <a:pt x="136" y="439"/>
                </a:lnTo>
                <a:lnTo>
                  <a:pt x="135" y="439"/>
                </a:lnTo>
                <a:lnTo>
                  <a:pt x="135" y="440"/>
                </a:lnTo>
                <a:lnTo>
                  <a:pt x="134" y="440"/>
                </a:lnTo>
                <a:lnTo>
                  <a:pt x="134" y="441"/>
                </a:lnTo>
                <a:lnTo>
                  <a:pt x="133" y="441"/>
                </a:lnTo>
                <a:lnTo>
                  <a:pt x="133" y="442"/>
                </a:lnTo>
                <a:lnTo>
                  <a:pt x="133" y="443"/>
                </a:lnTo>
                <a:lnTo>
                  <a:pt x="132" y="444"/>
                </a:lnTo>
                <a:lnTo>
                  <a:pt x="131" y="444"/>
                </a:lnTo>
                <a:lnTo>
                  <a:pt x="130" y="445"/>
                </a:lnTo>
                <a:lnTo>
                  <a:pt x="130" y="446"/>
                </a:lnTo>
                <a:lnTo>
                  <a:pt x="130" y="447"/>
                </a:lnTo>
                <a:lnTo>
                  <a:pt x="130" y="448"/>
                </a:lnTo>
                <a:lnTo>
                  <a:pt x="130" y="449"/>
                </a:lnTo>
                <a:lnTo>
                  <a:pt x="130" y="450"/>
                </a:lnTo>
                <a:lnTo>
                  <a:pt x="129" y="450"/>
                </a:lnTo>
                <a:lnTo>
                  <a:pt x="129" y="451"/>
                </a:lnTo>
                <a:lnTo>
                  <a:pt x="129" y="452"/>
                </a:lnTo>
                <a:lnTo>
                  <a:pt x="129" y="453"/>
                </a:lnTo>
                <a:lnTo>
                  <a:pt x="129" y="454"/>
                </a:lnTo>
                <a:lnTo>
                  <a:pt x="128" y="454"/>
                </a:lnTo>
                <a:lnTo>
                  <a:pt x="127" y="455"/>
                </a:lnTo>
                <a:lnTo>
                  <a:pt x="126" y="455"/>
                </a:lnTo>
                <a:lnTo>
                  <a:pt x="125" y="456"/>
                </a:lnTo>
                <a:lnTo>
                  <a:pt x="124" y="456"/>
                </a:lnTo>
                <a:lnTo>
                  <a:pt x="123" y="456"/>
                </a:lnTo>
                <a:lnTo>
                  <a:pt x="122" y="456"/>
                </a:lnTo>
                <a:lnTo>
                  <a:pt x="121" y="456"/>
                </a:lnTo>
                <a:lnTo>
                  <a:pt x="121" y="457"/>
                </a:lnTo>
                <a:lnTo>
                  <a:pt x="120" y="457"/>
                </a:lnTo>
                <a:lnTo>
                  <a:pt x="118" y="457"/>
                </a:lnTo>
                <a:lnTo>
                  <a:pt x="118" y="458"/>
                </a:lnTo>
                <a:lnTo>
                  <a:pt x="117" y="458"/>
                </a:lnTo>
                <a:lnTo>
                  <a:pt x="116" y="458"/>
                </a:lnTo>
                <a:lnTo>
                  <a:pt x="116" y="459"/>
                </a:lnTo>
                <a:lnTo>
                  <a:pt x="115" y="459"/>
                </a:lnTo>
                <a:lnTo>
                  <a:pt x="114" y="460"/>
                </a:lnTo>
                <a:lnTo>
                  <a:pt x="114" y="461"/>
                </a:lnTo>
                <a:lnTo>
                  <a:pt x="114" y="462"/>
                </a:lnTo>
                <a:lnTo>
                  <a:pt x="114" y="463"/>
                </a:lnTo>
                <a:lnTo>
                  <a:pt x="113" y="464"/>
                </a:lnTo>
                <a:lnTo>
                  <a:pt x="112" y="465"/>
                </a:lnTo>
                <a:lnTo>
                  <a:pt x="112" y="466"/>
                </a:lnTo>
                <a:lnTo>
                  <a:pt x="111" y="466"/>
                </a:lnTo>
                <a:lnTo>
                  <a:pt x="110" y="466"/>
                </a:lnTo>
                <a:lnTo>
                  <a:pt x="109" y="466"/>
                </a:lnTo>
                <a:lnTo>
                  <a:pt x="109" y="467"/>
                </a:lnTo>
                <a:lnTo>
                  <a:pt x="108" y="467"/>
                </a:lnTo>
                <a:lnTo>
                  <a:pt x="107" y="467"/>
                </a:lnTo>
                <a:lnTo>
                  <a:pt x="106" y="467"/>
                </a:lnTo>
                <a:lnTo>
                  <a:pt x="105" y="467"/>
                </a:lnTo>
                <a:lnTo>
                  <a:pt x="105" y="468"/>
                </a:lnTo>
                <a:lnTo>
                  <a:pt x="104" y="468"/>
                </a:lnTo>
                <a:lnTo>
                  <a:pt x="104" y="469"/>
                </a:lnTo>
                <a:lnTo>
                  <a:pt x="104" y="470"/>
                </a:lnTo>
                <a:lnTo>
                  <a:pt x="103" y="471"/>
                </a:lnTo>
                <a:lnTo>
                  <a:pt x="102" y="471"/>
                </a:lnTo>
                <a:lnTo>
                  <a:pt x="101" y="471"/>
                </a:lnTo>
                <a:lnTo>
                  <a:pt x="100" y="471"/>
                </a:lnTo>
                <a:lnTo>
                  <a:pt x="100" y="470"/>
                </a:lnTo>
                <a:lnTo>
                  <a:pt x="99" y="470"/>
                </a:lnTo>
                <a:lnTo>
                  <a:pt x="99" y="469"/>
                </a:lnTo>
                <a:lnTo>
                  <a:pt x="100" y="469"/>
                </a:lnTo>
                <a:lnTo>
                  <a:pt x="99" y="468"/>
                </a:lnTo>
                <a:lnTo>
                  <a:pt x="97" y="468"/>
                </a:lnTo>
                <a:lnTo>
                  <a:pt x="96" y="468"/>
                </a:lnTo>
                <a:lnTo>
                  <a:pt x="96" y="467"/>
                </a:lnTo>
                <a:lnTo>
                  <a:pt x="94" y="467"/>
                </a:lnTo>
                <a:lnTo>
                  <a:pt x="93" y="467"/>
                </a:lnTo>
                <a:lnTo>
                  <a:pt x="92" y="466"/>
                </a:lnTo>
                <a:lnTo>
                  <a:pt x="91" y="464"/>
                </a:lnTo>
                <a:lnTo>
                  <a:pt x="90" y="463"/>
                </a:lnTo>
                <a:lnTo>
                  <a:pt x="90" y="462"/>
                </a:lnTo>
                <a:lnTo>
                  <a:pt x="89" y="462"/>
                </a:lnTo>
                <a:lnTo>
                  <a:pt x="88" y="462"/>
                </a:lnTo>
                <a:lnTo>
                  <a:pt x="88" y="461"/>
                </a:lnTo>
                <a:lnTo>
                  <a:pt x="87" y="461"/>
                </a:lnTo>
                <a:lnTo>
                  <a:pt x="87" y="460"/>
                </a:lnTo>
                <a:lnTo>
                  <a:pt x="85" y="460"/>
                </a:lnTo>
                <a:lnTo>
                  <a:pt x="84" y="460"/>
                </a:lnTo>
                <a:lnTo>
                  <a:pt x="84" y="459"/>
                </a:lnTo>
                <a:lnTo>
                  <a:pt x="84" y="458"/>
                </a:lnTo>
                <a:lnTo>
                  <a:pt x="85" y="457"/>
                </a:lnTo>
                <a:lnTo>
                  <a:pt x="85" y="456"/>
                </a:lnTo>
                <a:lnTo>
                  <a:pt x="85" y="455"/>
                </a:lnTo>
                <a:lnTo>
                  <a:pt x="85" y="454"/>
                </a:lnTo>
                <a:lnTo>
                  <a:pt x="85" y="453"/>
                </a:lnTo>
                <a:lnTo>
                  <a:pt x="85" y="452"/>
                </a:lnTo>
                <a:lnTo>
                  <a:pt x="85" y="451"/>
                </a:lnTo>
                <a:lnTo>
                  <a:pt x="86" y="450"/>
                </a:lnTo>
                <a:lnTo>
                  <a:pt x="87" y="449"/>
                </a:lnTo>
                <a:lnTo>
                  <a:pt x="88" y="448"/>
                </a:lnTo>
                <a:lnTo>
                  <a:pt x="88" y="447"/>
                </a:lnTo>
                <a:lnTo>
                  <a:pt x="89" y="447"/>
                </a:lnTo>
                <a:lnTo>
                  <a:pt x="89" y="446"/>
                </a:lnTo>
                <a:lnTo>
                  <a:pt x="90" y="444"/>
                </a:lnTo>
                <a:lnTo>
                  <a:pt x="91" y="444"/>
                </a:lnTo>
                <a:lnTo>
                  <a:pt x="91" y="443"/>
                </a:lnTo>
                <a:lnTo>
                  <a:pt x="92" y="443"/>
                </a:lnTo>
                <a:lnTo>
                  <a:pt x="93" y="443"/>
                </a:lnTo>
                <a:lnTo>
                  <a:pt x="93" y="442"/>
                </a:lnTo>
                <a:lnTo>
                  <a:pt x="94" y="442"/>
                </a:lnTo>
                <a:lnTo>
                  <a:pt x="94" y="441"/>
                </a:lnTo>
                <a:lnTo>
                  <a:pt x="95" y="440"/>
                </a:lnTo>
                <a:lnTo>
                  <a:pt x="95" y="439"/>
                </a:lnTo>
                <a:lnTo>
                  <a:pt x="95" y="438"/>
                </a:lnTo>
                <a:lnTo>
                  <a:pt x="96" y="438"/>
                </a:lnTo>
                <a:lnTo>
                  <a:pt x="96" y="437"/>
                </a:lnTo>
                <a:lnTo>
                  <a:pt x="96" y="436"/>
                </a:lnTo>
                <a:lnTo>
                  <a:pt x="97" y="435"/>
                </a:lnTo>
                <a:lnTo>
                  <a:pt x="98" y="435"/>
                </a:lnTo>
                <a:lnTo>
                  <a:pt x="98" y="434"/>
                </a:lnTo>
                <a:lnTo>
                  <a:pt x="98" y="433"/>
                </a:lnTo>
                <a:lnTo>
                  <a:pt x="99" y="433"/>
                </a:lnTo>
                <a:lnTo>
                  <a:pt x="100" y="433"/>
                </a:lnTo>
                <a:lnTo>
                  <a:pt x="101" y="433"/>
                </a:lnTo>
                <a:lnTo>
                  <a:pt x="101" y="432"/>
                </a:lnTo>
                <a:lnTo>
                  <a:pt x="100" y="432"/>
                </a:lnTo>
                <a:lnTo>
                  <a:pt x="100" y="431"/>
                </a:lnTo>
                <a:lnTo>
                  <a:pt x="100" y="430"/>
                </a:lnTo>
                <a:lnTo>
                  <a:pt x="99" y="429"/>
                </a:lnTo>
                <a:lnTo>
                  <a:pt x="99" y="428"/>
                </a:lnTo>
                <a:lnTo>
                  <a:pt x="98" y="427"/>
                </a:lnTo>
                <a:lnTo>
                  <a:pt x="97" y="427"/>
                </a:lnTo>
                <a:lnTo>
                  <a:pt x="97" y="426"/>
                </a:lnTo>
                <a:lnTo>
                  <a:pt x="96" y="426"/>
                </a:lnTo>
                <a:lnTo>
                  <a:pt x="95" y="426"/>
                </a:lnTo>
                <a:lnTo>
                  <a:pt x="95" y="427"/>
                </a:lnTo>
                <a:lnTo>
                  <a:pt x="94" y="427"/>
                </a:lnTo>
                <a:lnTo>
                  <a:pt x="93" y="427"/>
                </a:lnTo>
                <a:lnTo>
                  <a:pt x="93" y="426"/>
                </a:lnTo>
                <a:lnTo>
                  <a:pt x="92" y="426"/>
                </a:lnTo>
                <a:lnTo>
                  <a:pt x="92" y="427"/>
                </a:lnTo>
                <a:lnTo>
                  <a:pt x="92" y="426"/>
                </a:lnTo>
                <a:lnTo>
                  <a:pt x="93" y="426"/>
                </a:lnTo>
                <a:lnTo>
                  <a:pt x="94" y="426"/>
                </a:lnTo>
                <a:lnTo>
                  <a:pt x="96" y="426"/>
                </a:lnTo>
                <a:lnTo>
                  <a:pt x="97" y="426"/>
                </a:lnTo>
                <a:lnTo>
                  <a:pt x="97" y="425"/>
                </a:lnTo>
                <a:lnTo>
                  <a:pt x="98" y="425"/>
                </a:lnTo>
                <a:lnTo>
                  <a:pt x="98" y="424"/>
                </a:lnTo>
                <a:lnTo>
                  <a:pt x="98" y="423"/>
                </a:lnTo>
                <a:lnTo>
                  <a:pt x="99" y="422"/>
                </a:lnTo>
                <a:lnTo>
                  <a:pt x="99" y="421"/>
                </a:lnTo>
                <a:lnTo>
                  <a:pt x="99" y="420"/>
                </a:lnTo>
                <a:lnTo>
                  <a:pt x="100" y="419"/>
                </a:lnTo>
                <a:lnTo>
                  <a:pt x="101" y="419"/>
                </a:lnTo>
                <a:lnTo>
                  <a:pt x="101" y="418"/>
                </a:lnTo>
                <a:lnTo>
                  <a:pt x="101" y="417"/>
                </a:lnTo>
                <a:lnTo>
                  <a:pt x="102" y="416"/>
                </a:lnTo>
                <a:lnTo>
                  <a:pt x="102" y="415"/>
                </a:lnTo>
                <a:lnTo>
                  <a:pt x="102" y="414"/>
                </a:lnTo>
                <a:lnTo>
                  <a:pt x="102" y="413"/>
                </a:lnTo>
                <a:lnTo>
                  <a:pt x="101" y="413"/>
                </a:lnTo>
                <a:lnTo>
                  <a:pt x="102" y="412"/>
                </a:lnTo>
                <a:lnTo>
                  <a:pt x="103" y="411"/>
                </a:lnTo>
                <a:lnTo>
                  <a:pt x="104" y="411"/>
                </a:lnTo>
                <a:lnTo>
                  <a:pt x="105" y="411"/>
                </a:lnTo>
                <a:lnTo>
                  <a:pt x="106" y="412"/>
                </a:lnTo>
                <a:lnTo>
                  <a:pt x="106" y="413"/>
                </a:lnTo>
                <a:lnTo>
                  <a:pt x="107" y="414"/>
                </a:lnTo>
                <a:lnTo>
                  <a:pt x="108" y="415"/>
                </a:lnTo>
                <a:lnTo>
                  <a:pt x="108" y="416"/>
                </a:lnTo>
                <a:lnTo>
                  <a:pt x="109" y="416"/>
                </a:lnTo>
                <a:lnTo>
                  <a:pt x="110" y="416"/>
                </a:lnTo>
                <a:lnTo>
                  <a:pt x="110" y="415"/>
                </a:lnTo>
                <a:lnTo>
                  <a:pt x="110" y="414"/>
                </a:lnTo>
                <a:lnTo>
                  <a:pt x="109" y="413"/>
                </a:lnTo>
                <a:lnTo>
                  <a:pt x="110" y="412"/>
                </a:lnTo>
                <a:lnTo>
                  <a:pt x="109" y="411"/>
                </a:lnTo>
                <a:lnTo>
                  <a:pt x="109" y="410"/>
                </a:lnTo>
                <a:lnTo>
                  <a:pt x="109" y="409"/>
                </a:lnTo>
                <a:lnTo>
                  <a:pt x="110" y="409"/>
                </a:lnTo>
                <a:lnTo>
                  <a:pt x="110" y="408"/>
                </a:lnTo>
                <a:lnTo>
                  <a:pt x="111" y="408"/>
                </a:lnTo>
                <a:lnTo>
                  <a:pt x="110" y="407"/>
                </a:lnTo>
                <a:lnTo>
                  <a:pt x="110" y="406"/>
                </a:lnTo>
                <a:lnTo>
                  <a:pt x="110" y="405"/>
                </a:lnTo>
                <a:lnTo>
                  <a:pt x="109" y="405"/>
                </a:lnTo>
                <a:lnTo>
                  <a:pt x="109" y="406"/>
                </a:lnTo>
                <a:lnTo>
                  <a:pt x="108" y="406"/>
                </a:lnTo>
                <a:lnTo>
                  <a:pt x="108" y="407"/>
                </a:lnTo>
                <a:lnTo>
                  <a:pt x="108" y="406"/>
                </a:lnTo>
                <a:lnTo>
                  <a:pt x="107" y="406"/>
                </a:lnTo>
                <a:lnTo>
                  <a:pt x="107" y="405"/>
                </a:lnTo>
                <a:lnTo>
                  <a:pt x="107" y="404"/>
                </a:lnTo>
                <a:lnTo>
                  <a:pt x="106" y="404"/>
                </a:lnTo>
                <a:lnTo>
                  <a:pt x="105" y="404"/>
                </a:lnTo>
                <a:lnTo>
                  <a:pt x="104" y="404"/>
                </a:lnTo>
                <a:lnTo>
                  <a:pt x="104" y="405"/>
                </a:lnTo>
                <a:lnTo>
                  <a:pt x="103" y="405"/>
                </a:lnTo>
                <a:lnTo>
                  <a:pt x="102" y="405"/>
                </a:lnTo>
                <a:lnTo>
                  <a:pt x="102" y="404"/>
                </a:lnTo>
                <a:lnTo>
                  <a:pt x="101" y="404"/>
                </a:lnTo>
                <a:lnTo>
                  <a:pt x="100" y="404"/>
                </a:lnTo>
                <a:lnTo>
                  <a:pt x="100" y="403"/>
                </a:lnTo>
                <a:lnTo>
                  <a:pt x="100" y="402"/>
                </a:lnTo>
                <a:lnTo>
                  <a:pt x="99" y="402"/>
                </a:lnTo>
                <a:lnTo>
                  <a:pt x="98" y="402"/>
                </a:lnTo>
                <a:lnTo>
                  <a:pt x="97" y="402"/>
                </a:lnTo>
                <a:lnTo>
                  <a:pt x="97" y="403"/>
                </a:lnTo>
                <a:lnTo>
                  <a:pt x="97" y="402"/>
                </a:lnTo>
                <a:lnTo>
                  <a:pt x="97" y="403"/>
                </a:lnTo>
                <a:lnTo>
                  <a:pt x="96" y="403"/>
                </a:lnTo>
                <a:lnTo>
                  <a:pt x="96" y="404"/>
                </a:lnTo>
                <a:lnTo>
                  <a:pt x="96" y="403"/>
                </a:lnTo>
                <a:lnTo>
                  <a:pt x="95" y="403"/>
                </a:lnTo>
                <a:lnTo>
                  <a:pt x="94" y="402"/>
                </a:lnTo>
                <a:lnTo>
                  <a:pt x="95" y="402"/>
                </a:lnTo>
                <a:lnTo>
                  <a:pt x="95" y="401"/>
                </a:lnTo>
                <a:lnTo>
                  <a:pt x="95" y="400"/>
                </a:lnTo>
                <a:lnTo>
                  <a:pt x="94" y="400"/>
                </a:lnTo>
                <a:lnTo>
                  <a:pt x="95" y="399"/>
                </a:lnTo>
                <a:lnTo>
                  <a:pt x="95" y="398"/>
                </a:lnTo>
                <a:lnTo>
                  <a:pt x="95" y="397"/>
                </a:lnTo>
                <a:lnTo>
                  <a:pt x="94" y="397"/>
                </a:lnTo>
                <a:lnTo>
                  <a:pt x="94" y="396"/>
                </a:lnTo>
                <a:lnTo>
                  <a:pt x="94" y="395"/>
                </a:lnTo>
                <a:lnTo>
                  <a:pt x="93" y="395"/>
                </a:lnTo>
                <a:lnTo>
                  <a:pt x="92" y="395"/>
                </a:lnTo>
                <a:lnTo>
                  <a:pt x="91" y="394"/>
                </a:lnTo>
                <a:lnTo>
                  <a:pt x="90" y="394"/>
                </a:lnTo>
                <a:lnTo>
                  <a:pt x="90" y="393"/>
                </a:lnTo>
                <a:lnTo>
                  <a:pt x="89" y="392"/>
                </a:lnTo>
                <a:lnTo>
                  <a:pt x="88" y="392"/>
                </a:lnTo>
                <a:lnTo>
                  <a:pt x="88" y="391"/>
                </a:lnTo>
                <a:lnTo>
                  <a:pt x="87" y="392"/>
                </a:lnTo>
                <a:lnTo>
                  <a:pt x="86" y="392"/>
                </a:lnTo>
                <a:lnTo>
                  <a:pt x="85" y="391"/>
                </a:lnTo>
                <a:lnTo>
                  <a:pt x="85" y="390"/>
                </a:lnTo>
                <a:lnTo>
                  <a:pt x="85" y="389"/>
                </a:lnTo>
                <a:lnTo>
                  <a:pt x="85" y="388"/>
                </a:lnTo>
                <a:lnTo>
                  <a:pt x="85" y="387"/>
                </a:lnTo>
                <a:lnTo>
                  <a:pt x="85" y="386"/>
                </a:lnTo>
                <a:lnTo>
                  <a:pt x="85" y="385"/>
                </a:lnTo>
                <a:lnTo>
                  <a:pt x="86" y="384"/>
                </a:lnTo>
                <a:lnTo>
                  <a:pt x="86" y="383"/>
                </a:lnTo>
                <a:lnTo>
                  <a:pt x="86" y="381"/>
                </a:lnTo>
                <a:lnTo>
                  <a:pt x="86" y="380"/>
                </a:lnTo>
                <a:lnTo>
                  <a:pt x="86" y="379"/>
                </a:lnTo>
                <a:lnTo>
                  <a:pt x="86" y="378"/>
                </a:lnTo>
                <a:lnTo>
                  <a:pt x="85" y="378"/>
                </a:lnTo>
                <a:lnTo>
                  <a:pt x="85" y="379"/>
                </a:lnTo>
                <a:lnTo>
                  <a:pt x="86" y="379"/>
                </a:lnTo>
                <a:lnTo>
                  <a:pt x="86" y="380"/>
                </a:lnTo>
                <a:lnTo>
                  <a:pt x="85" y="380"/>
                </a:lnTo>
                <a:lnTo>
                  <a:pt x="85" y="379"/>
                </a:lnTo>
                <a:lnTo>
                  <a:pt x="84" y="379"/>
                </a:lnTo>
                <a:lnTo>
                  <a:pt x="83" y="379"/>
                </a:lnTo>
                <a:lnTo>
                  <a:pt x="82" y="380"/>
                </a:lnTo>
                <a:lnTo>
                  <a:pt x="81" y="381"/>
                </a:lnTo>
                <a:lnTo>
                  <a:pt x="80" y="382"/>
                </a:lnTo>
                <a:lnTo>
                  <a:pt x="79" y="382"/>
                </a:lnTo>
                <a:lnTo>
                  <a:pt x="78" y="382"/>
                </a:lnTo>
                <a:lnTo>
                  <a:pt x="77" y="382"/>
                </a:lnTo>
                <a:lnTo>
                  <a:pt x="77" y="383"/>
                </a:lnTo>
                <a:lnTo>
                  <a:pt x="77" y="384"/>
                </a:lnTo>
                <a:lnTo>
                  <a:pt x="76" y="384"/>
                </a:lnTo>
                <a:lnTo>
                  <a:pt x="76" y="383"/>
                </a:lnTo>
                <a:lnTo>
                  <a:pt x="75" y="383"/>
                </a:lnTo>
                <a:lnTo>
                  <a:pt x="75" y="382"/>
                </a:lnTo>
                <a:lnTo>
                  <a:pt x="74" y="382"/>
                </a:lnTo>
                <a:lnTo>
                  <a:pt x="74" y="381"/>
                </a:lnTo>
                <a:lnTo>
                  <a:pt x="75" y="381"/>
                </a:lnTo>
                <a:lnTo>
                  <a:pt x="75" y="380"/>
                </a:lnTo>
                <a:lnTo>
                  <a:pt x="76" y="380"/>
                </a:lnTo>
                <a:lnTo>
                  <a:pt x="76" y="379"/>
                </a:lnTo>
                <a:lnTo>
                  <a:pt x="75" y="378"/>
                </a:lnTo>
                <a:lnTo>
                  <a:pt x="76" y="377"/>
                </a:lnTo>
                <a:lnTo>
                  <a:pt x="75" y="377"/>
                </a:lnTo>
                <a:lnTo>
                  <a:pt x="76" y="376"/>
                </a:lnTo>
                <a:lnTo>
                  <a:pt x="75" y="375"/>
                </a:lnTo>
                <a:lnTo>
                  <a:pt x="75" y="374"/>
                </a:lnTo>
                <a:lnTo>
                  <a:pt x="75" y="373"/>
                </a:lnTo>
                <a:lnTo>
                  <a:pt x="74" y="373"/>
                </a:lnTo>
                <a:lnTo>
                  <a:pt x="73" y="373"/>
                </a:lnTo>
                <a:lnTo>
                  <a:pt x="73" y="372"/>
                </a:lnTo>
                <a:lnTo>
                  <a:pt x="72" y="372"/>
                </a:lnTo>
                <a:lnTo>
                  <a:pt x="71" y="372"/>
                </a:lnTo>
                <a:lnTo>
                  <a:pt x="71" y="373"/>
                </a:lnTo>
                <a:lnTo>
                  <a:pt x="70" y="373"/>
                </a:lnTo>
                <a:lnTo>
                  <a:pt x="70" y="372"/>
                </a:lnTo>
                <a:lnTo>
                  <a:pt x="70" y="373"/>
                </a:lnTo>
                <a:lnTo>
                  <a:pt x="69" y="373"/>
                </a:lnTo>
                <a:lnTo>
                  <a:pt x="69" y="374"/>
                </a:lnTo>
                <a:lnTo>
                  <a:pt x="69" y="373"/>
                </a:lnTo>
                <a:lnTo>
                  <a:pt x="70" y="373"/>
                </a:lnTo>
                <a:lnTo>
                  <a:pt x="70" y="372"/>
                </a:lnTo>
                <a:lnTo>
                  <a:pt x="69" y="372"/>
                </a:lnTo>
                <a:lnTo>
                  <a:pt x="69" y="371"/>
                </a:lnTo>
                <a:lnTo>
                  <a:pt x="68" y="371"/>
                </a:lnTo>
                <a:lnTo>
                  <a:pt x="67" y="371"/>
                </a:lnTo>
                <a:lnTo>
                  <a:pt x="66" y="369"/>
                </a:lnTo>
                <a:lnTo>
                  <a:pt x="65" y="369"/>
                </a:lnTo>
                <a:lnTo>
                  <a:pt x="65" y="368"/>
                </a:lnTo>
                <a:lnTo>
                  <a:pt x="65" y="367"/>
                </a:lnTo>
                <a:lnTo>
                  <a:pt x="64" y="365"/>
                </a:lnTo>
                <a:lnTo>
                  <a:pt x="65" y="364"/>
                </a:lnTo>
                <a:lnTo>
                  <a:pt x="65" y="361"/>
                </a:lnTo>
                <a:lnTo>
                  <a:pt x="65" y="360"/>
                </a:lnTo>
                <a:lnTo>
                  <a:pt x="65" y="359"/>
                </a:lnTo>
                <a:lnTo>
                  <a:pt x="65" y="358"/>
                </a:lnTo>
                <a:lnTo>
                  <a:pt x="65" y="357"/>
                </a:lnTo>
                <a:lnTo>
                  <a:pt x="66" y="357"/>
                </a:lnTo>
                <a:lnTo>
                  <a:pt x="65" y="356"/>
                </a:lnTo>
                <a:lnTo>
                  <a:pt x="65" y="355"/>
                </a:lnTo>
                <a:lnTo>
                  <a:pt x="66" y="355"/>
                </a:lnTo>
                <a:lnTo>
                  <a:pt x="66" y="354"/>
                </a:lnTo>
                <a:lnTo>
                  <a:pt x="66" y="355"/>
                </a:lnTo>
                <a:lnTo>
                  <a:pt x="67" y="355"/>
                </a:lnTo>
                <a:lnTo>
                  <a:pt x="67" y="356"/>
                </a:lnTo>
                <a:lnTo>
                  <a:pt x="68" y="356"/>
                </a:lnTo>
                <a:lnTo>
                  <a:pt x="68" y="357"/>
                </a:lnTo>
                <a:lnTo>
                  <a:pt x="69" y="357"/>
                </a:lnTo>
                <a:lnTo>
                  <a:pt x="69" y="358"/>
                </a:lnTo>
                <a:lnTo>
                  <a:pt x="70" y="358"/>
                </a:lnTo>
                <a:lnTo>
                  <a:pt x="70" y="357"/>
                </a:lnTo>
                <a:lnTo>
                  <a:pt x="71" y="357"/>
                </a:lnTo>
                <a:lnTo>
                  <a:pt x="71" y="356"/>
                </a:lnTo>
                <a:lnTo>
                  <a:pt x="71" y="355"/>
                </a:lnTo>
                <a:lnTo>
                  <a:pt x="72" y="354"/>
                </a:lnTo>
                <a:lnTo>
                  <a:pt x="72" y="355"/>
                </a:lnTo>
                <a:lnTo>
                  <a:pt x="72" y="354"/>
                </a:lnTo>
                <a:lnTo>
                  <a:pt x="72" y="353"/>
                </a:lnTo>
                <a:lnTo>
                  <a:pt x="73" y="352"/>
                </a:lnTo>
                <a:lnTo>
                  <a:pt x="73" y="351"/>
                </a:lnTo>
                <a:lnTo>
                  <a:pt x="73" y="350"/>
                </a:lnTo>
                <a:lnTo>
                  <a:pt x="74" y="350"/>
                </a:lnTo>
                <a:lnTo>
                  <a:pt x="74" y="349"/>
                </a:lnTo>
                <a:lnTo>
                  <a:pt x="75" y="349"/>
                </a:lnTo>
                <a:lnTo>
                  <a:pt x="75" y="348"/>
                </a:lnTo>
                <a:lnTo>
                  <a:pt x="75" y="347"/>
                </a:lnTo>
                <a:lnTo>
                  <a:pt x="74" y="346"/>
                </a:lnTo>
                <a:lnTo>
                  <a:pt x="75" y="346"/>
                </a:lnTo>
                <a:lnTo>
                  <a:pt x="75" y="345"/>
                </a:lnTo>
                <a:lnTo>
                  <a:pt x="75" y="344"/>
                </a:lnTo>
                <a:lnTo>
                  <a:pt x="76" y="344"/>
                </a:lnTo>
                <a:lnTo>
                  <a:pt x="76" y="343"/>
                </a:lnTo>
                <a:lnTo>
                  <a:pt x="76" y="342"/>
                </a:lnTo>
                <a:lnTo>
                  <a:pt x="75" y="342"/>
                </a:lnTo>
                <a:lnTo>
                  <a:pt x="76" y="342"/>
                </a:lnTo>
                <a:lnTo>
                  <a:pt x="75" y="341"/>
                </a:lnTo>
                <a:lnTo>
                  <a:pt x="74" y="341"/>
                </a:lnTo>
                <a:lnTo>
                  <a:pt x="74" y="340"/>
                </a:lnTo>
                <a:lnTo>
                  <a:pt x="74" y="339"/>
                </a:lnTo>
                <a:lnTo>
                  <a:pt x="74" y="338"/>
                </a:lnTo>
                <a:lnTo>
                  <a:pt x="75" y="338"/>
                </a:lnTo>
                <a:lnTo>
                  <a:pt x="76" y="338"/>
                </a:lnTo>
                <a:lnTo>
                  <a:pt x="76" y="337"/>
                </a:lnTo>
                <a:lnTo>
                  <a:pt x="76" y="336"/>
                </a:lnTo>
                <a:lnTo>
                  <a:pt x="77" y="336"/>
                </a:lnTo>
                <a:lnTo>
                  <a:pt x="76" y="336"/>
                </a:lnTo>
                <a:lnTo>
                  <a:pt x="76" y="335"/>
                </a:lnTo>
                <a:lnTo>
                  <a:pt x="76" y="334"/>
                </a:lnTo>
                <a:lnTo>
                  <a:pt x="77" y="334"/>
                </a:lnTo>
                <a:lnTo>
                  <a:pt x="77" y="333"/>
                </a:lnTo>
                <a:lnTo>
                  <a:pt x="78" y="332"/>
                </a:lnTo>
                <a:lnTo>
                  <a:pt x="78" y="330"/>
                </a:lnTo>
                <a:lnTo>
                  <a:pt x="78" y="329"/>
                </a:lnTo>
                <a:lnTo>
                  <a:pt x="79" y="329"/>
                </a:lnTo>
                <a:lnTo>
                  <a:pt x="78" y="329"/>
                </a:lnTo>
                <a:lnTo>
                  <a:pt x="78" y="328"/>
                </a:lnTo>
                <a:lnTo>
                  <a:pt x="78" y="327"/>
                </a:lnTo>
                <a:lnTo>
                  <a:pt x="79" y="326"/>
                </a:lnTo>
                <a:lnTo>
                  <a:pt x="79" y="325"/>
                </a:lnTo>
                <a:lnTo>
                  <a:pt x="78" y="324"/>
                </a:lnTo>
                <a:lnTo>
                  <a:pt x="78" y="323"/>
                </a:lnTo>
                <a:lnTo>
                  <a:pt x="77" y="322"/>
                </a:lnTo>
                <a:lnTo>
                  <a:pt x="77" y="321"/>
                </a:lnTo>
                <a:lnTo>
                  <a:pt x="78" y="321"/>
                </a:lnTo>
                <a:lnTo>
                  <a:pt x="79" y="321"/>
                </a:lnTo>
                <a:lnTo>
                  <a:pt x="79" y="322"/>
                </a:lnTo>
                <a:lnTo>
                  <a:pt x="80" y="322"/>
                </a:lnTo>
                <a:lnTo>
                  <a:pt x="80" y="323"/>
                </a:lnTo>
                <a:lnTo>
                  <a:pt x="81" y="323"/>
                </a:lnTo>
                <a:lnTo>
                  <a:pt x="82" y="323"/>
                </a:lnTo>
                <a:lnTo>
                  <a:pt x="82" y="322"/>
                </a:lnTo>
                <a:lnTo>
                  <a:pt x="83" y="321"/>
                </a:lnTo>
                <a:lnTo>
                  <a:pt x="84" y="320"/>
                </a:lnTo>
                <a:lnTo>
                  <a:pt x="84" y="319"/>
                </a:lnTo>
                <a:lnTo>
                  <a:pt x="84" y="318"/>
                </a:lnTo>
                <a:lnTo>
                  <a:pt x="83" y="317"/>
                </a:lnTo>
                <a:lnTo>
                  <a:pt x="83" y="316"/>
                </a:lnTo>
                <a:lnTo>
                  <a:pt x="83" y="314"/>
                </a:lnTo>
                <a:lnTo>
                  <a:pt x="83" y="313"/>
                </a:lnTo>
                <a:lnTo>
                  <a:pt x="84" y="312"/>
                </a:lnTo>
                <a:lnTo>
                  <a:pt x="84" y="311"/>
                </a:lnTo>
                <a:lnTo>
                  <a:pt x="85" y="310"/>
                </a:lnTo>
                <a:lnTo>
                  <a:pt x="85" y="309"/>
                </a:lnTo>
                <a:lnTo>
                  <a:pt x="85" y="308"/>
                </a:lnTo>
                <a:lnTo>
                  <a:pt x="86" y="308"/>
                </a:lnTo>
                <a:lnTo>
                  <a:pt x="86" y="307"/>
                </a:lnTo>
                <a:lnTo>
                  <a:pt x="85" y="306"/>
                </a:lnTo>
                <a:lnTo>
                  <a:pt x="85" y="305"/>
                </a:lnTo>
                <a:lnTo>
                  <a:pt x="85" y="304"/>
                </a:lnTo>
                <a:lnTo>
                  <a:pt x="86" y="304"/>
                </a:lnTo>
                <a:lnTo>
                  <a:pt x="86" y="303"/>
                </a:lnTo>
                <a:lnTo>
                  <a:pt x="86" y="302"/>
                </a:lnTo>
                <a:lnTo>
                  <a:pt x="87" y="302"/>
                </a:lnTo>
                <a:lnTo>
                  <a:pt x="87" y="301"/>
                </a:lnTo>
                <a:lnTo>
                  <a:pt x="88" y="301"/>
                </a:lnTo>
                <a:lnTo>
                  <a:pt x="88" y="300"/>
                </a:lnTo>
                <a:lnTo>
                  <a:pt x="89" y="300"/>
                </a:lnTo>
                <a:lnTo>
                  <a:pt x="89" y="299"/>
                </a:lnTo>
                <a:lnTo>
                  <a:pt x="90" y="298"/>
                </a:lnTo>
                <a:lnTo>
                  <a:pt x="90" y="297"/>
                </a:lnTo>
                <a:lnTo>
                  <a:pt x="91" y="297"/>
                </a:lnTo>
                <a:lnTo>
                  <a:pt x="92" y="297"/>
                </a:lnTo>
                <a:lnTo>
                  <a:pt x="92" y="296"/>
                </a:lnTo>
                <a:lnTo>
                  <a:pt x="93" y="296"/>
                </a:lnTo>
                <a:lnTo>
                  <a:pt x="95" y="296"/>
                </a:lnTo>
                <a:lnTo>
                  <a:pt x="96" y="296"/>
                </a:lnTo>
                <a:lnTo>
                  <a:pt x="96" y="295"/>
                </a:lnTo>
                <a:lnTo>
                  <a:pt x="96" y="294"/>
                </a:lnTo>
                <a:lnTo>
                  <a:pt x="96" y="293"/>
                </a:lnTo>
                <a:lnTo>
                  <a:pt x="97" y="293"/>
                </a:lnTo>
                <a:lnTo>
                  <a:pt x="98" y="293"/>
                </a:lnTo>
                <a:lnTo>
                  <a:pt x="98" y="292"/>
                </a:lnTo>
                <a:lnTo>
                  <a:pt x="98" y="291"/>
                </a:lnTo>
                <a:lnTo>
                  <a:pt x="97" y="290"/>
                </a:lnTo>
                <a:lnTo>
                  <a:pt x="96" y="289"/>
                </a:lnTo>
                <a:lnTo>
                  <a:pt x="96" y="288"/>
                </a:lnTo>
                <a:lnTo>
                  <a:pt x="96" y="286"/>
                </a:lnTo>
                <a:lnTo>
                  <a:pt x="96" y="285"/>
                </a:lnTo>
                <a:lnTo>
                  <a:pt x="95" y="285"/>
                </a:lnTo>
                <a:lnTo>
                  <a:pt x="94" y="285"/>
                </a:lnTo>
                <a:lnTo>
                  <a:pt x="93" y="284"/>
                </a:lnTo>
                <a:lnTo>
                  <a:pt x="93" y="283"/>
                </a:lnTo>
                <a:lnTo>
                  <a:pt x="93" y="282"/>
                </a:lnTo>
                <a:lnTo>
                  <a:pt x="94" y="282"/>
                </a:lnTo>
                <a:lnTo>
                  <a:pt x="94" y="281"/>
                </a:lnTo>
                <a:lnTo>
                  <a:pt x="93" y="280"/>
                </a:lnTo>
                <a:lnTo>
                  <a:pt x="92" y="279"/>
                </a:lnTo>
                <a:lnTo>
                  <a:pt x="92" y="278"/>
                </a:lnTo>
                <a:lnTo>
                  <a:pt x="91" y="278"/>
                </a:lnTo>
                <a:lnTo>
                  <a:pt x="91" y="277"/>
                </a:lnTo>
                <a:lnTo>
                  <a:pt x="90" y="277"/>
                </a:lnTo>
                <a:lnTo>
                  <a:pt x="89" y="276"/>
                </a:lnTo>
                <a:lnTo>
                  <a:pt x="88" y="276"/>
                </a:lnTo>
                <a:lnTo>
                  <a:pt x="88" y="275"/>
                </a:lnTo>
                <a:lnTo>
                  <a:pt x="88" y="274"/>
                </a:lnTo>
                <a:lnTo>
                  <a:pt x="88" y="273"/>
                </a:lnTo>
                <a:lnTo>
                  <a:pt x="89" y="273"/>
                </a:lnTo>
                <a:lnTo>
                  <a:pt x="89" y="272"/>
                </a:lnTo>
                <a:lnTo>
                  <a:pt x="88" y="272"/>
                </a:lnTo>
                <a:lnTo>
                  <a:pt x="88" y="271"/>
                </a:lnTo>
                <a:lnTo>
                  <a:pt x="87" y="270"/>
                </a:lnTo>
                <a:lnTo>
                  <a:pt x="86" y="270"/>
                </a:lnTo>
                <a:lnTo>
                  <a:pt x="85" y="270"/>
                </a:lnTo>
                <a:lnTo>
                  <a:pt x="84" y="270"/>
                </a:lnTo>
                <a:lnTo>
                  <a:pt x="82" y="270"/>
                </a:lnTo>
                <a:lnTo>
                  <a:pt x="81" y="270"/>
                </a:lnTo>
                <a:lnTo>
                  <a:pt x="80" y="271"/>
                </a:lnTo>
                <a:lnTo>
                  <a:pt x="79" y="270"/>
                </a:lnTo>
                <a:lnTo>
                  <a:pt x="78" y="269"/>
                </a:lnTo>
                <a:lnTo>
                  <a:pt x="78" y="268"/>
                </a:lnTo>
                <a:lnTo>
                  <a:pt x="78" y="267"/>
                </a:lnTo>
                <a:lnTo>
                  <a:pt x="78" y="266"/>
                </a:lnTo>
                <a:lnTo>
                  <a:pt x="78" y="265"/>
                </a:lnTo>
                <a:lnTo>
                  <a:pt x="78" y="264"/>
                </a:lnTo>
                <a:lnTo>
                  <a:pt x="78" y="263"/>
                </a:lnTo>
                <a:lnTo>
                  <a:pt x="77" y="262"/>
                </a:lnTo>
                <a:lnTo>
                  <a:pt x="76" y="261"/>
                </a:lnTo>
                <a:lnTo>
                  <a:pt x="76" y="260"/>
                </a:lnTo>
                <a:lnTo>
                  <a:pt x="75" y="259"/>
                </a:lnTo>
                <a:lnTo>
                  <a:pt x="74" y="258"/>
                </a:lnTo>
                <a:lnTo>
                  <a:pt x="74" y="257"/>
                </a:lnTo>
                <a:lnTo>
                  <a:pt x="73" y="257"/>
                </a:lnTo>
                <a:lnTo>
                  <a:pt x="72" y="257"/>
                </a:lnTo>
                <a:lnTo>
                  <a:pt x="72" y="258"/>
                </a:lnTo>
                <a:lnTo>
                  <a:pt x="72" y="260"/>
                </a:lnTo>
                <a:lnTo>
                  <a:pt x="72" y="261"/>
                </a:lnTo>
                <a:lnTo>
                  <a:pt x="71" y="262"/>
                </a:lnTo>
                <a:lnTo>
                  <a:pt x="71" y="263"/>
                </a:lnTo>
                <a:lnTo>
                  <a:pt x="71" y="264"/>
                </a:lnTo>
                <a:lnTo>
                  <a:pt x="70" y="264"/>
                </a:lnTo>
                <a:lnTo>
                  <a:pt x="69" y="264"/>
                </a:lnTo>
                <a:lnTo>
                  <a:pt x="69" y="265"/>
                </a:lnTo>
                <a:lnTo>
                  <a:pt x="69" y="266"/>
                </a:lnTo>
                <a:lnTo>
                  <a:pt x="68" y="266"/>
                </a:lnTo>
                <a:lnTo>
                  <a:pt x="68" y="267"/>
                </a:lnTo>
                <a:lnTo>
                  <a:pt x="67" y="267"/>
                </a:lnTo>
                <a:lnTo>
                  <a:pt x="66" y="267"/>
                </a:lnTo>
                <a:lnTo>
                  <a:pt x="65" y="267"/>
                </a:lnTo>
                <a:lnTo>
                  <a:pt x="64" y="267"/>
                </a:lnTo>
                <a:lnTo>
                  <a:pt x="64" y="266"/>
                </a:lnTo>
                <a:lnTo>
                  <a:pt x="63" y="266"/>
                </a:lnTo>
                <a:lnTo>
                  <a:pt x="63" y="265"/>
                </a:lnTo>
                <a:lnTo>
                  <a:pt x="62" y="265"/>
                </a:lnTo>
                <a:lnTo>
                  <a:pt x="61" y="265"/>
                </a:lnTo>
                <a:lnTo>
                  <a:pt x="61" y="266"/>
                </a:lnTo>
                <a:lnTo>
                  <a:pt x="61" y="267"/>
                </a:lnTo>
                <a:lnTo>
                  <a:pt x="60" y="267"/>
                </a:lnTo>
                <a:lnTo>
                  <a:pt x="60" y="266"/>
                </a:lnTo>
                <a:lnTo>
                  <a:pt x="60" y="267"/>
                </a:lnTo>
                <a:lnTo>
                  <a:pt x="59" y="267"/>
                </a:lnTo>
                <a:lnTo>
                  <a:pt x="59" y="266"/>
                </a:lnTo>
                <a:lnTo>
                  <a:pt x="58" y="266"/>
                </a:lnTo>
                <a:lnTo>
                  <a:pt x="57" y="266"/>
                </a:lnTo>
                <a:lnTo>
                  <a:pt x="57" y="267"/>
                </a:lnTo>
                <a:lnTo>
                  <a:pt x="57" y="266"/>
                </a:lnTo>
                <a:lnTo>
                  <a:pt x="56" y="266"/>
                </a:lnTo>
                <a:lnTo>
                  <a:pt x="55" y="266"/>
                </a:lnTo>
                <a:lnTo>
                  <a:pt x="54" y="266"/>
                </a:lnTo>
                <a:lnTo>
                  <a:pt x="54" y="265"/>
                </a:lnTo>
                <a:lnTo>
                  <a:pt x="53" y="265"/>
                </a:lnTo>
                <a:lnTo>
                  <a:pt x="52" y="265"/>
                </a:lnTo>
                <a:lnTo>
                  <a:pt x="52" y="264"/>
                </a:lnTo>
                <a:lnTo>
                  <a:pt x="51" y="264"/>
                </a:lnTo>
                <a:lnTo>
                  <a:pt x="50" y="264"/>
                </a:lnTo>
                <a:lnTo>
                  <a:pt x="49" y="264"/>
                </a:lnTo>
                <a:lnTo>
                  <a:pt x="48" y="264"/>
                </a:lnTo>
                <a:lnTo>
                  <a:pt x="47" y="265"/>
                </a:lnTo>
                <a:lnTo>
                  <a:pt x="46" y="266"/>
                </a:lnTo>
                <a:lnTo>
                  <a:pt x="46" y="267"/>
                </a:lnTo>
                <a:lnTo>
                  <a:pt x="46" y="268"/>
                </a:lnTo>
                <a:lnTo>
                  <a:pt x="45" y="268"/>
                </a:lnTo>
                <a:lnTo>
                  <a:pt x="45" y="269"/>
                </a:lnTo>
                <a:lnTo>
                  <a:pt x="44" y="270"/>
                </a:lnTo>
                <a:lnTo>
                  <a:pt x="44" y="271"/>
                </a:lnTo>
                <a:lnTo>
                  <a:pt x="43" y="271"/>
                </a:lnTo>
                <a:lnTo>
                  <a:pt x="42" y="271"/>
                </a:lnTo>
                <a:lnTo>
                  <a:pt x="42" y="273"/>
                </a:lnTo>
                <a:lnTo>
                  <a:pt x="42" y="274"/>
                </a:lnTo>
                <a:lnTo>
                  <a:pt x="43" y="275"/>
                </a:lnTo>
                <a:lnTo>
                  <a:pt x="43" y="276"/>
                </a:lnTo>
                <a:lnTo>
                  <a:pt x="43" y="277"/>
                </a:lnTo>
                <a:lnTo>
                  <a:pt x="42" y="277"/>
                </a:lnTo>
                <a:lnTo>
                  <a:pt x="42" y="278"/>
                </a:lnTo>
                <a:lnTo>
                  <a:pt x="41" y="278"/>
                </a:lnTo>
                <a:lnTo>
                  <a:pt x="40" y="278"/>
                </a:lnTo>
                <a:lnTo>
                  <a:pt x="40" y="277"/>
                </a:lnTo>
                <a:lnTo>
                  <a:pt x="40" y="278"/>
                </a:lnTo>
                <a:lnTo>
                  <a:pt x="39" y="278"/>
                </a:lnTo>
                <a:lnTo>
                  <a:pt x="39" y="277"/>
                </a:lnTo>
                <a:lnTo>
                  <a:pt x="38" y="278"/>
                </a:lnTo>
                <a:lnTo>
                  <a:pt x="38" y="277"/>
                </a:lnTo>
                <a:lnTo>
                  <a:pt x="37" y="278"/>
                </a:lnTo>
                <a:lnTo>
                  <a:pt x="37" y="277"/>
                </a:lnTo>
                <a:lnTo>
                  <a:pt x="36" y="277"/>
                </a:lnTo>
                <a:lnTo>
                  <a:pt x="35" y="277"/>
                </a:lnTo>
                <a:lnTo>
                  <a:pt x="34" y="277"/>
                </a:lnTo>
                <a:lnTo>
                  <a:pt x="33" y="277"/>
                </a:lnTo>
                <a:lnTo>
                  <a:pt x="32" y="277"/>
                </a:lnTo>
                <a:lnTo>
                  <a:pt x="31" y="277"/>
                </a:lnTo>
                <a:lnTo>
                  <a:pt x="30" y="277"/>
                </a:lnTo>
                <a:lnTo>
                  <a:pt x="29" y="277"/>
                </a:lnTo>
                <a:lnTo>
                  <a:pt x="29" y="278"/>
                </a:lnTo>
                <a:lnTo>
                  <a:pt x="28" y="278"/>
                </a:lnTo>
                <a:lnTo>
                  <a:pt x="28" y="277"/>
                </a:lnTo>
                <a:lnTo>
                  <a:pt x="27" y="277"/>
                </a:lnTo>
                <a:lnTo>
                  <a:pt x="26" y="277"/>
                </a:lnTo>
                <a:lnTo>
                  <a:pt x="25" y="277"/>
                </a:lnTo>
                <a:lnTo>
                  <a:pt x="24" y="278"/>
                </a:lnTo>
                <a:lnTo>
                  <a:pt x="24" y="277"/>
                </a:lnTo>
                <a:lnTo>
                  <a:pt x="23" y="277"/>
                </a:lnTo>
                <a:lnTo>
                  <a:pt x="23" y="276"/>
                </a:lnTo>
                <a:lnTo>
                  <a:pt x="22" y="276"/>
                </a:lnTo>
                <a:lnTo>
                  <a:pt x="21" y="276"/>
                </a:lnTo>
                <a:lnTo>
                  <a:pt x="20" y="276"/>
                </a:lnTo>
                <a:lnTo>
                  <a:pt x="20" y="275"/>
                </a:lnTo>
                <a:lnTo>
                  <a:pt x="19" y="275"/>
                </a:lnTo>
                <a:lnTo>
                  <a:pt x="19" y="274"/>
                </a:lnTo>
                <a:lnTo>
                  <a:pt x="20" y="274"/>
                </a:lnTo>
                <a:lnTo>
                  <a:pt x="20" y="273"/>
                </a:lnTo>
                <a:lnTo>
                  <a:pt x="19" y="273"/>
                </a:lnTo>
                <a:lnTo>
                  <a:pt x="18" y="272"/>
                </a:lnTo>
                <a:lnTo>
                  <a:pt x="17" y="271"/>
                </a:lnTo>
                <a:lnTo>
                  <a:pt x="16" y="271"/>
                </a:lnTo>
                <a:lnTo>
                  <a:pt x="15" y="271"/>
                </a:lnTo>
                <a:lnTo>
                  <a:pt x="15" y="270"/>
                </a:lnTo>
                <a:lnTo>
                  <a:pt x="16" y="269"/>
                </a:lnTo>
                <a:lnTo>
                  <a:pt x="15" y="268"/>
                </a:lnTo>
                <a:lnTo>
                  <a:pt x="15" y="267"/>
                </a:lnTo>
                <a:lnTo>
                  <a:pt x="14" y="267"/>
                </a:lnTo>
                <a:lnTo>
                  <a:pt x="14" y="266"/>
                </a:lnTo>
                <a:lnTo>
                  <a:pt x="14" y="265"/>
                </a:lnTo>
                <a:lnTo>
                  <a:pt x="15" y="264"/>
                </a:lnTo>
                <a:lnTo>
                  <a:pt x="15" y="262"/>
                </a:lnTo>
                <a:lnTo>
                  <a:pt x="15" y="261"/>
                </a:lnTo>
                <a:lnTo>
                  <a:pt x="15" y="260"/>
                </a:lnTo>
                <a:lnTo>
                  <a:pt x="15" y="259"/>
                </a:lnTo>
                <a:lnTo>
                  <a:pt x="15" y="258"/>
                </a:lnTo>
                <a:lnTo>
                  <a:pt x="16" y="257"/>
                </a:lnTo>
                <a:lnTo>
                  <a:pt x="16" y="256"/>
                </a:lnTo>
                <a:lnTo>
                  <a:pt x="15" y="255"/>
                </a:lnTo>
                <a:lnTo>
                  <a:pt x="14" y="255"/>
                </a:lnTo>
                <a:lnTo>
                  <a:pt x="14" y="256"/>
                </a:lnTo>
                <a:lnTo>
                  <a:pt x="13" y="256"/>
                </a:lnTo>
                <a:lnTo>
                  <a:pt x="13" y="255"/>
                </a:lnTo>
                <a:lnTo>
                  <a:pt x="12" y="255"/>
                </a:lnTo>
                <a:lnTo>
                  <a:pt x="12" y="254"/>
                </a:lnTo>
                <a:lnTo>
                  <a:pt x="11" y="253"/>
                </a:lnTo>
                <a:lnTo>
                  <a:pt x="11" y="252"/>
                </a:lnTo>
                <a:lnTo>
                  <a:pt x="11" y="251"/>
                </a:lnTo>
                <a:lnTo>
                  <a:pt x="11" y="250"/>
                </a:lnTo>
                <a:lnTo>
                  <a:pt x="10" y="250"/>
                </a:lnTo>
                <a:lnTo>
                  <a:pt x="10" y="249"/>
                </a:lnTo>
                <a:lnTo>
                  <a:pt x="10" y="248"/>
                </a:lnTo>
                <a:lnTo>
                  <a:pt x="10" y="247"/>
                </a:lnTo>
                <a:lnTo>
                  <a:pt x="10" y="245"/>
                </a:lnTo>
                <a:lnTo>
                  <a:pt x="11" y="245"/>
                </a:lnTo>
                <a:lnTo>
                  <a:pt x="11" y="244"/>
                </a:lnTo>
                <a:lnTo>
                  <a:pt x="11" y="243"/>
                </a:lnTo>
                <a:lnTo>
                  <a:pt x="12" y="242"/>
                </a:lnTo>
                <a:lnTo>
                  <a:pt x="13" y="242"/>
                </a:lnTo>
                <a:lnTo>
                  <a:pt x="14" y="242"/>
                </a:lnTo>
                <a:lnTo>
                  <a:pt x="15" y="241"/>
                </a:lnTo>
                <a:lnTo>
                  <a:pt x="16" y="241"/>
                </a:lnTo>
                <a:lnTo>
                  <a:pt x="16" y="240"/>
                </a:lnTo>
                <a:lnTo>
                  <a:pt x="15" y="238"/>
                </a:lnTo>
                <a:lnTo>
                  <a:pt x="15" y="237"/>
                </a:lnTo>
                <a:lnTo>
                  <a:pt x="15" y="236"/>
                </a:lnTo>
                <a:lnTo>
                  <a:pt x="15" y="235"/>
                </a:lnTo>
                <a:lnTo>
                  <a:pt x="16" y="235"/>
                </a:lnTo>
                <a:lnTo>
                  <a:pt x="16" y="234"/>
                </a:lnTo>
                <a:lnTo>
                  <a:pt x="16" y="233"/>
                </a:lnTo>
                <a:lnTo>
                  <a:pt x="16" y="232"/>
                </a:lnTo>
                <a:lnTo>
                  <a:pt x="16" y="231"/>
                </a:lnTo>
                <a:lnTo>
                  <a:pt x="15" y="231"/>
                </a:lnTo>
                <a:lnTo>
                  <a:pt x="14" y="231"/>
                </a:lnTo>
                <a:lnTo>
                  <a:pt x="14" y="230"/>
                </a:lnTo>
                <a:lnTo>
                  <a:pt x="14" y="229"/>
                </a:lnTo>
                <a:lnTo>
                  <a:pt x="14" y="228"/>
                </a:lnTo>
                <a:lnTo>
                  <a:pt x="13" y="228"/>
                </a:lnTo>
                <a:lnTo>
                  <a:pt x="13" y="227"/>
                </a:lnTo>
                <a:lnTo>
                  <a:pt x="12" y="226"/>
                </a:lnTo>
                <a:lnTo>
                  <a:pt x="12" y="225"/>
                </a:lnTo>
                <a:lnTo>
                  <a:pt x="12" y="224"/>
                </a:lnTo>
                <a:lnTo>
                  <a:pt x="11" y="224"/>
                </a:lnTo>
                <a:lnTo>
                  <a:pt x="11" y="223"/>
                </a:lnTo>
                <a:lnTo>
                  <a:pt x="10" y="223"/>
                </a:lnTo>
                <a:lnTo>
                  <a:pt x="10" y="222"/>
                </a:lnTo>
                <a:lnTo>
                  <a:pt x="9" y="222"/>
                </a:lnTo>
                <a:lnTo>
                  <a:pt x="8" y="221"/>
                </a:lnTo>
                <a:lnTo>
                  <a:pt x="7" y="221"/>
                </a:lnTo>
                <a:lnTo>
                  <a:pt x="7" y="222"/>
                </a:lnTo>
                <a:lnTo>
                  <a:pt x="6" y="223"/>
                </a:lnTo>
                <a:lnTo>
                  <a:pt x="5" y="223"/>
                </a:lnTo>
                <a:lnTo>
                  <a:pt x="5" y="224"/>
                </a:lnTo>
                <a:lnTo>
                  <a:pt x="4" y="225"/>
                </a:lnTo>
                <a:lnTo>
                  <a:pt x="3" y="225"/>
                </a:lnTo>
                <a:lnTo>
                  <a:pt x="3" y="226"/>
                </a:lnTo>
                <a:lnTo>
                  <a:pt x="2" y="226"/>
                </a:lnTo>
                <a:lnTo>
                  <a:pt x="1" y="226"/>
                </a:lnTo>
                <a:lnTo>
                  <a:pt x="2" y="226"/>
                </a:lnTo>
                <a:lnTo>
                  <a:pt x="2" y="225"/>
                </a:lnTo>
                <a:lnTo>
                  <a:pt x="3" y="225"/>
                </a:lnTo>
                <a:lnTo>
                  <a:pt x="3" y="224"/>
                </a:lnTo>
                <a:lnTo>
                  <a:pt x="3" y="223"/>
                </a:lnTo>
                <a:lnTo>
                  <a:pt x="2" y="223"/>
                </a:lnTo>
                <a:lnTo>
                  <a:pt x="1" y="222"/>
                </a:lnTo>
                <a:lnTo>
                  <a:pt x="1" y="221"/>
                </a:lnTo>
                <a:lnTo>
                  <a:pt x="0" y="221"/>
                </a:lnTo>
                <a:lnTo>
                  <a:pt x="0" y="220"/>
                </a:lnTo>
                <a:lnTo>
                  <a:pt x="1" y="220"/>
                </a:lnTo>
                <a:lnTo>
                  <a:pt x="1" y="219"/>
                </a:lnTo>
                <a:lnTo>
                  <a:pt x="2" y="219"/>
                </a:lnTo>
                <a:lnTo>
                  <a:pt x="3" y="220"/>
                </a:lnTo>
                <a:lnTo>
                  <a:pt x="4" y="220"/>
                </a:lnTo>
                <a:lnTo>
                  <a:pt x="5" y="220"/>
                </a:lnTo>
                <a:lnTo>
                  <a:pt x="4" y="220"/>
                </a:lnTo>
                <a:lnTo>
                  <a:pt x="5" y="220"/>
                </a:lnTo>
                <a:lnTo>
                  <a:pt x="6" y="220"/>
                </a:lnTo>
                <a:lnTo>
                  <a:pt x="6" y="219"/>
                </a:lnTo>
                <a:lnTo>
                  <a:pt x="5" y="218"/>
                </a:lnTo>
                <a:lnTo>
                  <a:pt x="5" y="217"/>
                </a:lnTo>
                <a:lnTo>
                  <a:pt x="4" y="217"/>
                </a:lnTo>
                <a:lnTo>
                  <a:pt x="4" y="218"/>
                </a:lnTo>
                <a:lnTo>
                  <a:pt x="3" y="217"/>
                </a:lnTo>
                <a:lnTo>
                  <a:pt x="2" y="217"/>
                </a:lnTo>
                <a:lnTo>
                  <a:pt x="2" y="216"/>
                </a:lnTo>
                <a:lnTo>
                  <a:pt x="3" y="215"/>
                </a:lnTo>
                <a:lnTo>
                  <a:pt x="3" y="214"/>
                </a:lnTo>
                <a:lnTo>
                  <a:pt x="4" y="214"/>
                </a:lnTo>
                <a:lnTo>
                  <a:pt x="5" y="214"/>
                </a:lnTo>
                <a:lnTo>
                  <a:pt x="6" y="214"/>
                </a:lnTo>
                <a:lnTo>
                  <a:pt x="7" y="213"/>
                </a:lnTo>
                <a:lnTo>
                  <a:pt x="8" y="213"/>
                </a:lnTo>
                <a:lnTo>
                  <a:pt x="9" y="214"/>
                </a:lnTo>
                <a:lnTo>
                  <a:pt x="9" y="213"/>
                </a:lnTo>
                <a:lnTo>
                  <a:pt x="10" y="213"/>
                </a:lnTo>
                <a:lnTo>
                  <a:pt x="10" y="212"/>
                </a:lnTo>
                <a:lnTo>
                  <a:pt x="10" y="211"/>
                </a:lnTo>
                <a:lnTo>
                  <a:pt x="10" y="210"/>
                </a:lnTo>
                <a:lnTo>
                  <a:pt x="11" y="210"/>
                </a:lnTo>
                <a:lnTo>
                  <a:pt x="11" y="211"/>
                </a:lnTo>
                <a:lnTo>
                  <a:pt x="11" y="210"/>
                </a:lnTo>
                <a:lnTo>
                  <a:pt x="11" y="209"/>
                </a:lnTo>
                <a:lnTo>
                  <a:pt x="12" y="209"/>
                </a:lnTo>
                <a:lnTo>
                  <a:pt x="12" y="208"/>
                </a:lnTo>
                <a:lnTo>
                  <a:pt x="13" y="208"/>
                </a:lnTo>
                <a:lnTo>
                  <a:pt x="13" y="207"/>
                </a:lnTo>
                <a:lnTo>
                  <a:pt x="13" y="206"/>
                </a:lnTo>
                <a:lnTo>
                  <a:pt x="14" y="206"/>
                </a:lnTo>
                <a:lnTo>
                  <a:pt x="14" y="205"/>
                </a:lnTo>
                <a:lnTo>
                  <a:pt x="15" y="205"/>
                </a:lnTo>
                <a:lnTo>
                  <a:pt x="15" y="204"/>
                </a:lnTo>
                <a:lnTo>
                  <a:pt x="16" y="204"/>
                </a:lnTo>
                <a:lnTo>
                  <a:pt x="16" y="203"/>
                </a:lnTo>
                <a:lnTo>
                  <a:pt x="17" y="203"/>
                </a:lnTo>
                <a:lnTo>
                  <a:pt x="17" y="202"/>
                </a:lnTo>
                <a:lnTo>
                  <a:pt x="18" y="202"/>
                </a:lnTo>
                <a:lnTo>
                  <a:pt x="17" y="202"/>
                </a:lnTo>
                <a:lnTo>
                  <a:pt x="17" y="201"/>
                </a:lnTo>
                <a:lnTo>
                  <a:pt x="18" y="201"/>
                </a:lnTo>
                <a:lnTo>
                  <a:pt x="18" y="200"/>
                </a:lnTo>
                <a:lnTo>
                  <a:pt x="19" y="199"/>
                </a:lnTo>
                <a:lnTo>
                  <a:pt x="20" y="200"/>
                </a:lnTo>
                <a:lnTo>
                  <a:pt x="21" y="199"/>
                </a:lnTo>
                <a:lnTo>
                  <a:pt x="22" y="199"/>
                </a:lnTo>
                <a:lnTo>
                  <a:pt x="22" y="198"/>
                </a:lnTo>
                <a:lnTo>
                  <a:pt x="22" y="197"/>
                </a:lnTo>
                <a:lnTo>
                  <a:pt x="23" y="197"/>
                </a:lnTo>
                <a:lnTo>
                  <a:pt x="24" y="198"/>
                </a:lnTo>
                <a:lnTo>
                  <a:pt x="24" y="197"/>
                </a:lnTo>
                <a:lnTo>
                  <a:pt x="24" y="196"/>
                </a:lnTo>
                <a:lnTo>
                  <a:pt x="25" y="195"/>
                </a:lnTo>
                <a:lnTo>
                  <a:pt x="25" y="194"/>
                </a:lnTo>
                <a:lnTo>
                  <a:pt x="25" y="193"/>
                </a:lnTo>
                <a:lnTo>
                  <a:pt x="26" y="192"/>
                </a:lnTo>
                <a:lnTo>
                  <a:pt x="27" y="192"/>
                </a:lnTo>
                <a:lnTo>
                  <a:pt x="28" y="192"/>
                </a:lnTo>
                <a:lnTo>
                  <a:pt x="28" y="191"/>
                </a:lnTo>
                <a:lnTo>
                  <a:pt x="28" y="190"/>
                </a:lnTo>
                <a:lnTo>
                  <a:pt x="28" y="189"/>
                </a:lnTo>
                <a:lnTo>
                  <a:pt x="28" y="188"/>
                </a:lnTo>
                <a:lnTo>
                  <a:pt x="28" y="187"/>
                </a:lnTo>
                <a:lnTo>
                  <a:pt x="29" y="187"/>
                </a:lnTo>
                <a:lnTo>
                  <a:pt x="29" y="186"/>
                </a:lnTo>
                <a:lnTo>
                  <a:pt x="29" y="185"/>
                </a:lnTo>
                <a:lnTo>
                  <a:pt x="30" y="185"/>
                </a:lnTo>
                <a:lnTo>
                  <a:pt x="30" y="183"/>
                </a:lnTo>
                <a:lnTo>
                  <a:pt x="30" y="182"/>
                </a:lnTo>
                <a:lnTo>
                  <a:pt x="30" y="181"/>
                </a:lnTo>
                <a:lnTo>
                  <a:pt x="31" y="182"/>
                </a:lnTo>
                <a:lnTo>
                  <a:pt x="32" y="182"/>
                </a:lnTo>
                <a:lnTo>
                  <a:pt x="32" y="183"/>
                </a:lnTo>
                <a:lnTo>
                  <a:pt x="33" y="183"/>
                </a:lnTo>
                <a:lnTo>
                  <a:pt x="33" y="184"/>
                </a:lnTo>
                <a:lnTo>
                  <a:pt x="34" y="184"/>
                </a:lnTo>
                <a:lnTo>
                  <a:pt x="34" y="183"/>
                </a:lnTo>
                <a:lnTo>
                  <a:pt x="34" y="184"/>
                </a:lnTo>
                <a:lnTo>
                  <a:pt x="35" y="184"/>
                </a:lnTo>
                <a:lnTo>
                  <a:pt x="36" y="183"/>
                </a:lnTo>
                <a:lnTo>
                  <a:pt x="37" y="183"/>
                </a:lnTo>
                <a:lnTo>
                  <a:pt x="38" y="183"/>
                </a:lnTo>
                <a:lnTo>
                  <a:pt x="38" y="184"/>
                </a:lnTo>
                <a:lnTo>
                  <a:pt x="38" y="185"/>
                </a:lnTo>
                <a:lnTo>
                  <a:pt x="38" y="187"/>
                </a:lnTo>
                <a:lnTo>
                  <a:pt x="38" y="188"/>
                </a:lnTo>
                <a:lnTo>
                  <a:pt x="39" y="189"/>
                </a:lnTo>
                <a:lnTo>
                  <a:pt x="40" y="190"/>
                </a:lnTo>
                <a:lnTo>
                  <a:pt x="42" y="190"/>
                </a:lnTo>
                <a:lnTo>
                  <a:pt x="42" y="191"/>
                </a:lnTo>
                <a:lnTo>
                  <a:pt x="43" y="192"/>
                </a:lnTo>
                <a:lnTo>
                  <a:pt x="44" y="192"/>
                </a:lnTo>
                <a:lnTo>
                  <a:pt x="44" y="193"/>
                </a:lnTo>
                <a:lnTo>
                  <a:pt x="45" y="193"/>
                </a:lnTo>
                <a:lnTo>
                  <a:pt x="45" y="192"/>
                </a:lnTo>
                <a:lnTo>
                  <a:pt x="46" y="192"/>
                </a:lnTo>
                <a:lnTo>
                  <a:pt x="47" y="192"/>
                </a:lnTo>
                <a:lnTo>
                  <a:pt x="47" y="193"/>
                </a:lnTo>
                <a:lnTo>
                  <a:pt x="48" y="193"/>
                </a:lnTo>
                <a:lnTo>
                  <a:pt x="48" y="194"/>
                </a:lnTo>
                <a:lnTo>
                  <a:pt x="48" y="195"/>
                </a:lnTo>
                <a:lnTo>
                  <a:pt x="49" y="196"/>
                </a:lnTo>
                <a:lnTo>
                  <a:pt x="49" y="197"/>
                </a:lnTo>
                <a:lnTo>
                  <a:pt x="50" y="198"/>
                </a:lnTo>
                <a:lnTo>
                  <a:pt x="51" y="199"/>
                </a:lnTo>
                <a:lnTo>
                  <a:pt x="52" y="200"/>
                </a:lnTo>
                <a:lnTo>
                  <a:pt x="52" y="199"/>
                </a:lnTo>
                <a:lnTo>
                  <a:pt x="53" y="199"/>
                </a:lnTo>
                <a:lnTo>
                  <a:pt x="53" y="197"/>
                </a:lnTo>
                <a:lnTo>
                  <a:pt x="54" y="197"/>
                </a:lnTo>
                <a:lnTo>
                  <a:pt x="55" y="198"/>
                </a:lnTo>
                <a:lnTo>
                  <a:pt x="56" y="198"/>
                </a:lnTo>
                <a:lnTo>
                  <a:pt x="56" y="197"/>
                </a:lnTo>
                <a:lnTo>
                  <a:pt x="56" y="196"/>
                </a:lnTo>
                <a:lnTo>
                  <a:pt x="57" y="197"/>
                </a:lnTo>
                <a:lnTo>
                  <a:pt x="58" y="197"/>
                </a:lnTo>
                <a:lnTo>
                  <a:pt x="59" y="196"/>
                </a:lnTo>
                <a:lnTo>
                  <a:pt x="60" y="195"/>
                </a:lnTo>
                <a:lnTo>
                  <a:pt x="59" y="193"/>
                </a:lnTo>
                <a:lnTo>
                  <a:pt x="58" y="193"/>
                </a:lnTo>
                <a:lnTo>
                  <a:pt x="59" y="192"/>
                </a:lnTo>
                <a:lnTo>
                  <a:pt x="60" y="191"/>
                </a:lnTo>
                <a:lnTo>
                  <a:pt x="60" y="190"/>
                </a:lnTo>
                <a:lnTo>
                  <a:pt x="61" y="190"/>
                </a:lnTo>
                <a:lnTo>
                  <a:pt x="62" y="189"/>
                </a:lnTo>
                <a:lnTo>
                  <a:pt x="63" y="187"/>
                </a:lnTo>
                <a:lnTo>
                  <a:pt x="64" y="186"/>
                </a:lnTo>
                <a:lnTo>
                  <a:pt x="64" y="185"/>
                </a:lnTo>
                <a:lnTo>
                  <a:pt x="65" y="185"/>
                </a:lnTo>
                <a:lnTo>
                  <a:pt x="67" y="183"/>
                </a:lnTo>
                <a:lnTo>
                  <a:pt x="67" y="182"/>
                </a:lnTo>
                <a:lnTo>
                  <a:pt x="67" y="181"/>
                </a:lnTo>
                <a:lnTo>
                  <a:pt x="67" y="180"/>
                </a:lnTo>
                <a:lnTo>
                  <a:pt x="68" y="179"/>
                </a:lnTo>
                <a:lnTo>
                  <a:pt x="69" y="179"/>
                </a:lnTo>
                <a:lnTo>
                  <a:pt x="70" y="180"/>
                </a:lnTo>
                <a:lnTo>
                  <a:pt x="70" y="179"/>
                </a:lnTo>
                <a:lnTo>
                  <a:pt x="71" y="179"/>
                </a:lnTo>
                <a:lnTo>
                  <a:pt x="71" y="180"/>
                </a:lnTo>
                <a:lnTo>
                  <a:pt x="72" y="180"/>
                </a:lnTo>
                <a:lnTo>
                  <a:pt x="73" y="180"/>
                </a:lnTo>
                <a:lnTo>
                  <a:pt x="73" y="181"/>
                </a:lnTo>
                <a:lnTo>
                  <a:pt x="74" y="181"/>
                </a:lnTo>
                <a:lnTo>
                  <a:pt x="74" y="182"/>
                </a:lnTo>
                <a:lnTo>
                  <a:pt x="75" y="182"/>
                </a:lnTo>
                <a:lnTo>
                  <a:pt x="75" y="183"/>
                </a:lnTo>
                <a:lnTo>
                  <a:pt x="78" y="184"/>
                </a:lnTo>
                <a:lnTo>
                  <a:pt x="80" y="185"/>
                </a:lnTo>
                <a:lnTo>
                  <a:pt x="80" y="184"/>
                </a:lnTo>
                <a:lnTo>
                  <a:pt x="81" y="184"/>
                </a:lnTo>
                <a:lnTo>
                  <a:pt x="81" y="185"/>
                </a:lnTo>
                <a:lnTo>
                  <a:pt x="81" y="186"/>
                </a:lnTo>
                <a:lnTo>
                  <a:pt x="82" y="186"/>
                </a:lnTo>
                <a:lnTo>
                  <a:pt x="82" y="187"/>
                </a:lnTo>
                <a:lnTo>
                  <a:pt x="84" y="191"/>
                </a:lnTo>
                <a:lnTo>
                  <a:pt x="84" y="192"/>
                </a:lnTo>
                <a:lnTo>
                  <a:pt x="85" y="192"/>
                </a:lnTo>
                <a:lnTo>
                  <a:pt x="85" y="193"/>
                </a:lnTo>
                <a:lnTo>
                  <a:pt x="86" y="193"/>
                </a:lnTo>
                <a:lnTo>
                  <a:pt x="87" y="193"/>
                </a:lnTo>
                <a:lnTo>
                  <a:pt x="88" y="193"/>
                </a:lnTo>
                <a:lnTo>
                  <a:pt x="89" y="194"/>
                </a:lnTo>
                <a:lnTo>
                  <a:pt x="91" y="195"/>
                </a:lnTo>
                <a:lnTo>
                  <a:pt x="92" y="195"/>
                </a:lnTo>
                <a:lnTo>
                  <a:pt x="93" y="194"/>
                </a:lnTo>
                <a:lnTo>
                  <a:pt x="95" y="194"/>
                </a:lnTo>
                <a:lnTo>
                  <a:pt x="96" y="194"/>
                </a:lnTo>
                <a:lnTo>
                  <a:pt x="97" y="194"/>
                </a:lnTo>
                <a:lnTo>
                  <a:pt x="98" y="193"/>
                </a:lnTo>
                <a:lnTo>
                  <a:pt x="100" y="192"/>
                </a:lnTo>
                <a:lnTo>
                  <a:pt x="101" y="192"/>
                </a:lnTo>
                <a:lnTo>
                  <a:pt x="102" y="192"/>
                </a:lnTo>
                <a:lnTo>
                  <a:pt x="103" y="192"/>
                </a:lnTo>
                <a:lnTo>
                  <a:pt x="104" y="192"/>
                </a:lnTo>
                <a:lnTo>
                  <a:pt x="104" y="191"/>
                </a:lnTo>
                <a:lnTo>
                  <a:pt x="105" y="193"/>
                </a:lnTo>
                <a:lnTo>
                  <a:pt x="106" y="194"/>
                </a:lnTo>
                <a:lnTo>
                  <a:pt x="107" y="194"/>
                </a:lnTo>
                <a:lnTo>
                  <a:pt x="109" y="192"/>
                </a:lnTo>
                <a:lnTo>
                  <a:pt x="109" y="191"/>
                </a:lnTo>
                <a:lnTo>
                  <a:pt x="111" y="191"/>
                </a:lnTo>
                <a:lnTo>
                  <a:pt x="112" y="192"/>
                </a:lnTo>
                <a:lnTo>
                  <a:pt x="113" y="192"/>
                </a:lnTo>
                <a:lnTo>
                  <a:pt x="113" y="193"/>
                </a:lnTo>
                <a:lnTo>
                  <a:pt x="113" y="195"/>
                </a:lnTo>
                <a:lnTo>
                  <a:pt x="113" y="196"/>
                </a:lnTo>
                <a:lnTo>
                  <a:pt x="114" y="197"/>
                </a:lnTo>
                <a:lnTo>
                  <a:pt x="115" y="197"/>
                </a:lnTo>
                <a:lnTo>
                  <a:pt x="116" y="196"/>
                </a:lnTo>
                <a:lnTo>
                  <a:pt x="117" y="196"/>
                </a:lnTo>
                <a:lnTo>
                  <a:pt x="118" y="195"/>
                </a:lnTo>
                <a:lnTo>
                  <a:pt x="118" y="194"/>
                </a:lnTo>
                <a:lnTo>
                  <a:pt x="118" y="193"/>
                </a:lnTo>
                <a:lnTo>
                  <a:pt x="119" y="193"/>
                </a:lnTo>
                <a:lnTo>
                  <a:pt x="120" y="193"/>
                </a:lnTo>
                <a:lnTo>
                  <a:pt x="120" y="192"/>
                </a:lnTo>
                <a:lnTo>
                  <a:pt x="121" y="192"/>
                </a:lnTo>
                <a:lnTo>
                  <a:pt x="121" y="191"/>
                </a:lnTo>
                <a:lnTo>
                  <a:pt x="122" y="191"/>
                </a:lnTo>
                <a:lnTo>
                  <a:pt x="123" y="191"/>
                </a:lnTo>
                <a:lnTo>
                  <a:pt x="123" y="190"/>
                </a:lnTo>
                <a:lnTo>
                  <a:pt x="124" y="190"/>
                </a:lnTo>
                <a:lnTo>
                  <a:pt x="125" y="189"/>
                </a:lnTo>
                <a:lnTo>
                  <a:pt x="126" y="189"/>
                </a:lnTo>
                <a:lnTo>
                  <a:pt x="126" y="188"/>
                </a:lnTo>
                <a:lnTo>
                  <a:pt x="128" y="188"/>
                </a:lnTo>
                <a:lnTo>
                  <a:pt x="129" y="186"/>
                </a:lnTo>
                <a:lnTo>
                  <a:pt x="130" y="186"/>
                </a:lnTo>
                <a:lnTo>
                  <a:pt x="131" y="186"/>
                </a:lnTo>
                <a:lnTo>
                  <a:pt x="130" y="186"/>
                </a:lnTo>
                <a:lnTo>
                  <a:pt x="130" y="185"/>
                </a:lnTo>
                <a:lnTo>
                  <a:pt x="131" y="185"/>
                </a:lnTo>
                <a:lnTo>
                  <a:pt x="132" y="185"/>
                </a:lnTo>
                <a:lnTo>
                  <a:pt x="132" y="184"/>
                </a:lnTo>
                <a:lnTo>
                  <a:pt x="133" y="184"/>
                </a:lnTo>
                <a:lnTo>
                  <a:pt x="134" y="184"/>
                </a:lnTo>
                <a:lnTo>
                  <a:pt x="135" y="185"/>
                </a:lnTo>
                <a:lnTo>
                  <a:pt x="136" y="185"/>
                </a:lnTo>
                <a:lnTo>
                  <a:pt x="136" y="184"/>
                </a:lnTo>
                <a:lnTo>
                  <a:pt x="138" y="184"/>
                </a:lnTo>
                <a:lnTo>
                  <a:pt x="139" y="184"/>
                </a:lnTo>
                <a:lnTo>
                  <a:pt x="140" y="185"/>
                </a:lnTo>
                <a:lnTo>
                  <a:pt x="141" y="185"/>
                </a:lnTo>
                <a:lnTo>
                  <a:pt x="142" y="185"/>
                </a:lnTo>
                <a:lnTo>
                  <a:pt x="142" y="186"/>
                </a:lnTo>
                <a:lnTo>
                  <a:pt x="143" y="186"/>
                </a:lnTo>
                <a:lnTo>
                  <a:pt x="143" y="188"/>
                </a:lnTo>
                <a:lnTo>
                  <a:pt x="143" y="189"/>
                </a:lnTo>
                <a:lnTo>
                  <a:pt x="144" y="189"/>
                </a:lnTo>
                <a:lnTo>
                  <a:pt x="144" y="188"/>
                </a:lnTo>
                <a:lnTo>
                  <a:pt x="144" y="187"/>
                </a:lnTo>
                <a:lnTo>
                  <a:pt x="145" y="187"/>
                </a:lnTo>
                <a:lnTo>
                  <a:pt x="146" y="186"/>
                </a:lnTo>
                <a:lnTo>
                  <a:pt x="146" y="185"/>
                </a:lnTo>
                <a:lnTo>
                  <a:pt x="147" y="184"/>
                </a:lnTo>
                <a:lnTo>
                  <a:pt x="147" y="183"/>
                </a:lnTo>
                <a:lnTo>
                  <a:pt x="147" y="182"/>
                </a:lnTo>
                <a:lnTo>
                  <a:pt x="147" y="181"/>
                </a:lnTo>
                <a:lnTo>
                  <a:pt x="148" y="180"/>
                </a:lnTo>
                <a:lnTo>
                  <a:pt x="148" y="179"/>
                </a:lnTo>
                <a:lnTo>
                  <a:pt x="147" y="178"/>
                </a:lnTo>
                <a:lnTo>
                  <a:pt x="148" y="178"/>
                </a:lnTo>
                <a:lnTo>
                  <a:pt x="148" y="177"/>
                </a:lnTo>
                <a:lnTo>
                  <a:pt x="148" y="176"/>
                </a:lnTo>
                <a:lnTo>
                  <a:pt x="148" y="177"/>
                </a:lnTo>
                <a:lnTo>
                  <a:pt x="149" y="177"/>
                </a:lnTo>
                <a:lnTo>
                  <a:pt x="149" y="176"/>
                </a:lnTo>
                <a:lnTo>
                  <a:pt x="149" y="175"/>
                </a:lnTo>
                <a:lnTo>
                  <a:pt x="150" y="175"/>
                </a:lnTo>
                <a:lnTo>
                  <a:pt x="150" y="174"/>
                </a:lnTo>
                <a:lnTo>
                  <a:pt x="150" y="173"/>
                </a:lnTo>
                <a:lnTo>
                  <a:pt x="149" y="173"/>
                </a:lnTo>
                <a:lnTo>
                  <a:pt x="149" y="172"/>
                </a:lnTo>
                <a:lnTo>
                  <a:pt x="149" y="171"/>
                </a:lnTo>
                <a:lnTo>
                  <a:pt x="148" y="171"/>
                </a:lnTo>
                <a:lnTo>
                  <a:pt x="147" y="171"/>
                </a:lnTo>
                <a:lnTo>
                  <a:pt x="148" y="171"/>
                </a:lnTo>
                <a:lnTo>
                  <a:pt x="148" y="170"/>
                </a:lnTo>
                <a:lnTo>
                  <a:pt x="148" y="169"/>
                </a:lnTo>
                <a:lnTo>
                  <a:pt x="149" y="169"/>
                </a:lnTo>
                <a:lnTo>
                  <a:pt x="148" y="168"/>
                </a:lnTo>
                <a:lnTo>
                  <a:pt x="149" y="168"/>
                </a:lnTo>
                <a:lnTo>
                  <a:pt x="150" y="167"/>
                </a:lnTo>
                <a:lnTo>
                  <a:pt x="151" y="167"/>
                </a:lnTo>
                <a:lnTo>
                  <a:pt x="152" y="165"/>
                </a:lnTo>
                <a:lnTo>
                  <a:pt x="153" y="165"/>
                </a:lnTo>
                <a:lnTo>
                  <a:pt x="154" y="164"/>
                </a:lnTo>
                <a:lnTo>
                  <a:pt x="154" y="163"/>
                </a:lnTo>
                <a:lnTo>
                  <a:pt x="153" y="162"/>
                </a:lnTo>
                <a:lnTo>
                  <a:pt x="154" y="161"/>
                </a:lnTo>
                <a:lnTo>
                  <a:pt x="154" y="160"/>
                </a:lnTo>
                <a:lnTo>
                  <a:pt x="154" y="159"/>
                </a:lnTo>
                <a:lnTo>
                  <a:pt x="154" y="158"/>
                </a:lnTo>
                <a:lnTo>
                  <a:pt x="153" y="157"/>
                </a:lnTo>
                <a:lnTo>
                  <a:pt x="153" y="155"/>
                </a:lnTo>
                <a:lnTo>
                  <a:pt x="154" y="155"/>
                </a:lnTo>
                <a:lnTo>
                  <a:pt x="155" y="154"/>
                </a:lnTo>
                <a:lnTo>
                  <a:pt x="155" y="153"/>
                </a:lnTo>
                <a:lnTo>
                  <a:pt x="156" y="152"/>
                </a:lnTo>
                <a:lnTo>
                  <a:pt x="156" y="153"/>
                </a:lnTo>
                <a:lnTo>
                  <a:pt x="157" y="152"/>
                </a:lnTo>
                <a:lnTo>
                  <a:pt x="158" y="151"/>
                </a:lnTo>
                <a:lnTo>
                  <a:pt x="158" y="150"/>
                </a:lnTo>
                <a:lnTo>
                  <a:pt x="159" y="150"/>
                </a:lnTo>
                <a:lnTo>
                  <a:pt x="160" y="150"/>
                </a:lnTo>
                <a:lnTo>
                  <a:pt x="161" y="149"/>
                </a:lnTo>
                <a:lnTo>
                  <a:pt x="161" y="150"/>
                </a:lnTo>
                <a:lnTo>
                  <a:pt x="162" y="150"/>
                </a:lnTo>
                <a:lnTo>
                  <a:pt x="162" y="149"/>
                </a:lnTo>
                <a:lnTo>
                  <a:pt x="163" y="149"/>
                </a:lnTo>
                <a:lnTo>
                  <a:pt x="164" y="148"/>
                </a:lnTo>
                <a:lnTo>
                  <a:pt x="165" y="148"/>
                </a:lnTo>
                <a:lnTo>
                  <a:pt x="165" y="149"/>
                </a:lnTo>
                <a:lnTo>
                  <a:pt x="166" y="148"/>
                </a:lnTo>
                <a:lnTo>
                  <a:pt x="166" y="147"/>
                </a:lnTo>
                <a:lnTo>
                  <a:pt x="167" y="147"/>
                </a:lnTo>
                <a:lnTo>
                  <a:pt x="167" y="148"/>
                </a:lnTo>
                <a:lnTo>
                  <a:pt x="168" y="148"/>
                </a:lnTo>
                <a:lnTo>
                  <a:pt x="169" y="147"/>
                </a:lnTo>
                <a:lnTo>
                  <a:pt x="170" y="148"/>
                </a:lnTo>
                <a:lnTo>
                  <a:pt x="171" y="148"/>
                </a:lnTo>
                <a:lnTo>
                  <a:pt x="172" y="148"/>
                </a:lnTo>
                <a:lnTo>
                  <a:pt x="173" y="149"/>
                </a:lnTo>
                <a:lnTo>
                  <a:pt x="175" y="150"/>
                </a:lnTo>
                <a:lnTo>
                  <a:pt x="175" y="151"/>
                </a:lnTo>
                <a:lnTo>
                  <a:pt x="175" y="152"/>
                </a:lnTo>
                <a:lnTo>
                  <a:pt x="176" y="152"/>
                </a:lnTo>
                <a:lnTo>
                  <a:pt x="176" y="153"/>
                </a:lnTo>
                <a:lnTo>
                  <a:pt x="177" y="153"/>
                </a:lnTo>
                <a:lnTo>
                  <a:pt x="178" y="153"/>
                </a:lnTo>
                <a:lnTo>
                  <a:pt x="179" y="153"/>
                </a:lnTo>
                <a:lnTo>
                  <a:pt x="180" y="153"/>
                </a:lnTo>
                <a:lnTo>
                  <a:pt x="181" y="153"/>
                </a:lnTo>
                <a:lnTo>
                  <a:pt x="181" y="154"/>
                </a:lnTo>
                <a:lnTo>
                  <a:pt x="181" y="155"/>
                </a:lnTo>
                <a:lnTo>
                  <a:pt x="181" y="156"/>
                </a:lnTo>
                <a:lnTo>
                  <a:pt x="182" y="156"/>
                </a:lnTo>
                <a:lnTo>
                  <a:pt x="182" y="157"/>
                </a:lnTo>
                <a:lnTo>
                  <a:pt x="182" y="158"/>
                </a:lnTo>
                <a:lnTo>
                  <a:pt x="183" y="158"/>
                </a:lnTo>
                <a:lnTo>
                  <a:pt x="183" y="159"/>
                </a:lnTo>
                <a:lnTo>
                  <a:pt x="184" y="159"/>
                </a:lnTo>
                <a:lnTo>
                  <a:pt x="185" y="159"/>
                </a:lnTo>
                <a:lnTo>
                  <a:pt x="185" y="158"/>
                </a:lnTo>
                <a:lnTo>
                  <a:pt x="185" y="157"/>
                </a:lnTo>
                <a:lnTo>
                  <a:pt x="186" y="157"/>
                </a:lnTo>
                <a:lnTo>
                  <a:pt x="187" y="157"/>
                </a:lnTo>
                <a:lnTo>
                  <a:pt x="188" y="157"/>
                </a:lnTo>
                <a:lnTo>
                  <a:pt x="189" y="157"/>
                </a:lnTo>
                <a:lnTo>
                  <a:pt x="191" y="157"/>
                </a:lnTo>
                <a:lnTo>
                  <a:pt x="191" y="156"/>
                </a:lnTo>
                <a:lnTo>
                  <a:pt x="191" y="155"/>
                </a:lnTo>
                <a:lnTo>
                  <a:pt x="191" y="154"/>
                </a:lnTo>
                <a:lnTo>
                  <a:pt x="192" y="154"/>
                </a:lnTo>
                <a:lnTo>
                  <a:pt x="193" y="154"/>
                </a:lnTo>
                <a:lnTo>
                  <a:pt x="194" y="154"/>
                </a:lnTo>
                <a:lnTo>
                  <a:pt x="195" y="153"/>
                </a:lnTo>
                <a:lnTo>
                  <a:pt x="196" y="153"/>
                </a:lnTo>
                <a:lnTo>
                  <a:pt x="197" y="153"/>
                </a:lnTo>
                <a:lnTo>
                  <a:pt x="198" y="153"/>
                </a:lnTo>
                <a:lnTo>
                  <a:pt x="198" y="154"/>
                </a:lnTo>
                <a:lnTo>
                  <a:pt x="199" y="154"/>
                </a:lnTo>
                <a:lnTo>
                  <a:pt x="200" y="154"/>
                </a:lnTo>
                <a:lnTo>
                  <a:pt x="201" y="154"/>
                </a:lnTo>
                <a:lnTo>
                  <a:pt x="202" y="154"/>
                </a:lnTo>
                <a:lnTo>
                  <a:pt x="202" y="155"/>
                </a:lnTo>
                <a:lnTo>
                  <a:pt x="202" y="154"/>
                </a:lnTo>
                <a:lnTo>
                  <a:pt x="203" y="154"/>
                </a:lnTo>
                <a:lnTo>
                  <a:pt x="204" y="153"/>
                </a:lnTo>
                <a:lnTo>
                  <a:pt x="205" y="152"/>
                </a:lnTo>
                <a:lnTo>
                  <a:pt x="205" y="151"/>
                </a:lnTo>
                <a:lnTo>
                  <a:pt x="206" y="151"/>
                </a:lnTo>
                <a:lnTo>
                  <a:pt x="207" y="151"/>
                </a:lnTo>
                <a:lnTo>
                  <a:pt x="208" y="150"/>
                </a:lnTo>
                <a:lnTo>
                  <a:pt x="209" y="150"/>
                </a:lnTo>
                <a:lnTo>
                  <a:pt x="210" y="150"/>
                </a:lnTo>
                <a:lnTo>
                  <a:pt x="210" y="152"/>
                </a:lnTo>
                <a:lnTo>
                  <a:pt x="211" y="152"/>
                </a:lnTo>
                <a:lnTo>
                  <a:pt x="212" y="152"/>
                </a:lnTo>
                <a:lnTo>
                  <a:pt x="214" y="151"/>
                </a:lnTo>
                <a:lnTo>
                  <a:pt x="214" y="150"/>
                </a:lnTo>
                <a:lnTo>
                  <a:pt x="215" y="150"/>
                </a:lnTo>
                <a:lnTo>
                  <a:pt x="216" y="150"/>
                </a:lnTo>
                <a:lnTo>
                  <a:pt x="217" y="150"/>
                </a:lnTo>
                <a:lnTo>
                  <a:pt x="218" y="150"/>
                </a:lnTo>
                <a:lnTo>
                  <a:pt x="219" y="150"/>
                </a:lnTo>
                <a:lnTo>
                  <a:pt x="220" y="150"/>
                </a:lnTo>
                <a:lnTo>
                  <a:pt x="221" y="149"/>
                </a:lnTo>
                <a:lnTo>
                  <a:pt x="222" y="149"/>
                </a:lnTo>
                <a:lnTo>
                  <a:pt x="222" y="148"/>
                </a:lnTo>
                <a:lnTo>
                  <a:pt x="222" y="147"/>
                </a:lnTo>
                <a:lnTo>
                  <a:pt x="223" y="147"/>
                </a:lnTo>
                <a:lnTo>
                  <a:pt x="224" y="147"/>
                </a:lnTo>
                <a:lnTo>
                  <a:pt x="225" y="147"/>
                </a:lnTo>
                <a:lnTo>
                  <a:pt x="226" y="147"/>
                </a:lnTo>
                <a:lnTo>
                  <a:pt x="227" y="147"/>
                </a:lnTo>
                <a:lnTo>
                  <a:pt x="228" y="147"/>
                </a:lnTo>
                <a:lnTo>
                  <a:pt x="231" y="148"/>
                </a:lnTo>
                <a:lnTo>
                  <a:pt x="232" y="148"/>
                </a:lnTo>
                <a:lnTo>
                  <a:pt x="232" y="149"/>
                </a:lnTo>
                <a:lnTo>
                  <a:pt x="233" y="149"/>
                </a:lnTo>
                <a:lnTo>
                  <a:pt x="234" y="149"/>
                </a:lnTo>
                <a:lnTo>
                  <a:pt x="235" y="150"/>
                </a:lnTo>
                <a:lnTo>
                  <a:pt x="235" y="149"/>
                </a:lnTo>
                <a:lnTo>
                  <a:pt x="236" y="149"/>
                </a:lnTo>
                <a:lnTo>
                  <a:pt x="237" y="149"/>
                </a:lnTo>
                <a:lnTo>
                  <a:pt x="238" y="149"/>
                </a:lnTo>
                <a:lnTo>
                  <a:pt x="238" y="148"/>
                </a:lnTo>
                <a:lnTo>
                  <a:pt x="239" y="148"/>
                </a:lnTo>
                <a:lnTo>
                  <a:pt x="240" y="148"/>
                </a:lnTo>
                <a:lnTo>
                  <a:pt x="240" y="147"/>
                </a:lnTo>
                <a:lnTo>
                  <a:pt x="241" y="147"/>
                </a:lnTo>
                <a:lnTo>
                  <a:pt x="242" y="146"/>
                </a:lnTo>
                <a:lnTo>
                  <a:pt x="243" y="146"/>
                </a:lnTo>
                <a:lnTo>
                  <a:pt x="244" y="145"/>
                </a:lnTo>
                <a:lnTo>
                  <a:pt x="245" y="144"/>
                </a:lnTo>
                <a:lnTo>
                  <a:pt x="246" y="144"/>
                </a:lnTo>
                <a:lnTo>
                  <a:pt x="247" y="144"/>
                </a:lnTo>
                <a:lnTo>
                  <a:pt x="247" y="143"/>
                </a:lnTo>
                <a:lnTo>
                  <a:pt x="248" y="143"/>
                </a:lnTo>
                <a:lnTo>
                  <a:pt x="248" y="142"/>
                </a:lnTo>
                <a:lnTo>
                  <a:pt x="247" y="142"/>
                </a:lnTo>
                <a:lnTo>
                  <a:pt x="246" y="142"/>
                </a:lnTo>
                <a:lnTo>
                  <a:pt x="246" y="141"/>
                </a:lnTo>
                <a:lnTo>
                  <a:pt x="247" y="140"/>
                </a:lnTo>
                <a:lnTo>
                  <a:pt x="248" y="139"/>
                </a:lnTo>
                <a:lnTo>
                  <a:pt x="248" y="138"/>
                </a:lnTo>
                <a:lnTo>
                  <a:pt x="248" y="137"/>
                </a:lnTo>
                <a:lnTo>
                  <a:pt x="247" y="137"/>
                </a:lnTo>
                <a:lnTo>
                  <a:pt x="247" y="136"/>
                </a:lnTo>
                <a:lnTo>
                  <a:pt x="247" y="135"/>
                </a:lnTo>
                <a:lnTo>
                  <a:pt x="246" y="135"/>
                </a:lnTo>
                <a:lnTo>
                  <a:pt x="245" y="135"/>
                </a:lnTo>
                <a:lnTo>
                  <a:pt x="245" y="134"/>
                </a:lnTo>
                <a:lnTo>
                  <a:pt x="245" y="133"/>
                </a:lnTo>
                <a:lnTo>
                  <a:pt x="245" y="132"/>
                </a:lnTo>
                <a:lnTo>
                  <a:pt x="245" y="131"/>
                </a:lnTo>
                <a:lnTo>
                  <a:pt x="246" y="131"/>
                </a:lnTo>
                <a:lnTo>
                  <a:pt x="246" y="130"/>
                </a:lnTo>
                <a:lnTo>
                  <a:pt x="247" y="129"/>
                </a:lnTo>
                <a:lnTo>
                  <a:pt x="246" y="128"/>
                </a:lnTo>
                <a:lnTo>
                  <a:pt x="246" y="127"/>
                </a:lnTo>
                <a:lnTo>
                  <a:pt x="246" y="126"/>
                </a:lnTo>
                <a:lnTo>
                  <a:pt x="245" y="126"/>
                </a:lnTo>
                <a:lnTo>
                  <a:pt x="244" y="125"/>
                </a:lnTo>
                <a:lnTo>
                  <a:pt x="244" y="124"/>
                </a:lnTo>
                <a:lnTo>
                  <a:pt x="243" y="124"/>
                </a:lnTo>
                <a:lnTo>
                  <a:pt x="242" y="124"/>
                </a:lnTo>
                <a:lnTo>
                  <a:pt x="241" y="124"/>
                </a:lnTo>
                <a:lnTo>
                  <a:pt x="240" y="124"/>
                </a:lnTo>
                <a:lnTo>
                  <a:pt x="240" y="123"/>
                </a:lnTo>
                <a:lnTo>
                  <a:pt x="239" y="123"/>
                </a:lnTo>
                <a:lnTo>
                  <a:pt x="239" y="122"/>
                </a:lnTo>
                <a:lnTo>
                  <a:pt x="239" y="121"/>
                </a:lnTo>
                <a:lnTo>
                  <a:pt x="240" y="121"/>
                </a:lnTo>
                <a:lnTo>
                  <a:pt x="240" y="120"/>
                </a:lnTo>
                <a:lnTo>
                  <a:pt x="241" y="120"/>
                </a:lnTo>
                <a:lnTo>
                  <a:pt x="241" y="119"/>
                </a:lnTo>
                <a:lnTo>
                  <a:pt x="241" y="118"/>
                </a:lnTo>
                <a:lnTo>
                  <a:pt x="242" y="118"/>
                </a:lnTo>
                <a:lnTo>
                  <a:pt x="241" y="118"/>
                </a:lnTo>
                <a:lnTo>
                  <a:pt x="241" y="117"/>
                </a:lnTo>
                <a:lnTo>
                  <a:pt x="240" y="116"/>
                </a:lnTo>
                <a:lnTo>
                  <a:pt x="240" y="115"/>
                </a:lnTo>
                <a:lnTo>
                  <a:pt x="239" y="115"/>
                </a:lnTo>
                <a:lnTo>
                  <a:pt x="238" y="115"/>
                </a:lnTo>
                <a:lnTo>
                  <a:pt x="238" y="114"/>
                </a:lnTo>
                <a:lnTo>
                  <a:pt x="238" y="113"/>
                </a:lnTo>
                <a:lnTo>
                  <a:pt x="237" y="113"/>
                </a:lnTo>
                <a:lnTo>
                  <a:pt x="237" y="112"/>
                </a:lnTo>
                <a:lnTo>
                  <a:pt x="236" y="112"/>
                </a:lnTo>
                <a:lnTo>
                  <a:pt x="236" y="111"/>
                </a:lnTo>
                <a:lnTo>
                  <a:pt x="235" y="111"/>
                </a:lnTo>
                <a:lnTo>
                  <a:pt x="235" y="110"/>
                </a:lnTo>
                <a:lnTo>
                  <a:pt x="234" y="110"/>
                </a:lnTo>
                <a:lnTo>
                  <a:pt x="234" y="109"/>
                </a:lnTo>
                <a:lnTo>
                  <a:pt x="233" y="109"/>
                </a:lnTo>
                <a:lnTo>
                  <a:pt x="232" y="109"/>
                </a:lnTo>
                <a:lnTo>
                  <a:pt x="231" y="108"/>
                </a:lnTo>
                <a:lnTo>
                  <a:pt x="229" y="108"/>
                </a:lnTo>
                <a:lnTo>
                  <a:pt x="228" y="108"/>
                </a:lnTo>
                <a:lnTo>
                  <a:pt x="228" y="107"/>
                </a:lnTo>
                <a:lnTo>
                  <a:pt x="227" y="107"/>
                </a:lnTo>
                <a:lnTo>
                  <a:pt x="227" y="108"/>
                </a:lnTo>
                <a:lnTo>
                  <a:pt x="225" y="108"/>
                </a:lnTo>
                <a:lnTo>
                  <a:pt x="224" y="108"/>
                </a:lnTo>
                <a:lnTo>
                  <a:pt x="223" y="109"/>
                </a:lnTo>
                <a:lnTo>
                  <a:pt x="222" y="110"/>
                </a:lnTo>
                <a:lnTo>
                  <a:pt x="220" y="110"/>
                </a:lnTo>
                <a:lnTo>
                  <a:pt x="220" y="111"/>
                </a:lnTo>
                <a:lnTo>
                  <a:pt x="219" y="111"/>
                </a:lnTo>
                <a:lnTo>
                  <a:pt x="219" y="112"/>
                </a:lnTo>
                <a:lnTo>
                  <a:pt x="219" y="113"/>
                </a:lnTo>
                <a:lnTo>
                  <a:pt x="220" y="113"/>
                </a:lnTo>
                <a:lnTo>
                  <a:pt x="220" y="114"/>
                </a:lnTo>
                <a:lnTo>
                  <a:pt x="219" y="114"/>
                </a:lnTo>
                <a:lnTo>
                  <a:pt x="219" y="113"/>
                </a:lnTo>
                <a:lnTo>
                  <a:pt x="218" y="113"/>
                </a:lnTo>
                <a:lnTo>
                  <a:pt x="218" y="112"/>
                </a:lnTo>
                <a:lnTo>
                  <a:pt x="217" y="112"/>
                </a:lnTo>
                <a:lnTo>
                  <a:pt x="217" y="113"/>
                </a:lnTo>
                <a:lnTo>
                  <a:pt x="216" y="113"/>
                </a:lnTo>
                <a:lnTo>
                  <a:pt x="216" y="112"/>
                </a:lnTo>
                <a:lnTo>
                  <a:pt x="215" y="112"/>
                </a:lnTo>
                <a:lnTo>
                  <a:pt x="215" y="113"/>
                </a:lnTo>
                <a:lnTo>
                  <a:pt x="215" y="114"/>
                </a:lnTo>
                <a:lnTo>
                  <a:pt x="214" y="113"/>
                </a:lnTo>
                <a:lnTo>
                  <a:pt x="214" y="112"/>
                </a:lnTo>
                <a:lnTo>
                  <a:pt x="214" y="111"/>
                </a:lnTo>
                <a:lnTo>
                  <a:pt x="213" y="111"/>
                </a:lnTo>
                <a:lnTo>
                  <a:pt x="213" y="110"/>
                </a:lnTo>
                <a:lnTo>
                  <a:pt x="212" y="110"/>
                </a:lnTo>
                <a:lnTo>
                  <a:pt x="211" y="110"/>
                </a:lnTo>
                <a:lnTo>
                  <a:pt x="211" y="111"/>
                </a:lnTo>
                <a:lnTo>
                  <a:pt x="210" y="111"/>
                </a:lnTo>
                <a:lnTo>
                  <a:pt x="210" y="110"/>
                </a:lnTo>
                <a:lnTo>
                  <a:pt x="209" y="110"/>
                </a:lnTo>
                <a:lnTo>
                  <a:pt x="208" y="111"/>
                </a:lnTo>
                <a:lnTo>
                  <a:pt x="207" y="112"/>
                </a:lnTo>
                <a:lnTo>
                  <a:pt x="206" y="112"/>
                </a:lnTo>
                <a:lnTo>
                  <a:pt x="205" y="112"/>
                </a:lnTo>
                <a:lnTo>
                  <a:pt x="205" y="111"/>
                </a:lnTo>
                <a:lnTo>
                  <a:pt x="206" y="110"/>
                </a:lnTo>
                <a:lnTo>
                  <a:pt x="205" y="110"/>
                </a:lnTo>
                <a:lnTo>
                  <a:pt x="204" y="109"/>
                </a:lnTo>
                <a:lnTo>
                  <a:pt x="204" y="108"/>
                </a:lnTo>
                <a:lnTo>
                  <a:pt x="204" y="107"/>
                </a:lnTo>
                <a:lnTo>
                  <a:pt x="204" y="106"/>
                </a:lnTo>
                <a:lnTo>
                  <a:pt x="205" y="105"/>
                </a:lnTo>
                <a:lnTo>
                  <a:pt x="205" y="104"/>
                </a:lnTo>
                <a:lnTo>
                  <a:pt x="205" y="103"/>
                </a:lnTo>
                <a:lnTo>
                  <a:pt x="206" y="103"/>
                </a:lnTo>
                <a:lnTo>
                  <a:pt x="206" y="102"/>
                </a:lnTo>
                <a:lnTo>
                  <a:pt x="206" y="101"/>
                </a:lnTo>
                <a:lnTo>
                  <a:pt x="207" y="100"/>
                </a:lnTo>
                <a:lnTo>
                  <a:pt x="206" y="100"/>
                </a:lnTo>
                <a:lnTo>
                  <a:pt x="205" y="99"/>
                </a:lnTo>
                <a:lnTo>
                  <a:pt x="205" y="98"/>
                </a:lnTo>
                <a:lnTo>
                  <a:pt x="204" y="99"/>
                </a:lnTo>
                <a:lnTo>
                  <a:pt x="203" y="99"/>
                </a:lnTo>
                <a:lnTo>
                  <a:pt x="202" y="98"/>
                </a:lnTo>
                <a:lnTo>
                  <a:pt x="202" y="97"/>
                </a:lnTo>
                <a:lnTo>
                  <a:pt x="202" y="96"/>
                </a:lnTo>
                <a:lnTo>
                  <a:pt x="201" y="96"/>
                </a:lnTo>
                <a:lnTo>
                  <a:pt x="201" y="95"/>
                </a:lnTo>
                <a:lnTo>
                  <a:pt x="201" y="94"/>
                </a:lnTo>
                <a:lnTo>
                  <a:pt x="201" y="93"/>
                </a:lnTo>
                <a:lnTo>
                  <a:pt x="200" y="93"/>
                </a:lnTo>
                <a:lnTo>
                  <a:pt x="199" y="93"/>
                </a:lnTo>
                <a:lnTo>
                  <a:pt x="198" y="93"/>
                </a:lnTo>
                <a:lnTo>
                  <a:pt x="198" y="92"/>
                </a:lnTo>
                <a:lnTo>
                  <a:pt x="198" y="91"/>
                </a:lnTo>
                <a:lnTo>
                  <a:pt x="197" y="90"/>
                </a:lnTo>
                <a:lnTo>
                  <a:pt x="196" y="90"/>
                </a:lnTo>
                <a:lnTo>
                  <a:pt x="196" y="91"/>
                </a:lnTo>
                <a:lnTo>
                  <a:pt x="196" y="92"/>
                </a:lnTo>
                <a:lnTo>
                  <a:pt x="197" y="92"/>
                </a:lnTo>
                <a:lnTo>
                  <a:pt x="197" y="93"/>
                </a:lnTo>
                <a:lnTo>
                  <a:pt x="195" y="93"/>
                </a:lnTo>
                <a:lnTo>
                  <a:pt x="194" y="93"/>
                </a:lnTo>
                <a:lnTo>
                  <a:pt x="193" y="93"/>
                </a:lnTo>
                <a:lnTo>
                  <a:pt x="193" y="94"/>
                </a:lnTo>
                <a:lnTo>
                  <a:pt x="193" y="95"/>
                </a:lnTo>
                <a:lnTo>
                  <a:pt x="193" y="96"/>
                </a:lnTo>
                <a:lnTo>
                  <a:pt x="193" y="97"/>
                </a:lnTo>
                <a:lnTo>
                  <a:pt x="192" y="97"/>
                </a:lnTo>
                <a:lnTo>
                  <a:pt x="191" y="96"/>
                </a:lnTo>
                <a:lnTo>
                  <a:pt x="190" y="96"/>
                </a:lnTo>
                <a:lnTo>
                  <a:pt x="189" y="96"/>
                </a:lnTo>
                <a:lnTo>
                  <a:pt x="188" y="95"/>
                </a:lnTo>
                <a:lnTo>
                  <a:pt x="188" y="94"/>
                </a:lnTo>
                <a:lnTo>
                  <a:pt x="187" y="94"/>
                </a:lnTo>
                <a:lnTo>
                  <a:pt x="187" y="93"/>
                </a:lnTo>
                <a:lnTo>
                  <a:pt x="186" y="92"/>
                </a:lnTo>
                <a:lnTo>
                  <a:pt x="186" y="93"/>
                </a:lnTo>
                <a:lnTo>
                  <a:pt x="186" y="92"/>
                </a:lnTo>
                <a:lnTo>
                  <a:pt x="185" y="92"/>
                </a:lnTo>
                <a:lnTo>
                  <a:pt x="184" y="93"/>
                </a:lnTo>
                <a:lnTo>
                  <a:pt x="185" y="93"/>
                </a:lnTo>
                <a:lnTo>
                  <a:pt x="184" y="93"/>
                </a:lnTo>
                <a:lnTo>
                  <a:pt x="184" y="91"/>
                </a:lnTo>
                <a:lnTo>
                  <a:pt x="185" y="90"/>
                </a:lnTo>
                <a:lnTo>
                  <a:pt x="185" y="88"/>
                </a:lnTo>
                <a:lnTo>
                  <a:pt x="185" y="87"/>
                </a:lnTo>
                <a:lnTo>
                  <a:pt x="185" y="86"/>
                </a:lnTo>
                <a:lnTo>
                  <a:pt x="185" y="85"/>
                </a:lnTo>
                <a:lnTo>
                  <a:pt x="184" y="84"/>
                </a:lnTo>
                <a:lnTo>
                  <a:pt x="184" y="83"/>
                </a:lnTo>
                <a:lnTo>
                  <a:pt x="185" y="83"/>
                </a:lnTo>
                <a:lnTo>
                  <a:pt x="185" y="82"/>
                </a:lnTo>
                <a:lnTo>
                  <a:pt x="185" y="81"/>
                </a:lnTo>
                <a:lnTo>
                  <a:pt x="184" y="80"/>
                </a:lnTo>
                <a:lnTo>
                  <a:pt x="183" y="80"/>
                </a:lnTo>
                <a:lnTo>
                  <a:pt x="182" y="80"/>
                </a:lnTo>
                <a:lnTo>
                  <a:pt x="182" y="79"/>
                </a:lnTo>
                <a:lnTo>
                  <a:pt x="181" y="79"/>
                </a:lnTo>
                <a:lnTo>
                  <a:pt x="181" y="78"/>
                </a:lnTo>
                <a:lnTo>
                  <a:pt x="182" y="78"/>
                </a:lnTo>
                <a:lnTo>
                  <a:pt x="182" y="77"/>
                </a:lnTo>
                <a:lnTo>
                  <a:pt x="182" y="76"/>
                </a:lnTo>
                <a:lnTo>
                  <a:pt x="181" y="76"/>
                </a:lnTo>
                <a:lnTo>
                  <a:pt x="182" y="75"/>
                </a:lnTo>
                <a:lnTo>
                  <a:pt x="183" y="74"/>
                </a:lnTo>
                <a:lnTo>
                  <a:pt x="183" y="73"/>
                </a:lnTo>
                <a:lnTo>
                  <a:pt x="183" y="72"/>
                </a:lnTo>
                <a:lnTo>
                  <a:pt x="183" y="71"/>
                </a:lnTo>
                <a:lnTo>
                  <a:pt x="184" y="71"/>
                </a:lnTo>
                <a:lnTo>
                  <a:pt x="185" y="71"/>
                </a:lnTo>
                <a:lnTo>
                  <a:pt x="186" y="71"/>
                </a:lnTo>
                <a:lnTo>
                  <a:pt x="187" y="71"/>
                </a:lnTo>
                <a:lnTo>
                  <a:pt x="186" y="70"/>
                </a:lnTo>
                <a:lnTo>
                  <a:pt x="187" y="70"/>
                </a:lnTo>
                <a:lnTo>
                  <a:pt x="188" y="70"/>
                </a:lnTo>
                <a:lnTo>
                  <a:pt x="188" y="69"/>
                </a:lnTo>
                <a:lnTo>
                  <a:pt x="188" y="68"/>
                </a:lnTo>
                <a:lnTo>
                  <a:pt x="188" y="67"/>
                </a:lnTo>
                <a:lnTo>
                  <a:pt x="189" y="67"/>
                </a:lnTo>
                <a:lnTo>
                  <a:pt x="189" y="66"/>
                </a:lnTo>
                <a:lnTo>
                  <a:pt x="189" y="65"/>
                </a:lnTo>
                <a:lnTo>
                  <a:pt x="189" y="64"/>
                </a:lnTo>
                <a:lnTo>
                  <a:pt x="190" y="64"/>
                </a:lnTo>
                <a:lnTo>
                  <a:pt x="191" y="64"/>
                </a:lnTo>
                <a:lnTo>
                  <a:pt x="192" y="63"/>
                </a:lnTo>
                <a:lnTo>
                  <a:pt x="192" y="62"/>
                </a:lnTo>
                <a:lnTo>
                  <a:pt x="193" y="62"/>
                </a:lnTo>
                <a:lnTo>
                  <a:pt x="194" y="61"/>
                </a:lnTo>
                <a:lnTo>
                  <a:pt x="194" y="63"/>
                </a:lnTo>
                <a:lnTo>
                  <a:pt x="194" y="64"/>
                </a:lnTo>
                <a:lnTo>
                  <a:pt x="195" y="64"/>
                </a:lnTo>
                <a:lnTo>
                  <a:pt x="196" y="63"/>
                </a:lnTo>
                <a:lnTo>
                  <a:pt x="197" y="63"/>
                </a:lnTo>
                <a:lnTo>
                  <a:pt x="197" y="62"/>
                </a:lnTo>
                <a:lnTo>
                  <a:pt x="198" y="63"/>
                </a:lnTo>
                <a:lnTo>
                  <a:pt x="199" y="63"/>
                </a:lnTo>
                <a:lnTo>
                  <a:pt x="200" y="63"/>
                </a:lnTo>
                <a:lnTo>
                  <a:pt x="201" y="63"/>
                </a:lnTo>
                <a:lnTo>
                  <a:pt x="202" y="63"/>
                </a:lnTo>
                <a:lnTo>
                  <a:pt x="203" y="63"/>
                </a:lnTo>
                <a:lnTo>
                  <a:pt x="203" y="62"/>
                </a:lnTo>
                <a:lnTo>
                  <a:pt x="203" y="63"/>
                </a:lnTo>
                <a:lnTo>
                  <a:pt x="204" y="63"/>
                </a:lnTo>
                <a:lnTo>
                  <a:pt x="205" y="63"/>
                </a:lnTo>
                <a:lnTo>
                  <a:pt x="206" y="64"/>
                </a:lnTo>
                <a:lnTo>
                  <a:pt x="206" y="63"/>
                </a:lnTo>
                <a:lnTo>
                  <a:pt x="207" y="63"/>
                </a:lnTo>
                <a:lnTo>
                  <a:pt x="208" y="63"/>
                </a:lnTo>
                <a:lnTo>
                  <a:pt x="208" y="62"/>
                </a:lnTo>
                <a:lnTo>
                  <a:pt x="207" y="61"/>
                </a:lnTo>
                <a:lnTo>
                  <a:pt x="207" y="59"/>
                </a:lnTo>
                <a:lnTo>
                  <a:pt x="206" y="58"/>
                </a:lnTo>
                <a:lnTo>
                  <a:pt x="206" y="57"/>
                </a:lnTo>
                <a:lnTo>
                  <a:pt x="207" y="56"/>
                </a:lnTo>
                <a:lnTo>
                  <a:pt x="208" y="56"/>
                </a:lnTo>
                <a:lnTo>
                  <a:pt x="210" y="55"/>
                </a:lnTo>
                <a:lnTo>
                  <a:pt x="211" y="55"/>
                </a:lnTo>
                <a:lnTo>
                  <a:pt x="211" y="54"/>
                </a:lnTo>
                <a:lnTo>
                  <a:pt x="210" y="53"/>
                </a:lnTo>
                <a:lnTo>
                  <a:pt x="210" y="52"/>
                </a:lnTo>
                <a:lnTo>
                  <a:pt x="211" y="52"/>
                </a:lnTo>
                <a:lnTo>
                  <a:pt x="212" y="52"/>
                </a:lnTo>
                <a:lnTo>
                  <a:pt x="212" y="51"/>
                </a:lnTo>
                <a:lnTo>
                  <a:pt x="212" y="50"/>
                </a:lnTo>
                <a:lnTo>
                  <a:pt x="213" y="49"/>
                </a:lnTo>
                <a:lnTo>
                  <a:pt x="213" y="47"/>
                </a:lnTo>
                <a:lnTo>
                  <a:pt x="213" y="46"/>
                </a:lnTo>
                <a:lnTo>
                  <a:pt x="214" y="47"/>
                </a:lnTo>
                <a:lnTo>
                  <a:pt x="214" y="48"/>
                </a:lnTo>
                <a:lnTo>
                  <a:pt x="216" y="49"/>
                </a:lnTo>
                <a:lnTo>
                  <a:pt x="216" y="48"/>
                </a:lnTo>
                <a:lnTo>
                  <a:pt x="217" y="48"/>
                </a:lnTo>
                <a:lnTo>
                  <a:pt x="218" y="50"/>
                </a:lnTo>
                <a:lnTo>
                  <a:pt x="219" y="51"/>
                </a:lnTo>
                <a:lnTo>
                  <a:pt x="219" y="52"/>
                </a:lnTo>
                <a:lnTo>
                  <a:pt x="218" y="52"/>
                </a:lnTo>
                <a:lnTo>
                  <a:pt x="218" y="51"/>
                </a:lnTo>
                <a:lnTo>
                  <a:pt x="218" y="52"/>
                </a:lnTo>
                <a:lnTo>
                  <a:pt x="219" y="52"/>
                </a:lnTo>
                <a:lnTo>
                  <a:pt x="220" y="52"/>
                </a:lnTo>
                <a:lnTo>
                  <a:pt x="219" y="53"/>
                </a:lnTo>
                <a:lnTo>
                  <a:pt x="220" y="54"/>
                </a:lnTo>
                <a:lnTo>
                  <a:pt x="220" y="53"/>
                </a:lnTo>
                <a:lnTo>
                  <a:pt x="221" y="54"/>
                </a:lnTo>
                <a:lnTo>
                  <a:pt x="222" y="54"/>
                </a:lnTo>
                <a:lnTo>
                  <a:pt x="223" y="54"/>
                </a:lnTo>
                <a:lnTo>
                  <a:pt x="224" y="55"/>
                </a:lnTo>
                <a:lnTo>
                  <a:pt x="224" y="56"/>
                </a:lnTo>
                <a:lnTo>
                  <a:pt x="224" y="57"/>
                </a:lnTo>
                <a:lnTo>
                  <a:pt x="225" y="57"/>
                </a:lnTo>
                <a:lnTo>
                  <a:pt x="225" y="58"/>
                </a:lnTo>
                <a:lnTo>
                  <a:pt x="225" y="59"/>
                </a:lnTo>
                <a:lnTo>
                  <a:pt x="226" y="60"/>
                </a:lnTo>
                <a:lnTo>
                  <a:pt x="227" y="60"/>
                </a:lnTo>
                <a:lnTo>
                  <a:pt x="228" y="60"/>
                </a:lnTo>
                <a:lnTo>
                  <a:pt x="228" y="59"/>
                </a:lnTo>
                <a:lnTo>
                  <a:pt x="227" y="59"/>
                </a:lnTo>
                <a:lnTo>
                  <a:pt x="228" y="59"/>
                </a:lnTo>
                <a:lnTo>
                  <a:pt x="229" y="59"/>
                </a:lnTo>
                <a:lnTo>
                  <a:pt x="231" y="59"/>
                </a:lnTo>
                <a:lnTo>
                  <a:pt x="232" y="59"/>
                </a:lnTo>
                <a:lnTo>
                  <a:pt x="232" y="60"/>
                </a:lnTo>
                <a:lnTo>
                  <a:pt x="233" y="60"/>
                </a:lnTo>
                <a:lnTo>
                  <a:pt x="233" y="61"/>
                </a:lnTo>
                <a:lnTo>
                  <a:pt x="233" y="62"/>
                </a:lnTo>
                <a:lnTo>
                  <a:pt x="234" y="63"/>
                </a:lnTo>
                <a:lnTo>
                  <a:pt x="234" y="64"/>
                </a:lnTo>
                <a:lnTo>
                  <a:pt x="234" y="65"/>
                </a:lnTo>
                <a:lnTo>
                  <a:pt x="235" y="66"/>
                </a:lnTo>
                <a:lnTo>
                  <a:pt x="236" y="66"/>
                </a:lnTo>
                <a:lnTo>
                  <a:pt x="237" y="66"/>
                </a:lnTo>
                <a:lnTo>
                  <a:pt x="237" y="67"/>
                </a:lnTo>
                <a:lnTo>
                  <a:pt x="238" y="67"/>
                </a:lnTo>
                <a:lnTo>
                  <a:pt x="239" y="67"/>
                </a:lnTo>
                <a:lnTo>
                  <a:pt x="239" y="68"/>
                </a:lnTo>
                <a:lnTo>
                  <a:pt x="240" y="69"/>
                </a:lnTo>
                <a:lnTo>
                  <a:pt x="241" y="69"/>
                </a:lnTo>
                <a:lnTo>
                  <a:pt x="242" y="69"/>
                </a:lnTo>
                <a:lnTo>
                  <a:pt x="242" y="70"/>
                </a:lnTo>
                <a:lnTo>
                  <a:pt x="242" y="69"/>
                </a:lnTo>
                <a:lnTo>
                  <a:pt x="243" y="69"/>
                </a:lnTo>
                <a:lnTo>
                  <a:pt x="244" y="69"/>
                </a:lnTo>
                <a:lnTo>
                  <a:pt x="244" y="70"/>
                </a:lnTo>
                <a:lnTo>
                  <a:pt x="244" y="71"/>
                </a:lnTo>
                <a:lnTo>
                  <a:pt x="245" y="72"/>
                </a:lnTo>
                <a:lnTo>
                  <a:pt x="245" y="73"/>
                </a:lnTo>
                <a:lnTo>
                  <a:pt x="246" y="74"/>
                </a:lnTo>
                <a:lnTo>
                  <a:pt x="247" y="75"/>
                </a:lnTo>
                <a:lnTo>
                  <a:pt x="248" y="76"/>
                </a:lnTo>
                <a:lnTo>
                  <a:pt x="249" y="76"/>
                </a:lnTo>
                <a:lnTo>
                  <a:pt x="250" y="75"/>
                </a:lnTo>
                <a:lnTo>
                  <a:pt x="250" y="76"/>
                </a:lnTo>
                <a:lnTo>
                  <a:pt x="251" y="76"/>
                </a:lnTo>
                <a:lnTo>
                  <a:pt x="252" y="75"/>
                </a:lnTo>
                <a:lnTo>
                  <a:pt x="251" y="75"/>
                </a:lnTo>
                <a:lnTo>
                  <a:pt x="251" y="74"/>
                </a:lnTo>
                <a:lnTo>
                  <a:pt x="251" y="73"/>
                </a:lnTo>
                <a:lnTo>
                  <a:pt x="251" y="72"/>
                </a:lnTo>
                <a:lnTo>
                  <a:pt x="251" y="71"/>
                </a:lnTo>
                <a:lnTo>
                  <a:pt x="251" y="70"/>
                </a:lnTo>
                <a:lnTo>
                  <a:pt x="252" y="69"/>
                </a:lnTo>
                <a:lnTo>
                  <a:pt x="252" y="68"/>
                </a:lnTo>
                <a:lnTo>
                  <a:pt x="252" y="67"/>
                </a:lnTo>
                <a:lnTo>
                  <a:pt x="253" y="66"/>
                </a:lnTo>
                <a:lnTo>
                  <a:pt x="254" y="66"/>
                </a:lnTo>
                <a:lnTo>
                  <a:pt x="254" y="67"/>
                </a:lnTo>
                <a:lnTo>
                  <a:pt x="255" y="67"/>
                </a:lnTo>
                <a:lnTo>
                  <a:pt x="256" y="67"/>
                </a:lnTo>
                <a:lnTo>
                  <a:pt x="256" y="68"/>
                </a:lnTo>
                <a:lnTo>
                  <a:pt x="256" y="67"/>
                </a:lnTo>
                <a:lnTo>
                  <a:pt x="257" y="67"/>
                </a:lnTo>
                <a:lnTo>
                  <a:pt x="259" y="69"/>
                </a:lnTo>
                <a:lnTo>
                  <a:pt x="260" y="69"/>
                </a:lnTo>
                <a:lnTo>
                  <a:pt x="259" y="69"/>
                </a:lnTo>
                <a:lnTo>
                  <a:pt x="259" y="70"/>
                </a:lnTo>
                <a:lnTo>
                  <a:pt x="260" y="70"/>
                </a:lnTo>
                <a:lnTo>
                  <a:pt x="261" y="70"/>
                </a:lnTo>
                <a:lnTo>
                  <a:pt x="262" y="69"/>
                </a:lnTo>
                <a:lnTo>
                  <a:pt x="262" y="70"/>
                </a:lnTo>
                <a:lnTo>
                  <a:pt x="263" y="70"/>
                </a:lnTo>
                <a:lnTo>
                  <a:pt x="263" y="69"/>
                </a:lnTo>
                <a:lnTo>
                  <a:pt x="262" y="68"/>
                </a:lnTo>
                <a:lnTo>
                  <a:pt x="261" y="67"/>
                </a:lnTo>
                <a:lnTo>
                  <a:pt x="261" y="66"/>
                </a:lnTo>
                <a:lnTo>
                  <a:pt x="260" y="66"/>
                </a:lnTo>
                <a:lnTo>
                  <a:pt x="260" y="65"/>
                </a:lnTo>
                <a:lnTo>
                  <a:pt x="259" y="65"/>
                </a:lnTo>
                <a:lnTo>
                  <a:pt x="259" y="64"/>
                </a:lnTo>
                <a:lnTo>
                  <a:pt x="260" y="63"/>
                </a:lnTo>
                <a:lnTo>
                  <a:pt x="260" y="64"/>
                </a:lnTo>
                <a:lnTo>
                  <a:pt x="261" y="64"/>
                </a:lnTo>
                <a:lnTo>
                  <a:pt x="262" y="64"/>
                </a:lnTo>
                <a:lnTo>
                  <a:pt x="262" y="65"/>
                </a:lnTo>
                <a:lnTo>
                  <a:pt x="263" y="65"/>
                </a:lnTo>
                <a:lnTo>
                  <a:pt x="263" y="66"/>
                </a:lnTo>
                <a:lnTo>
                  <a:pt x="263" y="67"/>
                </a:lnTo>
                <a:lnTo>
                  <a:pt x="264" y="67"/>
                </a:lnTo>
                <a:lnTo>
                  <a:pt x="265" y="66"/>
                </a:lnTo>
                <a:lnTo>
                  <a:pt x="265" y="65"/>
                </a:lnTo>
                <a:lnTo>
                  <a:pt x="265" y="66"/>
                </a:lnTo>
                <a:lnTo>
                  <a:pt x="264" y="66"/>
                </a:lnTo>
                <a:lnTo>
                  <a:pt x="264" y="65"/>
                </a:lnTo>
                <a:lnTo>
                  <a:pt x="263" y="65"/>
                </a:lnTo>
                <a:lnTo>
                  <a:pt x="263" y="64"/>
                </a:lnTo>
                <a:lnTo>
                  <a:pt x="262" y="64"/>
                </a:lnTo>
                <a:lnTo>
                  <a:pt x="262" y="63"/>
                </a:lnTo>
                <a:lnTo>
                  <a:pt x="262" y="62"/>
                </a:lnTo>
                <a:lnTo>
                  <a:pt x="262" y="61"/>
                </a:lnTo>
                <a:lnTo>
                  <a:pt x="263" y="61"/>
                </a:lnTo>
                <a:lnTo>
                  <a:pt x="263" y="60"/>
                </a:lnTo>
                <a:lnTo>
                  <a:pt x="263" y="58"/>
                </a:lnTo>
                <a:lnTo>
                  <a:pt x="263" y="57"/>
                </a:lnTo>
                <a:lnTo>
                  <a:pt x="264" y="57"/>
                </a:lnTo>
                <a:lnTo>
                  <a:pt x="264" y="56"/>
                </a:lnTo>
                <a:lnTo>
                  <a:pt x="265" y="56"/>
                </a:lnTo>
                <a:lnTo>
                  <a:pt x="265" y="55"/>
                </a:lnTo>
                <a:lnTo>
                  <a:pt x="264" y="55"/>
                </a:lnTo>
                <a:lnTo>
                  <a:pt x="264" y="54"/>
                </a:lnTo>
                <a:lnTo>
                  <a:pt x="264" y="53"/>
                </a:lnTo>
                <a:lnTo>
                  <a:pt x="264" y="52"/>
                </a:lnTo>
                <a:lnTo>
                  <a:pt x="263" y="52"/>
                </a:lnTo>
                <a:lnTo>
                  <a:pt x="263" y="51"/>
                </a:lnTo>
                <a:lnTo>
                  <a:pt x="262" y="51"/>
                </a:lnTo>
                <a:lnTo>
                  <a:pt x="262" y="50"/>
                </a:lnTo>
                <a:lnTo>
                  <a:pt x="262" y="49"/>
                </a:lnTo>
                <a:lnTo>
                  <a:pt x="261" y="48"/>
                </a:lnTo>
                <a:lnTo>
                  <a:pt x="260" y="47"/>
                </a:lnTo>
                <a:lnTo>
                  <a:pt x="259" y="47"/>
                </a:lnTo>
                <a:lnTo>
                  <a:pt x="259" y="46"/>
                </a:lnTo>
                <a:lnTo>
                  <a:pt x="259" y="45"/>
                </a:lnTo>
                <a:lnTo>
                  <a:pt x="258" y="45"/>
                </a:lnTo>
                <a:lnTo>
                  <a:pt x="258" y="44"/>
                </a:lnTo>
                <a:lnTo>
                  <a:pt x="258" y="43"/>
                </a:lnTo>
                <a:lnTo>
                  <a:pt x="259" y="43"/>
                </a:lnTo>
                <a:lnTo>
                  <a:pt x="259" y="42"/>
                </a:lnTo>
                <a:lnTo>
                  <a:pt x="258" y="42"/>
                </a:lnTo>
                <a:lnTo>
                  <a:pt x="258" y="41"/>
                </a:lnTo>
                <a:lnTo>
                  <a:pt x="259" y="41"/>
                </a:lnTo>
                <a:lnTo>
                  <a:pt x="259" y="40"/>
                </a:lnTo>
                <a:lnTo>
                  <a:pt x="260" y="40"/>
                </a:lnTo>
                <a:lnTo>
                  <a:pt x="259" y="40"/>
                </a:lnTo>
                <a:lnTo>
                  <a:pt x="260" y="39"/>
                </a:lnTo>
                <a:lnTo>
                  <a:pt x="260" y="40"/>
                </a:lnTo>
                <a:lnTo>
                  <a:pt x="261" y="41"/>
                </a:lnTo>
                <a:lnTo>
                  <a:pt x="262" y="42"/>
                </a:lnTo>
                <a:lnTo>
                  <a:pt x="263" y="43"/>
                </a:lnTo>
                <a:lnTo>
                  <a:pt x="264" y="43"/>
                </a:lnTo>
                <a:lnTo>
                  <a:pt x="264" y="44"/>
                </a:lnTo>
                <a:lnTo>
                  <a:pt x="265" y="44"/>
                </a:lnTo>
                <a:lnTo>
                  <a:pt x="265" y="45"/>
                </a:lnTo>
                <a:lnTo>
                  <a:pt x="265" y="46"/>
                </a:lnTo>
                <a:lnTo>
                  <a:pt x="266" y="46"/>
                </a:lnTo>
                <a:lnTo>
                  <a:pt x="267" y="46"/>
                </a:lnTo>
                <a:lnTo>
                  <a:pt x="268" y="47"/>
                </a:lnTo>
                <a:lnTo>
                  <a:pt x="268" y="48"/>
                </a:lnTo>
                <a:lnTo>
                  <a:pt x="268" y="49"/>
                </a:lnTo>
                <a:lnTo>
                  <a:pt x="268" y="51"/>
                </a:lnTo>
                <a:lnTo>
                  <a:pt x="269" y="52"/>
                </a:lnTo>
                <a:lnTo>
                  <a:pt x="270" y="53"/>
                </a:lnTo>
                <a:lnTo>
                  <a:pt x="271" y="53"/>
                </a:lnTo>
                <a:lnTo>
                  <a:pt x="271" y="54"/>
                </a:lnTo>
                <a:lnTo>
                  <a:pt x="272" y="54"/>
                </a:lnTo>
                <a:lnTo>
                  <a:pt x="273" y="55"/>
                </a:lnTo>
                <a:lnTo>
                  <a:pt x="273" y="56"/>
                </a:lnTo>
                <a:lnTo>
                  <a:pt x="273" y="57"/>
                </a:lnTo>
                <a:lnTo>
                  <a:pt x="274" y="57"/>
                </a:lnTo>
                <a:lnTo>
                  <a:pt x="275" y="57"/>
                </a:lnTo>
                <a:lnTo>
                  <a:pt x="275" y="56"/>
                </a:lnTo>
                <a:lnTo>
                  <a:pt x="276" y="56"/>
                </a:lnTo>
                <a:lnTo>
                  <a:pt x="276" y="57"/>
                </a:lnTo>
                <a:lnTo>
                  <a:pt x="276" y="58"/>
                </a:lnTo>
                <a:lnTo>
                  <a:pt x="276" y="59"/>
                </a:lnTo>
                <a:lnTo>
                  <a:pt x="275" y="59"/>
                </a:lnTo>
                <a:lnTo>
                  <a:pt x="274" y="59"/>
                </a:lnTo>
                <a:lnTo>
                  <a:pt x="274" y="58"/>
                </a:lnTo>
                <a:lnTo>
                  <a:pt x="273" y="58"/>
                </a:lnTo>
                <a:lnTo>
                  <a:pt x="273" y="59"/>
                </a:lnTo>
                <a:lnTo>
                  <a:pt x="274" y="60"/>
                </a:lnTo>
                <a:lnTo>
                  <a:pt x="275" y="60"/>
                </a:lnTo>
                <a:lnTo>
                  <a:pt x="275" y="62"/>
                </a:lnTo>
                <a:lnTo>
                  <a:pt x="274" y="62"/>
                </a:lnTo>
                <a:lnTo>
                  <a:pt x="274" y="63"/>
                </a:lnTo>
                <a:lnTo>
                  <a:pt x="273" y="63"/>
                </a:lnTo>
                <a:lnTo>
                  <a:pt x="273" y="62"/>
                </a:lnTo>
                <a:lnTo>
                  <a:pt x="272" y="63"/>
                </a:lnTo>
                <a:lnTo>
                  <a:pt x="272" y="64"/>
                </a:lnTo>
                <a:lnTo>
                  <a:pt x="272" y="65"/>
                </a:lnTo>
                <a:lnTo>
                  <a:pt x="273" y="65"/>
                </a:lnTo>
                <a:lnTo>
                  <a:pt x="273" y="67"/>
                </a:lnTo>
                <a:lnTo>
                  <a:pt x="273" y="68"/>
                </a:lnTo>
                <a:lnTo>
                  <a:pt x="272" y="69"/>
                </a:lnTo>
                <a:lnTo>
                  <a:pt x="271" y="70"/>
                </a:lnTo>
                <a:lnTo>
                  <a:pt x="270" y="71"/>
                </a:lnTo>
                <a:lnTo>
                  <a:pt x="268" y="71"/>
                </a:lnTo>
                <a:lnTo>
                  <a:pt x="268" y="72"/>
                </a:lnTo>
                <a:lnTo>
                  <a:pt x="268" y="73"/>
                </a:lnTo>
                <a:lnTo>
                  <a:pt x="268" y="74"/>
                </a:lnTo>
                <a:lnTo>
                  <a:pt x="268" y="75"/>
                </a:lnTo>
                <a:lnTo>
                  <a:pt x="269" y="75"/>
                </a:lnTo>
                <a:lnTo>
                  <a:pt x="270" y="74"/>
                </a:lnTo>
                <a:lnTo>
                  <a:pt x="270" y="75"/>
                </a:lnTo>
                <a:lnTo>
                  <a:pt x="271" y="74"/>
                </a:lnTo>
                <a:lnTo>
                  <a:pt x="271" y="73"/>
                </a:lnTo>
                <a:lnTo>
                  <a:pt x="270" y="73"/>
                </a:lnTo>
                <a:lnTo>
                  <a:pt x="270" y="72"/>
                </a:lnTo>
                <a:lnTo>
                  <a:pt x="271" y="72"/>
                </a:lnTo>
                <a:lnTo>
                  <a:pt x="272" y="73"/>
                </a:lnTo>
                <a:lnTo>
                  <a:pt x="273" y="73"/>
                </a:lnTo>
                <a:lnTo>
                  <a:pt x="274" y="73"/>
                </a:lnTo>
                <a:lnTo>
                  <a:pt x="274" y="74"/>
                </a:lnTo>
                <a:lnTo>
                  <a:pt x="274" y="75"/>
                </a:lnTo>
                <a:lnTo>
                  <a:pt x="275" y="75"/>
                </a:lnTo>
                <a:lnTo>
                  <a:pt x="276" y="75"/>
                </a:lnTo>
                <a:lnTo>
                  <a:pt x="276" y="76"/>
                </a:lnTo>
                <a:lnTo>
                  <a:pt x="276" y="75"/>
                </a:lnTo>
                <a:lnTo>
                  <a:pt x="277" y="75"/>
                </a:lnTo>
                <a:lnTo>
                  <a:pt x="277" y="74"/>
                </a:lnTo>
                <a:lnTo>
                  <a:pt x="277" y="75"/>
                </a:lnTo>
                <a:lnTo>
                  <a:pt x="278" y="75"/>
                </a:lnTo>
                <a:lnTo>
                  <a:pt x="279" y="75"/>
                </a:lnTo>
                <a:lnTo>
                  <a:pt x="280" y="76"/>
                </a:lnTo>
                <a:lnTo>
                  <a:pt x="280" y="77"/>
                </a:lnTo>
                <a:lnTo>
                  <a:pt x="280" y="78"/>
                </a:lnTo>
                <a:lnTo>
                  <a:pt x="281" y="78"/>
                </a:lnTo>
                <a:lnTo>
                  <a:pt x="282" y="78"/>
                </a:lnTo>
                <a:lnTo>
                  <a:pt x="283" y="77"/>
                </a:lnTo>
                <a:lnTo>
                  <a:pt x="284" y="77"/>
                </a:lnTo>
                <a:lnTo>
                  <a:pt x="285" y="77"/>
                </a:lnTo>
                <a:lnTo>
                  <a:pt x="285" y="74"/>
                </a:lnTo>
                <a:lnTo>
                  <a:pt x="284" y="74"/>
                </a:lnTo>
                <a:lnTo>
                  <a:pt x="284" y="73"/>
                </a:lnTo>
                <a:lnTo>
                  <a:pt x="283" y="71"/>
                </a:lnTo>
                <a:lnTo>
                  <a:pt x="283" y="70"/>
                </a:lnTo>
                <a:lnTo>
                  <a:pt x="283" y="69"/>
                </a:lnTo>
                <a:lnTo>
                  <a:pt x="283" y="68"/>
                </a:lnTo>
                <a:lnTo>
                  <a:pt x="284" y="68"/>
                </a:lnTo>
                <a:lnTo>
                  <a:pt x="285" y="67"/>
                </a:lnTo>
                <a:lnTo>
                  <a:pt x="286" y="67"/>
                </a:lnTo>
                <a:lnTo>
                  <a:pt x="288" y="67"/>
                </a:lnTo>
                <a:lnTo>
                  <a:pt x="288" y="66"/>
                </a:lnTo>
                <a:lnTo>
                  <a:pt x="287" y="65"/>
                </a:lnTo>
                <a:lnTo>
                  <a:pt x="286" y="65"/>
                </a:lnTo>
                <a:lnTo>
                  <a:pt x="286" y="64"/>
                </a:lnTo>
                <a:lnTo>
                  <a:pt x="285" y="63"/>
                </a:lnTo>
                <a:lnTo>
                  <a:pt x="285" y="62"/>
                </a:lnTo>
                <a:lnTo>
                  <a:pt x="286" y="62"/>
                </a:lnTo>
                <a:lnTo>
                  <a:pt x="287" y="62"/>
                </a:lnTo>
                <a:lnTo>
                  <a:pt x="288" y="61"/>
                </a:lnTo>
                <a:lnTo>
                  <a:pt x="288" y="60"/>
                </a:lnTo>
                <a:lnTo>
                  <a:pt x="288" y="61"/>
                </a:lnTo>
                <a:lnTo>
                  <a:pt x="288" y="60"/>
                </a:lnTo>
                <a:lnTo>
                  <a:pt x="288" y="61"/>
                </a:lnTo>
                <a:lnTo>
                  <a:pt x="289" y="61"/>
                </a:lnTo>
                <a:lnTo>
                  <a:pt x="289" y="62"/>
                </a:lnTo>
                <a:lnTo>
                  <a:pt x="289" y="63"/>
                </a:lnTo>
                <a:lnTo>
                  <a:pt x="290" y="64"/>
                </a:lnTo>
                <a:lnTo>
                  <a:pt x="291" y="64"/>
                </a:lnTo>
                <a:lnTo>
                  <a:pt x="291" y="63"/>
                </a:lnTo>
                <a:lnTo>
                  <a:pt x="292" y="63"/>
                </a:lnTo>
                <a:lnTo>
                  <a:pt x="292" y="62"/>
                </a:lnTo>
                <a:lnTo>
                  <a:pt x="292" y="61"/>
                </a:lnTo>
                <a:lnTo>
                  <a:pt x="295" y="61"/>
                </a:lnTo>
                <a:lnTo>
                  <a:pt x="296" y="60"/>
                </a:lnTo>
                <a:lnTo>
                  <a:pt x="296" y="59"/>
                </a:lnTo>
                <a:lnTo>
                  <a:pt x="296" y="58"/>
                </a:lnTo>
                <a:lnTo>
                  <a:pt x="295" y="58"/>
                </a:lnTo>
                <a:lnTo>
                  <a:pt x="296" y="57"/>
                </a:lnTo>
                <a:lnTo>
                  <a:pt x="297" y="54"/>
                </a:lnTo>
                <a:lnTo>
                  <a:pt x="297" y="53"/>
                </a:lnTo>
                <a:lnTo>
                  <a:pt x="296" y="53"/>
                </a:lnTo>
                <a:lnTo>
                  <a:pt x="295" y="54"/>
                </a:lnTo>
                <a:lnTo>
                  <a:pt x="294" y="53"/>
                </a:lnTo>
                <a:lnTo>
                  <a:pt x="294" y="52"/>
                </a:lnTo>
                <a:lnTo>
                  <a:pt x="295" y="52"/>
                </a:lnTo>
                <a:lnTo>
                  <a:pt x="295" y="51"/>
                </a:lnTo>
                <a:lnTo>
                  <a:pt x="294" y="50"/>
                </a:lnTo>
                <a:lnTo>
                  <a:pt x="293" y="50"/>
                </a:lnTo>
                <a:lnTo>
                  <a:pt x="292" y="49"/>
                </a:lnTo>
                <a:lnTo>
                  <a:pt x="292" y="48"/>
                </a:lnTo>
                <a:lnTo>
                  <a:pt x="292" y="47"/>
                </a:lnTo>
                <a:lnTo>
                  <a:pt x="292" y="46"/>
                </a:lnTo>
                <a:lnTo>
                  <a:pt x="293" y="45"/>
                </a:lnTo>
                <a:lnTo>
                  <a:pt x="293" y="44"/>
                </a:lnTo>
                <a:lnTo>
                  <a:pt x="295" y="44"/>
                </a:lnTo>
                <a:lnTo>
                  <a:pt x="295" y="45"/>
                </a:lnTo>
                <a:lnTo>
                  <a:pt x="296" y="45"/>
                </a:lnTo>
                <a:lnTo>
                  <a:pt x="296" y="44"/>
                </a:lnTo>
                <a:lnTo>
                  <a:pt x="297" y="43"/>
                </a:lnTo>
                <a:lnTo>
                  <a:pt x="298" y="43"/>
                </a:lnTo>
                <a:lnTo>
                  <a:pt x="299" y="43"/>
                </a:lnTo>
                <a:lnTo>
                  <a:pt x="300" y="42"/>
                </a:lnTo>
                <a:lnTo>
                  <a:pt x="301" y="42"/>
                </a:lnTo>
                <a:lnTo>
                  <a:pt x="302" y="43"/>
                </a:lnTo>
                <a:lnTo>
                  <a:pt x="302" y="44"/>
                </a:lnTo>
                <a:lnTo>
                  <a:pt x="303" y="45"/>
                </a:lnTo>
                <a:lnTo>
                  <a:pt x="303" y="46"/>
                </a:lnTo>
                <a:lnTo>
                  <a:pt x="304" y="46"/>
                </a:lnTo>
                <a:lnTo>
                  <a:pt x="305" y="45"/>
                </a:lnTo>
                <a:lnTo>
                  <a:pt x="305" y="46"/>
                </a:lnTo>
                <a:lnTo>
                  <a:pt x="307" y="46"/>
                </a:lnTo>
                <a:lnTo>
                  <a:pt x="307" y="45"/>
                </a:lnTo>
                <a:lnTo>
                  <a:pt x="307" y="44"/>
                </a:lnTo>
                <a:lnTo>
                  <a:pt x="306" y="44"/>
                </a:lnTo>
                <a:lnTo>
                  <a:pt x="306" y="43"/>
                </a:lnTo>
                <a:lnTo>
                  <a:pt x="306" y="42"/>
                </a:lnTo>
                <a:lnTo>
                  <a:pt x="306" y="41"/>
                </a:lnTo>
                <a:lnTo>
                  <a:pt x="307" y="40"/>
                </a:lnTo>
                <a:lnTo>
                  <a:pt x="306" y="40"/>
                </a:lnTo>
                <a:lnTo>
                  <a:pt x="306" y="39"/>
                </a:lnTo>
                <a:lnTo>
                  <a:pt x="306" y="38"/>
                </a:lnTo>
                <a:lnTo>
                  <a:pt x="306" y="37"/>
                </a:lnTo>
                <a:lnTo>
                  <a:pt x="308" y="37"/>
                </a:lnTo>
                <a:lnTo>
                  <a:pt x="309" y="37"/>
                </a:lnTo>
                <a:lnTo>
                  <a:pt x="309" y="36"/>
                </a:lnTo>
                <a:lnTo>
                  <a:pt x="309" y="35"/>
                </a:lnTo>
                <a:lnTo>
                  <a:pt x="309" y="34"/>
                </a:lnTo>
                <a:lnTo>
                  <a:pt x="311" y="34"/>
                </a:lnTo>
                <a:lnTo>
                  <a:pt x="311" y="35"/>
                </a:lnTo>
                <a:lnTo>
                  <a:pt x="311" y="36"/>
                </a:lnTo>
                <a:lnTo>
                  <a:pt x="312" y="36"/>
                </a:lnTo>
                <a:lnTo>
                  <a:pt x="312" y="35"/>
                </a:lnTo>
                <a:lnTo>
                  <a:pt x="312" y="34"/>
                </a:lnTo>
                <a:lnTo>
                  <a:pt x="312" y="33"/>
                </a:lnTo>
                <a:lnTo>
                  <a:pt x="313" y="33"/>
                </a:lnTo>
                <a:lnTo>
                  <a:pt x="314" y="33"/>
                </a:lnTo>
                <a:lnTo>
                  <a:pt x="314" y="34"/>
                </a:lnTo>
                <a:lnTo>
                  <a:pt x="314" y="35"/>
                </a:lnTo>
                <a:lnTo>
                  <a:pt x="313" y="35"/>
                </a:lnTo>
                <a:lnTo>
                  <a:pt x="313" y="36"/>
                </a:lnTo>
                <a:lnTo>
                  <a:pt x="314" y="36"/>
                </a:lnTo>
                <a:lnTo>
                  <a:pt x="315" y="35"/>
                </a:lnTo>
                <a:lnTo>
                  <a:pt x="316" y="34"/>
                </a:lnTo>
                <a:lnTo>
                  <a:pt x="316" y="33"/>
                </a:lnTo>
                <a:lnTo>
                  <a:pt x="318" y="33"/>
                </a:lnTo>
                <a:lnTo>
                  <a:pt x="319" y="33"/>
                </a:lnTo>
                <a:lnTo>
                  <a:pt x="320" y="34"/>
                </a:lnTo>
                <a:lnTo>
                  <a:pt x="320" y="35"/>
                </a:lnTo>
                <a:lnTo>
                  <a:pt x="321" y="35"/>
                </a:lnTo>
                <a:lnTo>
                  <a:pt x="321" y="34"/>
                </a:lnTo>
                <a:lnTo>
                  <a:pt x="322" y="34"/>
                </a:lnTo>
                <a:lnTo>
                  <a:pt x="323" y="34"/>
                </a:lnTo>
                <a:lnTo>
                  <a:pt x="324" y="34"/>
                </a:lnTo>
                <a:lnTo>
                  <a:pt x="324" y="33"/>
                </a:lnTo>
                <a:lnTo>
                  <a:pt x="325" y="33"/>
                </a:lnTo>
                <a:lnTo>
                  <a:pt x="325" y="34"/>
                </a:lnTo>
                <a:lnTo>
                  <a:pt x="325" y="35"/>
                </a:lnTo>
                <a:lnTo>
                  <a:pt x="326" y="36"/>
                </a:lnTo>
                <a:lnTo>
                  <a:pt x="325" y="37"/>
                </a:lnTo>
                <a:lnTo>
                  <a:pt x="325" y="38"/>
                </a:lnTo>
                <a:lnTo>
                  <a:pt x="325" y="39"/>
                </a:lnTo>
                <a:lnTo>
                  <a:pt x="326" y="39"/>
                </a:lnTo>
                <a:lnTo>
                  <a:pt x="327" y="39"/>
                </a:lnTo>
                <a:lnTo>
                  <a:pt x="328" y="39"/>
                </a:lnTo>
                <a:lnTo>
                  <a:pt x="328" y="40"/>
                </a:lnTo>
                <a:lnTo>
                  <a:pt x="327" y="40"/>
                </a:lnTo>
                <a:lnTo>
                  <a:pt x="327" y="41"/>
                </a:lnTo>
                <a:lnTo>
                  <a:pt x="326" y="41"/>
                </a:lnTo>
                <a:lnTo>
                  <a:pt x="326" y="42"/>
                </a:lnTo>
                <a:lnTo>
                  <a:pt x="327" y="43"/>
                </a:lnTo>
                <a:lnTo>
                  <a:pt x="327" y="44"/>
                </a:lnTo>
                <a:lnTo>
                  <a:pt x="327" y="45"/>
                </a:lnTo>
                <a:lnTo>
                  <a:pt x="328" y="46"/>
                </a:lnTo>
                <a:lnTo>
                  <a:pt x="329" y="47"/>
                </a:lnTo>
                <a:lnTo>
                  <a:pt x="330" y="47"/>
                </a:lnTo>
                <a:lnTo>
                  <a:pt x="330" y="46"/>
                </a:lnTo>
                <a:lnTo>
                  <a:pt x="330" y="45"/>
                </a:lnTo>
                <a:lnTo>
                  <a:pt x="330" y="43"/>
                </a:lnTo>
                <a:lnTo>
                  <a:pt x="331" y="43"/>
                </a:lnTo>
                <a:lnTo>
                  <a:pt x="331" y="44"/>
                </a:lnTo>
                <a:lnTo>
                  <a:pt x="332" y="43"/>
                </a:lnTo>
                <a:lnTo>
                  <a:pt x="333" y="43"/>
                </a:lnTo>
                <a:lnTo>
                  <a:pt x="334" y="43"/>
                </a:lnTo>
                <a:lnTo>
                  <a:pt x="334" y="42"/>
                </a:lnTo>
                <a:lnTo>
                  <a:pt x="335" y="42"/>
                </a:lnTo>
                <a:lnTo>
                  <a:pt x="336" y="42"/>
                </a:lnTo>
                <a:lnTo>
                  <a:pt x="337" y="42"/>
                </a:lnTo>
                <a:lnTo>
                  <a:pt x="338" y="42"/>
                </a:lnTo>
                <a:lnTo>
                  <a:pt x="338" y="41"/>
                </a:lnTo>
                <a:lnTo>
                  <a:pt x="337" y="41"/>
                </a:lnTo>
                <a:lnTo>
                  <a:pt x="338" y="41"/>
                </a:lnTo>
                <a:lnTo>
                  <a:pt x="338" y="40"/>
                </a:lnTo>
                <a:lnTo>
                  <a:pt x="339" y="40"/>
                </a:lnTo>
                <a:lnTo>
                  <a:pt x="338" y="40"/>
                </a:lnTo>
                <a:lnTo>
                  <a:pt x="338" y="39"/>
                </a:lnTo>
                <a:lnTo>
                  <a:pt x="337" y="39"/>
                </a:lnTo>
                <a:lnTo>
                  <a:pt x="337" y="38"/>
                </a:lnTo>
                <a:lnTo>
                  <a:pt x="338" y="38"/>
                </a:lnTo>
                <a:lnTo>
                  <a:pt x="340" y="38"/>
                </a:lnTo>
                <a:lnTo>
                  <a:pt x="341" y="38"/>
                </a:lnTo>
                <a:lnTo>
                  <a:pt x="342" y="37"/>
                </a:lnTo>
                <a:lnTo>
                  <a:pt x="343" y="37"/>
                </a:lnTo>
                <a:lnTo>
                  <a:pt x="343" y="36"/>
                </a:lnTo>
                <a:lnTo>
                  <a:pt x="343" y="35"/>
                </a:lnTo>
                <a:lnTo>
                  <a:pt x="343" y="34"/>
                </a:lnTo>
                <a:lnTo>
                  <a:pt x="344" y="34"/>
                </a:lnTo>
                <a:lnTo>
                  <a:pt x="345" y="34"/>
                </a:lnTo>
                <a:lnTo>
                  <a:pt x="345" y="33"/>
                </a:lnTo>
                <a:lnTo>
                  <a:pt x="345" y="32"/>
                </a:lnTo>
                <a:lnTo>
                  <a:pt x="345" y="31"/>
                </a:lnTo>
                <a:lnTo>
                  <a:pt x="345" y="30"/>
                </a:lnTo>
                <a:lnTo>
                  <a:pt x="346" y="29"/>
                </a:lnTo>
                <a:lnTo>
                  <a:pt x="347" y="28"/>
                </a:lnTo>
                <a:lnTo>
                  <a:pt x="347" y="27"/>
                </a:lnTo>
                <a:lnTo>
                  <a:pt x="346" y="27"/>
                </a:lnTo>
                <a:lnTo>
                  <a:pt x="345" y="27"/>
                </a:lnTo>
                <a:lnTo>
                  <a:pt x="345" y="26"/>
                </a:lnTo>
                <a:lnTo>
                  <a:pt x="344" y="26"/>
                </a:lnTo>
                <a:lnTo>
                  <a:pt x="344" y="25"/>
                </a:lnTo>
                <a:lnTo>
                  <a:pt x="344" y="24"/>
                </a:lnTo>
                <a:lnTo>
                  <a:pt x="343" y="24"/>
                </a:lnTo>
                <a:lnTo>
                  <a:pt x="343" y="23"/>
                </a:lnTo>
                <a:lnTo>
                  <a:pt x="342" y="23"/>
                </a:lnTo>
                <a:lnTo>
                  <a:pt x="341" y="23"/>
                </a:lnTo>
                <a:lnTo>
                  <a:pt x="340" y="22"/>
                </a:lnTo>
                <a:lnTo>
                  <a:pt x="340" y="21"/>
                </a:lnTo>
                <a:lnTo>
                  <a:pt x="341" y="19"/>
                </a:lnTo>
                <a:lnTo>
                  <a:pt x="342" y="19"/>
                </a:lnTo>
                <a:lnTo>
                  <a:pt x="343" y="19"/>
                </a:lnTo>
                <a:lnTo>
                  <a:pt x="343" y="18"/>
                </a:lnTo>
                <a:lnTo>
                  <a:pt x="343" y="17"/>
                </a:lnTo>
                <a:lnTo>
                  <a:pt x="343" y="16"/>
                </a:lnTo>
                <a:lnTo>
                  <a:pt x="342" y="16"/>
                </a:lnTo>
                <a:lnTo>
                  <a:pt x="341" y="15"/>
                </a:lnTo>
                <a:lnTo>
                  <a:pt x="341" y="14"/>
                </a:lnTo>
                <a:lnTo>
                  <a:pt x="341" y="13"/>
                </a:lnTo>
                <a:lnTo>
                  <a:pt x="341" y="12"/>
                </a:lnTo>
                <a:lnTo>
                  <a:pt x="342" y="13"/>
                </a:lnTo>
                <a:lnTo>
                  <a:pt x="342" y="12"/>
                </a:lnTo>
                <a:lnTo>
                  <a:pt x="343" y="13"/>
                </a:lnTo>
                <a:lnTo>
                  <a:pt x="344" y="13"/>
                </a:lnTo>
                <a:lnTo>
                  <a:pt x="345" y="13"/>
                </a:lnTo>
                <a:lnTo>
                  <a:pt x="345" y="12"/>
                </a:lnTo>
                <a:lnTo>
                  <a:pt x="345" y="11"/>
                </a:lnTo>
                <a:lnTo>
                  <a:pt x="345" y="10"/>
                </a:lnTo>
                <a:lnTo>
                  <a:pt x="346" y="10"/>
                </a:lnTo>
                <a:lnTo>
                  <a:pt x="346" y="9"/>
                </a:lnTo>
                <a:lnTo>
                  <a:pt x="345" y="8"/>
                </a:lnTo>
                <a:lnTo>
                  <a:pt x="344" y="8"/>
                </a:lnTo>
                <a:lnTo>
                  <a:pt x="344" y="7"/>
                </a:lnTo>
                <a:lnTo>
                  <a:pt x="344" y="6"/>
                </a:lnTo>
                <a:lnTo>
                  <a:pt x="344" y="5"/>
                </a:lnTo>
                <a:lnTo>
                  <a:pt x="344" y="4"/>
                </a:lnTo>
                <a:lnTo>
                  <a:pt x="343" y="4"/>
                </a:lnTo>
                <a:lnTo>
                  <a:pt x="344" y="4"/>
                </a:lnTo>
                <a:lnTo>
                  <a:pt x="344" y="3"/>
                </a:lnTo>
                <a:lnTo>
                  <a:pt x="345" y="3"/>
                </a:lnTo>
                <a:lnTo>
                  <a:pt x="346" y="3"/>
                </a:lnTo>
                <a:lnTo>
                  <a:pt x="346" y="2"/>
                </a:lnTo>
                <a:lnTo>
                  <a:pt x="347" y="2"/>
                </a:lnTo>
                <a:lnTo>
                  <a:pt x="347" y="1"/>
                </a:lnTo>
                <a:lnTo>
                  <a:pt x="348" y="2"/>
                </a:lnTo>
                <a:lnTo>
                  <a:pt x="349" y="2"/>
                </a:lnTo>
                <a:lnTo>
                  <a:pt x="349" y="4"/>
                </a:lnTo>
                <a:lnTo>
                  <a:pt x="350" y="5"/>
                </a:lnTo>
                <a:lnTo>
                  <a:pt x="351" y="5"/>
                </a:lnTo>
                <a:lnTo>
                  <a:pt x="351" y="4"/>
                </a:lnTo>
                <a:lnTo>
                  <a:pt x="352" y="4"/>
                </a:lnTo>
                <a:lnTo>
                  <a:pt x="354" y="2"/>
                </a:lnTo>
                <a:lnTo>
                  <a:pt x="355" y="2"/>
                </a:lnTo>
                <a:lnTo>
                  <a:pt x="356" y="1"/>
                </a:lnTo>
                <a:lnTo>
                  <a:pt x="357" y="1"/>
                </a:lnTo>
                <a:lnTo>
                  <a:pt x="357" y="0"/>
                </a:lnTo>
                <a:lnTo>
                  <a:pt x="358" y="0"/>
                </a:lnTo>
                <a:lnTo>
                  <a:pt x="359" y="0"/>
                </a:lnTo>
                <a:lnTo>
                  <a:pt x="359" y="2"/>
                </a:lnTo>
                <a:close/>
              </a:path>
            </a:pathLst>
          </a:custGeom>
          <a:solidFill>
            <a:srgbClr val="E9F6EA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8" name=""/>
          <p:cNvSpPr/>
          <p:nvPr/>
        </p:nvSpPr>
        <p:spPr>
          <a:xfrm>
            <a:off x="1553400" y="4059000"/>
            <a:ext cx="281520" cy="298080"/>
          </a:xfrm>
          <a:custGeom>
            <a:avLst/>
            <a:gdLst/>
            <a:ahLst/>
            <a:rect l="0" t="0" r="r" b="b"/>
            <a:pathLst>
              <a:path w="782" h="828">
                <a:moveTo>
                  <a:pt x="143" y="1"/>
                </a:moveTo>
                <a:lnTo>
                  <a:pt x="143" y="2"/>
                </a:lnTo>
                <a:lnTo>
                  <a:pt x="144" y="2"/>
                </a:lnTo>
                <a:lnTo>
                  <a:pt x="144" y="3"/>
                </a:lnTo>
                <a:lnTo>
                  <a:pt x="143" y="4"/>
                </a:lnTo>
                <a:lnTo>
                  <a:pt x="143" y="5"/>
                </a:lnTo>
                <a:lnTo>
                  <a:pt x="143" y="8"/>
                </a:lnTo>
                <a:lnTo>
                  <a:pt x="143" y="9"/>
                </a:lnTo>
                <a:lnTo>
                  <a:pt x="143" y="10"/>
                </a:lnTo>
                <a:lnTo>
                  <a:pt x="143" y="11"/>
                </a:lnTo>
                <a:lnTo>
                  <a:pt x="143" y="12"/>
                </a:lnTo>
                <a:lnTo>
                  <a:pt x="144" y="13"/>
                </a:lnTo>
                <a:lnTo>
                  <a:pt x="143" y="14"/>
                </a:lnTo>
                <a:lnTo>
                  <a:pt x="143" y="15"/>
                </a:lnTo>
                <a:lnTo>
                  <a:pt x="143" y="16"/>
                </a:lnTo>
                <a:lnTo>
                  <a:pt x="143" y="17"/>
                </a:lnTo>
                <a:lnTo>
                  <a:pt x="144" y="18"/>
                </a:lnTo>
                <a:lnTo>
                  <a:pt x="144" y="20"/>
                </a:lnTo>
                <a:lnTo>
                  <a:pt x="144" y="21"/>
                </a:lnTo>
                <a:lnTo>
                  <a:pt x="144" y="22"/>
                </a:lnTo>
                <a:lnTo>
                  <a:pt x="144" y="24"/>
                </a:lnTo>
                <a:lnTo>
                  <a:pt x="144" y="25"/>
                </a:lnTo>
                <a:lnTo>
                  <a:pt x="144" y="26"/>
                </a:lnTo>
                <a:lnTo>
                  <a:pt x="145" y="26"/>
                </a:lnTo>
                <a:lnTo>
                  <a:pt x="144" y="26"/>
                </a:lnTo>
                <a:lnTo>
                  <a:pt x="144" y="27"/>
                </a:lnTo>
                <a:lnTo>
                  <a:pt x="144" y="28"/>
                </a:lnTo>
                <a:lnTo>
                  <a:pt x="145" y="28"/>
                </a:lnTo>
                <a:lnTo>
                  <a:pt x="145" y="29"/>
                </a:lnTo>
                <a:lnTo>
                  <a:pt x="144" y="30"/>
                </a:lnTo>
                <a:lnTo>
                  <a:pt x="145" y="32"/>
                </a:lnTo>
                <a:lnTo>
                  <a:pt x="144" y="34"/>
                </a:lnTo>
                <a:lnTo>
                  <a:pt x="143" y="35"/>
                </a:lnTo>
                <a:lnTo>
                  <a:pt x="143" y="36"/>
                </a:lnTo>
                <a:lnTo>
                  <a:pt x="143" y="37"/>
                </a:lnTo>
                <a:lnTo>
                  <a:pt x="143" y="38"/>
                </a:lnTo>
                <a:lnTo>
                  <a:pt x="142" y="39"/>
                </a:lnTo>
                <a:lnTo>
                  <a:pt x="142" y="40"/>
                </a:lnTo>
                <a:lnTo>
                  <a:pt x="143" y="40"/>
                </a:lnTo>
                <a:lnTo>
                  <a:pt x="142" y="41"/>
                </a:lnTo>
                <a:lnTo>
                  <a:pt x="142" y="42"/>
                </a:lnTo>
                <a:lnTo>
                  <a:pt x="143" y="44"/>
                </a:lnTo>
                <a:lnTo>
                  <a:pt x="143" y="45"/>
                </a:lnTo>
                <a:lnTo>
                  <a:pt x="144" y="46"/>
                </a:lnTo>
                <a:lnTo>
                  <a:pt x="143" y="47"/>
                </a:lnTo>
                <a:lnTo>
                  <a:pt x="143" y="48"/>
                </a:lnTo>
                <a:lnTo>
                  <a:pt x="144" y="48"/>
                </a:lnTo>
                <a:lnTo>
                  <a:pt x="144" y="49"/>
                </a:lnTo>
                <a:lnTo>
                  <a:pt x="145" y="51"/>
                </a:lnTo>
                <a:lnTo>
                  <a:pt x="145" y="52"/>
                </a:lnTo>
                <a:lnTo>
                  <a:pt x="145" y="53"/>
                </a:lnTo>
                <a:lnTo>
                  <a:pt x="144" y="54"/>
                </a:lnTo>
                <a:lnTo>
                  <a:pt x="145" y="55"/>
                </a:lnTo>
                <a:lnTo>
                  <a:pt x="146" y="56"/>
                </a:lnTo>
                <a:lnTo>
                  <a:pt x="146" y="57"/>
                </a:lnTo>
                <a:lnTo>
                  <a:pt x="145" y="57"/>
                </a:lnTo>
                <a:lnTo>
                  <a:pt x="146" y="58"/>
                </a:lnTo>
                <a:lnTo>
                  <a:pt x="146" y="59"/>
                </a:lnTo>
                <a:lnTo>
                  <a:pt x="146" y="60"/>
                </a:lnTo>
                <a:lnTo>
                  <a:pt x="147" y="60"/>
                </a:lnTo>
                <a:lnTo>
                  <a:pt x="148" y="61"/>
                </a:lnTo>
                <a:lnTo>
                  <a:pt x="147" y="61"/>
                </a:lnTo>
                <a:lnTo>
                  <a:pt x="147" y="62"/>
                </a:lnTo>
                <a:lnTo>
                  <a:pt x="148" y="62"/>
                </a:lnTo>
                <a:lnTo>
                  <a:pt x="149" y="63"/>
                </a:lnTo>
                <a:lnTo>
                  <a:pt x="148" y="64"/>
                </a:lnTo>
                <a:lnTo>
                  <a:pt x="148" y="65"/>
                </a:lnTo>
                <a:lnTo>
                  <a:pt x="149" y="65"/>
                </a:lnTo>
                <a:lnTo>
                  <a:pt x="149" y="66"/>
                </a:lnTo>
                <a:lnTo>
                  <a:pt x="148" y="67"/>
                </a:lnTo>
                <a:lnTo>
                  <a:pt x="148" y="68"/>
                </a:lnTo>
                <a:lnTo>
                  <a:pt x="149" y="69"/>
                </a:lnTo>
                <a:lnTo>
                  <a:pt x="149" y="70"/>
                </a:lnTo>
                <a:lnTo>
                  <a:pt x="149" y="72"/>
                </a:lnTo>
                <a:lnTo>
                  <a:pt x="150" y="74"/>
                </a:lnTo>
                <a:lnTo>
                  <a:pt x="150" y="75"/>
                </a:lnTo>
                <a:lnTo>
                  <a:pt x="150" y="76"/>
                </a:lnTo>
                <a:lnTo>
                  <a:pt x="150" y="77"/>
                </a:lnTo>
                <a:lnTo>
                  <a:pt x="149" y="78"/>
                </a:lnTo>
                <a:lnTo>
                  <a:pt x="149" y="79"/>
                </a:lnTo>
                <a:lnTo>
                  <a:pt x="150" y="80"/>
                </a:lnTo>
                <a:lnTo>
                  <a:pt x="149" y="81"/>
                </a:lnTo>
                <a:lnTo>
                  <a:pt x="148" y="81"/>
                </a:lnTo>
                <a:lnTo>
                  <a:pt x="148" y="82"/>
                </a:lnTo>
                <a:lnTo>
                  <a:pt x="149" y="83"/>
                </a:lnTo>
                <a:lnTo>
                  <a:pt x="149" y="85"/>
                </a:lnTo>
                <a:lnTo>
                  <a:pt x="150" y="85"/>
                </a:lnTo>
                <a:lnTo>
                  <a:pt x="151" y="86"/>
                </a:lnTo>
                <a:lnTo>
                  <a:pt x="152" y="88"/>
                </a:lnTo>
                <a:lnTo>
                  <a:pt x="153" y="89"/>
                </a:lnTo>
                <a:lnTo>
                  <a:pt x="154" y="90"/>
                </a:lnTo>
                <a:lnTo>
                  <a:pt x="154" y="91"/>
                </a:lnTo>
                <a:lnTo>
                  <a:pt x="154" y="93"/>
                </a:lnTo>
                <a:lnTo>
                  <a:pt x="155" y="93"/>
                </a:lnTo>
                <a:lnTo>
                  <a:pt x="156" y="94"/>
                </a:lnTo>
                <a:lnTo>
                  <a:pt x="157" y="95"/>
                </a:lnTo>
                <a:lnTo>
                  <a:pt x="158" y="95"/>
                </a:lnTo>
                <a:lnTo>
                  <a:pt x="159" y="95"/>
                </a:lnTo>
                <a:lnTo>
                  <a:pt x="159" y="96"/>
                </a:lnTo>
                <a:lnTo>
                  <a:pt x="159" y="98"/>
                </a:lnTo>
                <a:lnTo>
                  <a:pt x="158" y="98"/>
                </a:lnTo>
                <a:lnTo>
                  <a:pt x="158" y="99"/>
                </a:lnTo>
                <a:lnTo>
                  <a:pt x="159" y="99"/>
                </a:lnTo>
                <a:lnTo>
                  <a:pt x="160" y="99"/>
                </a:lnTo>
                <a:lnTo>
                  <a:pt x="161" y="100"/>
                </a:lnTo>
                <a:lnTo>
                  <a:pt x="161" y="102"/>
                </a:lnTo>
                <a:lnTo>
                  <a:pt x="162" y="103"/>
                </a:lnTo>
                <a:lnTo>
                  <a:pt x="162" y="104"/>
                </a:lnTo>
                <a:lnTo>
                  <a:pt x="163" y="104"/>
                </a:lnTo>
                <a:lnTo>
                  <a:pt x="164" y="104"/>
                </a:lnTo>
                <a:lnTo>
                  <a:pt x="164" y="105"/>
                </a:lnTo>
                <a:lnTo>
                  <a:pt x="165" y="105"/>
                </a:lnTo>
                <a:lnTo>
                  <a:pt x="165" y="106"/>
                </a:lnTo>
                <a:lnTo>
                  <a:pt x="166" y="107"/>
                </a:lnTo>
                <a:lnTo>
                  <a:pt x="167" y="107"/>
                </a:lnTo>
                <a:lnTo>
                  <a:pt x="168" y="108"/>
                </a:lnTo>
                <a:lnTo>
                  <a:pt x="168" y="109"/>
                </a:lnTo>
                <a:lnTo>
                  <a:pt x="169" y="110"/>
                </a:lnTo>
                <a:lnTo>
                  <a:pt x="169" y="109"/>
                </a:lnTo>
                <a:lnTo>
                  <a:pt x="169" y="108"/>
                </a:lnTo>
                <a:lnTo>
                  <a:pt x="168" y="107"/>
                </a:lnTo>
                <a:lnTo>
                  <a:pt x="168" y="105"/>
                </a:lnTo>
                <a:lnTo>
                  <a:pt x="168" y="104"/>
                </a:lnTo>
                <a:lnTo>
                  <a:pt x="168" y="101"/>
                </a:lnTo>
                <a:lnTo>
                  <a:pt x="169" y="99"/>
                </a:lnTo>
                <a:lnTo>
                  <a:pt x="170" y="98"/>
                </a:lnTo>
                <a:lnTo>
                  <a:pt x="171" y="98"/>
                </a:lnTo>
                <a:lnTo>
                  <a:pt x="171" y="97"/>
                </a:lnTo>
                <a:lnTo>
                  <a:pt x="170" y="96"/>
                </a:lnTo>
                <a:lnTo>
                  <a:pt x="170" y="95"/>
                </a:lnTo>
                <a:lnTo>
                  <a:pt x="169" y="95"/>
                </a:lnTo>
                <a:lnTo>
                  <a:pt x="168" y="93"/>
                </a:lnTo>
                <a:lnTo>
                  <a:pt x="169" y="93"/>
                </a:lnTo>
                <a:lnTo>
                  <a:pt x="170" y="92"/>
                </a:lnTo>
                <a:lnTo>
                  <a:pt x="170" y="91"/>
                </a:lnTo>
                <a:lnTo>
                  <a:pt x="170" y="90"/>
                </a:lnTo>
                <a:lnTo>
                  <a:pt x="170" y="89"/>
                </a:lnTo>
                <a:lnTo>
                  <a:pt x="171" y="88"/>
                </a:lnTo>
                <a:lnTo>
                  <a:pt x="171" y="87"/>
                </a:lnTo>
                <a:lnTo>
                  <a:pt x="171" y="86"/>
                </a:lnTo>
                <a:lnTo>
                  <a:pt x="172" y="86"/>
                </a:lnTo>
                <a:lnTo>
                  <a:pt x="172" y="85"/>
                </a:lnTo>
                <a:lnTo>
                  <a:pt x="172" y="84"/>
                </a:lnTo>
                <a:lnTo>
                  <a:pt x="172" y="83"/>
                </a:lnTo>
                <a:lnTo>
                  <a:pt x="171" y="83"/>
                </a:lnTo>
                <a:lnTo>
                  <a:pt x="170" y="83"/>
                </a:lnTo>
                <a:lnTo>
                  <a:pt x="169" y="81"/>
                </a:lnTo>
                <a:lnTo>
                  <a:pt x="169" y="80"/>
                </a:lnTo>
                <a:lnTo>
                  <a:pt x="170" y="80"/>
                </a:lnTo>
                <a:lnTo>
                  <a:pt x="171" y="79"/>
                </a:lnTo>
                <a:lnTo>
                  <a:pt x="170" y="77"/>
                </a:lnTo>
                <a:lnTo>
                  <a:pt x="170" y="76"/>
                </a:lnTo>
                <a:lnTo>
                  <a:pt x="169" y="76"/>
                </a:lnTo>
                <a:lnTo>
                  <a:pt x="168" y="75"/>
                </a:lnTo>
                <a:lnTo>
                  <a:pt x="169" y="74"/>
                </a:lnTo>
                <a:lnTo>
                  <a:pt x="169" y="72"/>
                </a:lnTo>
                <a:lnTo>
                  <a:pt x="169" y="71"/>
                </a:lnTo>
                <a:lnTo>
                  <a:pt x="169" y="70"/>
                </a:lnTo>
                <a:lnTo>
                  <a:pt x="169" y="69"/>
                </a:lnTo>
                <a:lnTo>
                  <a:pt x="170" y="69"/>
                </a:lnTo>
                <a:lnTo>
                  <a:pt x="171" y="69"/>
                </a:lnTo>
                <a:lnTo>
                  <a:pt x="173" y="69"/>
                </a:lnTo>
                <a:lnTo>
                  <a:pt x="175" y="69"/>
                </a:lnTo>
                <a:lnTo>
                  <a:pt x="175" y="68"/>
                </a:lnTo>
                <a:lnTo>
                  <a:pt x="175" y="67"/>
                </a:lnTo>
                <a:lnTo>
                  <a:pt x="175" y="66"/>
                </a:lnTo>
                <a:lnTo>
                  <a:pt x="176" y="66"/>
                </a:lnTo>
                <a:lnTo>
                  <a:pt x="176" y="65"/>
                </a:lnTo>
                <a:lnTo>
                  <a:pt x="177" y="65"/>
                </a:lnTo>
                <a:lnTo>
                  <a:pt x="178" y="64"/>
                </a:lnTo>
                <a:lnTo>
                  <a:pt x="178" y="63"/>
                </a:lnTo>
                <a:lnTo>
                  <a:pt x="178" y="62"/>
                </a:lnTo>
                <a:lnTo>
                  <a:pt x="179" y="62"/>
                </a:lnTo>
                <a:lnTo>
                  <a:pt x="179" y="63"/>
                </a:lnTo>
                <a:lnTo>
                  <a:pt x="180" y="63"/>
                </a:lnTo>
                <a:lnTo>
                  <a:pt x="181" y="62"/>
                </a:lnTo>
                <a:lnTo>
                  <a:pt x="182" y="61"/>
                </a:lnTo>
                <a:lnTo>
                  <a:pt x="182" y="59"/>
                </a:lnTo>
                <a:lnTo>
                  <a:pt x="182" y="57"/>
                </a:lnTo>
                <a:lnTo>
                  <a:pt x="181" y="56"/>
                </a:lnTo>
                <a:lnTo>
                  <a:pt x="182" y="55"/>
                </a:lnTo>
                <a:lnTo>
                  <a:pt x="183" y="54"/>
                </a:lnTo>
                <a:lnTo>
                  <a:pt x="183" y="53"/>
                </a:lnTo>
                <a:lnTo>
                  <a:pt x="183" y="52"/>
                </a:lnTo>
                <a:lnTo>
                  <a:pt x="184" y="52"/>
                </a:lnTo>
                <a:lnTo>
                  <a:pt x="185" y="52"/>
                </a:lnTo>
                <a:lnTo>
                  <a:pt x="187" y="51"/>
                </a:lnTo>
                <a:lnTo>
                  <a:pt x="187" y="50"/>
                </a:lnTo>
                <a:lnTo>
                  <a:pt x="188" y="50"/>
                </a:lnTo>
                <a:lnTo>
                  <a:pt x="188" y="49"/>
                </a:lnTo>
                <a:lnTo>
                  <a:pt x="188" y="48"/>
                </a:lnTo>
                <a:lnTo>
                  <a:pt x="188" y="47"/>
                </a:lnTo>
                <a:lnTo>
                  <a:pt x="188" y="46"/>
                </a:lnTo>
                <a:lnTo>
                  <a:pt x="188" y="45"/>
                </a:lnTo>
                <a:lnTo>
                  <a:pt x="189" y="44"/>
                </a:lnTo>
                <a:lnTo>
                  <a:pt x="189" y="43"/>
                </a:lnTo>
                <a:lnTo>
                  <a:pt x="189" y="42"/>
                </a:lnTo>
                <a:lnTo>
                  <a:pt x="192" y="42"/>
                </a:lnTo>
                <a:lnTo>
                  <a:pt x="194" y="43"/>
                </a:lnTo>
                <a:lnTo>
                  <a:pt x="195" y="42"/>
                </a:lnTo>
                <a:lnTo>
                  <a:pt x="196" y="42"/>
                </a:lnTo>
                <a:lnTo>
                  <a:pt x="196" y="41"/>
                </a:lnTo>
                <a:lnTo>
                  <a:pt x="196" y="40"/>
                </a:lnTo>
                <a:lnTo>
                  <a:pt x="197" y="40"/>
                </a:lnTo>
                <a:lnTo>
                  <a:pt x="197" y="39"/>
                </a:lnTo>
                <a:lnTo>
                  <a:pt x="198" y="39"/>
                </a:lnTo>
                <a:lnTo>
                  <a:pt x="198" y="41"/>
                </a:lnTo>
                <a:lnTo>
                  <a:pt x="198" y="42"/>
                </a:lnTo>
                <a:lnTo>
                  <a:pt x="198" y="45"/>
                </a:lnTo>
                <a:lnTo>
                  <a:pt x="198" y="46"/>
                </a:lnTo>
                <a:lnTo>
                  <a:pt x="198" y="48"/>
                </a:lnTo>
                <a:lnTo>
                  <a:pt x="198" y="49"/>
                </a:lnTo>
                <a:lnTo>
                  <a:pt x="199" y="49"/>
                </a:lnTo>
                <a:lnTo>
                  <a:pt x="199" y="50"/>
                </a:lnTo>
                <a:lnTo>
                  <a:pt x="199" y="51"/>
                </a:lnTo>
                <a:lnTo>
                  <a:pt x="199" y="52"/>
                </a:lnTo>
                <a:lnTo>
                  <a:pt x="201" y="53"/>
                </a:lnTo>
                <a:lnTo>
                  <a:pt x="201" y="54"/>
                </a:lnTo>
                <a:lnTo>
                  <a:pt x="203" y="54"/>
                </a:lnTo>
                <a:lnTo>
                  <a:pt x="204" y="54"/>
                </a:lnTo>
                <a:lnTo>
                  <a:pt x="206" y="55"/>
                </a:lnTo>
                <a:lnTo>
                  <a:pt x="207" y="57"/>
                </a:lnTo>
                <a:lnTo>
                  <a:pt x="208" y="57"/>
                </a:lnTo>
                <a:lnTo>
                  <a:pt x="209" y="58"/>
                </a:lnTo>
                <a:lnTo>
                  <a:pt x="209" y="59"/>
                </a:lnTo>
                <a:lnTo>
                  <a:pt x="208" y="59"/>
                </a:lnTo>
                <a:lnTo>
                  <a:pt x="208" y="61"/>
                </a:lnTo>
                <a:lnTo>
                  <a:pt x="209" y="61"/>
                </a:lnTo>
                <a:lnTo>
                  <a:pt x="210" y="61"/>
                </a:lnTo>
                <a:lnTo>
                  <a:pt x="210" y="60"/>
                </a:lnTo>
                <a:lnTo>
                  <a:pt x="211" y="60"/>
                </a:lnTo>
                <a:lnTo>
                  <a:pt x="211" y="61"/>
                </a:lnTo>
                <a:lnTo>
                  <a:pt x="212" y="61"/>
                </a:lnTo>
                <a:lnTo>
                  <a:pt x="211" y="62"/>
                </a:lnTo>
                <a:lnTo>
                  <a:pt x="212" y="63"/>
                </a:lnTo>
                <a:lnTo>
                  <a:pt x="215" y="64"/>
                </a:lnTo>
                <a:lnTo>
                  <a:pt x="216" y="64"/>
                </a:lnTo>
                <a:lnTo>
                  <a:pt x="216" y="65"/>
                </a:lnTo>
                <a:lnTo>
                  <a:pt x="217" y="66"/>
                </a:lnTo>
                <a:lnTo>
                  <a:pt x="218" y="66"/>
                </a:lnTo>
                <a:lnTo>
                  <a:pt x="219" y="67"/>
                </a:lnTo>
                <a:lnTo>
                  <a:pt x="219" y="68"/>
                </a:lnTo>
                <a:lnTo>
                  <a:pt x="220" y="69"/>
                </a:lnTo>
                <a:lnTo>
                  <a:pt x="220" y="70"/>
                </a:lnTo>
                <a:lnTo>
                  <a:pt x="220" y="71"/>
                </a:lnTo>
                <a:lnTo>
                  <a:pt x="221" y="71"/>
                </a:lnTo>
                <a:lnTo>
                  <a:pt x="222" y="72"/>
                </a:lnTo>
                <a:lnTo>
                  <a:pt x="222" y="73"/>
                </a:lnTo>
                <a:lnTo>
                  <a:pt x="222" y="74"/>
                </a:lnTo>
                <a:lnTo>
                  <a:pt x="222" y="77"/>
                </a:lnTo>
                <a:lnTo>
                  <a:pt x="223" y="78"/>
                </a:lnTo>
                <a:lnTo>
                  <a:pt x="224" y="78"/>
                </a:lnTo>
                <a:lnTo>
                  <a:pt x="226" y="79"/>
                </a:lnTo>
                <a:lnTo>
                  <a:pt x="227" y="80"/>
                </a:lnTo>
                <a:lnTo>
                  <a:pt x="228" y="80"/>
                </a:lnTo>
                <a:lnTo>
                  <a:pt x="229" y="81"/>
                </a:lnTo>
                <a:lnTo>
                  <a:pt x="230" y="82"/>
                </a:lnTo>
                <a:lnTo>
                  <a:pt x="229" y="83"/>
                </a:lnTo>
                <a:lnTo>
                  <a:pt x="229" y="84"/>
                </a:lnTo>
                <a:lnTo>
                  <a:pt x="229" y="85"/>
                </a:lnTo>
                <a:lnTo>
                  <a:pt x="228" y="86"/>
                </a:lnTo>
                <a:lnTo>
                  <a:pt x="228" y="87"/>
                </a:lnTo>
                <a:lnTo>
                  <a:pt x="228" y="88"/>
                </a:lnTo>
                <a:lnTo>
                  <a:pt x="229" y="88"/>
                </a:lnTo>
                <a:lnTo>
                  <a:pt x="231" y="88"/>
                </a:lnTo>
                <a:lnTo>
                  <a:pt x="232" y="89"/>
                </a:lnTo>
                <a:lnTo>
                  <a:pt x="234" y="89"/>
                </a:lnTo>
                <a:lnTo>
                  <a:pt x="235" y="89"/>
                </a:lnTo>
                <a:lnTo>
                  <a:pt x="236" y="91"/>
                </a:lnTo>
                <a:lnTo>
                  <a:pt x="237" y="92"/>
                </a:lnTo>
                <a:lnTo>
                  <a:pt x="238" y="92"/>
                </a:lnTo>
                <a:lnTo>
                  <a:pt x="239" y="92"/>
                </a:lnTo>
                <a:lnTo>
                  <a:pt x="238" y="93"/>
                </a:lnTo>
                <a:lnTo>
                  <a:pt x="238" y="95"/>
                </a:lnTo>
                <a:lnTo>
                  <a:pt x="237" y="95"/>
                </a:lnTo>
                <a:lnTo>
                  <a:pt x="236" y="96"/>
                </a:lnTo>
                <a:lnTo>
                  <a:pt x="237" y="97"/>
                </a:lnTo>
                <a:lnTo>
                  <a:pt x="237" y="98"/>
                </a:lnTo>
                <a:lnTo>
                  <a:pt x="238" y="97"/>
                </a:lnTo>
                <a:lnTo>
                  <a:pt x="239" y="99"/>
                </a:lnTo>
                <a:lnTo>
                  <a:pt x="240" y="100"/>
                </a:lnTo>
                <a:lnTo>
                  <a:pt x="239" y="101"/>
                </a:lnTo>
                <a:lnTo>
                  <a:pt x="238" y="101"/>
                </a:lnTo>
                <a:lnTo>
                  <a:pt x="238" y="102"/>
                </a:lnTo>
                <a:lnTo>
                  <a:pt x="238" y="103"/>
                </a:lnTo>
                <a:lnTo>
                  <a:pt x="237" y="104"/>
                </a:lnTo>
                <a:lnTo>
                  <a:pt x="236" y="104"/>
                </a:lnTo>
                <a:lnTo>
                  <a:pt x="235" y="104"/>
                </a:lnTo>
                <a:lnTo>
                  <a:pt x="234" y="105"/>
                </a:lnTo>
                <a:lnTo>
                  <a:pt x="233" y="105"/>
                </a:lnTo>
                <a:lnTo>
                  <a:pt x="232" y="105"/>
                </a:lnTo>
                <a:lnTo>
                  <a:pt x="232" y="106"/>
                </a:lnTo>
                <a:lnTo>
                  <a:pt x="231" y="107"/>
                </a:lnTo>
                <a:lnTo>
                  <a:pt x="230" y="107"/>
                </a:lnTo>
                <a:lnTo>
                  <a:pt x="230" y="106"/>
                </a:lnTo>
                <a:lnTo>
                  <a:pt x="229" y="106"/>
                </a:lnTo>
                <a:lnTo>
                  <a:pt x="228" y="106"/>
                </a:lnTo>
                <a:lnTo>
                  <a:pt x="228" y="107"/>
                </a:lnTo>
                <a:lnTo>
                  <a:pt x="227" y="107"/>
                </a:lnTo>
                <a:lnTo>
                  <a:pt x="226" y="107"/>
                </a:lnTo>
                <a:lnTo>
                  <a:pt x="225" y="108"/>
                </a:lnTo>
                <a:lnTo>
                  <a:pt x="225" y="109"/>
                </a:lnTo>
                <a:lnTo>
                  <a:pt x="225" y="110"/>
                </a:lnTo>
                <a:lnTo>
                  <a:pt x="225" y="111"/>
                </a:lnTo>
                <a:lnTo>
                  <a:pt x="226" y="112"/>
                </a:lnTo>
                <a:lnTo>
                  <a:pt x="227" y="112"/>
                </a:lnTo>
                <a:lnTo>
                  <a:pt x="227" y="113"/>
                </a:lnTo>
                <a:lnTo>
                  <a:pt x="227" y="114"/>
                </a:lnTo>
                <a:lnTo>
                  <a:pt x="227" y="115"/>
                </a:lnTo>
                <a:lnTo>
                  <a:pt x="228" y="115"/>
                </a:lnTo>
                <a:lnTo>
                  <a:pt x="228" y="117"/>
                </a:lnTo>
                <a:lnTo>
                  <a:pt x="229" y="117"/>
                </a:lnTo>
                <a:lnTo>
                  <a:pt x="229" y="118"/>
                </a:lnTo>
                <a:lnTo>
                  <a:pt x="229" y="119"/>
                </a:lnTo>
                <a:lnTo>
                  <a:pt x="229" y="120"/>
                </a:lnTo>
                <a:lnTo>
                  <a:pt x="230" y="120"/>
                </a:lnTo>
                <a:lnTo>
                  <a:pt x="230" y="121"/>
                </a:lnTo>
                <a:lnTo>
                  <a:pt x="231" y="122"/>
                </a:lnTo>
                <a:lnTo>
                  <a:pt x="231" y="123"/>
                </a:lnTo>
                <a:lnTo>
                  <a:pt x="233" y="123"/>
                </a:lnTo>
                <a:lnTo>
                  <a:pt x="234" y="124"/>
                </a:lnTo>
                <a:lnTo>
                  <a:pt x="235" y="124"/>
                </a:lnTo>
                <a:lnTo>
                  <a:pt x="235" y="126"/>
                </a:lnTo>
                <a:lnTo>
                  <a:pt x="236" y="126"/>
                </a:lnTo>
                <a:lnTo>
                  <a:pt x="237" y="127"/>
                </a:lnTo>
                <a:lnTo>
                  <a:pt x="238" y="128"/>
                </a:lnTo>
                <a:lnTo>
                  <a:pt x="239" y="130"/>
                </a:lnTo>
                <a:lnTo>
                  <a:pt x="240" y="130"/>
                </a:lnTo>
                <a:lnTo>
                  <a:pt x="240" y="131"/>
                </a:lnTo>
                <a:lnTo>
                  <a:pt x="241" y="132"/>
                </a:lnTo>
                <a:lnTo>
                  <a:pt x="240" y="132"/>
                </a:lnTo>
                <a:lnTo>
                  <a:pt x="239" y="135"/>
                </a:lnTo>
                <a:lnTo>
                  <a:pt x="238" y="135"/>
                </a:lnTo>
                <a:lnTo>
                  <a:pt x="238" y="136"/>
                </a:lnTo>
                <a:lnTo>
                  <a:pt x="239" y="136"/>
                </a:lnTo>
                <a:lnTo>
                  <a:pt x="241" y="137"/>
                </a:lnTo>
                <a:lnTo>
                  <a:pt x="241" y="138"/>
                </a:lnTo>
                <a:lnTo>
                  <a:pt x="242" y="138"/>
                </a:lnTo>
                <a:lnTo>
                  <a:pt x="243" y="138"/>
                </a:lnTo>
                <a:lnTo>
                  <a:pt x="244" y="139"/>
                </a:lnTo>
                <a:lnTo>
                  <a:pt x="245" y="139"/>
                </a:lnTo>
                <a:lnTo>
                  <a:pt x="247" y="139"/>
                </a:lnTo>
                <a:lnTo>
                  <a:pt x="248" y="139"/>
                </a:lnTo>
                <a:lnTo>
                  <a:pt x="249" y="139"/>
                </a:lnTo>
                <a:lnTo>
                  <a:pt x="250" y="139"/>
                </a:lnTo>
                <a:lnTo>
                  <a:pt x="251" y="139"/>
                </a:lnTo>
                <a:lnTo>
                  <a:pt x="251" y="140"/>
                </a:lnTo>
                <a:lnTo>
                  <a:pt x="250" y="141"/>
                </a:lnTo>
                <a:lnTo>
                  <a:pt x="251" y="141"/>
                </a:lnTo>
                <a:lnTo>
                  <a:pt x="251" y="143"/>
                </a:lnTo>
                <a:lnTo>
                  <a:pt x="250" y="144"/>
                </a:lnTo>
                <a:lnTo>
                  <a:pt x="249" y="144"/>
                </a:lnTo>
                <a:lnTo>
                  <a:pt x="249" y="145"/>
                </a:lnTo>
                <a:lnTo>
                  <a:pt x="249" y="146"/>
                </a:lnTo>
                <a:lnTo>
                  <a:pt x="250" y="146"/>
                </a:lnTo>
                <a:lnTo>
                  <a:pt x="250" y="147"/>
                </a:lnTo>
                <a:lnTo>
                  <a:pt x="251" y="147"/>
                </a:lnTo>
                <a:lnTo>
                  <a:pt x="251" y="148"/>
                </a:lnTo>
                <a:lnTo>
                  <a:pt x="250" y="149"/>
                </a:lnTo>
                <a:lnTo>
                  <a:pt x="251" y="150"/>
                </a:lnTo>
                <a:lnTo>
                  <a:pt x="251" y="151"/>
                </a:lnTo>
                <a:lnTo>
                  <a:pt x="250" y="152"/>
                </a:lnTo>
                <a:lnTo>
                  <a:pt x="251" y="154"/>
                </a:lnTo>
                <a:lnTo>
                  <a:pt x="252" y="154"/>
                </a:lnTo>
                <a:lnTo>
                  <a:pt x="253" y="154"/>
                </a:lnTo>
                <a:lnTo>
                  <a:pt x="254" y="153"/>
                </a:lnTo>
                <a:lnTo>
                  <a:pt x="254" y="152"/>
                </a:lnTo>
                <a:lnTo>
                  <a:pt x="254" y="151"/>
                </a:lnTo>
                <a:lnTo>
                  <a:pt x="255" y="150"/>
                </a:lnTo>
                <a:lnTo>
                  <a:pt x="256" y="150"/>
                </a:lnTo>
                <a:lnTo>
                  <a:pt x="256" y="151"/>
                </a:lnTo>
                <a:lnTo>
                  <a:pt x="257" y="151"/>
                </a:lnTo>
                <a:lnTo>
                  <a:pt x="257" y="149"/>
                </a:lnTo>
                <a:lnTo>
                  <a:pt x="257" y="148"/>
                </a:lnTo>
                <a:lnTo>
                  <a:pt x="258" y="148"/>
                </a:lnTo>
                <a:lnTo>
                  <a:pt x="258" y="147"/>
                </a:lnTo>
                <a:lnTo>
                  <a:pt x="260" y="146"/>
                </a:lnTo>
                <a:lnTo>
                  <a:pt x="260" y="144"/>
                </a:lnTo>
                <a:lnTo>
                  <a:pt x="260" y="142"/>
                </a:lnTo>
                <a:lnTo>
                  <a:pt x="261" y="141"/>
                </a:lnTo>
                <a:lnTo>
                  <a:pt x="262" y="141"/>
                </a:lnTo>
                <a:lnTo>
                  <a:pt x="262" y="140"/>
                </a:lnTo>
                <a:lnTo>
                  <a:pt x="262" y="139"/>
                </a:lnTo>
                <a:lnTo>
                  <a:pt x="263" y="139"/>
                </a:lnTo>
                <a:lnTo>
                  <a:pt x="264" y="139"/>
                </a:lnTo>
                <a:lnTo>
                  <a:pt x="265" y="140"/>
                </a:lnTo>
                <a:lnTo>
                  <a:pt x="266" y="140"/>
                </a:lnTo>
                <a:lnTo>
                  <a:pt x="267" y="141"/>
                </a:lnTo>
                <a:lnTo>
                  <a:pt x="268" y="141"/>
                </a:lnTo>
                <a:lnTo>
                  <a:pt x="269" y="141"/>
                </a:lnTo>
                <a:lnTo>
                  <a:pt x="269" y="142"/>
                </a:lnTo>
                <a:lnTo>
                  <a:pt x="269" y="143"/>
                </a:lnTo>
                <a:lnTo>
                  <a:pt x="270" y="144"/>
                </a:lnTo>
                <a:lnTo>
                  <a:pt x="270" y="143"/>
                </a:lnTo>
                <a:lnTo>
                  <a:pt x="271" y="143"/>
                </a:lnTo>
                <a:lnTo>
                  <a:pt x="271" y="144"/>
                </a:lnTo>
                <a:lnTo>
                  <a:pt x="272" y="144"/>
                </a:lnTo>
                <a:lnTo>
                  <a:pt x="272" y="145"/>
                </a:lnTo>
                <a:lnTo>
                  <a:pt x="273" y="144"/>
                </a:lnTo>
                <a:lnTo>
                  <a:pt x="273" y="143"/>
                </a:lnTo>
                <a:lnTo>
                  <a:pt x="275" y="143"/>
                </a:lnTo>
                <a:lnTo>
                  <a:pt x="275" y="142"/>
                </a:lnTo>
                <a:lnTo>
                  <a:pt x="276" y="141"/>
                </a:lnTo>
                <a:lnTo>
                  <a:pt x="277" y="141"/>
                </a:lnTo>
                <a:lnTo>
                  <a:pt x="277" y="140"/>
                </a:lnTo>
                <a:lnTo>
                  <a:pt x="278" y="140"/>
                </a:lnTo>
                <a:lnTo>
                  <a:pt x="278" y="139"/>
                </a:lnTo>
                <a:lnTo>
                  <a:pt x="278" y="138"/>
                </a:lnTo>
                <a:lnTo>
                  <a:pt x="279" y="136"/>
                </a:lnTo>
                <a:lnTo>
                  <a:pt x="279" y="135"/>
                </a:lnTo>
                <a:lnTo>
                  <a:pt x="280" y="135"/>
                </a:lnTo>
                <a:lnTo>
                  <a:pt x="280" y="134"/>
                </a:lnTo>
                <a:lnTo>
                  <a:pt x="281" y="134"/>
                </a:lnTo>
                <a:lnTo>
                  <a:pt x="282" y="134"/>
                </a:lnTo>
                <a:lnTo>
                  <a:pt x="282" y="135"/>
                </a:lnTo>
                <a:lnTo>
                  <a:pt x="282" y="134"/>
                </a:lnTo>
                <a:lnTo>
                  <a:pt x="283" y="134"/>
                </a:lnTo>
                <a:lnTo>
                  <a:pt x="284" y="133"/>
                </a:lnTo>
                <a:lnTo>
                  <a:pt x="285" y="135"/>
                </a:lnTo>
                <a:lnTo>
                  <a:pt x="285" y="136"/>
                </a:lnTo>
                <a:lnTo>
                  <a:pt x="286" y="137"/>
                </a:lnTo>
                <a:lnTo>
                  <a:pt x="286" y="138"/>
                </a:lnTo>
                <a:lnTo>
                  <a:pt x="286" y="139"/>
                </a:lnTo>
                <a:lnTo>
                  <a:pt x="287" y="139"/>
                </a:lnTo>
                <a:lnTo>
                  <a:pt x="288" y="140"/>
                </a:lnTo>
                <a:lnTo>
                  <a:pt x="288" y="141"/>
                </a:lnTo>
                <a:lnTo>
                  <a:pt x="287" y="142"/>
                </a:lnTo>
                <a:lnTo>
                  <a:pt x="287" y="143"/>
                </a:lnTo>
                <a:lnTo>
                  <a:pt x="286" y="144"/>
                </a:lnTo>
                <a:lnTo>
                  <a:pt x="286" y="145"/>
                </a:lnTo>
                <a:lnTo>
                  <a:pt x="287" y="146"/>
                </a:lnTo>
                <a:lnTo>
                  <a:pt x="288" y="147"/>
                </a:lnTo>
                <a:lnTo>
                  <a:pt x="289" y="147"/>
                </a:lnTo>
                <a:lnTo>
                  <a:pt x="289" y="148"/>
                </a:lnTo>
                <a:lnTo>
                  <a:pt x="290" y="149"/>
                </a:lnTo>
                <a:lnTo>
                  <a:pt x="291" y="149"/>
                </a:lnTo>
                <a:lnTo>
                  <a:pt x="291" y="150"/>
                </a:lnTo>
                <a:lnTo>
                  <a:pt x="293" y="151"/>
                </a:lnTo>
                <a:lnTo>
                  <a:pt x="293" y="152"/>
                </a:lnTo>
                <a:lnTo>
                  <a:pt x="293" y="153"/>
                </a:lnTo>
                <a:lnTo>
                  <a:pt x="293" y="155"/>
                </a:lnTo>
                <a:lnTo>
                  <a:pt x="293" y="156"/>
                </a:lnTo>
                <a:lnTo>
                  <a:pt x="293" y="157"/>
                </a:lnTo>
                <a:lnTo>
                  <a:pt x="294" y="157"/>
                </a:lnTo>
                <a:lnTo>
                  <a:pt x="294" y="158"/>
                </a:lnTo>
                <a:lnTo>
                  <a:pt x="296" y="158"/>
                </a:lnTo>
                <a:lnTo>
                  <a:pt x="298" y="158"/>
                </a:lnTo>
                <a:lnTo>
                  <a:pt x="299" y="158"/>
                </a:lnTo>
                <a:lnTo>
                  <a:pt x="299" y="159"/>
                </a:lnTo>
                <a:lnTo>
                  <a:pt x="299" y="160"/>
                </a:lnTo>
                <a:lnTo>
                  <a:pt x="298" y="160"/>
                </a:lnTo>
                <a:lnTo>
                  <a:pt x="298" y="161"/>
                </a:lnTo>
                <a:lnTo>
                  <a:pt x="298" y="162"/>
                </a:lnTo>
                <a:lnTo>
                  <a:pt x="299" y="162"/>
                </a:lnTo>
                <a:lnTo>
                  <a:pt x="300" y="162"/>
                </a:lnTo>
                <a:lnTo>
                  <a:pt x="299" y="162"/>
                </a:lnTo>
                <a:lnTo>
                  <a:pt x="299" y="163"/>
                </a:lnTo>
                <a:lnTo>
                  <a:pt x="298" y="164"/>
                </a:lnTo>
                <a:lnTo>
                  <a:pt x="297" y="165"/>
                </a:lnTo>
                <a:lnTo>
                  <a:pt x="298" y="165"/>
                </a:lnTo>
                <a:lnTo>
                  <a:pt x="299" y="165"/>
                </a:lnTo>
                <a:lnTo>
                  <a:pt x="299" y="164"/>
                </a:lnTo>
                <a:lnTo>
                  <a:pt x="300" y="164"/>
                </a:lnTo>
                <a:lnTo>
                  <a:pt x="300" y="165"/>
                </a:lnTo>
                <a:lnTo>
                  <a:pt x="300" y="166"/>
                </a:lnTo>
                <a:lnTo>
                  <a:pt x="300" y="167"/>
                </a:lnTo>
                <a:lnTo>
                  <a:pt x="301" y="167"/>
                </a:lnTo>
                <a:lnTo>
                  <a:pt x="302" y="169"/>
                </a:lnTo>
                <a:lnTo>
                  <a:pt x="303" y="169"/>
                </a:lnTo>
                <a:lnTo>
                  <a:pt x="303" y="170"/>
                </a:lnTo>
                <a:lnTo>
                  <a:pt x="303" y="171"/>
                </a:lnTo>
                <a:lnTo>
                  <a:pt x="304" y="173"/>
                </a:lnTo>
                <a:lnTo>
                  <a:pt x="305" y="174"/>
                </a:lnTo>
                <a:lnTo>
                  <a:pt x="305" y="175"/>
                </a:lnTo>
                <a:lnTo>
                  <a:pt x="305" y="177"/>
                </a:lnTo>
                <a:lnTo>
                  <a:pt x="305" y="178"/>
                </a:lnTo>
                <a:lnTo>
                  <a:pt x="304" y="179"/>
                </a:lnTo>
                <a:lnTo>
                  <a:pt x="304" y="181"/>
                </a:lnTo>
                <a:lnTo>
                  <a:pt x="305" y="181"/>
                </a:lnTo>
                <a:lnTo>
                  <a:pt x="305" y="180"/>
                </a:lnTo>
                <a:lnTo>
                  <a:pt x="306" y="180"/>
                </a:lnTo>
                <a:lnTo>
                  <a:pt x="306" y="179"/>
                </a:lnTo>
                <a:lnTo>
                  <a:pt x="307" y="180"/>
                </a:lnTo>
                <a:lnTo>
                  <a:pt x="308" y="181"/>
                </a:lnTo>
                <a:lnTo>
                  <a:pt x="309" y="182"/>
                </a:lnTo>
                <a:lnTo>
                  <a:pt x="309" y="183"/>
                </a:lnTo>
                <a:lnTo>
                  <a:pt x="309" y="184"/>
                </a:lnTo>
                <a:lnTo>
                  <a:pt x="310" y="187"/>
                </a:lnTo>
                <a:lnTo>
                  <a:pt x="311" y="189"/>
                </a:lnTo>
                <a:lnTo>
                  <a:pt x="312" y="189"/>
                </a:lnTo>
                <a:lnTo>
                  <a:pt x="312" y="190"/>
                </a:lnTo>
                <a:lnTo>
                  <a:pt x="313" y="190"/>
                </a:lnTo>
                <a:lnTo>
                  <a:pt x="313" y="191"/>
                </a:lnTo>
                <a:lnTo>
                  <a:pt x="313" y="192"/>
                </a:lnTo>
                <a:lnTo>
                  <a:pt x="314" y="192"/>
                </a:lnTo>
                <a:lnTo>
                  <a:pt x="315" y="193"/>
                </a:lnTo>
                <a:lnTo>
                  <a:pt x="315" y="194"/>
                </a:lnTo>
                <a:lnTo>
                  <a:pt x="314" y="195"/>
                </a:lnTo>
                <a:lnTo>
                  <a:pt x="314" y="196"/>
                </a:lnTo>
                <a:lnTo>
                  <a:pt x="315" y="196"/>
                </a:lnTo>
                <a:lnTo>
                  <a:pt x="316" y="198"/>
                </a:lnTo>
                <a:lnTo>
                  <a:pt x="316" y="199"/>
                </a:lnTo>
                <a:lnTo>
                  <a:pt x="316" y="200"/>
                </a:lnTo>
                <a:lnTo>
                  <a:pt x="315" y="200"/>
                </a:lnTo>
                <a:lnTo>
                  <a:pt x="316" y="201"/>
                </a:lnTo>
                <a:lnTo>
                  <a:pt x="317" y="202"/>
                </a:lnTo>
                <a:lnTo>
                  <a:pt x="317" y="203"/>
                </a:lnTo>
                <a:lnTo>
                  <a:pt x="317" y="204"/>
                </a:lnTo>
                <a:lnTo>
                  <a:pt x="317" y="205"/>
                </a:lnTo>
                <a:lnTo>
                  <a:pt x="317" y="206"/>
                </a:lnTo>
                <a:lnTo>
                  <a:pt x="318" y="206"/>
                </a:lnTo>
                <a:lnTo>
                  <a:pt x="318" y="207"/>
                </a:lnTo>
                <a:lnTo>
                  <a:pt x="320" y="208"/>
                </a:lnTo>
                <a:lnTo>
                  <a:pt x="321" y="208"/>
                </a:lnTo>
                <a:lnTo>
                  <a:pt x="321" y="207"/>
                </a:lnTo>
                <a:lnTo>
                  <a:pt x="322" y="207"/>
                </a:lnTo>
                <a:lnTo>
                  <a:pt x="323" y="207"/>
                </a:lnTo>
                <a:lnTo>
                  <a:pt x="324" y="207"/>
                </a:lnTo>
                <a:lnTo>
                  <a:pt x="326" y="207"/>
                </a:lnTo>
                <a:lnTo>
                  <a:pt x="326" y="208"/>
                </a:lnTo>
                <a:lnTo>
                  <a:pt x="328" y="208"/>
                </a:lnTo>
                <a:lnTo>
                  <a:pt x="328" y="207"/>
                </a:lnTo>
                <a:lnTo>
                  <a:pt x="328" y="208"/>
                </a:lnTo>
                <a:lnTo>
                  <a:pt x="328" y="210"/>
                </a:lnTo>
                <a:lnTo>
                  <a:pt x="328" y="211"/>
                </a:lnTo>
                <a:lnTo>
                  <a:pt x="328" y="212"/>
                </a:lnTo>
                <a:lnTo>
                  <a:pt x="327" y="213"/>
                </a:lnTo>
                <a:lnTo>
                  <a:pt x="327" y="214"/>
                </a:lnTo>
                <a:lnTo>
                  <a:pt x="327" y="215"/>
                </a:lnTo>
                <a:lnTo>
                  <a:pt x="326" y="217"/>
                </a:lnTo>
                <a:lnTo>
                  <a:pt x="327" y="218"/>
                </a:lnTo>
                <a:lnTo>
                  <a:pt x="327" y="220"/>
                </a:lnTo>
                <a:lnTo>
                  <a:pt x="326" y="220"/>
                </a:lnTo>
                <a:lnTo>
                  <a:pt x="326" y="221"/>
                </a:lnTo>
                <a:lnTo>
                  <a:pt x="326" y="222"/>
                </a:lnTo>
                <a:lnTo>
                  <a:pt x="326" y="223"/>
                </a:lnTo>
                <a:lnTo>
                  <a:pt x="326" y="224"/>
                </a:lnTo>
                <a:lnTo>
                  <a:pt x="325" y="224"/>
                </a:lnTo>
                <a:lnTo>
                  <a:pt x="325" y="225"/>
                </a:lnTo>
                <a:lnTo>
                  <a:pt x="327" y="226"/>
                </a:lnTo>
                <a:lnTo>
                  <a:pt x="327" y="227"/>
                </a:lnTo>
                <a:lnTo>
                  <a:pt x="328" y="227"/>
                </a:lnTo>
                <a:lnTo>
                  <a:pt x="329" y="227"/>
                </a:lnTo>
                <a:lnTo>
                  <a:pt x="330" y="227"/>
                </a:lnTo>
                <a:lnTo>
                  <a:pt x="330" y="228"/>
                </a:lnTo>
                <a:lnTo>
                  <a:pt x="331" y="229"/>
                </a:lnTo>
                <a:lnTo>
                  <a:pt x="332" y="229"/>
                </a:lnTo>
                <a:lnTo>
                  <a:pt x="332" y="228"/>
                </a:lnTo>
                <a:lnTo>
                  <a:pt x="333" y="229"/>
                </a:lnTo>
                <a:lnTo>
                  <a:pt x="334" y="229"/>
                </a:lnTo>
                <a:lnTo>
                  <a:pt x="334" y="230"/>
                </a:lnTo>
                <a:lnTo>
                  <a:pt x="333" y="230"/>
                </a:lnTo>
                <a:lnTo>
                  <a:pt x="333" y="231"/>
                </a:lnTo>
                <a:lnTo>
                  <a:pt x="333" y="232"/>
                </a:lnTo>
                <a:lnTo>
                  <a:pt x="334" y="232"/>
                </a:lnTo>
                <a:lnTo>
                  <a:pt x="336" y="232"/>
                </a:lnTo>
                <a:lnTo>
                  <a:pt x="337" y="232"/>
                </a:lnTo>
                <a:lnTo>
                  <a:pt x="337" y="233"/>
                </a:lnTo>
                <a:lnTo>
                  <a:pt x="336" y="234"/>
                </a:lnTo>
                <a:lnTo>
                  <a:pt x="336" y="235"/>
                </a:lnTo>
                <a:lnTo>
                  <a:pt x="336" y="236"/>
                </a:lnTo>
                <a:lnTo>
                  <a:pt x="337" y="236"/>
                </a:lnTo>
                <a:lnTo>
                  <a:pt x="337" y="237"/>
                </a:lnTo>
                <a:lnTo>
                  <a:pt x="337" y="238"/>
                </a:lnTo>
                <a:lnTo>
                  <a:pt x="338" y="238"/>
                </a:lnTo>
                <a:lnTo>
                  <a:pt x="339" y="238"/>
                </a:lnTo>
                <a:lnTo>
                  <a:pt x="340" y="238"/>
                </a:lnTo>
                <a:lnTo>
                  <a:pt x="341" y="238"/>
                </a:lnTo>
                <a:lnTo>
                  <a:pt x="342" y="239"/>
                </a:lnTo>
                <a:lnTo>
                  <a:pt x="344" y="240"/>
                </a:lnTo>
                <a:lnTo>
                  <a:pt x="345" y="239"/>
                </a:lnTo>
                <a:lnTo>
                  <a:pt x="346" y="240"/>
                </a:lnTo>
                <a:lnTo>
                  <a:pt x="346" y="241"/>
                </a:lnTo>
                <a:lnTo>
                  <a:pt x="347" y="241"/>
                </a:lnTo>
                <a:lnTo>
                  <a:pt x="347" y="242"/>
                </a:lnTo>
                <a:lnTo>
                  <a:pt x="348" y="242"/>
                </a:lnTo>
                <a:lnTo>
                  <a:pt x="348" y="243"/>
                </a:lnTo>
                <a:lnTo>
                  <a:pt x="349" y="244"/>
                </a:lnTo>
                <a:lnTo>
                  <a:pt x="349" y="245"/>
                </a:lnTo>
                <a:lnTo>
                  <a:pt x="348" y="246"/>
                </a:lnTo>
                <a:lnTo>
                  <a:pt x="348" y="247"/>
                </a:lnTo>
                <a:lnTo>
                  <a:pt x="347" y="247"/>
                </a:lnTo>
                <a:lnTo>
                  <a:pt x="347" y="248"/>
                </a:lnTo>
                <a:lnTo>
                  <a:pt x="346" y="248"/>
                </a:lnTo>
                <a:lnTo>
                  <a:pt x="347" y="248"/>
                </a:lnTo>
                <a:lnTo>
                  <a:pt x="347" y="249"/>
                </a:lnTo>
                <a:lnTo>
                  <a:pt x="347" y="250"/>
                </a:lnTo>
                <a:lnTo>
                  <a:pt x="346" y="250"/>
                </a:lnTo>
                <a:lnTo>
                  <a:pt x="346" y="251"/>
                </a:lnTo>
                <a:lnTo>
                  <a:pt x="345" y="251"/>
                </a:lnTo>
                <a:lnTo>
                  <a:pt x="345" y="252"/>
                </a:lnTo>
                <a:lnTo>
                  <a:pt x="346" y="252"/>
                </a:lnTo>
                <a:lnTo>
                  <a:pt x="347" y="252"/>
                </a:lnTo>
                <a:lnTo>
                  <a:pt x="347" y="253"/>
                </a:lnTo>
                <a:lnTo>
                  <a:pt x="348" y="253"/>
                </a:lnTo>
                <a:lnTo>
                  <a:pt x="348" y="254"/>
                </a:lnTo>
                <a:lnTo>
                  <a:pt x="348" y="255"/>
                </a:lnTo>
                <a:lnTo>
                  <a:pt x="348" y="256"/>
                </a:lnTo>
                <a:lnTo>
                  <a:pt x="349" y="256"/>
                </a:lnTo>
                <a:lnTo>
                  <a:pt x="350" y="256"/>
                </a:lnTo>
                <a:lnTo>
                  <a:pt x="351" y="256"/>
                </a:lnTo>
                <a:lnTo>
                  <a:pt x="351" y="255"/>
                </a:lnTo>
                <a:lnTo>
                  <a:pt x="352" y="254"/>
                </a:lnTo>
                <a:lnTo>
                  <a:pt x="353" y="255"/>
                </a:lnTo>
                <a:lnTo>
                  <a:pt x="354" y="255"/>
                </a:lnTo>
                <a:lnTo>
                  <a:pt x="354" y="254"/>
                </a:lnTo>
                <a:lnTo>
                  <a:pt x="354" y="253"/>
                </a:lnTo>
                <a:lnTo>
                  <a:pt x="354" y="252"/>
                </a:lnTo>
                <a:lnTo>
                  <a:pt x="353" y="252"/>
                </a:lnTo>
                <a:lnTo>
                  <a:pt x="353" y="251"/>
                </a:lnTo>
                <a:lnTo>
                  <a:pt x="353" y="250"/>
                </a:lnTo>
                <a:lnTo>
                  <a:pt x="354" y="250"/>
                </a:lnTo>
                <a:lnTo>
                  <a:pt x="355" y="250"/>
                </a:lnTo>
                <a:lnTo>
                  <a:pt x="356" y="250"/>
                </a:lnTo>
                <a:lnTo>
                  <a:pt x="357" y="250"/>
                </a:lnTo>
                <a:lnTo>
                  <a:pt x="357" y="251"/>
                </a:lnTo>
                <a:lnTo>
                  <a:pt x="358" y="251"/>
                </a:lnTo>
                <a:lnTo>
                  <a:pt x="359" y="251"/>
                </a:lnTo>
                <a:lnTo>
                  <a:pt x="359" y="252"/>
                </a:lnTo>
                <a:lnTo>
                  <a:pt x="359" y="253"/>
                </a:lnTo>
                <a:lnTo>
                  <a:pt x="358" y="253"/>
                </a:lnTo>
                <a:lnTo>
                  <a:pt x="357" y="254"/>
                </a:lnTo>
                <a:lnTo>
                  <a:pt x="358" y="254"/>
                </a:lnTo>
                <a:lnTo>
                  <a:pt x="358" y="255"/>
                </a:lnTo>
                <a:lnTo>
                  <a:pt x="358" y="256"/>
                </a:lnTo>
                <a:lnTo>
                  <a:pt x="357" y="256"/>
                </a:lnTo>
                <a:lnTo>
                  <a:pt x="356" y="256"/>
                </a:lnTo>
                <a:lnTo>
                  <a:pt x="355" y="257"/>
                </a:lnTo>
                <a:lnTo>
                  <a:pt x="354" y="258"/>
                </a:lnTo>
                <a:lnTo>
                  <a:pt x="354" y="259"/>
                </a:lnTo>
                <a:lnTo>
                  <a:pt x="354" y="260"/>
                </a:lnTo>
                <a:lnTo>
                  <a:pt x="355" y="260"/>
                </a:lnTo>
                <a:lnTo>
                  <a:pt x="356" y="261"/>
                </a:lnTo>
                <a:lnTo>
                  <a:pt x="356" y="263"/>
                </a:lnTo>
                <a:lnTo>
                  <a:pt x="355" y="264"/>
                </a:lnTo>
                <a:lnTo>
                  <a:pt x="355" y="265"/>
                </a:lnTo>
                <a:lnTo>
                  <a:pt x="355" y="267"/>
                </a:lnTo>
                <a:lnTo>
                  <a:pt x="355" y="268"/>
                </a:lnTo>
                <a:lnTo>
                  <a:pt x="354" y="268"/>
                </a:lnTo>
                <a:lnTo>
                  <a:pt x="354" y="269"/>
                </a:lnTo>
                <a:lnTo>
                  <a:pt x="353" y="268"/>
                </a:lnTo>
                <a:lnTo>
                  <a:pt x="352" y="268"/>
                </a:lnTo>
                <a:lnTo>
                  <a:pt x="352" y="269"/>
                </a:lnTo>
                <a:lnTo>
                  <a:pt x="351" y="269"/>
                </a:lnTo>
                <a:lnTo>
                  <a:pt x="350" y="268"/>
                </a:lnTo>
                <a:lnTo>
                  <a:pt x="349" y="268"/>
                </a:lnTo>
                <a:lnTo>
                  <a:pt x="349" y="269"/>
                </a:lnTo>
                <a:lnTo>
                  <a:pt x="349" y="271"/>
                </a:lnTo>
                <a:lnTo>
                  <a:pt x="349" y="272"/>
                </a:lnTo>
                <a:lnTo>
                  <a:pt x="349" y="273"/>
                </a:lnTo>
                <a:lnTo>
                  <a:pt x="349" y="274"/>
                </a:lnTo>
                <a:lnTo>
                  <a:pt x="349" y="275"/>
                </a:lnTo>
                <a:lnTo>
                  <a:pt x="350" y="274"/>
                </a:lnTo>
                <a:lnTo>
                  <a:pt x="351" y="274"/>
                </a:lnTo>
                <a:lnTo>
                  <a:pt x="351" y="275"/>
                </a:lnTo>
                <a:lnTo>
                  <a:pt x="351" y="276"/>
                </a:lnTo>
                <a:lnTo>
                  <a:pt x="352" y="276"/>
                </a:lnTo>
                <a:lnTo>
                  <a:pt x="352" y="275"/>
                </a:lnTo>
                <a:lnTo>
                  <a:pt x="353" y="275"/>
                </a:lnTo>
                <a:lnTo>
                  <a:pt x="353" y="276"/>
                </a:lnTo>
                <a:lnTo>
                  <a:pt x="353" y="277"/>
                </a:lnTo>
                <a:lnTo>
                  <a:pt x="353" y="278"/>
                </a:lnTo>
                <a:lnTo>
                  <a:pt x="354" y="279"/>
                </a:lnTo>
                <a:lnTo>
                  <a:pt x="356" y="279"/>
                </a:lnTo>
                <a:lnTo>
                  <a:pt x="357" y="279"/>
                </a:lnTo>
                <a:lnTo>
                  <a:pt x="358" y="279"/>
                </a:lnTo>
                <a:lnTo>
                  <a:pt x="359" y="279"/>
                </a:lnTo>
                <a:lnTo>
                  <a:pt x="360" y="280"/>
                </a:lnTo>
                <a:lnTo>
                  <a:pt x="361" y="282"/>
                </a:lnTo>
                <a:lnTo>
                  <a:pt x="362" y="282"/>
                </a:lnTo>
                <a:lnTo>
                  <a:pt x="362" y="283"/>
                </a:lnTo>
                <a:lnTo>
                  <a:pt x="363" y="283"/>
                </a:lnTo>
                <a:lnTo>
                  <a:pt x="363" y="284"/>
                </a:lnTo>
                <a:lnTo>
                  <a:pt x="364" y="284"/>
                </a:lnTo>
                <a:lnTo>
                  <a:pt x="365" y="285"/>
                </a:lnTo>
                <a:lnTo>
                  <a:pt x="366" y="286"/>
                </a:lnTo>
                <a:lnTo>
                  <a:pt x="367" y="287"/>
                </a:lnTo>
                <a:lnTo>
                  <a:pt x="368" y="288"/>
                </a:lnTo>
                <a:lnTo>
                  <a:pt x="370" y="289"/>
                </a:lnTo>
                <a:lnTo>
                  <a:pt x="370" y="290"/>
                </a:lnTo>
                <a:lnTo>
                  <a:pt x="371" y="290"/>
                </a:lnTo>
                <a:lnTo>
                  <a:pt x="370" y="291"/>
                </a:lnTo>
                <a:lnTo>
                  <a:pt x="370" y="292"/>
                </a:lnTo>
                <a:lnTo>
                  <a:pt x="370" y="293"/>
                </a:lnTo>
                <a:lnTo>
                  <a:pt x="370" y="294"/>
                </a:lnTo>
                <a:lnTo>
                  <a:pt x="371" y="294"/>
                </a:lnTo>
                <a:lnTo>
                  <a:pt x="371" y="293"/>
                </a:lnTo>
                <a:lnTo>
                  <a:pt x="371" y="294"/>
                </a:lnTo>
                <a:lnTo>
                  <a:pt x="372" y="294"/>
                </a:lnTo>
                <a:lnTo>
                  <a:pt x="373" y="294"/>
                </a:lnTo>
                <a:lnTo>
                  <a:pt x="373" y="295"/>
                </a:lnTo>
                <a:lnTo>
                  <a:pt x="372" y="295"/>
                </a:lnTo>
                <a:lnTo>
                  <a:pt x="372" y="296"/>
                </a:lnTo>
                <a:lnTo>
                  <a:pt x="371" y="296"/>
                </a:lnTo>
                <a:lnTo>
                  <a:pt x="371" y="297"/>
                </a:lnTo>
                <a:lnTo>
                  <a:pt x="371" y="298"/>
                </a:lnTo>
                <a:lnTo>
                  <a:pt x="372" y="298"/>
                </a:lnTo>
                <a:lnTo>
                  <a:pt x="373" y="298"/>
                </a:lnTo>
                <a:lnTo>
                  <a:pt x="373" y="299"/>
                </a:lnTo>
                <a:lnTo>
                  <a:pt x="372" y="299"/>
                </a:lnTo>
                <a:lnTo>
                  <a:pt x="371" y="299"/>
                </a:lnTo>
                <a:lnTo>
                  <a:pt x="370" y="298"/>
                </a:lnTo>
                <a:lnTo>
                  <a:pt x="369" y="298"/>
                </a:lnTo>
                <a:lnTo>
                  <a:pt x="368" y="298"/>
                </a:lnTo>
                <a:lnTo>
                  <a:pt x="367" y="299"/>
                </a:lnTo>
                <a:lnTo>
                  <a:pt x="367" y="300"/>
                </a:lnTo>
                <a:lnTo>
                  <a:pt x="367" y="301"/>
                </a:lnTo>
                <a:lnTo>
                  <a:pt x="366" y="301"/>
                </a:lnTo>
                <a:lnTo>
                  <a:pt x="367" y="302"/>
                </a:lnTo>
                <a:lnTo>
                  <a:pt x="367" y="303"/>
                </a:lnTo>
                <a:lnTo>
                  <a:pt x="368" y="304"/>
                </a:lnTo>
                <a:lnTo>
                  <a:pt x="369" y="304"/>
                </a:lnTo>
                <a:lnTo>
                  <a:pt x="369" y="305"/>
                </a:lnTo>
                <a:lnTo>
                  <a:pt x="368" y="305"/>
                </a:lnTo>
                <a:lnTo>
                  <a:pt x="369" y="305"/>
                </a:lnTo>
                <a:lnTo>
                  <a:pt x="369" y="306"/>
                </a:lnTo>
                <a:lnTo>
                  <a:pt x="369" y="307"/>
                </a:lnTo>
                <a:lnTo>
                  <a:pt x="370" y="307"/>
                </a:lnTo>
                <a:lnTo>
                  <a:pt x="371" y="307"/>
                </a:lnTo>
                <a:lnTo>
                  <a:pt x="371" y="306"/>
                </a:lnTo>
                <a:lnTo>
                  <a:pt x="372" y="306"/>
                </a:lnTo>
                <a:lnTo>
                  <a:pt x="373" y="306"/>
                </a:lnTo>
                <a:lnTo>
                  <a:pt x="373" y="307"/>
                </a:lnTo>
                <a:lnTo>
                  <a:pt x="374" y="306"/>
                </a:lnTo>
                <a:lnTo>
                  <a:pt x="375" y="305"/>
                </a:lnTo>
                <a:lnTo>
                  <a:pt x="376" y="306"/>
                </a:lnTo>
                <a:lnTo>
                  <a:pt x="376" y="307"/>
                </a:lnTo>
                <a:lnTo>
                  <a:pt x="377" y="307"/>
                </a:lnTo>
                <a:lnTo>
                  <a:pt x="378" y="307"/>
                </a:lnTo>
                <a:lnTo>
                  <a:pt x="379" y="308"/>
                </a:lnTo>
                <a:lnTo>
                  <a:pt x="380" y="308"/>
                </a:lnTo>
                <a:lnTo>
                  <a:pt x="381" y="309"/>
                </a:lnTo>
                <a:lnTo>
                  <a:pt x="382" y="311"/>
                </a:lnTo>
                <a:lnTo>
                  <a:pt x="383" y="312"/>
                </a:lnTo>
                <a:lnTo>
                  <a:pt x="385" y="313"/>
                </a:lnTo>
                <a:lnTo>
                  <a:pt x="386" y="314"/>
                </a:lnTo>
                <a:lnTo>
                  <a:pt x="386" y="313"/>
                </a:lnTo>
                <a:lnTo>
                  <a:pt x="386" y="314"/>
                </a:lnTo>
                <a:lnTo>
                  <a:pt x="386" y="315"/>
                </a:lnTo>
                <a:lnTo>
                  <a:pt x="385" y="315"/>
                </a:lnTo>
                <a:lnTo>
                  <a:pt x="385" y="319"/>
                </a:lnTo>
                <a:lnTo>
                  <a:pt x="386" y="320"/>
                </a:lnTo>
                <a:lnTo>
                  <a:pt x="387" y="321"/>
                </a:lnTo>
                <a:lnTo>
                  <a:pt x="387" y="322"/>
                </a:lnTo>
                <a:lnTo>
                  <a:pt x="389" y="322"/>
                </a:lnTo>
                <a:lnTo>
                  <a:pt x="389" y="324"/>
                </a:lnTo>
                <a:lnTo>
                  <a:pt x="388" y="324"/>
                </a:lnTo>
                <a:lnTo>
                  <a:pt x="388" y="325"/>
                </a:lnTo>
                <a:lnTo>
                  <a:pt x="388" y="326"/>
                </a:lnTo>
                <a:lnTo>
                  <a:pt x="389" y="325"/>
                </a:lnTo>
                <a:lnTo>
                  <a:pt x="390" y="325"/>
                </a:lnTo>
                <a:lnTo>
                  <a:pt x="391" y="325"/>
                </a:lnTo>
                <a:lnTo>
                  <a:pt x="391" y="324"/>
                </a:lnTo>
                <a:lnTo>
                  <a:pt x="392" y="323"/>
                </a:lnTo>
                <a:lnTo>
                  <a:pt x="392" y="322"/>
                </a:lnTo>
                <a:lnTo>
                  <a:pt x="393" y="321"/>
                </a:lnTo>
                <a:lnTo>
                  <a:pt x="394" y="320"/>
                </a:lnTo>
                <a:lnTo>
                  <a:pt x="394" y="319"/>
                </a:lnTo>
                <a:lnTo>
                  <a:pt x="395" y="319"/>
                </a:lnTo>
                <a:lnTo>
                  <a:pt x="396" y="319"/>
                </a:lnTo>
                <a:lnTo>
                  <a:pt x="397" y="319"/>
                </a:lnTo>
                <a:lnTo>
                  <a:pt x="398" y="320"/>
                </a:lnTo>
                <a:lnTo>
                  <a:pt x="399" y="321"/>
                </a:lnTo>
                <a:lnTo>
                  <a:pt x="400" y="321"/>
                </a:lnTo>
                <a:lnTo>
                  <a:pt x="402" y="321"/>
                </a:lnTo>
                <a:lnTo>
                  <a:pt x="403" y="321"/>
                </a:lnTo>
                <a:lnTo>
                  <a:pt x="405" y="320"/>
                </a:lnTo>
                <a:lnTo>
                  <a:pt x="406" y="320"/>
                </a:lnTo>
                <a:lnTo>
                  <a:pt x="406" y="321"/>
                </a:lnTo>
                <a:lnTo>
                  <a:pt x="409" y="323"/>
                </a:lnTo>
                <a:lnTo>
                  <a:pt x="410" y="323"/>
                </a:lnTo>
                <a:lnTo>
                  <a:pt x="410" y="324"/>
                </a:lnTo>
                <a:lnTo>
                  <a:pt x="411" y="323"/>
                </a:lnTo>
                <a:lnTo>
                  <a:pt x="412" y="324"/>
                </a:lnTo>
                <a:lnTo>
                  <a:pt x="412" y="323"/>
                </a:lnTo>
                <a:lnTo>
                  <a:pt x="413" y="323"/>
                </a:lnTo>
                <a:lnTo>
                  <a:pt x="413" y="322"/>
                </a:lnTo>
                <a:lnTo>
                  <a:pt x="414" y="321"/>
                </a:lnTo>
                <a:lnTo>
                  <a:pt x="415" y="321"/>
                </a:lnTo>
                <a:lnTo>
                  <a:pt x="415" y="320"/>
                </a:lnTo>
                <a:lnTo>
                  <a:pt x="415" y="319"/>
                </a:lnTo>
                <a:lnTo>
                  <a:pt x="416" y="319"/>
                </a:lnTo>
                <a:lnTo>
                  <a:pt x="417" y="319"/>
                </a:lnTo>
                <a:lnTo>
                  <a:pt x="417" y="318"/>
                </a:lnTo>
                <a:lnTo>
                  <a:pt x="418" y="317"/>
                </a:lnTo>
                <a:lnTo>
                  <a:pt x="418" y="316"/>
                </a:lnTo>
                <a:lnTo>
                  <a:pt x="419" y="315"/>
                </a:lnTo>
                <a:lnTo>
                  <a:pt x="420" y="314"/>
                </a:lnTo>
                <a:lnTo>
                  <a:pt x="421" y="314"/>
                </a:lnTo>
                <a:lnTo>
                  <a:pt x="423" y="313"/>
                </a:lnTo>
                <a:lnTo>
                  <a:pt x="423" y="312"/>
                </a:lnTo>
                <a:lnTo>
                  <a:pt x="424" y="312"/>
                </a:lnTo>
                <a:lnTo>
                  <a:pt x="424" y="311"/>
                </a:lnTo>
                <a:lnTo>
                  <a:pt x="425" y="311"/>
                </a:lnTo>
                <a:lnTo>
                  <a:pt x="425" y="310"/>
                </a:lnTo>
                <a:lnTo>
                  <a:pt x="425" y="308"/>
                </a:lnTo>
                <a:lnTo>
                  <a:pt x="426" y="308"/>
                </a:lnTo>
                <a:lnTo>
                  <a:pt x="426" y="307"/>
                </a:lnTo>
                <a:lnTo>
                  <a:pt x="428" y="307"/>
                </a:lnTo>
                <a:lnTo>
                  <a:pt x="428" y="308"/>
                </a:lnTo>
                <a:lnTo>
                  <a:pt x="429" y="307"/>
                </a:lnTo>
                <a:lnTo>
                  <a:pt x="430" y="307"/>
                </a:lnTo>
                <a:lnTo>
                  <a:pt x="431" y="307"/>
                </a:lnTo>
                <a:lnTo>
                  <a:pt x="432" y="306"/>
                </a:lnTo>
                <a:lnTo>
                  <a:pt x="433" y="306"/>
                </a:lnTo>
                <a:lnTo>
                  <a:pt x="434" y="305"/>
                </a:lnTo>
                <a:lnTo>
                  <a:pt x="435" y="304"/>
                </a:lnTo>
                <a:lnTo>
                  <a:pt x="436" y="304"/>
                </a:lnTo>
                <a:lnTo>
                  <a:pt x="436" y="303"/>
                </a:lnTo>
                <a:lnTo>
                  <a:pt x="437" y="302"/>
                </a:lnTo>
                <a:lnTo>
                  <a:pt x="438" y="300"/>
                </a:lnTo>
                <a:lnTo>
                  <a:pt x="439" y="300"/>
                </a:lnTo>
                <a:lnTo>
                  <a:pt x="441" y="299"/>
                </a:lnTo>
                <a:lnTo>
                  <a:pt x="442" y="299"/>
                </a:lnTo>
                <a:lnTo>
                  <a:pt x="443" y="299"/>
                </a:lnTo>
                <a:lnTo>
                  <a:pt x="444" y="299"/>
                </a:lnTo>
                <a:lnTo>
                  <a:pt x="446" y="298"/>
                </a:lnTo>
                <a:lnTo>
                  <a:pt x="448" y="297"/>
                </a:lnTo>
                <a:lnTo>
                  <a:pt x="449" y="297"/>
                </a:lnTo>
                <a:lnTo>
                  <a:pt x="451" y="296"/>
                </a:lnTo>
                <a:lnTo>
                  <a:pt x="452" y="296"/>
                </a:lnTo>
                <a:lnTo>
                  <a:pt x="452" y="295"/>
                </a:lnTo>
                <a:lnTo>
                  <a:pt x="452" y="294"/>
                </a:lnTo>
                <a:lnTo>
                  <a:pt x="453" y="293"/>
                </a:lnTo>
                <a:lnTo>
                  <a:pt x="455" y="293"/>
                </a:lnTo>
                <a:lnTo>
                  <a:pt x="456" y="294"/>
                </a:lnTo>
                <a:lnTo>
                  <a:pt x="457" y="294"/>
                </a:lnTo>
                <a:lnTo>
                  <a:pt x="458" y="295"/>
                </a:lnTo>
                <a:lnTo>
                  <a:pt x="459" y="295"/>
                </a:lnTo>
                <a:lnTo>
                  <a:pt x="460" y="295"/>
                </a:lnTo>
                <a:lnTo>
                  <a:pt x="460" y="296"/>
                </a:lnTo>
                <a:lnTo>
                  <a:pt x="461" y="297"/>
                </a:lnTo>
                <a:lnTo>
                  <a:pt x="461" y="299"/>
                </a:lnTo>
                <a:lnTo>
                  <a:pt x="460" y="299"/>
                </a:lnTo>
                <a:lnTo>
                  <a:pt x="458" y="301"/>
                </a:lnTo>
                <a:lnTo>
                  <a:pt x="458" y="302"/>
                </a:lnTo>
                <a:lnTo>
                  <a:pt x="458" y="303"/>
                </a:lnTo>
                <a:lnTo>
                  <a:pt x="458" y="304"/>
                </a:lnTo>
                <a:lnTo>
                  <a:pt x="457" y="304"/>
                </a:lnTo>
                <a:lnTo>
                  <a:pt x="457" y="305"/>
                </a:lnTo>
                <a:lnTo>
                  <a:pt x="458" y="305"/>
                </a:lnTo>
                <a:lnTo>
                  <a:pt x="459" y="305"/>
                </a:lnTo>
                <a:lnTo>
                  <a:pt x="460" y="306"/>
                </a:lnTo>
                <a:lnTo>
                  <a:pt x="461" y="306"/>
                </a:lnTo>
                <a:lnTo>
                  <a:pt x="461" y="307"/>
                </a:lnTo>
                <a:lnTo>
                  <a:pt x="462" y="307"/>
                </a:lnTo>
                <a:lnTo>
                  <a:pt x="463" y="307"/>
                </a:lnTo>
                <a:lnTo>
                  <a:pt x="463" y="308"/>
                </a:lnTo>
                <a:lnTo>
                  <a:pt x="463" y="309"/>
                </a:lnTo>
                <a:lnTo>
                  <a:pt x="464" y="309"/>
                </a:lnTo>
                <a:lnTo>
                  <a:pt x="465" y="309"/>
                </a:lnTo>
                <a:lnTo>
                  <a:pt x="465" y="308"/>
                </a:lnTo>
                <a:lnTo>
                  <a:pt x="466" y="308"/>
                </a:lnTo>
                <a:lnTo>
                  <a:pt x="466" y="309"/>
                </a:lnTo>
                <a:lnTo>
                  <a:pt x="467" y="309"/>
                </a:lnTo>
                <a:lnTo>
                  <a:pt x="467" y="308"/>
                </a:lnTo>
                <a:lnTo>
                  <a:pt x="468" y="308"/>
                </a:lnTo>
                <a:lnTo>
                  <a:pt x="468" y="307"/>
                </a:lnTo>
                <a:lnTo>
                  <a:pt x="468" y="306"/>
                </a:lnTo>
                <a:lnTo>
                  <a:pt x="468" y="305"/>
                </a:lnTo>
                <a:lnTo>
                  <a:pt x="469" y="304"/>
                </a:lnTo>
                <a:lnTo>
                  <a:pt x="470" y="303"/>
                </a:lnTo>
                <a:lnTo>
                  <a:pt x="470" y="302"/>
                </a:lnTo>
                <a:lnTo>
                  <a:pt x="471" y="302"/>
                </a:lnTo>
                <a:lnTo>
                  <a:pt x="472" y="302"/>
                </a:lnTo>
                <a:lnTo>
                  <a:pt x="472" y="301"/>
                </a:lnTo>
                <a:lnTo>
                  <a:pt x="473" y="301"/>
                </a:lnTo>
                <a:lnTo>
                  <a:pt x="473" y="300"/>
                </a:lnTo>
                <a:lnTo>
                  <a:pt x="474" y="299"/>
                </a:lnTo>
                <a:lnTo>
                  <a:pt x="475" y="299"/>
                </a:lnTo>
                <a:lnTo>
                  <a:pt x="476" y="299"/>
                </a:lnTo>
                <a:lnTo>
                  <a:pt x="478" y="299"/>
                </a:lnTo>
                <a:lnTo>
                  <a:pt x="478" y="298"/>
                </a:lnTo>
                <a:lnTo>
                  <a:pt x="479" y="298"/>
                </a:lnTo>
                <a:lnTo>
                  <a:pt x="480" y="297"/>
                </a:lnTo>
                <a:lnTo>
                  <a:pt x="480" y="296"/>
                </a:lnTo>
                <a:lnTo>
                  <a:pt x="481" y="296"/>
                </a:lnTo>
                <a:lnTo>
                  <a:pt x="481" y="295"/>
                </a:lnTo>
                <a:lnTo>
                  <a:pt x="482" y="294"/>
                </a:lnTo>
                <a:lnTo>
                  <a:pt x="482" y="293"/>
                </a:lnTo>
                <a:lnTo>
                  <a:pt x="483" y="293"/>
                </a:lnTo>
                <a:lnTo>
                  <a:pt x="483" y="294"/>
                </a:lnTo>
                <a:lnTo>
                  <a:pt x="483" y="295"/>
                </a:lnTo>
                <a:lnTo>
                  <a:pt x="484" y="295"/>
                </a:lnTo>
                <a:lnTo>
                  <a:pt x="485" y="295"/>
                </a:lnTo>
                <a:lnTo>
                  <a:pt x="486" y="295"/>
                </a:lnTo>
                <a:lnTo>
                  <a:pt x="487" y="296"/>
                </a:lnTo>
                <a:lnTo>
                  <a:pt x="487" y="295"/>
                </a:lnTo>
                <a:lnTo>
                  <a:pt x="488" y="295"/>
                </a:lnTo>
                <a:lnTo>
                  <a:pt x="491" y="295"/>
                </a:lnTo>
                <a:lnTo>
                  <a:pt x="492" y="294"/>
                </a:lnTo>
                <a:lnTo>
                  <a:pt x="492" y="293"/>
                </a:lnTo>
                <a:lnTo>
                  <a:pt x="493" y="292"/>
                </a:lnTo>
                <a:lnTo>
                  <a:pt x="493" y="291"/>
                </a:lnTo>
                <a:lnTo>
                  <a:pt x="493" y="290"/>
                </a:lnTo>
                <a:lnTo>
                  <a:pt x="492" y="289"/>
                </a:lnTo>
                <a:lnTo>
                  <a:pt x="492" y="287"/>
                </a:lnTo>
                <a:lnTo>
                  <a:pt x="492" y="286"/>
                </a:lnTo>
                <a:lnTo>
                  <a:pt x="493" y="285"/>
                </a:lnTo>
                <a:lnTo>
                  <a:pt x="493" y="284"/>
                </a:lnTo>
                <a:lnTo>
                  <a:pt x="493" y="283"/>
                </a:lnTo>
                <a:lnTo>
                  <a:pt x="493" y="282"/>
                </a:lnTo>
                <a:lnTo>
                  <a:pt x="492" y="282"/>
                </a:lnTo>
                <a:lnTo>
                  <a:pt x="492" y="281"/>
                </a:lnTo>
                <a:lnTo>
                  <a:pt x="493" y="281"/>
                </a:lnTo>
                <a:lnTo>
                  <a:pt x="493" y="280"/>
                </a:lnTo>
                <a:lnTo>
                  <a:pt x="494" y="280"/>
                </a:lnTo>
                <a:lnTo>
                  <a:pt x="494" y="281"/>
                </a:lnTo>
                <a:lnTo>
                  <a:pt x="495" y="281"/>
                </a:lnTo>
                <a:lnTo>
                  <a:pt x="496" y="280"/>
                </a:lnTo>
                <a:lnTo>
                  <a:pt x="497" y="279"/>
                </a:lnTo>
                <a:lnTo>
                  <a:pt x="497" y="278"/>
                </a:lnTo>
                <a:lnTo>
                  <a:pt x="498" y="277"/>
                </a:lnTo>
                <a:lnTo>
                  <a:pt x="498" y="275"/>
                </a:lnTo>
                <a:lnTo>
                  <a:pt x="498" y="274"/>
                </a:lnTo>
                <a:lnTo>
                  <a:pt x="498" y="273"/>
                </a:lnTo>
                <a:lnTo>
                  <a:pt x="497" y="273"/>
                </a:lnTo>
                <a:lnTo>
                  <a:pt x="496" y="273"/>
                </a:lnTo>
                <a:lnTo>
                  <a:pt x="496" y="272"/>
                </a:lnTo>
                <a:lnTo>
                  <a:pt x="496" y="271"/>
                </a:lnTo>
                <a:lnTo>
                  <a:pt x="495" y="270"/>
                </a:lnTo>
                <a:lnTo>
                  <a:pt x="495" y="269"/>
                </a:lnTo>
                <a:lnTo>
                  <a:pt x="496" y="269"/>
                </a:lnTo>
                <a:lnTo>
                  <a:pt x="496" y="268"/>
                </a:lnTo>
                <a:lnTo>
                  <a:pt x="496" y="267"/>
                </a:lnTo>
                <a:lnTo>
                  <a:pt x="496" y="266"/>
                </a:lnTo>
                <a:lnTo>
                  <a:pt x="496" y="265"/>
                </a:lnTo>
                <a:lnTo>
                  <a:pt x="495" y="265"/>
                </a:lnTo>
                <a:lnTo>
                  <a:pt x="495" y="264"/>
                </a:lnTo>
                <a:lnTo>
                  <a:pt x="496" y="264"/>
                </a:lnTo>
                <a:lnTo>
                  <a:pt x="496" y="262"/>
                </a:lnTo>
                <a:lnTo>
                  <a:pt x="495" y="262"/>
                </a:lnTo>
                <a:lnTo>
                  <a:pt x="495" y="261"/>
                </a:lnTo>
                <a:lnTo>
                  <a:pt x="494" y="261"/>
                </a:lnTo>
                <a:lnTo>
                  <a:pt x="494" y="259"/>
                </a:lnTo>
                <a:lnTo>
                  <a:pt x="494" y="258"/>
                </a:lnTo>
                <a:lnTo>
                  <a:pt x="494" y="257"/>
                </a:lnTo>
                <a:lnTo>
                  <a:pt x="493" y="257"/>
                </a:lnTo>
                <a:lnTo>
                  <a:pt x="493" y="256"/>
                </a:lnTo>
                <a:lnTo>
                  <a:pt x="493" y="255"/>
                </a:lnTo>
                <a:lnTo>
                  <a:pt x="493" y="254"/>
                </a:lnTo>
                <a:lnTo>
                  <a:pt x="492" y="253"/>
                </a:lnTo>
                <a:lnTo>
                  <a:pt x="492" y="252"/>
                </a:lnTo>
                <a:lnTo>
                  <a:pt x="492" y="251"/>
                </a:lnTo>
                <a:lnTo>
                  <a:pt x="492" y="250"/>
                </a:lnTo>
                <a:lnTo>
                  <a:pt x="491" y="249"/>
                </a:lnTo>
                <a:lnTo>
                  <a:pt x="492" y="248"/>
                </a:lnTo>
                <a:lnTo>
                  <a:pt x="491" y="247"/>
                </a:lnTo>
                <a:lnTo>
                  <a:pt x="490" y="246"/>
                </a:lnTo>
                <a:lnTo>
                  <a:pt x="491" y="245"/>
                </a:lnTo>
                <a:lnTo>
                  <a:pt x="490" y="245"/>
                </a:lnTo>
                <a:lnTo>
                  <a:pt x="490" y="244"/>
                </a:lnTo>
                <a:lnTo>
                  <a:pt x="489" y="244"/>
                </a:lnTo>
                <a:lnTo>
                  <a:pt x="488" y="243"/>
                </a:lnTo>
                <a:lnTo>
                  <a:pt x="488" y="242"/>
                </a:lnTo>
                <a:lnTo>
                  <a:pt x="487" y="241"/>
                </a:lnTo>
                <a:lnTo>
                  <a:pt x="486" y="241"/>
                </a:lnTo>
                <a:lnTo>
                  <a:pt x="486" y="240"/>
                </a:lnTo>
                <a:lnTo>
                  <a:pt x="486" y="239"/>
                </a:lnTo>
                <a:lnTo>
                  <a:pt x="485" y="239"/>
                </a:lnTo>
                <a:lnTo>
                  <a:pt x="485" y="238"/>
                </a:lnTo>
                <a:lnTo>
                  <a:pt x="485" y="237"/>
                </a:lnTo>
                <a:lnTo>
                  <a:pt x="484" y="237"/>
                </a:lnTo>
                <a:lnTo>
                  <a:pt x="484" y="236"/>
                </a:lnTo>
                <a:lnTo>
                  <a:pt x="484" y="235"/>
                </a:lnTo>
                <a:lnTo>
                  <a:pt x="484" y="234"/>
                </a:lnTo>
                <a:lnTo>
                  <a:pt x="483" y="234"/>
                </a:lnTo>
                <a:lnTo>
                  <a:pt x="483" y="233"/>
                </a:lnTo>
                <a:lnTo>
                  <a:pt x="483" y="232"/>
                </a:lnTo>
                <a:lnTo>
                  <a:pt x="484" y="232"/>
                </a:lnTo>
                <a:lnTo>
                  <a:pt x="484" y="231"/>
                </a:lnTo>
                <a:lnTo>
                  <a:pt x="484" y="229"/>
                </a:lnTo>
                <a:lnTo>
                  <a:pt x="484" y="228"/>
                </a:lnTo>
                <a:lnTo>
                  <a:pt x="484" y="227"/>
                </a:lnTo>
                <a:lnTo>
                  <a:pt x="483" y="226"/>
                </a:lnTo>
                <a:lnTo>
                  <a:pt x="482" y="226"/>
                </a:lnTo>
                <a:lnTo>
                  <a:pt x="482" y="225"/>
                </a:lnTo>
                <a:lnTo>
                  <a:pt x="482" y="224"/>
                </a:lnTo>
                <a:lnTo>
                  <a:pt x="483" y="222"/>
                </a:lnTo>
                <a:lnTo>
                  <a:pt x="483" y="221"/>
                </a:lnTo>
                <a:lnTo>
                  <a:pt x="484" y="221"/>
                </a:lnTo>
                <a:lnTo>
                  <a:pt x="484" y="220"/>
                </a:lnTo>
                <a:lnTo>
                  <a:pt x="484" y="218"/>
                </a:lnTo>
                <a:lnTo>
                  <a:pt x="484" y="217"/>
                </a:lnTo>
                <a:lnTo>
                  <a:pt x="485" y="217"/>
                </a:lnTo>
                <a:lnTo>
                  <a:pt x="485" y="216"/>
                </a:lnTo>
                <a:lnTo>
                  <a:pt x="485" y="215"/>
                </a:lnTo>
                <a:lnTo>
                  <a:pt x="485" y="214"/>
                </a:lnTo>
                <a:lnTo>
                  <a:pt x="485" y="213"/>
                </a:lnTo>
                <a:lnTo>
                  <a:pt x="485" y="212"/>
                </a:lnTo>
                <a:lnTo>
                  <a:pt x="485" y="211"/>
                </a:lnTo>
                <a:lnTo>
                  <a:pt x="485" y="210"/>
                </a:lnTo>
                <a:lnTo>
                  <a:pt x="485" y="209"/>
                </a:lnTo>
                <a:lnTo>
                  <a:pt x="485" y="208"/>
                </a:lnTo>
                <a:lnTo>
                  <a:pt x="484" y="208"/>
                </a:lnTo>
                <a:lnTo>
                  <a:pt x="485" y="207"/>
                </a:lnTo>
                <a:lnTo>
                  <a:pt x="485" y="205"/>
                </a:lnTo>
                <a:lnTo>
                  <a:pt x="484" y="204"/>
                </a:lnTo>
                <a:lnTo>
                  <a:pt x="484" y="203"/>
                </a:lnTo>
                <a:lnTo>
                  <a:pt x="483" y="203"/>
                </a:lnTo>
                <a:lnTo>
                  <a:pt x="483" y="202"/>
                </a:lnTo>
                <a:lnTo>
                  <a:pt x="483" y="201"/>
                </a:lnTo>
                <a:lnTo>
                  <a:pt x="483" y="200"/>
                </a:lnTo>
                <a:lnTo>
                  <a:pt x="483" y="199"/>
                </a:lnTo>
                <a:lnTo>
                  <a:pt x="483" y="198"/>
                </a:lnTo>
                <a:lnTo>
                  <a:pt x="483" y="197"/>
                </a:lnTo>
                <a:lnTo>
                  <a:pt x="484" y="196"/>
                </a:lnTo>
                <a:lnTo>
                  <a:pt x="484" y="195"/>
                </a:lnTo>
                <a:lnTo>
                  <a:pt x="484" y="194"/>
                </a:lnTo>
                <a:lnTo>
                  <a:pt x="485" y="194"/>
                </a:lnTo>
                <a:lnTo>
                  <a:pt x="485" y="193"/>
                </a:lnTo>
                <a:lnTo>
                  <a:pt x="485" y="192"/>
                </a:lnTo>
                <a:lnTo>
                  <a:pt x="486" y="191"/>
                </a:lnTo>
                <a:lnTo>
                  <a:pt x="486" y="190"/>
                </a:lnTo>
                <a:lnTo>
                  <a:pt x="487" y="189"/>
                </a:lnTo>
                <a:lnTo>
                  <a:pt x="487" y="188"/>
                </a:lnTo>
                <a:lnTo>
                  <a:pt x="488" y="187"/>
                </a:lnTo>
                <a:lnTo>
                  <a:pt x="488" y="186"/>
                </a:lnTo>
                <a:lnTo>
                  <a:pt x="489" y="186"/>
                </a:lnTo>
                <a:lnTo>
                  <a:pt x="490" y="186"/>
                </a:lnTo>
                <a:lnTo>
                  <a:pt x="490" y="187"/>
                </a:lnTo>
                <a:lnTo>
                  <a:pt x="490" y="188"/>
                </a:lnTo>
                <a:lnTo>
                  <a:pt x="491" y="189"/>
                </a:lnTo>
                <a:lnTo>
                  <a:pt x="492" y="190"/>
                </a:lnTo>
                <a:lnTo>
                  <a:pt x="493" y="190"/>
                </a:lnTo>
                <a:lnTo>
                  <a:pt x="493" y="189"/>
                </a:lnTo>
                <a:lnTo>
                  <a:pt x="494" y="189"/>
                </a:lnTo>
                <a:lnTo>
                  <a:pt x="495" y="189"/>
                </a:lnTo>
                <a:lnTo>
                  <a:pt x="496" y="189"/>
                </a:lnTo>
                <a:lnTo>
                  <a:pt x="496" y="188"/>
                </a:lnTo>
                <a:lnTo>
                  <a:pt x="498" y="187"/>
                </a:lnTo>
                <a:lnTo>
                  <a:pt x="498" y="186"/>
                </a:lnTo>
                <a:lnTo>
                  <a:pt x="499" y="186"/>
                </a:lnTo>
                <a:lnTo>
                  <a:pt x="500" y="186"/>
                </a:lnTo>
                <a:lnTo>
                  <a:pt x="500" y="187"/>
                </a:lnTo>
                <a:lnTo>
                  <a:pt x="501" y="187"/>
                </a:lnTo>
                <a:lnTo>
                  <a:pt x="502" y="187"/>
                </a:lnTo>
                <a:lnTo>
                  <a:pt x="503" y="187"/>
                </a:lnTo>
                <a:lnTo>
                  <a:pt x="504" y="186"/>
                </a:lnTo>
                <a:lnTo>
                  <a:pt x="505" y="186"/>
                </a:lnTo>
                <a:lnTo>
                  <a:pt x="505" y="185"/>
                </a:lnTo>
                <a:lnTo>
                  <a:pt x="506" y="185"/>
                </a:lnTo>
                <a:lnTo>
                  <a:pt x="506" y="184"/>
                </a:lnTo>
                <a:lnTo>
                  <a:pt x="506" y="182"/>
                </a:lnTo>
                <a:lnTo>
                  <a:pt x="507" y="180"/>
                </a:lnTo>
                <a:lnTo>
                  <a:pt x="508" y="179"/>
                </a:lnTo>
                <a:lnTo>
                  <a:pt x="508" y="178"/>
                </a:lnTo>
                <a:lnTo>
                  <a:pt x="509" y="177"/>
                </a:lnTo>
                <a:lnTo>
                  <a:pt x="509" y="176"/>
                </a:lnTo>
                <a:lnTo>
                  <a:pt x="510" y="176"/>
                </a:lnTo>
                <a:lnTo>
                  <a:pt x="510" y="175"/>
                </a:lnTo>
                <a:lnTo>
                  <a:pt x="510" y="174"/>
                </a:lnTo>
                <a:lnTo>
                  <a:pt x="511" y="174"/>
                </a:lnTo>
                <a:lnTo>
                  <a:pt x="512" y="174"/>
                </a:lnTo>
                <a:lnTo>
                  <a:pt x="512" y="173"/>
                </a:lnTo>
                <a:lnTo>
                  <a:pt x="513" y="172"/>
                </a:lnTo>
                <a:lnTo>
                  <a:pt x="513" y="171"/>
                </a:lnTo>
                <a:lnTo>
                  <a:pt x="513" y="170"/>
                </a:lnTo>
                <a:lnTo>
                  <a:pt x="514" y="170"/>
                </a:lnTo>
                <a:lnTo>
                  <a:pt x="515" y="169"/>
                </a:lnTo>
                <a:lnTo>
                  <a:pt x="515" y="170"/>
                </a:lnTo>
                <a:lnTo>
                  <a:pt x="517" y="170"/>
                </a:lnTo>
                <a:lnTo>
                  <a:pt x="518" y="170"/>
                </a:lnTo>
                <a:lnTo>
                  <a:pt x="519" y="170"/>
                </a:lnTo>
                <a:lnTo>
                  <a:pt x="520" y="170"/>
                </a:lnTo>
                <a:lnTo>
                  <a:pt x="520" y="168"/>
                </a:lnTo>
                <a:lnTo>
                  <a:pt x="520" y="167"/>
                </a:lnTo>
                <a:lnTo>
                  <a:pt x="520" y="166"/>
                </a:lnTo>
                <a:lnTo>
                  <a:pt x="519" y="165"/>
                </a:lnTo>
                <a:lnTo>
                  <a:pt x="518" y="164"/>
                </a:lnTo>
                <a:lnTo>
                  <a:pt x="518" y="163"/>
                </a:lnTo>
                <a:lnTo>
                  <a:pt x="519" y="163"/>
                </a:lnTo>
                <a:lnTo>
                  <a:pt x="520" y="163"/>
                </a:lnTo>
                <a:lnTo>
                  <a:pt x="520" y="162"/>
                </a:lnTo>
                <a:lnTo>
                  <a:pt x="522" y="161"/>
                </a:lnTo>
                <a:lnTo>
                  <a:pt x="523" y="160"/>
                </a:lnTo>
                <a:lnTo>
                  <a:pt x="523" y="159"/>
                </a:lnTo>
                <a:lnTo>
                  <a:pt x="524" y="159"/>
                </a:lnTo>
                <a:lnTo>
                  <a:pt x="525" y="158"/>
                </a:lnTo>
                <a:lnTo>
                  <a:pt x="525" y="157"/>
                </a:lnTo>
                <a:lnTo>
                  <a:pt x="526" y="156"/>
                </a:lnTo>
                <a:lnTo>
                  <a:pt x="527" y="155"/>
                </a:lnTo>
                <a:lnTo>
                  <a:pt x="528" y="155"/>
                </a:lnTo>
                <a:lnTo>
                  <a:pt x="529" y="155"/>
                </a:lnTo>
                <a:lnTo>
                  <a:pt x="529" y="154"/>
                </a:lnTo>
                <a:lnTo>
                  <a:pt x="530" y="154"/>
                </a:lnTo>
                <a:lnTo>
                  <a:pt x="531" y="152"/>
                </a:lnTo>
                <a:lnTo>
                  <a:pt x="532" y="151"/>
                </a:lnTo>
                <a:lnTo>
                  <a:pt x="533" y="151"/>
                </a:lnTo>
                <a:lnTo>
                  <a:pt x="534" y="151"/>
                </a:lnTo>
                <a:lnTo>
                  <a:pt x="534" y="150"/>
                </a:lnTo>
                <a:lnTo>
                  <a:pt x="534" y="149"/>
                </a:lnTo>
                <a:lnTo>
                  <a:pt x="535" y="148"/>
                </a:lnTo>
                <a:lnTo>
                  <a:pt x="535" y="147"/>
                </a:lnTo>
                <a:lnTo>
                  <a:pt x="536" y="147"/>
                </a:lnTo>
                <a:lnTo>
                  <a:pt x="537" y="147"/>
                </a:lnTo>
                <a:lnTo>
                  <a:pt x="537" y="146"/>
                </a:lnTo>
                <a:lnTo>
                  <a:pt x="538" y="145"/>
                </a:lnTo>
                <a:lnTo>
                  <a:pt x="538" y="144"/>
                </a:lnTo>
                <a:lnTo>
                  <a:pt x="539" y="143"/>
                </a:lnTo>
                <a:lnTo>
                  <a:pt x="539" y="142"/>
                </a:lnTo>
                <a:lnTo>
                  <a:pt x="539" y="141"/>
                </a:lnTo>
                <a:lnTo>
                  <a:pt x="539" y="140"/>
                </a:lnTo>
                <a:lnTo>
                  <a:pt x="538" y="139"/>
                </a:lnTo>
                <a:lnTo>
                  <a:pt x="538" y="138"/>
                </a:lnTo>
                <a:lnTo>
                  <a:pt x="539" y="137"/>
                </a:lnTo>
                <a:lnTo>
                  <a:pt x="539" y="135"/>
                </a:lnTo>
                <a:lnTo>
                  <a:pt x="539" y="134"/>
                </a:lnTo>
                <a:lnTo>
                  <a:pt x="539" y="133"/>
                </a:lnTo>
                <a:lnTo>
                  <a:pt x="540" y="133"/>
                </a:lnTo>
                <a:lnTo>
                  <a:pt x="540" y="132"/>
                </a:lnTo>
                <a:lnTo>
                  <a:pt x="541" y="132"/>
                </a:lnTo>
                <a:lnTo>
                  <a:pt x="542" y="130"/>
                </a:lnTo>
                <a:lnTo>
                  <a:pt x="543" y="130"/>
                </a:lnTo>
                <a:lnTo>
                  <a:pt x="544" y="129"/>
                </a:lnTo>
                <a:lnTo>
                  <a:pt x="544" y="128"/>
                </a:lnTo>
                <a:lnTo>
                  <a:pt x="543" y="128"/>
                </a:lnTo>
                <a:lnTo>
                  <a:pt x="542" y="128"/>
                </a:lnTo>
                <a:lnTo>
                  <a:pt x="542" y="129"/>
                </a:lnTo>
                <a:lnTo>
                  <a:pt x="540" y="129"/>
                </a:lnTo>
                <a:lnTo>
                  <a:pt x="539" y="128"/>
                </a:lnTo>
                <a:lnTo>
                  <a:pt x="538" y="127"/>
                </a:lnTo>
                <a:lnTo>
                  <a:pt x="538" y="126"/>
                </a:lnTo>
                <a:lnTo>
                  <a:pt x="538" y="125"/>
                </a:lnTo>
                <a:lnTo>
                  <a:pt x="538" y="124"/>
                </a:lnTo>
                <a:lnTo>
                  <a:pt x="538" y="123"/>
                </a:lnTo>
                <a:lnTo>
                  <a:pt x="537" y="122"/>
                </a:lnTo>
                <a:lnTo>
                  <a:pt x="536" y="122"/>
                </a:lnTo>
                <a:lnTo>
                  <a:pt x="535" y="122"/>
                </a:lnTo>
                <a:lnTo>
                  <a:pt x="535" y="123"/>
                </a:lnTo>
                <a:lnTo>
                  <a:pt x="534" y="123"/>
                </a:lnTo>
                <a:lnTo>
                  <a:pt x="533" y="123"/>
                </a:lnTo>
                <a:lnTo>
                  <a:pt x="533" y="122"/>
                </a:lnTo>
                <a:lnTo>
                  <a:pt x="532" y="122"/>
                </a:lnTo>
                <a:lnTo>
                  <a:pt x="532" y="121"/>
                </a:lnTo>
                <a:lnTo>
                  <a:pt x="532" y="119"/>
                </a:lnTo>
                <a:lnTo>
                  <a:pt x="532" y="118"/>
                </a:lnTo>
                <a:lnTo>
                  <a:pt x="533" y="118"/>
                </a:lnTo>
                <a:lnTo>
                  <a:pt x="533" y="117"/>
                </a:lnTo>
                <a:lnTo>
                  <a:pt x="534" y="117"/>
                </a:lnTo>
                <a:lnTo>
                  <a:pt x="534" y="115"/>
                </a:lnTo>
                <a:lnTo>
                  <a:pt x="534" y="114"/>
                </a:lnTo>
                <a:lnTo>
                  <a:pt x="534" y="113"/>
                </a:lnTo>
                <a:lnTo>
                  <a:pt x="535" y="113"/>
                </a:lnTo>
                <a:lnTo>
                  <a:pt x="536" y="113"/>
                </a:lnTo>
                <a:lnTo>
                  <a:pt x="536" y="112"/>
                </a:lnTo>
                <a:lnTo>
                  <a:pt x="537" y="112"/>
                </a:lnTo>
                <a:lnTo>
                  <a:pt x="537" y="111"/>
                </a:lnTo>
                <a:lnTo>
                  <a:pt x="538" y="111"/>
                </a:lnTo>
                <a:lnTo>
                  <a:pt x="539" y="111"/>
                </a:lnTo>
                <a:lnTo>
                  <a:pt x="539" y="110"/>
                </a:lnTo>
                <a:lnTo>
                  <a:pt x="539" y="109"/>
                </a:lnTo>
                <a:lnTo>
                  <a:pt x="540" y="109"/>
                </a:lnTo>
                <a:lnTo>
                  <a:pt x="541" y="109"/>
                </a:lnTo>
                <a:lnTo>
                  <a:pt x="541" y="108"/>
                </a:lnTo>
                <a:lnTo>
                  <a:pt x="542" y="108"/>
                </a:lnTo>
                <a:lnTo>
                  <a:pt x="542" y="107"/>
                </a:lnTo>
                <a:lnTo>
                  <a:pt x="542" y="106"/>
                </a:lnTo>
                <a:lnTo>
                  <a:pt x="543" y="106"/>
                </a:lnTo>
                <a:lnTo>
                  <a:pt x="543" y="105"/>
                </a:lnTo>
                <a:lnTo>
                  <a:pt x="544" y="104"/>
                </a:lnTo>
                <a:lnTo>
                  <a:pt x="544" y="103"/>
                </a:lnTo>
                <a:lnTo>
                  <a:pt x="544" y="102"/>
                </a:lnTo>
                <a:lnTo>
                  <a:pt x="545" y="102"/>
                </a:lnTo>
                <a:lnTo>
                  <a:pt x="546" y="102"/>
                </a:lnTo>
                <a:lnTo>
                  <a:pt x="547" y="101"/>
                </a:lnTo>
                <a:lnTo>
                  <a:pt x="548" y="101"/>
                </a:lnTo>
                <a:lnTo>
                  <a:pt x="549" y="101"/>
                </a:lnTo>
                <a:lnTo>
                  <a:pt x="549" y="100"/>
                </a:lnTo>
                <a:lnTo>
                  <a:pt x="550" y="99"/>
                </a:lnTo>
                <a:lnTo>
                  <a:pt x="551" y="99"/>
                </a:lnTo>
                <a:lnTo>
                  <a:pt x="552" y="99"/>
                </a:lnTo>
                <a:lnTo>
                  <a:pt x="552" y="100"/>
                </a:lnTo>
                <a:lnTo>
                  <a:pt x="553" y="100"/>
                </a:lnTo>
                <a:lnTo>
                  <a:pt x="554" y="100"/>
                </a:lnTo>
                <a:lnTo>
                  <a:pt x="554" y="101"/>
                </a:lnTo>
                <a:lnTo>
                  <a:pt x="555" y="101"/>
                </a:lnTo>
                <a:lnTo>
                  <a:pt x="555" y="102"/>
                </a:lnTo>
                <a:lnTo>
                  <a:pt x="556" y="102"/>
                </a:lnTo>
                <a:lnTo>
                  <a:pt x="556" y="103"/>
                </a:lnTo>
                <a:lnTo>
                  <a:pt x="556" y="104"/>
                </a:lnTo>
                <a:lnTo>
                  <a:pt x="556" y="105"/>
                </a:lnTo>
                <a:lnTo>
                  <a:pt x="557" y="105"/>
                </a:lnTo>
                <a:lnTo>
                  <a:pt x="558" y="105"/>
                </a:lnTo>
                <a:lnTo>
                  <a:pt x="559" y="104"/>
                </a:lnTo>
                <a:lnTo>
                  <a:pt x="559" y="103"/>
                </a:lnTo>
                <a:lnTo>
                  <a:pt x="559" y="102"/>
                </a:lnTo>
                <a:lnTo>
                  <a:pt x="560" y="102"/>
                </a:lnTo>
                <a:lnTo>
                  <a:pt x="560" y="101"/>
                </a:lnTo>
                <a:lnTo>
                  <a:pt x="561" y="101"/>
                </a:lnTo>
                <a:lnTo>
                  <a:pt x="562" y="102"/>
                </a:lnTo>
                <a:lnTo>
                  <a:pt x="563" y="102"/>
                </a:lnTo>
                <a:lnTo>
                  <a:pt x="563" y="101"/>
                </a:lnTo>
                <a:lnTo>
                  <a:pt x="564" y="100"/>
                </a:lnTo>
                <a:lnTo>
                  <a:pt x="565" y="99"/>
                </a:lnTo>
                <a:lnTo>
                  <a:pt x="566" y="99"/>
                </a:lnTo>
                <a:lnTo>
                  <a:pt x="566" y="98"/>
                </a:lnTo>
                <a:lnTo>
                  <a:pt x="567" y="98"/>
                </a:lnTo>
                <a:lnTo>
                  <a:pt x="567" y="97"/>
                </a:lnTo>
                <a:lnTo>
                  <a:pt x="568" y="96"/>
                </a:lnTo>
                <a:lnTo>
                  <a:pt x="569" y="96"/>
                </a:lnTo>
                <a:lnTo>
                  <a:pt x="570" y="95"/>
                </a:lnTo>
                <a:lnTo>
                  <a:pt x="571" y="95"/>
                </a:lnTo>
                <a:lnTo>
                  <a:pt x="572" y="95"/>
                </a:lnTo>
                <a:lnTo>
                  <a:pt x="572" y="94"/>
                </a:lnTo>
                <a:lnTo>
                  <a:pt x="572" y="93"/>
                </a:lnTo>
                <a:lnTo>
                  <a:pt x="572" y="92"/>
                </a:lnTo>
                <a:lnTo>
                  <a:pt x="571" y="91"/>
                </a:lnTo>
                <a:lnTo>
                  <a:pt x="571" y="90"/>
                </a:lnTo>
                <a:lnTo>
                  <a:pt x="570" y="90"/>
                </a:lnTo>
                <a:lnTo>
                  <a:pt x="570" y="89"/>
                </a:lnTo>
                <a:lnTo>
                  <a:pt x="570" y="88"/>
                </a:lnTo>
                <a:lnTo>
                  <a:pt x="571" y="88"/>
                </a:lnTo>
                <a:lnTo>
                  <a:pt x="571" y="87"/>
                </a:lnTo>
                <a:lnTo>
                  <a:pt x="571" y="86"/>
                </a:lnTo>
                <a:lnTo>
                  <a:pt x="570" y="85"/>
                </a:lnTo>
                <a:lnTo>
                  <a:pt x="570" y="84"/>
                </a:lnTo>
                <a:lnTo>
                  <a:pt x="569" y="83"/>
                </a:lnTo>
                <a:lnTo>
                  <a:pt x="569" y="82"/>
                </a:lnTo>
                <a:lnTo>
                  <a:pt x="568" y="81"/>
                </a:lnTo>
                <a:lnTo>
                  <a:pt x="568" y="78"/>
                </a:lnTo>
                <a:lnTo>
                  <a:pt x="568" y="77"/>
                </a:lnTo>
                <a:lnTo>
                  <a:pt x="567" y="77"/>
                </a:lnTo>
                <a:lnTo>
                  <a:pt x="567" y="76"/>
                </a:lnTo>
                <a:lnTo>
                  <a:pt x="567" y="75"/>
                </a:lnTo>
                <a:lnTo>
                  <a:pt x="566" y="75"/>
                </a:lnTo>
                <a:lnTo>
                  <a:pt x="565" y="74"/>
                </a:lnTo>
                <a:lnTo>
                  <a:pt x="565" y="73"/>
                </a:lnTo>
                <a:lnTo>
                  <a:pt x="564" y="72"/>
                </a:lnTo>
                <a:lnTo>
                  <a:pt x="565" y="71"/>
                </a:lnTo>
                <a:lnTo>
                  <a:pt x="566" y="71"/>
                </a:lnTo>
                <a:lnTo>
                  <a:pt x="566" y="69"/>
                </a:lnTo>
                <a:lnTo>
                  <a:pt x="565" y="69"/>
                </a:lnTo>
                <a:lnTo>
                  <a:pt x="565" y="68"/>
                </a:lnTo>
                <a:lnTo>
                  <a:pt x="566" y="68"/>
                </a:lnTo>
                <a:lnTo>
                  <a:pt x="567" y="67"/>
                </a:lnTo>
                <a:lnTo>
                  <a:pt x="568" y="66"/>
                </a:lnTo>
                <a:lnTo>
                  <a:pt x="569" y="66"/>
                </a:lnTo>
                <a:lnTo>
                  <a:pt x="569" y="65"/>
                </a:lnTo>
                <a:lnTo>
                  <a:pt x="569" y="64"/>
                </a:lnTo>
                <a:lnTo>
                  <a:pt x="568" y="64"/>
                </a:lnTo>
                <a:lnTo>
                  <a:pt x="568" y="63"/>
                </a:lnTo>
                <a:lnTo>
                  <a:pt x="568" y="62"/>
                </a:lnTo>
                <a:lnTo>
                  <a:pt x="569" y="61"/>
                </a:lnTo>
                <a:lnTo>
                  <a:pt x="569" y="60"/>
                </a:lnTo>
                <a:lnTo>
                  <a:pt x="569" y="59"/>
                </a:lnTo>
                <a:lnTo>
                  <a:pt x="569" y="58"/>
                </a:lnTo>
                <a:lnTo>
                  <a:pt x="570" y="58"/>
                </a:lnTo>
                <a:lnTo>
                  <a:pt x="570" y="57"/>
                </a:lnTo>
                <a:lnTo>
                  <a:pt x="571" y="57"/>
                </a:lnTo>
                <a:lnTo>
                  <a:pt x="571" y="58"/>
                </a:lnTo>
                <a:lnTo>
                  <a:pt x="572" y="58"/>
                </a:lnTo>
                <a:lnTo>
                  <a:pt x="572" y="59"/>
                </a:lnTo>
                <a:lnTo>
                  <a:pt x="572" y="60"/>
                </a:lnTo>
                <a:lnTo>
                  <a:pt x="572" y="61"/>
                </a:lnTo>
                <a:lnTo>
                  <a:pt x="572" y="62"/>
                </a:lnTo>
                <a:lnTo>
                  <a:pt x="573" y="62"/>
                </a:lnTo>
                <a:lnTo>
                  <a:pt x="574" y="62"/>
                </a:lnTo>
                <a:lnTo>
                  <a:pt x="575" y="62"/>
                </a:lnTo>
                <a:lnTo>
                  <a:pt x="575" y="61"/>
                </a:lnTo>
                <a:lnTo>
                  <a:pt x="576" y="61"/>
                </a:lnTo>
                <a:lnTo>
                  <a:pt x="577" y="61"/>
                </a:lnTo>
                <a:lnTo>
                  <a:pt x="577" y="62"/>
                </a:lnTo>
                <a:lnTo>
                  <a:pt x="578" y="62"/>
                </a:lnTo>
                <a:lnTo>
                  <a:pt x="578" y="63"/>
                </a:lnTo>
                <a:lnTo>
                  <a:pt x="578" y="64"/>
                </a:lnTo>
                <a:lnTo>
                  <a:pt x="579" y="64"/>
                </a:lnTo>
                <a:lnTo>
                  <a:pt x="580" y="64"/>
                </a:lnTo>
                <a:lnTo>
                  <a:pt x="580" y="63"/>
                </a:lnTo>
                <a:lnTo>
                  <a:pt x="582" y="63"/>
                </a:lnTo>
                <a:lnTo>
                  <a:pt x="583" y="63"/>
                </a:lnTo>
                <a:lnTo>
                  <a:pt x="584" y="62"/>
                </a:lnTo>
                <a:lnTo>
                  <a:pt x="585" y="62"/>
                </a:lnTo>
                <a:lnTo>
                  <a:pt x="586" y="62"/>
                </a:lnTo>
                <a:lnTo>
                  <a:pt x="587" y="62"/>
                </a:lnTo>
                <a:lnTo>
                  <a:pt x="588" y="61"/>
                </a:lnTo>
                <a:lnTo>
                  <a:pt x="589" y="61"/>
                </a:lnTo>
                <a:lnTo>
                  <a:pt x="590" y="62"/>
                </a:lnTo>
                <a:lnTo>
                  <a:pt x="591" y="63"/>
                </a:lnTo>
                <a:lnTo>
                  <a:pt x="591" y="64"/>
                </a:lnTo>
                <a:lnTo>
                  <a:pt x="592" y="64"/>
                </a:lnTo>
                <a:lnTo>
                  <a:pt x="593" y="63"/>
                </a:lnTo>
                <a:lnTo>
                  <a:pt x="593" y="62"/>
                </a:lnTo>
                <a:lnTo>
                  <a:pt x="593" y="61"/>
                </a:lnTo>
                <a:lnTo>
                  <a:pt x="594" y="61"/>
                </a:lnTo>
                <a:lnTo>
                  <a:pt x="594" y="60"/>
                </a:lnTo>
                <a:lnTo>
                  <a:pt x="595" y="60"/>
                </a:lnTo>
                <a:lnTo>
                  <a:pt x="596" y="60"/>
                </a:lnTo>
                <a:lnTo>
                  <a:pt x="597" y="60"/>
                </a:lnTo>
                <a:lnTo>
                  <a:pt x="598" y="60"/>
                </a:lnTo>
                <a:lnTo>
                  <a:pt x="599" y="60"/>
                </a:lnTo>
                <a:lnTo>
                  <a:pt x="600" y="60"/>
                </a:lnTo>
                <a:lnTo>
                  <a:pt x="600" y="61"/>
                </a:lnTo>
                <a:lnTo>
                  <a:pt x="601" y="61"/>
                </a:lnTo>
                <a:lnTo>
                  <a:pt x="602" y="60"/>
                </a:lnTo>
                <a:lnTo>
                  <a:pt x="603" y="60"/>
                </a:lnTo>
                <a:lnTo>
                  <a:pt x="604" y="60"/>
                </a:lnTo>
                <a:lnTo>
                  <a:pt x="605" y="60"/>
                </a:lnTo>
                <a:lnTo>
                  <a:pt x="605" y="59"/>
                </a:lnTo>
                <a:lnTo>
                  <a:pt x="605" y="58"/>
                </a:lnTo>
                <a:lnTo>
                  <a:pt x="605" y="57"/>
                </a:lnTo>
                <a:lnTo>
                  <a:pt x="606" y="57"/>
                </a:lnTo>
                <a:lnTo>
                  <a:pt x="606" y="58"/>
                </a:lnTo>
                <a:lnTo>
                  <a:pt x="606" y="59"/>
                </a:lnTo>
                <a:lnTo>
                  <a:pt x="607" y="59"/>
                </a:lnTo>
                <a:lnTo>
                  <a:pt x="607" y="60"/>
                </a:lnTo>
                <a:lnTo>
                  <a:pt x="608" y="61"/>
                </a:lnTo>
                <a:lnTo>
                  <a:pt x="609" y="61"/>
                </a:lnTo>
                <a:lnTo>
                  <a:pt x="610" y="61"/>
                </a:lnTo>
                <a:lnTo>
                  <a:pt x="611" y="61"/>
                </a:lnTo>
                <a:lnTo>
                  <a:pt x="610" y="62"/>
                </a:lnTo>
                <a:lnTo>
                  <a:pt x="611" y="62"/>
                </a:lnTo>
                <a:lnTo>
                  <a:pt x="611" y="63"/>
                </a:lnTo>
                <a:lnTo>
                  <a:pt x="612" y="63"/>
                </a:lnTo>
                <a:lnTo>
                  <a:pt x="612" y="62"/>
                </a:lnTo>
                <a:lnTo>
                  <a:pt x="613" y="62"/>
                </a:lnTo>
                <a:lnTo>
                  <a:pt x="613" y="61"/>
                </a:lnTo>
                <a:lnTo>
                  <a:pt x="614" y="60"/>
                </a:lnTo>
                <a:lnTo>
                  <a:pt x="615" y="60"/>
                </a:lnTo>
                <a:lnTo>
                  <a:pt x="616" y="60"/>
                </a:lnTo>
                <a:lnTo>
                  <a:pt x="616" y="59"/>
                </a:lnTo>
                <a:lnTo>
                  <a:pt x="617" y="59"/>
                </a:lnTo>
                <a:lnTo>
                  <a:pt x="618" y="60"/>
                </a:lnTo>
                <a:lnTo>
                  <a:pt x="619" y="60"/>
                </a:lnTo>
                <a:lnTo>
                  <a:pt x="620" y="60"/>
                </a:lnTo>
                <a:lnTo>
                  <a:pt x="620" y="61"/>
                </a:lnTo>
                <a:lnTo>
                  <a:pt x="621" y="61"/>
                </a:lnTo>
                <a:lnTo>
                  <a:pt x="622" y="61"/>
                </a:lnTo>
                <a:lnTo>
                  <a:pt x="622" y="62"/>
                </a:lnTo>
                <a:lnTo>
                  <a:pt x="621" y="62"/>
                </a:lnTo>
                <a:lnTo>
                  <a:pt x="621" y="63"/>
                </a:lnTo>
                <a:lnTo>
                  <a:pt x="621" y="64"/>
                </a:lnTo>
                <a:lnTo>
                  <a:pt x="620" y="65"/>
                </a:lnTo>
                <a:lnTo>
                  <a:pt x="620" y="64"/>
                </a:lnTo>
                <a:lnTo>
                  <a:pt x="619" y="64"/>
                </a:lnTo>
                <a:lnTo>
                  <a:pt x="618" y="64"/>
                </a:lnTo>
                <a:lnTo>
                  <a:pt x="617" y="65"/>
                </a:lnTo>
                <a:lnTo>
                  <a:pt x="616" y="66"/>
                </a:lnTo>
                <a:lnTo>
                  <a:pt x="616" y="67"/>
                </a:lnTo>
                <a:lnTo>
                  <a:pt x="616" y="68"/>
                </a:lnTo>
                <a:lnTo>
                  <a:pt x="615" y="69"/>
                </a:lnTo>
                <a:lnTo>
                  <a:pt x="614" y="69"/>
                </a:lnTo>
                <a:lnTo>
                  <a:pt x="614" y="68"/>
                </a:lnTo>
                <a:lnTo>
                  <a:pt x="613" y="68"/>
                </a:lnTo>
                <a:lnTo>
                  <a:pt x="613" y="69"/>
                </a:lnTo>
                <a:lnTo>
                  <a:pt x="613" y="70"/>
                </a:lnTo>
                <a:lnTo>
                  <a:pt x="612" y="70"/>
                </a:lnTo>
                <a:lnTo>
                  <a:pt x="611" y="70"/>
                </a:lnTo>
                <a:lnTo>
                  <a:pt x="610" y="70"/>
                </a:lnTo>
                <a:lnTo>
                  <a:pt x="610" y="71"/>
                </a:lnTo>
                <a:lnTo>
                  <a:pt x="609" y="71"/>
                </a:lnTo>
                <a:lnTo>
                  <a:pt x="608" y="71"/>
                </a:lnTo>
                <a:lnTo>
                  <a:pt x="607" y="71"/>
                </a:lnTo>
                <a:lnTo>
                  <a:pt x="606" y="71"/>
                </a:lnTo>
                <a:lnTo>
                  <a:pt x="606" y="72"/>
                </a:lnTo>
                <a:lnTo>
                  <a:pt x="605" y="72"/>
                </a:lnTo>
                <a:lnTo>
                  <a:pt x="605" y="73"/>
                </a:lnTo>
                <a:lnTo>
                  <a:pt x="606" y="73"/>
                </a:lnTo>
                <a:lnTo>
                  <a:pt x="606" y="74"/>
                </a:lnTo>
                <a:lnTo>
                  <a:pt x="607" y="74"/>
                </a:lnTo>
                <a:lnTo>
                  <a:pt x="607" y="75"/>
                </a:lnTo>
                <a:lnTo>
                  <a:pt x="607" y="76"/>
                </a:lnTo>
                <a:lnTo>
                  <a:pt x="607" y="77"/>
                </a:lnTo>
                <a:lnTo>
                  <a:pt x="608" y="77"/>
                </a:lnTo>
                <a:lnTo>
                  <a:pt x="608" y="78"/>
                </a:lnTo>
                <a:lnTo>
                  <a:pt x="607" y="78"/>
                </a:lnTo>
                <a:lnTo>
                  <a:pt x="607" y="79"/>
                </a:lnTo>
                <a:lnTo>
                  <a:pt x="607" y="80"/>
                </a:lnTo>
                <a:lnTo>
                  <a:pt x="607" y="81"/>
                </a:lnTo>
                <a:lnTo>
                  <a:pt x="607" y="83"/>
                </a:lnTo>
                <a:lnTo>
                  <a:pt x="606" y="83"/>
                </a:lnTo>
                <a:lnTo>
                  <a:pt x="606" y="84"/>
                </a:lnTo>
                <a:lnTo>
                  <a:pt x="606" y="85"/>
                </a:lnTo>
                <a:lnTo>
                  <a:pt x="607" y="85"/>
                </a:lnTo>
                <a:lnTo>
                  <a:pt x="608" y="85"/>
                </a:lnTo>
                <a:lnTo>
                  <a:pt x="608" y="86"/>
                </a:lnTo>
                <a:lnTo>
                  <a:pt x="608" y="87"/>
                </a:lnTo>
                <a:lnTo>
                  <a:pt x="607" y="87"/>
                </a:lnTo>
                <a:lnTo>
                  <a:pt x="608" y="87"/>
                </a:lnTo>
                <a:lnTo>
                  <a:pt x="608" y="88"/>
                </a:lnTo>
                <a:lnTo>
                  <a:pt x="608" y="89"/>
                </a:lnTo>
                <a:lnTo>
                  <a:pt x="609" y="90"/>
                </a:lnTo>
                <a:lnTo>
                  <a:pt x="609" y="91"/>
                </a:lnTo>
                <a:lnTo>
                  <a:pt x="610" y="92"/>
                </a:lnTo>
                <a:lnTo>
                  <a:pt x="610" y="93"/>
                </a:lnTo>
                <a:lnTo>
                  <a:pt x="609" y="93"/>
                </a:lnTo>
                <a:lnTo>
                  <a:pt x="610" y="94"/>
                </a:lnTo>
                <a:lnTo>
                  <a:pt x="611" y="94"/>
                </a:lnTo>
                <a:lnTo>
                  <a:pt x="612" y="94"/>
                </a:lnTo>
                <a:lnTo>
                  <a:pt x="612" y="93"/>
                </a:lnTo>
                <a:lnTo>
                  <a:pt x="613" y="93"/>
                </a:lnTo>
                <a:lnTo>
                  <a:pt x="613" y="92"/>
                </a:lnTo>
                <a:lnTo>
                  <a:pt x="614" y="92"/>
                </a:lnTo>
                <a:lnTo>
                  <a:pt x="614" y="91"/>
                </a:lnTo>
                <a:lnTo>
                  <a:pt x="615" y="91"/>
                </a:lnTo>
                <a:lnTo>
                  <a:pt x="616" y="91"/>
                </a:lnTo>
                <a:lnTo>
                  <a:pt x="617" y="91"/>
                </a:lnTo>
                <a:lnTo>
                  <a:pt x="618" y="92"/>
                </a:lnTo>
                <a:lnTo>
                  <a:pt x="618" y="93"/>
                </a:lnTo>
                <a:lnTo>
                  <a:pt x="618" y="94"/>
                </a:lnTo>
                <a:lnTo>
                  <a:pt x="619" y="95"/>
                </a:lnTo>
                <a:lnTo>
                  <a:pt x="619" y="96"/>
                </a:lnTo>
                <a:lnTo>
                  <a:pt x="620" y="97"/>
                </a:lnTo>
                <a:lnTo>
                  <a:pt x="620" y="98"/>
                </a:lnTo>
                <a:lnTo>
                  <a:pt x="621" y="98"/>
                </a:lnTo>
                <a:lnTo>
                  <a:pt x="622" y="98"/>
                </a:lnTo>
                <a:lnTo>
                  <a:pt x="622" y="97"/>
                </a:lnTo>
                <a:lnTo>
                  <a:pt x="624" y="98"/>
                </a:lnTo>
                <a:lnTo>
                  <a:pt x="623" y="99"/>
                </a:lnTo>
                <a:lnTo>
                  <a:pt x="624" y="100"/>
                </a:lnTo>
                <a:lnTo>
                  <a:pt x="625" y="100"/>
                </a:lnTo>
                <a:lnTo>
                  <a:pt x="625" y="101"/>
                </a:lnTo>
                <a:lnTo>
                  <a:pt x="624" y="102"/>
                </a:lnTo>
                <a:lnTo>
                  <a:pt x="624" y="103"/>
                </a:lnTo>
                <a:lnTo>
                  <a:pt x="624" y="104"/>
                </a:lnTo>
                <a:lnTo>
                  <a:pt x="623" y="104"/>
                </a:lnTo>
                <a:lnTo>
                  <a:pt x="622" y="104"/>
                </a:lnTo>
                <a:lnTo>
                  <a:pt x="621" y="104"/>
                </a:lnTo>
                <a:lnTo>
                  <a:pt x="621" y="105"/>
                </a:lnTo>
                <a:lnTo>
                  <a:pt x="620" y="105"/>
                </a:lnTo>
                <a:lnTo>
                  <a:pt x="619" y="105"/>
                </a:lnTo>
                <a:lnTo>
                  <a:pt x="619" y="106"/>
                </a:lnTo>
                <a:lnTo>
                  <a:pt x="620" y="106"/>
                </a:lnTo>
                <a:lnTo>
                  <a:pt x="620" y="107"/>
                </a:lnTo>
                <a:lnTo>
                  <a:pt x="620" y="108"/>
                </a:lnTo>
                <a:lnTo>
                  <a:pt x="621" y="108"/>
                </a:lnTo>
                <a:lnTo>
                  <a:pt x="622" y="108"/>
                </a:lnTo>
                <a:lnTo>
                  <a:pt x="623" y="108"/>
                </a:lnTo>
                <a:lnTo>
                  <a:pt x="624" y="108"/>
                </a:lnTo>
                <a:lnTo>
                  <a:pt x="625" y="108"/>
                </a:lnTo>
                <a:lnTo>
                  <a:pt x="624" y="108"/>
                </a:lnTo>
                <a:lnTo>
                  <a:pt x="623" y="110"/>
                </a:lnTo>
                <a:lnTo>
                  <a:pt x="623" y="111"/>
                </a:lnTo>
                <a:lnTo>
                  <a:pt x="624" y="112"/>
                </a:lnTo>
                <a:lnTo>
                  <a:pt x="624" y="113"/>
                </a:lnTo>
                <a:lnTo>
                  <a:pt x="624" y="114"/>
                </a:lnTo>
                <a:lnTo>
                  <a:pt x="623" y="114"/>
                </a:lnTo>
                <a:lnTo>
                  <a:pt x="622" y="114"/>
                </a:lnTo>
                <a:lnTo>
                  <a:pt x="622" y="115"/>
                </a:lnTo>
                <a:lnTo>
                  <a:pt x="621" y="116"/>
                </a:lnTo>
                <a:lnTo>
                  <a:pt x="620" y="116"/>
                </a:lnTo>
                <a:lnTo>
                  <a:pt x="619" y="116"/>
                </a:lnTo>
                <a:lnTo>
                  <a:pt x="619" y="117"/>
                </a:lnTo>
                <a:lnTo>
                  <a:pt x="619" y="118"/>
                </a:lnTo>
                <a:lnTo>
                  <a:pt x="619" y="119"/>
                </a:lnTo>
                <a:lnTo>
                  <a:pt x="618" y="119"/>
                </a:lnTo>
                <a:lnTo>
                  <a:pt x="618" y="120"/>
                </a:lnTo>
                <a:lnTo>
                  <a:pt x="617" y="120"/>
                </a:lnTo>
                <a:lnTo>
                  <a:pt x="616" y="120"/>
                </a:lnTo>
                <a:lnTo>
                  <a:pt x="614" y="120"/>
                </a:lnTo>
                <a:lnTo>
                  <a:pt x="613" y="120"/>
                </a:lnTo>
                <a:lnTo>
                  <a:pt x="612" y="120"/>
                </a:lnTo>
                <a:lnTo>
                  <a:pt x="611" y="120"/>
                </a:lnTo>
                <a:lnTo>
                  <a:pt x="610" y="121"/>
                </a:lnTo>
                <a:lnTo>
                  <a:pt x="611" y="121"/>
                </a:lnTo>
                <a:lnTo>
                  <a:pt x="611" y="122"/>
                </a:lnTo>
                <a:lnTo>
                  <a:pt x="612" y="122"/>
                </a:lnTo>
                <a:lnTo>
                  <a:pt x="613" y="123"/>
                </a:lnTo>
                <a:lnTo>
                  <a:pt x="614" y="123"/>
                </a:lnTo>
                <a:lnTo>
                  <a:pt x="615" y="123"/>
                </a:lnTo>
                <a:lnTo>
                  <a:pt x="616" y="124"/>
                </a:lnTo>
                <a:lnTo>
                  <a:pt x="617" y="125"/>
                </a:lnTo>
                <a:lnTo>
                  <a:pt x="617" y="126"/>
                </a:lnTo>
                <a:lnTo>
                  <a:pt x="617" y="127"/>
                </a:lnTo>
                <a:lnTo>
                  <a:pt x="617" y="126"/>
                </a:lnTo>
                <a:lnTo>
                  <a:pt x="617" y="127"/>
                </a:lnTo>
                <a:lnTo>
                  <a:pt x="618" y="127"/>
                </a:lnTo>
                <a:lnTo>
                  <a:pt x="618" y="128"/>
                </a:lnTo>
                <a:lnTo>
                  <a:pt x="618" y="129"/>
                </a:lnTo>
                <a:lnTo>
                  <a:pt x="619" y="129"/>
                </a:lnTo>
                <a:lnTo>
                  <a:pt x="619" y="130"/>
                </a:lnTo>
                <a:lnTo>
                  <a:pt x="620" y="130"/>
                </a:lnTo>
                <a:lnTo>
                  <a:pt x="621" y="131"/>
                </a:lnTo>
                <a:lnTo>
                  <a:pt x="622" y="132"/>
                </a:lnTo>
                <a:lnTo>
                  <a:pt x="623" y="132"/>
                </a:lnTo>
                <a:lnTo>
                  <a:pt x="623" y="133"/>
                </a:lnTo>
                <a:lnTo>
                  <a:pt x="624" y="133"/>
                </a:lnTo>
                <a:lnTo>
                  <a:pt x="625" y="134"/>
                </a:lnTo>
                <a:lnTo>
                  <a:pt x="625" y="135"/>
                </a:lnTo>
                <a:lnTo>
                  <a:pt x="626" y="135"/>
                </a:lnTo>
                <a:lnTo>
                  <a:pt x="626" y="136"/>
                </a:lnTo>
                <a:lnTo>
                  <a:pt x="627" y="136"/>
                </a:lnTo>
                <a:lnTo>
                  <a:pt x="627" y="135"/>
                </a:lnTo>
                <a:lnTo>
                  <a:pt x="627" y="136"/>
                </a:lnTo>
                <a:lnTo>
                  <a:pt x="628" y="136"/>
                </a:lnTo>
                <a:lnTo>
                  <a:pt x="629" y="137"/>
                </a:lnTo>
                <a:lnTo>
                  <a:pt x="629" y="138"/>
                </a:lnTo>
                <a:lnTo>
                  <a:pt x="630" y="138"/>
                </a:lnTo>
                <a:lnTo>
                  <a:pt x="631" y="137"/>
                </a:lnTo>
                <a:lnTo>
                  <a:pt x="632" y="137"/>
                </a:lnTo>
                <a:lnTo>
                  <a:pt x="632" y="138"/>
                </a:lnTo>
                <a:lnTo>
                  <a:pt x="633" y="138"/>
                </a:lnTo>
                <a:lnTo>
                  <a:pt x="633" y="139"/>
                </a:lnTo>
                <a:lnTo>
                  <a:pt x="634" y="139"/>
                </a:lnTo>
                <a:lnTo>
                  <a:pt x="633" y="139"/>
                </a:lnTo>
                <a:lnTo>
                  <a:pt x="634" y="140"/>
                </a:lnTo>
                <a:lnTo>
                  <a:pt x="633" y="140"/>
                </a:lnTo>
                <a:lnTo>
                  <a:pt x="634" y="141"/>
                </a:lnTo>
                <a:lnTo>
                  <a:pt x="635" y="141"/>
                </a:lnTo>
                <a:lnTo>
                  <a:pt x="634" y="141"/>
                </a:lnTo>
                <a:lnTo>
                  <a:pt x="634" y="142"/>
                </a:lnTo>
                <a:lnTo>
                  <a:pt x="635" y="142"/>
                </a:lnTo>
                <a:lnTo>
                  <a:pt x="636" y="142"/>
                </a:lnTo>
                <a:lnTo>
                  <a:pt x="636" y="141"/>
                </a:lnTo>
                <a:lnTo>
                  <a:pt x="637" y="141"/>
                </a:lnTo>
                <a:lnTo>
                  <a:pt x="637" y="140"/>
                </a:lnTo>
                <a:lnTo>
                  <a:pt x="638" y="140"/>
                </a:lnTo>
                <a:lnTo>
                  <a:pt x="639" y="140"/>
                </a:lnTo>
                <a:lnTo>
                  <a:pt x="640" y="140"/>
                </a:lnTo>
                <a:lnTo>
                  <a:pt x="640" y="141"/>
                </a:lnTo>
                <a:lnTo>
                  <a:pt x="641" y="141"/>
                </a:lnTo>
                <a:lnTo>
                  <a:pt x="641" y="140"/>
                </a:lnTo>
                <a:lnTo>
                  <a:pt x="642" y="140"/>
                </a:lnTo>
                <a:lnTo>
                  <a:pt x="642" y="139"/>
                </a:lnTo>
                <a:lnTo>
                  <a:pt x="643" y="139"/>
                </a:lnTo>
                <a:lnTo>
                  <a:pt x="644" y="138"/>
                </a:lnTo>
                <a:lnTo>
                  <a:pt x="645" y="137"/>
                </a:lnTo>
                <a:lnTo>
                  <a:pt x="646" y="137"/>
                </a:lnTo>
                <a:lnTo>
                  <a:pt x="647" y="137"/>
                </a:lnTo>
                <a:lnTo>
                  <a:pt x="648" y="136"/>
                </a:lnTo>
                <a:lnTo>
                  <a:pt x="649" y="136"/>
                </a:lnTo>
                <a:lnTo>
                  <a:pt x="650" y="136"/>
                </a:lnTo>
                <a:lnTo>
                  <a:pt x="651" y="135"/>
                </a:lnTo>
                <a:lnTo>
                  <a:pt x="651" y="136"/>
                </a:lnTo>
                <a:lnTo>
                  <a:pt x="651" y="137"/>
                </a:lnTo>
                <a:lnTo>
                  <a:pt x="652" y="137"/>
                </a:lnTo>
                <a:lnTo>
                  <a:pt x="653" y="137"/>
                </a:lnTo>
                <a:lnTo>
                  <a:pt x="654" y="136"/>
                </a:lnTo>
                <a:lnTo>
                  <a:pt x="655" y="136"/>
                </a:lnTo>
                <a:lnTo>
                  <a:pt x="655" y="135"/>
                </a:lnTo>
                <a:lnTo>
                  <a:pt x="655" y="136"/>
                </a:lnTo>
                <a:lnTo>
                  <a:pt x="656" y="136"/>
                </a:lnTo>
                <a:lnTo>
                  <a:pt x="656" y="135"/>
                </a:lnTo>
                <a:lnTo>
                  <a:pt x="657" y="136"/>
                </a:lnTo>
                <a:lnTo>
                  <a:pt x="658" y="136"/>
                </a:lnTo>
                <a:lnTo>
                  <a:pt x="658" y="135"/>
                </a:lnTo>
                <a:lnTo>
                  <a:pt x="659" y="135"/>
                </a:lnTo>
                <a:lnTo>
                  <a:pt x="659" y="136"/>
                </a:lnTo>
                <a:lnTo>
                  <a:pt x="660" y="136"/>
                </a:lnTo>
                <a:lnTo>
                  <a:pt x="660" y="135"/>
                </a:lnTo>
                <a:lnTo>
                  <a:pt x="661" y="135"/>
                </a:lnTo>
                <a:lnTo>
                  <a:pt x="662" y="135"/>
                </a:lnTo>
                <a:lnTo>
                  <a:pt x="663" y="135"/>
                </a:lnTo>
                <a:lnTo>
                  <a:pt x="663" y="134"/>
                </a:lnTo>
                <a:lnTo>
                  <a:pt x="663" y="133"/>
                </a:lnTo>
                <a:lnTo>
                  <a:pt x="663" y="132"/>
                </a:lnTo>
                <a:lnTo>
                  <a:pt x="664" y="132"/>
                </a:lnTo>
                <a:lnTo>
                  <a:pt x="665" y="132"/>
                </a:lnTo>
                <a:lnTo>
                  <a:pt x="666" y="132"/>
                </a:lnTo>
                <a:lnTo>
                  <a:pt x="666" y="131"/>
                </a:lnTo>
                <a:lnTo>
                  <a:pt x="665" y="131"/>
                </a:lnTo>
                <a:lnTo>
                  <a:pt x="665" y="129"/>
                </a:lnTo>
                <a:lnTo>
                  <a:pt x="666" y="129"/>
                </a:lnTo>
                <a:lnTo>
                  <a:pt x="666" y="128"/>
                </a:lnTo>
                <a:lnTo>
                  <a:pt x="667" y="127"/>
                </a:lnTo>
                <a:lnTo>
                  <a:pt x="668" y="127"/>
                </a:lnTo>
                <a:lnTo>
                  <a:pt x="669" y="127"/>
                </a:lnTo>
                <a:lnTo>
                  <a:pt x="668" y="127"/>
                </a:lnTo>
                <a:lnTo>
                  <a:pt x="669" y="126"/>
                </a:lnTo>
                <a:lnTo>
                  <a:pt x="669" y="125"/>
                </a:lnTo>
                <a:lnTo>
                  <a:pt x="670" y="125"/>
                </a:lnTo>
                <a:lnTo>
                  <a:pt x="670" y="124"/>
                </a:lnTo>
                <a:lnTo>
                  <a:pt x="671" y="124"/>
                </a:lnTo>
                <a:lnTo>
                  <a:pt x="671" y="123"/>
                </a:lnTo>
                <a:lnTo>
                  <a:pt x="671" y="122"/>
                </a:lnTo>
                <a:lnTo>
                  <a:pt x="671" y="121"/>
                </a:lnTo>
                <a:lnTo>
                  <a:pt x="671" y="120"/>
                </a:lnTo>
                <a:lnTo>
                  <a:pt x="671" y="119"/>
                </a:lnTo>
                <a:lnTo>
                  <a:pt x="672" y="119"/>
                </a:lnTo>
                <a:lnTo>
                  <a:pt x="673" y="119"/>
                </a:lnTo>
                <a:lnTo>
                  <a:pt x="674" y="119"/>
                </a:lnTo>
                <a:lnTo>
                  <a:pt x="675" y="119"/>
                </a:lnTo>
                <a:lnTo>
                  <a:pt x="675" y="118"/>
                </a:lnTo>
                <a:lnTo>
                  <a:pt x="676" y="118"/>
                </a:lnTo>
                <a:lnTo>
                  <a:pt x="676" y="117"/>
                </a:lnTo>
                <a:lnTo>
                  <a:pt x="677" y="116"/>
                </a:lnTo>
                <a:lnTo>
                  <a:pt x="677" y="115"/>
                </a:lnTo>
                <a:lnTo>
                  <a:pt x="678" y="115"/>
                </a:lnTo>
                <a:lnTo>
                  <a:pt x="678" y="116"/>
                </a:lnTo>
                <a:lnTo>
                  <a:pt x="678" y="115"/>
                </a:lnTo>
                <a:lnTo>
                  <a:pt x="679" y="115"/>
                </a:lnTo>
                <a:lnTo>
                  <a:pt x="679" y="116"/>
                </a:lnTo>
                <a:lnTo>
                  <a:pt x="680" y="116"/>
                </a:lnTo>
                <a:lnTo>
                  <a:pt x="680" y="117"/>
                </a:lnTo>
                <a:lnTo>
                  <a:pt x="681" y="117"/>
                </a:lnTo>
                <a:lnTo>
                  <a:pt x="682" y="117"/>
                </a:lnTo>
                <a:lnTo>
                  <a:pt x="683" y="117"/>
                </a:lnTo>
                <a:lnTo>
                  <a:pt x="683" y="118"/>
                </a:lnTo>
                <a:lnTo>
                  <a:pt x="684" y="118"/>
                </a:lnTo>
                <a:lnTo>
                  <a:pt x="685" y="118"/>
                </a:lnTo>
                <a:lnTo>
                  <a:pt x="685" y="119"/>
                </a:lnTo>
                <a:lnTo>
                  <a:pt x="686" y="119"/>
                </a:lnTo>
                <a:lnTo>
                  <a:pt x="687" y="119"/>
                </a:lnTo>
                <a:lnTo>
                  <a:pt x="687" y="118"/>
                </a:lnTo>
                <a:lnTo>
                  <a:pt x="688" y="118"/>
                </a:lnTo>
                <a:lnTo>
                  <a:pt x="688" y="119"/>
                </a:lnTo>
                <a:lnTo>
                  <a:pt x="689" y="119"/>
                </a:lnTo>
                <a:lnTo>
                  <a:pt x="690" y="119"/>
                </a:lnTo>
                <a:lnTo>
                  <a:pt x="690" y="120"/>
                </a:lnTo>
                <a:lnTo>
                  <a:pt x="690" y="121"/>
                </a:lnTo>
                <a:lnTo>
                  <a:pt x="690" y="122"/>
                </a:lnTo>
                <a:lnTo>
                  <a:pt x="689" y="122"/>
                </a:lnTo>
                <a:lnTo>
                  <a:pt x="689" y="123"/>
                </a:lnTo>
                <a:lnTo>
                  <a:pt x="688" y="123"/>
                </a:lnTo>
                <a:lnTo>
                  <a:pt x="689" y="123"/>
                </a:lnTo>
                <a:lnTo>
                  <a:pt x="689" y="124"/>
                </a:lnTo>
                <a:lnTo>
                  <a:pt x="689" y="125"/>
                </a:lnTo>
                <a:lnTo>
                  <a:pt x="690" y="125"/>
                </a:lnTo>
                <a:lnTo>
                  <a:pt x="690" y="126"/>
                </a:lnTo>
                <a:lnTo>
                  <a:pt x="691" y="126"/>
                </a:lnTo>
                <a:lnTo>
                  <a:pt x="692" y="126"/>
                </a:lnTo>
                <a:lnTo>
                  <a:pt x="693" y="126"/>
                </a:lnTo>
                <a:lnTo>
                  <a:pt x="693" y="127"/>
                </a:lnTo>
                <a:lnTo>
                  <a:pt x="693" y="126"/>
                </a:lnTo>
                <a:lnTo>
                  <a:pt x="694" y="126"/>
                </a:lnTo>
                <a:lnTo>
                  <a:pt x="694" y="125"/>
                </a:lnTo>
                <a:lnTo>
                  <a:pt x="695" y="125"/>
                </a:lnTo>
                <a:lnTo>
                  <a:pt x="696" y="125"/>
                </a:lnTo>
                <a:lnTo>
                  <a:pt x="697" y="125"/>
                </a:lnTo>
                <a:lnTo>
                  <a:pt x="697" y="126"/>
                </a:lnTo>
                <a:lnTo>
                  <a:pt x="698" y="126"/>
                </a:lnTo>
                <a:lnTo>
                  <a:pt x="698" y="127"/>
                </a:lnTo>
                <a:lnTo>
                  <a:pt x="698" y="128"/>
                </a:lnTo>
                <a:lnTo>
                  <a:pt x="699" y="129"/>
                </a:lnTo>
                <a:lnTo>
                  <a:pt x="699" y="130"/>
                </a:lnTo>
                <a:lnTo>
                  <a:pt x="699" y="131"/>
                </a:lnTo>
                <a:lnTo>
                  <a:pt x="699" y="132"/>
                </a:lnTo>
                <a:lnTo>
                  <a:pt x="699" y="133"/>
                </a:lnTo>
                <a:lnTo>
                  <a:pt x="698" y="133"/>
                </a:lnTo>
                <a:lnTo>
                  <a:pt x="698" y="134"/>
                </a:lnTo>
                <a:lnTo>
                  <a:pt x="697" y="135"/>
                </a:lnTo>
                <a:lnTo>
                  <a:pt x="696" y="134"/>
                </a:lnTo>
                <a:lnTo>
                  <a:pt x="695" y="135"/>
                </a:lnTo>
                <a:lnTo>
                  <a:pt x="695" y="136"/>
                </a:lnTo>
                <a:lnTo>
                  <a:pt x="694" y="136"/>
                </a:lnTo>
                <a:lnTo>
                  <a:pt x="694" y="137"/>
                </a:lnTo>
                <a:lnTo>
                  <a:pt x="695" y="137"/>
                </a:lnTo>
                <a:lnTo>
                  <a:pt x="695" y="138"/>
                </a:lnTo>
                <a:lnTo>
                  <a:pt x="695" y="139"/>
                </a:lnTo>
                <a:lnTo>
                  <a:pt x="695" y="140"/>
                </a:lnTo>
                <a:lnTo>
                  <a:pt x="696" y="140"/>
                </a:lnTo>
                <a:lnTo>
                  <a:pt x="695" y="140"/>
                </a:lnTo>
                <a:lnTo>
                  <a:pt x="695" y="141"/>
                </a:lnTo>
                <a:lnTo>
                  <a:pt x="696" y="141"/>
                </a:lnTo>
                <a:lnTo>
                  <a:pt x="696" y="142"/>
                </a:lnTo>
                <a:lnTo>
                  <a:pt x="695" y="143"/>
                </a:lnTo>
                <a:lnTo>
                  <a:pt x="695" y="144"/>
                </a:lnTo>
                <a:lnTo>
                  <a:pt x="696" y="143"/>
                </a:lnTo>
                <a:lnTo>
                  <a:pt x="697" y="143"/>
                </a:lnTo>
                <a:lnTo>
                  <a:pt x="697" y="144"/>
                </a:lnTo>
                <a:lnTo>
                  <a:pt x="698" y="144"/>
                </a:lnTo>
                <a:lnTo>
                  <a:pt x="699" y="144"/>
                </a:lnTo>
                <a:lnTo>
                  <a:pt x="700" y="144"/>
                </a:lnTo>
                <a:lnTo>
                  <a:pt x="701" y="144"/>
                </a:lnTo>
                <a:lnTo>
                  <a:pt x="702" y="144"/>
                </a:lnTo>
                <a:lnTo>
                  <a:pt x="702" y="145"/>
                </a:lnTo>
                <a:lnTo>
                  <a:pt x="701" y="145"/>
                </a:lnTo>
                <a:lnTo>
                  <a:pt x="700" y="145"/>
                </a:lnTo>
                <a:lnTo>
                  <a:pt x="699" y="145"/>
                </a:lnTo>
                <a:lnTo>
                  <a:pt x="699" y="146"/>
                </a:lnTo>
                <a:lnTo>
                  <a:pt x="698" y="146"/>
                </a:lnTo>
                <a:lnTo>
                  <a:pt x="698" y="147"/>
                </a:lnTo>
                <a:lnTo>
                  <a:pt x="698" y="148"/>
                </a:lnTo>
                <a:lnTo>
                  <a:pt x="699" y="148"/>
                </a:lnTo>
                <a:lnTo>
                  <a:pt x="700" y="149"/>
                </a:lnTo>
                <a:lnTo>
                  <a:pt x="699" y="150"/>
                </a:lnTo>
                <a:lnTo>
                  <a:pt x="699" y="151"/>
                </a:lnTo>
                <a:lnTo>
                  <a:pt x="700" y="151"/>
                </a:lnTo>
                <a:lnTo>
                  <a:pt x="699" y="151"/>
                </a:lnTo>
                <a:lnTo>
                  <a:pt x="699" y="152"/>
                </a:lnTo>
                <a:lnTo>
                  <a:pt x="699" y="153"/>
                </a:lnTo>
                <a:lnTo>
                  <a:pt x="700" y="153"/>
                </a:lnTo>
                <a:lnTo>
                  <a:pt x="700" y="154"/>
                </a:lnTo>
                <a:lnTo>
                  <a:pt x="699" y="154"/>
                </a:lnTo>
                <a:lnTo>
                  <a:pt x="699" y="155"/>
                </a:lnTo>
                <a:lnTo>
                  <a:pt x="701" y="155"/>
                </a:lnTo>
                <a:lnTo>
                  <a:pt x="701" y="156"/>
                </a:lnTo>
                <a:lnTo>
                  <a:pt x="700" y="156"/>
                </a:lnTo>
                <a:lnTo>
                  <a:pt x="700" y="158"/>
                </a:lnTo>
                <a:lnTo>
                  <a:pt x="701" y="159"/>
                </a:lnTo>
                <a:lnTo>
                  <a:pt x="701" y="160"/>
                </a:lnTo>
                <a:lnTo>
                  <a:pt x="701" y="161"/>
                </a:lnTo>
                <a:lnTo>
                  <a:pt x="701" y="162"/>
                </a:lnTo>
                <a:lnTo>
                  <a:pt x="700" y="163"/>
                </a:lnTo>
                <a:lnTo>
                  <a:pt x="701" y="164"/>
                </a:lnTo>
                <a:lnTo>
                  <a:pt x="701" y="165"/>
                </a:lnTo>
                <a:lnTo>
                  <a:pt x="700" y="166"/>
                </a:lnTo>
                <a:lnTo>
                  <a:pt x="699" y="166"/>
                </a:lnTo>
                <a:lnTo>
                  <a:pt x="698" y="168"/>
                </a:lnTo>
                <a:lnTo>
                  <a:pt x="697" y="168"/>
                </a:lnTo>
                <a:lnTo>
                  <a:pt x="696" y="169"/>
                </a:lnTo>
                <a:lnTo>
                  <a:pt x="695" y="169"/>
                </a:lnTo>
                <a:lnTo>
                  <a:pt x="696" y="170"/>
                </a:lnTo>
                <a:lnTo>
                  <a:pt x="695" y="170"/>
                </a:lnTo>
                <a:lnTo>
                  <a:pt x="695" y="171"/>
                </a:lnTo>
                <a:lnTo>
                  <a:pt x="695" y="172"/>
                </a:lnTo>
                <a:lnTo>
                  <a:pt x="694" y="172"/>
                </a:lnTo>
                <a:lnTo>
                  <a:pt x="695" y="172"/>
                </a:lnTo>
                <a:lnTo>
                  <a:pt x="696" y="172"/>
                </a:lnTo>
                <a:lnTo>
                  <a:pt x="696" y="173"/>
                </a:lnTo>
                <a:lnTo>
                  <a:pt x="696" y="174"/>
                </a:lnTo>
                <a:lnTo>
                  <a:pt x="697" y="174"/>
                </a:lnTo>
                <a:lnTo>
                  <a:pt x="697" y="175"/>
                </a:lnTo>
                <a:lnTo>
                  <a:pt x="697" y="176"/>
                </a:lnTo>
                <a:lnTo>
                  <a:pt x="696" y="176"/>
                </a:lnTo>
                <a:lnTo>
                  <a:pt x="696" y="177"/>
                </a:lnTo>
                <a:lnTo>
                  <a:pt x="696" y="178"/>
                </a:lnTo>
                <a:lnTo>
                  <a:pt x="695" y="178"/>
                </a:lnTo>
                <a:lnTo>
                  <a:pt x="695" y="177"/>
                </a:lnTo>
                <a:lnTo>
                  <a:pt x="695" y="178"/>
                </a:lnTo>
                <a:lnTo>
                  <a:pt x="695" y="179"/>
                </a:lnTo>
                <a:lnTo>
                  <a:pt x="694" y="179"/>
                </a:lnTo>
                <a:lnTo>
                  <a:pt x="695" y="180"/>
                </a:lnTo>
                <a:lnTo>
                  <a:pt x="695" y="181"/>
                </a:lnTo>
                <a:lnTo>
                  <a:pt x="694" y="182"/>
                </a:lnTo>
                <a:lnTo>
                  <a:pt x="694" y="183"/>
                </a:lnTo>
                <a:lnTo>
                  <a:pt x="694" y="184"/>
                </a:lnTo>
                <a:lnTo>
                  <a:pt x="694" y="185"/>
                </a:lnTo>
                <a:lnTo>
                  <a:pt x="693" y="186"/>
                </a:lnTo>
                <a:lnTo>
                  <a:pt x="693" y="187"/>
                </a:lnTo>
                <a:lnTo>
                  <a:pt x="692" y="188"/>
                </a:lnTo>
                <a:lnTo>
                  <a:pt x="691" y="188"/>
                </a:lnTo>
                <a:lnTo>
                  <a:pt x="691" y="189"/>
                </a:lnTo>
                <a:lnTo>
                  <a:pt x="691" y="190"/>
                </a:lnTo>
                <a:lnTo>
                  <a:pt x="690" y="190"/>
                </a:lnTo>
                <a:lnTo>
                  <a:pt x="690" y="189"/>
                </a:lnTo>
                <a:lnTo>
                  <a:pt x="690" y="187"/>
                </a:lnTo>
                <a:lnTo>
                  <a:pt x="689" y="187"/>
                </a:lnTo>
                <a:lnTo>
                  <a:pt x="689" y="186"/>
                </a:lnTo>
                <a:lnTo>
                  <a:pt x="688" y="186"/>
                </a:lnTo>
                <a:lnTo>
                  <a:pt x="687" y="186"/>
                </a:lnTo>
                <a:lnTo>
                  <a:pt x="686" y="185"/>
                </a:lnTo>
                <a:lnTo>
                  <a:pt x="685" y="185"/>
                </a:lnTo>
                <a:lnTo>
                  <a:pt x="683" y="185"/>
                </a:lnTo>
                <a:lnTo>
                  <a:pt x="683" y="186"/>
                </a:lnTo>
                <a:lnTo>
                  <a:pt x="682" y="186"/>
                </a:lnTo>
                <a:lnTo>
                  <a:pt x="681" y="185"/>
                </a:lnTo>
                <a:lnTo>
                  <a:pt x="680" y="185"/>
                </a:lnTo>
                <a:lnTo>
                  <a:pt x="679" y="185"/>
                </a:lnTo>
                <a:lnTo>
                  <a:pt x="679" y="186"/>
                </a:lnTo>
                <a:lnTo>
                  <a:pt x="678" y="186"/>
                </a:lnTo>
                <a:lnTo>
                  <a:pt x="677" y="186"/>
                </a:lnTo>
                <a:lnTo>
                  <a:pt x="677" y="187"/>
                </a:lnTo>
                <a:lnTo>
                  <a:pt x="678" y="187"/>
                </a:lnTo>
                <a:lnTo>
                  <a:pt x="677" y="187"/>
                </a:lnTo>
                <a:lnTo>
                  <a:pt x="676" y="187"/>
                </a:lnTo>
                <a:lnTo>
                  <a:pt x="675" y="189"/>
                </a:lnTo>
                <a:lnTo>
                  <a:pt x="673" y="189"/>
                </a:lnTo>
                <a:lnTo>
                  <a:pt x="673" y="190"/>
                </a:lnTo>
                <a:lnTo>
                  <a:pt x="672" y="190"/>
                </a:lnTo>
                <a:lnTo>
                  <a:pt x="671" y="191"/>
                </a:lnTo>
                <a:lnTo>
                  <a:pt x="670" y="191"/>
                </a:lnTo>
                <a:lnTo>
                  <a:pt x="670" y="192"/>
                </a:lnTo>
                <a:lnTo>
                  <a:pt x="669" y="192"/>
                </a:lnTo>
                <a:lnTo>
                  <a:pt x="668" y="192"/>
                </a:lnTo>
                <a:lnTo>
                  <a:pt x="668" y="193"/>
                </a:lnTo>
                <a:lnTo>
                  <a:pt x="667" y="193"/>
                </a:lnTo>
                <a:lnTo>
                  <a:pt x="667" y="194"/>
                </a:lnTo>
                <a:lnTo>
                  <a:pt x="666" y="194"/>
                </a:lnTo>
                <a:lnTo>
                  <a:pt x="665" y="194"/>
                </a:lnTo>
                <a:lnTo>
                  <a:pt x="665" y="195"/>
                </a:lnTo>
                <a:lnTo>
                  <a:pt x="665" y="196"/>
                </a:lnTo>
                <a:lnTo>
                  <a:pt x="664" y="197"/>
                </a:lnTo>
                <a:lnTo>
                  <a:pt x="663" y="197"/>
                </a:lnTo>
                <a:lnTo>
                  <a:pt x="662" y="198"/>
                </a:lnTo>
                <a:lnTo>
                  <a:pt x="661" y="198"/>
                </a:lnTo>
                <a:lnTo>
                  <a:pt x="660" y="197"/>
                </a:lnTo>
                <a:lnTo>
                  <a:pt x="660" y="196"/>
                </a:lnTo>
                <a:lnTo>
                  <a:pt x="660" y="194"/>
                </a:lnTo>
                <a:lnTo>
                  <a:pt x="660" y="193"/>
                </a:lnTo>
                <a:lnTo>
                  <a:pt x="659" y="193"/>
                </a:lnTo>
                <a:lnTo>
                  <a:pt x="658" y="192"/>
                </a:lnTo>
                <a:lnTo>
                  <a:pt x="656" y="192"/>
                </a:lnTo>
                <a:lnTo>
                  <a:pt x="656" y="193"/>
                </a:lnTo>
                <a:lnTo>
                  <a:pt x="654" y="195"/>
                </a:lnTo>
                <a:lnTo>
                  <a:pt x="653" y="195"/>
                </a:lnTo>
                <a:lnTo>
                  <a:pt x="652" y="194"/>
                </a:lnTo>
                <a:lnTo>
                  <a:pt x="651" y="192"/>
                </a:lnTo>
                <a:lnTo>
                  <a:pt x="651" y="193"/>
                </a:lnTo>
                <a:lnTo>
                  <a:pt x="650" y="193"/>
                </a:lnTo>
                <a:lnTo>
                  <a:pt x="649" y="193"/>
                </a:lnTo>
                <a:lnTo>
                  <a:pt x="648" y="193"/>
                </a:lnTo>
                <a:lnTo>
                  <a:pt x="647" y="193"/>
                </a:lnTo>
                <a:lnTo>
                  <a:pt x="645" y="194"/>
                </a:lnTo>
                <a:lnTo>
                  <a:pt x="644" y="195"/>
                </a:lnTo>
                <a:lnTo>
                  <a:pt x="643" y="195"/>
                </a:lnTo>
                <a:lnTo>
                  <a:pt x="642" y="195"/>
                </a:lnTo>
                <a:lnTo>
                  <a:pt x="640" y="195"/>
                </a:lnTo>
                <a:lnTo>
                  <a:pt x="639" y="196"/>
                </a:lnTo>
                <a:lnTo>
                  <a:pt x="638" y="196"/>
                </a:lnTo>
                <a:lnTo>
                  <a:pt x="636" y="195"/>
                </a:lnTo>
                <a:lnTo>
                  <a:pt x="635" y="194"/>
                </a:lnTo>
                <a:lnTo>
                  <a:pt x="634" y="194"/>
                </a:lnTo>
                <a:lnTo>
                  <a:pt x="633" y="194"/>
                </a:lnTo>
                <a:lnTo>
                  <a:pt x="632" y="194"/>
                </a:lnTo>
                <a:lnTo>
                  <a:pt x="632" y="193"/>
                </a:lnTo>
                <a:lnTo>
                  <a:pt x="631" y="193"/>
                </a:lnTo>
                <a:lnTo>
                  <a:pt x="631" y="192"/>
                </a:lnTo>
                <a:lnTo>
                  <a:pt x="629" y="188"/>
                </a:lnTo>
                <a:lnTo>
                  <a:pt x="629" y="187"/>
                </a:lnTo>
                <a:lnTo>
                  <a:pt x="628" y="187"/>
                </a:lnTo>
                <a:lnTo>
                  <a:pt x="628" y="186"/>
                </a:lnTo>
                <a:lnTo>
                  <a:pt x="628" y="185"/>
                </a:lnTo>
                <a:lnTo>
                  <a:pt x="627" y="185"/>
                </a:lnTo>
                <a:lnTo>
                  <a:pt x="627" y="186"/>
                </a:lnTo>
                <a:lnTo>
                  <a:pt x="625" y="185"/>
                </a:lnTo>
                <a:lnTo>
                  <a:pt x="622" y="184"/>
                </a:lnTo>
                <a:lnTo>
                  <a:pt x="622" y="183"/>
                </a:lnTo>
                <a:lnTo>
                  <a:pt x="621" y="183"/>
                </a:lnTo>
                <a:lnTo>
                  <a:pt x="621" y="182"/>
                </a:lnTo>
                <a:lnTo>
                  <a:pt x="620" y="182"/>
                </a:lnTo>
                <a:lnTo>
                  <a:pt x="620" y="181"/>
                </a:lnTo>
                <a:lnTo>
                  <a:pt x="619" y="181"/>
                </a:lnTo>
                <a:lnTo>
                  <a:pt x="618" y="181"/>
                </a:lnTo>
                <a:lnTo>
                  <a:pt x="618" y="180"/>
                </a:lnTo>
                <a:lnTo>
                  <a:pt x="617" y="180"/>
                </a:lnTo>
                <a:lnTo>
                  <a:pt x="617" y="181"/>
                </a:lnTo>
                <a:lnTo>
                  <a:pt x="616" y="180"/>
                </a:lnTo>
                <a:lnTo>
                  <a:pt x="615" y="180"/>
                </a:lnTo>
                <a:lnTo>
                  <a:pt x="614" y="181"/>
                </a:lnTo>
                <a:lnTo>
                  <a:pt x="614" y="182"/>
                </a:lnTo>
                <a:lnTo>
                  <a:pt x="614" y="183"/>
                </a:lnTo>
                <a:lnTo>
                  <a:pt x="614" y="184"/>
                </a:lnTo>
                <a:lnTo>
                  <a:pt x="612" y="186"/>
                </a:lnTo>
                <a:lnTo>
                  <a:pt x="611" y="186"/>
                </a:lnTo>
                <a:lnTo>
                  <a:pt x="611" y="187"/>
                </a:lnTo>
                <a:lnTo>
                  <a:pt x="610" y="188"/>
                </a:lnTo>
                <a:lnTo>
                  <a:pt x="609" y="190"/>
                </a:lnTo>
                <a:lnTo>
                  <a:pt x="608" y="191"/>
                </a:lnTo>
                <a:lnTo>
                  <a:pt x="607" y="191"/>
                </a:lnTo>
                <a:lnTo>
                  <a:pt x="607" y="192"/>
                </a:lnTo>
                <a:lnTo>
                  <a:pt x="606" y="193"/>
                </a:lnTo>
                <a:lnTo>
                  <a:pt x="605" y="194"/>
                </a:lnTo>
                <a:lnTo>
                  <a:pt x="606" y="194"/>
                </a:lnTo>
                <a:lnTo>
                  <a:pt x="607" y="196"/>
                </a:lnTo>
                <a:lnTo>
                  <a:pt x="606" y="197"/>
                </a:lnTo>
                <a:lnTo>
                  <a:pt x="605" y="198"/>
                </a:lnTo>
                <a:lnTo>
                  <a:pt x="604" y="198"/>
                </a:lnTo>
                <a:lnTo>
                  <a:pt x="603" y="197"/>
                </a:lnTo>
                <a:lnTo>
                  <a:pt x="603" y="198"/>
                </a:lnTo>
                <a:lnTo>
                  <a:pt x="603" y="199"/>
                </a:lnTo>
                <a:lnTo>
                  <a:pt x="602" y="199"/>
                </a:lnTo>
                <a:lnTo>
                  <a:pt x="601" y="198"/>
                </a:lnTo>
                <a:lnTo>
                  <a:pt x="600" y="198"/>
                </a:lnTo>
                <a:lnTo>
                  <a:pt x="600" y="200"/>
                </a:lnTo>
                <a:lnTo>
                  <a:pt x="599" y="200"/>
                </a:lnTo>
                <a:lnTo>
                  <a:pt x="599" y="201"/>
                </a:lnTo>
                <a:lnTo>
                  <a:pt x="598" y="200"/>
                </a:lnTo>
                <a:lnTo>
                  <a:pt x="597" y="199"/>
                </a:lnTo>
                <a:lnTo>
                  <a:pt x="596" y="198"/>
                </a:lnTo>
                <a:lnTo>
                  <a:pt x="596" y="197"/>
                </a:lnTo>
                <a:lnTo>
                  <a:pt x="595" y="196"/>
                </a:lnTo>
                <a:lnTo>
                  <a:pt x="595" y="195"/>
                </a:lnTo>
                <a:lnTo>
                  <a:pt x="595" y="194"/>
                </a:lnTo>
                <a:lnTo>
                  <a:pt x="594" y="194"/>
                </a:lnTo>
                <a:lnTo>
                  <a:pt x="594" y="193"/>
                </a:lnTo>
                <a:lnTo>
                  <a:pt x="593" y="193"/>
                </a:lnTo>
                <a:lnTo>
                  <a:pt x="592" y="193"/>
                </a:lnTo>
                <a:lnTo>
                  <a:pt x="592" y="194"/>
                </a:lnTo>
                <a:lnTo>
                  <a:pt x="591" y="194"/>
                </a:lnTo>
                <a:lnTo>
                  <a:pt x="591" y="193"/>
                </a:lnTo>
                <a:lnTo>
                  <a:pt x="590" y="193"/>
                </a:lnTo>
                <a:lnTo>
                  <a:pt x="589" y="192"/>
                </a:lnTo>
                <a:lnTo>
                  <a:pt x="589" y="191"/>
                </a:lnTo>
                <a:lnTo>
                  <a:pt x="587" y="191"/>
                </a:lnTo>
                <a:lnTo>
                  <a:pt x="586" y="190"/>
                </a:lnTo>
                <a:lnTo>
                  <a:pt x="585" y="189"/>
                </a:lnTo>
                <a:lnTo>
                  <a:pt x="585" y="188"/>
                </a:lnTo>
                <a:lnTo>
                  <a:pt x="585" y="186"/>
                </a:lnTo>
                <a:lnTo>
                  <a:pt x="585" y="185"/>
                </a:lnTo>
                <a:lnTo>
                  <a:pt x="585" y="184"/>
                </a:lnTo>
                <a:lnTo>
                  <a:pt x="584" y="184"/>
                </a:lnTo>
                <a:lnTo>
                  <a:pt x="583" y="184"/>
                </a:lnTo>
                <a:lnTo>
                  <a:pt x="582" y="185"/>
                </a:lnTo>
                <a:lnTo>
                  <a:pt x="581" y="185"/>
                </a:lnTo>
                <a:lnTo>
                  <a:pt x="581" y="184"/>
                </a:lnTo>
                <a:lnTo>
                  <a:pt x="581" y="185"/>
                </a:lnTo>
                <a:lnTo>
                  <a:pt x="580" y="185"/>
                </a:lnTo>
                <a:lnTo>
                  <a:pt x="580" y="184"/>
                </a:lnTo>
                <a:lnTo>
                  <a:pt x="579" y="184"/>
                </a:lnTo>
                <a:lnTo>
                  <a:pt x="579" y="183"/>
                </a:lnTo>
                <a:lnTo>
                  <a:pt x="578" y="183"/>
                </a:lnTo>
                <a:lnTo>
                  <a:pt x="577" y="182"/>
                </a:lnTo>
                <a:lnTo>
                  <a:pt x="577" y="183"/>
                </a:lnTo>
                <a:lnTo>
                  <a:pt x="577" y="184"/>
                </a:lnTo>
                <a:lnTo>
                  <a:pt x="577" y="186"/>
                </a:lnTo>
                <a:lnTo>
                  <a:pt x="576" y="186"/>
                </a:lnTo>
                <a:lnTo>
                  <a:pt x="576" y="187"/>
                </a:lnTo>
                <a:lnTo>
                  <a:pt x="576" y="188"/>
                </a:lnTo>
                <a:lnTo>
                  <a:pt x="575" y="188"/>
                </a:lnTo>
                <a:lnTo>
                  <a:pt x="575" y="189"/>
                </a:lnTo>
                <a:lnTo>
                  <a:pt x="575" y="190"/>
                </a:lnTo>
                <a:lnTo>
                  <a:pt x="575" y="191"/>
                </a:lnTo>
                <a:lnTo>
                  <a:pt x="575" y="192"/>
                </a:lnTo>
                <a:lnTo>
                  <a:pt x="575" y="193"/>
                </a:lnTo>
                <a:lnTo>
                  <a:pt x="574" y="193"/>
                </a:lnTo>
                <a:lnTo>
                  <a:pt x="573" y="193"/>
                </a:lnTo>
                <a:lnTo>
                  <a:pt x="572" y="194"/>
                </a:lnTo>
                <a:lnTo>
                  <a:pt x="572" y="195"/>
                </a:lnTo>
                <a:lnTo>
                  <a:pt x="572" y="196"/>
                </a:lnTo>
                <a:lnTo>
                  <a:pt x="571" y="197"/>
                </a:lnTo>
                <a:lnTo>
                  <a:pt x="571" y="198"/>
                </a:lnTo>
                <a:lnTo>
                  <a:pt x="571" y="199"/>
                </a:lnTo>
                <a:lnTo>
                  <a:pt x="570" y="198"/>
                </a:lnTo>
                <a:lnTo>
                  <a:pt x="569" y="198"/>
                </a:lnTo>
                <a:lnTo>
                  <a:pt x="569" y="199"/>
                </a:lnTo>
                <a:lnTo>
                  <a:pt x="569" y="200"/>
                </a:lnTo>
                <a:lnTo>
                  <a:pt x="568" y="200"/>
                </a:lnTo>
                <a:lnTo>
                  <a:pt x="567" y="201"/>
                </a:lnTo>
                <a:lnTo>
                  <a:pt x="566" y="200"/>
                </a:lnTo>
                <a:lnTo>
                  <a:pt x="565" y="201"/>
                </a:lnTo>
                <a:lnTo>
                  <a:pt x="565" y="202"/>
                </a:lnTo>
                <a:lnTo>
                  <a:pt x="564" y="202"/>
                </a:lnTo>
                <a:lnTo>
                  <a:pt x="564" y="203"/>
                </a:lnTo>
                <a:lnTo>
                  <a:pt x="565" y="203"/>
                </a:lnTo>
                <a:lnTo>
                  <a:pt x="564" y="203"/>
                </a:lnTo>
                <a:lnTo>
                  <a:pt x="564" y="204"/>
                </a:lnTo>
                <a:lnTo>
                  <a:pt x="563" y="204"/>
                </a:lnTo>
                <a:lnTo>
                  <a:pt x="563" y="205"/>
                </a:lnTo>
                <a:lnTo>
                  <a:pt x="562" y="205"/>
                </a:lnTo>
                <a:lnTo>
                  <a:pt x="562" y="206"/>
                </a:lnTo>
                <a:lnTo>
                  <a:pt x="561" y="206"/>
                </a:lnTo>
                <a:lnTo>
                  <a:pt x="561" y="207"/>
                </a:lnTo>
                <a:lnTo>
                  <a:pt x="560" y="207"/>
                </a:lnTo>
                <a:lnTo>
                  <a:pt x="560" y="208"/>
                </a:lnTo>
                <a:lnTo>
                  <a:pt x="560" y="209"/>
                </a:lnTo>
                <a:lnTo>
                  <a:pt x="559" y="209"/>
                </a:lnTo>
                <a:lnTo>
                  <a:pt x="559" y="210"/>
                </a:lnTo>
                <a:lnTo>
                  <a:pt x="558" y="210"/>
                </a:lnTo>
                <a:lnTo>
                  <a:pt x="558" y="211"/>
                </a:lnTo>
                <a:lnTo>
                  <a:pt x="558" y="212"/>
                </a:lnTo>
                <a:lnTo>
                  <a:pt x="558" y="211"/>
                </a:lnTo>
                <a:lnTo>
                  <a:pt x="557" y="211"/>
                </a:lnTo>
                <a:lnTo>
                  <a:pt x="557" y="212"/>
                </a:lnTo>
                <a:lnTo>
                  <a:pt x="557" y="213"/>
                </a:lnTo>
                <a:lnTo>
                  <a:pt x="557" y="214"/>
                </a:lnTo>
                <a:lnTo>
                  <a:pt x="556" y="214"/>
                </a:lnTo>
                <a:lnTo>
                  <a:pt x="556" y="215"/>
                </a:lnTo>
                <a:lnTo>
                  <a:pt x="555" y="214"/>
                </a:lnTo>
                <a:lnTo>
                  <a:pt x="554" y="214"/>
                </a:lnTo>
                <a:lnTo>
                  <a:pt x="553" y="215"/>
                </a:lnTo>
                <a:lnTo>
                  <a:pt x="552" y="215"/>
                </a:lnTo>
                <a:lnTo>
                  <a:pt x="551" y="215"/>
                </a:lnTo>
                <a:lnTo>
                  <a:pt x="550" y="215"/>
                </a:lnTo>
                <a:lnTo>
                  <a:pt x="550" y="216"/>
                </a:lnTo>
                <a:lnTo>
                  <a:pt x="549" y="217"/>
                </a:lnTo>
                <a:lnTo>
                  <a:pt x="549" y="218"/>
                </a:lnTo>
                <a:lnTo>
                  <a:pt x="550" y="218"/>
                </a:lnTo>
                <a:lnTo>
                  <a:pt x="551" y="219"/>
                </a:lnTo>
                <a:lnTo>
                  <a:pt x="551" y="218"/>
                </a:lnTo>
                <a:lnTo>
                  <a:pt x="552" y="218"/>
                </a:lnTo>
                <a:lnTo>
                  <a:pt x="552" y="219"/>
                </a:lnTo>
                <a:lnTo>
                  <a:pt x="553" y="220"/>
                </a:lnTo>
                <a:lnTo>
                  <a:pt x="553" y="221"/>
                </a:lnTo>
                <a:lnTo>
                  <a:pt x="552" y="221"/>
                </a:lnTo>
                <a:lnTo>
                  <a:pt x="551" y="221"/>
                </a:lnTo>
                <a:lnTo>
                  <a:pt x="552" y="221"/>
                </a:lnTo>
                <a:lnTo>
                  <a:pt x="551" y="221"/>
                </a:lnTo>
                <a:lnTo>
                  <a:pt x="550" y="221"/>
                </a:lnTo>
                <a:lnTo>
                  <a:pt x="549" y="220"/>
                </a:lnTo>
                <a:lnTo>
                  <a:pt x="548" y="220"/>
                </a:lnTo>
                <a:lnTo>
                  <a:pt x="548" y="221"/>
                </a:lnTo>
                <a:lnTo>
                  <a:pt x="547" y="221"/>
                </a:lnTo>
                <a:lnTo>
                  <a:pt x="547" y="222"/>
                </a:lnTo>
                <a:lnTo>
                  <a:pt x="548" y="222"/>
                </a:lnTo>
                <a:lnTo>
                  <a:pt x="548" y="223"/>
                </a:lnTo>
                <a:lnTo>
                  <a:pt x="549" y="224"/>
                </a:lnTo>
                <a:lnTo>
                  <a:pt x="550" y="224"/>
                </a:lnTo>
                <a:lnTo>
                  <a:pt x="550" y="225"/>
                </a:lnTo>
                <a:lnTo>
                  <a:pt x="550" y="226"/>
                </a:lnTo>
                <a:lnTo>
                  <a:pt x="549" y="226"/>
                </a:lnTo>
                <a:lnTo>
                  <a:pt x="549" y="227"/>
                </a:lnTo>
                <a:lnTo>
                  <a:pt x="548" y="227"/>
                </a:lnTo>
                <a:lnTo>
                  <a:pt x="549" y="227"/>
                </a:lnTo>
                <a:lnTo>
                  <a:pt x="550" y="227"/>
                </a:lnTo>
                <a:lnTo>
                  <a:pt x="550" y="226"/>
                </a:lnTo>
                <a:lnTo>
                  <a:pt x="551" y="226"/>
                </a:lnTo>
                <a:lnTo>
                  <a:pt x="552" y="225"/>
                </a:lnTo>
                <a:lnTo>
                  <a:pt x="552" y="224"/>
                </a:lnTo>
                <a:lnTo>
                  <a:pt x="553" y="224"/>
                </a:lnTo>
                <a:lnTo>
                  <a:pt x="554" y="223"/>
                </a:lnTo>
                <a:lnTo>
                  <a:pt x="554" y="222"/>
                </a:lnTo>
                <a:lnTo>
                  <a:pt x="555" y="222"/>
                </a:lnTo>
                <a:lnTo>
                  <a:pt x="556" y="223"/>
                </a:lnTo>
                <a:lnTo>
                  <a:pt x="557" y="223"/>
                </a:lnTo>
                <a:lnTo>
                  <a:pt x="557" y="224"/>
                </a:lnTo>
                <a:lnTo>
                  <a:pt x="558" y="224"/>
                </a:lnTo>
                <a:lnTo>
                  <a:pt x="558" y="225"/>
                </a:lnTo>
                <a:lnTo>
                  <a:pt x="559" y="225"/>
                </a:lnTo>
                <a:lnTo>
                  <a:pt x="559" y="226"/>
                </a:lnTo>
                <a:lnTo>
                  <a:pt x="559" y="227"/>
                </a:lnTo>
                <a:lnTo>
                  <a:pt x="560" y="228"/>
                </a:lnTo>
                <a:lnTo>
                  <a:pt x="560" y="229"/>
                </a:lnTo>
                <a:lnTo>
                  <a:pt x="561" y="229"/>
                </a:lnTo>
                <a:lnTo>
                  <a:pt x="561" y="230"/>
                </a:lnTo>
                <a:lnTo>
                  <a:pt x="561" y="231"/>
                </a:lnTo>
                <a:lnTo>
                  <a:pt x="561" y="232"/>
                </a:lnTo>
                <a:lnTo>
                  <a:pt x="562" y="232"/>
                </a:lnTo>
                <a:lnTo>
                  <a:pt x="563" y="232"/>
                </a:lnTo>
                <a:lnTo>
                  <a:pt x="563" y="233"/>
                </a:lnTo>
                <a:lnTo>
                  <a:pt x="563" y="234"/>
                </a:lnTo>
                <a:lnTo>
                  <a:pt x="563" y="235"/>
                </a:lnTo>
                <a:lnTo>
                  <a:pt x="563" y="236"/>
                </a:lnTo>
                <a:lnTo>
                  <a:pt x="562" y="236"/>
                </a:lnTo>
                <a:lnTo>
                  <a:pt x="562" y="237"/>
                </a:lnTo>
                <a:lnTo>
                  <a:pt x="562" y="238"/>
                </a:lnTo>
                <a:lnTo>
                  <a:pt x="562" y="239"/>
                </a:lnTo>
                <a:lnTo>
                  <a:pt x="563" y="240"/>
                </a:lnTo>
                <a:lnTo>
                  <a:pt x="563" y="241"/>
                </a:lnTo>
                <a:lnTo>
                  <a:pt x="562" y="241"/>
                </a:lnTo>
                <a:lnTo>
                  <a:pt x="561" y="242"/>
                </a:lnTo>
                <a:lnTo>
                  <a:pt x="560" y="242"/>
                </a:lnTo>
                <a:lnTo>
                  <a:pt x="559" y="242"/>
                </a:lnTo>
                <a:lnTo>
                  <a:pt x="558" y="243"/>
                </a:lnTo>
                <a:lnTo>
                  <a:pt x="558" y="244"/>
                </a:lnTo>
                <a:lnTo>
                  <a:pt x="558" y="245"/>
                </a:lnTo>
                <a:lnTo>
                  <a:pt x="557" y="245"/>
                </a:lnTo>
                <a:lnTo>
                  <a:pt x="557" y="247"/>
                </a:lnTo>
                <a:lnTo>
                  <a:pt x="557" y="248"/>
                </a:lnTo>
                <a:lnTo>
                  <a:pt x="557" y="249"/>
                </a:lnTo>
                <a:lnTo>
                  <a:pt x="557" y="250"/>
                </a:lnTo>
                <a:lnTo>
                  <a:pt x="558" y="250"/>
                </a:lnTo>
                <a:lnTo>
                  <a:pt x="558" y="251"/>
                </a:lnTo>
                <a:lnTo>
                  <a:pt x="558" y="252"/>
                </a:lnTo>
                <a:lnTo>
                  <a:pt x="558" y="253"/>
                </a:lnTo>
                <a:lnTo>
                  <a:pt x="559" y="254"/>
                </a:lnTo>
                <a:lnTo>
                  <a:pt x="559" y="255"/>
                </a:lnTo>
                <a:lnTo>
                  <a:pt x="560" y="255"/>
                </a:lnTo>
                <a:lnTo>
                  <a:pt x="560" y="256"/>
                </a:lnTo>
                <a:lnTo>
                  <a:pt x="561" y="256"/>
                </a:lnTo>
                <a:lnTo>
                  <a:pt x="561" y="255"/>
                </a:lnTo>
                <a:lnTo>
                  <a:pt x="562" y="255"/>
                </a:lnTo>
                <a:lnTo>
                  <a:pt x="563" y="256"/>
                </a:lnTo>
                <a:lnTo>
                  <a:pt x="563" y="257"/>
                </a:lnTo>
                <a:lnTo>
                  <a:pt x="562" y="258"/>
                </a:lnTo>
                <a:lnTo>
                  <a:pt x="562" y="259"/>
                </a:lnTo>
                <a:lnTo>
                  <a:pt x="562" y="260"/>
                </a:lnTo>
                <a:lnTo>
                  <a:pt x="562" y="261"/>
                </a:lnTo>
                <a:lnTo>
                  <a:pt x="562" y="262"/>
                </a:lnTo>
                <a:lnTo>
                  <a:pt x="562" y="264"/>
                </a:lnTo>
                <a:lnTo>
                  <a:pt x="561" y="265"/>
                </a:lnTo>
                <a:lnTo>
                  <a:pt x="561" y="266"/>
                </a:lnTo>
                <a:lnTo>
                  <a:pt x="561" y="267"/>
                </a:lnTo>
                <a:lnTo>
                  <a:pt x="562" y="267"/>
                </a:lnTo>
                <a:lnTo>
                  <a:pt x="562" y="268"/>
                </a:lnTo>
                <a:lnTo>
                  <a:pt x="563" y="269"/>
                </a:lnTo>
                <a:lnTo>
                  <a:pt x="562" y="270"/>
                </a:lnTo>
                <a:lnTo>
                  <a:pt x="562" y="271"/>
                </a:lnTo>
                <a:lnTo>
                  <a:pt x="563" y="271"/>
                </a:lnTo>
                <a:lnTo>
                  <a:pt x="564" y="271"/>
                </a:lnTo>
                <a:lnTo>
                  <a:pt x="565" y="272"/>
                </a:lnTo>
                <a:lnTo>
                  <a:pt x="566" y="273"/>
                </a:lnTo>
                <a:lnTo>
                  <a:pt x="567" y="273"/>
                </a:lnTo>
                <a:lnTo>
                  <a:pt x="567" y="274"/>
                </a:lnTo>
                <a:lnTo>
                  <a:pt x="566" y="274"/>
                </a:lnTo>
                <a:lnTo>
                  <a:pt x="566" y="275"/>
                </a:lnTo>
                <a:lnTo>
                  <a:pt x="567" y="275"/>
                </a:lnTo>
                <a:lnTo>
                  <a:pt x="567" y="276"/>
                </a:lnTo>
                <a:lnTo>
                  <a:pt x="568" y="276"/>
                </a:lnTo>
                <a:lnTo>
                  <a:pt x="569" y="276"/>
                </a:lnTo>
                <a:lnTo>
                  <a:pt x="570" y="276"/>
                </a:lnTo>
                <a:lnTo>
                  <a:pt x="570" y="277"/>
                </a:lnTo>
                <a:lnTo>
                  <a:pt x="571" y="277"/>
                </a:lnTo>
                <a:lnTo>
                  <a:pt x="571" y="278"/>
                </a:lnTo>
                <a:lnTo>
                  <a:pt x="572" y="277"/>
                </a:lnTo>
                <a:lnTo>
                  <a:pt x="573" y="277"/>
                </a:lnTo>
                <a:lnTo>
                  <a:pt x="574" y="277"/>
                </a:lnTo>
                <a:lnTo>
                  <a:pt x="575" y="277"/>
                </a:lnTo>
                <a:lnTo>
                  <a:pt x="575" y="278"/>
                </a:lnTo>
                <a:lnTo>
                  <a:pt x="576" y="278"/>
                </a:lnTo>
                <a:lnTo>
                  <a:pt x="576" y="277"/>
                </a:lnTo>
                <a:lnTo>
                  <a:pt x="577" y="277"/>
                </a:lnTo>
                <a:lnTo>
                  <a:pt x="578" y="277"/>
                </a:lnTo>
                <a:lnTo>
                  <a:pt x="579" y="277"/>
                </a:lnTo>
                <a:lnTo>
                  <a:pt x="580" y="277"/>
                </a:lnTo>
                <a:lnTo>
                  <a:pt x="581" y="277"/>
                </a:lnTo>
                <a:lnTo>
                  <a:pt x="582" y="277"/>
                </a:lnTo>
                <a:lnTo>
                  <a:pt x="583" y="277"/>
                </a:lnTo>
                <a:lnTo>
                  <a:pt x="584" y="277"/>
                </a:lnTo>
                <a:lnTo>
                  <a:pt x="584" y="278"/>
                </a:lnTo>
                <a:lnTo>
                  <a:pt x="585" y="277"/>
                </a:lnTo>
                <a:lnTo>
                  <a:pt x="585" y="278"/>
                </a:lnTo>
                <a:lnTo>
                  <a:pt x="586" y="277"/>
                </a:lnTo>
                <a:lnTo>
                  <a:pt x="586" y="278"/>
                </a:lnTo>
                <a:lnTo>
                  <a:pt x="587" y="278"/>
                </a:lnTo>
                <a:lnTo>
                  <a:pt x="587" y="277"/>
                </a:lnTo>
                <a:lnTo>
                  <a:pt x="587" y="278"/>
                </a:lnTo>
                <a:lnTo>
                  <a:pt x="588" y="278"/>
                </a:lnTo>
                <a:lnTo>
                  <a:pt x="589" y="278"/>
                </a:lnTo>
                <a:lnTo>
                  <a:pt x="589" y="277"/>
                </a:lnTo>
                <a:lnTo>
                  <a:pt x="590" y="277"/>
                </a:lnTo>
                <a:lnTo>
                  <a:pt x="590" y="276"/>
                </a:lnTo>
                <a:lnTo>
                  <a:pt x="590" y="275"/>
                </a:lnTo>
                <a:lnTo>
                  <a:pt x="589" y="274"/>
                </a:lnTo>
                <a:lnTo>
                  <a:pt x="589" y="273"/>
                </a:lnTo>
                <a:lnTo>
                  <a:pt x="589" y="271"/>
                </a:lnTo>
                <a:lnTo>
                  <a:pt x="590" y="271"/>
                </a:lnTo>
                <a:lnTo>
                  <a:pt x="591" y="271"/>
                </a:lnTo>
                <a:lnTo>
                  <a:pt x="591" y="270"/>
                </a:lnTo>
                <a:lnTo>
                  <a:pt x="592" y="269"/>
                </a:lnTo>
                <a:lnTo>
                  <a:pt x="592" y="268"/>
                </a:lnTo>
                <a:lnTo>
                  <a:pt x="593" y="268"/>
                </a:lnTo>
                <a:lnTo>
                  <a:pt x="593" y="267"/>
                </a:lnTo>
                <a:lnTo>
                  <a:pt x="593" y="266"/>
                </a:lnTo>
                <a:lnTo>
                  <a:pt x="594" y="265"/>
                </a:lnTo>
                <a:lnTo>
                  <a:pt x="595" y="264"/>
                </a:lnTo>
                <a:lnTo>
                  <a:pt x="596" y="264"/>
                </a:lnTo>
                <a:lnTo>
                  <a:pt x="597" y="264"/>
                </a:lnTo>
                <a:lnTo>
                  <a:pt x="598" y="264"/>
                </a:lnTo>
                <a:lnTo>
                  <a:pt x="599" y="264"/>
                </a:lnTo>
                <a:lnTo>
                  <a:pt x="599" y="265"/>
                </a:lnTo>
                <a:lnTo>
                  <a:pt x="600" y="265"/>
                </a:lnTo>
                <a:lnTo>
                  <a:pt x="601" y="265"/>
                </a:lnTo>
                <a:lnTo>
                  <a:pt x="601" y="266"/>
                </a:lnTo>
                <a:lnTo>
                  <a:pt x="602" y="266"/>
                </a:lnTo>
                <a:lnTo>
                  <a:pt x="603" y="266"/>
                </a:lnTo>
                <a:lnTo>
                  <a:pt x="604" y="266"/>
                </a:lnTo>
                <a:lnTo>
                  <a:pt x="604" y="267"/>
                </a:lnTo>
                <a:lnTo>
                  <a:pt x="604" y="266"/>
                </a:lnTo>
                <a:lnTo>
                  <a:pt x="605" y="266"/>
                </a:lnTo>
                <a:lnTo>
                  <a:pt x="606" y="266"/>
                </a:lnTo>
                <a:lnTo>
                  <a:pt x="606" y="267"/>
                </a:lnTo>
                <a:lnTo>
                  <a:pt x="607" y="267"/>
                </a:lnTo>
                <a:lnTo>
                  <a:pt x="607" y="266"/>
                </a:lnTo>
                <a:lnTo>
                  <a:pt x="607" y="267"/>
                </a:lnTo>
                <a:lnTo>
                  <a:pt x="608" y="267"/>
                </a:lnTo>
                <a:lnTo>
                  <a:pt x="608" y="266"/>
                </a:lnTo>
                <a:lnTo>
                  <a:pt x="608" y="265"/>
                </a:lnTo>
                <a:lnTo>
                  <a:pt x="609" y="265"/>
                </a:lnTo>
                <a:lnTo>
                  <a:pt x="610" y="265"/>
                </a:lnTo>
                <a:lnTo>
                  <a:pt x="610" y="266"/>
                </a:lnTo>
                <a:lnTo>
                  <a:pt x="611" y="266"/>
                </a:lnTo>
                <a:lnTo>
                  <a:pt x="611" y="267"/>
                </a:lnTo>
                <a:lnTo>
                  <a:pt x="612" y="267"/>
                </a:lnTo>
                <a:lnTo>
                  <a:pt x="613" y="267"/>
                </a:lnTo>
                <a:lnTo>
                  <a:pt x="614" y="267"/>
                </a:lnTo>
                <a:lnTo>
                  <a:pt x="615" y="267"/>
                </a:lnTo>
                <a:lnTo>
                  <a:pt x="615" y="266"/>
                </a:lnTo>
                <a:lnTo>
                  <a:pt x="616" y="266"/>
                </a:lnTo>
                <a:lnTo>
                  <a:pt x="616" y="265"/>
                </a:lnTo>
                <a:lnTo>
                  <a:pt x="616" y="264"/>
                </a:lnTo>
                <a:lnTo>
                  <a:pt x="617" y="264"/>
                </a:lnTo>
                <a:lnTo>
                  <a:pt x="618" y="264"/>
                </a:lnTo>
                <a:lnTo>
                  <a:pt x="618" y="263"/>
                </a:lnTo>
                <a:lnTo>
                  <a:pt x="618" y="262"/>
                </a:lnTo>
                <a:lnTo>
                  <a:pt x="619" y="261"/>
                </a:lnTo>
                <a:lnTo>
                  <a:pt x="619" y="260"/>
                </a:lnTo>
                <a:lnTo>
                  <a:pt x="619" y="258"/>
                </a:lnTo>
                <a:lnTo>
                  <a:pt x="619" y="257"/>
                </a:lnTo>
                <a:lnTo>
                  <a:pt x="620" y="257"/>
                </a:lnTo>
                <a:lnTo>
                  <a:pt x="621" y="257"/>
                </a:lnTo>
                <a:lnTo>
                  <a:pt x="621" y="258"/>
                </a:lnTo>
                <a:lnTo>
                  <a:pt x="622" y="259"/>
                </a:lnTo>
                <a:lnTo>
                  <a:pt x="623" y="260"/>
                </a:lnTo>
                <a:lnTo>
                  <a:pt x="623" y="261"/>
                </a:lnTo>
                <a:lnTo>
                  <a:pt x="624" y="262"/>
                </a:lnTo>
                <a:lnTo>
                  <a:pt x="625" y="263"/>
                </a:lnTo>
                <a:lnTo>
                  <a:pt x="625" y="264"/>
                </a:lnTo>
                <a:lnTo>
                  <a:pt x="625" y="265"/>
                </a:lnTo>
                <a:lnTo>
                  <a:pt x="625" y="266"/>
                </a:lnTo>
                <a:lnTo>
                  <a:pt x="625" y="267"/>
                </a:lnTo>
                <a:lnTo>
                  <a:pt x="625" y="268"/>
                </a:lnTo>
                <a:lnTo>
                  <a:pt x="625" y="269"/>
                </a:lnTo>
                <a:lnTo>
                  <a:pt x="626" y="270"/>
                </a:lnTo>
                <a:lnTo>
                  <a:pt x="627" y="271"/>
                </a:lnTo>
                <a:lnTo>
                  <a:pt x="628" y="270"/>
                </a:lnTo>
                <a:lnTo>
                  <a:pt x="629" y="270"/>
                </a:lnTo>
                <a:lnTo>
                  <a:pt x="631" y="270"/>
                </a:lnTo>
                <a:lnTo>
                  <a:pt x="632" y="270"/>
                </a:lnTo>
                <a:lnTo>
                  <a:pt x="633" y="270"/>
                </a:lnTo>
                <a:lnTo>
                  <a:pt x="634" y="270"/>
                </a:lnTo>
                <a:lnTo>
                  <a:pt x="635" y="271"/>
                </a:lnTo>
                <a:lnTo>
                  <a:pt x="635" y="272"/>
                </a:lnTo>
                <a:lnTo>
                  <a:pt x="636" y="272"/>
                </a:lnTo>
                <a:lnTo>
                  <a:pt x="636" y="273"/>
                </a:lnTo>
                <a:lnTo>
                  <a:pt x="635" y="273"/>
                </a:lnTo>
                <a:lnTo>
                  <a:pt x="635" y="274"/>
                </a:lnTo>
                <a:lnTo>
                  <a:pt x="635" y="275"/>
                </a:lnTo>
                <a:lnTo>
                  <a:pt x="635" y="276"/>
                </a:lnTo>
                <a:lnTo>
                  <a:pt x="636" y="276"/>
                </a:lnTo>
                <a:lnTo>
                  <a:pt x="637" y="277"/>
                </a:lnTo>
                <a:lnTo>
                  <a:pt x="638" y="277"/>
                </a:lnTo>
                <a:lnTo>
                  <a:pt x="638" y="278"/>
                </a:lnTo>
                <a:lnTo>
                  <a:pt x="639" y="278"/>
                </a:lnTo>
                <a:lnTo>
                  <a:pt x="639" y="279"/>
                </a:lnTo>
                <a:lnTo>
                  <a:pt x="640" y="280"/>
                </a:lnTo>
                <a:lnTo>
                  <a:pt x="641" y="281"/>
                </a:lnTo>
                <a:lnTo>
                  <a:pt x="641" y="282"/>
                </a:lnTo>
                <a:lnTo>
                  <a:pt x="640" y="282"/>
                </a:lnTo>
                <a:lnTo>
                  <a:pt x="640" y="283"/>
                </a:lnTo>
                <a:lnTo>
                  <a:pt x="640" y="284"/>
                </a:lnTo>
                <a:lnTo>
                  <a:pt x="641" y="285"/>
                </a:lnTo>
                <a:lnTo>
                  <a:pt x="642" y="285"/>
                </a:lnTo>
                <a:lnTo>
                  <a:pt x="643" y="285"/>
                </a:lnTo>
                <a:lnTo>
                  <a:pt x="643" y="286"/>
                </a:lnTo>
                <a:lnTo>
                  <a:pt x="643" y="288"/>
                </a:lnTo>
                <a:lnTo>
                  <a:pt x="643" y="289"/>
                </a:lnTo>
                <a:lnTo>
                  <a:pt x="644" y="290"/>
                </a:lnTo>
                <a:lnTo>
                  <a:pt x="645" y="291"/>
                </a:lnTo>
                <a:lnTo>
                  <a:pt x="645" y="292"/>
                </a:lnTo>
                <a:lnTo>
                  <a:pt x="645" y="293"/>
                </a:lnTo>
                <a:lnTo>
                  <a:pt x="644" y="293"/>
                </a:lnTo>
                <a:lnTo>
                  <a:pt x="643" y="293"/>
                </a:lnTo>
                <a:lnTo>
                  <a:pt x="643" y="294"/>
                </a:lnTo>
                <a:lnTo>
                  <a:pt x="643" y="295"/>
                </a:lnTo>
                <a:lnTo>
                  <a:pt x="643" y="296"/>
                </a:lnTo>
                <a:lnTo>
                  <a:pt x="642" y="296"/>
                </a:lnTo>
                <a:lnTo>
                  <a:pt x="640" y="296"/>
                </a:lnTo>
                <a:lnTo>
                  <a:pt x="639" y="296"/>
                </a:lnTo>
                <a:lnTo>
                  <a:pt x="639" y="297"/>
                </a:lnTo>
                <a:lnTo>
                  <a:pt x="638" y="297"/>
                </a:lnTo>
                <a:lnTo>
                  <a:pt x="637" y="297"/>
                </a:lnTo>
                <a:lnTo>
                  <a:pt x="637" y="298"/>
                </a:lnTo>
                <a:lnTo>
                  <a:pt x="636" y="299"/>
                </a:lnTo>
                <a:lnTo>
                  <a:pt x="636" y="300"/>
                </a:lnTo>
                <a:lnTo>
                  <a:pt x="635" y="300"/>
                </a:lnTo>
                <a:lnTo>
                  <a:pt x="635" y="301"/>
                </a:lnTo>
                <a:lnTo>
                  <a:pt x="634" y="301"/>
                </a:lnTo>
                <a:lnTo>
                  <a:pt x="634" y="302"/>
                </a:lnTo>
                <a:lnTo>
                  <a:pt x="633" y="302"/>
                </a:lnTo>
                <a:lnTo>
                  <a:pt x="633" y="303"/>
                </a:lnTo>
                <a:lnTo>
                  <a:pt x="633" y="304"/>
                </a:lnTo>
                <a:lnTo>
                  <a:pt x="632" y="304"/>
                </a:lnTo>
                <a:lnTo>
                  <a:pt x="632" y="305"/>
                </a:lnTo>
                <a:lnTo>
                  <a:pt x="632" y="306"/>
                </a:lnTo>
                <a:lnTo>
                  <a:pt x="633" y="307"/>
                </a:lnTo>
                <a:lnTo>
                  <a:pt x="633" y="308"/>
                </a:lnTo>
                <a:lnTo>
                  <a:pt x="632" y="308"/>
                </a:lnTo>
                <a:lnTo>
                  <a:pt x="632" y="309"/>
                </a:lnTo>
                <a:lnTo>
                  <a:pt x="632" y="310"/>
                </a:lnTo>
                <a:lnTo>
                  <a:pt x="631" y="311"/>
                </a:lnTo>
                <a:lnTo>
                  <a:pt x="631" y="312"/>
                </a:lnTo>
                <a:lnTo>
                  <a:pt x="630" y="313"/>
                </a:lnTo>
                <a:lnTo>
                  <a:pt x="630" y="314"/>
                </a:lnTo>
                <a:lnTo>
                  <a:pt x="630" y="316"/>
                </a:lnTo>
                <a:lnTo>
                  <a:pt x="630" y="317"/>
                </a:lnTo>
                <a:lnTo>
                  <a:pt x="631" y="318"/>
                </a:lnTo>
                <a:lnTo>
                  <a:pt x="631" y="319"/>
                </a:lnTo>
                <a:lnTo>
                  <a:pt x="631" y="320"/>
                </a:lnTo>
                <a:lnTo>
                  <a:pt x="630" y="321"/>
                </a:lnTo>
                <a:lnTo>
                  <a:pt x="629" y="322"/>
                </a:lnTo>
                <a:lnTo>
                  <a:pt x="629" y="323"/>
                </a:lnTo>
                <a:lnTo>
                  <a:pt x="628" y="323"/>
                </a:lnTo>
                <a:lnTo>
                  <a:pt x="627" y="323"/>
                </a:lnTo>
                <a:lnTo>
                  <a:pt x="627" y="322"/>
                </a:lnTo>
                <a:lnTo>
                  <a:pt x="626" y="322"/>
                </a:lnTo>
                <a:lnTo>
                  <a:pt x="626" y="321"/>
                </a:lnTo>
                <a:lnTo>
                  <a:pt x="625" y="321"/>
                </a:lnTo>
                <a:lnTo>
                  <a:pt x="624" y="321"/>
                </a:lnTo>
                <a:lnTo>
                  <a:pt x="624" y="322"/>
                </a:lnTo>
                <a:lnTo>
                  <a:pt x="625" y="323"/>
                </a:lnTo>
                <a:lnTo>
                  <a:pt x="625" y="324"/>
                </a:lnTo>
                <a:lnTo>
                  <a:pt x="626" y="325"/>
                </a:lnTo>
                <a:lnTo>
                  <a:pt x="626" y="326"/>
                </a:lnTo>
                <a:lnTo>
                  <a:pt x="625" y="327"/>
                </a:lnTo>
                <a:lnTo>
                  <a:pt x="625" y="328"/>
                </a:lnTo>
                <a:lnTo>
                  <a:pt x="625" y="329"/>
                </a:lnTo>
                <a:lnTo>
                  <a:pt x="626" y="329"/>
                </a:lnTo>
                <a:lnTo>
                  <a:pt x="625" y="329"/>
                </a:lnTo>
                <a:lnTo>
                  <a:pt x="625" y="330"/>
                </a:lnTo>
                <a:lnTo>
                  <a:pt x="625" y="332"/>
                </a:lnTo>
                <a:lnTo>
                  <a:pt x="624" y="333"/>
                </a:lnTo>
                <a:lnTo>
                  <a:pt x="624" y="334"/>
                </a:lnTo>
                <a:lnTo>
                  <a:pt x="623" y="334"/>
                </a:lnTo>
                <a:lnTo>
                  <a:pt x="623" y="335"/>
                </a:lnTo>
                <a:lnTo>
                  <a:pt x="623" y="336"/>
                </a:lnTo>
                <a:lnTo>
                  <a:pt x="624" y="336"/>
                </a:lnTo>
                <a:lnTo>
                  <a:pt x="623" y="336"/>
                </a:lnTo>
                <a:lnTo>
                  <a:pt x="623" y="337"/>
                </a:lnTo>
                <a:lnTo>
                  <a:pt x="623" y="338"/>
                </a:lnTo>
                <a:lnTo>
                  <a:pt x="622" y="338"/>
                </a:lnTo>
                <a:lnTo>
                  <a:pt x="621" y="338"/>
                </a:lnTo>
                <a:lnTo>
                  <a:pt x="621" y="339"/>
                </a:lnTo>
                <a:lnTo>
                  <a:pt x="621" y="340"/>
                </a:lnTo>
                <a:lnTo>
                  <a:pt x="621" y="341"/>
                </a:lnTo>
                <a:lnTo>
                  <a:pt x="622" y="341"/>
                </a:lnTo>
                <a:lnTo>
                  <a:pt x="623" y="342"/>
                </a:lnTo>
                <a:lnTo>
                  <a:pt x="622" y="342"/>
                </a:lnTo>
                <a:lnTo>
                  <a:pt x="623" y="342"/>
                </a:lnTo>
                <a:lnTo>
                  <a:pt x="623" y="343"/>
                </a:lnTo>
                <a:lnTo>
                  <a:pt x="623" y="344"/>
                </a:lnTo>
                <a:lnTo>
                  <a:pt x="622" y="344"/>
                </a:lnTo>
                <a:lnTo>
                  <a:pt x="622" y="345"/>
                </a:lnTo>
                <a:lnTo>
                  <a:pt x="622" y="346"/>
                </a:lnTo>
                <a:lnTo>
                  <a:pt x="621" y="346"/>
                </a:lnTo>
                <a:lnTo>
                  <a:pt x="622" y="347"/>
                </a:lnTo>
                <a:lnTo>
                  <a:pt x="622" y="348"/>
                </a:lnTo>
                <a:lnTo>
                  <a:pt x="622" y="349"/>
                </a:lnTo>
                <a:lnTo>
                  <a:pt x="621" y="349"/>
                </a:lnTo>
                <a:lnTo>
                  <a:pt x="621" y="350"/>
                </a:lnTo>
                <a:lnTo>
                  <a:pt x="620" y="350"/>
                </a:lnTo>
                <a:lnTo>
                  <a:pt x="620" y="351"/>
                </a:lnTo>
                <a:lnTo>
                  <a:pt x="620" y="352"/>
                </a:lnTo>
                <a:lnTo>
                  <a:pt x="619" y="353"/>
                </a:lnTo>
                <a:lnTo>
                  <a:pt x="619" y="354"/>
                </a:lnTo>
                <a:lnTo>
                  <a:pt x="619" y="355"/>
                </a:lnTo>
                <a:lnTo>
                  <a:pt x="619" y="354"/>
                </a:lnTo>
                <a:lnTo>
                  <a:pt x="618" y="355"/>
                </a:lnTo>
                <a:lnTo>
                  <a:pt x="618" y="356"/>
                </a:lnTo>
                <a:lnTo>
                  <a:pt x="618" y="357"/>
                </a:lnTo>
                <a:lnTo>
                  <a:pt x="617" y="357"/>
                </a:lnTo>
                <a:lnTo>
                  <a:pt x="617" y="358"/>
                </a:lnTo>
                <a:lnTo>
                  <a:pt x="616" y="358"/>
                </a:lnTo>
                <a:lnTo>
                  <a:pt x="616" y="357"/>
                </a:lnTo>
                <a:lnTo>
                  <a:pt x="615" y="357"/>
                </a:lnTo>
                <a:lnTo>
                  <a:pt x="615" y="356"/>
                </a:lnTo>
                <a:lnTo>
                  <a:pt x="614" y="356"/>
                </a:lnTo>
                <a:lnTo>
                  <a:pt x="614" y="355"/>
                </a:lnTo>
                <a:lnTo>
                  <a:pt x="613" y="355"/>
                </a:lnTo>
                <a:lnTo>
                  <a:pt x="613" y="354"/>
                </a:lnTo>
                <a:lnTo>
                  <a:pt x="613" y="355"/>
                </a:lnTo>
                <a:lnTo>
                  <a:pt x="612" y="355"/>
                </a:lnTo>
                <a:lnTo>
                  <a:pt x="612" y="356"/>
                </a:lnTo>
                <a:lnTo>
                  <a:pt x="613" y="357"/>
                </a:lnTo>
                <a:lnTo>
                  <a:pt x="612" y="357"/>
                </a:lnTo>
                <a:lnTo>
                  <a:pt x="612" y="358"/>
                </a:lnTo>
                <a:lnTo>
                  <a:pt x="612" y="359"/>
                </a:lnTo>
                <a:lnTo>
                  <a:pt x="612" y="360"/>
                </a:lnTo>
                <a:lnTo>
                  <a:pt x="612" y="361"/>
                </a:lnTo>
                <a:lnTo>
                  <a:pt x="612" y="364"/>
                </a:lnTo>
                <a:lnTo>
                  <a:pt x="611" y="365"/>
                </a:lnTo>
                <a:lnTo>
                  <a:pt x="612" y="367"/>
                </a:lnTo>
                <a:lnTo>
                  <a:pt x="612" y="368"/>
                </a:lnTo>
                <a:lnTo>
                  <a:pt x="612" y="369"/>
                </a:lnTo>
                <a:lnTo>
                  <a:pt x="613" y="369"/>
                </a:lnTo>
                <a:lnTo>
                  <a:pt x="614" y="371"/>
                </a:lnTo>
                <a:lnTo>
                  <a:pt x="615" y="371"/>
                </a:lnTo>
                <a:lnTo>
                  <a:pt x="616" y="371"/>
                </a:lnTo>
                <a:lnTo>
                  <a:pt x="616" y="372"/>
                </a:lnTo>
                <a:lnTo>
                  <a:pt x="617" y="372"/>
                </a:lnTo>
                <a:lnTo>
                  <a:pt x="617" y="373"/>
                </a:lnTo>
                <a:lnTo>
                  <a:pt x="616" y="373"/>
                </a:lnTo>
                <a:lnTo>
                  <a:pt x="616" y="374"/>
                </a:lnTo>
                <a:lnTo>
                  <a:pt x="616" y="373"/>
                </a:lnTo>
                <a:lnTo>
                  <a:pt x="617" y="373"/>
                </a:lnTo>
                <a:lnTo>
                  <a:pt x="617" y="372"/>
                </a:lnTo>
                <a:lnTo>
                  <a:pt x="617" y="373"/>
                </a:lnTo>
                <a:lnTo>
                  <a:pt x="618" y="373"/>
                </a:lnTo>
                <a:lnTo>
                  <a:pt x="618" y="372"/>
                </a:lnTo>
                <a:lnTo>
                  <a:pt x="619" y="372"/>
                </a:lnTo>
                <a:lnTo>
                  <a:pt x="620" y="372"/>
                </a:lnTo>
                <a:lnTo>
                  <a:pt x="620" y="373"/>
                </a:lnTo>
                <a:lnTo>
                  <a:pt x="621" y="373"/>
                </a:lnTo>
                <a:lnTo>
                  <a:pt x="622" y="373"/>
                </a:lnTo>
                <a:lnTo>
                  <a:pt x="622" y="374"/>
                </a:lnTo>
                <a:lnTo>
                  <a:pt x="622" y="375"/>
                </a:lnTo>
                <a:lnTo>
                  <a:pt x="623" y="376"/>
                </a:lnTo>
                <a:lnTo>
                  <a:pt x="622" y="377"/>
                </a:lnTo>
                <a:lnTo>
                  <a:pt x="623" y="377"/>
                </a:lnTo>
                <a:lnTo>
                  <a:pt x="622" y="378"/>
                </a:lnTo>
                <a:lnTo>
                  <a:pt x="623" y="379"/>
                </a:lnTo>
                <a:lnTo>
                  <a:pt x="623" y="380"/>
                </a:lnTo>
                <a:lnTo>
                  <a:pt x="622" y="380"/>
                </a:lnTo>
                <a:lnTo>
                  <a:pt x="622" y="381"/>
                </a:lnTo>
                <a:lnTo>
                  <a:pt x="621" y="381"/>
                </a:lnTo>
                <a:lnTo>
                  <a:pt x="621" y="382"/>
                </a:lnTo>
                <a:lnTo>
                  <a:pt x="622" y="382"/>
                </a:lnTo>
                <a:lnTo>
                  <a:pt x="622" y="383"/>
                </a:lnTo>
                <a:lnTo>
                  <a:pt x="623" y="383"/>
                </a:lnTo>
                <a:lnTo>
                  <a:pt x="623" y="384"/>
                </a:lnTo>
                <a:lnTo>
                  <a:pt x="624" y="384"/>
                </a:lnTo>
                <a:lnTo>
                  <a:pt x="624" y="383"/>
                </a:lnTo>
                <a:lnTo>
                  <a:pt x="624" y="382"/>
                </a:lnTo>
                <a:lnTo>
                  <a:pt x="625" y="382"/>
                </a:lnTo>
                <a:lnTo>
                  <a:pt x="626" y="382"/>
                </a:lnTo>
                <a:lnTo>
                  <a:pt x="627" y="382"/>
                </a:lnTo>
                <a:lnTo>
                  <a:pt x="628" y="381"/>
                </a:lnTo>
                <a:lnTo>
                  <a:pt x="629" y="380"/>
                </a:lnTo>
                <a:lnTo>
                  <a:pt x="630" y="379"/>
                </a:lnTo>
                <a:lnTo>
                  <a:pt x="631" y="379"/>
                </a:lnTo>
                <a:lnTo>
                  <a:pt x="632" y="379"/>
                </a:lnTo>
                <a:lnTo>
                  <a:pt x="632" y="380"/>
                </a:lnTo>
                <a:lnTo>
                  <a:pt x="633" y="380"/>
                </a:lnTo>
                <a:lnTo>
                  <a:pt x="633" y="379"/>
                </a:lnTo>
                <a:lnTo>
                  <a:pt x="632" y="379"/>
                </a:lnTo>
                <a:lnTo>
                  <a:pt x="632" y="378"/>
                </a:lnTo>
                <a:lnTo>
                  <a:pt x="633" y="378"/>
                </a:lnTo>
                <a:lnTo>
                  <a:pt x="633" y="379"/>
                </a:lnTo>
                <a:lnTo>
                  <a:pt x="633" y="380"/>
                </a:lnTo>
                <a:lnTo>
                  <a:pt x="633" y="381"/>
                </a:lnTo>
                <a:lnTo>
                  <a:pt x="633" y="383"/>
                </a:lnTo>
                <a:lnTo>
                  <a:pt x="633" y="384"/>
                </a:lnTo>
                <a:lnTo>
                  <a:pt x="632" y="385"/>
                </a:lnTo>
                <a:lnTo>
                  <a:pt x="632" y="386"/>
                </a:lnTo>
                <a:lnTo>
                  <a:pt x="632" y="387"/>
                </a:lnTo>
                <a:lnTo>
                  <a:pt x="632" y="388"/>
                </a:lnTo>
                <a:lnTo>
                  <a:pt x="632" y="389"/>
                </a:lnTo>
                <a:lnTo>
                  <a:pt x="632" y="390"/>
                </a:lnTo>
                <a:lnTo>
                  <a:pt x="632" y="391"/>
                </a:lnTo>
                <a:lnTo>
                  <a:pt x="633" y="392"/>
                </a:lnTo>
                <a:lnTo>
                  <a:pt x="634" y="392"/>
                </a:lnTo>
                <a:lnTo>
                  <a:pt x="635" y="391"/>
                </a:lnTo>
                <a:lnTo>
                  <a:pt x="635" y="392"/>
                </a:lnTo>
                <a:lnTo>
                  <a:pt x="636" y="392"/>
                </a:lnTo>
                <a:lnTo>
                  <a:pt x="637" y="393"/>
                </a:lnTo>
                <a:lnTo>
                  <a:pt x="637" y="394"/>
                </a:lnTo>
                <a:lnTo>
                  <a:pt x="638" y="394"/>
                </a:lnTo>
                <a:lnTo>
                  <a:pt x="639" y="395"/>
                </a:lnTo>
                <a:lnTo>
                  <a:pt x="640" y="395"/>
                </a:lnTo>
                <a:lnTo>
                  <a:pt x="641" y="395"/>
                </a:lnTo>
                <a:lnTo>
                  <a:pt x="641" y="396"/>
                </a:lnTo>
                <a:lnTo>
                  <a:pt x="641" y="397"/>
                </a:lnTo>
                <a:lnTo>
                  <a:pt x="642" y="397"/>
                </a:lnTo>
                <a:lnTo>
                  <a:pt x="642" y="398"/>
                </a:lnTo>
                <a:lnTo>
                  <a:pt x="642" y="399"/>
                </a:lnTo>
                <a:lnTo>
                  <a:pt x="641" y="400"/>
                </a:lnTo>
                <a:lnTo>
                  <a:pt x="642" y="400"/>
                </a:lnTo>
                <a:lnTo>
                  <a:pt x="642" y="401"/>
                </a:lnTo>
                <a:lnTo>
                  <a:pt x="642" y="402"/>
                </a:lnTo>
                <a:lnTo>
                  <a:pt x="641" y="402"/>
                </a:lnTo>
                <a:lnTo>
                  <a:pt x="642" y="403"/>
                </a:lnTo>
                <a:lnTo>
                  <a:pt x="643" y="403"/>
                </a:lnTo>
                <a:lnTo>
                  <a:pt x="643" y="404"/>
                </a:lnTo>
                <a:lnTo>
                  <a:pt x="643" y="403"/>
                </a:lnTo>
                <a:lnTo>
                  <a:pt x="644" y="403"/>
                </a:lnTo>
                <a:lnTo>
                  <a:pt x="644" y="402"/>
                </a:lnTo>
                <a:lnTo>
                  <a:pt x="644" y="403"/>
                </a:lnTo>
                <a:lnTo>
                  <a:pt x="644" y="402"/>
                </a:lnTo>
                <a:lnTo>
                  <a:pt x="645" y="402"/>
                </a:lnTo>
                <a:lnTo>
                  <a:pt x="646" y="402"/>
                </a:lnTo>
                <a:lnTo>
                  <a:pt x="647" y="402"/>
                </a:lnTo>
                <a:lnTo>
                  <a:pt x="647" y="403"/>
                </a:lnTo>
                <a:lnTo>
                  <a:pt x="647" y="404"/>
                </a:lnTo>
                <a:lnTo>
                  <a:pt x="648" y="404"/>
                </a:lnTo>
                <a:lnTo>
                  <a:pt x="649" y="404"/>
                </a:lnTo>
                <a:lnTo>
                  <a:pt x="649" y="405"/>
                </a:lnTo>
                <a:lnTo>
                  <a:pt x="650" y="405"/>
                </a:lnTo>
                <a:lnTo>
                  <a:pt x="651" y="405"/>
                </a:lnTo>
                <a:lnTo>
                  <a:pt x="651" y="404"/>
                </a:lnTo>
                <a:lnTo>
                  <a:pt x="652" y="404"/>
                </a:lnTo>
                <a:lnTo>
                  <a:pt x="653" y="404"/>
                </a:lnTo>
                <a:lnTo>
                  <a:pt x="654" y="404"/>
                </a:lnTo>
                <a:lnTo>
                  <a:pt x="654" y="405"/>
                </a:lnTo>
                <a:lnTo>
                  <a:pt x="654" y="406"/>
                </a:lnTo>
                <a:lnTo>
                  <a:pt x="655" y="406"/>
                </a:lnTo>
                <a:lnTo>
                  <a:pt x="655" y="407"/>
                </a:lnTo>
                <a:lnTo>
                  <a:pt x="655" y="406"/>
                </a:lnTo>
                <a:lnTo>
                  <a:pt x="656" y="406"/>
                </a:lnTo>
                <a:lnTo>
                  <a:pt x="656" y="405"/>
                </a:lnTo>
                <a:lnTo>
                  <a:pt x="657" y="405"/>
                </a:lnTo>
                <a:lnTo>
                  <a:pt x="657" y="406"/>
                </a:lnTo>
                <a:lnTo>
                  <a:pt x="657" y="407"/>
                </a:lnTo>
                <a:lnTo>
                  <a:pt x="658" y="408"/>
                </a:lnTo>
                <a:lnTo>
                  <a:pt x="657" y="408"/>
                </a:lnTo>
                <a:lnTo>
                  <a:pt x="657" y="409"/>
                </a:lnTo>
                <a:lnTo>
                  <a:pt x="656" y="409"/>
                </a:lnTo>
                <a:lnTo>
                  <a:pt x="656" y="410"/>
                </a:lnTo>
                <a:lnTo>
                  <a:pt x="656" y="411"/>
                </a:lnTo>
                <a:lnTo>
                  <a:pt x="657" y="412"/>
                </a:lnTo>
                <a:lnTo>
                  <a:pt x="656" y="413"/>
                </a:lnTo>
                <a:lnTo>
                  <a:pt x="657" y="414"/>
                </a:lnTo>
                <a:lnTo>
                  <a:pt x="657" y="415"/>
                </a:lnTo>
                <a:lnTo>
                  <a:pt x="657" y="416"/>
                </a:lnTo>
                <a:lnTo>
                  <a:pt x="656" y="416"/>
                </a:lnTo>
                <a:lnTo>
                  <a:pt x="655" y="416"/>
                </a:lnTo>
                <a:lnTo>
                  <a:pt x="655" y="415"/>
                </a:lnTo>
                <a:lnTo>
                  <a:pt x="654" y="414"/>
                </a:lnTo>
                <a:lnTo>
                  <a:pt x="653" y="413"/>
                </a:lnTo>
                <a:lnTo>
                  <a:pt x="653" y="412"/>
                </a:lnTo>
                <a:lnTo>
                  <a:pt x="652" y="411"/>
                </a:lnTo>
                <a:lnTo>
                  <a:pt x="651" y="411"/>
                </a:lnTo>
                <a:lnTo>
                  <a:pt x="650" y="411"/>
                </a:lnTo>
                <a:lnTo>
                  <a:pt x="649" y="412"/>
                </a:lnTo>
                <a:lnTo>
                  <a:pt x="648" y="413"/>
                </a:lnTo>
                <a:lnTo>
                  <a:pt x="649" y="413"/>
                </a:lnTo>
                <a:lnTo>
                  <a:pt x="649" y="414"/>
                </a:lnTo>
                <a:lnTo>
                  <a:pt x="649" y="415"/>
                </a:lnTo>
                <a:lnTo>
                  <a:pt x="649" y="416"/>
                </a:lnTo>
                <a:lnTo>
                  <a:pt x="648" y="417"/>
                </a:lnTo>
                <a:lnTo>
                  <a:pt x="648" y="418"/>
                </a:lnTo>
                <a:lnTo>
                  <a:pt x="648" y="419"/>
                </a:lnTo>
                <a:lnTo>
                  <a:pt x="647" y="419"/>
                </a:lnTo>
                <a:lnTo>
                  <a:pt x="646" y="420"/>
                </a:lnTo>
                <a:lnTo>
                  <a:pt x="646" y="421"/>
                </a:lnTo>
                <a:lnTo>
                  <a:pt x="646" y="422"/>
                </a:lnTo>
                <a:lnTo>
                  <a:pt x="645" y="423"/>
                </a:lnTo>
                <a:lnTo>
                  <a:pt x="645" y="424"/>
                </a:lnTo>
                <a:lnTo>
                  <a:pt x="645" y="425"/>
                </a:lnTo>
                <a:lnTo>
                  <a:pt x="644" y="425"/>
                </a:lnTo>
                <a:lnTo>
                  <a:pt x="644" y="426"/>
                </a:lnTo>
                <a:lnTo>
                  <a:pt x="643" y="426"/>
                </a:lnTo>
                <a:lnTo>
                  <a:pt x="641" y="426"/>
                </a:lnTo>
                <a:lnTo>
                  <a:pt x="640" y="426"/>
                </a:lnTo>
                <a:lnTo>
                  <a:pt x="639" y="426"/>
                </a:lnTo>
                <a:lnTo>
                  <a:pt x="639" y="427"/>
                </a:lnTo>
                <a:lnTo>
                  <a:pt x="639" y="426"/>
                </a:lnTo>
                <a:lnTo>
                  <a:pt x="640" y="426"/>
                </a:lnTo>
                <a:lnTo>
                  <a:pt x="640" y="427"/>
                </a:lnTo>
                <a:lnTo>
                  <a:pt x="641" y="427"/>
                </a:lnTo>
                <a:lnTo>
                  <a:pt x="642" y="427"/>
                </a:lnTo>
                <a:lnTo>
                  <a:pt x="642" y="426"/>
                </a:lnTo>
                <a:lnTo>
                  <a:pt x="643" y="426"/>
                </a:lnTo>
                <a:lnTo>
                  <a:pt x="644" y="426"/>
                </a:lnTo>
                <a:lnTo>
                  <a:pt x="644" y="427"/>
                </a:lnTo>
                <a:lnTo>
                  <a:pt x="645" y="427"/>
                </a:lnTo>
                <a:lnTo>
                  <a:pt x="646" y="428"/>
                </a:lnTo>
                <a:lnTo>
                  <a:pt x="646" y="429"/>
                </a:lnTo>
                <a:lnTo>
                  <a:pt x="647" y="430"/>
                </a:lnTo>
                <a:lnTo>
                  <a:pt x="647" y="431"/>
                </a:lnTo>
                <a:lnTo>
                  <a:pt x="647" y="432"/>
                </a:lnTo>
                <a:lnTo>
                  <a:pt x="648" y="432"/>
                </a:lnTo>
                <a:lnTo>
                  <a:pt x="648" y="433"/>
                </a:lnTo>
                <a:lnTo>
                  <a:pt x="647" y="433"/>
                </a:lnTo>
                <a:lnTo>
                  <a:pt x="646" y="433"/>
                </a:lnTo>
                <a:lnTo>
                  <a:pt x="645" y="433"/>
                </a:lnTo>
                <a:lnTo>
                  <a:pt x="645" y="434"/>
                </a:lnTo>
                <a:lnTo>
                  <a:pt x="645" y="435"/>
                </a:lnTo>
                <a:lnTo>
                  <a:pt x="644" y="435"/>
                </a:lnTo>
                <a:lnTo>
                  <a:pt x="643" y="436"/>
                </a:lnTo>
                <a:lnTo>
                  <a:pt x="643" y="437"/>
                </a:lnTo>
                <a:lnTo>
                  <a:pt x="643" y="438"/>
                </a:lnTo>
                <a:lnTo>
                  <a:pt x="642" y="438"/>
                </a:lnTo>
                <a:lnTo>
                  <a:pt x="642" y="439"/>
                </a:lnTo>
                <a:lnTo>
                  <a:pt x="642" y="440"/>
                </a:lnTo>
                <a:lnTo>
                  <a:pt x="641" y="441"/>
                </a:lnTo>
                <a:lnTo>
                  <a:pt x="641" y="442"/>
                </a:lnTo>
                <a:lnTo>
                  <a:pt x="640" y="442"/>
                </a:lnTo>
                <a:lnTo>
                  <a:pt x="640" y="443"/>
                </a:lnTo>
                <a:lnTo>
                  <a:pt x="639" y="443"/>
                </a:lnTo>
                <a:lnTo>
                  <a:pt x="638" y="443"/>
                </a:lnTo>
                <a:lnTo>
                  <a:pt x="638" y="444"/>
                </a:lnTo>
                <a:lnTo>
                  <a:pt x="637" y="444"/>
                </a:lnTo>
                <a:lnTo>
                  <a:pt x="636" y="446"/>
                </a:lnTo>
                <a:lnTo>
                  <a:pt x="636" y="447"/>
                </a:lnTo>
                <a:lnTo>
                  <a:pt x="635" y="447"/>
                </a:lnTo>
                <a:lnTo>
                  <a:pt x="635" y="448"/>
                </a:lnTo>
                <a:lnTo>
                  <a:pt x="634" y="449"/>
                </a:lnTo>
                <a:lnTo>
                  <a:pt x="633" y="450"/>
                </a:lnTo>
                <a:lnTo>
                  <a:pt x="632" y="451"/>
                </a:lnTo>
                <a:lnTo>
                  <a:pt x="632" y="452"/>
                </a:lnTo>
                <a:lnTo>
                  <a:pt x="632" y="453"/>
                </a:lnTo>
                <a:lnTo>
                  <a:pt x="632" y="454"/>
                </a:lnTo>
                <a:lnTo>
                  <a:pt x="632" y="455"/>
                </a:lnTo>
                <a:lnTo>
                  <a:pt x="632" y="456"/>
                </a:lnTo>
                <a:lnTo>
                  <a:pt x="632" y="457"/>
                </a:lnTo>
                <a:lnTo>
                  <a:pt x="631" y="458"/>
                </a:lnTo>
                <a:lnTo>
                  <a:pt x="631" y="459"/>
                </a:lnTo>
                <a:lnTo>
                  <a:pt x="631" y="460"/>
                </a:lnTo>
                <a:lnTo>
                  <a:pt x="630" y="460"/>
                </a:lnTo>
                <a:lnTo>
                  <a:pt x="630" y="461"/>
                </a:lnTo>
                <a:lnTo>
                  <a:pt x="630" y="462"/>
                </a:lnTo>
                <a:lnTo>
                  <a:pt x="630" y="463"/>
                </a:lnTo>
                <a:lnTo>
                  <a:pt x="629" y="463"/>
                </a:lnTo>
                <a:lnTo>
                  <a:pt x="629" y="464"/>
                </a:lnTo>
                <a:lnTo>
                  <a:pt x="629" y="465"/>
                </a:lnTo>
                <a:lnTo>
                  <a:pt x="628" y="466"/>
                </a:lnTo>
                <a:lnTo>
                  <a:pt x="628" y="467"/>
                </a:lnTo>
                <a:lnTo>
                  <a:pt x="628" y="468"/>
                </a:lnTo>
                <a:lnTo>
                  <a:pt x="627" y="468"/>
                </a:lnTo>
                <a:lnTo>
                  <a:pt x="626" y="468"/>
                </a:lnTo>
                <a:lnTo>
                  <a:pt x="626" y="469"/>
                </a:lnTo>
                <a:lnTo>
                  <a:pt x="625" y="469"/>
                </a:lnTo>
                <a:lnTo>
                  <a:pt x="624" y="469"/>
                </a:lnTo>
                <a:lnTo>
                  <a:pt x="624" y="470"/>
                </a:lnTo>
                <a:lnTo>
                  <a:pt x="625" y="470"/>
                </a:lnTo>
                <a:lnTo>
                  <a:pt x="626" y="470"/>
                </a:lnTo>
                <a:lnTo>
                  <a:pt x="626" y="469"/>
                </a:lnTo>
                <a:lnTo>
                  <a:pt x="627" y="469"/>
                </a:lnTo>
                <a:lnTo>
                  <a:pt x="627" y="470"/>
                </a:lnTo>
                <a:lnTo>
                  <a:pt x="628" y="470"/>
                </a:lnTo>
                <a:lnTo>
                  <a:pt x="629" y="470"/>
                </a:lnTo>
                <a:lnTo>
                  <a:pt x="629" y="472"/>
                </a:lnTo>
                <a:lnTo>
                  <a:pt x="629" y="474"/>
                </a:lnTo>
                <a:lnTo>
                  <a:pt x="629" y="475"/>
                </a:lnTo>
                <a:lnTo>
                  <a:pt x="629" y="476"/>
                </a:lnTo>
                <a:lnTo>
                  <a:pt x="630" y="477"/>
                </a:lnTo>
                <a:lnTo>
                  <a:pt x="630" y="478"/>
                </a:lnTo>
                <a:lnTo>
                  <a:pt x="630" y="479"/>
                </a:lnTo>
                <a:lnTo>
                  <a:pt x="630" y="480"/>
                </a:lnTo>
                <a:lnTo>
                  <a:pt x="631" y="480"/>
                </a:lnTo>
                <a:lnTo>
                  <a:pt x="632" y="480"/>
                </a:lnTo>
                <a:lnTo>
                  <a:pt x="632" y="481"/>
                </a:lnTo>
                <a:lnTo>
                  <a:pt x="633" y="481"/>
                </a:lnTo>
                <a:lnTo>
                  <a:pt x="633" y="482"/>
                </a:lnTo>
                <a:lnTo>
                  <a:pt x="633" y="483"/>
                </a:lnTo>
                <a:lnTo>
                  <a:pt x="632" y="483"/>
                </a:lnTo>
                <a:lnTo>
                  <a:pt x="633" y="484"/>
                </a:lnTo>
                <a:lnTo>
                  <a:pt x="633" y="485"/>
                </a:lnTo>
                <a:lnTo>
                  <a:pt x="633" y="486"/>
                </a:lnTo>
                <a:lnTo>
                  <a:pt x="634" y="486"/>
                </a:lnTo>
                <a:lnTo>
                  <a:pt x="634" y="488"/>
                </a:lnTo>
                <a:lnTo>
                  <a:pt x="635" y="488"/>
                </a:lnTo>
                <a:lnTo>
                  <a:pt x="635" y="489"/>
                </a:lnTo>
                <a:lnTo>
                  <a:pt x="635" y="490"/>
                </a:lnTo>
                <a:lnTo>
                  <a:pt x="635" y="491"/>
                </a:lnTo>
                <a:lnTo>
                  <a:pt x="635" y="492"/>
                </a:lnTo>
                <a:lnTo>
                  <a:pt x="636" y="492"/>
                </a:lnTo>
                <a:lnTo>
                  <a:pt x="636" y="491"/>
                </a:lnTo>
                <a:lnTo>
                  <a:pt x="637" y="491"/>
                </a:lnTo>
                <a:lnTo>
                  <a:pt x="637" y="492"/>
                </a:lnTo>
                <a:lnTo>
                  <a:pt x="638" y="492"/>
                </a:lnTo>
                <a:lnTo>
                  <a:pt x="639" y="492"/>
                </a:lnTo>
                <a:lnTo>
                  <a:pt x="639" y="493"/>
                </a:lnTo>
                <a:lnTo>
                  <a:pt x="640" y="493"/>
                </a:lnTo>
                <a:lnTo>
                  <a:pt x="640" y="494"/>
                </a:lnTo>
                <a:lnTo>
                  <a:pt x="639" y="494"/>
                </a:lnTo>
                <a:lnTo>
                  <a:pt x="639" y="495"/>
                </a:lnTo>
                <a:lnTo>
                  <a:pt x="639" y="496"/>
                </a:lnTo>
                <a:lnTo>
                  <a:pt x="638" y="496"/>
                </a:lnTo>
                <a:lnTo>
                  <a:pt x="639" y="496"/>
                </a:lnTo>
                <a:lnTo>
                  <a:pt x="640" y="497"/>
                </a:lnTo>
                <a:lnTo>
                  <a:pt x="641" y="497"/>
                </a:lnTo>
                <a:lnTo>
                  <a:pt x="642" y="497"/>
                </a:lnTo>
                <a:lnTo>
                  <a:pt x="642" y="498"/>
                </a:lnTo>
                <a:lnTo>
                  <a:pt x="643" y="498"/>
                </a:lnTo>
                <a:lnTo>
                  <a:pt x="643" y="499"/>
                </a:lnTo>
                <a:lnTo>
                  <a:pt x="644" y="499"/>
                </a:lnTo>
                <a:lnTo>
                  <a:pt x="644" y="500"/>
                </a:lnTo>
                <a:lnTo>
                  <a:pt x="645" y="501"/>
                </a:lnTo>
                <a:lnTo>
                  <a:pt x="646" y="502"/>
                </a:lnTo>
                <a:lnTo>
                  <a:pt x="647" y="502"/>
                </a:lnTo>
                <a:lnTo>
                  <a:pt x="648" y="501"/>
                </a:lnTo>
                <a:lnTo>
                  <a:pt x="649" y="500"/>
                </a:lnTo>
                <a:lnTo>
                  <a:pt x="649" y="499"/>
                </a:lnTo>
                <a:lnTo>
                  <a:pt x="648" y="499"/>
                </a:lnTo>
                <a:lnTo>
                  <a:pt x="648" y="498"/>
                </a:lnTo>
                <a:lnTo>
                  <a:pt x="648" y="497"/>
                </a:lnTo>
                <a:lnTo>
                  <a:pt x="648" y="496"/>
                </a:lnTo>
                <a:lnTo>
                  <a:pt x="647" y="495"/>
                </a:lnTo>
                <a:lnTo>
                  <a:pt x="647" y="494"/>
                </a:lnTo>
                <a:lnTo>
                  <a:pt x="647" y="493"/>
                </a:lnTo>
                <a:lnTo>
                  <a:pt x="647" y="492"/>
                </a:lnTo>
                <a:lnTo>
                  <a:pt x="647" y="491"/>
                </a:lnTo>
                <a:lnTo>
                  <a:pt x="648" y="490"/>
                </a:lnTo>
                <a:lnTo>
                  <a:pt x="648" y="489"/>
                </a:lnTo>
                <a:lnTo>
                  <a:pt x="649" y="489"/>
                </a:lnTo>
                <a:lnTo>
                  <a:pt x="650" y="489"/>
                </a:lnTo>
                <a:lnTo>
                  <a:pt x="651" y="490"/>
                </a:lnTo>
                <a:lnTo>
                  <a:pt x="651" y="488"/>
                </a:lnTo>
                <a:lnTo>
                  <a:pt x="652" y="488"/>
                </a:lnTo>
                <a:lnTo>
                  <a:pt x="653" y="488"/>
                </a:lnTo>
                <a:lnTo>
                  <a:pt x="653" y="489"/>
                </a:lnTo>
                <a:lnTo>
                  <a:pt x="654" y="489"/>
                </a:lnTo>
                <a:lnTo>
                  <a:pt x="655" y="489"/>
                </a:lnTo>
                <a:lnTo>
                  <a:pt x="656" y="490"/>
                </a:lnTo>
                <a:lnTo>
                  <a:pt x="657" y="490"/>
                </a:lnTo>
                <a:lnTo>
                  <a:pt x="658" y="489"/>
                </a:lnTo>
                <a:lnTo>
                  <a:pt x="659" y="489"/>
                </a:lnTo>
                <a:lnTo>
                  <a:pt x="660" y="489"/>
                </a:lnTo>
                <a:lnTo>
                  <a:pt x="660" y="490"/>
                </a:lnTo>
                <a:lnTo>
                  <a:pt x="661" y="490"/>
                </a:lnTo>
                <a:lnTo>
                  <a:pt x="662" y="491"/>
                </a:lnTo>
                <a:lnTo>
                  <a:pt x="663" y="490"/>
                </a:lnTo>
                <a:lnTo>
                  <a:pt x="663" y="491"/>
                </a:lnTo>
                <a:lnTo>
                  <a:pt x="664" y="491"/>
                </a:lnTo>
                <a:lnTo>
                  <a:pt x="666" y="492"/>
                </a:lnTo>
                <a:lnTo>
                  <a:pt x="667" y="492"/>
                </a:lnTo>
                <a:lnTo>
                  <a:pt x="667" y="493"/>
                </a:lnTo>
                <a:lnTo>
                  <a:pt x="668" y="493"/>
                </a:lnTo>
                <a:lnTo>
                  <a:pt x="669" y="493"/>
                </a:lnTo>
                <a:lnTo>
                  <a:pt x="670" y="493"/>
                </a:lnTo>
                <a:lnTo>
                  <a:pt x="671" y="493"/>
                </a:lnTo>
                <a:lnTo>
                  <a:pt x="672" y="492"/>
                </a:lnTo>
                <a:lnTo>
                  <a:pt x="672" y="491"/>
                </a:lnTo>
                <a:lnTo>
                  <a:pt x="673" y="491"/>
                </a:lnTo>
                <a:lnTo>
                  <a:pt x="674" y="491"/>
                </a:lnTo>
                <a:lnTo>
                  <a:pt x="675" y="490"/>
                </a:lnTo>
                <a:lnTo>
                  <a:pt x="676" y="490"/>
                </a:lnTo>
                <a:lnTo>
                  <a:pt x="677" y="490"/>
                </a:lnTo>
                <a:lnTo>
                  <a:pt x="677" y="489"/>
                </a:lnTo>
                <a:lnTo>
                  <a:pt x="678" y="489"/>
                </a:lnTo>
                <a:lnTo>
                  <a:pt x="678" y="490"/>
                </a:lnTo>
                <a:lnTo>
                  <a:pt x="678" y="491"/>
                </a:lnTo>
                <a:lnTo>
                  <a:pt x="679" y="491"/>
                </a:lnTo>
                <a:lnTo>
                  <a:pt x="680" y="491"/>
                </a:lnTo>
                <a:lnTo>
                  <a:pt x="681" y="491"/>
                </a:lnTo>
                <a:lnTo>
                  <a:pt x="682" y="492"/>
                </a:lnTo>
                <a:lnTo>
                  <a:pt x="683" y="492"/>
                </a:lnTo>
                <a:lnTo>
                  <a:pt x="683" y="493"/>
                </a:lnTo>
                <a:lnTo>
                  <a:pt x="683" y="494"/>
                </a:lnTo>
                <a:lnTo>
                  <a:pt x="683" y="495"/>
                </a:lnTo>
                <a:lnTo>
                  <a:pt x="682" y="495"/>
                </a:lnTo>
                <a:lnTo>
                  <a:pt x="683" y="496"/>
                </a:lnTo>
                <a:lnTo>
                  <a:pt x="683" y="497"/>
                </a:lnTo>
                <a:lnTo>
                  <a:pt x="684" y="497"/>
                </a:lnTo>
                <a:lnTo>
                  <a:pt x="685" y="497"/>
                </a:lnTo>
                <a:lnTo>
                  <a:pt x="686" y="497"/>
                </a:lnTo>
                <a:lnTo>
                  <a:pt x="687" y="497"/>
                </a:lnTo>
                <a:lnTo>
                  <a:pt x="687" y="498"/>
                </a:lnTo>
                <a:lnTo>
                  <a:pt x="688" y="498"/>
                </a:lnTo>
                <a:lnTo>
                  <a:pt x="689" y="499"/>
                </a:lnTo>
                <a:lnTo>
                  <a:pt x="689" y="500"/>
                </a:lnTo>
                <a:lnTo>
                  <a:pt x="690" y="500"/>
                </a:lnTo>
                <a:lnTo>
                  <a:pt x="691" y="500"/>
                </a:lnTo>
                <a:lnTo>
                  <a:pt x="691" y="501"/>
                </a:lnTo>
                <a:lnTo>
                  <a:pt x="691" y="502"/>
                </a:lnTo>
                <a:lnTo>
                  <a:pt x="690" y="503"/>
                </a:lnTo>
                <a:lnTo>
                  <a:pt x="689" y="503"/>
                </a:lnTo>
                <a:lnTo>
                  <a:pt x="689" y="504"/>
                </a:lnTo>
                <a:lnTo>
                  <a:pt x="689" y="505"/>
                </a:lnTo>
                <a:lnTo>
                  <a:pt x="690" y="505"/>
                </a:lnTo>
                <a:lnTo>
                  <a:pt x="689" y="505"/>
                </a:lnTo>
                <a:lnTo>
                  <a:pt x="688" y="505"/>
                </a:lnTo>
                <a:lnTo>
                  <a:pt x="688" y="506"/>
                </a:lnTo>
                <a:lnTo>
                  <a:pt x="689" y="506"/>
                </a:lnTo>
                <a:lnTo>
                  <a:pt x="689" y="507"/>
                </a:lnTo>
                <a:lnTo>
                  <a:pt x="690" y="508"/>
                </a:lnTo>
                <a:lnTo>
                  <a:pt x="689" y="509"/>
                </a:lnTo>
                <a:lnTo>
                  <a:pt x="690" y="509"/>
                </a:lnTo>
                <a:lnTo>
                  <a:pt x="691" y="509"/>
                </a:lnTo>
                <a:lnTo>
                  <a:pt x="692" y="509"/>
                </a:lnTo>
                <a:lnTo>
                  <a:pt x="692" y="510"/>
                </a:lnTo>
                <a:lnTo>
                  <a:pt x="692" y="511"/>
                </a:lnTo>
                <a:lnTo>
                  <a:pt x="692" y="512"/>
                </a:lnTo>
                <a:lnTo>
                  <a:pt x="693" y="512"/>
                </a:lnTo>
                <a:lnTo>
                  <a:pt x="693" y="513"/>
                </a:lnTo>
                <a:lnTo>
                  <a:pt x="693" y="512"/>
                </a:lnTo>
                <a:lnTo>
                  <a:pt x="694" y="512"/>
                </a:lnTo>
                <a:lnTo>
                  <a:pt x="695" y="512"/>
                </a:lnTo>
                <a:lnTo>
                  <a:pt x="695" y="513"/>
                </a:lnTo>
                <a:lnTo>
                  <a:pt x="694" y="513"/>
                </a:lnTo>
                <a:lnTo>
                  <a:pt x="695" y="513"/>
                </a:lnTo>
                <a:lnTo>
                  <a:pt x="695" y="514"/>
                </a:lnTo>
                <a:lnTo>
                  <a:pt x="695" y="515"/>
                </a:lnTo>
                <a:lnTo>
                  <a:pt x="695" y="516"/>
                </a:lnTo>
                <a:lnTo>
                  <a:pt x="695" y="517"/>
                </a:lnTo>
                <a:lnTo>
                  <a:pt x="694" y="517"/>
                </a:lnTo>
                <a:lnTo>
                  <a:pt x="694" y="518"/>
                </a:lnTo>
                <a:lnTo>
                  <a:pt x="693" y="518"/>
                </a:lnTo>
                <a:lnTo>
                  <a:pt x="693" y="519"/>
                </a:lnTo>
                <a:lnTo>
                  <a:pt x="692" y="519"/>
                </a:lnTo>
                <a:lnTo>
                  <a:pt x="692" y="518"/>
                </a:lnTo>
                <a:lnTo>
                  <a:pt x="692" y="517"/>
                </a:lnTo>
                <a:lnTo>
                  <a:pt x="692" y="518"/>
                </a:lnTo>
                <a:lnTo>
                  <a:pt x="691" y="518"/>
                </a:lnTo>
                <a:lnTo>
                  <a:pt x="690" y="517"/>
                </a:lnTo>
                <a:lnTo>
                  <a:pt x="690" y="518"/>
                </a:lnTo>
                <a:lnTo>
                  <a:pt x="689" y="519"/>
                </a:lnTo>
                <a:lnTo>
                  <a:pt x="690" y="519"/>
                </a:lnTo>
                <a:lnTo>
                  <a:pt x="690" y="520"/>
                </a:lnTo>
                <a:lnTo>
                  <a:pt x="690" y="521"/>
                </a:lnTo>
                <a:lnTo>
                  <a:pt x="690" y="522"/>
                </a:lnTo>
                <a:lnTo>
                  <a:pt x="691" y="522"/>
                </a:lnTo>
                <a:lnTo>
                  <a:pt x="691" y="523"/>
                </a:lnTo>
                <a:lnTo>
                  <a:pt x="692" y="524"/>
                </a:lnTo>
                <a:lnTo>
                  <a:pt x="693" y="525"/>
                </a:lnTo>
                <a:lnTo>
                  <a:pt x="694" y="526"/>
                </a:lnTo>
                <a:lnTo>
                  <a:pt x="694" y="527"/>
                </a:lnTo>
                <a:lnTo>
                  <a:pt x="695" y="527"/>
                </a:lnTo>
                <a:lnTo>
                  <a:pt x="696" y="527"/>
                </a:lnTo>
                <a:lnTo>
                  <a:pt x="696" y="528"/>
                </a:lnTo>
                <a:lnTo>
                  <a:pt x="697" y="529"/>
                </a:lnTo>
                <a:lnTo>
                  <a:pt x="697" y="528"/>
                </a:lnTo>
                <a:lnTo>
                  <a:pt x="698" y="528"/>
                </a:lnTo>
                <a:lnTo>
                  <a:pt x="699" y="528"/>
                </a:lnTo>
                <a:lnTo>
                  <a:pt x="700" y="527"/>
                </a:lnTo>
                <a:lnTo>
                  <a:pt x="700" y="526"/>
                </a:lnTo>
                <a:lnTo>
                  <a:pt x="699" y="526"/>
                </a:lnTo>
                <a:lnTo>
                  <a:pt x="698" y="525"/>
                </a:lnTo>
                <a:lnTo>
                  <a:pt x="698" y="524"/>
                </a:lnTo>
                <a:lnTo>
                  <a:pt x="699" y="524"/>
                </a:lnTo>
                <a:lnTo>
                  <a:pt x="699" y="525"/>
                </a:lnTo>
                <a:lnTo>
                  <a:pt x="699" y="524"/>
                </a:lnTo>
                <a:lnTo>
                  <a:pt x="700" y="523"/>
                </a:lnTo>
                <a:lnTo>
                  <a:pt x="701" y="523"/>
                </a:lnTo>
                <a:lnTo>
                  <a:pt x="702" y="523"/>
                </a:lnTo>
                <a:lnTo>
                  <a:pt x="703" y="523"/>
                </a:lnTo>
                <a:lnTo>
                  <a:pt x="703" y="524"/>
                </a:lnTo>
                <a:lnTo>
                  <a:pt x="703" y="525"/>
                </a:lnTo>
                <a:lnTo>
                  <a:pt x="704" y="525"/>
                </a:lnTo>
                <a:lnTo>
                  <a:pt x="705" y="525"/>
                </a:lnTo>
                <a:lnTo>
                  <a:pt x="705" y="526"/>
                </a:lnTo>
                <a:lnTo>
                  <a:pt x="706" y="526"/>
                </a:lnTo>
                <a:lnTo>
                  <a:pt x="706" y="527"/>
                </a:lnTo>
                <a:lnTo>
                  <a:pt x="707" y="527"/>
                </a:lnTo>
                <a:lnTo>
                  <a:pt x="707" y="528"/>
                </a:lnTo>
                <a:lnTo>
                  <a:pt x="708" y="528"/>
                </a:lnTo>
                <a:lnTo>
                  <a:pt x="709" y="528"/>
                </a:lnTo>
                <a:lnTo>
                  <a:pt x="709" y="529"/>
                </a:lnTo>
                <a:lnTo>
                  <a:pt x="710" y="530"/>
                </a:lnTo>
                <a:lnTo>
                  <a:pt x="710" y="531"/>
                </a:lnTo>
                <a:lnTo>
                  <a:pt x="711" y="532"/>
                </a:lnTo>
                <a:lnTo>
                  <a:pt x="712" y="532"/>
                </a:lnTo>
                <a:lnTo>
                  <a:pt x="712" y="531"/>
                </a:lnTo>
                <a:lnTo>
                  <a:pt x="713" y="531"/>
                </a:lnTo>
                <a:lnTo>
                  <a:pt x="714" y="532"/>
                </a:lnTo>
                <a:lnTo>
                  <a:pt x="715" y="532"/>
                </a:lnTo>
                <a:lnTo>
                  <a:pt x="716" y="532"/>
                </a:lnTo>
                <a:lnTo>
                  <a:pt x="717" y="533"/>
                </a:lnTo>
                <a:lnTo>
                  <a:pt x="718" y="533"/>
                </a:lnTo>
                <a:lnTo>
                  <a:pt x="718" y="532"/>
                </a:lnTo>
                <a:lnTo>
                  <a:pt x="719" y="532"/>
                </a:lnTo>
                <a:lnTo>
                  <a:pt x="719" y="531"/>
                </a:lnTo>
                <a:lnTo>
                  <a:pt x="719" y="530"/>
                </a:lnTo>
                <a:lnTo>
                  <a:pt x="719" y="529"/>
                </a:lnTo>
                <a:lnTo>
                  <a:pt x="719" y="528"/>
                </a:lnTo>
                <a:lnTo>
                  <a:pt x="720" y="528"/>
                </a:lnTo>
                <a:lnTo>
                  <a:pt x="720" y="527"/>
                </a:lnTo>
                <a:lnTo>
                  <a:pt x="720" y="525"/>
                </a:lnTo>
                <a:lnTo>
                  <a:pt x="720" y="524"/>
                </a:lnTo>
                <a:lnTo>
                  <a:pt x="721" y="524"/>
                </a:lnTo>
                <a:lnTo>
                  <a:pt x="721" y="523"/>
                </a:lnTo>
                <a:lnTo>
                  <a:pt x="721" y="522"/>
                </a:lnTo>
                <a:lnTo>
                  <a:pt x="721" y="521"/>
                </a:lnTo>
                <a:lnTo>
                  <a:pt x="722" y="522"/>
                </a:lnTo>
                <a:lnTo>
                  <a:pt x="723" y="522"/>
                </a:lnTo>
                <a:lnTo>
                  <a:pt x="724" y="521"/>
                </a:lnTo>
                <a:lnTo>
                  <a:pt x="725" y="521"/>
                </a:lnTo>
                <a:lnTo>
                  <a:pt x="726" y="521"/>
                </a:lnTo>
                <a:lnTo>
                  <a:pt x="727" y="521"/>
                </a:lnTo>
                <a:lnTo>
                  <a:pt x="728" y="521"/>
                </a:lnTo>
                <a:lnTo>
                  <a:pt x="729" y="521"/>
                </a:lnTo>
                <a:lnTo>
                  <a:pt x="730" y="521"/>
                </a:lnTo>
                <a:lnTo>
                  <a:pt x="730" y="522"/>
                </a:lnTo>
                <a:lnTo>
                  <a:pt x="730" y="523"/>
                </a:lnTo>
                <a:lnTo>
                  <a:pt x="730" y="524"/>
                </a:lnTo>
                <a:lnTo>
                  <a:pt x="731" y="524"/>
                </a:lnTo>
                <a:lnTo>
                  <a:pt x="731" y="525"/>
                </a:lnTo>
                <a:lnTo>
                  <a:pt x="730" y="525"/>
                </a:lnTo>
                <a:lnTo>
                  <a:pt x="731" y="526"/>
                </a:lnTo>
                <a:lnTo>
                  <a:pt x="731" y="527"/>
                </a:lnTo>
                <a:lnTo>
                  <a:pt x="731" y="528"/>
                </a:lnTo>
                <a:lnTo>
                  <a:pt x="731" y="529"/>
                </a:lnTo>
                <a:lnTo>
                  <a:pt x="731" y="531"/>
                </a:lnTo>
                <a:lnTo>
                  <a:pt x="732" y="531"/>
                </a:lnTo>
                <a:lnTo>
                  <a:pt x="732" y="532"/>
                </a:lnTo>
                <a:lnTo>
                  <a:pt x="732" y="531"/>
                </a:lnTo>
                <a:lnTo>
                  <a:pt x="733" y="531"/>
                </a:lnTo>
                <a:lnTo>
                  <a:pt x="734" y="531"/>
                </a:lnTo>
                <a:lnTo>
                  <a:pt x="735" y="530"/>
                </a:lnTo>
                <a:lnTo>
                  <a:pt x="736" y="530"/>
                </a:lnTo>
                <a:lnTo>
                  <a:pt x="736" y="529"/>
                </a:lnTo>
                <a:lnTo>
                  <a:pt x="737" y="528"/>
                </a:lnTo>
                <a:lnTo>
                  <a:pt x="737" y="529"/>
                </a:lnTo>
                <a:lnTo>
                  <a:pt x="738" y="529"/>
                </a:lnTo>
                <a:lnTo>
                  <a:pt x="739" y="529"/>
                </a:lnTo>
                <a:lnTo>
                  <a:pt x="740" y="529"/>
                </a:lnTo>
                <a:lnTo>
                  <a:pt x="741" y="529"/>
                </a:lnTo>
                <a:lnTo>
                  <a:pt x="741" y="528"/>
                </a:lnTo>
                <a:lnTo>
                  <a:pt x="742" y="528"/>
                </a:lnTo>
                <a:lnTo>
                  <a:pt x="742" y="527"/>
                </a:lnTo>
                <a:lnTo>
                  <a:pt x="743" y="528"/>
                </a:lnTo>
                <a:lnTo>
                  <a:pt x="744" y="528"/>
                </a:lnTo>
                <a:lnTo>
                  <a:pt x="745" y="528"/>
                </a:lnTo>
                <a:lnTo>
                  <a:pt x="745" y="529"/>
                </a:lnTo>
                <a:lnTo>
                  <a:pt x="745" y="530"/>
                </a:lnTo>
                <a:lnTo>
                  <a:pt x="744" y="531"/>
                </a:lnTo>
                <a:lnTo>
                  <a:pt x="745" y="531"/>
                </a:lnTo>
                <a:lnTo>
                  <a:pt x="744" y="531"/>
                </a:lnTo>
                <a:lnTo>
                  <a:pt x="744" y="532"/>
                </a:lnTo>
                <a:lnTo>
                  <a:pt x="745" y="532"/>
                </a:lnTo>
                <a:lnTo>
                  <a:pt x="747" y="532"/>
                </a:lnTo>
                <a:lnTo>
                  <a:pt x="748" y="532"/>
                </a:lnTo>
                <a:lnTo>
                  <a:pt x="749" y="532"/>
                </a:lnTo>
                <a:lnTo>
                  <a:pt x="749" y="531"/>
                </a:lnTo>
                <a:lnTo>
                  <a:pt x="750" y="530"/>
                </a:lnTo>
                <a:lnTo>
                  <a:pt x="750" y="529"/>
                </a:lnTo>
                <a:lnTo>
                  <a:pt x="751" y="529"/>
                </a:lnTo>
                <a:lnTo>
                  <a:pt x="752" y="530"/>
                </a:lnTo>
                <a:lnTo>
                  <a:pt x="753" y="530"/>
                </a:lnTo>
                <a:lnTo>
                  <a:pt x="753" y="531"/>
                </a:lnTo>
                <a:lnTo>
                  <a:pt x="754" y="531"/>
                </a:lnTo>
                <a:lnTo>
                  <a:pt x="754" y="530"/>
                </a:lnTo>
                <a:lnTo>
                  <a:pt x="755" y="528"/>
                </a:lnTo>
                <a:lnTo>
                  <a:pt x="755" y="527"/>
                </a:lnTo>
                <a:lnTo>
                  <a:pt x="754" y="526"/>
                </a:lnTo>
                <a:lnTo>
                  <a:pt x="754" y="525"/>
                </a:lnTo>
                <a:lnTo>
                  <a:pt x="755" y="523"/>
                </a:lnTo>
                <a:lnTo>
                  <a:pt x="756" y="522"/>
                </a:lnTo>
                <a:lnTo>
                  <a:pt x="758" y="523"/>
                </a:lnTo>
                <a:lnTo>
                  <a:pt x="759" y="523"/>
                </a:lnTo>
                <a:lnTo>
                  <a:pt x="760" y="523"/>
                </a:lnTo>
                <a:lnTo>
                  <a:pt x="761" y="523"/>
                </a:lnTo>
                <a:lnTo>
                  <a:pt x="763" y="523"/>
                </a:lnTo>
                <a:lnTo>
                  <a:pt x="764" y="522"/>
                </a:lnTo>
                <a:lnTo>
                  <a:pt x="764" y="523"/>
                </a:lnTo>
                <a:lnTo>
                  <a:pt x="765" y="524"/>
                </a:lnTo>
                <a:lnTo>
                  <a:pt x="766" y="524"/>
                </a:lnTo>
                <a:lnTo>
                  <a:pt x="767" y="524"/>
                </a:lnTo>
                <a:lnTo>
                  <a:pt x="767" y="525"/>
                </a:lnTo>
                <a:lnTo>
                  <a:pt x="768" y="525"/>
                </a:lnTo>
                <a:lnTo>
                  <a:pt x="769" y="526"/>
                </a:lnTo>
                <a:lnTo>
                  <a:pt x="769" y="527"/>
                </a:lnTo>
                <a:lnTo>
                  <a:pt x="769" y="528"/>
                </a:lnTo>
                <a:lnTo>
                  <a:pt x="769" y="529"/>
                </a:lnTo>
                <a:lnTo>
                  <a:pt x="769" y="530"/>
                </a:lnTo>
                <a:lnTo>
                  <a:pt x="770" y="530"/>
                </a:lnTo>
                <a:lnTo>
                  <a:pt x="770" y="531"/>
                </a:lnTo>
                <a:lnTo>
                  <a:pt x="771" y="531"/>
                </a:lnTo>
                <a:lnTo>
                  <a:pt x="771" y="532"/>
                </a:lnTo>
                <a:lnTo>
                  <a:pt x="772" y="532"/>
                </a:lnTo>
                <a:lnTo>
                  <a:pt x="772" y="531"/>
                </a:lnTo>
                <a:lnTo>
                  <a:pt x="773" y="532"/>
                </a:lnTo>
                <a:lnTo>
                  <a:pt x="773" y="534"/>
                </a:lnTo>
                <a:lnTo>
                  <a:pt x="773" y="535"/>
                </a:lnTo>
                <a:lnTo>
                  <a:pt x="772" y="535"/>
                </a:lnTo>
                <a:lnTo>
                  <a:pt x="772" y="536"/>
                </a:lnTo>
                <a:lnTo>
                  <a:pt x="773" y="536"/>
                </a:lnTo>
                <a:lnTo>
                  <a:pt x="774" y="536"/>
                </a:lnTo>
                <a:lnTo>
                  <a:pt x="774" y="537"/>
                </a:lnTo>
                <a:lnTo>
                  <a:pt x="774" y="538"/>
                </a:lnTo>
                <a:lnTo>
                  <a:pt x="775" y="538"/>
                </a:lnTo>
                <a:lnTo>
                  <a:pt x="776" y="539"/>
                </a:lnTo>
                <a:lnTo>
                  <a:pt x="777" y="539"/>
                </a:lnTo>
                <a:lnTo>
                  <a:pt x="777" y="540"/>
                </a:lnTo>
                <a:lnTo>
                  <a:pt x="777" y="541"/>
                </a:lnTo>
                <a:lnTo>
                  <a:pt x="777" y="543"/>
                </a:lnTo>
                <a:lnTo>
                  <a:pt x="778" y="543"/>
                </a:lnTo>
                <a:lnTo>
                  <a:pt x="778" y="544"/>
                </a:lnTo>
                <a:lnTo>
                  <a:pt x="779" y="545"/>
                </a:lnTo>
                <a:lnTo>
                  <a:pt x="778" y="545"/>
                </a:lnTo>
                <a:lnTo>
                  <a:pt x="779" y="546"/>
                </a:lnTo>
                <a:lnTo>
                  <a:pt x="779" y="547"/>
                </a:lnTo>
                <a:lnTo>
                  <a:pt x="780" y="547"/>
                </a:lnTo>
                <a:lnTo>
                  <a:pt x="781" y="547"/>
                </a:lnTo>
                <a:lnTo>
                  <a:pt x="782" y="547"/>
                </a:lnTo>
                <a:lnTo>
                  <a:pt x="782" y="548"/>
                </a:lnTo>
                <a:lnTo>
                  <a:pt x="782" y="549"/>
                </a:lnTo>
                <a:lnTo>
                  <a:pt x="781" y="549"/>
                </a:lnTo>
                <a:lnTo>
                  <a:pt x="780" y="549"/>
                </a:lnTo>
                <a:lnTo>
                  <a:pt x="780" y="550"/>
                </a:lnTo>
                <a:lnTo>
                  <a:pt x="781" y="551"/>
                </a:lnTo>
                <a:lnTo>
                  <a:pt x="782" y="551"/>
                </a:lnTo>
                <a:lnTo>
                  <a:pt x="782" y="552"/>
                </a:lnTo>
                <a:lnTo>
                  <a:pt x="782" y="553"/>
                </a:lnTo>
                <a:lnTo>
                  <a:pt x="781" y="554"/>
                </a:lnTo>
                <a:lnTo>
                  <a:pt x="780" y="554"/>
                </a:lnTo>
                <a:lnTo>
                  <a:pt x="780" y="553"/>
                </a:lnTo>
                <a:lnTo>
                  <a:pt x="779" y="553"/>
                </a:lnTo>
                <a:lnTo>
                  <a:pt x="779" y="554"/>
                </a:lnTo>
                <a:lnTo>
                  <a:pt x="778" y="554"/>
                </a:lnTo>
                <a:lnTo>
                  <a:pt x="777" y="554"/>
                </a:lnTo>
                <a:lnTo>
                  <a:pt x="777" y="555"/>
                </a:lnTo>
                <a:lnTo>
                  <a:pt x="777" y="556"/>
                </a:lnTo>
                <a:lnTo>
                  <a:pt x="777" y="557"/>
                </a:lnTo>
                <a:lnTo>
                  <a:pt x="777" y="558"/>
                </a:lnTo>
                <a:lnTo>
                  <a:pt x="778" y="558"/>
                </a:lnTo>
                <a:lnTo>
                  <a:pt x="777" y="560"/>
                </a:lnTo>
                <a:lnTo>
                  <a:pt x="778" y="562"/>
                </a:lnTo>
                <a:lnTo>
                  <a:pt x="778" y="563"/>
                </a:lnTo>
                <a:lnTo>
                  <a:pt x="779" y="563"/>
                </a:lnTo>
                <a:lnTo>
                  <a:pt x="779" y="564"/>
                </a:lnTo>
                <a:lnTo>
                  <a:pt x="779" y="565"/>
                </a:lnTo>
                <a:lnTo>
                  <a:pt x="779" y="566"/>
                </a:lnTo>
                <a:lnTo>
                  <a:pt x="778" y="566"/>
                </a:lnTo>
                <a:lnTo>
                  <a:pt x="778" y="567"/>
                </a:lnTo>
                <a:lnTo>
                  <a:pt x="778" y="568"/>
                </a:lnTo>
                <a:lnTo>
                  <a:pt x="778" y="569"/>
                </a:lnTo>
                <a:lnTo>
                  <a:pt x="778" y="570"/>
                </a:lnTo>
                <a:lnTo>
                  <a:pt x="777" y="571"/>
                </a:lnTo>
                <a:lnTo>
                  <a:pt x="777" y="572"/>
                </a:lnTo>
                <a:lnTo>
                  <a:pt x="777" y="574"/>
                </a:lnTo>
                <a:lnTo>
                  <a:pt x="776" y="574"/>
                </a:lnTo>
                <a:lnTo>
                  <a:pt x="775" y="575"/>
                </a:lnTo>
                <a:lnTo>
                  <a:pt x="775" y="576"/>
                </a:lnTo>
                <a:lnTo>
                  <a:pt x="775" y="577"/>
                </a:lnTo>
                <a:lnTo>
                  <a:pt x="776" y="577"/>
                </a:lnTo>
                <a:lnTo>
                  <a:pt x="776" y="578"/>
                </a:lnTo>
                <a:lnTo>
                  <a:pt x="777" y="578"/>
                </a:lnTo>
                <a:lnTo>
                  <a:pt x="777" y="579"/>
                </a:lnTo>
                <a:lnTo>
                  <a:pt x="776" y="579"/>
                </a:lnTo>
                <a:lnTo>
                  <a:pt x="776" y="580"/>
                </a:lnTo>
                <a:lnTo>
                  <a:pt x="776" y="581"/>
                </a:lnTo>
                <a:lnTo>
                  <a:pt x="775" y="581"/>
                </a:lnTo>
                <a:lnTo>
                  <a:pt x="775" y="582"/>
                </a:lnTo>
                <a:lnTo>
                  <a:pt x="774" y="583"/>
                </a:lnTo>
                <a:lnTo>
                  <a:pt x="773" y="583"/>
                </a:lnTo>
                <a:lnTo>
                  <a:pt x="772" y="583"/>
                </a:lnTo>
                <a:lnTo>
                  <a:pt x="772" y="584"/>
                </a:lnTo>
                <a:lnTo>
                  <a:pt x="772" y="585"/>
                </a:lnTo>
                <a:lnTo>
                  <a:pt x="771" y="585"/>
                </a:lnTo>
                <a:lnTo>
                  <a:pt x="772" y="585"/>
                </a:lnTo>
                <a:lnTo>
                  <a:pt x="772" y="586"/>
                </a:lnTo>
                <a:lnTo>
                  <a:pt x="771" y="586"/>
                </a:lnTo>
                <a:lnTo>
                  <a:pt x="771" y="587"/>
                </a:lnTo>
                <a:lnTo>
                  <a:pt x="770" y="587"/>
                </a:lnTo>
                <a:lnTo>
                  <a:pt x="769" y="588"/>
                </a:lnTo>
                <a:lnTo>
                  <a:pt x="768" y="588"/>
                </a:lnTo>
                <a:lnTo>
                  <a:pt x="768" y="587"/>
                </a:lnTo>
                <a:lnTo>
                  <a:pt x="768" y="588"/>
                </a:lnTo>
                <a:lnTo>
                  <a:pt x="767" y="588"/>
                </a:lnTo>
                <a:lnTo>
                  <a:pt x="767" y="589"/>
                </a:lnTo>
                <a:lnTo>
                  <a:pt x="766" y="589"/>
                </a:lnTo>
                <a:lnTo>
                  <a:pt x="767" y="589"/>
                </a:lnTo>
                <a:lnTo>
                  <a:pt x="767" y="590"/>
                </a:lnTo>
                <a:lnTo>
                  <a:pt x="766" y="590"/>
                </a:lnTo>
                <a:lnTo>
                  <a:pt x="765" y="591"/>
                </a:lnTo>
                <a:lnTo>
                  <a:pt x="764" y="591"/>
                </a:lnTo>
                <a:lnTo>
                  <a:pt x="763" y="591"/>
                </a:lnTo>
                <a:lnTo>
                  <a:pt x="763" y="590"/>
                </a:lnTo>
                <a:lnTo>
                  <a:pt x="763" y="591"/>
                </a:lnTo>
                <a:lnTo>
                  <a:pt x="763" y="590"/>
                </a:lnTo>
                <a:lnTo>
                  <a:pt x="764" y="590"/>
                </a:lnTo>
                <a:lnTo>
                  <a:pt x="764" y="589"/>
                </a:lnTo>
                <a:lnTo>
                  <a:pt x="764" y="588"/>
                </a:lnTo>
                <a:lnTo>
                  <a:pt x="764" y="587"/>
                </a:lnTo>
                <a:lnTo>
                  <a:pt x="763" y="587"/>
                </a:lnTo>
                <a:lnTo>
                  <a:pt x="761" y="587"/>
                </a:lnTo>
                <a:lnTo>
                  <a:pt x="760" y="586"/>
                </a:lnTo>
                <a:lnTo>
                  <a:pt x="760" y="587"/>
                </a:lnTo>
                <a:lnTo>
                  <a:pt x="759" y="587"/>
                </a:lnTo>
                <a:lnTo>
                  <a:pt x="758" y="586"/>
                </a:lnTo>
                <a:lnTo>
                  <a:pt x="758" y="585"/>
                </a:lnTo>
                <a:lnTo>
                  <a:pt x="757" y="585"/>
                </a:lnTo>
                <a:lnTo>
                  <a:pt x="756" y="585"/>
                </a:lnTo>
                <a:lnTo>
                  <a:pt x="756" y="586"/>
                </a:lnTo>
                <a:lnTo>
                  <a:pt x="755" y="586"/>
                </a:lnTo>
                <a:lnTo>
                  <a:pt x="755" y="585"/>
                </a:lnTo>
                <a:lnTo>
                  <a:pt x="755" y="584"/>
                </a:lnTo>
                <a:lnTo>
                  <a:pt x="754" y="583"/>
                </a:lnTo>
                <a:lnTo>
                  <a:pt x="753" y="583"/>
                </a:lnTo>
                <a:lnTo>
                  <a:pt x="752" y="583"/>
                </a:lnTo>
                <a:lnTo>
                  <a:pt x="752" y="582"/>
                </a:lnTo>
                <a:lnTo>
                  <a:pt x="751" y="582"/>
                </a:lnTo>
                <a:lnTo>
                  <a:pt x="751" y="583"/>
                </a:lnTo>
                <a:lnTo>
                  <a:pt x="750" y="583"/>
                </a:lnTo>
                <a:lnTo>
                  <a:pt x="749" y="583"/>
                </a:lnTo>
                <a:lnTo>
                  <a:pt x="748" y="584"/>
                </a:lnTo>
                <a:lnTo>
                  <a:pt x="747" y="585"/>
                </a:lnTo>
                <a:lnTo>
                  <a:pt x="747" y="586"/>
                </a:lnTo>
                <a:lnTo>
                  <a:pt x="747" y="587"/>
                </a:lnTo>
                <a:lnTo>
                  <a:pt x="747" y="588"/>
                </a:lnTo>
                <a:lnTo>
                  <a:pt x="747" y="589"/>
                </a:lnTo>
                <a:lnTo>
                  <a:pt x="746" y="589"/>
                </a:lnTo>
                <a:lnTo>
                  <a:pt x="745" y="589"/>
                </a:lnTo>
                <a:lnTo>
                  <a:pt x="744" y="589"/>
                </a:lnTo>
                <a:lnTo>
                  <a:pt x="744" y="590"/>
                </a:lnTo>
                <a:lnTo>
                  <a:pt x="743" y="590"/>
                </a:lnTo>
                <a:lnTo>
                  <a:pt x="742" y="590"/>
                </a:lnTo>
                <a:lnTo>
                  <a:pt x="741" y="590"/>
                </a:lnTo>
                <a:lnTo>
                  <a:pt x="741" y="591"/>
                </a:lnTo>
                <a:lnTo>
                  <a:pt x="741" y="592"/>
                </a:lnTo>
                <a:lnTo>
                  <a:pt x="741" y="593"/>
                </a:lnTo>
                <a:lnTo>
                  <a:pt x="740" y="593"/>
                </a:lnTo>
                <a:lnTo>
                  <a:pt x="739" y="593"/>
                </a:lnTo>
                <a:lnTo>
                  <a:pt x="738" y="594"/>
                </a:lnTo>
                <a:lnTo>
                  <a:pt x="738" y="595"/>
                </a:lnTo>
                <a:lnTo>
                  <a:pt x="736" y="596"/>
                </a:lnTo>
                <a:lnTo>
                  <a:pt x="735" y="596"/>
                </a:lnTo>
                <a:lnTo>
                  <a:pt x="735" y="595"/>
                </a:lnTo>
                <a:lnTo>
                  <a:pt x="734" y="595"/>
                </a:lnTo>
                <a:lnTo>
                  <a:pt x="734" y="596"/>
                </a:lnTo>
                <a:lnTo>
                  <a:pt x="733" y="596"/>
                </a:lnTo>
                <a:lnTo>
                  <a:pt x="731" y="596"/>
                </a:lnTo>
                <a:lnTo>
                  <a:pt x="730" y="596"/>
                </a:lnTo>
                <a:lnTo>
                  <a:pt x="731" y="596"/>
                </a:lnTo>
                <a:lnTo>
                  <a:pt x="732" y="596"/>
                </a:lnTo>
                <a:lnTo>
                  <a:pt x="733" y="597"/>
                </a:lnTo>
                <a:lnTo>
                  <a:pt x="734" y="597"/>
                </a:lnTo>
                <a:lnTo>
                  <a:pt x="734" y="598"/>
                </a:lnTo>
                <a:lnTo>
                  <a:pt x="735" y="599"/>
                </a:lnTo>
                <a:lnTo>
                  <a:pt x="736" y="599"/>
                </a:lnTo>
                <a:lnTo>
                  <a:pt x="736" y="600"/>
                </a:lnTo>
                <a:lnTo>
                  <a:pt x="735" y="601"/>
                </a:lnTo>
                <a:lnTo>
                  <a:pt x="734" y="600"/>
                </a:lnTo>
                <a:lnTo>
                  <a:pt x="734" y="601"/>
                </a:lnTo>
                <a:lnTo>
                  <a:pt x="735" y="601"/>
                </a:lnTo>
                <a:lnTo>
                  <a:pt x="735" y="602"/>
                </a:lnTo>
                <a:lnTo>
                  <a:pt x="736" y="602"/>
                </a:lnTo>
                <a:lnTo>
                  <a:pt x="737" y="603"/>
                </a:lnTo>
                <a:lnTo>
                  <a:pt x="736" y="603"/>
                </a:lnTo>
                <a:lnTo>
                  <a:pt x="736" y="604"/>
                </a:lnTo>
                <a:lnTo>
                  <a:pt x="735" y="604"/>
                </a:lnTo>
                <a:lnTo>
                  <a:pt x="734" y="604"/>
                </a:lnTo>
                <a:lnTo>
                  <a:pt x="734" y="603"/>
                </a:lnTo>
                <a:lnTo>
                  <a:pt x="734" y="602"/>
                </a:lnTo>
                <a:lnTo>
                  <a:pt x="733" y="602"/>
                </a:lnTo>
                <a:lnTo>
                  <a:pt x="733" y="601"/>
                </a:lnTo>
                <a:lnTo>
                  <a:pt x="732" y="602"/>
                </a:lnTo>
                <a:lnTo>
                  <a:pt x="731" y="603"/>
                </a:lnTo>
                <a:lnTo>
                  <a:pt x="731" y="602"/>
                </a:lnTo>
                <a:lnTo>
                  <a:pt x="730" y="603"/>
                </a:lnTo>
                <a:lnTo>
                  <a:pt x="730" y="604"/>
                </a:lnTo>
                <a:lnTo>
                  <a:pt x="729" y="604"/>
                </a:lnTo>
                <a:lnTo>
                  <a:pt x="728" y="605"/>
                </a:lnTo>
                <a:lnTo>
                  <a:pt x="727" y="605"/>
                </a:lnTo>
                <a:lnTo>
                  <a:pt x="726" y="606"/>
                </a:lnTo>
                <a:lnTo>
                  <a:pt x="727" y="607"/>
                </a:lnTo>
                <a:lnTo>
                  <a:pt x="726" y="607"/>
                </a:lnTo>
                <a:lnTo>
                  <a:pt x="725" y="608"/>
                </a:lnTo>
                <a:lnTo>
                  <a:pt x="725" y="609"/>
                </a:lnTo>
                <a:lnTo>
                  <a:pt x="725" y="610"/>
                </a:lnTo>
                <a:lnTo>
                  <a:pt x="724" y="611"/>
                </a:lnTo>
                <a:lnTo>
                  <a:pt x="723" y="611"/>
                </a:lnTo>
                <a:lnTo>
                  <a:pt x="723" y="612"/>
                </a:lnTo>
                <a:lnTo>
                  <a:pt x="722" y="612"/>
                </a:lnTo>
                <a:lnTo>
                  <a:pt x="721" y="612"/>
                </a:lnTo>
                <a:lnTo>
                  <a:pt x="721" y="613"/>
                </a:lnTo>
                <a:lnTo>
                  <a:pt x="721" y="614"/>
                </a:lnTo>
                <a:lnTo>
                  <a:pt x="722" y="615"/>
                </a:lnTo>
                <a:lnTo>
                  <a:pt x="722" y="616"/>
                </a:lnTo>
                <a:lnTo>
                  <a:pt x="723" y="617"/>
                </a:lnTo>
                <a:lnTo>
                  <a:pt x="722" y="617"/>
                </a:lnTo>
                <a:lnTo>
                  <a:pt x="722" y="618"/>
                </a:lnTo>
                <a:lnTo>
                  <a:pt x="721" y="618"/>
                </a:lnTo>
                <a:lnTo>
                  <a:pt x="720" y="618"/>
                </a:lnTo>
                <a:lnTo>
                  <a:pt x="720" y="617"/>
                </a:lnTo>
                <a:lnTo>
                  <a:pt x="719" y="617"/>
                </a:lnTo>
                <a:lnTo>
                  <a:pt x="718" y="617"/>
                </a:lnTo>
                <a:lnTo>
                  <a:pt x="718" y="616"/>
                </a:lnTo>
                <a:lnTo>
                  <a:pt x="718" y="615"/>
                </a:lnTo>
                <a:lnTo>
                  <a:pt x="718" y="614"/>
                </a:lnTo>
                <a:lnTo>
                  <a:pt x="718" y="613"/>
                </a:lnTo>
                <a:lnTo>
                  <a:pt x="717" y="613"/>
                </a:lnTo>
                <a:lnTo>
                  <a:pt x="717" y="612"/>
                </a:lnTo>
                <a:lnTo>
                  <a:pt x="716" y="612"/>
                </a:lnTo>
                <a:lnTo>
                  <a:pt x="716" y="611"/>
                </a:lnTo>
                <a:lnTo>
                  <a:pt x="716" y="610"/>
                </a:lnTo>
                <a:lnTo>
                  <a:pt x="715" y="610"/>
                </a:lnTo>
                <a:lnTo>
                  <a:pt x="715" y="609"/>
                </a:lnTo>
                <a:lnTo>
                  <a:pt x="714" y="609"/>
                </a:lnTo>
                <a:lnTo>
                  <a:pt x="714" y="608"/>
                </a:lnTo>
                <a:lnTo>
                  <a:pt x="714" y="607"/>
                </a:lnTo>
                <a:lnTo>
                  <a:pt x="713" y="607"/>
                </a:lnTo>
                <a:lnTo>
                  <a:pt x="713" y="606"/>
                </a:lnTo>
                <a:lnTo>
                  <a:pt x="712" y="606"/>
                </a:lnTo>
                <a:lnTo>
                  <a:pt x="712" y="607"/>
                </a:lnTo>
                <a:lnTo>
                  <a:pt x="712" y="608"/>
                </a:lnTo>
                <a:lnTo>
                  <a:pt x="711" y="608"/>
                </a:lnTo>
                <a:lnTo>
                  <a:pt x="710" y="607"/>
                </a:lnTo>
                <a:lnTo>
                  <a:pt x="709" y="606"/>
                </a:lnTo>
                <a:lnTo>
                  <a:pt x="708" y="605"/>
                </a:lnTo>
                <a:lnTo>
                  <a:pt x="708" y="606"/>
                </a:lnTo>
                <a:lnTo>
                  <a:pt x="708" y="605"/>
                </a:lnTo>
                <a:lnTo>
                  <a:pt x="707" y="605"/>
                </a:lnTo>
                <a:lnTo>
                  <a:pt x="707" y="604"/>
                </a:lnTo>
                <a:lnTo>
                  <a:pt x="706" y="604"/>
                </a:lnTo>
                <a:lnTo>
                  <a:pt x="706" y="603"/>
                </a:lnTo>
                <a:lnTo>
                  <a:pt x="706" y="602"/>
                </a:lnTo>
                <a:lnTo>
                  <a:pt x="705" y="602"/>
                </a:lnTo>
                <a:lnTo>
                  <a:pt x="705" y="601"/>
                </a:lnTo>
                <a:lnTo>
                  <a:pt x="705" y="600"/>
                </a:lnTo>
                <a:lnTo>
                  <a:pt x="705" y="599"/>
                </a:lnTo>
                <a:lnTo>
                  <a:pt x="704" y="599"/>
                </a:lnTo>
                <a:lnTo>
                  <a:pt x="704" y="598"/>
                </a:lnTo>
                <a:lnTo>
                  <a:pt x="703" y="598"/>
                </a:lnTo>
                <a:lnTo>
                  <a:pt x="703" y="597"/>
                </a:lnTo>
                <a:lnTo>
                  <a:pt x="702" y="597"/>
                </a:lnTo>
                <a:lnTo>
                  <a:pt x="702" y="598"/>
                </a:lnTo>
                <a:lnTo>
                  <a:pt x="701" y="598"/>
                </a:lnTo>
                <a:lnTo>
                  <a:pt x="701" y="599"/>
                </a:lnTo>
                <a:lnTo>
                  <a:pt x="700" y="600"/>
                </a:lnTo>
                <a:lnTo>
                  <a:pt x="700" y="601"/>
                </a:lnTo>
                <a:lnTo>
                  <a:pt x="699" y="601"/>
                </a:lnTo>
                <a:lnTo>
                  <a:pt x="700" y="601"/>
                </a:lnTo>
                <a:lnTo>
                  <a:pt x="699" y="601"/>
                </a:lnTo>
                <a:lnTo>
                  <a:pt x="699" y="602"/>
                </a:lnTo>
                <a:lnTo>
                  <a:pt x="698" y="602"/>
                </a:lnTo>
                <a:lnTo>
                  <a:pt x="697" y="602"/>
                </a:lnTo>
                <a:lnTo>
                  <a:pt x="696" y="603"/>
                </a:lnTo>
                <a:lnTo>
                  <a:pt x="696" y="604"/>
                </a:lnTo>
                <a:lnTo>
                  <a:pt x="697" y="604"/>
                </a:lnTo>
                <a:lnTo>
                  <a:pt x="697" y="605"/>
                </a:lnTo>
                <a:lnTo>
                  <a:pt x="696" y="605"/>
                </a:lnTo>
                <a:lnTo>
                  <a:pt x="696" y="606"/>
                </a:lnTo>
                <a:lnTo>
                  <a:pt x="696" y="607"/>
                </a:lnTo>
                <a:lnTo>
                  <a:pt x="696" y="608"/>
                </a:lnTo>
                <a:lnTo>
                  <a:pt x="695" y="607"/>
                </a:lnTo>
                <a:lnTo>
                  <a:pt x="695" y="608"/>
                </a:lnTo>
                <a:lnTo>
                  <a:pt x="695" y="609"/>
                </a:lnTo>
                <a:lnTo>
                  <a:pt x="695" y="610"/>
                </a:lnTo>
                <a:lnTo>
                  <a:pt x="695" y="611"/>
                </a:lnTo>
                <a:lnTo>
                  <a:pt x="694" y="611"/>
                </a:lnTo>
                <a:lnTo>
                  <a:pt x="694" y="610"/>
                </a:lnTo>
                <a:lnTo>
                  <a:pt x="693" y="610"/>
                </a:lnTo>
                <a:lnTo>
                  <a:pt x="692" y="610"/>
                </a:lnTo>
                <a:lnTo>
                  <a:pt x="692" y="609"/>
                </a:lnTo>
                <a:lnTo>
                  <a:pt x="692" y="610"/>
                </a:lnTo>
                <a:lnTo>
                  <a:pt x="692" y="609"/>
                </a:lnTo>
                <a:lnTo>
                  <a:pt x="691" y="609"/>
                </a:lnTo>
                <a:lnTo>
                  <a:pt x="692" y="609"/>
                </a:lnTo>
                <a:lnTo>
                  <a:pt x="691" y="609"/>
                </a:lnTo>
                <a:lnTo>
                  <a:pt x="691" y="608"/>
                </a:lnTo>
                <a:lnTo>
                  <a:pt x="691" y="609"/>
                </a:lnTo>
                <a:lnTo>
                  <a:pt x="690" y="609"/>
                </a:lnTo>
                <a:lnTo>
                  <a:pt x="690" y="608"/>
                </a:lnTo>
                <a:lnTo>
                  <a:pt x="689" y="608"/>
                </a:lnTo>
                <a:lnTo>
                  <a:pt x="689" y="609"/>
                </a:lnTo>
                <a:lnTo>
                  <a:pt x="688" y="609"/>
                </a:lnTo>
                <a:lnTo>
                  <a:pt x="688" y="610"/>
                </a:lnTo>
                <a:lnTo>
                  <a:pt x="687" y="610"/>
                </a:lnTo>
                <a:lnTo>
                  <a:pt x="687" y="611"/>
                </a:lnTo>
                <a:lnTo>
                  <a:pt x="686" y="611"/>
                </a:lnTo>
                <a:lnTo>
                  <a:pt x="685" y="611"/>
                </a:lnTo>
                <a:lnTo>
                  <a:pt x="684" y="611"/>
                </a:lnTo>
                <a:lnTo>
                  <a:pt x="684" y="612"/>
                </a:lnTo>
                <a:lnTo>
                  <a:pt x="683" y="612"/>
                </a:lnTo>
                <a:lnTo>
                  <a:pt x="682" y="612"/>
                </a:lnTo>
                <a:lnTo>
                  <a:pt x="683" y="612"/>
                </a:lnTo>
                <a:lnTo>
                  <a:pt x="683" y="611"/>
                </a:lnTo>
                <a:lnTo>
                  <a:pt x="682" y="611"/>
                </a:lnTo>
                <a:lnTo>
                  <a:pt x="682" y="610"/>
                </a:lnTo>
                <a:lnTo>
                  <a:pt x="681" y="610"/>
                </a:lnTo>
                <a:lnTo>
                  <a:pt x="680" y="610"/>
                </a:lnTo>
                <a:lnTo>
                  <a:pt x="680" y="611"/>
                </a:lnTo>
                <a:lnTo>
                  <a:pt x="679" y="611"/>
                </a:lnTo>
                <a:lnTo>
                  <a:pt x="679" y="612"/>
                </a:lnTo>
                <a:lnTo>
                  <a:pt x="678" y="612"/>
                </a:lnTo>
                <a:lnTo>
                  <a:pt x="678" y="613"/>
                </a:lnTo>
                <a:lnTo>
                  <a:pt x="677" y="613"/>
                </a:lnTo>
                <a:lnTo>
                  <a:pt x="677" y="614"/>
                </a:lnTo>
                <a:lnTo>
                  <a:pt x="676" y="614"/>
                </a:lnTo>
                <a:lnTo>
                  <a:pt x="676" y="615"/>
                </a:lnTo>
                <a:lnTo>
                  <a:pt x="675" y="615"/>
                </a:lnTo>
                <a:lnTo>
                  <a:pt x="674" y="615"/>
                </a:lnTo>
                <a:lnTo>
                  <a:pt x="674" y="616"/>
                </a:lnTo>
                <a:lnTo>
                  <a:pt x="673" y="616"/>
                </a:lnTo>
                <a:lnTo>
                  <a:pt x="674" y="616"/>
                </a:lnTo>
                <a:lnTo>
                  <a:pt x="673" y="616"/>
                </a:lnTo>
                <a:lnTo>
                  <a:pt x="673" y="617"/>
                </a:lnTo>
                <a:lnTo>
                  <a:pt x="672" y="617"/>
                </a:lnTo>
                <a:lnTo>
                  <a:pt x="672" y="616"/>
                </a:lnTo>
                <a:lnTo>
                  <a:pt x="671" y="616"/>
                </a:lnTo>
                <a:lnTo>
                  <a:pt x="671" y="617"/>
                </a:lnTo>
                <a:lnTo>
                  <a:pt x="670" y="617"/>
                </a:lnTo>
                <a:lnTo>
                  <a:pt x="670" y="618"/>
                </a:lnTo>
                <a:lnTo>
                  <a:pt x="670" y="619"/>
                </a:lnTo>
                <a:lnTo>
                  <a:pt x="669" y="619"/>
                </a:lnTo>
                <a:lnTo>
                  <a:pt x="669" y="620"/>
                </a:lnTo>
                <a:lnTo>
                  <a:pt x="669" y="621"/>
                </a:lnTo>
                <a:lnTo>
                  <a:pt x="669" y="622"/>
                </a:lnTo>
                <a:lnTo>
                  <a:pt x="668" y="622"/>
                </a:lnTo>
                <a:lnTo>
                  <a:pt x="668" y="621"/>
                </a:lnTo>
                <a:lnTo>
                  <a:pt x="667" y="621"/>
                </a:lnTo>
                <a:lnTo>
                  <a:pt x="667" y="620"/>
                </a:lnTo>
                <a:lnTo>
                  <a:pt x="666" y="620"/>
                </a:lnTo>
                <a:lnTo>
                  <a:pt x="666" y="619"/>
                </a:lnTo>
                <a:lnTo>
                  <a:pt x="665" y="619"/>
                </a:lnTo>
                <a:lnTo>
                  <a:pt x="664" y="619"/>
                </a:lnTo>
                <a:lnTo>
                  <a:pt x="663" y="620"/>
                </a:lnTo>
                <a:lnTo>
                  <a:pt x="663" y="621"/>
                </a:lnTo>
                <a:lnTo>
                  <a:pt x="663" y="622"/>
                </a:lnTo>
                <a:lnTo>
                  <a:pt x="663" y="623"/>
                </a:lnTo>
                <a:lnTo>
                  <a:pt x="663" y="624"/>
                </a:lnTo>
                <a:lnTo>
                  <a:pt x="662" y="624"/>
                </a:lnTo>
                <a:lnTo>
                  <a:pt x="662" y="625"/>
                </a:lnTo>
                <a:lnTo>
                  <a:pt x="661" y="625"/>
                </a:lnTo>
                <a:lnTo>
                  <a:pt x="661" y="624"/>
                </a:lnTo>
                <a:lnTo>
                  <a:pt x="661" y="625"/>
                </a:lnTo>
                <a:lnTo>
                  <a:pt x="660" y="625"/>
                </a:lnTo>
                <a:lnTo>
                  <a:pt x="659" y="625"/>
                </a:lnTo>
                <a:lnTo>
                  <a:pt x="659" y="626"/>
                </a:lnTo>
                <a:lnTo>
                  <a:pt x="659" y="625"/>
                </a:lnTo>
                <a:lnTo>
                  <a:pt x="658" y="625"/>
                </a:lnTo>
                <a:lnTo>
                  <a:pt x="658" y="626"/>
                </a:lnTo>
                <a:lnTo>
                  <a:pt x="658" y="625"/>
                </a:lnTo>
                <a:lnTo>
                  <a:pt x="657" y="625"/>
                </a:lnTo>
                <a:lnTo>
                  <a:pt x="656" y="625"/>
                </a:lnTo>
                <a:lnTo>
                  <a:pt x="656" y="626"/>
                </a:lnTo>
                <a:lnTo>
                  <a:pt x="656" y="627"/>
                </a:lnTo>
                <a:lnTo>
                  <a:pt x="656" y="628"/>
                </a:lnTo>
                <a:lnTo>
                  <a:pt x="656" y="629"/>
                </a:lnTo>
                <a:lnTo>
                  <a:pt x="657" y="629"/>
                </a:lnTo>
                <a:lnTo>
                  <a:pt x="657" y="630"/>
                </a:lnTo>
                <a:lnTo>
                  <a:pt x="657" y="631"/>
                </a:lnTo>
                <a:lnTo>
                  <a:pt x="657" y="632"/>
                </a:lnTo>
                <a:lnTo>
                  <a:pt x="658" y="632"/>
                </a:lnTo>
                <a:lnTo>
                  <a:pt x="657" y="632"/>
                </a:lnTo>
                <a:lnTo>
                  <a:pt x="657" y="634"/>
                </a:lnTo>
                <a:lnTo>
                  <a:pt x="658" y="634"/>
                </a:lnTo>
                <a:lnTo>
                  <a:pt x="658" y="635"/>
                </a:lnTo>
                <a:lnTo>
                  <a:pt x="658" y="637"/>
                </a:lnTo>
                <a:lnTo>
                  <a:pt x="659" y="637"/>
                </a:lnTo>
                <a:lnTo>
                  <a:pt x="659" y="638"/>
                </a:lnTo>
                <a:lnTo>
                  <a:pt x="659" y="639"/>
                </a:lnTo>
                <a:lnTo>
                  <a:pt x="660" y="639"/>
                </a:lnTo>
                <a:lnTo>
                  <a:pt x="660" y="640"/>
                </a:lnTo>
                <a:lnTo>
                  <a:pt x="660" y="639"/>
                </a:lnTo>
                <a:lnTo>
                  <a:pt x="661" y="639"/>
                </a:lnTo>
                <a:lnTo>
                  <a:pt x="661" y="640"/>
                </a:lnTo>
                <a:lnTo>
                  <a:pt x="661" y="641"/>
                </a:lnTo>
                <a:lnTo>
                  <a:pt x="662" y="641"/>
                </a:lnTo>
                <a:lnTo>
                  <a:pt x="661" y="641"/>
                </a:lnTo>
                <a:lnTo>
                  <a:pt x="661" y="642"/>
                </a:lnTo>
                <a:lnTo>
                  <a:pt x="661" y="643"/>
                </a:lnTo>
                <a:lnTo>
                  <a:pt x="660" y="644"/>
                </a:lnTo>
                <a:lnTo>
                  <a:pt x="659" y="644"/>
                </a:lnTo>
                <a:lnTo>
                  <a:pt x="659" y="645"/>
                </a:lnTo>
                <a:lnTo>
                  <a:pt x="658" y="645"/>
                </a:lnTo>
                <a:lnTo>
                  <a:pt x="657" y="645"/>
                </a:lnTo>
                <a:lnTo>
                  <a:pt x="656" y="645"/>
                </a:lnTo>
                <a:lnTo>
                  <a:pt x="656" y="646"/>
                </a:lnTo>
                <a:lnTo>
                  <a:pt x="655" y="646"/>
                </a:lnTo>
                <a:lnTo>
                  <a:pt x="655" y="647"/>
                </a:lnTo>
                <a:lnTo>
                  <a:pt x="654" y="647"/>
                </a:lnTo>
                <a:lnTo>
                  <a:pt x="653" y="647"/>
                </a:lnTo>
                <a:lnTo>
                  <a:pt x="653" y="648"/>
                </a:lnTo>
                <a:lnTo>
                  <a:pt x="653" y="649"/>
                </a:lnTo>
                <a:lnTo>
                  <a:pt x="652" y="649"/>
                </a:lnTo>
                <a:lnTo>
                  <a:pt x="652" y="650"/>
                </a:lnTo>
                <a:lnTo>
                  <a:pt x="652" y="651"/>
                </a:lnTo>
                <a:lnTo>
                  <a:pt x="652" y="652"/>
                </a:lnTo>
                <a:lnTo>
                  <a:pt x="650" y="652"/>
                </a:lnTo>
                <a:lnTo>
                  <a:pt x="649" y="652"/>
                </a:lnTo>
                <a:lnTo>
                  <a:pt x="649" y="653"/>
                </a:lnTo>
                <a:lnTo>
                  <a:pt x="649" y="654"/>
                </a:lnTo>
                <a:lnTo>
                  <a:pt x="650" y="654"/>
                </a:lnTo>
                <a:lnTo>
                  <a:pt x="649" y="654"/>
                </a:lnTo>
                <a:lnTo>
                  <a:pt x="650" y="654"/>
                </a:lnTo>
                <a:lnTo>
                  <a:pt x="650" y="655"/>
                </a:lnTo>
                <a:lnTo>
                  <a:pt x="649" y="655"/>
                </a:lnTo>
                <a:lnTo>
                  <a:pt x="649" y="656"/>
                </a:lnTo>
                <a:lnTo>
                  <a:pt x="648" y="656"/>
                </a:lnTo>
                <a:lnTo>
                  <a:pt x="648" y="655"/>
                </a:lnTo>
                <a:lnTo>
                  <a:pt x="647" y="655"/>
                </a:lnTo>
                <a:lnTo>
                  <a:pt x="646" y="655"/>
                </a:lnTo>
                <a:lnTo>
                  <a:pt x="645" y="655"/>
                </a:lnTo>
                <a:lnTo>
                  <a:pt x="645" y="656"/>
                </a:lnTo>
                <a:lnTo>
                  <a:pt x="644" y="656"/>
                </a:lnTo>
                <a:lnTo>
                  <a:pt x="644" y="655"/>
                </a:lnTo>
                <a:lnTo>
                  <a:pt x="643" y="655"/>
                </a:lnTo>
                <a:lnTo>
                  <a:pt x="643" y="654"/>
                </a:lnTo>
                <a:lnTo>
                  <a:pt x="642" y="654"/>
                </a:lnTo>
                <a:lnTo>
                  <a:pt x="641" y="654"/>
                </a:lnTo>
                <a:lnTo>
                  <a:pt x="640" y="654"/>
                </a:lnTo>
                <a:lnTo>
                  <a:pt x="640" y="653"/>
                </a:lnTo>
                <a:lnTo>
                  <a:pt x="639" y="653"/>
                </a:lnTo>
                <a:lnTo>
                  <a:pt x="640" y="653"/>
                </a:lnTo>
                <a:lnTo>
                  <a:pt x="639" y="653"/>
                </a:lnTo>
                <a:lnTo>
                  <a:pt x="639" y="654"/>
                </a:lnTo>
                <a:lnTo>
                  <a:pt x="640" y="654"/>
                </a:lnTo>
                <a:lnTo>
                  <a:pt x="640" y="655"/>
                </a:lnTo>
                <a:lnTo>
                  <a:pt x="639" y="655"/>
                </a:lnTo>
                <a:lnTo>
                  <a:pt x="640" y="655"/>
                </a:lnTo>
                <a:lnTo>
                  <a:pt x="639" y="655"/>
                </a:lnTo>
                <a:lnTo>
                  <a:pt x="639" y="656"/>
                </a:lnTo>
                <a:lnTo>
                  <a:pt x="638" y="656"/>
                </a:lnTo>
                <a:lnTo>
                  <a:pt x="637" y="656"/>
                </a:lnTo>
                <a:lnTo>
                  <a:pt x="637" y="655"/>
                </a:lnTo>
                <a:lnTo>
                  <a:pt x="638" y="655"/>
                </a:lnTo>
                <a:lnTo>
                  <a:pt x="638" y="654"/>
                </a:lnTo>
                <a:lnTo>
                  <a:pt x="637" y="654"/>
                </a:lnTo>
                <a:lnTo>
                  <a:pt x="637" y="653"/>
                </a:lnTo>
                <a:lnTo>
                  <a:pt x="638" y="653"/>
                </a:lnTo>
                <a:lnTo>
                  <a:pt x="637" y="653"/>
                </a:lnTo>
                <a:lnTo>
                  <a:pt x="637" y="652"/>
                </a:lnTo>
                <a:lnTo>
                  <a:pt x="637" y="653"/>
                </a:lnTo>
                <a:lnTo>
                  <a:pt x="636" y="653"/>
                </a:lnTo>
                <a:lnTo>
                  <a:pt x="636" y="652"/>
                </a:lnTo>
                <a:lnTo>
                  <a:pt x="636" y="653"/>
                </a:lnTo>
                <a:lnTo>
                  <a:pt x="636" y="652"/>
                </a:lnTo>
                <a:lnTo>
                  <a:pt x="635" y="652"/>
                </a:lnTo>
                <a:lnTo>
                  <a:pt x="635" y="653"/>
                </a:lnTo>
                <a:lnTo>
                  <a:pt x="634" y="653"/>
                </a:lnTo>
                <a:lnTo>
                  <a:pt x="635" y="653"/>
                </a:lnTo>
                <a:lnTo>
                  <a:pt x="634" y="653"/>
                </a:lnTo>
                <a:lnTo>
                  <a:pt x="634" y="654"/>
                </a:lnTo>
                <a:lnTo>
                  <a:pt x="633" y="654"/>
                </a:lnTo>
                <a:lnTo>
                  <a:pt x="633" y="653"/>
                </a:lnTo>
                <a:lnTo>
                  <a:pt x="633" y="654"/>
                </a:lnTo>
                <a:lnTo>
                  <a:pt x="633" y="655"/>
                </a:lnTo>
                <a:lnTo>
                  <a:pt x="632" y="655"/>
                </a:lnTo>
                <a:lnTo>
                  <a:pt x="632" y="656"/>
                </a:lnTo>
                <a:lnTo>
                  <a:pt x="631" y="656"/>
                </a:lnTo>
                <a:lnTo>
                  <a:pt x="631" y="657"/>
                </a:lnTo>
                <a:lnTo>
                  <a:pt x="630" y="657"/>
                </a:lnTo>
                <a:lnTo>
                  <a:pt x="630" y="658"/>
                </a:lnTo>
                <a:lnTo>
                  <a:pt x="630" y="659"/>
                </a:lnTo>
                <a:lnTo>
                  <a:pt x="629" y="659"/>
                </a:lnTo>
                <a:lnTo>
                  <a:pt x="628" y="659"/>
                </a:lnTo>
                <a:lnTo>
                  <a:pt x="629" y="659"/>
                </a:lnTo>
                <a:lnTo>
                  <a:pt x="628" y="659"/>
                </a:lnTo>
                <a:lnTo>
                  <a:pt x="628" y="660"/>
                </a:lnTo>
                <a:lnTo>
                  <a:pt x="627" y="660"/>
                </a:lnTo>
                <a:lnTo>
                  <a:pt x="627" y="661"/>
                </a:lnTo>
                <a:lnTo>
                  <a:pt x="626" y="661"/>
                </a:lnTo>
                <a:lnTo>
                  <a:pt x="626" y="662"/>
                </a:lnTo>
                <a:lnTo>
                  <a:pt x="625" y="662"/>
                </a:lnTo>
                <a:lnTo>
                  <a:pt x="625" y="663"/>
                </a:lnTo>
                <a:lnTo>
                  <a:pt x="624" y="663"/>
                </a:lnTo>
                <a:lnTo>
                  <a:pt x="623" y="663"/>
                </a:lnTo>
                <a:lnTo>
                  <a:pt x="623" y="664"/>
                </a:lnTo>
                <a:lnTo>
                  <a:pt x="622" y="664"/>
                </a:lnTo>
                <a:lnTo>
                  <a:pt x="621" y="664"/>
                </a:lnTo>
                <a:lnTo>
                  <a:pt x="621" y="665"/>
                </a:lnTo>
                <a:lnTo>
                  <a:pt x="620" y="665"/>
                </a:lnTo>
                <a:lnTo>
                  <a:pt x="620" y="666"/>
                </a:lnTo>
                <a:lnTo>
                  <a:pt x="620" y="667"/>
                </a:lnTo>
                <a:lnTo>
                  <a:pt x="620" y="668"/>
                </a:lnTo>
                <a:lnTo>
                  <a:pt x="619" y="668"/>
                </a:lnTo>
                <a:lnTo>
                  <a:pt x="618" y="668"/>
                </a:lnTo>
                <a:lnTo>
                  <a:pt x="618" y="669"/>
                </a:lnTo>
                <a:lnTo>
                  <a:pt x="617" y="669"/>
                </a:lnTo>
                <a:lnTo>
                  <a:pt x="615" y="669"/>
                </a:lnTo>
                <a:lnTo>
                  <a:pt x="615" y="668"/>
                </a:lnTo>
                <a:lnTo>
                  <a:pt x="615" y="667"/>
                </a:lnTo>
                <a:lnTo>
                  <a:pt x="614" y="667"/>
                </a:lnTo>
                <a:lnTo>
                  <a:pt x="614" y="666"/>
                </a:lnTo>
                <a:lnTo>
                  <a:pt x="613" y="665"/>
                </a:lnTo>
                <a:lnTo>
                  <a:pt x="612" y="665"/>
                </a:lnTo>
                <a:lnTo>
                  <a:pt x="611" y="665"/>
                </a:lnTo>
                <a:lnTo>
                  <a:pt x="610" y="665"/>
                </a:lnTo>
                <a:lnTo>
                  <a:pt x="610" y="664"/>
                </a:lnTo>
                <a:lnTo>
                  <a:pt x="609" y="664"/>
                </a:lnTo>
                <a:lnTo>
                  <a:pt x="608" y="664"/>
                </a:lnTo>
                <a:lnTo>
                  <a:pt x="608" y="662"/>
                </a:lnTo>
                <a:lnTo>
                  <a:pt x="607" y="662"/>
                </a:lnTo>
                <a:lnTo>
                  <a:pt x="607" y="661"/>
                </a:lnTo>
                <a:lnTo>
                  <a:pt x="607" y="660"/>
                </a:lnTo>
                <a:lnTo>
                  <a:pt x="606" y="660"/>
                </a:lnTo>
                <a:lnTo>
                  <a:pt x="607" y="660"/>
                </a:lnTo>
                <a:lnTo>
                  <a:pt x="607" y="659"/>
                </a:lnTo>
                <a:lnTo>
                  <a:pt x="607" y="658"/>
                </a:lnTo>
                <a:lnTo>
                  <a:pt x="607" y="657"/>
                </a:lnTo>
                <a:lnTo>
                  <a:pt x="608" y="657"/>
                </a:lnTo>
                <a:lnTo>
                  <a:pt x="608" y="656"/>
                </a:lnTo>
                <a:lnTo>
                  <a:pt x="608" y="655"/>
                </a:lnTo>
                <a:lnTo>
                  <a:pt x="608" y="654"/>
                </a:lnTo>
                <a:lnTo>
                  <a:pt x="607" y="654"/>
                </a:lnTo>
                <a:lnTo>
                  <a:pt x="607" y="653"/>
                </a:lnTo>
                <a:lnTo>
                  <a:pt x="606" y="653"/>
                </a:lnTo>
                <a:lnTo>
                  <a:pt x="606" y="654"/>
                </a:lnTo>
                <a:lnTo>
                  <a:pt x="606" y="653"/>
                </a:lnTo>
                <a:lnTo>
                  <a:pt x="605" y="653"/>
                </a:lnTo>
                <a:lnTo>
                  <a:pt x="605" y="654"/>
                </a:lnTo>
                <a:lnTo>
                  <a:pt x="604" y="654"/>
                </a:lnTo>
                <a:lnTo>
                  <a:pt x="604" y="655"/>
                </a:lnTo>
                <a:lnTo>
                  <a:pt x="603" y="655"/>
                </a:lnTo>
                <a:lnTo>
                  <a:pt x="603" y="654"/>
                </a:lnTo>
                <a:lnTo>
                  <a:pt x="603" y="655"/>
                </a:lnTo>
                <a:lnTo>
                  <a:pt x="602" y="655"/>
                </a:lnTo>
                <a:lnTo>
                  <a:pt x="601" y="655"/>
                </a:lnTo>
                <a:lnTo>
                  <a:pt x="601" y="656"/>
                </a:lnTo>
                <a:lnTo>
                  <a:pt x="601" y="655"/>
                </a:lnTo>
                <a:lnTo>
                  <a:pt x="600" y="655"/>
                </a:lnTo>
                <a:lnTo>
                  <a:pt x="599" y="655"/>
                </a:lnTo>
                <a:lnTo>
                  <a:pt x="599" y="656"/>
                </a:lnTo>
                <a:lnTo>
                  <a:pt x="599" y="655"/>
                </a:lnTo>
                <a:lnTo>
                  <a:pt x="598" y="655"/>
                </a:lnTo>
                <a:lnTo>
                  <a:pt x="598" y="656"/>
                </a:lnTo>
                <a:lnTo>
                  <a:pt x="597" y="656"/>
                </a:lnTo>
                <a:lnTo>
                  <a:pt x="597" y="657"/>
                </a:lnTo>
                <a:lnTo>
                  <a:pt x="596" y="657"/>
                </a:lnTo>
                <a:lnTo>
                  <a:pt x="595" y="657"/>
                </a:lnTo>
                <a:lnTo>
                  <a:pt x="596" y="657"/>
                </a:lnTo>
                <a:lnTo>
                  <a:pt x="595" y="657"/>
                </a:lnTo>
                <a:lnTo>
                  <a:pt x="595" y="656"/>
                </a:lnTo>
                <a:lnTo>
                  <a:pt x="594" y="656"/>
                </a:lnTo>
                <a:lnTo>
                  <a:pt x="594" y="657"/>
                </a:lnTo>
                <a:lnTo>
                  <a:pt x="593" y="657"/>
                </a:lnTo>
                <a:lnTo>
                  <a:pt x="593" y="658"/>
                </a:lnTo>
                <a:lnTo>
                  <a:pt x="592" y="658"/>
                </a:lnTo>
                <a:lnTo>
                  <a:pt x="592" y="659"/>
                </a:lnTo>
                <a:lnTo>
                  <a:pt x="592" y="660"/>
                </a:lnTo>
                <a:lnTo>
                  <a:pt x="592" y="661"/>
                </a:lnTo>
                <a:lnTo>
                  <a:pt x="591" y="661"/>
                </a:lnTo>
                <a:lnTo>
                  <a:pt x="591" y="662"/>
                </a:lnTo>
                <a:lnTo>
                  <a:pt x="590" y="662"/>
                </a:lnTo>
                <a:lnTo>
                  <a:pt x="590" y="661"/>
                </a:lnTo>
                <a:lnTo>
                  <a:pt x="590" y="662"/>
                </a:lnTo>
                <a:lnTo>
                  <a:pt x="589" y="662"/>
                </a:lnTo>
                <a:lnTo>
                  <a:pt x="589" y="663"/>
                </a:lnTo>
                <a:lnTo>
                  <a:pt x="589" y="664"/>
                </a:lnTo>
                <a:lnTo>
                  <a:pt x="588" y="664"/>
                </a:lnTo>
                <a:lnTo>
                  <a:pt x="588" y="665"/>
                </a:lnTo>
                <a:lnTo>
                  <a:pt x="587" y="665"/>
                </a:lnTo>
                <a:lnTo>
                  <a:pt x="587" y="666"/>
                </a:lnTo>
                <a:lnTo>
                  <a:pt x="587" y="667"/>
                </a:lnTo>
                <a:lnTo>
                  <a:pt x="587" y="668"/>
                </a:lnTo>
                <a:lnTo>
                  <a:pt x="586" y="668"/>
                </a:lnTo>
                <a:lnTo>
                  <a:pt x="586" y="669"/>
                </a:lnTo>
                <a:lnTo>
                  <a:pt x="586" y="670"/>
                </a:lnTo>
                <a:lnTo>
                  <a:pt x="587" y="670"/>
                </a:lnTo>
                <a:lnTo>
                  <a:pt x="587" y="671"/>
                </a:lnTo>
                <a:lnTo>
                  <a:pt x="587" y="672"/>
                </a:lnTo>
                <a:lnTo>
                  <a:pt x="586" y="672"/>
                </a:lnTo>
                <a:lnTo>
                  <a:pt x="586" y="673"/>
                </a:lnTo>
                <a:lnTo>
                  <a:pt x="586" y="674"/>
                </a:lnTo>
                <a:lnTo>
                  <a:pt x="586" y="675"/>
                </a:lnTo>
                <a:lnTo>
                  <a:pt x="586" y="676"/>
                </a:lnTo>
                <a:lnTo>
                  <a:pt x="586" y="677"/>
                </a:lnTo>
                <a:lnTo>
                  <a:pt x="585" y="677"/>
                </a:lnTo>
                <a:lnTo>
                  <a:pt x="585" y="679"/>
                </a:lnTo>
                <a:lnTo>
                  <a:pt x="585" y="680"/>
                </a:lnTo>
                <a:lnTo>
                  <a:pt x="584" y="680"/>
                </a:lnTo>
                <a:lnTo>
                  <a:pt x="584" y="681"/>
                </a:lnTo>
                <a:lnTo>
                  <a:pt x="585" y="681"/>
                </a:lnTo>
                <a:lnTo>
                  <a:pt x="585" y="682"/>
                </a:lnTo>
                <a:lnTo>
                  <a:pt x="584" y="682"/>
                </a:lnTo>
                <a:lnTo>
                  <a:pt x="585" y="682"/>
                </a:lnTo>
                <a:lnTo>
                  <a:pt x="584" y="682"/>
                </a:lnTo>
                <a:lnTo>
                  <a:pt x="584" y="683"/>
                </a:lnTo>
                <a:lnTo>
                  <a:pt x="585" y="683"/>
                </a:lnTo>
                <a:lnTo>
                  <a:pt x="585" y="684"/>
                </a:lnTo>
                <a:lnTo>
                  <a:pt x="584" y="684"/>
                </a:lnTo>
                <a:lnTo>
                  <a:pt x="584" y="685"/>
                </a:lnTo>
                <a:lnTo>
                  <a:pt x="584" y="686"/>
                </a:lnTo>
                <a:lnTo>
                  <a:pt x="585" y="686"/>
                </a:lnTo>
                <a:lnTo>
                  <a:pt x="584" y="686"/>
                </a:lnTo>
                <a:lnTo>
                  <a:pt x="584" y="687"/>
                </a:lnTo>
                <a:lnTo>
                  <a:pt x="584" y="686"/>
                </a:lnTo>
                <a:lnTo>
                  <a:pt x="583" y="686"/>
                </a:lnTo>
                <a:lnTo>
                  <a:pt x="583" y="687"/>
                </a:lnTo>
                <a:lnTo>
                  <a:pt x="582" y="687"/>
                </a:lnTo>
                <a:lnTo>
                  <a:pt x="582" y="688"/>
                </a:lnTo>
                <a:lnTo>
                  <a:pt x="581" y="688"/>
                </a:lnTo>
                <a:lnTo>
                  <a:pt x="581" y="687"/>
                </a:lnTo>
                <a:lnTo>
                  <a:pt x="580" y="687"/>
                </a:lnTo>
                <a:lnTo>
                  <a:pt x="580" y="688"/>
                </a:lnTo>
                <a:lnTo>
                  <a:pt x="579" y="687"/>
                </a:lnTo>
                <a:lnTo>
                  <a:pt x="579" y="686"/>
                </a:lnTo>
                <a:lnTo>
                  <a:pt x="577" y="686"/>
                </a:lnTo>
                <a:lnTo>
                  <a:pt x="577" y="685"/>
                </a:lnTo>
                <a:lnTo>
                  <a:pt x="577" y="684"/>
                </a:lnTo>
                <a:lnTo>
                  <a:pt x="577" y="685"/>
                </a:lnTo>
                <a:lnTo>
                  <a:pt x="576" y="685"/>
                </a:lnTo>
                <a:lnTo>
                  <a:pt x="576" y="684"/>
                </a:lnTo>
                <a:lnTo>
                  <a:pt x="575" y="684"/>
                </a:lnTo>
                <a:lnTo>
                  <a:pt x="575" y="683"/>
                </a:lnTo>
                <a:lnTo>
                  <a:pt x="575" y="682"/>
                </a:lnTo>
                <a:lnTo>
                  <a:pt x="574" y="682"/>
                </a:lnTo>
                <a:lnTo>
                  <a:pt x="574" y="681"/>
                </a:lnTo>
                <a:lnTo>
                  <a:pt x="573" y="681"/>
                </a:lnTo>
                <a:lnTo>
                  <a:pt x="573" y="682"/>
                </a:lnTo>
                <a:lnTo>
                  <a:pt x="572" y="682"/>
                </a:lnTo>
                <a:lnTo>
                  <a:pt x="572" y="681"/>
                </a:lnTo>
                <a:lnTo>
                  <a:pt x="572" y="680"/>
                </a:lnTo>
                <a:lnTo>
                  <a:pt x="571" y="680"/>
                </a:lnTo>
                <a:lnTo>
                  <a:pt x="571" y="679"/>
                </a:lnTo>
                <a:lnTo>
                  <a:pt x="570" y="679"/>
                </a:lnTo>
                <a:lnTo>
                  <a:pt x="570" y="678"/>
                </a:lnTo>
                <a:lnTo>
                  <a:pt x="569" y="678"/>
                </a:lnTo>
                <a:lnTo>
                  <a:pt x="569" y="677"/>
                </a:lnTo>
                <a:lnTo>
                  <a:pt x="568" y="677"/>
                </a:lnTo>
                <a:lnTo>
                  <a:pt x="568" y="676"/>
                </a:lnTo>
                <a:lnTo>
                  <a:pt x="567" y="676"/>
                </a:lnTo>
                <a:lnTo>
                  <a:pt x="567" y="675"/>
                </a:lnTo>
                <a:lnTo>
                  <a:pt x="567" y="674"/>
                </a:lnTo>
                <a:lnTo>
                  <a:pt x="566" y="674"/>
                </a:lnTo>
                <a:lnTo>
                  <a:pt x="566" y="673"/>
                </a:lnTo>
                <a:lnTo>
                  <a:pt x="565" y="673"/>
                </a:lnTo>
                <a:lnTo>
                  <a:pt x="565" y="672"/>
                </a:lnTo>
                <a:lnTo>
                  <a:pt x="564" y="672"/>
                </a:lnTo>
                <a:lnTo>
                  <a:pt x="564" y="671"/>
                </a:lnTo>
                <a:lnTo>
                  <a:pt x="564" y="670"/>
                </a:lnTo>
                <a:lnTo>
                  <a:pt x="563" y="670"/>
                </a:lnTo>
                <a:lnTo>
                  <a:pt x="563" y="669"/>
                </a:lnTo>
                <a:lnTo>
                  <a:pt x="562" y="669"/>
                </a:lnTo>
                <a:lnTo>
                  <a:pt x="561" y="669"/>
                </a:lnTo>
                <a:lnTo>
                  <a:pt x="561" y="668"/>
                </a:lnTo>
                <a:lnTo>
                  <a:pt x="560" y="668"/>
                </a:lnTo>
                <a:lnTo>
                  <a:pt x="560" y="667"/>
                </a:lnTo>
                <a:lnTo>
                  <a:pt x="560" y="666"/>
                </a:lnTo>
                <a:lnTo>
                  <a:pt x="559" y="666"/>
                </a:lnTo>
                <a:lnTo>
                  <a:pt x="559" y="665"/>
                </a:lnTo>
                <a:lnTo>
                  <a:pt x="558" y="665"/>
                </a:lnTo>
                <a:lnTo>
                  <a:pt x="558" y="664"/>
                </a:lnTo>
                <a:lnTo>
                  <a:pt x="557" y="664"/>
                </a:lnTo>
                <a:lnTo>
                  <a:pt x="557" y="663"/>
                </a:lnTo>
                <a:lnTo>
                  <a:pt x="556" y="663"/>
                </a:lnTo>
                <a:lnTo>
                  <a:pt x="555" y="663"/>
                </a:lnTo>
                <a:lnTo>
                  <a:pt x="555" y="662"/>
                </a:lnTo>
                <a:lnTo>
                  <a:pt x="555" y="661"/>
                </a:lnTo>
                <a:lnTo>
                  <a:pt x="554" y="661"/>
                </a:lnTo>
                <a:lnTo>
                  <a:pt x="553" y="661"/>
                </a:lnTo>
                <a:lnTo>
                  <a:pt x="553" y="660"/>
                </a:lnTo>
                <a:lnTo>
                  <a:pt x="553" y="659"/>
                </a:lnTo>
                <a:lnTo>
                  <a:pt x="552" y="659"/>
                </a:lnTo>
                <a:lnTo>
                  <a:pt x="552" y="658"/>
                </a:lnTo>
                <a:lnTo>
                  <a:pt x="551" y="658"/>
                </a:lnTo>
                <a:lnTo>
                  <a:pt x="551" y="659"/>
                </a:lnTo>
                <a:lnTo>
                  <a:pt x="550" y="659"/>
                </a:lnTo>
                <a:lnTo>
                  <a:pt x="549" y="659"/>
                </a:lnTo>
                <a:lnTo>
                  <a:pt x="549" y="660"/>
                </a:lnTo>
                <a:lnTo>
                  <a:pt x="549" y="661"/>
                </a:lnTo>
                <a:lnTo>
                  <a:pt x="548" y="661"/>
                </a:lnTo>
                <a:lnTo>
                  <a:pt x="548" y="662"/>
                </a:lnTo>
                <a:lnTo>
                  <a:pt x="548" y="663"/>
                </a:lnTo>
                <a:lnTo>
                  <a:pt x="547" y="663"/>
                </a:lnTo>
                <a:lnTo>
                  <a:pt x="547" y="664"/>
                </a:lnTo>
                <a:lnTo>
                  <a:pt x="546" y="664"/>
                </a:lnTo>
                <a:lnTo>
                  <a:pt x="546" y="665"/>
                </a:lnTo>
                <a:lnTo>
                  <a:pt x="546" y="666"/>
                </a:lnTo>
                <a:lnTo>
                  <a:pt x="546" y="665"/>
                </a:lnTo>
                <a:lnTo>
                  <a:pt x="545" y="665"/>
                </a:lnTo>
                <a:lnTo>
                  <a:pt x="545" y="666"/>
                </a:lnTo>
                <a:lnTo>
                  <a:pt x="545" y="667"/>
                </a:lnTo>
                <a:lnTo>
                  <a:pt x="544" y="667"/>
                </a:lnTo>
                <a:lnTo>
                  <a:pt x="544" y="668"/>
                </a:lnTo>
                <a:lnTo>
                  <a:pt x="544" y="669"/>
                </a:lnTo>
                <a:lnTo>
                  <a:pt x="544" y="670"/>
                </a:lnTo>
                <a:lnTo>
                  <a:pt x="545" y="670"/>
                </a:lnTo>
                <a:lnTo>
                  <a:pt x="545" y="671"/>
                </a:lnTo>
                <a:lnTo>
                  <a:pt x="546" y="671"/>
                </a:lnTo>
                <a:lnTo>
                  <a:pt x="546" y="672"/>
                </a:lnTo>
                <a:lnTo>
                  <a:pt x="545" y="672"/>
                </a:lnTo>
                <a:lnTo>
                  <a:pt x="545" y="673"/>
                </a:lnTo>
                <a:lnTo>
                  <a:pt x="545" y="674"/>
                </a:lnTo>
                <a:lnTo>
                  <a:pt x="544" y="674"/>
                </a:lnTo>
                <a:lnTo>
                  <a:pt x="543" y="674"/>
                </a:lnTo>
                <a:lnTo>
                  <a:pt x="543" y="675"/>
                </a:lnTo>
                <a:lnTo>
                  <a:pt x="543" y="676"/>
                </a:lnTo>
                <a:lnTo>
                  <a:pt x="542" y="676"/>
                </a:lnTo>
                <a:lnTo>
                  <a:pt x="543" y="677"/>
                </a:lnTo>
                <a:lnTo>
                  <a:pt x="542" y="677"/>
                </a:lnTo>
                <a:lnTo>
                  <a:pt x="542" y="678"/>
                </a:lnTo>
                <a:lnTo>
                  <a:pt x="541" y="678"/>
                </a:lnTo>
                <a:lnTo>
                  <a:pt x="541" y="679"/>
                </a:lnTo>
                <a:lnTo>
                  <a:pt x="541" y="678"/>
                </a:lnTo>
                <a:lnTo>
                  <a:pt x="540" y="678"/>
                </a:lnTo>
                <a:lnTo>
                  <a:pt x="539" y="678"/>
                </a:lnTo>
                <a:lnTo>
                  <a:pt x="539" y="677"/>
                </a:lnTo>
                <a:lnTo>
                  <a:pt x="538" y="677"/>
                </a:lnTo>
                <a:lnTo>
                  <a:pt x="538" y="676"/>
                </a:lnTo>
                <a:lnTo>
                  <a:pt x="537" y="676"/>
                </a:lnTo>
                <a:lnTo>
                  <a:pt x="537" y="675"/>
                </a:lnTo>
                <a:lnTo>
                  <a:pt x="536" y="675"/>
                </a:lnTo>
                <a:lnTo>
                  <a:pt x="536" y="674"/>
                </a:lnTo>
                <a:lnTo>
                  <a:pt x="536" y="673"/>
                </a:lnTo>
                <a:lnTo>
                  <a:pt x="535" y="673"/>
                </a:lnTo>
                <a:lnTo>
                  <a:pt x="535" y="672"/>
                </a:lnTo>
                <a:lnTo>
                  <a:pt x="534" y="672"/>
                </a:lnTo>
                <a:lnTo>
                  <a:pt x="535" y="672"/>
                </a:lnTo>
                <a:lnTo>
                  <a:pt x="534" y="672"/>
                </a:lnTo>
                <a:lnTo>
                  <a:pt x="534" y="671"/>
                </a:lnTo>
                <a:lnTo>
                  <a:pt x="535" y="671"/>
                </a:lnTo>
                <a:lnTo>
                  <a:pt x="535" y="670"/>
                </a:lnTo>
                <a:lnTo>
                  <a:pt x="534" y="670"/>
                </a:lnTo>
                <a:lnTo>
                  <a:pt x="534" y="669"/>
                </a:lnTo>
                <a:lnTo>
                  <a:pt x="534" y="670"/>
                </a:lnTo>
                <a:lnTo>
                  <a:pt x="534" y="669"/>
                </a:lnTo>
                <a:lnTo>
                  <a:pt x="533" y="669"/>
                </a:lnTo>
                <a:lnTo>
                  <a:pt x="533" y="668"/>
                </a:lnTo>
                <a:lnTo>
                  <a:pt x="532" y="668"/>
                </a:lnTo>
                <a:lnTo>
                  <a:pt x="532" y="667"/>
                </a:lnTo>
                <a:lnTo>
                  <a:pt x="532" y="666"/>
                </a:lnTo>
                <a:lnTo>
                  <a:pt x="532" y="665"/>
                </a:lnTo>
                <a:lnTo>
                  <a:pt x="532" y="664"/>
                </a:lnTo>
                <a:lnTo>
                  <a:pt x="533" y="664"/>
                </a:lnTo>
                <a:lnTo>
                  <a:pt x="533" y="663"/>
                </a:lnTo>
                <a:lnTo>
                  <a:pt x="533" y="662"/>
                </a:lnTo>
                <a:lnTo>
                  <a:pt x="532" y="662"/>
                </a:lnTo>
                <a:lnTo>
                  <a:pt x="531" y="662"/>
                </a:lnTo>
                <a:lnTo>
                  <a:pt x="531" y="661"/>
                </a:lnTo>
                <a:lnTo>
                  <a:pt x="531" y="660"/>
                </a:lnTo>
                <a:lnTo>
                  <a:pt x="530" y="660"/>
                </a:lnTo>
                <a:lnTo>
                  <a:pt x="529" y="660"/>
                </a:lnTo>
                <a:lnTo>
                  <a:pt x="528" y="660"/>
                </a:lnTo>
                <a:lnTo>
                  <a:pt x="528" y="659"/>
                </a:lnTo>
                <a:lnTo>
                  <a:pt x="528" y="658"/>
                </a:lnTo>
                <a:lnTo>
                  <a:pt x="527" y="658"/>
                </a:lnTo>
                <a:lnTo>
                  <a:pt x="526" y="658"/>
                </a:lnTo>
                <a:lnTo>
                  <a:pt x="526" y="657"/>
                </a:lnTo>
                <a:lnTo>
                  <a:pt x="525" y="657"/>
                </a:lnTo>
                <a:lnTo>
                  <a:pt x="524" y="657"/>
                </a:lnTo>
                <a:lnTo>
                  <a:pt x="523" y="657"/>
                </a:lnTo>
                <a:lnTo>
                  <a:pt x="522" y="657"/>
                </a:lnTo>
                <a:lnTo>
                  <a:pt x="522" y="658"/>
                </a:lnTo>
                <a:lnTo>
                  <a:pt x="522" y="659"/>
                </a:lnTo>
                <a:lnTo>
                  <a:pt x="522" y="660"/>
                </a:lnTo>
                <a:lnTo>
                  <a:pt x="522" y="661"/>
                </a:lnTo>
                <a:lnTo>
                  <a:pt x="521" y="661"/>
                </a:lnTo>
                <a:lnTo>
                  <a:pt x="522" y="661"/>
                </a:lnTo>
                <a:lnTo>
                  <a:pt x="521" y="661"/>
                </a:lnTo>
                <a:lnTo>
                  <a:pt x="521" y="662"/>
                </a:lnTo>
                <a:lnTo>
                  <a:pt x="520" y="662"/>
                </a:lnTo>
                <a:lnTo>
                  <a:pt x="520" y="663"/>
                </a:lnTo>
                <a:lnTo>
                  <a:pt x="520" y="664"/>
                </a:lnTo>
                <a:lnTo>
                  <a:pt x="519" y="664"/>
                </a:lnTo>
                <a:lnTo>
                  <a:pt x="519" y="665"/>
                </a:lnTo>
                <a:lnTo>
                  <a:pt x="519" y="666"/>
                </a:lnTo>
                <a:lnTo>
                  <a:pt x="519" y="667"/>
                </a:lnTo>
                <a:lnTo>
                  <a:pt x="519" y="668"/>
                </a:lnTo>
                <a:lnTo>
                  <a:pt x="519" y="669"/>
                </a:lnTo>
                <a:lnTo>
                  <a:pt x="519" y="670"/>
                </a:lnTo>
                <a:lnTo>
                  <a:pt x="518" y="670"/>
                </a:lnTo>
                <a:lnTo>
                  <a:pt x="518" y="671"/>
                </a:lnTo>
                <a:lnTo>
                  <a:pt x="517" y="671"/>
                </a:lnTo>
                <a:lnTo>
                  <a:pt x="516" y="671"/>
                </a:lnTo>
                <a:lnTo>
                  <a:pt x="515" y="671"/>
                </a:lnTo>
                <a:lnTo>
                  <a:pt x="515" y="672"/>
                </a:lnTo>
                <a:lnTo>
                  <a:pt x="514" y="672"/>
                </a:lnTo>
                <a:lnTo>
                  <a:pt x="514" y="673"/>
                </a:lnTo>
                <a:lnTo>
                  <a:pt x="513" y="673"/>
                </a:lnTo>
                <a:lnTo>
                  <a:pt x="512" y="673"/>
                </a:lnTo>
                <a:lnTo>
                  <a:pt x="511" y="673"/>
                </a:lnTo>
                <a:lnTo>
                  <a:pt x="510" y="673"/>
                </a:lnTo>
                <a:lnTo>
                  <a:pt x="510" y="674"/>
                </a:lnTo>
                <a:lnTo>
                  <a:pt x="510" y="675"/>
                </a:lnTo>
                <a:lnTo>
                  <a:pt x="509" y="675"/>
                </a:lnTo>
                <a:lnTo>
                  <a:pt x="509" y="676"/>
                </a:lnTo>
                <a:lnTo>
                  <a:pt x="509" y="677"/>
                </a:lnTo>
                <a:lnTo>
                  <a:pt x="508" y="677"/>
                </a:lnTo>
                <a:lnTo>
                  <a:pt x="508" y="678"/>
                </a:lnTo>
                <a:lnTo>
                  <a:pt x="508" y="679"/>
                </a:lnTo>
                <a:lnTo>
                  <a:pt x="508" y="680"/>
                </a:lnTo>
                <a:lnTo>
                  <a:pt x="509" y="680"/>
                </a:lnTo>
                <a:lnTo>
                  <a:pt x="509" y="681"/>
                </a:lnTo>
                <a:lnTo>
                  <a:pt x="509" y="682"/>
                </a:lnTo>
                <a:lnTo>
                  <a:pt x="510" y="682"/>
                </a:lnTo>
                <a:lnTo>
                  <a:pt x="510" y="683"/>
                </a:lnTo>
                <a:lnTo>
                  <a:pt x="509" y="683"/>
                </a:lnTo>
                <a:lnTo>
                  <a:pt x="509" y="684"/>
                </a:lnTo>
                <a:lnTo>
                  <a:pt x="508" y="684"/>
                </a:lnTo>
                <a:lnTo>
                  <a:pt x="507" y="684"/>
                </a:lnTo>
                <a:lnTo>
                  <a:pt x="506" y="684"/>
                </a:lnTo>
                <a:lnTo>
                  <a:pt x="506" y="685"/>
                </a:lnTo>
                <a:lnTo>
                  <a:pt x="505" y="685"/>
                </a:lnTo>
                <a:lnTo>
                  <a:pt x="505" y="686"/>
                </a:lnTo>
                <a:lnTo>
                  <a:pt x="504" y="686"/>
                </a:lnTo>
                <a:lnTo>
                  <a:pt x="504" y="687"/>
                </a:lnTo>
                <a:lnTo>
                  <a:pt x="503" y="687"/>
                </a:lnTo>
                <a:lnTo>
                  <a:pt x="502" y="687"/>
                </a:lnTo>
                <a:lnTo>
                  <a:pt x="501" y="687"/>
                </a:lnTo>
                <a:lnTo>
                  <a:pt x="501" y="688"/>
                </a:lnTo>
                <a:lnTo>
                  <a:pt x="500" y="688"/>
                </a:lnTo>
                <a:lnTo>
                  <a:pt x="501" y="688"/>
                </a:lnTo>
                <a:lnTo>
                  <a:pt x="500" y="688"/>
                </a:lnTo>
                <a:lnTo>
                  <a:pt x="501" y="688"/>
                </a:lnTo>
                <a:lnTo>
                  <a:pt x="500" y="688"/>
                </a:lnTo>
                <a:lnTo>
                  <a:pt x="500" y="689"/>
                </a:lnTo>
                <a:lnTo>
                  <a:pt x="500" y="690"/>
                </a:lnTo>
                <a:lnTo>
                  <a:pt x="500" y="691"/>
                </a:lnTo>
                <a:lnTo>
                  <a:pt x="501" y="692"/>
                </a:lnTo>
                <a:lnTo>
                  <a:pt x="500" y="692"/>
                </a:lnTo>
                <a:lnTo>
                  <a:pt x="501" y="692"/>
                </a:lnTo>
                <a:lnTo>
                  <a:pt x="501" y="693"/>
                </a:lnTo>
                <a:lnTo>
                  <a:pt x="500" y="693"/>
                </a:lnTo>
                <a:lnTo>
                  <a:pt x="501" y="693"/>
                </a:lnTo>
                <a:lnTo>
                  <a:pt x="500" y="693"/>
                </a:lnTo>
                <a:lnTo>
                  <a:pt x="501" y="693"/>
                </a:lnTo>
                <a:lnTo>
                  <a:pt x="500" y="693"/>
                </a:lnTo>
                <a:lnTo>
                  <a:pt x="500" y="694"/>
                </a:lnTo>
                <a:lnTo>
                  <a:pt x="499" y="694"/>
                </a:lnTo>
                <a:lnTo>
                  <a:pt x="499" y="693"/>
                </a:lnTo>
                <a:lnTo>
                  <a:pt x="498" y="693"/>
                </a:lnTo>
                <a:lnTo>
                  <a:pt x="498" y="694"/>
                </a:lnTo>
                <a:lnTo>
                  <a:pt x="497" y="694"/>
                </a:lnTo>
                <a:lnTo>
                  <a:pt x="496" y="694"/>
                </a:lnTo>
                <a:lnTo>
                  <a:pt x="495" y="694"/>
                </a:lnTo>
                <a:lnTo>
                  <a:pt x="495" y="693"/>
                </a:lnTo>
                <a:lnTo>
                  <a:pt x="494" y="693"/>
                </a:lnTo>
                <a:lnTo>
                  <a:pt x="494" y="692"/>
                </a:lnTo>
                <a:lnTo>
                  <a:pt x="493" y="692"/>
                </a:lnTo>
                <a:lnTo>
                  <a:pt x="492" y="692"/>
                </a:lnTo>
                <a:lnTo>
                  <a:pt x="493" y="692"/>
                </a:lnTo>
                <a:lnTo>
                  <a:pt x="493" y="691"/>
                </a:lnTo>
                <a:lnTo>
                  <a:pt x="492" y="691"/>
                </a:lnTo>
                <a:lnTo>
                  <a:pt x="492" y="690"/>
                </a:lnTo>
                <a:lnTo>
                  <a:pt x="491" y="690"/>
                </a:lnTo>
                <a:lnTo>
                  <a:pt x="491" y="691"/>
                </a:lnTo>
                <a:lnTo>
                  <a:pt x="491" y="690"/>
                </a:lnTo>
                <a:lnTo>
                  <a:pt x="491" y="691"/>
                </a:lnTo>
                <a:lnTo>
                  <a:pt x="490" y="691"/>
                </a:lnTo>
                <a:lnTo>
                  <a:pt x="490" y="690"/>
                </a:lnTo>
                <a:lnTo>
                  <a:pt x="489" y="690"/>
                </a:lnTo>
                <a:lnTo>
                  <a:pt x="488" y="690"/>
                </a:lnTo>
                <a:lnTo>
                  <a:pt x="487" y="690"/>
                </a:lnTo>
                <a:lnTo>
                  <a:pt x="487" y="689"/>
                </a:lnTo>
                <a:lnTo>
                  <a:pt x="486" y="689"/>
                </a:lnTo>
                <a:lnTo>
                  <a:pt x="486" y="688"/>
                </a:lnTo>
                <a:lnTo>
                  <a:pt x="486" y="687"/>
                </a:lnTo>
                <a:lnTo>
                  <a:pt x="485" y="687"/>
                </a:lnTo>
                <a:lnTo>
                  <a:pt x="485" y="686"/>
                </a:lnTo>
                <a:lnTo>
                  <a:pt x="484" y="686"/>
                </a:lnTo>
                <a:lnTo>
                  <a:pt x="484" y="685"/>
                </a:lnTo>
                <a:lnTo>
                  <a:pt x="483" y="685"/>
                </a:lnTo>
                <a:lnTo>
                  <a:pt x="483" y="684"/>
                </a:lnTo>
                <a:lnTo>
                  <a:pt x="484" y="684"/>
                </a:lnTo>
                <a:lnTo>
                  <a:pt x="484" y="683"/>
                </a:lnTo>
                <a:lnTo>
                  <a:pt x="483" y="683"/>
                </a:lnTo>
                <a:lnTo>
                  <a:pt x="483" y="682"/>
                </a:lnTo>
                <a:lnTo>
                  <a:pt x="482" y="682"/>
                </a:lnTo>
                <a:lnTo>
                  <a:pt x="483" y="682"/>
                </a:lnTo>
                <a:lnTo>
                  <a:pt x="483" y="681"/>
                </a:lnTo>
                <a:lnTo>
                  <a:pt x="482" y="681"/>
                </a:lnTo>
                <a:lnTo>
                  <a:pt x="482" y="680"/>
                </a:lnTo>
                <a:lnTo>
                  <a:pt x="482" y="679"/>
                </a:lnTo>
                <a:lnTo>
                  <a:pt x="482" y="678"/>
                </a:lnTo>
                <a:lnTo>
                  <a:pt x="482" y="679"/>
                </a:lnTo>
                <a:lnTo>
                  <a:pt x="481" y="679"/>
                </a:lnTo>
                <a:lnTo>
                  <a:pt x="481" y="678"/>
                </a:lnTo>
                <a:lnTo>
                  <a:pt x="481" y="677"/>
                </a:lnTo>
                <a:lnTo>
                  <a:pt x="480" y="677"/>
                </a:lnTo>
                <a:lnTo>
                  <a:pt x="479" y="677"/>
                </a:lnTo>
                <a:lnTo>
                  <a:pt x="479" y="676"/>
                </a:lnTo>
                <a:lnTo>
                  <a:pt x="478" y="676"/>
                </a:lnTo>
                <a:lnTo>
                  <a:pt x="478" y="675"/>
                </a:lnTo>
                <a:lnTo>
                  <a:pt x="477" y="675"/>
                </a:lnTo>
                <a:lnTo>
                  <a:pt x="477" y="676"/>
                </a:lnTo>
                <a:lnTo>
                  <a:pt x="477" y="675"/>
                </a:lnTo>
                <a:lnTo>
                  <a:pt x="477" y="676"/>
                </a:lnTo>
                <a:lnTo>
                  <a:pt x="476" y="676"/>
                </a:lnTo>
                <a:lnTo>
                  <a:pt x="475" y="676"/>
                </a:lnTo>
                <a:lnTo>
                  <a:pt x="474" y="676"/>
                </a:lnTo>
                <a:lnTo>
                  <a:pt x="474" y="675"/>
                </a:lnTo>
                <a:lnTo>
                  <a:pt x="474" y="676"/>
                </a:lnTo>
                <a:lnTo>
                  <a:pt x="474" y="675"/>
                </a:lnTo>
                <a:lnTo>
                  <a:pt x="474" y="674"/>
                </a:lnTo>
                <a:lnTo>
                  <a:pt x="474" y="673"/>
                </a:lnTo>
                <a:lnTo>
                  <a:pt x="473" y="673"/>
                </a:lnTo>
                <a:lnTo>
                  <a:pt x="472" y="673"/>
                </a:lnTo>
                <a:lnTo>
                  <a:pt x="471" y="673"/>
                </a:lnTo>
                <a:lnTo>
                  <a:pt x="471" y="672"/>
                </a:lnTo>
                <a:lnTo>
                  <a:pt x="471" y="671"/>
                </a:lnTo>
                <a:lnTo>
                  <a:pt x="471" y="672"/>
                </a:lnTo>
                <a:lnTo>
                  <a:pt x="471" y="671"/>
                </a:lnTo>
                <a:lnTo>
                  <a:pt x="470" y="671"/>
                </a:lnTo>
                <a:lnTo>
                  <a:pt x="469" y="671"/>
                </a:lnTo>
                <a:lnTo>
                  <a:pt x="469" y="670"/>
                </a:lnTo>
                <a:lnTo>
                  <a:pt x="468" y="670"/>
                </a:lnTo>
                <a:lnTo>
                  <a:pt x="467" y="670"/>
                </a:lnTo>
                <a:lnTo>
                  <a:pt x="467" y="669"/>
                </a:lnTo>
                <a:lnTo>
                  <a:pt x="467" y="668"/>
                </a:lnTo>
                <a:lnTo>
                  <a:pt x="466" y="668"/>
                </a:lnTo>
                <a:lnTo>
                  <a:pt x="465" y="668"/>
                </a:lnTo>
                <a:lnTo>
                  <a:pt x="464" y="668"/>
                </a:lnTo>
                <a:lnTo>
                  <a:pt x="463" y="668"/>
                </a:lnTo>
                <a:lnTo>
                  <a:pt x="463" y="669"/>
                </a:lnTo>
                <a:lnTo>
                  <a:pt x="462" y="669"/>
                </a:lnTo>
                <a:lnTo>
                  <a:pt x="462" y="668"/>
                </a:lnTo>
                <a:lnTo>
                  <a:pt x="461" y="668"/>
                </a:lnTo>
                <a:lnTo>
                  <a:pt x="461" y="667"/>
                </a:lnTo>
                <a:lnTo>
                  <a:pt x="460" y="667"/>
                </a:lnTo>
                <a:lnTo>
                  <a:pt x="460" y="666"/>
                </a:lnTo>
                <a:lnTo>
                  <a:pt x="459" y="666"/>
                </a:lnTo>
                <a:lnTo>
                  <a:pt x="459" y="665"/>
                </a:lnTo>
                <a:lnTo>
                  <a:pt x="458" y="665"/>
                </a:lnTo>
                <a:lnTo>
                  <a:pt x="457" y="665"/>
                </a:lnTo>
                <a:lnTo>
                  <a:pt x="456" y="665"/>
                </a:lnTo>
                <a:lnTo>
                  <a:pt x="456" y="666"/>
                </a:lnTo>
                <a:lnTo>
                  <a:pt x="456" y="667"/>
                </a:lnTo>
                <a:lnTo>
                  <a:pt x="455" y="667"/>
                </a:lnTo>
                <a:lnTo>
                  <a:pt x="455" y="668"/>
                </a:lnTo>
                <a:lnTo>
                  <a:pt x="455" y="667"/>
                </a:lnTo>
                <a:lnTo>
                  <a:pt x="454" y="667"/>
                </a:lnTo>
                <a:lnTo>
                  <a:pt x="455" y="667"/>
                </a:lnTo>
                <a:lnTo>
                  <a:pt x="454" y="667"/>
                </a:lnTo>
                <a:lnTo>
                  <a:pt x="454" y="666"/>
                </a:lnTo>
                <a:lnTo>
                  <a:pt x="454" y="665"/>
                </a:lnTo>
                <a:lnTo>
                  <a:pt x="453" y="665"/>
                </a:lnTo>
                <a:lnTo>
                  <a:pt x="453" y="664"/>
                </a:lnTo>
                <a:lnTo>
                  <a:pt x="453" y="663"/>
                </a:lnTo>
                <a:lnTo>
                  <a:pt x="452" y="663"/>
                </a:lnTo>
                <a:lnTo>
                  <a:pt x="452" y="662"/>
                </a:lnTo>
                <a:lnTo>
                  <a:pt x="451" y="662"/>
                </a:lnTo>
                <a:lnTo>
                  <a:pt x="451" y="661"/>
                </a:lnTo>
                <a:lnTo>
                  <a:pt x="450" y="661"/>
                </a:lnTo>
                <a:lnTo>
                  <a:pt x="449" y="661"/>
                </a:lnTo>
                <a:lnTo>
                  <a:pt x="450" y="661"/>
                </a:lnTo>
                <a:lnTo>
                  <a:pt x="450" y="660"/>
                </a:lnTo>
                <a:lnTo>
                  <a:pt x="449" y="660"/>
                </a:lnTo>
                <a:lnTo>
                  <a:pt x="448" y="660"/>
                </a:lnTo>
                <a:lnTo>
                  <a:pt x="447" y="660"/>
                </a:lnTo>
                <a:lnTo>
                  <a:pt x="447" y="661"/>
                </a:lnTo>
                <a:lnTo>
                  <a:pt x="446" y="661"/>
                </a:lnTo>
                <a:lnTo>
                  <a:pt x="445" y="661"/>
                </a:lnTo>
                <a:lnTo>
                  <a:pt x="445" y="662"/>
                </a:lnTo>
                <a:lnTo>
                  <a:pt x="444" y="662"/>
                </a:lnTo>
                <a:lnTo>
                  <a:pt x="444" y="663"/>
                </a:lnTo>
                <a:lnTo>
                  <a:pt x="444" y="664"/>
                </a:lnTo>
                <a:lnTo>
                  <a:pt x="444" y="665"/>
                </a:lnTo>
                <a:lnTo>
                  <a:pt x="443" y="665"/>
                </a:lnTo>
                <a:lnTo>
                  <a:pt x="443" y="666"/>
                </a:lnTo>
                <a:lnTo>
                  <a:pt x="443" y="667"/>
                </a:lnTo>
                <a:lnTo>
                  <a:pt x="443" y="668"/>
                </a:lnTo>
                <a:lnTo>
                  <a:pt x="442" y="668"/>
                </a:lnTo>
                <a:lnTo>
                  <a:pt x="442" y="669"/>
                </a:lnTo>
                <a:lnTo>
                  <a:pt x="441" y="669"/>
                </a:lnTo>
                <a:lnTo>
                  <a:pt x="440" y="669"/>
                </a:lnTo>
                <a:lnTo>
                  <a:pt x="440" y="670"/>
                </a:lnTo>
                <a:lnTo>
                  <a:pt x="440" y="669"/>
                </a:lnTo>
                <a:lnTo>
                  <a:pt x="439" y="669"/>
                </a:lnTo>
                <a:lnTo>
                  <a:pt x="438" y="669"/>
                </a:lnTo>
                <a:lnTo>
                  <a:pt x="438" y="670"/>
                </a:lnTo>
                <a:lnTo>
                  <a:pt x="438" y="671"/>
                </a:lnTo>
                <a:lnTo>
                  <a:pt x="438" y="672"/>
                </a:lnTo>
                <a:lnTo>
                  <a:pt x="439" y="672"/>
                </a:lnTo>
                <a:lnTo>
                  <a:pt x="439" y="673"/>
                </a:lnTo>
                <a:lnTo>
                  <a:pt x="440" y="674"/>
                </a:lnTo>
                <a:lnTo>
                  <a:pt x="441" y="674"/>
                </a:lnTo>
                <a:lnTo>
                  <a:pt x="441" y="675"/>
                </a:lnTo>
                <a:lnTo>
                  <a:pt x="440" y="675"/>
                </a:lnTo>
                <a:lnTo>
                  <a:pt x="439" y="675"/>
                </a:lnTo>
                <a:lnTo>
                  <a:pt x="439" y="676"/>
                </a:lnTo>
                <a:lnTo>
                  <a:pt x="438" y="676"/>
                </a:lnTo>
                <a:lnTo>
                  <a:pt x="438" y="677"/>
                </a:lnTo>
                <a:lnTo>
                  <a:pt x="438" y="678"/>
                </a:lnTo>
                <a:lnTo>
                  <a:pt x="437" y="678"/>
                </a:lnTo>
                <a:lnTo>
                  <a:pt x="437" y="679"/>
                </a:lnTo>
                <a:lnTo>
                  <a:pt x="436" y="679"/>
                </a:lnTo>
                <a:lnTo>
                  <a:pt x="435" y="679"/>
                </a:lnTo>
                <a:lnTo>
                  <a:pt x="434" y="679"/>
                </a:lnTo>
                <a:lnTo>
                  <a:pt x="434" y="680"/>
                </a:lnTo>
                <a:lnTo>
                  <a:pt x="435" y="680"/>
                </a:lnTo>
                <a:lnTo>
                  <a:pt x="435" y="681"/>
                </a:lnTo>
                <a:lnTo>
                  <a:pt x="435" y="682"/>
                </a:lnTo>
                <a:lnTo>
                  <a:pt x="434" y="682"/>
                </a:lnTo>
                <a:lnTo>
                  <a:pt x="433" y="682"/>
                </a:lnTo>
                <a:lnTo>
                  <a:pt x="432" y="682"/>
                </a:lnTo>
                <a:lnTo>
                  <a:pt x="432" y="683"/>
                </a:lnTo>
                <a:lnTo>
                  <a:pt x="432" y="684"/>
                </a:lnTo>
                <a:lnTo>
                  <a:pt x="431" y="684"/>
                </a:lnTo>
                <a:lnTo>
                  <a:pt x="431" y="685"/>
                </a:lnTo>
                <a:lnTo>
                  <a:pt x="430" y="685"/>
                </a:lnTo>
                <a:lnTo>
                  <a:pt x="430" y="686"/>
                </a:lnTo>
                <a:lnTo>
                  <a:pt x="430" y="687"/>
                </a:lnTo>
                <a:lnTo>
                  <a:pt x="429" y="688"/>
                </a:lnTo>
                <a:lnTo>
                  <a:pt x="428" y="688"/>
                </a:lnTo>
                <a:lnTo>
                  <a:pt x="428" y="689"/>
                </a:lnTo>
                <a:lnTo>
                  <a:pt x="428" y="690"/>
                </a:lnTo>
                <a:lnTo>
                  <a:pt x="428" y="691"/>
                </a:lnTo>
                <a:lnTo>
                  <a:pt x="428" y="690"/>
                </a:lnTo>
                <a:lnTo>
                  <a:pt x="427" y="691"/>
                </a:lnTo>
                <a:lnTo>
                  <a:pt x="427" y="692"/>
                </a:lnTo>
                <a:lnTo>
                  <a:pt x="426" y="692"/>
                </a:lnTo>
                <a:lnTo>
                  <a:pt x="426" y="693"/>
                </a:lnTo>
                <a:lnTo>
                  <a:pt x="426" y="694"/>
                </a:lnTo>
                <a:lnTo>
                  <a:pt x="427" y="694"/>
                </a:lnTo>
                <a:lnTo>
                  <a:pt x="427" y="695"/>
                </a:lnTo>
                <a:lnTo>
                  <a:pt x="427" y="696"/>
                </a:lnTo>
                <a:lnTo>
                  <a:pt x="428" y="696"/>
                </a:lnTo>
                <a:lnTo>
                  <a:pt x="427" y="696"/>
                </a:lnTo>
                <a:lnTo>
                  <a:pt x="427" y="697"/>
                </a:lnTo>
                <a:lnTo>
                  <a:pt x="426" y="697"/>
                </a:lnTo>
                <a:lnTo>
                  <a:pt x="426" y="696"/>
                </a:lnTo>
                <a:lnTo>
                  <a:pt x="425" y="696"/>
                </a:lnTo>
                <a:lnTo>
                  <a:pt x="424" y="696"/>
                </a:lnTo>
                <a:lnTo>
                  <a:pt x="423" y="696"/>
                </a:lnTo>
                <a:lnTo>
                  <a:pt x="422" y="696"/>
                </a:lnTo>
                <a:lnTo>
                  <a:pt x="422" y="695"/>
                </a:lnTo>
                <a:lnTo>
                  <a:pt x="422" y="696"/>
                </a:lnTo>
                <a:lnTo>
                  <a:pt x="421" y="696"/>
                </a:lnTo>
                <a:lnTo>
                  <a:pt x="421" y="695"/>
                </a:lnTo>
                <a:lnTo>
                  <a:pt x="420" y="695"/>
                </a:lnTo>
                <a:lnTo>
                  <a:pt x="419" y="695"/>
                </a:lnTo>
                <a:lnTo>
                  <a:pt x="419" y="696"/>
                </a:lnTo>
                <a:lnTo>
                  <a:pt x="418" y="696"/>
                </a:lnTo>
                <a:lnTo>
                  <a:pt x="417" y="696"/>
                </a:lnTo>
                <a:lnTo>
                  <a:pt x="417" y="697"/>
                </a:lnTo>
                <a:lnTo>
                  <a:pt x="417" y="698"/>
                </a:lnTo>
                <a:lnTo>
                  <a:pt x="416" y="698"/>
                </a:lnTo>
                <a:lnTo>
                  <a:pt x="417" y="698"/>
                </a:lnTo>
                <a:lnTo>
                  <a:pt x="416" y="698"/>
                </a:lnTo>
                <a:lnTo>
                  <a:pt x="416" y="699"/>
                </a:lnTo>
                <a:lnTo>
                  <a:pt x="416" y="698"/>
                </a:lnTo>
                <a:lnTo>
                  <a:pt x="415" y="698"/>
                </a:lnTo>
                <a:lnTo>
                  <a:pt x="415" y="697"/>
                </a:lnTo>
                <a:lnTo>
                  <a:pt x="415" y="696"/>
                </a:lnTo>
                <a:lnTo>
                  <a:pt x="415" y="695"/>
                </a:lnTo>
                <a:lnTo>
                  <a:pt x="414" y="695"/>
                </a:lnTo>
                <a:lnTo>
                  <a:pt x="413" y="695"/>
                </a:lnTo>
                <a:lnTo>
                  <a:pt x="413" y="694"/>
                </a:lnTo>
                <a:lnTo>
                  <a:pt x="412" y="694"/>
                </a:lnTo>
                <a:lnTo>
                  <a:pt x="411" y="694"/>
                </a:lnTo>
                <a:lnTo>
                  <a:pt x="410" y="694"/>
                </a:lnTo>
                <a:lnTo>
                  <a:pt x="409" y="694"/>
                </a:lnTo>
                <a:lnTo>
                  <a:pt x="408" y="694"/>
                </a:lnTo>
                <a:lnTo>
                  <a:pt x="408" y="693"/>
                </a:lnTo>
                <a:lnTo>
                  <a:pt x="407" y="693"/>
                </a:lnTo>
                <a:lnTo>
                  <a:pt x="406" y="693"/>
                </a:lnTo>
                <a:lnTo>
                  <a:pt x="405" y="693"/>
                </a:lnTo>
                <a:lnTo>
                  <a:pt x="405" y="694"/>
                </a:lnTo>
                <a:lnTo>
                  <a:pt x="404" y="694"/>
                </a:lnTo>
                <a:lnTo>
                  <a:pt x="403" y="694"/>
                </a:lnTo>
                <a:lnTo>
                  <a:pt x="403" y="695"/>
                </a:lnTo>
                <a:lnTo>
                  <a:pt x="402" y="695"/>
                </a:lnTo>
                <a:lnTo>
                  <a:pt x="402" y="696"/>
                </a:lnTo>
                <a:lnTo>
                  <a:pt x="401" y="696"/>
                </a:lnTo>
                <a:lnTo>
                  <a:pt x="401" y="695"/>
                </a:lnTo>
                <a:lnTo>
                  <a:pt x="401" y="696"/>
                </a:lnTo>
                <a:lnTo>
                  <a:pt x="400" y="696"/>
                </a:lnTo>
                <a:lnTo>
                  <a:pt x="400" y="695"/>
                </a:lnTo>
                <a:lnTo>
                  <a:pt x="399" y="695"/>
                </a:lnTo>
                <a:lnTo>
                  <a:pt x="399" y="694"/>
                </a:lnTo>
                <a:lnTo>
                  <a:pt x="399" y="695"/>
                </a:lnTo>
                <a:lnTo>
                  <a:pt x="398" y="695"/>
                </a:lnTo>
                <a:lnTo>
                  <a:pt x="398" y="694"/>
                </a:lnTo>
                <a:lnTo>
                  <a:pt x="398" y="695"/>
                </a:lnTo>
                <a:lnTo>
                  <a:pt x="397" y="695"/>
                </a:lnTo>
                <a:lnTo>
                  <a:pt x="397" y="694"/>
                </a:lnTo>
                <a:lnTo>
                  <a:pt x="396" y="694"/>
                </a:lnTo>
                <a:lnTo>
                  <a:pt x="396" y="695"/>
                </a:lnTo>
                <a:lnTo>
                  <a:pt x="396" y="694"/>
                </a:lnTo>
                <a:lnTo>
                  <a:pt x="395" y="694"/>
                </a:lnTo>
                <a:lnTo>
                  <a:pt x="395" y="695"/>
                </a:lnTo>
                <a:lnTo>
                  <a:pt x="395" y="696"/>
                </a:lnTo>
                <a:lnTo>
                  <a:pt x="396" y="696"/>
                </a:lnTo>
                <a:lnTo>
                  <a:pt x="395" y="696"/>
                </a:lnTo>
                <a:lnTo>
                  <a:pt x="395" y="697"/>
                </a:lnTo>
                <a:lnTo>
                  <a:pt x="395" y="698"/>
                </a:lnTo>
                <a:lnTo>
                  <a:pt x="395" y="699"/>
                </a:lnTo>
                <a:lnTo>
                  <a:pt x="395" y="700"/>
                </a:lnTo>
                <a:lnTo>
                  <a:pt x="394" y="700"/>
                </a:lnTo>
                <a:lnTo>
                  <a:pt x="395" y="700"/>
                </a:lnTo>
                <a:lnTo>
                  <a:pt x="394" y="700"/>
                </a:lnTo>
                <a:lnTo>
                  <a:pt x="393" y="700"/>
                </a:lnTo>
                <a:lnTo>
                  <a:pt x="392" y="700"/>
                </a:lnTo>
                <a:lnTo>
                  <a:pt x="391" y="700"/>
                </a:lnTo>
                <a:lnTo>
                  <a:pt x="391" y="699"/>
                </a:lnTo>
                <a:lnTo>
                  <a:pt x="390" y="699"/>
                </a:lnTo>
                <a:lnTo>
                  <a:pt x="390" y="698"/>
                </a:lnTo>
                <a:lnTo>
                  <a:pt x="390" y="697"/>
                </a:lnTo>
                <a:lnTo>
                  <a:pt x="389" y="697"/>
                </a:lnTo>
                <a:lnTo>
                  <a:pt x="388" y="697"/>
                </a:lnTo>
                <a:lnTo>
                  <a:pt x="388" y="696"/>
                </a:lnTo>
                <a:lnTo>
                  <a:pt x="388" y="695"/>
                </a:lnTo>
                <a:lnTo>
                  <a:pt x="387" y="695"/>
                </a:lnTo>
                <a:lnTo>
                  <a:pt x="387" y="694"/>
                </a:lnTo>
                <a:lnTo>
                  <a:pt x="388" y="694"/>
                </a:lnTo>
                <a:lnTo>
                  <a:pt x="387" y="694"/>
                </a:lnTo>
                <a:lnTo>
                  <a:pt x="388" y="694"/>
                </a:lnTo>
                <a:lnTo>
                  <a:pt x="388" y="693"/>
                </a:lnTo>
                <a:lnTo>
                  <a:pt x="387" y="693"/>
                </a:lnTo>
                <a:lnTo>
                  <a:pt x="387" y="692"/>
                </a:lnTo>
                <a:lnTo>
                  <a:pt x="386" y="692"/>
                </a:lnTo>
                <a:lnTo>
                  <a:pt x="386" y="691"/>
                </a:lnTo>
                <a:lnTo>
                  <a:pt x="386" y="690"/>
                </a:lnTo>
                <a:lnTo>
                  <a:pt x="385" y="690"/>
                </a:lnTo>
                <a:lnTo>
                  <a:pt x="384" y="690"/>
                </a:lnTo>
                <a:lnTo>
                  <a:pt x="384" y="689"/>
                </a:lnTo>
                <a:lnTo>
                  <a:pt x="384" y="688"/>
                </a:lnTo>
                <a:lnTo>
                  <a:pt x="383" y="688"/>
                </a:lnTo>
                <a:lnTo>
                  <a:pt x="382" y="688"/>
                </a:lnTo>
                <a:lnTo>
                  <a:pt x="381" y="688"/>
                </a:lnTo>
                <a:lnTo>
                  <a:pt x="381" y="689"/>
                </a:lnTo>
                <a:lnTo>
                  <a:pt x="380" y="689"/>
                </a:lnTo>
                <a:lnTo>
                  <a:pt x="380" y="688"/>
                </a:lnTo>
                <a:lnTo>
                  <a:pt x="380" y="689"/>
                </a:lnTo>
                <a:lnTo>
                  <a:pt x="379" y="689"/>
                </a:lnTo>
                <a:lnTo>
                  <a:pt x="379" y="688"/>
                </a:lnTo>
                <a:lnTo>
                  <a:pt x="379" y="689"/>
                </a:lnTo>
                <a:lnTo>
                  <a:pt x="379" y="690"/>
                </a:lnTo>
                <a:lnTo>
                  <a:pt x="378" y="690"/>
                </a:lnTo>
                <a:lnTo>
                  <a:pt x="377" y="690"/>
                </a:lnTo>
                <a:lnTo>
                  <a:pt x="377" y="691"/>
                </a:lnTo>
                <a:lnTo>
                  <a:pt x="376" y="691"/>
                </a:lnTo>
                <a:lnTo>
                  <a:pt x="375" y="691"/>
                </a:lnTo>
                <a:lnTo>
                  <a:pt x="374" y="691"/>
                </a:lnTo>
                <a:lnTo>
                  <a:pt x="374" y="692"/>
                </a:lnTo>
                <a:lnTo>
                  <a:pt x="374" y="693"/>
                </a:lnTo>
                <a:lnTo>
                  <a:pt x="373" y="693"/>
                </a:lnTo>
                <a:lnTo>
                  <a:pt x="374" y="693"/>
                </a:lnTo>
                <a:lnTo>
                  <a:pt x="373" y="693"/>
                </a:lnTo>
                <a:lnTo>
                  <a:pt x="373" y="694"/>
                </a:lnTo>
                <a:lnTo>
                  <a:pt x="373" y="695"/>
                </a:lnTo>
                <a:lnTo>
                  <a:pt x="373" y="696"/>
                </a:lnTo>
                <a:lnTo>
                  <a:pt x="373" y="697"/>
                </a:lnTo>
                <a:lnTo>
                  <a:pt x="372" y="697"/>
                </a:lnTo>
                <a:lnTo>
                  <a:pt x="371" y="697"/>
                </a:lnTo>
                <a:lnTo>
                  <a:pt x="372" y="697"/>
                </a:lnTo>
                <a:lnTo>
                  <a:pt x="372" y="698"/>
                </a:lnTo>
                <a:lnTo>
                  <a:pt x="372" y="699"/>
                </a:lnTo>
                <a:lnTo>
                  <a:pt x="373" y="699"/>
                </a:lnTo>
                <a:lnTo>
                  <a:pt x="373" y="700"/>
                </a:lnTo>
                <a:lnTo>
                  <a:pt x="373" y="701"/>
                </a:lnTo>
                <a:lnTo>
                  <a:pt x="374" y="701"/>
                </a:lnTo>
                <a:lnTo>
                  <a:pt x="373" y="702"/>
                </a:lnTo>
                <a:lnTo>
                  <a:pt x="372" y="702"/>
                </a:lnTo>
                <a:lnTo>
                  <a:pt x="372" y="704"/>
                </a:lnTo>
                <a:lnTo>
                  <a:pt x="371" y="704"/>
                </a:lnTo>
                <a:lnTo>
                  <a:pt x="372" y="704"/>
                </a:lnTo>
                <a:lnTo>
                  <a:pt x="372" y="705"/>
                </a:lnTo>
                <a:lnTo>
                  <a:pt x="372" y="706"/>
                </a:lnTo>
                <a:lnTo>
                  <a:pt x="372" y="707"/>
                </a:lnTo>
                <a:lnTo>
                  <a:pt x="371" y="707"/>
                </a:lnTo>
                <a:lnTo>
                  <a:pt x="371" y="708"/>
                </a:lnTo>
                <a:lnTo>
                  <a:pt x="370" y="708"/>
                </a:lnTo>
                <a:lnTo>
                  <a:pt x="370" y="709"/>
                </a:lnTo>
                <a:lnTo>
                  <a:pt x="370" y="710"/>
                </a:lnTo>
                <a:lnTo>
                  <a:pt x="370" y="711"/>
                </a:lnTo>
                <a:lnTo>
                  <a:pt x="370" y="712"/>
                </a:lnTo>
                <a:lnTo>
                  <a:pt x="369" y="712"/>
                </a:lnTo>
                <a:lnTo>
                  <a:pt x="368" y="712"/>
                </a:lnTo>
                <a:lnTo>
                  <a:pt x="368" y="713"/>
                </a:lnTo>
                <a:lnTo>
                  <a:pt x="367" y="713"/>
                </a:lnTo>
                <a:lnTo>
                  <a:pt x="366" y="713"/>
                </a:lnTo>
                <a:lnTo>
                  <a:pt x="365" y="713"/>
                </a:lnTo>
                <a:lnTo>
                  <a:pt x="364" y="713"/>
                </a:lnTo>
                <a:lnTo>
                  <a:pt x="364" y="712"/>
                </a:lnTo>
                <a:lnTo>
                  <a:pt x="364" y="713"/>
                </a:lnTo>
                <a:lnTo>
                  <a:pt x="364" y="714"/>
                </a:lnTo>
                <a:lnTo>
                  <a:pt x="363" y="714"/>
                </a:lnTo>
                <a:lnTo>
                  <a:pt x="363" y="715"/>
                </a:lnTo>
                <a:lnTo>
                  <a:pt x="363" y="716"/>
                </a:lnTo>
                <a:lnTo>
                  <a:pt x="363" y="717"/>
                </a:lnTo>
                <a:lnTo>
                  <a:pt x="363" y="718"/>
                </a:lnTo>
                <a:lnTo>
                  <a:pt x="364" y="718"/>
                </a:lnTo>
                <a:lnTo>
                  <a:pt x="364" y="719"/>
                </a:lnTo>
                <a:lnTo>
                  <a:pt x="365" y="719"/>
                </a:lnTo>
                <a:lnTo>
                  <a:pt x="365" y="720"/>
                </a:lnTo>
                <a:lnTo>
                  <a:pt x="364" y="720"/>
                </a:lnTo>
                <a:lnTo>
                  <a:pt x="365" y="720"/>
                </a:lnTo>
                <a:lnTo>
                  <a:pt x="365" y="721"/>
                </a:lnTo>
                <a:lnTo>
                  <a:pt x="366" y="721"/>
                </a:lnTo>
                <a:lnTo>
                  <a:pt x="366" y="722"/>
                </a:lnTo>
                <a:lnTo>
                  <a:pt x="366" y="723"/>
                </a:lnTo>
                <a:lnTo>
                  <a:pt x="366" y="724"/>
                </a:lnTo>
                <a:lnTo>
                  <a:pt x="367" y="724"/>
                </a:lnTo>
                <a:lnTo>
                  <a:pt x="368" y="724"/>
                </a:lnTo>
                <a:lnTo>
                  <a:pt x="368" y="725"/>
                </a:lnTo>
                <a:lnTo>
                  <a:pt x="367" y="725"/>
                </a:lnTo>
                <a:lnTo>
                  <a:pt x="367" y="726"/>
                </a:lnTo>
                <a:lnTo>
                  <a:pt x="367" y="727"/>
                </a:lnTo>
                <a:lnTo>
                  <a:pt x="368" y="727"/>
                </a:lnTo>
                <a:lnTo>
                  <a:pt x="367" y="727"/>
                </a:lnTo>
                <a:lnTo>
                  <a:pt x="367" y="728"/>
                </a:lnTo>
                <a:lnTo>
                  <a:pt x="367" y="727"/>
                </a:lnTo>
                <a:lnTo>
                  <a:pt x="366" y="727"/>
                </a:lnTo>
                <a:lnTo>
                  <a:pt x="366" y="728"/>
                </a:lnTo>
                <a:lnTo>
                  <a:pt x="365" y="728"/>
                </a:lnTo>
                <a:lnTo>
                  <a:pt x="365" y="727"/>
                </a:lnTo>
                <a:lnTo>
                  <a:pt x="365" y="728"/>
                </a:lnTo>
                <a:lnTo>
                  <a:pt x="365" y="729"/>
                </a:lnTo>
                <a:lnTo>
                  <a:pt x="365" y="730"/>
                </a:lnTo>
                <a:lnTo>
                  <a:pt x="366" y="730"/>
                </a:lnTo>
                <a:lnTo>
                  <a:pt x="366" y="731"/>
                </a:lnTo>
                <a:lnTo>
                  <a:pt x="366" y="732"/>
                </a:lnTo>
                <a:lnTo>
                  <a:pt x="367" y="732"/>
                </a:lnTo>
                <a:lnTo>
                  <a:pt x="367" y="733"/>
                </a:lnTo>
                <a:lnTo>
                  <a:pt x="367" y="734"/>
                </a:lnTo>
                <a:lnTo>
                  <a:pt x="368" y="734"/>
                </a:lnTo>
                <a:lnTo>
                  <a:pt x="368" y="735"/>
                </a:lnTo>
                <a:lnTo>
                  <a:pt x="368" y="736"/>
                </a:lnTo>
                <a:lnTo>
                  <a:pt x="369" y="736"/>
                </a:lnTo>
                <a:lnTo>
                  <a:pt x="368" y="736"/>
                </a:lnTo>
                <a:lnTo>
                  <a:pt x="368" y="737"/>
                </a:lnTo>
                <a:lnTo>
                  <a:pt x="369" y="737"/>
                </a:lnTo>
                <a:lnTo>
                  <a:pt x="369" y="738"/>
                </a:lnTo>
                <a:lnTo>
                  <a:pt x="370" y="738"/>
                </a:lnTo>
                <a:lnTo>
                  <a:pt x="370" y="739"/>
                </a:lnTo>
                <a:lnTo>
                  <a:pt x="370" y="740"/>
                </a:lnTo>
                <a:lnTo>
                  <a:pt x="369" y="740"/>
                </a:lnTo>
                <a:lnTo>
                  <a:pt x="369" y="741"/>
                </a:lnTo>
                <a:lnTo>
                  <a:pt x="369" y="742"/>
                </a:lnTo>
                <a:lnTo>
                  <a:pt x="369" y="743"/>
                </a:lnTo>
                <a:lnTo>
                  <a:pt x="368" y="743"/>
                </a:lnTo>
                <a:lnTo>
                  <a:pt x="367" y="744"/>
                </a:lnTo>
                <a:lnTo>
                  <a:pt x="368" y="744"/>
                </a:lnTo>
                <a:lnTo>
                  <a:pt x="369" y="744"/>
                </a:lnTo>
                <a:lnTo>
                  <a:pt x="370" y="744"/>
                </a:lnTo>
                <a:lnTo>
                  <a:pt x="370" y="745"/>
                </a:lnTo>
                <a:lnTo>
                  <a:pt x="371" y="745"/>
                </a:lnTo>
                <a:lnTo>
                  <a:pt x="372" y="745"/>
                </a:lnTo>
                <a:lnTo>
                  <a:pt x="372" y="746"/>
                </a:lnTo>
                <a:lnTo>
                  <a:pt x="372" y="747"/>
                </a:lnTo>
                <a:lnTo>
                  <a:pt x="373" y="747"/>
                </a:lnTo>
                <a:lnTo>
                  <a:pt x="374" y="747"/>
                </a:lnTo>
                <a:lnTo>
                  <a:pt x="375" y="746"/>
                </a:lnTo>
                <a:lnTo>
                  <a:pt x="376" y="746"/>
                </a:lnTo>
                <a:lnTo>
                  <a:pt x="376" y="747"/>
                </a:lnTo>
                <a:lnTo>
                  <a:pt x="376" y="748"/>
                </a:lnTo>
                <a:lnTo>
                  <a:pt x="377" y="748"/>
                </a:lnTo>
                <a:lnTo>
                  <a:pt x="376" y="748"/>
                </a:lnTo>
                <a:lnTo>
                  <a:pt x="377" y="748"/>
                </a:lnTo>
                <a:lnTo>
                  <a:pt x="377" y="749"/>
                </a:lnTo>
                <a:lnTo>
                  <a:pt x="376" y="749"/>
                </a:lnTo>
                <a:lnTo>
                  <a:pt x="376" y="750"/>
                </a:lnTo>
                <a:lnTo>
                  <a:pt x="376" y="751"/>
                </a:lnTo>
                <a:lnTo>
                  <a:pt x="377" y="751"/>
                </a:lnTo>
                <a:lnTo>
                  <a:pt x="377" y="752"/>
                </a:lnTo>
                <a:lnTo>
                  <a:pt x="377" y="753"/>
                </a:lnTo>
                <a:lnTo>
                  <a:pt x="378" y="753"/>
                </a:lnTo>
                <a:lnTo>
                  <a:pt x="378" y="752"/>
                </a:lnTo>
                <a:lnTo>
                  <a:pt x="379" y="752"/>
                </a:lnTo>
                <a:lnTo>
                  <a:pt x="379" y="753"/>
                </a:lnTo>
                <a:lnTo>
                  <a:pt x="380" y="753"/>
                </a:lnTo>
                <a:lnTo>
                  <a:pt x="380" y="754"/>
                </a:lnTo>
                <a:lnTo>
                  <a:pt x="380" y="755"/>
                </a:lnTo>
                <a:lnTo>
                  <a:pt x="379" y="755"/>
                </a:lnTo>
                <a:lnTo>
                  <a:pt x="380" y="755"/>
                </a:lnTo>
                <a:lnTo>
                  <a:pt x="379" y="755"/>
                </a:lnTo>
                <a:lnTo>
                  <a:pt x="379" y="756"/>
                </a:lnTo>
                <a:lnTo>
                  <a:pt x="380" y="756"/>
                </a:lnTo>
                <a:lnTo>
                  <a:pt x="380" y="757"/>
                </a:lnTo>
                <a:lnTo>
                  <a:pt x="381" y="757"/>
                </a:lnTo>
                <a:lnTo>
                  <a:pt x="382" y="757"/>
                </a:lnTo>
                <a:lnTo>
                  <a:pt x="383" y="757"/>
                </a:lnTo>
                <a:lnTo>
                  <a:pt x="383" y="758"/>
                </a:lnTo>
                <a:lnTo>
                  <a:pt x="384" y="758"/>
                </a:lnTo>
                <a:lnTo>
                  <a:pt x="383" y="759"/>
                </a:lnTo>
                <a:lnTo>
                  <a:pt x="383" y="760"/>
                </a:lnTo>
                <a:lnTo>
                  <a:pt x="383" y="761"/>
                </a:lnTo>
                <a:lnTo>
                  <a:pt x="383" y="762"/>
                </a:lnTo>
                <a:lnTo>
                  <a:pt x="382" y="762"/>
                </a:lnTo>
                <a:lnTo>
                  <a:pt x="382" y="763"/>
                </a:lnTo>
                <a:lnTo>
                  <a:pt x="381" y="763"/>
                </a:lnTo>
                <a:lnTo>
                  <a:pt x="382" y="763"/>
                </a:lnTo>
                <a:lnTo>
                  <a:pt x="381" y="764"/>
                </a:lnTo>
                <a:lnTo>
                  <a:pt x="382" y="764"/>
                </a:lnTo>
                <a:lnTo>
                  <a:pt x="382" y="765"/>
                </a:lnTo>
                <a:lnTo>
                  <a:pt x="381" y="765"/>
                </a:lnTo>
                <a:lnTo>
                  <a:pt x="382" y="765"/>
                </a:lnTo>
                <a:lnTo>
                  <a:pt x="381" y="765"/>
                </a:lnTo>
                <a:lnTo>
                  <a:pt x="381" y="766"/>
                </a:lnTo>
                <a:lnTo>
                  <a:pt x="380" y="766"/>
                </a:lnTo>
                <a:lnTo>
                  <a:pt x="380" y="767"/>
                </a:lnTo>
                <a:lnTo>
                  <a:pt x="380" y="768"/>
                </a:lnTo>
                <a:lnTo>
                  <a:pt x="381" y="768"/>
                </a:lnTo>
                <a:lnTo>
                  <a:pt x="381" y="769"/>
                </a:lnTo>
                <a:lnTo>
                  <a:pt x="382" y="769"/>
                </a:lnTo>
                <a:lnTo>
                  <a:pt x="383" y="770"/>
                </a:lnTo>
                <a:lnTo>
                  <a:pt x="383" y="771"/>
                </a:lnTo>
                <a:lnTo>
                  <a:pt x="383" y="772"/>
                </a:lnTo>
                <a:lnTo>
                  <a:pt x="383" y="773"/>
                </a:lnTo>
                <a:lnTo>
                  <a:pt x="383" y="774"/>
                </a:lnTo>
                <a:lnTo>
                  <a:pt x="383" y="775"/>
                </a:lnTo>
                <a:lnTo>
                  <a:pt x="382" y="775"/>
                </a:lnTo>
                <a:lnTo>
                  <a:pt x="383" y="775"/>
                </a:lnTo>
                <a:lnTo>
                  <a:pt x="383" y="776"/>
                </a:lnTo>
                <a:lnTo>
                  <a:pt x="383" y="775"/>
                </a:lnTo>
                <a:lnTo>
                  <a:pt x="383" y="776"/>
                </a:lnTo>
                <a:lnTo>
                  <a:pt x="384" y="776"/>
                </a:lnTo>
                <a:lnTo>
                  <a:pt x="383" y="776"/>
                </a:lnTo>
                <a:lnTo>
                  <a:pt x="383" y="777"/>
                </a:lnTo>
                <a:lnTo>
                  <a:pt x="384" y="777"/>
                </a:lnTo>
                <a:lnTo>
                  <a:pt x="384" y="778"/>
                </a:lnTo>
                <a:lnTo>
                  <a:pt x="384" y="777"/>
                </a:lnTo>
                <a:lnTo>
                  <a:pt x="385" y="777"/>
                </a:lnTo>
                <a:lnTo>
                  <a:pt x="386" y="777"/>
                </a:lnTo>
                <a:lnTo>
                  <a:pt x="386" y="778"/>
                </a:lnTo>
                <a:lnTo>
                  <a:pt x="386" y="779"/>
                </a:lnTo>
                <a:lnTo>
                  <a:pt x="387" y="779"/>
                </a:lnTo>
                <a:lnTo>
                  <a:pt x="387" y="778"/>
                </a:lnTo>
                <a:lnTo>
                  <a:pt x="388" y="778"/>
                </a:lnTo>
                <a:lnTo>
                  <a:pt x="388" y="779"/>
                </a:lnTo>
                <a:lnTo>
                  <a:pt x="388" y="780"/>
                </a:lnTo>
                <a:lnTo>
                  <a:pt x="388" y="781"/>
                </a:lnTo>
                <a:lnTo>
                  <a:pt x="387" y="781"/>
                </a:lnTo>
                <a:lnTo>
                  <a:pt x="387" y="782"/>
                </a:lnTo>
                <a:lnTo>
                  <a:pt x="388" y="782"/>
                </a:lnTo>
                <a:lnTo>
                  <a:pt x="387" y="782"/>
                </a:lnTo>
                <a:lnTo>
                  <a:pt x="387" y="783"/>
                </a:lnTo>
                <a:lnTo>
                  <a:pt x="386" y="783"/>
                </a:lnTo>
                <a:lnTo>
                  <a:pt x="386" y="784"/>
                </a:lnTo>
                <a:lnTo>
                  <a:pt x="385" y="784"/>
                </a:lnTo>
                <a:lnTo>
                  <a:pt x="384" y="784"/>
                </a:lnTo>
                <a:lnTo>
                  <a:pt x="383" y="783"/>
                </a:lnTo>
                <a:lnTo>
                  <a:pt x="382" y="783"/>
                </a:lnTo>
                <a:lnTo>
                  <a:pt x="381" y="783"/>
                </a:lnTo>
                <a:lnTo>
                  <a:pt x="381" y="784"/>
                </a:lnTo>
                <a:lnTo>
                  <a:pt x="381" y="785"/>
                </a:lnTo>
                <a:lnTo>
                  <a:pt x="382" y="785"/>
                </a:lnTo>
                <a:lnTo>
                  <a:pt x="382" y="786"/>
                </a:lnTo>
                <a:lnTo>
                  <a:pt x="381" y="786"/>
                </a:lnTo>
                <a:lnTo>
                  <a:pt x="381" y="787"/>
                </a:lnTo>
                <a:lnTo>
                  <a:pt x="381" y="788"/>
                </a:lnTo>
                <a:lnTo>
                  <a:pt x="382" y="788"/>
                </a:lnTo>
                <a:lnTo>
                  <a:pt x="382" y="789"/>
                </a:lnTo>
                <a:lnTo>
                  <a:pt x="383" y="789"/>
                </a:lnTo>
                <a:lnTo>
                  <a:pt x="383" y="790"/>
                </a:lnTo>
                <a:lnTo>
                  <a:pt x="382" y="790"/>
                </a:lnTo>
                <a:lnTo>
                  <a:pt x="382" y="791"/>
                </a:lnTo>
                <a:lnTo>
                  <a:pt x="382" y="792"/>
                </a:lnTo>
                <a:lnTo>
                  <a:pt x="381" y="792"/>
                </a:lnTo>
                <a:lnTo>
                  <a:pt x="381" y="793"/>
                </a:lnTo>
                <a:lnTo>
                  <a:pt x="380" y="793"/>
                </a:lnTo>
                <a:lnTo>
                  <a:pt x="379" y="793"/>
                </a:lnTo>
                <a:lnTo>
                  <a:pt x="379" y="794"/>
                </a:lnTo>
                <a:lnTo>
                  <a:pt x="380" y="794"/>
                </a:lnTo>
                <a:lnTo>
                  <a:pt x="380" y="795"/>
                </a:lnTo>
                <a:lnTo>
                  <a:pt x="380" y="796"/>
                </a:lnTo>
                <a:lnTo>
                  <a:pt x="381" y="796"/>
                </a:lnTo>
                <a:lnTo>
                  <a:pt x="381" y="797"/>
                </a:lnTo>
                <a:lnTo>
                  <a:pt x="381" y="798"/>
                </a:lnTo>
                <a:lnTo>
                  <a:pt x="380" y="798"/>
                </a:lnTo>
                <a:lnTo>
                  <a:pt x="380" y="799"/>
                </a:lnTo>
                <a:lnTo>
                  <a:pt x="381" y="799"/>
                </a:lnTo>
                <a:lnTo>
                  <a:pt x="381" y="800"/>
                </a:lnTo>
                <a:lnTo>
                  <a:pt x="381" y="801"/>
                </a:lnTo>
                <a:lnTo>
                  <a:pt x="380" y="801"/>
                </a:lnTo>
                <a:lnTo>
                  <a:pt x="380" y="802"/>
                </a:lnTo>
                <a:lnTo>
                  <a:pt x="379" y="802"/>
                </a:lnTo>
                <a:lnTo>
                  <a:pt x="380" y="802"/>
                </a:lnTo>
                <a:lnTo>
                  <a:pt x="380" y="803"/>
                </a:lnTo>
                <a:lnTo>
                  <a:pt x="380" y="804"/>
                </a:lnTo>
                <a:lnTo>
                  <a:pt x="380" y="805"/>
                </a:lnTo>
                <a:lnTo>
                  <a:pt x="380" y="806"/>
                </a:lnTo>
                <a:lnTo>
                  <a:pt x="379" y="806"/>
                </a:lnTo>
                <a:lnTo>
                  <a:pt x="379" y="807"/>
                </a:lnTo>
                <a:lnTo>
                  <a:pt x="379" y="808"/>
                </a:lnTo>
                <a:lnTo>
                  <a:pt x="379" y="809"/>
                </a:lnTo>
                <a:lnTo>
                  <a:pt x="379" y="810"/>
                </a:lnTo>
                <a:lnTo>
                  <a:pt x="380" y="810"/>
                </a:lnTo>
                <a:lnTo>
                  <a:pt x="380" y="811"/>
                </a:lnTo>
                <a:lnTo>
                  <a:pt x="380" y="812"/>
                </a:lnTo>
                <a:lnTo>
                  <a:pt x="381" y="812"/>
                </a:lnTo>
                <a:lnTo>
                  <a:pt x="381" y="813"/>
                </a:lnTo>
                <a:lnTo>
                  <a:pt x="382" y="813"/>
                </a:lnTo>
                <a:lnTo>
                  <a:pt x="383" y="813"/>
                </a:lnTo>
                <a:lnTo>
                  <a:pt x="384" y="813"/>
                </a:lnTo>
                <a:lnTo>
                  <a:pt x="385" y="813"/>
                </a:lnTo>
                <a:lnTo>
                  <a:pt x="385" y="814"/>
                </a:lnTo>
                <a:lnTo>
                  <a:pt x="385" y="815"/>
                </a:lnTo>
                <a:lnTo>
                  <a:pt x="386" y="815"/>
                </a:lnTo>
                <a:lnTo>
                  <a:pt x="386" y="816"/>
                </a:lnTo>
                <a:lnTo>
                  <a:pt x="387" y="816"/>
                </a:lnTo>
                <a:lnTo>
                  <a:pt x="388" y="816"/>
                </a:lnTo>
                <a:lnTo>
                  <a:pt x="388" y="817"/>
                </a:lnTo>
                <a:lnTo>
                  <a:pt x="389" y="817"/>
                </a:lnTo>
                <a:lnTo>
                  <a:pt x="389" y="818"/>
                </a:lnTo>
                <a:lnTo>
                  <a:pt x="389" y="819"/>
                </a:lnTo>
                <a:lnTo>
                  <a:pt x="388" y="819"/>
                </a:lnTo>
                <a:lnTo>
                  <a:pt x="388" y="820"/>
                </a:lnTo>
                <a:lnTo>
                  <a:pt x="389" y="820"/>
                </a:lnTo>
                <a:lnTo>
                  <a:pt x="389" y="821"/>
                </a:lnTo>
                <a:lnTo>
                  <a:pt x="389" y="822"/>
                </a:lnTo>
                <a:lnTo>
                  <a:pt x="388" y="822"/>
                </a:lnTo>
                <a:lnTo>
                  <a:pt x="388" y="821"/>
                </a:lnTo>
                <a:lnTo>
                  <a:pt x="387" y="821"/>
                </a:lnTo>
                <a:lnTo>
                  <a:pt x="386" y="821"/>
                </a:lnTo>
                <a:lnTo>
                  <a:pt x="385" y="821"/>
                </a:lnTo>
                <a:lnTo>
                  <a:pt x="385" y="822"/>
                </a:lnTo>
                <a:lnTo>
                  <a:pt x="384" y="822"/>
                </a:lnTo>
                <a:lnTo>
                  <a:pt x="384" y="823"/>
                </a:lnTo>
                <a:lnTo>
                  <a:pt x="384" y="824"/>
                </a:lnTo>
                <a:lnTo>
                  <a:pt x="384" y="825"/>
                </a:lnTo>
                <a:lnTo>
                  <a:pt x="384" y="826"/>
                </a:lnTo>
                <a:lnTo>
                  <a:pt x="383" y="826"/>
                </a:lnTo>
                <a:lnTo>
                  <a:pt x="383" y="827"/>
                </a:lnTo>
                <a:lnTo>
                  <a:pt x="382" y="827"/>
                </a:lnTo>
                <a:lnTo>
                  <a:pt x="382" y="828"/>
                </a:lnTo>
                <a:lnTo>
                  <a:pt x="381" y="828"/>
                </a:lnTo>
                <a:lnTo>
                  <a:pt x="380" y="828"/>
                </a:lnTo>
                <a:lnTo>
                  <a:pt x="379" y="828"/>
                </a:lnTo>
                <a:lnTo>
                  <a:pt x="378" y="828"/>
                </a:lnTo>
                <a:lnTo>
                  <a:pt x="377" y="828"/>
                </a:lnTo>
                <a:lnTo>
                  <a:pt x="376" y="828"/>
                </a:lnTo>
                <a:lnTo>
                  <a:pt x="376" y="827"/>
                </a:lnTo>
                <a:lnTo>
                  <a:pt x="376" y="826"/>
                </a:lnTo>
                <a:lnTo>
                  <a:pt x="376" y="825"/>
                </a:lnTo>
                <a:lnTo>
                  <a:pt x="375" y="825"/>
                </a:lnTo>
                <a:lnTo>
                  <a:pt x="375" y="824"/>
                </a:lnTo>
                <a:lnTo>
                  <a:pt x="374" y="824"/>
                </a:lnTo>
                <a:lnTo>
                  <a:pt x="375" y="824"/>
                </a:lnTo>
                <a:lnTo>
                  <a:pt x="374" y="824"/>
                </a:lnTo>
                <a:lnTo>
                  <a:pt x="374" y="823"/>
                </a:lnTo>
                <a:lnTo>
                  <a:pt x="374" y="822"/>
                </a:lnTo>
                <a:lnTo>
                  <a:pt x="373" y="822"/>
                </a:lnTo>
                <a:lnTo>
                  <a:pt x="372" y="822"/>
                </a:lnTo>
                <a:lnTo>
                  <a:pt x="372" y="823"/>
                </a:lnTo>
                <a:lnTo>
                  <a:pt x="371" y="823"/>
                </a:lnTo>
                <a:lnTo>
                  <a:pt x="371" y="822"/>
                </a:lnTo>
                <a:lnTo>
                  <a:pt x="370" y="822"/>
                </a:lnTo>
                <a:lnTo>
                  <a:pt x="370" y="823"/>
                </a:lnTo>
                <a:lnTo>
                  <a:pt x="369" y="823"/>
                </a:lnTo>
                <a:lnTo>
                  <a:pt x="369" y="824"/>
                </a:lnTo>
                <a:lnTo>
                  <a:pt x="368" y="824"/>
                </a:lnTo>
                <a:lnTo>
                  <a:pt x="368" y="825"/>
                </a:lnTo>
                <a:lnTo>
                  <a:pt x="367" y="825"/>
                </a:lnTo>
                <a:lnTo>
                  <a:pt x="367" y="824"/>
                </a:lnTo>
                <a:lnTo>
                  <a:pt x="366" y="824"/>
                </a:lnTo>
                <a:lnTo>
                  <a:pt x="366" y="823"/>
                </a:lnTo>
                <a:lnTo>
                  <a:pt x="367" y="823"/>
                </a:lnTo>
                <a:lnTo>
                  <a:pt x="367" y="822"/>
                </a:lnTo>
                <a:lnTo>
                  <a:pt x="367" y="821"/>
                </a:lnTo>
                <a:lnTo>
                  <a:pt x="367" y="820"/>
                </a:lnTo>
                <a:lnTo>
                  <a:pt x="368" y="820"/>
                </a:lnTo>
                <a:lnTo>
                  <a:pt x="368" y="819"/>
                </a:lnTo>
                <a:lnTo>
                  <a:pt x="368" y="818"/>
                </a:lnTo>
                <a:lnTo>
                  <a:pt x="367" y="818"/>
                </a:lnTo>
                <a:lnTo>
                  <a:pt x="367" y="819"/>
                </a:lnTo>
                <a:lnTo>
                  <a:pt x="366" y="819"/>
                </a:lnTo>
                <a:lnTo>
                  <a:pt x="366" y="818"/>
                </a:lnTo>
                <a:lnTo>
                  <a:pt x="365" y="818"/>
                </a:lnTo>
                <a:lnTo>
                  <a:pt x="364" y="818"/>
                </a:lnTo>
                <a:lnTo>
                  <a:pt x="363" y="818"/>
                </a:lnTo>
                <a:lnTo>
                  <a:pt x="363" y="817"/>
                </a:lnTo>
                <a:lnTo>
                  <a:pt x="362" y="817"/>
                </a:lnTo>
                <a:lnTo>
                  <a:pt x="361" y="817"/>
                </a:lnTo>
                <a:lnTo>
                  <a:pt x="360" y="817"/>
                </a:lnTo>
                <a:lnTo>
                  <a:pt x="359" y="817"/>
                </a:lnTo>
                <a:lnTo>
                  <a:pt x="359" y="818"/>
                </a:lnTo>
                <a:lnTo>
                  <a:pt x="358" y="818"/>
                </a:lnTo>
                <a:lnTo>
                  <a:pt x="358" y="817"/>
                </a:lnTo>
                <a:lnTo>
                  <a:pt x="357" y="817"/>
                </a:lnTo>
                <a:lnTo>
                  <a:pt x="357" y="818"/>
                </a:lnTo>
                <a:lnTo>
                  <a:pt x="356" y="818"/>
                </a:lnTo>
                <a:lnTo>
                  <a:pt x="355" y="818"/>
                </a:lnTo>
                <a:lnTo>
                  <a:pt x="355" y="819"/>
                </a:lnTo>
                <a:lnTo>
                  <a:pt x="354" y="819"/>
                </a:lnTo>
                <a:lnTo>
                  <a:pt x="354" y="820"/>
                </a:lnTo>
                <a:lnTo>
                  <a:pt x="354" y="819"/>
                </a:lnTo>
                <a:lnTo>
                  <a:pt x="352" y="819"/>
                </a:lnTo>
                <a:lnTo>
                  <a:pt x="351" y="819"/>
                </a:lnTo>
                <a:lnTo>
                  <a:pt x="350" y="819"/>
                </a:lnTo>
                <a:lnTo>
                  <a:pt x="350" y="820"/>
                </a:lnTo>
                <a:lnTo>
                  <a:pt x="350" y="819"/>
                </a:lnTo>
                <a:lnTo>
                  <a:pt x="349" y="819"/>
                </a:lnTo>
                <a:lnTo>
                  <a:pt x="348" y="819"/>
                </a:lnTo>
                <a:lnTo>
                  <a:pt x="348" y="820"/>
                </a:lnTo>
                <a:lnTo>
                  <a:pt x="348" y="819"/>
                </a:lnTo>
                <a:lnTo>
                  <a:pt x="348" y="820"/>
                </a:lnTo>
                <a:lnTo>
                  <a:pt x="347" y="820"/>
                </a:lnTo>
                <a:lnTo>
                  <a:pt x="347" y="821"/>
                </a:lnTo>
                <a:lnTo>
                  <a:pt x="346" y="820"/>
                </a:lnTo>
                <a:lnTo>
                  <a:pt x="346" y="821"/>
                </a:lnTo>
                <a:lnTo>
                  <a:pt x="346" y="822"/>
                </a:lnTo>
                <a:lnTo>
                  <a:pt x="345" y="822"/>
                </a:lnTo>
                <a:lnTo>
                  <a:pt x="345" y="821"/>
                </a:lnTo>
                <a:lnTo>
                  <a:pt x="345" y="822"/>
                </a:lnTo>
                <a:lnTo>
                  <a:pt x="344" y="822"/>
                </a:lnTo>
                <a:lnTo>
                  <a:pt x="343" y="822"/>
                </a:lnTo>
                <a:lnTo>
                  <a:pt x="343" y="823"/>
                </a:lnTo>
                <a:lnTo>
                  <a:pt x="342" y="823"/>
                </a:lnTo>
                <a:lnTo>
                  <a:pt x="341" y="823"/>
                </a:lnTo>
                <a:lnTo>
                  <a:pt x="341" y="824"/>
                </a:lnTo>
                <a:lnTo>
                  <a:pt x="340" y="824"/>
                </a:lnTo>
                <a:lnTo>
                  <a:pt x="340" y="825"/>
                </a:lnTo>
                <a:lnTo>
                  <a:pt x="339" y="825"/>
                </a:lnTo>
                <a:lnTo>
                  <a:pt x="339" y="824"/>
                </a:lnTo>
                <a:lnTo>
                  <a:pt x="338" y="824"/>
                </a:lnTo>
                <a:lnTo>
                  <a:pt x="338" y="823"/>
                </a:lnTo>
                <a:lnTo>
                  <a:pt x="337" y="823"/>
                </a:lnTo>
                <a:lnTo>
                  <a:pt x="337" y="822"/>
                </a:lnTo>
                <a:lnTo>
                  <a:pt x="337" y="823"/>
                </a:lnTo>
                <a:lnTo>
                  <a:pt x="336" y="823"/>
                </a:lnTo>
                <a:lnTo>
                  <a:pt x="336" y="822"/>
                </a:lnTo>
                <a:lnTo>
                  <a:pt x="335" y="822"/>
                </a:lnTo>
                <a:lnTo>
                  <a:pt x="336" y="821"/>
                </a:lnTo>
                <a:lnTo>
                  <a:pt x="336" y="820"/>
                </a:lnTo>
                <a:lnTo>
                  <a:pt x="335" y="820"/>
                </a:lnTo>
                <a:lnTo>
                  <a:pt x="334" y="820"/>
                </a:lnTo>
                <a:lnTo>
                  <a:pt x="334" y="819"/>
                </a:lnTo>
                <a:lnTo>
                  <a:pt x="333" y="819"/>
                </a:lnTo>
                <a:lnTo>
                  <a:pt x="332" y="819"/>
                </a:lnTo>
                <a:lnTo>
                  <a:pt x="333" y="819"/>
                </a:lnTo>
                <a:lnTo>
                  <a:pt x="333" y="818"/>
                </a:lnTo>
                <a:lnTo>
                  <a:pt x="334" y="818"/>
                </a:lnTo>
                <a:lnTo>
                  <a:pt x="334" y="817"/>
                </a:lnTo>
                <a:lnTo>
                  <a:pt x="333" y="817"/>
                </a:lnTo>
                <a:lnTo>
                  <a:pt x="334" y="817"/>
                </a:lnTo>
                <a:lnTo>
                  <a:pt x="334" y="816"/>
                </a:lnTo>
                <a:lnTo>
                  <a:pt x="335" y="816"/>
                </a:lnTo>
                <a:lnTo>
                  <a:pt x="335" y="815"/>
                </a:lnTo>
                <a:lnTo>
                  <a:pt x="335" y="814"/>
                </a:lnTo>
                <a:lnTo>
                  <a:pt x="336" y="814"/>
                </a:lnTo>
                <a:lnTo>
                  <a:pt x="336" y="813"/>
                </a:lnTo>
                <a:lnTo>
                  <a:pt x="336" y="812"/>
                </a:lnTo>
                <a:lnTo>
                  <a:pt x="335" y="812"/>
                </a:lnTo>
                <a:lnTo>
                  <a:pt x="335" y="811"/>
                </a:lnTo>
                <a:lnTo>
                  <a:pt x="334" y="811"/>
                </a:lnTo>
                <a:lnTo>
                  <a:pt x="333" y="811"/>
                </a:lnTo>
                <a:lnTo>
                  <a:pt x="332" y="811"/>
                </a:lnTo>
                <a:lnTo>
                  <a:pt x="332" y="810"/>
                </a:lnTo>
                <a:lnTo>
                  <a:pt x="331" y="810"/>
                </a:lnTo>
                <a:lnTo>
                  <a:pt x="330" y="810"/>
                </a:lnTo>
                <a:lnTo>
                  <a:pt x="330" y="809"/>
                </a:lnTo>
                <a:lnTo>
                  <a:pt x="330" y="808"/>
                </a:lnTo>
                <a:lnTo>
                  <a:pt x="329" y="808"/>
                </a:lnTo>
                <a:lnTo>
                  <a:pt x="329" y="807"/>
                </a:lnTo>
                <a:lnTo>
                  <a:pt x="330" y="807"/>
                </a:lnTo>
                <a:lnTo>
                  <a:pt x="329" y="807"/>
                </a:lnTo>
                <a:lnTo>
                  <a:pt x="329" y="806"/>
                </a:lnTo>
                <a:lnTo>
                  <a:pt x="328" y="806"/>
                </a:lnTo>
                <a:lnTo>
                  <a:pt x="328" y="805"/>
                </a:lnTo>
                <a:lnTo>
                  <a:pt x="328" y="804"/>
                </a:lnTo>
                <a:lnTo>
                  <a:pt x="327" y="804"/>
                </a:lnTo>
                <a:lnTo>
                  <a:pt x="328" y="804"/>
                </a:lnTo>
                <a:lnTo>
                  <a:pt x="327" y="804"/>
                </a:lnTo>
                <a:lnTo>
                  <a:pt x="327" y="803"/>
                </a:lnTo>
                <a:lnTo>
                  <a:pt x="327" y="802"/>
                </a:lnTo>
                <a:lnTo>
                  <a:pt x="326" y="802"/>
                </a:lnTo>
                <a:lnTo>
                  <a:pt x="326" y="801"/>
                </a:lnTo>
                <a:lnTo>
                  <a:pt x="326" y="800"/>
                </a:lnTo>
                <a:lnTo>
                  <a:pt x="327" y="800"/>
                </a:lnTo>
                <a:lnTo>
                  <a:pt x="328" y="800"/>
                </a:lnTo>
                <a:lnTo>
                  <a:pt x="329" y="800"/>
                </a:lnTo>
                <a:lnTo>
                  <a:pt x="330" y="800"/>
                </a:lnTo>
                <a:lnTo>
                  <a:pt x="330" y="799"/>
                </a:lnTo>
                <a:lnTo>
                  <a:pt x="331" y="799"/>
                </a:lnTo>
                <a:lnTo>
                  <a:pt x="330" y="799"/>
                </a:lnTo>
                <a:lnTo>
                  <a:pt x="331" y="799"/>
                </a:lnTo>
                <a:lnTo>
                  <a:pt x="331" y="798"/>
                </a:lnTo>
                <a:lnTo>
                  <a:pt x="331" y="797"/>
                </a:lnTo>
                <a:lnTo>
                  <a:pt x="331" y="796"/>
                </a:lnTo>
                <a:lnTo>
                  <a:pt x="330" y="796"/>
                </a:lnTo>
                <a:lnTo>
                  <a:pt x="331" y="796"/>
                </a:lnTo>
                <a:lnTo>
                  <a:pt x="330" y="796"/>
                </a:lnTo>
                <a:lnTo>
                  <a:pt x="331" y="796"/>
                </a:lnTo>
                <a:lnTo>
                  <a:pt x="331" y="795"/>
                </a:lnTo>
                <a:lnTo>
                  <a:pt x="330" y="795"/>
                </a:lnTo>
                <a:lnTo>
                  <a:pt x="330" y="794"/>
                </a:lnTo>
                <a:lnTo>
                  <a:pt x="331" y="794"/>
                </a:lnTo>
                <a:lnTo>
                  <a:pt x="331" y="793"/>
                </a:lnTo>
                <a:lnTo>
                  <a:pt x="332" y="793"/>
                </a:lnTo>
                <a:lnTo>
                  <a:pt x="333" y="792"/>
                </a:lnTo>
                <a:lnTo>
                  <a:pt x="333" y="791"/>
                </a:lnTo>
                <a:lnTo>
                  <a:pt x="332" y="791"/>
                </a:lnTo>
                <a:lnTo>
                  <a:pt x="332" y="792"/>
                </a:lnTo>
                <a:lnTo>
                  <a:pt x="332" y="791"/>
                </a:lnTo>
                <a:lnTo>
                  <a:pt x="332" y="790"/>
                </a:lnTo>
                <a:lnTo>
                  <a:pt x="331" y="790"/>
                </a:lnTo>
                <a:lnTo>
                  <a:pt x="332" y="790"/>
                </a:lnTo>
                <a:lnTo>
                  <a:pt x="332" y="789"/>
                </a:lnTo>
                <a:lnTo>
                  <a:pt x="332" y="788"/>
                </a:lnTo>
                <a:lnTo>
                  <a:pt x="332" y="787"/>
                </a:lnTo>
                <a:lnTo>
                  <a:pt x="332" y="786"/>
                </a:lnTo>
                <a:lnTo>
                  <a:pt x="332" y="785"/>
                </a:lnTo>
                <a:lnTo>
                  <a:pt x="332" y="786"/>
                </a:lnTo>
                <a:lnTo>
                  <a:pt x="331" y="786"/>
                </a:lnTo>
                <a:lnTo>
                  <a:pt x="330" y="786"/>
                </a:lnTo>
                <a:lnTo>
                  <a:pt x="329" y="786"/>
                </a:lnTo>
                <a:lnTo>
                  <a:pt x="329" y="785"/>
                </a:lnTo>
                <a:lnTo>
                  <a:pt x="328" y="785"/>
                </a:lnTo>
                <a:lnTo>
                  <a:pt x="327" y="785"/>
                </a:lnTo>
                <a:lnTo>
                  <a:pt x="326" y="785"/>
                </a:lnTo>
                <a:lnTo>
                  <a:pt x="326" y="784"/>
                </a:lnTo>
                <a:lnTo>
                  <a:pt x="326" y="783"/>
                </a:lnTo>
                <a:lnTo>
                  <a:pt x="326" y="782"/>
                </a:lnTo>
                <a:lnTo>
                  <a:pt x="327" y="782"/>
                </a:lnTo>
                <a:lnTo>
                  <a:pt x="328" y="782"/>
                </a:lnTo>
                <a:lnTo>
                  <a:pt x="329" y="782"/>
                </a:lnTo>
                <a:lnTo>
                  <a:pt x="329" y="781"/>
                </a:lnTo>
                <a:lnTo>
                  <a:pt x="328" y="781"/>
                </a:lnTo>
                <a:lnTo>
                  <a:pt x="328" y="780"/>
                </a:lnTo>
                <a:lnTo>
                  <a:pt x="328" y="779"/>
                </a:lnTo>
                <a:lnTo>
                  <a:pt x="328" y="778"/>
                </a:lnTo>
                <a:lnTo>
                  <a:pt x="328" y="777"/>
                </a:lnTo>
                <a:lnTo>
                  <a:pt x="327" y="777"/>
                </a:lnTo>
                <a:lnTo>
                  <a:pt x="327" y="776"/>
                </a:lnTo>
                <a:lnTo>
                  <a:pt x="327" y="775"/>
                </a:lnTo>
                <a:lnTo>
                  <a:pt x="327" y="774"/>
                </a:lnTo>
                <a:lnTo>
                  <a:pt x="326" y="774"/>
                </a:lnTo>
                <a:lnTo>
                  <a:pt x="325" y="774"/>
                </a:lnTo>
                <a:lnTo>
                  <a:pt x="325" y="773"/>
                </a:lnTo>
                <a:lnTo>
                  <a:pt x="324" y="773"/>
                </a:lnTo>
                <a:lnTo>
                  <a:pt x="325" y="773"/>
                </a:lnTo>
                <a:lnTo>
                  <a:pt x="325" y="772"/>
                </a:lnTo>
                <a:lnTo>
                  <a:pt x="324" y="772"/>
                </a:lnTo>
                <a:lnTo>
                  <a:pt x="324" y="771"/>
                </a:lnTo>
                <a:lnTo>
                  <a:pt x="324" y="770"/>
                </a:lnTo>
                <a:lnTo>
                  <a:pt x="324" y="769"/>
                </a:lnTo>
                <a:lnTo>
                  <a:pt x="324" y="768"/>
                </a:lnTo>
                <a:lnTo>
                  <a:pt x="323" y="768"/>
                </a:lnTo>
                <a:lnTo>
                  <a:pt x="323" y="767"/>
                </a:lnTo>
                <a:lnTo>
                  <a:pt x="323" y="766"/>
                </a:lnTo>
                <a:lnTo>
                  <a:pt x="323" y="765"/>
                </a:lnTo>
                <a:lnTo>
                  <a:pt x="323" y="764"/>
                </a:lnTo>
                <a:lnTo>
                  <a:pt x="324" y="764"/>
                </a:lnTo>
                <a:lnTo>
                  <a:pt x="324" y="763"/>
                </a:lnTo>
                <a:lnTo>
                  <a:pt x="324" y="764"/>
                </a:lnTo>
                <a:lnTo>
                  <a:pt x="323" y="764"/>
                </a:lnTo>
                <a:lnTo>
                  <a:pt x="323" y="763"/>
                </a:lnTo>
                <a:lnTo>
                  <a:pt x="323" y="764"/>
                </a:lnTo>
                <a:lnTo>
                  <a:pt x="323" y="763"/>
                </a:lnTo>
                <a:lnTo>
                  <a:pt x="322" y="763"/>
                </a:lnTo>
                <a:lnTo>
                  <a:pt x="322" y="764"/>
                </a:lnTo>
                <a:lnTo>
                  <a:pt x="322" y="763"/>
                </a:lnTo>
                <a:lnTo>
                  <a:pt x="321" y="763"/>
                </a:lnTo>
                <a:lnTo>
                  <a:pt x="321" y="764"/>
                </a:lnTo>
                <a:lnTo>
                  <a:pt x="320" y="764"/>
                </a:lnTo>
                <a:lnTo>
                  <a:pt x="321" y="764"/>
                </a:lnTo>
                <a:lnTo>
                  <a:pt x="320" y="764"/>
                </a:lnTo>
                <a:lnTo>
                  <a:pt x="320" y="765"/>
                </a:lnTo>
                <a:lnTo>
                  <a:pt x="319" y="765"/>
                </a:lnTo>
                <a:lnTo>
                  <a:pt x="319" y="766"/>
                </a:lnTo>
                <a:lnTo>
                  <a:pt x="318" y="766"/>
                </a:lnTo>
                <a:lnTo>
                  <a:pt x="318" y="767"/>
                </a:lnTo>
                <a:lnTo>
                  <a:pt x="318" y="766"/>
                </a:lnTo>
                <a:lnTo>
                  <a:pt x="318" y="767"/>
                </a:lnTo>
                <a:lnTo>
                  <a:pt x="317" y="767"/>
                </a:lnTo>
                <a:lnTo>
                  <a:pt x="317" y="768"/>
                </a:lnTo>
                <a:lnTo>
                  <a:pt x="316" y="768"/>
                </a:lnTo>
                <a:lnTo>
                  <a:pt x="316" y="769"/>
                </a:lnTo>
                <a:lnTo>
                  <a:pt x="315" y="769"/>
                </a:lnTo>
                <a:lnTo>
                  <a:pt x="314" y="770"/>
                </a:lnTo>
                <a:lnTo>
                  <a:pt x="314" y="771"/>
                </a:lnTo>
                <a:lnTo>
                  <a:pt x="314" y="770"/>
                </a:lnTo>
                <a:lnTo>
                  <a:pt x="313" y="770"/>
                </a:lnTo>
                <a:lnTo>
                  <a:pt x="313" y="771"/>
                </a:lnTo>
                <a:lnTo>
                  <a:pt x="312" y="771"/>
                </a:lnTo>
                <a:lnTo>
                  <a:pt x="311" y="771"/>
                </a:lnTo>
                <a:lnTo>
                  <a:pt x="310" y="771"/>
                </a:lnTo>
                <a:lnTo>
                  <a:pt x="309" y="771"/>
                </a:lnTo>
                <a:lnTo>
                  <a:pt x="308" y="771"/>
                </a:lnTo>
                <a:lnTo>
                  <a:pt x="308" y="772"/>
                </a:lnTo>
                <a:lnTo>
                  <a:pt x="307" y="772"/>
                </a:lnTo>
                <a:lnTo>
                  <a:pt x="306" y="772"/>
                </a:lnTo>
                <a:lnTo>
                  <a:pt x="305" y="772"/>
                </a:lnTo>
                <a:lnTo>
                  <a:pt x="305" y="773"/>
                </a:lnTo>
                <a:lnTo>
                  <a:pt x="305" y="772"/>
                </a:lnTo>
                <a:lnTo>
                  <a:pt x="304" y="772"/>
                </a:lnTo>
                <a:lnTo>
                  <a:pt x="304" y="773"/>
                </a:lnTo>
                <a:lnTo>
                  <a:pt x="304" y="772"/>
                </a:lnTo>
                <a:lnTo>
                  <a:pt x="304" y="773"/>
                </a:lnTo>
                <a:lnTo>
                  <a:pt x="303" y="773"/>
                </a:lnTo>
                <a:lnTo>
                  <a:pt x="303" y="772"/>
                </a:lnTo>
                <a:lnTo>
                  <a:pt x="303" y="773"/>
                </a:lnTo>
                <a:lnTo>
                  <a:pt x="302" y="773"/>
                </a:lnTo>
                <a:lnTo>
                  <a:pt x="302" y="774"/>
                </a:lnTo>
                <a:lnTo>
                  <a:pt x="301" y="774"/>
                </a:lnTo>
                <a:lnTo>
                  <a:pt x="301" y="775"/>
                </a:lnTo>
                <a:lnTo>
                  <a:pt x="300" y="775"/>
                </a:lnTo>
                <a:lnTo>
                  <a:pt x="300" y="776"/>
                </a:lnTo>
                <a:lnTo>
                  <a:pt x="300" y="777"/>
                </a:lnTo>
                <a:lnTo>
                  <a:pt x="299" y="777"/>
                </a:lnTo>
                <a:lnTo>
                  <a:pt x="299" y="778"/>
                </a:lnTo>
                <a:lnTo>
                  <a:pt x="298" y="778"/>
                </a:lnTo>
                <a:lnTo>
                  <a:pt x="297" y="778"/>
                </a:lnTo>
                <a:lnTo>
                  <a:pt x="297" y="779"/>
                </a:lnTo>
                <a:lnTo>
                  <a:pt x="297" y="780"/>
                </a:lnTo>
                <a:lnTo>
                  <a:pt x="296" y="780"/>
                </a:lnTo>
                <a:lnTo>
                  <a:pt x="296" y="779"/>
                </a:lnTo>
                <a:lnTo>
                  <a:pt x="296" y="780"/>
                </a:lnTo>
                <a:lnTo>
                  <a:pt x="296" y="781"/>
                </a:lnTo>
                <a:lnTo>
                  <a:pt x="295" y="781"/>
                </a:lnTo>
                <a:lnTo>
                  <a:pt x="295" y="782"/>
                </a:lnTo>
                <a:lnTo>
                  <a:pt x="295" y="783"/>
                </a:lnTo>
                <a:lnTo>
                  <a:pt x="295" y="784"/>
                </a:lnTo>
                <a:lnTo>
                  <a:pt x="294" y="784"/>
                </a:lnTo>
                <a:lnTo>
                  <a:pt x="294" y="785"/>
                </a:lnTo>
                <a:lnTo>
                  <a:pt x="293" y="785"/>
                </a:lnTo>
                <a:lnTo>
                  <a:pt x="293" y="784"/>
                </a:lnTo>
                <a:lnTo>
                  <a:pt x="293" y="785"/>
                </a:lnTo>
                <a:lnTo>
                  <a:pt x="292" y="785"/>
                </a:lnTo>
                <a:lnTo>
                  <a:pt x="292" y="786"/>
                </a:lnTo>
                <a:lnTo>
                  <a:pt x="291" y="786"/>
                </a:lnTo>
                <a:lnTo>
                  <a:pt x="291" y="787"/>
                </a:lnTo>
                <a:lnTo>
                  <a:pt x="290" y="787"/>
                </a:lnTo>
                <a:lnTo>
                  <a:pt x="290" y="788"/>
                </a:lnTo>
                <a:lnTo>
                  <a:pt x="289" y="789"/>
                </a:lnTo>
                <a:lnTo>
                  <a:pt x="289" y="790"/>
                </a:lnTo>
                <a:lnTo>
                  <a:pt x="288" y="790"/>
                </a:lnTo>
                <a:lnTo>
                  <a:pt x="287" y="791"/>
                </a:lnTo>
                <a:lnTo>
                  <a:pt x="287" y="790"/>
                </a:lnTo>
                <a:lnTo>
                  <a:pt x="286" y="790"/>
                </a:lnTo>
                <a:lnTo>
                  <a:pt x="286" y="791"/>
                </a:lnTo>
                <a:lnTo>
                  <a:pt x="285" y="791"/>
                </a:lnTo>
                <a:lnTo>
                  <a:pt x="285" y="792"/>
                </a:lnTo>
                <a:lnTo>
                  <a:pt x="285" y="793"/>
                </a:lnTo>
                <a:lnTo>
                  <a:pt x="284" y="793"/>
                </a:lnTo>
                <a:lnTo>
                  <a:pt x="284" y="794"/>
                </a:lnTo>
                <a:lnTo>
                  <a:pt x="283" y="794"/>
                </a:lnTo>
                <a:lnTo>
                  <a:pt x="282" y="794"/>
                </a:lnTo>
                <a:lnTo>
                  <a:pt x="282" y="793"/>
                </a:lnTo>
                <a:lnTo>
                  <a:pt x="281" y="793"/>
                </a:lnTo>
                <a:lnTo>
                  <a:pt x="281" y="794"/>
                </a:lnTo>
                <a:lnTo>
                  <a:pt x="280" y="794"/>
                </a:lnTo>
                <a:lnTo>
                  <a:pt x="279" y="794"/>
                </a:lnTo>
                <a:lnTo>
                  <a:pt x="279" y="795"/>
                </a:lnTo>
                <a:lnTo>
                  <a:pt x="278" y="795"/>
                </a:lnTo>
                <a:lnTo>
                  <a:pt x="277" y="795"/>
                </a:lnTo>
                <a:lnTo>
                  <a:pt x="277" y="796"/>
                </a:lnTo>
                <a:lnTo>
                  <a:pt x="276" y="796"/>
                </a:lnTo>
                <a:lnTo>
                  <a:pt x="276" y="797"/>
                </a:lnTo>
                <a:lnTo>
                  <a:pt x="276" y="796"/>
                </a:lnTo>
                <a:lnTo>
                  <a:pt x="276" y="797"/>
                </a:lnTo>
                <a:lnTo>
                  <a:pt x="275" y="797"/>
                </a:lnTo>
                <a:lnTo>
                  <a:pt x="274" y="797"/>
                </a:lnTo>
                <a:lnTo>
                  <a:pt x="274" y="796"/>
                </a:lnTo>
                <a:lnTo>
                  <a:pt x="273" y="796"/>
                </a:lnTo>
                <a:lnTo>
                  <a:pt x="272" y="796"/>
                </a:lnTo>
                <a:lnTo>
                  <a:pt x="272" y="795"/>
                </a:lnTo>
                <a:lnTo>
                  <a:pt x="271" y="795"/>
                </a:lnTo>
                <a:lnTo>
                  <a:pt x="271" y="794"/>
                </a:lnTo>
                <a:lnTo>
                  <a:pt x="271" y="795"/>
                </a:lnTo>
                <a:lnTo>
                  <a:pt x="270" y="795"/>
                </a:lnTo>
                <a:lnTo>
                  <a:pt x="270" y="794"/>
                </a:lnTo>
                <a:lnTo>
                  <a:pt x="270" y="795"/>
                </a:lnTo>
                <a:lnTo>
                  <a:pt x="270" y="794"/>
                </a:lnTo>
                <a:lnTo>
                  <a:pt x="269" y="794"/>
                </a:lnTo>
                <a:lnTo>
                  <a:pt x="269" y="795"/>
                </a:lnTo>
                <a:lnTo>
                  <a:pt x="268" y="795"/>
                </a:lnTo>
                <a:lnTo>
                  <a:pt x="268" y="796"/>
                </a:lnTo>
                <a:lnTo>
                  <a:pt x="268" y="795"/>
                </a:lnTo>
                <a:lnTo>
                  <a:pt x="268" y="796"/>
                </a:lnTo>
                <a:lnTo>
                  <a:pt x="268" y="795"/>
                </a:lnTo>
                <a:lnTo>
                  <a:pt x="267" y="795"/>
                </a:lnTo>
                <a:lnTo>
                  <a:pt x="267" y="796"/>
                </a:lnTo>
                <a:lnTo>
                  <a:pt x="266" y="796"/>
                </a:lnTo>
                <a:lnTo>
                  <a:pt x="266" y="795"/>
                </a:lnTo>
                <a:lnTo>
                  <a:pt x="265" y="795"/>
                </a:lnTo>
                <a:lnTo>
                  <a:pt x="265" y="794"/>
                </a:lnTo>
                <a:lnTo>
                  <a:pt x="265" y="793"/>
                </a:lnTo>
                <a:lnTo>
                  <a:pt x="264" y="793"/>
                </a:lnTo>
                <a:lnTo>
                  <a:pt x="264" y="792"/>
                </a:lnTo>
                <a:lnTo>
                  <a:pt x="265" y="792"/>
                </a:lnTo>
                <a:lnTo>
                  <a:pt x="265" y="791"/>
                </a:lnTo>
                <a:lnTo>
                  <a:pt x="264" y="791"/>
                </a:lnTo>
                <a:lnTo>
                  <a:pt x="264" y="790"/>
                </a:lnTo>
                <a:lnTo>
                  <a:pt x="263" y="790"/>
                </a:lnTo>
                <a:lnTo>
                  <a:pt x="263" y="789"/>
                </a:lnTo>
                <a:lnTo>
                  <a:pt x="262" y="789"/>
                </a:lnTo>
                <a:lnTo>
                  <a:pt x="262" y="788"/>
                </a:lnTo>
                <a:lnTo>
                  <a:pt x="262" y="787"/>
                </a:lnTo>
                <a:lnTo>
                  <a:pt x="262" y="788"/>
                </a:lnTo>
                <a:lnTo>
                  <a:pt x="261" y="788"/>
                </a:lnTo>
                <a:lnTo>
                  <a:pt x="260" y="788"/>
                </a:lnTo>
                <a:lnTo>
                  <a:pt x="259" y="788"/>
                </a:lnTo>
                <a:lnTo>
                  <a:pt x="259" y="789"/>
                </a:lnTo>
                <a:lnTo>
                  <a:pt x="258" y="789"/>
                </a:lnTo>
                <a:lnTo>
                  <a:pt x="257" y="789"/>
                </a:lnTo>
                <a:lnTo>
                  <a:pt x="256" y="789"/>
                </a:lnTo>
                <a:lnTo>
                  <a:pt x="255" y="789"/>
                </a:lnTo>
                <a:lnTo>
                  <a:pt x="255" y="788"/>
                </a:lnTo>
                <a:lnTo>
                  <a:pt x="254" y="788"/>
                </a:lnTo>
                <a:lnTo>
                  <a:pt x="254" y="789"/>
                </a:lnTo>
                <a:lnTo>
                  <a:pt x="254" y="790"/>
                </a:lnTo>
                <a:lnTo>
                  <a:pt x="253" y="790"/>
                </a:lnTo>
                <a:lnTo>
                  <a:pt x="253" y="791"/>
                </a:lnTo>
                <a:lnTo>
                  <a:pt x="252" y="791"/>
                </a:lnTo>
                <a:lnTo>
                  <a:pt x="252" y="792"/>
                </a:lnTo>
                <a:lnTo>
                  <a:pt x="251" y="792"/>
                </a:lnTo>
                <a:lnTo>
                  <a:pt x="251" y="793"/>
                </a:lnTo>
                <a:lnTo>
                  <a:pt x="250" y="793"/>
                </a:lnTo>
                <a:lnTo>
                  <a:pt x="250" y="794"/>
                </a:lnTo>
                <a:lnTo>
                  <a:pt x="249" y="794"/>
                </a:lnTo>
                <a:lnTo>
                  <a:pt x="249" y="793"/>
                </a:lnTo>
                <a:lnTo>
                  <a:pt x="248" y="793"/>
                </a:lnTo>
                <a:lnTo>
                  <a:pt x="248" y="794"/>
                </a:lnTo>
                <a:lnTo>
                  <a:pt x="247" y="794"/>
                </a:lnTo>
                <a:lnTo>
                  <a:pt x="247" y="795"/>
                </a:lnTo>
                <a:lnTo>
                  <a:pt x="247" y="794"/>
                </a:lnTo>
                <a:lnTo>
                  <a:pt x="247" y="795"/>
                </a:lnTo>
                <a:lnTo>
                  <a:pt x="247" y="794"/>
                </a:lnTo>
                <a:lnTo>
                  <a:pt x="246" y="794"/>
                </a:lnTo>
                <a:lnTo>
                  <a:pt x="246" y="795"/>
                </a:lnTo>
                <a:lnTo>
                  <a:pt x="246" y="794"/>
                </a:lnTo>
                <a:lnTo>
                  <a:pt x="246" y="795"/>
                </a:lnTo>
                <a:lnTo>
                  <a:pt x="245" y="795"/>
                </a:lnTo>
                <a:lnTo>
                  <a:pt x="244" y="795"/>
                </a:lnTo>
                <a:lnTo>
                  <a:pt x="244" y="794"/>
                </a:lnTo>
                <a:lnTo>
                  <a:pt x="244" y="793"/>
                </a:lnTo>
                <a:lnTo>
                  <a:pt x="243" y="793"/>
                </a:lnTo>
                <a:lnTo>
                  <a:pt x="242" y="793"/>
                </a:lnTo>
                <a:lnTo>
                  <a:pt x="242" y="792"/>
                </a:lnTo>
                <a:lnTo>
                  <a:pt x="242" y="791"/>
                </a:lnTo>
                <a:lnTo>
                  <a:pt x="242" y="790"/>
                </a:lnTo>
                <a:lnTo>
                  <a:pt x="241" y="790"/>
                </a:lnTo>
                <a:lnTo>
                  <a:pt x="240" y="790"/>
                </a:lnTo>
                <a:lnTo>
                  <a:pt x="239" y="790"/>
                </a:lnTo>
                <a:lnTo>
                  <a:pt x="239" y="791"/>
                </a:lnTo>
                <a:lnTo>
                  <a:pt x="239" y="792"/>
                </a:lnTo>
                <a:lnTo>
                  <a:pt x="239" y="793"/>
                </a:lnTo>
                <a:lnTo>
                  <a:pt x="238" y="793"/>
                </a:lnTo>
                <a:lnTo>
                  <a:pt x="237" y="793"/>
                </a:lnTo>
                <a:lnTo>
                  <a:pt x="237" y="792"/>
                </a:lnTo>
                <a:lnTo>
                  <a:pt x="236" y="792"/>
                </a:lnTo>
                <a:lnTo>
                  <a:pt x="236" y="791"/>
                </a:lnTo>
                <a:lnTo>
                  <a:pt x="235" y="791"/>
                </a:lnTo>
                <a:lnTo>
                  <a:pt x="234" y="791"/>
                </a:lnTo>
                <a:lnTo>
                  <a:pt x="234" y="790"/>
                </a:lnTo>
                <a:lnTo>
                  <a:pt x="234" y="789"/>
                </a:lnTo>
                <a:lnTo>
                  <a:pt x="234" y="788"/>
                </a:lnTo>
                <a:lnTo>
                  <a:pt x="234" y="787"/>
                </a:lnTo>
                <a:lnTo>
                  <a:pt x="234" y="786"/>
                </a:lnTo>
                <a:lnTo>
                  <a:pt x="234" y="785"/>
                </a:lnTo>
                <a:lnTo>
                  <a:pt x="234" y="784"/>
                </a:lnTo>
                <a:lnTo>
                  <a:pt x="234" y="783"/>
                </a:lnTo>
                <a:lnTo>
                  <a:pt x="233" y="783"/>
                </a:lnTo>
                <a:lnTo>
                  <a:pt x="233" y="782"/>
                </a:lnTo>
                <a:lnTo>
                  <a:pt x="233" y="781"/>
                </a:lnTo>
                <a:lnTo>
                  <a:pt x="234" y="781"/>
                </a:lnTo>
                <a:lnTo>
                  <a:pt x="234" y="780"/>
                </a:lnTo>
                <a:lnTo>
                  <a:pt x="235" y="780"/>
                </a:lnTo>
                <a:lnTo>
                  <a:pt x="235" y="779"/>
                </a:lnTo>
                <a:lnTo>
                  <a:pt x="235" y="778"/>
                </a:lnTo>
                <a:lnTo>
                  <a:pt x="236" y="778"/>
                </a:lnTo>
                <a:lnTo>
                  <a:pt x="236" y="777"/>
                </a:lnTo>
                <a:lnTo>
                  <a:pt x="237" y="777"/>
                </a:lnTo>
                <a:lnTo>
                  <a:pt x="237" y="776"/>
                </a:lnTo>
                <a:lnTo>
                  <a:pt x="238" y="776"/>
                </a:lnTo>
                <a:lnTo>
                  <a:pt x="239" y="776"/>
                </a:lnTo>
                <a:lnTo>
                  <a:pt x="239" y="775"/>
                </a:lnTo>
                <a:lnTo>
                  <a:pt x="238" y="775"/>
                </a:lnTo>
                <a:lnTo>
                  <a:pt x="238" y="774"/>
                </a:lnTo>
                <a:lnTo>
                  <a:pt x="237" y="774"/>
                </a:lnTo>
                <a:lnTo>
                  <a:pt x="237" y="773"/>
                </a:lnTo>
                <a:lnTo>
                  <a:pt x="236" y="773"/>
                </a:lnTo>
                <a:lnTo>
                  <a:pt x="236" y="772"/>
                </a:lnTo>
                <a:lnTo>
                  <a:pt x="235" y="772"/>
                </a:lnTo>
                <a:lnTo>
                  <a:pt x="235" y="771"/>
                </a:lnTo>
                <a:lnTo>
                  <a:pt x="236" y="771"/>
                </a:lnTo>
                <a:lnTo>
                  <a:pt x="235" y="771"/>
                </a:lnTo>
                <a:lnTo>
                  <a:pt x="234" y="771"/>
                </a:lnTo>
                <a:lnTo>
                  <a:pt x="233" y="771"/>
                </a:lnTo>
                <a:lnTo>
                  <a:pt x="232" y="771"/>
                </a:lnTo>
                <a:lnTo>
                  <a:pt x="231" y="771"/>
                </a:lnTo>
                <a:lnTo>
                  <a:pt x="231" y="772"/>
                </a:lnTo>
                <a:lnTo>
                  <a:pt x="230" y="772"/>
                </a:lnTo>
                <a:lnTo>
                  <a:pt x="229" y="772"/>
                </a:lnTo>
                <a:lnTo>
                  <a:pt x="229" y="773"/>
                </a:lnTo>
                <a:lnTo>
                  <a:pt x="228" y="773"/>
                </a:lnTo>
                <a:lnTo>
                  <a:pt x="228" y="774"/>
                </a:lnTo>
                <a:lnTo>
                  <a:pt x="227" y="774"/>
                </a:lnTo>
                <a:lnTo>
                  <a:pt x="228" y="774"/>
                </a:lnTo>
                <a:lnTo>
                  <a:pt x="228" y="775"/>
                </a:lnTo>
                <a:lnTo>
                  <a:pt x="227" y="775"/>
                </a:lnTo>
                <a:lnTo>
                  <a:pt x="227" y="774"/>
                </a:lnTo>
                <a:lnTo>
                  <a:pt x="226" y="774"/>
                </a:lnTo>
                <a:lnTo>
                  <a:pt x="226" y="773"/>
                </a:lnTo>
                <a:lnTo>
                  <a:pt x="226" y="772"/>
                </a:lnTo>
                <a:lnTo>
                  <a:pt x="225" y="772"/>
                </a:lnTo>
                <a:lnTo>
                  <a:pt x="225" y="771"/>
                </a:lnTo>
                <a:lnTo>
                  <a:pt x="225" y="772"/>
                </a:lnTo>
                <a:lnTo>
                  <a:pt x="224" y="772"/>
                </a:lnTo>
                <a:lnTo>
                  <a:pt x="224" y="771"/>
                </a:lnTo>
                <a:lnTo>
                  <a:pt x="223" y="771"/>
                </a:lnTo>
                <a:lnTo>
                  <a:pt x="222" y="771"/>
                </a:lnTo>
                <a:lnTo>
                  <a:pt x="222" y="770"/>
                </a:lnTo>
                <a:lnTo>
                  <a:pt x="222" y="769"/>
                </a:lnTo>
                <a:lnTo>
                  <a:pt x="222" y="768"/>
                </a:lnTo>
                <a:lnTo>
                  <a:pt x="221" y="768"/>
                </a:lnTo>
                <a:lnTo>
                  <a:pt x="221" y="767"/>
                </a:lnTo>
                <a:lnTo>
                  <a:pt x="221" y="766"/>
                </a:lnTo>
                <a:lnTo>
                  <a:pt x="220" y="766"/>
                </a:lnTo>
                <a:lnTo>
                  <a:pt x="220" y="765"/>
                </a:lnTo>
                <a:lnTo>
                  <a:pt x="220" y="764"/>
                </a:lnTo>
                <a:lnTo>
                  <a:pt x="220" y="763"/>
                </a:lnTo>
                <a:lnTo>
                  <a:pt x="219" y="763"/>
                </a:lnTo>
                <a:lnTo>
                  <a:pt x="219" y="762"/>
                </a:lnTo>
                <a:lnTo>
                  <a:pt x="219" y="761"/>
                </a:lnTo>
                <a:lnTo>
                  <a:pt x="219" y="760"/>
                </a:lnTo>
                <a:lnTo>
                  <a:pt x="218" y="760"/>
                </a:lnTo>
                <a:lnTo>
                  <a:pt x="218" y="759"/>
                </a:lnTo>
                <a:lnTo>
                  <a:pt x="218" y="758"/>
                </a:lnTo>
                <a:lnTo>
                  <a:pt x="218" y="757"/>
                </a:lnTo>
                <a:lnTo>
                  <a:pt x="218" y="756"/>
                </a:lnTo>
                <a:lnTo>
                  <a:pt x="218" y="754"/>
                </a:lnTo>
                <a:lnTo>
                  <a:pt x="219" y="754"/>
                </a:lnTo>
                <a:lnTo>
                  <a:pt x="219" y="753"/>
                </a:lnTo>
                <a:lnTo>
                  <a:pt x="220" y="753"/>
                </a:lnTo>
                <a:lnTo>
                  <a:pt x="220" y="752"/>
                </a:lnTo>
                <a:lnTo>
                  <a:pt x="219" y="751"/>
                </a:lnTo>
                <a:lnTo>
                  <a:pt x="219" y="750"/>
                </a:lnTo>
                <a:lnTo>
                  <a:pt x="220" y="750"/>
                </a:lnTo>
                <a:lnTo>
                  <a:pt x="220" y="749"/>
                </a:lnTo>
                <a:lnTo>
                  <a:pt x="221" y="749"/>
                </a:lnTo>
                <a:lnTo>
                  <a:pt x="221" y="748"/>
                </a:lnTo>
                <a:lnTo>
                  <a:pt x="222" y="748"/>
                </a:lnTo>
                <a:lnTo>
                  <a:pt x="221" y="748"/>
                </a:lnTo>
                <a:lnTo>
                  <a:pt x="221" y="747"/>
                </a:lnTo>
                <a:lnTo>
                  <a:pt x="222" y="747"/>
                </a:lnTo>
                <a:lnTo>
                  <a:pt x="222" y="746"/>
                </a:lnTo>
                <a:lnTo>
                  <a:pt x="222" y="745"/>
                </a:lnTo>
                <a:lnTo>
                  <a:pt x="222" y="744"/>
                </a:lnTo>
                <a:lnTo>
                  <a:pt x="223" y="744"/>
                </a:lnTo>
                <a:lnTo>
                  <a:pt x="223" y="743"/>
                </a:lnTo>
                <a:lnTo>
                  <a:pt x="223" y="742"/>
                </a:lnTo>
                <a:lnTo>
                  <a:pt x="222" y="742"/>
                </a:lnTo>
                <a:lnTo>
                  <a:pt x="222" y="741"/>
                </a:lnTo>
                <a:lnTo>
                  <a:pt x="221" y="741"/>
                </a:lnTo>
                <a:lnTo>
                  <a:pt x="221" y="740"/>
                </a:lnTo>
                <a:lnTo>
                  <a:pt x="220" y="740"/>
                </a:lnTo>
                <a:lnTo>
                  <a:pt x="220" y="739"/>
                </a:lnTo>
                <a:lnTo>
                  <a:pt x="220" y="738"/>
                </a:lnTo>
                <a:lnTo>
                  <a:pt x="219" y="738"/>
                </a:lnTo>
                <a:lnTo>
                  <a:pt x="219" y="737"/>
                </a:lnTo>
                <a:lnTo>
                  <a:pt x="219" y="736"/>
                </a:lnTo>
                <a:lnTo>
                  <a:pt x="220" y="736"/>
                </a:lnTo>
                <a:lnTo>
                  <a:pt x="220" y="735"/>
                </a:lnTo>
                <a:lnTo>
                  <a:pt x="220" y="734"/>
                </a:lnTo>
                <a:lnTo>
                  <a:pt x="220" y="735"/>
                </a:lnTo>
                <a:lnTo>
                  <a:pt x="219" y="735"/>
                </a:lnTo>
                <a:lnTo>
                  <a:pt x="218" y="735"/>
                </a:lnTo>
                <a:lnTo>
                  <a:pt x="218" y="734"/>
                </a:lnTo>
                <a:lnTo>
                  <a:pt x="217" y="734"/>
                </a:lnTo>
                <a:lnTo>
                  <a:pt x="216" y="734"/>
                </a:lnTo>
                <a:lnTo>
                  <a:pt x="216" y="735"/>
                </a:lnTo>
                <a:lnTo>
                  <a:pt x="216" y="734"/>
                </a:lnTo>
                <a:lnTo>
                  <a:pt x="215" y="734"/>
                </a:lnTo>
                <a:lnTo>
                  <a:pt x="214" y="733"/>
                </a:lnTo>
                <a:lnTo>
                  <a:pt x="213" y="733"/>
                </a:lnTo>
                <a:lnTo>
                  <a:pt x="212" y="733"/>
                </a:lnTo>
                <a:lnTo>
                  <a:pt x="212" y="734"/>
                </a:lnTo>
                <a:lnTo>
                  <a:pt x="211" y="734"/>
                </a:lnTo>
                <a:lnTo>
                  <a:pt x="211" y="735"/>
                </a:lnTo>
                <a:lnTo>
                  <a:pt x="211" y="736"/>
                </a:lnTo>
                <a:lnTo>
                  <a:pt x="212" y="736"/>
                </a:lnTo>
                <a:lnTo>
                  <a:pt x="212" y="737"/>
                </a:lnTo>
                <a:lnTo>
                  <a:pt x="212" y="736"/>
                </a:lnTo>
                <a:lnTo>
                  <a:pt x="212" y="737"/>
                </a:lnTo>
                <a:lnTo>
                  <a:pt x="211" y="737"/>
                </a:lnTo>
                <a:lnTo>
                  <a:pt x="211" y="738"/>
                </a:lnTo>
                <a:lnTo>
                  <a:pt x="210" y="738"/>
                </a:lnTo>
                <a:lnTo>
                  <a:pt x="209" y="738"/>
                </a:lnTo>
                <a:lnTo>
                  <a:pt x="208" y="738"/>
                </a:lnTo>
                <a:lnTo>
                  <a:pt x="208" y="737"/>
                </a:lnTo>
                <a:lnTo>
                  <a:pt x="208" y="736"/>
                </a:lnTo>
                <a:lnTo>
                  <a:pt x="207" y="736"/>
                </a:lnTo>
                <a:lnTo>
                  <a:pt x="206" y="736"/>
                </a:lnTo>
                <a:lnTo>
                  <a:pt x="206" y="735"/>
                </a:lnTo>
                <a:lnTo>
                  <a:pt x="204" y="735"/>
                </a:lnTo>
                <a:lnTo>
                  <a:pt x="203" y="735"/>
                </a:lnTo>
                <a:lnTo>
                  <a:pt x="203" y="734"/>
                </a:lnTo>
                <a:lnTo>
                  <a:pt x="202" y="734"/>
                </a:lnTo>
                <a:lnTo>
                  <a:pt x="202" y="733"/>
                </a:lnTo>
                <a:lnTo>
                  <a:pt x="201" y="733"/>
                </a:lnTo>
                <a:lnTo>
                  <a:pt x="199" y="733"/>
                </a:lnTo>
                <a:lnTo>
                  <a:pt x="199" y="734"/>
                </a:lnTo>
                <a:lnTo>
                  <a:pt x="199" y="733"/>
                </a:lnTo>
                <a:lnTo>
                  <a:pt x="198" y="733"/>
                </a:lnTo>
                <a:lnTo>
                  <a:pt x="198" y="734"/>
                </a:lnTo>
                <a:lnTo>
                  <a:pt x="198" y="735"/>
                </a:lnTo>
                <a:lnTo>
                  <a:pt x="198" y="736"/>
                </a:lnTo>
                <a:lnTo>
                  <a:pt x="197" y="736"/>
                </a:lnTo>
                <a:lnTo>
                  <a:pt x="196" y="736"/>
                </a:lnTo>
                <a:lnTo>
                  <a:pt x="195" y="736"/>
                </a:lnTo>
                <a:lnTo>
                  <a:pt x="195" y="735"/>
                </a:lnTo>
                <a:lnTo>
                  <a:pt x="196" y="735"/>
                </a:lnTo>
                <a:lnTo>
                  <a:pt x="195" y="735"/>
                </a:lnTo>
                <a:lnTo>
                  <a:pt x="196" y="735"/>
                </a:lnTo>
                <a:lnTo>
                  <a:pt x="196" y="734"/>
                </a:lnTo>
                <a:lnTo>
                  <a:pt x="195" y="734"/>
                </a:lnTo>
                <a:lnTo>
                  <a:pt x="196" y="734"/>
                </a:lnTo>
                <a:lnTo>
                  <a:pt x="196" y="733"/>
                </a:lnTo>
                <a:lnTo>
                  <a:pt x="195" y="733"/>
                </a:lnTo>
                <a:lnTo>
                  <a:pt x="195" y="732"/>
                </a:lnTo>
                <a:lnTo>
                  <a:pt x="195" y="733"/>
                </a:lnTo>
                <a:lnTo>
                  <a:pt x="194" y="733"/>
                </a:lnTo>
                <a:lnTo>
                  <a:pt x="193" y="733"/>
                </a:lnTo>
                <a:lnTo>
                  <a:pt x="193" y="732"/>
                </a:lnTo>
                <a:lnTo>
                  <a:pt x="193" y="731"/>
                </a:lnTo>
                <a:lnTo>
                  <a:pt x="192" y="731"/>
                </a:lnTo>
                <a:lnTo>
                  <a:pt x="192" y="730"/>
                </a:lnTo>
                <a:lnTo>
                  <a:pt x="191" y="730"/>
                </a:lnTo>
                <a:lnTo>
                  <a:pt x="192" y="730"/>
                </a:lnTo>
                <a:lnTo>
                  <a:pt x="191" y="730"/>
                </a:lnTo>
                <a:lnTo>
                  <a:pt x="190" y="730"/>
                </a:lnTo>
                <a:lnTo>
                  <a:pt x="189" y="730"/>
                </a:lnTo>
                <a:lnTo>
                  <a:pt x="189" y="731"/>
                </a:lnTo>
                <a:lnTo>
                  <a:pt x="188" y="731"/>
                </a:lnTo>
                <a:lnTo>
                  <a:pt x="188" y="730"/>
                </a:lnTo>
                <a:lnTo>
                  <a:pt x="187" y="730"/>
                </a:lnTo>
                <a:lnTo>
                  <a:pt x="187" y="729"/>
                </a:lnTo>
                <a:lnTo>
                  <a:pt x="186" y="729"/>
                </a:lnTo>
                <a:lnTo>
                  <a:pt x="186" y="730"/>
                </a:lnTo>
                <a:lnTo>
                  <a:pt x="185" y="730"/>
                </a:lnTo>
                <a:lnTo>
                  <a:pt x="184" y="730"/>
                </a:lnTo>
                <a:lnTo>
                  <a:pt x="184" y="729"/>
                </a:lnTo>
                <a:lnTo>
                  <a:pt x="184" y="728"/>
                </a:lnTo>
                <a:lnTo>
                  <a:pt x="183" y="729"/>
                </a:lnTo>
                <a:lnTo>
                  <a:pt x="182" y="729"/>
                </a:lnTo>
                <a:lnTo>
                  <a:pt x="181" y="729"/>
                </a:lnTo>
                <a:lnTo>
                  <a:pt x="181" y="730"/>
                </a:lnTo>
                <a:lnTo>
                  <a:pt x="180" y="730"/>
                </a:lnTo>
                <a:lnTo>
                  <a:pt x="180" y="731"/>
                </a:lnTo>
                <a:lnTo>
                  <a:pt x="180" y="730"/>
                </a:lnTo>
                <a:lnTo>
                  <a:pt x="179" y="730"/>
                </a:lnTo>
                <a:lnTo>
                  <a:pt x="179" y="729"/>
                </a:lnTo>
                <a:lnTo>
                  <a:pt x="178" y="729"/>
                </a:lnTo>
                <a:lnTo>
                  <a:pt x="178" y="728"/>
                </a:lnTo>
                <a:lnTo>
                  <a:pt x="177" y="728"/>
                </a:lnTo>
                <a:lnTo>
                  <a:pt x="177" y="727"/>
                </a:lnTo>
                <a:lnTo>
                  <a:pt x="176" y="727"/>
                </a:lnTo>
                <a:lnTo>
                  <a:pt x="177" y="727"/>
                </a:lnTo>
                <a:lnTo>
                  <a:pt x="176" y="727"/>
                </a:lnTo>
                <a:lnTo>
                  <a:pt x="175" y="727"/>
                </a:lnTo>
                <a:lnTo>
                  <a:pt x="174" y="728"/>
                </a:lnTo>
                <a:lnTo>
                  <a:pt x="174" y="729"/>
                </a:lnTo>
                <a:lnTo>
                  <a:pt x="173" y="729"/>
                </a:lnTo>
                <a:lnTo>
                  <a:pt x="172" y="729"/>
                </a:lnTo>
                <a:lnTo>
                  <a:pt x="172" y="730"/>
                </a:lnTo>
                <a:lnTo>
                  <a:pt x="172" y="729"/>
                </a:lnTo>
                <a:lnTo>
                  <a:pt x="171" y="729"/>
                </a:lnTo>
                <a:lnTo>
                  <a:pt x="170" y="729"/>
                </a:lnTo>
                <a:lnTo>
                  <a:pt x="170" y="730"/>
                </a:lnTo>
                <a:lnTo>
                  <a:pt x="169" y="730"/>
                </a:lnTo>
                <a:lnTo>
                  <a:pt x="168" y="730"/>
                </a:lnTo>
                <a:lnTo>
                  <a:pt x="167" y="730"/>
                </a:lnTo>
                <a:lnTo>
                  <a:pt x="166" y="730"/>
                </a:lnTo>
                <a:lnTo>
                  <a:pt x="165" y="731"/>
                </a:lnTo>
                <a:lnTo>
                  <a:pt x="164" y="731"/>
                </a:lnTo>
                <a:lnTo>
                  <a:pt x="164" y="730"/>
                </a:lnTo>
                <a:lnTo>
                  <a:pt x="163" y="731"/>
                </a:lnTo>
                <a:lnTo>
                  <a:pt x="163" y="730"/>
                </a:lnTo>
                <a:lnTo>
                  <a:pt x="163" y="731"/>
                </a:lnTo>
                <a:lnTo>
                  <a:pt x="162" y="731"/>
                </a:lnTo>
                <a:lnTo>
                  <a:pt x="162" y="730"/>
                </a:lnTo>
                <a:lnTo>
                  <a:pt x="161" y="730"/>
                </a:lnTo>
                <a:lnTo>
                  <a:pt x="160" y="730"/>
                </a:lnTo>
                <a:lnTo>
                  <a:pt x="160" y="729"/>
                </a:lnTo>
                <a:lnTo>
                  <a:pt x="159" y="729"/>
                </a:lnTo>
                <a:lnTo>
                  <a:pt x="158" y="729"/>
                </a:lnTo>
                <a:lnTo>
                  <a:pt x="158" y="730"/>
                </a:lnTo>
                <a:lnTo>
                  <a:pt x="157" y="730"/>
                </a:lnTo>
                <a:lnTo>
                  <a:pt x="157" y="729"/>
                </a:lnTo>
                <a:lnTo>
                  <a:pt x="156" y="729"/>
                </a:lnTo>
                <a:lnTo>
                  <a:pt x="155" y="729"/>
                </a:lnTo>
                <a:lnTo>
                  <a:pt x="154" y="729"/>
                </a:lnTo>
                <a:lnTo>
                  <a:pt x="154" y="728"/>
                </a:lnTo>
                <a:lnTo>
                  <a:pt x="153" y="728"/>
                </a:lnTo>
                <a:lnTo>
                  <a:pt x="152" y="728"/>
                </a:lnTo>
                <a:lnTo>
                  <a:pt x="152" y="727"/>
                </a:lnTo>
                <a:lnTo>
                  <a:pt x="151" y="727"/>
                </a:lnTo>
                <a:lnTo>
                  <a:pt x="150" y="727"/>
                </a:lnTo>
                <a:lnTo>
                  <a:pt x="150" y="726"/>
                </a:lnTo>
                <a:lnTo>
                  <a:pt x="149" y="726"/>
                </a:lnTo>
                <a:lnTo>
                  <a:pt x="149" y="725"/>
                </a:lnTo>
                <a:lnTo>
                  <a:pt x="148" y="725"/>
                </a:lnTo>
                <a:lnTo>
                  <a:pt x="148" y="724"/>
                </a:lnTo>
                <a:lnTo>
                  <a:pt x="147" y="724"/>
                </a:lnTo>
                <a:lnTo>
                  <a:pt x="147" y="723"/>
                </a:lnTo>
                <a:lnTo>
                  <a:pt x="148" y="723"/>
                </a:lnTo>
                <a:lnTo>
                  <a:pt x="149" y="723"/>
                </a:lnTo>
                <a:lnTo>
                  <a:pt x="149" y="724"/>
                </a:lnTo>
                <a:lnTo>
                  <a:pt x="150" y="724"/>
                </a:lnTo>
                <a:lnTo>
                  <a:pt x="150" y="723"/>
                </a:lnTo>
                <a:lnTo>
                  <a:pt x="151" y="723"/>
                </a:lnTo>
                <a:lnTo>
                  <a:pt x="150" y="723"/>
                </a:lnTo>
                <a:lnTo>
                  <a:pt x="150" y="722"/>
                </a:lnTo>
                <a:lnTo>
                  <a:pt x="150" y="723"/>
                </a:lnTo>
                <a:lnTo>
                  <a:pt x="149" y="723"/>
                </a:lnTo>
                <a:lnTo>
                  <a:pt x="149" y="722"/>
                </a:lnTo>
                <a:lnTo>
                  <a:pt x="149" y="721"/>
                </a:lnTo>
                <a:lnTo>
                  <a:pt x="149" y="720"/>
                </a:lnTo>
                <a:lnTo>
                  <a:pt x="150" y="720"/>
                </a:lnTo>
                <a:lnTo>
                  <a:pt x="150" y="719"/>
                </a:lnTo>
                <a:lnTo>
                  <a:pt x="151" y="719"/>
                </a:lnTo>
                <a:lnTo>
                  <a:pt x="150" y="719"/>
                </a:lnTo>
                <a:lnTo>
                  <a:pt x="150" y="718"/>
                </a:lnTo>
                <a:lnTo>
                  <a:pt x="151" y="718"/>
                </a:lnTo>
                <a:lnTo>
                  <a:pt x="151" y="717"/>
                </a:lnTo>
                <a:lnTo>
                  <a:pt x="152" y="716"/>
                </a:lnTo>
                <a:lnTo>
                  <a:pt x="153" y="716"/>
                </a:lnTo>
                <a:lnTo>
                  <a:pt x="154" y="716"/>
                </a:lnTo>
                <a:lnTo>
                  <a:pt x="154" y="715"/>
                </a:lnTo>
                <a:lnTo>
                  <a:pt x="154" y="714"/>
                </a:lnTo>
                <a:lnTo>
                  <a:pt x="154" y="712"/>
                </a:lnTo>
                <a:lnTo>
                  <a:pt x="154" y="711"/>
                </a:lnTo>
                <a:lnTo>
                  <a:pt x="154" y="710"/>
                </a:lnTo>
                <a:lnTo>
                  <a:pt x="154" y="709"/>
                </a:lnTo>
                <a:lnTo>
                  <a:pt x="155" y="709"/>
                </a:lnTo>
                <a:lnTo>
                  <a:pt x="155" y="708"/>
                </a:lnTo>
                <a:lnTo>
                  <a:pt x="156" y="708"/>
                </a:lnTo>
                <a:lnTo>
                  <a:pt x="156" y="707"/>
                </a:lnTo>
                <a:lnTo>
                  <a:pt x="156" y="706"/>
                </a:lnTo>
                <a:lnTo>
                  <a:pt x="157" y="706"/>
                </a:lnTo>
                <a:lnTo>
                  <a:pt x="157" y="705"/>
                </a:lnTo>
                <a:lnTo>
                  <a:pt x="158" y="705"/>
                </a:lnTo>
                <a:lnTo>
                  <a:pt x="158" y="704"/>
                </a:lnTo>
                <a:lnTo>
                  <a:pt x="158" y="702"/>
                </a:lnTo>
                <a:lnTo>
                  <a:pt x="157" y="702"/>
                </a:lnTo>
                <a:lnTo>
                  <a:pt x="157" y="701"/>
                </a:lnTo>
                <a:lnTo>
                  <a:pt x="156" y="701"/>
                </a:lnTo>
                <a:lnTo>
                  <a:pt x="156" y="700"/>
                </a:lnTo>
                <a:lnTo>
                  <a:pt x="155" y="700"/>
                </a:lnTo>
                <a:lnTo>
                  <a:pt x="155" y="699"/>
                </a:lnTo>
                <a:lnTo>
                  <a:pt x="156" y="699"/>
                </a:lnTo>
                <a:lnTo>
                  <a:pt x="157" y="699"/>
                </a:lnTo>
                <a:lnTo>
                  <a:pt x="158" y="698"/>
                </a:lnTo>
                <a:lnTo>
                  <a:pt x="159" y="698"/>
                </a:lnTo>
                <a:lnTo>
                  <a:pt x="159" y="697"/>
                </a:lnTo>
                <a:lnTo>
                  <a:pt x="160" y="697"/>
                </a:lnTo>
                <a:lnTo>
                  <a:pt x="160" y="696"/>
                </a:lnTo>
                <a:lnTo>
                  <a:pt x="161" y="696"/>
                </a:lnTo>
                <a:lnTo>
                  <a:pt x="161" y="695"/>
                </a:lnTo>
                <a:lnTo>
                  <a:pt x="161" y="694"/>
                </a:lnTo>
                <a:lnTo>
                  <a:pt x="162" y="694"/>
                </a:lnTo>
                <a:lnTo>
                  <a:pt x="163" y="694"/>
                </a:lnTo>
                <a:lnTo>
                  <a:pt x="163" y="693"/>
                </a:lnTo>
                <a:lnTo>
                  <a:pt x="164" y="693"/>
                </a:lnTo>
                <a:lnTo>
                  <a:pt x="164" y="692"/>
                </a:lnTo>
                <a:lnTo>
                  <a:pt x="164" y="691"/>
                </a:lnTo>
                <a:lnTo>
                  <a:pt x="165" y="691"/>
                </a:lnTo>
                <a:lnTo>
                  <a:pt x="166" y="691"/>
                </a:lnTo>
                <a:lnTo>
                  <a:pt x="166" y="690"/>
                </a:lnTo>
                <a:lnTo>
                  <a:pt x="166" y="689"/>
                </a:lnTo>
                <a:lnTo>
                  <a:pt x="167" y="689"/>
                </a:lnTo>
                <a:lnTo>
                  <a:pt x="167" y="688"/>
                </a:lnTo>
                <a:lnTo>
                  <a:pt x="167" y="687"/>
                </a:lnTo>
                <a:lnTo>
                  <a:pt x="166" y="687"/>
                </a:lnTo>
                <a:lnTo>
                  <a:pt x="165" y="686"/>
                </a:lnTo>
                <a:lnTo>
                  <a:pt x="165" y="685"/>
                </a:lnTo>
                <a:lnTo>
                  <a:pt x="165" y="684"/>
                </a:lnTo>
                <a:lnTo>
                  <a:pt x="166" y="684"/>
                </a:lnTo>
                <a:lnTo>
                  <a:pt x="166" y="683"/>
                </a:lnTo>
                <a:lnTo>
                  <a:pt x="167" y="682"/>
                </a:lnTo>
                <a:lnTo>
                  <a:pt x="167" y="681"/>
                </a:lnTo>
                <a:lnTo>
                  <a:pt x="168" y="681"/>
                </a:lnTo>
                <a:lnTo>
                  <a:pt x="168" y="680"/>
                </a:lnTo>
                <a:lnTo>
                  <a:pt x="167" y="680"/>
                </a:lnTo>
                <a:lnTo>
                  <a:pt x="168" y="680"/>
                </a:lnTo>
                <a:lnTo>
                  <a:pt x="168" y="679"/>
                </a:lnTo>
                <a:lnTo>
                  <a:pt x="167" y="679"/>
                </a:lnTo>
                <a:lnTo>
                  <a:pt x="167" y="678"/>
                </a:lnTo>
                <a:lnTo>
                  <a:pt x="166" y="678"/>
                </a:lnTo>
                <a:lnTo>
                  <a:pt x="166" y="677"/>
                </a:lnTo>
                <a:lnTo>
                  <a:pt x="167" y="677"/>
                </a:lnTo>
                <a:lnTo>
                  <a:pt x="166" y="677"/>
                </a:lnTo>
                <a:lnTo>
                  <a:pt x="166" y="676"/>
                </a:lnTo>
                <a:lnTo>
                  <a:pt x="166" y="675"/>
                </a:lnTo>
                <a:lnTo>
                  <a:pt x="166" y="673"/>
                </a:lnTo>
                <a:lnTo>
                  <a:pt x="165" y="673"/>
                </a:lnTo>
                <a:lnTo>
                  <a:pt x="165" y="672"/>
                </a:lnTo>
                <a:lnTo>
                  <a:pt x="165" y="671"/>
                </a:lnTo>
                <a:lnTo>
                  <a:pt x="164" y="671"/>
                </a:lnTo>
                <a:lnTo>
                  <a:pt x="164" y="670"/>
                </a:lnTo>
                <a:lnTo>
                  <a:pt x="164" y="669"/>
                </a:lnTo>
                <a:lnTo>
                  <a:pt x="164" y="668"/>
                </a:lnTo>
                <a:lnTo>
                  <a:pt x="164" y="667"/>
                </a:lnTo>
                <a:lnTo>
                  <a:pt x="163" y="667"/>
                </a:lnTo>
                <a:lnTo>
                  <a:pt x="163" y="666"/>
                </a:lnTo>
                <a:lnTo>
                  <a:pt x="162" y="666"/>
                </a:lnTo>
                <a:lnTo>
                  <a:pt x="162" y="665"/>
                </a:lnTo>
                <a:lnTo>
                  <a:pt x="161" y="665"/>
                </a:lnTo>
                <a:lnTo>
                  <a:pt x="161" y="664"/>
                </a:lnTo>
                <a:lnTo>
                  <a:pt x="162" y="664"/>
                </a:lnTo>
                <a:lnTo>
                  <a:pt x="162" y="663"/>
                </a:lnTo>
                <a:lnTo>
                  <a:pt x="162" y="662"/>
                </a:lnTo>
                <a:lnTo>
                  <a:pt x="163" y="662"/>
                </a:lnTo>
                <a:lnTo>
                  <a:pt x="163" y="663"/>
                </a:lnTo>
                <a:lnTo>
                  <a:pt x="163" y="662"/>
                </a:lnTo>
                <a:lnTo>
                  <a:pt x="164" y="662"/>
                </a:lnTo>
                <a:lnTo>
                  <a:pt x="165" y="662"/>
                </a:lnTo>
                <a:lnTo>
                  <a:pt x="165" y="661"/>
                </a:lnTo>
                <a:lnTo>
                  <a:pt x="166" y="661"/>
                </a:lnTo>
                <a:lnTo>
                  <a:pt x="167" y="661"/>
                </a:lnTo>
                <a:lnTo>
                  <a:pt x="168" y="661"/>
                </a:lnTo>
                <a:lnTo>
                  <a:pt x="168" y="660"/>
                </a:lnTo>
                <a:lnTo>
                  <a:pt x="168" y="659"/>
                </a:lnTo>
                <a:lnTo>
                  <a:pt x="168" y="658"/>
                </a:lnTo>
                <a:lnTo>
                  <a:pt x="168" y="657"/>
                </a:lnTo>
                <a:lnTo>
                  <a:pt x="168" y="656"/>
                </a:lnTo>
                <a:lnTo>
                  <a:pt x="169" y="656"/>
                </a:lnTo>
                <a:lnTo>
                  <a:pt x="169" y="655"/>
                </a:lnTo>
                <a:lnTo>
                  <a:pt x="171" y="655"/>
                </a:lnTo>
                <a:lnTo>
                  <a:pt x="171" y="654"/>
                </a:lnTo>
                <a:lnTo>
                  <a:pt x="172" y="654"/>
                </a:lnTo>
                <a:lnTo>
                  <a:pt x="172" y="653"/>
                </a:lnTo>
                <a:lnTo>
                  <a:pt x="173" y="653"/>
                </a:lnTo>
                <a:lnTo>
                  <a:pt x="174" y="653"/>
                </a:lnTo>
                <a:lnTo>
                  <a:pt x="175" y="653"/>
                </a:lnTo>
                <a:lnTo>
                  <a:pt x="174" y="653"/>
                </a:lnTo>
                <a:lnTo>
                  <a:pt x="174" y="652"/>
                </a:lnTo>
                <a:lnTo>
                  <a:pt x="174" y="651"/>
                </a:lnTo>
                <a:lnTo>
                  <a:pt x="174" y="650"/>
                </a:lnTo>
                <a:lnTo>
                  <a:pt x="173" y="650"/>
                </a:lnTo>
                <a:lnTo>
                  <a:pt x="173" y="649"/>
                </a:lnTo>
                <a:lnTo>
                  <a:pt x="173" y="648"/>
                </a:lnTo>
                <a:lnTo>
                  <a:pt x="173" y="647"/>
                </a:lnTo>
                <a:lnTo>
                  <a:pt x="173" y="646"/>
                </a:lnTo>
                <a:lnTo>
                  <a:pt x="172" y="646"/>
                </a:lnTo>
                <a:lnTo>
                  <a:pt x="172" y="645"/>
                </a:lnTo>
                <a:lnTo>
                  <a:pt x="173" y="645"/>
                </a:lnTo>
                <a:lnTo>
                  <a:pt x="172" y="645"/>
                </a:lnTo>
                <a:lnTo>
                  <a:pt x="172" y="644"/>
                </a:lnTo>
                <a:lnTo>
                  <a:pt x="173" y="644"/>
                </a:lnTo>
                <a:lnTo>
                  <a:pt x="173" y="643"/>
                </a:lnTo>
                <a:lnTo>
                  <a:pt x="173" y="644"/>
                </a:lnTo>
                <a:lnTo>
                  <a:pt x="174" y="644"/>
                </a:lnTo>
                <a:lnTo>
                  <a:pt x="175" y="644"/>
                </a:lnTo>
                <a:lnTo>
                  <a:pt x="175" y="645"/>
                </a:lnTo>
                <a:lnTo>
                  <a:pt x="176" y="645"/>
                </a:lnTo>
                <a:lnTo>
                  <a:pt x="177" y="645"/>
                </a:lnTo>
                <a:lnTo>
                  <a:pt x="177" y="646"/>
                </a:lnTo>
                <a:lnTo>
                  <a:pt x="178" y="646"/>
                </a:lnTo>
                <a:lnTo>
                  <a:pt x="178" y="647"/>
                </a:lnTo>
                <a:lnTo>
                  <a:pt x="179" y="647"/>
                </a:lnTo>
                <a:lnTo>
                  <a:pt x="180" y="647"/>
                </a:lnTo>
                <a:lnTo>
                  <a:pt x="181" y="647"/>
                </a:lnTo>
                <a:lnTo>
                  <a:pt x="182" y="647"/>
                </a:lnTo>
                <a:lnTo>
                  <a:pt x="183" y="647"/>
                </a:lnTo>
                <a:lnTo>
                  <a:pt x="183" y="646"/>
                </a:lnTo>
                <a:lnTo>
                  <a:pt x="184" y="646"/>
                </a:lnTo>
                <a:lnTo>
                  <a:pt x="184" y="645"/>
                </a:lnTo>
                <a:lnTo>
                  <a:pt x="184" y="644"/>
                </a:lnTo>
                <a:lnTo>
                  <a:pt x="184" y="643"/>
                </a:lnTo>
                <a:lnTo>
                  <a:pt x="183" y="642"/>
                </a:lnTo>
                <a:lnTo>
                  <a:pt x="183" y="641"/>
                </a:lnTo>
                <a:lnTo>
                  <a:pt x="182" y="641"/>
                </a:lnTo>
                <a:lnTo>
                  <a:pt x="181" y="641"/>
                </a:lnTo>
                <a:lnTo>
                  <a:pt x="181" y="640"/>
                </a:lnTo>
                <a:lnTo>
                  <a:pt x="181" y="639"/>
                </a:lnTo>
                <a:lnTo>
                  <a:pt x="180" y="639"/>
                </a:lnTo>
                <a:lnTo>
                  <a:pt x="180" y="638"/>
                </a:lnTo>
                <a:lnTo>
                  <a:pt x="180" y="637"/>
                </a:lnTo>
                <a:lnTo>
                  <a:pt x="180" y="636"/>
                </a:lnTo>
                <a:lnTo>
                  <a:pt x="180" y="635"/>
                </a:lnTo>
                <a:lnTo>
                  <a:pt x="179" y="635"/>
                </a:lnTo>
                <a:lnTo>
                  <a:pt x="180" y="635"/>
                </a:lnTo>
                <a:lnTo>
                  <a:pt x="180" y="634"/>
                </a:lnTo>
                <a:lnTo>
                  <a:pt x="180" y="633"/>
                </a:lnTo>
                <a:lnTo>
                  <a:pt x="180" y="632"/>
                </a:lnTo>
                <a:lnTo>
                  <a:pt x="181" y="632"/>
                </a:lnTo>
                <a:lnTo>
                  <a:pt x="181" y="631"/>
                </a:lnTo>
                <a:lnTo>
                  <a:pt x="180" y="631"/>
                </a:lnTo>
                <a:lnTo>
                  <a:pt x="180" y="630"/>
                </a:lnTo>
                <a:lnTo>
                  <a:pt x="180" y="629"/>
                </a:lnTo>
                <a:lnTo>
                  <a:pt x="179" y="629"/>
                </a:lnTo>
                <a:lnTo>
                  <a:pt x="178" y="629"/>
                </a:lnTo>
                <a:lnTo>
                  <a:pt x="177" y="629"/>
                </a:lnTo>
                <a:lnTo>
                  <a:pt x="176" y="629"/>
                </a:lnTo>
                <a:lnTo>
                  <a:pt x="176" y="628"/>
                </a:lnTo>
                <a:lnTo>
                  <a:pt x="176" y="629"/>
                </a:lnTo>
                <a:lnTo>
                  <a:pt x="175" y="629"/>
                </a:lnTo>
                <a:lnTo>
                  <a:pt x="175" y="628"/>
                </a:lnTo>
                <a:lnTo>
                  <a:pt x="174" y="628"/>
                </a:lnTo>
                <a:lnTo>
                  <a:pt x="174" y="629"/>
                </a:lnTo>
                <a:lnTo>
                  <a:pt x="174" y="628"/>
                </a:lnTo>
                <a:lnTo>
                  <a:pt x="174" y="629"/>
                </a:lnTo>
                <a:lnTo>
                  <a:pt x="173" y="629"/>
                </a:lnTo>
                <a:lnTo>
                  <a:pt x="173" y="628"/>
                </a:lnTo>
                <a:lnTo>
                  <a:pt x="173" y="629"/>
                </a:lnTo>
                <a:lnTo>
                  <a:pt x="172" y="629"/>
                </a:lnTo>
                <a:lnTo>
                  <a:pt x="172" y="628"/>
                </a:lnTo>
                <a:lnTo>
                  <a:pt x="171" y="628"/>
                </a:lnTo>
                <a:lnTo>
                  <a:pt x="170" y="627"/>
                </a:lnTo>
                <a:lnTo>
                  <a:pt x="169" y="627"/>
                </a:lnTo>
                <a:lnTo>
                  <a:pt x="168" y="627"/>
                </a:lnTo>
                <a:lnTo>
                  <a:pt x="168" y="626"/>
                </a:lnTo>
                <a:lnTo>
                  <a:pt x="167" y="626"/>
                </a:lnTo>
                <a:lnTo>
                  <a:pt x="166" y="626"/>
                </a:lnTo>
                <a:lnTo>
                  <a:pt x="166" y="625"/>
                </a:lnTo>
                <a:lnTo>
                  <a:pt x="166" y="624"/>
                </a:lnTo>
                <a:lnTo>
                  <a:pt x="165" y="624"/>
                </a:lnTo>
                <a:lnTo>
                  <a:pt x="164" y="624"/>
                </a:lnTo>
                <a:lnTo>
                  <a:pt x="164" y="623"/>
                </a:lnTo>
                <a:lnTo>
                  <a:pt x="164" y="624"/>
                </a:lnTo>
                <a:lnTo>
                  <a:pt x="163" y="624"/>
                </a:lnTo>
                <a:lnTo>
                  <a:pt x="163" y="623"/>
                </a:lnTo>
                <a:lnTo>
                  <a:pt x="162" y="623"/>
                </a:lnTo>
                <a:lnTo>
                  <a:pt x="162" y="624"/>
                </a:lnTo>
                <a:lnTo>
                  <a:pt x="162" y="625"/>
                </a:lnTo>
                <a:lnTo>
                  <a:pt x="162" y="626"/>
                </a:lnTo>
                <a:lnTo>
                  <a:pt x="161" y="626"/>
                </a:lnTo>
                <a:lnTo>
                  <a:pt x="161" y="627"/>
                </a:lnTo>
                <a:lnTo>
                  <a:pt x="160" y="627"/>
                </a:lnTo>
                <a:lnTo>
                  <a:pt x="160" y="626"/>
                </a:lnTo>
                <a:lnTo>
                  <a:pt x="159" y="626"/>
                </a:lnTo>
                <a:lnTo>
                  <a:pt x="158" y="626"/>
                </a:lnTo>
                <a:lnTo>
                  <a:pt x="158" y="627"/>
                </a:lnTo>
                <a:lnTo>
                  <a:pt x="157" y="627"/>
                </a:lnTo>
                <a:lnTo>
                  <a:pt x="157" y="628"/>
                </a:lnTo>
                <a:lnTo>
                  <a:pt x="156" y="628"/>
                </a:lnTo>
                <a:lnTo>
                  <a:pt x="157" y="628"/>
                </a:lnTo>
                <a:lnTo>
                  <a:pt x="157" y="629"/>
                </a:lnTo>
                <a:lnTo>
                  <a:pt x="156" y="629"/>
                </a:lnTo>
                <a:lnTo>
                  <a:pt x="155" y="629"/>
                </a:lnTo>
                <a:lnTo>
                  <a:pt x="155" y="628"/>
                </a:lnTo>
                <a:lnTo>
                  <a:pt x="154" y="628"/>
                </a:lnTo>
                <a:lnTo>
                  <a:pt x="153" y="628"/>
                </a:lnTo>
                <a:lnTo>
                  <a:pt x="152" y="628"/>
                </a:lnTo>
                <a:lnTo>
                  <a:pt x="152" y="627"/>
                </a:lnTo>
                <a:lnTo>
                  <a:pt x="152" y="626"/>
                </a:lnTo>
                <a:lnTo>
                  <a:pt x="151" y="626"/>
                </a:lnTo>
                <a:lnTo>
                  <a:pt x="150" y="626"/>
                </a:lnTo>
                <a:lnTo>
                  <a:pt x="150" y="627"/>
                </a:lnTo>
                <a:lnTo>
                  <a:pt x="150" y="626"/>
                </a:lnTo>
                <a:lnTo>
                  <a:pt x="149" y="626"/>
                </a:lnTo>
                <a:lnTo>
                  <a:pt x="148" y="626"/>
                </a:lnTo>
                <a:lnTo>
                  <a:pt x="147" y="626"/>
                </a:lnTo>
                <a:lnTo>
                  <a:pt x="146" y="626"/>
                </a:lnTo>
                <a:lnTo>
                  <a:pt x="145" y="626"/>
                </a:lnTo>
                <a:lnTo>
                  <a:pt x="145" y="627"/>
                </a:lnTo>
                <a:lnTo>
                  <a:pt x="144" y="627"/>
                </a:lnTo>
                <a:lnTo>
                  <a:pt x="143" y="627"/>
                </a:lnTo>
                <a:lnTo>
                  <a:pt x="143" y="626"/>
                </a:lnTo>
                <a:lnTo>
                  <a:pt x="143" y="627"/>
                </a:lnTo>
                <a:lnTo>
                  <a:pt x="143" y="628"/>
                </a:lnTo>
                <a:lnTo>
                  <a:pt x="142" y="628"/>
                </a:lnTo>
                <a:lnTo>
                  <a:pt x="142" y="627"/>
                </a:lnTo>
                <a:lnTo>
                  <a:pt x="141" y="627"/>
                </a:lnTo>
                <a:lnTo>
                  <a:pt x="141" y="626"/>
                </a:lnTo>
                <a:lnTo>
                  <a:pt x="140" y="626"/>
                </a:lnTo>
                <a:lnTo>
                  <a:pt x="139" y="626"/>
                </a:lnTo>
                <a:lnTo>
                  <a:pt x="139" y="625"/>
                </a:lnTo>
                <a:lnTo>
                  <a:pt x="138" y="625"/>
                </a:lnTo>
                <a:lnTo>
                  <a:pt x="137" y="625"/>
                </a:lnTo>
                <a:lnTo>
                  <a:pt x="137" y="624"/>
                </a:lnTo>
                <a:lnTo>
                  <a:pt x="138" y="624"/>
                </a:lnTo>
                <a:lnTo>
                  <a:pt x="137" y="624"/>
                </a:lnTo>
                <a:lnTo>
                  <a:pt x="137" y="623"/>
                </a:lnTo>
                <a:lnTo>
                  <a:pt x="138" y="623"/>
                </a:lnTo>
                <a:lnTo>
                  <a:pt x="137" y="623"/>
                </a:lnTo>
                <a:lnTo>
                  <a:pt x="137" y="622"/>
                </a:lnTo>
                <a:lnTo>
                  <a:pt x="138" y="622"/>
                </a:lnTo>
                <a:lnTo>
                  <a:pt x="138" y="621"/>
                </a:lnTo>
                <a:lnTo>
                  <a:pt x="138" y="620"/>
                </a:lnTo>
                <a:lnTo>
                  <a:pt x="139" y="620"/>
                </a:lnTo>
                <a:lnTo>
                  <a:pt x="138" y="620"/>
                </a:lnTo>
                <a:lnTo>
                  <a:pt x="138" y="621"/>
                </a:lnTo>
                <a:lnTo>
                  <a:pt x="137" y="621"/>
                </a:lnTo>
                <a:lnTo>
                  <a:pt x="137" y="620"/>
                </a:lnTo>
                <a:lnTo>
                  <a:pt x="136" y="621"/>
                </a:lnTo>
                <a:lnTo>
                  <a:pt x="135" y="621"/>
                </a:lnTo>
                <a:lnTo>
                  <a:pt x="135" y="620"/>
                </a:lnTo>
                <a:lnTo>
                  <a:pt x="134" y="620"/>
                </a:lnTo>
                <a:lnTo>
                  <a:pt x="134" y="621"/>
                </a:lnTo>
                <a:lnTo>
                  <a:pt x="133" y="621"/>
                </a:lnTo>
                <a:lnTo>
                  <a:pt x="133" y="620"/>
                </a:lnTo>
                <a:lnTo>
                  <a:pt x="132" y="620"/>
                </a:lnTo>
                <a:lnTo>
                  <a:pt x="131" y="620"/>
                </a:lnTo>
                <a:lnTo>
                  <a:pt x="130" y="620"/>
                </a:lnTo>
                <a:lnTo>
                  <a:pt x="129" y="620"/>
                </a:lnTo>
                <a:lnTo>
                  <a:pt x="129" y="619"/>
                </a:lnTo>
                <a:lnTo>
                  <a:pt x="128" y="619"/>
                </a:lnTo>
                <a:lnTo>
                  <a:pt x="127" y="618"/>
                </a:lnTo>
                <a:lnTo>
                  <a:pt x="127" y="619"/>
                </a:lnTo>
                <a:lnTo>
                  <a:pt x="127" y="618"/>
                </a:lnTo>
                <a:lnTo>
                  <a:pt x="126" y="618"/>
                </a:lnTo>
                <a:lnTo>
                  <a:pt x="125" y="618"/>
                </a:lnTo>
                <a:lnTo>
                  <a:pt x="124" y="618"/>
                </a:lnTo>
                <a:lnTo>
                  <a:pt x="124" y="619"/>
                </a:lnTo>
                <a:lnTo>
                  <a:pt x="123" y="619"/>
                </a:lnTo>
                <a:lnTo>
                  <a:pt x="123" y="618"/>
                </a:lnTo>
                <a:lnTo>
                  <a:pt x="122" y="618"/>
                </a:lnTo>
                <a:lnTo>
                  <a:pt x="123" y="618"/>
                </a:lnTo>
                <a:lnTo>
                  <a:pt x="122" y="618"/>
                </a:lnTo>
                <a:lnTo>
                  <a:pt x="123" y="618"/>
                </a:lnTo>
                <a:lnTo>
                  <a:pt x="123" y="617"/>
                </a:lnTo>
                <a:lnTo>
                  <a:pt x="123" y="616"/>
                </a:lnTo>
                <a:lnTo>
                  <a:pt x="123" y="615"/>
                </a:lnTo>
                <a:lnTo>
                  <a:pt x="124" y="615"/>
                </a:lnTo>
                <a:lnTo>
                  <a:pt x="124" y="614"/>
                </a:lnTo>
                <a:lnTo>
                  <a:pt x="125" y="614"/>
                </a:lnTo>
                <a:lnTo>
                  <a:pt x="125" y="613"/>
                </a:lnTo>
                <a:lnTo>
                  <a:pt x="125" y="612"/>
                </a:lnTo>
                <a:lnTo>
                  <a:pt x="125" y="611"/>
                </a:lnTo>
                <a:lnTo>
                  <a:pt x="126" y="611"/>
                </a:lnTo>
                <a:lnTo>
                  <a:pt x="126" y="610"/>
                </a:lnTo>
                <a:lnTo>
                  <a:pt x="127" y="610"/>
                </a:lnTo>
                <a:lnTo>
                  <a:pt x="127" y="609"/>
                </a:lnTo>
                <a:lnTo>
                  <a:pt x="126" y="609"/>
                </a:lnTo>
                <a:lnTo>
                  <a:pt x="126" y="608"/>
                </a:lnTo>
                <a:lnTo>
                  <a:pt x="126" y="607"/>
                </a:lnTo>
                <a:lnTo>
                  <a:pt x="127" y="607"/>
                </a:lnTo>
                <a:lnTo>
                  <a:pt x="127" y="606"/>
                </a:lnTo>
                <a:lnTo>
                  <a:pt x="128" y="606"/>
                </a:lnTo>
                <a:lnTo>
                  <a:pt x="128" y="605"/>
                </a:lnTo>
                <a:lnTo>
                  <a:pt x="127" y="605"/>
                </a:lnTo>
                <a:lnTo>
                  <a:pt x="126" y="604"/>
                </a:lnTo>
                <a:lnTo>
                  <a:pt x="125" y="604"/>
                </a:lnTo>
                <a:lnTo>
                  <a:pt x="125" y="603"/>
                </a:lnTo>
                <a:lnTo>
                  <a:pt x="124" y="603"/>
                </a:lnTo>
                <a:lnTo>
                  <a:pt x="123" y="603"/>
                </a:lnTo>
                <a:lnTo>
                  <a:pt x="122" y="603"/>
                </a:lnTo>
                <a:lnTo>
                  <a:pt x="122" y="604"/>
                </a:lnTo>
                <a:lnTo>
                  <a:pt x="122" y="603"/>
                </a:lnTo>
                <a:lnTo>
                  <a:pt x="123" y="603"/>
                </a:lnTo>
                <a:lnTo>
                  <a:pt x="123" y="602"/>
                </a:lnTo>
                <a:lnTo>
                  <a:pt x="124" y="602"/>
                </a:lnTo>
                <a:lnTo>
                  <a:pt x="124" y="601"/>
                </a:lnTo>
                <a:lnTo>
                  <a:pt x="125" y="601"/>
                </a:lnTo>
                <a:lnTo>
                  <a:pt x="126" y="601"/>
                </a:lnTo>
                <a:lnTo>
                  <a:pt x="126" y="600"/>
                </a:lnTo>
                <a:lnTo>
                  <a:pt x="126" y="599"/>
                </a:lnTo>
                <a:lnTo>
                  <a:pt x="126" y="598"/>
                </a:lnTo>
                <a:lnTo>
                  <a:pt x="125" y="598"/>
                </a:lnTo>
                <a:lnTo>
                  <a:pt x="125" y="597"/>
                </a:lnTo>
                <a:lnTo>
                  <a:pt x="125" y="596"/>
                </a:lnTo>
                <a:lnTo>
                  <a:pt x="125" y="595"/>
                </a:lnTo>
                <a:lnTo>
                  <a:pt x="126" y="595"/>
                </a:lnTo>
                <a:lnTo>
                  <a:pt x="126" y="594"/>
                </a:lnTo>
                <a:lnTo>
                  <a:pt x="125" y="594"/>
                </a:lnTo>
                <a:lnTo>
                  <a:pt x="125" y="593"/>
                </a:lnTo>
                <a:lnTo>
                  <a:pt x="125" y="592"/>
                </a:lnTo>
                <a:lnTo>
                  <a:pt x="124" y="592"/>
                </a:lnTo>
                <a:lnTo>
                  <a:pt x="124" y="591"/>
                </a:lnTo>
                <a:lnTo>
                  <a:pt x="124" y="590"/>
                </a:lnTo>
                <a:lnTo>
                  <a:pt x="123" y="590"/>
                </a:lnTo>
                <a:lnTo>
                  <a:pt x="123" y="589"/>
                </a:lnTo>
                <a:lnTo>
                  <a:pt x="122" y="589"/>
                </a:lnTo>
                <a:lnTo>
                  <a:pt x="122" y="588"/>
                </a:lnTo>
                <a:lnTo>
                  <a:pt x="122" y="587"/>
                </a:lnTo>
                <a:lnTo>
                  <a:pt x="121" y="587"/>
                </a:lnTo>
                <a:lnTo>
                  <a:pt x="120" y="587"/>
                </a:lnTo>
                <a:lnTo>
                  <a:pt x="120" y="588"/>
                </a:lnTo>
                <a:lnTo>
                  <a:pt x="119" y="588"/>
                </a:lnTo>
                <a:lnTo>
                  <a:pt x="118" y="588"/>
                </a:lnTo>
                <a:lnTo>
                  <a:pt x="117" y="588"/>
                </a:lnTo>
                <a:lnTo>
                  <a:pt x="117" y="587"/>
                </a:lnTo>
                <a:lnTo>
                  <a:pt x="116" y="587"/>
                </a:lnTo>
                <a:lnTo>
                  <a:pt x="117" y="587"/>
                </a:lnTo>
                <a:lnTo>
                  <a:pt x="117" y="586"/>
                </a:lnTo>
                <a:lnTo>
                  <a:pt x="116" y="586"/>
                </a:lnTo>
                <a:lnTo>
                  <a:pt x="116" y="585"/>
                </a:lnTo>
                <a:lnTo>
                  <a:pt x="116" y="584"/>
                </a:lnTo>
                <a:lnTo>
                  <a:pt x="115" y="584"/>
                </a:lnTo>
                <a:lnTo>
                  <a:pt x="116" y="584"/>
                </a:lnTo>
                <a:lnTo>
                  <a:pt x="116" y="583"/>
                </a:lnTo>
                <a:lnTo>
                  <a:pt x="115" y="583"/>
                </a:lnTo>
                <a:lnTo>
                  <a:pt x="115" y="582"/>
                </a:lnTo>
                <a:lnTo>
                  <a:pt x="116" y="582"/>
                </a:lnTo>
                <a:lnTo>
                  <a:pt x="116" y="581"/>
                </a:lnTo>
                <a:lnTo>
                  <a:pt x="116" y="580"/>
                </a:lnTo>
                <a:lnTo>
                  <a:pt x="117" y="580"/>
                </a:lnTo>
                <a:lnTo>
                  <a:pt x="118" y="580"/>
                </a:lnTo>
                <a:lnTo>
                  <a:pt x="118" y="579"/>
                </a:lnTo>
                <a:lnTo>
                  <a:pt x="118" y="578"/>
                </a:lnTo>
                <a:lnTo>
                  <a:pt x="119" y="578"/>
                </a:lnTo>
                <a:lnTo>
                  <a:pt x="120" y="578"/>
                </a:lnTo>
                <a:lnTo>
                  <a:pt x="121" y="578"/>
                </a:lnTo>
                <a:lnTo>
                  <a:pt x="121" y="577"/>
                </a:lnTo>
                <a:lnTo>
                  <a:pt x="122" y="577"/>
                </a:lnTo>
                <a:lnTo>
                  <a:pt x="122" y="576"/>
                </a:lnTo>
                <a:lnTo>
                  <a:pt x="123" y="576"/>
                </a:lnTo>
                <a:lnTo>
                  <a:pt x="123" y="575"/>
                </a:lnTo>
                <a:lnTo>
                  <a:pt x="123" y="574"/>
                </a:lnTo>
                <a:lnTo>
                  <a:pt x="122" y="574"/>
                </a:lnTo>
                <a:lnTo>
                  <a:pt x="122" y="573"/>
                </a:lnTo>
                <a:lnTo>
                  <a:pt x="121" y="573"/>
                </a:lnTo>
                <a:lnTo>
                  <a:pt x="120" y="573"/>
                </a:lnTo>
                <a:lnTo>
                  <a:pt x="120" y="572"/>
                </a:lnTo>
                <a:lnTo>
                  <a:pt x="119" y="572"/>
                </a:lnTo>
                <a:lnTo>
                  <a:pt x="119" y="570"/>
                </a:lnTo>
                <a:lnTo>
                  <a:pt x="119" y="569"/>
                </a:lnTo>
                <a:lnTo>
                  <a:pt x="118" y="569"/>
                </a:lnTo>
                <a:lnTo>
                  <a:pt x="118" y="567"/>
                </a:lnTo>
                <a:lnTo>
                  <a:pt x="118" y="566"/>
                </a:lnTo>
                <a:lnTo>
                  <a:pt x="118" y="567"/>
                </a:lnTo>
                <a:lnTo>
                  <a:pt x="118" y="566"/>
                </a:lnTo>
                <a:lnTo>
                  <a:pt x="117" y="566"/>
                </a:lnTo>
                <a:lnTo>
                  <a:pt x="117" y="567"/>
                </a:lnTo>
                <a:lnTo>
                  <a:pt x="117" y="566"/>
                </a:lnTo>
                <a:lnTo>
                  <a:pt x="117" y="564"/>
                </a:lnTo>
                <a:lnTo>
                  <a:pt x="117" y="563"/>
                </a:lnTo>
                <a:lnTo>
                  <a:pt x="118" y="563"/>
                </a:lnTo>
                <a:lnTo>
                  <a:pt x="117" y="563"/>
                </a:lnTo>
                <a:lnTo>
                  <a:pt x="117" y="562"/>
                </a:lnTo>
                <a:lnTo>
                  <a:pt x="117" y="561"/>
                </a:lnTo>
                <a:lnTo>
                  <a:pt x="116" y="561"/>
                </a:lnTo>
                <a:lnTo>
                  <a:pt x="116" y="560"/>
                </a:lnTo>
                <a:lnTo>
                  <a:pt x="115" y="559"/>
                </a:lnTo>
                <a:lnTo>
                  <a:pt x="116" y="559"/>
                </a:lnTo>
                <a:lnTo>
                  <a:pt x="116" y="558"/>
                </a:lnTo>
                <a:lnTo>
                  <a:pt x="115" y="558"/>
                </a:lnTo>
                <a:lnTo>
                  <a:pt x="114" y="558"/>
                </a:lnTo>
                <a:lnTo>
                  <a:pt x="114" y="557"/>
                </a:lnTo>
                <a:lnTo>
                  <a:pt x="113" y="557"/>
                </a:lnTo>
                <a:lnTo>
                  <a:pt x="113" y="558"/>
                </a:lnTo>
                <a:lnTo>
                  <a:pt x="111" y="558"/>
                </a:lnTo>
                <a:lnTo>
                  <a:pt x="110" y="558"/>
                </a:lnTo>
                <a:lnTo>
                  <a:pt x="110" y="557"/>
                </a:lnTo>
                <a:lnTo>
                  <a:pt x="109" y="557"/>
                </a:lnTo>
                <a:lnTo>
                  <a:pt x="110" y="557"/>
                </a:lnTo>
                <a:lnTo>
                  <a:pt x="109" y="557"/>
                </a:lnTo>
                <a:lnTo>
                  <a:pt x="109" y="556"/>
                </a:lnTo>
                <a:lnTo>
                  <a:pt x="108" y="556"/>
                </a:lnTo>
                <a:lnTo>
                  <a:pt x="107" y="556"/>
                </a:lnTo>
                <a:lnTo>
                  <a:pt x="107" y="557"/>
                </a:lnTo>
                <a:lnTo>
                  <a:pt x="106" y="557"/>
                </a:lnTo>
                <a:lnTo>
                  <a:pt x="105" y="557"/>
                </a:lnTo>
                <a:lnTo>
                  <a:pt x="105" y="556"/>
                </a:lnTo>
                <a:lnTo>
                  <a:pt x="105" y="555"/>
                </a:lnTo>
                <a:lnTo>
                  <a:pt x="104" y="555"/>
                </a:lnTo>
                <a:lnTo>
                  <a:pt x="103" y="555"/>
                </a:lnTo>
                <a:lnTo>
                  <a:pt x="103" y="554"/>
                </a:lnTo>
                <a:lnTo>
                  <a:pt x="104" y="554"/>
                </a:lnTo>
                <a:lnTo>
                  <a:pt x="105" y="554"/>
                </a:lnTo>
                <a:lnTo>
                  <a:pt x="106" y="554"/>
                </a:lnTo>
                <a:lnTo>
                  <a:pt x="106" y="553"/>
                </a:lnTo>
                <a:lnTo>
                  <a:pt x="106" y="552"/>
                </a:lnTo>
                <a:lnTo>
                  <a:pt x="106" y="551"/>
                </a:lnTo>
                <a:lnTo>
                  <a:pt x="105" y="551"/>
                </a:lnTo>
                <a:lnTo>
                  <a:pt x="105" y="550"/>
                </a:lnTo>
                <a:lnTo>
                  <a:pt x="106" y="550"/>
                </a:lnTo>
                <a:lnTo>
                  <a:pt x="106" y="549"/>
                </a:lnTo>
                <a:lnTo>
                  <a:pt x="106" y="548"/>
                </a:lnTo>
                <a:lnTo>
                  <a:pt x="105" y="548"/>
                </a:lnTo>
                <a:lnTo>
                  <a:pt x="105" y="547"/>
                </a:lnTo>
                <a:lnTo>
                  <a:pt x="106" y="547"/>
                </a:lnTo>
                <a:lnTo>
                  <a:pt x="106" y="546"/>
                </a:lnTo>
                <a:lnTo>
                  <a:pt x="105" y="546"/>
                </a:lnTo>
                <a:lnTo>
                  <a:pt x="105" y="545"/>
                </a:lnTo>
                <a:lnTo>
                  <a:pt x="105" y="544"/>
                </a:lnTo>
                <a:lnTo>
                  <a:pt x="104" y="544"/>
                </a:lnTo>
                <a:lnTo>
                  <a:pt x="104" y="543"/>
                </a:lnTo>
                <a:lnTo>
                  <a:pt x="105" y="543"/>
                </a:lnTo>
                <a:lnTo>
                  <a:pt x="105" y="542"/>
                </a:lnTo>
                <a:lnTo>
                  <a:pt x="106" y="542"/>
                </a:lnTo>
                <a:lnTo>
                  <a:pt x="106" y="541"/>
                </a:lnTo>
                <a:lnTo>
                  <a:pt x="106" y="540"/>
                </a:lnTo>
                <a:lnTo>
                  <a:pt x="105" y="540"/>
                </a:lnTo>
                <a:lnTo>
                  <a:pt x="104" y="540"/>
                </a:lnTo>
                <a:lnTo>
                  <a:pt x="104" y="539"/>
                </a:lnTo>
                <a:lnTo>
                  <a:pt x="104" y="540"/>
                </a:lnTo>
                <a:lnTo>
                  <a:pt x="104" y="539"/>
                </a:lnTo>
                <a:lnTo>
                  <a:pt x="104" y="538"/>
                </a:lnTo>
                <a:lnTo>
                  <a:pt x="105" y="538"/>
                </a:lnTo>
                <a:lnTo>
                  <a:pt x="105" y="537"/>
                </a:lnTo>
                <a:lnTo>
                  <a:pt x="106" y="537"/>
                </a:lnTo>
                <a:lnTo>
                  <a:pt x="106" y="536"/>
                </a:lnTo>
                <a:lnTo>
                  <a:pt x="106" y="537"/>
                </a:lnTo>
                <a:lnTo>
                  <a:pt x="107" y="537"/>
                </a:lnTo>
                <a:lnTo>
                  <a:pt x="108" y="537"/>
                </a:lnTo>
                <a:lnTo>
                  <a:pt x="108" y="538"/>
                </a:lnTo>
                <a:lnTo>
                  <a:pt x="109" y="538"/>
                </a:lnTo>
                <a:lnTo>
                  <a:pt x="109" y="537"/>
                </a:lnTo>
                <a:lnTo>
                  <a:pt x="110" y="537"/>
                </a:lnTo>
                <a:lnTo>
                  <a:pt x="111" y="537"/>
                </a:lnTo>
                <a:lnTo>
                  <a:pt x="111" y="536"/>
                </a:lnTo>
                <a:lnTo>
                  <a:pt x="111" y="535"/>
                </a:lnTo>
                <a:lnTo>
                  <a:pt x="112" y="535"/>
                </a:lnTo>
                <a:lnTo>
                  <a:pt x="112" y="534"/>
                </a:lnTo>
                <a:lnTo>
                  <a:pt x="112" y="533"/>
                </a:lnTo>
                <a:lnTo>
                  <a:pt x="113" y="533"/>
                </a:lnTo>
                <a:lnTo>
                  <a:pt x="112" y="533"/>
                </a:lnTo>
                <a:lnTo>
                  <a:pt x="112" y="532"/>
                </a:lnTo>
                <a:lnTo>
                  <a:pt x="114" y="532"/>
                </a:lnTo>
                <a:lnTo>
                  <a:pt x="115" y="532"/>
                </a:lnTo>
                <a:lnTo>
                  <a:pt x="115" y="533"/>
                </a:lnTo>
                <a:lnTo>
                  <a:pt x="115" y="532"/>
                </a:lnTo>
                <a:lnTo>
                  <a:pt x="116" y="532"/>
                </a:lnTo>
                <a:lnTo>
                  <a:pt x="115" y="532"/>
                </a:lnTo>
                <a:lnTo>
                  <a:pt x="115" y="531"/>
                </a:lnTo>
                <a:lnTo>
                  <a:pt x="116" y="531"/>
                </a:lnTo>
                <a:lnTo>
                  <a:pt x="117" y="531"/>
                </a:lnTo>
                <a:lnTo>
                  <a:pt x="117" y="530"/>
                </a:lnTo>
                <a:lnTo>
                  <a:pt x="118" y="530"/>
                </a:lnTo>
                <a:lnTo>
                  <a:pt x="118" y="529"/>
                </a:lnTo>
                <a:lnTo>
                  <a:pt x="119" y="529"/>
                </a:lnTo>
                <a:lnTo>
                  <a:pt x="119" y="530"/>
                </a:lnTo>
                <a:lnTo>
                  <a:pt x="119" y="529"/>
                </a:lnTo>
                <a:lnTo>
                  <a:pt x="120" y="529"/>
                </a:lnTo>
                <a:lnTo>
                  <a:pt x="120" y="528"/>
                </a:lnTo>
                <a:lnTo>
                  <a:pt x="121" y="528"/>
                </a:lnTo>
                <a:lnTo>
                  <a:pt x="121" y="527"/>
                </a:lnTo>
                <a:lnTo>
                  <a:pt x="121" y="526"/>
                </a:lnTo>
                <a:lnTo>
                  <a:pt x="122" y="526"/>
                </a:lnTo>
                <a:lnTo>
                  <a:pt x="122" y="525"/>
                </a:lnTo>
                <a:lnTo>
                  <a:pt x="123" y="525"/>
                </a:lnTo>
                <a:lnTo>
                  <a:pt x="123" y="524"/>
                </a:lnTo>
                <a:lnTo>
                  <a:pt x="124" y="524"/>
                </a:lnTo>
                <a:lnTo>
                  <a:pt x="124" y="523"/>
                </a:lnTo>
                <a:lnTo>
                  <a:pt x="123" y="523"/>
                </a:lnTo>
                <a:lnTo>
                  <a:pt x="123" y="522"/>
                </a:lnTo>
                <a:lnTo>
                  <a:pt x="123" y="521"/>
                </a:lnTo>
                <a:lnTo>
                  <a:pt x="123" y="520"/>
                </a:lnTo>
                <a:lnTo>
                  <a:pt x="122" y="520"/>
                </a:lnTo>
                <a:lnTo>
                  <a:pt x="122" y="519"/>
                </a:lnTo>
                <a:lnTo>
                  <a:pt x="121" y="520"/>
                </a:lnTo>
                <a:lnTo>
                  <a:pt x="121" y="521"/>
                </a:lnTo>
                <a:lnTo>
                  <a:pt x="120" y="521"/>
                </a:lnTo>
                <a:lnTo>
                  <a:pt x="119" y="521"/>
                </a:lnTo>
                <a:lnTo>
                  <a:pt x="119" y="522"/>
                </a:lnTo>
                <a:lnTo>
                  <a:pt x="118" y="522"/>
                </a:lnTo>
                <a:lnTo>
                  <a:pt x="118" y="521"/>
                </a:lnTo>
                <a:lnTo>
                  <a:pt x="117" y="521"/>
                </a:lnTo>
                <a:lnTo>
                  <a:pt x="116" y="521"/>
                </a:lnTo>
                <a:lnTo>
                  <a:pt x="114" y="521"/>
                </a:lnTo>
                <a:lnTo>
                  <a:pt x="113" y="521"/>
                </a:lnTo>
                <a:lnTo>
                  <a:pt x="112" y="521"/>
                </a:lnTo>
                <a:lnTo>
                  <a:pt x="112" y="522"/>
                </a:lnTo>
                <a:lnTo>
                  <a:pt x="110" y="522"/>
                </a:lnTo>
                <a:lnTo>
                  <a:pt x="109" y="522"/>
                </a:lnTo>
                <a:lnTo>
                  <a:pt x="108" y="522"/>
                </a:lnTo>
                <a:lnTo>
                  <a:pt x="107" y="522"/>
                </a:lnTo>
                <a:lnTo>
                  <a:pt x="107" y="523"/>
                </a:lnTo>
                <a:lnTo>
                  <a:pt x="106" y="523"/>
                </a:lnTo>
                <a:lnTo>
                  <a:pt x="106" y="524"/>
                </a:lnTo>
                <a:lnTo>
                  <a:pt x="105" y="524"/>
                </a:lnTo>
                <a:lnTo>
                  <a:pt x="104" y="524"/>
                </a:lnTo>
                <a:lnTo>
                  <a:pt x="103" y="524"/>
                </a:lnTo>
                <a:lnTo>
                  <a:pt x="102" y="524"/>
                </a:lnTo>
                <a:lnTo>
                  <a:pt x="101" y="524"/>
                </a:lnTo>
                <a:lnTo>
                  <a:pt x="100" y="524"/>
                </a:lnTo>
                <a:lnTo>
                  <a:pt x="100" y="525"/>
                </a:lnTo>
                <a:lnTo>
                  <a:pt x="99" y="525"/>
                </a:lnTo>
                <a:lnTo>
                  <a:pt x="98" y="526"/>
                </a:lnTo>
                <a:lnTo>
                  <a:pt x="97" y="526"/>
                </a:lnTo>
                <a:lnTo>
                  <a:pt x="96" y="526"/>
                </a:lnTo>
                <a:lnTo>
                  <a:pt x="96" y="525"/>
                </a:lnTo>
                <a:lnTo>
                  <a:pt x="95" y="525"/>
                </a:lnTo>
                <a:lnTo>
                  <a:pt x="94" y="525"/>
                </a:lnTo>
                <a:lnTo>
                  <a:pt x="94" y="524"/>
                </a:lnTo>
                <a:lnTo>
                  <a:pt x="93" y="524"/>
                </a:lnTo>
                <a:lnTo>
                  <a:pt x="93" y="523"/>
                </a:lnTo>
                <a:lnTo>
                  <a:pt x="92" y="523"/>
                </a:lnTo>
                <a:lnTo>
                  <a:pt x="92" y="522"/>
                </a:lnTo>
                <a:lnTo>
                  <a:pt x="91" y="522"/>
                </a:lnTo>
                <a:lnTo>
                  <a:pt x="90" y="522"/>
                </a:lnTo>
                <a:lnTo>
                  <a:pt x="89" y="522"/>
                </a:lnTo>
                <a:lnTo>
                  <a:pt x="88" y="522"/>
                </a:lnTo>
                <a:lnTo>
                  <a:pt x="87" y="522"/>
                </a:lnTo>
                <a:lnTo>
                  <a:pt x="86" y="522"/>
                </a:lnTo>
                <a:lnTo>
                  <a:pt x="85" y="522"/>
                </a:lnTo>
                <a:lnTo>
                  <a:pt x="84" y="522"/>
                </a:lnTo>
                <a:lnTo>
                  <a:pt x="83" y="522"/>
                </a:lnTo>
                <a:lnTo>
                  <a:pt x="82" y="522"/>
                </a:lnTo>
                <a:lnTo>
                  <a:pt x="81" y="522"/>
                </a:lnTo>
                <a:lnTo>
                  <a:pt x="80" y="522"/>
                </a:lnTo>
                <a:lnTo>
                  <a:pt x="80" y="523"/>
                </a:lnTo>
                <a:lnTo>
                  <a:pt x="79" y="523"/>
                </a:lnTo>
                <a:lnTo>
                  <a:pt x="78" y="523"/>
                </a:lnTo>
                <a:lnTo>
                  <a:pt x="76" y="523"/>
                </a:lnTo>
                <a:lnTo>
                  <a:pt x="76" y="524"/>
                </a:lnTo>
                <a:lnTo>
                  <a:pt x="75" y="524"/>
                </a:lnTo>
                <a:lnTo>
                  <a:pt x="75" y="525"/>
                </a:lnTo>
                <a:lnTo>
                  <a:pt x="75" y="524"/>
                </a:lnTo>
                <a:lnTo>
                  <a:pt x="74" y="524"/>
                </a:lnTo>
                <a:lnTo>
                  <a:pt x="74" y="525"/>
                </a:lnTo>
                <a:lnTo>
                  <a:pt x="74" y="524"/>
                </a:lnTo>
                <a:lnTo>
                  <a:pt x="74" y="525"/>
                </a:lnTo>
                <a:lnTo>
                  <a:pt x="74" y="524"/>
                </a:lnTo>
                <a:lnTo>
                  <a:pt x="73" y="524"/>
                </a:lnTo>
                <a:lnTo>
                  <a:pt x="72" y="524"/>
                </a:lnTo>
                <a:lnTo>
                  <a:pt x="71" y="524"/>
                </a:lnTo>
                <a:lnTo>
                  <a:pt x="70" y="524"/>
                </a:lnTo>
                <a:lnTo>
                  <a:pt x="70" y="525"/>
                </a:lnTo>
                <a:lnTo>
                  <a:pt x="69" y="524"/>
                </a:lnTo>
                <a:lnTo>
                  <a:pt x="68" y="524"/>
                </a:lnTo>
                <a:lnTo>
                  <a:pt x="67" y="524"/>
                </a:lnTo>
                <a:lnTo>
                  <a:pt x="66" y="524"/>
                </a:lnTo>
                <a:lnTo>
                  <a:pt x="65" y="524"/>
                </a:lnTo>
                <a:lnTo>
                  <a:pt x="65" y="523"/>
                </a:lnTo>
                <a:lnTo>
                  <a:pt x="64" y="523"/>
                </a:lnTo>
                <a:lnTo>
                  <a:pt x="63" y="523"/>
                </a:lnTo>
                <a:lnTo>
                  <a:pt x="62" y="523"/>
                </a:lnTo>
                <a:lnTo>
                  <a:pt x="62" y="524"/>
                </a:lnTo>
                <a:lnTo>
                  <a:pt x="61" y="524"/>
                </a:lnTo>
                <a:lnTo>
                  <a:pt x="60" y="524"/>
                </a:lnTo>
                <a:lnTo>
                  <a:pt x="59" y="524"/>
                </a:lnTo>
                <a:lnTo>
                  <a:pt x="58" y="524"/>
                </a:lnTo>
                <a:lnTo>
                  <a:pt x="58" y="525"/>
                </a:lnTo>
                <a:lnTo>
                  <a:pt x="57" y="525"/>
                </a:lnTo>
                <a:lnTo>
                  <a:pt x="56" y="525"/>
                </a:lnTo>
                <a:lnTo>
                  <a:pt x="55" y="525"/>
                </a:lnTo>
                <a:lnTo>
                  <a:pt x="54" y="525"/>
                </a:lnTo>
                <a:lnTo>
                  <a:pt x="53" y="525"/>
                </a:lnTo>
                <a:lnTo>
                  <a:pt x="52" y="525"/>
                </a:lnTo>
                <a:lnTo>
                  <a:pt x="52" y="526"/>
                </a:lnTo>
                <a:lnTo>
                  <a:pt x="51" y="526"/>
                </a:lnTo>
                <a:lnTo>
                  <a:pt x="51" y="527"/>
                </a:lnTo>
                <a:lnTo>
                  <a:pt x="50" y="526"/>
                </a:lnTo>
                <a:lnTo>
                  <a:pt x="50" y="527"/>
                </a:lnTo>
                <a:lnTo>
                  <a:pt x="49" y="527"/>
                </a:lnTo>
                <a:lnTo>
                  <a:pt x="48" y="527"/>
                </a:lnTo>
                <a:lnTo>
                  <a:pt x="47" y="527"/>
                </a:lnTo>
                <a:lnTo>
                  <a:pt x="46" y="527"/>
                </a:lnTo>
                <a:lnTo>
                  <a:pt x="46" y="528"/>
                </a:lnTo>
                <a:lnTo>
                  <a:pt x="45" y="528"/>
                </a:lnTo>
                <a:lnTo>
                  <a:pt x="45" y="529"/>
                </a:lnTo>
                <a:lnTo>
                  <a:pt x="44" y="529"/>
                </a:lnTo>
                <a:lnTo>
                  <a:pt x="43" y="529"/>
                </a:lnTo>
                <a:lnTo>
                  <a:pt x="43" y="530"/>
                </a:lnTo>
                <a:lnTo>
                  <a:pt x="42" y="530"/>
                </a:lnTo>
                <a:lnTo>
                  <a:pt x="42" y="531"/>
                </a:lnTo>
                <a:lnTo>
                  <a:pt x="41" y="531"/>
                </a:lnTo>
                <a:lnTo>
                  <a:pt x="42" y="531"/>
                </a:lnTo>
                <a:lnTo>
                  <a:pt x="41" y="531"/>
                </a:lnTo>
                <a:lnTo>
                  <a:pt x="41" y="532"/>
                </a:lnTo>
                <a:lnTo>
                  <a:pt x="40" y="532"/>
                </a:lnTo>
                <a:lnTo>
                  <a:pt x="39" y="532"/>
                </a:lnTo>
                <a:lnTo>
                  <a:pt x="38" y="532"/>
                </a:lnTo>
                <a:lnTo>
                  <a:pt x="38" y="533"/>
                </a:lnTo>
                <a:lnTo>
                  <a:pt x="37" y="533"/>
                </a:lnTo>
                <a:lnTo>
                  <a:pt x="36" y="533"/>
                </a:lnTo>
                <a:lnTo>
                  <a:pt x="35" y="533"/>
                </a:lnTo>
                <a:lnTo>
                  <a:pt x="34" y="533"/>
                </a:lnTo>
                <a:lnTo>
                  <a:pt x="34" y="534"/>
                </a:lnTo>
                <a:lnTo>
                  <a:pt x="33" y="534"/>
                </a:lnTo>
                <a:lnTo>
                  <a:pt x="33" y="535"/>
                </a:lnTo>
                <a:lnTo>
                  <a:pt x="32" y="535"/>
                </a:lnTo>
                <a:lnTo>
                  <a:pt x="32" y="536"/>
                </a:lnTo>
                <a:lnTo>
                  <a:pt x="33" y="536"/>
                </a:lnTo>
                <a:lnTo>
                  <a:pt x="33" y="537"/>
                </a:lnTo>
                <a:lnTo>
                  <a:pt x="34" y="537"/>
                </a:lnTo>
                <a:lnTo>
                  <a:pt x="33" y="537"/>
                </a:lnTo>
                <a:lnTo>
                  <a:pt x="33" y="538"/>
                </a:lnTo>
                <a:lnTo>
                  <a:pt x="32" y="538"/>
                </a:lnTo>
                <a:lnTo>
                  <a:pt x="32" y="537"/>
                </a:lnTo>
                <a:lnTo>
                  <a:pt x="32" y="538"/>
                </a:lnTo>
                <a:lnTo>
                  <a:pt x="32" y="537"/>
                </a:lnTo>
                <a:lnTo>
                  <a:pt x="32" y="538"/>
                </a:lnTo>
                <a:lnTo>
                  <a:pt x="32" y="537"/>
                </a:lnTo>
                <a:lnTo>
                  <a:pt x="31" y="537"/>
                </a:lnTo>
                <a:lnTo>
                  <a:pt x="30" y="537"/>
                </a:lnTo>
                <a:lnTo>
                  <a:pt x="29" y="537"/>
                </a:lnTo>
                <a:lnTo>
                  <a:pt x="29" y="538"/>
                </a:lnTo>
                <a:lnTo>
                  <a:pt x="29" y="537"/>
                </a:lnTo>
                <a:lnTo>
                  <a:pt x="29" y="538"/>
                </a:lnTo>
                <a:lnTo>
                  <a:pt x="28" y="538"/>
                </a:lnTo>
                <a:lnTo>
                  <a:pt x="29" y="538"/>
                </a:lnTo>
                <a:lnTo>
                  <a:pt x="28" y="538"/>
                </a:lnTo>
                <a:lnTo>
                  <a:pt x="28" y="539"/>
                </a:lnTo>
                <a:lnTo>
                  <a:pt x="27" y="538"/>
                </a:lnTo>
                <a:lnTo>
                  <a:pt x="27" y="539"/>
                </a:lnTo>
                <a:lnTo>
                  <a:pt x="27" y="540"/>
                </a:lnTo>
                <a:lnTo>
                  <a:pt x="26" y="540"/>
                </a:lnTo>
                <a:lnTo>
                  <a:pt x="26" y="541"/>
                </a:lnTo>
                <a:lnTo>
                  <a:pt x="26" y="540"/>
                </a:lnTo>
                <a:lnTo>
                  <a:pt x="26" y="539"/>
                </a:lnTo>
                <a:lnTo>
                  <a:pt x="25" y="539"/>
                </a:lnTo>
                <a:lnTo>
                  <a:pt x="25" y="540"/>
                </a:lnTo>
                <a:lnTo>
                  <a:pt x="24" y="540"/>
                </a:lnTo>
                <a:lnTo>
                  <a:pt x="24" y="539"/>
                </a:lnTo>
                <a:lnTo>
                  <a:pt x="24" y="540"/>
                </a:lnTo>
                <a:lnTo>
                  <a:pt x="24" y="541"/>
                </a:lnTo>
                <a:lnTo>
                  <a:pt x="23" y="541"/>
                </a:lnTo>
                <a:lnTo>
                  <a:pt x="22" y="541"/>
                </a:lnTo>
                <a:lnTo>
                  <a:pt x="22" y="542"/>
                </a:lnTo>
                <a:lnTo>
                  <a:pt x="22" y="543"/>
                </a:lnTo>
                <a:lnTo>
                  <a:pt x="21" y="543"/>
                </a:lnTo>
                <a:lnTo>
                  <a:pt x="22" y="543"/>
                </a:lnTo>
                <a:lnTo>
                  <a:pt x="22" y="544"/>
                </a:lnTo>
                <a:lnTo>
                  <a:pt x="21" y="544"/>
                </a:lnTo>
                <a:lnTo>
                  <a:pt x="20" y="544"/>
                </a:lnTo>
                <a:lnTo>
                  <a:pt x="20" y="545"/>
                </a:lnTo>
                <a:lnTo>
                  <a:pt x="19" y="545"/>
                </a:lnTo>
                <a:lnTo>
                  <a:pt x="18" y="545"/>
                </a:lnTo>
                <a:lnTo>
                  <a:pt x="18" y="546"/>
                </a:lnTo>
                <a:lnTo>
                  <a:pt x="17" y="546"/>
                </a:lnTo>
                <a:lnTo>
                  <a:pt x="18" y="546"/>
                </a:lnTo>
                <a:lnTo>
                  <a:pt x="18" y="547"/>
                </a:lnTo>
                <a:lnTo>
                  <a:pt x="17" y="547"/>
                </a:lnTo>
                <a:lnTo>
                  <a:pt x="16" y="547"/>
                </a:lnTo>
                <a:lnTo>
                  <a:pt x="16" y="548"/>
                </a:lnTo>
                <a:lnTo>
                  <a:pt x="17" y="548"/>
                </a:lnTo>
                <a:lnTo>
                  <a:pt x="17" y="549"/>
                </a:lnTo>
                <a:lnTo>
                  <a:pt x="16" y="549"/>
                </a:lnTo>
                <a:lnTo>
                  <a:pt x="16" y="548"/>
                </a:lnTo>
                <a:lnTo>
                  <a:pt x="15" y="548"/>
                </a:lnTo>
                <a:lnTo>
                  <a:pt x="15" y="547"/>
                </a:lnTo>
                <a:lnTo>
                  <a:pt x="14" y="547"/>
                </a:lnTo>
                <a:lnTo>
                  <a:pt x="14" y="548"/>
                </a:lnTo>
                <a:lnTo>
                  <a:pt x="14" y="549"/>
                </a:lnTo>
                <a:lnTo>
                  <a:pt x="13" y="549"/>
                </a:lnTo>
                <a:lnTo>
                  <a:pt x="13" y="550"/>
                </a:lnTo>
                <a:lnTo>
                  <a:pt x="13" y="549"/>
                </a:lnTo>
                <a:lnTo>
                  <a:pt x="12" y="549"/>
                </a:lnTo>
                <a:lnTo>
                  <a:pt x="12" y="548"/>
                </a:lnTo>
                <a:lnTo>
                  <a:pt x="12" y="549"/>
                </a:lnTo>
                <a:lnTo>
                  <a:pt x="11" y="549"/>
                </a:lnTo>
                <a:lnTo>
                  <a:pt x="11" y="550"/>
                </a:lnTo>
                <a:lnTo>
                  <a:pt x="11" y="551"/>
                </a:lnTo>
                <a:lnTo>
                  <a:pt x="11" y="550"/>
                </a:lnTo>
                <a:lnTo>
                  <a:pt x="10" y="550"/>
                </a:lnTo>
                <a:lnTo>
                  <a:pt x="11" y="550"/>
                </a:lnTo>
                <a:lnTo>
                  <a:pt x="11" y="549"/>
                </a:lnTo>
                <a:lnTo>
                  <a:pt x="10" y="549"/>
                </a:lnTo>
                <a:lnTo>
                  <a:pt x="10" y="548"/>
                </a:lnTo>
                <a:lnTo>
                  <a:pt x="10" y="547"/>
                </a:lnTo>
                <a:lnTo>
                  <a:pt x="9" y="547"/>
                </a:lnTo>
                <a:lnTo>
                  <a:pt x="9" y="546"/>
                </a:lnTo>
                <a:lnTo>
                  <a:pt x="8" y="546"/>
                </a:lnTo>
                <a:lnTo>
                  <a:pt x="7" y="546"/>
                </a:lnTo>
                <a:lnTo>
                  <a:pt x="7" y="545"/>
                </a:lnTo>
                <a:lnTo>
                  <a:pt x="6" y="545"/>
                </a:lnTo>
                <a:lnTo>
                  <a:pt x="6" y="544"/>
                </a:lnTo>
                <a:lnTo>
                  <a:pt x="5" y="544"/>
                </a:lnTo>
                <a:lnTo>
                  <a:pt x="4" y="544"/>
                </a:lnTo>
                <a:lnTo>
                  <a:pt x="3" y="544"/>
                </a:lnTo>
                <a:lnTo>
                  <a:pt x="3" y="543"/>
                </a:lnTo>
                <a:lnTo>
                  <a:pt x="2" y="543"/>
                </a:lnTo>
                <a:lnTo>
                  <a:pt x="1" y="543"/>
                </a:lnTo>
                <a:lnTo>
                  <a:pt x="1" y="542"/>
                </a:lnTo>
                <a:lnTo>
                  <a:pt x="0" y="542"/>
                </a:lnTo>
                <a:lnTo>
                  <a:pt x="0" y="541"/>
                </a:lnTo>
                <a:lnTo>
                  <a:pt x="0" y="540"/>
                </a:lnTo>
                <a:lnTo>
                  <a:pt x="1" y="540"/>
                </a:lnTo>
                <a:lnTo>
                  <a:pt x="2" y="540"/>
                </a:lnTo>
                <a:lnTo>
                  <a:pt x="2" y="539"/>
                </a:lnTo>
                <a:lnTo>
                  <a:pt x="3" y="539"/>
                </a:lnTo>
                <a:lnTo>
                  <a:pt x="4" y="538"/>
                </a:lnTo>
                <a:lnTo>
                  <a:pt x="4" y="537"/>
                </a:lnTo>
                <a:lnTo>
                  <a:pt x="4" y="536"/>
                </a:lnTo>
                <a:lnTo>
                  <a:pt x="5" y="536"/>
                </a:lnTo>
                <a:lnTo>
                  <a:pt x="6" y="536"/>
                </a:lnTo>
                <a:lnTo>
                  <a:pt x="6" y="535"/>
                </a:lnTo>
                <a:lnTo>
                  <a:pt x="7" y="535"/>
                </a:lnTo>
                <a:lnTo>
                  <a:pt x="8" y="535"/>
                </a:lnTo>
                <a:lnTo>
                  <a:pt x="9" y="535"/>
                </a:lnTo>
                <a:lnTo>
                  <a:pt x="9" y="534"/>
                </a:lnTo>
                <a:lnTo>
                  <a:pt x="9" y="533"/>
                </a:lnTo>
                <a:lnTo>
                  <a:pt x="9" y="532"/>
                </a:lnTo>
                <a:lnTo>
                  <a:pt x="9" y="533"/>
                </a:lnTo>
                <a:lnTo>
                  <a:pt x="10" y="533"/>
                </a:lnTo>
                <a:lnTo>
                  <a:pt x="10" y="532"/>
                </a:lnTo>
                <a:lnTo>
                  <a:pt x="10" y="531"/>
                </a:lnTo>
                <a:lnTo>
                  <a:pt x="10" y="530"/>
                </a:lnTo>
                <a:lnTo>
                  <a:pt x="11" y="530"/>
                </a:lnTo>
                <a:lnTo>
                  <a:pt x="11" y="529"/>
                </a:lnTo>
                <a:lnTo>
                  <a:pt x="12" y="529"/>
                </a:lnTo>
                <a:lnTo>
                  <a:pt x="11" y="529"/>
                </a:lnTo>
                <a:lnTo>
                  <a:pt x="12" y="529"/>
                </a:lnTo>
                <a:lnTo>
                  <a:pt x="12" y="528"/>
                </a:lnTo>
                <a:lnTo>
                  <a:pt x="13" y="528"/>
                </a:lnTo>
                <a:lnTo>
                  <a:pt x="13" y="527"/>
                </a:lnTo>
                <a:lnTo>
                  <a:pt x="14" y="527"/>
                </a:lnTo>
                <a:lnTo>
                  <a:pt x="14" y="526"/>
                </a:lnTo>
                <a:lnTo>
                  <a:pt x="15" y="526"/>
                </a:lnTo>
                <a:lnTo>
                  <a:pt x="15" y="525"/>
                </a:lnTo>
                <a:lnTo>
                  <a:pt x="16" y="525"/>
                </a:lnTo>
                <a:lnTo>
                  <a:pt x="17" y="525"/>
                </a:lnTo>
                <a:lnTo>
                  <a:pt x="17" y="524"/>
                </a:lnTo>
                <a:lnTo>
                  <a:pt x="18" y="524"/>
                </a:lnTo>
                <a:lnTo>
                  <a:pt x="18" y="523"/>
                </a:lnTo>
                <a:lnTo>
                  <a:pt x="19" y="523"/>
                </a:lnTo>
                <a:lnTo>
                  <a:pt x="18" y="523"/>
                </a:lnTo>
                <a:lnTo>
                  <a:pt x="18" y="522"/>
                </a:lnTo>
                <a:lnTo>
                  <a:pt x="19" y="522"/>
                </a:lnTo>
                <a:lnTo>
                  <a:pt x="19" y="521"/>
                </a:lnTo>
                <a:lnTo>
                  <a:pt x="19" y="520"/>
                </a:lnTo>
                <a:lnTo>
                  <a:pt x="19" y="519"/>
                </a:lnTo>
                <a:lnTo>
                  <a:pt x="20" y="519"/>
                </a:lnTo>
                <a:lnTo>
                  <a:pt x="19" y="519"/>
                </a:lnTo>
                <a:lnTo>
                  <a:pt x="20" y="519"/>
                </a:lnTo>
                <a:lnTo>
                  <a:pt x="20" y="518"/>
                </a:lnTo>
                <a:lnTo>
                  <a:pt x="20" y="517"/>
                </a:lnTo>
                <a:lnTo>
                  <a:pt x="20" y="516"/>
                </a:lnTo>
                <a:lnTo>
                  <a:pt x="19" y="516"/>
                </a:lnTo>
                <a:lnTo>
                  <a:pt x="18" y="516"/>
                </a:lnTo>
                <a:lnTo>
                  <a:pt x="18" y="515"/>
                </a:lnTo>
                <a:lnTo>
                  <a:pt x="18" y="514"/>
                </a:lnTo>
                <a:lnTo>
                  <a:pt x="18" y="513"/>
                </a:lnTo>
                <a:lnTo>
                  <a:pt x="18" y="511"/>
                </a:lnTo>
                <a:lnTo>
                  <a:pt x="19" y="511"/>
                </a:lnTo>
                <a:lnTo>
                  <a:pt x="19" y="510"/>
                </a:lnTo>
                <a:lnTo>
                  <a:pt x="20" y="509"/>
                </a:lnTo>
                <a:lnTo>
                  <a:pt x="21" y="509"/>
                </a:lnTo>
                <a:lnTo>
                  <a:pt x="22" y="508"/>
                </a:lnTo>
                <a:lnTo>
                  <a:pt x="21" y="508"/>
                </a:lnTo>
                <a:lnTo>
                  <a:pt x="21" y="507"/>
                </a:lnTo>
                <a:lnTo>
                  <a:pt x="20" y="507"/>
                </a:lnTo>
                <a:lnTo>
                  <a:pt x="20" y="506"/>
                </a:lnTo>
                <a:lnTo>
                  <a:pt x="20" y="505"/>
                </a:lnTo>
                <a:lnTo>
                  <a:pt x="19" y="505"/>
                </a:lnTo>
                <a:lnTo>
                  <a:pt x="18" y="505"/>
                </a:lnTo>
                <a:lnTo>
                  <a:pt x="18" y="504"/>
                </a:lnTo>
                <a:lnTo>
                  <a:pt x="17" y="504"/>
                </a:lnTo>
                <a:lnTo>
                  <a:pt x="17" y="505"/>
                </a:lnTo>
                <a:lnTo>
                  <a:pt x="16" y="505"/>
                </a:lnTo>
                <a:lnTo>
                  <a:pt x="15" y="505"/>
                </a:lnTo>
                <a:lnTo>
                  <a:pt x="14" y="505"/>
                </a:lnTo>
                <a:lnTo>
                  <a:pt x="14" y="504"/>
                </a:lnTo>
                <a:lnTo>
                  <a:pt x="14" y="505"/>
                </a:lnTo>
                <a:lnTo>
                  <a:pt x="14" y="504"/>
                </a:lnTo>
                <a:lnTo>
                  <a:pt x="13" y="504"/>
                </a:lnTo>
                <a:lnTo>
                  <a:pt x="13" y="505"/>
                </a:lnTo>
                <a:lnTo>
                  <a:pt x="13" y="504"/>
                </a:lnTo>
                <a:lnTo>
                  <a:pt x="13" y="503"/>
                </a:lnTo>
                <a:lnTo>
                  <a:pt x="12" y="503"/>
                </a:lnTo>
                <a:lnTo>
                  <a:pt x="12" y="502"/>
                </a:lnTo>
                <a:lnTo>
                  <a:pt x="12" y="501"/>
                </a:lnTo>
                <a:lnTo>
                  <a:pt x="12" y="500"/>
                </a:lnTo>
                <a:lnTo>
                  <a:pt x="13" y="500"/>
                </a:lnTo>
                <a:lnTo>
                  <a:pt x="13" y="499"/>
                </a:lnTo>
                <a:lnTo>
                  <a:pt x="14" y="499"/>
                </a:lnTo>
                <a:lnTo>
                  <a:pt x="14" y="500"/>
                </a:lnTo>
                <a:lnTo>
                  <a:pt x="15" y="500"/>
                </a:lnTo>
                <a:lnTo>
                  <a:pt x="16" y="500"/>
                </a:lnTo>
                <a:lnTo>
                  <a:pt x="16" y="499"/>
                </a:lnTo>
                <a:lnTo>
                  <a:pt x="17" y="499"/>
                </a:lnTo>
                <a:lnTo>
                  <a:pt x="17" y="498"/>
                </a:lnTo>
                <a:lnTo>
                  <a:pt x="17" y="497"/>
                </a:lnTo>
                <a:lnTo>
                  <a:pt x="17" y="496"/>
                </a:lnTo>
                <a:lnTo>
                  <a:pt x="16" y="496"/>
                </a:lnTo>
                <a:lnTo>
                  <a:pt x="16" y="495"/>
                </a:lnTo>
                <a:lnTo>
                  <a:pt x="15" y="495"/>
                </a:lnTo>
                <a:lnTo>
                  <a:pt x="15" y="494"/>
                </a:lnTo>
                <a:lnTo>
                  <a:pt x="14" y="494"/>
                </a:lnTo>
                <a:lnTo>
                  <a:pt x="14" y="493"/>
                </a:lnTo>
                <a:lnTo>
                  <a:pt x="14" y="492"/>
                </a:lnTo>
                <a:lnTo>
                  <a:pt x="14" y="491"/>
                </a:lnTo>
                <a:lnTo>
                  <a:pt x="14" y="490"/>
                </a:lnTo>
                <a:lnTo>
                  <a:pt x="14" y="489"/>
                </a:lnTo>
                <a:lnTo>
                  <a:pt x="13" y="489"/>
                </a:lnTo>
                <a:lnTo>
                  <a:pt x="13" y="488"/>
                </a:lnTo>
                <a:lnTo>
                  <a:pt x="13" y="489"/>
                </a:lnTo>
                <a:lnTo>
                  <a:pt x="12" y="489"/>
                </a:lnTo>
                <a:lnTo>
                  <a:pt x="11" y="489"/>
                </a:lnTo>
                <a:lnTo>
                  <a:pt x="10" y="489"/>
                </a:lnTo>
                <a:lnTo>
                  <a:pt x="9" y="489"/>
                </a:lnTo>
                <a:lnTo>
                  <a:pt x="9" y="490"/>
                </a:lnTo>
                <a:lnTo>
                  <a:pt x="8" y="490"/>
                </a:lnTo>
                <a:lnTo>
                  <a:pt x="7" y="490"/>
                </a:lnTo>
                <a:lnTo>
                  <a:pt x="7" y="489"/>
                </a:lnTo>
                <a:lnTo>
                  <a:pt x="7" y="490"/>
                </a:lnTo>
                <a:lnTo>
                  <a:pt x="6" y="490"/>
                </a:lnTo>
                <a:lnTo>
                  <a:pt x="6" y="489"/>
                </a:lnTo>
                <a:lnTo>
                  <a:pt x="6" y="490"/>
                </a:lnTo>
                <a:lnTo>
                  <a:pt x="5" y="490"/>
                </a:lnTo>
                <a:lnTo>
                  <a:pt x="5" y="489"/>
                </a:lnTo>
                <a:lnTo>
                  <a:pt x="5" y="490"/>
                </a:lnTo>
                <a:lnTo>
                  <a:pt x="4" y="490"/>
                </a:lnTo>
                <a:lnTo>
                  <a:pt x="3" y="490"/>
                </a:lnTo>
                <a:lnTo>
                  <a:pt x="2" y="490"/>
                </a:lnTo>
                <a:lnTo>
                  <a:pt x="1" y="490"/>
                </a:lnTo>
                <a:lnTo>
                  <a:pt x="0" y="490"/>
                </a:lnTo>
                <a:lnTo>
                  <a:pt x="1" y="490"/>
                </a:lnTo>
                <a:lnTo>
                  <a:pt x="1" y="489"/>
                </a:lnTo>
                <a:lnTo>
                  <a:pt x="1" y="490"/>
                </a:lnTo>
                <a:lnTo>
                  <a:pt x="0" y="490"/>
                </a:lnTo>
                <a:lnTo>
                  <a:pt x="0" y="489"/>
                </a:lnTo>
                <a:lnTo>
                  <a:pt x="1" y="489"/>
                </a:lnTo>
                <a:lnTo>
                  <a:pt x="1" y="488"/>
                </a:lnTo>
                <a:lnTo>
                  <a:pt x="1" y="487"/>
                </a:lnTo>
                <a:lnTo>
                  <a:pt x="2" y="487"/>
                </a:lnTo>
                <a:lnTo>
                  <a:pt x="2" y="486"/>
                </a:lnTo>
                <a:lnTo>
                  <a:pt x="2" y="485"/>
                </a:lnTo>
                <a:lnTo>
                  <a:pt x="3" y="485"/>
                </a:lnTo>
                <a:lnTo>
                  <a:pt x="2" y="485"/>
                </a:lnTo>
                <a:lnTo>
                  <a:pt x="3" y="485"/>
                </a:lnTo>
                <a:lnTo>
                  <a:pt x="3" y="484"/>
                </a:lnTo>
                <a:lnTo>
                  <a:pt x="3" y="483"/>
                </a:lnTo>
                <a:lnTo>
                  <a:pt x="3" y="482"/>
                </a:lnTo>
                <a:lnTo>
                  <a:pt x="3" y="481"/>
                </a:lnTo>
                <a:lnTo>
                  <a:pt x="3" y="480"/>
                </a:lnTo>
                <a:lnTo>
                  <a:pt x="3" y="479"/>
                </a:lnTo>
                <a:lnTo>
                  <a:pt x="3" y="478"/>
                </a:lnTo>
                <a:lnTo>
                  <a:pt x="4" y="478"/>
                </a:lnTo>
                <a:lnTo>
                  <a:pt x="4" y="477"/>
                </a:lnTo>
                <a:lnTo>
                  <a:pt x="3" y="477"/>
                </a:lnTo>
                <a:lnTo>
                  <a:pt x="3" y="476"/>
                </a:lnTo>
                <a:lnTo>
                  <a:pt x="4" y="476"/>
                </a:lnTo>
                <a:lnTo>
                  <a:pt x="4" y="475"/>
                </a:lnTo>
                <a:lnTo>
                  <a:pt x="4" y="474"/>
                </a:lnTo>
                <a:lnTo>
                  <a:pt x="4" y="473"/>
                </a:lnTo>
                <a:lnTo>
                  <a:pt x="4" y="472"/>
                </a:lnTo>
                <a:lnTo>
                  <a:pt x="4" y="470"/>
                </a:lnTo>
                <a:lnTo>
                  <a:pt x="4" y="469"/>
                </a:lnTo>
                <a:lnTo>
                  <a:pt x="4" y="468"/>
                </a:lnTo>
                <a:lnTo>
                  <a:pt x="4" y="467"/>
                </a:lnTo>
                <a:lnTo>
                  <a:pt x="5" y="467"/>
                </a:lnTo>
                <a:lnTo>
                  <a:pt x="4" y="467"/>
                </a:lnTo>
                <a:lnTo>
                  <a:pt x="4" y="466"/>
                </a:lnTo>
                <a:lnTo>
                  <a:pt x="4" y="465"/>
                </a:lnTo>
                <a:lnTo>
                  <a:pt x="4" y="464"/>
                </a:lnTo>
                <a:lnTo>
                  <a:pt x="4" y="463"/>
                </a:lnTo>
                <a:lnTo>
                  <a:pt x="4" y="462"/>
                </a:lnTo>
                <a:lnTo>
                  <a:pt x="4" y="461"/>
                </a:lnTo>
                <a:lnTo>
                  <a:pt x="4" y="460"/>
                </a:lnTo>
                <a:lnTo>
                  <a:pt x="3" y="460"/>
                </a:lnTo>
                <a:lnTo>
                  <a:pt x="2" y="460"/>
                </a:lnTo>
                <a:lnTo>
                  <a:pt x="2" y="459"/>
                </a:lnTo>
                <a:lnTo>
                  <a:pt x="3" y="458"/>
                </a:lnTo>
                <a:lnTo>
                  <a:pt x="4" y="458"/>
                </a:lnTo>
                <a:lnTo>
                  <a:pt x="4" y="457"/>
                </a:lnTo>
                <a:lnTo>
                  <a:pt x="4" y="456"/>
                </a:lnTo>
                <a:lnTo>
                  <a:pt x="5" y="456"/>
                </a:lnTo>
                <a:lnTo>
                  <a:pt x="6" y="456"/>
                </a:lnTo>
                <a:lnTo>
                  <a:pt x="7" y="456"/>
                </a:lnTo>
                <a:lnTo>
                  <a:pt x="7" y="455"/>
                </a:lnTo>
                <a:lnTo>
                  <a:pt x="8" y="455"/>
                </a:lnTo>
                <a:lnTo>
                  <a:pt x="9" y="455"/>
                </a:lnTo>
                <a:lnTo>
                  <a:pt x="9" y="454"/>
                </a:lnTo>
                <a:lnTo>
                  <a:pt x="10" y="454"/>
                </a:lnTo>
                <a:lnTo>
                  <a:pt x="11" y="454"/>
                </a:lnTo>
                <a:lnTo>
                  <a:pt x="12" y="454"/>
                </a:lnTo>
                <a:lnTo>
                  <a:pt x="12" y="453"/>
                </a:lnTo>
                <a:lnTo>
                  <a:pt x="12" y="452"/>
                </a:lnTo>
                <a:lnTo>
                  <a:pt x="13" y="452"/>
                </a:lnTo>
                <a:lnTo>
                  <a:pt x="13" y="451"/>
                </a:lnTo>
                <a:lnTo>
                  <a:pt x="14" y="451"/>
                </a:lnTo>
                <a:lnTo>
                  <a:pt x="14" y="450"/>
                </a:lnTo>
                <a:lnTo>
                  <a:pt x="15" y="450"/>
                </a:lnTo>
                <a:lnTo>
                  <a:pt x="16" y="449"/>
                </a:lnTo>
                <a:lnTo>
                  <a:pt x="16" y="448"/>
                </a:lnTo>
                <a:lnTo>
                  <a:pt x="16" y="449"/>
                </a:lnTo>
                <a:lnTo>
                  <a:pt x="17" y="449"/>
                </a:lnTo>
                <a:lnTo>
                  <a:pt x="17" y="450"/>
                </a:lnTo>
                <a:lnTo>
                  <a:pt x="18" y="450"/>
                </a:lnTo>
                <a:lnTo>
                  <a:pt x="19" y="450"/>
                </a:lnTo>
                <a:lnTo>
                  <a:pt x="20" y="450"/>
                </a:lnTo>
                <a:lnTo>
                  <a:pt x="21" y="450"/>
                </a:lnTo>
                <a:lnTo>
                  <a:pt x="22" y="450"/>
                </a:lnTo>
                <a:lnTo>
                  <a:pt x="23" y="450"/>
                </a:lnTo>
                <a:lnTo>
                  <a:pt x="23" y="449"/>
                </a:lnTo>
                <a:lnTo>
                  <a:pt x="24" y="449"/>
                </a:lnTo>
                <a:lnTo>
                  <a:pt x="24" y="448"/>
                </a:lnTo>
                <a:lnTo>
                  <a:pt x="25" y="448"/>
                </a:lnTo>
                <a:lnTo>
                  <a:pt x="25" y="447"/>
                </a:lnTo>
                <a:lnTo>
                  <a:pt x="24" y="447"/>
                </a:lnTo>
                <a:lnTo>
                  <a:pt x="24" y="446"/>
                </a:lnTo>
                <a:lnTo>
                  <a:pt x="24" y="445"/>
                </a:lnTo>
                <a:lnTo>
                  <a:pt x="23" y="445"/>
                </a:lnTo>
                <a:lnTo>
                  <a:pt x="23" y="444"/>
                </a:lnTo>
                <a:lnTo>
                  <a:pt x="22" y="444"/>
                </a:lnTo>
                <a:lnTo>
                  <a:pt x="22" y="445"/>
                </a:lnTo>
                <a:lnTo>
                  <a:pt x="21" y="445"/>
                </a:lnTo>
                <a:lnTo>
                  <a:pt x="21" y="444"/>
                </a:lnTo>
                <a:lnTo>
                  <a:pt x="20" y="444"/>
                </a:lnTo>
                <a:lnTo>
                  <a:pt x="20" y="443"/>
                </a:lnTo>
                <a:lnTo>
                  <a:pt x="19" y="443"/>
                </a:lnTo>
                <a:lnTo>
                  <a:pt x="19" y="442"/>
                </a:lnTo>
                <a:lnTo>
                  <a:pt x="18" y="442"/>
                </a:lnTo>
                <a:lnTo>
                  <a:pt x="18" y="441"/>
                </a:lnTo>
                <a:lnTo>
                  <a:pt x="19" y="441"/>
                </a:lnTo>
                <a:lnTo>
                  <a:pt x="18" y="441"/>
                </a:lnTo>
                <a:lnTo>
                  <a:pt x="19" y="441"/>
                </a:lnTo>
                <a:lnTo>
                  <a:pt x="18" y="441"/>
                </a:lnTo>
                <a:lnTo>
                  <a:pt x="18" y="439"/>
                </a:lnTo>
                <a:lnTo>
                  <a:pt x="19" y="439"/>
                </a:lnTo>
                <a:lnTo>
                  <a:pt x="18" y="439"/>
                </a:lnTo>
                <a:lnTo>
                  <a:pt x="18" y="438"/>
                </a:lnTo>
                <a:lnTo>
                  <a:pt x="19" y="438"/>
                </a:lnTo>
                <a:lnTo>
                  <a:pt x="19" y="437"/>
                </a:lnTo>
                <a:lnTo>
                  <a:pt x="18" y="437"/>
                </a:lnTo>
                <a:lnTo>
                  <a:pt x="18" y="436"/>
                </a:lnTo>
                <a:lnTo>
                  <a:pt x="18" y="435"/>
                </a:lnTo>
                <a:lnTo>
                  <a:pt x="17" y="435"/>
                </a:lnTo>
                <a:lnTo>
                  <a:pt x="18" y="435"/>
                </a:lnTo>
                <a:lnTo>
                  <a:pt x="17" y="435"/>
                </a:lnTo>
                <a:lnTo>
                  <a:pt x="17" y="434"/>
                </a:lnTo>
                <a:lnTo>
                  <a:pt x="17" y="433"/>
                </a:lnTo>
                <a:lnTo>
                  <a:pt x="17" y="432"/>
                </a:lnTo>
                <a:lnTo>
                  <a:pt x="18" y="432"/>
                </a:lnTo>
                <a:lnTo>
                  <a:pt x="17" y="432"/>
                </a:lnTo>
                <a:lnTo>
                  <a:pt x="18" y="432"/>
                </a:lnTo>
                <a:lnTo>
                  <a:pt x="17" y="432"/>
                </a:lnTo>
                <a:lnTo>
                  <a:pt x="18" y="432"/>
                </a:lnTo>
                <a:lnTo>
                  <a:pt x="18" y="431"/>
                </a:lnTo>
                <a:lnTo>
                  <a:pt x="17" y="431"/>
                </a:lnTo>
                <a:lnTo>
                  <a:pt x="18" y="431"/>
                </a:lnTo>
                <a:lnTo>
                  <a:pt x="18" y="430"/>
                </a:lnTo>
                <a:lnTo>
                  <a:pt x="18" y="429"/>
                </a:lnTo>
                <a:lnTo>
                  <a:pt x="18" y="428"/>
                </a:lnTo>
                <a:lnTo>
                  <a:pt x="18" y="427"/>
                </a:lnTo>
                <a:lnTo>
                  <a:pt x="18" y="426"/>
                </a:lnTo>
                <a:lnTo>
                  <a:pt x="18" y="425"/>
                </a:lnTo>
                <a:lnTo>
                  <a:pt x="18" y="424"/>
                </a:lnTo>
                <a:lnTo>
                  <a:pt x="19" y="424"/>
                </a:lnTo>
                <a:lnTo>
                  <a:pt x="20" y="424"/>
                </a:lnTo>
                <a:lnTo>
                  <a:pt x="20" y="423"/>
                </a:lnTo>
                <a:lnTo>
                  <a:pt x="21" y="423"/>
                </a:lnTo>
                <a:lnTo>
                  <a:pt x="21" y="422"/>
                </a:lnTo>
                <a:lnTo>
                  <a:pt x="22" y="422"/>
                </a:lnTo>
                <a:lnTo>
                  <a:pt x="22" y="421"/>
                </a:lnTo>
                <a:lnTo>
                  <a:pt x="23" y="420"/>
                </a:lnTo>
                <a:lnTo>
                  <a:pt x="23" y="419"/>
                </a:lnTo>
                <a:lnTo>
                  <a:pt x="23" y="418"/>
                </a:lnTo>
                <a:lnTo>
                  <a:pt x="24" y="418"/>
                </a:lnTo>
                <a:lnTo>
                  <a:pt x="24" y="417"/>
                </a:lnTo>
                <a:lnTo>
                  <a:pt x="24" y="416"/>
                </a:lnTo>
                <a:lnTo>
                  <a:pt x="25" y="416"/>
                </a:lnTo>
                <a:lnTo>
                  <a:pt x="25" y="415"/>
                </a:lnTo>
                <a:lnTo>
                  <a:pt x="24" y="415"/>
                </a:lnTo>
                <a:lnTo>
                  <a:pt x="25" y="415"/>
                </a:lnTo>
                <a:lnTo>
                  <a:pt x="25" y="414"/>
                </a:lnTo>
                <a:lnTo>
                  <a:pt x="25" y="413"/>
                </a:lnTo>
                <a:lnTo>
                  <a:pt x="25" y="412"/>
                </a:lnTo>
                <a:lnTo>
                  <a:pt x="26" y="412"/>
                </a:lnTo>
                <a:lnTo>
                  <a:pt x="25" y="412"/>
                </a:lnTo>
                <a:lnTo>
                  <a:pt x="26" y="412"/>
                </a:lnTo>
                <a:lnTo>
                  <a:pt x="26" y="411"/>
                </a:lnTo>
                <a:lnTo>
                  <a:pt x="26" y="410"/>
                </a:lnTo>
                <a:lnTo>
                  <a:pt x="26" y="409"/>
                </a:lnTo>
                <a:lnTo>
                  <a:pt x="27" y="409"/>
                </a:lnTo>
                <a:lnTo>
                  <a:pt x="27" y="408"/>
                </a:lnTo>
                <a:lnTo>
                  <a:pt x="27" y="407"/>
                </a:lnTo>
                <a:lnTo>
                  <a:pt x="28" y="407"/>
                </a:lnTo>
                <a:lnTo>
                  <a:pt x="28" y="406"/>
                </a:lnTo>
                <a:lnTo>
                  <a:pt x="28" y="405"/>
                </a:lnTo>
                <a:lnTo>
                  <a:pt x="29" y="405"/>
                </a:lnTo>
                <a:lnTo>
                  <a:pt x="30" y="405"/>
                </a:lnTo>
                <a:lnTo>
                  <a:pt x="30" y="406"/>
                </a:lnTo>
                <a:lnTo>
                  <a:pt x="31" y="406"/>
                </a:lnTo>
                <a:lnTo>
                  <a:pt x="31" y="405"/>
                </a:lnTo>
                <a:lnTo>
                  <a:pt x="31" y="406"/>
                </a:lnTo>
                <a:lnTo>
                  <a:pt x="32" y="406"/>
                </a:lnTo>
                <a:lnTo>
                  <a:pt x="32" y="407"/>
                </a:lnTo>
                <a:lnTo>
                  <a:pt x="32" y="408"/>
                </a:lnTo>
                <a:lnTo>
                  <a:pt x="33" y="408"/>
                </a:lnTo>
                <a:lnTo>
                  <a:pt x="33" y="409"/>
                </a:lnTo>
                <a:lnTo>
                  <a:pt x="34" y="409"/>
                </a:lnTo>
                <a:lnTo>
                  <a:pt x="34" y="410"/>
                </a:lnTo>
                <a:lnTo>
                  <a:pt x="35" y="410"/>
                </a:lnTo>
                <a:lnTo>
                  <a:pt x="35" y="411"/>
                </a:lnTo>
                <a:lnTo>
                  <a:pt x="36" y="411"/>
                </a:lnTo>
                <a:lnTo>
                  <a:pt x="37" y="411"/>
                </a:lnTo>
                <a:lnTo>
                  <a:pt x="37" y="410"/>
                </a:lnTo>
                <a:lnTo>
                  <a:pt x="37" y="411"/>
                </a:lnTo>
                <a:lnTo>
                  <a:pt x="37" y="410"/>
                </a:lnTo>
                <a:lnTo>
                  <a:pt x="38" y="410"/>
                </a:lnTo>
                <a:lnTo>
                  <a:pt x="38" y="411"/>
                </a:lnTo>
                <a:lnTo>
                  <a:pt x="38" y="410"/>
                </a:lnTo>
                <a:lnTo>
                  <a:pt x="39" y="410"/>
                </a:lnTo>
                <a:lnTo>
                  <a:pt x="39" y="409"/>
                </a:lnTo>
                <a:lnTo>
                  <a:pt x="39" y="408"/>
                </a:lnTo>
                <a:lnTo>
                  <a:pt x="40" y="408"/>
                </a:lnTo>
                <a:lnTo>
                  <a:pt x="40" y="407"/>
                </a:lnTo>
                <a:lnTo>
                  <a:pt x="41" y="407"/>
                </a:lnTo>
                <a:lnTo>
                  <a:pt x="41" y="406"/>
                </a:lnTo>
                <a:lnTo>
                  <a:pt x="42" y="406"/>
                </a:lnTo>
                <a:lnTo>
                  <a:pt x="42" y="405"/>
                </a:lnTo>
                <a:lnTo>
                  <a:pt x="43" y="405"/>
                </a:lnTo>
                <a:lnTo>
                  <a:pt x="43" y="404"/>
                </a:lnTo>
                <a:lnTo>
                  <a:pt x="43" y="403"/>
                </a:lnTo>
                <a:lnTo>
                  <a:pt x="43" y="402"/>
                </a:lnTo>
                <a:lnTo>
                  <a:pt x="44" y="402"/>
                </a:lnTo>
                <a:lnTo>
                  <a:pt x="44" y="401"/>
                </a:lnTo>
                <a:lnTo>
                  <a:pt x="45" y="401"/>
                </a:lnTo>
                <a:lnTo>
                  <a:pt x="46" y="401"/>
                </a:lnTo>
                <a:lnTo>
                  <a:pt x="46" y="402"/>
                </a:lnTo>
                <a:lnTo>
                  <a:pt x="46" y="401"/>
                </a:lnTo>
                <a:lnTo>
                  <a:pt x="47" y="401"/>
                </a:lnTo>
                <a:lnTo>
                  <a:pt x="48" y="401"/>
                </a:lnTo>
                <a:lnTo>
                  <a:pt x="49" y="401"/>
                </a:lnTo>
                <a:lnTo>
                  <a:pt x="49" y="400"/>
                </a:lnTo>
                <a:lnTo>
                  <a:pt x="49" y="399"/>
                </a:lnTo>
                <a:lnTo>
                  <a:pt x="50" y="399"/>
                </a:lnTo>
                <a:lnTo>
                  <a:pt x="50" y="398"/>
                </a:lnTo>
                <a:lnTo>
                  <a:pt x="51" y="398"/>
                </a:lnTo>
                <a:lnTo>
                  <a:pt x="51" y="397"/>
                </a:lnTo>
                <a:lnTo>
                  <a:pt x="52" y="397"/>
                </a:lnTo>
                <a:lnTo>
                  <a:pt x="52" y="396"/>
                </a:lnTo>
                <a:lnTo>
                  <a:pt x="52" y="395"/>
                </a:lnTo>
                <a:lnTo>
                  <a:pt x="52" y="394"/>
                </a:lnTo>
                <a:lnTo>
                  <a:pt x="52" y="393"/>
                </a:lnTo>
                <a:lnTo>
                  <a:pt x="52" y="392"/>
                </a:lnTo>
                <a:lnTo>
                  <a:pt x="53" y="392"/>
                </a:lnTo>
                <a:lnTo>
                  <a:pt x="53" y="393"/>
                </a:lnTo>
                <a:lnTo>
                  <a:pt x="54" y="393"/>
                </a:lnTo>
                <a:lnTo>
                  <a:pt x="55" y="393"/>
                </a:lnTo>
                <a:lnTo>
                  <a:pt x="55" y="392"/>
                </a:lnTo>
                <a:lnTo>
                  <a:pt x="56" y="392"/>
                </a:lnTo>
                <a:lnTo>
                  <a:pt x="56" y="391"/>
                </a:lnTo>
                <a:lnTo>
                  <a:pt x="56" y="390"/>
                </a:lnTo>
                <a:lnTo>
                  <a:pt x="57" y="390"/>
                </a:lnTo>
                <a:lnTo>
                  <a:pt x="57" y="389"/>
                </a:lnTo>
                <a:lnTo>
                  <a:pt x="56" y="389"/>
                </a:lnTo>
                <a:lnTo>
                  <a:pt x="56" y="388"/>
                </a:lnTo>
                <a:lnTo>
                  <a:pt x="57" y="388"/>
                </a:lnTo>
                <a:lnTo>
                  <a:pt x="57" y="387"/>
                </a:lnTo>
                <a:lnTo>
                  <a:pt x="57" y="386"/>
                </a:lnTo>
                <a:lnTo>
                  <a:pt x="57" y="385"/>
                </a:lnTo>
                <a:lnTo>
                  <a:pt x="57" y="384"/>
                </a:lnTo>
                <a:lnTo>
                  <a:pt x="56" y="384"/>
                </a:lnTo>
                <a:lnTo>
                  <a:pt x="56" y="383"/>
                </a:lnTo>
                <a:lnTo>
                  <a:pt x="55" y="383"/>
                </a:lnTo>
                <a:lnTo>
                  <a:pt x="55" y="382"/>
                </a:lnTo>
                <a:lnTo>
                  <a:pt x="55" y="381"/>
                </a:lnTo>
                <a:lnTo>
                  <a:pt x="54" y="381"/>
                </a:lnTo>
                <a:lnTo>
                  <a:pt x="54" y="380"/>
                </a:lnTo>
                <a:lnTo>
                  <a:pt x="55" y="380"/>
                </a:lnTo>
                <a:lnTo>
                  <a:pt x="55" y="379"/>
                </a:lnTo>
                <a:lnTo>
                  <a:pt x="56" y="379"/>
                </a:lnTo>
                <a:lnTo>
                  <a:pt x="57" y="379"/>
                </a:lnTo>
                <a:lnTo>
                  <a:pt x="57" y="378"/>
                </a:lnTo>
                <a:lnTo>
                  <a:pt x="57" y="377"/>
                </a:lnTo>
                <a:lnTo>
                  <a:pt x="58" y="377"/>
                </a:lnTo>
                <a:lnTo>
                  <a:pt x="59" y="377"/>
                </a:lnTo>
                <a:lnTo>
                  <a:pt x="59" y="376"/>
                </a:lnTo>
                <a:lnTo>
                  <a:pt x="59" y="375"/>
                </a:lnTo>
                <a:lnTo>
                  <a:pt x="60" y="375"/>
                </a:lnTo>
                <a:lnTo>
                  <a:pt x="60" y="374"/>
                </a:lnTo>
                <a:lnTo>
                  <a:pt x="60" y="373"/>
                </a:lnTo>
                <a:lnTo>
                  <a:pt x="59" y="373"/>
                </a:lnTo>
                <a:lnTo>
                  <a:pt x="59" y="372"/>
                </a:lnTo>
                <a:lnTo>
                  <a:pt x="59" y="371"/>
                </a:lnTo>
                <a:lnTo>
                  <a:pt x="59" y="370"/>
                </a:lnTo>
                <a:lnTo>
                  <a:pt x="58" y="370"/>
                </a:lnTo>
                <a:lnTo>
                  <a:pt x="58" y="369"/>
                </a:lnTo>
                <a:lnTo>
                  <a:pt x="58" y="368"/>
                </a:lnTo>
                <a:lnTo>
                  <a:pt x="59" y="368"/>
                </a:lnTo>
                <a:lnTo>
                  <a:pt x="59" y="369"/>
                </a:lnTo>
                <a:lnTo>
                  <a:pt x="59" y="368"/>
                </a:lnTo>
                <a:lnTo>
                  <a:pt x="59" y="369"/>
                </a:lnTo>
                <a:lnTo>
                  <a:pt x="60" y="369"/>
                </a:lnTo>
                <a:lnTo>
                  <a:pt x="60" y="370"/>
                </a:lnTo>
                <a:lnTo>
                  <a:pt x="61" y="370"/>
                </a:lnTo>
                <a:lnTo>
                  <a:pt x="61" y="369"/>
                </a:lnTo>
                <a:lnTo>
                  <a:pt x="62" y="369"/>
                </a:lnTo>
                <a:lnTo>
                  <a:pt x="62" y="370"/>
                </a:lnTo>
                <a:lnTo>
                  <a:pt x="63" y="370"/>
                </a:lnTo>
                <a:lnTo>
                  <a:pt x="64" y="370"/>
                </a:lnTo>
                <a:lnTo>
                  <a:pt x="65" y="370"/>
                </a:lnTo>
                <a:lnTo>
                  <a:pt x="65" y="371"/>
                </a:lnTo>
                <a:lnTo>
                  <a:pt x="66" y="371"/>
                </a:lnTo>
                <a:lnTo>
                  <a:pt x="66" y="370"/>
                </a:lnTo>
                <a:lnTo>
                  <a:pt x="66" y="371"/>
                </a:lnTo>
                <a:lnTo>
                  <a:pt x="67" y="371"/>
                </a:lnTo>
                <a:lnTo>
                  <a:pt x="67" y="372"/>
                </a:lnTo>
                <a:lnTo>
                  <a:pt x="68" y="372"/>
                </a:lnTo>
                <a:lnTo>
                  <a:pt x="68" y="373"/>
                </a:lnTo>
                <a:lnTo>
                  <a:pt x="69" y="373"/>
                </a:lnTo>
                <a:lnTo>
                  <a:pt x="69" y="374"/>
                </a:lnTo>
                <a:lnTo>
                  <a:pt x="70" y="374"/>
                </a:lnTo>
                <a:lnTo>
                  <a:pt x="70" y="375"/>
                </a:lnTo>
                <a:lnTo>
                  <a:pt x="69" y="375"/>
                </a:lnTo>
                <a:lnTo>
                  <a:pt x="70" y="375"/>
                </a:lnTo>
                <a:lnTo>
                  <a:pt x="70" y="376"/>
                </a:lnTo>
                <a:lnTo>
                  <a:pt x="70" y="377"/>
                </a:lnTo>
                <a:lnTo>
                  <a:pt x="71" y="377"/>
                </a:lnTo>
                <a:lnTo>
                  <a:pt x="71" y="376"/>
                </a:lnTo>
                <a:lnTo>
                  <a:pt x="72" y="376"/>
                </a:lnTo>
                <a:lnTo>
                  <a:pt x="72" y="375"/>
                </a:lnTo>
                <a:lnTo>
                  <a:pt x="73" y="375"/>
                </a:lnTo>
                <a:lnTo>
                  <a:pt x="73" y="374"/>
                </a:lnTo>
                <a:lnTo>
                  <a:pt x="74" y="374"/>
                </a:lnTo>
                <a:lnTo>
                  <a:pt x="74" y="373"/>
                </a:lnTo>
                <a:lnTo>
                  <a:pt x="74" y="374"/>
                </a:lnTo>
                <a:lnTo>
                  <a:pt x="74" y="373"/>
                </a:lnTo>
                <a:lnTo>
                  <a:pt x="75" y="373"/>
                </a:lnTo>
                <a:lnTo>
                  <a:pt x="75" y="374"/>
                </a:lnTo>
                <a:lnTo>
                  <a:pt x="75" y="373"/>
                </a:lnTo>
                <a:lnTo>
                  <a:pt x="76" y="373"/>
                </a:lnTo>
                <a:lnTo>
                  <a:pt x="77" y="373"/>
                </a:lnTo>
                <a:lnTo>
                  <a:pt x="77" y="372"/>
                </a:lnTo>
                <a:lnTo>
                  <a:pt x="77" y="371"/>
                </a:lnTo>
                <a:lnTo>
                  <a:pt x="78" y="371"/>
                </a:lnTo>
                <a:lnTo>
                  <a:pt x="78" y="372"/>
                </a:lnTo>
                <a:lnTo>
                  <a:pt x="79" y="372"/>
                </a:lnTo>
                <a:lnTo>
                  <a:pt x="79" y="371"/>
                </a:lnTo>
                <a:lnTo>
                  <a:pt x="79" y="370"/>
                </a:lnTo>
                <a:lnTo>
                  <a:pt x="80" y="370"/>
                </a:lnTo>
                <a:lnTo>
                  <a:pt x="80" y="369"/>
                </a:lnTo>
                <a:lnTo>
                  <a:pt x="79" y="369"/>
                </a:lnTo>
                <a:lnTo>
                  <a:pt x="80" y="369"/>
                </a:lnTo>
                <a:lnTo>
                  <a:pt x="79" y="369"/>
                </a:lnTo>
                <a:lnTo>
                  <a:pt x="79" y="368"/>
                </a:lnTo>
                <a:lnTo>
                  <a:pt x="80" y="368"/>
                </a:lnTo>
                <a:lnTo>
                  <a:pt x="79" y="368"/>
                </a:lnTo>
                <a:lnTo>
                  <a:pt x="79" y="367"/>
                </a:lnTo>
                <a:lnTo>
                  <a:pt x="80" y="367"/>
                </a:lnTo>
                <a:lnTo>
                  <a:pt x="79" y="367"/>
                </a:lnTo>
                <a:lnTo>
                  <a:pt x="80" y="367"/>
                </a:lnTo>
                <a:lnTo>
                  <a:pt x="80" y="366"/>
                </a:lnTo>
                <a:lnTo>
                  <a:pt x="79" y="366"/>
                </a:lnTo>
                <a:lnTo>
                  <a:pt x="80" y="366"/>
                </a:lnTo>
                <a:lnTo>
                  <a:pt x="80" y="365"/>
                </a:lnTo>
                <a:lnTo>
                  <a:pt x="80" y="364"/>
                </a:lnTo>
                <a:lnTo>
                  <a:pt x="81" y="364"/>
                </a:lnTo>
                <a:lnTo>
                  <a:pt x="81" y="363"/>
                </a:lnTo>
                <a:lnTo>
                  <a:pt x="82" y="363"/>
                </a:lnTo>
                <a:lnTo>
                  <a:pt x="83" y="363"/>
                </a:lnTo>
                <a:lnTo>
                  <a:pt x="84" y="362"/>
                </a:lnTo>
                <a:lnTo>
                  <a:pt x="84" y="363"/>
                </a:lnTo>
                <a:lnTo>
                  <a:pt x="84" y="362"/>
                </a:lnTo>
                <a:lnTo>
                  <a:pt x="84" y="361"/>
                </a:lnTo>
                <a:lnTo>
                  <a:pt x="85" y="361"/>
                </a:lnTo>
                <a:lnTo>
                  <a:pt x="84" y="361"/>
                </a:lnTo>
                <a:lnTo>
                  <a:pt x="85" y="361"/>
                </a:lnTo>
                <a:lnTo>
                  <a:pt x="84" y="361"/>
                </a:lnTo>
                <a:lnTo>
                  <a:pt x="85" y="361"/>
                </a:lnTo>
                <a:lnTo>
                  <a:pt x="85" y="360"/>
                </a:lnTo>
                <a:lnTo>
                  <a:pt x="85" y="359"/>
                </a:lnTo>
                <a:lnTo>
                  <a:pt x="84" y="359"/>
                </a:lnTo>
                <a:lnTo>
                  <a:pt x="84" y="358"/>
                </a:lnTo>
                <a:lnTo>
                  <a:pt x="84" y="357"/>
                </a:lnTo>
                <a:lnTo>
                  <a:pt x="85" y="357"/>
                </a:lnTo>
                <a:lnTo>
                  <a:pt x="85" y="356"/>
                </a:lnTo>
                <a:lnTo>
                  <a:pt x="86" y="356"/>
                </a:lnTo>
                <a:lnTo>
                  <a:pt x="86" y="355"/>
                </a:lnTo>
                <a:lnTo>
                  <a:pt x="86" y="354"/>
                </a:lnTo>
                <a:lnTo>
                  <a:pt x="86" y="353"/>
                </a:lnTo>
                <a:lnTo>
                  <a:pt x="86" y="352"/>
                </a:lnTo>
                <a:lnTo>
                  <a:pt x="86" y="351"/>
                </a:lnTo>
                <a:lnTo>
                  <a:pt x="86" y="352"/>
                </a:lnTo>
                <a:lnTo>
                  <a:pt x="87" y="352"/>
                </a:lnTo>
                <a:lnTo>
                  <a:pt x="87" y="351"/>
                </a:lnTo>
                <a:lnTo>
                  <a:pt x="87" y="350"/>
                </a:lnTo>
                <a:lnTo>
                  <a:pt x="87" y="349"/>
                </a:lnTo>
                <a:lnTo>
                  <a:pt x="88" y="349"/>
                </a:lnTo>
                <a:lnTo>
                  <a:pt x="89" y="349"/>
                </a:lnTo>
                <a:lnTo>
                  <a:pt x="89" y="348"/>
                </a:lnTo>
                <a:lnTo>
                  <a:pt x="90" y="348"/>
                </a:lnTo>
                <a:lnTo>
                  <a:pt x="89" y="348"/>
                </a:lnTo>
                <a:lnTo>
                  <a:pt x="89" y="347"/>
                </a:lnTo>
                <a:lnTo>
                  <a:pt x="90" y="347"/>
                </a:lnTo>
                <a:lnTo>
                  <a:pt x="91" y="347"/>
                </a:lnTo>
                <a:lnTo>
                  <a:pt x="91" y="346"/>
                </a:lnTo>
                <a:lnTo>
                  <a:pt x="92" y="346"/>
                </a:lnTo>
                <a:lnTo>
                  <a:pt x="93" y="346"/>
                </a:lnTo>
                <a:lnTo>
                  <a:pt x="94" y="346"/>
                </a:lnTo>
                <a:lnTo>
                  <a:pt x="94" y="347"/>
                </a:lnTo>
                <a:lnTo>
                  <a:pt x="95" y="347"/>
                </a:lnTo>
                <a:lnTo>
                  <a:pt x="95" y="348"/>
                </a:lnTo>
                <a:lnTo>
                  <a:pt x="96" y="348"/>
                </a:lnTo>
                <a:lnTo>
                  <a:pt x="96" y="349"/>
                </a:lnTo>
                <a:lnTo>
                  <a:pt x="97" y="349"/>
                </a:lnTo>
                <a:lnTo>
                  <a:pt x="98" y="349"/>
                </a:lnTo>
                <a:lnTo>
                  <a:pt x="98" y="350"/>
                </a:lnTo>
                <a:lnTo>
                  <a:pt x="99" y="350"/>
                </a:lnTo>
                <a:lnTo>
                  <a:pt x="100" y="350"/>
                </a:lnTo>
                <a:lnTo>
                  <a:pt x="100" y="351"/>
                </a:lnTo>
                <a:lnTo>
                  <a:pt x="101" y="351"/>
                </a:lnTo>
                <a:lnTo>
                  <a:pt x="101" y="350"/>
                </a:lnTo>
                <a:lnTo>
                  <a:pt x="102" y="350"/>
                </a:lnTo>
                <a:lnTo>
                  <a:pt x="102" y="349"/>
                </a:lnTo>
                <a:lnTo>
                  <a:pt x="103" y="349"/>
                </a:lnTo>
                <a:lnTo>
                  <a:pt x="104" y="349"/>
                </a:lnTo>
                <a:lnTo>
                  <a:pt x="104" y="348"/>
                </a:lnTo>
                <a:lnTo>
                  <a:pt x="104" y="347"/>
                </a:lnTo>
                <a:lnTo>
                  <a:pt x="105" y="347"/>
                </a:lnTo>
                <a:lnTo>
                  <a:pt x="105" y="346"/>
                </a:lnTo>
                <a:lnTo>
                  <a:pt x="106" y="346"/>
                </a:lnTo>
                <a:lnTo>
                  <a:pt x="106" y="345"/>
                </a:lnTo>
                <a:lnTo>
                  <a:pt x="107" y="345"/>
                </a:lnTo>
                <a:lnTo>
                  <a:pt x="106" y="344"/>
                </a:lnTo>
                <a:lnTo>
                  <a:pt x="107" y="344"/>
                </a:lnTo>
                <a:lnTo>
                  <a:pt x="107" y="343"/>
                </a:lnTo>
                <a:lnTo>
                  <a:pt x="106" y="343"/>
                </a:lnTo>
                <a:lnTo>
                  <a:pt x="106" y="342"/>
                </a:lnTo>
                <a:lnTo>
                  <a:pt x="106" y="341"/>
                </a:lnTo>
                <a:lnTo>
                  <a:pt x="106" y="340"/>
                </a:lnTo>
                <a:lnTo>
                  <a:pt x="105" y="340"/>
                </a:lnTo>
                <a:lnTo>
                  <a:pt x="105" y="339"/>
                </a:lnTo>
                <a:lnTo>
                  <a:pt x="105" y="338"/>
                </a:lnTo>
                <a:lnTo>
                  <a:pt x="105" y="337"/>
                </a:lnTo>
                <a:lnTo>
                  <a:pt x="104" y="337"/>
                </a:lnTo>
                <a:lnTo>
                  <a:pt x="104" y="336"/>
                </a:lnTo>
                <a:lnTo>
                  <a:pt x="103" y="336"/>
                </a:lnTo>
                <a:lnTo>
                  <a:pt x="103" y="335"/>
                </a:lnTo>
                <a:lnTo>
                  <a:pt x="102" y="335"/>
                </a:lnTo>
                <a:lnTo>
                  <a:pt x="102" y="334"/>
                </a:lnTo>
                <a:lnTo>
                  <a:pt x="101" y="334"/>
                </a:lnTo>
                <a:lnTo>
                  <a:pt x="101" y="333"/>
                </a:lnTo>
                <a:lnTo>
                  <a:pt x="100" y="333"/>
                </a:lnTo>
                <a:lnTo>
                  <a:pt x="99" y="333"/>
                </a:lnTo>
                <a:lnTo>
                  <a:pt x="98" y="333"/>
                </a:lnTo>
                <a:lnTo>
                  <a:pt x="98" y="332"/>
                </a:lnTo>
                <a:lnTo>
                  <a:pt x="98" y="331"/>
                </a:lnTo>
                <a:lnTo>
                  <a:pt x="98" y="330"/>
                </a:lnTo>
                <a:lnTo>
                  <a:pt x="98" y="329"/>
                </a:lnTo>
                <a:lnTo>
                  <a:pt x="98" y="328"/>
                </a:lnTo>
                <a:lnTo>
                  <a:pt x="97" y="328"/>
                </a:lnTo>
                <a:lnTo>
                  <a:pt x="97" y="327"/>
                </a:lnTo>
                <a:lnTo>
                  <a:pt x="97" y="326"/>
                </a:lnTo>
                <a:lnTo>
                  <a:pt x="97" y="325"/>
                </a:lnTo>
                <a:lnTo>
                  <a:pt x="97" y="324"/>
                </a:lnTo>
                <a:lnTo>
                  <a:pt x="97" y="323"/>
                </a:lnTo>
                <a:lnTo>
                  <a:pt x="96" y="323"/>
                </a:lnTo>
                <a:lnTo>
                  <a:pt x="95" y="323"/>
                </a:lnTo>
                <a:lnTo>
                  <a:pt x="95" y="322"/>
                </a:lnTo>
                <a:lnTo>
                  <a:pt x="96" y="322"/>
                </a:lnTo>
                <a:lnTo>
                  <a:pt x="96" y="321"/>
                </a:lnTo>
                <a:lnTo>
                  <a:pt x="95" y="321"/>
                </a:lnTo>
                <a:lnTo>
                  <a:pt x="96" y="321"/>
                </a:lnTo>
                <a:lnTo>
                  <a:pt x="96" y="320"/>
                </a:lnTo>
                <a:lnTo>
                  <a:pt x="95" y="320"/>
                </a:lnTo>
                <a:lnTo>
                  <a:pt x="95" y="319"/>
                </a:lnTo>
                <a:lnTo>
                  <a:pt x="95" y="318"/>
                </a:lnTo>
                <a:lnTo>
                  <a:pt x="95" y="317"/>
                </a:lnTo>
                <a:lnTo>
                  <a:pt x="95" y="316"/>
                </a:lnTo>
                <a:lnTo>
                  <a:pt x="96" y="316"/>
                </a:lnTo>
                <a:lnTo>
                  <a:pt x="95" y="316"/>
                </a:lnTo>
                <a:lnTo>
                  <a:pt x="95" y="315"/>
                </a:lnTo>
                <a:lnTo>
                  <a:pt x="96" y="315"/>
                </a:lnTo>
                <a:lnTo>
                  <a:pt x="96" y="316"/>
                </a:lnTo>
                <a:lnTo>
                  <a:pt x="97" y="316"/>
                </a:lnTo>
                <a:lnTo>
                  <a:pt x="97" y="317"/>
                </a:lnTo>
                <a:lnTo>
                  <a:pt x="98" y="317"/>
                </a:lnTo>
                <a:lnTo>
                  <a:pt x="98" y="316"/>
                </a:lnTo>
                <a:lnTo>
                  <a:pt x="99" y="316"/>
                </a:lnTo>
                <a:lnTo>
                  <a:pt x="99" y="315"/>
                </a:lnTo>
                <a:lnTo>
                  <a:pt x="100" y="315"/>
                </a:lnTo>
                <a:lnTo>
                  <a:pt x="101" y="315"/>
                </a:lnTo>
                <a:lnTo>
                  <a:pt x="102" y="315"/>
                </a:lnTo>
                <a:lnTo>
                  <a:pt x="102" y="316"/>
                </a:lnTo>
                <a:lnTo>
                  <a:pt x="102" y="317"/>
                </a:lnTo>
                <a:lnTo>
                  <a:pt x="103" y="317"/>
                </a:lnTo>
                <a:lnTo>
                  <a:pt x="103" y="318"/>
                </a:lnTo>
                <a:lnTo>
                  <a:pt x="103" y="319"/>
                </a:lnTo>
                <a:lnTo>
                  <a:pt x="102" y="319"/>
                </a:lnTo>
                <a:lnTo>
                  <a:pt x="102" y="321"/>
                </a:lnTo>
                <a:lnTo>
                  <a:pt x="103" y="321"/>
                </a:lnTo>
                <a:lnTo>
                  <a:pt x="103" y="320"/>
                </a:lnTo>
                <a:lnTo>
                  <a:pt x="104" y="320"/>
                </a:lnTo>
                <a:lnTo>
                  <a:pt x="105" y="320"/>
                </a:lnTo>
                <a:lnTo>
                  <a:pt x="105" y="319"/>
                </a:lnTo>
                <a:lnTo>
                  <a:pt x="106" y="319"/>
                </a:lnTo>
                <a:lnTo>
                  <a:pt x="106" y="318"/>
                </a:lnTo>
                <a:lnTo>
                  <a:pt x="107" y="318"/>
                </a:lnTo>
                <a:lnTo>
                  <a:pt x="107" y="317"/>
                </a:lnTo>
                <a:lnTo>
                  <a:pt x="108" y="317"/>
                </a:lnTo>
                <a:lnTo>
                  <a:pt x="108" y="316"/>
                </a:lnTo>
                <a:lnTo>
                  <a:pt x="107" y="316"/>
                </a:lnTo>
                <a:lnTo>
                  <a:pt x="107" y="315"/>
                </a:lnTo>
                <a:lnTo>
                  <a:pt x="107" y="316"/>
                </a:lnTo>
                <a:lnTo>
                  <a:pt x="107" y="315"/>
                </a:lnTo>
                <a:lnTo>
                  <a:pt x="107" y="314"/>
                </a:lnTo>
                <a:lnTo>
                  <a:pt x="108" y="314"/>
                </a:lnTo>
                <a:lnTo>
                  <a:pt x="108" y="313"/>
                </a:lnTo>
                <a:lnTo>
                  <a:pt x="109" y="313"/>
                </a:lnTo>
                <a:lnTo>
                  <a:pt x="109" y="312"/>
                </a:lnTo>
                <a:lnTo>
                  <a:pt x="109" y="311"/>
                </a:lnTo>
                <a:lnTo>
                  <a:pt x="109" y="310"/>
                </a:lnTo>
                <a:lnTo>
                  <a:pt x="108" y="310"/>
                </a:lnTo>
                <a:lnTo>
                  <a:pt x="108" y="309"/>
                </a:lnTo>
                <a:lnTo>
                  <a:pt x="108" y="308"/>
                </a:lnTo>
                <a:lnTo>
                  <a:pt x="107" y="308"/>
                </a:lnTo>
                <a:lnTo>
                  <a:pt x="107" y="307"/>
                </a:lnTo>
                <a:lnTo>
                  <a:pt x="107" y="306"/>
                </a:lnTo>
                <a:lnTo>
                  <a:pt x="106" y="306"/>
                </a:lnTo>
                <a:lnTo>
                  <a:pt x="106" y="305"/>
                </a:lnTo>
                <a:lnTo>
                  <a:pt x="106" y="306"/>
                </a:lnTo>
                <a:lnTo>
                  <a:pt x="105" y="306"/>
                </a:lnTo>
                <a:lnTo>
                  <a:pt x="104" y="306"/>
                </a:lnTo>
                <a:lnTo>
                  <a:pt x="103" y="306"/>
                </a:lnTo>
                <a:lnTo>
                  <a:pt x="103" y="305"/>
                </a:lnTo>
                <a:lnTo>
                  <a:pt x="104" y="305"/>
                </a:lnTo>
                <a:lnTo>
                  <a:pt x="104" y="304"/>
                </a:lnTo>
                <a:lnTo>
                  <a:pt x="104" y="303"/>
                </a:lnTo>
                <a:lnTo>
                  <a:pt x="104" y="302"/>
                </a:lnTo>
                <a:lnTo>
                  <a:pt x="104" y="301"/>
                </a:lnTo>
                <a:lnTo>
                  <a:pt x="104" y="300"/>
                </a:lnTo>
                <a:lnTo>
                  <a:pt x="105" y="300"/>
                </a:lnTo>
                <a:lnTo>
                  <a:pt x="105" y="299"/>
                </a:lnTo>
                <a:lnTo>
                  <a:pt x="104" y="299"/>
                </a:lnTo>
                <a:lnTo>
                  <a:pt x="105" y="299"/>
                </a:lnTo>
                <a:lnTo>
                  <a:pt x="105" y="298"/>
                </a:lnTo>
                <a:lnTo>
                  <a:pt x="106" y="298"/>
                </a:lnTo>
                <a:lnTo>
                  <a:pt x="106" y="297"/>
                </a:lnTo>
                <a:lnTo>
                  <a:pt x="107" y="297"/>
                </a:lnTo>
                <a:lnTo>
                  <a:pt x="107" y="296"/>
                </a:lnTo>
                <a:lnTo>
                  <a:pt x="108" y="296"/>
                </a:lnTo>
                <a:lnTo>
                  <a:pt x="108" y="295"/>
                </a:lnTo>
                <a:lnTo>
                  <a:pt x="109" y="295"/>
                </a:lnTo>
                <a:lnTo>
                  <a:pt x="109" y="294"/>
                </a:lnTo>
                <a:lnTo>
                  <a:pt x="109" y="293"/>
                </a:lnTo>
                <a:lnTo>
                  <a:pt x="108" y="293"/>
                </a:lnTo>
                <a:lnTo>
                  <a:pt x="108" y="292"/>
                </a:lnTo>
                <a:lnTo>
                  <a:pt x="109" y="292"/>
                </a:lnTo>
                <a:lnTo>
                  <a:pt x="109" y="291"/>
                </a:lnTo>
                <a:lnTo>
                  <a:pt x="110" y="291"/>
                </a:lnTo>
                <a:lnTo>
                  <a:pt x="110" y="290"/>
                </a:lnTo>
                <a:lnTo>
                  <a:pt x="110" y="289"/>
                </a:lnTo>
                <a:lnTo>
                  <a:pt x="110" y="288"/>
                </a:lnTo>
                <a:lnTo>
                  <a:pt x="110" y="287"/>
                </a:lnTo>
                <a:lnTo>
                  <a:pt x="110" y="286"/>
                </a:lnTo>
                <a:lnTo>
                  <a:pt x="110" y="285"/>
                </a:lnTo>
                <a:lnTo>
                  <a:pt x="110" y="284"/>
                </a:lnTo>
                <a:lnTo>
                  <a:pt x="110" y="283"/>
                </a:lnTo>
                <a:lnTo>
                  <a:pt x="110" y="282"/>
                </a:lnTo>
                <a:lnTo>
                  <a:pt x="110" y="281"/>
                </a:lnTo>
                <a:lnTo>
                  <a:pt x="111" y="281"/>
                </a:lnTo>
                <a:lnTo>
                  <a:pt x="111" y="280"/>
                </a:lnTo>
                <a:lnTo>
                  <a:pt x="111" y="279"/>
                </a:lnTo>
                <a:lnTo>
                  <a:pt x="110" y="279"/>
                </a:lnTo>
                <a:lnTo>
                  <a:pt x="110" y="278"/>
                </a:lnTo>
                <a:lnTo>
                  <a:pt x="111" y="278"/>
                </a:lnTo>
                <a:lnTo>
                  <a:pt x="111" y="277"/>
                </a:lnTo>
                <a:lnTo>
                  <a:pt x="111" y="276"/>
                </a:lnTo>
                <a:lnTo>
                  <a:pt x="111" y="275"/>
                </a:lnTo>
                <a:lnTo>
                  <a:pt x="111" y="274"/>
                </a:lnTo>
                <a:lnTo>
                  <a:pt x="111" y="273"/>
                </a:lnTo>
                <a:lnTo>
                  <a:pt x="111" y="272"/>
                </a:lnTo>
                <a:lnTo>
                  <a:pt x="112" y="272"/>
                </a:lnTo>
                <a:lnTo>
                  <a:pt x="112" y="271"/>
                </a:lnTo>
                <a:lnTo>
                  <a:pt x="113" y="271"/>
                </a:lnTo>
                <a:lnTo>
                  <a:pt x="113" y="270"/>
                </a:lnTo>
                <a:lnTo>
                  <a:pt x="113" y="269"/>
                </a:lnTo>
                <a:lnTo>
                  <a:pt x="113" y="268"/>
                </a:lnTo>
                <a:lnTo>
                  <a:pt x="113" y="267"/>
                </a:lnTo>
                <a:lnTo>
                  <a:pt x="113" y="266"/>
                </a:lnTo>
                <a:lnTo>
                  <a:pt x="113" y="265"/>
                </a:lnTo>
                <a:lnTo>
                  <a:pt x="112" y="265"/>
                </a:lnTo>
                <a:lnTo>
                  <a:pt x="112" y="264"/>
                </a:lnTo>
                <a:lnTo>
                  <a:pt x="112" y="263"/>
                </a:lnTo>
                <a:lnTo>
                  <a:pt x="112" y="262"/>
                </a:lnTo>
                <a:lnTo>
                  <a:pt x="111" y="262"/>
                </a:lnTo>
                <a:lnTo>
                  <a:pt x="112" y="262"/>
                </a:lnTo>
                <a:lnTo>
                  <a:pt x="112" y="261"/>
                </a:lnTo>
                <a:lnTo>
                  <a:pt x="112" y="260"/>
                </a:lnTo>
                <a:lnTo>
                  <a:pt x="112" y="259"/>
                </a:lnTo>
                <a:lnTo>
                  <a:pt x="112" y="260"/>
                </a:lnTo>
                <a:lnTo>
                  <a:pt x="111" y="260"/>
                </a:lnTo>
                <a:lnTo>
                  <a:pt x="111" y="259"/>
                </a:lnTo>
                <a:lnTo>
                  <a:pt x="110" y="259"/>
                </a:lnTo>
                <a:lnTo>
                  <a:pt x="110" y="258"/>
                </a:lnTo>
                <a:lnTo>
                  <a:pt x="110" y="257"/>
                </a:lnTo>
                <a:lnTo>
                  <a:pt x="110" y="256"/>
                </a:lnTo>
                <a:lnTo>
                  <a:pt x="111" y="255"/>
                </a:lnTo>
                <a:lnTo>
                  <a:pt x="111" y="254"/>
                </a:lnTo>
                <a:lnTo>
                  <a:pt x="111" y="253"/>
                </a:lnTo>
                <a:lnTo>
                  <a:pt x="111" y="252"/>
                </a:lnTo>
                <a:lnTo>
                  <a:pt x="111" y="251"/>
                </a:lnTo>
                <a:lnTo>
                  <a:pt x="111" y="250"/>
                </a:lnTo>
                <a:lnTo>
                  <a:pt x="111" y="249"/>
                </a:lnTo>
                <a:lnTo>
                  <a:pt x="111" y="248"/>
                </a:lnTo>
                <a:lnTo>
                  <a:pt x="112" y="248"/>
                </a:lnTo>
                <a:lnTo>
                  <a:pt x="111" y="248"/>
                </a:lnTo>
                <a:lnTo>
                  <a:pt x="111" y="247"/>
                </a:lnTo>
                <a:lnTo>
                  <a:pt x="111" y="246"/>
                </a:lnTo>
                <a:lnTo>
                  <a:pt x="110" y="246"/>
                </a:lnTo>
                <a:lnTo>
                  <a:pt x="110" y="245"/>
                </a:lnTo>
                <a:lnTo>
                  <a:pt x="109" y="245"/>
                </a:lnTo>
                <a:lnTo>
                  <a:pt x="109" y="244"/>
                </a:lnTo>
                <a:lnTo>
                  <a:pt x="109" y="243"/>
                </a:lnTo>
                <a:lnTo>
                  <a:pt x="109" y="242"/>
                </a:lnTo>
                <a:lnTo>
                  <a:pt x="110" y="242"/>
                </a:lnTo>
                <a:lnTo>
                  <a:pt x="110" y="241"/>
                </a:lnTo>
                <a:lnTo>
                  <a:pt x="111" y="241"/>
                </a:lnTo>
                <a:lnTo>
                  <a:pt x="111" y="240"/>
                </a:lnTo>
                <a:lnTo>
                  <a:pt x="111" y="239"/>
                </a:lnTo>
                <a:lnTo>
                  <a:pt x="111" y="238"/>
                </a:lnTo>
                <a:lnTo>
                  <a:pt x="111" y="237"/>
                </a:lnTo>
                <a:lnTo>
                  <a:pt x="111" y="236"/>
                </a:lnTo>
                <a:lnTo>
                  <a:pt x="110" y="236"/>
                </a:lnTo>
                <a:lnTo>
                  <a:pt x="111" y="236"/>
                </a:lnTo>
                <a:lnTo>
                  <a:pt x="110" y="236"/>
                </a:lnTo>
                <a:lnTo>
                  <a:pt x="110" y="235"/>
                </a:lnTo>
                <a:lnTo>
                  <a:pt x="110" y="234"/>
                </a:lnTo>
                <a:lnTo>
                  <a:pt x="110" y="233"/>
                </a:lnTo>
                <a:lnTo>
                  <a:pt x="110" y="232"/>
                </a:lnTo>
                <a:lnTo>
                  <a:pt x="109" y="232"/>
                </a:lnTo>
                <a:lnTo>
                  <a:pt x="109" y="231"/>
                </a:lnTo>
                <a:lnTo>
                  <a:pt x="109" y="230"/>
                </a:lnTo>
                <a:lnTo>
                  <a:pt x="110" y="230"/>
                </a:lnTo>
                <a:lnTo>
                  <a:pt x="110" y="229"/>
                </a:lnTo>
                <a:lnTo>
                  <a:pt x="110" y="228"/>
                </a:lnTo>
                <a:lnTo>
                  <a:pt x="109" y="228"/>
                </a:lnTo>
                <a:lnTo>
                  <a:pt x="109" y="227"/>
                </a:lnTo>
                <a:lnTo>
                  <a:pt x="110" y="227"/>
                </a:lnTo>
                <a:lnTo>
                  <a:pt x="110" y="226"/>
                </a:lnTo>
                <a:lnTo>
                  <a:pt x="111" y="226"/>
                </a:lnTo>
                <a:lnTo>
                  <a:pt x="112" y="226"/>
                </a:lnTo>
                <a:lnTo>
                  <a:pt x="112" y="225"/>
                </a:lnTo>
                <a:lnTo>
                  <a:pt x="112" y="224"/>
                </a:lnTo>
                <a:lnTo>
                  <a:pt x="112" y="223"/>
                </a:lnTo>
                <a:lnTo>
                  <a:pt x="112" y="222"/>
                </a:lnTo>
                <a:lnTo>
                  <a:pt x="111" y="222"/>
                </a:lnTo>
                <a:lnTo>
                  <a:pt x="110" y="221"/>
                </a:lnTo>
                <a:lnTo>
                  <a:pt x="110" y="220"/>
                </a:lnTo>
                <a:lnTo>
                  <a:pt x="109" y="220"/>
                </a:lnTo>
                <a:lnTo>
                  <a:pt x="109" y="221"/>
                </a:lnTo>
                <a:lnTo>
                  <a:pt x="108" y="221"/>
                </a:lnTo>
                <a:lnTo>
                  <a:pt x="107" y="221"/>
                </a:lnTo>
                <a:lnTo>
                  <a:pt x="107" y="220"/>
                </a:lnTo>
                <a:lnTo>
                  <a:pt x="107" y="219"/>
                </a:lnTo>
                <a:lnTo>
                  <a:pt x="107" y="218"/>
                </a:lnTo>
                <a:lnTo>
                  <a:pt x="107" y="217"/>
                </a:lnTo>
                <a:lnTo>
                  <a:pt x="107" y="216"/>
                </a:lnTo>
                <a:lnTo>
                  <a:pt x="107" y="215"/>
                </a:lnTo>
                <a:lnTo>
                  <a:pt x="107" y="214"/>
                </a:lnTo>
                <a:lnTo>
                  <a:pt x="107" y="213"/>
                </a:lnTo>
                <a:lnTo>
                  <a:pt x="107" y="212"/>
                </a:lnTo>
                <a:lnTo>
                  <a:pt x="107" y="211"/>
                </a:lnTo>
                <a:lnTo>
                  <a:pt x="106" y="211"/>
                </a:lnTo>
                <a:lnTo>
                  <a:pt x="106" y="210"/>
                </a:lnTo>
                <a:lnTo>
                  <a:pt x="107" y="210"/>
                </a:lnTo>
                <a:lnTo>
                  <a:pt x="106" y="210"/>
                </a:lnTo>
                <a:lnTo>
                  <a:pt x="106" y="209"/>
                </a:lnTo>
                <a:lnTo>
                  <a:pt x="106" y="208"/>
                </a:lnTo>
                <a:lnTo>
                  <a:pt x="105" y="208"/>
                </a:lnTo>
                <a:lnTo>
                  <a:pt x="105" y="207"/>
                </a:lnTo>
                <a:lnTo>
                  <a:pt x="106" y="207"/>
                </a:lnTo>
                <a:lnTo>
                  <a:pt x="106" y="206"/>
                </a:lnTo>
                <a:lnTo>
                  <a:pt x="106" y="205"/>
                </a:lnTo>
                <a:lnTo>
                  <a:pt x="107" y="205"/>
                </a:lnTo>
                <a:lnTo>
                  <a:pt x="108" y="205"/>
                </a:lnTo>
                <a:lnTo>
                  <a:pt x="108" y="204"/>
                </a:lnTo>
                <a:lnTo>
                  <a:pt x="107" y="204"/>
                </a:lnTo>
                <a:lnTo>
                  <a:pt x="108" y="204"/>
                </a:lnTo>
                <a:lnTo>
                  <a:pt x="108" y="203"/>
                </a:lnTo>
                <a:lnTo>
                  <a:pt x="109" y="203"/>
                </a:lnTo>
                <a:lnTo>
                  <a:pt x="109" y="202"/>
                </a:lnTo>
                <a:lnTo>
                  <a:pt x="108" y="202"/>
                </a:lnTo>
                <a:lnTo>
                  <a:pt x="107" y="202"/>
                </a:lnTo>
                <a:lnTo>
                  <a:pt x="107" y="201"/>
                </a:lnTo>
                <a:lnTo>
                  <a:pt x="108" y="201"/>
                </a:lnTo>
                <a:lnTo>
                  <a:pt x="107" y="201"/>
                </a:lnTo>
                <a:lnTo>
                  <a:pt x="107" y="200"/>
                </a:lnTo>
                <a:lnTo>
                  <a:pt x="108" y="200"/>
                </a:lnTo>
                <a:lnTo>
                  <a:pt x="108" y="199"/>
                </a:lnTo>
                <a:lnTo>
                  <a:pt x="109" y="199"/>
                </a:lnTo>
                <a:lnTo>
                  <a:pt x="109" y="198"/>
                </a:lnTo>
                <a:lnTo>
                  <a:pt x="109" y="197"/>
                </a:lnTo>
                <a:lnTo>
                  <a:pt x="109" y="196"/>
                </a:lnTo>
                <a:lnTo>
                  <a:pt x="109" y="195"/>
                </a:lnTo>
                <a:lnTo>
                  <a:pt x="110" y="195"/>
                </a:lnTo>
                <a:lnTo>
                  <a:pt x="109" y="195"/>
                </a:lnTo>
                <a:lnTo>
                  <a:pt x="110" y="195"/>
                </a:lnTo>
                <a:lnTo>
                  <a:pt x="110" y="194"/>
                </a:lnTo>
                <a:lnTo>
                  <a:pt x="109" y="194"/>
                </a:lnTo>
                <a:lnTo>
                  <a:pt x="109" y="193"/>
                </a:lnTo>
                <a:lnTo>
                  <a:pt x="109" y="192"/>
                </a:lnTo>
                <a:lnTo>
                  <a:pt x="108" y="192"/>
                </a:lnTo>
                <a:lnTo>
                  <a:pt x="107" y="192"/>
                </a:lnTo>
                <a:lnTo>
                  <a:pt x="107" y="191"/>
                </a:lnTo>
                <a:lnTo>
                  <a:pt x="106" y="191"/>
                </a:lnTo>
                <a:lnTo>
                  <a:pt x="106" y="190"/>
                </a:lnTo>
                <a:lnTo>
                  <a:pt x="106" y="189"/>
                </a:lnTo>
                <a:lnTo>
                  <a:pt x="106" y="187"/>
                </a:lnTo>
                <a:lnTo>
                  <a:pt x="106" y="186"/>
                </a:lnTo>
                <a:lnTo>
                  <a:pt x="106" y="185"/>
                </a:lnTo>
                <a:lnTo>
                  <a:pt x="105" y="185"/>
                </a:lnTo>
                <a:lnTo>
                  <a:pt x="105" y="184"/>
                </a:lnTo>
                <a:lnTo>
                  <a:pt x="105" y="183"/>
                </a:lnTo>
                <a:lnTo>
                  <a:pt x="105" y="182"/>
                </a:lnTo>
                <a:lnTo>
                  <a:pt x="106" y="182"/>
                </a:lnTo>
                <a:lnTo>
                  <a:pt x="106" y="181"/>
                </a:lnTo>
                <a:lnTo>
                  <a:pt x="106" y="180"/>
                </a:lnTo>
                <a:lnTo>
                  <a:pt x="106" y="179"/>
                </a:lnTo>
                <a:lnTo>
                  <a:pt x="105" y="179"/>
                </a:lnTo>
                <a:lnTo>
                  <a:pt x="105" y="178"/>
                </a:lnTo>
                <a:lnTo>
                  <a:pt x="105" y="177"/>
                </a:lnTo>
                <a:lnTo>
                  <a:pt x="105" y="176"/>
                </a:lnTo>
                <a:lnTo>
                  <a:pt x="105" y="175"/>
                </a:lnTo>
                <a:lnTo>
                  <a:pt x="106" y="175"/>
                </a:lnTo>
                <a:lnTo>
                  <a:pt x="106" y="174"/>
                </a:lnTo>
                <a:lnTo>
                  <a:pt x="106" y="173"/>
                </a:lnTo>
                <a:lnTo>
                  <a:pt x="106" y="172"/>
                </a:lnTo>
                <a:lnTo>
                  <a:pt x="106" y="171"/>
                </a:lnTo>
                <a:lnTo>
                  <a:pt x="107" y="171"/>
                </a:lnTo>
                <a:lnTo>
                  <a:pt x="106" y="171"/>
                </a:lnTo>
                <a:lnTo>
                  <a:pt x="106" y="170"/>
                </a:lnTo>
                <a:lnTo>
                  <a:pt x="105" y="170"/>
                </a:lnTo>
                <a:lnTo>
                  <a:pt x="104" y="170"/>
                </a:lnTo>
                <a:lnTo>
                  <a:pt x="104" y="169"/>
                </a:lnTo>
                <a:lnTo>
                  <a:pt x="104" y="168"/>
                </a:lnTo>
                <a:lnTo>
                  <a:pt x="103" y="168"/>
                </a:lnTo>
                <a:lnTo>
                  <a:pt x="102" y="168"/>
                </a:lnTo>
                <a:lnTo>
                  <a:pt x="102" y="169"/>
                </a:lnTo>
                <a:lnTo>
                  <a:pt x="102" y="170"/>
                </a:lnTo>
                <a:lnTo>
                  <a:pt x="101" y="170"/>
                </a:lnTo>
                <a:lnTo>
                  <a:pt x="100" y="170"/>
                </a:lnTo>
                <a:lnTo>
                  <a:pt x="100" y="169"/>
                </a:lnTo>
                <a:lnTo>
                  <a:pt x="99" y="169"/>
                </a:lnTo>
                <a:lnTo>
                  <a:pt x="98" y="169"/>
                </a:lnTo>
                <a:lnTo>
                  <a:pt x="97" y="169"/>
                </a:lnTo>
                <a:lnTo>
                  <a:pt x="97" y="170"/>
                </a:lnTo>
                <a:lnTo>
                  <a:pt x="96" y="170"/>
                </a:lnTo>
                <a:lnTo>
                  <a:pt x="95" y="170"/>
                </a:lnTo>
                <a:lnTo>
                  <a:pt x="95" y="169"/>
                </a:lnTo>
                <a:lnTo>
                  <a:pt x="96" y="169"/>
                </a:lnTo>
                <a:lnTo>
                  <a:pt x="95" y="169"/>
                </a:lnTo>
                <a:lnTo>
                  <a:pt x="96" y="169"/>
                </a:lnTo>
                <a:lnTo>
                  <a:pt x="95" y="169"/>
                </a:lnTo>
                <a:lnTo>
                  <a:pt x="95" y="168"/>
                </a:lnTo>
                <a:lnTo>
                  <a:pt x="96" y="168"/>
                </a:lnTo>
                <a:lnTo>
                  <a:pt x="96" y="167"/>
                </a:lnTo>
                <a:lnTo>
                  <a:pt x="95" y="167"/>
                </a:lnTo>
                <a:lnTo>
                  <a:pt x="95" y="166"/>
                </a:lnTo>
                <a:lnTo>
                  <a:pt x="95" y="165"/>
                </a:lnTo>
                <a:lnTo>
                  <a:pt x="94" y="165"/>
                </a:lnTo>
                <a:lnTo>
                  <a:pt x="94" y="164"/>
                </a:lnTo>
                <a:lnTo>
                  <a:pt x="94" y="163"/>
                </a:lnTo>
                <a:lnTo>
                  <a:pt x="94" y="162"/>
                </a:lnTo>
                <a:lnTo>
                  <a:pt x="93" y="162"/>
                </a:lnTo>
                <a:lnTo>
                  <a:pt x="92" y="162"/>
                </a:lnTo>
                <a:lnTo>
                  <a:pt x="92" y="163"/>
                </a:lnTo>
                <a:lnTo>
                  <a:pt x="91" y="163"/>
                </a:lnTo>
                <a:lnTo>
                  <a:pt x="91" y="164"/>
                </a:lnTo>
                <a:lnTo>
                  <a:pt x="90" y="164"/>
                </a:lnTo>
                <a:lnTo>
                  <a:pt x="89" y="164"/>
                </a:lnTo>
                <a:lnTo>
                  <a:pt x="89" y="163"/>
                </a:lnTo>
                <a:lnTo>
                  <a:pt x="88" y="163"/>
                </a:lnTo>
                <a:lnTo>
                  <a:pt x="87" y="163"/>
                </a:lnTo>
                <a:lnTo>
                  <a:pt x="86" y="163"/>
                </a:lnTo>
                <a:lnTo>
                  <a:pt x="85" y="163"/>
                </a:lnTo>
                <a:lnTo>
                  <a:pt x="85" y="162"/>
                </a:lnTo>
                <a:lnTo>
                  <a:pt x="84" y="162"/>
                </a:lnTo>
                <a:lnTo>
                  <a:pt x="84" y="161"/>
                </a:lnTo>
                <a:lnTo>
                  <a:pt x="84" y="160"/>
                </a:lnTo>
                <a:lnTo>
                  <a:pt x="83" y="160"/>
                </a:lnTo>
                <a:lnTo>
                  <a:pt x="82" y="160"/>
                </a:lnTo>
                <a:lnTo>
                  <a:pt x="82" y="161"/>
                </a:lnTo>
                <a:lnTo>
                  <a:pt x="82" y="162"/>
                </a:lnTo>
                <a:lnTo>
                  <a:pt x="82" y="163"/>
                </a:lnTo>
                <a:lnTo>
                  <a:pt x="82" y="164"/>
                </a:lnTo>
                <a:lnTo>
                  <a:pt x="82" y="165"/>
                </a:lnTo>
                <a:lnTo>
                  <a:pt x="82" y="166"/>
                </a:lnTo>
                <a:lnTo>
                  <a:pt x="82" y="167"/>
                </a:lnTo>
                <a:lnTo>
                  <a:pt x="82" y="168"/>
                </a:lnTo>
                <a:lnTo>
                  <a:pt x="82" y="169"/>
                </a:lnTo>
                <a:lnTo>
                  <a:pt x="82" y="170"/>
                </a:lnTo>
                <a:lnTo>
                  <a:pt x="82" y="171"/>
                </a:lnTo>
                <a:lnTo>
                  <a:pt x="82" y="172"/>
                </a:lnTo>
                <a:lnTo>
                  <a:pt x="81" y="172"/>
                </a:lnTo>
                <a:lnTo>
                  <a:pt x="80" y="172"/>
                </a:lnTo>
                <a:lnTo>
                  <a:pt x="79" y="172"/>
                </a:lnTo>
                <a:lnTo>
                  <a:pt x="79" y="173"/>
                </a:lnTo>
                <a:lnTo>
                  <a:pt x="79" y="174"/>
                </a:lnTo>
                <a:lnTo>
                  <a:pt x="78" y="174"/>
                </a:lnTo>
                <a:lnTo>
                  <a:pt x="79" y="174"/>
                </a:lnTo>
                <a:lnTo>
                  <a:pt x="78" y="174"/>
                </a:lnTo>
                <a:lnTo>
                  <a:pt x="78" y="175"/>
                </a:lnTo>
                <a:lnTo>
                  <a:pt x="77" y="175"/>
                </a:lnTo>
                <a:lnTo>
                  <a:pt x="77" y="176"/>
                </a:lnTo>
                <a:lnTo>
                  <a:pt x="76" y="176"/>
                </a:lnTo>
                <a:lnTo>
                  <a:pt x="75" y="176"/>
                </a:lnTo>
                <a:lnTo>
                  <a:pt x="75" y="175"/>
                </a:lnTo>
                <a:lnTo>
                  <a:pt x="74" y="175"/>
                </a:lnTo>
                <a:lnTo>
                  <a:pt x="74" y="176"/>
                </a:lnTo>
                <a:lnTo>
                  <a:pt x="73" y="176"/>
                </a:lnTo>
                <a:lnTo>
                  <a:pt x="73" y="175"/>
                </a:lnTo>
                <a:lnTo>
                  <a:pt x="72" y="175"/>
                </a:lnTo>
                <a:lnTo>
                  <a:pt x="71" y="175"/>
                </a:lnTo>
                <a:lnTo>
                  <a:pt x="71" y="174"/>
                </a:lnTo>
                <a:lnTo>
                  <a:pt x="72" y="174"/>
                </a:lnTo>
                <a:lnTo>
                  <a:pt x="71" y="174"/>
                </a:lnTo>
                <a:lnTo>
                  <a:pt x="71" y="173"/>
                </a:lnTo>
                <a:lnTo>
                  <a:pt x="71" y="172"/>
                </a:lnTo>
                <a:lnTo>
                  <a:pt x="71" y="170"/>
                </a:lnTo>
                <a:lnTo>
                  <a:pt x="70" y="170"/>
                </a:lnTo>
                <a:lnTo>
                  <a:pt x="71" y="170"/>
                </a:lnTo>
                <a:lnTo>
                  <a:pt x="71" y="169"/>
                </a:lnTo>
                <a:lnTo>
                  <a:pt x="71" y="168"/>
                </a:lnTo>
                <a:lnTo>
                  <a:pt x="71" y="167"/>
                </a:lnTo>
                <a:lnTo>
                  <a:pt x="70" y="167"/>
                </a:lnTo>
                <a:lnTo>
                  <a:pt x="70" y="166"/>
                </a:lnTo>
                <a:lnTo>
                  <a:pt x="70" y="165"/>
                </a:lnTo>
                <a:lnTo>
                  <a:pt x="70" y="164"/>
                </a:lnTo>
                <a:lnTo>
                  <a:pt x="70" y="163"/>
                </a:lnTo>
                <a:lnTo>
                  <a:pt x="69" y="163"/>
                </a:lnTo>
                <a:lnTo>
                  <a:pt x="69" y="162"/>
                </a:lnTo>
                <a:lnTo>
                  <a:pt x="68" y="162"/>
                </a:lnTo>
                <a:lnTo>
                  <a:pt x="69" y="162"/>
                </a:lnTo>
                <a:lnTo>
                  <a:pt x="68" y="162"/>
                </a:lnTo>
                <a:lnTo>
                  <a:pt x="69" y="162"/>
                </a:lnTo>
                <a:lnTo>
                  <a:pt x="69" y="161"/>
                </a:lnTo>
                <a:lnTo>
                  <a:pt x="68" y="161"/>
                </a:lnTo>
                <a:lnTo>
                  <a:pt x="68" y="160"/>
                </a:lnTo>
                <a:lnTo>
                  <a:pt x="67" y="160"/>
                </a:lnTo>
                <a:lnTo>
                  <a:pt x="67" y="159"/>
                </a:lnTo>
                <a:lnTo>
                  <a:pt x="66" y="159"/>
                </a:lnTo>
                <a:lnTo>
                  <a:pt x="66" y="158"/>
                </a:lnTo>
                <a:lnTo>
                  <a:pt x="65" y="158"/>
                </a:lnTo>
                <a:lnTo>
                  <a:pt x="64" y="157"/>
                </a:lnTo>
                <a:lnTo>
                  <a:pt x="64" y="156"/>
                </a:lnTo>
                <a:lnTo>
                  <a:pt x="64" y="155"/>
                </a:lnTo>
                <a:lnTo>
                  <a:pt x="63" y="155"/>
                </a:lnTo>
                <a:lnTo>
                  <a:pt x="63" y="154"/>
                </a:lnTo>
                <a:lnTo>
                  <a:pt x="63" y="153"/>
                </a:lnTo>
                <a:lnTo>
                  <a:pt x="64" y="153"/>
                </a:lnTo>
                <a:lnTo>
                  <a:pt x="65" y="153"/>
                </a:lnTo>
                <a:lnTo>
                  <a:pt x="65" y="152"/>
                </a:lnTo>
                <a:lnTo>
                  <a:pt x="65" y="151"/>
                </a:lnTo>
                <a:lnTo>
                  <a:pt x="64" y="151"/>
                </a:lnTo>
                <a:lnTo>
                  <a:pt x="63" y="151"/>
                </a:lnTo>
                <a:lnTo>
                  <a:pt x="63" y="150"/>
                </a:lnTo>
                <a:lnTo>
                  <a:pt x="62" y="150"/>
                </a:lnTo>
                <a:lnTo>
                  <a:pt x="63" y="150"/>
                </a:lnTo>
                <a:lnTo>
                  <a:pt x="63" y="149"/>
                </a:lnTo>
                <a:lnTo>
                  <a:pt x="63" y="148"/>
                </a:lnTo>
                <a:lnTo>
                  <a:pt x="63" y="147"/>
                </a:lnTo>
                <a:lnTo>
                  <a:pt x="63" y="146"/>
                </a:lnTo>
                <a:lnTo>
                  <a:pt x="63" y="145"/>
                </a:lnTo>
                <a:lnTo>
                  <a:pt x="62" y="145"/>
                </a:lnTo>
                <a:lnTo>
                  <a:pt x="61" y="144"/>
                </a:lnTo>
                <a:lnTo>
                  <a:pt x="60" y="144"/>
                </a:lnTo>
                <a:lnTo>
                  <a:pt x="60" y="143"/>
                </a:lnTo>
                <a:lnTo>
                  <a:pt x="59" y="143"/>
                </a:lnTo>
                <a:lnTo>
                  <a:pt x="59" y="142"/>
                </a:lnTo>
                <a:lnTo>
                  <a:pt x="58" y="142"/>
                </a:lnTo>
                <a:lnTo>
                  <a:pt x="59" y="142"/>
                </a:lnTo>
                <a:lnTo>
                  <a:pt x="58" y="142"/>
                </a:lnTo>
                <a:lnTo>
                  <a:pt x="58" y="141"/>
                </a:lnTo>
                <a:lnTo>
                  <a:pt x="59" y="140"/>
                </a:lnTo>
                <a:lnTo>
                  <a:pt x="59" y="139"/>
                </a:lnTo>
                <a:lnTo>
                  <a:pt x="60" y="139"/>
                </a:lnTo>
                <a:lnTo>
                  <a:pt x="61" y="139"/>
                </a:lnTo>
                <a:lnTo>
                  <a:pt x="61" y="138"/>
                </a:lnTo>
                <a:lnTo>
                  <a:pt x="61" y="137"/>
                </a:lnTo>
                <a:lnTo>
                  <a:pt x="61" y="136"/>
                </a:lnTo>
                <a:lnTo>
                  <a:pt x="61" y="135"/>
                </a:lnTo>
                <a:lnTo>
                  <a:pt x="61" y="134"/>
                </a:lnTo>
                <a:lnTo>
                  <a:pt x="60" y="134"/>
                </a:lnTo>
                <a:lnTo>
                  <a:pt x="60" y="133"/>
                </a:lnTo>
                <a:lnTo>
                  <a:pt x="60" y="132"/>
                </a:lnTo>
                <a:lnTo>
                  <a:pt x="59" y="132"/>
                </a:lnTo>
                <a:lnTo>
                  <a:pt x="58" y="132"/>
                </a:lnTo>
                <a:lnTo>
                  <a:pt x="57" y="132"/>
                </a:lnTo>
                <a:lnTo>
                  <a:pt x="57" y="131"/>
                </a:lnTo>
                <a:lnTo>
                  <a:pt x="56" y="131"/>
                </a:lnTo>
                <a:lnTo>
                  <a:pt x="56" y="130"/>
                </a:lnTo>
                <a:lnTo>
                  <a:pt x="55" y="130"/>
                </a:lnTo>
                <a:lnTo>
                  <a:pt x="55" y="129"/>
                </a:lnTo>
                <a:lnTo>
                  <a:pt x="55" y="128"/>
                </a:lnTo>
                <a:lnTo>
                  <a:pt x="55" y="127"/>
                </a:lnTo>
                <a:lnTo>
                  <a:pt x="55" y="126"/>
                </a:lnTo>
                <a:lnTo>
                  <a:pt x="56" y="126"/>
                </a:lnTo>
                <a:lnTo>
                  <a:pt x="55" y="126"/>
                </a:lnTo>
                <a:lnTo>
                  <a:pt x="56" y="125"/>
                </a:lnTo>
                <a:lnTo>
                  <a:pt x="56" y="124"/>
                </a:lnTo>
                <a:lnTo>
                  <a:pt x="56" y="122"/>
                </a:lnTo>
                <a:lnTo>
                  <a:pt x="55" y="122"/>
                </a:lnTo>
                <a:lnTo>
                  <a:pt x="56" y="121"/>
                </a:lnTo>
                <a:lnTo>
                  <a:pt x="56" y="120"/>
                </a:lnTo>
                <a:lnTo>
                  <a:pt x="57" y="119"/>
                </a:lnTo>
                <a:lnTo>
                  <a:pt x="57" y="118"/>
                </a:lnTo>
                <a:lnTo>
                  <a:pt x="57" y="117"/>
                </a:lnTo>
                <a:lnTo>
                  <a:pt x="57" y="116"/>
                </a:lnTo>
                <a:lnTo>
                  <a:pt x="57" y="115"/>
                </a:lnTo>
                <a:lnTo>
                  <a:pt x="57" y="114"/>
                </a:lnTo>
                <a:lnTo>
                  <a:pt x="56" y="113"/>
                </a:lnTo>
                <a:lnTo>
                  <a:pt x="56" y="112"/>
                </a:lnTo>
                <a:lnTo>
                  <a:pt x="55" y="111"/>
                </a:lnTo>
                <a:lnTo>
                  <a:pt x="56" y="110"/>
                </a:lnTo>
                <a:lnTo>
                  <a:pt x="57" y="109"/>
                </a:lnTo>
                <a:lnTo>
                  <a:pt x="58" y="109"/>
                </a:lnTo>
                <a:lnTo>
                  <a:pt x="58" y="107"/>
                </a:lnTo>
                <a:lnTo>
                  <a:pt x="58" y="104"/>
                </a:lnTo>
                <a:lnTo>
                  <a:pt x="59" y="103"/>
                </a:lnTo>
                <a:lnTo>
                  <a:pt x="61" y="103"/>
                </a:lnTo>
                <a:lnTo>
                  <a:pt x="62" y="103"/>
                </a:lnTo>
                <a:lnTo>
                  <a:pt x="63" y="102"/>
                </a:lnTo>
                <a:lnTo>
                  <a:pt x="64" y="102"/>
                </a:lnTo>
                <a:lnTo>
                  <a:pt x="66" y="101"/>
                </a:lnTo>
                <a:lnTo>
                  <a:pt x="67" y="101"/>
                </a:lnTo>
                <a:lnTo>
                  <a:pt x="67" y="100"/>
                </a:lnTo>
                <a:lnTo>
                  <a:pt x="66" y="98"/>
                </a:lnTo>
                <a:lnTo>
                  <a:pt x="65" y="97"/>
                </a:lnTo>
                <a:lnTo>
                  <a:pt x="64" y="96"/>
                </a:lnTo>
                <a:lnTo>
                  <a:pt x="64" y="95"/>
                </a:lnTo>
                <a:lnTo>
                  <a:pt x="63" y="93"/>
                </a:lnTo>
                <a:lnTo>
                  <a:pt x="62" y="92"/>
                </a:lnTo>
                <a:lnTo>
                  <a:pt x="61" y="91"/>
                </a:lnTo>
                <a:lnTo>
                  <a:pt x="61" y="90"/>
                </a:lnTo>
                <a:lnTo>
                  <a:pt x="61" y="89"/>
                </a:lnTo>
                <a:lnTo>
                  <a:pt x="62" y="89"/>
                </a:lnTo>
                <a:lnTo>
                  <a:pt x="63" y="89"/>
                </a:lnTo>
                <a:lnTo>
                  <a:pt x="64" y="88"/>
                </a:lnTo>
                <a:lnTo>
                  <a:pt x="65" y="87"/>
                </a:lnTo>
                <a:lnTo>
                  <a:pt x="66" y="87"/>
                </a:lnTo>
                <a:lnTo>
                  <a:pt x="67" y="87"/>
                </a:lnTo>
                <a:lnTo>
                  <a:pt x="68" y="86"/>
                </a:lnTo>
                <a:lnTo>
                  <a:pt x="68" y="85"/>
                </a:lnTo>
                <a:lnTo>
                  <a:pt x="69" y="85"/>
                </a:lnTo>
                <a:lnTo>
                  <a:pt x="70" y="86"/>
                </a:lnTo>
                <a:lnTo>
                  <a:pt x="70" y="87"/>
                </a:lnTo>
                <a:lnTo>
                  <a:pt x="70" y="88"/>
                </a:lnTo>
                <a:lnTo>
                  <a:pt x="70" y="89"/>
                </a:lnTo>
                <a:lnTo>
                  <a:pt x="71" y="89"/>
                </a:lnTo>
                <a:lnTo>
                  <a:pt x="72" y="90"/>
                </a:lnTo>
                <a:lnTo>
                  <a:pt x="72" y="91"/>
                </a:lnTo>
                <a:lnTo>
                  <a:pt x="72" y="92"/>
                </a:lnTo>
                <a:lnTo>
                  <a:pt x="72" y="93"/>
                </a:lnTo>
                <a:lnTo>
                  <a:pt x="75" y="96"/>
                </a:lnTo>
                <a:lnTo>
                  <a:pt x="76" y="98"/>
                </a:lnTo>
                <a:lnTo>
                  <a:pt x="77" y="100"/>
                </a:lnTo>
                <a:lnTo>
                  <a:pt x="77" y="102"/>
                </a:lnTo>
                <a:lnTo>
                  <a:pt x="77" y="104"/>
                </a:lnTo>
                <a:lnTo>
                  <a:pt x="76" y="105"/>
                </a:lnTo>
                <a:lnTo>
                  <a:pt x="76" y="107"/>
                </a:lnTo>
                <a:lnTo>
                  <a:pt x="77" y="107"/>
                </a:lnTo>
                <a:lnTo>
                  <a:pt x="78" y="108"/>
                </a:lnTo>
                <a:lnTo>
                  <a:pt x="78" y="110"/>
                </a:lnTo>
                <a:lnTo>
                  <a:pt x="78" y="113"/>
                </a:lnTo>
                <a:lnTo>
                  <a:pt x="78" y="114"/>
                </a:lnTo>
                <a:lnTo>
                  <a:pt x="79" y="115"/>
                </a:lnTo>
                <a:lnTo>
                  <a:pt x="81" y="115"/>
                </a:lnTo>
                <a:lnTo>
                  <a:pt x="82" y="114"/>
                </a:lnTo>
                <a:lnTo>
                  <a:pt x="83" y="113"/>
                </a:lnTo>
                <a:lnTo>
                  <a:pt x="84" y="112"/>
                </a:lnTo>
                <a:lnTo>
                  <a:pt x="84" y="111"/>
                </a:lnTo>
                <a:lnTo>
                  <a:pt x="85" y="110"/>
                </a:lnTo>
                <a:lnTo>
                  <a:pt x="86" y="110"/>
                </a:lnTo>
                <a:lnTo>
                  <a:pt x="87" y="111"/>
                </a:lnTo>
                <a:lnTo>
                  <a:pt x="88" y="111"/>
                </a:lnTo>
                <a:lnTo>
                  <a:pt x="89" y="111"/>
                </a:lnTo>
                <a:lnTo>
                  <a:pt x="90" y="109"/>
                </a:lnTo>
                <a:lnTo>
                  <a:pt x="90" y="108"/>
                </a:lnTo>
                <a:lnTo>
                  <a:pt x="91" y="107"/>
                </a:lnTo>
                <a:lnTo>
                  <a:pt x="93" y="107"/>
                </a:lnTo>
                <a:lnTo>
                  <a:pt x="95" y="107"/>
                </a:lnTo>
                <a:lnTo>
                  <a:pt x="97" y="108"/>
                </a:lnTo>
                <a:lnTo>
                  <a:pt x="98" y="108"/>
                </a:lnTo>
                <a:lnTo>
                  <a:pt x="99" y="108"/>
                </a:lnTo>
                <a:lnTo>
                  <a:pt x="100" y="108"/>
                </a:lnTo>
                <a:lnTo>
                  <a:pt x="100" y="107"/>
                </a:lnTo>
                <a:lnTo>
                  <a:pt x="101" y="106"/>
                </a:lnTo>
                <a:lnTo>
                  <a:pt x="101" y="105"/>
                </a:lnTo>
                <a:lnTo>
                  <a:pt x="103" y="104"/>
                </a:lnTo>
                <a:lnTo>
                  <a:pt x="104" y="104"/>
                </a:lnTo>
                <a:lnTo>
                  <a:pt x="105" y="104"/>
                </a:lnTo>
                <a:lnTo>
                  <a:pt x="107" y="102"/>
                </a:lnTo>
                <a:lnTo>
                  <a:pt x="107" y="100"/>
                </a:lnTo>
                <a:lnTo>
                  <a:pt x="107" y="99"/>
                </a:lnTo>
                <a:lnTo>
                  <a:pt x="107" y="97"/>
                </a:lnTo>
                <a:lnTo>
                  <a:pt x="107" y="96"/>
                </a:lnTo>
                <a:lnTo>
                  <a:pt x="107" y="94"/>
                </a:lnTo>
                <a:lnTo>
                  <a:pt x="108" y="93"/>
                </a:lnTo>
                <a:lnTo>
                  <a:pt x="109" y="93"/>
                </a:lnTo>
                <a:lnTo>
                  <a:pt x="110" y="93"/>
                </a:lnTo>
                <a:lnTo>
                  <a:pt x="110" y="92"/>
                </a:lnTo>
                <a:lnTo>
                  <a:pt x="111" y="91"/>
                </a:lnTo>
                <a:lnTo>
                  <a:pt x="110" y="90"/>
                </a:lnTo>
                <a:lnTo>
                  <a:pt x="109" y="89"/>
                </a:lnTo>
                <a:lnTo>
                  <a:pt x="109" y="88"/>
                </a:lnTo>
                <a:lnTo>
                  <a:pt x="108" y="87"/>
                </a:lnTo>
                <a:lnTo>
                  <a:pt x="108" y="86"/>
                </a:lnTo>
                <a:lnTo>
                  <a:pt x="107" y="85"/>
                </a:lnTo>
                <a:lnTo>
                  <a:pt x="107" y="84"/>
                </a:lnTo>
                <a:lnTo>
                  <a:pt x="106" y="83"/>
                </a:lnTo>
                <a:lnTo>
                  <a:pt x="106" y="81"/>
                </a:lnTo>
                <a:lnTo>
                  <a:pt x="105" y="81"/>
                </a:lnTo>
                <a:lnTo>
                  <a:pt x="105" y="80"/>
                </a:lnTo>
                <a:lnTo>
                  <a:pt x="104" y="78"/>
                </a:lnTo>
                <a:lnTo>
                  <a:pt x="104" y="77"/>
                </a:lnTo>
                <a:lnTo>
                  <a:pt x="101" y="76"/>
                </a:lnTo>
                <a:lnTo>
                  <a:pt x="100" y="76"/>
                </a:lnTo>
                <a:lnTo>
                  <a:pt x="99" y="74"/>
                </a:lnTo>
                <a:lnTo>
                  <a:pt x="99" y="73"/>
                </a:lnTo>
                <a:lnTo>
                  <a:pt x="100" y="71"/>
                </a:lnTo>
                <a:lnTo>
                  <a:pt x="100" y="69"/>
                </a:lnTo>
                <a:lnTo>
                  <a:pt x="99" y="66"/>
                </a:lnTo>
                <a:lnTo>
                  <a:pt x="99" y="65"/>
                </a:lnTo>
                <a:lnTo>
                  <a:pt x="98" y="63"/>
                </a:lnTo>
                <a:lnTo>
                  <a:pt x="99" y="62"/>
                </a:lnTo>
                <a:lnTo>
                  <a:pt x="98" y="61"/>
                </a:lnTo>
                <a:lnTo>
                  <a:pt x="97" y="58"/>
                </a:lnTo>
                <a:lnTo>
                  <a:pt x="97" y="57"/>
                </a:lnTo>
                <a:lnTo>
                  <a:pt x="96" y="56"/>
                </a:lnTo>
                <a:lnTo>
                  <a:pt x="97" y="56"/>
                </a:lnTo>
                <a:lnTo>
                  <a:pt x="98" y="56"/>
                </a:lnTo>
                <a:lnTo>
                  <a:pt x="100" y="55"/>
                </a:lnTo>
                <a:lnTo>
                  <a:pt x="100" y="54"/>
                </a:lnTo>
                <a:lnTo>
                  <a:pt x="101" y="53"/>
                </a:lnTo>
                <a:lnTo>
                  <a:pt x="102" y="53"/>
                </a:lnTo>
                <a:lnTo>
                  <a:pt x="103" y="53"/>
                </a:lnTo>
                <a:lnTo>
                  <a:pt x="104" y="52"/>
                </a:lnTo>
                <a:lnTo>
                  <a:pt x="104" y="51"/>
                </a:lnTo>
                <a:lnTo>
                  <a:pt x="104" y="50"/>
                </a:lnTo>
                <a:lnTo>
                  <a:pt x="104" y="49"/>
                </a:lnTo>
                <a:lnTo>
                  <a:pt x="104" y="48"/>
                </a:lnTo>
                <a:lnTo>
                  <a:pt x="104" y="47"/>
                </a:lnTo>
                <a:lnTo>
                  <a:pt x="104" y="46"/>
                </a:lnTo>
                <a:lnTo>
                  <a:pt x="103" y="45"/>
                </a:lnTo>
                <a:lnTo>
                  <a:pt x="102" y="44"/>
                </a:lnTo>
                <a:lnTo>
                  <a:pt x="102" y="43"/>
                </a:lnTo>
                <a:lnTo>
                  <a:pt x="102" y="42"/>
                </a:lnTo>
                <a:lnTo>
                  <a:pt x="102" y="41"/>
                </a:lnTo>
                <a:lnTo>
                  <a:pt x="102" y="40"/>
                </a:lnTo>
                <a:lnTo>
                  <a:pt x="103" y="40"/>
                </a:lnTo>
                <a:lnTo>
                  <a:pt x="102" y="38"/>
                </a:lnTo>
                <a:lnTo>
                  <a:pt x="101" y="35"/>
                </a:lnTo>
                <a:lnTo>
                  <a:pt x="101" y="34"/>
                </a:lnTo>
                <a:lnTo>
                  <a:pt x="101" y="32"/>
                </a:lnTo>
                <a:lnTo>
                  <a:pt x="101" y="31"/>
                </a:lnTo>
                <a:lnTo>
                  <a:pt x="102" y="31"/>
                </a:lnTo>
                <a:lnTo>
                  <a:pt x="102" y="30"/>
                </a:lnTo>
                <a:lnTo>
                  <a:pt x="101" y="30"/>
                </a:lnTo>
                <a:lnTo>
                  <a:pt x="100" y="27"/>
                </a:lnTo>
                <a:lnTo>
                  <a:pt x="100" y="26"/>
                </a:lnTo>
                <a:lnTo>
                  <a:pt x="101" y="26"/>
                </a:lnTo>
                <a:lnTo>
                  <a:pt x="102" y="26"/>
                </a:lnTo>
                <a:lnTo>
                  <a:pt x="105" y="26"/>
                </a:lnTo>
                <a:lnTo>
                  <a:pt x="105" y="27"/>
                </a:lnTo>
                <a:lnTo>
                  <a:pt x="106" y="27"/>
                </a:lnTo>
                <a:lnTo>
                  <a:pt x="107" y="27"/>
                </a:lnTo>
                <a:lnTo>
                  <a:pt x="107" y="26"/>
                </a:lnTo>
                <a:lnTo>
                  <a:pt x="108" y="25"/>
                </a:lnTo>
                <a:lnTo>
                  <a:pt x="109" y="24"/>
                </a:lnTo>
                <a:lnTo>
                  <a:pt x="110" y="24"/>
                </a:lnTo>
                <a:lnTo>
                  <a:pt x="111" y="23"/>
                </a:lnTo>
                <a:lnTo>
                  <a:pt x="112" y="23"/>
                </a:lnTo>
                <a:lnTo>
                  <a:pt x="113" y="23"/>
                </a:lnTo>
                <a:lnTo>
                  <a:pt x="114" y="24"/>
                </a:lnTo>
                <a:lnTo>
                  <a:pt x="115" y="26"/>
                </a:lnTo>
                <a:lnTo>
                  <a:pt x="116" y="29"/>
                </a:lnTo>
                <a:lnTo>
                  <a:pt x="116" y="30"/>
                </a:lnTo>
                <a:lnTo>
                  <a:pt x="116" y="33"/>
                </a:lnTo>
                <a:lnTo>
                  <a:pt x="117" y="35"/>
                </a:lnTo>
                <a:lnTo>
                  <a:pt x="117" y="36"/>
                </a:lnTo>
                <a:lnTo>
                  <a:pt x="117" y="37"/>
                </a:lnTo>
                <a:lnTo>
                  <a:pt x="118" y="39"/>
                </a:lnTo>
                <a:lnTo>
                  <a:pt x="118" y="40"/>
                </a:lnTo>
                <a:lnTo>
                  <a:pt x="117" y="41"/>
                </a:lnTo>
                <a:lnTo>
                  <a:pt x="118" y="43"/>
                </a:lnTo>
                <a:lnTo>
                  <a:pt x="120" y="44"/>
                </a:lnTo>
                <a:lnTo>
                  <a:pt x="121" y="43"/>
                </a:lnTo>
                <a:lnTo>
                  <a:pt x="122" y="43"/>
                </a:lnTo>
                <a:lnTo>
                  <a:pt x="123" y="43"/>
                </a:lnTo>
                <a:lnTo>
                  <a:pt x="124" y="44"/>
                </a:lnTo>
                <a:lnTo>
                  <a:pt x="125" y="44"/>
                </a:lnTo>
                <a:lnTo>
                  <a:pt x="126" y="43"/>
                </a:lnTo>
                <a:lnTo>
                  <a:pt x="126" y="42"/>
                </a:lnTo>
                <a:lnTo>
                  <a:pt x="127" y="41"/>
                </a:lnTo>
                <a:lnTo>
                  <a:pt x="128" y="41"/>
                </a:lnTo>
                <a:lnTo>
                  <a:pt x="130" y="41"/>
                </a:lnTo>
                <a:lnTo>
                  <a:pt x="130" y="40"/>
                </a:lnTo>
                <a:lnTo>
                  <a:pt x="130" y="39"/>
                </a:lnTo>
                <a:lnTo>
                  <a:pt x="130" y="38"/>
                </a:lnTo>
                <a:lnTo>
                  <a:pt x="131" y="38"/>
                </a:lnTo>
                <a:lnTo>
                  <a:pt x="130" y="37"/>
                </a:lnTo>
                <a:lnTo>
                  <a:pt x="130" y="36"/>
                </a:lnTo>
                <a:lnTo>
                  <a:pt x="129" y="36"/>
                </a:lnTo>
                <a:lnTo>
                  <a:pt x="126" y="35"/>
                </a:lnTo>
                <a:lnTo>
                  <a:pt x="125" y="33"/>
                </a:lnTo>
                <a:lnTo>
                  <a:pt x="126" y="32"/>
                </a:lnTo>
                <a:lnTo>
                  <a:pt x="126" y="31"/>
                </a:lnTo>
                <a:lnTo>
                  <a:pt x="126" y="30"/>
                </a:lnTo>
                <a:lnTo>
                  <a:pt x="126" y="29"/>
                </a:lnTo>
                <a:lnTo>
                  <a:pt x="126" y="26"/>
                </a:lnTo>
                <a:lnTo>
                  <a:pt x="126" y="25"/>
                </a:lnTo>
                <a:lnTo>
                  <a:pt x="127" y="25"/>
                </a:lnTo>
                <a:lnTo>
                  <a:pt x="128" y="25"/>
                </a:lnTo>
                <a:lnTo>
                  <a:pt x="129" y="24"/>
                </a:lnTo>
                <a:lnTo>
                  <a:pt x="130" y="22"/>
                </a:lnTo>
                <a:lnTo>
                  <a:pt x="132" y="20"/>
                </a:lnTo>
                <a:lnTo>
                  <a:pt x="133" y="20"/>
                </a:lnTo>
                <a:lnTo>
                  <a:pt x="134" y="20"/>
                </a:lnTo>
                <a:lnTo>
                  <a:pt x="134" y="19"/>
                </a:lnTo>
                <a:lnTo>
                  <a:pt x="134" y="18"/>
                </a:lnTo>
                <a:lnTo>
                  <a:pt x="134" y="17"/>
                </a:lnTo>
                <a:lnTo>
                  <a:pt x="133" y="15"/>
                </a:lnTo>
                <a:lnTo>
                  <a:pt x="133" y="13"/>
                </a:lnTo>
                <a:lnTo>
                  <a:pt x="132" y="12"/>
                </a:lnTo>
                <a:lnTo>
                  <a:pt x="131" y="11"/>
                </a:lnTo>
                <a:lnTo>
                  <a:pt x="130" y="10"/>
                </a:lnTo>
                <a:lnTo>
                  <a:pt x="130" y="8"/>
                </a:lnTo>
                <a:lnTo>
                  <a:pt x="129" y="6"/>
                </a:lnTo>
                <a:lnTo>
                  <a:pt x="130" y="6"/>
                </a:lnTo>
                <a:lnTo>
                  <a:pt x="130" y="5"/>
                </a:lnTo>
                <a:lnTo>
                  <a:pt x="131" y="5"/>
                </a:lnTo>
                <a:lnTo>
                  <a:pt x="131" y="2"/>
                </a:lnTo>
                <a:lnTo>
                  <a:pt x="132" y="2"/>
                </a:lnTo>
                <a:lnTo>
                  <a:pt x="134" y="3"/>
                </a:lnTo>
                <a:lnTo>
                  <a:pt x="135" y="3"/>
                </a:lnTo>
                <a:lnTo>
                  <a:pt x="136" y="2"/>
                </a:lnTo>
                <a:lnTo>
                  <a:pt x="137" y="2"/>
                </a:lnTo>
                <a:lnTo>
                  <a:pt x="140" y="2"/>
                </a:lnTo>
                <a:lnTo>
                  <a:pt x="140" y="1"/>
                </a:lnTo>
                <a:lnTo>
                  <a:pt x="141" y="0"/>
                </a:lnTo>
                <a:lnTo>
                  <a:pt x="143" y="1"/>
                </a:lnTo>
                <a:close/>
              </a:path>
            </a:pathLst>
          </a:custGeom>
          <a:solidFill>
            <a:srgbClr val="F3FAD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9" name=""/>
          <p:cNvSpPr/>
          <p:nvPr/>
        </p:nvSpPr>
        <p:spPr>
          <a:xfrm>
            <a:off x="932760" y="3791880"/>
            <a:ext cx="672480" cy="354960"/>
          </a:xfrm>
          <a:custGeom>
            <a:avLst/>
            <a:gdLst/>
            <a:ahLst/>
            <a:rect l="0" t="0" r="r" b="b"/>
            <a:pathLst>
              <a:path w="1868" h="986">
                <a:moveTo>
                  <a:pt x="902" y="1"/>
                </a:moveTo>
                <a:lnTo>
                  <a:pt x="903" y="1"/>
                </a:lnTo>
                <a:lnTo>
                  <a:pt x="904" y="1"/>
                </a:lnTo>
                <a:lnTo>
                  <a:pt x="905" y="1"/>
                </a:lnTo>
                <a:lnTo>
                  <a:pt x="906" y="1"/>
                </a:lnTo>
                <a:lnTo>
                  <a:pt x="907" y="1"/>
                </a:lnTo>
                <a:lnTo>
                  <a:pt x="908" y="1"/>
                </a:lnTo>
                <a:lnTo>
                  <a:pt x="909" y="0"/>
                </a:lnTo>
                <a:lnTo>
                  <a:pt x="910" y="0"/>
                </a:lnTo>
                <a:lnTo>
                  <a:pt x="910" y="1"/>
                </a:lnTo>
                <a:lnTo>
                  <a:pt x="910" y="2"/>
                </a:lnTo>
                <a:lnTo>
                  <a:pt x="910" y="3"/>
                </a:lnTo>
                <a:lnTo>
                  <a:pt x="911" y="3"/>
                </a:lnTo>
                <a:lnTo>
                  <a:pt x="912" y="3"/>
                </a:lnTo>
                <a:lnTo>
                  <a:pt x="913" y="3"/>
                </a:lnTo>
                <a:lnTo>
                  <a:pt x="914" y="3"/>
                </a:lnTo>
                <a:lnTo>
                  <a:pt x="915" y="3"/>
                </a:lnTo>
                <a:lnTo>
                  <a:pt x="916" y="4"/>
                </a:lnTo>
                <a:lnTo>
                  <a:pt x="916" y="3"/>
                </a:lnTo>
                <a:lnTo>
                  <a:pt x="917" y="2"/>
                </a:lnTo>
                <a:lnTo>
                  <a:pt x="918" y="2"/>
                </a:lnTo>
                <a:lnTo>
                  <a:pt x="919" y="2"/>
                </a:lnTo>
                <a:lnTo>
                  <a:pt x="919" y="3"/>
                </a:lnTo>
                <a:lnTo>
                  <a:pt x="920" y="3"/>
                </a:lnTo>
                <a:lnTo>
                  <a:pt x="920" y="4"/>
                </a:lnTo>
                <a:lnTo>
                  <a:pt x="921" y="4"/>
                </a:lnTo>
                <a:lnTo>
                  <a:pt x="921" y="5"/>
                </a:lnTo>
                <a:lnTo>
                  <a:pt x="922" y="5"/>
                </a:lnTo>
                <a:lnTo>
                  <a:pt x="922" y="6"/>
                </a:lnTo>
                <a:lnTo>
                  <a:pt x="922" y="7"/>
                </a:lnTo>
                <a:lnTo>
                  <a:pt x="922" y="8"/>
                </a:lnTo>
                <a:lnTo>
                  <a:pt x="922" y="9"/>
                </a:lnTo>
                <a:lnTo>
                  <a:pt x="922" y="10"/>
                </a:lnTo>
                <a:lnTo>
                  <a:pt x="923" y="10"/>
                </a:lnTo>
                <a:lnTo>
                  <a:pt x="924" y="10"/>
                </a:lnTo>
                <a:lnTo>
                  <a:pt x="925" y="10"/>
                </a:lnTo>
                <a:lnTo>
                  <a:pt x="926" y="10"/>
                </a:lnTo>
                <a:lnTo>
                  <a:pt x="926" y="11"/>
                </a:lnTo>
                <a:lnTo>
                  <a:pt x="926" y="12"/>
                </a:lnTo>
                <a:lnTo>
                  <a:pt x="927" y="12"/>
                </a:lnTo>
                <a:lnTo>
                  <a:pt x="928" y="12"/>
                </a:lnTo>
                <a:lnTo>
                  <a:pt x="930" y="13"/>
                </a:lnTo>
                <a:lnTo>
                  <a:pt x="931" y="13"/>
                </a:lnTo>
                <a:lnTo>
                  <a:pt x="931" y="14"/>
                </a:lnTo>
                <a:lnTo>
                  <a:pt x="931" y="15"/>
                </a:lnTo>
                <a:lnTo>
                  <a:pt x="932" y="15"/>
                </a:lnTo>
                <a:lnTo>
                  <a:pt x="932" y="16"/>
                </a:lnTo>
                <a:lnTo>
                  <a:pt x="932" y="17"/>
                </a:lnTo>
                <a:lnTo>
                  <a:pt x="933" y="17"/>
                </a:lnTo>
                <a:lnTo>
                  <a:pt x="933" y="18"/>
                </a:lnTo>
                <a:lnTo>
                  <a:pt x="934" y="18"/>
                </a:lnTo>
                <a:lnTo>
                  <a:pt x="934" y="19"/>
                </a:lnTo>
                <a:lnTo>
                  <a:pt x="935" y="19"/>
                </a:lnTo>
                <a:lnTo>
                  <a:pt x="935" y="20"/>
                </a:lnTo>
                <a:lnTo>
                  <a:pt x="936" y="20"/>
                </a:lnTo>
                <a:lnTo>
                  <a:pt x="937" y="20"/>
                </a:lnTo>
                <a:lnTo>
                  <a:pt x="938" y="19"/>
                </a:lnTo>
                <a:lnTo>
                  <a:pt x="938" y="18"/>
                </a:lnTo>
                <a:lnTo>
                  <a:pt x="938" y="17"/>
                </a:lnTo>
                <a:lnTo>
                  <a:pt x="938" y="16"/>
                </a:lnTo>
                <a:lnTo>
                  <a:pt x="939" y="16"/>
                </a:lnTo>
                <a:lnTo>
                  <a:pt x="939" y="15"/>
                </a:lnTo>
                <a:lnTo>
                  <a:pt x="940" y="15"/>
                </a:lnTo>
                <a:lnTo>
                  <a:pt x="940" y="14"/>
                </a:lnTo>
                <a:lnTo>
                  <a:pt x="941" y="14"/>
                </a:lnTo>
                <a:lnTo>
                  <a:pt x="942" y="13"/>
                </a:lnTo>
                <a:lnTo>
                  <a:pt x="943" y="13"/>
                </a:lnTo>
                <a:lnTo>
                  <a:pt x="944" y="13"/>
                </a:lnTo>
                <a:lnTo>
                  <a:pt x="944" y="14"/>
                </a:lnTo>
                <a:lnTo>
                  <a:pt x="945" y="14"/>
                </a:lnTo>
                <a:lnTo>
                  <a:pt x="946" y="13"/>
                </a:lnTo>
                <a:lnTo>
                  <a:pt x="947" y="13"/>
                </a:lnTo>
                <a:lnTo>
                  <a:pt x="948" y="13"/>
                </a:lnTo>
                <a:lnTo>
                  <a:pt x="948" y="12"/>
                </a:lnTo>
                <a:lnTo>
                  <a:pt x="949" y="12"/>
                </a:lnTo>
                <a:lnTo>
                  <a:pt x="949" y="13"/>
                </a:lnTo>
                <a:lnTo>
                  <a:pt x="949" y="12"/>
                </a:lnTo>
                <a:lnTo>
                  <a:pt x="950" y="12"/>
                </a:lnTo>
                <a:lnTo>
                  <a:pt x="950" y="13"/>
                </a:lnTo>
                <a:lnTo>
                  <a:pt x="951" y="13"/>
                </a:lnTo>
                <a:lnTo>
                  <a:pt x="951" y="14"/>
                </a:lnTo>
                <a:lnTo>
                  <a:pt x="951" y="15"/>
                </a:lnTo>
                <a:lnTo>
                  <a:pt x="952" y="15"/>
                </a:lnTo>
                <a:lnTo>
                  <a:pt x="952" y="16"/>
                </a:lnTo>
                <a:lnTo>
                  <a:pt x="953" y="16"/>
                </a:lnTo>
                <a:lnTo>
                  <a:pt x="953" y="17"/>
                </a:lnTo>
                <a:lnTo>
                  <a:pt x="954" y="17"/>
                </a:lnTo>
                <a:lnTo>
                  <a:pt x="955" y="17"/>
                </a:lnTo>
                <a:lnTo>
                  <a:pt x="956" y="17"/>
                </a:lnTo>
                <a:lnTo>
                  <a:pt x="956" y="18"/>
                </a:lnTo>
                <a:lnTo>
                  <a:pt x="956" y="17"/>
                </a:lnTo>
                <a:lnTo>
                  <a:pt x="957" y="17"/>
                </a:lnTo>
                <a:lnTo>
                  <a:pt x="958" y="17"/>
                </a:lnTo>
                <a:lnTo>
                  <a:pt x="959" y="18"/>
                </a:lnTo>
                <a:lnTo>
                  <a:pt x="960" y="18"/>
                </a:lnTo>
                <a:lnTo>
                  <a:pt x="961" y="18"/>
                </a:lnTo>
                <a:lnTo>
                  <a:pt x="961" y="19"/>
                </a:lnTo>
                <a:lnTo>
                  <a:pt x="961" y="20"/>
                </a:lnTo>
                <a:lnTo>
                  <a:pt x="962" y="20"/>
                </a:lnTo>
                <a:lnTo>
                  <a:pt x="962" y="19"/>
                </a:lnTo>
                <a:lnTo>
                  <a:pt x="962" y="20"/>
                </a:lnTo>
                <a:lnTo>
                  <a:pt x="963" y="20"/>
                </a:lnTo>
                <a:lnTo>
                  <a:pt x="964" y="20"/>
                </a:lnTo>
                <a:lnTo>
                  <a:pt x="965" y="20"/>
                </a:lnTo>
                <a:lnTo>
                  <a:pt x="965" y="21"/>
                </a:lnTo>
                <a:lnTo>
                  <a:pt x="965" y="20"/>
                </a:lnTo>
                <a:lnTo>
                  <a:pt x="966" y="20"/>
                </a:lnTo>
                <a:lnTo>
                  <a:pt x="966" y="21"/>
                </a:lnTo>
                <a:lnTo>
                  <a:pt x="966" y="22"/>
                </a:lnTo>
                <a:lnTo>
                  <a:pt x="966" y="23"/>
                </a:lnTo>
                <a:lnTo>
                  <a:pt x="967" y="23"/>
                </a:lnTo>
                <a:lnTo>
                  <a:pt x="968" y="24"/>
                </a:lnTo>
                <a:lnTo>
                  <a:pt x="969" y="24"/>
                </a:lnTo>
                <a:lnTo>
                  <a:pt x="970" y="23"/>
                </a:lnTo>
                <a:lnTo>
                  <a:pt x="971" y="23"/>
                </a:lnTo>
                <a:lnTo>
                  <a:pt x="972" y="23"/>
                </a:lnTo>
                <a:lnTo>
                  <a:pt x="973" y="23"/>
                </a:lnTo>
                <a:lnTo>
                  <a:pt x="974" y="23"/>
                </a:lnTo>
                <a:lnTo>
                  <a:pt x="975" y="23"/>
                </a:lnTo>
                <a:lnTo>
                  <a:pt x="975" y="22"/>
                </a:lnTo>
                <a:lnTo>
                  <a:pt x="976" y="22"/>
                </a:lnTo>
                <a:lnTo>
                  <a:pt x="976" y="21"/>
                </a:lnTo>
                <a:lnTo>
                  <a:pt x="977" y="21"/>
                </a:lnTo>
                <a:lnTo>
                  <a:pt x="977" y="20"/>
                </a:lnTo>
                <a:lnTo>
                  <a:pt x="978" y="20"/>
                </a:lnTo>
                <a:lnTo>
                  <a:pt x="979" y="20"/>
                </a:lnTo>
                <a:lnTo>
                  <a:pt x="979" y="21"/>
                </a:lnTo>
                <a:lnTo>
                  <a:pt x="980" y="21"/>
                </a:lnTo>
                <a:lnTo>
                  <a:pt x="980" y="22"/>
                </a:lnTo>
                <a:lnTo>
                  <a:pt x="981" y="22"/>
                </a:lnTo>
                <a:lnTo>
                  <a:pt x="981" y="23"/>
                </a:lnTo>
                <a:lnTo>
                  <a:pt x="982" y="23"/>
                </a:lnTo>
                <a:lnTo>
                  <a:pt x="981" y="23"/>
                </a:lnTo>
                <a:lnTo>
                  <a:pt x="982" y="24"/>
                </a:lnTo>
                <a:lnTo>
                  <a:pt x="982" y="25"/>
                </a:lnTo>
                <a:lnTo>
                  <a:pt x="983" y="25"/>
                </a:lnTo>
                <a:lnTo>
                  <a:pt x="983" y="26"/>
                </a:lnTo>
                <a:lnTo>
                  <a:pt x="985" y="26"/>
                </a:lnTo>
                <a:lnTo>
                  <a:pt x="986" y="25"/>
                </a:lnTo>
                <a:lnTo>
                  <a:pt x="987" y="25"/>
                </a:lnTo>
                <a:lnTo>
                  <a:pt x="988" y="26"/>
                </a:lnTo>
                <a:lnTo>
                  <a:pt x="989" y="26"/>
                </a:lnTo>
                <a:lnTo>
                  <a:pt x="990" y="26"/>
                </a:lnTo>
                <a:lnTo>
                  <a:pt x="990" y="27"/>
                </a:lnTo>
                <a:lnTo>
                  <a:pt x="991" y="27"/>
                </a:lnTo>
                <a:lnTo>
                  <a:pt x="991" y="28"/>
                </a:lnTo>
                <a:lnTo>
                  <a:pt x="992" y="28"/>
                </a:lnTo>
                <a:lnTo>
                  <a:pt x="993" y="28"/>
                </a:lnTo>
                <a:lnTo>
                  <a:pt x="994" y="28"/>
                </a:lnTo>
                <a:lnTo>
                  <a:pt x="995" y="28"/>
                </a:lnTo>
                <a:lnTo>
                  <a:pt x="995" y="29"/>
                </a:lnTo>
                <a:lnTo>
                  <a:pt x="995" y="30"/>
                </a:lnTo>
                <a:lnTo>
                  <a:pt x="996" y="30"/>
                </a:lnTo>
                <a:lnTo>
                  <a:pt x="996" y="31"/>
                </a:lnTo>
                <a:lnTo>
                  <a:pt x="997" y="31"/>
                </a:lnTo>
                <a:lnTo>
                  <a:pt x="998" y="31"/>
                </a:lnTo>
                <a:lnTo>
                  <a:pt x="998" y="32"/>
                </a:lnTo>
                <a:lnTo>
                  <a:pt x="999" y="32"/>
                </a:lnTo>
                <a:lnTo>
                  <a:pt x="1000" y="32"/>
                </a:lnTo>
                <a:lnTo>
                  <a:pt x="1000" y="33"/>
                </a:lnTo>
                <a:lnTo>
                  <a:pt x="1000" y="34"/>
                </a:lnTo>
                <a:lnTo>
                  <a:pt x="1001" y="34"/>
                </a:lnTo>
                <a:lnTo>
                  <a:pt x="1001" y="33"/>
                </a:lnTo>
                <a:lnTo>
                  <a:pt x="1001" y="34"/>
                </a:lnTo>
                <a:lnTo>
                  <a:pt x="1002" y="34"/>
                </a:lnTo>
                <a:lnTo>
                  <a:pt x="1003" y="34"/>
                </a:lnTo>
                <a:lnTo>
                  <a:pt x="1003" y="35"/>
                </a:lnTo>
                <a:lnTo>
                  <a:pt x="1004" y="35"/>
                </a:lnTo>
                <a:lnTo>
                  <a:pt x="1005" y="35"/>
                </a:lnTo>
                <a:lnTo>
                  <a:pt x="1005" y="36"/>
                </a:lnTo>
                <a:lnTo>
                  <a:pt x="1006" y="36"/>
                </a:lnTo>
                <a:lnTo>
                  <a:pt x="1007" y="35"/>
                </a:lnTo>
                <a:lnTo>
                  <a:pt x="1008" y="35"/>
                </a:lnTo>
                <a:lnTo>
                  <a:pt x="1008" y="36"/>
                </a:lnTo>
                <a:lnTo>
                  <a:pt x="1009" y="36"/>
                </a:lnTo>
                <a:lnTo>
                  <a:pt x="1010" y="36"/>
                </a:lnTo>
                <a:lnTo>
                  <a:pt x="1010" y="37"/>
                </a:lnTo>
                <a:lnTo>
                  <a:pt x="1011" y="37"/>
                </a:lnTo>
                <a:lnTo>
                  <a:pt x="1011" y="38"/>
                </a:lnTo>
                <a:lnTo>
                  <a:pt x="1012" y="38"/>
                </a:lnTo>
                <a:lnTo>
                  <a:pt x="1014" y="38"/>
                </a:lnTo>
                <a:lnTo>
                  <a:pt x="1014" y="39"/>
                </a:lnTo>
                <a:lnTo>
                  <a:pt x="1015" y="39"/>
                </a:lnTo>
                <a:lnTo>
                  <a:pt x="1016" y="39"/>
                </a:lnTo>
                <a:lnTo>
                  <a:pt x="1017" y="39"/>
                </a:lnTo>
                <a:lnTo>
                  <a:pt x="1017" y="40"/>
                </a:lnTo>
                <a:lnTo>
                  <a:pt x="1018" y="40"/>
                </a:lnTo>
                <a:lnTo>
                  <a:pt x="1019" y="40"/>
                </a:lnTo>
                <a:lnTo>
                  <a:pt x="1019" y="39"/>
                </a:lnTo>
                <a:lnTo>
                  <a:pt x="1020" y="39"/>
                </a:lnTo>
                <a:lnTo>
                  <a:pt x="1021" y="40"/>
                </a:lnTo>
                <a:lnTo>
                  <a:pt x="1020" y="40"/>
                </a:lnTo>
                <a:lnTo>
                  <a:pt x="1019" y="40"/>
                </a:lnTo>
                <a:lnTo>
                  <a:pt x="1018" y="41"/>
                </a:lnTo>
                <a:lnTo>
                  <a:pt x="1017" y="41"/>
                </a:lnTo>
                <a:lnTo>
                  <a:pt x="1017" y="42"/>
                </a:lnTo>
                <a:lnTo>
                  <a:pt x="1016" y="42"/>
                </a:lnTo>
                <a:lnTo>
                  <a:pt x="1015" y="42"/>
                </a:lnTo>
                <a:lnTo>
                  <a:pt x="1015" y="43"/>
                </a:lnTo>
                <a:lnTo>
                  <a:pt x="1015" y="42"/>
                </a:lnTo>
                <a:lnTo>
                  <a:pt x="1015" y="43"/>
                </a:lnTo>
                <a:lnTo>
                  <a:pt x="1015" y="44"/>
                </a:lnTo>
                <a:lnTo>
                  <a:pt x="1014" y="44"/>
                </a:lnTo>
                <a:lnTo>
                  <a:pt x="1014" y="45"/>
                </a:lnTo>
                <a:lnTo>
                  <a:pt x="1013" y="45"/>
                </a:lnTo>
                <a:lnTo>
                  <a:pt x="1013" y="44"/>
                </a:lnTo>
                <a:lnTo>
                  <a:pt x="1012" y="45"/>
                </a:lnTo>
                <a:lnTo>
                  <a:pt x="1011" y="45"/>
                </a:lnTo>
                <a:lnTo>
                  <a:pt x="1011" y="46"/>
                </a:lnTo>
                <a:lnTo>
                  <a:pt x="1009" y="46"/>
                </a:lnTo>
                <a:lnTo>
                  <a:pt x="1008" y="46"/>
                </a:lnTo>
                <a:lnTo>
                  <a:pt x="1007" y="46"/>
                </a:lnTo>
                <a:lnTo>
                  <a:pt x="1006" y="47"/>
                </a:lnTo>
                <a:lnTo>
                  <a:pt x="1006" y="46"/>
                </a:lnTo>
                <a:lnTo>
                  <a:pt x="1005" y="46"/>
                </a:lnTo>
                <a:lnTo>
                  <a:pt x="1005" y="47"/>
                </a:lnTo>
                <a:lnTo>
                  <a:pt x="1005" y="46"/>
                </a:lnTo>
                <a:lnTo>
                  <a:pt x="1004" y="46"/>
                </a:lnTo>
                <a:lnTo>
                  <a:pt x="1004" y="47"/>
                </a:lnTo>
                <a:lnTo>
                  <a:pt x="1003" y="47"/>
                </a:lnTo>
                <a:lnTo>
                  <a:pt x="1002" y="47"/>
                </a:lnTo>
                <a:lnTo>
                  <a:pt x="1001" y="47"/>
                </a:lnTo>
                <a:lnTo>
                  <a:pt x="1000" y="47"/>
                </a:lnTo>
                <a:lnTo>
                  <a:pt x="999" y="47"/>
                </a:lnTo>
                <a:lnTo>
                  <a:pt x="999" y="46"/>
                </a:lnTo>
                <a:lnTo>
                  <a:pt x="998" y="46"/>
                </a:lnTo>
                <a:lnTo>
                  <a:pt x="998" y="47"/>
                </a:lnTo>
                <a:lnTo>
                  <a:pt x="997" y="47"/>
                </a:lnTo>
                <a:lnTo>
                  <a:pt x="997" y="46"/>
                </a:lnTo>
                <a:lnTo>
                  <a:pt x="996" y="46"/>
                </a:lnTo>
                <a:lnTo>
                  <a:pt x="996" y="45"/>
                </a:lnTo>
                <a:lnTo>
                  <a:pt x="995" y="45"/>
                </a:lnTo>
                <a:lnTo>
                  <a:pt x="994" y="45"/>
                </a:lnTo>
                <a:lnTo>
                  <a:pt x="994" y="46"/>
                </a:lnTo>
                <a:lnTo>
                  <a:pt x="994" y="47"/>
                </a:lnTo>
                <a:lnTo>
                  <a:pt x="993" y="47"/>
                </a:lnTo>
                <a:lnTo>
                  <a:pt x="993" y="48"/>
                </a:lnTo>
                <a:lnTo>
                  <a:pt x="994" y="48"/>
                </a:lnTo>
                <a:lnTo>
                  <a:pt x="994" y="49"/>
                </a:lnTo>
                <a:lnTo>
                  <a:pt x="995" y="49"/>
                </a:lnTo>
                <a:lnTo>
                  <a:pt x="995" y="50"/>
                </a:lnTo>
                <a:lnTo>
                  <a:pt x="996" y="50"/>
                </a:lnTo>
                <a:lnTo>
                  <a:pt x="995" y="50"/>
                </a:lnTo>
                <a:lnTo>
                  <a:pt x="995" y="51"/>
                </a:lnTo>
                <a:lnTo>
                  <a:pt x="995" y="52"/>
                </a:lnTo>
                <a:lnTo>
                  <a:pt x="995" y="53"/>
                </a:lnTo>
                <a:lnTo>
                  <a:pt x="996" y="54"/>
                </a:lnTo>
                <a:lnTo>
                  <a:pt x="996" y="55"/>
                </a:lnTo>
                <a:lnTo>
                  <a:pt x="995" y="56"/>
                </a:lnTo>
                <a:lnTo>
                  <a:pt x="995" y="58"/>
                </a:lnTo>
                <a:lnTo>
                  <a:pt x="996" y="58"/>
                </a:lnTo>
                <a:lnTo>
                  <a:pt x="997" y="58"/>
                </a:lnTo>
                <a:lnTo>
                  <a:pt x="997" y="59"/>
                </a:lnTo>
                <a:lnTo>
                  <a:pt x="998" y="59"/>
                </a:lnTo>
                <a:lnTo>
                  <a:pt x="999" y="59"/>
                </a:lnTo>
                <a:lnTo>
                  <a:pt x="999" y="60"/>
                </a:lnTo>
                <a:lnTo>
                  <a:pt x="1000" y="60"/>
                </a:lnTo>
                <a:lnTo>
                  <a:pt x="1000" y="59"/>
                </a:lnTo>
                <a:lnTo>
                  <a:pt x="1001" y="59"/>
                </a:lnTo>
                <a:lnTo>
                  <a:pt x="1001" y="60"/>
                </a:lnTo>
                <a:lnTo>
                  <a:pt x="1002" y="60"/>
                </a:lnTo>
                <a:lnTo>
                  <a:pt x="1003" y="60"/>
                </a:lnTo>
                <a:lnTo>
                  <a:pt x="1004" y="61"/>
                </a:lnTo>
                <a:lnTo>
                  <a:pt x="1005" y="61"/>
                </a:lnTo>
                <a:lnTo>
                  <a:pt x="1005" y="62"/>
                </a:lnTo>
                <a:lnTo>
                  <a:pt x="1006" y="62"/>
                </a:lnTo>
                <a:lnTo>
                  <a:pt x="1007" y="62"/>
                </a:lnTo>
                <a:lnTo>
                  <a:pt x="1006" y="62"/>
                </a:lnTo>
                <a:lnTo>
                  <a:pt x="1005" y="62"/>
                </a:lnTo>
                <a:lnTo>
                  <a:pt x="1004" y="62"/>
                </a:lnTo>
                <a:lnTo>
                  <a:pt x="1004" y="63"/>
                </a:lnTo>
                <a:lnTo>
                  <a:pt x="1005" y="63"/>
                </a:lnTo>
                <a:lnTo>
                  <a:pt x="1006" y="63"/>
                </a:lnTo>
                <a:lnTo>
                  <a:pt x="1006" y="64"/>
                </a:lnTo>
                <a:lnTo>
                  <a:pt x="1007" y="64"/>
                </a:lnTo>
                <a:lnTo>
                  <a:pt x="1009" y="64"/>
                </a:lnTo>
                <a:lnTo>
                  <a:pt x="1010" y="64"/>
                </a:lnTo>
                <a:lnTo>
                  <a:pt x="1011" y="64"/>
                </a:lnTo>
                <a:lnTo>
                  <a:pt x="1012" y="64"/>
                </a:lnTo>
                <a:lnTo>
                  <a:pt x="1013" y="64"/>
                </a:lnTo>
                <a:lnTo>
                  <a:pt x="1015" y="64"/>
                </a:lnTo>
                <a:lnTo>
                  <a:pt x="1015" y="65"/>
                </a:lnTo>
                <a:lnTo>
                  <a:pt x="1016" y="65"/>
                </a:lnTo>
                <a:lnTo>
                  <a:pt x="1017" y="65"/>
                </a:lnTo>
                <a:lnTo>
                  <a:pt x="1018" y="65"/>
                </a:lnTo>
                <a:lnTo>
                  <a:pt x="1019" y="65"/>
                </a:lnTo>
                <a:lnTo>
                  <a:pt x="1020" y="65"/>
                </a:lnTo>
                <a:lnTo>
                  <a:pt x="1021" y="65"/>
                </a:lnTo>
                <a:lnTo>
                  <a:pt x="1022" y="65"/>
                </a:lnTo>
                <a:lnTo>
                  <a:pt x="1022" y="64"/>
                </a:lnTo>
                <a:lnTo>
                  <a:pt x="1023" y="64"/>
                </a:lnTo>
                <a:lnTo>
                  <a:pt x="1024" y="64"/>
                </a:lnTo>
                <a:lnTo>
                  <a:pt x="1025" y="64"/>
                </a:lnTo>
                <a:lnTo>
                  <a:pt x="1026" y="64"/>
                </a:lnTo>
                <a:lnTo>
                  <a:pt x="1027" y="64"/>
                </a:lnTo>
                <a:lnTo>
                  <a:pt x="1028" y="64"/>
                </a:lnTo>
                <a:lnTo>
                  <a:pt x="1029" y="65"/>
                </a:lnTo>
                <a:lnTo>
                  <a:pt x="1029" y="66"/>
                </a:lnTo>
                <a:lnTo>
                  <a:pt x="1028" y="66"/>
                </a:lnTo>
                <a:lnTo>
                  <a:pt x="1027" y="67"/>
                </a:lnTo>
                <a:lnTo>
                  <a:pt x="1027" y="68"/>
                </a:lnTo>
                <a:lnTo>
                  <a:pt x="1027" y="69"/>
                </a:lnTo>
                <a:lnTo>
                  <a:pt x="1026" y="70"/>
                </a:lnTo>
                <a:lnTo>
                  <a:pt x="1026" y="71"/>
                </a:lnTo>
                <a:lnTo>
                  <a:pt x="1027" y="72"/>
                </a:lnTo>
                <a:lnTo>
                  <a:pt x="1027" y="73"/>
                </a:lnTo>
                <a:lnTo>
                  <a:pt x="1027" y="74"/>
                </a:lnTo>
                <a:lnTo>
                  <a:pt x="1026" y="74"/>
                </a:lnTo>
                <a:lnTo>
                  <a:pt x="1025" y="74"/>
                </a:lnTo>
                <a:lnTo>
                  <a:pt x="1024" y="74"/>
                </a:lnTo>
                <a:lnTo>
                  <a:pt x="1024" y="75"/>
                </a:lnTo>
                <a:lnTo>
                  <a:pt x="1024" y="76"/>
                </a:lnTo>
                <a:lnTo>
                  <a:pt x="1025" y="76"/>
                </a:lnTo>
                <a:lnTo>
                  <a:pt x="1025" y="77"/>
                </a:lnTo>
                <a:lnTo>
                  <a:pt x="1024" y="77"/>
                </a:lnTo>
                <a:lnTo>
                  <a:pt x="1024" y="78"/>
                </a:lnTo>
                <a:lnTo>
                  <a:pt x="1024" y="79"/>
                </a:lnTo>
                <a:lnTo>
                  <a:pt x="1025" y="79"/>
                </a:lnTo>
                <a:lnTo>
                  <a:pt x="1024" y="80"/>
                </a:lnTo>
                <a:lnTo>
                  <a:pt x="1024" y="81"/>
                </a:lnTo>
                <a:lnTo>
                  <a:pt x="1024" y="83"/>
                </a:lnTo>
                <a:lnTo>
                  <a:pt x="1024" y="84"/>
                </a:lnTo>
                <a:lnTo>
                  <a:pt x="1024" y="85"/>
                </a:lnTo>
                <a:lnTo>
                  <a:pt x="1023" y="85"/>
                </a:lnTo>
                <a:lnTo>
                  <a:pt x="1023" y="84"/>
                </a:lnTo>
                <a:lnTo>
                  <a:pt x="1023" y="85"/>
                </a:lnTo>
                <a:lnTo>
                  <a:pt x="1022" y="85"/>
                </a:lnTo>
                <a:lnTo>
                  <a:pt x="1022" y="86"/>
                </a:lnTo>
                <a:lnTo>
                  <a:pt x="1023" y="86"/>
                </a:lnTo>
                <a:lnTo>
                  <a:pt x="1023" y="87"/>
                </a:lnTo>
                <a:lnTo>
                  <a:pt x="1024" y="88"/>
                </a:lnTo>
                <a:lnTo>
                  <a:pt x="1024" y="89"/>
                </a:lnTo>
                <a:lnTo>
                  <a:pt x="1025" y="89"/>
                </a:lnTo>
                <a:lnTo>
                  <a:pt x="1025" y="90"/>
                </a:lnTo>
                <a:lnTo>
                  <a:pt x="1026" y="90"/>
                </a:lnTo>
                <a:lnTo>
                  <a:pt x="1026" y="92"/>
                </a:lnTo>
                <a:lnTo>
                  <a:pt x="1025" y="92"/>
                </a:lnTo>
                <a:lnTo>
                  <a:pt x="1024" y="92"/>
                </a:lnTo>
                <a:lnTo>
                  <a:pt x="1024" y="93"/>
                </a:lnTo>
                <a:lnTo>
                  <a:pt x="1023" y="93"/>
                </a:lnTo>
                <a:lnTo>
                  <a:pt x="1023" y="92"/>
                </a:lnTo>
                <a:lnTo>
                  <a:pt x="1022" y="92"/>
                </a:lnTo>
                <a:lnTo>
                  <a:pt x="1021" y="92"/>
                </a:lnTo>
                <a:lnTo>
                  <a:pt x="1021" y="93"/>
                </a:lnTo>
                <a:lnTo>
                  <a:pt x="1020" y="93"/>
                </a:lnTo>
                <a:lnTo>
                  <a:pt x="1020" y="94"/>
                </a:lnTo>
                <a:lnTo>
                  <a:pt x="1020" y="95"/>
                </a:lnTo>
                <a:lnTo>
                  <a:pt x="1020" y="96"/>
                </a:lnTo>
                <a:lnTo>
                  <a:pt x="1020" y="97"/>
                </a:lnTo>
                <a:lnTo>
                  <a:pt x="1020" y="98"/>
                </a:lnTo>
                <a:lnTo>
                  <a:pt x="1020" y="99"/>
                </a:lnTo>
                <a:lnTo>
                  <a:pt x="1021" y="99"/>
                </a:lnTo>
                <a:lnTo>
                  <a:pt x="1020" y="99"/>
                </a:lnTo>
                <a:lnTo>
                  <a:pt x="1020" y="100"/>
                </a:lnTo>
                <a:lnTo>
                  <a:pt x="1021" y="100"/>
                </a:lnTo>
                <a:lnTo>
                  <a:pt x="1022" y="100"/>
                </a:lnTo>
                <a:lnTo>
                  <a:pt x="1023" y="100"/>
                </a:lnTo>
                <a:lnTo>
                  <a:pt x="1024" y="100"/>
                </a:lnTo>
                <a:lnTo>
                  <a:pt x="1024" y="101"/>
                </a:lnTo>
                <a:lnTo>
                  <a:pt x="1025" y="101"/>
                </a:lnTo>
                <a:lnTo>
                  <a:pt x="1025" y="102"/>
                </a:lnTo>
                <a:lnTo>
                  <a:pt x="1026" y="102"/>
                </a:lnTo>
                <a:lnTo>
                  <a:pt x="1025" y="102"/>
                </a:lnTo>
                <a:lnTo>
                  <a:pt x="1025" y="103"/>
                </a:lnTo>
                <a:lnTo>
                  <a:pt x="1024" y="103"/>
                </a:lnTo>
                <a:lnTo>
                  <a:pt x="1024" y="104"/>
                </a:lnTo>
                <a:lnTo>
                  <a:pt x="1023" y="104"/>
                </a:lnTo>
                <a:lnTo>
                  <a:pt x="1022" y="104"/>
                </a:lnTo>
                <a:lnTo>
                  <a:pt x="1023" y="104"/>
                </a:lnTo>
                <a:lnTo>
                  <a:pt x="1023" y="105"/>
                </a:lnTo>
                <a:lnTo>
                  <a:pt x="1022" y="105"/>
                </a:lnTo>
                <a:lnTo>
                  <a:pt x="1022" y="106"/>
                </a:lnTo>
                <a:lnTo>
                  <a:pt x="1021" y="106"/>
                </a:lnTo>
                <a:lnTo>
                  <a:pt x="1021" y="107"/>
                </a:lnTo>
                <a:lnTo>
                  <a:pt x="1020" y="107"/>
                </a:lnTo>
                <a:lnTo>
                  <a:pt x="1020" y="108"/>
                </a:lnTo>
                <a:lnTo>
                  <a:pt x="1019" y="108"/>
                </a:lnTo>
                <a:lnTo>
                  <a:pt x="1019" y="109"/>
                </a:lnTo>
                <a:lnTo>
                  <a:pt x="1018" y="109"/>
                </a:lnTo>
                <a:lnTo>
                  <a:pt x="1017" y="109"/>
                </a:lnTo>
                <a:lnTo>
                  <a:pt x="1016" y="108"/>
                </a:lnTo>
                <a:lnTo>
                  <a:pt x="1015" y="109"/>
                </a:lnTo>
                <a:lnTo>
                  <a:pt x="1014" y="109"/>
                </a:lnTo>
                <a:lnTo>
                  <a:pt x="1013" y="109"/>
                </a:lnTo>
                <a:lnTo>
                  <a:pt x="1012" y="110"/>
                </a:lnTo>
                <a:lnTo>
                  <a:pt x="1011" y="111"/>
                </a:lnTo>
                <a:lnTo>
                  <a:pt x="1011" y="112"/>
                </a:lnTo>
                <a:lnTo>
                  <a:pt x="1010" y="112"/>
                </a:lnTo>
                <a:lnTo>
                  <a:pt x="1010" y="113"/>
                </a:lnTo>
                <a:lnTo>
                  <a:pt x="1009" y="113"/>
                </a:lnTo>
                <a:lnTo>
                  <a:pt x="1008" y="113"/>
                </a:lnTo>
                <a:lnTo>
                  <a:pt x="1007" y="113"/>
                </a:lnTo>
                <a:lnTo>
                  <a:pt x="1006" y="113"/>
                </a:lnTo>
                <a:lnTo>
                  <a:pt x="1006" y="114"/>
                </a:lnTo>
                <a:lnTo>
                  <a:pt x="1005" y="114"/>
                </a:lnTo>
                <a:lnTo>
                  <a:pt x="1004" y="114"/>
                </a:lnTo>
                <a:lnTo>
                  <a:pt x="1003" y="114"/>
                </a:lnTo>
                <a:lnTo>
                  <a:pt x="1002" y="114"/>
                </a:lnTo>
                <a:lnTo>
                  <a:pt x="1002" y="115"/>
                </a:lnTo>
                <a:lnTo>
                  <a:pt x="1001" y="115"/>
                </a:lnTo>
                <a:lnTo>
                  <a:pt x="1002" y="115"/>
                </a:lnTo>
                <a:lnTo>
                  <a:pt x="1002" y="116"/>
                </a:lnTo>
                <a:lnTo>
                  <a:pt x="1003" y="116"/>
                </a:lnTo>
                <a:lnTo>
                  <a:pt x="1003" y="117"/>
                </a:lnTo>
                <a:lnTo>
                  <a:pt x="1003" y="118"/>
                </a:lnTo>
                <a:lnTo>
                  <a:pt x="1002" y="118"/>
                </a:lnTo>
                <a:lnTo>
                  <a:pt x="1002" y="119"/>
                </a:lnTo>
                <a:lnTo>
                  <a:pt x="1002" y="120"/>
                </a:lnTo>
                <a:lnTo>
                  <a:pt x="1002" y="121"/>
                </a:lnTo>
                <a:lnTo>
                  <a:pt x="1001" y="121"/>
                </a:lnTo>
                <a:lnTo>
                  <a:pt x="1001" y="122"/>
                </a:lnTo>
                <a:lnTo>
                  <a:pt x="1002" y="122"/>
                </a:lnTo>
                <a:lnTo>
                  <a:pt x="1002" y="123"/>
                </a:lnTo>
                <a:lnTo>
                  <a:pt x="1003" y="123"/>
                </a:lnTo>
                <a:lnTo>
                  <a:pt x="1003" y="122"/>
                </a:lnTo>
                <a:lnTo>
                  <a:pt x="1004" y="122"/>
                </a:lnTo>
                <a:lnTo>
                  <a:pt x="1005" y="122"/>
                </a:lnTo>
                <a:lnTo>
                  <a:pt x="1005" y="123"/>
                </a:lnTo>
                <a:lnTo>
                  <a:pt x="1005" y="124"/>
                </a:lnTo>
                <a:lnTo>
                  <a:pt x="1004" y="124"/>
                </a:lnTo>
                <a:lnTo>
                  <a:pt x="1003" y="124"/>
                </a:lnTo>
                <a:lnTo>
                  <a:pt x="1002" y="125"/>
                </a:lnTo>
                <a:lnTo>
                  <a:pt x="1001" y="125"/>
                </a:lnTo>
                <a:lnTo>
                  <a:pt x="1000" y="126"/>
                </a:lnTo>
                <a:lnTo>
                  <a:pt x="999" y="127"/>
                </a:lnTo>
                <a:lnTo>
                  <a:pt x="998" y="127"/>
                </a:lnTo>
                <a:lnTo>
                  <a:pt x="998" y="128"/>
                </a:lnTo>
                <a:lnTo>
                  <a:pt x="997" y="129"/>
                </a:lnTo>
                <a:lnTo>
                  <a:pt x="998" y="129"/>
                </a:lnTo>
                <a:lnTo>
                  <a:pt x="999" y="130"/>
                </a:lnTo>
                <a:lnTo>
                  <a:pt x="1000" y="130"/>
                </a:lnTo>
                <a:lnTo>
                  <a:pt x="1000" y="131"/>
                </a:lnTo>
                <a:lnTo>
                  <a:pt x="1000" y="132"/>
                </a:lnTo>
                <a:lnTo>
                  <a:pt x="1000" y="133"/>
                </a:lnTo>
                <a:lnTo>
                  <a:pt x="1001" y="133"/>
                </a:lnTo>
                <a:lnTo>
                  <a:pt x="1001" y="134"/>
                </a:lnTo>
                <a:lnTo>
                  <a:pt x="1002" y="134"/>
                </a:lnTo>
                <a:lnTo>
                  <a:pt x="1002" y="135"/>
                </a:lnTo>
                <a:lnTo>
                  <a:pt x="1003" y="137"/>
                </a:lnTo>
                <a:lnTo>
                  <a:pt x="1003" y="138"/>
                </a:lnTo>
                <a:lnTo>
                  <a:pt x="1004" y="138"/>
                </a:lnTo>
                <a:lnTo>
                  <a:pt x="1005" y="138"/>
                </a:lnTo>
                <a:lnTo>
                  <a:pt x="1005" y="139"/>
                </a:lnTo>
                <a:lnTo>
                  <a:pt x="1007" y="140"/>
                </a:lnTo>
                <a:lnTo>
                  <a:pt x="1007" y="139"/>
                </a:lnTo>
                <a:lnTo>
                  <a:pt x="1008" y="139"/>
                </a:lnTo>
                <a:lnTo>
                  <a:pt x="1009" y="140"/>
                </a:lnTo>
                <a:lnTo>
                  <a:pt x="1010" y="140"/>
                </a:lnTo>
                <a:lnTo>
                  <a:pt x="1010" y="141"/>
                </a:lnTo>
                <a:lnTo>
                  <a:pt x="1009" y="141"/>
                </a:lnTo>
                <a:lnTo>
                  <a:pt x="1009" y="142"/>
                </a:lnTo>
                <a:lnTo>
                  <a:pt x="1010" y="142"/>
                </a:lnTo>
                <a:lnTo>
                  <a:pt x="1010" y="144"/>
                </a:lnTo>
                <a:lnTo>
                  <a:pt x="1010" y="145"/>
                </a:lnTo>
                <a:lnTo>
                  <a:pt x="1010" y="146"/>
                </a:lnTo>
                <a:lnTo>
                  <a:pt x="1009" y="146"/>
                </a:lnTo>
                <a:lnTo>
                  <a:pt x="1009" y="147"/>
                </a:lnTo>
                <a:lnTo>
                  <a:pt x="1010" y="147"/>
                </a:lnTo>
                <a:lnTo>
                  <a:pt x="1010" y="148"/>
                </a:lnTo>
                <a:lnTo>
                  <a:pt x="1010" y="149"/>
                </a:lnTo>
                <a:lnTo>
                  <a:pt x="1009" y="149"/>
                </a:lnTo>
                <a:lnTo>
                  <a:pt x="1009" y="150"/>
                </a:lnTo>
                <a:lnTo>
                  <a:pt x="1008" y="150"/>
                </a:lnTo>
                <a:lnTo>
                  <a:pt x="1008" y="151"/>
                </a:lnTo>
                <a:lnTo>
                  <a:pt x="1008" y="152"/>
                </a:lnTo>
                <a:lnTo>
                  <a:pt x="1009" y="152"/>
                </a:lnTo>
                <a:lnTo>
                  <a:pt x="1009" y="153"/>
                </a:lnTo>
                <a:lnTo>
                  <a:pt x="1008" y="154"/>
                </a:lnTo>
                <a:lnTo>
                  <a:pt x="1008" y="155"/>
                </a:lnTo>
                <a:lnTo>
                  <a:pt x="1008" y="156"/>
                </a:lnTo>
                <a:lnTo>
                  <a:pt x="1008" y="157"/>
                </a:lnTo>
                <a:lnTo>
                  <a:pt x="1007" y="158"/>
                </a:lnTo>
                <a:lnTo>
                  <a:pt x="1007" y="159"/>
                </a:lnTo>
                <a:lnTo>
                  <a:pt x="1008" y="160"/>
                </a:lnTo>
                <a:lnTo>
                  <a:pt x="1009" y="160"/>
                </a:lnTo>
                <a:lnTo>
                  <a:pt x="1009" y="161"/>
                </a:lnTo>
                <a:lnTo>
                  <a:pt x="1009" y="162"/>
                </a:lnTo>
                <a:lnTo>
                  <a:pt x="1009" y="163"/>
                </a:lnTo>
                <a:lnTo>
                  <a:pt x="1010" y="163"/>
                </a:lnTo>
                <a:lnTo>
                  <a:pt x="1010" y="162"/>
                </a:lnTo>
                <a:lnTo>
                  <a:pt x="1012" y="162"/>
                </a:lnTo>
                <a:lnTo>
                  <a:pt x="1013" y="163"/>
                </a:lnTo>
                <a:lnTo>
                  <a:pt x="1013" y="164"/>
                </a:lnTo>
                <a:lnTo>
                  <a:pt x="1014" y="164"/>
                </a:lnTo>
                <a:lnTo>
                  <a:pt x="1015" y="164"/>
                </a:lnTo>
                <a:lnTo>
                  <a:pt x="1015" y="163"/>
                </a:lnTo>
                <a:lnTo>
                  <a:pt x="1015" y="164"/>
                </a:lnTo>
                <a:lnTo>
                  <a:pt x="1016" y="164"/>
                </a:lnTo>
                <a:lnTo>
                  <a:pt x="1016" y="163"/>
                </a:lnTo>
                <a:lnTo>
                  <a:pt x="1017" y="163"/>
                </a:lnTo>
                <a:lnTo>
                  <a:pt x="1017" y="162"/>
                </a:lnTo>
                <a:lnTo>
                  <a:pt x="1018" y="162"/>
                </a:lnTo>
                <a:lnTo>
                  <a:pt x="1019" y="162"/>
                </a:lnTo>
                <a:lnTo>
                  <a:pt x="1020" y="161"/>
                </a:lnTo>
                <a:lnTo>
                  <a:pt x="1020" y="160"/>
                </a:lnTo>
                <a:lnTo>
                  <a:pt x="1021" y="160"/>
                </a:lnTo>
                <a:lnTo>
                  <a:pt x="1022" y="161"/>
                </a:lnTo>
                <a:lnTo>
                  <a:pt x="1023" y="161"/>
                </a:lnTo>
                <a:lnTo>
                  <a:pt x="1024" y="161"/>
                </a:lnTo>
                <a:lnTo>
                  <a:pt x="1024" y="162"/>
                </a:lnTo>
                <a:lnTo>
                  <a:pt x="1025" y="161"/>
                </a:lnTo>
                <a:lnTo>
                  <a:pt x="1025" y="160"/>
                </a:lnTo>
                <a:lnTo>
                  <a:pt x="1026" y="160"/>
                </a:lnTo>
                <a:lnTo>
                  <a:pt x="1027" y="160"/>
                </a:lnTo>
                <a:lnTo>
                  <a:pt x="1028" y="160"/>
                </a:lnTo>
                <a:lnTo>
                  <a:pt x="1029" y="160"/>
                </a:lnTo>
                <a:lnTo>
                  <a:pt x="1030" y="161"/>
                </a:lnTo>
                <a:lnTo>
                  <a:pt x="1031" y="162"/>
                </a:lnTo>
                <a:lnTo>
                  <a:pt x="1030" y="162"/>
                </a:lnTo>
                <a:lnTo>
                  <a:pt x="1030" y="163"/>
                </a:lnTo>
                <a:lnTo>
                  <a:pt x="1031" y="163"/>
                </a:lnTo>
                <a:lnTo>
                  <a:pt x="1031" y="164"/>
                </a:lnTo>
                <a:lnTo>
                  <a:pt x="1030" y="164"/>
                </a:lnTo>
                <a:lnTo>
                  <a:pt x="1030" y="165"/>
                </a:lnTo>
                <a:lnTo>
                  <a:pt x="1031" y="165"/>
                </a:lnTo>
                <a:lnTo>
                  <a:pt x="1032" y="165"/>
                </a:lnTo>
                <a:lnTo>
                  <a:pt x="1032" y="166"/>
                </a:lnTo>
                <a:lnTo>
                  <a:pt x="1033" y="166"/>
                </a:lnTo>
                <a:lnTo>
                  <a:pt x="1033" y="167"/>
                </a:lnTo>
                <a:lnTo>
                  <a:pt x="1033" y="168"/>
                </a:lnTo>
                <a:lnTo>
                  <a:pt x="1033" y="169"/>
                </a:lnTo>
                <a:lnTo>
                  <a:pt x="1033" y="170"/>
                </a:lnTo>
                <a:lnTo>
                  <a:pt x="1034" y="170"/>
                </a:lnTo>
                <a:lnTo>
                  <a:pt x="1035" y="170"/>
                </a:lnTo>
                <a:lnTo>
                  <a:pt x="1035" y="171"/>
                </a:lnTo>
                <a:lnTo>
                  <a:pt x="1034" y="171"/>
                </a:lnTo>
                <a:lnTo>
                  <a:pt x="1033" y="172"/>
                </a:lnTo>
                <a:lnTo>
                  <a:pt x="1032" y="172"/>
                </a:lnTo>
                <a:lnTo>
                  <a:pt x="1031" y="172"/>
                </a:lnTo>
                <a:lnTo>
                  <a:pt x="1031" y="173"/>
                </a:lnTo>
                <a:lnTo>
                  <a:pt x="1032" y="173"/>
                </a:lnTo>
                <a:lnTo>
                  <a:pt x="1031" y="174"/>
                </a:lnTo>
                <a:lnTo>
                  <a:pt x="1030" y="175"/>
                </a:lnTo>
                <a:lnTo>
                  <a:pt x="1029" y="175"/>
                </a:lnTo>
                <a:lnTo>
                  <a:pt x="1029" y="176"/>
                </a:lnTo>
                <a:lnTo>
                  <a:pt x="1029" y="177"/>
                </a:lnTo>
                <a:lnTo>
                  <a:pt x="1029" y="178"/>
                </a:lnTo>
                <a:lnTo>
                  <a:pt x="1028" y="178"/>
                </a:lnTo>
                <a:lnTo>
                  <a:pt x="1027" y="178"/>
                </a:lnTo>
                <a:lnTo>
                  <a:pt x="1026" y="177"/>
                </a:lnTo>
                <a:lnTo>
                  <a:pt x="1026" y="178"/>
                </a:lnTo>
                <a:lnTo>
                  <a:pt x="1025" y="178"/>
                </a:lnTo>
                <a:lnTo>
                  <a:pt x="1024" y="178"/>
                </a:lnTo>
                <a:lnTo>
                  <a:pt x="1024" y="179"/>
                </a:lnTo>
                <a:lnTo>
                  <a:pt x="1023" y="179"/>
                </a:lnTo>
                <a:lnTo>
                  <a:pt x="1023" y="180"/>
                </a:lnTo>
                <a:lnTo>
                  <a:pt x="1022" y="180"/>
                </a:lnTo>
                <a:lnTo>
                  <a:pt x="1023" y="181"/>
                </a:lnTo>
                <a:lnTo>
                  <a:pt x="1022" y="181"/>
                </a:lnTo>
                <a:lnTo>
                  <a:pt x="1022" y="182"/>
                </a:lnTo>
                <a:lnTo>
                  <a:pt x="1022" y="183"/>
                </a:lnTo>
                <a:lnTo>
                  <a:pt x="1023" y="183"/>
                </a:lnTo>
                <a:lnTo>
                  <a:pt x="1023" y="184"/>
                </a:lnTo>
                <a:lnTo>
                  <a:pt x="1023" y="185"/>
                </a:lnTo>
                <a:lnTo>
                  <a:pt x="1022" y="186"/>
                </a:lnTo>
                <a:lnTo>
                  <a:pt x="1023" y="186"/>
                </a:lnTo>
                <a:lnTo>
                  <a:pt x="1023" y="187"/>
                </a:lnTo>
                <a:lnTo>
                  <a:pt x="1024" y="188"/>
                </a:lnTo>
                <a:lnTo>
                  <a:pt x="1025" y="188"/>
                </a:lnTo>
                <a:lnTo>
                  <a:pt x="1026" y="188"/>
                </a:lnTo>
                <a:lnTo>
                  <a:pt x="1026" y="189"/>
                </a:lnTo>
                <a:lnTo>
                  <a:pt x="1027" y="189"/>
                </a:lnTo>
                <a:lnTo>
                  <a:pt x="1027" y="188"/>
                </a:lnTo>
                <a:lnTo>
                  <a:pt x="1028" y="188"/>
                </a:lnTo>
                <a:lnTo>
                  <a:pt x="1028" y="189"/>
                </a:lnTo>
                <a:lnTo>
                  <a:pt x="1028" y="190"/>
                </a:lnTo>
                <a:lnTo>
                  <a:pt x="1029" y="190"/>
                </a:lnTo>
                <a:lnTo>
                  <a:pt x="1028" y="191"/>
                </a:lnTo>
                <a:lnTo>
                  <a:pt x="1028" y="192"/>
                </a:lnTo>
                <a:lnTo>
                  <a:pt x="1027" y="193"/>
                </a:lnTo>
                <a:lnTo>
                  <a:pt x="1027" y="194"/>
                </a:lnTo>
                <a:lnTo>
                  <a:pt x="1027" y="195"/>
                </a:lnTo>
                <a:lnTo>
                  <a:pt x="1027" y="196"/>
                </a:lnTo>
                <a:lnTo>
                  <a:pt x="1028" y="196"/>
                </a:lnTo>
                <a:lnTo>
                  <a:pt x="1029" y="196"/>
                </a:lnTo>
                <a:lnTo>
                  <a:pt x="1029" y="197"/>
                </a:lnTo>
                <a:lnTo>
                  <a:pt x="1030" y="197"/>
                </a:lnTo>
                <a:lnTo>
                  <a:pt x="1030" y="198"/>
                </a:lnTo>
                <a:lnTo>
                  <a:pt x="1030" y="199"/>
                </a:lnTo>
                <a:lnTo>
                  <a:pt x="1030" y="200"/>
                </a:lnTo>
                <a:lnTo>
                  <a:pt x="1031" y="200"/>
                </a:lnTo>
                <a:lnTo>
                  <a:pt x="1031" y="201"/>
                </a:lnTo>
                <a:lnTo>
                  <a:pt x="1030" y="201"/>
                </a:lnTo>
                <a:lnTo>
                  <a:pt x="1030" y="202"/>
                </a:lnTo>
                <a:lnTo>
                  <a:pt x="1030" y="203"/>
                </a:lnTo>
                <a:lnTo>
                  <a:pt x="1030" y="204"/>
                </a:lnTo>
                <a:lnTo>
                  <a:pt x="1030" y="205"/>
                </a:lnTo>
                <a:lnTo>
                  <a:pt x="1030" y="206"/>
                </a:lnTo>
                <a:lnTo>
                  <a:pt x="1030" y="207"/>
                </a:lnTo>
                <a:lnTo>
                  <a:pt x="1031" y="207"/>
                </a:lnTo>
                <a:lnTo>
                  <a:pt x="1031" y="208"/>
                </a:lnTo>
                <a:lnTo>
                  <a:pt x="1031" y="209"/>
                </a:lnTo>
                <a:lnTo>
                  <a:pt x="1031" y="210"/>
                </a:lnTo>
                <a:lnTo>
                  <a:pt x="1031" y="211"/>
                </a:lnTo>
                <a:lnTo>
                  <a:pt x="1030" y="211"/>
                </a:lnTo>
                <a:lnTo>
                  <a:pt x="1030" y="212"/>
                </a:lnTo>
                <a:lnTo>
                  <a:pt x="1029" y="213"/>
                </a:lnTo>
                <a:lnTo>
                  <a:pt x="1029" y="214"/>
                </a:lnTo>
                <a:lnTo>
                  <a:pt x="1030" y="214"/>
                </a:lnTo>
                <a:lnTo>
                  <a:pt x="1031" y="214"/>
                </a:lnTo>
                <a:lnTo>
                  <a:pt x="1031" y="215"/>
                </a:lnTo>
                <a:lnTo>
                  <a:pt x="1031" y="216"/>
                </a:lnTo>
                <a:lnTo>
                  <a:pt x="1031" y="217"/>
                </a:lnTo>
                <a:lnTo>
                  <a:pt x="1032" y="217"/>
                </a:lnTo>
                <a:lnTo>
                  <a:pt x="1033" y="217"/>
                </a:lnTo>
                <a:lnTo>
                  <a:pt x="1034" y="217"/>
                </a:lnTo>
                <a:lnTo>
                  <a:pt x="1034" y="218"/>
                </a:lnTo>
                <a:lnTo>
                  <a:pt x="1035" y="218"/>
                </a:lnTo>
                <a:lnTo>
                  <a:pt x="1034" y="218"/>
                </a:lnTo>
                <a:lnTo>
                  <a:pt x="1034" y="219"/>
                </a:lnTo>
                <a:lnTo>
                  <a:pt x="1035" y="219"/>
                </a:lnTo>
                <a:lnTo>
                  <a:pt x="1035" y="220"/>
                </a:lnTo>
                <a:lnTo>
                  <a:pt x="1034" y="221"/>
                </a:lnTo>
                <a:lnTo>
                  <a:pt x="1033" y="222"/>
                </a:lnTo>
                <a:lnTo>
                  <a:pt x="1033" y="223"/>
                </a:lnTo>
                <a:lnTo>
                  <a:pt x="1032" y="223"/>
                </a:lnTo>
                <a:lnTo>
                  <a:pt x="1031" y="223"/>
                </a:lnTo>
                <a:lnTo>
                  <a:pt x="1031" y="224"/>
                </a:lnTo>
                <a:lnTo>
                  <a:pt x="1031" y="225"/>
                </a:lnTo>
                <a:lnTo>
                  <a:pt x="1031" y="226"/>
                </a:lnTo>
                <a:lnTo>
                  <a:pt x="1032" y="226"/>
                </a:lnTo>
                <a:lnTo>
                  <a:pt x="1032" y="227"/>
                </a:lnTo>
                <a:lnTo>
                  <a:pt x="1032" y="228"/>
                </a:lnTo>
                <a:lnTo>
                  <a:pt x="1032" y="229"/>
                </a:lnTo>
                <a:lnTo>
                  <a:pt x="1032" y="230"/>
                </a:lnTo>
                <a:lnTo>
                  <a:pt x="1031" y="230"/>
                </a:lnTo>
                <a:lnTo>
                  <a:pt x="1031" y="231"/>
                </a:lnTo>
                <a:lnTo>
                  <a:pt x="1031" y="232"/>
                </a:lnTo>
                <a:lnTo>
                  <a:pt x="1031" y="233"/>
                </a:lnTo>
                <a:lnTo>
                  <a:pt x="1030" y="234"/>
                </a:lnTo>
                <a:lnTo>
                  <a:pt x="1029" y="234"/>
                </a:lnTo>
                <a:lnTo>
                  <a:pt x="1029" y="235"/>
                </a:lnTo>
                <a:lnTo>
                  <a:pt x="1030" y="235"/>
                </a:lnTo>
                <a:lnTo>
                  <a:pt x="1030" y="236"/>
                </a:lnTo>
                <a:lnTo>
                  <a:pt x="1030" y="237"/>
                </a:lnTo>
                <a:lnTo>
                  <a:pt x="1029" y="237"/>
                </a:lnTo>
                <a:lnTo>
                  <a:pt x="1029" y="238"/>
                </a:lnTo>
                <a:lnTo>
                  <a:pt x="1028" y="238"/>
                </a:lnTo>
                <a:lnTo>
                  <a:pt x="1027" y="239"/>
                </a:lnTo>
                <a:lnTo>
                  <a:pt x="1027" y="238"/>
                </a:lnTo>
                <a:lnTo>
                  <a:pt x="1026" y="238"/>
                </a:lnTo>
                <a:lnTo>
                  <a:pt x="1025" y="238"/>
                </a:lnTo>
                <a:lnTo>
                  <a:pt x="1025" y="239"/>
                </a:lnTo>
                <a:lnTo>
                  <a:pt x="1025" y="240"/>
                </a:lnTo>
                <a:lnTo>
                  <a:pt x="1025" y="241"/>
                </a:lnTo>
                <a:lnTo>
                  <a:pt x="1024" y="241"/>
                </a:lnTo>
                <a:lnTo>
                  <a:pt x="1022" y="241"/>
                </a:lnTo>
                <a:lnTo>
                  <a:pt x="1021" y="241"/>
                </a:lnTo>
                <a:lnTo>
                  <a:pt x="1021" y="240"/>
                </a:lnTo>
                <a:lnTo>
                  <a:pt x="1020" y="241"/>
                </a:lnTo>
                <a:lnTo>
                  <a:pt x="1019" y="241"/>
                </a:lnTo>
                <a:lnTo>
                  <a:pt x="1019" y="242"/>
                </a:lnTo>
                <a:lnTo>
                  <a:pt x="1018" y="243"/>
                </a:lnTo>
                <a:lnTo>
                  <a:pt x="1017" y="244"/>
                </a:lnTo>
                <a:lnTo>
                  <a:pt x="1017" y="243"/>
                </a:lnTo>
                <a:lnTo>
                  <a:pt x="1017" y="244"/>
                </a:lnTo>
                <a:lnTo>
                  <a:pt x="1016" y="244"/>
                </a:lnTo>
                <a:lnTo>
                  <a:pt x="1016" y="245"/>
                </a:lnTo>
                <a:lnTo>
                  <a:pt x="1015" y="246"/>
                </a:lnTo>
                <a:lnTo>
                  <a:pt x="1016" y="246"/>
                </a:lnTo>
                <a:lnTo>
                  <a:pt x="1016" y="247"/>
                </a:lnTo>
                <a:lnTo>
                  <a:pt x="1016" y="248"/>
                </a:lnTo>
                <a:lnTo>
                  <a:pt x="1015" y="249"/>
                </a:lnTo>
                <a:lnTo>
                  <a:pt x="1014" y="249"/>
                </a:lnTo>
                <a:lnTo>
                  <a:pt x="1014" y="250"/>
                </a:lnTo>
                <a:lnTo>
                  <a:pt x="1015" y="250"/>
                </a:lnTo>
                <a:lnTo>
                  <a:pt x="1016" y="250"/>
                </a:lnTo>
                <a:lnTo>
                  <a:pt x="1016" y="251"/>
                </a:lnTo>
                <a:lnTo>
                  <a:pt x="1015" y="251"/>
                </a:lnTo>
                <a:lnTo>
                  <a:pt x="1016" y="251"/>
                </a:lnTo>
                <a:lnTo>
                  <a:pt x="1016" y="252"/>
                </a:lnTo>
                <a:lnTo>
                  <a:pt x="1017" y="252"/>
                </a:lnTo>
                <a:lnTo>
                  <a:pt x="1017" y="253"/>
                </a:lnTo>
                <a:lnTo>
                  <a:pt x="1017" y="254"/>
                </a:lnTo>
                <a:lnTo>
                  <a:pt x="1018" y="254"/>
                </a:lnTo>
                <a:lnTo>
                  <a:pt x="1018" y="255"/>
                </a:lnTo>
                <a:lnTo>
                  <a:pt x="1018" y="256"/>
                </a:lnTo>
                <a:lnTo>
                  <a:pt x="1019" y="257"/>
                </a:lnTo>
                <a:lnTo>
                  <a:pt x="1019" y="258"/>
                </a:lnTo>
                <a:lnTo>
                  <a:pt x="1020" y="258"/>
                </a:lnTo>
                <a:lnTo>
                  <a:pt x="1021" y="259"/>
                </a:lnTo>
                <a:lnTo>
                  <a:pt x="1022" y="260"/>
                </a:lnTo>
                <a:lnTo>
                  <a:pt x="1022" y="261"/>
                </a:lnTo>
                <a:lnTo>
                  <a:pt x="1023" y="261"/>
                </a:lnTo>
                <a:lnTo>
                  <a:pt x="1023" y="262"/>
                </a:lnTo>
                <a:lnTo>
                  <a:pt x="1024" y="262"/>
                </a:lnTo>
                <a:lnTo>
                  <a:pt x="1025" y="263"/>
                </a:lnTo>
                <a:lnTo>
                  <a:pt x="1026" y="263"/>
                </a:lnTo>
                <a:lnTo>
                  <a:pt x="1026" y="264"/>
                </a:lnTo>
                <a:lnTo>
                  <a:pt x="1025" y="264"/>
                </a:lnTo>
                <a:lnTo>
                  <a:pt x="1025" y="265"/>
                </a:lnTo>
                <a:lnTo>
                  <a:pt x="1026" y="265"/>
                </a:lnTo>
                <a:lnTo>
                  <a:pt x="1027" y="265"/>
                </a:lnTo>
                <a:lnTo>
                  <a:pt x="1027" y="266"/>
                </a:lnTo>
                <a:lnTo>
                  <a:pt x="1027" y="267"/>
                </a:lnTo>
                <a:lnTo>
                  <a:pt x="1028" y="267"/>
                </a:lnTo>
                <a:lnTo>
                  <a:pt x="1028" y="268"/>
                </a:lnTo>
                <a:lnTo>
                  <a:pt x="1029" y="268"/>
                </a:lnTo>
                <a:lnTo>
                  <a:pt x="1030" y="268"/>
                </a:lnTo>
                <a:lnTo>
                  <a:pt x="1031" y="268"/>
                </a:lnTo>
                <a:lnTo>
                  <a:pt x="1032" y="267"/>
                </a:lnTo>
                <a:lnTo>
                  <a:pt x="1033" y="268"/>
                </a:lnTo>
                <a:lnTo>
                  <a:pt x="1034" y="268"/>
                </a:lnTo>
                <a:lnTo>
                  <a:pt x="1034" y="269"/>
                </a:lnTo>
                <a:lnTo>
                  <a:pt x="1034" y="270"/>
                </a:lnTo>
                <a:lnTo>
                  <a:pt x="1035" y="270"/>
                </a:lnTo>
                <a:lnTo>
                  <a:pt x="1035" y="271"/>
                </a:lnTo>
                <a:lnTo>
                  <a:pt x="1036" y="271"/>
                </a:lnTo>
                <a:lnTo>
                  <a:pt x="1036" y="272"/>
                </a:lnTo>
                <a:lnTo>
                  <a:pt x="1037" y="272"/>
                </a:lnTo>
                <a:lnTo>
                  <a:pt x="1038" y="273"/>
                </a:lnTo>
                <a:lnTo>
                  <a:pt x="1038" y="274"/>
                </a:lnTo>
                <a:lnTo>
                  <a:pt x="1039" y="273"/>
                </a:lnTo>
                <a:lnTo>
                  <a:pt x="1040" y="273"/>
                </a:lnTo>
                <a:lnTo>
                  <a:pt x="1041" y="273"/>
                </a:lnTo>
                <a:lnTo>
                  <a:pt x="1041" y="274"/>
                </a:lnTo>
                <a:lnTo>
                  <a:pt x="1042" y="274"/>
                </a:lnTo>
                <a:lnTo>
                  <a:pt x="1041" y="274"/>
                </a:lnTo>
                <a:lnTo>
                  <a:pt x="1041" y="275"/>
                </a:lnTo>
                <a:lnTo>
                  <a:pt x="1040" y="276"/>
                </a:lnTo>
                <a:lnTo>
                  <a:pt x="1040" y="277"/>
                </a:lnTo>
                <a:lnTo>
                  <a:pt x="1039" y="278"/>
                </a:lnTo>
                <a:lnTo>
                  <a:pt x="1038" y="278"/>
                </a:lnTo>
                <a:lnTo>
                  <a:pt x="1038" y="279"/>
                </a:lnTo>
                <a:lnTo>
                  <a:pt x="1038" y="280"/>
                </a:lnTo>
                <a:lnTo>
                  <a:pt x="1038" y="281"/>
                </a:lnTo>
                <a:lnTo>
                  <a:pt x="1039" y="281"/>
                </a:lnTo>
                <a:lnTo>
                  <a:pt x="1040" y="280"/>
                </a:lnTo>
                <a:lnTo>
                  <a:pt x="1041" y="280"/>
                </a:lnTo>
                <a:lnTo>
                  <a:pt x="1042" y="280"/>
                </a:lnTo>
                <a:lnTo>
                  <a:pt x="1042" y="281"/>
                </a:lnTo>
                <a:lnTo>
                  <a:pt x="1044" y="282"/>
                </a:lnTo>
                <a:lnTo>
                  <a:pt x="1045" y="282"/>
                </a:lnTo>
                <a:lnTo>
                  <a:pt x="1045" y="283"/>
                </a:lnTo>
                <a:lnTo>
                  <a:pt x="1046" y="283"/>
                </a:lnTo>
                <a:lnTo>
                  <a:pt x="1046" y="284"/>
                </a:lnTo>
                <a:lnTo>
                  <a:pt x="1046" y="285"/>
                </a:lnTo>
                <a:lnTo>
                  <a:pt x="1047" y="285"/>
                </a:lnTo>
                <a:lnTo>
                  <a:pt x="1048" y="286"/>
                </a:lnTo>
                <a:lnTo>
                  <a:pt x="1047" y="286"/>
                </a:lnTo>
                <a:lnTo>
                  <a:pt x="1047" y="287"/>
                </a:lnTo>
                <a:lnTo>
                  <a:pt x="1046" y="287"/>
                </a:lnTo>
                <a:lnTo>
                  <a:pt x="1046" y="288"/>
                </a:lnTo>
                <a:lnTo>
                  <a:pt x="1047" y="289"/>
                </a:lnTo>
                <a:lnTo>
                  <a:pt x="1047" y="290"/>
                </a:lnTo>
                <a:lnTo>
                  <a:pt x="1046" y="290"/>
                </a:lnTo>
                <a:lnTo>
                  <a:pt x="1046" y="291"/>
                </a:lnTo>
                <a:lnTo>
                  <a:pt x="1046" y="292"/>
                </a:lnTo>
                <a:lnTo>
                  <a:pt x="1046" y="293"/>
                </a:lnTo>
                <a:lnTo>
                  <a:pt x="1045" y="293"/>
                </a:lnTo>
                <a:lnTo>
                  <a:pt x="1045" y="294"/>
                </a:lnTo>
                <a:lnTo>
                  <a:pt x="1046" y="294"/>
                </a:lnTo>
                <a:lnTo>
                  <a:pt x="1046" y="295"/>
                </a:lnTo>
                <a:lnTo>
                  <a:pt x="1046" y="296"/>
                </a:lnTo>
                <a:lnTo>
                  <a:pt x="1046" y="297"/>
                </a:lnTo>
                <a:lnTo>
                  <a:pt x="1047" y="297"/>
                </a:lnTo>
                <a:lnTo>
                  <a:pt x="1047" y="298"/>
                </a:lnTo>
                <a:lnTo>
                  <a:pt x="1047" y="299"/>
                </a:lnTo>
                <a:lnTo>
                  <a:pt x="1048" y="299"/>
                </a:lnTo>
                <a:lnTo>
                  <a:pt x="1048" y="300"/>
                </a:lnTo>
                <a:lnTo>
                  <a:pt x="1049" y="300"/>
                </a:lnTo>
                <a:lnTo>
                  <a:pt x="1050" y="300"/>
                </a:lnTo>
                <a:lnTo>
                  <a:pt x="1051" y="300"/>
                </a:lnTo>
                <a:lnTo>
                  <a:pt x="1051" y="301"/>
                </a:lnTo>
                <a:lnTo>
                  <a:pt x="1052" y="301"/>
                </a:lnTo>
                <a:lnTo>
                  <a:pt x="1053" y="301"/>
                </a:lnTo>
                <a:lnTo>
                  <a:pt x="1054" y="302"/>
                </a:lnTo>
                <a:lnTo>
                  <a:pt x="1054" y="303"/>
                </a:lnTo>
                <a:lnTo>
                  <a:pt x="1055" y="303"/>
                </a:lnTo>
                <a:lnTo>
                  <a:pt x="1055" y="304"/>
                </a:lnTo>
                <a:lnTo>
                  <a:pt x="1055" y="305"/>
                </a:lnTo>
                <a:lnTo>
                  <a:pt x="1055" y="306"/>
                </a:lnTo>
                <a:lnTo>
                  <a:pt x="1055" y="307"/>
                </a:lnTo>
                <a:lnTo>
                  <a:pt x="1055" y="308"/>
                </a:lnTo>
                <a:lnTo>
                  <a:pt x="1056" y="308"/>
                </a:lnTo>
                <a:lnTo>
                  <a:pt x="1056" y="309"/>
                </a:lnTo>
                <a:lnTo>
                  <a:pt x="1057" y="309"/>
                </a:lnTo>
                <a:lnTo>
                  <a:pt x="1058" y="309"/>
                </a:lnTo>
                <a:lnTo>
                  <a:pt x="1059" y="309"/>
                </a:lnTo>
                <a:lnTo>
                  <a:pt x="1059" y="310"/>
                </a:lnTo>
                <a:lnTo>
                  <a:pt x="1060" y="310"/>
                </a:lnTo>
                <a:lnTo>
                  <a:pt x="1061" y="310"/>
                </a:lnTo>
                <a:lnTo>
                  <a:pt x="1062" y="310"/>
                </a:lnTo>
                <a:lnTo>
                  <a:pt x="1062" y="311"/>
                </a:lnTo>
                <a:lnTo>
                  <a:pt x="1063" y="311"/>
                </a:lnTo>
                <a:lnTo>
                  <a:pt x="1064" y="311"/>
                </a:lnTo>
                <a:lnTo>
                  <a:pt x="1064" y="312"/>
                </a:lnTo>
                <a:lnTo>
                  <a:pt x="1065" y="312"/>
                </a:lnTo>
                <a:lnTo>
                  <a:pt x="1065" y="311"/>
                </a:lnTo>
                <a:lnTo>
                  <a:pt x="1065" y="312"/>
                </a:lnTo>
                <a:lnTo>
                  <a:pt x="1066" y="312"/>
                </a:lnTo>
                <a:lnTo>
                  <a:pt x="1066" y="311"/>
                </a:lnTo>
                <a:lnTo>
                  <a:pt x="1066" y="312"/>
                </a:lnTo>
                <a:lnTo>
                  <a:pt x="1066" y="311"/>
                </a:lnTo>
                <a:lnTo>
                  <a:pt x="1067" y="311"/>
                </a:lnTo>
                <a:lnTo>
                  <a:pt x="1067" y="312"/>
                </a:lnTo>
                <a:lnTo>
                  <a:pt x="1068" y="312"/>
                </a:lnTo>
                <a:lnTo>
                  <a:pt x="1069" y="312"/>
                </a:lnTo>
                <a:lnTo>
                  <a:pt x="1069" y="313"/>
                </a:lnTo>
                <a:lnTo>
                  <a:pt x="1070" y="314"/>
                </a:lnTo>
                <a:lnTo>
                  <a:pt x="1070" y="315"/>
                </a:lnTo>
                <a:lnTo>
                  <a:pt x="1071" y="315"/>
                </a:lnTo>
                <a:lnTo>
                  <a:pt x="1071" y="316"/>
                </a:lnTo>
                <a:lnTo>
                  <a:pt x="1072" y="317"/>
                </a:lnTo>
                <a:lnTo>
                  <a:pt x="1072" y="318"/>
                </a:lnTo>
                <a:lnTo>
                  <a:pt x="1073" y="318"/>
                </a:lnTo>
                <a:lnTo>
                  <a:pt x="1073" y="319"/>
                </a:lnTo>
                <a:lnTo>
                  <a:pt x="1074" y="320"/>
                </a:lnTo>
                <a:lnTo>
                  <a:pt x="1074" y="321"/>
                </a:lnTo>
                <a:lnTo>
                  <a:pt x="1075" y="321"/>
                </a:lnTo>
                <a:lnTo>
                  <a:pt x="1075" y="322"/>
                </a:lnTo>
                <a:lnTo>
                  <a:pt x="1075" y="323"/>
                </a:lnTo>
                <a:lnTo>
                  <a:pt x="1076" y="323"/>
                </a:lnTo>
                <a:lnTo>
                  <a:pt x="1076" y="324"/>
                </a:lnTo>
                <a:lnTo>
                  <a:pt x="1076" y="325"/>
                </a:lnTo>
                <a:lnTo>
                  <a:pt x="1077" y="325"/>
                </a:lnTo>
                <a:lnTo>
                  <a:pt x="1077" y="326"/>
                </a:lnTo>
                <a:lnTo>
                  <a:pt x="1078" y="326"/>
                </a:lnTo>
                <a:lnTo>
                  <a:pt x="1078" y="327"/>
                </a:lnTo>
                <a:lnTo>
                  <a:pt x="1079" y="327"/>
                </a:lnTo>
                <a:lnTo>
                  <a:pt x="1080" y="328"/>
                </a:lnTo>
                <a:lnTo>
                  <a:pt x="1081" y="328"/>
                </a:lnTo>
                <a:lnTo>
                  <a:pt x="1081" y="329"/>
                </a:lnTo>
                <a:lnTo>
                  <a:pt x="1082" y="329"/>
                </a:lnTo>
                <a:lnTo>
                  <a:pt x="1082" y="330"/>
                </a:lnTo>
                <a:lnTo>
                  <a:pt x="1083" y="330"/>
                </a:lnTo>
                <a:lnTo>
                  <a:pt x="1083" y="329"/>
                </a:lnTo>
                <a:lnTo>
                  <a:pt x="1083" y="330"/>
                </a:lnTo>
                <a:lnTo>
                  <a:pt x="1084" y="330"/>
                </a:lnTo>
                <a:lnTo>
                  <a:pt x="1084" y="329"/>
                </a:lnTo>
                <a:lnTo>
                  <a:pt x="1085" y="329"/>
                </a:lnTo>
                <a:lnTo>
                  <a:pt x="1087" y="329"/>
                </a:lnTo>
                <a:lnTo>
                  <a:pt x="1088" y="329"/>
                </a:lnTo>
                <a:lnTo>
                  <a:pt x="1089" y="329"/>
                </a:lnTo>
                <a:lnTo>
                  <a:pt x="1090" y="329"/>
                </a:lnTo>
                <a:lnTo>
                  <a:pt x="1091" y="329"/>
                </a:lnTo>
                <a:lnTo>
                  <a:pt x="1091" y="330"/>
                </a:lnTo>
                <a:lnTo>
                  <a:pt x="1092" y="330"/>
                </a:lnTo>
                <a:lnTo>
                  <a:pt x="1092" y="331"/>
                </a:lnTo>
                <a:lnTo>
                  <a:pt x="1093" y="331"/>
                </a:lnTo>
                <a:lnTo>
                  <a:pt x="1094" y="331"/>
                </a:lnTo>
                <a:lnTo>
                  <a:pt x="1095" y="331"/>
                </a:lnTo>
                <a:lnTo>
                  <a:pt x="1095" y="332"/>
                </a:lnTo>
                <a:lnTo>
                  <a:pt x="1096" y="332"/>
                </a:lnTo>
                <a:lnTo>
                  <a:pt x="1097" y="332"/>
                </a:lnTo>
                <a:lnTo>
                  <a:pt x="1097" y="333"/>
                </a:lnTo>
                <a:lnTo>
                  <a:pt x="1098" y="333"/>
                </a:lnTo>
                <a:lnTo>
                  <a:pt x="1098" y="334"/>
                </a:lnTo>
                <a:lnTo>
                  <a:pt x="1099" y="334"/>
                </a:lnTo>
                <a:lnTo>
                  <a:pt x="1099" y="335"/>
                </a:lnTo>
                <a:lnTo>
                  <a:pt x="1100" y="335"/>
                </a:lnTo>
                <a:lnTo>
                  <a:pt x="1101" y="335"/>
                </a:lnTo>
                <a:lnTo>
                  <a:pt x="1101" y="336"/>
                </a:lnTo>
                <a:lnTo>
                  <a:pt x="1102" y="336"/>
                </a:lnTo>
                <a:lnTo>
                  <a:pt x="1103" y="337"/>
                </a:lnTo>
                <a:lnTo>
                  <a:pt x="1103" y="338"/>
                </a:lnTo>
                <a:lnTo>
                  <a:pt x="1104" y="338"/>
                </a:lnTo>
                <a:lnTo>
                  <a:pt x="1105" y="338"/>
                </a:lnTo>
                <a:lnTo>
                  <a:pt x="1106" y="339"/>
                </a:lnTo>
                <a:lnTo>
                  <a:pt x="1106" y="340"/>
                </a:lnTo>
                <a:lnTo>
                  <a:pt x="1108" y="341"/>
                </a:lnTo>
                <a:lnTo>
                  <a:pt x="1109" y="341"/>
                </a:lnTo>
                <a:lnTo>
                  <a:pt x="1110" y="341"/>
                </a:lnTo>
                <a:lnTo>
                  <a:pt x="1110" y="342"/>
                </a:lnTo>
                <a:lnTo>
                  <a:pt x="1111" y="342"/>
                </a:lnTo>
                <a:lnTo>
                  <a:pt x="1112" y="342"/>
                </a:lnTo>
                <a:lnTo>
                  <a:pt x="1113" y="342"/>
                </a:lnTo>
                <a:lnTo>
                  <a:pt x="1114" y="342"/>
                </a:lnTo>
                <a:lnTo>
                  <a:pt x="1115" y="342"/>
                </a:lnTo>
                <a:lnTo>
                  <a:pt x="1116" y="342"/>
                </a:lnTo>
                <a:lnTo>
                  <a:pt x="1116" y="343"/>
                </a:lnTo>
                <a:lnTo>
                  <a:pt x="1117" y="344"/>
                </a:lnTo>
                <a:lnTo>
                  <a:pt x="1118" y="344"/>
                </a:lnTo>
                <a:lnTo>
                  <a:pt x="1119" y="344"/>
                </a:lnTo>
                <a:lnTo>
                  <a:pt x="1120" y="344"/>
                </a:lnTo>
                <a:lnTo>
                  <a:pt x="1121" y="344"/>
                </a:lnTo>
                <a:lnTo>
                  <a:pt x="1122" y="344"/>
                </a:lnTo>
                <a:lnTo>
                  <a:pt x="1122" y="345"/>
                </a:lnTo>
                <a:lnTo>
                  <a:pt x="1123" y="345"/>
                </a:lnTo>
                <a:lnTo>
                  <a:pt x="1123" y="344"/>
                </a:lnTo>
                <a:lnTo>
                  <a:pt x="1124" y="344"/>
                </a:lnTo>
                <a:lnTo>
                  <a:pt x="1125" y="344"/>
                </a:lnTo>
                <a:lnTo>
                  <a:pt x="1126" y="344"/>
                </a:lnTo>
                <a:lnTo>
                  <a:pt x="1127" y="345"/>
                </a:lnTo>
                <a:lnTo>
                  <a:pt x="1127" y="346"/>
                </a:lnTo>
                <a:lnTo>
                  <a:pt x="1128" y="347"/>
                </a:lnTo>
                <a:lnTo>
                  <a:pt x="1129" y="347"/>
                </a:lnTo>
                <a:lnTo>
                  <a:pt x="1129" y="346"/>
                </a:lnTo>
                <a:lnTo>
                  <a:pt x="1129" y="345"/>
                </a:lnTo>
                <a:lnTo>
                  <a:pt x="1129" y="344"/>
                </a:lnTo>
                <a:lnTo>
                  <a:pt x="1130" y="344"/>
                </a:lnTo>
                <a:lnTo>
                  <a:pt x="1131" y="344"/>
                </a:lnTo>
                <a:lnTo>
                  <a:pt x="1132" y="344"/>
                </a:lnTo>
                <a:lnTo>
                  <a:pt x="1133" y="344"/>
                </a:lnTo>
                <a:lnTo>
                  <a:pt x="1134" y="344"/>
                </a:lnTo>
                <a:lnTo>
                  <a:pt x="1135" y="344"/>
                </a:lnTo>
                <a:lnTo>
                  <a:pt x="1136" y="344"/>
                </a:lnTo>
                <a:lnTo>
                  <a:pt x="1137" y="344"/>
                </a:lnTo>
                <a:lnTo>
                  <a:pt x="1138" y="344"/>
                </a:lnTo>
                <a:lnTo>
                  <a:pt x="1139" y="344"/>
                </a:lnTo>
                <a:lnTo>
                  <a:pt x="1140" y="345"/>
                </a:lnTo>
                <a:lnTo>
                  <a:pt x="1140" y="346"/>
                </a:lnTo>
                <a:lnTo>
                  <a:pt x="1141" y="346"/>
                </a:lnTo>
                <a:lnTo>
                  <a:pt x="1141" y="345"/>
                </a:lnTo>
                <a:lnTo>
                  <a:pt x="1142" y="345"/>
                </a:lnTo>
                <a:lnTo>
                  <a:pt x="1143" y="345"/>
                </a:lnTo>
                <a:lnTo>
                  <a:pt x="1144" y="345"/>
                </a:lnTo>
                <a:lnTo>
                  <a:pt x="1144" y="346"/>
                </a:lnTo>
                <a:lnTo>
                  <a:pt x="1145" y="346"/>
                </a:lnTo>
                <a:lnTo>
                  <a:pt x="1146" y="346"/>
                </a:lnTo>
                <a:lnTo>
                  <a:pt x="1146" y="347"/>
                </a:lnTo>
                <a:lnTo>
                  <a:pt x="1147" y="347"/>
                </a:lnTo>
                <a:lnTo>
                  <a:pt x="1148" y="348"/>
                </a:lnTo>
                <a:lnTo>
                  <a:pt x="1149" y="348"/>
                </a:lnTo>
                <a:lnTo>
                  <a:pt x="1149" y="349"/>
                </a:lnTo>
                <a:lnTo>
                  <a:pt x="1150" y="349"/>
                </a:lnTo>
                <a:lnTo>
                  <a:pt x="1150" y="348"/>
                </a:lnTo>
                <a:lnTo>
                  <a:pt x="1150" y="347"/>
                </a:lnTo>
                <a:lnTo>
                  <a:pt x="1151" y="347"/>
                </a:lnTo>
                <a:lnTo>
                  <a:pt x="1151" y="346"/>
                </a:lnTo>
                <a:lnTo>
                  <a:pt x="1151" y="345"/>
                </a:lnTo>
                <a:lnTo>
                  <a:pt x="1152" y="345"/>
                </a:lnTo>
                <a:lnTo>
                  <a:pt x="1152" y="344"/>
                </a:lnTo>
                <a:lnTo>
                  <a:pt x="1153" y="344"/>
                </a:lnTo>
                <a:lnTo>
                  <a:pt x="1153" y="345"/>
                </a:lnTo>
                <a:lnTo>
                  <a:pt x="1154" y="345"/>
                </a:lnTo>
                <a:lnTo>
                  <a:pt x="1155" y="344"/>
                </a:lnTo>
                <a:lnTo>
                  <a:pt x="1155" y="343"/>
                </a:lnTo>
                <a:lnTo>
                  <a:pt x="1156" y="343"/>
                </a:lnTo>
                <a:lnTo>
                  <a:pt x="1157" y="343"/>
                </a:lnTo>
                <a:lnTo>
                  <a:pt x="1157" y="342"/>
                </a:lnTo>
                <a:lnTo>
                  <a:pt x="1158" y="342"/>
                </a:lnTo>
                <a:lnTo>
                  <a:pt x="1159" y="342"/>
                </a:lnTo>
                <a:lnTo>
                  <a:pt x="1160" y="342"/>
                </a:lnTo>
                <a:lnTo>
                  <a:pt x="1161" y="342"/>
                </a:lnTo>
                <a:lnTo>
                  <a:pt x="1161" y="343"/>
                </a:lnTo>
                <a:lnTo>
                  <a:pt x="1162" y="343"/>
                </a:lnTo>
                <a:lnTo>
                  <a:pt x="1163" y="343"/>
                </a:lnTo>
                <a:lnTo>
                  <a:pt x="1163" y="344"/>
                </a:lnTo>
                <a:lnTo>
                  <a:pt x="1164" y="344"/>
                </a:lnTo>
                <a:lnTo>
                  <a:pt x="1164" y="345"/>
                </a:lnTo>
                <a:lnTo>
                  <a:pt x="1165" y="345"/>
                </a:lnTo>
                <a:lnTo>
                  <a:pt x="1167" y="345"/>
                </a:lnTo>
                <a:lnTo>
                  <a:pt x="1168" y="345"/>
                </a:lnTo>
                <a:lnTo>
                  <a:pt x="1168" y="346"/>
                </a:lnTo>
                <a:lnTo>
                  <a:pt x="1170" y="346"/>
                </a:lnTo>
                <a:lnTo>
                  <a:pt x="1171" y="346"/>
                </a:lnTo>
                <a:lnTo>
                  <a:pt x="1172" y="346"/>
                </a:lnTo>
                <a:lnTo>
                  <a:pt x="1172" y="347"/>
                </a:lnTo>
                <a:lnTo>
                  <a:pt x="1173" y="347"/>
                </a:lnTo>
                <a:lnTo>
                  <a:pt x="1173" y="348"/>
                </a:lnTo>
                <a:lnTo>
                  <a:pt x="1175" y="348"/>
                </a:lnTo>
                <a:lnTo>
                  <a:pt x="1176" y="348"/>
                </a:lnTo>
                <a:lnTo>
                  <a:pt x="1176" y="349"/>
                </a:lnTo>
                <a:lnTo>
                  <a:pt x="1177" y="349"/>
                </a:lnTo>
                <a:lnTo>
                  <a:pt x="1178" y="349"/>
                </a:lnTo>
                <a:lnTo>
                  <a:pt x="1178" y="348"/>
                </a:lnTo>
                <a:lnTo>
                  <a:pt x="1178" y="347"/>
                </a:lnTo>
                <a:lnTo>
                  <a:pt x="1179" y="347"/>
                </a:lnTo>
                <a:lnTo>
                  <a:pt x="1180" y="347"/>
                </a:lnTo>
                <a:lnTo>
                  <a:pt x="1180" y="346"/>
                </a:lnTo>
                <a:lnTo>
                  <a:pt x="1181" y="346"/>
                </a:lnTo>
                <a:lnTo>
                  <a:pt x="1181" y="345"/>
                </a:lnTo>
                <a:lnTo>
                  <a:pt x="1182" y="345"/>
                </a:lnTo>
                <a:lnTo>
                  <a:pt x="1182" y="346"/>
                </a:lnTo>
                <a:lnTo>
                  <a:pt x="1183" y="346"/>
                </a:lnTo>
                <a:lnTo>
                  <a:pt x="1184" y="346"/>
                </a:lnTo>
                <a:lnTo>
                  <a:pt x="1185" y="346"/>
                </a:lnTo>
                <a:lnTo>
                  <a:pt x="1186" y="347"/>
                </a:lnTo>
                <a:lnTo>
                  <a:pt x="1187" y="348"/>
                </a:lnTo>
                <a:lnTo>
                  <a:pt x="1187" y="349"/>
                </a:lnTo>
                <a:lnTo>
                  <a:pt x="1187" y="350"/>
                </a:lnTo>
                <a:lnTo>
                  <a:pt x="1188" y="350"/>
                </a:lnTo>
                <a:lnTo>
                  <a:pt x="1188" y="351"/>
                </a:lnTo>
                <a:lnTo>
                  <a:pt x="1189" y="351"/>
                </a:lnTo>
                <a:lnTo>
                  <a:pt x="1189" y="352"/>
                </a:lnTo>
                <a:lnTo>
                  <a:pt x="1190" y="352"/>
                </a:lnTo>
                <a:lnTo>
                  <a:pt x="1191" y="352"/>
                </a:lnTo>
                <a:lnTo>
                  <a:pt x="1192" y="353"/>
                </a:lnTo>
                <a:lnTo>
                  <a:pt x="1193" y="353"/>
                </a:lnTo>
                <a:lnTo>
                  <a:pt x="1193" y="354"/>
                </a:lnTo>
                <a:lnTo>
                  <a:pt x="1194" y="354"/>
                </a:lnTo>
                <a:lnTo>
                  <a:pt x="1195" y="354"/>
                </a:lnTo>
                <a:lnTo>
                  <a:pt x="1195" y="355"/>
                </a:lnTo>
                <a:lnTo>
                  <a:pt x="1196" y="355"/>
                </a:lnTo>
                <a:lnTo>
                  <a:pt x="1197" y="355"/>
                </a:lnTo>
                <a:lnTo>
                  <a:pt x="1197" y="356"/>
                </a:lnTo>
                <a:lnTo>
                  <a:pt x="1198" y="357"/>
                </a:lnTo>
                <a:lnTo>
                  <a:pt x="1199" y="357"/>
                </a:lnTo>
                <a:lnTo>
                  <a:pt x="1200" y="358"/>
                </a:lnTo>
                <a:lnTo>
                  <a:pt x="1201" y="358"/>
                </a:lnTo>
                <a:lnTo>
                  <a:pt x="1202" y="358"/>
                </a:lnTo>
                <a:lnTo>
                  <a:pt x="1203" y="359"/>
                </a:lnTo>
                <a:lnTo>
                  <a:pt x="1204" y="359"/>
                </a:lnTo>
                <a:lnTo>
                  <a:pt x="1205" y="359"/>
                </a:lnTo>
                <a:lnTo>
                  <a:pt x="1205" y="360"/>
                </a:lnTo>
                <a:lnTo>
                  <a:pt x="1206" y="360"/>
                </a:lnTo>
                <a:lnTo>
                  <a:pt x="1206" y="361"/>
                </a:lnTo>
                <a:lnTo>
                  <a:pt x="1207" y="361"/>
                </a:lnTo>
                <a:lnTo>
                  <a:pt x="1207" y="362"/>
                </a:lnTo>
                <a:lnTo>
                  <a:pt x="1208" y="362"/>
                </a:lnTo>
                <a:lnTo>
                  <a:pt x="1209" y="362"/>
                </a:lnTo>
                <a:lnTo>
                  <a:pt x="1209" y="361"/>
                </a:lnTo>
                <a:lnTo>
                  <a:pt x="1210" y="361"/>
                </a:lnTo>
                <a:lnTo>
                  <a:pt x="1211" y="361"/>
                </a:lnTo>
                <a:lnTo>
                  <a:pt x="1211" y="362"/>
                </a:lnTo>
                <a:lnTo>
                  <a:pt x="1212" y="362"/>
                </a:lnTo>
                <a:lnTo>
                  <a:pt x="1212" y="361"/>
                </a:lnTo>
                <a:lnTo>
                  <a:pt x="1213" y="362"/>
                </a:lnTo>
                <a:lnTo>
                  <a:pt x="1213" y="363"/>
                </a:lnTo>
                <a:lnTo>
                  <a:pt x="1213" y="364"/>
                </a:lnTo>
                <a:lnTo>
                  <a:pt x="1214" y="364"/>
                </a:lnTo>
                <a:lnTo>
                  <a:pt x="1214" y="365"/>
                </a:lnTo>
                <a:lnTo>
                  <a:pt x="1215" y="365"/>
                </a:lnTo>
                <a:lnTo>
                  <a:pt x="1215" y="366"/>
                </a:lnTo>
                <a:lnTo>
                  <a:pt x="1214" y="366"/>
                </a:lnTo>
                <a:lnTo>
                  <a:pt x="1215" y="366"/>
                </a:lnTo>
                <a:lnTo>
                  <a:pt x="1216" y="366"/>
                </a:lnTo>
                <a:lnTo>
                  <a:pt x="1217" y="366"/>
                </a:lnTo>
                <a:lnTo>
                  <a:pt x="1218" y="366"/>
                </a:lnTo>
                <a:lnTo>
                  <a:pt x="1218" y="367"/>
                </a:lnTo>
                <a:lnTo>
                  <a:pt x="1218" y="368"/>
                </a:lnTo>
                <a:lnTo>
                  <a:pt x="1218" y="369"/>
                </a:lnTo>
                <a:lnTo>
                  <a:pt x="1219" y="369"/>
                </a:lnTo>
                <a:lnTo>
                  <a:pt x="1220" y="369"/>
                </a:lnTo>
                <a:lnTo>
                  <a:pt x="1220" y="370"/>
                </a:lnTo>
                <a:lnTo>
                  <a:pt x="1220" y="371"/>
                </a:lnTo>
                <a:lnTo>
                  <a:pt x="1221" y="371"/>
                </a:lnTo>
                <a:lnTo>
                  <a:pt x="1221" y="372"/>
                </a:lnTo>
                <a:lnTo>
                  <a:pt x="1222" y="373"/>
                </a:lnTo>
                <a:lnTo>
                  <a:pt x="1223" y="373"/>
                </a:lnTo>
                <a:lnTo>
                  <a:pt x="1223" y="374"/>
                </a:lnTo>
                <a:lnTo>
                  <a:pt x="1223" y="375"/>
                </a:lnTo>
                <a:lnTo>
                  <a:pt x="1224" y="375"/>
                </a:lnTo>
                <a:lnTo>
                  <a:pt x="1224" y="374"/>
                </a:lnTo>
                <a:lnTo>
                  <a:pt x="1225" y="374"/>
                </a:lnTo>
                <a:lnTo>
                  <a:pt x="1225" y="375"/>
                </a:lnTo>
                <a:lnTo>
                  <a:pt x="1225" y="374"/>
                </a:lnTo>
                <a:lnTo>
                  <a:pt x="1226" y="374"/>
                </a:lnTo>
                <a:lnTo>
                  <a:pt x="1227" y="374"/>
                </a:lnTo>
                <a:lnTo>
                  <a:pt x="1227" y="373"/>
                </a:lnTo>
                <a:lnTo>
                  <a:pt x="1228" y="373"/>
                </a:lnTo>
                <a:lnTo>
                  <a:pt x="1228" y="374"/>
                </a:lnTo>
                <a:lnTo>
                  <a:pt x="1230" y="374"/>
                </a:lnTo>
                <a:lnTo>
                  <a:pt x="1230" y="373"/>
                </a:lnTo>
                <a:lnTo>
                  <a:pt x="1230" y="372"/>
                </a:lnTo>
                <a:lnTo>
                  <a:pt x="1229" y="372"/>
                </a:lnTo>
                <a:lnTo>
                  <a:pt x="1230" y="371"/>
                </a:lnTo>
                <a:lnTo>
                  <a:pt x="1231" y="371"/>
                </a:lnTo>
                <a:lnTo>
                  <a:pt x="1231" y="370"/>
                </a:lnTo>
                <a:lnTo>
                  <a:pt x="1231" y="371"/>
                </a:lnTo>
                <a:lnTo>
                  <a:pt x="1232" y="371"/>
                </a:lnTo>
                <a:lnTo>
                  <a:pt x="1233" y="370"/>
                </a:lnTo>
                <a:lnTo>
                  <a:pt x="1233" y="371"/>
                </a:lnTo>
                <a:lnTo>
                  <a:pt x="1234" y="371"/>
                </a:lnTo>
                <a:lnTo>
                  <a:pt x="1236" y="371"/>
                </a:lnTo>
                <a:lnTo>
                  <a:pt x="1237" y="370"/>
                </a:lnTo>
                <a:lnTo>
                  <a:pt x="1238" y="370"/>
                </a:lnTo>
                <a:lnTo>
                  <a:pt x="1238" y="369"/>
                </a:lnTo>
                <a:lnTo>
                  <a:pt x="1239" y="369"/>
                </a:lnTo>
                <a:lnTo>
                  <a:pt x="1239" y="368"/>
                </a:lnTo>
                <a:lnTo>
                  <a:pt x="1240" y="368"/>
                </a:lnTo>
                <a:lnTo>
                  <a:pt x="1241" y="368"/>
                </a:lnTo>
                <a:lnTo>
                  <a:pt x="1241" y="369"/>
                </a:lnTo>
                <a:lnTo>
                  <a:pt x="1243" y="369"/>
                </a:lnTo>
                <a:lnTo>
                  <a:pt x="1243" y="370"/>
                </a:lnTo>
                <a:lnTo>
                  <a:pt x="1244" y="370"/>
                </a:lnTo>
                <a:lnTo>
                  <a:pt x="1245" y="370"/>
                </a:lnTo>
                <a:lnTo>
                  <a:pt x="1246" y="370"/>
                </a:lnTo>
                <a:lnTo>
                  <a:pt x="1246" y="371"/>
                </a:lnTo>
                <a:lnTo>
                  <a:pt x="1247" y="372"/>
                </a:lnTo>
                <a:lnTo>
                  <a:pt x="1248" y="372"/>
                </a:lnTo>
                <a:lnTo>
                  <a:pt x="1248" y="373"/>
                </a:lnTo>
                <a:lnTo>
                  <a:pt x="1248" y="374"/>
                </a:lnTo>
                <a:lnTo>
                  <a:pt x="1247" y="374"/>
                </a:lnTo>
                <a:lnTo>
                  <a:pt x="1247" y="375"/>
                </a:lnTo>
                <a:lnTo>
                  <a:pt x="1245" y="376"/>
                </a:lnTo>
                <a:lnTo>
                  <a:pt x="1245" y="377"/>
                </a:lnTo>
                <a:lnTo>
                  <a:pt x="1246" y="377"/>
                </a:lnTo>
                <a:lnTo>
                  <a:pt x="1246" y="378"/>
                </a:lnTo>
                <a:lnTo>
                  <a:pt x="1246" y="379"/>
                </a:lnTo>
                <a:lnTo>
                  <a:pt x="1246" y="380"/>
                </a:lnTo>
                <a:lnTo>
                  <a:pt x="1246" y="381"/>
                </a:lnTo>
                <a:lnTo>
                  <a:pt x="1245" y="381"/>
                </a:lnTo>
                <a:lnTo>
                  <a:pt x="1245" y="382"/>
                </a:lnTo>
                <a:lnTo>
                  <a:pt x="1246" y="382"/>
                </a:lnTo>
                <a:lnTo>
                  <a:pt x="1247" y="383"/>
                </a:lnTo>
                <a:lnTo>
                  <a:pt x="1248" y="383"/>
                </a:lnTo>
                <a:lnTo>
                  <a:pt x="1249" y="384"/>
                </a:lnTo>
                <a:lnTo>
                  <a:pt x="1250" y="384"/>
                </a:lnTo>
                <a:lnTo>
                  <a:pt x="1250" y="385"/>
                </a:lnTo>
                <a:lnTo>
                  <a:pt x="1251" y="385"/>
                </a:lnTo>
                <a:lnTo>
                  <a:pt x="1252" y="384"/>
                </a:lnTo>
                <a:lnTo>
                  <a:pt x="1253" y="384"/>
                </a:lnTo>
                <a:lnTo>
                  <a:pt x="1253" y="383"/>
                </a:lnTo>
                <a:lnTo>
                  <a:pt x="1254" y="383"/>
                </a:lnTo>
                <a:lnTo>
                  <a:pt x="1254" y="382"/>
                </a:lnTo>
                <a:lnTo>
                  <a:pt x="1255" y="382"/>
                </a:lnTo>
                <a:lnTo>
                  <a:pt x="1256" y="382"/>
                </a:lnTo>
                <a:lnTo>
                  <a:pt x="1257" y="382"/>
                </a:lnTo>
                <a:lnTo>
                  <a:pt x="1257" y="383"/>
                </a:lnTo>
                <a:lnTo>
                  <a:pt x="1258" y="383"/>
                </a:lnTo>
                <a:lnTo>
                  <a:pt x="1259" y="383"/>
                </a:lnTo>
                <a:lnTo>
                  <a:pt x="1259" y="382"/>
                </a:lnTo>
                <a:lnTo>
                  <a:pt x="1259" y="381"/>
                </a:lnTo>
                <a:lnTo>
                  <a:pt x="1259" y="380"/>
                </a:lnTo>
                <a:lnTo>
                  <a:pt x="1261" y="381"/>
                </a:lnTo>
                <a:lnTo>
                  <a:pt x="1262" y="381"/>
                </a:lnTo>
                <a:lnTo>
                  <a:pt x="1262" y="382"/>
                </a:lnTo>
                <a:lnTo>
                  <a:pt x="1263" y="382"/>
                </a:lnTo>
                <a:lnTo>
                  <a:pt x="1264" y="382"/>
                </a:lnTo>
                <a:lnTo>
                  <a:pt x="1265" y="382"/>
                </a:lnTo>
                <a:lnTo>
                  <a:pt x="1264" y="382"/>
                </a:lnTo>
                <a:lnTo>
                  <a:pt x="1265" y="382"/>
                </a:lnTo>
                <a:lnTo>
                  <a:pt x="1265" y="381"/>
                </a:lnTo>
                <a:lnTo>
                  <a:pt x="1266" y="381"/>
                </a:lnTo>
                <a:lnTo>
                  <a:pt x="1267" y="381"/>
                </a:lnTo>
                <a:lnTo>
                  <a:pt x="1268" y="380"/>
                </a:lnTo>
                <a:lnTo>
                  <a:pt x="1269" y="380"/>
                </a:lnTo>
                <a:lnTo>
                  <a:pt x="1269" y="381"/>
                </a:lnTo>
                <a:lnTo>
                  <a:pt x="1270" y="382"/>
                </a:lnTo>
                <a:lnTo>
                  <a:pt x="1271" y="382"/>
                </a:lnTo>
                <a:lnTo>
                  <a:pt x="1271" y="383"/>
                </a:lnTo>
                <a:lnTo>
                  <a:pt x="1271" y="382"/>
                </a:lnTo>
                <a:lnTo>
                  <a:pt x="1272" y="382"/>
                </a:lnTo>
                <a:lnTo>
                  <a:pt x="1272" y="383"/>
                </a:lnTo>
                <a:lnTo>
                  <a:pt x="1273" y="383"/>
                </a:lnTo>
                <a:lnTo>
                  <a:pt x="1273" y="382"/>
                </a:lnTo>
                <a:lnTo>
                  <a:pt x="1274" y="383"/>
                </a:lnTo>
                <a:lnTo>
                  <a:pt x="1275" y="383"/>
                </a:lnTo>
                <a:lnTo>
                  <a:pt x="1276" y="383"/>
                </a:lnTo>
                <a:lnTo>
                  <a:pt x="1277" y="383"/>
                </a:lnTo>
                <a:lnTo>
                  <a:pt x="1277" y="384"/>
                </a:lnTo>
                <a:lnTo>
                  <a:pt x="1278" y="384"/>
                </a:lnTo>
                <a:lnTo>
                  <a:pt x="1279" y="383"/>
                </a:lnTo>
                <a:lnTo>
                  <a:pt x="1280" y="383"/>
                </a:lnTo>
                <a:lnTo>
                  <a:pt x="1281" y="383"/>
                </a:lnTo>
                <a:lnTo>
                  <a:pt x="1281" y="382"/>
                </a:lnTo>
                <a:lnTo>
                  <a:pt x="1281" y="383"/>
                </a:lnTo>
                <a:lnTo>
                  <a:pt x="1282" y="383"/>
                </a:lnTo>
                <a:lnTo>
                  <a:pt x="1282" y="384"/>
                </a:lnTo>
                <a:lnTo>
                  <a:pt x="1283" y="384"/>
                </a:lnTo>
                <a:lnTo>
                  <a:pt x="1284" y="384"/>
                </a:lnTo>
                <a:lnTo>
                  <a:pt x="1284" y="385"/>
                </a:lnTo>
                <a:lnTo>
                  <a:pt x="1285" y="385"/>
                </a:lnTo>
                <a:lnTo>
                  <a:pt x="1286" y="385"/>
                </a:lnTo>
                <a:lnTo>
                  <a:pt x="1286" y="384"/>
                </a:lnTo>
                <a:lnTo>
                  <a:pt x="1287" y="384"/>
                </a:lnTo>
                <a:lnTo>
                  <a:pt x="1288" y="383"/>
                </a:lnTo>
                <a:lnTo>
                  <a:pt x="1288" y="382"/>
                </a:lnTo>
                <a:lnTo>
                  <a:pt x="1288" y="381"/>
                </a:lnTo>
                <a:lnTo>
                  <a:pt x="1289" y="380"/>
                </a:lnTo>
                <a:lnTo>
                  <a:pt x="1290" y="380"/>
                </a:lnTo>
                <a:lnTo>
                  <a:pt x="1290" y="381"/>
                </a:lnTo>
                <a:lnTo>
                  <a:pt x="1291" y="381"/>
                </a:lnTo>
                <a:lnTo>
                  <a:pt x="1291" y="382"/>
                </a:lnTo>
                <a:lnTo>
                  <a:pt x="1292" y="382"/>
                </a:lnTo>
                <a:lnTo>
                  <a:pt x="1293" y="382"/>
                </a:lnTo>
                <a:lnTo>
                  <a:pt x="1294" y="382"/>
                </a:lnTo>
                <a:lnTo>
                  <a:pt x="1294" y="383"/>
                </a:lnTo>
                <a:lnTo>
                  <a:pt x="1295" y="382"/>
                </a:lnTo>
                <a:lnTo>
                  <a:pt x="1295" y="383"/>
                </a:lnTo>
                <a:lnTo>
                  <a:pt x="1296" y="383"/>
                </a:lnTo>
                <a:lnTo>
                  <a:pt x="1296" y="384"/>
                </a:lnTo>
                <a:lnTo>
                  <a:pt x="1297" y="384"/>
                </a:lnTo>
                <a:lnTo>
                  <a:pt x="1298" y="384"/>
                </a:lnTo>
                <a:lnTo>
                  <a:pt x="1298" y="385"/>
                </a:lnTo>
                <a:lnTo>
                  <a:pt x="1299" y="384"/>
                </a:lnTo>
                <a:lnTo>
                  <a:pt x="1300" y="384"/>
                </a:lnTo>
                <a:lnTo>
                  <a:pt x="1301" y="384"/>
                </a:lnTo>
                <a:lnTo>
                  <a:pt x="1302" y="384"/>
                </a:lnTo>
                <a:lnTo>
                  <a:pt x="1302" y="385"/>
                </a:lnTo>
                <a:lnTo>
                  <a:pt x="1303" y="385"/>
                </a:lnTo>
                <a:lnTo>
                  <a:pt x="1303" y="386"/>
                </a:lnTo>
                <a:lnTo>
                  <a:pt x="1304" y="386"/>
                </a:lnTo>
                <a:lnTo>
                  <a:pt x="1305" y="386"/>
                </a:lnTo>
                <a:lnTo>
                  <a:pt x="1305" y="387"/>
                </a:lnTo>
                <a:lnTo>
                  <a:pt x="1306" y="387"/>
                </a:lnTo>
                <a:lnTo>
                  <a:pt x="1306" y="386"/>
                </a:lnTo>
                <a:lnTo>
                  <a:pt x="1307" y="386"/>
                </a:lnTo>
                <a:lnTo>
                  <a:pt x="1308" y="386"/>
                </a:lnTo>
                <a:lnTo>
                  <a:pt x="1309" y="386"/>
                </a:lnTo>
                <a:lnTo>
                  <a:pt x="1310" y="386"/>
                </a:lnTo>
                <a:lnTo>
                  <a:pt x="1311" y="386"/>
                </a:lnTo>
                <a:lnTo>
                  <a:pt x="1311" y="385"/>
                </a:lnTo>
                <a:lnTo>
                  <a:pt x="1312" y="385"/>
                </a:lnTo>
                <a:lnTo>
                  <a:pt x="1313" y="385"/>
                </a:lnTo>
                <a:lnTo>
                  <a:pt x="1314" y="385"/>
                </a:lnTo>
                <a:lnTo>
                  <a:pt x="1314" y="386"/>
                </a:lnTo>
                <a:lnTo>
                  <a:pt x="1314" y="385"/>
                </a:lnTo>
                <a:lnTo>
                  <a:pt x="1315" y="385"/>
                </a:lnTo>
                <a:lnTo>
                  <a:pt x="1316" y="385"/>
                </a:lnTo>
                <a:lnTo>
                  <a:pt x="1316" y="384"/>
                </a:lnTo>
                <a:lnTo>
                  <a:pt x="1316" y="383"/>
                </a:lnTo>
                <a:lnTo>
                  <a:pt x="1317" y="383"/>
                </a:lnTo>
                <a:lnTo>
                  <a:pt x="1318" y="383"/>
                </a:lnTo>
                <a:lnTo>
                  <a:pt x="1319" y="383"/>
                </a:lnTo>
                <a:lnTo>
                  <a:pt x="1319" y="384"/>
                </a:lnTo>
                <a:lnTo>
                  <a:pt x="1319" y="385"/>
                </a:lnTo>
                <a:lnTo>
                  <a:pt x="1320" y="386"/>
                </a:lnTo>
                <a:lnTo>
                  <a:pt x="1319" y="386"/>
                </a:lnTo>
                <a:lnTo>
                  <a:pt x="1319" y="387"/>
                </a:lnTo>
                <a:lnTo>
                  <a:pt x="1320" y="387"/>
                </a:lnTo>
                <a:lnTo>
                  <a:pt x="1321" y="387"/>
                </a:lnTo>
                <a:lnTo>
                  <a:pt x="1321" y="388"/>
                </a:lnTo>
                <a:lnTo>
                  <a:pt x="1321" y="389"/>
                </a:lnTo>
                <a:lnTo>
                  <a:pt x="1321" y="390"/>
                </a:lnTo>
                <a:lnTo>
                  <a:pt x="1321" y="391"/>
                </a:lnTo>
                <a:lnTo>
                  <a:pt x="1322" y="391"/>
                </a:lnTo>
                <a:lnTo>
                  <a:pt x="1322" y="392"/>
                </a:lnTo>
                <a:lnTo>
                  <a:pt x="1322" y="393"/>
                </a:lnTo>
                <a:lnTo>
                  <a:pt x="1323" y="394"/>
                </a:lnTo>
                <a:lnTo>
                  <a:pt x="1324" y="394"/>
                </a:lnTo>
                <a:lnTo>
                  <a:pt x="1325" y="394"/>
                </a:lnTo>
                <a:lnTo>
                  <a:pt x="1325" y="393"/>
                </a:lnTo>
                <a:lnTo>
                  <a:pt x="1326" y="393"/>
                </a:lnTo>
                <a:lnTo>
                  <a:pt x="1327" y="393"/>
                </a:lnTo>
                <a:lnTo>
                  <a:pt x="1328" y="393"/>
                </a:lnTo>
                <a:lnTo>
                  <a:pt x="1328" y="392"/>
                </a:lnTo>
                <a:lnTo>
                  <a:pt x="1329" y="393"/>
                </a:lnTo>
                <a:lnTo>
                  <a:pt x="1330" y="393"/>
                </a:lnTo>
                <a:lnTo>
                  <a:pt x="1331" y="393"/>
                </a:lnTo>
                <a:lnTo>
                  <a:pt x="1332" y="393"/>
                </a:lnTo>
                <a:lnTo>
                  <a:pt x="1332" y="392"/>
                </a:lnTo>
                <a:lnTo>
                  <a:pt x="1332" y="391"/>
                </a:lnTo>
                <a:lnTo>
                  <a:pt x="1332" y="390"/>
                </a:lnTo>
                <a:lnTo>
                  <a:pt x="1333" y="390"/>
                </a:lnTo>
                <a:lnTo>
                  <a:pt x="1334" y="390"/>
                </a:lnTo>
                <a:lnTo>
                  <a:pt x="1335" y="390"/>
                </a:lnTo>
                <a:lnTo>
                  <a:pt x="1335" y="391"/>
                </a:lnTo>
                <a:lnTo>
                  <a:pt x="1336" y="391"/>
                </a:lnTo>
                <a:lnTo>
                  <a:pt x="1337" y="391"/>
                </a:lnTo>
                <a:lnTo>
                  <a:pt x="1338" y="391"/>
                </a:lnTo>
                <a:lnTo>
                  <a:pt x="1339" y="391"/>
                </a:lnTo>
                <a:lnTo>
                  <a:pt x="1340" y="391"/>
                </a:lnTo>
                <a:lnTo>
                  <a:pt x="1340" y="392"/>
                </a:lnTo>
                <a:lnTo>
                  <a:pt x="1340" y="393"/>
                </a:lnTo>
                <a:lnTo>
                  <a:pt x="1340" y="394"/>
                </a:lnTo>
                <a:lnTo>
                  <a:pt x="1341" y="394"/>
                </a:lnTo>
                <a:lnTo>
                  <a:pt x="1341" y="395"/>
                </a:lnTo>
                <a:lnTo>
                  <a:pt x="1342" y="395"/>
                </a:lnTo>
                <a:lnTo>
                  <a:pt x="1343" y="395"/>
                </a:lnTo>
                <a:lnTo>
                  <a:pt x="1344" y="395"/>
                </a:lnTo>
                <a:lnTo>
                  <a:pt x="1345" y="395"/>
                </a:lnTo>
                <a:lnTo>
                  <a:pt x="1345" y="396"/>
                </a:lnTo>
                <a:lnTo>
                  <a:pt x="1344" y="396"/>
                </a:lnTo>
                <a:lnTo>
                  <a:pt x="1345" y="396"/>
                </a:lnTo>
                <a:lnTo>
                  <a:pt x="1345" y="397"/>
                </a:lnTo>
                <a:lnTo>
                  <a:pt x="1346" y="397"/>
                </a:lnTo>
                <a:lnTo>
                  <a:pt x="1345" y="398"/>
                </a:lnTo>
                <a:lnTo>
                  <a:pt x="1345" y="399"/>
                </a:lnTo>
                <a:lnTo>
                  <a:pt x="1345" y="400"/>
                </a:lnTo>
                <a:lnTo>
                  <a:pt x="1346" y="400"/>
                </a:lnTo>
                <a:lnTo>
                  <a:pt x="1347" y="400"/>
                </a:lnTo>
                <a:lnTo>
                  <a:pt x="1348" y="400"/>
                </a:lnTo>
                <a:lnTo>
                  <a:pt x="1348" y="401"/>
                </a:lnTo>
                <a:lnTo>
                  <a:pt x="1349" y="401"/>
                </a:lnTo>
                <a:lnTo>
                  <a:pt x="1350" y="402"/>
                </a:lnTo>
                <a:lnTo>
                  <a:pt x="1350" y="403"/>
                </a:lnTo>
                <a:lnTo>
                  <a:pt x="1351" y="403"/>
                </a:lnTo>
                <a:lnTo>
                  <a:pt x="1351" y="404"/>
                </a:lnTo>
                <a:lnTo>
                  <a:pt x="1352" y="405"/>
                </a:lnTo>
                <a:lnTo>
                  <a:pt x="1352" y="404"/>
                </a:lnTo>
                <a:lnTo>
                  <a:pt x="1352" y="403"/>
                </a:lnTo>
                <a:lnTo>
                  <a:pt x="1353" y="403"/>
                </a:lnTo>
                <a:lnTo>
                  <a:pt x="1354" y="403"/>
                </a:lnTo>
                <a:lnTo>
                  <a:pt x="1354" y="402"/>
                </a:lnTo>
                <a:lnTo>
                  <a:pt x="1355" y="402"/>
                </a:lnTo>
                <a:lnTo>
                  <a:pt x="1356" y="402"/>
                </a:lnTo>
                <a:lnTo>
                  <a:pt x="1357" y="401"/>
                </a:lnTo>
                <a:lnTo>
                  <a:pt x="1358" y="401"/>
                </a:lnTo>
                <a:lnTo>
                  <a:pt x="1359" y="402"/>
                </a:lnTo>
                <a:lnTo>
                  <a:pt x="1359" y="403"/>
                </a:lnTo>
                <a:lnTo>
                  <a:pt x="1359" y="404"/>
                </a:lnTo>
                <a:lnTo>
                  <a:pt x="1360" y="404"/>
                </a:lnTo>
                <a:lnTo>
                  <a:pt x="1360" y="405"/>
                </a:lnTo>
                <a:lnTo>
                  <a:pt x="1360" y="406"/>
                </a:lnTo>
                <a:lnTo>
                  <a:pt x="1360" y="407"/>
                </a:lnTo>
                <a:lnTo>
                  <a:pt x="1361" y="407"/>
                </a:lnTo>
                <a:lnTo>
                  <a:pt x="1362" y="407"/>
                </a:lnTo>
                <a:lnTo>
                  <a:pt x="1363" y="407"/>
                </a:lnTo>
                <a:lnTo>
                  <a:pt x="1363" y="408"/>
                </a:lnTo>
                <a:lnTo>
                  <a:pt x="1363" y="409"/>
                </a:lnTo>
                <a:lnTo>
                  <a:pt x="1364" y="409"/>
                </a:lnTo>
                <a:lnTo>
                  <a:pt x="1364" y="410"/>
                </a:lnTo>
                <a:lnTo>
                  <a:pt x="1365" y="410"/>
                </a:lnTo>
                <a:lnTo>
                  <a:pt x="1365" y="409"/>
                </a:lnTo>
                <a:lnTo>
                  <a:pt x="1366" y="408"/>
                </a:lnTo>
                <a:lnTo>
                  <a:pt x="1367" y="409"/>
                </a:lnTo>
                <a:lnTo>
                  <a:pt x="1368" y="408"/>
                </a:lnTo>
                <a:lnTo>
                  <a:pt x="1368" y="407"/>
                </a:lnTo>
                <a:lnTo>
                  <a:pt x="1369" y="407"/>
                </a:lnTo>
                <a:lnTo>
                  <a:pt x="1370" y="407"/>
                </a:lnTo>
                <a:lnTo>
                  <a:pt x="1370" y="406"/>
                </a:lnTo>
                <a:lnTo>
                  <a:pt x="1371" y="406"/>
                </a:lnTo>
                <a:lnTo>
                  <a:pt x="1372" y="405"/>
                </a:lnTo>
                <a:lnTo>
                  <a:pt x="1373" y="405"/>
                </a:lnTo>
                <a:lnTo>
                  <a:pt x="1373" y="404"/>
                </a:lnTo>
                <a:lnTo>
                  <a:pt x="1374" y="404"/>
                </a:lnTo>
                <a:lnTo>
                  <a:pt x="1374" y="403"/>
                </a:lnTo>
                <a:lnTo>
                  <a:pt x="1374" y="402"/>
                </a:lnTo>
                <a:lnTo>
                  <a:pt x="1373" y="402"/>
                </a:lnTo>
                <a:lnTo>
                  <a:pt x="1374" y="402"/>
                </a:lnTo>
                <a:lnTo>
                  <a:pt x="1375" y="402"/>
                </a:lnTo>
                <a:lnTo>
                  <a:pt x="1375" y="400"/>
                </a:lnTo>
                <a:lnTo>
                  <a:pt x="1376" y="400"/>
                </a:lnTo>
                <a:lnTo>
                  <a:pt x="1377" y="400"/>
                </a:lnTo>
                <a:lnTo>
                  <a:pt x="1378" y="400"/>
                </a:lnTo>
                <a:lnTo>
                  <a:pt x="1379" y="400"/>
                </a:lnTo>
                <a:lnTo>
                  <a:pt x="1380" y="400"/>
                </a:lnTo>
                <a:lnTo>
                  <a:pt x="1381" y="399"/>
                </a:lnTo>
                <a:lnTo>
                  <a:pt x="1382" y="399"/>
                </a:lnTo>
                <a:lnTo>
                  <a:pt x="1383" y="400"/>
                </a:lnTo>
                <a:lnTo>
                  <a:pt x="1384" y="400"/>
                </a:lnTo>
                <a:lnTo>
                  <a:pt x="1385" y="401"/>
                </a:lnTo>
                <a:lnTo>
                  <a:pt x="1386" y="400"/>
                </a:lnTo>
                <a:lnTo>
                  <a:pt x="1387" y="401"/>
                </a:lnTo>
                <a:lnTo>
                  <a:pt x="1388" y="402"/>
                </a:lnTo>
                <a:lnTo>
                  <a:pt x="1389" y="402"/>
                </a:lnTo>
                <a:lnTo>
                  <a:pt x="1390" y="402"/>
                </a:lnTo>
                <a:lnTo>
                  <a:pt x="1391" y="402"/>
                </a:lnTo>
                <a:lnTo>
                  <a:pt x="1391" y="403"/>
                </a:lnTo>
                <a:lnTo>
                  <a:pt x="1392" y="403"/>
                </a:lnTo>
                <a:lnTo>
                  <a:pt x="1392" y="404"/>
                </a:lnTo>
                <a:lnTo>
                  <a:pt x="1392" y="405"/>
                </a:lnTo>
                <a:lnTo>
                  <a:pt x="1393" y="406"/>
                </a:lnTo>
                <a:lnTo>
                  <a:pt x="1394" y="406"/>
                </a:lnTo>
                <a:lnTo>
                  <a:pt x="1394" y="407"/>
                </a:lnTo>
                <a:lnTo>
                  <a:pt x="1394" y="408"/>
                </a:lnTo>
                <a:lnTo>
                  <a:pt x="1395" y="408"/>
                </a:lnTo>
                <a:lnTo>
                  <a:pt x="1395" y="409"/>
                </a:lnTo>
                <a:lnTo>
                  <a:pt x="1394" y="409"/>
                </a:lnTo>
                <a:lnTo>
                  <a:pt x="1394" y="410"/>
                </a:lnTo>
                <a:lnTo>
                  <a:pt x="1394" y="411"/>
                </a:lnTo>
                <a:lnTo>
                  <a:pt x="1395" y="411"/>
                </a:lnTo>
                <a:lnTo>
                  <a:pt x="1395" y="410"/>
                </a:lnTo>
                <a:lnTo>
                  <a:pt x="1396" y="410"/>
                </a:lnTo>
                <a:lnTo>
                  <a:pt x="1397" y="410"/>
                </a:lnTo>
                <a:lnTo>
                  <a:pt x="1398" y="410"/>
                </a:lnTo>
                <a:lnTo>
                  <a:pt x="1399" y="411"/>
                </a:lnTo>
                <a:lnTo>
                  <a:pt x="1400" y="411"/>
                </a:lnTo>
                <a:lnTo>
                  <a:pt x="1399" y="411"/>
                </a:lnTo>
                <a:lnTo>
                  <a:pt x="1400" y="410"/>
                </a:lnTo>
                <a:lnTo>
                  <a:pt x="1401" y="409"/>
                </a:lnTo>
                <a:lnTo>
                  <a:pt x="1402" y="409"/>
                </a:lnTo>
                <a:lnTo>
                  <a:pt x="1403" y="409"/>
                </a:lnTo>
                <a:lnTo>
                  <a:pt x="1404" y="409"/>
                </a:lnTo>
                <a:lnTo>
                  <a:pt x="1404" y="410"/>
                </a:lnTo>
                <a:lnTo>
                  <a:pt x="1405" y="410"/>
                </a:lnTo>
                <a:lnTo>
                  <a:pt x="1405" y="411"/>
                </a:lnTo>
                <a:lnTo>
                  <a:pt x="1406" y="411"/>
                </a:lnTo>
                <a:lnTo>
                  <a:pt x="1407" y="411"/>
                </a:lnTo>
                <a:lnTo>
                  <a:pt x="1407" y="412"/>
                </a:lnTo>
                <a:lnTo>
                  <a:pt x="1408" y="412"/>
                </a:lnTo>
                <a:lnTo>
                  <a:pt x="1408" y="413"/>
                </a:lnTo>
                <a:lnTo>
                  <a:pt x="1410" y="413"/>
                </a:lnTo>
                <a:lnTo>
                  <a:pt x="1410" y="412"/>
                </a:lnTo>
                <a:lnTo>
                  <a:pt x="1411" y="412"/>
                </a:lnTo>
                <a:lnTo>
                  <a:pt x="1411" y="411"/>
                </a:lnTo>
                <a:lnTo>
                  <a:pt x="1412" y="411"/>
                </a:lnTo>
                <a:lnTo>
                  <a:pt x="1412" y="410"/>
                </a:lnTo>
                <a:lnTo>
                  <a:pt x="1414" y="411"/>
                </a:lnTo>
                <a:lnTo>
                  <a:pt x="1415" y="411"/>
                </a:lnTo>
                <a:lnTo>
                  <a:pt x="1416" y="411"/>
                </a:lnTo>
                <a:lnTo>
                  <a:pt x="1416" y="412"/>
                </a:lnTo>
                <a:lnTo>
                  <a:pt x="1417" y="413"/>
                </a:lnTo>
                <a:lnTo>
                  <a:pt x="1418" y="413"/>
                </a:lnTo>
                <a:lnTo>
                  <a:pt x="1419" y="414"/>
                </a:lnTo>
                <a:lnTo>
                  <a:pt x="1420" y="414"/>
                </a:lnTo>
                <a:lnTo>
                  <a:pt x="1421" y="413"/>
                </a:lnTo>
                <a:lnTo>
                  <a:pt x="1421" y="412"/>
                </a:lnTo>
                <a:lnTo>
                  <a:pt x="1422" y="412"/>
                </a:lnTo>
                <a:lnTo>
                  <a:pt x="1423" y="412"/>
                </a:lnTo>
                <a:lnTo>
                  <a:pt x="1424" y="412"/>
                </a:lnTo>
                <a:lnTo>
                  <a:pt x="1424" y="411"/>
                </a:lnTo>
                <a:lnTo>
                  <a:pt x="1424" y="410"/>
                </a:lnTo>
                <a:lnTo>
                  <a:pt x="1424" y="409"/>
                </a:lnTo>
                <a:lnTo>
                  <a:pt x="1423" y="409"/>
                </a:lnTo>
                <a:lnTo>
                  <a:pt x="1423" y="408"/>
                </a:lnTo>
                <a:lnTo>
                  <a:pt x="1424" y="407"/>
                </a:lnTo>
                <a:lnTo>
                  <a:pt x="1425" y="407"/>
                </a:lnTo>
                <a:lnTo>
                  <a:pt x="1425" y="406"/>
                </a:lnTo>
                <a:lnTo>
                  <a:pt x="1426" y="406"/>
                </a:lnTo>
                <a:lnTo>
                  <a:pt x="1427" y="406"/>
                </a:lnTo>
                <a:lnTo>
                  <a:pt x="1429" y="406"/>
                </a:lnTo>
                <a:lnTo>
                  <a:pt x="1430" y="406"/>
                </a:lnTo>
                <a:lnTo>
                  <a:pt x="1431" y="406"/>
                </a:lnTo>
                <a:lnTo>
                  <a:pt x="1432" y="406"/>
                </a:lnTo>
                <a:lnTo>
                  <a:pt x="1433" y="407"/>
                </a:lnTo>
                <a:lnTo>
                  <a:pt x="1434" y="407"/>
                </a:lnTo>
                <a:lnTo>
                  <a:pt x="1434" y="406"/>
                </a:lnTo>
                <a:lnTo>
                  <a:pt x="1434" y="405"/>
                </a:lnTo>
                <a:lnTo>
                  <a:pt x="1435" y="405"/>
                </a:lnTo>
                <a:lnTo>
                  <a:pt x="1436" y="404"/>
                </a:lnTo>
                <a:lnTo>
                  <a:pt x="1437" y="404"/>
                </a:lnTo>
                <a:lnTo>
                  <a:pt x="1438" y="404"/>
                </a:lnTo>
                <a:lnTo>
                  <a:pt x="1439" y="404"/>
                </a:lnTo>
                <a:lnTo>
                  <a:pt x="1439" y="405"/>
                </a:lnTo>
                <a:lnTo>
                  <a:pt x="1440" y="405"/>
                </a:lnTo>
                <a:lnTo>
                  <a:pt x="1441" y="405"/>
                </a:lnTo>
                <a:lnTo>
                  <a:pt x="1441" y="404"/>
                </a:lnTo>
                <a:lnTo>
                  <a:pt x="1442" y="403"/>
                </a:lnTo>
                <a:lnTo>
                  <a:pt x="1442" y="402"/>
                </a:lnTo>
                <a:lnTo>
                  <a:pt x="1441" y="401"/>
                </a:lnTo>
                <a:lnTo>
                  <a:pt x="1442" y="400"/>
                </a:lnTo>
                <a:lnTo>
                  <a:pt x="1442" y="399"/>
                </a:lnTo>
                <a:lnTo>
                  <a:pt x="1442" y="398"/>
                </a:lnTo>
                <a:lnTo>
                  <a:pt x="1443" y="398"/>
                </a:lnTo>
                <a:lnTo>
                  <a:pt x="1443" y="397"/>
                </a:lnTo>
                <a:lnTo>
                  <a:pt x="1444" y="397"/>
                </a:lnTo>
                <a:lnTo>
                  <a:pt x="1444" y="398"/>
                </a:lnTo>
                <a:lnTo>
                  <a:pt x="1444" y="399"/>
                </a:lnTo>
                <a:lnTo>
                  <a:pt x="1445" y="399"/>
                </a:lnTo>
                <a:lnTo>
                  <a:pt x="1445" y="400"/>
                </a:lnTo>
                <a:lnTo>
                  <a:pt x="1446" y="400"/>
                </a:lnTo>
                <a:lnTo>
                  <a:pt x="1446" y="401"/>
                </a:lnTo>
                <a:lnTo>
                  <a:pt x="1447" y="401"/>
                </a:lnTo>
                <a:lnTo>
                  <a:pt x="1448" y="400"/>
                </a:lnTo>
                <a:lnTo>
                  <a:pt x="1449" y="400"/>
                </a:lnTo>
                <a:lnTo>
                  <a:pt x="1449" y="398"/>
                </a:lnTo>
                <a:lnTo>
                  <a:pt x="1449" y="397"/>
                </a:lnTo>
                <a:lnTo>
                  <a:pt x="1449" y="396"/>
                </a:lnTo>
                <a:lnTo>
                  <a:pt x="1450" y="396"/>
                </a:lnTo>
                <a:lnTo>
                  <a:pt x="1451" y="396"/>
                </a:lnTo>
                <a:lnTo>
                  <a:pt x="1451" y="397"/>
                </a:lnTo>
                <a:lnTo>
                  <a:pt x="1452" y="397"/>
                </a:lnTo>
                <a:lnTo>
                  <a:pt x="1453" y="397"/>
                </a:lnTo>
                <a:lnTo>
                  <a:pt x="1454" y="397"/>
                </a:lnTo>
                <a:lnTo>
                  <a:pt x="1455" y="397"/>
                </a:lnTo>
                <a:lnTo>
                  <a:pt x="1456" y="397"/>
                </a:lnTo>
                <a:lnTo>
                  <a:pt x="1457" y="396"/>
                </a:lnTo>
                <a:lnTo>
                  <a:pt x="1458" y="395"/>
                </a:lnTo>
                <a:lnTo>
                  <a:pt x="1458" y="394"/>
                </a:lnTo>
                <a:lnTo>
                  <a:pt x="1461" y="394"/>
                </a:lnTo>
                <a:lnTo>
                  <a:pt x="1461" y="393"/>
                </a:lnTo>
                <a:lnTo>
                  <a:pt x="1461" y="392"/>
                </a:lnTo>
                <a:lnTo>
                  <a:pt x="1462" y="392"/>
                </a:lnTo>
                <a:lnTo>
                  <a:pt x="1461" y="391"/>
                </a:lnTo>
                <a:lnTo>
                  <a:pt x="1461" y="390"/>
                </a:lnTo>
                <a:lnTo>
                  <a:pt x="1462" y="390"/>
                </a:lnTo>
                <a:lnTo>
                  <a:pt x="1462" y="389"/>
                </a:lnTo>
                <a:lnTo>
                  <a:pt x="1463" y="389"/>
                </a:lnTo>
                <a:lnTo>
                  <a:pt x="1463" y="390"/>
                </a:lnTo>
                <a:lnTo>
                  <a:pt x="1464" y="390"/>
                </a:lnTo>
                <a:lnTo>
                  <a:pt x="1464" y="391"/>
                </a:lnTo>
                <a:lnTo>
                  <a:pt x="1465" y="391"/>
                </a:lnTo>
                <a:lnTo>
                  <a:pt x="1465" y="392"/>
                </a:lnTo>
                <a:lnTo>
                  <a:pt x="1465" y="393"/>
                </a:lnTo>
                <a:lnTo>
                  <a:pt x="1466" y="394"/>
                </a:lnTo>
                <a:lnTo>
                  <a:pt x="1467" y="394"/>
                </a:lnTo>
                <a:lnTo>
                  <a:pt x="1468" y="395"/>
                </a:lnTo>
                <a:lnTo>
                  <a:pt x="1469" y="395"/>
                </a:lnTo>
                <a:lnTo>
                  <a:pt x="1470" y="396"/>
                </a:lnTo>
                <a:lnTo>
                  <a:pt x="1469" y="396"/>
                </a:lnTo>
                <a:lnTo>
                  <a:pt x="1469" y="397"/>
                </a:lnTo>
                <a:lnTo>
                  <a:pt x="1470" y="397"/>
                </a:lnTo>
                <a:lnTo>
                  <a:pt x="1471" y="397"/>
                </a:lnTo>
                <a:lnTo>
                  <a:pt x="1472" y="397"/>
                </a:lnTo>
                <a:lnTo>
                  <a:pt x="1473" y="397"/>
                </a:lnTo>
                <a:lnTo>
                  <a:pt x="1473" y="398"/>
                </a:lnTo>
                <a:lnTo>
                  <a:pt x="1474" y="398"/>
                </a:lnTo>
                <a:lnTo>
                  <a:pt x="1474" y="399"/>
                </a:lnTo>
                <a:lnTo>
                  <a:pt x="1473" y="399"/>
                </a:lnTo>
                <a:lnTo>
                  <a:pt x="1474" y="400"/>
                </a:lnTo>
                <a:lnTo>
                  <a:pt x="1475" y="400"/>
                </a:lnTo>
                <a:lnTo>
                  <a:pt x="1474" y="400"/>
                </a:lnTo>
                <a:lnTo>
                  <a:pt x="1474" y="401"/>
                </a:lnTo>
                <a:lnTo>
                  <a:pt x="1475" y="401"/>
                </a:lnTo>
                <a:lnTo>
                  <a:pt x="1476" y="402"/>
                </a:lnTo>
                <a:lnTo>
                  <a:pt x="1477" y="402"/>
                </a:lnTo>
                <a:lnTo>
                  <a:pt x="1478" y="402"/>
                </a:lnTo>
                <a:lnTo>
                  <a:pt x="1478" y="403"/>
                </a:lnTo>
                <a:lnTo>
                  <a:pt x="1478" y="404"/>
                </a:lnTo>
                <a:lnTo>
                  <a:pt x="1477" y="404"/>
                </a:lnTo>
                <a:lnTo>
                  <a:pt x="1476" y="404"/>
                </a:lnTo>
                <a:lnTo>
                  <a:pt x="1476" y="405"/>
                </a:lnTo>
                <a:lnTo>
                  <a:pt x="1477" y="405"/>
                </a:lnTo>
                <a:lnTo>
                  <a:pt x="1478" y="405"/>
                </a:lnTo>
                <a:lnTo>
                  <a:pt x="1478" y="406"/>
                </a:lnTo>
                <a:lnTo>
                  <a:pt x="1479" y="406"/>
                </a:lnTo>
                <a:lnTo>
                  <a:pt x="1479" y="407"/>
                </a:lnTo>
                <a:lnTo>
                  <a:pt x="1479" y="408"/>
                </a:lnTo>
                <a:lnTo>
                  <a:pt x="1480" y="408"/>
                </a:lnTo>
                <a:lnTo>
                  <a:pt x="1480" y="409"/>
                </a:lnTo>
                <a:lnTo>
                  <a:pt x="1481" y="409"/>
                </a:lnTo>
                <a:lnTo>
                  <a:pt x="1482" y="409"/>
                </a:lnTo>
                <a:lnTo>
                  <a:pt x="1483" y="409"/>
                </a:lnTo>
                <a:lnTo>
                  <a:pt x="1483" y="410"/>
                </a:lnTo>
                <a:lnTo>
                  <a:pt x="1484" y="411"/>
                </a:lnTo>
                <a:lnTo>
                  <a:pt x="1485" y="411"/>
                </a:lnTo>
                <a:lnTo>
                  <a:pt x="1486" y="410"/>
                </a:lnTo>
                <a:lnTo>
                  <a:pt x="1487" y="410"/>
                </a:lnTo>
                <a:lnTo>
                  <a:pt x="1488" y="410"/>
                </a:lnTo>
                <a:lnTo>
                  <a:pt x="1488" y="411"/>
                </a:lnTo>
                <a:lnTo>
                  <a:pt x="1489" y="412"/>
                </a:lnTo>
                <a:lnTo>
                  <a:pt x="1489" y="413"/>
                </a:lnTo>
                <a:lnTo>
                  <a:pt x="1489" y="414"/>
                </a:lnTo>
                <a:lnTo>
                  <a:pt x="1489" y="415"/>
                </a:lnTo>
                <a:lnTo>
                  <a:pt x="1490" y="416"/>
                </a:lnTo>
                <a:lnTo>
                  <a:pt x="1490" y="417"/>
                </a:lnTo>
                <a:lnTo>
                  <a:pt x="1492" y="417"/>
                </a:lnTo>
                <a:lnTo>
                  <a:pt x="1493" y="417"/>
                </a:lnTo>
                <a:lnTo>
                  <a:pt x="1493" y="416"/>
                </a:lnTo>
                <a:lnTo>
                  <a:pt x="1494" y="416"/>
                </a:lnTo>
                <a:lnTo>
                  <a:pt x="1494" y="417"/>
                </a:lnTo>
                <a:lnTo>
                  <a:pt x="1495" y="417"/>
                </a:lnTo>
                <a:lnTo>
                  <a:pt x="1496" y="417"/>
                </a:lnTo>
                <a:lnTo>
                  <a:pt x="1496" y="416"/>
                </a:lnTo>
                <a:lnTo>
                  <a:pt x="1496" y="415"/>
                </a:lnTo>
                <a:lnTo>
                  <a:pt x="1497" y="415"/>
                </a:lnTo>
                <a:lnTo>
                  <a:pt x="1497" y="416"/>
                </a:lnTo>
                <a:lnTo>
                  <a:pt x="1498" y="416"/>
                </a:lnTo>
                <a:lnTo>
                  <a:pt x="1499" y="417"/>
                </a:lnTo>
                <a:lnTo>
                  <a:pt x="1500" y="417"/>
                </a:lnTo>
                <a:lnTo>
                  <a:pt x="1501" y="417"/>
                </a:lnTo>
                <a:lnTo>
                  <a:pt x="1502" y="418"/>
                </a:lnTo>
                <a:lnTo>
                  <a:pt x="1503" y="418"/>
                </a:lnTo>
                <a:lnTo>
                  <a:pt x="1503" y="419"/>
                </a:lnTo>
                <a:lnTo>
                  <a:pt x="1504" y="419"/>
                </a:lnTo>
                <a:lnTo>
                  <a:pt x="1504" y="420"/>
                </a:lnTo>
                <a:lnTo>
                  <a:pt x="1505" y="419"/>
                </a:lnTo>
                <a:lnTo>
                  <a:pt x="1507" y="419"/>
                </a:lnTo>
                <a:lnTo>
                  <a:pt x="1508" y="419"/>
                </a:lnTo>
                <a:lnTo>
                  <a:pt x="1509" y="419"/>
                </a:lnTo>
                <a:lnTo>
                  <a:pt x="1509" y="418"/>
                </a:lnTo>
                <a:lnTo>
                  <a:pt x="1510" y="418"/>
                </a:lnTo>
                <a:lnTo>
                  <a:pt x="1511" y="418"/>
                </a:lnTo>
                <a:lnTo>
                  <a:pt x="1511" y="417"/>
                </a:lnTo>
                <a:lnTo>
                  <a:pt x="1511" y="418"/>
                </a:lnTo>
                <a:lnTo>
                  <a:pt x="1511" y="419"/>
                </a:lnTo>
                <a:lnTo>
                  <a:pt x="1512" y="419"/>
                </a:lnTo>
                <a:lnTo>
                  <a:pt x="1513" y="419"/>
                </a:lnTo>
                <a:lnTo>
                  <a:pt x="1513" y="418"/>
                </a:lnTo>
                <a:lnTo>
                  <a:pt x="1514" y="418"/>
                </a:lnTo>
                <a:lnTo>
                  <a:pt x="1514" y="419"/>
                </a:lnTo>
                <a:lnTo>
                  <a:pt x="1515" y="419"/>
                </a:lnTo>
                <a:lnTo>
                  <a:pt x="1516" y="419"/>
                </a:lnTo>
                <a:lnTo>
                  <a:pt x="1517" y="418"/>
                </a:lnTo>
                <a:lnTo>
                  <a:pt x="1518" y="419"/>
                </a:lnTo>
                <a:lnTo>
                  <a:pt x="1517" y="419"/>
                </a:lnTo>
                <a:lnTo>
                  <a:pt x="1517" y="420"/>
                </a:lnTo>
                <a:lnTo>
                  <a:pt x="1518" y="420"/>
                </a:lnTo>
                <a:lnTo>
                  <a:pt x="1518" y="421"/>
                </a:lnTo>
                <a:lnTo>
                  <a:pt x="1519" y="421"/>
                </a:lnTo>
                <a:lnTo>
                  <a:pt x="1520" y="421"/>
                </a:lnTo>
                <a:lnTo>
                  <a:pt x="1520" y="422"/>
                </a:lnTo>
                <a:lnTo>
                  <a:pt x="1521" y="423"/>
                </a:lnTo>
                <a:lnTo>
                  <a:pt x="1520" y="423"/>
                </a:lnTo>
                <a:lnTo>
                  <a:pt x="1519" y="423"/>
                </a:lnTo>
                <a:lnTo>
                  <a:pt x="1518" y="423"/>
                </a:lnTo>
                <a:lnTo>
                  <a:pt x="1517" y="423"/>
                </a:lnTo>
                <a:lnTo>
                  <a:pt x="1517" y="424"/>
                </a:lnTo>
                <a:lnTo>
                  <a:pt x="1516" y="424"/>
                </a:lnTo>
                <a:lnTo>
                  <a:pt x="1515" y="425"/>
                </a:lnTo>
                <a:lnTo>
                  <a:pt x="1514" y="424"/>
                </a:lnTo>
                <a:lnTo>
                  <a:pt x="1513" y="424"/>
                </a:lnTo>
                <a:lnTo>
                  <a:pt x="1512" y="425"/>
                </a:lnTo>
                <a:lnTo>
                  <a:pt x="1511" y="424"/>
                </a:lnTo>
                <a:lnTo>
                  <a:pt x="1510" y="425"/>
                </a:lnTo>
                <a:lnTo>
                  <a:pt x="1509" y="425"/>
                </a:lnTo>
                <a:lnTo>
                  <a:pt x="1507" y="425"/>
                </a:lnTo>
                <a:lnTo>
                  <a:pt x="1506" y="425"/>
                </a:lnTo>
                <a:lnTo>
                  <a:pt x="1506" y="426"/>
                </a:lnTo>
                <a:lnTo>
                  <a:pt x="1506" y="427"/>
                </a:lnTo>
                <a:lnTo>
                  <a:pt x="1505" y="427"/>
                </a:lnTo>
                <a:lnTo>
                  <a:pt x="1505" y="428"/>
                </a:lnTo>
                <a:lnTo>
                  <a:pt x="1505" y="429"/>
                </a:lnTo>
                <a:lnTo>
                  <a:pt x="1505" y="430"/>
                </a:lnTo>
                <a:lnTo>
                  <a:pt x="1505" y="431"/>
                </a:lnTo>
                <a:lnTo>
                  <a:pt x="1506" y="431"/>
                </a:lnTo>
                <a:lnTo>
                  <a:pt x="1507" y="432"/>
                </a:lnTo>
                <a:lnTo>
                  <a:pt x="1508" y="432"/>
                </a:lnTo>
                <a:lnTo>
                  <a:pt x="1508" y="431"/>
                </a:lnTo>
                <a:lnTo>
                  <a:pt x="1509" y="431"/>
                </a:lnTo>
                <a:lnTo>
                  <a:pt x="1510" y="431"/>
                </a:lnTo>
                <a:lnTo>
                  <a:pt x="1510" y="430"/>
                </a:lnTo>
                <a:lnTo>
                  <a:pt x="1511" y="430"/>
                </a:lnTo>
                <a:lnTo>
                  <a:pt x="1512" y="430"/>
                </a:lnTo>
                <a:lnTo>
                  <a:pt x="1513" y="430"/>
                </a:lnTo>
                <a:lnTo>
                  <a:pt x="1514" y="429"/>
                </a:lnTo>
                <a:lnTo>
                  <a:pt x="1515" y="429"/>
                </a:lnTo>
                <a:lnTo>
                  <a:pt x="1515" y="428"/>
                </a:lnTo>
                <a:lnTo>
                  <a:pt x="1515" y="429"/>
                </a:lnTo>
                <a:lnTo>
                  <a:pt x="1515" y="428"/>
                </a:lnTo>
                <a:lnTo>
                  <a:pt x="1516" y="428"/>
                </a:lnTo>
                <a:lnTo>
                  <a:pt x="1516" y="427"/>
                </a:lnTo>
                <a:lnTo>
                  <a:pt x="1517" y="427"/>
                </a:lnTo>
                <a:lnTo>
                  <a:pt x="1517" y="426"/>
                </a:lnTo>
                <a:lnTo>
                  <a:pt x="1517" y="425"/>
                </a:lnTo>
                <a:lnTo>
                  <a:pt x="1518" y="426"/>
                </a:lnTo>
                <a:lnTo>
                  <a:pt x="1519" y="426"/>
                </a:lnTo>
                <a:lnTo>
                  <a:pt x="1519" y="427"/>
                </a:lnTo>
                <a:lnTo>
                  <a:pt x="1519" y="428"/>
                </a:lnTo>
                <a:lnTo>
                  <a:pt x="1520" y="428"/>
                </a:lnTo>
                <a:lnTo>
                  <a:pt x="1520" y="429"/>
                </a:lnTo>
                <a:lnTo>
                  <a:pt x="1519" y="429"/>
                </a:lnTo>
                <a:lnTo>
                  <a:pt x="1519" y="430"/>
                </a:lnTo>
                <a:lnTo>
                  <a:pt x="1520" y="430"/>
                </a:lnTo>
                <a:lnTo>
                  <a:pt x="1520" y="431"/>
                </a:lnTo>
                <a:lnTo>
                  <a:pt x="1520" y="432"/>
                </a:lnTo>
                <a:lnTo>
                  <a:pt x="1521" y="432"/>
                </a:lnTo>
                <a:lnTo>
                  <a:pt x="1521" y="433"/>
                </a:lnTo>
                <a:lnTo>
                  <a:pt x="1520" y="433"/>
                </a:lnTo>
                <a:lnTo>
                  <a:pt x="1521" y="434"/>
                </a:lnTo>
                <a:lnTo>
                  <a:pt x="1520" y="434"/>
                </a:lnTo>
                <a:lnTo>
                  <a:pt x="1521" y="435"/>
                </a:lnTo>
                <a:lnTo>
                  <a:pt x="1521" y="436"/>
                </a:lnTo>
                <a:lnTo>
                  <a:pt x="1521" y="437"/>
                </a:lnTo>
                <a:lnTo>
                  <a:pt x="1522" y="437"/>
                </a:lnTo>
                <a:lnTo>
                  <a:pt x="1523" y="437"/>
                </a:lnTo>
                <a:lnTo>
                  <a:pt x="1523" y="438"/>
                </a:lnTo>
                <a:lnTo>
                  <a:pt x="1522" y="438"/>
                </a:lnTo>
                <a:lnTo>
                  <a:pt x="1522" y="439"/>
                </a:lnTo>
                <a:lnTo>
                  <a:pt x="1523" y="439"/>
                </a:lnTo>
                <a:lnTo>
                  <a:pt x="1523" y="440"/>
                </a:lnTo>
                <a:lnTo>
                  <a:pt x="1523" y="441"/>
                </a:lnTo>
                <a:lnTo>
                  <a:pt x="1524" y="441"/>
                </a:lnTo>
                <a:lnTo>
                  <a:pt x="1525" y="442"/>
                </a:lnTo>
                <a:lnTo>
                  <a:pt x="1525" y="443"/>
                </a:lnTo>
                <a:lnTo>
                  <a:pt x="1526" y="443"/>
                </a:lnTo>
                <a:lnTo>
                  <a:pt x="1527" y="443"/>
                </a:lnTo>
                <a:lnTo>
                  <a:pt x="1528" y="443"/>
                </a:lnTo>
                <a:lnTo>
                  <a:pt x="1529" y="443"/>
                </a:lnTo>
                <a:lnTo>
                  <a:pt x="1529" y="444"/>
                </a:lnTo>
                <a:lnTo>
                  <a:pt x="1530" y="444"/>
                </a:lnTo>
                <a:lnTo>
                  <a:pt x="1530" y="443"/>
                </a:lnTo>
                <a:lnTo>
                  <a:pt x="1531" y="443"/>
                </a:lnTo>
                <a:lnTo>
                  <a:pt x="1530" y="443"/>
                </a:lnTo>
                <a:lnTo>
                  <a:pt x="1530" y="442"/>
                </a:lnTo>
                <a:lnTo>
                  <a:pt x="1530" y="441"/>
                </a:lnTo>
                <a:lnTo>
                  <a:pt x="1530" y="440"/>
                </a:lnTo>
                <a:lnTo>
                  <a:pt x="1531" y="440"/>
                </a:lnTo>
                <a:lnTo>
                  <a:pt x="1532" y="440"/>
                </a:lnTo>
                <a:lnTo>
                  <a:pt x="1533" y="440"/>
                </a:lnTo>
                <a:lnTo>
                  <a:pt x="1534" y="440"/>
                </a:lnTo>
                <a:lnTo>
                  <a:pt x="1535" y="441"/>
                </a:lnTo>
                <a:lnTo>
                  <a:pt x="1535" y="442"/>
                </a:lnTo>
                <a:lnTo>
                  <a:pt x="1536" y="442"/>
                </a:lnTo>
                <a:lnTo>
                  <a:pt x="1537" y="442"/>
                </a:lnTo>
                <a:lnTo>
                  <a:pt x="1537" y="443"/>
                </a:lnTo>
                <a:lnTo>
                  <a:pt x="1537" y="444"/>
                </a:lnTo>
                <a:lnTo>
                  <a:pt x="1537" y="445"/>
                </a:lnTo>
                <a:lnTo>
                  <a:pt x="1536" y="446"/>
                </a:lnTo>
                <a:lnTo>
                  <a:pt x="1537" y="446"/>
                </a:lnTo>
                <a:lnTo>
                  <a:pt x="1538" y="447"/>
                </a:lnTo>
                <a:lnTo>
                  <a:pt x="1538" y="448"/>
                </a:lnTo>
                <a:lnTo>
                  <a:pt x="1538" y="450"/>
                </a:lnTo>
                <a:lnTo>
                  <a:pt x="1538" y="451"/>
                </a:lnTo>
                <a:lnTo>
                  <a:pt x="1538" y="452"/>
                </a:lnTo>
                <a:lnTo>
                  <a:pt x="1537" y="452"/>
                </a:lnTo>
                <a:lnTo>
                  <a:pt x="1536" y="453"/>
                </a:lnTo>
                <a:lnTo>
                  <a:pt x="1535" y="454"/>
                </a:lnTo>
                <a:lnTo>
                  <a:pt x="1535" y="455"/>
                </a:lnTo>
                <a:lnTo>
                  <a:pt x="1536" y="455"/>
                </a:lnTo>
                <a:lnTo>
                  <a:pt x="1536" y="456"/>
                </a:lnTo>
                <a:lnTo>
                  <a:pt x="1537" y="456"/>
                </a:lnTo>
                <a:lnTo>
                  <a:pt x="1537" y="457"/>
                </a:lnTo>
                <a:lnTo>
                  <a:pt x="1538" y="457"/>
                </a:lnTo>
                <a:lnTo>
                  <a:pt x="1538" y="458"/>
                </a:lnTo>
                <a:lnTo>
                  <a:pt x="1537" y="458"/>
                </a:lnTo>
                <a:lnTo>
                  <a:pt x="1536" y="459"/>
                </a:lnTo>
                <a:lnTo>
                  <a:pt x="1536" y="458"/>
                </a:lnTo>
                <a:lnTo>
                  <a:pt x="1535" y="458"/>
                </a:lnTo>
                <a:lnTo>
                  <a:pt x="1534" y="458"/>
                </a:lnTo>
                <a:lnTo>
                  <a:pt x="1533" y="458"/>
                </a:lnTo>
                <a:lnTo>
                  <a:pt x="1533" y="459"/>
                </a:lnTo>
                <a:lnTo>
                  <a:pt x="1532" y="460"/>
                </a:lnTo>
                <a:lnTo>
                  <a:pt x="1531" y="461"/>
                </a:lnTo>
                <a:lnTo>
                  <a:pt x="1531" y="462"/>
                </a:lnTo>
                <a:lnTo>
                  <a:pt x="1531" y="464"/>
                </a:lnTo>
                <a:lnTo>
                  <a:pt x="1530" y="464"/>
                </a:lnTo>
                <a:lnTo>
                  <a:pt x="1530" y="465"/>
                </a:lnTo>
                <a:lnTo>
                  <a:pt x="1531" y="466"/>
                </a:lnTo>
                <a:lnTo>
                  <a:pt x="1532" y="466"/>
                </a:lnTo>
                <a:lnTo>
                  <a:pt x="1533" y="466"/>
                </a:lnTo>
                <a:lnTo>
                  <a:pt x="1533" y="467"/>
                </a:lnTo>
                <a:lnTo>
                  <a:pt x="1534" y="467"/>
                </a:lnTo>
                <a:lnTo>
                  <a:pt x="1534" y="468"/>
                </a:lnTo>
                <a:lnTo>
                  <a:pt x="1534" y="469"/>
                </a:lnTo>
                <a:lnTo>
                  <a:pt x="1535" y="470"/>
                </a:lnTo>
                <a:lnTo>
                  <a:pt x="1535" y="471"/>
                </a:lnTo>
                <a:lnTo>
                  <a:pt x="1536" y="471"/>
                </a:lnTo>
                <a:lnTo>
                  <a:pt x="1535" y="471"/>
                </a:lnTo>
                <a:lnTo>
                  <a:pt x="1535" y="472"/>
                </a:lnTo>
                <a:lnTo>
                  <a:pt x="1536" y="473"/>
                </a:lnTo>
                <a:lnTo>
                  <a:pt x="1537" y="475"/>
                </a:lnTo>
                <a:lnTo>
                  <a:pt x="1537" y="476"/>
                </a:lnTo>
                <a:lnTo>
                  <a:pt x="1538" y="476"/>
                </a:lnTo>
                <a:lnTo>
                  <a:pt x="1539" y="477"/>
                </a:lnTo>
                <a:lnTo>
                  <a:pt x="1539" y="478"/>
                </a:lnTo>
                <a:lnTo>
                  <a:pt x="1538" y="478"/>
                </a:lnTo>
                <a:lnTo>
                  <a:pt x="1538" y="479"/>
                </a:lnTo>
                <a:lnTo>
                  <a:pt x="1539" y="479"/>
                </a:lnTo>
                <a:lnTo>
                  <a:pt x="1540" y="480"/>
                </a:lnTo>
                <a:lnTo>
                  <a:pt x="1541" y="480"/>
                </a:lnTo>
                <a:lnTo>
                  <a:pt x="1541" y="481"/>
                </a:lnTo>
                <a:lnTo>
                  <a:pt x="1542" y="481"/>
                </a:lnTo>
                <a:lnTo>
                  <a:pt x="1543" y="483"/>
                </a:lnTo>
                <a:lnTo>
                  <a:pt x="1543" y="484"/>
                </a:lnTo>
                <a:lnTo>
                  <a:pt x="1544" y="484"/>
                </a:lnTo>
                <a:lnTo>
                  <a:pt x="1546" y="485"/>
                </a:lnTo>
                <a:lnTo>
                  <a:pt x="1547" y="485"/>
                </a:lnTo>
                <a:lnTo>
                  <a:pt x="1549" y="485"/>
                </a:lnTo>
                <a:lnTo>
                  <a:pt x="1550" y="484"/>
                </a:lnTo>
                <a:lnTo>
                  <a:pt x="1550" y="482"/>
                </a:lnTo>
                <a:lnTo>
                  <a:pt x="1551" y="482"/>
                </a:lnTo>
                <a:lnTo>
                  <a:pt x="1552" y="482"/>
                </a:lnTo>
                <a:lnTo>
                  <a:pt x="1553" y="482"/>
                </a:lnTo>
                <a:lnTo>
                  <a:pt x="1553" y="481"/>
                </a:lnTo>
                <a:lnTo>
                  <a:pt x="1553" y="480"/>
                </a:lnTo>
                <a:lnTo>
                  <a:pt x="1563" y="483"/>
                </a:lnTo>
                <a:lnTo>
                  <a:pt x="1564" y="483"/>
                </a:lnTo>
                <a:lnTo>
                  <a:pt x="1567" y="484"/>
                </a:lnTo>
                <a:lnTo>
                  <a:pt x="1568" y="484"/>
                </a:lnTo>
                <a:lnTo>
                  <a:pt x="1569" y="485"/>
                </a:lnTo>
                <a:lnTo>
                  <a:pt x="1569" y="486"/>
                </a:lnTo>
                <a:lnTo>
                  <a:pt x="1569" y="487"/>
                </a:lnTo>
                <a:lnTo>
                  <a:pt x="1570" y="489"/>
                </a:lnTo>
                <a:lnTo>
                  <a:pt x="1571" y="491"/>
                </a:lnTo>
                <a:lnTo>
                  <a:pt x="1572" y="491"/>
                </a:lnTo>
                <a:lnTo>
                  <a:pt x="1573" y="491"/>
                </a:lnTo>
                <a:lnTo>
                  <a:pt x="1574" y="489"/>
                </a:lnTo>
                <a:lnTo>
                  <a:pt x="1574" y="488"/>
                </a:lnTo>
                <a:lnTo>
                  <a:pt x="1574" y="487"/>
                </a:lnTo>
                <a:lnTo>
                  <a:pt x="1574" y="486"/>
                </a:lnTo>
                <a:lnTo>
                  <a:pt x="1574" y="485"/>
                </a:lnTo>
                <a:lnTo>
                  <a:pt x="1575" y="483"/>
                </a:lnTo>
                <a:lnTo>
                  <a:pt x="1576" y="482"/>
                </a:lnTo>
                <a:lnTo>
                  <a:pt x="1577" y="480"/>
                </a:lnTo>
                <a:lnTo>
                  <a:pt x="1578" y="477"/>
                </a:lnTo>
                <a:lnTo>
                  <a:pt x="1579" y="477"/>
                </a:lnTo>
                <a:lnTo>
                  <a:pt x="1580" y="477"/>
                </a:lnTo>
                <a:lnTo>
                  <a:pt x="1581" y="477"/>
                </a:lnTo>
                <a:lnTo>
                  <a:pt x="1583" y="477"/>
                </a:lnTo>
                <a:lnTo>
                  <a:pt x="1585" y="477"/>
                </a:lnTo>
                <a:lnTo>
                  <a:pt x="1586" y="477"/>
                </a:lnTo>
                <a:lnTo>
                  <a:pt x="1587" y="478"/>
                </a:lnTo>
                <a:lnTo>
                  <a:pt x="1587" y="479"/>
                </a:lnTo>
                <a:lnTo>
                  <a:pt x="1587" y="480"/>
                </a:lnTo>
                <a:lnTo>
                  <a:pt x="1587" y="482"/>
                </a:lnTo>
                <a:lnTo>
                  <a:pt x="1588" y="482"/>
                </a:lnTo>
                <a:lnTo>
                  <a:pt x="1590" y="484"/>
                </a:lnTo>
                <a:lnTo>
                  <a:pt x="1591" y="485"/>
                </a:lnTo>
                <a:lnTo>
                  <a:pt x="1591" y="486"/>
                </a:lnTo>
                <a:lnTo>
                  <a:pt x="1592" y="486"/>
                </a:lnTo>
                <a:lnTo>
                  <a:pt x="1593" y="486"/>
                </a:lnTo>
                <a:lnTo>
                  <a:pt x="1594" y="487"/>
                </a:lnTo>
                <a:lnTo>
                  <a:pt x="1596" y="488"/>
                </a:lnTo>
                <a:lnTo>
                  <a:pt x="1597" y="488"/>
                </a:lnTo>
                <a:lnTo>
                  <a:pt x="1597" y="489"/>
                </a:lnTo>
                <a:lnTo>
                  <a:pt x="1598" y="489"/>
                </a:lnTo>
                <a:lnTo>
                  <a:pt x="1600" y="489"/>
                </a:lnTo>
                <a:lnTo>
                  <a:pt x="1600" y="490"/>
                </a:lnTo>
                <a:lnTo>
                  <a:pt x="1601" y="490"/>
                </a:lnTo>
                <a:lnTo>
                  <a:pt x="1601" y="491"/>
                </a:lnTo>
                <a:lnTo>
                  <a:pt x="1601" y="492"/>
                </a:lnTo>
                <a:lnTo>
                  <a:pt x="1601" y="493"/>
                </a:lnTo>
                <a:lnTo>
                  <a:pt x="1601" y="494"/>
                </a:lnTo>
                <a:lnTo>
                  <a:pt x="1601" y="496"/>
                </a:lnTo>
                <a:lnTo>
                  <a:pt x="1601" y="498"/>
                </a:lnTo>
                <a:lnTo>
                  <a:pt x="1601" y="499"/>
                </a:lnTo>
                <a:lnTo>
                  <a:pt x="1602" y="499"/>
                </a:lnTo>
                <a:lnTo>
                  <a:pt x="1603" y="499"/>
                </a:lnTo>
                <a:lnTo>
                  <a:pt x="1604" y="499"/>
                </a:lnTo>
                <a:lnTo>
                  <a:pt x="1605" y="499"/>
                </a:lnTo>
                <a:lnTo>
                  <a:pt x="1606" y="499"/>
                </a:lnTo>
                <a:lnTo>
                  <a:pt x="1607" y="499"/>
                </a:lnTo>
                <a:lnTo>
                  <a:pt x="1607" y="498"/>
                </a:lnTo>
                <a:lnTo>
                  <a:pt x="1607" y="497"/>
                </a:lnTo>
                <a:lnTo>
                  <a:pt x="1608" y="497"/>
                </a:lnTo>
                <a:lnTo>
                  <a:pt x="1608" y="496"/>
                </a:lnTo>
                <a:lnTo>
                  <a:pt x="1608" y="494"/>
                </a:lnTo>
                <a:lnTo>
                  <a:pt x="1609" y="493"/>
                </a:lnTo>
                <a:lnTo>
                  <a:pt x="1610" y="493"/>
                </a:lnTo>
                <a:lnTo>
                  <a:pt x="1610" y="492"/>
                </a:lnTo>
                <a:lnTo>
                  <a:pt x="1610" y="491"/>
                </a:lnTo>
                <a:lnTo>
                  <a:pt x="1610" y="490"/>
                </a:lnTo>
                <a:lnTo>
                  <a:pt x="1610" y="489"/>
                </a:lnTo>
                <a:lnTo>
                  <a:pt x="1609" y="488"/>
                </a:lnTo>
                <a:lnTo>
                  <a:pt x="1609" y="487"/>
                </a:lnTo>
                <a:lnTo>
                  <a:pt x="1608" y="486"/>
                </a:lnTo>
                <a:lnTo>
                  <a:pt x="1608" y="485"/>
                </a:lnTo>
                <a:lnTo>
                  <a:pt x="1609" y="484"/>
                </a:lnTo>
                <a:lnTo>
                  <a:pt x="1607" y="483"/>
                </a:lnTo>
                <a:lnTo>
                  <a:pt x="1606" y="482"/>
                </a:lnTo>
                <a:lnTo>
                  <a:pt x="1605" y="482"/>
                </a:lnTo>
                <a:lnTo>
                  <a:pt x="1604" y="482"/>
                </a:lnTo>
                <a:lnTo>
                  <a:pt x="1604" y="481"/>
                </a:lnTo>
                <a:lnTo>
                  <a:pt x="1604" y="480"/>
                </a:lnTo>
                <a:lnTo>
                  <a:pt x="1604" y="479"/>
                </a:lnTo>
                <a:lnTo>
                  <a:pt x="1604" y="478"/>
                </a:lnTo>
                <a:lnTo>
                  <a:pt x="1603" y="477"/>
                </a:lnTo>
                <a:lnTo>
                  <a:pt x="1604" y="475"/>
                </a:lnTo>
                <a:lnTo>
                  <a:pt x="1605" y="475"/>
                </a:lnTo>
                <a:lnTo>
                  <a:pt x="1606" y="475"/>
                </a:lnTo>
                <a:lnTo>
                  <a:pt x="1606" y="474"/>
                </a:lnTo>
                <a:lnTo>
                  <a:pt x="1606" y="473"/>
                </a:lnTo>
                <a:lnTo>
                  <a:pt x="1607" y="471"/>
                </a:lnTo>
                <a:lnTo>
                  <a:pt x="1606" y="471"/>
                </a:lnTo>
                <a:lnTo>
                  <a:pt x="1605" y="470"/>
                </a:lnTo>
                <a:lnTo>
                  <a:pt x="1605" y="468"/>
                </a:lnTo>
                <a:lnTo>
                  <a:pt x="1606" y="468"/>
                </a:lnTo>
                <a:lnTo>
                  <a:pt x="1607" y="468"/>
                </a:lnTo>
                <a:lnTo>
                  <a:pt x="1609" y="467"/>
                </a:lnTo>
                <a:lnTo>
                  <a:pt x="1609" y="466"/>
                </a:lnTo>
                <a:lnTo>
                  <a:pt x="1610" y="466"/>
                </a:lnTo>
                <a:lnTo>
                  <a:pt x="1611" y="466"/>
                </a:lnTo>
                <a:lnTo>
                  <a:pt x="1612" y="467"/>
                </a:lnTo>
                <a:lnTo>
                  <a:pt x="1613" y="467"/>
                </a:lnTo>
                <a:lnTo>
                  <a:pt x="1614" y="467"/>
                </a:lnTo>
                <a:lnTo>
                  <a:pt x="1620" y="467"/>
                </a:lnTo>
                <a:lnTo>
                  <a:pt x="1621" y="466"/>
                </a:lnTo>
                <a:lnTo>
                  <a:pt x="1622" y="466"/>
                </a:lnTo>
                <a:lnTo>
                  <a:pt x="1623" y="466"/>
                </a:lnTo>
                <a:lnTo>
                  <a:pt x="1623" y="467"/>
                </a:lnTo>
                <a:lnTo>
                  <a:pt x="1624" y="470"/>
                </a:lnTo>
                <a:lnTo>
                  <a:pt x="1624" y="471"/>
                </a:lnTo>
                <a:lnTo>
                  <a:pt x="1624" y="472"/>
                </a:lnTo>
                <a:lnTo>
                  <a:pt x="1624" y="473"/>
                </a:lnTo>
                <a:lnTo>
                  <a:pt x="1624" y="474"/>
                </a:lnTo>
                <a:lnTo>
                  <a:pt x="1625" y="475"/>
                </a:lnTo>
                <a:lnTo>
                  <a:pt x="1626" y="476"/>
                </a:lnTo>
                <a:lnTo>
                  <a:pt x="1627" y="477"/>
                </a:lnTo>
                <a:lnTo>
                  <a:pt x="1627" y="479"/>
                </a:lnTo>
                <a:lnTo>
                  <a:pt x="1627" y="480"/>
                </a:lnTo>
                <a:lnTo>
                  <a:pt x="1629" y="481"/>
                </a:lnTo>
                <a:lnTo>
                  <a:pt x="1630" y="481"/>
                </a:lnTo>
                <a:lnTo>
                  <a:pt x="1630" y="482"/>
                </a:lnTo>
                <a:lnTo>
                  <a:pt x="1631" y="482"/>
                </a:lnTo>
                <a:lnTo>
                  <a:pt x="1632" y="482"/>
                </a:lnTo>
                <a:lnTo>
                  <a:pt x="1632" y="483"/>
                </a:lnTo>
                <a:lnTo>
                  <a:pt x="1633" y="484"/>
                </a:lnTo>
                <a:lnTo>
                  <a:pt x="1634" y="484"/>
                </a:lnTo>
                <a:lnTo>
                  <a:pt x="1635" y="485"/>
                </a:lnTo>
                <a:lnTo>
                  <a:pt x="1636" y="486"/>
                </a:lnTo>
                <a:lnTo>
                  <a:pt x="1637" y="486"/>
                </a:lnTo>
                <a:lnTo>
                  <a:pt x="1637" y="487"/>
                </a:lnTo>
                <a:lnTo>
                  <a:pt x="1638" y="487"/>
                </a:lnTo>
                <a:lnTo>
                  <a:pt x="1639" y="488"/>
                </a:lnTo>
                <a:lnTo>
                  <a:pt x="1642" y="486"/>
                </a:lnTo>
                <a:lnTo>
                  <a:pt x="1643" y="485"/>
                </a:lnTo>
                <a:lnTo>
                  <a:pt x="1644" y="486"/>
                </a:lnTo>
                <a:lnTo>
                  <a:pt x="1644" y="487"/>
                </a:lnTo>
                <a:lnTo>
                  <a:pt x="1645" y="487"/>
                </a:lnTo>
                <a:lnTo>
                  <a:pt x="1646" y="488"/>
                </a:lnTo>
                <a:lnTo>
                  <a:pt x="1647" y="489"/>
                </a:lnTo>
                <a:lnTo>
                  <a:pt x="1648" y="488"/>
                </a:lnTo>
                <a:lnTo>
                  <a:pt x="1648" y="487"/>
                </a:lnTo>
                <a:lnTo>
                  <a:pt x="1648" y="486"/>
                </a:lnTo>
                <a:lnTo>
                  <a:pt x="1649" y="487"/>
                </a:lnTo>
                <a:lnTo>
                  <a:pt x="1650" y="487"/>
                </a:lnTo>
                <a:lnTo>
                  <a:pt x="1651" y="487"/>
                </a:lnTo>
                <a:lnTo>
                  <a:pt x="1651" y="488"/>
                </a:lnTo>
                <a:lnTo>
                  <a:pt x="1651" y="489"/>
                </a:lnTo>
                <a:lnTo>
                  <a:pt x="1652" y="489"/>
                </a:lnTo>
                <a:lnTo>
                  <a:pt x="1652" y="490"/>
                </a:lnTo>
                <a:lnTo>
                  <a:pt x="1653" y="491"/>
                </a:lnTo>
                <a:lnTo>
                  <a:pt x="1654" y="492"/>
                </a:lnTo>
                <a:lnTo>
                  <a:pt x="1655" y="492"/>
                </a:lnTo>
                <a:lnTo>
                  <a:pt x="1657" y="492"/>
                </a:lnTo>
                <a:lnTo>
                  <a:pt x="1658" y="491"/>
                </a:lnTo>
                <a:lnTo>
                  <a:pt x="1658" y="490"/>
                </a:lnTo>
                <a:lnTo>
                  <a:pt x="1659" y="489"/>
                </a:lnTo>
                <a:lnTo>
                  <a:pt x="1660" y="489"/>
                </a:lnTo>
                <a:lnTo>
                  <a:pt x="1661" y="489"/>
                </a:lnTo>
                <a:lnTo>
                  <a:pt x="1662" y="489"/>
                </a:lnTo>
                <a:lnTo>
                  <a:pt x="1663" y="488"/>
                </a:lnTo>
                <a:lnTo>
                  <a:pt x="1663" y="487"/>
                </a:lnTo>
                <a:lnTo>
                  <a:pt x="1664" y="487"/>
                </a:lnTo>
                <a:lnTo>
                  <a:pt x="1663" y="486"/>
                </a:lnTo>
                <a:lnTo>
                  <a:pt x="1663" y="485"/>
                </a:lnTo>
                <a:lnTo>
                  <a:pt x="1662" y="485"/>
                </a:lnTo>
                <a:lnTo>
                  <a:pt x="1661" y="485"/>
                </a:lnTo>
                <a:lnTo>
                  <a:pt x="1661" y="483"/>
                </a:lnTo>
                <a:lnTo>
                  <a:pt x="1660" y="482"/>
                </a:lnTo>
                <a:lnTo>
                  <a:pt x="1660" y="481"/>
                </a:lnTo>
                <a:lnTo>
                  <a:pt x="1660" y="480"/>
                </a:lnTo>
                <a:lnTo>
                  <a:pt x="1660" y="479"/>
                </a:lnTo>
                <a:lnTo>
                  <a:pt x="1659" y="479"/>
                </a:lnTo>
                <a:lnTo>
                  <a:pt x="1657" y="477"/>
                </a:lnTo>
                <a:lnTo>
                  <a:pt x="1656" y="477"/>
                </a:lnTo>
                <a:lnTo>
                  <a:pt x="1656" y="475"/>
                </a:lnTo>
                <a:lnTo>
                  <a:pt x="1656" y="473"/>
                </a:lnTo>
                <a:lnTo>
                  <a:pt x="1656" y="472"/>
                </a:lnTo>
                <a:lnTo>
                  <a:pt x="1657" y="472"/>
                </a:lnTo>
                <a:lnTo>
                  <a:pt x="1658" y="472"/>
                </a:lnTo>
                <a:lnTo>
                  <a:pt x="1659" y="472"/>
                </a:lnTo>
                <a:lnTo>
                  <a:pt x="1659" y="471"/>
                </a:lnTo>
                <a:lnTo>
                  <a:pt x="1660" y="470"/>
                </a:lnTo>
                <a:lnTo>
                  <a:pt x="1661" y="470"/>
                </a:lnTo>
                <a:lnTo>
                  <a:pt x="1661" y="469"/>
                </a:lnTo>
                <a:lnTo>
                  <a:pt x="1660" y="469"/>
                </a:lnTo>
                <a:lnTo>
                  <a:pt x="1660" y="468"/>
                </a:lnTo>
                <a:lnTo>
                  <a:pt x="1659" y="468"/>
                </a:lnTo>
                <a:lnTo>
                  <a:pt x="1658" y="467"/>
                </a:lnTo>
                <a:lnTo>
                  <a:pt x="1658" y="466"/>
                </a:lnTo>
                <a:lnTo>
                  <a:pt x="1658" y="465"/>
                </a:lnTo>
                <a:lnTo>
                  <a:pt x="1657" y="464"/>
                </a:lnTo>
                <a:lnTo>
                  <a:pt x="1656" y="464"/>
                </a:lnTo>
                <a:lnTo>
                  <a:pt x="1655" y="463"/>
                </a:lnTo>
                <a:lnTo>
                  <a:pt x="1655" y="462"/>
                </a:lnTo>
                <a:lnTo>
                  <a:pt x="1654" y="461"/>
                </a:lnTo>
                <a:lnTo>
                  <a:pt x="1654" y="459"/>
                </a:lnTo>
                <a:lnTo>
                  <a:pt x="1655" y="459"/>
                </a:lnTo>
                <a:lnTo>
                  <a:pt x="1655" y="458"/>
                </a:lnTo>
                <a:lnTo>
                  <a:pt x="1654" y="458"/>
                </a:lnTo>
                <a:lnTo>
                  <a:pt x="1653" y="457"/>
                </a:lnTo>
                <a:lnTo>
                  <a:pt x="1652" y="457"/>
                </a:lnTo>
                <a:lnTo>
                  <a:pt x="1653" y="456"/>
                </a:lnTo>
                <a:lnTo>
                  <a:pt x="1654" y="456"/>
                </a:lnTo>
                <a:lnTo>
                  <a:pt x="1655" y="457"/>
                </a:lnTo>
                <a:lnTo>
                  <a:pt x="1656" y="457"/>
                </a:lnTo>
                <a:lnTo>
                  <a:pt x="1657" y="457"/>
                </a:lnTo>
                <a:lnTo>
                  <a:pt x="1658" y="457"/>
                </a:lnTo>
                <a:lnTo>
                  <a:pt x="1659" y="456"/>
                </a:lnTo>
                <a:lnTo>
                  <a:pt x="1660" y="456"/>
                </a:lnTo>
                <a:lnTo>
                  <a:pt x="1660" y="457"/>
                </a:lnTo>
                <a:lnTo>
                  <a:pt x="1661" y="457"/>
                </a:lnTo>
                <a:lnTo>
                  <a:pt x="1662" y="457"/>
                </a:lnTo>
                <a:lnTo>
                  <a:pt x="1662" y="458"/>
                </a:lnTo>
                <a:lnTo>
                  <a:pt x="1663" y="459"/>
                </a:lnTo>
                <a:lnTo>
                  <a:pt x="1663" y="458"/>
                </a:lnTo>
                <a:lnTo>
                  <a:pt x="1663" y="459"/>
                </a:lnTo>
                <a:lnTo>
                  <a:pt x="1664" y="459"/>
                </a:lnTo>
                <a:lnTo>
                  <a:pt x="1664" y="461"/>
                </a:lnTo>
                <a:lnTo>
                  <a:pt x="1665" y="461"/>
                </a:lnTo>
                <a:lnTo>
                  <a:pt x="1665" y="462"/>
                </a:lnTo>
                <a:lnTo>
                  <a:pt x="1666" y="462"/>
                </a:lnTo>
                <a:lnTo>
                  <a:pt x="1666" y="461"/>
                </a:lnTo>
                <a:lnTo>
                  <a:pt x="1665" y="460"/>
                </a:lnTo>
                <a:lnTo>
                  <a:pt x="1665" y="459"/>
                </a:lnTo>
                <a:lnTo>
                  <a:pt x="1666" y="459"/>
                </a:lnTo>
                <a:lnTo>
                  <a:pt x="1667" y="459"/>
                </a:lnTo>
                <a:lnTo>
                  <a:pt x="1667" y="458"/>
                </a:lnTo>
                <a:lnTo>
                  <a:pt x="1668" y="458"/>
                </a:lnTo>
                <a:lnTo>
                  <a:pt x="1668" y="457"/>
                </a:lnTo>
                <a:lnTo>
                  <a:pt x="1669" y="457"/>
                </a:lnTo>
                <a:lnTo>
                  <a:pt x="1670" y="458"/>
                </a:lnTo>
                <a:lnTo>
                  <a:pt x="1671" y="459"/>
                </a:lnTo>
                <a:lnTo>
                  <a:pt x="1673" y="460"/>
                </a:lnTo>
                <a:lnTo>
                  <a:pt x="1674" y="459"/>
                </a:lnTo>
                <a:lnTo>
                  <a:pt x="1674" y="458"/>
                </a:lnTo>
                <a:lnTo>
                  <a:pt x="1675" y="458"/>
                </a:lnTo>
                <a:lnTo>
                  <a:pt x="1675" y="457"/>
                </a:lnTo>
                <a:lnTo>
                  <a:pt x="1674" y="456"/>
                </a:lnTo>
                <a:lnTo>
                  <a:pt x="1673" y="456"/>
                </a:lnTo>
                <a:lnTo>
                  <a:pt x="1672" y="455"/>
                </a:lnTo>
                <a:lnTo>
                  <a:pt x="1672" y="454"/>
                </a:lnTo>
                <a:lnTo>
                  <a:pt x="1672" y="453"/>
                </a:lnTo>
                <a:lnTo>
                  <a:pt x="1673" y="453"/>
                </a:lnTo>
                <a:lnTo>
                  <a:pt x="1673" y="452"/>
                </a:lnTo>
                <a:lnTo>
                  <a:pt x="1674" y="452"/>
                </a:lnTo>
                <a:lnTo>
                  <a:pt x="1675" y="452"/>
                </a:lnTo>
                <a:lnTo>
                  <a:pt x="1676" y="452"/>
                </a:lnTo>
                <a:lnTo>
                  <a:pt x="1677" y="452"/>
                </a:lnTo>
                <a:lnTo>
                  <a:pt x="1678" y="452"/>
                </a:lnTo>
                <a:lnTo>
                  <a:pt x="1678" y="451"/>
                </a:lnTo>
                <a:lnTo>
                  <a:pt x="1679" y="452"/>
                </a:lnTo>
                <a:lnTo>
                  <a:pt x="1679" y="453"/>
                </a:lnTo>
                <a:lnTo>
                  <a:pt x="1680" y="453"/>
                </a:lnTo>
                <a:lnTo>
                  <a:pt x="1682" y="453"/>
                </a:lnTo>
                <a:lnTo>
                  <a:pt x="1682" y="454"/>
                </a:lnTo>
                <a:lnTo>
                  <a:pt x="1683" y="454"/>
                </a:lnTo>
                <a:lnTo>
                  <a:pt x="1684" y="454"/>
                </a:lnTo>
                <a:lnTo>
                  <a:pt x="1684" y="453"/>
                </a:lnTo>
                <a:lnTo>
                  <a:pt x="1685" y="453"/>
                </a:lnTo>
                <a:lnTo>
                  <a:pt x="1685" y="454"/>
                </a:lnTo>
                <a:lnTo>
                  <a:pt x="1687" y="455"/>
                </a:lnTo>
                <a:lnTo>
                  <a:pt x="1687" y="454"/>
                </a:lnTo>
                <a:lnTo>
                  <a:pt x="1688" y="454"/>
                </a:lnTo>
                <a:lnTo>
                  <a:pt x="1689" y="454"/>
                </a:lnTo>
                <a:lnTo>
                  <a:pt x="1690" y="454"/>
                </a:lnTo>
                <a:lnTo>
                  <a:pt x="1691" y="454"/>
                </a:lnTo>
                <a:lnTo>
                  <a:pt x="1691" y="455"/>
                </a:lnTo>
                <a:lnTo>
                  <a:pt x="1692" y="455"/>
                </a:lnTo>
                <a:lnTo>
                  <a:pt x="1693" y="456"/>
                </a:lnTo>
                <a:lnTo>
                  <a:pt x="1693" y="455"/>
                </a:lnTo>
                <a:lnTo>
                  <a:pt x="1694" y="454"/>
                </a:lnTo>
                <a:lnTo>
                  <a:pt x="1694" y="453"/>
                </a:lnTo>
                <a:lnTo>
                  <a:pt x="1695" y="453"/>
                </a:lnTo>
                <a:lnTo>
                  <a:pt x="1696" y="453"/>
                </a:lnTo>
                <a:lnTo>
                  <a:pt x="1696" y="454"/>
                </a:lnTo>
                <a:lnTo>
                  <a:pt x="1697" y="454"/>
                </a:lnTo>
                <a:lnTo>
                  <a:pt x="1698" y="454"/>
                </a:lnTo>
                <a:lnTo>
                  <a:pt x="1699" y="454"/>
                </a:lnTo>
                <a:lnTo>
                  <a:pt x="1699" y="453"/>
                </a:lnTo>
                <a:lnTo>
                  <a:pt x="1699" y="452"/>
                </a:lnTo>
                <a:lnTo>
                  <a:pt x="1698" y="451"/>
                </a:lnTo>
                <a:lnTo>
                  <a:pt x="1697" y="450"/>
                </a:lnTo>
                <a:lnTo>
                  <a:pt x="1696" y="449"/>
                </a:lnTo>
                <a:lnTo>
                  <a:pt x="1697" y="449"/>
                </a:lnTo>
                <a:lnTo>
                  <a:pt x="1697" y="448"/>
                </a:lnTo>
                <a:lnTo>
                  <a:pt x="1698" y="447"/>
                </a:lnTo>
                <a:lnTo>
                  <a:pt x="1698" y="448"/>
                </a:lnTo>
                <a:lnTo>
                  <a:pt x="1699" y="448"/>
                </a:lnTo>
                <a:lnTo>
                  <a:pt x="1699" y="449"/>
                </a:lnTo>
                <a:lnTo>
                  <a:pt x="1699" y="450"/>
                </a:lnTo>
                <a:lnTo>
                  <a:pt x="1700" y="450"/>
                </a:lnTo>
                <a:lnTo>
                  <a:pt x="1700" y="451"/>
                </a:lnTo>
                <a:lnTo>
                  <a:pt x="1701" y="451"/>
                </a:lnTo>
                <a:lnTo>
                  <a:pt x="1702" y="451"/>
                </a:lnTo>
                <a:lnTo>
                  <a:pt x="1703" y="451"/>
                </a:lnTo>
                <a:lnTo>
                  <a:pt x="1704" y="451"/>
                </a:lnTo>
                <a:lnTo>
                  <a:pt x="1705" y="451"/>
                </a:lnTo>
                <a:lnTo>
                  <a:pt x="1706" y="451"/>
                </a:lnTo>
                <a:lnTo>
                  <a:pt x="1705" y="450"/>
                </a:lnTo>
                <a:lnTo>
                  <a:pt x="1705" y="449"/>
                </a:lnTo>
                <a:lnTo>
                  <a:pt x="1704" y="449"/>
                </a:lnTo>
                <a:lnTo>
                  <a:pt x="1704" y="448"/>
                </a:lnTo>
                <a:lnTo>
                  <a:pt x="1704" y="447"/>
                </a:lnTo>
                <a:lnTo>
                  <a:pt x="1705" y="447"/>
                </a:lnTo>
                <a:lnTo>
                  <a:pt x="1705" y="446"/>
                </a:lnTo>
                <a:lnTo>
                  <a:pt x="1706" y="445"/>
                </a:lnTo>
                <a:lnTo>
                  <a:pt x="1705" y="445"/>
                </a:lnTo>
                <a:lnTo>
                  <a:pt x="1704" y="445"/>
                </a:lnTo>
                <a:lnTo>
                  <a:pt x="1703" y="445"/>
                </a:lnTo>
                <a:lnTo>
                  <a:pt x="1703" y="444"/>
                </a:lnTo>
                <a:lnTo>
                  <a:pt x="1702" y="444"/>
                </a:lnTo>
                <a:lnTo>
                  <a:pt x="1702" y="443"/>
                </a:lnTo>
                <a:lnTo>
                  <a:pt x="1703" y="443"/>
                </a:lnTo>
                <a:lnTo>
                  <a:pt x="1702" y="442"/>
                </a:lnTo>
                <a:lnTo>
                  <a:pt x="1702" y="441"/>
                </a:lnTo>
                <a:lnTo>
                  <a:pt x="1702" y="440"/>
                </a:lnTo>
                <a:lnTo>
                  <a:pt x="1702" y="439"/>
                </a:lnTo>
                <a:lnTo>
                  <a:pt x="1702" y="438"/>
                </a:lnTo>
                <a:lnTo>
                  <a:pt x="1703" y="437"/>
                </a:lnTo>
                <a:lnTo>
                  <a:pt x="1703" y="436"/>
                </a:lnTo>
                <a:lnTo>
                  <a:pt x="1703" y="435"/>
                </a:lnTo>
                <a:lnTo>
                  <a:pt x="1703" y="433"/>
                </a:lnTo>
                <a:lnTo>
                  <a:pt x="1704" y="432"/>
                </a:lnTo>
                <a:lnTo>
                  <a:pt x="1704" y="431"/>
                </a:lnTo>
                <a:lnTo>
                  <a:pt x="1704" y="430"/>
                </a:lnTo>
                <a:lnTo>
                  <a:pt x="1704" y="429"/>
                </a:lnTo>
                <a:lnTo>
                  <a:pt x="1705" y="428"/>
                </a:lnTo>
                <a:lnTo>
                  <a:pt x="1706" y="428"/>
                </a:lnTo>
                <a:lnTo>
                  <a:pt x="1707" y="427"/>
                </a:lnTo>
                <a:lnTo>
                  <a:pt x="1707" y="428"/>
                </a:lnTo>
                <a:lnTo>
                  <a:pt x="1708" y="428"/>
                </a:lnTo>
                <a:lnTo>
                  <a:pt x="1709" y="428"/>
                </a:lnTo>
                <a:lnTo>
                  <a:pt x="1709" y="429"/>
                </a:lnTo>
                <a:lnTo>
                  <a:pt x="1708" y="429"/>
                </a:lnTo>
                <a:lnTo>
                  <a:pt x="1708" y="430"/>
                </a:lnTo>
                <a:lnTo>
                  <a:pt x="1709" y="430"/>
                </a:lnTo>
                <a:lnTo>
                  <a:pt x="1709" y="429"/>
                </a:lnTo>
                <a:lnTo>
                  <a:pt x="1710" y="429"/>
                </a:lnTo>
                <a:lnTo>
                  <a:pt x="1710" y="430"/>
                </a:lnTo>
                <a:lnTo>
                  <a:pt x="1711" y="430"/>
                </a:lnTo>
                <a:lnTo>
                  <a:pt x="1712" y="430"/>
                </a:lnTo>
                <a:lnTo>
                  <a:pt x="1713" y="429"/>
                </a:lnTo>
                <a:lnTo>
                  <a:pt x="1714" y="428"/>
                </a:lnTo>
                <a:lnTo>
                  <a:pt x="1715" y="429"/>
                </a:lnTo>
                <a:lnTo>
                  <a:pt x="1715" y="428"/>
                </a:lnTo>
                <a:lnTo>
                  <a:pt x="1715" y="427"/>
                </a:lnTo>
                <a:lnTo>
                  <a:pt x="1715" y="426"/>
                </a:lnTo>
                <a:lnTo>
                  <a:pt x="1716" y="425"/>
                </a:lnTo>
                <a:lnTo>
                  <a:pt x="1715" y="425"/>
                </a:lnTo>
                <a:lnTo>
                  <a:pt x="1714" y="425"/>
                </a:lnTo>
                <a:lnTo>
                  <a:pt x="1714" y="424"/>
                </a:lnTo>
                <a:lnTo>
                  <a:pt x="1715" y="424"/>
                </a:lnTo>
                <a:lnTo>
                  <a:pt x="1715" y="423"/>
                </a:lnTo>
                <a:lnTo>
                  <a:pt x="1715" y="422"/>
                </a:lnTo>
                <a:lnTo>
                  <a:pt x="1715" y="421"/>
                </a:lnTo>
                <a:lnTo>
                  <a:pt x="1715" y="420"/>
                </a:lnTo>
                <a:lnTo>
                  <a:pt x="1714" y="419"/>
                </a:lnTo>
                <a:lnTo>
                  <a:pt x="1714" y="418"/>
                </a:lnTo>
                <a:lnTo>
                  <a:pt x="1714" y="417"/>
                </a:lnTo>
                <a:lnTo>
                  <a:pt x="1713" y="416"/>
                </a:lnTo>
                <a:lnTo>
                  <a:pt x="1713" y="415"/>
                </a:lnTo>
                <a:lnTo>
                  <a:pt x="1712" y="415"/>
                </a:lnTo>
                <a:lnTo>
                  <a:pt x="1711" y="414"/>
                </a:lnTo>
                <a:lnTo>
                  <a:pt x="1710" y="414"/>
                </a:lnTo>
                <a:lnTo>
                  <a:pt x="1709" y="414"/>
                </a:lnTo>
                <a:lnTo>
                  <a:pt x="1708" y="414"/>
                </a:lnTo>
                <a:lnTo>
                  <a:pt x="1708" y="413"/>
                </a:lnTo>
                <a:lnTo>
                  <a:pt x="1709" y="413"/>
                </a:lnTo>
                <a:lnTo>
                  <a:pt x="1709" y="412"/>
                </a:lnTo>
                <a:lnTo>
                  <a:pt x="1709" y="411"/>
                </a:lnTo>
                <a:lnTo>
                  <a:pt x="1710" y="411"/>
                </a:lnTo>
                <a:lnTo>
                  <a:pt x="1710" y="410"/>
                </a:lnTo>
                <a:lnTo>
                  <a:pt x="1711" y="410"/>
                </a:lnTo>
                <a:lnTo>
                  <a:pt x="1712" y="409"/>
                </a:lnTo>
                <a:lnTo>
                  <a:pt x="1712" y="408"/>
                </a:lnTo>
                <a:lnTo>
                  <a:pt x="1712" y="407"/>
                </a:lnTo>
                <a:lnTo>
                  <a:pt x="1713" y="407"/>
                </a:lnTo>
                <a:lnTo>
                  <a:pt x="1712" y="407"/>
                </a:lnTo>
                <a:lnTo>
                  <a:pt x="1711" y="407"/>
                </a:lnTo>
                <a:lnTo>
                  <a:pt x="1711" y="406"/>
                </a:lnTo>
                <a:lnTo>
                  <a:pt x="1710" y="406"/>
                </a:lnTo>
                <a:lnTo>
                  <a:pt x="1709" y="406"/>
                </a:lnTo>
                <a:lnTo>
                  <a:pt x="1708" y="406"/>
                </a:lnTo>
                <a:lnTo>
                  <a:pt x="1707" y="406"/>
                </a:lnTo>
                <a:lnTo>
                  <a:pt x="1707" y="405"/>
                </a:lnTo>
                <a:lnTo>
                  <a:pt x="1708" y="405"/>
                </a:lnTo>
                <a:lnTo>
                  <a:pt x="1708" y="404"/>
                </a:lnTo>
                <a:lnTo>
                  <a:pt x="1708" y="403"/>
                </a:lnTo>
                <a:lnTo>
                  <a:pt x="1708" y="402"/>
                </a:lnTo>
                <a:lnTo>
                  <a:pt x="1709" y="401"/>
                </a:lnTo>
                <a:lnTo>
                  <a:pt x="1710" y="401"/>
                </a:lnTo>
                <a:lnTo>
                  <a:pt x="1710" y="402"/>
                </a:lnTo>
                <a:lnTo>
                  <a:pt x="1711" y="402"/>
                </a:lnTo>
                <a:lnTo>
                  <a:pt x="1712" y="402"/>
                </a:lnTo>
                <a:lnTo>
                  <a:pt x="1713" y="402"/>
                </a:lnTo>
                <a:lnTo>
                  <a:pt x="1713" y="401"/>
                </a:lnTo>
                <a:lnTo>
                  <a:pt x="1714" y="401"/>
                </a:lnTo>
                <a:lnTo>
                  <a:pt x="1715" y="400"/>
                </a:lnTo>
                <a:lnTo>
                  <a:pt x="1715" y="399"/>
                </a:lnTo>
                <a:lnTo>
                  <a:pt x="1716" y="399"/>
                </a:lnTo>
                <a:lnTo>
                  <a:pt x="1717" y="399"/>
                </a:lnTo>
                <a:lnTo>
                  <a:pt x="1718" y="398"/>
                </a:lnTo>
                <a:lnTo>
                  <a:pt x="1719" y="400"/>
                </a:lnTo>
                <a:lnTo>
                  <a:pt x="1720" y="401"/>
                </a:lnTo>
                <a:lnTo>
                  <a:pt x="1719" y="402"/>
                </a:lnTo>
                <a:lnTo>
                  <a:pt x="1720" y="402"/>
                </a:lnTo>
                <a:lnTo>
                  <a:pt x="1720" y="403"/>
                </a:lnTo>
                <a:lnTo>
                  <a:pt x="1721" y="403"/>
                </a:lnTo>
                <a:lnTo>
                  <a:pt x="1722" y="403"/>
                </a:lnTo>
                <a:lnTo>
                  <a:pt x="1723" y="404"/>
                </a:lnTo>
                <a:lnTo>
                  <a:pt x="1724" y="404"/>
                </a:lnTo>
                <a:lnTo>
                  <a:pt x="1724" y="405"/>
                </a:lnTo>
                <a:lnTo>
                  <a:pt x="1725" y="405"/>
                </a:lnTo>
                <a:lnTo>
                  <a:pt x="1726" y="405"/>
                </a:lnTo>
                <a:lnTo>
                  <a:pt x="1726" y="404"/>
                </a:lnTo>
                <a:lnTo>
                  <a:pt x="1726" y="403"/>
                </a:lnTo>
                <a:lnTo>
                  <a:pt x="1727" y="404"/>
                </a:lnTo>
                <a:lnTo>
                  <a:pt x="1728" y="404"/>
                </a:lnTo>
                <a:lnTo>
                  <a:pt x="1729" y="405"/>
                </a:lnTo>
                <a:lnTo>
                  <a:pt x="1730" y="405"/>
                </a:lnTo>
                <a:lnTo>
                  <a:pt x="1731" y="404"/>
                </a:lnTo>
                <a:lnTo>
                  <a:pt x="1732" y="405"/>
                </a:lnTo>
                <a:lnTo>
                  <a:pt x="1733" y="405"/>
                </a:lnTo>
                <a:lnTo>
                  <a:pt x="1734" y="405"/>
                </a:lnTo>
                <a:lnTo>
                  <a:pt x="1735" y="405"/>
                </a:lnTo>
                <a:lnTo>
                  <a:pt x="1736" y="405"/>
                </a:lnTo>
                <a:lnTo>
                  <a:pt x="1737" y="405"/>
                </a:lnTo>
                <a:lnTo>
                  <a:pt x="1738" y="405"/>
                </a:lnTo>
                <a:lnTo>
                  <a:pt x="1738" y="406"/>
                </a:lnTo>
                <a:lnTo>
                  <a:pt x="1739" y="405"/>
                </a:lnTo>
                <a:lnTo>
                  <a:pt x="1739" y="404"/>
                </a:lnTo>
                <a:lnTo>
                  <a:pt x="1740" y="404"/>
                </a:lnTo>
                <a:lnTo>
                  <a:pt x="1740" y="405"/>
                </a:lnTo>
                <a:lnTo>
                  <a:pt x="1741" y="405"/>
                </a:lnTo>
                <a:lnTo>
                  <a:pt x="1742" y="405"/>
                </a:lnTo>
                <a:lnTo>
                  <a:pt x="1743" y="405"/>
                </a:lnTo>
                <a:lnTo>
                  <a:pt x="1744" y="405"/>
                </a:lnTo>
                <a:lnTo>
                  <a:pt x="1744" y="404"/>
                </a:lnTo>
                <a:lnTo>
                  <a:pt x="1744" y="405"/>
                </a:lnTo>
                <a:lnTo>
                  <a:pt x="1745" y="404"/>
                </a:lnTo>
                <a:lnTo>
                  <a:pt x="1746" y="404"/>
                </a:lnTo>
                <a:lnTo>
                  <a:pt x="1747" y="404"/>
                </a:lnTo>
                <a:lnTo>
                  <a:pt x="1747" y="405"/>
                </a:lnTo>
                <a:lnTo>
                  <a:pt x="1748" y="406"/>
                </a:lnTo>
                <a:lnTo>
                  <a:pt x="1748" y="405"/>
                </a:lnTo>
                <a:lnTo>
                  <a:pt x="1749" y="405"/>
                </a:lnTo>
                <a:lnTo>
                  <a:pt x="1750" y="405"/>
                </a:lnTo>
                <a:lnTo>
                  <a:pt x="1750" y="406"/>
                </a:lnTo>
                <a:lnTo>
                  <a:pt x="1750" y="407"/>
                </a:lnTo>
                <a:lnTo>
                  <a:pt x="1751" y="407"/>
                </a:lnTo>
                <a:lnTo>
                  <a:pt x="1752" y="407"/>
                </a:lnTo>
                <a:lnTo>
                  <a:pt x="1753" y="407"/>
                </a:lnTo>
                <a:lnTo>
                  <a:pt x="1754" y="407"/>
                </a:lnTo>
                <a:lnTo>
                  <a:pt x="1754" y="408"/>
                </a:lnTo>
                <a:lnTo>
                  <a:pt x="1755" y="408"/>
                </a:lnTo>
                <a:lnTo>
                  <a:pt x="1756" y="408"/>
                </a:lnTo>
                <a:lnTo>
                  <a:pt x="1757" y="408"/>
                </a:lnTo>
                <a:lnTo>
                  <a:pt x="1757" y="409"/>
                </a:lnTo>
                <a:lnTo>
                  <a:pt x="1759" y="409"/>
                </a:lnTo>
                <a:lnTo>
                  <a:pt x="1759" y="408"/>
                </a:lnTo>
                <a:lnTo>
                  <a:pt x="1760" y="408"/>
                </a:lnTo>
                <a:lnTo>
                  <a:pt x="1760" y="409"/>
                </a:lnTo>
                <a:lnTo>
                  <a:pt x="1761" y="409"/>
                </a:lnTo>
                <a:lnTo>
                  <a:pt x="1762" y="409"/>
                </a:lnTo>
                <a:lnTo>
                  <a:pt x="1763" y="409"/>
                </a:lnTo>
                <a:lnTo>
                  <a:pt x="1763" y="410"/>
                </a:lnTo>
                <a:lnTo>
                  <a:pt x="1764" y="410"/>
                </a:lnTo>
                <a:lnTo>
                  <a:pt x="1764" y="411"/>
                </a:lnTo>
                <a:lnTo>
                  <a:pt x="1765" y="410"/>
                </a:lnTo>
                <a:lnTo>
                  <a:pt x="1766" y="410"/>
                </a:lnTo>
                <a:lnTo>
                  <a:pt x="1766" y="411"/>
                </a:lnTo>
                <a:lnTo>
                  <a:pt x="1767" y="411"/>
                </a:lnTo>
                <a:lnTo>
                  <a:pt x="1768" y="412"/>
                </a:lnTo>
                <a:lnTo>
                  <a:pt x="1769" y="412"/>
                </a:lnTo>
                <a:lnTo>
                  <a:pt x="1770" y="412"/>
                </a:lnTo>
                <a:lnTo>
                  <a:pt x="1770" y="413"/>
                </a:lnTo>
                <a:lnTo>
                  <a:pt x="1771" y="414"/>
                </a:lnTo>
                <a:lnTo>
                  <a:pt x="1771" y="415"/>
                </a:lnTo>
                <a:lnTo>
                  <a:pt x="1772" y="415"/>
                </a:lnTo>
                <a:lnTo>
                  <a:pt x="1773" y="415"/>
                </a:lnTo>
                <a:lnTo>
                  <a:pt x="1773" y="416"/>
                </a:lnTo>
                <a:lnTo>
                  <a:pt x="1774" y="416"/>
                </a:lnTo>
                <a:lnTo>
                  <a:pt x="1775" y="416"/>
                </a:lnTo>
                <a:lnTo>
                  <a:pt x="1774" y="416"/>
                </a:lnTo>
                <a:lnTo>
                  <a:pt x="1775" y="417"/>
                </a:lnTo>
                <a:lnTo>
                  <a:pt x="1776" y="418"/>
                </a:lnTo>
                <a:lnTo>
                  <a:pt x="1777" y="417"/>
                </a:lnTo>
                <a:lnTo>
                  <a:pt x="1777" y="418"/>
                </a:lnTo>
                <a:lnTo>
                  <a:pt x="1778" y="418"/>
                </a:lnTo>
                <a:lnTo>
                  <a:pt x="1779" y="418"/>
                </a:lnTo>
                <a:lnTo>
                  <a:pt x="1779" y="417"/>
                </a:lnTo>
                <a:lnTo>
                  <a:pt x="1779" y="418"/>
                </a:lnTo>
                <a:lnTo>
                  <a:pt x="1779" y="419"/>
                </a:lnTo>
                <a:lnTo>
                  <a:pt x="1780" y="419"/>
                </a:lnTo>
                <a:lnTo>
                  <a:pt x="1780" y="420"/>
                </a:lnTo>
                <a:lnTo>
                  <a:pt x="1781" y="420"/>
                </a:lnTo>
                <a:lnTo>
                  <a:pt x="1782" y="420"/>
                </a:lnTo>
                <a:lnTo>
                  <a:pt x="1783" y="420"/>
                </a:lnTo>
                <a:lnTo>
                  <a:pt x="1784" y="421"/>
                </a:lnTo>
                <a:lnTo>
                  <a:pt x="1785" y="422"/>
                </a:lnTo>
                <a:lnTo>
                  <a:pt x="1786" y="422"/>
                </a:lnTo>
                <a:lnTo>
                  <a:pt x="1786" y="423"/>
                </a:lnTo>
                <a:lnTo>
                  <a:pt x="1787" y="423"/>
                </a:lnTo>
                <a:lnTo>
                  <a:pt x="1788" y="423"/>
                </a:lnTo>
                <a:lnTo>
                  <a:pt x="1788" y="424"/>
                </a:lnTo>
                <a:lnTo>
                  <a:pt x="1787" y="424"/>
                </a:lnTo>
                <a:lnTo>
                  <a:pt x="1787" y="425"/>
                </a:lnTo>
                <a:lnTo>
                  <a:pt x="1787" y="426"/>
                </a:lnTo>
                <a:lnTo>
                  <a:pt x="1788" y="429"/>
                </a:lnTo>
                <a:lnTo>
                  <a:pt x="1788" y="430"/>
                </a:lnTo>
                <a:lnTo>
                  <a:pt x="1788" y="431"/>
                </a:lnTo>
                <a:lnTo>
                  <a:pt x="1789" y="432"/>
                </a:lnTo>
                <a:lnTo>
                  <a:pt x="1788" y="432"/>
                </a:lnTo>
                <a:lnTo>
                  <a:pt x="1788" y="433"/>
                </a:lnTo>
                <a:lnTo>
                  <a:pt x="1788" y="434"/>
                </a:lnTo>
                <a:lnTo>
                  <a:pt x="1788" y="435"/>
                </a:lnTo>
                <a:lnTo>
                  <a:pt x="1789" y="435"/>
                </a:lnTo>
                <a:lnTo>
                  <a:pt x="1790" y="435"/>
                </a:lnTo>
                <a:lnTo>
                  <a:pt x="1790" y="436"/>
                </a:lnTo>
                <a:lnTo>
                  <a:pt x="1791" y="437"/>
                </a:lnTo>
                <a:lnTo>
                  <a:pt x="1792" y="438"/>
                </a:lnTo>
                <a:lnTo>
                  <a:pt x="1792" y="439"/>
                </a:lnTo>
                <a:lnTo>
                  <a:pt x="1792" y="440"/>
                </a:lnTo>
                <a:lnTo>
                  <a:pt x="1793" y="440"/>
                </a:lnTo>
                <a:lnTo>
                  <a:pt x="1793" y="441"/>
                </a:lnTo>
                <a:lnTo>
                  <a:pt x="1793" y="442"/>
                </a:lnTo>
                <a:lnTo>
                  <a:pt x="1794" y="442"/>
                </a:lnTo>
                <a:lnTo>
                  <a:pt x="1794" y="443"/>
                </a:lnTo>
                <a:lnTo>
                  <a:pt x="1794" y="444"/>
                </a:lnTo>
                <a:lnTo>
                  <a:pt x="1795" y="445"/>
                </a:lnTo>
                <a:lnTo>
                  <a:pt x="1795" y="446"/>
                </a:lnTo>
                <a:lnTo>
                  <a:pt x="1796" y="446"/>
                </a:lnTo>
                <a:lnTo>
                  <a:pt x="1796" y="447"/>
                </a:lnTo>
                <a:lnTo>
                  <a:pt x="1797" y="447"/>
                </a:lnTo>
                <a:lnTo>
                  <a:pt x="1799" y="449"/>
                </a:lnTo>
                <a:lnTo>
                  <a:pt x="1800" y="449"/>
                </a:lnTo>
                <a:lnTo>
                  <a:pt x="1800" y="450"/>
                </a:lnTo>
                <a:lnTo>
                  <a:pt x="1801" y="451"/>
                </a:lnTo>
                <a:lnTo>
                  <a:pt x="1802" y="452"/>
                </a:lnTo>
                <a:lnTo>
                  <a:pt x="1803" y="452"/>
                </a:lnTo>
                <a:lnTo>
                  <a:pt x="1803" y="453"/>
                </a:lnTo>
                <a:lnTo>
                  <a:pt x="1804" y="454"/>
                </a:lnTo>
                <a:lnTo>
                  <a:pt x="1804" y="455"/>
                </a:lnTo>
                <a:lnTo>
                  <a:pt x="1804" y="456"/>
                </a:lnTo>
                <a:lnTo>
                  <a:pt x="1805" y="456"/>
                </a:lnTo>
                <a:lnTo>
                  <a:pt x="1805" y="457"/>
                </a:lnTo>
                <a:lnTo>
                  <a:pt x="1806" y="457"/>
                </a:lnTo>
                <a:lnTo>
                  <a:pt x="1807" y="457"/>
                </a:lnTo>
                <a:lnTo>
                  <a:pt x="1807" y="458"/>
                </a:lnTo>
                <a:lnTo>
                  <a:pt x="1807" y="459"/>
                </a:lnTo>
                <a:lnTo>
                  <a:pt x="1806" y="459"/>
                </a:lnTo>
                <a:lnTo>
                  <a:pt x="1807" y="459"/>
                </a:lnTo>
                <a:lnTo>
                  <a:pt x="1807" y="460"/>
                </a:lnTo>
                <a:lnTo>
                  <a:pt x="1806" y="460"/>
                </a:lnTo>
                <a:lnTo>
                  <a:pt x="1806" y="461"/>
                </a:lnTo>
                <a:lnTo>
                  <a:pt x="1807" y="461"/>
                </a:lnTo>
                <a:lnTo>
                  <a:pt x="1807" y="463"/>
                </a:lnTo>
                <a:lnTo>
                  <a:pt x="1806" y="463"/>
                </a:lnTo>
                <a:lnTo>
                  <a:pt x="1806" y="464"/>
                </a:lnTo>
                <a:lnTo>
                  <a:pt x="1806" y="465"/>
                </a:lnTo>
                <a:lnTo>
                  <a:pt x="1807" y="465"/>
                </a:lnTo>
                <a:lnTo>
                  <a:pt x="1807" y="466"/>
                </a:lnTo>
                <a:lnTo>
                  <a:pt x="1806" y="467"/>
                </a:lnTo>
                <a:lnTo>
                  <a:pt x="1805" y="467"/>
                </a:lnTo>
                <a:lnTo>
                  <a:pt x="1804" y="468"/>
                </a:lnTo>
                <a:lnTo>
                  <a:pt x="1804" y="469"/>
                </a:lnTo>
                <a:lnTo>
                  <a:pt x="1804" y="470"/>
                </a:lnTo>
                <a:lnTo>
                  <a:pt x="1805" y="470"/>
                </a:lnTo>
                <a:lnTo>
                  <a:pt x="1805" y="471"/>
                </a:lnTo>
                <a:lnTo>
                  <a:pt x="1805" y="472"/>
                </a:lnTo>
                <a:lnTo>
                  <a:pt x="1805" y="473"/>
                </a:lnTo>
                <a:lnTo>
                  <a:pt x="1806" y="473"/>
                </a:lnTo>
                <a:lnTo>
                  <a:pt x="1806" y="474"/>
                </a:lnTo>
                <a:lnTo>
                  <a:pt x="1805" y="474"/>
                </a:lnTo>
                <a:lnTo>
                  <a:pt x="1805" y="475"/>
                </a:lnTo>
                <a:lnTo>
                  <a:pt x="1805" y="476"/>
                </a:lnTo>
                <a:lnTo>
                  <a:pt x="1806" y="476"/>
                </a:lnTo>
                <a:lnTo>
                  <a:pt x="1808" y="476"/>
                </a:lnTo>
                <a:lnTo>
                  <a:pt x="1807" y="477"/>
                </a:lnTo>
                <a:lnTo>
                  <a:pt x="1808" y="477"/>
                </a:lnTo>
                <a:lnTo>
                  <a:pt x="1808" y="478"/>
                </a:lnTo>
                <a:lnTo>
                  <a:pt x="1809" y="479"/>
                </a:lnTo>
                <a:lnTo>
                  <a:pt x="1810" y="479"/>
                </a:lnTo>
                <a:lnTo>
                  <a:pt x="1809" y="480"/>
                </a:lnTo>
                <a:lnTo>
                  <a:pt x="1809" y="481"/>
                </a:lnTo>
                <a:lnTo>
                  <a:pt x="1810" y="481"/>
                </a:lnTo>
                <a:lnTo>
                  <a:pt x="1811" y="481"/>
                </a:lnTo>
                <a:lnTo>
                  <a:pt x="1812" y="482"/>
                </a:lnTo>
                <a:lnTo>
                  <a:pt x="1813" y="483"/>
                </a:lnTo>
                <a:lnTo>
                  <a:pt x="1814" y="485"/>
                </a:lnTo>
                <a:lnTo>
                  <a:pt x="1815" y="487"/>
                </a:lnTo>
                <a:lnTo>
                  <a:pt x="1816" y="488"/>
                </a:lnTo>
                <a:lnTo>
                  <a:pt x="1817" y="487"/>
                </a:lnTo>
                <a:lnTo>
                  <a:pt x="1817" y="488"/>
                </a:lnTo>
                <a:lnTo>
                  <a:pt x="1817" y="489"/>
                </a:lnTo>
                <a:lnTo>
                  <a:pt x="1817" y="490"/>
                </a:lnTo>
                <a:lnTo>
                  <a:pt x="1818" y="490"/>
                </a:lnTo>
                <a:lnTo>
                  <a:pt x="1818" y="491"/>
                </a:lnTo>
                <a:lnTo>
                  <a:pt x="1817" y="491"/>
                </a:lnTo>
                <a:lnTo>
                  <a:pt x="1818" y="492"/>
                </a:lnTo>
                <a:lnTo>
                  <a:pt x="1818" y="493"/>
                </a:lnTo>
                <a:lnTo>
                  <a:pt x="1818" y="494"/>
                </a:lnTo>
                <a:lnTo>
                  <a:pt x="1819" y="495"/>
                </a:lnTo>
                <a:lnTo>
                  <a:pt x="1820" y="495"/>
                </a:lnTo>
                <a:lnTo>
                  <a:pt x="1820" y="496"/>
                </a:lnTo>
                <a:lnTo>
                  <a:pt x="1821" y="496"/>
                </a:lnTo>
                <a:lnTo>
                  <a:pt x="1821" y="497"/>
                </a:lnTo>
                <a:lnTo>
                  <a:pt x="1822" y="498"/>
                </a:lnTo>
                <a:lnTo>
                  <a:pt x="1822" y="499"/>
                </a:lnTo>
                <a:lnTo>
                  <a:pt x="1823" y="500"/>
                </a:lnTo>
                <a:lnTo>
                  <a:pt x="1824" y="500"/>
                </a:lnTo>
                <a:lnTo>
                  <a:pt x="1825" y="500"/>
                </a:lnTo>
                <a:lnTo>
                  <a:pt x="1825" y="501"/>
                </a:lnTo>
                <a:lnTo>
                  <a:pt x="1826" y="501"/>
                </a:lnTo>
                <a:lnTo>
                  <a:pt x="1826" y="502"/>
                </a:lnTo>
                <a:lnTo>
                  <a:pt x="1827" y="503"/>
                </a:lnTo>
                <a:lnTo>
                  <a:pt x="1829" y="504"/>
                </a:lnTo>
                <a:lnTo>
                  <a:pt x="1831" y="506"/>
                </a:lnTo>
                <a:lnTo>
                  <a:pt x="1831" y="507"/>
                </a:lnTo>
                <a:lnTo>
                  <a:pt x="1832" y="508"/>
                </a:lnTo>
                <a:lnTo>
                  <a:pt x="1835" y="510"/>
                </a:lnTo>
                <a:lnTo>
                  <a:pt x="1835" y="511"/>
                </a:lnTo>
                <a:lnTo>
                  <a:pt x="1836" y="511"/>
                </a:lnTo>
                <a:lnTo>
                  <a:pt x="1839" y="512"/>
                </a:lnTo>
                <a:lnTo>
                  <a:pt x="1839" y="513"/>
                </a:lnTo>
                <a:lnTo>
                  <a:pt x="1840" y="514"/>
                </a:lnTo>
                <a:lnTo>
                  <a:pt x="1841" y="515"/>
                </a:lnTo>
                <a:lnTo>
                  <a:pt x="1842" y="516"/>
                </a:lnTo>
                <a:lnTo>
                  <a:pt x="1843" y="516"/>
                </a:lnTo>
                <a:lnTo>
                  <a:pt x="1844" y="517"/>
                </a:lnTo>
                <a:lnTo>
                  <a:pt x="1844" y="518"/>
                </a:lnTo>
                <a:lnTo>
                  <a:pt x="1844" y="519"/>
                </a:lnTo>
                <a:lnTo>
                  <a:pt x="1845" y="519"/>
                </a:lnTo>
                <a:lnTo>
                  <a:pt x="1846" y="520"/>
                </a:lnTo>
                <a:lnTo>
                  <a:pt x="1847" y="521"/>
                </a:lnTo>
                <a:lnTo>
                  <a:pt x="1847" y="522"/>
                </a:lnTo>
                <a:lnTo>
                  <a:pt x="1848" y="522"/>
                </a:lnTo>
                <a:lnTo>
                  <a:pt x="1847" y="523"/>
                </a:lnTo>
                <a:lnTo>
                  <a:pt x="1846" y="524"/>
                </a:lnTo>
                <a:lnTo>
                  <a:pt x="1846" y="525"/>
                </a:lnTo>
                <a:lnTo>
                  <a:pt x="1845" y="525"/>
                </a:lnTo>
                <a:lnTo>
                  <a:pt x="1845" y="526"/>
                </a:lnTo>
                <a:lnTo>
                  <a:pt x="1844" y="526"/>
                </a:lnTo>
                <a:lnTo>
                  <a:pt x="1843" y="527"/>
                </a:lnTo>
                <a:lnTo>
                  <a:pt x="1843" y="528"/>
                </a:lnTo>
                <a:lnTo>
                  <a:pt x="1842" y="528"/>
                </a:lnTo>
                <a:lnTo>
                  <a:pt x="1841" y="529"/>
                </a:lnTo>
                <a:lnTo>
                  <a:pt x="1841" y="530"/>
                </a:lnTo>
                <a:lnTo>
                  <a:pt x="1841" y="531"/>
                </a:lnTo>
                <a:lnTo>
                  <a:pt x="1840" y="532"/>
                </a:lnTo>
                <a:lnTo>
                  <a:pt x="1840" y="533"/>
                </a:lnTo>
                <a:lnTo>
                  <a:pt x="1839" y="534"/>
                </a:lnTo>
                <a:lnTo>
                  <a:pt x="1838" y="534"/>
                </a:lnTo>
                <a:lnTo>
                  <a:pt x="1838" y="535"/>
                </a:lnTo>
                <a:lnTo>
                  <a:pt x="1837" y="535"/>
                </a:lnTo>
                <a:lnTo>
                  <a:pt x="1836" y="534"/>
                </a:lnTo>
                <a:lnTo>
                  <a:pt x="1835" y="534"/>
                </a:lnTo>
                <a:lnTo>
                  <a:pt x="1835" y="533"/>
                </a:lnTo>
                <a:lnTo>
                  <a:pt x="1834" y="533"/>
                </a:lnTo>
                <a:lnTo>
                  <a:pt x="1834" y="532"/>
                </a:lnTo>
                <a:lnTo>
                  <a:pt x="1834" y="531"/>
                </a:lnTo>
                <a:lnTo>
                  <a:pt x="1833" y="531"/>
                </a:lnTo>
                <a:lnTo>
                  <a:pt x="1833" y="530"/>
                </a:lnTo>
                <a:lnTo>
                  <a:pt x="1832" y="530"/>
                </a:lnTo>
                <a:lnTo>
                  <a:pt x="1832" y="529"/>
                </a:lnTo>
                <a:lnTo>
                  <a:pt x="1831" y="528"/>
                </a:lnTo>
                <a:lnTo>
                  <a:pt x="1830" y="527"/>
                </a:lnTo>
                <a:lnTo>
                  <a:pt x="1829" y="527"/>
                </a:lnTo>
                <a:lnTo>
                  <a:pt x="1828" y="526"/>
                </a:lnTo>
                <a:lnTo>
                  <a:pt x="1827" y="526"/>
                </a:lnTo>
                <a:lnTo>
                  <a:pt x="1826" y="526"/>
                </a:lnTo>
                <a:lnTo>
                  <a:pt x="1825" y="526"/>
                </a:lnTo>
                <a:lnTo>
                  <a:pt x="1825" y="527"/>
                </a:lnTo>
                <a:lnTo>
                  <a:pt x="1824" y="527"/>
                </a:lnTo>
                <a:lnTo>
                  <a:pt x="1824" y="528"/>
                </a:lnTo>
                <a:lnTo>
                  <a:pt x="1824" y="529"/>
                </a:lnTo>
                <a:lnTo>
                  <a:pt x="1823" y="531"/>
                </a:lnTo>
                <a:lnTo>
                  <a:pt x="1823" y="533"/>
                </a:lnTo>
                <a:lnTo>
                  <a:pt x="1822" y="533"/>
                </a:lnTo>
                <a:lnTo>
                  <a:pt x="1822" y="534"/>
                </a:lnTo>
                <a:lnTo>
                  <a:pt x="1822" y="536"/>
                </a:lnTo>
                <a:lnTo>
                  <a:pt x="1823" y="537"/>
                </a:lnTo>
                <a:lnTo>
                  <a:pt x="1824" y="537"/>
                </a:lnTo>
                <a:lnTo>
                  <a:pt x="1824" y="538"/>
                </a:lnTo>
                <a:lnTo>
                  <a:pt x="1824" y="539"/>
                </a:lnTo>
                <a:lnTo>
                  <a:pt x="1824" y="540"/>
                </a:lnTo>
                <a:lnTo>
                  <a:pt x="1823" y="541"/>
                </a:lnTo>
                <a:lnTo>
                  <a:pt x="1822" y="541"/>
                </a:lnTo>
                <a:lnTo>
                  <a:pt x="1822" y="542"/>
                </a:lnTo>
                <a:lnTo>
                  <a:pt x="1823" y="542"/>
                </a:lnTo>
                <a:lnTo>
                  <a:pt x="1824" y="542"/>
                </a:lnTo>
                <a:lnTo>
                  <a:pt x="1825" y="542"/>
                </a:lnTo>
                <a:lnTo>
                  <a:pt x="1826" y="542"/>
                </a:lnTo>
                <a:lnTo>
                  <a:pt x="1826" y="543"/>
                </a:lnTo>
                <a:lnTo>
                  <a:pt x="1827" y="544"/>
                </a:lnTo>
                <a:lnTo>
                  <a:pt x="1828" y="545"/>
                </a:lnTo>
                <a:lnTo>
                  <a:pt x="1829" y="546"/>
                </a:lnTo>
                <a:lnTo>
                  <a:pt x="1830" y="547"/>
                </a:lnTo>
                <a:lnTo>
                  <a:pt x="1831" y="548"/>
                </a:lnTo>
                <a:lnTo>
                  <a:pt x="1832" y="549"/>
                </a:lnTo>
                <a:lnTo>
                  <a:pt x="1832" y="552"/>
                </a:lnTo>
                <a:lnTo>
                  <a:pt x="1832" y="553"/>
                </a:lnTo>
                <a:lnTo>
                  <a:pt x="1833" y="553"/>
                </a:lnTo>
                <a:lnTo>
                  <a:pt x="1834" y="554"/>
                </a:lnTo>
                <a:lnTo>
                  <a:pt x="1834" y="555"/>
                </a:lnTo>
                <a:lnTo>
                  <a:pt x="1834" y="556"/>
                </a:lnTo>
                <a:lnTo>
                  <a:pt x="1836" y="557"/>
                </a:lnTo>
                <a:lnTo>
                  <a:pt x="1837" y="557"/>
                </a:lnTo>
                <a:lnTo>
                  <a:pt x="1838" y="558"/>
                </a:lnTo>
                <a:lnTo>
                  <a:pt x="1838" y="559"/>
                </a:lnTo>
                <a:lnTo>
                  <a:pt x="1839" y="559"/>
                </a:lnTo>
                <a:lnTo>
                  <a:pt x="1840" y="560"/>
                </a:lnTo>
                <a:lnTo>
                  <a:pt x="1840" y="561"/>
                </a:lnTo>
                <a:lnTo>
                  <a:pt x="1841" y="561"/>
                </a:lnTo>
                <a:lnTo>
                  <a:pt x="1841" y="562"/>
                </a:lnTo>
                <a:lnTo>
                  <a:pt x="1840" y="563"/>
                </a:lnTo>
                <a:lnTo>
                  <a:pt x="1840" y="564"/>
                </a:lnTo>
                <a:lnTo>
                  <a:pt x="1840" y="565"/>
                </a:lnTo>
                <a:lnTo>
                  <a:pt x="1840" y="566"/>
                </a:lnTo>
                <a:lnTo>
                  <a:pt x="1839" y="567"/>
                </a:lnTo>
                <a:lnTo>
                  <a:pt x="1839" y="568"/>
                </a:lnTo>
                <a:lnTo>
                  <a:pt x="1838" y="568"/>
                </a:lnTo>
                <a:lnTo>
                  <a:pt x="1838" y="569"/>
                </a:lnTo>
                <a:lnTo>
                  <a:pt x="1838" y="570"/>
                </a:lnTo>
                <a:lnTo>
                  <a:pt x="1838" y="571"/>
                </a:lnTo>
                <a:lnTo>
                  <a:pt x="1838" y="572"/>
                </a:lnTo>
                <a:lnTo>
                  <a:pt x="1839" y="573"/>
                </a:lnTo>
                <a:lnTo>
                  <a:pt x="1840" y="573"/>
                </a:lnTo>
                <a:lnTo>
                  <a:pt x="1841" y="573"/>
                </a:lnTo>
                <a:lnTo>
                  <a:pt x="1841" y="574"/>
                </a:lnTo>
                <a:lnTo>
                  <a:pt x="1843" y="575"/>
                </a:lnTo>
                <a:lnTo>
                  <a:pt x="1844" y="576"/>
                </a:lnTo>
                <a:lnTo>
                  <a:pt x="1845" y="577"/>
                </a:lnTo>
                <a:lnTo>
                  <a:pt x="1845" y="578"/>
                </a:lnTo>
                <a:lnTo>
                  <a:pt x="1846" y="578"/>
                </a:lnTo>
                <a:lnTo>
                  <a:pt x="1847" y="579"/>
                </a:lnTo>
                <a:lnTo>
                  <a:pt x="1847" y="580"/>
                </a:lnTo>
                <a:lnTo>
                  <a:pt x="1847" y="581"/>
                </a:lnTo>
                <a:lnTo>
                  <a:pt x="1848" y="581"/>
                </a:lnTo>
                <a:lnTo>
                  <a:pt x="1849" y="582"/>
                </a:lnTo>
                <a:lnTo>
                  <a:pt x="1850" y="583"/>
                </a:lnTo>
                <a:lnTo>
                  <a:pt x="1851" y="583"/>
                </a:lnTo>
                <a:lnTo>
                  <a:pt x="1854" y="584"/>
                </a:lnTo>
                <a:lnTo>
                  <a:pt x="1854" y="585"/>
                </a:lnTo>
                <a:lnTo>
                  <a:pt x="1854" y="586"/>
                </a:lnTo>
                <a:lnTo>
                  <a:pt x="1854" y="587"/>
                </a:lnTo>
                <a:lnTo>
                  <a:pt x="1855" y="587"/>
                </a:lnTo>
                <a:lnTo>
                  <a:pt x="1855" y="588"/>
                </a:lnTo>
                <a:lnTo>
                  <a:pt x="1855" y="589"/>
                </a:lnTo>
                <a:lnTo>
                  <a:pt x="1854" y="589"/>
                </a:lnTo>
                <a:lnTo>
                  <a:pt x="1853" y="589"/>
                </a:lnTo>
                <a:lnTo>
                  <a:pt x="1852" y="589"/>
                </a:lnTo>
                <a:lnTo>
                  <a:pt x="1852" y="590"/>
                </a:lnTo>
                <a:lnTo>
                  <a:pt x="1852" y="591"/>
                </a:lnTo>
                <a:lnTo>
                  <a:pt x="1851" y="591"/>
                </a:lnTo>
                <a:lnTo>
                  <a:pt x="1850" y="592"/>
                </a:lnTo>
                <a:lnTo>
                  <a:pt x="1849" y="592"/>
                </a:lnTo>
                <a:lnTo>
                  <a:pt x="1849" y="593"/>
                </a:lnTo>
                <a:lnTo>
                  <a:pt x="1850" y="595"/>
                </a:lnTo>
                <a:lnTo>
                  <a:pt x="1850" y="596"/>
                </a:lnTo>
                <a:lnTo>
                  <a:pt x="1851" y="597"/>
                </a:lnTo>
                <a:lnTo>
                  <a:pt x="1851" y="598"/>
                </a:lnTo>
                <a:lnTo>
                  <a:pt x="1851" y="599"/>
                </a:lnTo>
                <a:lnTo>
                  <a:pt x="1851" y="600"/>
                </a:lnTo>
                <a:lnTo>
                  <a:pt x="1851" y="601"/>
                </a:lnTo>
                <a:lnTo>
                  <a:pt x="1852" y="601"/>
                </a:lnTo>
                <a:lnTo>
                  <a:pt x="1852" y="602"/>
                </a:lnTo>
                <a:lnTo>
                  <a:pt x="1853" y="602"/>
                </a:lnTo>
                <a:lnTo>
                  <a:pt x="1853" y="603"/>
                </a:lnTo>
                <a:lnTo>
                  <a:pt x="1852" y="604"/>
                </a:lnTo>
                <a:lnTo>
                  <a:pt x="1851" y="605"/>
                </a:lnTo>
                <a:lnTo>
                  <a:pt x="1852" y="606"/>
                </a:lnTo>
                <a:lnTo>
                  <a:pt x="1852" y="607"/>
                </a:lnTo>
                <a:lnTo>
                  <a:pt x="1852" y="608"/>
                </a:lnTo>
                <a:lnTo>
                  <a:pt x="1852" y="609"/>
                </a:lnTo>
                <a:lnTo>
                  <a:pt x="1852" y="610"/>
                </a:lnTo>
                <a:lnTo>
                  <a:pt x="1852" y="611"/>
                </a:lnTo>
                <a:lnTo>
                  <a:pt x="1853" y="611"/>
                </a:lnTo>
                <a:lnTo>
                  <a:pt x="1853" y="612"/>
                </a:lnTo>
                <a:lnTo>
                  <a:pt x="1853" y="613"/>
                </a:lnTo>
                <a:lnTo>
                  <a:pt x="1853" y="614"/>
                </a:lnTo>
                <a:lnTo>
                  <a:pt x="1855" y="616"/>
                </a:lnTo>
                <a:lnTo>
                  <a:pt x="1855" y="617"/>
                </a:lnTo>
                <a:lnTo>
                  <a:pt x="1855" y="619"/>
                </a:lnTo>
                <a:lnTo>
                  <a:pt x="1855" y="620"/>
                </a:lnTo>
                <a:lnTo>
                  <a:pt x="1855" y="621"/>
                </a:lnTo>
                <a:lnTo>
                  <a:pt x="1856" y="622"/>
                </a:lnTo>
                <a:lnTo>
                  <a:pt x="1856" y="623"/>
                </a:lnTo>
                <a:lnTo>
                  <a:pt x="1856" y="624"/>
                </a:lnTo>
                <a:lnTo>
                  <a:pt x="1855" y="624"/>
                </a:lnTo>
                <a:lnTo>
                  <a:pt x="1855" y="625"/>
                </a:lnTo>
                <a:lnTo>
                  <a:pt x="1855" y="626"/>
                </a:lnTo>
                <a:lnTo>
                  <a:pt x="1855" y="627"/>
                </a:lnTo>
                <a:lnTo>
                  <a:pt x="1856" y="627"/>
                </a:lnTo>
                <a:lnTo>
                  <a:pt x="1855" y="628"/>
                </a:lnTo>
                <a:lnTo>
                  <a:pt x="1855" y="629"/>
                </a:lnTo>
                <a:lnTo>
                  <a:pt x="1856" y="630"/>
                </a:lnTo>
                <a:lnTo>
                  <a:pt x="1856" y="631"/>
                </a:lnTo>
                <a:lnTo>
                  <a:pt x="1856" y="632"/>
                </a:lnTo>
                <a:lnTo>
                  <a:pt x="1856" y="633"/>
                </a:lnTo>
                <a:lnTo>
                  <a:pt x="1856" y="634"/>
                </a:lnTo>
                <a:lnTo>
                  <a:pt x="1857" y="634"/>
                </a:lnTo>
                <a:lnTo>
                  <a:pt x="1857" y="635"/>
                </a:lnTo>
                <a:lnTo>
                  <a:pt x="1856" y="636"/>
                </a:lnTo>
                <a:lnTo>
                  <a:pt x="1855" y="636"/>
                </a:lnTo>
                <a:lnTo>
                  <a:pt x="1855" y="637"/>
                </a:lnTo>
                <a:lnTo>
                  <a:pt x="1855" y="639"/>
                </a:lnTo>
                <a:lnTo>
                  <a:pt x="1856" y="640"/>
                </a:lnTo>
                <a:lnTo>
                  <a:pt x="1857" y="641"/>
                </a:lnTo>
                <a:lnTo>
                  <a:pt x="1857" y="642"/>
                </a:lnTo>
                <a:lnTo>
                  <a:pt x="1857" y="643"/>
                </a:lnTo>
                <a:lnTo>
                  <a:pt x="1856" y="644"/>
                </a:lnTo>
                <a:lnTo>
                  <a:pt x="1856" y="645"/>
                </a:lnTo>
                <a:lnTo>
                  <a:pt x="1857" y="645"/>
                </a:lnTo>
                <a:lnTo>
                  <a:pt x="1857" y="646"/>
                </a:lnTo>
                <a:lnTo>
                  <a:pt x="1857" y="647"/>
                </a:lnTo>
                <a:lnTo>
                  <a:pt x="1858" y="648"/>
                </a:lnTo>
                <a:lnTo>
                  <a:pt x="1859" y="648"/>
                </a:lnTo>
                <a:lnTo>
                  <a:pt x="1859" y="649"/>
                </a:lnTo>
                <a:lnTo>
                  <a:pt x="1859" y="650"/>
                </a:lnTo>
                <a:lnTo>
                  <a:pt x="1859" y="651"/>
                </a:lnTo>
                <a:lnTo>
                  <a:pt x="1860" y="652"/>
                </a:lnTo>
                <a:lnTo>
                  <a:pt x="1861" y="653"/>
                </a:lnTo>
                <a:lnTo>
                  <a:pt x="1861" y="654"/>
                </a:lnTo>
                <a:lnTo>
                  <a:pt x="1862" y="654"/>
                </a:lnTo>
                <a:lnTo>
                  <a:pt x="1862" y="655"/>
                </a:lnTo>
                <a:lnTo>
                  <a:pt x="1862" y="656"/>
                </a:lnTo>
                <a:lnTo>
                  <a:pt x="1861" y="657"/>
                </a:lnTo>
                <a:lnTo>
                  <a:pt x="1861" y="658"/>
                </a:lnTo>
                <a:lnTo>
                  <a:pt x="1862" y="659"/>
                </a:lnTo>
                <a:lnTo>
                  <a:pt x="1862" y="663"/>
                </a:lnTo>
                <a:lnTo>
                  <a:pt x="1863" y="667"/>
                </a:lnTo>
                <a:lnTo>
                  <a:pt x="1863" y="668"/>
                </a:lnTo>
                <a:lnTo>
                  <a:pt x="1863" y="669"/>
                </a:lnTo>
                <a:lnTo>
                  <a:pt x="1863" y="670"/>
                </a:lnTo>
                <a:lnTo>
                  <a:pt x="1864" y="670"/>
                </a:lnTo>
                <a:lnTo>
                  <a:pt x="1864" y="671"/>
                </a:lnTo>
                <a:lnTo>
                  <a:pt x="1863" y="671"/>
                </a:lnTo>
                <a:lnTo>
                  <a:pt x="1863" y="672"/>
                </a:lnTo>
                <a:lnTo>
                  <a:pt x="1863" y="673"/>
                </a:lnTo>
                <a:lnTo>
                  <a:pt x="1863" y="674"/>
                </a:lnTo>
                <a:lnTo>
                  <a:pt x="1862" y="674"/>
                </a:lnTo>
                <a:lnTo>
                  <a:pt x="1862" y="675"/>
                </a:lnTo>
                <a:lnTo>
                  <a:pt x="1861" y="676"/>
                </a:lnTo>
                <a:lnTo>
                  <a:pt x="1861" y="677"/>
                </a:lnTo>
                <a:lnTo>
                  <a:pt x="1861" y="678"/>
                </a:lnTo>
                <a:lnTo>
                  <a:pt x="1860" y="678"/>
                </a:lnTo>
                <a:lnTo>
                  <a:pt x="1860" y="680"/>
                </a:lnTo>
                <a:lnTo>
                  <a:pt x="1860" y="681"/>
                </a:lnTo>
                <a:lnTo>
                  <a:pt x="1859" y="681"/>
                </a:lnTo>
                <a:lnTo>
                  <a:pt x="1859" y="682"/>
                </a:lnTo>
                <a:lnTo>
                  <a:pt x="1859" y="683"/>
                </a:lnTo>
                <a:lnTo>
                  <a:pt x="1860" y="684"/>
                </a:lnTo>
                <a:lnTo>
                  <a:pt x="1859" y="685"/>
                </a:lnTo>
                <a:lnTo>
                  <a:pt x="1859" y="686"/>
                </a:lnTo>
                <a:lnTo>
                  <a:pt x="1859" y="688"/>
                </a:lnTo>
                <a:lnTo>
                  <a:pt x="1859" y="689"/>
                </a:lnTo>
                <a:lnTo>
                  <a:pt x="1858" y="689"/>
                </a:lnTo>
                <a:lnTo>
                  <a:pt x="1858" y="690"/>
                </a:lnTo>
                <a:lnTo>
                  <a:pt x="1858" y="691"/>
                </a:lnTo>
                <a:lnTo>
                  <a:pt x="1858" y="694"/>
                </a:lnTo>
                <a:lnTo>
                  <a:pt x="1858" y="695"/>
                </a:lnTo>
                <a:lnTo>
                  <a:pt x="1858" y="696"/>
                </a:lnTo>
                <a:lnTo>
                  <a:pt x="1857" y="696"/>
                </a:lnTo>
                <a:lnTo>
                  <a:pt x="1857" y="697"/>
                </a:lnTo>
                <a:lnTo>
                  <a:pt x="1857" y="698"/>
                </a:lnTo>
                <a:lnTo>
                  <a:pt x="1858" y="698"/>
                </a:lnTo>
                <a:lnTo>
                  <a:pt x="1858" y="699"/>
                </a:lnTo>
                <a:lnTo>
                  <a:pt x="1858" y="700"/>
                </a:lnTo>
                <a:lnTo>
                  <a:pt x="1859" y="701"/>
                </a:lnTo>
                <a:lnTo>
                  <a:pt x="1859" y="702"/>
                </a:lnTo>
                <a:lnTo>
                  <a:pt x="1859" y="703"/>
                </a:lnTo>
                <a:lnTo>
                  <a:pt x="1860" y="704"/>
                </a:lnTo>
                <a:lnTo>
                  <a:pt x="1861" y="705"/>
                </a:lnTo>
                <a:lnTo>
                  <a:pt x="1861" y="706"/>
                </a:lnTo>
                <a:lnTo>
                  <a:pt x="1862" y="707"/>
                </a:lnTo>
                <a:lnTo>
                  <a:pt x="1863" y="707"/>
                </a:lnTo>
                <a:lnTo>
                  <a:pt x="1863" y="708"/>
                </a:lnTo>
                <a:lnTo>
                  <a:pt x="1863" y="709"/>
                </a:lnTo>
                <a:lnTo>
                  <a:pt x="1862" y="711"/>
                </a:lnTo>
                <a:lnTo>
                  <a:pt x="1862" y="712"/>
                </a:lnTo>
                <a:lnTo>
                  <a:pt x="1863" y="713"/>
                </a:lnTo>
                <a:lnTo>
                  <a:pt x="1863" y="716"/>
                </a:lnTo>
                <a:lnTo>
                  <a:pt x="1863" y="717"/>
                </a:lnTo>
                <a:lnTo>
                  <a:pt x="1863" y="718"/>
                </a:lnTo>
                <a:lnTo>
                  <a:pt x="1863" y="719"/>
                </a:lnTo>
                <a:lnTo>
                  <a:pt x="1864" y="720"/>
                </a:lnTo>
                <a:lnTo>
                  <a:pt x="1863" y="720"/>
                </a:lnTo>
                <a:lnTo>
                  <a:pt x="1863" y="721"/>
                </a:lnTo>
                <a:lnTo>
                  <a:pt x="1864" y="721"/>
                </a:lnTo>
                <a:lnTo>
                  <a:pt x="1864" y="722"/>
                </a:lnTo>
                <a:lnTo>
                  <a:pt x="1863" y="723"/>
                </a:lnTo>
                <a:lnTo>
                  <a:pt x="1864" y="725"/>
                </a:lnTo>
                <a:lnTo>
                  <a:pt x="1864" y="726"/>
                </a:lnTo>
                <a:lnTo>
                  <a:pt x="1864" y="727"/>
                </a:lnTo>
                <a:lnTo>
                  <a:pt x="1864" y="731"/>
                </a:lnTo>
                <a:lnTo>
                  <a:pt x="1864" y="732"/>
                </a:lnTo>
                <a:lnTo>
                  <a:pt x="1865" y="733"/>
                </a:lnTo>
                <a:lnTo>
                  <a:pt x="1864" y="734"/>
                </a:lnTo>
                <a:lnTo>
                  <a:pt x="1864" y="735"/>
                </a:lnTo>
                <a:lnTo>
                  <a:pt x="1865" y="735"/>
                </a:lnTo>
                <a:lnTo>
                  <a:pt x="1866" y="736"/>
                </a:lnTo>
                <a:lnTo>
                  <a:pt x="1866" y="737"/>
                </a:lnTo>
                <a:lnTo>
                  <a:pt x="1866" y="738"/>
                </a:lnTo>
                <a:lnTo>
                  <a:pt x="1867" y="739"/>
                </a:lnTo>
                <a:lnTo>
                  <a:pt x="1867" y="740"/>
                </a:lnTo>
                <a:lnTo>
                  <a:pt x="1868" y="740"/>
                </a:lnTo>
                <a:lnTo>
                  <a:pt x="1868" y="741"/>
                </a:lnTo>
                <a:lnTo>
                  <a:pt x="1868" y="742"/>
                </a:lnTo>
                <a:lnTo>
                  <a:pt x="1868" y="743"/>
                </a:lnTo>
                <a:lnTo>
                  <a:pt x="1866" y="742"/>
                </a:lnTo>
                <a:lnTo>
                  <a:pt x="1865" y="743"/>
                </a:lnTo>
                <a:lnTo>
                  <a:pt x="1865" y="744"/>
                </a:lnTo>
                <a:lnTo>
                  <a:pt x="1862" y="744"/>
                </a:lnTo>
                <a:lnTo>
                  <a:pt x="1861" y="744"/>
                </a:lnTo>
                <a:lnTo>
                  <a:pt x="1860" y="745"/>
                </a:lnTo>
                <a:lnTo>
                  <a:pt x="1859" y="745"/>
                </a:lnTo>
                <a:lnTo>
                  <a:pt x="1857" y="744"/>
                </a:lnTo>
                <a:lnTo>
                  <a:pt x="1856" y="744"/>
                </a:lnTo>
                <a:lnTo>
                  <a:pt x="1856" y="747"/>
                </a:lnTo>
                <a:lnTo>
                  <a:pt x="1855" y="747"/>
                </a:lnTo>
                <a:lnTo>
                  <a:pt x="1855" y="748"/>
                </a:lnTo>
                <a:lnTo>
                  <a:pt x="1854" y="748"/>
                </a:lnTo>
                <a:lnTo>
                  <a:pt x="1855" y="750"/>
                </a:lnTo>
                <a:lnTo>
                  <a:pt x="1855" y="752"/>
                </a:lnTo>
                <a:lnTo>
                  <a:pt x="1856" y="753"/>
                </a:lnTo>
                <a:lnTo>
                  <a:pt x="1857" y="754"/>
                </a:lnTo>
                <a:lnTo>
                  <a:pt x="1858" y="755"/>
                </a:lnTo>
                <a:lnTo>
                  <a:pt x="1858" y="757"/>
                </a:lnTo>
                <a:lnTo>
                  <a:pt x="1859" y="759"/>
                </a:lnTo>
                <a:lnTo>
                  <a:pt x="1859" y="760"/>
                </a:lnTo>
                <a:lnTo>
                  <a:pt x="1859" y="761"/>
                </a:lnTo>
                <a:lnTo>
                  <a:pt x="1859" y="762"/>
                </a:lnTo>
                <a:lnTo>
                  <a:pt x="1858" y="762"/>
                </a:lnTo>
                <a:lnTo>
                  <a:pt x="1857" y="762"/>
                </a:lnTo>
                <a:lnTo>
                  <a:pt x="1855" y="764"/>
                </a:lnTo>
                <a:lnTo>
                  <a:pt x="1854" y="766"/>
                </a:lnTo>
                <a:lnTo>
                  <a:pt x="1853" y="767"/>
                </a:lnTo>
                <a:lnTo>
                  <a:pt x="1852" y="767"/>
                </a:lnTo>
                <a:lnTo>
                  <a:pt x="1851" y="767"/>
                </a:lnTo>
                <a:lnTo>
                  <a:pt x="1851" y="768"/>
                </a:lnTo>
                <a:lnTo>
                  <a:pt x="1851" y="771"/>
                </a:lnTo>
                <a:lnTo>
                  <a:pt x="1851" y="772"/>
                </a:lnTo>
                <a:lnTo>
                  <a:pt x="1851" y="773"/>
                </a:lnTo>
                <a:lnTo>
                  <a:pt x="1851" y="774"/>
                </a:lnTo>
                <a:lnTo>
                  <a:pt x="1850" y="775"/>
                </a:lnTo>
                <a:lnTo>
                  <a:pt x="1851" y="777"/>
                </a:lnTo>
                <a:lnTo>
                  <a:pt x="1854" y="778"/>
                </a:lnTo>
                <a:lnTo>
                  <a:pt x="1855" y="778"/>
                </a:lnTo>
                <a:lnTo>
                  <a:pt x="1855" y="779"/>
                </a:lnTo>
                <a:lnTo>
                  <a:pt x="1856" y="780"/>
                </a:lnTo>
                <a:lnTo>
                  <a:pt x="1855" y="780"/>
                </a:lnTo>
                <a:lnTo>
                  <a:pt x="1855" y="781"/>
                </a:lnTo>
                <a:lnTo>
                  <a:pt x="1855" y="782"/>
                </a:lnTo>
                <a:lnTo>
                  <a:pt x="1855" y="783"/>
                </a:lnTo>
                <a:lnTo>
                  <a:pt x="1853" y="783"/>
                </a:lnTo>
                <a:lnTo>
                  <a:pt x="1852" y="783"/>
                </a:lnTo>
                <a:lnTo>
                  <a:pt x="1851" y="784"/>
                </a:lnTo>
                <a:lnTo>
                  <a:pt x="1851" y="785"/>
                </a:lnTo>
                <a:lnTo>
                  <a:pt x="1850" y="786"/>
                </a:lnTo>
                <a:lnTo>
                  <a:pt x="1849" y="786"/>
                </a:lnTo>
                <a:lnTo>
                  <a:pt x="1848" y="785"/>
                </a:lnTo>
                <a:lnTo>
                  <a:pt x="1847" y="785"/>
                </a:lnTo>
                <a:lnTo>
                  <a:pt x="1846" y="785"/>
                </a:lnTo>
                <a:lnTo>
                  <a:pt x="1845" y="786"/>
                </a:lnTo>
                <a:lnTo>
                  <a:pt x="1843" y="785"/>
                </a:lnTo>
                <a:lnTo>
                  <a:pt x="1842" y="783"/>
                </a:lnTo>
                <a:lnTo>
                  <a:pt x="1843" y="782"/>
                </a:lnTo>
                <a:lnTo>
                  <a:pt x="1843" y="781"/>
                </a:lnTo>
                <a:lnTo>
                  <a:pt x="1842" y="779"/>
                </a:lnTo>
                <a:lnTo>
                  <a:pt x="1842" y="778"/>
                </a:lnTo>
                <a:lnTo>
                  <a:pt x="1842" y="777"/>
                </a:lnTo>
                <a:lnTo>
                  <a:pt x="1841" y="775"/>
                </a:lnTo>
                <a:lnTo>
                  <a:pt x="1841" y="772"/>
                </a:lnTo>
                <a:lnTo>
                  <a:pt x="1841" y="771"/>
                </a:lnTo>
                <a:lnTo>
                  <a:pt x="1840" y="768"/>
                </a:lnTo>
                <a:lnTo>
                  <a:pt x="1839" y="766"/>
                </a:lnTo>
                <a:lnTo>
                  <a:pt x="1838" y="765"/>
                </a:lnTo>
                <a:lnTo>
                  <a:pt x="1837" y="765"/>
                </a:lnTo>
                <a:lnTo>
                  <a:pt x="1836" y="765"/>
                </a:lnTo>
                <a:lnTo>
                  <a:pt x="1835" y="766"/>
                </a:lnTo>
                <a:lnTo>
                  <a:pt x="1834" y="766"/>
                </a:lnTo>
                <a:lnTo>
                  <a:pt x="1833" y="767"/>
                </a:lnTo>
                <a:lnTo>
                  <a:pt x="1832" y="768"/>
                </a:lnTo>
                <a:lnTo>
                  <a:pt x="1832" y="769"/>
                </a:lnTo>
                <a:lnTo>
                  <a:pt x="1831" y="769"/>
                </a:lnTo>
                <a:lnTo>
                  <a:pt x="1830" y="769"/>
                </a:lnTo>
                <a:lnTo>
                  <a:pt x="1830" y="768"/>
                </a:lnTo>
                <a:lnTo>
                  <a:pt x="1827" y="768"/>
                </a:lnTo>
                <a:lnTo>
                  <a:pt x="1826" y="768"/>
                </a:lnTo>
                <a:lnTo>
                  <a:pt x="1825" y="768"/>
                </a:lnTo>
                <a:lnTo>
                  <a:pt x="1825" y="769"/>
                </a:lnTo>
                <a:lnTo>
                  <a:pt x="1826" y="772"/>
                </a:lnTo>
                <a:lnTo>
                  <a:pt x="1827" y="772"/>
                </a:lnTo>
                <a:lnTo>
                  <a:pt x="1827" y="773"/>
                </a:lnTo>
                <a:lnTo>
                  <a:pt x="1826" y="773"/>
                </a:lnTo>
                <a:lnTo>
                  <a:pt x="1826" y="774"/>
                </a:lnTo>
                <a:lnTo>
                  <a:pt x="1826" y="776"/>
                </a:lnTo>
                <a:lnTo>
                  <a:pt x="1826" y="777"/>
                </a:lnTo>
                <a:lnTo>
                  <a:pt x="1827" y="780"/>
                </a:lnTo>
                <a:lnTo>
                  <a:pt x="1828" y="782"/>
                </a:lnTo>
                <a:lnTo>
                  <a:pt x="1827" y="782"/>
                </a:lnTo>
                <a:lnTo>
                  <a:pt x="1827" y="783"/>
                </a:lnTo>
                <a:lnTo>
                  <a:pt x="1827" y="784"/>
                </a:lnTo>
                <a:lnTo>
                  <a:pt x="1827" y="785"/>
                </a:lnTo>
                <a:lnTo>
                  <a:pt x="1827" y="786"/>
                </a:lnTo>
                <a:lnTo>
                  <a:pt x="1828" y="787"/>
                </a:lnTo>
                <a:lnTo>
                  <a:pt x="1829" y="788"/>
                </a:lnTo>
                <a:lnTo>
                  <a:pt x="1829" y="789"/>
                </a:lnTo>
                <a:lnTo>
                  <a:pt x="1829" y="790"/>
                </a:lnTo>
                <a:lnTo>
                  <a:pt x="1829" y="791"/>
                </a:lnTo>
                <a:lnTo>
                  <a:pt x="1829" y="792"/>
                </a:lnTo>
                <a:lnTo>
                  <a:pt x="1829" y="793"/>
                </a:lnTo>
                <a:lnTo>
                  <a:pt x="1829" y="794"/>
                </a:lnTo>
                <a:lnTo>
                  <a:pt x="1828" y="796"/>
                </a:lnTo>
                <a:lnTo>
                  <a:pt x="1827" y="796"/>
                </a:lnTo>
                <a:lnTo>
                  <a:pt x="1826" y="796"/>
                </a:lnTo>
                <a:lnTo>
                  <a:pt x="1825" y="797"/>
                </a:lnTo>
                <a:lnTo>
                  <a:pt x="1825" y="798"/>
                </a:lnTo>
                <a:lnTo>
                  <a:pt x="1823" y="799"/>
                </a:lnTo>
                <a:lnTo>
                  <a:pt x="1822" y="799"/>
                </a:lnTo>
                <a:lnTo>
                  <a:pt x="1821" y="799"/>
                </a:lnTo>
                <a:lnTo>
                  <a:pt x="1822" y="800"/>
                </a:lnTo>
                <a:lnTo>
                  <a:pt x="1822" y="801"/>
                </a:lnTo>
                <a:lnTo>
                  <a:pt x="1823" y="804"/>
                </a:lnTo>
                <a:lnTo>
                  <a:pt x="1824" y="805"/>
                </a:lnTo>
                <a:lnTo>
                  <a:pt x="1823" y="806"/>
                </a:lnTo>
                <a:lnTo>
                  <a:pt x="1824" y="808"/>
                </a:lnTo>
                <a:lnTo>
                  <a:pt x="1824" y="809"/>
                </a:lnTo>
                <a:lnTo>
                  <a:pt x="1825" y="812"/>
                </a:lnTo>
                <a:lnTo>
                  <a:pt x="1825" y="814"/>
                </a:lnTo>
                <a:lnTo>
                  <a:pt x="1824" y="816"/>
                </a:lnTo>
                <a:lnTo>
                  <a:pt x="1824" y="817"/>
                </a:lnTo>
                <a:lnTo>
                  <a:pt x="1825" y="819"/>
                </a:lnTo>
                <a:lnTo>
                  <a:pt x="1826" y="819"/>
                </a:lnTo>
                <a:lnTo>
                  <a:pt x="1829" y="820"/>
                </a:lnTo>
                <a:lnTo>
                  <a:pt x="1829" y="821"/>
                </a:lnTo>
                <a:lnTo>
                  <a:pt x="1830" y="823"/>
                </a:lnTo>
                <a:lnTo>
                  <a:pt x="1830" y="824"/>
                </a:lnTo>
                <a:lnTo>
                  <a:pt x="1831" y="824"/>
                </a:lnTo>
                <a:lnTo>
                  <a:pt x="1831" y="826"/>
                </a:lnTo>
                <a:lnTo>
                  <a:pt x="1832" y="827"/>
                </a:lnTo>
                <a:lnTo>
                  <a:pt x="1832" y="828"/>
                </a:lnTo>
                <a:lnTo>
                  <a:pt x="1833" y="829"/>
                </a:lnTo>
                <a:lnTo>
                  <a:pt x="1833" y="830"/>
                </a:lnTo>
                <a:lnTo>
                  <a:pt x="1834" y="831"/>
                </a:lnTo>
                <a:lnTo>
                  <a:pt x="1834" y="832"/>
                </a:lnTo>
                <a:lnTo>
                  <a:pt x="1835" y="833"/>
                </a:lnTo>
                <a:lnTo>
                  <a:pt x="1836" y="834"/>
                </a:lnTo>
                <a:lnTo>
                  <a:pt x="1835" y="835"/>
                </a:lnTo>
                <a:lnTo>
                  <a:pt x="1835" y="836"/>
                </a:lnTo>
                <a:lnTo>
                  <a:pt x="1834" y="836"/>
                </a:lnTo>
                <a:lnTo>
                  <a:pt x="1833" y="836"/>
                </a:lnTo>
                <a:lnTo>
                  <a:pt x="1832" y="837"/>
                </a:lnTo>
                <a:lnTo>
                  <a:pt x="1832" y="839"/>
                </a:lnTo>
                <a:lnTo>
                  <a:pt x="1832" y="840"/>
                </a:lnTo>
                <a:lnTo>
                  <a:pt x="1832" y="842"/>
                </a:lnTo>
                <a:lnTo>
                  <a:pt x="1832" y="843"/>
                </a:lnTo>
                <a:lnTo>
                  <a:pt x="1832" y="845"/>
                </a:lnTo>
                <a:lnTo>
                  <a:pt x="1830" y="847"/>
                </a:lnTo>
                <a:lnTo>
                  <a:pt x="1829" y="847"/>
                </a:lnTo>
                <a:lnTo>
                  <a:pt x="1828" y="847"/>
                </a:lnTo>
                <a:lnTo>
                  <a:pt x="1826" y="848"/>
                </a:lnTo>
                <a:lnTo>
                  <a:pt x="1826" y="849"/>
                </a:lnTo>
                <a:lnTo>
                  <a:pt x="1825" y="850"/>
                </a:lnTo>
                <a:lnTo>
                  <a:pt x="1825" y="851"/>
                </a:lnTo>
                <a:lnTo>
                  <a:pt x="1824" y="851"/>
                </a:lnTo>
                <a:lnTo>
                  <a:pt x="1823" y="851"/>
                </a:lnTo>
                <a:lnTo>
                  <a:pt x="1822" y="851"/>
                </a:lnTo>
                <a:lnTo>
                  <a:pt x="1820" y="850"/>
                </a:lnTo>
                <a:lnTo>
                  <a:pt x="1818" y="850"/>
                </a:lnTo>
                <a:lnTo>
                  <a:pt x="1816" y="850"/>
                </a:lnTo>
                <a:lnTo>
                  <a:pt x="1815" y="851"/>
                </a:lnTo>
                <a:lnTo>
                  <a:pt x="1815" y="852"/>
                </a:lnTo>
                <a:lnTo>
                  <a:pt x="1814" y="854"/>
                </a:lnTo>
                <a:lnTo>
                  <a:pt x="1813" y="854"/>
                </a:lnTo>
                <a:lnTo>
                  <a:pt x="1812" y="854"/>
                </a:lnTo>
                <a:lnTo>
                  <a:pt x="1811" y="853"/>
                </a:lnTo>
                <a:lnTo>
                  <a:pt x="1810" y="853"/>
                </a:lnTo>
                <a:lnTo>
                  <a:pt x="1809" y="854"/>
                </a:lnTo>
                <a:lnTo>
                  <a:pt x="1809" y="855"/>
                </a:lnTo>
                <a:lnTo>
                  <a:pt x="1808" y="856"/>
                </a:lnTo>
                <a:lnTo>
                  <a:pt x="1807" y="857"/>
                </a:lnTo>
                <a:lnTo>
                  <a:pt x="1806" y="858"/>
                </a:lnTo>
                <a:lnTo>
                  <a:pt x="1804" y="858"/>
                </a:lnTo>
                <a:lnTo>
                  <a:pt x="1803" y="857"/>
                </a:lnTo>
                <a:lnTo>
                  <a:pt x="1803" y="856"/>
                </a:lnTo>
                <a:lnTo>
                  <a:pt x="1803" y="853"/>
                </a:lnTo>
                <a:lnTo>
                  <a:pt x="1803" y="851"/>
                </a:lnTo>
                <a:lnTo>
                  <a:pt x="1802" y="850"/>
                </a:lnTo>
                <a:lnTo>
                  <a:pt x="1801" y="850"/>
                </a:lnTo>
                <a:lnTo>
                  <a:pt x="1801" y="848"/>
                </a:lnTo>
                <a:lnTo>
                  <a:pt x="1802" y="847"/>
                </a:lnTo>
                <a:lnTo>
                  <a:pt x="1802" y="845"/>
                </a:lnTo>
                <a:lnTo>
                  <a:pt x="1802" y="843"/>
                </a:lnTo>
                <a:lnTo>
                  <a:pt x="1801" y="841"/>
                </a:lnTo>
                <a:lnTo>
                  <a:pt x="1800" y="839"/>
                </a:lnTo>
                <a:lnTo>
                  <a:pt x="1797" y="836"/>
                </a:lnTo>
                <a:lnTo>
                  <a:pt x="1797" y="835"/>
                </a:lnTo>
                <a:lnTo>
                  <a:pt x="1797" y="834"/>
                </a:lnTo>
                <a:lnTo>
                  <a:pt x="1797" y="833"/>
                </a:lnTo>
                <a:lnTo>
                  <a:pt x="1796" y="832"/>
                </a:lnTo>
                <a:lnTo>
                  <a:pt x="1795" y="832"/>
                </a:lnTo>
                <a:lnTo>
                  <a:pt x="1795" y="831"/>
                </a:lnTo>
                <a:lnTo>
                  <a:pt x="1795" y="830"/>
                </a:lnTo>
                <a:lnTo>
                  <a:pt x="1795" y="829"/>
                </a:lnTo>
                <a:lnTo>
                  <a:pt x="1794" y="828"/>
                </a:lnTo>
                <a:lnTo>
                  <a:pt x="1793" y="828"/>
                </a:lnTo>
                <a:lnTo>
                  <a:pt x="1793" y="829"/>
                </a:lnTo>
                <a:lnTo>
                  <a:pt x="1792" y="830"/>
                </a:lnTo>
                <a:lnTo>
                  <a:pt x="1791" y="830"/>
                </a:lnTo>
                <a:lnTo>
                  <a:pt x="1790" y="830"/>
                </a:lnTo>
                <a:lnTo>
                  <a:pt x="1789" y="831"/>
                </a:lnTo>
                <a:lnTo>
                  <a:pt x="1788" y="832"/>
                </a:lnTo>
                <a:lnTo>
                  <a:pt x="1787" y="832"/>
                </a:lnTo>
                <a:lnTo>
                  <a:pt x="1786" y="832"/>
                </a:lnTo>
                <a:lnTo>
                  <a:pt x="1786" y="833"/>
                </a:lnTo>
                <a:lnTo>
                  <a:pt x="1786" y="834"/>
                </a:lnTo>
                <a:lnTo>
                  <a:pt x="1787" y="835"/>
                </a:lnTo>
                <a:lnTo>
                  <a:pt x="1788" y="836"/>
                </a:lnTo>
                <a:lnTo>
                  <a:pt x="1789" y="838"/>
                </a:lnTo>
                <a:lnTo>
                  <a:pt x="1789" y="839"/>
                </a:lnTo>
                <a:lnTo>
                  <a:pt x="1790" y="840"/>
                </a:lnTo>
                <a:lnTo>
                  <a:pt x="1791" y="841"/>
                </a:lnTo>
                <a:lnTo>
                  <a:pt x="1792" y="843"/>
                </a:lnTo>
                <a:lnTo>
                  <a:pt x="1792" y="844"/>
                </a:lnTo>
                <a:lnTo>
                  <a:pt x="1791" y="844"/>
                </a:lnTo>
                <a:lnTo>
                  <a:pt x="1789" y="845"/>
                </a:lnTo>
                <a:lnTo>
                  <a:pt x="1788" y="845"/>
                </a:lnTo>
                <a:lnTo>
                  <a:pt x="1787" y="846"/>
                </a:lnTo>
                <a:lnTo>
                  <a:pt x="1786" y="846"/>
                </a:lnTo>
                <a:lnTo>
                  <a:pt x="1784" y="846"/>
                </a:lnTo>
                <a:lnTo>
                  <a:pt x="1783" y="847"/>
                </a:lnTo>
                <a:lnTo>
                  <a:pt x="1783" y="850"/>
                </a:lnTo>
                <a:lnTo>
                  <a:pt x="1783" y="852"/>
                </a:lnTo>
                <a:lnTo>
                  <a:pt x="1782" y="852"/>
                </a:lnTo>
                <a:lnTo>
                  <a:pt x="1781" y="853"/>
                </a:lnTo>
                <a:lnTo>
                  <a:pt x="1780" y="854"/>
                </a:lnTo>
                <a:lnTo>
                  <a:pt x="1780" y="853"/>
                </a:lnTo>
                <a:lnTo>
                  <a:pt x="1779" y="853"/>
                </a:lnTo>
                <a:lnTo>
                  <a:pt x="1778" y="852"/>
                </a:lnTo>
                <a:lnTo>
                  <a:pt x="1777" y="852"/>
                </a:lnTo>
                <a:lnTo>
                  <a:pt x="1777" y="851"/>
                </a:lnTo>
                <a:lnTo>
                  <a:pt x="1776" y="851"/>
                </a:lnTo>
                <a:lnTo>
                  <a:pt x="1776" y="850"/>
                </a:lnTo>
                <a:lnTo>
                  <a:pt x="1776" y="849"/>
                </a:lnTo>
                <a:lnTo>
                  <a:pt x="1775" y="848"/>
                </a:lnTo>
                <a:lnTo>
                  <a:pt x="1774" y="848"/>
                </a:lnTo>
                <a:lnTo>
                  <a:pt x="1773" y="848"/>
                </a:lnTo>
                <a:lnTo>
                  <a:pt x="1773" y="849"/>
                </a:lnTo>
                <a:lnTo>
                  <a:pt x="1772" y="849"/>
                </a:lnTo>
                <a:lnTo>
                  <a:pt x="1772" y="850"/>
                </a:lnTo>
                <a:lnTo>
                  <a:pt x="1771" y="849"/>
                </a:lnTo>
                <a:lnTo>
                  <a:pt x="1770" y="849"/>
                </a:lnTo>
                <a:lnTo>
                  <a:pt x="1769" y="848"/>
                </a:lnTo>
                <a:lnTo>
                  <a:pt x="1769" y="847"/>
                </a:lnTo>
                <a:lnTo>
                  <a:pt x="1769" y="846"/>
                </a:lnTo>
                <a:lnTo>
                  <a:pt x="1769" y="845"/>
                </a:lnTo>
                <a:lnTo>
                  <a:pt x="1770" y="843"/>
                </a:lnTo>
                <a:lnTo>
                  <a:pt x="1769" y="842"/>
                </a:lnTo>
                <a:lnTo>
                  <a:pt x="1769" y="841"/>
                </a:lnTo>
                <a:lnTo>
                  <a:pt x="1768" y="841"/>
                </a:lnTo>
                <a:lnTo>
                  <a:pt x="1768" y="840"/>
                </a:lnTo>
                <a:lnTo>
                  <a:pt x="1767" y="839"/>
                </a:lnTo>
                <a:lnTo>
                  <a:pt x="1766" y="839"/>
                </a:lnTo>
                <a:lnTo>
                  <a:pt x="1765" y="839"/>
                </a:lnTo>
                <a:lnTo>
                  <a:pt x="1764" y="838"/>
                </a:lnTo>
                <a:lnTo>
                  <a:pt x="1764" y="837"/>
                </a:lnTo>
                <a:lnTo>
                  <a:pt x="1765" y="836"/>
                </a:lnTo>
                <a:lnTo>
                  <a:pt x="1764" y="836"/>
                </a:lnTo>
                <a:lnTo>
                  <a:pt x="1763" y="836"/>
                </a:lnTo>
                <a:lnTo>
                  <a:pt x="1763" y="835"/>
                </a:lnTo>
                <a:lnTo>
                  <a:pt x="1762" y="834"/>
                </a:lnTo>
                <a:lnTo>
                  <a:pt x="1761" y="834"/>
                </a:lnTo>
                <a:lnTo>
                  <a:pt x="1761" y="833"/>
                </a:lnTo>
                <a:lnTo>
                  <a:pt x="1760" y="832"/>
                </a:lnTo>
                <a:lnTo>
                  <a:pt x="1759" y="831"/>
                </a:lnTo>
                <a:lnTo>
                  <a:pt x="1757" y="831"/>
                </a:lnTo>
                <a:lnTo>
                  <a:pt x="1756" y="831"/>
                </a:lnTo>
                <a:lnTo>
                  <a:pt x="1756" y="832"/>
                </a:lnTo>
                <a:lnTo>
                  <a:pt x="1755" y="833"/>
                </a:lnTo>
                <a:lnTo>
                  <a:pt x="1754" y="833"/>
                </a:lnTo>
                <a:lnTo>
                  <a:pt x="1754" y="834"/>
                </a:lnTo>
                <a:lnTo>
                  <a:pt x="1754" y="835"/>
                </a:lnTo>
                <a:lnTo>
                  <a:pt x="1753" y="835"/>
                </a:lnTo>
                <a:lnTo>
                  <a:pt x="1752" y="835"/>
                </a:lnTo>
                <a:lnTo>
                  <a:pt x="1751" y="835"/>
                </a:lnTo>
                <a:lnTo>
                  <a:pt x="1750" y="835"/>
                </a:lnTo>
                <a:lnTo>
                  <a:pt x="1749" y="835"/>
                </a:lnTo>
                <a:lnTo>
                  <a:pt x="1749" y="833"/>
                </a:lnTo>
                <a:lnTo>
                  <a:pt x="1749" y="832"/>
                </a:lnTo>
                <a:lnTo>
                  <a:pt x="1748" y="831"/>
                </a:lnTo>
                <a:lnTo>
                  <a:pt x="1747" y="831"/>
                </a:lnTo>
                <a:lnTo>
                  <a:pt x="1747" y="830"/>
                </a:lnTo>
                <a:lnTo>
                  <a:pt x="1746" y="830"/>
                </a:lnTo>
                <a:lnTo>
                  <a:pt x="1745" y="830"/>
                </a:lnTo>
                <a:lnTo>
                  <a:pt x="1745" y="829"/>
                </a:lnTo>
                <a:lnTo>
                  <a:pt x="1745" y="828"/>
                </a:lnTo>
                <a:lnTo>
                  <a:pt x="1744" y="828"/>
                </a:lnTo>
                <a:lnTo>
                  <a:pt x="1744" y="827"/>
                </a:lnTo>
                <a:lnTo>
                  <a:pt x="1745" y="827"/>
                </a:lnTo>
                <a:lnTo>
                  <a:pt x="1745" y="826"/>
                </a:lnTo>
                <a:lnTo>
                  <a:pt x="1744" y="826"/>
                </a:lnTo>
                <a:lnTo>
                  <a:pt x="1744" y="825"/>
                </a:lnTo>
                <a:lnTo>
                  <a:pt x="1744" y="824"/>
                </a:lnTo>
                <a:lnTo>
                  <a:pt x="1744" y="823"/>
                </a:lnTo>
                <a:lnTo>
                  <a:pt x="1744" y="821"/>
                </a:lnTo>
                <a:lnTo>
                  <a:pt x="1743" y="820"/>
                </a:lnTo>
                <a:lnTo>
                  <a:pt x="1743" y="818"/>
                </a:lnTo>
                <a:lnTo>
                  <a:pt x="1742" y="818"/>
                </a:lnTo>
                <a:lnTo>
                  <a:pt x="1741" y="817"/>
                </a:lnTo>
                <a:lnTo>
                  <a:pt x="1740" y="817"/>
                </a:lnTo>
                <a:lnTo>
                  <a:pt x="1740" y="816"/>
                </a:lnTo>
                <a:lnTo>
                  <a:pt x="1739" y="815"/>
                </a:lnTo>
                <a:lnTo>
                  <a:pt x="1738" y="815"/>
                </a:lnTo>
                <a:lnTo>
                  <a:pt x="1738" y="814"/>
                </a:lnTo>
                <a:lnTo>
                  <a:pt x="1737" y="814"/>
                </a:lnTo>
                <a:lnTo>
                  <a:pt x="1735" y="814"/>
                </a:lnTo>
                <a:lnTo>
                  <a:pt x="1735" y="815"/>
                </a:lnTo>
                <a:lnTo>
                  <a:pt x="1734" y="816"/>
                </a:lnTo>
                <a:lnTo>
                  <a:pt x="1733" y="816"/>
                </a:lnTo>
                <a:lnTo>
                  <a:pt x="1732" y="816"/>
                </a:lnTo>
                <a:lnTo>
                  <a:pt x="1732" y="815"/>
                </a:lnTo>
                <a:lnTo>
                  <a:pt x="1732" y="814"/>
                </a:lnTo>
                <a:lnTo>
                  <a:pt x="1731" y="814"/>
                </a:lnTo>
                <a:lnTo>
                  <a:pt x="1731" y="813"/>
                </a:lnTo>
                <a:lnTo>
                  <a:pt x="1730" y="813"/>
                </a:lnTo>
                <a:lnTo>
                  <a:pt x="1729" y="813"/>
                </a:lnTo>
                <a:lnTo>
                  <a:pt x="1729" y="814"/>
                </a:lnTo>
                <a:lnTo>
                  <a:pt x="1728" y="815"/>
                </a:lnTo>
                <a:lnTo>
                  <a:pt x="1727" y="815"/>
                </a:lnTo>
                <a:lnTo>
                  <a:pt x="1726" y="816"/>
                </a:lnTo>
                <a:lnTo>
                  <a:pt x="1725" y="817"/>
                </a:lnTo>
                <a:lnTo>
                  <a:pt x="1724" y="818"/>
                </a:lnTo>
                <a:lnTo>
                  <a:pt x="1723" y="818"/>
                </a:lnTo>
                <a:lnTo>
                  <a:pt x="1723" y="820"/>
                </a:lnTo>
                <a:lnTo>
                  <a:pt x="1724" y="821"/>
                </a:lnTo>
                <a:lnTo>
                  <a:pt x="1724" y="823"/>
                </a:lnTo>
                <a:lnTo>
                  <a:pt x="1725" y="823"/>
                </a:lnTo>
                <a:lnTo>
                  <a:pt x="1724" y="824"/>
                </a:lnTo>
                <a:lnTo>
                  <a:pt x="1723" y="825"/>
                </a:lnTo>
                <a:lnTo>
                  <a:pt x="1723" y="826"/>
                </a:lnTo>
                <a:lnTo>
                  <a:pt x="1723" y="827"/>
                </a:lnTo>
                <a:lnTo>
                  <a:pt x="1723" y="828"/>
                </a:lnTo>
                <a:lnTo>
                  <a:pt x="1722" y="828"/>
                </a:lnTo>
                <a:lnTo>
                  <a:pt x="1722" y="829"/>
                </a:lnTo>
                <a:lnTo>
                  <a:pt x="1721" y="829"/>
                </a:lnTo>
                <a:lnTo>
                  <a:pt x="1721" y="830"/>
                </a:lnTo>
                <a:lnTo>
                  <a:pt x="1722" y="831"/>
                </a:lnTo>
                <a:lnTo>
                  <a:pt x="1722" y="832"/>
                </a:lnTo>
                <a:lnTo>
                  <a:pt x="1722" y="833"/>
                </a:lnTo>
                <a:lnTo>
                  <a:pt x="1722" y="834"/>
                </a:lnTo>
                <a:lnTo>
                  <a:pt x="1723" y="834"/>
                </a:lnTo>
                <a:lnTo>
                  <a:pt x="1724" y="834"/>
                </a:lnTo>
                <a:lnTo>
                  <a:pt x="1724" y="835"/>
                </a:lnTo>
                <a:lnTo>
                  <a:pt x="1725" y="835"/>
                </a:lnTo>
                <a:lnTo>
                  <a:pt x="1724" y="836"/>
                </a:lnTo>
                <a:lnTo>
                  <a:pt x="1723" y="836"/>
                </a:lnTo>
                <a:lnTo>
                  <a:pt x="1722" y="836"/>
                </a:lnTo>
                <a:lnTo>
                  <a:pt x="1721" y="837"/>
                </a:lnTo>
                <a:lnTo>
                  <a:pt x="1720" y="837"/>
                </a:lnTo>
                <a:lnTo>
                  <a:pt x="1720" y="838"/>
                </a:lnTo>
                <a:lnTo>
                  <a:pt x="1720" y="839"/>
                </a:lnTo>
                <a:lnTo>
                  <a:pt x="1721" y="839"/>
                </a:lnTo>
                <a:lnTo>
                  <a:pt x="1721" y="840"/>
                </a:lnTo>
                <a:lnTo>
                  <a:pt x="1720" y="840"/>
                </a:lnTo>
                <a:lnTo>
                  <a:pt x="1720" y="841"/>
                </a:lnTo>
                <a:lnTo>
                  <a:pt x="1719" y="841"/>
                </a:lnTo>
                <a:lnTo>
                  <a:pt x="1718" y="840"/>
                </a:lnTo>
                <a:lnTo>
                  <a:pt x="1717" y="839"/>
                </a:lnTo>
                <a:lnTo>
                  <a:pt x="1716" y="839"/>
                </a:lnTo>
                <a:lnTo>
                  <a:pt x="1715" y="839"/>
                </a:lnTo>
                <a:lnTo>
                  <a:pt x="1714" y="840"/>
                </a:lnTo>
                <a:lnTo>
                  <a:pt x="1714" y="841"/>
                </a:lnTo>
                <a:lnTo>
                  <a:pt x="1715" y="842"/>
                </a:lnTo>
                <a:lnTo>
                  <a:pt x="1715" y="843"/>
                </a:lnTo>
                <a:lnTo>
                  <a:pt x="1714" y="844"/>
                </a:lnTo>
                <a:lnTo>
                  <a:pt x="1712" y="844"/>
                </a:lnTo>
                <a:lnTo>
                  <a:pt x="1711" y="844"/>
                </a:lnTo>
                <a:lnTo>
                  <a:pt x="1710" y="844"/>
                </a:lnTo>
                <a:lnTo>
                  <a:pt x="1709" y="845"/>
                </a:lnTo>
                <a:lnTo>
                  <a:pt x="1709" y="846"/>
                </a:lnTo>
                <a:lnTo>
                  <a:pt x="1709" y="847"/>
                </a:lnTo>
                <a:lnTo>
                  <a:pt x="1710" y="848"/>
                </a:lnTo>
                <a:lnTo>
                  <a:pt x="1710" y="849"/>
                </a:lnTo>
                <a:lnTo>
                  <a:pt x="1710" y="850"/>
                </a:lnTo>
                <a:lnTo>
                  <a:pt x="1710" y="851"/>
                </a:lnTo>
                <a:lnTo>
                  <a:pt x="1710" y="852"/>
                </a:lnTo>
                <a:lnTo>
                  <a:pt x="1710" y="853"/>
                </a:lnTo>
                <a:lnTo>
                  <a:pt x="1709" y="853"/>
                </a:lnTo>
                <a:lnTo>
                  <a:pt x="1708" y="854"/>
                </a:lnTo>
                <a:lnTo>
                  <a:pt x="1707" y="854"/>
                </a:lnTo>
                <a:lnTo>
                  <a:pt x="1708" y="855"/>
                </a:lnTo>
                <a:lnTo>
                  <a:pt x="1709" y="856"/>
                </a:lnTo>
                <a:lnTo>
                  <a:pt x="1709" y="857"/>
                </a:lnTo>
                <a:lnTo>
                  <a:pt x="1708" y="858"/>
                </a:lnTo>
                <a:lnTo>
                  <a:pt x="1707" y="858"/>
                </a:lnTo>
                <a:lnTo>
                  <a:pt x="1706" y="859"/>
                </a:lnTo>
                <a:lnTo>
                  <a:pt x="1706" y="860"/>
                </a:lnTo>
                <a:lnTo>
                  <a:pt x="1705" y="860"/>
                </a:lnTo>
                <a:lnTo>
                  <a:pt x="1705" y="862"/>
                </a:lnTo>
                <a:lnTo>
                  <a:pt x="1706" y="862"/>
                </a:lnTo>
                <a:lnTo>
                  <a:pt x="1706" y="863"/>
                </a:lnTo>
                <a:lnTo>
                  <a:pt x="1707" y="863"/>
                </a:lnTo>
                <a:lnTo>
                  <a:pt x="1708" y="863"/>
                </a:lnTo>
                <a:lnTo>
                  <a:pt x="1709" y="863"/>
                </a:lnTo>
                <a:lnTo>
                  <a:pt x="1710" y="862"/>
                </a:lnTo>
                <a:lnTo>
                  <a:pt x="1711" y="862"/>
                </a:lnTo>
                <a:lnTo>
                  <a:pt x="1712" y="862"/>
                </a:lnTo>
                <a:lnTo>
                  <a:pt x="1712" y="863"/>
                </a:lnTo>
                <a:lnTo>
                  <a:pt x="1711" y="863"/>
                </a:lnTo>
                <a:lnTo>
                  <a:pt x="1711" y="864"/>
                </a:lnTo>
                <a:lnTo>
                  <a:pt x="1711" y="865"/>
                </a:lnTo>
                <a:lnTo>
                  <a:pt x="1712" y="865"/>
                </a:lnTo>
                <a:lnTo>
                  <a:pt x="1713" y="866"/>
                </a:lnTo>
                <a:lnTo>
                  <a:pt x="1714" y="866"/>
                </a:lnTo>
                <a:lnTo>
                  <a:pt x="1715" y="867"/>
                </a:lnTo>
                <a:lnTo>
                  <a:pt x="1714" y="868"/>
                </a:lnTo>
                <a:lnTo>
                  <a:pt x="1714" y="869"/>
                </a:lnTo>
                <a:lnTo>
                  <a:pt x="1713" y="869"/>
                </a:lnTo>
                <a:lnTo>
                  <a:pt x="1713" y="870"/>
                </a:lnTo>
                <a:lnTo>
                  <a:pt x="1712" y="871"/>
                </a:lnTo>
                <a:lnTo>
                  <a:pt x="1712" y="872"/>
                </a:lnTo>
                <a:lnTo>
                  <a:pt x="1712" y="873"/>
                </a:lnTo>
                <a:lnTo>
                  <a:pt x="1712" y="874"/>
                </a:lnTo>
                <a:lnTo>
                  <a:pt x="1711" y="875"/>
                </a:lnTo>
                <a:lnTo>
                  <a:pt x="1711" y="876"/>
                </a:lnTo>
                <a:lnTo>
                  <a:pt x="1712" y="876"/>
                </a:lnTo>
                <a:lnTo>
                  <a:pt x="1712" y="877"/>
                </a:lnTo>
                <a:lnTo>
                  <a:pt x="1713" y="877"/>
                </a:lnTo>
                <a:lnTo>
                  <a:pt x="1712" y="878"/>
                </a:lnTo>
                <a:lnTo>
                  <a:pt x="1711" y="878"/>
                </a:lnTo>
                <a:lnTo>
                  <a:pt x="1712" y="879"/>
                </a:lnTo>
                <a:lnTo>
                  <a:pt x="1712" y="880"/>
                </a:lnTo>
                <a:lnTo>
                  <a:pt x="1713" y="880"/>
                </a:lnTo>
                <a:lnTo>
                  <a:pt x="1712" y="881"/>
                </a:lnTo>
                <a:lnTo>
                  <a:pt x="1711" y="881"/>
                </a:lnTo>
                <a:lnTo>
                  <a:pt x="1711" y="882"/>
                </a:lnTo>
                <a:lnTo>
                  <a:pt x="1710" y="882"/>
                </a:lnTo>
                <a:lnTo>
                  <a:pt x="1710" y="881"/>
                </a:lnTo>
                <a:lnTo>
                  <a:pt x="1709" y="881"/>
                </a:lnTo>
                <a:lnTo>
                  <a:pt x="1708" y="881"/>
                </a:lnTo>
                <a:lnTo>
                  <a:pt x="1707" y="881"/>
                </a:lnTo>
                <a:lnTo>
                  <a:pt x="1707" y="880"/>
                </a:lnTo>
                <a:lnTo>
                  <a:pt x="1707" y="879"/>
                </a:lnTo>
                <a:lnTo>
                  <a:pt x="1706" y="878"/>
                </a:lnTo>
                <a:lnTo>
                  <a:pt x="1706" y="877"/>
                </a:lnTo>
                <a:lnTo>
                  <a:pt x="1705" y="877"/>
                </a:lnTo>
                <a:lnTo>
                  <a:pt x="1705" y="878"/>
                </a:lnTo>
                <a:lnTo>
                  <a:pt x="1704" y="878"/>
                </a:lnTo>
                <a:lnTo>
                  <a:pt x="1703" y="878"/>
                </a:lnTo>
                <a:lnTo>
                  <a:pt x="1702" y="879"/>
                </a:lnTo>
                <a:lnTo>
                  <a:pt x="1701" y="879"/>
                </a:lnTo>
                <a:lnTo>
                  <a:pt x="1700" y="880"/>
                </a:lnTo>
                <a:lnTo>
                  <a:pt x="1699" y="881"/>
                </a:lnTo>
                <a:lnTo>
                  <a:pt x="1699" y="882"/>
                </a:lnTo>
                <a:lnTo>
                  <a:pt x="1698" y="882"/>
                </a:lnTo>
                <a:lnTo>
                  <a:pt x="1698" y="883"/>
                </a:lnTo>
                <a:lnTo>
                  <a:pt x="1697" y="883"/>
                </a:lnTo>
                <a:lnTo>
                  <a:pt x="1696" y="883"/>
                </a:lnTo>
                <a:lnTo>
                  <a:pt x="1696" y="884"/>
                </a:lnTo>
                <a:lnTo>
                  <a:pt x="1696" y="885"/>
                </a:lnTo>
                <a:lnTo>
                  <a:pt x="1695" y="885"/>
                </a:lnTo>
                <a:lnTo>
                  <a:pt x="1695" y="886"/>
                </a:lnTo>
                <a:lnTo>
                  <a:pt x="1694" y="886"/>
                </a:lnTo>
                <a:lnTo>
                  <a:pt x="1693" y="887"/>
                </a:lnTo>
                <a:lnTo>
                  <a:pt x="1693" y="888"/>
                </a:lnTo>
                <a:lnTo>
                  <a:pt x="1692" y="888"/>
                </a:lnTo>
                <a:lnTo>
                  <a:pt x="1691" y="889"/>
                </a:lnTo>
                <a:lnTo>
                  <a:pt x="1690" y="889"/>
                </a:lnTo>
                <a:lnTo>
                  <a:pt x="1690" y="890"/>
                </a:lnTo>
                <a:lnTo>
                  <a:pt x="1689" y="890"/>
                </a:lnTo>
                <a:lnTo>
                  <a:pt x="1688" y="891"/>
                </a:lnTo>
                <a:lnTo>
                  <a:pt x="1687" y="891"/>
                </a:lnTo>
                <a:lnTo>
                  <a:pt x="1687" y="892"/>
                </a:lnTo>
                <a:lnTo>
                  <a:pt x="1687" y="893"/>
                </a:lnTo>
                <a:lnTo>
                  <a:pt x="1687" y="894"/>
                </a:lnTo>
                <a:lnTo>
                  <a:pt x="1687" y="895"/>
                </a:lnTo>
                <a:lnTo>
                  <a:pt x="1686" y="895"/>
                </a:lnTo>
                <a:lnTo>
                  <a:pt x="1686" y="894"/>
                </a:lnTo>
                <a:lnTo>
                  <a:pt x="1686" y="893"/>
                </a:lnTo>
                <a:lnTo>
                  <a:pt x="1685" y="893"/>
                </a:lnTo>
                <a:lnTo>
                  <a:pt x="1685" y="892"/>
                </a:lnTo>
                <a:lnTo>
                  <a:pt x="1685" y="891"/>
                </a:lnTo>
                <a:lnTo>
                  <a:pt x="1684" y="890"/>
                </a:lnTo>
                <a:lnTo>
                  <a:pt x="1684" y="889"/>
                </a:lnTo>
                <a:lnTo>
                  <a:pt x="1683" y="889"/>
                </a:lnTo>
                <a:lnTo>
                  <a:pt x="1682" y="888"/>
                </a:lnTo>
                <a:lnTo>
                  <a:pt x="1682" y="887"/>
                </a:lnTo>
                <a:lnTo>
                  <a:pt x="1681" y="887"/>
                </a:lnTo>
                <a:lnTo>
                  <a:pt x="1681" y="888"/>
                </a:lnTo>
                <a:lnTo>
                  <a:pt x="1680" y="888"/>
                </a:lnTo>
                <a:lnTo>
                  <a:pt x="1679" y="888"/>
                </a:lnTo>
                <a:lnTo>
                  <a:pt x="1678" y="888"/>
                </a:lnTo>
                <a:lnTo>
                  <a:pt x="1677" y="888"/>
                </a:lnTo>
                <a:lnTo>
                  <a:pt x="1677" y="887"/>
                </a:lnTo>
                <a:lnTo>
                  <a:pt x="1676" y="886"/>
                </a:lnTo>
                <a:lnTo>
                  <a:pt x="1676" y="885"/>
                </a:lnTo>
                <a:lnTo>
                  <a:pt x="1676" y="884"/>
                </a:lnTo>
                <a:lnTo>
                  <a:pt x="1675" y="884"/>
                </a:lnTo>
                <a:lnTo>
                  <a:pt x="1675" y="883"/>
                </a:lnTo>
                <a:lnTo>
                  <a:pt x="1674" y="883"/>
                </a:lnTo>
                <a:lnTo>
                  <a:pt x="1673" y="882"/>
                </a:lnTo>
                <a:lnTo>
                  <a:pt x="1672" y="882"/>
                </a:lnTo>
                <a:lnTo>
                  <a:pt x="1672" y="881"/>
                </a:lnTo>
                <a:lnTo>
                  <a:pt x="1671" y="881"/>
                </a:lnTo>
                <a:lnTo>
                  <a:pt x="1670" y="881"/>
                </a:lnTo>
                <a:lnTo>
                  <a:pt x="1669" y="881"/>
                </a:lnTo>
                <a:lnTo>
                  <a:pt x="1668" y="881"/>
                </a:lnTo>
                <a:lnTo>
                  <a:pt x="1667" y="882"/>
                </a:lnTo>
                <a:lnTo>
                  <a:pt x="1666" y="881"/>
                </a:lnTo>
                <a:lnTo>
                  <a:pt x="1666" y="882"/>
                </a:lnTo>
                <a:lnTo>
                  <a:pt x="1665" y="882"/>
                </a:lnTo>
                <a:lnTo>
                  <a:pt x="1665" y="881"/>
                </a:lnTo>
                <a:lnTo>
                  <a:pt x="1664" y="881"/>
                </a:lnTo>
                <a:lnTo>
                  <a:pt x="1663" y="880"/>
                </a:lnTo>
                <a:lnTo>
                  <a:pt x="1662" y="880"/>
                </a:lnTo>
                <a:lnTo>
                  <a:pt x="1661" y="880"/>
                </a:lnTo>
                <a:lnTo>
                  <a:pt x="1661" y="879"/>
                </a:lnTo>
                <a:lnTo>
                  <a:pt x="1660" y="878"/>
                </a:lnTo>
                <a:lnTo>
                  <a:pt x="1660" y="877"/>
                </a:lnTo>
                <a:lnTo>
                  <a:pt x="1660" y="876"/>
                </a:lnTo>
                <a:lnTo>
                  <a:pt x="1659" y="876"/>
                </a:lnTo>
                <a:lnTo>
                  <a:pt x="1658" y="876"/>
                </a:lnTo>
                <a:lnTo>
                  <a:pt x="1657" y="876"/>
                </a:lnTo>
                <a:lnTo>
                  <a:pt x="1656" y="875"/>
                </a:lnTo>
                <a:lnTo>
                  <a:pt x="1655" y="874"/>
                </a:lnTo>
                <a:lnTo>
                  <a:pt x="1654" y="874"/>
                </a:lnTo>
                <a:lnTo>
                  <a:pt x="1653" y="874"/>
                </a:lnTo>
                <a:lnTo>
                  <a:pt x="1652" y="873"/>
                </a:lnTo>
                <a:lnTo>
                  <a:pt x="1651" y="873"/>
                </a:lnTo>
                <a:lnTo>
                  <a:pt x="1651" y="874"/>
                </a:lnTo>
                <a:lnTo>
                  <a:pt x="1650" y="874"/>
                </a:lnTo>
                <a:lnTo>
                  <a:pt x="1649" y="874"/>
                </a:lnTo>
                <a:lnTo>
                  <a:pt x="1649" y="873"/>
                </a:lnTo>
                <a:lnTo>
                  <a:pt x="1648" y="873"/>
                </a:lnTo>
                <a:lnTo>
                  <a:pt x="1648" y="872"/>
                </a:lnTo>
                <a:lnTo>
                  <a:pt x="1647" y="872"/>
                </a:lnTo>
                <a:lnTo>
                  <a:pt x="1647" y="871"/>
                </a:lnTo>
                <a:lnTo>
                  <a:pt x="1646" y="871"/>
                </a:lnTo>
                <a:lnTo>
                  <a:pt x="1646" y="870"/>
                </a:lnTo>
                <a:lnTo>
                  <a:pt x="1645" y="870"/>
                </a:lnTo>
                <a:lnTo>
                  <a:pt x="1645" y="869"/>
                </a:lnTo>
                <a:lnTo>
                  <a:pt x="1645" y="868"/>
                </a:lnTo>
                <a:lnTo>
                  <a:pt x="1645" y="867"/>
                </a:lnTo>
                <a:lnTo>
                  <a:pt x="1644" y="867"/>
                </a:lnTo>
                <a:lnTo>
                  <a:pt x="1644" y="866"/>
                </a:lnTo>
                <a:lnTo>
                  <a:pt x="1643" y="865"/>
                </a:lnTo>
                <a:lnTo>
                  <a:pt x="1642" y="864"/>
                </a:lnTo>
                <a:lnTo>
                  <a:pt x="1641" y="864"/>
                </a:lnTo>
                <a:lnTo>
                  <a:pt x="1640" y="863"/>
                </a:lnTo>
                <a:lnTo>
                  <a:pt x="1640" y="862"/>
                </a:lnTo>
                <a:lnTo>
                  <a:pt x="1639" y="862"/>
                </a:lnTo>
                <a:lnTo>
                  <a:pt x="1638" y="862"/>
                </a:lnTo>
                <a:lnTo>
                  <a:pt x="1637" y="862"/>
                </a:lnTo>
                <a:lnTo>
                  <a:pt x="1637" y="861"/>
                </a:lnTo>
                <a:lnTo>
                  <a:pt x="1636" y="861"/>
                </a:lnTo>
                <a:lnTo>
                  <a:pt x="1635" y="861"/>
                </a:lnTo>
                <a:lnTo>
                  <a:pt x="1634" y="861"/>
                </a:lnTo>
                <a:lnTo>
                  <a:pt x="1633" y="861"/>
                </a:lnTo>
                <a:lnTo>
                  <a:pt x="1633" y="862"/>
                </a:lnTo>
                <a:lnTo>
                  <a:pt x="1632" y="861"/>
                </a:lnTo>
                <a:lnTo>
                  <a:pt x="1632" y="859"/>
                </a:lnTo>
                <a:lnTo>
                  <a:pt x="1631" y="858"/>
                </a:lnTo>
                <a:lnTo>
                  <a:pt x="1631" y="857"/>
                </a:lnTo>
                <a:lnTo>
                  <a:pt x="1631" y="856"/>
                </a:lnTo>
                <a:lnTo>
                  <a:pt x="1630" y="855"/>
                </a:lnTo>
                <a:lnTo>
                  <a:pt x="1629" y="853"/>
                </a:lnTo>
                <a:lnTo>
                  <a:pt x="1628" y="853"/>
                </a:lnTo>
                <a:lnTo>
                  <a:pt x="1627" y="852"/>
                </a:lnTo>
                <a:lnTo>
                  <a:pt x="1626" y="852"/>
                </a:lnTo>
                <a:lnTo>
                  <a:pt x="1625" y="852"/>
                </a:lnTo>
                <a:lnTo>
                  <a:pt x="1625" y="853"/>
                </a:lnTo>
                <a:lnTo>
                  <a:pt x="1624" y="853"/>
                </a:lnTo>
                <a:lnTo>
                  <a:pt x="1623" y="853"/>
                </a:lnTo>
                <a:lnTo>
                  <a:pt x="1623" y="854"/>
                </a:lnTo>
                <a:lnTo>
                  <a:pt x="1624" y="855"/>
                </a:lnTo>
                <a:lnTo>
                  <a:pt x="1624" y="856"/>
                </a:lnTo>
                <a:lnTo>
                  <a:pt x="1623" y="856"/>
                </a:lnTo>
                <a:lnTo>
                  <a:pt x="1622" y="856"/>
                </a:lnTo>
                <a:lnTo>
                  <a:pt x="1621" y="856"/>
                </a:lnTo>
                <a:lnTo>
                  <a:pt x="1620" y="856"/>
                </a:lnTo>
                <a:lnTo>
                  <a:pt x="1619" y="856"/>
                </a:lnTo>
                <a:lnTo>
                  <a:pt x="1619" y="855"/>
                </a:lnTo>
                <a:lnTo>
                  <a:pt x="1618" y="855"/>
                </a:lnTo>
                <a:lnTo>
                  <a:pt x="1617" y="855"/>
                </a:lnTo>
                <a:lnTo>
                  <a:pt x="1616" y="855"/>
                </a:lnTo>
                <a:lnTo>
                  <a:pt x="1615" y="854"/>
                </a:lnTo>
                <a:lnTo>
                  <a:pt x="1614" y="854"/>
                </a:lnTo>
                <a:lnTo>
                  <a:pt x="1614" y="853"/>
                </a:lnTo>
                <a:lnTo>
                  <a:pt x="1614" y="852"/>
                </a:lnTo>
                <a:lnTo>
                  <a:pt x="1613" y="851"/>
                </a:lnTo>
                <a:lnTo>
                  <a:pt x="1613" y="850"/>
                </a:lnTo>
                <a:lnTo>
                  <a:pt x="1613" y="847"/>
                </a:lnTo>
                <a:lnTo>
                  <a:pt x="1613" y="846"/>
                </a:lnTo>
                <a:lnTo>
                  <a:pt x="1612" y="845"/>
                </a:lnTo>
                <a:lnTo>
                  <a:pt x="1610" y="845"/>
                </a:lnTo>
                <a:lnTo>
                  <a:pt x="1608" y="845"/>
                </a:lnTo>
                <a:lnTo>
                  <a:pt x="1607" y="846"/>
                </a:lnTo>
                <a:lnTo>
                  <a:pt x="1606" y="846"/>
                </a:lnTo>
                <a:lnTo>
                  <a:pt x="1605" y="846"/>
                </a:lnTo>
                <a:lnTo>
                  <a:pt x="1603" y="847"/>
                </a:lnTo>
                <a:lnTo>
                  <a:pt x="1602" y="847"/>
                </a:lnTo>
                <a:lnTo>
                  <a:pt x="1600" y="847"/>
                </a:lnTo>
                <a:lnTo>
                  <a:pt x="1598" y="847"/>
                </a:lnTo>
                <a:lnTo>
                  <a:pt x="1597" y="847"/>
                </a:lnTo>
                <a:lnTo>
                  <a:pt x="1596" y="847"/>
                </a:lnTo>
                <a:lnTo>
                  <a:pt x="1595" y="847"/>
                </a:lnTo>
                <a:lnTo>
                  <a:pt x="1595" y="848"/>
                </a:lnTo>
                <a:lnTo>
                  <a:pt x="1594" y="848"/>
                </a:lnTo>
                <a:lnTo>
                  <a:pt x="1593" y="849"/>
                </a:lnTo>
                <a:lnTo>
                  <a:pt x="1591" y="849"/>
                </a:lnTo>
                <a:lnTo>
                  <a:pt x="1589" y="849"/>
                </a:lnTo>
                <a:lnTo>
                  <a:pt x="1588" y="848"/>
                </a:lnTo>
                <a:lnTo>
                  <a:pt x="1587" y="849"/>
                </a:lnTo>
                <a:lnTo>
                  <a:pt x="1586" y="848"/>
                </a:lnTo>
                <a:lnTo>
                  <a:pt x="1585" y="847"/>
                </a:lnTo>
                <a:lnTo>
                  <a:pt x="1584" y="847"/>
                </a:lnTo>
                <a:lnTo>
                  <a:pt x="1584" y="846"/>
                </a:lnTo>
                <a:lnTo>
                  <a:pt x="1583" y="845"/>
                </a:lnTo>
                <a:lnTo>
                  <a:pt x="1582" y="844"/>
                </a:lnTo>
                <a:lnTo>
                  <a:pt x="1581" y="844"/>
                </a:lnTo>
                <a:lnTo>
                  <a:pt x="1580" y="844"/>
                </a:lnTo>
                <a:lnTo>
                  <a:pt x="1579" y="844"/>
                </a:lnTo>
                <a:lnTo>
                  <a:pt x="1579" y="843"/>
                </a:lnTo>
                <a:lnTo>
                  <a:pt x="1579" y="842"/>
                </a:lnTo>
                <a:lnTo>
                  <a:pt x="1579" y="840"/>
                </a:lnTo>
                <a:lnTo>
                  <a:pt x="1578" y="840"/>
                </a:lnTo>
                <a:lnTo>
                  <a:pt x="1577" y="839"/>
                </a:lnTo>
                <a:lnTo>
                  <a:pt x="1576" y="838"/>
                </a:lnTo>
                <a:lnTo>
                  <a:pt x="1575" y="839"/>
                </a:lnTo>
                <a:lnTo>
                  <a:pt x="1574" y="839"/>
                </a:lnTo>
                <a:lnTo>
                  <a:pt x="1573" y="839"/>
                </a:lnTo>
                <a:lnTo>
                  <a:pt x="1572" y="839"/>
                </a:lnTo>
                <a:lnTo>
                  <a:pt x="1571" y="839"/>
                </a:lnTo>
                <a:lnTo>
                  <a:pt x="1570" y="840"/>
                </a:lnTo>
                <a:lnTo>
                  <a:pt x="1569" y="841"/>
                </a:lnTo>
                <a:lnTo>
                  <a:pt x="1568" y="841"/>
                </a:lnTo>
                <a:lnTo>
                  <a:pt x="1567" y="841"/>
                </a:lnTo>
                <a:lnTo>
                  <a:pt x="1567" y="840"/>
                </a:lnTo>
                <a:lnTo>
                  <a:pt x="1566" y="840"/>
                </a:lnTo>
                <a:lnTo>
                  <a:pt x="1565" y="840"/>
                </a:lnTo>
                <a:lnTo>
                  <a:pt x="1565" y="841"/>
                </a:lnTo>
                <a:lnTo>
                  <a:pt x="1565" y="840"/>
                </a:lnTo>
                <a:lnTo>
                  <a:pt x="1564" y="840"/>
                </a:lnTo>
                <a:lnTo>
                  <a:pt x="1563" y="841"/>
                </a:lnTo>
                <a:lnTo>
                  <a:pt x="1562" y="841"/>
                </a:lnTo>
                <a:lnTo>
                  <a:pt x="1561" y="842"/>
                </a:lnTo>
                <a:lnTo>
                  <a:pt x="1560" y="842"/>
                </a:lnTo>
                <a:lnTo>
                  <a:pt x="1559" y="842"/>
                </a:lnTo>
                <a:lnTo>
                  <a:pt x="1558" y="842"/>
                </a:lnTo>
                <a:lnTo>
                  <a:pt x="1557" y="843"/>
                </a:lnTo>
                <a:lnTo>
                  <a:pt x="1556" y="843"/>
                </a:lnTo>
                <a:lnTo>
                  <a:pt x="1556" y="844"/>
                </a:lnTo>
                <a:lnTo>
                  <a:pt x="1555" y="844"/>
                </a:lnTo>
                <a:lnTo>
                  <a:pt x="1554" y="845"/>
                </a:lnTo>
                <a:lnTo>
                  <a:pt x="1553" y="846"/>
                </a:lnTo>
                <a:lnTo>
                  <a:pt x="1552" y="846"/>
                </a:lnTo>
                <a:lnTo>
                  <a:pt x="1551" y="847"/>
                </a:lnTo>
                <a:lnTo>
                  <a:pt x="1550" y="847"/>
                </a:lnTo>
                <a:lnTo>
                  <a:pt x="1550" y="848"/>
                </a:lnTo>
                <a:lnTo>
                  <a:pt x="1549" y="848"/>
                </a:lnTo>
                <a:lnTo>
                  <a:pt x="1548" y="848"/>
                </a:lnTo>
                <a:lnTo>
                  <a:pt x="1547" y="849"/>
                </a:lnTo>
                <a:lnTo>
                  <a:pt x="1546" y="850"/>
                </a:lnTo>
                <a:lnTo>
                  <a:pt x="1545" y="850"/>
                </a:lnTo>
                <a:lnTo>
                  <a:pt x="1544" y="850"/>
                </a:lnTo>
                <a:lnTo>
                  <a:pt x="1543" y="850"/>
                </a:lnTo>
                <a:lnTo>
                  <a:pt x="1543" y="851"/>
                </a:lnTo>
                <a:lnTo>
                  <a:pt x="1542" y="851"/>
                </a:lnTo>
                <a:lnTo>
                  <a:pt x="1541" y="851"/>
                </a:lnTo>
                <a:lnTo>
                  <a:pt x="1540" y="851"/>
                </a:lnTo>
                <a:lnTo>
                  <a:pt x="1539" y="852"/>
                </a:lnTo>
                <a:lnTo>
                  <a:pt x="1538" y="852"/>
                </a:lnTo>
                <a:lnTo>
                  <a:pt x="1537" y="852"/>
                </a:lnTo>
                <a:lnTo>
                  <a:pt x="1536" y="852"/>
                </a:lnTo>
                <a:lnTo>
                  <a:pt x="1535" y="853"/>
                </a:lnTo>
                <a:lnTo>
                  <a:pt x="1534" y="853"/>
                </a:lnTo>
                <a:lnTo>
                  <a:pt x="1533" y="855"/>
                </a:lnTo>
                <a:lnTo>
                  <a:pt x="1532" y="855"/>
                </a:lnTo>
                <a:lnTo>
                  <a:pt x="1531" y="856"/>
                </a:lnTo>
                <a:lnTo>
                  <a:pt x="1531" y="857"/>
                </a:lnTo>
                <a:lnTo>
                  <a:pt x="1531" y="858"/>
                </a:lnTo>
                <a:lnTo>
                  <a:pt x="1531" y="859"/>
                </a:lnTo>
                <a:lnTo>
                  <a:pt x="1530" y="859"/>
                </a:lnTo>
                <a:lnTo>
                  <a:pt x="1530" y="860"/>
                </a:lnTo>
                <a:lnTo>
                  <a:pt x="1530" y="861"/>
                </a:lnTo>
                <a:lnTo>
                  <a:pt x="1530" y="862"/>
                </a:lnTo>
                <a:lnTo>
                  <a:pt x="1529" y="862"/>
                </a:lnTo>
                <a:lnTo>
                  <a:pt x="1529" y="863"/>
                </a:lnTo>
                <a:lnTo>
                  <a:pt x="1530" y="863"/>
                </a:lnTo>
                <a:lnTo>
                  <a:pt x="1529" y="864"/>
                </a:lnTo>
                <a:lnTo>
                  <a:pt x="1529" y="865"/>
                </a:lnTo>
                <a:lnTo>
                  <a:pt x="1528" y="866"/>
                </a:lnTo>
                <a:lnTo>
                  <a:pt x="1527" y="866"/>
                </a:lnTo>
                <a:lnTo>
                  <a:pt x="1527" y="867"/>
                </a:lnTo>
                <a:lnTo>
                  <a:pt x="1526" y="867"/>
                </a:lnTo>
                <a:lnTo>
                  <a:pt x="1525" y="868"/>
                </a:lnTo>
                <a:lnTo>
                  <a:pt x="1525" y="869"/>
                </a:lnTo>
                <a:lnTo>
                  <a:pt x="1524" y="869"/>
                </a:lnTo>
                <a:lnTo>
                  <a:pt x="1524" y="870"/>
                </a:lnTo>
                <a:lnTo>
                  <a:pt x="1523" y="870"/>
                </a:lnTo>
                <a:lnTo>
                  <a:pt x="1523" y="871"/>
                </a:lnTo>
                <a:lnTo>
                  <a:pt x="1523" y="872"/>
                </a:lnTo>
                <a:lnTo>
                  <a:pt x="1522" y="872"/>
                </a:lnTo>
                <a:lnTo>
                  <a:pt x="1522" y="873"/>
                </a:lnTo>
                <a:lnTo>
                  <a:pt x="1522" y="874"/>
                </a:lnTo>
                <a:lnTo>
                  <a:pt x="1521" y="874"/>
                </a:lnTo>
                <a:lnTo>
                  <a:pt x="1521" y="875"/>
                </a:lnTo>
                <a:lnTo>
                  <a:pt x="1520" y="876"/>
                </a:lnTo>
                <a:lnTo>
                  <a:pt x="1519" y="877"/>
                </a:lnTo>
                <a:lnTo>
                  <a:pt x="1518" y="878"/>
                </a:lnTo>
                <a:lnTo>
                  <a:pt x="1517" y="878"/>
                </a:lnTo>
                <a:lnTo>
                  <a:pt x="1516" y="878"/>
                </a:lnTo>
                <a:lnTo>
                  <a:pt x="1516" y="879"/>
                </a:lnTo>
                <a:lnTo>
                  <a:pt x="1515" y="879"/>
                </a:lnTo>
                <a:lnTo>
                  <a:pt x="1514" y="879"/>
                </a:lnTo>
                <a:lnTo>
                  <a:pt x="1513" y="880"/>
                </a:lnTo>
                <a:lnTo>
                  <a:pt x="1512" y="880"/>
                </a:lnTo>
                <a:lnTo>
                  <a:pt x="1511" y="881"/>
                </a:lnTo>
                <a:lnTo>
                  <a:pt x="1510" y="881"/>
                </a:lnTo>
                <a:lnTo>
                  <a:pt x="1508" y="882"/>
                </a:lnTo>
                <a:lnTo>
                  <a:pt x="1507" y="883"/>
                </a:lnTo>
                <a:lnTo>
                  <a:pt x="1506" y="883"/>
                </a:lnTo>
                <a:lnTo>
                  <a:pt x="1506" y="884"/>
                </a:lnTo>
                <a:lnTo>
                  <a:pt x="1505" y="884"/>
                </a:lnTo>
                <a:lnTo>
                  <a:pt x="1503" y="885"/>
                </a:lnTo>
                <a:lnTo>
                  <a:pt x="1502" y="885"/>
                </a:lnTo>
                <a:lnTo>
                  <a:pt x="1502" y="886"/>
                </a:lnTo>
                <a:lnTo>
                  <a:pt x="1501" y="886"/>
                </a:lnTo>
                <a:lnTo>
                  <a:pt x="1500" y="886"/>
                </a:lnTo>
                <a:lnTo>
                  <a:pt x="1499" y="886"/>
                </a:lnTo>
                <a:lnTo>
                  <a:pt x="1498" y="886"/>
                </a:lnTo>
                <a:lnTo>
                  <a:pt x="1498" y="887"/>
                </a:lnTo>
                <a:lnTo>
                  <a:pt x="1497" y="887"/>
                </a:lnTo>
                <a:lnTo>
                  <a:pt x="1496" y="888"/>
                </a:lnTo>
                <a:lnTo>
                  <a:pt x="1495" y="888"/>
                </a:lnTo>
                <a:lnTo>
                  <a:pt x="1494" y="889"/>
                </a:lnTo>
                <a:lnTo>
                  <a:pt x="1492" y="889"/>
                </a:lnTo>
                <a:lnTo>
                  <a:pt x="1491" y="889"/>
                </a:lnTo>
                <a:lnTo>
                  <a:pt x="1490" y="889"/>
                </a:lnTo>
                <a:lnTo>
                  <a:pt x="1490" y="890"/>
                </a:lnTo>
                <a:lnTo>
                  <a:pt x="1490" y="891"/>
                </a:lnTo>
                <a:lnTo>
                  <a:pt x="1489" y="891"/>
                </a:lnTo>
                <a:lnTo>
                  <a:pt x="1488" y="891"/>
                </a:lnTo>
                <a:lnTo>
                  <a:pt x="1486" y="891"/>
                </a:lnTo>
                <a:lnTo>
                  <a:pt x="1485" y="891"/>
                </a:lnTo>
                <a:lnTo>
                  <a:pt x="1485" y="890"/>
                </a:lnTo>
                <a:lnTo>
                  <a:pt x="1484" y="890"/>
                </a:lnTo>
                <a:lnTo>
                  <a:pt x="1482" y="890"/>
                </a:lnTo>
                <a:lnTo>
                  <a:pt x="1481" y="890"/>
                </a:lnTo>
                <a:lnTo>
                  <a:pt x="1481" y="891"/>
                </a:lnTo>
                <a:lnTo>
                  <a:pt x="1479" y="891"/>
                </a:lnTo>
                <a:lnTo>
                  <a:pt x="1478" y="891"/>
                </a:lnTo>
                <a:lnTo>
                  <a:pt x="1478" y="892"/>
                </a:lnTo>
                <a:lnTo>
                  <a:pt x="1477" y="892"/>
                </a:lnTo>
                <a:lnTo>
                  <a:pt x="1476" y="891"/>
                </a:lnTo>
                <a:lnTo>
                  <a:pt x="1475" y="891"/>
                </a:lnTo>
                <a:lnTo>
                  <a:pt x="1475" y="890"/>
                </a:lnTo>
                <a:lnTo>
                  <a:pt x="1475" y="889"/>
                </a:lnTo>
                <a:lnTo>
                  <a:pt x="1474" y="889"/>
                </a:lnTo>
                <a:lnTo>
                  <a:pt x="1473" y="889"/>
                </a:lnTo>
                <a:lnTo>
                  <a:pt x="1472" y="889"/>
                </a:lnTo>
                <a:lnTo>
                  <a:pt x="1471" y="889"/>
                </a:lnTo>
                <a:lnTo>
                  <a:pt x="1470" y="889"/>
                </a:lnTo>
                <a:lnTo>
                  <a:pt x="1470" y="890"/>
                </a:lnTo>
                <a:lnTo>
                  <a:pt x="1469" y="890"/>
                </a:lnTo>
                <a:lnTo>
                  <a:pt x="1469" y="891"/>
                </a:lnTo>
                <a:lnTo>
                  <a:pt x="1470" y="891"/>
                </a:lnTo>
                <a:lnTo>
                  <a:pt x="1469" y="892"/>
                </a:lnTo>
                <a:lnTo>
                  <a:pt x="1468" y="892"/>
                </a:lnTo>
                <a:lnTo>
                  <a:pt x="1467" y="893"/>
                </a:lnTo>
                <a:lnTo>
                  <a:pt x="1466" y="893"/>
                </a:lnTo>
                <a:lnTo>
                  <a:pt x="1465" y="893"/>
                </a:lnTo>
                <a:lnTo>
                  <a:pt x="1464" y="893"/>
                </a:lnTo>
                <a:lnTo>
                  <a:pt x="1463" y="893"/>
                </a:lnTo>
                <a:lnTo>
                  <a:pt x="1463" y="894"/>
                </a:lnTo>
                <a:lnTo>
                  <a:pt x="1462" y="894"/>
                </a:lnTo>
                <a:lnTo>
                  <a:pt x="1461" y="894"/>
                </a:lnTo>
                <a:lnTo>
                  <a:pt x="1461" y="895"/>
                </a:lnTo>
                <a:lnTo>
                  <a:pt x="1460" y="895"/>
                </a:lnTo>
                <a:lnTo>
                  <a:pt x="1459" y="895"/>
                </a:lnTo>
                <a:lnTo>
                  <a:pt x="1459" y="896"/>
                </a:lnTo>
                <a:lnTo>
                  <a:pt x="1458" y="897"/>
                </a:lnTo>
                <a:lnTo>
                  <a:pt x="1457" y="897"/>
                </a:lnTo>
                <a:lnTo>
                  <a:pt x="1456" y="897"/>
                </a:lnTo>
                <a:lnTo>
                  <a:pt x="1456" y="898"/>
                </a:lnTo>
                <a:lnTo>
                  <a:pt x="1455" y="898"/>
                </a:lnTo>
                <a:lnTo>
                  <a:pt x="1453" y="898"/>
                </a:lnTo>
                <a:lnTo>
                  <a:pt x="1452" y="898"/>
                </a:lnTo>
                <a:lnTo>
                  <a:pt x="1451" y="898"/>
                </a:lnTo>
                <a:lnTo>
                  <a:pt x="1451" y="899"/>
                </a:lnTo>
                <a:lnTo>
                  <a:pt x="1450" y="899"/>
                </a:lnTo>
                <a:lnTo>
                  <a:pt x="1450" y="900"/>
                </a:lnTo>
                <a:lnTo>
                  <a:pt x="1450" y="901"/>
                </a:lnTo>
                <a:lnTo>
                  <a:pt x="1450" y="902"/>
                </a:lnTo>
                <a:lnTo>
                  <a:pt x="1449" y="902"/>
                </a:lnTo>
                <a:lnTo>
                  <a:pt x="1448" y="902"/>
                </a:lnTo>
                <a:lnTo>
                  <a:pt x="1448" y="903"/>
                </a:lnTo>
                <a:lnTo>
                  <a:pt x="1447" y="903"/>
                </a:lnTo>
                <a:lnTo>
                  <a:pt x="1447" y="904"/>
                </a:lnTo>
                <a:lnTo>
                  <a:pt x="1446" y="904"/>
                </a:lnTo>
                <a:lnTo>
                  <a:pt x="1446" y="905"/>
                </a:lnTo>
                <a:lnTo>
                  <a:pt x="1446" y="906"/>
                </a:lnTo>
                <a:lnTo>
                  <a:pt x="1445" y="906"/>
                </a:lnTo>
                <a:lnTo>
                  <a:pt x="1444" y="907"/>
                </a:lnTo>
                <a:lnTo>
                  <a:pt x="1444" y="908"/>
                </a:lnTo>
                <a:lnTo>
                  <a:pt x="1443" y="908"/>
                </a:lnTo>
                <a:lnTo>
                  <a:pt x="1442" y="908"/>
                </a:lnTo>
                <a:lnTo>
                  <a:pt x="1442" y="909"/>
                </a:lnTo>
                <a:lnTo>
                  <a:pt x="1441" y="909"/>
                </a:lnTo>
                <a:lnTo>
                  <a:pt x="1440" y="909"/>
                </a:lnTo>
                <a:lnTo>
                  <a:pt x="1439" y="909"/>
                </a:lnTo>
                <a:lnTo>
                  <a:pt x="1438" y="910"/>
                </a:lnTo>
                <a:lnTo>
                  <a:pt x="1437" y="910"/>
                </a:lnTo>
                <a:lnTo>
                  <a:pt x="1436" y="911"/>
                </a:lnTo>
                <a:lnTo>
                  <a:pt x="1435" y="911"/>
                </a:lnTo>
                <a:lnTo>
                  <a:pt x="1434" y="912"/>
                </a:lnTo>
                <a:lnTo>
                  <a:pt x="1433" y="912"/>
                </a:lnTo>
                <a:lnTo>
                  <a:pt x="1433" y="913"/>
                </a:lnTo>
                <a:lnTo>
                  <a:pt x="1432" y="913"/>
                </a:lnTo>
                <a:lnTo>
                  <a:pt x="1431" y="914"/>
                </a:lnTo>
                <a:lnTo>
                  <a:pt x="1430" y="915"/>
                </a:lnTo>
                <a:lnTo>
                  <a:pt x="1429" y="916"/>
                </a:lnTo>
                <a:lnTo>
                  <a:pt x="1428" y="916"/>
                </a:lnTo>
                <a:lnTo>
                  <a:pt x="1427" y="917"/>
                </a:lnTo>
                <a:lnTo>
                  <a:pt x="1426" y="918"/>
                </a:lnTo>
                <a:lnTo>
                  <a:pt x="1425" y="918"/>
                </a:lnTo>
                <a:lnTo>
                  <a:pt x="1425" y="919"/>
                </a:lnTo>
                <a:lnTo>
                  <a:pt x="1423" y="920"/>
                </a:lnTo>
                <a:lnTo>
                  <a:pt x="1423" y="921"/>
                </a:lnTo>
                <a:lnTo>
                  <a:pt x="1422" y="921"/>
                </a:lnTo>
                <a:lnTo>
                  <a:pt x="1422" y="923"/>
                </a:lnTo>
                <a:lnTo>
                  <a:pt x="1421" y="923"/>
                </a:lnTo>
                <a:lnTo>
                  <a:pt x="1420" y="924"/>
                </a:lnTo>
                <a:lnTo>
                  <a:pt x="1419" y="925"/>
                </a:lnTo>
                <a:lnTo>
                  <a:pt x="1418" y="925"/>
                </a:lnTo>
                <a:lnTo>
                  <a:pt x="1418" y="926"/>
                </a:lnTo>
                <a:lnTo>
                  <a:pt x="1417" y="926"/>
                </a:lnTo>
                <a:lnTo>
                  <a:pt x="1416" y="927"/>
                </a:lnTo>
                <a:lnTo>
                  <a:pt x="1415" y="928"/>
                </a:lnTo>
                <a:lnTo>
                  <a:pt x="1415" y="929"/>
                </a:lnTo>
                <a:lnTo>
                  <a:pt x="1414" y="929"/>
                </a:lnTo>
                <a:lnTo>
                  <a:pt x="1413" y="930"/>
                </a:lnTo>
                <a:lnTo>
                  <a:pt x="1413" y="931"/>
                </a:lnTo>
                <a:lnTo>
                  <a:pt x="1412" y="931"/>
                </a:lnTo>
                <a:lnTo>
                  <a:pt x="1412" y="932"/>
                </a:lnTo>
                <a:lnTo>
                  <a:pt x="1411" y="932"/>
                </a:lnTo>
                <a:lnTo>
                  <a:pt x="1411" y="933"/>
                </a:lnTo>
                <a:lnTo>
                  <a:pt x="1410" y="933"/>
                </a:lnTo>
                <a:lnTo>
                  <a:pt x="1410" y="934"/>
                </a:lnTo>
                <a:lnTo>
                  <a:pt x="1409" y="935"/>
                </a:lnTo>
                <a:lnTo>
                  <a:pt x="1408" y="936"/>
                </a:lnTo>
                <a:lnTo>
                  <a:pt x="1407" y="937"/>
                </a:lnTo>
                <a:lnTo>
                  <a:pt x="1407" y="938"/>
                </a:lnTo>
                <a:lnTo>
                  <a:pt x="1406" y="938"/>
                </a:lnTo>
                <a:lnTo>
                  <a:pt x="1406" y="939"/>
                </a:lnTo>
                <a:lnTo>
                  <a:pt x="1405" y="940"/>
                </a:lnTo>
                <a:lnTo>
                  <a:pt x="1404" y="941"/>
                </a:lnTo>
                <a:lnTo>
                  <a:pt x="1404" y="942"/>
                </a:lnTo>
                <a:lnTo>
                  <a:pt x="1403" y="943"/>
                </a:lnTo>
                <a:lnTo>
                  <a:pt x="1402" y="943"/>
                </a:lnTo>
                <a:lnTo>
                  <a:pt x="1401" y="944"/>
                </a:lnTo>
                <a:lnTo>
                  <a:pt x="1400" y="945"/>
                </a:lnTo>
                <a:lnTo>
                  <a:pt x="1400" y="946"/>
                </a:lnTo>
                <a:lnTo>
                  <a:pt x="1399" y="947"/>
                </a:lnTo>
                <a:lnTo>
                  <a:pt x="1399" y="948"/>
                </a:lnTo>
                <a:lnTo>
                  <a:pt x="1398" y="948"/>
                </a:lnTo>
                <a:lnTo>
                  <a:pt x="1398" y="949"/>
                </a:lnTo>
                <a:lnTo>
                  <a:pt x="1397" y="950"/>
                </a:lnTo>
                <a:lnTo>
                  <a:pt x="1396" y="951"/>
                </a:lnTo>
                <a:lnTo>
                  <a:pt x="1395" y="952"/>
                </a:lnTo>
                <a:lnTo>
                  <a:pt x="1395" y="953"/>
                </a:lnTo>
                <a:lnTo>
                  <a:pt x="1394" y="954"/>
                </a:lnTo>
                <a:lnTo>
                  <a:pt x="1394" y="955"/>
                </a:lnTo>
                <a:lnTo>
                  <a:pt x="1393" y="955"/>
                </a:lnTo>
                <a:lnTo>
                  <a:pt x="1393" y="956"/>
                </a:lnTo>
                <a:lnTo>
                  <a:pt x="1393" y="957"/>
                </a:lnTo>
                <a:lnTo>
                  <a:pt x="1393" y="958"/>
                </a:lnTo>
                <a:lnTo>
                  <a:pt x="1394" y="958"/>
                </a:lnTo>
                <a:lnTo>
                  <a:pt x="1394" y="960"/>
                </a:lnTo>
                <a:lnTo>
                  <a:pt x="1394" y="961"/>
                </a:lnTo>
                <a:lnTo>
                  <a:pt x="1394" y="962"/>
                </a:lnTo>
                <a:lnTo>
                  <a:pt x="1393" y="963"/>
                </a:lnTo>
                <a:lnTo>
                  <a:pt x="1393" y="964"/>
                </a:lnTo>
                <a:lnTo>
                  <a:pt x="1393" y="965"/>
                </a:lnTo>
                <a:lnTo>
                  <a:pt x="1393" y="966"/>
                </a:lnTo>
                <a:lnTo>
                  <a:pt x="1392" y="967"/>
                </a:lnTo>
                <a:lnTo>
                  <a:pt x="1392" y="968"/>
                </a:lnTo>
                <a:lnTo>
                  <a:pt x="1391" y="969"/>
                </a:lnTo>
                <a:lnTo>
                  <a:pt x="1390" y="969"/>
                </a:lnTo>
                <a:lnTo>
                  <a:pt x="1389" y="969"/>
                </a:lnTo>
                <a:lnTo>
                  <a:pt x="1388" y="969"/>
                </a:lnTo>
                <a:lnTo>
                  <a:pt x="1387" y="969"/>
                </a:lnTo>
                <a:lnTo>
                  <a:pt x="1387" y="970"/>
                </a:lnTo>
                <a:lnTo>
                  <a:pt x="1386" y="970"/>
                </a:lnTo>
                <a:lnTo>
                  <a:pt x="1385" y="970"/>
                </a:lnTo>
                <a:lnTo>
                  <a:pt x="1384" y="970"/>
                </a:lnTo>
                <a:lnTo>
                  <a:pt x="1383" y="970"/>
                </a:lnTo>
                <a:lnTo>
                  <a:pt x="1382" y="971"/>
                </a:lnTo>
                <a:lnTo>
                  <a:pt x="1381" y="971"/>
                </a:lnTo>
                <a:lnTo>
                  <a:pt x="1380" y="972"/>
                </a:lnTo>
                <a:lnTo>
                  <a:pt x="1379" y="972"/>
                </a:lnTo>
                <a:lnTo>
                  <a:pt x="1379" y="973"/>
                </a:lnTo>
                <a:lnTo>
                  <a:pt x="1378" y="973"/>
                </a:lnTo>
                <a:lnTo>
                  <a:pt x="1378" y="974"/>
                </a:lnTo>
                <a:lnTo>
                  <a:pt x="1377" y="974"/>
                </a:lnTo>
                <a:lnTo>
                  <a:pt x="1376" y="974"/>
                </a:lnTo>
                <a:lnTo>
                  <a:pt x="1376" y="975"/>
                </a:lnTo>
                <a:lnTo>
                  <a:pt x="1375" y="975"/>
                </a:lnTo>
                <a:lnTo>
                  <a:pt x="1374" y="975"/>
                </a:lnTo>
                <a:lnTo>
                  <a:pt x="1373" y="976"/>
                </a:lnTo>
                <a:lnTo>
                  <a:pt x="1372" y="976"/>
                </a:lnTo>
                <a:lnTo>
                  <a:pt x="1371" y="976"/>
                </a:lnTo>
                <a:lnTo>
                  <a:pt x="1370" y="977"/>
                </a:lnTo>
                <a:lnTo>
                  <a:pt x="1369" y="977"/>
                </a:lnTo>
                <a:lnTo>
                  <a:pt x="1368" y="977"/>
                </a:lnTo>
                <a:lnTo>
                  <a:pt x="1367" y="977"/>
                </a:lnTo>
                <a:lnTo>
                  <a:pt x="1366" y="977"/>
                </a:lnTo>
                <a:lnTo>
                  <a:pt x="1366" y="978"/>
                </a:lnTo>
                <a:lnTo>
                  <a:pt x="1365" y="978"/>
                </a:lnTo>
                <a:lnTo>
                  <a:pt x="1364" y="978"/>
                </a:lnTo>
                <a:lnTo>
                  <a:pt x="1363" y="978"/>
                </a:lnTo>
                <a:lnTo>
                  <a:pt x="1362" y="978"/>
                </a:lnTo>
                <a:lnTo>
                  <a:pt x="1361" y="978"/>
                </a:lnTo>
                <a:lnTo>
                  <a:pt x="1360" y="978"/>
                </a:lnTo>
                <a:lnTo>
                  <a:pt x="1359" y="978"/>
                </a:lnTo>
                <a:lnTo>
                  <a:pt x="1359" y="979"/>
                </a:lnTo>
                <a:lnTo>
                  <a:pt x="1356" y="979"/>
                </a:lnTo>
                <a:lnTo>
                  <a:pt x="1354" y="979"/>
                </a:lnTo>
                <a:lnTo>
                  <a:pt x="1352" y="979"/>
                </a:lnTo>
                <a:lnTo>
                  <a:pt x="1352" y="978"/>
                </a:lnTo>
                <a:lnTo>
                  <a:pt x="1350" y="978"/>
                </a:lnTo>
                <a:lnTo>
                  <a:pt x="1350" y="979"/>
                </a:lnTo>
                <a:lnTo>
                  <a:pt x="1349" y="979"/>
                </a:lnTo>
                <a:lnTo>
                  <a:pt x="1348" y="979"/>
                </a:lnTo>
                <a:lnTo>
                  <a:pt x="1347" y="979"/>
                </a:lnTo>
                <a:lnTo>
                  <a:pt x="1346" y="979"/>
                </a:lnTo>
                <a:lnTo>
                  <a:pt x="1345" y="979"/>
                </a:lnTo>
                <a:lnTo>
                  <a:pt x="1344" y="979"/>
                </a:lnTo>
                <a:lnTo>
                  <a:pt x="1343" y="979"/>
                </a:lnTo>
                <a:lnTo>
                  <a:pt x="1342" y="979"/>
                </a:lnTo>
                <a:lnTo>
                  <a:pt x="1341" y="979"/>
                </a:lnTo>
                <a:lnTo>
                  <a:pt x="1341" y="980"/>
                </a:lnTo>
                <a:lnTo>
                  <a:pt x="1340" y="980"/>
                </a:lnTo>
                <a:lnTo>
                  <a:pt x="1339" y="980"/>
                </a:lnTo>
                <a:lnTo>
                  <a:pt x="1338" y="980"/>
                </a:lnTo>
                <a:lnTo>
                  <a:pt x="1337" y="980"/>
                </a:lnTo>
                <a:lnTo>
                  <a:pt x="1336" y="980"/>
                </a:lnTo>
                <a:lnTo>
                  <a:pt x="1335" y="981"/>
                </a:lnTo>
                <a:lnTo>
                  <a:pt x="1334" y="981"/>
                </a:lnTo>
                <a:lnTo>
                  <a:pt x="1333" y="981"/>
                </a:lnTo>
                <a:lnTo>
                  <a:pt x="1332" y="981"/>
                </a:lnTo>
                <a:lnTo>
                  <a:pt x="1331" y="981"/>
                </a:lnTo>
                <a:lnTo>
                  <a:pt x="1330" y="982"/>
                </a:lnTo>
                <a:lnTo>
                  <a:pt x="1329" y="982"/>
                </a:lnTo>
                <a:lnTo>
                  <a:pt x="1328" y="982"/>
                </a:lnTo>
                <a:lnTo>
                  <a:pt x="1327" y="982"/>
                </a:lnTo>
                <a:lnTo>
                  <a:pt x="1326" y="982"/>
                </a:lnTo>
                <a:lnTo>
                  <a:pt x="1325" y="982"/>
                </a:lnTo>
                <a:lnTo>
                  <a:pt x="1324" y="982"/>
                </a:lnTo>
                <a:lnTo>
                  <a:pt x="1322" y="982"/>
                </a:lnTo>
                <a:lnTo>
                  <a:pt x="1320" y="981"/>
                </a:lnTo>
                <a:lnTo>
                  <a:pt x="1319" y="981"/>
                </a:lnTo>
                <a:lnTo>
                  <a:pt x="1318" y="981"/>
                </a:lnTo>
                <a:lnTo>
                  <a:pt x="1317" y="980"/>
                </a:lnTo>
                <a:lnTo>
                  <a:pt x="1316" y="980"/>
                </a:lnTo>
                <a:lnTo>
                  <a:pt x="1315" y="980"/>
                </a:lnTo>
                <a:lnTo>
                  <a:pt x="1314" y="979"/>
                </a:lnTo>
                <a:lnTo>
                  <a:pt x="1312" y="979"/>
                </a:lnTo>
                <a:lnTo>
                  <a:pt x="1311" y="979"/>
                </a:lnTo>
                <a:lnTo>
                  <a:pt x="1310" y="979"/>
                </a:lnTo>
                <a:lnTo>
                  <a:pt x="1309" y="979"/>
                </a:lnTo>
                <a:lnTo>
                  <a:pt x="1308" y="979"/>
                </a:lnTo>
                <a:lnTo>
                  <a:pt x="1307" y="979"/>
                </a:lnTo>
                <a:lnTo>
                  <a:pt x="1306" y="979"/>
                </a:lnTo>
                <a:lnTo>
                  <a:pt x="1305" y="979"/>
                </a:lnTo>
                <a:lnTo>
                  <a:pt x="1304" y="979"/>
                </a:lnTo>
                <a:lnTo>
                  <a:pt x="1304" y="980"/>
                </a:lnTo>
                <a:lnTo>
                  <a:pt x="1303" y="980"/>
                </a:lnTo>
                <a:lnTo>
                  <a:pt x="1302" y="980"/>
                </a:lnTo>
                <a:lnTo>
                  <a:pt x="1301" y="981"/>
                </a:lnTo>
                <a:lnTo>
                  <a:pt x="1300" y="981"/>
                </a:lnTo>
                <a:lnTo>
                  <a:pt x="1298" y="981"/>
                </a:lnTo>
                <a:lnTo>
                  <a:pt x="1297" y="981"/>
                </a:lnTo>
                <a:lnTo>
                  <a:pt x="1296" y="980"/>
                </a:lnTo>
                <a:lnTo>
                  <a:pt x="1295" y="980"/>
                </a:lnTo>
                <a:lnTo>
                  <a:pt x="1294" y="979"/>
                </a:lnTo>
                <a:lnTo>
                  <a:pt x="1293" y="979"/>
                </a:lnTo>
                <a:lnTo>
                  <a:pt x="1292" y="979"/>
                </a:lnTo>
                <a:lnTo>
                  <a:pt x="1292" y="978"/>
                </a:lnTo>
                <a:lnTo>
                  <a:pt x="1291" y="978"/>
                </a:lnTo>
                <a:lnTo>
                  <a:pt x="1290" y="977"/>
                </a:lnTo>
                <a:lnTo>
                  <a:pt x="1289" y="977"/>
                </a:lnTo>
                <a:lnTo>
                  <a:pt x="1289" y="976"/>
                </a:lnTo>
                <a:lnTo>
                  <a:pt x="1288" y="976"/>
                </a:lnTo>
                <a:lnTo>
                  <a:pt x="1287" y="976"/>
                </a:lnTo>
                <a:lnTo>
                  <a:pt x="1287" y="975"/>
                </a:lnTo>
                <a:lnTo>
                  <a:pt x="1285" y="975"/>
                </a:lnTo>
                <a:lnTo>
                  <a:pt x="1284" y="976"/>
                </a:lnTo>
                <a:lnTo>
                  <a:pt x="1283" y="976"/>
                </a:lnTo>
                <a:lnTo>
                  <a:pt x="1282" y="976"/>
                </a:lnTo>
                <a:lnTo>
                  <a:pt x="1281" y="976"/>
                </a:lnTo>
                <a:lnTo>
                  <a:pt x="1280" y="976"/>
                </a:lnTo>
                <a:lnTo>
                  <a:pt x="1279" y="976"/>
                </a:lnTo>
                <a:lnTo>
                  <a:pt x="1278" y="976"/>
                </a:lnTo>
                <a:lnTo>
                  <a:pt x="1277" y="976"/>
                </a:lnTo>
                <a:lnTo>
                  <a:pt x="1277" y="977"/>
                </a:lnTo>
                <a:lnTo>
                  <a:pt x="1276" y="977"/>
                </a:lnTo>
                <a:lnTo>
                  <a:pt x="1275" y="977"/>
                </a:lnTo>
                <a:lnTo>
                  <a:pt x="1274" y="977"/>
                </a:lnTo>
                <a:lnTo>
                  <a:pt x="1273" y="978"/>
                </a:lnTo>
                <a:lnTo>
                  <a:pt x="1273" y="979"/>
                </a:lnTo>
                <a:lnTo>
                  <a:pt x="1272" y="979"/>
                </a:lnTo>
                <a:lnTo>
                  <a:pt x="1271" y="979"/>
                </a:lnTo>
                <a:lnTo>
                  <a:pt x="1270" y="979"/>
                </a:lnTo>
                <a:lnTo>
                  <a:pt x="1269" y="979"/>
                </a:lnTo>
                <a:lnTo>
                  <a:pt x="1269" y="980"/>
                </a:lnTo>
                <a:lnTo>
                  <a:pt x="1268" y="980"/>
                </a:lnTo>
                <a:lnTo>
                  <a:pt x="1267" y="980"/>
                </a:lnTo>
                <a:lnTo>
                  <a:pt x="1266" y="980"/>
                </a:lnTo>
                <a:lnTo>
                  <a:pt x="1265" y="980"/>
                </a:lnTo>
                <a:lnTo>
                  <a:pt x="1265" y="981"/>
                </a:lnTo>
                <a:lnTo>
                  <a:pt x="1264" y="981"/>
                </a:lnTo>
                <a:lnTo>
                  <a:pt x="1263" y="981"/>
                </a:lnTo>
                <a:lnTo>
                  <a:pt x="1262" y="981"/>
                </a:lnTo>
                <a:lnTo>
                  <a:pt x="1261" y="981"/>
                </a:lnTo>
                <a:lnTo>
                  <a:pt x="1260" y="981"/>
                </a:lnTo>
                <a:lnTo>
                  <a:pt x="1259" y="982"/>
                </a:lnTo>
                <a:lnTo>
                  <a:pt x="1258" y="982"/>
                </a:lnTo>
                <a:lnTo>
                  <a:pt x="1257" y="982"/>
                </a:lnTo>
                <a:lnTo>
                  <a:pt x="1256" y="982"/>
                </a:lnTo>
                <a:lnTo>
                  <a:pt x="1255" y="983"/>
                </a:lnTo>
                <a:lnTo>
                  <a:pt x="1254" y="983"/>
                </a:lnTo>
                <a:lnTo>
                  <a:pt x="1253" y="983"/>
                </a:lnTo>
                <a:lnTo>
                  <a:pt x="1252" y="983"/>
                </a:lnTo>
                <a:lnTo>
                  <a:pt x="1251" y="983"/>
                </a:lnTo>
                <a:lnTo>
                  <a:pt x="1251" y="984"/>
                </a:lnTo>
                <a:lnTo>
                  <a:pt x="1250" y="984"/>
                </a:lnTo>
                <a:lnTo>
                  <a:pt x="1249" y="984"/>
                </a:lnTo>
                <a:lnTo>
                  <a:pt x="1248" y="984"/>
                </a:lnTo>
                <a:lnTo>
                  <a:pt x="1248" y="985"/>
                </a:lnTo>
                <a:lnTo>
                  <a:pt x="1247" y="985"/>
                </a:lnTo>
                <a:lnTo>
                  <a:pt x="1246" y="985"/>
                </a:lnTo>
                <a:lnTo>
                  <a:pt x="1245" y="985"/>
                </a:lnTo>
                <a:lnTo>
                  <a:pt x="1244" y="985"/>
                </a:lnTo>
                <a:lnTo>
                  <a:pt x="1244" y="986"/>
                </a:lnTo>
                <a:lnTo>
                  <a:pt x="1243" y="986"/>
                </a:lnTo>
                <a:lnTo>
                  <a:pt x="1242" y="986"/>
                </a:lnTo>
                <a:lnTo>
                  <a:pt x="1240" y="986"/>
                </a:lnTo>
                <a:lnTo>
                  <a:pt x="1239" y="986"/>
                </a:lnTo>
                <a:lnTo>
                  <a:pt x="1237" y="986"/>
                </a:lnTo>
                <a:lnTo>
                  <a:pt x="1235" y="986"/>
                </a:lnTo>
                <a:lnTo>
                  <a:pt x="1235" y="985"/>
                </a:lnTo>
                <a:lnTo>
                  <a:pt x="1236" y="985"/>
                </a:lnTo>
                <a:lnTo>
                  <a:pt x="1237" y="984"/>
                </a:lnTo>
                <a:lnTo>
                  <a:pt x="1237" y="983"/>
                </a:lnTo>
                <a:lnTo>
                  <a:pt x="1237" y="982"/>
                </a:lnTo>
                <a:lnTo>
                  <a:pt x="1237" y="981"/>
                </a:lnTo>
                <a:lnTo>
                  <a:pt x="1237" y="980"/>
                </a:lnTo>
                <a:lnTo>
                  <a:pt x="1238" y="980"/>
                </a:lnTo>
                <a:lnTo>
                  <a:pt x="1238" y="979"/>
                </a:lnTo>
                <a:lnTo>
                  <a:pt x="1238" y="977"/>
                </a:lnTo>
                <a:lnTo>
                  <a:pt x="1238" y="976"/>
                </a:lnTo>
                <a:lnTo>
                  <a:pt x="1238" y="975"/>
                </a:lnTo>
                <a:lnTo>
                  <a:pt x="1238" y="974"/>
                </a:lnTo>
                <a:lnTo>
                  <a:pt x="1237" y="973"/>
                </a:lnTo>
                <a:lnTo>
                  <a:pt x="1237" y="972"/>
                </a:lnTo>
                <a:lnTo>
                  <a:pt x="1237" y="971"/>
                </a:lnTo>
                <a:lnTo>
                  <a:pt x="1236" y="970"/>
                </a:lnTo>
                <a:lnTo>
                  <a:pt x="1235" y="970"/>
                </a:lnTo>
                <a:lnTo>
                  <a:pt x="1235" y="969"/>
                </a:lnTo>
                <a:lnTo>
                  <a:pt x="1234" y="969"/>
                </a:lnTo>
                <a:lnTo>
                  <a:pt x="1234" y="968"/>
                </a:lnTo>
                <a:lnTo>
                  <a:pt x="1235" y="968"/>
                </a:lnTo>
                <a:lnTo>
                  <a:pt x="1235" y="967"/>
                </a:lnTo>
                <a:lnTo>
                  <a:pt x="1234" y="967"/>
                </a:lnTo>
                <a:lnTo>
                  <a:pt x="1234" y="966"/>
                </a:lnTo>
                <a:lnTo>
                  <a:pt x="1234" y="967"/>
                </a:lnTo>
                <a:lnTo>
                  <a:pt x="1234" y="966"/>
                </a:lnTo>
                <a:lnTo>
                  <a:pt x="1233" y="966"/>
                </a:lnTo>
                <a:lnTo>
                  <a:pt x="1232" y="966"/>
                </a:lnTo>
                <a:lnTo>
                  <a:pt x="1231" y="966"/>
                </a:lnTo>
                <a:lnTo>
                  <a:pt x="1231" y="965"/>
                </a:lnTo>
                <a:lnTo>
                  <a:pt x="1231" y="964"/>
                </a:lnTo>
                <a:lnTo>
                  <a:pt x="1230" y="964"/>
                </a:lnTo>
                <a:lnTo>
                  <a:pt x="1230" y="963"/>
                </a:lnTo>
                <a:lnTo>
                  <a:pt x="1230" y="962"/>
                </a:lnTo>
                <a:lnTo>
                  <a:pt x="1230" y="961"/>
                </a:lnTo>
                <a:lnTo>
                  <a:pt x="1230" y="960"/>
                </a:lnTo>
                <a:lnTo>
                  <a:pt x="1229" y="960"/>
                </a:lnTo>
                <a:lnTo>
                  <a:pt x="1230" y="959"/>
                </a:lnTo>
                <a:lnTo>
                  <a:pt x="1230" y="958"/>
                </a:lnTo>
                <a:lnTo>
                  <a:pt x="1231" y="957"/>
                </a:lnTo>
                <a:lnTo>
                  <a:pt x="1231" y="956"/>
                </a:lnTo>
                <a:lnTo>
                  <a:pt x="1230" y="956"/>
                </a:lnTo>
                <a:lnTo>
                  <a:pt x="1230" y="955"/>
                </a:lnTo>
                <a:lnTo>
                  <a:pt x="1230" y="954"/>
                </a:lnTo>
                <a:lnTo>
                  <a:pt x="1231" y="953"/>
                </a:lnTo>
                <a:lnTo>
                  <a:pt x="1231" y="952"/>
                </a:lnTo>
                <a:lnTo>
                  <a:pt x="1232" y="952"/>
                </a:lnTo>
                <a:lnTo>
                  <a:pt x="1233" y="952"/>
                </a:lnTo>
                <a:lnTo>
                  <a:pt x="1233" y="951"/>
                </a:lnTo>
                <a:lnTo>
                  <a:pt x="1233" y="950"/>
                </a:lnTo>
                <a:lnTo>
                  <a:pt x="1233" y="949"/>
                </a:lnTo>
                <a:lnTo>
                  <a:pt x="1234" y="949"/>
                </a:lnTo>
                <a:lnTo>
                  <a:pt x="1234" y="948"/>
                </a:lnTo>
                <a:lnTo>
                  <a:pt x="1234" y="947"/>
                </a:lnTo>
                <a:lnTo>
                  <a:pt x="1233" y="946"/>
                </a:lnTo>
                <a:lnTo>
                  <a:pt x="1233" y="945"/>
                </a:lnTo>
                <a:lnTo>
                  <a:pt x="1232" y="945"/>
                </a:lnTo>
                <a:lnTo>
                  <a:pt x="1231" y="945"/>
                </a:lnTo>
                <a:lnTo>
                  <a:pt x="1231" y="944"/>
                </a:lnTo>
                <a:lnTo>
                  <a:pt x="1232" y="944"/>
                </a:lnTo>
                <a:lnTo>
                  <a:pt x="1232" y="943"/>
                </a:lnTo>
                <a:lnTo>
                  <a:pt x="1233" y="943"/>
                </a:lnTo>
                <a:lnTo>
                  <a:pt x="1234" y="943"/>
                </a:lnTo>
                <a:lnTo>
                  <a:pt x="1235" y="943"/>
                </a:lnTo>
                <a:lnTo>
                  <a:pt x="1235" y="944"/>
                </a:lnTo>
                <a:lnTo>
                  <a:pt x="1236" y="943"/>
                </a:lnTo>
                <a:lnTo>
                  <a:pt x="1236" y="944"/>
                </a:lnTo>
                <a:lnTo>
                  <a:pt x="1237" y="944"/>
                </a:lnTo>
                <a:lnTo>
                  <a:pt x="1237" y="943"/>
                </a:lnTo>
                <a:lnTo>
                  <a:pt x="1237" y="944"/>
                </a:lnTo>
                <a:lnTo>
                  <a:pt x="1237" y="943"/>
                </a:lnTo>
                <a:lnTo>
                  <a:pt x="1238" y="943"/>
                </a:lnTo>
                <a:lnTo>
                  <a:pt x="1238" y="942"/>
                </a:lnTo>
                <a:lnTo>
                  <a:pt x="1238" y="941"/>
                </a:lnTo>
                <a:lnTo>
                  <a:pt x="1237" y="940"/>
                </a:lnTo>
                <a:lnTo>
                  <a:pt x="1237" y="939"/>
                </a:lnTo>
                <a:lnTo>
                  <a:pt x="1237" y="938"/>
                </a:lnTo>
                <a:lnTo>
                  <a:pt x="1236" y="938"/>
                </a:lnTo>
                <a:lnTo>
                  <a:pt x="1236" y="937"/>
                </a:lnTo>
                <a:lnTo>
                  <a:pt x="1236" y="936"/>
                </a:lnTo>
                <a:lnTo>
                  <a:pt x="1235" y="936"/>
                </a:lnTo>
                <a:lnTo>
                  <a:pt x="1235" y="935"/>
                </a:lnTo>
                <a:lnTo>
                  <a:pt x="1235" y="934"/>
                </a:lnTo>
                <a:lnTo>
                  <a:pt x="1234" y="934"/>
                </a:lnTo>
                <a:lnTo>
                  <a:pt x="1234" y="933"/>
                </a:lnTo>
                <a:lnTo>
                  <a:pt x="1234" y="932"/>
                </a:lnTo>
                <a:lnTo>
                  <a:pt x="1233" y="932"/>
                </a:lnTo>
                <a:lnTo>
                  <a:pt x="1233" y="931"/>
                </a:lnTo>
                <a:lnTo>
                  <a:pt x="1233" y="930"/>
                </a:lnTo>
                <a:lnTo>
                  <a:pt x="1232" y="930"/>
                </a:lnTo>
                <a:lnTo>
                  <a:pt x="1232" y="929"/>
                </a:lnTo>
                <a:lnTo>
                  <a:pt x="1231" y="928"/>
                </a:lnTo>
                <a:lnTo>
                  <a:pt x="1231" y="927"/>
                </a:lnTo>
                <a:lnTo>
                  <a:pt x="1231" y="926"/>
                </a:lnTo>
                <a:lnTo>
                  <a:pt x="1230" y="926"/>
                </a:lnTo>
                <a:lnTo>
                  <a:pt x="1229" y="926"/>
                </a:lnTo>
                <a:lnTo>
                  <a:pt x="1229" y="925"/>
                </a:lnTo>
                <a:lnTo>
                  <a:pt x="1229" y="924"/>
                </a:lnTo>
                <a:lnTo>
                  <a:pt x="1229" y="923"/>
                </a:lnTo>
                <a:lnTo>
                  <a:pt x="1229" y="922"/>
                </a:lnTo>
                <a:lnTo>
                  <a:pt x="1228" y="922"/>
                </a:lnTo>
                <a:lnTo>
                  <a:pt x="1228" y="923"/>
                </a:lnTo>
                <a:lnTo>
                  <a:pt x="1227" y="923"/>
                </a:lnTo>
                <a:lnTo>
                  <a:pt x="1226" y="924"/>
                </a:lnTo>
                <a:lnTo>
                  <a:pt x="1225" y="924"/>
                </a:lnTo>
                <a:lnTo>
                  <a:pt x="1224" y="925"/>
                </a:lnTo>
                <a:lnTo>
                  <a:pt x="1223" y="926"/>
                </a:lnTo>
                <a:lnTo>
                  <a:pt x="1222" y="926"/>
                </a:lnTo>
                <a:lnTo>
                  <a:pt x="1221" y="926"/>
                </a:lnTo>
                <a:lnTo>
                  <a:pt x="1220" y="926"/>
                </a:lnTo>
                <a:lnTo>
                  <a:pt x="1219" y="925"/>
                </a:lnTo>
                <a:lnTo>
                  <a:pt x="1218" y="925"/>
                </a:lnTo>
                <a:lnTo>
                  <a:pt x="1217" y="926"/>
                </a:lnTo>
                <a:lnTo>
                  <a:pt x="1216" y="926"/>
                </a:lnTo>
                <a:lnTo>
                  <a:pt x="1215" y="927"/>
                </a:lnTo>
                <a:lnTo>
                  <a:pt x="1214" y="927"/>
                </a:lnTo>
                <a:lnTo>
                  <a:pt x="1213" y="927"/>
                </a:lnTo>
                <a:lnTo>
                  <a:pt x="1212" y="927"/>
                </a:lnTo>
                <a:lnTo>
                  <a:pt x="1211" y="928"/>
                </a:lnTo>
                <a:lnTo>
                  <a:pt x="1210" y="929"/>
                </a:lnTo>
                <a:lnTo>
                  <a:pt x="1209" y="929"/>
                </a:lnTo>
                <a:lnTo>
                  <a:pt x="1208" y="928"/>
                </a:lnTo>
                <a:lnTo>
                  <a:pt x="1207" y="929"/>
                </a:lnTo>
                <a:lnTo>
                  <a:pt x="1206" y="928"/>
                </a:lnTo>
                <a:lnTo>
                  <a:pt x="1207" y="928"/>
                </a:lnTo>
                <a:lnTo>
                  <a:pt x="1209" y="926"/>
                </a:lnTo>
                <a:lnTo>
                  <a:pt x="1208" y="926"/>
                </a:lnTo>
                <a:lnTo>
                  <a:pt x="1206" y="925"/>
                </a:lnTo>
                <a:lnTo>
                  <a:pt x="1205" y="924"/>
                </a:lnTo>
                <a:lnTo>
                  <a:pt x="1204" y="924"/>
                </a:lnTo>
                <a:lnTo>
                  <a:pt x="1203" y="923"/>
                </a:lnTo>
                <a:lnTo>
                  <a:pt x="1202" y="922"/>
                </a:lnTo>
                <a:lnTo>
                  <a:pt x="1201" y="922"/>
                </a:lnTo>
                <a:lnTo>
                  <a:pt x="1200" y="922"/>
                </a:lnTo>
                <a:lnTo>
                  <a:pt x="1199" y="922"/>
                </a:lnTo>
                <a:lnTo>
                  <a:pt x="1198" y="922"/>
                </a:lnTo>
                <a:lnTo>
                  <a:pt x="1198" y="921"/>
                </a:lnTo>
                <a:lnTo>
                  <a:pt x="1197" y="921"/>
                </a:lnTo>
                <a:lnTo>
                  <a:pt x="1196" y="920"/>
                </a:lnTo>
                <a:lnTo>
                  <a:pt x="1196" y="919"/>
                </a:lnTo>
                <a:lnTo>
                  <a:pt x="1195" y="919"/>
                </a:lnTo>
                <a:lnTo>
                  <a:pt x="1194" y="919"/>
                </a:lnTo>
                <a:lnTo>
                  <a:pt x="1193" y="918"/>
                </a:lnTo>
                <a:lnTo>
                  <a:pt x="1193" y="917"/>
                </a:lnTo>
                <a:lnTo>
                  <a:pt x="1192" y="917"/>
                </a:lnTo>
                <a:lnTo>
                  <a:pt x="1192" y="916"/>
                </a:lnTo>
                <a:lnTo>
                  <a:pt x="1191" y="916"/>
                </a:lnTo>
                <a:lnTo>
                  <a:pt x="1190" y="915"/>
                </a:lnTo>
                <a:lnTo>
                  <a:pt x="1190" y="914"/>
                </a:lnTo>
                <a:lnTo>
                  <a:pt x="1190" y="913"/>
                </a:lnTo>
                <a:lnTo>
                  <a:pt x="1189" y="913"/>
                </a:lnTo>
                <a:lnTo>
                  <a:pt x="1189" y="912"/>
                </a:lnTo>
                <a:lnTo>
                  <a:pt x="1188" y="912"/>
                </a:lnTo>
                <a:lnTo>
                  <a:pt x="1188" y="911"/>
                </a:lnTo>
                <a:lnTo>
                  <a:pt x="1189" y="910"/>
                </a:lnTo>
                <a:lnTo>
                  <a:pt x="1190" y="909"/>
                </a:lnTo>
                <a:lnTo>
                  <a:pt x="1189" y="908"/>
                </a:lnTo>
                <a:lnTo>
                  <a:pt x="1188" y="908"/>
                </a:lnTo>
                <a:lnTo>
                  <a:pt x="1188" y="907"/>
                </a:lnTo>
                <a:lnTo>
                  <a:pt x="1188" y="906"/>
                </a:lnTo>
                <a:lnTo>
                  <a:pt x="1188" y="905"/>
                </a:lnTo>
                <a:lnTo>
                  <a:pt x="1189" y="905"/>
                </a:lnTo>
                <a:lnTo>
                  <a:pt x="1189" y="904"/>
                </a:lnTo>
                <a:lnTo>
                  <a:pt x="1190" y="903"/>
                </a:lnTo>
                <a:lnTo>
                  <a:pt x="1191" y="903"/>
                </a:lnTo>
                <a:lnTo>
                  <a:pt x="1191" y="902"/>
                </a:lnTo>
                <a:lnTo>
                  <a:pt x="1191" y="901"/>
                </a:lnTo>
                <a:lnTo>
                  <a:pt x="1192" y="901"/>
                </a:lnTo>
                <a:lnTo>
                  <a:pt x="1193" y="901"/>
                </a:lnTo>
                <a:lnTo>
                  <a:pt x="1193" y="900"/>
                </a:lnTo>
                <a:lnTo>
                  <a:pt x="1194" y="899"/>
                </a:lnTo>
                <a:lnTo>
                  <a:pt x="1194" y="898"/>
                </a:lnTo>
                <a:lnTo>
                  <a:pt x="1193" y="898"/>
                </a:lnTo>
                <a:lnTo>
                  <a:pt x="1194" y="898"/>
                </a:lnTo>
                <a:lnTo>
                  <a:pt x="1194" y="897"/>
                </a:lnTo>
                <a:lnTo>
                  <a:pt x="1195" y="896"/>
                </a:lnTo>
                <a:lnTo>
                  <a:pt x="1195" y="895"/>
                </a:lnTo>
                <a:lnTo>
                  <a:pt x="1194" y="895"/>
                </a:lnTo>
                <a:lnTo>
                  <a:pt x="1195" y="895"/>
                </a:lnTo>
                <a:lnTo>
                  <a:pt x="1195" y="894"/>
                </a:lnTo>
                <a:lnTo>
                  <a:pt x="1195" y="893"/>
                </a:lnTo>
                <a:lnTo>
                  <a:pt x="1195" y="892"/>
                </a:lnTo>
                <a:lnTo>
                  <a:pt x="1195" y="891"/>
                </a:lnTo>
                <a:lnTo>
                  <a:pt x="1194" y="891"/>
                </a:lnTo>
                <a:lnTo>
                  <a:pt x="1194" y="890"/>
                </a:lnTo>
                <a:lnTo>
                  <a:pt x="1195" y="890"/>
                </a:lnTo>
                <a:lnTo>
                  <a:pt x="1194" y="890"/>
                </a:lnTo>
                <a:lnTo>
                  <a:pt x="1195" y="890"/>
                </a:lnTo>
                <a:lnTo>
                  <a:pt x="1194" y="890"/>
                </a:lnTo>
                <a:lnTo>
                  <a:pt x="1194" y="889"/>
                </a:lnTo>
                <a:lnTo>
                  <a:pt x="1194" y="888"/>
                </a:lnTo>
                <a:lnTo>
                  <a:pt x="1193" y="888"/>
                </a:lnTo>
                <a:lnTo>
                  <a:pt x="1192" y="887"/>
                </a:lnTo>
                <a:lnTo>
                  <a:pt x="1191" y="887"/>
                </a:lnTo>
                <a:lnTo>
                  <a:pt x="1190" y="887"/>
                </a:lnTo>
                <a:lnTo>
                  <a:pt x="1190" y="888"/>
                </a:lnTo>
                <a:lnTo>
                  <a:pt x="1189" y="888"/>
                </a:lnTo>
                <a:lnTo>
                  <a:pt x="1188" y="888"/>
                </a:lnTo>
                <a:lnTo>
                  <a:pt x="1188" y="887"/>
                </a:lnTo>
                <a:lnTo>
                  <a:pt x="1188" y="888"/>
                </a:lnTo>
                <a:lnTo>
                  <a:pt x="1188" y="887"/>
                </a:lnTo>
                <a:lnTo>
                  <a:pt x="1187" y="887"/>
                </a:lnTo>
                <a:lnTo>
                  <a:pt x="1186" y="887"/>
                </a:lnTo>
                <a:lnTo>
                  <a:pt x="1186" y="886"/>
                </a:lnTo>
                <a:lnTo>
                  <a:pt x="1186" y="885"/>
                </a:lnTo>
                <a:lnTo>
                  <a:pt x="1187" y="885"/>
                </a:lnTo>
                <a:lnTo>
                  <a:pt x="1187" y="884"/>
                </a:lnTo>
                <a:lnTo>
                  <a:pt x="1187" y="883"/>
                </a:lnTo>
                <a:lnTo>
                  <a:pt x="1188" y="883"/>
                </a:lnTo>
                <a:lnTo>
                  <a:pt x="1189" y="883"/>
                </a:lnTo>
                <a:lnTo>
                  <a:pt x="1190" y="883"/>
                </a:lnTo>
                <a:lnTo>
                  <a:pt x="1190" y="884"/>
                </a:lnTo>
                <a:lnTo>
                  <a:pt x="1191" y="884"/>
                </a:lnTo>
                <a:lnTo>
                  <a:pt x="1191" y="883"/>
                </a:lnTo>
                <a:lnTo>
                  <a:pt x="1192" y="883"/>
                </a:lnTo>
                <a:lnTo>
                  <a:pt x="1193" y="883"/>
                </a:lnTo>
                <a:lnTo>
                  <a:pt x="1193" y="882"/>
                </a:lnTo>
                <a:lnTo>
                  <a:pt x="1193" y="881"/>
                </a:lnTo>
                <a:lnTo>
                  <a:pt x="1193" y="880"/>
                </a:lnTo>
                <a:lnTo>
                  <a:pt x="1192" y="880"/>
                </a:lnTo>
                <a:lnTo>
                  <a:pt x="1192" y="879"/>
                </a:lnTo>
                <a:lnTo>
                  <a:pt x="1191" y="879"/>
                </a:lnTo>
                <a:lnTo>
                  <a:pt x="1191" y="878"/>
                </a:lnTo>
                <a:lnTo>
                  <a:pt x="1190" y="878"/>
                </a:lnTo>
                <a:lnTo>
                  <a:pt x="1189" y="879"/>
                </a:lnTo>
                <a:lnTo>
                  <a:pt x="1189" y="878"/>
                </a:lnTo>
                <a:lnTo>
                  <a:pt x="1189" y="879"/>
                </a:lnTo>
                <a:lnTo>
                  <a:pt x="1188" y="879"/>
                </a:lnTo>
                <a:lnTo>
                  <a:pt x="1187" y="879"/>
                </a:lnTo>
                <a:lnTo>
                  <a:pt x="1187" y="878"/>
                </a:lnTo>
                <a:lnTo>
                  <a:pt x="1187" y="877"/>
                </a:lnTo>
                <a:lnTo>
                  <a:pt x="1186" y="877"/>
                </a:lnTo>
                <a:lnTo>
                  <a:pt x="1185" y="877"/>
                </a:lnTo>
                <a:lnTo>
                  <a:pt x="1184" y="876"/>
                </a:lnTo>
                <a:lnTo>
                  <a:pt x="1183" y="875"/>
                </a:lnTo>
                <a:lnTo>
                  <a:pt x="1182" y="875"/>
                </a:lnTo>
                <a:lnTo>
                  <a:pt x="1181" y="875"/>
                </a:lnTo>
                <a:lnTo>
                  <a:pt x="1181" y="874"/>
                </a:lnTo>
                <a:lnTo>
                  <a:pt x="1181" y="873"/>
                </a:lnTo>
                <a:lnTo>
                  <a:pt x="1181" y="872"/>
                </a:lnTo>
                <a:lnTo>
                  <a:pt x="1181" y="871"/>
                </a:lnTo>
                <a:lnTo>
                  <a:pt x="1180" y="871"/>
                </a:lnTo>
                <a:lnTo>
                  <a:pt x="1180" y="870"/>
                </a:lnTo>
                <a:lnTo>
                  <a:pt x="1179" y="870"/>
                </a:lnTo>
                <a:lnTo>
                  <a:pt x="1179" y="869"/>
                </a:lnTo>
                <a:lnTo>
                  <a:pt x="1179" y="868"/>
                </a:lnTo>
                <a:lnTo>
                  <a:pt x="1178" y="868"/>
                </a:lnTo>
                <a:lnTo>
                  <a:pt x="1177" y="868"/>
                </a:lnTo>
                <a:lnTo>
                  <a:pt x="1177" y="869"/>
                </a:lnTo>
                <a:lnTo>
                  <a:pt x="1176" y="869"/>
                </a:lnTo>
                <a:lnTo>
                  <a:pt x="1176" y="868"/>
                </a:lnTo>
                <a:lnTo>
                  <a:pt x="1176" y="867"/>
                </a:lnTo>
                <a:lnTo>
                  <a:pt x="1175" y="867"/>
                </a:lnTo>
                <a:lnTo>
                  <a:pt x="1174" y="867"/>
                </a:lnTo>
                <a:lnTo>
                  <a:pt x="1174" y="866"/>
                </a:lnTo>
                <a:lnTo>
                  <a:pt x="1173" y="866"/>
                </a:lnTo>
                <a:lnTo>
                  <a:pt x="1172" y="866"/>
                </a:lnTo>
                <a:lnTo>
                  <a:pt x="1171" y="865"/>
                </a:lnTo>
                <a:lnTo>
                  <a:pt x="1170" y="865"/>
                </a:lnTo>
                <a:lnTo>
                  <a:pt x="1170" y="864"/>
                </a:lnTo>
                <a:lnTo>
                  <a:pt x="1168" y="864"/>
                </a:lnTo>
                <a:lnTo>
                  <a:pt x="1168" y="863"/>
                </a:lnTo>
                <a:lnTo>
                  <a:pt x="1168" y="862"/>
                </a:lnTo>
                <a:lnTo>
                  <a:pt x="1167" y="862"/>
                </a:lnTo>
                <a:lnTo>
                  <a:pt x="1167" y="863"/>
                </a:lnTo>
                <a:lnTo>
                  <a:pt x="1166" y="863"/>
                </a:lnTo>
                <a:lnTo>
                  <a:pt x="1166" y="862"/>
                </a:lnTo>
                <a:lnTo>
                  <a:pt x="1166" y="863"/>
                </a:lnTo>
                <a:lnTo>
                  <a:pt x="1165" y="863"/>
                </a:lnTo>
                <a:lnTo>
                  <a:pt x="1165" y="864"/>
                </a:lnTo>
                <a:lnTo>
                  <a:pt x="1165" y="865"/>
                </a:lnTo>
                <a:lnTo>
                  <a:pt x="1165" y="866"/>
                </a:lnTo>
                <a:lnTo>
                  <a:pt x="1164" y="866"/>
                </a:lnTo>
                <a:lnTo>
                  <a:pt x="1163" y="866"/>
                </a:lnTo>
                <a:lnTo>
                  <a:pt x="1163" y="867"/>
                </a:lnTo>
                <a:lnTo>
                  <a:pt x="1162" y="867"/>
                </a:lnTo>
                <a:lnTo>
                  <a:pt x="1162" y="868"/>
                </a:lnTo>
                <a:lnTo>
                  <a:pt x="1162" y="869"/>
                </a:lnTo>
                <a:lnTo>
                  <a:pt x="1162" y="870"/>
                </a:lnTo>
                <a:lnTo>
                  <a:pt x="1161" y="870"/>
                </a:lnTo>
                <a:lnTo>
                  <a:pt x="1161" y="871"/>
                </a:lnTo>
                <a:lnTo>
                  <a:pt x="1160" y="871"/>
                </a:lnTo>
                <a:lnTo>
                  <a:pt x="1160" y="872"/>
                </a:lnTo>
                <a:lnTo>
                  <a:pt x="1159" y="871"/>
                </a:lnTo>
                <a:lnTo>
                  <a:pt x="1158" y="871"/>
                </a:lnTo>
                <a:lnTo>
                  <a:pt x="1158" y="870"/>
                </a:lnTo>
                <a:lnTo>
                  <a:pt x="1157" y="870"/>
                </a:lnTo>
                <a:lnTo>
                  <a:pt x="1156" y="870"/>
                </a:lnTo>
                <a:lnTo>
                  <a:pt x="1155" y="870"/>
                </a:lnTo>
                <a:lnTo>
                  <a:pt x="1154" y="870"/>
                </a:lnTo>
                <a:lnTo>
                  <a:pt x="1154" y="871"/>
                </a:lnTo>
                <a:lnTo>
                  <a:pt x="1153" y="871"/>
                </a:lnTo>
                <a:lnTo>
                  <a:pt x="1152" y="871"/>
                </a:lnTo>
                <a:lnTo>
                  <a:pt x="1152" y="872"/>
                </a:lnTo>
                <a:lnTo>
                  <a:pt x="1151" y="872"/>
                </a:lnTo>
                <a:lnTo>
                  <a:pt x="1152" y="872"/>
                </a:lnTo>
                <a:lnTo>
                  <a:pt x="1152" y="873"/>
                </a:lnTo>
                <a:lnTo>
                  <a:pt x="1152" y="874"/>
                </a:lnTo>
                <a:lnTo>
                  <a:pt x="1152" y="875"/>
                </a:lnTo>
                <a:lnTo>
                  <a:pt x="1151" y="875"/>
                </a:lnTo>
                <a:lnTo>
                  <a:pt x="1151" y="876"/>
                </a:lnTo>
                <a:lnTo>
                  <a:pt x="1150" y="876"/>
                </a:lnTo>
                <a:lnTo>
                  <a:pt x="1149" y="876"/>
                </a:lnTo>
                <a:lnTo>
                  <a:pt x="1149" y="877"/>
                </a:lnTo>
                <a:lnTo>
                  <a:pt x="1149" y="878"/>
                </a:lnTo>
                <a:lnTo>
                  <a:pt x="1148" y="878"/>
                </a:lnTo>
                <a:lnTo>
                  <a:pt x="1147" y="879"/>
                </a:lnTo>
                <a:lnTo>
                  <a:pt x="1146" y="879"/>
                </a:lnTo>
                <a:lnTo>
                  <a:pt x="1145" y="880"/>
                </a:lnTo>
                <a:lnTo>
                  <a:pt x="1144" y="881"/>
                </a:lnTo>
                <a:lnTo>
                  <a:pt x="1144" y="882"/>
                </a:lnTo>
                <a:lnTo>
                  <a:pt x="1143" y="883"/>
                </a:lnTo>
                <a:lnTo>
                  <a:pt x="1143" y="884"/>
                </a:lnTo>
                <a:lnTo>
                  <a:pt x="1142" y="884"/>
                </a:lnTo>
                <a:lnTo>
                  <a:pt x="1141" y="883"/>
                </a:lnTo>
                <a:lnTo>
                  <a:pt x="1140" y="883"/>
                </a:lnTo>
                <a:lnTo>
                  <a:pt x="1140" y="884"/>
                </a:lnTo>
                <a:lnTo>
                  <a:pt x="1139" y="884"/>
                </a:lnTo>
                <a:lnTo>
                  <a:pt x="1138" y="885"/>
                </a:lnTo>
                <a:lnTo>
                  <a:pt x="1137" y="886"/>
                </a:lnTo>
                <a:lnTo>
                  <a:pt x="1136" y="886"/>
                </a:lnTo>
                <a:lnTo>
                  <a:pt x="1134" y="886"/>
                </a:lnTo>
                <a:lnTo>
                  <a:pt x="1133" y="886"/>
                </a:lnTo>
                <a:lnTo>
                  <a:pt x="1132" y="886"/>
                </a:lnTo>
                <a:lnTo>
                  <a:pt x="1132" y="885"/>
                </a:lnTo>
                <a:lnTo>
                  <a:pt x="1131" y="885"/>
                </a:lnTo>
                <a:lnTo>
                  <a:pt x="1130" y="885"/>
                </a:lnTo>
                <a:lnTo>
                  <a:pt x="1129" y="885"/>
                </a:lnTo>
                <a:lnTo>
                  <a:pt x="1128" y="884"/>
                </a:lnTo>
                <a:lnTo>
                  <a:pt x="1126" y="884"/>
                </a:lnTo>
                <a:lnTo>
                  <a:pt x="1125" y="884"/>
                </a:lnTo>
                <a:lnTo>
                  <a:pt x="1125" y="883"/>
                </a:lnTo>
                <a:lnTo>
                  <a:pt x="1125" y="882"/>
                </a:lnTo>
                <a:lnTo>
                  <a:pt x="1124" y="882"/>
                </a:lnTo>
                <a:lnTo>
                  <a:pt x="1124" y="881"/>
                </a:lnTo>
                <a:lnTo>
                  <a:pt x="1124" y="880"/>
                </a:lnTo>
                <a:lnTo>
                  <a:pt x="1123" y="880"/>
                </a:lnTo>
                <a:lnTo>
                  <a:pt x="1122" y="880"/>
                </a:lnTo>
                <a:lnTo>
                  <a:pt x="1122" y="881"/>
                </a:lnTo>
                <a:lnTo>
                  <a:pt x="1122" y="880"/>
                </a:lnTo>
                <a:lnTo>
                  <a:pt x="1121" y="880"/>
                </a:lnTo>
                <a:lnTo>
                  <a:pt x="1121" y="879"/>
                </a:lnTo>
                <a:lnTo>
                  <a:pt x="1121" y="878"/>
                </a:lnTo>
                <a:lnTo>
                  <a:pt x="1120" y="878"/>
                </a:lnTo>
                <a:lnTo>
                  <a:pt x="1120" y="877"/>
                </a:lnTo>
                <a:lnTo>
                  <a:pt x="1120" y="876"/>
                </a:lnTo>
                <a:lnTo>
                  <a:pt x="1119" y="876"/>
                </a:lnTo>
                <a:lnTo>
                  <a:pt x="1119" y="875"/>
                </a:lnTo>
                <a:lnTo>
                  <a:pt x="1119" y="874"/>
                </a:lnTo>
                <a:lnTo>
                  <a:pt x="1119" y="873"/>
                </a:lnTo>
                <a:lnTo>
                  <a:pt x="1119" y="871"/>
                </a:lnTo>
                <a:lnTo>
                  <a:pt x="1119" y="870"/>
                </a:lnTo>
                <a:lnTo>
                  <a:pt x="1119" y="869"/>
                </a:lnTo>
                <a:lnTo>
                  <a:pt x="1120" y="869"/>
                </a:lnTo>
                <a:lnTo>
                  <a:pt x="1120" y="868"/>
                </a:lnTo>
                <a:lnTo>
                  <a:pt x="1120" y="867"/>
                </a:lnTo>
                <a:lnTo>
                  <a:pt x="1119" y="867"/>
                </a:lnTo>
                <a:lnTo>
                  <a:pt x="1119" y="866"/>
                </a:lnTo>
                <a:lnTo>
                  <a:pt x="1119" y="865"/>
                </a:lnTo>
                <a:lnTo>
                  <a:pt x="1119" y="864"/>
                </a:lnTo>
                <a:lnTo>
                  <a:pt x="1118" y="864"/>
                </a:lnTo>
                <a:lnTo>
                  <a:pt x="1118" y="865"/>
                </a:lnTo>
                <a:lnTo>
                  <a:pt x="1117" y="865"/>
                </a:lnTo>
                <a:lnTo>
                  <a:pt x="1117" y="864"/>
                </a:lnTo>
                <a:lnTo>
                  <a:pt x="1116" y="864"/>
                </a:lnTo>
                <a:lnTo>
                  <a:pt x="1115" y="864"/>
                </a:lnTo>
                <a:lnTo>
                  <a:pt x="1114" y="863"/>
                </a:lnTo>
                <a:lnTo>
                  <a:pt x="1113" y="863"/>
                </a:lnTo>
                <a:lnTo>
                  <a:pt x="1112" y="863"/>
                </a:lnTo>
                <a:lnTo>
                  <a:pt x="1112" y="862"/>
                </a:lnTo>
                <a:lnTo>
                  <a:pt x="1110" y="862"/>
                </a:lnTo>
                <a:lnTo>
                  <a:pt x="1110" y="861"/>
                </a:lnTo>
                <a:lnTo>
                  <a:pt x="1109" y="861"/>
                </a:lnTo>
                <a:lnTo>
                  <a:pt x="1108" y="861"/>
                </a:lnTo>
                <a:lnTo>
                  <a:pt x="1109" y="861"/>
                </a:lnTo>
                <a:lnTo>
                  <a:pt x="1109" y="862"/>
                </a:lnTo>
                <a:lnTo>
                  <a:pt x="1108" y="862"/>
                </a:lnTo>
                <a:lnTo>
                  <a:pt x="1107" y="862"/>
                </a:lnTo>
                <a:lnTo>
                  <a:pt x="1107" y="863"/>
                </a:lnTo>
                <a:lnTo>
                  <a:pt x="1106" y="863"/>
                </a:lnTo>
                <a:lnTo>
                  <a:pt x="1105" y="863"/>
                </a:lnTo>
                <a:lnTo>
                  <a:pt x="1105" y="864"/>
                </a:lnTo>
                <a:lnTo>
                  <a:pt x="1104" y="864"/>
                </a:lnTo>
                <a:lnTo>
                  <a:pt x="1103" y="864"/>
                </a:lnTo>
                <a:lnTo>
                  <a:pt x="1102" y="864"/>
                </a:lnTo>
                <a:lnTo>
                  <a:pt x="1102" y="865"/>
                </a:lnTo>
                <a:lnTo>
                  <a:pt x="1101" y="866"/>
                </a:lnTo>
                <a:lnTo>
                  <a:pt x="1100" y="866"/>
                </a:lnTo>
                <a:lnTo>
                  <a:pt x="1099" y="866"/>
                </a:lnTo>
                <a:lnTo>
                  <a:pt x="1099" y="865"/>
                </a:lnTo>
                <a:lnTo>
                  <a:pt x="1098" y="865"/>
                </a:lnTo>
                <a:lnTo>
                  <a:pt x="1098" y="864"/>
                </a:lnTo>
                <a:lnTo>
                  <a:pt x="1097" y="864"/>
                </a:lnTo>
                <a:lnTo>
                  <a:pt x="1096" y="864"/>
                </a:lnTo>
                <a:lnTo>
                  <a:pt x="1096" y="863"/>
                </a:lnTo>
                <a:lnTo>
                  <a:pt x="1095" y="863"/>
                </a:lnTo>
                <a:lnTo>
                  <a:pt x="1094" y="863"/>
                </a:lnTo>
                <a:lnTo>
                  <a:pt x="1094" y="862"/>
                </a:lnTo>
                <a:lnTo>
                  <a:pt x="1093" y="862"/>
                </a:lnTo>
                <a:lnTo>
                  <a:pt x="1092" y="862"/>
                </a:lnTo>
                <a:lnTo>
                  <a:pt x="1092" y="863"/>
                </a:lnTo>
                <a:lnTo>
                  <a:pt x="1091" y="863"/>
                </a:lnTo>
                <a:lnTo>
                  <a:pt x="1091" y="864"/>
                </a:lnTo>
                <a:lnTo>
                  <a:pt x="1091" y="863"/>
                </a:lnTo>
                <a:lnTo>
                  <a:pt x="1091" y="864"/>
                </a:lnTo>
                <a:lnTo>
                  <a:pt x="1090" y="864"/>
                </a:lnTo>
                <a:lnTo>
                  <a:pt x="1089" y="864"/>
                </a:lnTo>
                <a:lnTo>
                  <a:pt x="1088" y="864"/>
                </a:lnTo>
                <a:lnTo>
                  <a:pt x="1088" y="863"/>
                </a:lnTo>
                <a:lnTo>
                  <a:pt x="1087" y="863"/>
                </a:lnTo>
                <a:lnTo>
                  <a:pt x="1087" y="862"/>
                </a:lnTo>
                <a:lnTo>
                  <a:pt x="1086" y="862"/>
                </a:lnTo>
                <a:lnTo>
                  <a:pt x="1085" y="862"/>
                </a:lnTo>
                <a:lnTo>
                  <a:pt x="1084" y="862"/>
                </a:lnTo>
                <a:lnTo>
                  <a:pt x="1083" y="862"/>
                </a:lnTo>
                <a:lnTo>
                  <a:pt x="1082" y="862"/>
                </a:lnTo>
                <a:lnTo>
                  <a:pt x="1082" y="863"/>
                </a:lnTo>
                <a:lnTo>
                  <a:pt x="1081" y="863"/>
                </a:lnTo>
                <a:lnTo>
                  <a:pt x="1081" y="862"/>
                </a:lnTo>
                <a:lnTo>
                  <a:pt x="1080" y="862"/>
                </a:lnTo>
                <a:lnTo>
                  <a:pt x="1080" y="861"/>
                </a:lnTo>
                <a:lnTo>
                  <a:pt x="1080" y="860"/>
                </a:lnTo>
                <a:lnTo>
                  <a:pt x="1080" y="859"/>
                </a:lnTo>
                <a:lnTo>
                  <a:pt x="1079" y="859"/>
                </a:lnTo>
                <a:lnTo>
                  <a:pt x="1079" y="858"/>
                </a:lnTo>
                <a:lnTo>
                  <a:pt x="1078" y="858"/>
                </a:lnTo>
                <a:lnTo>
                  <a:pt x="1078" y="857"/>
                </a:lnTo>
                <a:lnTo>
                  <a:pt x="1077" y="857"/>
                </a:lnTo>
                <a:lnTo>
                  <a:pt x="1077" y="856"/>
                </a:lnTo>
                <a:lnTo>
                  <a:pt x="1077" y="855"/>
                </a:lnTo>
                <a:lnTo>
                  <a:pt x="1076" y="855"/>
                </a:lnTo>
                <a:lnTo>
                  <a:pt x="1075" y="855"/>
                </a:lnTo>
                <a:lnTo>
                  <a:pt x="1074" y="855"/>
                </a:lnTo>
                <a:lnTo>
                  <a:pt x="1074" y="854"/>
                </a:lnTo>
                <a:lnTo>
                  <a:pt x="1074" y="853"/>
                </a:lnTo>
                <a:lnTo>
                  <a:pt x="1073" y="853"/>
                </a:lnTo>
                <a:lnTo>
                  <a:pt x="1072" y="853"/>
                </a:lnTo>
                <a:lnTo>
                  <a:pt x="1071" y="853"/>
                </a:lnTo>
                <a:lnTo>
                  <a:pt x="1071" y="854"/>
                </a:lnTo>
                <a:lnTo>
                  <a:pt x="1070" y="854"/>
                </a:lnTo>
                <a:lnTo>
                  <a:pt x="1070" y="853"/>
                </a:lnTo>
                <a:lnTo>
                  <a:pt x="1069" y="853"/>
                </a:lnTo>
                <a:lnTo>
                  <a:pt x="1068" y="854"/>
                </a:lnTo>
                <a:lnTo>
                  <a:pt x="1067" y="854"/>
                </a:lnTo>
                <a:lnTo>
                  <a:pt x="1066" y="854"/>
                </a:lnTo>
                <a:lnTo>
                  <a:pt x="1066" y="853"/>
                </a:lnTo>
                <a:lnTo>
                  <a:pt x="1065" y="853"/>
                </a:lnTo>
                <a:lnTo>
                  <a:pt x="1065" y="852"/>
                </a:lnTo>
                <a:lnTo>
                  <a:pt x="1064" y="852"/>
                </a:lnTo>
                <a:lnTo>
                  <a:pt x="1064" y="851"/>
                </a:lnTo>
                <a:lnTo>
                  <a:pt x="1064" y="850"/>
                </a:lnTo>
                <a:lnTo>
                  <a:pt x="1063" y="850"/>
                </a:lnTo>
                <a:lnTo>
                  <a:pt x="1062" y="850"/>
                </a:lnTo>
                <a:lnTo>
                  <a:pt x="1062" y="849"/>
                </a:lnTo>
                <a:lnTo>
                  <a:pt x="1061" y="849"/>
                </a:lnTo>
                <a:lnTo>
                  <a:pt x="1060" y="849"/>
                </a:lnTo>
                <a:lnTo>
                  <a:pt x="1058" y="849"/>
                </a:lnTo>
                <a:lnTo>
                  <a:pt x="1058" y="850"/>
                </a:lnTo>
                <a:lnTo>
                  <a:pt x="1058" y="851"/>
                </a:lnTo>
                <a:lnTo>
                  <a:pt x="1058" y="852"/>
                </a:lnTo>
                <a:lnTo>
                  <a:pt x="1057" y="852"/>
                </a:lnTo>
                <a:lnTo>
                  <a:pt x="1057" y="853"/>
                </a:lnTo>
                <a:lnTo>
                  <a:pt x="1056" y="854"/>
                </a:lnTo>
                <a:lnTo>
                  <a:pt x="1055" y="854"/>
                </a:lnTo>
                <a:lnTo>
                  <a:pt x="1055" y="853"/>
                </a:lnTo>
                <a:lnTo>
                  <a:pt x="1054" y="853"/>
                </a:lnTo>
                <a:lnTo>
                  <a:pt x="1053" y="853"/>
                </a:lnTo>
                <a:lnTo>
                  <a:pt x="1052" y="853"/>
                </a:lnTo>
                <a:lnTo>
                  <a:pt x="1052" y="854"/>
                </a:lnTo>
                <a:lnTo>
                  <a:pt x="1051" y="854"/>
                </a:lnTo>
                <a:lnTo>
                  <a:pt x="1051" y="855"/>
                </a:lnTo>
                <a:lnTo>
                  <a:pt x="1050" y="855"/>
                </a:lnTo>
                <a:lnTo>
                  <a:pt x="1050" y="854"/>
                </a:lnTo>
                <a:lnTo>
                  <a:pt x="1049" y="854"/>
                </a:lnTo>
                <a:lnTo>
                  <a:pt x="1049" y="853"/>
                </a:lnTo>
                <a:lnTo>
                  <a:pt x="1049" y="852"/>
                </a:lnTo>
                <a:lnTo>
                  <a:pt x="1048" y="852"/>
                </a:lnTo>
                <a:lnTo>
                  <a:pt x="1048" y="851"/>
                </a:lnTo>
                <a:lnTo>
                  <a:pt x="1048" y="852"/>
                </a:lnTo>
                <a:lnTo>
                  <a:pt x="1048" y="851"/>
                </a:lnTo>
                <a:lnTo>
                  <a:pt x="1047" y="851"/>
                </a:lnTo>
                <a:lnTo>
                  <a:pt x="1046" y="850"/>
                </a:lnTo>
                <a:lnTo>
                  <a:pt x="1045" y="850"/>
                </a:lnTo>
                <a:lnTo>
                  <a:pt x="1045" y="849"/>
                </a:lnTo>
                <a:lnTo>
                  <a:pt x="1044" y="849"/>
                </a:lnTo>
                <a:lnTo>
                  <a:pt x="1044" y="850"/>
                </a:lnTo>
                <a:lnTo>
                  <a:pt x="1043" y="850"/>
                </a:lnTo>
                <a:lnTo>
                  <a:pt x="1043" y="849"/>
                </a:lnTo>
                <a:lnTo>
                  <a:pt x="1042" y="849"/>
                </a:lnTo>
                <a:lnTo>
                  <a:pt x="1041" y="849"/>
                </a:lnTo>
                <a:lnTo>
                  <a:pt x="1041" y="850"/>
                </a:lnTo>
                <a:lnTo>
                  <a:pt x="1040" y="850"/>
                </a:lnTo>
                <a:lnTo>
                  <a:pt x="1039" y="850"/>
                </a:lnTo>
                <a:lnTo>
                  <a:pt x="1038" y="850"/>
                </a:lnTo>
                <a:lnTo>
                  <a:pt x="1038" y="849"/>
                </a:lnTo>
                <a:lnTo>
                  <a:pt x="1037" y="849"/>
                </a:lnTo>
                <a:lnTo>
                  <a:pt x="1037" y="848"/>
                </a:lnTo>
                <a:lnTo>
                  <a:pt x="1036" y="848"/>
                </a:lnTo>
                <a:lnTo>
                  <a:pt x="1036" y="847"/>
                </a:lnTo>
                <a:lnTo>
                  <a:pt x="1035" y="847"/>
                </a:lnTo>
                <a:lnTo>
                  <a:pt x="1035" y="846"/>
                </a:lnTo>
                <a:lnTo>
                  <a:pt x="1035" y="845"/>
                </a:lnTo>
                <a:lnTo>
                  <a:pt x="1034" y="845"/>
                </a:lnTo>
                <a:lnTo>
                  <a:pt x="1034" y="846"/>
                </a:lnTo>
                <a:lnTo>
                  <a:pt x="1033" y="846"/>
                </a:lnTo>
                <a:lnTo>
                  <a:pt x="1032" y="846"/>
                </a:lnTo>
                <a:lnTo>
                  <a:pt x="1032" y="845"/>
                </a:lnTo>
                <a:lnTo>
                  <a:pt x="1032" y="844"/>
                </a:lnTo>
                <a:lnTo>
                  <a:pt x="1031" y="844"/>
                </a:lnTo>
                <a:lnTo>
                  <a:pt x="1030" y="844"/>
                </a:lnTo>
                <a:lnTo>
                  <a:pt x="1030" y="845"/>
                </a:lnTo>
                <a:lnTo>
                  <a:pt x="1029" y="844"/>
                </a:lnTo>
                <a:lnTo>
                  <a:pt x="1029" y="843"/>
                </a:lnTo>
                <a:lnTo>
                  <a:pt x="1029" y="844"/>
                </a:lnTo>
                <a:lnTo>
                  <a:pt x="1028" y="844"/>
                </a:lnTo>
                <a:lnTo>
                  <a:pt x="1028" y="845"/>
                </a:lnTo>
                <a:lnTo>
                  <a:pt x="1027" y="845"/>
                </a:lnTo>
                <a:lnTo>
                  <a:pt x="1027" y="846"/>
                </a:lnTo>
                <a:lnTo>
                  <a:pt x="1026" y="846"/>
                </a:lnTo>
                <a:lnTo>
                  <a:pt x="1026" y="847"/>
                </a:lnTo>
                <a:lnTo>
                  <a:pt x="1027" y="847"/>
                </a:lnTo>
                <a:lnTo>
                  <a:pt x="1027" y="848"/>
                </a:lnTo>
                <a:lnTo>
                  <a:pt x="1028" y="848"/>
                </a:lnTo>
                <a:lnTo>
                  <a:pt x="1027" y="848"/>
                </a:lnTo>
                <a:lnTo>
                  <a:pt x="1027" y="849"/>
                </a:lnTo>
                <a:lnTo>
                  <a:pt x="1026" y="849"/>
                </a:lnTo>
                <a:lnTo>
                  <a:pt x="1025" y="850"/>
                </a:lnTo>
                <a:lnTo>
                  <a:pt x="1025" y="849"/>
                </a:lnTo>
                <a:lnTo>
                  <a:pt x="1024" y="849"/>
                </a:lnTo>
                <a:lnTo>
                  <a:pt x="1024" y="850"/>
                </a:lnTo>
                <a:lnTo>
                  <a:pt x="1023" y="850"/>
                </a:lnTo>
                <a:lnTo>
                  <a:pt x="1023" y="851"/>
                </a:lnTo>
                <a:lnTo>
                  <a:pt x="1022" y="851"/>
                </a:lnTo>
                <a:lnTo>
                  <a:pt x="1021" y="851"/>
                </a:lnTo>
                <a:lnTo>
                  <a:pt x="1020" y="851"/>
                </a:lnTo>
                <a:lnTo>
                  <a:pt x="1020" y="850"/>
                </a:lnTo>
                <a:lnTo>
                  <a:pt x="1019" y="850"/>
                </a:lnTo>
                <a:lnTo>
                  <a:pt x="1018" y="850"/>
                </a:lnTo>
                <a:lnTo>
                  <a:pt x="1018" y="851"/>
                </a:lnTo>
                <a:lnTo>
                  <a:pt x="1017" y="851"/>
                </a:lnTo>
                <a:lnTo>
                  <a:pt x="1016" y="851"/>
                </a:lnTo>
                <a:lnTo>
                  <a:pt x="1016" y="852"/>
                </a:lnTo>
                <a:lnTo>
                  <a:pt x="1016" y="851"/>
                </a:lnTo>
                <a:lnTo>
                  <a:pt x="1015" y="851"/>
                </a:lnTo>
                <a:lnTo>
                  <a:pt x="1014" y="851"/>
                </a:lnTo>
                <a:lnTo>
                  <a:pt x="1014" y="852"/>
                </a:lnTo>
                <a:lnTo>
                  <a:pt x="1013" y="852"/>
                </a:lnTo>
                <a:lnTo>
                  <a:pt x="1012" y="852"/>
                </a:lnTo>
                <a:lnTo>
                  <a:pt x="1011" y="852"/>
                </a:lnTo>
                <a:lnTo>
                  <a:pt x="1011" y="853"/>
                </a:lnTo>
                <a:lnTo>
                  <a:pt x="1010" y="853"/>
                </a:lnTo>
                <a:lnTo>
                  <a:pt x="1010" y="854"/>
                </a:lnTo>
                <a:lnTo>
                  <a:pt x="1009" y="855"/>
                </a:lnTo>
                <a:lnTo>
                  <a:pt x="1009" y="856"/>
                </a:lnTo>
                <a:lnTo>
                  <a:pt x="1008" y="856"/>
                </a:lnTo>
                <a:lnTo>
                  <a:pt x="1008" y="857"/>
                </a:lnTo>
                <a:lnTo>
                  <a:pt x="1008" y="856"/>
                </a:lnTo>
                <a:lnTo>
                  <a:pt x="1007" y="856"/>
                </a:lnTo>
                <a:lnTo>
                  <a:pt x="1007" y="857"/>
                </a:lnTo>
                <a:lnTo>
                  <a:pt x="1007" y="858"/>
                </a:lnTo>
                <a:lnTo>
                  <a:pt x="1006" y="858"/>
                </a:lnTo>
                <a:lnTo>
                  <a:pt x="1006" y="859"/>
                </a:lnTo>
                <a:lnTo>
                  <a:pt x="1005" y="860"/>
                </a:lnTo>
                <a:lnTo>
                  <a:pt x="1004" y="860"/>
                </a:lnTo>
                <a:lnTo>
                  <a:pt x="1004" y="859"/>
                </a:lnTo>
                <a:lnTo>
                  <a:pt x="1004" y="860"/>
                </a:lnTo>
                <a:lnTo>
                  <a:pt x="1004" y="859"/>
                </a:lnTo>
                <a:lnTo>
                  <a:pt x="1003" y="859"/>
                </a:lnTo>
                <a:lnTo>
                  <a:pt x="1003" y="860"/>
                </a:lnTo>
                <a:lnTo>
                  <a:pt x="1002" y="860"/>
                </a:lnTo>
                <a:lnTo>
                  <a:pt x="1003" y="860"/>
                </a:lnTo>
                <a:lnTo>
                  <a:pt x="1002" y="861"/>
                </a:lnTo>
                <a:lnTo>
                  <a:pt x="1002" y="862"/>
                </a:lnTo>
                <a:lnTo>
                  <a:pt x="1001" y="862"/>
                </a:lnTo>
                <a:lnTo>
                  <a:pt x="1000" y="862"/>
                </a:lnTo>
                <a:lnTo>
                  <a:pt x="1000" y="863"/>
                </a:lnTo>
                <a:lnTo>
                  <a:pt x="1001" y="863"/>
                </a:lnTo>
                <a:lnTo>
                  <a:pt x="1000" y="863"/>
                </a:lnTo>
                <a:lnTo>
                  <a:pt x="1000" y="864"/>
                </a:lnTo>
                <a:lnTo>
                  <a:pt x="999" y="864"/>
                </a:lnTo>
                <a:lnTo>
                  <a:pt x="999" y="865"/>
                </a:lnTo>
                <a:lnTo>
                  <a:pt x="998" y="865"/>
                </a:lnTo>
                <a:lnTo>
                  <a:pt x="998" y="866"/>
                </a:lnTo>
                <a:lnTo>
                  <a:pt x="999" y="866"/>
                </a:lnTo>
                <a:lnTo>
                  <a:pt x="999" y="867"/>
                </a:lnTo>
                <a:lnTo>
                  <a:pt x="999" y="868"/>
                </a:lnTo>
                <a:lnTo>
                  <a:pt x="998" y="868"/>
                </a:lnTo>
                <a:lnTo>
                  <a:pt x="998" y="869"/>
                </a:lnTo>
                <a:lnTo>
                  <a:pt x="998" y="870"/>
                </a:lnTo>
                <a:lnTo>
                  <a:pt x="997" y="870"/>
                </a:lnTo>
                <a:lnTo>
                  <a:pt x="998" y="870"/>
                </a:lnTo>
                <a:lnTo>
                  <a:pt x="997" y="870"/>
                </a:lnTo>
                <a:lnTo>
                  <a:pt x="998" y="871"/>
                </a:lnTo>
                <a:lnTo>
                  <a:pt x="997" y="872"/>
                </a:lnTo>
                <a:lnTo>
                  <a:pt x="997" y="874"/>
                </a:lnTo>
                <a:lnTo>
                  <a:pt x="996" y="874"/>
                </a:lnTo>
                <a:lnTo>
                  <a:pt x="995" y="874"/>
                </a:lnTo>
                <a:lnTo>
                  <a:pt x="995" y="875"/>
                </a:lnTo>
                <a:lnTo>
                  <a:pt x="994" y="875"/>
                </a:lnTo>
                <a:lnTo>
                  <a:pt x="994" y="876"/>
                </a:lnTo>
                <a:lnTo>
                  <a:pt x="994" y="877"/>
                </a:lnTo>
                <a:lnTo>
                  <a:pt x="993" y="877"/>
                </a:lnTo>
                <a:lnTo>
                  <a:pt x="993" y="878"/>
                </a:lnTo>
                <a:lnTo>
                  <a:pt x="992" y="879"/>
                </a:lnTo>
                <a:lnTo>
                  <a:pt x="992" y="880"/>
                </a:lnTo>
                <a:lnTo>
                  <a:pt x="991" y="880"/>
                </a:lnTo>
                <a:lnTo>
                  <a:pt x="991" y="881"/>
                </a:lnTo>
                <a:lnTo>
                  <a:pt x="990" y="881"/>
                </a:lnTo>
                <a:lnTo>
                  <a:pt x="990" y="882"/>
                </a:lnTo>
                <a:lnTo>
                  <a:pt x="989" y="882"/>
                </a:lnTo>
                <a:lnTo>
                  <a:pt x="988" y="882"/>
                </a:lnTo>
                <a:lnTo>
                  <a:pt x="988" y="883"/>
                </a:lnTo>
                <a:lnTo>
                  <a:pt x="987" y="883"/>
                </a:lnTo>
                <a:lnTo>
                  <a:pt x="987" y="884"/>
                </a:lnTo>
                <a:lnTo>
                  <a:pt x="985" y="884"/>
                </a:lnTo>
                <a:lnTo>
                  <a:pt x="984" y="884"/>
                </a:lnTo>
                <a:lnTo>
                  <a:pt x="983" y="884"/>
                </a:lnTo>
                <a:lnTo>
                  <a:pt x="983" y="885"/>
                </a:lnTo>
                <a:lnTo>
                  <a:pt x="982" y="885"/>
                </a:lnTo>
                <a:lnTo>
                  <a:pt x="982" y="886"/>
                </a:lnTo>
                <a:lnTo>
                  <a:pt x="982" y="887"/>
                </a:lnTo>
                <a:lnTo>
                  <a:pt x="981" y="888"/>
                </a:lnTo>
                <a:lnTo>
                  <a:pt x="980" y="889"/>
                </a:lnTo>
                <a:lnTo>
                  <a:pt x="979" y="889"/>
                </a:lnTo>
                <a:lnTo>
                  <a:pt x="978" y="889"/>
                </a:lnTo>
                <a:lnTo>
                  <a:pt x="978" y="890"/>
                </a:lnTo>
                <a:lnTo>
                  <a:pt x="978" y="891"/>
                </a:lnTo>
                <a:lnTo>
                  <a:pt x="977" y="891"/>
                </a:lnTo>
                <a:lnTo>
                  <a:pt x="977" y="892"/>
                </a:lnTo>
                <a:lnTo>
                  <a:pt x="977" y="893"/>
                </a:lnTo>
                <a:lnTo>
                  <a:pt x="977" y="894"/>
                </a:lnTo>
                <a:lnTo>
                  <a:pt x="977" y="895"/>
                </a:lnTo>
                <a:lnTo>
                  <a:pt x="977" y="896"/>
                </a:lnTo>
                <a:lnTo>
                  <a:pt x="978" y="896"/>
                </a:lnTo>
                <a:lnTo>
                  <a:pt x="977" y="896"/>
                </a:lnTo>
                <a:lnTo>
                  <a:pt x="977" y="897"/>
                </a:lnTo>
                <a:lnTo>
                  <a:pt x="976" y="897"/>
                </a:lnTo>
                <a:lnTo>
                  <a:pt x="975" y="897"/>
                </a:lnTo>
                <a:lnTo>
                  <a:pt x="975" y="898"/>
                </a:lnTo>
                <a:lnTo>
                  <a:pt x="974" y="898"/>
                </a:lnTo>
                <a:lnTo>
                  <a:pt x="974" y="899"/>
                </a:lnTo>
                <a:lnTo>
                  <a:pt x="974" y="900"/>
                </a:lnTo>
                <a:lnTo>
                  <a:pt x="974" y="901"/>
                </a:lnTo>
                <a:lnTo>
                  <a:pt x="973" y="901"/>
                </a:lnTo>
                <a:lnTo>
                  <a:pt x="973" y="902"/>
                </a:lnTo>
                <a:lnTo>
                  <a:pt x="972" y="903"/>
                </a:lnTo>
                <a:lnTo>
                  <a:pt x="971" y="903"/>
                </a:lnTo>
                <a:lnTo>
                  <a:pt x="971" y="904"/>
                </a:lnTo>
                <a:lnTo>
                  <a:pt x="970" y="904"/>
                </a:lnTo>
                <a:lnTo>
                  <a:pt x="970" y="905"/>
                </a:lnTo>
                <a:lnTo>
                  <a:pt x="970" y="906"/>
                </a:lnTo>
                <a:lnTo>
                  <a:pt x="969" y="906"/>
                </a:lnTo>
                <a:lnTo>
                  <a:pt x="969" y="907"/>
                </a:lnTo>
                <a:lnTo>
                  <a:pt x="969" y="908"/>
                </a:lnTo>
                <a:lnTo>
                  <a:pt x="968" y="908"/>
                </a:lnTo>
                <a:lnTo>
                  <a:pt x="969" y="908"/>
                </a:lnTo>
                <a:lnTo>
                  <a:pt x="969" y="909"/>
                </a:lnTo>
                <a:lnTo>
                  <a:pt x="970" y="909"/>
                </a:lnTo>
                <a:lnTo>
                  <a:pt x="970" y="910"/>
                </a:lnTo>
                <a:lnTo>
                  <a:pt x="971" y="910"/>
                </a:lnTo>
                <a:lnTo>
                  <a:pt x="971" y="911"/>
                </a:lnTo>
                <a:lnTo>
                  <a:pt x="970" y="911"/>
                </a:lnTo>
                <a:lnTo>
                  <a:pt x="971" y="911"/>
                </a:lnTo>
                <a:lnTo>
                  <a:pt x="971" y="912"/>
                </a:lnTo>
                <a:lnTo>
                  <a:pt x="972" y="912"/>
                </a:lnTo>
                <a:lnTo>
                  <a:pt x="971" y="912"/>
                </a:lnTo>
                <a:lnTo>
                  <a:pt x="971" y="913"/>
                </a:lnTo>
                <a:lnTo>
                  <a:pt x="971" y="914"/>
                </a:lnTo>
                <a:lnTo>
                  <a:pt x="970" y="914"/>
                </a:lnTo>
                <a:lnTo>
                  <a:pt x="969" y="914"/>
                </a:lnTo>
                <a:lnTo>
                  <a:pt x="969" y="915"/>
                </a:lnTo>
                <a:lnTo>
                  <a:pt x="968" y="916"/>
                </a:lnTo>
                <a:lnTo>
                  <a:pt x="967" y="916"/>
                </a:lnTo>
                <a:lnTo>
                  <a:pt x="967" y="915"/>
                </a:lnTo>
                <a:lnTo>
                  <a:pt x="967" y="916"/>
                </a:lnTo>
                <a:lnTo>
                  <a:pt x="966" y="916"/>
                </a:lnTo>
                <a:lnTo>
                  <a:pt x="966" y="917"/>
                </a:lnTo>
                <a:lnTo>
                  <a:pt x="967" y="917"/>
                </a:lnTo>
                <a:lnTo>
                  <a:pt x="966" y="917"/>
                </a:lnTo>
                <a:lnTo>
                  <a:pt x="966" y="918"/>
                </a:lnTo>
                <a:lnTo>
                  <a:pt x="967" y="918"/>
                </a:lnTo>
                <a:lnTo>
                  <a:pt x="966" y="919"/>
                </a:lnTo>
                <a:lnTo>
                  <a:pt x="967" y="919"/>
                </a:lnTo>
                <a:lnTo>
                  <a:pt x="966" y="919"/>
                </a:lnTo>
                <a:lnTo>
                  <a:pt x="966" y="920"/>
                </a:lnTo>
                <a:lnTo>
                  <a:pt x="967" y="920"/>
                </a:lnTo>
                <a:lnTo>
                  <a:pt x="967" y="921"/>
                </a:lnTo>
                <a:lnTo>
                  <a:pt x="967" y="922"/>
                </a:lnTo>
                <a:lnTo>
                  <a:pt x="968" y="923"/>
                </a:lnTo>
                <a:lnTo>
                  <a:pt x="968" y="924"/>
                </a:lnTo>
                <a:lnTo>
                  <a:pt x="968" y="925"/>
                </a:lnTo>
                <a:lnTo>
                  <a:pt x="968" y="926"/>
                </a:lnTo>
                <a:lnTo>
                  <a:pt x="968" y="927"/>
                </a:lnTo>
                <a:lnTo>
                  <a:pt x="969" y="927"/>
                </a:lnTo>
                <a:lnTo>
                  <a:pt x="970" y="928"/>
                </a:lnTo>
                <a:lnTo>
                  <a:pt x="970" y="930"/>
                </a:lnTo>
                <a:lnTo>
                  <a:pt x="969" y="931"/>
                </a:lnTo>
                <a:lnTo>
                  <a:pt x="969" y="932"/>
                </a:lnTo>
                <a:lnTo>
                  <a:pt x="969" y="933"/>
                </a:lnTo>
                <a:lnTo>
                  <a:pt x="968" y="933"/>
                </a:lnTo>
                <a:lnTo>
                  <a:pt x="968" y="934"/>
                </a:lnTo>
                <a:lnTo>
                  <a:pt x="967" y="935"/>
                </a:lnTo>
                <a:lnTo>
                  <a:pt x="967" y="936"/>
                </a:lnTo>
                <a:lnTo>
                  <a:pt x="967" y="937"/>
                </a:lnTo>
                <a:lnTo>
                  <a:pt x="967" y="938"/>
                </a:lnTo>
                <a:lnTo>
                  <a:pt x="966" y="938"/>
                </a:lnTo>
                <a:lnTo>
                  <a:pt x="966" y="939"/>
                </a:lnTo>
                <a:lnTo>
                  <a:pt x="966" y="940"/>
                </a:lnTo>
                <a:lnTo>
                  <a:pt x="965" y="940"/>
                </a:lnTo>
                <a:lnTo>
                  <a:pt x="965" y="941"/>
                </a:lnTo>
                <a:lnTo>
                  <a:pt x="964" y="941"/>
                </a:lnTo>
                <a:lnTo>
                  <a:pt x="964" y="942"/>
                </a:lnTo>
                <a:lnTo>
                  <a:pt x="963" y="942"/>
                </a:lnTo>
                <a:lnTo>
                  <a:pt x="962" y="943"/>
                </a:lnTo>
                <a:lnTo>
                  <a:pt x="961" y="943"/>
                </a:lnTo>
                <a:lnTo>
                  <a:pt x="961" y="944"/>
                </a:lnTo>
                <a:lnTo>
                  <a:pt x="960" y="944"/>
                </a:lnTo>
                <a:lnTo>
                  <a:pt x="959" y="944"/>
                </a:lnTo>
                <a:lnTo>
                  <a:pt x="959" y="945"/>
                </a:lnTo>
                <a:lnTo>
                  <a:pt x="959" y="946"/>
                </a:lnTo>
                <a:lnTo>
                  <a:pt x="959" y="947"/>
                </a:lnTo>
                <a:lnTo>
                  <a:pt x="959" y="948"/>
                </a:lnTo>
                <a:lnTo>
                  <a:pt x="959" y="949"/>
                </a:lnTo>
                <a:lnTo>
                  <a:pt x="958" y="949"/>
                </a:lnTo>
                <a:lnTo>
                  <a:pt x="957" y="949"/>
                </a:lnTo>
                <a:lnTo>
                  <a:pt x="957" y="950"/>
                </a:lnTo>
                <a:lnTo>
                  <a:pt x="957" y="949"/>
                </a:lnTo>
                <a:lnTo>
                  <a:pt x="956" y="949"/>
                </a:lnTo>
                <a:lnTo>
                  <a:pt x="955" y="948"/>
                </a:lnTo>
                <a:lnTo>
                  <a:pt x="955" y="947"/>
                </a:lnTo>
                <a:lnTo>
                  <a:pt x="954" y="947"/>
                </a:lnTo>
                <a:lnTo>
                  <a:pt x="954" y="946"/>
                </a:lnTo>
                <a:lnTo>
                  <a:pt x="953" y="946"/>
                </a:lnTo>
                <a:lnTo>
                  <a:pt x="953" y="945"/>
                </a:lnTo>
                <a:lnTo>
                  <a:pt x="952" y="945"/>
                </a:lnTo>
                <a:lnTo>
                  <a:pt x="952" y="944"/>
                </a:lnTo>
                <a:lnTo>
                  <a:pt x="951" y="944"/>
                </a:lnTo>
                <a:lnTo>
                  <a:pt x="950" y="944"/>
                </a:lnTo>
                <a:lnTo>
                  <a:pt x="950" y="943"/>
                </a:lnTo>
                <a:lnTo>
                  <a:pt x="949" y="943"/>
                </a:lnTo>
                <a:lnTo>
                  <a:pt x="949" y="942"/>
                </a:lnTo>
                <a:lnTo>
                  <a:pt x="950" y="942"/>
                </a:lnTo>
                <a:lnTo>
                  <a:pt x="950" y="941"/>
                </a:lnTo>
                <a:lnTo>
                  <a:pt x="950" y="940"/>
                </a:lnTo>
                <a:lnTo>
                  <a:pt x="950" y="939"/>
                </a:lnTo>
                <a:lnTo>
                  <a:pt x="950" y="938"/>
                </a:lnTo>
                <a:lnTo>
                  <a:pt x="949" y="938"/>
                </a:lnTo>
                <a:lnTo>
                  <a:pt x="948" y="937"/>
                </a:lnTo>
                <a:lnTo>
                  <a:pt x="947" y="937"/>
                </a:lnTo>
                <a:lnTo>
                  <a:pt x="947" y="936"/>
                </a:lnTo>
                <a:lnTo>
                  <a:pt x="946" y="936"/>
                </a:lnTo>
                <a:lnTo>
                  <a:pt x="947" y="935"/>
                </a:lnTo>
                <a:lnTo>
                  <a:pt x="946" y="935"/>
                </a:lnTo>
                <a:lnTo>
                  <a:pt x="946" y="934"/>
                </a:lnTo>
                <a:lnTo>
                  <a:pt x="945" y="934"/>
                </a:lnTo>
                <a:lnTo>
                  <a:pt x="945" y="933"/>
                </a:lnTo>
                <a:lnTo>
                  <a:pt x="945" y="932"/>
                </a:lnTo>
                <a:lnTo>
                  <a:pt x="944" y="932"/>
                </a:lnTo>
                <a:lnTo>
                  <a:pt x="943" y="932"/>
                </a:lnTo>
                <a:lnTo>
                  <a:pt x="942" y="932"/>
                </a:lnTo>
                <a:lnTo>
                  <a:pt x="942" y="931"/>
                </a:lnTo>
                <a:lnTo>
                  <a:pt x="941" y="931"/>
                </a:lnTo>
                <a:lnTo>
                  <a:pt x="941" y="930"/>
                </a:lnTo>
                <a:lnTo>
                  <a:pt x="940" y="930"/>
                </a:lnTo>
                <a:lnTo>
                  <a:pt x="939" y="930"/>
                </a:lnTo>
                <a:lnTo>
                  <a:pt x="939" y="929"/>
                </a:lnTo>
                <a:lnTo>
                  <a:pt x="939" y="928"/>
                </a:lnTo>
                <a:lnTo>
                  <a:pt x="940" y="928"/>
                </a:lnTo>
                <a:lnTo>
                  <a:pt x="939" y="928"/>
                </a:lnTo>
                <a:lnTo>
                  <a:pt x="939" y="927"/>
                </a:lnTo>
                <a:lnTo>
                  <a:pt x="938" y="927"/>
                </a:lnTo>
                <a:lnTo>
                  <a:pt x="938" y="926"/>
                </a:lnTo>
                <a:lnTo>
                  <a:pt x="938" y="925"/>
                </a:lnTo>
                <a:lnTo>
                  <a:pt x="937" y="925"/>
                </a:lnTo>
                <a:lnTo>
                  <a:pt x="937" y="924"/>
                </a:lnTo>
                <a:lnTo>
                  <a:pt x="937" y="923"/>
                </a:lnTo>
                <a:lnTo>
                  <a:pt x="937" y="922"/>
                </a:lnTo>
                <a:lnTo>
                  <a:pt x="937" y="921"/>
                </a:lnTo>
                <a:lnTo>
                  <a:pt x="938" y="921"/>
                </a:lnTo>
                <a:lnTo>
                  <a:pt x="937" y="920"/>
                </a:lnTo>
                <a:lnTo>
                  <a:pt x="938" y="920"/>
                </a:lnTo>
                <a:lnTo>
                  <a:pt x="938" y="919"/>
                </a:lnTo>
                <a:lnTo>
                  <a:pt x="938" y="918"/>
                </a:lnTo>
                <a:lnTo>
                  <a:pt x="938" y="917"/>
                </a:lnTo>
                <a:lnTo>
                  <a:pt x="937" y="917"/>
                </a:lnTo>
                <a:lnTo>
                  <a:pt x="937" y="916"/>
                </a:lnTo>
                <a:lnTo>
                  <a:pt x="936" y="916"/>
                </a:lnTo>
                <a:lnTo>
                  <a:pt x="937" y="916"/>
                </a:lnTo>
                <a:lnTo>
                  <a:pt x="937" y="915"/>
                </a:lnTo>
                <a:lnTo>
                  <a:pt x="936" y="915"/>
                </a:lnTo>
                <a:lnTo>
                  <a:pt x="937" y="915"/>
                </a:lnTo>
                <a:lnTo>
                  <a:pt x="936" y="914"/>
                </a:lnTo>
                <a:lnTo>
                  <a:pt x="936" y="913"/>
                </a:lnTo>
                <a:lnTo>
                  <a:pt x="937" y="913"/>
                </a:lnTo>
                <a:lnTo>
                  <a:pt x="938" y="912"/>
                </a:lnTo>
                <a:lnTo>
                  <a:pt x="938" y="911"/>
                </a:lnTo>
                <a:lnTo>
                  <a:pt x="939" y="911"/>
                </a:lnTo>
                <a:lnTo>
                  <a:pt x="939" y="910"/>
                </a:lnTo>
                <a:lnTo>
                  <a:pt x="940" y="909"/>
                </a:lnTo>
                <a:lnTo>
                  <a:pt x="939" y="909"/>
                </a:lnTo>
                <a:lnTo>
                  <a:pt x="940" y="909"/>
                </a:lnTo>
                <a:lnTo>
                  <a:pt x="940" y="908"/>
                </a:lnTo>
                <a:lnTo>
                  <a:pt x="940" y="907"/>
                </a:lnTo>
                <a:lnTo>
                  <a:pt x="939" y="907"/>
                </a:lnTo>
                <a:lnTo>
                  <a:pt x="940" y="907"/>
                </a:lnTo>
                <a:lnTo>
                  <a:pt x="940" y="906"/>
                </a:lnTo>
                <a:lnTo>
                  <a:pt x="940" y="905"/>
                </a:lnTo>
                <a:lnTo>
                  <a:pt x="941" y="905"/>
                </a:lnTo>
                <a:lnTo>
                  <a:pt x="942" y="905"/>
                </a:lnTo>
                <a:lnTo>
                  <a:pt x="942" y="904"/>
                </a:lnTo>
                <a:lnTo>
                  <a:pt x="943" y="904"/>
                </a:lnTo>
                <a:lnTo>
                  <a:pt x="943" y="903"/>
                </a:lnTo>
                <a:lnTo>
                  <a:pt x="943" y="902"/>
                </a:lnTo>
                <a:lnTo>
                  <a:pt x="943" y="901"/>
                </a:lnTo>
                <a:lnTo>
                  <a:pt x="943" y="900"/>
                </a:lnTo>
                <a:lnTo>
                  <a:pt x="943" y="899"/>
                </a:lnTo>
                <a:lnTo>
                  <a:pt x="942" y="899"/>
                </a:lnTo>
                <a:lnTo>
                  <a:pt x="942" y="898"/>
                </a:lnTo>
                <a:lnTo>
                  <a:pt x="943" y="898"/>
                </a:lnTo>
                <a:lnTo>
                  <a:pt x="944" y="898"/>
                </a:lnTo>
                <a:lnTo>
                  <a:pt x="944" y="897"/>
                </a:lnTo>
                <a:lnTo>
                  <a:pt x="944" y="896"/>
                </a:lnTo>
                <a:lnTo>
                  <a:pt x="945" y="895"/>
                </a:lnTo>
                <a:lnTo>
                  <a:pt x="945" y="894"/>
                </a:lnTo>
                <a:lnTo>
                  <a:pt x="944" y="894"/>
                </a:lnTo>
                <a:lnTo>
                  <a:pt x="944" y="893"/>
                </a:lnTo>
                <a:lnTo>
                  <a:pt x="944" y="892"/>
                </a:lnTo>
                <a:lnTo>
                  <a:pt x="944" y="891"/>
                </a:lnTo>
                <a:lnTo>
                  <a:pt x="944" y="890"/>
                </a:lnTo>
                <a:lnTo>
                  <a:pt x="944" y="889"/>
                </a:lnTo>
                <a:lnTo>
                  <a:pt x="944" y="888"/>
                </a:lnTo>
                <a:lnTo>
                  <a:pt x="944" y="887"/>
                </a:lnTo>
                <a:lnTo>
                  <a:pt x="945" y="887"/>
                </a:lnTo>
                <a:lnTo>
                  <a:pt x="946" y="887"/>
                </a:lnTo>
                <a:lnTo>
                  <a:pt x="946" y="886"/>
                </a:lnTo>
                <a:lnTo>
                  <a:pt x="946" y="885"/>
                </a:lnTo>
                <a:lnTo>
                  <a:pt x="946" y="884"/>
                </a:lnTo>
                <a:lnTo>
                  <a:pt x="947" y="884"/>
                </a:lnTo>
                <a:lnTo>
                  <a:pt x="947" y="883"/>
                </a:lnTo>
                <a:lnTo>
                  <a:pt x="946" y="883"/>
                </a:lnTo>
                <a:lnTo>
                  <a:pt x="946" y="882"/>
                </a:lnTo>
                <a:lnTo>
                  <a:pt x="946" y="881"/>
                </a:lnTo>
                <a:lnTo>
                  <a:pt x="946" y="880"/>
                </a:lnTo>
                <a:lnTo>
                  <a:pt x="946" y="879"/>
                </a:lnTo>
                <a:lnTo>
                  <a:pt x="945" y="879"/>
                </a:lnTo>
                <a:lnTo>
                  <a:pt x="945" y="878"/>
                </a:lnTo>
                <a:lnTo>
                  <a:pt x="945" y="877"/>
                </a:lnTo>
                <a:lnTo>
                  <a:pt x="944" y="877"/>
                </a:lnTo>
                <a:lnTo>
                  <a:pt x="944" y="876"/>
                </a:lnTo>
                <a:lnTo>
                  <a:pt x="943" y="876"/>
                </a:lnTo>
                <a:lnTo>
                  <a:pt x="942" y="876"/>
                </a:lnTo>
                <a:lnTo>
                  <a:pt x="942" y="875"/>
                </a:lnTo>
                <a:lnTo>
                  <a:pt x="943" y="875"/>
                </a:lnTo>
                <a:lnTo>
                  <a:pt x="943" y="874"/>
                </a:lnTo>
                <a:lnTo>
                  <a:pt x="943" y="873"/>
                </a:lnTo>
                <a:lnTo>
                  <a:pt x="943" y="872"/>
                </a:lnTo>
                <a:lnTo>
                  <a:pt x="943" y="871"/>
                </a:lnTo>
                <a:lnTo>
                  <a:pt x="943" y="870"/>
                </a:lnTo>
                <a:lnTo>
                  <a:pt x="942" y="870"/>
                </a:lnTo>
                <a:lnTo>
                  <a:pt x="942" y="869"/>
                </a:lnTo>
                <a:lnTo>
                  <a:pt x="942" y="868"/>
                </a:lnTo>
                <a:lnTo>
                  <a:pt x="942" y="867"/>
                </a:lnTo>
                <a:lnTo>
                  <a:pt x="941" y="867"/>
                </a:lnTo>
                <a:lnTo>
                  <a:pt x="940" y="867"/>
                </a:lnTo>
                <a:lnTo>
                  <a:pt x="940" y="866"/>
                </a:lnTo>
                <a:lnTo>
                  <a:pt x="939" y="866"/>
                </a:lnTo>
                <a:lnTo>
                  <a:pt x="939" y="865"/>
                </a:lnTo>
                <a:lnTo>
                  <a:pt x="938" y="864"/>
                </a:lnTo>
                <a:lnTo>
                  <a:pt x="937" y="864"/>
                </a:lnTo>
                <a:lnTo>
                  <a:pt x="937" y="863"/>
                </a:lnTo>
                <a:lnTo>
                  <a:pt x="936" y="863"/>
                </a:lnTo>
                <a:lnTo>
                  <a:pt x="936" y="862"/>
                </a:lnTo>
                <a:lnTo>
                  <a:pt x="935" y="862"/>
                </a:lnTo>
                <a:lnTo>
                  <a:pt x="935" y="861"/>
                </a:lnTo>
                <a:lnTo>
                  <a:pt x="934" y="861"/>
                </a:lnTo>
                <a:lnTo>
                  <a:pt x="933" y="861"/>
                </a:lnTo>
                <a:lnTo>
                  <a:pt x="931" y="861"/>
                </a:lnTo>
                <a:lnTo>
                  <a:pt x="930" y="861"/>
                </a:lnTo>
                <a:lnTo>
                  <a:pt x="929" y="861"/>
                </a:lnTo>
                <a:lnTo>
                  <a:pt x="928" y="861"/>
                </a:lnTo>
                <a:lnTo>
                  <a:pt x="928" y="862"/>
                </a:lnTo>
                <a:lnTo>
                  <a:pt x="928" y="861"/>
                </a:lnTo>
                <a:lnTo>
                  <a:pt x="927" y="861"/>
                </a:lnTo>
                <a:lnTo>
                  <a:pt x="927" y="860"/>
                </a:lnTo>
                <a:lnTo>
                  <a:pt x="926" y="860"/>
                </a:lnTo>
                <a:lnTo>
                  <a:pt x="926" y="859"/>
                </a:lnTo>
                <a:lnTo>
                  <a:pt x="925" y="859"/>
                </a:lnTo>
                <a:lnTo>
                  <a:pt x="925" y="858"/>
                </a:lnTo>
                <a:lnTo>
                  <a:pt x="924" y="857"/>
                </a:lnTo>
                <a:lnTo>
                  <a:pt x="923" y="857"/>
                </a:lnTo>
                <a:lnTo>
                  <a:pt x="923" y="858"/>
                </a:lnTo>
                <a:lnTo>
                  <a:pt x="923" y="859"/>
                </a:lnTo>
                <a:lnTo>
                  <a:pt x="921" y="859"/>
                </a:lnTo>
                <a:lnTo>
                  <a:pt x="921" y="860"/>
                </a:lnTo>
                <a:lnTo>
                  <a:pt x="920" y="860"/>
                </a:lnTo>
                <a:lnTo>
                  <a:pt x="919" y="860"/>
                </a:lnTo>
                <a:lnTo>
                  <a:pt x="918" y="860"/>
                </a:lnTo>
                <a:lnTo>
                  <a:pt x="918" y="859"/>
                </a:lnTo>
                <a:lnTo>
                  <a:pt x="918" y="860"/>
                </a:lnTo>
                <a:lnTo>
                  <a:pt x="917" y="860"/>
                </a:lnTo>
                <a:lnTo>
                  <a:pt x="917" y="861"/>
                </a:lnTo>
                <a:lnTo>
                  <a:pt x="917" y="862"/>
                </a:lnTo>
                <a:lnTo>
                  <a:pt x="917" y="863"/>
                </a:lnTo>
                <a:lnTo>
                  <a:pt x="916" y="864"/>
                </a:lnTo>
                <a:lnTo>
                  <a:pt x="917" y="865"/>
                </a:lnTo>
                <a:lnTo>
                  <a:pt x="916" y="865"/>
                </a:lnTo>
                <a:lnTo>
                  <a:pt x="915" y="865"/>
                </a:lnTo>
                <a:lnTo>
                  <a:pt x="914" y="865"/>
                </a:lnTo>
                <a:lnTo>
                  <a:pt x="914" y="864"/>
                </a:lnTo>
                <a:lnTo>
                  <a:pt x="913" y="864"/>
                </a:lnTo>
                <a:lnTo>
                  <a:pt x="913" y="865"/>
                </a:lnTo>
                <a:lnTo>
                  <a:pt x="913" y="864"/>
                </a:lnTo>
                <a:lnTo>
                  <a:pt x="912" y="864"/>
                </a:lnTo>
                <a:lnTo>
                  <a:pt x="911" y="864"/>
                </a:lnTo>
                <a:lnTo>
                  <a:pt x="910" y="864"/>
                </a:lnTo>
                <a:lnTo>
                  <a:pt x="910" y="865"/>
                </a:lnTo>
                <a:lnTo>
                  <a:pt x="909" y="865"/>
                </a:lnTo>
                <a:lnTo>
                  <a:pt x="910" y="866"/>
                </a:lnTo>
                <a:lnTo>
                  <a:pt x="909" y="866"/>
                </a:lnTo>
                <a:lnTo>
                  <a:pt x="909" y="867"/>
                </a:lnTo>
                <a:lnTo>
                  <a:pt x="908" y="867"/>
                </a:lnTo>
                <a:lnTo>
                  <a:pt x="907" y="868"/>
                </a:lnTo>
                <a:lnTo>
                  <a:pt x="906" y="868"/>
                </a:lnTo>
                <a:lnTo>
                  <a:pt x="905" y="868"/>
                </a:lnTo>
                <a:lnTo>
                  <a:pt x="905" y="869"/>
                </a:lnTo>
                <a:lnTo>
                  <a:pt x="904" y="869"/>
                </a:lnTo>
                <a:lnTo>
                  <a:pt x="904" y="870"/>
                </a:lnTo>
                <a:lnTo>
                  <a:pt x="904" y="871"/>
                </a:lnTo>
                <a:lnTo>
                  <a:pt x="903" y="871"/>
                </a:lnTo>
                <a:lnTo>
                  <a:pt x="902" y="871"/>
                </a:lnTo>
                <a:lnTo>
                  <a:pt x="901" y="871"/>
                </a:lnTo>
                <a:lnTo>
                  <a:pt x="901" y="870"/>
                </a:lnTo>
                <a:lnTo>
                  <a:pt x="900" y="870"/>
                </a:lnTo>
                <a:lnTo>
                  <a:pt x="899" y="870"/>
                </a:lnTo>
                <a:lnTo>
                  <a:pt x="898" y="870"/>
                </a:lnTo>
                <a:lnTo>
                  <a:pt x="897" y="870"/>
                </a:lnTo>
                <a:lnTo>
                  <a:pt x="897" y="871"/>
                </a:lnTo>
                <a:lnTo>
                  <a:pt x="896" y="871"/>
                </a:lnTo>
                <a:lnTo>
                  <a:pt x="895" y="871"/>
                </a:lnTo>
                <a:lnTo>
                  <a:pt x="895" y="872"/>
                </a:lnTo>
                <a:lnTo>
                  <a:pt x="894" y="872"/>
                </a:lnTo>
                <a:lnTo>
                  <a:pt x="893" y="872"/>
                </a:lnTo>
                <a:lnTo>
                  <a:pt x="892" y="872"/>
                </a:lnTo>
                <a:lnTo>
                  <a:pt x="892" y="873"/>
                </a:lnTo>
                <a:lnTo>
                  <a:pt x="891" y="874"/>
                </a:lnTo>
                <a:lnTo>
                  <a:pt x="891" y="873"/>
                </a:lnTo>
                <a:lnTo>
                  <a:pt x="890" y="873"/>
                </a:lnTo>
                <a:lnTo>
                  <a:pt x="890" y="874"/>
                </a:lnTo>
                <a:lnTo>
                  <a:pt x="890" y="875"/>
                </a:lnTo>
                <a:lnTo>
                  <a:pt x="889" y="875"/>
                </a:lnTo>
                <a:lnTo>
                  <a:pt x="889" y="874"/>
                </a:lnTo>
                <a:lnTo>
                  <a:pt x="889" y="873"/>
                </a:lnTo>
                <a:lnTo>
                  <a:pt x="888" y="873"/>
                </a:lnTo>
                <a:lnTo>
                  <a:pt x="888" y="872"/>
                </a:lnTo>
                <a:lnTo>
                  <a:pt x="888" y="873"/>
                </a:lnTo>
                <a:lnTo>
                  <a:pt x="887" y="873"/>
                </a:lnTo>
                <a:lnTo>
                  <a:pt x="886" y="872"/>
                </a:lnTo>
                <a:lnTo>
                  <a:pt x="886" y="873"/>
                </a:lnTo>
                <a:lnTo>
                  <a:pt x="886" y="874"/>
                </a:lnTo>
                <a:lnTo>
                  <a:pt x="885" y="874"/>
                </a:lnTo>
                <a:lnTo>
                  <a:pt x="884" y="874"/>
                </a:lnTo>
                <a:lnTo>
                  <a:pt x="884" y="875"/>
                </a:lnTo>
                <a:lnTo>
                  <a:pt x="884" y="874"/>
                </a:lnTo>
                <a:lnTo>
                  <a:pt x="883" y="874"/>
                </a:lnTo>
                <a:lnTo>
                  <a:pt x="882" y="874"/>
                </a:lnTo>
                <a:lnTo>
                  <a:pt x="882" y="873"/>
                </a:lnTo>
                <a:lnTo>
                  <a:pt x="881" y="873"/>
                </a:lnTo>
                <a:lnTo>
                  <a:pt x="880" y="873"/>
                </a:lnTo>
                <a:lnTo>
                  <a:pt x="880" y="872"/>
                </a:lnTo>
                <a:lnTo>
                  <a:pt x="880" y="873"/>
                </a:lnTo>
                <a:lnTo>
                  <a:pt x="879" y="873"/>
                </a:lnTo>
                <a:lnTo>
                  <a:pt x="879" y="874"/>
                </a:lnTo>
                <a:lnTo>
                  <a:pt x="878" y="874"/>
                </a:lnTo>
                <a:lnTo>
                  <a:pt x="879" y="874"/>
                </a:lnTo>
                <a:lnTo>
                  <a:pt x="879" y="875"/>
                </a:lnTo>
                <a:lnTo>
                  <a:pt x="879" y="876"/>
                </a:lnTo>
                <a:lnTo>
                  <a:pt x="878" y="876"/>
                </a:lnTo>
                <a:lnTo>
                  <a:pt x="878" y="877"/>
                </a:lnTo>
                <a:lnTo>
                  <a:pt x="877" y="877"/>
                </a:lnTo>
                <a:lnTo>
                  <a:pt x="878" y="878"/>
                </a:lnTo>
                <a:lnTo>
                  <a:pt x="878" y="879"/>
                </a:lnTo>
                <a:lnTo>
                  <a:pt x="879" y="880"/>
                </a:lnTo>
                <a:lnTo>
                  <a:pt x="879" y="881"/>
                </a:lnTo>
                <a:lnTo>
                  <a:pt x="878" y="881"/>
                </a:lnTo>
                <a:lnTo>
                  <a:pt x="878" y="882"/>
                </a:lnTo>
                <a:lnTo>
                  <a:pt x="877" y="882"/>
                </a:lnTo>
                <a:lnTo>
                  <a:pt x="876" y="882"/>
                </a:lnTo>
                <a:lnTo>
                  <a:pt x="875" y="882"/>
                </a:lnTo>
                <a:lnTo>
                  <a:pt x="875" y="881"/>
                </a:lnTo>
                <a:lnTo>
                  <a:pt x="875" y="880"/>
                </a:lnTo>
                <a:lnTo>
                  <a:pt x="874" y="880"/>
                </a:lnTo>
                <a:lnTo>
                  <a:pt x="875" y="880"/>
                </a:lnTo>
                <a:lnTo>
                  <a:pt x="874" y="880"/>
                </a:lnTo>
                <a:lnTo>
                  <a:pt x="874" y="879"/>
                </a:lnTo>
                <a:lnTo>
                  <a:pt x="874" y="880"/>
                </a:lnTo>
                <a:lnTo>
                  <a:pt x="873" y="880"/>
                </a:lnTo>
                <a:lnTo>
                  <a:pt x="872" y="880"/>
                </a:lnTo>
                <a:lnTo>
                  <a:pt x="872" y="879"/>
                </a:lnTo>
                <a:lnTo>
                  <a:pt x="871" y="879"/>
                </a:lnTo>
                <a:lnTo>
                  <a:pt x="870" y="879"/>
                </a:lnTo>
                <a:lnTo>
                  <a:pt x="870" y="878"/>
                </a:lnTo>
                <a:lnTo>
                  <a:pt x="869" y="878"/>
                </a:lnTo>
                <a:lnTo>
                  <a:pt x="869" y="879"/>
                </a:lnTo>
                <a:lnTo>
                  <a:pt x="867" y="879"/>
                </a:lnTo>
                <a:lnTo>
                  <a:pt x="867" y="880"/>
                </a:lnTo>
                <a:lnTo>
                  <a:pt x="866" y="880"/>
                </a:lnTo>
                <a:lnTo>
                  <a:pt x="865" y="880"/>
                </a:lnTo>
                <a:lnTo>
                  <a:pt x="864" y="880"/>
                </a:lnTo>
                <a:lnTo>
                  <a:pt x="864" y="879"/>
                </a:lnTo>
                <a:lnTo>
                  <a:pt x="863" y="879"/>
                </a:lnTo>
                <a:lnTo>
                  <a:pt x="863" y="878"/>
                </a:lnTo>
                <a:lnTo>
                  <a:pt x="862" y="878"/>
                </a:lnTo>
                <a:lnTo>
                  <a:pt x="861" y="878"/>
                </a:lnTo>
                <a:lnTo>
                  <a:pt x="861" y="877"/>
                </a:lnTo>
                <a:lnTo>
                  <a:pt x="860" y="877"/>
                </a:lnTo>
                <a:lnTo>
                  <a:pt x="859" y="877"/>
                </a:lnTo>
                <a:lnTo>
                  <a:pt x="858" y="877"/>
                </a:lnTo>
                <a:lnTo>
                  <a:pt x="858" y="878"/>
                </a:lnTo>
                <a:lnTo>
                  <a:pt x="857" y="878"/>
                </a:lnTo>
                <a:lnTo>
                  <a:pt x="856" y="878"/>
                </a:lnTo>
                <a:lnTo>
                  <a:pt x="855" y="878"/>
                </a:lnTo>
                <a:lnTo>
                  <a:pt x="855" y="877"/>
                </a:lnTo>
                <a:lnTo>
                  <a:pt x="854" y="877"/>
                </a:lnTo>
                <a:lnTo>
                  <a:pt x="854" y="876"/>
                </a:lnTo>
                <a:lnTo>
                  <a:pt x="854" y="875"/>
                </a:lnTo>
                <a:lnTo>
                  <a:pt x="854" y="874"/>
                </a:lnTo>
                <a:lnTo>
                  <a:pt x="853" y="874"/>
                </a:lnTo>
                <a:lnTo>
                  <a:pt x="852" y="874"/>
                </a:lnTo>
                <a:lnTo>
                  <a:pt x="851" y="874"/>
                </a:lnTo>
                <a:lnTo>
                  <a:pt x="851" y="875"/>
                </a:lnTo>
                <a:lnTo>
                  <a:pt x="851" y="876"/>
                </a:lnTo>
                <a:lnTo>
                  <a:pt x="851" y="877"/>
                </a:lnTo>
                <a:lnTo>
                  <a:pt x="850" y="877"/>
                </a:lnTo>
                <a:lnTo>
                  <a:pt x="850" y="878"/>
                </a:lnTo>
                <a:lnTo>
                  <a:pt x="849" y="878"/>
                </a:lnTo>
                <a:lnTo>
                  <a:pt x="848" y="878"/>
                </a:lnTo>
                <a:lnTo>
                  <a:pt x="848" y="879"/>
                </a:lnTo>
                <a:lnTo>
                  <a:pt x="847" y="879"/>
                </a:lnTo>
                <a:lnTo>
                  <a:pt x="847" y="880"/>
                </a:lnTo>
                <a:lnTo>
                  <a:pt x="847" y="881"/>
                </a:lnTo>
                <a:lnTo>
                  <a:pt x="847" y="882"/>
                </a:lnTo>
                <a:lnTo>
                  <a:pt x="847" y="883"/>
                </a:lnTo>
                <a:lnTo>
                  <a:pt x="846" y="883"/>
                </a:lnTo>
                <a:lnTo>
                  <a:pt x="846" y="884"/>
                </a:lnTo>
                <a:lnTo>
                  <a:pt x="845" y="884"/>
                </a:lnTo>
                <a:lnTo>
                  <a:pt x="845" y="885"/>
                </a:lnTo>
                <a:lnTo>
                  <a:pt x="845" y="886"/>
                </a:lnTo>
                <a:lnTo>
                  <a:pt x="844" y="886"/>
                </a:lnTo>
                <a:lnTo>
                  <a:pt x="843" y="886"/>
                </a:lnTo>
                <a:lnTo>
                  <a:pt x="843" y="887"/>
                </a:lnTo>
                <a:lnTo>
                  <a:pt x="843" y="888"/>
                </a:lnTo>
                <a:lnTo>
                  <a:pt x="843" y="889"/>
                </a:lnTo>
                <a:lnTo>
                  <a:pt x="842" y="889"/>
                </a:lnTo>
                <a:lnTo>
                  <a:pt x="841" y="889"/>
                </a:lnTo>
                <a:lnTo>
                  <a:pt x="841" y="888"/>
                </a:lnTo>
                <a:lnTo>
                  <a:pt x="840" y="888"/>
                </a:lnTo>
                <a:lnTo>
                  <a:pt x="839" y="888"/>
                </a:lnTo>
                <a:lnTo>
                  <a:pt x="838" y="888"/>
                </a:lnTo>
                <a:lnTo>
                  <a:pt x="838" y="889"/>
                </a:lnTo>
                <a:lnTo>
                  <a:pt x="837" y="889"/>
                </a:lnTo>
                <a:lnTo>
                  <a:pt x="837" y="888"/>
                </a:lnTo>
                <a:lnTo>
                  <a:pt x="836" y="888"/>
                </a:lnTo>
                <a:lnTo>
                  <a:pt x="837" y="887"/>
                </a:lnTo>
                <a:lnTo>
                  <a:pt x="836" y="887"/>
                </a:lnTo>
                <a:lnTo>
                  <a:pt x="837" y="887"/>
                </a:lnTo>
                <a:lnTo>
                  <a:pt x="837" y="886"/>
                </a:lnTo>
                <a:lnTo>
                  <a:pt x="836" y="886"/>
                </a:lnTo>
                <a:lnTo>
                  <a:pt x="835" y="886"/>
                </a:lnTo>
                <a:lnTo>
                  <a:pt x="834" y="886"/>
                </a:lnTo>
                <a:lnTo>
                  <a:pt x="834" y="887"/>
                </a:lnTo>
                <a:lnTo>
                  <a:pt x="833" y="887"/>
                </a:lnTo>
                <a:lnTo>
                  <a:pt x="832" y="887"/>
                </a:lnTo>
                <a:lnTo>
                  <a:pt x="832" y="888"/>
                </a:lnTo>
                <a:lnTo>
                  <a:pt x="831" y="888"/>
                </a:lnTo>
                <a:lnTo>
                  <a:pt x="831" y="887"/>
                </a:lnTo>
                <a:lnTo>
                  <a:pt x="830" y="887"/>
                </a:lnTo>
                <a:lnTo>
                  <a:pt x="830" y="886"/>
                </a:lnTo>
                <a:lnTo>
                  <a:pt x="830" y="885"/>
                </a:lnTo>
                <a:lnTo>
                  <a:pt x="830" y="884"/>
                </a:lnTo>
                <a:lnTo>
                  <a:pt x="829" y="884"/>
                </a:lnTo>
                <a:lnTo>
                  <a:pt x="829" y="883"/>
                </a:lnTo>
                <a:lnTo>
                  <a:pt x="828" y="883"/>
                </a:lnTo>
                <a:lnTo>
                  <a:pt x="828" y="882"/>
                </a:lnTo>
                <a:lnTo>
                  <a:pt x="827" y="882"/>
                </a:lnTo>
                <a:lnTo>
                  <a:pt x="827" y="883"/>
                </a:lnTo>
                <a:lnTo>
                  <a:pt x="826" y="883"/>
                </a:lnTo>
                <a:lnTo>
                  <a:pt x="826" y="884"/>
                </a:lnTo>
                <a:lnTo>
                  <a:pt x="826" y="885"/>
                </a:lnTo>
                <a:lnTo>
                  <a:pt x="825" y="885"/>
                </a:lnTo>
                <a:lnTo>
                  <a:pt x="824" y="885"/>
                </a:lnTo>
                <a:lnTo>
                  <a:pt x="823" y="885"/>
                </a:lnTo>
                <a:lnTo>
                  <a:pt x="822" y="885"/>
                </a:lnTo>
                <a:lnTo>
                  <a:pt x="822" y="884"/>
                </a:lnTo>
                <a:lnTo>
                  <a:pt x="822" y="885"/>
                </a:lnTo>
                <a:lnTo>
                  <a:pt x="821" y="885"/>
                </a:lnTo>
                <a:lnTo>
                  <a:pt x="820" y="885"/>
                </a:lnTo>
                <a:lnTo>
                  <a:pt x="819" y="886"/>
                </a:lnTo>
                <a:lnTo>
                  <a:pt x="818" y="886"/>
                </a:lnTo>
                <a:lnTo>
                  <a:pt x="818" y="887"/>
                </a:lnTo>
                <a:lnTo>
                  <a:pt x="817" y="887"/>
                </a:lnTo>
                <a:lnTo>
                  <a:pt x="816" y="887"/>
                </a:lnTo>
                <a:lnTo>
                  <a:pt x="816" y="886"/>
                </a:lnTo>
                <a:lnTo>
                  <a:pt x="815" y="886"/>
                </a:lnTo>
                <a:lnTo>
                  <a:pt x="814" y="886"/>
                </a:lnTo>
                <a:lnTo>
                  <a:pt x="813" y="886"/>
                </a:lnTo>
                <a:lnTo>
                  <a:pt x="813" y="885"/>
                </a:lnTo>
                <a:lnTo>
                  <a:pt x="814" y="885"/>
                </a:lnTo>
                <a:lnTo>
                  <a:pt x="815" y="885"/>
                </a:lnTo>
                <a:lnTo>
                  <a:pt x="816" y="885"/>
                </a:lnTo>
                <a:lnTo>
                  <a:pt x="816" y="884"/>
                </a:lnTo>
                <a:lnTo>
                  <a:pt x="815" y="884"/>
                </a:lnTo>
                <a:lnTo>
                  <a:pt x="815" y="883"/>
                </a:lnTo>
                <a:lnTo>
                  <a:pt x="814" y="883"/>
                </a:lnTo>
                <a:lnTo>
                  <a:pt x="813" y="884"/>
                </a:lnTo>
                <a:lnTo>
                  <a:pt x="812" y="884"/>
                </a:lnTo>
                <a:lnTo>
                  <a:pt x="811" y="884"/>
                </a:lnTo>
                <a:lnTo>
                  <a:pt x="811" y="885"/>
                </a:lnTo>
                <a:lnTo>
                  <a:pt x="810" y="885"/>
                </a:lnTo>
                <a:lnTo>
                  <a:pt x="810" y="886"/>
                </a:lnTo>
                <a:lnTo>
                  <a:pt x="809" y="886"/>
                </a:lnTo>
                <a:lnTo>
                  <a:pt x="808" y="886"/>
                </a:lnTo>
                <a:lnTo>
                  <a:pt x="807" y="886"/>
                </a:lnTo>
                <a:lnTo>
                  <a:pt x="806" y="886"/>
                </a:lnTo>
                <a:lnTo>
                  <a:pt x="806" y="887"/>
                </a:lnTo>
                <a:lnTo>
                  <a:pt x="806" y="886"/>
                </a:lnTo>
                <a:lnTo>
                  <a:pt x="806" y="887"/>
                </a:lnTo>
                <a:lnTo>
                  <a:pt x="805" y="887"/>
                </a:lnTo>
                <a:lnTo>
                  <a:pt x="805" y="886"/>
                </a:lnTo>
                <a:lnTo>
                  <a:pt x="804" y="886"/>
                </a:lnTo>
                <a:lnTo>
                  <a:pt x="804" y="885"/>
                </a:lnTo>
                <a:lnTo>
                  <a:pt x="803" y="885"/>
                </a:lnTo>
                <a:lnTo>
                  <a:pt x="802" y="885"/>
                </a:lnTo>
                <a:lnTo>
                  <a:pt x="802" y="884"/>
                </a:lnTo>
                <a:lnTo>
                  <a:pt x="801" y="884"/>
                </a:lnTo>
                <a:lnTo>
                  <a:pt x="800" y="884"/>
                </a:lnTo>
                <a:lnTo>
                  <a:pt x="800" y="885"/>
                </a:lnTo>
                <a:lnTo>
                  <a:pt x="799" y="885"/>
                </a:lnTo>
                <a:lnTo>
                  <a:pt x="798" y="885"/>
                </a:lnTo>
                <a:lnTo>
                  <a:pt x="798" y="886"/>
                </a:lnTo>
                <a:lnTo>
                  <a:pt x="797" y="886"/>
                </a:lnTo>
                <a:lnTo>
                  <a:pt x="797" y="887"/>
                </a:lnTo>
                <a:lnTo>
                  <a:pt x="796" y="887"/>
                </a:lnTo>
                <a:lnTo>
                  <a:pt x="795" y="887"/>
                </a:lnTo>
                <a:lnTo>
                  <a:pt x="793" y="887"/>
                </a:lnTo>
                <a:lnTo>
                  <a:pt x="792" y="887"/>
                </a:lnTo>
                <a:lnTo>
                  <a:pt x="791" y="887"/>
                </a:lnTo>
                <a:lnTo>
                  <a:pt x="791" y="886"/>
                </a:lnTo>
                <a:lnTo>
                  <a:pt x="790" y="886"/>
                </a:lnTo>
                <a:lnTo>
                  <a:pt x="789" y="886"/>
                </a:lnTo>
                <a:lnTo>
                  <a:pt x="789" y="885"/>
                </a:lnTo>
                <a:lnTo>
                  <a:pt x="789" y="886"/>
                </a:lnTo>
                <a:lnTo>
                  <a:pt x="789" y="885"/>
                </a:lnTo>
                <a:lnTo>
                  <a:pt x="789" y="886"/>
                </a:lnTo>
                <a:lnTo>
                  <a:pt x="788" y="886"/>
                </a:lnTo>
                <a:lnTo>
                  <a:pt x="788" y="885"/>
                </a:lnTo>
                <a:lnTo>
                  <a:pt x="787" y="885"/>
                </a:lnTo>
                <a:lnTo>
                  <a:pt x="787" y="884"/>
                </a:lnTo>
                <a:lnTo>
                  <a:pt x="787" y="883"/>
                </a:lnTo>
                <a:lnTo>
                  <a:pt x="786" y="883"/>
                </a:lnTo>
                <a:lnTo>
                  <a:pt x="786" y="882"/>
                </a:lnTo>
                <a:lnTo>
                  <a:pt x="786" y="881"/>
                </a:lnTo>
                <a:lnTo>
                  <a:pt x="785" y="881"/>
                </a:lnTo>
                <a:lnTo>
                  <a:pt x="785" y="880"/>
                </a:lnTo>
                <a:lnTo>
                  <a:pt x="784" y="880"/>
                </a:lnTo>
                <a:lnTo>
                  <a:pt x="784" y="879"/>
                </a:lnTo>
                <a:lnTo>
                  <a:pt x="784" y="878"/>
                </a:lnTo>
                <a:lnTo>
                  <a:pt x="784" y="877"/>
                </a:lnTo>
                <a:lnTo>
                  <a:pt x="783" y="877"/>
                </a:lnTo>
                <a:lnTo>
                  <a:pt x="782" y="877"/>
                </a:lnTo>
                <a:lnTo>
                  <a:pt x="782" y="876"/>
                </a:lnTo>
                <a:lnTo>
                  <a:pt x="781" y="876"/>
                </a:lnTo>
                <a:lnTo>
                  <a:pt x="781" y="875"/>
                </a:lnTo>
                <a:lnTo>
                  <a:pt x="781" y="874"/>
                </a:lnTo>
                <a:lnTo>
                  <a:pt x="780" y="874"/>
                </a:lnTo>
                <a:lnTo>
                  <a:pt x="779" y="874"/>
                </a:lnTo>
                <a:lnTo>
                  <a:pt x="778" y="874"/>
                </a:lnTo>
                <a:lnTo>
                  <a:pt x="778" y="873"/>
                </a:lnTo>
                <a:lnTo>
                  <a:pt x="778" y="874"/>
                </a:lnTo>
                <a:lnTo>
                  <a:pt x="777" y="874"/>
                </a:lnTo>
                <a:lnTo>
                  <a:pt x="777" y="873"/>
                </a:lnTo>
                <a:lnTo>
                  <a:pt x="777" y="874"/>
                </a:lnTo>
                <a:lnTo>
                  <a:pt x="776" y="874"/>
                </a:lnTo>
                <a:lnTo>
                  <a:pt x="776" y="873"/>
                </a:lnTo>
                <a:lnTo>
                  <a:pt x="776" y="874"/>
                </a:lnTo>
                <a:lnTo>
                  <a:pt x="775" y="874"/>
                </a:lnTo>
                <a:lnTo>
                  <a:pt x="774" y="874"/>
                </a:lnTo>
                <a:lnTo>
                  <a:pt x="774" y="873"/>
                </a:lnTo>
                <a:lnTo>
                  <a:pt x="773" y="873"/>
                </a:lnTo>
                <a:lnTo>
                  <a:pt x="772" y="873"/>
                </a:lnTo>
                <a:lnTo>
                  <a:pt x="771" y="873"/>
                </a:lnTo>
                <a:lnTo>
                  <a:pt x="771" y="871"/>
                </a:lnTo>
                <a:lnTo>
                  <a:pt x="770" y="871"/>
                </a:lnTo>
                <a:lnTo>
                  <a:pt x="770" y="870"/>
                </a:lnTo>
                <a:lnTo>
                  <a:pt x="769" y="870"/>
                </a:lnTo>
                <a:lnTo>
                  <a:pt x="768" y="870"/>
                </a:lnTo>
                <a:lnTo>
                  <a:pt x="768" y="869"/>
                </a:lnTo>
                <a:lnTo>
                  <a:pt x="767" y="869"/>
                </a:lnTo>
                <a:lnTo>
                  <a:pt x="766" y="869"/>
                </a:lnTo>
                <a:lnTo>
                  <a:pt x="766" y="868"/>
                </a:lnTo>
                <a:lnTo>
                  <a:pt x="765" y="868"/>
                </a:lnTo>
                <a:lnTo>
                  <a:pt x="765" y="867"/>
                </a:lnTo>
                <a:lnTo>
                  <a:pt x="765" y="866"/>
                </a:lnTo>
                <a:lnTo>
                  <a:pt x="764" y="866"/>
                </a:lnTo>
                <a:lnTo>
                  <a:pt x="763" y="866"/>
                </a:lnTo>
                <a:lnTo>
                  <a:pt x="763" y="867"/>
                </a:lnTo>
                <a:lnTo>
                  <a:pt x="762" y="867"/>
                </a:lnTo>
                <a:lnTo>
                  <a:pt x="761" y="867"/>
                </a:lnTo>
                <a:lnTo>
                  <a:pt x="760" y="867"/>
                </a:lnTo>
                <a:lnTo>
                  <a:pt x="759" y="867"/>
                </a:lnTo>
                <a:lnTo>
                  <a:pt x="759" y="866"/>
                </a:lnTo>
                <a:lnTo>
                  <a:pt x="759" y="867"/>
                </a:lnTo>
                <a:lnTo>
                  <a:pt x="758" y="867"/>
                </a:lnTo>
                <a:lnTo>
                  <a:pt x="757" y="866"/>
                </a:lnTo>
                <a:lnTo>
                  <a:pt x="757" y="865"/>
                </a:lnTo>
                <a:lnTo>
                  <a:pt x="756" y="865"/>
                </a:lnTo>
                <a:lnTo>
                  <a:pt x="755" y="865"/>
                </a:lnTo>
                <a:lnTo>
                  <a:pt x="754" y="865"/>
                </a:lnTo>
                <a:lnTo>
                  <a:pt x="754" y="864"/>
                </a:lnTo>
                <a:lnTo>
                  <a:pt x="754" y="863"/>
                </a:lnTo>
                <a:lnTo>
                  <a:pt x="754" y="862"/>
                </a:lnTo>
                <a:lnTo>
                  <a:pt x="755" y="862"/>
                </a:lnTo>
                <a:lnTo>
                  <a:pt x="755" y="861"/>
                </a:lnTo>
                <a:lnTo>
                  <a:pt x="756" y="861"/>
                </a:lnTo>
                <a:lnTo>
                  <a:pt x="755" y="861"/>
                </a:lnTo>
                <a:lnTo>
                  <a:pt x="754" y="861"/>
                </a:lnTo>
                <a:lnTo>
                  <a:pt x="754" y="860"/>
                </a:lnTo>
                <a:lnTo>
                  <a:pt x="754" y="859"/>
                </a:lnTo>
                <a:lnTo>
                  <a:pt x="753" y="859"/>
                </a:lnTo>
                <a:lnTo>
                  <a:pt x="753" y="858"/>
                </a:lnTo>
                <a:lnTo>
                  <a:pt x="752" y="858"/>
                </a:lnTo>
                <a:lnTo>
                  <a:pt x="751" y="858"/>
                </a:lnTo>
                <a:lnTo>
                  <a:pt x="750" y="858"/>
                </a:lnTo>
                <a:lnTo>
                  <a:pt x="748" y="858"/>
                </a:lnTo>
                <a:lnTo>
                  <a:pt x="747" y="858"/>
                </a:lnTo>
                <a:lnTo>
                  <a:pt x="747" y="859"/>
                </a:lnTo>
                <a:lnTo>
                  <a:pt x="746" y="859"/>
                </a:lnTo>
                <a:lnTo>
                  <a:pt x="746" y="860"/>
                </a:lnTo>
                <a:lnTo>
                  <a:pt x="746" y="861"/>
                </a:lnTo>
                <a:lnTo>
                  <a:pt x="745" y="861"/>
                </a:lnTo>
                <a:lnTo>
                  <a:pt x="744" y="861"/>
                </a:lnTo>
                <a:lnTo>
                  <a:pt x="744" y="862"/>
                </a:lnTo>
                <a:lnTo>
                  <a:pt x="743" y="861"/>
                </a:lnTo>
                <a:lnTo>
                  <a:pt x="742" y="861"/>
                </a:lnTo>
                <a:lnTo>
                  <a:pt x="741" y="861"/>
                </a:lnTo>
                <a:lnTo>
                  <a:pt x="741" y="860"/>
                </a:lnTo>
                <a:lnTo>
                  <a:pt x="741" y="859"/>
                </a:lnTo>
                <a:lnTo>
                  <a:pt x="741" y="858"/>
                </a:lnTo>
                <a:lnTo>
                  <a:pt x="740" y="858"/>
                </a:lnTo>
                <a:lnTo>
                  <a:pt x="739" y="858"/>
                </a:lnTo>
                <a:lnTo>
                  <a:pt x="739" y="857"/>
                </a:lnTo>
                <a:lnTo>
                  <a:pt x="738" y="857"/>
                </a:lnTo>
                <a:lnTo>
                  <a:pt x="738" y="858"/>
                </a:lnTo>
                <a:lnTo>
                  <a:pt x="738" y="857"/>
                </a:lnTo>
                <a:lnTo>
                  <a:pt x="738" y="858"/>
                </a:lnTo>
                <a:lnTo>
                  <a:pt x="737" y="858"/>
                </a:lnTo>
                <a:lnTo>
                  <a:pt x="737" y="859"/>
                </a:lnTo>
                <a:lnTo>
                  <a:pt x="738" y="859"/>
                </a:lnTo>
                <a:lnTo>
                  <a:pt x="738" y="860"/>
                </a:lnTo>
                <a:lnTo>
                  <a:pt x="737" y="860"/>
                </a:lnTo>
                <a:lnTo>
                  <a:pt x="737" y="861"/>
                </a:lnTo>
                <a:lnTo>
                  <a:pt x="738" y="862"/>
                </a:lnTo>
                <a:lnTo>
                  <a:pt x="737" y="862"/>
                </a:lnTo>
                <a:lnTo>
                  <a:pt x="737" y="863"/>
                </a:lnTo>
                <a:lnTo>
                  <a:pt x="736" y="863"/>
                </a:lnTo>
                <a:lnTo>
                  <a:pt x="736" y="864"/>
                </a:lnTo>
                <a:lnTo>
                  <a:pt x="735" y="864"/>
                </a:lnTo>
                <a:lnTo>
                  <a:pt x="735" y="865"/>
                </a:lnTo>
                <a:lnTo>
                  <a:pt x="734" y="865"/>
                </a:lnTo>
                <a:lnTo>
                  <a:pt x="734" y="866"/>
                </a:lnTo>
                <a:lnTo>
                  <a:pt x="735" y="866"/>
                </a:lnTo>
                <a:lnTo>
                  <a:pt x="734" y="866"/>
                </a:lnTo>
                <a:lnTo>
                  <a:pt x="734" y="867"/>
                </a:lnTo>
                <a:lnTo>
                  <a:pt x="733" y="867"/>
                </a:lnTo>
                <a:lnTo>
                  <a:pt x="733" y="868"/>
                </a:lnTo>
                <a:lnTo>
                  <a:pt x="733" y="869"/>
                </a:lnTo>
                <a:lnTo>
                  <a:pt x="733" y="870"/>
                </a:lnTo>
                <a:lnTo>
                  <a:pt x="733" y="871"/>
                </a:lnTo>
                <a:lnTo>
                  <a:pt x="733" y="872"/>
                </a:lnTo>
                <a:lnTo>
                  <a:pt x="733" y="873"/>
                </a:lnTo>
                <a:lnTo>
                  <a:pt x="732" y="873"/>
                </a:lnTo>
                <a:lnTo>
                  <a:pt x="731" y="873"/>
                </a:lnTo>
                <a:lnTo>
                  <a:pt x="731" y="874"/>
                </a:lnTo>
                <a:lnTo>
                  <a:pt x="730" y="874"/>
                </a:lnTo>
                <a:lnTo>
                  <a:pt x="729" y="874"/>
                </a:lnTo>
                <a:lnTo>
                  <a:pt x="729" y="875"/>
                </a:lnTo>
                <a:lnTo>
                  <a:pt x="729" y="876"/>
                </a:lnTo>
                <a:lnTo>
                  <a:pt x="728" y="877"/>
                </a:lnTo>
                <a:lnTo>
                  <a:pt x="728" y="878"/>
                </a:lnTo>
                <a:lnTo>
                  <a:pt x="727" y="878"/>
                </a:lnTo>
                <a:lnTo>
                  <a:pt x="726" y="878"/>
                </a:lnTo>
                <a:lnTo>
                  <a:pt x="725" y="878"/>
                </a:lnTo>
                <a:lnTo>
                  <a:pt x="724" y="878"/>
                </a:lnTo>
                <a:lnTo>
                  <a:pt x="723" y="878"/>
                </a:lnTo>
                <a:lnTo>
                  <a:pt x="723" y="877"/>
                </a:lnTo>
                <a:lnTo>
                  <a:pt x="722" y="877"/>
                </a:lnTo>
                <a:lnTo>
                  <a:pt x="722" y="876"/>
                </a:lnTo>
                <a:lnTo>
                  <a:pt x="721" y="876"/>
                </a:lnTo>
                <a:lnTo>
                  <a:pt x="721" y="875"/>
                </a:lnTo>
                <a:lnTo>
                  <a:pt x="720" y="875"/>
                </a:lnTo>
                <a:lnTo>
                  <a:pt x="719" y="875"/>
                </a:lnTo>
                <a:lnTo>
                  <a:pt x="718" y="875"/>
                </a:lnTo>
                <a:lnTo>
                  <a:pt x="717" y="875"/>
                </a:lnTo>
                <a:lnTo>
                  <a:pt x="717" y="874"/>
                </a:lnTo>
                <a:lnTo>
                  <a:pt x="717" y="873"/>
                </a:lnTo>
                <a:lnTo>
                  <a:pt x="717" y="872"/>
                </a:lnTo>
                <a:lnTo>
                  <a:pt x="717" y="873"/>
                </a:lnTo>
                <a:lnTo>
                  <a:pt x="716" y="873"/>
                </a:lnTo>
                <a:lnTo>
                  <a:pt x="716" y="874"/>
                </a:lnTo>
                <a:lnTo>
                  <a:pt x="715" y="874"/>
                </a:lnTo>
                <a:lnTo>
                  <a:pt x="714" y="874"/>
                </a:lnTo>
                <a:lnTo>
                  <a:pt x="714" y="873"/>
                </a:lnTo>
                <a:lnTo>
                  <a:pt x="714" y="872"/>
                </a:lnTo>
                <a:lnTo>
                  <a:pt x="713" y="872"/>
                </a:lnTo>
                <a:lnTo>
                  <a:pt x="713" y="871"/>
                </a:lnTo>
                <a:lnTo>
                  <a:pt x="712" y="871"/>
                </a:lnTo>
                <a:lnTo>
                  <a:pt x="711" y="871"/>
                </a:lnTo>
                <a:lnTo>
                  <a:pt x="710" y="871"/>
                </a:lnTo>
                <a:lnTo>
                  <a:pt x="709" y="871"/>
                </a:lnTo>
                <a:lnTo>
                  <a:pt x="708" y="871"/>
                </a:lnTo>
                <a:lnTo>
                  <a:pt x="707" y="871"/>
                </a:lnTo>
                <a:lnTo>
                  <a:pt x="707" y="870"/>
                </a:lnTo>
                <a:lnTo>
                  <a:pt x="707" y="869"/>
                </a:lnTo>
                <a:lnTo>
                  <a:pt x="707" y="868"/>
                </a:lnTo>
                <a:lnTo>
                  <a:pt x="706" y="868"/>
                </a:lnTo>
                <a:lnTo>
                  <a:pt x="706" y="866"/>
                </a:lnTo>
                <a:lnTo>
                  <a:pt x="707" y="866"/>
                </a:lnTo>
                <a:lnTo>
                  <a:pt x="707" y="865"/>
                </a:lnTo>
                <a:lnTo>
                  <a:pt x="706" y="865"/>
                </a:lnTo>
                <a:lnTo>
                  <a:pt x="706" y="864"/>
                </a:lnTo>
                <a:lnTo>
                  <a:pt x="706" y="863"/>
                </a:lnTo>
                <a:lnTo>
                  <a:pt x="706" y="862"/>
                </a:lnTo>
                <a:lnTo>
                  <a:pt x="706" y="861"/>
                </a:lnTo>
                <a:lnTo>
                  <a:pt x="705" y="861"/>
                </a:lnTo>
                <a:lnTo>
                  <a:pt x="705" y="860"/>
                </a:lnTo>
                <a:lnTo>
                  <a:pt x="705" y="859"/>
                </a:lnTo>
                <a:lnTo>
                  <a:pt x="707" y="859"/>
                </a:lnTo>
                <a:lnTo>
                  <a:pt x="706" y="859"/>
                </a:lnTo>
                <a:lnTo>
                  <a:pt x="706" y="858"/>
                </a:lnTo>
                <a:lnTo>
                  <a:pt x="706" y="857"/>
                </a:lnTo>
                <a:lnTo>
                  <a:pt x="706" y="856"/>
                </a:lnTo>
                <a:lnTo>
                  <a:pt x="705" y="856"/>
                </a:lnTo>
                <a:lnTo>
                  <a:pt x="705" y="855"/>
                </a:lnTo>
                <a:lnTo>
                  <a:pt x="704" y="855"/>
                </a:lnTo>
                <a:lnTo>
                  <a:pt x="704" y="854"/>
                </a:lnTo>
                <a:lnTo>
                  <a:pt x="704" y="853"/>
                </a:lnTo>
                <a:lnTo>
                  <a:pt x="704" y="852"/>
                </a:lnTo>
                <a:lnTo>
                  <a:pt x="704" y="851"/>
                </a:lnTo>
                <a:lnTo>
                  <a:pt x="703" y="851"/>
                </a:lnTo>
                <a:lnTo>
                  <a:pt x="702" y="851"/>
                </a:lnTo>
                <a:lnTo>
                  <a:pt x="702" y="852"/>
                </a:lnTo>
                <a:lnTo>
                  <a:pt x="702" y="853"/>
                </a:lnTo>
                <a:lnTo>
                  <a:pt x="703" y="853"/>
                </a:lnTo>
                <a:lnTo>
                  <a:pt x="702" y="853"/>
                </a:lnTo>
                <a:lnTo>
                  <a:pt x="703" y="853"/>
                </a:lnTo>
                <a:lnTo>
                  <a:pt x="703" y="854"/>
                </a:lnTo>
                <a:lnTo>
                  <a:pt x="702" y="854"/>
                </a:lnTo>
                <a:lnTo>
                  <a:pt x="702" y="855"/>
                </a:lnTo>
                <a:lnTo>
                  <a:pt x="701" y="855"/>
                </a:lnTo>
                <a:lnTo>
                  <a:pt x="700" y="855"/>
                </a:lnTo>
                <a:lnTo>
                  <a:pt x="700" y="856"/>
                </a:lnTo>
                <a:lnTo>
                  <a:pt x="700" y="855"/>
                </a:lnTo>
                <a:lnTo>
                  <a:pt x="700" y="856"/>
                </a:lnTo>
                <a:lnTo>
                  <a:pt x="699" y="856"/>
                </a:lnTo>
                <a:lnTo>
                  <a:pt x="699" y="857"/>
                </a:lnTo>
                <a:lnTo>
                  <a:pt x="699" y="858"/>
                </a:lnTo>
                <a:lnTo>
                  <a:pt x="698" y="858"/>
                </a:lnTo>
                <a:lnTo>
                  <a:pt x="699" y="858"/>
                </a:lnTo>
                <a:lnTo>
                  <a:pt x="698" y="858"/>
                </a:lnTo>
                <a:lnTo>
                  <a:pt x="698" y="859"/>
                </a:lnTo>
                <a:lnTo>
                  <a:pt x="697" y="859"/>
                </a:lnTo>
                <a:lnTo>
                  <a:pt x="696" y="859"/>
                </a:lnTo>
                <a:lnTo>
                  <a:pt x="695" y="859"/>
                </a:lnTo>
                <a:lnTo>
                  <a:pt x="694" y="859"/>
                </a:lnTo>
                <a:lnTo>
                  <a:pt x="694" y="860"/>
                </a:lnTo>
                <a:lnTo>
                  <a:pt x="694" y="861"/>
                </a:lnTo>
                <a:lnTo>
                  <a:pt x="695" y="861"/>
                </a:lnTo>
                <a:lnTo>
                  <a:pt x="695" y="862"/>
                </a:lnTo>
                <a:lnTo>
                  <a:pt x="695" y="863"/>
                </a:lnTo>
                <a:lnTo>
                  <a:pt x="695" y="864"/>
                </a:lnTo>
                <a:lnTo>
                  <a:pt x="694" y="864"/>
                </a:lnTo>
                <a:lnTo>
                  <a:pt x="695" y="864"/>
                </a:lnTo>
                <a:lnTo>
                  <a:pt x="695" y="865"/>
                </a:lnTo>
                <a:lnTo>
                  <a:pt x="694" y="865"/>
                </a:lnTo>
                <a:lnTo>
                  <a:pt x="695" y="865"/>
                </a:lnTo>
                <a:lnTo>
                  <a:pt x="695" y="866"/>
                </a:lnTo>
                <a:lnTo>
                  <a:pt x="694" y="866"/>
                </a:lnTo>
                <a:lnTo>
                  <a:pt x="694" y="867"/>
                </a:lnTo>
                <a:lnTo>
                  <a:pt x="694" y="868"/>
                </a:lnTo>
                <a:lnTo>
                  <a:pt x="695" y="868"/>
                </a:lnTo>
                <a:lnTo>
                  <a:pt x="695" y="869"/>
                </a:lnTo>
                <a:lnTo>
                  <a:pt x="696" y="869"/>
                </a:lnTo>
                <a:lnTo>
                  <a:pt x="696" y="870"/>
                </a:lnTo>
                <a:lnTo>
                  <a:pt x="696" y="871"/>
                </a:lnTo>
                <a:lnTo>
                  <a:pt x="696" y="872"/>
                </a:lnTo>
                <a:lnTo>
                  <a:pt x="696" y="873"/>
                </a:lnTo>
                <a:lnTo>
                  <a:pt x="697" y="873"/>
                </a:lnTo>
                <a:lnTo>
                  <a:pt x="696" y="873"/>
                </a:lnTo>
                <a:lnTo>
                  <a:pt x="696" y="874"/>
                </a:lnTo>
                <a:lnTo>
                  <a:pt x="697" y="874"/>
                </a:lnTo>
                <a:lnTo>
                  <a:pt x="697" y="875"/>
                </a:lnTo>
                <a:lnTo>
                  <a:pt x="698" y="875"/>
                </a:lnTo>
                <a:lnTo>
                  <a:pt x="698" y="876"/>
                </a:lnTo>
                <a:lnTo>
                  <a:pt x="697" y="876"/>
                </a:lnTo>
                <a:lnTo>
                  <a:pt x="697" y="877"/>
                </a:lnTo>
                <a:lnTo>
                  <a:pt x="696" y="877"/>
                </a:lnTo>
                <a:lnTo>
                  <a:pt x="696" y="876"/>
                </a:lnTo>
                <a:lnTo>
                  <a:pt x="696" y="877"/>
                </a:lnTo>
                <a:lnTo>
                  <a:pt x="695" y="877"/>
                </a:lnTo>
                <a:lnTo>
                  <a:pt x="694" y="877"/>
                </a:lnTo>
                <a:lnTo>
                  <a:pt x="694" y="878"/>
                </a:lnTo>
                <a:lnTo>
                  <a:pt x="693" y="878"/>
                </a:lnTo>
                <a:lnTo>
                  <a:pt x="693" y="879"/>
                </a:lnTo>
                <a:lnTo>
                  <a:pt x="692" y="879"/>
                </a:lnTo>
                <a:lnTo>
                  <a:pt x="693" y="879"/>
                </a:lnTo>
                <a:lnTo>
                  <a:pt x="692" y="879"/>
                </a:lnTo>
                <a:lnTo>
                  <a:pt x="691" y="879"/>
                </a:lnTo>
                <a:lnTo>
                  <a:pt x="691" y="878"/>
                </a:lnTo>
                <a:lnTo>
                  <a:pt x="690" y="878"/>
                </a:lnTo>
                <a:lnTo>
                  <a:pt x="690" y="879"/>
                </a:lnTo>
                <a:lnTo>
                  <a:pt x="690" y="878"/>
                </a:lnTo>
                <a:lnTo>
                  <a:pt x="689" y="878"/>
                </a:lnTo>
                <a:lnTo>
                  <a:pt x="688" y="878"/>
                </a:lnTo>
                <a:lnTo>
                  <a:pt x="687" y="878"/>
                </a:lnTo>
                <a:lnTo>
                  <a:pt x="686" y="878"/>
                </a:lnTo>
                <a:lnTo>
                  <a:pt x="686" y="877"/>
                </a:lnTo>
                <a:lnTo>
                  <a:pt x="685" y="877"/>
                </a:lnTo>
                <a:lnTo>
                  <a:pt x="685" y="876"/>
                </a:lnTo>
                <a:lnTo>
                  <a:pt x="684" y="876"/>
                </a:lnTo>
                <a:lnTo>
                  <a:pt x="683" y="876"/>
                </a:lnTo>
                <a:lnTo>
                  <a:pt x="683" y="875"/>
                </a:lnTo>
                <a:lnTo>
                  <a:pt x="682" y="875"/>
                </a:lnTo>
                <a:lnTo>
                  <a:pt x="682" y="874"/>
                </a:lnTo>
                <a:lnTo>
                  <a:pt x="683" y="873"/>
                </a:lnTo>
                <a:lnTo>
                  <a:pt x="683" y="872"/>
                </a:lnTo>
                <a:lnTo>
                  <a:pt x="683" y="871"/>
                </a:lnTo>
                <a:lnTo>
                  <a:pt x="684" y="871"/>
                </a:lnTo>
                <a:lnTo>
                  <a:pt x="684" y="870"/>
                </a:lnTo>
                <a:lnTo>
                  <a:pt x="685" y="870"/>
                </a:lnTo>
                <a:lnTo>
                  <a:pt x="685" y="869"/>
                </a:lnTo>
                <a:lnTo>
                  <a:pt x="684" y="869"/>
                </a:lnTo>
                <a:lnTo>
                  <a:pt x="683" y="869"/>
                </a:lnTo>
                <a:lnTo>
                  <a:pt x="683" y="868"/>
                </a:lnTo>
                <a:lnTo>
                  <a:pt x="683" y="867"/>
                </a:lnTo>
                <a:lnTo>
                  <a:pt x="682" y="867"/>
                </a:lnTo>
                <a:lnTo>
                  <a:pt x="681" y="866"/>
                </a:lnTo>
                <a:lnTo>
                  <a:pt x="680" y="866"/>
                </a:lnTo>
                <a:lnTo>
                  <a:pt x="680" y="865"/>
                </a:lnTo>
                <a:lnTo>
                  <a:pt x="679" y="864"/>
                </a:lnTo>
                <a:lnTo>
                  <a:pt x="678" y="864"/>
                </a:lnTo>
                <a:lnTo>
                  <a:pt x="678" y="863"/>
                </a:lnTo>
                <a:lnTo>
                  <a:pt x="678" y="862"/>
                </a:lnTo>
                <a:lnTo>
                  <a:pt x="677" y="862"/>
                </a:lnTo>
                <a:lnTo>
                  <a:pt x="677" y="861"/>
                </a:lnTo>
                <a:lnTo>
                  <a:pt x="678" y="861"/>
                </a:lnTo>
                <a:lnTo>
                  <a:pt x="678" y="860"/>
                </a:lnTo>
                <a:lnTo>
                  <a:pt x="678" y="859"/>
                </a:lnTo>
                <a:lnTo>
                  <a:pt x="678" y="858"/>
                </a:lnTo>
                <a:lnTo>
                  <a:pt x="677" y="858"/>
                </a:lnTo>
                <a:lnTo>
                  <a:pt x="677" y="857"/>
                </a:lnTo>
                <a:lnTo>
                  <a:pt x="676" y="857"/>
                </a:lnTo>
                <a:lnTo>
                  <a:pt x="675" y="857"/>
                </a:lnTo>
                <a:lnTo>
                  <a:pt x="675" y="856"/>
                </a:lnTo>
                <a:lnTo>
                  <a:pt x="675" y="855"/>
                </a:lnTo>
                <a:lnTo>
                  <a:pt x="675" y="854"/>
                </a:lnTo>
                <a:lnTo>
                  <a:pt x="674" y="854"/>
                </a:lnTo>
                <a:lnTo>
                  <a:pt x="674" y="853"/>
                </a:lnTo>
                <a:lnTo>
                  <a:pt x="674" y="852"/>
                </a:lnTo>
                <a:lnTo>
                  <a:pt x="673" y="852"/>
                </a:lnTo>
                <a:lnTo>
                  <a:pt x="673" y="851"/>
                </a:lnTo>
                <a:lnTo>
                  <a:pt x="673" y="850"/>
                </a:lnTo>
                <a:lnTo>
                  <a:pt x="672" y="850"/>
                </a:lnTo>
                <a:lnTo>
                  <a:pt x="671" y="850"/>
                </a:lnTo>
                <a:lnTo>
                  <a:pt x="671" y="849"/>
                </a:lnTo>
                <a:lnTo>
                  <a:pt x="670" y="849"/>
                </a:lnTo>
                <a:lnTo>
                  <a:pt x="670" y="848"/>
                </a:lnTo>
                <a:lnTo>
                  <a:pt x="669" y="848"/>
                </a:lnTo>
                <a:lnTo>
                  <a:pt x="669" y="849"/>
                </a:lnTo>
                <a:lnTo>
                  <a:pt x="668" y="849"/>
                </a:lnTo>
                <a:lnTo>
                  <a:pt x="668" y="848"/>
                </a:lnTo>
                <a:lnTo>
                  <a:pt x="667" y="848"/>
                </a:lnTo>
                <a:lnTo>
                  <a:pt x="666" y="848"/>
                </a:lnTo>
                <a:lnTo>
                  <a:pt x="666" y="847"/>
                </a:lnTo>
                <a:lnTo>
                  <a:pt x="666" y="846"/>
                </a:lnTo>
                <a:lnTo>
                  <a:pt x="665" y="846"/>
                </a:lnTo>
                <a:lnTo>
                  <a:pt x="665" y="845"/>
                </a:lnTo>
                <a:lnTo>
                  <a:pt x="664" y="845"/>
                </a:lnTo>
                <a:lnTo>
                  <a:pt x="664" y="844"/>
                </a:lnTo>
                <a:lnTo>
                  <a:pt x="664" y="843"/>
                </a:lnTo>
                <a:lnTo>
                  <a:pt x="663" y="843"/>
                </a:lnTo>
                <a:lnTo>
                  <a:pt x="663" y="842"/>
                </a:lnTo>
                <a:lnTo>
                  <a:pt x="663" y="841"/>
                </a:lnTo>
                <a:lnTo>
                  <a:pt x="663" y="840"/>
                </a:lnTo>
                <a:lnTo>
                  <a:pt x="663" y="839"/>
                </a:lnTo>
                <a:lnTo>
                  <a:pt x="662" y="839"/>
                </a:lnTo>
                <a:lnTo>
                  <a:pt x="663" y="839"/>
                </a:lnTo>
                <a:lnTo>
                  <a:pt x="663" y="838"/>
                </a:lnTo>
                <a:lnTo>
                  <a:pt x="663" y="837"/>
                </a:lnTo>
                <a:lnTo>
                  <a:pt x="663" y="836"/>
                </a:lnTo>
                <a:lnTo>
                  <a:pt x="662" y="836"/>
                </a:lnTo>
                <a:lnTo>
                  <a:pt x="662" y="835"/>
                </a:lnTo>
                <a:lnTo>
                  <a:pt x="662" y="834"/>
                </a:lnTo>
                <a:lnTo>
                  <a:pt x="662" y="833"/>
                </a:lnTo>
                <a:lnTo>
                  <a:pt x="662" y="832"/>
                </a:lnTo>
                <a:lnTo>
                  <a:pt x="661" y="832"/>
                </a:lnTo>
                <a:lnTo>
                  <a:pt x="661" y="831"/>
                </a:lnTo>
                <a:lnTo>
                  <a:pt x="662" y="831"/>
                </a:lnTo>
                <a:lnTo>
                  <a:pt x="661" y="831"/>
                </a:lnTo>
                <a:lnTo>
                  <a:pt x="661" y="830"/>
                </a:lnTo>
                <a:lnTo>
                  <a:pt x="661" y="829"/>
                </a:lnTo>
                <a:lnTo>
                  <a:pt x="660" y="829"/>
                </a:lnTo>
                <a:lnTo>
                  <a:pt x="660" y="830"/>
                </a:lnTo>
                <a:lnTo>
                  <a:pt x="659" y="830"/>
                </a:lnTo>
                <a:lnTo>
                  <a:pt x="659" y="829"/>
                </a:lnTo>
                <a:lnTo>
                  <a:pt x="659" y="830"/>
                </a:lnTo>
                <a:lnTo>
                  <a:pt x="658" y="830"/>
                </a:lnTo>
                <a:lnTo>
                  <a:pt x="658" y="833"/>
                </a:lnTo>
                <a:lnTo>
                  <a:pt x="657" y="833"/>
                </a:lnTo>
                <a:lnTo>
                  <a:pt x="656" y="833"/>
                </a:lnTo>
                <a:lnTo>
                  <a:pt x="657" y="833"/>
                </a:lnTo>
                <a:lnTo>
                  <a:pt x="657" y="834"/>
                </a:lnTo>
                <a:lnTo>
                  <a:pt x="656" y="834"/>
                </a:lnTo>
                <a:lnTo>
                  <a:pt x="657" y="834"/>
                </a:lnTo>
                <a:lnTo>
                  <a:pt x="656" y="834"/>
                </a:lnTo>
                <a:lnTo>
                  <a:pt x="656" y="835"/>
                </a:lnTo>
                <a:lnTo>
                  <a:pt x="656" y="836"/>
                </a:lnTo>
                <a:lnTo>
                  <a:pt x="656" y="835"/>
                </a:lnTo>
                <a:lnTo>
                  <a:pt x="656" y="836"/>
                </a:lnTo>
                <a:lnTo>
                  <a:pt x="655" y="836"/>
                </a:lnTo>
                <a:lnTo>
                  <a:pt x="655" y="837"/>
                </a:lnTo>
                <a:lnTo>
                  <a:pt x="656" y="837"/>
                </a:lnTo>
                <a:lnTo>
                  <a:pt x="656" y="838"/>
                </a:lnTo>
                <a:lnTo>
                  <a:pt x="655" y="838"/>
                </a:lnTo>
                <a:lnTo>
                  <a:pt x="655" y="839"/>
                </a:lnTo>
                <a:lnTo>
                  <a:pt x="654" y="840"/>
                </a:lnTo>
                <a:lnTo>
                  <a:pt x="654" y="841"/>
                </a:lnTo>
                <a:lnTo>
                  <a:pt x="653" y="841"/>
                </a:lnTo>
                <a:lnTo>
                  <a:pt x="653" y="842"/>
                </a:lnTo>
                <a:lnTo>
                  <a:pt x="652" y="842"/>
                </a:lnTo>
                <a:lnTo>
                  <a:pt x="652" y="843"/>
                </a:lnTo>
                <a:lnTo>
                  <a:pt x="651" y="843"/>
                </a:lnTo>
                <a:lnTo>
                  <a:pt x="651" y="842"/>
                </a:lnTo>
                <a:lnTo>
                  <a:pt x="651" y="841"/>
                </a:lnTo>
                <a:lnTo>
                  <a:pt x="651" y="840"/>
                </a:lnTo>
                <a:lnTo>
                  <a:pt x="650" y="840"/>
                </a:lnTo>
                <a:lnTo>
                  <a:pt x="651" y="840"/>
                </a:lnTo>
                <a:lnTo>
                  <a:pt x="650" y="840"/>
                </a:lnTo>
                <a:lnTo>
                  <a:pt x="650" y="839"/>
                </a:lnTo>
                <a:lnTo>
                  <a:pt x="650" y="838"/>
                </a:lnTo>
                <a:lnTo>
                  <a:pt x="651" y="838"/>
                </a:lnTo>
                <a:lnTo>
                  <a:pt x="650" y="838"/>
                </a:lnTo>
                <a:lnTo>
                  <a:pt x="650" y="837"/>
                </a:lnTo>
                <a:lnTo>
                  <a:pt x="649" y="837"/>
                </a:lnTo>
                <a:lnTo>
                  <a:pt x="649" y="838"/>
                </a:lnTo>
                <a:lnTo>
                  <a:pt x="649" y="837"/>
                </a:lnTo>
                <a:lnTo>
                  <a:pt x="648" y="837"/>
                </a:lnTo>
                <a:lnTo>
                  <a:pt x="647" y="837"/>
                </a:lnTo>
                <a:lnTo>
                  <a:pt x="646" y="837"/>
                </a:lnTo>
                <a:lnTo>
                  <a:pt x="646" y="836"/>
                </a:lnTo>
                <a:lnTo>
                  <a:pt x="645" y="836"/>
                </a:lnTo>
                <a:lnTo>
                  <a:pt x="644" y="836"/>
                </a:lnTo>
                <a:lnTo>
                  <a:pt x="644" y="835"/>
                </a:lnTo>
                <a:lnTo>
                  <a:pt x="643" y="835"/>
                </a:lnTo>
                <a:lnTo>
                  <a:pt x="642" y="835"/>
                </a:lnTo>
                <a:lnTo>
                  <a:pt x="641" y="835"/>
                </a:lnTo>
                <a:lnTo>
                  <a:pt x="640" y="835"/>
                </a:lnTo>
                <a:lnTo>
                  <a:pt x="639" y="835"/>
                </a:lnTo>
                <a:lnTo>
                  <a:pt x="638" y="835"/>
                </a:lnTo>
                <a:lnTo>
                  <a:pt x="638" y="834"/>
                </a:lnTo>
                <a:lnTo>
                  <a:pt x="637" y="834"/>
                </a:lnTo>
                <a:lnTo>
                  <a:pt x="637" y="835"/>
                </a:lnTo>
                <a:lnTo>
                  <a:pt x="636" y="835"/>
                </a:lnTo>
                <a:lnTo>
                  <a:pt x="635" y="835"/>
                </a:lnTo>
                <a:lnTo>
                  <a:pt x="634" y="835"/>
                </a:lnTo>
                <a:lnTo>
                  <a:pt x="634" y="836"/>
                </a:lnTo>
                <a:lnTo>
                  <a:pt x="634" y="837"/>
                </a:lnTo>
                <a:lnTo>
                  <a:pt x="633" y="837"/>
                </a:lnTo>
                <a:lnTo>
                  <a:pt x="633" y="838"/>
                </a:lnTo>
                <a:lnTo>
                  <a:pt x="632" y="838"/>
                </a:lnTo>
                <a:lnTo>
                  <a:pt x="632" y="839"/>
                </a:lnTo>
                <a:lnTo>
                  <a:pt x="631" y="839"/>
                </a:lnTo>
                <a:lnTo>
                  <a:pt x="631" y="840"/>
                </a:lnTo>
                <a:lnTo>
                  <a:pt x="630" y="840"/>
                </a:lnTo>
                <a:lnTo>
                  <a:pt x="629" y="840"/>
                </a:lnTo>
                <a:lnTo>
                  <a:pt x="629" y="839"/>
                </a:lnTo>
                <a:lnTo>
                  <a:pt x="628" y="839"/>
                </a:lnTo>
                <a:lnTo>
                  <a:pt x="628" y="838"/>
                </a:lnTo>
                <a:lnTo>
                  <a:pt x="627" y="838"/>
                </a:lnTo>
                <a:lnTo>
                  <a:pt x="626" y="838"/>
                </a:lnTo>
                <a:lnTo>
                  <a:pt x="626" y="839"/>
                </a:lnTo>
                <a:lnTo>
                  <a:pt x="625" y="839"/>
                </a:lnTo>
                <a:lnTo>
                  <a:pt x="624" y="839"/>
                </a:lnTo>
                <a:lnTo>
                  <a:pt x="623" y="839"/>
                </a:lnTo>
                <a:lnTo>
                  <a:pt x="622" y="839"/>
                </a:lnTo>
                <a:lnTo>
                  <a:pt x="621" y="839"/>
                </a:lnTo>
                <a:lnTo>
                  <a:pt x="621" y="838"/>
                </a:lnTo>
                <a:lnTo>
                  <a:pt x="620" y="838"/>
                </a:lnTo>
                <a:lnTo>
                  <a:pt x="620" y="839"/>
                </a:lnTo>
                <a:lnTo>
                  <a:pt x="619" y="839"/>
                </a:lnTo>
                <a:lnTo>
                  <a:pt x="619" y="838"/>
                </a:lnTo>
                <a:lnTo>
                  <a:pt x="619" y="837"/>
                </a:lnTo>
                <a:lnTo>
                  <a:pt x="618" y="837"/>
                </a:lnTo>
                <a:lnTo>
                  <a:pt x="618" y="836"/>
                </a:lnTo>
                <a:lnTo>
                  <a:pt x="617" y="836"/>
                </a:lnTo>
                <a:lnTo>
                  <a:pt x="617" y="835"/>
                </a:lnTo>
                <a:lnTo>
                  <a:pt x="616" y="835"/>
                </a:lnTo>
                <a:lnTo>
                  <a:pt x="615" y="835"/>
                </a:lnTo>
                <a:lnTo>
                  <a:pt x="615" y="834"/>
                </a:lnTo>
                <a:lnTo>
                  <a:pt x="614" y="834"/>
                </a:lnTo>
                <a:lnTo>
                  <a:pt x="614" y="835"/>
                </a:lnTo>
                <a:lnTo>
                  <a:pt x="613" y="835"/>
                </a:lnTo>
                <a:lnTo>
                  <a:pt x="613" y="836"/>
                </a:lnTo>
                <a:lnTo>
                  <a:pt x="613" y="835"/>
                </a:lnTo>
                <a:lnTo>
                  <a:pt x="612" y="835"/>
                </a:lnTo>
                <a:lnTo>
                  <a:pt x="609" y="835"/>
                </a:lnTo>
                <a:lnTo>
                  <a:pt x="608" y="835"/>
                </a:lnTo>
                <a:lnTo>
                  <a:pt x="608" y="834"/>
                </a:lnTo>
                <a:lnTo>
                  <a:pt x="608" y="835"/>
                </a:lnTo>
                <a:lnTo>
                  <a:pt x="607" y="835"/>
                </a:lnTo>
                <a:lnTo>
                  <a:pt x="607" y="834"/>
                </a:lnTo>
                <a:lnTo>
                  <a:pt x="606" y="834"/>
                </a:lnTo>
                <a:lnTo>
                  <a:pt x="606" y="833"/>
                </a:lnTo>
                <a:lnTo>
                  <a:pt x="607" y="833"/>
                </a:lnTo>
                <a:lnTo>
                  <a:pt x="607" y="832"/>
                </a:lnTo>
                <a:lnTo>
                  <a:pt x="607" y="831"/>
                </a:lnTo>
                <a:lnTo>
                  <a:pt x="608" y="831"/>
                </a:lnTo>
                <a:lnTo>
                  <a:pt x="608" y="829"/>
                </a:lnTo>
                <a:lnTo>
                  <a:pt x="608" y="828"/>
                </a:lnTo>
                <a:lnTo>
                  <a:pt x="607" y="828"/>
                </a:lnTo>
                <a:lnTo>
                  <a:pt x="607" y="827"/>
                </a:lnTo>
                <a:lnTo>
                  <a:pt x="607" y="826"/>
                </a:lnTo>
                <a:lnTo>
                  <a:pt x="607" y="825"/>
                </a:lnTo>
                <a:lnTo>
                  <a:pt x="607" y="824"/>
                </a:lnTo>
                <a:lnTo>
                  <a:pt x="607" y="823"/>
                </a:lnTo>
                <a:lnTo>
                  <a:pt x="606" y="823"/>
                </a:lnTo>
                <a:lnTo>
                  <a:pt x="605" y="823"/>
                </a:lnTo>
                <a:lnTo>
                  <a:pt x="605" y="822"/>
                </a:lnTo>
                <a:lnTo>
                  <a:pt x="606" y="822"/>
                </a:lnTo>
                <a:lnTo>
                  <a:pt x="606" y="821"/>
                </a:lnTo>
                <a:lnTo>
                  <a:pt x="607" y="821"/>
                </a:lnTo>
                <a:lnTo>
                  <a:pt x="607" y="820"/>
                </a:lnTo>
                <a:lnTo>
                  <a:pt x="607" y="819"/>
                </a:lnTo>
                <a:lnTo>
                  <a:pt x="608" y="819"/>
                </a:lnTo>
                <a:lnTo>
                  <a:pt x="609" y="819"/>
                </a:lnTo>
                <a:lnTo>
                  <a:pt x="610" y="819"/>
                </a:lnTo>
                <a:lnTo>
                  <a:pt x="610" y="818"/>
                </a:lnTo>
                <a:lnTo>
                  <a:pt x="611" y="818"/>
                </a:lnTo>
                <a:lnTo>
                  <a:pt x="611" y="817"/>
                </a:lnTo>
                <a:lnTo>
                  <a:pt x="611" y="816"/>
                </a:lnTo>
                <a:lnTo>
                  <a:pt x="612" y="816"/>
                </a:lnTo>
                <a:lnTo>
                  <a:pt x="611" y="815"/>
                </a:lnTo>
                <a:lnTo>
                  <a:pt x="612" y="815"/>
                </a:lnTo>
                <a:lnTo>
                  <a:pt x="612" y="814"/>
                </a:lnTo>
                <a:lnTo>
                  <a:pt x="613" y="814"/>
                </a:lnTo>
                <a:lnTo>
                  <a:pt x="613" y="813"/>
                </a:lnTo>
                <a:lnTo>
                  <a:pt x="613" y="812"/>
                </a:lnTo>
                <a:lnTo>
                  <a:pt x="613" y="811"/>
                </a:lnTo>
                <a:lnTo>
                  <a:pt x="614" y="811"/>
                </a:lnTo>
                <a:lnTo>
                  <a:pt x="614" y="810"/>
                </a:lnTo>
                <a:lnTo>
                  <a:pt x="613" y="810"/>
                </a:lnTo>
                <a:lnTo>
                  <a:pt x="613" y="809"/>
                </a:lnTo>
                <a:lnTo>
                  <a:pt x="613" y="808"/>
                </a:lnTo>
                <a:lnTo>
                  <a:pt x="612" y="808"/>
                </a:lnTo>
                <a:lnTo>
                  <a:pt x="613" y="808"/>
                </a:lnTo>
                <a:lnTo>
                  <a:pt x="613" y="807"/>
                </a:lnTo>
                <a:lnTo>
                  <a:pt x="614" y="807"/>
                </a:lnTo>
                <a:lnTo>
                  <a:pt x="614" y="806"/>
                </a:lnTo>
                <a:lnTo>
                  <a:pt x="614" y="805"/>
                </a:lnTo>
                <a:lnTo>
                  <a:pt x="614" y="804"/>
                </a:lnTo>
                <a:lnTo>
                  <a:pt x="613" y="804"/>
                </a:lnTo>
                <a:lnTo>
                  <a:pt x="613" y="803"/>
                </a:lnTo>
                <a:lnTo>
                  <a:pt x="612" y="803"/>
                </a:lnTo>
                <a:lnTo>
                  <a:pt x="611" y="803"/>
                </a:lnTo>
                <a:lnTo>
                  <a:pt x="610" y="803"/>
                </a:lnTo>
                <a:lnTo>
                  <a:pt x="610" y="802"/>
                </a:lnTo>
                <a:lnTo>
                  <a:pt x="610" y="801"/>
                </a:lnTo>
                <a:lnTo>
                  <a:pt x="609" y="801"/>
                </a:lnTo>
                <a:lnTo>
                  <a:pt x="609" y="800"/>
                </a:lnTo>
                <a:lnTo>
                  <a:pt x="608" y="800"/>
                </a:lnTo>
                <a:lnTo>
                  <a:pt x="608" y="799"/>
                </a:lnTo>
                <a:lnTo>
                  <a:pt x="607" y="799"/>
                </a:lnTo>
                <a:lnTo>
                  <a:pt x="606" y="799"/>
                </a:lnTo>
                <a:lnTo>
                  <a:pt x="605" y="799"/>
                </a:lnTo>
                <a:lnTo>
                  <a:pt x="605" y="800"/>
                </a:lnTo>
                <a:lnTo>
                  <a:pt x="604" y="800"/>
                </a:lnTo>
                <a:lnTo>
                  <a:pt x="603" y="800"/>
                </a:lnTo>
                <a:lnTo>
                  <a:pt x="603" y="799"/>
                </a:lnTo>
                <a:lnTo>
                  <a:pt x="602" y="799"/>
                </a:lnTo>
                <a:lnTo>
                  <a:pt x="601" y="799"/>
                </a:lnTo>
                <a:lnTo>
                  <a:pt x="601" y="800"/>
                </a:lnTo>
                <a:lnTo>
                  <a:pt x="600" y="800"/>
                </a:lnTo>
                <a:lnTo>
                  <a:pt x="600" y="801"/>
                </a:lnTo>
                <a:lnTo>
                  <a:pt x="600" y="802"/>
                </a:lnTo>
                <a:lnTo>
                  <a:pt x="599" y="802"/>
                </a:lnTo>
                <a:lnTo>
                  <a:pt x="599" y="803"/>
                </a:lnTo>
                <a:lnTo>
                  <a:pt x="598" y="803"/>
                </a:lnTo>
                <a:lnTo>
                  <a:pt x="598" y="804"/>
                </a:lnTo>
                <a:lnTo>
                  <a:pt x="597" y="804"/>
                </a:lnTo>
                <a:lnTo>
                  <a:pt x="597" y="805"/>
                </a:lnTo>
                <a:lnTo>
                  <a:pt x="596" y="805"/>
                </a:lnTo>
                <a:lnTo>
                  <a:pt x="596" y="806"/>
                </a:lnTo>
                <a:lnTo>
                  <a:pt x="595" y="806"/>
                </a:lnTo>
                <a:lnTo>
                  <a:pt x="595" y="807"/>
                </a:lnTo>
                <a:lnTo>
                  <a:pt x="596" y="807"/>
                </a:lnTo>
                <a:lnTo>
                  <a:pt x="596" y="808"/>
                </a:lnTo>
                <a:lnTo>
                  <a:pt x="595" y="808"/>
                </a:lnTo>
                <a:lnTo>
                  <a:pt x="594" y="808"/>
                </a:lnTo>
                <a:lnTo>
                  <a:pt x="594" y="809"/>
                </a:lnTo>
                <a:lnTo>
                  <a:pt x="593" y="809"/>
                </a:lnTo>
                <a:lnTo>
                  <a:pt x="592" y="809"/>
                </a:lnTo>
                <a:lnTo>
                  <a:pt x="592" y="808"/>
                </a:lnTo>
                <a:lnTo>
                  <a:pt x="591" y="808"/>
                </a:lnTo>
                <a:lnTo>
                  <a:pt x="590" y="808"/>
                </a:lnTo>
                <a:lnTo>
                  <a:pt x="589" y="808"/>
                </a:lnTo>
                <a:lnTo>
                  <a:pt x="588" y="809"/>
                </a:lnTo>
                <a:lnTo>
                  <a:pt x="588" y="808"/>
                </a:lnTo>
                <a:lnTo>
                  <a:pt x="587" y="808"/>
                </a:lnTo>
                <a:lnTo>
                  <a:pt x="587" y="809"/>
                </a:lnTo>
                <a:lnTo>
                  <a:pt x="586" y="809"/>
                </a:lnTo>
                <a:lnTo>
                  <a:pt x="585" y="809"/>
                </a:lnTo>
                <a:lnTo>
                  <a:pt x="584" y="809"/>
                </a:lnTo>
                <a:lnTo>
                  <a:pt x="584" y="810"/>
                </a:lnTo>
                <a:lnTo>
                  <a:pt x="583" y="810"/>
                </a:lnTo>
                <a:lnTo>
                  <a:pt x="582" y="810"/>
                </a:lnTo>
                <a:lnTo>
                  <a:pt x="582" y="809"/>
                </a:lnTo>
                <a:lnTo>
                  <a:pt x="581" y="809"/>
                </a:lnTo>
                <a:lnTo>
                  <a:pt x="580" y="808"/>
                </a:lnTo>
                <a:lnTo>
                  <a:pt x="579" y="808"/>
                </a:lnTo>
                <a:lnTo>
                  <a:pt x="578" y="807"/>
                </a:lnTo>
                <a:lnTo>
                  <a:pt x="577" y="807"/>
                </a:lnTo>
                <a:lnTo>
                  <a:pt x="577" y="806"/>
                </a:lnTo>
                <a:lnTo>
                  <a:pt x="576" y="806"/>
                </a:lnTo>
                <a:lnTo>
                  <a:pt x="575" y="806"/>
                </a:lnTo>
                <a:lnTo>
                  <a:pt x="574" y="806"/>
                </a:lnTo>
                <a:lnTo>
                  <a:pt x="574" y="805"/>
                </a:lnTo>
                <a:lnTo>
                  <a:pt x="573" y="806"/>
                </a:lnTo>
                <a:lnTo>
                  <a:pt x="572" y="806"/>
                </a:lnTo>
                <a:lnTo>
                  <a:pt x="572" y="805"/>
                </a:lnTo>
                <a:lnTo>
                  <a:pt x="571" y="805"/>
                </a:lnTo>
                <a:lnTo>
                  <a:pt x="571" y="804"/>
                </a:lnTo>
                <a:lnTo>
                  <a:pt x="570" y="804"/>
                </a:lnTo>
                <a:lnTo>
                  <a:pt x="569" y="804"/>
                </a:lnTo>
                <a:lnTo>
                  <a:pt x="569" y="803"/>
                </a:lnTo>
                <a:lnTo>
                  <a:pt x="570" y="803"/>
                </a:lnTo>
                <a:lnTo>
                  <a:pt x="570" y="802"/>
                </a:lnTo>
                <a:lnTo>
                  <a:pt x="569" y="802"/>
                </a:lnTo>
                <a:lnTo>
                  <a:pt x="569" y="801"/>
                </a:lnTo>
                <a:lnTo>
                  <a:pt x="570" y="801"/>
                </a:lnTo>
                <a:lnTo>
                  <a:pt x="570" y="800"/>
                </a:lnTo>
                <a:lnTo>
                  <a:pt x="569" y="800"/>
                </a:lnTo>
                <a:lnTo>
                  <a:pt x="569" y="799"/>
                </a:lnTo>
                <a:lnTo>
                  <a:pt x="567" y="799"/>
                </a:lnTo>
                <a:lnTo>
                  <a:pt x="567" y="798"/>
                </a:lnTo>
                <a:lnTo>
                  <a:pt x="566" y="798"/>
                </a:lnTo>
                <a:lnTo>
                  <a:pt x="566" y="797"/>
                </a:lnTo>
                <a:lnTo>
                  <a:pt x="565" y="797"/>
                </a:lnTo>
                <a:lnTo>
                  <a:pt x="565" y="796"/>
                </a:lnTo>
                <a:lnTo>
                  <a:pt x="565" y="794"/>
                </a:lnTo>
                <a:lnTo>
                  <a:pt x="564" y="794"/>
                </a:lnTo>
                <a:lnTo>
                  <a:pt x="564" y="793"/>
                </a:lnTo>
                <a:lnTo>
                  <a:pt x="563" y="793"/>
                </a:lnTo>
                <a:lnTo>
                  <a:pt x="563" y="792"/>
                </a:lnTo>
                <a:lnTo>
                  <a:pt x="562" y="792"/>
                </a:lnTo>
                <a:lnTo>
                  <a:pt x="562" y="793"/>
                </a:lnTo>
                <a:lnTo>
                  <a:pt x="561" y="793"/>
                </a:lnTo>
                <a:lnTo>
                  <a:pt x="560" y="793"/>
                </a:lnTo>
                <a:lnTo>
                  <a:pt x="560" y="792"/>
                </a:lnTo>
                <a:lnTo>
                  <a:pt x="560" y="793"/>
                </a:lnTo>
                <a:lnTo>
                  <a:pt x="559" y="793"/>
                </a:lnTo>
                <a:lnTo>
                  <a:pt x="558" y="793"/>
                </a:lnTo>
                <a:lnTo>
                  <a:pt x="558" y="792"/>
                </a:lnTo>
                <a:lnTo>
                  <a:pt x="557" y="792"/>
                </a:lnTo>
                <a:lnTo>
                  <a:pt x="557" y="791"/>
                </a:lnTo>
                <a:lnTo>
                  <a:pt x="556" y="791"/>
                </a:lnTo>
                <a:lnTo>
                  <a:pt x="555" y="791"/>
                </a:lnTo>
                <a:lnTo>
                  <a:pt x="555" y="792"/>
                </a:lnTo>
                <a:lnTo>
                  <a:pt x="555" y="791"/>
                </a:lnTo>
                <a:lnTo>
                  <a:pt x="554" y="791"/>
                </a:lnTo>
                <a:lnTo>
                  <a:pt x="554" y="792"/>
                </a:lnTo>
                <a:lnTo>
                  <a:pt x="553" y="792"/>
                </a:lnTo>
                <a:lnTo>
                  <a:pt x="553" y="791"/>
                </a:lnTo>
                <a:lnTo>
                  <a:pt x="552" y="791"/>
                </a:lnTo>
                <a:lnTo>
                  <a:pt x="552" y="792"/>
                </a:lnTo>
                <a:lnTo>
                  <a:pt x="551" y="792"/>
                </a:lnTo>
                <a:lnTo>
                  <a:pt x="551" y="793"/>
                </a:lnTo>
                <a:lnTo>
                  <a:pt x="550" y="793"/>
                </a:lnTo>
                <a:lnTo>
                  <a:pt x="550" y="792"/>
                </a:lnTo>
                <a:lnTo>
                  <a:pt x="550" y="791"/>
                </a:lnTo>
                <a:lnTo>
                  <a:pt x="549" y="791"/>
                </a:lnTo>
                <a:lnTo>
                  <a:pt x="548" y="791"/>
                </a:lnTo>
                <a:lnTo>
                  <a:pt x="548" y="790"/>
                </a:lnTo>
                <a:lnTo>
                  <a:pt x="547" y="790"/>
                </a:lnTo>
                <a:lnTo>
                  <a:pt x="547" y="789"/>
                </a:lnTo>
                <a:lnTo>
                  <a:pt x="546" y="789"/>
                </a:lnTo>
                <a:lnTo>
                  <a:pt x="546" y="788"/>
                </a:lnTo>
                <a:lnTo>
                  <a:pt x="547" y="788"/>
                </a:lnTo>
                <a:lnTo>
                  <a:pt x="546" y="788"/>
                </a:lnTo>
                <a:lnTo>
                  <a:pt x="546" y="787"/>
                </a:lnTo>
                <a:lnTo>
                  <a:pt x="546" y="786"/>
                </a:lnTo>
                <a:lnTo>
                  <a:pt x="545" y="786"/>
                </a:lnTo>
                <a:lnTo>
                  <a:pt x="545" y="785"/>
                </a:lnTo>
                <a:lnTo>
                  <a:pt x="545" y="784"/>
                </a:lnTo>
                <a:lnTo>
                  <a:pt x="546" y="784"/>
                </a:lnTo>
                <a:lnTo>
                  <a:pt x="545" y="784"/>
                </a:lnTo>
                <a:lnTo>
                  <a:pt x="545" y="783"/>
                </a:lnTo>
                <a:lnTo>
                  <a:pt x="544" y="783"/>
                </a:lnTo>
                <a:lnTo>
                  <a:pt x="543" y="783"/>
                </a:lnTo>
                <a:lnTo>
                  <a:pt x="542" y="783"/>
                </a:lnTo>
                <a:lnTo>
                  <a:pt x="542" y="782"/>
                </a:lnTo>
                <a:lnTo>
                  <a:pt x="543" y="782"/>
                </a:lnTo>
                <a:lnTo>
                  <a:pt x="543" y="781"/>
                </a:lnTo>
                <a:lnTo>
                  <a:pt x="543" y="780"/>
                </a:lnTo>
                <a:lnTo>
                  <a:pt x="542" y="780"/>
                </a:lnTo>
                <a:lnTo>
                  <a:pt x="541" y="780"/>
                </a:lnTo>
                <a:lnTo>
                  <a:pt x="540" y="780"/>
                </a:lnTo>
                <a:lnTo>
                  <a:pt x="540" y="779"/>
                </a:lnTo>
                <a:lnTo>
                  <a:pt x="540" y="780"/>
                </a:lnTo>
                <a:lnTo>
                  <a:pt x="539" y="780"/>
                </a:lnTo>
                <a:lnTo>
                  <a:pt x="538" y="780"/>
                </a:lnTo>
                <a:lnTo>
                  <a:pt x="538" y="779"/>
                </a:lnTo>
                <a:lnTo>
                  <a:pt x="537" y="779"/>
                </a:lnTo>
                <a:lnTo>
                  <a:pt x="536" y="779"/>
                </a:lnTo>
                <a:lnTo>
                  <a:pt x="536" y="780"/>
                </a:lnTo>
                <a:lnTo>
                  <a:pt x="535" y="780"/>
                </a:lnTo>
                <a:lnTo>
                  <a:pt x="535" y="779"/>
                </a:lnTo>
                <a:lnTo>
                  <a:pt x="534" y="779"/>
                </a:lnTo>
                <a:lnTo>
                  <a:pt x="533" y="779"/>
                </a:lnTo>
                <a:lnTo>
                  <a:pt x="533" y="778"/>
                </a:lnTo>
                <a:lnTo>
                  <a:pt x="532" y="778"/>
                </a:lnTo>
                <a:lnTo>
                  <a:pt x="532" y="777"/>
                </a:lnTo>
                <a:lnTo>
                  <a:pt x="531" y="777"/>
                </a:lnTo>
                <a:lnTo>
                  <a:pt x="531" y="776"/>
                </a:lnTo>
                <a:lnTo>
                  <a:pt x="530" y="776"/>
                </a:lnTo>
                <a:lnTo>
                  <a:pt x="529" y="776"/>
                </a:lnTo>
                <a:lnTo>
                  <a:pt x="529" y="777"/>
                </a:lnTo>
                <a:lnTo>
                  <a:pt x="528" y="777"/>
                </a:lnTo>
                <a:lnTo>
                  <a:pt x="528" y="776"/>
                </a:lnTo>
                <a:lnTo>
                  <a:pt x="527" y="776"/>
                </a:lnTo>
                <a:lnTo>
                  <a:pt x="527" y="775"/>
                </a:lnTo>
                <a:lnTo>
                  <a:pt x="526" y="775"/>
                </a:lnTo>
                <a:lnTo>
                  <a:pt x="526" y="774"/>
                </a:lnTo>
                <a:lnTo>
                  <a:pt x="526" y="773"/>
                </a:lnTo>
                <a:lnTo>
                  <a:pt x="527" y="773"/>
                </a:lnTo>
                <a:lnTo>
                  <a:pt x="527" y="772"/>
                </a:lnTo>
                <a:lnTo>
                  <a:pt x="527" y="771"/>
                </a:lnTo>
                <a:lnTo>
                  <a:pt x="527" y="770"/>
                </a:lnTo>
                <a:lnTo>
                  <a:pt x="527" y="769"/>
                </a:lnTo>
                <a:lnTo>
                  <a:pt x="528" y="769"/>
                </a:lnTo>
                <a:lnTo>
                  <a:pt x="528" y="768"/>
                </a:lnTo>
                <a:lnTo>
                  <a:pt x="528" y="767"/>
                </a:lnTo>
                <a:lnTo>
                  <a:pt x="528" y="766"/>
                </a:lnTo>
                <a:lnTo>
                  <a:pt x="528" y="765"/>
                </a:lnTo>
                <a:lnTo>
                  <a:pt x="528" y="764"/>
                </a:lnTo>
                <a:lnTo>
                  <a:pt x="529" y="764"/>
                </a:lnTo>
                <a:lnTo>
                  <a:pt x="529" y="763"/>
                </a:lnTo>
                <a:lnTo>
                  <a:pt x="529" y="762"/>
                </a:lnTo>
                <a:lnTo>
                  <a:pt x="529" y="761"/>
                </a:lnTo>
                <a:lnTo>
                  <a:pt x="528" y="761"/>
                </a:lnTo>
                <a:lnTo>
                  <a:pt x="527" y="761"/>
                </a:lnTo>
                <a:lnTo>
                  <a:pt x="527" y="760"/>
                </a:lnTo>
                <a:lnTo>
                  <a:pt x="525" y="760"/>
                </a:lnTo>
                <a:lnTo>
                  <a:pt x="525" y="761"/>
                </a:lnTo>
                <a:lnTo>
                  <a:pt x="524" y="761"/>
                </a:lnTo>
                <a:lnTo>
                  <a:pt x="523" y="761"/>
                </a:lnTo>
                <a:lnTo>
                  <a:pt x="523" y="760"/>
                </a:lnTo>
                <a:lnTo>
                  <a:pt x="523" y="759"/>
                </a:lnTo>
                <a:lnTo>
                  <a:pt x="523" y="758"/>
                </a:lnTo>
                <a:lnTo>
                  <a:pt x="523" y="757"/>
                </a:lnTo>
                <a:lnTo>
                  <a:pt x="524" y="757"/>
                </a:lnTo>
                <a:lnTo>
                  <a:pt x="524" y="756"/>
                </a:lnTo>
                <a:lnTo>
                  <a:pt x="524" y="755"/>
                </a:lnTo>
                <a:lnTo>
                  <a:pt x="525" y="755"/>
                </a:lnTo>
                <a:lnTo>
                  <a:pt x="524" y="754"/>
                </a:lnTo>
                <a:lnTo>
                  <a:pt x="524" y="753"/>
                </a:lnTo>
                <a:lnTo>
                  <a:pt x="523" y="753"/>
                </a:lnTo>
                <a:lnTo>
                  <a:pt x="523" y="752"/>
                </a:lnTo>
                <a:lnTo>
                  <a:pt x="522" y="752"/>
                </a:lnTo>
                <a:lnTo>
                  <a:pt x="522" y="751"/>
                </a:lnTo>
                <a:lnTo>
                  <a:pt x="522" y="750"/>
                </a:lnTo>
                <a:lnTo>
                  <a:pt x="522" y="749"/>
                </a:lnTo>
                <a:lnTo>
                  <a:pt x="521" y="749"/>
                </a:lnTo>
                <a:lnTo>
                  <a:pt x="521" y="748"/>
                </a:lnTo>
                <a:lnTo>
                  <a:pt x="522" y="748"/>
                </a:lnTo>
                <a:lnTo>
                  <a:pt x="521" y="748"/>
                </a:lnTo>
                <a:lnTo>
                  <a:pt x="521" y="747"/>
                </a:lnTo>
                <a:lnTo>
                  <a:pt x="521" y="746"/>
                </a:lnTo>
                <a:lnTo>
                  <a:pt x="521" y="745"/>
                </a:lnTo>
                <a:lnTo>
                  <a:pt x="522" y="745"/>
                </a:lnTo>
                <a:lnTo>
                  <a:pt x="522" y="744"/>
                </a:lnTo>
                <a:lnTo>
                  <a:pt x="523" y="744"/>
                </a:lnTo>
                <a:lnTo>
                  <a:pt x="524" y="744"/>
                </a:lnTo>
                <a:lnTo>
                  <a:pt x="524" y="743"/>
                </a:lnTo>
                <a:lnTo>
                  <a:pt x="524" y="742"/>
                </a:lnTo>
                <a:lnTo>
                  <a:pt x="525" y="742"/>
                </a:lnTo>
                <a:lnTo>
                  <a:pt x="525" y="741"/>
                </a:lnTo>
                <a:lnTo>
                  <a:pt x="524" y="741"/>
                </a:lnTo>
                <a:lnTo>
                  <a:pt x="523" y="741"/>
                </a:lnTo>
                <a:lnTo>
                  <a:pt x="522" y="741"/>
                </a:lnTo>
                <a:lnTo>
                  <a:pt x="521" y="741"/>
                </a:lnTo>
                <a:lnTo>
                  <a:pt x="520" y="741"/>
                </a:lnTo>
                <a:lnTo>
                  <a:pt x="519" y="741"/>
                </a:lnTo>
                <a:lnTo>
                  <a:pt x="518" y="741"/>
                </a:lnTo>
                <a:lnTo>
                  <a:pt x="517" y="741"/>
                </a:lnTo>
                <a:lnTo>
                  <a:pt x="517" y="740"/>
                </a:lnTo>
                <a:lnTo>
                  <a:pt x="517" y="741"/>
                </a:lnTo>
                <a:lnTo>
                  <a:pt x="517" y="740"/>
                </a:lnTo>
                <a:lnTo>
                  <a:pt x="516" y="740"/>
                </a:lnTo>
                <a:lnTo>
                  <a:pt x="517" y="740"/>
                </a:lnTo>
                <a:lnTo>
                  <a:pt x="517" y="739"/>
                </a:lnTo>
                <a:lnTo>
                  <a:pt x="517" y="738"/>
                </a:lnTo>
                <a:lnTo>
                  <a:pt x="517" y="737"/>
                </a:lnTo>
                <a:lnTo>
                  <a:pt x="516" y="737"/>
                </a:lnTo>
                <a:lnTo>
                  <a:pt x="516" y="736"/>
                </a:lnTo>
                <a:lnTo>
                  <a:pt x="515" y="736"/>
                </a:lnTo>
                <a:lnTo>
                  <a:pt x="515" y="735"/>
                </a:lnTo>
                <a:lnTo>
                  <a:pt x="514" y="735"/>
                </a:lnTo>
                <a:lnTo>
                  <a:pt x="514" y="736"/>
                </a:lnTo>
                <a:lnTo>
                  <a:pt x="513" y="736"/>
                </a:lnTo>
                <a:lnTo>
                  <a:pt x="512" y="736"/>
                </a:lnTo>
                <a:lnTo>
                  <a:pt x="511" y="736"/>
                </a:lnTo>
                <a:lnTo>
                  <a:pt x="511" y="735"/>
                </a:lnTo>
                <a:lnTo>
                  <a:pt x="510" y="735"/>
                </a:lnTo>
                <a:lnTo>
                  <a:pt x="509" y="735"/>
                </a:lnTo>
                <a:lnTo>
                  <a:pt x="509" y="736"/>
                </a:lnTo>
                <a:lnTo>
                  <a:pt x="508" y="736"/>
                </a:lnTo>
                <a:lnTo>
                  <a:pt x="507" y="736"/>
                </a:lnTo>
                <a:lnTo>
                  <a:pt x="507" y="735"/>
                </a:lnTo>
                <a:lnTo>
                  <a:pt x="506" y="735"/>
                </a:lnTo>
                <a:lnTo>
                  <a:pt x="505" y="735"/>
                </a:lnTo>
                <a:lnTo>
                  <a:pt x="506" y="735"/>
                </a:lnTo>
                <a:lnTo>
                  <a:pt x="506" y="734"/>
                </a:lnTo>
                <a:lnTo>
                  <a:pt x="507" y="734"/>
                </a:lnTo>
                <a:lnTo>
                  <a:pt x="506" y="733"/>
                </a:lnTo>
                <a:lnTo>
                  <a:pt x="505" y="733"/>
                </a:lnTo>
                <a:lnTo>
                  <a:pt x="504" y="732"/>
                </a:lnTo>
                <a:lnTo>
                  <a:pt x="503" y="732"/>
                </a:lnTo>
                <a:lnTo>
                  <a:pt x="502" y="732"/>
                </a:lnTo>
                <a:lnTo>
                  <a:pt x="502" y="733"/>
                </a:lnTo>
                <a:lnTo>
                  <a:pt x="501" y="733"/>
                </a:lnTo>
                <a:lnTo>
                  <a:pt x="500" y="733"/>
                </a:lnTo>
                <a:lnTo>
                  <a:pt x="499" y="733"/>
                </a:lnTo>
                <a:lnTo>
                  <a:pt x="498" y="733"/>
                </a:lnTo>
                <a:lnTo>
                  <a:pt x="498" y="732"/>
                </a:lnTo>
                <a:lnTo>
                  <a:pt x="497" y="732"/>
                </a:lnTo>
                <a:lnTo>
                  <a:pt x="497" y="733"/>
                </a:lnTo>
                <a:lnTo>
                  <a:pt x="496" y="733"/>
                </a:lnTo>
                <a:lnTo>
                  <a:pt x="495" y="733"/>
                </a:lnTo>
                <a:lnTo>
                  <a:pt x="495" y="734"/>
                </a:lnTo>
                <a:lnTo>
                  <a:pt x="494" y="734"/>
                </a:lnTo>
                <a:lnTo>
                  <a:pt x="493" y="734"/>
                </a:lnTo>
                <a:lnTo>
                  <a:pt x="493" y="735"/>
                </a:lnTo>
                <a:lnTo>
                  <a:pt x="492" y="735"/>
                </a:lnTo>
                <a:lnTo>
                  <a:pt x="491" y="735"/>
                </a:lnTo>
                <a:lnTo>
                  <a:pt x="490" y="735"/>
                </a:lnTo>
                <a:lnTo>
                  <a:pt x="489" y="735"/>
                </a:lnTo>
                <a:lnTo>
                  <a:pt x="490" y="735"/>
                </a:lnTo>
                <a:lnTo>
                  <a:pt x="489" y="735"/>
                </a:lnTo>
                <a:lnTo>
                  <a:pt x="489" y="736"/>
                </a:lnTo>
                <a:lnTo>
                  <a:pt x="489" y="737"/>
                </a:lnTo>
                <a:lnTo>
                  <a:pt x="488" y="737"/>
                </a:lnTo>
                <a:lnTo>
                  <a:pt x="488" y="738"/>
                </a:lnTo>
                <a:lnTo>
                  <a:pt x="488" y="739"/>
                </a:lnTo>
                <a:lnTo>
                  <a:pt x="489" y="739"/>
                </a:lnTo>
                <a:lnTo>
                  <a:pt x="488" y="739"/>
                </a:lnTo>
                <a:lnTo>
                  <a:pt x="488" y="740"/>
                </a:lnTo>
                <a:lnTo>
                  <a:pt x="487" y="740"/>
                </a:lnTo>
                <a:lnTo>
                  <a:pt x="487" y="741"/>
                </a:lnTo>
                <a:lnTo>
                  <a:pt x="487" y="740"/>
                </a:lnTo>
                <a:lnTo>
                  <a:pt x="486" y="740"/>
                </a:lnTo>
                <a:lnTo>
                  <a:pt x="486" y="741"/>
                </a:lnTo>
                <a:lnTo>
                  <a:pt x="485" y="741"/>
                </a:lnTo>
                <a:lnTo>
                  <a:pt x="484" y="741"/>
                </a:lnTo>
                <a:lnTo>
                  <a:pt x="483" y="741"/>
                </a:lnTo>
                <a:lnTo>
                  <a:pt x="482" y="741"/>
                </a:lnTo>
                <a:lnTo>
                  <a:pt x="481" y="741"/>
                </a:lnTo>
                <a:lnTo>
                  <a:pt x="480" y="741"/>
                </a:lnTo>
                <a:lnTo>
                  <a:pt x="479" y="741"/>
                </a:lnTo>
                <a:lnTo>
                  <a:pt x="479" y="742"/>
                </a:lnTo>
                <a:lnTo>
                  <a:pt x="479" y="743"/>
                </a:lnTo>
                <a:lnTo>
                  <a:pt x="478" y="744"/>
                </a:lnTo>
                <a:lnTo>
                  <a:pt x="477" y="744"/>
                </a:lnTo>
                <a:lnTo>
                  <a:pt x="476" y="744"/>
                </a:lnTo>
                <a:lnTo>
                  <a:pt x="476" y="745"/>
                </a:lnTo>
                <a:lnTo>
                  <a:pt x="475" y="745"/>
                </a:lnTo>
                <a:lnTo>
                  <a:pt x="476" y="745"/>
                </a:lnTo>
                <a:lnTo>
                  <a:pt x="476" y="746"/>
                </a:lnTo>
                <a:lnTo>
                  <a:pt x="475" y="746"/>
                </a:lnTo>
                <a:lnTo>
                  <a:pt x="476" y="746"/>
                </a:lnTo>
                <a:lnTo>
                  <a:pt x="475" y="746"/>
                </a:lnTo>
                <a:lnTo>
                  <a:pt x="476" y="746"/>
                </a:lnTo>
                <a:lnTo>
                  <a:pt x="476" y="747"/>
                </a:lnTo>
                <a:lnTo>
                  <a:pt x="475" y="748"/>
                </a:lnTo>
                <a:lnTo>
                  <a:pt x="474" y="748"/>
                </a:lnTo>
                <a:lnTo>
                  <a:pt x="474" y="749"/>
                </a:lnTo>
                <a:lnTo>
                  <a:pt x="473" y="749"/>
                </a:lnTo>
                <a:lnTo>
                  <a:pt x="472" y="749"/>
                </a:lnTo>
                <a:lnTo>
                  <a:pt x="472" y="748"/>
                </a:lnTo>
                <a:lnTo>
                  <a:pt x="472" y="747"/>
                </a:lnTo>
                <a:lnTo>
                  <a:pt x="471" y="747"/>
                </a:lnTo>
                <a:lnTo>
                  <a:pt x="470" y="747"/>
                </a:lnTo>
                <a:lnTo>
                  <a:pt x="470" y="748"/>
                </a:lnTo>
                <a:lnTo>
                  <a:pt x="469" y="748"/>
                </a:lnTo>
                <a:lnTo>
                  <a:pt x="469" y="747"/>
                </a:lnTo>
                <a:lnTo>
                  <a:pt x="468" y="747"/>
                </a:lnTo>
                <a:lnTo>
                  <a:pt x="468" y="746"/>
                </a:lnTo>
                <a:lnTo>
                  <a:pt x="468" y="745"/>
                </a:lnTo>
                <a:lnTo>
                  <a:pt x="467" y="745"/>
                </a:lnTo>
                <a:lnTo>
                  <a:pt x="467" y="744"/>
                </a:lnTo>
                <a:lnTo>
                  <a:pt x="467" y="745"/>
                </a:lnTo>
                <a:lnTo>
                  <a:pt x="466" y="745"/>
                </a:lnTo>
                <a:lnTo>
                  <a:pt x="465" y="745"/>
                </a:lnTo>
                <a:lnTo>
                  <a:pt x="464" y="745"/>
                </a:lnTo>
                <a:lnTo>
                  <a:pt x="464" y="744"/>
                </a:lnTo>
                <a:lnTo>
                  <a:pt x="463" y="743"/>
                </a:lnTo>
                <a:lnTo>
                  <a:pt x="463" y="742"/>
                </a:lnTo>
                <a:lnTo>
                  <a:pt x="463" y="741"/>
                </a:lnTo>
                <a:lnTo>
                  <a:pt x="463" y="740"/>
                </a:lnTo>
                <a:lnTo>
                  <a:pt x="463" y="739"/>
                </a:lnTo>
                <a:lnTo>
                  <a:pt x="462" y="739"/>
                </a:lnTo>
                <a:lnTo>
                  <a:pt x="461" y="739"/>
                </a:lnTo>
                <a:lnTo>
                  <a:pt x="461" y="738"/>
                </a:lnTo>
                <a:lnTo>
                  <a:pt x="460" y="738"/>
                </a:lnTo>
                <a:lnTo>
                  <a:pt x="461" y="738"/>
                </a:lnTo>
                <a:lnTo>
                  <a:pt x="461" y="737"/>
                </a:lnTo>
                <a:lnTo>
                  <a:pt x="460" y="737"/>
                </a:lnTo>
                <a:lnTo>
                  <a:pt x="459" y="737"/>
                </a:lnTo>
                <a:lnTo>
                  <a:pt x="459" y="738"/>
                </a:lnTo>
                <a:lnTo>
                  <a:pt x="458" y="737"/>
                </a:lnTo>
                <a:lnTo>
                  <a:pt x="458" y="736"/>
                </a:lnTo>
                <a:lnTo>
                  <a:pt x="457" y="736"/>
                </a:lnTo>
                <a:lnTo>
                  <a:pt x="457" y="735"/>
                </a:lnTo>
                <a:lnTo>
                  <a:pt x="456" y="735"/>
                </a:lnTo>
                <a:lnTo>
                  <a:pt x="456" y="734"/>
                </a:lnTo>
                <a:lnTo>
                  <a:pt x="456" y="733"/>
                </a:lnTo>
                <a:lnTo>
                  <a:pt x="456" y="732"/>
                </a:lnTo>
                <a:lnTo>
                  <a:pt x="456" y="731"/>
                </a:lnTo>
                <a:lnTo>
                  <a:pt x="456" y="730"/>
                </a:lnTo>
                <a:lnTo>
                  <a:pt x="455" y="730"/>
                </a:lnTo>
                <a:lnTo>
                  <a:pt x="455" y="729"/>
                </a:lnTo>
                <a:lnTo>
                  <a:pt x="454" y="729"/>
                </a:lnTo>
                <a:lnTo>
                  <a:pt x="454" y="728"/>
                </a:lnTo>
                <a:lnTo>
                  <a:pt x="453" y="728"/>
                </a:lnTo>
                <a:lnTo>
                  <a:pt x="454" y="728"/>
                </a:lnTo>
                <a:lnTo>
                  <a:pt x="454" y="727"/>
                </a:lnTo>
                <a:lnTo>
                  <a:pt x="453" y="727"/>
                </a:lnTo>
                <a:lnTo>
                  <a:pt x="454" y="727"/>
                </a:lnTo>
                <a:lnTo>
                  <a:pt x="454" y="726"/>
                </a:lnTo>
                <a:lnTo>
                  <a:pt x="454" y="725"/>
                </a:lnTo>
                <a:lnTo>
                  <a:pt x="455" y="725"/>
                </a:lnTo>
                <a:lnTo>
                  <a:pt x="455" y="724"/>
                </a:lnTo>
                <a:lnTo>
                  <a:pt x="454" y="724"/>
                </a:lnTo>
                <a:lnTo>
                  <a:pt x="454" y="723"/>
                </a:lnTo>
                <a:lnTo>
                  <a:pt x="454" y="722"/>
                </a:lnTo>
                <a:lnTo>
                  <a:pt x="453" y="722"/>
                </a:lnTo>
                <a:lnTo>
                  <a:pt x="452" y="722"/>
                </a:lnTo>
                <a:lnTo>
                  <a:pt x="451" y="722"/>
                </a:lnTo>
                <a:lnTo>
                  <a:pt x="450" y="722"/>
                </a:lnTo>
                <a:lnTo>
                  <a:pt x="450" y="721"/>
                </a:lnTo>
                <a:lnTo>
                  <a:pt x="449" y="721"/>
                </a:lnTo>
                <a:lnTo>
                  <a:pt x="449" y="720"/>
                </a:lnTo>
                <a:lnTo>
                  <a:pt x="449" y="719"/>
                </a:lnTo>
                <a:lnTo>
                  <a:pt x="448" y="719"/>
                </a:lnTo>
                <a:lnTo>
                  <a:pt x="448" y="718"/>
                </a:lnTo>
                <a:lnTo>
                  <a:pt x="447" y="718"/>
                </a:lnTo>
                <a:lnTo>
                  <a:pt x="447" y="717"/>
                </a:lnTo>
                <a:lnTo>
                  <a:pt x="448" y="717"/>
                </a:lnTo>
                <a:lnTo>
                  <a:pt x="448" y="716"/>
                </a:lnTo>
                <a:lnTo>
                  <a:pt x="447" y="716"/>
                </a:lnTo>
                <a:lnTo>
                  <a:pt x="447" y="715"/>
                </a:lnTo>
                <a:lnTo>
                  <a:pt x="448" y="715"/>
                </a:lnTo>
                <a:lnTo>
                  <a:pt x="447" y="715"/>
                </a:lnTo>
                <a:lnTo>
                  <a:pt x="447" y="714"/>
                </a:lnTo>
                <a:lnTo>
                  <a:pt x="446" y="714"/>
                </a:lnTo>
                <a:lnTo>
                  <a:pt x="445" y="714"/>
                </a:lnTo>
                <a:lnTo>
                  <a:pt x="445" y="713"/>
                </a:lnTo>
                <a:lnTo>
                  <a:pt x="444" y="714"/>
                </a:lnTo>
                <a:lnTo>
                  <a:pt x="443" y="714"/>
                </a:lnTo>
                <a:lnTo>
                  <a:pt x="442" y="714"/>
                </a:lnTo>
                <a:lnTo>
                  <a:pt x="441" y="714"/>
                </a:lnTo>
                <a:lnTo>
                  <a:pt x="440" y="714"/>
                </a:lnTo>
                <a:lnTo>
                  <a:pt x="440" y="713"/>
                </a:lnTo>
                <a:lnTo>
                  <a:pt x="440" y="712"/>
                </a:lnTo>
                <a:lnTo>
                  <a:pt x="440" y="711"/>
                </a:lnTo>
                <a:lnTo>
                  <a:pt x="440" y="710"/>
                </a:lnTo>
                <a:lnTo>
                  <a:pt x="439" y="710"/>
                </a:lnTo>
                <a:lnTo>
                  <a:pt x="439" y="709"/>
                </a:lnTo>
                <a:lnTo>
                  <a:pt x="440" y="709"/>
                </a:lnTo>
                <a:lnTo>
                  <a:pt x="439" y="709"/>
                </a:lnTo>
                <a:lnTo>
                  <a:pt x="440" y="709"/>
                </a:lnTo>
                <a:lnTo>
                  <a:pt x="441" y="709"/>
                </a:lnTo>
                <a:lnTo>
                  <a:pt x="442" y="709"/>
                </a:lnTo>
                <a:lnTo>
                  <a:pt x="442" y="708"/>
                </a:lnTo>
                <a:lnTo>
                  <a:pt x="441" y="708"/>
                </a:lnTo>
                <a:lnTo>
                  <a:pt x="441" y="707"/>
                </a:lnTo>
                <a:lnTo>
                  <a:pt x="440" y="707"/>
                </a:lnTo>
                <a:lnTo>
                  <a:pt x="440" y="706"/>
                </a:lnTo>
                <a:lnTo>
                  <a:pt x="439" y="706"/>
                </a:lnTo>
                <a:lnTo>
                  <a:pt x="439" y="707"/>
                </a:lnTo>
                <a:lnTo>
                  <a:pt x="438" y="707"/>
                </a:lnTo>
                <a:lnTo>
                  <a:pt x="438" y="706"/>
                </a:lnTo>
                <a:lnTo>
                  <a:pt x="437" y="706"/>
                </a:lnTo>
                <a:lnTo>
                  <a:pt x="436" y="706"/>
                </a:lnTo>
                <a:lnTo>
                  <a:pt x="436" y="705"/>
                </a:lnTo>
                <a:lnTo>
                  <a:pt x="436" y="704"/>
                </a:lnTo>
                <a:lnTo>
                  <a:pt x="435" y="704"/>
                </a:lnTo>
                <a:lnTo>
                  <a:pt x="435" y="703"/>
                </a:lnTo>
                <a:lnTo>
                  <a:pt x="434" y="703"/>
                </a:lnTo>
                <a:lnTo>
                  <a:pt x="434" y="704"/>
                </a:lnTo>
                <a:lnTo>
                  <a:pt x="434" y="703"/>
                </a:lnTo>
                <a:lnTo>
                  <a:pt x="433" y="703"/>
                </a:lnTo>
                <a:lnTo>
                  <a:pt x="433" y="704"/>
                </a:lnTo>
                <a:lnTo>
                  <a:pt x="433" y="705"/>
                </a:lnTo>
                <a:lnTo>
                  <a:pt x="432" y="705"/>
                </a:lnTo>
                <a:lnTo>
                  <a:pt x="431" y="705"/>
                </a:lnTo>
                <a:lnTo>
                  <a:pt x="431" y="704"/>
                </a:lnTo>
                <a:lnTo>
                  <a:pt x="431" y="703"/>
                </a:lnTo>
                <a:lnTo>
                  <a:pt x="431" y="702"/>
                </a:lnTo>
                <a:lnTo>
                  <a:pt x="430" y="702"/>
                </a:lnTo>
                <a:lnTo>
                  <a:pt x="429" y="702"/>
                </a:lnTo>
                <a:lnTo>
                  <a:pt x="428" y="702"/>
                </a:lnTo>
                <a:lnTo>
                  <a:pt x="427" y="702"/>
                </a:lnTo>
                <a:lnTo>
                  <a:pt x="427" y="701"/>
                </a:lnTo>
                <a:lnTo>
                  <a:pt x="427" y="702"/>
                </a:lnTo>
                <a:lnTo>
                  <a:pt x="426" y="702"/>
                </a:lnTo>
                <a:lnTo>
                  <a:pt x="425" y="702"/>
                </a:lnTo>
                <a:lnTo>
                  <a:pt x="425" y="703"/>
                </a:lnTo>
                <a:lnTo>
                  <a:pt x="424" y="703"/>
                </a:lnTo>
                <a:lnTo>
                  <a:pt x="425" y="703"/>
                </a:lnTo>
                <a:lnTo>
                  <a:pt x="425" y="704"/>
                </a:lnTo>
                <a:lnTo>
                  <a:pt x="424" y="704"/>
                </a:lnTo>
                <a:lnTo>
                  <a:pt x="424" y="703"/>
                </a:lnTo>
                <a:lnTo>
                  <a:pt x="423" y="703"/>
                </a:lnTo>
                <a:lnTo>
                  <a:pt x="422" y="703"/>
                </a:lnTo>
                <a:lnTo>
                  <a:pt x="422" y="702"/>
                </a:lnTo>
                <a:lnTo>
                  <a:pt x="422" y="701"/>
                </a:lnTo>
                <a:lnTo>
                  <a:pt x="421" y="701"/>
                </a:lnTo>
                <a:lnTo>
                  <a:pt x="421" y="702"/>
                </a:lnTo>
                <a:lnTo>
                  <a:pt x="421" y="701"/>
                </a:lnTo>
                <a:lnTo>
                  <a:pt x="420" y="701"/>
                </a:lnTo>
                <a:lnTo>
                  <a:pt x="420" y="700"/>
                </a:lnTo>
                <a:lnTo>
                  <a:pt x="420" y="699"/>
                </a:lnTo>
                <a:lnTo>
                  <a:pt x="419" y="699"/>
                </a:lnTo>
                <a:lnTo>
                  <a:pt x="418" y="699"/>
                </a:lnTo>
                <a:lnTo>
                  <a:pt x="418" y="698"/>
                </a:lnTo>
                <a:lnTo>
                  <a:pt x="417" y="698"/>
                </a:lnTo>
                <a:lnTo>
                  <a:pt x="417" y="697"/>
                </a:lnTo>
                <a:lnTo>
                  <a:pt x="416" y="697"/>
                </a:lnTo>
                <a:lnTo>
                  <a:pt x="416" y="698"/>
                </a:lnTo>
                <a:lnTo>
                  <a:pt x="416" y="697"/>
                </a:lnTo>
                <a:lnTo>
                  <a:pt x="416" y="698"/>
                </a:lnTo>
                <a:lnTo>
                  <a:pt x="415" y="697"/>
                </a:lnTo>
                <a:lnTo>
                  <a:pt x="414" y="697"/>
                </a:lnTo>
                <a:lnTo>
                  <a:pt x="414" y="698"/>
                </a:lnTo>
                <a:lnTo>
                  <a:pt x="413" y="698"/>
                </a:lnTo>
                <a:lnTo>
                  <a:pt x="412" y="698"/>
                </a:lnTo>
                <a:lnTo>
                  <a:pt x="412" y="697"/>
                </a:lnTo>
                <a:lnTo>
                  <a:pt x="411" y="697"/>
                </a:lnTo>
                <a:lnTo>
                  <a:pt x="411" y="696"/>
                </a:lnTo>
                <a:lnTo>
                  <a:pt x="411" y="695"/>
                </a:lnTo>
                <a:lnTo>
                  <a:pt x="412" y="695"/>
                </a:lnTo>
                <a:lnTo>
                  <a:pt x="411" y="695"/>
                </a:lnTo>
                <a:lnTo>
                  <a:pt x="411" y="694"/>
                </a:lnTo>
                <a:lnTo>
                  <a:pt x="410" y="694"/>
                </a:lnTo>
                <a:lnTo>
                  <a:pt x="410" y="693"/>
                </a:lnTo>
                <a:lnTo>
                  <a:pt x="410" y="694"/>
                </a:lnTo>
                <a:lnTo>
                  <a:pt x="409" y="694"/>
                </a:lnTo>
                <a:lnTo>
                  <a:pt x="409" y="693"/>
                </a:lnTo>
                <a:lnTo>
                  <a:pt x="409" y="694"/>
                </a:lnTo>
                <a:lnTo>
                  <a:pt x="408" y="694"/>
                </a:lnTo>
                <a:lnTo>
                  <a:pt x="407" y="694"/>
                </a:lnTo>
                <a:lnTo>
                  <a:pt x="406" y="694"/>
                </a:lnTo>
                <a:lnTo>
                  <a:pt x="406" y="695"/>
                </a:lnTo>
                <a:lnTo>
                  <a:pt x="405" y="695"/>
                </a:lnTo>
                <a:lnTo>
                  <a:pt x="404" y="695"/>
                </a:lnTo>
                <a:lnTo>
                  <a:pt x="404" y="696"/>
                </a:lnTo>
                <a:lnTo>
                  <a:pt x="404" y="695"/>
                </a:lnTo>
                <a:lnTo>
                  <a:pt x="403" y="695"/>
                </a:lnTo>
                <a:lnTo>
                  <a:pt x="402" y="695"/>
                </a:lnTo>
                <a:lnTo>
                  <a:pt x="401" y="695"/>
                </a:lnTo>
                <a:lnTo>
                  <a:pt x="400" y="695"/>
                </a:lnTo>
                <a:lnTo>
                  <a:pt x="400" y="694"/>
                </a:lnTo>
                <a:lnTo>
                  <a:pt x="400" y="693"/>
                </a:lnTo>
                <a:lnTo>
                  <a:pt x="400" y="692"/>
                </a:lnTo>
                <a:lnTo>
                  <a:pt x="399" y="692"/>
                </a:lnTo>
                <a:lnTo>
                  <a:pt x="398" y="692"/>
                </a:lnTo>
                <a:lnTo>
                  <a:pt x="397" y="692"/>
                </a:lnTo>
                <a:lnTo>
                  <a:pt x="397" y="691"/>
                </a:lnTo>
                <a:lnTo>
                  <a:pt x="396" y="691"/>
                </a:lnTo>
                <a:lnTo>
                  <a:pt x="395" y="691"/>
                </a:lnTo>
                <a:lnTo>
                  <a:pt x="395" y="690"/>
                </a:lnTo>
                <a:lnTo>
                  <a:pt x="395" y="689"/>
                </a:lnTo>
                <a:lnTo>
                  <a:pt x="395" y="688"/>
                </a:lnTo>
                <a:lnTo>
                  <a:pt x="394" y="688"/>
                </a:lnTo>
                <a:lnTo>
                  <a:pt x="394" y="687"/>
                </a:lnTo>
                <a:lnTo>
                  <a:pt x="393" y="687"/>
                </a:lnTo>
                <a:lnTo>
                  <a:pt x="392" y="687"/>
                </a:lnTo>
                <a:lnTo>
                  <a:pt x="391" y="687"/>
                </a:lnTo>
                <a:lnTo>
                  <a:pt x="390" y="687"/>
                </a:lnTo>
                <a:lnTo>
                  <a:pt x="389" y="687"/>
                </a:lnTo>
                <a:lnTo>
                  <a:pt x="389" y="688"/>
                </a:lnTo>
                <a:lnTo>
                  <a:pt x="388" y="688"/>
                </a:lnTo>
                <a:lnTo>
                  <a:pt x="388" y="687"/>
                </a:lnTo>
                <a:lnTo>
                  <a:pt x="388" y="686"/>
                </a:lnTo>
                <a:lnTo>
                  <a:pt x="389" y="686"/>
                </a:lnTo>
                <a:lnTo>
                  <a:pt x="389" y="685"/>
                </a:lnTo>
                <a:lnTo>
                  <a:pt x="389" y="684"/>
                </a:lnTo>
                <a:lnTo>
                  <a:pt x="390" y="684"/>
                </a:lnTo>
                <a:lnTo>
                  <a:pt x="390" y="685"/>
                </a:lnTo>
                <a:lnTo>
                  <a:pt x="390" y="684"/>
                </a:lnTo>
                <a:lnTo>
                  <a:pt x="391" y="684"/>
                </a:lnTo>
                <a:lnTo>
                  <a:pt x="392" y="684"/>
                </a:lnTo>
                <a:lnTo>
                  <a:pt x="392" y="683"/>
                </a:lnTo>
                <a:lnTo>
                  <a:pt x="393" y="683"/>
                </a:lnTo>
                <a:lnTo>
                  <a:pt x="393" y="682"/>
                </a:lnTo>
                <a:lnTo>
                  <a:pt x="392" y="682"/>
                </a:lnTo>
                <a:lnTo>
                  <a:pt x="392" y="681"/>
                </a:lnTo>
                <a:lnTo>
                  <a:pt x="392" y="680"/>
                </a:lnTo>
                <a:lnTo>
                  <a:pt x="391" y="680"/>
                </a:lnTo>
                <a:lnTo>
                  <a:pt x="390" y="680"/>
                </a:lnTo>
                <a:lnTo>
                  <a:pt x="390" y="679"/>
                </a:lnTo>
                <a:lnTo>
                  <a:pt x="389" y="678"/>
                </a:lnTo>
                <a:lnTo>
                  <a:pt x="388" y="678"/>
                </a:lnTo>
                <a:lnTo>
                  <a:pt x="388" y="679"/>
                </a:lnTo>
                <a:lnTo>
                  <a:pt x="387" y="679"/>
                </a:lnTo>
                <a:lnTo>
                  <a:pt x="386" y="679"/>
                </a:lnTo>
                <a:lnTo>
                  <a:pt x="385" y="679"/>
                </a:lnTo>
                <a:lnTo>
                  <a:pt x="385" y="680"/>
                </a:lnTo>
                <a:lnTo>
                  <a:pt x="384" y="680"/>
                </a:lnTo>
                <a:lnTo>
                  <a:pt x="383" y="680"/>
                </a:lnTo>
                <a:lnTo>
                  <a:pt x="382" y="680"/>
                </a:lnTo>
                <a:lnTo>
                  <a:pt x="382" y="679"/>
                </a:lnTo>
                <a:lnTo>
                  <a:pt x="383" y="679"/>
                </a:lnTo>
                <a:lnTo>
                  <a:pt x="383" y="678"/>
                </a:lnTo>
                <a:lnTo>
                  <a:pt x="384" y="678"/>
                </a:lnTo>
                <a:lnTo>
                  <a:pt x="384" y="677"/>
                </a:lnTo>
                <a:lnTo>
                  <a:pt x="384" y="676"/>
                </a:lnTo>
                <a:lnTo>
                  <a:pt x="383" y="676"/>
                </a:lnTo>
                <a:lnTo>
                  <a:pt x="382" y="676"/>
                </a:lnTo>
                <a:lnTo>
                  <a:pt x="382" y="675"/>
                </a:lnTo>
                <a:lnTo>
                  <a:pt x="381" y="675"/>
                </a:lnTo>
                <a:lnTo>
                  <a:pt x="380" y="675"/>
                </a:lnTo>
                <a:lnTo>
                  <a:pt x="380" y="674"/>
                </a:lnTo>
                <a:lnTo>
                  <a:pt x="380" y="673"/>
                </a:lnTo>
                <a:lnTo>
                  <a:pt x="379" y="673"/>
                </a:lnTo>
                <a:lnTo>
                  <a:pt x="379" y="672"/>
                </a:lnTo>
                <a:lnTo>
                  <a:pt x="379" y="671"/>
                </a:lnTo>
                <a:lnTo>
                  <a:pt x="378" y="671"/>
                </a:lnTo>
                <a:lnTo>
                  <a:pt x="378" y="670"/>
                </a:lnTo>
                <a:lnTo>
                  <a:pt x="377" y="670"/>
                </a:lnTo>
                <a:lnTo>
                  <a:pt x="377" y="669"/>
                </a:lnTo>
                <a:lnTo>
                  <a:pt x="377" y="668"/>
                </a:lnTo>
                <a:lnTo>
                  <a:pt x="376" y="668"/>
                </a:lnTo>
                <a:lnTo>
                  <a:pt x="376" y="667"/>
                </a:lnTo>
                <a:lnTo>
                  <a:pt x="375" y="667"/>
                </a:lnTo>
                <a:lnTo>
                  <a:pt x="375" y="666"/>
                </a:lnTo>
                <a:lnTo>
                  <a:pt x="374" y="666"/>
                </a:lnTo>
                <a:lnTo>
                  <a:pt x="374" y="667"/>
                </a:lnTo>
                <a:lnTo>
                  <a:pt x="373" y="667"/>
                </a:lnTo>
                <a:lnTo>
                  <a:pt x="373" y="668"/>
                </a:lnTo>
                <a:lnTo>
                  <a:pt x="372" y="668"/>
                </a:lnTo>
                <a:lnTo>
                  <a:pt x="372" y="669"/>
                </a:lnTo>
                <a:lnTo>
                  <a:pt x="371" y="669"/>
                </a:lnTo>
                <a:lnTo>
                  <a:pt x="371" y="668"/>
                </a:lnTo>
                <a:lnTo>
                  <a:pt x="370" y="668"/>
                </a:lnTo>
                <a:lnTo>
                  <a:pt x="370" y="667"/>
                </a:lnTo>
                <a:lnTo>
                  <a:pt x="369" y="667"/>
                </a:lnTo>
                <a:lnTo>
                  <a:pt x="369" y="666"/>
                </a:lnTo>
                <a:lnTo>
                  <a:pt x="368" y="666"/>
                </a:lnTo>
                <a:lnTo>
                  <a:pt x="368" y="665"/>
                </a:lnTo>
                <a:lnTo>
                  <a:pt x="367" y="665"/>
                </a:lnTo>
                <a:lnTo>
                  <a:pt x="367" y="666"/>
                </a:lnTo>
                <a:lnTo>
                  <a:pt x="367" y="665"/>
                </a:lnTo>
                <a:lnTo>
                  <a:pt x="366" y="665"/>
                </a:lnTo>
                <a:lnTo>
                  <a:pt x="366" y="664"/>
                </a:lnTo>
                <a:lnTo>
                  <a:pt x="365" y="664"/>
                </a:lnTo>
                <a:lnTo>
                  <a:pt x="364" y="664"/>
                </a:lnTo>
                <a:lnTo>
                  <a:pt x="364" y="663"/>
                </a:lnTo>
                <a:lnTo>
                  <a:pt x="363" y="662"/>
                </a:lnTo>
                <a:lnTo>
                  <a:pt x="362" y="662"/>
                </a:lnTo>
                <a:lnTo>
                  <a:pt x="362" y="661"/>
                </a:lnTo>
                <a:lnTo>
                  <a:pt x="361" y="661"/>
                </a:lnTo>
                <a:lnTo>
                  <a:pt x="361" y="660"/>
                </a:lnTo>
                <a:lnTo>
                  <a:pt x="360" y="660"/>
                </a:lnTo>
                <a:lnTo>
                  <a:pt x="360" y="661"/>
                </a:lnTo>
                <a:lnTo>
                  <a:pt x="360" y="662"/>
                </a:lnTo>
                <a:lnTo>
                  <a:pt x="359" y="662"/>
                </a:lnTo>
                <a:lnTo>
                  <a:pt x="359" y="661"/>
                </a:lnTo>
                <a:lnTo>
                  <a:pt x="358" y="661"/>
                </a:lnTo>
                <a:lnTo>
                  <a:pt x="358" y="660"/>
                </a:lnTo>
                <a:lnTo>
                  <a:pt x="357" y="660"/>
                </a:lnTo>
                <a:lnTo>
                  <a:pt x="357" y="659"/>
                </a:lnTo>
                <a:lnTo>
                  <a:pt x="356" y="659"/>
                </a:lnTo>
                <a:lnTo>
                  <a:pt x="356" y="658"/>
                </a:lnTo>
                <a:lnTo>
                  <a:pt x="355" y="658"/>
                </a:lnTo>
                <a:lnTo>
                  <a:pt x="355" y="659"/>
                </a:lnTo>
                <a:lnTo>
                  <a:pt x="354" y="659"/>
                </a:lnTo>
                <a:lnTo>
                  <a:pt x="353" y="659"/>
                </a:lnTo>
                <a:lnTo>
                  <a:pt x="352" y="659"/>
                </a:lnTo>
                <a:lnTo>
                  <a:pt x="352" y="658"/>
                </a:lnTo>
                <a:lnTo>
                  <a:pt x="352" y="657"/>
                </a:lnTo>
                <a:lnTo>
                  <a:pt x="351" y="657"/>
                </a:lnTo>
                <a:lnTo>
                  <a:pt x="350" y="657"/>
                </a:lnTo>
                <a:lnTo>
                  <a:pt x="349" y="657"/>
                </a:lnTo>
                <a:lnTo>
                  <a:pt x="349" y="656"/>
                </a:lnTo>
                <a:lnTo>
                  <a:pt x="348" y="656"/>
                </a:lnTo>
                <a:lnTo>
                  <a:pt x="348" y="655"/>
                </a:lnTo>
                <a:lnTo>
                  <a:pt x="348" y="656"/>
                </a:lnTo>
                <a:lnTo>
                  <a:pt x="347" y="656"/>
                </a:lnTo>
                <a:lnTo>
                  <a:pt x="347" y="657"/>
                </a:lnTo>
                <a:lnTo>
                  <a:pt x="347" y="656"/>
                </a:lnTo>
                <a:lnTo>
                  <a:pt x="346" y="656"/>
                </a:lnTo>
                <a:lnTo>
                  <a:pt x="345" y="656"/>
                </a:lnTo>
                <a:lnTo>
                  <a:pt x="345" y="657"/>
                </a:lnTo>
                <a:lnTo>
                  <a:pt x="345" y="656"/>
                </a:lnTo>
                <a:lnTo>
                  <a:pt x="344" y="656"/>
                </a:lnTo>
                <a:lnTo>
                  <a:pt x="343" y="656"/>
                </a:lnTo>
                <a:lnTo>
                  <a:pt x="342" y="656"/>
                </a:lnTo>
                <a:lnTo>
                  <a:pt x="342" y="657"/>
                </a:lnTo>
                <a:lnTo>
                  <a:pt x="342" y="656"/>
                </a:lnTo>
                <a:lnTo>
                  <a:pt x="341" y="656"/>
                </a:lnTo>
                <a:lnTo>
                  <a:pt x="341" y="655"/>
                </a:lnTo>
                <a:lnTo>
                  <a:pt x="341" y="654"/>
                </a:lnTo>
                <a:lnTo>
                  <a:pt x="342" y="654"/>
                </a:lnTo>
                <a:lnTo>
                  <a:pt x="343" y="654"/>
                </a:lnTo>
                <a:lnTo>
                  <a:pt x="343" y="653"/>
                </a:lnTo>
                <a:lnTo>
                  <a:pt x="342" y="653"/>
                </a:lnTo>
                <a:lnTo>
                  <a:pt x="343" y="653"/>
                </a:lnTo>
                <a:lnTo>
                  <a:pt x="343" y="652"/>
                </a:lnTo>
                <a:lnTo>
                  <a:pt x="342" y="651"/>
                </a:lnTo>
                <a:lnTo>
                  <a:pt x="342" y="650"/>
                </a:lnTo>
                <a:lnTo>
                  <a:pt x="343" y="650"/>
                </a:lnTo>
                <a:lnTo>
                  <a:pt x="343" y="649"/>
                </a:lnTo>
                <a:lnTo>
                  <a:pt x="344" y="649"/>
                </a:lnTo>
                <a:lnTo>
                  <a:pt x="344" y="648"/>
                </a:lnTo>
                <a:lnTo>
                  <a:pt x="345" y="648"/>
                </a:lnTo>
                <a:lnTo>
                  <a:pt x="345" y="647"/>
                </a:lnTo>
                <a:lnTo>
                  <a:pt x="344" y="647"/>
                </a:lnTo>
                <a:lnTo>
                  <a:pt x="343" y="647"/>
                </a:lnTo>
                <a:lnTo>
                  <a:pt x="343" y="646"/>
                </a:lnTo>
                <a:lnTo>
                  <a:pt x="343" y="645"/>
                </a:lnTo>
                <a:lnTo>
                  <a:pt x="343" y="644"/>
                </a:lnTo>
                <a:lnTo>
                  <a:pt x="342" y="644"/>
                </a:lnTo>
                <a:lnTo>
                  <a:pt x="341" y="644"/>
                </a:lnTo>
                <a:lnTo>
                  <a:pt x="340" y="644"/>
                </a:lnTo>
                <a:lnTo>
                  <a:pt x="340" y="643"/>
                </a:lnTo>
                <a:lnTo>
                  <a:pt x="339" y="643"/>
                </a:lnTo>
                <a:lnTo>
                  <a:pt x="339" y="642"/>
                </a:lnTo>
                <a:lnTo>
                  <a:pt x="338" y="642"/>
                </a:lnTo>
                <a:lnTo>
                  <a:pt x="338" y="641"/>
                </a:lnTo>
                <a:lnTo>
                  <a:pt x="338" y="640"/>
                </a:lnTo>
                <a:lnTo>
                  <a:pt x="336" y="640"/>
                </a:lnTo>
                <a:lnTo>
                  <a:pt x="336" y="639"/>
                </a:lnTo>
                <a:lnTo>
                  <a:pt x="335" y="639"/>
                </a:lnTo>
                <a:lnTo>
                  <a:pt x="335" y="638"/>
                </a:lnTo>
                <a:lnTo>
                  <a:pt x="336" y="638"/>
                </a:lnTo>
                <a:lnTo>
                  <a:pt x="336" y="637"/>
                </a:lnTo>
                <a:lnTo>
                  <a:pt x="337" y="637"/>
                </a:lnTo>
                <a:lnTo>
                  <a:pt x="337" y="636"/>
                </a:lnTo>
                <a:lnTo>
                  <a:pt x="337" y="635"/>
                </a:lnTo>
                <a:lnTo>
                  <a:pt x="336" y="635"/>
                </a:lnTo>
                <a:lnTo>
                  <a:pt x="336" y="634"/>
                </a:lnTo>
                <a:lnTo>
                  <a:pt x="337" y="634"/>
                </a:lnTo>
                <a:lnTo>
                  <a:pt x="337" y="633"/>
                </a:lnTo>
                <a:lnTo>
                  <a:pt x="337" y="632"/>
                </a:lnTo>
                <a:lnTo>
                  <a:pt x="338" y="632"/>
                </a:lnTo>
                <a:lnTo>
                  <a:pt x="337" y="632"/>
                </a:lnTo>
                <a:lnTo>
                  <a:pt x="337" y="631"/>
                </a:lnTo>
                <a:lnTo>
                  <a:pt x="337" y="630"/>
                </a:lnTo>
                <a:lnTo>
                  <a:pt x="336" y="630"/>
                </a:lnTo>
                <a:lnTo>
                  <a:pt x="336" y="629"/>
                </a:lnTo>
                <a:lnTo>
                  <a:pt x="336" y="628"/>
                </a:lnTo>
                <a:lnTo>
                  <a:pt x="335" y="628"/>
                </a:lnTo>
                <a:lnTo>
                  <a:pt x="335" y="627"/>
                </a:lnTo>
                <a:lnTo>
                  <a:pt x="334" y="627"/>
                </a:lnTo>
                <a:lnTo>
                  <a:pt x="334" y="626"/>
                </a:lnTo>
                <a:lnTo>
                  <a:pt x="333" y="626"/>
                </a:lnTo>
                <a:lnTo>
                  <a:pt x="333" y="627"/>
                </a:lnTo>
                <a:lnTo>
                  <a:pt x="332" y="627"/>
                </a:lnTo>
                <a:lnTo>
                  <a:pt x="332" y="628"/>
                </a:lnTo>
                <a:lnTo>
                  <a:pt x="331" y="628"/>
                </a:lnTo>
                <a:lnTo>
                  <a:pt x="331" y="629"/>
                </a:lnTo>
                <a:lnTo>
                  <a:pt x="330" y="629"/>
                </a:lnTo>
                <a:lnTo>
                  <a:pt x="330" y="628"/>
                </a:lnTo>
                <a:lnTo>
                  <a:pt x="329" y="628"/>
                </a:lnTo>
                <a:lnTo>
                  <a:pt x="329" y="629"/>
                </a:lnTo>
                <a:lnTo>
                  <a:pt x="329" y="628"/>
                </a:lnTo>
                <a:lnTo>
                  <a:pt x="328" y="628"/>
                </a:lnTo>
                <a:lnTo>
                  <a:pt x="327" y="628"/>
                </a:lnTo>
                <a:lnTo>
                  <a:pt x="327" y="629"/>
                </a:lnTo>
                <a:lnTo>
                  <a:pt x="327" y="630"/>
                </a:lnTo>
                <a:lnTo>
                  <a:pt x="327" y="629"/>
                </a:lnTo>
                <a:lnTo>
                  <a:pt x="327" y="630"/>
                </a:lnTo>
                <a:lnTo>
                  <a:pt x="326" y="630"/>
                </a:lnTo>
                <a:lnTo>
                  <a:pt x="325" y="630"/>
                </a:lnTo>
                <a:lnTo>
                  <a:pt x="324" y="630"/>
                </a:lnTo>
                <a:lnTo>
                  <a:pt x="324" y="629"/>
                </a:lnTo>
                <a:lnTo>
                  <a:pt x="323" y="629"/>
                </a:lnTo>
                <a:lnTo>
                  <a:pt x="323" y="628"/>
                </a:lnTo>
                <a:lnTo>
                  <a:pt x="323" y="629"/>
                </a:lnTo>
                <a:lnTo>
                  <a:pt x="323" y="628"/>
                </a:lnTo>
                <a:lnTo>
                  <a:pt x="322" y="628"/>
                </a:lnTo>
                <a:lnTo>
                  <a:pt x="323" y="628"/>
                </a:lnTo>
                <a:lnTo>
                  <a:pt x="323" y="627"/>
                </a:lnTo>
                <a:lnTo>
                  <a:pt x="322" y="627"/>
                </a:lnTo>
                <a:lnTo>
                  <a:pt x="321" y="627"/>
                </a:lnTo>
                <a:lnTo>
                  <a:pt x="321" y="628"/>
                </a:lnTo>
                <a:lnTo>
                  <a:pt x="320" y="628"/>
                </a:lnTo>
                <a:lnTo>
                  <a:pt x="319" y="628"/>
                </a:lnTo>
                <a:lnTo>
                  <a:pt x="319" y="627"/>
                </a:lnTo>
                <a:lnTo>
                  <a:pt x="318" y="627"/>
                </a:lnTo>
                <a:lnTo>
                  <a:pt x="317" y="627"/>
                </a:lnTo>
                <a:lnTo>
                  <a:pt x="316" y="627"/>
                </a:lnTo>
                <a:lnTo>
                  <a:pt x="316" y="626"/>
                </a:lnTo>
                <a:lnTo>
                  <a:pt x="315" y="626"/>
                </a:lnTo>
                <a:lnTo>
                  <a:pt x="315" y="625"/>
                </a:lnTo>
                <a:lnTo>
                  <a:pt x="314" y="625"/>
                </a:lnTo>
                <a:lnTo>
                  <a:pt x="313" y="624"/>
                </a:lnTo>
                <a:lnTo>
                  <a:pt x="313" y="625"/>
                </a:lnTo>
                <a:lnTo>
                  <a:pt x="312" y="625"/>
                </a:lnTo>
                <a:lnTo>
                  <a:pt x="310" y="625"/>
                </a:lnTo>
                <a:lnTo>
                  <a:pt x="310" y="624"/>
                </a:lnTo>
                <a:lnTo>
                  <a:pt x="309" y="624"/>
                </a:lnTo>
                <a:lnTo>
                  <a:pt x="308" y="624"/>
                </a:lnTo>
                <a:lnTo>
                  <a:pt x="307" y="624"/>
                </a:lnTo>
                <a:lnTo>
                  <a:pt x="306" y="624"/>
                </a:lnTo>
                <a:lnTo>
                  <a:pt x="305" y="624"/>
                </a:lnTo>
                <a:lnTo>
                  <a:pt x="304" y="624"/>
                </a:lnTo>
                <a:lnTo>
                  <a:pt x="304" y="623"/>
                </a:lnTo>
                <a:lnTo>
                  <a:pt x="303" y="623"/>
                </a:lnTo>
                <a:lnTo>
                  <a:pt x="302" y="623"/>
                </a:lnTo>
                <a:lnTo>
                  <a:pt x="302" y="622"/>
                </a:lnTo>
                <a:lnTo>
                  <a:pt x="302" y="621"/>
                </a:lnTo>
                <a:lnTo>
                  <a:pt x="300" y="621"/>
                </a:lnTo>
                <a:lnTo>
                  <a:pt x="300" y="620"/>
                </a:lnTo>
                <a:lnTo>
                  <a:pt x="299" y="620"/>
                </a:lnTo>
                <a:lnTo>
                  <a:pt x="298" y="620"/>
                </a:lnTo>
                <a:lnTo>
                  <a:pt x="297" y="620"/>
                </a:lnTo>
                <a:lnTo>
                  <a:pt x="297" y="619"/>
                </a:lnTo>
                <a:lnTo>
                  <a:pt x="296" y="619"/>
                </a:lnTo>
                <a:lnTo>
                  <a:pt x="295" y="619"/>
                </a:lnTo>
                <a:lnTo>
                  <a:pt x="295" y="618"/>
                </a:lnTo>
                <a:lnTo>
                  <a:pt x="294" y="618"/>
                </a:lnTo>
                <a:lnTo>
                  <a:pt x="293" y="618"/>
                </a:lnTo>
                <a:lnTo>
                  <a:pt x="292" y="618"/>
                </a:lnTo>
                <a:lnTo>
                  <a:pt x="292" y="617"/>
                </a:lnTo>
                <a:lnTo>
                  <a:pt x="292" y="618"/>
                </a:lnTo>
                <a:lnTo>
                  <a:pt x="292" y="619"/>
                </a:lnTo>
                <a:lnTo>
                  <a:pt x="292" y="620"/>
                </a:lnTo>
                <a:lnTo>
                  <a:pt x="291" y="621"/>
                </a:lnTo>
                <a:lnTo>
                  <a:pt x="290" y="621"/>
                </a:lnTo>
                <a:lnTo>
                  <a:pt x="289" y="621"/>
                </a:lnTo>
                <a:lnTo>
                  <a:pt x="289" y="620"/>
                </a:lnTo>
                <a:lnTo>
                  <a:pt x="288" y="620"/>
                </a:lnTo>
                <a:lnTo>
                  <a:pt x="288" y="619"/>
                </a:lnTo>
                <a:lnTo>
                  <a:pt x="287" y="619"/>
                </a:lnTo>
                <a:lnTo>
                  <a:pt x="287" y="620"/>
                </a:lnTo>
                <a:lnTo>
                  <a:pt x="286" y="620"/>
                </a:lnTo>
                <a:lnTo>
                  <a:pt x="286" y="621"/>
                </a:lnTo>
                <a:lnTo>
                  <a:pt x="286" y="622"/>
                </a:lnTo>
                <a:lnTo>
                  <a:pt x="286" y="623"/>
                </a:lnTo>
                <a:lnTo>
                  <a:pt x="286" y="624"/>
                </a:lnTo>
                <a:lnTo>
                  <a:pt x="286" y="625"/>
                </a:lnTo>
                <a:lnTo>
                  <a:pt x="285" y="625"/>
                </a:lnTo>
                <a:lnTo>
                  <a:pt x="284" y="625"/>
                </a:lnTo>
                <a:lnTo>
                  <a:pt x="283" y="625"/>
                </a:lnTo>
                <a:lnTo>
                  <a:pt x="283" y="624"/>
                </a:lnTo>
                <a:lnTo>
                  <a:pt x="282" y="624"/>
                </a:lnTo>
                <a:lnTo>
                  <a:pt x="281" y="624"/>
                </a:lnTo>
                <a:lnTo>
                  <a:pt x="280" y="624"/>
                </a:lnTo>
                <a:lnTo>
                  <a:pt x="279" y="624"/>
                </a:lnTo>
                <a:lnTo>
                  <a:pt x="279" y="623"/>
                </a:lnTo>
                <a:lnTo>
                  <a:pt x="278" y="622"/>
                </a:lnTo>
                <a:lnTo>
                  <a:pt x="277" y="622"/>
                </a:lnTo>
                <a:lnTo>
                  <a:pt x="277" y="621"/>
                </a:lnTo>
                <a:lnTo>
                  <a:pt x="276" y="621"/>
                </a:lnTo>
                <a:lnTo>
                  <a:pt x="276" y="620"/>
                </a:lnTo>
                <a:lnTo>
                  <a:pt x="276" y="621"/>
                </a:lnTo>
                <a:lnTo>
                  <a:pt x="275" y="621"/>
                </a:lnTo>
                <a:lnTo>
                  <a:pt x="275" y="620"/>
                </a:lnTo>
                <a:lnTo>
                  <a:pt x="274" y="620"/>
                </a:lnTo>
                <a:lnTo>
                  <a:pt x="273" y="620"/>
                </a:lnTo>
                <a:lnTo>
                  <a:pt x="273" y="621"/>
                </a:lnTo>
                <a:lnTo>
                  <a:pt x="272" y="621"/>
                </a:lnTo>
                <a:lnTo>
                  <a:pt x="272" y="622"/>
                </a:lnTo>
                <a:lnTo>
                  <a:pt x="273" y="622"/>
                </a:lnTo>
                <a:lnTo>
                  <a:pt x="272" y="622"/>
                </a:lnTo>
                <a:lnTo>
                  <a:pt x="272" y="623"/>
                </a:lnTo>
                <a:lnTo>
                  <a:pt x="273" y="623"/>
                </a:lnTo>
                <a:lnTo>
                  <a:pt x="274" y="623"/>
                </a:lnTo>
                <a:lnTo>
                  <a:pt x="274" y="624"/>
                </a:lnTo>
                <a:lnTo>
                  <a:pt x="275" y="624"/>
                </a:lnTo>
                <a:lnTo>
                  <a:pt x="274" y="624"/>
                </a:lnTo>
                <a:lnTo>
                  <a:pt x="274" y="625"/>
                </a:lnTo>
                <a:lnTo>
                  <a:pt x="273" y="625"/>
                </a:lnTo>
                <a:lnTo>
                  <a:pt x="272" y="625"/>
                </a:lnTo>
                <a:lnTo>
                  <a:pt x="272" y="626"/>
                </a:lnTo>
                <a:lnTo>
                  <a:pt x="272" y="627"/>
                </a:lnTo>
                <a:lnTo>
                  <a:pt x="273" y="627"/>
                </a:lnTo>
                <a:lnTo>
                  <a:pt x="273" y="628"/>
                </a:lnTo>
                <a:lnTo>
                  <a:pt x="272" y="628"/>
                </a:lnTo>
                <a:lnTo>
                  <a:pt x="273" y="628"/>
                </a:lnTo>
                <a:lnTo>
                  <a:pt x="273" y="629"/>
                </a:lnTo>
                <a:lnTo>
                  <a:pt x="272" y="629"/>
                </a:lnTo>
                <a:lnTo>
                  <a:pt x="272" y="630"/>
                </a:lnTo>
                <a:lnTo>
                  <a:pt x="272" y="631"/>
                </a:lnTo>
                <a:lnTo>
                  <a:pt x="273" y="631"/>
                </a:lnTo>
                <a:lnTo>
                  <a:pt x="274" y="631"/>
                </a:lnTo>
                <a:lnTo>
                  <a:pt x="274" y="632"/>
                </a:lnTo>
                <a:lnTo>
                  <a:pt x="273" y="632"/>
                </a:lnTo>
                <a:lnTo>
                  <a:pt x="273" y="633"/>
                </a:lnTo>
                <a:lnTo>
                  <a:pt x="272" y="633"/>
                </a:lnTo>
                <a:lnTo>
                  <a:pt x="272" y="634"/>
                </a:lnTo>
                <a:lnTo>
                  <a:pt x="273" y="634"/>
                </a:lnTo>
                <a:lnTo>
                  <a:pt x="274" y="634"/>
                </a:lnTo>
                <a:lnTo>
                  <a:pt x="274" y="635"/>
                </a:lnTo>
                <a:lnTo>
                  <a:pt x="273" y="635"/>
                </a:lnTo>
                <a:lnTo>
                  <a:pt x="273" y="636"/>
                </a:lnTo>
                <a:lnTo>
                  <a:pt x="273" y="637"/>
                </a:lnTo>
                <a:lnTo>
                  <a:pt x="272" y="637"/>
                </a:lnTo>
                <a:lnTo>
                  <a:pt x="272" y="638"/>
                </a:lnTo>
                <a:lnTo>
                  <a:pt x="271" y="638"/>
                </a:lnTo>
                <a:lnTo>
                  <a:pt x="272" y="638"/>
                </a:lnTo>
                <a:lnTo>
                  <a:pt x="272" y="639"/>
                </a:lnTo>
                <a:lnTo>
                  <a:pt x="271" y="639"/>
                </a:lnTo>
                <a:lnTo>
                  <a:pt x="271" y="640"/>
                </a:lnTo>
                <a:lnTo>
                  <a:pt x="272" y="640"/>
                </a:lnTo>
                <a:lnTo>
                  <a:pt x="272" y="641"/>
                </a:lnTo>
                <a:lnTo>
                  <a:pt x="272" y="642"/>
                </a:lnTo>
                <a:lnTo>
                  <a:pt x="271" y="642"/>
                </a:lnTo>
                <a:lnTo>
                  <a:pt x="271" y="643"/>
                </a:lnTo>
                <a:lnTo>
                  <a:pt x="270" y="643"/>
                </a:lnTo>
                <a:lnTo>
                  <a:pt x="270" y="644"/>
                </a:lnTo>
                <a:lnTo>
                  <a:pt x="269" y="644"/>
                </a:lnTo>
                <a:lnTo>
                  <a:pt x="269" y="645"/>
                </a:lnTo>
                <a:lnTo>
                  <a:pt x="268" y="645"/>
                </a:lnTo>
                <a:lnTo>
                  <a:pt x="267" y="645"/>
                </a:lnTo>
                <a:lnTo>
                  <a:pt x="267" y="646"/>
                </a:lnTo>
                <a:lnTo>
                  <a:pt x="267" y="647"/>
                </a:lnTo>
                <a:lnTo>
                  <a:pt x="266" y="647"/>
                </a:lnTo>
                <a:lnTo>
                  <a:pt x="266" y="648"/>
                </a:lnTo>
                <a:lnTo>
                  <a:pt x="265" y="648"/>
                </a:lnTo>
                <a:lnTo>
                  <a:pt x="264" y="648"/>
                </a:lnTo>
                <a:lnTo>
                  <a:pt x="264" y="647"/>
                </a:lnTo>
                <a:lnTo>
                  <a:pt x="263" y="647"/>
                </a:lnTo>
                <a:lnTo>
                  <a:pt x="264" y="647"/>
                </a:lnTo>
                <a:lnTo>
                  <a:pt x="263" y="647"/>
                </a:lnTo>
                <a:lnTo>
                  <a:pt x="262" y="647"/>
                </a:lnTo>
                <a:lnTo>
                  <a:pt x="261" y="647"/>
                </a:lnTo>
                <a:lnTo>
                  <a:pt x="260" y="647"/>
                </a:lnTo>
                <a:lnTo>
                  <a:pt x="260" y="648"/>
                </a:lnTo>
                <a:lnTo>
                  <a:pt x="259" y="648"/>
                </a:lnTo>
                <a:lnTo>
                  <a:pt x="259" y="649"/>
                </a:lnTo>
                <a:lnTo>
                  <a:pt x="260" y="649"/>
                </a:lnTo>
                <a:lnTo>
                  <a:pt x="260" y="650"/>
                </a:lnTo>
                <a:lnTo>
                  <a:pt x="261" y="650"/>
                </a:lnTo>
                <a:lnTo>
                  <a:pt x="261" y="651"/>
                </a:lnTo>
                <a:lnTo>
                  <a:pt x="262" y="651"/>
                </a:lnTo>
                <a:lnTo>
                  <a:pt x="262" y="652"/>
                </a:lnTo>
                <a:lnTo>
                  <a:pt x="262" y="653"/>
                </a:lnTo>
                <a:lnTo>
                  <a:pt x="262" y="654"/>
                </a:lnTo>
                <a:lnTo>
                  <a:pt x="262" y="655"/>
                </a:lnTo>
                <a:lnTo>
                  <a:pt x="262" y="656"/>
                </a:lnTo>
                <a:lnTo>
                  <a:pt x="261" y="656"/>
                </a:lnTo>
                <a:lnTo>
                  <a:pt x="261" y="657"/>
                </a:lnTo>
                <a:lnTo>
                  <a:pt x="261" y="658"/>
                </a:lnTo>
                <a:lnTo>
                  <a:pt x="261" y="659"/>
                </a:lnTo>
                <a:lnTo>
                  <a:pt x="260" y="659"/>
                </a:lnTo>
                <a:lnTo>
                  <a:pt x="259" y="659"/>
                </a:lnTo>
                <a:lnTo>
                  <a:pt x="258" y="659"/>
                </a:lnTo>
                <a:lnTo>
                  <a:pt x="258" y="660"/>
                </a:lnTo>
                <a:lnTo>
                  <a:pt x="257" y="660"/>
                </a:lnTo>
                <a:lnTo>
                  <a:pt x="258" y="660"/>
                </a:lnTo>
                <a:lnTo>
                  <a:pt x="258" y="661"/>
                </a:lnTo>
                <a:lnTo>
                  <a:pt x="259" y="661"/>
                </a:lnTo>
                <a:lnTo>
                  <a:pt x="259" y="662"/>
                </a:lnTo>
                <a:lnTo>
                  <a:pt x="258" y="662"/>
                </a:lnTo>
                <a:lnTo>
                  <a:pt x="257" y="662"/>
                </a:lnTo>
                <a:lnTo>
                  <a:pt x="257" y="663"/>
                </a:lnTo>
                <a:lnTo>
                  <a:pt x="256" y="663"/>
                </a:lnTo>
                <a:lnTo>
                  <a:pt x="256" y="662"/>
                </a:lnTo>
                <a:lnTo>
                  <a:pt x="255" y="662"/>
                </a:lnTo>
                <a:lnTo>
                  <a:pt x="255" y="661"/>
                </a:lnTo>
                <a:lnTo>
                  <a:pt x="254" y="661"/>
                </a:lnTo>
                <a:lnTo>
                  <a:pt x="253" y="661"/>
                </a:lnTo>
                <a:lnTo>
                  <a:pt x="253" y="662"/>
                </a:lnTo>
                <a:lnTo>
                  <a:pt x="252" y="662"/>
                </a:lnTo>
                <a:lnTo>
                  <a:pt x="251" y="662"/>
                </a:lnTo>
                <a:lnTo>
                  <a:pt x="250" y="662"/>
                </a:lnTo>
                <a:lnTo>
                  <a:pt x="249" y="662"/>
                </a:lnTo>
                <a:lnTo>
                  <a:pt x="248" y="662"/>
                </a:lnTo>
                <a:lnTo>
                  <a:pt x="248" y="661"/>
                </a:lnTo>
                <a:lnTo>
                  <a:pt x="247" y="661"/>
                </a:lnTo>
                <a:lnTo>
                  <a:pt x="247" y="660"/>
                </a:lnTo>
                <a:lnTo>
                  <a:pt x="246" y="660"/>
                </a:lnTo>
                <a:lnTo>
                  <a:pt x="246" y="659"/>
                </a:lnTo>
                <a:lnTo>
                  <a:pt x="245" y="659"/>
                </a:lnTo>
                <a:lnTo>
                  <a:pt x="245" y="658"/>
                </a:lnTo>
                <a:lnTo>
                  <a:pt x="244" y="658"/>
                </a:lnTo>
                <a:lnTo>
                  <a:pt x="245" y="657"/>
                </a:lnTo>
                <a:lnTo>
                  <a:pt x="245" y="656"/>
                </a:lnTo>
                <a:lnTo>
                  <a:pt x="246" y="655"/>
                </a:lnTo>
                <a:lnTo>
                  <a:pt x="246" y="654"/>
                </a:lnTo>
                <a:lnTo>
                  <a:pt x="245" y="654"/>
                </a:lnTo>
                <a:lnTo>
                  <a:pt x="245" y="653"/>
                </a:lnTo>
                <a:lnTo>
                  <a:pt x="244" y="653"/>
                </a:lnTo>
                <a:lnTo>
                  <a:pt x="243" y="653"/>
                </a:lnTo>
                <a:lnTo>
                  <a:pt x="244" y="653"/>
                </a:lnTo>
                <a:lnTo>
                  <a:pt x="244" y="652"/>
                </a:lnTo>
                <a:lnTo>
                  <a:pt x="244" y="651"/>
                </a:lnTo>
                <a:lnTo>
                  <a:pt x="243" y="651"/>
                </a:lnTo>
                <a:lnTo>
                  <a:pt x="243" y="650"/>
                </a:lnTo>
                <a:lnTo>
                  <a:pt x="243" y="649"/>
                </a:lnTo>
                <a:lnTo>
                  <a:pt x="244" y="649"/>
                </a:lnTo>
                <a:lnTo>
                  <a:pt x="243" y="649"/>
                </a:lnTo>
                <a:lnTo>
                  <a:pt x="244" y="649"/>
                </a:lnTo>
                <a:lnTo>
                  <a:pt x="243" y="649"/>
                </a:lnTo>
                <a:lnTo>
                  <a:pt x="243" y="648"/>
                </a:lnTo>
                <a:lnTo>
                  <a:pt x="244" y="648"/>
                </a:lnTo>
                <a:lnTo>
                  <a:pt x="243" y="648"/>
                </a:lnTo>
                <a:lnTo>
                  <a:pt x="243" y="647"/>
                </a:lnTo>
                <a:lnTo>
                  <a:pt x="242" y="647"/>
                </a:lnTo>
                <a:lnTo>
                  <a:pt x="242" y="646"/>
                </a:lnTo>
                <a:lnTo>
                  <a:pt x="241" y="646"/>
                </a:lnTo>
                <a:lnTo>
                  <a:pt x="241" y="645"/>
                </a:lnTo>
                <a:lnTo>
                  <a:pt x="240" y="645"/>
                </a:lnTo>
                <a:lnTo>
                  <a:pt x="240" y="644"/>
                </a:lnTo>
                <a:lnTo>
                  <a:pt x="240" y="643"/>
                </a:lnTo>
                <a:lnTo>
                  <a:pt x="239" y="643"/>
                </a:lnTo>
                <a:lnTo>
                  <a:pt x="240" y="643"/>
                </a:lnTo>
                <a:lnTo>
                  <a:pt x="240" y="642"/>
                </a:lnTo>
                <a:lnTo>
                  <a:pt x="240" y="641"/>
                </a:lnTo>
                <a:lnTo>
                  <a:pt x="239" y="641"/>
                </a:lnTo>
                <a:lnTo>
                  <a:pt x="239" y="640"/>
                </a:lnTo>
                <a:lnTo>
                  <a:pt x="238" y="640"/>
                </a:lnTo>
                <a:lnTo>
                  <a:pt x="239" y="639"/>
                </a:lnTo>
                <a:lnTo>
                  <a:pt x="239" y="638"/>
                </a:lnTo>
                <a:lnTo>
                  <a:pt x="238" y="638"/>
                </a:lnTo>
                <a:lnTo>
                  <a:pt x="238" y="637"/>
                </a:lnTo>
                <a:lnTo>
                  <a:pt x="237" y="637"/>
                </a:lnTo>
                <a:lnTo>
                  <a:pt x="237" y="636"/>
                </a:lnTo>
                <a:lnTo>
                  <a:pt x="236" y="636"/>
                </a:lnTo>
                <a:lnTo>
                  <a:pt x="235" y="636"/>
                </a:lnTo>
                <a:lnTo>
                  <a:pt x="234" y="636"/>
                </a:lnTo>
                <a:lnTo>
                  <a:pt x="233" y="636"/>
                </a:lnTo>
                <a:lnTo>
                  <a:pt x="232" y="636"/>
                </a:lnTo>
                <a:lnTo>
                  <a:pt x="231" y="636"/>
                </a:lnTo>
                <a:lnTo>
                  <a:pt x="230" y="636"/>
                </a:lnTo>
                <a:lnTo>
                  <a:pt x="229" y="636"/>
                </a:lnTo>
                <a:lnTo>
                  <a:pt x="229" y="635"/>
                </a:lnTo>
                <a:lnTo>
                  <a:pt x="230" y="635"/>
                </a:lnTo>
                <a:lnTo>
                  <a:pt x="230" y="634"/>
                </a:lnTo>
                <a:lnTo>
                  <a:pt x="229" y="634"/>
                </a:lnTo>
                <a:lnTo>
                  <a:pt x="228" y="634"/>
                </a:lnTo>
                <a:lnTo>
                  <a:pt x="228" y="633"/>
                </a:lnTo>
                <a:lnTo>
                  <a:pt x="228" y="632"/>
                </a:lnTo>
                <a:lnTo>
                  <a:pt x="227" y="632"/>
                </a:lnTo>
                <a:lnTo>
                  <a:pt x="226" y="632"/>
                </a:lnTo>
                <a:lnTo>
                  <a:pt x="226" y="633"/>
                </a:lnTo>
                <a:lnTo>
                  <a:pt x="226" y="632"/>
                </a:lnTo>
                <a:lnTo>
                  <a:pt x="225" y="632"/>
                </a:lnTo>
                <a:lnTo>
                  <a:pt x="224" y="632"/>
                </a:lnTo>
                <a:lnTo>
                  <a:pt x="224" y="631"/>
                </a:lnTo>
                <a:lnTo>
                  <a:pt x="223" y="631"/>
                </a:lnTo>
                <a:lnTo>
                  <a:pt x="222" y="631"/>
                </a:lnTo>
                <a:lnTo>
                  <a:pt x="221" y="631"/>
                </a:lnTo>
                <a:lnTo>
                  <a:pt x="220" y="631"/>
                </a:lnTo>
                <a:lnTo>
                  <a:pt x="220" y="630"/>
                </a:lnTo>
                <a:lnTo>
                  <a:pt x="219" y="630"/>
                </a:lnTo>
                <a:lnTo>
                  <a:pt x="218" y="630"/>
                </a:lnTo>
                <a:lnTo>
                  <a:pt x="218" y="629"/>
                </a:lnTo>
                <a:lnTo>
                  <a:pt x="217" y="629"/>
                </a:lnTo>
                <a:lnTo>
                  <a:pt x="217" y="628"/>
                </a:lnTo>
                <a:lnTo>
                  <a:pt x="217" y="627"/>
                </a:lnTo>
                <a:lnTo>
                  <a:pt x="216" y="627"/>
                </a:lnTo>
                <a:lnTo>
                  <a:pt x="216" y="626"/>
                </a:lnTo>
                <a:lnTo>
                  <a:pt x="215" y="626"/>
                </a:lnTo>
                <a:lnTo>
                  <a:pt x="215" y="625"/>
                </a:lnTo>
                <a:lnTo>
                  <a:pt x="214" y="625"/>
                </a:lnTo>
                <a:lnTo>
                  <a:pt x="214" y="624"/>
                </a:lnTo>
                <a:lnTo>
                  <a:pt x="213" y="624"/>
                </a:lnTo>
                <a:lnTo>
                  <a:pt x="213" y="623"/>
                </a:lnTo>
                <a:lnTo>
                  <a:pt x="212" y="623"/>
                </a:lnTo>
                <a:lnTo>
                  <a:pt x="212" y="622"/>
                </a:lnTo>
                <a:lnTo>
                  <a:pt x="211" y="622"/>
                </a:lnTo>
                <a:lnTo>
                  <a:pt x="211" y="621"/>
                </a:lnTo>
                <a:lnTo>
                  <a:pt x="209" y="621"/>
                </a:lnTo>
                <a:lnTo>
                  <a:pt x="209" y="620"/>
                </a:lnTo>
                <a:lnTo>
                  <a:pt x="208" y="620"/>
                </a:lnTo>
                <a:lnTo>
                  <a:pt x="208" y="621"/>
                </a:lnTo>
                <a:lnTo>
                  <a:pt x="207" y="621"/>
                </a:lnTo>
                <a:lnTo>
                  <a:pt x="207" y="620"/>
                </a:lnTo>
                <a:lnTo>
                  <a:pt x="206" y="620"/>
                </a:lnTo>
                <a:lnTo>
                  <a:pt x="206" y="619"/>
                </a:lnTo>
                <a:lnTo>
                  <a:pt x="205" y="619"/>
                </a:lnTo>
                <a:lnTo>
                  <a:pt x="205" y="618"/>
                </a:lnTo>
                <a:lnTo>
                  <a:pt x="204" y="618"/>
                </a:lnTo>
                <a:lnTo>
                  <a:pt x="203" y="618"/>
                </a:lnTo>
                <a:lnTo>
                  <a:pt x="203" y="617"/>
                </a:lnTo>
                <a:lnTo>
                  <a:pt x="202" y="617"/>
                </a:lnTo>
                <a:lnTo>
                  <a:pt x="202" y="616"/>
                </a:lnTo>
                <a:lnTo>
                  <a:pt x="202" y="617"/>
                </a:lnTo>
                <a:lnTo>
                  <a:pt x="202" y="616"/>
                </a:lnTo>
                <a:lnTo>
                  <a:pt x="201" y="616"/>
                </a:lnTo>
                <a:lnTo>
                  <a:pt x="200" y="616"/>
                </a:lnTo>
                <a:lnTo>
                  <a:pt x="200" y="615"/>
                </a:lnTo>
                <a:lnTo>
                  <a:pt x="199" y="615"/>
                </a:lnTo>
                <a:lnTo>
                  <a:pt x="197" y="615"/>
                </a:lnTo>
                <a:lnTo>
                  <a:pt x="197" y="616"/>
                </a:lnTo>
                <a:lnTo>
                  <a:pt x="196" y="616"/>
                </a:lnTo>
                <a:lnTo>
                  <a:pt x="195" y="616"/>
                </a:lnTo>
                <a:lnTo>
                  <a:pt x="195" y="617"/>
                </a:lnTo>
                <a:lnTo>
                  <a:pt x="194" y="617"/>
                </a:lnTo>
                <a:lnTo>
                  <a:pt x="193" y="617"/>
                </a:lnTo>
                <a:lnTo>
                  <a:pt x="193" y="616"/>
                </a:lnTo>
                <a:lnTo>
                  <a:pt x="192" y="616"/>
                </a:lnTo>
                <a:lnTo>
                  <a:pt x="192" y="615"/>
                </a:lnTo>
                <a:lnTo>
                  <a:pt x="191" y="615"/>
                </a:lnTo>
                <a:lnTo>
                  <a:pt x="191" y="614"/>
                </a:lnTo>
                <a:lnTo>
                  <a:pt x="190" y="614"/>
                </a:lnTo>
                <a:lnTo>
                  <a:pt x="190" y="613"/>
                </a:lnTo>
                <a:lnTo>
                  <a:pt x="189" y="613"/>
                </a:lnTo>
                <a:lnTo>
                  <a:pt x="189" y="614"/>
                </a:lnTo>
                <a:lnTo>
                  <a:pt x="189" y="613"/>
                </a:lnTo>
                <a:lnTo>
                  <a:pt x="188" y="613"/>
                </a:lnTo>
                <a:lnTo>
                  <a:pt x="187" y="613"/>
                </a:lnTo>
                <a:lnTo>
                  <a:pt x="186" y="613"/>
                </a:lnTo>
                <a:lnTo>
                  <a:pt x="186" y="612"/>
                </a:lnTo>
                <a:lnTo>
                  <a:pt x="185" y="612"/>
                </a:lnTo>
                <a:lnTo>
                  <a:pt x="184" y="612"/>
                </a:lnTo>
                <a:lnTo>
                  <a:pt x="184" y="611"/>
                </a:lnTo>
                <a:lnTo>
                  <a:pt x="183" y="611"/>
                </a:lnTo>
                <a:lnTo>
                  <a:pt x="183" y="610"/>
                </a:lnTo>
                <a:lnTo>
                  <a:pt x="182" y="610"/>
                </a:lnTo>
                <a:lnTo>
                  <a:pt x="183" y="610"/>
                </a:lnTo>
                <a:lnTo>
                  <a:pt x="182" y="610"/>
                </a:lnTo>
                <a:lnTo>
                  <a:pt x="181" y="610"/>
                </a:lnTo>
                <a:lnTo>
                  <a:pt x="180" y="610"/>
                </a:lnTo>
                <a:lnTo>
                  <a:pt x="179" y="610"/>
                </a:lnTo>
                <a:lnTo>
                  <a:pt x="179" y="609"/>
                </a:lnTo>
                <a:lnTo>
                  <a:pt x="178" y="609"/>
                </a:lnTo>
                <a:lnTo>
                  <a:pt x="178" y="610"/>
                </a:lnTo>
                <a:lnTo>
                  <a:pt x="177" y="610"/>
                </a:lnTo>
                <a:lnTo>
                  <a:pt x="176" y="610"/>
                </a:lnTo>
                <a:lnTo>
                  <a:pt x="175" y="610"/>
                </a:lnTo>
                <a:lnTo>
                  <a:pt x="175" y="609"/>
                </a:lnTo>
                <a:lnTo>
                  <a:pt x="175" y="608"/>
                </a:lnTo>
                <a:lnTo>
                  <a:pt x="174" y="608"/>
                </a:lnTo>
                <a:lnTo>
                  <a:pt x="174" y="607"/>
                </a:lnTo>
                <a:lnTo>
                  <a:pt x="174" y="606"/>
                </a:lnTo>
                <a:lnTo>
                  <a:pt x="173" y="606"/>
                </a:lnTo>
                <a:lnTo>
                  <a:pt x="173" y="605"/>
                </a:lnTo>
                <a:lnTo>
                  <a:pt x="172" y="605"/>
                </a:lnTo>
                <a:lnTo>
                  <a:pt x="171" y="605"/>
                </a:lnTo>
                <a:lnTo>
                  <a:pt x="170" y="605"/>
                </a:lnTo>
                <a:lnTo>
                  <a:pt x="169" y="605"/>
                </a:lnTo>
                <a:lnTo>
                  <a:pt x="168" y="605"/>
                </a:lnTo>
                <a:lnTo>
                  <a:pt x="167" y="605"/>
                </a:lnTo>
                <a:lnTo>
                  <a:pt x="167" y="604"/>
                </a:lnTo>
                <a:lnTo>
                  <a:pt x="166" y="604"/>
                </a:lnTo>
                <a:lnTo>
                  <a:pt x="165" y="604"/>
                </a:lnTo>
                <a:lnTo>
                  <a:pt x="164" y="604"/>
                </a:lnTo>
                <a:lnTo>
                  <a:pt x="164" y="603"/>
                </a:lnTo>
                <a:lnTo>
                  <a:pt x="163" y="603"/>
                </a:lnTo>
                <a:lnTo>
                  <a:pt x="162" y="603"/>
                </a:lnTo>
                <a:lnTo>
                  <a:pt x="162" y="604"/>
                </a:lnTo>
                <a:lnTo>
                  <a:pt x="161" y="604"/>
                </a:lnTo>
                <a:lnTo>
                  <a:pt x="160" y="604"/>
                </a:lnTo>
                <a:lnTo>
                  <a:pt x="160" y="605"/>
                </a:lnTo>
                <a:lnTo>
                  <a:pt x="159" y="605"/>
                </a:lnTo>
                <a:lnTo>
                  <a:pt x="159" y="604"/>
                </a:lnTo>
                <a:lnTo>
                  <a:pt x="159" y="605"/>
                </a:lnTo>
                <a:lnTo>
                  <a:pt x="158" y="605"/>
                </a:lnTo>
                <a:lnTo>
                  <a:pt x="157" y="606"/>
                </a:lnTo>
                <a:lnTo>
                  <a:pt x="156" y="606"/>
                </a:lnTo>
                <a:lnTo>
                  <a:pt x="155" y="606"/>
                </a:lnTo>
                <a:lnTo>
                  <a:pt x="155" y="605"/>
                </a:lnTo>
                <a:lnTo>
                  <a:pt x="154" y="605"/>
                </a:lnTo>
                <a:lnTo>
                  <a:pt x="153" y="605"/>
                </a:lnTo>
                <a:lnTo>
                  <a:pt x="153" y="604"/>
                </a:lnTo>
                <a:lnTo>
                  <a:pt x="153" y="603"/>
                </a:lnTo>
                <a:lnTo>
                  <a:pt x="152" y="603"/>
                </a:lnTo>
                <a:lnTo>
                  <a:pt x="152" y="602"/>
                </a:lnTo>
                <a:lnTo>
                  <a:pt x="151" y="602"/>
                </a:lnTo>
                <a:lnTo>
                  <a:pt x="149" y="602"/>
                </a:lnTo>
                <a:lnTo>
                  <a:pt x="149" y="601"/>
                </a:lnTo>
                <a:lnTo>
                  <a:pt x="148" y="600"/>
                </a:lnTo>
                <a:lnTo>
                  <a:pt x="148" y="599"/>
                </a:lnTo>
                <a:lnTo>
                  <a:pt x="148" y="598"/>
                </a:lnTo>
                <a:lnTo>
                  <a:pt x="148" y="597"/>
                </a:lnTo>
                <a:lnTo>
                  <a:pt x="147" y="597"/>
                </a:lnTo>
                <a:lnTo>
                  <a:pt x="147" y="596"/>
                </a:lnTo>
                <a:lnTo>
                  <a:pt x="147" y="595"/>
                </a:lnTo>
                <a:lnTo>
                  <a:pt x="146" y="595"/>
                </a:lnTo>
                <a:lnTo>
                  <a:pt x="145" y="595"/>
                </a:lnTo>
                <a:lnTo>
                  <a:pt x="145" y="594"/>
                </a:lnTo>
                <a:lnTo>
                  <a:pt x="144" y="594"/>
                </a:lnTo>
                <a:lnTo>
                  <a:pt x="144" y="593"/>
                </a:lnTo>
                <a:lnTo>
                  <a:pt x="143" y="593"/>
                </a:lnTo>
                <a:lnTo>
                  <a:pt x="142" y="593"/>
                </a:lnTo>
                <a:lnTo>
                  <a:pt x="141" y="592"/>
                </a:lnTo>
                <a:lnTo>
                  <a:pt x="142" y="592"/>
                </a:lnTo>
                <a:lnTo>
                  <a:pt x="142" y="591"/>
                </a:lnTo>
                <a:lnTo>
                  <a:pt x="143" y="591"/>
                </a:lnTo>
                <a:lnTo>
                  <a:pt x="142" y="591"/>
                </a:lnTo>
                <a:lnTo>
                  <a:pt x="143" y="590"/>
                </a:lnTo>
                <a:lnTo>
                  <a:pt x="142" y="590"/>
                </a:lnTo>
                <a:lnTo>
                  <a:pt x="142" y="589"/>
                </a:lnTo>
                <a:lnTo>
                  <a:pt x="142" y="588"/>
                </a:lnTo>
                <a:lnTo>
                  <a:pt x="141" y="588"/>
                </a:lnTo>
                <a:lnTo>
                  <a:pt x="141" y="587"/>
                </a:lnTo>
                <a:lnTo>
                  <a:pt x="140" y="587"/>
                </a:lnTo>
                <a:lnTo>
                  <a:pt x="141" y="587"/>
                </a:lnTo>
                <a:lnTo>
                  <a:pt x="140" y="587"/>
                </a:lnTo>
                <a:lnTo>
                  <a:pt x="140" y="586"/>
                </a:lnTo>
                <a:lnTo>
                  <a:pt x="141" y="586"/>
                </a:lnTo>
                <a:lnTo>
                  <a:pt x="141" y="585"/>
                </a:lnTo>
                <a:lnTo>
                  <a:pt x="140" y="585"/>
                </a:lnTo>
                <a:lnTo>
                  <a:pt x="140" y="584"/>
                </a:lnTo>
                <a:lnTo>
                  <a:pt x="141" y="584"/>
                </a:lnTo>
                <a:lnTo>
                  <a:pt x="140" y="583"/>
                </a:lnTo>
                <a:lnTo>
                  <a:pt x="140" y="582"/>
                </a:lnTo>
                <a:lnTo>
                  <a:pt x="139" y="582"/>
                </a:lnTo>
                <a:lnTo>
                  <a:pt x="138" y="582"/>
                </a:lnTo>
                <a:lnTo>
                  <a:pt x="137" y="581"/>
                </a:lnTo>
                <a:lnTo>
                  <a:pt x="136" y="581"/>
                </a:lnTo>
                <a:lnTo>
                  <a:pt x="135" y="581"/>
                </a:lnTo>
                <a:lnTo>
                  <a:pt x="135" y="580"/>
                </a:lnTo>
                <a:lnTo>
                  <a:pt x="136" y="580"/>
                </a:lnTo>
                <a:lnTo>
                  <a:pt x="137" y="580"/>
                </a:lnTo>
                <a:lnTo>
                  <a:pt x="137" y="579"/>
                </a:lnTo>
                <a:lnTo>
                  <a:pt x="137" y="578"/>
                </a:lnTo>
                <a:lnTo>
                  <a:pt x="137" y="577"/>
                </a:lnTo>
                <a:lnTo>
                  <a:pt x="136" y="577"/>
                </a:lnTo>
                <a:lnTo>
                  <a:pt x="135" y="577"/>
                </a:lnTo>
                <a:lnTo>
                  <a:pt x="135" y="576"/>
                </a:lnTo>
                <a:lnTo>
                  <a:pt x="135" y="575"/>
                </a:lnTo>
                <a:lnTo>
                  <a:pt x="134" y="575"/>
                </a:lnTo>
                <a:lnTo>
                  <a:pt x="133" y="575"/>
                </a:lnTo>
                <a:lnTo>
                  <a:pt x="132" y="575"/>
                </a:lnTo>
                <a:lnTo>
                  <a:pt x="132" y="576"/>
                </a:lnTo>
                <a:lnTo>
                  <a:pt x="131" y="576"/>
                </a:lnTo>
                <a:lnTo>
                  <a:pt x="130" y="576"/>
                </a:lnTo>
                <a:lnTo>
                  <a:pt x="129" y="576"/>
                </a:lnTo>
                <a:lnTo>
                  <a:pt x="129" y="575"/>
                </a:lnTo>
                <a:lnTo>
                  <a:pt x="129" y="574"/>
                </a:lnTo>
                <a:lnTo>
                  <a:pt x="128" y="574"/>
                </a:lnTo>
                <a:lnTo>
                  <a:pt x="127" y="573"/>
                </a:lnTo>
                <a:lnTo>
                  <a:pt x="127" y="572"/>
                </a:lnTo>
                <a:lnTo>
                  <a:pt x="127" y="571"/>
                </a:lnTo>
                <a:lnTo>
                  <a:pt x="126" y="571"/>
                </a:lnTo>
                <a:lnTo>
                  <a:pt x="125" y="570"/>
                </a:lnTo>
                <a:lnTo>
                  <a:pt x="125" y="569"/>
                </a:lnTo>
                <a:lnTo>
                  <a:pt x="124" y="568"/>
                </a:lnTo>
                <a:lnTo>
                  <a:pt x="124" y="567"/>
                </a:lnTo>
                <a:lnTo>
                  <a:pt x="123" y="567"/>
                </a:lnTo>
                <a:lnTo>
                  <a:pt x="123" y="566"/>
                </a:lnTo>
                <a:lnTo>
                  <a:pt x="122" y="566"/>
                </a:lnTo>
                <a:lnTo>
                  <a:pt x="122" y="567"/>
                </a:lnTo>
                <a:lnTo>
                  <a:pt x="121" y="567"/>
                </a:lnTo>
                <a:lnTo>
                  <a:pt x="120" y="567"/>
                </a:lnTo>
                <a:lnTo>
                  <a:pt x="120" y="566"/>
                </a:lnTo>
                <a:lnTo>
                  <a:pt x="119" y="566"/>
                </a:lnTo>
                <a:lnTo>
                  <a:pt x="119" y="565"/>
                </a:lnTo>
                <a:lnTo>
                  <a:pt x="118" y="565"/>
                </a:lnTo>
                <a:lnTo>
                  <a:pt x="118" y="564"/>
                </a:lnTo>
                <a:lnTo>
                  <a:pt x="117" y="564"/>
                </a:lnTo>
                <a:lnTo>
                  <a:pt x="117" y="563"/>
                </a:lnTo>
                <a:lnTo>
                  <a:pt x="116" y="563"/>
                </a:lnTo>
                <a:lnTo>
                  <a:pt x="115" y="563"/>
                </a:lnTo>
                <a:lnTo>
                  <a:pt x="115" y="564"/>
                </a:lnTo>
                <a:lnTo>
                  <a:pt x="115" y="565"/>
                </a:lnTo>
                <a:lnTo>
                  <a:pt x="114" y="565"/>
                </a:lnTo>
                <a:lnTo>
                  <a:pt x="113" y="565"/>
                </a:lnTo>
                <a:lnTo>
                  <a:pt x="112" y="565"/>
                </a:lnTo>
                <a:lnTo>
                  <a:pt x="112" y="566"/>
                </a:lnTo>
                <a:lnTo>
                  <a:pt x="111" y="566"/>
                </a:lnTo>
                <a:lnTo>
                  <a:pt x="110" y="566"/>
                </a:lnTo>
                <a:lnTo>
                  <a:pt x="110" y="567"/>
                </a:lnTo>
                <a:lnTo>
                  <a:pt x="109" y="567"/>
                </a:lnTo>
                <a:lnTo>
                  <a:pt x="109" y="568"/>
                </a:lnTo>
                <a:lnTo>
                  <a:pt x="109" y="567"/>
                </a:lnTo>
                <a:lnTo>
                  <a:pt x="108" y="567"/>
                </a:lnTo>
                <a:lnTo>
                  <a:pt x="108" y="566"/>
                </a:lnTo>
                <a:lnTo>
                  <a:pt x="107" y="566"/>
                </a:lnTo>
                <a:lnTo>
                  <a:pt x="106" y="566"/>
                </a:lnTo>
                <a:lnTo>
                  <a:pt x="106" y="565"/>
                </a:lnTo>
                <a:lnTo>
                  <a:pt x="105" y="565"/>
                </a:lnTo>
                <a:lnTo>
                  <a:pt x="104" y="565"/>
                </a:lnTo>
                <a:lnTo>
                  <a:pt x="104" y="564"/>
                </a:lnTo>
                <a:lnTo>
                  <a:pt x="103" y="563"/>
                </a:lnTo>
                <a:lnTo>
                  <a:pt x="102" y="562"/>
                </a:lnTo>
                <a:lnTo>
                  <a:pt x="101" y="561"/>
                </a:lnTo>
                <a:lnTo>
                  <a:pt x="102" y="561"/>
                </a:lnTo>
                <a:lnTo>
                  <a:pt x="102" y="560"/>
                </a:lnTo>
                <a:lnTo>
                  <a:pt x="101" y="560"/>
                </a:lnTo>
                <a:lnTo>
                  <a:pt x="101" y="559"/>
                </a:lnTo>
                <a:lnTo>
                  <a:pt x="101" y="558"/>
                </a:lnTo>
                <a:lnTo>
                  <a:pt x="100" y="558"/>
                </a:lnTo>
                <a:lnTo>
                  <a:pt x="99" y="558"/>
                </a:lnTo>
                <a:lnTo>
                  <a:pt x="98" y="558"/>
                </a:lnTo>
                <a:lnTo>
                  <a:pt x="97" y="557"/>
                </a:lnTo>
                <a:lnTo>
                  <a:pt x="97" y="558"/>
                </a:lnTo>
                <a:lnTo>
                  <a:pt x="96" y="558"/>
                </a:lnTo>
                <a:lnTo>
                  <a:pt x="95" y="558"/>
                </a:lnTo>
                <a:lnTo>
                  <a:pt x="94" y="558"/>
                </a:lnTo>
                <a:lnTo>
                  <a:pt x="94" y="559"/>
                </a:lnTo>
                <a:lnTo>
                  <a:pt x="93" y="559"/>
                </a:lnTo>
                <a:lnTo>
                  <a:pt x="93" y="558"/>
                </a:lnTo>
                <a:lnTo>
                  <a:pt x="93" y="557"/>
                </a:lnTo>
                <a:lnTo>
                  <a:pt x="93" y="556"/>
                </a:lnTo>
                <a:lnTo>
                  <a:pt x="93" y="555"/>
                </a:lnTo>
                <a:lnTo>
                  <a:pt x="93" y="554"/>
                </a:lnTo>
                <a:lnTo>
                  <a:pt x="92" y="554"/>
                </a:lnTo>
                <a:lnTo>
                  <a:pt x="92" y="553"/>
                </a:lnTo>
                <a:lnTo>
                  <a:pt x="92" y="554"/>
                </a:lnTo>
                <a:lnTo>
                  <a:pt x="91" y="554"/>
                </a:lnTo>
                <a:lnTo>
                  <a:pt x="90" y="554"/>
                </a:lnTo>
                <a:lnTo>
                  <a:pt x="89" y="554"/>
                </a:lnTo>
                <a:lnTo>
                  <a:pt x="89" y="555"/>
                </a:lnTo>
                <a:lnTo>
                  <a:pt x="90" y="555"/>
                </a:lnTo>
                <a:lnTo>
                  <a:pt x="89" y="555"/>
                </a:lnTo>
                <a:lnTo>
                  <a:pt x="89" y="556"/>
                </a:lnTo>
                <a:lnTo>
                  <a:pt x="88" y="556"/>
                </a:lnTo>
                <a:lnTo>
                  <a:pt x="88" y="557"/>
                </a:lnTo>
                <a:lnTo>
                  <a:pt x="87" y="557"/>
                </a:lnTo>
                <a:lnTo>
                  <a:pt x="87" y="558"/>
                </a:lnTo>
                <a:lnTo>
                  <a:pt x="86" y="558"/>
                </a:lnTo>
                <a:lnTo>
                  <a:pt x="85" y="558"/>
                </a:lnTo>
                <a:lnTo>
                  <a:pt x="84" y="558"/>
                </a:lnTo>
                <a:lnTo>
                  <a:pt x="84" y="559"/>
                </a:lnTo>
                <a:lnTo>
                  <a:pt x="83" y="559"/>
                </a:lnTo>
                <a:lnTo>
                  <a:pt x="83" y="560"/>
                </a:lnTo>
                <a:lnTo>
                  <a:pt x="83" y="561"/>
                </a:lnTo>
                <a:lnTo>
                  <a:pt x="84" y="561"/>
                </a:lnTo>
                <a:lnTo>
                  <a:pt x="85" y="561"/>
                </a:lnTo>
                <a:lnTo>
                  <a:pt x="85" y="562"/>
                </a:lnTo>
                <a:lnTo>
                  <a:pt x="84" y="562"/>
                </a:lnTo>
                <a:lnTo>
                  <a:pt x="84" y="563"/>
                </a:lnTo>
                <a:lnTo>
                  <a:pt x="84" y="564"/>
                </a:lnTo>
                <a:lnTo>
                  <a:pt x="84" y="565"/>
                </a:lnTo>
                <a:lnTo>
                  <a:pt x="83" y="565"/>
                </a:lnTo>
                <a:lnTo>
                  <a:pt x="82" y="565"/>
                </a:lnTo>
                <a:lnTo>
                  <a:pt x="82" y="564"/>
                </a:lnTo>
                <a:lnTo>
                  <a:pt x="81" y="564"/>
                </a:lnTo>
                <a:lnTo>
                  <a:pt x="81" y="565"/>
                </a:lnTo>
                <a:lnTo>
                  <a:pt x="80" y="565"/>
                </a:lnTo>
                <a:lnTo>
                  <a:pt x="79" y="565"/>
                </a:lnTo>
                <a:lnTo>
                  <a:pt x="79" y="566"/>
                </a:lnTo>
                <a:lnTo>
                  <a:pt x="78" y="566"/>
                </a:lnTo>
                <a:lnTo>
                  <a:pt x="77" y="566"/>
                </a:lnTo>
                <a:lnTo>
                  <a:pt x="76" y="566"/>
                </a:lnTo>
                <a:lnTo>
                  <a:pt x="75" y="566"/>
                </a:lnTo>
                <a:lnTo>
                  <a:pt x="75" y="565"/>
                </a:lnTo>
                <a:lnTo>
                  <a:pt x="74" y="565"/>
                </a:lnTo>
                <a:lnTo>
                  <a:pt x="74" y="564"/>
                </a:lnTo>
                <a:lnTo>
                  <a:pt x="74" y="563"/>
                </a:lnTo>
                <a:lnTo>
                  <a:pt x="74" y="562"/>
                </a:lnTo>
                <a:lnTo>
                  <a:pt x="73" y="562"/>
                </a:lnTo>
                <a:lnTo>
                  <a:pt x="73" y="561"/>
                </a:lnTo>
                <a:lnTo>
                  <a:pt x="73" y="560"/>
                </a:lnTo>
                <a:lnTo>
                  <a:pt x="72" y="560"/>
                </a:lnTo>
                <a:lnTo>
                  <a:pt x="72" y="559"/>
                </a:lnTo>
                <a:lnTo>
                  <a:pt x="71" y="559"/>
                </a:lnTo>
                <a:lnTo>
                  <a:pt x="70" y="559"/>
                </a:lnTo>
                <a:lnTo>
                  <a:pt x="70" y="560"/>
                </a:lnTo>
                <a:lnTo>
                  <a:pt x="69" y="560"/>
                </a:lnTo>
                <a:lnTo>
                  <a:pt x="69" y="561"/>
                </a:lnTo>
                <a:lnTo>
                  <a:pt x="68" y="561"/>
                </a:lnTo>
                <a:lnTo>
                  <a:pt x="68" y="560"/>
                </a:lnTo>
                <a:lnTo>
                  <a:pt x="67" y="560"/>
                </a:lnTo>
                <a:lnTo>
                  <a:pt x="66" y="560"/>
                </a:lnTo>
                <a:lnTo>
                  <a:pt x="66" y="561"/>
                </a:lnTo>
                <a:lnTo>
                  <a:pt x="65" y="561"/>
                </a:lnTo>
                <a:lnTo>
                  <a:pt x="64" y="561"/>
                </a:lnTo>
                <a:lnTo>
                  <a:pt x="64" y="562"/>
                </a:lnTo>
                <a:lnTo>
                  <a:pt x="63" y="562"/>
                </a:lnTo>
                <a:lnTo>
                  <a:pt x="63" y="561"/>
                </a:lnTo>
                <a:lnTo>
                  <a:pt x="63" y="560"/>
                </a:lnTo>
                <a:lnTo>
                  <a:pt x="62" y="560"/>
                </a:lnTo>
                <a:lnTo>
                  <a:pt x="61" y="560"/>
                </a:lnTo>
                <a:lnTo>
                  <a:pt x="61" y="559"/>
                </a:lnTo>
                <a:lnTo>
                  <a:pt x="61" y="558"/>
                </a:lnTo>
                <a:lnTo>
                  <a:pt x="60" y="558"/>
                </a:lnTo>
                <a:lnTo>
                  <a:pt x="60" y="557"/>
                </a:lnTo>
                <a:lnTo>
                  <a:pt x="59" y="557"/>
                </a:lnTo>
                <a:lnTo>
                  <a:pt x="58" y="557"/>
                </a:lnTo>
                <a:lnTo>
                  <a:pt x="57" y="557"/>
                </a:lnTo>
                <a:lnTo>
                  <a:pt x="56" y="557"/>
                </a:lnTo>
                <a:lnTo>
                  <a:pt x="55" y="557"/>
                </a:lnTo>
                <a:lnTo>
                  <a:pt x="55" y="556"/>
                </a:lnTo>
                <a:lnTo>
                  <a:pt x="55" y="555"/>
                </a:lnTo>
                <a:lnTo>
                  <a:pt x="54" y="555"/>
                </a:lnTo>
                <a:lnTo>
                  <a:pt x="54" y="554"/>
                </a:lnTo>
                <a:lnTo>
                  <a:pt x="54" y="553"/>
                </a:lnTo>
                <a:lnTo>
                  <a:pt x="54" y="552"/>
                </a:lnTo>
                <a:lnTo>
                  <a:pt x="54" y="551"/>
                </a:lnTo>
                <a:lnTo>
                  <a:pt x="53" y="551"/>
                </a:lnTo>
                <a:lnTo>
                  <a:pt x="53" y="550"/>
                </a:lnTo>
                <a:lnTo>
                  <a:pt x="52" y="550"/>
                </a:lnTo>
                <a:lnTo>
                  <a:pt x="52" y="549"/>
                </a:lnTo>
                <a:lnTo>
                  <a:pt x="52" y="548"/>
                </a:lnTo>
                <a:lnTo>
                  <a:pt x="53" y="548"/>
                </a:lnTo>
                <a:lnTo>
                  <a:pt x="53" y="547"/>
                </a:lnTo>
                <a:lnTo>
                  <a:pt x="53" y="546"/>
                </a:lnTo>
                <a:lnTo>
                  <a:pt x="54" y="546"/>
                </a:lnTo>
                <a:lnTo>
                  <a:pt x="54" y="545"/>
                </a:lnTo>
                <a:lnTo>
                  <a:pt x="54" y="544"/>
                </a:lnTo>
                <a:lnTo>
                  <a:pt x="54" y="543"/>
                </a:lnTo>
                <a:lnTo>
                  <a:pt x="53" y="543"/>
                </a:lnTo>
                <a:lnTo>
                  <a:pt x="53" y="542"/>
                </a:lnTo>
                <a:lnTo>
                  <a:pt x="52" y="542"/>
                </a:lnTo>
                <a:lnTo>
                  <a:pt x="51" y="542"/>
                </a:lnTo>
                <a:lnTo>
                  <a:pt x="51" y="541"/>
                </a:lnTo>
                <a:lnTo>
                  <a:pt x="50" y="541"/>
                </a:lnTo>
                <a:lnTo>
                  <a:pt x="50" y="540"/>
                </a:lnTo>
                <a:lnTo>
                  <a:pt x="50" y="539"/>
                </a:lnTo>
                <a:lnTo>
                  <a:pt x="49" y="539"/>
                </a:lnTo>
                <a:lnTo>
                  <a:pt x="49" y="538"/>
                </a:lnTo>
                <a:lnTo>
                  <a:pt x="48" y="538"/>
                </a:lnTo>
                <a:lnTo>
                  <a:pt x="48" y="537"/>
                </a:lnTo>
                <a:lnTo>
                  <a:pt x="48" y="536"/>
                </a:lnTo>
                <a:lnTo>
                  <a:pt x="48" y="535"/>
                </a:lnTo>
                <a:lnTo>
                  <a:pt x="47" y="535"/>
                </a:lnTo>
                <a:lnTo>
                  <a:pt x="46" y="535"/>
                </a:lnTo>
                <a:lnTo>
                  <a:pt x="46" y="534"/>
                </a:lnTo>
                <a:lnTo>
                  <a:pt x="45" y="534"/>
                </a:lnTo>
                <a:lnTo>
                  <a:pt x="45" y="533"/>
                </a:lnTo>
                <a:lnTo>
                  <a:pt x="45" y="532"/>
                </a:lnTo>
                <a:lnTo>
                  <a:pt x="44" y="532"/>
                </a:lnTo>
                <a:lnTo>
                  <a:pt x="44" y="531"/>
                </a:lnTo>
                <a:lnTo>
                  <a:pt x="44" y="530"/>
                </a:lnTo>
                <a:lnTo>
                  <a:pt x="43" y="530"/>
                </a:lnTo>
                <a:lnTo>
                  <a:pt x="43" y="529"/>
                </a:lnTo>
                <a:lnTo>
                  <a:pt x="42" y="529"/>
                </a:lnTo>
                <a:lnTo>
                  <a:pt x="42" y="530"/>
                </a:lnTo>
                <a:lnTo>
                  <a:pt x="42" y="531"/>
                </a:lnTo>
                <a:lnTo>
                  <a:pt x="41" y="531"/>
                </a:lnTo>
                <a:lnTo>
                  <a:pt x="40" y="531"/>
                </a:lnTo>
                <a:lnTo>
                  <a:pt x="39" y="531"/>
                </a:lnTo>
                <a:lnTo>
                  <a:pt x="39" y="530"/>
                </a:lnTo>
                <a:lnTo>
                  <a:pt x="38" y="530"/>
                </a:lnTo>
                <a:lnTo>
                  <a:pt x="37" y="530"/>
                </a:lnTo>
                <a:lnTo>
                  <a:pt x="36" y="530"/>
                </a:lnTo>
                <a:lnTo>
                  <a:pt x="36" y="529"/>
                </a:lnTo>
                <a:lnTo>
                  <a:pt x="35" y="529"/>
                </a:lnTo>
                <a:lnTo>
                  <a:pt x="35" y="528"/>
                </a:lnTo>
                <a:lnTo>
                  <a:pt x="34" y="528"/>
                </a:lnTo>
                <a:lnTo>
                  <a:pt x="34" y="527"/>
                </a:lnTo>
                <a:lnTo>
                  <a:pt x="35" y="527"/>
                </a:lnTo>
                <a:lnTo>
                  <a:pt x="34" y="527"/>
                </a:lnTo>
                <a:lnTo>
                  <a:pt x="34" y="526"/>
                </a:lnTo>
                <a:lnTo>
                  <a:pt x="34" y="525"/>
                </a:lnTo>
                <a:lnTo>
                  <a:pt x="33" y="525"/>
                </a:lnTo>
                <a:lnTo>
                  <a:pt x="33" y="524"/>
                </a:lnTo>
                <a:lnTo>
                  <a:pt x="32" y="524"/>
                </a:lnTo>
                <a:lnTo>
                  <a:pt x="32" y="523"/>
                </a:lnTo>
                <a:lnTo>
                  <a:pt x="33" y="523"/>
                </a:lnTo>
                <a:lnTo>
                  <a:pt x="33" y="522"/>
                </a:lnTo>
                <a:lnTo>
                  <a:pt x="33" y="521"/>
                </a:lnTo>
                <a:lnTo>
                  <a:pt x="33" y="520"/>
                </a:lnTo>
                <a:lnTo>
                  <a:pt x="34" y="520"/>
                </a:lnTo>
                <a:lnTo>
                  <a:pt x="34" y="519"/>
                </a:lnTo>
                <a:lnTo>
                  <a:pt x="34" y="518"/>
                </a:lnTo>
                <a:lnTo>
                  <a:pt x="35" y="518"/>
                </a:lnTo>
                <a:lnTo>
                  <a:pt x="35" y="517"/>
                </a:lnTo>
                <a:lnTo>
                  <a:pt x="36" y="517"/>
                </a:lnTo>
                <a:lnTo>
                  <a:pt x="36" y="516"/>
                </a:lnTo>
                <a:lnTo>
                  <a:pt x="37" y="516"/>
                </a:lnTo>
                <a:lnTo>
                  <a:pt x="37" y="515"/>
                </a:lnTo>
                <a:lnTo>
                  <a:pt x="36" y="515"/>
                </a:lnTo>
                <a:lnTo>
                  <a:pt x="35" y="515"/>
                </a:lnTo>
                <a:lnTo>
                  <a:pt x="35" y="514"/>
                </a:lnTo>
                <a:lnTo>
                  <a:pt x="34" y="514"/>
                </a:lnTo>
                <a:lnTo>
                  <a:pt x="34" y="513"/>
                </a:lnTo>
                <a:lnTo>
                  <a:pt x="34" y="512"/>
                </a:lnTo>
                <a:lnTo>
                  <a:pt x="33" y="512"/>
                </a:lnTo>
                <a:lnTo>
                  <a:pt x="32" y="512"/>
                </a:lnTo>
                <a:lnTo>
                  <a:pt x="32" y="511"/>
                </a:lnTo>
                <a:lnTo>
                  <a:pt x="32" y="512"/>
                </a:lnTo>
                <a:lnTo>
                  <a:pt x="31" y="512"/>
                </a:lnTo>
                <a:lnTo>
                  <a:pt x="31" y="511"/>
                </a:lnTo>
                <a:lnTo>
                  <a:pt x="30" y="511"/>
                </a:lnTo>
                <a:lnTo>
                  <a:pt x="30" y="510"/>
                </a:lnTo>
                <a:lnTo>
                  <a:pt x="30" y="509"/>
                </a:lnTo>
                <a:lnTo>
                  <a:pt x="30" y="508"/>
                </a:lnTo>
                <a:lnTo>
                  <a:pt x="30" y="507"/>
                </a:lnTo>
                <a:lnTo>
                  <a:pt x="31" y="507"/>
                </a:lnTo>
                <a:lnTo>
                  <a:pt x="31" y="506"/>
                </a:lnTo>
                <a:lnTo>
                  <a:pt x="32" y="506"/>
                </a:lnTo>
                <a:lnTo>
                  <a:pt x="33" y="506"/>
                </a:lnTo>
                <a:lnTo>
                  <a:pt x="33" y="505"/>
                </a:lnTo>
                <a:lnTo>
                  <a:pt x="34" y="505"/>
                </a:lnTo>
                <a:lnTo>
                  <a:pt x="35" y="505"/>
                </a:lnTo>
                <a:lnTo>
                  <a:pt x="35" y="504"/>
                </a:lnTo>
                <a:lnTo>
                  <a:pt x="36" y="504"/>
                </a:lnTo>
                <a:lnTo>
                  <a:pt x="36" y="503"/>
                </a:lnTo>
                <a:lnTo>
                  <a:pt x="37" y="503"/>
                </a:lnTo>
                <a:lnTo>
                  <a:pt x="37" y="502"/>
                </a:lnTo>
                <a:lnTo>
                  <a:pt x="38" y="502"/>
                </a:lnTo>
                <a:lnTo>
                  <a:pt x="37" y="502"/>
                </a:lnTo>
                <a:lnTo>
                  <a:pt x="38" y="502"/>
                </a:lnTo>
                <a:lnTo>
                  <a:pt x="39" y="502"/>
                </a:lnTo>
                <a:lnTo>
                  <a:pt x="39" y="501"/>
                </a:lnTo>
                <a:lnTo>
                  <a:pt x="39" y="500"/>
                </a:lnTo>
                <a:lnTo>
                  <a:pt x="40" y="500"/>
                </a:lnTo>
                <a:lnTo>
                  <a:pt x="41" y="500"/>
                </a:lnTo>
                <a:lnTo>
                  <a:pt x="41" y="499"/>
                </a:lnTo>
                <a:lnTo>
                  <a:pt x="41" y="498"/>
                </a:lnTo>
                <a:lnTo>
                  <a:pt x="41" y="497"/>
                </a:lnTo>
                <a:lnTo>
                  <a:pt x="40" y="497"/>
                </a:lnTo>
                <a:lnTo>
                  <a:pt x="39" y="497"/>
                </a:lnTo>
                <a:lnTo>
                  <a:pt x="39" y="496"/>
                </a:lnTo>
                <a:lnTo>
                  <a:pt x="38" y="496"/>
                </a:lnTo>
                <a:lnTo>
                  <a:pt x="38" y="495"/>
                </a:lnTo>
                <a:lnTo>
                  <a:pt x="37" y="495"/>
                </a:lnTo>
                <a:lnTo>
                  <a:pt x="37" y="494"/>
                </a:lnTo>
                <a:lnTo>
                  <a:pt x="37" y="493"/>
                </a:lnTo>
                <a:lnTo>
                  <a:pt x="37" y="492"/>
                </a:lnTo>
                <a:lnTo>
                  <a:pt x="37" y="491"/>
                </a:lnTo>
                <a:lnTo>
                  <a:pt x="36" y="491"/>
                </a:lnTo>
                <a:lnTo>
                  <a:pt x="36" y="492"/>
                </a:lnTo>
                <a:lnTo>
                  <a:pt x="35" y="492"/>
                </a:lnTo>
                <a:lnTo>
                  <a:pt x="34" y="492"/>
                </a:lnTo>
                <a:lnTo>
                  <a:pt x="33" y="492"/>
                </a:lnTo>
                <a:lnTo>
                  <a:pt x="33" y="491"/>
                </a:lnTo>
                <a:lnTo>
                  <a:pt x="32" y="491"/>
                </a:lnTo>
                <a:lnTo>
                  <a:pt x="33" y="491"/>
                </a:lnTo>
                <a:lnTo>
                  <a:pt x="33" y="490"/>
                </a:lnTo>
                <a:lnTo>
                  <a:pt x="32" y="490"/>
                </a:lnTo>
                <a:lnTo>
                  <a:pt x="32" y="489"/>
                </a:lnTo>
                <a:lnTo>
                  <a:pt x="32" y="488"/>
                </a:lnTo>
                <a:lnTo>
                  <a:pt x="32" y="487"/>
                </a:lnTo>
                <a:lnTo>
                  <a:pt x="31" y="487"/>
                </a:lnTo>
                <a:lnTo>
                  <a:pt x="31" y="486"/>
                </a:lnTo>
                <a:lnTo>
                  <a:pt x="30" y="486"/>
                </a:lnTo>
                <a:lnTo>
                  <a:pt x="30" y="485"/>
                </a:lnTo>
                <a:lnTo>
                  <a:pt x="30" y="484"/>
                </a:lnTo>
                <a:lnTo>
                  <a:pt x="30" y="483"/>
                </a:lnTo>
                <a:lnTo>
                  <a:pt x="29" y="482"/>
                </a:lnTo>
                <a:lnTo>
                  <a:pt x="28" y="482"/>
                </a:lnTo>
                <a:lnTo>
                  <a:pt x="28" y="481"/>
                </a:lnTo>
                <a:lnTo>
                  <a:pt x="27" y="481"/>
                </a:lnTo>
                <a:lnTo>
                  <a:pt x="27" y="480"/>
                </a:lnTo>
                <a:lnTo>
                  <a:pt x="26" y="480"/>
                </a:lnTo>
                <a:lnTo>
                  <a:pt x="25" y="480"/>
                </a:lnTo>
                <a:lnTo>
                  <a:pt x="25" y="479"/>
                </a:lnTo>
                <a:lnTo>
                  <a:pt x="24" y="479"/>
                </a:lnTo>
                <a:lnTo>
                  <a:pt x="24" y="478"/>
                </a:lnTo>
                <a:lnTo>
                  <a:pt x="23" y="477"/>
                </a:lnTo>
                <a:lnTo>
                  <a:pt x="23" y="476"/>
                </a:lnTo>
                <a:lnTo>
                  <a:pt x="23" y="475"/>
                </a:lnTo>
                <a:lnTo>
                  <a:pt x="24" y="475"/>
                </a:lnTo>
                <a:lnTo>
                  <a:pt x="24" y="474"/>
                </a:lnTo>
                <a:lnTo>
                  <a:pt x="25" y="474"/>
                </a:lnTo>
                <a:lnTo>
                  <a:pt x="25" y="473"/>
                </a:lnTo>
                <a:lnTo>
                  <a:pt x="26" y="473"/>
                </a:lnTo>
                <a:lnTo>
                  <a:pt x="26" y="472"/>
                </a:lnTo>
                <a:lnTo>
                  <a:pt x="27" y="472"/>
                </a:lnTo>
                <a:lnTo>
                  <a:pt x="28" y="471"/>
                </a:lnTo>
                <a:lnTo>
                  <a:pt x="29" y="471"/>
                </a:lnTo>
                <a:lnTo>
                  <a:pt x="30" y="471"/>
                </a:lnTo>
                <a:lnTo>
                  <a:pt x="30" y="470"/>
                </a:lnTo>
                <a:lnTo>
                  <a:pt x="32" y="470"/>
                </a:lnTo>
                <a:lnTo>
                  <a:pt x="32" y="469"/>
                </a:lnTo>
                <a:lnTo>
                  <a:pt x="32" y="468"/>
                </a:lnTo>
                <a:lnTo>
                  <a:pt x="33" y="468"/>
                </a:lnTo>
                <a:lnTo>
                  <a:pt x="33" y="467"/>
                </a:lnTo>
                <a:lnTo>
                  <a:pt x="34" y="467"/>
                </a:lnTo>
                <a:lnTo>
                  <a:pt x="34" y="466"/>
                </a:lnTo>
                <a:lnTo>
                  <a:pt x="34" y="465"/>
                </a:lnTo>
                <a:lnTo>
                  <a:pt x="34" y="464"/>
                </a:lnTo>
                <a:lnTo>
                  <a:pt x="33" y="464"/>
                </a:lnTo>
                <a:lnTo>
                  <a:pt x="32" y="464"/>
                </a:lnTo>
                <a:lnTo>
                  <a:pt x="32" y="463"/>
                </a:lnTo>
                <a:lnTo>
                  <a:pt x="31" y="463"/>
                </a:lnTo>
                <a:lnTo>
                  <a:pt x="31" y="462"/>
                </a:lnTo>
                <a:lnTo>
                  <a:pt x="30" y="462"/>
                </a:lnTo>
                <a:lnTo>
                  <a:pt x="30" y="461"/>
                </a:lnTo>
                <a:lnTo>
                  <a:pt x="29" y="461"/>
                </a:lnTo>
                <a:lnTo>
                  <a:pt x="29" y="460"/>
                </a:lnTo>
                <a:lnTo>
                  <a:pt x="28" y="460"/>
                </a:lnTo>
                <a:lnTo>
                  <a:pt x="28" y="459"/>
                </a:lnTo>
                <a:lnTo>
                  <a:pt x="27" y="459"/>
                </a:lnTo>
                <a:lnTo>
                  <a:pt x="26" y="459"/>
                </a:lnTo>
                <a:lnTo>
                  <a:pt x="25" y="459"/>
                </a:lnTo>
                <a:lnTo>
                  <a:pt x="25" y="458"/>
                </a:lnTo>
                <a:lnTo>
                  <a:pt x="24" y="459"/>
                </a:lnTo>
                <a:lnTo>
                  <a:pt x="24" y="458"/>
                </a:lnTo>
                <a:lnTo>
                  <a:pt x="23" y="458"/>
                </a:lnTo>
                <a:lnTo>
                  <a:pt x="23" y="457"/>
                </a:lnTo>
                <a:lnTo>
                  <a:pt x="22" y="457"/>
                </a:lnTo>
                <a:lnTo>
                  <a:pt x="21" y="457"/>
                </a:lnTo>
                <a:lnTo>
                  <a:pt x="20" y="457"/>
                </a:lnTo>
                <a:lnTo>
                  <a:pt x="20" y="456"/>
                </a:lnTo>
                <a:lnTo>
                  <a:pt x="19" y="456"/>
                </a:lnTo>
                <a:lnTo>
                  <a:pt x="18" y="456"/>
                </a:lnTo>
                <a:lnTo>
                  <a:pt x="18" y="455"/>
                </a:lnTo>
                <a:lnTo>
                  <a:pt x="18" y="454"/>
                </a:lnTo>
                <a:lnTo>
                  <a:pt x="19" y="454"/>
                </a:lnTo>
                <a:lnTo>
                  <a:pt x="19" y="453"/>
                </a:lnTo>
                <a:lnTo>
                  <a:pt x="19" y="452"/>
                </a:lnTo>
                <a:lnTo>
                  <a:pt x="18" y="452"/>
                </a:lnTo>
                <a:lnTo>
                  <a:pt x="17" y="452"/>
                </a:lnTo>
                <a:lnTo>
                  <a:pt x="16" y="452"/>
                </a:lnTo>
                <a:lnTo>
                  <a:pt x="16" y="453"/>
                </a:lnTo>
                <a:lnTo>
                  <a:pt x="16" y="452"/>
                </a:lnTo>
                <a:lnTo>
                  <a:pt x="14" y="452"/>
                </a:lnTo>
                <a:lnTo>
                  <a:pt x="14" y="453"/>
                </a:lnTo>
                <a:lnTo>
                  <a:pt x="13" y="453"/>
                </a:lnTo>
                <a:lnTo>
                  <a:pt x="13" y="452"/>
                </a:lnTo>
                <a:lnTo>
                  <a:pt x="14" y="452"/>
                </a:lnTo>
                <a:lnTo>
                  <a:pt x="14" y="451"/>
                </a:lnTo>
                <a:lnTo>
                  <a:pt x="13" y="451"/>
                </a:lnTo>
                <a:lnTo>
                  <a:pt x="13" y="450"/>
                </a:lnTo>
                <a:lnTo>
                  <a:pt x="14" y="450"/>
                </a:lnTo>
                <a:lnTo>
                  <a:pt x="14" y="449"/>
                </a:lnTo>
                <a:lnTo>
                  <a:pt x="14" y="448"/>
                </a:lnTo>
                <a:lnTo>
                  <a:pt x="13" y="448"/>
                </a:lnTo>
                <a:lnTo>
                  <a:pt x="13" y="447"/>
                </a:lnTo>
                <a:lnTo>
                  <a:pt x="12" y="447"/>
                </a:lnTo>
                <a:lnTo>
                  <a:pt x="12" y="446"/>
                </a:lnTo>
                <a:lnTo>
                  <a:pt x="11" y="446"/>
                </a:lnTo>
                <a:lnTo>
                  <a:pt x="11" y="445"/>
                </a:lnTo>
                <a:lnTo>
                  <a:pt x="11" y="444"/>
                </a:lnTo>
                <a:lnTo>
                  <a:pt x="11" y="443"/>
                </a:lnTo>
                <a:lnTo>
                  <a:pt x="10" y="443"/>
                </a:lnTo>
                <a:lnTo>
                  <a:pt x="10" y="444"/>
                </a:lnTo>
                <a:lnTo>
                  <a:pt x="9" y="444"/>
                </a:lnTo>
                <a:lnTo>
                  <a:pt x="8" y="444"/>
                </a:lnTo>
                <a:lnTo>
                  <a:pt x="8" y="445"/>
                </a:lnTo>
                <a:lnTo>
                  <a:pt x="7" y="445"/>
                </a:lnTo>
                <a:lnTo>
                  <a:pt x="6" y="445"/>
                </a:lnTo>
                <a:lnTo>
                  <a:pt x="6" y="444"/>
                </a:lnTo>
                <a:lnTo>
                  <a:pt x="5" y="443"/>
                </a:lnTo>
                <a:lnTo>
                  <a:pt x="5" y="442"/>
                </a:lnTo>
                <a:lnTo>
                  <a:pt x="5" y="441"/>
                </a:lnTo>
                <a:lnTo>
                  <a:pt x="4" y="440"/>
                </a:lnTo>
                <a:lnTo>
                  <a:pt x="5" y="440"/>
                </a:lnTo>
                <a:lnTo>
                  <a:pt x="5" y="439"/>
                </a:lnTo>
                <a:lnTo>
                  <a:pt x="4" y="439"/>
                </a:lnTo>
                <a:lnTo>
                  <a:pt x="4" y="438"/>
                </a:lnTo>
                <a:lnTo>
                  <a:pt x="3" y="438"/>
                </a:lnTo>
                <a:lnTo>
                  <a:pt x="3" y="437"/>
                </a:lnTo>
                <a:lnTo>
                  <a:pt x="4" y="437"/>
                </a:lnTo>
                <a:lnTo>
                  <a:pt x="5" y="437"/>
                </a:lnTo>
                <a:lnTo>
                  <a:pt x="5" y="436"/>
                </a:lnTo>
                <a:lnTo>
                  <a:pt x="5" y="435"/>
                </a:lnTo>
                <a:lnTo>
                  <a:pt x="6" y="435"/>
                </a:lnTo>
                <a:lnTo>
                  <a:pt x="7" y="435"/>
                </a:lnTo>
                <a:lnTo>
                  <a:pt x="7" y="434"/>
                </a:lnTo>
                <a:lnTo>
                  <a:pt x="7" y="433"/>
                </a:lnTo>
                <a:lnTo>
                  <a:pt x="8" y="433"/>
                </a:lnTo>
                <a:lnTo>
                  <a:pt x="8" y="432"/>
                </a:lnTo>
                <a:lnTo>
                  <a:pt x="9" y="432"/>
                </a:lnTo>
                <a:lnTo>
                  <a:pt x="9" y="431"/>
                </a:lnTo>
                <a:lnTo>
                  <a:pt x="9" y="430"/>
                </a:lnTo>
                <a:lnTo>
                  <a:pt x="9" y="429"/>
                </a:lnTo>
                <a:lnTo>
                  <a:pt x="10" y="429"/>
                </a:lnTo>
                <a:lnTo>
                  <a:pt x="10" y="428"/>
                </a:lnTo>
                <a:lnTo>
                  <a:pt x="11" y="428"/>
                </a:lnTo>
                <a:lnTo>
                  <a:pt x="11" y="427"/>
                </a:lnTo>
                <a:lnTo>
                  <a:pt x="10" y="427"/>
                </a:lnTo>
                <a:lnTo>
                  <a:pt x="10" y="426"/>
                </a:lnTo>
                <a:lnTo>
                  <a:pt x="10" y="425"/>
                </a:lnTo>
                <a:lnTo>
                  <a:pt x="9" y="425"/>
                </a:lnTo>
                <a:lnTo>
                  <a:pt x="9" y="426"/>
                </a:lnTo>
                <a:lnTo>
                  <a:pt x="9" y="425"/>
                </a:lnTo>
                <a:lnTo>
                  <a:pt x="8" y="425"/>
                </a:lnTo>
                <a:lnTo>
                  <a:pt x="8" y="424"/>
                </a:lnTo>
                <a:lnTo>
                  <a:pt x="8" y="423"/>
                </a:lnTo>
                <a:lnTo>
                  <a:pt x="8" y="422"/>
                </a:lnTo>
                <a:lnTo>
                  <a:pt x="9" y="422"/>
                </a:lnTo>
                <a:lnTo>
                  <a:pt x="8" y="422"/>
                </a:lnTo>
                <a:lnTo>
                  <a:pt x="8" y="421"/>
                </a:lnTo>
                <a:lnTo>
                  <a:pt x="7" y="421"/>
                </a:lnTo>
                <a:lnTo>
                  <a:pt x="7" y="420"/>
                </a:lnTo>
                <a:lnTo>
                  <a:pt x="6" y="420"/>
                </a:lnTo>
                <a:lnTo>
                  <a:pt x="6" y="419"/>
                </a:lnTo>
                <a:lnTo>
                  <a:pt x="7" y="418"/>
                </a:lnTo>
                <a:lnTo>
                  <a:pt x="7" y="417"/>
                </a:lnTo>
                <a:lnTo>
                  <a:pt x="7" y="416"/>
                </a:lnTo>
                <a:lnTo>
                  <a:pt x="7" y="415"/>
                </a:lnTo>
                <a:lnTo>
                  <a:pt x="7" y="413"/>
                </a:lnTo>
                <a:lnTo>
                  <a:pt x="7" y="412"/>
                </a:lnTo>
                <a:lnTo>
                  <a:pt x="6" y="412"/>
                </a:lnTo>
                <a:lnTo>
                  <a:pt x="5" y="412"/>
                </a:lnTo>
                <a:lnTo>
                  <a:pt x="5" y="411"/>
                </a:lnTo>
                <a:lnTo>
                  <a:pt x="6" y="411"/>
                </a:lnTo>
                <a:lnTo>
                  <a:pt x="6" y="410"/>
                </a:lnTo>
                <a:lnTo>
                  <a:pt x="5" y="410"/>
                </a:lnTo>
                <a:lnTo>
                  <a:pt x="4" y="410"/>
                </a:lnTo>
                <a:lnTo>
                  <a:pt x="4" y="409"/>
                </a:lnTo>
                <a:lnTo>
                  <a:pt x="4" y="408"/>
                </a:lnTo>
                <a:lnTo>
                  <a:pt x="3" y="408"/>
                </a:lnTo>
                <a:lnTo>
                  <a:pt x="3" y="407"/>
                </a:lnTo>
                <a:lnTo>
                  <a:pt x="3" y="406"/>
                </a:lnTo>
                <a:lnTo>
                  <a:pt x="2" y="406"/>
                </a:lnTo>
                <a:lnTo>
                  <a:pt x="2" y="405"/>
                </a:lnTo>
                <a:lnTo>
                  <a:pt x="1" y="405"/>
                </a:lnTo>
                <a:lnTo>
                  <a:pt x="0" y="405"/>
                </a:lnTo>
                <a:lnTo>
                  <a:pt x="0" y="404"/>
                </a:lnTo>
                <a:lnTo>
                  <a:pt x="0" y="403"/>
                </a:lnTo>
                <a:lnTo>
                  <a:pt x="1" y="403"/>
                </a:lnTo>
                <a:lnTo>
                  <a:pt x="1" y="402"/>
                </a:lnTo>
                <a:lnTo>
                  <a:pt x="2" y="402"/>
                </a:lnTo>
                <a:lnTo>
                  <a:pt x="2" y="401"/>
                </a:lnTo>
                <a:lnTo>
                  <a:pt x="3" y="401"/>
                </a:lnTo>
                <a:lnTo>
                  <a:pt x="4" y="400"/>
                </a:lnTo>
                <a:lnTo>
                  <a:pt x="5" y="400"/>
                </a:lnTo>
                <a:lnTo>
                  <a:pt x="6" y="400"/>
                </a:lnTo>
                <a:lnTo>
                  <a:pt x="6" y="399"/>
                </a:lnTo>
                <a:lnTo>
                  <a:pt x="7" y="399"/>
                </a:lnTo>
                <a:lnTo>
                  <a:pt x="7" y="400"/>
                </a:lnTo>
                <a:lnTo>
                  <a:pt x="8" y="400"/>
                </a:lnTo>
                <a:lnTo>
                  <a:pt x="8" y="399"/>
                </a:lnTo>
                <a:lnTo>
                  <a:pt x="9" y="399"/>
                </a:lnTo>
                <a:lnTo>
                  <a:pt x="10" y="399"/>
                </a:lnTo>
                <a:lnTo>
                  <a:pt x="10" y="398"/>
                </a:lnTo>
                <a:lnTo>
                  <a:pt x="11" y="398"/>
                </a:lnTo>
                <a:lnTo>
                  <a:pt x="11" y="397"/>
                </a:lnTo>
                <a:lnTo>
                  <a:pt x="11" y="396"/>
                </a:lnTo>
                <a:lnTo>
                  <a:pt x="12" y="396"/>
                </a:lnTo>
                <a:lnTo>
                  <a:pt x="12" y="395"/>
                </a:lnTo>
                <a:lnTo>
                  <a:pt x="12" y="396"/>
                </a:lnTo>
                <a:lnTo>
                  <a:pt x="13" y="396"/>
                </a:lnTo>
                <a:lnTo>
                  <a:pt x="14" y="396"/>
                </a:lnTo>
                <a:lnTo>
                  <a:pt x="14" y="395"/>
                </a:lnTo>
                <a:lnTo>
                  <a:pt x="14" y="396"/>
                </a:lnTo>
                <a:lnTo>
                  <a:pt x="15" y="396"/>
                </a:lnTo>
                <a:lnTo>
                  <a:pt x="15" y="395"/>
                </a:lnTo>
                <a:lnTo>
                  <a:pt x="15" y="396"/>
                </a:lnTo>
                <a:lnTo>
                  <a:pt x="16" y="396"/>
                </a:lnTo>
                <a:lnTo>
                  <a:pt x="16" y="395"/>
                </a:lnTo>
                <a:lnTo>
                  <a:pt x="17" y="395"/>
                </a:lnTo>
                <a:lnTo>
                  <a:pt x="17" y="394"/>
                </a:lnTo>
                <a:lnTo>
                  <a:pt x="17" y="393"/>
                </a:lnTo>
                <a:lnTo>
                  <a:pt x="18" y="393"/>
                </a:lnTo>
                <a:lnTo>
                  <a:pt x="19" y="393"/>
                </a:lnTo>
                <a:lnTo>
                  <a:pt x="19" y="394"/>
                </a:lnTo>
                <a:lnTo>
                  <a:pt x="20" y="394"/>
                </a:lnTo>
                <a:lnTo>
                  <a:pt x="21" y="394"/>
                </a:lnTo>
                <a:lnTo>
                  <a:pt x="22" y="394"/>
                </a:lnTo>
                <a:lnTo>
                  <a:pt x="22" y="393"/>
                </a:lnTo>
                <a:lnTo>
                  <a:pt x="22" y="392"/>
                </a:lnTo>
                <a:lnTo>
                  <a:pt x="22" y="393"/>
                </a:lnTo>
                <a:lnTo>
                  <a:pt x="22" y="392"/>
                </a:lnTo>
                <a:lnTo>
                  <a:pt x="23" y="392"/>
                </a:lnTo>
                <a:lnTo>
                  <a:pt x="24" y="392"/>
                </a:lnTo>
                <a:lnTo>
                  <a:pt x="24" y="391"/>
                </a:lnTo>
                <a:lnTo>
                  <a:pt x="25" y="391"/>
                </a:lnTo>
                <a:lnTo>
                  <a:pt x="25" y="390"/>
                </a:lnTo>
                <a:lnTo>
                  <a:pt x="26" y="390"/>
                </a:lnTo>
                <a:lnTo>
                  <a:pt x="26" y="389"/>
                </a:lnTo>
                <a:lnTo>
                  <a:pt x="27" y="389"/>
                </a:lnTo>
                <a:lnTo>
                  <a:pt x="27" y="388"/>
                </a:lnTo>
                <a:lnTo>
                  <a:pt x="28" y="388"/>
                </a:lnTo>
                <a:lnTo>
                  <a:pt x="29" y="388"/>
                </a:lnTo>
                <a:lnTo>
                  <a:pt x="29" y="387"/>
                </a:lnTo>
                <a:lnTo>
                  <a:pt x="30" y="387"/>
                </a:lnTo>
                <a:lnTo>
                  <a:pt x="30" y="386"/>
                </a:lnTo>
                <a:lnTo>
                  <a:pt x="31" y="386"/>
                </a:lnTo>
                <a:lnTo>
                  <a:pt x="32" y="386"/>
                </a:lnTo>
                <a:lnTo>
                  <a:pt x="32" y="387"/>
                </a:lnTo>
                <a:lnTo>
                  <a:pt x="31" y="387"/>
                </a:lnTo>
                <a:lnTo>
                  <a:pt x="31" y="388"/>
                </a:lnTo>
                <a:lnTo>
                  <a:pt x="32" y="388"/>
                </a:lnTo>
                <a:lnTo>
                  <a:pt x="32" y="389"/>
                </a:lnTo>
                <a:lnTo>
                  <a:pt x="32" y="390"/>
                </a:lnTo>
                <a:lnTo>
                  <a:pt x="32" y="391"/>
                </a:lnTo>
                <a:lnTo>
                  <a:pt x="31" y="391"/>
                </a:lnTo>
                <a:lnTo>
                  <a:pt x="32" y="391"/>
                </a:lnTo>
                <a:lnTo>
                  <a:pt x="32" y="392"/>
                </a:lnTo>
                <a:lnTo>
                  <a:pt x="32" y="393"/>
                </a:lnTo>
                <a:lnTo>
                  <a:pt x="33" y="393"/>
                </a:lnTo>
                <a:lnTo>
                  <a:pt x="33" y="394"/>
                </a:lnTo>
                <a:lnTo>
                  <a:pt x="34" y="394"/>
                </a:lnTo>
                <a:lnTo>
                  <a:pt x="34" y="395"/>
                </a:lnTo>
                <a:lnTo>
                  <a:pt x="35" y="395"/>
                </a:lnTo>
                <a:lnTo>
                  <a:pt x="35" y="396"/>
                </a:lnTo>
                <a:lnTo>
                  <a:pt x="35" y="397"/>
                </a:lnTo>
                <a:lnTo>
                  <a:pt x="35" y="398"/>
                </a:lnTo>
                <a:lnTo>
                  <a:pt x="35" y="399"/>
                </a:lnTo>
                <a:lnTo>
                  <a:pt x="34" y="399"/>
                </a:lnTo>
                <a:lnTo>
                  <a:pt x="33" y="399"/>
                </a:lnTo>
                <a:lnTo>
                  <a:pt x="33" y="400"/>
                </a:lnTo>
                <a:lnTo>
                  <a:pt x="33" y="401"/>
                </a:lnTo>
                <a:lnTo>
                  <a:pt x="33" y="402"/>
                </a:lnTo>
                <a:lnTo>
                  <a:pt x="34" y="402"/>
                </a:lnTo>
                <a:lnTo>
                  <a:pt x="34" y="403"/>
                </a:lnTo>
                <a:lnTo>
                  <a:pt x="34" y="404"/>
                </a:lnTo>
                <a:lnTo>
                  <a:pt x="34" y="405"/>
                </a:lnTo>
                <a:lnTo>
                  <a:pt x="35" y="406"/>
                </a:lnTo>
                <a:lnTo>
                  <a:pt x="35" y="407"/>
                </a:lnTo>
                <a:lnTo>
                  <a:pt x="35" y="408"/>
                </a:lnTo>
                <a:lnTo>
                  <a:pt x="35" y="409"/>
                </a:lnTo>
                <a:lnTo>
                  <a:pt x="35" y="410"/>
                </a:lnTo>
                <a:lnTo>
                  <a:pt x="36" y="410"/>
                </a:lnTo>
                <a:lnTo>
                  <a:pt x="37" y="410"/>
                </a:lnTo>
                <a:lnTo>
                  <a:pt x="37" y="411"/>
                </a:lnTo>
                <a:lnTo>
                  <a:pt x="37" y="412"/>
                </a:lnTo>
                <a:lnTo>
                  <a:pt x="37" y="413"/>
                </a:lnTo>
                <a:lnTo>
                  <a:pt x="38" y="413"/>
                </a:lnTo>
                <a:lnTo>
                  <a:pt x="37" y="413"/>
                </a:lnTo>
                <a:lnTo>
                  <a:pt x="38" y="414"/>
                </a:lnTo>
                <a:lnTo>
                  <a:pt x="38" y="415"/>
                </a:lnTo>
                <a:lnTo>
                  <a:pt x="38" y="414"/>
                </a:lnTo>
                <a:lnTo>
                  <a:pt x="39" y="414"/>
                </a:lnTo>
                <a:lnTo>
                  <a:pt x="39" y="415"/>
                </a:lnTo>
                <a:lnTo>
                  <a:pt x="40" y="415"/>
                </a:lnTo>
                <a:lnTo>
                  <a:pt x="40" y="416"/>
                </a:lnTo>
                <a:lnTo>
                  <a:pt x="40" y="417"/>
                </a:lnTo>
                <a:lnTo>
                  <a:pt x="41" y="417"/>
                </a:lnTo>
                <a:lnTo>
                  <a:pt x="41" y="416"/>
                </a:lnTo>
                <a:lnTo>
                  <a:pt x="42" y="416"/>
                </a:lnTo>
                <a:lnTo>
                  <a:pt x="43" y="416"/>
                </a:lnTo>
                <a:lnTo>
                  <a:pt x="43" y="417"/>
                </a:lnTo>
                <a:lnTo>
                  <a:pt x="44" y="417"/>
                </a:lnTo>
                <a:lnTo>
                  <a:pt x="44" y="418"/>
                </a:lnTo>
                <a:lnTo>
                  <a:pt x="45" y="418"/>
                </a:lnTo>
                <a:lnTo>
                  <a:pt x="46" y="418"/>
                </a:lnTo>
                <a:lnTo>
                  <a:pt x="46" y="419"/>
                </a:lnTo>
                <a:lnTo>
                  <a:pt x="46" y="420"/>
                </a:lnTo>
                <a:lnTo>
                  <a:pt x="46" y="421"/>
                </a:lnTo>
                <a:lnTo>
                  <a:pt x="47" y="421"/>
                </a:lnTo>
                <a:lnTo>
                  <a:pt x="48" y="421"/>
                </a:lnTo>
                <a:lnTo>
                  <a:pt x="49" y="421"/>
                </a:lnTo>
                <a:lnTo>
                  <a:pt x="49" y="422"/>
                </a:lnTo>
                <a:lnTo>
                  <a:pt x="50" y="422"/>
                </a:lnTo>
                <a:lnTo>
                  <a:pt x="49" y="422"/>
                </a:lnTo>
                <a:lnTo>
                  <a:pt x="50" y="422"/>
                </a:lnTo>
                <a:lnTo>
                  <a:pt x="50" y="423"/>
                </a:lnTo>
                <a:lnTo>
                  <a:pt x="51" y="423"/>
                </a:lnTo>
                <a:lnTo>
                  <a:pt x="51" y="424"/>
                </a:lnTo>
                <a:lnTo>
                  <a:pt x="52" y="424"/>
                </a:lnTo>
                <a:lnTo>
                  <a:pt x="53" y="424"/>
                </a:lnTo>
                <a:lnTo>
                  <a:pt x="53" y="423"/>
                </a:lnTo>
                <a:lnTo>
                  <a:pt x="53" y="422"/>
                </a:lnTo>
                <a:lnTo>
                  <a:pt x="54" y="422"/>
                </a:lnTo>
                <a:lnTo>
                  <a:pt x="54" y="421"/>
                </a:lnTo>
                <a:lnTo>
                  <a:pt x="54" y="420"/>
                </a:lnTo>
                <a:lnTo>
                  <a:pt x="55" y="420"/>
                </a:lnTo>
                <a:lnTo>
                  <a:pt x="56" y="420"/>
                </a:lnTo>
                <a:lnTo>
                  <a:pt x="57" y="420"/>
                </a:lnTo>
                <a:lnTo>
                  <a:pt x="57" y="419"/>
                </a:lnTo>
                <a:lnTo>
                  <a:pt x="57" y="420"/>
                </a:lnTo>
                <a:lnTo>
                  <a:pt x="58" y="420"/>
                </a:lnTo>
                <a:lnTo>
                  <a:pt x="58" y="419"/>
                </a:lnTo>
                <a:lnTo>
                  <a:pt x="58" y="420"/>
                </a:lnTo>
                <a:lnTo>
                  <a:pt x="59" y="420"/>
                </a:lnTo>
                <a:lnTo>
                  <a:pt x="59" y="419"/>
                </a:lnTo>
                <a:lnTo>
                  <a:pt x="60" y="419"/>
                </a:lnTo>
                <a:lnTo>
                  <a:pt x="61" y="419"/>
                </a:lnTo>
                <a:lnTo>
                  <a:pt x="61" y="420"/>
                </a:lnTo>
                <a:lnTo>
                  <a:pt x="62" y="420"/>
                </a:lnTo>
                <a:lnTo>
                  <a:pt x="63" y="420"/>
                </a:lnTo>
                <a:lnTo>
                  <a:pt x="63" y="421"/>
                </a:lnTo>
                <a:lnTo>
                  <a:pt x="64" y="421"/>
                </a:lnTo>
                <a:lnTo>
                  <a:pt x="64" y="420"/>
                </a:lnTo>
                <a:lnTo>
                  <a:pt x="64" y="419"/>
                </a:lnTo>
                <a:lnTo>
                  <a:pt x="64" y="418"/>
                </a:lnTo>
                <a:lnTo>
                  <a:pt x="64" y="417"/>
                </a:lnTo>
                <a:lnTo>
                  <a:pt x="65" y="417"/>
                </a:lnTo>
                <a:lnTo>
                  <a:pt x="65" y="416"/>
                </a:lnTo>
                <a:lnTo>
                  <a:pt x="66" y="416"/>
                </a:lnTo>
                <a:lnTo>
                  <a:pt x="66" y="415"/>
                </a:lnTo>
                <a:lnTo>
                  <a:pt x="66" y="414"/>
                </a:lnTo>
                <a:lnTo>
                  <a:pt x="65" y="414"/>
                </a:lnTo>
                <a:lnTo>
                  <a:pt x="65" y="413"/>
                </a:lnTo>
                <a:lnTo>
                  <a:pt x="66" y="413"/>
                </a:lnTo>
                <a:lnTo>
                  <a:pt x="66" y="412"/>
                </a:lnTo>
                <a:lnTo>
                  <a:pt x="65" y="412"/>
                </a:lnTo>
                <a:lnTo>
                  <a:pt x="66" y="412"/>
                </a:lnTo>
                <a:lnTo>
                  <a:pt x="66" y="411"/>
                </a:lnTo>
                <a:lnTo>
                  <a:pt x="67" y="411"/>
                </a:lnTo>
                <a:lnTo>
                  <a:pt x="67" y="410"/>
                </a:lnTo>
                <a:lnTo>
                  <a:pt x="66" y="410"/>
                </a:lnTo>
                <a:lnTo>
                  <a:pt x="67" y="410"/>
                </a:lnTo>
                <a:lnTo>
                  <a:pt x="67" y="409"/>
                </a:lnTo>
                <a:lnTo>
                  <a:pt x="67" y="410"/>
                </a:lnTo>
                <a:lnTo>
                  <a:pt x="68" y="410"/>
                </a:lnTo>
                <a:lnTo>
                  <a:pt x="69" y="410"/>
                </a:lnTo>
                <a:lnTo>
                  <a:pt x="69" y="409"/>
                </a:lnTo>
                <a:lnTo>
                  <a:pt x="68" y="409"/>
                </a:lnTo>
                <a:lnTo>
                  <a:pt x="69" y="409"/>
                </a:lnTo>
                <a:lnTo>
                  <a:pt x="69" y="408"/>
                </a:lnTo>
                <a:lnTo>
                  <a:pt x="70" y="408"/>
                </a:lnTo>
                <a:lnTo>
                  <a:pt x="71" y="408"/>
                </a:lnTo>
                <a:lnTo>
                  <a:pt x="72" y="408"/>
                </a:lnTo>
                <a:lnTo>
                  <a:pt x="71" y="408"/>
                </a:lnTo>
                <a:lnTo>
                  <a:pt x="71" y="407"/>
                </a:lnTo>
                <a:lnTo>
                  <a:pt x="71" y="406"/>
                </a:lnTo>
                <a:lnTo>
                  <a:pt x="72" y="406"/>
                </a:lnTo>
                <a:lnTo>
                  <a:pt x="73" y="406"/>
                </a:lnTo>
                <a:lnTo>
                  <a:pt x="74" y="406"/>
                </a:lnTo>
                <a:lnTo>
                  <a:pt x="74" y="407"/>
                </a:lnTo>
                <a:lnTo>
                  <a:pt x="75" y="407"/>
                </a:lnTo>
                <a:lnTo>
                  <a:pt x="75" y="406"/>
                </a:lnTo>
                <a:lnTo>
                  <a:pt x="75" y="405"/>
                </a:lnTo>
                <a:lnTo>
                  <a:pt x="76" y="405"/>
                </a:lnTo>
                <a:lnTo>
                  <a:pt x="76" y="406"/>
                </a:lnTo>
                <a:lnTo>
                  <a:pt x="77" y="406"/>
                </a:lnTo>
                <a:lnTo>
                  <a:pt x="77" y="405"/>
                </a:lnTo>
                <a:lnTo>
                  <a:pt x="78" y="405"/>
                </a:lnTo>
                <a:lnTo>
                  <a:pt x="77" y="405"/>
                </a:lnTo>
                <a:lnTo>
                  <a:pt x="78" y="405"/>
                </a:lnTo>
                <a:lnTo>
                  <a:pt x="78" y="404"/>
                </a:lnTo>
                <a:lnTo>
                  <a:pt x="79" y="404"/>
                </a:lnTo>
                <a:lnTo>
                  <a:pt x="79" y="403"/>
                </a:lnTo>
                <a:lnTo>
                  <a:pt x="80" y="402"/>
                </a:lnTo>
                <a:lnTo>
                  <a:pt x="79" y="402"/>
                </a:lnTo>
                <a:lnTo>
                  <a:pt x="79" y="401"/>
                </a:lnTo>
                <a:lnTo>
                  <a:pt x="80" y="401"/>
                </a:lnTo>
                <a:lnTo>
                  <a:pt x="80" y="400"/>
                </a:lnTo>
                <a:lnTo>
                  <a:pt x="80" y="399"/>
                </a:lnTo>
                <a:lnTo>
                  <a:pt x="81" y="399"/>
                </a:lnTo>
                <a:lnTo>
                  <a:pt x="81" y="398"/>
                </a:lnTo>
                <a:lnTo>
                  <a:pt x="81" y="397"/>
                </a:lnTo>
                <a:lnTo>
                  <a:pt x="82" y="397"/>
                </a:lnTo>
                <a:lnTo>
                  <a:pt x="82" y="396"/>
                </a:lnTo>
                <a:lnTo>
                  <a:pt x="82" y="395"/>
                </a:lnTo>
                <a:lnTo>
                  <a:pt x="81" y="395"/>
                </a:lnTo>
                <a:lnTo>
                  <a:pt x="81" y="394"/>
                </a:lnTo>
                <a:lnTo>
                  <a:pt x="81" y="393"/>
                </a:lnTo>
                <a:lnTo>
                  <a:pt x="81" y="392"/>
                </a:lnTo>
                <a:lnTo>
                  <a:pt x="80" y="391"/>
                </a:lnTo>
                <a:lnTo>
                  <a:pt x="80" y="390"/>
                </a:lnTo>
                <a:lnTo>
                  <a:pt x="79" y="390"/>
                </a:lnTo>
                <a:lnTo>
                  <a:pt x="79" y="389"/>
                </a:lnTo>
                <a:lnTo>
                  <a:pt x="79" y="388"/>
                </a:lnTo>
                <a:lnTo>
                  <a:pt x="80" y="388"/>
                </a:lnTo>
                <a:lnTo>
                  <a:pt x="81" y="387"/>
                </a:lnTo>
                <a:lnTo>
                  <a:pt x="80" y="386"/>
                </a:lnTo>
                <a:lnTo>
                  <a:pt x="81" y="386"/>
                </a:lnTo>
                <a:lnTo>
                  <a:pt x="81" y="385"/>
                </a:lnTo>
                <a:lnTo>
                  <a:pt x="82" y="385"/>
                </a:lnTo>
                <a:lnTo>
                  <a:pt x="81" y="385"/>
                </a:lnTo>
                <a:lnTo>
                  <a:pt x="81" y="384"/>
                </a:lnTo>
                <a:lnTo>
                  <a:pt x="82" y="384"/>
                </a:lnTo>
                <a:lnTo>
                  <a:pt x="81" y="384"/>
                </a:lnTo>
                <a:lnTo>
                  <a:pt x="81" y="383"/>
                </a:lnTo>
                <a:lnTo>
                  <a:pt x="81" y="382"/>
                </a:lnTo>
                <a:lnTo>
                  <a:pt x="80" y="382"/>
                </a:lnTo>
                <a:lnTo>
                  <a:pt x="80" y="381"/>
                </a:lnTo>
                <a:lnTo>
                  <a:pt x="80" y="380"/>
                </a:lnTo>
                <a:lnTo>
                  <a:pt x="80" y="379"/>
                </a:lnTo>
                <a:lnTo>
                  <a:pt x="79" y="379"/>
                </a:lnTo>
                <a:lnTo>
                  <a:pt x="79" y="378"/>
                </a:lnTo>
                <a:lnTo>
                  <a:pt x="78" y="378"/>
                </a:lnTo>
                <a:lnTo>
                  <a:pt x="77" y="378"/>
                </a:lnTo>
                <a:lnTo>
                  <a:pt x="76" y="378"/>
                </a:lnTo>
                <a:lnTo>
                  <a:pt x="75" y="378"/>
                </a:lnTo>
                <a:lnTo>
                  <a:pt x="75" y="377"/>
                </a:lnTo>
                <a:lnTo>
                  <a:pt x="75" y="376"/>
                </a:lnTo>
                <a:lnTo>
                  <a:pt x="75" y="375"/>
                </a:lnTo>
                <a:lnTo>
                  <a:pt x="76" y="375"/>
                </a:lnTo>
                <a:lnTo>
                  <a:pt x="75" y="375"/>
                </a:lnTo>
                <a:lnTo>
                  <a:pt x="76" y="375"/>
                </a:lnTo>
                <a:lnTo>
                  <a:pt x="76" y="374"/>
                </a:lnTo>
                <a:lnTo>
                  <a:pt x="75" y="374"/>
                </a:lnTo>
                <a:lnTo>
                  <a:pt x="75" y="373"/>
                </a:lnTo>
                <a:lnTo>
                  <a:pt x="76" y="373"/>
                </a:lnTo>
                <a:lnTo>
                  <a:pt x="76" y="372"/>
                </a:lnTo>
                <a:lnTo>
                  <a:pt x="76" y="371"/>
                </a:lnTo>
                <a:lnTo>
                  <a:pt x="75" y="371"/>
                </a:lnTo>
                <a:lnTo>
                  <a:pt x="75" y="370"/>
                </a:lnTo>
                <a:lnTo>
                  <a:pt x="76" y="370"/>
                </a:lnTo>
                <a:lnTo>
                  <a:pt x="76" y="369"/>
                </a:lnTo>
                <a:lnTo>
                  <a:pt x="76" y="368"/>
                </a:lnTo>
                <a:lnTo>
                  <a:pt x="75" y="368"/>
                </a:lnTo>
                <a:lnTo>
                  <a:pt x="75" y="367"/>
                </a:lnTo>
                <a:lnTo>
                  <a:pt x="76" y="367"/>
                </a:lnTo>
                <a:lnTo>
                  <a:pt x="76" y="366"/>
                </a:lnTo>
                <a:lnTo>
                  <a:pt x="76" y="365"/>
                </a:lnTo>
                <a:lnTo>
                  <a:pt x="76" y="364"/>
                </a:lnTo>
                <a:lnTo>
                  <a:pt x="77" y="364"/>
                </a:lnTo>
                <a:lnTo>
                  <a:pt x="77" y="363"/>
                </a:lnTo>
                <a:lnTo>
                  <a:pt x="77" y="362"/>
                </a:lnTo>
                <a:lnTo>
                  <a:pt x="78" y="362"/>
                </a:lnTo>
                <a:lnTo>
                  <a:pt x="77" y="362"/>
                </a:lnTo>
                <a:lnTo>
                  <a:pt x="77" y="361"/>
                </a:lnTo>
                <a:lnTo>
                  <a:pt x="76" y="361"/>
                </a:lnTo>
                <a:lnTo>
                  <a:pt x="76" y="360"/>
                </a:lnTo>
                <a:lnTo>
                  <a:pt x="75" y="360"/>
                </a:lnTo>
                <a:lnTo>
                  <a:pt x="74" y="360"/>
                </a:lnTo>
                <a:lnTo>
                  <a:pt x="73" y="360"/>
                </a:lnTo>
                <a:lnTo>
                  <a:pt x="73" y="358"/>
                </a:lnTo>
                <a:lnTo>
                  <a:pt x="72" y="358"/>
                </a:lnTo>
                <a:lnTo>
                  <a:pt x="71" y="358"/>
                </a:lnTo>
                <a:lnTo>
                  <a:pt x="70" y="358"/>
                </a:lnTo>
                <a:lnTo>
                  <a:pt x="71" y="357"/>
                </a:lnTo>
                <a:lnTo>
                  <a:pt x="70" y="357"/>
                </a:lnTo>
                <a:lnTo>
                  <a:pt x="70" y="356"/>
                </a:lnTo>
                <a:lnTo>
                  <a:pt x="70" y="355"/>
                </a:lnTo>
                <a:lnTo>
                  <a:pt x="69" y="355"/>
                </a:lnTo>
                <a:lnTo>
                  <a:pt x="69" y="354"/>
                </a:lnTo>
                <a:lnTo>
                  <a:pt x="69" y="353"/>
                </a:lnTo>
                <a:lnTo>
                  <a:pt x="69" y="352"/>
                </a:lnTo>
                <a:lnTo>
                  <a:pt x="69" y="351"/>
                </a:lnTo>
                <a:lnTo>
                  <a:pt x="69" y="350"/>
                </a:lnTo>
                <a:lnTo>
                  <a:pt x="68" y="350"/>
                </a:lnTo>
                <a:lnTo>
                  <a:pt x="68" y="349"/>
                </a:lnTo>
                <a:lnTo>
                  <a:pt x="68" y="348"/>
                </a:lnTo>
                <a:lnTo>
                  <a:pt x="68" y="347"/>
                </a:lnTo>
                <a:lnTo>
                  <a:pt x="68" y="346"/>
                </a:lnTo>
                <a:lnTo>
                  <a:pt x="68" y="345"/>
                </a:lnTo>
                <a:lnTo>
                  <a:pt x="68" y="344"/>
                </a:lnTo>
                <a:lnTo>
                  <a:pt x="68" y="343"/>
                </a:lnTo>
                <a:lnTo>
                  <a:pt x="68" y="342"/>
                </a:lnTo>
                <a:lnTo>
                  <a:pt x="68" y="341"/>
                </a:lnTo>
                <a:lnTo>
                  <a:pt x="69" y="340"/>
                </a:lnTo>
                <a:lnTo>
                  <a:pt x="69" y="339"/>
                </a:lnTo>
                <a:lnTo>
                  <a:pt x="70" y="339"/>
                </a:lnTo>
                <a:lnTo>
                  <a:pt x="69" y="338"/>
                </a:lnTo>
                <a:lnTo>
                  <a:pt x="68" y="338"/>
                </a:lnTo>
                <a:lnTo>
                  <a:pt x="68" y="337"/>
                </a:lnTo>
                <a:lnTo>
                  <a:pt x="67" y="337"/>
                </a:lnTo>
                <a:lnTo>
                  <a:pt x="67" y="336"/>
                </a:lnTo>
                <a:lnTo>
                  <a:pt x="66" y="336"/>
                </a:lnTo>
                <a:lnTo>
                  <a:pt x="65" y="336"/>
                </a:lnTo>
                <a:lnTo>
                  <a:pt x="64" y="336"/>
                </a:lnTo>
                <a:lnTo>
                  <a:pt x="64" y="335"/>
                </a:lnTo>
                <a:lnTo>
                  <a:pt x="63" y="335"/>
                </a:lnTo>
                <a:lnTo>
                  <a:pt x="63" y="334"/>
                </a:lnTo>
                <a:lnTo>
                  <a:pt x="62" y="334"/>
                </a:lnTo>
                <a:lnTo>
                  <a:pt x="61" y="334"/>
                </a:lnTo>
                <a:lnTo>
                  <a:pt x="61" y="333"/>
                </a:lnTo>
                <a:lnTo>
                  <a:pt x="61" y="332"/>
                </a:lnTo>
                <a:lnTo>
                  <a:pt x="62" y="332"/>
                </a:lnTo>
                <a:lnTo>
                  <a:pt x="62" y="331"/>
                </a:lnTo>
                <a:lnTo>
                  <a:pt x="61" y="331"/>
                </a:lnTo>
                <a:lnTo>
                  <a:pt x="61" y="330"/>
                </a:lnTo>
                <a:lnTo>
                  <a:pt x="60" y="330"/>
                </a:lnTo>
                <a:lnTo>
                  <a:pt x="59" y="330"/>
                </a:lnTo>
                <a:lnTo>
                  <a:pt x="59" y="329"/>
                </a:lnTo>
                <a:lnTo>
                  <a:pt x="58" y="329"/>
                </a:lnTo>
                <a:lnTo>
                  <a:pt x="58" y="328"/>
                </a:lnTo>
                <a:lnTo>
                  <a:pt x="58" y="327"/>
                </a:lnTo>
                <a:lnTo>
                  <a:pt x="58" y="326"/>
                </a:lnTo>
                <a:lnTo>
                  <a:pt x="58" y="325"/>
                </a:lnTo>
                <a:lnTo>
                  <a:pt x="57" y="325"/>
                </a:lnTo>
                <a:lnTo>
                  <a:pt x="57" y="324"/>
                </a:lnTo>
                <a:lnTo>
                  <a:pt x="57" y="323"/>
                </a:lnTo>
                <a:lnTo>
                  <a:pt x="56" y="323"/>
                </a:lnTo>
                <a:lnTo>
                  <a:pt x="55" y="323"/>
                </a:lnTo>
                <a:lnTo>
                  <a:pt x="54" y="323"/>
                </a:lnTo>
                <a:lnTo>
                  <a:pt x="53" y="323"/>
                </a:lnTo>
                <a:lnTo>
                  <a:pt x="53" y="322"/>
                </a:lnTo>
                <a:lnTo>
                  <a:pt x="52" y="322"/>
                </a:lnTo>
                <a:lnTo>
                  <a:pt x="51" y="322"/>
                </a:lnTo>
                <a:lnTo>
                  <a:pt x="51" y="321"/>
                </a:lnTo>
                <a:lnTo>
                  <a:pt x="51" y="320"/>
                </a:lnTo>
                <a:lnTo>
                  <a:pt x="51" y="319"/>
                </a:lnTo>
                <a:lnTo>
                  <a:pt x="50" y="319"/>
                </a:lnTo>
                <a:lnTo>
                  <a:pt x="51" y="318"/>
                </a:lnTo>
                <a:lnTo>
                  <a:pt x="50" y="318"/>
                </a:lnTo>
                <a:lnTo>
                  <a:pt x="50" y="317"/>
                </a:lnTo>
                <a:lnTo>
                  <a:pt x="49" y="317"/>
                </a:lnTo>
                <a:lnTo>
                  <a:pt x="48" y="317"/>
                </a:lnTo>
                <a:lnTo>
                  <a:pt x="48" y="316"/>
                </a:lnTo>
                <a:lnTo>
                  <a:pt x="47" y="316"/>
                </a:lnTo>
                <a:lnTo>
                  <a:pt x="47" y="315"/>
                </a:lnTo>
                <a:lnTo>
                  <a:pt x="46" y="315"/>
                </a:lnTo>
                <a:lnTo>
                  <a:pt x="46" y="314"/>
                </a:lnTo>
                <a:lnTo>
                  <a:pt x="45" y="314"/>
                </a:lnTo>
                <a:lnTo>
                  <a:pt x="44" y="314"/>
                </a:lnTo>
                <a:lnTo>
                  <a:pt x="43" y="314"/>
                </a:lnTo>
                <a:lnTo>
                  <a:pt x="42" y="314"/>
                </a:lnTo>
                <a:lnTo>
                  <a:pt x="41" y="313"/>
                </a:lnTo>
                <a:lnTo>
                  <a:pt x="40" y="313"/>
                </a:lnTo>
                <a:lnTo>
                  <a:pt x="40" y="312"/>
                </a:lnTo>
                <a:lnTo>
                  <a:pt x="40" y="311"/>
                </a:lnTo>
                <a:lnTo>
                  <a:pt x="39" y="311"/>
                </a:lnTo>
                <a:lnTo>
                  <a:pt x="39" y="310"/>
                </a:lnTo>
                <a:lnTo>
                  <a:pt x="38" y="310"/>
                </a:lnTo>
                <a:lnTo>
                  <a:pt x="38" y="309"/>
                </a:lnTo>
                <a:lnTo>
                  <a:pt x="38" y="308"/>
                </a:lnTo>
                <a:lnTo>
                  <a:pt x="38" y="307"/>
                </a:lnTo>
                <a:lnTo>
                  <a:pt x="37" y="306"/>
                </a:lnTo>
                <a:lnTo>
                  <a:pt x="37" y="305"/>
                </a:lnTo>
                <a:lnTo>
                  <a:pt x="36" y="305"/>
                </a:lnTo>
                <a:lnTo>
                  <a:pt x="35" y="305"/>
                </a:lnTo>
                <a:lnTo>
                  <a:pt x="35" y="304"/>
                </a:lnTo>
                <a:lnTo>
                  <a:pt x="34" y="303"/>
                </a:lnTo>
                <a:lnTo>
                  <a:pt x="34" y="302"/>
                </a:lnTo>
                <a:lnTo>
                  <a:pt x="33" y="302"/>
                </a:lnTo>
                <a:lnTo>
                  <a:pt x="33" y="301"/>
                </a:lnTo>
                <a:lnTo>
                  <a:pt x="32" y="301"/>
                </a:lnTo>
                <a:lnTo>
                  <a:pt x="32" y="300"/>
                </a:lnTo>
                <a:lnTo>
                  <a:pt x="31" y="300"/>
                </a:lnTo>
                <a:lnTo>
                  <a:pt x="31" y="299"/>
                </a:lnTo>
                <a:lnTo>
                  <a:pt x="31" y="298"/>
                </a:lnTo>
                <a:lnTo>
                  <a:pt x="31" y="297"/>
                </a:lnTo>
                <a:lnTo>
                  <a:pt x="32" y="297"/>
                </a:lnTo>
                <a:lnTo>
                  <a:pt x="32" y="296"/>
                </a:lnTo>
                <a:lnTo>
                  <a:pt x="31" y="296"/>
                </a:lnTo>
                <a:lnTo>
                  <a:pt x="32" y="296"/>
                </a:lnTo>
                <a:lnTo>
                  <a:pt x="31" y="296"/>
                </a:lnTo>
                <a:lnTo>
                  <a:pt x="31" y="295"/>
                </a:lnTo>
                <a:lnTo>
                  <a:pt x="32" y="295"/>
                </a:lnTo>
                <a:lnTo>
                  <a:pt x="32" y="294"/>
                </a:lnTo>
                <a:lnTo>
                  <a:pt x="33" y="294"/>
                </a:lnTo>
                <a:lnTo>
                  <a:pt x="33" y="293"/>
                </a:lnTo>
                <a:lnTo>
                  <a:pt x="33" y="292"/>
                </a:lnTo>
                <a:lnTo>
                  <a:pt x="32" y="292"/>
                </a:lnTo>
                <a:lnTo>
                  <a:pt x="32" y="293"/>
                </a:lnTo>
                <a:lnTo>
                  <a:pt x="31" y="293"/>
                </a:lnTo>
                <a:lnTo>
                  <a:pt x="30" y="293"/>
                </a:lnTo>
                <a:lnTo>
                  <a:pt x="29" y="293"/>
                </a:lnTo>
                <a:lnTo>
                  <a:pt x="29" y="292"/>
                </a:lnTo>
                <a:lnTo>
                  <a:pt x="28" y="292"/>
                </a:lnTo>
                <a:lnTo>
                  <a:pt x="28" y="291"/>
                </a:lnTo>
                <a:lnTo>
                  <a:pt x="27" y="291"/>
                </a:lnTo>
                <a:lnTo>
                  <a:pt x="28" y="291"/>
                </a:lnTo>
                <a:lnTo>
                  <a:pt x="28" y="290"/>
                </a:lnTo>
                <a:lnTo>
                  <a:pt x="27" y="290"/>
                </a:lnTo>
                <a:lnTo>
                  <a:pt x="26" y="290"/>
                </a:lnTo>
                <a:lnTo>
                  <a:pt x="26" y="289"/>
                </a:lnTo>
                <a:lnTo>
                  <a:pt x="26" y="288"/>
                </a:lnTo>
                <a:lnTo>
                  <a:pt x="27" y="288"/>
                </a:lnTo>
                <a:lnTo>
                  <a:pt x="28" y="288"/>
                </a:lnTo>
                <a:lnTo>
                  <a:pt x="29" y="288"/>
                </a:lnTo>
                <a:lnTo>
                  <a:pt x="29" y="287"/>
                </a:lnTo>
                <a:lnTo>
                  <a:pt x="30" y="287"/>
                </a:lnTo>
                <a:lnTo>
                  <a:pt x="31" y="287"/>
                </a:lnTo>
                <a:lnTo>
                  <a:pt x="32" y="285"/>
                </a:lnTo>
                <a:lnTo>
                  <a:pt x="33" y="285"/>
                </a:lnTo>
                <a:lnTo>
                  <a:pt x="34" y="284"/>
                </a:lnTo>
                <a:lnTo>
                  <a:pt x="35" y="284"/>
                </a:lnTo>
                <a:lnTo>
                  <a:pt x="35" y="283"/>
                </a:lnTo>
                <a:lnTo>
                  <a:pt x="36" y="283"/>
                </a:lnTo>
                <a:lnTo>
                  <a:pt x="36" y="282"/>
                </a:lnTo>
                <a:lnTo>
                  <a:pt x="35" y="282"/>
                </a:lnTo>
                <a:lnTo>
                  <a:pt x="35" y="281"/>
                </a:lnTo>
                <a:lnTo>
                  <a:pt x="35" y="280"/>
                </a:lnTo>
                <a:lnTo>
                  <a:pt x="34" y="280"/>
                </a:lnTo>
                <a:lnTo>
                  <a:pt x="34" y="279"/>
                </a:lnTo>
                <a:lnTo>
                  <a:pt x="34" y="277"/>
                </a:lnTo>
                <a:lnTo>
                  <a:pt x="33" y="277"/>
                </a:lnTo>
                <a:lnTo>
                  <a:pt x="33" y="276"/>
                </a:lnTo>
                <a:lnTo>
                  <a:pt x="33" y="275"/>
                </a:lnTo>
                <a:lnTo>
                  <a:pt x="33" y="274"/>
                </a:lnTo>
                <a:lnTo>
                  <a:pt x="33" y="273"/>
                </a:lnTo>
                <a:lnTo>
                  <a:pt x="33" y="272"/>
                </a:lnTo>
                <a:lnTo>
                  <a:pt x="34" y="272"/>
                </a:lnTo>
                <a:lnTo>
                  <a:pt x="34" y="271"/>
                </a:lnTo>
                <a:lnTo>
                  <a:pt x="34" y="270"/>
                </a:lnTo>
                <a:lnTo>
                  <a:pt x="33" y="270"/>
                </a:lnTo>
                <a:lnTo>
                  <a:pt x="33" y="269"/>
                </a:lnTo>
                <a:lnTo>
                  <a:pt x="33" y="268"/>
                </a:lnTo>
                <a:lnTo>
                  <a:pt x="33" y="267"/>
                </a:lnTo>
                <a:lnTo>
                  <a:pt x="33" y="266"/>
                </a:lnTo>
                <a:lnTo>
                  <a:pt x="32" y="266"/>
                </a:lnTo>
                <a:lnTo>
                  <a:pt x="33" y="266"/>
                </a:lnTo>
                <a:lnTo>
                  <a:pt x="33" y="265"/>
                </a:lnTo>
                <a:lnTo>
                  <a:pt x="34" y="265"/>
                </a:lnTo>
                <a:lnTo>
                  <a:pt x="33" y="265"/>
                </a:lnTo>
                <a:lnTo>
                  <a:pt x="33" y="264"/>
                </a:lnTo>
                <a:lnTo>
                  <a:pt x="34" y="264"/>
                </a:lnTo>
                <a:lnTo>
                  <a:pt x="34" y="263"/>
                </a:lnTo>
                <a:lnTo>
                  <a:pt x="33" y="263"/>
                </a:lnTo>
                <a:lnTo>
                  <a:pt x="32" y="263"/>
                </a:lnTo>
                <a:lnTo>
                  <a:pt x="32" y="262"/>
                </a:lnTo>
                <a:lnTo>
                  <a:pt x="31" y="262"/>
                </a:lnTo>
                <a:lnTo>
                  <a:pt x="30" y="262"/>
                </a:lnTo>
                <a:lnTo>
                  <a:pt x="31" y="262"/>
                </a:lnTo>
                <a:lnTo>
                  <a:pt x="31" y="261"/>
                </a:lnTo>
                <a:lnTo>
                  <a:pt x="31" y="260"/>
                </a:lnTo>
                <a:lnTo>
                  <a:pt x="31" y="259"/>
                </a:lnTo>
                <a:lnTo>
                  <a:pt x="31" y="258"/>
                </a:lnTo>
                <a:lnTo>
                  <a:pt x="31" y="257"/>
                </a:lnTo>
                <a:lnTo>
                  <a:pt x="32" y="257"/>
                </a:lnTo>
                <a:lnTo>
                  <a:pt x="31" y="256"/>
                </a:lnTo>
                <a:lnTo>
                  <a:pt x="32" y="256"/>
                </a:lnTo>
                <a:lnTo>
                  <a:pt x="32" y="255"/>
                </a:lnTo>
                <a:lnTo>
                  <a:pt x="31" y="255"/>
                </a:lnTo>
                <a:lnTo>
                  <a:pt x="31" y="254"/>
                </a:lnTo>
                <a:lnTo>
                  <a:pt x="32" y="254"/>
                </a:lnTo>
                <a:lnTo>
                  <a:pt x="31" y="254"/>
                </a:lnTo>
                <a:lnTo>
                  <a:pt x="31" y="253"/>
                </a:lnTo>
                <a:lnTo>
                  <a:pt x="30" y="253"/>
                </a:lnTo>
                <a:lnTo>
                  <a:pt x="30" y="252"/>
                </a:lnTo>
                <a:lnTo>
                  <a:pt x="30" y="253"/>
                </a:lnTo>
                <a:lnTo>
                  <a:pt x="29" y="253"/>
                </a:lnTo>
                <a:lnTo>
                  <a:pt x="29" y="252"/>
                </a:lnTo>
                <a:lnTo>
                  <a:pt x="28" y="252"/>
                </a:lnTo>
                <a:lnTo>
                  <a:pt x="28" y="251"/>
                </a:lnTo>
                <a:lnTo>
                  <a:pt x="27" y="251"/>
                </a:lnTo>
                <a:lnTo>
                  <a:pt x="27" y="252"/>
                </a:lnTo>
                <a:lnTo>
                  <a:pt x="26" y="252"/>
                </a:lnTo>
                <a:lnTo>
                  <a:pt x="25" y="251"/>
                </a:lnTo>
                <a:lnTo>
                  <a:pt x="24" y="251"/>
                </a:lnTo>
                <a:lnTo>
                  <a:pt x="24" y="250"/>
                </a:lnTo>
                <a:lnTo>
                  <a:pt x="24" y="249"/>
                </a:lnTo>
                <a:lnTo>
                  <a:pt x="24" y="248"/>
                </a:lnTo>
                <a:lnTo>
                  <a:pt x="25" y="248"/>
                </a:lnTo>
                <a:lnTo>
                  <a:pt x="25" y="247"/>
                </a:lnTo>
                <a:lnTo>
                  <a:pt x="24" y="247"/>
                </a:lnTo>
                <a:lnTo>
                  <a:pt x="24" y="246"/>
                </a:lnTo>
                <a:lnTo>
                  <a:pt x="24" y="245"/>
                </a:lnTo>
                <a:lnTo>
                  <a:pt x="25" y="245"/>
                </a:lnTo>
                <a:lnTo>
                  <a:pt x="26" y="245"/>
                </a:lnTo>
                <a:lnTo>
                  <a:pt x="26" y="246"/>
                </a:lnTo>
                <a:lnTo>
                  <a:pt x="27" y="246"/>
                </a:lnTo>
                <a:lnTo>
                  <a:pt x="27" y="245"/>
                </a:lnTo>
                <a:lnTo>
                  <a:pt x="28" y="244"/>
                </a:lnTo>
                <a:lnTo>
                  <a:pt x="29" y="245"/>
                </a:lnTo>
                <a:lnTo>
                  <a:pt x="30" y="245"/>
                </a:lnTo>
                <a:lnTo>
                  <a:pt x="31" y="245"/>
                </a:lnTo>
                <a:lnTo>
                  <a:pt x="32" y="245"/>
                </a:lnTo>
                <a:lnTo>
                  <a:pt x="32" y="244"/>
                </a:lnTo>
                <a:lnTo>
                  <a:pt x="33" y="244"/>
                </a:lnTo>
                <a:lnTo>
                  <a:pt x="33" y="243"/>
                </a:lnTo>
                <a:lnTo>
                  <a:pt x="34" y="243"/>
                </a:lnTo>
                <a:lnTo>
                  <a:pt x="34" y="242"/>
                </a:lnTo>
                <a:lnTo>
                  <a:pt x="35" y="242"/>
                </a:lnTo>
                <a:lnTo>
                  <a:pt x="36" y="242"/>
                </a:lnTo>
                <a:lnTo>
                  <a:pt x="36" y="241"/>
                </a:lnTo>
                <a:lnTo>
                  <a:pt x="36" y="240"/>
                </a:lnTo>
                <a:lnTo>
                  <a:pt x="37" y="240"/>
                </a:lnTo>
                <a:lnTo>
                  <a:pt x="38" y="240"/>
                </a:lnTo>
                <a:lnTo>
                  <a:pt x="38" y="241"/>
                </a:lnTo>
                <a:lnTo>
                  <a:pt x="39" y="241"/>
                </a:lnTo>
                <a:lnTo>
                  <a:pt x="40" y="241"/>
                </a:lnTo>
                <a:lnTo>
                  <a:pt x="40" y="240"/>
                </a:lnTo>
                <a:lnTo>
                  <a:pt x="41" y="240"/>
                </a:lnTo>
                <a:lnTo>
                  <a:pt x="41" y="239"/>
                </a:lnTo>
                <a:lnTo>
                  <a:pt x="41" y="240"/>
                </a:lnTo>
                <a:lnTo>
                  <a:pt x="42" y="240"/>
                </a:lnTo>
                <a:lnTo>
                  <a:pt x="42" y="239"/>
                </a:lnTo>
                <a:lnTo>
                  <a:pt x="42" y="238"/>
                </a:lnTo>
                <a:lnTo>
                  <a:pt x="42" y="237"/>
                </a:lnTo>
                <a:lnTo>
                  <a:pt x="43" y="237"/>
                </a:lnTo>
                <a:lnTo>
                  <a:pt x="44" y="237"/>
                </a:lnTo>
                <a:lnTo>
                  <a:pt x="44" y="238"/>
                </a:lnTo>
                <a:lnTo>
                  <a:pt x="44" y="239"/>
                </a:lnTo>
                <a:lnTo>
                  <a:pt x="45" y="239"/>
                </a:lnTo>
                <a:lnTo>
                  <a:pt x="46" y="239"/>
                </a:lnTo>
                <a:lnTo>
                  <a:pt x="46" y="240"/>
                </a:lnTo>
                <a:lnTo>
                  <a:pt x="47" y="240"/>
                </a:lnTo>
                <a:lnTo>
                  <a:pt x="47" y="239"/>
                </a:lnTo>
                <a:lnTo>
                  <a:pt x="47" y="238"/>
                </a:lnTo>
                <a:lnTo>
                  <a:pt x="48" y="238"/>
                </a:lnTo>
                <a:lnTo>
                  <a:pt x="48" y="237"/>
                </a:lnTo>
                <a:lnTo>
                  <a:pt x="49" y="237"/>
                </a:lnTo>
                <a:lnTo>
                  <a:pt x="48" y="237"/>
                </a:lnTo>
                <a:lnTo>
                  <a:pt x="48" y="236"/>
                </a:lnTo>
                <a:lnTo>
                  <a:pt x="49" y="235"/>
                </a:lnTo>
                <a:lnTo>
                  <a:pt x="49" y="234"/>
                </a:lnTo>
                <a:lnTo>
                  <a:pt x="49" y="233"/>
                </a:lnTo>
                <a:lnTo>
                  <a:pt x="49" y="232"/>
                </a:lnTo>
                <a:lnTo>
                  <a:pt x="50" y="232"/>
                </a:lnTo>
                <a:lnTo>
                  <a:pt x="50" y="231"/>
                </a:lnTo>
                <a:lnTo>
                  <a:pt x="51" y="231"/>
                </a:lnTo>
                <a:lnTo>
                  <a:pt x="51" y="230"/>
                </a:lnTo>
                <a:lnTo>
                  <a:pt x="51" y="229"/>
                </a:lnTo>
                <a:lnTo>
                  <a:pt x="52" y="229"/>
                </a:lnTo>
                <a:lnTo>
                  <a:pt x="52" y="228"/>
                </a:lnTo>
                <a:lnTo>
                  <a:pt x="52" y="227"/>
                </a:lnTo>
                <a:lnTo>
                  <a:pt x="52" y="226"/>
                </a:lnTo>
                <a:lnTo>
                  <a:pt x="52" y="225"/>
                </a:lnTo>
                <a:lnTo>
                  <a:pt x="53" y="225"/>
                </a:lnTo>
                <a:lnTo>
                  <a:pt x="52" y="225"/>
                </a:lnTo>
                <a:lnTo>
                  <a:pt x="53" y="225"/>
                </a:lnTo>
                <a:lnTo>
                  <a:pt x="53" y="224"/>
                </a:lnTo>
                <a:lnTo>
                  <a:pt x="53" y="223"/>
                </a:lnTo>
                <a:lnTo>
                  <a:pt x="53" y="222"/>
                </a:lnTo>
                <a:lnTo>
                  <a:pt x="54" y="222"/>
                </a:lnTo>
                <a:lnTo>
                  <a:pt x="55" y="222"/>
                </a:lnTo>
                <a:lnTo>
                  <a:pt x="56" y="222"/>
                </a:lnTo>
                <a:lnTo>
                  <a:pt x="58" y="222"/>
                </a:lnTo>
                <a:lnTo>
                  <a:pt x="58" y="221"/>
                </a:lnTo>
                <a:lnTo>
                  <a:pt x="59" y="221"/>
                </a:lnTo>
                <a:lnTo>
                  <a:pt x="59" y="220"/>
                </a:lnTo>
                <a:lnTo>
                  <a:pt x="58" y="220"/>
                </a:lnTo>
                <a:lnTo>
                  <a:pt x="59" y="219"/>
                </a:lnTo>
                <a:lnTo>
                  <a:pt x="59" y="218"/>
                </a:lnTo>
                <a:lnTo>
                  <a:pt x="60" y="218"/>
                </a:lnTo>
                <a:lnTo>
                  <a:pt x="60" y="217"/>
                </a:lnTo>
                <a:lnTo>
                  <a:pt x="60" y="215"/>
                </a:lnTo>
                <a:lnTo>
                  <a:pt x="60" y="214"/>
                </a:lnTo>
                <a:lnTo>
                  <a:pt x="61" y="212"/>
                </a:lnTo>
                <a:lnTo>
                  <a:pt x="62" y="211"/>
                </a:lnTo>
                <a:lnTo>
                  <a:pt x="64" y="210"/>
                </a:lnTo>
                <a:lnTo>
                  <a:pt x="65" y="210"/>
                </a:lnTo>
                <a:lnTo>
                  <a:pt x="68" y="209"/>
                </a:lnTo>
                <a:lnTo>
                  <a:pt x="68" y="208"/>
                </a:lnTo>
                <a:lnTo>
                  <a:pt x="69" y="208"/>
                </a:lnTo>
                <a:lnTo>
                  <a:pt x="70" y="209"/>
                </a:lnTo>
                <a:lnTo>
                  <a:pt x="69" y="209"/>
                </a:lnTo>
                <a:lnTo>
                  <a:pt x="70" y="209"/>
                </a:lnTo>
                <a:lnTo>
                  <a:pt x="70" y="210"/>
                </a:lnTo>
                <a:lnTo>
                  <a:pt x="71" y="210"/>
                </a:lnTo>
                <a:lnTo>
                  <a:pt x="72" y="210"/>
                </a:lnTo>
                <a:lnTo>
                  <a:pt x="72" y="211"/>
                </a:lnTo>
                <a:lnTo>
                  <a:pt x="74" y="211"/>
                </a:lnTo>
                <a:lnTo>
                  <a:pt x="75" y="211"/>
                </a:lnTo>
                <a:lnTo>
                  <a:pt x="76" y="211"/>
                </a:lnTo>
                <a:lnTo>
                  <a:pt x="77" y="211"/>
                </a:lnTo>
                <a:lnTo>
                  <a:pt x="79" y="211"/>
                </a:lnTo>
                <a:lnTo>
                  <a:pt x="79" y="210"/>
                </a:lnTo>
                <a:lnTo>
                  <a:pt x="79" y="209"/>
                </a:lnTo>
                <a:lnTo>
                  <a:pt x="80" y="209"/>
                </a:lnTo>
                <a:lnTo>
                  <a:pt x="82" y="209"/>
                </a:lnTo>
                <a:lnTo>
                  <a:pt x="83" y="209"/>
                </a:lnTo>
                <a:lnTo>
                  <a:pt x="84" y="209"/>
                </a:lnTo>
                <a:lnTo>
                  <a:pt x="85" y="209"/>
                </a:lnTo>
                <a:lnTo>
                  <a:pt x="86" y="209"/>
                </a:lnTo>
                <a:lnTo>
                  <a:pt x="86" y="210"/>
                </a:lnTo>
                <a:lnTo>
                  <a:pt x="87" y="210"/>
                </a:lnTo>
                <a:lnTo>
                  <a:pt x="88" y="210"/>
                </a:lnTo>
                <a:lnTo>
                  <a:pt x="88" y="209"/>
                </a:lnTo>
                <a:lnTo>
                  <a:pt x="89" y="209"/>
                </a:lnTo>
                <a:lnTo>
                  <a:pt x="90" y="210"/>
                </a:lnTo>
                <a:lnTo>
                  <a:pt x="91" y="209"/>
                </a:lnTo>
                <a:lnTo>
                  <a:pt x="91" y="208"/>
                </a:lnTo>
                <a:lnTo>
                  <a:pt x="92" y="208"/>
                </a:lnTo>
                <a:lnTo>
                  <a:pt x="93" y="208"/>
                </a:lnTo>
                <a:lnTo>
                  <a:pt x="94" y="208"/>
                </a:lnTo>
                <a:lnTo>
                  <a:pt x="95" y="209"/>
                </a:lnTo>
                <a:lnTo>
                  <a:pt x="96" y="208"/>
                </a:lnTo>
                <a:lnTo>
                  <a:pt x="98" y="208"/>
                </a:lnTo>
                <a:lnTo>
                  <a:pt x="99" y="208"/>
                </a:lnTo>
                <a:lnTo>
                  <a:pt x="102" y="207"/>
                </a:lnTo>
                <a:lnTo>
                  <a:pt x="103" y="206"/>
                </a:lnTo>
                <a:lnTo>
                  <a:pt x="103" y="205"/>
                </a:lnTo>
                <a:lnTo>
                  <a:pt x="104" y="205"/>
                </a:lnTo>
                <a:lnTo>
                  <a:pt x="104" y="206"/>
                </a:lnTo>
                <a:lnTo>
                  <a:pt x="105" y="206"/>
                </a:lnTo>
                <a:lnTo>
                  <a:pt x="105" y="207"/>
                </a:lnTo>
                <a:lnTo>
                  <a:pt x="106" y="207"/>
                </a:lnTo>
                <a:lnTo>
                  <a:pt x="107" y="207"/>
                </a:lnTo>
                <a:lnTo>
                  <a:pt x="108" y="207"/>
                </a:lnTo>
                <a:lnTo>
                  <a:pt x="108" y="206"/>
                </a:lnTo>
                <a:lnTo>
                  <a:pt x="109" y="206"/>
                </a:lnTo>
                <a:lnTo>
                  <a:pt x="109" y="207"/>
                </a:lnTo>
                <a:lnTo>
                  <a:pt x="110" y="207"/>
                </a:lnTo>
                <a:lnTo>
                  <a:pt x="110" y="208"/>
                </a:lnTo>
                <a:lnTo>
                  <a:pt x="111" y="208"/>
                </a:lnTo>
                <a:lnTo>
                  <a:pt x="112" y="208"/>
                </a:lnTo>
                <a:lnTo>
                  <a:pt x="113" y="208"/>
                </a:lnTo>
                <a:lnTo>
                  <a:pt x="113" y="207"/>
                </a:lnTo>
                <a:lnTo>
                  <a:pt x="114" y="208"/>
                </a:lnTo>
                <a:lnTo>
                  <a:pt x="116" y="208"/>
                </a:lnTo>
                <a:lnTo>
                  <a:pt x="116" y="207"/>
                </a:lnTo>
                <a:lnTo>
                  <a:pt x="117" y="206"/>
                </a:lnTo>
                <a:lnTo>
                  <a:pt x="117" y="205"/>
                </a:lnTo>
                <a:lnTo>
                  <a:pt x="118" y="204"/>
                </a:lnTo>
                <a:lnTo>
                  <a:pt x="119" y="205"/>
                </a:lnTo>
                <a:lnTo>
                  <a:pt x="119" y="206"/>
                </a:lnTo>
                <a:lnTo>
                  <a:pt x="120" y="206"/>
                </a:lnTo>
                <a:lnTo>
                  <a:pt x="121" y="206"/>
                </a:lnTo>
                <a:lnTo>
                  <a:pt x="122" y="205"/>
                </a:lnTo>
                <a:lnTo>
                  <a:pt x="124" y="205"/>
                </a:lnTo>
                <a:lnTo>
                  <a:pt x="125" y="205"/>
                </a:lnTo>
                <a:lnTo>
                  <a:pt x="126" y="205"/>
                </a:lnTo>
                <a:lnTo>
                  <a:pt x="127" y="205"/>
                </a:lnTo>
                <a:lnTo>
                  <a:pt x="127" y="204"/>
                </a:lnTo>
                <a:lnTo>
                  <a:pt x="129" y="204"/>
                </a:lnTo>
                <a:lnTo>
                  <a:pt x="129" y="203"/>
                </a:lnTo>
                <a:lnTo>
                  <a:pt x="129" y="202"/>
                </a:lnTo>
                <a:lnTo>
                  <a:pt x="129" y="201"/>
                </a:lnTo>
                <a:lnTo>
                  <a:pt x="130" y="201"/>
                </a:lnTo>
                <a:lnTo>
                  <a:pt x="131" y="201"/>
                </a:lnTo>
                <a:lnTo>
                  <a:pt x="131" y="200"/>
                </a:lnTo>
                <a:lnTo>
                  <a:pt x="131" y="199"/>
                </a:lnTo>
                <a:lnTo>
                  <a:pt x="132" y="199"/>
                </a:lnTo>
                <a:lnTo>
                  <a:pt x="132" y="198"/>
                </a:lnTo>
                <a:lnTo>
                  <a:pt x="131" y="198"/>
                </a:lnTo>
                <a:lnTo>
                  <a:pt x="130" y="198"/>
                </a:lnTo>
                <a:lnTo>
                  <a:pt x="130" y="197"/>
                </a:lnTo>
                <a:lnTo>
                  <a:pt x="131" y="196"/>
                </a:lnTo>
                <a:lnTo>
                  <a:pt x="131" y="195"/>
                </a:lnTo>
                <a:lnTo>
                  <a:pt x="132" y="195"/>
                </a:lnTo>
                <a:lnTo>
                  <a:pt x="133" y="194"/>
                </a:lnTo>
                <a:lnTo>
                  <a:pt x="132" y="194"/>
                </a:lnTo>
                <a:lnTo>
                  <a:pt x="132" y="193"/>
                </a:lnTo>
                <a:lnTo>
                  <a:pt x="133" y="192"/>
                </a:lnTo>
                <a:lnTo>
                  <a:pt x="133" y="191"/>
                </a:lnTo>
                <a:lnTo>
                  <a:pt x="134" y="191"/>
                </a:lnTo>
                <a:lnTo>
                  <a:pt x="134" y="190"/>
                </a:lnTo>
                <a:lnTo>
                  <a:pt x="135" y="190"/>
                </a:lnTo>
                <a:lnTo>
                  <a:pt x="135" y="189"/>
                </a:lnTo>
                <a:lnTo>
                  <a:pt x="135" y="188"/>
                </a:lnTo>
                <a:lnTo>
                  <a:pt x="135" y="187"/>
                </a:lnTo>
                <a:lnTo>
                  <a:pt x="133" y="187"/>
                </a:lnTo>
                <a:lnTo>
                  <a:pt x="133" y="186"/>
                </a:lnTo>
                <a:lnTo>
                  <a:pt x="133" y="185"/>
                </a:lnTo>
                <a:lnTo>
                  <a:pt x="135" y="184"/>
                </a:lnTo>
                <a:lnTo>
                  <a:pt x="136" y="184"/>
                </a:lnTo>
                <a:lnTo>
                  <a:pt x="136" y="183"/>
                </a:lnTo>
                <a:lnTo>
                  <a:pt x="136" y="182"/>
                </a:lnTo>
                <a:lnTo>
                  <a:pt x="136" y="181"/>
                </a:lnTo>
                <a:lnTo>
                  <a:pt x="136" y="180"/>
                </a:lnTo>
                <a:lnTo>
                  <a:pt x="136" y="179"/>
                </a:lnTo>
                <a:lnTo>
                  <a:pt x="137" y="177"/>
                </a:lnTo>
                <a:lnTo>
                  <a:pt x="137" y="176"/>
                </a:lnTo>
                <a:lnTo>
                  <a:pt x="138" y="175"/>
                </a:lnTo>
                <a:lnTo>
                  <a:pt x="138" y="173"/>
                </a:lnTo>
                <a:lnTo>
                  <a:pt x="139" y="172"/>
                </a:lnTo>
                <a:lnTo>
                  <a:pt x="139" y="171"/>
                </a:lnTo>
                <a:lnTo>
                  <a:pt x="140" y="171"/>
                </a:lnTo>
                <a:lnTo>
                  <a:pt x="140" y="170"/>
                </a:lnTo>
                <a:lnTo>
                  <a:pt x="139" y="169"/>
                </a:lnTo>
                <a:lnTo>
                  <a:pt x="138" y="167"/>
                </a:lnTo>
                <a:lnTo>
                  <a:pt x="139" y="166"/>
                </a:lnTo>
                <a:lnTo>
                  <a:pt x="141" y="166"/>
                </a:lnTo>
                <a:lnTo>
                  <a:pt x="142" y="166"/>
                </a:lnTo>
                <a:lnTo>
                  <a:pt x="143" y="166"/>
                </a:lnTo>
                <a:lnTo>
                  <a:pt x="144" y="166"/>
                </a:lnTo>
                <a:lnTo>
                  <a:pt x="145" y="166"/>
                </a:lnTo>
                <a:lnTo>
                  <a:pt x="145" y="165"/>
                </a:lnTo>
                <a:lnTo>
                  <a:pt x="145" y="164"/>
                </a:lnTo>
                <a:lnTo>
                  <a:pt x="145" y="163"/>
                </a:lnTo>
                <a:lnTo>
                  <a:pt x="145" y="162"/>
                </a:lnTo>
                <a:lnTo>
                  <a:pt x="146" y="162"/>
                </a:lnTo>
                <a:lnTo>
                  <a:pt x="147" y="162"/>
                </a:lnTo>
                <a:lnTo>
                  <a:pt x="148" y="162"/>
                </a:lnTo>
                <a:lnTo>
                  <a:pt x="148" y="161"/>
                </a:lnTo>
                <a:lnTo>
                  <a:pt x="148" y="160"/>
                </a:lnTo>
                <a:lnTo>
                  <a:pt x="148" y="159"/>
                </a:lnTo>
                <a:lnTo>
                  <a:pt x="149" y="158"/>
                </a:lnTo>
                <a:lnTo>
                  <a:pt x="148" y="157"/>
                </a:lnTo>
                <a:lnTo>
                  <a:pt x="147" y="157"/>
                </a:lnTo>
                <a:lnTo>
                  <a:pt x="147" y="156"/>
                </a:lnTo>
                <a:lnTo>
                  <a:pt x="147" y="155"/>
                </a:lnTo>
                <a:lnTo>
                  <a:pt x="148" y="154"/>
                </a:lnTo>
                <a:lnTo>
                  <a:pt x="149" y="154"/>
                </a:lnTo>
                <a:lnTo>
                  <a:pt x="149" y="153"/>
                </a:lnTo>
                <a:lnTo>
                  <a:pt x="148" y="153"/>
                </a:lnTo>
                <a:lnTo>
                  <a:pt x="148" y="152"/>
                </a:lnTo>
                <a:lnTo>
                  <a:pt x="147" y="152"/>
                </a:lnTo>
                <a:lnTo>
                  <a:pt x="148" y="151"/>
                </a:lnTo>
                <a:lnTo>
                  <a:pt x="149" y="149"/>
                </a:lnTo>
                <a:lnTo>
                  <a:pt x="148" y="149"/>
                </a:lnTo>
                <a:lnTo>
                  <a:pt x="148" y="148"/>
                </a:lnTo>
                <a:lnTo>
                  <a:pt x="149" y="146"/>
                </a:lnTo>
                <a:lnTo>
                  <a:pt x="150" y="146"/>
                </a:lnTo>
                <a:lnTo>
                  <a:pt x="150" y="145"/>
                </a:lnTo>
                <a:lnTo>
                  <a:pt x="151" y="144"/>
                </a:lnTo>
                <a:lnTo>
                  <a:pt x="152" y="144"/>
                </a:lnTo>
                <a:lnTo>
                  <a:pt x="153" y="144"/>
                </a:lnTo>
                <a:lnTo>
                  <a:pt x="153" y="145"/>
                </a:lnTo>
                <a:lnTo>
                  <a:pt x="154" y="145"/>
                </a:lnTo>
                <a:lnTo>
                  <a:pt x="155" y="145"/>
                </a:lnTo>
                <a:lnTo>
                  <a:pt x="156" y="145"/>
                </a:lnTo>
                <a:lnTo>
                  <a:pt x="158" y="143"/>
                </a:lnTo>
                <a:lnTo>
                  <a:pt x="162" y="140"/>
                </a:lnTo>
                <a:lnTo>
                  <a:pt x="164" y="139"/>
                </a:lnTo>
                <a:lnTo>
                  <a:pt x="164" y="138"/>
                </a:lnTo>
                <a:lnTo>
                  <a:pt x="165" y="137"/>
                </a:lnTo>
                <a:lnTo>
                  <a:pt x="166" y="137"/>
                </a:lnTo>
                <a:lnTo>
                  <a:pt x="166" y="136"/>
                </a:lnTo>
                <a:lnTo>
                  <a:pt x="165" y="135"/>
                </a:lnTo>
                <a:lnTo>
                  <a:pt x="165" y="134"/>
                </a:lnTo>
                <a:lnTo>
                  <a:pt x="165" y="133"/>
                </a:lnTo>
                <a:lnTo>
                  <a:pt x="166" y="133"/>
                </a:lnTo>
                <a:lnTo>
                  <a:pt x="167" y="133"/>
                </a:lnTo>
                <a:lnTo>
                  <a:pt x="168" y="132"/>
                </a:lnTo>
                <a:lnTo>
                  <a:pt x="168" y="131"/>
                </a:lnTo>
                <a:lnTo>
                  <a:pt x="169" y="131"/>
                </a:lnTo>
                <a:lnTo>
                  <a:pt x="170" y="131"/>
                </a:lnTo>
                <a:lnTo>
                  <a:pt x="171" y="131"/>
                </a:lnTo>
                <a:lnTo>
                  <a:pt x="171" y="130"/>
                </a:lnTo>
                <a:lnTo>
                  <a:pt x="172" y="130"/>
                </a:lnTo>
                <a:lnTo>
                  <a:pt x="172" y="131"/>
                </a:lnTo>
                <a:lnTo>
                  <a:pt x="173" y="131"/>
                </a:lnTo>
                <a:lnTo>
                  <a:pt x="174" y="131"/>
                </a:lnTo>
                <a:lnTo>
                  <a:pt x="176" y="131"/>
                </a:lnTo>
                <a:lnTo>
                  <a:pt x="177" y="131"/>
                </a:lnTo>
                <a:lnTo>
                  <a:pt x="177" y="130"/>
                </a:lnTo>
                <a:lnTo>
                  <a:pt x="176" y="129"/>
                </a:lnTo>
                <a:lnTo>
                  <a:pt x="175" y="129"/>
                </a:lnTo>
                <a:lnTo>
                  <a:pt x="175" y="127"/>
                </a:lnTo>
                <a:lnTo>
                  <a:pt x="173" y="125"/>
                </a:lnTo>
                <a:lnTo>
                  <a:pt x="172" y="125"/>
                </a:lnTo>
                <a:lnTo>
                  <a:pt x="170" y="123"/>
                </a:lnTo>
                <a:lnTo>
                  <a:pt x="169" y="122"/>
                </a:lnTo>
                <a:lnTo>
                  <a:pt x="170" y="120"/>
                </a:lnTo>
                <a:lnTo>
                  <a:pt x="170" y="118"/>
                </a:lnTo>
                <a:lnTo>
                  <a:pt x="170" y="117"/>
                </a:lnTo>
                <a:lnTo>
                  <a:pt x="171" y="116"/>
                </a:lnTo>
                <a:lnTo>
                  <a:pt x="171" y="115"/>
                </a:lnTo>
                <a:lnTo>
                  <a:pt x="172" y="114"/>
                </a:lnTo>
                <a:lnTo>
                  <a:pt x="172" y="113"/>
                </a:lnTo>
                <a:lnTo>
                  <a:pt x="173" y="113"/>
                </a:lnTo>
                <a:lnTo>
                  <a:pt x="173" y="112"/>
                </a:lnTo>
                <a:lnTo>
                  <a:pt x="174" y="112"/>
                </a:lnTo>
                <a:lnTo>
                  <a:pt x="175" y="112"/>
                </a:lnTo>
                <a:lnTo>
                  <a:pt x="177" y="112"/>
                </a:lnTo>
                <a:lnTo>
                  <a:pt x="179" y="112"/>
                </a:lnTo>
                <a:lnTo>
                  <a:pt x="179" y="111"/>
                </a:lnTo>
                <a:lnTo>
                  <a:pt x="180" y="111"/>
                </a:lnTo>
                <a:lnTo>
                  <a:pt x="180" y="110"/>
                </a:lnTo>
                <a:lnTo>
                  <a:pt x="181" y="109"/>
                </a:lnTo>
                <a:lnTo>
                  <a:pt x="182" y="109"/>
                </a:lnTo>
                <a:lnTo>
                  <a:pt x="182" y="108"/>
                </a:lnTo>
                <a:lnTo>
                  <a:pt x="182" y="107"/>
                </a:lnTo>
                <a:lnTo>
                  <a:pt x="182" y="106"/>
                </a:lnTo>
                <a:lnTo>
                  <a:pt x="183" y="106"/>
                </a:lnTo>
                <a:lnTo>
                  <a:pt x="184" y="106"/>
                </a:lnTo>
                <a:lnTo>
                  <a:pt x="185" y="106"/>
                </a:lnTo>
                <a:lnTo>
                  <a:pt x="184" y="107"/>
                </a:lnTo>
                <a:lnTo>
                  <a:pt x="184" y="108"/>
                </a:lnTo>
                <a:lnTo>
                  <a:pt x="185" y="109"/>
                </a:lnTo>
                <a:lnTo>
                  <a:pt x="186" y="109"/>
                </a:lnTo>
                <a:lnTo>
                  <a:pt x="187" y="110"/>
                </a:lnTo>
                <a:lnTo>
                  <a:pt x="189" y="110"/>
                </a:lnTo>
                <a:lnTo>
                  <a:pt x="190" y="111"/>
                </a:lnTo>
                <a:lnTo>
                  <a:pt x="191" y="112"/>
                </a:lnTo>
                <a:lnTo>
                  <a:pt x="192" y="111"/>
                </a:lnTo>
                <a:lnTo>
                  <a:pt x="193" y="111"/>
                </a:lnTo>
                <a:lnTo>
                  <a:pt x="193" y="110"/>
                </a:lnTo>
                <a:lnTo>
                  <a:pt x="194" y="110"/>
                </a:lnTo>
                <a:lnTo>
                  <a:pt x="195" y="111"/>
                </a:lnTo>
                <a:lnTo>
                  <a:pt x="195" y="112"/>
                </a:lnTo>
                <a:lnTo>
                  <a:pt x="196" y="112"/>
                </a:lnTo>
                <a:lnTo>
                  <a:pt x="198" y="111"/>
                </a:lnTo>
                <a:lnTo>
                  <a:pt x="198" y="110"/>
                </a:lnTo>
                <a:lnTo>
                  <a:pt x="199" y="110"/>
                </a:lnTo>
                <a:lnTo>
                  <a:pt x="200" y="110"/>
                </a:lnTo>
                <a:lnTo>
                  <a:pt x="201" y="111"/>
                </a:lnTo>
                <a:lnTo>
                  <a:pt x="202" y="112"/>
                </a:lnTo>
                <a:lnTo>
                  <a:pt x="203" y="111"/>
                </a:lnTo>
                <a:lnTo>
                  <a:pt x="204" y="111"/>
                </a:lnTo>
                <a:lnTo>
                  <a:pt x="204" y="112"/>
                </a:lnTo>
                <a:lnTo>
                  <a:pt x="205" y="112"/>
                </a:lnTo>
                <a:lnTo>
                  <a:pt x="204" y="113"/>
                </a:lnTo>
                <a:lnTo>
                  <a:pt x="204" y="114"/>
                </a:lnTo>
                <a:lnTo>
                  <a:pt x="205" y="114"/>
                </a:lnTo>
                <a:lnTo>
                  <a:pt x="206" y="114"/>
                </a:lnTo>
                <a:lnTo>
                  <a:pt x="207" y="115"/>
                </a:lnTo>
                <a:lnTo>
                  <a:pt x="207" y="116"/>
                </a:lnTo>
                <a:lnTo>
                  <a:pt x="206" y="116"/>
                </a:lnTo>
                <a:lnTo>
                  <a:pt x="206" y="117"/>
                </a:lnTo>
                <a:lnTo>
                  <a:pt x="207" y="117"/>
                </a:lnTo>
                <a:lnTo>
                  <a:pt x="208" y="117"/>
                </a:lnTo>
                <a:lnTo>
                  <a:pt x="211" y="117"/>
                </a:lnTo>
                <a:lnTo>
                  <a:pt x="214" y="117"/>
                </a:lnTo>
                <a:lnTo>
                  <a:pt x="215" y="117"/>
                </a:lnTo>
                <a:lnTo>
                  <a:pt x="217" y="117"/>
                </a:lnTo>
                <a:lnTo>
                  <a:pt x="220" y="117"/>
                </a:lnTo>
                <a:lnTo>
                  <a:pt x="221" y="117"/>
                </a:lnTo>
                <a:lnTo>
                  <a:pt x="223" y="117"/>
                </a:lnTo>
                <a:lnTo>
                  <a:pt x="224" y="117"/>
                </a:lnTo>
                <a:lnTo>
                  <a:pt x="225" y="118"/>
                </a:lnTo>
                <a:lnTo>
                  <a:pt x="226" y="118"/>
                </a:lnTo>
                <a:lnTo>
                  <a:pt x="226" y="119"/>
                </a:lnTo>
                <a:lnTo>
                  <a:pt x="228" y="119"/>
                </a:lnTo>
                <a:lnTo>
                  <a:pt x="228" y="118"/>
                </a:lnTo>
                <a:lnTo>
                  <a:pt x="229" y="118"/>
                </a:lnTo>
                <a:lnTo>
                  <a:pt x="230" y="118"/>
                </a:lnTo>
                <a:lnTo>
                  <a:pt x="230" y="119"/>
                </a:lnTo>
                <a:lnTo>
                  <a:pt x="231" y="119"/>
                </a:lnTo>
                <a:lnTo>
                  <a:pt x="231" y="120"/>
                </a:lnTo>
                <a:lnTo>
                  <a:pt x="233" y="120"/>
                </a:lnTo>
                <a:lnTo>
                  <a:pt x="234" y="120"/>
                </a:lnTo>
                <a:lnTo>
                  <a:pt x="235" y="120"/>
                </a:lnTo>
                <a:lnTo>
                  <a:pt x="236" y="120"/>
                </a:lnTo>
                <a:lnTo>
                  <a:pt x="237" y="120"/>
                </a:lnTo>
                <a:lnTo>
                  <a:pt x="238" y="120"/>
                </a:lnTo>
                <a:lnTo>
                  <a:pt x="238" y="119"/>
                </a:lnTo>
                <a:lnTo>
                  <a:pt x="236" y="118"/>
                </a:lnTo>
                <a:lnTo>
                  <a:pt x="236" y="117"/>
                </a:lnTo>
                <a:lnTo>
                  <a:pt x="238" y="117"/>
                </a:lnTo>
                <a:lnTo>
                  <a:pt x="239" y="117"/>
                </a:lnTo>
                <a:lnTo>
                  <a:pt x="239" y="116"/>
                </a:lnTo>
                <a:lnTo>
                  <a:pt x="239" y="114"/>
                </a:lnTo>
                <a:lnTo>
                  <a:pt x="239" y="113"/>
                </a:lnTo>
                <a:lnTo>
                  <a:pt x="240" y="111"/>
                </a:lnTo>
                <a:lnTo>
                  <a:pt x="240" y="110"/>
                </a:lnTo>
                <a:lnTo>
                  <a:pt x="241" y="110"/>
                </a:lnTo>
                <a:lnTo>
                  <a:pt x="241" y="111"/>
                </a:lnTo>
                <a:lnTo>
                  <a:pt x="243" y="111"/>
                </a:lnTo>
                <a:lnTo>
                  <a:pt x="244" y="110"/>
                </a:lnTo>
                <a:lnTo>
                  <a:pt x="245" y="110"/>
                </a:lnTo>
                <a:lnTo>
                  <a:pt x="245" y="111"/>
                </a:lnTo>
                <a:lnTo>
                  <a:pt x="244" y="112"/>
                </a:lnTo>
                <a:lnTo>
                  <a:pt x="245" y="112"/>
                </a:lnTo>
                <a:lnTo>
                  <a:pt x="245" y="113"/>
                </a:lnTo>
                <a:lnTo>
                  <a:pt x="245" y="112"/>
                </a:lnTo>
                <a:lnTo>
                  <a:pt x="246" y="112"/>
                </a:lnTo>
                <a:lnTo>
                  <a:pt x="247" y="112"/>
                </a:lnTo>
                <a:lnTo>
                  <a:pt x="247" y="113"/>
                </a:lnTo>
                <a:lnTo>
                  <a:pt x="247" y="114"/>
                </a:lnTo>
                <a:lnTo>
                  <a:pt x="248" y="114"/>
                </a:lnTo>
                <a:lnTo>
                  <a:pt x="250" y="115"/>
                </a:lnTo>
                <a:lnTo>
                  <a:pt x="252" y="114"/>
                </a:lnTo>
                <a:lnTo>
                  <a:pt x="253" y="114"/>
                </a:lnTo>
                <a:lnTo>
                  <a:pt x="254" y="115"/>
                </a:lnTo>
                <a:lnTo>
                  <a:pt x="254" y="116"/>
                </a:lnTo>
                <a:lnTo>
                  <a:pt x="255" y="119"/>
                </a:lnTo>
                <a:lnTo>
                  <a:pt x="256" y="119"/>
                </a:lnTo>
                <a:lnTo>
                  <a:pt x="256" y="118"/>
                </a:lnTo>
                <a:lnTo>
                  <a:pt x="257" y="118"/>
                </a:lnTo>
                <a:lnTo>
                  <a:pt x="258" y="117"/>
                </a:lnTo>
                <a:lnTo>
                  <a:pt x="258" y="118"/>
                </a:lnTo>
                <a:lnTo>
                  <a:pt x="259" y="118"/>
                </a:lnTo>
                <a:lnTo>
                  <a:pt x="260" y="118"/>
                </a:lnTo>
                <a:lnTo>
                  <a:pt x="260" y="117"/>
                </a:lnTo>
                <a:lnTo>
                  <a:pt x="260" y="116"/>
                </a:lnTo>
                <a:lnTo>
                  <a:pt x="261" y="116"/>
                </a:lnTo>
                <a:lnTo>
                  <a:pt x="263" y="117"/>
                </a:lnTo>
                <a:lnTo>
                  <a:pt x="264" y="117"/>
                </a:lnTo>
                <a:lnTo>
                  <a:pt x="265" y="117"/>
                </a:lnTo>
                <a:lnTo>
                  <a:pt x="265" y="116"/>
                </a:lnTo>
                <a:lnTo>
                  <a:pt x="266" y="116"/>
                </a:lnTo>
                <a:lnTo>
                  <a:pt x="267" y="116"/>
                </a:lnTo>
                <a:lnTo>
                  <a:pt x="267" y="117"/>
                </a:lnTo>
                <a:lnTo>
                  <a:pt x="268" y="117"/>
                </a:lnTo>
                <a:lnTo>
                  <a:pt x="268" y="116"/>
                </a:lnTo>
                <a:lnTo>
                  <a:pt x="269" y="116"/>
                </a:lnTo>
                <a:lnTo>
                  <a:pt x="269" y="117"/>
                </a:lnTo>
                <a:lnTo>
                  <a:pt x="271" y="117"/>
                </a:lnTo>
                <a:lnTo>
                  <a:pt x="272" y="117"/>
                </a:lnTo>
                <a:lnTo>
                  <a:pt x="273" y="117"/>
                </a:lnTo>
                <a:lnTo>
                  <a:pt x="274" y="117"/>
                </a:lnTo>
                <a:lnTo>
                  <a:pt x="276" y="118"/>
                </a:lnTo>
                <a:lnTo>
                  <a:pt x="276" y="119"/>
                </a:lnTo>
                <a:lnTo>
                  <a:pt x="277" y="120"/>
                </a:lnTo>
                <a:lnTo>
                  <a:pt x="279" y="122"/>
                </a:lnTo>
                <a:lnTo>
                  <a:pt x="280" y="122"/>
                </a:lnTo>
                <a:lnTo>
                  <a:pt x="281" y="122"/>
                </a:lnTo>
                <a:lnTo>
                  <a:pt x="281" y="123"/>
                </a:lnTo>
                <a:lnTo>
                  <a:pt x="281" y="125"/>
                </a:lnTo>
                <a:lnTo>
                  <a:pt x="281" y="126"/>
                </a:lnTo>
                <a:lnTo>
                  <a:pt x="281" y="127"/>
                </a:lnTo>
                <a:lnTo>
                  <a:pt x="282" y="127"/>
                </a:lnTo>
                <a:lnTo>
                  <a:pt x="282" y="128"/>
                </a:lnTo>
                <a:lnTo>
                  <a:pt x="283" y="128"/>
                </a:lnTo>
                <a:lnTo>
                  <a:pt x="283" y="127"/>
                </a:lnTo>
                <a:lnTo>
                  <a:pt x="285" y="127"/>
                </a:lnTo>
                <a:lnTo>
                  <a:pt x="286" y="127"/>
                </a:lnTo>
                <a:lnTo>
                  <a:pt x="286" y="128"/>
                </a:lnTo>
                <a:lnTo>
                  <a:pt x="290" y="128"/>
                </a:lnTo>
                <a:lnTo>
                  <a:pt x="292" y="127"/>
                </a:lnTo>
                <a:lnTo>
                  <a:pt x="292" y="128"/>
                </a:lnTo>
                <a:lnTo>
                  <a:pt x="293" y="128"/>
                </a:lnTo>
                <a:lnTo>
                  <a:pt x="294" y="128"/>
                </a:lnTo>
                <a:lnTo>
                  <a:pt x="295" y="128"/>
                </a:lnTo>
                <a:lnTo>
                  <a:pt x="297" y="128"/>
                </a:lnTo>
                <a:lnTo>
                  <a:pt x="299" y="127"/>
                </a:lnTo>
                <a:lnTo>
                  <a:pt x="299" y="126"/>
                </a:lnTo>
                <a:lnTo>
                  <a:pt x="300" y="126"/>
                </a:lnTo>
                <a:lnTo>
                  <a:pt x="301" y="125"/>
                </a:lnTo>
                <a:lnTo>
                  <a:pt x="302" y="125"/>
                </a:lnTo>
                <a:lnTo>
                  <a:pt x="303" y="125"/>
                </a:lnTo>
                <a:lnTo>
                  <a:pt x="304" y="124"/>
                </a:lnTo>
                <a:lnTo>
                  <a:pt x="304" y="125"/>
                </a:lnTo>
                <a:lnTo>
                  <a:pt x="305" y="125"/>
                </a:lnTo>
                <a:lnTo>
                  <a:pt x="307" y="124"/>
                </a:lnTo>
                <a:lnTo>
                  <a:pt x="308" y="124"/>
                </a:lnTo>
                <a:lnTo>
                  <a:pt x="309" y="124"/>
                </a:lnTo>
                <a:lnTo>
                  <a:pt x="310" y="125"/>
                </a:lnTo>
                <a:lnTo>
                  <a:pt x="311" y="125"/>
                </a:lnTo>
                <a:lnTo>
                  <a:pt x="313" y="125"/>
                </a:lnTo>
                <a:lnTo>
                  <a:pt x="314" y="125"/>
                </a:lnTo>
                <a:lnTo>
                  <a:pt x="317" y="124"/>
                </a:lnTo>
                <a:lnTo>
                  <a:pt x="319" y="124"/>
                </a:lnTo>
                <a:lnTo>
                  <a:pt x="320" y="124"/>
                </a:lnTo>
                <a:lnTo>
                  <a:pt x="320" y="123"/>
                </a:lnTo>
                <a:lnTo>
                  <a:pt x="320" y="122"/>
                </a:lnTo>
                <a:lnTo>
                  <a:pt x="321" y="122"/>
                </a:lnTo>
                <a:lnTo>
                  <a:pt x="321" y="121"/>
                </a:lnTo>
                <a:lnTo>
                  <a:pt x="322" y="120"/>
                </a:lnTo>
                <a:lnTo>
                  <a:pt x="323" y="120"/>
                </a:lnTo>
                <a:lnTo>
                  <a:pt x="324" y="120"/>
                </a:lnTo>
                <a:lnTo>
                  <a:pt x="325" y="120"/>
                </a:lnTo>
                <a:lnTo>
                  <a:pt x="325" y="121"/>
                </a:lnTo>
                <a:lnTo>
                  <a:pt x="325" y="120"/>
                </a:lnTo>
                <a:lnTo>
                  <a:pt x="327" y="120"/>
                </a:lnTo>
                <a:lnTo>
                  <a:pt x="327" y="119"/>
                </a:lnTo>
                <a:lnTo>
                  <a:pt x="328" y="119"/>
                </a:lnTo>
                <a:lnTo>
                  <a:pt x="329" y="118"/>
                </a:lnTo>
                <a:lnTo>
                  <a:pt x="330" y="118"/>
                </a:lnTo>
                <a:lnTo>
                  <a:pt x="330" y="117"/>
                </a:lnTo>
                <a:lnTo>
                  <a:pt x="331" y="116"/>
                </a:lnTo>
                <a:lnTo>
                  <a:pt x="331" y="115"/>
                </a:lnTo>
                <a:lnTo>
                  <a:pt x="331" y="114"/>
                </a:lnTo>
                <a:lnTo>
                  <a:pt x="330" y="114"/>
                </a:lnTo>
                <a:lnTo>
                  <a:pt x="330" y="112"/>
                </a:lnTo>
                <a:lnTo>
                  <a:pt x="329" y="110"/>
                </a:lnTo>
                <a:lnTo>
                  <a:pt x="329" y="109"/>
                </a:lnTo>
                <a:lnTo>
                  <a:pt x="328" y="108"/>
                </a:lnTo>
                <a:lnTo>
                  <a:pt x="329" y="106"/>
                </a:lnTo>
                <a:lnTo>
                  <a:pt x="329" y="105"/>
                </a:lnTo>
                <a:lnTo>
                  <a:pt x="330" y="105"/>
                </a:lnTo>
                <a:lnTo>
                  <a:pt x="330" y="106"/>
                </a:lnTo>
                <a:lnTo>
                  <a:pt x="333" y="106"/>
                </a:lnTo>
                <a:lnTo>
                  <a:pt x="334" y="104"/>
                </a:lnTo>
                <a:lnTo>
                  <a:pt x="335" y="104"/>
                </a:lnTo>
                <a:lnTo>
                  <a:pt x="336" y="103"/>
                </a:lnTo>
                <a:lnTo>
                  <a:pt x="338" y="103"/>
                </a:lnTo>
                <a:lnTo>
                  <a:pt x="339" y="102"/>
                </a:lnTo>
                <a:lnTo>
                  <a:pt x="340" y="102"/>
                </a:lnTo>
                <a:lnTo>
                  <a:pt x="340" y="101"/>
                </a:lnTo>
                <a:lnTo>
                  <a:pt x="341" y="101"/>
                </a:lnTo>
                <a:lnTo>
                  <a:pt x="341" y="102"/>
                </a:lnTo>
                <a:lnTo>
                  <a:pt x="342" y="102"/>
                </a:lnTo>
                <a:lnTo>
                  <a:pt x="343" y="102"/>
                </a:lnTo>
                <a:lnTo>
                  <a:pt x="343" y="101"/>
                </a:lnTo>
                <a:lnTo>
                  <a:pt x="343" y="100"/>
                </a:lnTo>
                <a:lnTo>
                  <a:pt x="343" y="99"/>
                </a:lnTo>
                <a:lnTo>
                  <a:pt x="344" y="99"/>
                </a:lnTo>
                <a:lnTo>
                  <a:pt x="344" y="98"/>
                </a:lnTo>
                <a:lnTo>
                  <a:pt x="345" y="98"/>
                </a:lnTo>
                <a:lnTo>
                  <a:pt x="346" y="98"/>
                </a:lnTo>
                <a:lnTo>
                  <a:pt x="346" y="99"/>
                </a:lnTo>
                <a:lnTo>
                  <a:pt x="347" y="98"/>
                </a:lnTo>
                <a:lnTo>
                  <a:pt x="348" y="98"/>
                </a:lnTo>
                <a:lnTo>
                  <a:pt x="349" y="98"/>
                </a:lnTo>
                <a:lnTo>
                  <a:pt x="349" y="97"/>
                </a:lnTo>
                <a:lnTo>
                  <a:pt x="349" y="96"/>
                </a:lnTo>
                <a:lnTo>
                  <a:pt x="350" y="96"/>
                </a:lnTo>
                <a:lnTo>
                  <a:pt x="350" y="95"/>
                </a:lnTo>
                <a:lnTo>
                  <a:pt x="351" y="95"/>
                </a:lnTo>
                <a:lnTo>
                  <a:pt x="351" y="96"/>
                </a:lnTo>
                <a:lnTo>
                  <a:pt x="352" y="97"/>
                </a:lnTo>
                <a:lnTo>
                  <a:pt x="354" y="96"/>
                </a:lnTo>
                <a:lnTo>
                  <a:pt x="355" y="95"/>
                </a:lnTo>
                <a:lnTo>
                  <a:pt x="356" y="94"/>
                </a:lnTo>
                <a:lnTo>
                  <a:pt x="356" y="93"/>
                </a:lnTo>
                <a:lnTo>
                  <a:pt x="356" y="91"/>
                </a:lnTo>
                <a:lnTo>
                  <a:pt x="357" y="91"/>
                </a:lnTo>
                <a:lnTo>
                  <a:pt x="357" y="90"/>
                </a:lnTo>
                <a:lnTo>
                  <a:pt x="358" y="89"/>
                </a:lnTo>
                <a:lnTo>
                  <a:pt x="357" y="87"/>
                </a:lnTo>
                <a:lnTo>
                  <a:pt x="357" y="86"/>
                </a:lnTo>
                <a:lnTo>
                  <a:pt x="356" y="86"/>
                </a:lnTo>
                <a:lnTo>
                  <a:pt x="356" y="85"/>
                </a:lnTo>
                <a:lnTo>
                  <a:pt x="358" y="85"/>
                </a:lnTo>
                <a:lnTo>
                  <a:pt x="359" y="85"/>
                </a:lnTo>
                <a:lnTo>
                  <a:pt x="362" y="85"/>
                </a:lnTo>
                <a:lnTo>
                  <a:pt x="362" y="84"/>
                </a:lnTo>
                <a:lnTo>
                  <a:pt x="362" y="83"/>
                </a:lnTo>
                <a:lnTo>
                  <a:pt x="362" y="82"/>
                </a:lnTo>
                <a:lnTo>
                  <a:pt x="362" y="81"/>
                </a:lnTo>
                <a:lnTo>
                  <a:pt x="363" y="80"/>
                </a:lnTo>
                <a:lnTo>
                  <a:pt x="363" y="79"/>
                </a:lnTo>
                <a:lnTo>
                  <a:pt x="364" y="79"/>
                </a:lnTo>
                <a:lnTo>
                  <a:pt x="365" y="79"/>
                </a:lnTo>
                <a:lnTo>
                  <a:pt x="366" y="79"/>
                </a:lnTo>
                <a:lnTo>
                  <a:pt x="368" y="79"/>
                </a:lnTo>
                <a:lnTo>
                  <a:pt x="369" y="79"/>
                </a:lnTo>
                <a:lnTo>
                  <a:pt x="371" y="79"/>
                </a:lnTo>
                <a:lnTo>
                  <a:pt x="371" y="80"/>
                </a:lnTo>
                <a:lnTo>
                  <a:pt x="372" y="80"/>
                </a:lnTo>
                <a:lnTo>
                  <a:pt x="373" y="80"/>
                </a:lnTo>
                <a:lnTo>
                  <a:pt x="374" y="80"/>
                </a:lnTo>
                <a:lnTo>
                  <a:pt x="375" y="79"/>
                </a:lnTo>
                <a:lnTo>
                  <a:pt x="376" y="80"/>
                </a:lnTo>
                <a:lnTo>
                  <a:pt x="377" y="80"/>
                </a:lnTo>
                <a:lnTo>
                  <a:pt x="378" y="80"/>
                </a:lnTo>
                <a:lnTo>
                  <a:pt x="379" y="81"/>
                </a:lnTo>
                <a:lnTo>
                  <a:pt x="380" y="81"/>
                </a:lnTo>
                <a:lnTo>
                  <a:pt x="381" y="81"/>
                </a:lnTo>
                <a:lnTo>
                  <a:pt x="381" y="80"/>
                </a:lnTo>
                <a:lnTo>
                  <a:pt x="382" y="81"/>
                </a:lnTo>
                <a:lnTo>
                  <a:pt x="383" y="82"/>
                </a:lnTo>
                <a:lnTo>
                  <a:pt x="384" y="82"/>
                </a:lnTo>
                <a:lnTo>
                  <a:pt x="385" y="82"/>
                </a:lnTo>
                <a:lnTo>
                  <a:pt x="385" y="83"/>
                </a:lnTo>
                <a:lnTo>
                  <a:pt x="386" y="84"/>
                </a:lnTo>
                <a:lnTo>
                  <a:pt x="387" y="83"/>
                </a:lnTo>
                <a:lnTo>
                  <a:pt x="388" y="83"/>
                </a:lnTo>
                <a:lnTo>
                  <a:pt x="388" y="84"/>
                </a:lnTo>
                <a:lnTo>
                  <a:pt x="389" y="84"/>
                </a:lnTo>
                <a:lnTo>
                  <a:pt x="391" y="86"/>
                </a:lnTo>
                <a:lnTo>
                  <a:pt x="392" y="86"/>
                </a:lnTo>
                <a:lnTo>
                  <a:pt x="393" y="86"/>
                </a:lnTo>
                <a:lnTo>
                  <a:pt x="394" y="85"/>
                </a:lnTo>
                <a:lnTo>
                  <a:pt x="395" y="85"/>
                </a:lnTo>
                <a:lnTo>
                  <a:pt x="396" y="84"/>
                </a:lnTo>
                <a:lnTo>
                  <a:pt x="396" y="83"/>
                </a:lnTo>
                <a:lnTo>
                  <a:pt x="397" y="82"/>
                </a:lnTo>
                <a:lnTo>
                  <a:pt x="397" y="81"/>
                </a:lnTo>
                <a:lnTo>
                  <a:pt x="398" y="81"/>
                </a:lnTo>
                <a:lnTo>
                  <a:pt x="399" y="82"/>
                </a:lnTo>
                <a:lnTo>
                  <a:pt x="401" y="82"/>
                </a:lnTo>
                <a:lnTo>
                  <a:pt x="402" y="82"/>
                </a:lnTo>
                <a:lnTo>
                  <a:pt x="403" y="82"/>
                </a:lnTo>
                <a:lnTo>
                  <a:pt x="404" y="81"/>
                </a:lnTo>
                <a:lnTo>
                  <a:pt x="405" y="81"/>
                </a:lnTo>
                <a:lnTo>
                  <a:pt x="405" y="82"/>
                </a:lnTo>
                <a:lnTo>
                  <a:pt x="406" y="83"/>
                </a:lnTo>
                <a:lnTo>
                  <a:pt x="407" y="82"/>
                </a:lnTo>
                <a:lnTo>
                  <a:pt x="412" y="82"/>
                </a:lnTo>
                <a:lnTo>
                  <a:pt x="413" y="83"/>
                </a:lnTo>
                <a:lnTo>
                  <a:pt x="413" y="84"/>
                </a:lnTo>
                <a:lnTo>
                  <a:pt x="412" y="85"/>
                </a:lnTo>
                <a:lnTo>
                  <a:pt x="413" y="86"/>
                </a:lnTo>
                <a:lnTo>
                  <a:pt x="412" y="86"/>
                </a:lnTo>
                <a:lnTo>
                  <a:pt x="412" y="87"/>
                </a:lnTo>
                <a:lnTo>
                  <a:pt x="413" y="88"/>
                </a:lnTo>
                <a:lnTo>
                  <a:pt x="414" y="88"/>
                </a:lnTo>
                <a:lnTo>
                  <a:pt x="414" y="89"/>
                </a:lnTo>
                <a:lnTo>
                  <a:pt x="415" y="90"/>
                </a:lnTo>
                <a:lnTo>
                  <a:pt x="414" y="91"/>
                </a:lnTo>
                <a:lnTo>
                  <a:pt x="415" y="92"/>
                </a:lnTo>
                <a:lnTo>
                  <a:pt x="415" y="93"/>
                </a:lnTo>
                <a:lnTo>
                  <a:pt x="414" y="93"/>
                </a:lnTo>
                <a:lnTo>
                  <a:pt x="415" y="95"/>
                </a:lnTo>
                <a:lnTo>
                  <a:pt x="415" y="96"/>
                </a:lnTo>
                <a:lnTo>
                  <a:pt x="414" y="96"/>
                </a:lnTo>
                <a:lnTo>
                  <a:pt x="413" y="96"/>
                </a:lnTo>
                <a:lnTo>
                  <a:pt x="413" y="97"/>
                </a:lnTo>
                <a:lnTo>
                  <a:pt x="414" y="97"/>
                </a:lnTo>
                <a:lnTo>
                  <a:pt x="414" y="98"/>
                </a:lnTo>
                <a:lnTo>
                  <a:pt x="415" y="98"/>
                </a:lnTo>
                <a:lnTo>
                  <a:pt x="415" y="99"/>
                </a:lnTo>
                <a:lnTo>
                  <a:pt x="415" y="100"/>
                </a:lnTo>
                <a:lnTo>
                  <a:pt x="416" y="101"/>
                </a:lnTo>
                <a:lnTo>
                  <a:pt x="416" y="102"/>
                </a:lnTo>
                <a:lnTo>
                  <a:pt x="417" y="103"/>
                </a:lnTo>
                <a:lnTo>
                  <a:pt x="418" y="103"/>
                </a:lnTo>
                <a:lnTo>
                  <a:pt x="418" y="102"/>
                </a:lnTo>
                <a:lnTo>
                  <a:pt x="419" y="103"/>
                </a:lnTo>
                <a:lnTo>
                  <a:pt x="420" y="103"/>
                </a:lnTo>
                <a:lnTo>
                  <a:pt x="421" y="103"/>
                </a:lnTo>
                <a:lnTo>
                  <a:pt x="422" y="105"/>
                </a:lnTo>
                <a:lnTo>
                  <a:pt x="423" y="106"/>
                </a:lnTo>
                <a:lnTo>
                  <a:pt x="423" y="107"/>
                </a:lnTo>
                <a:lnTo>
                  <a:pt x="423" y="108"/>
                </a:lnTo>
                <a:lnTo>
                  <a:pt x="424" y="108"/>
                </a:lnTo>
                <a:lnTo>
                  <a:pt x="425" y="108"/>
                </a:lnTo>
                <a:lnTo>
                  <a:pt x="425" y="109"/>
                </a:lnTo>
                <a:lnTo>
                  <a:pt x="425" y="110"/>
                </a:lnTo>
                <a:lnTo>
                  <a:pt x="427" y="111"/>
                </a:lnTo>
                <a:lnTo>
                  <a:pt x="428" y="111"/>
                </a:lnTo>
                <a:lnTo>
                  <a:pt x="430" y="111"/>
                </a:lnTo>
                <a:lnTo>
                  <a:pt x="431" y="112"/>
                </a:lnTo>
                <a:lnTo>
                  <a:pt x="432" y="112"/>
                </a:lnTo>
                <a:lnTo>
                  <a:pt x="434" y="111"/>
                </a:lnTo>
                <a:lnTo>
                  <a:pt x="435" y="111"/>
                </a:lnTo>
                <a:lnTo>
                  <a:pt x="437" y="110"/>
                </a:lnTo>
                <a:lnTo>
                  <a:pt x="437" y="109"/>
                </a:lnTo>
                <a:lnTo>
                  <a:pt x="438" y="109"/>
                </a:lnTo>
                <a:lnTo>
                  <a:pt x="438" y="108"/>
                </a:lnTo>
                <a:lnTo>
                  <a:pt x="438" y="109"/>
                </a:lnTo>
                <a:lnTo>
                  <a:pt x="439" y="109"/>
                </a:lnTo>
                <a:lnTo>
                  <a:pt x="439" y="110"/>
                </a:lnTo>
                <a:lnTo>
                  <a:pt x="440" y="110"/>
                </a:lnTo>
                <a:lnTo>
                  <a:pt x="441" y="110"/>
                </a:lnTo>
                <a:lnTo>
                  <a:pt x="442" y="110"/>
                </a:lnTo>
                <a:lnTo>
                  <a:pt x="442" y="111"/>
                </a:lnTo>
                <a:lnTo>
                  <a:pt x="443" y="111"/>
                </a:lnTo>
                <a:lnTo>
                  <a:pt x="444" y="111"/>
                </a:lnTo>
                <a:lnTo>
                  <a:pt x="445" y="111"/>
                </a:lnTo>
                <a:lnTo>
                  <a:pt x="446" y="111"/>
                </a:lnTo>
                <a:lnTo>
                  <a:pt x="447" y="111"/>
                </a:lnTo>
                <a:lnTo>
                  <a:pt x="449" y="111"/>
                </a:lnTo>
                <a:lnTo>
                  <a:pt x="449" y="112"/>
                </a:lnTo>
                <a:lnTo>
                  <a:pt x="449" y="113"/>
                </a:lnTo>
                <a:lnTo>
                  <a:pt x="450" y="113"/>
                </a:lnTo>
                <a:lnTo>
                  <a:pt x="452" y="113"/>
                </a:lnTo>
                <a:lnTo>
                  <a:pt x="453" y="113"/>
                </a:lnTo>
                <a:lnTo>
                  <a:pt x="454" y="113"/>
                </a:lnTo>
                <a:lnTo>
                  <a:pt x="455" y="113"/>
                </a:lnTo>
                <a:lnTo>
                  <a:pt x="456" y="113"/>
                </a:lnTo>
                <a:lnTo>
                  <a:pt x="457" y="113"/>
                </a:lnTo>
                <a:lnTo>
                  <a:pt x="457" y="114"/>
                </a:lnTo>
                <a:lnTo>
                  <a:pt x="458" y="114"/>
                </a:lnTo>
                <a:lnTo>
                  <a:pt x="459" y="114"/>
                </a:lnTo>
                <a:lnTo>
                  <a:pt x="460" y="114"/>
                </a:lnTo>
                <a:lnTo>
                  <a:pt x="460" y="115"/>
                </a:lnTo>
                <a:lnTo>
                  <a:pt x="462" y="115"/>
                </a:lnTo>
                <a:lnTo>
                  <a:pt x="463" y="114"/>
                </a:lnTo>
                <a:lnTo>
                  <a:pt x="465" y="114"/>
                </a:lnTo>
                <a:lnTo>
                  <a:pt x="465" y="115"/>
                </a:lnTo>
                <a:lnTo>
                  <a:pt x="464" y="115"/>
                </a:lnTo>
                <a:lnTo>
                  <a:pt x="464" y="116"/>
                </a:lnTo>
                <a:lnTo>
                  <a:pt x="464" y="117"/>
                </a:lnTo>
                <a:lnTo>
                  <a:pt x="465" y="117"/>
                </a:lnTo>
                <a:lnTo>
                  <a:pt x="465" y="116"/>
                </a:lnTo>
                <a:lnTo>
                  <a:pt x="466" y="116"/>
                </a:lnTo>
                <a:lnTo>
                  <a:pt x="468" y="116"/>
                </a:lnTo>
                <a:lnTo>
                  <a:pt x="471" y="116"/>
                </a:lnTo>
                <a:lnTo>
                  <a:pt x="471" y="117"/>
                </a:lnTo>
                <a:lnTo>
                  <a:pt x="472" y="117"/>
                </a:lnTo>
                <a:lnTo>
                  <a:pt x="473" y="117"/>
                </a:lnTo>
                <a:lnTo>
                  <a:pt x="474" y="117"/>
                </a:lnTo>
                <a:lnTo>
                  <a:pt x="476" y="115"/>
                </a:lnTo>
                <a:lnTo>
                  <a:pt x="477" y="115"/>
                </a:lnTo>
                <a:lnTo>
                  <a:pt x="478" y="115"/>
                </a:lnTo>
                <a:lnTo>
                  <a:pt x="478" y="114"/>
                </a:lnTo>
                <a:lnTo>
                  <a:pt x="479" y="114"/>
                </a:lnTo>
                <a:lnTo>
                  <a:pt x="482" y="114"/>
                </a:lnTo>
                <a:lnTo>
                  <a:pt x="483" y="114"/>
                </a:lnTo>
                <a:lnTo>
                  <a:pt x="484" y="114"/>
                </a:lnTo>
                <a:lnTo>
                  <a:pt x="484" y="115"/>
                </a:lnTo>
                <a:lnTo>
                  <a:pt x="485" y="114"/>
                </a:lnTo>
                <a:lnTo>
                  <a:pt x="486" y="114"/>
                </a:lnTo>
                <a:lnTo>
                  <a:pt x="487" y="114"/>
                </a:lnTo>
                <a:lnTo>
                  <a:pt x="487" y="115"/>
                </a:lnTo>
                <a:lnTo>
                  <a:pt x="488" y="116"/>
                </a:lnTo>
                <a:lnTo>
                  <a:pt x="489" y="116"/>
                </a:lnTo>
                <a:lnTo>
                  <a:pt x="490" y="115"/>
                </a:lnTo>
                <a:lnTo>
                  <a:pt x="491" y="115"/>
                </a:lnTo>
                <a:lnTo>
                  <a:pt x="492" y="115"/>
                </a:lnTo>
                <a:lnTo>
                  <a:pt x="493" y="115"/>
                </a:lnTo>
                <a:lnTo>
                  <a:pt x="495" y="114"/>
                </a:lnTo>
                <a:lnTo>
                  <a:pt x="496" y="113"/>
                </a:lnTo>
                <a:lnTo>
                  <a:pt x="497" y="113"/>
                </a:lnTo>
                <a:lnTo>
                  <a:pt x="496" y="113"/>
                </a:lnTo>
                <a:lnTo>
                  <a:pt x="496" y="112"/>
                </a:lnTo>
                <a:lnTo>
                  <a:pt x="498" y="110"/>
                </a:lnTo>
                <a:lnTo>
                  <a:pt x="499" y="110"/>
                </a:lnTo>
                <a:lnTo>
                  <a:pt x="500" y="110"/>
                </a:lnTo>
                <a:lnTo>
                  <a:pt x="501" y="110"/>
                </a:lnTo>
                <a:lnTo>
                  <a:pt x="503" y="109"/>
                </a:lnTo>
                <a:lnTo>
                  <a:pt x="506" y="109"/>
                </a:lnTo>
                <a:lnTo>
                  <a:pt x="507" y="109"/>
                </a:lnTo>
                <a:lnTo>
                  <a:pt x="508" y="109"/>
                </a:lnTo>
                <a:lnTo>
                  <a:pt x="509" y="109"/>
                </a:lnTo>
                <a:lnTo>
                  <a:pt x="509" y="110"/>
                </a:lnTo>
                <a:lnTo>
                  <a:pt x="510" y="110"/>
                </a:lnTo>
                <a:lnTo>
                  <a:pt x="510" y="109"/>
                </a:lnTo>
                <a:lnTo>
                  <a:pt x="511" y="109"/>
                </a:lnTo>
                <a:lnTo>
                  <a:pt x="512" y="110"/>
                </a:lnTo>
                <a:lnTo>
                  <a:pt x="513" y="110"/>
                </a:lnTo>
                <a:lnTo>
                  <a:pt x="513" y="111"/>
                </a:lnTo>
                <a:lnTo>
                  <a:pt x="513" y="112"/>
                </a:lnTo>
                <a:lnTo>
                  <a:pt x="514" y="112"/>
                </a:lnTo>
                <a:lnTo>
                  <a:pt x="514" y="113"/>
                </a:lnTo>
                <a:lnTo>
                  <a:pt x="515" y="114"/>
                </a:lnTo>
                <a:lnTo>
                  <a:pt x="515" y="115"/>
                </a:lnTo>
                <a:lnTo>
                  <a:pt x="516" y="114"/>
                </a:lnTo>
                <a:lnTo>
                  <a:pt x="517" y="114"/>
                </a:lnTo>
                <a:lnTo>
                  <a:pt x="517" y="113"/>
                </a:lnTo>
                <a:lnTo>
                  <a:pt x="518" y="113"/>
                </a:lnTo>
                <a:lnTo>
                  <a:pt x="518" y="114"/>
                </a:lnTo>
                <a:lnTo>
                  <a:pt x="518" y="113"/>
                </a:lnTo>
                <a:lnTo>
                  <a:pt x="519" y="113"/>
                </a:lnTo>
                <a:lnTo>
                  <a:pt x="520" y="115"/>
                </a:lnTo>
                <a:lnTo>
                  <a:pt x="521" y="115"/>
                </a:lnTo>
                <a:lnTo>
                  <a:pt x="522" y="115"/>
                </a:lnTo>
                <a:lnTo>
                  <a:pt x="523" y="115"/>
                </a:lnTo>
                <a:lnTo>
                  <a:pt x="523" y="114"/>
                </a:lnTo>
                <a:lnTo>
                  <a:pt x="524" y="114"/>
                </a:lnTo>
                <a:lnTo>
                  <a:pt x="524" y="113"/>
                </a:lnTo>
                <a:lnTo>
                  <a:pt x="525" y="113"/>
                </a:lnTo>
                <a:lnTo>
                  <a:pt x="525" y="112"/>
                </a:lnTo>
                <a:lnTo>
                  <a:pt x="526" y="112"/>
                </a:lnTo>
                <a:lnTo>
                  <a:pt x="527" y="112"/>
                </a:lnTo>
                <a:lnTo>
                  <a:pt x="527" y="111"/>
                </a:lnTo>
                <a:lnTo>
                  <a:pt x="528" y="111"/>
                </a:lnTo>
                <a:lnTo>
                  <a:pt x="528" y="112"/>
                </a:lnTo>
                <a:lnTo>
                  <a:pt x="528" y="111"/>
                </a:lnTo>
                <a:lnTo>
                  <a:pt x="529" y="111"/>
                </a:lnTo>
                <a:lnTo>
                  <a:pt x="529" y="110"/>
                </a:lnTo>
                <a:lnTo>
                  <a:pt x="531" y="110"/>
                </a:lnTo>
                <a:lnTo>
                  <a:pt x="532" y="110"/>
                </a:lnTo>
                <a:lnTo>
                  <a:pt x="533" y="110"/>
                </a:lnTo>
                <a:lnTo>
                  <a:pt x="534" y="110"/>
                </a:lnTo>
                <a:lnTo>
                  <a:pt x="535" y="110"/>
                </a:lnTo>
                <a:lnTo>
                  <a:pt x="535" y="109"/>
                </a:lnTo>
                <a:lnTo>
                  <a:pt x="536" y="109"/>
                </a:lnTo>
                <a:lnTo>
                  <a:pt x="537" y="109"/>
                </a:lnTo>
                <a:lnTo>
                  <a:pt x="537" y="108"/>
                </a:lnTo>
                <a:lnTo>
                  <a:pt x="538" y="108"/>
                </a:lnTo>
                <a:lnTo>
                  <a:pt x="539" y="107"/>
                </a:lnTo>
                <a:lnTo>
                  <a:pt x="540" y="107"/>
                </a:lnTo>
                <a:lnTo>
                  <a:pt x="540" y="106"/>
                </a:lnTo>
                <a:lnTo>
                  <a:pt x="541" y="106"/>
                </a:lnTo>
                <a:lnTo>
                  <a:pt x="542" y="106"/>
                </a:lnTo>
                <a:lnTo>
                  <a:pt x="542" y="105"/>
                </a:lnTo>
                <a:lnTo>
                  <a:pt x="543" y="105"/>
                </a:lnTo>
                <a:lnTo>
                  <a:pt x="544" y="104"/>
                </a:lnTo>
                <a:lnTo>
                  <a:pt x="545" y="104"/>
                </a:lnTo>
                <a:lnTo>
                  <a:pt x="546" y="104"/>
                </a:lnTo>
                <a:lnTo>
                  <a:pt x="547" y="103"/>
                </a:lnTo>
                <a:lnTo>
                  <a:pt x="547" y="102"/>
                </a:lnTo>
                <a:lnTo>
                  <a:pt x="548" y="101"/>
                </a:lnTo>
                <a:lnTo>
                  <a:pt x="548" y="100"/>
                </a:lnTo>
                <a:lnTo>
                  <a:pt x="548" y="99"/>
                </a:lnTo>
                <a:lnTo>
                  <a:pt x="549" y="99"/>
                </a:lnTo>
                <a:lnTo>
                  <a:pt x="549" y="98"/>
                </a:lnTo>
                <a:lnTo>
                  <a:pt x="548" y="98"/>
                </a:lnTo>
                <a:lnTo>
                  <a:pt x="547" y="98"/>
                </a:lnTo>
                <a:lnTo>
                  <a:pt x="547" y="97"/>
                </a:lnTo>
                <a:lnTo>
                  <a:pt x="546" y="97"/>
                </a:lnTo>
                <a:lnTo>
                  <a:pt x="546" y="96"/>
                </a:lnTo>
                <a:lnTo>
                  <a:pt x="546" y="95"/>
                </a:lnTo>
                <a:lnTo>
                  <a:pt x="547" y="95"/>
                </a:lnTo>
                <a:lnTo>
                  <a:pt x="548" y="95"/>
                </a:lnTo>
                <a:lnTo>
                  <a:pt x="549" y="95"/>
                </a:lnTo>
                <a:lnTo>
                  <a:pt x="550" y="95"/>
                </a:lnTo>
                <a:lnTo>
                  <a:pt x="550" y="94"/>
                </a:lnTo>
                <a:lnTo>
                  <a:pt x="551" y="94"/>
                </a:lnTo>
                <a:lnTo>
                  <a:pt x="552" y="94"/>
                </a:lnTo>
                <a:lnTo>
                  <a:pt x="553" y="94"/>
                </a:lnTo>
                <a:lnTo>
                  <a:pt x="554" y="94"/>
                </a:lnTo>
                <a:lnTo>
                  <a:pt x="554" y="93"/>
                </a:lnTo>
                <a:lnTo>
                  <a:pt x="555" y="93"/>
                </a:lnTo>
                <a:lnTo>
                  <a:pt x="556" y="92"/>
                </a:lnTo>
                <a:lnTo>
                  <a:pt x="557" y="92"/>
                </a:lnTo>
                <a:lnTo>
                  <a:pt x="558" y="91"/>
                </a:lnTo>
                <a:lnTo>
                  <a:pt x="559" y="91"/>
                </a:lnTo>
                <a:lnTo>
                  <a:pt x="561" y="91"/>
                </a:lnTo>
                <a:lnTo>
                  <a:pt x="562" y="91"/>
                </a:lnTo>
                <a:lnTo>
                  <a:pt x="563" y="91"/>
                </a:lnTo>
                <a:lnTo>
                  <a:pt x="564" y="91"/>
                </a:lnTo>
                <a:lnTo>
                  <a:pt x="565" y="90"/>
                </a:lnTo>
                <a:lnTo>
                  <a:pt x="566" y="90"/>
                </a:lnTo>
                <a:lnTo>
                  <a:pt x="566" y="89"/>
                </a:lnTo>
                <a:lnTo>
                  <a:pt x="567" y="89"/>
                </a:lnTo>
                <a:lnTo>
                  <a:pt x="568" y="89"/>
                </a:lnTo>
                <a:lnTo>
                  <a:pt x="569" y="89"/>
                </a:lnTo>
                <a:lnTo>
                  <a:pt x="570" y="89"/>
                </a:lnTo>
                <a:lnTo>
                  <a:pt x="571" y="89"/>
                </a:lnTo>
                <a:lnTo>
                  <a:pt x="572" y="89"/>
                </a:lnTo>
                <a:lnTo>
                  <a:pt x="573" y="89"/>
                </a:lnTo>
                <a:lnTo>
                  <a:pt x="573" y="88"/>
                </a:lnTo>
                <a:lnTo>
                  <a:pt x="574" y="88"/>
                </a:lnTo>
                <a:lnTo>
                  <a:pt x="575" y="88"/>
                </a:lnTo>
                <a:lnTo>
                  <a:pt x="575" y="87"/>
                </a:lnTo>
                <a:lnTo>
                  <a:pt x="576" y="87"/>
                </a:lnTo>
                <a:lnTo>
                  <a:pt x="577" y="86"/>
                </a:lnTo>
                <a:lnTo>
                  <a:pt x="578" y="86"/>
                </a:lnTo>
                <a:lnTo>
                  <a:pt x="579" y="86"/>
                </a:lnTo>
                <a:lnTo>
                  <a:pt x="580" y="86"/>
                </a:lnTo>
                <a:lnTo>
                  <a:pt x="580" y="85"/>
                </a:lnTo>
                <a:lnTo>
                  <a:pt x="581" y="85"/>
                </a:lnTo>
                <a:lnTo>
                  <a:pt x="582" y="84"/>
                </a:lnTo>
                <a:lnTo>
                  <a:pt x="582" y="83"/>
                </a:lnTo>
                <a:lnTo>
                  <a:pt x="583" y="83"/>
                </a:lnTo>
                <a:lnTo>
                  <a:pt x="584" y="83"/>
                </a:lnTo>
                <a:lnTo>
                  <a:pt x="585" y="82"/>
                </a:lnTo>
                <a:lnTo>
                  <a:pt x="586" y="82"/>
                </a:lnTo>
                <a:lnTo>
                  <a:pt x="587" y="82"/>
                </a:lnTo>
                <a:lnTo>
                  <a:pt x="588" y="81"/>
                </a:lnTo>
                <a:lnTo>
                  <a:pt x="589" y="81"/>
                </a:lnTo>
                <a:lnTo>
                  <a:pt x="591" y="80"/>
                </a:lnTo>
                <a:lnTo>
                  <a:pt x="592" y="80"/>
                </a:lnTo>
                <a:lnTo>
                  <a:pt x="593" y="80"/>
                </a:lnTo>
                <a:lnTo>
                  <a:pt x="593" y="79"/>
                </a:lnTo>
                <a:lnTo>
                  <a:pt x="594" y="79"/>
                </a:lnTo>
                <a:lnTo>
                  <a:pt x="595" y="78"/>
                </a:lnTo>
                <a:lnTo>
                  <a:pt x="596" y="76"/>
                </a:lnTo>
                <a:lnTo>
                  <a:pt x="597" y="76"/>
                </a:lnTo>
                <a:lnTo>
                  <a:pt x="598" y="75"/>
                </a:lnTo>
                <a:lnTo>
                  <a:pt x="599" y="75"/>
                </a:lnTo>
                <a:lnTo>
                  <a:pt x="600" y="75"/>
                </a:lnTo>
                <a:lnTo>
                  <a:pt x="601" y="75"/>
                </a:lnTo>
                <a:lnTo>
                  <a:pt x="602" y="75"/>
                </a:lnTo>
                <a:lnTo>
                  <a:pt x="603" y="75"/>
                </a:lnTo>
                <a:lnTo>
                  <a:pt x="604" y="75"/>
                </a:lnTo>
                <a:lnTo>
                  <a:pt x="605" y="76"/>
                </a:lnTo>
                <a:lnTo>
                  <a:pt x="607" y="76"/>
                </a:lnTo>
                <a:lnTo>
                  <a:pt x="609" y="76"/>
                </a:lnTo>
                <a:lnTo>
                  <a:pt x="610" y="76"/>
                </a:lnTo>
                <a:lnTo>
                  <a:pt x="611" y="75"/>
                </a:lnTo>
                <a:lnTo>
                  <a:pt x="612" y="75"/>
                </a:lnTo>
                <a:lnTo>
                  <a:pt x="612" y="74"/>
                </a:lnTo>
                <a:lnTo>
                  <a:pt x="613" y="74"/>
                </a:lnTo>
                <a:lnTo>
                  <a:pt x="614" y="74"/>
                </a:lnTo>
                <a:lnTo>
                  <a:pt x="615" y="74"/>
                </a:lnTo>
                <a:lnTo>
                  <a:pt x="616" y="74"/>
                </a:lnTo>
                <a:lnTo>
                  <a:pt x="616" y="73"/>
                </a:lnTo>
                <a:lnTo>
                  <a:pt x="617" y="73"/>
                </a:lnTo>
                <a:lnTo>
                  <a:pt x="616" y="73"/>
                </a:lnTo>
                <a:lnTo>
                  <a:pt x="616" y="72"/>
                </a:lnTo>
                <a:lnTo>
                  <a:pt x="617" y="72"/>
                </a:lnTo>
                <a:lnTo>
                  <a:pt x="618" y="72"/>
                </a:lnTo>
                <a:lnTo>
                  <a:pt x="619" y="72"/>
                </a:lnTo>
                <a:lnTo>
                  <a:pt x="620" y="71"/>
                </a:lnTo>
                <a:lnTo>
                  <a:pt x="621" y="71"/>
                </a:lnTo>
                <a:lnTo>
                  <a:pt x="622" y="71"/>
                </a:lnTo>
                <a:lnTo>
                  <a:pt x="622" y="72"/>
                </a:lnTo>
                <a:lnTo>
                  <a:pt x="623" y="73"/>
                </a:lnTo>
                <a:lnTo>
                  <a:pt x="624" y="73"/>
                </a:lnTo>
                <a:lnTo>
                  <a:pt x="625" y="73"/>
                </a:lnTo>
                <a:lnTo>
                  <a:pt x="626" y="74"/>
                </a:lnTo>
                <a:lnTo>
                  <a:pt x="627" y="75"/>
                </a:lnTo>
                <a:lnTo>
                  <a:pt x="628" y="76"/>
                </a:lnTo>
                <a:lnTo>
                  <a:pt x="629" y="77"/>
                </a:lnTo>
                <a:lnTo>
                  <a:pt x="630" y="79"/>
                </a:lnTo>
                <a:lnTo>
                  <a:pt x="630" y="80"/>
                </a:lnTo>
                <a:lnTo>
                  <a:pt x="631" y="80"/>
                </a:lnTo>
                <a:lnTo>
                  <a:pt x="632" y="80"/>
                </a:lnTo>
                <a:lnTo>
                  <a:pt x="635" y="81"/>
                </a:lnTo>
                <a:lnTo>
                  <a:pt x="636" y="81"/>
                </a:lnTo>
                <a:lnTo>
                  <a:pt x="637" y="81"/>
                </a:lnTo>
                <a:lnTo>
                  <a:pt x="638" y="82"/>
                </a:lnTo>
                <a:lnTo>
                  <a:pt x="640" y="82"/>
                </a:lnTo>
                <a:lnTo>
                  <a:pt x="641" y="82"/>
                </a:lnTo>
                <a:lnTo>
                  <a:pt x="642" y="82"/>
                </a:lnTo>
                <a:lnTo>
                  <a:pt x="643" y="82"/>
                </a:lnTo>
                <a:lnTo>
                  <a:pt x="643" y="83"/>
                </a:lnTo>
                <a:lnTo>
                  <a:pt x="643" y="84"/>
                </a:lnTo>
                <a:lnTo>
                  <a:pt x="644" y="84"/>
                </a:lnTo>
                <a:lnTo>
                  <a:pt x="645" y="84"/>
                </a:lnTo>
                <a:lnTo>
                  <a:pt x="645" y="85"/>
                </a:lnTo>
                <a:lnTo>
                  <a:pt x="646" y="85"/>
                </a:lnTo>
                <a:lnTo>
                  <a:pt x="647" y="85"/>
                </a:lnTo>
                <a:lnTo>
                  <a:pt x="647" y="86"/>
                </a:lnTo>
                <a:lnTo>
                  <a:pt x="648" y="86"/>
                </a:lnTo>
                <a:lnTo>
                  <a:pt x="649" y="86"/>
                </a:lnTo>
                <a:lnTo>
                  <a:pt x="650" y="86"/>
                </a:lnTo>
                <a:lnTo>
                  <a:pt x="651" y="85"/>
                </a:lnTo>
                <a:lnTo>
                  <a:pt x="652" y="85"/>
                </a:lnTo>
                <a:lnTo>
                  <a:pt x="652" y="84"/>
                </a:lnTo>
                <a:lnTo>
                  <a:pt x="652" y="83"/>
                </a:lnTo>
                <a:lnTo>
                  <a:pt x="653" y="83"/>
                </a:lnTo>
                <a:lnTo>
                  <a:pt x="653" y="82"/>
                </a:lnTo>
                <a:lnTo>
                  <a:pt x="653" y="80"/>
                </a:lnTo>
                <a:lnTo>
                  <a:pt x="654" y="80"/>
                </a:lnTo>
                <a:lnTo>
                  <a:pt x="654" y="79"/>
                </a:lnTo>
                <a:lnTo>
                  <a:pt x="654" y="78"/>
                </a:lnTo>
                <a:lnTo>
                  <a:pt x="655" y="78"/>
                </a:lnTo>
                <a:lnTo>
                  <a:pt x="655" y="77"/>
                </a:lnTo>
                <a:lnTo>
                  <a:pt x="656" y="77"/>
                </a:lnTo>
                <a:lnTo>
                  <a:pt x="657" y="77"/>
                </a:lnTo>
                <a:lnTo>
                  <a:pt x="657" y="76"/>
                </a:lnTo>
                <a:lnTo>
                  <a:pt x="658" y="76"/>
                </a:lnTo>
                <a:lnTo>
                  <a:pt x="658" y="75"/>
                </a:lnTo>
                <a:lnTo>
                  <a:pt x="659" y="75"/>
                </a:lnTo>
                <a:lnTo>
                  <a:pt x="660" y="75"/>
                </a:lnTo>
                <a:lnTo>
                  <a:pt x="662" y="74"/>
                </a:lnTo>
                <a:lnTo>
                  <a:pt x="663" y="74"/>
                </a:lnTo>
                <a:lnTo>
                  <a:pt x="663" y="73"/>
                </a:lnTo>
                <a:lnTo>
                  <a:pt x="664" y="73"/>
                </a:lnTo>
                <a:lnTo>
                  <a:pt x="664" y="74"/>
                </a:lnTo>
                <a:lnTo>
                  <a:pt x="664" y="73"/>
                </a:lnTo>
                <a:lnTo>
                  <a:pt x="665" y="73"/>
                </a:lnTo>
                <a:lnTo>
                  <a:pt x="666" y="73"/>
                </a:lnTo>
                <a:lnTo>
                  <a:pt x="667" y="73"/>
                </a:lnTo>
                <a:lnTo>
                  <a:pt x="668" y="73"/>
                </a:lnTo>
                <a:lnTo>
                  <a:pt x="668" y="72"/>
                </a:lnTo>
                <a:lnTo>
                  <a:pt x="669" y="72"/>
                </a:lnTo>
                <a:lnTo>
                  <a:pt x="670" y="72"/>
                </a:lnTo>
                <a:lnTo>
                  <a:pt x="670" y="73"/>
                </a:lnTo>
                <a:lnTo>
                  <a:pt x="671" y="73"/>
                </a:lnTo>
                <a:lnTo>
                  <a:pt x="672" y="73"/>
                </a:lnTo>
                <a:lnTo>
                  <a:pt x="673" y="72"/>
                </a:lnTo>
                <a:lnTo>
                  <a:pt x="675" y="72"/>
                </a:lnTo>
                <a:lnTo>
                  <a:pt x="676" y="72"/>
                </a:lnTo>
                <a:lnTo>
                  <a:pt x="677" y="72"/>
                </a:lnTo>
                <a:lnTo>
                  <a:pt x="678" y="71"/>
                </a:lnTo>
                <a:lnTo>
                  <a:pt x="679" y="72"/>
                </a:lnTo>
                <a:lnTo>
                  <a:pt x="680" y="72"/>
                </a:lnTo>
                <a:lnTo>
                  <a:pt x="681" y="72"/>
                </a:lnTo>
                <a:lnTo>
                  <a:pt x="682" y="72"/>
                </a:lnTo>
                <a:lnTo>
                  <a:pt x="682" y="71"/>
                </a:lnTo>
                <a:lnTo>
                  <a:pt x="683" y="71"/>
                </a:lnTo>
                <a:lnTo>
                  <a:pt x="684" y="71"/>
                </a:lnTo>
                <a:lnTo>
                  <a:pt x="684" y="70"/>
                </a:lnTo>
                <a:lnTo>
                  <a:pt x="685" y="69"/>
                </a:lnTo>
                <a:lnTo>
                  <a:pt x="686" y="69"/>
                </a:lnTo>
                <a:lnTo>
                  <a:pt x="686" y="68"/>
                </a:lnTo>
                <a:lnTo>
                  <a:pt x="687" y="68"/>
                </a:lnTo>
                <a:lnTo>
                  <a:pt x="687" y="67"/>
                </a:lnTo>
                <a:lnTo>
                  <a:pt x="688" y="67"/>
                </a:lnTo>
                <a:lnTo>
                  <a:pt x="688" y="66"/>
                </a:lnTo>
                <a:lnTo>
                  <a:pt x="689" y="66"/>
                </a:lnTo>
                <a:lnTo>
                  <a:pt x="690" y="65"/>
                </a:lnTo>
                <a:lnTo>
                  <a:pt x="691" y="65"/>
                </a:lnTo>
                <a:lnTo>
                  <a:pt x="691" y="66"/>
                </a:lnTo>
                <a:lnTo>
                  <a:pt x="692" y="65"/>
                </a:lnTo>
                <a:lnTo>
                  <a:pt x="692" y="64"/>
                </a:lnTo>
                <a:lnTo>
                  <a:pt x="693" y="64"/>
                </a:lnTo>
                <a:lnTo>
                  <a:pt x="694" y="64"/>
                </a:lnTo>
                <a:lnTo>
                  <a:pt x="694" y="63"/>
                </a:lnTo>
                <a:lnTo>
                  <a:pt x="694" y="62"/>
                </a:lnTo>
                <a:lnTo>
                  <a:pt x="695" y="61"/>
                </a:lnTo>
                <a:lnTo>
                  <a:pt x="695" y="60"/>
                </a:lnTo>
                <a:lnTo>
                  <a:pt x="695" y="59"/>
                </a:lnTo>
                <a:lnTo>
                  <a:pt x="696" y="58"/>
                </a:lnTo>
                <a:lnTo>
                  <a:pt x="696" y="57"/>
                </a:lnTo>
                <a:lnTo>
                  <a:pt x="697" y="57"/>
                </a:lnTo>
                <a:lnTo>
                  <a:pt x="697" y="56"/>
                </a:lnTo>
                <a:lnTo>
                  <a:pt x="698" y="56"/>
                </a:lnTo>
                <a:lnTo>
                  <a:pt x="698" y="55"/>
                </a:lnTo>
                <a:lnTo>
                  <a:pt x="698" y="54"/>
                </a:lnTo>
                <a:lnTo>
                  <a:pt x="698" y="53"/>
                </a:lnTo>
                <a:lnTo>
                  <a:pt x="698" y="52"/>
                </a:lnTo>
                <a:lnTo>
                  <a:pt x="698" y="51"/>
                </a:lnTo>
                <a:lnTo>
                  <a:pt x="699" y="51"/>
                </a:lnTo>
                <a:lnTo>
                  <a:pt x="699" y="50"/>
                </a:lnTo>
                <a:lnTo>
                  <a:pt x="700" y="50"/>
                </a:lnTo>
                <a:lnTo>
                  <a:pt x="700" y="49"/>
                </a:lnTo>
                <a:lnTo>
                  <a:pt x="701" y="49"/>
                </a:lnTo>
                <a:lnTo>
                  <a:pt x="702" y="49"/>
                </a:lnTo>
                <a:lnTo>
                  <a:pt x="702" y="48"/>
                </a:lnTo>
                <a:lnTo>
                  <a:pt x="702" y="47"/>
                </a:lnTo>
                <a:lnTo>
                  <a:pt x="703" y="47"/>
                </a:lnTo>
                <a:lnTo>
                  <a:pt x="703" y="46"/>
                </a:lnTo>
                <a:lnTo>
                  <a:pt x="704" y="46"/>
                </a:lnTo>
                <a:lnTo>
                  <a:pt x="705" y="46"/>
                </a:lnTo>
                <a:lnTo>
                  <a:pt x="704" y="46"/>
                </a:lnTo>
                <a:lnTo>
                  <a:pt x="704" y="44"/>
                </a:lnTo>
                <a:lnTo>
                  <a:pt x="703" y="44"/>
                </a:lnTo>
                <a:lnTo>
                  <a:pt x="703" y="43"/>
                </a:lnTo>
                <a:lnTo>
                  <a:pt x="703" y="42"/>
                </a:lnTo>
                <a:lnTo>
                  <a:pt x="702" y="42"/>
                </a:lnTo>
                <a:lnTo>
                  <a:pt x="703" y="42"/>
                </a:lnTo>
                <a:lnTo>
                  <a:pt x="703" y="41"/>
                </a:lnTo>
                <a:lnTo>
                  <a:pt x="703" y="40"/>
                </a:lnTo>
                <a:lnTo>
                  <a:pt x="703" y="39"/>
                </a:lnTo>
                <a:lnTo>
                  <a:pt x="703" y="37"/>
                </a:lnTo>
                <a:lnTo>
                  <a:pt x="703" y="36"/>
                </a:lnTo>
                <a:lnTo>
                  <a:pt x="704" y="36"/>
                </a:lnTo>
                <a:lnTo>
                  <a:pt x="705" y="36"/>
                </a:lnTo>
                <a:lnTo>
                  <a:pt x="706" y="36"/>
                </a:lnTo>
                <a:lnTo>
                  <a:pt x="706" y="35"/>
                </a:lnTo>
                <a:lnTo>
                  <a:pt x="707" y="35"/>
                </a:lnTo>
                <a:lnTo>
                  <a:pt x="708" y="35"/>
                </a:lnTo>
                <a:lnTo>
                  <a:pt x="709" y="35"/>
                </a:lnTo>
                <a:lnTo>
                  <a:pt x="709" y="34"/>
                </a:lnTo>
                <a:lnTo>
                  <a:pt x="710" y="34"/>
                </a:lnTo>
                <a:lnTo>
                  <a:pt x="710" y="33"/>
                </a:lnTo>
                <a:lnTo>
                  <a:pt x="711" y="33"/>
                </a:lnTo>
                <a:lnTo>
                  <a:pt x="712" y="33"/>
                </a:lnTo>
                <a:lnTo>
                  <a:pt x="711" y="33"/>
                </a:lnTo>
                <a:lnTo>
                  <a:pt x="711" y="32"/>
                </a:lnTo>
                <a:lnTo>
                  <a:pt x="712" y="32"/>
                </a:lnTo>
                <a:lnTo>
                  <a:pt x="713" y="32"/>
                </a:lnTo>
                <a:lnTo>
                  <a:pt x="714" y="32"/>
                </a:lnTo>
                <a:lnTo>
                  <a:pt x="715" y="32"/>
                </a:lnTo>
                <a:lnTo>
                  <a:pt x="715" y="33"/>
                </a:lnTo>
                <a:lnTo>
                  <a:pt x="716" y="33"/>
                </a:lnTo>
                <a:lnTo>
                  <a:pt x="717" y="33"/>
                </a:lnTo>
                <a:lnTo>
                  <a:pt x="718" y="33"/>
                </a:lnTo>
                <a:lnTo>
                  <a:pt x="719" y="33"/>
                </a:lnTo>
                <a:lnTo>
                  <a:pt x="719" y="32"/>
                </a:lnTo>
                <a:lnTo>
                  <a:pt x="720" y="32"/>
                </a:lnTo>
                <a:lnTo>
                  <a:pt x="720" y="31"/>
                </a:lnTo>
                <a:lnTo>
                  <a:pt x="720" y="30"/>
                </a:lnTo>
                <a:lnTo>
                  <a:pt x="721" y="30"/>
                </a:lnTo>
                <a:lnTo>
                  <a:pt x="721" y="29"/>
                </a:lnTo>
                <a:lnTo>
                  <a:pt x="722" y="29"/>
                </a:lnTo>
                <a:lnTo>
                  <a:pt x="722" y="28"/>
                </a:lnTo>
                <a:lnTo>
                  <a:pt x="723" y="28"/>
                </a:lnTo>
                <a:lnTo>
                  <a:pt x="724" y="28"/>
                </a:lnTo>
                <a:lnTo>
                  <a:pt x="725" y="28"/>
                </a:lnTo>
                <a:lnTo>
                  <a:pt x="726" y="28"/>
                </a:lnTo>
                <a:lnTo>
                  <a:pt x="726" y="27"/>
                </a:lnTo>
                <a:lnTo>
                  <a:pt x="726" y="26"/>
                </a:lnTo>
                <a:lnTo>
                  <a:pt x="726" y="27"/>
                </a:lnTo>
                <a:lnTo>
                  <a:pt x="727" y="27"/>
                </a:lnTo>
                <a:lnTo>
                  <a:pt x="728" y="27"/>
                </a:lnTo>
                <a:lnTo>
                  <a:pt x="728" y="28"/>
                </a:lnTo>
                <a:lnTo>
                  <a:pt x="728" y="27"/>
                </a:lnTo>
                <a:lnTo>
                  <a:pt x="729" y="28"/>
                </a:lnTo>
                <a:lnTo>
                  <a:pt x="730" y="28"/>
                </a:lnTo>
                <a:lnTo>
                  <a:pt x="730" y="29"/>
                </a:lnTo>
                <a:lnTo>
                  <a:pt x="731" y="29"/>
                </a:lnTo>
                <a:lnTo>
                  <a:pt x="732" y="29"/>
                </a:lnTo>
                <a:lnTo>
                  <a:pt x="733" y="29"/>
                </a:lnTo>
                <a:lnTo>
                  <a:pt x="734" y="29"/>
                </a:lnTo>
                <a:lnTo>
                  <a:pt x="733" y="28"/>
                </a:lnTo>
                <a:lnTo>
                  <a:pt x="734" y="28"/>
                </a:lnTo>
                <a:lnTo>
                  <a:pt x="734" y="27"/>
                </a:lnTo>
                <a:lnTo>
                  <a:pt x="733" y="27"/>
                </a:lnTo>
                <a:lnTo>
                  <a:pt x="734" y="27"/>
                </a:lnTo>
                <a:lnTo>
                  <a:pt x="734" y="26"/>
                </a:lnTo>
                <a:lnTo>
                  <a:pt x="735" y="26"/>
                </a:lnTo>
                <a:lnTo>
                  <a:pt x="736" y="26"/>
                </a:lnTo>
                <a:lnTo>
                  <a:pt x="736" y="27"/>
                </a:lnTo>
                <a:lnTo>
                  <a:pt x="737" y="27"/>
                </a:lnTo>
                <a:lnTo>
                  <a:pt x="738" y="27"/>
                </a:lnTo>
                <a:lnTo>
                  <a:pt x="739" y="27"/>
                </a:lnTo>
                <a:lnTo>
                  <a:pt x="740" y="27"/>
                </a:lnTo>
                <a:lnTo>
                  <a:pt x="741" y="27"/>
                </a:lnTo>
                <a:lnTo>
                  <a:pt x="741" y="26"/>
                </a:lnTo>
                <a:lnTo>
                  <a:pt x="741" y="27"/>
                </a:lnTo>
                <a:lnTo>
                  <a:pt x="742" y="27"/>
                </a:lnTo>
                <a:lnTo>
                  <a:pt x="742" y="26"/>
                </a:lnTo>
                <a:lnTo>
                  <a:pt x="743" y="26"/>
                </a:lnTo>
                <a:lnTo>
                  <a:pt x="744" y="26"/>
                </a:lnTo>
                <a:lnTo>
                  <a:pt x="745" y="26"/>
                </a:lnTo>
                <a:lnTo>
                  <a:pt x="745" y="25"/>
                </a:lnTo>
                <a:lnTo>
                  <a:pt x="746" y="25"/>
                </a:lnTo>
                <a:lnTo>
                  <a:pt x="745" y="25"/>
                </a:lnTo>
                <a:lnTo>
                  <a:pt x="745" y="24"/>
                </a:lnTo>
                <a:lnTo>
                  <a:pt x="746" y="24"/>
                </a:lnTo>
                <a:lnTo>
                  <a:pt x="747" y="24"/>
                </a:lnTo>
                <a:lnTo>
                  <a:pt x="748" y="25"/>
                </a:lnTo>
                <a:lnTo>
                  <a:pt x="748" y="24"/>
                </a:lnTo>
                <a:lnTo>
                  <a:pt x="749" y="24"/>
                </a:lnTo>
                <a:lnTo>
                  <a:pt x="750" y="24"/>
                </a:lnTo>
                <a:lnTo>
                  <a:pt x="750" y="23"/>
                </a:lnTo>
                <a:lnTo>
                  <a:pt x="750" y="22"/>
                </a:lnTo>
                <a:lnTo>
                  <a:pt x="751" y="23"/>
                </a:lnTo>
                <a:lnTo>
                  <a:pt x="752" y="23"/>
                </a:lnTo>
                <a:lnTo>
                  <a:pt x="752" y="22"/>
                </a:lnTo>
                <a:lnTo>
                  <a:pt x="753" y="22"/>
                </a:lnTo>
                <a:lnTo>
                  <a:pt x="753" y="21"/>
                </a:lnTo>
                <a:lnTo>
                  <a:pt x="752" y="20"/>
                </a:lnTo>
                <a:lnTo>
                  <a:pt x="753" y="20"/>
                </a:lnTo>
                <a:lnTo>
                  <a:pt x="754" y="20"/>
                </a:lnTo>
                <a:lnTo>
                  <a:pt x="755" y="20"/>
                </a:lnTo>
                <a:lnTo>
                  <a:pt x="755" y="19"/>
                </a:lnTo>
                <a:lnTo>
                  <a:pt x="756" y="19"/>
                </a:lnTo>
                <a:lnTo>
                  <a:pt x="757" y="19"/>
                </a:lnTo>
                <a:lnTo>
                  <a:pt x="758" y="19"/>
                </a:lnTo>
                <a:lnTo>
                  <a:pt x="760" y="19"/>
                </a:lnTo>
                <a:lnTo>
                  <a:pt x="760" y="20"/>
                </a:lnTo>
                <a:lnTo>
                  <a:pt x="761" y="20"/>
                </a:lnTo>
                <a:lnTo>
                  <a:pt x="762" y="20"/>
                </a:lnTo>
                <a:lnTo>
                  <a:pt x="762" y="19"/>
                </a:lnTo>
                <a:lnTo>
                  <a:pt x="763" y="19"/>
                </a:lnTo>
                <a:lnTo>
                  <a:pt x="764" y="19"/>
                </a:lnTo>
                <a:lnTo>
                  <a:pt x="764" y="20"/>
                </a:lnTo>
                <a:lnTo>
                  <a:pt x="765" y="20"/>
                </a:lnTo>
                <a:lnTo>
                  <a:pt x="765" y="21"/>
                </a:lnTo>
                <a:lnTo>
                  <a:pt x="766" y="21"/>
                </a:lnTo>
                <a:lnTo>
                  <a:pt x="766" y="22"/>
                </a:lnTo>
                <a:lnTo>
                  <a:pt x="767" y="23"/>
                </a:lnTo>
                <a:lnTo>
                  <a:pt x="768" y="23"/>
                </a:lnTo>
                <a:lnTo>
                  <a:pt x="768" y="22"/>
                </a:lnTo>
                <a:lnTo>
                  <a:pt x="769" y="22"/>
                </a:lnTo>
                <a:lnTo>
                  <a:pt x="770" y="22"/>
                </a:lnTo>
                <a:lnTo>
                  <a:pt x="771" y="22"/>
                </a:lnTo>
                <a:lnTo>
                  <a:pt x="771" y="21"/>
                </a:lnTo>
                <a:lnTo>
                  <a:pt x="771" y="20"/>
                </a:lnTo>
                <a:lnTo>
                  <a:pt x="772" y="20"/>
                </a:lnTo>
                <a:lnTo>
                  <a:pt x="773" y="20"/>
                </a:lnTo>
                <a:lnTo>
                  <a:pt x="774" y="20"/>
                </a:lnTo>
                <a:lnTo>
                  <a:pt x="774" y="19"/>
                </a:lnTo>
                <a:lnTo>
                  <a:pt x="775" y="19"/>
                </a:lnTo>
                <a:lnTo>
                  <a:pt x="776" y="20"/>
                </a:lnTo>
                <a:lnTo>
                  <a:pt x="776" y="19"/>
                </a:lnTo>
                <a:lnTo>
                  <a:pt x="777" y="19"/>
                </a:lnTo>
                <a:lnTo>
                  <a:pt x="778" y="19"/>
                </a:lnTo>
                <a:lnTo>
                  <a:pt x="779" y="19"/>
                </a:lnTo>
                <a:lnTo>
                  <a:pt x="780" y="19"/>
                </a:lnTo>
                <a:lnTo>
                  <a:pt x="780" y="20"/>
                </a:lnTo>
                <a:lnTo>
                  <a:pt x="781" y="20"/>
                </a:lnTo>
                <a:lnTo>
                  <a:pt x="781" y="19"/>
                </a:lnTo>
                <a:lnTo>
                  <a:pt x="782" y="19"/>
                </a:lnTo>
                <a:lnTo>
                  <a:pt x="783" y="19"/>
                </a:lnTo>
                <a:lnTo>
                  <a:pt x="783" y="18"/>
                </a:lnTo>
                <a:lnTo>
                  <a:pt x="784" y="18"/>
                </a:lnTo>
                <a:lnTo>
                  <a:pt x="785" y="19"/>
                </a:lnTo>
                <a:lnTo>
                  <a:pt x="785" y="18"/>
                </a:lnTo>
                <a:lnTo>
                  <a:pt x="786" y="19"/>
                </a:lnTo>
                <a:lnTo>
                  <a:pt x="788" y="19"/>
                </a:lnTo>
                <a:lnTo>
                  <a:pt x="789" y="19"/>
                </a:lnTo>
                <a:lnTo>
                  <a:pt x="789" y="20"/>
                </a:lnTo>
                <a:lnTo>
                  <a:pt x="790" y="20"/>
                </a:lnTo>
                <a:lnTo>
                  <a:pt x="790" y="19"/>
                </a:lnTo>
                <a:lnTo>
                  <a:pt x="791" y="19"/>
                </a:lnTo>
                <a:lnTo>
                  <a:pt x="791" y="18"/>
                </a:lnTo>
                <a:lnTo>
                  <a:pt x="790" y="17"/>
                </a:lnTo>
                <a:lnTo>
                  <a:pt x="791" y="17"/>
                </a:lnTo>
                <a:lnTo>
                  <a:pt x="791" y="16"/>
                </a:lnTo>
                <a:lnTo>
                  <a:pt x="792" y="16"/>
                </a:lnTo>
                <a:lnTo>
                  <a:pt x="793" y="15"/>
                </a:lnTo>
                <a:lnTo>
                  <a:pt x="793" y="14"/>
                </a:lnTo>
                <a:lnTo>
                  <a:pt x="794" y="14"/>
                </a:lnTo>
                <a:lnTo>
                  <a:pt x="794" y="13"/>
                </a:lnTo>
                <a:lnTo>
                  <a:pt x="796" y="13"/>
                </a:lnTo>
                <a:lnTo>
                  <a:pt x="797" y="13"/>
                </a:lnTo>
                <a:lnTo>
                  <a:pt x="797" y="12"/>
                </a:lnTo>
                <a:lnTo>
                  <a:pt x="798" y="12"/>
                </a:lnTo>
                <a:lnTo>
                  <a:pt x="799" y="12"/>
                </a:lnTo>
                <a:lnTo>
                  <a:pt x="799" y="13"/>
                </a:lnTo>
                <a:lnTo>
                  <a:pt x="800" y="13"/>
                </a:lnTo>
                <a:lnTo>
                  <a:pt x="801" y="13"/>
                </a:lnTo>
                <a:lnTo>
                  <a:pt x="801" y="12"/>
                </a:lnTo>
                <a:lnTo>
                  <a:pt x="802" y="12"/>
                </a:lnTo>
                <a:lnTo>
                  <a:pt x="803" y="12"/>
                </a:lnTo>
                <a:lnTo>
                  <a:pt x="803" y="13"/>
                </a:lnTo>
                <a:lnTo>
                  <a:pt x="804" y="13"/>
                </a:lnTo>
                <a:lnTo>
                  <a:pt x="804" y="12"/>
                </a:lnTo>
                <a:lnTo>
                  <a:pt x="805" y="12"/>
                </a:lnTo>
                <a:lnTo>
                  <a:pt x="806" y="10"/>
                </a:lnTo>
                <a:lnTo>
                  <a:pt x="807" y="10"/>
                </a:lnTo>
                <a:lnTo>
                  <a:pt x="807" y="9"/>
                </a:lnTo>
                <a:lnTo>
                  <a:pt x="808" y="9"/>
                </a:lnTo>
                <a:lnTo>
                  <a:pt x="808" y="8"/>
                </a:lnTo>
                <a:lnTo>
                  <a:pt x="809" y="8"/>
                </a:lnTo>
                <a:lnTo>
                  <a:pt x="809" y="7"/>
                </a:lnTo>
                <a:lnTo>
                  <a:pt x="809" y="6"/>
                </a:lnTo>
                <a:lnTo>
                  <a:pt x="810" y="6"/>
                </a:lnTo>
                <a:lnTo>
                  <a:pt x="810" y="7"/>
                </a:lnTo>
                <a:lnTo>
                  <a:pt x="811" y="7"/>
                </a:lnTo>
                <a:lnTo>
                  <a:pt x="813" y="7"/>
                </a:lnTo>
                <a:lnTo>
                  <a:pt x="813" y="6"/>
                </a:lnTo>
                <a:lnTo>
                  <a:pt x="814" y="6"/>
                </a:lnTo>
                <a:lnTo>
                  <a:pt x="815" y="6"/>
                </a:lnTo>
                <a:lnTo>
                  <a:pt x="815" y="7"/>
                </a:lnTo>
                <a:lnTo>
                  <a:pt x="816" y="7"/>
                </a:lnTo>
                <a:lnTo>
                  <a:pt x="817" y="7"/>
                </a:lnTo>
                <a:lnTo>
                  <a:pt x="818" y="7"/>
                </a:lnTo>
                <a:lnTo>
                  <a:pt x="818" y="8"/>
                </a:lnTo>
                <a:lnTo>
                  <a:pt x="818" y="10"/>
                </a:lnTo>
                <a:lnTo>
                  <a:pt x="818" y="11"/>
                </a:lnTo>
                <a:lnTo>
                  <a:pt x="818" y="12"/>
                </a:lnTo>
                <a:lnTo>
                  <a:pt x="818" y="13"/>
                </a:lnTo>
                <a:lnTo>
                  <a:pt x="819" y="13"/>
                </a:lnTo>
                <a:lnTo>
                  <a:pt x="820" y="13"/>
                </a:lnTo>
                <a:lnTo>
                  <a:pt x="821" y="13"/>
                </a:lnTo>
                <a:lnTo>
                  <a:pt x="822" y="13"/>
                </a:lnTo>
                <a:lnTo>
                  <a:pt x="823" y="13"/>
                </a:lnTo>
                <a:lnTo>
                  <a:pt x="823" y="14"/>
                </a:lnTo>
                <a:lnTo>
                  <a:pt x="824" y="14"/>
                </a:lnTo>
                <a:lnTo>
                  <a:pt x="825" y="14"/>
                </a:lnTo>
                <a:lnTo>
                  <a:pt x="826" y="14"/>
                </a:lnTo>
                <a:lnTo>
                  <a:pt x="827" y="15"/>
                </a:lnTo>
                <a:lnTo>
                  <a:pt x="828" y="15"/>
                </a:lnTo>
                <a:lnTo>
                  <a:pt x="828" y="14"/>
                </a:lnTo>
                <a:lnTo>
                  <a:pt x="829" y="14"/>
                </a:lnTo>
                <a:lnTo>
                  <a:pt x="830" y="14"/>
                </a:lnTo>
                <a:lnTo>
                  <a:pt x="830" y="13"/>
                </a:lnTo>
                <a:lnTo>
                  <a:pt x="832" y="13"/>
                </a:lnTo>
                <a:lnTo>
                  <a:pt x="832" y="12"/>
                </a:lnTo>
                <a:lnTo>
                  <a:pt x="833" y="12"/>
                </a:lnTo>
                <a:lnTo>
                  <a:pt x="833" y="13"/>
                </a:lnTo>
                <a:lnTo>
                  <a:pt x="834" y="13"/>
                </a:lnTo>
                <a:lnTo>
                  <a:pt x="834" y="12"/>
                </a:lnTo>
                <a:lnTo>
                  <a:pt x="835" y="12"/>
                </a:lnTo>
                <a:lnTo>
                  <a:pt x="836" y="12"/>
                </a:lnTo>
                <a:lnTo>
                  <a:pt x="836" y="11"/>
                </a:lnTo>
                <a:lnTo>
                  <a:pt x="836" y="12"/>
                </a:lnTo>
                <a:lnTo>
                  <a:pt x="837" y="12"/>
                </a:lnTo>
                <a:lnTo>
                  <a:pt x="838" y="12"/>
                </a:lnTo>
                <a:lnTo>
                  <a:pt x="839" y="11"/>
                </a:lnTo>
                <a:lnTo>
                  <a:pt x="840" y="11"/>
                </a:lnTo>
                <a:lnTo>
                  <a:pt x="840" y="10"/>
                </a:lnTo>
                <a:lnTo>
                  <a:pt x="841" y="10"/>
                </a:lnTo>
                <a:lnTo>
                  <a:pt x="843" y="10"/>
                </a:lnTo>
                <a:lnTo>
                  <a:pt x="844" y="10"/>
                </a:lnTo>
                <a:lnTo>
                  <a:pt x="844" y="11"/>
                </a:lnTo>
                <a:lnTo>
                  <a:pt x="845" y="11"/>
                </a:lnTo>
                <a:lnTo>
                  <a:pt x="846" y="11"/>
                </a:lnTo>
                <a:lnTo>
                  <a:pt x="847" y="11"/>
                </a:lnTo>
                <a:lnTo>
                  <a:pt x="848" y="11"/>
                </a:lnTo>
                <a:lnTo>
                  <a:pt x="849" y="11"/>
                </a:lnTo>
                <a:lnTo>
                  <a:pt x="849" y="10"/>
                </a:lnTo>
                <a:lnTo>
                  <a:pt x="849" y="9"/>
                </a:lnTo>
                <a:lnTo>
                  <a:pt x="850" y="10"/>
                </a:lnTo>
                <a:lnTo>
                  <a:pt x="851" y="10"/>
                </a:lnTo>
                <a:lnTo>
                  <a:pt x="851" y="9"/>
                </a:lnTo>
                <a:lnTo>
                  <a:pt x="851" y="10"/>
                </a:lnTo>
                <a:lnTo>
                  <a:pt x="852" y="10"/>
                </a:lnTo>
                <a:lnTo>
                  <a:pt x="853" y="10"/>
                </a:lnTo>
                <a:lnTo>
                  <a:pt x="854" y="9"/>
                </a:lnTo>
                <a:lnTo>
                  <a:pt x="855" y="9"/>
                </a:lnTo>
                <a:lnTo>
                  <a:pt x="855" y="10"/>
                </a:lnTo>
                <a:lnTo>
                  <a:pt x="857" y="10"/>
                </a:lnTo>
                <a:lnTo>
                  <a:pt x="859" y="9"/>
                </a:lnTo>
                <a:lnTo>
                  <a:pt x="860" y="9"/>
                </a:lnTo>
                <a:lnTo>
                  <a:pt x="860" y="8"/>
                </a:lnTo>
                <a:lnTo>
                  <a:pt x="861" y="8"/>
                </a:lnTo>
                <a:lnTo>
                  <a:pt x="862" y="8"/>
                </a:lnTo>
                <a:lnTo>
                  <a:pt x="863" y="8"/>
                </a:lnTo>
                <a:lnTo>
                  <a:pt x="864" y="8"/>
                </a:lnTo>
                <a:lnTo>
                  <a:pt x="864" y="7"/>
                </a:lnTo>
                <a:lnTo>
                  <a:pt x="864" y="6"/>
                </a:lnTo>
                <a:lnTo>
                  <a:pt x="864" y="5"/>
                </a:lnTo>
                <a:lnTo>
                  <a:pt x="865" y="5"/>
                </a:lnTo>
                <a:lnTo>
                  <a:pt x="865" y="6"/>
                </a:lnTo>
                <a:lnTo>
                  <a:pt x="865" y="5"/>
                </a:lnTo>
                <a:lnTo>
                  <a:pt x="865" y="6"/>
                </a:lnTo>
                <a:lnTo>
                  <a:pt x="865" y="5"/>
                </a:lnTo>
                <a:lnTo>
                  <a:pt x="866" y="6"/>
                </a:lnTo>
                <a:lnTo>
                  <a:pt x="866" y="5"/>
                </a:lnTo>
                <a:lnTo>
                  <a:pt x="866" y="6"/>
                </a:lnTo>
                <a:lnTo>
                  <a:pt x="867" y="6"/>
                </a:lnTo>
                <a:lnTo>
                  <a:pt x="868" y="6"/>
                </a:lnTo>
                <a:lnTo>
                  <a:pt x="868" y="5"/>
                </a:lnTo>
                <a:lnTo>
                  <a:pt x="871" y="5"/>
                </a:lnTo>
                <a:lnTo>
                  <a:pt x="872" y="5"/>
                </a:lnTo>
                <a:lnTo>
                  <a:pt x="873" y="5"/>
                </a:lnTo>
                <a:lnTo>
                  <a:pt x="874" y="5"/>
                </a:lnTo>
                <a:lnTo>
                  <a:pt x="875" y="5"/>
                </a:lnTo>
                <a:lnTo>
                  <a:pt x="876" y="6"/>
                </a:lnTo>
                <a:lnTo>
                  <a:pt x="879" y="6"/>
                </a:lnTo>
                <a:lnTo>
                  <a:pt x="881" y="5"/>
                </a:lnTo>
                <a:lnTo>
                  <a:pt x="882" y="5"/>
                </a:lnTo>
                <a:lnTo>
                  <a:pt x="882" y="4"/>
                </a:lnTo>
                <a:lnTo>
                  <a:pt x="883" y="3"/>
                </a:lnTo>
                <a:lnTo>
                  <a:pt x="884" y="3"/>
                </a:lnTo>
                <a:lnTo>
                  <a:pt x="885" y="3"/>
                </a:lnTo>
                <a:lnTo>
                  <a:pt x="885" y="4"/>
                </a:lnTo>
                <a:lnTo>
                  <a:pt x="886" y="4"/>
                </a:lnTo>
                <a:lnTo>
                  <a:pt x="887" y="4"/>
                </a:lnTo>
                <a:lnTo>
                  <a:pt x="887" y="3"/>
                </a:lnTo>
                <a:lnTo>
                  <a:pt x="888" y="2"/>
                </a:lnTo>
                <a:lnTo>
                  <a:pt x="888" y="1"/>
                </a:lnTo>
                <a:lnTo>
                  <a:pt x="889" y="1"/>
                </a:lnTo>
                <a:lnTo>
                  <a:pt x="890" y="1"/>
                </a:lnTo>
                <a:lnTo>
                  <a:pt x="891" y="1"/>
                </a:lnTo>
                <a:lnTo>
                  <a:pt x="892" y="2"/>
                </a:lnTo>
                <a:lnTo>
                  <a:pt x="893" y="2"/>
                </a:lnTo>
                <a:lnTo>
                  <a:pt x="895" y="2"/>
                </a:lnTo>
                <a:lnTo>
                  <a:pt x="896" y="2"/>
                </a:lnTo>
                <a:lnTo>
                  <a:pt x="897" y="2"/>
                </a:lnTo>
                <a:lnTo>
                  <a:pt x="898" y="3"/>
                </a:lnTo>
                <a:lnTo>
                  <a:pt x="899" y="3"/>
                </a:lnTo>
                <a:lnTo>
                  <a:pt x="900" y="3"/>
                </a:lnTo>
                <a:lnTo>
                  <a:pt x="900" y="2"/>
                </a:lnTo>
                <a:lnTo>
                  <a:pt x="899" y="2"/>
                </a:lnTo>
                <a:lnTo>
                  <a:pt x="899" y="1"/>
                </a:lnTo>
                <a:lnTo>
                  <a:pt x="899" y="0"/>
                </a:lnTo>
                <a:lnTo>
                  <a:pt x="900" y="1"/>
                </a:lnTo>
                <a:lnTo>
                  <a:pt x="900" y="0"/>
                </a:lnTo>
                <a:lnTo>
                  <a:pt x="901" y="0"/>
                </a:lnTo>
                <a:lnTo>
                  <a:pt x="902" y="0"/>
                </a:lnTo>
                <a:lnTo>
                  <a:pt x="902" y="1"/>
                </a:lnTo>
                <a:close/>
              </a:path>
            </a:pathLst>
          </a:custGeom>
          <a:solidFill>
            <a:srgbClr val="D7302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10" name=""/>
          <p:cNvSpPr/>
          <p:nvPr/>
        </p:nvSpPr>
        <p:spPr>
          <a:xfrm>
            <a:off x="1811880" y="3677760"/>
            <a:ext cx="186840" cy="290520"/>
          </a:xfrm>
          <a:custGeom>
            <a:avLst/>
            <a:gdLst/>
            <a:ahLst/>
            <a:rect l="0" t="0" r="r" b="b"/>
            <a:pathLst>
              <a:path w="519" h="807">
                <a:moveTo>
                  <a:pt x="511" y="2"/>
                </a:moveTo>
                <a:lnTo>
                  <a:pt x="510" y="5"/>
                </a:lnTo>
                <a:lnTo>
                  <a:pt x="510" y="6"/>
                </a:lnTo>
                <a:lnTo>
                  <a:pt x="509" y="6"/>
                </a:lnTo>
                <a:lnTo>
                  <a:pt x="508" y="7"/>
                </a:lnTo>
                <a:lnTo>
                  <a:pt x="506" y="9"/>
                </a:lnTo>
                <a:lnTo>
                  <a:pt x="506" y="10"/>
                </a:lnTo>
                <a:lnTo>
                  <a:pt x="505" y="11"/>
                </a:lnTo>
                <a:lnTo>
                  <a:pt x="505" y="12"/>
                </a:lnTo>
                <a:lnTo>
                  <a:pt x="503" y="13"/>
                </a:lnTo>
                <a:lnTo>
                  <a:pt x="502" y="14"/>
                </a:lnTo>
                <a:lnTo>
                  <a:pt x="502" y="16"/>
                </a:lnTo>
                <a:lnTo>
                  <a:pt x="502" y="18"/>
                </a:lnTo>
                <a:lnTo>
                  <a:pt x="502" y="19"/>
                </a:lnTo>
                <a:lnTo>
                  <a:pt x="503" y="19"/>
                </a:lnTo>
                <a:lnTo>
                  <a:pt x="504" y="18"/>
                </a:lnTo>
                <a:lnTo>
                  <a:pt x="505" y="18"/>
                </a:lnTo>
                <a:lnTo>
                  <a:pt x="506" y="18"/>
                </a:lnTo>
                <a:lnTo>
                  <a:pt x="506" y="19"/>
                </a:lnTo>
                <a:lnTo>
                  <a:pt x="504" y="20"/>
                </a:lnTo>
                <a:lnTo>
                  <a:pt x="504" y="21"/>
                </a:lnTo>
                <a:lnTo>
                  <a:pt x="505" y="21"/>
                </a:lnTo>
                <a:lnTo>
                  <a:pt x="506" y="23"/>
                </a:lnTo>
                <a:lnTo>
                  <a:pt x="507" y="23"/>
                </a:lnTo>
                <a:lnTo>
                  <a:pt x="508" y="23"/>
                </a:lnTo>
                <a:lnTo>
                  <a:pt x="508" y="22"/>
                </a:lnTo>
                <a:lnTo>
                  <a:pt x="509" y="22"/>
                </a:lnTo>
                <a:lnTo>
                  <a:pt x="510" y="22"/>
                </a:lnTo>
                <a:lnTo>
                  <a:pt x="511" y="22"/>
                </a:lnTo>
                <a:lnTo>
                  <a:pt x="511" y="23"/>
                </a:lnTo>
                <a:lnTo>
                  <a:pt x="511" y="24"/>
                </a:lnTo>
                <a:lnTo>
                  <a:pt x="511" y="25"/>
                </a:lnTo>
                <a:lnTo>
                  <a:pt x="512" y="25"/>
                </a:lnTo>
                <a:lnTo>
                  <a:pt x="512" y="24"/>
                </a:lnTo>
                <a:lnTo>
                  <a:pt x="513" y="24"/>
                </a:lnTo>
                <a:lnTo>
                  <a:pt x="514" y="24"/>
                </a:lnTo>
                <a:lnTo>
                  <a:pt x="514" y="25"/>
                </a:lnTo>
                <a:lnTo>
                  <a:pt x="513" y="25"/>
                </a:lnTo>
                <a:lnTo>
                  <a:pt x="513" y="26"/>
                </a:lnTo>
                <a:lnTo>
                  <a:pt x="514" y="28"/>
                </a:lnTo>
                <a:lnTo>
                  <a:pt x="515" y="28"/>
                </a:lnTo>
                <a:lnTo>
                  <a:pt x="515" y="29"/>
                </a:lnTo>
                <a:lnTo>
                  <a:pt x="516" y="29"/>
                </a:lnTo>
                <a:lnTo>
                  <a:pt x="517" y="29"/>
                </a:lnTo>
                <a:lnTo>
                  <a:pt x="518" y="29"/>
                </a:lnTo>
                <a:lnTo>
                  <a:pt x="519" y="29"/>
                </a:lnTo>
                <a:lnTo>
                  <a:pt x="518" y="30"/>
                </a:lnTo>
                <a:lnTo>
                  <a:pt x="517" y="30"/>
                </a:lnTo>
                <a:lnTo>
                  <a:pt x="517" y="31"/>
                </a:lnTo>
                <a:lnTo>
                  <a:pt x="516" y="32"/>
                </a:lnTo>
                <a:lnTo>
                  <a:pt x="516" y="33"/>
                </a:lnTo>
                <a:lnTo>
                  <a:pt x="516" y="34"/>
                </a:lnTo>
                <a:lnTo>
                  <a:pt x="516" y="35"/>
                </a:lnTo>
                <a:lnTo>
                  <a:pt x="516" y="36"/>
                </a:lnTo>
                <a:lnTo>
                  <a:pt x="515" y="37"/>
                </a:lnTo>
                <a:lnTo>
                  <a:pt x="515" y="38"/>
                </a:lnTo>
                <a:lnTo>
                  <a:pt x="514" y="39"/>
                </a:lnTo>
                <a:lnTo>
                  <a:pt x="514" y="40"/>
                </a:lnTo>
                <a:lnTo>
                  <a:pt x="513" y="41"/>
                </a:lnTo>
                <a:lnTo>
                  <a:pt x="513" y="42"/>
                </a:lnTo>
                <a:lnTo>
                  <a:pt x="512" y="42"/>
                </a:lnTo>
                <a:lnTo>
                  <a:pt x="511" y="44"/>
                </a:lnTo>
                <a:lnTo>
                  <a:pt x="511" y="45"/>
                </a:lnTo>
                <a:lnTo>
                  <a:pt x="512" y="45"/>
                </a:lnTo>
                <a:lnTo>
                  <a:pt x="512" y="46"/>
                </a:lnTo>
                <a:lnTo>
                  <a:pt x="512" y="47"/>
                </a:lnTo>
                <a:lnTo>
                  <a:pt x="512" y="48"/>
                </a:lnTo>
                <a:lnTo>
                  <a:pt x="511" y="49"/>
                </a:lnTo>
                <a:lnTo>
                  <a:pt x="510" y="49"/>
                </a:lnTo>
                <a:lnTo>
                  <a:pt x="510" y="50"/>
                </a:lnTo>
                <a:lnTo>
                  <a:pt x="510" y="52"/>
                </a:lnTo>
                <a:lnTo>
                  <a:pt x="509" y="53"/>
                </a:lnTo>
                <a:lnTo>
                  <a:pt x="507" y="55"/>
                </a:lnTo>
                <a:lnTo>
                  <a:pt x="506" y="56"/>
                </a:lnTo>
                <a:lnTo>
                  <a:pt x="505" y="56"/>
                </a:lnTo>
                <a:lnTo>
                  <a:pt x="505" y="57"/>
                </a:lnTo>
                <a:lnTo>
                  <a:pt x="504" y="57"/>
                </a:lnTo>
                <a:lnTo>
                  <a:pt x="503" y="57"/>
                </a:lnTo>
                <a:lnTo>
                  <a:pt x="502" y="57"/>
                </a:lnTo>
                <a:lnTo>
                  <a:pt x="501" y="58"/>
                </a:lnTo>
                <a:lnTo>
                  <a:pt x="500" y="58"/>
                </a:lnTo>
                <a:lnTo>
                  <a:pt x="499" y="58"/>
                </a:lnTo>
                <a:lnTo>
                  <a:pt x="497" y="60"/>
                </a:lnTo>
                <a:lnTo>
                  <a:pt x="496" y="60"/>
                </a:lnTo>
                <a:lnTo>
                  <a:pt x="495" y="61"/>
                </a:lnTo>
                <a:lnTo>
                  <a:pt x="495" y="62"/>
                </a:lnTo>
                <a:lnTo>
                  <a:pt x="495" y="63"/>
                </a:lnTo>
                <a:lnTo>
                  <a:pt x="495" y="64"/>
                </a:lnTo>
                <a:lnTo>
                  <a:pt x="496" y="64"/>
                </a:lnTo>
                <a:lnTo>
                  <a:pt x="497" y="64"/>
                </a:lnTo>
                <a:lnTo>
                  <a:pt x="498" y="67"/>
                </a:lnTo>
                <a:lnTo>
                  <a:pt x="498" y="68"/>
                </a:lnTo>
                <a:lnTo>
                  <a:pt x="498" y="70"/>
                </a:lnTo>
                <a:lnTo>
                  <a:pt x="498" y="72"/>
                </a:lnTo>
                <a:lnTo>
                  <a:pt x="497" y="72"/>
                </a:lnTo>
                <a:lnTo>
                  <a:pt x="497" y="73"/>
                </a:lnTo>
                <a:lnTo>
                  <a:pt x="496" y="73"/>
                </a:lnTo>
                <a:lnTo>
                  <a:pt x="496" y="74"/>
                </a:lnTo>
                <a:lnTo>
                  <a:pt x="497" y="74"/>
                </a:lnTo>
                <a:lnTo>
                  <a:pt x="497" y="75"/>
                </a:lnTo>
                <a:lnTo>
                  <a:pt x="497" y="76"/>
                </a:lnTo>
                <a:lnTo>
                  <a:pt x="497" y="77"/>
                </a:lnTo>
                <a:lnTo>
                  <a:pt x="496" y="77"/>
                </a:lnTo>
                <a:lnTo>
                  <a:pt x="496" y="78"/>
                </a:lnTo>
                <a:lnTo>
                  <a:pt x="496" y="79"/>
                </a:lnTo>
                <a:lnTo>
                  <a:pt x="496" y="80"/>
                </a:lnTo>
                <a:lnTo>
                  <a:pt x="495" y="80"/>
                </a:lnTo>
                <a:lnTo>
                  <a:pt x="495" y="81"/>
                </a:lnTo>
                <a:lnTo>
                  <a:pt x="495" y="82"/>
                </a:lnTo>
                <a:lnTo>
                  <a:pt x="494" y="82"/>
                </a:lnTo>
                <a:lnTo>
                  <a:pt x="493" y="82"/>
                </a:lnTo>
                <a:lnTo>
                  <a:pt x="493" y="83"/>
                </a:lnTo>
                <a:lnTo>
                  <a:pt x="493" y="84"/>
                </a:lnTo>
                <a:lnTo>
                  <a:pt x="494" y="84"/>
                </a:lnTo>
                <a:lnTo>
                  <a:pt x="494" y="85"/>
                </a:lnTo>
                <a:lnTo>
                  <a:pt x="493" y="86"/>
                </a:lnTo>
                <a:lnTo>
                  <a:pt x="492" y="87"/>
                </a:lnTo>
                <a:lnTo>
                  <a:pt x="492" y="88"/>
                </a:lnTo>
                <a:lnTo>
                  <a:pt x="491" y="88"/>
                </a:lnTo>
                <a:lnTo>
                  <a:pt x="491" y="89"/>
                </a:lnTo>
                <a:lnTo>
                  <a:pt x="490" y="89"/>
                </a:lnTo>
                <a:lnTo>
                  <a:pt x="490" y="90"/>
                </a:lnTo>
                <a:lnTo>
                  <a:pt x="489" y="90"/>
                </a:lnTo>
                <a:lnTo>
                  <a:pt x="489" y="91"/>
                </a:lnTo>
                <a:lnTo>
                  <a:pt x="489" y="92"/>
                </a:lnTo>
                <a:lnTo>
                  <a:pt x="489" y="93"/>
                </a:lnTo>
                <a:lnTo>
                  <a:pt x="489" y="94"/>
                </a:lnTo>
                <a:lnTo>
                  <a:pt x="488" y="94"/>
                </a:lnTo>
                <a:lnTo>
                  <a:pt x="487" y="94"/>
                </a:lnTo>
                <a:lnTo>
                  <a:pt x="487" y="95"/>
                </a:lnTo>
                <a:lnTo>
                  <a:pt x="487" y="96"/>
                </a:lnTo>
                <a:lnTo>
                  <a:pt x="487" y="97"/>
                </a:lnTo>
                <a:lnTo>
                  <a:pt x="486" y="97"/>
                </a:lnTo>
                <a:lnTo>
                  <a:pt x="486" y="98"/>
                </a:lnTo>
                <a:lnTo>
                  <a:pt x="486" y="99"/>
                </a:lnTo>
                <a:lnTo>
                  <a:pt x="487" y="101"/>
                </a:lnTo>
                <a:lnTo>
                  <a:pt x="487" y="102"/>
                </a:lnTo>
                <a:lnTo>
                  <a:pt x="488" y="102"/>
                </a:lnTo>
                <a:lnTo>
                  <a:pt x="489" y="102"/>
                </a:lnTo>
                <a:lnTo>
                  <a:pt x="489" y="103"/>
                </a:lnTo>
                <a:lnTo>
                  <a:pt x="490" y="103"/>
                </a:lnTo>
                <a:lnTo>
                  <a:pt x="489" y="103"/>
                </a:lnTo>
                <a:lnTo>
                  <a:pt x="489" y="104"/>
                </a:lnTo>
                <a:lnTo>
                  <a:pt x="488" y="105"/>
                </a:lnTo>
                <a:lnTo>
                  <a:pt x="488" y="106"/>
                </a:lnTo>
                <a:lnTo>
                  <a:pt x="489" y="106"/>
                </a:lnTo>
                <a:lnTo>
                  <a:pt x="489" y="107"/>
                </a:lnTo>
                <a:lnTo>
                  <a:pt x="489" y="108"/>
                </a:lnTo>
                <a:lnTo>
                  <a:pt x="488" y="108"/>
                </a:lnTo>
                <a:lnTo>
                  <a:pt x="488" y="109"/>
                </a:lnTo>
                <a:lnTo>
                  <a:pt x="487" y="109"/>
                </a:lnTo>
                <a:lnTo>
                  <a:pt x="486" y="109"/>
                </a:lnTo>
                <a:lnTo>
                  <a:pt x="485" y="110"/>
                </a:lnTo>
                <a:lnTo>
                  <a:pt x="485" y="111"/>
                </a:lnTo>
                <a:lnTo>
                  <a:pt x="485" y="113"/>
                </a:lnTo>
                <a:lnTo>
                  <a:pt x="485" y="114"/>
                </a:lnTo>
                <a:lnTo>
                  <a:pt x="486" y="114"/>
                </a:lnTo>
                <a:lnTo>
                  <a:pt x="486" y="115"/>
                </a:lnTo>
                <a:lnTo>
                  <a:pt x="485" y="116"/>
                </a:lnTo>
                <a:lnTo>
                  <a:pt x="483" y="117"/>
                </a:lnTo>
                <a:lnTo>
                  <a:pt x="482" y="117"/>
                </a:lnTo>
                <a:lnTo>
                  <a:pt x="481" y="116"/>
                </a:lnTo>
                <a:lnTo>
                  <a:pt x="480" y="116"/>
                </a:lnTo>
                <a:lnTo>
                  <a:pt x="478" y="116"/>
                </a:lnTo>
                <a:lnTo>
                  <a:pt x="477" y="116"/>
                </a:lnTo>
                <a:lnTo>
                  <a:pt x="476" y="119"/>
                </a:lnTo>
                <a:lnTo>
                  <a:pt x="475" y="122"/>
                </a:lnTo>
                <a:lnTo>
                  <a:pt x="475" y="123"/>
                </a:lnTo>
                <a:lnTo>
                  <a:pt x="474" y="124"/>
                </a:lnTo>
                <a:lnTo>
                  <a:pt x="474" y="125"/>
                </a:lnTo>
                <a:lnTo>
                  <a:pt x="473" y="125"/>
                </a:lnTo>
                <a:lnTo>
                  <a:pt x="472" y="125"/>
                </a:lnTo>
                <a:lnTo>
                  <a:pt x="471" y="125"/>
                </a:lnTo>
                <a:lnTo>
                  <a:pt x="471" y="126"/>
                </a:lnTo>
                <a:lnTo>
                  <a:pt x="470" y="127"/>
                </a:lnTo>
                <a:lnTo>
                  <a:pt x="469" y="127"/>
                </a:lnTo>
                <a:lnTo>
                  <a:pt x="468" y="128"/>
                </a:lnTo>
                <a:lnTo>
                  <a:pt x="468" y="129"/>
                </a:lnTo>
                <a:lnTo>
                  <a:pt x="467" y="130"/>
                </a:lnTo>
                <a:lnTo>
                  <a:pt x="466" y="131"/>
                </a:lnTo>
                <a:lnTo>
                  <a:pt x="465" y="131"/>
                </a:lnTo>
                <a:lnTo>
                  <a:pt x="463" y="131"/>
                </a:lnTo>
                <a:lnTo>
                  <a:pt x="462" y="131"/>
                </a:lnTo>
                <a:lnTo>
                  <a:pt x="461" y="131"/>
                </a:lnTo>
                <a:lnTo>
                  <a:pt x="460" y="130"/>
                </a:lnTo>
                <a:lnTo>
                  <a:pt x="460" y="131"/>
                </a:lnTo>
                <a:lnTo>
                  <a:pt x="459" y="131"/>
                </a:lnTo>
                <a:lnTo>
                  <a:pt x="458" y="132"/>
                </a:lnTo>
                <a:lnTo>
                  <a:pt x="458" y="133"/>
                </a:lnTo>
                <a:lnTo>
                  <a:pt x="458" y="134"/>
                </a:lnTo>
                <a:lnTo>
                  <a:pt x="458" y="135"/>
                </a:lnTo>
                <a:lnTo>
                  <a:pt x="458" y="136"/>
                </a:lnTo>
                <a:lnTo>
                  <a:pt x="458" y="137"/>
                </a:lnTo>
                <a:lnTo>
                  <a:pt x="458" y="138"/>
                </a:lnTo>
                <a:lnTo>
                  <a:pt x="458" y="139"/>
                </a:lnTo>
                <a:lnTo>
                  <a:pt x="458" y="140"/>
                </a:lnTo>
                <a:lnTo>
                  <a:pt x="457" y="140"/>
                </a:lnTo>
                <a:lnTo>
                  <a:pt x="457" y="141"/>
                </a:lnTo>
                <a:lnTo>
                  <a:pt x="456" y="141"/>
                </a:lnTo>
                <a:lnTo>
                  <a:pt x="456" y="140"/>
                </a:lnTo>
                <a:lnTo>
                  <a:pt x="455" y="140"/>
                </a:lnTo>
                <a:lnTo>
                  <a:pt x="454" y="140"/>
                </a:lnTo>
                <a:lnTo>
                  <a:pt x="454" y="141"/>
                </a:lnTo>
                <a:lnTo>
                  <a:pt x="453" y="141"/>
                </a:lnTo>
                <a:lnTo>
                  <a:pt x="453" y="142"/>
                </a:lnTo>
                <a:lnTo>
                  <a:pt x="452" y="142"/>
                </a:lnTo>
                <a:lnTo>
                  <a:pt x="452" y="143"/>
                </a:lnTo>
                <a:lnTo>
                  <a:pt x="452" y="146"/>
                </a:lnTo>
                <a:lnTo>
                  <a:pt x="453" y="147"/>
                </a:lnTo>
                <a:lnTo>
                  <a:pt x="453" y="148"/>
                </a:lnTo>
                <a:lnTo>
                  <a:pt x="453" y="149"/>
                </a:lnTo>
                <a:lnTo>
                  <a:pt x="454" y="149"/>
                </a:lnTo>
                <a:lnTo>
                  <a:pt x="454" y="150"/>
                </a:lnTo>
                <a:lnTo>
                  <a:pt x="453" y="150"/>
                </a:lnTo>
                <a:lnTo>
                  <a:pt x="453" y="151"/>
                </a:lnTo>
                <a:lnTo>
                  <a:pt x="452" y="152"/>
                </a:lnTo>
                <a:lnTo>
                  <a:pt x="452" y="153"/>
                </a:lnTo>
                <a:lnTo>
                  <a:pt x="452" y="154"/>
                </a:lnTo>
                <a:lnTo>
                  <a:pt x="452" y="155"/>
                </a:lnTo>
                <a:lnTo>
                  <a:pt x="452" y="156"/>
                </a:lnTo>
                <a:lnTo>
                  <a:pt x="452" y="157"/>
                </a:lnTo>
                <a:lnTo>
                  <a:pt x="452" y="158"/>
                </a:lnTo>
                <a:lnTo>
                  <a:pt x="452" y="159"/>
                </a:lnTo>
                <a:lnTo>
                  <a:pt x="452" y="160"/>
                </a:lnTo>
                <a:lnTo>
                  <a:pt x="452" y="161"/>
                </a:lnTo>
                <a:lnTo>
                  <a:pt x="453" y="161"/>
                </a:lnTo>
                <a:lnTo>
                  <a:pt x="454" y="161"/>
                </a:lnTo>
                <a:lnTo>
                  <a:pt x="454" y="162"/>
                </a:lnTo>
                <a:lnTo>
                  <a:pt x="454" y="163"/>
                </a:lnTo>
                <a:lnTo>
                  <a:pt x="454" y="164"/>
                </a:lnTo>
                <a:lnTo>
                  <a:pt x="453" y="164"/>
                </a:lnTo>
                <a:lnTo>
                  <a:pt x="453" y="165"/>
                </a:lnTo>
                <a:lnTo>
                  <a:pt x="453" y="166"/>
                </a:lnTo>
                <a:lnTo>
                  <a:pt x="454" y="167"/>
                </a:lnTo>
                <a:lnTo>
                  <a:pt x="455" y="167"/>
                </a:lnTo>
                <a:lnTo>
                  <a:pt x="456" y="167"/>
                </a:lnTo>
                <a:lnTo>
                  <a:pt x="456" y="168"/>
                </a:lnTo>
                <a:lnTo>
                  <a:pt x="457" y="168"/>
                </a:lnTo>
                <a:lnTo>
                  <a:pt x="459" y="169"/>
                </a:lnTo>
                <a:lnTo>
                  <a:pt x="460" y="170"/>
                </a:lnTo>
                <a:lnTo>
                  <a:pt x="461" y="171"/>
                </a:lnTo>
                <a:lnTo>
                  <a:pt x="462" y="173"/>
                </a:lnTo>
                <a:lnTo>
                  <a:pt x="462" y="174"/>
                </a:lnTo>
                <a:lnTo>
                  <a:pt x="463" y="174"/>
                </a:lnTo>
                <a:lnTo>
                  <a:pt x="463" y="175"/>
                </a:lnTo>
                <a:lnTo>
                  <a:pt x="465" y="178"/>
                </a:lnTo>
                <a:lnTo>
                  <a:pt x="466" y="179"/>
                </a:lnTo>
                <a:lnTo>
                  <a:pt x="467" y="182"/>
                </a:lnTo>
                <a:lnTo>
                  <a:pt x="467" y="183"/>
                </a:lnTo>
                <a:lnTo>
                  <a:pt x="468" y="183"/>
                </a:lnTo>
                <a:lnTo>
                  <a:pt x="468" y="184"/>
                </a:lnTo>
                <a:lnTo>
                  <a:pt x="469" y="184"/>
                </a:lnTo>
                <a:lnTo>
                  <a:pt x="470" y="184"/>
                </a:lnTo>
                <a:lnTo>
                  <a:pt x="471" y="185"/>
                </a:lnTo>
                <a:lnTo>
                  <a:pt x="473" y="186"/>
                </a:lnTo>
                <a:lnTo>
                  <a:pt x="474" y="187"/>
                </a:lnTo>
                <a:lnTo>
                  <a:pt x="475" y="187"/>
                </a:lnTo>
                <a:lnTo>
                  <a:pt x="475" y="188"/>
                </a:lnTo>
                <a:lnTo>
                  <a:pt x="475" y="189"/>
                </a:lnTo>
                <a:lnTo>
                  <a:pt x="474" y="189"/>
                </a:lnTo>
                <a:lnTo>
                  <a:pt x="473" y="189"/>
                </a:lnTo>
                <a:lnTo>
                  <a:pt x="473" y="190"/>
                </a:lnTo>
                <a:lnTo>
                  <a:pt x="472" y="190"/>
                </a:lnTo>
                <a:lnTo>
                  <a:pt x="471" y="190"/>
                </a:lnTo>
                <a:lnTo>
                  <a:pt x="470" y="190"/>
                </a:lnTo>
                <a:lnTo>
                  <a:pt x="470" y="191"/>
                </a:lnTo>
                <a:lnTo>
                  <a:pt x="470" y="192"/>
                </a:lnTo>
                <a:lnTo>
                  <a:pt x="471" y="193"/>
                </a:lnTo>
                <a:lnTo>
                  <a:pt x="472" y="193"/>
                </a:lnTo>
                <a:lnTo>
                  <a:pt x="473" y="193"/>
                </a:lnTo>
                <a:lnTo>
                  <a:pt x="473" y="194"/>
                </a:lnTo>
                <a:lnTo>
                  <a:pt x="475" y="194"/>
                </a:lnTo>
                <a:lnTo>
                  <a:pt x="476" y="194"/>
                </a:lnTo>
                <a:lnTo>
                  <a:pt x="476" y="195"/>
                </a:lnTo>
                <a:lnTo>
                  <a:pt x="477" y="195"/>
                </a:lnTo>
                <a:lnTo>
                  <a:pt x="477" y="196"/>
                </a:lnTo>
                <a:lnTo>
                  <a:pt x="478" y="196"/>
                </a:lnTo>
                <a:lnTo>
                  <a:pt x="478" y="197"/>
                </a:lnTo>
                <a:lnTo>
                  <a:pt x="478" y="198"/>
                </a:lnTo>
                <a:lnTo>
                  <a:pt x="477" y="198"/>
                </a:lnTo>
                <a:lnTo>
                  <a:pt x="476" y="198"/>
                </a:lnTo>
                <a:lnTo>
                  <a:pt x="476" y="199"/>
                </a:lnTo>
                <a:lnTo>
                  <a:pt x="475" y="199"/>
                </a:lnTo>
                <a:lnTo>
                  <a:pt x="475" y="200"/>
                </a:lnTo>
                <a:lnTo>
                  <a:pt x="476" y="200"/>
                </a:lnTo>
                <a:lnTo>
                  <a:pt x="476" y="201"/>
                </a:lnTo>
                <a:lnTo>
                  <a:pt x="476" y="203"/>
                </a:lnTo>
                <a:lnTo>
                  <a:pt x="476" y="204"/>
                </a:lnTo>
                <a:lnTo>
                  <a:pt x="477" y="204"/>
                </a:lnTo>
                <a:lnTo>
                  <a:pt x="477" y="205"/>
                </a:lnTo>
                <a:lnTo>
                  <a:pt x="478" y="206"/>
                </a:lnTo>
                <a:lnTo>
                  <a:pt x="478" y="207"/>
                </a:lnTo>
                <a:lnTo>
                  <a:pt x="478" y="208"/>
                </a:lnTo>
                <a:lnTo>
                  <a:pt x="477" y="208"/>
                </a:lnTo>
                <a:lnTo>
                  <a:pt x="477" y="209"/>
                </a:lnTo>
                <a:lnTo>
                  <a:pt x="476" y="209"/>
                </a:lnTo>
                <a:lnTo>
                  <a:pt x="476" y="210"/>
                </a:lnTo>
                <a:lnTo>
                  <a:pt x="476" y="211"/>
                </a:lnTo>
                <a:lnTo>
                  <a:pt x="475" y="212"/>
                </a:lnTo>
                <a:lnTo>
                  <a:pt x="475" y="213"/>
                </a:lnTo>
                <a:lnTo>
                  <a:pt x="475" y="214"/>
                </a:lnTo>
                <a:lnTo>
                  <a:pt x="475" y="215"/>
                </a:lnTo>
                <a:lnTo>
                  <a:pt x="475" y="216"/>
                </a:lnTo>
                <a:lnTo>
                  <a:pt x="474" y="218"/>
                </a:lnTo>
                <a:lnTo>
                  <a:pt x="473" y="218"/>
                </a:lnTo>
                <a:lnTo>
                  <a:pt x="471" y="219"/>
                </a:lnTo>
                <a:lnTo>
                  <a:pt x="469" y="219"/>
                </a:lnTo>
                <a:lnTo>
                  <a:pt x="468" y="219"/>
                </a:lnTo>
                <a:lnTo>
                  <a:pt x="466" y="219"/>
                </a:lnTo>
                <a:lnTo>
                  <a:pt x="465" y="219"/>
                </a:lnTo>
                <a:lnTo>
                  <a:pt x="465" y="220"/>
                </a:lnTo>
                <a:lnTo>
                  <a:pt x="464" y="220"/>
                </a:lnTo>
                <a:lnTo>
                  <a:pt x="464" y="221"/>
                </a:lnTo>
                <a:lnTo>
                  <a:pt x="464" y="223"/>
                </a:lnTo>
                <a:lnTo>
                  <a:pt x="464" y="224"/>
                </a:lnTo>
                <a:lnTo>
                  <a:pt x="463" y="224"/>
                </a:lnTo>
                <a:lnTo>
                  <a:pt x="463" y="226"/>
                </a:lnTo>
                <a:lnTo>
                  <a:pt x="464" y="226"/>
                </a:lnTo>
                <a:lnTo>
                  <a:pt x="464" y="227"/>
                </a:lnTo>
                <a:lnTo>
                  <a:pt x="464" y="228"/>
                </a:lnTo>
                <a:lnTo>
                  <a:pt x="465" y="228"/>
                </a:lnTo>
                <a:lnTo>
                  <a:pt x="466" y="228"/>
                </a:lnTo>
                <a:lnTo>
                  <a:pt x="469" y="228"/>
                </a:lnTo>
                <a:lnTo>
                  <a:pt x="470" y="228"/>
                </a:lnTo>
                <a:lnTo>
                  <a:pt x="470" y="229"/>
                </a:lnTo>
                <a:lnTo>
                  <a:pt x="470" y="230"/>
                </a:lnTo>
                <a:lnTo>
                  <a:pt x="469" y="231"/>
                </a:lnTo>
                <a:lnTo>
                  <a:pt x="469" y="232"/>
                </a:lnTo>
                <a:lnTo>
                  <a:pt x="468" y="232"/>
                </a:lnTo>
                <a:lnTo>
                  <a:pt x="468" y="233"/>
                </a:lnTo>
                <a:lnTo>
                  <a:pt x="469" y="234"/>
                </a:lnTo>
                <a:lnTo>
                  <a:pt x="469" y="235"/>
                </a:lnTo>
                <a:lnTo>
                  <a:pt x="468" y="235"/>
                </a:lnTo>
                <a:lnTo>
                  <a:pt x="467" y="235"/>
                </a:lnTo>
                <a:lnTo>
                  <a:pt x="466" y="235"/>
                </a:lnTo>
                <a:lnTo>
                  <a:pt x="466" y="236"/>
                </a:lnTo>
                <a:lnTo>
                  <a:pt x="466" y="237"/>
                </a:lnTo>
                <a:lnTo>
                  <a:pt x="465" y="238"/>
                </a:lnTo>
                <a:lnTo>
                  <a:pt x="465" y="239"/>
                </a:lnTo>
                <a:lnTo>
                  <a:pt x="464" y="239"/>
                </a:lnTo>
                <a:lnTo>
                  <a:pt x="464" y="240"/>
                </a:lnTo>
                <a:lnTo>
                  <a:pt x="462" y="242"/>
                </a:lnTo>
                <a:lnTo>
                  <a:pt x="462" y="243"/>
                </a:lnTo>
                <a:lnTo>
                  <a:pt x="461" y="243"/>
                </a:lnTo>
                <a:lnTo>
                  <a:pt x="461" y="244"/>
                </a:lnTo>
                <a:lnTo>
                  <a:pt x="460" y="245"/>
                </a:lnTo>
                <a:lnTo>
                  <a:pt x="459" y="246"/>
                </a:lnTo>
                <a:lnTo>
                  <a:pt x="458" y="247"/>
                </a:lnTo>
                <a:lnTo>
                  <a:pt x="457" y="247"/>
                </a:lnTo>
                <a:lnTo>
                  <a:pt x="457" y="248"/>
                </a:lnTo>
                <a:lnTo>
                  <a:pt x="456" y="249"/>
                </a:lnTo>
                <a:lnTo>
                  <a:pt x="455" y="250"/>
                </a:lnTo>
                <a:lnTo>
                  <a:pt x="455" y="251"/>
                </a:lnTo>
                <a:lnTo>
                  <a:pt x="455" y="252"/>
                </a:lnTo>
                <a:lnTo>
                  <a:pt x="455" y="253"/>
                </a:lnTo>
                <a:lnTo>
                  <a:pt x="454" y="254"/>
                </a:lnTo>
                <a:lnTo>
                  <a:pt x="453" y="254"/>
                </a:lnTo>
                <a:lnTo>
                  <a:pt x="452" y="255"/>
                </a:lnTo>
                <a:lnTo>
                  <a:pt x="451" y="255"/>
                </a:lnTo>
                <a:lnTo>
                  <a:pt x="451" y="256"/>
                </a:lnTo>
                <a:lnTo>
                  <a:pt x="450" y="258"/>
                </a:lnTo>
                <a:lnTo>
                  <a:pt x="449" y="258"/>
                </a:lnTo>
                <a:lnTo>
                  <a:pt x="449" y="259"/>
                </a:lnTo>
                <a:lnTo>
                  <a:pt x="448" y="259"/>
                </a:lnTo>
                <a:lnTo>
                  <a:pt x="448" y="260"/>
                </a:lnTo>
                <a:lnTo>
                  <a:pt x="447" y="260"/>
                </a:lnTo>
                <a:lnTo>
                  <a:pt x="446" y="260"/>
                </a:lnTo>
                <a:lnTo>
                  <a:pt x="445" y="260"/>
                </a:lnTo>
                <a:lnTo>
                  <a:pt x="444" y="261"/>
                </a:lnTo>
                <a:lnTo>
                  <a:pt x="444" y="262"/>
                </a:lnTo>
                <a:lnTo>
                  <a:pt x="445" y="262"/>
                </a:lnTo>
                <a:lnTo>
                  <a:pt x="446" y="262"/>
                </a:lnTo>
                <a:lnTo>
                  <a:pt x="447" y="262"/>
                </a:lnTo>
                <a:lnTo>
                  <a:pt x="447" y="263"/>
                </a:lnTo>
                <a:lnTo>
                  <a:pt x="447" y="264"/>
                </a:lnTo>
                <a:lnTo>
                  <a:pt x="446" y="264"/>
                </a:lnTo>
                <a:lnTo>
                  <a:pt x="445" y="264"/>
                </a:lnTo>
                <a:lnTo>
                  <a:pt x="445" y="263"/>
                </a:lnTo>
                <a:lnTo>
                  <a:pt x="444" y="262"/>
                </a:lnTo>
                <a:lnTo>
                  <a:pt x="443" y="262"/>
                </a:lnTo>
                <a:lnTo>
                  <a:pt x="441" y="262"/>
                </a:lnTo>
                <a:lnTo>
                  <a:pt x="441" y="263"/>
                </a:lnTo>
                <a:lnTo>
                  <a:pt x="441" y="264"/>
                </a:lnTo>
                <a:lnTo>
                  <a:pt x="442" y="265"/>
                </a:lnTo>
                <a:lnTo>
                  <a:pt x="443" y="265"/>
                </a:lnTo>
                <a:lnTo>
                  <a:pt x="444" y="266"/>
                </a:lnTo>
                <a:lnTo>
                  <a:pt x="444" y="267"/>
                </a:lnTo>
                <a:lnTo>
                  <a:pt x="445" y="267"/>
                </a:lnTo>
                <a:lnTo>
                  <a:pt x="445" y="268"/>
                </a:lnTo>
                <a:lnTo>
                  <a:pt x="445" y="269"/>
                </a:lnTo>
                <a:lnTo>
                  <a:pt x="444" y="271"/>
                </a:lnTo>
                <a:lnTo>
                  <a:pt x="444" y="272"/>
                </a:lnTo>
                <a:lnTo>
                  <a:pt x="444" y="274"/>
                </a:lnTo>
                <a:lnTo>
                  <a:pt x="444" y="275"/>
                </a:lnTo>
                <a:lnTo>
                  <a:pt x="443" y="275"/>
                </a:lnTo>
                <a:lnTo>
                  <a:pt x="443" y="276"/>
                </a:lnTo>
                <a:lnTo>
                  <a:pt x="442" y="276"/>
                </a:lnTo>
                <a:lnTo>
                  <a:pt x="441" y="276"/>
                </a:lnTo>
                <a:lnTo>
                  <a:pt x="440" y="276"/>
                </a:lnTo>
                <a:lnTo>
                  <a:pt x="440" y="277"/>
                </a:lnTo>
                <a:lnTo>
                  <a:pt x="441" y="277"/>
                </a:lnTo>
                <a:lnTo>
                  <a:pt x="441" y="278"/>
                </a:lnTo>
                <a:lnTo>
                  <a:pt x="442" y="278"/>
                </a:lnTo>
                <a:lnTo>
                  <a:pt x="443" y="278"/>
                </a:lnTo>
                <a:lnTo>
                  <a:pt x="444" y="278"/>
                </a:lnTo>
                <a:lnTo>
                  <a:pt x="445" y="278"/>
                </a:lnTo>
                <a:lnTo>
                  <a:pt x="445" y="279"/>
                </a:lnTo>
                <a:lnTo>
                  <a:pt x="445" y="280"/>
                </a:lnTo>
                <a:lnTo>
                  <a:pt x="445" y="281"/>
                </a:lnTo>
                <a:lnTo>
                  <a:pt x="444" y="281"/>
                </a:lnTo>
                <a:lnTo>
                  <a:pt x="443" y="282"/>
                </a:lnTo>
                <a:lnTo>
                  <a:pt x="444" y="282"/>
                </a:lnTo>
                <a:lnTo>
                  <a:pt x="445" y="282"/>
                </a:lnTo>
                <a:lnTo>
                  <a:pt x="445" y="283"/>
                </a:lnTo>
                <a:lnTo>
                  <a:pt x="445" y="284"/>
                </a:lnTo>
                <a:lnTo>
                  <a:pt x="444" y="285"/>
                </a:lnTo>
                <a:lnTo>
                  <a:pt x="443" y="287"/>
                </a:lnTo>
                <a:lnTo>
                  <a:pt x="442" y="287"/>
                </a:lnTo>
                <a:lnTo>
                  <a:pt x="441" y="287"/>
                </a:lnTo>
                <a:lnTo>
                  <a:pt x="441" y="288"/>
                </a:lnTo>
                <a:lnTo>
                  <a:pt x="442" y="288"/>
                </a:lnTo>
                <a:lnTo>
                  <a:pt x="443" y="288"/>
                </a:lnTo>
                <a:lnTo>
                  <a:pt x="444" y="289"/>
                </a:lnTo>
                <a:lnTo>
                  <a:pt x="445" y="289"/>
                </a:lnTo>
                <a:lnTo>
                  <a:pt x="445" y="290"/>
                </a:lnTo>
                <a:lnTo>
                  <a:pt x="446" y="290"/>
                </a:lnTo>
                <a:lnTo>
                  <a:pt x="445" y="291"/>
                </a:lnTo>
                <a:lnTo>
                  <a:pt x="444" y="291"/>
                </a:lnTo>
                <a:lnTo>
                  <a:pt x="444" y="292"/>
                </a:lnTo>
                <a:lnTo>
                  <a:pt x="444" y="293"/>
                </a:lnTo>
                <a:lnTo>
                  <a:pt x="445" y="293"/>
                </a:lnTo>
                <a:lnTo>
                  <a:pt x="445" y="292"/>
                </a:lnTo>
                <a:lnTo>
                  <a:pt x="446" y="292"/>
                </a:lnTo>
                <a:lnTo>
                  <a:pt x="446" y="291"/>
                </a:lnTo>
                <a:lnTo>
                  <a:pt x="447" y="291"/>
                </a:lnTo>
                <a:lnTo>
                  <a:pt x="447" y="292"/>
                </a:lnTo>
                <a:lnTo>
                  <a:pt x="447" y="293"/>
                </a:lnTo>
                <a:lnTo>
                  <a:pt x="446" y="294"/>
                </a:lnTo>
                <a:lnTo>
                  <a:pt x="446" y="295"/>
                </a:lnTo>
                <a:lnTo>
                  <a:pt x="446" y="296"/>
                </a:lnTo>
                <a:lnTo>
                  <a:pt x="446" y="297"/>
                </a:lnTo>
                <a:lnTo>
                  <a:pt x="445" y="297"/>
                </a:lnTo>
                <a:lnTo>
                  <a:pt x="444" y="296"/>
                </a:lnTo>
                <a:lnTo>
                  <a:pt x="443" y="295"/>
                </a:lnTo>
                <a:lnTo>
                  <a:pt x="442" y="295"/>
                </a:lnTo>
                <a:lnTo>
                  <a:pt x="442" y="296"/>
                </a:lnTo>
                <a:lnTo>
                  <a:pt x="442" y="297"/>
                </a:lnTo>
                <a:lnTo>
                  <a:pt x="443" y="298"/>
                </a:lnTo>
                <a:lnTo>
                  <a:pt x="444" y="298"/>
                </a:lnTo>
                <a:lnTo>
                  <a:pt x="445" y="299"/>
                </a:lnTo>
                <a:lnTo>
                  <a:pt x="445" y="300"/>
                </a:lnTo>
                <a:lnTo>
                  <a:pt x="446" y="300"/>
                </a:lnTo>
                <a:lnTo>
                  <a:pt x="446" y="301"/>
                </a:lnTo>
                <a:lnTo>
                  <a:pt x="446" y="302"/>
                </a:lnTo>
                <a:lnTo>
                  <a:pt x="447" y="303"/>
                </a:lnTo>
                <a:lnTo>
                  <a:pt x="449" y="305"/>
                </a:lnTo>
                <a:lnTo>
                  <a:pt x="449" y="306"/>
                </a:lnTo>
                <a:lnTo>
                  <a:pt x="450" y="306"/>
                </a:lnTo>
                <a:lnTo>
                  <a:pt x="451" y="306"/>
                </a:lnTo>
                <a:lnTo>
                  <a:pt x="451" y="307"/>
                </a:lnTo>
                <a:lnTo>
                  <a:pt x="452" y="307"/>
                </a:lnTo>
                <a:lnTo>
                  <a:pt x="451" y="307"/>
                </a:lnTo>
                <a:lnTo>
                  <a:pt x="451" y="308"/>
                </a:lnTo>
                <a:lnTo>
                  <a:pt x="451" y="309"/>
                </a:lnTo>
                <a:lnTo>
                  <a:pt x="451" y="310"/>
                </a:lnTo>
                <a:lnTo>
                  <a:pt x="451" y="311"/>
                </a:lnTo>
                <a:lnTo>
                  <a:pt x="452" y="311"/>
                </a:lnTo>
                <a:lnTo>
                  <a:pt x="452" y="312"/>
                </a:lnTo>
                <a:lnTo>
                  <a:pt x="452" y="313"/>
                </a:lnTo>
                <a:lnTo>
                  <a:pt x="452" y="314"/>
                </a:lnTo>
                <a:lnTo>
                  <a:pt x="452" y="315"/>
                </a:lnTo>
                <a:lnTo>
                  <a:pt x="452" y="317"/>
                </a:lnTo>
                <a:lnTo>
                  <a:pt x="452" y="318"/>
                </a:lnTo>
                <a:lnTo>
                  <a:pt x="451" y="318"/>
                </a:lnTo>
                <a:lnTo>
                  <a:pt x="451" y="319"/>
                </a:lnTo>
                <a:lnTo>
                  <a:pt x="450" y="319"/>
                </a:lnTo>
                <a:lnTo>
                  <a:pt x="449" y="320"/>
                </a:lnTo>
                <a:lnTo>
                  <a:pt x="449" y="321"/>
                </a:lnTo>
                <a:lnTo>
                  <a:pt x="450" y="322"/>
                </a:lnTo>
                <a:lnTo>
                  <a:pt x="451" y="323"/>
                </a:lnTo>
                <a:lnTo>
                  <a:pt x="451" y="324"/>
                </a:lnTo>
                <a:lnTo>
                  <a:pt x="451" y="325"/>
                </a:lnTo>
                <a:lnTo>
                  <a:pt x="450" y="325"/>
                </a:lnTo>
                <a:lnTo>
                  <a:pt x="450" y="326"/>
                </a:lnTo>
                <a:lnTo>
                  <a:pt x="451" y="326"/>
                </a:lnTo>
                <a:lnTo>
                  <a:pt x="450" y="327"/>
                </a:lnTo>
                <a:lnTo>
                  <a:pt x="450" y="328"/>
                </a:lnTo>
                <a:lnTo>
                  <a:pt x="449" y="328"/>
                </a:lnTo>
                <a:lnTo>
                  <a:pt x="449" y="329"/>
                </a:lnTo>
                <a:lnTo>
                  <a:pt x="449" y="331"/>
                </a:lnTo>
                <a:lnTo>
                  <a:pt x="448" y="331"/>
                </a:lnTo>
                <a:lnTo>
                  <a:pt x="448" y="332"/>
                </a:lnTo>
                <a:lnTo>
                  <a:pt x="448" y="333"/>
                </a:lnTo>
                <a:lnTo>
                  <a:pt x="448" y="334"/>
                </a:lnTo>
                <a:lnTo>
                  <a:pt x="449" y="334"/>
                </a:lnTo>
                <a:lnTo>
                  <a:pt x="449" y="335"/>
                </a:lnTo>
                <a:lnTo>
                  <a:pt x="449" y="336"/>
                </a:lnTo>
                <a:lnTo>
                  <a:pt x="449" y="337"/>
                </a:lnTo>
                <a:lnTo>
                  <a:pt x="449" y="338"/>
                </a:lnTo>
                <a:lnTo>
                  <a:pt x="449" y="339"/>
                </a:lnTo>
                <a:lnTo>
                  <a:pt x="449" y="340"/>
                </a:lnTo>
                <a:lnTo>
                  <a:pt x="450" y="340"/>
                </a:lnTo>
                <a:lnTo>
                  <a:pt x="450" y="341"/>
                </a:lnTo>
                <a:lnTo>
                  <a:pt x="449" y="341"/>
                </a:lnTo>
                <a:lnTo>
                  <a:pt x="449" y="342"/>
                </a:lnTo>
                <a:lnTo>
                  <a:pt x="448" y="343"/>
                </a:lnTo>
                <a:lnTo>
                  <a:pt x="448" y="344"/>
                </a:lnTo>
                <a:lnTo>
                  <a:pt x="447" y="344"/>
                </a:lnTo>
                <a:lnTo>
                  <a:pt x="447" y="345"/>
                </a:lnTo>
                <a:lnTo>
                  <a:pt x="448" y="345"/>
                </a:lnTo>
                <a:lnTo>
                  <a:pt x="448" y="346"/>
                </a:lnTo>
                <a:lnTo>
                  <a:pt x="448" y="347"/>
                </a:lnTo>
                <a:lnTo>
                  <a:pt x="448" y="348"/>
                </a:lnTo>
                <a:lnTo>
                  <a:pt x="447" y="348"/>
                </a:lnTo>
                <a:lnTo>
                  <a:pt x="447" y="349"/>
                </a:lnTo>
                <a:lnTo>
                  <a:pt x="447" y="350"/>
                </a:lnTo>
                <a:lnTo>
                  <a:pt x="447" y="351"/>
                </a:lnTo>
                <a:lnTo>
                  <a:pt x="447" y="353"/>
                </a:lnTo>
                <a:lnTo>
                  <a:pt x="447" y="354"/>
                </a:lnTo>
                <a:lnTo>
                  <a:pt x="448" y="354"/>
                </a:lnTo>
                <a:lnTo>
                  <a:pt x="448" y="355"/>
                </a:lnTo>
                <a:lnTo>
                  <a:pt x="448" y="356"/>
                </a:lnTo>
                <a:lnTo>
                  <a:pt x="449" y="356"/>
                </a:lnTo>
                <a:lnTo>
                  <a:pt x="449" y="357"/>
                </a:lnTo>
                <a:lnTo>
                  <a:pt x="449" y="358"/>
                </a:lnTo>
                <a:lnTo>
                  <a:pt x="449" y="359"/>
                </a:lnTo>
                <a:lnTo>
                  <a:pt x="449" y="360"/>
                </a:lnTo>
                <a:lnTo>
                  <a:pt x="450" y="360"/>
                </a:lnTo>
                <a:lnTo>
                  <a:pt x="450" y="361"/>
                </a:lnTo>
                <a:lnTo>
                  <a:pt x="450" y="362"/>
                </a:lnTo>
                <a:lnTo>
                  <a:pt x="451" y="362"/>
                </a:lnTo>
                <a:lnTo>
                  <a:pt x="451" y="363"/>
                </a:lnTo>
                <a:lnTo>
                  <a:pt x="451" y="364"/>
                </a:lnTo>
                <a:lnTo>
                  <a:pt x="451" y="365"/>
                </a:lnTo>
                <a:lnTo>
                  <a:pt x="452" y="365"/>
                </a:lnTo>
                <a:lnTo>
                  <a:pt x="452" y="366"/>
                </a:lnTo>
                <a:lnTo>
                  <a:pt x="451" y="366"/>
                </a:lnTo>
                <a:lnTo>
                  <a:pt x="451" y="367"/>
                </a:lnTo>
                <a:lnTo>
                  <a:pt x="451" y="368"/>
                </a:lnTo>
                <a:lnTo>
                  <a:pt x="452" y="368"/>
                </a:lnTo>
                <a:lnTo>
                  <a:pt x="452" y="369"/>
                </a:lnTo>
                <a:lnTo>
                  <a:pt x="453" y="369"/>
                </a:lnTo>
                <a:lnTo>
                  <a:pt x="453" y="370"/>
                </a:lnTo>
                <a:lnTo>
                  <a:pt x="453" y="371"/>
                </a:lnTo>
                <a:lnTo>
                  <a:pt x="452" y="371"/>
                </a:lnTo>
                <a:lnTo>
                  <a:pt x="452" y="372"/>
                </a:lnTo>
                <a:lnTo>
                  <a:pt x="452" y="373"/>
                </a:lnTo>
                <a:lnTo>
                  <a:pt x="453" y="374"/>
                </a:lnTo>
                <a:lnTo>
                  <a:pt x="453" y="375"/>
                </a:lnTo>
                <a:lnTo>
                  <a:pt x="453" y="376"/>
                </a:lnTo>
                <a:lnTo>
                  <a:pt x="453" y="377"/>
                </a:lnTo>
                <a:lnTo>
                  <a:pt x="453" y="378"/>
                </a:lnTo>
                <a:lnTo>
                  <a:pt x="453" y="379"/>
                </a:lnTo>
                <a:lnTo>
                  <a:pt x="454" y="379"/>
                </a:lnTo>
                <a:lnTo>
                  <a:pt x="455" y="379"/>
                </a:lnTo>
                <a:lnTo>
                  <a:pt x="456" y="379"/>
                </a:lnTo>
                <a:lnTo>
                  <a:pt x="456" y="381"/>
                </a:lnTo>
                <a:lnTo>
                  <a:pt x="456" y="382"/>
                </a:lnTo>
                <a:lnTo>
                  <a:pt x="456" y="383"/>
                </a:lnTo>
                <a:lnTo>
                  <a:pt x="457" y="384"/>
                </a:lnTo>
                <a:lnTo>
                  <a:pt x="457" y="385"/>
                </a:lnTo>
                <a:lnTo>
                  <a:pt x="458" y="387"/>
                </a:lnTo>
                <a:lnTo>
                  <a:pt x="458" y="388"/>
                </a:lnTo>
                <a:lnTo>
                  <a:pt x="457" y="388"/>
                </a:lnTo>
                <a:lnTo>
                  <a:pt x="457" y="389"/>
                </a:lnTo>
                <a:lnTo>
                  <a:pt x="458" y="389"/>
                </a:lnTo>
                <a:lnTo>
                  <a:pt x="458" y="390"/>
                </a:lnTo>
                <a:lnTo>
                  <a:pt x="459" y="390"/>
                </a:lnTo>
                <a:lnTo>
                  <a:pt x="459" y="391"/>
                </a:lnTo>
                <a:lnTo>
                  <a:pt x="458" y="391"/>
                </a:lnTo>
                <a:lnTo>
                  <a:pt x="458" y="392"/>
                </a:lnTo>
                <a:lnTo>
                  <a:pt x="459" y="393"/>
                </a:lnTo>
                <a:lnTo>
                  <a:pt x="459" y="394"/>
                </a:lnTo>
                <a:lnTo>
                  <a:pt x="459" y="395"/>
                </a:lnTo>
                <a:lnTo>
                  <a:pt x="459" y="396"/>
                </a:lnTo>
                <a:lnTo>
                  <a:pt x="459" y="397"/>
                </a:lnTo>
                <a:lnTo>
                  <a:pt x="459" y="398"/>
                </a:lnTo>
                <a:lnTo>
                  <a:pt x="460" y="398"/>
                </a:lnTo>
                <a:lnTo>
                  <a:pt x="460" y="399"/>
                </a:lnTo>
                <a:lnTo>
                  <a:pt x="460" y="400"/>
                </a:lnTo>
                <a:lnTo>
                  <a:pt x="460" y="401"/>
                </a:lnTo>
                <a:lnTo>
                  <a:pt x="461" y="401"/>
                </a:lnTo>
                <a:lnTo>
                  <a:pt x="462" y="402"/>
                </a:lnTo>
                <a:lnTo>
                  <a:pt x="462" y="403"/>
                </a:lnTo>
                <a:lnTo>
                  <a:pt x="462" y="404"/>
                </a:lnTo>
                <a:lnTo>
                  <a:pt x="462" y="405"/>
                </a:lnTo>
                <a:lnTo>
                  <a:pt x="462" y="406"/>
                </a:lnTo>
                <a:lnTo>
                  <a:pt x="462" y="407"/>
                </a:lnTo>
                <a:lnTo>
                  <a:pt x="462" y="408"/>
                </a:lnTo>
                <a:lnTo>
                  <a:pt x="462" y="409"/>
                </a:lnTo>
                <a:lnTo>
                  <a:pt x="461" y="410"/>
                </a:lnTo>
                <a:lnTo>
                  <a:pt x="461" y="411"/>
                </a:lnTo>
                <a:lnTo>
                  <a:pt x="460" y="411"/>
                </a:lnTo>
                <a:lnTo>
                  <a:pt x="459" y="412"/>
                </a:lnTo>
                <a:lnTo>
                  <a:pt x="458" y="413"/>
                </a:lnTo>
                <a:lnTo>
                  <a:pt x="458" y="414"/>
                </a:lnTo>
                <a:lnTo>
                  <a:pt x="457" y="415"/>
                </a:lnTo>
                <a:lnTo>
                  <a:pt x="457" y="416"/>
                </a:lnTo>
                <a:lnTo>
                  <a:pt x="457" y="417"/>
                </a:lnTo>
                <a:lnTo>
                  <a:pt x="456" y="418"/>
                </a:lnTo>
                <a:lnTo>
                  <a:pt x="456" y="419"/>
                </a:lnTo>
                <a:lnTo>
                  <a:pt x="455" y="420"/>
                </a:lnTo>
                <a:lnTo>
                  <a:pt x="455" y="421"/>
                </a:lnTo>
                <a:lnTo>
                  <a:pt x="455" y="422"/>
                </a:lnTo>
                <a:lnTo>
                  <a:pt x="454" y="422"/>
                </a:lnTo>
                <a:lnTo>
                  <a:pt x="453" y="423"/>
                </a:lnTo>
                <a:lnTo>
                  <a:pt x="452" y="424"/>
                </a:lnTo>
                <a:lnTo>
                  <a:pt x="451" y="424"/>
                </a:lnTo>
                <a:lnTo>
                  <a:pt x="451" y="425"/>
                </a:lnTo>
                <a:lnTo>
                  <a:pt x="450" y="425"/>
                </a:lnTo>
                <a:lnTo>
                  <a:pt x="449" y="426"/>
                </a:lnTo>
                <a:lnTo>
                  <a:pt x="449" y="427"/>
                </a:lnTo>
                <a:lnTo>
                  <a:pt x="448" y="428"/>
                </a:lnTo>
                <a:lnTo>
                  <a:pt x="447" y="428"/>
                </a:lnTo>
                <a:lnTo>
                  <a:pt x="447" y="429"/>
                </a:lnTo>
                <a:lnTo>
                  <a:pt x="447" y="430"/>
                </a:lnTo>
                <a:lnTo>
                  <a:pt x="446" y="431"/>
                </a:lnTo>
                <a:lnTo>
                  <a:pt x="446" y="432"/>
                </a:lnTo>
                <a:lnTo>
                  <a:pt x="445" y="432"/>
                </a:lnTo>
                <a:lnTo>
                  <a:pt x="445" y="433"/>
                </a:lnTo>
                <a:lnTo>
                  <a:pt x="445" y="434"/>
                </a:lnTo>
                <a:lnTo>
                  <a:pt x="444" y="434"/>
                </a:lnTo>
                <a:lnTo>
                  <a:pt x="444" y="435"/>
                </a:lnTo>
                <a:lnTo>
                  <a:pt x="444" y="436"/>
                </a:lnTo>
                <a:lnTo>
                  <a:pt x="444" y="437"/>
                </a:lnTo>
                <a:lnTo>
                  <a:pt x="444" y="438"/>
                </a:lnTo>
                <a:lnTo>
                  <a:pt x="443" y="438"/>
                </a:lnTo>
                <a:lnTo>
                  <a:pt x="444" y="438"/>
                </a:lnTo>
                <a:lnTo>
                  <a:pt x="444" y="439"/>
                </a:lnTo>
                <a:lnTo>
                  <a:pt x="443" y="440"/>
                </a:lnTo>
                <a:lnTo>
                  <a:pt x="442" y="440"/>
                </a:lnTo>
                <a:lnTo>
                  <a:pt x="441" y="440"/>
                </a:lnTo>
                <a:lnTo>
                  <a:pt x="441" y="441"/>
                </a:lnTo>
                <a:lnTo>
                  <a:pt x="441" y="442"/>
                </a:lnTo>
                <a:lnTo>
                  <a:pt x="440" y="442"/>
                </a:lnTo>
                <a:lnTo>
                  <a:pt x="440" y="443"/>
                </a:lnTo>
                <a:lnTo>
                  <a:pt x="440" y="444"/>
                </a:lnTo>
                <a:lnTo>
                  <a:pt x="440" y="445"/>
                </a:lnTo>
                <a:lnTo>
                  <a:pt x="440" y="446"/>
                </a:lnTo>
                <a:lnTo>
                  <a:pt x="440" y="447"/>
                </a:lnTo>
                <a:lnTo>
                  <a:pt x="439" y="448"/>
                </a:lnTo>
                <a:lnTo>
                  <a:pt x="439" y="449"/>
                </a:lnTo>
                <a:lnTo>
                  <a:pt x="439" y="450"/>
                </a:lnTo>
                <a:lnTo>
                  <a:pt x="439" y="451"/>
                </a:lnTo>
                <a:lnTo>
                  <a:pt x="439" y="452"/>
                </a:lnTo>
                <a:lnTo>
                  <a:pt x="440" y="453"/>
                </a:lnTo>
                <a:lnTo>
                  <a:pt x="440" y="454"/>
                </a:lnTo>
                <a:lnTo>
                  <a:pt x="441" y="454"/>
                </a:lnTo>
                <a:lnTo>
                  <a:pt x="440" y="455"/>
                </a:lnTo>
                <a:lnTo>
                  <a:pt x="440" y="456"/>
                </a:lnTo>
                <a:lnTo>
                  <a:pt x="440" y="457"/>
                </a:lnTo>
                <a:lnTo>
                  <a:pt x="439" y="457"/>
                </a:lnTo>
                <a:lnTo>
                  <a:pt x="439" y="458"/>
                </a:lnTo>
                <a:lnTo>
                  <a:pt x="439" y="459"/>
                </a:lnTo>
                <a:lnTo>
                  <a:pt x="438" y="459"/>
                </a:lnTo>
                <a:lnTo>
                  <a:pt x="438" y="460"/>
                </a:lnTo>
                <a:lnTo>
                  <a:pt x="437" y="460"/>
                </a:lnTo>
                <a:lnTo>
                  <a:pt x="436" y="460"/>
                </a:lnTo>
                <a:lnTo>
                  <a:pt x="436" y="461"/>
                </a:lnTo>
                <a:lnTo>
                  <a:pt x="437" y="461"/>
                </a:lnTo>
                <a:lnTo>
                  <a:pt x="437" y="462"/>
                </a:lnTo>
                <a:lnTo>
                  <a:pt x="437" y="463"/>
                </a:lnTo>
                <a:lnTo>
                  <a:pt x="437" y="464"/>
                </a:lnTo>
                <a:lnTo>
                  <a:pt x="436" y="465"/>
                </a:lnTo>
                <a:lnTo>
                  <a:pt x="436" y="466"/>
                </a:lnTo>
                <a:lnTo>
                  <a:pt x="435" y="466"/>
                </a:lnTo>
                <a:lnTo>
                  <a:pt x="434" y="466"/>
                </a:lnTo>
                <a:lnTo>
                  <a:pt x="434" y="467"/>
                </a:lnTo>
                <a:lnTo>
                  <a:pt x="434" y="468"/>
                </a:lnTo>
                <a:lnTo>
                  <a:pt x="434" y="469"/>
                </a:lnTo>
                <a:lnTo>
                  <a:pt x="434" y="470"/>
                </a:lnTo>
                <a:lnTo>
                  <a:pt x="433" y="470"/>
                </a:lnTo>
                <a:lnTo>
                  <a:pt x="432" y="470"/>
                </a:lnTo>
                <a:lnTo>
                  <a:pt x="431" y="471"/>
                </a:lnTo>
                <a:lnTo>
                  <a:pt x="431" y="473"/>
                </a:lnTo>
                <a:lnTo>
                  <a:pt x="430" y="473"/>
                </a:lnTo>
                <a:lnTo>
                  <a:pt x="430" y="474"/>
                </a:lnTo>
                <a:lnTo>
                  <a:pt x="429" y="474"/>
                </a:lnTo>
                <a:lnTo>
                  <a:pt x="429" y="475"/>
                </a:lnTo>
                <a:lnTo>
                  <a:pt x="428" y="475"/>
                </a:lnTo>
                <a:lnTo>
                  <a:pt x="428" y="476"/>
                </a:lnTo>
                <a:lnTo>
                  <a:pt x="428" y="477"/>
                </a:lnTo>
                <a:lnTo>
                  <a:pt x="428" y="479"/>
                </a:lnTo>
                <a:lnTo>
                  <a:pt x="428" y="480"/>
                </a:lnTo>
                <a:lnTo>
                  <a:pt x="428" y="481"/>
                </a:lnTo>
                <a:lnTo>
                  <a:pt x="428" y="482"/>
                </a:lnTo>
                <a:lnTo>
                  <a:pt x="429" y="483"/>
                </a:lnTo>
                <a:lnTo>
                  <a:pt x="429" y="484"/>
                </a:lnTo>
                <a:lnTo>
                  <a:pt x="429" y="485"/>
                </a:lnTo>
                <a:lnTo>
                  <a:pt x="429" y="486"/>
                </a:lnTo>
                <a:lnTo>
                  <a:pt x="429" y="487"/>
                </a:lnTo>
                <a:lnTo>
                  <a:pt x="429" y="488"/>
                </a:lnTo>
                <a:lnTo>
                  <a:pt x="429" y="489"/>
                </a:lnTo>
                <a:lnTo>
                  <a:pt x="429" y="490"/>
                </a:lnTo>
                <a:lnTo>
                  <a:pt x="430" y="490"/>
                </a:lnTo>
                <a:lnTo>
                  <a:pt x="430" y="491"/>
                </a:lnTo>
                <a:lnTo>
                  <a:pt x="430" y="496"/>
                </a:lnTo>
                <a:lnTo>
                  <a:pt x="430" y="497"/>
                </a:lnTo>
                <a:lnTo>
                  <a:pt x="429" y="497"/>
                </a:lnTo>
                <a:lnTo>
                  <a:pt x="429" y="498"/>
                </a:lnTo>
                <a:lnTo>
                  <a:pt x="429" y="499"/>
                </a:lnTo>
                <a:lnTo>
                  <a:pt x="429" y="500"/>
                </a:lnTo>
                <a:lnTo>
                  <a:pt x="429" y="501"/>
                </a:lnTo>
                <a:lnTo>
                  <a:pt x="429" y="502"/>
                </a:lnTo>
                <a:lnTo>
                  <a:pt x="428" y="502"/>
                </a:lnTo>
                <a:lnTo>
                  <a:pt x="428" y="503"/>
                </a:lnTo>
                <a:lnTo>
                  <a:pt x="428" y="504"/>
                </a:lnTo>
                <a:lnTo>
                  <a:pt x="429" y="504"/>
                </a:lnTo>
                <a:lnTo>
                  <a:pt x="429" y="505"/>
                </a:lnTo>
                <a:lnTo>
                  <a:pt x="429" y="506"/>
                </a:lnTo>
                <a:lnTo>
                  <a:pt x="430" y="507"/>
                </a:lnTo>
                <a:lnTo>
                  <a:pt x="431" y="507"/>
                </a:lnTo>
                <a:lnTo>
                  <a:pt x="431" y="508"/>
                </a:lnTo>
                <a:lnTo>
                  <a:pt x="432" y="508"/>
                </a:lnTo>
                <a:lnTo>
                  <a:pt x="433" y="508"/>
                </a:lnTo>
                <a:lnTo>
                  <a:pt x="433" y="509"/>
                </a:lnTo>
                <a:lnTo>
                  <a:pt x="434" y="509"/>
                </a:lnTo>
                <a:lnTo>
                  <a:pt x="436" y="509"/>
                </a:lnTo>
                <a:lnTo>
                  <a:pt x="439" y="509"/>
                </a:lnTo>
                <a:lnTo>
                  <a:pt x="440" y="509"/>
                </a:lnTo>
                <a:lnTo>
                  <a:pt x="441" y="510"/>
                </a:lnTo>
                <a:lnTo>
                  <a:pt x="440" y="510"/>
                </a:lnTo>
                <a:lnTo>
                  <a:pt x="440" y="511"/>
                </a:lnTo>
                <a:lnTo>
                  <a:pt x="440" y="512"/>
                </a:lnTo>
                <a:lnTo>
                  <a:pt x="440" y="513"/>
                </a:lnTo>
                <a:lnTo>
                  <a:pt x="439" y="513"/>
                </a:lnTo>
                <a:lnTo>
                  <a:pt x="440" y="513"/>
                </a:lnTo>
                <a:lnTo>
                  <a:pt x="441" y="513"/>
                </a:lnTo>
                <a:lnTo>
                  <a:pt x="442" y="513"/>
                </a:lnTo>
                <a:lnTo>
                  <a:pt x="443" y="513"/>
                </a:lnTo>
                <a:lnTo>
                  <a:pt x="443" y="514"/>
                </a:lnTo>
                <a:lnTo>
                  <a:pt x="442" y="514"/>
                </a:lnTo>
                <a:lnTo>
                  <a:pt x="441" y="514"/>
                </a:lnTo>
                <a:lnTo>
                  <a:pt x="441" y="515"/>
                </a:lnTo>
                <a:lnTo>
                  <a:pt x="440" y="515"/>
                </a:lnTo>
                <a:lnTo>
                  <a:pt x="440" y="516"/>
                </a:lnTo>
                <a:lnTo>
                  <a:pt x="439" y="516"/>
                </a:lnTo>
                <a:lnTo>
                  <a:pt x="439" y="517"/>
                </a:lnTo>
                <a:lnTo>
                  <a:pt x="439" y="518"/>
                </a:lnTo>
                <a:lnTo>
                  <a:pt x="439" y="519"/>
                </a:lnTo>
                <a:lnTo>
                  <a:pt x="440" y="520"/>
                </a:lnTo>
                <a:lnTo>
                  <a:pt x="441" y="521"/>
                </a:lnTo>
                <a:lnTo>
                  <a:pt x="441" y="522"/>
                </a:lnTo>
                <a:lnTo>
                  <a:pt x="441" y="523"/>
                </a:lnTo>
                <a:lnTo>
                  <a:pt x="442" y="523"/>
                </a:lnTo>
                <a:lnTo>
                  <a:pt x="442" y="524"/>
                </a:lnTo>
                <a:lnTo>
                  <a:pt x="442" y="525"/>
                </a:lnTo>
                <a:lnTo>
                  <a:pt x="443" y="525"/>
                </a:lnTo>
                <a:lnTo>
                  <a:pt x="443" y="526"/>
                </a:lnTo>
                <a:lnTo>
                  <a:pt x="443" y="527"/>
                </a:lnTo>
                <a:lnTo>
                  <a:pt x="444" y="527"/>
                </a:lnTo>
                <a:lnTo>
                  <a:pt x="443" y="527"/>
                </a:lnTo>
                <a:lnTo>
                  <a:pt x="443" y="528"/>
                </a:lnTo>
                <a:lnTo>
                  <a:pt x="444" y="528"/>
                </a:lnTo>
                <a:lnTo>
                  <a:pt x="445" y="528"/>
                </a:lnTo>
                <a:lnTo>
                  <a:pt x="445" y="529"/>
                </a:lnTo>
                <a:lnTo>
                  <a:pt x="446" y="529"/>
                </a:lnTo>
                <a:lnTo>
                  <a:pt x="447" y="530"/>
                </a:lnTo>
                <a:lnTo>
                  <a:pt x="448" y="530"/>
                </a:lnTo>
                <a:lnTo>
                  <a:pt x="448" y="529"/>
                </a:lnTo>
                <a:lnTo>
                  <a:pt x="449" y="529"/>
                </a:lnTo>
                <a:lnTo>
                  <a:pt x="450" y="529"/>
                </a:lnTo>
                <a:lnTo>
                  <a:pt x="450" y="530"/>
                </a:lnTo>
                <a:lnTo>
                  <a:pt x="449" y="530"/>
                </a:lnTo>
                <a:lnTo>
                  <a:pt x="449" y="531"/>
                </a:lnTo>
                <a:lnTo>
                  <a:pt x="450" y="532"/>
                </a:lnTo>
                <a:lnTo>
                  <a:pt x="450" y="533"/>
                </a:lnTo>
                <a:lnTo>
                  <a:pt x="451" y="534"/>
                </a:lnTo>
                <a:lnTo>
                  <a:pt x="450" y="534"/>
                </a:lnTo>
                <a:lnTo>
                  <a:pt x="450" y="535"/>
                </a:lnTo>
                <a:lnTo>
                  <a:pt x="451" y="535"/>
                </a:lnTo>
                <a:lnTo>
                  <a:pt x="452" y="535"/>
                </a:lnTo>
                <a:lnTo>
                  <a:pt x="452" y="536"/>
                </a:lnTo>
                <a:lnTo>
                  <a:pt x="452" y="537"/>
                </a:lnTo>
                <a:lnTo>
                  <a:pt x="452" y="538"/>
                </a:lnTo>
                <a:lnTo>
                  <a:pt x="451" y="538"/>
                </a:lnTo>
                <a:lnTo>
                  <a:pt x="450" y="538"/>
                </a:lnTo>
                <a:lnTo>
                  <a:pt x="449" y="538"/>
                </a:lnTo>
                <a:lnTo>
                  <a:pt x="449" y="539"/>
                </a:lnTo>
                <a:lnTo>
                  <a:pt x="449" y="540"/>
                </a:lnTo>
                <a:lnTo>
                  <a:pt x="448" y="540"/>
                </a:lnTo>
                <a:lnTo>
                  <a:pt x="448" y="541"/>
                </a:lnTo>
                <a:lnTo>
                  <a:pt x="447" y="541"/>
                </a:lnTo>
                <a:lnTo>
                  <a:pt x="446" y="541"/>
                </a:lnTo>
                <a:lnTo>
                  <a:pt x="445" y="541"/>
                </a:lnTo>
                <a:lnTo>
                  <a:pt x="445" y="542"/>
                </a:lnTo>
                <a:lnTo>
                  <a:pt x="445" y="543"/>
                </a:lnTo>
                <a:lnTo>
                  <a:pt x="446" y="543"/>
                </a:lnTo>
                <a:lnTo>
                  <a:pt x="447" y="545"/>
                </a:lnTo>
                <a:lnTo>
                  <a:pt x="446" y="545"/>
                </a:lnTo>
                <a:lnTo>
                  <a:pt x="446" y="546"/>
                </a:lnTo>
                <a:lnTo>
                  <a:pt x="447" y="546"/>
                </a:lnTo>
                <a:lnTo>
                  <a:pt x="448" y="546"/>
                </a:lnTo>
                <a:lnTo>
                  <a:pt x="449" y="547"/>
                </a:lnTo>
                <a:lnTo>
                  <a:pt x="450" y="547"/>
                </a:lnTo>
                <a:lnTo>
                  <a:pt x="452" y="548"/>
                </a:lnTo>
                <a:lnTo>
                  <a:pt x="452" y="549"/>
                </a:lnTo>
                <a:lnTo>
                  <a:pt x="453" y="549"/>
                </a:lnTo>
                <a:lnTo>
                  <a:pt x="453" y="548"/>
                </a:lnTo>
                <a:lnTo>
                  <a:pt x="454" y="549"/>
                </a:lnTo>
                <a:lnTo>
                  <a:pt x="455" y="549"/>
                </a:lnTo>
                <a:lnTo>
                  <a:pt x="456" y="549"/>
                </a:lnTo>
                <a:lnTo>
                  <a:pt x="457" y="550"/>
                </a:lnTo>
                <a:lnTo>
                  <a:pt x="457" y="551"/>
                </a:lnTo>
                <a:lnTo>
                  <a:pt x="458" y="551"/>
                </a:lnTo>
                <a:lnTo>
                  <a:pt x="459" y="551"/>
                </a:lnTo>
                <a:lnTo>
                  <a:pt x="460" y="552"/>
                </a:lnTo>
                <a:lnTo>
                  <a:pt x="460" y="553"/>
                </a:lnTo>
                <a:lnTo>
                  <a:pt x="461" y="553"/>
                </a:lnTo>
                <a:lnTo>
                  <a:pt x="462" y="553"/>
                </a:lnTo>
                <a:lnTo>
                  <a:pt x="463" y="553"/>
                </a:lnTo>
                <a:lnTo>
                  <a:pt x="464" y="554"/>
                </a:lnTo>
                <a:lnTo>
                  <a:pt x="465" y="555"/>
                </a:lnTo>
                <a:lnTo>
                  <a:pt x="464" y="555"/>
                </a:lnTo>
                <a:lnTo>
                  <a:pt x="463" y="557"/>
                </a:lnTo>
                <a:lnTo>
                  <a:pt x="463" y="558"/>
                </a:lnTo>
                <a:lnTo>
                  <a:pt x="462" y="558"/>
                </a:lnTo>
                <a:lnTo>
                  <a:pt x="462" y="559"/>
                </a:lnTo>
                <a:lnTo>
                  <a:pt x="461" y="560"/>
                </a:lnTo>
                <a:lnTo>
                  <a:pt x="460" y="560"/>
                </a:lnTo>
                <a:lnTo>
                  <a:pt x="460" y="561"/>
                </a:lnTo>
                <a:lnTo>
                  <a:pt x="460" y="562"/>
                </a:lnTo>
                <a:lnTo>
                  <a:pt x="460" y="564"/>
                </a:lnTo>
                <a:lnTo>
                  <a:pt x="460" y="565"/>
                </a:lnTo>
                <a:lnTo>
                  <a:pt x="460" y="566"/>
                </a:lnTo>
                <a:lnTo>
                  <a:pt x="460" y="567"/>
                </a:lnTo>
                <a:lnTo>
                  <a:pt x="460" y="568"/>
                </a:lnTo>
                <a:lnTo>
                  <a:pt x="459" y="568"/>
                </a:lnTo>
                <a:lnTo>
                  <a:pt x="459" y="569"/>
                </a:lnTo>
                <a:lnTo>
                  <a:pt x="460" y="569"/>
                </a:lnTo>
                <a:lnTo>
                  <a:pt x="460" y="568"/>
                </a:lnTo>
                <a:lnTo>
                  <a:pt x="461" y="569"/>
                </a:lnTo>
                <a:lnTo>
                  <a:pt x="462" y="569"/>
                </a:lnTo>
                <a:lnTo>
                  <a:pt x="462" y="568"/>
                </a:lnTo>
                <a:lnTo>
                  <a:pt x="462" y="567"/>
                </a:lnTo>
                <a:lnTo>
                  <a:pt x="463" y="567"/>
                </a:lnTo>
                <a:lnTo>
                  <a:pt x="463" y="568"/>
                </a:lnTo>
                <a:lnTo>
                  <a:pt x="464" y="568"/>
                </a:lnTo>
                <a:lnTo>
                  <a:pt x="463" y="569"/>
                </a:lnTo>
                <a:lnTo>
                  <a:pt x="464" y="569"/>
                </a:lnTo>
                <a:lnTo>
                  <a:pt x="464" y="570"/>
                </a:lnTo>
                <a:lnTo>
                  <a:pt x="465" y="571"/>
                </a:lnTo>
                <a:lnTo>
                  <a:pt x="465" y="572"/>
                </a:lnTo>
                <a:lnTo>
                  <a:pt x="465" y="573"/>
                </a:lnTo>
                <a:lnTo>
                  <a:pt x="466" y="574"/>
                </a:lnTo>
                <a:lnTo>
                  <a:pt x="467" y="574"/>
                </a:lnTo>
                <a:lnTo>
                  <a:pt x="467" y="575"/>
                </a:lnTo>
                <a:lnTo>
                  <a:pt x="467" y="576"/>
                </a:lnTo>
                <a:lnTo>
                  <a:pt x="468" y="576"/>
                </a:lnTo>
                <a:lnTo>
                  <a:pt x="467" y="577"/>
                </a:lnTo>
                <a:lnTo>
                  <a:pt x="466" y="577"/>
                </a:lnTo>
                <a:lnTo>
                  <a:pt x="465" y="577"/>
                </a:lnTo>
                <a:lnTo>
                  <a:pt x="465" y="578"/>
                </a:lnTo>
                <a:lnTo>
                  <a:pt x="464" y="578"/>
                </a:lnTo>
                <a:lnTo>
                  <a:pt x="464" y="579"/>
                </a:lnTo>
                <a:lnTo>
                  <a:pt x="464" y="578"/>
                </a:lnTo>
                <a:lnTo>
                  <a:pt x="463" y="578"/>
                </a:lnTo>
                <a:lnTo>
                  <a:pt x="463" y="579"/>
                </a:lnTo>
                <a:lnTo>
                  <a:pt x="463" y="580"/>
                </a:lnTo>
                <a:lnTo>
                  <a:pt x="462" y="580"/>
                </a:lnTo>
                <a:lnTo>
                  <a:pt x="461" y="581"/>
                </a:lnTo>
                <a:lnTo>
                  <a:pt x="460" y="581"/>
                </a:lnTo>
                <a:lnTo>
                  <a:pt x="460" y="582"/>
                </a:lnTo>
                <a:lnTo>
                  <a:pt x="460" y="583"/>
                </a:lnTo>
                <a:lnTo>
                  <a:pt x="460" y="584"/>
                </a:lnTo>
                <a:lnTo>
                  <a:pt x="461" y="584"/>
                </a:lnTo>
                <a:lnTo>
                  <a:pt x="462" y="584"/>
                </a:lnTo>
                <a:lnTo>
                  <a:pt x="462" y="585"/>
                </a:lnTo>
                <a:lnTo>
                  <a:pt x="462" y="586"/>
                </a:lnTo>
                <a:lnTo>
                  <a:pt x="463" y="587"/>
                </a:lnTo>
                <a:lnTo>
                  <a:pt x="464" y="587"/>
                </a:lnTo>
                <a:lnTo>
                  <a:pt x="465" y="586"/>
                </a:lnTo>
                <a:lnTo>
                  <a:pt x="466" y="586"/>
                </a:lnTo>
                <a:lnTo>
                  <a:pt x="467" y="586"/>
                </a:lnTo>
                <a:lnTo>
                  <a:pt x="467" y="587"/>
                </a:lnTo>
                <a:lnTo>
                  <a:pt x="468" y="587"/>
                </a:lnTo>
                <a:lnTo>
                  <a:pt x="469" y="587"/>
                </a:lnTo>
                <a:lnTo>
                  <a:pt x="469" y="588"/>
                </a:lnTo>
                <a:lnTo>
                  <a:pt x="471" y="588"/>
                </a:lnTo>
                <a:lnTo>
                  <a:pt x="472" y="589"/>
                </a:lnTo>
                <a:lnTo>
                  <a:pt x="472" y="590"/>
                </a:lnTo>
                <a:lnTo>
                  <a:pt x="472" y="591"/>
                </a:lnTo>
                <a:lnTo>
                  <a:pt x="473" y="591"/>
                </a:lnTo>
                <a:lnTo>
                  <a:pt x="473" y="592"/>
                </a:lnTo>
                <a:lnTo>
                  <a:pt x="474" y="592"/>
                </a:lnTo>
                <a:lnTo>
                  <a:pt x="476" y="592"/>
                </a:lnTo>
                <a:lnTo>
                  <a:pt x="477" y="592"/>
                </a:lnTo>
                <a:lnTo>
                  <a:pt x="477" y="593"/>
                </a:lnTo>
                <a:lnTo>
                  <a:pt x="477" y="594"/>
                </a:lnTo>
                <a:lnTo>
                  <a:pt x="478" y="594"/>
                </a:lnTo>
                <a:lnTo>
                  <a:pt x="479" y="594"/>
                </a:lnTo>
                <a:lnTo>
                  <a:pt x="479" y="595"/>
                </a:lnTo>
                <a:lnTo>
                  <a:pt x="480" y="596"/>
                </a:lnTo>
                <a:lnTo>
                  <a:pt x="480" y="598"/>
                </a:lnTo>
                <a:lnTo>
                  <a:pt x="481" y="598"/>
                </a:lnTo>
                <a:lnTo>
                  <a:pt x="481" y="599"/>
                </a:lnTo>
                <a:lnTo>
                  <a:pt x="481" y="600"/>
                </a:lnTo>
                <a:lnTo>
                  <a:pt x="482" y="600"/>
                </a:lnTo>
                <a:lnTo>
                  <a:pt x="481" y="601"/>
                </a:lnTo>
                <a:lnTo>
                  <a:pt x="481" y="602"/>
                </a:lnTo>
                <a:lnTo>
                  <a:pt x="481" y="603"/>
                </a:lnTo>
                <a:lnTo>
                  <a:pt x="481" y="604"/>
                </a:lnTo>
                <a:lnTo>
                  <a:pt x="482" y="604"/>
                </a:lnTo>
                <a:lnTo>
                  <a:pt x="482" y="605"/>
                </a:lnTo>
                <a:lnTo>
                  <a:pt x="483" y="606"/>
                </a:lnTo>
                <a:lnTo>
                  <a:pt x="484" y="606"/>
                </a:lnTo>
                <a:lnTo>
                  <a:pt x="484" y="607"/>
                </a:lnTo>
                <a:lnTo>
                  <a:pt x="485" y="607"/>
                </a:lnTo>
                <a:lnTo>
                  <a:pt x="485" y="608"/>
                </a:lnTo>
                <a:lnTo>
                  <a:pt x="486" y="609"/>
                </a:lnTo>
                <a:lnTo>
                  <a:pt x="487" y="608"/>
                </a:lnTo>
                <a:lnTo>
                  <a:pt x="488" y="609"/>
                </a:lnTo>
                <a:lnTo>
                  <a:pt x="489" y="609"/>
                </a:lnTo>
                <a:lnTo>
                  <a:pt x="490" y="609"/>
                </a:lnTo>
                <a:lnTo>
                  <a:pt x="491" y="610"/>
                </a:lnTo>
                <a:lnTo>
                  <a:pt x="492" y="610"/>
                </a:lnTo>
                <a:lnTo>
                  <a:pt x="492" y="611"/>
                </a:lnTo>
                <a:lnTo>
                  <a:pt x="493" y="611"/>
                </a:lnTo>
                <a:lnTo>
                  <a:pt x="494" y="611"/>
                </a:lnTo>
                <a:lnTo>
                  <a:pt x="495" y="612"/>
                </a:lnTo>
                <a:lnTo>
                  <a:pt x="495" y="613"/>
                </a:lnTo>
                <a:lnTo>
                  <a:pt x="496" y="613"/>
                </a:lnTo>
                <a:lnTo>
                  <a:pt x="497" y="614"/>
                </a:lnTo>
                <a:lnTo>
                  <a:pt x="497" y="615"/>
                </a:lnTo>
                <a:lnTo>
                  <a:pt x="498" y="616"/>
                </a:lnTo>
                <a:lnTo>
                  <a:pt x="497" y="617"/>
                </a:lnTo>
                <a:lnTo>
                  <a:pt x="497" y="618"/>
                </a:lnTo>
                <a:lnTo>
                  <a:pt x="497" y="619"/>
                </a:lnTo>
                <a:lnTo>
                  <a:pt x="498" y="619"/>
                </a:lnTo>
                <a:lnTo>
                  <a:pt x="499" y="620"/>
                </a:lnTo>
                <a:lnTo>
                  <a:pt x="499" y="621"/>
                </a:lnTo>
                <a:lnTo>
                  <a:pt x="499" y="622"/>
                </a:lnTo>
                <a:lnTo>
                  <a:pt x="499" y="623"/>
                </a:lnTo>
                <a:lnTo>
                  <a:pt x="500" y="624"/>
                </a:lnTo>
                <a:lnTo>
                  <a:pt x="499" y="624"/>
                </a:lnTo>
                <a:lnTo>
                  <a:pt x="499" y="625"/>
                </a:lnTo>
                <a:lnTo>
                  <a:pt x="499" y="626"/>
                </a:lnTo>
                <a:lnTo>
                  <a:pt x="499" y="627"/>
                </a:lnTo>
                <a:lnTo>
                  <a:pt x="498" y="627"/>
                </a:lnTo>
                <a:lnTo>
                  <a:pt x="498" y="628"/>
                </a:lnTo>
                <a:lnTo>
                  <a:pt x="498" y="629"/>
                </a:lnTo>
                <a:lnTo>
                  <a:pt x="497" y="629"/>
                </a:lnTo>
                <a:lnTo>
                  <a:pt x="497" y="628"/>
                </a:lnTo>
                <a:lnTo>
                  <a:pt x="496" y="629"/>
                </a:lnTo>
                <a:lnTo>
                  <a:pt x="497" y="629"/>
                </a:lnTo>
                <a:lnTo>
                  <a:pt x="497" y="630"/>
                </a:lnTo>
                <a:lnTo>
                  <a:pt x="498" y="630"/>
                </a:lnTo>
                <a:lnTo>
                  <a:pt x="498" y="631"/>
                </a:lnTo>
                <a:lnTo>
                  <a:pt x="498" y="632"/>
                </a:lnTo>
                <a:lnTo>
                  <a:pt x="498" y="633"/>
                </a:lnTo>
                <a:lnTo>
                  <a:pt x="499" y="633"/>
                </a:lnTo>
                <a:lnTo>
                  <a:pt x="499" y="634"/>
                </a:lnTo>
                <a:lnTo>
                  <a:pt x="499" y="635"/>
                </a:lnTo>
                <a:lnTo>
                  <a:pt x="500" y="635"/>
                </a:lnTo>
                <a:lnTo>
                  <a:pt x="500" y="636"/>
                </a:lnTo>
                <a:lnTo>
                  <a:pt x="499" y="637"/>
                </a:lnTo>
                <a:lnTo>
                  <a:pt x="499" y="638"/>
                </a:lnTo>
                <a:lnTo>
                  <a:pt x="500" y="639"/>
                </a:lnTo>
                <a:lnTo>
                  <a:pt x="499" y="639"/>
                </a:lnTo>
                <a:lnTo>
                  <a:pt x="499" y="640"/>
                </a:lnTo>
                <a:lnTo>
                  <a:pt x="498" y="640"/>
                </a:lnTo>
                <a:lnTo>
                  <a:pt x="497" y="641"/>
                </a:lnTo>
                <a:lnTo>
                  <a:pt x="497" y="642"/>
                </a:lnTo>
                <a:lnTo>
                  <a:pt x="496" y="642"/>
                </a:lnTo>
                <a:lnTo>
                  <a:pt x="496" y="643"/>
                </a:lnTo>
                <a:lnTo>
                  <a:pt x="496" y="644"/>
                </a:lnTo>
                <a:lnTo>
                  <a:pt x="496" y="645"/>
                </a:lnTo>
                <a:lnTo>
                  <a:pt x="495" y="645"/>
                </a:lnTo>
                <a:lnTo>
                  <a:pt x="495" y="646"/>
                </a:lnTo>
                <a:lnTo>
                  <a:pt x="496" y="647"/>
                </a:lnTo>
                <a:lnTo>
                  <a:pt x="495" y="647"/>
                </a:lnTo>
                <a:lnTo>
                  <a:pt x="494" y="647"/>
                </a:lnTo>
                <a:lnTo>
                  <a:pt x="493" y="647"/>
                </a:lnTo>
                <a:lnTo>
                  <a:pt x="493" y="648"/>
                </a:lnTo>
                <a:lnTo>
                  <a:pt x="492" y="649"/>
                </a:lnTo>
                <a:lnTo>
                  <a:pt x="492" y="650"/>
                </a:lnTo>
                <a:lnTo>
                  <a:pt x="491" y="650"/>
                </a:lnTo>
                <a:lnTo>
                  <a:pt x="491" y="651"/>
                </a:lnTo>
                <a:lnTo>
                  <a:pt x="490" y="653"/>
                </a:lnTo>
                <a:lnTo>
                  <a:pt x="490" y="654"/>
                </a:lnTo>
                <a:lnTo>
                  <a:pt x="489" y="654"/>
                </a:lnTo>
                <a:lnTo>
                  <a:pt x="489" y="653"/>
                </a:lnTo>
                <a:lnTo>
                  <a:pt x="489" y="651"/>
                </a:lnTo>
                <a:lnTo>
                  <a:pt x="488" y="653"/>
                </a:lnTo>
                <a:lnTo>
                  <a:pt x="488" y="654"/>
                </a:lnTo>
                <a:lnTo>
                  <a:pt x="488" y="653"/>
                </a:lnTo>
                <a:lnTo>
                  <a:pt x="487" y="653"/>
                </a:lnTo>
                <a:lnTo>
                  <a:pt x="486" y="653"/>
                </a:lnTo>
                <a:lnTo>
                  <a:pt x="486" y="651"/>
                </a:lnTo>
                <a:lnTo>
                  <a:pt x="484" y="651"/>
                </a:lnTo>
                <a:lnTo>
                  <a:pt x="484" y="653"/>
                </a:lnTo>
                <a:lnTo>
                  <a:pt x="483" y="653"/>
                </a:lnTo>
                <a:lnTo>
                  <a:pt x="482" y="653"/>
                </a:lnTo>
                <a:lnTo>
                  <a:pt x="481" y="654"/>
                </a:lnTo>
                <a:lnTo>
                  <a:pt x="481" y="655"/>
                </a:lnTo>
                <a:lnTo>
                  <a:pt x="480" y="655"/>
                </a:lnTo>
                <a:lnTo>
                  <a:pt x="480" y="656"/>
                </a:lnTo>
                <a:lnTo>
                  <a:pt x="480" y="657"/>
                </a:lnTo>
                <a:lnTo>
                  <a:pt x="481" y="657"/>
                </a:lnTo>
                <a:lnTo>
                  <a:pt x="481" y="658"/>
                </a:lnTo>
                <a:lnTo>
                  <a:pt x="481" y="659"/>
                </a:lnTo>
                <a:lnTo>
                  <a:pt x="480" y="659"/>
                </a:lnTo>
                <a:lnTo>
                  <a:pt x="480" y="658"/>
                </a:lnTo>
                <a:lnTo>
                  <a:pt x="479" y="658"/>
                </a:lnTo>
                <a:lnTo>
                  <a:pt x="479" y="659"/>
                </a:lnTo>
                <a:lnTo>
                  <a:pt x="478" y="659"/>
                </a:lnTo>
                <a:lnTo>
                  <a:pt x="477" y="659"/>
                </a:lnTo>
                <a:lnTo>
                  <a:pt x="476" y="659"/>
                </a:lnTo>
                <a:lnTo>
                  <a:pt x="475" y="659"/>
                </a:lnTo>
                <a:lnTo>
                  <a:pt x="475" y="660"/>
                </a:lnTo>
                <a:lnTo>
                  <a:pt x="474" y="660"/>
                </a:lnTo>
                <a:lnTo>
                  <a:pt x="473" y="660"/>
                </a:lnTo>
                <a:lnTo>
                  <a:pt x="473" y="661"/>
                </a:lnTo>
                <a:lnTo>
                  <a:pt x="472" y="661"/>
                </a:lnTo>
                <a:lnTo>
                  <a:pt x="472" y="662"/>
                </a:lnTo>
                <a:lnTo>
                  <a:pt x="471" y="662"/>
                </a:lnTo>
                <a:lnTo>
                  <a:pt x="472" y="662"/>
                </a:lnTo>
                <a:lnTo>
                  <a:pt x="472" y="663"/>
                </a:lnTo>
                <a:lnTo>
                  <a:pt x="472" y="664"/>
                </a:lnTo>
                <a:lnTo>
                  <a:pt x="471" y="664"/>
                </a:lnTo>
                <a:lnTo>
                  <a:pt x="471" y="665"/>
                </a:lnTo>
                <a:lnTo>
                  <a:pt x="471" y="664"/>
                </a:lnTo>
                <a:lnTo>
                  <a:pt x="470" y="664"/>
                </a:lnTo>
                <a:lnTo>
                  <a:pt x="469" y="663"/>
                </a:lnTo>
                <a:lnTo>
                  <a:pt x="468" y="662"/>
                </a:lnTo>
                <a:lnTo>
                  <a:pt x="468" y="661"/>
                </a:lnTo>
                <a:lnTo>
                  <a:pt x="467" y="661"/>
                </a:lnTo>
                <a:lnTo>
                  <a:pt x="467" y="660"/>
                </a:lnTo>
                <a:lnTo>
                  <a:pt x="466" y="660"/>
                </a:lnTo>
                <a:lnTo>
                  <a:pt x="466" y="659"/>
                </a:lnTo>
                <a:lnTo>
                  <a:pt x="466" y="658"/>
                </a:lnTo>
                <a:lnTo>
                  <a:pt x="465" y="658"/>
                </a:lnTo>
                <a:lnTo>
                  <a:pt x="465" y="657"/>
                </a:lnTo>
                <a:lnTo>
                  <a:pt x="465" y="658"/>
                </a:lnTo>
                <a:lnTo>
                  <a:pt x="465" y="659"/>
                </a:lnTo>
                <a:lnTo>
                  <a:pt x="464" y="659"/>
                </a:lnTo>
                <a:lnTo>
                  <a:pt x="464" y="660"/>
                </a:lnTo>
                <a:lnTo>
                  <a:pt x="463" y="660"/>
                </a:lnTo>
                <a:lnTo>
                  <a:pt x="462" y="659"/>
                </a:lnTo>
                <a:lnTo>
                  <a:pt x="461" y="659"/>
                </a:lnTo>
                <a:lnTo>
                  <a:pt x="460" y="658"/>
                </a:lnTo>
                <a:lnTo>
                  <a:pt x="461" y="658"/>
                </a:lnTo>
                <a:lnTo>
                  <a:pt x="461" y="657"/>
                </a:lnTo>
                <a:lnTo>
                  <a:pt x="461" y="656"/>
                </a:lnTo>
                <a:lnTo>
                  <a:pt x="460" y="656"/>
                </a:lnTo>
                <a:lnTo>
                  <a:pt x="460" y="654"/>
                </a:lnTo>
                <a:lnTo>
                  <a:pt x="460" y="653"/>
                </a:lnTo>
                <a:lnTo>
                  <a:pt x="460" y="651"/>
                </a:lnTo>
                <a:lnTo>
                  <a:pt x="459" y="650"/>
                </a:lnTo>
                <a:lnTo>
                  <a:pt x="460" y="649"/>
                </a:lnTo>
                <a:lnTo>
                  <a:pt x="459" y="648"/>
                </a:lnTo>
                <a:lnTo>
                  <a:pt x="458" y="648"/>
                </a:lnTo>
                <a:lnTo>
                  <a:pt x="457" y="648"/>
                </a:lnTo>
                <a:lnTo>
                  <a:pt x="457" y="647"/>
                </a:lnTo>
                <a:lnTo>
                  <a:pt x="456" y="647"/>
                </a:lnTo>
                <a:lnTo>
                  <a:pt x="455" y="647"/>
                </a:lnTo>
                <a:lnTo>
                  <a:pt x="455" y="648"/>
                </a:lnTo>
                <a:lnTo>
                  <a:pt x="455" y="649"/>
                </a:lnTo>
                <a:lnTo>
                  <a:pt x="455" y="650"/>
                </a:lnTo>
                <a:lnTo>
                  <a:pt x="454" y="650"/>
                </a:lnTo>
                <a:lnTo>
                  <a:pt x="453" y="650"/>
                </a:lnTo>
                <a:lnTo>
                  <a:pt x="453" y="649"/>
                </a:lnTo>
                <a:lnTo>
                  <a:pt x="453" y="650"/>
                </a:lnTo>
                <a:lnTo>
                  <a:pt x="452" y="650"/>
                </a:lnTo>
                <a:lnTo>
                  <a:pt x="452" y="651"/>
                </a:lnTo>
                <a:lnTo>
                  <a:pt x="451" y="653"/>
                </a:lnTo>
                <a:lnTo>
                  <a:pt x="451" y="654"/>
                </a:lnTo>
                <a:lnTo>
                  <a:pt x="450" y="655"/>
                </a:lnTo>
                <a:lnTo>
                  <a:pt x="449" y="655"/>
                </a:lnTo>
                <a:lnTo>
                  <a:pt x="449" y="656"/>
                </a:lnTo>
                <a:lnTo>
                  <a:pt x="449" y="657"/>
                </a:lnTo>
                <a:lnTo>
                  <a:pt x="448" y="656"/>
                </a:lnTo>
                <a:lnTo>
                  <a:pt x="447" y="656"/>
                </a:lnTo>
                <a:lnTo>
                  <a:pt x="446" y="656"/>
                </a:lnTo>
                <a:lnTo>
                  <a:pt x="446" y="657"/>
                </a:lnTo>
                <a:lnTo>
                  <a:pt x="445" y="657"/>
                </a:lnTo>
                <a:lnTo>
                  <a:pt x="443" y="656"/>
                </a:lnTo>
                <a:lnTo>
                  <a:pt x="442" y="656"/>
                </a:lnTo>
                <a:lnTo>
                  <a:pt x="441" y="656"/>
                </a:lnTo>
                <a:lnTo>
                  <a:pt x="440" y="656"/>
                </a:lnTo>
                <a:lnTo>
                  <a:pt x="441" y="656"/>
                </a:lnTo>
                <a:lnTo>
                  <a:pt x="441" y="655"/>
                </a:lnTo>
                <a:lnTo>
                  <a:pt x="440" y="655"/>
                </a:lnTo>
                <a:lnTo>
                  <a:pt x="439" y="656"/>
                </a:lnTo>
                <a:lnTo>
                  <a:pt x="437" y="656"/>
                </a:lnTo>
                <a:lnTo>
                  <a:pt x="437" y="657"/>
                </a:lnTo>
                <a:lnTo>
                  <a:pt x="437" y="658"/>
                </a:lnTo>
                <a:lnTo>
                  <a:pt x="436" y="658"/>
                </a:lnTo>
                <a:lnTo>
                  <a:pt x="436" y="657"/>
                </a:lnTo>
                <a:lnTo>
                  <a:pt x="435" y="657"/>
                </a:lnTo>
                <a:lnTo>
                  <a:pt x="434" y="657"/>
                </a:lnTo>
                <a:lnTo>
                  <a:pt x="433" y="657"/>
                </a:lnTo>
                <a:lnTo>
                  <a:pt x="432" y="657"/>
                </a:lnTo>
                <a:lnTo>
                  <a:pt x="431" y="657"/>
                </a:lnTo>
                <a:lnTo>
                  <a:pt x="430" y="657"/>
                </a:lnTo>
                <a:lnTo>
                  <a:pt x="430" y="658"/>
                </a:lnTo>
                <a:lnTo>
                  <a:pt x="429" y="658"/>
                </a:lnTo>
                <a:lnTo>
                  <a:pt x="429" y="657"/>
                </a:lnTo>
                <a:lnTo>
                  <a:pt x="428" y="657"/>
                </a:lnTo>
                <a:lnTo>
                  <a:pt x="428" y="658"/>
                </a:lnTo>
                <a:lnTo>
                  <a:pt x="427" y="658"/>
                </a:lnTo>
                <a:lnTo>
                  <a:pt x="426" y="658"/>
                </a:lnTo>
                <a:lnTo>
                  <a:pt x="426" y="657"/>
                </a:lnTo>
                <a:lnTo>
                  <a:pt x="425" y="657"/>
                </a:lnTo>
                <a:lnTo>
                  <a:pt x="425" y="656"/>
                </a:lnTo>
                <a:lnTo>
                  <a:pt x="424" y="656"/>
                </a:lnTo>
                <a:lnTo>
                  <a:pt x="424" y="655"/>
                </a:lnTo>
                <a:lnTo>
                  <a:pt x="423" y="655"/>
                </a:lnTo>
                <a:lnTo>
                  <a:pt x="422" y="654"/>
                </a:lnTo>
                <a:lnTo>
                  <a:pt x="422" y="653"/>
                </a:lnTo>
                <a:lnTo>
                  <a:pt x="421" y="653"/>
                </a:lnTo>
                <a:lnTo>
                  <a:pt x="420" y="653"/>
                </a:lnTo>
                <a:lnTo>
                  <a:pt x="419" y="653"/>
                </a:lnTo>
                <a:lnTo>
                  <a:pt x="418" y="653"/>
                </a:lnTo>
                <a:lnTo>
                  <a:pt x="417" y="654"/>
                </a:lnTo>
                <a:lnTo>
                  <a:pt x="416" y="653"/>
                </a:lnTo>
                <a:lnTo>
                  <a:pt x="415" y="653"/>
                </a:lnTo>
                <a:lnTo>
                  <a:pt x="415" y="654"/>
                </a:lnTo>
                <a:lnTo>
                  <a:pt x="414" y="654"/>
                </a:lnTo>
                <a:lnTo>
                  <a:pt x="414" y="653"/>
                </a:lnTo>
                <a:lnTo>
                  <a:pt x="413" y="653"/>
                </a:lnTo>
                <a:lnTo>
                  <a:pt x="413" y="654"/>
                </a:lnTo>
                <a:lnTo>
                  <a:pt x="412" y="654"/>
                </a:lnTo>
                <a:lnTo>
                  <a:pt x="412" y="655"/>
                </a:lnTo>
                <a:lnTo>
                  <a:pt x="411" y="654"/>
                </a:lnTo>
                <a:lnTo>
                  <a:pt x="410" y="654"/>
                </a:lnTo>
                <a:lnTo>
                  <a:pt x="409" y="654"/>
                </a:lnTo>
                <a:lnTo>
                  <a:pt x="409" y="653"/>
                </a:lnTo>
                <a:lnTo>
                  <a:pt x="408" y="653"/>
                </a:lnTo>
                <a:lnTo>
                  <a:pt x="407" y="653"/>
                </a:lnTo>
                <a:lnTo>
                  <a:pt x="405" y="653"/>
                </a:lnTo>
                <a:lnTo>
                  <a:pt x="405" y="654"/>
                </a:lnTo>
                <a:lnTo>
                  <a:pt x="404" y="654"/>
                </a:lnTo>
                <a:lnTo>
                  <a:pt x="403" y="653"/>
                </a:lnTo>
                <a:lnTo>
                  <a:pt x="402" y="653"/>
                </a:lnTo>
                <a:lnTo>
                  <a:pt x="401" y="651"/>
                </a:lnTo>
                <a:lnTo>
                  <a:pt x="400" y="650"/>
                </a:lnTo>
                <a:lnTo>
                  <a:pt x="398" y="650"/>
                </a:lnTo>
                <a:lnTo>
                  <a:pt x="397" y="650"/>
                </a:lnTo>
                <a:lnTo>
                  <a:pt x="397" y="649"/>
                </a:lnTo>
                <a:lnTo>
                  <a:pt x="396" y="649"/>
                </a:lnTo>
                <a:lnTo>
                  <a:pt x="395" y="649"/>
                </a:lnTo>
                <a:lnTo>
                  <a:pt x="395" y="648"/>
                </a:lnTo>
                <a:lnTo>
                  <a:pt x="394" y="648"/>
                </a:lnTo>
                <a:lnTo>
                  <a:pt x="393" y="648"/>
                </a:lnTo>
                <a:lnTo>
                  <a:pt x="392" y="648"/>
                </a:lnTo>
                <a:lnTo>
                  <a:pt x="391" y="648"/>
                </a:lnTo>
                <a:lnTo>
                  <a:pt x="390" y="648"/>
                </a:lnTo>
                <a:lnTo>
                  <a:pt x="390" y="649"/>
                </a:lnTo>
                <a:lnTo>
                  <a:pt x="389" y="649"/>
                </a:lnTo>
                <a:lnTo>
                  <a:pt x="388" y="649"/>
                </a:lnTo>
                <a:lnTo>
                  <a:pt x="387" y="649"/>
                </a:lnTo>
                <a:lnTo>
                  <a:pt x="386" y="649"/>
                </a:lnTo>
                <a:lnTo>
                  <a:pt x="385" y="649"/>
                </a:lnTo>
                <a:lnTo>
                  <a:pt x="384" y="649"/>
                </a:lnTo>
                <a:lnTo>
                  <a:pt x="382" y="649"/>
                </a:lnTo>
                <a:lnTo>
                  <a:pt x="381" y="649"/>
                </a:lnTo>
                <a:lnTo>
                  <a:pt x="380" y="649"/>
                </a:lnTo>
                <a:lnTo>
                  <a:pt x="379" y="648"/>
                </a:lnTo>
                <a:lnTo>
                  <a:pt x="379" y="647"/>
                </a:lnTo>
                <a:lnTo>
                  <a:pt x="378" y="647"/>
                </a:lnTo>
                <a:lnTo>
                  <a:pt x="377" y="647"/>
                </a:lnTo>
                <a:lnTo>
                  <a:pt x="376" y="647"/>
                </a:lnTo>
                <a:lnTo>
                  <a:pt x="375" y="647"/>
                </a:lnTo>
                <a:lnTo>
                  <a:pt x="375" y="648"/>
                </a:lnTo>
                <a:lnTo>
                  <a:pt x="374" y="648"/>
                </a:lnTo>
                <a:lnTo>
                  <a:pt x="374" y="647"/>
                </a:lnTo>
                <a:lnTo>
                  <a:pt x="374" y="646"/>
                </a:lnTo>
                <a:lnTo>
                  <a:pt x="373" y="646"/>
                </a:lnTo>
                <a:lnTo>
                  <a:pt x="372" y="645"/>
                </a:lnTo>
                <a:lnTo>
                  <a:pt x="372" y="646"/>
                </a:lnTo>
                <a:lnTo>
                  <a:pt x="371" y="646"/>
                </a:lnTo>
                <a:lnTo>
                  <a:pt x="371" y="647"/>
                </a:lnTo>
                <a:lnTo>
                  <a:pt x="370" y="647"/>
                </a:lnTo>
                <a:lnTo>
                  <a:pt x="370" y="648"/>
                </a:lnTo>
                <a:lnTo>
                  <a:pt x="371" y="649"/>
                </a:lnTo>
                <a:lnTo>
                  <a:pt x="371" y="650"/>
                </a:lnTo>
                <a:lnTo>
                  <a:pt x="371" y="649"/>
                </a:lnTo>
                <a:lnTo>
                  <a:pt x="370" y="649"/>
                </a:lnTo>
                <a:lnTo>
                  <a:pt x="369" y="649"/>
                </a:lnTo>
                <a:lnTo>
                  <a:pt x="369" y="650"/>
                </a:lnTo>
                <a:lnTo>
                  <a:pt x="368" y="650"/>
                </a:lnTo>
                <a:lnTo>
                  <a:pt x="368" y="649"/>
                </a:lnTo>
                <a:lnTo>
                  <a:pt x="367" y="649"/>
                </a:lnTo>
                <a:lnTo>
                  <a:pt x="366" y="649"/>
                </a:lnTo>
                <a:lnTo>
                  <a:pt x="365" y="649"/>
                </a:lnTo>
                <a:lnTo>
                  <a:pt x="365" y="648"/>
                </a:lnTo>
                <a:lnTo>
                  <a:pt x="364" y="648"/>
                </a:lnTo>
                <a:lnTo>
                  <a:pt x="364" y="649"/>
                </a:lnTo>
                <a:lnTo>
                  <a:pt x="363" y="649"/>
                </a:lnTo>
                <a:lnTo>
                  <a:pt x="363" y="648"/>
                </a:lnTo>
                <a:lnTo>
                  <a:pt x="362" y="648"/>
                </a:lnTo>
                <a:lnTo>
                  <a:pt x="362" y="649"/>
                </a:lnTo>
                <a:lnTo>
                  <a:pt x="361" y="650"/>
                </a:lnTo>
                <a:lnTo>
                  <a:pt x="361" y="651"/>
                </a:lnTo>
                <a:lnTo>
                  <a:pt x="362" y="651"/>
                </a:lnTo>
                <a:lnTo>
                  <a:pt x="361" y="653"/>
                </a:lnTo>
                <a:lnTo>
                  <a:pt x="360" y="653"/>
                </a:lnTo>
                <a:lnTo>
                  <a:pt x="359" y="654"/>
                </a:lnTo>
                <a:lnTo>
                  <a:pt x="359" y="655"/>
                </a:lnTo>
                <a:lnTo>
                  <a:pt x="359" y="656"/>
                </a:lnTo>
                <a:lnTo>
                  <a:pt x="358" y="656"/>
                </a:lnTo>
                <a:lnTo>
                  <a:pt x="356" y="657"/>
                </a:lnTo>
                <a:lnTo>
                  <a:pt x="356" y="658"/>
                </a:lnTo>
                <a:lnTo>
                  <a:pt x="356" y="659"/>
                </a:lnTo>
                <a:lnTo>
                  <a:pt x="355" y="659"/>
                </a:lnTo>
                <a:lnTo>
                  <a:pt x="356" y="659"/>
                </a:lnTo>
                <a:lnTo>
                  <a:pt x="357" y="659"/>
                </a:lnTo>
                <a:lnTo>
                  <a:pt x="357" y="660"/>
                </a:lnTo>
                <a:lnTo>
                  <a:pt x="358" y="660"/>
                </a:lnTo>
                <a:lnTo>
                  <a:pt x="360" y="660"/>
                </a:lnTo>
                <a:lnTo>
                  <a:pt x="361" y="660"/>
                </a:lnTo>
                <a:lnTo>
                  <a:pt x="362" y="660"/>
                </a:lnTo>
                <a:lnTo>
                  <a:pt x="362" y="661"/>
                </a:lnTo>
                <a:lnTo>
                  <a:pt x="363" y="661"/>
                </a:lnTo>
                <a:lnTo>
                  <a:pt x="364" y="661"/>
                </a:lnTo>
                <a:lnTo>
                  <a:pt x="365" y="661"/>
                </a:lnTo>
                <a:lnTo>
                  <a:pt x="365" y="662"/>
                </a:lnTo>
                <a:lnTo>
                  <a:pt x="366" y="662"/>
                </a:lnTo>
                <a:lnTo>
                  <a:pt x="366" y="661"/>
                </a:lnTo>
                <a:lnTo>
                  <a:pt x="367" y="661"/>
                </a:lnTo>
                <a:lnTo>
                  <a:pt x="367" y="662"/>
                </a:lnTo>
                <a:lnTo>
                  <a:pt x="368" y="662"/>
                </a:lnTo>
                <a:lnTo>
                  <a:pt x="369" y="662"/>
                </a:lnTo>
                <a:lnTo>
                  <a:pt x="370" y="663"/>
                </a:lnTo>
                <a:lnTo>
                  <a:pt x="370" y="664"/>
                </a:lnTo>
                <a:lnTo>
                  <a:pt x="372" y="663"/>
                </a:lnTo>
                <a:lnTo>
                  <a:pt x="373" y="663"/>
                </a:lnTo>
                <a:lnTo>
                  <a:pt x="374" y="663"/>
                </a:lnTo>
                <a:lnTo>
                  <a:pt x="376" y="663"/>
                </a:lnTo>
                <a:lnTo>
                  <a:pt x="377" y="663"/>
                </a:lnTo>
                <a:lnTo>
                  <a:pt x="377" y="662"/>
                </a:lnTo>
                <a:lnTo>
                  <a:pt x="378" y="662"/>
                </a:lnTo>
                <a:lnTo>
                  <a:pt x="378" y="663"/>
                </a:lnTo>
                <a:lnTo>
                  <a:pt x="379" y="664"/>
                </a:lnTo>
                <a:lnTo>
                  <a:pt x="380" y="664"/>
                </a:lnTo>
                <a:lnTo>
                  <a:pt x="381" y="664"/>
                </a:lnTo>
                <a:lnTo>
                  <a:pt x="381" y="665"/>
                </a:lnTo>
                <a:lnTo>
                  <a:pt x="382" y="665"/>
                </a:lnTo>
                <a:lnTo>
                  <a:pt x="383" y="665"/>
                </a:lnTo>
                <a:lnTo>
                  <a:pt x="383" y="666"/>
                </a:lnTo>
                <a:lnTo>
                  <a:pt x="384" y="666"/>
                </a:lnTo>
                <a:lnTo>
                  <a:pt x="385" y="667"/>
                </a:lnTo>
                <a:lnTo>
                  <a:pt x="386" y="667"/>
                </a:lnTo>
                <a:lnTo>
                  <a:pt x="387" y="667"/>
                </a:lnTo>
                <a:lnTo>
                  <a:pt x="388" y="667"/>
                </a:lnTo>
                <a:lnTo>
                  <a:pt x="388" y="668"/>
                </a:lnTo>
                <a:lnTo>
                  <a:pt x="387" y="668"/>
                </a:lnTo>
                <a:lnTo>
                  <a:pt x="387" y="669"/>
                </a:lnTo>
                <a:lnTo>
                  <a:pt x="387" y="670"/>
                </a:lnTo>
                <a:lnTo>
                  <a:pt x="387" y="671"/>
                </a:lnTo>
                <a:lnTo>
                  <a:pt x="387" y="672"/>
                </a:lnTo>
                <a:lnTo>
                  <a:pt x="387" y="673"/>
                </a:lnTo>
                <a:lnTo>
                  <a:pt x="387" y="674"/>
                </a:lnTo>
                <a:lnTo>
                  <a:pt x="387" y="675"/>
                </a:lnTo>
                <a:lnTo>
                  <a:pt x="387" y="676"/>
                </a:lnTo>
                <a:lnTo>
                  <a:pt x="386" y="676"/>
                </a:lnTo>
                <a:lnTo>
                  <a:pt x="386" y="677"/>
                </a:lnTo>
                <a:lnTo>
                  <a:pt x="386" y="678"/>
                </a:lnTo>
                <a:lnTo>
                  <a:pt x="385" y="679"/>
                </a:lnTo>
                <a:lnTo>
                  <a:pt x="386" y="680"/>
                </a:lnTo>
                <a:lnTo>
                  <a:pt x="386" y="681"/>
                </a:lnTo>
                <a:lnTo>
                  <a:pt x="385" y="681"/>
                </a:lnTo>
                <a:lnTo>
                  <a:pt x="385" y="682"/>
                </a:lnTo>
                <a:lnTo>
                  <a:pt x="385" y="684"/>
                </a:lnTo>
                <a:lnTo>
                  <a:pt x="386" y="685"/>
                </a:lnTo>
                <a:lnTo>
                  <a:pt x="387" y="686"/>
                </a:lnTo>
                <a:lnTo>
                  <a:pt x="387" y="687"/>
                </a:lnTo>
                <a:lnTo>
                  <a:pt x="388" y="687"/>
                </a:lnTo>
                <a:lnTo>
                  <a:pt x="389" y="686"/>
                </a:lnTo>
                <a:lnTo>
                  <a:pt x="390" y="685"/>
                </a:lnTo>
                <a:lnTo>
                  <a:pt x="391" y="685"/>
                </a:lnTo>
                <a:lnTo>
                  <a:pt x="392" y="685"/>
                </a:lnTo>
                <a:lnTo>
                  <a:pt x="393" y="684"/>
                </a:lnTo>
                <a:lnTo>
                  <a:pt x="393" y="683"/>
                </a:lnTo>
                <a:lnTo>
                  <a:pt x="394" y="683"/>
                </a:lnTo>
                <a:lnTo>
                  <a:pt x="395" y="684"/>
                </a:lnTo>
                <a:lnTo>
                  <a:pt x="396" y="684"/>
                </a:lnTo>
                <a:lnTo>
                  <a:pt x="397" y="684"/>
                </a:lnTo>
                <a:lnTo>
                  <a:pt x="398" y="684"/>
                </a:lnTo>
                <a:lnTo>
                  <a:pt x="399" y="685"/>
                </a:lnTo>
                <a:lnTo>
                  <a:pt x="399" y="686"/>
                </a:lnTo>
                <a:lnTo>
                  <a:pt x="401" y="686"/>
                </a:lnTo>
                <a:lnTo>
                  <a:pt x="402" y="686"/>
                </a:lnTo>
                <a:lnTo>
                  <a:pt x="403" y="686"/>
                </a:lnTo>
                <a:lnTo>
                  <a:pt x="404" y="686"/>
                </a:lnTo>
                <a:lnTo>
                  <a:pt x="405" y="686"/>
                </a:lnTo>
                <a:lnTo>
                  <a:pt x="407" y="687"/>
                </a:lnTo>
                <a:lnTo>
                  <a:pt x="408" y="687"/>
                </a:lnTo>
                <a:lnTo>
                  <a:pt x="409" y="687"/>
                </a:lnTo>
                <a:lnTo>
                  <a:pt x="410" y="687"/>
                </a:lnTo>
                <a:lnTo>
                  <a:pt x="410" y="688"/>
                </a:lnTo>
                <a:lnTo>
                  <a:pt x="410" y="689"/>
                </a:lnTo>
                <a:lnTo>
                  <a:pt x="411" y="689"/>
                </a:lnTo>
                <a:lnTo>
                  <a:pt x="412" y="690"/>
                </a:lnTo>
                <a:lnTo>
                  <a:pt x="413" y="690"/>
                </a:lnTo>
                <a:lnTo>
                  <a:pt x="414" y="690"/>
                </a:lnTo>
                <a:lnTo>
                  <a:pt x="415" y="691"/>
                </a:lnTo>
                <a:lnTo>
                  <a:pt x="416" y="691"/>
                </a:lnTo>
                <a:lnTo>
                  <a:pt x="417" y="692"/>
                </a:lnTo>
                <a:lnTo>
                  <a:pt x="417" y="693"/>
                </a:lnTo>
                <a:lnTo>
                  <a:pt x="418" y="693"/>
                </a:lnTo>
                <a:lnTo>
                  <a:pt x="418" y="694"/>
                </a:lnTo>
                <a:lnTo>
                  <a:pt x="419" y="694"/>
                </a:lnTo>
                <a:lnTo>
                  <a:pt x="419" y="695"/>
                </a:lnTo>
                <a:lnTo>
                  <a:pt x="419" y="696"/>
                </a:lnTo>
                <a:lnTo>
                  <a:pt x="418" y="696"/>
                </a:lnTo>
                <a:lnTo>
                  <a:pt x="418" y="697"/>
                </a:lnTo>
                <a:lnTo>
                  <a:pt x="419" y="698"/>
                </a:lnTo>
                <a:lnTo>
                  <a:pt x="420" y="698"/>
                </a:lnTo>
                <a:lnTo>
                  <a:pt x="421" y="698"/>
                </a:lnTo>
                <a:lnTo>
                  <a:pt x="421" y="699"/>
                </a:lnTo>
                <a:lnTo>
                  <a:pt x="422" y="699"/>
                </a:lnTo>
                <a:lnTo>
                  <a:pt x="421" y="699"/>
                </a:lnTo>
                <a:lnTo>
                  <a:pt x="421" y="700"/>
                </a:lnTo>
                <a:lnTo>
                  <a:pt x="422" y="701"/>
                </a:lnTo>
                <a:lnTo>
                  <a:pt x="422" y="702"/>
                </a:lnTo>
                <a:lnTo>
                  <a:pt x="422" y="703"/>
                </a:lnTo>
                <a:lnTo>
                  <a:pt x="422" y="704"/>
                </a:lnTo>
                <a:lnTo>
                  <a:pt x="421" y="704"/>
                </a:lnTo>
                <a:lnTo>
                  <a:pt x="421" y="705"/>
                </a:lnTo>
                <a:lnTo>
                  <a:pt x="421" y="706"/>
                </a:lnTo>
                <a:lnTo>
                  <a:pt x="421" y="707"/>
                </a:lnTo>
                <a:lnTo>
                  <a:pt x="422" y="708"/>
                </a:lnTo>
                <a:lnTo>
                  <a:pt x="422" y="709"/>
                </a:lnTo>
                <a:lnTo>
                  <a:pt x="423" y="709"/>
                </a:lnTo>
                <a:lnTo>
                  <a:pt x="423" y="710"/>
                </a:lnTo>
                <a:lnTo>
                  <a:pt x="424" y="710"/>
                </a:lnTo>
                <a:lnTo>
                  <a:pt x="424" y="711"/>
                </a:lnTo>
                <a:lnTo>
                  <a:pt x="425" y="711"/>
                </a:lnTo>
                <a:lnTo>
                  <a:pt x="425" y="712"/>
                </a:lnTo>
                <a:lnTo>
                  <a:pt x="424" y="712"/>
                </a:lnTo>
                <a:lnTo>
                  <a:pt x="424" y="713"/>
                </a:lnTo>
                <a:lnTo>
                  <a:pt x="424" y="714"/>
                </a:lnTo>
                <a:lnTo>
                  <a:pt x="423" y="713"/>
                </a:lnTo>
                <a:lnTo>
                  <a:pt x="423" y="714"/>
                </a:lnTo>
                <a:lnTo>
                  <a:pt x="422" y="714"/>
                </a:lnTo>
                <a:lnTo>
                  <a:pt x="422" y="715"/>
                </a:lnTo>
                <a:lnTo>
                  <a:pt x="421" y="716"/>
                </a:lnTo>
                <a:lnTo>
                  <a:pt x="420" y="716"/>
                </a:lnTo>
                <a:lnTo>
                  <a:pt x="420" y="715"/>
                </a:lnTo>
                <a:lnTo>
                  <a:pt x="419" y="715"/>
                </a:lnTo>
                <a:lnTo>
                  <a:pt x="418" y="714"/>
                </a:lnTo>
                <a:lnTo>
                  <a:pt x="418" y="713"/>
                </a:lnTo>
                <a:lnTo>
                  <a:pt x="417" y="713"/>
                </a:lnTo>
                <a:lnTo>
                  <a:pt x="416" y="713"/>
                </a:lnTo>
                <a:lnTo>
                  <a:pt x="415" y="713"/>
                </a:lnTo>
                <a:lnTo>
                  <a:pt x="414" y="713"/>
                </a:lnTo>
                <a:lnTo>
                  <a:pt x="414" y="715"/>
                </a:lnTo>
                <a:lnTo>
                  <a:pt x="415" y="715"/>
                </a:lnTo>
                <a:lnTo>
                  <a:pt x="415" y="716"/>
                </a:lnTo>
                <a:lnTo>
                  <a:pt x="415" y="717"/>
                </a:lnTo>
                <a:lnTo>
                  <a:pt x="414" y="717"/>
                </a:lnTo>
                <a:lnTo>
                  <a:pt x="413" y="718"/>
                </a:lnTo>
                <a:lnTo>
                  <a:pt x="412" y="719"/>
                </a:lnTo>
                <a:lnTo>
                  <a:pt x="411" y="720"/>
                </a:lnTo>
                <a:lnTo>
                  <a:pt x="410" y="720"/>
                </a:lnTo>
                <a:lnTo>
                  <a:pt x="410" y="721"/>
                </a:lnTo>
                <a:lnTo>
                  <a:pt x="409" y="721"/>
                </a:lnTo>
                <a:lnTo>
                  <a:pt x="408" y="721"/>
                </a:lnTo>
                <a:lnTo>
                  <a:pt x="407" y="721"/>
                </a:lnTo>
                <a:lnTo>
                  <a:pt x="407" y="720"/>
                </a:lnTo>
                <a:lnTo>
                  <a:pt x="405" y="720"/>
                </a:lnTo>
                <a:lnTo>
                  <a:pt x="404" y="720"/>
                </a:lnTo>
                <a:lnTo>
                  <a:pt x="404" y="719"/>
                </a:lnTo>
                <a:lnTo>
                  <a:pt x="404" y="718"/>
                </a:lnTo>
                <a:lnTo>
                  <a:pt x="403" y="718"/>
                </a:lnTo>
                <a:lnTo>
                  <a:pt x="402" y="718"/>
                </a:lnTo>
                <a:lnTo>
                  <a:pt x="401" y="718"/>
                </a:lnTo>
                <a:lnTo>
                  <a:pt x="400" y="717"/>
                </a:lnTo>
                <a:lnTo>
                  <a:pt x="399" y="716"/>
                </a:lnTo>
                <a:lnTo>
                  <a:pt x="398" y="716"/>
                </a:lnTo>
                <a:lnTo>
                  <a:pt x="397" y="716"/>
                </a:lnTo>
                <a:lnTo>
                  <a:pt x="396" y="716"/>
                </a:lnTo>
                <a:lnTo>
                  <a:pt x="395" y="716"/>
                </a:lnTo>
                <a:lnTo>
                  <a:pt x="394" y="717"/>
                </a:lnTo>
                <a:lnTo>
                  <a:pt x="393" y="717"/>
                </a:lnTo>
                <a:lnTo>
                  <a:pt x="392" y="717"/>
                </a:lnTo>
                <a:lnTo>
                  <a:pt x="391" y="717"/>
                </a:lnTo>
                <a:lnTo>
                  <a:pt x="390" y="718"/>
                </a:lnTo>
                <a:lnTo>
                  <a:pt x="389" y="717"/>
                </a:lnTo>
                <a:lnTo>
                  <a:pt x="388" y="717"/>
                </a:lnTo>
                <a:lnTo>
                  <a:pt x="387" y="717"/>
                </a:lnTo>
                <a:lnTo>
                  <a:pt x="386" y="717"/>
                </a:lnTo>
                <a:lnTo>
                  <a:pt x="385" y="717"/>
                </a:lnTo>
                <a:lnTo>
                  <a:pt x="385" y="716"/>
                </a:lnTo>
                <a:lnTo>
                  <a:pt x="385" y="717"/>
                </a:lnTo>
                <a:lnTo>
                  <a:pt x="384" y="717"/>
                </a:lnTo>
                <a:lnTo>
                  <a:pt x="383" y="717"/>
                </a:lnTo>
                <a:lnTo>
                  <a:pt x="383" y="716"/>
                </a:lnTo>
                <a:lnTo>
                  <a:pt x="382" y="715"/>
                </a:lnTo>
                <a:lnTo>
                  <a:pt x="381" y="715"/>
                </a:lnTo>
                <a:lnTo>
                  <a:pt x="380" y="715"/>
                </a:lnTo>
                <a:lnTo>
                  <a:pt x="379" y="715"/>
                </a:lnTo>
                <a:lnTo>
                  <a:pt x="378" y="715"/>
                </a:lnTo>
                <a:lnTo>
                  <a:pt x="378" y="716"/>
                </a:lnTo>
                <a:lnTo>
                  <a:pt x="378" y="715"/>
                </a:lnTo>
                <a:lnTo>
                  <a:pt x="377" y="715"/>
                </a:lnTo>
                <a:lnTo>
                  <a:pt x="376" y="715"/>
                </a:lnTo>
                <a:lnTo>
                  <a:pt x="374" y="715"/>
                </a:lnTo>
                <a:lnTo>
                  <a:pt x="373" y="715"/>
                </a:lnTo>
                <a:lnTo>
                  <a:pt x="372" y="715"/>
                </a:lnTo>
                <a:lnTo>
                  <a:pt x="372" y="716"/>
                </a:lnTo>
                <a:lnTo>
                  <a:pt x="371" y="716"/>
                </a:lnTo>
                <a:lnTo>
                  <a:pt x="372" y="716"/>
                </a:lnTo>
                <a:lnTo>
                  <a:pt x="372" y="717"/>
                </a:lnTo>
                <a:lnTo>
                  <a:pt x="372" y="718"/>
                </a:lnTo>
                <a:lnTo>
                  <a:pt x="371" y="718"/>
                </a:lnTo>
                <a:lnTo>
                  <a:pt x="371" y="719"/>
                </a:lnTo>
                <a:lnTo>
                  <a:pt x="372" y="719"/>
                </a:lnTo>
                <a:lnTo>
                  <a:pt x="372" y="720"/>
                </a:lnTo>
                <a:lnTo>
                  <a:pt x="372" y="719"/>
                </a:lnTo>
                <a:lnTo>
                  <a:pt x="372" y="720"/>
                </a:lnTo>
                <a:lnTo>
                  <a:pt x="373" y="720"/>
                </a:lnTo>
                <a:lnTo>
                  <a:pt x="373" y="721"/>
                </a:lnTo>
                <a:lnTo>
                  <a:pt x="373" y="722"/>
                </a:lnTo>
                <a:lnTo>
                  <a:pt x="372" y="722"/>
                </a:lnTo>
                <a:lnTo>
                  <a:pt x="371" y="723"/>
                </a:lnTo>
                <a:lnTo>
                  <a:pt x="370" y="723"/>
                </a:lnTo>
                <a:lnTo>
                  <a:pt x="369" y="724"/>
                </a:lnTo>
                <a:lnTo>
                  <a:pt x="368" y="724"/>
                </a:lnTo>
                <a:lnTo>
                  <a:pt x="368" y="725"/>
                </a:lnTo>
                <a:lnTo>
                  <a:pt x="367" y="726"/>
                </a:lnTo>
                <a:lnTo>
                  <a:pt x="367" y="727"/>
                </a:lnTo>
                <a:lnTo>
                  <a:pt x="366" y="727"/>
                </a:lnTo>
                <a:lnTo>
                  <a:pt x="365" y="727"/>
                </a:lnTo>
                <a:lnTo>
                  <a:pt x="366" y="728"/>
                </a:lnTo>
                <a:lnTo>
                  <a:pt x="365" y="728"/>
                </a:lnTo>
                <a:lnTo>
                  <a:pt x="365" y="729"/>
                </a:lnTo>
                <a:lnTo>
                  <a:pt x="365" y="730"/>
                </a:lnTo>
                <a:lnTo>
                  <a:pt x="365" y="731"/>
                </a:lnTo>
                <a:lnTo>
                  <a:pt x="364" y="731"/>
                </a:lnTo>
                <a:lnTo>
                  <a:pt x="364" y="732"/>
                </a:lnTo>
                <a:lnTo>
                  <a:pt x="363" y="732"/>
                </a:lnTo>
                <a:lnTo>
                  <a:pt x="363" y="733"/>
                </a:lnTo>
                <a:lnTo>
                  <a:pt x="363" y="734"/>
                </a:lnTo>
                <a:lnTo>
                  <a:pt x="363" y="735"/>
                </a:lnTo>
                <a:lnTo>
                  <a:pt x="363" y="736"/>
                </a:lnTo>
                <a:lnTo>
                  <a:pt x="362" y="736"/>
                </a:lnTo>
                <a:lnTo>
                  <a:pt x="361" y="736"/>
                </a:lnTo>
                <a:lnTo>
                  <a:pt x="361" y="737"/>
                </a:lnTo>
                <a:lnTo>
                  <a:pt x="361" y="738"/>
                </a:lnTo>
                <a:lnTo>
                  <a:pt x="361" y="739"/>
                </a:lnTo>
                <a:lnTo>
                  <a:pt x="362" y="740"/>
                </a:lnTo>
                <a:lnTo>
                  <a:pt x="362" y="741"/>
                </a:lnTo>
                <a:lnTo>
                  <a:pt x="362" y="742"/>
                </a:lnTo>
                <a:lnTo>
                  <a:pt x="362" y="743"/>
                </a:lnTo>
                <a:lnTo>
                  <a:pt x="361" y="744"/>
                </a:lnTo>
                <a:lnTo>
                  <a:pt x="361" y="745"/>
                </a:lnTo>
                <a:lnTo>
                  <a:pt x="360" y="746"/>
                </a:lnTo>
                <a:lnTo>
                  <a:pt x="360" y="747"/>
                </a:lnTo>
                <a:lnTo>
                  <a:pt x="361" y="747"/>
                </a:lnTo>
                <a:lnTo>
                  <a:pt x="362" y="747"/>
                </a:lnTo>
                <a:lnTo>
                  <a:pt x="362" y="748"/>
                </a:lnTo>
                <a:lnTo>
                  <a:pt x="362" y="749"/>
                </a:lnTo>
                <a:lnTo>
                  <a:pt x="363" y="749"/>
                </a:lnTo>
                <a:lnTo>
                  <a:pt x="363" y="750"/>
                </a:lnTo>
                <a:lnTo>
                  <a:pt x="364" y="751"/>
                </a:lnTo>
                <a:lnTo>
                  <a:pt x="364" y="752"/>
                </a:lnTo>
                <a:lnTo>
                  <a:pt x="365" y="752"/>
                </a:lnTo>
                <a:lnTo>
                  <a:pt x="365" y="753"/>
                </a:lnTo>
                <a:lnTo>
                  <a:pt x="366" y="753"/>
                </a:lnTo>
                <a:lnTo>
                  <a:pt x="366" y="754"/>
                </a:lnTo>
                <a:lnTo>
                  <a:pt x="367" y="754"/>
                </a:lnTo>
                <a:lnTo>
                  <a:pt x="369" y="755"/>
                </a:lnTo>
                <a:lnTo>
                  <a:pt x="370" y="755"/>
                </a:lnTo>
                <a:lnTo>
                  <a:pt x="370" y="756"/>
                </a:lnTo>
                <a:lnTo>
                  <a:pt x="370" y="757"/>
                </a:lnTo>
                <a:lnTo>
                  <a:pt x="370" y="758"/>
                </a:lnTo>
                <a:lnTo>
                  <a:pt x="369" y="758"/>
                </a:lnTo>
                <a:lnTo>
                  <a:pt x="369" y="759"/>
                </a:lnTo>
                <a:lnTo>
                  <a:pt x="369" y="760"/>
                </a:lnTo>
                <a:lnTo>
                  <a:pt x="369" y="761"/>
                </a:lnTo>
                <a:lnTo>
                  <a:pt x="369" y="762"/>
                </a:lnTo>
                <a:lnTo>
                  <a:pt x="369" y="763"/>
                </a:lnTo>
                <a:lnTo>
                  <a:pt x="370" y="764"/>
                </a:lnTo>
                <a:lnTo>
                  <a:pt x="371" y="765"/>
                </a:lnTo>
                <a:lnTo>
                  <a:pt x="371" y="766"/>
                </a:lnTo>
                <a:lnTo>
                  <a:pt x="372" y="766"/>
                </a:lnTo>
                <a:lnTo>
                  <a:pt x="371" y="767"/>
                </a:lnTo>
                <a:lnTo>
                  <a:pt x="371" y="768"/>
                </a:lnTo>
                <a:lnTo>
                  <a:pt x="371" y="769"/>
                </a:lnTo>
                <a:lnTo>
                  <a:pt x="370" y="769"/>
                </a:lnTo>
                <a:lnTo>
                  <a:pt x="370" y="770"/>
                </a:lnTo>
                <a:lnTo>
                  <a:pt x="369" y="771"/>
                </a:lnTo>
                <a:lnTo>
                  <a:pt x="369" y="772"/>
                </a:lnTo>
                <a:lnTo>
                  <a:pt x="369" y="773"/>
                </a:lnTo>
                <a:lnTo>
                  <a:pt x="368" y="773"/>
                </a:lnTo>
                <a:lnTo>
                  <a:pt x="368" y="774"/>
                </a:lnTo>
                <a:lnTo>
                  <a:pt x="369" y="774"/>
                </a:lnTo>
                <a:lnTo>
                  <a:pt x="369" y="776"/>
                </a:lnTo>
                <a:lnTo>
                  <a:pt x="369" y="777"/>
                </a:lnTo>
                <a:lnTo>
                  <a:pt x="370" y="777"/>
                </a:lnTo>
                <a:lnTo>
                  <a:pt x="370" y="778"/>
                </a:lnTo>
                <a:lnTo>
                  <a:pt x="371" y="778"/>
                </a:lnTo>
                <a:lnTo>
                  <a:pt x="371" y="779"/>
                </a:lnTo>
                <a:lnTo>
                  <a:pt x="372" y="779"/>
                </a:lnTo>
                <a:lnTo>
                  <a:pt x="372" y="780"/>
                </a:lnTo>
                <a:lnTo>
                  <a:pt x="372" y="781"/>
                </a:lnTo>
                <a:lnTo>
                  <a:pt x="372" y="782"/>
                </a:lnTo>
                <a:lnTo>
                  <a:pt x="373" y="782"/>
                </a:lnTo>
                <a:lnTo>
                  <a:pt x="373" y="783"/>
                </a:lnTo>
                <a:lnTo>
                  <a:pt x="372" y="783"/>
                </a:lnTo>
                <a:lnTo>
                  <a:pt x="372" y="784"/>
                </a:lnTo>
                <a:lnTo>
                  <a:pt x="371" y="785"/>
                </a:lnTo>
                <a:lnTo>
                  <a:pt x="370" y="785"/>
                </a:lnTo>
                <a:lnTo>
                  <a:pt x="370" y="784"/>
                </a:lnTo>
                <a:lnTo>
                  <a:pt x="370" y="785"/>
                </a:lnTo>
                <a:lnTo>
                  <a:pt x="369" y="785"/>
                </a:lnTo>
                <a:lnTo>
                  <a:pt x="369" y="786"/>
                </a:lnTo>
                <a:lnTo>
                  <a:pt x="369" y="787"/>
                </a:lnTo>
                <a:lnTo>
                  <a:pt x="368" y="787"/>
                </a:lnTo>
                <a:lnTo>
                  <a:pt x="369" y="788"/>
                </a:lnTo>
                <a:lnTo>
                  <a:pt x="370" y="789"/>
                </a:lnTo>
                <a:lnTo>
                  <a:pt x="370" y="788"/>
                </a:lnTo>
                <a:lnTo>
                  <a:pt x="371" y="788"/>
                </a:lnTo>
                <a:lnTo>
                  <a:pt x="371" y="789"/>
                </a:lnTo>
                <a:lnTo>
                  <a:pt x="371" y="790"/>
                </a:lnTo>
                <a:lnTo>
                  <a:pt x="371" y="791"/>
                </a:lnTo>
                <a:lnTo>
                  <a:pt x="371" y="792"/>
                </a:lnTo>
                <a:lnTo>
                  <a:pt x="372" y="792"/>
                </a:lnTo>
                <a:lnTo>
                  <a:pt x="372" y="793"/>
                </a:lnTo>
                <a:lnTo>
                  <a:pt x="372" y="794"/>
                </a:lnTo>
                <a:lnTo>
                  <a:pt x="373" y="794"/>
                </a:lnTo>
                <a:lnTo>
                  <a:pt x="373" y="795"/>
                </a:lnTo>
                <a:lnTo>
                  <a:pt x="373" y="796"/>
                </a:lnTo>
                <a:lnTo>
                  <a:pt x="373" y="797"/>
                </a:lnTo>
                <a:lnTo>
                  <a:pt x="372" y="797"/>
                </a:lnTo>
                <a:lnTo>
                  <a:pt x="371" y="796"/>
                </a:lnTo>
                <a:lnTo>
                  <a:pt x="370" y="797"/>
                </a:lnTo>
                <a:lnTo>
                  <a:pt x="370" y="798"/>
                </a:lnTo>
                <a:lnTo>
                  <a:pt x="369" y="799"/>
                </a:lnTo>
                <a:lnTo>
                  <a:pt x="369" y="800"/>
                </a:lnTo>
                <a:lnTo>
                  <a:pt x="369" y="801"/>
                </a:lnTo>
                <a:lnTo>
                  <a:pt x="369" y="802"/>
                </a:lnTo>
                <a:lnTo>
                  <a:pt x="370" y="802"/>
                </a:lnTo>
                <a:lnTo>
                  <a:pt x="370" y="803"/>
                </a:lnTo>
                <a:lnTo>
                  <a:pt x="369" y="803"/>
                </a:lnTo>
                <a:lnTo>
                  <a:pt x="369" y="804"/>
                </a:lnTo>
                <a:lnTo>
                  <a:pt x="368" y="804"/>
                </a:lnTo>
                <a:lnTo>
                  <a:pt x="367" y="804"/>
                </a:lnTo>
                <a:lnTo>
                  <a:pt x="367" y="805"/>
                </a:lnTo>
                <a:lnTo>
                  <a:pt x="366" y="805"/>
                </a:lnTo>
                <a:lnTo>
                  <a:pt x="365" y="804"/>
                </a:lnTo>
                <a:lnTo>
                  <a:pt x="364" y="805"/>
                </a:lnTo>
                <a:lnTo>
                  <a:pt x="363" y="805"/>
                </a:lnTo>
                <a:lnTo>
                  <a:pt x="362" y="805"/>
                </a:lnTo>
                <a:lnTo>
                  <a:pt x="361" y="805"/>
                </a:lnTo>
                <a:lnTo>
                  <a:pt x="360" y="805"/>
                </a:lnTo>
                <a:lnTo>
                  <a:pt x="359" y="805"/>
                </a:lnTo>
                <a:lnTo>
                  <a:pt x="358" y="805"/>
                </a:lnTo>
                <a:lnTo>
                  <a:pt x="357" y="806"/>
                </a:lnTo>
                <a:lnTo>
                  <a:pt x="357" y="805"/>
                </a:lnTo>
                <a:lnTo>
                  <a:pt x="356" y="805"/>
                </a:lnTo>
                <a:lnTo>
                  <a:pt x="355" y="805"/>
                </a:lnTo>
                <a:lnTo>
                  <a:pt x="353" y="805"/>
                </a:lnTo>
                <a:lnTo>
                  <a:pt x="353" y="806"/>
                </a:lnTo>
                <a:lnTo>
                  <a:pt x="352" y="806"/>
                </a:lnTo>
                <a:lnTo>
                  <a:pt x="351" y="806"/>
                </a:lnTo>
                <a:lnTo>
                  <a:pt x="351" y="807"/>
                </a:lnTo>
                <a:lnTo>
                  <a:pt x="350" y="807"/>
                </a:lnTo>
                <a:lnTo>
                  <a:pt x="349" y="806"/>
                </a:lnTo>
                <a:lnTo>
                  <a:pt x="345" y="806"/>
                </a:lnTo>
                <a:lnTo>
                  <a:pt x="344" y="806"/>
                </a:lnTo>
                <a:lnTo>
                  <a:pt x="343" y="806"/>
                </a:lnTo>
                <a:lnTo>
                  <a:pt x="342" y="806"/>
                </a:lnTo>
                <a:lnTo>
                  <a:pt x="341" y="805"/>
                </a:lnTo>
                <a:lnTo>
                  <a:pt x="341" y="804"/>
                </a:lnTo>
                <a:lnTo>
                  <a:pt x="341" y="803"/>
                </a:lnTo>
                <a:lnTo>
                  <a:pt x="341" y="802"/>
                </a:lnTo>
                <a:lnTo>
                  <a:pt x="340" y="802"/>
                </a:lnTo>
                <a:lnTo>
                  <a:pt x="340" y="801"/>
                </a:lnTo>
                <a:lnTo>
                  <a:pt x="339" y="801"/>
                </a:lnTo>
                <a:lnTo>
                  <a:pt x="338" y="801"/>
                </a:lnTo>
                <a:lnTo>
                  <a:pt x="338" y="800"/>
                </a:lnTo>
                <a:lnTo>
                  <a:pt x="339" y="800"/>
                </a:lnTo>
                <a:lnTo>
                  <a:pt x="340" y="800"/>
                </a:lnTo>
                <a:lnTo>
                  <a:pt x="340" y="799"/>
                </a:lnTo>
                <a:lnTo>
                  <a:pt x="341" y="799"/>
                </a:lnTo>
                <a:lnTo>
                  <a:pt x="340" y="798"/>
                </a:lnTo>
                <a:lnTo>
                  <a:pt x="340" y="797"/>
                </a:lnTo>
                <a:lnTo>
                  <a:pt x="339" y="797"/>
                </a:lnTo>
                <a:lnTo>
                  <a:pt x="338" y="796"/>
                </a:lnTo>
                <a:lnTo>
                  <a:pt x="337" y="796"/>
                </a:lnTo>
                <a:lnTo>
                  <a:pt x="336" y="796"/>
                </a:lnTo>
                <a:lnTo>
                  <a:pt x="335" y="795"/>
                </a:lnTo>
                <a:lnTo>
                  <a:pt x="334" y="795"/>
                </a:lnTo>
                <a:lnTo>
                  <a:pt x="333" y="795"/>
                </a:lnTo>
                <a:lnTo>
                  <a:pt x="333" y="794"/>
                </a:lnTo>
                <a:lnTo>
                  <a:pt x="333" y="793"/>
                </a:lnTo>
                <a:lnTo>
                  <a:pt x="334" y="793"/>
                </a:lnTo>
                <a:lnTo>
                  <a:pt x="334" y="792"/>
                </a:lnTo>
                <a:lnTo>
                  <a:pt x="333" y="792"/>
                </a:lnTo>
                <a:lnTo>
                  <a:pt x="333" y="791"/>
                </a:lnTo>
                <a:lnTo>
                  <a:pt x="332" y="791"/>
                </a:lnTo>
                <a:lnTo>
                  <a:pt x="332" y="790"/>
                </a:lnTo>
                <a:lnTo>
                  <a:pt x="331" y="790"/>
                </a:lnTo>
                <a:lnTo>
                  <a:pt x="331" y="789"/>
                </a:lnTo>
                <a:lnTo>
                  <a:pt x="330" y="789"/>
                </a:lnTo>
                <a:lnTo>
                  <a:pt x="329" y="789"/>
                </a:lnTo>
                <a:lnTo>
                  <a:pt x="329" y="788"/>
                </a:lnTo>
                <a:lnTo>
                  <a:pt x="328" y="788"/>
                </a:lnTo>
                <a:lnTo>
                  <a:pt x="327" y="788"/>
                </a:lnTo>
                <a:lnTo>
                  <a:pt x="327" y="787"/>
                </a:lnTo>
                <a:lnTo>
                  <a:pt x="326" y="787"/>
                </a:lnTo>
                <a:lnTo>
                  <a:pt x="326" y="786"/>
                </a:lnTo>
                <a:lnTo>
                  <a:pt x="325" y="786"/>
                </a:lnTo>
                <a:lnTo>
                  <a:pt x="325" y="785"/>
                </a:lnTo>
                <a:lnTo>
                  <a:pt x="324" y="785"/>
                </a:lnTo>
                <a:lnTo>
                  <a:pt x="324" y="784"/>
                </a:lnTo>
                <a:lnTo>
                  <a:pt x="323" y="783"/>
                </a:lnTo>
                <a:lnTo>
                  <a:pt x="322" y="783"/>
                </a:lnTo>
                <a:lnTo>
                  <a:pt x="322" y="782"/>
                </a:lnTo>
                <a:lnTo>
                  <a:pt x="321" y="782"/>
                </a:lnTo>
                <a:lnTo>
                  <a:pt x="320" y="782"/>
                </a:lnTo>
                <a:lnTo>
                  <a:pt x="320" y="781"/>
                </a:lnTo>
                <a:lnTo>
                  <a:pt x="319" y="781"/>
                </a:lnTo>
                <a:lnTo>
                  <a:pt x="319" y="780"/>
                </a:lnTo>
                <a:lnTo>
                  <a:pt x="318" y="781"/>
                </a:lnTo>
                <a:lnTo>
                  <a:pt x="318" y="780"/>
                </a:lnTo>
                <a:lnTo>
                  <a:pt x="317" y="780"/>
                </a:lnTo>
                <a:lnTo>
                  <a:pt x="317" y="779"/>
                </a:lnTo>
                <a:lnTo>
                  <a:pt x="316" y="779"/>
                </a:lnTo>
                <a:lnTo>
                  <a:pt x="315" y="779"/>
                </a:lnTo>
                <a:lnTo>
                  <a:pt x="314" y="778"/>
                </a:lnTo>
                <a:lnTo>
                  <a:pt x="313" y="778"/>
                </a:lnTo>
                <a:lnTo>
                  <a:pt x="312" y="778"/>
                </a:lnTo>
                <a:lnTo>
                  <a:pt x="312" y="779"/>
                </a:lnTo>
                <a:lnTo>
                  <a:pt x="311" y="779"/>
                </a:lnTo>
                <a:lnTo>
                  <a:pt x="311" y="778"/>
                </a:lnTo>
                <a:lnTo>
                  <a:pt x="310" y="778"/>
                </a:lnTo>
                <a:lnTo>
                  <a:pt x="309" y="778"/>
                </a:lnTo>
                <a:lnTo>
                  <a:pt x="307" y="778"/>
                </a:lnTo>
                <a:lnTo>
                  <a:pt x="306" y="778"/>
                </a:lnTo>
                <a:lnTo>
                  <a:pt x="306" y="777"/>
                </a:lnTo>
                <a:lnTo>
                  <a:pt x="305" y="777"/>
                </a:lnTo>
                <a:lnTo>
                  <a:pt x="304" y="776"/>
                </a:lnTo>
                <a:lnTo>
                  <a:pt x="303" y="775"/>
                </a:lnTo>
                <a:lnTo>
                  <a:pt x="303" y="774"/>
                </a:lnTo>
                <a:lnTo>
                  <a:pt x="302" y="774"/>
                </a:lnTo>
                <a:lnTo>
                  <a:pt x="302" y="773"/>
                </a:lnTo>
                <a:lnTo>
                  <a:pt x="301" y="773"/>
                </a:lnTo>
                <a:lnTo>
                  <a:pt x="301" y="772"/>
                </a:lnTo>
                <a:lnTo>
                  <a:pt x="300" y="772"/>
                </a:lnTo>
                <a:lnTo>
                  <a:pt x="299" y="772"/>
                </a:lnTo>
                <a:lnTo>
                  <a:pt x="298" y="772"/>
                </a:lnTo>
                <a:lnTo>
                  <a:pt x="297" y="772"/>
                </a:lnTo>
                <a:lnTo>
                  <a:pt x="296" y="771"/>
                </a:lnTo>
                <a:lnTo>
                  <a:pt x="295" y="771"/>
                </a:lnTo>
                <a:lnTo>
                  <a:pt x="295" y="770"/>
                </a:lnTo>
                <a:lnTo>
                  <a:pt x="294" y="769"/>
                </a:lnTo>
                <a:lnTo>
                  <a:pt x="293" y="769"/>
                </a:lnTo>
                <a:lnTo>
                  <a:pt x="293" y="768"/>
                </a:lnTo>
                <a:lnTo>
                  <a:pt x="293" y="767"/>
                </a:lnTo>
                <a:lnTo>
                  <a:pt x="293" y="766"/>
                </a:lnTo>
                <a:lnTo>
                  <a:pt x="292" y="766"/>
                </a:lnTo>
                <a:lnTo>
                  <a:pt x="292" y="765"/>
                </a:lnTo>
                <a:lnTo>
                  <a:pt x="291" y="766"/>
                </a:lnTo>
                <a:lnTo>
                  <a:pt x="290" y="766"/>
                </a:lnTo>
                <a:lnTo>
                  <a:pt x="288" y="766"/>
                </a:lnTo>
                <a:lnTo>
                  <a:pt x="286" y="766"/>
                </a:lnTo>
                <a:lnTo>
                  <a:pt x="286" y="765"/>
                </a:lnTo>
                <a:lnTo>
                  <a:pt x="285" y="765"/>
                </a:lnTo>
                <a:lnTo>
                  <a:pt x="284" y="764"/>
                </a:lnTo>
                <a:lnTo>
                  <a:pt x="284" y="763"/>
                </a:lnTo>
                <a:lnTo>
                  <a:pt x="283" y="763"/>
                </a:lnTo>
                <a:lnTo>
                  <a:pt x="282" y="763"/>
                </a:lnTo>
                <a:lnTo>
                  <a:pt x="281" y="761"/>
                </a:lnTo>
                <a:lnTo>
                  <a:pt x="280" y="761"/>
                </a:lnTo>
                <a:lnTo>
                  <a:pt x="280" y="760"/>
                </a:lnTo>
                <a:lnTo>
                  <a:pt x="280" y="761"/>
                </a:lnTo>
                <a:lnTo>
                  <a:pt x="279" y="760"/>
                </a:lnTo>
                <a:lnTo>
                  <a:pt x="279" y="759"/>
                </a:lnTo>
                <a:lnTo>
                  <a:pt x="278" y="759"/>
                </a:lnTo>
                <a:lnTo>
                  <a:pt x="277" y="759"/>
                </a:lnTo>
                <a:lnTo>
                  <a:pt x="276" y="758"/>
                </a:lnTo>
                <a:lnTo>
                  <a:pt x="275" y="758"/>
                </a:lnTo>
                <a:lnTo>
                  <a:pt x="274" y="758"/>
                </a:lnTo>
                <a:lnTo>
                  <a:pt x="274" y="757"/>
                </a:lnTo>
                <a:lnTo>
                  <a:pt x="273" y="757"/>
                </a:lnTo>
                <a:lnTo>
                  <a:pt x="272" y="757"/>
                </a:lnTo>
                <a:lnTo>
                  <a:pt x="272" y="756"/>
                </a:lnTo>
                <a:lnTo>
                  <a:pt x="271" y="756"/>
                </a:lnTo>
                <a:lnTo>
                  <a:pt x="271" y="755"/>
                </a:lnTo>
                <a:lnTo>
                  <a:pt x="272" y="755"/>
                </a:lnTo>
                <a:lnTo>
                  <a:pt x="272" y="754"/>
                </a:lnTo>
                <a:lnTo>
                  <a:pt x="272" y="753"/>
                </a:lnTo>
                <a:lnTo>
                  <a:pt x="271" y="752"/>
                </a:lnTo>
                <a:lnTo>
                  <a:pt x="271" y="751"/>
                </a:lnTo>
                <a:lnTo>
                  <a:pt x="270" y="751"/>
                </a:lnTo>
                <a:lnTo>
                  <a:pt x="269" y="751"/>
                </a:lnTo>
                <a:lnTo>
                  <a:pt x="269" y="750"/>
                </a:lnTo>
                <a:lnTo>
                  <a:pt x="269" y="749"/>
                </a:lnTo>
                <a:lnTo>
                  <a:pt x="268" y="749"/>
                </a:lnTo>
                <a:lnTo>
                  <a:pt x="267" y="749"/>
                </a:lnTo>
                <a:lnTo>
                  <a:pt x="267" y="750"/>
                </a:lnTo>
                <a:lnTo>
                  <a:pt x="266" y="750"/>
                </a:lnTo>
                <a:lnTo>
                  <a:pt x="265" y="750"/>
                </a:lnTo>
                <a:lnTo>
                  <a:pt x="264" y="750"/>
                </a:lnTo>
                <a:lnTo>
                  <a:pt x="263" y="750"/>
                </a:lnTo>
                <a:lnTo>
                  <a:pt x="262" y="750"/>
                </a:lnTo>
                <a:lnTo>
                  <a:pt x="261" y="750"/>
                </a:lnTo>
                <a:lnTo>
                  <a:pt x="260" y="750"/>
                </a:lnTo>
                <a:lnTo>
                  <a:pt x="259" y="751"/>
                </a:lnTo>
                <a:lnTo>
                  <a:pt x="258" y="751"/>
                </a:lnTo>
                <a:lnTo>
                  <a:pt x="258" y="750"/>
                </a:lnTo>
                <a:lnTo>
                  <a:pt x="257" y="750"/>
                </a:lnTo>
                <a:lnTo>
                  <a:pt x="257" y="751"/>
                </a:lnTo>
                <a:lnTo>
                  <a:pt x="256" y="752"/>
                </a:lnTo>
                <a:lnTo>
                  <a:pt x="256" y="753"/>
                </a:lnTo>
                <a:lnTo>
                  <a:pt x="255" y="753"/>
                </a:lnTo>
                <a:lnTo>
                  <a:pt x="253" y="753"/>
                </a:lnTo>
                <a:lnTo>
                  <a:pt x="253" y="752"/>
                </a:lnTo>
                <a:lnTo>
                  <a:pt x="252" y="752"/>
                </a:lnTo>
                <a:lnTo>
                  <a:pt x="252" y="751"/>
                </a:lnTo>
                <a:lnTo>
                  <a:pt x="251" y="751"/>
                </a:lnTo>
                <a:lnTo>
                  <a:pt x="250" y="751"/>
                </a:lnTo>
                <a:lnTo>
                  <a:pt x="249" y="750"/>
                </a:lnTo>
                <a:lnTo>
                  <a:pt x="249" y="749"/>
                </a:lnTo>
                <a:lnTo>
                  <a:pt x="248" y="748"/>
                </a:lnTo>
                <a:lnTo>
                  <a:pt x="247" y="748"/>
                </a:lnTo>
                <a:lnTo>
                  <a:pt x="247" y="749"/>
                </a:lnTo>
                <a:lnTo>
                  <a:pt x="246" y="749"/>
                </a:lnTo>
                <a:lnTo>
                  <a:pt x="246" y="750"/>
                </a:lnTo>
                <a:lnTo>
                  <a:pt x="245" y="750"/>
                </a:lnTo>
                <a:lnTo>
                  <a:pt x="245" y="751"/>
                </a:lnTo>
                <a:lnTo>
                  <a:pt x="244" y="752"/>
                </a:lnTo>
                <a:lnTo>
                  <a:pt x="243" y="752"/>
                </a:lnTo>
                <a:lnTo>
                  <a:pt x="243" y="753"/>
                </a:lnTo>
                <a:lnTo>
                  <a:pt x="243" y="754"/>
                </a:lnTo>
                <a:lnTo>
                  <a:pt x="242" y="754"/>
                </a:lnTo>
                <a:lnTo>
                  <a:pt x="241" y="753"/>
                </a:lnTo>
                <a:lnTo>
                  <a:pt x="240" y="753"/>
                </a:lnTo>
                <a:lnTo>
                  <a:pt x="240" y="752"/>
                </a:lnTo>
                <a:lnTo>
                  <a:pt x="239" y="752"/>
                </a:lnTo>
                <a:lnTo>
                  <a:pt x="239" y="753"/>
                </a:lnTo>
                <a:lnTo>
                  <a:pt x="239" y="754"/>
                </a:lnTo>
                <a:lnTo>
                  <a:pt x="238" y="754"/>
                </a:lnTo>
                <a:lnTo>
                  <a:pt x="237" y="754"/>
                </a:lnTo>
                <a:lnTo>
                  <a:pt x="236" y="754"/>
                </a:lnTo>
                <a:lnTo>
                  <a:pt x="235" y="754"/>
                </a:lnTo>
                <a:lnTo>
                  <a:pt x="235" y="753"/>
                </a:lnTo>
                <a:lnTo>
                  <a:pt x="234" y="753"/>
                </a:lnTo>
                <a:lnTo>
                  <a:pt x="233" y="753"/>
                </a:lnTo>
                <a:lnTo>
                  <a:pt x="232" y="753"/>
                </a:lnTo>
                <a:lnTo>
                  <a:pt x="231" y="753"/>
                </a:lnTo>
                <a:lnTo>
                  <a:pt x="231" y="754"/>
                </a:lnTo>
                <a:lnTo>
                  <a:pt x="230" y="755"/>
                </a:lnTo>
                <a:lnTo>
                  <a:pt x="229" y="755"/>
                </a:lnTo>
                <a:lnTo>
                  <a:pt x="229" y="754"/>
                </a:lnTo>
                <a:lnTo>
                  <a:pt x="228" y="754"/>
                </a:lnTo>
                <a:lnTo>
                  <a:pt x="228" y="755"/>
                </a:lnTo>
                <a:lnTo>
                  <a:pt x="228" y="756"/>
                </a:lnTo>
                <a:lnTo>
                  <a:pt x="227" y="756"/>
                </a:lnTo>
                <a:lnTo>
                  <a:pt x="227" y="757"/>
                </a:lnTo>
                <a:lnTo>
                  <a:pt x="227" y="758"/>
                </a:lnTo>
                <a:lnTo>
                  <a:pt x="228" y="758"/>
                </a:lnTo>
                <a:lnTo>
                  <a:pt x="228" y="759"/>
                </a:lnTo>
                <a:lnTo>
                  <a:pt x="227" y="759"/>
                </a:lnTo>
                <a:lnTo>
                  <a:pt x="226" y="759"/>
                </a:lnTo>
                <a:lnTo>
                  <a:pt x="226" y="760"/>
                </a:lnTo>
                <a:lnTo>
                  <a:pt x="226" y="761"/>
                </a:lnTo>
                <a:lnTo>
                  <a:pt x="225" y="761"/>
                </a:lnTo>
                <a:lnTo>
                  <a:pt x="224" y="762"/>
                </a:lnTo>
                <a:lnTo>
                  <a:pt x="223" y="762"/>
                </a:lnTo>
                <a:lnTo>
                  <a:pt x="223" y="761"/>
                </a:lnTo>
                <a:lnTo>
                  <a:pt x="222" y="760"/>
                </a:lnTo>
                <a:lnTo>
                  <a:pt x="220" y="758"/>
                </a:lnTo>
                <a:lnTo>
                  <a:pt x="219" y="757"/>
                </a:lnTo>
                <a:lnTo>
                  <a:pt x="218" y="756"/>
                </a:lnTo>
                <a:lnTo>
                  <a:pt x="217" y="755"/>
                </a:lnTo>
                <a:lnTo>
                  <a:pt x="216" y="755"/>
                </a:lnTo>
                <a:lnTo>
                  <a:pt x="215" y="755"/>
                </a:lnTo>
                <a:lnTo>
                  <a:pt x="215" y="756"/>
                </a:lnTo>
                <a:lnTo>
                  <a:pt x="214" y="756"/>
                </a:lnTo>
                <a:lnTo>
                  <a:pt x="213" y="756"/>
                </a:lnTo>
                <a:lnTo>
                  <a:pt x="212" y="755"/>
                </a:lnTo>
                <a:lnTo>
                  <a:pt x="212" y="754"/>
                </a:lnTo>
                <a:lnTo>
                  <a:pt x="211" y="754"/>
                </a:lnTo>
                <a:lnTo>
                  <a:pt x="210" y="753"/>
                </a:lnTo>
                <a:lnTo>
                  <a:pt x="210" y="752"/>
                </a:lnTo>
                <a:lnTo>
                  <a:pt x="209" y="752"/>
                </a:lnTo>
                <a:lnTo>
                  <a:pt x="208" y="751"/>
                </a:lnTo>
                <a:lnTo>
                  <a:pt x="208" y="750"/>
                </a:lnTo>
                <a:lnTo>
                  <a:pt x="208" y="749"/>
                </a:lnTo>
                <a:lnTo>
                  <a:pt x="207" y="749"/>
                </a:lnTo>
                <a:lnTo>
                  <a:pt x="207" y="748"/>
                </a:lnTo>
                <a:lnTo>
                  <a:pt x="206" y="748"/>
                </a:lnTo>
                <a:lnTo>
                  <a:pt x="206" y="747"/>
                </a:lnTo>
                <a:lnTo>
                  <a:pt x="206" y="746"/>
                </a:lnTo>
                <a:lnTo>
                  <a:pt x="205" y="745"/>
                </a:lnTo>
                <a:lnTo>
                  <a:pt x="205" y="744"/>
                </a:lnTo>
                <a:lnTo>
                  <a:pt x="204" y="744"/>
                </a:lnTo>
                <a:lnTo>
                  <a:pt x="204" y="743"/>
                </a:lnTo>
                <a:lnTo>
                  <a:pt x="203" y="742"/>
                </a:lnTo>
                <a:lnTo>
                  <a:pt x="202" y="742"/>
                </a:lnTo>
                <a:lnTo>
                  <a:pt x="202" y="743"/>
                </a:lnTo>
                <a:lnTo>
                  <a:pt x="201" y="743"/>
                </a:lnTo>
                <a:lnTo>
                  <a:pt x="200" y="743"/>
                </a:lnTo>
                <a:lnTo>
                  <a:pt x="199" y="743"/>
                </a:lnTo>
                <a:lnTo>
                  <a:pt x="199" y="742"/>
                </a:lnTo>
                <a:lnTo>
                  <a:pt x="198" y="741"/>
                </a:lnTo>
                <a:lnTo>
                  <a:pt x="198" y="740"/>
                </a:lnTo>
                <a:lnTo>
                  <a:pt x="198" y="739"/>
                </a:lnTo>
                <a:lnTo>
                  <a:pt x="198" y="738"/>
                </a:lnTo>
                <a:lnTo>
                  <a:pt x="197" y="736"/>
                </a:lnTo>
                <a:lnTo>
                  <a:pt x="196" y="736"/>
                </a:lnTo>
                <a:lnTo>
                  <a:pt x="195" y="735"/>
                </a:lnTo>
                <a:lnTo>
                  <a:pt x="194" y="735"/>
                </a:lnTo>
                <a:lnTo>
                  <a:pt x="194" y="734"/>
                </a:lnTo>
                <a:lnTo>
                  <a:pt x="193" y="735"/>
                </a:lnTo>
                <a:lnTo>
                  <a:pt x="192" y="735"/>
                </a:lnTo>
                <a:lnTo>
                  <a:pt x="191" y="735"/>
                </a:lnTo>
                <a:lnTo>
                  <a:pt x="190" y="734"/>
                </a:lnTo>
                <a:lnTo>
                  <a:pt x="189" y="734"/>
                </a:lnTo>
                <a:lnTo>
                  <a:pt x="189" y="735"/>
                </a:lnTo>
                <a:lnTo>
                  <a:pt x="187" y="736"/>
                </a:lnTo>
                <a:lnTo>
                  <a:pt x="186" y="736"/>
                </a:lnTo>
                <a:lnTo>
                  <a:pt x="185" y="736"/>
                </a:lnTo>
                <a:lnTo>
                  <a:pt x="184" y="736"/>
                </a:lnTo>
                <a:lnTo>
                  <a:pt x="184" y="737"/>
                </a:lnTo>
                <a:lnTo>
                  <a:pt x="183" y="737"/>
                </a:lnTo>
                <a:lnTo>
                  <a:pt x="182" y="737"/>
                </a:lnTo>
                <a:lnTo>
                  <a:pt x="181" y="736"/>
                </a:lnTo>
                <a:lnTo>
                  <a:pt x="180" y="736"/>
                </a:lnTo>
                <a:lnTo>
                  <a:pt x="180" y="735"/>
                </a:lnTo>
                <a:lnTo>
                  <a:pt x="180" y="734"/>
                </a:lnTo>
                <a:lnTo>
                  <a:pt x="179" y="733"/>
                </a:lnTo>
                <a:lnTo>
                  <a:pt x="178" y="733"/>
                </a:lnTo>
                <a:lnTo>
                  <a:pt x="178" y="734"/>
                </a:lnTo>
                <a:lnTo>
                  <a:pt x="177" y="734"/>
                </a:lnTo>
                <a:lnTo>
                  <a:pt x="176" y="733"/>
                </a:lnTo>
                <a:lnTo>
                  <a:pt x="176" y="732"/>
                </a:lnTo>
                <a:lnTo>
                  <a:pt x="177" y="732"/>
                </a:lnTo>
                <a:lnTo>
                  <a:pt x="177" y="731"/>
                </a:lnTo>
                <a:lnTo>
                  <a:pt x="177" y="730"/>
                </a:lnTo>
                <a:lnTo>
                  <a:pt x="177" y="729"/>
                </a:lnTo>
                <a:lnTo>
                  <a:pt x="176" y="729"/>
                </a:lnTo>
                <a:lnTo>
                  <a:pt x="175" y="729"/>
                </a:lnTo>
                <a:lnTo>
                  <a:pt x="174" y="727"/>
                </a:lnTo>
                <a:lnTo>
                  <a:pt x="175" y="726"/>
                </a:lnTo>
                <a:lnTo>
                  <a:pt x="174" y="726"/>
                </a:lnTo>
                <a:lnTo>
                  <a:pt x="174" y="725"/>
                </a:lnTo>
                <a:lnTo>
                  <a:pt x="175" y="724"/>
                </a:lnTo>
                <a:lnTo>
                  <a:pt x="175" y="723"/>
                </a:lnTo>
                <a:lnTo>
                  <a:pt x="175" y="722"/>
                </a:lnTo>
                <a:lnTo>
                  <a:pt x="175" y="721"/>
                </a:lnTo>
                <a:lnTo>
                  <a:pt x="174" y="722"/>
                </a:lnTo>
                <a:lnTo>
                  <a:pt x="173" y="721"/>
                </a:lnTo>
                <a:lnTo>
                  <a:pt x="172" y="721"/>
                </a:lnTo>
                <a:lnTo>
                  <a:pt x="171" y="721"/>
                </a:lnTo>
                <a:lnTo>
                  <a:pt x="170" y="721"/>
                </a:lnTo>
                <a:lnTo>
                  <a:pt x="169" y="720"/>
                </a:lnTo>
                <a:lnTo>
                  <a:pt x="169" y="721"/>
                </a:lnTo>
                <a:lnTo>
                  <a:pt x="169" y="722"/>
                </a:lnTo>
                <a:lnTo>
                  <a:pt x="168" y="723"/>
                </a:lnTo>
                <a:lnTo>
                  <a:pt x="167" y="724"/>
                </a:lnTo>
                <a:lnTo>
                  <a:pt x="166" y="724"/>
                </a:lnTo>
                <a:lnTo>
                  <a:pt x="166" y="725"/>
                </a:lnTo>
                <a:lnTo>
                  <a:pt x="165" y="725"/>
                </a:lnTo>
                <a:lnTo>
                  <a:pt x="164" y="725"/>
                </a:lnTo>
                <a:lnTo>
                  <a:pt x="163" y="726"/>
                </a:lnTo>
                <a:lnTo>
                  <a:pt x="162" y="727"/>
                </a:lnTo>
                <a:lnTo>
                  <a:pt x="162" y="728"/>
                </a:lnTo>
                <a:lnTo>
                  <a:pt x="161" y="729"/>
                </a:lnTo>
                <a:lnTo>
                  <a:pt x="161" y="730"/>
                </a:lnTo>
                <a:lnTo>
                  <a:pt x="161" y="731"/>
                </a:lnTo>
                <a:lnTo>
                  <a:pt x="161" y="732"/>
                </a:lnTo>
                <a:lnTo>
                  <a:pt x="161" y="733"/>
                </a:lnTo>
                <a:lnTo>
                  <a:pt x="160" y="733"/>
                </a:lnTo>
                <a:lnTo>
                  <a:pt x="159" y="733"/>
                </a:lnTo>
                <a:lnTo>
                  <a:pt x="159" y="734"/>
                </a:lnTo>
                <a:lnTo>
                  <a:pt x="160" y="734"/>
                </a:lnTo>
                <a:lnTo>
                  <a:pt x="160" y="735"/>
                </a:lnTo>
                <a:lnTo>
                  <a:pt x="159" y="735"/>
                </a:lnTo>
                <a:lnTo>
                  <a:pt x="158" y="734"/>
                </a:lnTo>
                <a:lnTo>
                  <a:pt x="157" y="735"/>
                </a:lnTo>
                <a:lnTo>
                  <a:pt x="157" y="734"/>
                </a:lnTo>
                <a:lnTo>
                  <a:pt x="157" y="733"/>
                </a:lnTo>
                <a:lnTo>
                  <a:pt x="156" y="733"/>
                </a:lnTo>
                <a:lnTo>
                  <a:pt x="156" y="732"/>
                </a:lnTo>
                <a:lnTo>
                  <a:pt x="155" y="732"/>
                </a:lnTo>
                <a:lnTo>
                  <a:pt x="154" y="732"/>
                </a:lnTo>
                <a:lnTo>
                  <a:pt x="154" y="731"/>
                </a:lnTo>
                <a:lnTo>
                  <a:pt x="153" y="730"/>
                </a:lnTo>
                <a:lnTo>
                  <a:pt x="154" y="729"/>
                </a:lnTo>
                <a:lnTo>
                  <a:pt x="153" y="729"/>
                </a:lnTo>
                <a:lnTo>
                  <a:pt x="152" y="728"/>
                </a:lnTo>
                <a:lnTo>
                  <a:pt x="151" y="727"/>
                </a:lnTo>
                <a:lnTo>
                  <a:pt x="150" y="727"/>
                </a:lnTo>
                <a:lnTo>
                  <a:pt x="150" y="728"/>
                </a:lnTo>
                <a:lnTo>
                  <a:pt x="149" y="728"/>
                </a:lnTo>
                <a:lnTo>
                  <a:pt x="149" y="727"/>
                </a:lnTo>
                <a:lnTo>
                  <a:pt x="148" y="727"/>
                </a:lnTo>
                <a:lnTo>
                  <a:pt x="147" y="727"/>
                </a:lnTo>
                <a:lnTo>
                  <a:pt x="146" y="727"/>
                </a:lnTo>
                <a:lnTo>
                  <a:pt x="147" y="726"/>
                </a:lnTo>
                <a:lnTo>
                  <a:pt x="146" y="726"/>
                </a:lnTo>
                <a:lnTo>
                  <a:pt x="146" y="725"/>
                </a:lnTo>
                <a:lnTo>
                  <a:pt x="145" y="725"/>
                </a:lnTo>
                <a:lnTo>
                  <a:pt x="146" y="725"/>
                </a:lnTo>
                <a:lnTo>
                  <a:pt x="146" y="724"/>
                </a:lnTo>
                <a:lnTo>
                  <a:pt x="145" y="724"/>
                </a:lnTo>
                <a:lnTo>
                  <a:pt x="144" y="724"/>
                </a:lnTo>
                <a:lnTo>
                  <a:pt x="144" y="723"/>
                </a:lnTo>
                <a:lnTo>
                  <a:pt x="143" y="723"/>
                </a:lnTo>
                <a:lnTo>
                  <a:pt x="143" y="722"/>
                </a:lnTo>
                <a:lnTo>
                  <a:pt x="142" y="722"/>
                </a:lnTo>
                <a:lnTo>
                  <a:pt x="142" y="721"/>
                </a:lnTo>
                <a:lnTo>
                  <a:pt x="143" y="721"/>
                </a:lnTo>
                <a:lnTo>
                  <a:pt x="144" y="720"/>
                </a:lnTo>
                <a:lnTo>
                  <a:pt x="144" y="719"/>
                </a:lnTo>
                <a:lnTo>
                  <a:pt x="143" y="719"/>
                </a:lnTo>
                <a:lnTo>
                  <a:pt x="144" y="719"/>
                </a:lnTo>
                <a:lnTo>
                  <a:pt x="144" y="718"/>
                </a:lnTo>
                <a:lnTo>
                  <a:pt x="144" y="717"/>
                </a:lnTo>
                <a:lnTo>
                  <a:pt x="144" y="716"/>
                </a:lnTo>
                <a:lnTo>
                  <a:pt x="145" y="716"/>
                </a:lnTo>
                <a:lnTo>
                  <a:pt x="145" y="715"/>
                </a:lnTo>
                <a:lnTo>
                  <a:pt x="144" y="715"/>
                </a:lnTo>
                <a:lnTo>
                  <a:pt x="144" y="714"/>
                </a:lnTo>
                <a:lnTo>
                  <a:pt x="144" y="713"/>
                </a:lnTo>
                <a:lnTo>
                  <a:pt x="144" y="711"/>
                </a:lnTo>
                <a:lnTo>
                  <a:pt x="144" y="710"/>
                </a:lnTo>
                <a:lnTo>
                  <a:pt x="144" y="709"/>
                </a:lnTo>
                <a:lnTo>
                  <a:pt x="144" y="708"/>
                </a:lnTo>
                <a:lnTo>
                  <a:pt x="143" y="708"/>
                </a:lnTo>
                <a:lnTo>
                  <a:pt x="142" y="708"/>
                </a:lnTo>
                <a:lnTo>
                  <a:pt x="141" y="708"/>
                </a:lnTo>
                <a:lnTo>
                  <a:pt x="141" y="707"/>
                </a:lnTo>
                <a:lnTo>
                  <a:pt x="141" y="706"/>
                </a:lnTo>
                <a:lnTo>
                  <a:pt x="141" y="705"/>
                </a:lnTo>
                <a:lnTo>
                  <a:pt x="142" y="705"/>
                </a:lnTo>
                <a:lnTo>
                  <a:pt x="141" y="705"/>
                </a:lnTo>
                <a:lnTo>
                  <a:pt x="141" y="704"/>
                </a:lnTo>
                <a:lnTo>
                  <a:pt x="140" y="703"/>
                </a:lnTo>
                <a:lnTo>
                  <a:pt x="139" y="704"/>
                </a:lnTo>
                <a:lnTo>
                  <a:pt x="138" y="704"/>
                </a:lnTo>
                <a:lnTo>
                  <a:pt x="138" y="703"/>
                </a:lnTo>
                <a:lnTo>
                  <a:pt x="137" y="703"/>
                </a:lnTo>
                <a:lnTo>
                  <a:pt x="137" y="702"/>
                </a:lnTo>
                <a:lnTo>
                  <a:pt x="136" y="702"/>
                </a:lnTo>
                <a:lnTo>
                  <a:pt x="136" y="703"/>
                </a:lnTo>
                <a:lnTo>
                  <a:pt x="135" y="704"/>
                </a:lnTo>
                <a:lnTo>
                  <a:pt x="134" y="704"/>
                </a:lnTo>
                <a:lnTo>
                  <a:pt x="133" y="704"/>
                </a:lnTo>
                <a:lnTo>
                  <a:pt x="133" y="703"/>
                </a:lnTo>
                <a:lnTo>
                  <a:pt x="132" y="703"/>
                </a:lnTo>
                <a:lnTo>
                  <a:pt x="131" y="703"/>
                </a:lnTo>
                <a:lnTo>
                  <a:pt x="131" y="704"/>
                </a:lnTo>
                <a:lnTo>
                  <a:pt x="130" y="704"/>
                </a:lnTo>
                <a:lnTo>
                  <a:pt x="128" y="704"/>
                </a:lnTo>
                <a:lnTo>
                  <a:pt x="127" y="704"/>
                </a:lnTo>
                <a:lnTo>
                  <a:pt x="127" y="703"/>
                </a:lnTo>
                <a:lnTo>
                  <a:pt x="126" y="702"/>
                </a:lnTo>
                <a:lnTo>
                  <a:pt x="126" y="703"/>
                </a:lnTo>
                <a:lnTo>
                  <a:pt x="125" y="703"/>
                </a:lnTo>
                <a:lnTo>
                  <a:pt x="124" y="702"/>
                </a:lnTo>
                <a:lnTo>
                  <a:pt x="123" y="702"/>
                </a:lnTo>
                <a:lnTo>
                  <a:pt x="122" y="703"/>
                </a:lnTo>
                <a:lnTo>
                  <a:pt x="121" y="703"/>
                </a:lnTo>
                <a:lnTo>
                  <a:pt x="121" y="704"/>
                </a:lnTo>
                <a:lnTo>
                  <a:pt x="120" y="704"/>
                </a:lnTo>
                <a:lnTo>
                  <a:pt x="119" y="704"/>
                </a:lnTo>
                <a:lnTo>
                  <a:pt x="117" y="704"/>
                </a:lnTo>
                <a:lnTo>
                  <a:pt x="116" y="705"/>
                </a:lnTo>
                <a:lnTo>
                  <a:pt x="116" y="704"/>
                </a:lnTo>
                <a:lnTo>
                  <a:pt x="116" y="703"/>
                </a:lnTo>
                <a:lnTo>
                  <a:pt x="116" y="702"/>
                </a:lnTo>
                <a:lnTo>
                  <a:pt x="116" y="701"/>
                </a:lnTo>
                <a:lnTo>
                  <a:pt x="115" y="701"/>
                </a:lnTo>
                <a:lnTo>
                  <a:pt x="113" y="701"/>
                </a:lnTo>
                <a:lnTo>
                  <a:pt x="112" y="701"/>
                </a:lnTo>
                <a:lnTo>
                  <a:pt x="111" y="701"/>
                </a:lnTo>
                <a:lnTo>
                  <a:pt x="110" y="702"/>
                </a:lnTo>
                <a:lnTo>
                  <a:pt x="109" y="703"/>
                </a:lnTo>
                <a:lnTo>
                  <a:pt x="108" y="704"/>
                </a:lnTo>
                <a:lnTo>
                  <a:pt x="107" y="704"/>
                </a:lnTo>
                <a:lnTo>
                  <a:pt x="106" y="704"/>
                </a:lnTo>
                <a:lnTo>
                  <a:pt x="106" y="705"/>
                </a:lnTo>
                <a:lnTo>
                  <a:pt x="105" y="706"/>
                </a:lnTo>
                <a:lnTo>
                  <a:pt x="104" y="706"/>
                </a:lnTo>
                <a:lnTo>
                  <a:pt x="103" y="706"/>
                </a:lnTo>
                <a:lnTo>
                  <a:pt x="102" y="707"/>
                </a:lnTo>
                <a:lnTo>
                  <a:pt x="101" y="707"/>
                </a:lnTo>
                <a:lnTo>
                  <a:pt x="100" y="706"/>
                </a:lnTo>
                <a:lnTo>
                  <a:pt x="99" y="706"/>
                </a:lnTo>
                <a:lnTo>
                  <a:pt x="98" y="706"/>
                </a:lnTo>
                <a:lnTo>
                  <a:pt x="97" y="707"/>
                </a:lnTo>
                <a:lnTo>
                  <a:pt x="96" y="708"/>
                </a:lnTo>
                <a:lnTo>
                  <a:pt x="95" y="708"/>
                </a:lnTo>
                <a:lnTo>
                  <a:pt x="95" y="707"/>
                </a:lnTo>
                <a:lnTo>
                  <a:pt x="94" y="708"/>
                </a:lnTo>
                <a:lnTo>
                  <a:pt x="93" y="708"/>
                </a:lnTo>
                <a:lnTo>
                  <a:pt x="92" y="708"/>
                </a:lnTo>
                <a:lnTo>
                  <a:pt x="91" y="709"/>
                </a:lnTo>
                <a:lnTo>
                  <a:pt x="90" y="709"/>
                </a:lnTo>
                <a:lnTo>
                  <a:pt x="90" y="710"/>
                </a:lnTo>
                <a:lnTo>
                  <a:pt x="88" y="710"/>
                </a:lnTo>
                <a:lnTo>
                  <a:pt x="87" y="710"/>
                </a:lnTo>
                <a:lnTo>
                  <a:pt x="87" y="709"/>
                </a:lnTo>
                <a:lnTo>
                  <a:pt x="86" y="709"/>
                </a:lnTo>
                <a:lnTo>
                  <a:pt x="86" y="710"/>
                </a:lnTo>
                <a:lnTo>
                  <a:pt x="86" y="711"/>
                </a:lnTo>
                <a:lnTo>
                  <a:pt x="86" y="712"/>
                </a:lnTo>
                <a:lnTo>
                  <a:pt x="85" y="712"/>
                </a:lnTo>
                <a:lnTo>
                  <a:pt x="84" y="713"/>
                </a:lnTo>
                <a:lnTo>
                  <a:pt x="83" y="713"/>
                </a:lnTo>
                <a:lnTo>
                  <a:pt x="82" y="713"/>
                </a:lnTo>
                <a:lnTo>
                  <a:pt x="81" y="713"/>
                </a:lnTo>
                <a:lnTo>
                  <a:pt x="80" y="711"/>
                </a:lnTo>
                <a:lnTo>
                  <a:pt x="80" y="710"/>
                </a:lnTo>
                <a:lnTo>
                  <a:pt x="79" y="709"/>
                </a:lnTo>
                <a:lnTo>
                  <a:pt x="78" y="709"/>
                </a:lnTo>
                <a:lnTo>
                  <a:pt x="77" y="708"/>
                </a:lnTo>
                <a:lnTo>
                  <a:pt x="76" y="708"/>
                </a:lnTo>
                <a:lnTo>
                  <a:pt x="75" y="708"/>
                </a:lnTo>
                <a:lnTo>
                  <a:pt x="74" y="708"/>
                </a:lnTo>
                <a:lnTo>
                  <a:pt x="73" y="708"/>
                </a:lnTo>
                <a:lnTo>
                  <a:pt x="73" y="707"/>
                </a:lnTo>
                <a:lnTo>
                  <a:pt x="72" y="707"/>
                </a:lnTo>
                <a:lnTo>
                  <a:pt x="72" y="708"/>
                </a:lnTo>
                <a:lnTo>
                  <a:pt x="71" y="708"/>
                </a:lnTo>
                <a:lnTo>
                  <a:pt x="70" y="708"/>
                </a:lnTo>
                <a:lnTo>
                  <a:pt x="70" y="707"/>
                </a:lnTo>
                <a:lnTo>
                  <a:pt x="69" y="707"/>
                </a:lnTo>
                <a:lnTo>
                  <a:pt x="69" y="706"/>
                </a:lnTo>
                <a:lnTo>
                  <a:pt x="69" y="705"/>
                </a:lnTo>
                <a:lnTo>
                  <a:pt x="68" y="705"/>
                </a:lnTo>
                <a:lnTo>
                  <a:pt x="67" y="706"/>
                </a:lnTo>
                <a:lnTo>
                  <a:pt x="66" y="706"/>
                </a:lnTo>
                <a:lnTo>
                  <a:pt x="65" y="706"/>
                </a:lnTo>
                <a:lnTo>
                  <a:pt x="65" y="705"/>
                </a:lnTo>
                <a:lnTo>
                  <a:pt x="64" y="705"/>
                </a:lnTo>
                <a:lnTo>
                  <a:pt x="62" y="705"/>
                </a:lnTo>
                <a:lnTo>
                  <a:pt x="62" y="706"/>
                </a:lnTo>
                <a:lnTo>
                  <a:pt x="62" y="705"/>
                </a:lnTo>
                <a:lnTo>
                  <a:pt x="61" y="705"/>
                </a:lnTo>
                <a:lnTo>
                  <a:pt x="61" y="704"/>
                </a:lnTo>
                <a:lnTo>
                  <a:pt x="60" y="704"/>
                </a:lnTo>
                <a:lnTo>
                  <a:pt x="59" y="704"/>
                </a:lnTo>
                <a:lnTo>
                  <a:pt x="59" y="703"/>
                </a:lnTo>
                <a:lnTo>
                  <a:pt x="58" y="703"/>
                </a:lnTo>
                <a:lnTo>
                  <a:pt x="57" y="703"/>
                </a:lnTo>
                <a:lnTo>
                  <a:pt x="57" y="702"/>
                </a:lnTo>
                <a:lnTo>
                  <a:pt x="57" y="703"/>
                </a:lnTo>
                <a:lnTo>
                  <a:pt x="56" y="703"/>
                </a:lnTo>
                <a:lnTo>
                  <a:pt x="55" y="703"/>
                </a:lnTo>
                <a:lnTo>
                  <a:pt x="55" y="702"/>
                </a:lnTo>
                <a:lnTo>
                  <a:pt x="55" y="701"/>
                </a:lnTo>
                <a:lnTo>
                  <a:pt x="54" y="701"/>
                </a:lnTo>
                <a:lnTo>
                  <a:pt x="54" y="700"/>
                </a:lnTo>
                <a:lnTo>
                  <a:pt x="53" y="700"/>
                </a:lnTo>
                <a:lnTo>
                  <a:pt x="52" y="700"/>
                </a:lnTo>
                <a:lnTo>
                  <a:pt x="52" y="699"/>
                </a:lnTo>
                <a:lnTo>
                  <a:pt x="52" y="698"/>
                </a:lnTo>
                <a:lnTo>
                  <a:pt x="51" y="698"/>
                </a:lnTo>
                <a:lnTo>
                  <a:pt x="51" y="697"/>
                </a:lnTo>
                <a:lnTo>
                  <a:pt x="51" y="696"/>
                </a:lnTo>
                <a:lnTo>
                  <a:pt x="52" y="696"/>
                </a:lnTo>
                <a:lnTo>
                  <a:pt x="53" y="696"/>
                </a:lnTo>
                <a:lnTo>
                  <a:pt x="54" y="696"/>
                </a:lnTo>
                <a:lnTo>
                  <a:pt x="54" y="695"/>
                </a:lnTo>
                <a:lnTo>
                  <a:pt x="54" y="694"/>
                </a:lnTo>
                <a:lnTo>
                  <a:pt x="54" y="693"/>
                </a:lnTo>
                <a:lnTo>
                  <a:pt x="54" y="692"/>
                </a:lnTo>
                <a:lnTo>
                  <a:pt x="53" y="692"/>
                </a:lnTo>
                <a:lnTo>
                  <a:pt x="52" y="692"/>
                </a:lnTo>
                <a:lnTo>
                  <a:pt x="51" y="691"/>
                </a:lnTo>
                <a:lnTo>
                  <a:pt x="50" y="690"/>
                </a:lnTo>
                <a:lnTo>
                  <a:pt x="50" y="689"/>
                </a:lnTo>
                <a:lnTo>
                  <a:pt x="49" y="688"/>
                </a:lnTo>
                <a:lnTo>
                  <a:pt x="49" y="689"/>
                </a:lnTo>
                <a:lnTo>
                  <a:pt x="48" y="689"/>
                </a:lnTo>
                <a:lnTo>
                  <a:pt x="47" y="689"/>
                </a:lnTo>
                <a:lnTo>
                  <a:pt x="47" y="690"/>
                </a:lnTo>
                <a:lnTo>
                  <a:pt x="47" y="691"/>
                </a:lnTo>
                <a:lnTo>
                  <a:pt x="46" y="691"/>
                </a:lnTo>
                <a:lnTo>
                  <a:pt x="46" y="692"/>
                </a:lnTo>
                <a:lnTo>
                  <a:pt x="45" y="692"/>
                </a:lnTo>
                <a:lnTo>
                  <a:pt x="44" y="691"/>
                </a:lnTo>
                <a:lnTo>
                  <a:pt x="44" y="690"/>
                </a:lnTo>
                <a:lnTo>
                  <a:pt x="43" y="690"/>
                </a:lnTo>
                <a:lnTo>
                  <a:pt x="42" y="690"/>
                </a:lnTo>
                <a:lnTo>
                  <a:pt x="42" y="691"/>
                </a:lnTo>
                <a:lnTo>
                  <a:pt x="41" y="691"/>
                </a:lnTo>
                <a:lnTo>
                  <a:pt x="40" y="691"/>
                </a:lnTo>
                <a:lnTo>
                  <a:pt x="39" y="692"/>
                </a:lnTo>
                <a:lnTo>
                  <a:pt x="38" y="692"/>
                </a:lnTo>
                <a:lnTo>
                  <a:pt x="37" y="691"/>
                </a:lnTo>
                <a:lnTo>
                  <a:pt x="36" y="691"/>
                </a:lnTo>
                <a:lnTo>
                  <a:pt x="35" y="691"/>
                </a:lnTo>
                <a:lnTo>
                  <a:pt x="34" y="691"/>
                </a:lnTo>
                <a:lnTo>
                  <a:pt x="34" y="692"/>
                </a:lnTo>
                <a:lnTo>
                  <a:pt x="33" y="692"/>
                </a:lnTo>
                <a:lnTo>
                  <a:pt x="32" y="692"/>
                </a:lnTo>
                <a:lnTo>
                  <a:pt x="32" y="693"/>
                </a:lnTo>
                <a:lnTo>
                  <a:pt x="31" y="693"/>
                </a:lnTo>
                <a:lnTo>
                  <a:pt x="31" y="692"/>
                </a:lnTo>
                <a:lnTo>
                  <a:pt x="30" y="692"/>
                </a:lnTo>
                <a:lnTo>
                  <a:pt x="29" y="693"/>
                </a:lnTo>
                <a:lnTo>
                  <a:pt x="30" y="694"/>
                </a:lnTo>
                <a:lnTo>
                  <a:pt x="29" y="695"/>
                </a:lnTo>
                <a:lnTo>
                  <a:pt x="29" y="696"/>
                </a:lnTo>
                <a:lnTo>
                  <a:pt x="29" y="697"/>
                </a:lnTo>
                <a:lnTo>
                  <a:pt x="29" y="698"/>
                </a:lnTo>
                <a:lnTo>
                  <a:pt x="29" y="697"/>
                </a:lnTo>
                <a:lnTo>
                  <a:pt x="28" y="697"/>
                </a:lnTo>
                <a:lnTo>
                  <a:pt x="28" y="698"/>
                </a:lnTo>
                <a:lnTo>
                  <a:pt x="27" y="699"/>
                </a:lnTo>
                <a:lnTo>
                  <a:pt x="26" y="699"/>
                </a:lnTo>
                <a:lnTo>
                  <a:pt x="26" y="700"/>
                </a:lnTo>
                <a:lnTo>
                  <a:pt x="25" y="699"/>
                </a:lnTo>
                <a:lnTo>
                  <a:pt x="25" y="698"/>
                </a:lnTo>
                <a:lnTo>
                  <a:pt x="24" y="698"/>
                </a:lnTo>
                <a:lnTo>
                  <a:pt x="23" y="698"/>
                </a:lnTo>
                <a:lnTo>
                  <a:pt x="22" y="699"/>
                </a:lnTo>
                <a:lnTo>
                  <a:pt x="21" y="699"/>
                </a:lnTo>
                <a:lnTo>
                  <a:pt x="20" y="699"/>
                </a:lnTo>
                <a:lnTo>
                  <a:pt x="19" y="699"/>
                </a:lnTo>
                <a:lnTo>
                  <a:pt x="19" y="700"/>
                </a:lnTo>
                <a:lnTo>
                  <a:pt x="19" y="701"/>
                </a:lnTo>
                <a:lnTo>
                  <a:pt x="18" y="701"/>
                </a:lnTo>
                <a:lnTo>
                  <a:pt x="17" y="701"/>
                </a:lnTo>
                <a:lnTo>
                  <a:pt x="16" y="702"/>
                </a:lnTo>
                <a:lnTo>
                  <a:pt x="15" y="702"/>
                </a:lnTo>
                <a:lnTo>
                  <a:pt x="15" y="703"/>
                </a:lnTo>
                <a:lnTo>
                  <a:pt x="14" y="703"/>
                </a:lnTo>
                <a:lnTo>
                  <a:pt x="14" y="704"/>
                </a:lnTo>
                <a:lnTo>
                  <a:pt x="13" y="704"/>
                </a:lnTo>
                <a:lnTo>
                  <a:pt x="12" y="704"/>
                </a:lnTo>
                <a:lnTo>
                  <a:pt x="11" y="705"/>
                </a:lnTo>
                <a:lnTo>
                  <a:pt x="10" y="705"/>
                </a:lnTo>
                <a:lnTo>
                  <a:pt x="9" y="705"/>
                </a:lnTo>
                <a:lnTo>
                  <a:pt x="9" y="704"/>
                </a:lnTo>
                <a:lnTo>
                  <a:pt x="9" y="703"/>
                </a:lnTo>
                <a:lnTo>
                  <a:pt x="8" y="703"/>
                </a:lnTo>
                <a:lnTo>
                  <a:pt x="8" y="702"/>
                </a:lnTo>
                <a:lnTo>
                  <a:pt x="7" y="702"/>
                </a:lnTo>
                <a:lnTo>
                  <a:pt x="6" y="702"/>
                </a:lnTo>
                <a:lnTo>
                  <a:pt x="6" y="701"/>
                </a:lnTo>
                <a:lnTo>
                  <a:pt x="5" y="701"/>
                </a:lnTo>
                <a:lnTo>
                  <a:pt x="5" y="700"/>
                </a:lnTo>
                <a:lnTo>
                  <a:pt x="6" y="699"/>
                </a:lnTo>
                <a:lnTo>
                  <a:pt x="7" y="699"/>
                </a:lnTo>
                <a:lnTo>
                  <a:pt x="7" y="698"/>
                </a:lnTo>
                <a:lnTo>
                  <a:pt x="6" y="698"/>
                </a:lnTo>
                <a:lnTo>
                  <a:pt x="5" y="697"/>
                </a:lnTo>
                <a:lnTo>
                  <a:pt x="5" y="696"/>
                </a:lnTo>
                <a:lnTo>
                  <a:pt x="5" y="695"/>
                </a:lnTo>
                <a:lnTo>
                  <a:pt x="4" y="695"/>
                </a:lnTo>
                <a:lnTo>
                  <a:pt x="4" y="696"/>
                </a:lnTo>
                <a:lnTo>
                  <a:pt x="3" y="696"/>
                </a:lnTo>
                <a:lnTo>
                  <a:pt x="3" y="695"/>
                </a:lnTo>
                <a:lnTo>
                  <a:pt x="3" y="694"/>
                </a:lnTo>
                <a:lnTo>
                  <a:pt x="3" y="693"/>
                </a:lnTo>
                <a:lnTo>
                  <a:pt x="3" y="692"/>
                </a:lnTo>
                <a:lnTo>
                  <a:pt x="3" y="691"/>
                </a:lnTo>
                <a:lnTo>
                  <a:pt x="3" y="690"/>
                </a:lnTo>
                <a:lnTo>
                  <a:pt x="2" y="690"/>
                </a:lnTo>
                <a:lnTo>
                  <a:pt x="2" y="689"/>
                </a:lnTo>
                <a:lnTo>
                  <a:pt x="1" y="688"/>
                </a:lnTo>
                <a:lnTo>
                  <a:pt x="0" y="688"/>
                </a:lnTo>
                <a:lnTo>
                  <a:pt x="0" y="687"/>
                </a:lnTo>
                <a:lnTo>
                  <a:pt x="0" y="686"/>
                </a:lnTo>
                <a:lnTo>
                  <a:pt x="0" y="685"/>
                </a:lnTo>
                <a:lnTo>
                  <a:pt x="0" y="684"/>
                </a:lnTo>
                <a:lnTo>
                  <a:pt x="0" y="683"/>
                </a:lnTo>
                <a:lnTo>
                  <a:pt x="1" y="683"/>
                </a:lnTo>
                <a:lnTo>
                  <a:pt x="1" y="682"/>
                </a:lnTo>
                <a:lnTo>
                  <a:pt x="3" y="682"/>
                </a:lnTo>
                <a:lnTo>
                  <a:pt x="3" y="683"/>
                </a:lnTo>
                <a:lnTo>
                  <a:pt x="3" y="684"/>
                </a:lnTo>
                <a:lnTo>
                  <a:pt x="4" y="684"/>
                </a:lnTo>
                <a:lnTo>
                  <a:pt x="5" y="683"/>
                </a:lnTo>
                <a:lnTo>
                  <a:pt x="6" y="683"/>
                </a:lnTo>
                <a:lnTo>
                  <a:pt x="6" y="684"/>
                </a:lnTo>
                <a:lnTo>
                  <a:pt x="7" y="684"/>
                </a:lnTo>
                <a:lnTo>
                  <a:pt x="7" y="685"/>
                </a:lnTo>
                <a:lnTo>
                  <a:pt x="7" y="686"/>
                </a:lnTo>
                <a:lnTo>
                  <a:pt x="8" y="686"/>
                </a:lnTo>
                <a:lnTo>
                  <a:pt x="9" y="687"/>
                </a:lnTo>
                <a:lnTo>
                  <a:pt x="10" y="686"/>
                </a:lnTo>
                <a:lnTo>
                  <a:pt x="11" y="686"/>
                </a:lnTo>
                <a:lnTo>
                  <a:pt x="12" y="686"/>
                </a:lnTo>
                <a:lnTo>
                  <a:pt x="13" y="686"/>
                </a:lnTo>
                <a:lnTo>
                  <a:pt x="14" y="685"/>
                </a:lnTo>
                <a:lnTo>
                  <a:pt x="15" y="684"/>
                </a:lnTo>
                <a:lnTo>
                  <a:pt x="18" y="684"/>
                </a:lnTo>
                <a:lnTo>
                  <a:pt x="19" y="683"/>
                </a:lnTo>
                <a:lnTo>
                  <a:pt x="20" y="683"/>
                </a:lnTo>
                <a:lnTo>
                  <a:pt x="20" y="684"/>
                </a:lnTo>
                <a:lnTo>
                  <a:pt x="21" y="684"/>
                </a:lnTo>
                <a:lnTo>
                  <a:pt x="22" y="684"/>
                </a:lnTo>
                <a:lnTo>
                  <a:pt x="22" y="683"/>
                </a:lnTo>
                <a:lnTo>
                  <a:pt x="23" y="682"/>
                </a:lnTo>
                <a:lnTo>
                  <a:pt x="24" y="682"/>
                </a:lnTo>
                <a:lnTo>
                  <a:pt x="25" y="681"/>
                </a:lnTo>
                <a:lnTo>
                  <a:pt x="26" y="681"/>
                </a:lnTo>
                <a:lnTo>
                  <a:pt x="27" y="681"/>
                </a:lnTo>
                <a:lnTo>
                  <a:pt x="28" y="681"/>
                </a:lnTo>
                <a:lnTo>
                  <a:pt x="28" y="680"/>
                </a:lnTo>
                <a:lnTo>
                  <a:pt x="29" y="679"/>
                </a:lnTo>
                <a:lnTo>
                  <a:pt x="30" y="679"/>
                </a:lnTo>
                <a:lnTo>
                  <a:pt x="30" y="678"/>
                </a:lnTo>
                <a:lnTo>
                  <a:pt x="30" y="679"/>
                </a:lnTo>
                <a:lnTo>
                  <a:pt x="31" y="679"/>
                </a:lnTo>
                <a:lnTo>
                  <a:pt x="32" y="679"/>
                </a:lnTo>
                <a:lnTo>
                  <a:pt x="32" y="680"/>
                </a:lnTo>
                <a:lnTo>
                  <a:pt x="33" y="680"/>
                </a:lnTo>
                <a:lnTo>
                  <a:pt x="34" y="680"/>
                </a:lnTo>
                <a:lnTo>
                  <a:pt x="34" y="679"/>
                </a:lnTo>
                <a:lnTo>
                  <a:pt x="34" y="678"/>
                </a:lnTo>
                <a:lnTo>
                  <a:pt x="35" y="678"/>
                </a:lnTo>
                <a:lnTo>
                  <a:pt x="35" y="677"/>
                </a:lnTo>
                <a:lnTo>
                  <a:pt x="36" y="676"/>
                </a:lnTo>
                <a:lnTo>
                  <a:pt x="36" y="675"/>
                </a:lnTo>
                <a:lnTo>
                  <a:pt x="37" y="675"/>
                </a:lnTo>
                <a:lnTo>
                  <a:pt x="38" y="675"/>
                </a:lnTo>
                <a:lnTo>
                  <a:pt x="38" y="674"/>
                </a:lnTo>
                <a:lnTo>
                  <a:pt x="38" y="673"/>
                </a:lnTo>
                <a:lnTo>
                  <a:pt x="38" y="672"/>
                </a:lnTo>
                <a:lnTo>
                  <a:pt x="39" y="672"/>
                </a:lnTo>
                <a:lnTo>
                  <a:pt x="39" y="671"/>
                </a:lnTo>
                <a:lnTo>
                  <a:pt x="39" y="670"/>
                </a:lnTo>
                <a:lnTo>
                  <a:pt x="37" y="669"/>
                </a:lnTo>
                <a:lnTo>
                  <a:pt x="38" y="668"/>
                </a:lnTo>
                <a:lnTo>
                  <a:pt x="38" y="667"/>
                </a:lnTo>
                <a:lnTo>
                  <a:pt x="39" y="667"/>
                </a:lnTo>
                <a:lnTo>
                  <a:pt x="39" y="666"/>
                </a:lnTo>
                <a:lnTo>
                  <a:pt x="38" y="665"/>
                </a:lnTo>
                <a:lnTo>
                  <a:pt x="38" y="663"/>
                </a:lnTo>
                <a:lnTo>
                  <a:pt x="39" y="663"/>
                </a:lnTo>
                <a:lnTo>
                  <a:pt x="40" y="662"/>
                </a:lnTo>
                <a:lnTo>
                  <a:pt x="39" y="662"/>
                </a:lnTo>
                <a:lnTo>
                  <a:pt x="38" y="662"/>
                </a:lnTo>
                <a:lnTo>
                  <a:pt x="38" y="661"/>
                </a:lnTo>
                <a:lnTo>
                  <a:pt x="37" y="661"/>
                </a:lnTo>
                <a:lnTo>
                  <a:pt x="38" y="660"/>
                </a:lnTo>
                <a:lnTo>
                  <a:pt x="38" y="661"/>
                </a:lnTo>
                <a:lnTo>
                  <a:pt x="38" y="660"/>
                </a:lnTo>
                <a:lnTo>
                  <a:pt x="39" y="660"/>
                </a:lnTo>
                <a:lnTo>
                  <a:pt x="39" y="659"/>
                </a:lnTo>
                <a:lnTo>
                  <a:pt x="38" y="659"/>
                </a:lnTo>
                <a:lnTo>
                  <a:pt x="37" y="660"/>
                </a:lnTo>
                <a:lnTo>
                  <a:pt x="36" y="659"/>
                </a:lnTo>
                <a:lnTo>
                  <a:pt x="37" y="658"/>
                </a:lnTo>
                <a:lnTo>
                  <a:pt x="38" y="658"/>
                </a:lnTo>
                <a:lnTo>
                  <a:pt x="38" y="657"/>
                </a:lnTo>
                <a:lnTo>
                  <a:pt x="39" y="657"/>
                </a:lnTo>
                <a:lnTo>
                  <a:pt x="38" y="657"/>
                </a:lnTo>
                <a:lnTo>
                  <a:pt x="38" y="656"/>
                </a:lnTo>
                <a:lnTo>
                  <a:pt x="39" y="655"/>
                </a:lnTo>
                <a:lnTo>
                  <a:pt x="39" y="654"/>
                </a:lnTo>
                <a:lnTo>
                  <a:pt x="40" y="654"/>
                </a:lnTo>
                <a:lnTo>
                  <a:pt x="40" y="655"/>
                </a:lnTo>
                <a:lnTo>
                  <a:pt x="39" y="656"/>
                </a:lnTo>
                <a:lnTo>
                  <a:pt x="40" y="656"/>
                </a:lnTo>
                <a:lnTo>
                  <a:pt x="41" y="656"/>
                </a:lnTo>
                <a:lnTo>
                  <a:pt x="41" y="657"/>
                </a:lnTo>
                <a:lnTo>
                  <a:pt x="40" y="657"/>
                </a:lnTo>
                <a:lnTo>
                  <a:pt x="40" y="658"/>
                </a:lnTo>
                <a:lnTo>
                  <a:pt x="41" y="659"/>
                </a:lnTo>
                <a:lnTo>
                  <a:pt x="42" y="659"/>
                </a:lnTo>
                <a:lnTo>
                  <a:pt x="43" y="659"/>
                </a:lnTo>
                <a:lnTo>
                  <a:pt x="43" y="658"/>
                </a:lnTo>
                <a:lnTo>
                  <a:pt x="43" y="657"/>
                </a:lnTo>
                <a:lnTo>
                  <a:pt x="43" y="656"/>
                </a:lnTo>
                <a:lnTo>
                  <a:pt x="42" y="655"/>
                </a:lnTo>
                <a:lnTo>
                  <a:pt x="42" y="654"/>
                </a:lnTo>
                <a:lnTo>
                  <a:pt x="42" y="653"/>
                </a:lnTo>
                <a:lnTo>
                  <a:pt x="42" y="651"/>
                </a:lnTo>
                <a:lnTo>
                  <a:pt x="41" y="653"/>
                </a:lnTo>
                <a:lnTo>
                  <a:pt x="40" y="653"/>
                </a:lnTo>
                <a:lnTo>
                  <a:pt x="40" y="651"/>
                </a:lnTo>
                <a:lnTo>
                  <a:pt x="41" y="651"/>
                </a:lnTo>
                <a:lnTo>
                  <a:pt x="40" y="650"/>
                </a:lnTo>
                <a:lnTo>
                  <a:pt x="39" y="650"/>
                </a:lnTo>
                <a:lnTo>
                  <a:pt x="40" y="650"/>
                </a:lnTo>
                <a:lnTo>
                  <a:pt x="39" y="649"/>
                </a:lnTo>
                <a:lnTo>
                  <a:pt x="38" y="648"/>
                </a:lnTo>
                <a:lnTo>
                  <a:pt x="37" y="648"/>
                </a:lnTo>
                <a:lnTo>
                  <a:pt x="36" y="648"/>
                </a:lnTo>
                <a:lnTo>
                  <a:pt x="36" y="649"/>
                </a:lnTo>
                <a:lnTo>
                  <a:pt x="35" y="649"/>
                </a:lnTo>
                <a:lnTo>
                  <a:pt x="34" y="649"/>
                </a:lnTo>
                <a:lnTo>
                  <a:pt x="33" y="649"/>
                </a:lnTo>
                <a:lnTo>
                  <a:pt x="32" y="649"/>
                </a:lnTo>
                <a:lnTo>
                  <a:pt x="31" y="648"/>
                </a:lnTo>
                <a:lnTo>
                  <a:pt x="31" y="647"/>
                </a:lnTo>
                <a:lnTo>
                  <a:pt x="30" y="647"/>
                </a:lnTo>
                <a:lnTo>
                  <a:pt x="29" y="647"/>
                </a:lnTo>
                <a:lnTo>
                  <a:pt x="28" y="646"/>
                </a:lnTo>
                <a:lnTo>
                  <a:pt x="28" y="647"/>
                </a:lnTo>
                <a:lnTo>
                  <a:pt x="28" y="646"/>
                </a:lnTo>
                <a:lnTo>
                  <a:pt x="27" y="646"/>
                </a:lnTo>
                <a:lnTo>
                  <a:pt x="26" y="645"/>
                </a:lnTo>
                <a:lnTo>
                  <a:pt x="27" y="644"/>
                </a:lnTo>
                <a:lnTo>
                  <a:pt x="26" y="644"/>
                </a:lnTo>
                <a:lnTo>
                  <a:pt x="25" y="644"/>
                </a:lnTo>
                <a:lnTo>
                  <a:pt x="24" y="644"/>
                </a:lnTo>
                <a:lnTo>
                  <a:pt x="23" y="644"/>
                </a:lnTo>
                <a:lnTo>
                  <a:pt x="23" y="643"/>
                </a:lnTo>
                <a:lnTo>
                  <a:pt x="22" y="642"/>
                </a:lnTo>
                <a:lnTo>
                  <a:pt x="22" y="641"/>
                </a:lnTo>
                <a:lnTo>
                  <a:pt x="23" y="641"/>
                </a:lnTo>
                <a:lnTo>
                  <a:pt x="24" y="640"/>
                </a:lnTo>
                <a:lnTo>
                  <a:pt x="23" y="638"/>
                </a:lnTo>
                <a:lnTo>
                  <a:pt x="22" y="638"/>
                </a:lnTo>
                <a:lnTo>
                  <a:pt x="21" y="637"/>
                </a:lnTo>
                <a:lnTo>
                  <a:pt x="21" y="636"/>
                </a:lnTo>
                <a:lnTo>
                  <a:pt x="20" y="636"/>
                </a:lnTo>
                <a:lnTo>
                  <a:pt x="20" y="635"/>
                </a:lnTo>
                <a:lnTo>
                  <a:pt x="19" y="635"/>
                </a:lnTo>
                <a:lnTo>
                  <a:pt x="19" y="634"/>
                </a:lnTo>
                <a:lnTo>
                  <a:pt x="19" y="633"/>
                </a:lnTo>
                <a:lnTo>
                  <a:pt x="21" y="633"/>
                </a:lnTo>
                <a:lnTo>
                  <a:pt x="22" y="634"/>
                </a:lnTo>
                <a:lnTo>
                  <a:pt x="23" y="634"/>
                </a:lnTo>
                <a:lnTo>
                  <a:pt x="24" y="635"/>
                </a:lnTo>
                <a:lnTo>
                  <a:pt x="25" y="635"/>
                </a:lnTo>
                <a:lnTo>
                  <a:pt x="25" y="634"/>
                </a:lnTo>
                <a:lnTo>
                  <a:pt x="25" y="633"/>
                </a:lnTo>
                <a:lnTo>
                  <a:pt x="26" y="633"/>
                </a:lnTo>
                <a:lnTo>
                  <a:pt x="26" y="634"/>
                </a:lnTo>
                <a:lnTo>
                  <a:pt x="27" y="634"/>
                </a:lnTo>
                <a:lnTo>
                  <a:pt x="28" y="634"/>
                </a:lnTo>
                <a:lnTo>
                  <a:pt x="29" y="634"/>
                </a:lnTo>
                <a:lnTo>
                  <a:pt x="30" y="634"/>
                </a:lnTo>
                <a:lnTo>
                  <a:pt x="30" y="633"/>
                </a:lnTo>
                <a:lnTo>
                  <a:pt x="30" y="632"/>
                </a:lnTo>
                <a:lnTo>
                  <a:pt x="30" y="631"/>
                </a:lnTo>
                <a:lnTo>
                  <a:pt x="31" y="631"/>
                </a:lnTo>
                <a:lnTo>
                  <a:pt x="31" y="630"/>
                </a:lnTo>
                <a:lnTo>
                  <a:pt x="31" y="629"/>
                </a:lnTo>
                <a:lnTo>
                  <a:pt x="31" y="628"/>
                </a:lnTo>
                <a:lnTo>
                  <a:pt x="30" y="627"/>
                </a:lnTo>
                <a:lnTo>
                  <a:pt x="30" y="626"/>
                </a:lnTo>
                <a:lnTo>
                  <a:pt x="31" y="626"/>
                </a:lnTo>
                <a:lnTo>
                  <a:pt x="31" y="625"/>
                </a:lnTo>
                <a:lnTo>
                  <a:pt x="31" y="624"/>
                </a:lnTo>
                <a:lnTo>
                  <a:pt x="31" y="623"/>
                </a:lnTo>
                <a:lnTo>
                  <a:pt x="31" y="622"/>
                </a:lnTo>
                <a:lnTo>
                  <a:pt x="32" y="622"/>
                </a:lnTo>
                <a:lnTo>
                  <a:pt x="33" y="621"/>
                </a:lnTo>
                <a:lnTo>
                  <a:pt x="34" y="620"/>
                </a:lnTo>
                <a:lnTo>
                  <a:pt x="34" y="618"/>
                </a:lnTo>
                <a:lnTo>
                  <a:pt x="35" y="618"/>
                </a:lnTo>
                <a:lnTo>
                  <a:pt x="36" y="618"/>
                </a:lnTo>
                <a:lnTo>
                  <a:pt x="36" y="617"/>
                </a:lnTo>
                <a:lnTo>
                  <a:pt x="36" y="616"/>
                </a:lnTo>
                <a:lnTo>
                  <a:pt x="36" y="615"/>
                </a:lnTo>
                <a:lnTo>
                  <a:pt x="37" y="615"/>
                </a:lnTo>
                <a:lnTo>
                  <a:pt x="37" y="616"/>
                </a:lnTo>
                <a:lnTo>
                  <a:pt x="38" y="616"/>
                </a:lnTo>
                <a:lnTo>
                  <a:pt x="39" y="615"/>
                </a:lnTo>
                <a:lnTo>
                  <a:pt x="40" y="615"/>
                </a:lnTo>
                <a:lnTo>
                  <a:pt x="40" y="614"/>
                </a:lnTo>
                <a:lnTo>
                  <a:pt x="40" y="613"/>
                </a:lnTo>
                <a:lnTo>
                  <a:pt x="41" y="613"/>
                </a:lnTo>
                <a:lnTo>
                  <a:pt x="42" y="612"/>
                </a:lnTo>
                <a:lnTo>
                  <a:pt x="42" y="611"/>
                </a:lnTo>
                <a:lnTo>
                  <a:pt x="41" y="611"/>
                </a:lnTo>
                <a:lnTo>
                  <a:pt x="41" y="610"/>
                </a:lnTo>
                <a:lnTo>
                  <a:pt x="42" y="610"/>
                </a:lnTo>
                <a:lnTo>
                  <a:pt x="43" y="610"/>
                </a:lnTo>
                <a:lnTo>
                  <a:pt x="43" y="611"/>
                </a:lnTo>
                <a:lnTo>
                  <a:pt x="44" y="611"/>
                </a:lnTo>
                <a:lnTo>
                  <a:pt x="45" y="611"/>
                </a:lnTo>
                <a:lnTo>
                  <a:pt x="46" y="611"/>
                </a:lnTo>
                <a:lnTo>
                  <a:pt x="47" y="611"/>
                </a:lnTo>
                <a:lnTo>
                  <a:pt x="47" y="612"/>
                </a:lnTo>
                <a:lnTo>
                  <a:pt x="48" y="612"/>
                </a:lnTo>
                <a:lnTo>
                  <a:pt x="49" y="612"/>
                </a:lnTo>
                <a:lnTo>
                  <a:pt x="49" y="611"/>
                </a:lnTo>
                <a:lnTo>
                  <a:pt x="50" y="611"/>
                </a:lnTo>
                <a:lnTo>
                  <a:pt x="51" y="611"/>
                </a:lnTo>
                <a:lnTo>
                  <a:pt x="52" y="611"/>
                </a:lnTo>
                <a:lnTo>
                  <a:pt x="53" y="610"/>
                </a:lnTo>
                <a:lnTo>
                  <a:pt x="54" y="610"/>
                </a:lnTo>
                <a:lnTo>
                  <a:pt x="54" y="611"/>
                </a:lnTo>
                <a:lnTo>
                  <a:pt x="55" y="611"/>
                </a:lnTo>
                <a:lnTo>
                  <a:pt x="56" y="612"/>
                </a:lnTo>
                <a:lnTo>
                  <a:pt x="57" y="611"/>
                </a:lnTo>
                <a:lnTo>
                  <a:pt x="57" y="612"/>
                </a:lnTo>
                <a:lnTo>
                  <a:pt x="57" y="613"/>
                </a:lnTo>
                <a:lnTo>
                  <a:pt x="56" y="613"/>
                </a:lnTo>
                <a:lnTo>
                  <a:pt x="55" y="613"/>
                </a:lnTo>
                <a:lnTo>
                  <a:pt x="55" y="614"/>
                </a:lnTo>
                <a:lnTo>
                  <a:pt x="55" y="615"/>
                </a:lnTo>
                <a:lnTo>
                  <a:pt x="56" y="615"/>
                </a:lnTo>
                <a:lnTo>
                  <a:pt x="57" y="615"/>
                </a:lnTo>
                <a:lnTo>
                  <a:pt x="57" y="614"/>
                </a:lnTo>
                <a:lnTo>
                  <a:pt x="58" y="614"/>
                </a:lnTo>
                <a:lnTo>
                  <a:pt x="59" y="614"/>
                </a:lnTo>
                <a:lnTo>
                  <a:pt x="58" y="614"/>
                </a:lnTo>
                <a:lnTo>
                  <a:pt x="58" y="615"/>
                </a:lnTo>
                <a:lnTo>
                  <a:pt x="58" y="616"/>
                </a:lnTo>
                <a:lnTo>
                  <a:pt x="59" y="616"/>
                </a:lnTo>
                <a:lnTo>
                  <a:pt x="60" y="616"/>
                </a:lnTo>
                <a:lnTo>
                  <a:pt x="61" y="617"/>
                </a:lnTo>
                <a:lnTo>
                  <a:pt x="62" y="617"/>
                </a:lnTo>
                <a:lnTo>
                  <a:pt x="63" y="617"/>
                </a:lnTo>
                <a:lnTo>
                  <a:pt x="63" y="616"/>
                </a:lnTo>
                <a:lnTo>
                  <a:pt x="64" y="616"/>
                </a:lnTo>
                <a:lnTo>
                  <a:pt x="65" y="615"/>
                </a:lnTo>
                <a:lnTo>
                  <a:pt x="65" y="616"/>
                </a:lnTo>
                <a:lnTo>
                  <a:pt x="66" y="616"/>
                </a:lnTo>
                <a:lnTo>
                  <a:pt x="66" y="615"/>
                </a:lnTo>
                <a:lnTo>
                  <a:pt x="67" y="615"/>
                </a:lnTo>
                <a:lnTo>
                  <a:pt x="67" y="614"/>
                </a:lnTo>
                <a:lnTo>
                  <a:pt x="69" y="613"/>
                </a:lnTo>
                <a:lnTo>
                  <a:pt x="70" y="612"/>
                </a:lnTo>
                <a:lnTo>
                  <a:pt x="70" y="611"/>
                </a:lnTo>
                <a:lnTo>
                  <a:pt x="71" y="611"/>
                </a:lnTo>
                <a:lnTo>
                  <a:pt x="72" y="611"/>
                </a:lnTo>
                <a:lnTo>
                  <a:pt x="74" y="611"/>
                </a:lnTo>
                <a:lnTo>
                  <a:pt x="74" y="612"/>
                </a:lnTo>
                <a:lnTo>
                  <a:pt x="75" y="613"/>
                </a:lnTo>
                <a:lnTo>
                  <a:pt x="76" y="613"/>
                </a:lnTo>
                <a:lnTo>
                  <a:pt x="77" y="613"/>
                </a:lnTo>
                <a:lnTo>
                  <a:pt x="77" y="612"/>
                </a:lnTo>
                <a:lnTo>
                  <a:pt x="78" y="612"/>
                </a:lnTo>
                <a:lnTo>
                  <a:pt x="79" y="612"/>
                </a:lnTo>
                <a:lnTo>
                  <a:pt x="79" y="611"/>
                </a:lnTo>
                <a:lnTo>
                  <a:pt x="79" y="610"/>
                </a:lnTo>
                <a:lnTo>
                  <a:pt x="80" y="610"/>
                </a:lnTo>
                <a:lnTo>
                  <a:pt x="81" y="610"/>
                </a:lnTo>
                <a:lnTo>
                  <a:pt x="82" y="610"/>
                </a:lnTo>
                <a:lnTo>
                  <a:pt x="83" y="610"/>
                </a:lnTo>
                <a:lnTo>
                  <a:pt x="85" y="610"/>
                </a:lnTo>
                <a:lnTo>
                  <a:pt x="86" y="610"/>
                </a:lnTo>
                <a:lnTo>
                  <a:pt x="86" y="611"/>
                </a:lnTo>
                <a:lnTo>
                  <a:pt x="86" y="612"/>
                </a:lnTo>
                <a:lnTo>
                  <a:pt x="86" y="613"/>
                </a:lnTo>
                <a:lnTo>
                  <a:pt x="86" y="614"/>
                </a:lnTo>
                <a:lnTo>
                  <a:pt x="86" y="615"/>
                </a:lnTo>
                <a:lnTo>
                  <a:pt x="86" y="616"/>
                </a:lnTo>
                <a:lnTo>
                  <a:pt x="86" y="617"/>
                </a:lnTo>
                <a:lnTo>
                  <a:pt x="87" y="618"/>
                </a:lnTo>
                <a:lnTo>
                  <a:pt x="88" y="619"/>
                </a:lnTo>
                <a:lnTo>
                  <a:pt x="88" y="620"/>
                </a:lnTo>
                <a:lnTo>
                  <a:pt x="88" y="619"/>
                </a:lnTo>
                <a:lnTo>
                  <a:pt x="89" y="619"/>
                </a:lnTo>
                <a:lnTo>
                  <a:pt x="89" y="618"/>
                </a:lnTo>
                <a:lnTo>
                  <a:pt x="90" y="618"/>
                </a:lnTo>
                <a:lnTo>
                  <a:pt x="91" y="619"/>
                </a:lnTo>
                <a:lnTo>
                  <a:pt x="91" y="620"/>
                </a:lnTo>
                <a:lnTo>
                  <a:pt x="92" y="621"/>
                </a:lnTo>
                <a:lnTo>
                  <a:pt x="93" y="620"/>
                </a:lnTo>
                <a:lnTo>
                  <a:pt x="94" y="620"/>
                </a:lnTo>
                <a:lnTo>
                  <a:pt x="95" y="620"/>
                </a:lnTo>
                <a:lnTo>
                  <a:pt x="95" y="619"/>
                </a:lnTo>
                <a:lnTo>
                  <a:pt x="96" y="619"/>
                </a:lnTo>
                <a:lnTo>
                  <a:pt x="96" y="618"/>
                </a:lnTo>
                <a:lnTo>
                  <a:pt x="96" y="617"/>
                </a:lnTo>
                <a:lnTo>
                  <a:pt x="95" y="616"/>
                </a:lnTo>
                <a:lnTo>
                  <a:pt x="95" y="614"/>
                </a:lnTo>
                <a:lnTo>
                  <a:pt x="96" y="614"/>
                </a:lnTo>
                <a:lnTo>
                  <a:pt x="97" y="614"/>
                </a:lnTo>
                <a:lnTo>
                  <a:pt x="98" y="614"/>
                </a:lnTo>
                <a:lnTo>
                  <a:pt x="97" y="614"/>
                </a:lnTo>
                <a:lnTo>
                  <a:pt x="97" y="613"/>
                </a:lnTo>
                <a:lnTo>
                  <a:pt x="98" y="612"/>
                </a:lnTo>
                <a:lnTo>
                  <a:pt x="98" y="611"/>
                </a:lnTo>
                <a:lnTo>
                  <a:pt x="98" y="610"/>
                </a:lnTo>
                <a:lnTo>
                  <a:pt x="98" y="609"/>
                </a:lnTo>
                <a:lnTo>
                  <a:pt x="97" y="609"/>
                </a:lnTo>
                <a:lnTo>
                  <a:pt x="97" y="608"/>
                </a:lnTo>
                <a:lnTo>
                  <a:pt x="96" y="608"/>
                </a:lnTo>
                <a:lnTo>
                  <a:pt x="96" y="607"/>
                </a:lnTo>
                <a:lnTo>
                  <a:pt x="96" y="606"/>
                </a:lnTo>
                <a:lnTo>
                  <a:pt x="95" y="606"/>
                </a:lnTo>
                <a:lnTo>
                  <a:pt x="95" y="605"/>
                </a:lnTo>
                <a:lnTo>
                  <a:pt x="95" y="604"/>
                </a:lnTo>
                <a:lnTo>
                  <a:pt x="94" y="604"/>
                </a:lnTo>
                <a:lnTo>
                  <a:pt x="94" y="603"/>
                </a:lnTo>
                <a:lnTo>
                  <a:pt x="93" y="602"/>
                </a:lnTo>
                <a:lnTo>
                  <a:pt x="92" y="601"/>
                </a:lnTo>
                <a:lnTo>
                  <a:pt x="91" y="601"/>
                </a:lnTo>
                <a:lnTo>
                  <a:pt x="91" y="602"/>
                </a:lnTo>
                <a:lnTo>
                  <a:pt x="91" y="601"/>
                </a:lnTo>
                <a:lnTo>
                  <a:pt x="90" y="601"/>
                </a:lnTo>
                <a:lnTo>
                  <a:pt x="89" y="601"/>
                </a:lnTo>
                <a:lnTo>
                  <a:pt x="89" y="600"/>
                </a:lnTo>
                <a:lnTo>
                  <a:pt x="89" y="599"/>
                </a:lnTo>
                <a:lnTo>
                  <a:pt x="89" y="598"/>
                </a:lnTo>
                <a:lnTo>
                  <a:pt x="89" y="597"/>
                </a:lnTo>
                <a:lnTo>
                  <a:pt x="89" y="596"/>
                </a:lnTo>
                <a:lnTo>
                  <a:pt x="89" y="594"/>
                </a:lnTo>
                <a:lnTo>
                  <a:pt x="89" y="593"/>
                </a:lnTo>
                <a:lnTo>
                  <a:pt x="88" y="593"/>
                </a:lnTo>
                <a:lnTo>
                  <a:pt x="87" y="593"/>
                </a:lnTo>
                <a:lnTo>
                  <a:pt x="87" y="592"/>
                </a:lnTo>
                <a:lnTo>
                  <a:pt x="87" y="591"/>
                </a:lnTo>
                <a:lnTo>
                  <a:pt x="87" y="590"/>
                </a:lnTo>
                <a:lnTo>
                  <a:pt x="87" y="589"/>
                </a:lnTo>
                <a:lnTo>
                  <a:pt x="88" y="588"/>
                </a:lnTo>
                <a:lnTo>
                  <a:pt x="89" y="588"/>
                </a:lnTo>
                <a:lnTo>
                  <a:pt x="90" y="587"/>
                </a:lnTo>
                <a:lnTo>
                  <a:pt x="90" y="586"/>
                </a:lnTo>
                <a:lnTo>
                  <a:pt x="89" y="585"/>
                </a:lnTo>
                <a:lnTo>
                  <a:pt x="88" y="585"/>
                </a:lnTo>
                <a:lnTo>
                  <a:pt x="88" y="584"/>
                </a:lnTo>
                <a:lnTo>
                  <a:pt x="87" y="583"/>
                </a:lnTo>
                <a:lnTo>
                  <a:pt x="86" y="583"/>
                </a:lnTo>
                <a:lnTo>
                  <a:pt x="87" y="583"/>
                </a:lnTo>
                <a:lnTo>
                  <a:pt x="86" y="584"/>
                </a:lnTo>
                <a:lnTo>
                  <a:pt x="85" y="584"/>
                </a:lnTo>
                <a:lnTo>
                  <a:pt x="84" y="584"/>
                </a:lnTo>
                <a:lnTo>
                  <a:pt x="83" y="584"/>
                </a:lnTo>
                <a:lnTo>
                  <a:pt x="83" y="583"/>
                </a:lnTo>
                <a:lnTo>
                  <a:pt x="83" y="582"/>
                </a:lnTo>
                <a:lnTo>
                  <a:pt x="83" y="581"/>
                </a:lnTo>
                <a:lnTo>
                  <a:pt x="82" y="581"/>
                </a:lnTo>
                <a:lnTo>
                  <a:pt x="82" y="580"/>
                </a:lnTo>
                <a:lnTo>
                  <a:pt x="83" y="580"/>
                </a:lnTo>
                <a:lnTo>
                  <a:pt x="84" y="579"/>
                </a:lnTo>
                <a:lnTo>
                  <a:pt x="85" y="578"/>
                </a:lnTo>
                <a:lnTo>
                  <a:pt x="86" y="577"/>
                </a:lnTo>
                <a:lnTo>
                  <a:pt x="86" y="576"/>
                </a:lnTo>
                <a:lnTo>
                  <a:pt x="86" y="575"/>
                </a:lnTo>
                <a:lnTo>
                  <a:pt x="87" y="575"/>
                </a:lnTo>
                <a:lnTo>
                  <a:pt x="88" y="575"/>
                </a:lnTo>
                <a:lnTo>
                  <a:pt x="88" y="574"/>
                </a:lnTo>
                <a:lnTo>
                  <a:pt x="88" y="573"/>
                </a:lnTo>
                <a:lnTo>
                  <a:pt x="88" y="572"/>
                </a:lnTo>
                <a:lnTo>
                  <a:pt x="89" y="572"/>
                </a:lnTo>
                <a:lnTo>
                  <a:pt x="89" y="571"/>
                </a:lnTo>
                <a:lnTo>
                  <a:pt x="88" y="570"/>
                </a:lnTo>
                <a:lnTo>
                  <a:pt x="88" y="569"/>
                </a:lnTo>
                <a:lnTo>
                  <a:pt x="88" y="568"/>
                </a:lnTo>
                <a:lnTo>
                  <a:pt x="88" y="567"/>
                </a:lnTo>
                <a:lnTo>
                  <a:pt x="89" y="567"/>
                </a:lnTo>
                <a:lnTo>
                  <a:pt x="89" y="566"/>
                </a:lnTo>
                <a:lnTo>
                  <a:pt x="90" y="565"/>
                </a:lnTo>
                <a:lnTo>
                  <a:pt x="91" y="565"/>
                </a:lnTo>
                <a:lnTo>
                  <a:pt x="91" y="564"/>
                </a:lnTo>
                <a:lnTo>
                  <a:pt x="91" y="563"/>
                </a:lnTo>
                <a:lnTo>
                  <a:pt x="91" y="562"/>
                </a:lnTo>
                <a:lnTo>
                  <a:pt x="90" y="561"/>
                </a:lnTo>
                <a:lnTo>
                  <a:pt x="90" y="560"/>
                </a:lnTo>
                <a:lnTo>
                  <a:pt x="91" y="559"/>
                </a:lnTo>
                <a:lnTo>
                  <a:pt x="92" y="559"/>
                </a:lnTo>
                <a:lnTo>
                  <a:pt x="93" y="560"/>
                </a:lnTo>
                <a:lnTo>
                  <a:pt x="94" y="560"/>
                </a:lnTo>
                <a:lnTo>
                  <a:pt x="94" y="559"/>
                </a:lnTo>
                <a:lnTo>
                  <a:pt x="95" y="559"/>
                </a:lnTo>
                <a:lnTo>
                  <a:pt x="95" y="560"/>
                </a:lnTo>
                <a:lnTo>
                  <a:pt x="96" y="560"/>
                </a:lnTo>
                <a:lnTo>
                  <a:pt x="97" y="558"/>
                </a:lnTo>
                <a:lnTo>
                  <a:pt x="97" y="557"/>
                </a:lnTo>
                <a:lnTo>
                  <a:pt x="98" y="556"/>
                </a:lnTo>
                <a:lnTo>
                  <a:pt x="98" y="555"/>
                </a:lnTo>
                <a:lnTo>
                  <a:pt x="97" y="555"/>
                </a:lnTo>
                <a:lnTo>
                  <a:pt x="97" y="554"/>
                </a:lnTo>
                <a:lnTo>
                  <a:pt x="97" y="553"/>
                </a:lnTo>
                <a:lnTo>
                  <a:pt x="96" y="553"/>
                </a:lnTo>
                <a:lnTo>
                  <a:pt x="96" y="552"/>
                </a:lnTo>
                <a:lnTo>
                  <a:pt x="96" y="551"/>
                </a:lnTo>
                <a:lnTo>
                  <a:pt x="96" y="550"/>
                </a:lnTo>
                <a:lnTo>
                  <a:pt x="95" y="549"/>
                </a:lnTo>
                <a:lnTo>
                  <a:pt x="96" y="549"/>
                </a:lnTo>
                <a:lnTo>
                  <a:pt x="96" y="548"/>
                </a:lnTo>
                <a:lnTo>
                  <a:pt x="95" y="547"/>
                </a:lnTo>
                <a:lnTo>
                  <a:pt x="94" y="546"/>
                </a:lnTo>
                <a:lnTo>
                  <a:pt x="93" y="545"/>
                </a:lnTo>
                <a:lnTo>
                  <a:pt x="92" y="545"/>
                </a:lnTo>
                <a:lnTo>
                  <a:pt x="92" y="546"/>
                </a:lnTo>
                <a:lnTo>
                  <a:pt x="91" y="546"/>
                </a:lnTo>
                <a:lnTo>
                  <a:pt x="90" y="546"/>
                </a:lnTo>
                <a:lnTo>
                  <a:pt x="89" y="546"/>
                </a:lnTo>
                <a:lnTo>
                  <a:pt x="89" y="545"/>
                </a:lnTo>
                <a:lnTo>
                  <a:pt x="90" y="545"/>
                </a:lnTo>
                <a:lnTo>
                  <a:pt x="90" y="544"/>
                </a:lnTo>
                <a:lnTo>
                  <a:pt x="91" y="544"/>
                </a:lnTo>
                <a:lnTo>
                  <a:pt x="91" y="543"/>
                </a:lnTo>
                <a:lnTo>
                  <a:pt x="91" y="542"/>
                </a:lnTo>
                <a:lnTo>
                  <a:pt x="92" y="542"/>
                </a:lnTo>
                <a:lnTo>
                  <a:pt x="93" y="541"/>
                </a:lnTo>
                <a:lnTo>
                  <a:pt x="94" y="541"/>
                </a:lnTo>
                <a:lnTo>
                  <a:pt x="94" y="542"/>
                </a:lnTo>
                <a:lnTo>
                  <a:pt x="95" y="542"/>
                </a:lnTo>
                <a:lnTo>
                  <a:pt x="96" y="542"/>
                </a:lnTo>
                <a:lnTo>
                  <a:pt x="97" y="542"/>
                </a:lnTo>
                <a:lnTo>
                  <a:pt x="97" y="543"/>
                </a:lnTo>
                <a:lnTo>
                  <a:pt x="98" y="543"/>
                </a:lnTo>
                <a:lnTo>
                  <a:pt x="98" y="544"/>
                </a:lnTo>
                <a:lnTo>
                  <a:pt x="98" y="545"/>
                </a:lnTo>
                <a:lnTo>
                  <a:pt x="99" y="545"/>
                </a:lnTo>
                <a:lnTo>
                  <a:pt x="100" y="544"/>
                </a:lnTo>
                <a:lnTo>
                  <a:pt x="101" y="544"/>
                </a:lnTo>
                <a:lnTo>
                  <a:pt x="102" y="544"/>
                </a:lnTo>
                <a:lnTo>
                  <a:pt x="102" y="545"/>
                </a:lnTo>
                <a:lnTo>
                  <a:pt x="103" y="545"/>
                </a:lnTo>
                <a:lnTo>
                  <a:pt x="104" y="546"/>
                </a:lnTo>
                <a:lnTo>
                  <a:pt x="105" y="545"/>
                </a:lnTo>
                <a:lnTo>
                  <a:pt x="106" y="545"/>
                </a:lnTo>
                <a:lnTo>
                  <a:pt x="107" y="545"/>
                </a:lnTo>
                <a:lnTo>
                  <a:pt x="107" y="544"/>
                </a:lnTo>
                <a:lnTo>
                  <a:pt x="107" y="543"/>
                </a:lnTo>
                <a:lnTo>
                  <a:pt x="108" y="543"/>
                </a:lnTo>
                <a:lnTo>
                  <a:pt x="109" y="542"/>
                </a:lnTo>
                <a:lnTo>
                  <a:pt x="108" y="542"/>
                </a:lnTo>
                <a:lnTo>
                  <a:pt x="108" y="541"/>
                </a:lnTo>
                <a:lnTo>
                  <a:pt x="109" y="541"/>
                </a:lnTo>
                <a:lnTo>
                  <a:pt x="109" y="540"/>
                </a:lnTo>
                <a:lnTo>
                  <a:pt x="109" y="539"/>
                </a:lnTo>
                <a:lnTo>
                  <a:pt x="109" y="538"/>
                </a:lnTo>
                <a:lnTo>
                  <a:pt x="108" y="537"/>
                </a:lnTo>
                <a:lnTo>
                  <a:pt x="107" y="537"/>
                </a:lnTo>
                <a:lnTo>
                  <a:pt x="107" y="536"/>
                </a:lnTo>
                <a:lnTo>
                  <a:pt x="108" y="536"/>
                </a:lnTo>
                <a:lnTo>
                  <a:pt x="109" y="535"/>
                </a:lnTo>
                <a:lnTo>
                  <a:pt x="110" y="535"/>
                </a:lnTo>
                <a:lnTo>
                  <a:pt x="110" y="534"/>
                </a:lnTo>
                <a:lnTo>
                  <a:pt x="110" y="533"/>
                </a:lnTo>
                <a:lnTo>
                  <a:pt x="109" y="532"/>
                </a:lnTo>
                <a:lnTo>
                  <a:pt x="109" y="533"/>
                </a:lnTo>
                <a:lnTo>
                  <a:pt x="108" y="533"/>
                </a:lnTo>
                <a:lnTo>
                  <a:pt x="108" y="532"/>
                </a:lnTo>
                <a:lnTo>
                  <a:pt x="107" y="532"/>
                </a:lnTo>
                <a:lnTo>
                  <a:pt x="107" y="533"/>
                </a:lnTo>
                <a:lnTo>
                  <a:pt x="107" y="532"/>
                </a:lnTo>
                <a:lnTo>
                  <a:pt x="106" y="532"/>
                </a:lnTo>
                <a:lnTo>
                  <a:pt x="105" y="532"/>
                </a:lnTo>
                <a:lnTo>
                  <a:pt x="104" y="531"/>
                </a:lnTo>
                <a:lnTo>
                  <a:pt x="103" y="531"/>
                </a:lnTo>
                <a:lnTo>
                  <a:pt x="103" y="530"/>
                </a:lnTo>
                <a:lnTo>
                  <a:pt x="102" y="530"/>
                </a:lnTo>
                <a:lnTo>
                  <a:pt x="102" y="529"/>
                </a:lnTo>
                <a:lnTo>
                  <a:pt x="102" y="527"/>
                </a:lnTo>
                <a:lnTo>
                  <a:pt x="101" y="527"/>
                </a:lnTo>
                <a:lnTo>
                  <a:pt x="101" y="526"/>
                </a:lnTo>
                <a:lnTo>
                  <a:pt x="101" y="525"/>
                </a:lnTo>
                <a:lnTo>
                  <a:pt x="100" y="524"/>
                </a:lnTo>
                <a:lnTo>
                  <a:pt x="100" y="525"/>
                </a:lnTo>
                <a:lnTo>
                  <a:pt x="99" y="525"/>
                </a:lnTo>
                <a:lnTo>
                  <a:pt x="99" y="524"/>
                </a:lnTo>
                <a:lnTo>
                  <a:pt x="100" y="524"/>
                </a:lnTo>
                <a:lnTo>
                  <a:pt x="100" y="523"/>
                </a:lnTo>
                <a:lnTo>
                  <a:pt x="99" y="523"/>
                </a:lnTo>
                <a:lnTo>
                  <a:pt x="98" y="523"/>
                </a:lnTo>
                <a:lnTo>
                  <a:pt x="98" y="524"/>
                </a:lnTo>
                <a:lnTo>
                  <a:pt x="98" y="523"/>
                </a:lnTo>
                <a:lnTo>
                  <a:pt x="97" y="522"/>
                </a:lnTo>
                <a:lnTo>
                  <a:pt x="97" y="523"/>
                </a:lnTo>
                <a:lnTo>
                  <a:pt x="97" y="522"/>
                </a:lnTo>
                <a:lnTo>
                  <a:pt x="97" y="521"/>
                </a:lnTo>
                <a:lnTo>
                  <a:pt x="96" y="521"/>
                </a:lnTo>
                <a:lnTo>
                  <a:pt x="95" y="521"/>
                </a:lnTo>
                <a:lnTo>
                  <a:pt x="94" y="521"/>
                </a:lnTo>
                <a:lnTo>
                  <a:pt x="94" y="520"/>
                </a:lnTo>
                <a:lnTo>
                  <a:pt x="93" y="520"/>
                </a:lnTo>
                <a:lnTo>
                  <a:pt x="92" y="520"/>
                </a:lnTo>
                <a:lnTo>
                  <a:pt x="91" y="520"/>
                </a:lnTo>
                <a:lnTo>
                  <a:pt x="91" y="519"/>
                </a:lnTo>
                <a:lnTo>
                  <a:pt x="90" y="519"/>
                </a:lnTo>
                <a:lnTo>
                  <a:pt x="90" y="518"/>
                </a:lnTo>
                <a:lnTo>
                  <a:pt x="89" y="518"/>
                </a:lnTo>
                <a:lnTo>
                  <a:pt x="89" y="517"/>
                </a:lnTo>
                <a:lnTo>
                  <a:pt x="89" y="518"/>
                </a:lnTo>
                <a:lnTo>
                  <a:pt x="88" y="518"/>
                </a:lnTo>
                <a:lnTo>
                  <a:pt x="88" y="517"/>
                </a:lnTo>
                <a:lnTo>
                  <a:pt x="87" y="517"/>
                </a:lnTo>
                <a:lnTo>
                  <a:pt x="86" y="517"/>
                </a:lnTo>
                <a:lnTo>
                  <a:pt x="85" y="517"/>
                </a:lnTo>
                <a:lnTo>
                  <a:pt x="84" y="517"/>
                </a:lnTo>
                <a:lnTo>
                  <a:pt x="83" y="517"/>
                </a:lnTo>
                <a:lnTo>
                  <a:pt x="82" y="517"/>
                </a:lnTo>
                <a:lnTo>
                  <a:pt x="82" y="518"/>
                </a:lnTo>
                <a:lnTo>
                  <a:pt x="81" y="518"/>
                </a:lnTo>
                <a:lnTo>
                  <a:pt x="81" y="519"/>
                </a:lnTo>
                <a:lnTo>
                  <a:pt x="80" y="519"/>
                </a:lnTo>
                <a:lnTo>
                  <a:pt x="80" y="518"/>
                </a:lnTo>
                <a:lnTo>
                  <a:pt x="79" y="518"/>
                </a:lnTo>
                <a:lnTo>
                  <a:pt x="78" y="519"/>
                </a:lnTo>
                <a:lnTo>
                  <a:pt x="78" y="518"/>
                </a:lnTo>
                <a:lnTo>
                  <a:pt x="77" y="518"/>
                </a:lnTo>
                <a:lnTo>
                  <a:pt x="76" y="518"/>
                </a:lnTo>
                <a:lnTo>
                  <a:pt x="75" y="518"/>
                </a:lnTo>
                <a:lnTo>
                  <a:pt x="76" y="518"/>
                </a:lnTo>
                <a:lnTo>
                  <a:pt x="76" y="517"/>
                </a:lnTo>
                <a:lnTo>
                  <a:pt x="76" y="516"/>
                </a:lnTo>
                <a:lnTo>
                  <a:pt x="76" y="515"/>
                </a:lnTo>
                <a:lnTo>
                  <a:pt x="76" y="514"/>
                </a:lnTo>
                <a:lnTo>
                  <a:pt x="76" y="513"/>
                </a:lnTo>
                <a:lnTo>
                  <a:pt x="75" y="512"/>
                </a:lnTo>
                <a:lnTo>
                  <a:pt x="74" y="512"/>
                </a:lnTo>
                <a:lnTo>
                  <a:pt x="73" y="512"/>
                </a:lnTo>
                <a:lnTo>
                  <a:pt x="73" y="511"/>
                </a:lnTo>
                <a:lnTo>
                  <a:pt x="74" y="511"/>
                </a:lnTo>
                <a:lnTo>
                  <a:pt x="75" y="511"/>
                </a:lnTo>
                <a:lnTo>
                  <a:pt x="75" y="510"/>
                </a:lnTo>
                <a:lnTo>
                  <a:pt x="76" y="510"/>
                </a:lnTo>
                <a:lnTo>
                  <a:pt x="77" y="509"/>
                </a:lnTo>
                <a:lnTo>
                  <a:pt x="77" y="508"/>
                </a:lnTo>
                <a:lnTo>
                  <a:pt x="78" y="508"/>
                </a:lnTo>
                <a:lnTo>
                  <a:pt x="79" y="508"/>
                </a:lnTo>
                <a:lnTo>
                  <a:pt x="79" y="507"/>
                </a:lnTo>
                <a:lnTo>
                  <a:pt x="80" y="507"/>
                </a:lnTo>
                <a:lnTo>
                  <a:pt x="80" y="508"/>
                </a:lnTo>
                <a:lnTo>
                  <a:pt x="80" y="507"/>
                </a:lnTo>
                <a:lnTo>
                  <a:pt x="81" y="507"/>
                </a:lnTo>
                <a:lnTo>
                  <a:pt x="81" y="506"/>
                </a:lnTo>
                <a:lnTo>
                  <a:pt x="82" y="506"/>
                </a:lnTo>
                <a:lnTo>
                  <a:pt x="83" y="505"/>
                </a:lnTo>
                <a:lnTo>
                  <a:pt x="83" y="504"/>
                </a:lnTo>
                <a:lnTo>
                  <a:pt x="84" y="504"/>
                </a:lnTo>
                <a:lnTo>
                  <a:pt x="85" y="506"/>
                </a:lnTo>
                <a:lnTo>
                  <a:pt x="86" y="506"/>
                </a:lnTo>
                <a:lnTo>
                  <a:pt x="87" y="506"/>
                </a:lnTo>
                <a:lnTo>
                  <a:pt x="87" y="505"/>
                </a:lnTo>
                <a:lnTo>
                  <a:pt x="88" y="504"/>
                </a:lnTo>
                <a:lnTo>
                  <a:pt x="87" y="504"/>
                </a:lnTo>
                <a:lnTo>
                  <a:pt x="87" y="503"/>
                </a:lnTo>
                <a:lnTo>
                  <a:pt x="86" y="503"/>
                </a:lnTo>
                <a:lnTo>
                  <a:pt x="86" y="502"/>
                </a:lnTo>
                <a:lnTo>
                  <a:pt x="86" y="501"/>
                </a:lnTo>
                <a:lnTo>
                  <a:pt x="86" y="500"/>
                </a:lnTo>
                <a:lnTo>
                  <a:pt x="86" y="499"/>
                </a:lnTo>
                <a:lnTo>
                  <a:pt x="86" y="498"/>
                </a:lnTo>
                <a:lnTo>
                  <a:pt x="87" y="498"/>
                </a:lnTo>
                <a:lnTo>
                  <a:pt x="87" y="499"/>
                </a:lnTo>
                <a:lnTo>
                  <a:pt x="88" y="499"/>
                </a:lnTo>
                <a:lnTo>
                  <a:pt x="88" y="498"/>
                </a:lnTo>
                <a:lnTo>
                  <a:pt x="89" y="498"/>
                </a:lnTo>
                <a:lnTo>
                  <a:pt x="89" y="497"/>
                </a:lnTo>
                <a:lnTo>
                  <a:pt x="90" y="497"/>
                </a:lnTo>
                <a:lnTo>
                  <a:pt x="90" y="496"/>
                </a:lnTo>
                <a:lnTo>
                  <a:pt x="90" y="495"/>
                </a:lnTo>
                <a:lnTo>
                  <a:pt x="91" y="495"/>
                </a:lnTo>
                <a:lnTo>
                  <a:pt x="92" y="495"/>
                </a:lnTo>
                <a:lnTo>
                  <a:pt x="93" y="495"/>
                </a:lnTo>
                <a:lnTo>
                  <a:pt x="93" y="494"/>
                </a:lnTo>
                <a:lnTo>
                  <a:pt x="95" y="494"/>
                </a:lnTo>
                <a:lnTo>
                  <a:pt x="95" y="493"/>
                </a:lnTo>
                <a:lnTo>
                  <a:pt x="96" y="493"/>
                </a:lnTo>
                <a:lnTo>
                  <a:pt x="96" y="492"/>
                </a:lnTo>
                <a:lnTo>
                  <a:pt x="96" y="493"/>
                </a:lnTo>
                <a:lnTo>
                  <a:pt x="97" y="493"/>
                </a:lnTo>
                <a:lnTo>
                  <a:pt x="97" y="492"/>
                </a:lnTo>
                <a:lnTo>
                  <a:pt x="97" y="491"/>
                </a:lnTo>
                <a:lnTo>
                  <a:pt x="97" y="490"/>
                </a:lnTo>
                <a:lnTo>
                  <a:pt x="96" y="489"/>
                </a:lnTo>
                <a:lnTo>
                  <a:pt x="96" y="488"/>
                </a:lnTo>
                <a:lnTo>
                  <a:pt x="95" y="487"/>
                </a:lnTo>
                <a:lnTo>
                  <a:pt x="95" y="486"/>
                </a:lnTo>
                <a:lnTo>
                  <a:pt x="96" y="486"/>
                </a:lnTo>
                <a:lnTo>
                  <a:pt x="96" y="485"/>
                </a:lnTo>
                <a:lnTo>
                  <a:pt x="95" y="485"/>
                </a:lnTo>
                <a:lnTo>
                  <a:pt x="96" y="485"/>
                </a:lnTo>
                <a:lnTo>
                  <a:pt x="96" y="484"/>
                </a:lnTo>
                <a:lnTo>
                  <a:pt x="96" y="483"/>
                </a:lnTo>
                <a:lnTo>
                  <a:pt x="95" y="483"/>
                </a:lnTo>
                <a:lnTo>
                  <a:pt x="95" y="482"/>
                </a:lnTo>
                <a:lnTo>
                  <a:pt x="94" y="482"/>
                </a:lnTo>
                <a:lnTo>
                  <a:pt x="94" y="481"/>
                </a:lnTo>
                <a:lnTo>
                  <a:pt x="93" y="481"/>
                </a:lnTo>
                <a:lnTo>
                  <a:pt x="92" y="480"/>
                </a:lnTo>
                <a:lnTo>
                  <a:pt x="91" y="479"/>
                </a:lnTo>
                <a:lnTo>
                  <a:pt x="92" y="479"/>
                </a:lnTo>
                <a:lnTo>
                  <a:pt x="92" y="478"/>
                </a:lnTo>
                <a:lnTo>
                  <a:pt x="92" y="477"/>
                </a:lnTo>
                <a:lnTo>
                  <a:pt x="91" y="477"/>
                </a:lnTo>
                <a:lnTo>
                  <a:pt x="91" y="476"/>
                </a:lnTo>
                <a:lnTo>
                  <a:pt x="90" y="475"/>
                </a:lnTo>
                <a:lnTo>
                  <a:pt x="89" y="475"/>
                </a:lnTo>
                <a:lnTo>
                  <a:pt x="90" y="474"/>
                </a:lnTo>
                <a:lnTo>
                  <a:pt x="90" y="473"/>
                </a:lnTo>
                <a:lnTo>
                  <a:pt x="90" y="472"/>
                </a:lnTo>
                <a:lnTo>
                  <a:pt x="89" y="471"/>
                </a:lnTo>
                <a:lnTo>
                  <a:pt x="89" y="470"/>
                </a:lnTo>
                <a:lnTo>
                  <a:pt x="90" y="470"/>
                </a:lnTo>
                <a:lnTo>
                  <a:pt x="90" y="469"/>
                </a:lnTo>
                <a:lnTo>
                  <a:pt x="90" y="468"/>
                </a:lnTo>
                <a:lnTo>
                  <a:pt x="90" y="467"/>
                </a:lnTo>
                <a:lnTo>
                  <a:pt x="89" y="467"/>
                </a:lnTo>
                <a:lnTo>
                  <a:pt x="89" y="466"/>
                </a:lnTo>
                <a:lnTo>
                  <a:pt x="90" y="466"/>
                </a:lnTo>
                <a:lnTo>
                  <a:pt x="91" y="465"/>
                </a:lnTo>
                <a:lnTo>
                  <a:pt x="92" y="466"/>
                </a:lnTo>
                <a:lnTo>
                  <a:pt x="93" y="466"/>
                </a:lnTo>
                <a:lnTo>
                  <a:pt x="93" y="465"/>
                </a:lnTo>
                <a:lnTo>
                  <a:pt x="93" y="464"/>
                </a:lnTo>
                <a:lnTo>
                  <a:pt x="94" y="462"/>
                </a:lnTo>
                <a:lnTo>
                  <a:pt x="94" y="461"/>
                </a:lnTo>
                <a:lnTo>
                  <a:pt x="94" y="460"/>
                </a:lnTo>
                <a:lnTo>
                  <a:pt x="95" y="459"/>
                </a:lnTo>
                <a:lnTo>
                  <a:pt x="96" y="459"/>
                </a:lnTo>
                <a:lnTo>
                  <a:pt x="96" y="460"/>
                </a:lnTo>
                <a:lnTo>
                  <a:pt x="97" y="460"/>
                </a:lnTo>
                <a:lnTo>
                  <a:pt x="97" y="461"/>
                </a:lnTo>
                <a:lnTo>
                  <a:pt x="97" y="460"/>
                </a:lnTo>
                <a:lnTo>
                  <a:pt x="97" y="459"/>
                </a:lnTo>
                <a:lnTo>
                  <a:pt x="98" y="460"/>
                </a:lnTo>
                <a:lnTo>
                  <a:pt x="99" y="460"/>
                </a:lnTo>
                <a:lnTo>
                  <a:pt x="100" y="460"/>
                </a:lnTo>
                <a:lnTo>
                  <a:pt x="100" y="461"/>
                </a:lnTo>
                <a:lnTo>
                  <a:pt x="101" y="461"/>
                </a:lnTo>
                <a:lnTo>
                  <a:pt x="103" y="461"/>
                </a:lnTo>
                <a:lnTo>
                  <a:pt x="104" y="461"/>
                </a:lnTo>
                <a:lnTo>
                  <a:pt x="105" y="461"/>
                </a:lnTo>
                <a:lnTo>
                  <a:pt x="105" y="462"/>
                </a:lnTo>
                <a:lnTo>
                  <a:pt x="105" y="461"/>
                </a:lnTo>
                <a:lnTo>
                  <a:pt x="106" y="461"/>
                </a:lnTo>
                <a:lnTo>
                  <a:pt x="108" y="461"/>
                </a:lnTo>
                <a:lnTo>
                  <a:pt x="109" y="460"/>
                </a:lnTo>
                <a:lnTo>
                  <a:pt x="109" y="459"/>
                </a:lnTo>
                <a:lnTo>
                  <a:pt x="110" y="459"/>
                </a:lnTo>
                <a:lnTo>
                  <a:pt x="110" y="458"/>
                </a:lnTo>
                <a:lnTo>
                  <a:pt x="112" y="458"/>
                </a:lnTo>
                <a:lnTo>
                  <a:pt x="113" y="459"/>
                </a:lnTo>
                <a:lnTo>
                  <a:pt x="114" y="459"/>
                </a:lnTo>
                <a:lnTo>
                  <a:pt x="115" y="459"/>
                </a:lnTo>
                <a:lnTo>
                  <a:pt x="116" y="459"/>
                </a:lnTo>
                <a:lnTo>
                  <a:pt x="117" y="459"/>
                </a:lnTo>
                <a:lnTo>
                  <a:pt x="119" y="460"/>
                </a:lnTo>
                <a:lnTo>
                  <a:pt x="120" y="461"/>
                </a:lnTo>
                <a:lnTo>
                  <a:pt x="121" y="461"/>
                </a:lnTo>
                <a:lnTo>
                  <a:pt x="122" y="460"/>
                </a:lnTo>
                <a:lnTo>
                  <a:pt x="122" y="459"/>
                </a:lnTo>
                <a:lnTo>
                  <a:pt x="123" y="459"/>
                </a:lnTo>
                <a:lnTo>
                  <a:pt x="124" y="459"/>
                </a:lnTo>
                <a:lnTo>
                  <a:pt x="125" y="459"/>
                </a:lnTo>
                <a:lnTo>
                  <a:pt x="126" y="459"/>
                </a:lnTo>
                <a:lnTo>
                  <a:pt x="127" y="459"/>
                </a:lnTo>
                <a:lnTo>
                  <a:pt x="127" y="460"/>
                </a:lnTo>
                <a:lnTo>
                  <a:pt x="128" y="460"/>
                </a:lnTo>
                <a:lnTo>
                  <a:pt x="128" y="461"/>
                </a:lnTo>
                <a:lnTo>
                  <a:pt x="129" y="461"/>
                </a:lnTo>
                <a:lnTo>
                  <a:pt x="129" y="460"/>
                </a:lnTo>
                <a:lnTo>
                  <a:pt x="130" y="460"/>
                </a:lnTo>
                <a:lnTo>
                  <a:pt x="130" y="461"/>
                </a:lnTo>
                <a:lnTo>
                  <a:pt x="131" y="462"/>
                </a:lnTo>
                <a:lnTo>
                  <a:pt x="132" y="462"/>
                </a:lnTo>
                <a:lnTo>
                  <a:pt x="133" y="462"/>
                </a:lnTo>
                <a:lnTo>
                  <a:pt x="134" y="462"/>
                </a:lnTo>
                <a:lnTo>
                  <a:pt x="135" y="462"/>
                </a:lnTo>
                <a:lnTo>
                  <a:pt x="134" y="462"/>
                </a:lnTo>
                <a:lnTo>
                  <a:pt x="134" y="463"/>
                </a:lnTo>
                <a:lnTo>
                  <a:pt x="135" y="463"/>
                </a:lnTo>
                <a:lnTo>
                  <a:pt x="136" y="464"/>
                </a:lnTo>
                <a:lnTo>
                  <a:pt x="136" y="465"/>
                </a:lnTo>
                <a:lnTo>
                  <a:pt x="136" y="466"/>
                </a:lnTo>
                <a:lnTo>
                  <a:pt x="137" y="466"/>
                </a:lnTo>
                <a:lnTo>
                  <a:pt x="138" y="466"/>
                </a:lnTo>
                <a:lnTo>
                  <a:pt x="139" y="465"/>
                </a:lnTo>
                <a:lnTo>
                  <a:pt x="139" y="464"/>
                </a:lnTo>
                <a:lnTo>
                  <a:pt x="140" y="465"/>
                </a:lnTo>
                <a:lnTo>
                  <a:pt x="140" y="466"/>
                </a:lnTo>
                <a:lnTo>
                  <a:pt x="141" y="467"/>
                </a:lnTo>
                <a:lnTo>
                  <a:pt x="142" y="467"/>
                </a:lnTo>
                <a:lnTo>
                  <a:pt x="143" y="467"/>
                </a:lnTo>
                <a:lnTo>
                  <a:pt x="144" y="467"/>
                </a:lnTo>
                <a:lnTo>
                  <a:pt x="144" y="468"/>
                </a:lnTo>
                <a:lnTo>
                  <a:pt x="144" y="469"/>
                </a:lnTo>
                <a:lnTo>
                  <a:pt x="144" y="470"/>
                </a:lnTo>
                <a:lnTo>
                  <a:pt x="143" y="471"/>
                </a:lnTo>
                <a:lnTo>
                  <a:pt x="144" y="472"/>
                </a:lnTo>
                <a:lnTo>
                  <a:pt x="144" y="473"/>
                </a:lnTo>
                <a:lnTo>
                  <a:pt x="145" y="473"/>
                </a:lnTo>
                <a:lnTo>
                  <a:pt x="146" y="473"/>
                </a:lnTo>
                <a:lnTo>
                  <a:pt x="146" y="474"/>
                </a:lnTo>
                <a:lnTo>
                  <a:pt x="147" y="474"/>
                </a:lnTo>
                <a:lnTo>
                  <a:pt x="148" y="474"/>
                </a:lnTo>
                <a:lnTo>
                  <a:pt x="149" y="475"/>
                </a:lnTo>
                <a:lnTo>
                  <a:pt x="150" y="475"/>
                </a:lnTo>
                <a:lnTo>
                  <a:pt x="151" y="475"/>
                </a:lnTo>
                <a:lnTo>
                  <a:pt x="152" y="477"/>
                </a:lnTo>
                <a:lnTo>
                  <a:pt x="152" y="478"/>
                </a:lnTo>
                <a:lnTo>
                  <a:pt x="152" y="479"/>
                </a:lnTo>
                <a:lnTo>
                  <a:pt x="152" y="480"/>
                </a:lnTo>
                <a:lnTo>
                  <a:pt x="153" y="481"/>
                </a:lnTo>
                <a:lnTo>
                  <a:pt x="154" y="480"/>
                </a:lnTo>
                <a:lnTo>
                  <a:pt x="154" y="481"/>
                </a:lnTo>
                <a:lnTo>
                  <a:pt x="155" y="481"/>
                </a:lnTo>
                <a:lnTo>
                  <a:pt x="156" y="481"/>
                </a:lnTo>
                <a:lnTo>
                  <a:pt x="156" y="480"/>
                </a:lnTo>
                <a:lnTo>
                  <a:pt x="157" y="480"/>
                </a:lnTo>
                <a:lnTo>
                  <a:pt x="157" y="481"/>
                </a:lnTo>
                <a:lnTo>
                  <a:pt x="158" y="481"/>
                </a:lnTo>
                <a:lnTo>
                  <a:pt x="159" y="479"/>
                </a:lnTo>
                <a:lnTo>
                  <a:pt x="159" y="478"/>
                </a:lnTo>
                <a:lnTo>
                  <a:pt x="160" y="478"/>
                </a:lnTo>
                <a:lnTo>
                  <a:pt x="161" y="478"/>
                </a:lnTo>
                <a:lnTo>
                  <a:pt x="161" y="477"/>
                </a:lnTo>
                <a:lnTo>
                  <a:pt x="161" y="476"/>
                </a:lnTo>
                <a:lnTo>
                  <a:pt x="161" y="475"/>
                </a:lnTo>
                <a:lnTo>
                  <a:pt x="162" y="475"/>
                </a:lnTo>
                <a:lnTo>
                  <a:pt x="162" y="474"/>
                </a:lnTo>
                <a:lnTo>
                  <a:pt x="162" y="475"/>
                </a:lnTo>
                <a:lnTo>
                  <a:pt x="163" y="475"/>
                </a:lnTo>
                <a:lnTo>
                  <a:pt x="164" y="475"/>
                </a:lnTo>
                <a:lnTo>
                  <a:pt x="165" y="475"/>
                </a:lnTo>
                <a:lnTo>
                  <a:pt x="166" y="475"/>
                </a:lnTo>
                <a:lnTo>
                  <a:pt x="167" y="475"/>
                </a:lnTo>
                <a:lnTo>
                  <a:pt x="167" y="476"/>
                </a:lnTo>
                <a:lnTo>
                  <a:pt x="168" y="476"/>
                </a:lnTo>
                <a:lnTo>
                  <a:pt x="168" y="477"/>
                </a:lnTo>
                <a:lnTo>
                  <a:pt x="169" y="478"/>
                </a:lnTo>
                <a:lnTo>
                  <a:pt x="169" y="477"/>
                </a:lnTo>
                <a:lnTo>
                  <a:pt x="169" y="476"/>
                </a:lnTo>
                <a:lnTo>
                  <a:pt x="170" y="476"/>
                </a:lnTo>
                <a:lnTo>
                  <a:pt x="171" y="475"/>
                </a:lnTo>
                <a:lnTo>
                  <a:pt x="171" y="476"/>
                </a:lnTo>
                <a:lnTo>
                  <a:pt x="172" y="475"/>
                </a:lnTo>
                <a:lnTo>
                  <a:pt x="173" y="475"/>
                </a:lnTo>
                <a:lnTo>
                  <a:pt x="174" y="476"/>
                </a:lnTo>
                <a:lnTo>
                  <a:pt x="175" y="477"/>
                </a:lnTo>
                <a:lnTo>
                  <a:pt x="176" y="477"/>
                </a:lnTo>
                <a:lnTo>
                  <a:pt x="177" y="477"/>
                </a:lnTo>
                <a:lnTo>
                  <a:pt x="178" y="477"/>
                </a:lnTo>
                <a:lnTo>
                  <a:pt x="179" y="477"/>
                </a:lnTo>
                <a:lnTo>
                  <a:pt x="180" y="477"/>
                </a:lnTo>
                <a:lnTo>
                  <a:pt x="180" y="478"/>
                </a:lnTo>
                <a:lnTo>
                  <a:pt x="181" y="478"/>
                </a:lnTo>
                <a:lnTo>
                  <a:pt x="183" y="478"/>
                </a:lnTo>
                <a:lnTo>
                  <a:pt x="183" y="477"/>
                </a:lnTo>
                <a:lnTo>
                  <a:pt x="183" y="476"/>
                </a:lnTo>
                <a:lnTo>
                  <a:pt x="184" y="476"/>
                </a:lnTo>
                <a:lnTo>
                  <a:pt x="184" y="475"/>
                </a:lnTo>
                <a:lnTo>
                  <a:pt x="185" y="475"/>
                </a:lnTo>
                <a:lnTo>
                  <a:pt x="185" y="474"/>
                </a:lnTo>
                <a:lnTo>
                  <a:pt x="185" y="473"/>
                </a:lnTo>
                <a:lnTo>
                  <a:pt x="186" y="473"/>
                </a:lnTo>
                <a:lnTo>
                  <a:pt x="186" y="472"/>
                </a:lnTo>
                <a:lnTo>
                  <a:pt x="187" y="472"/>
                </a:lnTo>
                <a:lnTo>
                  <a:pt x="188" y="473"/>
                </a:lnTo>
                <a:lnTo>
                  <a:pt x="189" y="473"/>
                </a:lnTo>
                <a:lnTo>
                  <a:pt x="189" y="474"/>
                </a:lnTo>
                <a:lnTo>
                  <a:pt x="190" y="473"/>
                </a:lnTo>
                <a:lnTo>
                  <a:pt x="190" y="472"/>
                </a:lnTo>
                <a:lnTo>
                  <a:pt x="191" y="472"/>
                </a:lnTo>
                <a:lnTo>
                  <a:pt x="192" y="472"/>
                </a:lnTo>
                <a:lnTo>
                  <a:pt x="192" y="473"/>
                </a:lnTo>
                <a:lnTo>
                  <a:pt x="193" y="473"/>
                </a:lnTo>
                <a:lnTo>
                  <a:pt x="193" y="474"/>
                </a:lnTo>
                <a:lnTo>
                  <a:pt x="192" y="474"/>
                </a:lnTo>
                <a:lnTo>
                  <a:pt x="192" y="475"/>
                </a:lnTo>
                <a:lnTo>
                  <a:pt x="192" y="476"/>
                </a:lnTo>
                <a:lnTo>
                  <a:pt x="192" y="477"/>
                </a:lnTo>
                <a:lnTo>
                  <a:pt x="193" y="477"/>
                </a:lnTo>
                <a:lnTo>
                  <a:pt x="193" y="476"/>
                </a:lnTo>
                <a:lnTo>
                  <a:pt x="193" y="475"/>
                </a:lnTo>
                <a:lnTo>
                  <a:pt x="194" y="475"/>
                </a:lnTo>
                <a:lnTo>
                  <a:pt x="194" y="476"/>
                </a:lnTo>
                <a:lnTo>
                  <a:pt x="195" y="475"/>
                </a:lnTo>
                <a:lnTo>
                  <a:pt x="195" y="474"/>
                </a:lnTo>
                <a:lnTo>
                  <a:pt x="196" y="474"/>
                </a:lnTo>
                <a:lnTo>
                  <a:pt x="197" y="474"/>
                </a:lnTo>
                <a:lnTo>
                  <a:pt x="198" y="474"/>
                </a:lnTo>
                <a:lnTo>
                  <a:pt x="199" y="474"/>
                </a:lnTo>
                <a:lnTo>
                  <a:pt x="199" y="473"/>
                </a:lnTo>
                <a:lnTo>
                  <a:pt x="200" y="473"/>
                </a:lnTo>
                <a:lnTo>
                  <a:pt x="200" y="472"/>
                </a:lnTo>
                <a:lnTo>
                  <a:pt x="200" y="473"/>
                </a:lnTo>
                <a:lnTo>
                  <a:pt x="200" y="474"/>
                </a:lnTo>
                <a:lnTo>
                  <a:pt x="201" y="474"/>
                </a:lnTo>
                <a:lnTo>
                  <a:pt x="201" y="473"/>
                </a:lnTo>
                <a:lnTo>
                  <a:pt x="202" y="473"/>
                </a:lnTo>
                <a:lnTo>
                  <a:pt x="203" y="473"/>
                </a:lnTo>
                <a:lnTo>
                  <a:pt x="204" y="473"/>
                </a:lnTo>
                <a:lnTo>
                  <a:pt x="205" y="473"/>
                </a:lnTo>
                <a:lnTo>
                  <a:pt x="206" y="473"/>
                </a:lnTo>
                <a:lnTo>
                  <a:pt x="207" y="473"/>
                </a:lnTo>
                <a:lnTo>
                  <a:pt x="208" y="473"/>
                </a:lnTo>
                <a:lnTo>
                  <a:pt x="208" y="472"/>
                </a:lnTo>
                <a:lnTo>
                  <a:pt x="207" y="472"/>
                </a:lnTo>
                <a:lnTo>
                  <a:pt x="208" y="471"/>
                </a:lnTo>
                <a:lnTo>
                  <a:pt x="209" y="471"/>
                </a:lnTo>
                <a:lnTo>
                  <a:pt x="210" y="471"/>
                </a:lnTo>
                <a:lnTo>
                  <a:pt x="211" y="471"/>
                </a:lnTo>
                <a:lnTo>
                  <a:pt x="212" y="471"/>
                </a:lnTo>
                <a:lnTo>
                  <a:pt x="213" y="470"/>
                </a:lnTo>
                <a:lnTo>
                  <a:pt x="213" y="469"/>
                </a:lnTo>
                <a:lnTo>
                  <a:pt x="212" y="469"/>
                </a:lnTo>
                <a:lnTo>
                  <a:pt x="211" y="469"/>
                </a:lnTo>
                <a:lnTo>
                  <a:pt x="211" y="468"/>
                </a:lnTo>
                <a:lnTo>
                  <a:pt x="211" y="467"/>
                </a:lnTo>
                <a:lnTo>
                  <a:pt x="212" y="466"/>
                </a:lnTo>
                <a:lnTo>
                  <a:pt x="209" y="466"/>
                </a:lnTo>
                <a:lnTo>
                  <a:pt x="208" y="466"/>
                </a:lnTo>
                <a:lnTo>
                  <a:pt x="207" y="465"/>
                </a:lnTo>
                <a:lnTo>
                  <a:pt x="207" y="464"/>
                </a:lnTo>
                <a:lnTo>
                  <a:pt x="206" y="464"/>
                </a:lnTo>
                <a:lnTo>
                  <a:pt x="206" y="463"/>
                </a:lnTo>
                <a:lnTo>
                  <a:pt x="205" y="463"/>
                </a:lnTo>
                <a:lnTo>
                  <a:pt x="205" y="462"/>
                </a:lnTo>
                <a:lnTo>
                  <a:pt x="204" y="462"/>
                </a:lnTo>
                <a:lnTo>
                  <a:pt x="204" y="461"/>
                </a:lnTo>
                <a:lnTo>
                  <a:pt x="204" y="460"/>
                </a:lnTo>
                <a:lnTo>
                  <a:pt x="203" y="459"/>
                </a:lnTo>
                <a:lnTo>
                  <a:pt x="202" y="458"/>
                </a:lnTo>
                <a:lnTo>
                  <a:pt x="201" y="458"/>
                </a:lnTo>
                <a:lnTo>
                  <a:pt x="201" y="457"/>
                </a:lnTo>
                <a:lnTo>
                  <a:pt x="200" y="457"/>
                </a:lnTo>
                <a:lnTo>
                  <a:pt x="201" y="456"/>
                </a:lnTo>
                <a:lnTo>
                  <a:pt x="201" y="455"/>
                </a:lnTo>
                <a:lnTo>
                  <a:pt x="201" y="454"/>
                </a:lnTo>
                <a:lnTo>
                  <a:pt x="200" y="453"/>
                </a:lnTo>
                <a:lnTo>
                  <a:pt x="200" y="452"/>
                </a:lnTo>
                <a:lnTo>
                  <a:pt x="200" y="451"/>
                </a:lnTo>
                <a:lnTo>
                  <a:pt x="199" y="450"/>
                </a:lnTo>
                <a:lnTo>
                  <a:pt x="199" y="449"/>
                </a:lnTo>
                <a:lnTo>
                  <a:pt x="198" y="449"/>
                </a:lnTo>
                <a:lnTo>
                  <a:pt x="197" y="448"/>
                </a:lnTo>
                <a:lnTo>
                  <a:pt x="198" y="448"/>
                </a:lnTo>
                <a:lnTo>
                  <a:pt x="198" y="447"/>
                </a:lnTo>
                <a:lnTo>
                  <a:pt x="197" y="447"/>
                </a:lnTo>
                <a:lnTo>
                  <a:pt x="197" y="446"/>
                </a:lnTo>
                <a:lnTo>
                  <a:pt x="196" y="447"/>
                </a:lnTo>
                <a:lnTo>
                  <a:pt x="196" y="446"/>
                </a:lnTo>
                <a:lnTo>
                  <a:pt x="195" y="446"/>
                </a:lnTo>
                <a:lnTo>
                  <a:pt x="195" y="445"/>
                </a:lnTo>
                <a:lnTo>
                  <a:pt x="195" y="444"/>
                </a:lnTo>
                <a:lnTo>
                  <a:pt x="194" y="444"/>
                </a:lnTo>
                <a:lnTo>
                  <a:pt x="195" y="443"/>
                </a:lnTo>
                <a:lnTo>
                  <a:pt x="196" y="443"/>
                </a:lnTo>
                <a:lnTo>
                  <a:pt x="197" y="443"/>
                </a:lnTo>
                <a:lnTo>
                  <a:pt x="198" y="443"/>
                </a:lnTo>
                <a:lnTo>
                  <a:pt x="199" y="443"/>
                </a:lnTo>
                <a:lnTo>
                  <a:pt x="199" y="444"/>
                </a:lnTo>
                <a:lnTo>
                  <a:pt x="200" y="444"/>
                </a:lnTo>
                <a:lnTo>
                  <a:pt x="201" y="443"/>
                </a:lnTo>
                <a:lnTo>
                  <a:pt x="200" y="443"/>
                </a:lnTo>
                <a:lnTo>
                  <a:pt x="199" y="443"/>
                </a:lnTo>
                <a:lnTo>
                  <a:pt x="200" y="442"/>
                </a:lnTo>
                <a:lnTo>
                  <a:pt x="201" y="442"/>
                </a:lnTo>
                <a:lnTo>
                  <a:pt x="200" y="442"/>
                </a:lnTo>
                <a:lnTo>
                  <a:pt x="200" y="441"/>
                </a:lnTo>
                <a:lnTo>
                  <a:pt x="201" y="441"/>
                </a:lnTo>
                <a:lnTo>
                  <a:pt x="201" y="442"/>
                </a:lnTo>
                <a:lnTo>
                  <a:pt x="202" y="441"/>
                </a:lnTo>
                <a:lnTo>
                  <a:pt x="202" y="440"/>
                </a:lnTo>
                <a:lnTo>
                  <a:pt x="202" y="439"/>
                </a:lnTo>
                <a:lnTo>
                  <a:pt x="202" y="438"/>
                </a:lnTo>
                <a:lnTo>
                  <a:pt x="201" y="438"/>
                </a:lnTo>
                <a:lnTo>
                  <a:pt x="200" y="438"/>
                </a:lnTo>
                <a:lnTo>
                  <a:pt x="200" y="439"/>
                </a:lnTo>
                <a:lnTo>
                  <a:pt x="199" y="439"/>
                </a:lnTo>
                <a:lnTo>
                  <a:pt x="199" y="438"/>
                </a:lnTo>
                <a:lnTo>
                  <a:pt x="200" y="438"/>
                </a:lnTo>
                <a:lnTo>
                  <a:pt x="201" y="438"/>
                </a:lnTo>
                <a:lnTo>
                  <a:pt x="201" y="437"/>
                </a:lnTo>
                <a:lnTo>
                  <a:pt x="202" y="437"/>
                </a:lnTo>
                <a:lnTo>
                  <a:pt x="203" y="437"/>
                </a:lnTo>
                <a:lnTo>
                  <a:pt x="203" y="438"/>
                </a:lnTo>
                <a:lnTo>
                  <a:pt x="204" y="438"/>
                </a:lnTo>
                <a:lnTo>
                  <a:pt x="205" y="438"/>
                </a:lnTo>
                <a:lnTo>
                  <a:pt x="206" y="438"/>
                </a:lnTo>
                <a:lnTo>
                  <a:pt x="206" y="439"/>
                </a:lnTo>
                <a:lnTo>
                  <a:pt x="206" y="438"/>
                </a:lnTo>
                <a:lnTo>
                  <a:pt x="207" y="438"/>
                </a:lnTo>
                <a:lnTo>
                  <a:pt x="207" y="439"/>
                </a:lnTo>
                <a:lnTo>
                  <a:pt x="207" y="440"/>
                </a:lnTo>
                <a:lnTo>
                  <a:pt x="208" y="440"/>
                </a:lnTo>
                <a:lnTo>
                  <a:pt x="208" y="439"/>
                </a:lnTo>
                <a:lnTo>
                  <a:pt x="209" y="439"/>
                </a:lnTo>
                <a:lnTo>
                  <a:pt x="209" y="440"/>
                </a:lnTo>
                <a:lnTo>
                  <a:pt x="210" y="441"/>
                </a:lnTo>
                <a:lnTo>
                  <a:pt x="211" y="441"/>
                </a:lnTo>
                <a:lnTo>
                  <a:pt x="211" y="440"/>
                </a:lnTo>
                <a:lnTo>
                  <a:pt x="212" y="440"/>
                </a:lnTo>
                <a:lnTo>
                  <a:pt x="212" y="441"/>
                </a:lnTo>
                <a:lnTo>
                  <a:pt x="213" y="442"/>
                </a:lnTo>
                <a:lnTo>
                  <a:pt x="214" y="443"/>
                </a:lnTo>
                <a:lnTo>
                  <a:pt x="214" y="442"/>
                </a:lnTo>
                <a:lnTo>
                  <a:pt x="215" y="442"/>
                </a:lnTo>
                <a:lnTo>
                  <a:pt x="216" y="442"/>
                </a:lnTo>
                <a:lnTo>
                  <a:pt x="217" y="442"/>
                </a:lnTo>
                <a:lnTo>
                  <a:pt x="218" y="442"/>
                </a:lnTo>
                <a:lnTo>
                  <a:pt x="218" y="443"/>
                </a:lnTo>
                <a:lnTo>
                  <a:pt x="218" y="442"/>
                </a:lnTo>
                <a:lnTo>
                  <a:pt x="219" y="443"/>
                </a:lnTo>
                <a:lnTo>
                  <a:pt x="220" y="443"/>
                </a:lnTo>
                <a:lnTo>
                  <a:pt x="220" y="442"/>
                </a:lnTo>
                <a:lnTo>
                  <a:pt x="220" y="441"/>
                </a:lnTo>
                <a:lnTo>
                  <a:pt x="221" y="441"/>
                </a:lnTo>
                <a:lnTo>
                  <a:pt x="222" y="441"/>
                </a:lnTo>
                <a:lnTo>
                  <a:pt x="222" y="442"/>
                </a:lnTo>
                <a:lnTo>
                  <a:pt x="222" y="443"/>
                </a:lnTo>
                <a:lnTo>
                  <a:pt x="221" y="443"/>
                </a:lnTo>
                <a:lnTo>
                  <a:pt x="222" y="444"/>
                </a:lnTo>
                <a:lnTo>
                  <a:pt x="223" y="444"/>
                </a:lnTo>
                <a:lnTo>
                  <a:pt x="224" y="444"/>
                </a:lnTo>
                <a:lnTo>
                  <a:pt x="225" y="444"/>
                </a:lnTo>
                <a:lnTo>
                  <a:pt x="225" y="443"/>
                </a:lnTo>
                <a:lnTo>
                  <a:pt x="226" y="443"/>
                </a:lnTo>
                <a:lnTo>
                  <a:pt x="227" y="443"/>
                </a:lnTo>
                <a:lnTo>
                  <a:pt x="228" y="443"/>
                </a:lnTo>
                <a:lnTo>
                  <a:pt x="229" y="443"/>
                </a:lnTo>
                <a:lnTo>
                  <a:pt x="230" y="443"/>
                </a:lnTo>
                <a:lnTo>
                  <a:pt x="230" y="442"/>
                </a:lnTo>
                <a:lnTo>
                  <a:pt x="231" y="442"/>
                </a:lnTo>
                <a:lnTo>
                  <a:pt x="232" y="442"/>
                </a:lnTo>
                <a:lnTo>
                  <a:pt x="233" y="441"/>
                </a:lnTo>
                <a:lnTo>
                  <a:pt x="234" y="441"/>
                </a:lnTo>
                <a:lnTo>
                  <a:pt x="234" y="440"/>
                </a:lnTo>
                <a:lnTo>
                  <a:pt x="235" y="440"/>
                </a:lnTo>
                <a:lnTo>
                  <a:pt x="236" y="440"/>
                </a:lnTo>
                <a:lnTo>
                  <a:pt x="237" y="440"/>
                </a:lnTo>
                <a:lnTo>
                  <a:pt x="237" y="439"/>
                </a:lnTo>
                <a:lnTo>
                  <a:pt x="238" y="439"/>
                </a:lnTo>
                <a:lnTo>
                  <a:pt x="239" y="440"/>
                </a:lnTo>
                <a:lnTo>
                  <a:pt x="239" y="439"/>
                </a:lnTo>
                <a:lnTo>
                  <a:pt x="240" y="439"/>
                </a:lnTo>
                <a:lnTo>
                  <a:pt x="240" y="438"/>
                </a:lnTo>
                <a:lnTo>
                  <a:pt x="241" y="437"/>
                </a:lnTo>
                <a:lnTo>
                  <a:pt x="241" y="438"/>
                </a:lnTo>
                <a:lnTo>
                  <a:pt x="242" y="438"/>
                </a:lnTo>
                <a:lnTo>
                  <a:pt x="243" y="438"/>
                </a:lnTo>
                <a:lnTo>
                  <a:pt x="244" y="438"/>
                </a:lnTo>
                <a:lnTo>
                  <a:pt x="245" y="438"/>
                </a:lnTo>
                <a:lnTo>
                  <a:pt x="246" y="438"/>
                </a:lnTo>
                <a:lnTo>
                  <a:pt x="246" y="439"/>
                </a:lnTo>
                <a:lnTo>
                  <a:pt x="246" y="440"/>
                </a:lnTo>
                <a:lnTo>
                  <a:pt x="246" y="441"/>
                </a:lnTo>
                <a:lnTo>
                  <a:pt x="247" y="441"/>
                </a:lnTo>
                <a:lnTo>
                  <a:pt x="247" y="442"/>
                </a:lnTo>
                <a:lnTo>
                  <a:pt x="248" y="442"/>
                </a:lnTo>
                <a:lnTo>
                  <a:pt x="248" y="443"/>
                </a:lnTo>
                <a:lnTo>
                  <a:pt x="249" y="443"/>
                </a:lnTo>
                <a:lnTo>
                  <a:pt x="249" y="442"/>
                </a:lnTo>
                <a:lnTo>
                  <a:pt x="248" y="442"/>
                </a:lnTo>
                <a:lnTo>
                  <a:pt x="249" y="441"/>
                </a:lnTo>
                <a:lnTo>
                  <a:pt x="250" y="441"/>
                </a:lnTo>
                <a:lnTo>
                  <a:pt x="250" y="442"/>
                </a:lnTo>
                <a:lnTo>
                  <a:pt x="249" y="442"/>
                </a:lnTo>
                <a:lnTo>
                  <a:pt x="251" y="442"/>
                </a:lnTo>
                <a:lnTo>
                  <a:pt x="252" y="441"/>
                </a:lnTo>
                <a:lnTo>
                  <a:pt x="253" y="441"/>
                </a:lnTo>
                <a:lnTo>
                  <a:pt x="253" y="440"/>
                </a:lnTo>
                <a:lnTo>
                  <a:pt x="253" y="439"/>
                </a:lnTo>
                <a:lnTo>
                  <a:pt x="253" y="438"/>
                </a:lnTo>
                <a:lnTo>
                  <a:pt x="253" y="439"/>
                </a:lnTo>
                <a:lnTo>
                  <a:pt x="254" y="439"/>
                </a:lnTo>
                <a:lnTo>
                  <a:pt x="255" y="439"/>
                </a:lnTo>
                <a:lnTo>
                  <a:pt x="256" y="439"/>
                </a:lnTo>
                <a:lnTo>
                  <a:pt x="256" y="438"/>
                </a:lnTo>
                <a:lnTo>
                  <a:pt x="257" y="438"/>
                </a:lnTo>
                <a:lnTo>
                  <a:pt x="258" y="439"/>
                </a:lnTo>
                <a:lnTo>
                  <a:pt x="257" y="439"/>
                </a:lnTo>
                <a:lnTo>
                  <a:pt x="257" y="440"/>
                </a:lnTo>
                <a:lnTo>
                  <a:pt x="258" y="440"/>
                </a:lnTo>
                <a:lnTo>
                  <a:pt x="259" y="440"/>
                </a:lnTo>
                <a:lnTo>
                  <a:pt x="259" y="439"/>
                </a:lnTo>
                <a:lnTo>
                  <a:pt x="260" y="439"/>
                </a:lnTo>
                <a:lnTo>
                  <a:pt x="261" y="439"/>
                </a:lnTo>
                <a:lnTo>
                  <a:pt x="261" y="440"/>
                </a:lnTo>
                <a:lnTo>
                  <a:pt x="262" y="441"/>
                </a:lnTo>
                <a:lnTo>
                  <a:pt x="263" y="441"/>
                </a:lnTo>
                <a:lnTo>
                  <a:pt x="264" y="440"/>
                </a:lnTo>
                <a:lnTo>
                  <a:pt x="265" y="441"/>
                </a:lnTo>
                <a:lnTo>
                  <a:pt x="266" y="441"/>
                </a:lnTo>
                <a:lnTo>
                  <a:pt x="267" y="441"/>
                </a:lnTo>
                <a:lnTo>
                  <a:pt x="267" y="440"/>
                </a:lnTo>
                <a:lnTo>
                  <a:pt x="269" y="440"/>
                </a:lnTo>
                <a:lnTo>
                  <a:pt x="270" y="440"/>
                </a:lnTo>
                <a:lnTo>
                  <a:pt x="272" y="439"/>
                </a:lnTo>
                <a:lnTo>
                  <a:pt x="273" y="439"/>
                </a:lnTo>
                <a:lnTo>
                  <a:pt x="274" y="437"/>
                </a:lnTo>
                <a:lnTo>
                  <a:pt x="275" y="437"/>
                </a:lnTo>
                <a:lnTo>
                  <a:pt x="275" y="438"/>
                </a:lnTo>
                <a:lnTo>
                  <a:pt x="276" y="439"/>
                </a:lnTo>
                <a:lnTo>
                  <a:pt x="277" y="439"/>
                </a:lnTo>
                <a:lnTo>
                  <a:pt x="278" y="439"/>
                </a:lnTo>
                <a:lnTo>
                  <a:pt x="278" y="438"/>
                </a:lnTo>
                <a:lnTo>
                  <a:pt x="278" y="437"/>
                </a:lnTo>
                <a:lnTo>
                  <a:pt x="279" y="437"/>
                </a:lnTo>
                <a:lnTo>
                  <a:pt x="280" y="437"/>
                </a:lnTo>
                <a:lnTo>
                  <a:pt x="280" y="436"/>
                </a:lnTo>
                <a:lnTo>
                  <a:pt x="281" y="436"/>
                </a:lnTo>
                <a:lnTo>
                  <a:pt x="281" y="435"/>
                </a:lnTo>
                <a:lnTo>
                  <a:pt x="280" y="434"/>
                </a:lnTo>
                <a:lnTo>
                  <a:pt x="281" y="434"/>
                </a:lnTo>
                <a:lnTo>
                  <a:pt x="281" y="432"/>
                </a:lnTo>
                <a:lnTo>
                  <a:pt x="280" y="432"/>
                </a:lnTo>
                <a:lnTo>
                  <a:pt x="281" y="432"/>
                </a:lnTo>
                <a:lnTo>
                  <a:pt x="281" y="431"/>
                </a:lnTo>
                <a:lnTo>
                  <a:pt x="281" y="430"/>
                </a:lnTo>
                <a:lnTo>
                  <a:pt x="282" y="429"/>
                </a:lnTo>
                <a:lnTo>
                  <a:pt x="282" y="428"/>
                </a:lnTo>
                <a:lnTo>
                  <a:pt x="283" y="428"/>
                </a:lnTo>
                <a:lnTo>
                  <a:pt x="283" y="427"/>
                </a:lnTo>
                <a:lnTo>
                  <a:pt x="283" y="426"/>
                </a:lnTo>
                <a:lnTo>
                  <a:pt x="282" y="426"/>
                </a:lnTo>
                <a:lnTo>
                  <a:pt x="282" y="425"/>
                </a:lnTo>
                <a:lnTo>
                  <a:pt x="282" y="423"/>
                </a:lnTo>
                <a:lnTo>
                  <a:pt x="281" y="421"/>
                </a:lnTo>
                <a:lnTo>
                  <a:pt x="281" y="419"/>
                </a:lnTo>
                <a:lnTo>
                  <a:pt x="280" y="419"/>
                </a:lnTo>
                <a:lnTo>
                  <a:pt x="280" y="418"/>
                </a:lnTo>
                <a:lnTo>
                  <a:pt x="280" y="417"/>
                </a:lnTo>
                <a:lnTo>
                  <a:pt x="280" y="416"/>
                </a:lnTo>
                <a:lnTo>
                  <a:pt x="281" y="416"/>
                </a:lnTo>
                <a:lnTo>
                  <a:pt x="281" y="415"/>
                </a:lnTo>
                <a:lnTo>
                  <a:pt x="282" y="414"/>
                </a:lnTo>
                <a:lnTo>
                  <a:pt x="282" y="413"/>
                </a:lnTo>
                <a:lnTo>
                  <a:pt x="281" y="413"/>
                </a:lnTo>
                <a:lnTo>
                  <a:pt x="281" y="412"/>
                </a:lnTo>
                <a:lnTo>
                  <a:pt x="280" y="411"/>
                </a:lnTo>
                <a:lnTo>
                  <a:pt x="279" y="411"/>
                </a:lnTo>
                <a:lnTo>
                  <a:pt x="279" y="410"/>
                </a:lnTo>
                <a:lnTo>
                  <a:pt x="278" y="410"/>
                </a:lnTo>
                <a:lnTo>
                  <a:pt x="278" y="409"/>
                </a:lnTo>
                <a:lnTo>
                  <a:pt x="277" y="409"/>
                </a:lnTo>
                <a:lnTo>
                  <a:pt x="277" y="408"/>
                </a:lnTo>
                <a:lnTo>
                  <a:pt x="276" y="407"/>
                </a:lnTo>
                <a:lnTo>
                  <a:pt x="275" y="407"/>
                </a:lnTo>
                <a:lnTo>
                  <a:pt x="274" y="407"/>
                </a:lnTo>
                <a:lnTo>
                  <a:pt x="274" y="406"/>
                </a:lnTo>
                <a:lnTo>
                  <a:pt x="274" y="405"/>
                </a:lnTo>
                <a:lnTo>
                  <a:pt x="273" y="403"/>
                </a:lnTo>
                <a:lnTo>
                  <a:pt x="273" y="402"/>
                </a:lnTo>
                <a:lnTo>
                  <a:pt x="272" y="402"/>
                </a:lnTo>
                <a:lnTo>
                  <a:pt x="272" y="401"/>
                </a:lnTo>
                <a:lnTo>
                  <a:pt x="273" y="400"/>
                </a:lnTo>
                <a:lnTo>
                  <a:pt x="273" y="399"/>
                </a:lnTo>
                <a:lnTo>
                  <a:pt x="272" y="398"/>
                </a:lnTo>
                <a:lnTo>
                  <a:pt x="272" y="397"/>
                </a:lnTo>
                <a:lnTo>
                  <a:pt x="273" y="396"/>
                </a:lnTo>
                <a:lnTo>
                  <a:pt x="272" y="396"/>
                </a:lnTo>
                <a:lnTo>
                  <a:pt x="272" y="395"/>
                </a:lnTo>
                <a:lnTo>
                  <a:pt x="273" y="395"/>
                </a:lnTo>
                <a:lnTo>
                  <a:pt x="273" y="394"/>
                </a:lnTo>
                <a:lnTo>
                  <a:pt x="273" y="393"/>
                </a:lnTo>
                <a:lnTo>
                  <a:pt x="273" y="392"/>
                </a:lnTo>
                <a:lnTo>
                  <a:pt x="273" y="391"/>
                </a:lnTo>
                <a:lnTo>
                  <a:pt x="272" y="391"/>
                </a:lnTo>
                <a:lnTo>
                  <a:pt x="272" y="390"/>
                </a:lnTo>
                <a:lnTo>
                  <a:pt x="273" y="390"/>
                </a:lnTo>
                <a:lnTo>
                  <a:pt x="273" y="389"/>
                </a:lnTo>
                <a:lnTo>
                  <a:pt x="273" y="388"/>
                </a:lnTo>
                <a:lnTo>
                  <a:pt x="273" y="387"/>
                </a:lnTo>
                <a:lnTo>
                  <a:pt x="273" y="385"/>
                </a:lnTo>
                <a:lnTo>
                  <a:pt x="273" y="384"/>
                </a:lnTo>
                <a:lnTo>
                  <a:pt x="273" y="383"/>
                </a:lnTo>
                <a:lnTo>
                  <a:pt x="272" y="382"/>
                </a:lnTo>
                <a:lnTo>
                  <a:pt x="271" y="382"/>
                </a:lnTo>
                <a:lnTo>
                  <a:pt x="271" y="381"/>
                </a:lnTo>
                <a:lnTo>
                  <a:pt x="271" y="380"/>
                </a:lnTo>
                <a:lnTo>
                  <a:pt x="270" y="380"/>
                </a:lnTo>
                <a:lnTo>
                  <a:pt x="270" y="379"/>
                </a:lnTo>
                <a:lnTo>
                  <a:pt x="271" y="378"/>
                </a:lnTo>
                <a:lnTo>
                  <a:pt x="271" y="377"/>
                </a:lnTo>
                <a:lnTo>
                  <a:pt x="272" y="377"/>
                </a:lnTo>
                <a:lnTo>
                  <a:pt x="272" y="376"/>
                </a:lnTo>
                <a:lnTo>
                  <a:pt x="273" y="376"/>
                </a:lnTo>
                <a:lnTo>
                  <a:pt x="274" y="376"/>
                </a:lnTo>
                <a:lnTo>
                  <a:pt x="275" y="376"/>
                </a:lnTo>
                <a:lnTo>
                  <a:pt x="276" y="375"/>
                </a:lnTo>
                <a:lnTo>
                  <a:pt x="276" y="374"/>
                </a:lnTo>
                <a:lnTo>
                  <a:pt x="276" y="373"/>
                </a:lnTo>
                <a:lnTo>
                  <a:pt x="277" y="373"/>
                </a:lnTo>
                <a:lnTo>
                  <a:pt x="278" y="372"/>
                </a:lnTo>
                <a:lnTo>
                  <a:pt x="279" y="372"/>
                </a:lnTo>
                <a:lnTo>
                  <a:pt x="280" y="372"/>
                </a:lnTo>
                <a:lnTo>
                  <a:pt x="280" y="373"/>
                </a:lnTo>
                <a:lnTo>
                  <a:pt x="280" y="372"/>
                </a:lnTo>
                <a:lnTo>
                  <a:pt x="281" y="372"/>
                </a:lnTo>
                <a:lnTo>
                  <a:pt x="282" y="372"/>
                </a:lnTo>
                <a:lnTo>
                  <a:pt x="282" y="373"/>
                </a:lnTo>
                <a:lnTo>
                  <a:pt x="283" y="373"/>
                </a:lnTo>
                <a:lnTo>
                  <a:pt x="283" y="372"/>
                </a:lnTo>
                <a:lnTo>
                  <a:pt x="284" y="372"/>
                </a:lnTo>
                <a:lnTo>
                  <a:pt x="285" y="371"/>
                </a:lnTo>
                <a:lnTo>
                  <a:pt x="285" y="369"/>
                </a:lnTo>
                <a:lnTo>
                  <a:pt x="285" y="368"/>
                </a:lnTo>
                <a:lnTo>
                  <a:pt x="285" y="367"/>
                </a:lnTo>
                <a:lnTo>
                  <a:pt x="286" y="367"/>
                </a:lnTo>
                <a:lnTo>
                  <a:pt x="286" y="366"/>
                </a:lnTo>
                <a:lnTo>
                  <a:pt x="287" y="366"/>
                </a:lnTo>
                <a:lnTo>
                  <a:pt x="287" y="365"/>
                </a:lnTo>
                <a:lnTo>
                  <a:pt x="287" y="364"/>
                </a:lnTo>
                <a:lnTo>
                  <a:pt x="287" y="363"/>
                </a:lnTo>
                <a:lnTo>
                  <a:pt x="287" y="362"/>
                </a:lnTo>
                <a:lnTo>
                  <a:pt x="287" y="361"/>
                </a:lnTo>
                <a:lnTo>
                  <a:pt x="287" y="358"/>
                </a:lnTo>
                <a:lnTo>
                  <a:pt x="288" y="358"/>
                </a:lnTo>
                <a:lnTo>
                  <a:pt x="288" y="357"/>
                </a:lnTo>
                <a:lnTo>
                  <a:pt x="289" y="356"/>
                </a:lnTo>
                <a:lnTo>
                  <a:pt x="289" y="355"/>
                </a:lnTo>
                <a:lnTo>
                  <a:pt x="288" y="354"/>
                </a:lnTo>
                <a:lnTo>
                  <a:pt x="289" y="353"/>
                </a:lnTo>
                <a:lnTo>
                  <a:pt x="290" y="352"/>
                </a:lnTo>
                <a:lnTo>
                  <a:pt x="290" y="351"/>
                </a:lnTo>
                <a:lnTo>
                  <a:pt x="289" y="350"/>
                </a:lnTo>
                <a:lnTo>
                  <a:pt x="287" y="347"/>
                </a:lnTo>
                <a:lnTo>
                  <a:pt x="286" y="345"/>
                </a:lnTo>
                <a:lnTo>
                  <a:pt x="285" y="345"/>
                </a:lnTo>
                <a:lnTo>
                  <a:pt x="285" y="344"/>
                </a:lnTo>
                <a:lnTo>
                  <a:pt x="284" y="342"/>
                </a:lnTo>
                <a:lnTo>
                  <a:pt x="284" y="340"/>
                </a:lnTo>
                <a:lnTo>
                  <a:pt x="284" y="339"/>
                </a:lnTo>
                <a:lnTo>
                  <a:pt x="284" y="338"/>
                </a:lnTo>
                <a:lnTo>
                  <a:pt x="284" y="337"/>
                </a:lnTo>
                <a:lnTo>
                  <a:pt x="283" y="335"/>
                </a:lnTo>
                <a:lnTo>
                  <a:pt x="283" y="334"/>
                </a:lnTo>
                <a:lnTo>
                  <a:pt x="283" y="330"/>
                </a:lnTo>
                <a:lnTo>
                  <a:pt x="284" y="327"/>
                </a:lnTo>
                <a:lnTo>
                  <a:pt x="283" y="325"/>
                </a:lnTo>
                <a:lnTo>
                  <a:pt x="283" y="324"/>
                </a:lnTo>
                <a:lnTo>
                  <a:pt x="282" y="323"/>
                </a:lnTo>
                <a:lnTo>
                  <a:pt x="281" y="322"/>
                </a:lnTo>
                <a:lnTo>
                  <a:pt x="280" y="323"/>
                </a:lnTo>
                <a:lnTo>
                  <a:pt x="279" y="323"/>
                </a:lnTo>
                <a:lnTo>
                  <a:pt x="278" y="322"/>
                </a:lnTo>
                <a:lnTo>
                  <a:pt x="277" y="322"/>
                </a:lnTo>
                <a:lnTo>
                  <a:pt x="276" y="322"/>
                </a:lnTo>
                <a:lnTo>
                  <a:pt x="275" y="320"/>
                </a:lnTo>
                <a:lnTo>
                  <a:pt x="272" y="319"/>
                </a:lnTo>
                <a:lnTo>
                  <a:pt x="272" y="318"/>
                </a:lnTo>
                <a:lnTo>
                  <a:pt x="271" y="318"/>
                </a:lnTo>
                <a:lnTo>
                  <a:pt x="271" y="319"/>
                </a:lnTo>
                <a:lnTo>
                  <a:pt x="272" y="320"/>
                </a:lnTo>
                <a:lnTo>
                  <a:pt x="272" y="321"/>
                </a:lnTo>
                <a:lnTo>
                  <a:pt x="271" y="322"/>
                </a:lnTo>
                <a:lnTo>
                  <a:pt x="270" y="323"/>
                </a:lnTo>
                <a:lnTo>
                  <a:pt x="268" y="323"/>
                </a:lnTo>
                <a:lnTo>
                  <a:pt x="265" y="322"/>
                </a:lnTo>
                <a:lnTo>
                  <a:pt x="264" y="322"/>
                </a:lnTo>
                <a:lnTo>
                  <a:pt x="262" y="321"/>
                </a:lnTo>
                <a:lnTo>
                  <a:pt x="262" y="319"/>
                </a:lnTo>
                <a:lnTo>
                  <a:pt x="262" y="318"/>
                </a:lnTo>
                <a:lnTo>
                  <a:pt x="261" y="315"/>
                </a:lnTo>
                <a:lnTo>
                  <a:pt x="260" y="314"/>
                </a:lnTo>
                <a:lnTo>
                  <a:pt x="259" y="314"/>
                </a:lnTo>
                <a:lnTo>
                  <a:pt x="258" y="313"/>
                </a:lnTo>
                <a:lnTo>
                  <a:pt x="258" y="311"/>
                </a:lnTo>
                <a:lnTo>
                  <a:pt x="258" y="310"/>
                </a:lnTo>
                <a:lnTo>
                  <a:pt x="257" y="310"/>
                </a:lnTo>
                <a:lnTo>
                  <a:pt x="254" y="310"/>
                </a:lnTo>
                <a:lnTo>
                  <a:pt x="252" y="309"/>
                </a:lnTo>
                <a:lnTo>
                  <a:pt x="252" y="308"/>
                </a:lnTo>
                <a:lnTo>
                  <a:pt x="252" y="309"/>
                </a:lnTo>
                <a:lnTo>
                  <a:pt x="252" y="310"/>
                </a:lnTo>
                <a:lnTo>
                  <a:pt x="251" y="310"/>
                </a:lnTo>
                <a:lnTo>
                  <a:pt x="251" y="309"/>
                </a:lnTo>
                <a:lnTo>
                  <a:pt x="250" y="309"/>
                </a:lnTo>
                <a:lnTo>
                  <a:pt x="250" y="308"/>
                </a:lnTo>
                <a:lnTo>
                  <a:pt x="249" y="308"/>
                </a:lnTo>
                <a:lnTo>
                  <a:pt x="249" y="309"/>
                </a:lnTo>
                <a:lnTo>
                  <a:pt x="249" y="310"/>
                </a:lnTo>
                <a:lnTo>
                  <a:pt x="249" y="311"/>
                </a:lnTo>
                <a:lnTo>
                  <a:pt x="249" y="310"/>
                </a:lnTo>
                <a:lnTo>
                  <a:pt x="248" y="309"/>
                </a:lnTo>
                <a:lnTo>
                  <a:pt x="248" y="308"/>
                </a:lnTo>
                <a:lnTo>
                  <a:pt x="247" y="308"/>
                </a:lnTo>
                <a:lnTo>
                  <a:pt x="245" y="308"/>
                </a:lnTo>
                <a:lnTo>
                  <a:pt x="244" y="308"/>
                </a:lnTo>
                <a:lnTo>
                  <a:pt x="244" y="307"/>
                </a:lnTo>
                <a:lnTo>
                  <a:pt x="244" y="305"/>
                </a:lnTo>
                <a:lnTo>
                  <a:pt x="244" y="304"/>
                </a:lnTo>
                <a:lnTo>
                  <a:pt x="245" y="303"/>
                </a:lnTo>
                <a:lnTo>
                  <a:pt x="246" y="302"/>
                </a:lnTo>
                <a:lnTo>
                  <a:pt x="245" y="302"/>
                </a:lnTo>
                <a:lnTo>
                  <a:pt x="244" y="302"/>
                </a:lnTo>
                <a:lnTo>
                  <a:pt x="243" y="302"/>
                </a:lnTo>
                <a:lnTo>
                  <a:pt x="242" y="304"/>
                </a:lnTo>
                <a:lnTo>
                  <a:pt x="242" y="305"/>
                </a:lnTo>
                <a:lnTo>
                  <a:pt x="242" y="306"/>
                </a:lnTo>
                <a:lnTo>
                  <a:pt x="241" y="307"/>
                </a:lnTo>
                <a:lnTo>
                  <a:pt x="241" y="308"/>
                </a:lnTo>
                <a:lnTo>
                  <a:pt x="240" y="309"/>
                </a:lnTo>
                <a:lnTo>
                  <a:pt x="239" y="309"/>
                </a:lnTo>
                <a:lnTo>
                  <a:pt x="238" y="309"/>
                </a:lnTo>
                <a:lnTo>
                  <a:pt x="238" y="308"/>
                </a:lnTo>
                <a:lnTo>
                  <a:pt x="238" y="307"/>
                </a:lnTo>
                <a:lnTo>
                  <a:pt x="236" y="306"/>
                </a:lnTo>
                <a:lnTo>
                  <a:pt x="235" y="306"/>
                </a:lnTo>
                <a:lnTo>
                  <a:pt x="234" y="307"/>
                </a:lnTo>
                <a:lnTo>
                  <a:pt x="234" y="306"/>
                </a:lnTo>
                <a:lnTo>
                  <a:pt x="234" y="305"/>
                </a:lnTo>
                <a:lnTo>
                  <a:pt x="234" y="304"/>
                </a:lnTo>
                <a:lnTo>
                  <a:pt x="233" y="304"/>
                </a:lnTo>
                <a:lnTo>
                  <a:pt x="232" y="305"/>
                </a:lnTo>
                <a:lnTo>
                  <a:pt x="231" y="306"/>
                </a:lnTo>
                <a:lnTo>
                  <a:pt x="229" y="305"/>
                </a:lnTo>
                <a:lnTo>
                  <a:pt x="228" y="303"/>
                </a:lnTo>
                <a:lnTo>
                  <a:pt x="227" y="302"/>
                </a:lnTo>
                <a:lnTo>
                  <a:pt x="226" y="302"/>
                </a:lnTo>
                <a:lnTo>
                  <a:pt x="226" y="301"/>
                </a:lnTo>
                <a:lnTo>
                  <a:pt x="226" y="302"/>
                </a:lnTo>
                <a:lnTo>
                  <a:pt x="226" y="301"/>
                </a:lnTo>
                <a:lnTo>
                  <a:pt x="225" y="301"/>
                </a:lnTo>
                <a:lnTo>
                  <a:pt x="226" y="301"/>
                </a:lnTo>
                <a:lnTo>
                  <a:pt x="226" y="300"/>
                </a:lnTo>
                <a:lnTo>
                  <a:pt x="226" y="301"/>
                </a:lnTo>
                <a:lnTo>
                  <a:pt x="227" y="301"/>
                </a:lnTo>
                <a:lnTo>
                  <a:pt x="227" y="300"/>
                </a:lnTo>
                <a:lnTo>
                  <a:pt x="228" y="300"/>
                </a:lnTo>
                <a:lnTo>
                  <a:pt x="228" y="299"/>
                </a:lnTo>
                <a:lnTo>
                  <a:pt x="228" y="298"/>
                </a:lnTo>
                <a:lnTo>
                  <a:pt x="227" y="297"/>
                </a:lnTo>
                <a:lnTo>
                  <a:pt x="226" y="297"/>
                </a:lnTo>
                <a:lnTo>
                  <a:pt x="225" y="297"/>
                </a:lnTo>
                <a:lnTo>
                  <a:pt x="224" y="298"/>
                </a:lnTo>
                <a:lnTo>
                  <a:pt x="224" y="299"/>
                </a:lnTo>
                <a:lnTo>
                  <a:pt x="224" y="300"/>
                </a:lnTo>
                <a:lnTo>
                  <a:pt x="223" y="299"/>
                </a:lnTo>
                <a:lnTo>
                  <a:pt x="223" y="298"/>
                </a:lnTo>
                <a:lnTo>
                  <a:pt x="222" y="299"/>
                </a:lnTo>
                <a:lnTo>
                  <a:pt x="221" y="299"/>
                </a:lnTo>
                <a:lnTo>
                  <a:pt x="221" y="300"/>
                </a:lnTo>
                <a:lnTo>
                  <a:pt x="220" y="299"/>
                </a:lnTo>
                <a:lnTo>
                  <a:pt x="220" y="298"/>
                </a:lnTo>
                <a:lnTo>
                  <a:pt x="220" y="297"/>
                </a:lnTo>
                <a:lnTo>
                  <a:pt x="220" y="295"/>
                </a:lnTo>
                <a:lnTo>
                  <a:pt x="220" y="294"/>
                </a:lnTo>
                <a:lnTo>
                  <a:pt x="219" y="294"/>
                </a:lnTo>
                <a:lnTo>
                  <a:pt x="219" y="293"/>
                </a:lnTo>
                <a:lnTo>
                  <a:pt x="218" y="292"/>
                </a:lnTo>
                <a:lnTo>
                  <a:pt x="218" y="291"/>
                </a:lnTo>
                <a:lnTo>
                  <a:pt x="217" y="290"/>
                </a:lnTo>
                <a:lnTo>
                  <a:pt x="216" y="290"/>
                </a:lnTo>
                <a:lnTo>
                  <a:pt x="215" y="290"/>
                </a:lnTo>
                <a:lnTo>
                  <a:pt x="214" y="288"/>
                </a:lnTo>
                <a:lnTo>
                  <a:pt x="213" y="288"/>
                </a:lnTo>
                <a:lnTo>
                  <a:pt x="212" y="288"/>
                </a:lnTo>
                <a:lnTo>
                  <a:pt x="212" y="287"/>
                </a:lnTo>
                <a:lnTo>
                  <a:pt x="211" y="287"/>
                </a:lnTo>
                <a:lnTo>
                  <a:pt x="210" y="286"/>
                </a:lnTo>
                <a:lnTo>
                  <a:pt x="210" y="287"/>
                </a:lnTo>
                <a:lnTo>
                  <a:pt x="209" y="287"/>
                </a:lnTo>
                <a:lnTo>
                  <a:pt x="208" y="287"/>
                </a:lnTo>
                <a:lnTo>
                  <a:pt x="206" y="286"/>
                </a:lnTo>
                <a:lnTo>
                  <a:pt x="205" y="286"/>
                </a:lnTo>
                <a:lnTo>
                  <a:pt x="205" y="285"/>
                </a:lnTo>
                <a:lnTo>
                  <a:pt x="203" y="284"/>
                </a:lnTo>
                <a:lnTo>
                  <a:pt x="202" y="283"/>
                </a:lnTo>
                <a:lnTo>
                  <a:pt x="201" y="283"/>
                </a:lnTo>
                <a:lnTo>
                  <a:pt x="201" y="284"/>
                </a:lnTo>
                <a:lnTo>
                  <a:pt x="200" y="284"/>
                </a:lnTo>
                <a:lnTo>
                  <a:pt x="199" y="284"/>
                </a:lnTo>
                <a:lnTo>
                  <a:pt x="198" y="284"/>
                </a:lnTo>
                <a:lnTo>
                  <a:pt x="198" y="283"/>
                </a:lnTo>
                <a:lnTo>
                  <a:pt x="198" y="282"/>
                </a:lnTo>
                <a:lnTo>
                  <a:pt x="197" y="282"/>
                </a:lnTo>
                <a:lnTo>
                  <a:pt x="196" y="282"/>
                </a:lnTo>
                <a:lnTo>
                  <a:pt x="195" y="282"/>
                </a:lnTo>
                <a:lnTo>
                  <a:pt x="194" y="282"/>
                </a:lnTo>
                <a:lnTo>
                  <a:pt x="193" y="283"/>
                </a:lnTo>
                <a:lnTo>
                  <a:pt x="192" y="283"/>
                </a:lnTo>
                <a:lnTo>
                  <a:pt x="190" y="282"/>
                </a:lnTo>
                <a:lnTo>
                  <a:pt x="189" y="281"/>
                </a:lnTo>
                <a:lnTo>
                  <a:pt x="188" y="281"/>
                </a:lnTo>
                <a:lnTo>
                  <a:pt x="187" y="281"/>
                </a:lnTo>
                <a:lnTo>
                  <a:pt x="186" y="282"/>
                </a:lnTo>
                <a:lnTo>
                  <a:pt x="185" y="281"/>
                </a:lnTo>
                <a:lnTo>
                  <a:pt x="185" y="282"/>
                </a:lnTo>
                <a:lnTo>
                  <a:pt x="184" y="282"/>
                </a:lnTo>
                <a:lnTo>
                  <a:pt x="183" y="281"/>
                </a:lnTo>
                <a:lnTo>
                  <a:pt x="183" y="280"/>
                </a:lnTo>
                <a:lnTo>
                  <a:pt x="184" y="280"/>
                </a:lnTo>
                <a:lnTo>
                  <a:pt x="183" y="279"/>
                </a:lnTo>
                <a:lnTo>
                  <a:pt x="183" y="278"/>
                </a:lnTo>
                <a:lnTo>
                  <a:pt x="182" y="277"/>
                </a:lnTo>
                <a:lnTo>
                  <a:pt x="181" y="276"/>
                </a:lnTo>
                <a:lnTo>
                  <a:pt x="180" y="275"/>
                </a:lnTo>
                <a:lnTo>
                  <a:pt x="179" y="275"/>
                </a:lnTo>
                <a:lnTo>
                  <a:pt x="179" y="274"/>
                </a:lnTo>
                <a:lnTo>
                  <a:pt x="180" y="274"/>
                </a:lnTo>
                <a:lnTo>
                  <a:pt x="180" y="273"/>
                </a:lnTo>
                <a:lnTo>
                  <a:pt x="179" y="273"/>
                </a:lnTo>
                <a:lnTo>
                  <a:pt x="177" y="274"/>
                </a:lnTo>
                <a:lnTo>
                  <a:pt x="176" y="274"/>
                </a:lnTo>
                <a:lnTo>
                  <a:pt x="176" y="275"/>
                </a:lnTo>
                <a:lnTo>
                  <a:pt x="175" y="276"/>
                </a:lnTo>
                <a:lnTo>
                  <a:pt x="175" y="275"/>
                </a:lnTo>
                <a:lnTo>
                  <a:pt x="175" y="274"/>
                </a:lnTo>
                <a:lnTo>
                  <a:pt x="174" y="274"/>
                </a:lnTo>
                <a:lnTo>
                  <a:pt x="173" y="274"/>
                </a:lnTo>
                <a:lnTo>
                  <a:pt x="173" y="275"/>
                </a:lnTo>
                <a:lnTo>
                  <a:pt x="173" y="274"/>
                </a:lnTo>
                <a:lnTo>
                  <a:pt x="171" y="274"/>
                </a:lnTo>
                <a:lnTo>
                  <a:pt x="170" y="274"/>
                </a:lnTo>
                <a:lnTo>
                  <a:pt x="169" y="274"/>
                </a:lnTo>
                <a:lnTo>
                  <a:pt x="168" y="274"/>
                </a:lnTo>
                <a:lnTo>
                  <a:pt x="167" y="273"/>
                </a:lnTo>
                <a:lnTo>
                  <a:pt x="166" y="272"/>
                </a:lnTo>
                <a:lnTo>
                  <a:pt x="165" y="272"/>
                </a:lnTo>
                <a:lnTo>
                  <a:pt x="164" y="273"/>
                </a:lnTo>
                <a:lnTo>
                  <a:pt x="163" y="273"/>
                </a:lnTo>
                <a:lnTo>
                  <a:pt x="163" y="272"/>
                </a:lnTo>
                <a:lnTo>
                  <a:pt x="162" y="271"/>
                </a:lnTo>
                <a:lnTo>
                  <a:pt x="163" y="270"/>
                </a:lnTo>
                <a:lnTo>
                  <a:pt x="163" y="269"/>
                </a:lnTo>
                <a:lnTo>
                  <a:pt x="162" y="267"/>
                </a:lnTo>
                <a:lnTo>
                  <a:pt x="161" y="265"/>
                </a:lnTo>
                <a:lnTo>
                  <a:pt x="161" y="263"/>
                </a:lnTo>
                <a:lnTo>
                  <a:pt x="161" y="262"/>
                </a:lnTo>
                <a:lnTo>
                  <a:pt x="161" y="261"/>
                </a:lnTo>
                <a:lnTo>
                  <a:pt x="161" y="260"/>
                </a:lnTo>
                <a:lnTo>
                  <a:pt x="160" y="260"/>
                </a:lnTo>
                <a:lnTo>
                  <a:pt x="161" y="260"/>
                </a:lnTo>
                <a:lnTo>
                  <a:pt x="161" y="258"/>
                </a:lnTo>
                <a:lnTo>
                  <a:pt x="161" y="257"/>
                </a:lnTo>
                <a:lnTo>
                  <a:pt x="161" y="256"/>
                </a:lnTo>
                <a:lnTo>
                  <a:pt x="160" y="255"/>
                </a:lnTo>
                <a:lnTo>
                  <a:pt x="160" y="254"/>
                </a:lnTo>
                <a:lnTo>
                  <a:pt x="161" y="254"/>
                </a:lnTo>
                <a:lnTo>
                  <a:pt x="160" y="254"/>
                </a:lnTo>
                <a:lnTo>
                  <a:pt x="160" y="253"/>
                </a:lnTo>
                <a:lnTo>
                  <a:pt x="160" y="252"/>
                </a:lnTo>
                <a:lnTo>
                  <a:pt x="160" y="251"/>
                </a:lnTo>
                <a:lnTo>
                  <a:pt x="163" y="253"/>
                </a:lnTo>
                <a:lnTo>
                  <a:pt x="163" y="254"/>
                </a:lnTo>
                <a:lnTo>
                  <a:pt x="164" y="252"/>
                </a:lnTo>
                <a:lnTo>
                  <a:pt x="165" y="252"/>
                </a:lnTo>
                <a:lnTo>
                  <a:pt x="165" y="251"/>
                </a:lnTo>
                <a:lnTo>
                  <a:pt x="165" y="250"/>
                </a:lnTo>
                <a:lnTo>
                  <a:pt x="165" y="249"/>
                </a:lnTo>
                <a:lnTo>
                  <a:pt x="166" y="248"/>
                </a:lnTo>
                <a:lnTo>
                  <a:pt x="166" y="247"/>
                </a:lnTo>
                <a:lnTo>
                  <a:pt x="165" y="246"/>
                </a:lnTo>
                <a:lnTo>
                  <a:pt x="164" y="244"/>
                </a:lnTo>
                <a:lnTo>
                  <a:pt x="163" y="243"/>
                </a:lnTo>
                <a:lnTo>
                  <a:pt x="161" y="242"/>
                </a:lnTo>
                <a:lnTo>
                  <a:pt x="160" y="242"/>
                </a:lnTo>
                <a:lnTo>
                  <a:pt x="160" y="241"/>
                </a:lnTo>
                <a:lnTo>
                  <a:pt x="159" y="241"/>
                </a:lnTo>
                <a:lnTo>
                  <a:pt x="159" y="240"/>
                </a:lnTo>
                <a:lnTo>
                  <a:pt x="161" y="240"/>
                </a:lnTo>
                <a:lnTo>
                  <a:pt x="162" y="240"/>
                </a:lnTo>
                <a:lnTo>
                  <a:pt x="163" y="240"/>
                </a:lnTo>
                <a:lnTo>
                  <a:pt x="163" y="239"/>
                </a:lnTo>
                <a:lnTo>
                  <a:pt x="163" y="237"/>
                </a:lnTo>
                <a:lnTo>
                  <a:pt x="162" y="237"/>
                </a:lnTo>
                <a:lnTo>
                  <a:pt x="162" y="236"/>
                </a:lnTo>
                <a:lnTo>
                  <a:pt x="160" y="234"/>
                </a:lnTo>
                <a:lnTo>
                  <a:pt x="159" y="234"/>
                </a:lnTo>
                <a:lnTo>
                  <a:pt x="159" y="232"/>
                </a:lnTo>
                <a:lnTo>
                  <a:pt x="158" y="230"/>
                </a:lnTo>
                <a:lnTo>
                  <a:pt x="159" y="229"/>
                </a:lnTo>
                <a:lnTo>
                  <a:pt x="159" y="226"/>
                </a:lnTo>
                <a:lnTo>
                  <a:pt x="159" y="225"/>
                </a:lnTo>
                <a:lnTo>
                  <a:pt x="159" y="224"/>
                </a:lnTo>
                <a:lnTo>
                  <a:pt x="160" y="224"/>
                </a:lnTo>
                <a:lnTo>
                  <a:pt x="161" y="223"/>
                </a:lnTo>
                <a:lnTo>
                  <a:pt x="161" y="222"/>
                </a:lnTo>
                <a:lnTo>
                  <a:pt x="160" y="222"/>
                </a:lnTo>
                <a:lnTo>
                  <a:pt x="160" y="220"/>
                </a:lnTo>
                <a:lnTo>
                  <a:pt x="161" y="219"/>
                </a:lnTo>
                <a:lnTo>
                  <a:pt x="161" y="218"/>
                </a:lnTo>
                <a:lnTo>
                  <a:pt x="161" y="217"/>
                </a:lnTo>
                <a:lnTo>
                  <a:pt x="161" y="216"/>
                </a:lnTo>
                <a:lnTo>
                  <a:pt x="161" y="215"/>
                </a:lnTo>
                <a:lnTo>
                  <a:pt x="162" y="214"/>
                </a:lnTo>
                <a:lnTo>
                  <a:pt x="163" y="213"/>
                </a:lnTo>
                <a:lnTo>
                  <a:pt x="164" y="213"/>
                </a:lnTo>
                <a:lnTo>
                  <a:pt x="164" y="214"/>
                </a:lnTo>
                <a:lnTo>
                  <a:pt x="165" y="214"/>
                </a:lnTo>
                <a:lnTo>
                  <a:pt x="165" y="213"/>
                </a:lnTo>
                <a:lnTo>
                  <a:pt x="165" y="212"/>
                </a:lnTo>
                <a:lnTo>
                  <a:pt x="166" y="211"/>
                </a:lnTo>
                <a:lnTo>
                  <a:pt x="167" y="211"/>
                </a:lnTo>
                <a:lnTo>
                  <a:pt x="167" y="210"/>
                </a:lnTo>
                <a:lnTo>
                  <a:pt x="167" y="209"/>
                </a:lnTo>
                <a:lnTo>
                  <a:pt x="168" y="207"/>
                </a:lnTo>
                <a:lnTo>
                  <a:pt x="168" y="206"/>
                </a:lnTo>
                <a:lnTo>
                  <a:pt x="169" y="205"/>
                </a:lnTo>
                <a:lnTo>
                  <a:pt x="168" y="204"/>
                </a:lnTo>
                <a:lnTo>
                  <a:pt x="167" y="204"/>
                </a:lnTo>
                <a:lnTo>
                  <a:pt x="166" y="205"/>
                </a:lnTo>
                <a:lnTo>
                  <a:pt x="165" y="204"/>
                </a:lnTo>
                <a:lnTo>
                  <a:pt x="164" y="202"/>
                </a:lnTo>
                <a:lnTo>
                  <a:pt x="163" y="202"/>
                </a:lnTo>
                <a:lnTo>
                  <a:pt x="164" y="202"/>
                </a:lnTo>
                <a:lnTo>
                  <a:pt x="165" y="202"/>
                </a:lnTo>
                <a:lnTo>
                  <a:pt x="167" y="202"/>
                </a:lnTo>
                <a:lnTo>
                  <a:pt x="168" y="202"/>
                </a:lnTo>
                <a:lnTo>
                  <a:pt x="168" y="201"/>
                </a:lnTo>
                <a:lnTo>
                  <a:pt x="168" y="200"/>
                </a:lnTo>
                <a:lnTo>
                  <a:pt x="170" y="199"/>
                </a:lnTo>
                <a:lnTo>
                  <a:pt x="171" y="197"/>
                </a:lnTo>
                <a:lnTo>
                  <a:pt x="173" y="198"/>
                </a:lnTo>
                <a:lnTo>
                  <a:pt x="173" y="196"/>
                </a:lnTo>
                <a:lnTo>
                  <a:pt x="170" y="196"/>
                </a:lnTo>
                <a:lnTo>
                  <a:pt x="170" y="195"/>
                </a:lnTo>
                <a:lnTo>
                  <a:pt x="170" y="194"/>
                </a:lnTo>
                <a:lnTo>
                  <a:pt x="170" y="193"/>
                </a:lnTo>
                <a:lnTo>
                  <a:pt x="172" y="193"/>
                </a:lnTo>
                <a:lnTo>
                  <a:pt x="173" y="194"/>
                </a:lnTo>
                <a:lnTo>
                  <a:pt x="173" y="195"/>
                </a:lnTo>
                <a:lnTo>
                  <a:pt x="174" y="194"/>
                </a:lnTo>
                <a:lnTo>
                  <a:pt x="175" y="194"/>
                </a:lnTo>
                <a:lnTo>
                  <a:pt x="178" y="194"/>
                </a:lnTo>
                <a:lnTo>
                  <a:pt x="177" y="193"/>
                </a:lnTo>
                <a:lnTo>
                  <a:pt x="178" y="193"/>
                </a:lnTo>
                <a:lnTo>
                  <a:pt x="178" y="192"/>
                </a:lnTo>
                <a:lnTo>
                  <a:pt x="179" y="191"/>
                </a:lnTo>
                <a:lnTo>
                  <a:pt x="180" y="190"/>
                </a:lnTo>
                <a:lnTo>
                  <a:pt x="181" y="189"/>
                </a:lnTo>
                <a:lnTo>
                  <a:pt x="180" y="189"/>
                </a:lnTo>
                <a:lnTo>
                  <a:pt x="180" y="188"/>
                </a:lnTo>
                <a:lnTo>
                  <a:pt x="180" y="186"/>
                </a:lnTo>
                <a:lnTo>
                  <a:pt x="184" y="184"/>
                </a:lnTo>
                <a:lnTo>
                  <a:pt x="185" y="185"/>
                </a:lnTo>
                <a:lnTo>
                  <a:pt x="186" y="185"/>
                </a:lnTo>
                <a:lnTo>
                  <a:pt x="188" y="185"/>
                </a:lnTo>
                <a:lnTo>
                  <a:pt x="189" y="184"/>
                </a:lnTo>
                <a:lnTo>
                  <a:pt x="188" y="184"/>
                </a:lnTo>
                <a:lnTo>
                  <a:pt x="187" y="183"/>
                </a:lnTo>
                <a:lnTo>
                  <a:pt x="188" y="183"/>
                </a:lnTo>
                <a:lnTo>
                  <a:pt x="189" y="184"/>
                </a:lnTo>
                <a:lnTo>
                  <a:pt x="190" y="184"/>
                </a:lnTo>
                <a:lnTo>
                  <a:pt x="190" y="185"/>
                </a:lnTo>
                <a:lnTo>
                  <a:pt x="191" y="186"/>
                </a:lnTo>
                <a:lnTo>
                  <a:pt x="192" y="185"/>
                </a:lnTo>
                <a:lnTo>
                  <a:pt x="192" y="184"/>
                </a:lnTo>
                <a:lnTo>
                  <a:pt x="193" y="182"/>
                </a:lnTo>
                <a:lnTo>
                  <a:pt x="194" y="182"/>
                </a:lnTo>
                <a:lnTo>
                  <a:pt x="194" y="180"/>
                </a:lnTo>
                <a:lnTo>
                  <a:pt x="194" y="179"/>
                </a:lnTo>
                <a:lnTo>
                  <a:pt x="195" y="179"/>
                </a:lnTo>
                <a:lnTo>
                  <a:pt x="195" y="177"/>
                </a:lnTo>
                <a:lnTo>
                  <a:pt x="194" y="176"/>
                </a:lnTo>
                <a:lnTo>
                  <a:pt x="196" y="175"/>
                </a:lnTo>
                <a:lnTo>
                  <a:pt x="197" y="173"/>
                </a:lnTo>
                <a:lnTo>
                  <a:pt x="198" y="173"/>
                </a:lnTo>
                <a:lnTo>
                  <a:pt x="198" y="174"/>
                </a:lnTo>
                <a:lnTo>
                  <a:pt x="198" y="175"/>
                </a:lnTo>
                <a:lnTo>
                  <a:pt x="199" y="175"/>
                </a:lnTo>
                <a:lnTo>
                  <a:pt x="201" y="177"/>
                </a:lnTo>
                <a:lnTo>
                  <a:pt x="202" y="178"/>
                </a:lnTo>
                <a:lnTo>
                  <a:pt x="203" y="178"/>
                </a:lnTo>
                <a:lnTo>
                  <a:pt x="205" y="178"/>
                </a:lnTo>
                <a:lnTo>
                  <a:pt x="206" y="179"/>
                </a:lnTo>
                <a:lnTo>
                  <a:pt x="207" y="179"/>
                </a:lnTo>
                <a:lnTo>
                  <a:pt x="209" y="180"/>
                </a:lnTo>
                <a:lnTo>
                  <a:pt x="209" y="179"/>
                </a:lnTo>
                <a:lnTo>
                  <a:pt x="210" y="179"/>
                </a:lnTo>
                <a:lnTo>
                  <a:pt x="211" y="179"/>
                </a:lnTo>
                <a:lnTo>
                  <a:pt x="212" y="180"/>
                </a:lnTo>
                <a:lnTo>
                  <a:pt x="215" y="182"/>
                </a:lnTo>
                <a:lnTo>
                  <a:pt x="216" y="181"/>
                </a:lnTo>
                <a:lnTo>
                  <a:pt x="217" y="181"/>
                </a:lnTo>
                <a:lnTo>
                  <a:pt x="218" y="182"/>
                </a:lnTo>
                <a:lnTo>
                  <a:pt x="219" y="182"/>
                </a:lnTo>
                <a:lnTo>
                  <a:pt x="220" y="183"/>
                </a:lnTo>
                <a:lnTo>
                  <a:pt x="224" y="184"/>
                </a:lnTo>
                <a:lnTo>
                  <a:pt x="224" y="186"/>
                </a:lnTo>
                <a:lnTo>
                  <a:pt x="225" y="188"/>
                </a:lnTo>
                <a:lnTo>
                  <a:pt x="225" y="189"/>
                </a:lnTo>
                <a:lnTo>
                  <a:pt x="226" y="189"/>
                </a:lnTo>
                <a:lnTo>
                  <a:pt x="226" y="190"/>
                </a:lnTo>
                <a:lnTo>
                  <a:pt x="227" y="190"/>
                </a:lnTo>
                <a:lnTo>
                  <a:pt x="228" y="193"/>
                </a:lnTo>
                <a:lnTo>
                  <a:pt x="228" y="194"/>
                </a:lnTo>
                <a:lnTo>
                  <a:pt x="227" y="195"/>
                </a:lnTo>
                <a:lnTo>
                  <a:pt x="227" y="197"/>
                </a:lnTo>
                <a:lnTo>
                  <a:pt x="228" y="198"/>
                </a:lnTo>
                <a:lnTo>
                  <a:pt x="231" y="198"/>
                </a:lnTo>
                <a:lnTo>
                  <a:pt x="232" y="199"/>
                </a:lnTo>
                <a:lnTo>
                  <a:pt x="233" y="199"/>
                </a:lnTo>
                <a:lnTo>
                  <a:pt x="235" y="199"/>
                </a:lnTo>
                <a:lnTo>
                  <a:pt x="237" y="200"/>
                </a:lnTo>
                <a:lnTo>
                  <a:pt x="237" y="201"/>
                </a:lnTo>
                <a:lnTo>
                  <a:pt x="239" y="201"/>
                </a:lnTo>
                <a:lnTo>
                  <a:pt x="240" y="200"/>
                </a:lnTo>
                <a:lnTo>
                  <a:pt x="242" y="200"/>
                </a:lnTo>
                <a:lnTo>
                  <a:pt x="244" y="198"/>
                </a:lnTo>
                <a:lnTo>
                  <a:pt x="244" y="197"/>
                </a:lnTo>
                <a:lnTo>
                  <a:pt x="245" y="197"/>
                </a:lnTo>
                <a:lnTo>
                  <a:pt x="247" y="196"/>
                </a:lnTo>
                <a:lnTo>
                  <a:pt x="250" y="196"/>
                </a:lnTo>
                <a:lnTo>
                  <a:pt x="251" y="197"/>
                </a:lnTo>
                <a:lnTo>
                  <a:pt x="252" y="197"/>
                </a:lnTo>
                <a:lnTo>
                  <a:pt x="252" y="198"/>
                </a:lnTo>
                <a:lnTo>
                  <a:pt x="253" y="199"/>
                </a:lnTo>
                <a:lnTo>
                  <a:pt x="254" y="199"/>
                </a:lnTo>
                <a:lnTo>
                  <a:pt x="255" y="200"/>
                </a:lnTo>
                <a:lnTo>
                  <a:pt x="256" y="200"/>
                </a:lnTo>
                <a:lnTo>
                  <a:pt x="259" y="199"/>
                </a:lnTo>
                <a:lnTo>
                  <a:pt x="262" y="198"/>
                </a:lnTo>
                <a:lnTo>
                  <a:pt x="264" y="198"/>
                </a:lnTo>
                <a:lnTo>
                  <a:pt x="265" y="197"/>
                </a:lnTo>
                <a:lnTo>
                  <a:pt x="266" y="197"/>
                </a:lnTo>
                <a:lnTo>
                  <a:pt x="267" y="196"/>
                </a:lnTo>
                <a:lnTo>
                  <a:pt x="268" y="195"/>
                </a:lnTo>
                <a:lnTo>
                  <a:pt x="269" y="195"/>
                </a:lnTo>
                <a:lnTo>
                  <a:pt x="274" y="194"/>
                </a:lnTo>
                <a:lnTo>
                  <a:pt x="275" y="194"/>
                </a:lnTo>
                <a:lnTo>
                  <a:pt x="276" y="194"/>
                </a:lnTo>
                <a:lnTo>
                  <a:pt x="276" y="195"/>
                </a:lnTo>
                <a:lnTo>
                  <a:pt x="277" y="195"/>
                </a:lnTo>
                <a:lnTo>
                  <a:pt x="278" y="196"/>
                </a:lnTo>
                <a:lnTo>
                  <a:pt x="279" y="197"/>
                </a:lnTo>
                <a:lnTo>
                  <a:pt x="280" y="197"/>
                </a:lnTo>
                <a:lnTo>
                  <a:pt x="283" y="197"/>
                </a:lnTo>
                <a:lnTo>
                  <a:pt x="285" y="197"/>
                </a:lnTo>
                <a:lnTo>
                  <a:pt x="287" y="196"/>
                </a:lnTo>
                <a:lnTo>
                  <a:pt x="289" y="196"/>
                </a:lnTo>
                <a:lnTo>
                  <a:pt x="289" y="195"/>
                </a:lnTo>
                <a:lnTo>
                  <a:pt x="290" y="194"/>
                </a:lnTo>
                <a:lnTo>
                  <a:pt x="291" y="194"/>
                </a:lnTo>
                <a:lnTo>
                  <a:pt x="293" y="194"/>
                </a:lnTo>
                <a:lnTo>
                  <a:pt x="294" y="194"/>
                </a:lnTo>
                <a:lnTo>
                  <a:pt x="295" y="195"/>
                </a:lnTo>
                <a:lnTo>
                  <a:pt x="296" y="194"/>
                </a:lnTo>
                <a:lnTo>
                  <a:pt x="297" y="193"/>
                </a:lnTo>
                <a:lnTo>
                  <a:pt x="297" y="192"/>
                </a:lnTo>
                <a:lnTo>
                  <a:pt x="297" y="191"/>
                </a:lnTo>
                <a:lnTo>
                  <a:pt x="296" y="190"/>
                </a:lnTo>
                <a:lnTo>
                  <a:pt x="296" y="189"/>
                </a:lnTo>
                <a:lnTo>
                  <a:pt x="296" y="187"/>
                </a:lnTo>
                <a:lnTo>
                  <a:pt x="296" y="186"/>
                </a:lnTo>
                <a:lnTo>
                  <a:pt x="297" y="185"/>
                </a:lnTo>
                <a:lnTo>
                  <a:pt x="298" y="185"/>
                </a:lnTo>
                <a:lnTo>
                  <a:pt x="298" y="184"/>
                </a:lnTo>
                <a:lnTo>
                  <a:pt x="298" y="183"/>
                </a:lnTo>
                <a:lnTo>
                  <a:pt x="297" y="182"/>
                </a:lnTo>
                <a:lnTo>
                  <a:pt x="297" y="179"/>
                </a:lnTo>
                <a:lnTo>
                  <a:pt x="297" y="176"/>
                </a:lnTo>
                <a:lnTo>
                  <a:pt x="297" y="174"/>
                </a:lnTo>
                <a:lnTo>
                  <a:pt x="297" y="170"/>
                </a:lnTo>
                <a:lnTo>
                  <a:pt x="298" y="168"/>
                </a:lnTo>
                <a:lnTo>
                  <a:pt x="300" y="164"/>
                </a:lnTo>
                <a:lnTo>
                  <a:pt x="300" y="161"/>
                </a:lnTo>
                <a:lnTo>
                  <a:pt x="299" y="160"/>
                </a:lnTo>
                <a:lnTo>
                  <a:pt x="299" y="159"/>
                </a:lnTo>
                <a:lnTo>
                  <a:pt x="297" y="157"/>
                </a:lnTo>
                <a:lnTo>
                  <a:pt x="301" y="157"/>
                </a:lnTo>
                <a:lnTo>
                  <a:pt x="304" y="159"/>
                </a:lnTo>
                <a:lnTo>
                  <a:pt x="306" y="162"/>
                </a:lnTo>
                <a:lnTo>
                  <a:pt x="306" y="163"/>
                </a:lnTo>
                <a:lnTo>
                  <a:pt x="306" y="164"/>
                </a:lnTo>
                <a:lnTo>
                  <a:pt x="306" y="165"/>
                </a:lnTo>
                <a:lnTo>
                  <a:pt x="307" y="165"/>
                </a:lnTo>
                <a:lnTo>
                  <a:pt x="308" y="168"/>
                </a:lnTo>
                <a:lnTo>
                  <a:pt x="309" y="169"/>
                </a:lnTo>
                <a:lnTo>
                  <a:pt x="310" y="170"/>
                </a:lnTo>
                <a:lnTo>
                  <a:pt x="311" y="170"/>
                </a:lnTo>
                <a:lnTo>
                  <a:pt x="313" y="169"/>
                </a:lnTo>
                <a:lnTo>
                  <a:pt x="314" y="168"/>
                </a:lnTo>
                <a:lnTo>
                  <a:pt x="314" y="167"/>
                </a:lnTo>
                <a:lnTo>
                  <a:pt x="314" y="166"/>
                </a:lnTo>
                <a:lnTo>
                  <a:pt x="315" y="165"/>
                </a:lnTo>
                <a:lnTo>
                  <a:pt x="317" y="164"/>
                </a:lnTo>
                <a:lnTo>
                  <a:pt x="318" y="163"/>
                </a:lnTo>
                <a:lnTo>
                  <a:pt x="319" y="161"/>
                </a:lnTo>
                <a:lnTo>
                  <a:pt x="322" y="160"/>
                </a:lnTo>
                <a:lnTo>
                  <a:pt x="322" y="159"/>
                </a:lnTo>
                <a:lnTo>
                  <a:pt x="321" y="158"/>
                </a:lnTo>
                <a:lnTo>
                  <a:pt x="320" y="157"/>
                </a:lnTo>
                <a:lnTo>
                  <a:pt x="320" y="156"/>
                </a:lnTo>
                <a:lnTo>
                  <a:pt x="320" y="155"/>
                </a:lnTo>
                <a:lnTo>
                  <a:pt x="321" y="154"/>
                </a:lnTo>
                <a:lnTo>
                  <a:pt x="321" y="153"/>
                </a:lnTo>
                <a:lnTo>
                  <a:pt x="322" y="152"/>
                </a:lnTo>
                <a:lnTo>
                  <a:pt x="321" y="152"/>
                </a:lnTo>
                <a:lnTo>
                  <a:pt x="320" y="151"/>
                </a:lnTo>
                <a:lnTo>
                  <a:pt x="318" y="149"/>
                </a:lnTo>
                <a:lnTo>
                  <a:pt x="316" y="148"/>
                </a:lnTo>
                <a:lnTo>
                  <a:pt x="314" y="146"/>
                </a:lnTo>
                <a:lnTo>
                  <a:pt x="312" y="145"/>
                </a:lnTo>
                <a:lnTo>
                  <a:pt x="311" y="145"/>
                </a:lnTo>
                <a:lnTo>
                  <a:pt x="311" y="144"/>
                </a:lnTo>
                <a:lnTo>
                  <a:pt x="311" y="140"/>
                </a:lnTo>
                <a:lnTo>
                  <a:pt x="311" y="139"/>
                </a:lnTo>
                <a:lnTo>
                  <a:pt x="312" y="139"/>
                </a:lnTo>
                <a:lnTo>
                  <a:pt x="312" y="138"/>
                </a:lnTo>
                <a:lnTo>
                  <a:pt x="313" y="136"/>
                </a:lnTo>
                <a:lnTo>
                  <a:pt x="313" y="135"/>
                </a:lnTo>
                <a:lnTo>
                  <a:pt x="313" y="134"/>
                </a:lnTo>
                <a:lnTo>
                  <a:pt x="313" y="133"/>
                </a:lnTo>
                <a:lnTo>
                  <a:pt x="313" y="132"/>
                </a:lnTo>
                <a:lnTo>
                  <a:pt x="314" y="132"/>
                </a:lnTo>
                <a:lnTo>
                  <a:pt x="314" y="131"/>
                </a:lnTo>
                <a:lnTo>
                  <a:pt x="317" y="125"/>
                </a:lnTo>
                <a:lnTo>
                  <a:pt x="318" y="125"/>
                </a:lnTo>
                <a:lnTo>
                  <a:pt x="318" y="124"/>
                </a:lnTo>
                <a:lnTo>
                  <a:pt x="319" y="124"/>
                </a:lnTo>
                <a:lnTo>
                  <a:pt x="321" y="121"/>
                </a:lnTo>
                <a:lnTo>
                  <a:pt x="321" y="119"/>
                </a:lnTo>
                <a:lnTo>
                  <a:pt x="320" y="118"/>
                </a:lnTo>
                <a:lnTo>
                  <a:pt x="324" y="115"/>
                </a:lnTo>
                <a:lnTo>
                  <a:pt x="326" y="114"/>
                </a:lnTo>
                <a:lnTo>
                  <a:pt x="327" y="114"/>
                </a:lnTo>
                <a:lnTo>
                  <a:pt x="327" y="113"/>
                </a:lnTo>
                <a:lnTo>
                  <a:pt x="329" y="110"/>
                </a:lnTo>
                <a:lnTo>
                  <a:pt x="332" y="108"/>
                </a:lnTo>
                <a:lnTo>
                  <a:pt x="335" y="105"/>
                </a:lnTo>
                <a:lnTo>
                  <a:pt x="335" y="104"/>
                </a:lnTo>
                <a:lnTo>
                  <a:pt x="337" y="101"/>
                </a:lnTo>
                <a:lnTo>
                  <a:pt x="338" y="100"/>
                </a:lnTo>
                <a:lnTo>
                  <a:pt x="339" y="100"/>
                </a:lnTo>
                <a:lnTo>
                  <a:pt x="340" y="99"/>
                </a:lnTo>
                <a:lnTo>
                  <a:pt x="341" y="98"/>
                </a:lnTo>
                <a:lnTo>
                  <a:pt x="341" y="99"/>
                </a:lnTo>
                <a:lnTo>
                  <a:pt x="342" y="99"/>
                </a:lnTo>
                <a:lnTo>
                  <a:pt x="344" y="99"/>
                </a:lnTo>
                <a:lnTo>
                  <a:pt x="345" y="99"/>
                </a:lnTo>
                <a:lnTo>
                  <a:pt x="346" y="99"/>
                </a:lnTo>
                <a:lnTo>
                  <a:pt x="347" y="99"/>
                </a:lnTo>
                <a:lnTo>
                  <a:pt x="347" y="97"/>
                </a:lnTo>
                <a:lnTo>
                  <a:pt x="346" y="95"/>
                </a:lnTo>
                <a:lnTo>
                  <a:pt x="345" y="94"/>
                </a:lnTo>
                <a:lnTo>
                  <a:pt x="346" y="91"/>
                </a:lnTo>
                <a:lnTo>
                  <a:pt x="347" y="91"/>
                </a:lnTo>
                <a:lnTo>
                  <a:pt x="347" y="90"/>
                </a:lnTo>
                <a:lnTo>
                  <a:pt x="348" y="90"/>
                </a:lnTo>
                <a:lnTo>
                  <a:pt x="349" y="90"/>
                </a:lnTo>
                <a:lnTo>
                  <a:pt x="349" y="89"/>
                </a:lnTo>
                <a:lnTo>
                  <a:pt x="350" y="89"/>
                </a:lnTo>
                <a:lnTo>
                  <a:pt x="352" y="87"/>
                </a:lnTo>
                <a:lnTo>
                  <a:pt x="353" y="86"/>
                </a:lnTo>
                <a:lnTo>
                  <a:pt x="356" y="82"/>
                </a:lnTo>
                <a:lnTo>
                  <a:pt x="359" y="79"/>
                </a:lnTo>
                <a:lnTo>
                  <a:pt x="361" y="77"/>
                </a:lnTo>
                <a:lnTo>
                  <a:pt x="362" y="77"/>
                </a:lnTo>
                <a:lnTo>
                  <a:pt x="364" y="78"/>
                </a:lnTo>
                <a:lnTo>
                  <a:pt x="365" y="79"/>
                </a:lnTo>
                <a:lnTo>
                  <a:pt x="365" y="80"/>
                </a:lnTo>
                <a:lnTo>
                  <a:pt x="366" y="80"/>
                </a:lnTo>
                <a:lnTo>
                  <a:pt x="369" y="76"/>
                </a:lnTo>
                <a:lnTo>
                  <a:pt x="371" y="75"/>
                </a:lnTo>
                <a:lnTo>
                  <a:pt x="372" y="74"/>
                </a:lnTo>
                <a:lnTo>
                  <a:pt x="374" y="72"/>
                </a:lnTo>
                <a:lnTo>
                  <a:pt x="375" y="69"/>
                </a:lnTo>
                <a:lnTo>
                  <a:pt x="376" y="68"/>
                </a:lnTo>
                <a:lnTo>
                  <a:pt x="377" y="66"/>
                </a:lnTo>
                <a:lnTo>
                  <a:pt x="377" y="63"/>
                </a:lnTo>
                <a:lnTo>
                  <a:pt x="378" y="60"/>
                </a:lnTo>
                <a:lnTo>
                  <a:pt x="379" y="58"/>
                </a:lnTo>
                <a:lnTo>
                  <a:pt x="381" y="58"/>
                </a:lnTo>
                <a:lnTo>
                  <a:pt x="383" y="55"/>
                </a:lnTo>
                <a:lnTo>
                  <a:pt x="384" y="54"/>
                </a:lnTo>
                <a:lnTo>
                  <a:pt x="385" y="53"/>
                </a:lnTo>
                <a:lnTo>
                  <a:pt x="390" y="52"/>
                </a:lnTo>
                <a:lnTo>
                  <a:pt x="391" y="51"/>
                </a:lnTo>
                <a:lnTo>
                  <a:pt x="392" y="51"/>
                </a:lnTo>
                <a:lnTo>
                  <a:pt x="392" y="50"/>
                </a:lnTo>
                <a:lnTo>
                  <a:pt x="393" y="50"/>
                </a:lnTo>
                <a:lnTo>
                  <a:pt x="394" y="50"/>
                </a:lnTo>
                <a:lnTo>
                  <a:pt x="395" y="50"/>
                </a:lnTo>
                <a:lnTo>
                  <a:pt x="397" y="50"/>
                </a:lnTo>
                <a:lnTo>
                  <a:pt x="397" y="49"/>
                </a:lnTo>
                <a:lnTo>
                  <a:pt x="397" y="48"/>
                </a:lnTo>
                <a:lnTo>
                  <a:pt x="397" y="47"/>
                </a:lnTo>
                <a:lnTo>
                  <a:pt x="397" y="46"/>
                </a:lnTo>
                <a:lnTo>
                  <a:pt x="397" y="45"/>
                </a:lnTo>
                <a:lnTo>
                  <a:pt x="400" y="42"/>
                </a:lnTo>
                <a:lnTo>
                  <a:pt x="401" y="42"/>
                </a:lnTo>
                <a:lnTo>
                  <a:pt x="402" y="41"/>
                </a:lnTo>
                <a:lnTo>
                  <a:pt x="402" y="40"/>
                </a:lnTo>
                <a:lnTo>
                  <a:pt x="398" y="37"/>
                </a:lnTo>
                <a:lnTo>
                  <a:pt x="397" y="36"/>
                </a:lnTo>
                <a:lnTo>
                  <a:pt x="395" y="36"/>
                </a:lnTo>
                <a:lnTo>
                  <a:pt x="394" y="35"/>
                </a:lnTo>
                <a:lnTo>
                  <a:pt x="394" y="34"/>
                </a:lnTo>
                <a:lnTo>
                  <a:pt x="395" y="33"/>
                </a:lnTo>
                <a:lnTo>
                  <a:pt x="397" y="32"/>
                </a:lnTo>
                <a:lnTo>
                  <a:pt x="399" y="34"/>
                </a:lnTo>
                <a:lnTo>
                  <a:pt x="400" y="35"/>
                </a:lnTo>
                <a:lnTo>
                  <a:pt x="401" y="36"/>
                </a:lnTo>
                <a:lnTo>
                  <a:pt x="401" y="37"/>
                </a:lnTo>
                <a:lnTo>
                  <a:pt x="402" y="38"/>
                </a:lnTo>
                <a:lnTo>
                  <a:pt x="404" y="38"/>
                </a:lnTo>
                <a:lnTo>
                  <a:pt x="405" y="38"/>
                </a:lnTo>
                <a:lnTo>
                  <a:pt x="410" y="38"/>
                </a:lnTo>
                <a:lnTo>
                  <a:pt x="411" y="37"/>
                </a:lnTo>
                <a:lnTo>
                  <a:pt x="413" y="37"/>
                </a:lnTo>
                <a:lnTo>
                  <a:pt x="414" y="36"/>
                </a:lnTo>
                <a:lnTo>
                  <a:pt x="415" y="36"/>
                </a:lnTo>
                <a:lnTo>
                  <a:pt x="415" y="35"/>
                </a:lnTo>
                <a:lnTo>
                  <a:pt x="416" y="35"/>
                </a:lnTo>
                <a:lnTo>
                  <a:pt x="416" y="34"/>
                </a:lnTo>
                <a:lnTo>
                  <a:pt x="417" y="34"/>
                </a:lnTo>
                <a:lnTo>
                  <a:pt x="419" y="33"/>
                </a:lnTo>
                <a:lnTo>
                  <a:pt x="424" y="31"/>
                </a:lnTo>
                <a:lnTo>
                  <a:pt x="426" y="31"/>
                </a:lnTo>
                <a:lnTo>
                  <a:pt x="425" y="30"/>
                </a:lnTo>
                <a:lnTo>
                  <a:pt x="425" y="29"/>
                </a:lnTo>
                <a:lnTo>
                  <a:pt x="425" y="27"/>
                </a:lnTo>
                <a:lnTo>
                  <a:pt x="425" y="26"/>
                </a:lnTo>
                <a:lnTo>
                  <a:pt x="424" y="25"/>
                </a:lnTo>
                <a:lnTo>
                  <a:pt x="423" y="23"/>
                </a:lnTo>
                <a:lnTo>
                  <a:pt x="423" y="22"/>
                </a:lnTo>
                <a:lnTo>
                  <a:pt x="422" y="22"/>
                </a:lnTo>
                <a:lnTo>
                  <a:pt x="422" y="21"/>
                </a:lnTo>
                <a:lnTo>
                  <a:pt x="421" y="20"/>
                </a:lnTo>
                <a:lnTo>
                  <a:pt x="420" y="20"/>
                </a:lnTo>
                <a:lnTo>
                  <a:pt x="419" y="20"/>
                </a:lnTo>
                <a:lnTo>
                  <a:pt x="418" y="18"/>
                </a:lnTo>
                <a:lnTo>
                  <a:pt x="418" y="17"/>
                </a:lnTo>
                <a:lnTo>
                  <a:pt x="418" y="16"/>
                </a:lnTo>
                <a:lnTo>
                  <a:pt x="418" y="14"/>
                </a:lnTo>
                <a:lnTo>
                  <a:pt x="419" y="13"/>
                </a:lnTo>
                <a:lnTo>
                  <a:pt x="420" y="13"/>
                </a:lnTo>
                <a:lnTo>
                  <a:pt x="425" y="15"/>
                </a:lnTo>
                <a:lnTo>
                  <a:pt x="426" y="14"/>
                </a:lnTo>
                <a:lnTo>
                  <a:pt x="427" y="15"/>
                </a:lnTo>
                <a:lnTo>
                  <a:pt x="428" y="15"/>
                </a:lnTo>
                <a:lnTo>
                  <a:pt x="428" y="16"/>
                </a:lnTo>
                <a:lnTo>
                  <a:pt x="431" y="16"/>
                </a:lnTo>
                <a:lnTo>
                  <a:pt x="432" y="17"/>
                </a:lnTo>
                <a:lnTo>
                  <a:pt x="431" y="18"/>
                </a:lnTo>
                <a:lnTo>
                  <a:pt x="431" y="19"/>
                </a:lnTo>
                <a:lnTo>
                  <a:pt x="432" y="19"/>
                </a:lnTo>
                <a:lnTo>
                  <a:pt x="433" y="21"/>
                </a:lnTo>
                <a:lnTo>
                  <a:pt x="435" y="22"/>
                </a:lnTo>
                <a:lnTo>
                  <a:pt x="435" y="23"/>
                </a:lnTo>
                <a:lnTo>
                  <a:pt x="436" y="24"/>
                </a:lnTo>
                <a:lnTo>
                  <a:pt x="437" y="24"/>
                </a:lnTo>
                <a:lnTo>
                  <a:pt x="437" y="25"/>
                </a:lnTo>
                <a:lnTo>
                  <a:pt x="439" y="26"/>
                </a:lnTo>
                <a:lnTo>
                  <a:pt x="440" y="26"/>
                </a:lnTo>
                <a:lnTo>
                  <a:pt x="441" y="27"/>
                </a:lnTo>
                <a:lnTo>
                  <a:pt x="441" y="28"/>
                </a:lnTo>
                <a:lnTo>
                  <a:pt x="442" y="28"/>
                </a:lnTo>
                <a:lnTo>
                  <a:pt x="443" y="27"/>
                </a:lnTo>
                <a:lnTo>
                  <a:pt x="445" y="25"/>
                </a:lnTo>
                <a:lnTo>
                  <a:pt x="445" y="24"/>
                </a:lnTo>
                <a:lnTo>
                  <a:pt x="444" y="24"/>
                </a:lnTo>
                <a:lnTo>
                  <a:pt x="445" y="23"/>
                </a:lnTo>
                <a:lnTo>
                  <a:pt x="445" y="21"/>
                </a:lnTo>
                <a:lnTo>
                  <a:pt x="446" y="21"/>
                </a:lnTo>
                <a:lnTo>
                  <a:pt x="447" y="21"/>
                </a:lnTo>
                <a:lnTo>
                  <a:pt x="449" y="21"/>
                </a:lnTo>
                <a:lnTo>
                  <a:pt x="449" y="22"/>
                </a:lnTo>
                <a:lnTo>
                  <a:pt x="450" y="22"/>
                </a:lnTo>
                <a:lnTo>
                  <a:pt x="450" y="23"/>
                </a:lnTo>
                <a:lnTo>
                  <a:pt x="451" y="23"/>
                </a:lnTo>
                <a:lnTo>
                  <a:pt x="452" y="23"/>
                </a:lnTo>
                <a:lnTo>
                  <a:pt x="452" y="22"/>
                </a:lnTo>
                <a:lnTo>
                  <a:pt x="453" y="22"/>
                </a:lnTo>
                <a:lnTo>
                  <a:pt x="453" y="21"/>
                </a:lnTo>
                <a:lnTo>
                  <a:pt x="454" y="21"/>
                </a:lnTo>
                <a:lnTo>
                  <a:pt x="455" y="21"/>
                </a:lnTo>
                <a:lnTo>
                  <a:pt x="456" y="22"/>
                </a:lnTo>
                <a:lnTo>
                  <a:pt x="457" y="24"/>
                </a:lnTo>
                <a:lnTo>
                  <a:pt x="458" y="26"/>
                </a:lnTo>
                <a:lnTo>
                  <a:pt x="458" y="27"/>
                </a:lnTo>
                <a:lnTo>
                  <a:pt x="458" y="28"/>
                </a:lnTo>
                <a:lnTo>
                  <a:pt x="459" y="29"/>
                </a:lnTo>
                <a:lnTo>
                  <a:pt x="460" y="31"/>
                </a:lnTo>
                <a:lnTo>
                  <a:pt x="461" y="31"/>
                </a:lnTo>
                <a:lnTo>
                  <a:pt x="463" y="32"/>
                </a:lnTo>
                <a:lnTo>
                  <a:pt x="464" y="32"/>
                </a:lnTo>
                <a:lnTo>
                  <a:pt x="469" y="32"/>
                </a:lnTo>
                <a:lnTo>
                  <a:pt x="470" y="32"/>
                </a:lnTo>
                <a:lnTo>
                  <a:pt x="470" y="31"/>
                </a:lnTo>
                <a:lnTo>
                  <a:pt x="472" y="29"/>
                </a:lnTo>
                <a:lnTo>
                  <a:pt x="473" y="24"/>
                </a:lnTo>
                <a:lnTo>
                  <a:pt x="473" y="23"/>
                </a:lnTo>
                <a:lnTo>
                  <a:pt x="474" y="23"/>
                </a:lnTo>
                <a:lnTo>
                  <a:pt x="476" y="21"/>
                </a:lnTo>
                <a:lnTo>
                  <a:pt x="477" y="20"/>
                </a:lnTo>
                <a:lnTo>
                  <a:pt x="478" y="19"/>
                </a:lnTo>
                <a:lnTo>
                  <a:pt x="478" y="18"/>
                </a:lnTo>
                <a:lnTo>
                  <a:pt x="480" y="17"/>
                </a:lnTo>
                <a:lnTo>
                  <a:pt x="481" y="15"/>
                </a:lnTo>
                <a:lnTo>
                  <a:pt x="483" y="13"/>
                </a:lnTo>
                <a:lnTo>
                  <a:pt x="484" y="10"/>
                </a:lnTo>
                <a:lnTo>
                  <a:pt x="485" y="10"/>
                </a:lnTo>
                <a:lnTo>
                  <a:pt x="486" y="8"/>
                </a:lnTo>
                <a:lnTo>
                  <a:pt x="488" y="7"/>
                </a:lnTo>
                <a:lnTo>
                  <a:pt x="488" y="8"/>
                </a:lnTo>
                <a:lnTo>
                  <a:pt x="489" y="8"/>
                </a:lnTo>
                <a:lnTo>
                  <a:pt x="493" y="7"/>
                </a:lnTo>
                <a:lnTo>
                  <a:pt x="495" y="5"/>
                </a:lnTo>
                <a:lnTo>
                  <a:pt x="496" y="5"/>
                </a:lnTo>
                <a:lnTo>
                  <a:pt x="496" y="4"/>
                </a:lnTo>
                <a:lnTo>
                  <a:pt x="498" y="3"/>
                </a:lnTo>
                <a:lnTo>
                  <a:pt x="500" y="2"/>
                </a:lnTo>
                <a:lnTo>
                  <a:pt x="501" y="3"/>
                </a:lnTo>
                <a:lnTo>
                  <a:pt x="505" y="3"/>
                </a:lnTo>
                <a:lnTo>
                  <a:pt x="506" y="3"/>
                </a:lnTo>
                <a:lnTo>
                  <a:pt x="507" y="2"/>
                </a:lnTo>
                <a:lnTo>
                  <a:pt x="507" y="1"/>
                </a:lnTo>
                <a:lnTo>
                  <a:pt x="508" y="0"/>
                </a:lnTo>
                <a:lnTo>
                  <a:pt x="509" y="0"/>
                </a:lnTo>
                <a:lnTo>
                  <a:pt x="510" y="1"/>
                </a:lnTo>
                <a:lnTo>
                  <a:pt x="511" y="2"/>
                </a:lnTo>
                <a:close/>
              </a:path>
            </a:pathLst>
          </a:custGeom>
          <a:solidFill>
            <a:srgbClr val="E8F6EC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1" name=""/>
          <p:cNvSpPr/>
          <p:nvPr/>
        </p:nvSpPr>
        <p:spPr>
          <a:xfrm>
            <a:off x="1385280" y="3559320"/>
            <a:ext cx="531360" cy="376200"/>
          </a:xfrm>
          <a:custGeom>
            <a:avLst/>
            <a:gdLst/>
            <a:ahLst/>
            <a:rect l="0" t="0" r="r" b="b"/>
            <a:pathLst>
              <a:path w="1476" h="1045">
                <a:moveTo>
                  <a:pt x="441" y="13"/>
                </a:moveTo>
                <a:lnTo>
                  <a:pt x="441" y="14"/>
                </a:lnTo>
                <a:lnTo>
                  <a:pt x="442" y="16"/>
                </a:lnTo>
                <a:lnTo>
                  <a:pt x="451" y="32"/>
                </a:lnTo>
                <a:lnTo>
                  <a:pt x="459" y="48"/>
                </a:lnTo>
                <a:lnTo>
                  <a:pt x="460" y="49"/>
                </a:lnTo>
                <a:lnTo>
                  <a:pt x="461" y="50"/>
                </a:lnTo>
                <a:lnTo>
                  <a:pt x="462" y="52"/>
                </a:lnTo>
                <a:lnTo>
                  <a:pt x="462" y="53"/>
                </a:lnTo>
                <a:lnTo>
                  <a:pt x="464" y="56"/>
                </a:lnTo>
                <a:lnTo>
                  <a:pt x="465" y="58"/>
                </a:lnTo>
                <a:lnTo>
                  <a:pt x="466" y="60"/>
                </a:lnTo>
                <a:lnTo>
                  <a:pt x="468" y="64"/>
                </a:lnTo>
                <a:lnTo>
                  <a:pt x="468" y="65"/>
                </a:lnTo>
                <a:lnTo>
                  <a:pt x="469" y="65"/>
                </a:lnTo>
                <a:lnTo>
                  <a:pt x="469" y="66"/>
                </a:lnTo>
                <a:lnTo>
                  <a:pt x="470" y="67"/>
                </a:lnTo>
                <a:lnTo>
                  <a:pt x="471" y="69"/>
                </a:lnTo>
                <a:lnTo>
                  <a:pt x="471" y="70"/>
                </a:lnTo>
                <a:lnTo>
                  <a:pt x="472" y="71"/>
                </a:lnTo>
                <a:lnTo>
                  <a:pt x="473" y="74"/>
                </a:lnTo>
                <a:lnTo>
                  <a:pt x="474" y="75"/>
                </a:lnTo>
                <a:lnTo>
                  <a:pt x="475" y="78"/>
                </a:lnTo>
                <a:lnTo>
                  <a:pt x="476" y="79"/>
                </a:lnTo>
                <a:lnTo>
                  <a:pt x="476" y="80"/>
                </a:lnTo>
                <a:lnTo>
                  <a:pt x="477" y="81"/>
                </a:lnTo>
                <a:lnTo>
                  <a:pt x="478" y="83"/>
                </a:lnTo>
                <a:lnTo>
                  <a:pt x="478" y="84"/>
                </a:lnTo>
                <a:lnTo>
                  <a:pt x="479" y="84"/>
                </a:lnTo>
                <a:lnTo>
                  <a:pt x="479" y="85"/>
                </a:lnTo>
                <a:lnTo>
                  <a:pt x="480" y="87"/>
                </a:lnTo>
                <a:lnTo>
                  <a:pt x="480" y="88"/>
                </a:lnTo>
                <a:lnTo>
                  <a:pt x="481" y="89"/>
                </a:lnTo>
                <a:lnTo>
                  <a:pt x="481" y="90"/>
                </a:lnTo>
                <a:lnTo>
                  <a:pt x="482" y="91"/>
                </a:lnTo>
                <a:lnTo>
                  <a:pt x="483" y="92"/>
                </a:lnTo>
                <a:lnTo>
                  <a:pt x="483" y="93"/>
                </a:lnTo>
                <a:lnTo>
                  <a:pt x="484" y="94"/>
                </a:lnTo>
                <a:lnTo>
                  <a:pt x="484" y="95"/>
                </a:lnTo>
                <a:lnTo>
                  <a:pt x="485" y="96"/>
                </a:lnTo>
                <a:lnTo>
                  <a:pt x="485" y="97"/>
                </a:lnTo>
                <a:lnTo>
                  <a:pt x="486" y="98"/>
                </a:lnTo>
                <a:lnTo>
                  <a:pt x="486" y="99"/>
                </a:lnTo>
                <a:lnTo>
                  <a:pt x="487" y="100"/>
                </a:lnTo>
                <a:lnTo>
                  <a:pt x="487" y="101"/>
                </a:lnTo>
                <a:lnTo>
                  <a:pt x="487" y="102"/>
                </a:lnTo>
                <a:lnTo>
                  <a:pt x="488" y="102"/>
                </a:lnTo>
                <a:lnTo>
                  <a:pt x="488" y="103"/>
                </a:lnTo>
                <a:lnTo>
                  <a:pt x="489" y="104"/>
                </a:lnTo>
                <a:lnTo>
                  <a:pt x="489" y="105"/>
                </a:lnTo>
                <a:lnTo>
                  <a:pt x="490" y="106"/>
                </a:lnTo>
                <a:lnTo>
                  <a:pt x="491" y="108"/>
                </a:lnTo>
                <a:lnTo>
                  <a:pt x="491" y="109"/>
                </a:lnTo>
                <a:lnTo>
                  <a:pt x="492" y="110"/>
                </a:lnTo>
                <a:lnTo>
                  <a:pt x="493" y="111"/>
                </a:lnTo>
                <a:lnTo>
                  <a:pt x="493" y="112"/>
                </a:lnTo>
                <a:lnTo>
                  <a:pt x="493" y="113"/>
                </a:lnTo>
                <a:lnTo>
                  <a:pt x="494" y="114"/>
                </a:lnTo>
                <a:lnTo>
                  <a:pt x="494" y="115"/>
                </a:lnTo>
                <a:lnTo>
                  <a:pt x="495" y="116"/>
                </a:lnTo>
                <a:lnTo>
                  <a:pt x="495" y="117"/>
                </a:lnTo>
                <a:lnTo>
                  <a:pt x="496" y="118"/>
                </a:lnTo>
                <a:lnTo>
                  <a:pt x="495" y="119"/>
                </a:lnTo>
                <a:lnTo>
                  <a:pt x="494" y="120"/>
                </a:lnTo>
                <a:lnTo>
                  <a:pt x="493" y="121"/>
                </a:lnTo>
                <a:lnTo>
                  <a:pt x="492" y="121"/>
                </a:lnTo>
                <a:lnTo>
                  <a:pt x="492" y="122"/>
                </a:lnTo>
                <a:lnTo>
                  <a:pt x="491" y="122"/>
                </a:lnTo>
                <a:lnTo>
                  <a:pt x="490" y="123"/>
                </a:lnTo>
                <a:lnTo>
                  <a:pt x="489" y="124"/>
                </a:lnTo>
                <a:lnTo>
                  <a:pt x="487" y="125"/>
                </a:lnTo>
                <a:lnTo>
                  <a:pt x="487" y="126"/>
                </a:lnTo>
                <a:lnTo>
                  <a:pt x="486" y="126"/>
                </a:lnTo>
                <a:lnTo>
                  <a:pt x="485" y="127"/>
                </a:lnTo>
                <a:lnTo>
                  <a:pt x="484" y="129"/>
                </a:lnTo>
                <a:lnTo>
                  <a:pt x="483" y="129"/>
                </a:lnTo>
                <a:lnTo>
                  <a:pt x="482" y="130"/>
                </a:lnTo>
                <a:lnTo>
                  <a:pt x="481" y="131"/>
                </a:lnTo>
                <a:lnTo>
                  <a:pt x="480" y="132"/>
                </a:lnTo>
                <a:lnTo>
                  <a:pt x="479" y="133"/>
                </a:lnTo>
                <a:lnTo>
                  <a:pt x="478" y="134"/>
                </a:lnTo>
                <a:lnTo>
                  <a:pt x="477" y="134"/>
                </a:lnTo>
                <a:lnTo>
                  <a:pt x="476" y="136"/>
                </a:lnTo>
                <a:lnTo>
                  <a:pt x="475" y="136"/>
                </a:lnTo>
                <a:lnTo>
                  <a:pt x="475" y="138"/>
                </a:lnTo>
                <a:lnTo>
                  <a:pt x="476" y="138"/>
                </a:lnTo>
                <a:lnTo>
                  <a:pt x="477" y="139"/>
                </a:lnTo>
                <a:lnTo>
                  <a:pt x="477" y="140"/>
                </a:lnTo>
                <a:lnTo>
                  <a:pt x="476" y="140"/>
                </a:lnTo>
                <a:lnTo>
                  <a:pt x="486" y="151"/>
                </a:lnTo>
                <a:lnTo>
                  <a:pt x="487" y="153"/>
                </a:lnTo>
                <a:lnTo>
                  <a:pt x="501" y="168"/>
                </a:lnTo>
                <a:lnTo>
                  <a:pt x="502" y="169"/>
                </a:lnTo>
                <a:lnTo>
                  <a:pt x="507" y="175"/>
                </a:lnTo>
                <a:lnTo>
                  <a:pt x="510" y="177"/>
                </a:lnTo>
                <a:lnTo>
                  <a:pt x="514" y="179"/>
                </a:lnTo>
                <a:lnTo>
                  <a:pt x="515" y="180"/>
                </a:lnTo>
                <a:lnTo>
                  <a:pt x="519" y="182"/>
                </a:lnTo>
                <a:lnTo>
                  <a:pt x="520" y="183"/>
                </a:lnTo>
                <a:lnTo>
                  <a:pt x="521" y="184"/>
                </a:lnTo>
                <a:lnTo>
                  <a:pt x="523" y="185"/>
                </a:lnTo>
                <a:lnTo>
                  <a:pt x="524" y="185"/>
                </a:lnTo>
                <a:lnTo>
                  <a:pt x="525" y="186"/>
                </a:lnTo>
                <a:lnTo>
                  <a:pt x="526" y="186"/>
                </a:lnTo>
                <a:lnTo>
                  <a:pt x="527" y="186"/>
                </a:lnTo>
                <a:lnTo>
                  <a:pt x="527" y="187"/>
                </a:lnTo>
                <a:lnTo>
                  <a:pt x="528" y="188"/>
                </a:lnTo>
                <a:lnTo>
                  <a:pt x="529" y="188"/>
                </a:lnTo>
                <a:lnTo>
                  <a:pt x="529" y="189"/>
                </a:lnTo>
                <a:lnTo>
                  <a:pt x="530" y="189"/>
                </a:lnTo>
                <a:lnTo>
                  <a:pt x="530" y="190"/>
                </a:lnTo>
                <a:lnTo>
                  <a:pt x="531" y="190"/>
                </a:lnTo>
                <a:lnTo>
                  <a:pt x="532" y="191"/>
                </a:lnTo>
                <a:lnTo>
                  <a:pt x="533" y="192"/>
                </a:lnTo>
                <a:lnTo>
                  <a:pt x="534" y="192"/>
                </a:lnTo>
                <a:lnTo>
                  <a:pt x="536" y="192"/>
                </a:lnTo>
                <a:lnTo>
                  <a:pt x="537" y="192"/>
                </a:lnTo>
                <a:lnTo>
                  <a:pt x="538" y="193"/>
                </a:lnTo>
                <a:lnTo>
                  <a:pt x="540" y="193"/>
                </a:lnTo>
                <a:lnTo>
                  <a:pt x="540" y="198"/>
                </a:lnTo>
                <a:lnTo>
                  <a:pt x="540" y="199"/>
                </a:lnTo>
                <a:lnTo>
                  <a:pt x="540" y="203"/>
                </a:lnTo>
                <a:lnTo>
                  <a:pt x="540" y="204"/>
                </a:lnTo>
                <a:lnTo>
                  <a:pt x="540" y="208"/>
                </a:lnTo>
                <a:lnTo>
                  <a:pt x="540" y="209"/>
                </a:lnTo>
                <a:lnTo>
                  <a:pt x="540" y="213"/>
                </a:lnTo>
                <a:lnTo>
                  <a:pt x="540" y="217"/>
                </a:lnTo>
                <a:lnTo>
                  <a:pt x="540" y="218"/>
                </a:lnTo>
                <a:lnTo>
                  <a:pt x="541" y="219"/>
                </a:lnTo>
                <a:lnTo>
                  <a:pt x="541" y="221"/>
                </a:lnTo>
                <a:lnTo>
                  <a:pt x="541" y="222"/>
                </a:lnTo>
                <a:lnTo>
                  <a:pt x="541" y="226"/>
                </a:lnTo>
                <a:lnTo>
                  <a:pt x="541" y="229"/>
                </a:lnTo>
                <a:lnTo>
                  <a:pt x="548" y="226"/>
                </a:lnTo>
                <a:lnTo>
                  <a:pt x="555" y="223"/>
                </a:lnTo>
                <a:lnTo>
                  <a:pt x="557" y="222"/>
                </a:lnTo>
                <a:lnTo>
                  <a:pt x="558" y="222"/>
                </a:lnTo>
                <a:lnTo>
                  <a:pt x="560" y="221"/>
                </a:lnTo>
                <a:lnTo>
                  <a:pt x="562" y="220"/>
                </a:lnTo>
                <a:lnTo>
                  <a:pt x="563" y="219"/>
                </a:lnTo>
                <a:lnTo>
                  <a:pt x="564" y="219"/>
                </a:lnTo>
                <a:lnTo>
                  <a:pt x="566" y="218"/>
                </a:lnTo>
                <a:lnTo>
                  <a:pt x="566" y="217"/>
                </a:lnTo>
                <a:lnTo>
                  <a:pt x="565" y="216"/>
                </a:lnTo>
                <a:lnTo>
                  <a:pt x="564" y="215"/>
                </a:lnTo>
                <a:lnTo>
                  <a:pt x="563" y="214"/>
                </a:lnTo>
                <a:lnTo>
                  <a:pt x="563" y="213"/>
                </a:lnTo>
                <a:lnTo>
                  <a:pt x="562" y="213"/>
                </a:lnTo>
                <a:lnTo>
                  <a:pt x="562" y="212"/>
                </a:lnTo>
                <a:lnTo>
                  <a:pt x="561" y="211"/>
                </a:lnTo>
                <a:lnTo>
                  <a:pt x="563" y="210"/>
                </a:lnTo>
                <a:lnTo>
                  <a:pt x="566" y="210"/>
                </a:lnTo>
                <a:lnTo>
                  <a:pt x="567" y="209"/>
                </a:lnTo>
                <a:lnTo>
                  <a:pt x="568" y="209"/>
                </a:lnTo>
                <a:lnTo>
                  <a:pt x="569" y="209"/>
                </a:lnTo>
                <a:lnTo>
                  <a:pt x="570" y="208"/>
                </a:lnTo>
                <a:lnTo>
                  <a:pt x="570" y="210"/>
                </a:lnTo>
                <a:lnTo>
                  <a:pt x="571" y="211"/>
                </a:lnTo>
                <a:lnTo>
                  <a:pt x="571" y="212"/>
                </a:lnTo>
                <a:lnTo>
                  <a:pt x="571" y="213"/>
                </a:lnTo>
                <a:lnTo>
                  <a:pt x="571" y="214"/>
                </a:lnTo>
                <a:lnTo>
                  <a:pt x="572" y="215"/>
                </a:lnTo>
                <a:lnTo>
                  <a:pt x="572" y="216"/>
                </a:lnTo>
                <a:lnTo>
                  <a:pt x="572" y="217"/>
                </a:lnTo>
                <a:lnTo>
                  <a:pt x="573" y="218"/>
                </a:lnTo>
                <a:lnTo>
                  <a:pt x="573" y="219"/>
                </a:lnTo>
                <a:lnTo>
                  <a:pt x="574" y="220"/>
                </a:lnTo>
                <a:lnTo>
                  <a:pt x="575" y="220"/>
                </a:lnTo>
                <a:lnTo>
                  <a:pt x="576" y="221"/>
                </a:lnTo>
                <a:lnTo>
                  <a:pt x="578" y="221"/>
                </a:lnTo>
                <a:lnTo>
                  <a:pt x="579" y="222"/>
                </a:lnTo>
                <a:lnTo>
                  <a:pt x="580" y="223"/>
                </a:lnTo>
                <a:lnTo>
                  <a:pt x="581" y="225"/>
                </a:lnTo>
                <a:lnTo>
                  <a:pt x="582" y="225"/>
                </a:lnTo>
                <a:lnTo>
                  <a:pt x="582" y="224"/>
                </a:lnTo>
                <a:lnTo>
                  <a:pt x="582" y="223"/>
                </a:lnTo>
                <a:lnTo>
                  <a:pt x="581" y="223"/>
                </a:lnTo>
                <a:lnTo>
                  <a:pt x="582" y="223"/>
                </a:lnTo>
                <a:lnTo>
                  <a:pt x="582" y="222"/>
                </a:lnTo>
                <a:lnTo>
                  <a:pt x="582" y="220"/>
                </a:lnTo>
                <a:lnTo>
                  <a:pt x="582" y="219"/>
                </a:lnTo>
                <a:lnTo>
                  <a:pt x="581" y="219"/>
                </a:lnTo>
                <a:lnTo>
                  <a:pt x="581" y="218"/>
                </a:lnTo>
                <a:lnTo>
                  <a:pt x="581" y="217"/>
                </a:lnTo>
                <a:lnTo>
                  <a:pt x="581" y="215"/>
                </a:lnTo>
                <a:lnTo>
                  <a:pt x="582" y="215"/>
                </a:lnTo>
                <a:lnTo>
                  <a:pt x="583" y="215"/>
                </a:lnTo>
                <a:lnTo>
                  <a:pt x="584" y="214"/>
                </a:lnTo>
                <a:lnTo>
                  <a:pt x="585" y="214"/>
                </a:lnTo>
                <a:lnTo>
                  <a:pt x="586" y="213"/>
                </a:lnTo>
                <a:lnTo>
                  <a:pt x="588" y="212"/>
                </a:lnTo>
                <a:lnTo>
                  <a:pt x="591" y="211"/>
                </a:lnTo>
                <a:lnTo>
                  <a:pt x="592" y="211"/>
                </a:lnTo>
                <a:lnTo>
                  <a:pt x="592" y="210"/>
                </a:lnTo>
                <a:lnTo>
                  <a:pt x="593" y="210"/>
                </a:lnTo>
                <a:lnTo>
                  <a:pt x="597" y="208"/>
                </a:lnTo>
                <a:lnTo>
                  <a:pt x="598" y="207"/>
                </a:lnTo>
                <a:lnTo>
                  <a:pt x="599" y="207"/>
                </a:lnTo>
                <a:lnTo>
                  <a:pt x="600" y="210"/>
                </a:lnTo>
                <a:lnTo>
                  <a:pt x="601" y="211"/>
                </a:lnTo>
                <a:lnTo>
                  <a:pt x="601" y="212"/>
                </a:lnTo>
                <a:lnTo>
                  <a:pt x="602" y="213"/>
                </a:lnTo>
                <a:lnTo>
                  <a:pt x="603" y="215"/>
                </a:lnTo>
                <a:lnTo>
                  <a:pt x="603" y="216"/>
                </a:lnTo>
                <a:lnTo>
                  <a:pt x="604" y="216"/>
                </a:lnTo>
                <a:lnTo>
                  <a:pt x="604" y="217"/>
                </a:lnTo>
                <a:lnTo>
                  <a:pt x="605" y="217"/>
                </a:lnTo>
                <a:lnTo>
                  <a:pt x="606" y="217"/>
                </a:lnTo>
                <a:lnTo>
                  <a:pt x="607" y="218"/>
                </a:lnTo>
                <a:lnTo>
                  <a:pt x="608" y="218"/>
                </a:lnTo>
                <a:lnTo>
                  <a:pt x="609" y="218"/>
                </a:lnTo>
                <a:lnTo>
                  <a:pt x="610" y="217"/>
                </a:lnTo>
                <a:lnTo>
                  <a:pt x="610" y="216"/>
                </a:lnTo>
                <a:lnTo>
                  <a:pt x="611" y="215"/>
                </a:lnTo>
                <a:lnTo>
                  <a:pt x="611" y="214"/>
                </a:lnTo>
                <a:lnTo>
                  <a:pt x="615" y="211"/>
                </a:lnTo>
                <a:lnTo>
                  <a:pt x="616" y="202"/>
                </a:lnTo>
                <a:lnTo>
                  <a:pt x="616" y="200"/>
                </a:lnTo>
                <a:lnTo>
                  <a:pt x="623" y="200"/>
                </a:lnTo>
                <a:lnTo>
                  <a:pt x="625" y="200"/>
                </a:lnTo>
                <a:lnTo>
                  <a:pt x="632" y="200"/>
                </a:lnTo>
                <a:lnTo>
                  <a:pt x="640" y="201"/>
                </a:lnTo>
                <a:lnTo>
                  <a:pt x="651" y="201"/>
                </a:lnTo>
                <a:lnTo>
                  <a:pt x="660" y="192"/>
                </a:lnTo>
                <a:lnTo>
                  <a:pt x="668" y="193"/>
                </a:lnTo>
                <a:lnTo>
                  <a:pt x="674" y="193"/>
                </a:lnTo>
                <a:lnTo>
                  <a:pt x="689" y="194"/>
                </a:lnTo>
                <a:lnTo>
                  <a:pt x="690" y="195"/>
                </a:lnTo>
                <a:lnTo>
                  <a:pt x="695" y="195"/>
                </a:lnTo>
                <a:lnTo>
                  <a:pt x="700" y="198"/>
                </a:lnTo>
                <a:lnTo>
                  <a:pt x="703" y="202"/>
                </a:lnTo>
                <a:lnTo>
                  <a:pt x="704" y="204"/>
                </a:lnTo>
                <a:lnTo>
                  <a:pt x="710" y="213"/>
                </a:lnTo>
                <a:lnTo>
                  <a:pt x="711" y="214"/>
                </a:lnTo>
                <a:lnTo>
                  <a:pt x="712" y="219"/>
                </a:lnTo>
                <a:lnTo>
                  <a:pt x="712" y="224"/>
                </a:lnTo>
                <a:lnTo>
                  <a:pt x="705" y="232"/>
                </a:lnTo>
                <a:lnTo>
                  <a:pt x="705" y="259"/>
                </a:lnTo>
                <a:lnTo>
                  <a:pt x="703" y="260"/>
                </a:lnTo>
                <a:lnTo>
                  <a:pt x="702" y="261"/>
                </a:lnTo>
                <a:lnTo>
                  <a:pt x="700" y="262"/>
                </a:lnTo>
                <a:lnTo>
                  <a:pt x="699" y="262"/>
                </a:lnTo>
                <a:lnTo>
                  <a:pt x="698" y="263"/>
                </a:lnTo>
                <a:lnTo>
                  <a:pt x="696" y="264"/>
                </a:lnTo>
                <a:lnTo>
                  <a:pt x="695" y="265"/>
                </a:lnTo>
                <a:lnTo>
                  <a:pt x="694" y="265"/>
                </a:lnTo>
                <a:lnTo>
                  <a:pt x="693" y="265"/>
                </a:lnTo>
                <a:lnTo>
                  <a:pt x="692" y="266"/>
                </a:lnTo>
                <a:lnTo>
                  <a:pt x="691" y="267"/>
                </a:lnTo>
                <a:lnTo>
                  <a:pt x="690" y="267"/>
                </a:lnTo>
                <a:lnTo>
                  <a:pt x="690" y="268"/>
                </a:lnTo>
                <a:lnTo>
                  <a:pt x="689" y="268"/>
                </a:lnTo>
                <a:lnTo>
                  <a:pt x="689" y="269"/>
                </a:lnTo>
                <a:lnTo>
                  <a:pt x="688" y="269"/>
                </a:lnTo>
                <a:lnTo>
                  <a:pt x="688" y="270"/>
                </a:lnTo>
                <a:lnTo>
                  <a:pt x="687" y="270"/>
                </a:lnTo>
                <a:lnTo>
                  <a:pt x="686" y="271"/>
                </a:lnTo>
                <a:lnTo>
                  <a:pt x="686" y="272"/>
                </a:lnTo>
                <a:lnTo>
                  <a:pt x="686" y="273"/>
                </a:lnTo>
                <a:lnTo>
                  <a:pt x="686" y="274"/>
                </a:lnTo>
                <a:lnTo>
                  <a:pt x="685" y="275"/>
                </a:lnTo>
                <a:lnTo>
                  <a:pt x="685" y="276"/>
                </a:lnTo>
                <a:lnTo>
                  <a:pt x="685" y="277"/>
                </a:lnTo>
                <a:lnTo>
                  <a:pt x="684" y="278"/>
                </a:lnTo>
                <a:lnTo>
                  <a:pt x="684" y="279"/>
                </a:lnTo>
                <a:lnTo>
                  <a:pt x="684" y="280"/>
                </a:lnTo>
                <a:lnTo>
                  <a:pt x="684" y="281"/>
                </a:lnTo>
                <a:lnTo>
                  <a:pt x="683" y="281"/>
                </a:lnTo>
                <a:lnTo>
                  <a:pt x="683" y="282"/>
                </a:lnTo>
                <a:lnTo>
                  <a:pt x="681" y="283"/>
                </a:lnTo>
                <a:lnTo>
                  <a:pt x="680" y="283"/>
                </a:lnTo>
                <a:lnTo>
                  <a:pt x="679" y="284"/>
                </a:lnTo>
                <a:lnTo>
                  <a:pt x="679" y="285"/>
                </a:lnTo>
                <a:lnTo>
                  <a:pt x="678" y="285"/>
                </a:lnTo>
                <a:lnTo>
                  <a:pt x="677" y="285"/>
                </a:lnTo>
                <a:lnTo>
                  <a:pt x="677" y="286"/>
                </a:lnTo>
                <a:lnTo>
                  <a:pt x="676" y="286"/>
                </a:lnTo>
                <a:lnTo>
                  <a:pt x="675" y="286"/>
                </a:lnTo>
                <a:lnTo>
                  <a:pt x="674" y="286"/>
                </a:lnTo>
                <a:lnTo>
                  <a:pt x="673" y="286"/>
                </a:lnTo>
                <a:lnTo>
                  <a:pt x="672" y="286"/>
                </a:lnTo>
                <a:lnTo>
                  <a:pt x="671" y="286"/>
                </a:lnTo>
                <a:lnTo>
                  <a:pt x="670" y="287"/>
                </a:lnTo>
                <a:lnTo>
                  <a:pt x="669" y="287"/>
                </a:lnTo>
                <a:lnTo>
                  <a:pt x="668" y="287"/>
                </a:lnTo>
                <a:lnTo>
                  <a:pt x="667" y="287"/>
                </a:lnTo>
                <a:lnTo>
                  <a:pt x="666" y="288"/>
                </a:lnTo>
                <a:lnTo>
                  <a:pt x="666" y="289"/>
                </a:lnTo>
                <a:lnTo>
                  <a:pt x="665" y="289"/>
                </a:lnTo>
                <a:lnTo>
                  <a:pt x="665" y="290"/>
                </a:lnTo>
                <a:lnTo>
                  <a:pt x="664" y="290"/>
                </a:lnTo>
                <a:lnTo>
                  <a:pt x="663" y="291"/>
                </a:lnTo>
                <a:lnTo>
                  <a:pt x="661" y="292"/>
                </a:lnTo>
                <a:lnTo>
                  <a:pt x="660" y="293"/>
                </a:lnTo>
                <a:lnTo>
                  <a:pt x="657" y="294"/>
                </a:lnTo>
                <a:lnTo>
                  <a:pt x="656" y="295"/>
                </a:lnTo>
                <a:lnTo>
                  <a:pt x="655" y="295"/>
                </a:lnTo>
                <a:lnTo>
                  <a:pt x="654" y="295"/>
                </a:lnTo>
                <a:lnTo>
                  <a:pt x="653" y="296"/>
                </a:lnTo>
                <a:lnTo>
                  <a:pt x="651" y="297"/>
                </a:lnTo>
                <a:lnTo>
                  <a:pt x="650" y="297"/>
                </a:lnTo>
                <a:lnTo>
                  <a:pt x="649" y="298"/>
                </a:lnTo>
                <a:lnTo>
                  <a:pt x="648" y="298"/>
                </a:lnTo>
                <a:lnTo>
                  <a:pt x="648" y="299"/>
                </a:lnTo>
                <a:lnTo>
                  <a:pt x="647" y="299"/>
                </a:lnTo>
                <a:lnTo>
                  <a:pt x="646" y="299"/>
                </a:lnTo>
                <a:lnTo>
                  <a:pt x="644" y="299"/>
                </a:lnTo>
                <a:lnTo>
                  <a:pt x="643" y="299"/>
                </a:lnTo>
                <a:lnTo>
                  <a:pt x="643" y="298"/>
                </a:lnTo>
                <a:lnTo>
                  <a:pt x="642" y="298"/>
                </a:lnTo>
                <a:lnTo>
                  <a:pt x="641" y="298"/>
                </a:lnTo>
                <a:lnTo>
                  <a:pt x="640" y="298"/>
                </a:lnTo>
                <a:lnTo>
                  <a:pt x="640" y="299"/>
                </a:lnTo>
                <a:lnTo>
                  <a:pt x="640" y="300"/>
                </a:lnTo>
                <a:lnTo>
                  <a:pt x="641" y="300"/>
                </a:lnTo>
                <a:lnTo>
                  <a:pt x="659" y="299"/>
                </a:lnTo>
                <a:lnTo>
                  <a:pt x="661" y="299"/>
                </a:lnTo>
                <a:lnTo>
                  <a:pt x="663" y="299"/>
                </a:lnTo>
                <a:lnTo>
                  <a:pt x="664" y="300"/>
                </a:lnTo>
                <a:lnTo>
                  <a:pt x="665" y="300"/>
                </a:lnTo>
                <a:lnTo>
                  <a:pt x="666" y="300"/>
                </a:lnTo>
                <a:lnTo>
                  <a:pt x="667" y="300"/>
                </a:lnTo>
                <a:lnTo>
                  <a:pt x="668" y="300"/>
                </a:lnTo>
                <a:lnTo>
                  <a:pt x="668" y="301"/>
                </a:lnTo>
                <a:lnTo>
                  <a:pt x="669" y="301"/>
                </a:lnTo>
                <a:lnTo>
                  <a:pt x="672" y="301"/>
                </a:lnTo>
                <a:lnTo>
                  <a:pt x="673" y="301"/>
                </a:lnTo>
                <a:lnTo>
                  <a:pt x="674" y="301"/>
                </a:lnTo>
                <a:lnTo>
                  <a:pt x="681" y="309"/>
                </a:lnTo>
                <a:lnTo>
                  <a:pt x="687" y="311"/>
                </a:lnTo>
                <a:lnTo>
                  <a:pt x="693" y="312"/>
                </a:lnTo>
                <a:lnTo>
                  <a:pt x="700" y="318"/>
                </a:lnTo>
                <a:lnTo>
                  <a:pt x="712" y="320"/>
                </a:lnTo>
                <a:lnTo>
                  <a:pt x="713" y="321"/>
                </a:lnTo>
                <a:lnTo>
                  <a:pt x="718" y="327"/>
                </a:lnTo>
                <a:lnTo>
                  <a:pt x="717" y="331"/>
                </a:lnTo>
                <a:lnTo>
                  <a:pt x="719" y="338"/>
                </a:lnTo>
                <a:lnTo>
                  <a:pt x="730" y="340"/>
                </a:lnTo>
                <a:lnTo>
                  <a:pt x="735" y="340"/>
                </a:lnTo>
                <a:lnTo>
                  <a:pt x="735" y="349"/>
                </a:lnTo>
                <a:lnTo>
                  <a:pt x="737" y="349"/>
                </a:lnTo>
                <a:lnTo>
                  <a:pt x="738" y="349"/>
                </a:lnTo>
                <a:lnTo>
                  <a:pt x="739" y="349"/>
                </a:lnTo>
                <a:lnTo>
                  <a:pt x="740" y="349"/>
                </a:lnTo>
                <a:lnTo>
                  <a:pt x="741" y="349"/>
                </a:lnTo>
                <a:lnTo>
                  <a:pt x="742" y="350"/>
                </a:lnTo>
                <a:lnTo>
                  <a:pt x="743" y="350"/>
                </a:lnTo>
                <a:lnTo>
                  <a:pt x="744" y="350"/>
                </a:lnTo>
                <a:lnTo>
                  <a:pt x="746" y="350"/>
                </a:lnTo>
                <a:lnTo>
                  <a:pt x="747" y="350"/>
                </a:lnTo>
                <a:lnTo>
                  <a:pt x="748" y="350"/>
                </a:lnTo>
                <a:lnTo>
                  <a:pt x="749" y="350"/>
                </a:lnTo>
                <a:lnTo>
                  <a:pt x="750" y="349"/>
                </a:lnTo>
                <a:lnTo>
                  <a:pt x="751" y="349"/>
                </a:lnTo>
                <a:lnTo>
                  <a:pt x="752" y="349"/>
                </a:lnTo>
                <a:lnTo>
                  <a:pt x="753" y="348"/>
                </a:lnTo>
                <a:lnTo>
                  <a:pt x="754" y="348"/>
                </a:lnTo>
                <a:lnTo>
                  <a:pt x="756" y="348"/>
                </a:lnTo>
                <a:lnTo>
                  <a:pt x="756" y="349"/>
                </a:lnTo>
                <a:lnTo>
                  <a:pt x="757" y="348"/>
                </a:lnTo>
                <a:lnTo>
                  <a:pt x="758" y="348"/>
                </a:lnTo>
                <a:lnTo>
                  <a:pt x="765" y="348"/>
                </a:lnTo>
                <a:lnTo>
                  <a:pt x="765" y="354"/>
                </a:lnTo>
                <a:lnTo>
                  <a:pt x="765" y="360"/>
                </a:lnTo>
                <a:lnTo>
                  <a:pt x="765" y="364"/>
                </a:lnTo>
                <a:lnTo>
                  <a:pt x="766" y="368"/>
                </a:lnTo>
                <a:lnTo>
                  <a:pt x="766" y="369"/>
                </a:lnTo>
                <a:lnTo>
                  <a:pt x="766" y="370"/>
                </a:lnTo>
                <a:lnTo>
                  <a:pt x="766" y="371"/>
                </a:lnTo>
                <a:lnTo>
                  <a:pt x="766" y="372"/>
                </a:lnTo>
                <a:lnTo>
                  <a:pt x="767" y="373"/>
                </a:lnTo>
                <a:lnTo>
                  <a:pt x="767" y="374"/>
                </a:lnTo>
                <a:lnTo>
                  <a:pt x="767" y="375"/>
                </a:lnTo>
                <a:lnTo>
                  <a:pt x="768" y="376"/>
                </a:lnTo>
                <a:lnTo>
                  <a:pt x="768" y="377"/>
                </a:lnTo>
                <a:lnTo>
                  <a:pt x="768" y="378"/>
                </a:lnTo>
                <a:lnTo>
                  <a:pt x="768" y="379"/>
                </a:lnTo>
                <a:lnTo>
                  <a:pt x="765" y="382"/>
                </a:lnTo>
                <a:lnTo>
                  <a:pt x="765" y="383"/>
                </a:lnTo>
                <a:lnTo>
                  <a:pt x="765" y="386"/>
                </a:lnTo>
                <a:lnTo>
                  <a:pt x="765" y="387"/>
                </a:lnTo>
                <a:lnTo>
                  <a:pt x="766" y="387"/>
                </a:lnTo>
                <a:lnTo>
                  <a:pt x="766" y="388"/>
                </a:lnTo>
                <a:lnTo>
                  <a:pt x="768" y="389"/>
                </a:lnTo>
                <a:lnTo>
                  <a:pt x="769" y="390"/>
                </a:lnTo>
                <a:lnTo>
                  <a:pt x="770" y="390"/>
                </a:lnTo>
                <a:lnTo>
                  <a:pt x="771" y="386"/>
                </a:lnTo>
                <a:lnTo>
                  <a:pt x="774" y="388"/>
                </a:lnTo>
                <a:lnTo>
                  <a:pt x="776" y="389"/>
                </a:lnTo>
                <a:lnTo>
                  <a:pt x="777" y="390"/>
                </a:lnTo>
                <a:lnTo>
                  <a:pt x="777" y="391"/>
                </a:lnTo>
                <a:lnTo>
                  <a:pt x="777" y="392"/>
                </a:lnTo>
                <a:lnTo>
                  <a:pt x="777" y="393"/>
                </a:lnTo>
                <a:lnTo>
                  <a:pt x="777" y="394"/>
                </a:lnTo>
                <a:lnTo>
                  <a:pt x="777" y="395"/>
                </a:lnTo>
                <a:lnTo>
                  <a:pt x="778" y="395"/>
                </a:lnTo>
                <a:lnTo>
                  <a:pt x="783" y="394"/>
                </a:lnTo>
                <a:lnTo>
                  <a:pt x="791" y="392"/>
                </a:lnTo>
                <a:lnTo>
                  <a:pt x="792" y="392"/>
                </a:lnTo>
                <a:lnTo>
                  <a:pt x="795" y="390"/>
                </a:lnTo>
                <a:lnTo>
                  <a:pt x="796" y="390"/>
                </a:lnTo>
                <a:lnTo>
                  <a:pt x="801" y="387"/>
                </a:lnTo>
                <a:lnTo>
                  <a:pt x="800" y="390"/>
                </a:lnTo>
                <a:lnTo>
                  <a:pt x="799" y="391"/>
                </a:lnTo>
                <a:lnTo>
                  <a:pt x="799" y="393"/>
                </a:lnTo>
                <a:lnTo>
                  <a:pt x="798" y="394"/>
                </a:lnTo>
                <a:lnTo>
                  <a:pt x="798" y="395"/>
                </a:lnTo>
                <a:lnTo>
                  <a:pt x="800" y="398"/>
                </a:lnTo>
                <a:lnTo>
                  <a:pt x="801" y="399"/>
                </a:lnTo>
                <a:lnTo>
                  <a:pt x="801" y="400"/>
                </a:lnTo>
                <a:lnTo>
                  <a:pt x="801" y="401"/>
                </a:lnTo>
                <a:lnTo>
                  <a:pt x="802" y="404"/>
                </a:lnTo>
                <a:lnTo>
                  <a:pt x="803" y="404"/>
                </a:lnTo>
                <a:lnTo>
                  <a:pt x="805" y="405"/>
                </a:lnTo>
                <a:lnTo>
                  <a:pt x="807" y="405"/>
                </a:lnTo>
                <a:lnTo>
                  <a:pt x="810" y="405"/>
                </a:lnTo>
                <a:lnTo>
                  <a:pt x="810" y="406"/>
                </a:lnTo>
                <a:lnTo>
                  <a:pt x="811" y="407"/>
                </a:lnTo>
                <a:lnTo>
                  <a:pt x="811" y="408"/>
                </a:lnTo>
                <a:lnTo>
                  <a:pt x="810" y="408"/>
                </a:lnTo>
                <a:lnTo>
                  <a:pt x="810" y="409"/>
                </a:lnTo>
                <a:lnTo>
                  <a:pt x="809" y="410"/>
                </a:lnTo>
                <a:lnTo>
                  <a:pt x="808" y="410"/>
                </a:lnTo>
                <a:lnTo>
                  <a:pt x="807" y="410"/>
                </a:lnTo>
                <a:lnTo>
                  <a:pt x="808" y="410"/>
                </a:lnTo>
                <a:lnTo>
                  <a:pt x="808" y="411"/>
                </a:lnTo>
                <a:lnTo>
                  <a:pt x="808" y="412"/>
                </a:lnTo>
                <a:lnTo>
                  <a:pt x="809" y="412"/>
                </a:lnTo>
                <a:lnTo>
                  <a:pt x="809" y="413"/>
                </a:lnTo>
                <a:lnTo>
                  <a:pt x="810" y="413"/>
                </a:lnTo>
                <a:lnTo>
                  <a:pt x="810" y="412"/>
                </a:lnTo>
                <a:lnTo>
                  <a:pt x="811" y="412"/>
                </a:lnTo>
                <a:lnTo>
                  <a:pt x="811" y="413"/>
                </a:lnTo>
                <a:lnTo>
                  <a:pt x="812" y="413"/>
                </a:lnTo>
                <a:lnTo>
                  <a:pt x="813" y="413"/>
                </a:lnTo>
                <a:lnTo>
                  <a:pt x="814" y="413"/>
                </a:lnTo>
                <a:lnTo>
                  <a:pt x="815" y="413"/>
                </a:lnTo>
                <a:lnTo>
                  <a:pt x="816" y="413"/>
                </a:lnTo>
                <a:lnTo>
                  <a:pt x="817" y="414"/>
                </a:lnTo>
                <a:lnTo>
                  <a:pt x="818" y="414"/>
                </a:lnTo>
                <a:lnTo>
                  <a:pt x="819" y="414"/>
                </a:lnTo>
                <a:lnTo>
                  <a:pt x="819" y="415"/>
                </a:lnTo>
                <a:lnTo>
                  <a:pt x="820" y="415"/>
                </a:lnTo>
                <a:lnTo>
                  <a:pt x="821" y="415"/>
                </a:lnTo>
                <a:lnTo>
                  <a:pt x="822" y="415"/>
                </a:lnTo>
                <a:lnTo>
                  <a:pt x="822" y="416"/>
                </a:lnTo>
                <a:lnTo>
                  <a:pt x="823" y="417"/>
                </a:lnTo>
                <a:lnTo>
                  <a:pt x="824" y="417"/>
                </a:lnTo>
                <a:lnTo>
                  <a:pt x="825" y="417"/>
                </a:lnTo>
                <a:lnTo>
                  <a:pt x="830" y="419"/>
                </a:lnTo>
                <a:lnTo>
                  <a:pt x="831" y="421"/>
                </a:lnTo>
                <a:lnTo>
                  <a:pt x="832" y="421"/>
                </a:lnTo>
                <a:lnTo>
                  <a:pt x="833" y="423"/>
                </a:lnTo>
                <a:lnTo>
                  <a:pt x="833" y="424"/>
                </a:lnTo>
                <a:lnTo>
                  <a:pt x="834" y="426"/>
                </a:lnTo>
                <a:lnTo>
                  <a:pt x="835" y="426"/>
                </a:lnTo>
                <a:lnTo>
                  <a:pt x="835" y="425"/>
                </a:lnTo>
                <a:lnTo>
                  <a:pt x="836" y="425"/>
                </a:lnTo>
                <a:lnTo>
                  <a:pt x="836" y="424"/>
                </a:lnTo>
                <a:lnTo>
                  <a:pt x="837" y="424"/>
                </a:lnTo>
                <a:lnTo>
                  <a:pt x="837" y="423"/>
                </a:lnTo>
                <a:lnTo>
                  <a:pt x="838" y="423"/>
                </a:lnTo>
                <a:lnTo>
                  <a:pt x="838" y="422"/>
                </a:lnTo>
                <a:lnTo>
                  <a:pt x="839" y="422"/>
                </a:lnTo>
                <a:lnTo>
                  <a:pt x="839" y="421"/>
                </a:lnTo>
                <a:lnTo>
                  <a:pt x="840" y="421"/>
                </a:lnTo>
                <a:lnTo>
                  <a:pt x="841" y="421"/>
                </a:lnTo>
                <a:lnTo>
                  <a:pt x="841" y="422"/>
                </a:lnTo>
                <a:lnTo>
                  <a:pt x="841" y="421"/>
                </a:lnTo>
                <a:lnTo>
                  <a:pt x="842" y="421"/>
                </a:lnTo>
                <a:lnTo>
                  <a:pt x="842" y="422"/>
                </a:lnTo>
                <a:lnTo>
                  <a:pt x="843" y="422"/>
                </a:lnTo>
                <a:lnTo>
                  <a:pt x="844" y="422"/>
                </a:lnTo>
                <a:lnTo>
                  <a:pt x="845" y="422"/>
                </a:lnTo>
                <a:lnTo>
                  <a:pt x="845" y="423"/>
                </a:lnTo>
                <a:lnTo>
                  <a:pt x="847" y="423"/>
                </a:lnTo>
                <a:lnTo>
                  <a:pt x="848" y="423"/>
                </a:lnTo>
                <a:lnTo>
                  <a:pt x="849" y="423"/>
                </a:lnTo>
                <a:lnTo>
                  <a:pt x="849" y="424"/>
                </a:lnTo>
                <a:lnTo>
                  <a:pt x="850" y="425"/>
                </a:lnTo>
                <a:lnTo>
                  <a:pt x="851" y="424"/>
                </a:lnTo>
                <a:lnTo>
                  <a:pt x="852" y="423"/>
                </a:lnTo>
                <a:lnTo>
                  <a:pt x="857" y="418"/>
                </a:lnTo>
                <a:lnTo>
                  <a:pt x="865" y="409"/>
                </a:lnTo>
                <a:lnTo>
                  <a:pt x="870" y="405"/>
                </a:lnTo>
                <a:lnTo>
                  <a:pt x="877" y="401"/>
                </a:lnTo>
                <a:lnTo>
                  <a:pt x="870" y="395"/>
                </a:lnTo>
                <a:lnTo>
                  <a:pt x="868" y="393"/>
                </a:lnTo>
                <a:lnTo>
                  <a:pt x="865" y="390"/>
                </a:lnTo>
                <a:lnTo>
                  <a:pt x="864" y="389"/>
                </a:lnTo>
                <a:lnTo>
                  <a:pt x="855" y="380"/>
                </a:lnTo>
                <a:lnTo>
                  <a:pt x="857" y="380"/>
                </a:lnTo>
                <a:lnTo>
                  <a:pt x="870" y="376"/>
                </a:lnTo>
                <a:lnTo>
                  <a:pt x="896" y="370"/>
                </a:lnTo>
                <a:lnTo>
                  <a:pt x="902" y="366"/>
                </a:lnTo>
                <a:lnTo>
                  <a:pt x="911" y="364"/>
                </a:lnTo>
                <a:lnTo>
                  <a:pt x="913" y="365"/>
                </a:lnTo>
                <a:lnTo>
                  <a:pt x="916" y="367"/>
                </a:lnTo>
                <a:lnTo>
                  <a:pt x="925" y="372"/>
                </a:lnTo>
                <a:lnTo>
                  <a:pt x="942" y="375"/>
                </a:lnTo>
                <a:lnTo>
                  <a:pt x="950" y="377"/>
                </a:lnTo>
                <a:lnTo>
                  <a:pt x="960" y="379"/>
                </a:lnTo>
                <a:lnTo>
                  <a:pt x="961" y="380"/>
                </a:lnTo>
                <a:lnTo>
                  <a:pt x="973" y="370"/>
                </a:lnTo>
                <a:lnTo>
                  <a:pt x="976" y="369"/>
                </a:lnTo>
                <a:lnTo>
                  <a:pt x="980" y="365"/>
                </a:lnTo>
                <a:lnTo>
                  <a:pt x="984" y="363"/>
                </a:lnTo>
                <a:lnTo>
                  <a:pt x="986" y="360"/>
                </a:lnTo>
                <a:lnTo>
                  <a:pt x="991" y="356"/>
                </a:lnTo>
                <a:lnTo>
                  <a:pt x="993" y="355"/>
                </a:lnTo>
                <a:lnTo>
                  <a:pt x="1004" y="352"/>
                </a:lnTo>
                <a:lnTo>
                  <a:pt x="1037" y="343"/>
                </a:lnTo>
                <a:lnTo>
                  <a:pt x="1045" y="343"/>
                </a:lnTo>
                <a:lnTo>
                  <a:pt x="1058" y="347"/>
                </a:lnTo>
                <a:lnTo>
                  <a:pt x="1056" y="355"/>
                </a:lnTo>
                <a:lnTo>
                  <a:pt x="1054" y="359"/>
                </a:lnTo>
                <a:lnTo>
                  <a:pt x="1059" y="365"/>
                </a:lnTo>
                <a:lnTo>
                  <a:pt x="1066" y="374"/>
                </a:lnTo>
                <a:lnTo>
                  <a:pt x="1068" y="381"/>
                </a:lnTo>
                <a:lnTo>
                  <a:pt x="1068" y="383"/>
                </a:lnTo>
                <a:lnTo>
                  <a:pt x="1068" y="384"/>
                </a:lnTo>
                <a:lnTo>
                  <a:pt x="1067" y="385"/>
                </a:lnTo>
                <a:lnTo>
                  <a:pt x="1068" y="389"/>
                </a:lnTo>
                <a:lnTo>
                  <a:pt x="1068" y="390"/>
                </a:lnTo>
                <a:lnTo>
                  <a:pt x="1068" y="391"/>
                </a:lnTo>
                <a:lnTo>
                  <a:pt x="1066" y="396"/>
                </a:lnTo>
                <a:lnTo>
                  <a:pt x="1053" y="401"/>
                </a:lnTo>
                <a:lnTo>
                  <a:pt x="1051" y="405"/>
                </a:lnTo>
                <a:lnTo>
                  <a:pt x="1044" y="416"/>
                </a:lnTo>
                <a:lnTo>
                  <a:pt x="1043" y="417"/>
                </a:lnTo>
                <a:lnTo>
                  <a:pt x="1043" y="418"/>
                </a:lnTo>
                <a:lnTo>
                  <a:pt x="1041" y="420"/>
                </a:lnTo>
                <a:lnTo>
                  <a:pt x="1038" y="426"/>
                </a:lnTo>
                <a:lnTo>
                  <a:pt x="1013" y="441"/>
                </a:lnTo>
                <a:lnTo>
                  <a:pt x="1006" y="445"/>
                </a:lnTo>
                <a:lnTo>
                  <a:pt x="1005" y="446"/>
                </a:lnTo>
                <a:lnTo>
                  <a:pt x="998" y="451"/>
                </a:lnTo>
                <a:lnTo>
                  <a:pt x="999" y="452"/>
                </a:lnTo>
                <a:lnTo>
                  <a:pt x="1000" y="453"/>
                </a:lnTo>
                <a:lnTo>
                  <a:pt x="1002" y="456"/>
                </a:lnTo>
                <a:lnTo>
                  <a:pt x="1003" y="458"/>
                </a:lnTo>
                <a:lnTo>
                  <a:pt x="1010" y="476"/>
                </a:lnTo>
                <a:lnTo>
                  <a:pt x="1005" y="478"/>
                </a:lnTo>
                <a:lnTo>
                  <a:pt x="994" y="483"/>
                </a:lnTo>
                <a:lnTo>
                  <a:pt x="993" y="485"/>
                </a:lnTo>
                <a:lnTo>
                  <a:pt x="993" y="487"/>
                </a:lnTo>
                <a:lnTo>
                  <a:pt x="993" y="488"/>
                </a:lnTo>
                <a:lnTo>
                  <a:pt x="992" y="488"/>
                </a:lnTo>
                <a:lnTo>
                  <a:pt x="992" y="489"/>
                </a:lnTo>
                <a:lnTo>
                  <a:pt x="993" y="490"/>
                </a:lnTo>
                <a:lnTo>
                  <a:pt x="993" y="492"/>
                </a:lnTo>
                <a:lnTo>
                  <a:pt x="993" y="493"/>
                </a:lnTo>
                <a:lnTo>
                  <a:pt x="994" y="494"/>
                </a:lnTo>
                <a:lnTo>
                  <a:pt x="994" y="495"/>
                </a:lnTo>
                <a:lnTo>
                  <a:pt x="995" y="496"/>
                </a:lnTo>
                <a:lnTo>
                  <a:pt x="995" y="497"/>
                </a:lnTo>
                <a:lnTo>
                  <a:pt x="995" y="498"/>
                </a:lnTo>
                <a:lnTo>
                  <a:pt x="995" y="499"/>
                </a:lnTo>
                <a:lnTo>
                  <a:pt x="995" y="500"/>
                </a:lnTo>
                <a:lnTo>
                  <a:pt x="995" y="501"/>
                </a:lnTo>
                <a:lnTo>
                  <a:pt x="996" y="502"/>
                </a:lnTo>
                <a:lnTo>
                  <a:pt x="996" y="503"/>
                </a:lnTo>
                <a:lnTo>
                  <a:pt x="996" y="506"/>
                </a:lnTo>
                <a:lnTo>
                  <a:pt x="997" y="506"/>
                </a:lnTo>
                <a:lnTo>
                  <a:pt x="1005" y="509"/>
                </a:lnTo>
                <a:lnTo>
                  <a:pt x="1006" y="509"/>
                </a:lnTo>
                <a:lnTo>
                  <a:pt x="1021" y="514"/>
                </a:lnTo>
                <a:lnTo>
                  <a:pt x="1034" y="526"/>
                </a:lnTo>
                <a:lnTo>
                  <a:pt x="1036" y="528"/>
                </a:lnTo>
                <a:lnTo>
                  <a:pt x="1039" y="532"/>
                </a:lnTo>
                <a:lnTo>
                  <a:pt x="1045" y="536"/>
                </a:lnTo>
                <a:lnTo>
                  <a:pt x="1051" y="540"/>
                </a:lnTo>
                <a:lnTo>
                  <a:pt x="1057" y="546"/>
                </a:lnTo>
                <a:lnTo>
                  <a:pt x="1067" y="553"/>
                </a:lnTo>
                <a:lnTo>
                  <a:pt x="1072" y="552"/>
                </a:lnTo>
                <a:lnTo>
                  <a:pt x="1076" y="550"/>
                </a:lnTo>
                <a:lnTo>
                  <a:pt x="1076" y="551"/>
                </a:lnTo>
                <a:lnTo>
                  <a:pt x="1077" y="552"/>
                </a:lnTo>
                <a:lnTo>
                  <a:pt x="1078" y="552"/>
                </a:lnTo>
                <a:lnTo>
                  <a:pt x="1079" y="552"/>
                </a:lnTo>
                <a:lnTo>
                  <a:pt x="1081" y="551"/>
                </a:lnTo>
                <a:lnTo>
                  <a:pt x="1082" y="551"/>
                </a:lnTo>
                <a:lnTo>
                  <a:pt x="1083" y="551"/>
                </a:lnTo>
                <a:lnTo>
                  <a:pt x="1084" y="551"/>
                </a:lnTo>
                <a:lnTo>
                  <a:pt x="1087" y="549"/>
                </a:lnTo>
                <a:lnTo>
                  <a:pt x="1089" y="549"/>
                </a:lnTo>
                <a:lnTo>
                  <a:pt x="1090" y="549"/>
                </a:lnTo>
                <a:lnTo>
                  <a:pt x="1090" y="550"/>
                </a:lnTo>
                <a:lnTo>
                  <a:pt x="1091" y="551"/>
                </a:lnTo>
                <a:lnTo>
                  <a:pt x="1092" y="551"/>
                </a:lnTo>
                <a:lnTo>
                  <a:pt x="1095" y="551"/>
                </a:lnTo>
                <a:lnTo>
                  <a:pt x="1096" y="551"/>
                </a:lnTo>
                <a:lnTo>
                  <a:pt x="1097" y="551"/>
                </a:lnTo>
                <a:lnTo>
                  <a:pt x="1097" y="550"/>
                </a:lnTo>
                <a:lnTo>
                  <a:pt x="1098" y="550"/>
                </a:lnTo>
                <a:lnTo>
                  <a:pt x="1099" y="551"/>
                </a:lnTo>
                <a:lnTo>
                  <a:pt x="1101" y="551"/>
                </a:lnTo>
                <a:lnTo>
                  <a:pt x="1102" y="551"/>
                </a:lnTo>
                <a:lnTo>
                  <a:pt x="1103" y="551"/>
                </a:lnTo>
                <a:lnTo>
                  <a:pt x="1104" y="551"/>
                </a:lnTo>
                <a:lnTo>
                  <a:pt x="1105" y="551"/>
                </a:lnTo>
                <a:lnTo>
                  <a:pt x="1106" y="552"/>
                </a:lnTo>
                <a:lnTo>
                  <a:pt x="1107" y="552"/>
                </a:lnTo>
                <a:lnTo>
                  <a:pt x="1107" y="551"/>
                </a:lnTo>
                <a:lnTo>
                  <a:pt x="1108" y="551"/>
                </a:lnTo>
                <a:lnTo>
                  <a:pt x="1109" y="552"/>
                </a:lnTo>
                <a:lnTo>
                  <a:pt x="1111" y="552"/>
                </a:lnTo>
                <a:lnTo>
                  <a:pt x="1111" y="553"/>
                </a:lnTo>
                <a:lnTo>
                  <a:pt x="1111" y="554"/>
                </a:lnTo>
                <a:lnTo>
                  <a:pt x="1110" y="554"/>
                </a:lnTo>
                <a:lnTo>
                  <a:pt x="1110" y="555"/>
                </a:lnTo>
                <a:lnTo>
                  <a:pt x="1110" y="556"/>
                </a:lnTo>
                <a:lnTo>
                  <a:pt x="1110" y="557"/>
                </a:lnTo>
                <a:lnTo>
                  <a:pt x="1110" y="558"/>
                </a:lnTo>
                <a:lnTo>
                  <a:pt x="1113" y="559"/>
                </a:lnTo>
                <a:lnTo>
                  <a:pt x="1115" y="559"/>
                </a:lnTo>
                <a:lnTo>
                  <a:pt x="1115" y="560"/>
                </a:lnTo>
                <a:lnTo>
                  <a:pt x="1114" y="561"/>
                </a:lnTo>
                <a:lnTo>
                  <a:pt x="1113" y="561"/>
                </a:lnTo>
                <a:lnTo>
                  <a:pt x="1112" y="562"/>
                </a:lnTo>
                <a:lnTo>
                  <a:pt x="1111" y="562"/>
                </a:lnTo>
                <a:lnTo>
                  <a:pt x="1110" y="562"/>
                </a:lnTo>
                <a:lnTo>
                  <a:pt x="1110" y="563"/>
                </a:lnTo>
                <a:lnTo>
                  <a:pt x="1110" y="564"/>
                </a:lnTo>
                <a:lnTo>
                  <a:pt x="1109" y="564"/>
                </a:lnTo>
                <a:lnTo>
                  <a:pt x="1109" y="565"/>
                </a:lnTo>
                <a:lnTo>
                  <a:pt x="1108" y="564"/>
                </a:lnTo>
                <a:lnTo>
                  <a:pt x="1107" y="564"/>
                </a:lnTo>
                <a:lnTo>
                  <a:pt x="1106" y="564"/>
                </a:lnTo>
                <a:lnTo>
                  <a:pt x="1106" y="565"/>
                </a:lnTo>
                <a:lnTo>
                  <a:pt x="1107" y="565"/>
                </a:lnTo>
                <a:lnTo>
                  <a:pt x="1107" y="566"/>
                </a:lnTo>
                <a:lnTo>
                  <a:pt x="1105" y="566"/>
                </a:lnTo>
                <a:lnTo>
                  <a:pt x="1104" y="566"/>
                </a:lnTo>
                <a:lnTo>
                  <a:pt x="1105" y="567"/>
                </a:lnTo>
                <a:lnTo>
                  <a:pt x="1104" y="568"/>
                </a:lnTo>
                <a:lnTo>
                  <a:pt x="1104" y="569"/>
                </a:lnTo>
                <a:lnTo>
                  <a:pt x="1105" y="570"/>
                </a:lnTo>
                <a:lnTo>
                  <a:pt x="1106" y="572"/>
                </a:lnTo>
                <a:lnTo>
                  <a:pt x="1107" y="572"/>
                </a:lnTo>
                <a:lnTo>
                  <a:pt x="1107" y="573"/>
                </a:lnTo>
                <a:lnTo>
                  <a:pt x="1107" y="574"/>
                </a:lnTo>
                <a:lnTo>
                  <a:pt x="1108" y="574"/>
                </a:lnTo>
                <a:lnTo>
                  <a:pt x="1109" y="574"/>
                </a:lnTo>
                <a:lnTo>
                  <a:pt x="1109" y="573"/>
                </a:lnTo>
                <a:lnTo>
                  <a:pt x="1110" y="573"/>
                </a:lnTo>
                <a:lnTo>
                  <a:pt x="1112" y="574"/>
                </a:lnTo>
                <a:lnTo>
                  <a:pt x="1113" y="573"/>
                </a:lnTo>
                <a:lnTo>
                  <a:pt x="1115" y="573"/>
                </a:lnTo>
                <a:lnTo>
                  <a:pt x="1116" y="572"/>
                </a:lnTo>
                <a:lnTo>
                  <a:pt x="1117" y="572"/>
                </a:lnTo>
                <a:lnTo>
                  <a:pt x="1118" y="570"/>
                </a:lnTo>
                <a:lnTo>
                  <a:pt x="1119" y="570"/>
                </a:lnTo>
                <a:lnTo>
                  <a:pt x="1120" y="569"/>
                </a:lnTo>
                <a:lnTo>
                  <a:pt x="1121" y="570"/>
                </a:lnTo>
                <a:lnTo>
                  <a:pt x="1122" y="571"/>
                </a:lnTo>
                <a:lnTo>
                  <a:pt x="1122" y="570"/>
                </a:lnTo>
                <a:lnTo>
                  <a:pt x="1123" y="570"/>
                </a:lnTo>
                <a:lnTo>
                  <a:pt x="1123" y="571"/>
                </a:lnTo>
                <a:lnTo>
                  <a:pt x="1124" y="571"/>
                </a:lnTo>
                <a:lnTo>
                  <a:pt x="1125" y="571"/>
                </a:lnTo>
                <a:lnTo>
                  <a:pt x="1125" y="572"/>
                </a:lnTo>
                <a:lnTo>
                  <a:pt x="1126" y="572"/>
                </a:lnTo>
                <a:lnTo>
                  <a:pt x="1127" y="572"/>
                </a:lnTo>
                <a:lnTo>
                  <a:pt x="1127" y="573"/>
                </a:lnTo>
                <a:lnTo>
                  <a:pt x="1128" y="574"/>
                </a:lnTo>
                <a:lnTo>
                  <a:pt x="1127" y="575"/>
                </a:lnTo>
                <a:lnTo>
                  <a:pt x="1128" y="576"/>
                </a:lnTo>
                <a:lnTo>
                  <a:pt x="1128" y="577"/>
                </a:lnTo>
                <a:lnTo>
                  <a:pt x="1129" y="577"/>
                </a:lnTo>
                <a:lnTo>
                  <a:pt x="1130" y="577"/>
                </a:lnTo>
                <a:lnTo>
                  <a:pt x="1130" y="578"/>
                </a:lnTo>
                <a:lnTo>
                  <a:pt x="1131" y="580"/>
                </a:lnTo>
                <a:lnTo>
                  <a:pt x="1131" y="581"/>
                </a:lnTo>
                <a:lnTo>
                  <a:pt x="1132" y="581"/>
                </a:lnTo>
                <a:lnTo>
                  <a:pt x="1133" y="582"/>
                </a:lnTo>
                <a:lnTo>
                  <a:pt x="1133" y="583"/>
                </a:lnTo>
                <a:lnTo>
                  <a:pt x="1133" y="584"/>
                </a:lnTo>
                <a:lnTo>
                  <a:pt x="1133" y="585"/>
                </a:lnTo>
                <a:lnTo>
                  <a:pt x="1134" y="585"/>
                </a:lnTo>
                <a:lnTo>
                  <a:pt x="1136" y="586"/>
                </a:lnTo>
                <a:lnTo>
                  <a:pt x="1136" y="587"/>
                </a:lnTo>
                <a:lnTo>
                  <a:pt x="1136" y="590"/>
                </a:lnTo>
                <a:lnTo>
                  <a:pt x="1137" y="591"/>
                </a:lnTo>
                <a:lnTo>
                  <a:pt x="1138" y="591"/>
                </a:lnTo>
                <a:lnTo>
                  <a:pt x="1139" y="591"/>
                </a:lnTo>
                <a:lnTo>
                  <a:pt x="1140" y="591"/>
                </a:lnTo>
                <a:lnTo>
                  <a:pt x="1141" y="591"/>
                </a:lnTo>
                <a:lnTo>
                  <a:pt x="1142" y="591"/>
                </a:lnTo>
                <a:lnTo>
                  <a:pt x="1141" y="593"/>
                </a:lnTo>
                <a:lnTo>
                  <a:pt x="1142" y="593"/>
                </a:lnTo>
                <a:lnTo>
                  <a:pt x="1143" y="593"/>
                </a:lnTo>
                <a:lnTo>
                  <a:pt x="1143" y="594"/>
                </a:lnTo>
                <a:lnTo>
                  <a:pt x="1144" y="594"/>
                </a:lnTo>
                <a:lnTo>
                  <a:pt x="1144" y="593"/>
                </a:lnTo>
                <a:lnTo>
                  <a:pt x="1145" y="592"/>
                </a:lnTo>
                <a:lnTo>
                  <a:pt x="1146" y="592"/>
                </a:lnTo>
                <a:lnTo>
                  <a:pt x="1147" y="593"/>
                </a:lnTo>
                <a:lnTo>
                  <a:pt x="1150" y="594"/>
                </a:lnTo>
                <a:lnTo>
                  <a:pt x="1152" y="595"/>
                </a:lnTo>
                <a:lnTo>
                  <a:pt x="1153" y="595"/>
                </a:lnTo>
                <a:lnTo>
                  <a:pt x="1154" y="595"/>
                </a:lnTo>
                <a:lnTo>
                  <a:pt x="1155" y="595"/>
                </a:lnTo>
                <a:lnTo>
                  <a:pt x="1155" y="596"/>
                </a:lnTo>
                <a:lnTo>
                  <a:pt x="1155" y="597"/>
                </a:lnTo>
                <a:lnTo>
                  <a:pt x="1155" y="598"/>
                </a:lnTo>
                <a:lnTo>
                  <a:pt x="1156" y="598"/>
                </a:lnTo>
                <a:lnTo>
                  <a:pt x="1156" y="599"/>
                </a:lnTo>
                <a:lnTo>
                  <a:pt x="1156" y="600"/>
                </a:lnTo>
                <a:lnTo>
                  <a:pt x="1157" y="600"/>
                </a:lnTo>
                <a:lnTo>
                  <a:pt x="1157" y="601"/>
                </a:lnTo>
                <a:lnTo>
                  <a:pt x="1157" y="602"/>
                </a:lnTo>
                <a:lnTo>
                  <a:pt x="1156" y="601"/>
                </a:lnTo>
                <a:lnTo>
                  <a:pt x="1157" y="603"/>
                </a:lnTo>
                <a:lnTo>
                  <a:pt x="1157" y="605"/>
                </a:lnTo>
                <a:lnTo>
                  <a:pt x="1156" y="605"/>
                </a:lnTo>
                <a:lnTo>
                  <a:pt x="1157" y="605"/>
                </a:lnTo>
                <a:lnTo>
                  <a:pt x="1157" y="606"/>
                </a:lnTo>
                <a:lnTo>
                  <a:pt x="1158" y="605"/>
                </a:lnTo>
                <a:lnTo>
                  <a:pt x="1157" y="605"/>
                </a:lnTo>
                <a:lnTo>
                  <a:pt x="1158" y="605"/>
                </a:lnTo>
                <a:lnTo>
                  <a:pt x="1159" y="605"/>
                </a:lnTo>
                <a:lnTo>
                  <a:pt x="1160" y="605"/>
                </a:lnTo>
                <a:lnTo>
                  <a:pt x="1161" y="606"/>
                </a:lnTo>
                <a:lnTo>
                  <a:pt x="1162" y="605"/>
                </a:lnTo>
                <a:lnTo>
                  <a:pt x="1163" y="605"/>
                </a:lnTo>
                <a:lnTo>
                  <a:pt x="1164" y="606"/>
                </a:lnTo>
                <a:lnTo>
                  <a:pt x="1165" y="607"/>
                </a:lnTo>
                <a:lnTo>
                  <a:pt x="1165" y="608"/>
                </a:lnTo>
                <a:lnTo>
                  <a:pt x="1166" y="609"/>
                </a:lnTo>
                <a:lnTo>
                  <a:pt x="1165" y="609"/>
                </a:lnTo>
                <a:lnTo>
                  <a:pt x="1167" y="610"/>
                </a:lnTo>
                <a:lnTo>
                  <a:pt x="1167" y="611"/>
                </a:lnTo>
                <a:lnTo>
                  <a:pt x="1167" y="612"/>
                </a:lnTo>
                <a:lnTo>
                  <a:pt x="1168" y="613"/>
                </a:lnTo>
                <a:lnTo>
                  <a:pt x="1169" y="614"/>
                </a:lnTo>
                <a:lnTo>
                  <a:pt x="1170" y="614"/>
                </a:lnTo>
                <a:lnTo>
                  <a:pt x="1170" y="615"/>
                </a:lnTo>
                <a:lnTo>
                  <a:pt x="1171" y="616"/>
                </a:lnTo>
                <a:lnTo>
                  <a:pt x="1170" y="616"/>
                </a:lnTo>
                <a:lnTo>
                  <a:pt x="1170" y="617"/>
                </a:lnTo>
                <a:lnTo>
                  <a:pt x="1171" y="617"/>
                </a:lnTo>
                <a:lnTo>
                  <a:pt x="1171" y="618"/>
                </a:lnTo>
                <a:lnTo>
                  <a:pt x="1171" y="619"/>
                </a:lnTo>
                <a:lnTo>
                  <a:pt x="1170" y="619"/>
                </a:lnTo>
                <a:lnTo>
                  <a:pt x="1170" y="620"/>
                </a:lnTo>
                <a:lnTo>
                  <a:pt x="1169" y="620"/>
                </a:lnTo>
                <a:lnTo>
                  <a:pt x="1168" y="621"/>
                </a:lnTo>
                <a:lnTo>
                  <a:pt x="1167" y="620"/>
                </a:lnTo>
                <a:lnTo>
                  <a:pt x="1166" y="620"/>
                </a:lnTo>
                <a:lnTo>
                  <a:pt x="1165" y="620"/>
                </a:lnTo>
                <a:lnTo>
                  <a:pt x="1165" y="621"/>
                </a:lnTo>
                <a:lnTo>
                  <a:pt x="1164" y="621"/>
                </a:lnTo>
                <a:lnTo>
                  <a:pt x="1162" y="621"/>
                </a:lnTo>
                <a:lnTo>
                  <a:pt x="1162" y="622"/>
                </a:lnTo>
                <a:lnTo>
                  <a:pt x="1161" y="622"/>
                </a:lnTo>
                <a:lnTo>
                  <a:pt x="1161" y="621"/>
                </a:lnTo>
                <a:lnTo>
                  <a:pt x="1160" y="622"/>
                </a:lnTo>
                <a:lnTo>
                  <a:pt x="1159" y="624"/>
                </a:lnTo>
                <a:lnTo>
                  <a:pt x="1158" y="625"/>
                </a:lnTo>
                <a:lnTo>
                  <a:pt x="1158" y="626"/>
                </a:lnTo>
                <a:lnTo>
                  <a:pt x="1159" y="627"/>
                </a:lnTo>
                <a:lnTo>
                  <a:pt x="1160" y="628"/>
                </a:lnTo>
                <a:lnTo>
                  <a:pt x="1161" y="629"/>
                </a:lnTo>
                <a:lnTo>
                  <a:pt x="1160" y="630"/>
                </a:lnTo>
                <a:lnTo>
                  <a:pt x="1160" y="632"/>
                </a:lnTo>
                <a:lnTo>
                  <a:pt x="1161" y="632"/>
                </a:lnTo>
                <a:lnTo>
                  <a:pt x="1162" y="632"/>
                </a:lnTo>
                <a:lnTo>
                  <a:pt x="1162" y="634"/>
                </a:lnTo>
                <a:lnTo>
                  <a:pt x="1163" y="635"/>
                </a:lnTo>
                <a:lnTo>
                  <a:pt x="1164" y="635"/>
                </a:lnTo>
                <a:lnTo>
                  <a:pt x="1165" y="636"/>
                </a:lnTo>
                <a:lnTo>
                  <a:pt x="1164" y="636"/>
                </a:lnTo>
                <a:lnTo>
                  <a:pt x="1164" y="637"/>
                </a:lnTo>
                <a:lnTo>
                  <a:pt x="1165" y="637"/>
                </a:lnTo>
                <a:lnTo>
                  <a:pt x="1165" y="639"/>
                </a:lnTo>
                <a:lnTo>
                  <a:pt x="1164" y="639"/>
                </a:lnTo>
                <a:lnTo>
                  <a:pt x="1164" y="640"/>
                </a:lnTo>
                <a:lnTo>
                  <a:pt x="1163" y="640"/>
                </a:lnTo>
                <a:lnTo>
                  <a:pt x="1164" y="642"/>
                </a:lnTo>
                <a:lnTo>
                  <a:pt x="1166" y="643"/>
                </a:lnTo>
                <a:lnTo>
                  <a:pt x="1167" y="643"/>
                </a:lnTo>
                <a:lnTo>
                  <a:pt x="1169" y="642"/>
                </a:lnTo>
                <a:lnTo>
                  <a:pt x="1170" y="643"/>
                </a:lnTo>
                <a:lnTo>
                  <a:pt x="1171" y="643"/>
                </a:lnTo>
                <a:lnTo>
                  <a:pt x="1171" y="644"/>
                </a:lnTo>
                <a:lnTo>
                  <a:pt x="1173" y="645"/>
                </a:lnTo>
                <a:lnTo>
                  <a:pt x="1173" y="646"/>
                </a:lnTo>
                <a:lnTo>
                  <a:pt x="1173" y="647"/>
                </a:lnTo>
                <a:lnTo>
                  <a:pt x="1174" y="649"/>
                </a:lnTo>
                <a:lnTo>
                  <a:pt x="1174" y="650"/>
                </a:lnTo>
                <a:lnTo>
                  <a:pt x="1173" y="651"/>
                </a:lnTo>
                <a:lnTo>
                  <a:pt x="1173" y="652"/>
                </a:lnTo>
                <a:lnTo>
                  <a:pt x="1174" y="652"/>
                </a:lnTo>
                <a:lnTo>
                  <a:pt x="1175" y="651"/>
                </a:lnTo>
                <a:lnTo>
                  <a:pt x="1175" y="652"/>
                </a:lnTo>
                <a:lnTo>
                  <a:pt x="1176" y="652"/>
                </a:lnTo>
                <a:lnTo>
                  <a:pt x="1176" y="653"/>
                </a:lnTo>
                <a:lnTo>
                  <a:pt x="1176" y="654"/>
                </a:lnTo>
                <a:lnTo>
                  <a:pt x="1176" y="655"/>
                </a:lnTo>
                <a:lnTo>
                  <a:pt x="1176" y="657"/>
                </a:lnTo>
                <a:lnTo>
                  <a:pt x="1177" y="657"/>
                </a:lnTo>
                <a:lnTo>
                  <a:pt x="1178" y="657"/>
                </a:lnTo>
                <a:lnTo>
                  <a:pt x="1178" y="658"/>
                </a:lnTo>
                <a:lnTo>
                  <a:pt x="1178" y="659"/>
                </a:lnTo>
                <a:lnTo>
                  <a:pt x="1177" y="659"/>
                </a:lnTo>
                <a:lnTo>
                  <a:pt x="1176" y="659"/>
                </a:lnTo>
                <a:lnTo>
                  <a:pt x="1177" y="659"/>
                </a:lnTo>
                <a:lnTo>
                  <a:pt x="1177" y="660"/>
                </a:lnTo>
                <a:lnTo>
                  <a:pt x="1177" y="661"/>
                </a:lnTo>
                <a:lnTo>
                  <a:pt x="1178" y="661"/>
                </a:lnTo>
                <a:lnTo>
                  <a:pt x="1179" y="662"/>
                </a:lnTo>
                <a:lnTo>
                  <a:pt x="1179" y="663"/>
                </a:lnTo>
                <a:lnTo>
                  <a:pt x="1180" y="663"/>
                </a:lnTo>
                <a:lnTo>
                  <a:pt x="1181" y="663"/>
                </a:lnTo>
                <a:lnTo>
                  <a:pt x="1181" y="664"/>
                </a:lnTo>
                <a:lnTo>
                  <a:pt x="1182" y="665"/>
                </a:lnTo>
                <a:lnTo>
                  <a:pt x="1183" y="666"/>
                </a:lnTo>
                <a:lnTo>
                  <a:pt x="1183" y="667"/>
                </a:lnTo>
                <a:lnTo>
                  <a:pt x="1183" y="668"/>
                </a:lnTo>
                <a:lnTo>
                  <a:pt x="1182" y="668"/>
                </a:lnTo>
                <a:lnTo>
                  <a:pt x="1182" y="669"/>
                </a:lnTo>
                <a:lnTo>
                  <a:pt x="1182" y="670"/>
                </a:lnTo>
                <a:lnTo>
                  <a:pt x="1182" y="671"/>
                </a:lnTo>
                <a:lnTo>
                  <a:pt x="1182" y="672"/>
                </a:lnTo>
                <a:lnTo>
                  <a:pt x="1181" y="672"/>
                </a:lnTo>
                <a:lnTo>
                  <a:pt x="1181" y="673"/>
                </a:lnTo>
                <a:lnTo>
                  <a:pt x="1182" y="674"/>
                </a:lnTo>
                <a:lnTo>
                  <a:pt x="1183" y="674"/>
                </a:lnTo>
                <a:lnTo>
                  <a:pt x="1183" y="675"/>
                </a:lnTo>
                <a:lnTo>
                  <a:pt x="1184" y="675"/>
                </a:lnTo>
                <a:lnTo>
                  <a:pt x="1184" y="677"/>
                </a:lnTo>
                <a:lnTo>
                  <a:pt x="1184" y="678"/>
                </a:lnTo>
                <a:lnTo>
                  <a:pt x="1185" y="679"/>
                </a:lnTo>
                <a:lnTo>
                  <a:pt x="1185" y="680"/>
                </a:lnTo>
                <a:lnTo>
                  <a:pt x="1186" y="681"/>
                </a:lnTo>
                <a:lnTo>
                  <a:pt x="1187" y="681"/>
                </a:lnTo>
                <a:lnTo>
                  <a:pt x="1186" y="682"/>
                </a:lnTo>
                <a:lnTo>
                  <a:pt x="1185" y="684"/>
                </a:lnTo>
                <a:lnTo>
                  <a:pt x="1185" y="685"/>
                </a:lnTo>
                <a:lnTo>
                  <a:pt x="1185" y="686"/>
                </a:lnTo>
                <a:lnTo>
                  <a:pt x="1184" y="686"/>
                </a:lnTo>
                <a:lnTo>
                  <a:pt x="1183" y="686"/>
                </a:lnTo>
                <a:lnTo>
                  <a:pt x="1182" y="686"/>
                </a:lnTo>
                <a:lnTo>
                  <a:pt x="1181" y="686"/>
                </a:lnTo>
                <a:lnTo>
                  <a:pt x="1179" y="686"/>
                </a:lnTo>
                <a:lnTo>
                  <a:pt x="1177" y="689"/>
                </a:lnTo>
                <a:lnTo>
                  <a:pt x="1176" y="688"/>
                </a:lnTo>
                <a:lnTo>
                  <a:pt x="1176" y="689"/>
                </a:lnTo>
                <a:lnTo>
                  <a:pt x="1175" y="689"/>
                </a:lnTo>
                <a:lnTo>
                  <a:pt x="1176" y="690"/>
                </a:lnTo>
                <a:lnTo>
                  <a:pt x="1175" y="690"/>
                </a:lnTo>
                <a:lnTo>
                  <a:pt x="1174" y="690"/>
                </a:lnTo>
                <a:lnTo>
                  <a:pt x="1173" y="692"/>
                </a:lnTo>
                <a:lnTo>
                  <a:pt x="1173" y="693"/>
                </a:lnTo>
                <a:lnTo>
                  <a:pt x="1172" y="693"/>
                </a:lnTo>
                <a:lnTo>
                  <a:pt x="1171" y="693"/>
                </a:lnTo>
                <a:lnTo>
                  <a:pt x="1171" y="694"/>
                </a:lnTo>
                <a:lnTo>
                  <a:pt x="1171" y="695"/>
                </a:lnTo>
                <a:lnTo>
                  <a:pt x="1171" y="696"/>
                </a:lnTo>
                <a:lnTo>
                  <a:pt x="1170" y="696"/>
                </a:lnTo>
                <a:lnTo>
                  <a:pt x="1170" y="697"/>
                </a:lnTo>
                <a:lnTo>
                  <a:pt x="1170" y="698"/>
                </a:lnTo>
                <a:lnTo>
                  <a:pt x="1170" y="699"/>
                </a:lnTo>
                <a:lnTo>
                  <a:pt x="1170" y="701"/>
                </a:lnTo>
                <a:lnTo>
                  <a:pt x="1170" y="702"/>
                </a:lnTo>
                <a:lnTo>
                  <a:pt x="1170" y="703"/>
                </a:lnTo>
                <a:lnTo>
                  <a:pt x="1170" y="704"/>
                </a:lnTo>
                <a:lnTo>
                  <a:pt x="1171" y="705"/>
                </a:lnTo>
                <a:lnTo>
                  <a:pt x="1170" y="706"/>
                </a:lnTo>
                <a:lnTo>
                  <a:pt x="1169" y="706"/>
                </a:lnTo>
                <a:lnTo>
                  <a:pt x="1170" y="707"/>
                </a:lnTo>
                <a:lnTo>
                  <a:pt x="1170" y="708"/>
                </a:lnTo>
                <a:lnTo>
                  <a:pt x="1171" y="708"/>
                </a:lnTo>
                <a:lnTo>
                  <a:pt x="1171" y="709"/>
                </a:lnTo>
                <a:lnTo>
                  <a:pt x="1172" y="709"/>
                </a:lnTo>
                <a:lnTo>
                  <a:pt x="1173" y="709"/>
                </a:lnTo>
                <a:lnTo>
                  <a:pt x="1173" y="710"/>
                </a:lnTo>
                <a:lnTo>
                  <a:pt x="1174" y="710"/>
                </a:lnTo>
                <a:lnTo>
                  <a:pt x="1174" y="709"/>
                </a:lnTo>
                <a:lnTo>
                  <a:pt x="1175" y="709"/>
                </a:lnTo>
                <a:lnTo>
                  <a:pt x="1175" y="710"/>
                </a:lnTo>
                <a:lnTo>
                  <a:pt x="1176" y="710"/>
                </a:lnTo>
                <a:lnTo>
                  <a:pt x="1176" y="711"/>
                </a:lnTo>
                <a:lnTo>
                  <a:pt x="1176" y="712"/>
                </a:lnTo>
                <a:lnTo>
                  <a:pt x="1175" y="712"/>
                </a:lnTo>
                <a:lnTo>
                  <a:pt x="1175" y="711"/>
                </a:lnTo>
                <a:lnTo>
                  <a:pt x="1175" y="712"/>
                </a:lnTo>
                <a:lnTo>
                  <a:pt x="1174" y="712"/>
                </a:lnTo>
                <a:lnTo>
                  <a:pt x="1174" y="713"/>
                </a:lnTo>
                <a:lnTo>
                  <a:pt x="1174" y="714"/>
                </a:lnTo>
                <a:lnTo>
                  <a:pt x="1175" y="716"/>
                </a:lnTo>
                <a:lnTo>
                  <a:pt x="1174" y="716"/>
                </a:lnTo>
                <a:lnTo>
                  <a:pt x="1174" y="717"/>
                </a:lnTo>
                <a:lnTo>
                  <a:pt x="1175" y="718"/>
                </a:lnTo>
                <a:lnTo>
                  <a:pt x="1175" y="717"/>
                </a:lnTo>
                <a:lnTo>
                  <a:pt x="1176" y="717"/>
                </a:lnTo>
                <a:lnTo>
                  <a:pt x="1176" y="716"/>
                </a:lnTo>
                <a:lnTo>
                  <a:pt x="1176" y="715"/>
                </a:lnTo>
                <a:lnTo>
                  <a:pt x="1177" y="715"/>
                </a:lnTo>
                <a:lnTo>
                  <a:pt x="1177" y="714"/>
                </a:lnTo>
                <a:lnTo>
                  <a:pt x="1178" y="714"/>
                </a:lnTo>
                <a:lnTo>
                  <a:pt x="1178" y="715"/>
                </a:lnTo>
                <a:lnTo>
                  <a:pt x="1178" y="716"/>
                </a:lnTo>
                <a:lnTo>
                  <a:pt x="1178" y="715"/>
                </a:lnTo>
                <a:lnTo>
                  <a:pt x="1179" y="715"/>
                </a:lnTo>
                <a:lnTo>
                  <a:pt x="1179" y="716"/>
                </a:lnTo>
                <a:lnTo>
                  <a:pt x="1179" y="717"/>
                </a:lnTo>
                <a:lnTo>
                  <a:pt x="1179" y="718"/>
                </a:lnTo>
                <a:lnTo>
                  <a:pt x="1180" y="719"/>
                </a:lnTo>
                <a:lnTo>
                  <a:pt x="1181" y="719"/>
                </a:lnTo>
                <a:lnTo>
                  <a:pt x="1181" y="720"/>
                </a:lnTo>
                <a:lnTo>
                  <a:pt x="1181" y="721"/>
                </a:lnTo>
                <a:lnTo>
                  <a:pt x="1181" y="722"/>
                </a:lnTo>
                <a:lnTo>
                  <a:pt x="1183" y="722"/>
                </a:lnTo>
                <a:lnTo>
                  <a:pt x="1183" y="723"/>
                </a:lnTo>
                <a:lnTo>
                  <a:pt x="1183" y="724"/>
                </a:lnTo>
                <a:lnTo>
                  <a:pt x="1184" y="724"/>
                </a:lnTo>
                <a:lnTo>
                  <a:pt x="1184" y="725"/>
                </a:lnTo>
                <a:lnTo>
                  <a:pt x="1184" y="724"/>
                </a:lnTo>
                <a:lnTo>
                  <a:pt x="1185" y="724"/>
                </a:lnTo>
                <a:lnTo>
                  <a:pt x="1185" y="725"/>
                </a:lnTo>
                <a:lnTo>
                  <a:pt x="1186" y="725"/>
                </a:lnTo>
                <a:lnTo>
                  <a:pt x="1187" y="725"/>
                </a:lnTo>
                <a:lnTo>
                  <a:pt x="1188" y="724"/>
                </a:lnTo>
                <a:lnTo>
                  <a:pt x="1188" y="725"/>
                </a:lnTo>
                <a:lnTo>
                  <a:pt x="1189" y="725"/>
                </a:lnTo>
                <a:lnTo>
                  <a:pt x="1189" y="724"/>
                </a:lnTo>
                <a:lnTo>
                  <a:pt x="1190" y="724"/>
                </a:lnTo>
                <a:lnTo>
                  <a:pt x="1190" y="725"/>
                </a:lnTo>
                <a:lnTo>
                  <a:pt x="1191" y="725"/>
                </a:lnTo>
                <a:lnTo>
                  <a:pt x="1192" y="726"/>
                </a:lnTo>
                <a:lnTo>
                  <a:pt x="1191" y="726"/>
                </a:lnTo>
                <a:lnTo>
                  <a:pt x="1191" y="727"/>
                </a:lnTo>
                <a:lnTo>
                  <a:pt x="1191" y="728"/>
                </a:lnTo>
                <a:lnTo>
                  <a:pt x="1192" y="728"/>
                </a:lnTo>
                <a:lnTo>
                  <a:pt x="1192" y="727"/>
                </a:lnTo>
                <a:lnTo>
                  <a:pt x="1192" y="726"/>
                </a:lnTo>
                <a:lnTo>
                  <a:pt x="1193" y="726"/>
                </a:lnTo>
                <a:lnTo>
                  <a:pt x="1193" y="725"/>
                </a:lnTo>
                <a:lnTo>
                  <a:pt x="1194" y="725"/>
                </a:lnTo>
                <a:lnTo>
                  <a:pt x="1195" y="724"/>
                </a:lnTo>
                <a:lnTo>
                  <a:pt x="1196" y="724"/>
                </a:lnTo>
                <a:lnTo>
                  <a:pt x="1197" y="724"/>
                </a:lnTo>
                <a:lnTo>
                  <a:pt x="1198" y="723"/>
                </a:lnTo>
                <a:lnTo>
                  <a:pt x="1199" y="723"/>
                </a:lnTo>
                <a:lnTo>
                  <a:pt x="1201" y="722"/>
                </a:lnTo>
                <a:lnTo>
                  <a:pt x="1201" y="723"/>
                </a:lnTo>
                <a:lnTo>
                  <a:pt x="1202" y="723"/>
                </a:lnTo>
                <a:lnTo>
                  <a:pt x="1202" y="722"/>
                </a:lnTo>
                <a:lnTo>
                  <a:pt x="1203" y="722"/>
                </a:lnTo>
                <a:lnTo>
                  <a:pt x="1202" y="723"/>
                </a:lnTo>
                <a:lnTo>
                  <a:pt x="1203" y="723"/>
                </a:lnTo>
                <a:lnTo>
                  <a:pt x="1203" y="724"/>
                </a:lnTo>
                <a:lnTo>
                  <a:pt x="1204" y="724"/>
                </a:lnTo>
                <a:lnTo>
                  <a:pt x="1204" y="723"/>
                </a:lnTo>
                <a:lnTo>
                  <a:pt x="1205" y="723"/>
                </a:lnTo>
                <a:lnTo>
                  <a:pt x="1206" y="724"/>
                </a:lnTo>
                <a:lnTo>
                  <a:pt x="1207" y="725"/>
                </a:lnTo>
                <a:lnTo>
                  <a:pt x="1207" y="724"/>
                </a:lnTo>
                <a:lnTo>
                  <a:pt x="1208" y="724"/>
                </a:lnTo>
                <a:lnTo>
                  <a:pt x="1209" y="724"/>
                </a:lnTo>
                <a:lnTo>
                  <a:pt x="1209" y="725"/>
                </a:lnTo>
                <a:lnTo>
                  <a:pt x="1208" y="725"/>
                </a:lnTo>
                <a:lnTo>
                  <a:pt x="1208" y="726"/>
                </a:lnTo>
                <a:lnTo>
                  <a:pt x="1207" y="727"/>
                </a:lnTo>
                <a:lnTo>
                  <a:pt x="1206" y="727"/>
                </a:lnTo>
                <a:lnTo>
                  <a:pt x="1206" y="726"/>
                </a:lnTo>
                <a:lnTo>
                  <a:pt x="1206" y="725"/>
                </a:lnTo>
                <a:lnTo>
                  <a:pt x="1205" y="724"/>
                </a:lnTo>
                <a:lnTo>
                  <a:pt x="1205" y="725"/>
                </a:lnTo>
                <a:lnTo>
                  <a:pt x="1204" y="726"/>
                </a:lnTo>
                <a:lnTo>
                  <a:pt x="1204" y="727"/>
                </a:lnTo>
                <a:lnTo>
                  <a:pt x="1203" y="727"/>
                </a:lnTo>
                <a:lnTo>
                  <a:pt x="1202" y="727"/>
                </a:lnTo>
                <a:lnTo>
                  <a:pt x="1203" y="729"/>
                </a:lnTo>
                <a:lnTo>
                  <a:pt x="1204" y="729"/>
                </a:lnTo>
                <a:lnTo>
                  <a:pt x="1204" y="730"/>
                </a:lnTo>
                <a:lnTo>
                  <a:pt x="1205" y="729"/>
                </a:lnTo>
                <a:lnTo>
                  <a:pt x="1205" y="730"/>
                </a:lnTo>
                <a:lnTo>
                  <a:pt x="1205" y="731"/>
                </a:lnTo>
                <a:lnTo>
                  <a:pt x="1205" y="732"/>
                </a:lnTo>
                <a:lnTo>
                  <a:pt x="1204" y="732"/>
                </a:lnTo>
                <a:lnTo>
                  <a:pt x="1204" y="733"/>
                </a:lnTo>
                <a:lnTo>
                  <a:pt x="1205" y="733"/>
                </a:lnTo>
                <a:lnTo>
                  <a:pt x="1206" y="733"/>
                </a:lnTo>
                <a:lnTo>
                  <a:pt x="1206" y="734"/>
                </a:lnTo>
                <a:lnTo>
                  <a:pt x="1206" y="733"/>
                </a:lnTo>
                <a:lnTo>
                  <a:pt x="1207" y="733"/>
                </a:lnTo>
                <a:lnTo>
                  <a:pt x="1207" y="734"/>
                </a:lnTo>
                <a:lnTo>
                  <a:pt x="1207" y="735"/>
                </a:lnTo>
                <a:lnTo>
                  <a:pt x="1208" y="735"/>
                </a:lnTo>
                <a:lnTo>
                  <a:pt x="1208" y="734"/>
                </a:lnTo>
                <a:lnTo>
                  <a:pt x="1209" y="734"/>
                </a:lnTo>
                <a:lnTo>
                  <a:pt x="1209" y="735"/>
                </a:lnTo>
                <a:lnTo>
                  <a:pt x="1209" y="736"/>
                </a:lnTo>
                <a:lnTo>
                  <a:pt x="1208" y="736"/>
                </a:lnTo>
                <a:lnTo>
                  <a:pt x="1207" y="736"/>
                </a:lnTo>
                <a:lnTo>
                  <a:pt x="1208" y="736"/>
                </a:lnTo>
                <a:lnTo>
                  <a:pt x="1209" y="737"/>
                </a:lnTo>
                <a:lnTo>
                  <a:pt x="1210" y="737"/>
                </a:lnTo>
                <a:lnTo>
                  <a:pt x="1211" y="737"/>
                </a:lnTo>
                <a:lnTo>
                  <a:pt x="1211" y="738"/>
                </a:lnTo>
                <a:lnTo>
                  <a:pt x="1211" y="739"/>
                </a:lnTo>
                <a:lnTo>
                  <a:pt x="1211" y="738"/>
                </a:lnTo>
                <a:lnTo>
                  <a:pt x="1210" y="739"/>
                </a:lnTo>
                <a:lnTo>
                  <a:pt x="1211" y="739"/>
                </a:lnTo>
                <a:lnTo>
                  <a:pt x="1212" y="740"/>
                </a:lnTo>
                <a:lnTo>
                  <a:pt x="1212" y="741"/>
                </a:lnTo>
                <a:lnTo>
                  <a:pt x="1213" y="741"/>
                </a:lnTo>
                <a:lnTo>
                  <a:pt x="1213" y="740"/>
                </a:lnTo>
                <a:lnTo>
                  <a:pt x="1214" y="740"/>
                </a:lnTo>
                <a:lnTo>
                  <a:pt x="1214" y="741"/>
                </a:lnTo>
                <a:lnTo>
                  <a:pt x="1215" y="741"/>
                </a:lnTo>
                <a:lnTo>
                  <a:pt x="1214" y="742"/>
                </a:lnTo>
                <a:lnTo>
                  <a:pt x="1214" y="743"/>
                </a:lnTo>
                <a:lnTo>
                  <a:pt x="1215" y="744"/>
                </a:lnTo>
                <a:lnTo>
                  <a:pt x="1215" y="743"/>
                </a:lnTo>
                <a:lnTo>
                  <a:pt x="1216" y="744"/>
                </a:lnTo>
                <a:lnTo>
                  <a:pt x="1216" y="745"/>
                </a:lnTo>
                <a:lnTo>
                  <a:pt x="1215" y="746"/>
                </a:lnTo>
                <a:lnTo>
                  <a:pt x="1216" y="747"/>
                </a:lnTo>
                <a:lnTo>
                  <a:pt x="1216" y="748"/>
                </a:lnTo>
                <a:lnTo>
                  <a:pt x="1216" y="749"/>
                </a:lnTo>
                <a:lnTo>
                  <a:pt x="1217" y="749"/>
                </a:lnTo>
                <a:lnTo>
                  <a:pt x="1217" y="748"/>
                </a:lnTo>
                <a:lnTo>
                  <a:pt x="1217" y="747"/>
                </a:lnTo>
                <a:lnTo>
                  <a:pt x="1217" y="746"/>
                </a:lnTo>
                <a:lnTo>
                  <a:pt x="1218" y="746"/>
                </a:lnTo>
                <a:lnTo>
                  <a:pt x="1218" y="745"/>
                </a:lnTo>
                <a:lnTo>
                  <a:pt x="1218" y="744"/>
                </a:lnTo>
                <a:lnTo>
                  <a:pt x="1219" y="743"/>
                </a:lnTo>
                <a:lnTo>
                  <a:pt x="1219" y="744"/>
                </a:lnTo>
                <a:lnTo>
                  <a:pt x="1220" y="744"/>
                </a:lnTo>
                <a:lnTo>
                  <a:pt x="1220" y="743"/>
                </a:lnTo>
                <a:lnTo>
                  <a:pt x="1222" y="743"/>
                </a:lnTo>
                <a:lnTo>
                  <a:pt x="1223" y="743"/>
                </a:lnTo>
                <a:lnTo>
                  <a:pt x="1223" y="744"/>
                </a:lnTo>
                <a:lnTo>
                  <a:pt x="1224" y="744"/>
                </a:lnTo>
                <a:lnTo>
                  <a:pt x="1225" y="744"/>
                </a:lnTo>
                <a:lnTo>
                  <a:pt x="1227" y="744"/>
                </a:lnTo>
                <a:lnTo>
                  <a:pt x="1228" y="744"/>
                </a:lnTo>
                <a:lnTo>
                  <a:pt x="1229" y="745"/>
                </a:lnTo>
                <a:lnTo>
                  <a:pt x="1230" y="745"/>
                </a:lnTo>
                <a:lnTo>
                  <a:pt x="1231" y="745"/>
                </a:lnTo>
                <a:lnTo>
                  <a:pt x="1232" y="745"/>
                </a:lnTo>
                <a:lnTo>
                  <a:pt x="1232" y="747"/>
                </a:lnTo>
                <a:lnTo>
                  <a:pt x="1231" y="747"/>
                </a:lnTo>
                <a:lnTo>
                  <a:pt x="1231" y="746"/>
                </a:lnTo>
                <a:lnTo>
                  <a:pt x="1231" y="747"/>
                </a:lnTo>
                <a:lnTo>
                  <a:pt x="1231" y="748"/>
                </a:lnTo>
                <a:lnTo>
                  <a:pt x="1232" y="748"/>
                </a:lnTo>
                <a:lnTo>
                  <a:pt x="1233" y="748"/>
                </a:lnTo>
                <a:lnTo>
                  <a:pt x="1234" y="748"/>
                </a:lnTo>
                <a:lnTo>
                  <a:pt x="1235" y="748"/>
                </a:lnTo>
                <a:lnTo>
                  <a:pt x="1236" y="748"/>
                </a:lnTo>
                <a:lnTo>
                  <a:pt x="1236" y="747"/>
                </a:lnTo>
                <a:lnTo>
                  <a:pt x="1237" y="747"/>
                </a:lnTo>
                <a:lnTo>
                  <a:pt x="1237" y="748"/>
                </a:lnTo>
                <a:lnTo>
                  <a:pt x="1236" y="748"/>
                </a:lnTo>
                <a:lnTo>
                  <a:pt x="1236" y="749"/>
                </a:lnTo>
                <a:lnTo>
                  <a:pt x="1237" y="749"/>
                </a:lnTo>
                <a:lnTo>
                  <a:pt x="1237" y="748"/>
                </a:lnTo>
                <a:lnTo>
                  <a:pt x="1238" y="748"/>
                </a:lnTo>
                <a:lnTo>
                  <a:pt x="1238" y="747"/>
                </a:lnTo>
                <a:lnTo>
                  <a:pt x="1237" y="747"/>
                </a:lnTo>
                <a:lnTo>
                  <a:pt x="1238" y="746"/>
                </a:lnTo>
                <a:lnTo>
                  <a:pt x="1239" y="746"/>
                </a:lnTo>
                <a:lnTo>
                  <a:pt x="1239" y="747"/>
                </a:lnTo>
                <a:lnTo>
                  <a:pt x="1239" y="748"/>
                </a:lnTo>
                <a:lnTo>
                  <a:pt x="1238" y="748"/>
                </a:lnTo>
                <a:lnTo>
                  <a:pt x="1238" y="749"/>
                </a:lnTo>
                <a:lnTo>
                  <a:pt x="1237" y="749"/>
                </a:lnTo>
                <a:lnTo>
                  <a:pt x="1236" y="749"/>
                </a:lnTo>
                <a:lnTo>
                  <a:pt x="1236" y="750"/>
                </a:lnTo>
                <a:lnTo>
                  <a:pt x="1237" y="750"/>
                </a:lnTo>
                <a:lnTo>
                  <a:pt x="1237" y="751"/>
                </a:lnTo>
                <a:lnTo>
                  <a:pt x="1237" y="752"/>
                </a:lnTo>
                <a:lnTo>
                  <a:pt x="1236" y="752"/>
                </a:lnTo>
                <a:lnTo>
                  <a:pt x="1237" y="753"/>
                </a:lnTo>
                <a:lnTo>
                  <a:pt x="1237" y="754"/>
                </a:lnTo>
                <a:lnTo>
                  <a:pt x="1238" y="754"/>
                </a:lnTo>
                <a:lnTo>
                  <a:pt x="1238" y="755"/>
                </a:lnTo>
                <a:lnTo>
                  <a:pt x="1238" y="756"/>
                </a:lnTo>
                <a:lnTo>
                  <a:pt x="1238" y="757"/>
                </a:lnTo>
                <a:lnTo>
                  <a:pt x="1238" y="758"/>
                </a:lnTo>
                <a:lnTo>
                  <a:pt x="1240" y="758"/>
                </a:lnTo>
                <a:lnTo>
                  <a:pt x="1239" y="758"/>
                </a:lnTo>
                <a:lnTo>
                  <a:pt x="1239" y="759"/>
                </a:lnTo>
                <a:lnTo>
                  <a:pt x="1240" y="759"/>
                </a:lnTo>
                <a:lnTo>
                  <a:pt x="1240" y="760"/>
                </a:lnTo>
                <a:lnTo>
                  <a:pt x="1240" y="761"/>
                </a:lnTo>
                <a:lnTo>
                  <a:pt x="1240" y="762"/>
                </a:lnTo>
                <a:lnTo>
                  <a:pt x="1241" y="762"/>
                </a:lnTo>
                <a:lnTo>
                  <a:pt x="1241" y="761"/>
                </a:lnTo>
                <a:lnTo>
                  <a:pt x="1240" y="761"/>
                </a:lnTo>
                <a:lnTo>
                  <a:pt x="1241" y="761"/>
                </a:lnTo>
                <a:lnTo>
                  <a:pt x="1241" y="760"/>
                </a:lnTo>
                <a:lnTo>
                  <a:pt x="1241" y="761"/>
                </a:lnTo>
                <a:lnTo>
                  <a:pt x="1241" y="760"/>
                </a:lnTo>
                <a:lnTo>
                  <a:pt x="1242" y="759"/>
                </a:lnTo>
                <a:lnTo>
                  <a:pt x="1242" y="758"/>
                </a:lnTo>
                <a:lnTo>
                  <a:pt x="1243" y="758"/>
                </a:lnTo>
                <a:lnTo>
                  <a:pt x="1243" y="757"/>
                </a:lnTo>
                <a:lnTo>
                  <a:pt x="1244" y="756"/>
                </a:lnTo>
                <a:lnTo>
                  <a:pt x="1245" y="756"/>
                </a:lnTo>
                <a:lnTo>
                  <a:pt x="1246" y="755"/>
                </a:lnTo>
                <a:lnTo>
                  <a:pt x="1246" y="754"/>
                </a:lnTo>
                <a:lnTo>
                  <a:pt x="1247" y="754"/>
                </a:lnTo>
                <a:lnTo>
                  <a:pt x="1246" y="755"/>
                </a:lnTo>
                <a:lnTo>
                  <a:pt x="1247" y="755"/>
                </a:lnTo>
                <a:lnTo>
                  <a:pt x="1247" y="756"/>
                </a:lnTo>
                <a:lnTo>
                  <a:pt x="1248" y="757"/>
                </a:lnTo>
                <a:lnTo>
                  <a:pt x="1249" y="757"/>
                </a:lnTo>
                <a:lnTo>
                  <a:pt x="1250" y="757"/>
                </a:lnTo>
                <a:lnTo>
                  <a:pt x="1250" y="756"/>
                </a:lnTo>
                <a:lnTo>
                  <a:pt x="1250" y="757"/>
                </a:lnTo>
                <a:lnTo>
                  <a:pt x="1251" y="757"/>
                </a:lnTo>
                <a:lnTo>
                  <a:pt x="1252" y="757"/>
                </a:lnTo>
                <a:lnTo>
                  <a:pt x="1252" y="758"/>
                </a:lnTo>
                <a:lnTo>
                  <a:pt x="1252" y="759"/>
                </a:lnTo>
                <a:lnTo>
                  <a:pt x="1252" y="760"/>
                </a:lnTo>
                <a:lnTo>
                  <a:pt x="1253" y="760"/>
                </a:lnTo>
                <a:lnTo>
                  <a:pt x="1253" y="761"/>
                </a:lnTo>
                <a:lnTo>
                  <a:pt x="1252" y="762"/>
                </a:lnTo>
                <a:lnTo>
                  <a:pt x="1252" y="763"/>
                </a:lnTo>
                <a:lnTo>
                  <a:pt x="1253" y="763"/>
                </a:lnTo>
                <a:lnTo>
                  <a:pt x="1253" y="764"/>
                </a:lnTo>
                <a:lnTo>
                  <a:pt x="1254" y="765"/>
                </a:lnTo>
                <a:lnTo>
                  <a:pt x="1255" y="765"/>
                </a:lnTo>
                <a:lnTo>
                  <a:pt x="1256" y="767"/>
                </a:lnTo>
                <a:lnTo>
                  <a:pt x="1256" y="768"/>
                </a:lnTo>
                <a:lnTo>
                  <a:pt x="1257" y="769"/>
                </a:lnTo>
                <a:lnTo>
                  <a:pt x="1258" y="769"/>
                </a:lnTo>
                <a:lnTo>
                  <a:pt x="1259" y="770"/>
                </a:lnTo>
                <a:lnTo>
                  <a:pt x="1259" y="771"/>
                </a:lnTo>
                <a:lnTo>
                  <a:pt x="1260" y="772"/>
                </a:lnTo>
                <a:lnTo>
                  <a:pt x="1260" y="773"/>
                </a:lnTo>
                <a:lnTo>
                  <a:pt x="1261" y="773"/>
                </a:lnTo>
                <a:lnTo>
                  <a:pt x="1262" y="774"/>
                </a:lnTo>
                <a:lnTo>
                  <a:pt x="1263" y="774"/>
                </a:lnTo>
                <a:lnTo>
                  <a:pt x="1264" y="774"/>
                </a:lnTo>
                <a:lnTo>
                  <a:pt x="1264" y="773"/>
                </a:lnTo>
                <a:lnTo>
                  <a:pt x="1264" y="772"/>
                </a:lnTo>
                <a:lnTo>
                  <a:pt x="1263" y="772"/>
                </a:lnTo>
                <a:lnTo>
                  <a:pt x="1263" y="771"/>
                </a:lnTo>
                <a:lnTo>
                  <a:pt x="1264" y="771"/>
                </a:lnTo>
                <a:lnTo>
                  <a:pt x="1265" y="771"/>
                </a:lnTo>
                <a:lnTo>
                  <a:pt x="1266" y="771"/>
                </a:lnTo>
                <a:lnTo>
                  <a:pt x="1267" y="771"/>
                </a:lnTo>
                <a:lnTo>
                  <a:pt x="1268" y="770"/>
                </a:lnTo>
                <a:lnTo>
                  <a:pt x="1269" y="769"/>
                </a:lnTo>
                <a:lnTo>
                  <a:pt x="1270" y="768"/>
                </a:lnTo>
                <a:lnTo>
                  <a:pt x="1271" y="768"/>
                </a:lnTo>
                <a:lnTo>
                  <a:pt x="1271" y="767"/>
                </a:lnTo>
                <a:lnTo>
                  <a:pt x="1272" y="767"/>
                </a:lnTo>
                <a:lnTo>
                  <a:pt x="1273" y="767"/>
                </a:lnTo>
                <a:lnTo>
                  <a:pt x="1274" y="765"/>
                </a:lnTo>
                <a:lnTo>
                  <a:pt x="1275" y="765"/>
                </a:lnTo>
                <a:lnTo>
                  <a:pt x="1274" y="764"/>
                </a:lnTo>
                <a:lnTo>
                  <a:pt x="1275" y="763"/>
                </a:lnTo>
                <a:lnTo>
                  <a:pt x="1276" y="763"/>
                </a:lnTo>
                <a:lnTo>
                  <a:pt x="1276" y="762"/>
                </a:lnTo>
                <a:lnTo>
                  <a:pt x="1275" y="761"/>
                </a:lnTo>
                <a:lnTo>
                  <a:pt x="1275" y="759"/>
                </a:lnTo>
                <a:lnTo>
                  <a:pt x="1275" y="758"/>
                </a:lnTo>
                <a:lnTo>
                  <a:pt x="1275" y="757"/>
                </a:lnTo>
                <a:lnTo>
                  <a:pt x="1276" y="756"/>
                </a:lnTo>
                <a:lnTo>
                  <a:pt x="1275" y="755"/>
                </a:lnTo>
                <a:lnTo>
                  <a:pt x="1275" y="754"/>
                </a:lnTo>
                <a:lnTo>
                  <a:pt x="1275" y="753"/>
                </a:lnTo>
                <a:lnTo>
                  <a:pt x="1274" y="753"/>
                </a:lnTo>
                <a:lnTo>
                  <a:pt x="1274" y="752"/>
                </a:lnTo>
                <a:lnTo>
                  <a:pt x="1274" y="750"/>
                </a:lnTo>
                <a:lnTo>
                  <a:pt x="1275" y="750"/>
                </a:lnTo>
                <a:lnTo>
                  <a:pt x="1275" y="749"/>
                </a:lnTo>
                <a:lnTo>
                  <a:pt x="1274" y="749"/>
                </a:lnTo>
                <a:lnTo>
                  <a:pt x="1273" y="750"/>
                </a:lnTo>
                <a:lnTo>
                  <a:pt x="1272" y="750"/>
                </a:lnTo>
                <a:lnTo>
                  <a:pt x="1272" y="749"/>
                </a:lnTo>
                <a:lnTo>
                  <a:pt x="1272" y="748"/>
                </a:lnTo>
                <a:lnTo>
                  <a:pt x="1272" y="747"/>
                </a:lnTo>
                <a:lnTo>
                  <a:pt x="1271" y="747"/>
                </a:lnTo>
                <a:lnTo>
                  <a:pt x="1271" y="746"/>
                </a:lnTo>
                <a:lnTo>
                  <a:pt x="1270" y="746"/>
                </a:lnTo>
                <a:lnTo>
                  <a:pt x="1270" y="745"/>
                </a:lnTo>
                <a:lnTo>
                  <a:pt x="1270" y="744"/>
                </a:lnTo>
                <a:lnTo>
                  <a:pt x="1271" y="744"/>
                </a:lnTo>
                <a:lnTo>
                  <a:pt x="1271" y="742"/>
                </a:lnTo>
                <a:lnTo>
                  <a:pt x="1271" y="741"/>
                </a:lnTo>
                <a:lnTo>
                  <a:pt x="1271" y="740"/>
                </a:lnTo>
                <a:lnTo>
                  <a:pt x="1272" y="740"/>
                </a:lnTo>
                <a:lnTo>
                  <a:pt x="1272" y="739"/>
                </a:lnTo>
                <a:lnTo>
                  <a:pt x="1273" y="740"/>
                </a:lnTo>
                <a:lnTo>
                  <a:pt x="1274" y="740"/>
                </a:lnTo>
                <a:lnTo>
                  <a:pt x="1274" y="739"/>
                </a:lnTo>
                <a:lnTo>
                  <a:pt x="1273" y="739"/>
                </a:lnTo>
                <a:lnTo>
                  <a:pt x="1273" y="738"/>
                </a:lnTo>
                <a:lnTo>
                  <a:pt x="1273" y="737"/>
                </a:lnTo>
                <a:lnTo>
                  <a:pt x="1272" y="737"/>
                </a:lnTo>
                <a:lnTo>
                  <a:pt x="1272" y="736"/>
                </a:lnTo>
                <a:lnTo>
                  <a:pt x="1272" y="735"/>
                </a:lnTo>
                <a:lnTo>
                  <a:pt x="1271" y="734"/>
                </a:lnTo>
                <a:lnTo>
                  <a:pt x="1271" y="733"/>
                </a:lnTo>
                <a:lnTo>
                  <a:pt x="1272" y="733"/>
                </a:lnTo>
                <a:lnTo>
                  <a:pt x="1271" y="733"/>
                </a:lnTo>
                <a:lnTo>
                  <a:pt x="1271" y="732"/>
                </a:lnTo>
                <a:lnTo>
                  <a:pt x="1270" y="731"/>
                </a:lnTo>
                <a:lnTo>
                  <a:pt x="1270" y="730"/>
                </a:lnTo>
                <a:lnTo>
                  <a:pt x="1269" y="728"/>
                </a:lnTo>
                <a:lnTo>
                  <a:pt x="1270" y="728"/>
                </a:lnTo>
                <a:lnTo>
                  <a:pt x="1271" y="728"/>
                </a:lnTo>
                <a:lnTo>
                  <a:pt x="1271" y="727"/>
                </a:lnTo>
                <a:lnTo>
                  <a:pt x="1272" y="726"/>
                </a:lnTo>
                <a:lnTo>
                  <a:pt x="1272" y="725"/>
                </a:lnTo>
                <a:lnTo>
                  <a:pt x="1274" y="725"/>
                </a:lnTo>
                <a:lnTo>
                  <a:pt x="1274" y="724"/>
                </a:lnTo>
                <a:lnTo>
                  <a:pt x="1275" y="724"/>
                </a:lnTo>
                <a:lnTo>
                  <a:pt x="1275" y="723"/>
                </a:lnTo>
                <a:lnTo>
                  <a:pt x="1276" y="723"/>
                </a:lnTo>
                <a:lnTo>
                  <a:pt x="1277" y="724"/>
                </a:lnTo>
                <a:lnTo>
                  <a:pt x="1277" y="725"/>
                </a:lnTo>
                <a:lnTo>
                  <a:pt x="1277" y="723"/>
                </a:lnTo>
                <a:lnTo>
                  <a:pt x="1278" y="723"/>
                </a:lnTo>
                <a:lnTo>
                  <a:pt x="1279" y="723"/>
                </a:lnTo>
                <a:lnTo>
                  <a:pt x="1281" y="723"/>
                </a:lnTo>
                <a:lnTo>
                  <a:pt x="1282" y="724"/>
                </a:lnTo>
                <a:lnTo>
                  <a:pt x="1283" y="724"/>
                </a:lnTo>
                <a:lnTo>
                  <a:pt x="1284" y="724"/>
                </a:lnTo>
                <a:lnTo>
                  <a:pt x="1285" y="724"/>
                </a:lnTo>
                <a:lnTo>
                  <a:pt x="1284" y="724"/>
                </a:lnTo>
                <a:lnTo>
                  <a:pt x="1284" y="723"/>
                </a:lnTo>
                <a:lnTo>
                  <a:pt x="1284" y="722"/>
                </a:lnTo>
                <a:lnTo>
                  <a:pt x="1285" y="722"/>
                </a:lnTo>
                <a:lnTo>
                  <a:pt x="1285" y="723"/>
                </a:lnTo>
                <a:lnTo>
                  <a:pt x="1286" y="723"/>
                </a:lnTo>
                <a:lnTo>
                  <a:pt x="1286" y="724"/>
                </a:lnTo>
                <a:lnTo>
                  <a:pt x="1287" y="725"/>
                </a:lnTo>
                <a:lnTo>
                  <a:pt x="1287" y="726"/>
                </a:lnTo>
                <a:lnTo>
                  <a:pt x="1288" y="726"/>
                </a:lnTo>
                <a:lnTo>
                  <a:pt x="1289" y="726"/>
                </a:lnTo>
                <a:lnTo>
                  <a:pt x="1290" y="726"/>
                </a:lnTo>
                <a:lnTo>
                  <a:pt x="1290" y="727"/>
                </a:lnTo>
                <a:lnTo>
                  <a:pt x="1291" y="727"/>
                </a:lnTo>
                <a:lnTo>
                  <a:pt x="1291" y="726"/>
                </a:lnTo>
                <a:lnTo>
                  <a:pt x="1291" y="725"/>
                </a:lnTo>
                <a:lnTo>
                  <a:pt x="1291" y="724"/>
                </a:lnTo>
                <a:lnTo>
                  <a:pt x="1292" y="724"/>
                </a:lnTo>
                <a:lnTo>
                  <a:pt x="1293" y="725"/>
                </a:lnTo>
                <a:lnTo>
                  <a:pt x="1293" y="726"/>
                </a:lnTo>
                <a:lnTo>
                  <a:pt x="1294" y="726"/>
                </a:lnTo>
                <a:lnTo>
                  <a:pt x="1295" y="727"/>
                </a:lnTo>
                <a:lnTo>
                  <a:pt x="1296" y="728"/>
                </a:lnTo>
                <a:lnTo>
                  <a:pt x="1297" y="728"/>
                </a:lnTo>
                <a:lnTo>
                  <a:pt x="1298" y="728"/>
                </a:lnTo>
                <a:lnTo>
                  <a:pt x="1298" y="727"/>
                </a:lnTo>
                <a:lnTo>
                  <a:pt x="1298" y="728"/>
                </a:lnTo>
                <a:lnTo>
                  <a:pt x="1297" y="728"/>
                </a:lnTo>
                <a:lnTo>
                  <a:pt x="1297" y="727"/>
                </a:lnTo>
                <a:lnTo>
                  <a:pt x="1298" y="726"/>
                </a:lnTo>
                <a:lnTo>
                  <a:pt x="1298" y="725"/>
                </a:lnTo>
                <a:lnTo>
                  <a:pt x="1299" y="724"/>
                </a:lnTo>
                <a:lnTo>
                  <a:pt x="1300" y="724"/>
                </a:lnTo>
                <a:lnTo>
                  <a:pt x="1300" y="725"/>
                </a:lnTo>
                <a:lnTo>
                  <a:pt x="1301" y="725"/>
                </a:lnTo>
                <a:lnTo>
                  <a:pt x="1302" y="725"/>
                </a:lnTo>
                <a:lnTo>
                  <a:pt x="1302" y="726"/>
                </a:lnTo>
                <a:lnTo>
                  <a:pt x="1303" y="726"/>
                </a:lnTo>
                <a:lnTo>
                  <a:pt x="1304" y="726"/>
                </a:lnTo>
                <a:lnTo>
                  <a:pt x="1304" y="725"/>
                </a:lnTo>
                <a:lnTo>
                  <a:pt x="1304" y="724"/>
                </a:lnTo>
                <a:lnTo>
                  <a:pt x="1304" y="723"/>
                </a:lnTo>
                <a:lnTo>
                  <a:pt x="1305" y="722"/>
                </a:lnTo>
                <a:lnTo>
                  <a:pt x="1307" y="723"/>
                </a:lnTo>
                <a:lnTo>
                  <a:pt x="1308" y="723"/>
                </a:lnTo>
                <a:lnTo>
                  <a:pt x="1308" y="724"/>
                </a:lnTo>
                <a:lnTo>
                  <a:pt x="1308" y="723"/>
                </a:lnTo>
                <a:lnTo>
                  <a:pt x="1309" y="723"/>
                </a:lnTo>
                <a:lnTo>
                  <a:pt x="1308" y="722"/>
                </a:lnTo>
                <a:lnTo>
                  <a:pt x="1308" y="721"/>
                </a:lnTo>
                <a:lnTo>
                  <a:pt x="1309" y="720"/>
                </a:lnTo>
                <a:lnTo>
                  <a:pt x="1309" y="719"/>
                </a:lnTo>
                <a:lnTo>
                  <a:pt x="1310" y="719"/>
                </a:lnTo>
                <a:lnTo>
                  <a:pt x="1310" y="720"/>
                </a:lnTo>
                <a:lnTo>
                  <a:pt x="1310" y="721"/>
                </a:lnTo>
                <a:lnTo>
                  <a:pt x="1311" y="721"/>
                </a:lnTo>
                <a:lnTo>
                  <a:pt x="1311" y="720"/>
                </a:lnTo>
                <a:lnTo>
                  <a:pt x="1312" y="719"/>
                </a:lnTo>
                <a:lnTo>
                  <a:pt x="1312" y="720"/>
                </a:lnTo>
                <a:lnTo>
                  <a:pt x="1313" y="720"/>
                </a:lnTo>
                <a:lnTo>
                  <a:pt x="1313" y="719"/>
                </a:lnTo>
                <a:lnTo>
                  <a:pt x="1313" y="718"/>
                </a:lnTo>
                <a:lnTo>
                  <a:pt x="1313" y="717"/>
                </a:lnTo>
                <a:lnTo>
                  <a:pt x="1312" y="717"/>
                </a:lnTo>
                <a:lnTo>
                  <a:pt x="1311" y="717"/>
                </a:lnTo>
                <a:lnTo>
                  <a:pt x="1311" y="716"/>
                </a:lnTo>
                <a:lnTo>
                  <a:pt x="1313" y="716"/>
                </a:lnTo>
                <a:lnTo>
                  <a:pt x="1313" y="717"/>
                </a:lnTo>
                <a:lnTo>
                  <a:pt x="1314" y="716"/>
                </a:lnTo>
                <a:lnTo>
                  <a:pt x="1313" y="715"/>
                </a:lnTo>
                <a:lnTo>
                  <a:pt x="1313" y="714"/>
                </a:lnTo>
                <a:lnTo>
                  <a:pt x="1312" y="714"/>
                </a:lnTo>
                <a:lnTo>
                  <a:pt x="1311" y="714"/>
                </a:lnTo>
                <a:lnTo>
                  <a:pt x="1311" y="713"/>
                </a:lnTo>
                <a:lnTo>
                  <a:pt x="1310" y="713"/>
                </a:lnTo>
                <a:lnTo>
                  <a:pt x="1310" y="712"/>
                </a:lnTo>
                <a:lnTo>
                  <a:pt x="1309" y="712"/>
                </a:lnTo>
                <a:lnTo>
                  <a:pt x="1309" y="711"/>
                </a:lnTo>
                <a:lnTo>
                  <a:pt x="1309" y="710"/>
                </a:lnTo>
                <a:lnTo>
                  <a:pt x="1309" y="709"/>
                </a:lnTo>
                <a:lnTo>
                  <a:pt x="1309" y="710"/>
                </a:lnTo>
                <a:lnTo>
                  <a:pt x="1310" y="710"/>
                </a:lnTo>
                <a:lnTo>
                  <a:pt x="1310" y="709"/>
                </a:lnTo>
                <a:lnTo>
                  <a:pt x="1309" y="709"/>
                </a:lnTo>
                <a:lnTo>
                  <a:pt x="1309" y="708"/>
                </a:lnTo>
                <a:lnTo>
                  <a:pt x="1309" y="709"/>
                </a:lnTo>
                <a:lnTo>
                  <a:pt x="1308" y="709"/>
                </a:lnTo>
                <a:lnTo>
                  <a:pt x="1307" y="709"/>
                </a:lnTo>
                <a:lnTo>
                  <a:pt x="1307" y="708"/>
                </a:lnTo>
                <a:lnTo>
                  <a:pt x="1308" y="707"/>
                </a:lnTo>
                <a:lnTo>
                  <a:pt x="1309" y="706"/>
                </a:lnTo>
                <a:lnTo>
                  <a:pt x="1310" y="705"/>
                </a:lnTo>
                <a:lnTo>
                  <a:pt x="1311" y="705"/>
                </a:lnTo>
                <a:lnTo>
                  <a:pt x="1312" y="706"/>
                </a:lnTo>
                <a:lnTo>
                  <a:pt x="1312" y="705"/>
                </a:lnTo>
                <a:lnTo>
                  <a:pt x="1312" y="704"/>
                </a:lnTo>
                <a:lnTo>
                  <a:pt x="1313" y="703"/>
                </a:lnTo>
                <a:lnTo>
                  <a:pt x="1313" y="704"/>
                </a:lnTo>
                <a:lnTo>
                  <a:pt x="1314" y="704"/>
                </a:lnTo>
                <a:lnTo>
                  <a:pt x="1316" y="704"/>
                </a:lnTo>
                <a:lnTo>
                  <a:pt x="1316" y="703"/>
                </a:lnTo>
                <a:lnTo>
                  <a:pt x="1317" y="703"/>
                </a:lnTo>
                <a:lnTo>
                  <a:pt x="1317" y="702"/>
                </a:lnTo>
                <a:lnTo>
                  <a:pt x="1316" y="702"/>
                </a:lnTo>
                <a:lnTo>
                  <a:pt x="1314" y="701"/>
                </a:lnTo>
                <a:lnTo>
                  <a:pt x="1313" y="702"/>
                </a:lnTo>
                <a:lnTo>
                  <a:pt x="1313" y="703"/>
                </a:lnTo>
                <a:lnTo>
                  <a:pt x="1312" y="703"/>
                </a:lnTo>
                <a:lnTo>
                  <a:pt x="1312" y="702"/>
                </a:lnTo>
                <a:lnTo>
                  <a:pt x="1311" y="701"/>
                </a:lnTo>
                <a:lnTo>
                  <a:pt x="1311" y="700"/>
                </a:lnTo>
                <a:lnTo>
                  <a:pt x="1310" y="700"/>
                </a:lnTo>
                <a:lnTo>
                  <a:pt x="1310" y="699"/>
                </a:lnTo>
                <a:lnTo>
                  <a:pt x="1311" y="699"/>
                </a:lnTo>
                <a:lnTo>
                  <a:pt x="1311" y="700"/>
                </a:lnTo>
                <a:lnTo>
                  <a:pt x="1312" y="700"/>
                </a:lnTo>
                <a:lnTo>
                  <a:pt x="1313" y="700"/>
                </a:lnTo>
                <a:lnTo>
                  <a:pt x="1313" y="701"/>
                </a:lnTo>
                <a:lnTo>
                  <a:pt x="1312" y="701"/>
                </a:lnTo>
                <a:lnTo>
                  <a:pt x="1312" y="702"/>
                </a:lnTo>
                <a:lnTo>
                  <a:pt x="1313" y="703"/>
                </a:lnTo>
                <a:lnTo>
                  <a:pt x="1313" y="702"/>
                </a:lnTo>
                <a:lnTo>
                  <a:pt x="1313" y="701"/>
                </a:lnTo>
                <a:lnTo>
                  <a:pt x="1313" y="700"/>
                </a:lnTo>
                <a:lnTo>
                  <a:pt x="1314" y="699"/>
                </a:lnTo>
                <a:lnTo>
                  <a:pt x="1316" y="698"/>
                </a:lnTo>
                <a:lnTo>
                  <a:pt x="1317" y="698"/>
                </a:lnTo>
                <a:lnTo>
                  <a:pt x="1317" y="697"/>
                </a:lnTo>
                <a:lnTo>
                  <a:pt x="1317" y="696"/>
                </a:lnTo>
                <a:lnTo>
                  <a:pt x="1316" y="696"/>
                </a:lnTo>
                <a:lnTo>
                  <a:pt x="1314" y="696"/>
                </a:lnTo>
                <a:lnTo>
                  <a:pt x="1314" y="695"/>
                </a:lnTo>
                <a:lnTo>
                  <a:pt x="1314" y="694"/>
                </a:lnTo>
                <a:lnTo>
                  <a:pt x="1316" y="693"/>
                </a:lnTo>
                <a:lnTo>
                  <a:pt x="1316" y="692"/>
                </a:lnTo>
                <a:lnTo>
                  <a:pt x="1316" y="691"/>
                </a:lnTo>
                <a:lnTo>
                  <a:pt x="1316" y="690"/>
                </a:lnTo>
                <a:lnTo>
                  <a:pt x="1317" y="690"/>
                </a:lnTo>
                <a:lnTo>
                  <a:pt x="1318" y="689"/>
                </a:lnTo>
                <a:lnTo>
                  <a:pt x="1318" y="687"/>
                </a:lnTo>
                <a:lnTo>
                  <a:pt x="1317" y="686"/>
                </a:lnTo>
                <a:lnTo>
                  <a:pt x="1316" y="686"/>
                </a:lnTo>
                <a:lnTo>
                  <a:pt x="1316" y="685"/>
                </a:lnTo>
                <a:lnTo>
                  <a:pt x="1317" y="684"/>
                </a:lnTo>
                <a:lnTo>
                  <a:pt x="1316" y="683"/>
                </a:lnTo>
                <a:lnTo>
                  <a:pt x="1316" y="684"/>
                </a:lnTo>
                <a:lnTo>
                  <a:pt x="1314" y="685"/>
                </a:lnTo>
                <a:lnTo>
                  <a:pt x="1314" y="684"/>
                </a:lnTo>
                <a:lnTo>
                  <a:pt x="1314" y="683"/>
                </a:lnTo>
                <a:lnTo>
                  <a:pt x="1314" y="682"/>
                </a:lnTo>
                <a:lnTo>
                  <a:pt x="1314" y="683"/>
                </a:lnTo>
                <a:lnTo>
                  <a:pt x="1313" y="683"/>
                </a:lnTo>
                <a:lnTo>
                  <a:pt x="1312" y="683"/>
                </a:lnTo>
                <a:lnTo>
                  <a:pt x="1312" y="682"/>
                </a:lnTo>
                <a:lnTo>
                  <a:pt x="1312" y="681"/>
                </a:lnTo>
                <a:lnTo>
                  <a:pt x="1311" y="679"/>
                </a:lnTo>
                <a:lnTo>
                  <a:pt x="1310" y="679"/>
                </a:lnTo>
                <a:lnTo>
                  <a:pt x="1310" y="678"/>
                </a:lnTo>
                <a:lnTo>
                  <a:pt x="1309" y="678"/>
                </a:lnTo>
                <a:lnTo>
                  <a:pt x="1308" y="677"/>
                </a:lnTo>
                <a:lnTo>
                  <a:pt x="1308" y="675"/>
                </a:lnTo>
                <a:lnTo>
                  <a:pt x="1307" y="675"/>
                </a:lnTo>
                <a:lnTo>
                  <a:pt x="1307" y="676"/>
                </a:lnTo>
                <a:lnTo>
                  <a:pt x="1306" y="676"/>
                </a:lnTo>
                <a:lnTo>
                  <a:pt x="1306" y="675"/>
                </a:lnTo>
                <a:lnTo>
                  <a:pt x="1306" y="674"/>
                </a:lnTo>
                <a:lnTo>
                  <a:pt x="1306" y="673"/>
                </a:lnTo>
                <a:lnTo>
                  <a:pt x="1305" y="673"/>
                </a:lnTo>
                <a:lnTo>
                  <a:pt x="1305" y="675"/>
                </a:lnTo>
                <a:lnTo>
                  <a:pt x="1305" y="674"/>
                </a:lnTo>
                <a:lnTo>
                  <a:pt x="1304" y="674"/>
                </a:lnTo>
                <a:lnTo>
                  <a:pt x="1303" y="674"/>
                </a:lnTo>
                <a:lnTo>
                  <a:pt x="1303" y="675"/>
                </a:lnTo>
                <a:lnTo>
                  <a:pt x="1302" y="674"/>
                </a:lnTo>
                <a:lnTo>
                  <a:pt x="1301" y="673"/>
                </a:lnTo>
                <a:lnTo>
                  <a:pt x="1300" y="674"/>
                </a:lnTo>
                <a:lnTo>
                  <a:pt x="1300" y="675"/>
                </a:lnTo>
                <a:lnTo>
                  <a:pt x="1299" y="675"/>
                </a:lnTo>
                <a:lnTo>
                  <a:pt x="1299" y="674"/>
                </a:lnTo>
                <a:lnTo>
                  <a:pt x="1298" y="674"/>
                </a:lnTo>
                <a:lnTo>
                  <a:pt x="1298" y="673"/>
                </a:lnTo>
                <a:lnTo>
                  <a:pt x="1297" y="673"/>
                </a:lnTo>
                <a:lnTo>
                  <a:pt x="1297" y="672"/>
                </a:lnTo>
                <a:lnTo>
                  <a:pt x="1296" y="673"/>
                </a:lnTo>
                <a:lnTo>
                  <a:pt x="1295" y="673"/>
                </a:lnTo>
                <a:lnTo>
                  <a:pt x="1294" y="672"/>
                </a:lnTo>
                <a:lnTo>
                  <a:pt x="1293" y="672"/>
                </a:lnTo>
                <a:lnTo>
                  <a:pt x="1293" y="671"/>
                </a:lnTo>
                <a:lnTo>
                  <a:pt x="1292" y="669"/>
                </a:lnTo>
                <a:lnTo>
                  <a:pt x="1292" y="668"/>
                </a:lnTo>
                <a:lnTo>
                  <a:pt x="1291" y="669"/>
                </a:lnTo>
                <a:lnTo>
                  <a:pt x="1290" y="669"/>
                </a:lnTo>
                <a:lnTo>
                  <a:pt x="1289" y="670"/>
                </a:lnTo>
                <a:lnTo>
                  <a:pt x="1289" y="668"/>
                </a:lnTo>
                <a:lnTo>
                  <a:pt x="1288" y="668"/>
                </a:lnTo>
                <a:lnTo>
                  <a:pt x="1289" y="668"/>
                </a:lnTo>
                <a:lnTo>
                  <a:pt x="1288" y="667"/>
                </a:lnTo>
                <a:lnTo>
                  <a:pt x="1288" y="668"/>
                </a:lnTo>
                <a:lnTo>
                  <a:pt x="1288" y="669"/>
                </a:lnTo>
                <a:lnTo>
                  <a:pt x="1285" y="669"/>
                </a:lnTo>
                <a:lnTo>
                  <a:pt x="1285" y="668"/>
                </a:lnTo>
                <a:lnTo>
                  <a:pt x="1285" y="667"/>
                </a:lnTo>
                <a:lnTo>
                  <a:pt x="1285" y="666"/>
                </a:lnTo>
                <a:lnTo>
                  <a:pt x="1284" y="666"/>
                </a:lnTo>
                <a:lnTo>
                  <a:pt x="1284" y="667"/>
                </a:lnTo>
                <a:lnTo>
                  <a:pt x="1284" y="668"/>
                </a:lnTo>
                <a:lnTo>
                  <a:pt x="1284" y="669"/>
                </a:lnTo>
                <a:lnTo>
                  <a:pt x="1283" y="668"/>
                </a:lnTo>
                <a:lnTo>
                  <a:pt x="1283" y="667"/>
                </a:lnTo>
                <a:lnTo>
                  <a:pt x="1282" y="667"/>
                </a:lnTo>
                <a:lnTo>
                  <a:pt x="1281" y="667"/>
                </a:lnTo>
                <a:lnTo>
                  <a:pt x="1281" y="668"/>
                </a:lnTo>
                <a:lnTo>
                  <a:pt x="1281" y="669"/>
                </a:lnTo>
                <a:lnTo>
                  <a:pt x="1281" y="670"/>
                </a:lnTo>
                <a:lnTo>
                  <a:pt x="1280" y="670"/>
                </a:lnTo>
                <a:lnTo>
                  <a:pt x="1279" y="671"/>
                </a:lnTo>
                <a:lnTo>
                  <a:pt x="1279" y="670"/>
                </a:lnTo>
                <a:lnTo>
                  <a:pt x="1278" y="670"/>
                </a:lnTo>
                <a:lnTo>
                  <a:pt x="1277" y="669"/>
                </a:lnTo>
                <a:lnTo>
                  <a:pt x="1276" y="669"/>
                </a:lnTo>
                <a:lnTo>
                  <a:pt x="1275" y="669"/>
                </a:lnTo>
                <a:lnTo>
                  <a:pt x="1274" y="667"/>
                </a:lnTo>
                <a:lnTo>
                  <a:pt x="1274" y="666"/>
                </a:lnTo>
                <a:lnTo>
                  <a:pt x="1273" y="666"/>
                </a:lnTo>
                <a:lnTo>
                  <a:pt x="1273" y="665"/>
                </a:lnTo>
                <a:lnTo>
                  <a:pt x="1273" y="664"/>
                </a:lnTo>
                <a:lnTo>
                  <a:pt x="1274" y="664"/>
                </a:lnTo>
                <a:lnTo>
                  <a:pt x="1274" y="665"/>
                </a:lnTo>
                <a:lnTo>
                  <a:pt x="1275" y="665"/>
                </a:lnTo>
                <a:lnTo>
                  <a:pt x="1276" y="664"/>
                </a:lnTo>
                <a:lnTo>
                  <a:pt x="1275" y="664"/>
                </a:lnTo>
                <a:lnTo>
                  <a:pt x="1276" y="663"/>
                </a:lnTo>
                <a:lnTo>
                  <a:pt x="1276" y="661"/>
                </a:lnTo>
                <a:lnTo>
                  <a:pt x="1276" y="659"/>
                </a:lnTo>
                <a:lnTo>
                  <a:pt x="1277" y="659"/>
                </a:lnTo>
                <a:lnTo>
                  <a:pt x="1278" y="659"/>
                </a:lnTo>
                <a:lnTo>
                  <a:pt x="1278" y="658"/>
                </a:lnTo>
                <a:lnTo>
                  <a:pt x="1278" y="657"/>
                </a:lnTo>
                <a:lnTo>
                  <a:pt x="1278" y="656"/>
                </a:lnTo>
                <a:lnTo>
                  <a:pt x="1277" y="656"/>
                </a:lnTo>
                <a:lnTo>
                  <a:pt x="1276" y="655"/>
                </a:lnTo>
                <a:lnTo>
                  <a:pt x="1275" y="655"/>
                </a:lnTo>
                <a:lnTo>
                  <a:pt x="1275" y="656"/>
                </a:lnTo>
                <a:lnTo>
                  <a:pt x="1274" y="655"/>
                </a:lnTo>
                <a:lnTo>
                  <a:pt x="1275" y="655"/>
                </a:lnTo>
                <a:lnTo>
                  <a:pt x="1275" y="654"/>
                </a:lnTo>
                <a:lnTo>
                  <a:pt x="1275" y="653"/>
                </a:lnTo>
                <a:lnTo>
                  <a:pt x="1275" y="654"/>
                </a:lnTo>
                <a:lnTo>
                  <a:pt x="1276" y="654"/>
                </a:lnTo>
                <a:lnTo>
                  <a:pt x="1276" y="653"/>
                </a:lnTo>
                <a:lnTo>
                  <a:pt x="1276" y="652"/>
                </a:lnTo>
                <a:lnTo>
                  <a:pt x="1275" y="652"/>
                </a:lnTo>
                <a:lnTo>
                  <a:pt x="1276" y="651"/>
                </a:lnTo>
                <a:lnTo>
                  <a:pt x="1277" y="650"/>
                </a:lnTo>
                <a:lnTo>
                  <a:pt x="1278" y="649"/>
                </a:lnTo>
                <a:lnTo>
                  <a:pt x="1277" y="648"/>
                </a:lnTo>
                <a:lnTo>
                  <a:pt x="1276" y="647"/>
                </a:lnTo>
                <a:lnTo>
                  <a:pt x="1275" y="647"/>
                </a:lnTo>
                <a:lnTo>
                  <a:pt x="1275" y="646"/>
                </a:lnTo>
                <a:lnTo>
                  <a:pt x="1275" y="647"/>
                </a:lnTo>
                <a:lnTo>
                  <a:pt x="1274" y="647"/>
                </a:lnTo>
                <a:lnTo>
                  <a:pt x="1273" y="647"/>
                </a:lnTo>
                <a:lnTo>
                  <a:pt x="1273" y="646"/>
                </a:lnTo>
                <a:lnTo>
                  <a:pt x="1272" y="645"/>
                </a:lnTo>
                <a:lnTo>
                  <a:pt x="1271" y="646"/>
                </a:lnTo>
                <a:lnTo>
                  <a:pt x="1270" y="644"/>
                </a:lnTo>
                <a:lnTo>
                  <a:pt x="1269" y="643"/>
                </a:lnTo>
                <a:lnTo>
                  <a:pt x="1269" y="644"/>
                </a:lnTo>
                <a:lnTo>
                  <a:pt x="1268" y="644"/>
                </a:lnTo>
                <a:lnTo>
                  <a:pt x="1267" y="643"/>
                </a:lnTo>
                <a:lnTo>
                  <a:pt x="1268" y="643"/>
                </a:lnTo>
                <a:lnTo>
                  <a:pt x="1268" y="642"/>
                </a:lnTo>
                <a:lnTo>
                  <a:pt x="1266" y="641"/>
                </a:lnTo>
                <a:lnTo>
                  <a:pt x="1266" y="640"/>
                </a:lnTo>
                <a:lnTo>
                  <a:pt x="1265" y="641"/>
                </a:lnTo>
                <a:lnTo>
                  <a:pt x="1264" y="641"/>
                </a:lnTo>
                <a:lnTo>
                  <a:pt x="1264" y="640"/>
                </a:lnTo>
                <a:lnTo>
                  <a:pt x="1263" y="639"/>
                </a:lnTo>
                <a:lnTo>
                  <a:pt x="1263" y="638"/>
                </a:lnTo>
                <a:lnTo>
                  <a:pt x="1263" y="637"/>
                </a:lnTo>
                <a:lnTo>
                  <a:pt x="1263" y="638"/>
                </a:lnTo>
                <a:lnTo>
                  <a:pt x="1264" y="638"/>
                </a:lnTo>
                <a:lnTo>
                  <a:pt x="1265" y="639"/>
                </a:lnTo>
                <a:lnTo>
                  <a:pt x="1266" y="640"/>
                </a:lnTo>
                <a:lnTo>
                  <a:pt x="1266" y="639"/>
                </a:lnTo>
                <a:lnTo>
                  <a:pt x="1266" y="638"/>
                </a:lnTo>
                <a:lnTo>
                  <a:pt x="1266" y="637"/>
                </a:lnTo>
                <a:lnTo>
                  <a:pt x="1267" y="638"/>
                </a:lnTo>
                <a:lnTo>
                  <a:pt x="1268" y="639"/>
                </a:lnTo>
                <a:lnTo>
                  <a:pt x="1269" y="639"/>
                </a:lnTo>
                <a:lnTo>
                  <a:pt x="1271" y="639"/>
                </a:lnTo>
                <a:lnTo>
                  <a:pt x="1272" y="639"/>
                </a:lnTo>
                <a:lnTo>
                  <a:pt x="1272" y="638"/>
                </a:lnTo>
                <a:lnTo>
                  <a:pt x="1271" y="638"/>
                </a:lnTo>
                <a:lnTo>
                  <a:pt x="1272" y="637"/>
                </a:lnTo>
                <a:lnTo>
                  <a:pt x="1272" y="636"/>
                </a:lnTo>
                <a:lnTo>
                  <a:pt x="1271" y="636"/>
                </a:lnTo>
                <a:lnTo>
                  <a:pt x="1270" y="636"/>
                </a:lnTo>
                <a:lnTo>
                  <a:pt x="1270" y="635"/>
                </a:lnTo>
                <a:lnTo>
                  <a:pt x="1270" y="634"/>
                </a:lnTo>
                <a:lnTo>
                  <a:pt x="1271" y="634"/>
                </a:lnTo>
                <a:lnTo>
                  <a:pt x="1270" y="633"/>
                </a:lnTo>
                <a:lnTo>
                  <a:pt x="1271" y="633"/>
                </a:lnTo>
                <a:lnTo>
                  <a:pt x="1272" y="633"/>
                </a:lnTo>
                <a:lnTo>
                  <a:pt x="1273" y="633"/>
                </a:lnTo>
                <a:lnTo>
                  <a:pt x="1274" y="632"/>
                </a:lnTo>
                <a:lnTo>
                  <a:pt x="1275" y="632"/>
                </a:lnTo>
                <a:lnTo>
                  <a:pt x="1275" y="631"/>
                </a:lnTo>
                <a:lnTo>
                  <a:pt x="1275" y="628"/>
                </a:lnTo>
                <a:lnTo>
                  <a:pt x="1275" y="627"/>
                </a:lnTo>
                <a:lnTo>
                  <a:pt x="1275" y="626"/>
                </a:lnTo>
                <a:lnTo>
                  <a:pt x="1276" y="626"/>
                </a:lnTo>
                <a:lnTo>
                  <a:pt x="1277" y="626"/>
                </a:lnTo>
                <a:lnTo>
                  <a:pt x="1278" y="626"/>
                </a:lnTo>
                <a:lnTo>
                  <a:pt x="1278" y="624"/>
                </a:lnTo>
                <a:lnTo>
                  <a:pt x="1277" y="624"/>
                </a:lnTo>
                <a:lnTo>
                  <a:pt x="1277" y="623"/>
                </a:lnTo>
                <a:lnTo>
                  <a:pt x="1278" y="622"/>
                </a:lnTo>
                <a:lnTo>
                  <a:pt x="1279" y="622"/>
                </a:lnTo>
                <a:lnTo>
                  <a:pt x="1280" y="622"/>
                </a:lnTo>
                <a:lnTo>
                  <a:pt x="1280" y="621"/>
                </a:lnTo>
                <a:lnTo>
                  <a:pt x="1281" y="621"/>
                </a:lnTo>
                <a:lnTo>
                  <a:pt x="1281" y="622"/>
                </a:lnTo>
                <a:lnTo>
                  <a:pt x="1282" y="622"/>
                </a:lnTo>
                <a:lnTo>
                  <a:pt x="1282" y="621"/>
                </a:lnTo>
                <a:lnTo>
                  <a:pt x="1282" y="620"/>
                </a:lnTo>
                <a:lnTo>
                  <a:pt x="1284" y="620"/>
                </a:lnTo>
                <a:lnTo>
                  <a:pt x="1284" y="621"/>
                </a:lnTo>
                <a:lnTo>
                  <a:pt x="1285" y="622"/>
                </a:lnTo>
                <a:lnTo>
                  <a:pt x="1286" y="621"/>
                </a:lnTo>
                <a:lnTo>
                  <a:pt x="1287" y="623"/>
                </a:lnTo>
                <a:lnTo>
                  <a:pt x="1289" y="623"/>
                </a:lnTo>
                <a:lnTo>
                  <a:pt x="1289" y="622"/>
                </a:lnTo>
                <a:lnTo>
                  <a:pt x="1288" y="622"/>
                </a:lnTo>
                <a:lnTo>
                  <a:pt x="1287" y="621"/>
                </a:lnTo>
                <a:lnTo>
                  <a:pt x="1287" y="620"/>
                </a:lnTo>
                <a:lnTo>
                  <a:pt x="1287" y="619"/>
                </a:lnTo>
                <a:lnTo>
                  <a:pt x="1288" y="619"/>
                </a:lnTo>
                <a:lnTo>
                  <a:pt x="1288" y="618"/>
                </a:lnTo>
                <a:lnTo>
                  <a:pt x="1288" y="617"/>
                </a:lnTo>
                <a:lnTo>
                  <a:pt x="1288" y="616"/>
                </a:lnTo>
                <a:lnTo>
                  <a:pt x="1288" y="615"/>
                </a:lnTo>
                <a:lnTo>
                  <a:pt x="1288" y="614"/>
                </a:lnTo>
                <a:lnTo>
                  <a:pt x="1289" y="614"/>
                </a:lnTo>
                <a:lnTo>
                  <a:pt x="1290" y="614"/>
                </a:lnTo>
                <a:lnTo>
                  <a:pt x="1290" y="613"/>
                </a:lnTo>
                <a:lnTo>
                  <a:pt x="1289" y="612"/>
                </a:lnTo>
                <a:lnTo>
                  <a:pt x="1288" y="611"/>
                </a:lnTo>
                <a:lnTo>
                  <a:pt x="1288" y="610"/>
                </a:lnTo>
                <a:lnTo>
                  <a:pt x="1288" y="609"/>
                </a:lnTo>
                <a:lnTo>
                  <a:pt x="1287" y="608"/>
                </a:lnTo>
                <a:lnTo>
                  <a:pt x="1288" y="608"/>
                </a:lnTo>
                <a:lnTo>
                  <a:pt x="1288" y="606"/>
                </a:lnTo>
                <a:lnTo>
                  <a:pt x="1287" y="605"/>
                </a:lnTo>
                <a:lnTo>
                  <a:pt x="1286" y="605"/>
                </a:lnTo>
                <a:lnTo>
                  <a:pt x="1286" y="606"/>
                </a:lnTo>
                <a:lnTo>
                  <a:pt x="1285" y="606"/>
                </a:lnTo>
                <a:lnTo>
                  <a:pt x="1285" y="605"/>
                </a:lnTo>
                <a:lnTo>
                  <a:pt x="1284" y="605"/>
                </a:lnTo>
                <a:lnTo>
                  <a:pt x="1285" y="604"/>
                </a:lnTo>
                <a:lnTo>
                  <a:pt x="1285" y="603"/>
                </a:lnTo>
                <a:lnTo>
                  <a:pt x="1283" y="601"/>
                </a:lnTo>
                <a:lnTo>
                  <a:pt x="1282" y="601"/>
                </a:lnTo>
                <a:lnTo>
                  <a:pt x="1281" y="601"/>
                </a:lnTo>
                <a:lnTo>
                  <a:pt x="1280" y="601"/>
                </a:lnTo>
                <a:lnTo>
                  <a:pt x="1280" y="600"/>
                </a:lnTo>
                <a:lnTo>
                  <a:pt x="1280" y="599"/>
                </a:lnTo>
                <a:lnTo>
                  <a:pt x="1280" y="598"/>
                </a:lnTo>
                <a:lnTo>
                  <a:pt x="1279" y="598"/>
                </a:lnTo>
                <a:lnTo>
                  <a:pt x="1279" y="597"/>
                </a:lnTo>
                <a:lnTo>
                  <a:pt x="1279" y="596"/>
                </a:lnTo>
                <a:lnTo>
                  <a:pt x="1280" y="596"/>
                </a:lnTo>
                <a:lnTo>
                  <a:pt x="1280" y="597"/>
                </a:lnTo>
                <a:lnTo>
                  <a:pt x="1281" y="598"/>
                </a:lnTo>
                <a:lnTo>
                  <a:pt x="1282" y="599"/>
                </a:lnTo>
                <a:lnTo>
                  <a:pt x="1282" y="600"/>
                </a:lnTo>
                <a:lnTo>
                  <a:pt x="1282" y="601"/>
                </a:lnTo>
                <a:lnTo>
                  <a:pt x="1283" y="601"/>
                </a:lnTo>
                <a:lnTo>
                  <a:pt x="1284" y="600"/>
                </a:lnTo>
                <a:lnTo>
                  <a:pt x="1284" y="599"/>
                </a:lnTo>
                <a:lnTo>
                  <a:pt x="1283" y="599"/>
                </a:lnTo>
                <a:lnTo>
                  <a:pt x="1283" y="598"/>
                </a:lnTo>
                <a:lnTo>
                  <a:pt x="1284" y="598"/>
                </a:lnTo>
                <a:lnTo>
                  <a:pt x="1284" y="597"/>
                </a:lnTo>
                <a:lnTo>
                  <a:pt x="1284" y="598"/>
                </a:lnTo>
                <a:lnTo>
                  <a:pt x="1285" y="598"/>
                </a:lnTo>
                <a:lnTo>
                  <a:pt x="1286" y="598"/>
                </a:lnTo>
                <a:lnTo>
                  <a:pt x="1288" y="598"/>
                </a:lnTo>
                <a:lnTo>
                  <a:pt x="1288" y="597"/>
                </a:lnTo>
                <a:lnTo>
                  <a:pt x="1288" y="596"/>
                </a:lnTo>
                <a:lnTo>
                  <a:pt x="1288" y="595"/>
                </a:lnTo>
                <a:lnTo>
                  <a:pt x="1288" y="594"/>
                </a:lnTo>
                <a:lnTo>
                  <a:pt x="1288" y="593"/>
                </a:lnTo>
                <a:lnTo>
                  <a:pt x="1289" y="593"/>
                </a:lnTo>
                <a:lnTo>
                  <a:pt x="1290" y="593"/>
                </a:lnTo>
                <a:lnTo>
                  <a:pt x="1290" y="592"/>
                </a:lnTo>
                <a:lnTo>
                  <a:pt x="1289" y="590"/>
                </a:lnTo>
                <a:lnTo>
                  <a:pt x="1289" y="589"/>
                </a:lnTo>
                <a:lnTo>
                  <a:pt x="1289" y="588"/>
                </a:lnTo>
                <a:lnTo>
                  <a:pt x="1288" y="587"/>
                </a:lnTo>
                <a:lnTo>
                  <a:pt x="1287" y="586"/>
                </a:lnTo>
                <a:lnTo>
                  <a:pt x="1286" y="585"/>
                </a:lnTo>
                <a:lnTo>
                  <a:pt x="1286" y="584"/>
                </a:lnTo>
                <a:lnTo>
                  <a:pt x="1285" y="582"/>
                </a:lnTo>
                <a:lnTo>
                  <a:pt x="1285" y="581"/>
                </a:lnTo>
                <a:lnTo>
                  <a:pt x="1286" y="581"/>
                </a:lnTo>
                <a:lnTo>
                  <a:pt x="1286" y="580"/>
                </a:lnTo>
                <a:lnTo>
                  <a:pt x="1286" y="581"/>
                </a:lnTo>
                <a:lnTo>
                  <a:pt x="1287" y="581"/>
                </a:lnTo>
                <a:lnTo>
                  <a:pt x="1288" y="582"/>
                </a:lnTo>
                <a:lnTo>
                  <a:pt x="1289" y="582"/>
                </a:lnTo>
                <a:lnTo>
                  <a:pt x="1290" y="581"/>
                </a:lnTo>
                <a:lnTo>
                  <a:pt x="1290" y="582"/>
                </a:lnTo>
                <a:lnTo>
                  <a:pt x="1290" y="583"/>
                </a:lnTo>
                <a:lnTo>
                  <a:pt x="1291" y="583"/>
                </a:lnTo>
                <a:lnTo>
                  <a:pt x="1291" y="582"/>
                </a:lnTo>
                <a:lnTo>
                  <a:pt x="1292" y="582"/>
                </a:lnTo>
                <a:lnTo>
                  <a:pt x="1292" y="581"/>
                </a:lnTo>
                <a:lnTo>
                  <a:pt x="1293" y="582"/>
                </a:lnTo>
                <a:lnTo>
                  <a:pt x="1295" y="582"/>
                </a:lnTo>
                <a:lnTo>
                  <a:pt x="1296" y="582"/>
                </a:lnTo>
                <a:lnTo>
                  <a:pt x="1296" y="583"/>
                </a:lnTo>
                <a:lnTo>
                  <a:pt x="1297" y="584"/>
                </a:lnTo>
                <a:lnTo>
                  <a:pt x="1298" y="584"/>
                </a:lnTo>
                <a:lnTo>
                  <a:pt x="1298" y="585"/>
                </a:lnTo>
                <a:lnTo>
                  <a:pt x="1299" y="586"/>
                </a:lnTo>
                <a:lnTo>
                  <a:pt x="1299" y="585"/>
                </a:lnTo>
                <a:lnTo>
                  <a:pt x="1299" y="584"/>
                </a:lnTo>
                <a:lnTo>
                  <a:pt x="1298" y="584"/>
                </a:lnTo>
                <a:lnTo>
                  <a:pt x="1299" y="583"/>
                </a:lnTo>
                <a:lnTo>
                  <a:pt x="1300" y="582"/>
                </a:lnTo>
                <a:lnTo>
                  <a:pt x="1300" y="581"/>
                </a:lnTo>
                <a:lnTo>
                  <a:pt x="1299" y="581"/>
                </a:lnTo>
                <a:lnTo>
                  <a:pt x="1299" y="580"/>
                </a:lnTo>
                <a:lnTo>
                  <a:pt x="1300" y="578"/>
                </a:lnTo>
                <a:lnTo>
                  <a:pt x="1301" y="578"/>
                </a:lnTo>
                <a:lnTo>
                  <a:pt x="1302" y="579"/>
                </a:lnTo>
                <a:lnTo>
                  <a:pt x="1303" y="579"/>
                </a:lnTo>
                <a:lnTo>
                  <a:pt x="1304" y="580"/>
                </a:lnTo>
                <a:lnTo>
                  <a:pt x="1305" y="581"/>
                </a:lnTo>
                <a:lnTo>
                  <a:pt x="1306" y="581"/>
                </a:lnTo>
                <a:lnTo>
                  <a:pt x="1307" y="582"/>
                </a:lnTo>
                <a:lnTo>
                  <a:pt x="1307" y="583"/>
                </a:lnTo>
                <a:lnTo>
                  <a:pt x="1308" y="583"/>
                </a:lnTo>
                <a:lnTo>
                  <a:pt x="1309" y="582"/>
                </a:lnTo>
                <a:lnTo>
                  <a:pt x="1310" y="583"/>
                </a:lnTo>
                <a:lnTo>
                  <a:pt x="1310" y="584"/>
                </a:lnTo>
                <a:lnTo>
                  <a:pt x="1311" y="584"/>
                </a:lnTo>
                <a:lnTo>
                  <a:pt x="1312" y="582"/>
                </a:lnTo>
                <a:lnTo>
                  <a:pt x="1313" y="582"/>
                </a:lnTo>
                <a:lnTo>
                  <a:pt x="1313" y="581"/>
                </a:lnTo>
                <a:lnTo>
                  <a:pt x="1312" y="581"/>
                </a:lnTo>
                <a:lnTo>
                  <a:pt x="1311" y="580"/>
                </a:lnTo>
                <a:lnTo>
                  <a:pt x="1311" y="579"/>
                </a:lnTo>
                <a:lnTo>
                  <a:pt x="1312" y="579"/>
                </a:lnTo>
                <a:lnTo>
                  <a:pt x="1313" y="579"/>
                </a:lnTo>
                <a:lnTo>
                  <a:pt x="1314" y="580"/>
                </a:lnTo>
                <a:lnTo>
                  <a:pt x="1316" y="580"/>
                </a:lnTo>
                <a:lnTo>
                  <a:pt x="1317" y="581"/>
                </a:lnTo>
                <a:lnTo>
                  <a:pt x="1318" y="581"/>
                </a:lnTo>
                <a:lnTo>
                  <a:pt x="1318" y="582"/>
                </a:lnTo>
                <a:lnTo>
                  <a:pt x="1318" y="583"/>
                </a:lnTo>
                <a:lnTo>
                  <a:pt x="1319" y="583"/>
                </a:lnTo>
                <a:lnTo>
                  <a:pt x="1320" y="583"/>
                </a:lnTo>
                <a:lnTo>
                  <a:pt x="1321" y="583"/>
                </a:lnTo>
                <a:lnTo>
                  <a:pt x="1320" y="582"/>
                </a:lnTo>
                <a:lnTo>
                  <a:pt x="1321" y="582"/>
                </a:lnTo>
                <a:lnTo>
                  <a:pt x="1323" y="583"/>
                </a:lnTo>
                <a:lnTo>
                  <a:pt x="1324" y="583"/>
                </a:lnTo>
                <a:lnTo>
                  <a:pt x="1324" y="582"/>
                </a:lnTo>
                <a:lnTo>
                  <a:pt x="1324" y="581"/>
                </a:lnTo>
                <a:lnTo>
                  <a:pt x="1324" y="580"/>
                </a:lnTo>
                <a:lnTo>
                  <a:pt x="1325" y="580"/>
                </a:lnTo>
                <a:lnTo>
                  <a:pt x="1325" y="581"/>
                </a:lnTo>
                <a:lnTo>
                  <a:pt x="1327" y="582"/>
                </a:lnTo>
                <a:lnTo>
                  <a:pt x="1327" y="581"/>
                </a:lnTo>
                <a:lnTo>
                  <a:pt x="1328" y="581"/>
                </a:lnTo>
                <a:lnTo>
                  <a:pt x="1329" y="581"/>
                </a:lnTo>
                <a:lnTo>
                  <a:pt x="1330" y="582"/>
                </a:lnTo>
                <a:lnTo>
                  <a:pt x="1331" y="581"/>
                </a:lnTo>
                <a:lnTo>
                  <a:pt x="1333" y="581"/>
                </a:lnTo>
                <a:lnTo>
                  <a:pt x="1334" y="580"/>
                </a:lnTo>
                <a:lnTo>
                  <a:pt x="1336" y="580"/>
                </a:lnTo>
                <a:lnTo>
                  <a:pt x="1338" y="580"/>
                </a:lnTo>
                <a:lnTo>
                  <a:pt x="1340" y="582"/>
                </a:lnTo>
                <a:lnTo>
                  <a:pt x="1342" y="584"/>
                </a:lnTo>
                <a:lnTo>
                  <a:pt x="1343" y="584"/>
                </a:lnTo>
                <a:lnTo>
                  <a:pt x="1344" y="584"/>
                </a:lnTo>
                <a:lnTo>
                  <a:pt x="1346" y="584"/>
                </a:lnTo>
                <a:lnTo>
                  <a:pt x="1346" y="585"/>
                </a:lnTo>
                <a:lnTo>
                  <a:pt x="1347" y="586"/>
                </a:lnTo>
                <a:lnTo>
                  <a:pt x="1347" y="587"/>
                </a:lnTo>
                <a:lnTo>
                  <a:pt x="1347" y="588"/>
                </a:lnTo>
                <a:lnTo>
                  <a:pt x="1347" y="590"/>
                </a:lnTo>
                <a:lnTo>
                  <a:pt x="1346" y="590"/>
                </a:lnTo>
                <a:lnTo>
                  <a:pt x="1347" y="590"/>
                </a:lnTo>
                <a:lnTo>
                  <a:pt x="1347" y="591"/>
                </a:lnTo>
                <a:lnTo>
                  <a:pt x="1347" y="592"/>
                </a:lnTo>
                <a:lnTo>
                  <a:pt x="1347" y="593"/>
                </a:lnTo>
                <a:lnTo>
                  <a:pt x="1347" y="595"/>
                </a:lnTo>
                <a:lnTo>
                  <a:pt x="1348" y="597"/>
                </a:lnTo>
                <a:lnTo>
                  <a:pt x="1349" y="599"/>
                </a:lnTo>
                <a:lnTo>
                  <a:pt x="1349" y="600"/>
                </a:lnTo>
                <a:lnTo>
                  <a:pt x="1348" y="601"/>
                </a:lnTo>
                <a:lnTo>
                  <a:pt x="1349" y="602"/>
                </a:lnTo>
                <a:lnTo>
                  <a:pt x="1349" y="603"/>
                </a:lnTo>
                <a:lnTo>
                  <a:pt x="1350" y="603"/>
                </a:lnTo>
                <a:lnTo>
                  <a:pt x="1351" y="602"/>
                </a:lnTo>
                <a:lnTo>
                  <a:pt x="1352" y="602"/>
                </a:lnTo>
                <a:lnTo>
                  <a:pt x="1353" y="603"/>
                </a:lnTo>
                <a:lnTo>
                  <a:pt x="1354" y="604"/>
                </a:lnTo>
                <a:lnTo>
                  <a:pt x="1355" y="604"/>
                </a:lnTo>
                <a:lnTo>
                  <a:pt x="1356" y="604"/>
                </a:lnTo>
                <a:lnTo>
                  <a:pt x="1357" y="604"/>
                </a:lnTo>
                <a:lnTo>
                  <a:pt x="1359" y="604"/>
                </a:lnTo>
                <a:lnTo>
                  <a:pt x="1359" y="605"/>
                </a:lnTo>
                <a:lnTo>
                  <a:pt x="1359" y="604"/>
                </a:lnTo>
                <a:lnTo>
                  <a:pt x="1360" y="604"/>
                </a:lnTo>
                <a:lnTo>
                  <a:pt x="1361" y="604"/>
                </a:lnTo>
                <a:lnTo>
                  <a:pt x="1361" y="605"/>
                </a:lnTo>
                <a:lnTo>
                  <a:pt x="1361" y="606"/>
                </a:lnTo>
                <a:lnTo>
                  <a:pt x="1362" y="605"/>
                </a:lnTo>
                <a:lnTo>
                  <a:pt x="1362" y="604"/>
                </a:lnTo>
                <a:lnTo>
                  <a:pt x="1363" y="604"/>
                </a:lnTo>
                <a:lnTo>
                  <a:pt x="1365" y="603"/>
                </a:lnTo>
                <a:lnTo>
                  <a:pt x="1366" y="603"/>
                </a:lnTo>
                <a:lnTo>
                  <a:pt x="1366" y="604"/>
                </a:lnTo>
                <a:lnTo>
                  <a:pt x="1365" y="604"/>
                </a:lnTo>
                <a:lnTo>
                  <a:pt x="1365" y="605"/>
                </a:lnTo>
                <a:lnTo>
                  <a:pt x="1366" y="605"/>
                </a:lnTo>
                <a:lnTo>
                  <a:pt x="1367" y="606"/>
                </a:lnTo>
                <a:lnTo>
                  <a:pt x="1368" y="607"/>
                </a:lnTo>
                <a:lnTo>
                  <a:pt x="1369" y="608"/>
                </a:lnTo>
                <a:lnTo>
                  <a:pt x="1369" y="609"/>
                </a:lnTo>
                <a:lnTo>
                  <a:pt x="1370" y="610"/>
                </a:lnTo>
                <a:lnTo>
                  <a:pt x="1369" y="610"/>
                </a:lnTo>
                <a:lnTo>
                  <a:pt x="1369" y="611"/>
                </a:lnTo>
                <a:lnTo>
                  <a:pt x="1370" y="612"/>
                </a:lnTo>
                <a:lnTo>
                  <a:pt x="1371" y="612"/>
                </a:lnTo>
                <a:lnTo>
                  <a:pt x="1371" y="611"/>
                </a:lnTo>
                <a:lnTo>
                  <a:pt x="1372" y="612"/>
                </a:lnTo>
                <a:lnTo>
                  <a:pt x="1373" y="611"/>
                </a:lnTo>
                <a:lnTo>
                  <a:pt x="1374" y="611"/>
                </a:lnTo>
                <a:lnTo>
                  <a:pt x="1375" y="611"/>
                </a:lnTo>
                <a:lnTo>
                  <a:pt x="1376" y="612"/>
                </a:lnTo>
                <a:lnTo>
                  <a:pt x="1378" y="613"/>
                </a:lnTo>
                <a:lnTo>
                  <a:pt x="1379" y="613"/>
                </a:lnTo>
                <a:lnTo>
                  <a:pt x="1380" y="612"/>
                </a:lnTo>
                <a:lnTo>
                  <a:pt x="1381" y="612"/>
                </a:lnTo>
                <a:lnTo>
                  <a:pt x="1382" y="612"/>
                </a:lnTo>
                <a:lnTo>
                  <a:pt x="1383" y="612"/>
                </a:lnTo>
                <a:lnTo>
                  <a:pt x="1384" y="612"/>
                </a:lnTo>
                <a:lnTo>
                  <a:pt x="1384" y="613"/>
                </a:lnTo>
                <a:lnTo>
                  <a:pt x="1384" y="614"/>
                </a:lnTo>
                <a:lnTo>
                  <a:pt x="1385" y="614"/>
                </a:lnTo>
                <a:lnTo>
                  <a:pt x="1386" y="614"/>
                </a:lnTo>
                <a:lnTo>
                  <a:pt x="1387" y="614"/>
                </a:lnTo>
                <a:lnTo>
                  <a:pt x="1387" y="613"/>
                </a:lnTo>
                <a:lnTo>
                  <a:pt x="1388" y="613"/>
                </a:lnTo>
                <a:lnTo>
                  <a:pt x="1389" y="614"/>
                </a:lnTo>
                <a:lnTo>
                  <a:pt x="1391" y="615"/>
                </a:lnTo>
                <a:lnTo>
                  <a:pt x="1391" y="616"/>
                </a:lnTo>
                <a:lnTo>
                  <a:pt x="1392" y="616"/>
                </a:lnTo>
                <a:lnTo>
                  <a:pt x="1394" y="617"/>
                </a:lnTo>
                <a:lnTo>
                  <a:pt x="1395" y="617"/>
                </a:lnTo>
                <a:lnTo>
                  <a:pt x="1396" y="617"/>
                </a:lnTo>
                <a:lnTo>
                  <a:pt x="1396" y="616"/>
                </a:lnTo>
                <a:lnTo>
                  <a:pt x="1397" y="617"/>
                </a:lnTo>
                <a:lnTo>
                  <a:pt x="1398" y="617"/>
                </a:lnTo>
                <a:lnTo>
                  <a:pt x="1398" y="618"/>
                </a:lnTo>
                <a:lnTo>
                  <a:pt x="1399" y="618"/>
                </a:lnTo>
                <a:lnTo>
                  <a:pt x="1400" y="618"/>
                </a:lnTo>
                <a:lnTo>
                  <a:pt x="1401" y="620"/>
                </a:lnTo>
                <a:lnTo>
                  <a:pt x="1402" y="620"/>
                </a:lnTo>
                <a:lnTo>
                  <a:pt x="1403" y="620"/>
                </a:lnTo>
                <a:lnTo>
                  <a:pt x="1404" y="621"/>
                </a:lnTo>
                <a:lnTo>
                  <a:pt x="1404" y="622"/>
                </a:lnTo>
                <a:lnTo>
                  <a:pt x="1405" y="623"/>
                </a:lnTo>
                <a:lnTo>
                  <a:pt x="1405" y="624"/>
                </a:lnTo>
                <a:lnTo>
                  <a:pt x="1406" y="624"/>
                </a:lnTo>
                <a:lnTo>
                  <a:pt x="1406" y="625"/>
                </a:lnTo>
                <a:lnTo>
                  <a:pt x="1406" y="627"/>
                </a:lnTo>
                <a:lnTo>
                  <a:pt x="1406" y="628"/>
                </a:lnTo>
                <a:lnTo>
                  <a:pt x="1406" y="629"/>
                </a:lnTo>
                <a:lnTo>
                  <a:pt x="1407" y="630"/>
                </a:lnTo>
                <a:lnTo>
                  <a:pt x="1407" y="629"/>
                </a:lnTo>
                <a:lnTo>
                  <a:pt x="1408" y="629"/>
                </a:lnTo>
                <a:lnTo>
                  <a:pt x="1409" y="628"/>
                </a:lnTo>
                <a:lnTo>
                  <a:pt x="1409" y="629"/>
                </a:lnTo>
                <a:lnTo>
                  <a:pt x="1410" y="630"/>
                </a:lnTo>
                <a:lnTo>
                  <a:pt x="1410" y="629"/>
                </a:lnTo>
                <a:lnTo>
                  <a:pt x="1410" y="628"/>
                </a:lnTo>
                <a:lnTo>
                  <a:pt x="1411" y="627"/>
                </a:lnTo>
                <a:lnTo>
                  <a:pt x="1412" y="627"/>
                </a:lnTo>
                <a:lnTo>
                  <a:pt x="1413" y="627"/>
                </a:lnTo>
                <a:lnTo>
                  <a:pt x="1414" y="628"/>
                </a:lnTo>
                <a:lnTo>
                  <a:pt x="1414" y="629"/>
                </a:lnTo>
                <a:lnTo>
                  <a:pt x="1414" y="630"/>
                </a:lnTo>
                <a:lnTo>
                  <a:pt x="1413" y="630"/>
                </a:lnTo>
                <a:lnTo>
                  <a:pt x="1413" y="631"/>
                </a:lnTo>
                <a:lnTo>
                  <a:pt x="1412" y="631"/>
                </a:lnTo>
                <a:lnTo>
                  <a:pt x="1412" y="630"/>
                </a:lnTo>
                <a:lnTo>
                  <a:pt x="1412" y="631"/>
                </a:lnTo>
                <a:lnTo>
                  <a:pt x="1411" y="631"/>
                </a:lnTo>
                <a:lnTo>
                  <a:pt x="1412" y="631"/>
                </a:lnTo>
                <a:lnTo>
                  <a:pt x="1412" y="632"/>
                </a:lnTo>
                <a:lnTo>
                  <a:pt x="1412" y="631"/>
                </a:lnTo>
                <a:lnTo>
                  <a:pt x="1412" y="632"/>
                </a:lnTo>
                <a:lnTo>
                  <a:pt x="1413" y="632"/>
                </a:lnTo>
                <a:lnTo>
                  <a:pt x="1414" y="633"/>
                </a:lnTo>
                <a:lnTo>
                  <a:pt x="1415" y="635"/>
                </a:lnTo>
                <a:lnTo>
                  <a:pt x="1417" y="636"/>
                </a:lnTo>
                <a:lnTo>
                  <a:pt x="1418" y="635"/>
                </a:lnTo>
                <a:lnTo>
                  <a:pt x="1419" y="634"/>
                </a:lnTo>
                <a:lnTo>
                  <a:pt x="1420" y="634"/>
                </a:lnTo>
                <a:lnTo>
                  <a:pt x="1420" y="635"/>
                </a:lnTo>
                <a:lnTo>
                  <a:pt x="1420" y="636"/>
                </a:lnTo>
                <a:lnTo>
                  <a:pt x="1420" y="637"/>
                </a:lnTo>
                <a:lnTo>
                  <a:pt x="1421" y="636"/>
                </a:lnTo>
                <a:lnTo>
                  <a:pt x="1422" y="636"/>
                </a:lnTo>
                <a:lnTo>
                  <a:pt x="1424" y="637"/>
                </a:lnTo>
                <a:lnTo>
                  <a:pt x="1424" y="638"/>
                </a:lnTo>
                <a:lnTo>
                  <a:pt x="1424" y="639"/>
                </a:lnTo>
                <a:lnTo>
                  <a:pt x="1425" y="639"/>
                </a:lnTo>
                <a:lnTo>
                  <a:pt x="1426" y="639"/>
                </a:lnTo>
                <a:lnTo>
                  <a:pt x="1427" y="638"/>
                </a:lnTo>
                <a:lnTo>
                  <a:pt x="1427" y="637"/>
                </a:lnTo>
                <a:lnTo>
                  <a:pt x="1428" y="636"/>
                </a:lnTo>
                <a:lnTo>
                  <a:pt x="1428" y="635"/>
                </a:lnTo>
                <a:lnTo>
                  <a:pt x="1428" y="634"/>
                </a:lnTo>
                <a:lnTo>
                  <a:pt x="1429" y="632"/>
                </a:lnTo>
                <a:lnTo>
                  <a:pt x="1430" y="632"/>
                </a:lnTo>
                <a:lnTo>
                  <a:pt x="1431" y="632"/>
                </a:lnTo>
                <a:lnTo>
                  <a:pt x="1432" y="632"/>
                </a:lnTo>
                <a:lnTo>
                  <a:pt x="1431" y="633"/>
                </a:lnTo>
                <a:lnTo>
                  <a:pt x="1430" y="634"/>
                </a:lnTo>
                <a:lnTo>
                  <a:pt x="1430" y="635"/>
                </a:lnTo>
                <a:lnTo>
                  <a:pt x="1430" y="637"/>
                </a:lnTo>
                <a:lnTo>
                  <a:pt x="1430" y="638"/>
                </a:lnTo>
                <a:lnTo>
                  <a:pt x="1431" y="638"/>
                </a:lnTo>
                <a:lnTo>
                  <a:pt x="1433" y="638"/>
                </a:lnTo>
                <a:lnTo>
                  <a:pt x="1434" y="638"/>
                </a:lnTo>
                <a:lnTo>
                  <a:pt x="1434" y="639"/>
                </a:lnTo>
                <a:lnTo>
                  <a:pt x="1435" y="640"/>
                </a:lnTo>
                <a:lnTo>
                  <a:pt x="1435" y="641"/>
                </a:lnTo>
                <a:lnTo>
                  <a:pt x="1435" y="640"/>
                </a:lnTo>
                <a:lnTo>
                  <a:pt x="1435" y="639"/>
                </a:lnTo>
                <a:lnTo>
                  <a:pt x="1435" y="638"/>
                </a:lnTo>
                <a:lnTo>
                  <a:pt x="1436" y="638"/>
                </a:lnTo>
                <a:lnTo>
                  <a:pt x="1436" y="639"/>
                </a:lnTo>
                <a:lnTo>
                  <a:pt x="1437" y="639"/>
                </a:lnTo>
                <a:lnTo>
                  <a:pt x="1437" y="640"/>
                </a:lnTo>
                <a:lnTo>
                  <a:pt x="1438" y="640"/>
                </a:lnTo>
                <a:lnTo>
                  <a:pt x="1438" y="639"/>
                </a:lnTo>
                <a:lnTo>
                  <a:pt x="1438" y="638"/>
                </a:lnTo>
                <a:lnTo>
                  <a:pt x="1438" y="639"/>
                </a:lnTo>
                <a:lnTo>
                  <a:pt x="1440" y="640"/>
                </a:lnTo>
                <a:lnTo>
                  <a:pt x="1443" y="640"/>
                </a:lnTo>
                <a:lnTo>
                  <a:pt x="1444" y="640"/>
                </a:lnTo>
                <a:lnTo>
                  <a:pt x="1444" y="641"/>
                </a:lnTo>
                <a:lnTo>
                  <a:pt x="1444" y="643"/>
                </a:lnTo>
                <a:lnTo>
                  <a:pt x="1445" y="644"/>
                </a:lnTo>
                <a:lnTo>
                  <a:pt x="1446" y="644"/>
                </a:lnTo>
                <a:lnTo>
                  <a:pt x="1447" y="645"/>
                </a:lnTo>
                <a:lnTo>
                  <a:pt x="1448" y="648"/>
                </a:lnTo>
                <a:lnTo>
                  <a:pt x="1448" y="649"/>
                </a:lnTo>
                <a:lnTo>
                  <a:pt x="1448" y="651"/>
                </a:lnTo>
                <a:lnTo>
                  <a:pt x="1450" y="652"/>
                </a:lnTo>
                <a:lnTo>
                  <a:pt x="1451" y="652"/>
                </a:lnTo>
                <a:lnTo>
                  <a:pt x="1454" y="653"/>
                </a:lnTo>
                <a:lnTo>
                  <a:pt x="1456" y="653"/>
                </a:lnTo>
                <a:lnTo>
                  <a:pt x="1457" y="652"/>
                </a:lnTo>
                <a:lnTo>
                  <a:pt x="1458" y="651"/>
                </a:lnTo>
                <a:lnTo>
                  <a:pt x="1458" y="650"/>
                </a:lnTo>
                <a:lnTo>
                  <a:pt x="1457" y="649"/>
                </a:lnTo>
                <a:lnTo>
                  <a:pt x="1457" y="648"/>
                </a:lnTo>
                <a:lnTo>
                  <a:pt x="1458" y="648"/>
                </a:lnTo>
                <a:lnTo>
                  <a:pt x="1458" y="649"/>
                </a:lnTo>
                <a:lnTo>
                  <a:pt x="1461" y="650"/>
                </a:lnTo>
                <a:lnTo>
                  <a:pt x="1462" y="652"/>
                </a:lnTo>
                <a:lnTo>
                  <a:pt x="1463" y="652"/>
                </a:lnTo>
                <a:lnTo>
                  <a:pt x="1464" y="652"/>
                </a:lnTo>
                <a:lnTo>
                  <a:pt x="1465" y="653"/>
                </a:lnTo>
                <a:lnTo>
                  <a:pt x="1466" y="653"/>
                </a:lnTo>
                <a:lnTo>
                  <a:pt x="1467" y="652"/>
                </a:lnTo>
                <a:lnTo>
                  <a:pt x="1468" y="653"/>
                </a:lnTo>
                <a:lnTo>
                  <a:pt x="1469" y="654"/>
                </a:lnTo>
                <a:lnTo>
                  <a:pt x="1469" y="655"/>
                </a:lnTo>
                <a:lnTo>
                  <a:pt x="1470" y="657"/>
                </a:lnTo>
                <a:lnTo>
                  <a:pt x="1469" y="660"/>
                </a:lnTo>
                <a:lnTo>
                  <a:pt x="1469" y="664"/>
                </a:lnTo>
                <a:lnTo>
                  <a:pt x="1469" y="665"/>
                </a:lnTo>
                <a:lnTo>
                  <a:pt x="1470" y="667"/>
                </a:lnTo>
                <a:lnTo>
                  <a:pt x="1470" y="668"/>
                </a:lnTo>
                <a:lnTo>
                  <a:pt x="1470" y="669"/>
                </a:lnTo>
                <a:lnTo>
                  <a:pt x="1470" y="670"/>
                </a:lnTo>
                <a:lnTo>
                  <a:pt x="1470" y="672"/>
                </a:lnTo>
                <a:lnTo>
                  <a:pt x="1471" y="674"/>
                </a:lnTo>
                <a:lnTo>
                  <a:pt x="1471" y="675"/>
                </a:lnTo>
                <a:lnTo>
                  <a:pt x="1472" y="675"/>
                </a:lnTo>
                <a:lnTo>
                  <a:pt x="1473" y="677"/>
                </a:lnTo>
                <a:lnTo>
                  <a:pt x="1475" y="680"/>
                </a:lnTo>
                <a:lnTo>
                  <a:pt x="1476" y="681"/>
                </a:lnTo>
                <a:lnTo>
                  <a:pt x="1476" y="682"/>
                </a:lnTo>
                <a:lnTo>
                  <a:pt x="1475" y="683"/>
                </a:lnTo>
                <a:lnTo>
                  <a:pt x="1474" y="684"/>
                </a:lnTo>
                <a:lnTo>
                  <a:pt x="1475" y="685"/>
                </a:lnTo>
                <a:lnTo>
                  <a:pt x="1475" y="686"/>
                </a:lnTo>
                <a:lnTo>
                  <a:pt x="1474" y="687"/>
                </a:lnTo>
                <a:lnTo>
                  <a:pt x="1474" y="688"/>
                </a:lnTo>
                <a:lnTo>
                  <a:pt x="1473" y="688"/>
                </a:lnTo>
                <a:lnTo>
                  <a:pt x="1473" y="691"/>
                </a:lnTo>
                <a:lnTo>
                  <a:pt x="1473" y="692"/>
                </a:lnTo>
                <a:lnTo>
                  <a:pt x="1473" y="693"/>
                </a:lnTo>
                <a:lnTo>
                  <a:pt x="1473" y="694"/>
                </a:lnTo>
                <a:lnTo>
                  <a:pt x="1473" y="695"/>
                </a:lnTo>
                <a:lnTo>
                  <a:pt x="1473" y="696"/>
                </a:lnTo>
                <a:lnTo>
                  <a:pt x="1472" y="696"/>
                </a:lnTo>
                <a:lnTo>
                  <a:pt x="1472" y="697"/>
                </a:lnTo>
                <a:lnTo>
                  <a:pt x="1471" y="697"/>
                </a:lnTo>
                <a:lnTo>
                  <a:pt x="1471" y="698"/>
                </a:lnTo>
                <a:lnTo>
                  <a:pt x="1471" y="699"/>
                </a:lnTo>
                <a:lnTo>
                  <a:pt x="1471" y="701"/>
                </a:lnTo>
                <a:lnTo>
                  <a:pt x="1470" y="702"/>
                </a:lnTo>
                <a:lnTo>
                  <a:pt x="1469" y="702"/>
                </a:lnTo>
                <a:lnTo>
                  <a:pt x="1469" y="703"/>
                </a:lnTo>
                <a:lnTo>
                  <a:pt x="1468" y="703"/>
                </a:lnTo>
                <a:lnTo>
                  <a:pt x="1468" y="702"/>
                </a:lnTo>
                <a:lnTo>
                  <a:pt x="1467" y="702"/>
                </a:lnTo>
                <a:lnTo>
                  <a:pt x="1466" y="702"/>
                </a:lnTo>
                <a:lnTo>
                  <a:pt x="1466" y="703"/>
                </a:lnTo>
                <a:lnTo>
                  <a:pt x="1466" y="702"/>
                </a:lnTo>
                <a:lnTo>
                  <a:pt x="1465" y="702"/>
                </a:lnTo>
                <a:lnTo>
                  <a:pt x="1464" y="702"/>
                </a:lnTo>
                <a:lnTo>
                  <a:pt x="1463" y="703"/>
                </a:lnTo>
                <a:lnTo>
                  <a:pt x="1462" y="703"/>
                </a:lnTo>
                <a:lnTo>
                  <a:pt x="1462" y="704"/>
                </a:lnTo>
                <a:lnTo>
                  <a:pt x="1462" y="705"/>
                </a:lnTo>
                <a:lnTo>
                  <a:pt x="1461" y="706"/>
                </a:lnTo>
                <a:lnTo>
                  <a:pt x="1460" y="706"/>
                </a:lnTo>
                <a:lnTo>
                  <a:pt x="1459" y="706"/>
                </a:lnTo>
                <a:lnTo>
                  <a:pt x="1458" y="706"/>
                </a:lnTo>
                <a:lnTo>
                  <a:pt x="1458" y="707"/>
                </a:lnTo>
                <a:lnTo>
                  <a:pt x="1457" y="707"/>
                </a:lnTo>
                <a:lnTo>
                  <a:pt x="1457" y="708"/>
                </a:lnTo>
                <a:lnTo>
                  <a:pt x="1456" y="709"/>
                </a:lnTo>
                <a:lnTo>
                  <a:pt x="1456" y="710"/>
                </a:lnTo>
                <a:lnTo>
                  <a:pt x="1457" y="710"/>
                </a:lnTo>
                <a:lnTo>
                  <a:pt x="1457" y="711"/>
                </a:lnTo>
                <a:lnTo>
                  <a:pt x="1457" y="712"/>
                </a:lnTo>
                <a:lnTo>
                  <a:pt x="1458" y="712"/>
                </a:lnTo>
                <a:lnTo>
                  <a:pt x="1459" y="713"/>
                </a:lnTo>
                <a:lnTo>
                  <a:pt x="1459" y="714"/>
                </a:lnTo>
                <a:lnTo>
                  <a:pt x="1459" y="715"/>
                </a:lnTo>
                <a:lnTo>
                  <a:pt x="1459" y="717"/>
                </a:lnTo>
                <a:lnTo>
                  <a:pt x="1459" y="718"/>
                </a:lnTo>
                <a:lnTo>
                  <a:pt x="1459" y="719"/>
                </a:lnTo>
                <a:lnTo>
                  <a:pt x="1459" y="720"/>
                </a:lnTo>
                <a:lnTo>
                  <a:pt x="1458" y="720"/>
                </a:lnTo>
                <a:lnTo>
                  <a:pt x="1458" y="721"/>
                </a:lnTo>
                <a:lnTo>
                  <a:pt x="1459" y="721"/>
                </a:lnTo>
                <a:lnTo>
                  <a:pt x="1459" y="722"/>
                </a:lnTo>
                <a:lnTo>
                  <a:pt x="1459" y="723"/>
                </a:lnTo>
                <a:lnTo>
                  <a:pt x="1459" y="724"/>
                </a:lnTo>
                <a:lnTo>
                  <a:pt x="1459" y="725"/>
                </a:lnTo>
                <a:lnTo>
                  <a:pt x="1458" y="725"/>
                </a:lnTo>
                <a:lnTo>
                  <a:pt x="1458" y="726"/>
                </a:lnTo>
                <a:lnTo>
                  <a:pt x="1459" y="726"/>
                </a:lnTo>
                <a:lnTo>
                  <a:pt x="1458" y="727"/>
                </a:lnTo>
                <a:lnTo>
                  <a:pt x="1458" y="728"/>
                </a:lnTo>
                <a:lnTo>
                  <a:pt x="1459" y="729"/>
                </a:lnTo>
                <a:lnTo>
                  <a:pt x="1459" y="730"/>
                </a:lnTo>
                <a:lnTo>
                  <a:pt x="1458" y="731"/>
                </a:lnTo>
                <a:lnTo>
                  <a:pt x="1458" y="732"/>
                </a:lnTo>
                <a:lnTo>
                  <a:pt x="1459" y="732"/>
                </a:lnTo>
                <a:lnTo>
                  <a:pt x="1459" y="733"/>
                </a:lnTo>
                <a:lnTo>
                  <a:pt x="1460" y="735"/>
                </a:lnTo>
                <a:lnTo>
                  <a:pt x="1460" y="736"/>
                </a:lnTo>
                <a:lnTo>
                  <a:pt x="1460" y="737"/>
                </a:lnTo>
                <a:lnTo>
                  <a:pt x="1461" y="737"/>
                </a:lnTo>
                <a:lnTo>
                  <a:pt x="1462" y="737"/>
                </a:lnTo>
                <a:lnTo>
                  <a:pt x="1463" y="738"/>
                </a:lnTo>
                <a:lnTo>
                  <a:pt x="1463" y="739"/>
                </a:lnTo>
                <a:lnTo>
                  <a:pt x="1464" y="739"/>
                </a:lnTo>
                <a:lnTo>
                  <a:pt x="1464" y="740"/>
                </a:lnTo>
                <a:lnTo>
                  <a:pt x="1465" y="740"/>
                </a:lnTo>
                <a:lnTo>
                  <a:pt x="1465" y="741"/>
                </a:lnTo>
                <a:lnTo>
                  <a:pt x="1466" y="741"/>
                </a:lnTo>
                <a:lnTo>
                  <a:pt x="1467" y="742"/>
                </a:lnTo>
                <a:lnTo>
                  <a:pt x="1467" y="743"/>
                </a:lnTo>
                <a:lnTo>
                  <a:pt x="1468" y="743"/>
                </a:lnTo>
                <a:lnTo>
                  <a:pt x="1468" y="744"/>
                </a:lnTo>
                <a:lnTo>
                  <a:pt x="1467" y="745"/>
                </a:lnTo>
                <a:lnTo>
                  <a:pt x="1467" y="746"/>
                </a:lnTo>
                <a:lnTo>
                  <a:pt x="1466" y="746"/>
                </a:lnTo>
                <a:lnTo>
                  <a:pt x="1466" y="747"/>
                </a:lnTo>
                <a:lnTo>
                  <a:pt x="1466" y="748"/>
                </a:lnTo>
                <a:lnTo>
                  <a:pt x="1466" y="749"/>
                </a:lnTo>
                <a:lnTo>
                  <a:pt x="1467" y="749"/>
                </a:lnTo>
                <a:lnTo>
                  <a:pt x="1467" y="751"/>
                </a:lnTo>
                <a:lnTo>
                  <a:pt x="1468" y="753"/>
                </a:lnTo>
                <a:lnTo>
                  <a:pt x="1468" y="755"/>
                </a:lnTo>
                <a:lnTo>
                  <a:pt x="1468" y="756"/>
                </a:lnTo>
                <a:lnTo>
                  <a:pt x="1469" y="756"/>
                </a:lnTo>
                <a:lnTo>
                  <a:pt x="1469" y="757"/>
                </a:lnTo>
                <a:lnTo>
                  <a:pt x="1469" y="758"/>
                </a:lnTo>
                <a:lnTo>
                  <a:pt x="1468" y="758"/>
                </a:lnTo>
                <a:lnTo>
                  <a:pt x="1468" y="759"/>
                </a:lnTo>
                <a:lnTo>
                  <a:pt x="1467" y="760"/>
                </a:lnTo>
                <a:lnTo>
                  <a:pt x="1467" y="761"/>
                </a:lnTo>
                <a:lnTo>
                  <a:pt x="1467" y="762"/>
                </a:lnTo>
                <a:lnTo>
                  <a:pt x="1466" y="762"/>
                </a:lnTo>
                <a:lnTo>
                  <a:pt x="1467" y="762"/>
                </a:lnTo>
                <a:lnTo>
                  <a:pt x="1467" y="764"/>
                </a:lnTo>
                <a:lnTo>
                  <a:pt x="1466" y="764"/>
                </a:lnTo>
                <a:lnTo>
                  <a:pt x="1467" y="765"/>
                </a:lnTo>
                <a:lnTo>
                  <a:pt x="1467" y="766"/>
                </a:lnTo>
                <a:lnTo>
                  <a:pt x="1466" y="766"/>
                </a:lnTo>
                <a:lnTo>
                  <a:pt x="1466" y="767"/>
                </a:lnTo>
                <a:lnTo>
                  <a:pt x="1465" y="767"/>
                </a:lnTo>
                <a:lnTo>
                  <a:pt x="1464" y="767"/>
                </a:lnTo>
                <a:lnTo>
                  <a:pt x="1464" y="768"/>
                </a:lnTo>
                <a:lnTo>
                  <a:pt x="1464" y="769"/>
                </a:lnTo>
                <a:lnTo>
                  <a:pt x="1463" y="769"/>
                </a:lnTo>
                <a:lnTo>
                  <a:pt x="1462" y="769"/>
                </a:lnTo>
                <a:lnTo>
                  <a:pt x="1461" y="768"/>
                </a:lnTo>
                <a:lnTo>
                  <a:pt x="1461" y="767"/>
                </a:lnTo>
                <a:lnTo>
                  <a:pt x="1460" y="767"/>
                </a:lnTo>
                <a:lnTo>
                  <a:pt x="1459" y="769"/>
                </a:lnTo>
                <a:lnTo>
                  <a:pt x="1458" y="769"/>
                </a:lnTo>
                <a:lnTo>
                  <a:pt x="1456" y="770"/>
                </a:lnTo>
                <a:lnTo>
                  <a:pt x="1455" y="770"/>
                </a:lnTo>
                <a:lnTo>
                  <a:pt x="1453" y="770"/>
                </a:lnTo>
                <a:lnTo>
                  <a:pt x="1453" y="771"/>
                </a:lnTo>
                <a:lnTo>
                  <a:pt x="1452" y="771"/>
                </a:lnTo>
                <a:lnTo>
                  <a:pt x="1451" y="771"/>
                </a:lnTo>
                <a:lnTo>
                  <a:pt x="1450" y="770"/>
                </a:lnTo>
                <a:lnTo>
                  <a:pt x="1449" y="771"/>
                </a:lnTo>
                <a:lnTo>
                  <a:pt x="1448" y="771"/>
                </a:lnTo>
                <a:lnTo>
                  <a:pt x="1447" y="770"/>
                </a:lnTo>
                <a:lnTo>
                  <a:pt x="1447" y="769"/>
                </a:lnTo>
                <a:lnTo>
                  <a:pt x="1446" y="769"/>
                </a:lnTo>
                <a:lnTo>
                  <a:pt x="1445" y="769"/>
                </a:lnTo>
                <a:lnTo>
                  <a:pt x="1445" y="770"/>
                </a:lnTo>
                <a:lnTo>
                  <a:pt x="1444" y="770"/>
                </a:lnTo>
                <a:lnTo>
                  <a:pt x="1443" y="770"/>
                </a:lnTo>
                <a:lnTo>
                  <a:pt x="1443" y="769"/>
                </a:lnTo>
                <a:lnTo>
                  <a:pt x="1444" y="769"/>
                </a:lnTo>
                <a:lnTo>
                  <a:pt x="1443" y="768"/>
                </a:lnTo>
                <a:lnTo>
                  <a:pt x="1442" y="768"/>
                </a:lnTo>
                <a:lnTo>
                  <a:pt x="1442" y="769"/>
                </a:lnTo>
                <a:lnTo>
                  <a:pt x="1441" y="769"/>
                </a:lnTo>
                <a:lnTo>
                  <a:pt x="1440" y="769"/>
                </a:lnTo>
                <a:lnTo>
                  <a:pt x="1439" y="769"/>
                </a:lnTo>
                <a:lnTo>
                  <a:pt x="1439" y="768"/>
                </a:lnTo>
                <a:lnTo>
                  <a:pt x="1439" y="769"/>
                </a:lnTo>
                <a:lnTo>
                  <a:pt x="1439" y="770"/>
                </a:lnTo>
                <a:lnTo>
                  <a:pt x="1439" y="771"/>
                </a:lnTo>
                <a:lnTo>
                  <a:pt x="1438" y="771"/>
                </a:lnTo>
                <a:lnTo>
                  <a:pt x="1437" y="772"/>
                </a:lnTo>
                <a:lnTo>
                  <a:pt x="1435" y="772"/>
                </a:lnTo>
                <a:lnTo>
                  <a:pt x="1436" y="772"/>
                </a:lnTo>
                <a:lnTo>
                  <a:pt x="1436" y="771"/>
                </a:lnTo>
                <a:lnTo>
                  <a:pt x="1435" y="771"/>
                </a:lnTo>
                <a:lnTo>
                  <a:pt x="1434" y="772"/>
                </a:lnTo>
                <a:lnTo>
                  <a:pt x="1435" y="772"/>
                </a:lnTo>
                <a:lnTo>
                  <a:pt x="1435" y="773"/>
                </a:lnTo>
                <a:lnTo>
                  <a:pt x="1434" y="773"/>
                </a:lnTo>
                <a:lnTo>
                  <a:pt x="1434" y="772"/>
                </a:lnTo>
                <a:lnTo>
                  <a:pt x="1433" y="772"/>
                </a:lnTo>
                <a:lnTo>
                  <a:pt x="1433" y="771"/>
                </a:lnTo>
                <a:lnTo>
                  <a:pt x="1432" y="771"/>
                </a:lnTo>
                <a:lnTo>
                  <a:pt x="1432" y="770"/>
                </a:lnTo>
                <a:lnTo>
                  <a:pt x="1432" y="769"/>
                </a:lnTo>
                <a:lnTo>
                  <a:pt x="1432" y="768"/>
                </a:lnTo>
                <a:lnTo>
                  <a:pt x="1431" y="768"/>
                </a:lnTo>
                <a:lnTo>
                  <a:pt x="1430" y="768"/>
                </a:lnTo>
                <a:lnTo>
                  <a:pt x="1429" y="768"/>
                </a:lnTo>
                <a:lnTo>
                  <a:pt x="1428" y="768"/>
                </a:lnTo>
                <a:lnTo>
                  <a:pt x="1427" y="768"/>
                </a:lnTo>
                <a:lnTo>
                  <a:pt x="1427" y="767"/>
                </a:lnTo>
                <a:lnTo>
                  <a:pt x="1426" y="768"/>
                </a:lnTo>
                <a:lnTo>
                  <a:pt x="1426" y="769"/>
                </a:lnTo>
                <a:lnTo>
                  <a:pt x="1425" y="769"/>
                </a:lnTo>
                <a:lnTo>
                  <a:pt x="1425" y="770"/>
                </a:lnTo>
                <a:lnTo>
                  <a:pt x="1424" y="769"/>
                </a:lnTo>
                <a:lnTo>
                  <a:pt x="1423" y="769"/>
                </a:lnTo>
                <a:lnTo>
                  <a:pt x="1423" y="770"/>
                </a:lnTo>
                <a:lnTo>
                  <a:pt x="1422" y="770"/>
                </a:lnTo>
                <a:lnTo>
                  <a:pt x="1421" y="770"/>
                </a:lnTo>
                <a:lnTo>
                  <a:pt x="1420" y="770"/>
                </a:lnTo>
                <a:lnTo>
                  <a:pt x="1420" y="771"/>
                </a:lnTo>
                <a:lnTo>
                  <a:pt x="1419" y="771"/>
                </a:lnTo>
                <a:lnTo>
                  <a:pt x="1418" y="772"/>
                </a:lnTo>
                <a:lnTo>
                  <a:pt x="1417" y="772"/>
                </a:lnTo>
                <a:lnTo>
                  <a:pt x="1416" y="772"/>
                </a:lnTo>
                <a:lnTo>
                  <a:pt x="1416" y="773"/>
                </a:lnTo>
                <a:lnTo>
                  <a:pt x="1415" y="773"/>
                </a:lnTo>
                <a:lnTo>
                  <a:pt x="1414" y="773"/>
                </a:lnTo>
                <a:lnTo>
                  <a:pt x="1413" y="773"/>
                </a:lnTo>
                <a:lnTo>
                  <a:pt x="1412" y="773"/>
                </a:lnTo>
                <a:lnTo>
                  <a:pt x="1411" y="773"/>
                </a:lnTo>
                <a:lnTo>
                  <a:pt x="1411" y="774"/>
                </a:lnTo>
                <a:lnTo>
                  <a:pt x="1410" y="774"/>
                </a:lnTo>
                <a:lnTo>
                  <a:pt x="1409" y="774"/>
                </a:lnTo>
                <a:lnTo>
                  <a:pt x="1408" y="774"/>
                </a:lnTo>
                <a:lnTo>
                  <a:pt x="1407" y="773"/>
                </a:lnTo>
                <a:lnTo>
                  <a:pt x="1408" y="773"/>
                </a:lnTo>
                <a:lnTo>
                  <a:pt x="1408" y="772"/>
                </a:lnTo>
                <a:lnTo>
                  <a:pt x="1408" y="771"/>
                </a:lnTo>
                <a:lnTo>
                  <a:pt x="1407" y="771"/>
                </a:lnTo>
                <a:lnTo>
                  <a:pt x="1406" y="771"/>
                </a:lnTo>
                <a:lnTo>
                  <a:pt x="1406" y="772"/>
                </a:lnTo>
                <a:lnTo>
                  <a:pt x="1406" y="773"/>
                </a:lnTo>
                <a:lnTo>
                  <a:pt x="1405" y="773"/>
                </a:lnTo>
                <a:lnTo>
                  <a:pt x="1404" y="772"/>
                </a:lnTo>
                <a:lnTo>
                  <a:pt x="1404" y="773"/>
                </a:lnTo>
                <a:lnTo>
                  <a:pt x="1404" y="772"/>
                </a:lnTo>
                <a:lnTo>
                  <a:pt x="1403" y="772"/>
                </a:lnTo>
                <a:lnTo>
                  <a:pt x="1402" y="772"/>
                </a:lnTo>
                <a:lnTo>
                  <a:pt x="1401" y="772"/>
                </a:lnTo>
                <a:lnTo>
                  <a:pt x="1400" y="772"/>
                </a:lnTo>
                <a:lnTo>
                  <a:pt x="1400" y="773"/>
                </a:lnTo>
                <a:lnTo>
                  <a:pt x="1399" y="772"/>
                </a:lnTo>
                <a:lnTo>
                  <a:pt x="1398" y="771"/>
                </a:lnTo>
                <a:lnTo>
                  <a:pt x="1398" y="770"/>
                </a:lnTo>
                <a:lnTo>
                  <a:pt x="1397" y="770"/>
                </a:lnTo>
                <a:lnTo>
                  <a:pt x="1397" y="771"/>
                </a:lnTo>
                <a:lnTo>
                  <a:pt x="1396" y="771"/>
                </a:lnTo>
                <a:lnTo>
                  <a:pt x="1395" y="770"/>
                </a:lnTo>
                <a:lnTo>
                  <a:pt x="1395" y="769"/>
                </a:lnTo>
                <a:lnTo>
                  <a:pt x="1394" y="769"/>
                </a:lnTo>
                <a:lnTo>
                  <a:pt x="1394" y="770"/>
                </a:lnTo>
                <a:lnTo>
                  <a:pt x="1393" y="770"/>
                </a:lnTo>
                <a:lnTo>
                  <a:pt x="1393" y="769"/>
                </a:lnTo>
                <a:lnTo>
                  <a:pt x="1393" y="768"/>
                </a:lnTo>
                <a:lnTo>
                  <a:pt x="1392" y="768"/>
                </a:lnTo>
                <a:lnTo>
                  <a:pt x="1392" y="769"/>
                </a:lnTo>
                <a:lnTo>
                  <a:pt x="1392" y="768"/>
                </a:lnTo>
                <a:lnTo>
                  <a:pt x="1391" y="768"/>
                </a:lnTo>
                <a:lnTo>
                  <a:pt x="1390" y="768"/>
                </a:lnTo>
                <a:lnTo>
                  <a:pt x="1389" y="768"/>
                </a:lnTo>
                <a:lnTo>
                  <a:pt x="1389" y="767"/>
                </a:lnTo>
                <a:lnTo>
                  <a:pt x="1388" y="767"/>
                </a:lnTo>
                <a:lnTo>
                  <a:pt x="1387" y="767"/>
                </a:lnTo>
                <a:lnTo>
                  <a:pt x="1387" y="768"/>
                </a:lnTo>
                <a:lnTo>
                  <a:pt x="1386" y="768"/>
                </a:lnTo>
                <a:lnTo>
                  <a:pt x="1385" y="768"/>
                </a:lnTo>
                <a:lnTo>
                  <a:pt x="1385" y="769"/>
                </a:lnTo>
                <a:lnTo>
                  <a:pt x="1386" y="769"/>
                </a:lnTo>
                <a:lnTo>
                  <a:pt x="1386" y="768"/>
                </a:lnTo>
                <a:lnTo>
                  <a:pt x="1387" y="768"/>
                </a:lnTo>
                <a:lnTo>
                  <a:pt x="1388" y="768"/>
                </a:lnTo>
                <a:lnTo>
                  <a:pt x="1388" y="769"/>
                </a:lnTo>
                <a:lnTo>
                  <a:pt x="1388" y="770"/>
                </a:lnTo>
                <a:lnTo>
                  <a:pt x="1388" y="771"/>
                </a:lnTo>
                <a:lnTo>
                  <a:pt x="1387" y="772"/>
                </a:lnTo>
                <a:lnTo>
                  <a:pt x="1387" y="771"/>
                </a:lnTo>
                <a:lnTo>
                  <a:pt x="1386" y="771"/>
                </a:lnTo>
                <a:lnTo>
                  <a:pt x="1386" y="772"/>
                </a:lnTo>
                <a:lnTo>
                  <a:pt x="1387" y="772"/>
                </a:lnTo>
                <a:lnTo>
                  <a:pt x="1386" y="772"/>
                </a:lnTo>
                <a:lnTo>
                  <a:pt x="1385" y="773"/>
                </a:lnTo>
                <a:lnTo>
                  <a:pt x="1386" y="773"/>
                </a:lnTo>
                <a:lnTo>
                  <a:pt x="1387" y="773"/>
                </a:lnTo>
                <a:lnTo>
                  <a:pt x="1386" y="774"/>
                </a:lnTo>
                <a:lnTo>
                  <a:pt x="1385" y="774"/>
                </a:lnTo>
                <a:lnTo>
                  <a:pt x="1385" y="773"/>
                </a:lnTo>
                <a:lnTo>
                  <a:pt x="1384" y="773"/>
                </a:lnTo>
                <a:lnTo>
                  <a:pt x="1383" y="773"/>
                </a:lnTo>
                <a:lnTo>
                  <a:pt x="1382" y="773"/>
                </a:lnTo>
                <a:lnTo>
                  <a:pt x="1381" y="773"/>
                </a:lnTo>
                <a:lnTo>
                  <a:pt x="1380" y="774"/>
                </a:lnTo>
                <a:lnTo>
                  <a:pt x="1381" y="774"/>
                </a:lnTo>
                <a:lnTo>
                  <a:pt x="1381" y="775"/>
                </a:lnTo>
                <a:lnTo>
                  <a:pt x="1381" y="776"/>
                </a:lnTo>
                <a:lnTo>
                  <a:pt x="1382" y="776"/>
                </a:lnTo>
                <a:lnTo>
                  <a:pt x="1382" y="777"/>
                </a:lnTo>
                <a:lnTo>
                  <a:pt x="1383" y="776"/>
                </a:lnTo>
                <a:lnTo>
                  <a:pt x="1383" y="777"/>
                </a:lnTo>
                <a:lnTo>
                  <a:pt x="1384" y="777"/>
                </a:lnTo>
                <a:lnTo>
                  <a:pt x="1384" y="778"/>
                </a:lnTo>
                <a:lnTo>
                  <a:pt x="1383" y="778"/>
                </a:lnTo>
                <a:lnTo>
                  <a:pt x="1384" y="779"/>
                </a:lnTo>
                <a:lnTo>
                  <a:pt x="1385" y="779"/>
                </a:lnTo>
                <a:lnTo>
                  <a:pt x="1385" y="780"/>
                </a:lnTo>
                <a:lnTo>
                  <a:pt x="1386" y="781"/>
                </a:lnTo>
                <a:lnTo>
                  <a:pt x="1386" y="782"/>
                </a:lnTo>
                <a:lnTo>
                  <a:pt x="1386" y="783"/>
                </a:lnTo>
                <a:lnTo>
                  <a:pt x="1387" y="784"/>
                </a:lnTo>
                <a:lnTo>
                  <a:pt x="1387" y="785"/>
                </a:lnTo>
                <a:lnTo>
                  <a:pt x="1387" y="786"/>
                </a:lnTo>
                <a:lnTo>
                  <a:pt x="1386" y="787"/>
                </a:lnTo>
                <a:lnTo>
                  <a:pt x="1387" y="787"/>
                </a:lnTo>
                <a:lnTo>
                  <a:pt x="1387" y="788"/>
                </a:lnTo>
                <a:lnTo>
                  <a:pt x="1388" y="788"/>
                </a:lnTo>
                <a:lnTo>
                  <a:pt x="1389" y="789"/>
                </a:lnTo>
                <a:lnTo>
                  <a:pt x="1390" y="790"/>
                </a:lnTo>
                <a:lnTo>
                  <a:pt x="1390" y="791"/>
                </a:lnTo>
                <a:lnTo>
                  <a:pt x="1390" y="792"/>
                </a:lnTo>
                <a:lnTo>
                  <a:pt x="1391" y="792"/>
                </a:lnTo>
                <a:lnTo>
                  <a:pt x="1391" y="793"/>
                </a:lnTo>
                <a:lnTo>
                  <a:pt x="1392" y="793"/>
                </a:lnTo>
                <a:lnTo>
                  <a:pt x="1392" y="794"/>
                </a:lnTo>
                <a:lnTo>
                  <a:pt x="1393" y="794"/>
                </a:lnTo>
                <a:lnTo>
                  <a:pt x="1393" y="795"/>
                </a:lnTo>
                <a:lnTo>
                  <a:pt x="1394" y="796"/>
                </a:lnTo>
                <a:lnTo>
                  <a:pt x="1395" y="796"/>
                </a:lnTo>
                <a:lnTo>
                  <a:pt x="1398" y="796"/>
                </a:lnTo>
                <a:lnTo>
                  <a:pt x="1397" y="797"/>
                </a:lnTo>
                <a:lnTo>
                  <a:pt x="1397" y="798"/>
                </a:lnTo>
                <a:lnTo>
                  <a:pt x="1397" y="799"/>
                </a:lnTo>
                <a:lnTo>
                  <a:pt x="1398" y="799"/>
                </a:lnTo>
                <a:lnTo>
                  <a:pt x="1399" y="799"/>
                </a:lnTo>
                <a:lnTo>
                  <a:pt x="1399" y="800"/>
                </a:lnTo>
                <a:lnTo>
                  <a:pt x="1398" y="801"/>
                </a:lnTo>
                <a:lnTo>
                  <a:pt x="1397" y="801"/>
                </a:lnTo>
                <a:lnTo>
                  <a:pt x="1396" y="801"/>
                </a:lnTo>
                <a:lnTo>
                  <a:pt x="1395" y="801"/>
                </a:lnTo>
                <a:lnTo>
                  <a:pt x="1394" y="801"/>
                </a:lnTo>
                <a:lnTo>
                  <a:pt x="1393" y="802"/>
                </a:lnTo>
                <a:lnTo>
                  <a:pt x="1394" y="802"/>
                </a:lnTo>
                <a:lnTo>
                  <a:pt x="1394" y="803"/>
                </a:lnTo>
                <a:lnTo>
                  <a:pt x="1393" y="803"/>
                </a:lnTo>
                <a:lnTo>
                  <a:pt x="1392" y="803"/>
                </a:lnTo>
                <a:lnTo>
                  <a:pt x="1391" y="803"/>
                </a:lnTo>
                <a:lnTo>
                  <a:pt x="1390" y="803"/>
                </a:lnTo>
                <a:lnTo>
                  <a:pt x="1389" y="803"/>
                </a:lnTo>
                <a:lnTo>
                  <a:pt x="1388" y="803"/>
                </a:lnTo>
                <a:lnTo>
                  <a:pt x="1387" y="803"/>
                </a:lnTo>
                <a:lnTo>
                  <a:pt x="1387" y="804"/>
                </a:lnTo>
                <a:lnTo>
                  <a:pt x="1386" y="804"/>
                </a:lnTo>
                <a:lnTo>
                  <a:pt x="1386" y="803"/>
                </a:lnTo>
                <a:lnTo>
                  <a:pt x="1386" y="802"/>
                </a:lnTo>
                <a:lnTo>
                  <a:pt x="1386" y="803"/>
                </a:lnTo>
                <a:lnTo>
                  <a:pt x="1385" y="803"/>
                </a:lnTo>
                <a:lnTo>
                  <a:pt x="1385" y="804"/>
                </a:lnTo>
                <a:lnTo>
                  <a:pt x="1384" y="804"/>
                </a:lnTo>
                <a:lnTo>
                  <a:pt x="1383" y="804"/>
                </a:lnTo>
                <a:lnTo>
                  <a:pt x="1382" y="804"/>
                </a:lnTo>
                <a:lnTo>
                  <a:pt x="1381" y="804"/>
                </a:lnTo>
                <a:lnTo>
                  <a:pt x="1381" y="805"/>
                </a:lnTo>
                <a:lnTo>
                  <a:pt x="1380" y="806"/>
                </a:lnTo>
                <a:lnTo>
                  <a:pt x="1380" y="805"/>
                </a:lnTo>
                <a:lnTo>
                  <a:pt x="1379" y="805"/>
                </a:lnTo>
                <a:lnTo>
                  <a:pt x="1379" y="806"/>
                </a:lnTo>
                <a:lnTo>
                  <a:pt x="1379" y="807"/>
                </a:lnTo>
                <a:lnTo>
                  <a:pt x="1378" y="807"/>
                </a:lnTo>
                <a:lnTo>
                  <a:pt x="1378" y="806"/>
                </a:lnTo>
                <a:lnTo>
                  <a:pt x="1378" y="805"/>
                </a:lnTo>
                <a:lnTo>
                  <a:pt x="1378" y="804"/>
                </a:lnTo>
                <a:lnTo>
                  <a:pt x="1379" y="804"/>
                </a:lnTo>
                <a:lnTo>
                  <a:pt x="1379" y="803"/>
                </a:lnTo>
                <a:lnTo>
                  <a:pt x="1378" y="803"/>
                </a:lnTo>
                <a:lnTo>
                  <a:pt x="1378" y="802"/>
                </a:lnTo>
                <a:lnTo>
                  <a:pt x="1377" y="802"/>
                </a:lnTo>
                <a:lnTo>
                  <a:pt x="1376" y="802"/>
                </a:lnTo>
                <a:lnTo>
                  <a:pt x="1376" y="803"/>
                </a:lnTo>
                <a:lnTo>
                  <a:pt x="1375" y="804"/>
                </a:lnTo>
                <a:lnTo>
                  <a:pt x="1375" y="803"/>
                </a:lnTo>
                <a:lnTo>
                  <a:pt x="1374" y="803"/>
                </a:lnTo>
                <a:lnTo>
                  <a:pt x="1373" y="802"/>
                </a:lnTo>
                <a:lnTo>
                  <a:pt x="1372" y="802"/>
                </a:lnTo>
                <a:lnTo>
                  <a:pt x="1372" y="803"/>
                </a:lnTo>
                <a:lnTo>
                  <a:pt x="1371" y="803"/>
                </a:lnTo>
                <a:lnTo>
                  <a:pt x="1371" y="804"/>
                </a:lnTo>
                <a:lnTo>
                  <a:pt x="1371" y="805"/>
                </a:lnTo>
                <a:lnTo>
                  <a:pt x="1370" y="805"/>
                </a:lnTo>
                <a:lnTo>
                  <a:pt x="1370" y="806"/>
                </a:lnTo>
                <a:lnTo>
                  <a:pt x="1369" y="806"/>
                </a:lnTo>
                <a:lnTo>
                  <a:pt x="1369" y="807"/>
                </a:lnTo>
                <a:lnTo>
                  <a:pt x="1369" y="808"/>
                </a:lnTo>
                <a:lnTo>
                  <a:pt x="1367" y="808"/>
                </a:lnTo>
                <a:lnTo>
                  <a:pt x="1366" y="808"/>
                </a:lnTo>
                <a:lnTo>
                  <a:pt x="1366" y="807"/>
                </a:lnTo>
                <a:lnTo>
                  <a:pt x="1365" y="807"/>
                </a:lnTo>
                <a:lnTo>
                  <a:pt x="1364" y="807"/>
                </a:lnTo>
                <a:lnTo>
                  <a:pt x="1363" y="807"/>
                </a:lnTo>
                <a:lnTo>
                  <a:pt x="1362" y="807"/>
                </a:lnTo>
                <a:lnTo>
                  <a:pt x="1361" y="807"/>
                </a:lnTo>
                <a:lnTo>
                  <a:pt x="1360" y="806"/>
                </a:lnTo>
                <a:lnTo>
                  <a:pt x="1359" y="805"/>
                </a:lnTo>
                <a:lnTo>
                  <a:pt x="1358" y="805"/>
                </a:lnTo>
                <a:lnTo>
                  <a:pt x="1357" y="806"/>
                </a:lnTo>
                <a:lnTo>
                  <a:pt x="1357" y="805"/>
                </a:lnTo>
                <a:lnTo>
                  <a:pt x="1356" y="806"/>
                </a:lnTo>
                <a:lnTo>
                  <a:pt x="1355" y="806"/>
                </a:lnTo>
                <a:lnTo>
                  <a:pt x="1355" y="807"/>
                </a:lnTo>
                <a:lnTo>
                  <a:pt x="1355" y="808"/>
                </a:lnTo>
                <a:lnTo>
                  <a:pt x="1354" y="807"/>
                </a:lnTo>
                <a:lnTo>
                  <a:pt x="1354" y="806"/>
                </a:lnTo>
                <a:lnTo>
                  <a:pt x="1353" y="806"/>
                </a:lnTo>
                <a:lnTo>
                  <a:pt x="1353" y="805"/>
                </a:lnTo>
                <a:lnTo>
                  <a:pt x="1352" y="805"/>
                </a:lnTo>
                <a:lnTo>
                  <a:pt x="1351" y="805"/>
                </a:lnTo>
                <a:lnTo>
                  <a:pt x="1350" y="805"/>
                </a:lnTo>
                <a:lnTo>
                  <a:pt x="1349" y="805"/>
                </a:lnTo>
                <a:lnTo>
                  <a:pt x="1348" y="805"/>
                </a:lnTo>
                <a:lnTo>
                  <a:pt x="1348" y="804"/>
                </a:lnTo>
                <a:lnTo>
                  <a:pt x="1348" y="805"/>
                </a:lnTo>
                <a:lnTo>
                  <a:pt x="1347" y="805"/>
                </a:lnTo>
                <a:lnTo>
                  <a:pt x="1347" y="806"/>
                </a:lnTo>
                <a:lnTo>
                  <a:pt x="1347" y="807"/>
                </a:lnTo>
                <a:lnTo>
                  <a:pt x="1347" y="808"/>
                </a:lnTo>
                <a:lnTo>
                  <a:pt x="1346" y="808"/>
                </a:lnTo>
                <a:lnTo>
                  <a:pt x="1345" y="808"/>
                </a:lnTo>
                <a:lnTo>
                  <a:pt x="1345" y="809"/>
                </a:lnTo>
                <a:lnTo>
                  <a:pt x="1344" y="811"/>
                </a:lnTo>
                <a:lnTo>
                  <a:pt x="1343" y="811"/>
                </a:lnTo>
                <a:lnTo>
                  <a:pt x="1343" y="810"/>
                </a:lnTo>
                <a:lnTo>
                  <a:pt x="1342" y="810"/>
                </a:lnTo>
                <a:lnTo>
                  <a:pt x="1342" y="811"/>
                </a:lnTo>
                <a:lnTo>
                  <a:pt x="1341" y="811"/>
                </a:lnTo>
                <a:lnTo>
                  <a:pt x="1340" y="811"/>
                </a:lnTo>
                <a:lnTo>
                  <a:pt x="1340" y="810"/>
                </a:lnTo>
                <a:lnTo>
                  <a:pt x="1339" y="811"/>
                </a:lnTo>
                <a:lnTo>
                  <a:pt x="1338" y="810"/>
                </a:lnTo>
                <a:lnTo>
                  <a:pt x="1338" y="809"/>
                </a:lnTo>
                <a:lnTo>
                  <a:pt x="1338" y="808"/>
                </a:lnTo>
                <a:lnTo>
                  <a:pt x="1338" y="807"/>
                </a:lnTo>
                <a:lnTo>
                  <a:pt x="1337" y="805"/>
                </a:lnTo>
                <a:lnTo>
                  <a:pt x="1336" y="805"/>
                </a:lnTo>
                <a:lnTo>
                  <a:pt x="1335" y="805"/>
                </a:lnTo>
                <a:lnTo>
                  <a:pt x="1334" y="804"/>
                </a:lnTo>
                <a:lnTo>
                  <a:pt x="1333" y="804"/>
                </a:lnTo>
                <a:lnTo>
                  <a:pt x="1332" y="804"/>
                </a:lnTo>
                <a:lnTo>
                  <a:pt x="1332" y="803"/>
                </a:lnTo>
                <a:lnTo>
                  <a:pt x="1331" y="803"/>
                </a:lnTo>
                <a:lnTo>
                  <a:pt x="1330" y="803"/>
                </a:lnTo>
                <a:lnTo>
                  <a:pt x="1330" y="802"/>
                </a:lnTo>
                <a:lnTo>
                  <a:pt x="1329" y="801"/>
                </a:lnTo>
                <a:lnTo>
                  <a:pt x="1330" y="800"/>
                </a:lnTo>
                <a:lnTo>
                  <a:pt x="1330" y="799"/>
                </a:lnTo>
                <a:lnTo>
                  <a:pt x="1330" y="798"/>
                </a:lnTo>
                <a:lnTo>
                  <a:pt x="1330" y="797"/>
                </a:lnTo>
                <a:lnTo>
                  <a:pt x="1329" y="797"/>
                </a:lnTo>
                <a:lnTo>
                  <a:pt x="1328" y="797"/>
                </a:lnTo>
                <a:lnTo>
                  <a:pt x="1327" y="797"/>
                </a:lnTo>
                <a:lnTo>
                  <a:pt x="1326" y="796"/>
                </a:lnTo>
                <a:lnTo>
                  <a:pt x="1326" y="795"/>
                </a:lnTo>
                <a:lnTo>
                  <a:pt x="1325" y="794"/>
                </a:lnTo>
                <a:lnTo>
                  <a:pt x="1325" y="795"/>
                </a:lnTo>
                <a:lnTo>
                  <a:pt x="1324" y="796"/>
                </a:lnTo>
                <a:lnTo>
                  <a:pt x="1323" y="796"/>
                </a:lnTo>
                <a:lnTo>
                  <a:pt x="1322" y="796"/>
                </a:lnTo>
                <a:lnTo>
                  <a:pt x="1322" y="795"/>
                </a:lnTo>
                <a:lnTo>
                  <a:pt x="1322" y="794"/>
                </a:lnTo>
                <a:lnTo>
                  <a:pt x="1321" y="793"/>
                </a:lnTo>
                <a:lnTo>
                  <a:pt x="1320" y="793"/>
                </a:lnTo>
                <a:lnTo>
                  <a:pt x="1320" y="792"/>
                </a:lnTo>
                <a:lnTo>
                  <a:pt x="1321" y="792"/>
                </a:lnTo>
                <a:lnTo>
                  <a:pt x="1320" y="792"/>
                </a:lnTo>
                <a:lnTo>
                  <a:pt x="1319" y="792"/>
                </a:lnTo>
                <a:lnTo>
                  <a:pt x="1318" y="792"/>
                </a:lnTo>
                <a:lnTo>
                  <a:pt x="1317" y="792"/>
                </a:lnTo>
                <a:lnTo>
                  <a:pt x="1316" y="791"/>
                </a:lnTo>
                <a:lnTo>
                  <a:pt x="1316" y="790"/>
                </a:lnTo>
                <a:lnTo>
                  <a:pt x="1314" y="790"/>
                </a:lnTo>
                <a:lnTo>
                  <a:pt x="1314" y="791"/>
                </a:lnTo>
                <a:lnTo>
                  <a:pt x="1313" y="791"/>
                </a:lnTo>
                <a:lnTo>
                  <a:pt x="1313" y="790"/>
                </a:lnTo>
                <a:lnTo>
                  <a:pt x="1312" y="790"/>
                </a:lnTo>
                <a:lnTo>
                  <a:pt x="1312" y="789"/>
                </a:lnTo>
                <a:lnTo>
                  <a:pt x="1311" y="789"/>
                </a:lnTo>
                <a:lnTo>
                  <a:pt x="1310" y="789"/>
                </a:lnTo>
                <a:lnTo>
                  <a:pt x="1309" y="789"/>
                </a:lnTo>
                <a:lnTo>
                  <a:pt x="1308" y="789"/>
                </a:lnTo>
                <a:lnTo>
                  <a:pt x="1307" y="789"/>
                </a:lnTo>
                <a:lnTo>
                  <a:pt x="1307" y="790"/>
                </a:lnTo>
                <a:lnTo>
                  <a:pt x="1306" y="791"/>
                </a:lnTo>
                <a:lnTo>
                  <a:pt x="1305" y="791"/>
                </a:lnTo>
                <a:lnTo>
                  <a:pt x="1304" y="790"/>
                </a:lnTo>
                <a:lnTo>
                  <a:pt x="1302" y="789"/>
                </a:lnTo>
                <a:lnTo>
                  <a:pt x="1301" y="789"/>
                </a:lnTo>
                <a:lnTo>
                  <a:pt x="1300" y="789"/>
                </a:lnTo>
                <a:lnTo>
                  <a:pt x="1299" y="789"/>
                </a:lnTo>
                <a:lnTo>
                  <a:pt x="1298" y="789"/>
                </a:lnTo>
                <a:lnTo>
                  <a:pt x="1297" y="788"/>
                </a:lnTo>
                <a:lnTo>
                  <a:pt x="1295" y="788"/>
                </a:lnTo>
                <a:lnTo>
                  <a:pt x="1295" y="789"/>
                </a:lnTo>
                <a:lnTo>
                  <a:pt x="1294" y="789"/>
                </a:lnTo>
                <a:lnTo>
                  <a:pt x="1294" y="790"/>
                </a:lnTo>
                <a:lnTo>
                  <a:pt x="1293" y="791"/>
                </a:lnTo>
                <a:lnTo>
                  <a:pt x="1291" y="791"/>
                </a:lnTo>
                <a:lnTo>
                  <a:pt x="1290" y="791"/>
                </a:lnTo>
                <a:lnTo>
                  <a:pt x="1290" y="792"/>
                </a:lnTo>
                <a:lnTo>
                  <a:pt x="1290" y="791"/>
                </a:lnTo>
                <a:lnTo>
                  <a:pt x="1289" y="791"/>
                </a:lnTo>
                <a:lnTo>
                  <a:pt x="1288" y="791"/>
                </a:lnTo>
                <a:lnTo>
                  <a:pt x="1286" y="791"/>
                </a:lnTo>
                <a:lnTo>
                  <a:pt x="1285" y="791"/>
                </a:lnTo>
                <a:lnTo>
                  <a:pt x="1285" y="790"/>
                </a:lnTo>
                <a:lnTo>
                  <a:pt x="1284" y="790"/>
                </a:lnTo>
                <a:lnTo>
                  <a:pt x="1283" y="790"/>
                </a:lnTo>
                <a:lnTo>
                  <a:pt x="1282" y="789"/>
                </a:lnTo>
                <a:lnTo>
                  <a:pt x="1282" y="790"/>
                </a:lnTo>
                <a:lnTo>
                  <a:pt x="1282" y="791"/>
                </a:lnTo>
                <a:lnTo>
                  <a:pt x="1282" y="790"/>
                </a:lnTo>
                <a:lnTo>
                  <a:pt x="1281" y="790"/>
                </a:lnTo>
                <a:lnTo>
                  <a:pt x="1281" y="789"/>
                </a:lnTo>
                <a:lnTo>
                  <a:pt x="1280" y="789"/>
                </a:lnTo>
                <a:lnTo>
                  <a:pt x="1279" y="790"/>
                </a:lnTo>
                <a:lnTo>
                  <a:pt x="1279" y="791"/>
                </a:lnTo>
                <a:lnTo>
                  <a:pt x="1279" y="792"/>
                </a:lnTo>
                <a:lnTo>
                  <a:pt x="1278" y="794"/>
                </a:lnTo>
                <a:lnTo>
                  <a:pt x="1278" y="795"/>
                </a:lnTo>
                <a:lnTo>
                  <a:pt x="1278" y="796"/>
                </a:lnTo>
                <a:lnTo>
                  <a:pt x="1277" y="796"/>
                </a:lnTo>
                <a:lnTo>
                  <a:pt x="1276" y="795"/>
                </a:lnTo>
                <a:lnTo>
                  <a:pt x="1275" y="796"/>
                </a:lnTo>
                <a:lnTo>
                  <a:pt x="1274" y="796"/>
                </a:lnTo>
                <a:lnTo>
                  <a:pt x="1274" y="797"/>
                </a:lnTo>
                <a:lnTo>
                  <a:pt x="1275" y="797"/>
                </a:lnTo>
                <a:lnTo>
                  <a:pt x="1275" y="798"/>
                </a:lnTo>
                <a:lnTo>
                  <a:pt x="1275" y="799"/>
                </a:lnTo>
                <a:lnTo>
                  <a:pt x="1275" y="800"/>
                </a:lnTo>
                <a:lnTo>
                  <a:pt x="1274" y="800"/>
                </a:lnTo>
                <a:lnTo>
                  <a:pt x="1274" y="801"/>
                </a:lnTo>
                <a:lnTo>
                  <a:pt x="1275" y="802"/>
                </a:lnTo>
                <a:lnTo>
                  <a:pt x="1275" y="803"/>
                </a:lnTo>
                <a:lnTo>
                  <a:pt x="1275" y="804"/>
                </a:lnTo>
                <a:lnTo>
                  <a:pt x="1274" y="805"/>
                </a:lnTo>
                <a:lnTo>
                  <a:pt x="1275" y="805"/>
                </a:lnTo>
                <a:lnTo>
                  <a:pt x="1276" y="806"/>
                </a:lnTo>
                <a:lnTo>
                  <a:pt x="1276" y="807"/>
                </a:lnTo>
                <a:lnTo>
                  <a:pt x="1277" y="807"/>
                </a:lnTo>
                <a:lnTo>
                  <a:pt x="1277" y="808"/>
                </a:lnTo>
                <a:lnTo>
                  <a:pt x="1277" y="809"/>
                </a:lnTo>
                <a:lnTo>
                  <a:pt x="1276" y="809"/>
                </a:lnTo>
                <a:lnTo>
                  <a:pt x="1277" y="810"/>
                </a:lnTo>
                <a:lnTo>
                  <a:pt x="1278" y="811"/>
                </a:lnTo>
                <a:lnTo>
                  <a:pt x="1279" y="811"/>
                </a:lnTo>
                <a:lnTo>
                  <a:pt x="1279" y="812"/>
                </a:lnTo>
                <a:lnTo>
                  <a:pt x="1280" y="812"/>
                </a:lnTo>
                <a:lnTo>
                  <a:pt x="1280" y="813"/>
                </a:lnTo>
                <a:lnTo>
                  <a:pt x="1281" y="813"/>
                </a:lnTo>
                <a:lnTo>
                  <a:pt x="1281" y="814"/>
                </a:lnTo>
                <a:lnTo>
                  <a:pt x="1281" y="815"/>
                </a:lnTo>
                <a:lnTo>
                  <a:pt x="1280" y="815"/>
                </a:lnTo>
                <a:lnTo>
                  <a:pt x="1281" y="815"/>
                </a:lnTo>
                <a:lnTo>
                  <a:pt x="1281" y="816"/>
                </a:lnTo>
                <a:lnTo>
                  <a:pt x="1280" y="816"/>
                </a:lnTo>
                <a:lnTo>
                  <a:pt x="1280" y="817"/>
                </a:lnTo>
                <a:lnTo>
                  <a:pt x="1281" y="818"/>
                </a:lnTo>
                <a:lnTo>
                  <a:pt x="1281" y="819"/>
                </a:lnTo>
                <a:lnTo>
                  <a:pt x="1282" y="820"/>
                </a:lnTo>
                <a:lnTo>
                  <a:pt x="1282" y="821"/>
                </a:lnTo>
                <a:lnTo>
                  <a:pt x="1282" y="822"/>
                </a:lnTo>
                <a:lnTo>
                  <a:pt x="1282" y="823"/>
                </a:lnTo>
                <a:lnTo>
                  <a:pt x="1281" y="823"/>
                </a:lnTo>
                <a:lnTo>
                  <a:pt x="1281" y="822"/>
                </a:lnTo>
                <a:lnTo>
                  <a:pt x="1281" y="823"/>
                </a:lnTo>
                <a:lnTo>
                  <a:pt x="1280" y="823"/>
                </a:lnTo>
                <a:lnTo>
                  <a:pt x="1280" y="824"/>
                </a:lnTo>
                <a:lnTo>
                  <a:pt x="1278" y="824"/>
                </a:lnTo>
                <a:lnTo>
                  <a:pt x="1278" y="825"/>
                </a:lnTo>
                <a:lnTo>
                  <a:pt x="1277" y="825"/>
                </a:lnTo>
                <a:lnTo>
                  <a:pt x="1276" y="825"/>
                </a:lnTo>
                <a:lnTo>
                  <a:pt x="1275" y="825"/>
                </a:lnTo>
                <a:lnTo>
                  <a:pt x="1275" y="826"/>
                </a:lnTo>
                <a:lnTo>
                  <a:pt x="1275" y="827"/>
                </a:lnTo>
                <a:lnTo>
                  <a:pt x="1274" y="827"/>
                </a:lnTo>
                <a:lnTo>
                  <a:pt x="1274" y="828"/>
                </a:lnTo>
                <a:lnTo>
                  <a:pt x="1273" y="828"/>
                </a:lnTo>
                <a:lnTo>
                  <a:pt x="1273" y="829"/>
                </a:lnTo>
                <a:lnTo>
                  <a:pt x="1272" y="829"/>
                </a:lnTo>
                <a:lnTo>
                  <a:pt x="1272" y="828"/>
                </a:lnTo>
                <a:lnTo>
                  <a:pt x="1271" y="828"/>
                </a:lnTo>
                <a:lnTo>
                  <a:pt x="1271" y="829"/>
                </a:lnTo>
                <a:lnTo>
                  <a:pt x="1271" y="830"/>
                </a:lnTo>
                <a:lnTo>
                  <a:pt x="1271" y="831"/>
                </a:lnTo>
                <a:lnTo>
                  <a:pt x="1271" y="832"/>
                </a:lnTo>
                <a:lnTo>
                  <a:pt x="1271" y="833"/>
                </a:lnTo>
                <a:lnTo>
                  <a:pt x="1272" y="833"/>
                </a:lnTo>
                <a:lnTo>
                  <a:pt x="1272" y="834"/>
                </a:lnTo>
                <a:lnTo>
                  <a:pt x="1273" y="834"/>
                </a:lnTo>
                <a:lnTo>
                  <a:pt x="1272" y="835"/>
                </a:lnTo>
                <a:lnTo>
                  <a:pt x="1272" y="836"/>
                </a:lnTo>
                <a:lnTo>
                  <a:pt x="1271" y="836"/>
                </a:lnTo>
                <a:lnTo>
                  <a:pt x="1270" y="836"/>
                </a:lnTo>
                <a:lnTo>
                  <a:pt x="1269" y="834"/>
                </a:lnTo>
                <a:lnTo>
                  <a:pt x="1268" y="834"/>
                </a:lnTo>
                <a:lnTo>
                  <a:pt x="1268" y="835"/>
                </a:lnTo>
                <a:lnTo>
                  <a:pt x="1267" y="836"/>
                </a:lnTo>
                <a:lnTo>
                  <a:pt x="1266" y="836"/>
                </a:lnTo>
                <a:lnTo>
                  <a:pt x="1266" y="837"/>
                </a:lnTo>
                <a:lnTo>
                  <a:pt x="1265" y="837"/>
                </a:lnTo>
                <a:lnTo>
                  <a:pt x="1265" y="838"/>
                </a:lnTo>
                <a:lnTo>
                  <a:pt x="1265" y="837"/>
                </a:lnTo>
                <a:lnTo>
                  <a:pt x="1264" y="837"/>
                </a:lnTo>
                <a:lnTo>
                  <a:pt x="1264" y="838"/>
                </a:lnTo>
                <a:lnTo>
                  <a:pt x="1263" y="838"/>
                </a:lnTo>
                <a:lnTo>
                  <a:pt x="1262" y="838"/>
                </a:lnTo>
                <a:lnTo>
                  <a:pt x="1262" y="839"/>
                </a:lnTo>
                <a:lnTo>
                  <a:pt x="1261" y="840"/>
                </a:lnTo>
                <a:lnTo>
                  <a:pt x="1260" y="840"/>
                </a:lnTo>
                <a:lnTo>
                  <a:pt x="1260" y="841"/>
                </a:lnTo>
                <a:lnTo>
                  <a:pt x="1259" y="841"/>
                </a:lnTo>
                <a:lnTo>
                  <a:pt x="1258" y="841"/>
                </a:lnTo>
                <a:lnTo>
                  <a:pt x="1258" y="842"/>
                </a:lnTo>
                <a:lnTo>
                  <a:pt x="1259" y="842"/>
                </a:lnTo>
                <a:lnTo>
                  <a:pt x="1260" y="842"/>
                </a:lnTo>
                <a:lnTo>
                  <a:pt x="1261" y="843"/>
                </a:lnTo>
                <a:lnTo>
                  <a:pt x="1261" y="844"/>
                </a:lnTo>
                <a:lnTo>
                  <a:pt x="1261" y="845"/>
                </a:lnTo>
                <a:lnTo>
                  <a:pt x="1261" y="846"/>
                </a:lnTo>
                <a:lnTo>
                  <a:pt x="1261" y="847"/>
                </a:lnTo>
                <a:lnTo>
                  <a:pt x="1261" y="848"/>
                </a:lnTo>
                <a:lnTo>
                  <a:pt x="1260" y="848"/>
                </a:lnTo>
                <a:lnTo>
                  <a:pt x="1261" y="848"/>
                </a:lnTo>
                <a:lnTo>
                  <a:pt x="1262" y="848"/>
                </a:lnTo>
                <a:lnTo>
                  <a:pt x="1263" y="848"/>
                </a:lnTo>
                <a:lnTo>
                  <a:pt x="1263" y="849"/>
                </a:lnTo>
                <a:lnTo>
                  <a:pt x="1264" y="848"/>
                </a:lnTo>
                <a:lnTo>
                  <a:pt x="1265" y="848"/>
                </a:lnTo>
                <a:lnTo>
                  <a:pt x="1265" y="849"/>
                </a:lnTo>
                <a:lnTo>
                  <a:pt x="1266" y="849"/>
                </a:lnTo>
                <a:lnTo>
                  <a:pt x="1266" y="848"/>
                </a:lnTo>
                <a:lnTo>
                  <a:pt x="1267" y="848"/>
                </a:lnTo>
                <a:lnTo>
                  <a:pt x="1267" y="847"/>
                </a:lnTo>
                <a:lnTo>
                  <a:pt x="1268" y="847"/>
                </a:lnTo>
                <a:lnTo>
                  <a:pt x="1269" y="847"/>
                </a:lnTo>
                <a:lnTo>
                  <a:pt x="1270" y="847"/>
                </a:lnTo>
                <a:lnTo>
                  <a:pt x="1271" y="847"/>
                </a:lnTo>
                <a:lnTo>
                  <a:pt x="1272" y="847"/>
                </a:lnTo>
                <a:lnTo>
                  <a:pt x="1273" y="847"/>
                </a:lnTo>
                <a:lnTo>
                  <a:pt x="1273" y="848"/>
                </a:lnTo>
                <a:lnTo>
                  <a:pt x="1274" y="848"/>
                </a:lnTo>
                <a:lnTo>
                  <a:pt x="1274" y="847"/>
                </a:lnTo>
                <a:lnTo>
                  <a:pt x="1274" y="848"/>
                </a:lnTo>
                <a:lnTo>
                  <a:pt x="1275" y="848"/>
                </a:lnTo>
                <a:lnTo>
                  <a:pt x="1275" y="849"/>
                </a:lnTo>
                <a:lnTo>
                  <a:pt x="1276" y="849"/>
                </a:lnTo>
                <a:lnTo>
                  <a:pt x="1276" y="850"/>
                </a:lnTo>
                <a:lnTo>
                  <a:pt x="1277" y="850"/>
                </a:lnTo>
                <a:lnTo>
                  <a:pt x="1278" y="850"/>
                </a:lnTo>
                <a:lnTo>
                  <a:pt x="1279" y="850"/>
                </a:lnTo>
                <a:lnTo>
                  <a:pt x="1279" y="851"/>
                </a:lnTo>
                <a:lnTo>
                  <a:pt x="1280" y="851"/>
                </a:lnTo>
                <a:lnTo>
                  <a:pt x="1281" y="851"/>
                </a:lnTo>
                <a:lnTo>
                  <a:pt x="1282" y="851"/>
                </a:lnTo>
                <a:lnTo>
                  <a:pt x="1282" y="852"/>
                </a:lnTo>
                <a:lnTo>
                  <a:pt x="1282" y="853"/>
                </a:lnTo>
                <a:lnTo>
                  <a:pt x="1282" y="852"/>
                </a:lnTo>
                <a:lnTo>
                  <a:pt x="1283" y="853"/>
                </a:lnTo>
                <a:lnTo>
                  <a:pt x="1283" y="854"/>
                </a:lnTo>
                <a:lnTo>
                  <a:pt x="1283" y="853"/>
                </a:lnTo>
                <a:lnTo>
                  <a:pt x="1284" y="853"/>
                </a:lnTo>
                <a:lnTo>
                  <a:pt x="1285" y="853"/>
                </a:lnTo>
                <a:lnTo>
                  <a:pt x="1285" y="854"/>
                </a:lnTo>
                <a:lnTo>
                  <a:pt x="1284" y="854"/>
                </a:lnTo>
                <a:lnTo>
                  <a:pt x="1284" y="855"/>
                </a:lnTo>
                <a:lnTo>
                  <a:pt x="1285" y="855"/>
                </a:lnTo>
                <a:lnTo>
                  <a:pt x="1285" y="854"/>
                </a:lnTo>
                <a:lnTo>
                  <a:pt x="1286" y="855"/>
                </a:lnTo>
                <a:lnTo>
                  <a:pt x="1286" y="856"/>
                </a:lnTo>
                <a:lnTo>
                  <a:pt x="1286" y="857"/>
                </a:lnTo>
                <a:lnTo>
                  <a:pt x="1287" y="857"/>
                </a:lnTo>
                <a:lnTo>
                  <a:pt x="1287" y="859"/>
                </a:lnTo>
                <a:lnTo>
                  <a:pt x="1287" y="860"/>
                </a:lnTo>
                <a:lnTo>
                  <a:pt x="1288" y="860"/>
                </a:lnTo>
                <a:lnTo>
                  <a:pt x="1288" y="861"/>
                </a:lnTo>
                <a:lnTo>
                  <a:pt x="1289" y="861"/>
                </a:lnTo>
                <a:lnTo>
                  <a:pt x="1290" y="862"/>
                </a:lnTo>
                <a:lnTo>
                  <a:pt x="1291" y="862"/>
                </a:lnTo>
                <a:lnTo>
                  <a:pt x="1292" y="862"/>
                </a:lnTo>
                <a:lnTo>
                  <a:pt x="1292" y="863"/>
                </a:lnTo>
                <a:lnTo>
                  <a:pt x="1292" y="862"/>
                </a:lnTo>
                <a:lnTo>
                  <a:pt x="1293" y="862"/>
                </a:lnTo>
                <a:lnTo>
                  <a:pt x="1293" y="863"/>
                </a:lnTo>
                <a:lnTo>
                  <a:pt x="1294" y="863"/>
                </a:lnTo>
                <a:lnTo>
                  <a:pt x="1294" y="862"/>
                </a:lnTo>
                <a:lnTo>
                  <a:pt x="1295" y="863"/>
                </a:lnTo>
                <a:lnTo>
                  <a:pt x="1295" y="864"/>
                </a:lnTo>
                <a:lnTo>
                  <a:pt x="1295" y="865"/>
                </a:lnTo>
                <a:lnTo>
                  <a:pt x="1294" y="865"/>
                </a:lnTo>
                <a:lnTo>
                  <a:pt x="1293" y="866"/>
                </a:lnTo>
                <a:lnTo>
                  <a:pt x="1292" y="866"/>
                </a:lnTo>
                <a:lnTo>
                  <a:pt x="1292" y="867"/>
                </a:lnTo>
                <a:lnTo>
                  <a:pt x="1293" y="867"/>
                </a:lnTo>
                <a:lnTo>
                  <a:pt x="1294" y="868"/>
                </a:lnTo>
                <a:lnTo>
                  <a:pt x="1294" y="869"/>
                </a:lnTo>
                <a:lnTo>
                  <a:pt x="1294" y="870"/>
                </a:lnTo>
                <a:lnTo>
                  <a:pt x="1294" y="871"/>
                </a:lnTo>
                <a:lnTo>
                  <a:pt x="1293" y="871"/>
                </a:lnTo>
                <a:lnTo>
                  <a:pt x="1293" y="872"/>
                </a:lnTo>
                <a:lnTo>
                  <a:pt x="1294" y="872"/>
                </a:lnTo>
                <a:lnTo>
                  <a:pt x="1293" y="873"/>
                </a:lnTo>
                <a:lnTo>
                  <a:pt x="1292" y="873"/>
                </a:lnTo>
                <a:lnTo>
                  <a:pt x="1292" y="874"/>
                </a:lnTo>
                <a:lnTo>
                  <a:pt x="1292" y="875"/>
                </a:lnTo>
                <a:lnTo>
                  <a:pt x="1291" y="875"/>
                </a:lnTo>
                <a:lnTo>
                  <a:pt x="1290" y="875"/>
                </a:lnTo>
                <a:lnTo>
                  <a:pt x="1289" y="876"/>
                </a:lnTo>
                <a:lnTo>
                  <a:pt x="1288" y="875"/>
                </a:lnTo>
                <a:lnTo>
                  <a:pt x="1287" y="875"/>
                </a:lnTo>
                <a:lnTo>
                  <a:pt x="1287" y="874"/>
                </a:lnTo>
                <a:lnTo>
                  <a:pt x="1286" y="874"/>
                </a:lnTo>
                <a:lnTo>
                  <a:pt x="1285" y="874"/>
                </a:lnTo>
                <a:lnTo>
                  <a:pt x="1284" y="875"/>
                </a:lnTo>
                <a:lnTo>
                  <a:pt x="1283" y="875"/>
                </a:lnTo>
                <a:lnTo>
                  <a:pt x="1283" y="874"/>
                </a:lnTo>
                <a:lnTo>
                  <a:pt x="1283" y="873"/>
                </a:lnTo>
                <a:lnTo>
                  <a:pt x="1282" y="873"/>
                </a:lnTo>
                <a:lnTo>
                  <a:pt x="1282" y="872"/>
                </a:lnTo>
                <a:lnTo>
                  <a:pt x="1281" y="872"/>
                </a:lnTo>
                <a:lnTo>
                  <a:pt x="1280" y="872"/>
                </a:lnTo>
                <a:lnTo>
                  <a:pt x="1279" y="872"/>
                </a:lnTo>
                <a:lnTo>
                  <a:pt x="1279" y="871"/>
                </a:lnTo>
                <a:lnTo>
                  <a:pt x="1278" y="871"/>
                </a:lnTo>
                <a:lnTo>
                  <a:pt x="1277" y="872"/>
                </a:lnTo>
                <a:lnTo>
                  <a:pt x="1276" y="872"/>
                </a:lnTo>
                <a:lnTo>
                  <a:pt x="1276" y="873"/>
                </a:lnTo>
                <a:lnTo>
                  <a:pt x="1276" y="874"/>
                </a:lnTo>
                <a:lnTo>
                  <a:pt x="1275" y="874"/>
                </a:lnTo>
                <a:lnTo>
                  <a:pt x="1275" y="875"/>
                </a:lnTo>
                <a:lnTo>
                  <a:pt x="1274" y="875"/>
                </a:lnTo>
                <a:lnTo>
                  <a:pt x="1274" y="876"/>
                </a:lnTo>
                <a:lnTo>
                  <a:pt x="1275" y="876"/>
                </a:lnTo>
                <a:lnTo>
                  <a:pt x="1276" y="876"/>
                </a:lnTo>
                <a:lnTo>
                  <a:pt x="1277" y="876"/>
                </a:lnTo>
                <a:lnTo>
                  <a:pt x="1277" y="875"/>
                </a:lnTo>
                <a:lnTo>
                  <a:pt x="1278" y="875"/>
                </a:lnTo>
                <a:lnTo>
                  <a:pt x="1279" y="876"/>
                </a:lnTo>
                <a:lnTo>
                  <a:pt x="1280" y="877"/>
                </a:lnTo>
                <a:lnTo>
                  <a:pt x="1281" y="878"/>
                </a:lnTo>
                <a:lnTo>
                  <a:pt x="1281" y="879"/>
                </a:lnTo>
                <a:lnTo>
                  <a:pt x="1280" y="879"/>
                </a:lnTo>
                <a:lnTo>
                  <a:pt x="1281" y="880"/>
                </a:lnTo>
                <a:lnTo>
                  <a:pt x="1281" y="881"/>
                </a:lnTo>
                <a:lnTo>
                  <a:pt x="1281" y="882"/>
                </a:lnTo>
                <a:lnTo>
                  <a:pt x="1281" y="883"/>
                </a:lnTo>
                <a:lnTo>
                  <a:pt x="1282" y="883"/>
                </a:lnTo>
                <a:lnTo>
                  <a:pt x="1282" y="884"/>
                </a:lnTo>
                <a:lnTo>
                  <a:pt x="1282" y="885"/>
                </a:lnTo>
                <a:lnTo>
                  <a:pt x="1283" y="885"/>
                </a:lnTo>
                <a:lnTo>
                  <a:pt x="1283" y="886"/>
                </a:lnTo>
                <a:lnTo>
                  <a:pt x="1282" y="887"/>
                </a:lnTo>
                <a:lnTo>
                  <a:pt x="1282" y="888"/>
                </a:lnTo>
                <a:lnTo>
                  <a:pt x="1281" y="890"/>
                </a:lnTo>
                <a:lnTo>
                  <a:pt x="1280" y="890"/>
                </a:lnTo>
                <a:lnTo>
                  <a:pt x="1280" y="889"/>
                </a:lnTo>
                <a:lnTo>
                  <a:pt x="1279" y="889"/>
                </a:lnTo>
                <a:lnTo>
                  <a:pt x="1279" y="890"/>
                </a:lnTo>
                <a:lnTo>
                  <a:pt x="1278" y="890"/>
                </a:lnTo>
                <a:lnTo>
                  <a:pt x="1277" y="889"/>
                </a:lnTo>
                <a:lnTo>
                  <a:pt x="1276" y="889"/>
                </a:lnTo>
                <a:lnTo>
                  <a:pt x="1275" y="890"/>
                </a:lnTo>
                <a:lnTo>
                  <a:pt x="1275" y="891"/>
                </a:lnTo>
                <a:lnTo>
                  <a:pt x="1276" y="892"/>
                </a:lnTo>
                <a:lnTo>
                  <a:pt x="1276" y="893"/>
                </a:lnTo>
                <a:lnTo>
                  <a:pt x="1276" y="894"/>
                </a:lnTo>
                <a:lnTo>
                  <a:pt x="1276" y="895"/>
                </a:lnTo>
                <a:lnTo>
                  <a:pt x="1275" y="895"/>
                </a:lnTo>
                <a:lnTo>
                  <a:pt x="1274" y="896"/>
                </a:lnTo>
                <a:lnTo>
                  <a:pt x="1274" y="897"/>
                </a:lnTo>
                <a:lnTo>
                  <a:pt x="1273" y="897"/>
                </a:lnTo>
                <a:lnTo>
                  <a:pt x="1273" y="898"/>
                </a:lnTo>
                <a:lnTo>
                  <a:pt x="1273" y="899"/>
                </a:lnTo>
                <a:lnTo>
                  <a:pt x="1273" y="900"/>
                </a:lnTo>
                <a:lnTo>
                  <a:pt x="1274" y="901"/>
                </a:lnTo>
                <a:lnTo>
                  <a:pt x="1274" y="902"/>
                </a:lnTo>
                <a:lnTo>
                  <a:pt x="1273" y="902"/>
                </a:lnTo>
                <a:lnTo>
                  <a:pt x="1273" y="903"/>
                </a:lnTo>
                <a:lnTo>
                  <a:pt x="1273" y="904"/>
                </a:lnTo>
                <a:lnTo>
                  <a:pt x="1273" y="905"/>
                </a:lnTo>
                <a:lnTo>
                  <a:pt x="1272" y="905"/>
                </a:lnTo>
                <a:lnTo>
                  <a:pt x="1271" y="905"/>
                </a:lnTo>
                <a:lnTo>
                  <a:pt x="1271" y="906"/>
                </a:lnTo>
                <a:lnTo>
                  <a:pt x="1271" y="907"/>
                </a:lnTo>
                <a:lnTo>
                  <a:pt x="1270" y="908"/>
                </a:lnTo>
                <a:lnTo>
                  <a:pt x="1269" y="909"/>
                </a:lnTo>
                <a:lnTo>
                  <a:pt x="1268" y="910"/>
                </a:lnTo>
                <a:lnTo>
                  <a:pt x="1267" y="910"/>
                </a:lnTo>
                <a:lnTo>
                  <a:pt x="1267" y="911"/>
                </a:lnTo>
                <a:lnTo>
                  <a:pt x="1268" y="911"/>
                </a:lnTo>
                <a:lnTo>
                  <a:pt x="1268" y="912"/>
                </a:lnTo>
                <a:lnTo>
                  <a:pt x="1268" y="913"/>
                </a:lnTo>
                <a:lnTo>
                  <a:pt x="1268" y="914"/>
                </a:lnTo>
                <a:lnTo>
                  <a:pt x="1269" y="914"/>
                </a:lnTo>
                <a:lnTo>
                  <a:pt x="1270" y="914"/>
                </a:lnTo>
                <a:lnTo>
                  <a:pt x="1271" y="914"/>
                </a:lnTo>
                <a:lnTo>
                  <a:pt x="1272" y="913"/>
                </a:lnTo>
                <a:lnTo>
                  <a:pt x="1271" y="913"/>
                </a:lnTo>
                <a:lnTo>
                  <a:pt x="1272" y="913"/>
                </a:lnTo>
                <a:lnTo>
                  <a:pt x="1273" y="914"/>
                </a:lnTo>
                <a:lnTo>
                  <a:pt x="1273" y="915"/>
                </a:lnTo>
                <a:lnTo>
                  <a:pt x="1274" y="915"/>
                </a:lnTo>
                <a:lnTo>
                  <a:pt x="1275" y="916"/>
                </a:lnTo>
                <a:lnTo>
                  <a:pt x="1275" y="917"/>
                </a:lnTo>
                <a:lnTo>
                  <a:pt x="1274" y="918"/>
                </a:lnTo>
                <a:lnTo>
                  <a:pt x="1273" y="918"/>
                </a:lnTo>
                <a:lnTo>
                  <a:pt x="1272" y="919"/>
                </a:lnTo>
                <a:lnTo>
                  <a:pt x="1272" y="920"/>
                </a:lnTo>
                <a:lnTo>
                  <a:pt x="1272" y="921"/>
                </a:lnTo>
                <a:lnTo>
                  <a:pt x="1272" y="922"/>
                </a:lnTo>
                <a:lnTo>
                  <a:pt x="1272" y="923"/>
                </a:lnTo>
                <a:lnTo>
                  <a:pt x="1273" y="923"/>
                </a:lnTo>
                <a:lnTo>
                  <a:pt x="1274" y="923"/>
                </a:lnTo>
                <a:lnTo>
                  <a:pt x="1274" y="924"/>
                </a:lnTo>
                <a:lnTo>
                  <a:pt x="1274" y="926"/>
                </a:lnTo>
                <a:lnTo>
                  <a:pt x="1274" y="927"/>
                </a:lnTo>
                <a:lnTo>
                  <a:pt x="1274" y="928"/>
                </a:lnTo>
                <a:lnTo>
                  <a:pt x="1274" y="929"/>
                </a:lnTo>
                <a:lnTo>
                  <a:pt x="1274" y="930"/>
                </a:lnTo>
                <a:lnTo>
                  <a:pt x="1274" y="931"/>
                </a:lnTo>
                <a:lnTo>
                  <a:pt x="1275" y="931"/>
                </a:lnTo>
                <a:lnTo>
                  <a:pt x="1276" y="931"/>
                </a:lnTo>
                <a:lnTo>
                  <a:pt x="1276" y="932"/>
                </a:lnTo>
                <a:lnTo>
                  <a:pt x="1276" y="931"/>
                </a:lnTo>
                <a:lnTo>
                  <a:pt x="1277" y="931"/>
                </a:lnTo>
                <a:lnTo>
                  <a:pt x="1278" y="932"/>
                </a:lnTo>
                <a:lnTo>
                  <a:pt x="1279" y="933"/>
                </a:lnTo>
                <a:lnTo>
                  <a:pt x="1279" y="934"/>
                </a:lnTo>
                <a:lnTo>
                  <a:pt x="1280" y="934"/>
                </a:lnTo>
                <a:lnTo>
                  <a:pt x="1280" y="935"/>
                </a:lnTo>
                <a:lnTo>
                  <a:pt x="1280" y="936"/>
                </a:lnTo>
                <a:lnTo>
                  <a:pt x="1281" y="936"/>
                </a:lnTo>
                <a:lnTo>
                  <a:pt x="1281" y="937"/>
                </a:lnTo>
                <a:lnTo>
                  <a:pt x="1281" y="938"/>
                </a:lnTo>
                <a:lnTo>
                  <a:pt x="1282" y="938"/>
                </a:lnTo>
                <a:lnTo>
                  <a:pt x="1282" y="939"/>
                </a:lnTo>
                <a:lnTo>
                  <a:pt x="1283" y="939"/>
                </a:lnTo>
                <a:lnTo>
                  <a:pt x="1283" y="940"/>
                </a:lnTo>
                <a:lnTo>
                  <a:pt x="1283" y="941"/>
                </a:lnTo>
                <a:lnTo>
                  <a:pt x="1283" y="942"/>
                </a:lnTo>
                <a:lnTo>
                  <a:pt x="1282" y="943"/>
                </a:lnTo>
                <a:lnTo>
                  <a:pt x="1282" y="944"/>
                </a:lnTo>
                <a:lnTo>
                  <a:pt x="1283" y="944"/>
                </a:lnTo>
                <a:lnTo>
                  <a:pt x="1282" y="944"/>
                </a:lnTo>
                <a:lnTo>
                  <a:pt x="1281" y="944"/>
                </a:lnTo>
                <a:lnTo>
                  <a:pt x="1280" y="944"/>
                </a:lnTo>
                <a:lnTo>
                  <a:pt x="1280" y="946"/>
                </a:lnTo>
                <a:lnTo>
                  <a:pt x="1281" y="947"/>
                </a:lnTo>
                <a:lnTo>
                  <a:pt x="1281" y="948"/>
                </a:lnTo>
                <a:lnTo>
                  <a:pt x="1281" y="949"/>
                </a:lnTo>
                <a:lnTo>
                  <a:pt x="1280" y="949"/>
                </a:lnTo>
                <a:lnTo>
                  <a:pt x="1280" y="950"/>
                </a:lnTo>
                <a:lnTo>
                  <a:pt x="1279" y="950"/>
                </a:lnTo>
                <a:lnTo>
                  <a:pt x="1278" y="950"/>
                </a:lnTo>
                <a:lnTo>
                  <a:pt x="1277" y="951"/>
                </a:lnTo>
                <a:lnTo>
                  <a:pt x="1276" y="950"/>
                </a:lnTo>
                <a:lnTo>
                  <a:pt x="1276" y="949"/>
                </a:lnTo>
                <a:lnTo>
                  <a:pt x="1275" y="948"/>
                </a:lnTo>
                <a:lnTo>
                  <a:pt x="1274" y="948"/>
                </a:lnTo>
                <a:lnTo>
                  <a:pt x="1274" y="949"/>
                </a:lnTo>
                <a:lnTo>
                  <a:pt x="1273" y="949"/>
                </a:lnTo>
                <a:lnTo>
                  <a:pt x="1273" y="950"/>
                </a:lnTo>
                <a:lnTo>
                  <a:pt x="1273" y="949"/>
                </a:lnTo>
                <a:lnTo>
                  <a:pt x="1272" y="948"/>
                </a:lnTo>
                <a:lnTo>
                  <a:pt x="1271" y="947"/>
                </a:lnTo>
                <a:lnTo>
                  <a:pt x="1271" y="946"/>
                </a:lnTo>
                <a:lnTo>
                  <a:pt x="1271" y="945"/>
                </a:lnTo>
                <a:lnTo>
                  <a:pt x="1271" y="944"/>
                </a:lnTo>
                <a:lnTo>
                  <a:pt x="1271" y="943"/>
                </a:lnTo>
                <a:lnTo>
                  <a:pt x="1271" y="942"/>
                </a:lnTo>
                <a:lnTo>
                  <a:pt x="1271" y="941"/>
                </a:lnTo>
                <a:lnTo>
                  <a:pt x="1271" y="940"/>
                </a:lnTo>
                <a:lnTo>
                  <a:pt x="1270" y="940"/>
                </a:lnTo>
                <a:lnTo>
                  <a:pt x="1268" y="940"/>
                </a:lnTo>
                <a:lnTo>
                  <a:pt x="1267" y="940"/>
                </a:lnTo>
                <a:lnTo>
                  <a:pt x="1266" y="940"/>
                </a:lnTo>
                <a:lnTo>
                  <a:pt x="1265" y="940"/>
                </a:lnTo>
                <a:lnTo>
                  <a:pt x="1264" y="940"/>
                </a:lnTo>
                <a:lnTo>
                  <a:pt x="1264" y="941"/>
                </a:lnTo>
                <a:lnTo>
                  <a:pt x="1264" y="942"/>
                </a:lnTo>
                <a:lnTo>
                  <a:pt x="1263" y="942"/>
                </a:lnTo>
                <a:lnTo>
                  <a:pt x="1262" y="942"/>
                </a:lnTo>
                <a:lnTo>
                  <a:pt x="1262" y="943"/>
                </a:lnTo>
                <a:lnTo>
                  <a:pt x="1261" y="943"/>
                </a:lnTo>
                <a:lnTo>
                  <a:pt x="1260" y="943"/>
                </a:lnTo>
                <a:lnTo>
                  <a:pt x="1259" y="942"/>
                </a:lnTo>
                <a:lnTo>
                  <a:pt x="1259" y="941"/>
                </a:lnTo>
                <a:lnTo>
                  <a:pt x="1257" y="941"/>
                </a:lnTo>
                <a:lnTo>
                  <a:pt x="1256" y="941"/>
                </a:lnTo>
                <a:lnTo>
                  <a:pt x="1255" y="941"/>
                </a:lnTo>
                <a:lnTo>
                  <a:pt x="1255" y="942"/>
                </a:lnTo>
                <a:lnTo>
                  <a:pt x="1254" y="943"/>
                </a:lnTo>
                <a:lnTo>
                  <a:pt x="1252" y="944"/>
                </a:lnTo>
                <a:lnTo>
                  <a:pt x="1252" y="945"/>
                </a:lnTo>
                <a:lnTo>
                  <a:pt x="1251" y="945"/>
                </a:lnTo>
                <a:lnTo>
                  <a:pt x="1251" y="946"/>
                </a:lnTo>
                <a:lnTo>
                  <a:pt x="1250" y="946"/>
                </a:lnTo>
                <a:lnTo>
                  <a:pt x="1250" y="945"/>
                </a:lnTo>
                <a:lnTo>
                  <a:pt x="1249" y="946"/>
                </a:lnTo>
                <a:lnTo>
                  <a:pt x="1248" y="946"/>
                </a:lnTo>
                <a:lnTo>
                  <a:pt x="1248" y="947"/>
                </a:lnTo>
                <a:lnTo>
                  <a:pt x="1247" y="947"/>
                </a:lnTo>
                <a:lnTo>
                  <a:pt x="1246" y="947"/>
                </a:lnTo>
                <a:lnTo>
                  <a:pt x="1245" y="946"/>
                </a:lnTo>
                <a:lnTo>
                  <a:pt x="1244" y="946"/>
                </a:lnTo>
                <a:lnTo>
                  <a:pt x="1243" y="946"/>
                </a:lnTo>
                <a:lnTo>
                  <a:pt x="1243" y="945"/>
                </a:lnTo>
                <a:lnTo>
                  <a:pt x="1243" y="944"/>
                </a:lnTo>
                <a:lnTo>
                  <a:pt x="1244" y="944"/>
                </a:lnTo>
                <a:lnTo>
                  <a:pt x="1243" y="944"/>
                </a:lnTo>
                <a:lnTo>
                  <a:pt x="1242" y="944"/>
                </a:lnTo>
                <a:lnTo>
                  <a:pt x="1242" y="945"/>
                </a:lnTo>
                <a:lnTo>
                  <a:pt x="1241" y="945"/>
                </a:lnTo>
                <a:lnTo>
                  <a:pt x="1240" y="945"/>
                </a:lnTo>
                <a:lnTo>
                  <a:pt x="1240" y="944"/>
                </a:lnTo>
                <a:lnTo>
                  <a:pt x="1240" y="943"/>
                </a:lnTo>
                <a:lnTo>
                  <a:pt x="1241" y="943"/>
                </a:lnTo>
                <a:lnTo>
                  <a:pt x="1242" y="943"/>
                </a:lnTo>
                <a:lnTo>
                  <a:pt x="1242" y="942"/>
                </a:lnTo>
                <a:lnTo>
                  <a:pt x="1242" y="941"/>
                </a:lnTo>
                <a:lnTo>
                  <a:pt x="1241" y="942"/>
                </a:lnTo>
                <a:lnTo>
                  <a:pt x="1240" y="941"/>
                </a:lnTo>
                <a:lnTo>
                  <a:pt x="1239" y="941"/>
                </a:lnTo>
                <a:lnTo>
                  <a:pt x="1239" y="940"/>
                </a:lnTo>
                <a:lnTo>
                  <a:pt x="1238" y="940"/>
                </a:lnTo>
                <a:lnTo>
                  <a:pt x="1237" y="941"/>
                </a:lnTo>
                <a:lnTo>
                  <a:pt x="1236" y="941"/>
                </a:lnTo>
                <a:lnTo>
                  <a:pt x="1235" y="941"/>
                </a:lnTo>
                <a:lnTo>
                  <a:pt x="1234" y="941"/>
                </a:lnTo>
                <a:lnTo>
                  <a:pt x="1234" y="942"/>
                </a:lnTo>
                <a:lnTo>
                  <a:pt x="1233" y="942"/>
                </a:lnTo>
                <a:lnTo>
                  <a:pt x="1232" y="942"/>
                </a:lnTo>
                <a:lnTo>
                  <a:pt x="1232" y="941"/>
                </a:lnTo>
                <a:lnTo>
                  <a:pt x="1231" y="941"/>
                </a:lnTo>
                <a:lnTo>
                  <a:pt x="1230" y="941"/>
                </a:lnTo>
                <a:lnTo>
                  <a:pt x="1229" y="941"/>
                </a:lnTo>
                <a:lnTo>
                  <a:pt x="1228" y="941"/>
                </a:lnTo>
                <a:lnTo>
                  <a:pt x="1228" y="940"/>
                </a:lnTo>
                <a:lnTo>
                  <a:pt x="1227" y="940"/>
                </a:lnTo>
                <a:lnTo>
                  <a:pt x="1226" y="940"/>
                </a:lnTo>
                <a:lnTo>
                  <a:pt x="1226" y="941"/>
                </a:lnTo>
                <a:lnTo>
                  <a:pt x="1227" y="941"/>
                </a:lnTo>
                <a:lnTo>
                  <a:pt x="1227" y="942"/>
                </a:lnTo>
                <a:lnTo>
                  <a:pt x="1226" y="943"/>
                </a:lnTo>
                <a:lnTo>
                  <a:pt x="1225" y="943"/>
                </a:lnTo>
                <a:lnTo>
                  <a:pt x="1225" y="944"/>
                </a:lnTo>
                <a:lnTo>
                  <a:pt x="1225" y="945"/>
                </a:lnTo>
                <a:lnTo>
                  <a:pt x="1224" y="945"/>
                </a:lnTo>
                <a:lnTo>
                  <a:pt x="1223" y="946"/>
                </a:lnTo>
                <a:lnTo>
                  <a:pt x="1222" y="946"/>
                </a:lnTo>
                <a:lnTo>
                  <a:pt x="1222" y="945"/>
                </a:lnTo>
                <a:lnTo>
                  <a:pt x="1221" y="945"/>
                </a:lnTo>
                <a:lnTo>
                  <a:pt x="1221" y="946"/>
                </a:lnTo>
                <a:lnTo>
                  <a:pt x="1221" y="947"/>
                </a:lnTo>
                <a:lnTo>
                  <a:pt x="1221" y="948"/>
                </a:lnTo>
                <a:lnTo>
                  <a:pt x="1220" y="948"/>
                </a:lnTo>
                <a:lnTo>
                  <a:pt x="1219" y="948"/>
                </a:lnTo>
                <a:lnTo>
                  <a:pt x="1219" y="950"/>
                </a:lnTo>
                <a:lnTo>
                  <a:pt x="1218" y="951"/>
                </a:lnTo>
                <a:lnTo>
                  <a:pt x="1217" y="952"/>
                </a:lnTo>
                <a:lnTo>
                  <a:pt x="1216" y="952"/>
                </a:lnTo>
                <a:lnTo>
                  <a:pt x="1216" y="953"/>
                </a:lnTo>
                <a:lnTo>
                  <a:pt x="1216" y="954"/>
                </a:lnTo>
                <a:lnTo>
                  <a:pt x="1216" y="955"/>
                </a:lnTo>
                <a:lnTo>
                  <a:pt x="1216" y="956"/>
                </a:lnTo>
                <a:lnTo>
                  <a:pt x="1215" y="956"/>
                </a:lnTo>
                <a:lnTo>
                  <a:pt x="1215" y="957"/>
                </a:lnTo>
                <a:lnTo>
                  <a:pt x="1216" y="958"/>
                </a:lnTo>
                <a:lnTo>
                  <a:pt x="1216" y="959"/>
                </a:lnTo>
                <a:lnTo>
                  <a:pt x="1216" y="960"/>
                </a:lnTo>
                <a:lnTo>
                  <a:pt x="1216" y="961"/>
                </a:lnTo>
                <a:lnTo>
                  <a:pt x="1215" y="961"/>
                </a:lnTo>
                <a:lnTo>
                  <a:pt x="1215" y="962"/>
                </a:lnTo>
                <a:lnTo>
                  <a:pt x="1215" y="963"/>
                </a:lnTo>
                <a:lnTo>
                  <a:pt x="1215" y="964"/>
                </a:lnTo>
                <a:lnTo>
                  <a:pt x="1214" y="964"/>
                </a:lnTo>
                <a:lnTo>
                  <a:pt x="1213" y="964"/>
                </a:lnTo>
                <a:lnTo>
                  <a:pt x="1212" y="964"/>
                </a:lnTo>
                <a:lnTo>
                  <a:pt x="1211" y="964"/>
                </a:lnTo>
                <a:lnTo>
                  <a:pt x="1211" y="963"/>
                </a:lnTo>
                <a:lnTo>
                  <a:pt x="1210" y="963"/>
                </a:lnTo>
                <a:lnTo>
                  <a:pt x="1210" y="964"/>
                </a:lnTo>
                <a:lnTo>
                  <a:pt x="1210" y="965"/>
                </a:lnTo>
                <a:lnTo>
                  <a:pt x="1209" y="965"/>
                </a:lnTo>
                <a:lnTo>
                  <a:pt x="1208" y="964"/>
                </a:lnTo>
                <a:lnTo>
                  <a:pt x="1207" y="964"/>
                </a:lnTo>
                <a:lnTo>
                  <a:pt x="1206" y="963"/>
                </a:lnTo>
                <a:lnTo>
                  <a:pt x="1204" y="963"/>
                </a:lnTo>
                <a:lnTo>
                  <a:pt x="1204" y="964"/>
                </a:lnTo>
                <a:lnTo>
                  <a:pt x="1204" y="965"/>
                </a:lnTo>
                <a:lnTo>
                  <a:pt x="1205" y="965"/>
                </a:lnTo>
                <a:lnTo>
                  <a:pt x="1205" y="966"/>
                </a:lnTo>
                <a:lnTo>
                  <a:pt x="1206" y="966"/>
                </a:lnTo>
                <a:lnTo>
                  <a:pt x="1206" y="967"/>
                </a:lnTo>
                <a:lnTo>
                  <a:pt x="1207" y="968"/>
                </a:lnTo>
                <a:lnTo>
                  <a:pt x="1208" y="968"/>
                </a:lnTo>
                <a:lnTo>
                  <a:pt x="1209" y="970"/>
                </a:lnTo>
                <a:lnTo>
                  <a:pt x="1208" y="971"/>
                </a:lnTo>
                <a:lnTo>
                  <a:pt x="1207" y="971"/>
                </a:lnTo>
                <a:lnTo>
                  <a:pt x="1207" y="972"/>
                </a:lnTo>
                <a:lnTo>
                  <a:pt x="1208" y="973"/>
                </a:lnTo>
                <a:lnTo>
                  <a:pt x="1208" y="974"/>
                </a:lnTo>
                <a:lnTo>
                  <a:pt x="1209" y="974"/>
                </a:lnTo>
                <a:lnTo>
                  <a:pt x="1210" y="974"/>
                </a:lnTo>
                <a:lnTo>
                  <a:pt x="1211" y="974"/>
                </a:lnTo>
                <a:lnTo>
                  <a:pt x="1212" y="974"/>
                </a:lnTo>
                <a:lnTo>
                  <a:pt x="1211" y="975"/>
                </a:lnTo>
                <a:lnTo>
                  <a:pt x="1212" y="976"/>
                </a:lnTo>
                <a:lnTo>
                  <a:pt x="1213" y="976"/>
                </a:lnTo>
                <a:lnTo>
                  <a:pt x="1213" y="977"/>
                </a:lnTo>
                <a:lnTo>
                  <a:pt x="1213" y="976"/>
                </a:lnTo>
                <a:lnTo>
                  <a:pt x="1214" y="977"/>
                </a:lnTo>
                <a:lnTo>
                  <a:pt x="1215" y="977"/>
                </a:lnTo>
                <a:lnTo>
                  <a:pt x="1216" y="977"/>
                </a:lnTo>
                <a:lnTo>
                  <a:pt x="1216" y="978"/>
                </a:lnTo>
                <a:lnTo>
                  <a:pt x="1217" y="979"/>
                </a:lnTo>
                <a:lnTo>
                  <a:pt x="1218" y="979"/>
                </a:lnTo>
                <a:lnTo>
                  <a:pt x="1219" y="979"/>
                </a:lnTo>
                <a:lnTo>
                  <a:pt x="1220" y="979"/>
                </a:lnTo>
                <a:lnTo>
                  <a:pt x="1221" y="979"/>
                </a:lnTo>
                <a:lnTo>
                  <a:pt x="1221" y="978"/>
                </a:lnTo>
                <a:lnTo>
                  <a:pt x="1222" y="978"/>
                </a:lnTo>
                <a:lnTo>
                  <a:pt x="1223" y="978"/>
                </a:lnTo>
                <a:lnTo>
                  <a:pt x="1224" y="979"/>
                </a:lnTo>
                <a:lnTo>
                  <a:pt x="1225" y="980"/>
                </a:lnTo>
                <a:lnTo>
                  <a:pt x="1224" y="980"/>
                </a:lnTo>
                <a:lnTo>
                  <a:pt x="1225" y="980"/>
                </a:lnTo>
                <a:lnTo>
                  <a:pt x="1226" y="981"/>
                </a:lnTo>
                <a:lnTo>
                  <a:pt x="1225" y="981"/>
                </a:lnTo>
                <a:lnTo>
                  <a:pt x="1225" y="982"/>
                </a:lnTo>
                <a:lnTo>
                  <a:pt x="1226" y="982"/>
                </a:lnTo>
                <a:lnTo>
                  <a:pt x="1227" y="981"/>
                </a:lnTo>
                <a:lnTo>
                  <a:pt x="1227" y="982"/>
                </a:lnTo>
                <a:lnTo>
                  <a:pt x="1227" y="983"/>
                </a:lnTo>
                <a:lnTo>
                  <a:pt x="1227" y="984"/>
                </a:lnTo>
                <a:lnTo>
                  <a:pt x="1228" y="985"/>
                </a:lnTo>
                <a:lnTo>
                  <a:pt x="1228" y="986"/>
                </a:lnTo>
                <a:lnTo>
                  <a:pt x="1228" y="987"/>
                </a:lnTo>
                <a:lnTo>
                  <a:pt x="1228" y="988"/>
                </a:lnTo>
                <a:lnTo>
                  <a:pt x="1227" y="988"/>
                </a:lnTo>
                <a:lnTo>
                  <a:pt x="1226" y="988"/>
                </a:lnTo>
                <a:lnTo>
                  <a:pt x="1225" y="987"/>
                </a:lnTo>
                <a:lnTo>
                  <a:pt x="1225" y="986"/>
                </a:lnTo>
                <a:lnTo>
                  <a:pt x="1226" y="986"/>
                </a:lnTo>
                <a:lnTo>
                  <a:pt x="1226" y="985"/>
                </a:lnTo>
                <a:lnTo>
                  <a:pt x="1225" y="985"/>
                </a:lnTo>
                <a:lnTo>
                  <a:pt x="1224" y="985"/>
                </a:lnTo>
                <a:lnTo>
                  <a:pt x="1225" y="984"/>
                </a:lnTo>
                <a:lnTo>
                  <a:pt x="1225" y="983"/>
                </a:lnTo>
                <a:lnTo>
                  <a:pt x="1224" y="983"/>
                </a:lnTo>
                <a:lnTo>
                  <a:pt x="1224" y="984"/>
                </a:lnTo>
                <a:lnTo>
                  <a:pt x="1223" y="985"/>
                </a:lnTo>
                <a:lnTo>
                  <a:pt x="1223" y="986"/>
                </a:lnTo>
                <a:lnTo>
                  <a:pt x="1224" y="986"/>
                </a:lnTo>
                <a:lnTo>
                  <a:pt x="1223" y="986"/>
                </a:lnTo>
                <a:lnTo>
                  <a:pt x="1223" y="987"/>
                </a:lnTo>
                <a:lnTo>
                  <a:pt x="1222" y="987"/>
                </a:lnTo>
                <a:lnTo>
                  <a:pt x="1221" y="988"/>
                </a:lnTo>
                <a:lnTo>
                  <a:pt x="1222" y="989"/>
                </a:lnTo>
                <a:lnTo>
                  <a:pt x="1223" y="988"/>
                </a:lnTo>
                <a:lnTo>
                  <a:pt x="1224" y="988"/>
                </a:lnTo>
                <a:lnTo>
                  <a:pt x="1224" y="989"/>
                </a:lnTo>
                <a:lnTo>
                  <a:pt x="1223" y="989"/>
                </a:lnTo>
                <a:lnTo>
                  <a:pt x="1223" y="990"/>
                </a:lnTo>
                <a:lnTo>
                  <a:pt x="1223" y="989"/>
                </a:lnTo>
                <a:lnTo>
                  <a:pt x="1222" y="990"/>
                </a:lnTo>
                <a:lnTo>
                  <a:pt x="1223" y="990"/>
                </a:lnTo>
                <a:lnTo>
                  <a:pt x="1223" y="991"/>
                </a:lnTo>
                <a:lnTo>
                  <a:pt x="1224" y="991"/>
                </a:lnTo>
                <a:lnTo>
                  <a:pt x="1225" y="991"/>
                </a:lnTo>
                <a:lnTo>
                  <a:pt x="1224" y="992"/>
                </a:lnTo>
                <a:lnTo>
                  <a:pt x="1223" y="992"/>
                </a:lnTo>
                <a:lnTo>
                  <a:pt x="1223" y="994"/>
                </a:lnTo>
                <a:lnTo>
                  <a:pt x="1224" y="995"/>
                </a:lnTo>
                <a:lnTo>
                  <a:pt x="1224" y="996"/>
                </a:lnTo>
                <a:lnTo>
                  <a:pt x="1223" y="996"/>
                </a:lnTo>
                <a:lnTo>
                  <a:pt x="1223" y="997"/>
                </a:lnTo>
                <a:lnTo>
                  <a:pt x="1222" y="998"/>
                </a:lnTo>
                <a:lnTo>
                  <a:pt x="1224" y="999"/>
                </a:lnTo>
                <a:lnTo>
                  <a:pt x="1224" y="1000"/>
                </a:lnTo>
                <a:lnTo>
                  <a:pt x="1224" y="1001"/>
                </a:lnTo>
                <a:lnTo>
                  <a:pt x="1223" y="1001"/>
                </a:lnTo>
                <a:lnTo>
                  <a:pt x="1223" y="1002"/>
                </a:lnTo>
                <a:lnTo>
                  <a:pt x="1223" y="1003"/>
                </a:lnTo>
                <a:lnTo>
                  <a:pt x="1223" y="1004"/>
                </a:lnTo>
                <a:lnTo>
                  <a:pt x="1222" y="1004"/>
                </a:lnTo>
                <a:lnTo>
                  <a:pt x="1221" y="1004"/>
                </a:lnTo>
                <a:lnTo>
                  <a:pt x="1221" y="1005"/>
                </a:lnTo>
                <a:lnTo>
                  <a:pt x="1220" y="1006"/>
                </a:lnTo>
                <a:lnTo>
                  <a:pt x="1220" y="1007"/>
                </a:lnTo>
                <a:lnTo>
                  <a:pt x="1219" y="1007"/>
                </a:lnTo>
                <a:lnTo>
                  <a:pt x="1219" y="1008"/>
                </a:lnTo>
                <a:lnTo>
                  <a:pt x="1219" y="1009"/>
                </a:lnTo>
                <a:lnTo>
                  <a:pt x="1218" y="1009"/>
                </a:lnTo>
                <a:lnTo>
                  <a:pt x="1217" y="1009"/>
                </a:lnTo>
                <a:lnTo>
                  <a:pt x="1217" y="1008"/>
                </a:lnTo>
                <a:lnTo>
                  <a:pt x="1216" y="1008"/>
                </a:lnTo>
                <a:lnTo>
                  <a:pt x="1215" y="1008"/>
                </a:lnTo>
                <a:lnTo>
                  <a:pt x="1215" y="1007"/>
                </a:lnTo>
                <a:lnTo>
                  <a:pt x="1215" y="1008"/>
                </a:lnTo>
                <a:lnTo>
                  <a:pt x="1214" y="1008"/>
                </a:lnTo>
                <a:lnTo>
                  <a:pt x="1213" y="1009"/>
                </a:lnTo>
                <a:lnTo>
                  <a:pt x="1213" y="1010"/>
                </a:lnTo>
                <a:lnTo>
                  <a:pt x="1212" y="1010"/>
                </a:lnTo>
                <a:lnTo>
                  <a:pt x="1211" y="1010"/>
                </a:lnTo>
                <a:lnTo>
                  <a:pt x="1210" y="1010"/>
                </a:lnTo>
                <a:lnTo>
                  <a:pt x="1209" y="1011"/>
                </a:lnTo>
                <a:lnTo>
                  <a:pt x="1208" y="1011"/>
                </a:lnTo>
                <a:lnTo>
                  <a:pt x="1207" y="1012"/>
                </a:lnTo>
                <a:lnTo>
                  <a:pt x="1207" y="1013"/>
                </a:lnTo>
                <a:lnTo>
                  <a:pt x="1206" y="1013"/>
                </a:lnTo>
                <a:lnTo>
                  <a:pt x="1205" y="1013"/>
                </a:lnTo>
                <a:lnTo>
                  <a:pt x="1205" y="1012"/>
                </a:lnTo>
                <a:lnTo>
                  <a:pt x="1204" y="1012"/>
                </a:lnTo>
                <a:lnTo>
                  <a:pt x="1203" y="1013"/>
                </a:lnTo>
                <a:lnTo>
                  <a:pt x="1200" y="1013"/>
                </a:lnTo>
                <a:lnTo>
                  <a:pt x="1199" y="1014"/>
                </a:lnTo>
                <a:lnTo>
                  <a:pt x="1198" y="1015"/>
                </a:lnTo>
                <a:lnTo>
                  <a:pt x="1197" y="1015"/>
                </a:lnTo>
                <a:lnTo>
                  <a:pt x="1196" y="1015"/>
                </a:lnTo>
                <a:lnTo>
                  <a:pt x="1195" y="1015"/>
                </a:lnTo>
                <a:lnTo>
                  <a:pt x="1194" y="1016"/>
                </a:lnTo>
                <a:lnTo>
                  <a:pt x="1193" y="1015"/>
                </a:lnTo>
                <a:lnTo>
                  <a:pt x="1192" y="1015"/>
                </a:lnTo>
                <a:lnTo>
                  <a:pt x="1192" y="1014"/>
                </a:lnTo>
                <a:lnTo>
                  <a:pt x="1192" y="1013"/>
                </a:lnTo>
                <a:lnTo>
                  <a:pt x="1191" y="1013"/>
                </a:lnTo>
                <a:lnTo>
                  <a:pt x="1191" y="1012"/>
                </a:lnTo>
                <a:lnTo>
                  <a:pt x="1190" y="1012"/>
                </a:lnTo>
                <a:lnTo>
                  <a:pt x="1189" y="1013"/>
                </a:lnTo>
                <a:lnTo>
                  <a:pt x="1188" y="1013"/>
                </a:lnTo>
                <a:lnTo>
                  <a:pt x="1188" y="1012"/>
                </a:lnTo>
                <a:lnTo>
                  <a:pt x="1188" y="1011"/>
                </a:lnTo>
                <a:lnTo>
                  <a:pt x="1186" y="1011"/>
                </a:lnTo>
                <a:lnTo>
                  <a:pt x="1186" y="1012"/>
                </a:lnTo>
                <a:lnTo>
                  <a:pt x="1185" y="1012"/>
                </a:lnTo>
                <a:lnTo>
                  <a:pt x="1184" y="1011"/>
                </a:lnTo>
                <a:lnTo>
                  <a:pt x="1182" y="1010"/>
                </a:lnTo>
                <a:lnTo>
                  <a:pt x="1181" y="1010"/>
                </a:lnTo>
                <a:lnTo>
                  <a:pt x="1180" y="1010"/>
                </a:lnTo>
                <a:lnTo>
                  <a:pt x="1179" y="1010"/>
                </a:lnTo>
                <a:lnTo>
                  <a:pt x="1178" y="1010"/>
                </a:lnTo>
                <a:lnTo>
                  <a:pt x="1177" y="1011"/>
                </a:lnTo>
                <a:lnTo>
                  <a:pt x="1177" y="1013"/>
                </a:lnTo>
                <a:lnTo>
                  <a:pt x="1178" y="1013"/>
                </a:lnTo>
                <a:lnTo>
                  <a:pt x="1177" y="1014"/>
                </a:lnTo>
                <a:lnTo>
                  <a:pt x="1177" y="1015"/>
                </a:lnTo>
                <a:lnTo>
                  <a:pt x="1176" y="1015"/>
                </a:lnTo>
                <a:lnTo>
                  <a:pt x="1175" y="1016"/>
                </a:lnTo>
                <a:lnTo>
                  <a:pt x="1176" y="1017"/>
                </a:lnTo>
                <a:lnTo>
                  <a:pt x="1176" y="1018"/>
                </a:lnTo>
                <a:lnTo>
                  <a:pt x="1176" y="1019"/>
                </a:lnTo>
                <a:lnTo>
                  <a:pt x="1176" y="1020"/>
                </a:lnTo>
                <a:lnTo>
                  <a:pt x="1176" y="1021"/>
                </a:lnTo>
                <a:lnTo>
                  <a:pt x="1177" y="1021"/>
                </a:lnTo>
                <a:lnTo>
                  <a:pt x="1177" y="1022"/>
                </a:lnTo>
                <a:lnTo>
                  <a:pt x="1178" y="1023"/>
                </a:lnTo>
                <a:lnTo>
                  <a:pt x="1178" y="1024"/>
                </a:lnTo>
                <a:lnTo>
                  <a:pt x="1178" y="1025"/>
                </a:lnTo>
                <a:lnTo>
                  <a:pt x="1179" y="1025"/>
                </a:lnTo>
                <a:lnTo>
                  <a:pt x="1179" y="1026"/>
                </a:lnTo>
                <a:lnTo>
                  <a:pt x="1180" y="1026"/>
                </a:lnTo>
                <a:lnTo>
                  <a:pt x="1180" y="1027"/>
                </a:lnTo>
                <a:lnTo>
                  <a:pt x="1180" y="1028"/>
                </a:lnTo>
                <a:lnTo>
                  <a:pt x="1181" y="1028"/>
                </a:lnTo>
                <a:lnTo>
                  <a:pt x="1181" y="1027"/>
                </a:lnTo>
                <a:lnTo>
                  <a:pt x="1181" y="1028"/>
                </a:lnTo>
                <a:lnTo>
                  <a:pt x="1182" y="1028"/>
                </a:lnTo>
                <a:lnTo>
                  <a:pt x="1181" y="1029"/>
                </a:lnTo>
                <a:lnTo>
                  <a:pt x="1181" y="1030"/>
                </a:lnTo>
                <a:lnTo>
                  <a:pt x="1181" y="1031"/>
                </a:lnTo>
                <a:lnTo>
                  <a:pt x="1180" y="1031"/>
                </a:lnTo>
                <a:lnTo>
                  <a:pt x="1180" y="1030"/>
                </a:lnTo>
                <a:lnTo>
                  <a:pt x="1179" y="1030"/>
                </a:lnTo>
                <a:lnTo>
                  <a:pt x="1178" y="1031"/>
                </a:lnTo>
                <a:lnTo>
                  <a:pt x="1177" y="1032"/>
                </a:lnTo>
                <a:lnTo>
                  <a:pt x="1176" y="1032"/>
                </a:lnTo>
                <a:lnTo>
                  <a:pt x="1174" y="1033"/>
                </a:lnTo>
                <a:lnTo>
                  <a:pt x="1173" y="1033"/>
                </a:lnTo>
                <a:lnTo>
                  <a:pt x="1172" y="1034"/>
                </a:lnTo>
                <a:lnTo>
                  <a:pt x="1172" y="1035"/>
                </a:lnTo>
                <a:lnTo>
                  <a:pt x="1172" y="1036"/>
                </a:lnTo>
                <a:lnTo>
                  <a:pt x="1171" y="1036"/>
                </a:lnTo>
                <a:lnTo>
                  <a:pt x="1170" y="1036"/>
                </a:lnTo>
                <a:lnTo>
                  <a:pt x="1169" y="1037"/>
                </a:lnTo>
                <a:lnTo>
                  <a:pt x="1168" y="1037"/>
                </a:lnTo>
                <a:lnTo>
                  <a:pt x="1167" y="1038"/>
                </a:lnTo>
                <a:lnTo>
                  <a:pt x="1166" y="1038"/>
                </a:lnTo>
                <a:lnTo>
                  <a:pt x="1165" y="1038"/>
                </a:lnTo>
                <a:lnTo>
                  <a:pt x="1165" y="1039"/>
                </a:lnTo>
                <a:lnTo>
                  <a:pt x="1164" y="1039"/>
                </a:lnTo>
                <a:lnTo>
                  <a:pt x="1163" y="1038"/>
                </a:lnTo>
                <a:lnTo>
                  <a:pt x="1162" y="1037"/>
                </a:lnTo>
                <a:lnTo>
                  <a:pt x="1161" y="1037"/>
                </a:lnTo>
                <a:lnTo>
                  <a:pt x="1160" y="1037"/>
                </a:lnTo>
                <a:lnTo>
                  <a:pt x="1160" y="1038"/>
                </a:lnTo>
                <a:lnTo>
                  <a:pt x="1160" y="1039"/>
                </a:lnTo>
                <a:lnTo>
                  <a:pt x="1160" y="1040"/>
                </a:lnTo>
                <a:lnTo>
                  <a:pt x="1159" y="1041"/>
                </a:lnTo>
                <a:lnTo>
                  <a:pt x="1158" y="1041"/>
                </a:lnTo>
                <a:lnTo>
                  <a:pt x="1157" y="1041"/>
                </a:lnTo>
                <a:lnTo>
                  <a:pt x="1157" y="1042"/>
                </a:lnTo>
                <a:lnTo>
                  <a:pt x="1156" y="1043"/>
                </a:lnTo>
                <a:lnTo>
                  <a:pt x="1155" y="1043"/>
                </a:lnTo>
                <a:lnTo>
                  <a:pt x="1154" y="1044"/>
                </a:lnTo>
                <a:lnTo>
                  <a:pt x="1153" y="1044"/>
                </a:lnTo>
                <a:lnTo>
                  <a:pt x="1151" y="1044"/>
                </a:lnTo>
                <a:lnTo>
                  <a:pt x="1150" y="1045"/>
                </a:lnTo>
                <a:lnTo>
                  <a:pt x="1150" y="1044"/>
                </a:lnTo>
                <a:lnTo>
                  <a:pt x="1149" y="1044"/>
                </a:lnTo>
                <a:lnTo>
                  <a:pt x="1149" y="1043"/>
                </a:lnTo>
                <a:lnTo>
                  <a:pt x="1149" y="1042"/>
                </a:lnTo>
                <a:lnTo>
                  <a:pt x="1148" y="1042"/>
                </a:lnTo>
                <a:lnTo>
                  <a:pt x="1148" y="1041"/>
                </a:lnTo>
                <a:lnTo>
                  <a:pt x="1148" y="1040"/>
                </a:lnTo>
                <a:lnTo>
                  <a:pt x="1147" y="1040"/>
                </a:lnTo>
                <a:lnTo>
                  <a:pt x="1146" y="1040"/>
                </a:lnTo>
                <a:lnTo>
                  <a:pt x="1146" y="1039"/>
                </a:lnTo>
                <a:lnTo>
                  <a:pt x="1145" y="1039"/>
                </a:lnTo>
                <a:lnTo>
                  <a:pt x="1144" y="1039"/>
                </a:lnTo>
                <a:lnTo>
                  <a:pt x="1143" y="1039"/>
                </a:lnTo>
                <a:lnTo>
                  <a:pt x="1142" y="1039"/>
                </a:lnTo>
                <a:lnTo>
                  <a:pt x="1142" y="1040"/>
                </a:lnTo>
                <a:lnTo>
                  <a:pt x="1141" y="1040"/>
                </a:lnTo>
                <a:lnTo>
                  <a:pt x="1140" y="1040"/>
                </a:lnTo>
                <a:lnTo>
                  <a:pt x="1139" y="1040"/>
                </a:lnTo>
                <a:lnTo>
                  <a:pt x="1139" y="1041"/>
                </a:lnTo>
                <a:lnTo>
                  <a:pt x="1138" y="1041"/>
                </a:lnTo>
                <a:lnTo>
                  <a:pt x="1137" y="1041"/>
                </a:lnTo>
                <a:lnTo>
                  <a:pt x="1136" y="1042"/>
                </a:lnTo>
                <a:lnTo>
                  <a:pt x="1135" y="1042"/>
                </a:lnTo>
                <a:lnTo>
                  <a:pt x="1134" y="1042"/>
                </a:lnTo>
                <a:lnTo>
                  <a:pt x="1134" y="1043"/>
                </a:lnTo>
                <a:lnTo>
                  <a:pt x="1133" y="1043"/>
                </a:lnTo>
                <a:lnTo>
                  <a:pt x="1132" y="1044"/>
                </a:lnTo>
                <a:lnTo>
                  <a:pt x="1130" y="1044"/>
                </a:lnTo>
                <a:lnTo>
                  <a:pt x="1129" y="1043"/>
                </a:lnTo>
                <a:lnTo>
                  <a:pt x="1129" y="1042"/>
                </a:lnTo>
                <a:lnTo>
                  <a:pt x="1129" y="1041"/>
                </a:lnTo>
                <a:lnTo>
                  <a:pt x="1128" y="1041"/>
                </a:lnTo>
                <a:lnTo>
                  <a:pt x="1127" y="1040"/>
                </a:lnTo>
                <a:lnTo>
                  <a:pt x="1126" y="1039"/>
                </a:lnTo>
                <a:lnTo>
                  <a:pt x="1126" y="1038"/>
                </a:lnTo>
                <a:lnTo>
                  <a:pt x="1125" y="1038"/>
                </a:lnTo>
                <a:lnTo>
                  <a:pt x="1124" y="1038"/>
                </a:lnTo>
                <a:lnTo>
                  <a:pt x="1124" y="1039"/>
                </a:lnTo>
                <a:lnTo>
                  <a:pt x="1123" y="1039"/>
                </a:lnTo>
                <a:lnTo>
                  <a:pt x="1122" y="1039"/>
                </a:lnTo>
                <a:lnTo>
                  <a:pt x="1122" y="1040"/>
                </a:lnTo>
                <a:lnTo>
                  <a:pt x="1121" y="1040"/>
                </a:lnTo>
                <a:lnTo>
                  <a:pt x="1120" y="1040"/>
                </a:lnTo>
                <a:lnTo>
                  <a:pt x="1119" y="1040"/>
                </a:lnTo>
                <a:lnTo>
                  <a:pt x="1119" y="1039"/>
                </a:lnTo>
                <a:lnTo>
                  <a:pt x="1118" y="1040"/>
                </a:lnTo>
                <a:lnTo>
                  <a:pt x="1117" y="1040"/>
                </a:lnTo>
                <a:lnTo>
                  <a:pt x="1116" y="1040"/>
                </a:lnTo>
                <a:lnTo>
                  <a:pt x="1115" y="1039"/>
                </a:lnTo>
                <a:lnTo>
                  <a:pt x="1115" y="1038"/>
                </a:lnTo>
                <a:lnTo>
                  <a:pt x="1114" y="1038"/>
                </a:lnTo>
                <a:lnTo>
                  <a:pt x="1114" y="1037"/>
                </a:lnTo>
                <a:lnTo>
                  <a:pt x="1113" y="1036"/>
                </a:lnTo>
                <a:lnTo>
                  <a:pt x="1111" y="1037"/>
                </a:lnTo>
                <a:lnTo>
                  <a:pt x="1111" y="1038"/>
                </a:lnTo>
                <a:lnTo>
                  <a:pt x="1110" y="1038"/>
                </a:lnTo>
                <a:lnTo>
                  <a:pt x="1110" y="1037"/>
                </a:lnTo>
                <a:lnTo>
                  <a:pt x="1109" y="1037"/>
                </a:lnTo>
                <a:lnTo>
                  <a:pt x="1109" y="1038"/>
                </a:lnTo>
                <a:lnTo>
                  <a:pt x="1108" y="1038"/>
                </a:lnTo>
                <a:lnTo>
                  <a:pt x="1108" y="1037"/>
                </a:lnTo>
                <a:lnTo>
                  <a:pt x="1107" y="1037"/>
                </a:lnTo>
                <a:lnTo>
                  <a:pt x="1107" y="1036"/>
                </a:lnTo>
                <a:lnTo>
                  <a:pt x="1106" y="1036"/>
                </a:lnTo>
                <a:lnTo>
                  <a:pt x="1106" y="1035"/>
                </a:lnTo>
                <a:lnTo>
                  <a:pt x="1105" y="1035"/>
                </a:lnTo>
                <a:lnTo>
                  <a:pt x="1104" y="1034"/>
                </a:lnTo>
                <a:lnTo>
                  <a:pt x="1103" y="1033"/>
                </a:lnTo>
                <a:lnTo>
                  <a:pt x="1103" y="1032"/>
                </a:lnTo>
                <a:lnTo>
                  <a:pt x="1103" y="1031"/>
                </a:lnTo>
                <a:lnTo>
                  <a:pt x="1102" y="1031"/>
                </a:lnTo>
                <a:lnTo>
                  <a:pt x="1101" y="1031"/>
                </a:lnTo>
                <a:lnTo>
                  <a:pt x="1100" y="1030"/>
                </a:lnTo>
                <a:lnTo>
                  <a:pt x="1100" y="1031"/>
                </a:lnTo>
                <a:lnTo>
                  <a:pt x="1099" y="1031"/>
                </a:lnTo>
                <a:lnTo>
                  <a:pt x="1098" y="1031"/>
                </a:lnTo>
                <a:lnTo>
                  <a:pt x="1097" y="1030"/>
                </a:lnTo>
                <a:lnTo>
                  <a:pt x="1097" y="1029"/>
                </a:lnTo>
                <a:lnTo>
                  <a:pt x="1096" y="1028"/>
                </a:lnTo>
                <a:lnTo>
                  <a:pt x="1095" y="1028"/>
                </a:lnTo>
                <a:lnTo>
                  <a:pt x="1094" y="1028"/>
                </a:lnTo>
                <a:lnTo>
                  <a:pt x="1094" y="1029"/>
                </a:lnTo>
                <a:lnTo>
                  <a:pt x="1093" y="1029"/>
                </a:lnTo>
                <a:lnTo>
                  <a:pt x="1092" y="1029"/>
                </a:lnTo>
                <a:lnTo>
                  <a:pt x="1091" y="1029"/>
                </a:lnTo>
                <a:lnTo>
                  <a:pt x="1091" y="1028"/>
                </a:lnTo>
                <a:lnTo>
                  <a:pt x="1090" y="1027"/>
                </a:lnTo>
                <a:lnTo>
                  <a:pt x="1089" y="1027"/>
                </a:lnTo>
                <a:lnTo>
                  <a:pt x="1088" y="1026"/>
                </a:lnTo>
                <a:lnTo>
                  <a:pt x="1089" y="1026"/>
                </a:lnTo>
                <a:lnTo>
                  <a:pt x="1088" y="1026"/>
                </a:lnTo>
                <a:lnTo>
                  <a:pt x="1088" y="1025"/>
                </a:lnTo>
                <a:lnTo>
                  <a:pt x="1087" y="1025"/>
                </a:lnTo>
                <a:lnTo>
                  <a:pt x="1086" y="1025"/>
                </a:lnTo>
                <a:lnTo>
                  <a:pt x="1086" y="1024"/>
                </a:lnTo>
                <a:lnTo>
                  <a:pt x="1085" y="1024"/>
                </a:lnTo>
                <a:lnTo>
                  <a:pt x="1084" y="1023"/>
                </a:lnTo>
                <a:lnTo>
                  <a:pt x="1084" y="1022"/>
                </a:lnTo>
                <a:lnTo>
                  <a:pt x="1083" y="1021"/>
                </a:lnTo>
                <a:lnTo>
                  <a:pt x="1082" y="1021"/>
                </a:lnTo>
                <a:lnTo>
                  <a:pt x="1081" y="1021"/>
                </a:lnTo>
                <a:lnTo>
                  <a:pt x="1080" y="1021"/>
                </a:lnTo>
                <a:lnTo>
                  <a:pt x="1079" y="1021"/>
                </a:lnTo>
                <a:lnTo>
                  <a:pt x="1077" y="1021"/>
                </a:lnTo>
                <a:lnTo>
                  <a:pt x="1077" y="1020"/>
                </a:lnTo>
                <a:lnTo>
                  <a:pt x="1077" y="1018"/>
                </a:lnTo>
                <a:lnTo>
                  <a:pt x="1076" y="1017"/>
                </a:lnTo>
                <a:lnTo>
                  <a:pt x="1077" y="1017"/>
                </a:lnTo>
                <a:lnTo>
                  <a:pt x="1076" y="1017"/>
                </a:lnTo>
                <a:lnTo>
                  <a:pt x="1076" y="1015"/>
                </a:lnTo>
                <a:lnTo>
                  <a:pt x="1075" y="1015"/>
                </a:lnTo>
                <a:lnTo>
                  <a:pt x="1075" y="1013"/>
                </a:lnTo>
                <a:lnTo>
                  <a:pt x="1076" y="1013"/>
                </a:lnTo>
                <a:lnTo>
                  <a:pt x="1076" y="1012"/>
                </a:lnTo>
                <a:lnTo>
                  <a:pt x="1076" y="1011"/>
                </a:lnTo>
                <a:lnTo>
                  <a:pt x="1076" y="1010"/>
                </a:lnTo>
                <a:lnTo>
                  <a:pt x="1076" y="1009"/>
                </a:lnTo>
                <a:lnTo>
                  <a:pt x="1077" y="1009"/>
                </a:lnTo>
                <a:lnTo>
                  <a:pt x="1078" y="1008"/>
                </a:lnTo>
                <a:lnTo>
                  <a:pt x="1079" y="1009"/>
                </a:lnTo>
                <a:lnTo>
                  <a:pt x="1080" y="1009"/>
                </a:lnTo>
                <a:lnTo>
                  <a:pt x="1080" y="1008"/>
                </a:lnTo>
                <a:lnTo>
                  <a:pt x="1081" y="1009"/>
                </a:lnTo>
                <a:lnTo>
                  <a:pt x="1082" y="1009"/>
                </a:lnTo>
                <a:lnTo>
                  <a:pt x="1083" y="1009"/>
                </a:lnTo>
                <a:lnTo>
                  <a:pt x="1084" y="1009"/>
                </a:lnTo>
                <a:lnTo>
                  <a:pt x="1084" y="1008"/>
                </a:lnTo>
                <a:lnTo>
                  <a:pt x="1084" y="1007"/>
                </a:lnTo>
                <a:lnTo>
                  <a:pt x="1084" y="1006"/>
                </a:lnTo>
                <a:lnTo>
                  <a:pt x="1084" y="1005"/>
                </a:lnTo>
                <a:lnTo>
                  <a:pt x="1085" y="1004"/>
                </a:lnTo>
                <a:lnTo>
                  <a:pt x="1085" y="1003"/>
                </a:lnTo>
                <a:lnTo>
                  <a:pt x="1086" y="1003"/>
                </a:lnTo>
                <a:lnTo>
                  <a:pt x="1087" y="1003"/>
                </a:lnTo>
                <a:lnTo>
                  <a:pt x="1088" y="1002"/>
                </a:lnTo>
                <a:lnTo>
                  <a:pt x="1089" y="1002"/>
                </a:lnTo>
                <a:lnTo>
                  <a:pt x="1089" y="1000"/>
                </a:lnTo>
                <a:lnTo>
                  <a:pt x="1088" y="1000"/>
                </a:lnTo>
                <a:lnTo>
                  <a:pt x="1087" y="1000"/>
                </a:lnTo>
                <a:lnTo>
                  <a:pt x="1086" y="1000"/>
                </a:lnTo>
                <a:lnTo>
                  <a:pt x="1086" y="999"/>
                </a:lnTo>
                <a:lnTo>
                  <a:pt x="1085" y="999"/>
                </a:lnTo>
                <a:lnTo>
                  <a:pt x="1085" y="1000"/>
                </a:lnTo>
                <a:lnTo>
                  <a:pt x="1084" y="1000"/>
                </a:lnTo>
                <a:lnTo>
                  <a:pt x="1082" y="1000"/>
                </a:lnTo>
                <a:lnTo>
                  <a:pt x="1082" y="999"/>
                </a:lnTo>
                <a:lnTo>
                  <a:pt x="1081" y="999"/>
                </a:lnTo>
                <a:lnTo>
                  <a:pt x="1080" y="999"/>
                </a:lnTo>
                <a:lnTo>
                  <a:pt x="1081" y="998"/>
                </a:lnTo>
                <a:lnTo>
                  <a:pt x="1082" y="998"/>
                </a:lnTo>
                <a:lnTo>
                  <a:pt x="1082" y="997"/>
                </a:lnTo>
                <a:lnTo>
                  <a:pt x="1083" y="996"/>
                </a:lnTo>
                <a:lnTo>
                  <a:pt x="1083" y="995"/>
                </a:lnTo>
                <a:lnTo>
                  <a:pt x="1084" y="995"/>
                </a:lnTo>
                <a:lnTo>
                  <a:pt x="1083" y="994"/>
                </a:lnTo>
                <a:lnTo>
                  <a:pt x="1082" y="995"/>
                </a:lnTo>
                <a:lnTo>
                  <a:pt x="1082" y="994"/>
                </a:lnTo>
                <a:lnTo>
                  <a:pt x="1083" y="994"/>
                </a:lnTo>
                <a:lnTo>
                  <a:pt x="1083" y="993"/>
                </a:lnTo>
                <a:lnTo>
                  <a:pt x="1085" y="992"/>
                </a:lnTo>
                <a:lnTo>
                  <a:pt x="1084" y="992"/>
                </a:lnTo>
                <a:lnTo>
                  <a:pt x="1084" y="991"/>
                </a:lnTo>
                <a:lnTo>
                  <a:pt x="1084" y="990"/>
                </a:lnTo>
                <a:lnTo>
                  <a:pt x="1083" y="990"/>
                </a:lnTo>
                <a:lnTo>
                  <a:pt x="1083" y="989"/>
                </a:lnTo>
                <a:lnTo>
                  <a:pt x="1083" y="988"/>
                </a:lnTo>
                <a:lnTo>
                  <a:pt x="1083" y="987"/>
                </a:lnTo>
                <a:lnTo>
                  <a:pt x="1082" y="987"/>
                </a:lnTo>
                <a:lnTo>
                  <a:pt x="1082" y="986"/>
                </a:lnTo>
                <a:lnTo>
                  <a:pt x="1082" y="985"/>
                </a:lnTo>
                <a:lnTo>
                  <a:pt x="1082" y="984"/>
                </a:lnTo>
                <a:lnTo>
                  <a:pt x="1081" y="983"/>
                </a:lnTo>
                <a:lnTo>
                  <a:pt x="1081" y="982"/>
                </a:lnTo>
                <a:lnTo>
                  <a:pt x="1080" y="982"/>
                </a:lnTo>
                <a:lnTo>
                  <a:pt x="1080" y="981"/>
                </a:lnTo>
                <a:lnTo>
                  <a:pt x="1080" y="980"/>
                </a:lnTo>
                <a:lnTo>
                  <a:pt x="1079" y="980"/>
                </a:lnTo>
                <a:lnTo>
                  <a:pt x="1080" y="980"/>
                </a:lnTo>
                <a:lnTo>
                  <a:pt x="1080" y="979"/>
                </a:lnTo>
                <a:lnTo>
                  <a:pt x="1080" y="978"/>
                </a:lnTo>
                <a:lnTo>
                  <a:pt x="1080" y="977"/>
                </a:lnTo>
                <a:lnTo>
                  <a:pt x="1079" y="976"/>
                </a:lnTo>
                <a:lnTo>
                  <a:pt x="1079" y="975"/>
                </a:lnTo>
                <a:lnTo>
                  <a:pt x="1079" y="974"/>
                </a:lnTo>
                <a:lnTo>
                  <a:pt x="1078" y="972"/>
                </a:lnTo>
                <a:lnTo>
                  <a:pt x="1079" y="972"/>
                </a:lnTo>
                <a:lnTo>
                  <a:pt x="1079" y="971"/>
                </a:lnTo>
                <a:lnTo>
                  <a:pt x="1080" y="971"/>
                </a:lnTo>
                <a:lnTo>
                  <a:pt x="1081" y="971"/>
                </a:lnTo>
                <a:lnTo>
                  <a:pt x="1081" y="972"/>
                </a:lnTo>
                <a:lnTo>
                  <a:pt x="1082" y="972"/>
                </a:lnTo>
                <a:lnTo>
                  <a:pt x="1084" y="972"/>
                </a:lnTo>
                <a:lnTo>
                  <a:pt x="1085" y="973"/>
                </a:lnTo>
                <a:lnTo>
                  <a:pt x="1086" y="973"/>
                </a:lnTo>
                <a:lnTo>
                  <a:pt x="1086" y="972"/>
                </a:lnTo>
                <a:lnTo>
                  <a:pt x="1086" y="971"/>
                </a:lnTo>
                <a:lnTo>
                  <a:pt x="1087" y="971"/>
                </a:lnTo>
                <a:lnTo>
                  <a:pt x="1088" y="970"/>
                </a:lnTo>
                <a:lnTo>
                  <a:pt x="1090" y="970"/>
                </a:lnTo>
                <a:lnTo>
                  <a:pt x="1089" y="970"/>
                </a:lnTo>
                <a:lnTo>
                  <a:pt x="1088" y="970"/>
                </a:lnTo>
                <a:lnTo>
                  <a:pt x="1087" y="970"/>
                </a:lnTo>
                <a:lnTo>
                  <a:pt x="1087" y="969"/>
                </a:lnTo>
                <a:lnTo>
                  <a:pt x="1086" y="969"/>
                </a:lnTo>
                <a:lnTo>
                  <a:pt x="1086" y="968"/>
                </a:lnTo>
                <a:lnTo>
                  <a:pt x="1084" y="968"/>
                </a:lnTo>
                <a:lnTo>
                  <a:pt x="1083" y="968"/>
                </a:lnTo>
                <a:lnTo>
                  <a:pt x="1081" y="969"/>
                </a:lnTo>
                <a:lnTo>
                  <a:pt x="1080" y="970"/>
                </a:lnTo>
                <a:lnTo>
                  <a:pt x="1079" y="969"/>
                </a:lnTo>
                <a:lnTo>
                  <a:pt x="1078" y="969"/>
                </a:lnTo>
                <a:lnTo>
                  <a:pt x="1077" y="969"/>
                </a:lnTo>
                <a:lnTo>
                  <a:pt x="1077" y="968"/>
                </a:lnTo>
                <a:lnTo>
                  <a:pt x="1076" y="968"/>
                </a:lnTo>
                <a:lnTo>
                  <a:pt x="1076" y="967"/>
                </a:lnTo>
                <a:lnTo>
                  <a:pt x="1076" y="966"/>
                </a:lnTo>
                <a:lnTo>
                  <a:pt x="1075" y="965"/>
                </a:lnTo>
                <a:lnTo>
                  <a:pt x="1075" y="964"/>
                </a:lnTo>
                <a:lnTo>
                  <a:pt x="1075" y="963"/>
                </a:lnTo>
                <a:lnTo>
                  <a:pt x="1074" y="963"/>
                </a:lnTo>
                <a:lnTo>
                  <a:pt x="1074" y="962"/>
                </a:lnTo>
                <a:lnTo>
                  <a:pt x="1073" y="962"/>
                </a:lnTo>
                <a:lnTo>
                  <a:pt x="1073" y="961"/>
                </a:lnTo>
                <a:lnTo>
                  <a:pt x="1072" y="961"/>
                </a:lnTo>
                <a:lnTo>
                  <a:pt x="1072" y="962"/>
                </a:lnTo>
                <a:lnTo>
                  <a:pt x="1071" y="962"/>
                </a:lnTo>
                <a:lnTo>
                  <a:pt x="1070" y="962"/>
                </a:lnTo>
                <a:lnTo>
                  <a:pt x="1070" y="960"/>
                </a:lnTo>
                <a:lnTo>
                  <a:pt x="1070" y="959"/>
                </a:lnTo>
                <a:lnTo>
                  <a:pt x="1070" y="958"/>
                </a:lnTo>
                <a:lnTo>
                  <a:pt x="1070" y="957"/>
                </a:lnTo>
                <a:lnTo>
                  <a:pt x="1069" y="957"/>
                </a:lnTo>
                <a:lnTo>
                  <a:pt x="1068" y="957"/>
                </a:lnTo>
                <a:lnTo>
                  <a:pt x="1068" y="956"/>
                </a:lnTo>
                <a:lnTo>
                  <a:pt x="1067" y="956"/>
                </a:lnTo>
                <a:lnTo>
                  <a:pt x="1067" y="955"/>
                </a:lnTo>
                <a:lnTo>
                  <a:pt x="1067" y="954"/>
                </a:lnTo>
                <a:lnTo>
                  <a:pt x="1067" y="953"/>
                </a:lnTo>
                <a:lnTo>
                  <a:pt x="1066" y="953"/>
                </a:lnTo>
                <a:lnTo>
                  <a:pt x="1066" y="952"/>
                </a:lnTo>
                <a:lnTo>
                  <a:pt x="1066" y="951"/>
                </a:lnTo>
                <a:lnTo>
                  <a:pt x="1065" y="951"/>
                </a:lnTo>
                <a:lnTo>
                  <a:pt x="1065" y="950"/>
                </a:lnTo>
                <a:lnTo>
                  <a:pt x="1065" y="948"/>
                </a:lnTo>
                <a:lnTo>
                  <a:pt x="1064" y="948"/>
                </a:lnTo>
                <a:lnTo>
                  <a:pt x="1064" y="947"/>
                </a:lnTo>
                <a:lnTo>
                  <a:pt x="1065" y="946"/>
                </a:lnTo>
                <a:lnTo>
                  <a:pt x="1065" y="945"/>
                </a:lnTo>
                <a:lnTo>
                  <a:pt x="1066" y="944"/>
                </a:lnTo>
                <a:lnTo>
                  <a:pt x="1067" y="944"/>
                </a:lnTo>
                <a:lnTo>
                  <a:pt x="1066" y="943"/>
                </a:lnTo>
                <a:lnTo>
                  <a:pt x="1066" y="942"/>
                </a:lnTo>
                <a:lnTo>
                  <a:pt x="1066" y="941"/>
                </a:lnTo>
                <a:lnTo>
                  <a:pt x="1065" y="940"/>
                </a:lnTo>
                <a:lnTo>
                  <a:pt x="1064" y="940"/>
                </a:lnTo>
                <a:lnTo>
                  <a:pt x="1064" y="939"/>
                </a:lnTo>
                <a:lnTo>
                  <a:pt x="1063" y="939"/>
                </a:lnTo>
                <a:lnTo>
                  <a:pt x="1063" y="938"/>
                </a:lnTo>
                <a:lnTo>
                  <a:pt x="1062" y="938"/>
                </a:lnTo>
                <a:lnTo>
                  <a:pt x="1061" y="937"/>
                </a:lnTo>
                <a:lnTo>
                  <a:pt x="1061" y="936"/>
                </a:lnTo>
                <a:lnTo>
                  <a:pt x="1060" y="935"/>
                </a:lnTo>
                <a:lnTo>
                  <a:pt x="1059" y="935"/>
                </a:lnTo>
                <a:lnTo>
                  <a:pt x="1058" y="935"/>
                </a:lnTo>
                <a:lnTo>
                  <a:pt x="1057" y="934"/>
                </a:lnTo>
                <a:lnTo>
                  <a:pt x="1056" y="934"/>
                </a:lnTo>
                <a:lnTo>
                  <a:pt x="1055" y="933"/>
                </a:lnTo>
                <a:lnTo>
                  <a:pt x="1054" y="933"/>
                </a:lnTo>
                <a:lnTo>
                  <a:pt x="1053" y="933"/>
                </a:lnTo>
                <a:lnTo>
                  <a:pt x="1052" y="934"/>
                </a:lnTo>
                <a:lnTo>
                  <a:pt x="1051" y="934"/>
                </a:lnTo>
                <a:lnTo>
                  <a:pt x="1051" y="933"/>
                </a:lnTo>
                <a:lnTo>
                  <a:pt x="1050" y="934"/>
                </a:lnTo>
                <a:lnTo>
                  <a:pt x="1049" y="934"/>
                </a:lnTo>
                <a:lnTo>
                  <a:pt x="1048" y="934"/>
                </a:lnTo>
                <a:lnTo>
                  <a:pt x="1047" y="934"/>
                </a:lnTo>
                <a:lnTo>
                  <a:pt x="1046" y="934"/>
                </a:lnTo>
                <a:lnTo>
                  <a:pt x="1045" y="934"/>
                </a:lnTo>
                <a:lnTo>
                  <a:pt x="1044" y="933"/>
                </a:lnTo>
                <a:lnTo>
                  <a:pt x="1043" y="933"/>
                </a:lnTo>
                <a:lnTo>
                  <a:pt x="1043" y="934"/>
                </a:lnTo>
                <a:lnTo>
                  <a:pt x="1041" y="934"/>
                </a:lnTo>
                <a:lnTo>
                  <a:pt x="1040" y="933"/>
                </a:lnTo>
                <a:lnTo>
                  <a:pt x="1039" y="933"/>
                </a:lnTo>
                <a:lnTo>
                  <a:pt x="1038" y="933"/>
                </a:lnTo>
                <a:lnTo>
                  <a:pt x="1037" y="933"/>
                </a:lnTo>
                <a:lnTo>
                  <a:pt x="1037" y="934"/>
                </a:lnTo>
                <a:lnTo>
                  <a:pt x="1036" y="934"/>
                </a:lnTo>
                <a:lnTo>
                  <a:pt x="1034" y="934"/>
                </a:lnTo>
                <a:lnTo>
                  <a:pt x="1033" y="934"/>
                </a:lnTo>
                <a:lnTo>
                  <a:pt x="1033" y="935"/>
                </a:lnTo>
                <a:lnTo>
                  <a:pt x="1032" y="935"/>
                </a:lnTo>
                <a:lnTo>
                  <a:pt x="1031" y="935"/>
                </a:lnTo>
                <a:lnTo>
                  <a:pt x="1030" y="935"/>
                </a:lnTo>
                <a:lnTo>
                  <a:pt x="1030" y="936"/>
                </a:lnTo>
                <a:lnTo>
                  <a:pt x="1029" y="936"/>
                </a:lnTo>
                <a:lnTo>
                  <a:pt x="1028" y="935"/>
                </a:lnTo>
                <a:lnTo>
                  <a:pt x="1027" y="935"/>
                </a:lnTo>
                <a:lnTo>
                  <a:pt x="1026" y="934"/>
                </a:lnTo>
                <a:lnTo>
                  <a:pt x="1025" y="934"/>
                </a:lnTo>
                <a:lnTo>
                  <a:pt x="1024" y="933"/>
                </a:lnTo>
                <a:lnTo>
                  <a:pt x="1023" y="932"/>
                </a:lnTo>
                <a:lnTo>
                  <a:pt x="1022" y="932"/>
                </a:lnTo>
                <a:lnTo>
                  <a:pt x="1022" y="933"/>
                </a:lnTo>
                <a:lnTo>
                  <a:pt x="1021" y="933"/>
                </a:lnTo>
                <a:lnTo>
                  <a:pt x="1021" y="932"/>
                </a:lnTo>
                <a:lnTo>
                  <a:pt x="1021" y="933"/>
                </a:lnTo>
                <a:lnTo>
                  <a:pt x="1020" y="933"/>
                </a:lnTo>
                <a:lnTo>
                  <a:pt x="1020" y="932"/>
                </a:lnTo>
                <a:lnTo>
                  <a:pt x="1019" y="932"/>
                </a:lnTo>
                <a:lnTo>
                  <a:pt x="1020" y="931"/>
                </a:lnTo>
                <a:lnTo>
                  <a:pt x="1021" y="930"/>
                </a:lnTo>
                <a:lnTo>
                  <a:pt x="1020" y="930"/>
                </a:lnTo>
                <a:lnTo>
                  <a:pt x="1019" y="930"/>
                </a:lnTo>
                <a:lnTo>
                  <a:pt x="1019" y="929"/>
                </a:lnTo>
                <a:lnTo>
                  <a:pt x="1019" y="930"/>
                </a:lnTo>
                <a:lnTo>
                  <a:pt x="1019" y="931"/>
                </a:lnTo>
                <a:lnTo>
                  <a:pt x="1018" y="931"/>
                </a:lnTo>
                <a:lnTo>
                  <a:pt x="1017" y="931"/>
                </a:lnTo>
                <a:lnTo>
                  <a:pt x="1017" y="930"/>
                </a:lnTo>
                <a:lnTo>
                  <a:pt x="1017" y="929"/>
                </a:lnTo>
                <a:lnTo>
                  <a:pt x="1016" y="929"/>
                </a:lnTo>
                <a:lnTo>
                  <a:pt x="1016" y="930"/>
                </a:lnTo>
                <a:lnTo>
                  <a:pt x="1015" y="930"/>
                </a:lnTo>
                <a:lnTo>
                  <a:pt x="1014" y="930"/>
                </a:lnTo>
                <a:lnTo>
                  <a:pt x="1014" y="929"/>
                </a:lnTo>
                <a:lnTo>
                  <a:pt x="1013" y="929"/>
                </a:lnTo>
                <a:lnTo>
                  <a:pt x="1014" y="930"/>
                </a:lnTo>
                <a:lnTo>
                  <a:pt x="1013" y="930"/>
                </a:lnTo>
                <a:lnTo>
                  <a:pt x="1013" y="931"/>
                </a:lnTo>
                <a:lnTo>
                  <a:pt x="1012" y="931"/>
                </a:lnTo>
                <a:lnTo>
                  <a:pt x="1011" y="931"/>
                </a:lnTo>
                <a:lnTo>
                  <a:pt x="1011" y="932"/>
                </a:lnTo>
                <a:lnTo>
                  <a:pt x="1010" y="933"/>
                </a:lnTo>
                <a:lnTo>
                  <a:pt x="1010" y="934"/>
                </a:lnTo>
                <a:lnTo>
                  <a:pt x="1010" y="935"/>
                </a:lnTo>
                <a:lnTo>
                  <a:pt x="1009" y="935"/>
                </a:lnTo>
                <a:lnTo>
                  <a:pt x="1009" y="934"/>
                </a:lnTo>
                <a:lnTo>
                  <a:pt x="1008" y="934"/>
                </a:lnTo>
                <a:lnTo>
                  <a:pt x="1008" y="933"/>
                </a:lnTo>
                <a:lnTo>
                  <a:pt x="1007" y="934"/>
                </a:lnTo>
                <a:lnTo>
                  <a:pt x="1007" y="933"/>
                </a:lnTo>
                <a:lnTo>
                  <a:pt x="1008" y="933"/>
                </a:lnTo>
                <a:lnTo>
                  <a:pt x="1008" y="932"/>
                </a:lnTo>
                <a:lnTo>
                  <a:pt x="1008" y="931"/>
                </a:lnTo>
                <a:lnTo>
                  <a:pt x="1009" y="930"/>
                </a:lnTo>
                <a:lnTo>
                  <a:pt x="1009" y="929"/>
                </a:lnTo>
                <a:lnTo>
                  <a:pt x="1009" y="928"/>
                </a:lnTo>
                <a:lnTo>
                  <a:pt x="1010" y="928"/>
                </a:lnTo>
                <a:lnTo>
                  <a:pt x="1009" y="927"/>
                </a:lnTo>
                <a:lnTo>
                  <a:pt x="1008" y="927"/>
                </a:lnTo>
                <a:lnTo>
                  <a:pt x="1008" y="926"/>
                </a:lnTo>
                <a:lnTo>
                  <a:pt x="1009" y="926"/>
                </a:lnTo>
                <a:lnTo>
                  <a:pt x="1008" y="925"/>
                </a:lnTo>
                <a:lnTo>
                  <a:pt x="1009" y="925"/>
                </a:lnTo>
                <a:lnTo>
                  <a:pt x="1009" y="924"/>
                </a:lnTo>
                <a:lnTo>
                  <a:pt x="1008" y="924"/>
                </a:lnTo>
                <a:lnTo>
                  <a:pt x="1008" y="923"/>
                </a:lnTo>
                <a:lnTo>
                  <a:pt x="1008" y="921"/>
                </a:lnTo>
                <a:lnTo>
                  <a:pt x="1007" y="920"/>
                </a:lnTo>
                <a:lnTo>
                  <a:pt x="1006" y="920"/>
                </a:lnTo>
                <a:lnTo>
                  <a:pt x="1005" y="920"/>
                </a:lnTo>
                <a:lnTo>
                  <a:pt x="1005" y="921"/>
                </a:lnTo>
                <a:lnTo>
                  <a:pt x="1004" y="921"/>
                </a:lnTo>
                <a:lnTo>
                  <a:pt x="1004" y="920"/>
                </a:lnTo>
                <a:lnTo>
                  <a:pt x="1003" y="920"/>
                </a:lnTo>
                <a:lnTo>
                  <a:pt x="1002" y="921"/>
                </a:lnTo>
                <a:lnTo>
                  <a:pt x="1002" y="922"/>
                </a:lnTo>
                <a:lnTo>
                  <a:pt x="1002" y="923"/>
                </a:lnTo>
                <a:lnTo>
                  <a:pt x="1001" y="923"/>
                </a:lnTo>
                <a:lnTo>
                  <a:pt x="1000" y="923"/>
                </a:lnTo>
                <a:lnTo>
                  <a:pt x="1000" y="924"/>
                </a:lnTo>
                <a:lnTo>
                  <a:pt x="1000" y="925"/>
                </a:lnTo>
                <a:lnTo>
                  <a:pt x="1000" y="926"/>
                </a:lnTo>
                <a:lnTo>
                  <a:pt x="999" y="927"/>
                </a:lnTo>
                <a:lnTo>
                  <a:pt x="998" y="927"/>
                </a:lnTo>
                <a:lnTo>
                  <a:pt x="997" y="927"/>
                </a:lnTo>
                <a:lnTo>
                  <a:pt x="996" y="927"/>
                </a:lnTo>
                <a:lnTo>
                  <a:pt x="995" y="926"/>
                </a:lnTo>
                <a:lnTo>
                  <a:pt x="994" y="926"/>
                </a:lnTo>
                <a:lnTo>
                  <a:pt x="994" y="927"/>
                </a:lnTo>
                <a:lnTo>
                  <a:pt x="993" y="927"/>
                </a:lnTo>
                <a:lnTo>
                  <a:pt x="992" y="927"/>
                </a:lnTo>
                <a:lnTo>
                  <a:pt x="991" y="927"/>
                </a:lnTo>
                <a:lnTo>
                  <a:pt x="990" y="927"/>
                </a:lnTo>
                <a:lnTo>
                  <a:pt x="988" y="926"/>
                </a:lnTo>
                <a:lnTo>
                  <a:pt x="987" y="926"/>
                </a:lnTo>
                <a:lnTo>
                  <a:pt x="987" y="925"/>
                </a:lnTo>
                <a:lnTo>
                  <a:pt x="986" y="924"/>
                </a:lnTo>
                <a:lnTo>
                  <a:pt x="985" y="924"/>
                </a:lnTo>
                <a:lnTo>
                  <a:pt x="985" y="923"/>
                </a:lnTo>
                <a:lnTo>
                  <a:pt x="986" y="923"/>
                </a:lnTo>
                <a:lnTo>
                  <a:pt x="986" y="922"/>
                </a:lnTo>
                <a:lnTo>
                  <a:pt x="986" y="921"/>
                </a:lnTo>
                <a:lnTo>
                  <a:pt x="985" y="921"/>
                </a:lnTo>
                <a:lnTo>
                  <a:pt x="985" y="920"/>
                </a:lnTo>
                <a:lnTo>
                  <a:pt x="984" y="920"/>
                </a:lnTo>
                <a:lnTo>
                  <a:pt x="983" y="920"/>
                </a:lnTo>
                <a:lnTo>
                  <a:pt x="982" y="920"/>
                </a:lnTo>
                <a:lnTo>
                  <a:pt x="981" y="921"/>
                </a:lnTo>
                <a:lnTo>
                  <a:pt x="981" y="922"/>
                </a:lnTo>
                <a:lnTo>
                  <a:pt x="980" y="922"/>
                </a:lnTo>
                <a:lnTo>
                  <a:pt x="979" y="922"/>
                </a:lnTo>
                <a:lnTo>
                  <a:pt x="978" y="922"/>
                </a:lnTo>
                <a:lnTo>
                  <a:pt x="978" y="921"/>
                </a:lnTo>
                <a:lnTo>
                  <a:pt x="977" y="921"/>
                </a:lnTo>
                <a:lnTo>
                  <a:pt x="976" y="921"/>
                </a:lnTo>
                <a:lnTo>
                  <a:pt x="975" y="921"/>
                </a:lnTo>
                <a:lnTo>
                  <a:pt x="974" y="920"/>
                </a:lnTo>
                <a:lnTo>
                  <a:pt x="974" y="919"/>
                </a:lnTo>
                <a:lnTo>
                  <a:pt x="974" y="918"/>
                </a:lnTo>
                <a:lnTo>
                  <a:pt x="975" y="917"/>
                </a:lnTo>
                <a:lnTo>
                  <a:pt x="975" y="916"/>
                </a:lnTo>
                <a:lnTo>
                  <a:pt x="975" y="915"/>
                </a:lnTo>
                <a:lnTo>
                  <a:pt x="975" y="914"/>
                </a:lnTo>
                <a:lnTo>
                  <a:pt x="976" y="913"/>
                </a:lnTo>
                <a:lnTo>
                  <a:pt x="976" y="912"/>
                </a:lnTo>
                <a:lnTo>
                  <a:pt x="977" y="912"/>
                </a:lnTo>
                <a:lnTo>
                  <a:pt x="977" y="911"/>
                </a:lnTo>
                <a:lnTo>
                  <a:pt x="977" y="910"/>
                </a:lnTo>
                <a:lnTo>
                  <a:pt x="976" y="909"/>
                </a:lnTo>
                <a:lnTo>
                  <a:pt x="975" y="908"/>
                </a:lnTo>
                <a:lnTo>
                  <a:pt x="974" y="908"/>
                </a:lnTo>
                <a:lnTo>
                  <a:pt x="974" y="909"/>
                </a:lnTo>
                <a:lnTo>
                  <a:pt x="973" y="908"/>
                </a:lnTo>
                <a:lnTo>
                  <a:pt x="972" y="908"/>
                </a:lnTo>
                <a:lnTo>
                  <a:pt x="971" y="908"/>
                </a:lnTo>
                <a:lnTo>
                  <a:pt x="971" y="907"/>
                </a:lnTo>
                <a:lnTo>
                  <a:pt x="971" y="906"/>
                </a:lnTo>
                <a:lnTo>
                  <a:pt x="971" y="905"/>
                </a:lnTo>
                <a:lnTo>
                  <a:pt x="971" y="904"/>
                </a:lnTo>
                <a:lnTo>
                  <a:pt x="972" y="904"/>
                </a:lnTo>
                <a:lnTo>
                  <a:pt x="973" y="904"/>
                </a:lnTo>
                <a:lnTo>
                  <a:pt x="973" y="903"/>
                </a:lnTo>
                <a:lnTo>
                  <a:pt x="973" y="902"/>
                </a:lnTo>
                <a:lnTo>
                  <a:pt x="974" y="902"/>
                </a:lnTo>
                <a:lnTo>
                  <a:pt x="974" y="901"/>
                </a:lnTo>
                <a:lnTo>
                  <a:pt x="975" y="901"/>
                </a:lnTo>
                <a:lnTo>
                  <a:pt x="975" y="900"/>
                </a:lnTo>
                <a:lnTo>
                  <a:pt x="974" y="900"/>
                </a:lnTo>
                <a:lnTo>
                  <a:pt x="974" y="899"/>
                </a:lnTo>
                <a:lnTo>
                  <a:pt x="974" y="898"/>
                </a:lnTo>
                <a:lnTo>
                  <a:pt x="974" y="897"/>
                </a:lnTo>
                <a:lnTo>
                  <a:pt x="973" y="897"/>
                </a:lnTo>
                <a:lnTo>
                  <a:pt x="972" y="897"/>
                </a:lnTo>
                <a:lnTo>
                  <a:pt x="971" y="897"/>
                </a:lnTo>
                <a:lnTo>
                  <a:pt x="972" y="896"/>
                </a:lnTo>
                <a:lnTo>
                  <a:pt x="972" y="895"/>
                </a:lnTo>
                <a:lnTo>
                  <a:pt x="972" y="894"/>
                </a:lnTo>
                <a:lnTo>
                  <a:pt x="973" y="895"/>
                </a:lnTo>
                <a:lnTo>
                  <a:pt x="974" y="895"/>
                </a:lnTo>
                <a:lnTo>
                  <a:pt x="975" y="894"/>
                </a:lnTo>
                <a:lnTo>
                  <a:pt x="976" y="894"/>
                </a:lnTo>
                <a:lnTo>
                  <a:pt x="975" y="894"/>
                </a:lnTo>
                <a:lnTo>
                  <a:pt x="975" y="893"/>
                </a:lnTo>
                <a:lnTo>
                  <a:pt x="976" y="893"/>
                </a:lnTo>
                <a:lnTo>
                  <a:pt x="976" y="892"/>
                </a:lnTo>
                <a:lnTo>
                  <a:pt x="975" y="892"/>
                </a:lnTo>
                <a:lnTo>
                  <a:pt x="974" y="891"/>
                </a:lnTo>
                <a:lnTo>
                  <a:pt x="974" y="890"/>
                </a:lnTo>
                <a:lnTo>
                  <a:pt x="973" y="890"/>
                </a:lnTo>
                <a:lnTo>
                  <a:pt x="973" y="891"/>
                </a:lnTo>
                <a:lnTo>
                  <a:pt x="972" y="891"/>
                </a:lnTo>
                <a:lnTo>
                  <a:pt x="972" y="890"/>
                </a:lnTo>
                <a:lnTo>
                  <a:pt x="971" y="890"/>
                </a:lnTo>
                <a:lnTo>
                  <a:pt x="971" y="889"/>
                </a:lnTo>
                <a:lnTo>
                  <a:pt x="972" y="888"/>
                </a:lnTo>
                <a:lnTo>
                  <a:pt x="972" y="887"/>
                </a:lnTo>
                <a:lnTo>
                  <a:pt x="971" y="887"/>
                </a:lnTo>
                <a:lnTo>
                  <a:pt x="971" y="886"/>
                </a:lnTo>
                <a:lnTo>
                  <a:pt x="971" y="885"/>
                </a:lnTo>
                <a:lnTo>
                  <a:pt x="971" y="884"/>
                </a:lnTo>
                <a:lnTo>
                  <a:pt x="971" y="883"/>
                </a:lnTo>
                <a:lnTo>
                  <a:pt x="970" y="883"/>
                </a:lnTo>
                <a:lnTo>
                  <a:pt x="969" y="883"/>
                </a:lnTo>
                <a:lnTo>
                  <a:pt x="968" y="882"/>
                </a:lnTo>
                <a:lnTo>
                  <a:pt x="966" y="882"/>
                </a:lnTo>
                <a:lnTo>
                  <a:pt x="966" y="881"/>
                </a:lnTo>
                <a:lnTo>
                  <a:pt x="965" y="881"/>
                </a:lnTo>
                <a:lnTo>
                  <a:pt x="964" y="882"/>
                </a:lnTo>
                <a:lnTo>
                  <a:pt x="963" y="882"/>
                </a:lnTo>
                <a:lnTo>
                  <a:pt x="962" y="882"/>
                </a:lnTo>
                <a:lnTo>
                  <a:pt x="961" y="882"/>
                </a:lnTo>
                <a:lnTo>
                  <a:pt x="960" y="882"/>
                </a:lnTo>
                <a:lnTo>
                  <a:pt x="959" y="881"/>
                </a:lnTo>
                <a:lnTo>
                  <a:pt x="958" y="881"/>
                </a:lnTo>
                <a:lnTo>
                  <a:pt x="958" y="880"/>
                </a:lnTo>
                <a:lnTo>
                  <a:pt x="958" y="879"/>
                </a:lnTo>
                <a:lnTo>
                  <a:pt x="958" y="877"/>
                </a:lnTo>
                <a:lnTo>
                  <a:pt x="958" y="875"/>
                </a:lnTo>
                <a:lnTo>
                  <a:pt x="957" y="874"/>
                </a:lnTo>
                <a:lnTo>
                  <a:pt x="957" y="873"/>
                </a:lnTo>
                <a:lnTo>
                  <a:pt x="957" y="872"/>
                </a:lnTo>
                <a:lnTo>
                  <a:pt x="956" y="872"/>
                </a:lnTo>
                <a:lnTo>
                  <a:pt x="956" y="871"/>
                </a:lnTo>
                <a:lnTo>
                  <a:pt x="956" y="870"/>
                </a:lnTo>
                <a:lnTo>
                  <a:pt x="955" y="870"/>
                </a:lnTo>
                <a:lnTo>
                  <a:pt x="954" y="870"/>
                </a:lnTo>
                <a:lnTo>
                  <a:pt x="953" y="869"/>
                </a:lnTo>
                <a:lnTo>
                  <a:pt x="952" y="869"/>
                </a:lnTo>
                <a:lnTo>
                  <a:pt x="949" y="869"/>
                </a:lnTo>
                <a:lnTo>
                  <a:pt x="948" y="870"/>
                </a:lnTo>
                <a:lnTo>
                  <a:pt x="947" y="870"/>
                </a:lnTo>
                <a:lnTo>
                  <a:pt x="948" y="871"/>
                </a:lnTo>
                <a:lnTo>
                  <a:pt x="948" y="872"/>
                </a:lnTo>
                <a:lnTo>
                  <a:pt x="947" y="872"/>
                </a:lnTo>
                <a:lnTo>
                  <a:pt x="947" y="873"/>
                </a:lnTo>
                <a:lnTo>
                  <a:pt x="946" y="873"/>
                </a:lnTo>
                <a:lnTo>
                  <a:pt x="945" y="873"/>
                </a:lnTo>
                <a:lnTo>
                  <a:pt x="942" y="873"/>
                </a:lnTo>
                <a:lnTo>
                  <a:pt x="942" y="874"/>
                </a:lnTo>
                <a:lnTo>
                  <a:pt x="941" y="874"/>
                </a:lnTo>
                <a:lnTo>
                  <a:pt x="941" y="875"/>
                </a:lnTo>
                <a:lnTo>
                  <a:pt x="941" y="876"/>
                </a:lnTo>
                <a:lnTo>
                  <a:pt x="940" y="877"/>
                </a:lnTo>
                <a:lnTo>
                  <a:pt x="937" y="877"/>
                </a:lnTo>
                <a:lnTo>
                  <a:pt x="936" y="877"/>
                </a:lnTo>
                <a:lnTo>
                  <a:pt x="935" y="878"/>
                </a:lnTo>
                <a:lnTo>
                  <a:pt x="935" y="879"/>
                </a:lnTo>
                <a:lnTo>
                  <a:pt x="934" y="879"/>
                </a:lnTo>
                <a:lnTo>
                  <a:pt x="933" y="879"/>
                </a:lnTo>
                <a:lnTo>
                  <a:pt x="933" y="880"/>
                </a:lnTo>
                <a:lnTo>
                  <a:pt x="933" y="881"/>
                </a:lnTo>
                <a:lnTo>
                  <a:pt x="932" y="881"/>
                </a:lnTo>
                <a:lnTo>
                  <a:pt x="931" y="881"/>
                </a:lnTo>
                <a:lnTo>
                  <a:pt x="930" y="881"/>
                </a:lnTo>
                <a:lnTo>
                  <a:pt x="929" y="882"/>
                </a:lnTo>
                <a:lnTo>
                  <a:pt x="928" y="882"/>
                </a:lnTo>
                <a:lnTo>
                  <a:pt x="928" y="883"/>
                </a:lnTo>
                <a:lnTo>
                  <a:pt x="929" y="884"/>
                </a:lnTo>
                <a:lnTo>
                  <a:pt x="928" y="884"/>
                </a:lnTo>
                <a:lnTo>
                  <a:pt x="928" y="883"/>
                </a:lnTo>
                <a:lnTo>
                  <a:pt x="927" y="883"/>
                </a:lnTo>
                <a:lnTo>
                  <a:pt x="927" y="884"/>
                </a:lnTo>
                <a:lnTo>
                  <a:pt x="927" y="885"/>
                </a:lnTo>
                <a:lnTo>
                  <a:pt x="926" y="885"/>
                </a:lnTo>
                <a:lnTo>
                  <a:pt x="926" y="884"/>
                </a:lnTo>
                <a:lnTo>
                  <a:pt x="925" y="884"/>
                </a:lnTo>
                <a:lnTo>
                  <a:pt x="925" y="885"/>
                </a:lnTo>
                <a:lnTo>
                  <a:pt x="924" y="885"/>
                </a:lnTo>
                <a:lnTo>
                  <a:pt x="924" y="886"/>
                </a:lnTo>
                <a:lnTo>
                  <a:pt x="925" y="886"/>
                </a:lnTo>
                <a:lnTo>
                  <a:pt x="925" y="887"/>
                </a:lnTo>
                <a:lnTo>
                  <a:pt x="926" y="887"/>
                </a:lnTo>
                <a:lnTo>
                  <a:pt x="927" y="887"/>
                </a:lnTo>
                <a:lnTo>
                  <a:pt x="927" y="888"/>
                </a:lnTo>
                <a:lnTo>
                  <a:pt x="928" y="889"/>
                </a:lnTo>
                <a:lnTo>
                  <a:pt x="929" y="889"/>
                </a:lnTo>
                <a:lnTo>
                  <a:pt x="930" y="889"/>
                </a:lnTo>
                <a:lnTo>
                  <a:pt x="930" y="890"/>
                </a:lnTo>
                <a:lnTo>
                  <a:pt x="930" y="891"/>
                </a:lnTo>
                <a:lnTo>
                  <a:pt x="930" y="892"/>
                </a:lnTo>
                <a:lnTo>
                  <a:pt x="930" y="891"/>
                </a:lnTo>
                <a:lnTo>
                  <a:pt x="929" y="892"/>
                </a:lnTo>
                <a:lnTo>
                  <a:pt x="929" y="893"/>
                </a:lnTo>
                <a:lnTo>
                  <a:pt x="930" y="893"/>
                </a:lnTo>
                <a:lnTo>
                  <a:pt x="929" y="893"/>
                </a:lnTo>
                <a:lnTo>
                  <a:pt x="928" y="892"/>
                </a:lnTo>
                <a:lnTo>
                  <a:pt x="927" y="892"/>
                </a:lnTo>
                <a:lnTo>
                  <a:pt x="926" y="892"/>
                </a:lnTo>
                <a:lnTo>
                  <a:pt x="926" y="891"/>
                </a:lnTo>
                <a:lnTo>
                  <a:pt x="925" y="891"/>
                </a:lnTo>
                <a:lnTo>
                  <a:pt x="924" y="891"/>
                </a:lnTo>
                <a:lnTo>
                  <a:pt x="923" y="891"/>
                </a:lnTo>
                <a:lnTo>
                  <a:pt x="922" y="891"/>
                </a:lnTo>
                <a:lnTo>
                  <a:pt x="921" y="891"/>
                </a:lnTo>
                <a:lnTo>
                  <a:pt x="921" y="892"/>
                </a:lnTo>
                <a:lnTo>
                  <a:pt x="920" y="892"/>
                </a:lnTo>
                <a:lnTo>
                  <a:pt x="919" y="892"/>
                </a:lnTo>
                <a:lnTo>
                  <a:pt x="918" y="892"/>
                </a:lnTo>
                <a:lnTo>
                  <a:pt x="916" y="892"/>
                </a:lnTo>
                <a:lnTo>
                  <a:pt x="916" y="893"/>
                </a:lnTo>
                <a:lnTo>
                  <a:pt x="915" y="893"/>
                </a:lnTo>
                <a:lnTo>
                  <a:pt x="914" y="893"/>
                </a:lnTo>
                <a:lnTo>
                  <a:pt x="913" y="893"/>
                </a:lnTo>
                <a:lnTo>
                  <a:pt x="912" y="893"/>
                </a:lnTo>
                <a:lnTo>
                  <a:pt x="911" y="892"/>
                </a:lnTo>
                <a:lnTo>
                  <a:pt x="910" y="892"/>
                </a:lnTo>
                <a:lnTo>
                  <a:pt x="909" y="892"/>
                </a:lnTo>
                <a:lnTo>
                  <a:pt x="909" y="893"/>
                </a:lnTo>
                <a:lnTo>
                  <a:pt x="908" y="894"/>
                </a:lnTo>
                <a:lnTo>
                  <a:pt x="908" y="895"/>
                </a:lnTo>
                <a:lnTo>
                  <a:pt x="908" y="896"/>
                </a:lnTo>
                <a:lnTo>
                  <a:pt x="908" y="897"/>
                </a:lnTo>
                <a:lnTo>
                  <a:pt x="907" y="897"/>
                </a:lnTo>
                <a:lnTo>
                  <a:pt x="907" y="898"/>
                </a:lnTo>
                <a:lnTo>
                  <a:pt x="906" y="899"/>
                </a:lnTo>
                <a:lnTo>
                  <a:pt x="906" y="900"/>
                </a:lnTo>
                <a:lnTo>
                  <a:pt x="906" y="901"/>
                </a:lnTo>
                <a:lnTo>
                  <a:pt x="905" y="903"/>
                </a:lnTo>
                <a:lnTo>
                  <a:pt x="905" y="904"/>
                </a:lnTo>
                <a:lnTo>
                  <a:pt x="904" y="904"/>
                </a:lnTo>
                <a:lnTo>
                  <a:pt x="903" y="904"/>
                </a:lnTo>
                <a:lnTo>
                  <a:pt x="902" y="903"/>
                </a:lnTo>
                <a:lnTo>
                  <a:pt x="901" y="904"/>
                </a:lnTo>
                <a:lnTo>
                  <a:pt x="900" y="903"/>
                </a:lnTo>
                <a:lnTo>
                  <a:pt x="899" y="903"/>
                </a:lnTo>
                <a:lnTo>
                  <a:pt x="899" y="904"/>
                </a:lnTo>
                <a:lnTo>
                  <a:pt x="898" y="904"/>
                </a:lnTo>
                <a:lnTo>
                  <a:pt x="898" y="903"/>
                </a:lnTo>
                <a:lnTo>
                  <a:pt x="899" y="903"/>
                </a:lnTo>
                <a:lnTo>
                  <a:pt x="899" y="902"/>
                </a:lnTo>
                <a:lnTo>
                  <a:pt x="899" y="901"/>
                </a:lnTo>
                <a:lnTo>
                  <a:pt x="898" y="901"/>
                </a:lnTo>
                <a:lnTo>
                  <a:pt x="898" y="902"/>
                </a:lnTo>
                <a:lnTo>
                  <a:pt x="897" y="902"/>
                </a:lnTo>
                <a:lnTo>
                  <a:pt x="897" y="903"/>
                </a:lnTo>
                <a:lnTo>
                  <a:pt x="896" y="903"/>
                </a:lnTo>
                <a:lnTo>
                  <a:pt x="895" y="902"/>
                </a:lnTo>
                <a:lnTo>
                  <a:pt x="894" y="902"/>
                </a:lnTo>
                <a:lnTo>
                  <a:pt x="893" y="903"/>
                </a:lnTo>
                <a:lnTo>
                  <a:pt x="893" y="904"/>
                </a:lnTo>
                <a:lnTo>
                  <a:pt x="894" y="904"/>
                </a:lnTo>
                <a:lnTo>
                  <a:pt x="894" y="905"/>
                </a:lnTo>
                <a:lnTo>
                  <a:pt x="893" y="904"/>
                </a:lnTo>
                <a:lnTo>
                  <a:pt x="893" y="903"/>
                </a:lnTo>
                <a:lnTo>
                  <a:pt x="893" y="902"/>
                </a:lnTo>
                <a:lnTo>
                  <a:pt x="892" y="902"/>
                </a:lnTo>
                <a:lnTo>
                  <a:pt x="892" y="903"/>
                </a:lnTo>
                <a:lnTo>
                  <a:pt x="892" y="904"/>
                </a:lnTo>
                <a:lnTo>
                  <a:pt x="891" y="904"/>
                </a:lnTo>
                <a:lnTo>
                  <a:pt x="892" y="904"/>
                </a:lnTo>
                <a:lnTo>
                  <a:pt x="892" y="905"/>
                </a:lnTo>
                <a:lnTo>
                  <a:pt x="890" y="905"/>
                </a:lnTo>
                <a:lnTo>
                  <a:pt x="889" y="905"/>
                </a:lnTo>
                <a:lnTo>
                  <a:pt x="889" y="904"/>
                </a:lnTo>
                <a:lnTo>
                  <a:pt x="888" y="904"/>
                </a:lnTo>
                <a:lnTo>
                  <a:pt x="888" y="903"/>
                </a:lnTo>
                <a:lnTo>
                  <a:pt x="887" y="903"/>
                </a:lnTo>
                <a:lnTo>
                  <a:pt x="887" y="904"/>
                </a:lnTo>
                <a:lnTo>
                  <a:pt x="886" y="904"/>
                </a:lnTo>
                <a:lnTo>
                  <a:pt x="886" y="903"/>
                </a:lnTo>
                <a:lnTo>
                  <a:pt x="885" y="903"/>
                </a:lnTo>
                <a:lnTo>
                  <a:pt x="883" y="903"/>
                </a:lnTo>
                <a:lnTo>
                  <a:pt x="883" y="904"/>
                </a:lnTo>
                <a:lnTo>
                  <a:pt x="882" y="904"/>
                </a:lnTo>
                <a:lnTo>
                  <a:pt x="882" y="905"/>
                </a:lnTo>
                <a:lnTo>
                  <a:pt x="883" y="905"/>
                </a:lnTo>
                <a:lnTo>
                  <a:pt x="884" y="905"/>
                </a:lnTo>
                <a:lnTo>
                  <a:pt x="885" y="906"/>
                </a:lnTo>
                <a:lnTo>
                  <a:pt x="885" y="907"/>
                </a:lnTo>
                <a:lnTo>
                  <a:pt x="886" y="907"/>
                </a:lnTo>
                <a:lnTo>
                  <a:pt x="886" y="908"/>
                </a:lnTo>
                <a:lnTo>
                  <a:pt x="887" y="908"/>
                </a:lnTo>
                <a:lnTo>
                  <a:pt x="888" y="909"/>
                </a:lnTo>
                <a:lnTo>
                  <a:pt x="888" y="910"/>
                </a:lnTo>
                <a:lnTo>
                  <a:pt x="889" y="911"/>
                </a:lnTo>
                <a:lnTo>
                  <a:pt x="889" y="912"/>
                </a:lnTo>
                <a:lnTo>
                  <a:pt x="890" y="912"/>
                </a:lnTo>
                <a:lnTo>
                  <a:pt x="890" y="913"/>
                </a:lnTo>
                <a:lnTo>
                  <a:pt x="891" y="914"/>
                </a:lnTo>
                <a:lnTo>
                  <a:pt x="892" y="915"/>
                </a:lnTo>
                <a:lnTo>
                  <a:pt x="893" y="915"/>
                </a:lnTo>
                <a:lnTo>
                  <a:pt x="893" y="916"/>
                </a:lnTo>
                <a:lnTo>
                  <a:pt x="894" y="917"/>
                </a:lnTo>
                <a:lnTo>
                  <a:pt x="894" y="918"/>
                </a:lnTo>
                <a:lnTo>
                  <a:pt x="894" y="919"/>
                </a:lnTo>
                <a:lnTo>
                  <a:pt x="893" y="920"/>
                </a:lnTo>
                <a:lnTo>
                  <a:pt x="892" y="920"/>
                </a:lnTo>
                <a:lnTo>
                  <a:pt x="892" y="921"/>
                </a:lnTo>
                <a:lnTo>
                  <a:pt x="892" y="922"/>
                </a:lnTo>
                <a:lnTo>
                  <a:pt x="891" y="922"/>
                </a:lnTo>
                <a:lnTo>
                  <a:pt x="892" y="922"/>
                </a:lnTo>
                <a:lnTo>
                  <a:pt x="892" y="923"/>
                </a:lnTo>
                <a:lnTo>
                  <a:pt x="894" y="923"/>
                </a:lnTo>
                <a:lnTo>
                  <a:pt x="895" y="923"/>
                </a:lnTo>
                <a:lnTo>
                  <a:pt x="896" y="923"/>
                </a:lnTo>
                <a:lnTo>
                  <a:pt x="897" y="923"/>
                </a:lnTo>
                <a:lnTo>
                  <a:pt x="898" y="924"/>
                </a:lnTo>
                <a:lnTo>
                  <a:pt x="899" y="925"/>
                </a:lnTo>
                <a:lnTo>
                  <a:pt x="899" y="926"/>
                </a:lnTo>
                <a:lnTo>
                  <a:pt x="898" y="927"/>
                </a:lnTo>
                <a:lnTo>
                  <a:pt x="897" y="928"/>
                </a:lnTo>
                <a:lnTo>
                  <a:pt x="896" y="928"/>
                </a:lnTo>
                <a:lnTo>
                  <a:pt x="896" y="929"/>
                </a:lnTo>
                <a:lnTo>
                  <a:pt x="896" y="930"/>
                </a:lnTo>
                <a:lnTo>
                  <a:pt x="897" y="930"/>
                </a:lnTo>
                <a:lnTo>
                  <a:pt x="897" y="931"/>
                </a:lnTo>
                <a:lnTo>
                  <a:pt x="898" y="931"/>
                </a:lnTo>
                <a:lnTo>
                  <a:pt x="898" y="930"/>
                </a:lnTo>
                <a:lnTo>
                  <a:pt x="899" y="929"/>
                </a:lnTo>
                <a:lnTo>
                  <a:pt x="900" y="928"/>
                </a:lnTo>
                <a:lnTo>
                  <a:pt x="901" y="928"/>
                </a:lnTo>
                <a:lnTo>
                  <a:pt x="901" y="929"/>
                </a:lnTo>
                <a:lnTo>
                  <a:pt x="901" y="930"/>
                </a:lnTo>
                <a:lnTo>
                  <a:pt x="900" y="930"/>
                </a:lnTo>
                <a:lnTo>
                  <a:pt x="900" y="931"/>
                </a:lnTo>
                <a:lnTo>
                  <a:pt x="899" y="933"/>
                </a:lnTo>
                <a:lnTo>
                  <a:pt x="899" y="934"/>
                </a:lnTo>
                <a:lnTo>
                  <a:pt x="899" y="935"/>
                </a:lnTo>
                <a:lnTo>
                  <a:pt x="899" y="936"/>
                </a:lnTo>
                <a:lnTo>
                  <a:pt x="900" y="937"/>
                </a:lnTo>
                <a:lnTo>
                  <a:pt x="900" y="938"/>
                </a:lnTo>
                <a:lnTo>
                  <a:pt x="900" y="939"/>
                </a:lnTo>
                <a:lnTo>
                  <a:pt x="901" y="939"/>
                </a:lnTo>
                <a:lnTo>
                  <a:pt x="901" y="940"/>
                </a:lnTo>
                <a:lnTo>
                  <a:pt x="900" y="940"/>
                </a:lnTo>
                <a:lnTo>
                  <a:pt x="901" y="940"/>
                </a:lnTo>
                <a:lnTo>
                  <a:pt x="901" y="941"/>
                </a:lnTo>
                <a:lnTo>
                  <a:pt x="902" y="941"/>
                </a:lnTo>
                <a:lnTo>
                  <a:pt x="902" y="942"/>
                </a:lnTo>
                <a:lnTo>
                  <a:pt x="903" y="942"/>
                </a:lnTo>
                <a:lnTo>
                  <a:pt x="904" y="942"/>
                </a:lnTo>
                <a:lnTo>
                  <a:pt x="905" y="942"/>
                </a:lnTo>
                <a:lnTo>
                  <a:pt x="906" y="943"/>
                </a:lnTo>
                <a:lnTo>
                  <a:pt x="907" y="944"/>
                </a:lnTo>
                <a:lnTo>
                  <a:pt x="908" y="944"/>
                </a:lnTo>
                <a:lnTo>
                  <a:pt x="909" y="944"/>
                </a:lnTo>
                <a:lnTo>
                  <a:pt x="910" y="944"/>
                </a:lnTo>
                <a:lnTo>
                  <a:pt x="910" y="945"/>
                </a:lnTo>
                <a:lnTo>
                  <a:pt x="911" y="945"/>
                </a:lnTo>
                <a:lnTo>
                  <a:pt x="911" y="946"/>
                </a:lnTo>
                <a:lnTo>
                  <a:pt x="911" y="947"/>
                </a:lnTo>
                <a:lnTo>
                  <a:pt x="912" y="947"/>
                </a:lnTo>
                <a:lnTo>
                  <a:pt x="913" y="947"/>
                </a:lnTo>
                <a:lnTo>
                  <a:pt x="913" y="948"/>
                </a:lnTo>
                <a:lnTo>
                  <a:pt x="913" y="949"/>
                </a:lnTo>
                <a:lnTo>
                  <a:pt x="912" y="949"/>
                </a:lnTo>
                <a:lnTo>
                  <a:pt x="911" y="949"/>
                </a:lnTo>
                <a:lnTo>
                  <a:pt x="910" y="949"/>
                </a:lnTo>
                <a:lnTo>
                  <a:pt x="911" y="950"/>
                </a:lnTo>
                <a:lnTo>
                  <a:pt x="911" y="951"/>
                </a:lnTo>
                <a:lnTo>
                  <a:pt x="912" y="951"/>
                </a:lnTo>
                <a:lnTo>
                  <a:pt x="912" y="952"/>
                </a:lnTo>
                <a:lnTo>
                  <a:pt x="911" y="952"/>
                </a:lnTo>
                <a:lnTo>
                  <a:pt x="911" y="953"/>
                </a:lnTo>
                <a:lnTo>
                  <a:pt x="911" y="954"/>
                </a:lnTo>
                <a:lnTo>
                  <a:pt x="912" y="954"/>
                </a:lnTo>
                <a:lnTo>
                  <a:pt x="913" y="955"/>
                </a:lnTo>
                <a:lnTo>
                  <a:pt x="914" y="956"/>
                </a:lnTo>
                <a:lnTo>
                  <a:pt x="913" y="957"/>
                </a:lnTo>
                <a:lnTo>
                  <a:pt x="913" y="956"/>
                </a:lnTo>
                <a:lnTo>
                  <a:pt x="912" y="955"/>
                </a:lnTo>
                <a:lnTo>
                  <a:pt x="911" y="955"/>
                </a:lnTo>
                <a:lnTo>
                  <a:pt x="911" y="956"/>
                </a:lnTo>
                <a:lnTo>
                  <a:pt x="912" y="956"/>
                </a:lnTo>
                <a:lnTo>
                  <a:pt x="912" y="957"/>
                </a:lnTo>
                <a:lnTo>
                  <a:pt x="911" y="957"/>
                </a:lnTo>
                <a:lnTo>
                  <a:pt x="910" y="957"/>
                </a:lnTo>
                <a:lnTo>
                  <a:pt x="909" y="958"/>
                </a:lnTo>
                <a:lnTo>
                  <a:pt x="908" y="959"/>
                </a:lnTo>
                <a:lnTo>
                  <a:pt x="907" y="959"/>
                </a:lnTo>
                <a:lnTo>
                  <a:pt x="907" y="960"/>
                </a:lnTo>
                <a:lnTo>
                  <a:pt x="906" y="960"/>
                </a:lnTo>
                <a:lnTo>
                  <a:pt x="906" y="961"/>
                </a:lnTo>
                <a:lnTo>
                  <a:pt x="906" y="962"/>
                </a:lnTo>
                <a:lnTo>
                  <a:pt x="905" y="962"/>
                </a:lnTo>
                <a:lnTo>
                  <a:pt x="904" y="961"/>
                </a:lnTo>
                <a:lnTo>
                  <a:pt x="903" y="961"/>
                </a:lnTo>
                <a:lnTo>
                  <a:pt x="903" y="962"/>
                </a:lnTo>
                <a:lnTo>
                  <a:pt x="904" y="962"/>
                </a:lnTo>
                <a:lnTo>
                  <a:pt x="903" y="963"/>
                </a:lnTo>
                <a:lnTo>
                  <a:pt x="902" y="963"/>
                </a:lnTo>
                <a:lnTo>
                  <a:pt x="902" y="962"/>
                </a:lnTo>
                <a:lnTo>
                  <a:pt x="902" y="961"/>
                </a:lnTo>
                <a:lnTo>
                  <a:pt x="901" y="961"/>
                </a:lnTo>
                <a:lnTo>
                  <a:pt x="901" y="962"/>
                </a:lnTo>
                <a:lnTo>
                  <a:pt x="900" y="962"/>
                </a:lnTo>
                <a:lnTo>
                  <a:pt x="899" y="963"/>
                </a:lnTo>
                <a:lnTo>
                  <a:pt x="898" y="963"/>
                </a:lnTo>
                <a:lnTo>
                  <a:pt x="898" y="962"/>
                </a:lnTo>
                <a:lnTo>
                  <a:pt x="897" y="961"/>
                </a:lnTo>
                <a:lnTo>
                  <a:pt x="896" y="961"/>
                </a:lnTo>
                <a:lnTo>
                  <a:pt x="896" y="962"/>
                </a:lnTo>
                <a:lnTo>
                  <a:pt x="895" y="961"/>
                </a:lnTo>
                <a:lnTo>
                  <a:pt x="894" y="961"/>
                </a:lnTo>
                <a:lnTo>
                  <a:pt x="895" y="960"/>
                </a:lnTo>
                <a:lnTo>
                  <a:pt x="894" y="960"/>
                </a:lnTo>
                <a:lnTo>
                  <a:pt x="894" y="961"/>
                </a:lnTo>
                <a:lnTo>
                  <a:pt x="893" y="961"/>
                </a:lnTo>
                <a:lnTo>
                  <a:pt x="893" y="962"/>
                </a:lnTo>
                <a:lnTo>
                  <a:pt x="894" y="962"/>
                </a:lnTo>
                <a:lnTo>
                  <a:pt x="894" y="963"/>
                </a:lnTo>
                <a:lnTo>
                  <a:pt x="893" y="963"/>
                </a:lnTo>
                <a:lnTo>
                  <a:pt x="892" y="963"/>
                </a:lnTo>
                <a:lnTo>
                  <a:pt x="891" y="964"/>
                </a:lnTo>
                <a:lnTo>
                  <a:pt x="891" y="965"/>
                </a:lnTo>
                <a:lnTo>
                  <a:pt x="890" y="966"/>
                </a:lnTo>
                <a:lnTo>
                  <a:pt x="890" y="967"/>
                </a:lnTo>
                <a:lnTo>
                  <a:pt x="889" y="967"/>
                </a:lnTo>
                <a:lnTo>
                  <a:pt x="889" y="968"/>
                </a:lnTo>
                <a:lnTo>
                  <a:pt x="888" y="968"/>
                </a:lnTo>
                <a:lnTo>
                  <a:pt x="888" y="969"/>
                </a:lnTo>
                <a:lnTo>
                  <a:pt x="887" y="969"/>
                </a:lnTo>
                <a:lnTo>
                  <a:pt x="887" y="970"/>
                </a:lnTo>
                <a:lnTo>
                  <a:pt x="888" y="970"/>
                </a:lnTo>
                <a:lnTo>
                  <a:pt x="889" y="971"/>
                </a:lnTo>
                <a:lnTo>
                  <a:pt x="888" y="971"/>
                </a:lnTo>
                <a:lnTo>
                  <a:pt x="888" y="972"/>
                </a:lnTo>
                <a:lnTo>
                  <a:pt x="888" y="973"/>
                </a:lnTo>
                <a:lnTo>
                  <a:pt x="889" y="973"/>
                </a:lnTo>
                <a:lnTo>
                  <a:pt x="889" y="974"/>
                </a:lnTo>
                <a:lnTo>
                  <a:pt x="889" y="975"/>
                </a:lnTo>
                <a:lnTo>
                  <a:pt x="889" y="976"/>
                </a:lnTo>
                <a:lnTo>
                  <a:pt x="889" y="977"/>
                </a:lnTo>
                <a:lnTo>
                  <a:pt x="890" y="978"/>
                </a:lnTo>
                <a:lnTo>
                  <a:pt x="889" y="978"/>
                </a:lnTo>
                <a:lnTo>
                  <a:pt x="890" y="979"/>
                </a:lnTo>
                <a:lnTo>
                  <a:pt x="889" y="980"/>
                </a:lnTo>
                <a:lnTo>
                  <a:pt x="888" y="980"/>
                </a:lnTo>
                <a:lnTo>
                  <a:pt x="887" y="980"/>
                </a:lnTo>
                <a:lnTo>
                  <a:pt x="886" y="979"/>
                </a:lnTo>
                <a:lnTo>
                  <a:pt x="885" y="979"/>
                </a:lnTo>
                <a:lnTo>
                  <a:pt x="885" y="978"/>
                </a:lnTo>
                <a:lnTo>
                  <a:pt x="884" y="978"/>
                </a:lnTo>
                <a:lnTo>
                  <a:pt x="884" y="977"/>
                </a:lnTo>
                <a:lnTo>
                  <a:pt x="884" y="976"/>
                </a:lnTo>
                <a:lnTo>
                  <a:pt x="883" y="976"/>
                </a:lnTo>
                <a:lnTo>
                  <a:pt x="883" y="975"/>
                </a:lnTo>
                <a:lnTo>
                  <a:pt x="882" y="975"/>
                </a:lnTo>
                <a:lnTo>
                  <a:pt x="881" y="975"/>
                </a:lnTo>
                <a:lnTo>
                  <a:pt x="881" y="974"/>
                </a:lnTo>
                <a:lnTo>
                  <a:pt x="881" y="973"/>
                </a:lnTo>
                <a:lnTo>
                  <a:pt x="880" y="973"/>
                </a:lnTo>
                <a:lnTo>
                  <a:pt x="880" y="974"/>
                </a:lnTo>
                <a:lnTo>
                  <a:pt x="880" y="975"/>
                </a:lnTo>
                <a:lnTo>
                  <a:pt x="879" y="975"/>
                </a:lnTo>
                <a:lnTo>
                  <a:pt x="880" y="976"/>
                </a:lnTo>
                <a:lnTo>
                  <a:pt x="880" y="977"/>
                </a:lnTo>
                <a:lnTo>
                  <a:pt x="879" y="977"/>
                </a:lnTo>
                <a:lnTo>
                  <a:pt x="879" y="978"/>
                </a:lnTo>
                <a:lnTo>
                  <a:pt x="879" y="979"/>
                </a:lnTo>
                <a:lnTo>
                  <a:pt x="878" y="980"/>
                </a:lnTo>
                <a:lnTo>
                  <a:pt x="878" y="981"/>
                </a:lnTo>
                <a:lnTo>
                  <a:pt x="879" y="981"/>
                </a:lnTo>
                <a:lnTo>
                  <a:pt x="878" y="982"/>
                </a:lnTo>
                <a:lnTo>
                  <a:pt x="877" y="982"/>
                </a:lnTo>
                <a:lnTo>
                  <a:pt x="877" y="983"/>
                </a:lnTo>
                <a:lnTo>
                  <a:pt x="878" y="983"/>
                </a:lnTo>
                <a:lnTo>
                  <a:pt x="877" y="983"/>
                </a:lnTo>
                <a:lnTo>
                  <a:pt x="876" y="983"/>
                </a:lnTo>
                <a:lnTo>
                  <a:pt x="875" y="983"/>
                </a:lnTo>
                <a:lnTo>
                  <a:pt x="874" y="983"/>
                </a:lnTo>
                <a:lnTo>
                  <a:pt x="873" y="983"/>
                </a:lnTo>
                <a:lnTo>
                  <a:pt x="872" y="983"/>
                </a:lnTo>
                <a:lnTo>
                  <a:pt x="871" y="983"/>
                </a:lnTo>
                <a:lnTo>
                  <a:pt x="870" y="983"/>
                </a:lnTo>
                <a:lnTo>
                  <a:pt x="870" y="982"/>
                </a:lnTo>
                <a:lnTo>
                  <a:pt x="870" y="983"/>
                </a:lnTo>
                <a:lnTo>
                  <a:pt x="869" y="983"/>
                </a:lnTo>
                <a:lnTo>
                  <a:pt x="868" y="983"/>
                </a:lnTo>
                <a:lnTo>
                  <a:pt x="868" y="984"/>
                </a:lnTo>
                <a:lnTo>
                  <a:pt x="867" y="984"/>
                </a:lnTo>
                <a:lnTo>
                  <a:pt x="866" y="984"/>
                </a:lnTo>
                <a:lnTo>
                  <a:pt x="864" y="984"/>
                </a:lnTo>
                <a:lnTo>
                  <a:pt x="864" y="985"/>
                </a:lnTo>
                <a:lnTo>
                  <a:pt x="864" y="986"/>
                </a:lnTo>
                <a:lnTo>
                  <a:pt x="864" y="987"/>
                </a:lnTo>
                <a:lnTo>
                  <a:pt x="863" y="987"/>
                </a:lnTo>
                <a:lnTo>
                  <a:pt x="863" y="988"/>
                </a:lnTo>
                <a:lnTo>
                  <a:pt x="862" y="988"/>
                </a:lnTo>
                <a:lnTo>
                  <a:pt x="861" y="989"/>
                </a:lnTo>
                <a:lnTo>
                  <a:pt x="860" y="989"/>
                </a:lnTo>
                <a:lnTo>
                  <a:pt x="859" y="990"/>
                </a:lnTo>
                <a:lnTo>
                  <a:pt x="859" y="991"/>
                </a:lnTo>
                <a:lnTo>
                  <a:pt x="859" y="992"/>
                </a:lnTo>
                <a:lnTo>
                  <a:pt x="858" y="992"/>
                </a:lnTo>
                <a:lnTo>
                  <a:pt x="858" y="993"/>
                </a:lnTo>
                <a:lnTo>
                  <a:pt x="858" y="992"/>
                </a:lnTo>
                <a:lnTo>
                  <a:pt x="857" y="992"/>
                </a:lnTo>
                <a:lnTo>
                  <a:pt x="856" y="992"/>
                </a:lnTo>
                <a:lnTo>
                  <a:pt x="855" y="991"/>
                </a:lnTo>
                <a:lnTo>
                  <a:pt x="854" y="991"/>
                </a:lnTo>
                <a:lnTo>
                  <a:pt x="854" y="990"/>
                </a:lnTo>
                <a:lnTo>
                  <a:pt x="854" y="989"/>
                </a:lnTo>
                <a:lnTo>
                  <a:pt x="855" y="989"/>
                </a:lnTo>
                <a:lnTo>
                  <a:pt x="856" y="988"/>
                </a:lnTo>
                <a:lnTo>
                  <a:pt x="856" y="987"/>
                </a:lnTo>
                <a:lnTo>
                  <a:pt x="856" y="985"/>
                </a:lnTo>
                <a:lnTo>
                  <a:pt x="856" y="984"/>
                </a:lnTo>
                <a:lnTo>
                  <a:pt x="856" y="983"/>
                </a:lnTo>
                <a:lnTo>
                  <a:pt x="855" y="983"/>
                </a:lnTo>
                <a:lnTo>
                  <a:pt x="855" y="982"/>
                </a:lnTo>
                <a:lnTo>
                  <a:pt x="855" y="981"/>
                </a:lnTo>
                <a:lnTo>
                  <a:pt x="854" y="981"/>
                </a:lnTo>
                <a:lnTo>
                  <a:pt x="853" y="981"/>
                </a:lnTo>
                <a:lnTo>
                  <a:pt x="853" y="980"/>
                </a:lnTo>
                <a:lnTo>
                  <a:pt x="852" y="979"/>
                </a:lnTo>
                <a:lnTo>
                  <a:pt x="851" y="980"/>
                </a:lnTo>
                <a:lnTo>
                  <a:pt x="851" y="979"/>
                </a:lnTo>
                <a:lnTo>
                  <a:pt x="850" y="978"/>
                </a:lnTo>
                <a:lnTo>
                  <a:pt x="850" y="977"/>
                </a:lnTo>
                <a:lnTo>
                  <a:pt x="850" y="976"/>
                </a:lnTo>
                <a:lnTo>
                  <a:pt x="849" y="976"/>
                </a:lnTo>
                <a:lnTo>
                  <a:pt x="850" y="976"/>
                </a:lnTo>
                <a:lnTo>
                  <a:pt x="851" y="975"/>
                </a:lnTo>
                <a:lnTo>
                  <a:pt x="853" y="975"/>
                </a:lnTo>
                <a:lnTo>
                  <a:pt x="853" y="974"/>
                </a:lnTo>
                <a:lnTo>
                  <a:pt x="854" y="975"/>
                </a:lnTo>
                <a:lnTo>
                  <a:pt x="855" y="975"/>
                </a:lnTo>
                <a:lnTo>
                  <a:pt x="855" y="974"/>
                </a:lnTo>
                <a:lnTo>
                  <a:pt x="855" y="973"/>
                </a:lnTo>
                <a:lnTo>
                  <a:pt x="856" y="973"/>
                </a:lnTo>
                <a:lnTo>
                  <a:pt x="857" y="973"/>
                </a:lnTo>
                <a:lnTo>
                  <a:pt x="857" y="972"/>
                </a:lnTo>
                <a:lnTo>
                  <a:pt x="857" y="971"/>
                </a:lnTo>
                <a:lnTo>
                  <a:pt x="858" y="971"/>
                </a:lnTo>
                <a:lnTo>
                  <a:pt x="859" y="971"/>
                </a:lnTo>
                <a:lnTo>
                  <a:pt x="859" y="970"/>
                </a:lnTo>
                <a:lnTo>
                  <a:pt x="859" y="969"/>
                </a:lnTo>
                <a:lnTo>
                  <a:pt x="859" y="968"/>
                </a:lnTo>
                <a:lnTo>
                  <a:pt x="859" y="967"/>
                </a:lnTo>
                <a:lnTo>
                  <a:pt x="860" y="966"/>
                </a:lnTo>
                <a:lnTo>
                  <a:pt x="859" y="966"/>
                </a:lnTo>
                <a:lnTo>
                  <a:pt x="859" y="965"/>
                </a:lnTo>
                <a:lnTo>
                  <a:pt x="860" y="965"/>
                </a:lnTo>
                <a:lnTo>
                  <a:pt x="860" y="964"/>
                </a:lnTo>
                <a:lnTo>
                  <a:pt x="860" y="963"/>
                </a:lnTo>
                <a:lnTo>
                  <a:pt x="861" y="963"/>
                </a:lnTo>
                <a:lnTo>
                  <a:pt x="862" y="962"/>
                </a:lnTo>
                <a:lnTo>
                  <a:pt x="863" y="961"/>
                </a:lnTo>
                <a:lnTo>
                  <a:pt x="863" y="960"/>
                </a:lnTo>
                <a:lnTo>
                  <a:pt x="862" y="960"/>
                </a:lnTo>
                <a:lnTo>
                  <a:pt x="863" y="959"/>
                </a:lnTo>
                <a:lnTo>
                  <a:pt x="864" y="959"/>
                </a:lnTo>
                <a:lnTo>
                  <a:pt x="865" y="958"/>
                </a:lnTo>
                <a:lnTo>
                  <a:pt x="864" y="958"/>
                </a:lnTo>
                <a:lnTo>
                  <a:pt x="863" y="957"/>
                </a:lnTo>
                <a:lnTo>
                  <a:pt x="863" y="956"/>
                </a:lnTo>
                <a:lnTo>
                  <a:pt x="864" y="956"/>
                </a:lnTo>
                <a:lnTo>
                  <a:pt x="864" y="955"/>
                </a:lnTo>
                <a:lnTo>
                  <a:pt x="863" y="955"/>
                </a:lnTo>
                <a:lnTo>
                  <a:pt x="862" y="954"/>
                </a:lnTo>
                <a:lnTo>
                  <a:pt x="861" y="953"/>
                </a:lnTo>
                <a:lnTo>
                  <a:pt x="861" y="952"/>
                </a:lnTo>
                <a:lnTo>
                  <a:pt x="862" y="951"/>
                </a:lnTo>
                <a:lnTo>
                  <a:pt x="861" y="950"/>
                </a:lnTo>
                <a:lnTo>
                  <a:pt x="862" y="949"/>
                </a:lnTo>
                <a:lnTo>
                  <a:pt x="862" y="948"/>
                </a:lnTo>
                <a:lnTo>
                  <a:pt x="862" y="947"/>
                </a:lnTo>
                <a:lnTo>
                  <a:pt x="861" y="946"/>
                </a:lnTo>
                <a:lnTo>
                  <a:pt x="860" y="946"/>
                </a:lnTo>
                <a:lnTo>
                  <a:pt x="860" y="945"/>
                </a:lnTo>
                <a:lnTo>
                  <a:pt x="860" y="944"/>
                </a:lnTo>
                <a:lnTo>
                  <a:pt x="859" y="944"/>
                </a:lnTo>
                <a:lnTo>
                  <a:pt x="858" y="943"/>
                </a:lnTo>
                <a:lnTo>
                  <a:pt x="857" y="943"/>
                </a:lnTo>
                <a:lnTo>
                  <a:pt x="857" y="942"/>
                </a:lnTo>
                <a:lnTo>
                  <a:pt x="856" y="942"/>
                </a:lnTo>
                <a:lnTo>
                  <a:pt x="856" y="941"/>
                </a:lnTo>
                <a:lnTo>
                  <a:pt x="856" y="942"/>
                </a:lnTo>
                <a:lnTo>
                  <a:pt x="855" y="942"/>
                </a:lnTo>
                <a:lnTo>
                  <a:pt x="855" y="943"/>
                </a:lnTo>
                <a:lnTo>
                  <a:pt x="855" y="944"/>
                </a:lnTo>
                <a:lnTo>
                  <a:pt x="855" y="945"/>
                </a:lnTo>
                <a:lnTo>
                  <a:pt x="855" y="946"/>
                </a:lnTo>
                <a:lnTo>
                  <a:pt x="855" y="947"/>
                </a:lnTo>
                <a:lnTo>
                  <a:pt x="854" y="947"/>
                </a:lnTo>
                <a:lnTo>
                  <a:pt x="853" y="947"/>
                </a:lnTo>
                <a:lnTo>
                  <a:pt x="852" y="947"/>
                </a:lnTo>
                <a:lnTo>
                  <a:pt x="852" y="946"/>
                </a:lnTo>
                <a:lnTo>
                  <a:pt x="851" y="946"/>
                </a:lnTo>
                <a:lnTo>
                  <a:pt x="850" y="947"/>
                </a:lnTo>
                <a:lnTo>
                  <a:pt x="849" y="947"/>
                </a:lnTo>
                <a:lnTo>
                  <a:pt x="849" y="948"/>
                </a:lnTo>
                <a:lnTo>
                  <a:pt x="848" y="948"/>
                </a:lnTo>
                <a:lnTo>
                  <a:pt x="848" y="950"/>
                </a:lnTo>
                <a:lnTo>
                  <a:pt x="848" y="951"/>
                </a:lnTo>
                <a:lnTo>
                  <a:pt x="847" y="952"/>
                </a:lnTo>
                <a:lnTo>
                  <a:pt x="846" y="952"/>
                </a:lnTo>
                <a:lnTo>
                  <a:pt x="845" y="952"/>
                </a:lnTo>
                <a:lnTo>
                  <a:pt x="844" y="952"/>
                </a:lnTo>
                <a:lnTo>
                  <a:pt x="843" y="952"/>
                </a:lnTo>
                <a:lnTo>
                  <a:pt x="842" y="952"/>
                </a:lnTo>
                <a:lnTo>
                  <a:pt x="840" y="952"/>
                </a:lnTo>
                <a:lnTo>
                  <a:pt x="838" y="952"/>
                </a:lnTo>
                <a:lnTo>
                  <a:pt x="838" y="953"/>
                </a:lnTo>
                <a:lnTo>
                  <a:pt x="837" y="953"/>
                </a:lnTo>
                <a:lnTo>
                  <a:pt x="836" y="952"/>
                </a:lnTo>
                <a:lnTo>
                  <a:pt x="836" y="950"/>
                </a:lnTo>
                <a:lnTo>
                  <a:pt x="836" y="949"/>
                </a:lnTo>
                <a:lnTo>
                  <a:pt x="836" y="948"/>
                </a:lnTo>
                <a:lnTo>
                  <a:pt x="836" y="947"/>
                </a:lnTo>
                <a:lnTo>
                  <a:pt x="836" y="946"/>
                </a:lnTo>
                <a:lnTo>
                  <a:pt x="835" y="945"/>
                </a:lnTo>
                <a:lnTo>
                  <a:pt x="835" y="944"/>
                </a:lnTo>
                <a:lnTo>
                  <a:pt x="835" y="943"/>
                </a:lnTo>
                <a:lnTo>
                  <a:pt x="835" y="942"/>
                </a:lnTo>
                <a:lnTo>
                  <a:pt x="836" y="942"/>
                </a:lnTo>
                <a:lnTo>
                  <a:pt x="836" y="941"/>
                </a:lnTo>
                <a:lnTo>
                  <a:pt x="835" y="940"/>
                </a:lnTo>
                <a:lnTo>
                  <a:pt x="835" y="939"/>
                </a:lnTo>
                <a:lnTo>
                  <a:pt x="834" y="938"/>
                </a:lnTo>
                <a:lnTo>
                  <a:pt x="833" y="938"/>
                </a:lnTo>
                <a:lnTo>
                  <a:pt x="833" y="937"/>
                </a:lnTo>
                <a:lnTo>
                  <a:pt x="833" y="936"/>
                </a:lnTo>
                <a:lnTo>
                  <a:pt x="833" y="935"/>
                </a:lnTo>
                <a:lnTo>
                  <a:pt x="833" y="934"/>
                </a:lnTo>
                <a:lnTo>
                  <a:pt x="832" y="934"/>
                </a:lnTo>
                <a:lnTo>
                  <a:pt x="831" y="935"/>
                </a:lnTo>
                <a:lnTo>
                  <a:pt x="830" y="935"/>
                </a:lnTo>
                <a:lnTo>
                  <a:pt x="830" y="934"/>
                </a:lnTo>
                <a:lnTo>
                  <a:pt x="830" y="933"/>
                </a:lnTo>
                <a:lnTo>
                  <a:pt x="830" y="932"/>
                </a:lnTo>
                <a:lnTo>
                  <a:pt x="829" y="932"/>
                </a:lnTo>
                <a:lnTo>
                  <a:pt x="828" y="932"/>
                </a:lnTo>
                <a:lnTo>
                  <a:pt x="826" y="932"/>
                </a:lnTo>
                <a:lnTo>
                  <a:pt x="825" y="931"/>
                </a:lnTo>
                <a:lnTo>
                  <a:pt x="823" y="932"/>
                </a:lnTo>
                <a:lnTo>
                  <a:pt x="823" y="933"/>
                </a:lnTo>
                <a:lnTo>
                  <a:pt x="822" y="933"/>
                </a:lnTo>
                <a:lnTo>
                  <a:pt x="821" y="933"/>
                </a:lnTo>
                <a:lnTo>
                  <a:pt x="820" y="933"/>
                </a:lnTo>
                <a:lnTo>
                  <a:pt x="819" y="933"/>
                </a:lnTo>
                <a:lnTo>
                  <a:pt x="819" y="934"/>
                </a:lnTo>
                <a:lnTo>
                  <a:pt x="819" y="935"/>
                </a:lnTo>
                <a:lnTo>
                  <a:pt x="819" y="936"/>
                </a:lnTo>
                <a:lnTo>
                  <a:pt x="818" y="936"/>
                </a:lnTo>
                <a:lnTo>
                  <a:pt x="818" y="937"/>
                </a:lnTo>
                <a:lnTo>
                  <a:pt x="817" y="937"/>
                </a:lnTo>
                <a:lnTo>
                  <a:pt x="816" y="937"/>
                </a:lnTo>
                <a:lnTo>
                  <a:pt x="815" y="937"/>
                </a:lnTo>
                <a:lnTo>
                  <a:pt x="814" y="937"/>
                </a:lnTo>
                <a:lnTo>
                  <a:pt x="813" y="937"/>
                </a:lnTo>
                <a:lnTo>
                  <a:pt x="813" y="936"/>
                </a:lnTo>
                <a:lnTo>
                  <a:pt x="812" y="936"/>
                </a:lnTo>
                <a:lnTo>
                  <a:pt x="811" y="936"/>
                </a:lnTo>
                <a:lnTo>
                  <a:pt x="810" y="936"/>
                </a:lnTo>
                <a:lnTo>
                  <a:pt x="809" y="936"/>
                </a:lnTo>
                <a:lnTo>
                  <a:pt x="809" y="935"/>
                </a:lnTo>
                <a:lnTo>
                  <a:pt x="808" y="935"/>
                </a:lnTo>
                <a:lnTo>
                  <a:pt x="808" y="936"/>
                </a:lnTo>
                <a:lnTo>
                  <a:pt x="807" y="936"/>
                </a:lnTo>
                <a:lnTo>
                  <a:pt x="807" y="935"/>
                </a:lnTo>
                <a:lnTo>
                  <a:pt x="807" y="936"/>
                </a:lnTo>
                <a:lnTo>
                  <a:pt x="806" y="936"/>
                </a:lnTo>
                <a:lnTo>
                  <a:pt x="805" y="936"/>
                </a:lnTo>
                <a:lnTo>
                  <a:pt x="805" y="935"/>
                </a:lnTo>
                <a:lnTo>
                  <a:pt x="803" y="935"/>
                </a:lnTo>
                <a:lnTo>
                  <a:pt x="803" y="934"/>
                </a:lnTo>
                <a:lnTo>
                  <a:pt x="802" y="934"/>
                </a:lnTo>
                <a:lnTo>
                  <a:pt x="802" y="933"/>
                </a:lnTo>
                <a:lnTo>
                  <a:pt x="801" y="933"/>
                </a:lnTo>
                <a:lnTo>
                  <a:pt x="800" y="934"/>
                </a:lnTo>
                <a:lnTo>
                  <a:pt x="800" y="935"/>
                </a:lnTo>
                <a:lnTo>
                  <a:pt x="799" y="935"/>
                </a:lnTo>
                <a:lnTo>
                  <a:pt x="798" y="935"/>
                </a:lnTo>
                <a:lnTo>
                  <a:pt x="797" y="935"/>
                </a:lnTo>
                <a:lnTo>
                  <a:pt x="797" y="936"/>
                </a:lnTo>
                <a:lnTo>
                  <a:pt x="796" y="936"/>
                </a:lnTo>
                <a:lnTo>
                  <a:pt x="795" y="936"/>
                </a:lnTo>
                <a:lnTo>
                  <a:pt x="795" y="935"/>
                </a:lnTo>
                <a:lnTo>
                  <a:pt x="796" y="934"/>
                </a:lnTo>
                <a:lnTo>
                  <a:pt x="796" y="933"/>
                </a:lnTo>
                <a:lnTo>
                  <a:pt x="795" y="933"/>
                </a:lnTo>
                <a:lnTo>
                  <a:pt x="795" y="932"/>
                </a:lnTo>
                <a:lnTo>
                  <a:pt x="795" y="931"/>
                </a:lnTo>
                <a:lnTo>
                  <a:pt x="795" y="930"/>
                </a:lnTo>
                <a:lnTo>
                  <a:pt x="795" y="929"/>
                </a:lnTo>
                <a:lnTo>
                  <a:pt x="796" y="928"/>
                </a:lnTo>
                <a:lnTo>
                  <a:pt x="796" y="927"/>
                </a:lnTo>
                <a:lnTo>
                  <a:pt x="797" y="927"/>
                </a:lnTo>
                <a:lnTo>
                  <a:pt x="797" y="926"/>
                </a:lnTo>
                <a:lnTo>
                  <a:pt x="797" y="925"/>
                </a:lnTo>
                <a:lnTo>
                  <a:pt x="797" y="924"/>
                </a:lnTo>
                <a:lnTo>
                  <a:pt x="797" y="923"/>
                </a:lnTo>
                <a:lnTo>
                  <a:pt x="797" y="922"/>
                </a:lnTo>
                <a:lnTo>
                  <a:pt x="796" y="921"/>
                </a:lnTo>
                <a:lnTo>
                  <a:pt x="795" y="920"/>
                </a:lnTo>
                <a:lnTo>
                  <a:pt x="794" y="919"/>
                </a:lnTo>
                <a:lnTo>
                  <a:pt x="794" y="918"/>
                </a:lnTo>
                <a:lnTo>
                  <a:pt x="794" y="917"/>
                </a:lnTo>
                <a:lnTo>
                  <a:pt x="792" y="917"/>
                </a:lnTo>
                <a:lnTo>
                  <a:pt x="791" y="916"/>
                </a:lnTo>
                <a:lnTo>
                  <a:pt x="790" y="916"/>
                </a:lnTo>
                <a:lnTo>
                  <a:pt x="790" y="915"/>
                </a:lnTo>
                <a:lnTo>
                  <a:pt x="789" y="915"/>
                </a:lnTo>
                <a:lnTo>
                  <a:pt x="788" y="916"/>
                </a:lnTo>
                <a:lnTo>
                  <a:pt x="787" y="916"/>
                </a:lnTo>
                <a:lnTo>
                  <a:pt x="785" y="915"/>
                </a:lnTo>
                <a:lnTo>
                  <a:pt x="784" y="914"/>
                </a:lnTo>
                <a:lnTo>
                  <a:pt x="784" y="913"/>
                </a:lnTo>
                <a:lnTo>
                  <a:pt x="784" y="912"/>
                </a:lnTo>
                <a:lnTo>
                  <a:pt x="783" y="913"/>
                </a:lnTo>
                <a:lnTo>
                  <a:pt x="782" y="912"/>
                </a:lnTo>
                <a:lnTo>
                  <a:pt x="782" y="911"/>
                </a:lnTo>
                <a:lnTo>
                  <a:pt x="781" y="912"/>
                </a:lnTo>
                <a:lnTo>
                  <a:pt x="780" y="912"/>
                </a:lnTo>
                <a:lnTo>
                  <a:pt x="779" y="911"/>
                </a:lnTo>
                <a:lnTo>
                  <a:pt x="779" y="910"/>
                </a:lnTo>
                <a:lnTo>
                  <a:pt x="778" y="910"/>
                </a:lnTo>
                <a:lnTo>
                  <a:pt x="778" y="909"/>
                </a:lnTo>
                <a:lnTo>
                  <a:pt x="778" y="908"/>
                </a:lnTo>
                <a:lnTo>
                  <a:pt x="777" y="907"/>
                </a:lnTo>
                <a:lnTo>
                  <a:pt x="777" y="906"/>
                </a:lnTo>
                <a:lnTo>
                  <a:pt x="776" y="906"/>
                </a:lnTo>
                <a:lnTo>
                  <a:pt x="775" y="905"/>
                </a:lnTo>
                <a:lnTo>
                  <a:pt x="775" y="904"/>
                </a:lnTo>
                <a:lnTo>
                  <a:pt x="774" y="904"/>
                </a:lnTo>
                <a:lnTo>
                  <a:pt x="773" y="903"/>
                </a:lnTo>
                <a:lnTo>
                  <a:pt x="774" y="903"/>
                </a:lnTo>
                <a:lnTo>
                  <a:pt x="774" y="902"/>
                </a:lnTo>
                <a:lnTo>
                  <a:pt x="773" y="902"/>
                </a:lnTo>
                <a:lnTo>
                  <a:pt x="773" y="901"/>
                </a:lnTo>
                <a:lnTo>
                  <a:pt x="773" y="900"/>
                </a:lnTo>
                <a:lnTo>
                  <a:pt x="772" y="900"/>
                </a:lnTo>
                <a:lnTo>
                  <a:pt x="771" y="899"/>
                </a:lnTo>
                <a:lnTo>
                  <a:pt x="771" y="898"/>
                </a:lnTo>
                <a:lnTo>
                  <a:pt x="771" y="897"/>
                </a:lnTo>
                <a:lnTo>
                  <a:pt x="770" y="897"/>
                </a:lnTo>
                <a:lnTo>
                  <a:pt x="770" y="898"/>
                </a:lnTo>
                <a:lnTo>
                  <a:pt x="769" y="897"/>
                </a:lnTo>
                <a:lnTo>
                  <a:pt x="769" y="896"/>
                </a:lnTo>
                <a:lnTo>
                  <a:pt x="769" y="895"/>
                </a:lnTo>
                <a:lnTo>
                  <a:pt x="768" y="894"/>
                </a:lnTo>
                <a:lnTo>
                  <a:pt x="768" y="893"/>
                </a:lnTo>
                <a:lnTo>
                  <a:pt x="768" y="892"/>
                </a:lnTo>
                <a:lnTo>
                  <a:pt x="767" y="892"/>
                </a:lnTo>
                <a:lnTo>
                  <a:pt x="766" y="892"/>
                </a:lnTo>
                <a:lnTo>
                  <a:pt x="766" y="891"/>
                </a:lnTo>
                <a:lnTo>
                  <a:pt x="766" y="890"/>
                </a:lnTo>
                <a:lnTo>
                  <a:pt x="765" y="890"/>
                </a:lnTo>
                <a:lnTo>
                  <a:pt x="766" y="890"/>
                </a:lnTo>
                <a:lnTo>
                  <a:pt x="766" y="889"/>
                </a:lnTo>
                <a:lnTo>
                  <a:pt x="765" y="888"/>
                </a:lnTo>
                <a:lnTo>
                  <a:pt x="764" y="888"/>
                </a:lnTo>
                <a:lnTo>
                  <a:pt x="764" y="887"/>
                </a:lnTo>
                <a:lnTo>
                  <a:pt x="763" y="887"/>
                </a:lnTo>
                <a:lnTo>
                  <a:pt x="763" y="886"/>
                </a:lnTo>
                <a:lnTo>
                  <a:pt x="763" y="885"/>
                </a:lnTo>
                <a:lnTo>
                  <a:pt x="762" y="885"/>
                </a:lnTo>
                <a:lnTo>
                  <a:pt x="761" y="885"/>
                </a:lnTo>
                <a:lnTo>
                  <a:pt x="761" y="884"/>
                </a:lnTo>
                <a:lnTo>
                  <a:pt x="760" y="884"/>
                </a:lnTo>
                <a:lnTo>
                  <a:pt x="759" y="883"/>
                </a:lnTo>
                <a:lnTo>
                  <a:pt x="759" y="882"/>
                </a:lnTo>
                <a:lnTo>
                  <a:pt x="759" y="881"/>
                </a:lnTo>
                <a:lnTo>
                  <a:pt x="760" y="881"/>
                </a:lnTo>
                <a:lnTo>
                  <a:pt x="760" y="880"/>
                </a:lnTo>
                <a:lnTo>
                  <a:pt x="761" y="880"/>
                </a:lnTo>
                <a:lnTo>
                  <a:pt x="761" y="879"/>
                </a:lnTo>
                <a:lnTo>
                  <a:pt x="761" y="878"/>
                </a:lnTo>
                <a:lnTo>
                  <a:pt x="762" y="878"/>
                </a:lnTo>
                <a:lnTo>
                  <a:pt x="762" y="877"/>
                </a:lnTo>
                <a:lnTo>
                  <a:pt x="763" y="876"/>
                </a:lnTo>
                <a:lnTo>
                  <a:pt x="762" y="875"/>
                </a:lnTo>
                <a:lnTo>
                  <a:pt x="762" y="874"/>
                </a:lnTo>
                <a:lnTo>
                  <a:pt x="763" y="874"/>
                </a:lnTo>
                <a:lnTo>
                  <a:pt x="763" y="873"/>
                </a:lnTo>
                <a:lnTo>
                  <a:pt x="763" y="872"/>
                </a:lnTo>
                <a:lnTo>
                  <a:pt x="762" y="872"/>
                </a:lnTo>
                <a:lnTo>
                  <a:pt x="763" y="872"/>
                </a:lnTo>
                <a:lnTo>
                  <a:pt x="763" y="871"/>
                </a:lnTo>
                <a:lnTo>
                  <a:pt x="764" y="871"/>
                </a:lnTo>
                <a:lnTo>
                  <a:pt x="764" y="870"/>
                </a:lnTo>
                <a:lnTo>
                  <a:pt x="764" y="869"/>
                </a:lnTo>
                <a:lnTo>
                  <a:pt x="764" y="868"/>
                </a:lnTo>
                <a:lnTo>
                  <a:pt x="765" y="868"/>
                </a:lnTo>
                <a:lnTo>
                  <a:pt x="766" y="868"/>
                </a:lnTo>
                <a:lnTo>
                  <a:pt x="768" y="867"/>
                </a:lnTo>
                <a:lnTo>
                  <a:pt x="769" y="866"/>
                </a:lnTo>
                <a:lnTo>
                  <a:pt x="769" y="865"/>
                </a:lnTo>
                <a:lnTo>
                  <a:pt x="770" y="865"/>
                </a:lnTo>
                <a:lnTo>
                  <a:pt x="770" y="864"/>
                </a:lnTo>
                <a:lnTo>
                  <a:pt x="770" y="863"/>
                </a:lnTo>
                <a:lnTo>
                  <a:pt x="771" y="862"/>
                </a:lnTo>
                <a:lnTo>
                  <a:pt x="772" y="862"/>
                </a:lnTo>
                <a:lnTo>
                  <a:pt x="772" y="863"/>
                </a:lnTo>
                <a:lnTo>
                  <a:pt x="773" y="863"/>
                </a:lnTo>
                <a:lnTo>
                  <a:pt x="774" y="862"/>
                </a:lnTo>
                <a:lnTo>
                  <a:pt x="775" y="862"/>
                </a:lnTo>
                <a:lnTo>
                  <a:pt x="776" y="862"/>
                </a:lnTo>
                <a:lnTo>
                  <a:pt x="777" y="863"/>
                </a:lnTo>
                <a:lnTo>
                  <a:pt x="778" y="863"/>
                </a:lnTo>
                <a:lnTo>
                  <a:pt x="779" y="863"/>
                </a:lnTo>
                <a:lnTo>
                  <a:pt x="780" y="863"/>
                </a:lnTo>
                <a:lnTo>
                  <a:pt x="780" y="864"/>
                </a:lnTo>
                <a:lnTo>
                  <a:pt x="781" y="864"/>
                </a:lnTo>
                <a:lnTo>
                  <a:pt x="781" y="865"/>
                </a:lnTo>
                <a:lnTo>
                  <a:pt x="782" y="865"/>
                </a:lnTo>
                <a:lnTo>
                  <a:pt x="782" y="866"/>
                </a:lnTo>
                <a:lnTo>
                  <a:pt x="783" y="866"/>
                </a:lnTo>
                <a:lnTo>
                  <a:pt x="784" y="866"/>
                </a:lnTo>
                <a:lnTo>
                  <a:pt x="785" y="866"/>
                </a:lnTo>
                <a:lnTo>
                  <a:pt x="785" y="867"/>
                </a:lnTo>
                <a:lnTo>
                  <a:pt x="785" y="868"/>
                </a:lnTo>
                <a:lnTo>
                  <a:pt x="786" y="868"/>
                </a:lnTo>
                <a:lnTo>
                  <a:pt x="786" y="867"/>
                </a:lnTo>
                <a:lnTo>
                  <a:pt x="787" y="867"/>
                </a:lnTo>
                <a:lnTo>
                  <a:pt x="787" y="868"/>
                </a:lnTo>
                <a:lnTo>
                  <a:pt x="788" y="868"/>
                </a:lnTo>
                <a:lnTo>
                  <a:pt x="789" y="867"/>
                </a:lnTo>
                <a:lnTo>
                  <a:pt x="789" y="868"/>
                </a:lnTo>
                <a:lnTo>
                  <a:pt x="790" y="868"/>
                </a:lnTo>
                <a:lnTo>
                  <a:pt x="790" y="867"/>
                </a:lnTo>
                <a:lnTo>
                  <a:pt x="791" y="867"/>
                </a:lnTo>
                <a:lnTo>
                  <a:pt x="791" y="868"/>
                </a:lnTo>
                <a:lnTo>
                  <a:pt x="792" y="868"/>
                </a:lnTo>
                <a:lnTo>
                  <a:pt x="793" y="867"/>
                </a:lnTo>
                <a:lnTo>
                  <a:pt x="794" y="867"/>
                </a:lnTo>
                <a:lnTo>
                  <a:pt x="794" y="868"/>
                </a:lnTo>
                <a:lnTo>
                  <a:pt x="795" y="868"/>
                </a:lnTo>
                <a:lnTo>
                  <a:pt x="796" y="868"/>
                </a:lnTo>
                <a:lnTo>
                  <a:pt x="797" y="868"/>
                </a:lnTo>
                <a:lnTo>
                  <a:pt x="797" y="867"/>
                </a:lnTo>
                <a:lnTo>
                  <a:pt x="797" y="866"/>
                </a:lnTo>
                <a:lnTo>
                  <a:pt x="798" y="866"/>
                </a:lnTo>
                <a:lnTo>
                  <a:pt x="798" y="867"/>
                </a:lnTo>
                <a:lnTo>
                  <a:pt x="799" y="867"/>
                </a:lnTo>
                <a:lnTo>
                  <a:pt x="801" y="867"/>
                </a:lnTo>
                <a:lnTo>
                  <a:pt x="801" y="868"/>
                </a:lnTo>
                <a:lnTo>
                  <a:pt x="801" y="869"/>
                </a:lnTo>
                <a:lnTo>
                  <a:pt x="801" y="870"/>
                </a:lnTo>
                <a:lnTo>
                  <a:pt x="801" y="871"/>
                </a:lnTo>
                <a:lnTo>
                  <a:pt x="802" y="871"/>
                </a:lnTo>
                <a:lnTo>
                  <a:pt x="802" y="870"/>
                </a:lnTo>
                <a:lnTo>
                  <a:pt x="803" y="871"/>
                </a:lnTo>
                <a:lnTo>
                  <a:pt x="804" y="871"/>
                </a:lnTo>
                <a:lnTo>
                  <a:pt x="804" y="872"/>
                </a:lnTo>
                <a:lnTo>
                  <a:pt x="805" y="873"/>
                </a:lnTo>
                <a:lnTo>
                  <a:pt x="806" y="873"/>
                </a:lnTo>
                <a:lnTo>
                  <a:pt x="807" y="873"/>
                </a:lnTo>
                <a:lnTo>
                  <a:pt x="807" y="874"/>
                </a:lnTo>
                <a:lnTo>
                  <a:pt x="809" y="874"/>
                </a:lnTo>
                <a:lnTo>
                  <a:pt x="809" y="873"/>
                </a:lnTo>
                <a:lnTo>
                  <a:pt x="809" y="874"/>
                </a:lnTo>
                <a:lnTo>
                  <a:pt x="810" y="874"/>
                </a:lnTo>
                <a:lnTo>
                  <a:pt x="810" y="875"/>
                </a:lnTo>
                <a:lnTo>
                  <a:pt x="809" y="875"/>
                </a:lnTo>
                <a:lnTo>
                  <a:pt x="809" y="876"/>
                </a:lnTo>
                <a:lnTo>
                  <a:pt x="810" y="876"/>
                </a:lnTo>
                <a:lnTo>
                  <a:pt x="811" y="876"/>
                </a:lnTo>
                <a:lnTo>
                  <a:pt x="811" y="875"/>
                </a:lnTo>
                <a:lnTo>
                  <a:pt x="813" y="876"/>
                </a:lnTo>
                <a:lnTo>
                  <a:pt x="814" y="876"/>
                </a:lnTo>
                <a:lnTo>
                  <a:pt x="815" y="876"/>
                </a:lnTo>
                <a:lnTo>
                  <a:pt x="815" y="877"/>
                </a:lnTo>
                <a:lnTo>
                  <a:pt x="816" y="877"/>
                </a:lnTo>
                <a:lnTo>
                  <a:pt x="817" y="877"/>
                </a:lnTo>
                <a:lnTo>
                  <a:pt x="817" y="878"/>
                </a:lnTo>
                <a:lnTo>
                  <a:pt x="819" y="877"/>
                </a:lnTo>
                <a:lnTo>
                  <a:pt x="819" y="878"/>
                </a:lnTo>
                <a:lnTo>
                  <a:pt x="820" y="878"/>
                </a:lnTo>
                <a:lnTo>
                  <a:pt x="821" y="878"/>
                </a:lnTo>
                <a:lnTo>
                  <a:pt x="822" y="878"/>
                </a:lnTo>
                <a:lnTo>
                  <a:pt x="823" y="878"/>
                </a:lnTo>
                <a:lnTo>
                  <a:pt x="823" y="879"/>
                </a:lnTo>
                <a:lnTo>
                  <a:pt x="824" y="879"/>
                </a:lnTo>
                <a:lnTo>
                  <a:pt x="824" y="880"/>
                </a:lnTo>
                <a:lnTo>
                  <a:pt x="824" y="881"/>
                </a:lnTo>
                <a:lnTo>
                  <a:pt x="825" y="881"/>
                </a:lnTo>
                <a:lnTo>
                  <a:pt x="826" y="881"/>
                </a:lnTo>
                <a:lnTo>
                  <a:pt x="827" y="881"/>
                </a:lnTo>
                <a:lnTo>
                  <a:pt x="827" y="880"/>
                </a:lnTo>
                <a:lnTo>
                  <a:pt x="828" y="879"/>
                </a:lnTo>
                <a:lnTo>
                  <a:pt x="829" y="879"/>
                </a:lnTo>
                <a:lnTo>
                  <a:pt x="829" y="880"/>
                </a:lnTo>
                <a:lnTo>
                  <a:pt x="830" y="880"/>
                </a:lnTo>
                <a:lnTo>
                  <a:pt x="830" y="881"/>
                </a:lnTo>
                <a:lnTo>
                  <a:pt x="831" y="881"/>
                </a:lnTo>
                <a:lnTo>
                  <a:pt x="832" y="881"/>
                </a:lnTo>
                <a:lnTo>
                  <a:pt x="833" y="881"/>
                </a:lnTo>
                <a:lnTo>
                  <a:pt x="833" y="882"/>
                </a:lnTo>
                <a:lnTo>
                  <a:pt x="834" y="882"/>
                </a:lnTo>
                <a:lnTo>
                  <a:pt x="834" y="883"/>
                </a:lnTo>
                <a:lnTo>
                  <a:pt x="835" y="883"/>
                </a:lnTo>
                <a:lnTo>
                  <a:pt x="836" y="884"/>
                </a:lnTo>
                <a:lnTo>
                  <a:pt x="837" y="884"/>
                </a:lnTo>
                <a:lnTo>
                  <a:pt x="837" y="885"/>
                </a:lnTo>
                <a:lnTo>
                  <a:pt x="838" y="885"/>
                </a:lnTo>
                <a:lnTo>
                  <a:pt x="839" y="885"/>
                </a:lnTo>
                <a:lnTo>
                  <a:pt x="839" y="886"/>
                </a:lnTo>
                <a:lnTo>
                  <a:pt x="838" y="886"/>
                </a:lnTo>
                <a:lnTo>
                  <a:pt x="838" y="887"/>
                </a:lnTo>
                <a:lnTo>
                  <a:pt x="839" y="888"/>
                </a:lnTo>
                <a:lnTo>
                  <a:pt x="840" y="889"/>
                </a:lnTo>
                <a:lnTo>
                  <a:pt x="841" y="890"/>
                </a:lnTo>
                <a:lnTo>
                  <a:pt x="842" y="890"/>
                </a:lnTo>
                <a:lnTo>
                  <a:pt x="843" y="889"/>
                </a:lnTo>
                <a:lnTo>
                  <a:pt x="842" y="889"/>
                </a:lnTo>
                <a:lnTo>
                  <a:pt x="843" y="889"/>
                </a:lnTo>
                <a:lnTo>
                  <a:pt x="844" y="890"/>
                </a:lnTo>
                <a:lnTo>
                  <a:pt x="844" y="891"/>
                </a:lnTo>
                <a:lnTo>
                  <a:pt x="844" y="892"/>
                </a:lnTo>
                <a:lnTo>
                  <a:pt x="845" y="892"/>
                </a:lnTo>
                <a:lnTo>
                  <a:pt x="845" y="891"/>
                </a:lnTo>
                <a:lnTo>
                  <a:pt x="846" y="891"/>
                </a:lnTo>
                <a:lnTo>
                  <a:pt x="846" y="892"/>
                </a:lnTo>
                <a:lnTo>
                  <a:pt x="846" y="893"/>
                </a:lnTo>
                <a:lnTo>
                  <a:pt x="847" y="892"/>
                </a:lnTo>
                <a:lnTo>
                  <a:pt x="848" y="891"/>
                </a:lnTo>
                <a:lnTo>
                  <a:pt x="848" y="890"/>
                </a:lnTo>
                <a:lnTo>
                  <a:pt x="849" y="889"/>
                </a:lnTo>
                <a:lnTo>
                  <a:pt x="849" y="888"/>
                </a:lnTo>
                <a:lnTo>
                  <a:pt x="850" y="888"/>
                </a:lnTo>
                <a:lnTo>
                  <a:pt x="851" y="888"/>
                </a:lnTo>
                <a:lnTo>
                  <a:pt x="851" y="887"/>
                </a:lnTo>
                <a:lnTo>
                  <a:pt x="852" y="887"/>
                </a:lnTo>
                <a:lnTo>
                  <a:pt x="852" y="888"/>
                </a:lnTo>
                <a:lnTo>
                  <a:pt x="853" y="888"/>
                </a:lnTo>
                <a:lnTo>
                  <a:pt x="855" y="888"/>
                </a:lnTo>
                <a:lnTo>
                  <a:pt x="856" y="888"/>
                </a:lnTo>
                <a:lnTo>
                  <a:pt x="857" y="888"/>
                </a:lnTo>
                <a:lnTo>
                  <a:pt x="857" y="887"/>
                </a:lnTo>
                <a:lnTo>
                  <a:pt x="857" y="886"/>
                </a:lnTo>
                <a:lnTo>
                  <a:pt x="856" y="886"/>
                </a:lnTo>
                <a:lnTo>
                  <a:pt x="856" y="885"/>
                </a:lnTo>
                <a:lnTo>
                  <a:pt x="857" y="885"/>
                </a:lnTo>
                <a:lnTo>
                  <a:pt x="858" y="885"/>
                </a:lnTo>
                <a:lnTo>
                  <a:pt x="858" y="886"/>
                </a:lnTo>
                <a:lnTo>
                  <a:pt x="859" y="888"/>
                </a:lnTo>
                <a:lnTo>
                  <a:pt x="860" y="888"/>
                </a:lnTo>
                <a:lnTo>
                  <a:pt x="860" y="887"/>
                </a:lnTo>
                <a:lnTo>
                  <a:pt x="861" y="887"/>
                </a:lnTo>
                <a:lnTo>
                  <a:pt x="862" y="888"/>
                </a:lnTo>
                <a:lnTo>
                  <a:pt x="863" y="888"/>
                </a:lnTo>
                <a:lnTo>
                  <a:pt x="863" y="889"/>
                </a:lnTo>
                <a:lnTo>
                  <a:pt x="864" y="889"/>
                </a:lnTo>
                <a:lnTo>
                  <a:pt x="865" y="889"/>
                </a:lnTo>
                <a:lnTo>
                  <a:pt x="866" y="889"/>
                </a:lnTo>
                <a:lnTo>
                  <a:pt x="866" y="890"/>
                </a:lnTo>
                <a:lnTo>
                  <a:pt x="866" y="889"/>
                </a:lnTo>
                <a:lnTo>
                  <a:pt x="866" y="888"/>
                </a:lnTo>
                <a:lnTo>
                  <a:pt x="867" y="888"/>
                </a:lnTo>
                <a:lnTo>
                  <a:pt x="867" y="886"/>
                </a:lnTo>
                <a:lnTo>
                  <a:pt x="867" y="885"/>
                </a:lnTo>
                <a:lnTo>
                  <a:pt x="866" y="885"/>
                </a:lnTo>
                <a:lnTo>
                  <a:pt x="866" y="884"/>
                </a:lnTo>
                <a:lnTo>
                  <a:pt x="867" y="884"/>
                </a:lnTo>
                <a:lnTo>
                  <a:pt x="868" y="884"/>
                </a:lnTo>
                <a:lnTo>
                  <a:pt x="869" y="884"/>
                </a:lnTo>
                <a:lnTo>
                  <a:pt x="870" y="884"/>
                </a:lnTo>
                <a:lnTo>
                  <a:pt x="871" y="884"/>
                </a:lnTo>
                <a:lnTo>
                  <a:pt x="871" y="883"/>
                </a:lnTo>
                <a:lnTo>
                  <a:pt x="871" y="882"/>
                </a:lnTo>
                <a:lnTo>
                  <a:pt x="872" y="881"/>
                </a:lnTo>
                <a:lnTo>
                  <a:pt x="873" y="881"/>
                </a:lnTo>
                <a:lnTo>
                  <a:pt x="873" y="880"/>
                </a:lnTo>
                <a:lnTo>
                  <a:pt x="872" y="879"/>
                </a:lnTo>
                <a:lnTo>
                  <a:pt x="871" y="878"/>
                </a:lnTo>
                <a:lnTo>
                  <a:pt x="872" y="878"/>
                </a:lnTo>
                <a:lnTo>
                  <a:pt x="873" y="877"/>
                </a:lnTo>
                <a:lnTo>
                  <a:pt x="874" y="877"/>
                </a:lnTo>
                <a:lnTo>
                  <a:pt x="875" y="877"/>
                </a:lnTo>
                <a:lnTo>
                  <a:pt x="875" y="878"/>
                </a:lnTo>
                <a:lnTo>
                  <a:pt x="876" y="878"/>
                </a:lnTo>
                <a:lnTo>
                  <a:pt x="876" y="877"/>
                </a:lnTo>
                <a:lnTo>
                  <a:pt x="876" y="876"/>
                </a:lnTo>
                <a:lnTo>
                  <a:pt x="876" y="875"/>
                </a:lnTo>
                <a:lnTo>
                  <a:pt x="875" y="875"/>
                </a:lnTo>
                <a:lnTo>
                  <a:pt x="876" y="875"/>
                </a:lnTo>
                <a:lnTo>
                  <a:pt x="876" y="874"/>
                </a:lnTo>
                <a:lnTo>
                  <a:pt x="876" y="873"/>
                </a:lnTo>
                <a:lnTo>
                  <a:pt x="876" y="872"/>
                </a:lnTo>
                <a:lnTo>
                  <a:pt x="876" y="871"/>
                </a:lnTo>
                <a:lnTo>
                  <a:pt x="878" y="871"/>
                </a:lnTo>
                <a:lnTo>
                  <a:pt x="878" y="872"/>
                </a:lnTo>
                <a:lnTo>
                  <a:pt x="879" y="872"/>
                </a:lnTo>
                <a:lnTo>
                  <a:pt x="880" y="872"/>
                </a:lnTo>
                <a:lnTo>
                  <a:pt x="882" y="873"/>
                </a:lnTo>
                <a:lnTo>
                  <a:pt x="883" y="873"/>
                </a:lnTo>
                <a:lnTo>
                  <a:pt x="884" y="873"/>
                </a:lnTo>
                <a:lnTo>
                  <a:pt x="884" y="872"/>
                </a:lnTo>
                <a:lnTo>
                  <a:pt x="884" y="871"/>
                </a:lnTo>
                <a:lnTo>
                  <a:pt x="885" y="870"/>
                </a:lnTo>
                <a:lnTo>
                  <a:pt x="885" y="869"/>
                </a:lnTo>
                <a:lnTo>
                  <a:pt x="885" y="867"/>
                </a:lnTo>
                <a:lnTo>
                  <a:pt x="886" y="867"/>
                </a:lnTo>
                <a:lnTo>
                  <a:pt x="886" y="866"/>
                </a:lnTo>
                <a:lnTo>
                  <a:pt x="887" y="865"/>
                </a:lnTo>
                <a:lnTo>
                  <a:pt x="888" y="865"/>
                </a:lnTo>
                <a:lnTo>
                  <a:pt x="889" y="865"/>
                </a:lnTo>
                <a:lnTo>
                  <a:pt x="889" y="866"/>
                </a:lnTo>
                <a:lnTo>
                  <a:pt x="890" y="866"/>
                </a:lnTo>
                <a:lnTo>
                  <a:pt x="891" y="866"/>
                </a:lnTo>
                <a:lnTo>
                  <a:pt x="892" y="866"/>
                </a:lnTo>
                <a:lnTo>
                  <a:pt x="893" y="865"/>
                </a:lnTo>
                <a:lnTo>
                  <a:pt x="893" y="864"/>
                </a:lnTo>
                <a:lnTo>
                  <a:pt x="892" y="863"/>
                </a:lnTo>
                <a:lnTo>
                  <a:pt x="892" y="862"/>
                </a:lnTo>
                <a:lnTo>
                  <a:pt x="891" y="862"/>
                </a:lnTo>
                <a:lnTo>
                  <a:pt x="890" y="861"/>
                </a:lnTo>
                <a:lnTo>
                  <a:pt x="890" y="860"/>
                </a:lnTo>
                <a:lnTo>
                  <a:pt x="889" y="860"/>
                </a:lnTo>
                <a:lnTo>
                  <a:pt x="889" y="859"/>
                </a:lnTo>
                <a:lnTo>
                  <a:pt x="889" y="858"/>
                </a:lnTo>
                <a:lnTo>
                  <a:pt x="888" y="858"/>
                </a:lnTo>
                <a:lnTo>
                  <a:pt x="888" y="857"/>
                </a:lnTo>
                <a:lnTo>
                  <a:pt x="888" y="856"/>
                </a:lnTo>
                <a:lnTo>
                  <a:pt x="887" y="856"/>
                </a:lnTo>
                <a:lnTo>
                  <a:pt x="886" y="855"/>
                </a:lnTo>
                <a:lnTo>
                  <a:pt x="885" y="854"/>
                </a:lnTo>
                <a:lnTo>
                  <a:pt x="885" y="853"/>
                </a:lnTo>
                <a:lnTo>
                  <a:pt x="886" y="853"/>
                </a:lnTo>
                <a:lnTo>
                  <a:pt x="886" y="852"/>
                </a:lnTo>
                <a:lnTo>
                  <a:pt x="885" y="851"/>
                </a:lnTo>
                <a:lnTo>
                  <a:pt x="884" y="850"/>
                </a:lnTo>
                <a:lnTo>
                  <a:pt x="884" y="849"/>
                </a:lnTo>
                <a:lnTo>
                  <a:pt x="883" y="849"/>
                </a:lnTo>
                <a:lnTo>
                  <a:pt x="882" y="849"/>
                </a:lnTo>
                <a:lnTo>
                  <a:pt x="882" y="848"/>
                </a:lnTo>
                <a:lnTo>
                  <a:pt x="881" y="847"/>
                </a:lnTo>
                <a:lnTo>
                  <a:pt x="880" y="848"/>
                </a:lnTo>
                <a:lnTo>
                  <a:pt x="880" y="847"/>
                </a:lnTo>
                <a:lnTo>
                  <a:pt x="879" y="846"/>
                </a:lnTo>
                <a:lnTo>
                  <a:pt x="877" y="846"/>
                </a:lnTo>
                <a:lnTo>
                  <a:pt x="876" y="846"/>
                </a:lnTo>
                <a:lnTo>
                  <a:pt x="875" y="846"/>
                </a:lnTo>
                <a:lnTo>
                  <a:pt x="874" y="846"/>
                </a:lnTo>
                <a:lnTo>
                  <a:pt x="873" y="846"/>
                </a:lnTo>
                <a:lnTo>
                  <a:pt x="872" y="846"/>
                </a:lnTo>
                <a:lnTo>
                  <a:pt x="871" y="846"/>
                </a:lnTo>
                <a:lnTo>
                  <a:pt x="870" y="846"/>
                </a:lnTo>
                <a:lnTo>
                  <a:pt x="869" y="845"/>
                </a:lnTo>
                <a:lnTo>
                  <a:pt x="868" y="845"/>
                </a:lnTo>
                <a:lnTo>
                  <a:pt x="868" y="844"/>
                </a:lnTo>
                <a:lnTo>
                  <a:pt x="867" y="844"/>
                </a:lnTo>
                <a:lnTo>
                  <a:pt x="867" y="843"/>
                </a:lnTo>
                <a:lnTo>
                  <a:pt x="866" y="842"/>
                </a:lnTo>
                <a:lnTo>
                  <a:pt x="866" y="841"/>
                </a:lnTo>
                <a:lnTo>
                  <a:pt x="865" y="841"/>
                </a:lnTo>
                <a:lnTo>
                  <a:pt x="864" y="841"/>
                </a:lnTo>
                <a:lnTo>
                  <a:pt x="864" y="840"/>
                </a:lnTo>
                <a:lnTo>
                  <a:pt x="863" y="839"/>
                </a:lnTo>
                <a:lnTo>
                  <a:pt x="863" y="837"/>
                </a:lnTo>
                <a:lnTo>
                  <a:pt x="863" y="836"/>
                </a:lnTo>
                <a:lnTo>
                  <a:pt x="863" y="835"/>
                </a:lnTo>
                <a:lnTo>
                  <a:pt x="863" y="834"/>
                </a:lnTo>
                <a:lnTo>
                  <a:pt x="863" y="833"/>
                </a:lnTo>
                <a:lnTo>
                  <a:pt x="863" y="832"/>
                </a:lnTo>
                <a:lnTo>
                  <a:pt x="864" y="832"/>
                </a:lnTo>
                <a:lnTo>
                  <a:pt x="864" y="831"/>
                </a:lnTo>
                <a:lnTo>
                  <a:pt x="863" y="831"/>
                </a:lnTo>
                <a:lnTo>
                  <a:pt x="863" y="830"/>
                </a:lnTo>
                <a:lnTo>
                  <a:pt x="863" y="829"/>
                </a:lnTo>
                <a:lnTo>
                  <a:pt x="863" y="828"/>
                </a:lnTo>
                <a:lnTo>
                  <a:pt x="863" y="827"/>
                </a:lnTo>
                <a:lnTo>
                  <a:pt x="863" y="826"/>
                </a:lnTo>
                <a:lnTo>
                  <a:pt x="863" y="825"/>
                </a:lnTo>
                <a:lnTo>
                  <a:pt x="863" y="824"/>
                </a:lnTo>
                <a:lnTo>
                  <a:pt x="863" y="823"/>
                </a:lnTo>
                <a:lnTo>
                  <a:pt x="863" y="822"/>
                </a:lnTo>
                <a:lnTo>
                  <a:pt x="863" y="821"/>
                </a:lnTo>
                <a:lnTo>
                  <a:pt x="863" y="820"/>
                </a:lnTo>
                <a:lnTo>
                  <a:pt x="863" y="819"/>
                </a:lnTo>
                <a:lnTo>
                  <a:pt x="864" y="818"/>
                </a:lnTo>
                <a:lnTo>
                  <a:pt x="864" y="817"/>
                </a:lnTo>
                <a:lnTo>
                  <a:pt x="864" y="816"/>
                </a:lnTo>
                <a:lnTo>
                  <a:pt x="863" y="816"/>
                </a:lnTo>
                <a:lnTo>
                  <a:pt x="863" y="815"/>
                </a:lnTo>
                <a:lnTo>
                  <a:pt x="864" y="815"/>
                </a:lnTo>
                <a:lnTo>
                  <a:pt x="864" y="814"/>
                </a:lnTo>
                <a:lnTo>
                  <a:pt x="863" y="814"/>
                </a:lnTo>
                <a:lnTo>
                  <a:pt x="863" y="812"/>
                </a:lnTo>
                <a:lnTo>
                  <a:pt x="863" y="811"/>
                </a:lnTo>
                <a:lnTo>
                  <a:pt x="864" y="811"/>
                </a:lnTo>
                <a:lnTo>
                  <a:pt x="864" y="810"/>
                </a:lnTo>
                <a:lnTo>
                  <a:pt x="865" y="810"/>
                </a:lnTo>
                <a:lnTo>
                  <a:pt x="866" y="810"/>
                </a:lnTo>
                <a:lnTo>
                  <a:pt x="867" y="810"/>
                </a:lnTo>
                <a:lnTo>
                  <a:pt x="868" y="809"/>
                </a:lnTo>
                <a:lnTo>
                  <a:pt x="868" y="810"/>
                </a:lnTo>
                <a:lnTo>
                  <a:pt x="868" y="809"/>
                </a:lnTo>
                <a:lnTo>
                  <a:pt x="869" y="809"/>
                </a:lnTo>
                <a:lnTo>
                  <a:pt x="868" y="809"/>
                </a:lnTo>
                <a:lnTo>
                  <a:pt x="869" y="809"/>
                </a:lnTo>
                <a:lnTo>
                  <a:pt x="870" y="809"/>
                </a:lnTo>
                <a:lnTo>
                  <a:pt x="871" y="809"/>
                </a:lnTo>
                <a:lnTo>
                  <a:pt x="872" y="809"/>
                </a:lnTo>
                <a:lnTo>
                  <a:pt x="873" y="809"/>
                </a:lnTo>
                <a:lnTo>
                  <a:pt x="873" y="810"/>
                </a:lnTo>
                <a:lnTo>
                  <a:pt x="874" y="810"/>
                </a:lnTo>
                <a:lnTo>
                  <a:pt x="875" y="810"/>
                </a:lnTo>
                <a:lnTo>
                  <a:pt x="876" y="810"/>
                </a:lnTo>
                <a:lnTo>
                  <a:pt x="876" y="809"/>
                </a:lnTo>
                <a:lnTo>
                  <a:pt x="875" y="809"/>
                </a:lnTo>
                <a:lnTo>
                  <a:pt x="875" y="808"/>
                </a:lnTo>
                <a:lnTo>
                  <a:pt x="875" y="807"/>
                </a:lnTo>
                <a:lnTo>
                  <a:pt x="875" y="806"/>
                </a:lnTo>
                <a:lnTo>
                  <a:pt x="876" y="806"/>
                </a:lnTo>
                <a:lnTo>
                  <a:pt x="876" y="805"/>
                </a:lnTo>
                <a:lnTo>
                  <a:pt x="877" y="804"/>
                </a:lnTo>
                <a:lnTo>
                  <a:pt x="877" y="803"/>
                </a:lnTo>
                <a:lnTo>
                  <a:pt x="876" y="803"/>
                </a:lnTo>
                <a:lnTo>
                  <a:pt x="877" y="803"/>
                </a:lnTo>
                <a:lnTo>
                  <a:pt x="878" y="802"/>
                </a:lnTo>
                <a:lnTo>
                  <a:pt x="878" y="801"/>
                </a:lnTo>
                <a:lnTo>
                  <a:pt x="879" y="800"/>
                </a:lnTo>
                <a:lnTo>
                  <a:pt x="880" y="800"/>
                </a:lnTo>
                <a:lnTo>
                  <a:pt x="880" y="799"/>
                </a:lnTo>
                <a:lnTo>
                  <a:pt x="881" y="799"/>
                </a:lnTo>
                <a:lnTo>
                  <a:pt x="881" y="798"/>
                </a:lnTo>
                <a:lnTo>
                  <a:pt x="882" y="797"/>
                </a:lnTo>
                <a:lnTo>
                  <a:pt x="882" y="798"/>
                </a:lnTo>
                <a:lnTo>
                  <a:pt x="883" y="798"/>
                </a:lnTo>
                <a:lnTo>
                  <a:pt x="883" y="797"/>
                </a:lnTo>
                <a:lnTo>
                  <a:pt x="884" y="797"/>
                </a:lnTo>
                <a:lnTo>
                  <a:pt x="884" y="798"/>
                </a:lnTo>
                <a:lnTo>
                  <a:pt x="885" y="797"/>
                </a:lnTo>
                <a:lnTo>
                  <a:pt x="885" y="796"/>
                </a:lnTo>
                <a:lnTo>
                  <a:pt x="886" y="796"/>
                </a:lnTo>
                <a:lnTo>
                  <a:pt x="886" y="795"/>
                </a:lnTo>
                <a:lnTo>
                  <a:pt x="887" y="795"/>
                </a:lnTo>
                <a:lnTo>
                  <a:pt x="889" y="795"/>
                </a:lnTo>
                <a:lnTo>
                  <a:pt x="889" y="794"/>
                </a:lnTo>
                <a:lnTo>
                  <a:pt x="890" y="793"/>
                </a:lnTo>
                <a:lnTo>
                  <a:pt x="891" y="793"/>
                </a:lnTo>
                <a:lnTo>
                  <a:pt x="892" y="793"/>
                </a:lnTo>
                <a:lnTo>
                  <a:pt x="892" y="794"/>
                </a:lnTo>
                <a:lnTo>
                  <a:pt x="893" y="794"/>
                </a:lnTo>
                <a:lnTo>
                  <a:pt x="893" y="793"/>
                </a:lnTo>
                <a:lnTo>
                  <a:pt x="894" y="793"/>
                </a:lnTo>
                <a:lnTo>
                  <a:pt x="895" y="793"/>
                </a:lnTo>
                <a:lnTo>
                  <a:pt x="896" y="793"/>
                </a:lnTo>
                <a:lnTo>
                  <a:pt x="896" y="792"/>
                </a:lnTo>
                <a:lnTo>
                  <a:pt x="897" y="792"/>
                </a:lnTo>
                <a:lnTo>
                  <a:pt x="897" y="790"/>
                </a:lnTo>
                <a:lnTo>
                  <a:pt x="897" y="789"/>
                </a:lnTo>
                <a:lnTo>
                  <a:pt x="897" y="788"/>
                </a:lnTo>
                <a:lnTo>
                  <a:pt x="898" y="787"/>
                </a:lnTo>
                <a:lnTo>
                  <a:pt x="898" y="786"/>
                </a:lnTo>
                <a:lnTo>
                  <a:pt x="898" y="785"/>
                </a:lnTo>
                <a:lnTo>
                  <a:pt x="899" y="785"/>
                </a:lnTo>
                <a:lnTo>
                  <a:pt x="900" y="785"/>
                </a:lnTo>
                <a:lnTo>
                  <a:pt x="901" y="784"/>
                </a:lnTo>
                <a:lnTo>
                  <a:pt x="901" y="783"/>
                </a:lnTo>
                <a:lnTo>
                  <a:pt x="901" y="782"/>
                </a:lnTo>
                <a:lnTo>
                  <a:pt x="902" y="782"/>
                </a:lnTo>
                <a:lnTo>
                  <a:pt x="903" y="782"/>
                </a:lnTo>
                <a:lnTo>
                  <a:pt x="904" y="782"/>
                </a:lnTo>
                <a:lnTo>
                  <a:pt x="905" y="782"/>
                </a:lnTo>
                <a:lnTo>
                  <a:pt x="906" y="781"/>
                </a:lnTo>
                <a:lnTo>
                  <a:pt x="907" y="780"/>
                </a:lnTo>
                <a:lnTo>
                  <a:pt x="906" y="779"/>
                </a:lnTo>
                <a:lnTo>
                  <a:pt x="906" y="778"/>
                </a:lnTo>
                <a:lnTo>
                  <a:pt x="905" y="778"/>
                </a:lnTo>
                <a:lnTo>
                  <a:pt x="904" y="777"/>
                </a:lnTo>
                <a:lnTo>
                  <a:pt x="904" y="776"/>
                </a:lnTo>
                <a:lnTo>
                  <a:pt x="904" y="775"/>
                </a:lnTo>
                <a:lnTo>
                  <a:pt x="903" y="775"/>
                </a:lnTo>
                <a:lnTo>
                  <a:pt x="903" y="774"/>
                </a:lnTo>
                <a:lnTo>
                  <a:pt x="903" y="773"/>
                </a:lnTo>
                <a:lnTo>
                  <a:pt x="903" y="772"/>
                </a:lnTo>
                <a:lnTo>
                  <a:pt x="904" y="772"/>
                </a:lnTo>
                <a:lnTo>
                  <a:pt x="903" y="772"/>
                </a:lnTo>
                <a:lnTo>
                  <a:pt x="903" y="771"/>
                </a:lnTo>
                <a:lnTo>
                  <a:pt x="902" y="771"/>
                </a:lnTo>
                <a:lnTo>
                  <a:pt x="901" y="770"/>
                </a:lnTo>
                <a:lnTo>
                  <a:pt x="900" y="770"/>
                </a:lnTo>
                <a:lnTo>
                  <a:pt x="899" y="770"/>
                </a:lnTo>
                <a:lnTo>
                  <a:pt x="898" y="770"/>
                </a:lnTo>
                <a:lnTo>
                  <a:pt x="896" y="769"/>
                </a:lnTo>
                <a:lnTo>
                  <a:pt x="895" y="768"/>
                </a:lnTo>
                <a:lnTo>
                  <a:pt x="895" y="767"/>
                </a:lnTo>
                <a:lnTo>
                  <a:pt x="896" y="767"/>
                </a:lnTo>
                <a:lnTo>
                  <a:pt x="897" y="766"/>
                </a:lnTo>
                <a:lnTo>
                  <a:pt x="898" y="766"/>
                </a:lnTo>
                <a:lnTo>
                  <a:pt x="898" y="767"/>
                </a:lnTo>
                <a:lnTo>
                  <a:pt x="899" y="765"/>
                </a:lnTo>
                <a:lnTo>
                  <a:pt x="899" y="764"/>
                </a:lnTo>
                <a:lnTo>
                  <a:pt x="898" y="763"/>
                </a:lnTo>
                <a:lnTo>
                  <a:pt x="898" y="762"/>
                </a:lnTo>
                <a:lnTo>
                  <a:pt x="897" y="761"/>
                </a:lnTo>
                <a:lnTo>
                  <a:pt x="896" y="761"/>
                </a:lnTo>
                <a:lnTo>
                  <a:pt x="896" y="760"/>
                </a:lnTo>
                <a:lnTo>
                  <a:pt x="896" y="759"/>
                </a:lnTo>
                <a:lnTo>
                  <a:pt x="896" y="758"/>
                </a:lnTo>
                <a:lnTo>
                  <a:pt x="896" y="757"/>
                </a:lnTo>
                <a:lnTo>
                  <a:pt x="897" y="757"/>
                </a:lnTo>
                <a:lnTo>
                  <a:pt x="897" y="756"/>
                </a:lnTo>
                <a:lnTo>
                  <a:pt x="897" y="755"/>
                </a:lnTo>
                <a:lnTo>
                  <a:pt x="898" y="755"/>
                </a:lnTo>
                <a:lnTo>
                  <a:pt x="898" y="754"/>
                </a:lnTo>
                <a:lnTo>
                  <a:pt x="899" y="754"/>
                </a:lnTo>
                <a:lnTo>
                  <a:pt x="899" y="755"/>
                </a:lnTo>
                <a:lnTo>
                  <a:pt x="900" y="755"/>
                </a:lnTo>
                <a:lnTo>
                  <a:pt x="901" y="755"/>
                </a:lnTo>
                <a:lnTo>
                  <a:pt x="902" y="755"/>
                </a:lnTo>
                <a:lnTo>
                  <a:pt x="903" y="756"/>
                </a:lnTo>
                <a:lnTo>
                  <a:pt x="904" y="756"/>
                </a:lnTo>
                <a:lnTo>
                  <a:pt x="905" y="756"/>
                </a:lnTo>
                <a:lnTo>
                  <a:pt x="906" y="756"/>
                </a:lnTo>
                <a:lnTo>
                  <a:pt x="906" y="757"/>
                </a:lnTo>
                <a:lnTo>
                  <a:pt x="907" y="757"/>
                </a:lnTo>
                <a:lnTo>
                  <a:pt x="907" y="756"/>
                </a:lnTo>
                <a:lnTo>
                  <a:pt x="908" y="756"/>
                </a:lnTo>
                <a:lnTo>
                  <a:pt x="909" y="755"/>
                </a:lnTo>
                <a:lnTo>
                  <a:pt x="910" y="754"/>
                </a:lnTo>
                <a:lnTo>
                  <a:pt x="911" y="754"/>
                </a:lnTo>
                <a:lnTo>
                  <a:pt x="911" y="753"/>
                </a:lnTo>
                <a:lnTo>
                  <a:pt x="910" y="753"/>
                </a:lnTo>
                <a:lnTo>
                  <a:pt x="910" y="752"/>
                </a:lnTo>
                <a:lnTo>
                  <a:pt x="910" y="751"/>
                </a:lnTo>
                <a:lnTo>
                  <a:pt x="910" y="750"/>
                </a:lnTo>
                <a:lnTo>
                  <a:pt x="911" y="750"/>
                </a:lnTo>
                <a:lnTo>
                  <a:pt x="912" y="750"/>
                </a:lnTo>
                <a:lnTo>
                  <a:pt x="912" y="749"/>
                </a:lnTo>
                <a:lnTo>
                  <a:pt x="912" y="748"/>
                </a:lnTo>
                <a:lnTo>
                  <a:pt x="912" y="747"/>
                </a:lnTo>
                <a:lnTo>
                  <a:pt x="913" y="747"/>
                </a:lnTo>
                <a:lnTo>
                  <a:pt x="913" y="746"/>
                </a:lnTo>
                <a:lnTo>
                  <a:pt x="914" y="746"/>
                </a:lnTo>
                <a:lnTo>
                  <a:pt x="914" y="745"/>
                </a:lnTo>
                <a:lnTo>
                  <a:pt x="914" y="744"/>
                </a:lnTo>
                <a:lnTo>
                  <a:pt x="915" y="743"/>
                </a:lnTo>
                <a:lnTo>
                  <a:pt x="915" y="742"/>
                </a:lnTo>
                <a:lnTo>
                  <a:pt x="915" y="740"/>
                </a:lnTo>
                <a:lnTo>
                  <a:pt x="916" y="740"/>
                </a:lnTo>
                <a:lnTo>
                  <a:pt x="916" y="741"/>
                </a:lnTo>
                <a:lnTo>
                  <a:pt x="916" y="740"/>
                </a:lnTo>
                <a:lnTo>
                  <a:pt x="916" y="739"/>
                </a:lnTo>
                <a:lnTo>
                  <a:pt x="915" y="739"/>
                </a:lnTo>
                <a:lnTo>
                  <a:pt x="916" y="739"/>
                </a:lnTo>
                <a:lnTo>
                  <a:pt x="916" y="738"/>
                </a:lnTo>
                <a:lnTo>
                  <a:pt x="916" y="739"/>
                </a:lnTo>
                <a:lnTo>
                  <a:pt x="917" y="739"/>
                </a:lnTo>
                <a:lnTo>
                  <a:pt x="917" y="740"/>
                </a:lnTo>
                <a:lnTo>
                  <a:pt x="917" y="739"/>
                </a:lnTo>
                <a:lnTo>
                  <a:pt x="918" y="739"/>
                </a:lnTo>
                <a:lnTo>
                  <a:pt x="919" y="740"/>
                </a:lnTo>
                <a:lnTo>
                  <a:pt x="919" y="741"/>
                </a:lnTo>
                <a:lnTo>
                  <a:pt x="920" y="741"/>
                </a:lnTo>
                <a:lnTo>
                  <a:pt x="921" y="742"/>
                </a:lnTo>
                <a:lnTo>
                  <a:pt x="922" y="743"/>
                </a:lnTo>
                <a:lnTo>
                  <a:pt x="923" y="743"/>
                </a:lnTo>
                <a:lnTo>
                  <a:pt x="924" y="744"/>
                </a:lnTo>
                <a:lnTo>
                  <a:pt x="925" y="744"/>
                </a:lnTo>
                <a:lnTo>
                  <a:pt x="926" y="744"/>
                </a:lnTo>
                <a:lnTo>
                  <a:pt x="927" y="743"/>
                </a:lnTo>
                <a:lnTo>
                  <a:pt x="927" y="744"/>
                </a:lnTo>
                <a:lnTo>
                  <a:pt x="928" y="744"/>
                </a:lnTo>
                <a:lnTo>
                  <a:pt x="930" y="745"/>
                </a:lnTo>
                <a:lnTo>
                  <a:pt x="930" y="744"/>
                </a:lnTo>
                <a:lnTo>
                  <a:pt x="931" y="744"/>
                </a:lnTo>
                <a:lnTo>
                  <a:pt x="931" y="745"/>
                </a:lnTo>
                <a:lnTo>
                  <a:pt x="932" y="745"/>
                </a:lnTo>
                <a:lnTo>
                  <a:pt x="932" y="744"/>
                </a:lnTo>
                <a:lnTo>
                  <a:pt x="932" y="745"/>
                </a:lnTo>
                <a:lnTo>
                  <a:pt x="933" y="745"/>
                </a:lnTo>
                <a:lnTo>
                  <a:pt x="934" y="745"/>
                </a:lnTo>
                <a:lnTo>
                  <a:pt x="934" y="746"/>
                </a:lnTo>
                <a:lnTo>
                  <a:pt x="935" y="746"/>
                </a:lnTo>
                <a:lnTo>
                  <a:pt x="935" y="747"/>
                </a:lnTo>
                <a:lnTo>
                  <a:pt x="936" y="747"/>
                </a:lnTo>
                <a:lnTo>
                  <a:pt x="937" y="748"/>
                </a:lnTo>
                <a:lnTo>
                  <a:pt x="938" y="748"/>
                </a:lnTo>
                <a:lnTo>
                  <a:pt x="938" y="747"/>
                </a:lnTo>
                <a:lnTo>
                  <a:pt x="939" y="746"/>
                </a:lnTo>
                <a:lnTo>
                  <a:pt x="940" y="746"/>
                </a:lnTo>
                <a:lnTo>
                  <a:pt x="941" y="745"/>
                </a:lnTo>
                <a:lnTo>
                  <a:pt x="940" y="744"/>
                </a:lnTo>
                <a:lnTo>
                  <a:pt x="939" y="744"/>
                </a:lnTo>
                <a:lnTo>
                  <a:pt x="938" y="744"/>
                </a:lnTo>
                <a:lnTo>
                  <a:pt x="938" y="745"/>
                </a:lnTo>
                <a:lnTo>
                  <a:pt x="937" y="745"/>
                </a:lnTo>
                <a:lnTo>
                  <a:pt x="936" y="745"/>
                </a:lnTo>
                <a:lnTo>
                  <a:pt x="936" y="744"/>
                </a:lnTo>
                <a:lnTo>
                  <a:pt x="937" y="744"/>
                </a:lnTo>
                <a:lnTo>
                  <a:pt x="937" y="743"/>
                </a:lnTo>
                <a:lnTo>
                  <a:pt x="938" y="743"/>
                </a:lnTo>
                <a:lnTo>
                  <a:pt x="939" y="743"/>
                </a:lnTo>
                <a:lnTo>
                  <a:pt x="939" y="742"/>
                </a:lnTo>
                <a:lnTo>
                  <a:pt x="940" y="742"/>
                </a:lnTo>
                <a:lnTo>
                  <a:pt x="940" y="743"/>
                </a:lnTo>
                <a:lnTo>
                  <a:pt x="941" y="742"/>
                </a:lnTo>
                <a:lnTo>
                  <a:pt x="942" y="741"/>
                </a:lnTo>
                <a:lnTo>
                  <a:pt x="942" y="742"/>
                </a:lnTo>
                <a:lnTo>
                  <a:pt x="943" y="742"/>
                </a:lnTo>
                <a:lnTo>
                  <a:pt x="943" y="741"/>
                </a:lnTo>
                <a:lnTo>
                  <a:pt x="943" y="740"/>
                </a:lnTo>
                <a:lnTo>
                  <a:pt x="942" y="740"/>
                </a:lnTo>
                <a:lnTo>
                  <a:pt x="941" y="739"/>
                </a:lnTo>
                <a:lnTo>
                  <a:pt x="940" y="738"/>
                </a:lnTo>
                <a:lnTo>
                  <a:pt x="940" y="737"/>
                </a:lnTo>
                <a:lnTo>
                  <a:pt x="939" y="737"/>
                </a:lnTo>
                <a:lnTo>
                  <a:pt x="939" y="736"/>
                </a:lnTo>
                <a:lnTo>
                  <a:pt x="939" y="735"/>
                </a:lnTo>
                <a:lnTo>
                  <a:pt x="939" y="734"/>
                </a:lnTo>
                <a:lnTo>
                  <a:pt x="939" y="733"/>
                </a:lnTo>
                <a:lnTo>
                  <a:pt x="939" y="732"/>
                </a:lnTo>
                <a:lnTo>
                  <a:pt x="938" y="732"/>
                </a:lnTo>
                <a:lnTo>
                  <a:pt x="937" y="732"/>
                </a:lnTo>
                <a:lnTo>
                  <a:pt x="937" y="731"/>
                </a:lnTo>
                <a:lnTo>
                  <a:pt x="936" y="730"/>
                </a:lnTo>
                <a:lnTo>
                  <a:pt x="936" y="729"/>
                </a:lnTo>
                <a:lnTo>
                  <a:pt x="936" y="728"/>
                </a:lnTo>
                <a:lnTo>
                  <a:pt x="935" y="728"/>
                </a:lnTo>
                <a:lnTo>
                  <a:pt x="934" y="727"/>
                </a:lnTo>
                <a:lnTo>
                  <a:pt x="933" y="726"/>
                </a:lnTo>
                <a:lnTo>
                  <a:pt x="933" y="725"/>
                </a:lnTo>
                <a:lnTo>
                  <a:pt x="933" y="724"/>
                </a:lnTo>
                <a:lnTo>
                  <a:pt x="933" y="722"/>
                </a:lnTo>
                <a:lnTo>
                  <a:pt x="932" y="722"/>
                </a:lnTo>
                <a:lnTo>
                  <a:pt x="932" y="721"/>
                </a:lnTo>
                <a:lnTo>
                  <a:pt x="932" y="720"/>
                </a:lnTo>
                <a:lnTo>
                  <a:pt x="932" y="719"/>
                </a:lnTo>
                <a:lnTo>
                  <a:pt x="933" y="719"/>
                </a:lnTo>
                <a:lnTo>
                  <a:pt x="933" y="718"/>
                </a:lnTo>
                <a:lnTo>
                  <a:pt x="933" y="717"/>
                </a:lnTo>
                <a:lnTo>
                  <a:pt x="934" y="717"/>
                </a:lnTo>
                <a:lnTo>
                  <a:pt x="934" y="716"/>
                </a:lnTo>
                <a:lnTo>
                  <a:pt x="935" y="715"/>
                </a:lnTo>
                <a:lnTo>
                  <a:pt x="936" y="715"/>
                </a:lnTo>
                <a:lnTo>
                  <a:pt x="937" y="715"/>
                </a:lnTo>
                <a:lnTo>
                  <a:pt x="937" y="714"/>
                </a:lnTo>
                <a:lnTo>
                  <a:pt x="938" y="714"/>
                </a:lnTo>
                <a:lnTo>
                  <a:pt x="938" y="713"/>
                </a:lnTo>
                <a:lnTo>
                  <a:pt x="939" y="713"/>
                </a:lnTo>
                <a:lnTo>
                  <a:pt x="939" y="712"/>
                </a:lnTo>
                <a:lnTo>
                  <a:pt x="940" y="712"/>
                </a:lnTo>
                <a:lnTo>
                  <a:pt x="940" y="711"/>
                </a:lnTo>
                <a:lnTo>
                  <a:pt x="941" y="711"/>
                </a:lnTo>
                <a:lnTo>
                  <a:pt x="942" y="711"/>
                </a:lnTo>
                <a:lnTo>
                  <a:pt x="943" y="711"/>
                </a:lnTo>
                <a:lnTo>
                  <a:pt x="944" y="712"/>
                </a:lnTo>
                <a:lnTo>
                  <a:pt x="944" y="711"/>
                </a:lnTo>
                <a:lnTo>
                  <a:pt x="945" y="711"/>
                </a:lnTo>
                <a:lnTo>
                  <a:pt x="946" y="711"/>
                </a:lnTo>
                <a:lnTo>
                  <a:pt x="947" y="711"/>
                </a:lnTo>
                <a:lnTo>
                  <a:pt x="947" y="712"/>
                </a:lnTo>
                <a:lnTo>
                  <a:pt x="948" y="712"/>
                </a:lnTo>
                <a:lnTo>
                  <a:pt x="949" y="712"/>
                </a:lnTo>
                <a:lnTo>
                  <a:pt x="950" y="712"/>
                </a:lnTo>
                <a:lnTo>
                  <a:pt x="951" y="712"/>
                </a:lnTo>
                <a:lnTo>
                  <a:pt x="952" y="712"/>
                </a:lnTo>
                <a:lnTo>
                  <a:pt x="953" y="712"/>
                </a:lnTo>
                <a:lnTo>
                  <a:pt x="953" y="713"/>
                </a:lnTo>
                <a:lnTo>
                  <a:pt x="953" y="714"/>
                </a:lnTo>
                <a:lnTo>
                  <a:pt x="955" y="714"/>
                </a:lnTo>
                <a:lnTo>
                  <a:pt x="956" y="713"/>
                </a:lnTo>
                <a:lnTo>
                  <a:pt x="955" y="712"/>
                </a:lnTo>
                <a:lnTo>
                  <a:pt x="956" y="712"/>
                </a:lnTo>
                <a:lnTo>
                  <a:pt x="956" y="711"/>
                </a:lnTo>
                <a:lnTo>
                  <a:pt x="956" y="710"/>
                </a:lnTo>
                <a:lnTo>
                  <a:pt x="956" y="709"/>
                </a:lnTo>
                <a:lnTo>
                  <a:pt x="955" y="708"/>
                </a:lnTo>
                <a:lnTo>
                  <a:pt x="956" y="707"/>
                </a:lnTo>
                <a:lnTo>
                  <a:pt x="956" y="705"/>
                </a:lnTo>
                <a:lnTo>
                  <a:pt x="956" y="704"/>
                </a:lnTo>
                <a:lnTo>
                  <a:pt x="955" y="704"/>
                </a:lnTo>
                <a:lnTo>
                  <a:pt x="955" y="702"/>
                </a:lnTo>
                <a:lnTo>
                  <a:pt x="956" y="701"/>
                </a:lnTo>
                <a:lnTo>
                  <a:pt x="956" y="700"/>
                </a:lnTo>
                <a:lnTo>
                  <a:pt x="957" y="699"/>
                </a:lnTo>
                <a:lnTo>
                  <a:pt x="957" y="698"/>
                </a:lnTo>
                <a:lnTo>
                  <a:pt x="958" y="697"/>
                </a:lnTo>
                <a:lnTo>
                  <a:pt x="957" y="697"/>
                </a:lnTo>
                <a:lnTo>
                  <a:pt x="957" y="696"/>
                </a:lnTo>
                <a:lnTo>
                  <a:pt x="957" y="695"/>
                </a:lnTo>
                <a:lnTo>
                  <a:pt x="956" y="695"/>
                </a:lnTo>
                <a:lnTo>
                  <a:pt x="956" y="694"/>
                </a:lnTo>
                <a:lnTo>
                  <a:pt x="957" y="693"/>
                </a:lnTo>
                <a:lnTo>
                  <a:pt x="958" y="693"/>
                </a:lnTo>
                <a:lnTo>
                  <a:pt x="957" y="692"/>
                </a:lnTo>
                <a:lnTo>
                  <a:pt x="955" y="692"/>
                </a:lnTo>
                <a:lnTo>
                  <a:pt x="954" y="692"/>
                </a:lnTo>
                <a:lnTo>
                  <a:pt x="954" y="691"/>
                </a:lnTo>
                <a:lnTo>
                  <a:pt x="953" y="690"/>
                </a:lnTo>
                <a:lnTo>
                  <a:pt x="952" y="689"/>
                </a:lnTo>
                <a:lnTo>
                  <a:pt x="951" y="689"/>
                </a:lnTo>
                <a:lnTo>
                  <a:pt x="951" y="690"/>
                </a:lnTo>
                <a:lnTo>
                  <a:pt x="951" y="689"/>
                </a:lnTo>
                <a:lnTo>
                  <a:pt x="950" y="689"/>
                </a:lnTo>
                <a:lnTo>
                  <a:pt x="950" y="688"/>
                </a:lnTo>
                <a:lnTo>
                  <a:pt x="950" y="687"/>
                </a:lnTo>
                <a:lnTo>
                  <a:pt x="951" y="687"/>
                </a:lnTo>
                <a:lnTo>
                  <a:pt x="952" y="687"/>
                </a:lnTo>
                <a:lnTo>
                  <a:pt x="953" y="687"/>
                </a:lnTo>
                <a:lnTo>
                  <a:pt x="954" y="686"/>
                </a:lnTo>
                <a:lnTo>
                  <a:pt x="955" y="686"/>
                </a:lnTo>
                <a:lnTo>
                  <a:pt x="955" y="685"/>
                </a:lnTo>
                <a:lnTo>
                  <a:pt x="955" y="684"/>
                </a:lnTo>
                <a:lnTo>
                  <a:pt x="955" y="683"/>
                </a:lnTo>
                <a:lnTo>
                  <a:pt x="956" y="683"/>
                </a:lnTo>
                <a:lnTo>
                  <a:pt x="956" y="682"/>
                </a:lnTo>
                <a:lnTo>
                  <a:pt x="956" y="681"/>
                </a:lnTo>
                <a:lnTo>
                  <a:pt x="957" y="681"/>
                </a:lnTo>
                <a:lnTo>
                  <a:pt x="957" y="680"/>
                </a:lnTo>
                <a:lnTo>
                  <a:pt x="958" y="679"/>
                </a:lnTo>
                <a:lnTo>
                  <a:pt x="958" y="678"/>
                </a:lnTo>
                <a:lnTo>
                  <a:pt x="959" y="678"/>
                </a:lnTo>
                <a:lnTo>
                  <a:pt x="959" y="677"/>
                </a:lnTo>
                <a:lnTo>
                  <a:pt x="960" y="677"/>
                </a:lnTo>
                <a:lnTo>
                  <a:pt x="960" y="676"/>
                </a:lnTo>
                <a:lnTo>
                  <a:pt x="961" y="676"/>
                </a:lnTo>
                <a:lnTo>
                  <a:pt x="962" y="676"/>
                </a:lnTo>
                <a:lnTo>
                  <a:pt x="963" y="676"/>
                </a:lnTo>
                <a:lnTo>
                  <a:pt x="964" y="676"/>
                </a:lnTo>
                <a:lnTo>
                  <a:pt x="966" y="676"/>
                </a:lnTo>
                <a:lnTo>
                  <a:pt x="966" y="675"/>
                </a:lnTo>
                <a:lnTo>
                  <a:pt x="967" y="675"/>
                </a:lnTo>
                <a:lnTo>
                  <a:pt x="966" y="675"/>
                </a:lnTo>
                <a:lnTo>
                  <a:pt x="966" y="674"/>
                </a:lnTo>
                <a:lnTo>
                  <a:pt x="965" y="674"/>
                </a:lnTo>
                <a:lnTo>
                  <a:pt x="965" y="673"/>
                </a:lnTo>
                <a:lnTo>
                  <a:pt x="964" y="673"/>
                </a:lnTo>
                <a:lnTo>
                  <a:pt x="963" y="673"/>
                </a:lnTo>
                <a:lnTo>
                  <a:pt x="962" y="673"/>
                </a:lnTo>
                <a:lnTo>
                  <a:pt x="962" y="672"/>
                </a:lnTo>
                <a:lnTo>
                  <a:pt x="963" y="671"/>
                </a:lnTo>
                <a:lnTo>
                  <a:pt x="963" y="670"/>
                </a:lnTo>
                <a:lnTo>
                  <a:pt x="962" y="670"/>
                </a:lnTo>
                <a:lnTo>
                  <a:pt x="961" y="670"/>
                </a:lnTo>
                <a:lnTo>
                  <a:pt x="960" y="670"/>
                </a:lnTo>
                <a:lnTo>
                  <a:pt x="959" y="669"/>
                </a:lnTo>
                <a:lnTo>
                  <a:pt x="958" y="668"/>
                </a:lnTo>
                <a:lnTo>
                  <a:pt x="958" y="667"/>
                </a:lnTo>
                <a:lnTo>
                  <a:pt x="957" y="667"/>
                </a:lnTo>
                <a:lnTo>
                  <a:pt x="955" y="667"/>
                </a:lnTo>
                <a:lnTo>
                  <a:pt x="954" y="666"/>
                </a:lnTo>
                <a:lnTo>
                  <a:pt x="953" y="666"/>
                </a:lnTo>
                <a:lnTo>
                  <a:pt x="953" y="664"/>
                </a:lnTo>
                <a:lnTo>
                  <a:pt x="952" y="664"/>
                </a:lnTo>
                <a:lnTo>
                  <a:pt x="951" y="663"/>
                </a:lnTo>
                <a:lnTo>
                  <a:pt x="950" y="663"/>
                </a:lnTo>
                <a:lnTo>
                  <a:pt x="950" y="662"/>
                </a:lnTo>
                <a:lnTo>
                  <a:pt x="949" y="662"/>
                </a:lnTo>
                <a:lnTo>
                  <a:pt x="948" y="663"/>
                </a:lnTo>
                <a:lnTo>
                  <a:pt x="947" y="662"/>
                </a:lnTo>
                <a:lnTo>
                  <a:pt x="946" y="662"/>
                </a:lnTo>
                <a:lnTo>
                  <a:pt x="946" y="661"/>
                </a:lnTo>
                <a:lnTo>
                  <a:pt x="945" y="661"/>
                </a:lnTo>
                <a:lnTo>
                  <a:pt x="945" y="660"/>
                </a:lnTo>
                <a:lnTo>
                  <a:pt x="945" y="659"/>
                </a:lnTo>
                <a:lnTo>
                  <a:pt x="945" y="658"/>
                </a:lnTo>
                <a:lnTo>
                  <a:pt x="944" y="658"/>
                </a:lnTo>
                <a:lnTo>
                  <a:pt x="944" y="657"/>
                </a:lnTo>
                <a:lnTo>
                  <a:pt x="944" y="656"/>
                </a:lnTo>
                <a:lnTo>
                  <a:pt x="945" y="655"/>
                </a:lnTo>
                <a:lnTo>
                  <a:pt x="943" y="655"/>
                </a:lnTo>
                <a:lnTo>
                  <a:pt x="943" y="654"/>
                </a:lnTo>
                <a:lnTo>
                  <a:pt x="943" y="653"/>
                </a:lnTo>
                <a:lnTo>
                  <a:pt x="942" y="653"/>
                </a:lnTo>
                <a:lnTo>
                  <a:pt x="941" y="652"/>
                </a:lnTo>
                <a:lnTo>
                  <a:pt x="941" y="651"/>
                </a:lnTo>
                <a:lnTo>
                  <a:pt x="941" y="650"/>
                </a:lnTo>
                <a:lnTo>
                  <a:pt x="940" y="650"/>
                </a:lnTo>
                <a:lnTo>
                  <a:pt x="939" y="649"/>
                </a:lnTo>
                <a:lnTo>
                  <a:pt x="940" y="648"/>
                </a:lnTo>
                <a:lnTo>
                  <a:pt x="941" y="648"/>
                </a:lnTo>
                <a:lnTo>
                  <a:pt x="941" y="647"/>
                </a:lnTo>
                <a:lnTo>
                  <a:pt x="942" y="646"/>
                </a:lnTo>
                <a:lnTo>
                  <a:pt x="942" y="645"/>
                </a:lnTo>
                <a:lnTo>
                  <a:pt x="941" y="645"/>
                </a:lnTo>
                <a:lnTo>
                  <a:pt x="940" y="644"/>
                </a:lnTo>
                <a:lnTo>
                  <a:pt x="940" y="643"/>
                </a:lnTo>
                <a:lnTo>
                  <a:pt x="939" y="643"/>
                </a:lnTo>
                <a:lnTo>
                  <a:pt x="938" y="643"/>
                </a:lnTo>
                <a:lnTo>
                  <a:pt x="937" y="641"/>
                </a:lnTo>
                <a:lnTo>
                  <a:pt x="937" y="639"/>
                </a:lnTo>
                <a:lnTo>
                  <a:pt x="936" y="639"/>
                </a:lnTo>
                <a:lnTo>
                  <a:pt x="937" y="638"/>
                </a:lnTo>
                <a:lnTo>
                  <a:pt x="938" y="638"/>
                </a:lnTo>
                <a:lnTo>
                  <a:pt x="939" y="638"/>
                </a:lnTo>
                <a:lnTo>
                  <a:pt x="939" y="637"/>
                </a:lnTo>
                <a:lnTo>
                  <a:pt x="938" y="637"/>
                </a:lnTo>
                <a:lnTo>
                  <a:pt x="937" y="637"/>
                </a:lnTo>
                <a:lnTo>
                  <a:pt x="936" y="636"/>
                </a:lnTo>
                <a:lnTo>
                  <a:pt x="935" y="636"/>
                </a:lnTo>
                <a:lnTo>
                  <a:pt x="935" y="635"/>
                </a:lnTo>
                <a:lnTo>
                  <a:pt x="935" y="634"/>
                </a:lnTo>
                <a:lnTo>
                  <a:pt x="935" y="633"/>
                </a:lnTo>
                <a:lnTo>
                  <a:pt x="933" y="633"/>
                </a:lnTo>
                <a:lnTo>
                  <a:pt x="932" y="633"/>
                </a:lnTo>
                <a:lnTo>
                  <a:pt x="931" y="633"/>
                </a:lnTo>
                <a:lnTo>
                  <a:pt x="931" y="632"/>
                </a:lnTo>
                <a:lnTo>
                  <a:pt x="930" y="632"/>
                </a:lnTo>
                <a:lnTo>
                  <a:pt x="929" y="631"/>
                </a:lnTo>
                <a:lnTo>
                  <a:pt x="927" y="630"/>
                </a:lnTo>
                <a:lnTo>
                  <a:pt x="927" y="629"/>
                </a:lnTo>
                <a:lnTo>
                  <a:pt x="926" y="628"/>
                </a:lnTo>
                <a:lnTo>
                  <a:pt x="925" y="628"/>
                </a:lnTo>
                <a:lnTo>
                  <a:pt x="925" y="627"/>
                </a:lnTo>
                <a:lnTo>
                  <a:pt x="925" y="626"/>
                </a:lnTo>
                <a:lnTo>
                  <a:pt x="925" y="625"/>
                </a:lnTo>
                <a:lnTo>
                  <a:pt x="925" y="624"/>
                </a:lnTo>
                <a:lnTo>
                  <a:pt x="924" y="624"/>
                </a:lnTo>
                <a:lnTo>
                  <a:pt x="924" y="623"/>
                </a:lnTo>
                <a:lnTo>
                  <a:pt x="925" y="623"/>
                </a:lnTo>
                <a:lnTo>
                  <a:pt x="925" y="622"/>
                </a:lnTo>
                <a:lnTo>
                  <a:pt x="925" y="621"/>
                </a:lnTo>
                <a:lnTo>
                  <a:pt x="926" y="621"/>
                </a:lnTo>
                <a:lnTo>
                  <a:pt x="927" y="621"/>
                </a:lnTo>
                <a:lnTo>
                  <a:pt x="928" y="621"/>
                </a:lnTo>
                <a:lnTo>
                  <a:pt x="929" y="620"/>
                </a:lnTo>
                <a:lnTo>
                  <a:pt x="930" y="620"/>
                </a:lnTo>
                <a:lnTo>
                  <a:pt x="931" y="619"/>
                </a:lnTo>
                <a:lnTo>
                  <a:pt x="932" y="618"/>
                </a:lnTo>
                <a:lnTo>
                  <a:pt x="932" y="617"/>
                </a:lnTo>
                <a:lnTo>
                  <a:pt x="933" y="617"/>
                </a:lnTo>
                <a:lnTo>
                  <a:pt x="934" y="618"/>
                </a:lnTo>
                <a:lnTo>
                  <a:pt x="935" y="618"/>
                </a:lnTo>
                <a:lnTo>
                  <a:pt x="934" y="617"/>
                </a:lnTo>
                <a:lnTo>
                  <a:pt x="934" y="616"/>
                </a:lnTo>
                <a:lnTo>
                  <a:pt x="933" y="616"/>
                </a:lnTo>
                <a:lnTo>
                  <a:pt x="933" y="615"/>
                </a:lnTo>
                <a:lnTo>
                  <a:pt x="932" y="614"/>
                </a:lnTo>
                <a:lnTo>
                  <a:pt x="931" y="614"/>
                </a:lnTo>
                <a:lnTo>
                  <a:pt x="930" y="613"/>
                </a:lnTo>
                <a:lnTo>
                  <a:pt x="930" y="612"/>
                </a:lnTo>
                <a:lnTo>
                  <a:pt x="929" y="612"/>
                </a:lnTo>
                <a:lnTo>
                  <a:pt x="929" y="611"/>
                </a:lnTo>
                <a:lnTo>
                  <a:pt x="928" y="611"/>
                </a:lnTo>
                <a:lnTo>
                  <a:pt x="928" y="610"/>
                </a:lnTo>
                <a:lnTo>
                  <a:pt x="928" y="609"/>
                </a:lnTo>
                <a:lnTo>
                  <a:pt x="927" y="609"/>
                </a:lnTo>
                <a:lnTo>
                  <a:pt x="926" y="608"/>
                </a:lnTo>
                <a:lnTo>
                  <a:pt x="925" y="608"/>
                </a:lnTo>
                <a:lnTo>
                  <a:pt x="924" y="608"/>
                </a:lnTo>
                <a:lnTo>
                  <a:pt x="923" y="608"/>
                </a:lnTo>
                <a:lnTo>
                  <a:pt x="923" y="607"/>
                </a:lnTo>
                <a:lnTo>
                  <a:pt x="922" y="607"/>
                </a:lnTo>
                <a:lnTo>
                  <a:pt x="922" y="606"/>
                </a:lnTo>
                <a:lnTo>
                  <a:pt x="921" y="605"/>
                </a:lnTo>
                <a:lnTo>
                  <a:pt x="921" y="604"/>
                </a:lnTo>
                <a:lnTo>
                  <a:pt x="921" y="603"/>
                </a:lnTo>
                <a:lnTo>
                  <a:pt x="921" y="602"/>
                </a:lnTo>
                <a:lnTo>
                  <a:pt x="920" y="602"/>
                </a:lnTo>
                <a:lnTo>
                  <a:pt x="919" y="602"/>
                </a:lnTo>
                <a:lnTo>
                  <a:pt x="918" y="602"/>
                </a:lnTo>
                <a:lnTo>
                  <a:pt x="917" y="601"/>
                </a:lnTo>
                <a:lnTo>
                  <a:pt x="917" y="600"/>
                </a:lnTo>
                <a:lnTo>
                  <a:pt x="916" y="601"/>
                </a:lnTo>
                <a:lnTo>
                  <a:pt x="916" y="600"/>
                </a:lnTo>
                <a:lnTo>
                  <a:pt x="915" y="600"/>
                </a:lnTo>
                <a:lnTo>
                  <a:pt x="915" y="599"/>
                </a:lnTo>
                <a:lnTo>
                  <a:pt x="914" y="599"/>
                </a:lnTo>
                <a:lnTo>
                  <a:pt x="913" y="599"/>
                </a:lnTo>
                <a:lnTo>
                  <a:pt x="912" y="599"/>
                </a:lnTo>
                <a:lnTo>
                  <a:pt x="911" y="598"/>
                </a:lnTo>
                <a:lnTo>
                  <a:pt x="911" y="597"/>
                </a:lnTo>
                <a:lnTo>
                  <a:pt x="912" y="597"/>
                </a:lnTo>
                <a:lnTo>
                  <a:pt x="912" y="596"/>
                </a:lnTo>
                <a:lnTo>
                  <a:pt x="912" y="595"/>
                </a:lnTo>
                <a:lnTo>
                  <a:pt x="913" y="595"/>
                </a:lnTo>
                <a:lnTo>
                  <a:pt x="914" y="594"/>
                </a:lnTo>
                <a:lnTo>
                  <a:pt x="914" y="593"/>
                </a:lnTo>
                <a:lnTo>
                  <a:pt x="916" y="592"/>
                </a:lnTo>
                <a:lnTo>
                  <a:pt x="915" y="591"/>
                </a:lnTo>
                <a:lnTo>
                  <a:pt x="915" y="590"/>
                </a:lnTo>
                <a:lnTo>
                  <a:pt x="915" y="589"/>
                </a:lnTo>
                <a:lnTo>
                  <a:pt x="915" y="588"/>
                </a:lnTo>
                <a:lnTo>
                  <a:pt x="914" y="588"/>
                </a:lnTo>
                <a:lnTo>
                  <a:pt x="914" y="587"/>
                </a:lnTo>
                <a:lnTo>
                  <a:pt x="914" y="586"/>
                </a:lnTo>
                <a:lnTo>
                  <a:pt x="915" y="585"/>
                </a:lnTo>
                <a:lnTo>
                  <a:pt x="916" y="585"/>
                </a:lnTo>
                <a:lnTo>
                  <a:pt x="917" y="585"/>
                </a:lnTo>
                <a:lnTo>
                  <a:pt x="918" y="585"/>
                </a:lnTo>
                <a:lnTo>
                  <a:pt x="919" y="585"/>
                </a:lnTo>
                <a:lnTo>
                  <a:pt x="920" y="585"/>
                </a:lnTo>
                <a:lnTo>
                  <a:pt x="921" y="585"/>
                </a:lnTo>
                <a:lnTo>
                  <a:pt x="922" y="584"/>
                </a:lnTo>
                <a:lnTo>
                  <a:pt x="923" y="584"/>
                </a:lnTo>
                <a:lnTo>
                  <a:pt x="924" y="584"/>
                </a:lnTo>
                <a:lnTo>
                  <a:pt x="926" y="584"/>
                </a:lnTo>
                <a:lnTo>
                  <a:pt x="927" y="584"/>
                </a:lnTo>
                <a:lnTo>
                  <a:pt x="928" y="584"/>
                </a:lnTo>
                <a:lnTo>
                  <a:pt x="928" y="583"/>
                </a:lnTo>
                <a:lnTo>
                  <a:pt x="928" y="582"/>
                </a:lnTo>
                <a:lnTo>
                  <a:pt x="927" y="581"/>
                </a:lnTo>
                <a:lnTo>
                  <a:pt x="926" y="580"/>
                </a:lnTo>
                <a:lnTo>
                  <a:pt x="925" y="579"/>
                </a:lnTo>
                <a:lnTo>
                  <a:pt x="925" y="578"/>
                </a:lnTo>
                <a:lnTo>
                  <a:pt x="924" y="577"/>
                </a:lnTo>
                <a:lnTo>
                  <a:pt x="924" y="576"/>
                </a:lnTo>
                <a:lnTo>
                  <a:pt x="924" y="577"/>
                </a:lnTo>
                <a:lnTo>
                  <a:pt x="922" y="577"/>
                </a:lnTo>
                <a:lnTo>
                  <a:pt x="921" y="576"/>
                </a:lnTo>
                <a:lnTo>
                  <a:pt x="921" y="575"/>
                </a:lnTo>
                <a:lnTo>
                  <a:pt x="920" y="574"/>
                </a:lnTo>
                <a:lnTo>
                  <a:pt x="919" y="574"/>
                </a:lnTo>
                <a:lnTo>
                  <a:pt x="919" y="573"/>
                </a:lnTo>
                <a:lnTo>
                  <a:pt x="919" y="572"/>
                </a:lnTo>
                <a:lnTo>
                  <a:pt x="918" y="572"/>
                </a:lnTo>
                <a:lnTo>
                  <a:pt x="917" y="572"/>
                </a:lnTo>
                <a:lnTo>
                  <a:pt x="916" y="572"/>
                </a:lnTo>
                <a:lnTo>
                  <a:pt x="914" y="571"/>
                </a:lnTo>
                <a:lnTo>
                  <a:pt x="914" y="570"/>
                </a:lnTo>
                <a:lnTo>
                  <a:pt x="913" y="570"/>
                </a:lnTo>
                <a:lnTo>
                  <a:pt x="913" y="569"/>
                </a:lnTo>
                <a:lnTo>
                  <a:pt x="912" y="569"/>
                </a:lnTo>
                <a:lnTo>
                  <a:pt x="911" y="569"/>
                </a:lnTo>
                <a:lnTo>
                  <a:pt x="911" y="568"/>
                </a:lnTo>
                <a:lnTo>
                  <a:pt x="911" y="567"/>
                </a:lnTo>
                <a:lnTo>
                  <a:pt x="911" y="566"/>
                </a:lnTo>
                <a:lnTo>
                  <a:pt x="910" y="566"/>
                </a:lnTo>
                <a:lnTo>
                  <a:pt x="909" y="565"/>
                </a:lnTo>
                <a:lnTo>
                  <a:pt x="908" y="565"/>
                </a:lnTo>
                <a:lnTo>
                  <a:pt x="908" y="564"/>
                </a:lnTo>
                <a:lnTo>
                  <a:pt x="908" y="563"/>
                </a:lnTo>
                <a:lnTo>
                  <a:pt x="909" y="563"/>
                </a:lnTo>
                <a:lnTo>
                  <a:pt x="908" y="562"/>
                </a:lnTo>
                <a:lnTo>
                  <a:pt x="907" y="562"/>
                </a:lnTo>
                <a:lnTo>
                  <a:pt x="906" y="562"/>
                </a:lnTo>
                <a:lnTo>
                  <a:pt x="906" y="561"/>
                </a:lnTo>
                <a:lnTo>
                  <a:pt x="905" y="561"/>
                </a:lnTo>
                <a:lnTo>
                  <a:pt x="904" y="561"/>
                </a:lnTo>
                <a:lnTo>
                  <a:pt x="903" y="560"/>
                </a:lnTo>
                <a:lnTo>
                  <a:pt x="901" y="559"/>
                </a:lnTo>
                <a:lnTo>
                  <a:pt x="899" y="558"/>
                </a:lnTo>
                <a:lnTo>
                  <a:pt x="898" y="557"/>
                </a:lnTo>
                <a:lnTo>
                  <a:pt x="897" y="556"/>
                </a:lnTo>
                <a:lnTo>
                  <a:pt x="897" y="555"/>
                </a:lnTo>
                <a:lnTo>
                  <a:pt x="897" y="554"/>
                </a:lnTo>
                <a:lnTo>
                  <a:pt x="896" y="554"/>
                </a:lnTo>
                <a:lnTo>
                  <a:pt x="895" y="554"/>
                </a:lnTo>
                <a:lnTo>
                  <a:pt x="894" y="554"/>
                </a:lnTo>
                <a:lnTo>
                  <a:pt x="893" y="553"/>
                </a:lnTo>
                <a:lnTo>
                  <a:pt x="893" y="552"/>
                </a:lnTo>
                <a:lnTo>
                  <a:pt x="891" y="552"/>
                </a:lnTo>
                <a:lnTo>
                  <a:pt x="889" y="552"/>
                </a:lnTo>
                <a:lnTo>
                  <a:pt x="888" y="551"/>
                </a:lnTo>
                <a:lnTo>
                  <a:pt x="887" y="551"/>
                </a:lnTo>
                <a:lnTo>
                  <a:pt x="887" y="550"/>
                </a:lnTo>
                <a:lnTo>
                  <a:pt x="887" y="549"/>
                </a:lnTo>
                <a:lnTo>
                  <a:pt x="886" y="548"/>
                </a:lnTo>
                <a:lnTo>
                  <a:pt x="885" y="547"/>
                </a:lnTo>
                <a:lnTo>
                  <a:pt x="884" y="546"/>
                </a:lnTo>
                <a:lnTo>
                  <a:pt x="883" y="546"/>
                </a:lnTo>
                <a:lnTo>
                  <a:pt x="882" y="545"/>
                </a:lnTo>
                <a:lnTo>
                  <a:pt x="881" y="545"/>
                </a:lnTo>
                <a:lnTo>
                  <a:pt x="880" y="545"/>
                </a:lnTo>
                <a:lnTo>
                  <a:pt x="879" y="545"/>
                </a:lnTo>
                <a:lnTo>
                  <a:pt x="879" y="544"/>
                </a:lnTo>
                <a:lnTo>
                  <a:pt x="880" y="542"/>
                </a:lnTo>
                <a:lnTo>
                  <a:pt x="881" y="542"/>
                </a:lnTo>
                <a:lnTo>
                  <a:pt x="881" y="541"/>
                </a:lnTo>
                <a:lnTo>
                  <a:pt x="881" y="540"/>
                </a:lnTo>
                <a:lnTo>
                  <a:pt x="881" y="539"/>
                </a:lnTo>
                <a:lnTo>
                  <a:pt x="882" y="539"/>
                </a:lnTo>
                <a:lnTo>
                  <a:pt x="882" y="538"/>
                </a:lnTo>
                <a:lnTo>
                  <a:pt x="881" y="538"/>
                </a:lnTo>
                <a:lnTo>
                  <a:pt x="880" y="537"/>
                </a:lnTo>
                <a:lnTo>
                  <a:pt x="880" y="536"/>
                </a:lnTo>
                <a:lnTo>
                  <a:pt x="879" y="536"/>
                </a:lnTo>
                <a:lnTo>
                  <a:pt x="878" y="535"/>
                </a:lnTo>
                <a:lnTo>
                  <a:pt x="877" y="535"/>
                </a:lnTo>
                <a:lnTo>
                  <a:pt x="876" y="534"/>
                </a:lnTo>
                <a:lnTo>
                  <a:pt x="876" y="533"/>
                </a:lnTo>
                <a:lnTo>
                  <a:pt x="876" y="532"/>
                </a:lnTo>
                <a:lnTo>
                  <a:pt x="875" y="531"/>
                </a:lnTo>
                <a:lnTo>
                  <a:pt x="874" y="531"/>
                </a:lnTo>
                <a:lnTo>
                  <a:pt x="874" y="530"/>
                </a:lnTo>
                <a:lnTo>
                  <a:pt x="873" y="530"/>
                </a:lnTo>
                <a:lnTo>
                  <a:pt x="874" y="529"/>
                </a:lnTo>
                <a:lnTo>
                  <a:pt x="874" y="528"/>
                </a:lnTo>
                <a:lnTo>
                  <a:pt x="874" y="527"/>
                </a:lnTo>
                <a:lnTo>
                  <a:pt x="873" y="526"/>
                </a:lnTo>
                <a:lnTo>
                  <a:pt x="873" y="525"/>
                </a:lnTo>
                <a:lnTo>
                  <a:pt x="873" y="524"/>
                </a:lnTo>
                <a:lnTo>
                  <a:pt x="872" y="523"/>
                </a:lnTo>
                <a:lnTo>
                  <a:pt x="871" y="523"/>
                </a:lnTo>
                <a:lnTo>
                  <a:pt x="871" y="522"/>
                </a:lnTo>
                <a:lnTo>
                  <a:pt x="872" y="522"/>
                </a:lnTo>
                <a:lnTo>
                  <a:pt x="871" y="521"/>
                </a:lnTo>
                <a:lnTo>
                  <a:pt x="870" y="521"/>
                </a:lnTo>
                <a:lnTo>
                  <a:pt x="870" y="520"/>
                </a:lnTo>
                <a:lnTo>
                  <a:pt x="869" y="520"/>
                </a:lnTo>
                <a:lnTo>
                  <a:pt x="868" y="520"/>
                </a:lnTo>
                <a:lnTo>
                  <a:pt x="867" y="520"/>
                </a:lnTo>
                <a:lnTo>
                  <a:pt x="865" y="520"/>
                </a:lnTo>
                <a:lnTo>
                  <a:pt x="864" y="520"/>
                </a:lnTo>
                <a:lnTo>
                  <a:pt x="863" y="521"/>
                </a:lnTo>
                <a:lnTo>
                  <a:pt x="863" y="522"/>
                </a:lnTo>
                <a:lnTo>
                  <a:pt x="862" y="522"/>
                </a:lnTo>
                <a:lnTo>
                  <a:pt x="861" y="522"/>
                </a:lnTo>
                <a:lnTo>
                  <a:pt x="861" y="523"/>
                </a:lnTo>
                <a:lnTo>
                  <a:pt x="860" y="523"/>
                </a:lnTo>
                <a:lnTo>
                  <a:pt x="859" y="524"/>
                </a:lnTo>
                <a:lnTo>
                  <a:pt x="859" y="525"/>
                </a:lnTo>
                <a:lnTo>
                  <a:pt x="858" y="525"/>
                </a:lnTo>
                <a:lnTo>
                  <a:pt x="858" y="526"/>
                </a:lnTo>
                <a:lnTo>
                  <a:pt x="858" y="527"/>
                </a:lnTo>
                <a:lnTo>
                  <a:pt x="857" y="527"/>
                </a:lnTo>
                <a:lnTo>
                  <a:pt x="857" y="526"/>
                </a:lnTo>
                <a:lnTo>
                  <a:pt x="857" y="527"/>
                </a:lnTo>
                <a:lnTo>
                  <a:pt x="856" y="527"/>
                </a:lnTo>
                <a:lnTo>
                  <a:pt x="855" y="527"/>
                </a:lnTo>
                <a:lnTo>
                  <a:pt x="854" y="527"/>
                </a:lnTo>
                <a:lnTo>
                  <a:pt x="853" y="527"/>
                </a:lnTo>
                <a:lnTo>
                  <a:pt x="853" y="526"/>
                </a:lnTo>
                <a:lnTo>
                  <a:pt x="853" y="525"/>
                </a:lnTo>
                <a:lnTo>
                  <a:pt x="853" y="524"/>
                </a:lnTo>
                <a:lnTo>
                  <a:pt x="852" y="524"/>
                </a:lnTo>
                <a:lnTo>
                  <a:pt x="852" y="523"/>
                </a:lnTo>
                <a:lnTo>
                  <a:pt x="851" y="523"/>
                </a:lnTo>
                <a:lnTo>
                  <a:pt x="850" y="523"/>
                </a:lnTo>
                <a:lnTo>
                  <a:pt x="849" y="523"/>
                </a:lnTo>
                <a:lnTo>
                  <a:pt x="849" y="522"/>
                </a:lnTo>
                <a:lnTo>
                  <a:pt x="848" y="522"/>
                </a:lnTo>
                <a:lnTo>
                  <a:pt x="847" y="522"/>
                </a:lnTo>
                <a:lnTo>
                  <a:pt x="846" y="522"/>
                </a:lnTo>
                <a:lnTo>
                  <a:pt x="846" y="521"/>
                </a:lnTo>
                <a:lnTo>
                  <a:pt x="845" y="521"/>
                </a:lnTo>
                <a:lnTo>
                  <a:pt x="844" y="521"/>
                </a:lnTo>
                <a:lnTo>
                  <a:pt x="843" y="521"/>
                </a:lnTo>
                <a:lnTo>
                  <a:pt x="843" y="520"/>
                </a:lnTo>
                <a:lnTo>
                  <a:pt x="842" y="520"/>
                </a:lnTo>
                <a:lnTo>
                  <a:pt x="841" y="520"/>
                </a:lnTo>
                <a:lnTo>
                  <a:pt x="840" y="520"/>
                </a:lnTo>
                <a:lnTo>
                  <a:pt x="840" y="519"/>
                </a:lnTo>
                <a:lnTo>
                  <a:pt x="839" y="519"/>
                </a:lnTo>
                <a:lnTo>
                  <a:pt x="839" y="518"/>
                </a:lnTo>
                <a:lnTo>
                  <a:pt x="840" y="518"/>
                </a:lnTo>
                <a:lnTo>
                  <a:pt x="840" y="517"/>
                </a:lnTo>
                <a:lnTo>
                  <a:pt x="840" y="516"/>
                </a:lnTo>
                <a:lnTo>
                  <a:pt x="839" y="516"/>
                </a:lnTo>
                <a:lnTo>
                  <a:pt x="839" y="515"/>
                </a:lnTo>
                <a:lnTo>
                  <a:pt x="838" y="515"/>
                </a:lnTo>
                <a:lnTo>
                  <a:pt x="837" y="514"/>
                </a:lnTo>
                <a:lnTo>
                  <a:pt x="837" y="513"/>
                </a:lnTo>
                <a:lnTo>
                  <a:pt x="836" y="513"/>
                </a:lnTo>
                <a:lnTo>
                  <a:pt x="836" y="512"/>
                </a:lnTo>
                <a:lnTo>
                  <a:pt x="836" y="511"/>
                </a:lnTo>
                <a:lnTo>
                  <a:pt x="835" y="511"/>
                </a:lnTo>
                <a:lnTo>
                  <a:pt x="834" y="511"/>
                </a:lnTo>
                <a:lnTo>
                  <a:pt x="834" y="510"/>
                </a:lnTo>
                <a:lnTo>
                  <a:pt x="834" y="509"/>
                </a:lnTo>
                <a:lnTo>
                  <a:pt x="833" y="509"/>
                </a:lnTo>
                <a:lnTo>
                  <a:pt x="832" y="509"/>
                </a:lnTo>
                <a:lnTo>
                  <a:pt x="831" y="509"/>
                </a:lnTo>
                <a:lnTo>
                  <a:pt x="830" y="509"/>
                </a:lnTo>
                <a:lnTo>
                  <a:pt x="829" y="509"/>
                </a:lnTo>
                <a:lnTo>
                  <a:pt x="829" y="508"/>
                </a:lnTo>
                <a:lnTo>
                  <a:pt x="828" y="508"/>
                </a:lnTo>
                <a:lnTo>
                  <a:pt x="827" y="508"/>
                </a:lnTo>
                <a:lnTo>
                  <a:pt x="827" y="507"/>
                </a:lnTo>
                <a:lnTo>
                  <a:pt x="826" y="507"/>
                </a:lnTo>
                <a:lnTo>
                  <a:pt x="825" y="507"/>
                </a:lnTo>
                <a:lnTo>
                  <a:pt x="825" y="506"/>
                </a:lnTo>
                <a:lnTo>
                  <a:pt x="825" y="507"/>
                </a:lnTo>
                <a:lnTo>
                  <a:pt x="824" y="507"/>
                </a:lnTo>
                <a:lnTo>
                  <a:pt x="823" y="507"/>
                </a:lnTo>
                <a:lnTo>
                  <a:pt x="822" y="507"/>
                </a:lnTo>
                <a:lnTo>
                  <a:pt x="822" y="506"/>
                </a:lnTo>
                <a:lnTo>
                  <a:pt x="821" y="506"/>
                </a:lnTo>
                <a:lnTo>
                  <a:pt x="820" y="506"/>
                </a:lnTo>
                <a:lnTo>
                  <a:pt x="820" y="505"/>
                </a:lnTo>
                <a:lnTo>
                  <a:pt x="820" y="506"/>
                </a:lnTo>
                <a:lnTo>
                  <a:pt x="819" y="506"/>
                </a:lnTo>
                <a:lnTo>
                  <a:pt x="819" y="507"/>
                </a:lnTo>
                <a:lnTo>
                  <a:pt x="818" y="507"/>
                </a:lnTo>
                <a:lnTo>
                  <a:pt x="818" y="508"/>
                </a:lnTo>
                <a:lnTo>
                  <a:pt x="817" y="508"/>
                </a:lnTo>
                <a:lnTo>
                  <a:pt x="816" y="508"/>
                </a:lnTo>
                <a:lnTo>
                  <a:pt x="816" y="509"/>
                </a:lnTo>
                <a:lnTo>
                  <a:pt x="816" y="510"/>
                </a:lnTo>
                <a:lnTo>
                  <a:pt x="815" y="510"/>
                </a:lnTo>
                <a:lnTo>
                  <a:pt x="814" y="510"/>
                </a:lnTo>
                <a:lnTo>
                  <a:pt x="814" y="511"/>
                </a:lnTo>
                <a:lnTo>
                  <a:pt x="814" y="512"/>
                </a:lnTo>
                <a:lnTo>
                  <a:pt x="814" y="513"/>
                </a:lnTo>
                <a:lnTo>
                  <a:pt x="813" y="513"/>
                </a:lnTo>
                <a:lnTo>
                  <a:pt x="812" y="513"/>
                </a:lnTo>
                <a:lnTo>
                  <a:pt x="811" y="513"/>
                </a:lnTo>
                <a:lnTo>
                  <a:pt x="811" y="512"/>
                </a:lnTo>
                <a:lnTo>
                  <a:pt x="810" y="512"/>
                </a:lnTo>
                <a:lnTo>
                  <a:pt x="809" y="512"/>
                </a:lnTo>
                <a:lnTo>
                  <a:pt x="809" y="511"/>
                </a:lnTo>
                <a:lnTo>
                  <a:pt x="808" y="511"/>
                </a:lnTo>
                <a:lnTo>
                  <a:pt x="807" y="511"/>
                </a:lnTo>
                <a:lnTo>
                  <a:pt x="807" y="510"/>
                </a:lnTo>
                <a:lnTo>
                  <a:pt x="806" y="510"/>
                </a:lnTo>
                <a:lnTo>
                  <a:pt x="806" y="509"/>
                </a:lnTo>
                <a:lnTo>
                  <a:pt x="805" y="509"/>
                </a:lnTo>
                <a:lnTo>
                  <a:pt x="804" y="509"/>
                </a:lnTo>
                <a:lnTo>
                  <a:pt x="803" y="509"/>
                </a:lnTo>
                <a:lnTo>
                  <a:pt x="802" y="509"/>
                </a:lnTo>
                <a:lnTo>
                  <a:pt x="802" y="508"/>
                </a:lnTo>
                <a:lnTo>
                  <a:pt x="801" y="508"/>
                </a:lnTo>
                <a:lnTo>
                  <a:pt x="800" y="508"/>
                </a:lnTo>
                <a:lnTo>
                  <a:pt x="799" y="508"/>
                </a:lnTo>
                <a:lnTo>
                  <a:pt x="798" y="508"/>
                </a:lnTo>
                <a:lnTo>
                  <a:pt x="798" y="507"/>
                </a:lnTo>
                <a:lnTo>
                  <a:pt x="797" y="507"/>
                </a:lnTo>
                <a:lnTo>
                  <a:pt x="797" y="506"/>
                </a:lnTo>
                <a:lnTo>
                  <a:pt x="796" y="506"/>
                </a:lnTo>
                <a:lnTo>
                  <a:pt x="795" y="506"/>
                </a:lnTo>
                <a:lnTo>
                  <a:pt x="795" y="505"/>
                </a:lnTo>
                <a:lnTo>
                  <a:pt x="795" y="506"/>
                </a:lnTo>
                <a:lnTo>
                  <a:pt x="794" y="506"/>
                </a:lnTo>
                <a:lnTo>
                  <a:pt x="794" y="505"/>
                </a:lnTo>
                <a:lnTo>
                  <a:pt x="794" y="504"/>
                </a:lnTo>
                <a:lnTo>
                  <a:pt x="794" y="503"/>
                </a:lnTo>
                <a:lnTo>
                  <a:pt x="793" y="503"/>
                </a:lnTo>
                <a:lnTo>
                  <a:pt x="793" y="502"/>
                </a:lnTo>
                <a:lnTo>
                  <a:pt x="792" y="502"/>
                </a:lnTo>
                <a:lnTo>
                  <a:pt x="792" y="501"/>
                </a:lnTo>
                <a:lnTo>
                  <a:pt x="791" y="501"/>
                </a:lnTo>
                <a:lnTo>
                  <a:pt x="791" y="500"/>
                </a:lnTo>
                <a:lnTo>
                  <a:pt x="791" y="501"/>
                </a:lnTo>
                <a:lnTo>
                  <a:pt x="791" y="500"/>
                </a:lnTo>
                <a:lnTo>
                  <a:pt x="790" y="500"/>
                </a:lnTo>
                <a:lnTo>
                  <a:pt x="790" y="499"/>
                </a:lnTo>
                <a:lnTo>
                  <a:pt x="790" y="498"/>
                </a:lnTo>
                <a:lnTo>
                  <a:pt x="789" y="498"/>
                </a:lnTo>
                <a:lnTo>
                  <a:pt x="789" y="497"/>
                </a:lnTo>
                <a:lnTo>
                  <a:pt x="789" y="498"/>
                </a:lnTo>
                <a:lnTo>
                  <a:pt x="788" y="498"/>
                </a:lnTo>
                <a:lnTo>
                  <a:pt x="787" y="498"/>
                </a:lnTo>
                <a:lnTo>
                  <a:pt x="786" y="497"/>
                </a:lnTo>
                <a:lnTo>
                  <a:pt x="785" y="497"/>
                </a:lnTo>
                <a:lnTo>
                  <a:pt x="785" y="496"/>
                </a:lnTo>
                <a:lnTo>
                  <a:pt x="784" y="496"/>
                </a:lnTo>
                <a:lnTo>
                  <a:pt x="784" y="495"/>
                </a:lnTo>
                <a:lnTo>
                  <a:pt x="783" y="495"/>
                </a:lnTo>
                <a:lnTo>
                  <a:pt x="783" y="494"/>
                </a:lnTo>
                <a:lnTo>
                  <a:pt x="783" y="495"/>
                </a:lnTo>
                <a:lnTo>
                  <a:pt x="782" y="495"/>
                </a:lnTo>
                <a:lnTo>
                  <a:pt x="782" y="494"/>
                </a:lnTo>
                <a:lnTo>
                  <a:pt x="781" y="494"/>
                </a:lnTo>
                <a:lnTo>
                  <a:pt x="781" y="493"/>
                </a:lnTo>
                <a:lnTo>
                  <a:pt x="780" y="493"/>
                </a:lnTo>
                <a:lnTo>
                  <a:pt x="779" y="492"/>
                </a:lnTo>
                <a:lnTo>
                  <a:pt x="780" y="492"/>
                </a:lnTo>
                <a:lnTo>
                  <a:pt x="779" y="492"/>
                </a:lnTo>
                <a:lnTo>
                  <a:pt x="778" y="492"/>
                </a:lnTo>
                <a:lnTo>
                  <a:pt x="778" y="491"/>
                </a:lnTo>
                <a:lnTo>
                  <a:pt x="777" y="491"/>
                </a:lnTo>
                <a:lnTo>
                  <a:pt x="776" y="491"/>
                </a:lnTo>
                <a:lnTo>
                  <a:pt x="775" y="491"/>
                </a:lnTo>
                <a:lnTo>
                  <a:pt x="775" y="492"/>
                </a:lnTo>
                <a:lnTo>
                  <a:pt x="774" y="491"/>
                </a:lnTo>
                <a:lnTo>
                  <a:pt x="773" y="491"/>
                </a:lnTo>
                <a:lnTo>
                  <a:pt x="773" y="492"/>
                </a:lnTo>
                <a:lnTo>
                  <a:pt x="772" y="492"/>
                </a:lnTo>
                <a:lnTo>
                  <a:pt x="772" y="491"/>
                </a:lnTo>
                <a:lnTo>
                  <a:pt x="771" y="491"/>
                </a:lnTo>
                <a:lnTo>
                  <a:pt x="771" y="490"/>
                </a:lnTo>
                <a:lnTo>
                  <a:pt x="771" y="489"/>
                </a:lnTo>
                <a:lnTo>
                  <a:pt x="770" y="488"/>
                </a:lnTo>
                <a:lnTo>
                  <a:pt x="770" y="487"/>
                </a:lnTo>
                <a:lnTo>
                  <a:pt x="770" y="486"/>
                </a:lnTo>
                <a:lnTo>
                  <a:pt x="771" y="485"/>
                </a:lnTo>
                <a:lnTo>
                  <a:pt x="772" y="484"/>
                </a:lnTo>
                <a:lnTo>
                  <a:pt x="772" y="483"/>
                </a:lnTo>
                <a:lnTo>
                  <a:pt x="773" y="483"/>
                </a:lnTo>
                <a:lnTo>
                  <a:pt x="773" y="482"/>
                </a:lnTo>
                <a:lnTo>
                  <a:pt x="773" y="481"/>
                </a:lnTo>
                <a:lnTo>
                  <a:pt x="772" y="480"/>
                </a:lnTo>
                <a:lnTo>
                  <a:pt x="773" y="480"/>
                </a:lnTo>
                <a:lnTo>
                  <a:pt x="773" y="479"/>
                </a:lnTo>
                <a:lnTo>
                  <a:pt x="773" y="478"/>
                </a:lnTo>
                <a:lnTo>
                  <a:pt x="773" y="477"/>
                </a:lnTo>
                <a:lnTo>
                  <a:pt x="774" y="477"/>
                </a:lnTo>
                <a:lnTo>
                  <a:pt x="774" y="476"/>
                </a:lnTo>
                <a:lnTo>
                  <a:pt x="775" y="476"/>
                </a:lnTo>
                <a:lnTo>
                  <a:pt x="774" y="476"/>
                </a:lnTo>
                <a:lnTo>
                  <a:pt x="774" y="475"/>
                </a:lnTo>
                <a:lnTo>
                  <a:pt x="773" y="475"/>
                </a:lnTo>
                <a:lnTo>
                  <a:pt x="773" y="474"/>
                </a:lnTo>
                <a:lnTo>
                  <a:pt x="772" y="474"/>
                </a:lnTo>
                <a:lnTo>
                  <a:pt x="771" y="474"/>
                </a:lnTo>
                <a:lnTo>
                  <a:pt x="770" y="474"/>
                </a:lnTo>
                <a:lnTo>
                  <a:pt x="770" y="475"/>
                </a:lnTo>
                <a:lnTo>
                  <a:pt x="769" y="475"/>
                </a:lnTo>
                <a:lnTo>
                  <a:pt x="769" y="476"/>
                </a:lnTo>
                <a:lnTo>
                  <a:pt x="768" y="476"/>
                </a:lnTo>
                <a:lnTo>
                  <a:pt x="768" y="477"/>
                </a:lnTo>
                <a:lnTo>
                  <a:pt x="767" y="477"/>
                </a:lnTo>
                <a:lnTo>
                  <a:pt x="766" y="477"/>
                </a:lnTo>
                <a:lnTo>
                  <a:pt x="766" y="476"/>
                </a:lnTo>
                <a:lnTo>
                  <a:pt x="765" y="476"/>
                </a:lnTo>
                <a:lnTo>
                  <a:pt x="764" y="476"/>
                </a:lnTo>
                <a:lnTo>
                  <a:pt x="764" y="475"/>
                </a:lnTo>
                <a:lnTo>
                  <a:pt x="763" y="475"/>
                </a:lnTo>
                <a:lnTo>
                  <a:pt x="763" y="474"/>
                </a:lnTo>
                <a:lnTo>
                  <a:pt x="763" y="473"/>
                </a:lnTo>
                <a:lnTo>
                  <a:pt x="762" y="473"/>
                </a:lnTo>
                <a:lnTo>
                  <a:pt x="761" y="473"/>
                </a:lnTo>
                <a:lnTo>
                  <a:pt x="761" y="472"/>
                </a:lnTo>
                <a:lnTo>
                  <a:pt x="761" y="471"/>
                </a:lnTo>
                <a:lnTo>
                  <a:pt x="760" y="471"/>
                </a:lnTo>
                <a:lnTo>
                  <a:pt x="760" y="470"/>
                </a:lnTo>
                <a:lnTo>
                  <a:pt x="760" y="469"/>
                </a:lnTo>
                <a:lnTo>
                  <a:pt x="759" y="469"/>
                </a:lnTo>
                <a:lnTo>
                  <a:pt x="758" y="468"/>
                </a:lnTo>
                <a:lnTo>
                  <a:pt x="758" y="467"/>
                </a:lnTo>
                <a:lnTo>
                  <a:pt x="757" y="467"/>
                </a:lnTo>
                <a:lnTo>
                  <a:pt x="757" y="468"/>
                </a:lnTo>
                <a:lnTo>
                  <a:pt x="756" y="468"/>
                </a:lnTo>
                <a:lnTo>
                  <a:pt x="756" y="467"/>
                </a:lnTo>
                <a:lnTo>
                  <a:pt x="755" y="467"/>
                </a:lnTo>
                <a:lnTo>
                  <a:pt x="755" y="466"/>
                </a:lnTo>
                <a:lnTo>
                  <a:pt x="754" y="466"/>
                </a:lnTo>
                <a:lnTo>
                  <a:pt x="754" y="467"/>
                </a:lnTo>
                <a:lnTo>
                  <a:pt x="753" y="467"/>
                </a:lnTo>
                <a:lnTo>
                  <a:pt x="752" y="467"/>
                </a:lnTo>
                <a:lnTo>
                  <a:pt x="752" y="466"/>
                </a:lnTo>
                <a:lnTo>
                  <a:pt x="751" y="466"/>
                </a:lnTo>
                <a:lnTo>
                  <a:pt x="750" y="466"/>
                </a:lnTo>
                <a:lnTo>
                  <a:pt x="749" y="466"/>
                </a:lnTo>
                <a:lnTo>
                  <a:pt x="749" y="465"/>
                </a:lnTo>
                <a:lnTo>
                  <a:pt x="748" y="465"/>
                </a:lnTo>
                <a:lnTo>
                  <a:pt x="747" y="465"/>
                </a:lnTo>
                <a:lnTo>
                  <a:pt x="746" y="465"/>
                </a:lnTo>
                <a:lnTo>
                  <a:pt x="745" y="465"/>
                </a:lnTo>
                <a:lnTo>
                  <a:pt x="744" y="466"/>
                </a:lnTo>
                <a:lnTo>
                  <a:pt x="744" y="467"/>
                </a:lnTo>
                <a:lnTo>
                  <a:pt x="743" y="467"/>
                </a:lnTo>
                <a:lnTo>
                  <a:pt x="742" y="467"/>
                </a:lnTo>
                <a:lnTo>
                  <a:pt x="742" y="466"/>
                </a:lnTo>
                <a:lnTo>
                  <a:pt x="741" y="466"/>
                </a:lnTo>
                <a:lnTo>
                  <a:pt x="741" y="467"/>
                </a:lnTo>
                <a:lnTo>
                  <a:pt x="740" y="467"/>
                </a:lnTo>
                <a:lnTo>
                  <a:pt x="740" y="466"/>
                </a:lnTo>
                <a:lnTo>
                  <a:pt x="739" y="467"/>
                </a:lnTo>
                <a:lnTo>
                  <a:pt x="739" y="466"/>
                </a:lnTo>
                <a:lnTo>
                  <a:pt x="738" y="466"/>
                </a:lnTo>
                <a:lnTo>
                  <a:pt x="738" y="465"/>
                </a:lnTo>
                <a:lnTo>
                  <a:pt x="737" y="465"/>
                </a:lnTo>
                <a:lnTo>
                  <a:pt x="737" y="464"/>
                </a:lnTo>
                <a:lnTo>
                  <a:pt x="736" y="464"/>
                </a:lnTo>
                <a:lnTo>
                  <a:pt x="735" y="464"/>
                </a:lnTo>
                <a:lnTo>
                  <a:pt x="734" y="464"/>
                </a:lnTo>
                <a:lnTo>
                  <a:pt x="734" y="463"/>
                </a:lnTo>
                <a:lnTo>
                  <a:pt x="734" y="464"/>
                </a:lnTo>
                <a:lnTo>
                  <a:pt x="734" y="463"/>
                </a:lnTo>
                <a:lnTo>
                  <a:pt x="733" y="463"/>
                </a:lnTo>
                <a:lnTo>
                  <a:pt x="733" y="462"/>
                </a:lnTo>
                <a:lnTo>
                  <a:pt x="733" y="463"/>
                </a:lnTo>
                <a:lnTo>
                  <a:pt x="732" y="463"/>
                </a:lnTo>
                <a:lnTo>
                  <a:pt x="732" y="464"/>
                </a:lnTo>
                <a:lnTo>
                  <a:pt x="732" y="465"/>
                </a:lnTo>
                <a:lnTo>
                  <a:pt x="731" y="465"/>
                </a:lnTo>
                <a:lnTo>
                  <a:pt x="730" y="465"/>
                </a:lnTo>
                <a:lnTo>
                  <a:pt x="730" y="464"/>
                </a:lnTo>
                <a:lnTo>
                  <a:pt x="730" y="465"/>
                </a:lnTo>
                <a:lnTo>
                  <a:pt x="729" y="465"/>
                </a:lnTo>
                <a:lnTo>
                  <a:pt x="729" y="464"/>
                </a:lnTo>
                <a:lnTo>
                  <a:pt x="729" y="463"/>
                </a:lnTo>
                <a:lnTo>
                  <a:pt x="729" y="462"/>
                </a:lnTo>
                <a:lnTo>
                  <a:pt x="729" y="461"/>
                </a:lnTo>
                <a:lnTo>
                  <a:pt x="728" y="461"/>
                </a:lnTo>
                <a:lnTo>
                  <a:pt x="727" y="461"/>
                </a:lnTo>
                <a:lnTo>
                  <a:pt x="726" y="461"/>
                </a:lnTo>
                <a:lnTo>
                  <a:pt x="726" y="462"/>
                </a:lnTo>
                <a:lnTo>
                  <a:pt x="725" y="462"/>
                </a:lnTo>
                <a:lnTo>
                  <a:pt x="725" y="461"/>
                </a:lnTo>
                <a:lnTo>
                  <a:pt x="725" y="462"/>
                </a:lnTo>
                <a:lnTo>
                  <a:pt x="724" y="461"/>
                </a:lnTo>
                <a:lnTo>
                  <a:pt x="724" y="460"/>
                </a:lnTo>
                <a:lnTo>
                  <a:pt x="723" y="460"/>
                </a:lnTo>
                <a:lnTo>
                  <a:pt x="723" y="461"/>
                </a:lnTo>
                <a:lnTo>
                  <a:pt x="722" y="461"/>
                </a:lnTo>
                <a:lnTo>
                  <a:pt x="722" y="460"/>
                </a:lnTo>
                <a:lnTo>
                  <a:pt x="721" y="460"/>
                </a:lnTo>
                <a:lnTo>
                  <a:pt x="720" y="459"/>
                </a:lnTo>
                <a:lnTo>
                  <a:pt x="719" y="459"/>
                </a:lnTo>
                <a:lnTo>
                  <a:pt x="719" y="458"/>
                </a:lnTo>
                <a:lnTo>
                  <a:pt x="719" y="457"/>
                </a:lnTo>
                <a:lnTo>
                  <a:pt x="720" y="457"/>
                </a:lnTo>
                <a:lnTo>
                  <a:pt x="719" y="457"/>
                </a:lnTo>
                <a:lnTo>
                  <a:pt x="719" y="456"/>
                </a:lnTo>
                <a:lnTo>
                  <a:pt x="719" y="455"/>
                </a:lnTo>
                <a:lnTo>
                  <a:pt x="718" y="455"/>
                </a:lnTo>
                <a:lnTo>
                  <a:pt x="718" y="454"/>
                </a:lnTo>
                <a:lnTo>
                  <a:pt x="718" y="453"/>
                </a:lnTo>
                <a:lnTo>
                  <a:pt x="717" y="453"/>
                </a:lnTo>
                <a:lnTo>
                  <a:pt x="717" y="452"/>
                </a:lnTo>
                <a:lnTo>
                  <a:pt x="716" y="452"/>
                </a:lnTo>
                <a:lnTo>
                  <a:pt x="716" y="453"/>
                </a:lnTo>
                <a:lnTo>
                  <a:pt x="715" y="453"/>
                </a:lnTo>
                <a:lnTo>
                  <a:pt x="714" y="453"/>
                </a:lnTo>
                <a:lnTo>
                  <a:pt x="714" y="454"/>
                </a:lnTo>
                <a:lnTo>
                  <a:pt x="713" y="455"/>
                </a:lnTo>
                <a:lnTo>
                  <a:pt x="713" y="454"/>
                </a:lnTo>
                <a:lnTo>
                  <a:pt x="712" y="454"/>
                </a:lnTo>
                <a:lnTo>
                  <a:pt x="712" y="453"/>
                </a:lnTo>
                <a:lnTo>
                  <a:pt x="713" y="453"/>
                </a:lnTo>
                <a:lnTo>
                  <a:pt x="713" y="452"/>
                </a:lnTo>
                <a:lnTo>
                  <a:pt x="712" y="451"/>
                </a:lnTo>
                <a:lnTo>
                  <a:pt x="713" y="451"/>
                </a:lnTo>
                <a:lnTo>
                  <a:pt x="712" y="451"/>
                </a:lnTo>
                <a:lnTo>
                  <a:pt x="712" y="450"/>
                </a:lnTo>
                <a:lnTo>
                  <a:pt x="712" y="449"/>
                </a:lnTo>
                <a:lnTo>
                  <a:pt x="712" y="448"/>
                </a:lnTo>
                <a:lnTo>
                  <a:pt x="712" y="447"/>
                </a:lnTo>
                <a:lnTo>
                  <a:pt x="711" y="447"/>
                </a:lnTo>
                <a:lnTo>
                  <a:pt x="711" y="446"/>
                </a:lnTo>
                <a:lnTo>
                  <a:pt x="710" y="446"/>
                </a:lnTo>
                <a:lnTo>
                  <a:pt x="709" y="446"/>
                </a:lnTo>
                <a:lnTo>
                  <a:pt x="709" y="445"/>
                </a:lnTo>
                <a:lnTo>
                  <a:pt x="708" y="445"/>
                </a:lnTo>
                <a:lnTo>
                  <a:pt x="707" y="445"/>
                </a:lnTo>
                <a:lnTo>
                  <a:pt x="706" y="445"/>
                </a:lnTo>
                <a:lnTo>
                  <a:pt x="705" y="445"/>
                </a:lnTo>
                <a:lnTo>
                  <a:pt x="704" y="445"/>
                </a:lnTo>
                <a:lnTo>
                  <a:pt x="704" y="444"/>
                </a:lnTo>
                <a:lnTo>
                  <a:pt x="704" y="443"/>
                </a:lnTo>
                <a:lnTo>
                  <a:pt x="703" y="443"/>
                </a:lnTo>
                <a:lnTo>
                  <a:pt x="702" y="443"/>
                </a:lnTo>
                <a:lnTo>
                  <a:pt x="702" y="442"/>
                </a:lnTo>
                <a:lnTo>
                  <a:pt x="701" y="442"/>
                </a:lnTo>
                <a:lnTo>
                  <a:pt x="701" y="441"/>
                </a:lnTo>
                <a:lnTo>
                  <a:pt x="700" y="441"/>
                </a:lnTo>
                <a:lnTo>
                  <a:pt x="699" y="441"/>
                </a:lnTo>
                <a:lnTo>
                  <a:pt x="698" y="441"/>
                </a:lnTo>
                <a:lnTo>
                  <a:pt x="698" y="442"/>
                </a:lnTo>
                <a:lnTo>
                  <a:pt x="698" y="441"/>
                </a:lnTo>
                <a:lnTo>
                  <a:pt x="697" y="441"/>
                </a:lnTo>
                <a:lnTo>
                  <a:pt x="697" y="440"/>
                </a:lnTo>
                <a:lnTo>
                  <a:pt x="696" y="440"/>
                </a:lnTo>
                <a:lnTo>
                  <a:pt x="696" y="439"/>
                </a:lnTo>
                <a:lnTo>
                  <a:pt x="695" y="439"/>
                </a:lnTo>
                <a:lnTo>
                  <a:pt x="694" y="439"/>
                </a:lnTo>
                <a:lnTo>
                  <a:pt x="694" y="440"/>
                </a:lnTo>
                <a:lnTo>
                  <a:pt x="693" y="440"/>
                </a:lnTo>
                <a:lnTo>
                  <a:pt x="692" y="440"/>
                </a:lnTo>
                <a:lnTo>
                  <a:pt x="692" y="441"/>
                </a:lnTo>
                <a:lnTo>
                  <a:pt x="692" y="442"/>
                </a:lnTo>
                <a:lnTo>
                  <a:pt x="691" y="442"/>
                </a:lnTo>
                <a:lnTo>
                  <a:pt x="691" y="443"/>
                </a:lnTo>
                <a:lnTo>
                  <a:pt x="690" y="443"/>
                </a:lnTo>
                <a:lnTo>
                  <a:pt x="690" y="444"/>
                </a:lnTo>
                <a:lnTo>
                  <a:pt x="690" y="445"/>
                </a:lnTo>
                <a:lnTo>
                  <a:pt x="691" y="445"/>
                </a:lnTo>
                <a:lnTo>
                  <a:pt x="692" y="446"/>
                </a:lnTo>
                <a:lnTo>
                  <a:pt x="693" y="446"/>
                </a:lnTo>
                <a:lnTo>
                  <a:pt x="693" y="447"/>
                </a:lnTo>
                <a:lnTo>
                  <a:pt x="692" y="447"/>
                </a:lnTo>
                <a:lnTo>
                  <a:pt x="692" y="448"/>
                </a:lnTo>
                <a:lnTo>
                  <a:pt x="693" y="448"/>
                </a:lnTo>
                <a:lnTo>
                  <a:pt x="694" y="448"/>
                </a:lnTo>
                <a:lnTo>
                  <a:pt x="694" y="449"/>
                </a:lnTo>
                <a:lnTo>
                  <a:pt x="695" y="449"/>
                </a:lnTo>
                <a:lnTo>
                  <a:pt x="696" y="449"/>
                </a:lnTo>
                <a:lnTo>
                  <a:pt x="697" y="450"/>
                </a:lnTo>
                <a:lnTo>
                  <a:pt x="698" y="450"/>
                </a:lnTo>
                <a:lnTo>
                  <a:pt x="698" y="451"/>
                </a:lnTo>
                <a:lnTo>
                  <a:pt x="699" y="452"/>
                </a:lnTo>
                <a:lnTo>
                  <a:pt x="699" y="453"/>
                </a:lnTo>
                <a:lnTo>
                  <a:pt x="700" y="453"/>
                </a:lnTo>
                <a:lnTo>
                  <a:pt x="700" y="454"/>
                </a:lnTo>
                <a:lnTo>
                  <a:pt x="700" y="455"/>
                </a:lnTo>
                <a:lnTo>
                  <a:pt x="701" y="455"/>
                </a:lnTo>
                <a:lnTo>
                  <a:pt x="701" y="456"/>
                </a:lnTo>
                <a:lnTo>
                  <a:pt x="700" y="456"/>
                </a:lnTo>
                <a:lnTo>
                  <a:pt x="701" y="457"/>
                </a:lnTo>
                <a:lnTo>
                  <a:pt x="702" y="457"/>
                </a:lnTo>
                <a:lnTo>
                  <a:pt x="702" y="458"/>
                </a:lnTo>
                <a:lnTo>
                  <a:pt x="703" y="458"/>
                </a:lnTo>
                <a:lnTo>
                  <a:pt x="704" y="458"/>
                </a:lnTo>
                <a:lnTo>
                  <a:pt x="705" y="458"/>
                </a:lnTo>
                <a:lnTo>
                  <a:pt x="705" y="459"/>
                </a:lnTo>
                <a:lnTo>
                  <a:pt x="705" y="460"/>
                </a:lnTo>
                <a:lnTo>
                  <a:pt x="704" y="460"/>
                </a:lnTo>
                <a:lnTo>
                  <a:pt x="704" y="461"/>
                </a:lnTo>
                <a:lnTo>
                  <a:pt x="705" y="461"/>
                </a:lnTo>
                <a:lnTo>
                  <a:pt x="705" y="462"/>
                </a:lnTo>
                <a:lnTo>
                  <a:pt x="704" y="462"/>
                </a:lnTo>
                <a:lnTo>
                  <a:pt x="705" y="463"/>
                </a:lnTo>
                <a:lnTo>
                  <a:pt x="705" y="464"/>
                </a:lnTo>
                <a:lnTo>
                  <a:pt x="705" y="465"/>
                </a:lnTo>
                <a:lnTo>
                  <a:pt x="706" y="465"/>
                </a:lnTo>
                <a:lnTo>
                  <a:pt x="706" y="466"/>
                </a:lnTo>
                <a:lnTo>
                  <a:pt x="706" y="467"/>
                </a:lnTo>
                <a:lnTo>
                  <a:pt x="707" y="467"/>
                </a:lnTo>
                <a:lnTo>
                  <a:pt x="707" y="468"/>
                </a:lnTo>
                <a:lnTo>
                  <a:pt x="706" y="468"/>
                </a:lnTo>
                <a:lnTo>
                  <a:pt x="706" y="469"/>
                </a:lnTo>
                <a:lnTo>
                  <a:pt x="706" y="470"/>
                </a:lnTo>
                <a:lnTo>
                  <a:pt x="705" y="470"/>
                </a:lnTo>
                <a:lnTo>
                  <a:pt x="704" y="470"/>
                </a:lnTo>
                <a:lnTo>
                  <a:pt x="704" y="469"/>
                </a:lnTo>
                <a:lnTo>
                  <a:pt x="703" y="469"/>
                </a:lnTo>
                <a:lnTo>
                  <a:pt x="702" y="469"/>
                </a:lnTo>
                <a:lnTo>
                  <a:pt x="702" y="468"/>
                </a:lnTo>
                <a:lnTo>
                  <a:pt x="701" y="468"/>
                </a:lnTo>
                <a:lnTo>
                  <a:pt x="701" y="467"/>
                </a:lnTo>
                <a:lnTo>
                  <a:pt x="701" y="466"/>
                </a:lnTo>
                <a:lnTo>
                  <a:pt x="700" y="466"/>
                </a:lnTo>
                <a:lnTo>
                  <a:pt x="699" y="466"/>
                </a:lnTo>
                <a:lnTo>
                  <a:pt x="699" y="465"/>
                </a:lnTo>
                <a:lnTo>
                  <a:pt x="698" y="465"/>
                </a:lnTo>
                <a:lnTo>
                  <a:pt x="698" y="464"/>
                </a:lnTo>
                <a:lnTo>
                  <a:pt x="699" y="464"/>
                </a:lnTo>
                <a:lnTo>
                  <a:pt x="698" y="464"/>
                </a:lnTo>
                <a:lnTo>
                  <a:pt x="698" y="463"/>
                </a:lnTo>
                <a:lnTo>
                  <a:pt x="697" y="463"/>
                </a:lnTo>
                <a:lnTo>
                  <a:pt x="696" y="463"/>
                </a:lnTo>
                <a:lnTo>
                  <a:pt x="695" y="463"/>
                </a:lnTo>
                <a:lnTo>
                  <a:pt x="694" y="463"/>
                </a:lnTo>
                <a:lnTo>
                  <a:pt x="693" y="463"/>
                </a:lnTo>
                <a:lnTo>
                  <a:pt x="693" y="462"/>
                </a:lnTo>
                <a:lnTo>
                  <a:pt x="692" y="462"/>
                </a:lnTo>
                <a:lnTo>
                  <a:pt x="692" y="461"/>
                </a:lnTo>
                <a:lnTo>
                  <a:pt x="691" y="461"/>
                </a:lnTo>
                <a:lnTo>
                  <a:pt x="691" y="460"/>
                </a:lnTo>
                <a:lnTo>
                  <a:pt x="689" y="460"/>
                </a:lnTo>
                <a:lnTo>
                  <a:pt x="688" y="460"/>
                </a:lnTo>
                <a:lnTo>
                  <a:pt x="687" y="460"/>
                </a:lnTo>
                <a:lnTo>
                  <a:pt x="686" y="460"/>
                </a:lnTo>
                <a:lnTo>
                  <a:pt x="686" y="459"/>
                </a:lnTo>
                <a:lnTo>
                  <a:pt x="685" y="459"/>
                </a:lnTo>
                <a:lnTo>
                  <a:pt x="685" y="458"/>
                </a:lnTo>
                <a:lnTo>
                  <a:pt x="685" y="457"/>
                </a:lnTo>
                <a:lnTo>
                  <a:pt x="684" y="457"/>
                </a:lnTo>
                <a:lnTo>
                  <a:pt x="684" y="458"/>
                </a:lnTo>
                <a:lnTo>
                  <a:pt x="683" y="458"/>
                </a:lnTo>
                <a:lnTo>
                  <a:pt x="683" y="457"/>
                </a:lnTo>
                <a:lnTo>
                  <a:pt x="682" y="457"/>
                </a:lnTo>
                <a:lnTo>
                  <a:pt x="681" y="457"/>
                </a:lnTo>
                <a:lnTo>
                  <a:pt x="681" y="456"/>
                </a:lnTo>
                <a:lnTo>
                  <a:pt x="681" y="457"/>
                </a:lnTo>
                <a:lnTo>
                  <a:pt x="680" y="457"/>
                </a:lnTo>
                <a:lnTo>
                  <a:pt x="680" y="456"/>
                </a:lnTo>
                <a:lnTo>
                  <a:pt x="679" y="456"/>
                </a:lnTo>
                <a:lnTo>
                  <a:pt x="678" y="456"/>
                </a:lnTo>
                <a:lnTo>
                  <a:pt x="678" y="455"/>
                </a:lnTo>
                <a:lnTo>
                  <a:pt x="677" y="455"/>
                </a:lnTo>
                <a:lnTo>
                  <a:pt x="676" y="455"/>
                </a:lnTo>
                <a:lnTo>
                  <a:pt x="676" y="454"/>
                </a:lnTo>
                <a:lnTo>
                  <a:pt x="675" y="454"/>
                </a:lnTo>
                <a:lnTo>
                  <a:pt x="674" y="454"/>
                </a:lnTo>
                <a:lnTo>
                  <a:pt x="673" y="454"/>
                </a:lnTo>
                <a:lnTo>
                  <a:pt x="673" y="453"/>
                </a:lnTo>
                <a:lnTo>
                  <a:pt x="672" y="453"/>
                </a:lnTo>
                <a:lnTo>
                  <a:pt x="672" y="452"/>
                </a:lnTo>
                <a:lnTo>
                  <a:pt x="671" y="452"/>
                </a:lnTo>
                <a:lnTo>
                  <a:pt x="670" y="452"/>
                </a:lnTo>
                <a:lnTo>
                  <a:pt x="670" y="451"/>
                </a:lnTo>
                <a:lnTo>
                  <a:pt x="670" y="450"/>
                </a:lnTo>
                <a:lnTo>
                  <a:pt x="668" y="450"/>
                </a:lnTo>
                <a:lnTo>
                  <a:pt x="667" y="450"/>
                </a:lnTo>
                <a:lnTo>
                  <a:pt x="666" y="450"/>
                </a:lnTo>
                <a:lnTo>
                  <a:pt x="665" y="450"/>
                </a:lnTo>
                <a:lnTo>
                  <a:pt x="665" y="449"/>
                </a:lnTo>
                <a:lnTo>
                  <a:pt x="664" y="449"/>
                </a:lnTo>
                <a:lnTo>
                  <a:pt x="664" y="448"/>
                </a:lnTo>
                <a:lnTo>
                  <a:pt x="663" y="448"/>
                </a:lnTo>
                <a:lnTo>
                  <a:pt x="662" y="448"/>
                </a:lnTo>
                <a:lnTo>
                  <a:pt x="661" y="448"/>
                </a:lnTo>
                <a:lnTo>
                  <a:pt x="661" y="447"/>
                </a:lnTo>
                <a:lnTo>
                  <a:pt x="660" y="447"/>
                </a:lnTo>
                <a:lnTo>
                  <a:pt x="659" y="447"/>
                </a:lnTo>
                <a:lnTo>
                  <a:pt x="659" y="446"/>
                </a:lnTo>
                <a:lnTo>
                  <a:pt x="659" y="445"/>
                </a:lnTo>
                <a:lnTo>
                  <a:pt x="659" y="444"/>
                </a:lnTo>
                <a:lnTo>
                  <a:pt x="658" y="444"/>
                </a:lnTo>
                <a:lnTo>
                  <a:pt x="658" y="443"/>
                </a:lnTo>
                <a:lnTo>
                  <a:pt x="657" y="443"/>
                </a:lnTo>
                <a:lnTo>
                  <a:pt x="656" y="443"/>
                </a:lnTo>
                <a:lnTo>
                  <a:pt x="655" y="442"/>
                </a:lnTo>
                <a:lnTo>
                  <a:pt x="654" y="442"/>
                </a:lnTo>
                <a:lnTo>
                  <a:pt x="654" y="441"/>
                </a:lnTo>
                <a:lnTo>
                  <a:pt x="653" y="441"/>
                </a:lnTo>
                <a:lnTo>
                  <a:pt x="652" y="441"/>
                </a:lnTo>
                <a:lnTo>
                  <a:pt x="652" y="440"/>
                </a:lnTo>
                <a:lnTo>
                  <a:pt x="651" y="440"/>
                </a:lnTo>
                <a:lnTo>
                  <a:pt x="651" y="439"/>
                </a:lnTo>
                <a:lnTo>
                  <a:pt x="650" y="439"/>
                </a:lnTo>
                <a:lnTo>
                  <a:pt x="650" y="438"/>
                </a:lnTo>
                <a:lnTo>
                  <a:pt x="650" y="437"/>
                </a:lnTo>
                <a:lnTo>
                  <a:pt x="649" y="437"/>
                </a:lnTo>
                <a:lnTo>
                  <a:pt x="648" y="437"/>
                </a:lnTo>
                <a:lnTo>
                  <a:pt x="648" y="436"/>
                </a:lnTo>
                <a:lnTo>
                  <a:pt x="647" y="436"/>
                </a:lnTo>
                <a:lnTo>
                  <a:pt x="647" y="435"/>
                </a:lnTo>
                <a:lnTo>
                  <a:pt x="647" y="434"/>
                </a:lnTo>
                <a:lnTo>
                  <a:pt x="646" y="434"/>
                </a:lnTo>
                <a:lnTo>
                  <a:pt x="646" y="433"/>
                </a:lnTo>
                <a:lnTo>
                  <a:pt x="646" y="432"/>
                </a:lnTo>
                <a:lnTo>
                  <a:pt x="646" y="431"/>
                </a:lnTo>
                <a:lnTo>
                  <a:pt x="646" y="430"/>
                </a:lnTo>
                <a:lnTo>
                  <a:pt x="646" y="429"/>
                </a:lnTo>
                <a:lnTo>
                  <a:pt x="646" y="430"/>
                </a:lnTo>
                <a:lnTo>
                  <a:pt x="645" y="430"/>
                </a:lnTo>
                <a:lnTo>
                  <a:pt x="645" y="429"/>
                </a:lnTo>
                <a:lnTo>
                  <a:pt x="644" y="429"/>
                </a:lnTo>
                <a:lnTo>
                  <a:pt x="643" y="429"/>
                </a:lnTo>
                <a:lnTo>
                  <a:pt x="642" y="429"/>
                </a:lnTo>
                <a:lnTo>
                  <a:pt x="642" y="430"/>
                </a:lnTo>
                <a:lnTo>
                  <a:pt x="641" y="430"/>
                </a:lnTo>
                <a:lnTo>
                  <a:pt x="640" y="430"/>
                </a:lnTo>
                <a:lnTo>
                  <a:pt x="640" y="429"/>
                </a:lnTo>
                <a:lnTo>
                  <a:pt x="639" y="429"/>
                </a:lnTo>
                <a:lnTo>
                  <a:pt x="639" y="428"/>
                </a:lnTo>
                <a:lnTo>
                  <a:pt x="638" y="428"/>
                </a:lnTo>
                <a:lnTo>
                  <a:pt x="639" y="428"/>
                </a:lnTo>
                <a:lnTo>
                  <a:pt x="639" y="427"/>
                </a:lnTo>
                <a:lnTo>
                  <a:pt x="639" y="426"/>
                </a:lnTo>
                <a:lnTo>
                  <a:pt x="638" y="426"/>
                </a:lnTo>
                <a:lnTo>
                  <a:pt x="638" y="425"/>
                </a:lnTo>
                <a:lnTo>
                  <a:pt x="637" y="425"/>
                </a:lnTo>
                <a:lnTo>
                  <a:pt x="637" y="424"/>
                </a:lnTo>
                <a:lnTo>
                  <a:pt x="638" y="424"/>
                </a:lnTo>
                <a:lnTo>
                  <a:pt x="637" y="424"/>
                </a:lnTo>
                <a:lnTo>
                  <a:pt x="637" y="423"/>
                </a:lnTo>
                <a:lnTo>
                  <a:pt x="636" y="423"/>
                </a:lnTo>
                <a:lnTo>
                  <a:pt x="635" y="423"/>
                </a:lnTo>
                <a:lnTo>
                  <a:pt x="635" y="422"/>
                </a:lnTo>
                <a:lnTo>
                  <a:pt x="634" y="422"/>
                </a:lnTo>
                <a:lnTo>
                  <a:pt x="635" y="422"/>
                </a:lnTo>
                <a:lnTo>
                  <a:pt x="634" y="422"/>
                </a:lnTo>
                <a:lnTo>
                  <a:pt x="634" y="421"/>
                </a:lnTo>
                <a:lnTo>
                  <a:pt x="634" y="420"/>
                </a:lnTo>
                <a:lnTo>
                  <a:pt x="634" y="419"/>
                </a:lnTo>
                <a:lnTo>
                  <a:pt x="633" y="419"/>
                </a:lnTo>
                <a:lnTo>
                  <a:pt x="632" y="419"/>
                </a:lnTo>
                <a:lnTo>
                  <a:pt x="632" y="418"/>
                </a:lnTo>
                <a:lnTo>
                  <a:pt x="633" y="418"/>
                </a:lnTo>
                <a:lnTo>
                  <a:pt x="632" y="418"/>
                </a:lnTo>
                <a:lnTo>
                  <a:pt x="632" y="417"/>
                </a:lnTo>
                <a:lnTo>
                  <a:pt x="631" y="417"/>
                </a:lnTo>
                <a:lnTo>
                  <a:pt x="631" y="416"/>
                </a:lnTo>
                <a:lnTo>
                  <a:pt x="631" y="417"/>
                </a:lnTo>
                <a:lnTo>
                  <a:pt x="630" y="417"/>
                </a:lnTo>
                <a:lnTo>
                  <a:pt x="630" y="416"/>
                </a:lnTo>
                <a:lnTo>
                  <a:pt x="629" y="416"/>
                </a:lnTo>
                <a:lnTo>
                  <a:pt x="629" y="415"/>
                </a:lnTo>
                <a:lnTo>
                  <a:pt x="628" y="415"/>
                </a:lnTo>
                <a:lnTo>
                  <a:pt x="628" y="414"/>
                </a:lnTo>
                <a:lnTo>
                  <a:pt x="626" y="414"/>
                </a:lnTo>
                <a:lnTo>
                  <a:pt x="625" y="413"/>
                </a:lnTo>
                <a:lnTo>
                  <a:pt x="624" y="413"/>
                </a:lnTo>
                <a:lnTo>
                  <a:pt x="623" y="413"/>
                </a:lnTo>
                <a:lnTo>
                  <a:pt x="623" y="412"/>
                </a:lnTo>
                <a:lnTo>
                  <a:pt x="622" y="412"/>
                </a:lnTo>
                <a:lnTo>
                  <a:pt x="621" y="412"/>
                </a:lnTo>
                <a:lnTo>
                  <a:pt x="621" y="411"/>
                </a:lnTo>
                <a:lnTo>
                  <a:pt x="620" y="411"/>
                </a:lnTo>
                <a:lnTo>
                  <a:pt x="620" y="410"/>
                </a:lnTo>
                <a:lnTo>
                  <a:pt x="619" y="410"/>
                </a:lnTo>
                <a:lnTo>
                  <a:pt x="618" y="410"/>
                </a:lnTo>
                <a:lnTo>
                  <a:pt x="618" y="409"/>
                </a:lnTo>
                <a:lnTo>
                  <a:pt x="617" y="409"/>
                </a:lnTo>
                <a:lnTo>
                  <a:pt x="617" y="408"/>
                </a:lnTo>
                <a:lnTo>
                  <a:pt x="617" y="409"/>
                </a:lnTo>
                <a:lnTo>
                  <a:pt x="616" y="409"/>
                </a:lnTo>
                <a:lnTo>
                  <a:pt x="616" y="408"/>
                </a:lnTo>
                <a:lnTo>
                  <a:pt x="616" y="407"/>
                </a:lnTo>
                <a:lnTo>
                  <a:pt x="615" y="407"/>
                </a:lnTo>
                <a:lnTo>
                  <a:pt x="614" y="407"/>
                </a:lnTo>
                <a:lnTo>
                  <a:pt x="614" y="406"/>
                </a:lnTo>
                <a:lnTo>
                  <a:pt x="614" y="405"/>
                </a:lnTo>
                <a:lnTo>
                  <a:pt x="613" y="405"/>
                </a:lnTo>
                <a:lnTo>
                  <a:pt x="612" y="405"/>
                </a:lnTo>
                <a:lnTo>
                  <a:pt x="613" y="404"/>
                </a:lnTo>
                <a:lnTo>
                  <a:pt x="612" y="404"/>
                </a:lnTo>
                <a:lnTo>
                  <a:pt x="611" y="404"/>
                </a:lnTo>
                <a:lnTo>
                  <a:pt x="611" y="403"/>
                </a:lnTo>
                <a:lnTo>
                  <a:pt x="610" y="403"/>
                </a:lnTo>
                <a:lnTo>
                  <a:pt x="610" y="402"/>
                </a:lnTo>
                <a:lnTo>
                  <a:pt x="609" y="402"/>
                </a:lnTo>
                <a:lnTo>
                  <a:pt x="608" y="402"/>
                </a:lnTo>
                <a:lnTo>
                  <a:pt x="608" y="401"/>
                </a:lnTo>
                <a:lnTo>
                  <a:pt x="607" y="401"/>
                </a:lnTo>
                <a:lnTo>
                  <a:pt x="607" y="400"/>
                </a:lnTo>
                <a:lnTo>
                  <a:pt x="606" y="400"/>
                </a:lnTo>
                <a:lnTo>
                  <a:pt x="606" y="399"/>
                </a:lnTo>
                <a:lnTo>
                  <a:pt x="606" y="398"/>
                </a:lnTo>
                <a:lnTo>
                  <a:pt x="607" y="398"/>
                </a:lnTo>
                <a:lnTo>
                  <a:pt x="607" y="397"/>
                </a:lnTo>
                <a:lnTo>
                  <a:pt x="607" y="396"/>
                </a:lnTo>
                <a:lnTo>
                  <a:pt x="608" y="396"/>
                </a:lnTo>
                <a:lnTo>
                  <a:pt x="609" y="396"/>
                </a:lnTo>
                <a:lnTo>
                  <a:pt x="609" y="395"/>
                </a:lnTo>
                <a:lnTo>
                  <a:pt x="609" y="394"/>
                </a:lnTo>
                <a:lnTo>
                  <a:pt x="608" y="394"/>
                </a:lnTo>
                <a:lnTo>
                  <a:pt x="608" y="395"/>
                </a:lnTo>
                <a:lnTo>
                  <a:pt x="607" y="395"/>
                </a:lnTo>
                <a:lnTo>
                  <a:pt x="607" y="394"/>
                </a:lnTo>
                <a:lnTo>
                  <a:pt x="606" y="394"/>
                </a:lnTo>
                <a:lnTo>
                  <a:pt x="605" y="394"/>
                </a:lnTo>
                <a:lnTo>
                  <a:pt x="605" y="393"/>
                </a:lnTo>
                <a:lnTo>
                  <a:pt x="604" y="393"/>
                </a:lnTo>
                <a:lnTo>
                  <a:pt x="604" y="392"/>
                </a:lnTo>
                <a:lnTo>
                  <a:pt x="603" y="392"/>
                </a:lnTo>
                <a:lnTo>
                  <a:pt x="602" y="392"/>
                </a:lnTo>
                <a:lnTo>
                  <a:pt x="602" y="391"/>
                </a:lnTo>
                <a:lnTo>
                  <a:pt x="601" y="391"/>
                </a:lnTo>
                <a:lnTo>
                  <a:pt x="601" y="392"/>
                </a:lnTo>
                <a:lnTo>
                  <a:pt x="600" y="392"/>
                </a:lnTo>
                <a:lnTo>
                  <a:pt x="599" y="392"/>
                </a:lnTo>
                <a:lnTo>
                  <a:pt x="599" y="391"/>
                </a:lnTo>
                <a:lnTo>
                  <a:pt x="598" y="391"/>
                </a:lnTo>
                <a:lnTo>
                  <a:pt x="597" y="391"/>
                </a:lnTo>
                <a:lnTo>
                  <a:pt x="596" y="391"/>
                </a:lnTo>
                <a:lnTo>
                  <a:pt x="595" y="391"/>
                </a:lnTo>
                <a:lnTo>
                  <a:pt x="595" y="390"/>
                </a:lnTo>
                <a:lnTo>
                  <a:pt x="594" y="390"/>
                </a:lnTo>
                <a:lnTo>
                  <a:pt x="594" y="389"/>
                </a:lnTo>
                <a:lnTo>
                  <a:pt x="593" y="389"/>
                </a:lnTo>
                <a:lnTo>
                  <a:pt x="592" y="389"/>
                </a:lnTo>
                <a:lnTo>
                  <a:pt x="591" y="389"/>
                </a:lnTo>
                <a:lnTo>
                  <a:pt x="591" y="388"/>
                </a:lnTo>
                <a:lnTo>
                  <a:pt x="591" y="387"/>
                </a:lnTo>
                <a:lnTo>
                  <a:pt x="590" y="387"/>
                </a:lnTo>
                <a:lnTo>
                  <a:pt x="590" y="386"/>
                </a:lnTo>
                <a:lnTo>
                  <a:pt x="589" y="385"/>
                </a:lnTo>
                <a:lnTo>
                  <a:pt x="588" y="385"/>
                </a:lnTo>
                <a:lnTo>
                  <a:pt x="587" y="385"/>
                </a:lnTo>
                <a:lnTo>
                  <a:pt x="587" y="384"/>
                </a:lnTo>
                <a:lnTo>
                  <a:pt x="586" y="384"/>
                </a:lnTo>
                <a:lnTo>
                  <a:pt x="585" y="384"/>
                </a:lnTo>
                <a:lnTo>
                  <a:pt x="584" y="384"/>
                </a:lnTo>
                <a:lnTo>
                  <a:pt x="584" y="383"/>
                </a:lnTo>
                <a:lnTo>
                  <a:pt x="584" y="382"/>
                </a:lnTo>
                <a:lnTo>
                  <a:pt x="583" y="382"/>
                </a:lnTo>
                <a:lnTo>
                  <a:pt x="583" y="381"/>
                </a:lnTo>
                <a:lnTo>
                  <a:pt x="582" y="381"/>
                </a:lnTo>
                <a:lnTo>
                  <a:pt x="581" y="381"/>
                </a:lnTo>
                <a:lnTo>
                  <a:pt x="580" y="381"/>
                </a:lnTo>
                <a:lnTo>
                  <a:pt x="579" y="381"/>
                </a:lnTo>
                <a:lnTo>
                  <a:pt x="578" y="381"/>
                </a:lnTo>
                <a:lnTo>
                  <a:pt x="577" y="381"/>
                </a:lnTo>
                <a:lnTo>
                  <a:pt x="577" y="382"/>
                </a:lnTo>
                <a:lnTo>
                  <a:pt x="576" y="383"/>
                </a:lnTo>
                <a:lnTo>
                  <a:pt x="576" y="384"/>
                </a:lnTo>
                <a:lnTo>
                  <a:pt x="575" y="384"/>
                </a:lnTo>
                <a:lnTo>
                  <a:pt x="575" y="385"/>
                </a:lnTo>
                <a:lnTo>
                  <a:pt x="574" y="385"/>
                </a:lnTo>
                <a:lnTo>
                  <a:pt x="573" y="385"/>
                </a:lnTo>
                <a:lnTo>
                  <a:pt x="573" y="386"/>
                </a:lnTo>
                <a:lnTo>
                  <a:pt x="573" y="387"/>
                </a:lnTo>
                <a:lnTo>
                  <a:pt x="572" y="387"/>
                </a:lnTo>
                <a:lnTo>
                  <a:pt x="572" y="388"/>
                </a:lnTo>
                <a:lnTo>
                  <a:pt x="571" y="388"/>
                </a:lnTo>
                <a:lnTo>
                  <a:pt x="571" y="389"/>
                </a:lnTo>
                <a:lnTo>
                  <a:pt x="570" y="389"/>
                </a:lnTo>
                <a:lnTo>
                  <a:pt x="570" y="390"/>
                </a:lnTo>
                <a:lnTo>
                  <a:pt x="569" y="390"/>
                </a:lnTo>
                <a:lnTo>
                  <a:pt x="568" y="390"/>
                </a:lnTo>
                <a:lnTo>
                  <a:pt x="568" y="391"/>
                </a:lnTo>
                <a:lnTo>
                  <a:pt x="567" y="391"/>
                </a:lnTo>
                <a:lnTo>
                  <a:pt x="566" y="391"/>
                </a:lnTo>
                <a:lnTo>
                  <a:pt x="565" y="391"/>
                </a:lnTo>
                <a:lnTo>
                  <a:pt x="565" y="392"/>
                </a:lnTo>
                <a:lnTo>
                  <a:pt x="565" y="393"/>
                </a:lnTo>
                <a:lnTo>
                  <a:pt x="566" y="393"/>
                </a:lnTo>
                <a:lnTo>
                  <a:pt x="566" y="394"/>
                </a:lnTo>
                <a:lnTo>
                  <a:pt x="566" y="395"/>
                </a:lnTo>
                <a:lnTo>
                  <a:pt x="565" y="395"/>
                </a:lnTo>
                <a:lnTo>
                  <a:pt x="564" y="395"/>
                </a:lnTo>
                <a:lnTo>
                  <a:pt x="563" y="395"/>
                </a:lnTo>
                <a:lnTo>
                  <a:pt x="563" y="396"/>
                </a:lnTo>
                <a:lnTo>
                  <a:pt x="563" y="397"/>
                </a:lnTo>
                <a:lnTo>
                  <a:pt x="562" y="397"/>
                </a:lnTo>
                <a:lnTo>
                  <a:pt x="561" y="397"/>
                </a:lnTo>
                <a:lnTo>
                  <a:pt x="561" y="396"/>
                </a:lnTo>
                <a:lnTo>
                  <a:pt x="560" y="396"/>
                </a:lnTo>
                <a:lnTo>
                  <a:pt x="560" y="395"/>
                </a:lnTo>
                <a:lnTo>
                  <a:pt x="559" y="395"/>
                </a:lnTo>
                <a:lnTo>
                  <a:pt x="558" y="395"/>
                </a:lnTo>
                <a:lnTo>
                  <a:pt x="557" y="394"/>
                </a:lnTo>
                <a:lnTo>
                  <a:pt x="556" y="394"/>
                </a:lnTo>
                <a:lnTo>
                  <a:pt x="555" y="394"/>
                </a:lnTo>
                <a:lnTo>
                  <a:pt x="555" y="395"/>
                </a:lnTo>
                <a:lnTo>
                  <a:pt x="554" y="395"/>
                </a:lnTo>
                <a:lnTo>
                  <a:pt x="553" y="395"/>
                </a:lnTo>
                <a:lnTo>
                  <a:pt x="553" y="394"/>
                </a:lnTo>
                <a:lnTo>
                  <a:pt x="552" y="394"/>
                </a:lnTo>
                <a:lnTo>
                  <a:pt x="551" y="394"/>
                </a:lnTo>
                <a:lnTo>
                  <a:pt x="550" y="393"/>
                </a:lnTo>
                <a:lnTo>
                  <a:pt x="549" y="393"/>
                </a:lnTo>
                <a:lnTo>
                  <a:pt x="549" y="392"/>
                </a:lnTo>
                <a:lnTo>
                  <a:pt x="549" y="391"/>
                </a:lnTo>
                <a:lnTo>
                  <a:pt x="549" y="390"/>
                </a:lnTo>
                <a:lnTo>
                  <a:pt x="548" y="390"/>
                </a:lnTo>
                <a:lnTo>
                  <a:pt x="547" y="390"/>
                </a:lnTo>
                <a:lnTo>
                  <a:pt x="546" y="390"/>
                </a:lnTo>
                <a:lnTo>
                  <a:pt x="546" y="389"/>
                </a:lnTo>
                <a:lnTo>
                  <a:pt x="546" y="388"/>
                </a:lnTo>
                <a:lnTo>
                  <a:pt x="546" y="387"/>
                </a:lnTo>
                <a:lnTo>
                  <a:pt x="545" y="387"/>
                </a:lnTo>
                <a:lnTo>
                  <a:pt x="545" y="386"/>
                </a:lnTo>
                <a:lnTo>
                  <a:pt x="544" y="386"/>
                </a:lnTo>
                <a:lnTo>
                  <a:pt x="544" y="387"/>
                </a:lnTo>
                <a:lnTo>
                  <a:pt x="542" y="387"/>
                </a:lnTo>
                <a:lnTo>
                  <a:pt x="542" y="386"/>
                </a:lnTo>
                <a:lnTo>
                  <a:pt x="541" y="386"/>
                </a:lnTo>
                <a:lnTo>
                  <a:pt x="540" y="386"/>
                </a:lnTo>
                <a:lnTo>
                  <a:pt x="539" y="386"/>
                </a:lnTo>
                <a:lnTo>
                  <a:pt x="538" y="386"/>
                </a:lnTo>
                <a:lnTo>
                  <a:pt x="537" y="386"/>
                </a:lnTo>
                <a:lnTo>
                  <a:pt x="536" y="386"/>
                </a:lnTo>
                <a:lnTo>
                  <a:pt x="536" y="387"/>
                </a:lnTo>
                <a:lnTo>
                  <a:pt x="535" y="387"/>
                </a:lnTo>
                <a:lnTo>
                  <a:pt x="535" y="388"/>
                </a:lnTo>
                <a:lnTo>
                  <a:pt x="536" y="388"/>
                </a:lnTo>
                <a:lnTo>
                  <a:pt x="536" y="389"/>
                </a:lnTo>
                <a:lnTo>
                  <a:pt x="535" y="389"/>
                </a:lnTo>
                <a:lnTo>
                  <a:pt x="535" y="390"/>
                </a:lnTo>
                <a:lnTo>
                  <a:pt x="535" y="391"/>
                </a:lnTo>
                <a:lnTo>
                  <a:pt x="535" y="392"/>
                </a:lnTo>
                <a:lnTo>
                  <a:pt x="534" y="393"/>
                </a:lnTo>
                <a:lnTo>
                  <a:pt x="534" y="394"/>
                </a:lnTo>
                <a:lnTo>
                  <a:pt x="533" y="395"/>
                </a:lnTo>
                <a:lnTo>
                  <a:pt x="533" y="396"/>
                </a:lnTo>
                <a:lnTo>
                  <a:pt x="532" y="396"/>
                </a:lnTo>
                <a:lnTo>
                  <a:pt x="532" y="397"/>
                </a:lnTo>
                <a:lnTo>
                  <a:pt x="531" y="397"/>
                </a:lnTo>
                <a:lnTo>
                  <a:pt x="531" y="398"/>
                </a:lnTo>
                <a:lnTo>
                  <a:pt x="532" y="398"/>
                </a:lnTo>
                <a:lnTo>
                  <a:pt x="532" y="399"/>
                </a:lnTo>
                <a:lnTo>
                  <a:pt x="533" y="399"/>
                </a:lnTo>
                <a:lnTo>
                  <a:pt x="533" y="400"/>
                </a:lnTo>
                <a:lnTo>
                  <a:pt x="533" y="401"/>
                </a:lnTo>
                <a:lnTo>
                  <a:pt x="532" y="401"/>
                </a:lnTo>
                <a:lnTo>
                  <a:pt x="532" y="402"/>
                </a:lnTo>
                <a:lnTo>
                  <a:pt x="531" y="402"/>
                </a:lnTo>
                <a:lnTo>
                  <a:pt x="531" y="403"/>
                </a:lnTo>
                <a:lnTo>
                  <a:pt x="530" y="403"/>
                </a:lnTo>
                <a:lnTo>
                  <a:pt x="529" y="403"/>
                </a:lnTo>
                <a:lnTo>
                  <a:pt x="529" y="404"/>
                </a:lnTo>
                <a:lnTo>
                  <a:pt x="528" y="404"/>
                </a:lnTo>
                <a:lnTo>
                  <a:pt x="528" y="405"/>
                </a:lnTo>
                <a:lnTo>
                  <a:pt x="527" y="405"/>
                </a:lnTo>
                <a:lnTo>
                  <a:pt x="526" y="405"/>
                </a:lnTo>
                <a:lnTo>
                  <a:pt x="526" y="406"/>
                </a:lnTo>
                <a:lnTo>
                  <a:pt x="525" y="406"/>
                </a:lnTo>
                <a:lnTo>
                  <a:pt x="525" y="407"/>
                </a:lnTo>
                <a:lnTo>
                  <a:pt x="524" y="407"/>
                </a:lnTo>
                <a:lnTo>
                  <a:pt x="524" y="408"/>
                </a:lnTo>
                <a:lnTo>
                  <a:pt x="523" y="408"/>
                </a:lnTo>
                <a:lnTo>
                  <a:pt x="522" y="408"/>
                </a:lnTo>
                <a:lnTo>
                  <a:pt x="522" y="409"/>
                </a:lnTo>
                <a:lnTo>
                  <a:pt x="521" y="409"/>
                </a:lnTo>
                <a:lnTo>
                  <a:pt x="520" y="409"/>
                </a:lnTo>
                <a:lnTo>
                  <a:pt x="520" y="410"/>
                </a:lnTo>
                <a:lnTo>
                  <a:pt x="519" y="411"/>
                </a:lnTo>
                <a:lnTo>
                  <a:pt x="519" y="412"/>
                </a:lnTo>
                <a:lnTo>
                  <a:pt x="518" y="412"/>
                </a:lnTo>
                <a:lnTo>
                  <a:pt x="518" y="411"/>
                </a:lnTo>
                <a:lnTo>
                  <a:pt x="517" y="410"/>
                </a:lnTo>
                <a:lnTo>
                  <a:pt x="517" y="409"/>
                </a:lnTo>
                <a:lnTo>
                  <a:pt x="516" y="409"/>
                </a:lnTo>
                <a:lnTo>
                  <a:pt x="516" y="408"/>
                </a:lnTo>
                <a:lnTo>
                  <a:pt x="515" y="408"/>
                </a:lnTo>
                <a:lnTo>
                  <a:pt x="514" y="408"/>
                </a:lnTo>
                <a:lnTo>
                  <a:pt x="514" y="407"/>
                </a:lnTo>
                <a:lnTo>
                  <a:pt x="513" y="407"/>
                </a:lnTo>
                <a:lnTo>
                  <a:pt x="513" y="406"/>
                </a:lnTo>
                <a:lnTo>
                  <a:pt x="512" y="406"/>
                </a:lnTo>
                <a:lnTo>
                  <a:pt x="512" y="405"/>
                </a:lnTo>
                <a:lnTo>
                  <a:pt x="511" y="405"/>
                </a:lnTo>
                <a:lnTo>
                  <a:pt x="511" y="404"/>
                </a:lnTo>
                <a:lnTo>
                  <a:pt x="510" y="404"/>
                </a:lnTo>
                <a:lnTo>
                  <a:pt x="508" y="404"/>
                </a:lnTo>
                <a:lnTo>
                  <a:pt x="507" y="404"/>
                </a:lnTo>
                <a:lnTo>
                  <a:pt x="507" y="403"/>
                </a:lnTo>
                <a:lnTo>
                  <a:pt x="506" y="403"/>
                </a:lnTo>
                <a:lnTo>
                  <a:pt x="506" y="402"/>
                </a:lnTo>
                <a:lnTo>
                  <a:pt x="506" y="403"/>
                </a:lnTo>
                <a:lnTo>
                  <a:pt x="505" y="403"/>
                </a:lnTo>
                <a:lnTo>
                  <a:pt x="505" y="402"/>
                </a:lnTo>
                <a:lnTo>
                  <a:pt x="504" y="402"/>
                </a:lnTo>
                <a:lnTo>
                  <a:pt x="503" y="402"/>
                </a:lnTo>
                <a:lnTo>
                  <a:pt x="502" y="402"/>
                </a:lnTo>
                <a:lnTo>
                  <a:pt x="501" y="402"/>
                </a:lnTo>
                <a:lnTo>
                  <a:pt x="501" y="401"/>
                </a:lnTo>
                <a:lnTo>
                  <a:pt x="500" y="401"/>
                </a:lnTo>
                <a:lnTo>
                  <a:pt x="500" y="400"/>
                </a:lnTo>
                <a:lnTo>
                  <a:pt x="499" y="400"/>
                </a:lnTo>
                <a:lnTo>
                  <a:pt x="498" y="400"/>
                </a:lnTo>
                <a:lnTo>
                  <a:pt x="498" y="399"/>
                </a:lnTo>
                <a:lnTo>
                  <a:pt x="497" y="399"/>
                </a:lnTo>
                <a:lnTo>
                  <a:pt x="497" y="398"/>
                </a:lnTo>
                <a:lnTo>
                  <a:pt x="496" y="398"/>
                </a:lnTo>
                <a:lnTo>
                  <a:pt x="495" y="398"/>
                </a:lnTo>
                <a:lnTo>
                  <a:pt x="495" y="397"/>
                </a:lnTo>
                <a:lnTo>
                  <a:pt x="494" y="397"/>
                </a:lnTo>
                <a:lnTo>
                  <a:pt x="494" y="396"/>
                </a:lnTo>
                <a:lnTo>
                  <a:pt x="493" y="396"/>
                </a:lnTo>
                <a:lnTo>
                  <a:pt x="492" y="396"/>
                </a:lnTo>
                <a:lnTo>
                  <a:pt x="491" y="396"/>
                </a:lnTo>
                <a:lnTo>
                  <a:pt x="490" y="396"/>
                </a:lnTo>
                <a:lnTo>
                  <a:pt x="489" y="396"/>
                </a:lnTo>
                <a:lnTo>
                  <a:pt x="489" y="395"/>
                </a:lnTo>
                <a:lnTo>
                  <a:pt x="488" y="395"/>
                </a:lnTo>
                <a:lnTo>
                  <a:pt x="487" y="395"/>
                </a:lnTo>
                <a:lnTo>
                  <a:pt x="487" y="394"/>
                </a:lnTo>
                <a:lnTo>
                  <a:pt x="486" y="394"/>
                </a:lnTo>
                <a:lnTo>
                  <a:pt x="486" y="393"/>
                </a:lnTo>
                <a:lnTo>
                  <a:pt x="485" y="393"/>
                </a:lnTo>
                <a:lnTo>
                  <a:pt x="484" y="393"/>
                </a:lnTo>
                <a:lnTo>
                  <a:pt x="483" y="393"/>
                </a:lnTo>
                <a:lnTo>
                  <a:pt x="482" y="393"/>
                </a:lnTo>
                <a:lnTo>
                  <a:pt x="481" y="393"/>
                </a:lnTo>
                <a:lnTo>
                  <a:pt x="481" y="392"/>
                </a:lnTo>
                <a:lnTo>
                  <a:pt x="481" y="391"/>
                </a:lnTo>
                <a:lnTo>
                  <a:pt x="482" y="391"/>
                </a:lnTo>
                <a:lnTo>
                  <a:pt x="481" y="391"/>
                </a:lnTo>
                <a:lnTo>
                  <a:pt x="482" y="390"/>
                </a:lnTo>
                <a:lnTo>
                  <a:pt x="481" y="390"/>
                </a:lnTo>
                <a:lnTo>
                  <a:pt x="482" y="390"/>
                </a:lnTo>
                <a:lnTo>
                  <a:pt x="481" y="390"/>
                </a:lnTo>
                <a:lnTo>
                  <a:pt x="481" y="389"/>
                </a:lnTo>
                <a:lnTo>
                  <a:pt x="482" y="389"/>
                </a:lnTo>
                <a:lnTo>
                  <a:pt x="481" y="389"/>
                </a:lnTo>
                <a:lnTo>
                  <a:pt x="480" y="389"/>
                </a:lnTo>
                <a:lnTo>
                  <a:pt x="480" y="388"/>
                </a:lnTo>
                <a:lnTo>
                  <a:pt x="480" y="389"/>
                </a:lnTo>
                <a:lnTo>
                  <a:pt x="480" y="388"/>
                </a:lnTo>
                <a:lnTo>
                  <a:pt x="479" y="388"/>
                </a:lnTo>
                <a:lnTo>
                  <a:pt x="478" y="388"/>
                </a:lnTo>
                <a:lnTo>
                  <a:pt x="478" y="387"/>
                </a:lnTo>
                <a:lnTo>
                  <a:pt x="477" y="387"/>
                </a:lnTo>
                <a:lnTo>
                  <a:pt x="477" y="386"/>
                </a:lnTo>
                <a:lnTo>
                  <a:pt x="476" y="386"/>
                </a:lnTo>
                <a:lnTo>
                  <a:pt x="475" y="386"/>
                </a:lnTo>
                <a:lnTo>
                  <a:pt x="474" y="386"/>
                </a:lnTo>
                <a:lnTo>
                  <a:pt x="473" y="386"/>
                </a:lnTo>
                <a:lnTo>
                  <a:pt x="473" y="385"/>
                </a:lnTo>
                <a:lnTo>
                  <a:pt x="472" y="385"/>
                </a:lnTo>
                <a:lnTo>
                  <a:pt x="472" y="384"/>
                </a:lnTo>
                <a:lnTo>
                  <a:pt x="471" y="384"/>
                </a:lnTo>
                <a:lnTo>
                  <a:pt x="470" y="384"/>
                </a:lnTo>
                <a:lnTo>
                  <a:pt x="470" y="383"/>
                </a:lnTo>
                <a:lnTo>
                  <a:pt x="469" y="383"/>
                </a:lnTo>
                <a:lnTo>
                  <a:pt x="468" y="383"/>
                </a:lnTo>
                <a:lnTo>
                  <a:pt x="468" y="382"/>
                </a:lnTo>
                <a:lnTo>
                  <a:pt x="467" y="382"/>
                </a:lnTo>
                <a:lnTo>
                  <a:pt x="466" y="382"/>
                </a:lnTo>
                <a:lnTo>
                  <a:pt x="465" y="382"/>
                </a:lnTo>
                <a:lnTo>
                  <a:pt x="464" y="382"/>
                </a:lnTo>
                <a:lnTo>
                  <a:pt x="464" y="381"/>
                </a:lnTo>
                <a:lnTo>
                  <a:pt x="464" y="380"/>
                </a:lnTo>
                <a:lnTo>
                  <a:pt x="463" y="380"/>
                </a:lnTo>
                <a:lnTo>
                  <a:pt x="462" y="380"/>
                </a:lnTo>
                <a:lnTo>
                  <a:pt x="462" y="379"/>
                </a:lnTo>
                <a:lnTo>
                  <a:pt x="463" y="379"/>
                </a:lnTo>
                <a:lnTo>
                  <a:pt x="462" y="379"/>
                </a:lnTo>
                <a:lnTo>
                  <a:pt x="462" y="378"/>
                </a:lnTo>
                <a:lnTo>
                  <a:pt x="461" y="377"/>
                </a:lnTo>
                <a:lnTo>
                  <a:pt x="461" y="378"/>
                </a:lnTo>
                <a:lnTo>
                  <a:pt x="460" y="378"/>
                </a:lnTo>
                <a:lnTo>
                  <a:pt x="459" y="377"/>
                </a:lnTo>
                <a:lnTo>
                  <a:pt x="458" y="377"/>
                </a:lnTo>
                <a:lnTo>
                  <a:pt x="457" y="377"/>
                </a:lnTo>
                <a:lnTo>
                  <a:pt x="458" y="376"/>
                </a:lnTo>
                <a:lnTo>
                  <a:pt x="457" y="375"/>
                </a:lnTo>
                <a:lnTo>
                  <a:pt x="456" y="375"/>
                </a:lnTo>
                <a:lnTo>
                  <a:pt x="456" y="374"/>
                </a:lnTo>
                <a:lnTo>
                  <a:pt x="456" y="375"/>
                </a:lnTo>
                <a:lnTo>
                  <a:pt x="455" y="375"/>
                </a:lnTo>
                <a:lnTo>
                  <a:pt x="454" y="374"/>
                </a:lnTo>
                <a:lnTo>
                  <a:pt x="453" y="374"/>
                </a:lnTo>
                <a:lnTo>
                  <a:pt x="452" y="374"/>
                </a:lnTo>
                <a:lnTo>
                  <a:pt x="452" y="373"/>
                </a:lnTo>
                <a:lnTo>
                  <a:pt x="451" y="373"/>
                </a:lnTo>
                <a:lnTo>
                  <a:pt x="451" y="372"/>
                </a:lnTo>
                <a:lnTo>
                  <a:pt x="450" y="372"/>
                </a:lnTo>
                <a:lnTo>
                  <a:pt x="448" y="372"/>
                </a:lnTo>
                <a:lnTo>
                  <a:pt x="448" y="373"/>
                </a:lnTo>
                <a:lnTo>
                  <a:pt x="447" y="373"/>
                </a:lnTo>
                <a:lnTo>
                  <a:pt x="446" y="373"/>
                </a:lnTo>
                <a:lnTo>
                  <a:pt x="445" y="372"/>
                </a:lnTo>
                <a:lnTo>
                  <a:pt x="444" y="372"/>
                </a:lnTo>
                <a:lnTo>
                  <a:pt x="443" y="372"/>
                </a:lnTo>
                <a:lnTo>
                  <a:pt x="443" y="371"/>
                </a:lnTo>
                <a:lnTo>
                  <a:pt x="442" y="371"/>
                </a:lnTo>
                <a:lnTo>
                  <a:pt x="441" y="371"/>
                </a:lnTo>
                <a:lnTo>
                  <a:pt x="440" y="370"/>
                </a:lnTo>
                <a:lnTo>
                  <a:pt x="439" y="370"/>
                </a:lnTo>
                <a:lnTo>
                  <a:pt x="437" y="370"/>
                </a:lnTo>
                <a:lnTo>
                  <a:pt x="436" y="370"/>
                </a:lnTo>
                <a:lnTo>
                  <a:pt x="435" y="370"/>
                </a:lnTo>
                <a:lnTo>
                  <a:pt x="434" y="370"/>
                </a:lnTo>
                <a:lnTo>
                  <a:pt x="434" y="369"/>
                </a:lnTo>
                <a:lnTo>
                  <a:pt x="433" y="369"/>
                </a:lnTo>
                <a:lnTo>
                  <a:pt x="432" y="369"/>
                </a:lnTo>
                <a:lnTo>
                  <a:pt x="431" y="369"/>
                </a:lnTo>
                <a:lnTo>
                  <a:pt x="431" y="370"/>
                </a:lnTo>
                <a:lnTo>
                  <a:pt x="431" y="369"/>
                </a:lnTo>
                <a:lnTo>
                  <a:pt x="430" y="369"/>
                </a:lnTo>
                <a:lnTo>
                  <a:pt x="429" y="369"/>
                </a:lnTo>
                <a:lnTo>
                  <a:pt x="428" y="369"/>
                </a:lnTo>
                <a:lnTo>
                  <a:pt x="427" y="369"/>
                </a:lnTo>
                <a:lnTo>
                  <a:pt x="426" y="369"/>
                </a:lnTo>
                <a:lnTo>
                  <a:pt x="425" y="369"/>
                </a:lnTo>
                <a:lnTo>
                  <a:pt x="425" y="368"/>
                </a:lnTo>
                <a:lnTo>
                  <a:pt x="424" y="368"/>
                </a:lnTo>
                <a:lnTo>
                  <a:pt x="423" y="368"/>
                </a:lnTo>
                <a:lnTo>
                  <a:pt x="422" y="368"/>
                </a:lnTo>
                <a:lnTo>
                  <a:pt x="421" y="368"/>
                </a:lnTo>
                <a:lnTo>
                  <a:pt x="420" y="368"/>
                </a:lnTo>
                <a:lnTo>
                  <a:pt x="420" y="369"/>
                </a:lnTo>
                <a:lnTo>
                  <a:pt x="419" y="369"/>
                </a:lnTo>
                <a:lnTo>
                  <a:pt x="418" y="369"/>
                </a:lnTo>
                <a:lnTo>
                  <a:pt x="417" y="369"/>
                </a:lnTo>
                <a:lnTo>
                  <a:pt x="416" y="370"/>
                </a:lnTo>
                <a:lnTo>
                  <a:pt x="417" y="370"/>
                </a:lnTo>
                <a:lnTo>
                  <a:pt x="417" y="371"/>
                </a:lnTo>
                <a:lnTo>
                  <a:pt x="418" y="372"/>
                </a:lnTo>
                <a:lnTo>
                  <a:pt x="418" y="371"/>
                </a:lnTo>
                <a:lnTo>
                  <a:pt x="418" y="372"/>
                </a:lnTo>
                <a:lnTo>
                  <a:pt x="419" y="372"/>
                </a:lnTo>
                <a:lnTo>
                  <a:pt x="419" y="373"/>
                </a:lnTo>
                <a:lnTo>
                  <a:pt x="419" y="374"/>
                </a:lnTo>
                <a:lnTo>
                  <a:pt x="420" y="374"/>
                </a:lnTo>
                <a:lnTo>
                  <a:pt x="420" y="375"/>
                </a:lnTo>
                <a:lnTo>
                  <a:pt x="421" y="375"/>
                </a:lnTo>
                <a:lnTo>
                  <a:pt x="421" y="376"/>
                </a:lnTo>
                <a:lnTo>
                  <a:pt x="420" y="376"/>
                </a:lnTo>
                <a:lnTo>
                  <a:pt x="420" y="377"/>
                </a:lnTo>
                <a:lnTo>
                  <a:pt x="419" y="377"/>
                </a:lnTo>
                <a:lnTo>
                  <a:pt x="419" y="378"/>
                </a:lnTo>
                <a:lnTo>
                  <a:pt x="418" y="378"/>
                </a:lnTo>
                <a:lnTo>
                  <a:pt x="418" y="379"/>
                </a:lnTo>
                <a:lnTo>
                  <a:pt x="417" y="379"/>
                </a:lnTo>
                <a:lnTo>
                  <a:pt x="417" y="380"/>
                </a:lnTo>
                <a:lnTo>
                  <a:pt x="417" y="381"/>
                </a:lnTo>
                <a:lnTo>
                  <a:pt x="417" y="382"/>
                </a:lnTo>
                <a:lnTo>
                  <a:pt x="416" y="382"/>
                </a:lnTo>
                <a:lnTo>
                  <a:pt x="416" y="383"/>
                </a:lnTo>
                <a:lnTo>
                  <a:pt x="417" y="383"/>
                </a:lnTo>
                <a:lnTo>
                  <a:pt x="416" y="383"/>
                </a:lnTo>
                <a:lnTo>
                  <a:pt x="416" y="384"/>
                </a:lnTo>
                <a:lnTo>
                  <a:pt x="416" y="385"/>
                </a:lnTo>
                <a:lnTo>
                  <a:pt x="416" y="386"/>
                </a:lnTo>
                <a:lnTo>
                  <a:pt x="417" y="386"/>
                </a:lnTo>
                <a:lnTo>
                  <a:pt x="417" y="387"/>
                </a:lnTo>
                <a:lnTo>
                  <a:pt x="417" y="388"/>
                </a:lnTo>
                <a:lnTo>
                  <a:pt x="416" y="389"/>
                </a:lnTo>
                <a:lnTo>
                  <a:pt x="415" y="390"/>
                </a:lnTo>
                <a:lnTo>
                  <a:pt x="415" y="391"/>
                </a:lnTo>
                <a:lnTo>
                  <a:pt x="414" y="392"/>
                </a:lnTo>
                <a:lnTo>
                  <a:pt x="414" y="393"/>
                </a:lnTo>
                <a:lnTo>
                  <a:pt x="414" y="394"/>
                </a:lnTo>
                <a:lnTo>
                  <a:pt x="414" y="395"/>
                </a:lnTo>
                <a:lnTo>
                  <a:pt x="415" y="395"/>
                </a:lnTo>
                <a:lnTo>
                  <a:pt x="415" y="396"/>
                </a:lnTo>
                <a:lnTo>
                  <a:pt x="414" y="397"/>
                </a:lnTo>
                <a:lnTo>
                  <a:pt x="415" y="398"/>
                </a:lnTo>
                <a:lnTo>
                  <a:pt x="414" y="398"/>
                </a:lnTo>
                <a:lnTo>
                  <a:pt x="414" y="399"/>
                </a:lnTo>
                <a:lnTo>
                  <a:pt x="415" y="399"/>
                </a:lnTo>
                <a:lnTo>
                  <a:pt x="415" y="400"/>
                </a:lnTo>
                <a:lnTo>
                  <a:pt x="415" y="401"/>
                </a:lnTo>
                <a:lnTo>
                  <a:pt x="416" y="401"/>
                </a:lnTo>
                <a:lnTo>
                  <a:pt x="417" y="401"/>
                </a:lnTo>
                <a:lnTo>
                  <a:pt x="418" y="401"/>
                </a:lnTo>
                <a:lnTo>
                  <a:pt x="419" y="401"/>
                </a:lnTo>
                <a:lnTo>
                  <a:pt x="419" y="402"/>
                </a:lnTo>
                <a:lnTo>
                  <a:pt x="418" y="403"/>
                </a:lnTo>
                <a:lnTo>
                  <a:pt x="419" y="403"/>
                </a:lnTo>
                <a:lnTo>
                  <a:pt x="419" y="404"/>
                </a:lnTo>
                <a:lnTo>
                  <a:pt x="419" y="405"/>
                </a:lnTo>
                <a:lnTo>
                  <a:pt x="419" y="406"/>
                </a:lnTo>
                <a:lnTo>
                  <a:pt x="419" y="407"/>
                </a:lnTo>
                <a:lnTo>
                  <a:pt x="419" y="408"/>
                </a:lnTo>
                <a:lnTo>
                  <a:pt x="419" y="410"/>
                </a:lnTo>
                <a:lnTo>
                  <a:pt x="419" y="411"/>
                </a:lnTo>
                <a:lnTo>
                  <a:pt x="419" y="412"/>
                </a:lnTo>
                <a:lnTo>
                  <a:pt x="419" y="413"/>
                </a:lnTo>
                <a:lnTo>
                  <a:pt x="419" y="414"/>
                </a:lnTo>
                <a:lnTo>
                  <a:pt x="420" y="414"/>
                </a:lnTo>
                <a:lnTo>
                  <a:pt x="421" y="414"/>
                </a:lnTo>
                <a:lnTo>
                  <a:pt x="421" y="415"/>
                </a:lnTo>
                <a:lnTo>
                  <a:pt x="422" y="415"/>
                </a:lnTo>
                <a:lnTo>
                  <a:pt x="421" y="415"/>
                </a:lnTo>
                <a:lnTo>
                  <a:pt x="422" y="415"/>
                </a:lnTo>
                <a:lnTo>
                  <a:pt x="421" y="415"/>
                </a:lnTo>
                <a:lnTo>
                  <a:pt x="422" y="416"/>
                </a:lnTo>
                <a:lnTo>
                  <a:pt x="422" y="417"/>
                </a:lnTo>
                <a:lnTo>
                  <a:pt x="421" y="417"/>
                </a:lnTo>
                <a:lnTo>
                  <a:pt x="421" y="418"/>
                </a:lnTo>
                <a:lnTo>
                  <a:pt x="421" y="419"/>
                </a:lnTo>
                <a:lnTo>
                  <a:pt x="421" y="420"/>
                </a:lnTo>
                <a:lnTo>
                  <a:pt x="421" y="421"/>
                </a:lnTo>
                <a:lnTo>
                  <a:pt x="421" y="422"/>
                </a:lnTo>
                <a:lnTo>
                  <a:pt x="422" y="422"/>
                </a:lnTo>
                <a:lnTo>
                  <a:pt x="423" y="422"/>
                </a:lnTo>
                <a:lnTo>
                  <a:pt x="424" y="422"/>
                </a:lnTo>
                <a:lnTo>
                  <a:pt x="424" y="423"/>
                </a:lnTo>
                <a:lnTo>
                  <a:pt x="425" y="423"/>
                </a:lnTo>
                <a:lnTo>
                  <a:pt x="425" y="424"/>
                </a:lnTo>
                <a:lnTo>
                  <a:pt x="424" y="424"/>
                </a:lnTo>
                <a:lnTo>
                  <a:pt x="424" y="425"/>
                </a:lnTo>
                <a:lnTo>
                  <a:pt x="423" y="425"/>
                </a:lnTo>
                <a:lnTo>
                  <a:pt x="423" y="426"/>
                </a:lnTo>
                <a:lnTo>
                  <a:pt x="424" y="426"/>
                </a:lnTo>
                <a:lnTo>
                  <a:pt x="425" y="426"/>
                </a:lnTo>
                <a:lnTo>
                  <a:pt x="425" y="427"/>
                </a:lnTo>
                <a:lnTo>
                  <a:pt x="424" y="427"/>
                </a:lnTo>
                <a:lnTo>
                  <a:pt x="424" y="428"/>
                </a:lnTo>
                <a:lnTo>
                  <a:pt x="424" y="429"/>
                </a:lnTo>
                <a:lnTo>
                  <a:pt x="425" y="429"/>
                </a:lnTo>
                <a:lnTo>
                  <a:pt x="425" y="430"/>
                </a:lnTo>
                <a:lnTo>
                  <a:pt x="425" y="431"/>
                </a:lnTo>
                <a:lnTo>
                  <a:pt x="424" y="431"/>
                </a:lnTo>
                <a:lnTo>
                  <a:pt x="424" y="432"/>
                </a:lnTo>
                <a:lnTo>
                  <a:pt x="423" y="432"/>
                </a:lnTo>
                <a:lnTo>
                  <a:pt x="423" y="433"/>
                </a:lnTo>
                <a:lnTo>
                  <a:pt x="422" y="433"/>
                </a:lnTo>
                <a:lnTo>
                  <a:pt x="421" y="433"/>
                </a:lnTo>
                <a:lnTo>
                  <a:pt x="421" y="434"/>
                </a:lnTo>
                <a:lnTo>
                  <a:pt x="420" y="434"/>
                </a:lnTo>
                <a:lnTo>
                  <a:pt x="419" y="434"/>
                </a:lnTo>
                <a:lnTo>
                  <a:pt x="418" y="434"/>
                </a:lnTo>
                <a:lnTo>
                  <a:pt x="418" y="435"/>
                </a:lnTo>
                <a:lnTo>
                  <a:pt x="417" y="435"/>
                </a:lnTo>
                <a:lnTo>
                  <a:pt x="416" y="435"/>
                </a:lnTo>
                <a:lnTo>
                  <a:pt x="415" y="435"/>
                </a:lnTo>
                <a:lnTo>
                  <a:pt x="414" y="435"/>
                </a:lnTo>
                <a:lnTo>
                  <a:pt x="413" y="435"/>
                </a:lnTo>
                <a:lnTo>
                  <a:pt x="412" y="434"/>
                </a:lnTo>
                <a:lnTo>
                  <a:pt x="411" y="434"/>
                </a:lnTo>
                <a:lnTo>
                  <a:pt x="411" y="433"/>
                </a:lnTo>
                <a:lnTo>
                  <a:pt x="410" y="433"/>
                </a:lnTo>
                <a:lnTo>
                  <a:pt x="409" y="433"/>
                </a:lnTo>
                <a:lnTo>
                  <a:pt x="408" y="433"/>
                </a:lnTo>
                <a:lnTo>
                  <a:pt x="407" y="433"/>
                </a:lnTo>
                <a:lnTo>
                  <a:pt x="407" y="432"/>
                </a:lnTo>
                <a:lnTo>
                  <a:pt x="406" y="431"/>
                </a:lnTo>
                <a:lnTo>
                  <a:pt x="406" y="432"/>
                </a:lnTo>
                <a:lnTo>
                  <a:pt x="405" y="431"/>
                </a:lnTo>
                <a:lnTo>
                  <a:pt x="404" y="431"/>
                </a:lnTo>
                <a:lnTo>
                  <a:pt x="403" y="431"/>
                </a:lnTo>
                <a:lnTo>
                  <a:pt x="403" y="430"/>
                </a:lnTo>
                <a:lnTo>
                  <a:pt x="402" y="430"/>
                </a:lnTo>
                <a:lnTo>
                  <a:pt x="401" y="430"/>
                </a:lnTo>
                <a:lnTo>
                  <a:pt x="402" y="431"/>
                </a:lnTo>
                <a:lnTo>
                  <a:pt x="402" y="432"/>
                </a:lnTo>
                <a:lnTo>
                  <a:pt x="403" y="433"/>
                </a:lnTo>
                <a:lnTo>
                  <a:pt x="403" y="434"/>
                </a:lnTo>
                <a:lnTo>
                  <a:pt x="403" y="435"/>
                </a:lnTo>
                <a:lnTo>
                  <a:pt x="402" y="434"/>
                </a:lnTo>
                <a:lnTo>
                  <a:pt x="402" y="433"/>
                </a:lnTo>
                <a:lnTo>
                  <a:pt x="401" y="434"/>
                </a:lnTo>
                <a:lnTo>
                  <a:pt x="400" y="434"/>
                </a:lnTo>
                <a:lnTo>
                  <a:pt x="399" y="434"/>
                </a:lnTo>
                <a:lnTo>
                  <a:pt x="398" y="435"/>
                </a:lnTo>
                <a:lnTo>
                  <a:pt x="398" y="436"/>
                </a:lnTo>
                <a:lnTo>
                  <a:pt x="399" y="437"/>
                </a:lnTo>
                <a:lnTo>
                  <a:pt x="400" y="437"/>
                </a:lnTo>
                <a:lnTo>
                  <a:pt x="401" y="438"/>
                </a:lnTo>
                <a:lnTo>
                  <a:pt x="401" y="439"/>
                </a:lnTo>
                <a:lnTo>
                  <a:pt x="400" y="440"/>
                </a:lnTo>
                <a:lnTo>
                  <a:pt x="398" y="440"/>
                </a:lnTo>
                <a:lnTo>
                  <a:pt x="398" y="441"/>
                </a:lnTo>
                <a:lnTo>
                  <a:pt x="397" y="441"/>
                </a:lnTo>
                <a:lnTo>
                  <a:pt x="395" y="440"/>
                </a:lnTo>
                <a:lnTo>
                  <a:pt x="393" y="440"/>
                </a:lnTo>
                <a:lnTo>
                  <a:pt x="392" y="440"/>
                </a:lnTo>
                <a:lnTo>
                  <a:pt x="392" y="441"/>
                </a:lnTo>
                <a:lnTo>
                  <a:pt x="391" y="441"/>
                </a:lnTo>
                <a:lnTo>
                  <a:pt x="390" y="441"/>
                </a:lnTo>
                <a:lnTo>
                  <a:pt x="389" y="442"/>
                </a:lnTo>
                <a:lnTo>
                  <a:pt x="389" y="443"/>
                </a:lnTo>
                <a:lnTo>
                  <a:pt x="391" y="444"/>
                </a:lnTo>
                <a:lnTo>
                  <a:pt x="392" y="445"/>
                </a:lnTo>
                <a:lnTo>
                  <a:pt x="393" y="445"/>
                </a:lnTo>
                <a:lnTo>
                  <a:pt x="392" y="446"/>
                </a:lnTo>
                <a:lnTo>
                  <a:pt x="392" y="448"/>
                </a:lnTo>
                <a:lnTo>
                  <a:pt x="392" y="449"/>
                </a:lnTo>
                <a:lnTo>
                  <a:pt x="391" y="450"/>
                </a:lnTo>
                <a:lnTo>
                  <a:pt x="390" y="452"/>
                </a:lnTo>
                <a:lnTo>
                  <a:pt x="389" y="452"/>
                </a:lnTo>
                <a:lnTo>
                  <a:pt x="389" y="453"/>
                </a:lnTo>
                <a:lnTo>
                  <a:pt x="388" y="453"/>
                </a:lnTo>
                <a:lnTo>
                  <a:pt x="387" y="454"/>
                </a:lnTo>
                <a:lnTo>
                  <a:pt x="386" y="456"/>
                </a:lnTo>
                <a:lnTo>
                  <a:pt x="386" y="457"/>
                </a:lnTo>
                <a:lnTo>
                  <a:pt x="386" y="458"/>
                </a:lnTo>
                <a:lnTo>
                  <a:pt x="387" y="458"/>
                </a:lnTo>
                <a:lnTo>
                  <a:pt x="387" y="459"/>
                </a:lnTo>
                <a:lnTo>
                  <a:pt x="387" y="460"/>
                </a:lnTo>
                <a:lnTo>
                  <a:pt x="387" y="461"/>
                </a:lnTo>
                <a:lnTo>
                  <a:pt x="388" y="461"/>
                </a:lnTo>
                <a:lnTo>
                  <a:pt x="389" y="462"/>
                </a:lnTo>
                <a:lnTo>
                  <a:pt x="388" y="462"/>
                </a:lnTo>
                <a:lnTo>
                  <a:pt x="388" y="463"/>
                </a:lnTo>
                <a:lnTo>
                  <a:pt x="389" y="464"/>
                </a:lnTo>
                <a:lnTo>
                  <a:pt x="389" y="465"/>
                </a:lnTo>
                <a:lnTo>
                  <a:pt x="390" y="469"/>
                </a:lnTo>
                <a:lnTo>
                  <a:pt x="381" y="467"/>
                </a:lnTo>
                <a:lnTo>
                  <a:pt x="380" y="466"/>
                </a:lnTo>
                <a:lnTo>
                  <a:pt x="378" y="466"/>
                </a:lnTo>
                <a:lnTo>
                  <a:pt x="378" y="465"/>
                </a:lnTo>
                <a:lnTo>
                  <a:pt x="376" y="465"/>
                </a:lnTo>
                <a:lnTo>
                  <a:pt x="375" y="465"/>
                </a:lnTo>
                <a:lnTo>
                  <a:pt x="374" y="465"/>
                </a:lnTo>
                <a:lnTo>
                  <a:pt x="370" y="463"/>
                </a:lnTo>
                <a:lnTo>
                  <a:pt x="369" y="463"/>
                </a:lnTo>
                <a:lnTo>
                  <a:pt x="365" y="463"/>
                </a:lnTo>
                <a:lnTo>
                  <a:pt x="364" y="464"/>
                </a:lnTo>
                <a:lnTo>
                  <a:pt x="361" y="465"/>
                </a:lnTo>
                <a:lnTo>
                  <a:pt x="361" y="466"/>
                </a:lnTo>
                <a:lnTo>
                  <a:pt x="360" y="466"/>
                </a:lnTo>
                <a:lnTo>
                  <a:pt x="359" y="467"/>
                </a:lnTo>
                <a:lnTo>
                  <a:pt x="359" y="468"/>
                </a:lnTo>
                <a:lnTo>
                  <a:pt x="358" y="471"/>
                </a:lnTo>
                <a:lnTo>
                  <a:pt x="358" y="472"/>
                </a:lnTo>
                <a:lnTo>
                  <a:pt x="358" y="473"/>
                </a:lnTo>
                <a:lnTo>
                  <a:pt x="357" y="473"/>
                </a:lnTo>
                <a:lnTo>
                  <a:pt x="357" y="474"/>
                </a:lnTo>
                <a:lnTo>
                  <a:pt x="358" y="474"/>
                </a:lnTo>
                <a:lnTo>
                  <a:pt x="358" y="475"/>
                </a:lnTo>
                <a:lnTo>
                  <a:pt x="358" y="476"/>
                </a:lnTo>
                <a:lnTo>
                  <a:pt x="357" y="476"/>
                </a:lnTo>
                <a:lnTo>
                  <a:pt x="356" y="476"/>
                </a:lnTo>
                <a:lnTo>
                  <a:pt x="355" y="476"/>
                </a:lnTo>
                <a:lnTo>
                  <a:pt x="355" y="477"/>
                </a:lnTo>
                <a:lnTo>
                  <a:pt x="354" y="477"/>
                </a:lnTo>
                <a:lnTo>
                  <a:pt x="353" y="477"/>
                </a:lnTo>
                <a:lnTo>
                  <a:pt x="353" y="476"/>
                </a:lnTo>
                <a:lnTo>
                  <a:pt x="352" y="475"/>
                </a:lnTo>
                <a:lnTo>
                  <a:pt x="351" y="475"/>
                </a:lnTo>
                <a:lnTo>
                  <a:pt x="350" y="475"/>
                </a:lnTo>
                <a:lnTo>
                  <a:pt x="349" y="475"/>
                </a:lnTo>
                <a:lnTo>
                  <a:pt x="349" y="476"/>
                </a:lnTo>
                <a:lnTo>
                  <a:pt x="348" y="477"/>
                </a:lnTo>
                <a:lnTo>
                  <a:pt x="347" y="477"/>
                </a:lnTo>
                <a:lnTo>
                  <a:pt x="347" y="476"/>
                </a:lnTo>
                <a:lnTo>
                  <a:pt x="346" y="476"/>
                </a:lnTo>
                <a:lnTo>
                  <a:pt x="345" y="476"/>
                </a:lnTo>
                <a:lnTo>
                  <a:pt x="344" y="475"/>
                </a:lnTo>
                <a:lnTo>
                  <a:pt x="343" y="475"/>
                </a:lnTo>
                <a:lnTo>
                  <a:pt x="343" y="474"/>
                </a:lnTo>
                <a:lnTo>
                  <a:pt x="342" y="474"/>
                </a:lnTo>
                <a:lnTo>
                  <a:pt x="341" y="474"/>
                </a:lnTo>
                <a:lnTo>
                  <a:pt x="340" y="474"/>
                </a:lnTo>
                <a:lnTo>
                  <a:pt x="340" y="473"/>
                </a:lnTo>
                <a:lnTo>
                  <a:pt x="339" y="473"/>
                </a:lnTo>
                <a:lnTo>
                  <a:pt x="338" y="473"/>
                </a:lnTo>
                <a:lnTo>
                  <a:pt x="337" y="473"/>
                </a:lnTo>
                <a:lnTo>
                  <a:pt x="336" y="473"/>
                </a:lnTo>
                <a:lnTo>
                  <a:pt x="336" y="474"/>
                </a:lnTo>
                <a:lnTo>
                  <a:pt x="335" y="474"/>
                </a:lnTo>
                <a:lnTo>
                  <a:pt x="334" y="474"/>
                </a:lnTo>
                <a:lnTo>
                  <a:pt x="334" y="473"/>
                </a:lnTo>
                <a:lnTo>
                  <a:pt x="333" y="473"/>
                </a:lnTo>
                <a:lnTo>
                  <a:pt x="332" y="472"/>
                </a:lnTo>
                <a:lnTo>
                  <a:pt x="331" y="472"/>
                </a:lnTo>
                <a:lnTo>
                  <a:pt x="330" y="472"/>
                </a:lnTo>
                <a:lnTo>
                  <a:pt x="330" y="471"/>
                </a:lnTo>
                <a:lnTo>
                  <a:pt x="329" y="471"/>
                </a:lnTo>
                <a:lnTo>
                  <a:pt x="328" y="470"/>
                </a:lnTo>
                <a:lnTo>
                  <a:pt x="327" y="470"/>
                </a:lnTo>
                <a:lnTo>
                  <a:pt x="327" y="469"/>
                </a:lnTo>
                <a:lnTo>
                  <a:pt x="326" y="469"/>
                </a:lnTo>
                <a:lnTo>
                  <a:pt x="325" y="468"/>
                </a:lnTo>
                <a:lnTo>
                  <a:pt x="324" y="468"/>
                </a:lnTo>
                <a:lnTo>
                  <a:pt x="324" y="467"/>
                </a:lnTo>
                <a:lnTo>
                  <a:pt x="323" y="466"/>
                </a:lnTo>
                <a:lnTo>
                  <a:pt x="324" y="466"/>
                </a:lnTo>
                <a:lnTo>
                  <a:pt x="324" y="465"/>
                </a:lnTo>
                <a:lnTo>
                  <a:pt x="323" y="465"/>
                </a:lnTo>
                <a:lnTo>
                  <a:pt x="322" y="464"/>
                </a:lnTo>
                <a:lnTo>
                  <a:pt x="321" y="463"/>
                </a:lnTo>
                <a:lnTo>
                  <a:pt x="320" y="462"/>
                </a:lnTo>
                <a:lnTo>
                  <a:pt x="319" y="462"/>
                </a:lnTo>
                <a:lnTo>
                  <a:pt x="319" y="463"/>
                </a:lnTo>
                <a:lnTo>
                  <a:pt x="317" y="463"/>
                </a:lnTo>
                <a:lnTo>
                  <a:pt x="316" y="462"/>
                </a:lnTo>
                <a:lnTo>
                  <a:pt x="316" y="461"/>
                </a:lnTo>
                <a:lnTo>
                  <a:pt x="316" y="460"/>
                </a:lnTo>
                <a:lnTo>
                  <a:pt x="316" y="459"/>
                </a:lnTo>
                <a:lnTo>
                  <a:pt x="315" y="459"/>
                </a:lnTo>
                <a:lnTo>
                  <a:pt x="315" y="458"/>
                </a:lnTo>
                <a:lnTo>
                  <a:pt x="315" y="457"/>
                </a:lnTo>
                <a:lnTo>
                  <a:pt x="314" y="456"/>
                </a:lnTo>
                <a:lnTo>
                  <a:pt x="313" y="456"/>
                </a:lnTo>
                <a:lnTo>
                  <a:pt x="312" y="456"/>
                </a:lnTo>
                <a:lnTo>
                  <a:pt x="311" y="456"/>
                </a:lnTo>
                <a:lnTo>
                  <a:pt x="310" y="456"/>
                </a:lnTo>
                <a:lnTo>
                  <a:pt x="309" y="456"/>
                </a:lnTo>
                <a:lnTo>
                  <a:pt x="308" y="455"/>
                </a:lnTo>
                <a:lnTo>
                  <a:pt x="308" y="454"/>
                </a:lnTo>
                <a:lnTo>
                  <a:pt x="307" y="454"/>
                </a:lnTo>
                <a:lnTo>
                  <a:pt x="306" y="454"/>
                </a:lnTo>
                <a:lnTo>
                  <a:pt x="305" y="454"/>
                </a:lnTo>
                <a:lnTo>
                  <a:pt x="305" y="453"/>
                </a:lnTo>
                <a:lnTo>
                  <a:pt x="304" y="452"/>
                </a:lnTo>
                <a:lnTo>
                  <a:pt x="303" y="452"/>
                </a:lnTo>
                <a:lnTo>
                  <a:pt x="303" y="451"/>
                </a:lnTo>
                <a:lnTo>
                  <a:pt x="302" y="451"/>
                </a:lnTo>
                <a:lnTo>
                  <a:pt x="301" y="451"/>
                </a:lnTo>
                <a:lnTo>
                  <a:pt x="301" y="452"/>
                </a:lnTo>
                <a:lnTo>
                  <a:pt x="300" y="452"/>
                </a:lnTo>
                <a:lnTo>
                  <a:pt x="300" y="453"/>
                </a:lnTo>
                <a:lnTo>
                  <a:pt x="300" y="454"/>
                </a:lnTo>
                <a:lnTo>
                  <a:pt x="299" y="454"/>
                </a:lnTo>
                <a:lnTo>
                  <a:pt x="299" y="455"/>
                </a:lnTo>
                <a:lnTo>
                  <a:pt x="298" y="455"/>
                </a:lnTo>
                <a:lnTo>
                  <a:pt x="298" y="454"/>
                </a:lnTo>
                <a:lnTo>
                  <a:pt x="297" y="455"/>
                </a:lnTo>
                <a:lnTo>
                  <a:pt x="296" y="456"/>
                </a:lnTo>
                <a:lnTo>
                  <a:pt x="296" y="457"/>
                </a:lnTo>
                <a:lnTo>
                  <a:pt x="295" y="457"/>
                </a:lnTo>
                <a:lnTo>
                  <a:pt x="294" y="457"/>
                </a:lnTo>
                <a:lnTo>
                  <a:pt x="293" y="457"/>
                </a:lnTo>
                <a:lnTo>
                  <a:pt x="292" y="457"/>
                </a:lnTo>
                <a:lnTo>
                  <a:pt x="291" y="458"/>
                </a:lnTo>
                <a:lnTo>
                  <a:pt x="291" y="459"/>
                </a:lnTo>
                <a:lnTo>
                  <a:pt x="290" y="459"/>
                </a:lnTo>
                <a:lnTo>
                  <a:pt x="289" y="459"/>
                </a:lnTo>
                <a:lnTo>
                  <a:pt x="289" y="460"/>
                </a:lnTo>
                <a:lnTo>
                  <a:pt x="288" y="460"/>
                </a:lnTo>
                <a:lnTo>
                  <a:pt x="287" y="460"/>
                </a:lnTo>
                <a:lnTo>
                  <a:pt x="287" y="461"/>
                </a:lnTo>
                <a:lnTo>
                  <a:pt x="286" y="461"/>
                </a:lnTo>
                <a:lnTo>
                  <a:pt x="286" y="462"/>
                </a:lnTo>
                <a:lnTo>
                  <a:pt x="285" y="462"/>
                </a:lnTo>
                <a:lnTo>
                  <a:pt x="285" y="460"/>
                </a:lnTo>
                <a:lnTo>
                  <a:pt x="284" y="460"/>
                </a:lnTo>
                <a:lnTo>
                  <a:pt x="283" y="460"/>
                </a:lnTo>
                <a:lnTo>
                  <a:pt x="283" y="461"/>
                </a:lnTo>
                <a:lnTo>
                  <a:pt x="282" y="461"/>
                </a:lnTo>
                <a:lnTo>
                  <a:pt x="281" y="462"/>
                </a:lnTo>
                <a:lnTo>
                  <a:pt x="280" y="462"/>
                </a:lnTo>
                <a:lnTo>
                  <a:pt x="280" y="461"/>
                </a:lnTo>
                <a:lnTo>
                  <a:pt x="280" y="460"/>
                </a:lnTo>
                <a:lnTo>
                  <a:pt x="279" y="460"/>
                </a:lnTo>
                <a:lnTo>
                  <a:pt x="279" y="461"/>
                </a:lnTo>
                <a:lnTo>
                  <a:pt x="278" y="461"/>
                </a:lnTo>
                <a:lnTo>
                  <a:pt x="278" y="460"/>
                </a:lnTo>
                <a:lnTo>
                  <a:pt x="277" y="460"/>
                </a:lnTo>
                <a:lnTo>
                  <a:pt x="277" y="461"/>
                </a:lnTo>
                <a:lnTo>
                  <a:pt x="276" y="461"/>
                </a:lnTo>
                <a:lnTo>
                  <a:pt x="275" y="461"/>
                </a:lnTo>
                <a:lnTo>
                  <a:pt x="274" y="461"/>
                </a:lnTo>
                <a:lnTo>
                  <a:pt x="273" y="461"/>
                </a:lnTo>
                <a:lnTo>
                  <a:pt x="273" y="460"/>
                </a:lnTo>
                <a:lnTo>
                  <a:pt x="272" y="460"/>
                </a:lnTo>
                <a:lnTo>
                  <a:pt x="271" y="460"/>
                </a:lnTo>
                <a:lnTo>
                  <a:pt x="270" y="460"/>
                </a:lnTo>
                <a:lnTo>
                  <a:pt x="270" y="461"/>
                </a:lnTo>
                <a:lnTo>
                  <a:pt x="269" y="461"/>
                </a:lnTo>
                <a:lnTo>
                  <a:pt x="269" y="460"/>
                </a:lnTo>
                <a:lnTo>
                  <a:pt x="269" y="459"/>
                </a:lnTo>
                <a:lnTo>
                  <a:pt x="268" y="459"/>
                </a:lnTo>
                <a:lnTo>
                  <a:pt x="268" y="460"/>
                </a:lnTo>
                <a:lnTo>
                  <a:pt x="267" y="460"/>
                </a:lnTo>
                <a:lnTo>
                  <a:pt x="266" y="460"/>
                </a:lnTo>
                <a:lnTo>
                  <a:pt x="265" y="460"/>
                </a:lnTo>
                <a:lnTo>
                  <a:pt x="265" y="461"/>
                </a:lnTo>
                <a:lnTo>
                  <a:pt x="264" y="461"/>
                </a:lnTo>
                <a:lnTo>
                  <a:pt x="264" y="462"/>
                </a:lnTo>
                <a:lnTo>
                  <a:pt x="264" y="461"/>
                </a:lnTo>
                <a:lnTo>
                  <a:pt x="263" y="461"/>
                </a:lnTo>
                <a:lnTo>
                  <a:pt x="263" y="460"/>
                </a:lnTo>
                <a:lnTo>
                  <a:pt x="262" y="460"/>
                </a:lnTo>
                <a:lnTo>
                  <a:pt x="262" y="459"/>
                </a:lnTo>
                <a:lnTo>
                  <a:pt x="261" y="459"/>
                </a:lnTo>
                <a:lnTo>
                  <a:pt x="260" y="458"/>
                </a:lnTo>
                <a:lnTo>
                  <a:pt x="259" y="458"/>
                </a:lnTo>
                <a:lnTo>
                  <a:pt x="259" y="459"/>
                </a:lnTo>
                <a:lnTo>
                  <a:pt x="258" y="459"/>
                </a:lnTo>
                <a:lnTo>
                  <a:pt x="258" y="458"/>
                </a:lnTo>
                <a:lnTo>
                  <a:pt x="258" y="457"/>
                </a:lnTo>
                <a:lnTo>
                  <a:pt x="257" y="457"/>
                </a:lnTo>
                <a:lnTo>
                  <a:pt x="257" y="456"/>
                </a:lnTo>
                <a:lnTo>
                  <a:pt x="257" y="455"/>
                </a:lnTo>
                <a:lnTo>
                  <a:pt x="256" y="455"/>
                </a:lnTo>
                <a:lnTo>
                  <a:pt x="257" y="455"/>
                </a:lnTo>
                <a:lnTo>
                  <a:pt x="257" y="454"/>
                </a:lnTo>
                <a:lnTo>
                  <a:pt x="256" y="453"/>
                </a:lnTo>
                <a:lnTo>
                  <a:pt x="255" y="453"/>
                </a:lnTo>
                <a:lnTo>
                  <a:pt x="255" y="452"/>
                </a:lnTo>
                <a:lnTo>
                  <a:pt x="254" y="452"/>
                </a:lnTo>
                <a:lnTo>
                  <a:pt x="253" y="452"/>
                </a:lnTo>
                <a:lnTo>
                  <a:pt x="252" y="452"/>
                </a:lnTo>
                <a:lnTo>
                  <a:pt x="252" y="451"/>
                </a:lnTo>
                <a:lnTo>
                  <a:pt x="251" y="451"/>
                </a:lnTo>
                <a:lnTo>
                  <a:pt x="251" y="450"/>
                </a:lnTo>
                <a:lnTo>
                  <a:pt x="250" y="449"/>
                </a:lnTo>
                <a:lnTo>
                  <a:pt x="250" y="450"/>
                </a:lnTo>
                <a:lnTo>
                  <a:pt x="249" y="449"/>
                </a:lnTo>
                <a:lnTo>
                  <a:pt x="249" y="450"/>
                </a:lnTo>
                <a:lnTo>
                  <a:pt x="248" y="450"/>
                </a:lnTo>
                <a:lnTo>
                  <a:pt x="247" y="450"/>
                </a:lnTo>
                <a:lnTo>
                  <a:pt x="246" y="451"/>
                </a:lnTo>
                <a:lnTo>
                  <a:pt x="245" y="450"/>
                </a:lnTo>
                <a:lnTo>
                  <a:pt x="244" y="450"/>
                </a:lnTo>
                <a:lnTo>
                  <a:pt x="244" y="449"/>
                </a:lnTo>
                <a:lnTo>
                  <a:pt x="243" y="449"/>
                </a:lnTo>
                <a:lnTo>
                  <a:pt x="243" y="450"/>
                </a:lnTo>
                <a:lnTo>
                  <a:pt x="242" y="450"/>
                </a:lnTo>
                <a:lnTo>
                  <a:pt x="242" y="449"/>
                </a:lnTo>
                <a:lnTo>
                  <a:pt x="241" y="449"/>
                </a:lnTo>
                <a:lnTo>
                  <a:pt x="241" y="448"/>
                </a:lnTo>
                <a:lnTo>
                  <a:pt x="241" y="449"/>
                </a:lnTo>
                <a:lnTo>
                  <a:pt x="240" y="449"/>
                </a:lnTo>
                <a:lnTo>
                  <a:pt x="239" y="449"/>
                </a:lnTo>
                <a:lnTo>
                  <a:pt x="239" y="448"/>
                </a:lnTo>
                <a:lnTo>
                  <a:pt x="239" y="449"/>
                </a:lnTo>
                <a:lnTo>
                  <a:pt x="238" y="449"/>
                </a:lnTo>
                <a:lnTo>
                  <a:pt x="238" y="448"/>
                </a:lnTo>
                <a:lnTo>
                  <a:pt x="237" y="448"/>
                </a:lnTo>
                <a:lnTo>
                  <a:pt x="236" y="448"/>
                </a:lnTo>
                <a:lnTo>
                  <a:pt x="235" y="448"/>
                </a:lnTo>
                <a:lnTo>
                  <a:pt x="234" y="448"/>
                </a:lnTo>
                <a:lnTo>
                  <a:pt x="233" y="448"/>
                </a:lnTo>
                <a:lnTo>
                  <a:pt x="233" y="449"/>
                </a:lnTo>
                <a:lnTo>
                  <a:pt x="232" y="449"/>
                </a:lnTo>
                <a:lnTo>
                  <a:pt x="231" y="449"/>
                </a:lnTo>
                <a:lnTo>
                  <a:pt x="230" y="449"/>
                </a:lnTo>
                <a:lnTo>
                  <a:pt x="230" y="450"/>
                </a:lnTo>
                <a:lnTo>
                  <a:pt x="229" y="450"/>
                </a:lnTo>
                <a:lnTo>
                  <a:pt x="229" y="449"/>
                </a:lnTo>
                <a:lnTo>
                  <a:pt x="229" y="450"/>
                </a:lnTo>
                <a:lnTo>
                  <a:pt x="229" y="451"/>
                </a:lnTo>
                <a:lnTo>
                  <a:pt x="228" y="451"/>
                </a:lnTo>
                <a:lnTo>
                  <a:pt x="227" y="452"/>
                </a:lnTo>
                <a:lnTo>
                  <a:pt x="226" y="452"/>
                </a:lnTo>
                <a:lnTo>
                  <a:pt x="225" y="452"/>
                </a:lnTo>
                <a:lnTo>
                  <a:pt x="224" y="452"/>
                </a:lnTo>
                <a:lnTo>
                  <a:pt x="223" y="452"/>
                </a:lnTo>
                <a:lnTo>
                  <a:pt x="222" y="452"/>
                </a:lnTo>
                <a:lnTo>
                  <a:pt x="220" y="452"/>
                </a:lnTo>
                <a:lnTo>
                  <a:pt x="220" y="453"/>
                </a:lnTo>
                <a:lnTo>
                  <a:pt x="219" y="453"/>
                </a:lnTo>
                <a:lnTo>
                  <a:pt x="218" y="452"/>
                </a:lnTo>
                <a:lnTo>
                  <a:pt x="217" y="453"/>
                </a:lnTo>
                <a:lnTo>
                  <a:pt x="217" y="452"/>
                </a:lnTo>
                <a:lnTo>
                  <a:pt x="216" y="452"/>
                </a:lnTo>
                <a:lnTo>
                  <a:pt x="215" y="452"/>
                </a:lnTo>
                <a:lnTo>
                  <a:pt x="214" y="452"/>
                </a:lnTo>
                <a:lnTo>
                  <a:pt x="213" y="452"/>
                </a:lnTo>
                <a:lnTo>
                  <a:pt x="212" y="453"/>
                </a:lnTo>
                <a:lnTo>
                  <a:pt x="211" y="453"/>
                </a:lnTo>
                <a:lnTo>
                  <a:pt x="211" y="452"/>
                </a:lnTo>
                <a:lnTo>
                  <a:pt x="210" y="452"/>
                </a:lnTo>
                <a:lnTo>
                  <a:pt x="209" y="453"/>
                </a:lnTo>
                <a:lnTo>
                  <a:pt x="208" y="453"/>
                </a:lnTo>
                <a:lnTo>
                  <a:pt x="207" y="453"/>
                </a:lnTo>
                <a:lnTo>
                  <a:pt x="206" y="453"/>
                </a:lnTo>
                <a:lnTo>
                  <a:pt x="206" y="454"/>
                </a:lnTo>
                <a:lnTo>
                  <a:pt x="205" y="454"/>
                </a:lnTo>
                <a:lnTo>
                  <a:pt x="204" y="454"/>
                </a:lnTo>
                <a:lnTo>
                  <a:pt x="203" y="454"/>
                </a:lnTo>
                <a:lnTo>
                  <a:pt x="202" y="454"/>
                </a:lnTo>
                <a:lnTo>
                  <a:pt x="201" y="455"/>
                </a:lnTo>
                <a:lnTo>
                  <a:pt x="200" y="455"/>
                </a:lnTo>
                <a:lnTo>
                  <a:pt x="200" y="456"/>
                </a:lnTo>
                <a:lnTo>
                  <a:pt x="199" y="456"/>
                </a:lnTo>
                <a:lnTo>
                  <a:pt x="198" y="456"/>
                </a:lnTo>
                <a:lnTo>
                  <a:pt x="198" y="455"/>
                </a:lnTo>
                <a:lnTo>
                  <a:pt x="197" y="455"/>
                </a:lnTo>
                <a:lnTo>
                  <a:pt x="197" y="454"/>
                </a:lnTo>
                <a:lnTo>
                  <a:pt x="197" y="451"/>
                </a:lnTo>
                <a:lnTo>
                  <a:pt x="197" y="450"/>
                </a:lnTo>
                <a:lnTo>
                  <a:pt x="197" y="449"/>
                </a:lnTo>
                <a:lnTo>
                  <a:pt x="197" y="448"/>
                </a:lnTo>
                <a:lnTo>
                  <a:pt x="196" y="448"/>
                </a:lnTo>
                <a:lnTo>
                  <a:pt x="196" y="447"/>
                </a:lnTo>
                <a:lnTo>
                  <a:pt x="195" y="447"/>
                </a:lnTo>
                <a:lnTo>
                  <a:pt x="195" y="446"/>
                </a:lnTo>
                <a:lnTo>
                  <a:pt x="195" y="445"/>
                </a:lnTo>
                <a:lnTo>
                  <a:pt x="195" y="444"/>
                </a:lnTo>
                <a:lnTo>
                  <a:pt x="194" y="444"/>
                </a:lnTo>
                <a:lnTo>
                  <a:pt x="194" y="443"/>
                </a:lnTo>
                <a:lnTo>
                  <a:pt x="194" y="442"/>
                </a:lnTo>
                <a:lnTo>
                  <a:pt x="194" y="441"/>
                </a:lnTo>
                <a:lnTo>
                  <a:pt x="193" y="441"/>
                </a:lnTo>
                <a:lnTo>
                  <a:pt x="193" y="440"/>
                </a:lnTo>
                <a:lnTo>
                  <a:pt x="193" y="439"/>
                </a:lnTo>
                <a:lnTo>
                  <a:pt x="192" y="439"/>
                </a:lnTo>
                <a:lnTo>
                  <a:pt x="192" y="438"/>
                </a:lnTo>
                <a:lnTo>
                  <a:pt x="192" y="437"/>
                </a:lnTo>
                <a:lnTo>
                  <a:pt x="192" y="436"/>
                </a:lnTo>
                <a:lnTo>
                  <a:pt x="191" y="436"/>
                </a:lnTo>
                <a:lnTo>
                  <a:pt x="191" y="435"/>
                </a:lnTo>
                <a:lnTo>
                  <a:pt x="191" y="434"/>
                </a:lnTo>
                <a:lnTo>
                  <a:pt x="190" y="434"/>
                </a:lnTo>
                <a:lnTo>
                  <a:pt x="190" y="433"/>
                </a:lnTo>
                <a:lnTo>
                  <a:pt x="190" y="432"/>
                </a:lnTo>
                <a:lnTo>
                  <a:pt x="190" y="431"/>
                </a:lnTo>
                <a:lnTo>
                  <a:pt x="189" y="431"/>
                </a:lnTo>
                <a:lnTo>
                  <a:pt x="189" y="430"/>
                </a:lnTo>
                <a:lnTo>
                  <a:pt x="189" y="429"/>
                </a:lnTo>
                <a:lnTo>
                  <a:pt x="188" y="429"/>
                </a:lnTo>
                <a:lnTo>
                  <a:pt x="188" y="428"/>
                </a:lnTo>
                <a:lnTo>
                  <a:pt x="188" y="427"/>
                </a:lnTo>
                <a:lnTo>
                  <a:pt x="188" y="426"/>
                </a:lnTo>
                <a:lnTo>
                  <a:pt x="187" y="426"/>
                </a:lnTo>
                <a:lnTo>
                  <a:pt x="187" y="425"/>
                </a:lnTo>
                <a:lnTo>
                  <a:pt x="187" y="424"/>
                </a:lnTo>
                <a:lnTo>
                  <a:pt x="187" y="423"/>
                </a:lnTo>
                <a:lnTo>
                  <a:pt x="186" y="423"/>
                </a:lnTo>
                <a:lnTo>
                  <a:pt x="186" y="422"/>
                </a:lnTo>
                <a:lnTo>
                  <a:pt x="186" y="421"/>
                </a:lnTo>
                <a:lnTo>
                  <a:pt x="185" y="421"/>
                </a:lnTo>
                <a:lnTo>
                  <a:pt x="185" y="420"/>
                </a:lnTo>
                <a:lnTo>
                  <a:pt x="185" y="419"/>
                </a:lnTo>
                <a:lnTo>
                  <a:pt x="184" y="418"/>
                </a:lnTo>
                <a:lnTo>
                  <a:pt x="184" y="417"/>
                </a:lnTo>
                <a:lnTo>
                  <a:pt x="184" y="416"/>
                </a:lnTo>
                <a:lnTo>
                  <a:pt x="183" y="416"/>
                </a:lnTo>
                <a:lnTo>
                  <a:pt x="183" y="415"/>
                </a:lnTo>
                <a:lnTo>
                  <a:pt x="183" y="414"/>
                </a:lnTo>
                <a:lnTo>
                  <a:pt x="182" y="414"/>
                </a:lnTo>
                <a:lnTo>
                  <a:pt x="181" y="414"/>
                </a:lnTo>
                <a:lnTo>
                  <a:pt x="180" y="415"/>
                </a:lnTo>
                <a:lnTo>
                  <a:pt x="179" y="415"/>
                </a:lnTo>
                <a:lnTo>
                  <a:pt x="176" y="415"/>
                </a:lnTo>
                <a:lnTo>
                  <a:pt x="175" y="415"/>
                </a:lnTo>
                <a:lnTo>
                  <a:pt x="174" y="414"/>
                </a:lnTo>
                <a:lnTo>
                  <a:pt x="172" y="415"/>
                </a:lnTo>
                <a:lnTo>
                  <a:pt x="160" y="416"/>
                </a:lnTo>
                <a:lnTo>
                  <a:pt x="157" y="416"/>
                </a:lnTo>
                <a:lnTo>
                  <a:pt x="151" y="417"/>
                </a:lnTo>
                <a:lnTo>
                  <a:pt x="149" y="418"/>
                </a:lnTo>
                <a:lnTo>
                  <a:pt x="147" y="418"/>
                </a:lnTo>
                <a:lnTo>
                  <a:pt x="146" y="418"/>
                </a:lnTo>
                <a:lnTo>
                  <a:pt x="145" y="419"/>
                </a:lnTo>
                <a:lnTo>
                  <a:pt x="144" y="419"/>
                </a:lnTo>
                <a:lnTo>
                  <a:pt x="142" y="419"/>
                </a:lnTo>
                <a:lnTo>
                  <a:pt x="142" y="418"/>
                </a:lnTo>
                <a:lnTo>
                  <a:pt x="140" y="418"/>
                </a:lnTo>
                <a:lnTo>
                  <a:pt x="139" y="418"/>
                </a:lnTo>
                <a:lnTo>
                  <a:pt x="138" y="418"/>
                </a:lnTo>
                <a:lnTo>
                  <a:pt x="137" y="418"/>
                </a:lnTo>
                <a:lnTo>
                  <a:pt x="136" y="418"/>
                </a:lnTo>
                <a:lnTo>
                  <a:pt x="136" y="417"/>
                </a:lnTo>
                <a:lnTo>
                  <a:pt x="135" y="417"/>
                </a:lnTo>
                <a:lnTo>
                  <a:pt x="134" y="417"/>
                </a:lnTo>
                <a:lnTo>
                  <a:pt x="133" y="416"/>
                </a:lnTo>
                <a:lnTo>
                  <a:pt x="132" y="416"/>
                </a:lnTo>
                <a:lnTo>
                  <a:pt x="131" y="415"/>
                </a:lnTo>
                <a:lnTo>
                  <a:pt x="131" y="414"/>
                </a:lnTo>
                <a:lnTo>
                  <a:pt x="130" y="414"/>
                </a:lnTo>
                <a:lnTo>
                  <a:pt x="130" y="413"/>
                </a:lnTo>
                <a:lnTo>
                  <a:pt x="129" y="413"/>
                </a:lnTo>
                <a:lnTo>
                  <a:pt x="129" y="412"/>
                </a:lnTo>
                <a:lnTo>
                  <a:pt x="128" y="411"/>
                </a:lnTo>
                <a:lnTo>
                  <a:pt x="128" y="410"/>
                </a:lnTo>
                <a:lnTo>
                  <a:pt x="127" y="410"/>
                </a:lnTo>
                <a:lnTo>
                  <a:pt x="127" y="409"/>
                </a:lnTo>
                <a:lnTo>
                  <a:pt x="128" y="409"/>
                </a:lnTo>
                <a:lnTo>
                  <a:pt x="128" y="408"/>
                </a:lnTo>
                <a:lnTo>
                  <a:pt x="129" y="408"/>
                </a:lnTo>
                <a:lnTo>
                  <a:pt x="131" y="408"/>
                </a:lnTo>
                <a:lnTo>
                  <a:pt x="132" y="408"/>
                </a:lnTo>
                <a:lnTo>
                  <a:pt x="133" y="408"/>
                </a:lnTo>
                <a:lnTo>
                  <a:pt x="135" y="408"/>
                </a:lnTo>
                <a:lnTo>
                  <a:pt x="137" y="408"/>
                </a:lnTo>
                <a:lnTo>
                  <a:pt x="138" y="407"/>
                </a:lnTo>
                <a:lnTo>
                  <a:pt x="139" y="407"/>
                </a:lnTo>
                <a:lnTo>
                  <a:pt x="139" y="406"/>
                </a:lnTo>
                <a:lnTo>
                  <a:pt x="139" y="405"/>
                </a:lnTo>
                <a:lnTo>
                  <a:pt x="139" y="403"/>
                </a:lnTo>
                <a:lnTo>
                  <a:pt x="134" y="403"/>
                </a:lnTo>
                <a:lnTo>
                  <a:pt x="133" y="402"/>
                </a:lnTo>
                <a:lnTo>
                  <a:pt x="131" y="401"/>
                </a:lnTo>
                <a:lnTo>
                  <a:pt x="130" y="401"/>
                </a:lnTo>
                <a:lnTo>
                  <a:pt x="129" y="400"/>
                </a:lnTo>
                <a:lnTo>
                  <a:pt x="128" y="399"/>
                </a:lnTo>
                <a:lnTo>
                  <a:pt x="127" y="399"/>
                </a:lnTo>
                <a:lnTo>
                  <a:pt x="126" y="398"/>
                </a:lnTo>
                <a:lnTo>
                  <a:pt x="125" y="398"/>
                </a:lnTo>
                <a:lnTo>
                  <a:pt x="125" y="397"/>
                </a:lnTo>
                <a:lnTo>
                  <a:pt x="125" y="398"/>
                </a:lnTo>
                <a:lnTo>
                  <a:pt x="123" y="398"/>
                </a:lnTo>
                <a:lnTo>
                  <a:pt x="121" y="398"/>
                </a:lnTo>
                <a:lnTo>
                  <a:pt x="111" y="398"/>
                </a:lnTo>
                <a:lnTo>
                  <a:pt x="106" y="398"/>
                </a:lnTo>
                <a:lnTo>
                  <a:pt x="105" y="398"/>
                </a:lnTo>
                <a:lnTo>
                  <a:pt x="104" y="398"/>
                </a:lnTo>
                <a:lnTo>
                  <a:pt x="103" y="398"/>
                </a:lnTo>
                <a:lnTo>
                  <a:pt x="102" y="398"/>
                </a:lnTo>
                <a:lnTo>
                  <a:pt x="101" y="398"/>
                </a:lnTo>
                <a:lnTo>
                  <a:pt x="98" y="398"/>
                </a:lnTo>
                <a:lnTo>
                  <a:pt x="98" y="399"/>
                </a:lnTo>
                <a:lnTo>
                  <a:pt x="95" y="399"/>
                </a:lnTo>
                <a:lnTo>
                  <a:pt x="92" y="399"/>
                </a:lnTo>
                <a:lnTo>
                  <a:pt x="91" y="399"/>
                </a:lnTo>
                <a:lnTo>
                  <a:pt x="90" y="399"/>
                </a:lnTo>
                <a:lnTo>
                  <a:pt x="89" y="399"/>
                </a:lnTo>
                <a:lnTo>
                  <a:pt x="89" y="400"/>
                </a:lnTo>
                <a:lnTo>
                  <a:pt x="87" y="400"/>
                </a:lnTo>
                <a:lnTo>
                  <a:pt x="86" y="401"/>
                </a:lnTo>
                <a:lnTo>
                  <a:pt x="85" y="401"/>
                </a:lnTo>
                <a:lnTo>
                  <a:pt x="84" y="400"/>
                </a:lnTo>
                <a:lnTo>
                  <a:pt x="83" y="400"/>
                </a:lnTo>
                <a:lnTo>
                  <a:pt x="83" y="399"/>
                </a:lnTo>
                <a:lnTo>
                  <a:pt x="82" y="399"/>
                </a:lnTo>
                <a:lnTo>
                  <a:pt x="81" y="398"/>
                </a:lnTo>
                <a:lnTo>
                  <a:pt x="80" y="398"/>
                </a:lnTo>
                <a:lnTo>
                  <a:pt x="78" y="398"/>
                </a:lnTo>
                <a:lnTo>
                  <a:pt x="76" y="398"/>
                </a:lnTo>
                <a:lnTo>
                  <a:pt x="75" y="398"/>
                </a:lnTo>
                <a:lnTo>
                  <a:pt x="76" y="397"/>
                </a:lnTo>
                <a:lnTo>
                  <a:pt x="76" y="392"/>
                </a:lnTo>
                <a:lnTo>
                  <a:pt x="77" y="390"/>
                </a:lnTo>
                <a:lnTo>
                  <a:pt x="77" y="385"/>
                </a:lnTo>
                <a:lnTo>
                  <a:pt x="77" y="384"/>
                </a:lnTo>
                <a:lnTo>
                  <a:pt x="76" y="383"/>
                </a:lnTo>
                <a:lnTo>
                  <a:pt x="75" y="383"/>
                </a:lnTo>
                <a:lnTo>
                  <a:pt x="75" y="382"/>
                </a:lnTo>
                <a:lnTo>
                  <a:pt x="75" y="381"/>
                </a:lnTo>
                <a:lnTo>
                  <a:pt x="74" y="381"/>
                </a:lnTo>
                <a:lnTo>
                  <a:pt x="74" y="380"/>
                </a:lnTo>
                <a:lnTo>
                  <a:pt x="73" y="379"/>
                </a:lnTo>
                <a:lnTo>
                  <a:pt x="72" y="379"/>
                </a:lnTo>
                <a:lnTo>
                  <a:pt x="71" y="379"/>
                </a:lnTo>
                <a:lnTo>
                  <a:pt x="71" y="378"/>
                </a:lnTo>
                <a:lnTo>
                  <a:pt x="71" y="377"/>
                </a:lnTo>
                <a:lnTo>
                  <a:pt x="71" y="376"/>
                </a:lnTo>
                <a:lnTo>
                  <a:pt x="71" y="375"/>
                </a:lnTo>
                <a:lnTo>
                  <a:pt x="72" y="374"/>
                </a:lnTo>
                <a:lnTo>
                  <a:pt x="72" y="373"/>
                </a:lnTo>
                <a:lnTo>
                  <a:pt x="71" y="372"/>
                </a:lnTo>
                <a:lnTo>
                  <a:pt x="70" y="371"/>
                </a:lnTo>
                <a:lnTo>
                  <a:pt x="69" y="371"/>
                </a:lnTo>
                <a:lnTo>
                  <a:pt x="68" y="372"/>
                </a:lnTo>
                <a:lnTo>
                  <a:pt x="67" y="372"/>
                </a:lnTo>
                <a:lnTo>
                  <a:pt x="67" y="373"/>
                </a:lnTo>
                <a:lnTo>
                  <a:pt x="66" y="373"/>
                </a:lnTo>
                <a:lnTo>
                  <a:pt x="66" y="374"/>
                </a:lnTo>
                <a:lnTo>
                  <a:pt x="65" y="374"/>
                </a:lnTo>
                <a:lnTo>
                  <a:pt x="64" y="374"/>
                </a:lnTo>
                <a:lnTo>
                  <a:pt x="63" y="375"/>
                </a:lnTo>
                <a:lnTo>
                  <a:pt x="62" y="374"/>
                </a:lnTo>
                <a:lnTo>
                  <a:pt x="61" y="374"/>
                </a:lnTo>
                <a:lnTo>
                  <a:pt x="60" y="374"/>
                </a:lnTo>
                <a:lnTo>
                  <a:pt x="59" y="374"/>
                </a:lnTo>
                <a:lnTo>
                  <a:pt x="58" y="374"/>
                </a:lnTo>
                <a:lnTo>
                  <a:pt x="58" y="375"/>
                </a:lnTo>
                <a:lnTo>
                  <a:pt x="57" y="375"/>
                </a:lnTo>
                <a:lnTo>
                  <a:pt x="56" y="374"/>
                </a:lnTo>
                <a:lnTo>
                  <a:pt x="56" y="373"/>
                </a:lnTo>
                <a:lnTo>
                  <a:pt x="55" y="372"/>
                </a:lnTo>
                <a:lnTo>
                  <a:pt x="54" y="372"/>
                </a:lnTo>
                <a:lnTo>
                  <a:pt x="54" y="373"/>
                </a:lnTo>
                <a:lnTo>
                  <a:pt x="53" y="373"/>
                </a:lnTo>
                <a:lnTo>
                  <a:pt x="52" y="373"/>
                </a:lnTo>
                <a:lnTo>
                  <a:pt x="51" y="373"/>
                </a:lnTo>
                <a:lnTo>
                  <a:pt x="50" y="373"/>
                </a:lnTo>
                <a:lnTo>
                  <a:pt x="49" y="373"/>
                </a:lnTo>
                <a:lnTo>
                  <a:pt x="49" y="374"/>
                </a:lnTo>
                <a:lnTo>
                  <a:pt x="48" y="374"/>
                </a:lnTo>
                <a:lnTo>
                  <a:pt x="48" y="375"/>
                </a:lnTo>
                <a:lnTo>
                  <a:pt x="47" y="375"/>
                </a:lnTo>
                <a:lnTo>
                  <a:pt x="45" y="375"/>
                </a:lnTo>
                <a:lnTo>
                  <a:pt x="44" y="375"/>
                </a:lnTo>
                <a:lnTo>
                  <a:pt x="43" y="376"/>
                </a:lnTo>
                <a:lnTo>
                  <a:pt x="42" y="376"/>
                </a:lnTo>
                <a:lnTo>
                  <a:pt x="42" y="375"/>
                </a:lnTo>
                <a:lnTo>
                  <a:pt x="41" y="376"/>
                </a:lnTo>
                <a:lnTo>
                  <a:pt x="41" y="375"/>
                </a:lnTo>
                <a:lnTo>
                  <a:pt x="40" y="375"/>
                </a:lnTo>
                <a:lnTo>
                  <a:pt x="39" y="375"/>
                </a:lnTo>
                <a:lnTo>
                  <a:pt x="39" y="376"/>
                </a:lnTo>
                <a:lnTo>
                  <a:pt x="38" y="376"/>
                </a:lnTo>
                <a:lnTo>
                  <a:pt x="37" y="376"/>
                </a:lnTo>
                <a:lnTo>
                  <a:pt x="36" y="377"/>
                </a:lnTo>
                <a:lnTo>
                  <a:pt x="35" y="377"/>
                </a:lnTo>
                <a:lnTo>
                  <a:pt x="34" y="377"/>
                </a:lnTo>
                <a:lnTo>
                  <a:pt x="33" y="377"/>
                </a:lnTo>
                <a:lnTo>
                  <a:pt x="32" y="377"/>
                </a:lnTo>
                <a:lnTo>
                  <a:pt x="31" y="378"/>
                </a:lnTo>
                <a:lnTo>
                  <a:pt x="30" y="378"/>
                </a:lnTo>
                <a:lnTo>
                  <a:pt x="29" y="378"/>
                </a:lnTo>
                <a:lnTo>
                  <a:pt x="29" y="379"/>
                </a:lnTo>
                <a:lnTo>
                  <a:pt x="28" y="379"/>
                </a:lnTo>
                <a:lnTo>
                  <a:pt x="28" y="378"/>
                </a:lnTo>
                <a:lnTo>
                  <a:pt x="27" y="377"/>
                </a:lnTo>
                <a:lnTo>
                  <a:pt x="27" y="378"/>
                </a:lnTo>
                <a:lnTo>
                  <a:pt x="26" y="378"/>
                </a:lnTo>
                <a:lnTo>
                  <a:pt x="25" y="378"/>
                </a:lnTo>
                <a:lnTo>
                  <a:pt x="24" y="379"/>
                </a:lnTo>
                <a:lnTo>
                  <a:pt x="23" y="379"/>
                </a:lnTo>
                <a:lnTo>
                  <a:pt x="23" y="378"/>
                </a:lnTo>
                <a:lnTo>
                  <a:pt x="22" y="378"/>
                </a:lnTo>
                <a:lnTo>
                  <a:pt x="22" y="379"/>
                </a:lnTo>
                <a:lnTo>
                  <a:pt x="21" y="379"/>
                </a:lnTo>
                <a:lnTo>
                  <a:pt x="20" y="379"/>
                </a:lnTo>
                <a:lnTo>
                  <a:pt x="20" y="378"/>
                </a:lnTo>
                <a:lnTo>
                  <a:pt x="20" y="379"/>
                </a:lnTo>
                <a:lnTo>
                  <a:pt x="19" y="379"/>
                </a:lnTo>
                <a:lnTo>
                  <a:pt x="19" y="378"/>
                </a:lnTo>
                <a:lnTo>
                  <a:pt x="18" y="378"/>
                </a:lnTo>
                <a:lnTo>
                  <a:pt x="18" y="379"/>
                </a:lnTo>
                <a:lnTo>
                  <a:pt x="17" y="379"/>
                </a:lnTo>
                <a:lnTo>
                  <a:pt x="16" y="379"/>
                </a:lnTo>
                <a:lnTo>
                  <a:pt x="14" y="379"/>
                </a:lnTo>
                <a:lnTo>
                  <a:pt x="13" y="380"/>
                </a:lnTo>
                <a:lnTo>
                  <a:pt x="12" y="381"/>
                </a:lnTo>
                <a:lnTo>
                  <a:pt x="13" y="381"/>
                </a:lnTo>
                <a:lnTo>
                  <a:pt x="12" y="381"/>
                </a:lnTo>
                <a:lnTo>
                  <a:pt x="11" y="382"/>
                </a:lnTo>
                <a:lnTo>
                  <a:pt x="10" y="383"/>
                </a:lnTo>
                <a:lnTo>
                  <a:pt x="11" y="383"/>
                </a:lnTo>
                <a:lnTo>
                  <a:pt x="11" y="384"/>
                </a:lnTo>
                <a:lnTo>
                  <a:pt x="11" y="385"/>
                </a:lnTo>
                <a:lnTo>
                  <a:pt x="10" y="385"/>
                </a:lnTo>
                <a:lnTo>
                  <a:pt x="9" y="385"/>
                </a:lnTo>
                <a:lnTo>
                  <a:pt x="8" y="385"/>
                </a:lnTo>
                <a:lnTo>
                  <a:pt x="7" y="385"/>
                </a:lnTo>
                <a:lnTo>
                  <a:pt x="7" y="386"/>
                </a:lnTo>
                <a:lnTo>
                  <a:pt x="6" y="386"/>
                </a:lnTo>
                <a:lnTo>
                  <a:pt x="6" y="385"/>
                </a:lnTo>
                <a:lnTo>
                  <a:pt x="5" y="385"/>
                </a:lnTo>
                <a:lnTo>
                  <a:pt x="5" y="384"/>
                </a:lnTo>
                <a:lnTo>
                  <a:pt x="4" y="384"/>
                </a:lnTo>
                <a:lnTo>
                  <a:pt x="4" y="383"/>
                </a:lnTo>
                <a:lnTo>
                  <a:pt x="4" y="384"/>
                </a:lnTo>
                <a:lnTo>
                  <a:pt x="3" y="384"/>
                </a:lnTo>
                <a:lnTo>
                  <a:pt x="2" y="384"/>
                </a:lnTo>
                <a:lnTo>
                  <a:pt x="1" y="383"/>
                </a:lnTo>
                <a:lnTo>
                  <a:pt x="1" y="382"/>
                </a:lnTo>
                <a:lnTo>
                  <a:pt x="1" y="381"/>
                </a:lnTo>
                <a:lnTo>
                  <a:pt x="1" y="380"/>
                </a:lnTo>
                <a:lnTo>
                  <a:pt x="2" y="380"/>
                </a:lnTo>
                <a:lnTo>
                  <a:pt x="2" y="379"/>
                </a:lnTo>
                <a:lnTo>
                  <a:pt x="1" y="379"/>
                </a:lnTo>
                <a:lnTo>
                  <a:pt x="1" y="378"/>
                </a:lnTo>
                <a:lnTo>
                  <a:pt x="2" y="378"/>
                </a:lnTo>
                <a:lnTo>
                  <a:pt x="1" y="378"/>
                </a:lnTo>
                <a:lnTo>
                  <a:pt x="1" y="377"/>
                </a:lnTo>
                <a:lnTo>
                  <a:pt x="1" y="376"/>
                </a:lnTo>
                <a:lnTo>
                  <a:pt x="1" y="375"/>
                </a:lnTo>
                <a:lnTo>
                  <a:pt x="0" y="375"/>
                </a:lnTo>
                <a:lnTo>
                  <a:pt x="0" y="374"/>
                </a:lnTo>
                <a:lnTo>
                  <a:pt x="0" y="373"/>
                </a:lnTo>
                <a:lnTo>
                  <a:pt x="0" y="371"/>
                </a:lnTo>
                <a:lnTo>
                  <a:pt x="0" y="370"/>
                </a:lnTo>
                <a:lnTo>
                  <a:pt x="0" y="369"/>
                </a:lnTo>
                <a:lnTo>
                  <a:pt x="0" y="367"/>
                </a:lnTo>
                <a:lnTo>
                  <a:pt x="0" y="365"/>
                </a:lnTo>
                <a:lnTo>
                  <a:pt x="1" y="365"/>
                </a:lnTo>
                <a:lnTo>
                  <a:pt x="2" y="364"/>
                </a:lnTo>
                <a:lnTo>
                  <a:pt x="3" y="363"/>
                </a:lnTo>
                <a:lnTo>
                  <a:pt x="4" y="363"/>
                </a:lnTo>
                <a:lnTo>
                  <a:pt x="4" y="362"/>
                </a:lnTo>
                <a:lnTo>
                  <a:pt x="10" y="357"/>
                </a:lnTo>
                <a:lnTo>
                  <a:pt x="16" y="352"/>
                </a:lnTo>
                <a:lnTo>
                  <a:pt x="17" y="352"/>
                </a:lnTo>
                <a:lnTo>
                  <a:pt x="26" y="338"/>
                </a:lnTo>
                <a:lnTo>
                  <a:pt x="27" y="337"/>
                </a:lnTo>
                <a:lnTo>
                  <a:pt x="31" y="322"/>
                </a:lnTo>
                <a:lnTo>
                  <a:pt x="31" y="321"/>
                </a:lnTo>
                <a:lnTo>
                  <a:pt x="32" y="317"/>
                </a:lnTo>
                <a:lnTo>
                  <a:pt x="36" y="304"/>
                </a:lnTo>
                <a:lnTo>
                  <a:pt x="36" y="301"/>
                </a:lnTo>
                <a:lnTo>
                  <a:pt x="37" y="298"/>
                </a:lnTo>
                <a:lnTo>
                  <a:pt x="37" y="297"/>
                </a:lnTo>
                <a:lnTo>
                  <a:pt x="39" y="287"/>
                </a:lnTo>
                <a:lnTo>
                  <a:pt x="41" y="272"/>
                </a:lnTo>
                <a:lnTo>
                  <a:pt x="44" y="267"/>
                </a:lnTo>
                <a:lnTo>
                  <a:pt x="47" y="261"/>
                </a:lnTo>
                <a:lnTo>
                  <a:pt x="51" y="256"/>
                </a:lnTo>
                <a:lnTo>
                  <a:pt x="52" y="247"/>
                </a:lnTo>
                <a:lnTo>
                  <a:pt x="52" y="245"/>
                </a:lnTo>
                <a:lnTo>
                  <a:pt x="53" y="230"/>
                </a:lnTo>
                <a:lnTo>
                  <a:pt x="53" y="229"/>
                </a:lnTo>
                <a:lnTo>
                  <a:pt x="59" y="228"/>
                </a:lnTo>
                <a:lnTo>
                  <a:pt x="90" y="223"/>
                </a:lnTo>
                <a:lnTo>
                  <a:pt x="104" y="221"/>
                </a:lnTo>
                <a:lnTo>
                  <a:pt x="105" y="221"/>
                </a:lnTo>
                <a:lnTo>
                  <a:pt x="128" y="219"/>
                </a:lnTo>
                <a:lnTo>
                  <a:pt x="133" y="206"/>
                </a:lnTo>
                <a:lnTo>
                  <a:pt x="132" y="198"/>
                </a:lnTo>
                <a:lnTo>
                  <a:pt x="141" y="187"/>
                </a:lnTo>
                <a:lnTo>
                  <a:pt x="149" y="175"/>
                </a:lnTo>
                <a:lnTo>
                  <a:pt x="150" y="173"/>
                </a:lnTo>
                <a:lnTo>
                  <a:pt x="166" y="158"/>
                </a:lnTo>
                <a:lnTo>
                  <a:pt x="175" y="151"/>
                </a:lnTo>
                <a:lnTo>
                  <a:pt x="197" y="133"/>
                </a:lnTo>
                <a:lnTo>
                  <a:pt x="213" y="131"/>
                </a:lnTo>
                <a:lnTo>
                  <a:pt x="217" y="130"/>
                </a:lnTo>
                <a:lnTo>
                  <a:pt x="219" y="127"/>
                </a:lnTo>
                <a:lnTo>
                  <a:pt x="222" y="122"/>
                </a:lnTo>
                <a:lnTo>
                  <a:pt x="224" y="120"/>
                </a:lnTo>
                <a:lnTo>
                  <a:pt x="227" y="117"/>
                </a:lnTo>
                <a:lnTo>
                  <a:pt x="237" y="112"/>
                </a:lnTo>
                <a:lnTo>
                  <a:pt x="240" y="111"/>
                </a:lnTo>
                <a:lnTo>
                  <a:pt x="249" y="107"/>
                </a:lnTo>
                <a:lnTo>
                  <a:pt x="252" y="106"/>
                </a:lnTo>
                <a:lnTo>
                  <a:pt x="252" y="107"/>
                </a:lnTo>
                <a:lnTo>
                  <a:pt x="253" y="109"/>
                </a:lnTo>
                <a:lnTo>
                  <a:pt x="254" y="109"/>
                </a:lnTo>
                <a:lnTo>
                  <a:pt x="255" y="110"/>
                </a:lnTo>
                <a:lnTo>
                  <a:pt x="256" y="111"/>
                </a:lnTo>
                <a:lnTo>
                  <a:pt x="257" y="111"/>
                </a:lnTo>
                <a:lnTo>
                  <a:pt x="257" y="112"/>
                </a:lnTo>
                <a:lnTo>
                  <a:pt x="257" y="113"/>
                </a:lnTo>
                <a:lnTo>
                  <a:pt x="257" y="114"/>
                </a:lnTo>
                <a:lnTo>
                  <a:pt x="258" y="116"/>
                </a:lnTo>
                <a:lnTo>
                  <a:pt x="259" y="116"/>
                </a:lnTo>
                <a:lnTo>
                  <a:pt x="259" y="117"/>
                </a:lnTo>
                <a:lnTo>
                  <a:pt x="259" y="118"/>
                </a:lnTo>
                <a:lnTo>
                  <a:pt x="260" y="118"/>
                </a:lnTo>
                <a:lnTo>
                  <a:pt x="260" y="119"/>
                </a:lnTo>
                <a:lnTo>
                  <a:pt x="260" y="120"/>
                </a:lnTo>
                <a:lnTo>
                  <a:pt x="262" y="123"/>
                </a:lnTo>
                <a:lnTo>
                  <a:pt x="266" y="127"/>
                </a:lnTo>
                <a:lnTo>
                  <a:pt x="267" y="127"/>
                </a:lnTo>
                <a:lnTo>
                  <a:pt x="267" y="126"/>
                </a:lnTo>
                <a:lnTo>
                  <a:pt x="268" y="125"/>
                </a:lnTo>
                <a:lnTo>
                  <a:pt x="268" y="124"/>
                </a:lnTo>
                <a:lnTo>
                  <a:pt x="268" y="123"/>
                </a:lnTo>
                <a:lnTo>
                  <a:pt x="269" y="122"/>
                </a:lnTo>
                <a:lnTo>
                  <a:pt x="269" y="121"/>
                </a:lnTo>
                <a:lnTo>
                  <a:pt x="269" y="120"/>
                </a:lnTo>
                <a:lnTo>
                  <a:pt x="269" y="119"/>
                </a:lnTo>
                <a:lnTo>
                  <a:pt x="270" y="119"/>
                </a:lnTo>
                <a:lnTo>
                  <a:pt x="270" y="118"/>
                </a:lnTo>
                <a:lnTo>
                  <a:pt x="271" y="118"/>
                </a:lnTo>
                <a:lnTo>
                  <a:pt x="272" y="117"/>
                </a:lnTo>
                <a:lnTo>
                  <a:pt x="272" y="116"/>
                </a:lnTo>
                <a:lnTo>
                  <a:pt x="274" y="115"/>
                </a:lnTo>
                <a:lnTo>
                  <a:pt x="275" y="114"/>
                </a:lnTo>
                <a:lnTo>
                  <a:pt x="276" y="114"/>
                </a:lnTo>
                <a:lnTo>
                  <a:pt x="277" y="113"/>
                </a:lnTo>
                <a:lnTo>
                  <a:pt x="278" y="113"/>
                </a:lnTo>
                <a:lnTo>
                  <a:pt x="279" y="112"/>
                </a:lnTo>
                <a:lnTo>
                  <a:pt x="282" y="110"/>
                </a:lnTo>
                <a:lnTo>
                  <a:pt x="283" y="109"/>
                </a:lnTo>
                <a:lnTo>
                  <a:pt x="284" y="108"/>
                </a:lnTo>
                <a:lnTo>
                  <a:pt x="285" y="108"/>
                </a:lnTo>
                <a:lnTo>
                  <a:pt x="286" y="108"/>
                </a:lnTo>
                <a:lnTo>
                  <a:pt x="286" y="107"/>
                </a:lnTo>
                <a:lnTo>
                  <a:pt x="288" y="106"/>
                </a:lnTo>
                <a:lnTo>
                  <a:pt x="289" y="105"/>
                </a:lnTo>
                <a:lnTo>
                  <a:pt x="291" y="105"/>
                </a:lnTo>
                <a:lnTo>
                  <a:pt x="291" y="104"/>
                </a:lnTo>
                <a:lnTo>
                  <a:pt x="292" y="104"/>
                </a:lnTo>
                <a:lnTo>
                  <a:pt x="293" y="103"/>
                </a:lnTo>
                <a:lnTo>
                  <a:pt x="294" y="103"/>
                </a:lnTo>
                <a:lnTo>
                  <a:pt x="295" y="103"/>
                </a:lnTo>
                <a:lnTo>
                  <a:pt x="296" y="102"/>
                </a:lnTo>
                <a:lnTo>
                  <a:pt x="297" y="102"/>
                </a:lnTo>
                <a:lnTo>
                  <a:pt x="297" y="101"/>
                </a:lnTo>
                <a:lnTo>
                  <a:pt x="298" y="101"/>
                </a:lnTo>
                <a:lnTo>
                  <a:pt x="300" y="100"/>
                </a:lnTo>
                <a:lnTo>
                  <a:pt x="303" y="100"/>
                </a:lnTo>
                <a:lnTo>
                  <a:pt x="304" y="100"/>
                </a:lnTo>
                <a:lnTo>
                  <a:pt x="307" y="100"/>
                </a:lnTo>
                <a:lnTo>
                  <a:pt x="308" y="100"/>
                </a:lnTo>
                <a:lnTo>
                  <a:pt x="309" y="100"/>
                </a:lnTo>
                <a:lnTo>
                  <a:pt x="310" y="99"/>
                </a:lnTo>
                <a:lnTo>
                  <a:pt x="312" y="98"/>
                </a:lnTo>
                <a:lnTo>
                  <a:pt x="313" y="98"/>
                </a:lnTo>
                <a:lnTo>
                  <a:pt x="314" y="98"/>
                </a:lnTo>
                <a:lnTo>
                  <a:pt x="315" y="98"/>
                </a:lnTo>
                <a:lnTo>
                  <a:pt x="316" y="98"/>
                </a:lnTo>
                <a:lnTo>
                  <a:pt x="317" y="98"/>
                </a:lnTo>
                <a:lnTo>
                  <a:pt x="318" y="98"/>
                </a:lnTo>
                <a:lnTo>
                  <a:pt x="318" y="97"/>
                </a:lnTo>
                <a:lnTo>
                  <a:pt x="319" y="97"/>
                </a:lnTo>
                <a:lnTo>
                  <a:pt x="320" y="96"/>
                </a:lnTo>
                <a:lnTo>
                  <a:pt x="322" y="96"/>
                </a:lnTo>
                <a:lnTo>
                  <a:pt x="324" y="95"/>
                </a:lnTo>
                <a:lnTo>
                  <a:pt x="325" y="95"/>
                </a:lnTo>
                <a:lnTo>
                  <a:pt x="326" y="94"/>
                </a:lnTo>
                <a:lnTo>
                  <a:pt x="328" y="93"/>
                </a:lnTo>
                <a:lnTo>
                  <a:pt x="329" y="93"/>
                </a:lnTo>
                <a:lnTo>
                  <a:pt x="330" y="93"/>
                </a:lnTo>
                <a:lnTo>
                  <a:pt x="330" y="92"/>
                </a:lnTo>
                <a:lnTo>
                  <a:pt x="331" y="92"/>
                </a:lnTo>
                <a:lnTo>
                  <a:pt x="331" y="91"/>
                </a:lnTo>
                <a:lnTo>
                  <a:pt x="332" y="91"/>
                </a:lnTo>
                <a:lnTo>
                  <a:pt x="333" y="91"/>
                </a:lnTo>
                <a:lnTo>
                  <a:pt x="333" y="90"/>
                </a:lnTo>
                <a:lnTo>
                  <a:pt x="334" y="90"/>
                </a:lnTo>
                <a:lnTo>
                  <a:pt x="335" y="90"/>
                </a:lnTo>
                <a:lnTo>
                  <a:pt x="336" y="89"/>
                </a:lnTo>
                <a:lnTo>
                  <a:pt x="336" y="88"/>
                </a:lnTo>
                <a:lnTo>
                  <a:pt x="337" y="87"/>
                </a:lnTo>
                <a:lnTo>
                  <a:pt x="338" y="87"/>
                </a:lnTo>
                <a:lnTo>
                  <a:pt x="338" y="86"/>
                </a:lnTo>
                <a:lnTo>
                  <a:pt x="339" y="86"/>
                </a:lnTo>
                <a:lnTo>
                  <a:pt x="339" y="85"/>
                </a:lnTo>
                <a:lnTo>
                  <a:pt x="340" y="85"/>
                </a:lnTo>
                <a:lnTo>
                  <a:pt x="340" y="84"/>
                </a:lnTo>
                <a:lnTo>
                  <a:pt x="340" y="83"/>
                </a:lnTo>
                <a:lnTo>
                  <a:pt x="341" y="83"/>
                </a:lnTo>
                <a:lnTo>
                  <a:pt x="341" y="82"/>
                </a:lnTo>
                <a:lnTo>
                  <a:pt x="342" y="82"/>
                </a:lnTo>
                <a:lnTo>
                  <a:pt x="342" y="81"/>
                </a:lnTo>
                <a:lnTo>
                  <a:pt x="342" y="80"/>
                </a:lnTo>
                <a:lnTo>
                  <a:pt x="342" y="77"/>
                </a:lnTo>
                <a:lnTo>
                  <a:pt x="336" y="68"/>
                </a:lnTo>
                <a:lnTo>
                  <a:pt x="339" y="66"/>
                </a:lnTo>
                <a:lnTo>
                  <a:pt x="342" y="63"/>
                </a:lnTo>
                <a:lnTo>
                  <a:pt x="346" y="61"/>
                </a:lnTo>
                <a:lnTo>
                  <a:pt x="333" y="50"/>
                </a:lnTo>
                <a:lnTo>
                  <a:pt x="333" y="47"/>
                </a:lnTo>
                <a:lnTo>
                  <a:pt x="336" y="41"/>
                </a:lnTo>
                <a:lnTo>
                  <a:pt x="330" y="39"/>
                </a:lnTo>
                <a:lnTo>
                  <a:pt x="328" y="38"/>
                </a:lnTo>
                <a:lnTo>
                  <a:pt x="329" y="36"/>
                </a:lnTo>
                <a:lnTo>
                  <a:pt x="330" y="36"/>
                </a:lnTo>
                <a:lnTo>
                  <a:pt x="331" y="34"/>
                </a:lnTo>
                <a:lnTo>
                  <a:pt x="331" y="32"/>
                </a:lnTo>
                <a:lnTo>
                  <a:pt x="332" y="28"/>
                </a:lnTo>
                <a:lnTo>
                  <a:pt x="332" y="27"/>
                </a:lnTo>
                <a:lnTo>
                  <a:pt x="333" y="27"/>
                </a:lnTo>
                <a:lnTo>
                  <a:pt x="334" y="26"/>
                </a:lnTo>
                <a:lnTo>
                  <a:pt x="335" y="26"/>
                </a:lnTo>
                <a:lnTo>
                  <a:pt x="335" y="25"/>
                </a:lnTo>
                <a:lnTo>
                  <a:pt x="336" y="25"/>
                </a:lnTo>
                <a:lnTo>
                  <a:pt x="336" y="24"/>
                </a:lnTo>
                <a:lnTo>
                  <a:pt x="339" y="20"/>
                </a:lnTo>
                <a:lnTo>
                  <a:pt x="341" y="19"/>
                </a:lnTo>
                <a:lnTo>
                  <a:pt x="342" y="19"/>
                </a:lnTo>
                <a:lnTo>
                  <a:pt x="344" y="19"/>
                </a:lnTo>
                <a:lnTo>
                  <a:pt x="345" y="18"/>
                </a:lnTo>
                <a:lnTo>
                  <a:pt x="345" y="17"/>
                </a:lnTo>
                <a:lnTo>
                  <a:pt x="346" y="17"/>
                </a:lnTo>
                <a:lnTo>
                  <a:pt x="349" y="16"/>
                </a:lnTo>
                <a:lnTo>
                  <a:pt x="350" y="15"/>
                </a:lnTo>
                <a:lnTo>
                  <a:pt x="351" y="15"/>
                </a:lnTo>
                <a:lnTo>
                  <a:pt x="352" y="14"/>
                </a:lnTo>
                <a:lnTo>
                  <a:pt x="353" y="14"/>
                </a:lnTo>
                <a:lnTo>
                  <a:pt x="354" y="13"/>
                </a:lnTo>
                <a:lnTo>
                  <a:pt x="355" y="13"/>
                </a:lnTo>
                <a:lnTo>
                  <a:pt x="355" y="12"/>
                </a:lnTo>
                <a:lnTo>
                  <a:pt x="356" y="12"/>
                </a:lnTo>
                <a:lnTo>
                  <a:pt x="357" y="12"/>
                </a:lnTo>
                <a:lnTo>
                  <a:pt x="358" y="11"/>
                </a:lnTo>
                <a:lnTo>
                  <a:pt x="359" y="11"/>
                </a:lnTo>
                <a:lnTo>
                  <a:pt x="359" y="10"/>
                </a:lnTo>
                <a:lnTo>
                  <a:pt x="360" y="10"/>
                </a:lnTo>
                <a:lnTo>
                  <a:pt x="361" y="10"/>
                </a:lnTo>
                <a:lnTo>
                  <a:pt x="362" y="9"/>
                </a:lnTo>
                <a:lnTo>
                  <a:pt x="364" y="8"/>
                </a:lnTo>
                <a:lnTo>
                  <a:pt x="368" y="7"/>
                </a:lnTo>
                <a:lnTo>
                  <a:pt x="371" y="7"/>
                </a:lnTo>
                <a:lnTo>
                  <a:pt x="372" y="7"/>
                </a:lnTo>
                <a:lnTo>
                  <a:pt x="375" y="7"/>
                </a:lnTo>
                <a:lnTo>
                  <a:pt x="378" y="6"/>
                </a:lnTo>
                <a:lnTo>
                  <a:pt x="379" y="6"/>
                </a:lnTo>
                <a:lnTo>
                  <a:pt x="381" y="6"/>
                </a:lnTo>
                <a:lnTo>
                  <a:pt x="383" y="6"/>
                </a:lnTo>
                <a:lnTo>
                  <a:pt x="385" y="6"/>
                </a:lnTo>
                <a:lnTo>
                  <a:pt x="387" y="5"/>
                </a:lnTo>
                <a:lnTo>
                  <a:pt x="397" y="4"/>
                </a:lnTo>
                <a:lnTo>
                  <a:pt x="403" y="5"/>
                </a:lnTo>
                <a:lnTo>
                  <a:pt x="418" y="5"/>
                </a:lnTo>
                <a:lnTo>
                  <a:pt x="420" y="4"/>
                </a:lnTo>
                <a:lnTo>
                  <a:pt x="422" y="4"/>
                </a:lnTo>
                <a:lnTo>
                  <a:pt x="423" y="3"/>
                </a:lnTo>
                <a:lnTo>
                  <a:pt x="424" y="3"/>
                </a:lnTo>
                <a:lnTo>
                  <a:pt x="425" y="3"/>
                </a:lnTo>
                <a:lnTo>
                  <a:pt x="426" y="3"/>
                </a:lnTo>
                <a:lnTo>
                  <a:pt x="429" y="2"/>
                </a:lnTo>
                <a:lnTo>
                  <a:pt x="431" y="1"/>
                </a:lnTo>
                <a:lnTo>
                  <a:pt x="435" y="0"/>
                </a:lnTo>
                <a:lnTo>
                  <a:pt x="437" y="4"/>
                </a:lnTo>
                <a:lnTo>
                  <a:pt x="441" y="13"/>
                </a:lnTo>
                <a:moveTo>
                  <a:pt x="1233" y="749"/>
                </a:moveTo>
                <a:lnTo>
                  <a:pt x="1232" y="749"/>
                </a:lnTo>
                <a:lnTo>
                  <a:pt x="1232" y="750"/>
                </a:lnTo>
                <a:lnTo>
                  <a:pt x="1232" y="749"/>
                </a:lnTo>
                <a:lnTo>
                  <a:pt x="1231" y="749"/>
                </a:lnTo>
                <a:lnTo>
                  <a:pt x="1231" y="750"/>
                </a:lnTo>
                <a:lnTo>
                  <a:pt x="1230" y="750"/>
                </a:lnTo>
                <a:lnTo>
                  <a:pt x="1229" y="750"/>
                </a:lnTo>
                <a:lnTo>
                  <a:pt x="1229" y="751"/>
                </a:lnTo>
                <a:lnTo>
                  <a:pt x="1228" y="751"/>
                </a:lnTo>
                <a:lnTo>
                  <a:pt x="1226" y="752"/>
                </a:lnTo>
                <a:lnTo>
                  <a:pt x="1225" y="752"/>
                </a:lnTo>
                <a:lnTo>
                  <a:pt x="1224" y="752"/>
                </a:lnTo>
                <a:lnTo>
                  <a:pt x="1224" y="753"/>
                </a:lnTo>
                <a:lnTo>
                  <a:pt x="1223" y="753"/>
                </a:lnTo>
                <a:lnTo>
                  <a:pt x="1223" y="752"/>
                </a:lnTo>
                <a:lnTo>
                  <a:pt x="1222" y="752"/>
                </a:lnTo>
                <a:lnTo>
                  <a:pt x="1221" y="753"/>
                </a:lnTo>
                <a:lnTo>
                  <a:pt x="1220" y="753"/>
                </a:lnTo>
                <a:lnTo>
                  <a:pt x="1220" y="754"/>
                </a:lnTo>
                <a:lnTo>
                  <a:pt x="1221" y="755"/>
                </a:lnTo>
                <a:lnTo>
                  <a:pt x="1221" y="756"/>
                </a:lnTo>
                <a:lnTo>
                  <a:pt x="1222" y="756"/>
                </a:lnTo>
                <a:lnTo>
                  <a:pt x="1223" y="756"/>
                </a:lnTo>
                <a:lnTo>
                  <a:pt x="1224" y="755"/>
                </a:lnTo>
                <a:lnTo>
                  <a:pt x="1225" y="755"/>
                </a:lnTo>
                <a:lnTo>
                  <a:pt x="1225" y="756"/>
                </a:lnTo>
                <a:lnTo>
                  <a:pt x="1226" y="755"/>
                </a:lnTo>
                <a:lnTo>
                  <a:pt x="1227" y="754"/>
                </a:lnTo>
                <a:lnTo>
                  <a:pt x="1227" y="755"/>
                </a:lnTo>
                <a:lnTo>
                  <a:pt x="1228" y="755"/>
                </a:lnTo>
                <a:lnTo>
                  <a:pt x="1229" y="754"/>
                </a:lnTo>
                <a:lnTo>
                  <a:pt x="1230" y="754"/>
                </a:lnTo>
                <a:lnTo>
                  <a:pt x="1230" y="753"/>
                </a:lnTo>
                <a:lnTo>
                  <a:pt x="1231" y="753"/>
                </a:lnTo>
                <a:lnTo>
                  <a:pt x="1231" y="754"/>
                </a:lnTo>
                <a:lnTo>
                  <a:pt x="1231" y="753"/>
                </a:lnTo>
                <a:lnTo>
                  <a:pt x="1231" y="752"/>
                </a:lnTo>
                <a:lnTo>
                  <a:pt x="1232" y="752"/>
                </a:lnTo>
                <a:lnTo>
                  <a:pt x="1232" y="751"/>
                </a:lnTo>
                <a:lnTo>
                  <a:pt x="1233" y="751"/>
                </a:lnTo>
                <a:lnTo>
                  <a:pt x="1234" y="751"/>
                </a:lnTo>
                <a:lnTo>
                  <a:pt x="1234" y="752"/>
                </a:lnTo>
                <a:lnTo>
                  <a:pt x="1235" y="752"/>
                </a:lnTo>
                <a:lnTo>
                  <a:pt x="1235" y="753"/>
                </a:lnTo>
                <a:lnTo>
                  <a:pt x="1235" y="752"/>
                </a:lnTo>
                <a:lnTo>
                  <a:pt x="1235" y="751"/>
                </a:lnTo>
                <a:lnTo>
                  <a:pt x="1235" y="750"/>
                </a:lnTo>
                <a:lnTo>
                  <a:pt x="1236" y="749"/>
                </a:lnTo>
                <a:lnTo>
                  <a:pt x="1234" y="749"/>
                </a:lnTo>
                <a:lnTo>
                  <a:pt x="1233" y="749"/>
                </a:lnTo>
                <a:close/>
              </a:path>
            </a:pathLst>
          </a:custGeom>
          <a:solidFill>
            <a:srgbClr val="E5F5F0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2" name=""/>
          <p:cNvSpPr/>
          <p:nvPr/>
        </p:nvSpPr>
        <p:spPr>
          <a:xfrm>
            <a:off x="1289880" y="3691440"/>
            <a:ext cx="443880" cy="280440"/>
          </a:xfrm>
          <a:custGeom>
            <a:avLst/>
            <a:gdLst/>
            <a:ahLst/>
            <a:rect l="0" t="0" r="r" b="b"/>
            <a:pathLst>
              <a:path w="1233" h="779">
                <a:moveTo>
                  <a:pt x="686" y="0"/>
                </a:moveTo>
                <a:lnTo>
                  <a:pt x="687" y="0"/>
                </a:lnTo>
                <a:lnTo>
                  <a:pt x="688" y="0"/>
                </a:lnTo>
                <a:lnTo>
                  <a:pt x="689" y="0"/>
                </a:lnTo>
                <a:lnTo>
                  <a:pt x="690" y="0"/>
                </a:lnTo>
                <a:lnTo>
                  <a:pt x="690" y="1"/>
                </a:lnTo>
                <a:lnTo>
                  <a:pt x="691" y="1"/>
                </a:lnTo>
                <a:lnTo>
                  <a:pt x="692" y="1"/>
                </a:lnTo>
                <a:lnTo>
                  <a:pt x="693" y="1"/>
                </a:lnTo>
                <a:lnTo>
                  <a:pt x="694" y="1"/>
                </a:lnTo>
                <a:lnTo>
                  <a:pt x="695" y="1"/>
                </a:lnTo>
                <a:lnTo>
                  <a:pt x="696" y="1"/>
                </a:lnTo>
                <a:lnTo>
                  <a:pt x="696" y="2"/>
                </a:lnTo>
                <a:lnTo>
                  <a:pt x="696" y="1"/>
                </a:lnTo>
                <a:lnTo>
                  <a:pt x="697" y="1"/>
                </a:lnTo>
                <a:lnTo>
                  <a:pt x="698" y="1"/>
                </a:lnTo>
                <a:lnTo>
                  <a:pt x="699" y="1"/>
                </a:lnTo>
                <a:lnTo>
                  <a:pt x="699" y="2"/>
                </a:lnTo>
                <a:lnTo>
                  <a:pt x="700" y="2"/>
                </a:lnTo>
                <a:lnTo>
                  <a:pt x="701" y="2"/>
                </a:lnTo>
                <a:lnTo>
                  <a:pt x="702" y="2"/>
                </a:lnTo>
                <a:lnTo>
                  <a:pt x="704" y="2"/>
                </a:lnTo>
                <a:lnTo>
                  <a:pt x="705" y="2"/>
                </a:lnTo>
                <a:lnTo>
                  <a:pt x="706" y="3"/>
                </a:lnTo>
                <a:lnTo>
                  <a:pt x="707" y="3"/>
                </a:lnTo>
                <a:lnTo>
                  <a:pt x="708" y="3"/>
                </a:lnTo>
                <a:lnTo>
                  <a:pt x="708" y="4"/>
                </a:lnTo>
                <a:lnTo>
                  <a:pt x="709" y="4"/>
                </a:lnTo>
                <a:lnTo>
                  <a:pt x="710" y="4"/>
                </a:lnTo>
                <a:lnTo>
                  <a:pt x="711" y="5"/>
                </a:lnTo>
                <a:lnTo>
                  <a:pt x="712" y="5"/>
                </a:lnTo>
                <a:lnTo>
                  <a:pt x="713" y="5"/>
                </a:lnTo>
                <a:lnTo>
                  <a:pt x="713" y="4"/>
                </a:lnTo>
                <a:lnTo>
                  <a:pt x="715" y="4"/>
                </a:lnTo>
                <a:lnTo>
                  <a:pt x="716" y="4"/>
                </a:lnTo>
                <a:lnTo>
                  <a:pt x="716" y="5"/>
                </a:lnTo>
                <a:lnTo>
                  <a:pt x="717" y="5"/>
                </a:lnTo>
                <a:lnTo>
                  <a:pt x="717" y="6"/>
                </a:lnTo>
                <a:lnTo>
                  <a:pt x="718" y="6"/>
                </a:lnTo>
                <a:lnTo>
                  <a:pt x="719" y="6"/>
                </a:lnTo>
                <a:lnTo>
                  <a:pt x="720" y="7"/>
                </a:lnTo>
                <a:lnTo>
                  <a:pt x="721" y="7"/>
                </a:lnTo>
                <a:lnTo>
                  <a:pt x="721" y="6"/>
                </a:lnTo>
                <a:lnTo>
                  <a:pt x="721" y="7"/>
                </a:lnTo>
                <a:lnTo>
                  <a:pt x="722" y="7"/>
                </a:lnTo>
                <a:lnTo>
                  <a:pt x="723" y="8"/>
                </a:lnTo>
                <a:lnTo>
                  <a:pt x="722" y="9"/>
                </a:lnTo>
                <a:lnTo>
                  <a:pt x="723" y="9"/>
                </a:lnTo>
                <a:lnTo>
                  <a:pt x="724" y="9"/>
                </a:lnTo>
                <a:lnTo>
                  <a:pt x="725" y="10"/>
                </a:lnTo>
                <a:lnTo>
                  <a:pt x="727" y="10"/>
                </a:lnTo>
                <a:lnTo>
                  <a:pt x="727" y="9"/>
                </a:lnTo>
                <a:lnTo>
                  <a:pt x="728" y="10"/>
                </a:lnTo>
                <a:lnTo>
                  <a:pt x="728" y="11"/>
                </a:lnTo>
                <a:lnTo>
                  <a:pt x="729" y="11"/>
                </a:lnTo>
                <a:lnTo>
                  <a:pt x="728" y="11"/>
                </a:lnTo>
                <a:lnTo>
                  <a:pt x="728" y="12"/>
                </a:lnTo>
                <a:lnTo>
                  <a:pt x="729" y="12"/>
                </a:lnTo>
                <a:lnTo>
                  <a:pt x="730" y="12"/>
                </a:lnTo>
                <a:lnTo>
                  <a:pt x="730" y="13"/>
                </a:lnTo>
                <a:lnTo>
                  <a:pt x="730" y="14"/>
                </a:lnTo>
                <a:lnTo>
                  <a:pt x="731" y="14"/>
                </a:lnTo>
                <a:lnTo>
                  <a:pt x="732" y="14"/>
                </a:lnTo>
                <a:lnTo>
                  <a:pt x="733" y="14"/>
                </a:lnTo>
                <a:lnTo>
                  <a:pt x="734" y="14"/>
                </a:lnTo>
                <a:lnTo>
                  <a:pt x="734" y="15"/>
                </a:lnTo>
                <a:lnTo>
                  <a:pt x="735" y="15"/>
                </a:lnTo>
                <a:lnTo>
                  <a:pt x="736" y="15"/>
                </a:lnTo>
                <a:lnTo>
                  <a:pt x="736" y="16"/>
                </a:lnTo>
                <a:lnTo>
                  <a:pt x="737" y="16"/>
                </a:lnTo>
                <a:lnTo>
                  <a:pt x="738" y="16"/>
                </a:lnTo>
                <a:lnTo>
                  <a:pt x="738" y="17"/>
                </a:lnTo>
                <a:lnTo>
                  <a:pt x="739" y="17"/>
                </a:lnTo>
                <a:lnTo>
                  <a:pt x="739" y="18"/>
                </a:lnTo>
                <a:lnTo>
                  <a:pt x="740" y="18"/>
                </a:lnTo>
                <a:lnTo>
                  <a:pt x="741" y="18"/>
                </a:lnTo>
                <a:lnTo>
                  <a:pt x="742" y="18"/>
                </a:lnTo>
                <a:lnTo>
                  <a:pt x="743" y="18"/>
                </a:lnTo>
                <a:lnTo>
                  <a:pt x="743" y="19"/>
                </a:lnTo>
                <a:lnTo>
                  <a:pt x="744" y="19"/>
                </a:lnTo>
                <a:lnTo>
                  <a:pt x="744" y="20"/>
                </a:lnTo>
                <a:lnTo>
                  <a:pt x="745" y="20"/>
                </a:lnTo>
                <a:lnTo>
                  <a:pt x="746" y="20"/>
                </a:lnTo>
                <a:lnTo>
                  <a:pt x="746" y="21"/>
                </a:lnTo>
                <a:lnTo>
                  <a:pt x="746" y="20"/>
                </a:lnTo>
                <a:lnTo>
                  <a:pt x="746" y="21"/>
                </a:lnTo>
                <a:lnTo>
                  <a:pt x="747" y="21"/>
                </a:lnTo>
                <a:lnTo>
                  <a:pt x="748" y="21"/>
                </a:lnTo>
                <a:lnTo>
                  <a:pt x="747" y="21"/>
                </a:lnTo>
                <a:lnTo>
                  <a:pt x="747" y="22"/>
                </a:lnTo>
                <a:lnTo>
                  <a:pt x="748" y="22"/>
                </a:lnTo>
                <a:lnTo>
                  <a:pt x="747" y="22"/>
                </a:lnTo>
                <a:lnTo>
                  <a:pt x="748" y="22"/>
                </a:lnTo>
                <a:lnTo>
                  <a:pt x="747" y="23"/>
                </a:lnTo>
                <a:lnTo>
                  <a:pt x="748" y="23"/>
                </a:lnTo>
                <a:lnTo>
                  <a:pt x="747" y="23"/>
                </a:lnTo>
                <a:lnTo>
                  <a:pt x="747" y="24"/>
                </a:lnTo>
                <a:lnTo>
                  <a:pt x="747" y="25"/>
                </a:lnTo>
                <a:lnTo>
                  <a:pt x="748" y="25"/>
                </a:lnTo>
                <a:lnTo>
                  <a:pt x="749" y="25"/>
                </a:lnTo>
                <a:lnTo>
                  <a:pt x="750" y="25"/>
                </a:lnTo>
                <a:lnTo>
                  <a:pt x="751" y="25"/>
                </a:lnTo>
                <a:lnTo>
                  <a:pt x="752" y="25"/>
                </a:lnTo>
                <a:lnTo>
                  <a:pt x="752" y="26"/>
                </a:lnTo>
                <a:lnTo>
                  <a:pt x="753" y="26"/>
                </a:lnTo>
                <a:lnTo>
                  <a:pt x="753" y="27"/>
                </a:lnTo>
                <a:lnTo>
                  <a:pt x="754" y="27"/>
                </a:lnTo>
                <a:lnTo>
                  <a:pt x="755" y="27"/>
                </a:lnTo>
                <a:lnTo>
                  <a:pt x="755" y="28"/>
                </a:lnTo>
                <a:lnTo>
                  <a:pt x="756" y="28"/>
                </a:lnTo>
                <a:lnTo>
                  <a:pt x="757" y="28"/>
                </a:lnTo>
                <a:lnTo>
                  <a:pt x="758" y="28"/>
                </a:lnTo>
                <a:lnTo>
                  <a:pt x="759" y="28"/>
                </a:lnTo>
                <a:lnTo>
                  <a:pt x="760" y="28"/>
                </a:lnTo>
                <a:lnTo>
                  <a:pt x="760" y="29"/>
                </a:lnTo>
                <a:lnTo>
                  <a:pt x="761" y="29"/>
                </a:lnTo>
                <a:lnTo>
                  <a:pt x="761" y="30"/>
                </a:lnTo>
                <a:lnTo>
                  <a:pt x="762" y="30"/>
                </a:lnTo>
                <a:lnTo>
                  <a:pt x="763" y="30"/>
                </a:lnTo>
                <a:lnTo>
                  <a:pt x="763" y="31"/>
                </a:lnTo>
                <a:lnTo>
                  <a:pt x="764" y="31"/>
                </a:lnTo>
                <a:lnTo>
                  <a:pt x="764" y="32"/>
                </a:lnTo>
                <a:lnTo>
                  <a:pt x="765" y="32"/>
                </a:lnTo>
                <a:lnTo>
                  <a:pt x="766" y="32"/>
                </a:lnTo>
                <a:lnTo>
                  <a:pt x="766" y="33"/>
                </a:lnTo>
                <a:lnTo>
                  <a:pt x="767" y="33"/>
                </a:lnTo>
                <a:lnTo>
                  <a:pt x="767" y="34"/>
                </a:lnTo>
                <a:lnTo>
                  <a:pt x="768" y="34"/>
                </a:lnTo>
                <a:lnTo>
                  <a:pt x="769" y="34"/>
                </a:lnTo>
                <a:lnTo>
                  <a:pt x="770" y="34"/>
                </a:lnTo>
                <a:lnTo>
                  <a:pt x="771" y="34"/>
                </a:lnTo>
                <a:lnTo>
                  <a:pt x="771" y="35"/>
                </a:lnTo>
                <a:lnTo>
                  <a:pt x="772" y="35"/>
                </a:lnTo>
                <a:lnTo>
                  <a:pt x="772" y="34"/>
                </a:lnTo>
                <a:lnTo>
                  <a:pt x="772" y="35"/>
                </a:lnTo>
                <a:lnTo>
                  <a:pt x="773" y="35"/>
                </a:lnTo>
                <a:lnTo>
                  <a:pt x="773" y="36"/>
                </a:lnTo>
                <a:lnTo>
                  <a:pt x="774" y="36"/>
                </a:lnTo>
                <a:lnTo>
                  <a:pt x="776" y="36"/>
                </a:lnTo>
                <a:lnTo>
                  <a:pt x="777" y="36"/>
                </a:lnTo>
                <a:lnTo>
                  <a:pt x="777" y="37"/>
                </a:lnTo>
                <a:lnTo>
                  <a:pt x="778" y="37"/>
                </a:lnTo>
                <a:lnTo>
                  <a:pt x="778" y="38"/>
                </a:lnTo>
                <a:lnTo>
                  <a:pt x="779" y="38"/>
                </a:lnTo>
                <a:lnTo>
                  <a:pt x="779" y="39"/>
                </a:lnTo>
                <a:lnTo>
                  <a:pt x="780" y="39"/>
                </a:lnTo>
                <a:lnTo>
                  <a:pt x="780" y="40"/>
                </a:lnTo>
                <a:lnTo>
                  <a:pt x="781" y="40"/>
                </a:lnTo>
                <a:lnTo>
                  <a:pt x="782" y="40"/>
                </a:lnTo>
                <a:lnTo>
                  <a:pt x="782" y="41"/>
                </a:lnTo>
                <a:lnTo>
                  <a:pt x="783" y="41"/>
                </a:lnTo>
                <a:lnTo>
                  <a:pt x="783" y="42"/>
                </a:lnTo>
                <a:lnTo>
                  <a:pt x="784" y="43"/>
                </a:lnTo>
                <a:lnTo>
                  <a:pt x="784" y="44"/>
                </a:lnTo>
                <a:lnTo>
                  <a:pt x="785" y="44"/>
                </a:lnTo>
                <a:lnTo>
                  <a:pt x="785" y="43"/>
                </a:lnTo>
                <a:lnTo>
                  <a:pt x="786" y="42"/>
                </a:lnTo>
                <a:lnTo>
                  <a:pt x="786" y="41"/>
                </a:lnTo>
                <a:lnTo>
                  <a:pt x="787" y="41"/>
                </a:lnTo>
                <a:lnTo>
                  <a:pt x="788" y="41"/>
                </a:lnTo>
                <a:lnTo>
                  <a:pt x="788" y="40"/>
                </a:lnTo>
                <a:lnTo>
                  <a:pt x="789" y="40"/>
                </a:lnTo>
                <a:lnTo>
                  <a:pt x="790" y="40"/>
                </a:lnTo>
                <a:lnTo>
                  <a:pt x="790" y="39"/>
                </a:lnTo>
                <a:lnTo>
                  <a:pt x="791" y="39"/>
                </a:lnTo>
                <a:lnTo>
                  <a:pt x="791" y="38"/>
                </a:lnTo>
                <a:lnTo>
                  <a:pt x="792" y="38"/>
                </a:lnTo>
                <a:lnTo>
                  <a:pt x="792" y="37"/>
                </a:lnTo>
                <a:lnTo>
                  <a:pt x="793" y="37"/>
                </a:lnTo>
                <a:lnTo>
                  <a:pt x="794" y="37"/>
                </a:lnTo>
                <a:lnTo>
                  <a:pt x="794" y="36"/>
                </a:lnTo>
                <a:lnTo>
                  <a:pt x="795" y="36"/>
                </a:lnTo>
                <a:lnTo>
                  <a:pt x="795" y="35"/>
                </a:lnTo>
                <a:lnTo>
                  <a:pt x="796" y="35"/>
                </a:lnTo>
                <a:lnTo>
                  <a:pt x="797" y="35"/>
                </a:lnTo>
                <a:lnTo>
                  <a:pt x="797" y="34"/>
                </a:lnTo>
                <a:lnTo>
                  <a:pt x="798" y="34"/>
                </a:lnTo>
                <a:lnTo>
                  <a:pt x="798" y="33"/>
                </a:lnTo>
                <a:lnTo>
                  <a:pt x="799" y="33"/>
                </a:lnTo>
                <a:lnTo>
                  <a:pt x="799" y="32"/>
                </a:lnTo>
                <a:lnTo>
                  <a:pt x="799" y="31"/>
                </a:lnTo>
                <a:lnTo>
                  <a:pt x="798" y="31"/>
                </a:lnTo>
                <a:lnTo>
                  <a:pt x="798" y="30"/>
                </a:lnTo>
                <a:lnTo>
                  <a:pt x="797" y="30"/>
                </a:lnTo>
                <a:lnTo>
                  <a:pt x="797" y="29"/>
                </a:lnTo>
                <a:lnTo>
                  <a:pt x="798" y="29"/>
                </a:lnTo>
                <a:lnTo>
                  <a:pt x="798" y="28"/>
                </a:lnTo>
                <a:lnTo>
                  <a:pt x="799" y="28"/>
                </a:lnTo>
                <a:lnTo>
                  <a:pt x="799" y="27"/>
                </a:lnTo>
                <a:lnTo>
                  <a:pt x="800" y="26"/>
                </a:lnTo>
                <a:lnTo>
                  <a:pt x="800" y="25"/>
                </a:lnTo>
                <a:lnTo>
                  <a:pt x="801" y="24"/>
                </a:lnTo>
                <a:lnTo>
                  <a:pt x="801" y="23"/>
                </a:lnTo>
                <a:lnTo>
                  <a:pt x="801" y="22"/>
                </a:lnTo>
                <a:lnTo>
                  <a:pt x="801" y="21"/>
                </a:lnTo>
                <a:lnTo>
                  <a:pt x="802" y="21"/>
                </a:lnTo>
                <a:lnTo>
                  <a:pt x="802" y="20"/>
                </a:lnTo>
                <a:lnTo>
                  <a:pt x="801" y="20"/>
                </a:lnTo>
                <a:lnTo>
                  <a:pt x="801" y="19"/>
                </a:lnTo>
                <a:lnTo>
                  <a:pt x="802" y="19"/>
                </a:lnTo>
                <a:lnTo>
                  <a:pt x="802" y="18"/>
                </a:lnTo>
                <a:lnTo>
                  <a:pt x="803" y="18"/>
                </a:lnTo>
                <a:lnTo>
                  <a:pt x="804" y="18"/>
                </a:lnTo>
                <a:lnTo>
                  <a:pt x="805" y="18"/>
                </a:lnTo>
                <a:lnTo>
                  <a:pt x="806" y="18"/>
                </a:lnTo>
                <a:lnTo>
                  <a:pt x="807" y="18"/>
                </a:lnTo>
                <a:lnTo>
                  <a:pt x="808" y="18"/>
                </a:lnTo>
                <a:lnTo>
                  <a:pt x="808" y="19"/>
                </a:lnTo>
                <a:lnTo>
                  <a:pt x="810" y="19"/>
                </a:lnTo>
                <a:lnTo>
                  <a:pt x="810" y="18"/>
                </a:lnTo>
                <a:lnTo>
                  <a:pt x="811" y="18"/>
                </a:lnTo>
                <a:lnTo>
                  <a:pt x="811" y="19"/>
                </a:lnTo>
                <a:lnTo>
                  <a:pt x="812" y="19"/>
                </a:lnTo>
                <a:lnTo>
                  <a:pt x="812" y="20"/>
                </a:lnTo>
                <a:lnTo>
                  <a:pt x="812" y="21"/>
                </a:lnTo>
                <a:lnTo>
                  <a:pt x="812" y="22"/>
                </a:lnTo>
                <a:lnTo>
                  <a:pt x="813" y="22"/>
                </a:lnTo>
                <a:lnTo>
                  <a:pt x="814" y="22"/>
                </a:lnTo>
                <a:lnTo>
                  <a:pt x="815" y="22"/>
                </a:lnTo>
                <a:lnTo>
                  <a:pt x="815" y="23"/>
                </a:lnTo>
                <a:lnTo>
                  <a:pt x="815" y="24"/>
                </a:lnTo>
                <a:lnTo>
                  <a:pt x="815" y="25"/>
                </a:lnTo>
                <a:lnTo>
                  <a:pt x="816" y="25"/>
                </a:lnTo>
                <a:lnTo>
                  <a:pt x="817" y="26"/>
                </a:lnTo>
                <a:lnTo>
                  <a:pt x="818" y="26"/>
                </a:lnTo>
                <a:lnTo>
                  <a:pt x="819" y="26"/>
                </a:lnTo>
                <a:lnTo>
                  <a:pt x="819" y="27"/>
                </a:lnTo>
                <a:lnTo>
                  <a:pt x="820" y="27"/>
                </a:lnTo>
                <a:lnTo>
                  <a:pt x="821" y="27"/>
                </a:lnTo>
                <a:lnTo>
                  <a:pt x="821" y="26"/>
                </a:lnTo>
                <a:lnTo>
                  <a:pt x="822" y="26"/>
                </a:lnTo>
                <a:lnTo>
                  <a:pt x="823" y="26"/>
                </a:lnTo>
                <a:lnTo>
                  <a:pt x="824" y="27"/>
                </a:lnTo>
                <a:lnTo>
                  <a:pt x="825" y="27"/>
                </a:lnTo>
                <a:lnTo>
                  <a:pt x="826" y="27"/>
                </a:lnTo>
                <a:lnTo>
                  <a:pt x="826" y="28"/>
                </a:lnTo>
                <a:lnTo>
                  <a:pt x="827" y="28"/>
                </a:lnTo>
                <a:lnTo>
                  <a:pt x="827" y="29"/>
                </a:lnTo>
                <a:lnTo>
                  <a:pt x="828" y="29"/>
                </a:lnTo>
                <a:lnTo>
                  <a:pt x="829" y="29"/>
                </a:lnTo>
                <a:lnTo>
                  <a:pt x="829" y="28"/>
                </a:lnTo>
                <a:lnTo>
                  <a:pt x="829" y="27"/>
                </a:lnTo>
                <a:lnTo>
                  <a:pt x="830" y="27"/>
                </a:lnTo>
                <a:lnTo>
                  <a:pt x="831" y="27"/>
                </a:lnTo>
                <a:lnTo>
                  <a:pt x="832" y="27"/>
                </a:lnTo>
                <a:lnTo>
                  <a:pt x="832" y="26"/>
                </a:lnTo>
                <a:lnTo>
                  <a:pt x="832" y="25"/>
                </a:lnTo>
                <a:lnTo>
                  <a:pt x="831" y="25"/>
                </a:lnTo>
                <a:lnTo>
                  <a:pt x="831" y="24"/>
                </a:lnTo>
                <a:lnTo>
                  <a:pt x="831" y="23"/>
                </a:lnTo>
                <a:lnTo>
                  <a:pt x="832" y="23"/>
                </a:lnTo>
                <a:lnTo>
                  <a:pt x="833" y="23"/>
                </a:lnTo>
                <a:lnTo>
                  <a:pt x="834" y="23"/>
                </a:lnTo>
                <a:lnTo>
                  <a:pt x="834" y="22"/>
                </a:lnTo>
                <a:lnTo>
                  <a:pt x="835" y="22"/>
                </a:lnTo>
                <a:lnTo>
                  <a:pt x="836" y="22"/>
                </a:lnTo>
                <a:lnTo>
                  <a:pt x="836" y="21"/>
                </a:lnTo>
                <a:lnTo>
                  <a:pt x="837" y="21"/>
                </a:lnTo>
                <a:lnTo>
                  <a:pt x="837" y="20"/>
                </a:lnTo>
                <a:lnTo>
                  <a:pt x="838" y="20"/>
                </a:lnTo>
                <a:lnTo>
                  <a:pt x="838" y="19"/>
                </a:lnTo>
                <a:lnTo>
                  <a:pt x="839" y="19"/>
                </a:lnTo>
                <a:lnTo>
                  <a:pt x="839" y="18"/>
                </a:lnTo>
                <a:lnTo>
                  <a:pt x="839" y="17"/>
                </a:lnTo>
                <a:lnTo>
                  <a:pt x="840" y="17"/>
                </a:lnTo>
                <a:lnTo>
                  <a:pt x="841" y="17"/>
                </a:lnTo>
                <a:lnTo>
                  <a:pt x="841" y="16"/>
                </a:lnTo>
                <a:lnTo>
                  <a:pt x="842" y="16"/>
                </a:lnTo>
                <a:lnTo>
                  <a:pt x="842" y="15"/>
                </a:lnTo>
                <a:lnTo>
                  <a:pt x="843" y="14"/>
                </a:lnTo>
                <a:lnTo>
                  <a:pt x="843" y="13"/>
                </a:lnTo>
                <a:lnTo>
                  <a:pt x="844" y="13"/>
                </a:lnTo>
                <a:lnTo>
                  <a:pt x="845" y="13"/>
                </a:lnTo>
                <a:lnTo>
                  <a:pt x="846" y="13"/>
                </a:lnTo>
                <a:lnTo>
                  <a:pt x="847" y="13"/>
                </a:lnTo>
                <a:lnTo>
                  <a:pt x="848" y="13"/>
                </a:lnTo>
                <a:lnTo>
                  <a:pt x="849" y="13"/>
                </a:lnTo>
                <a:lnTo>
                  <a:pt x="849" y="14"/>
                </a:lnTo>
                <a:lnTo>
                  <a:pt x="850" y="14"/>
                </a:lnTo>
                <a:lnTo>
                  <a:pt x="850" y="15"/>
                </a:lnTo>
                <a:lnTo>
                  <a:pt x="850" y="16"/>
                </a:lnTo>
                <a:lnTo>
                  <a:pt x="851" y="16"/>
                </a:lnTo>
                <a:lnTo>
                  <a:pt x="852" y="16"/>
                </a:lnTo>
                <a:lnTo>
                  <a:pt x="853" y="16"/>
                </a:lnTo>
                <a:lnTo>
                  <a:pt x="853" y="17"/>
                </a:lnTo>
                <a:lnTo>
                  <a:pt x="854" y="17"/>
                </a:lnTo>
                <a:lnTo>
                  <a:pt x="855" y="17"/>
                </a:lnTo>
                <a:lnTo>
                  <a:pt x="856" y="18"/>
                </a:lnTo>
                <a:lnTo>
                  <a:pt x="856" y="19"/>
                </a:lnTo>
                <a:lnTo>
                  <a:pt x="857" y="19"/>
                </a:lnTo>
                <a:lnTo>
                  <a:pt x="857" y="20"/>
                </a:lnTo>
                <a:lnTo>
                  <a:pt x="857" y="21"/>
                </a:lnTo>
                <a:lnTo>
                  <a:pt x="858" y="21"/>
                </a:lnTo>
                <a:lnTo>
                  <a:pt x="859" y="21"/>
                </a:lnTo>
                <a:lnTo>
                  <a:pt x="860" y="21"/>
                </a:lnTo>
                <a:lnTo>
                  <a:pt x="860" y="22"/>
                </a:lnTo>
                <a:lnTo>
                  <a:pt x="861" y="22"/>
                </a:lnTo>
                <a:lnTo>
                  <a:pt x="861" y="23"/>
                </a:lnTo>
                <a:lnTo>
                  <a:pt x="862" y="23"/>
                </a:lnTo>
                <a:lnTo>
                  <a:pt x="863" y="23"/>
                </a:lnTo>
                <a:lnTo>
                  <a:pt x="864" y="23"/>
                </a:lnTo>
                <a:lnTo>
                  <a:pt x="865" y="23"/>
                </a:lnTo>
                <a:lnTo>
                  <a:pt x="865" y="24"/>
                </a:lnTo>
                <a:lnTo>
                  <a:pt x="866" y="24"/>
                </a:lnTo>
                <a:lnTo>
                  <a:pt x="867" y="24"/>
                </a:lnTo>
                <a:lnTo>
                  <a:pt x="867" y="23"/>
                </a:lnTo>
                <a:lnTo>
                  <a:pt x="868" y="23"/>
                </a:lnTo>
                <a:lnTo>
                  <a:pt x="868" y="24"/>
                </a:lnTo>
                <a:lnTo>
                  <a:pt x="869" y="24"/>
                </a:lnTo>
                <a:lnTo>
                  <a:pt x="870" y="24"/>
                </a:lnTo>
                <a:lnTo>
                  <a:pt x="870" y="25"/>
                </a:lnTo>
                <a:lnTo>
                  <a:pt x="871" y="25"/>
                </a:lnTo>
                <a:lnTo>
                  <a:pt x="871" y="26"/>
                </a:lnTo>
                <a:lnTo>
                  <a:pt x="872" y="26"/>
                </a:lnTo>
                <a:lnTo>
                  <a:pt x="873" y="26"/>
                </a:lnTo>
                <a:lnTo>
                  <a:pt x="873" y="27"/>
                </a:lnTo>
                <a:lnTo>
                  <a:pt x="874" y="27"/>
                </a:lnTo>
                <a:lnTo>
                  <a:pt x="874" y="26"/>
                </a:lnTo>
                <a:lnTo>
                  <a:pt x="875" y="26"/>
                </a:lnTo>
                <a:lnTo>
                  <a:pt x="875" y="27"/>
                </a:lnTo>
                <a:lnTo>
                  <a:pt x="875" y="28"/>
                </a:lnTo>
                <a:lnTo>
                  <a:pt x="874" y="28"/>
                </a:lnTo>
                <a:lnTo>
                  <a:pt x="873" y="28"/>
                </a:lnTo>
                <a:lnTo>
                  <a:pt x="873" y="29"/>
                </a:lnTo>
                <a:lnTo>
                  <a:pt x="873" y="30"/>
                </a:lnTo>
                <a:lnTo>
                  <a:pt x="872" y="30"/>
                </a:lnTo>
                <a:lnTo>
                  <a:pt x="872" y="31"/>
                </a:lnTo>
                <a:lnTo>
                  <a:pt x="872" y="32"/>
                </a:lnTo>
                <a:lnTo>
                  <a:pt x="873" y="32"/>
                </a:lnTo>
                <a:lnTo>
                  <a:pt x="873" y="33"/>
                </a:lnTo>
                <a:lnTo>
                  <a:pt x="874" y="33"/>
                </a:lnTo>
                <a:lnTo>
                  <a:pt x="874" y="34"/>
                </a:lnTo>
                <a:lnTo>
                  <a:pt x="875" y="34"/>
                </a:lnTo>
                <a:lnTo>
                  <a:pt x="876" y="34"/>
                </a:lnTo>
                <a:lnTo>
                  <a:pt x="876" y="35"/>
                </a:lnTo>
                <a:lnTo>
                  <a:pt x="877" y="35"/>
                </a:lnTo>
                <a:lnTo>
                  <a:pt x="877" y="36"/>
                </a:lnTo>
                <a:lnTo>
                  <a:pt x="878" y="36"/>
                </a:lnTo>
                <a:lnTo>
                  <a:pt x="879" y="36"/>
                </a:lnTo>
                <a:lnTo>
                  <a:pt x="878" y="37"/>
                </a:lnTo>
                <a:lnTo>
                  <a:pt x="879" y="37"/>
                </a:lnTo>
                <a:lnTo>
                  <a:pt x="880" y="37"/>
                </a:lnTo>
                <a:lnTo>
                  <a:pt x="880" y="38"/>
                </a:lnTo>
                <a:lnTo>
                  <a:pt x="880" y="39"/>
                </a:lnTo>
                <a:lnTo>
                  <a:pt x="881" y="39"/>
                </a:lnTo>
                <a:lnTo>
                  <a:pt x="882" y="39"/>
                </a:lnTo>
                <a:lnTo>
                  <a:pt x="882" y="40"/>
                </a:lnTo>
                <a:lnTo>
                  <a:pt x="882" y="41"/>
                </a:lnTo>
                <a:lnTo>
                  <a:pt x="883" y="41"/>
                </a:lnTo>
                <a:lnTo>
                  <a:pt x="883" y="40"/>
                </a:lnTo>
                <a:lnTo>
                  <a:pt x="883" y="41"/>
                </a:lnTo>
                <a:lnTo>
                  <a:pt x="884" y="41"/>
                </a:lnTo>
                <a:lnTo>
                  <a:pt x="884" y="42"/>
                </a:lnTo>
                <a:lnTo>
                  <a:pt x="885" y="42"/>
                </a:lnTo>
                <a:lnTo>
                  <a:pt x="886" y="42"/>
                </a:lnTo>
                <a:lnTo>
                  <a:pt x="886" y="43"/>
                </a:lnTo>
                <a:lnTo>
                  <a:pt x="887" y="43"/>
                </a:lnTo>
                <a:lnTo>
                  <a:pt x="887" y="44"/>
                </a:lnTo>
                <a:lnTo>
                  <a:pt x="888" y="44"/>
                </a:lnTo>
                <a:lnTo>
                  <a:pt x="889" y="44"/>
                </a:lnTo>
                <a:lnTo>
                  <a:pt x="889" y="45"/>
                </a:lnTo>
                <a:lnTo>
                  <a:pt x="890" y="45"/>
                </a:lnTo>
                <a:lnTo>
                  <a:pt x="891" y="45"/>
                </a:lnTo>
                <a:lnTo>
                  <a:pt x="892" y="46"/>
                </a:lnTo>
                <a:lnTo>
                  <a:pt x="894" y="46"/>
                </a:lnTo>
                <a:lnTo>
                  <a:pt x="894" y="47"/>
                </a:lnTo>
                <a:lnTo>
                  <a:pt x="895" y="47"/>
                </a:lnTo>
                <a:lnTo>
                  <a:pt x="895" y="48"/>
                </a:lnTo>
                <a:lnTo>
                  <a:pt x="896" y="48"/>
                </a:lnTo>
                <a:lnTo>
                  <a:pt x="896" y="49"/>
                </a:lnTo>
                <a:lnTo>
                  <a:pt x="897" y="49"/>
                </a:lnTo>
                <a:lnTo>
                  <a:pt x="897" y="48"/>
                </a:lnTo>
                <a:lnTo>
                  <a:pt x="897" y="49"/>
                </a:lnTo>
                <a:lnTo>
                  <a:pt x="898" y="49"/>
                </a:lnTo>
                <a:lnTo>
                  <a:pt x="898" y="50"/>
                </a:lnTo>
                <a:lnTo>
                  <a:pt x="899" y="50"/>
                </a:lnTo>
                <a:lnTo>
                  <a:pt x="898" y="50"/>
                </a:lnTo>
                <a:lnTo>
                  <a:pt x="898" y="51"/>
                </a:lnTo>
                <a:lnTo>
                  <a:pt x="899" y="51"/>
                </a:lnTo>
                <a:lnTo>
                  <a:pt x="900" y="51"/>
                </a:lnTo>
                <a:lnTo>
                  <a:pt x="900" y="52"/>
                </a:lnTo>
                <a:lnTo>
                  <a:pt x="900" y="53"/>
                </a:lnTo>
                <a:lnTo>
                  <a:pt x="900" y="54"/>
                </a:lnTo>
                <a:lnTo>
                  <a:pt x="901" y="54"/>
                </a:lnTo>
                <a:lnTo>
                  <a:pt x="900" y="54"/>
                </a:lnTo>
                <a:lnTo>
                  <a:pt x="901" y="54"/>
                </a:lnTo>
                <a:lnTo>
                  <a:pt x="901" y="55"/>
                </a:lnTo>
                <a:lnTo>
                  <a:pt x="902" y="55"/>
                </a:lnTo>
                <a:lnTo>
                  <a:pt x="903" y="55"/>
                </a:lnTo>
                <a:lnTo>
                  <a:pt x="903" y="56"/>
                </a:lnTo>
                <a:lnTo>
                  <a:pt x="904" y="56"/>
                </a:lnTo>
                <a:lnTo>
                  <a:pt x="903" y="56"/>
                </a:lnTo>
                <a:lnTo>
                  <a:pt x="903" y="57"/>
                </a:lnTo>
                <a:lnTo>
                  <a:pt x="904" y="57"/>
                </a:lnTo>
                <a:lnTo>
                  <a:pt x="904" y="58"/>
                </a:lnTo>
                <a:lnTo>
                  <a:pt x="905" y="58"/>
                </a:lnTo>
                <a:lnTo>
                  <a:pt x="905" y="59"/>
                </a:lnTo>
                <a:lnTo>
                  <a:pt x="905" y="60"/>
                </a:lnTo>
                <a:lnTo>
                  <a:pt x="904" y="60"/>
                </a:lnTo>
                <a:lnTo>
                  <a:pt x="905" y="60"/>
                </a:lnTo>
                <a:lnTo>
                  <a:pt x="905" y="61"/>
                </a:lnTo>
                <a:lnTo>
                  <a:pt x="906" y="61"/>
                </a:lnTo>
                <a:lnTo>
                  <a:pt x="906" y="62"/>
                </a:lnTo>
                <a:lnTo>
                  <a:pt x="907" y="62"/>
                </a:lnTo>
                <a:lnTo>
                  <a:pt x="908" y="62"/>
                </a:lnTo>
                <a:lnTo>
                  <a:pt x="908" y="61"/>
                </a:lnTo>
                <a:lnTo>
                  <a:pt x="909" y="61"/>
                </a:lnTo>
                <a:lnTo>
                  <a:pt x="910" y="61"/>
                </a:lnTo>
                <a:lnTo>
                  <a:pt x="911" y="61"/>
                </a:lnTo>
                <a:lnTo>
                  <a:pt x="911" y="62"/>
                </a:lnTo>
                <a:lnTo>
                  <a:pt x="912" y="62"/>
                </a:lnTo>
                <a:lnTo>
                  <a:pt x="912" y="61"/>
                </a:lnTo>
                <a:lnTo>
                  <a:pt x="912" y="62"/>
                </a:lnTo>
                <a:lnTo>
                  <a:pt x="912" y="63"/>
                </a:lnTo>
                <a:lnTo>
                  <a:pt x="912" y="64"/>
                </a:lnTo>
                <a:lnTo>
                  <a:pt x="912" y="65"/>
                </a:lnTo>
                <a:lnTo>
                  <a:pt x="912" y="66"/>
                </a:lnTo>
                <a:lnTo>
                  <a:pt x="913" y="66"/>
                </a:lnTo>
                <a:lnTo>
                  <a:pt x="913" y="67"/>
                </a:lnTo>
                <a:lnTo>
                  <a:pt x="913" y="68"/>
                </a:lnTo>
                <a:lnTo>
                  <a:pt x="914" y="68"/>
                </a:lnTo>
                <a:lnTo>
                  <a:pt x="914" y="69"/>
                </a:lnTo>
                <a:lnTo>
                  <a:pt x="915" y="69"/>
                </a:lnTo>
                <a:lnTo>
                  <a:pt x="916" y="69"/>
                </a:lnTo>
                <a:lnTo>
                  <a:pt x="916" y="70"/>
                </a:lnTo>
                <a:lnTo>
                  <a:pt x="916" y="71"/>
                </a:lnTo>
                <a:lnTo>
                  <a:pt x="917" y="71"/>
                </a:lnTo>
                <a:lnTo>
                  <a:pt x="917" y="72"/>
                </a:lnTo>
                <a:lnTo>
                  <a:pt x="918" y="72"/>
                </a:lnTo>
                <a:lnTo>
                  <a:pt x="918" y="73"/>
                </a:lnTo>
                <a:lnTo>
                  <a:pt x="919" y="73"/>
                </a:lnTo>
                <a:lnTo>
                  <a:pt x="920" y="73"/>
                </a:lnTo>
                <a:lnTo>
                  <a:pt x="920" y="74"/>
                </a:lnTo>
                <a:lnTo>
                  <a:pt x="921" y="74"/>
                </a:lnTo>
                <a:lnTo>
                  <a:pt x="922" y="75"/>
                </a:lnTo>
                <a:lnTo>
                  <a:pt x="923" y="75"/>
                </a:lnTo>
                <a:lnTo>
                  <a:pt x="924" y="75"/>
                </a:lnTo>
                <a:lnTo>
                  <a:pt x="924" y="76"/>
                </a:lnTo>
                <a:lnTo>
                  <a:pt x="925" y="76"/>
                </a:lnTo>
                <a:lnTo>
                  <a:pt x="925" y="77"/>
                </a:lnTo>
                <a:lnTo>
                  <a:pt x="925" y="78"/>
                </a:lnTo>
                <a:lnTo>
                  <a:pt x="925" y="79"/>
                </a:lnTo>
                <a:lnTo>
                  <a:pt x="926" y="79"/>
                </a:lnTo>
                <a:lnTo>
                  <a:pt x="927" y="79"/>
                </a:lnTo>
                <a:lnTo>
                  <a:pt x="927" y="80"/>
                </a:lnTo>
                <a:lnTo>
                  <a:pt x="928" y="80"/>
                </a:lnTo>
                <a:lnTo>
                  <a:pt x="929" y="80"/>
                </a:lnTo>
                <a:lnTo>
                  <a:pt x="930" y="80"/>
                </a:lnTo>
                <a:lnTo>
                  <a:pt x="930" y="81"/>
                </a:lnTo>
                <a:lnTo>
                  <a:pt x="931" y="81"/>
                </a:lnTo>
                <a:lnTo>
                  <a:pt x="931" y="82"/>
                </a:lnTo>
                <a:lnTo>
                  <a:pt x="932" y="82"/>
                </a:lnTo>
                <a:lnTo>
                  <a:pt x="933" y="82"/>
                </a:lnTo>
                <a:lnTo>
                  <a:pt x="934" y="82"/>
                </a:lnTo>
                <a:lnTo>
                  <a:pt x="936" y="82"/>
                </a:lnTo>
                <a:lnTo>
                  <a:pt x="936" y="83"/>
                </a:lnTo>
                <a:lnTo>
                  <a:pt x="936" y="84"/>
                </a:lnTo>
                <a:lnTo>
                  <a:pt x="937" y="84"/>
                </a:lnTo>
                <a:lnTo>
                  <a:pt x="938" y="84"/>
                </a:lnTo>
                <a:lnTo>
                  <a:pt x="938" y="85"/>
                </a:lnTo>
                <a:lnTo>
                  <a:pt x="939" y="85"/>
                </a:lnTo>
                <a:lnTo>
                  <a:pt x="939" y="86"/>
                </a:lnTo>
                <a:lnTo>
                  <a:pt x="940" y="86"/>
                </a:lnTo>
                <a:lnTo>
                  <a:pt x="941" y="86"/>
                </a:lnTo>
                <a:lnTo>
                  <a:pt x="942" y="86"/>
                </a:lnTo>
                <a:lnTo>
                  <a:pt x="942" y="87"/>
                </a:lnTo>
                <a:lnTo>
                  <a:pt x="943" y="87"/>
                </a:lnTo>
                <a:lnTo>
                  <a:pt x="944" y="87"/>
                </a:lnTo>
                <a:lnTo>
                  <a:pt x="944" y="88"/>
                </a:lnTo>
                <a:lnTo>
                  <a:pt x="945" y="88"/>
                </a:lnTo>
                <a:lnTo>
                  <a:pt x="946" y="88"/>
                </a:lnTo>
                <a:lnTo>
                  <a:pt x="946" y="89"/>
                </a:lnTo>
                <a:lnTo>
                  <a:pt x="947" y="89"/>
                </a:lnTo>
                <a:lnTo>
                  <a:pt x="947" y="88"/>
                </a:lnTo>
                <a:lnTo>
                  <a:pt x="947" y="89"/>
                </a:lnTo>
                <a:lnTo>
                  <a:pt x="948" y="89"/>
                </a:lnTo>
                <a:lnTo>
                  <a:pt x="949" y="89"/>
                </a:lnTo>
                <a:lnTo>
                  <a:pt x="949" y="90"/>
                </a:lnTo>
                <a:lnTo>
                  <a:pt x="950" y="90"/>
                </a:lnTo>
                <a:lnTo>
                  <a:pt x="950" y="89"/>
                </a:lnTo>
                <a:lnTo>
                  <a:pt x="951" y="89"/>
                </a:lnTo>
                <a:lnTo>
                  <a:pt x="951" y="90"/>
                </a:lnTo>
                <a:lnTo>
                  <a:pt x="951" y="91"/>
                </a:lnTo>
                <a:lnTo>
                  <a:pt x="952" y="91"/>
                </a:lnTo>
                <a:lnTo>
                  <a:pt x="952" y="92"/>
                </a:lnTo>
                <a:lnTo>
                  <a:pt x="953" y="92"/>
                </a:lnTo>
                <a:lnTo>
                  <a:pt x="954" y="92"/>
                </a:lnTo>
                <a:lnTo>
                  <a:pt x="955" y="92"/>
                </a:lnTo>
                <a:lnTo>
                  <a:pt x="957" y="92"/>
                </a:lnTo>
                <a:lnTo>
                  <a:pt x="957" y="93"/>
                </a:lnTo>
                <a:lnTo>
                  <a:pt x="958" y="93"/>
                </a:lnTo>
                <a:lnTo>
                  <a:pt x="958" y="94"/>
                </a:lnTo>
                <a:lnTo>
                  <a:pt x="959" y="94"/>
                </a:lnTo>
                <a:lnTo>
                  <a:pt x="959" y="95"/>
                </a:lnTo>
                <a:lnTo>
                  <a:pt x="960" y="95"/>
                </a:lnTo>
                <a:lnTo>
                  <a:pt x="961" y="95"/>
                </a:lnTo>
                <a:lnTo>
                  <a:pt x="962" y="95"/>
                </a:lnTo>
                <a:lnTo>
                  <a:pt x="963" y="95"/>
                </a:lnTo>
                <a:lnTo>
                  <a:pt x="964" y="95"/>
                </a:lnTo>
                <a:lnTo>
                  <a:pt x="964" y="96"/>
                </a:lnTo>
                <a:lnTo>
                  <a:pt x="965" y="96"/>
                </a:lnTo>
                <a:lnTo>
                  <a:pt x="964" y="96"/>
                </a:lnTo>
                <a:lnTo>
                  <a:pt x="964" y="97"/>
                </a:lnTo>
                <a:lnTo>
                  <a:pt x="965" y="97"/>
                </a:lnTo>
                <a:lnTo>
                  <a:pt x="965" y="98"/>
                </a:lnTo>
                <a:lnTo>
                  <a:pt x="966" y="98"/>
                </a:lnTo>
                <a:lnTo>
                  <a:pt x="967" y="98"/>
                </a:lnTo>
                <a:lnTo>
                  <a:pt x="967" y="99"/>
                </a:lnTo>
                <a:lnTo>
                  <a:pt x="967" y="100"/>
                </a:lnTo>
                <a:lnTo>
                  <a:pt x="968" y="100"/>
                </a:lnTo>
                <a:lnTo>
                  <a:pt x="968" y="101"/>
                </a:lnTo>
                <a:lnTo>
                  <a:pt x="969" y="101"/>
                </a:lnTo>
                <a:lnTo>
                  <a:pt x="970" y="101"/>
                </a:lnTo>
                <a:lnTo>
                  <a:pt x="970" y="102"/>
                </a:lnTo>
                <a:lnTo>
                  <a:pt x="971" y="102"/>
                </a:lnTo>
                <a:lnTo>
                  <a:pt x="972" y="102"/>
                </a:lnTo>
                <a:lnTo>
                  <a:pt x="972" y="101"/>
                </a:lnTo>
                <a:lnTo>
                  <a:pt x="972" y="100"/>
                </a:lnTo>
                <a:lnTo>
                  <a:pt x="973" y="100"/>
                </a:lnTo>
                <a:lnTo>
                  <a:pt x="973" y="99"/>
                </a:lnTo>
                <a:lnTo>
                  <a:pt x="972" y="99"/>
                </a:lnTo>
                <a:lnTo>
                  <a:pt x="972" y="98"/>
                </a:lnTo>
                <a:lnTo>
                  <a:pt x="972" y="97"/>
                </a:lnTo>
                <a:lnTo>
                  <a:pt x="971" y="97"/>
                </a:lnTo>
                <a:lnTo>
                  <a:pt x="971" y="96"/>
                </a:lnTo>
                <a:lnTo>
                  <a:pt x="971" y="95"/>
                </a:lnTo>
                <a:lnTo>
                  <a:pt x="970" y="94"/>
                </a:lnTo>
                <a:lnTo>
                  <a:pt x="971" y="94"/>
                </a:lnTo>
                <a:lnTo>
                  <a:pt x="971" y="93"/>
                </a:lnTo>
                <a:lnTo>
                  <a:pt x="970" y="93"/>
                </a:lnTo>
                <a:lnTo>
                  <a:pt x="970" y="92"/>
                </a:lnTo>
                <a:lnTo>
                  <a:pt x="971" y="92"/>
                </a:lnTo>
                <a:lnTo>
                  <a:pt x="971" y="91"/>
                </a:lnTo>
                <a:lnTo>
                  <a:pt x="971" y="90"/>
                </a:lnTo>
                <a:lnTo>
                  <a:pt x="970" y="90"/>
                </a:lnTo>
                <a:lnTo>
                  <a:pt x="969" y="90"/>
                </a:lnTo>
                <a:lnTo>
                  <a:pt x="968" y="90"/>
                </a:lnTo>
                <a:lnTo>
                  <a:pt x="968" y="89"/>
                </a:lnTo>
                <a:lnTo>
                  <a:pt x="967" y="89"/>
                </a:lnTo>
                <a:lnTo>
                  <a:pt x="966" y="88"/>
                </a:lnTo>
                <a:lnTo>
                  <a:pt x="967" y="88"/>
                </a:lnTo>
                <a:lnTo>
                  <a:pt x="967" y="87"/>
                </a:lnTo>
                <a:lnTo>
                  <a:pt x="966" y="87"/>
                </a:lnTo>
                <a:lnTo>
                  <a:pt x="966" y="86"/>
                </a:lnTo>
                <a:lnTo>
                  <a:pt x="966" y="85"/>
                </a:lnTo>
                <a:lnTo>
                  <a:pt x="965" y="85"/>
                </a:lnTo>
                <a:lnTo>
                  <a:pt x="965" y="84"/>
                </a:lnTo>
                <a:lnTo>
                  <a:pt x="964" y="83"/>
                </a:lnTo>
                <a:lnTo>
                  <a:pt x="964" y="82"/>
                </a:lnTo>
                <a:lnTo>
                  <a:pt x="963" y="82"/>
                </a:lnTo>
                <a:lnTo>
                  <a:pt x="962" y="81"/>
                </a:lnTo>
                <a:lnTo>
                  <a:pt x="961" y="81"/>
                </a:lnTo>
                <a:lnTo>
                  <a:pt x="960" y="81"/>
                </a:lnTo>
                <a:lnTo>
                  <a:pt x="960" y="80"/>
                </a:lnTo>
                <a:lnTo>
                  <a:pt x="959" y="80"/>
                </a:lnTo>
                <a:lnTo>
                  <a:pt x="958" y="80"/>
                </a:lnTo>
                <a:lnTo>
                  <a:pt x="958" y="79"/>
                </a:lnTo>
                <a:lnTo>
                  <a:pt x="959" y="79"/>
                </a:lnTo>
                <a:lnTo>
                  <a:pt x="959" y="78"/>
                </a:lnTo>
                <a:lnTo>
                  <a:pt x="958" y="78"/>
                </a:lnTo>
                <a:lnTo>
                  <a:pt x="957" y="77"/>
                </a:lnTo>
                <a:lnTo>
                  <a:pt x="956" y="77"/>
                </a:lnTo>
                <a:lnTo>
                  <a:pt x="956" y="76"/>
                </a:lnTo>
                <a:lnTo>
                  <a:pt x="956" y="75"/>
                </a:lnTo>
                <a:lnTo>
                  <a:pt x="957" y="75"/>
                </a:lnTo>
                <a:lnTo>
                  <a:pt x="957" y="74"/>
                </a:lnTo>
                <a:lnTo>
                  <a:pt x="958" y="74"/>
                </a:lnTo>
                <a:lnTo>
                  <a:pt x="958" y="73"/>
                </a:lnTo>
                <a:lnTo>
                  <a:pt x="958" y="72"/>
                </a:lnTo>
                <a:lnTo>
                  <a:pt x="959" y="72"/>
                </a:lnTo>
                <a:lnTo>
                  <a:pt x="960" y="72"/>
                </a:lnTo>
                <a:lnTo>
                  <a:pt x="960" y="71"/>
                </a:lnTo>
                <a:lnTo>
                  <a:pt x="961" y="71"/>
                </a:lnTo>
                <a:lnTo>
                  <a:pt x="962" y="71"/>
                </a:lnTo>
                <a:lnTo>
                  <a:pt x="962" y="72"/>
                </a:lnTo>
                <a:lnTo>
                  <a:pt x="963" y="72"/>
                </a:lnTo>
                <a:lnTo>
                  <a:pt x="963" y="73"/>
                </a:lnTo>
                <a:lnTo>
                  <a:pt x="964" y="73"/>
                </a:lnTo>
                <a:lnTo>
                  <a:pt x="964" y="74"/>
                </a:lnTo>
                <a:lnTo>
                  <a:pt x="964" y="73"/>
                </a:lnTo>
                <a:lnTo>
                  <a:pt x="965" y="73"/>
                </a:lnTo>
                <a:lnTo>
                  <a:pt x="966" y="73"/>
                </a:lnTo>
                <a:lnTo>
                  <a:pt x="967" y="73"/>
                </a:lnTo>
                <a:lnTo>
                  <a:pt x="967" y="74"/>
                </a:lnTo>
                <a:lnTo>
                  <a:pt x="968" y="74"/>
                </a:lnTo>
                <a:lnTo>
                  <a:pt x="968" y="75"/>
                </a:lnTo>
                <a:lnTo>
                  <a:pt x="969" y="75"/>
                </a:lnTo>
                <a:lnTo>
                  <a:pt x="970" y="75"/>
                </a:lnTo>
                <a:lnTo>
                  <a:pt x="970" y="76"/>
                </a:lnTo>
                <a:lnTo>
                  <a:pt x="970" y="77"/>
                </a:lnTo>
                <a:lnTo>
                  <a:pt x="971" y="77"/>
                </a:lnTo>
                <a:lnTo>
                  <a:pt x="972" y="77"/>
                </a:lnTo>
                <a:lnTo>
                  <a:pt x="973" y="77"/>
                </a:lnTo>
                <a:lnTo>
                  <a:pt x="974" y="77"/>
                </a:lnTo>
                <a:lnTo>
                  <a:pt x="975" y="77"/>
                </a:lnTo>
                <a:lnTo>
                  <a:pt x="975" y="78"/>
                </a:lnTo>
                <a:lnTo>
                  <a:pt x="976" y="78"/>
                </a:lnTo>
                <a:lnTo>
                  <a:pt x="977" y="78"/>
                </a:lnTo>
                <a:lnTo>
                  <a:pt x="977" y="79"/>
                </a:lnTo>
                <a:lnTo>
                  <a:pt x="978" y="79"/>
                </a:lnTo>
                <a:lnTo>
                  <a:pt x="978" y="80"/>
                </a:lnTo>
                <a:lnTo>
                  <a:pt x="978" y="81"/>
                </a:lnTo>
                <a:lnTo>
                  <a:pt x="978" y="82"/>
                </a:lnTo>
                <a:lnTo>
                  <a:pt x="978" y="83"/>
                </a:lnTo>
                <a:lnTo>
                  <a:pt x="979" y="83"/>
                </a:lnTo>
                <a:lnTo>
                  <a:pt x="978" y="83"/>
                </a:lnTo>
                <a:lnTo>
                  <a:pt x="979" y="84"/>
                </a:lnTo>
                <a:lnTo>
                  <a:pt x="979" y="85"/>
                </a:lnTo>
                <a:lnTo>
                  <a:pt x="978" y="85"/>
                </a:lnTo>
                <a:lnTo>
                  <a:pt x="978" y="86"/>
                </a:lnTo>
                <a:lnTo>
                  <a:pt x="979" y="86"/>
                </a:lnTo>
                <a:lnTo>
                  <a:pt x="979" y="87"/>
                </a:lnTo>
                <a:lnTo>
                  <a:pt x="980" y="86"/>
                </a:lnTo>
                <a:lnTo>
                  <a:pt x="980" y="85"/>
                </a:lnTo>
                <a:lnTo>
                  <a:pt x="981" y="85"/>
                </a:lnTo>
                <a:lnTo>
                  <a:pt x="982" y="85"/>
                </a:lnTo>
                <a:lnTo>
                  <a:pt x="982" y="84"/>
                </a:lnTo>
                <a:lnTo>
                  <a:pt x="983" y="84"/>
                </a:lnTo>
                <a:lnTo>
                  <a:pt x="983" y="85"/>
                </a:lnTo>
                <a:lnTo>
                  <a:pt x="984" y="85"/>
                </a:lnTo>
                <a:lnTo>
                  <a:pt x="984" y="86"/>
                </a:lnTo>
                <a:lnTo>
                  <a:pt x="984" y="87"/>
                </a:lnTo>
                <a:lnTo>
                  <a:pt x="985" y="87"/>
                </a:lnTo>
                <a:lnTo>
                  <a:pt x="985" y="88"/>
                </a:lnTo>
                <a:lnTo>
                  <a:pt x="985" y="89"/>
                </a:lnTo>
                <a:lnTo>
                  <a:pt x="986" y="89"/>
                </a:lnTo>
                <a:lnTo>
                  <a:pt x="985" y="89"/>
                </a:lnTo>
                <a:lnTo>
                  <a:pt x="985" y="90"/>
                </a:lnTo>
                <a:lnTo>
                  <a:pt x="985" y="91"/>
                </a:lnTo>
                <a:lnTo>
                  <a:pt x="986" y="91"/>
                </a:lnTo>
                <a:lnTo>
                  <a:pt x="987" y="92"/>
                </a:lnTo>
                <a:lnTo>
                  <a:pt x="988" y="92"/>
                </a:lnTo>
                <a:lnTo>
                  <a:pt x="988" y="93"/>
                </a:lnTo>
                <a:lnTo>
                  <a:pt x="989" y="93"/>
                </a:lnTo>
                <a:lnTo>
                  <a:pt x="989" y="92"/>
                </a:lnTo>
                <a:lnTo>
                  <a:pt x="990" y="92"/>
                </a:lnTo>
                <a:lnTo>
                  <a:pt x="990" y="93"/>
                </a:lnTo>
                <a:lnTo>
                  <a:pt x="991" y="94"/>
                </a:lnTo>
                <a:lnTo>
                  <a:pt x="991" y="93"/>
                </a:lnTo>
                <a:lnTo>
                  <a:pt x="991" y="94"/>
                </a:lnTo>
                <a:lnTo>
                  <a:pt x="992" y="94"/>
                </a:lnTo>
                <a:lnTo>
                  <a:pt x="992" y="93"/>
                </a:lnTo>
                <a:lnTo>
                  <a:pt x="993" y="93"/>
                </a:lnTo>
                <a:lnTo>
                  <a:pt x="994" y="93"/>
                </a:lnTo>
                <a:lnTo>
                  <a:pt x="995" y="93"/>
                </a:lnTo>
                <a:lnTo>
                  <a:pt x="995" y="94"/>
                </a:lnTo>
                <a:lnTo>
                  <a:pt x="995" y="95"/>
                </a:lnTo>
                <a:lnTo>
                  <a:pt x="995" y="96"/>
                </a:lnTo>
                <a:lnTo>
                  <a:pt x="995" y="97"/>
                </a:lnTo>
                <a:lnTo>
                  <a:pt x="996" y="97"/>
                </a:lnTo>
                <a:lnTo>
                  <a:pt x="996" y="96"/>
                </a:lnTo>
                <a:lnTo>
                  <a:pt x="996" y="97"/>
                </a:lnTo>
                <a:lnTo>
                  <a:pt x="997" y="97"/>
                </a:lnTo>
                <a:lnTo>
                  <a:pt x="998" y="97"/>
                </a:lnTo>
                <a:lnTo>
                  <a:pt x="998" y="96"/>
                </a:lnTo>
                <a:lnTo>
                  <a:pt x="998" y="95"/>
                </a:lnTo>
                <a:lnTo>
                  <a:pt x="999" y="95"/>
                </a:lnTo>
                <a:lnTo>
                  <a:pt x="999" y="94"/>
                </a:lnTo>
                <a:lnTo>
                  <a:pt x="999" y="95"/>
                </a:lnTo>
                <a:lnTo>
                  <a:pt x="1000" y="95"/>
                </a:lnTo>
                <a:lnTo>
                  <a:pt x="1000" y="96"/>
                </a:lnTo>
                <a:lnTo>
                  <a:pt x="1000" y="95"/>
                </a:lnTo>
                <a:lnTo>
                  <a:pt x="1000" y="96"/>
                </a:lnTo>
                <a:lnTo>
                  <a:pt x="1001" y="96"/>
                </a:lnTo>
                <a:lnTo>
                  <a:pt x="1002" y="96"/>
                </a:lnTo>
                <a:lnTo>
                  <a:pt x="1003" y="96"/>
                </a:lnTo>
                <a:lnTo>
                  <a:pt x="1003" y="97"/>
                </a:lnTo>
                <a:lnTo>
                  <a:pt x="1004" y="97"/>
                </a:lnTo>
                <a:lnTo>
                  <a:pt x="1004" y="98"/>
                </a:lnTo>
                <a:lnTo>
                  <a:pt x="1005" y="98"/>
                </a:lnTo>
                <a:lnTo>
                  <a:pt x="1005" y="99"/>
                </a:lnTo>
                <a:lnTo>
                  <a:pt x="1006" y="98"/>
                </a:lnTo>
                <a:lnTo>
                  <a:pt x="1006" y="99"/>
                </a:lnTo>
                <a:lnTo>
                  <a:pt x="1007" y="99"/>
                </a:lnTo>
                <a:lnTo>
                  <a:pt x="1007" y="98"/>
                </a:lnTo>
                <a:lnTo>
                  <a:pt x="1008" y="98"/>
                </a:lnTo>
                <a:lnTo>
                  <a:pt x="1008" y="99"/>
                </a:lnTo>
                <a:lnTo>
                  <a:pt x="1009" y="99"/>
                </a:lnTo>
                <a:lnTo>
                  <a:pt x="1010" y="99"/>
                </a:lnTo>
                <a:lnTo>
                  <a:pt x="1010" y="98"/>
                </a:lnTo>
                <a:lnTo>
                  <a:pt x="1011" y="97"/>
                </a:lnTo>
                <a:lnTo>
                  <a:pt x="1012" y="97"/>
                </a:lnTo>
                <a:lnTo>
                  <a:pt x="1013" y="97"/>
                </a:lnTo>
                <a:lnTo>
                  <a:pt x="1014" y="97"/>
                </a:lnTo>
                <a:lnTo>
                  <a:pt x="1015" y="97"/>
                </a:lnTo>
                <a:lnTo>
                  <a:pt x="1015" y="98"/>
                </a:lnTo>
                <a:lnTo>
                  <a:pt x="1016" y="98"/>
                </a:lnTo>
                <a:lnTo>
                  <a:pt x="1017" y="98"/>
                </a:lnTo>
                <a:lnTo>
                  <a:pt x="1018" y="98"/>
                </a:lnTo>
                <a:lnTo>
                  <a:pt x="1018" y="99"/>
                </a:lnTo>
                <a:lnTo>
                  <a:pt x="1019" y="99"/>
                </a:lnTo>
                <a:lnTo>
                  <a:pt x="1020" y="99"/>
                </a:lnTo>
                <a:lnTo>
                  <a:pt x="1020" y="98"/>
                </a:lnTo>
                <a:lnTo>
                  <a:pt x="1021" y="98"/>
                </a:lnTo>
                <a:lnTo>
                  <a:pt x="1021" y="99"/>
                </a:lnTo>
                <a:lnTo>
                  <a:pt x="1022" y="99"/>
                </a:lnTo>
                <a:lnTo>
                  <a:pt x="1022" y="100"/>
                </a:lnTo>
                <a:lnTo>
                  <a:pt x="1023" y="100"/>
                </a:lnTo>
                <a:lnTo>
                  <a:pt x="1023" y="99"/>
                </a:lnTo>
                <a:lnTo>
                  <a:pt x="1024" y="99"/>
                </a:lnTo>
                <a:lnTo>
                  <a:pt x="1024" y="100"/>
                </a:lnTo>
                <a:lnTo>
                  <a:pt x="1025" y="101"/>
                </a:lnTo>
                <a:lnTo>
                  <a:pt x="1026" y="101"/>
                </a:lnTo>
                <a:lnTo>
                  <a:pt x="1026" y="102"/>
                </a:lnTo>
                <a:lnTo>
                  <a:pt x="1026" y="103"/>
                </a:lnTo>
                <a:lnTo>
                  <a:pt x="1027" y="103"/>
                </a:lnTo>
                <a:lnTo>
                  <a:pt x="1027" y="104"/>
                </a:lnTo>
                <a:lnTo>
                  <a:pt x="1027" y="105"/>
                </a:lnTo>
                <a:lnTo>
                  <a:pt x="1028" y="105"/>
                </a:lnTo>
                <a:lnTo>
                  <a:pt x="1029" y="105"/>
                </a:lnTo>
                <a:lnTo>
                  <a:pt x="1029" y="106"/>
                </a:lnTo>
                <a:lnTo>
                  <a:pt x="1029" y="107"/>
                </a:lnTo>
                <a:lnTo>
                  <a:pt x="1030" y="107"/>
                </a:lnTo>
                <a:lnTo>
                  <a:pt x="1030" y="108"/>
                </a:lnTo>
                <a:lnTo>
                  <a:pt x="1031" y="108"/>
                </a:lnTo>
                <a:lnTo>
                  <a:pt x="1032" y="108"/>
                </a:lnTo>
                <a:lnTo>
                  <a:pt x="1032" y="109"/>
                </a:lnTo>
                <a:lnTo>
                  <a:pt x="1033" y="109"/>
                </a:lnTo>
                <a:lnTo>
                  <a:pt x="1034" y="109"/>
                </a:lnTo>
                <a:lnTo>
                  <a:pt x="1034" y="108"/>
                </a:lnTo>
                <a:lnTo>
                  <a:pt x="1035" y="108"/>
                </a:lnTo>
                <a:lnTo>
                  <a:pt x="1035" y="107"/>
                </a:lnTo>
                <a:lnTo>
                  <a:pt x="1036" y="107"/>
                </a:lnTo>
                <a:lnTo>
                  <a:pt x="1036" y="106"/>
                </a:lnTo>
                <a:lnTo>
                  <a:pt x="1037" y="106"/>
                </a:lnTo>
                <a:lnTo>
                  <a:pt x="1038" y="106"/>
                </a:lnTo>
                <a:lnTo>
                  <a:pt x="1039" y="106"/>
                </a:lnTo>
                <a:lnTo>
                  <a:pt x="1039" y="107"/>
                </a:lnTo>
                <a:lnTo>
                  <a:pt x="1040" y="107"/>
                </a:lnTo>
                <a:lnTo>
                  <a:pt x="1040" y="108"/>
                </a:lnTo>
                <a:lnTo>
                  <a:pt x="1041" y="108"/>
                </a:lnTo>
                <a:lnTo>
                  <a:pt x="1040" y="108"/>
                </a:lnTo>
                <a:lnTo>
                  <a:pt x="1040" y="109"/>
                </a:lnTo>
                <a:lnTo>
                  <a:pt x="1039" y="109"/>
                </a:lnTo>
                <a:lnTo>
                  <a:pt x="1039" y="110"/>
                </a:lnTo>
                <a:lnTo>
                  <a:pt x="1039" y="111"/>
                </a:lnTo>
                <a:lnTo>
                  <a:pt x="1039" y="112"/>
                </a:lnTo>
                <a:lnTo>
                  <a:pt x="1038" y="112"/>
                </a:lnTo>
                <a:lnTo>
                  <a:pt x="1039" y="113"/>
                </a:lnTo>
                <a:lnTo>
                  <a:pt x="1039" y="114"/>
                </a:lnTo>
                <a:lnTo>
                  <a:pt x="1039" y="115"/>
                </a:lnTo>
                <a:lnTo>
                  <a:pt x="1038" y="115"/>
                </a:lnTo>
                <a:lnTo>
                  <a:pt x="1038" y="116"/>
                </a:lnTo>
                <a:lnTo>
                  <a:pt x="1037" y="117"/>
                </a:lnTo>
                <a:lnTo>
                  <a:pt x="1036" y="118"/>
                </a:lnTo>
                <a:lnTo>
                  <a:pt x="1036" y="119"/>
                </a:lnTo>
                <a:lnTo>
                  <a:pt x="1036" y="120"/>
                </a:lnTo>
                <a:lnTo>
                  <a:pt x="1037" y="121"/>
                </a:lnTo>
                <a:lnTo>
                  <a:pt x="1037" y="122"/>
                </a:lnTo>
                <a:lnTo>
                  <a:pt x="1037" y="123"/>
                </a:lnTo>
                <a:lnTo>
                  <a:pt x="1038" y="123"/>
                </a:lnTo>
                <a:lnTo>
                  <a:pt x="1038" y="124"/>
                </a:lnTo>
                <a:lnTo>
                  <a:pt x="1039" y="124"/>
                </a:lnTo>
                <a:lnTo>
                  <a:pt x="1039" y="123"/>
                </a:lnTo>
                <a:lnTo>
                  <a:pt x="1040" y="123"/>
                </a:lnTo>
                <a:lnTo>
                  <a:pt x="1041" y="124"/>
                </a:lnTo>
                <a:lnTo>
                  <a:pt x="1041" y="123"/>
                </a:lnTo>
                <a:lnTo>
                  <a:pt x="1042" y="123"/>
                </a:lnTo>
                <a:lnTo>
                  <a:pt x="1043" y="123"/>
                </a:lnTo>
                <a:lnTo>
                  <a:pt x="1044" y="123"/>
                </a:lnTo>
                <a:lnTo>
                  <a:pt x="1044" y="124"/>
                </a:lnTo>
                <a:lnTo>
                  <a:pt x="1045" y="124"/>
                </a:lnTo>
                <a:lnTo>
                  <a:pt x="1046" y="124"/>
                </a:lnTo>
                <a:lnTo>
                  <a:pt x="1045" y="124"/>
                </a:lnTo>
                <a:lnTo>
                  <a:pt x="1046" y="125"/>
                </a:lnTo>
                <a:lnTo>
                  <a:pt x="1047" y="125"/>
                </a:lnTo>
                <a:lnTo>
                  <a:pt x="1047" y="126"/>
                </a:lnTo>
                <a:lnTo>
                  <a:pt x="1048" y="126"/>
                </a:lnTo>
                <a:lnTo>
                  <a:pt x="1048" y="127"/>
                </a:lnTo>
                <a:lnTo>
                  <a:pt x="1049" y="127"/>
                </a:lnTo>
                <a:lnTo>
                  <a:pt x="1049" y="126"/>
                </a:lnTo>
                <a:lnTo>
                  <a:pt x="1049" y="127"/>
                </a:lnTo>
                <a:lnTo>
                  <a:pt x="1050" y="127"/>
                </a:lnTo>
                <a:lnTo>
                  <a:pt x="1050" y="128"/>
                </a:lnTo>
                <a:lnTo>
                  <a:pt x="1051" y="128"/>
                </a:lnTo>
                <a:lnTo>
                  <a:pt x="1051" y="129"/>
                </a:lnTo>
                <a:lnTo>
                  <a:pt x="1052" y="129"/>
                </a:lnTo>
                <a:lnTo>
                  <a:pt x="1053" y="130"/>
                </a:lnTo>
                <a:lnTo>
                  <a:pt x="1054" y="130"/>
                </a:lnTo>
                <a:lnTo>
                  <a:pt x="1055" y="130"/>
                </a:lnTo>
                <a:lnTo>
                  <a:pt x="1055" y="129"/>
                </a:lnTo>
                <a:lnTo>
                  <a:pt x="1055" y="130"/>
                </a:lnTo>
                <a:lnTo>
                  <a:pt x="1056" y="130"/>
                </a:lnTo>
                <a:lnTo>
                  <a:pt x="1056" y="131"/>
                </a:lnTo>
                <a:lnTo>
                  <a:pt x="1056" y="132"/>
                </a:lnTo>
                <a:lnTo>
                  <a:pt x="1057" y="132"/>
                </a:lnTo>
                <a:lnTo>
                  <a:pt x="1057" y="133"/>
                </a:lnTo>
                <a:lnTo>
                  <a:pt x="1057" y="132"/>
                </a:lnTo>
                <a:lnTo>
                  <a:pt x="1057" y="133"/>
                </a:lnTo>
                <a:lnTo>
                  <a:pt x="1058" y="133"/>
                </a:lnTo>
                <a:lnTo>
                  <a:pt x="1058" y="134"/>
                </a:lnTo>
                <a:lnTo>
                  <a:pt x="1059" y="134"/>
                </a:lnTo>
                <a:lnTo>
                  <a:pt x="1059" y="135"/>
                </a:lnTo>
                <a:lnTo>
                  <a:pt x="1060" y="135"/>
                </a:lnTo>
                <a:lnTo>
                  <a:pt x="1060" y="136"/>
                </a:lnTo>
                <a:lnTo>
                  <a:pt x="1060" y="137"/>
                </a:lnTo>
                <a:lnTo>
                  <a:pt x="1060" y="138"/>
                </a:lnTo>
                <a:lnTo>
                  <a:pt x="1061" y="138"/>
                </a:lnTo>
                <a:lnTo>
                  <a:pt x="1061" y="137"/>
                </a:lnTo>
                <a:lnTo>
                  <a:pt x="1061" y="138"/>
                </a:lnTo>
                <a:lnTo>
                  <a:pt x="1062" y="138"/>
                </a:lnTo>
                <a:lnTo>
                  <a:pt x="1063" y="138"/>
                </a:lnTo>
                <a:lnTo>
                  <a:pt x="1063" y="139"/>
                </a:lnTo>
                <a:lnTo>
                  <a:pt x="1064" y="139"/>
                </a:lnTo>
                <a:lnTo>
                  <a:pt x="1064" y="140"/>
                </a:lnTo>
                <a:lnTo>
                  <a:pt x="1065" y="140"/>
                </a:lnTo>
                <a:lnTo>
                  <a:pt x="1066" y="140"/>
                </a:lnTo>
                <a:lnTo>
                  <a:pt x="1067" y="140"/>
                </a:lnTo>
                <a:lnTo>
                  <a:pt x="1068" y="140"/>
                </a:lnTo>
                <a:lnTo>
                  <a:pt x="1068" y="141"/>
                </a:lnTo>
                <a:lnTo>
                  <a:pt x="1069" y="141"/>
                </a:lnTo>
                <a:lnTo>
                  <a:pt x="1070" y="141"/>
                </a:lnTo>
                <a:lnTo>
                  <a:pt x="1071" y="141"/>
                </a:lnTo>
                <a:lnTo>
                  <a:pt x="1072" y="141"/>
                </a:lnTo>
                <a:lnTo>
                  <a:pt x="1072" y="142"/>
                </a:lnTo>
                <a:lnTo>
                  <a:pt x="1073" y="142"/>
                </a:lnTo>
                <a:lnTo>
                  <a:pt x="1073" y="143"/>
                </a:lnTo>
                <a:lnTo>
                  <a:pt x="1074" y="143"/>
                </a:lnTo>
                <a:lnTo>
                  <a:pt x="1075" y="143"/>
                </a:lnTo>
                <a:lnTo>
                  <a:pt x="1075" y="144"/>
                </a:lnTo>
                <a:lnTo>
                  <a:pt x="1076" y="144"/>
                </a:lnTo>
                <a:lnTo>
                  <a:pt x="1077" y="144"/>
                </a:lnTo>
                <a:lnTo>
                  <a:pt x="1077" y="145"/>
                </a:lnTo>
                <a:lnTo>
                  <a:pt x="1078" y="145"/>
                </a:lnTo>
                <a:lnTo>
                  <a:pt x="1079" y="145"/>
                </a:lnTo>
                <a:lnTo>
                  <a:pt x="1080" y="145"/>
                </a:lnTo>
                <a:lnTo>
                  <a:pt x="1080" y="144"/>
                </a:lnTo>
                <a:lnTo>
                  <a:pt x="1080" y="143"/>
                </a:lnTo>
                <a:lnTo>
                  <a:pt x="1080" y="142"/>
                </a:lnTo>
                <a:lnTo>
                  <a:pt x="1081" y="142"/>
                </a:lnTo>
                <a:lnTo>
                  <a:pt x="1082" y="142"/>
                </a:lnTo>
                <a:lnTo>
                  <a:pt x="1082" y="141"/>
                </a:lnTo>
                <a:lnTo>
                  <a:pt x="1082" y="140"/>
                </a:lnTo>
                <a:lnTo>
                  <a:pt x="1083" y="140"/>
                </a:lnTo>
                <a:lnTo>
                  <a:pt x="1084" y="140"/>
                </a:lnTo>
                <a:lnTo>
                  <a:pt x="1084" y="139"/>
                </a:lnTo>
                <a:lnTo>
                  <a:pt x="1085" y="139"/>
                </a:lnTo>
                <a:lnTo>
                  <a:pt x="1085" y="138"/>
                </a:lnTo>
                <a:lnTo>
                  <a:pt x="1086" y="138"/>
                </a:lnTo>
                <a:lnTo>
                  <a:pt x="1086" y="137"/>
                </a:lnTo>
                <a:lnTo>
                  <a:pt x="1086" y="138"/>
                </a:lnTo>
                <a:lnTo>
                  <a:pt x="1087" y="138"/>
                </a:lnTo>
                <a:lnTo>
                  <a:pt x="1088" y="138"/>
                </a:lnTo>
                <a:lnTo>
                  <a:pt x="1088" y="139"/>
                </a:lnTo>
                <a:lnTo>
                  <a:pt x="1089" y="139"/>
                </a:lnTo>
                <a:lnTo>
                  <a:pt x="1090" y="139"/>
                </a:lnTo>
                <a:lnTo>
                  <a:pt x="1091" y="139"/>
                </a:lnTo>
                <a:lnTo>
                  <a:pt x="1091" y="138"/>
                </a:lnTo>
                <a:lnTo>
                  <a:pt x="1091" y="139"/>
                </a:lnTo>
                <a:lnTo>
                  <a:pt x="1092" y="139"/>
                </a:lnTo>
                <a:lnTo>
                  <a:pt x="1093" y="139"/>
                </a:lnTo>
                <a:lnTo>
                  <a:pt x="1093" y="140"/>
                </a:lnTo>
                <a:lnTo>
                  <a:pt x="1094" y="140"/>
                </a:lnTo>
                <a:lnTo>
                  <a:pt x="1095" y="140"/>
                </a:lnTo>
                <a:lnTo>
                  <a:pt x="1095" y="141"/>
                </a:lnTo>
                <a:lnTo>
                  <a:pt x="1096" y="141"/>
                </a:lnTo>
                <a:lnTo>
                  <a:pt x="1097" y="141"/>
                </a:lnTo>
                <a:lnTo>
                  <a:pt x="1098" y="141"/>
                </a:lnTo>
                <a:lnTo>
                  <a:pt x="1099" y="141"/>
                </a:lnTo>
                <a:lnTo>
                  <a:pt x="1100" y="141"/>
                </a:lnTo>
                <a:lnTo>
                  <a:pt x="1100" y="142"/>
                </a:lnTo>
                <a:lnTo>
                  <a:pt x="1100" y="143"/>
                </a:lnTo>
                <a:lnTo>
                  <a:pt x="1101" y="143"/>
                </a:lnTo>
                <a:lnTo>
                  <a:pt x="1102" y="143"/>
                </a:lnTo>
                <a:lnTo>
                  <a:pt x="1102" y="144"/>
                </a:lnTo>
                <a:lnTo>
                  <a:pt x="1102" y="145"/>
                </a:lnTo>
                <a:lnTo>
                  <a:pt x="1103" y="145"/>
                </a:lnTo>
                <a:lnTo>
                  <a:pt x="1103" y="146"/>
                </a:lnTo>
                <a:lnTo>
                  <a:pt x="1104" y="147"/>
                </a:lnTo>
                <a:lnTo>
                  <a:pt x="1105" y="147"/>
                </a:lnTo>
                <a:lnTo>
                  <a:pt x="1105" y="148"/>
                </a:lnTo>
                <a:lnTo>
                  <a:pt x="1106" y="148"/>
                </a:lnTo>
                <a:lnTo>
                  <a:pt x="1106" y="149"/>
                </a:lnTo>
                <a:lnTo>
                  <a:pt x="1106" y="150"/>
                </a:lnTo>
                <a:lnTo>
                  <a:pt x="1105" y="150"/>
                </a:lnTo>
                <a:lnTo>
                  <a:pt x="1105" y="151"/>
                </a:lnTo>
                <a:lnTo>
                  <a:pt x="1106" y="151"/>
                </a:lnTo>
                <a:lnTo>
                  <a:pt x="1106" y="152"/>
                </a:lnTo>
                <a:lnTo>
                  <a:pt x="1107" y="152"/>
                </a:lnTo>
                <a:lnTo>
                  <a:pt x="1108" y="152"/>
                </a:lnTo>
                <a:lnTo>
                  <a:pt x="1109" y="152"/>
                </a:lnTo>
                <a:lnTo>
                  <a:pt x="1109" y="153"/>
                </a:lnTo>
                <a:lnTo>
                  <a:pt x="1110" y="153"/>
                </a:lnTo>
                <a:lnTo>
                  <a:pt x="1111" y="153"/>
                </a:lnTo>
                <a:lnTo>
                  <a:pt x="1112" y="153"/>
                </a:lnTo>
                <a:lnTo>
                  <a:pt x="1112" y="154"/>
                </a:lnTo>
                <a:lnTo>
                  <a:pt x="1113" y="154"/>
                </a:lnTo>
                <a:lnTo>
                  <a:pt x="1114" y="154"/>
                </a:lnTo>
                <a:lnTo>
                  <a:pt x="1115" y="154"/>
                </a:lnTo>
                <a:lnTo>
                  <a:pt x="1115" y="155"/>
                </a:lnTo>
                <a:lnTo>
                  <a:pt x="1116" y="155"/>
                </a:lnTo>
                <a:lnTo>
                  <a:pt x="1117" y="155"/>
                </a:lnTo>
                <a:lnTo>
                  <a:pt x="1118" y="155"/>
                </a:lnTo>
                <a:lnTo>
                  <a:pt x="1118" y="156"/>
                </a:lnTo>
                <a:lnTo>
                  <a:pt x="1119" y="156"/>
                </a:lnTo>
                <a:lnTo>
                  <a:pt x="1119" y="157"/>
                </a:lnTo>
                <a:lnTo>
                  <a:pt x="1119" y="158"/>
                </a:lnTo>
                <a:lnTo>
                  <a:pt x="1119" y="159"/>
                </a:lnTo>
                <a:lnTo>
                  <a:pt x="1120" y="159"/>
                </a:lnTo>
                <a:lnTo>
                  <a:pt x="1121" y="159"/>
                </a:lnTo>
                <a:lnTo>
                  <a:pt x="1122" y="159"/>
                </a:lnTo>
                <a:lnTo>
                  <a:pt x="1123" y="159"/>
                </a:lnTo>
                <a:lnTo>
                  <a:pt x="1123" y="158"/>
                </a:lnTo>
                <a:lnTo>
                  <a:pt x="1123" y="159"/>
                </a:lnTo>
                <a:lnTo>
                  <a:pt x="1124" y="159"/>
                </a:lnTo>
                <a:lnTo>
                  <a:pt x="1124" y="158"/>
                </a:lnTo>
                <a:lnTo>
                  <a:pt x="1124" y="157"/>
                </a:lnTo>
                <a:lnTo>
                  <a:pt x="1125" y="157"/>
                </a:lnTo>
                <a:lnTo>
                  <a:pt x="1125" y="156"/>
                </a:lnTo>
                <a:lnTo>
                  <a:pt x="1126" y="155"/>
                </a:lnTo>
                <a:lnTo>
                  <a:pt x="1127" y="155"/>
                </a:lnTo>
                <a:lnTo>
                  <a:pt x="1127" y="154"/>
                </a:lnTo>
                <a:lnTo>
                  <a:pt x="1128" y="154"/>
                </a:lnTo>
                <a:lnTo>
                  <a:pt x="1129" y="154"/>
                </a:lnTo>
                <a:lnTo>
                  <a:pt x="1129" y="153"/>
                </a:lnTo>
                <a:lnTo>
                  <a:pt x="1130" y="152"/>
                </a:lnTo>
                <a:lnTo>
                  <a:pt x="1131" y="152"/>
                </a:lnTo>
                <a:lnTo>
                  <a:pt x="1133" y="152"/>
                </a:lnTo>
                <a:lnTo>
                  <a:pt x="1134" y="152"/>
                </a:lnTo>
                <a:lnTo>
                  <a:pt x="1135" y="152"/>
                </a:lnTo>
                <a:lnTo>
                  <a:pt x="1136" y="152"/>
                </a:lnTo>
                <a:lnTo>
                  <a:pt x="1136" y="153"/>
                </a:lnTo>
                <a:lnTo>
                  <a:pt x="1137" y="153"/>
                </a:lnTo>
                <a:lnTo>
                  <a:pt x="1138" y="154"/>
                </a:lnTo>
                <a:lnTo>
                  <a:pt x="1137" y="154"/>
                </a:lnTo>
                <a:lnTo>
                  <a:pt x="1137" y="155"/>
                </a:lnTo>
                <a:lnTo>
                  <a:pt x="1138" y="155"/>
                </a:lnTo>
                <a:lnTo>
                  <a:pt x="1139" y="156"/>
                </a:lnTo>
                <a:lnTo>
                  <a:pt x="1139" y="157"/>
                </a:lnTo>
                <a:lnTo>
                  <a:pt x="1139" y="158"/>
                </a:lnTo>
                <a:lnTo>
                  <a:pt x="1140" y="159"/>
                </a:lnTo>
                <a:lnTo>
                  <a:pt x="1140" y="160"/>
                </a:lnTo>
                <a:lnTo>
                  <a:pt x="1140" y="161"/>
                </a:lnTo>
                <a:lnTo>
                  <a:pt x="1139" y="162"/>
                </a:lnTo>
                <a:lnTo>
                  <a:pt x="1140" y="162"/>
                </a:lnTo>
                <a:lnTo>
                  <a:pt x="1140" y="163"/>
                </a:lnTo>
                <a:lnTo>
                  <a:pt x="1141" y="163"/>
                </a:lnTo>
                <a:lnTo>
                  <a:pt x="1142" y="164"/>
                </a:lnTo>
                <a:lnTo>
                  <a:pt x="1142" y="165"/>
                </a:lnTo>
                <a:lnTo>
                  <a:pt x="1142" y="166"/>
                </a:lnTo>
                <a:lnTo>
                  <a:pt x="1143" y="167"/>
                </a:lnTo>
                <a:lnTo>
                  <a:pt x="1144" y="167"/>
                </a:lnTo>
                <a:lnTo>
                  <a:pt x="1145" y="168"/>
                </a:lnTo>
                <a:lnTo>
                  <a:pt x="1146" y="168"/>
                </a:lnTo>
                <a:lnTo>
                  <a:pt x="1146" y="169"/>
                </a:lnTo>
                <a:lnTo>
                  <a:pt x="1147" y="170"/>
                </a:lnTo>
                <a:lnTo>
                  <a:pt x="1148" y="170"/>
                </a:lnTo>
                <a:lnTo>
                  <a:pt x="1148" y="171"/>
                </a:lnTo>
                <a:lnTo>
                  <a:pt x="1147" y="171"/>
                </a:lnTo>
                <a:lnTo>
                  <a:pt x="1147" y="172"/>
                </a:lnTo>
                <a:lnTo>
                  <a:pt x="1147" y="173"/>
                </a:lnTo>
                <a:lnTo>
                  <a:pt x="1147" y="174"/>
                </a:lnTo>
                <a:lnTo>
                  <a:pt x="1146" y="174"/>
                </a:lnTo>
                <a:lnTo>
                  <a:pt x="1145" y="176"/>
                </a:lnTo>
                <a:lnTo>
                  <a:pt x="1145" y="177"/>
                </a:lnTo>
                <a:lnTo>
                  <a:pt x="1146" y="177"/>
                </a:lnTo>
                <a:lnTo>
                  <a:pt x="1147" y="177"/>
                </a:lnTo>
                <a:lnTo>
                  <a:pt x="1148" y="177"/>
                </a:lnTo>
                <a:lnTo>
                  <a:pt x="1149" y="178"/>
                </a:lnTo>
                <a:lnTo>
                  <a:pt x="1150" y="178"/>
                </a:lnTo>
                <a:lnTo>
                  <a:pt x="1151" y="179"/>
                </a:lnTo>
                <a:lnTo>
                  <a:pt x="1152" y="180"/>
                </a:lnTo>
                <a:lnTo>
                  <a:pt x="1153" y="181"/>
                </a:lnTo>
                <a:lnTo>
                  <a:pt x="1153" y="182"/>
                </a:lnTo>
                <a:lnTo>
                  <a:pt x="1153" y="183"/>
                </a:lnTo>
                <a:lnTo>
                  <a:pt x="1154" y="183"/>
                </a:lnTo>
                <a:lnTo>
                  <a:pt x="1155" y="184"/>
                </a:lnTo>
                <a:lnTo>
                  <a:pt x="1157" y="184"/>
                </a:lnTo>
                <a:lnTo>
                  <a:pt x="1159" y="184"/>
                </a:lnTo>
                <a:lnTo>
                  <a:pt x="1159" y="185"/>
                </a:lnTo>
                <a:lnTo>
                  <a:pt x="1160" y="186"/>
                </a:lnTo>
                <a:lnTo>
                  <a:pt x="1161" y="186"/>
                </a:lnTo>
                <a:lnTo>
                  <a:pt x="1162" y="186"/>
                </a:lnTo>
                <a:lnTo>
                  <a:pt x="1163" y="186"/>
                </a:lnTo>
                <a:lnTo>
                  <a:pt x="1163" y="187"/>
                </a:lnTo>
                <a:lnTo>
                  <a:pt x="1163" y="188"/>
                </a:lnTo>
                <a:lnTo>
                  <a:pt x="1164" y="189"/>
                </a:lnTo>
                <a:lnTo>
                  <a:pt x="1165" y="190"/>
                </a:lnTo>
                <a:lnTo>
                  <a:pt x="1167" y="191"/>
                </a:lnTo>
                <a:lnTo>
                  <a:pt x="1169" y="192"/>
                </a:lnTo>
                <a:lnTo>
                  <a:pt x="1170" y="193"/>
                </a:lnTo>
                <a:lnTo>
                  <a:pt x="1171" y="193"/>
                </a:lnTo>
                <a:lnTo>
                  <a:pt x="1172" y="193"/>
                </a:lnTo>
                <a:lnTo>
                  <a:pt x="1172" y="194"/>
                </a:lnTo>
                <a:lnTo>
                  <a:pt x="1173" y="194"/>
                </a:lnTo>
                <a:lnTo>
                  <a:pt x="1174" y="194"/>
                </a:lnTo>
                <a:lnTo>
                  <a:pt x="1175" y="195"/>
                </a:lnTo>
                <a:lnTo>
                  <a:pt x="1174" y="195"/>
                </a:lnTo>
                <a:lnTo>
                  <a:pt x="1174" y="196"/>
                </a:lnTo>
                <a:lnTo>
                  <a:pt x="1174" y="197"/>
                </a:lnTo>
                <a:lnTo>
                  <a:pt x="1175" y="197"/>
                </a:lnTo>
                <a:lnTo>
                  <a:pt x="1176" y="198"/>
                </a:lnTo>
                <a:lnTo>
                  <a:pt x="1177" y="198"/>
                </a:lnTo>
                <a:lnTo>
                  <a:pt x="1177" y="199"/>
                </a:lnTo>
                <a:lnTo>
                  <a:pt x="1177" y="200"/>
                </a:lnTo>
                <a:lnTo>
                  <a:pt x="1177" y="201"/>
                </a:lnTo>
                <a:lnTo>
                  <a:pt x="1178" y="201"/>
                </a:lnTo>
                <a:lnTo>
                  <a:pt x="1179" y="201"/>
                </a:lnTo>
                <a:lnTo>
                  <a:pt x="1179" y="202"/>
                </a:lnTo>
                <a:lnTo>
                  <a:pt x="1180" y="202"/>
                </a:lnTo>
                <a:lnTo>
                  <a:pt x="1180" y="203"/>
                </a:lnTo>
                <a:lnTo>
                  <a:pt x="1182" y="204"/>
                </a:lnTo>
                <a:lnTo>
                  <a:pt x="1183" y="204"/>
                </a:lnTo>
                <a:lnTo>
                  <a:pt x="1184" y="204"/>
                </a:lnTo>
                <a:lnTo>
                  <a:pt x="1185" y="204"/>
                </a:lnTo>
                <a:lnTo>
                  <a:pt x="1185" y="205"/>
                </a:lnTo>
                <a:lnTo>
                  <a:pt x="1185" y="206"/>
                </a:lnTo>
                <a:lnTo>
                  <a:pt x="1186" y="206"/>
                </a:lnTo>
                <a:lnTo>
                  <a:pt x="1187" y="207"/>
                </a:lnTo>
                <a:lnTo>
                  <a:pt x="1187" y="208"/>
                </a:lnTo>
                <a:lnTo>
                  <a:pt x="1188" y="209"/>
                </a:lnTo>
                <a:lnTo>
                  <a:pt x="1190" y="209"/>
                </a:lnTo>
                <a:lnTo>
                  <a:pt x="1190" y="208"/>
                </a:lnTo>
                <a:lnTo>
                  <a:pt x="1190" y="209"/>
                </a:lnTo>
                <a:lnTo>
                  <a:pt x="1191" y="210"/>
                </a:lnTo>
                <a:lnTo>
                  <a:pt x="1191" y="211"/>
                </a:lnTo>
                <a:lnTo>
                  <a:pt x="1192" y="212"/>
                </a:lnTo>
                <a:lnTo>
                  <a:pt x="1193" y="213"/>
                </a:lnTo>
                <a:lnTo>
                  <a:pt x="1194" y="214"/>
                </a:lnTo>
                <a:lnTo>
                  <a:pt x="1194" y="215"/>
                </a:lnTo>
                <a:lnTo>
                  <a:pt x="1194" y="216"/>
                </a:lnTo>
                <a:lnTo>
                  <a:pt x="1193" y="216"/>
                </a:lnTo>
                <a:lnTo>
                  <a:pt x="1192" y="216"/>
                </a:lnTo>
                <a:lnTo>
                  <a:pt x="1190" y="216"/>
                </a:lnTo>
                <a:lnTo>
                  <a:pt x="1189" y="216"/>
                </a:lnTo>
                <a:lnTo>
                  <a:pt x="1188" y="216"/>
                </a:lnTo>
                <a:lnTo>
                  <a:pt x="1187" y="217"/>
                </a:lnTo>
                <a:lnTo>
                  <a:pt x="1186" y="217"/>
                </a:lnTo>
                <a:lnTo>
                  <a:pt x="1185" y="217"/>
                </a:lnTo>
                <a:lnTo>
                  <a:pt x="1184" y="217"/>
                </a:lnTo>
                <a:lnTo>
                  <a:pt x="1183" y="217"/>
                </a:lnTo>
                <a:lnTo>
                  <a:pt x="1182" y="217"/>
                </a:lnTo>
                <a:lnTo>
                  <a:pt x="1181" y="217"/>
                </a:lnTo>
                <a:lnTo>
                  <a:pt x="1180" y="218"/>
                </a:lnTo>
                <a:lnTo>
                  <a:pt x="1180" y="219"/>
                </a:lnTo>
                <a:lnTo>
                  <a:pt x="1180" y="220"/>
                </a:lnTo>
                <a:lnTo>
                  <a:pt x="1181" y="220"/>
                </a:lnTo>
                <a:lnTo>
                  <a:pt x="1181" y="221"/>
                </a:lnTo>
                <a:lnTo>
                  <a:pt x="1181" y="222"/>
                </a:lnTo>
                <a:lnTo>
                  <a:pt x="1181" y="223"/>
                </a:lnTo>
                <a:lnTo>
                  <a:pt x="1182" y="224"/>
                </a:lnTo>
                <a:lnTo>
                  <a:pt x="1180" y="225"/>
                </a:lnTo>
                <a:lnTo>
                  <a:pt x="1180" y="226"/>
                </a:lnTo>
                <a:lnTo>
                  <a:pt x="1179" y="227"/>
                </a:lnTo>
                <a:lnTo>
                  <a:pt x="1178" y="227"/>
                </a:lnTo>
                <a:lnTo>
                  <a:pt x="1178" y="228"/>
                </a:lnTo>
                <a:lnTo>
                  <a:pt x="1178" y="229"/>
                </a:lnTo>
                <a:lnTo>
                  <a:pt x="1177" y="229"/>
                </a:lnTo>
                <a:lnTo>
                  <a:pt x="1177" y="230"/>
                </a:lnTo>
                <a:lnTo>
                  <a:pt x="1178" y="231"/>
                </a:lnTo>
                <a:lnTo>
                  <a:pt x="1179" y="231"/>
                </a:lnTo>
                <a:lnTo>
                  <a:pt x="1180" y="231"/>
                </a:lnTo>
                <a:lnTo>
                  <a:pt x="1181" y="231"/>
                </a:lnTo>
                <a:lnTo>
                  <a:pt x="1181" y="232"/>
                </a:lnTo>
                <a:lnTo>
                  <a:pt x="1182" y="232"/>
                </a:lnTo>
                <a:lnTo>
                  <a:pt x="1182" y="233"/>
                </a:lnTo>
                <a:lnTo>
                  <a:pt x="1183" y="232"/>
                </a:lnTo>
                <a:lnTo>
                  <a:pt x="1183" y="233"/>
                </a:lnTo>
                <a:lnTo>
                  <a:pt x="1184" y="234"/>
                </a:lnTo>
                <a:lnTo>
                  <a:pt x="1185" y="234"/>
                </a:lnTo>
                <a:lnTo>
                  <a:pt x="1186" y="234"/>
                </a:lnTo>
                <a:lnTo>
                  <a:pt x="1187" y="234"/>
                </a:lnTo>
                <a:lnTo>
                  <a:pt x="1187" y="235"/>
                </a:lnTo>
                <a:lnTo>
                  <a:pt x="1187" y="236"/>
                </a:lnTo>
                <a:lnTo>
                  <a:pt x="1187" y="237"/>
                </a:lnTo>
                <a:lnTo>
                  <a:pt x="1188" y="238"/>
                </a:lnTo>
                <a:lnTo>
                  <a:pt x="1188" y="239"/>
                </a:lnTo>
                <a:lnTo>
                  <a:pt x="1189" y="239"/>
                </a:lnTo>
                <a:lnTo>
                  <a:pt x="1189" y="240"/>
                </a:lnTo>
                <a:lnTo>
                  <a:pt x="1190" y="240"/>
                </a:lnTo>
                <a:lnTo>
                  <a:pt x="1191" y="240"/>
                </a:lnTo>
                <a:lnTo>
                  <a:pt x="1192" y="240"/>
                </a:lnTo>
                <a:lnTo>
                  <a:pt x="1193" y="241"/>
                </a:lnTo>
                <a:lnTo>
                  <a:pt x="1194" y="241"/>
                </a:lnTo>
                <a:lnTo>
                  <a:pt x="1194" y="242"/>
                </a:lnTo>
                <a:lnTo>
                  <a:pt x="1194" y="243"/>
                </a:lnTo>
                <a:lnTo>
                  <a:pt x="1195" y="243"/>
                </a:lnTo>
                <a:lnTo>
                  <a:pt x="1195" y="244"/>
                </a:lnTo>
                <a:lnTo>
                  <a:pt x="1196" y="244"/>
                </a:lnTo>
                <a:lnTo>
                  <a:pt x="1196" y="245"/>
                </a:lnTo>
                <a:lnTo>
                  <a:pt x="1197" y="246"/>
                </a:lnTo>
                <a:lnTo>
                  <a:pt x="1198" y="246"/>
                </a:lnTo>
                <a:lnTo>
                  <a:pt x="1199" y="247"/>
                </a:lnTo>
                <a:lnTo>
                  <a:pt x="1199" y="248"/>
                </a:lnTo>
                <a:lnTo>
                  <a:pt x="1200" y="248"/>
                </a:lnTo>
                <a:lnTo>
                  <a:pt x="1200" y="250"/>
                </a:lnTo>
                <a:lnTo>
                  <a:pt x="1201" y="251"/>
                </a:lnTo>
                <a:lnTo>
                  <a:pt x="1200" y="251"/>
                </a:lnTo>
                <a:lnTo>
                  <a:pt x="1199" y="250"/>
                </a:lnTo>
                <a:lnTo>
                  <a:pt x="1198" y="250"/>
                </a:lnTo>
                <a:lnTo>
                  <a:pt x="1198" y="251"/>
                </a:lnTo>
                <a:lnTo>
                  <a:pt x="1197" y="252"/>
                </a:lnTo>
                <a:lnTo>
                  <a:pt x="1196" y="253"/>
                </a:lnTo>
                <a:lnTo>
                  <a:pt x="1195" y="253"/>
                </a:lnTo>
                <a:lnTo>
                  <a:pt x="1194" y="254"/>
                </a:lnTo>
                <a:lnTo>
                  <a:pt x="1193" y="254"/>
                </a:lnTo>
                <a:lnTo>
                  <a:pt x="1192" y="254"/>
                </a:lnTo>
                <a:lnTo>
                  <a:pt x="1191" y="254"/>
                </a:lnTo>
                <a:lnTo>
                  <a:pt x="1191" y="255"/>
                </a:lnTo>
                <a:lnTo>
                  <a:pt x="1191" y="256"/>
                </a:lnTo>
                <a:lnTo>
                  <a:pt x="1190" y="256"/>
                </a:lnTo>
                <a:lnTo>
                  <a:pt x="1190" y="257"/>
                </a:lnTo>
                <a:lnTo>
                  <a:pt x="1191" y="257"/>
                </a:lnTo>
                <a:lnTo>
                  <a:pt x="1191" y="258"/>
                </a:lnTo>
                <a:lnTo>
                  <a:pt x="1191" y="259"/>
                </a:lnTo>
                <a:lnTo>
                  <a:pt x="1191" y="260"/>
                </a:lnTo>
                <a:lnTo>
                  <a:pt x="1191" y="261"/>
                </a:lnTo>
                <a:lnTo>
                  <a:pt x="1192" y="261"/>
                </a:lnTo>
                <a:lnTo>
                  <a:pt x="1193" y="262"/>
                </a:lnTo>
                <a:lnTo>
                  <a:pt x="1193" y="263"/>
                </a:lnTo>
                <a:lnTo>
                  <a:pt x="1195" y="264"/>
                </a:lnTo>
                <a:lnTo>
                  <a:pt x="1196" y="265"/>
                </a:lnTo>
                <a:lnTo>
                  <a:pt x="1197" y="265"/>
                </a:lnTo>
                <a:lnTo>
                  <a:pt x="1197" y="266"/>
                </a:lnTo>
                <a:lnTo>
                  <a:pt x="1198" y="266"/>
                </a:lnTo>
                <a:lnTo>
                  <a:pt x="1199" y="266"/>
                </a:lnTo>
                <a:lnTo>
                  <a:pt x="1201" y="266"/>
                </a:lnTo>
                <a:lnTo>
                  <a:pt x="1201" y="267"/>
                </a:lnTo>
                <a:lnTo>
                  <a:pt x="1201" y="268"/>
                </a:lnTo>
                <a:lnTo>
                  <a:pt x="1201" y="269"/>
                </a:lnTo>
                <a:lnTo>
                  <a:pt x="1202" y="269"/>
                </a:lnTo>
                <a:lnTo>
                  <a:pt x="1203" y="270"/>
                </a:lnTo>
                <a:lnTo>
                  <a:pt x="1204" y="270"/>
                </a:lnTo>
                <a:lnTo>
                  <a:pt x="1205" y="270"/>
                </a:lnTo>
                <a:lnTo>
                  <a:pt x="1205" y="271"/>
                </a:lnTo>
                <a:lnTo>
                  <a:pt x="1204" y="271"/>
                </a:lnTo>
                <a:lnTo>
                  <a:pt x="1203" y="271"/>
                </a:lnTo>
                <a:lnTo>
                  <a:pt x="1202" y="272"/>
                </a:lnTo>
                <a:lnTo>
                  <a:pt x="1203" y="272"/>
                </a:lnTo>
                <a:lnTo>
                  <a:pt x="1203" y="274"/>
                </a:lnTo>
                <a:lnTo>
                  <a:pt x="1204" y="276"/>
                </a:lnTo>
                <a:lnTo>
                  <a:pt x="1205" y="276"/>
                </a:lnTo>
                <a:lnTo>
                  <a:pt x="1206" y="276"/>
                </a:lnTo>
                <a:lnTo>
                  <a:pt x="1206" y="277"/>
                </a:lnTo>
                <a:lnTo>
                  <a:pt x="1207" y="278"/>
                </a:lnTo>
                <a:lnTo>
                  <a:pt x="1208" y="278"/>
                </a:lnTo>
                <a:lnTo>
                  <a:pt x="1208" y="279"/>
                </a:lnTo>
                <a:lnTo>
                  <a:pt x="1207" y="280"/>
                </a:lnTo>
                <a:lnTo>
                  <a:pt x="1207" y="281"/>
                </a:lnTo>
                <a:lnTo>
                  <a:pt x="1206" y="281"/>
                </a:lnTo>
                <a:lnTo>
                  <a:pt x="1205" y="282"/>
                </a:lnTo>
                <a:lnTo>
                  <a:pt x="1206" y="283"/>
                </a:lnTo>
                <a:lnTo>
                  <a:pt x="1207" y="283"/>
                </a:lnTo>
                <a:lnTo>
                  <a:pt x="1207" y="284"/>
                </a:lnTo>
                <a:lnTo>
                  <a:pt x="1207" y="285"/>
                </a:lnTo>
                <a:lnTo>
                  <a:pt x="1208" y="286"/>
                </a:lnTo>
                <a:lnTo>
                  <a:pt x="1209" y="286"/>
                </a:lnTo>
                <a:lnTo>
                  <a:pt x="1209" y="287"/>
                </a:lnTo>
                <a:lnTo>
                  <a:pt x="1209" y="288"/>
                </a:lnTo>
                <a:lnTo>
                  <a:pt x="1211" y="288"/>
                </a:lnTo>
                <a:lnTo>
                  <a:pt x="1210" y="289"/>
                </a:lnTo>
                <a:lnTo>
                  <a:pt x="1210" y="290"/>
                </a:lnTo>
                <a:lnTo>
                  <a:pt x="1210" y="291"/>
                </a:lnTo>
                <a:lnTo>
                  <a:pt x="1211" y="291"/>
                </a:lnTo>
                <a:lnTo>
                  <a:pt x="1211" y="292"/>
                </a:lnTo>
                <a:lnTo>
                  <a:pt x="1211" y="293"/>
                </a:lnTo>
                <a:lnTo>
                  <a:pt x="1211" y="294"/>
                </a:lnTo>
                <a:lnTo>
                  <a:pt x="1212" y="294"/>
                </a:lnTo>
                <a:lnTo>
                  <a:pt x="1212" y="295"/>
                </a:lnTo>
                <a:lnTo>
                  <a:pt x="1213" y="295"/>
                </a:lnTo>
                <a:lnTo>
                  <a:pt x="1214" y="296"/>
                </a:lnTo>
                <a:lnTo>
                  <a:pt x="1215" y="295"/>
                </a:lnTo>
                <a:lnTo>
                  <a:pt x="1216" y="295"/>
                </a:lnTo>
                <a:lnTo>
                  <a:pt x="1216" y="296"/>
                </a:lnTo>
                <a:lnTo>
                  <a:pt x="1217" y="296"/>
                </a:lnTo>
                <a:lnTo>
                  <a:pt x="1218" y="297"/>
                </a:lnTo>
                <a:lnTo>
                  <a:pt x="1219" y="297"/>
                </a:lnTo>
                <a:lnTo>
                  <a:pt x="1219" y="299"/>
                </a:lnTo>
                <a:lnTo>
                  <a:pt x="1220" y="299"/>
                </a:lnTo>
                <a:lnTo>
                  <a:pt x="1221" y="300"/>
                </a:lnTo>
                <a:lnTo>
                  <a:pt x="1223" y="300"/>
                </a:lnTo>
                <a:lnTo>
                  <a:pt x="1224" y="300"/>
                </a:lnTo>
                <a:lnTo>
                  <a:pt x="1224" y="301"/>
                </a:lnTo>
                <a:lnTo>
                  <a:pt x="1225" y="302"/>
                </a:lnTo>
                <a:lnTo>
                  <a:pt x="1226" y="303"/>
                </a:lnTo>
                <a:lnTo>
                  <a:pt x="1227" y="303"/>
                </a:lnTo>
                <a:lnTo>
                  <a:pt x="1228" y="303"/>
                </a:lnTo>
                <a:lnTo>
                  <a:pt x="1229" y="303"/>
                </a:lnTo>
                <a:lnTo>
                  <a:pt x="1229" y="304"/>
                </a:lnTo>
                <a:lnTo>
                  <a:pt x="1228" y="305"/>
                </a:lnTo>
                <a:lnTo>
                  <a:pt x="1228" y="306"/>
                </a:lnTo>
                <a:lnTo>
                  <a:pt x="1229" y="306"/>
                </a:lnTo>
                <a:lnTo>
                  <a:pt x="1230" y="306"/>
                </a:lnTo>
                <a:lnTo>
                  <a:pt x="1231" y="306"/>
                </a:lnTo>
                <a:lnTo>
                  <a:pt x="1231" y="307"/>
                </a:lnTo>
                <a:lnTo>
                  <a:pt x="1232" y="307"/>
                </a:lnTo>
                <a:lnTo>
                  <a:pt x="1232" y="308"/>
                </a:lnTo>
                <a:lnTo>
                  <a:pt x="1233" y="308"/>
                </a:lnTo>
                <a:lnTo>
                  <a:pt x="1232" y="308"/>
                </a:lnTo>
                <a:lnTo>
                  <a:pt x="1232" y="309"/>
                </a:lnTo>
                <a:lnTo>
                  <a:pt x="1230" y="309"/>
                </a:lnTo>
                <a:lnTo>
                  <a:pt x="1229" y="309"/>
                </a:lnTo>
                <a:lnTo>
                  <a:pt x="1228" y="309"/>
                </a:lnTo>
                <a:lnTo>
                  <a:pt x="1227" y="309"/>
                </a:lnTo>
                <a:lnTo>
                  <a:pt x="1226" y="309"/>
                </a:lnTo>
                <a:lnTo>
                  <a:pt x="1226" y="310"/>
                </a:lnTo>
                <a:lnTo>
                  <a:pt x="1225" y="310"/>
                </a:lnTo>
                <a:lnTo>
                  <a:pt x="1225" y="311"/>
                </a:lnTo>
                <a:lnTo>
                  <a:pt x="1224" y="311"/>
                </a:lnTo>
                <a:lnTo>
                  <a:pt x="1224" y="312"/>
                </a:lnTo>
                <a:lnTo>
                  <a:pt x="1223" y="313"/>
                </a:lnTo>
                <a:lnTo>
                  <a:pt x="1223" y="314"/>
                </a:lnTo>
                <a:lnTo>
                  <a:pt x="1222" y="314"/>
                </a:lnTo>
                <a:lnTo>
                  <a:pt x="1222" y="315"/>
                </a:lnTo>
                <a:lnTo>
                  <a:pt x="1222" y="316"/>
                </a:lnTo>
                <a:lnTo>
                  <a:pt x="1221" y="316"/>
                </a:lnTo>
                <a:lnTo>
                  <a:pt x="1221" y="317"/>
                </a:lnTo>
                <a:lnTo>
                  <a:pt x="1221" y="318"/>
                </a:lnTo>
                <a:lnTo>
                  <a:pt x="1221" y="319"/>
                </a:lnTo>
                <a:lnTo>
                  <a:pt x="1220" y="319"/>
                </a:lnTo>
                <a:lnTo>
                  <a:pt x="1219" y="320"/>
                </a:lnTo>
                <a:lnTo>
                  <a:pt x="1218" y="320"/>
                </a:lnTo>
                <a:lnTo>
                  <a:pt x="1217" y="320"/>
                </a:lnTo>
                <a:lnTo>
                  <a:pt x="1216" y="320"/>
                </a:lnTo>
                <a:lnTo>
                  <a:pt x="1216" y="321"/>
                </a:lnTo>
                <a:lnTo>
                  <a:pt x="1216" y="322"/>
                </a:lnTo>
                <a:lnTo>
                  <a:pt x="1217" y="322"/>
                </a:lnTo>
                <a:lnTo>
                  <a:pt x="1217" y="323"/>
                </a:lnTo>
                <a:lnTo>
                  <a:pt x="1217" y="322"/>
                </a:lnTo>
                <a:lnTo>
                  <a:pt x="1218" y="322"/>
                </a:lnTo>
                <a:lnTo>
                  <a:pt x="1219" y="323"/>
                </a:lnTo>
                <a:lnTo>
                  <a:pt x="1220" y="324"/>
                </a:lnTo>
                <a:lnTo>
                  <a:pt x="1220" y="325"/>
                </a:lnTo>
                <a:lnTo>
                  <a:pt x="1221" y="325"/>
                </a:lnTo>
                <a:lnTo>
                  <a:pt x="1223" y="325"/>
                </a:lnTo>
                <a:lnTo>
                  <a:pt x="1224" y="326"/>
                </a:lnTo>
                <a:lnTo>
                  <a:pt x="1223" y="326"/>
                </a:lnTo>
                <a:lnTo>
                  <a:pt x="1222" y="327"/>
                </a:lnTo>
                <a:lnTo>
                  <a:pt x="1222" y="328"/>
                </a:lnTo>
                <a:lnTo>
                  <a:pt x="1223" y="328"/>
                </a:lnTo>
                <a:lnTo>
                  <a:pt x="1223" y="329"/>
                </a:lnTo>
                <a:lnTo>
                  <a:pt x="1223" y="330"/>
                </a:lnTo>
                <a:lnTo>
                  <a:pt x="1224" y="330"/>
                </a:lnTo>
                <a:lnTo>
                  <a:pt x="1223" y="331"/>
                </a:lnTo>
                <a:lnTo>
                  <a:pt x="1223" y="332"/>
                </a:lnTo>
                <a:lnTo>
                  <a:pt x="1222" y="333"/>
                </a:lnTo>
                <a:lnTo>
                  <a:pt x="1222" y="334"/>
                </a:lnTo>
                <a:lnTo>
                  <a:pt x="1221" y="335"/>
                </a:lnTo>
                <a:lnTo>
                  <a:pt x="1221" y="337"/>
                </a:lnTo>
                <a:lnTo>
                  <a:pt x="1222" y="337"/>
                </a:lnTo>
                <a:lnTo>
                  <a:pt x="1222" y="338"/>
                </a:lnTo>
                <a:lnTo>
                  <a:pt x="1222" y="340"/>
                </a:lnTo>
                <a:lnTo>
                  <a:pt x="1221" y="341"/>
                </a:lnTo>
                <a:lnTo>
                  <a:pt x="1222" y="342"/>
                </a:lnTo>
                <a:lnTo>
                  <a:pt x="1222" y="343"/>
                </a:lnTo>
                <a:lnTo>
                  <a:pt x="1222" y="344"/>
                </a:lnTo>
                <a:lnTo>
                  <a:pt x="1222" y="345"/>
                </a:lnTo>
                <a:lnTo>
                  <a:pt x="1221" y="345"/>
                </a:lnTo>
                <a:lnTo>
                  <a:pt x="1222" y="346"/>
                </a:lnTo>
                <a:lnTo>
                  <a:pt x="1221" y="347"/>
                </a:lnTo>
                <a:lnTo>
                  <a:pt x="1219" y="347"/>
                </a:lnTo>
                <a:lnTo>
                  <a:pt x="1219" y="346"/>
                </a:lnTo>
                <a:lnTo>
                  <a:pt x="1219" y="345"/>
                </a:lnTo>
                <a:lnTo>
                  <a:pt x="1218" y="345"/>
                </a:lnTo>
                <a:lnTo>
                  <a:pt x="1217" y="345"/>
                </a:lnTo>
                <a:lnTo>
                  <a:pt x="1216" y="345"/>
                </a:lnTo>
                <a:lnTo>
                  <a:pt x="1215" y="345"/>
                </a:lnTo>
                <a:lnTo>
                  <a:pt x="1214" y="345"/>
                </a:lnTo>
                <a:lnTo>
                  <a:pt x="1213" y="345"/>
                </a:lnTo>
                <a:lnTo>
                  <a:pt x="1213" y="344"/>
                </a:lnTo>
                <a:lnTo>
                  <a:pt x="1212" y="344"/>
                </a:lnTo>
                <a:lnTo>
                  <a:pt x="1211" y="344"/>
                </a:lnTo>
                <a:lnTo>
                  <a:pt x="1210" y="344"/>
                </a:lnTo>
                <a:lnTo>
                  <a:pt x="1210" y="345"/>
                </a:lnTo>
                <a:lnTo>
                  <a:pt x="1209" y="344"/>
                </a:lnTo>
                <a:lnTo>
                  <a:pt x="1208" y="344"/>
                </a:lnTo>
                <a:lnTo>
                  <a:pt x="1207" y="344"/>
                </a:lnTo>
                <a:lnTo>
                  <a:pt x="1206" y="344"/>
                </a:lnTo>
                <a:lnTo>
                  <a:pt x="1206" y="345"/>
                </a:lnTo>
                <a:lnTo>
                  <a:pt x="1205" y="345"/>
                </a:lnTo>
                <a:lnTo>
                  <a:pt x="1205" y="346"/>
                </a:lnTo>
                <a:lnTo>
                  <a:pt x="1204" y="346"/>
                </a:lnTo>
                <a:lnTo>
                  <a:pt x="1204" y="347"/>
                </a:lnTo>
                <a:lnTo>
                  <a:pt x="1203" y="347"/>
                </a:lnTo>
                <a:lnTo>
                  <a:pt x="1203" y="348"/>
                </a:lnTo>
                <a:lnTo>
                  <a:pt x="1202" y="348"/>
                </a:lnTo>
                <a:lnTo>
                  <a:pt x="1201" y="348"/>
                </a:lnTo>
                <a:lnTo>
                  <a:pt x="1200" y="349"/>
                </a:lnTo>
                <a:lnTo>
                  <a:pt x="1200" y="350"/>
                </a:lnTo>
                <a:lnTo>
                  <a:pt x="1199" y="350"/>
                </a:lnTo>
                <a:lnTo>
                  <a:pt x="1199" y="351"/>
                </a:lnTo>
                <a:lnTo>
                  <a:pt x="1199" y="352"/>
                </a:lnTo>
                <a:lnTo>
                  <a:pt x="1198" y="352"/>
                </a:lnTo>
                <a:lnTo>
                  <a:pt x="1198" y="353"/>
                </a:lnTo>
                <a:lnTo>
                  <a:pt x="1198" y="354"/>
                </a:lnTo>
                <a:lnTo>
                  <a:pt x="1198" y="355"/>
                </a:lnTo>
                <a:lnTo>
                  <a:pt x="1199" y="355"/>
                </a:lnTo>
                <a:lnTo>
                  <a:pt x="1199" y="357"/>
                </a:lnTo>
                <a:lnTo>
                  <a:pt x="1199" y="358"/>
                </a:lnTo>
                <a:lnTo>
                  <a:pt x="1199" y="359"/>
                </a:lnTo>
                <a:lnTo>
                  <a:pt x="1200" y="360"/>
                </a:lnTo>
                <a:lnTo>
                  <a:pt x="1201" y="361"/>
                </a:lnTo>
                <a:lnTo>
                  <a:pt x="1202" y="361"/>
                </a:lnTo>
                <a:lnTo>
                  <a:pt x="1202" y="362"/>
                </a:lnTo>
                <a:lnTo>
                  <a:pt x="1202" y="363"/>
                </a:lnTo>
                <a:lnTo>
                  <a:pt x="1203" y="364"/>
                </a:lnTo>
                <a:lnTo>
                  <a:pt x="1203" y="365"/>
                </a:lnTo>
                <a:lnTo>
                  <a:pt x="1204" y="365"/>
                </a:lnTo>
                <a:lnTo>
                  <a:pt x="1205" y="365"/>
                </a:lnTo>
                <a:lnTo>
                  <a:pt x="1205" y="366"/>
                </a:lnTo>
                <a:lnTo>
                  <a:pt x="1205" y="367"/>
                </a:lnTo>
                <a:lnTo>
                  <a:pt x="1205" y="368"/>
                </a:lnTo>
                <a:lnTo>
                  <a:pt x="1205" y="369"/>
                </a:lnTo>
                <a:lnTo>
                  <a:pt x="1205" y="370"/>
                </a:lnTo>
                <a:lnTo>
                  <a:pt x="1206" y="370"/>
                </a:lnTo>
                <a:lnTo>
                  <a:pt x="1206" y="371"/>
                </a:lnTo>
                <a:lnTo>
                  <a:pt x="1207" y="372"/>
                </a:lnTo>
                <a:lnTo>
                  <a:pt x="1208" y="373"/>
                </a:lnTo>
                <a:lnTo>
                  <a:pt x="1209" y="373"/>
                </a:lnTo>
                <a:lnTo>
                  <a:pt x="1209" y="374"/>
                </a:lnTo>
                <a:lnTo>
                  <a:pt x="1209" y="375"/>
                </a:lnTo>
                <a:lnTo>
                  <a:pt x="1208" y="375"/>
                </a:lnTo>
                <a:lnTo>
                  <a:pt x="1208" y="374"/>
                </a:lnTo>
                <a:lnTo>
                  <a:pt x="1207" y="375"/>
                </a:lnTo>
                <a:lnTo>
                  <a:pt x="1206" y="376"/>
                </a:lnTo>
                <a:lnTo>
                  <a:pt x="1206" y="375"/>
                </a:lnTo>
                <a:lnTo>
                  <a:pt x="1205" y="375"/>
                </a:lnTo>
                <a:lnTo>
                  <a:pt x="1205" y="376"/>
                </a:lnTo>
                <a:lnTo>
                  <a:pt x="1204" y="376"/>
                </a:lnTo>
                <a:lnTo>
                  <a:pt x="1203" y="376"/>
                </a:lnTo>
                <a:lnTo>
                  <a:pt x="1203" y="377"/>
                </a:lnTo>
                <a:lnTo>
                  <a:pt x="1202" y="377"/>
                </a:lnTo>
                <a:lnTo>
                  <a:pt x="1202" y="378"/>
                </a:lnTo>
                <a:lnTo>
                  <a:pt x="1203" y="378"/>
                </a:lnTo>
                <a:lnTo>
                  <a:pt x="1204" y="378"/>
                </a:lnTo>
                <a:lnTo>
                  <a:pt x="1204" y="377"/>
                </a:lnTo>
                <a:lnTo>
                  <a:pt x="1205" y="377"/>
                </a:lnTo>
                <a:lnTo>
                  <a:pt x="1206" y="377"/>
                </a:lnTo>
                <a:lnTo>
                  <a:pt x="1207" y="378"/>
                </a:lnTo>
                <a:lnTo>
                  <a:pt x="1206" y="379"/>
                </a:lnTo>
                <a:lnTo>
                  <a:pt x="1205" y="379"/>
                </a:lnTo>
                <a:lnTo>
                  <a:pt x="1204" y="380"/>
                </a:lnTo>
                <a:lnTo>
                  <a:pt x="1204" y="381"/>
                </a:lnTo>
                <a:lnTo>
                  <a:pt x="1203" y="381"/>
                </a:lnTo>
                <a:lnTo>
                  <a:pt x="1202" y="380"/>
                </a:lnTo>
                <a:lnTo>
                  <a:pt x="1201" y="380"/>
                </a:lnTo>
                <a:lnTo>
                  <a:pt x="1201" y="379"/>
                </a:lnTo>
                <a:lnTo>
                  <a:pt x="1200" y="379"/>
                </a:lnTo>
                <a:lnTo>
                  <a:pt x="1200" y="378"/>
                </a:lnTo>
                <a:lnTo>
                  <a:pt x="1199" y="378"/>
                </a:lnTo>
                <a:lnTo>
                  <a:pt x="1198" y="378"/>
                </a:lnTo>
                <a:lnTo>
                  <a:pt x="1198" y="377"/>
                </a:lnTo>
                <a:lnTo>
                  <a:pt x="1198" y="378"/>
                </a:lnTo>
                <a:lnTo>
                  <a:pt x="1197" y="378"/>
                </a:lnTo>
                <a:lnTo>
                  <a:pt x="1197" y="377"/>
                </a:lnTo>
                <a:lnTo>
                  <a:pt x="1196" y="377"/>
                </a:lnTo>
                <a:lnTo>
                  <a:pt x="1196" y="378"/>
                </a:lnTo>
                <a:lnTo>
                  <a:pt x="1194" y="377"/>
                </a:lnTo>
                <a:lnTo>
                  <a:pt x="1193" y="377"/>
                </a:lnTo>
                <a:lnTo>
                  <a:pt x="1193" y="376"/>
                </a:lnTo>
                <a:lnTo>
                  <a:pt x="1192" y="377"/>
                </a:lnTo>
                <a:lnTo>
                  <a:pt x="1191" y="377"/>
                </a:lnTo>
                <a:lnTo>
                  <a:pt x="1190" y="377"/>
                </a:lnTo>
                <a:lnTo>
                  <a:pt x="1189" y="376"/>
                </a:lnTo>
                <a:lnTo>
                  <a:pt x="1188" y="376"/>
                </a:lnTo>
                <a:lnTo>
                  <a:pt x="1187" y="375"/>
                </a:lnTo>
                <a:lnTo>
                  <a:pt x="1186" y="374"/>
                </a:lnTo>
                <a:lnTo>
                  <a:pt x="1185" y="374"/>
                </a:lnTo>
                <a:lnTo>
                  <a:pt x="1185" y="373"/>
                </a:lnTo>
                <a:lnTo>
                  <a:pt x="1184" y="372"/>
                </a:lnTo>
                <a:lnTo>
                  <a:pt x="1183" y="372"/>
                </a:lnTo>
                <a:lnTo>
                  <a:pt x="1183" y="373"/>
                </a:lnTo>
                <a:lnTo>
                  <a:pt x="1183" y="372"/>
                </a:lnTo>
                <a:lnTo>
                  <a:pt x="1182" y="372"/>
                </a:lnTo>
                <a:lnTo>
                  <a:pt x="1182" y="371"/>
                </a:lnTo>
                <a:lnTo>
                  <a:pt x="1182" y="372"/>
                </a:lnTo>
                <a:lnTo>
                  <a:pt x="1181" y="372"/>
                </a:lnTo>
                <a:lnTo>
                  <a:pt x="1182" y="372"/>
                </a:lnTo>
                <a:lnTo>
                  <a:pt x="1182" y="373"/>
                </a:lnTo>
                <a:lnTo>
                  <a:pt x="1182" y="374"/>
                </a:lnTo>
                <a:lnTo>
                  <a:pt x="1182" y="373"/>
                </a:lnTo>
                <a:lnTo>
                  <a:pt x="1181" y="373"/>
                </a:lnTo>
                <a:lnTo>
                  <a:pt x="1181" y="375"/>
                </a:lnTo>
                <a:lnTo>
                  <a:pt x="1181" y="376"/>
                </a:lnTo>
                <a:lnTo>
                  <a:pt x="1180" y="377"/>
                </a:lnTo>
                <a:lnTo>
                  <a:pt x="1180" y="378"/>
                </a:lnTo>
                <a:lnTo>
                  <a:pt x="1180" y="379"/>
                </a:lnTo>
                <a:lnTo>
                  <a:pt x="1179" y="379"/>
                </a:lnTo>
                <a:lnTo>
                  <a:pt x="1179" y="380"/>
                </a:lnTo>
                <a:lnTo>
                  <a:pt x="1178" y="380"/>
                </a:lnTo>
                <a:lnTo>
                  <a:pt x="1178" y="381"/>
                </a:lnTo>
                <a:lnTo>
                  <a:pt x="1178" y="382"/>
                </a:lnTo>
                <a:lnTo>
                  <a:pt x="1178" y="383"/>
                </a:lnTo>
                <a:lnTo>
                  <a:pt x="1177" y="383"/>
                </a:lnTo>
                <a:lnTo>
                  <a:pt x="1176" y="383"/>
                </a:lnTo>
                <a:lnTo>
                  <a:pt x="1176" y="384"/>
                </a:lnTo>
                <a:lnTo>
                  <a:pt x="1176" y="385"/>
                </a:lnTo>
                <a:lnTo>
                  <a:pt x="1176" y="386"/>
                </a:lnTo>
                <a:lnTo>
                  <a:pt x="1177" y="386"/>
                </a:lnTo>
                <a:lnTo>
                  <a:pt x="1177" y="387"/>
                </a:lnTo>
                <a:lnTo>
                  <a:pt x="1176" y="387"/>
                </a:lnTo>
                <a:lnTo>
                  <a:pt x="1175" y="388"/>
                </a:lnTo>
                <a:lnTo>
                  <a:pt x="1174" y="389"/>
                </a:lnTo>
                <a:lnTo>
                  <a:pt x="1173" y="389"/>
                </a:lnTo>
                <a:lnTo>
                  <a:pt x="1173" y="390"/>
                </a:lnTo>
                <a:lnTo>
                  <a:pt x="1172" y="390"/>
                </a:lnTo>
                <a:lnTo>
                  <a:pt x="1172" y="389"/>
                </a:lnTo>
                <a:lnTo>
                  <a:pt x="1171" y="389"/>
                </a:lnTo>
                <a:lnTo>
                  <a:pt x="1170" y="389"/>
                </a:lnTo>
                <a:lnTo>
                  <a:pt x="1169" y="389"/>
                </a:lnTo>
                <a:lnTo>
                  <a:pt x="1168" y="388"/>
                </a:lnTo>
                <a:lnTo>
                  <a:pt x="1167" y="388"/>
                </a:lnTo>
                <a:lnTo>
                  <a:pt x="1166" y="388"/>
                </a:lnTo>
                <a:lnTo>
                  <a:pt x="1165" y="388"/>
                </a:lnTo>
                <a:lnTo>
                  <a:pt x="1165" y="387"/>
                </a:lnTo>
                <a:lnTo>
                  <a:pt x="1164" y="387"/>
                </a:lnTo>
                <a:lnTo>
                  <a:pt x="1164" y="388"/>
                </a:lnTo>
                <a:lnTo>
                  <a:pt x="1163" y="388"/>
                </a:lnTo>
                <a:lnTo>
                  <a:pt x="1163" y="389"/>
                </a:lnTo>
                <a:lnTo>
                  <a:pt x="1163" y="390"/>
                </a:lnTo>
                <a:lnTo>
                  <a:pt x="1162" y="390"/>
                </a:lnTo>
                <a:lnTo>
                  <a:pt x="1162" y="391"/>
                </a:lnTo>
                <a:lnTo>
                  <a:pt x="1162" y="392"/>
                </a:lnTo>
                <a:lnTo>
                  <a:pt x="1162" y="393"/>
                </a:lnTo>
                <a:lnTo>
                  <a:pt x="1162" y="394"/>
                </a:lnTo>
                <a:lnTo>
                  <a:pt x="1163" y="394"/>
                </a:lnTo>
                <a:lnTo>
                  <a:pt x="1164" y="395"/>
                </a:lnTo>
                <a:lnTo>
                  <a:pt x="1164" y="396"/>
                </a:lnTo>
                <a:lnTo>
                  <a:pt x="1165" y="397"/>
                </a:lnTo>
                <a:lnTo>
                  <a:pt x="1165" y="398"/>
                </a:lnTo>
                <a:lnTo>
                  <a:pt x="1164" y="400"/>
                </a:lnTo>
                <a:lnTo>
                  <a:pt x="1164" y="399"/>
                </a:lnTo>
                <a:lnTo>
                  <a:pt x="1163" y="399"/>
                </a:lnTo>
                <a:lnTo>
                  <a:pt x="1162" y="400"/>
                </a:lnTo>
                <a:lnTo>
                  <a:pt x="1161" y="400"/>
                </a:lnTo>
                <a:lnTo>
                  <a:pt x="1161" y="401"/>
                </a:lnTo>
                <a:lnTo>
                  <a:pt x="1162" y="402"/>
                </a:lnTo>
                <a:lnTo>
                  <a:pt x="1164" y="403"/>
                </a:lnTo>
                <a:lnTo>
                  <a:pt x="1165" y="403"/>
                </a:lnTo>
                <a:lnTo>
                  <a:pt x="1166" y="403"/>
                </a:lnTo>
                <a:lnTo>
                  <a:pt x="1167" y="403"/>
                </a:lnTo>
                <a:lnTo>
                  <a:pt x="1168" y="404"/>
                </a:lnTo>
                <a:lnTo>
                  <a:pt x="1169" y="404"/>
                </a:lnTo>
                <a:lnTo>
                  <a:pt x="1169" y="405"/>
                </a:lnTo>
                <a:lnTo>
                  <a:pt x="1170" y="405"/>
                </a:lnTo>
                <a:lnTo>
                  <a:pt x="1169" y="405"/>
                </a:lnTo>
                <a:lnTo>
                  <a:pt x="1169" y="406"/>
                </a:lnTo>
                <a:lnTo>
                  <a:pt x="1169" y="407"/>
                </a:lnTo>
                <a:lnTo>
                  <a:pt x="1169" y="408"/>
                </a:lnTo>
                <a:lnTo>
                  <a:pt x="1170" y="408"/>
                </a:lnTo>
                <a:lnTo>
                  <a:pt x="1170" y="409"/>
                </a:lnTo>
                <a:lnTo>
                  <a:pt x="1170" y="410"/>
                </a:lnTo>
                <a:lnTo>
                  <a:pt x="1171" y="411"/>
                </a:lnTo>
                <a:lnTo>
                  <a:pt x="1172" y="411"/>
                </a:lnTo>
                <a:lnTo>
                  <a:pt x="1172" y="412"/>
                </a:lnTo>
                <a:lnTo>
                  <a:pt x="1173" y="413"/>
                </a:lnTo>
                <a:lnTo>
                  <a:pt x="1172" y="414"/>
                </a:lnTo>
                <a:lnTo>
                  <a:pt x="1171" y="415"/>
                </a:lnTo>
                <a:lnTo>
                  <a:pt x="1170" y="415"/>
                </a:lnTo>
                <a:lnTo>
                  <a:pt x="1169" y="415"/>
                </a:lnTo>
                <a:lnTo>
                  <a:pt x="1168" y="415"/>
                </a:lnTo>
                <a:lnTo>
                  <a:pt x="1167" y="415"/>
                </a:lnTo>
                <a:lnTo>
                  <a:pt x="1167" y="416"/>
                </a:lnTo>
                <a:lnTo>
                  <a:pt x="1167" y="417"/>
                </a:lnTo>
                <a:lnTo>
                  <a:pt x="1166" y="418"/>
                </a:lnTo>
                <a:lnTo>
                  <a:pt x="1165" y="418"/>
                </a:lnTo>
                <a:lnTo>
                  <a:pt x="1164" y="418"/>
                </a:lnTo>
                <a:lnTo>
                  <a:pt x="1164" y="419"/>
                </a:lnTo>
                <a:lnTo>
                  <a:pt x="1164" y="420"/>
                </a:lnTo>
                <a:lnTo>
                  <a:pt x="1163" y="421"/>
                </a:lnTo>
                <a:lnTo>
                  <a:pt x="1163" y="422"/>
                </a:lnTo>
                <a:lnTo>
                  <a:pt x="1163" y="423"/>
                </a:lnTo>
                <a:lnTo>
                  <a:pt x="1163" y="425"/>
                </a:lnTo>
                <a:lnTo>
                  <a:pt x="1162" y="425"/>
                </a:lnTo>
                <a:lnTo>
                  <a:pt x="1162" y="426"/>
                </a:lnTo>
                <a:lnTo>
                  <a:pt x="1161" y="426"/>
                </a:lnTo>
                <a:lnTo>
                  <a:pt x="1160" y="426"/>
                </a:lnTo>
                <a:lnTo>
                  <a:pt x="1159" y="426"/>
                </a:lnTo>
                <a:lnTo>
                  <a:pt x="1159" y="427"/>
                </a:lnTo>
                <a:lnTo>
                  <a:pt x="1158" y="427"/>
                </a:lnTo>
                <a:lnTo>
                  <a:pt x="1158" y="426"/>
                </a:lnTo>
                <a:lnTo>
                  <a:pt x="1157" y="426"/>
                </a:lnTo>
                <a:lnTo>
                  <a:pt x="1156" y="426"/>
                </a:lnTo>
                <a:lnTo>
                  <a:pt x="1155" y="427"/>
                </a:lnTo>
                <a:lnTo>
                  <a:pt x="1155" y="428"/>
                </a:lnTo>
                <a:lnTo>
                  <a:pt x="1153" y="428"/>
                </a:lnTo>
                <a:lnTo>
                  <a:pt x="1152" y="428"/>
                </a:lnTo>
                <a:lnTo>
                  <a:pt x="1152" y="429"/>
                </a:lnTo>
                <a:lnTo>
                  <a:pt x="1151" y="429"/>
                </a:lnTo>
                <a:lnTo>
                  <a:pt x="1151" y="430"/>
                </a:lnTo>
                <a:lnTo>
                  <a:pt x="1150" y="431"/>
                </a:lnTo>
                <a:lnTo>
                  <a:pt x="1150" y="430"/>
                </a:lnTo>
                <a:lnTo>
                  <a:pt x="1149" y="430"/>
                </a:lnTo>
                <a:lnTo>
                  <a:pt x="1149" y="431"/>
                </a:lnTo>
                <a:lnTo>
                  <a:pt x="1148" y="431"/>
                </a:lnTo>
                <a:lnTo>
                  <a:pt x="1148" y="430"/>
                </a:lnTo>
                <a:lnTo>
                  <a:pt x="1147" y="431"/>
                </a:lnTo>
                <a:lnTo>
                  <a:pt x="1147" y="432"/>
                </a:lnTo>
                <a:lnTo>
                  <a:pt x="1146" y="432"/>
                </a:lnTo>
                <a:lnTo>
                  <a:pt x="1146" y="433"/>
                </a:lnTo>
                <a:lnTo>
                  <a:pt x="1145" y="433"/>
                </a:lnTo>
                <a:lnTo>
                  <a:pt x="1144" y="434"/>
                </a:lnTo>
                <a:lnTo>
                  <a:pt x="1144" y="435"/>
                </a:lnTo>
                <a:lnTo>
                  <a:pt x="1143" y="436"/>
                </a:lnTo>
                <a:lnTo>
                  <a:pt x="1142" y="436"/>
                </a:lnTo>
                <a:lnTo>
                  <a:pt x="1143" y="436"/>
                </a:lnTo>
                <a:lnTo>
                  <a:pt x="1143" y="437"/>
                </a:lnTo>
                <a:lnTo>
                  <a:pt x="1142" y="438"/>
                </a:lnTo>
                <a:lnTo>
                  <a:pt x="1142" y="439"/>
                </a:lnTo>
                <a:lnTo>
                  <a:pt x="1141" y="439"/>
                </a:lnTo>
                <a:lnTo>
                  <a:pt x="1141" y="440"/>
                </a:lnTo>
                <a:lnTo>
                  <a:pt x="1141" y="441"/>
                </a:lnTo>
                <a:lnTo>
                  <a:pt x="1141" y="442"/>
                </a:lnTo>
                <a:lnTo>
                  <a:pt x="1142" y="442"/>
                </a:lnTo>
                <a:lnTo>
                  <a:pt x="1142" y="443"/>
                </a:lnTo>
                <a:lnTo>
                  <a:pt x="1141" y="443"/>
                </a:lnTo>
                <a:lnTo>
                  <a:pt x="1140" y="443"/>
                </a:lnTo>
                <a:lnTo>
                  <a:pt x="1139" y="443"/>
                </a:lnTo>
                <a:lnTo>
                  <a:pt x="1139" y="442"/>
                </a:lnTo>
                <a:lnTo>
                  <a:pt x="1138" y="442"/>
                </a:lnTo>
                <a:lnTo>
                  <a:pt x="1137" y="442"/>
                </a:lnTo>
                <a:lnTo>
                  <a:pt x="1136" y="442"/>
                </a:lnTo>
                <a:lnTo>
                  <a:pt x="1135" y="442"/>
                </a:lnTo>
                <a:lnTo>
                  <a:pt x="1134" y="442"/>
                </a:lnTo>
                <a:lnTo>
                  <a:pt x="1135" y="442"/>
                </a:lnTo>
                <a:lnTo>
                  <a:pt x="1134" y="442"/>
                </a:lnTo>
                <a:lnTo>
                  <a:pt x="1134" y="443"/>
                </a:lnTo>
                <a:lnTo>
                  <a:pt x="1134" y="442"/>
                </a:lnTo>
                <a:lnTo>
                  <a:pt x="1133" y="443"/>
                </a:lnTo>
                <a:lnTo>
                  <a:pt x="1132" y="443"/>
                </a:lnTo>
                <a:lnTo>
                  <a:pt x="1131" y="443"/>
                </a:lnTo>
                <a:lnTo>
                  <a:pt x="1130" y="443"/>
                </a:lnTo>
                <a:lnTo>
                  <a:pt x="1130" y="444"/>
                </a:lnTo>
                <a:lnTo>
                  <a:pt x="1129" y="444"/>
                </a:lnTo>
                <a:lnTo>
                  <a:pt x="1129" y="445"/>
                </a:lnTo>
                <a:lnTo>
                  <a:pt x="1129" y="447"/>
                </a:lnTo>
                <a:lnTo>
                  <a:pt x="1130" y="447"/>
                </a:lnTo>
                <a:lnTo>
                  <a:pt x="1130" y="448"/>
                </a:lnTo>
                <a:lnTo>
                  <a:pt x="1129" y="448"/>
                </a:lnTo>
                <a:lnTo>
                  <a:pt x="1129" y="449"/>
                </a:lnTo>
                <a:lnTo>
                  <a:pt x="1130" y="449"/>
                </a:lnTo>
                <a:lnTo>
                  <a:pt x="1130" y="450"/>
                </a:lnTo>
                <a:lnTo>
                  <a:pt x="1130" y="451"/>
                </a:lnTo>
                <a:lnTo>
                  <a:pt x="1129" y="452"/>
                </a:lnTo>
                <a:lnTo>
                  <a:pt x="1129" y="453"/>
                </a:lnTo>
                <a:lnTo>
                  <a:pt x="1129" y="454"/>
                </a:lnTo>
                <a:lnTo>
                  <a:pt x="1129" y="455"/>
                </a:lnTo>
                <a:lnTo>
                  <a:pt x="1129" y="456"/>
                </a:lnTo>
                <a:lnTo>
                  <a:pt x="1129" y="457"/>
                </a:lnTo>
                <a:lnTo>
                  <a:pt x="1129" y="458"/>
                </a:lnTo>
                <a:lnTo>
                  <a:pt x="1129" y="459"/>
                </a:lnTo>
                <a:lnTo>
                  <a:pt x="1129" y="460"/>
                </a:lnTo>
                <a:lnTo>
                  <a:pt x="1129" y="461"/>
                </a:lnTo>
                <a:lnTo>
                  <a:pt x="1129" y="462"/>
                </a:lnTo>
                <a:lnTo>
                  <a:pt x="1129" y="463"/>
                </a:lnTo>
                <a:lnTo>
                  <a:pt x="1129" y="464"/>
                </a:lnTo>
                <a:lnTo>
                  <a:pt x="1130" y="464"/>
                </a:lnTo>
                <a:lnTo>
                  <a:pt x="1130" y="465"/>
                </a:lnTo>
                <a:lnTo>
                  <a:pt x="1129" y="465"/>
                </a:lnTo>
                <a:lnTo>
                  <a:pt x="1129" y="466"/>
                </a:lnTo>
                <a:lnTo>
                  <a:pt x="1129" y="467"/>
                </a:lnTo>
                <a:lnTo>
                  <a:pt x="1129" y="468"/>
                </a:lnTo>
                <a:lnTo>
                  <a:pt x="1129" y="469"/>
                </a:lnTo>
                <a:lnTo>
                  <a:pt x="1129" y="470"/>
                </a:lnTo>
                <a:lnTo>
                  <a:pt x="1129" y="472"/>
                </a:lnTo>
                <a:lnTo>
                  <a:pt x="1130" y="473"/>
                </a:lnTo>
                <a:lnTo>
                  <a:pt x="1130" y="474"/>
                </a:lnTo>
                <a:lnTo>
                  <a:pt x="1131" y="474"/>
                </a:lnTo>
                <a:lnTo>
                  <a:pt x="1132" y="474"/>
                </a:lnTo>
                <a:lnTo>
                  <a:pt x="1132" y="475"/>
                </a:lnTo>
                <a:lnTo>
                  <a:pt x="1133" y="476"/>
                </a:lnTo>
                <a:lnTo>
                  <a:pt x="1133" y="477"/>
                </a:lnTo>
                <a:lnTo>
                  <a:pt x="1134" y="477"/>
                </a:lnTo>
                <a:lnTo>
                  <a:pt x="1134" y="478"/>
                </a:lnTo>
                <a:lnTo>
                  <a:pt x="1135" y="478"/>
                </a:lnTo>
                <a:lnTo>
                  <a:pt x="1136" y="479"/>
                </a:lnTo>
                <a:lnTo>
                  <a:pt x="1137" y="479"/>
                </a:lnTo>
                <a:lnTo>
                  <a:pt x="1138" y="479"/>
                </a:lnTo>
                <a:lnTo>
                  <a:pt x="1139" y="479"/>
                </a:lnTo>
                <a:lnTo>
                  <a:pt x="1140" y="479"/>
                </a:lnTo>
                <a:lnTo>
                  <a:pt x="1141" y="479"/>
                </a:lnTo>
                <a:lnTo>
                  <a:pt x="1142" y="479"/>
                </a:lnTo>
                <a:lnTo>
                  <a:pt x="1143" y="479"/>
                </a:lnTo>
                <a:lnTo>
                  <a:pt x="1145" y="479"/>
                </a:lnTo>
                <a:lnTo>
                  <a:pt x="1146" y="480"/>
                </a:lnTo>
                <a:lnTo>
                  <a:pt x="1146" y="481"/>
                </a:lnTo>
                <a:lnTo>
                  <a:pt x="1147" y="480"/>
                </a:lnTo>
                <a:lnTo>
                  <a:pt x="1148" y="481"/>
                </a:lnTo>
                <a:lnTo>
                  <a:pt x="1148" y="482"/>
                </a:lnTo>
                <a:lnTo>
                  <a:pt x="1149" y="482"/>
                </a:lnTo>
                <a:lnTo>
                  <a:pt x="1150" y="482"/>
                </a:lnTo>
                <a:lnTo>
                  <a:pt x="1150" y="483"/>
                </a:lnTo>
                <a:lnTo>
                  <a:pt x="1151" y="484"/>
                </a:lnTo>
                <a:lnTo>
                  <a:pt x="1152" y="485"/>
                </a:lnTo>
                <a:lnTo>
                  <a:pt x="1152" y="486"/>
                </a:lnTo>
                <a:lnTo>
                  <a:pt x="1151" y="486"/>
                </a:lnTo>
                <a:lnTo>
                  <a:pt x="1151" y="487"/>
                </a:lnTo>
                <a:lnTo>
                  <a:pt x="1152" y="488"/>
                </a:lnTo>
                <a:lnTo>
                  <a:pt x="1153" y="489"/>
                </a:lnTo>
                <a:lnTo>
                  <a:pt x="1154" y="489"/>
                </a:lnTo>
                <a:lnTo>
                  <a:pt x="1154" y="490"/>
                </a:lnTo>
                <a:lnTo>
                  <a:pt x="1154" y="491"/>
                </a:lnTo>
                <a:lnTo>
                  <a:pt x="1155" y="491"/>
                </a:lnTo>
                <a:lnTo>
                  <a:pt x="1155" y="492"/>
                </a:lnTo>
                <a:lnTo>
                  <a:pt x="1155" y="493"/>
                </a:lnTo>
                <a:lnTo>
                  <a:pt x="1156" y="493"/>
                </a:lnTo>
                <a:lnTo>
                  <a:pt x="1156" y="494"/>
                </a:lnTo>
                <a:lnTo>
                  <a:pt x="1157" y="495"/>
                </a:lnTo>
                <a:lnTo>
                  <a:pt x="1158" y="495"/>
                </a:lnTo>
                <a:lnTo>
                  <a:pt x="1158" y="496"/>
                </a:lnTo>
                <a:lnTo>
                  <a:pt x="1159" y="497"/>
                </a:lnTo>
                <a:lnTo>
                  <a:pt x="1159" y="498"/>
                </a:lnTo>
                <a:lnTo>
                  <a:pt x="1158" y="499"/>
                </a:lnTo>
                <a:lnTo>
                  <a:pt x="1157" y="499"/>
                </a:lnTo>
                <a:lnTo>
                  <a:pt x="1156" y="499"/>
                </a:lnTo>
                <a:lnTo>
                  <a:pt x="1155" y="499"/>
                </a:lnTo>
                <a:lnTo>
                  <a:pt x="1155" y="498"/>
                </a:lnTo>
                <a:lnTo>
                  <a:pt x="1154" y="498"/>
                </a:lnTo>
                <a:lnTo>
                  <a:pt x="1153" y="498"/>
                </a:lnTo>
                <a:lnTo>
                  <a:pt x="1152" y="499"/>
                </a:lnTo>
                <a:lnTo>
                  <a:pt x="1152" y="500"/>
                </a:lnTo>
                <a:lnTo>
                  <a:pt x="1151" y="500"/>
                </a:lnTo>
                <a:lnTo>
                  <a:pt x="1151" y="502"/>
                </a:lnTo>
                <a:lnTo>
                  <a:pt x="1151" y="503"/>
                </a:lnTo>
                <a:lnTo>
                  <a:pt x="1150" y="504"/>
                </a:lnTo>
                <a:lnTo>
                  <a:pt x="1150" y="505"/>
                </a:lnTo>
                <a:lnTo>
                  <a:pt x="1150" y="506"/>
                </a:lnTo>
                <a:lnTo>
                  <a:pt x="1149" y="506"/>
                </a:lnTo>
                <a:lnTo>
                  <a:pt x="1148" y="506"/>
                </a:lnTo>
                <a:lnTo>
                  <a:pt x="1146" y="505"/>
                </a:lnTo>
                <a:lnTo>
                  <a:pt x="1145" y="505"/>
                </a:lnTo>
                <a:lnTo>
                  <a:pt x="1144" y="505"/>
                </a:lnTo>
                <a:lnTo>
                  <a:pt x="1144" y="504"/>
                </a:lnTo>
                <a:lnTo>
                  <a:pt x="1142" y="504"/>
                </a:lnTo>
                <a:lnTo>
                  <a:pt x="1142" y="505"/>
                </a:lnTo>
                <a:lnTo>
                  <a:pt x="1142" y="506"/>
                </a:lnTo>
                <a:lnTo>
                  <a:pt x="1142" y="507"/>
                </a:lnTo>
                <a:lnTo>
                  <a:pt x="1142" y="508"/>
                </a:lnTo>
                <a:lnTo>
                  <a:pt x="1141" y="508"/>
                </a:lnTo>
                <a:lnTo>
                  <a:pt x="1142" y="508"/>
                </a:lnTo>
                <a:lnTo>
                  <a:pt x="1142" y="509"/>
                </a:lnTo>
                <a:lnTo>
                  <a:pt x="1142" y="510"/>
                </a:lnTo>
                <a:lnTo>
                  <a:pt x="1142" y="511"/>
                </a:lnTo>
                <a:lnTo>
                  <a:pt x="1141" y="511"/>
                </a:lnTo>
                <a:lnTo>
                  <a:pt x="1141" y="510"/>
                </a:lnTo>
                <a:lnTo>
                  <a:pt x="1140" y="510"/>
                </a:lnTo>
                <a:lnTo>
                  <a:pt x="1139" y="510"/>
                </a:lnTo>
                <a:lnTo>
                  <a:pt x="1138" y="511"/>
                </a:lnTo>
                <a:lnTo>
                  <a:pt x="1137" y="511"/>
                </a:lnTo>
                <a:lnTo>
                  <a:pt x="1138" y="512"/>
                </a:lnTo>
                <a:lnTo>
                  <a:pt x="1139" y="513"/>
                </a:lnTo>
                <a:lnTo>
                  <a:pt x="1139" y="514"/>
                </a:lnTo>
                <a:lnTo>
                  <a:pt x="1138" y="514"/>
                </a:lnTo>
                <a:lnTo>
                  <a:pt x="1137" y="515"/>
                </a:lnTo>
                <a:lnTo>
                  <a:pt x="1137" y="516"/>
                </a:lnTo>
                <a:lnTo>
                  <a:pt x="1137" y="517"/>
                </a:lnTo>
                <a:lnTo>
                  <a:pt x="1136" y="517"/>
                </a:lnTo>
                <a:lnTo>
                  <a:pt x="1135" y="517"/>
                </a:lnTo>
                <a:lnTo>
                  <a:pt x="1134" y="517"/>
                </a:lnTo>
                <a:lnTo>
                  <a:pt x="1133" y="517"/>
                </a:lnTo>
                <a:lnTo>
                  <a:pt x="1132" y="517"/>
                </a:lnTo>
                <a:lnTo>
                  <a:pt x="1132" y="518"/>
                </a:lnTo>
                <a:lnTo>
                  <a:pt x="1133" y="518"/>
                </a:lnTo>
                <a:lnTo>
                  <a:pt x="1133" y="519"/>
                </a:lnTo>
                <a:lnTo>
                  <a:pt x="1133" y="521"/>
                </a:lnTo>
                <a:lnTo>
                  <a:pt x="1132" y="521"/>
                </a:lnTo>
                <a:lnTo>
                  <a:pt x="1132" y="522"/>
                </a:lnTo>
                <a:lnTo>
                  <a:pt x="1132" y="523"/>
                </a:lnTo>
                <a:lnTo>
                  <a:pt x="1132" y="522"/>
                </a:lnTo>
                <a:lnTo>
                  <a:pt x="1131" y="522"/>
                </a:lnTo>
                <a:lnTo>
                  <a:pt x="1130" y="522"/>
                </a:lnTo>
                <a:lnTo>
                  <a:pt x="1129" y="522"/>
                </a:lnTo>
                <a:lnTo>
                  <a:pt x="1129" y="521"/>
                </a:lnTo>
                <a:lnTo>
                  <a:pt x="1128" y="521"/>
                </a:lnTo>
                <a:lnTo>
                  <a:pt x="1127" y="520"/>
                </a:lnTo>
                <a:lnTo>
                  <a:pt x="1126" y="520"/>
                </a:lnTo>
                <a:lnTo>
                  <a:pt x="1126" y="521"/>
                </a:lnTo>
                <a:lnTo>
                  <a:pt x="1125" y="521"/>
                </a:lnTo>
                <a:lnTo>
                  <a:pt x="1124" y="519"/>
                </a:lnTo>
                <a:lnTo>
                  <a:pt x="1124" y="518"/>
                </a:lnTo>
                <a:lnTo>
                  <a:pt x="1123" y="518"/>
                </a:lnTo>
                <a:lnTo>
                  <a:pt x="1122" y="518"/>
                </a:lnTo>
                <a:lnTo>
                  <a:pt x="1122" y="519"/>
                </a:lnTo>
                <a:lnTo>
                  <a:pt x="1123" y="519"/>
                </a:lnTo>
                <a:lnTo>
                  <a:pt x="1123" y="520"/>
                </a:lnTo>
                <a:lnTo>
                  <a:pt x="1123" y="521"/>
                </a:lnTo>
                <a:lnTo>
                  <a:pt x="1122" y="521"/>
                </a:lnTo>
                <a:lnTo>
                  <a:pt x="1121" y="521"/>
                </a:lnTo>
                <a:lnTo>
                  <a:pt x="1119" y="521"/>
                </a:lnTo>
                <a:lnTo>
                  <a:pt x="1118" y="521"/>
                </a:lnTo>
                <a:lnTo>
                  <a:pt x="1118" y="520"/>
                </a:lnTo>
                <a:lnTo>
                  <a:pt x="1117" y="520"/>
                </a:lnTo>
                <a:lnTo>
                  <a:pt x="1117" y="521"/>
                </a:lnTo>
                <a:lnTo>
                  <a:pt x="1116" y="521"/>
                </a:lnTo>
                <a:lnTo>
                  <a:pt x="1115" y="521"/>
                </a:lnTo>
                <a:lnTo>
                  <a:pt x="1115" y="522"/>
                </a:lnTo>
                <a:lnTo>
                  <a:pt x="1114" y="523"/>
                </a:lnTo>
                <a:lnTo>
                  <a:pt x="1114" y="524"/>
                </a:lnTo>
                <a:lnTo>
                  <a:pt x="1113" y="525"/>
                </a:lnTo>
                <a:lnTo>
                  <a:pt x="1112" y="526"/>
                </a:lnTo>
                <a:lnTo>
                  <a:pt x="1112" y="525"/>
                </a:lnTo>
                <a:lnTo>
                  <a:pt x="1112" y="524"/>
                </a:lnTo>
                <a:lnTo>
                  <a:pt x="1111" y="524"/>
                </a:lnTo>
                <a:lnTo>
                  <a:pt x="1111" y="525"/>
                </a:lnTo>
                <a:lnTo>
                  <a:pt x="1110" y="525"/>
                </a:lnTo>
                <a:lnTo>
                  <a:pt x="1110" y="524"/>
                </a:lnTo>
                <a:lnTo>
                  <a:pt x="1110" y="523"/>
                </a:lnTo>
                <a:lnTo>
                  <a:pt x="1109" y="522"/>
                </a:lnTo>
                <a:lnTo>
                  <a:pt x="1108" y="522"/>
                </a:lnTo>
                <a:lnTo>
                  <a:pt x="1109" y="522"/>
                </a:lnTo>
                <a:lnTo>
                  <a:pt x="1108" y="523"/>
                </a:lnTo>
                <a:lnTo>
                  <a:pt x="1107" y="523"/>
                </a:lnTo>
                <a:lnTo>
                  <a:pt x="1106" y="522"/>
                </a:lnTo>
                <a:lnTo>
                  <a:pt x="1105" y="521"/>
                </a:lnTo>
                <a:lnTo>
                  <a:pt x="1104" y="520"/>
                </a:lnTo>
                <a:lnTo>
                  <a:pt x="1104" y="519"/>
                </a:lnTo>
                <a:lnTo>
                  <a:pt x="1105" y="519"/>
                </a:lnTo>
                <a:lnTo>
                  <a:pt x="1105" y="518"/>
                </a:lnTo>
                <a:lnTo>
                  <a:pt x="1104" y="518"/>
                </a:lnTo>
                <a:lnTo>
                  <a:pt x="1103" y="518"/>
                </a:lnTo>
                <a:lnTo>
                  <a:pt x="1103" y="517"/>
                </a:lnTo>
                <a:lnTo>
                  <a:pt x="1102" y="517"/>
                </a:lnTo>
                <a:lnTo>
                  <a:pt x="1101" y="516"/>
                </a:lnTo>
                <a:lnTo>
                  <a:pt x="1100" y="516"/>
                </a:lnTo>
                <a:lnTo>
                  <a:pt x="1100" y="515"/>
                </a:lnTo>
                <a:lnTo>
                  <a:pt x="1099" y="515"/>
                </a:lnTo>
                <a:lnTo>
                  <a:pt x="1099" y="514"/>
                </a:lnTo>
                <a:lnTo>
                  <a:pt x="1098" y="514"/>
                </a:lnTo>
                <a:lnTo>
                  <a:pt x="1097" y="514"/>
                </a:lnTo>
                <a:lnTo>
                  <a:pt x="1096" y="514"/>
                </a:lnTo>
                <a:lnTo>
                  <a:pt x="1096" y="513"/>
                </a:lnTo>
                <a:lnTo>
                  <a:pt x="1095" y="513"/>
                </a:lnTo>
                <a:lnTo>
                  <a:pt x="1095" y="512"/>
                </a:lnTo>
                <a:lnTo>
                  <a:pt x="1094" y="512"/>
                </a:lnTo>
                <a:lnTo>
                  <a:pt x="1093" y="513"/>
                </a:lnTo>
                <a:lnTo>
                  <a:pt x="1093" y="514"/>
                </a:lnTo>
                <a:lnTo>
                  <a:pt x="1092" y="514"/>
                </a:lnTo>
                <a:lnTo>
                  <a:pt x="1091" y="514"/>
                </a:lnTo>
                <a:lnTo>
                  <a:pt x="1090" y="514"/>
                </a:lnTo>
                <a:lnTo>
                  <a:pt x="1090" y="513"/>
                </a:lnTo>
                <a:lnTo>
                  <a:pt x="1090" y="512"/>
                </a:lnTo>
                <a:lnTo>
                  <a:pt x="1089" y="512"/>
                </a:lnTo>
                <a:lnTo>
                  <a:pt x="1089" y="511"/>
                </a:lnTo>
                <a:lnTo>
                  <a:pt x="1088" y="511"/>
                </a:lnTo>
                <a:lnTo>
                  <a:pt x="1087" y="511"/>
                </a:lnTo>
                <a:lnTo>
                  <a:pt x="1086" y="511"/>
                </a:lnTo>
                <a:lnTo>
                  <a:pt x="1085" y="511"/>
                </a:lnTo>
                <a:lnTo>
                  <a:pt x="1085" y="510"/>
                </a:lnTo>
                <a:lnTo>
                  <a:pt x="1083" y="511"/>
                </a:lnTo>
                <a:lnTo>
                  <a:pt x="1083" y="510"/>
                </a:lnTo>
                <a:lnTo>
                  <a:pt x="1082" y="510"/>
                </a:lnTo>
                <a:lnTo>
                  <a:pt x="1081" y="510"/>
                </a:lnTo>
                <a:lnTo>
                  <a:pt x="1081" y="509"/>
                </a:lnTo>
                <a:lnTo>
                  <a:pt x="1080" y="509"/>
                </a:lnTo>
                <a:lnTo>
                  <a:pt x="1079" y="509"/>
                </a:lnTo>
                <a:lnTo>
                  <a:pt x="1077" y="508"/>
                </a:lnTo>
                <a:lnTo>
                  <a:pt x="1077" y="509"/>
                </a:lnTo>
                <a:lnTo>
                  <a:pt x="1076" y="509"/>
                </a:lnTo>
                <a:lnTo>
                  <a:pt x="1075" y="509"/>
                </a:lnTo>
                <a:lnTo>
                  <a:pt x="1075" y="508"/>
                </a:lnTo>
                <a:lnTo>
                  <a:pt x="1076" y="508"/>
                </a:lnTo>
                <a:lnTo>
                  <a:pt x="1076" y="507"/>
                </a:lnTo>
                <a:lnTo>
                  <a:pt x="1075" y="507"/>
                </a:lnTo>
                <a:lnTo>
                  <a:pt x="1075" y="506"/>
                </a:lnTo>
                <a:lnTo>
                  <a:pt x="1075" y="507"/>
                </a:lnTo>
                <a:lnTo>
                  <a:pt x="1073" y="507"/>
                </a:lnTo>
                <a:lnTo>
                  <a:pt x="1073" y="506"/>
                </a:lnTo>
                <a:lnTo>
                  <a:pt x="1072" y="506"/>
                </a:lnTo>
                <a:lnTo>
                  <a:pt x="1071" y="506"/>
                </a:lnTo>
                <a:lnTo>
                  <a:pt x="1070" y="505"/>
                </a:lnTo>
                <a:lnTo>
                  <a:pt x="1070" y="504"/>
                </a:lnTo>
                <a:lnTo>
                  <a:pt x="1069" y="504"/>
                </a:lnTo>
                <a:lnTo>
                  <a:pt x="1068" y="503"/>
                </a:lnTo>
                <a:lnTo>
                  <a:pt x="1068" y="504"/>
                </a:lnTo>
                <a:lnTo>
                  <a:pt x="1067" y="504"/>
                </a:lnTo>
                <a:lnTo>
                  <a:pt x="1067" y="503"/>
                </a:lnTo>
                <a:lnTo>
                  <a:pt x="1067" y="502"/>
                </a:lnTo>
                <a:lnTo>
                  <a:pt x="1067" y="501"/>
                </a:lnTo>
                <a:lnTo>
                  <a:pt x="1067" y="500"/>
                </a:lnTo>
                <a:lnTo>
                  <a:pt x="1065" y="500"/>
                </a:lnTo>
                <a:lnTo>
                  <a:pt x="1064" y="500"/>
                </a:lnTo>
                <a:lnTo>
                  <a:pt x="1064" y="499"/>
                </a:lnTo>
                <a:lnTo>
                  <a:pt x="1063" y="499"/>
                </a:lnTo>
                <a:lnTo>
                  <a:pt x="1063" y="500"/>
                </a:lnTo>
                <a:lnTo>
                  <a:pt x="1063" y="501"/>
                </a:lnTo>
                <a:lnTo>
                  <a:pt x="1062" y="501"/>
                </a:lnTo>
                <a:lnTo>
                  <a:pt x="1061" y="501"/>
                </a:lnTo>
                <a:lnTo>
                  <a:pt x="1060" y="501"/>
                </a:lnTo>
                <a:lnTo>
                  <a:pt x="1060" y="500"/>
                </a:lnTo>
                <a:lnTo>
                  <a:pt x="1059" y="500"/>
                </a:lnTo>
                <a:lnTo>
                  <a:pt x="1058" y="501"/>
                </a:lnTo>
                <a:lnTo>
                  <a:pt x="1057" y="501"/>
                </a:lnTo>
                <a:lnTo>
                  <a:pt x="1057" y="500"/>
                </a:lnTo>
                <a:lnTo>
                  <a:pt x="1056" y="500"/>
                </a:lnTo>
                <a:lnTo>
                  <a:pt x="1056" y="501"/>
                </a:lnTo>
                <a:lnTo>
                  <a:pt x="1055" y="501"/>
                </a:lnTo>
                <a:lnTo>
                  <a:pt x="1055" y="500"/>
                </a:lnTo>
                <a:lnTo>
                  <a:pt x="1054" y="501"/>
                </a:lnTo>
                <a:lnTo>
                  <a:pt x="1053" y="501"/>
                </a:lnTo>
                <a:lnTo>
                  <a:pt x="1053" y="500"/>
                </a:lnTo>
                <a:lnTo>
                  <a:pt x="1052" y="500"/>
                </a:lnTo>
                <a:lnTo>
                  <a:pt x="1052" y="501"/>
                </a:lnTo>
                <a:lnTo>
                  <a:pt x="1051" y="501"/>
                </a:lnTo>
                <a:lnTo>
                  <a:pt x="1051" y="500"/>
                </a:lnTo>
                <a:lnTo>
                  <a:pt x="1051" y="499"/>
                </a:lnTo>
                <a:lnTo>
                  <a:pt x="1050" y="499"/>
                </a:lnTo>
                <a:lnTo>
                  <a:pt x="1049" y="499"/>
                </a:lnTo>
                <a:lnTo>
                  <a:pt x="1048" y="499"/>
                </a:lnTo>
                <a:lnTo>
                  <a:pt x="1048" y="498"/>
                </a:lnTo>
                <a:lnTo>
                  <a:pt x="1047" y="498"/>
                </a:lnTo>
                <a:lnTo>
                  <a:pt x="1047" y="497"/>
                </a:lnTo>
                <a:lnTo>
                  <a:pt x="1046" y="497"/>
                </a:lnTo>
                <a:lnTo>
                  <a:pt x="1046" y="496"/>
                </a:lnTo>
                <a:lnTo>
                  <a:pt x="1045" y="496"/>
                </a:lnTo>
                <a:lnTo>
                  <a:pt x="1044" y="496"/>
                </a:lnTo>
                <a:lnTo>
                  <a:pt x="1043" y="496"/>
                </a:lnTo>
                <a:lnTo>
                  <a:pt x="1042" y="495"/>
                </a:lnTo>
                <a:lnTo>
                  <a:pt x="1041" y="495"/>
                </a:lnTo>
                <a:lnTo>
                  <a:pt x="1040" y="495"/>
                </a:lnTo>
                <a:lnTo>
                  <a:pt x="1039" y="496"/>
                </a:lnTo>
                <a:lnTo>
                  <a:pt x="1038" y="496"/>
                </a:lnTo>
                <a:lnTo>
                  <a:pt x="1038" y="495"/>
                </a:lnTo>
                <a:lnTo>
                  <a:pt x="1037" y="495"/>
                </a:lnTo>
                <a:lnTo>
                  <a:pt x="1036" y="496"/>
                </a:lnTo>
                <a:lnTo>
                  <a:pt x="1036" y="497"/>
                </a:lnTo>
                <a:lnTo>
                  <a:pt x="1036" y="498"/>
                </a:lnTo>
                <a:lnTo>
                  <a:pt x="1035" y="498"/>
                </a:lnTo>
                <a:lnTo>
                  <a:pt x="1035" y="499"/>
                </a:lnTo>
                <a:lnTo>
                  <a:pt x="1034" y="500"/>
                </a:lnTo>
                <a:lnTo>
                  <a:pt x="1032" y="501"/>
                </a:lnTo>
                <a:lnTo>
                  <a:pt x="1031" y="501"/>
                </a:lnTo>
                <a:lnTo>
                  <a:pt x="1030" y="501"/>
                </a:lnTo>
                <a:lnTo>
                  <a:pt x="1030" y="502"/>
                </a:lnTo>
                <a:lnTo>
                  <a:pt x="1030" y="503"/>
                </a:lnTo>
                <a:lnTo>
                  <a:pt x="1030" y="504"/>
                </a:lnTo>
                <a:lnTo>
                  <a:pt x="1029" y="504"/>
                </a:lnTo>
                <a:lnTo>
                  <a:pt x="1029" y="505"/>
                </a:lnTo>
                <a:lnTo>
                  <a:pt x="1028" y="505"/>
                </a:lnTo>
                <a:lnTo>
                  <a:pt x="1029" y="505"/>
                </a:lnTo>
                <a:lnTo>
                  <a:pt x="1029" y="506"/>
                </a:lnTo>
                <a:lnTo>
                  <a:pt x="1029" y="507"/>
                </a:lnTo>
                <a:lnTo>
                  <a:pt x="1028" y="507"/>
                </a:lnTo>
                <a:lnTo>
                  <a:pt x="1028" y="508"/>
                </a:lnTo>
                <a:lnTo>
                  <a:pt x="1029" y="509"/>
                </a:lnTo>
                <a:lnTo>
                  <a:pt x="1028" y="510"/>
                </a:lnTo>
                <a:lnTo>
                  <a:pt x="1028" y="511"/>
                </a:lnTo>
                <a:lnTo>
                  <a:pt x="1027" y="511"/>
                </a:lnTo>
                <a:lnTo>
                  <a:pt x="1027" y="512"/>
                </a:lnTo>
                <a:lnTo>
                  <a:pt x="1027" y="513"/>
                </a:lnTo>
                <a:lnTo>
                  <a:pt x="1026" y="513"/>
                </a:lnTo>
                <a:lnTo>
                  <a:pt x="1026" y="514"/>
                </a:lnTo>
                <a:lnTo>
                  <a:pt x="1025" y="514"/>
                </a:lnTo>
                <a:lnTo>
                  <a:pt x="1025" y="515"/>
                </a:lnTo>
                <a:lnTo>
                  <a:pt x="1025" y="516"/>
                </a:lnTo>
                <a:lnTo>
                  <a:pt x="1026" y="517"/>
                </a:lnTo>
                <a:lnTo>
                  <a:pt x="1027" y="517"/>
                </a:lnTo>
                <a:lnTo>
                  <a:pt x="1027" y="518"/>
                </a:lnTo>
                <a:lnTo>
                  <a:pt x="1028" y="518"/>
                </a:lnTo>
                <a:lnTo>
                  <a:pt x="1029" y="518"/>
                </a:lnTo>
                <a:lnTo>
                  <a:pt x="1029" y="519"/>
                </a:lnTo>
                <a:lnTo>
                  <a:pt x="1029" y="520"/>
                </a:lnTo>
                <a:lnTo>
                  <a:pt x="1030" y="520"/>
                </a:lnTo>
                <a:lnTo>
                  <a:pt x="1030" y="521"/>
                </a:lnTo>
                <a:lnTo>
                  <a:pt x="1031" y="521"/>
                </a:lnTo>
                <a:lnTo>
                  <a:pt x="1032" y="522"/>
                </a:lnTo>
                <a:lnTo>
                  <a:pt x="1032" y="523"/>
                </a:lnTo>
                <a:lnTo>
                  <a:pt x="1031" y="523"/>
                </a:lnTo>
                <a:lnTo>
                  <a:pt x="1032" y="523"/>
                </a:lnTo>
                <a:lnTo>
                  <a:pt x="1032" y="524"/>
                </a:lnTo>
                <a:lnTo>
                  <a:pt x="1032" y="525"/>
                </a:lnTo>
                <a:lnTo>
                  <a:pt x="1033" y="525"/>
                </a:lnTo>
                <a:lnTo>
                  <a:pt x="1034" y="525"/>
                </a:lnTo>
                <a:lnTo>
                  <a:pt x="1034" y="526"/>
                </a:lnTo>
                <a:lnTo>
                  <a:pt x="1034" y="527"/>
                </a:lnTo>
                <a:lnTo>
                  <a:pt x="1035" y="528"/>
                </a:lnTo>
                <a:lnTo>
                  <a:pt x="1035" y="529"/>
                </a:lnTo>
                <a:lnTo>
                  <a:pt x="1035" y="530"/>
                </a:lnTo>
                <a:lnTo>
                  <a:pt x="1036" y="531"/>
                </a:lnTo>
                <a:lnTo>
                  <a:pt x="1036" y="530"/>
                </a:lnTo>
                <a:lnTo>
                  <a:pt x="1037" y="530"/>
                </a:lnTo>
                <a:lnTo>
                  <a:pt x="1037" y="531"/>
                </a:lnTo>
                <a:lnTo>
                  <a:pt x="1037" y="532"/>
                </a:lnTo>
                <a:lnTo>
                  <a:pt x="1038" y="533"/>
                </a:lnTo>
                <a:lnTo>
                  <a:pt x="1039" y="533"/>
                </a:lnTo>
                <a:lnTo>
                  <a:pt x="1039" y="534"/>
                </a:lnTo>
                <a:lnTo>
                  <a:pt x="1039" y="535"/>
                </a:lnTo>
                <a:lnTo>
                  <a:pt x="1040" y="535"/>
                </a:lnTo>
                <a:lnTo>
                  <a:pt x="1040" y="536"/>
                </a:lnTo>
                <a:lnTo>
                  <a:pt x="1039" y="536"/>
                </a:lnTo>
                <a:lnTo>
                  <a:pt x="1040" y="537"/>
                </a:lnTo>
                <a:lnTo>
                  <a:pt x="1041" y="537"/>
                </a:lnTo>
                <a:lnTo>
                  <a:pt x="1041" y="538"/>
                </a:lnTo>
                <a:lnTo>
                  <a:pt x="1042" y="539"/>
                </a:lnTo>
                <a:lnTo>
                  <a:pt x="1043" y="539"/>
                </a:lnTo>
                <a:lnTo>
                  <a:pt x="1043" y="540"/>
                </a:lnTo>
                <a:lnTo>
                  <a:pt x="1044" y="541"/>
                </a:lnTo>
                <a:lnTo>
                  <a:pt x="1044" y="542"/>
                </a:lnTo>
                <a:lnTo>
                  <a:pt x="1044" y="543"/>
                </a:lnTo>
                <a:lnTo>
                  <a:pt x="1045" y="543"/>
                </a:lnTo>
                <a:lnTo>
                  <a:pt x="1045" y="544"/>
                </a:lnTo>
                <a:lnTo>
                  <a:pt x="1046" y="545"/>
                </a:lnTo>
                <a:lnTo>
                  <a:pt x="1047" y="545"/>
                </a:lnTo>
                <a:lnTo>
                  <a:pt x="1048" y="544"/>
                </a:lnTo>
                <a:lnTo>
                  <a:pt x="1048" y="545"/>
                </a:lnTo>
                <a:lnTo>
                  <a:pt x="1049" y="546"/>
                </a:lnTo>
                <a:lnTo>
                  <a:pt x="1050" y="545"/>
                </a:lnTo>
                <a:lnTo>
                  <a:pt x="1050" y="546"/>
                </a:lnTo>
                <a:lnTo>
                  <a:pt x="1050" y="547"/>
                </a:lnTo>
                <a:lnTo>
                  <a:pt x="1051" y="548"/>
                </a:lnTo>
                <a:lnTo>
                  <a:pt x="1053" y="549"/>
                </a:lnTo>
                <a:lnTo>
                  <a:pt x="1054" y="549"/>
                </a:lnTo>
                <a:lnTo>
                  <a:pt x="1055" y="548"/>
                </a:lnTo>
                <a:lnTo>
                  <a:pt x="1056" y="548"/>
                </a:lnTo>
                <a:lnTo>
                  <a:pt x="1056" y="549"/>
                </a:lnTo>
                <a:lnTo>
                  <a:pt x="1057" y="549"/>
                </a:lnTo>
                <a:lnTo>
                  <a:pt x="1058" y="550"/>
                </a:lnTo>
                <a:lnTo>
                  <a:pt x="1060" y="550"/>
                </a:lnTo>
                <a:lnTo>
                  <a:pt x="1060" y="551"/>
                </a:lnTo>
                <a:lnTo>
                  <a:pt x="1060" y="552"/>
                </a:lnTo>
                <a:lnTo>
                  <a:pt x="1061" y="553"/>
                </a:lnTo>
                <a:lnTo>
                  <a:pt x="1062" y="554"/>
                </a:lnTo>
                <a:lnTo>
                  <a:pt x="1063" y="555"/>
                </a:lnTo>
                <a:lnTo>
                  <a:pt x="1063" y="556"/>
                </a:lnTo>
                <a:lnTo>
                  <a:pt x="1063" y="557"/>
                </a:lnTo>
                <a:lnTo>
                  <a:pt x="1063" y="558"/>
                </a:lnTo>
                <a:lnTo>
                  <a:pt x="1063" y="559"/>
                </a:lnTo>
                <a:lnTo>
                  <a:pt x="1063" y="560"/>
                </a:lnTo>
                <a:lnTo>
                  <a:pt x="1062" y="560"/>
                </a:lnTo>
                <a:lnTo>
                  <a:pt x="1062" y="561"/>
                </a:lnTo>
                <a:lnTo>
                  <a:pt x="1061" y="562"/>
                </a:lnTo>
                <a:lnTo>
                  <a:pt x="1061" y="563"/>
                </a:lnTo>
                <a:lnTo>
                  <a:pt x="1061" y="564"/>
                </a:lnTo>
                <a:lnTo>
                  <a:pt x="1061" y="565"/>
                </a:lnTo>
                <a:lnTo>
                  <a:pt x="1061" y="566"/>
                </a:lnTo>
                <a:lnTo>
                  <a:pt x="1062" y="566"/>
                </a:lnTo>
                <a:lnTo>
                  <a:pt x="1062" y="567"/>
                </a:lnTo>
                <a:lnTo>
                  <a:pt x="1061" y="568"/>
                </a:lnTo>
                <a:lnTo>
                  <a:pt x="1061" y="569"/>
                </a:lnTo>
                <a:lnTo>
                  <a:pt x="1062" y="569"/>
                </a:lnTo>
                <a:lnTo>
                  <a:pt x="1063" y="569"/>
                </a:lnTo>
                <a:lnTo>
                  <a:pt x="1063" y="568"/>
                </a:lnTo>
                <a:lnTo>
                  <a:pt x="1064" y="568"/>
                </a:lnTo>
                <a:lnTo>
                  <a:pt x="1065" y="568"/>
                </a:lnTo>
                <a:lnTo>
                  <a:pt x="1066" y="568"/>
                </a:lnTo>
                <a:lnTo>
                  <a:pt x="1066" y="567"/>
                </a:lnTo>
                <a:lnTo>
                  <a:pt x="1067" y="566"/>
                </a:lnTo>
                <a:lnTo>
                  <a:pt x="1068" y="566"/>
                </a:lnTo>
                <a:lnTo>
                  <a:pt x="1068" y="567"/>
                </a:lnTo>
                <a:lnTo>
                  <a:pt x="1069" y="567"/>
                </a:lnTo>
                <a:lnTo>
                  <a:pt x="1069" y="568"/>
                </a:lnTo>
                <a:lnTo>
                  <a:pt x="1071" y="568"/>
                </a:lnTo>
                <a:lnTo>
                  <a:pt x="1071" y="569"/>
                </a:lnTo>
                <a:lnTo>
                  <a:pt x="1072" y="569"/>
                </a:lnTo>
                <a:lnTo>
                  <a:pt x="1073" y="569"/>
                </a:lnTo>
                <a:lnTo>
                  <a:pt x="1073" y="568"/>
                </a:lnTo>
                <a:lnTo>
                  <a:pt x="1073" y="569"/>
                </a:lnTo>
                <a:lnTo>
                  <a:pt x="1074" y="569"/>
                </a:lnTo>
                <a:lnTo>
                  <a:pt x="1074" y="568"/>
                </a:lnTo>
                <a:lnTo>
                  <a:pt x="1075" y="568"/>
                </a:lnTo>
                <a:lnTo>
                  <a:pt x="1075" y="569"/>
                </a:lnTo>
                <a:lnTo>
                  <a:pt x="1076" y="569"/>
                </a:lnTo>
                <a:lnTo>
                  <a:pt x="1077" y="569"/>
                </a:lnTo>
                <a:lnTo>
                  <a:pt x="1078" y="569"/>
                </a:lnTo>
                <a:lnTo>
                  <a:pt x="1079" y="569"/>
                </a:lnTo>
                <a:lnTo>
                  <a:pt x="1079" y="570"/>
                </a:lnTo>
                <a:lnTo>
                  <a:pt x="1080" y="570"/>
                </a:lnTo>
                <a:lnTo>
                  <a:pt x="1081" y="570"/>
                </a:lnTo>
                <a:lnTo>
                  <a:pt x="1082" y="570"/>
                </a:lnTo>
                <a:lnTo>
                  <a:pt x="1083" y="570"/>
                </a:lnTo>
                <a:lnTo>
                  <a:pt x="1084" y="570"/>
                </a:lnTo>
                <a:lnTo>
                  <a:pt x="1084" y="569"/>
                </a:lnTo>
                <a:lnTo>
                  <a:pt x="1085" y="569"/>
                </a:lnTo>
                <a:lnTo>
                  <a:pt x="1085" y="568"/>
                </a:lnTo>
                <a:lnTo>
                  <a:pt x="1085" y="567"/>
                </a:lnTo>
                <a:lnTo>
                  <a:pt x="1085" y="566"/>
                </a:lnTo>
                <a:lnTo>
                  <a:pt x="1086" y="566"/>
                </a:lnTo>
                <a:lnTo>
                  <a:pt x="1087" y="566"/>
                </a:lnTo>
                <a:lnTo>
                  <a:pt x="1088" y="566"/>
                </a:lnTo>
                <a:lnTo>
                  <a:pt x="1089" y="566"/>
                </a:lnTo>
                <a:lnTo>
                  <a:pt x="1089" y="565"/>
                </a:lnTo>
                <a:lnTo>
                  <a:pt x="1091" y="564"/>
                </a:lnTo>
                <a:lnTo>
                  <a:pt x="1092" y="565"/>
                </a:lnTo>
                <a:lnTo>
                  <a:pt x="1094" y="565"/>
                </a:lnTo>
                <a:lnTo>
                  <a:pt x="1095" y="565"/>
                </a:lnTo>
                <a:lnTo>
                  <a:pt x="1096" y="565"/>
                </a:lnTo>
                <a:lnTo>
                  <a:pt x="1096" y="566"/>
                </a:lnTo>
                <a:lnTo>
                  <a:pt x="1096" y="567"/>
                </a:lnTo>
                <a:lnTo>
                  <a:pt x="1096" y="568"/>
                </a:lnTo>
                <a:lnTo>
                  <a:pt x="1097" y="568"/>
                </a:lnTo>
                <a:lnTo>
                  <a:pt x="1098" y="567"/>
                </a:lnTo>
                <a:lnTo>
                  <a:pt x="1099" y="567"/>
                </a:lnTo>
                <a:lnTo>
                  <a:pt x="1099" y="568"/>
                </a:lnTo>
                <a:lnTo>
                  <a:pt x="1099" y="569"/>
                </a:lnTo>
                <a:lnTo>
                  <a:pt x="1099" y="570"/>
                </a:lnTo>
                <a:lnTo>
                  <a:pt x="1099" y="571"/>
                </a:lnTo>
                <a:lnTo>
                  <a:pt x="1100" y="571"/>
                </a:lnTo>
                <a:lnTo>
                  <a:pt x="1101" y="572"/>
                </a:lnTo>
                <a:lnTo>
                  <a:pt x="1101" y="573"/>
                </a:lnTo>
                <a:lnTo>
                  <a:pt x="1102" y="574"/>
                </a:lnTo>
                <a:lnTo>
                  <a:pt x="1102" y="575"/>
                </a:lnTo>
                <a:lnTo>
                  <a:pt x="1101" y="575"/>
                </a:lnTo>
                <a:lnTo>
                  <a:pt x="1101" y="576"/>
                </a:lnTo>
                <a:lnTo>
                  <a:pt x="1101" y="577"/>
                </a:lnTo>
                <a:lnTo>
                  <a:pt x="1101" y="578"/>
                </a:lnTo>
                <a:lnTo>
                  <a:pt x="1102" y="579"/>
                </a:lnTo>
                <a:lnTo>
                  <a:pt x="1102" y="580"/>
                </a:lnTo>
                <a:lnTo>
                  <a:pt x="1102" y="581"/>
                </a:lnTo>
                <a:lnTo>
                  <a:pt x="1102" y="582"/>
                </a:lnTo>
                <a:lnTo>
                  <a:pt x="1102" y="583"/>
                </a:lnTo>
                <a:lnTo>
                  <a:pt x="1102" y="585"/>
                </a:lnTo>
                <a:lnTo>
                  <a:pt x="1103" y="586"/>
                </a:lnTo>
                <a:lnTo>
                  <a:pt x="1104" y="586"/>
                </a:lnTo>
                <a:lnTo>
                  <a:pt x="1104" y="585"/>
                </a:lnTo>
                <a:lnTo>
                  <a:pt x="1106" y="585"/>
                </a:lnTo>
                <a:lnTo>
                  <a:pt x="1108" y="585"/>
                </a:lnTo>
                <a:lnTo>
                  <a:pt x="1109" y="585"/>
                </a:lnTo>
                <a:lnTo>
                  <a:pt x="1110" y="585"/>
                </a:lnTo>
                <a:lnTo>
                  <a:pt x="1111" y="585"/>
                </a:lnTo>
                <a:lnTo>
                  <a:pt x="1112" y="585"/>
                </a:lnTo>
                <a:lnTo>
                  <a:pt x="1113" y="585"/>
                </a:lnTo>
                <a:lnTo>
                  <a:pt x="1114" y="584"/>
                </a:lnTo>
                <a:lnTo>
                  <a:pt x="1114" y="583"/>
                </a:lnTo>
                <a:lnTo>
                  <a:pt x="1114" y="581"/>
                </a:lnTo>
                <a:lnTo>
                  <a:pt x="1115" y="581"/>
                </a:lnTo>
                <a:lnTo>
                  <a:pt x="1116" y="581"/>
                </a:lnTo>
                <a:lnTo>
                  <a:pt x="1116" y="582"/>
                </a:lnTo>
                <a:lnTo>
                  <a:pt x="1116" y="583"/>
                </a:lnTo>
                <a:lnTo>
                  <a:pt x="1116" y="584"/>
                </a:lnTo>
                <a:lnTo>
                  <a:pt x="1116" y="585"/>
                </a:lnTo>
                <a:lnTo>
                  <a:pt x="1116" y="586"/>
                </a:lnTo>
                <a:lnTo>
                  <a:pt x="1116" y="587"/>
                </a:lnTo>
                <a:lnTo>
                  <a:pt x="1115" y="587"/>
                </a:lnTo>
                <a:lnTo>
                  <a:pt x="1115" y="588"/>
                </a:lnTo>
                <a:lnTo>
                  <a:pt x="1115" y="589"/>
                </a:lnTo>
                <a:lnTo>
                  <a:pt x="1115" y="590"/>
                </a:lnTo>
                <a:lnTo>
                  <a:pt x="1116" y="590"/>
                </a:lnTo>
                <a:lnTo>
                  <a:pt x="1115" y="590"/>
                </a:lnTo>
                <a:lnTo>
                  <a:pt x="1113" y="591"/>
                </a:lnTo>
                <a:lnTo>
                  <a:pt x="1112" y="591"/>
                </a:lnTo>
                <a:lnTo>
                  <a:pt x="1111" y="591"/>
                </a:lnTo>
                <a:lnTo>
                  <a:pt x="1110" y="591"/>
                </a:lnTo>
                <a:lnTo>
                  <a:pt x="1109" y="591"/>
                </a:lnTo>
                <a:lnTo>
                  <a:pt x="1109" y="592"/>
                </a:lnTo>
                <a:lnTo>
                  <a:pt x="1108" y="593"/>
                </a:lnTo>
                <a:lnTo>
                  <a:pt x="1108" y="594"/>
                </a:lnTo>
                <a:lnTo>
                  <a:pt x="1108" y="595"/>
                </a:lnTo>
                <a:lnTo>
                  <a:pt x="1107" y="595"/>
                </a:lnTo>
                <a:lnTo>
                  <a:pt x="1107" y="596"/>
                </a:lnTo>
                <a:lnTo>
                  <a:pt x="1106" y="596"/>
                </a:lnTo>
                <a:lnTo>
                  <a:pt x="1106" y="597"/>
                </a:lnTo>
                <a:lnTo>
                  <a:pt x="1106" y="598"/>
                </a:lnTo>
                <a:lnTo>
                  <a:pt x="1105" y="599"/>
                </a:lnTo>
                <a:lnTo>
                  <a:pt x="1105" y="600"/>
                </a:lnTo>
                <a:lnTo>
                  <a:pt x="1105" y="601"/>
                </a:lnTo>
                <a:lnTo>
                  <a:pt x="1105" y="602"/>
                </a:lnTo>
                <a:lnTo>
                  <a:pt x="1104" y="603"/>
                </a:lnTo>
                <a:lnTo>
                  <a:pt x="1105" y="604"/>
                </a:lnTo>
                <a:lnTo>
                  <a:pt x="1106" y="605"/>
                </a:lnTo>
                <a:lnTo>
                  <a:pt x="1107" y="605"/>
                </a:lnTo>
                <a:lnTo>
                  <a:pt x="1107" y="606"/>
                </a:lnTo>
                <a:lnTo>
                  <a:pt x="1108" y="606"/>
                </a:lnTo>
                <a:lnTo>
                  <a:pt x="1109" y="606"/>
                </a:lnTo>
                <a:lnTo>
                  <a:pt x="1110" y="606"/>
                </a:lnTo>
                <a:lnTo>
                  <a:pt x="1110" y="607"/>
                </a:lnTo>
                <a:lnTo>
                  <a:pt x="1111" y="607"/>
                </a:lnTo>
                <a:lnTo>
                  <a:pt x="1112" y="607"/>
                </a:lnTo>
                <a:lnTo>
                  <a:pt x="1112" y="608"/>
                </a:lnTo>
                <a:lnTo>
                  <a:pt x="1113" y="608"/>
                </a:lnTo>
                <a:lnTo>
                  <a:pt x="1113" y="609"/>
                </a:lnTo>
                <a:lnTo>
                  <a:pt x="1112" y="610"/>
                </a:lnTo>
                <a:lnTo>
                  <a:pt x="1111" y="610"/>
                </a:lnTo>
                <a:lnTo>
                  <a:pt x="1112" y="611"/>
                </a:lnTo>
                <a:lnTo>
                  <a:pt x="1112" y="612"/>
                </a:lnTo>
                <a:lnTo>
                  <a:pt x="1111" y="612"/>
                </a:lnTo>
                <a:lnTo>
                  <a:pt x="1111" y="613"/>
                </a:lnTo>
                <a:lnTo>
                  <a:pt x="1111" y="614"/>
                </a:lnTo>
                <a:lnTo>
                  <a:pt x="1110" y="614"/>
                </a:lnTo>
                <a:lnTo>
                  <a:pt x="1109" y="615"/>
                </a:lnTo>
                <a:lnTo>
                  <a:pt x="1108" y="615"/>
                </a:lnTo>
                <a:lnTo>
                  <a:pt x="1107" y="616"/>
                </a:lnTo>
                <a:lnTo>
                  <a:pt x="1108" y="617"/>
                </a:lnTo>
                <a:lnTo>
                  <a:pt x="1108" y="618"/>
                </a:lnTo>
                <a:lnTo>
                  <a:pt x="1107" y="619"/>
                </a:lnTo>
                <a:lnTo>
                  <a:pt x="1106" y="619"/>
                </a:lnTo>
                <a:lnTo>
                  <a:pt x="1105" y="619"/>
                </a:lnTo>
                <a:lnTo>
                  <a:pt x="1105" y="620"/>
                </a:lnTo>
                <a:lnTo>
                  <a:pt x="1105" y="621"/>
                </a:lnTo>
                <a:lnTo>
                  <a:pt x="1106" y="621"/>
                </a:lnTo>
                <a:lnTo>
                  <a:pt x="1106" y="622"/>
                </a:lnTo>
                <a:lnTo>
                  <a:pt x="1105" y="622"/>
                </a:lnTo>
                <a:lnTo>
                  <a:pt x="1105" y="623"/>
                </a:lnTo>
                <a:lnTo>
                  <a:pt x="1104" y="623"/>
                </a:lnTo>
                <a:lnTo>
                  <a:pt x="1104" y="624"/>
                </a:lnTo>
                <a:lnTo>
                  <a:pt x="1103" y="625"/>
                </a:lnTo>
                <a:lnTo>
                  <a:pt x="1103" y="626"/>
                </a:lnTo>
                <a:lnTo>
                  <a:pt x="1102" y="626"/>
                </a:lnTo>
                <a:lnTo>
                  <a:pt x="1102" y="625"/>
                </a:lnTo>
                <a:lnTo>
                  <a:pt x="1101" y="624"/>
                </a:lnTo>
                <a:lnTo>
                  <a:pt x="1100" y="623"/>
                </a:lnTo>
                <a:lnTo>
                  <a:pt x="1099" y="622"/>
                </a:lnTo>
                <a:lnTo>
                  <a:pt x="1099" y="621"/>
                </a:lnTo>
                <a:lnTo>
                  <a:pt x="1098" y="621"/>
                </a:lnTo>
                <a:lnTo>
                  <a:pt x="1097" y="620"/>
                </a:lnTo>
                <a:lnTo>
                  <a:pt x="1097" y="619"/>
                </a:lnTo>
                <a:lnTo>
                  <a:pt x="1096" y="619"/>
                </a:lnTo>
                <a:lnTo>
                  <a:pt x="1095" y="619"/>
                </a:lnTo>
                <a:lnTo>
                  <a:pt x="1095" y="618"/>
                </a:lnTo>
                <a:lnTo>
                  <a:pt x="1094" y="618"/>
                </a:lnTo>
                <a:lnTo>
                  <a:pt x="1094" y="617"/>
                </a:lnTo>
                <a:lnTo>
                  <a:pt x="1093" y="617"/>
                </a:lnTo>
                <a:lnTo>
                  <a:pt x="1093" y="616"/>
                </a:lnTo>
                <a:lnTo>
                  <a:pt x="1092" y="616"/>
                </a:lnTo>
                <a:lnTo>
                  <a:pt x="1092" y="615"/>
                </a:lnTo>
                <a:lnTo>
                  <a:pt x="1091" y="615"/>
                </a:lnTo>
                <a:lnTo>
                  <a:pt x="1091" y="614"/>
                </a:lnTo>
                <a:lnTo>
                  <a:pt x="1091" y="613"/>
                </a:lnTo>
                <a:lnTo>
                  <a:pt x="1090" y="613"/>
                </a:lnTo>
                <a:lnTo>
                  <a:pt x="1089" y="613"/>
                </a:lnTo>
                <a:lnTo>
                  <a:pt x="1088" y="613"/>
                </a:lnTo>
                <a:lnTo>
                  <a:pt x="1087" y="613"/>
                </a:lnTo>
                <a:lnTo>
                  <a:pt x="1086" y="613"/>
                </a:lnTo>
                <a:lnTo>
                  <a:pt x="1085" y="613"/>
                </a:lnTo>
                <a:lnTo>
                  <a:pt x="1084" y="613"/>
                </a:lnTo>
                <a:lnTo>
                  <a:pt x="1082" y="613"/>
                </a:lnTo>
                <a:lnTo>
                  <a:pt x="1082" y="614"/>
                </a:lnTo>
                <a:lnTo>
                  <a:pt x="1081" y="615"/>
                </a:lnTo>
                <a:lnTo>
                  <a:pt x="1081" y="616"/>
                </a:lnTo>
                <a:lnTo>
                  <a:pt x="1081" y="617"/>
                </a:lnTo>
                <a:lnTo>
                  <a:pt x="1082" y="617"/>
                </a:lnTo>
                <a:lnTo>
                  <a:pt x="1081" y="617"/>
                </a:lnTo>
                <a:lnTo>
                  <a:pt x="1081" y="618"/>
                </a:lnTo>
                <a:lnTo>
                  <a:pt x="1081" y="619"/>
                </a:lnTo>
                <a:lnTo>
                  <a:pt x="1082" y="619"/>
                </a:lnTo>
                <a:lnTo>
                  <a:pt x="1081" y="620"/>
                </a:lnTo>
                <a:lnTo>
                  <a:pt x="1081" y="621"/>
                </a:lnTo>
                <a:lnTo>
                  <a:pt x="1081" y="620"/>
                </a:lnTo>
                <a:lnTo>
                  <a:pt x="1080" y="620"/>
                </a:lnTo>
                <a:lnTo>
                  <a:pt x="1080" y="619"/>
                </a:lnTo>
                <a:lnTo>
                  <a:pt x="1079" y="619"/>
                </a:lnTo>
                <a:lnTo>
                  <a:pt x="1079" y="618"/>
                </a:lnTo>
                <a:lnTo>
                  <a:pt x="1078" y="618"/>
                </a:lnTo>
                <a:lnTo>
                  <a:pt x="1078" y="617"/>
                </a:lnTo>
                <a:lnTo>
                  <a:pt x="1078" y="616"/>
                </a:lnTo>
                <a:lnTo>
                  <a:pt x="1077" y="616"/>
                </a:lnTo>
                <a:lnTo>
                  <a:pt x="1077" y="615"/>
                </a:lnTo>
                <a:lnTo>
                  <a:pt x="1076" y="614"/>
                </a:lnTo>
                <a:lnTo>
                  <a:pt x="1076" y="613"/>
                </a:lnTo>
                <a:lnTo>
                  <a:pt x="1076" y="612"/>
                </a:lnTo>
                <a:lnTo>
                  <a:pt x="1075" y="611"/>
                </a:lnTo>
                <a:lnTo>
                  <a:pt x="1074" y="611"/>
                </a:lnTo>
                <a:lnTo>
                  <a:pt x="1073" y="610"/>
                </a:lnTo>
                <a:lnTo>
                  <a:pt x="1073" y="609"/>
                </a:lnTo>
                <a:lnTo>
                  <a:pt x="1072" y="609"/>
                </a:lnTo>
                <a:lnTo>
                  <a:pt x="1071" y="609"/>
                </a:lnTo>
                <a:lnTo>
                  <a:pt x="1070" y="609"/>
                </a:lnTo>
                <a:lnTo>
                  <a:pt x="1069" y="609"/>
                </a:lnTo>
                <a:lnTo>
                  <a:pt x="1068" y="609"/>
                </a:lnTo>
                <a:lnTo>
                  <a:pt x="1067" y="609"/>
                </a:lnTo>
                <a:lnTo>
                  <a:pt x="1067" y="608"/>
                </a:lnTo>
                <a:lnTo>
                  <a:pt x="1066" y="608"/>
                </a:lnTo>
                <a:lnTo>
                  <a:pt x="1066" y="609"/>
                </a:lnTo>
                <a:lnTo>
                  <a:pt x="1066" y="610"/>
                </a:lnTo>
                <a:lnTo>
                  <a:pt x="1065" y="610"/>
                </a:lnTo>
                <a:lnTo>
                  <a:pt x="1064" y="609"/>
                </a:lnTo>
                <a:lnTo>
                  <a:pt x="1065" y="609"/>
                </a:lnTo>
                <a:lnTo>
                  <a:pt x="1064" y="609"/>
                </a:lnTo>
                <a:lnTo>
                  <a:pt x="1063" y="608"/>
                </a:lnTo>
                <a:lnTo>
                  <a:pt x="1063" y="609"/>
                </a:lnTo>
                <a:lnTo>
                  <a:pt x="1062" y="609"/>
                </a:lnTo>
                <a:lnTo>
                  <a:pt x="1062" y="610"/>
                </a:lnTo>
                <a:lnTo>
                  <a:pt x="1061" y="610"/>
                </a:lnTo>
                <a:lnTo>
                  <a:pt x="1062" y="610"/>
                </a:lnTo>
                <a:lnTo>
                  <a:pt x="1062" y="611"/>
                </a:lnTo>
                <a:lnTo>
                  <a:pt x="1061" y="611"/>
                </a:lnTo>
                <a:lnTo>
                  <a:pt x="1060" y="611"/>
                </a:lnTo>
                <a:lnTo>
                  <a:pt x="1060" y="612"/>
                </a:lnTo>
                <a:lnTo>
                  <a:pt x="1059" y="612"/>
                </a:lnTo>
                <a:lnTo>
                  <a:pt x="1059" y="613"/>
                </a:lnTo>
                <a:lnTo>
                  <a:pt x="1058" y="613"/>
                </a:lnTo>
                <a:lnTo>
                  <a:pt x="1057" y="613"/>
                </a:lnTo>
                <a:lnTo>
                  <a:pt x="1057" y="614"/>
                </a:lnTo>
                <a:lnTo>
                  <a:pt x="1057" y="616"/>
                </a:lnTo>
                <a:lnTo>
                  <a:pt x="1057" y="617"/>
                </a:lnTo>
                <a:lnTo>
                  <a:pt x="1058" y="617"/>
                </a:lnTo>
                <a:lnTo>
                  <a:pt x="1058" y="618"/>
                </a:lnTo>
                <a:lnTo>
                  <a:pt x="1058" y="619"/>
                </a:lnTo>
                <a:lnTo>
                  <a:pt x="1059" y="619"/>
                </a:lnTo>
                <a:lnTo>
                  <a:pt x="1059" y="621"/>
                </a:lnTo>
                <a:lnTo>
                  <a:pt x="1060" y="621"/>
                </a:lnTo>
                <a:lnTo>
                  <a:pt x="1060" y="622"/>
                </a:lnTo>
                <a:lnTo>
                  <a:pt x="1060" y="623"/>
                </a:lnTo>
                <a:lnTo>
                  <a:pt x="1060" y="624"/>
                </a:lnTo>
                <a:lnTo>
                  <a:pt x="1061" y="624"/>
                </a:lnTo>
                <a:lnTo>
                  <a:pt x="1061" y="625"/>
                </a:lnTo>
                <a:lnTo>
                  <a:pt x="1061" y="626"/>
                </a:lnTo>
                <a:lnTo>
                  <a:pt x="1061" y="627"/>
                </a:lnTo>
                <a:lnTo>
                  <a:pt x="1060" y="627"/>
                </a:lnTo>
                <a:lnTo>
                  <a:pt x="1059" y="627"/>
                </a:lnTo>
                <a:lnTo>
                  <a:pt x="1059" y="628"/>
                </a:lnTo>
                <a:lnTo>
                  <a:pt x="1059" y="629"/>
                </a:lnTo>
                <a:lnTo>
                  <a:pt x="1059" y="630"/>
                </a:lnTo>
                <a:lnTo>
                  <a:pt x="1061" y="630"/>
                </a:lnTo>
                <a:lnTo>
                  <a:pt x="1061" y="631"/>
                </a:lnTo>
                <a:lnTo>
                  <a:pt x="1062" y="631"/>
                </a:lnTo>
                <a:lnTo>
                  <a:pt x="1063" y="632"/>
                </a:lnTo>
                <a:lnTo>
                  <a:pt x="1062" y="632"/>
                </a:lnTo>
                <a:lnTo>
                  <a:pt x="1062" y="633"/>
                </a:lnTo>
                <a:lnTo>
                  <a:pt x="1062" y="634"/>
                </a:lnTo>
                <a:lnTo>
                  <a:pt x="1062" y="635"/>
                </a:lnTo>
                <a:lnTo>
                  <a:pt x="1062" y="636"/>
                </a:lnTo>
                <a:lnTo>
                  <a:pt x="1062" y="637"/>
                </a:lnTo>
                <a:lnTo>
                  <a:pt x="1063" y="637"/>
                </a:lnTo>
                <a:lnTo>
                  <a:pt x="1063" y="638"/>
                </a:lnTo>
                <a:lnTo>
                  <a:pt x="1062" y="638"/>
                </a:lnTo>
                <a:lnTo>
                  <a:pt x="1060" y="638"/>
                </a:lnTo>
                <a:lnTo>
                  <a:pt x="1059" y="637"/>
                </a:lnTo>
                <a:lnTo>
                  <a:pt x="1058" y="637"/>
                </a:lnTo>
                <a:lnTo>
                  <a:pt x="1057" y="638"/>
                </a:lnTo>
                <a:lnTo>
                  <a:pt x="1058" y="638"/>
                </a:lnTo>
                <a:lnTo>
                  <a:pt x="1058" y="639"/>
                </a:lnTo>
                <a:lnTo>
                  <a:pt x="1058" y="640"/>
                </a:lnTo>
                <a:lnTo>
                  <a:pt x="1058" y="641"/>
                </a:lnTo>
                <a:lnTo>
                  <a:pt x="1058" y="642"/>
                </a:lnTo>
                <a:lnTo>
                  <a:pt x="1057" y="643"/>
                </a:lnTo>
                <a:lnTo>
                  <a:pt x="1058" y="643"/>
                </a:lnTo>
                <a:lnTo>
                  <a:pt x="1058" y="644"/>
                </a:lnTo>
                <a:lnTo>
                  <a:pt x="1057" y="645"/>
                </a:lnTo>
                <a:lnTo>
                  <a:pt x="1058" y="646"/>
                </a:lnTo>
                <a:lnTo>
                  <a:pt x="1059" y="646"/>
                </a:lnTo>
                <a:lnTo>
                  <a:pt x="1060" y="646"/>
                </a:lnTo>
                <a:lnTo>
                  <a:pt x="1061" y="646"/>
                </a:lnTo>
                <a:lnTo>
                  <a:pt x="1061" y="647"/>
                </a:lnTo>
                <a:lnTo>
                  <a:pt x="1062" y="647"/>
                </a:lnTo>
                <a:lnTo>
                  <a:pt x="1063" y="648"/>
                </a:lnTo>
                <a:lnTo>
                  <a:pt x="1064" y="648"/>
                </a:lnTo>
                <a:lnTo>
                  <a:pt x="1064" y="649"/>
                </a:lnTo>
                <a:lnTo>
                  <a:pt x="1064" y="650"/>
                </a:lnTo>
                <a:lnTo>
                  <a:pt x="1065" y="650"/>
                </a:lnTo>
                <a:lnTo>
                  <a:pt x="1066" y="650"/>
                </a:lnTo>
                <a:lnTo>
                  <a:pt x="1066" y="651"/>
                </a:lnTo>
                <a:lnTo>
                  <a:pt x="1066" y="652"/>
                </a:lnTo>
                <a:lnTo>
                  <a:pt x="1066" y="653"/>
                </a:lnTo>
                <a:lnTo>
                  <a:pt x="1067" y="653"/>
                </a:lnTo>
                <a:lnTo>
                  <a:pt x="1067" y="654"/>
                </a:lnTo>
                <a:lnTo>
                  <a:pt x="1068" y="654"/>
                </a:lnTo>
                <a:lnTo>
                  <a:pt x="1067" y="654"/>
                </a:lnTo>
                <a:lnTo>
                  <a:pt x="1067" y="655"/>
                </a:lnTo>
                <a:lnTo>
                  <a:pt x="1067" y="656"/>
                </a:lnTo>
                <a:lnTo>
                  <a:pt x="1067" y="657"/>
                </a:lnTo>
                <a:lnTo>
                  <a:pt x="1067" y="658"/>
                </a:lnTo>
                <a:lnTo>
                  <a:pt x="1067" y="659"/>
                </a:lnTo>
                <a:lnTo>
                  <a:pt x="1066" y="659"/>
                </a:lnTo>
                <a:lnTo>
                  <a:pt x="1066" y="660"/>
                </a:lnTo>
                <a:lnTo>
                  <a:pt x="1067" y="660"/>
                </a:lnTo>
                <a:lnTo>
                  <a:pt x="1067" y="661"/>
                </a:lnTo>
                <a:lnTo>
                  <a:pt x="1066" y="662"/>
                </a:lnTo>
                <a:lnTo>
                  <a:pt x="1066" y="663"/>
                </a:lnTo>
                <a:lnTo>
                  <a:pt x="1066" y="665"/>
                </a:lnTo>
                <a:lnTo>
                  <a:pt x="1065" y="666"/>
                </a:lnTo>
                <a:lnTo>
                  <a:pt x="1064" y="666"/>
                </a:lnTo>
                <a:lnTo>
                  <a:pt x="1064" y="667"/>
                </a:lnTo>
                <a:lnTo>
                  <a:pt x="1064" y="668"/>
                </a:lnTo>
                <a:lnTo>
                  <a:pt x="1063" y="669"/>
                </a:lnTo>
                <a:lnTo>
                  <a:pt x="1062" y="669"/>
                </a:lnTo>
                <a:lnTo>
                  <a:pt x="1062" y="668"/>
                </a:lnTo>
                <a:lnTo>
                  <a:pt x="1062" y="669"/>
                </a:lnTo>
                <a:lnTo>
                  <a:pt x="1061" y="670"/>
                </a:lnTo>
                <a:lnTo>
                  <a:pt x="1060" y="671"/>
                </a:lnTo>
                <a:lnTo>
                  <a:pt x="1059" y="671"/>
                </a:lnTo>
                <a:lnTo>
                  <a:pt x="1058" y="671"/>
                </a:lnTo>
                <a:lnTo>
                  <a:pt x="1057" y="671"/>
                </a:lnTo>
                <a:lnTo>
                  <a:pt x="1057" y="672"/>
                </a:lnTo>
                <a:lnTo>
                  <a:pt x="1057" y="673"/>
                </a:lnTo>
                <a:lnTo>
                  <a:pt x="1057" y="674"/>
                </a:lnTo>
                <a:lnTo>
                  <a:pt x="1056" y="674"/>
                </a:lnTo>
                <a:lnTo>
                  <a:pt x="1056" y="673"/>
                </a:lnTo>
                <a:lnTo>
                  <a:pt x="1056" y="672"/>
                </a:lnTo>
                <a:lnTo>
                  <a:pt x="1056" y="671"/>
                </a:lnTo>
                <a:lnTo>
                  <a:pt x="1056" y="670"/>
                </a:lnTo>
                <a:lnTo>
                  <a:pt x="1055" y="670"/>
                </a:lnTo>
                <a:lnTo>
                  <a:pt x="1054" y="670"/>
                </a:lnTo>
                <a:lnTo>
                  <a:pt x="1053" y="670"/>
                </a:lnTo>
                <a:lnTo>
                  <a:pt x="1053" y="669"/>
                </a:lnTo>
                <a:lnTo>
                  <a:pt x="1052" y="669"/>
                </a:lnTo>
                <a:lnTo>
                  <a:pt x="1051" y="670"/>
                </a:lnTo>
                <a:lnTo>
                  <a:pt x="1050" y="670"/>
                </a:lnTo>
                <a:lnTo>
                  <a:pt x="1049" y="671"/>
                </a:lnTo>
                <a:lnTo>
                  <a:pt x="1048" y="672"/>
                </a:lnTo>
                <a:lnTo>
                  <a:pt x="1048" y="673"/>
                </a:lnTo>
                <a:lnTo>
                  <a:pt x="1047" y="673"/>
                </a:lnTo>
                <a:lnTo>
                  <a:pt x="1046" y="674"/>
                </a:lnTo>
                <a:lnTo>
                  <a:pt x="1045" y="674"/>
                </a:lnTo>
                <a:lnTo>
                  <a:pt x="1044" y="674"/>
                </a:lnTo>
                <a:lnTo>
                  <a:pt x="1044" y="675"/>
                </a:lnTo>
                <a:lnTo>
                  <a:pt x="1043" y="675"/>
                </a:lnTo>
                <a:lnTo>
                  <a:pt x="1042" y="675"/>
                </a:lnTo>
                <a:lnTo>
                  <a:pt x="1041" y="676"/>
                </a:lnTo>
                <a:lnTo>
                  <a:pt x="1040" y="677"/>
                </a:lnTo>
                <a:lnTo>
                  <a:pt x="1039" y="677"/>
                </a:lnTo>
                <a:lnTo>
                  <a:pt x="1039" y="676"/>
                </a:lnTo>
                <a:lnTo>
                  <a:pt x="1038" y="675"/>
                </a:lnTo>
                <a:lnTo>
                  <a:pt x="1038" y="676"/>
                </a:lnTo>
                <a:lnTo>
                  <a:pt x="1037" y="676"/>
                </a:lnTo>
                <a:lnTo>
                  <a:pt x="1037" y="675"/>
                </a:lnTo>
                <a:lnTo>
                  <a:pt x="1036" y="675"/>
                </a:lnTo>
                <a:lnTo>
                  <a:pt x="1036" y="674"/>
                </a:lnTo>
                <a:lnTo>
                  <a:pt x="1035" y="674"/>
                </a:lnTo>
                <a:lnTo>
                  <a:pt x="1035" y="673"/>
                </a:lnTo>
                <a:lnTo>
                  <a:pt x="1034" y="673"/>
                </a:lnTo>
                <a:lnTo>
                  <a:pt x="1033" y="673"/>
                </a:lnTo>
                <a:lnTo>
                  <a:pt x="1032" y="673"/>
                </a:lnTo>
                <a:lnTo>
                  <a:pt x="1032" y="672"/>
                </a:lnTo>
                <a:lnTo>
                  <a:pt x="1031" y="672"/>
                </a:lnTo>
                <a:lnTo>
                  <a:pt x="1030" y="672"/>
                </a:lnTo>
                <a:lnTo>
                  <a:pt x="1029" y="672"/>
                </a:lnTo>
                <a:lnTo>
                  <a:pt x="1028" y="672"/>
                </a:lnTo>
                <a:lnTo>
                  <a:pt x="1028" y="671"/>
                </a:lnTo>
                <a:lnTo>
                  <a:pt x="1028" y="672"/>
                </a:lnTo>
                <a:lnTo>
                  <a:pt x="1027" y="672"/>
                </a:lnTo>
                <a:lnTo>
                  <a:pt x="1027" y="673"/>
                </a:lnTo>
                <a:lnTo>
                  <a:pt x="1026" y="673"/>
                </a:lnTo>
                <a:lnTo>
                  <a:pt x="1025" y="672"/>
                </a:lnTo>
                <a:lnTo>
                  <a:pt x="1025" y="671"/>
                </a:lnTo>
                <a:lnTo>
                  <a:pt x="1025" y="670"/>
                </a:lnTo>
                <a:lnTo>
                  <a:pt x="1025" y="671"/>
                </a:lnTo>
                <a:lnTo>
                  <a:pt x="1024" y="671"/>
                </a:lnTo>
                <a:lnTo>
                  <a:pt x="1024" y="672"/>
                </a:lnTo>
                <a:lnTo>
                  <a:pt x="1023" y="672"/>
                </a:lnTo>
                <a:lnTo>
                  <a:pt x="1023" y="671"/>
                </a:lnTo>
                <a:lnTo>
                  <a:pt x="1022" y="671"/>
                </a:lnTo>
                <a:lnTo>
                  <a:pt x="1021" y="670"/>
                </a:lnTo>
                <a:lnTo>
                  <a:pt x="1020" y="670"/>
                </a:lnTo>
                <a:lnTo>
                  <a:pt x="1019" y="669"/>
                </a:lnTo>
                <a:lnTo>
                  <a:pt x="1018" y="669"/>
                </a:lnTo>
                <a:lnTo>
                  <a:pt x="1018" y="670"/>
                </a:lnTo>
                <a:lnTo>
                  <a:pt x="1019" y="671"/>
                </a:lnTo>
                <a:lnTo>
                  <a:pt x="1020" y="672"/>
                </a:lnTo>
                <a:lnTo>
                  <a:pt x="1020" y="673"/>
                </a:lnTo>
                <a:lnTo>
                  <a:pt x="1020" y="674"/>
                </a:lnTo>
                <a:lnTo>
                  <a:pt x="1021" y="674"/>
                </a:lnTo>
                <a:lnTo>
                  <a:pt x="1021" y="675"/>
                </a:lnTo>
                <a:lnTo>
                  <a:pt x="1021" y="676"/>
                </a:lnTo>
                <a:lnTo>
                  <a:pt x="1020" y="676"/>
                </a:lnTo>
                <a:lnTo>
                  <a:pt x="1019" y="676"/>
                </a:lnTo>
                <a:lnTo>
                  <a:pt x="1019" y="675"/>
                </a:lnTo>
                <a:lnTo>
                  <a:pt x="1018" y="675"/>
                </a:lnTo>
                <a:lnTo>
                  <a:pt x="1017" y="674"/>
                </a:lnTo>
                <a:lnTo>
                  <a:pt x="1016" y="674"/>
                </a:lnTo>
                <a:lnTo>
                  <a:pt x="1016" y="675"/>
                </a:lnTo>
                <a:lnTo>
                  <a:pt x="1015" y="676"/>
                </a:lnTo>
                <a:lnTo>
                  <a:pt x="1015" y="677"/>
                </a:lnTo>
                <a:lnTo>
                  <a:pt x="1015" y="678"/>
                </a:lnTo>
                <a:lnTo>
                  <a:pt x="1016" y="678"/>
                </a:lnTo>
                <a:lnTo>
                  <a:pt x="1016" y="679"/>
                </a:lnTo>
                <a:lnTo>
                  <a:pt x="1015" y="680"/>
                </a:lnTo>
                <a:lnTo>
                  <a:pt x="1015" y="681"/>
                </a:lnTo>
                <a:lnTo>
                  <a:pt x="1015" y="682"/>
                </a:lnTo>
                <a:lnTo>
                  <a:pt x="1015" y="683"/>
                </a:lnTo>
                <a:lnTo>
                  <a:pt x="1016" y="684"/>
                </a:lnTo>
                <a:lnTo>
                  <a:pt x="1016" y="685"/>
                </a:lnTo>
                <a:lnTo>
                  <a:pt x="1014" y="685"/>
                </a:lnTo>
                <a:lnTo>
                  <a:pt x="1014" y="684"/>
                </a:lnTo>
                <a:lnTo>
                  <a:pt x="1013" y="684"/>
                </a:lnTo>
                <a:lnTo>
                  <a:pt x="1013" y="683"/>
                </a:lnTo>
                <a:lnTo>
                  <a:pt x="1012" y="683"/>
                </a:lnTo>
                <a:lnTo>
                  <a:pt x="1011" y="683"/>
                </a:lnTo>
                <a:lnTo>
                  <a:pt x="1011" y="682"/>
                </a:lnTo>
                <a:lnTo>
                  <a:pt x="1010" y="683"/>
                </a:lnTo>
                <a:lnTo>
                  <a:pt x="1010" y="682"/>
                </a:lnTo>
                <a:lnTo>
                  <a:pt x="1009" y="682"/>
                </a:lnTo>
                <a:lnTo>
                  <a:pt x="1009" y="681"/>
                </a:lnTo>
                <a:lnTo>
                  <a:pt x="1008" y="682"/>
                </a:lnTo>
                <a:lnTo>
                  <a:pt x="1007" y="682"/>
                </a:lnTo>
                <a:lnTo>
                  <a:pt x="1008" y="681"/>
                </a:lnTo>
                <a:lnTo>
                  <a:pt x="1007" y="681"/>
                </a:lnTo>
                <a:lnTo>
                  <a:pt x="1007" y="680"/>
                </a:lnTo>
                <a:lnTo>
                  <a:pt x="1006" y="681"/>
                </a:lnTo>
                <a:lnTo>
                  <a:pt x="1006" y="680"/>
                </a:lnTo>
                <a:lnTo>
                  <a:pt x="1005" y="680"/>
                </a:lnTo>
                <a:lnTo>
                  <a:pt x="1005" y="679"/>
                </a:lnTo>
                <a:lnTo>
                  <a:pt x="1004" y="679"/>
                </a:lnTo>
                <a:lnTo>
                  <a:pt x="1004" y="678"/>
                </a:lnTo>
                <a:lnTo>
                  <a:pt x="1005" y="678"/>
                </a:lnTo>
                <a:lnTo>
                  <a:pt x="1005" y="677"/>
                </a:lnTo>
                <a:lnTo>
                  <a:pt x="1004" y="677"/>
                </a:lnTo>
                <a:lnTo>
                  <a:pt x="1004" y="678"/>
                </a:lnTo>
                <a:lnTo>
                  <a:pt x="1003" y="678"/>
                </a:lnTo>
                <a:lnTo>
                  <a:pt x="1003" y="677"/>
                </a:lnTo>
                <a:lnTo>
                  <a:pt x="1004" y="677"/>
                </a:lnTo>
                <a:lnTo>
                  <a:pt x="1004" y="676"/>
                </a:lnTo>
                <a:lnTo>
                  <a:pt x="1003" y="676"/>
                </a:lnTo>
                <a:lnTo>
                  <a:pt x="1002" y="676"/>
                </a:lnTo>
                <a:lnTo>
                  <a:pt x="1002" y="675"/>
                </a:lnTo>
                <a:lnTo>
                  <a:pt x="1003" y="675"/>
                </a:lnTo>
                <a:lnTo>
                  <a:pt x="1002" y="675"/>
                </a:lnTo>
                <a:lnTo>
                  <a:pt x="1002" y="674"/>
                </a:lnTo>
                <a:lnTo>
                  <a:pt x="1001" y="674"/>
                </a:lnTo>
                <a:lnTo>
                  <a:pt x="1002" y="674"/>
                </a:lnTo>
                <a:lnTo>
                  <a:pt x="1003" y="674"/>
                </a:lnTo>
                <a:lnTo>
                  <a:pt x="1002" y="674"/>
                </a:lnTo>
                <a:lnTo>
                  <a:pt x="1002" y="673"/>
                </a:lnTo>
                <a:lnTo>
                  <a:pt x="1001" y="672"/>
                </a:lnTo>
                <a:lnTo>
                  <a:pt x="1001" y="671"/>
                </a:lnTo>
                <a:lnTo>
                  <a:pt x="1000" y="671"/>
                </a:lnTo>
                <a:lnTo>
                  <a:pt x="1000" y="670"/>
                </a:lnTo>
                <a:lnTo>
                  <a:pt x="999" y="670"/>
                </a:lnTo>
                <a:lnTo>
                  <a:pt x="999" y="669"/>
                </a:lnTo>
                <a:lnTo>
                  <a:pt x="999" y="668"/>
                </a:lnTo>
                <a:lnTo>
                  <a:pt x="998" y="668"/>
                </a:lnTo>
                <a:lnTo>
                  <a:pt x="998" y="667"/>
                </a:lnTo>
                <a:lnTo>
                  <a:pt x="997" y="667"/>
                </a:lnTo>
                <a:lnTo>
                  <a:pt x="996" y="667"/>
                </a:lnTo>
                <a:lnTo>
                  <a:pt x="995" y="666"/>
                </a:lnTo>
                <a:lnTo>
                  <a:pt x="995" y="665"/>
                </a:lnTo>
                <a:lnTo>
                  <a:pt x="995" y="664"/>
                </a:lnTo>
                <a:lnTo>
                  <a:pt x="994" y="664"/>
                </a:lnTo>
                <a:lnTo>
                  <a:pt x="993" y="664"/>
                </a:lnTo>
                <a:lnTo>
                  <a:pt x="993" y="665"/>
                </a:lnTo>
                <a:lnTo>
                  <a:pt x="992" y="665"/>
                </a:lnTo>
                <a:lnTo>
                  <a:pt x="992" y="666"/>
                </a:lnTo>
                <a:lnTo>
                  <a:pt x="991" y="666"/>
                </a:lnTo>
                <a:lnTo>
                  <a:pt x="991" y="667"/>
                </a:lnTo>
                <a:lnTo>
                  <a:pt x="990" y="667"/>
                </a:lnTo>
                <a:lnTo>
                  <a:pt x="990" y="666"/>
                </a:lnTo>
                <a:lnTo>
                  <a:pt x="991" y="665"/>
                </a:lnTo>
                <a:lnTo>
                  <a:pt x="991" y="664"/>
                </a:lnTo>
                <a:lnTo>
                  <a:pt x="992" y="663"/>
                </a:lnTo>
                <a:lnTo>
                  <a:pt x="992" y="662"/>
                </a:lnTo>
                <a:lnTo>
                  <a:pt x="992" y="661"/>
                </a:lnTo>
                <a:lnTo>
                  <a:pt x="991" y="662"/>
                </a:lnTo>
                <a:lnTo>
                  <a:pt x="990" y="662"/>
                </a:lnTo>
                <a:lnTo>
                  <a:pt x="989" y="663"/>
                </a:lnTo>
                <a:lnTo>
                  <a:pt x="988" y="664"/>
                </a:lnTo>
                <a:lnTo>
                  <a:pt x="987" y="664"/>
                </a:lnTo>
                <a:lnTo>
                  <a:pt x="987" y="665"/>
                </a:lnTo>
                <a:lnTo>
                  <a:pt x="986" y="665"/>
                </a:lnTo>
                <a:lnTo>
                  <a:pt x="986" y="664"/>
                </a:lnTo>
                <a:lnTo>
                  <a:pt x="985" y="664"/>
                </a:lnTo>
                <a:lnTo>
                  <a:pt x="984" y="664"/>
                </a:lnTo>
                <a:lnTo>
                  <a:pt x="983" y="664"/>
                </a:lnTo>
                <a:lnTo>
                  <a:pt x="982" y="663"/>
                </a:lnTo>
                <a:lnTo>
                  <a:pt x="981" y="663"/>
                </a:lnTo>
                <a:lnTo>
                  <a:pt x="980" y="663"/>
                </a:lnTo>
                <a:lnTo>
                  <a:pt x="979" y="662"/>
                </a:lnTo>
                <a:lnTo>
                  <a:pt x="979" y="663"/>
                </a:lnTo>
                <a:lnTo>
                  <a:pt x="979" y="664"/>
                </a:lnTo>
                <a:lnTo>
                  <a:pt x="980" y="664"/>
                </a:lnTo>
                <a:lnTo>
                  <a:pt x="979" y="664"/>
                </a:lnTo>
                <a:lnTo>
                  <a:pt x="979" y="665"/>
                </a:lnTo>
                <a:lnTo>
                  <a:pt x="978" y="665"/>
                </a:lnTo>
                <a:lnTo>
                  <a:pt x="977" y="666"/>
                </a:lnTo>
                <a:lnTo>
                  <a:pt x="977" y="667"/>
                </a:lnTo>
                <a:lnTo>
                  <a:pt x="977" y="668"/>
                </a:lnTo>
                <a:lnTo>
                  <a:pt x="977" y="669"/>
                </a:lnTo>
                <a:lnTo>
                  <a:pt x="976" y="669"/>
                </a:lnTo>
                <a:lnTo>
                  <a:pt x="977" y="670"/>
                </a:lnTo>
                <a:lnTo>
                  <a:pt x="977" y="672"/>
                </a:lnTo>
                <a:lnTo>
                  <a:pt x="976" y="673"/>
                </a:lnTo>
                <a:lnTo>
                  <a:pt x="976" y="674"/>
                </a:lnTo>
                <a:lnTo>
                  <a:pt x="976" y="675"/>
                </a:lnTo>
                <a:lnTo>
                  <a:pt x="975" y="675"/>
                </a:lnTo>
                <a:lnTo>
                  <a:pt x="975" y="676"/>
                </a:lnTo>
                <a:lnTo>
                  <a:pt x="974" y="676"/>
                </a:lnTo>
                <a:lnTo>
                  <a:pt x="973" y="675"/>
                </a:lnTo>
                <a:lnTo>
                  <a:pt x="973" y="674"/>
                </a:lnTo>
                <a:lnTo>
                  <a:pt x="972" y="674"/>
                </a:lnTo>
                <a:lnTo>
                  <a:pt x="971" y="674"/>
                </a:lnTo>
                <a:lnTo>
                  <a:pt x="971" y="673"/>
                </a:lnTo>
                <a:lnTo>
                  <a:pt x="970" y="673"/>
                </a:lnTo>
                <a:lnTo>
                  <a:pt x="970" y="674"/>
                </a:lnTo>
                <a:lnTo>
                  <a:pt x="969" y="674"/>
                </a:lnTo>
                <a:lnTo>
                  <a:pt x="969" y="673"/>
                </a:lnTo>
                <a:lnTo>
                  <a:pt x="969" y="674"/>
                </a:lnTo>
                <a:lnTo>
                  <a:pt x="968" y="674"/>
                </a:lnTo>
                <a:lnTo>
                  <a:pt x="968" y="673"/>
                </a:lnTo>
                <a:lnTo>
                  <a:pt x="967" y="673"/>
                </a:lnTo>
                <a:lnTo>
                  <a:pt x="966" y="673"/>
                </a:lnTo>
                <a:lnTo>
                  <a:pt x="966" y="671"/>
                </a:lnTo>
                <a:lnTo>
                  <a:pt x="965" y="671"/>
                </a:lnTo>
                <a:lnTo>
                  <a:pt x="965" y="670"/>
                </a:lnTo>
                <a:lnTo>
                  <a:pt x="964" y="670"/>
                </a:lnTo>
                <a:lnTo>
                  <a:pt x="964" y="669"/>
                </a:lnTo>
                <a:lnTo>
                  <a:pt x="965" y="669"/>
                </a:lnTo>
                <a:lnTo>
                  <a:pt x="965" y="668"/>
                </a:lnTo>
                <a:lnTo>
                  <a:pt x="965" y="667"/>
                </a:lnTo>
                <a:lnTo>
                  <a:pt x="966" y="667"/>
                </a:lnTo>
                <a:lnTo>
                  <a:pt x="966" y="666"/>
                </a:lnTo>
                <a:lnTo>
                  <a:pt x="967" y="666"/>
                </a:lnTo>
                <a:lnTo>
                  <a:pt x="967" y="665"/>
                </a:lnTo>
                <a:lnTo>
                  <a:pt x="968" y="665"/>
                </a:lnTo>
                <a:lnTo>
                  <a:pt x="968" y="664"/>
                </a:lnTo>
                <a:lnTo>
                  <a:pt x="968" y="663"/>
                </a:lnTo>
                <a:lnTo>
                  <a:pt x="968" y="662"/>
                </a:lnTo>
                <a:lnTo>
                  <a:pt x="967" y="661"/>
                </a:lnTo>
                <a:lnTo>
                  <a:pt x="967" y="658"/>
                </a:lnTo>
                <a:lnTo>
                  <a:pt x="967" y="657"/>
                </a:lnTo>
                <a:lnTo>
                  <a:pt x="966" y="657"/>
                </a:lnTo>
                <a:lnTo>
                  <a:pt x="966" y="656"/>
                </a:lnTo>
                <a:lnTo>
                  <a:pt x="967" y="655"/>
                </a:lnTo>
                <a:lnTo>
                  <a:pt x="967" y="653"/>
                </a:lnTo>
                <a:lnTo>
                  <a:pt x="966" y="653"/>
                </a:lnTo>
                <a:lnTo>
                  <a:pt x="966" y="652"/>
                </a:lnTo>
                <a:lnTo>
                  <a:pt x="966" y="651"/>
                </a:lnTo>
                <a:lnTo>
                  <a:pt x="966" y="650"/>
                </a:lnTo>
                <a:lnTo>
                  <a:pt x="965" y="650"/>
                </a:lnTo>
                <a:lnTo>
                  <a:pt x="964" y="650"/>
                </a:lnTo>
                <a:lnTo>
                  <a:pt x="963" y="649"/>
                </a:lnTo>
                <a:lnTo>
                  <a:pt x="963" y="648"/>
                </a:lnTo>
                <a:lnTo>
                  <a:pt x="962" y="647"/>
                </a:lnTo>
                <a:lnTo>
                  <a:pt x="961" y="647"/>
                </a:lnTo>
                <a:lnTo>
                  <a:pt x="960" y="647"/>
                </a:lnTo>
                <a:lnTo>
                  <a:pt x="959" y="647"/>
                </a:lnTo>
                <a:lnTo>
                  <a:pt x="958" y="647"/>
                </a:lnTo>
                <a:lnTo>
                  <a:pt x="958" y="646"/>
                </a:lnTo>
                <a:lnTo>
                  <a:pt x="959" y="646"/>
                </a:lnTo>
                <a:lnTo>
                  <a:pt x="959" y="645"/>
                </a:lnTo>
                <a:lnTo>
                  <a:pt x="959" y="644"/>
                </a:lnTo>
                <a:lnTo>
                  <a:pt x="960" y="643"/>
                </a:lnTo>
                <a:lnTo>
                  <a:pt x="959" y="643"/>
                </a:lnTo>
                <a:lnTo>
                  <a:pt x="958" y="643"/>
                </a:lnTo>
                <a:lnTo>
                  <a:pt x="957" y="643"/>
                </a:lnTo>
                <a:lnTo>
                  <a:pt x="957" y="642"/>
                </a:lnTo>
                <a:lnTo>
                  <a:pt x="956" y="642"/>
                </a:lnTo>
                <a:lnTo>
                  <a:pt x="955" y="642"/>
                </a:lnTo>
                <a:lnTo>
                  <a:pt x="954" y="642"/>
                </a:lnTo>
                <a:lnTo>
                  <a:pt x="953" y="642"/>
                </a:lnTo>
                <a:lnTo>
                  <a:pt x="952" y="642"/>
                </a:lnTo>
                <a:lnTo>
                  <a:pt x="952" y="641"/>
                </a:lnTo>
                <a:lnTo>
                  <a:pt x="952" y="640"/>
                </a:lnTo>
                <a:lnTo>
                  <a:pt x="951" y="639"/>
                </a:lnTo>
                <a:lnTo>
                  <a:pt x="951" y="637"/>
                </a:lnTo>
                <a:lnTo>
                  <a:pt x="950" y="637"/>
                </a:lnTo>
                <a:lnTo>
                  <a:pt x="950" y="636"/>
                </a:lnTo>
                <a:lnTo>
                  <a:pt x="949" y="636"/>
                </a:lnTo>
                <a:lnTo>
                  <a:pt x="949" y="635"/>
                </a:lnTo>
                <a:lnTo>
                  <a:pt x="949" y="634"/>
                </a:lnTo>
                <a:lnTo>
                  <a:pt x="948" y="634"/>
                </a:lnTo>
                <a:lnTo>
                  <a:pt x="948" y="635"/>
                </a:lnTo>
                <a:lnTo>
                  <a:pt x="948" y="634"/>
                </a:lnTo>
                <a:lnTo>
                  <a:pt x="948" y="633"/>
                </a:lnTo>
                <a:lnTo>
                  <a:pt x="948" y="632"/>
                </a:lnTo>
                <a:lnTo>
                  <a:pt x="947" y="631"/>
                </a:lnTo>
                <a:lnTo>
                  <a:pt x="946" y="631"/>
                </a:lnTo>
                <a:lnTo>
                  <a:pt x="945" y="631"/>
                </a:lnTo>
                <a:lnTo>
                  <a:pt x="945" y="632"/>
                </a:lnTo>
                <a:lnTo>
                  <a:pt x="945" y="633"/>
                </a:lnTo>
                <a:lnTo>
                  <a:pt x="945" y="634"/>
                </a:lnTo>
                <a:lnTo>
                  <a:pt x="945" y="635"/>
                </a:lnTo>
                <a:lnTo>
                  <a:pt x="945" y="636"/>
                </a:lnTo>
                <a:lnTo>
                  <a:pt x="945" y="637"/>
                </a:lnTo>
                <a:lnTo>
                  <a:pt x="944" y="637"/>
                </a:lnTo>
                <a:lnTo>
                  <a:pt x="944" y="638"/>
                </a:lnTo>
                <a:lnTo>
                  <a:pt x="944" y="639"/>
                </a:lnTo>
                <a:lnTo>
                  <a:pt x="943" y="640"/>
                </a:lnTo>
                <a:lnTo>
                  <a:pt x="943" y="641"/>
                </a:lnTo>
                <a:lnTo>
                  <a:pt x="943" y="642"/>
                </a:lnTo>
                <a:lnTo>
                  <a:pt x="942" y="642"/>
                </a:lnTo>
                <a:lnTo>
                  <a:pt x="941" y="642"/>
                </a:lnTo>
                <a:lnTo>
                  <a:pt x="941" y="641"/>
                </a:lnTo>
                <a:lnTo>
                  <a:pt x="940" y="641"/>
                </a:lnTo>
                <a:lnTo>
                  <a:pt x="940" y="642"/>
                </a:lnTo>
                <a:lnTo>
                  <a:pt x="939" y="642"/>
                </a:lnTo>
                <a:lnTo>
                  <a:pt x="938" y="641"/>
                </a:lnTo>
                <a:lnTo>
                  <a:pt x="937" y="641"/>
                </a:lnTo>
                <a:lnTo>
                  <a:pt x="936" y="641"/>
                </a:lnTo>
                <a:lnTo>
                  <a:pt x="935" y="642"/>
                </a:lnTo>
                <a:lnTo>
                  <a:pt x="935" y="643"/>
                </a:lnTo>
                <a:lnTo>
                  <a:pt x="935" y="644"/>
                </a:lnTo>
                <a:lnTo>
                  <a:pt x="934" y="644"/>
                </a:lnTo>
                <a:lnTo>
                  <a:pt x="935" y="644"/>
                </a:lnTo>
                <a:lnTo>
                  <a:pt x="936" y="644"/>
                </a:lnTo>
                <a:lnTo>
                  <a:pt x="936" y="645"/>
                </a:lnTo>
                <a:lnTo>
                  <a:pt x="936" y="646"/>
                </a:lnTo>
                <a:lnTo>
                  <a:pt x="937" y="646"/>
                </a:lnTo>
                <a:lnTo>
                  <a:pt x="937" y="647"/>
                </a:lnTo>
                <a:lnTo>
                  <a:pt x="937" y="648"/>
                </a:lnTo>
                <a:lnTo>
                  <a:pt x="937" y="649"/>
                </a:lnTo>
                <a:lnTo>
                  <a:pt x="937" y="650"/>
                </a:lnTo>
                <a:lnTo>
                  <a:pt x="937" y="651"/>
                </a:lnTo>
                <a:lnTo>
                  <a:pt x="936" y="651"/>
                </a:lnTo>
                <a:lnTo>
                  <a:pt x="936" y="652"/>
                </a:lnTo>
                <a:lnTo>
                  <a:pt x="936" y="653"/>
                </a:lnTo>
                <a:lnTo>
                  <a:pt x="935" y="653"/>
                </a:lnTo>
                <a:lnTo>
                  <a:pt x="935" y="654"/>
                </a:lnTo>
                <a:lnTo>
                  <a:pt x="935" y="655"/>
                </a:lnTo>
                <a:lnTo>
                  <a:pt x="935" y="656"/>
                </a:lnTo>
                <a:lnTo>
                  <a:pt x="935" y="657"/>
                </a:lnTo>
                <a:lnTo>
                  <a:pt x="935" y="658"/>
                </a:lnTo>
                <a:lnTo>
                  <a:pt x="935" y="659"/>
                </a:lnTo>
                <a:lnTo>
                  <a:pt x="934" y="660"/>
                </a:lnTo>
                <a:lnTo>
                  <a:pt x="934" y="661"/>
                </a:lnTo>
                <a:lnTo>
                  <a:pt x="933" y="661"/>
                </a:lnTo>
                <a:lnTo>
                  <a:pt x="933" y="662"/>
                </a:lnTo>
                <a:lnTo>
                  <a:pt x="932" y="662"/>
                </a:lnTo>
                <a:lnTo>
                  <a:pt x="932" y="663"/>
                </a:lnTo>
                <a:lnTo>
                  <a:pt x="933" y="663"/>
                </a:lnTo>
                <a:lnTo>
                  <a:pt x="933" y="664"/>
                </a:lnTo>
                <a:lnTo>
                  <a:pt x="932" y="664"/>
                </a:lnTo>
                <a:lnTo>
                  <a:pt x="931" y="664"/>
                </a:lnTo>
                <a:lnTo>
                  <a:pt x="931" y="663"/>
                </a:lnTo>
                <a:lnTo>
                  <a:pt x="930" y="662"/>
                </a:lnTo>
                <a:lnTo>
                  <a:pt x="930" y="661"/>
                </a:lnTo>
                <a:lnTo>
                  <a:pt x="929" y="660"/>
                </a:lnTo>
                <a:lnTo>
                  <a:pt x="927" y="660"/>
                </a:lnTo>
                <a:lnTo>
                  <a:pt x="926" y="660"/>
                </a:lnTo>
                <a:lnTo>
                  <a:pt x="926" y="659"/>
                </a:lnTo>
                <a:lnTo>
                  <a:pt x="925" y="659"/>
                </a:lnTo>
                <a:lnTo>
                  <a:pt x="924" y="659"/>
                </a:lnTo>
                <a:lnTo>
                  <a:pt x="924" y="658"/>
                </a:lnTo>
                <a:lnTo>
                  <a:pt x="924" y="657"/>
                </a:lnTo>
                <a:lnTo>
                  <a:pt x="923" y="657"/>
                </a:lnTo>
                <a:lnTo>
                  <a:pt x="923" y="658"/>
                </a:lnTo>
                <a:lnTo>
                  <a:pt x="922" y="658"/>
                </a:lnTo>
                <a:lnTo>
                  <a:pt x="921" y="658"/>
                </a:lnTo>
                <a:lnTo>
                  <a:pt x="921" y="659"/>
                </a:lnTo>
                <a:lnTo>
                  <a:pt x="920" y="658"/>
                </a:lnTo>
                <a:lnTo>
                  <a:pt x="919" y="658"/>
                </a:lnTo>
                <a:lnTo>
                  <a:pt x="919" y="657"/>
                </a:lnTo>
                <a:lnTo>
                  <a:pt x="919" y="656"/>
                </a:lnTo>
                <a:lnTo>
                  <a:pt x="918" y="655"/>
                </a:lnTo>
                <a:lnTo>
                  <a:pt x="917" y="654"/>
                </a:lnTo>
                <a:lnTo>
                  <a:pt x="917" y="653"/>
                </a:lnTo>
                <a:lnTo>
                  <a:pt x="916" y="653"/>
                </a:lnTo>
                <a:lnTo>
                  <a:pt x="916" y="652"/>
                </a:lnTo>
                <a:lnTo>
                  <a:pt x="915" y="652"/>
                </a:lnTo>
                <a:lnTo>
                  <a:pt x="914" y="652"/>
                </a:lnTo>
                <a:lnTo>
                  <a:pt x="913" y="652"/>
                </a:lnTo>
                <a:lnTo>
                  <a:pt x="912" y="652"/>
                </a:lnTo>
                <a:lnTo>
                  <a:pt x="911" y="651"/>
                </a:lnTo>
                <a:lnTo>
                  <a:pt x="910" y="651"/>
                </a:lnTo>
                <a:lnTo>
                  <a:pt x="909" y="651"/>
                </a:lnTo>
                <a:lnTo>
                  <a:pt x="908" y="651"/>
                </a:lnTo>
                <a:lnTo>
                  <a:pt x="908" y="650"/>
                </a:lnTo>
                <a:lnTo>
                  <a:pt x="907" y="650"/>
                </a:lnTo>
                <a:lnTo>
                  <a:pt x="906" y="650"/>
                </a:lnTo>
                <a:lnTo>
                  <a:pt x="905" y="649"/>
                </a:lnTo>
                <a:lnTo>
                  <a:pt x="904" y="649"/>
                </a:lnTo>
                <a:lnTo>
                  <a:pt x="904" y="648"/>
                </a:lnTo>
                <a:lnTo>
                  <a:pt x="903" y="648"/>
                </a:lnTo>
                <a:lnTo>
                  <a:pt x="902" y="648"/>
                </a:lnTo>
                <a:lnTo>
                  <a:pt x="901" y="646"/>
                </a:lnTo>
                <a:lnTo>
                  <a:pt x="900" y="646"/>
                </a:lnTo>
                <a:lnTo>
                  <a:pt x="899" y="647"/>
                </a:lnTo>
                <a:lnTo>
                  <a:pt x="898" y="647"/>
                </a:lnTo>
                <a:lnTo>
                  <a:pt x="898" y="648"/>
                </a:lnTo>
                <a:lnTo>
                  <a:pt x="897" y="648"/>
                </a:lnTo>
                <a:lnTo>
                  <a:pt x="897" y="647"/>
                </a:lnTo>
                <a:lnTo>
                  <a:pt x="896" y="647"/>
                </a:lnTo>
                <a:lnTo>
                  <a:pt x="896" y="648"/>
                </a:lnTo>
                <a:lnTo>
                  <a:pt x="895" y="648"/>
                </a:lnTo>
                <a:lnTo>
                  <a:pt x="894" y="649"/>
                </a:lnTo>
                <a:lnTo>
                  <a:pt x="893" y="648"/>
                </a:lnTo>
                <a:lnTo>
                  <a:pt x="892" y="648"/>
                </a:lnTo>
                <a:lnTo>
                  <a:pt x="891" y="648"/>
                </a:lnTo>
                <a:lnTo>
                  <a:pt x="890" y="648"/>
                </a:lnTo>
                <a:lnTo>
                  <a:pt x="890" y="649"/>
                </a:lnTo>
                <a:lnTo>
                  <a:pt x="890" y="648"/>
                </a:lnTo>
                <a:lnTo>
                  <a:pt x="890" y="647"/>
                </a:lnTo>
                <a:lnTo>
                  <a:pt x="889" y="646"/>
                </a:lnTo>
                <a:lnTo>
                  <a:pt x="889" y="645"/>
                </a:lnTo>
                <a:lnTo>
                  <a:pt x="888" y="644"/>
                </a:lnTo>
                <a:lnTo>
                  <a:pt x="888" y="643"/>
                </a:lnTo>
                <a:lnTo>
                  <a:pt x="888" y="642"/>
                </a:lnTo>
                <a:lnTo>
                  <a:pt x="889" y="642"/>
                </a:lnTo>
                <a:lnTo>
                  <a:pt x="889" y="641"/>
                </a:lnTo>
                <a:lnTo>
                  <a:pt x="888" y="641"/>
                </a:lnTo>
                <a:lnTo>
                  <a:pt x="887" y="641"/>
                </a:lnTo>
                <a:lnTo>
                  <a:pt x="887" y="640"/>
                </a:lnTo>
                <a:lnTo>
                  <a:pt x="887" y="639"/>
                </a:lnTo>
                <a:lnTo>
                  <a:pt x="887" y="638"/>
                </a:lnTo>
                <a:lnTo>
                  <a:pt x="886" y="637"/>
                </a:lnTo>
                <a:lnTo>
                  <a:pt x="885" y="637"/>
                </a:lnTo>
                <a:lnTo>
                  <a:pt x="885" y="636"/>
                </a:lnTo>
                <a:lnTo>
                  <a:pt x="885" y="635"/>
                </a:lnTo>
                <a:lnTo>
                  <a:pt x="884" y="635"/>
                </a:lnTo>
                <a:lnTo>
                  <a:pt x="885" y="635"/>
                </a:lnTo>
                <a:lnTo>
                  <a:pt x="885" y="634"/>
                </a:lnTo>
                <a:lnTo>
                  <a:pt x="884" y="634"/>
                </a:lnTo>
                <a:lnTo>
                  <a:pt x="884" y="633"/>
                </a:lnTo>
                <a:lnTo>
                  <a:pt x="883" y="633"/>
                </a:lnTo>
                <a:lnTo>
                  <a:pt x="883" y="632"/>
                </a:lnTo>
                <a:lnTo>
                  <a:pt x="882" y="632"/>
                </a:lnTo>
                <a:lnTo>
                  <a:pt x="881" y="632"/>
                </a:lnTo>
                <a:lnTo>
                  <a:pt x="880" y="631"/>
                </a:lnTo>
                <a:lnTo>
                  <a:pt x="879" y="631"/>
                </a:lnTo>
                <a:lnTo>
                  <a:pt x="878" y="631"/>
                </a:lnTo>
                <a:lnTo>
                  <a:pt x="877" y="631"/>
                </a:lnTo>
                <a:lnTo>
                  <a:pt x="876" y="631"/>
                </a:lnTo>
                <a:lnTo>
                  <a:pt x="876" y="630"/>
                </a:lnTo>
                <a:lnTo>
                  <a:pt x="875" y="630"/>
                </a:lnTo>
                <a:lnTo>
                  <a:pt x="874" y="629"/>
                </a:lnTo>
                <a:lnTo>
                  <a:pt x="874" y="628"/>
                </a:lnTo>
                <a:lnTo>
                  <a:pt x="873" y="628"/>
                </a:lnTo>
                <a:lnTo>
                  <a:pt x="872" y="628"/>
                </a:lnTo>
                <a:lnTo>
                  <a:pt x="871" y="628"/>
                </a:lnTo>
                <a:lnTo>
                  <a:pt x="871" y="627"/>
                </a:lnTo>
                <a:lnTo>
                  <a:pt x="871" y="628"/>
                </a:lnTo>
                <a:lnTo>
                  <a:pt x="869" y="628"/>
                </a:lnTo>
                <a:lnTo>
                  <a:pt x="869" y="627"/>
                </a:lnTo>
                <a:lnTo>
                  <a:pt x="868" y="627"/>
                </a:lnTo>
                <a:lnTo>
                  <a:pt x="867" y="627"/>
                </a:lnTo>
                <a:lnTo>
                  <a:pt x="868" y="627"/>
                </a:lnTo>
                <a:lnTo>
                  <a:pt x="868" y="628"/>
                </a:lnTo>
                <a:lnTo>
                  <a:pt x="867" y="628"/>
                </a:lnTo>
                <a:lnTo>
                  <a:pt x="866" y="628"/>
                </a:lnTo>
                <a:lnTo>
                  <a:pt x="866" y="627"/>
                </a:lnTo>
                <a:lnTo>
                  <a:pt x="865" y="627"/>
                </a:lnTo>
                <a:lnTo>
                  <a:pt x="864" y="627"/>
                </a:lnTo>
                <a:lnTo>
                  <a:pt x="864" y="626"/>
                </a:lnTo>
                <a:lnTo>
                  <a:pt x="863" y="626"/>
                </a:lnTo>
                <a:lnTo>
                  <a:pt x="863" y="625"/>
                </a:lnTo>
                <a:lnTo>
                  <a:pt x="863" y="624"/>
                </a:lnTo>
                <a:lnTo>
                  <a:pt x="862" y="624"/>
                </a:lnTo>
                <a:lnTo>
                  <a:pt x="861" y="624"/>
                </a:lnTo>
                <a:lnTo>
                  <a:pt x="860" y="624"/>
                </a:lnTo>
                <a:lnTo>
                  <a:pt x="859" y="624"/>
                </a:lnTo>
                <a:lnTo>
                  <a:pt x="858" y="624"/>
                </a:lnTo>
                <a:lnTo>
                  <a:pt x="857" y="623"/>
                </a:lnTo>
                <a:lnTo>
                  <a:pt x="856" y="622"/>
                </a:lnTo>
                <a:lnTo>
                  <a:pt x="855" y="622"/>
                </a:lnTo>
                <a:lnTo>
                  <a:pt x="855" y="621"/>
                </a:lnTo>
                <a:lnTo>
                  <a:pt x="854" y="621"/>
                </a:lnTo>
                <a:lnTo>
                  <a:pt x="853" y="621"/>
                </a:lnTo>
                <a:lnTo>
                  <a:pt x="853" y="620"/>
                </a:lnTo>
                <a:lnTo>
                  <a:pt x="852" y="620"/>
                </a:lnTo>
                <a:lnTo>
                  <a:pt x="852" y="619"/>
                </a:lnTo>
                <a:lnTo>
                  <a:pt x="851" y="619"/>
                </a:lnTo>
                <a:lnTo>
                  <a:pt x="851" y="618"/>
                </a:lnTo>
                <a:lnTo>
                  <a:pt x="851" y="617"/>
                </a:lnTo>
                <a:lnTo>
                  <a:pt x="851" y="616"/>
                </a:lnTo>
                <a:lnTo>
                  <a:pt x="850" y="615"/>
                </a:lnTo>
                <a:lnTo>
                  <a:pt x="849" y="615"/>
                </a:lnTo>
                <a:lnTo>
                  <a:pt x="848" y="613"/>
                </a:lnTo>
                <a:lnTo>
                  <a:pt x="849" y="612"/>
                </a:lnTo>
                <a:lnTo>
                  <a:pt x="849" y="611"/>
                </a:lnTo>
                <a:lnTo>
                  <a:pt x="849" y="610"/>
                </a:lnTo>
                <a:lnTo>
                  <a:pt x="849" y="609"/>
                </a:lnTo>
                <a:lnTo>
                  <a:pt x="848" y="608"/>
                </a:lnTo>
                <a:lnTo>
                  <a:pt x="847" y="608"/>
                </a:lnTo>
                <a:lnTo>
                  <a:pt x="846" y="608"/>
                </a:lnTo>
                <a:lnTo>
                  <a:pt x="845" y="608"/>
                </a:lnTo>
                <a:lnTo>
                  <a:pt x="844" y="608"/>
                </a:lnTo>
                <a:lnTo>
                  <a:pt x="844" y="607"/>
                </a:lnTo>
                <a:lnTo>
                  <a:pt x="844" y="606"/>
                </a:lnTo>
                <a:lnTo>
                  <a:pt x="845" y="606"/>
                </a:lnTo>
                <a:lnTo>
                  <a:pt x="846" y="605"/>
                </a:lnTo>
                <a:lnTo>
                  <a:pt x="845" y="605"/>
                </a:lnTo>
                <a:lnTo>
                  <a:pt x="845" y="604"/>
                </a:lnTo>
                <a:lnTo>
                  <a:pt x="845" y="603"/>
                </a:lnTo>
                <a:lnTo>
                  <a:pt x="846" y="603"/>
                </a:lnTo>
                <a:lnTo>
                  <a:pt x="846" y="602"/>
                </a:lnTo>
                <a:lnTo>
                  <a:pt x="845" y="602"/>
                </a:lnTo>
                <a:lnTo>
                  <a:pt x="845" y="601"/>
                </a:lnTo>
                <a:lnTo>
                  <a:pt x="846" y="601"/>
                </a:lnTo>
                <a:lnTo>
                  <a:pt x="846" y="600"/>
                </a:lnTo>
                <a:lnTo>
                  <a:pt x="846" y="598"/>
                </a:lnTo>
                <a:lnTo>
                  <a:pt x="845" y="598"/>
                </a:lnTo>
                <a:lnTo>
                  <a:pt x="845" y="597"/>
                </a:lnTo>
                <a:lnTo>
                  <a:pt x="844" y="597"/>
                </a:lnTo>
                <a:lnTo>
                  <a:pt x="844" y="596"/>
                </a:lnTo>
                <a:lnTo>
                  <a:pt x="843" y="595"/>
                </a:lnTo>
                <a:lnTo>
                  <a:pt x="842" y="595"/>
                </a:lnTo>
                <a:lnTo>
                  <a:pt x="842" y="594"/>
                </a:lnTo>
                <a:lnTo>
                  <a:pt x="842" y="592"/>
                </a:lnTo>
                <a:lnTo>
                  <a:pt x="843" y="591"/>
                </a:lnTo>
                <a:lnTo>
                  <a:pt x="843" y="590"/>
                </a:lnTo>
                <a:lnTo>
                  <a:pt x="843" y="589"/>
                </a:lnTo>
                <a:lnTo>
                  <a:pt x="843" y="587"/>
                </a:lnTo>
                <a:lnTo>
                  <a:pt x="842" y="587"/>
                </a:lnTo>
                <a:lnTo>
                  <a:pt x="841" y="587"/>
                </a:lnTo>
                <a:lnTo>
                  <a:pt x="841" y="586"/>
                </a:lnTo>
                <a:lnTo>
                  <a:pt x="841" y="585"/>
                </a:lnTo>
                <a:lnTo>
                  <a:pt x="841" y="584"/>
                </a:lnTo>
                <a:lnTo>
                  <a:pt x="840" y="584"/>
                </a:lnTo>
                <a:lnTo>
                  <a:pt x="839" y="584"/>
                </a:lnTo>
                <a:lnTo>
                  <a:pt x="838" y="583"/>
                </a:lnTo>
                <a:lnTo>
                  <a:pt x="837" y="583"/>
                </a:lnTo>
                <a:lnTo>
                  <a:pt x="837" y="582"/>
                </a:lnTo>
                <a:lnTo>
                  <a:pt x="837" y="581"/>
                </a:lnTo>
                <a:lnTo>
                  <a:pt x="836" y="581"/>
                </a:lnTo>
                <a:lnTo>
                  <a:pt x="836" y="580"/>
                </a:lnTo>
                <a:lnTo>
                  <a:pt x="835" y="580"/>
                </a:lnTo>
                <a:lnTo>
                  <a:pt x="835" y="581"/>
                </a:lnTo>
                <a:lnTo>
                  <a:pt x="835" y="580"/>
                </a:lnTo>
                <a:lnTo>
                  <a:pt x="834" y="580"/>
                </a:lnTo>
                <a:lnTo>
                  <a:pt x="834" y="579"/>
                </a:lnTo>
                <a:lnTo>
                  <a:pt x="835" y="578"/>
                </a:lnTo>
                <a:lnTo>
                  <a:pt x="835" y="577"/>
                </a:lnTo>
                <a:lnTo>
                  <a:pt x="836" y="576"/>
                </a:lnTo>
                <a:lnTo>
                  <a:pt x="835" y="576"/>
                </a:lnTo>
                <a:lnTo>
                  <a:pt x="835" y="575"/>
                </a:lnTo>
                <a:lnTo>
                  <a:pt x="834" y="575"/>
                </a:lnTo>
                <a:lnTo>
                  <a:pt x="833" y="574"/>
                </a:lnTo>
                <a:lnTo>
                  <a:pt x="832" y="574"/>
                </a:lnTo>
                <a:lnTo>
                  <a:pt x="832" y="573"/>
                </a:lnTo>
                <a:lnTo>
                  <a:pt x="831" y="572"/>
                </a:lnTo>
                <a:lnTo>
                  <a:pt x="831" y="571"/>
                </a:lnTo>
                <a:lnTo>
                  <a:pt x="832" y="571"/>
                </a:lnTo>
                <a:lnTo>
                  <a:pt x="833" y="571"/>
                </a:lnTo>
                <a:lnTo>
                  <a:pt x="834" y="570"/>
                </a:lnTo>
                <a:lnTo>
                  <a:pt x="834" y="569"/>
                </a:lnTo>
                <a:lnTo>
                  <a:pt x="834" y="568"/>
                </a:lnTo>
                <a:lnTo>
                  <a:pt x="833" y="568"/>
                </a:lnTo>
                <a:lnTo>
                  <a:pt x="832" y="568"/>
                </a:lnTo>
                <a:lnTo>
                  <a:pt x="832" y="567"/>
                </a:lnTo>
                <a:lnTo>
                  <a:pt x="831" y="566"/>
                </a:lnTo>
                <a:lnTo>
                  <a:pt x="830" y="566"/>
                </a:lnTo>
                <a:lnTo>
                  <a:pt x="830" y="565"/>
                </a:lnTo>
                <a:lnTo>
                  <a:pt x="829" y="565"/>
                </a:lnTo>
                <a:lnTo>
                  <a:pt x="829" y="564"/>
                </a:lnTo>
                <a:lnTo>
                  <a:pt x="830" y="564"/>
                </a:lnTo>
                <a:lnTo>
                  <a:pt x="830" y="563"/>
                </a:lnTo>
                <a:lnTo>
                  <a:pt x="828" y="561"/>
                </a:lnTo>
                <a:lnTo>
                  <a:pt x="827" y="561"/>
                </a:lnTo>
                <a:lnTo>
                  <a:pt x="826" y="561"/>
                </a:lnTo>
                <a:lnTo>
                  <a:pt x="826" y="560"/>
                </a:lnTo>
                <a:lnTo>
                  <a:pt x="825" y="560"/>
                </a:lnTo>
                <a:lnTo>
                  <a:pt x="824" y="560"/>
                </a:lnTo>
                <a:lnTo>
                  <a:pt x="824" y="559"/>
                </a:lnTo>
                <a:lnTo>
                  <a:pt x="824" y="558"/>
                </a:lnTo>
                <a:lnTo>
                  <a:pt x="823" y="557"/>
                </a:lnTo>
                <a:lnTo>
                  <a:pt x="822" y="557"/>
                </a:lnTo>
                <a:lnTo>
                  <a:pt x="821" y="557"/>
                </a:lnTo>
                <a:lnTo>
                  <a:pt x="821" y="558"/>
                </a:lnTo>
                <a:lnTo>
                  <a:pt x="820" y="558"/>
                </a:lnTo>
                <a:lnTo>
                  <a:pt x="820" y="557"/>
                </a:lnTo>
                <a:lnTo>
                  <a:pt x="820" y="556"/>
                </a:lnTo>
                <a:lnTo>
                  <a:pt x="820" y="555"/>
                </a:lnTo>
                <a:lnTo>
                  <a:pt x="820" y="554"/>
                </a:lnTo>
                <a:lnTo>
                  <a:pt x="819" y="553"/>
                </a:lnTo>
                <a:lnTo>
                  <a:pt x="819" y="552"/>
                </a:lnTo>
                <a:lnTo>
                  <a:pt x="819" y="551"/>
                </a:lnTo>
                <a:lnTo>
                  <a:pt x="818" y="550"/>
                </a:lnTo>
                <a:lnTo>
                  <a:pt x="817" y="549"/>
                </a:lnTo>
                <a:lnTo>
                  <a:pt x="817" y="550"/>
                </a:lnTo>
                <a:lnTo>
                  <a:pt x="816" y="550"/>
                </a:lnTo>
                <a:lnTo>
                  <a:pt x="815" y="550"/>
                </a:lnTo>
                <a:lnTo>
                  <a:pt x="815" y="549"/>
                </a:lnTo>
                <a:lnTo>
                  <a:pt x="814" y="549"/>
                </a:lnTo>
                <a:lnTo>
                  <a:pt x="814" y="548"/>
                </a:lnTo>
                <a:lnTo>
                  <a:pt x="813" y="548"/>
                </a:lnTo>
                <a:lnTo>
                  <a:pt x="813" y="547"/>
                </a:lnTo>
                <a:lnTo>
                  <a:pt x="813" y="546"/>
                </a:lnTo>
                <a:lnTo>
                  <a:pt x="814" y="545"/>
                </a:lnTo>
                <a:lnTo>
                  <a:pt x="815" y="544"/>
                </a:lnTo>
                <a:lnTo>
                  <a:pt x="814" y="544"/>
                </a:lnTo>
                <a:lnTo>
                  <a:pt x="814" y="543"/>
                </a:lnTo>
                <a:lnTo>
                  <a:pt x="814" y="542"/>
                </a:lnTo>
                <a:lnTo>
                  <a:pt x="813" y="542"/>
                </a:lnTo>
                <a:lnTo>
                  <a:pt x="812" y="541"/>
                </a:lnTo>
                <a:lnTo>
                  <a:pt x="812" y="540"/>
                </a:lnTo>
                <a:lnTo>
                  <a:pt x="813" y="540"/>
                </a:lnTo>
                <a:lnTo>
                  <a:pt x="813" y="539"/>
                </a:lnTo>
                <a:lnTo>
                  <a:pt x="813" y="538"/>
                </a:lnTo>
                <a:lnTo>
                  <a:pt x="814" y="538"/>
                </a:lnTo>
                <a:lnTo>
                  <a:pt x="815" y="538"/>
                </a:lnTo>
                <a:lnTo>
                  <a:pt x="815" y="537"/>
                </a:lnTo>
                <a:lnTo>
                  <a:pt x="815" y="536"/>
                </a:lnTo>
                <a:lnTo>
                  <a:pt x="816" y="535"/>
                </a:lnTo>
                <a:lnTo>
                  <a:pt x="815" y="535"/>
                </a:lnTo>
                <a:lnTo>
                  <a:pt x="815" y="534"/>
                </a:lnTo>
                <a:lnTo>
                  <a:pt x="815" y="533"/>
                </a:lnTo>
                <a:lnTo>
                  <a:pt x="816" y="533"/>
                </a:lnTo>
                <a:lnTo>
                  <a:pt x="815" y="533"/>
                </a:lnTo>
                <a:lnTo>
                  <a:pt x="815" y="532"/>
                </a:lnTo>
                <a:lnTo>
                  <a:pt x="814" y="531"/>
                </a:lnTo>
                <a:lnTo>
                  <a:pt x="814" y="530"/>
                </a:lnTo>
                <a:lnTo>
                  <a:pt x="813" y="530"/>
                </a:lnTo>
                <a:lnTo>
                  <a:pt x="812" y="529"/>
                </a:lnTo>
                <a:lnTo>
                  <a:pt x="812" y="528"/>
                </a:lnTo>
                <a:lnTo>
                  <a:pt x="811" y="528"/>
                </a:lnTo>
                <a:lnTo>
                  <a:pt x="812" y="527"/>
                </a:lnTo>
                <a:lnTo>
                  <a:pt x="812" y="526"/>
                </a:lnTo>
                <a:lnTo>
                  <a:pt x="812" y="525"/>
                </a:lnTo>
                <a:lnTo>
                  <a:pt x="809" y="525"/>
                </a:lnTo>
                <a:lnTo>
                  <a:pt x="807" y="524"/>
                </a:lnTo>
                <a:lnTo>
                  <a:pt x="805" y="524"/>
                </a:lnTo>
                <a:lnTo>
                  <a:pt x="805" y="525"/>
                </a:lnTo>
                <a:lnTo>
                  <a:pt x="804" y="525"/>
                </a:lnTo>
                <a:lnTo>
                  <a:pt x="801" y="525"/>
                </a:lnTo>
                <a:lnTo>
                  <a:pt x="800" y="525"/>
                </a:lnTo>
                <a:lnTo>
                  <a:pt x="799" y="525"/>
                </a:lnTo>
                <a:lnTo>
                  <a:pt x="797" y="526"/>
                </a:lnTo>
                <a:lnTo>
                  <a:pt x="796" y="525"/>
                </a:lnTo>
                <a:lnTo>
                  <a:pt x="796" y="526"/>
                </a:lnTo>
                <a:lnTo>
                  <a:pt x="795" y="526"/>
                </a:lnTo>
                <a:lnTo>
                  <a:pt x="794" y="526"/>
                </a:lnTo>
                <a:lnTo>
                  <a:pt x="794" y="525"/>
                </a:lnTo>
                <a:lnTo>
                  <a:pt x="793" y="525"/>
                </a:lnTo>
                <a:lnTo>
                  <a:pt x="793" y="524"/>
                </a:lnTo>
                <a:lnTo>
                  <a:pt x="791" y="524"/>
                </a:lnTo>
                <a:lnTo>
                  <a:pt x="790" y="523"/>
                </a:lnTo>
                <a:lnTo>
                  <a:pt x="789" y="523"/>
                </a:lnTo>
                <a:lnTo>
                  <a:pt x="788" y="523"/>
                </a:lnTo>
                <a:lnTo>
                  <a:pt x="787" y="523"/>
                </a:lnTo>
                <a:lnTo>
                  <a:pt x="786" y="522"/>
                </a:lnTo>
                <a:lnTo>
                  <a:pt x="785" y="521"/>
                </a:lnTo>
                <a:lnTo>
                  <a:pt x="784" y="521"/>
                </a:lnTo>
                <a:lnTo>
                  <a:pt x="783" y="521"/>
                </a:lnTo>
                <a:lnTo>
                  <a:pt x="783" y="522"/>
                </a:lnTo>
                <a:lnTo>
                  <a:pt x="782" y="522"/>
                </a:lnTo>
                <a:lnTo>
                  <a:pt x="781" y="522"/>
                </a:lnTo>
                <a:lnTo>
                  <a:pt x="780" y="522"/>
                </a:lnTo>
                <a:lnTo>
                  <a:pt x="779" y="522"/>
                </a:lnTo>
                <a:lnTo>
                  <a:pt x="778" y="521"/>
                </a:lnTo>
                <a:lnTo>
                  <a:pt x="777" y="519"/>
                </a:lnTo>
                <a:lnTo>
                  <a:pt x="776" y="518"/>
                </a:lnTo>
                <a:lnTo>
                  <a:pt x="775" y="518"/>
                </a:lnTo>
                <a:lnTo>
                  <a:pt x="774" y="517"/>
                </a:lnTo>
                <a:lnTo>
                  <a:pt x="772" y="515"/>
                </a:lnTo>
                <a:lnTo>
                  <a:pt x="771" y="514"/>
                </a:lnTo>
                <a:lnTo>
                  <a:pt x="770" y="514"/>
                </a:lnTo>
                <a:lnTo>
                  <a:pt x="769" y="513"/>
                </a:lnTo>
                <a:lnTo>
                  <a:pt x="767" y="513"/>
                </a:lnTo>
                <a:lnTo>
                  <a:pt x="767" y="512"/>
                </a:lnTo>
                <a:lnTo>
                  <a:pt x="766" y="513"/>
                </a:lnTo>
                <a:lnTo>
                  <a:pt x="765" y="513"/>
                </a:lnTo>
                <a:lnTo>
                  <a:pt x="764" y="513"/>
                </a:lnTo>
                <a:lnTo>
                  <a:pt x="762" y="513"/>
                </a:lnTo>
                <a:lnTo>
                  <a:pt x="761" y="513"/>
                </a:lnTo>
                <a:lnTo>
                  <a:pt x="760" y="513"/>
                </a:lnTo>
                <a:lnTo>
                  <a:pt x="759" y="513"/>
                </a:lnTo>
                <a:lnTo>
                  <a:pt x="758" y="513"/>
                </a:lnTo>
                <a:lnTo>
                  <a:pt x="757" y="514"/>
                </a:lnTo>
                <a:lnTo>
                  <a:pt x="757" y="516"/>
                </a:lnTo>
                <a:lnTo>
                  <a:pt x="757" y="517"/>
                </a:lnTo>
                <a:lnTo>
                  <a:pt x="756" y="517"/>
                </a:lnTo>
                <a:lnTo>
                  <a:pt x="755" y="517"/>
                </a:lnTo>
                <a:lnTo>
                  <a:pt x="755" y="518"/>
                </a:lnTo>
                <a:lnTo>
                  <a:pt x="753" y="518"/>
                </a:lnTo>
                <a:lnTo>
                  <a:pt x="752" y="518"/>
                </a:lnTo>
                <a:lnTo>
                  <a:pt x="750" y="519"/>
                </a:lnTo>
                <a:lnTo>
                  <a:pt x="749" y="519"/>
                </a:lnTo>
                <a:lnTo>
                  <a:pt x="749" y="520"/>
                </a:lnTo>
                <a:lnTo>
                  <a:pt x="748" y="520"/>
                </a:lnTo>
                <a:lnTo>
                  <a:pt x="747" y="520"/>
                </a:lnTo>
                <a:lnTo>
                  <a:pt x="746" y="521"/>
                </a:lnTo>
                <a:lnTo>
                  <a:pt x="745" y="522"/>
                </a:lnTo>
                <a:lnTo>
                  <a:pt x="746" y="523"/>
                </a:lnTo>
                <a:lnTo>
                  <a:pt x="747" y="524"/>
                </a:lnTo>
                <a:lnTo>
                  <a:pt x="747" y="525"/>
                </a:lnTo>
                <a:lnTo>
                  <a:pt x="747" y="526"/>
                </a:lnTo>
                <a:lnTo>
                  <a:pt x="748" y="526"/>
                </a:lnTo>
                <a:lnTo>
                  <a:pt x="748" y="527"/>
                </a:lnTo>
                <a:lnTo>
                  <a:pt x="749" y="527"/>
                </a:lnTo>
                <a:lnTo>
                  <a:pt x="749" y="528"/>
                </a:lnTo>
                <a:lnTo>
                  <a:pt x="749" y="530"/>
                </a:lnTo>
                <a:lnTo>
                  <a:pt x="748" y="531"/>
                </a:lnTo>
                <a:lnTo>
                  <a:pt x="748" y="532"/>
                </a:lnTo>
                <a:lnTo>
                  <a:pt x="746" y="533"/>
                </a:lnTo>
                <a:lnTo>
                  <a:pt x="745" y="533"/>
                </a:lnTo>
                <a:lnTo>
                  <a:pt x="745" y="534"/>
                </a:lnTo>
                <a:lnTo>
                  <a:pt x="745" y="535"/>
                </a:lnTo>
                <a:lnTo>
                  <a:pt x="745" y="536"/>
                </a:lnTo>
                <a:lnTo>
                  <a:pt x="745" y="537"/>
                </a:lnTo>
                <a:lnTo>
                  <a:pt x="745" y="538"/>
                </a:lnTo>
                <a:lnTo>
                  <a:pt x="745" y="539"/>
                </a:lnTo>
                <a:lnTo>
                  <a:pt x="744" y="539"/>
                </a:lnTo>
                <a:lnTo>
                  <a:pt x="744" y="540"/>
                </a:lnTo>
                <a:lnTo>
                  <a:pt x="744" y="541"/>
                </a:lnTo>
                <a:lnTo>
                  <a:pt x="744" y="542"/>
                </a:lnTo>
                <a:lnTo>
                  <a:pt x="743" y="542"/>
                </a:lnTo>
                <a:lnTo>
                  <a:pt x="742" y="542"/>
                </a:lnTo>
                <a:lnTo>
                  <a:pt x="741" y="542"/>
                </a:lnTo>
                <a:lnTo>
                  <a:pt x="741" y="541"/>
                </a:lnTo>
                <a:lnTo>
                  <a:pt x="740" y="541"/>
                </a:lnTo>
                <a:lnTo>
                  <a:pt x="739" y="541"/>
                </a:lnTo>
                <a:lnTo>
                  <a:pt x="738" y="542"/>
                </a:lnTo>
                <a:lnTo>
                  <a:pt x="737" y="542"/>
                </a:lnTo>
                <a:lnTo>
                  <a:pt x="736" y="543"/>
                </a:lnTo>
                <a:lnTo>
                  <a:pt x="735" y="543"/>
                </a:lnTo>
                <a:lnTo>
                  <a:pt x="734" y="543"/>
                </a:lnTo>
                <a:lnTo>
                  <a:pt x="734" y="544"/>
                </a:lnTo>
                <a:lnTo>
                  <a:pt x="733" y="544"/>
                </a:lnTo>
                <a:lnTo>
                  <a:pt x="732" y="544"/>
                </a:lnTo>
                <a:lnTo>
                  <a:pt x="732" y="543"/>
                </a:lnTo>
                <a:lnTo>
                  <a:pt x="731" y="543"/>
                </a:lnTo>
                <a:lnTo>
                  <a:pt x="731" y="544"/>
                </a:lnTo>
                <a:lnTo>
                  <a:pt x="730" y="544"/>
                </a:lnTo>
                <a:lnTo>
                  <a:pt x="729" y="544"/>
                </a:lnTo>
                <a:lnTo>
                  <a:pt x="728" y="544"/>
                </a:lnTo>
                <a:lnTo>
                  <a:pt x="727" y="544"/>
                </a:lnTo>
                <a:lnTo>
                  <a:pt x="727" y="545"/>
                </a:lnTo>
                <a:lnTo>
                  <a:pt x="724" y="545"/>
                </a:lnTo>
                <a:lnTo>
                  <a:pt x="723" y="545"/>
                </a:lnTo>
                <a:lnTo>
                  <a:pt x="722" y="546"/>
                </a:lnTo>
                <a:lnTo>
                  <a:pt x="721" y="546"/>
                </a:lnTo>
                <a:lnTo>
                  <a:pt x="720" y="545"/>
                </a:lnTo>
                <a:lnTo>
                  <a:pt x="720" y="546"/>
                </a:lnTo>
                <a:lnTo>
                  <a:pt x="720" y="547"/>
                </a:lnTo>
                <a:lnTo>
                  <a:pt x="720" y="548"/>
                </a:lnTo>
                <a:lnTo>
                  <a:pt x="720" y="549"/>
                </a:lnTo>
                <a:lnTo>
                  <a:pt x="721" y="549"/>
                </a:lnTo>
                <a:lnTo>
                  <a:pt x="721" y="550"/>
                </a:lnTo>
                <a:lnTo>
                  <a:pt x="720" y="550"/>
                </a:lnTo>
                <a:lnTo>
                  <a:pt x="719" y="550"/>
                </a:lnTo>
                <a:lnTo>
                  <a:pt x="718" y="550"/>
                </a:lnTo>
                <a:lnTo>
                  <a:pt x="718" y="551"/>
                </a:lnTo>
                <a:lnTo>
                  <a:pt x="718" y="552"/>
                </a:lnTo>
                <a:lnTo>
                  <a:pt x="719" y="553"/>
                </a:lnTo>
                <a:lnTo>
                  <a:pt x="719" y="554"/>
                </a:lnTo>
                <a:lnTo>
                  <a:pt x="721" y="554"/>
                </a:lnTo>
                <a:lnTo>
                  <a:pt x="721" y="555"/>
                </a:lnTo>
                <a:lnTo>
                  <a:pt x="721" y="556"/>
                </a:lnTo>
                <a:lnTo>
                  <a:pt x="721" y="557"/>
                </a:lnTo>
                <a:lnTo>
                  <a:pt x="722" y="557"/>
                </a:lnTo>
                <a:lnTo>
                  <a:pt x="722" y="558"/>
                </a:lnTo>
                <a:lnTo>
                  <a:pt x="723" y="559"/>
                </a:lnTo>
                <a:lnTo>
                  <a:pt x="722" y="559"/>
                </a:lnTo>
                <a:lnTo>
                  <a:pt x="722" y="560"/>
                </a:lnTo>
                <a:lnTo>
                  <a:pt x="722" y="561"/>
                </a:lnTo>
                <a:lnTo>
                  <a:pt x="722" y="562"/>
                </a:lnTo>
                <a:lnTo>
                  <a:pt x="723" y="562"/>
                </a:lnTo>
                <a:lnTo>
                  <a:pt x="723" y="563"/>
                </a:lnTo>
                <a:lnTo>
                  <a:pt x="723" y="564"/>
                </a:lnTo>
                <a:lnTo>
                  <a:pt x="723" y="565"/>
                </a:lnTo>
                <a:lnTo>
                  <a:pt x="724" y="567"/>
                </a:lnTo>
                <a:lnTo>
                  <a:pt x="723" y="567"/>
                </a:lnTo>
                <a:lnTo>
                  <a:pt x="723" y="568"/>
                </a:lnTo>
                <a:lnTo>
                  <a:pt x="723" y="569"/>
                </a:lnTo>
                <a:lnTo>
                  <a:pt x="723" y="570"/>
                </a:lnTo>
                <a:lnTo>
                  <a:pt x="722" y="571"/>
                </a:lnTo>
                <a:lnTo>
                  <a:pt x="722" y="572"/>
                </a:lnTo>
                <a:lnTo>
                  <a:pt x="721" y="572"/>
                </a:lnTo>
                <a:lnTo>
                  <a:pt x="721" y="573"/>
                </a:lnTo>
                <a:lnTo>
                  <a:pt x="722" y="574"/>
                </a:lnTo>
                <a:lnTo>
                  <a:pt x="723" y="575"/>
                </a:lnTo>
                <a:lnTo>
                  <a:pt x="724" y="575"/>
                </a:lnTo>
                <a:lnTo>
                  <a:pt x="725" y="576"/>
                </a:lnTo>
                <a:lnTo>
                  <a:pt x="727" y="577"/>
                </a:lnTo>
                <a:lnTo>
                  <a:pt x="728" y="576"/>
                </a:lnTo>
                <a:lnTo>
                  <a:pt x="729" y="576"/>
                </a:lnTo>
                <a:lnTo>
                  <a:pt x="730" y="576"/>
                </a:lnTo>
                <a:lnTo>
                  <a:pt x="731" y="576"/>
                </a:lnTo>
                <a:lnTo>
                  <a:pt x="732" y="577"/>
                </a:lnTo>
                <a:lnTo>
                  <a:pt x="733" y="577"/>
                </a:lnTo>
                <a:lnTo>
                  <a:pt x="733" y="578"/>
                </a:lnTo>
                <a:lnTo>
                  <a:pt x="733" y="579"/>
                </a:lnTo>
                <a:lnTo>
                  <a:pt x="733" y="580"/>
                </a:lnTo>
                <a:lnTo>
                  <a:pt x="732" y="580"/>
                </a:lnTo>
                <a:lnTo>
                  <a:pt x="732" y="581"/>
                </a:lnTo>
                <a:lnTo>
                  <a:pt x="732" y="582"/>
                </a:lnTo>
                <a:lnTo>
                  <a:pt x="732" y="583"/>
                </a:lnTo>
                <a:lnTo>
                  <a:pt x="732" y="584"/>
                </a:lnTo>
                <a:lnTo>
                  <a:pt x="733" y="584"/>
                </a:lnTo>
                <a:lnTo>
                  <a:pt x="733" y="585"/>
                </a:lnTo>
                <a:lnTo>
                  <a:pt x="734" y="585"/>
                </a:lnTo>
                <a:lnTo>
                  <a:pt x="735" y="586"/>
                </a:lnTo>
                <a:lnTo>
                  <a:pt x="735" y="587"/>
                </a:lnTo>
                <a:lnTo>
                  <a:pt x="735" y="588"/>
                </a:lnTo>
                <a:lnTo>
                  <a:pt x="736" y="589"/>
                </a:lnTo>
                <a:lnTo>
                  <a:pt x="737" y="589"/>
                </a:lnTo>
                <a:lnTo>
                  <a:pt x="738" y="588"/>
                </a:lnTo>
                <a:lnTo>
                  <a:pt x="739" y="589"/>
                </a:lnTo>
                <a:lnTo>
                  <a:pt x="740" y="589"/>
                </a:lnTo>
                <a:lnTo>
                  <a:pt x="740" y="590"/>
                </a:lnTo>
                <a:lnTo>
                  <a:pt x="741" y="590"/>
                </a:lnTo>
                <a:lnTo>
                  <a:pt x="741" y="589"/>
                </a:lnTo>
                <a:lnTo>
                  <a:pt x="742" y="589"/>
                </a:lnTo>
                <a:lnTo>
                  <a:pt x="743" y="589"/>
                </a:lnTo>
                <a:lnTo>
                  <a:pt x="743" y="590"/>
                </a:lnTo>
                <a:lnTo>
                  <a:pt x="744" y="590"/>
                </a:lnTo>
                <a:lnTo>
                  <a:pt x="745" y="590"/>
                </a:lnTo>
                <a:lnTo>
                  <a:pt x="746" y="590"/>
                </a:lnTo>
                <a:lnTo>
                  <a:pt x="746" y="591"/>
                </a:lnTo>
                <a:lnTo>
                  <a:pt x="746" y="592"/>
                </a:lnTo>
                <a:lnTo>
                  <a:pt x="747" y="592"/>
                </a:lnTo>
                <a:lnTo>
                  <a:pt x="748" y="592"/>
                </a:lnTo>
                <a:lnTo>
                  <a:pt x="749" y="592"/>
                </a:lnTo>
                <a:lnTo>
                  <a:pt x="750" y="592"/>
                </a:lnTo>
                <a:lnTo>
                  <a:pt x="750" y="593"/>
                </a:lnTo>
                <a:lnTo>
                  <a:pt x="751" y="593"/>
                </a:lnTo>
                <a:lnTo>
                  <a:pt x="752" y="594"/>
                </a:lnTo>
                <a:lnTo>
                  <a:pt x="753" y="594"/>
                </a:lnTo>
                <a:lnTo>
                  <a:pt x="754" y="594"/>
                </a:lnTo>
                <a:lnTo>
                  <a:pt x="754" y="595"/>
                </a:lnTo>
                <a:lnTo>
                  <a:pt x="753" y="595"/>
                </a:lnTo>
                <a:lnTo>
                  <a:pt x="753" y="596"/>
                </a:lnTo>
                <a:lnTo>
                  <a:pt x="752" y="596"/>
                </a:lnTo>
                <a:lnTo>
                  <a:pt x="752" y="597"/>
                </a:lnTo>
                <a:lnTo>
                  <a:pt x="751" y="597"/>
                </a:lnTo>
                <a:lnTo>
                  <a:pt x="750" y="598"/>
                </a:lnTo>
                <a:lnTo>
                  <a:pt x="749" y="599"/>
                </a:lnTo>
                <a:lnTo>
                  <a:pt x="748" y="599"/>
                </a:lnTo>
                <a:lnTo>
                  <a:pt x="747" y="599"/>
                </a:lnTo>
                <a:lnTo>
                  <a:pt x="747" y="600"/>
                </a:lnTo>
                <a:lnTo>
                  <a:pt x="746" y="600"/>
                </a:lnTo>
                <a:lnTo>
                  <a:pt x="747" y="600"/>
                </a:lnTo>
                <a:lnTo>
                  <a:pt x="747" y="601"/>
                </a:lnTo>
                <a:lnTo>
                  <a:pt x="746" y="601"/>
                </a:lnTo>
                <a:lnTo>
                  <a:pt x="744" y="601"/>
                </a:lnTo>
                <a:lnTo>
                  <a:pt x="743" y="601"/>
                </a:lnTo>
                <a:lnTo>
                  <a:pt x="742" y="601"/>
                </a:lnTo>
                <a:lnTo>
                  <a:pt x="742" y="602"/>
                </a:lnTo>
                <a:lnTo>
                  <a:pt x="741" y="602"/>
                </a:lnTo>
                <a:lnTo>
                  <a:pt x="742" y="602"/>
                </a:lnTo>
                <a:lnTo>
                  <a:pt x="742" y="603"/>
                </a:lnTo>
                <a:lnTo>
                  <a:pt x="741" y="604"/>
                </a:lnTo>
                <a:lnTo>
                  <a:pt x="741" y="605"/>
                </a:lnTo>
                <a:lnTo>
                  <a:pt x="741" y="606"/>
                </a:lnTo>
                <a:lnTo>
                  <a:pt x="741" y="607"/>
                </a:lnTo>
                <a:lnTo>
                  <a:pt x="740" y="607"/>
                </a:lnTo>
                <a:lnTo>
                  <a:pt x="741" y="608"/>
                </a:lnTo>
                <a:lnTo>
                  <a:pt x="741" y="609"/>
                </a:lnTo>
                <a:lnTo>
                  <a:pt x="740" y="609"/>
                </a:lnTo>
                <a:lnTo>
                  <a:pt x="739" y="611"/>
                </a:lnTo>
                <a:lnTo>
                  <a:pt x="738" y="612"/>
                </a:lnTo>
                <a:lnTo>
                  <a:pt x="738" y="613"/>
                </a:lnTo>
                <a:lnTo>
                  <a:pt x="738" y="614"/>
                </a:lnTo>
                <a:lnTo>
                  <a:pt x="737" y="614"/>
                </a:lnTo>
                <a:lnTo>
                  <a:pt x="736" y="614"/>
                </a:lnTo>
                <a:lnTo>
                  <a:pt x="735" y="615"/>
                </a:lnTo>
                <a:lnTo>
                  <a:pt x="734" y="615"/>
                </a:lnTo>
                <a:lnTo>
                  <a:pt x="733" y="615"/>
                </a:lnTo>
                <a:lnTo>
                  <a:pt x="733" y="616"/>
                </a:lnTo>
                <a:lnTo>
                  <a:pt x="733" y="617"/>
                </a:lnTo>
                <a:lnTo>
                  <a:pt x="732" y="617"/>
                </a:lnTo>
                <a:lnTo>
                  <a:pt x="732" y="618"/>
                </a:lnTo>
                <a:lnTo>
                  <a:pt x="731" y="618"/>
                </a:lnTo>
                <a:lnTo>
                  <a:pt x="731" y="619"/>
                </a:lnTo>
                <a:lnTo>
                  <a:pt x="730" y="619"/>
                </a:lnTo>
                <a:lnTo>
                  <a:pt x="730" y="620"/>
                </a:lnTo>
                <a:lnTo>
                  <a:pt x="730" y="621"/>
                </a:lnTo>
                <a:lnTo>
                  <a:pt x="730" y="622"/>
                </a:lnTo>
                <a:lnTo>
                  <a:pt x="731" y="622"/>
                </a:lnTo>
                <a:lnTo>
                  <a:pt x="730" y="623"/>
                </a:lnTo>
                <a:lnTo>
                  <a:pt x="730" y="624"/>
                </a:lnTo>
                <a:lnTo>
                  <a:pt x="730" y="625"/>
                </a:lnTo>
                <a:lnTo>
                  <a:pt x="729" y="625"/>
                </a:lnTo>
                <a:lnTo>
                  <a:pt x="730" y="625"/>
                </a:lnTo>
                <a:lnTo>
                  <a:pt x="730" y="626"/>
                </a:lnTo>
                <a:lnTo>
                  <a:pt x="731" y="626"/>
                </a:lnTo>
                <a:lnTo>
                  <a:pt x="732" y="626"/>
                </a:lnTo>
                <a:lnTo>
                  <a:pt x="732" y="627"/>
                </a:lnTo>
                <a:lnTo>
                  <a:pt x="733" y="629"/>
                </a:lnTo>
                <a:lnTo>
                  <a:pt x="734" y="629"/>
                </a:lnTo>
                <a:lnTo>
                  <a:pt x="734" y="630"/>
                </a:lnTo>
                <a:lnTo>
                  <a:pt x="734" y="631"/>
                </a:lnTo>
                <a:lnTo>
                  <a:pt x="734" y="632"/>
                </a:lnTo>
                <a:lnTo>
                  <a:pt x="735" y="632"/>
                </a:lnTo>
                <a:lnTo>
                  <a:pt x="734" y="633"/>
                </a:lnTo>
                <a:lnTo>
                  <a:pt x="733" y="633"/>
                </a:lnTo>
                <a:lnTo>
                  <a:pt x="733" y="634"/>
                </a:lnTo>
                <a:lnTo>
                  <a:pt x="732" y="634"/>
                </a:lnTo>
                <a:lnTo>
                  <a:pt x="731" y="634"/>
                </a:lnTo>
                <a:lnTo>
                  <a:pt x="731" y="635"/>
                </a:lnTo>
                <a:lnTo>
                  <a:pt x="732" y="637"/>
                </a:lnTo>
                <a:lnTo>
                  <a:pt x="733" y="637"/>
                </a:lnTo>
                <a:lnTo>
                  <a:pt x="732" y="638"/>
                </a:lnTo>
                <a:lnTo>
                  <a:pt x="731" y="638"/>
                </a:lnTo>
                <a:lnTo>
                  <a:pt x="730" y="638"/>
                </a:lnTo>
                <a:lnTo>
                  <a:pt x="729" y="638"/>
                </a:lnTo>
                <a:lnTo>
                  <a:pt x="728" y="639"/>
                </a:lnTo>
                <a:lnTo>
                  <a:pt x="727" y="639"/>
                </a:lnTo>
                <a:lnTo>
                  <a:pt x="725" y="639"/>
                </a:lnTo>
                <a:lnTo>
                  <a:pt x="724" y="639"/>
                </a:lnTo>
                <a:lnTo>
                  <a:pt x="723" y="639"/>
                </a:lnTo>
                <a:lnTo>
                  <a:pt x="722" y="639"/>
                </a:lnTo>
                <a:lnTo>
                  <a:pt x="722" y="640"/>
                </a:lnTo>
                <a:lnTo>
                  <a:pt x="721" y="640"/>
                </a:lnTo>
                <a:lnTo>
                  <a:pt x="720" y="640"/>
                </a:lnTo>
                <a:lnTo>
                  <a:pt x="720" y="641"/>
                </a:lnTo>
                <a:lnTo>
                  <a:pt x="719" y="641"/>
                </a:lnTo>
                <a:lnTo>
                  <a:pt x="718" y="641"/>
                </a:lnTo>
                <a:lnTo>
                  <a:pt x="717" y="641"/>
                </a:lnTo>
                <a:lnTo>
                  <a:pt x="717" y="642"/>
                </a:lnTo>
                <a:lnTo>
                  <a:pt x="717" y="643"/>
                </a:lnTo>
                <a:lnTo>
                  <a:pt x="718" y="644"/>
                </a:lnTo>
                <a:lnTo>
                  <a:pt x="717" y="644"/>
                </a:lnTo>
                <a:lnTo>
                  <a:pt x="717" y="645"/>
                </a:lnTo>
                <a:lnTo>
                  <a:pt x="717" y="646"/>
                </a:lnTo>
                <a:lnTo>
                  <a:pt x="716" y="646"/>
                </a:lnTo>
                <a:lnTo>
                  <a:pt x="716" y="647"/>
                </a:lnTo>
                <a:lnTo>
                  <a:pt x="717" y="648"/>
                </a:lnTo>
                <a:lnTo>
                  <a:pt x="718" y="648"/>
                </a:lnTo>
                <a:lnTo>
                  <a:pt x="719" y="648"/>
                </a:lnTo>
                <a:lnTo>
                  <a:pt x="719" y="649"/>
                </a:lnTo>
                <a:lnTo>
                  <a:pt x="718" y="649"/>
                </a:lnTo>
                <a:lnTo>
                  <a:pt x="719" y="650"/>
                </a:lnTo>
                <a:lnTo>
                  <a:pt x="720" y="650"/>
                </a:lnTo>
                <a:lnTo>
                  <a:pt x="719" y="651"/>
                </a:lnTo>
                <a:lnTo>
                  <a:pt x="720" y="652"/>
                </a:lnTo>
                <a:lnTo>
                  <a:pt x="720" y="653"/>
                </a:lnTo>
                <a:lnTo>
                  <a:pt x="720" y="654"/>
                </a:lnTo>
                <a:lnTo>
                  <a:pt x="719" y="654"/>
                </a:lnTo>
                <a:lnTo>
                  <a:pt x="719" y="655"/>
                </a:lnTo>
                <a:lnTo>
                  <a:pt x="719" y="656"/>
                </a:lnTo>
                <a:lnTo>
                  <a:pt x="719" y="657"/>
                </a:lnTo>
                <a:lnTo>
                  <a:pt x="719" y="658"/>
                </a:lnTo>
                <a:lnTo>
                  <a:pt x="719" y="659"/>
                </a:lnTo>
                <a:lnTo>
                  <a:pt x="720" y="659"/>
                </a:lnTo>
                <a:lnTo>
                  <a:pt x="720" y="660"/>
                </a:lnTo>
                <a:lnTo>
                  <a:pt x="721" y="660"/>
                </a:lnTo>
                <a:lnTo>
                  <a:pt x="721" y="661"/>
                </a:lnTo>
                <a:lnTo>
                  <a:pt x="722" y="663"/>
                </a:lnTo>
                <a:lnTo>
                  <a:pt x="722" y="664"/>
                </a:lnTo>
                <a:lnTo>
                  <a:pt x="723" y="664"/>
                </a:lnTo>
                <a:lnTo>
                  <a:pt x="723" y="665"/>
                </a:lnTo>
                <a:lnTo>
                  <a:pt x="723" y="666"/>
                </a:lnTo>
                <a:lnTo>
                  <a:pt x="723" y="667"/>
                </a:lnTo>
                <a:lnTo>
                  <a:pt x="724" y="667"/>
                </a:lnTo>
                <a:lnTo>
                  <a:pt x="725" y="668"/>
                </a:lnTo>
                <a:lnTo>
                  <a:pt x="727" y="669"/>
                </a:lnTo>
                <a:lnTo>
                  <a:pt x="728" y="670"/>
                </a:lnTo>
                <a:lnTo>
                  <a:pt x="729" y="670"/>
                </a:lnTo>
                <a:lnTo>
                  <a:pt x="729" y="671"/>
                </a:lnTo>
                <a:lnTo>
                  <a:pt x="729" y="672"/>
                </a:lnTo>
                <a:lnTo>
                  <a:pt x="730" y="672"/>
                </a:lnTo>
                <a:lnTo>
                  <a:pt x="731" y="672"/>
                </a:lnTo>
                <a:lnTo>
                  <a:pt x="732" y="672"/>
                </a:lnTo>
                <a:lnTo>
                  <a:pt x="732" y="673"/>
                </a:lnTo>
                <a:lnTo>
                  <a:pt x="733" y="674"/>
                </a:lnTo>
                <a:lnTo>
                  <a:pt x="733" y="673"/>
                </a:lnTo>
                <a:lnTo>
                  <a:pt x="734" y="673"/>
                </a:lnTo>
                <a:lnTo>
                  <a:pt x="734" y="674"/>
                </a:lnTo>
                <a:lnTo>
                  <a:pt x="735" y="675"/>
                </a:lnTo>
                <a:lnTo>
                  <a:pt x="736" y="675"/>
                </a:lnTo>
                <a:lnTo>
                  <a:pt x="737" y="675"/>
                </a:lnTo>
                <a:lnTo>
                  <a:pt x="738" y="675"/>
                </a:lnTo>
                <a:lnTo>
                  <a:pt x="738" y="676"/>
                </a:lnTo>
                <a:lnTo>
                  <a:pt x="739" y="676"/>
                </a:lnTo>
                <a:lnTo>
                  <a:pt x="740" y="675"/>
                </a:lnTo>
                <a:lnTo>
                  <a:pt x="741" y="676"/>
                </a:lnTo>
                <a:lnTo>
                  <a:pt x="741" y="677"/>
                </a:lnTo>
                <a:lnTo>
                  <a:pt x="741" y="678"/>
                </a:lnTo>
                <a:lnTo>
                  <a:pt x="741" y="679"/>
                </a:lnTo>
                <a:lnTo>
                  <a:pt x="742" y="679"/>
                </a:lnTo>
                <a:lnTo>
                  <a:pt x="742" y="680"/>
                </a:lnTo>
                <a:lnTo>
                  <a:pt x="743" y="680"/>
                </a:lnTo>
                <a:lnTo>
                  <a:pt x="743" y="679"/>
                </a:lnTo>
                <a:lnTo>
                  <a:pt x="743" y="680"/>
                </a:lnTo>
                <a:lnTo>
                  <a:pt x="744" y="680"/>
                </a:lnTo>
                <a:lnTo>
                  <a:pt x="745" y="681"/>
                </a:lnTo>
                <a:lnTo>
                  <a:pt x="746" y="681"/>
                </a:lnTo>
                <a:lnTo>
                  <a:pt x="746" y="682"/>
                </a:lnTo>
                <a:lnTo>
                  <a:pt x="747" y="682"/>
                </a:lnTo>
                <a:lnTo>
                  <a:pt x="748" y="683"/>
                </a:lnTo>
                <a:lnTo>
                  <a:pt x="749" y="683"/>
                </a:lnTo>
                <a:lnTo>
                  <a:pt x="749" y="684"/>
                </a:lnTo>
                <a:lnTo>
                  <a:pt x="750" y="684"/>
                </a:lnTo>
                <a:lnTo>
                  <a:pt x="751" y="684"/>
                </a:lnTo>
                <a:lnTo>
                  <a:pt x="752" y="684"/>
                </a:lnTo>
                <a:lnTo>
                  <a:pt x="752" y="685"/>
                </a:lnTo>
                <a:lnTo>
                  <a:pt x="751" y="685"/>
                </a:lnTo>
                <a:lnTo>
                  <a:pt x="750" y="685"/>
                </a:lnTo>
                <a:lnTo>
                  <a:pt x="749" y="685"/>
                </a:lnTo>
                <a:lnTo>
                  <a:pt x="748" y="685"/>
                </a:lnTo>
                <a:lnTo>
                  <a:pt x="748" y="684"/>
                </a:lnTo>
                <a:lnTo>
                  <a:pt x="747" y="684"/>
                </a:lnTo>
                <a:lnTo>
                  <a:pt x="747" y="685"/>
                </a:lnTo>
                <a:lnTo>
                  <a:pt x="746" y="686"/>
                </a:lnTo>
                <a:lnTo>
                  <a:pt x="746" y="685"/>
                </a:lnTo>
                <a:lnTo>
                  <a:pt x="745" y="685"/>
                </a:lnTo>
                <a:lnTo>
                  <a:pt x="744" y="685"/>
                </a:lnTo>
                <a:lnTo>
                  <a:pt x="743" y="685"/>
                </a:lnTo>
                <a:lnTo>
                  <a:pt x="742" y="685"/>
                </a:lnTo>
                <a:lnTo>
                  <a:pt x="741" y="685"/>
                </a:lnTo>
                <a:lnTo>
                  <a:pt x="740" y="685"/>
                </a:lnTo>
                <a:lnTo>
                  <a:pt x="739" y="684"/>
                </a:lnTo>
                <a:lnTo>
                  <a:pt x="738" y="685"/>
                </a:lnTo>
                <a:lnTo>
                  <a:pt x="737" y="685"/>
                </a:lnTo>
                <a:lnTo>
                  <a:pt x="736" y="684"/>
                </a:lnTo>
                <a:lnTo>
                  <a:pt x="735" y="684"/>
                </a:lnTo>
                <a:lnTo>
                  <a:pt x="734" y="683"/>
                </a:lnTo>
                <a:lnTo>
                  <a:pt x="734" y="684"/>
                </a:lnTo>
                <a:lnTo>
                  <a:pt x="734" y="685"/>
                </a:lnTo>
                <a:lnTo>
                  <a:pt x="733" y="685"/>
                </a:lnTo>
                <a:lnTo>
                  <a:pt x="732" y="685"/>
                </a:lnTo>
                <a:lnTo>
                  <a:pt x="732" y="684"/>
                </a:lnTo>
                <a:lnTo>
                  <a:pt x="731" y="684"/>
                </a:lnTo>
                <a:lnTo>
                  <a:pt x="730" y="683"/>
                </a:lnTo>
                <a:lnTo>
                  <a:pt x="729" y="683"/>
                </a:lnTo>
                <a:lnTo>
                  <a:pt x="728" y="683"/>
                </a:lnTo>
                <a:lnTo>
                  <a:pt x="728" y="682"/>
                </a:lnTo>
                <a:lnTo>
                  <a:pt x="727" y="682"/>
                </a:lnTo>
                <a:lnTo>
                  <a:pt x="728" y="681"/>
                </a:lnTo>
                <a:lnTo>
                  <a:pt x="727" y="680"/>
                </a:lnTo>
                <a:lnTo>
                  <a:pt x="725" y="678"/>
                </a:lnTo>
                <a:lnTo>
                  <a:pt x="724" y="679"/>
                </a:lnTo>
                <a:lnTo>
                  <a:pt x="723" y="679"/>
                </a:lnTo>
                <a:lnTo>
                  <a:pt x="722" y="679"/>
                </a:lnTo>
                <a:lnTo>
                  <a:pt x="722" y="680"/>
                </a:lnTo>
                <a:lnTo>
                  <a:pt x="721" y="681"/>
                </a:lnTo>
                <a:lnTo>
                  <a:pt x="720" y="681"/>
                </a:lnTo>
                <a:lnTo>
                  <a:pt x="720" y="682"/>
                </a:lnTo>
                <a:lnTo>
                  <a:pt x="719" y="682"/>
                </a:lnTo>
                <a:lnTo>
                  <a:pt x="718" y="682"/>
                </a:lnTo>
                <a:lnTo>
                  <a:pt x="717" y="682"/>
                </a:lnTo>
                <a:lnTo>
                  <a:pt x="717" y="681"/>
                </a:lnTo>
                <a:lnTo>
                  <a:pt x="716" y="681"/>
                </a:lnTo>
                <a:lnTo>
                  <a:pt x="715" y="682"/>
                </a:lnTo>
                <a:lnTo>
                  <a:pt x="715" y="683"/>
                </a:lnTo>
                <a:lnTo>
                  <a:pt x="715" y="684"/>
                </a:lnTo>
                <a:lnTo>
                  <a:pt x="715" y="685"/>
                </a:lnTo>
                <a:lnTo>
                  <a:pt x="714" y="685"/>
                </a:lnTo>
                <a:lnTo>
                  <a:pt x="714" y="686"/>
                </a:lnTo>
                <a:lnTo>
                  <a:pt x="715" y="686"/>
                </a:lnTo>
                <a:lnTo>
                  <a:pt x="716" y="686"/>
                </a:lnTo>
                <a:lnTo>
                  <a:pt x="717" y="686"/>
                </a:lnTo>
                <a:lnTo>
                  <a:pt x="718" y="686"/>
                </a:lnTo>
                <a:lnTo>
                  <a:pt x="718" y="687"/>
                </a:lnTo>
                <a:lnTo>
                  <a:pt x="719" y="687"/>
                </a:lnTo>
                <a:lnTo>
                  <a:pt x="720" y="687"/>
                </a:lnTo>
                <a:lnTo>
                  <a:pt x="719" y="687"/>
                </a:lnTo>
                <a:lnTo>
                  <a:pt x="719" y="688"/>
                </a:lnTo>
                <a:lnTo>
                  <a:pt x="719" y="689"/>
                </a:lnTo>
                <a:lnTo>
                  <a:pt x="718" y="690"/>
                </a:lnTo>
                <a:lnTo>
                  <a:pt x="717" y="690"/>
                </a:lnTo>
                <a:lnTo>
                  <a:pt x="717" y="691"/>
                </a:lnTo>
                <a:lnTo>
                  <a:pt x="716" y="691"/>
                </a:lnTo>
                <a:lnTo>
                  <a:pt x="716" y="692"/>
                </a:lnTo>
                <a:lnTo>
                  <a:pt x="716" y="693"/>
                </a:lnTo>
                <a:lnTo>
                  <a:pt x="715" y="693"/>
                </a:lnTo>
                <a:lnTo>
                  <a:pt x="715" y="694"/>
                </a:lnTo>
                <a:lnTo>
                  <a:pt x="716" y="694"/>
                </a:lnTo>
                <a:lnTo>
                  <a:pt x="717" y="694"/>
                </a:lnTo>
                <a:lnTo>
                  <a:pt x="718" y="694"/>
                </a:lnTo>
                <a:lnTo>
                  <a:pt x="719" y="695"/>
                </a:lnTo>
                <a:lnTo>
                  <a:pt x="720" y="695"/>
                </a:lnTo>
                <a:lnTo>
                  <a:pt x="720" y="696"/>
                </a:lnTo>
                <a:lnTo>
                  <a:pt x="721" y="697"/>
                </a:lnTo>
                <a:lnTo>
                  <a:pt x="721" y="698"/>
                </a:lnTo>
                <a:lnTo>
                  <a:pt x="721" y="699"/>
                </a:lnTo>
                <a:lnTo>
                  <a:pt x="722" y="700"/>
                </a:lnTo>
                <a:lnTo>
                  <a:pt x="722" y="701"/>
                </a:lnTo>
                <a:lnTo>
                  <a:pt x="722" y="702"/>
                </a:lnTo>
                <a:lnTo>
                  <a:pt x="722" y="703"/>
                </a:lnTo>
                <a:lnTo>
                  <a:pt x="722" y="704"/>
                </a:lnTo>
                <a:lnTo>
                  <a:pt x="721" y="704"/>
                </a:lnTo>
                <a:lnTo>
                  <a:pt x="721" y="705"/>
                </a:lnTo>
                <a:lnTo>
                  <a:pt x="722" y="705"/>
                </a:lnTo>
                <a:lnTo>
                  <a:pt x="723" y="705"/>
                </a:lnTo>
                <a:lnTo>
                  <a:pt x="722" y="706"/>
                </a:lnTo>
                <a:lnTo>
                  <a:pt x="722" y="707"/>
                </a:lnTo>
                <a:lnTo>
                  <a:pt x="722" y="708"/>
                </a:lnTo>
                <a:lnTo>
                  <a:pt x="722" y="709"/>
                </a:lnTo>
                <a:lnTo>
                  <a:pt x="721" y="708"/>
                </a:lnTo>
                <a:lnTo>
                  <a:pt x="720" y="709"/>
                </a:lnTo>
                <a:lnTo>
                  <a:pt x="719" y="710"/>
                </a:lnTo>
                <a:lnTo>
                  <a:pt x="718" y="710"/>
                </a:lnTo>
                <a:lnTo>
                  <a:pt x="717" y="710"/>
                </a:lnTo>
                <a:lnTo>
                  <a:pt x="717" y="709"/>
                </a:lnTo>
                <a:lnTo>
                  <a:pt x="716" y="709"/>
                </a:lnTo>
                <a:lnTo>
                  <a:pt x="716" y="710"/>
                </a:lnTo>
                <a:lnTo>
                  <a:pt x="715" y="710"/>
                </a:lnTo>
                <a:lnTo>
                  <a:pt x="715" y="709"/>
                </a:lnTo>
                <a:lnTo>
                  <a:pt x="716" y="709"/>
                </a:lnTo>
                <a:lnTo>
                  <a:pt x="716" y="708"/>
                </a:lnTo>
                <a:lnTo>
                  <a:pt x="715" y="708"/>
                </a:lnTo>
                <a:lnTo>
                  <a:pt x="714" y="708"/>
                </a:lnTo>
                <a:lnTo>
                  <a:pt x="714" y="707"/>
                </a:lnTo>
                <a:lnTo>
                  <a:pt x="713" y="708"/>
                </a:lnTo>
                <a:lnTo>
                  <a:pt x="712" y="708"/>
                </a:lnTo>
                <a:lnTo>
                  <a:pt x="711" y="709"/>
                </a:lnTo>
                <a:lnTo>
                  <a:pt x="711" y="710"/>
                </a:lnTo>
                <a:lnTo>
                  <a:pt x="711" y="711"/>
                </a:lnTo>
                <a:lnTo>
                  <a:pt x="711" y="712"/>
                </a:lnTo>
                <a:lnTo>
                  <a:pt x="710" y="713"/>
                </a:lnTo>
                <a:lnTo>
                  <a:pt x="710" y="715"/>
                </a:lnTo>
                <a:lnTo>
                  <a:pt x="710" y="716"/>
                </a:lnTo>
                <a:lnTo>
                  <a:pt x="710" y="717"/>
                </a:lnTo>
                <a:lnTo>
                  <a:pt x="709" y="718"/>
                </a:lnTo>
                <a:lnTo>
                  <a:pt x="709" y="719"/>
                </a:lnTo>
                <a:lnTo>
                  <a:pt x="709" y="720"/>
                </a:lnTo>
                <a:lnTo>
                  <a:pt x="709" y="721"/>
                </a:lnTo>
                <a:lnTo>
                  <a:pt x="709" y="722"/>
                </a:lnTo>
                <a:lnTo>
                  <a:pt x="710" y="723"/>
                </a:lnTo>
                <a:lnTo>
                  <a:pt x="709" y="723"/>
                </a:lnTo>
                <a:lnTo>
                  <a:pt x="709" y="724"/>
                </a:lnTo>
                <a:lnTo>
                  <a:pt x="710" y="724"/>
                </a:lnTo>
                <a:lnTo>
                  <a:pt x="710" y="725"/>
                </a:lnTo>
                <a:lnTo>
                  <a:pt x="711" y="725"/>
                </a:lnTo>
                <a:lnTo>
                  <a:pt x="712" y="725"/>
                </a:lnTo>
                <a:lnTo>
                  <a:pt x="713" y="725"/>
                </a:lnTo>
                <a:lnTo>
                  <a:pt x="712" y="726"/>
                </a:lnTo>
                <a:lnTo>
                  <a:pt x="712" y="727"/>
                </a:lnTo>
                <a:lnTo>
                  <a:pt x="711" y="727"/>
                </a:lnTo>
                <a:lnTo>
                  <a:pt x="711" y="728"/>
                </a:lnTo>
                <a:lnTo>
                  <a:pt x="711" y="729"/>
                </a:lnTo>
                <a:lnTo>
                  <a:pt x="712" y="729"/>
                </a:lnTo>
                <a:lnTo>
                  <a:pt x="712" y="730"/>
                </a:lnTo>
                <a:lnTo>
                  <a:pt x="713" y="731"/>
                </a:lnTo>
                <a:lnTo>
                  <a:pt x="712" y="731"/>
                </a:lnTo>
                <a:lnTo>
                  <a:pt x="711" y="731"/>
                </a:lnTo>
                <a:lnTo>
                  <a:pt x="710" y="731"/>
                </a:lnTo>
                <a:lnTo>
                  <a:pt x="709" y="731"/>
                </a:lnTo>
                <a:lnTo>
                  <a:pt x="708" y="731"/>
                </a:lnTo>
                <a:lnTo>
                  <a:pt x="707" y="731"/>
                </a:lnTo>
                <a:lnTo>
                  <a:pt x="707" y="730"/>
                </a:lnTo>
                <a:lnTo>
                  <a:pt x="706" y="730"/>
                </a:lnTo>
                <a:lnTo>
                  <a:pt x="706" y="729"/>
                </a:lnTo>
                <a:lnTo>
                  <a:pt x="706" y="728"/>
                </a:lnTo>
                <a:lnTo>
                  <a:pt x="705" y="728"/>
                </a:lnTo>
                <a:lnTo>
                  <a:pt x="705" y="727"/>
                </a:lnTo>
                <a:lnTo>
                  <a:pt x="704" y="728"/>
                </a:lnTo>
                <a:lnTo>
                  <a:pt x="704" y="729"/>
                </a:lnTo>
                <a:lnTo>
                  <a:pt x="703" y="729"/>
                </a:lnTo>
                <a:lnTo>
                  <a:pt x="704" y="730"/>
                </a:lnTo>
                <a:lnTo>
                  <a:pt x="705" y="731"/>
                </a:lnTo>
                <a:lnTo>
                  <a:pt x="706" y="732"/>
                </a:lnTo>
                <a:lnTo>
                  <a:pt x="706" y="733"/>
                </a:lnTo>
                <a:lnTo>
                  <a:pt x="706" y="734"/>
                </a:lnTo>
                <a:lnTo>
                  <a:pt x="705" y="734"/>
                </a:lnTo>
                <a:lnTo>
                  <a:pt x="704" y="734"/>
                </a:lnTo>
                <a:lnTo>
                  <a:pt x="703" y="734"/>
                </a:lnTo>
                <a:lnTo>
                  <a:pt x="703" y="733"/>
                </a:lnTo>
                <a:lnTo>
                  <a:pt x="702" y="733"/>
                </a:lnTo>
                <a:lnTo>
                  <a:pt x="701" y="733"/>
                </a:lnTo>
                <a:lnTo>
                  <a:pt x="701" y="734"/>
                </a:lnTo>
                <a:lnTo>
                  <a:pt x="700" y="735"/>
                </a:lnTo>
                <a:lnTo>
                  <a:pt x="700" y="736"/>
                </a:lnTo>
                <a:lnTo>
                  <a:pt x="699" y="735"/>
                </a:lnTo>
                <a:lnTo>
                  <a:pt x="698" y="735"/>
                </a:lnTo>
                <a:lnTo>
                  <a:pt x="698" y="734"/>
                </a:lnTo>
                <a:lnTo>
                  <a:pt x="697" y="734"/>
                </a:lnTo>
                <a:lnTo>
                  <a:pt x="696" y="734"/>
                </a:lnTo>
                <a:lnTo>
                  <a:pt x="695" y="734"/>
                </a:lnTo>
                <a:lnTo>
                  <a:pt x="694" y="734"/>
                </a:lnTo>
                <a:lnTo>
                  <a:pt x="694" y="735"/>
                </a:lnTo>
                <a:lnTo>
                  <a:pt x="692" y="734"/>
                </a:lnTo>
                <a:lnTo>
                  <a:pt x="692" y="733"/>
                </a:lnTo>
                <a:lnTo>
                  <a:pt x="691" y="733"/>
                </a:lnTo>
                <a:lnTo>
                  <a:pt x="691" y="734"/>
                </a:lnTo>
                <a:lnTo>
                  <a:pt x="690" y="734"/>
                </a:lnTo>
                <a:lnTo>
                  <a:pt x="689" y="734"/>
                </a:lnTo>
                <a:lnTo>
                  <a:pt x="689" y="733"/>
                </a:lnTo>
                <a:lnTo>
                  <a:pt x="687" y="733"/>
                </a:lnTo>
                <a:lnTo>
                  <a:pt x="686" y="733"/>
                </a:lnTo>
                <a:lnTo>
                  <a:pt x="686" y="732"/>
                </a:lnTo>
                <a:lnTo>
                  <a:pt x="685" y="731"/>
                </a:lnTo>
                <a:lnTo>
                  <a:pt x="685" y="732"/>
                </a:lnTo>
                <a:lnTo>
                  <a:pt x="684" y="732"/>
                </a:lnTo>
                <a:lnTo>
                  <a:pt x="683" y="732"/>
                </a:lnTo>
                <a:lnTo>
                  <a:pt x="682" y="732"/>
                </a:lnTo>
                <a:lnTo>
                  <a:pt x="681" y="732"/>
                </a:lnTo>
                <a:lnTo>
                  <a:pt x="680" y="732"/>
                </a:lnTo>
                <a:lnTo>
                  <a:pt x="680" y="733"/>
                </a:lnTo>
                <a:lnTo>
                  <a:pt x="679" y="733"/>
                </a:lnTo>
                <a:lnTo>
                  <a:pt x="679" y="734"/>
                </a:lnTo>
                <a:lnTo>
                  <a:pt x="679" y="735"/>
                </a:lnTo>
                <a:lnTo>
                  <a:pt x="680" y="736"/>
                </a:lnTo>
                <a:lnTo>
                  <a:pt x="681" y="736"/>
                </a:lnTo>
                <a:lnTo>
                  <a:pt x="682" y="737"/>
                </a:lnTo>
                <a:lnTo>
                  <a:pt x="682" y="738"/>
                </a:lnTo>
                <a:lnTo>
                  <a:pt x="681" y="738"/>
                </a:lnTo>
                <a:lnTo>
                  <a:pt x="681" y="739"/>
                </a:lnTo>
                <a:lnTo>
                  <a:pt x="680" y="740"/>
                </a:lnTo>
                <a:lnTo>
                  <a:pt x="678" y="739"/>
                </a:lnTo>
                <a:lnTo>
                  <a:pt x="677" y="738"/>
                </a:lnTo>
                <a:lnTo>
                  <a:pt x="676" y="737"/>
                </a:lnTo>
                <a:lnTo>
                  <a:pt x="675" y="737"/>
                </a:lnTo>
                <a:lnTo>
                  <a:pt x="675" y="738"/>
                </a:lnTo>
                <a:lnTo>
                  <a:pt x="674" y="738"/>
                </a:lnTo>
                <a:lnTo>
                  <a:pt x="674" y="739"/>
                </a:lnTo>
                <a:lnTo>
                  <a:pt x="673" y="739"/>
                </a:lnTo>
                <a:lnTo>
                  <a:pt x="672" y="739"/>
                </a:lnTo>
                <a:lnTo>
                  <a:pt x="672" y="740"/>
                </a:lnTo>
                <a:lnTo>
                  <a:pt x="673" y="741"/>
                </a:lnTo>
                <a:lnTo>
                  <a:pt x="673" y="742"/>
                </a:lnTo>
                <a:lnTo>
                  <a:pt x="672" y="742"/>
                </a:lnTo>
                <a:lnTo>
                  <a:pt x="672" y="741"/>
                </a:lnTo>
                <a:lnTo>
                  <a:pt x="671" y="741"/>
                </a:lnTo>
                <a:lnTo>
                  <a:pt x="671" y="739"/>
                </a:lnTo>
                <a:lnTo>
                  <a:pt x="670" y="739"/>
                </a:lnTo>
                <a:lnTo>
                  <a:pt x="670" y="738"/>
                </a:lnTo>
                <a:lnTo>
                  <a:pt x="670" y="739"/>
                </a:lnTo>
                <a:lnTo>
                  <a:pt x="669" y="738"/>
                </a:lnTo>
                <a:lnTo>
                  <a:pt x="669" y="737"/>
                </a:lnTo>
                <a:lnTo>
                  <a:pt x="668" y="737"/>
                </a:lnTo>
                <a:lnTo>
                  <a:pt x="667" y="737"/>
                </a:lnTo>
                <a:lnTo>
                  <a:pt x="667" y="736"/>
                </a:lnTo>
                <a:lnTo>
                  <a:pt x="666" y="736"/>
                </a:lnTo>
                <a:lnTo>
                  <a:pt x="665" y="737"/>
                </a:lnTo>
                <a:lnTo>
                  <a:pt x="664" y="737"/>
                </a:lnTo>
                <a:lnTo>
                  <a:pt x="663" y="737"/>
                </a:lnTo>
                <a:lnTo>
                  <a:pt x="662" y="737"/>
                </a:lnTo>
                <a:lnTo>
                  <a:pt x="661" y="736"/>
                </a:lnTo>
                <a:lnTo>
                  <a:pt x="660" y="736"/>
                </a:lnTo>
                <a:lnTo>
                  <a:pt x="659" y="737"/>
                </a:lnTo>
                <a:lnTo>
                  <a:pt x="660" y="737"/>
                </a:lnTo>
                <a:lnTo>
                  <a:pt x="661" y="738"/>
                </a:lnTo>
                <a:lnTo>
                  <a:pt x="662" y="738"/>
                </a:lnTo>
                <a:lnTo>
                  <a:pt x="662" y="739"/>
                </a:lnTo>
                <a:lnTo>
                  <a:pt x="661" y="739"/>
                </a:lnTo>
                <a:lnTo>
                  <a:pt x="661" y="741"/>
                </a:lnTo>
                <a:lnTo>
                  <a:pt x="662" y="742"/>
                </a:lnTo>
                <a:lnTo>
                  <a:pt x="662" y="743"/>
                </a:lnTo>
                <a:lnTo>
                  <a:pt x="663" y="744"/>
                </a:lnTo>
                <a:lnTo>
                  <a:pt x="664" y="744"/>
                </a:lnTo>
                <a:lnTo>
                  <a:pt x="665" y="745"/>
                </a:lnTo>
                <a:lnTo>
                  <a:pt x="665" y="746"/>
                </a:lnTo>
                <a:lnTo>
                  <a:pt x="665" y="747"/>
                </a:lnTo>
                <a:lnTo>
                  <a:pt x="666" y="748"/>
                </a:lnTo>
                <a:lnTo>
                  <a:pt x="667" y="748"/>
                </a:lnTo>
                <a:lnTo>
                  <a:pt x="667" y="749"/>
                </a:lnTo>
                <a:lnTo>
                  <a:pt x="668" y="749"/>
                </a:lnTo>
                <a:lnTo>
                  <a:pt x="668" y="750"/>
                </a:lnTo>
                <a:lnTo>
                  <a:pt x="667" y="750"/>
                </a:lnTo>
                <a:lnTo>
                  <a:pt x="666" y="751"/>
                </a:lnTo>
                <a:lnTo>
                  <a:pt x="666" y="752"/>
                </a:lnTo>
                <a:lnTo>
                  <a:pt x="665" y="752"/>
                </a:lnTo>
                <a:lnTo>
                  <a:pt x="664" y="752"/>
                </a:lnTo>
                <a:lnTo>
                  <a:pt x="663" y="752"/>
                </a:lnTo>
                <a:lnTo>
                  <a:pt x="663" y="753"/>
                </a:lnTo>
                <a:lnTo>
                  <a:pt x="663" y="755"/>
                </a:lnTo>
                <a:lnTo>
                  <a:pt x="663" y="757"/>
                </a:lnTo>
                <a:lnTo>
                  <a:pt x="664" y="757"/>
                </a:lnTo>
                <a:lnTo>
                  <a:pt x="666" y="759"/>
                </a:lnTo>
                <a:lnTo>
                  <a:pt x="667" y="759"/>
                </a:lnTo>
                <a:lnTo>
                  <a:pt x="667" y="760"/>
                </a:lnTo>
                <a:lnTo>
                  <a:pt x="667" y="761"/>
                </a:lnTo>
                <a:lnTo>
                  <a:pt x="667" y="762"/>
                </a:lnTo>
                <a:lnTo>
                  <a:pt x="668" y="763"/>
                </a:lnTo>
                <a:lnTo>
                  <a:pt x="668" y="765"/>
                </a:lnTo>
                <a:lnTo>
                  <a:pt x="669" y="765"/>
                </a:lnTo>
                <a:lnTo>
                  <a:pt x="670" y="765"/>
                </a:lnTo>
                <a:lnTo>
                  <a:pt x="670" y="766"/>
                </a:lnTo>
                <a:lnTo>
                  <a:pt x="671" y="767"/>
                </a:lnTo>
                <a:lnTo>
                  <a:pt x="670" y="767"/>
                </a:lnTo>
                <a:lnTo>
                  <a:pt x="670" y="768"/>
                </a:lnTo>
                <a:lnTo>
                  <a:pt x="669" y="769"/>
                </a:lnTo>
                <a:lnTo>
                  <a:pt x="668" y="769"/>
                </a:lnTo>
                <a:lnTo>
                  <a:pt x="667" y="769"/>
                </a:lnTo>
                <a:lnTo>
                  <a:pt x="666" y="769"/>
                </a:lnTo>
                <a:lnTo>
                  <a:pt x="665" y="770"/>
                </a:lnTo>
                <a:lnTo>
                  <a:pt x="665" y="771"/>
                </a:lnTo>
                <a:lnTo>
                  <a:pt x="664" y="772"/>
                </a:lnTo>
                <a:lnTo>
                  <a:pt x="662" y="772"/>
                </a:lnTo>
                <a:lnTo>
                  <a:pt x="661" y="772"/>
                </a:lnTo>
                <a:lnTo>
                  <a:pt x="660" y="771"/>
                </a:lnTo>
                <a:lnTo>
                  <a:pt x="659" y="770"/>
                </a:lnTo>
                <a:lnTo>
                  <a:pt x="659" y="769"/>
                </a:lnTo>
                <a:lnTo>
                  <a:pt x="658" y="769"/>
                </a:lnTo>
                <a:lnTo>
                  <a:pt x="658" y="768"/>
                </a:lnTo>
                <a:lnTo>
                  <a:pt x="658" y="767"/>
                </a:lnTo>
                <a:lnTo>
                  <a:pt x="657" y="767"/>
                </a:lnTo>
                <a:lnTo>
                  <a:pt x="656" y="767"/>
                </a:lnTo>
                <a:lnTo>
                  <a:pt x="655" y="766"/>
                </a:lnTo>
                <a:lnTo>
                  <a:pt x="655" y="767"/>
                </a:lnTo>
                <a:lnTo>
                  <a:pt x="655" y="768"/>
                </a:lnTo>
                <a:lnTo>
                  <a:pt x="654" y="769"/>
                </a:lnTo>
                <a:lnTo>
                  <a:pt x="653" y="768"/>
                </a:lnTo>
                <a:lnTo>
                  <a:pt x="652" y="767"/>
                </a:lnTo>
                <a:lnTo>
                  <a:pt x="651" y="767"/>
                </a:lnTo>
                <a:lnTo>
                  <a:pt x="651" y="766"/>
                </a:lnTo>
                <a:lnTo>
                  <a:pt x="650" y="765"/>
                </a:lnTo>
                <a:lnTo>
                  <a:pt x="649" y="766"/>
                </a:lnTo>
                <a:lnTo>
                  <a:pt x="646" y="768"/>
                </a:lnTo>
                <a:lnTo>
                  <a:pt x="645" y="767"/>
                </a:lnTo>
                <a:lnTo>
                  <a:pt x="644" y="767"/>
                </a:lnTo>
                <a:lnTo>
                  <a:pt x="644" y="766"/>
                </a:lnTo>
                <a:lnTo>
                  <a:pt x="643" y="766"/>
                </a:lnTo>
                <a:lnTo>
                  <a:pt x="642" y="765"/>
                </a:lnTo>
                <a:lnTo>
                  <a:pt x="641" y="764"/>
                </a:lnTo>
                <a:lnTo>
                  <a:pt x="640" y="764"/>
                </a:lnTo>
                <a:lnTo>
                  <a:pt x="639" y="763"/>
                </a:lnTo>
                <a:lnTo>
                  <a:pt x="639" y="762"/>
                </a:lnTo>
                <a:lnTo>
                  <a:pt x="638" y="762"/>
                </a:lnTo>
                <a:lnTo>
                  <a:pt x="637" y="762"/>
                </a:lnTo>
                <a:lnTo>
                  <a:pt x="637" y="761"/>
                </a:lnTo>
                <a:lnTo>
                  <a:pt x="636" y="761"/>
                </a:lnTo>
                <a:lnTo>
                  <a:pt x="634" y="760"/>
                </a:lnTo>
                <a:lnTo>
                  <a:pt x="634" y="759"/>
                </a:lnTo>
                <a:lnTo>
                  <a:pt x="634" y="757"/>
                </a:lnTo>
                <a:lnTo>
                  <a:pt x="633" y="756"/>
                </a:lnTo>
                <a:lnTo>
                  <a:pt x="632" y="755"/>
                </a:lnTo>
                <a:lnTo>
                  <a:pt x="631" y="754"/>
                </a:lnTo>
                <a:lnTo>
                  <a:pt x="631" y="753"/>
                </a:lnTo>
                <a:lnTo>
                  <a:pt x="631" y="752"/>
                </a:lnTo>
                <a:lnTo>
                  <a:pt x="631" y="751"/>
                </a:lnTo>
                <a:lnTo>
                  <a:pt x="631" y="750"/>
                </a:lnTo>
                <a:lnTo>
                  <a:pt x="630" y="747"/>
                </a:lnTo>
                <a:lnTo>
                  <a:pt x="630" y="746"/>
                </a:lnTo>
                <a:lnTo>
                  <a:pt x="629" y="746"/>
                </a:lnTo>
                <a:lnTo>
                  <a:pt x="628" y="746"/>
                </a:lnTo>
                <a:lnTo>
                  <a:pt x="627" y="747"/>
                </a:lnTo>
                <a:lnTo>
                  <a:pt x="621" y="747"/>
                </a:lnTo>
                <a:lnTo>
                  <a:pt x="620" y="747"/>
                </a:lnTo>
                <a:lnTo>
                  <a:pt x="619" y="747"/>
                </a:lnTo>
                <a:lnTo>
                  <a:pt x="618" y="746"/>
                </a:lnTo>
                <a:lnTo>
                  <a:pt x="617" y="746"/>
                </a:lnTo>
                <a:lnTo>
                  <a:pt x="616" y="746"/>
                </a:lnTo>
                <a:lnTo>
                  <a:pt x="616" y="747"/>
                </a:lnTo>
                <a:lnTo>
                  <a:pt x="614" y="748"/>
                </a:lnTo>
                <a:lnTo>
                  <a:pt x="613" y="748"/>
                </a:lnTo>
                <a:lnTo>
                  <a:pt x="612" y="748"/>
                </a:lnTo>
                <a:lnTo>
                  <a:pt x="612" y="750"/>
                </a:lnTo>
                <a:lnTo>
                  <a:pt x="613" y="751"/>
                </a:lnTo>
                <a:lnTo>
                  <a:pt x="614" y="751"/>
                </a:lnTo>
                <a:lnTo>
                  <a:pt x="613" y="753"/>
                </a:lnTo>
                <a:lnTo>
                  <a:pt x="613" y="754"/>
                </a:lnTo>
                <a:lnTo>
                  <a:pt x="613" y="755"/>
                </a:lnTo>
                <a:lnTo>
                  <a:pt x="612" y="755"/>
                </a:lnTo>
                <a:lnTo>
                  <a:pt x="611" y="755"/>
                </a:lnTo>
                <a:lnTo>
                  <a:pt x="610" y="757"/>
                </a:lnTo>
                <a:lnTo>
                  <a:pt x="611" y="758"/>
                </a:lnTo>
                <a:lnTo>
                  <a:pt x="611" y="759"/>
                </a:lnTo>
                <a:lnTo>
                  <a:pt x="611" y="760"/>
                </a:lnTo>
                <a:lnTo>
                  <a:pt x="611" y="761"/>
                </a:lnTo>
                <a:lnTo>
                  <a:pt x="611" y="762"/>
                </a:lnTo>
                <a:lnTo>
                  <a:pt x="612" y="762"/>
                </a:lnTo>
                <a:lnTo>
                  <a:pt x="613" y="762"/>
                </a:lnTo>
                <a:lnTo>
                  <a:pt x="614" y="763"/>
                </a:lnTo>
                <a:lnTo>
                  <a:pt x="616" y="764"/>
                </a:lnTo>
                <a:lnTo>
                  <a:pt x="615" y="765"/>
                </a:lnTo>
                <a:lnTo>
                  <a:pt x="615" y="766"/>
                </a:lnTo>
                <a:lnTo>
                  <a:pt x="616" y="767"/>
                </a:lnTo>
                <a:lnTo>
                  <a:pt x="616" y="768"/>
                </a:lnTo>
                <a:lnTo>
                  <a:pt x="617" y="769"/>
                </a:lnTo>
                <a:lnTo>
                  <a:pt x="617" y="770"/>
                </a:lnTo>
                <a:lnTo>
                  <a:pt x="617" y="771"/>
                </a:lnTo>
                <a:lnTo>
                  <a:pt x="617" y="772"/>
                </a:lnTo>
                <a:lnTo>
                  <a:pt x="617" y="773"/>
                </a:lnTo>
                <a:lnTo>
                  <a:pt x="616" y="773"/>
                </a:lnTo>
                <a:lnTo>
                  <a:pt x="615" y="774"/>
                </a:lnTo>
                <a:lnTo>
                  <a:pt x="615" y="776"/>
                </a:lnTo>
                <a:lnTo>
                  <a:pt x="615" y="777"/>
                </a:lnTo>
                <a:lnTo>
                  <a:pt x="614" y="777"/>
                </a:lnTo>
                <a:lnTo>
                  <a:pt x="614" y="778"/>
                </a:lnTo>
                <a:lnTo>
                  <a:pt x="614" y="779"/>
                </a:lnTo>
                <a:lnTo>
                  <a:pt x="613" y="779"/>
                </a:lnTo>
                <a:lnTo>
                  <a:pt x="612" y="779"/>
                </a:lnTo>
                <a:lnTo>
                  <a:pt x="611" y="779"/>
                </a:lnTo>
                <a:lnTo>
                  <a:pt x="610" y="779"/>
                </a:lnTo>
                <a:lnTo>
                  <a:pt x="609" y="779"/>
                </a:lnTo>
                <a:lnTo>
                  <a:pt x="608" y="779"/>
                </a:lnTo>
                <a:lnTo>
                  <a:pt x="608" y="778"/>
                </a:lnTo>
                <a:lnTo>
                  <a:pt x="608" y="776"/>
                </a:lnTo>
                <a:lnTo>
                  <a:pt x="608" y="774"/>
                </a:lnTo>
                <a:lnTo>
                  <a:pt x="608" y="773"/>
                </a:lnTo>
                <a:lnTo>
                  <a:pt x="608" y="772"/>
                </a:lnTo>
                <a:lnTo>
                  <a:pt x="608" y="771"/>
                </a:lnTo>
                <a:lnTo>
                  <a:pt x="608" y="770"/>
                </a:lnTo>
                <a:lnTo>
                  <a:pt x="607" y="770"/>
                </a:lnTo>
                <a:lnTo>
                  <a:pt x="607" y="769"/>
                </a:lnTo>
                <a:lnTo>
                  <a:pt x="605" y="769"/>
                </a:lnTo>
                <a:lnTo>
                  <a:pt x="604" y="769"/>
                </a:lnTo>
                <a:lnTo>
                  <a:pt x="604" y="768"/>
                </a:lnTo>
                <a:lnTo>
                  <a:pt x="603" y="768"/>
                </a:lnTo>
                <a:lnTo>
                  <a:pt x="601" y="767"/>
                </a:lnTo>
                <a:lnTo>
                  <a:pt x="600" y="766"/>
                </a:lnTo>
                <a:lnTo>
                  <a:pt x="599" y="766"/>
                </a:lnTo>
                <a:lnTo>
                  <a:pt x="598" y="766"/>
                </a:lnTo>
                <a:lnTo>
                  <a:pt x="598" y="765"/>
                </a:lnTo>
                <a:lnTo>
                  <a:pt x="597" y="764"/>
                </a:lnTo>
                <a:lnTo>
                  <a:pt x="595" y="762"/>
                </a:lnTo>
                <a:lnTo>
                  <a:pt x="594" y="762"/>
                </a:lnTo>
                <a:lnTo>
                  <a:pt x="594" y="760"/>
                </a:lnTo>
                <a:lnTo>
                  <a:pt x="594" y="759"/>
                </a:lnTo>
                <a:lnTo>
                  <a:pt x="594" y="758"/>
                </a:lnTo>
                <a:lnTo>
                  <a:pt x="593" y="757"/>
                </a:lnTo>
                <a:lnTo>
                  <a:pt x="592" y="757"/>
                </a:lnTo>
                <a:lnTo>
                  <a:pt x="590" y="757"/>
                </a:lnTo>
                <a:lnTo>
                  <a:pt x="588" y="757"/>
                </a:lnTo>
                <a:lnTo>
                  <a:pt x="587" y="757"/>
                </a:lnTo>
                <a:lnTo>
                  <a:pt x="586" y="757"/>
                </a:lnTo>
                <a:lnTo>
                  <a:pt x="585" y="757"/>
                </a:lnTo>
                <a:lnTo>
                  <a:pt x="584" y="760"/>
                </a:lnTo>
                <a:lnTo>
                  <a:pt x="583" y="762"/>
                </a:lnTo>
                <a:lnTo>
                  <a:pt x="582" y="763"/>
                </a:lnTo>
                <a:lnTo>
                  <a:pt x="581" y="765"/>
                </a:lnTo>
                <a:lnTo>
                  <a:pt x="581" y="766"/>
                </a:lnTo>
                <a:lnTo>
                  <a:pt x="581" y="767"/>
                </a:lnTo>
                <a:lnTo>
                  <a:pt x="581" y="768"/>
                </a:lnTo>
                <a:lnTo>
                  <a:pt x="581" y="769"/>
                </a:lnTo>
                <a:lnTo>
                  <a:pt x="580" y="771"/>
                </a:lnTo>
                <a:lnTo>
                  <a:pt x="579" y="771"/>
                </a:lnTo>
                <a:lnTo>
                  <a:pt x="578" y="771"/>
                </a:lnTo>
                <a:lnTo>
                  <a:pt x="577" y="769"/>
                </a:lnTo>
                <a:lnTo>
                  <a:pt x="576" y="767"/>
                </a:lnTo>
                <a:lnTo>
                  <a:pt x="576" y="766"/>
                </a:lnTo>
                <a:lnTo>
                  <a:pt x="576" y="765"/>
                </a:lnTo>
                <a:lnTo>
                  <a:pt x="575" y="764"/>
                </a:lnTo>
                <a:lnTo>
                  <a:pt x="574" y="764"/>
                </a:lnTo>
                <a:lnTo>
                  <a:pt x="571" y="763"/>
                </a:lnTo>
                <a:lnTo>
                  <a:pt x="570" y="763"/>
                </a:lnTo>
                <a:lnTo>
                  <a:pt x="560" y="760"/>
                </a:lnTo>
                <a:lnTo>
                  <a:pt x="560" y="761"/>
                </a:lnTo>
                <a:lnTo>
                  <a:pt x="560" y="762"/>
                </a:lnTo>
                <a:lnTo>
                  <a:pt x="559" y="762"/>
                </a:lnTo>
                <a:lnTo>
                  <a:pt x="558" y="762"/>
                </a:lnTo>
                <a:lnTo>
                  <a:pt x="557" y="762"/>
                </a:lnTo>
                <a:lnTo>
                  <a:pt x="557" y="764"/>
                </a:lnTo>
                <a:lnTo>
                  <a:pt x="556" y="765"/>
                </a:lnTo>
                <a:lnTo>
                  <a:pt x="554" y="765"/>
                </a:lnTo>
                <a:lnTo>
                  <a:pt x="553" y="765"/>
                </a:lnTo>
                <a:lnTo>
                  <a:pt x="551" y="764"/>
                </a:lnTo>
                <a:lnTo>
                  <a:pt x="550" y="764"/>
                </a:lnTo>
                <a:lnTo>
                  <a:pt x="550" y="763"/>
                </a:lnTo>
                <a:lnTo>
                  <a:pt x="549" y="761"/>
                </a:lnTo>
                <a:lnTo>
                  <a:pt x="548" y="761"/>
                </a:lnTo>
                <a:lnTo>
                  <a:pt x="548" y="760"/>
                </a:lnTo>
                <a:lnTo>
                  <a:pt x="547" y="760"/>
                </a:lnTo>
                <a:lnTo>
                  <a:pt x="546" y="759"/>
                </a:lnTo>
                <a:lnTo>
                  <a:pt x="545" y="759"/>
                </a:lnTo>
                <a:lnTo>
                  <a:pt x="545" y="758"/>
                </a:lnTo>
                <a:lnTo>
                  <a:pt x="546" y="758"/>
                </a:lnTo>
                <a:lnTo>
                  <a:pt x="546" y="757"/>
                </a:lnTo>
                <a:lnTo>
                  <a:pt x="545" y="756"/>
                </a:lnTo>
                <a:lnTo>
                  <a:pt x="544" y="756"/>
                </a:lnTo>
                <a:lnTo>
                  <a:pt x="544" y="755"/>
                </a:lnTo>
                <a:lnTo>
                  <a:pt x="543" y="753"/>
                </a:lnTo>
                <a:lnTo>
                  <a:pt x="542" y="752"/>
                </a:lnTo>
                <a:lnTo>
                  <a:pt x="542" y="751"/>
                </a:lnTo>
                <a:lnTo>
                  <a:pt x="543" y="751"/>
                </a:lnTo>
                <a:lnTo>
                  <a:pt x="542" y="751"/>
                </a:lnTo>
                <a:lnTo>
                  <a:pt x="542" y="750"/>
                </a:lnTo>
                <a:lnTo>
                  <a:pt x="541" y="749"/>
                </a:lnTo>
                <a:lnTo>
                  <a:pt x="541" y="748"/>
                </a:lnTo>
                <a:lnTo>
                  <a:pt x="541" y="747"/>
                </a:lnTo>
                <a:lnTo>
                  <a:pt x="540" y="747"/>
                </a:lnTo>
                <a:lnTo>
                  <a:pt x="540" y="746"/>
                </a:lnTo>
                <a:lnTo>
                  <a:pt x="539" y="746"/>
                </a:lnTo>
                <a:lnTo>
                  <a:pt x="538" y="746"/>
                </a:lnTo>
                <a:lnTo>
                  <a:pt x="537" y="745"/>
                </a:lnTo>
                <a:lnTo>
                  <a:pt x="537" y="744"/>
                </a:lnTo>
                <a:lnTo>
                  <a:pt x="538" y="744"/>
                </a:lnTo>
                <a:lnTo>
                  <a:pt x="538" y="742"/>
                </a:lnTo>
                <a:lnTo>
                  <a:pt x="538" y="741"/>
                </a:lnTo>
                <a:lnTo>
                  <a:pt x="539" y="740"/>
                </a:lnTo>
                <a:lnTo>
                  <a:pt x="540" y="739"/>
                </a:lnTo>
                <a:lnTo>
                  <a:pt x="540" y="738"/>
                </a:lnTo>
                <a:lnTo>
                  <a:pt x="541" y="738"/>
                </a:lnTo>
                <a:lnTo>
                  <a:pt x="542" y="738"/>
                </a:lnTo>
                <a:lnTo>
                  <a:pt x="543" y="738"/>
                </a:lnTo>
                <a:lnTo>
                  <a:pt x="543" y="739"/>
                </a:lnTo>
                <a:lnTo>
                  <a:pt x="544" y="738"/>
                </a:lnTo>
                <a:lnTo>
                  <a:pt x="545" y="738"/>
                </a:lnTo>
                <a:lnTo>
                  <a:pt x="545" y="737"/>
                </a:lnTo>
                <a:lnTo>
                  <a:pt x="544" y="737"/>
                </a:lnTo>
                <a:lnTo>
                  <a:pt x="544" y="736"/>
                </a:lnTo>
                <a:lnTo>
                  <a:pt x="543" y="736"/>
                </a:lnTo>
                <a:lnTo>
                  <a:pt x="543" y="735"/>
                </a:lnTo>
                <a:lnTo>
                  <a:pt x="542" y="735"/>
                </a:lnTo>
                <a:lnTo>
                  <a:pt x="542" y="734"/>
                </a:lnTo>
                <a:lnTo>
                  <a:pt x="543" y="733"/>
                </a:lnTo>
                <a:lnTo>
                  <a:pt x="544" y="732"/>
                </a:lnTo>
                <a:lnTo>
                  <a:pt x="545" y="732"/>
                </a:lnTo>
                <a:lnTo>
                  <a:pt x="545" y="731"/>
                </a:lnTo>
                <a:lnTo>
                  <a:pt x="545" y="730"/>
                </a:lnTo>
                <a:lnTo>
                  <a:pt x="545" y="728"/>
                </a:lnTo>
                <a:lnTo>
                  <a:pt x="545" y="727"/>
                </a:lnTo>
                <a:lnTo>
                  <a:pt x="544" y="726"/>
                </a:lnTo>
                <a:lnTo>
                  <a:pt x="543" y="726"/>
                </a:lnTo>
                <a:lnTo>
                  <a:pt x="544" y="725"/>
                </a:lnTo>
                <a:lnTo>
                  <a:pt x="544" y="724"/>
                </a:lnTo>
                <a:lnTo>
                  <a:pt x="544" y="723"/>
                </a:lnTo>
                <a:lnTo>
                  <a:pt x="544" y="722"/>
                </a:lnTo>
                <a:lnTo>
                  <a:pt x="543" y="722"/>
                </a:lnTo>
                <a:lnTo>
                  <a:pt x="542" y="722"/>
                </a:lnTo>
                <a:lnTo>
                  <a:pt x="542" y="721"/>
                </a:lnTo>
                <a:lnTo>
                  <a:pt x="541" y="720"/>
                </a:lnTo>
                <a:lnTo>
                  <a:pt x="540" y="720"/>
                </a:lnTo>
                <a:lnTo>
                  <a:pt x="539" y="720"/>
                </a:lnTo>
                <a:lnTo>
                  <a:pt x="538" y="720"/>
                </a:lnTo>
                <a:lnTo>
                  <a:pt x="537" y="720"/>
                </a:lnTo>
                <a:lnTo>
                  <a:pt x="537" y="721"/>
                </a:lnTo>
                <a:lnTo>
                  <a:pt x="537" y="722"/>
                </a:lnTo>
                <a:lnTo>
                  <a:pt x="537" y="723"/>
                </a:lnTo>
                <a:lnTo>
                  <a:pt x="538" y="723"/>
                </a:lnTo>
                <a:lnTo>
                  <a:pt x="537" y="723"/>
                </a:lnTo>
                <a:lnTo>
                  <a:pt x="537" y="724"/>
                </a:lnTo>
                <a:lnTo>
                  <a:pt x="536" y="724"/>
                </a:lnTo>
                <a:lnTo>
                  <a:pt x="536" y="723"/>
                </a:lnTo>
                <a:lnTo>
                  <a:pt x="535" y="723"/>
                </a:lnTo>
                <a:lnTo>
                  <a:pt x="534" y="723"/>
                </a:lnTo>
                <a:lnTo>
                  <a:pt x="533" y="723"/>
                </a:lnTo>
                <a:lnTo>
                  <a:pt x="532" y="723"/>
                </a:lnTo>
                <a:lnTo>
                  <a:pt x="532" y="722"/>
                </a:lnTo>
                <a:lnTo>
                  <a:pt x="531" y="721"/>
                </a:lnTo>
                <a:lnTo>
                  <a:pt x="530" y="721"/>
                </a:lnTo>
                <a:lnTo>
                  <a:pt x="530" y="720"/>
                </a:lnTo>
                <a:lnTo>
                  <a:pt x="530" y="719"/>
                </a:lnTo>
                <a:lnTo>
                  <a:pt x="529" y="719"/>
                </a:lnTo>
                <a:lnTo>
                  <a:pt x="529" y="718"/>
                </a:lnTo>
                <a:lnTo>
                  <a:pt x="530" y="718"/>
                </a:lnTo>
                <a:lnTo>
                  <a:pt x="530" y="717"/>
                </a:lnTo>
                <a:lnTo>
                  <a:pt x="529" y="717"/>
                </a:lnTo>
                <a:lnTo>
                  <a:pt x="528" y="717"/>
                </a:lnTo>
                <a:lnTo>
                  <a:pt x="528" y="716"/>
                </a:lnTo>
                <a:lnTo>
                  <a:pt x="528" y="715"/>
                </a:lnTo>
                <a:lnTo>
                  <a:pt x="527" y="714"/>
                </a:lnTo>
                <a:lnTo>
                  <a:pt x="528" y="714"/>
                </a:lnTo>
                <a:lnTo>
                  <a:pt x="527" y="713"/>
                </a:lnTo>
                <a:lnTo>
                  <a:pt x="528" y="713"/>
                </a:lnTo>
                <a:lnTo>
                  <a:pt x="528" y="712"/>
                </a:lnTo>
                <a:lnTo>
                  <a:pt x="527" y="712"/>
                </a:lnTo>
                <a:lnTo>
                  <a:pt x="527" y="711"/>
                </a:lnTo>
                <a:lnTo>
                  <a:pt x="527" y="710"/>
                </a:lnTo>
                <a:lnTo>
                  <a:pt x="526" y="710"/>
                </a:lnTo>
                <a:lnTo>
                  <a:pt x="526" y="709"/>
                </a:lnTo>
                <a:lnTo>
                  <a:pt x="527" y="709"/>
                </a:lnTo>
                <a:lnTo>
                  <a:pt x="527" y="708"/>
                </a:lnTo>
                <a:lnTo>
                  <a:pt x="526" y="708"/>
                </a:lnTo>
                <a:lnTo>
                  <a:pt x="526" y="707"/>
                </a:lnTo>
                <a:lnTo>
                  <a:pt x="526" y="706"/>
                </a:lnTo>
                <a:lnTo>
                  <a:pt x="525" y="706"/>
                </a:lnTo>
                <a:lnTo>
                  <a:pt x="524" y="705"/>
                </a:lnTo>
                <a:lnTo>
                  <a:pt x="524" y="706"/>
                </a:lnTo>
                <a:lnTo>
                  <a:pt x="524" y="707"/>
                </a:lnTo>
                <a:lnTo>
                  <a:pt x="523" y="707"/>
                </a:lnTo>
                <a:lnTo>
                  <a:pt x="523" y="708"/>
                </a:lnTo>
                <a:lnTo>
                  <a:pt x="522" y="708"/>
                </a:lnTo>
                <a:lnTo>
                  <a:pt x="522" y="709"/>
                </a:lnTo>
                <a:lnTo>
                  <a:pt x="522" y="708"/>
                </a:lnTo>
                <a:lnTo>
                  <a:pt x="522" y="709"/>
                </a:lnTo>
                <a:lnTo>
                  <a:pt x="521" y="709"/>
                </a:lnTo>
                <a:lnTo>
                  <a:pt x="520" y="710"/>
                </a:lnTo>
                <a:lnTo>
                  <a:pt x="519" y="710"/>
                </a:lnTo>
                <a:lnTo>
                  <a:pt x="518" y="710"/>
                </a:lnTo>
                <a:lnTo>
                  <a:pt x="517" y="710"/>
                </a:lnTo>
                <a:lnTo>
                  <a:pt x="517" y="711"/>
                </a:lnTo>
                <a:lnTo>
                  <a:pt x="516" y="711"/>
                </a:lnTo>
                <a:lnTo>
                  <a:pt x="515" y="711"/>
                </a:lnTo>
                <a:lnTo>
                  <a:pt x="515" y="712"/>
                </a:lnTo>
                <a:lnTo>
                  <a:pt x="514" y="712"/>
                </a:lnTo>
                <a:lnTo>
                  <a:pt x="513" y="711"/>
                </a:lnTo>
                <a:lnTo>
                  <a:pt x="512" y="711"/>
                </a:lnTo>
                <a:lnTo>
                  <a:pt x="512" y="710"/>
                </a:lnTo>
                <a:lnTo>
                  <a:pt x="512" y="709"/>
                </a:lnTo>
                <a:lnTo>
                  <a:pt x="512" y="708"/>
                </a:lnTo>
                <a:lnTo>
                  <a:pt x="512" y="707"/>
                </a:lnTo>
                <a:lnTo>
                  <a:pt x="513" y="707"/>
                </a:lnTo>
                <a:lnTo>
                  <a:pt x="513" y="706"/>
                </a:lnTo>
                <a:lnTo>
                  <a:pt x="513" y="705"/>
                </a:lnTo>
                <a:lnTo>
                  <a:pt x="514" y="705"/>
                </a:lnTo>
                <a:lnTo>
                  <a:pt x="516" y="705"/>
                </a:lnTo>
                <a:lnTo>
                  <a:pt x="517" y="705"/>
                </a:lnTo>
                <a:lnTo>
                  <a:pt x="518" y="704"/>
                </a:lnTo>
                <a:lnTo>
                  <a:pt x="519" y="705"/>
                </a:lnTo>
                <a:lnTo>
                  <a:pt x="520" y="704"/>
                </a:lnTo>
                <a:lnTo>
                  <a:pt x="521" y="704"/>
                </a:lnTo>
                <a:lnTo>
                  <a:pt x="522" y="705"/>
                </a:lnTo>
                <a:lnTo>
                  <a:pt x="523" y="704"/>
                </a:lnTo>
                <a:lnTo>
                  <a:pt x="524" y="704"/>
                </a:lnTo>
                <a:lnTo>
                  <a:pt x="524" y="703"/>
                </a:lnTo>
                <a:lnTo>
                  <a:pt x="525" y="703"/>
                </a:lnTo>
                <a:lnTo>
                  <a:pt x="526" y="703"/>
                </a:lnTo>
                <a:lnTo>
                  <a:pt x="527" y="703"/>
                </a:lnTo>
                <a:lnTo>
                  <a:pt x="528" y="703"/>
                </a:lnTo>
                <a:lnTo>
                  <a:pt x="527" y="702"/>
                </a:lnTo>
                <a:lnTo>
                  <a:pt x="527" y="701"/>
                </a:lnTo>
                <a:lnTo>
                  <a:pt x="526" y="701"/>
                </a:lnTo>
                <a:lnTo>
                  <a:pt x="525" y="701"/>
                </a:lnTo>
                <a:lnTo>
                  <a:pt x="525" y="700"/>
                </a:lnTo>
                <a:lnTo>
                  <a:pt x="524" y="700"/>
                </a:lnTo>
                <a:lnTo>
                  <a:pt x="524" y="699"/>
                </a:lnTo>
                <a:lnTo>
                  <a:pt x="525" y="699"/>
                </a:lnTo>
                <a:lnTo>
                  <a:pt x="524" y="698"/>
                </a:lnTo>
                <a:lnTo>
                  <a:pt x="523" y="699"/>
                </a:lnTo>
                <a:lnTo>
                  <a:pt x="522" y="699"/>
                </a:lnTo>
                <a:lnTo>
                  <a:pt x="521" y="699"/>
                </a:lnTo>
                <a:lnTo>
                  <a:pt x="521" y="698"/>
                </a:lnTo>
                <a:lnTo>
                  <a:pt x="520" y="698"/>
                </a:lnTo>
                <a:lnTo>
                  <a:pt x="520" y="699"/>
                </a:lnTo>
                <a:lnTo>
                  <a:pt x="519" y="699"/>
                </a:lnTo>
                <a:lnTo>
                  <a:pt x="518" y="699"/>
                </a:lnTo>
                <a:lnTo>
                  <a:pt x="518" y="698"/>
                </a:lnTo>
                <a:lnTo>
                  <a:pt x="518" y="697"/>
                </a:lnTo>
                <a:lnTo>
                  <a:pt x="518" y="698"/>
                </a:lnTo>
                <a:lnTo>
                  <a:pt x="517" y="698"/>
                </a:lnTo>
                <a:lnTo>
                  <a:pt x="516" y="698"/>
                </a:lnTo>
                <a:lnTo>
                  <a:pt x="516" y="699"/>
                </a:lnTo>
                <a:lnTo>
                  <a:pt x="515" y="699"/>
                </a:lnTo>
                <a:lnTo>
                  <a:pt x="514" y="699"/>
                </a:lnTo>
                <a:lnTo>
                  <a:pt x="512" y="699"/>
                </a:lnTo>
                <a:lnTo>
                  <a:pt x="511" y="700"/>
                </a:lnTo>
                <a:lnTo>
                  <a:pt x="511" y="699"/>
                </a:lnTo>
                <a:lnTo>
                  <a:pt x="510" y="699"/>
                </a:lnTo>
                <a:lnTo>
                  <a:pt x="510" y="698"/>
                </a:lnTo>
                <a:lnTo>
                  <a:pt x="509" y="698"/>
                </a:lnTo>
                <a:lnTo>
                  <a:pt x="508" y="697"/>
                </a:lnTo>
                <a:lnTo>
                  <a:pt x="507" y="697"/>
                </a:lnTo>
                <a:lnTo>
                  <a:pt x="506" y="697"/>
                </a:lnTo>
                <a:lnTo>
                  <a:pt x="505" y="696"/>
                </a:lnTo>
                <a:lnTo>
                  <a:pt x="504" y="696"/>
                </a:lnTo>
                <a:lnTo>
                  <a:pt x="504" y="695"/>
                </a:lnTo>
                <a:lnTo>
                  <a:pt x="503" y="695"/>
                </a:lnTo>
                <a:lnTo>
                  <a:pt x="503" y="696"/>
                </a:lnTo>
                <a:lnTo>
                  <a:pt x="503" y="697"/>
                </a:lnTo>
                <a:lnTo>
                  <a:pt x="502" y="697"/>
                </a:lnTo>
                <a:lnTo>
                  <a:pt x="501" y="697"/>
                </a:lnTo>
                <a:lnTo>
                  <a:pt x="501" y="696"/>
                </a:lnTo>
                <a:lnTo>
                  <a:pt x="500" y="696"/>
                </a:lnTo>
                <a:lnTo>
                  <a:pt x="500" y="697"/>
                </a:lnTo>
                <a:lnTo>
                  <a:pt x="499" y="697"/>
                </a:lnTo>
                <a:lnTo>
                  <a:pt x="497" y="697"/>
                </a:lnTo>
                <a:lnTo>
                  <a:pt x="497" y="696"/>
                </a:lnTo>
                <a:lnTo>
                  <a:pt x="496" y="695"/>
                </a:lnTo>
                <a:lnTo>
                  <a:pt x="496" y="694"/>
                </a:lnTo>
                <a:lnTo>
                  <a:pt x="496" y="693"/>
                </a:lnTo>
                <a:lnTo>
                  <a:pt x="496" y="692"/>
                </a:lnTo>
                <a:lnTo>
                  <a:pt x="495" y="691"/>
                </a:lnTo>
                <a:lnTo>
                  <a:pt x="495" y="690"/>
                </a:lnTo>
                <a:lnTo>
                  <a:pt x="494" y="690"/>
                </a:lnTo>
                <a:lnTo>
                  <a:pt x="493" y="690"/>
                </a:lnTo>
                <a:lnTo>
                  <a:pt x="492" y="691"/>
                </a:lnTo>
                <a:lnTo>
                  <a:pt x="491" y="691"/>
                </a:lnTo>
                <a:lnTo>
                  <a:pt x="490" y="690"/>
                </a:lnTo>
                <a:lnTo>
                  <a:pt x="490" y="689"/>
                </a:lnTo>
                <a:lnTo>
                  <a:pt x="489" y="689"/>
                </a:lnTo>
                <a:lnTo>
                  <a:pt x="488" y="689"/>
                </a:lnTo>
                <a:lnTo>
                  <a:pt x="487" y="689"/>
                </a:lnTo>
                <a:lnTo>
                  <a:pt x="487" y="688"/>
                </a:lnTo>
                <a:lnTo>
                  <a:pt x="486" y="688"/>
                </a:lnTo>
                <a:lnTo>
                  <a:pt x="486" y="687"/>
                </a:lnTo>
                <a:lnTo>
                  <a:pt x="486" y="686"/>
                </a:lnTo>
                <a:lnTo>
                  <a:pt x="485" y="686"/>
                </a:lnTo>
                <a:lnTo>
                  <a:pt x="485" y="685"/>
                </a:lnTo>
                <a:lnTo>
                  <a:pt x="484" y="685"/>
                </a:lnTo>
                <a:lnTo>
                  <a:pt x="483" y="685"/>
                </a:lnTo>
                <a:lnTo>
                  <a:pt x="483" y="684"/>
                </a:lnTo>
                <a:lnTo>
                  <a:pt x="484" y="684"/>
                </a:lnTo>
                <a:lnTo>
                  <a:pt x="485" y="684"/>
                </a:lnTo>
                <a:lnTo>
                  <a:pt x="485" y="683"/>
                </a:lnTo>
                <a:lnTo>
                  <a:pt x="485" y="682"/>
                </a:lnTo>
                <a:lnTo>
                  <a:pt x="484" y="682"/>
                </a:lnTo>
                <a:lnTo>
                  <a:pt x="483" y="682"/>
                </a:lnTo>
                <a:lnTo>
                  <a:pt x="482" y="681"/>
                </a:lnTo>
                <a:lnTo>
                  <a:pt x="481" y="681"/>
                </a:lnTo>
                <a:lnTo>
                  <a:pt x="481" y="680"/>
                </a:lnTo>
                <a:lnTo>
                  <a:pt x="482" y="680"/>
                </a:lnTo>
                <a:lnTo>
                  <a:pt x="481" y="680"/>
                </a:lnTo>
                <a:lnTo>
                  <a:pt x="480" y="679"/>
                </a:lnTo>
                <a:lnTo>
                  <a:pt x="481" y="679"/>
                </a:lnTo>
                <a:lnTo>
                  <a:pt x="481" y="678"/>
                </a:lnTo>
                <a:lnTo>
                  <a:pt x="480" y="678"/>
                </a:lnTo>
                <a:lnTo>
                  <a:pt x="480" y="677"/>
                </a:lnTo>
                <a:lnTo>
                  <a:pt x="479" y="677"/>
                </a:lnTo>
                <a:lnTo>
                  <a:pt x="478" y="677"/>
                </a:lnTo>
                <a:lnTo>
                  <a:pt x="477" y="677"/>
                </a:lnTo>
                <a:lnTo>
                  <a:pt x="476" y="677"/>
                </a:lnTo>
                <a:lnTo>
                  <a:pt x="476" y="676"/>
                </a:lnTo>
                <a:lnTo>
                  <a:pt x="477" y="676"/>
                </a:lnTo>
                <a:lnTo>
                  <a:pt x="476" y="675"/>
                </a:lnTo>
                <a:lnTo>
                  <a:pt x="475" y="675"/>
                </a:lnTo>
                <a:lnTo>
                  <a:pt x="474" y="674"/>
                </a:lnTo>
                <a:lnTo>
                  <a:pt x="473" y="674"/>
                </a:lnTo>
                <a:lnTo>
                  <a:pt x="472" y="673"/>
                </a:lnTo>
                <a:lnTo>
                  <a:pt x="472" y="672"/>
                </a:lnTo>
                <a:lnTo>
                  <a:pt x="472" y="671"/>
                </a:lnTo>
                <a:lnTo>
                  <a:pt x="471" y="671"/>
                </a:lnTo>
                <a:lnTo>
                  <a:pt x="471" y="670"/>
                </a:lnTo>
                <a:lnTo>
                  <a:pt x="470" y="670"/>
                </a:lnTo>
                <a:lnTo>
                  <a:pt x="470" y="669"/>
                </a:lnTo>
                <a:lnTo>
                  <a:pt x="469" y="669"/>
                </a:lnTo>
                <a:lnTo>
                  <a:pt x="469" y="670"/>
                </a:lnTo>
                <a:lnTo>
                  <a:pt x="468" y="670"/>
                </a:lnTo>
                <a:lnTo>
                  <a:pt x="468" y="671"/>
                </a:lnTo>
                <a:lnTo>
                  <a:pt x="469" y="672"/>
                </a:lnTo>
                <a:lnTo>
                  <a:pt x="468" y="672"/>
                </a:lnTo>
                <a:lnTo>
                  <a:pt x="468" y="673"/>
                </a:lnTo>
                <a:lnTo>
                  <a:pt x="468" y="674"/>
                </a:lnTo>
                <a:lnTo>
                  <a:pt x="465" y="674"/>
                </a:lnTo>
                <a:lnTo>
                  <a:pt x="465" y="675"/>
                </a:lnTo>
                <a:lnTo>
                  <a:pt x="464" y="676"/>
                </a:lnTo>
                <a:lnTo>
                  <a:pt x="463" y="677"/>
                </a:lnTo>
                <a:lnTo>
                  <a:pt x="462" y="677"/>
                </a:lnTo>
                <a:lnTo>
                  <a:pt x="461" y="677"/>
                </a:lnTo>
                <a:lnTo>
                  <a:pt x="460" y="677"/>
                </a:lnTo>
                <a:lnTo>
                  <a:pt x="459" y="677"/>
                </a:lnTo>
                <a:lnTo>
                  <a:pt x="458" y="677"/>
                </a:lnTo>
                <a:lnTo>
                  <a:pt x="458" y="676"/>
                </a:lnTo>
                <a:lnTo>
                  <a:pt x="457" y="676"/>
                </a:lnTo>
                <a:lnTo>
                  <a:pt x="456" y="676"/>
                </a:lnTo>
                <a:lnTo>
                  <a:pt x="456" y="677"/>
                </a:lnTo>
                <a:lnTo>
                  <a:pt x="456" y="678"/>
                </a:lnTo>
                <a:lnTo>
                  <a:pt x="456" y="680"/>
                </a:lnTo>
                <a:lnTo>
                  <a:pt x="455" y="680"/>
                </a:lnTo>
                <a:lnTo>
                  <a:pt x="454" y="681"/>
                </a:lnTo>
                <a:lnTo>
                  <a:pt x="453" y="681"/>
                </a:lnTo>
                <a:lnTo>
                  <a:pt x="453" y="680"/>
                </a:lnTo>
                <a:lnTo>
                  <a:pt x="452" y="680"/>
                </a:lnTo>
                <a:lnTo>
                  <a:pt x="452" y="679"/>
                </a:lnTo>
                <a:lnTo>
                  <a:pt x="451" y="679"/>
                </a:lnTo>
                <a:lnTo>
                  <a:pt x="451" y="678"/>
                </a:lnTo>
                <a:lnTo>
                  <a:pt x="451" y="677"/>
                </a:lnTo>
                <a:lnTo>
                  <a:pt x="450" y="677"/>
                </a:lnTo>
                <a:lnTo>
                  <a:pt x="450" y="678"/>
                </a:lnTo>
                <a:lnTo>
                  <a:pt x="449" y="678"/>
                </a:lnTo>
                <a:lnTo>
                  <a:pt x="449" y="679"/>
                </a:lnTo>
                <a:lnTo>
                  <a:pt x="449" y="680"/>
                </a:lnTo>
                <a:lnTo>
                  <a:pt x="448" y="681"/>
                </a:lnTo>
                <a:lnTo>
                  <a:pt x="449" y="682"/>
                </a:lnTo>
                <a:lnTo>
                  <a:pt x="449" y="683"/>
                </a:lnTo>
                <a:lnTo>
                  <a:pt x="448" y="684"/>
                </a:lnTo>
                <a:lnTo>
                  <a:pt x="448" y="685"/>
                </a:lnTo>
                <a:lnTo>
                  <a:pt x="447" y="685"/>
                </a:lnTo>
                <a:lnTo>
                  <a:pt x="446" y="685"/>
                </a:lnTo>
                <a:lnTo>
                  <a:pt x="446" y="684"/>
                </a:lnTo>
                <a:lnTo>
                  <a:pt x="445" y="684"/>
                </a:lnTo>
                <a:lnTo>
                  <a:pt x="444" y="684"/>
                </a:lnTo>
                <a:lnTo>
                  <a:pt x="443" y="684"/>
                </a:lnTo>
                <a:lnTo>
                  <a:pt x="442" y="685"/>
                </a:lnTo>
                <a:lnTo>
                  <a:pt x="441" y="685"/>
                </a:lnTo>
                <a:lnTo>
                  <a:pt x="441" y="686"/>
                </a:lnTo>
                <a:lnTo>
                  <a:pt x="441" y="687"/>
                </a:lnTo>
                <a:lnTo>
                  <a:pt x="440" y="687"/>
                </a:lnTo>
                <a:lnTo>
                  <a:pt x="439" y="686"/>
                </a:lnTo>
                <a:lnTo>
                  <a:pt x="438" y="686"/>
                </a:lnTo>
                <a:lnTo>
                  <a:pt x="437" y="686"/>
                </a:lnTo>
                <a:lnTo>
                  <a:pt x="436" y="686"/>
                </a:lnTo>
                <a:lnTo>
                  <a:pt x="434" y="686"/>
                </a:lnTo>
                <a:lnTo>
                  <a:pt x="433" y="686"/>
                </a:lnTo>
                <a:lnTo>
                  <a:pt x="432" y="686"/>
                </a:lnTo>
                <a:lnTo>
                  <a:pt x="432" y="687"/>
                </a:lnTo>
                <a:lnTo>
                  <a:pt x="431" y="687"/>
                </a:lnTo>
                <a:lnTo>
                  <a:pt x="430" y="688"/>
                </a:lnTo>
                <a:lnTo>
                  <a:pt x="430" y="689"/>
                </a:lnTo>
                <a:lnTo>
                  <a:pt x="431" y="689"/>
                </a:lnTo>
                <a:lnTo>
                  <a:pt x="431" y="690"/>
                </a:lnTo>
                <a:lnTo>
                  <a:pt x="431" y="691"/>
                </a:lnTo>
                <a:lnTo>
                  <a:pt x="431" y="692"/>
                </a:lnTo>
                <a:lnTo>
                  <a:pt x="430" y="692"/>
                </a:lnTo>
                <a:lnTo>
                  <a:pt x="429" y="692"/>
                </a:lnTo>
                <a:lnTo>
                  <a:pt x="428" y="692"/>
                </a:lnTo>
                <a:lnTo>
                  <a:pt x="428" y="693"/>
                </a:lnTo>
                <a:lnTo>
                  <a:pt x="427" y="694"/>
                </a:lnTo>
                <a:lnTo>
                  <a:pt x="426" y="694"/>
                </a:lnTo>
                <a:lnTo>
                  <a:pt x="425" y="693"/>
                </a:lnTo>
                <a:lnTo>
                  <a:pt x="424" y="693"/>
                </a:lnTo>
                <a:lnTo>
                  <a:pt x="423" y="692"/>
                </a:lnTo>
                <a:lnTo>
                  <a:pt x="423" y="691"/>
                </a:lnTo>
                <a:lnTo>
                  <a:pt x="422" y="691"/>
                </a:lnTo>
                <a:lnTo>
                  <a:pt x="421" y="691"/>
                </a:lnTo>
                <a:lnTo>
                  <a:pt x="419" y="690"/>
                </a:lnTo>
                <a:lnTo>
                  <a:pt x="419" y="691"/>
                </a:lnTo>
                <a:lnTo>
                  <a:pt x="418" y="691"/>
                </a:lnTo>
                <a:lnTo>
                  <a:pt x="418" y="692"/>
                </a:lnTo>
                <a:lnTo>
                  <a:pt x="417" y="692"/>
                </a:lnTo>
                <a:lnTo>
                  <a:pt x="417" y="693"/>
                </a:lnTo>
                <a:lnTo>
                  <a:pt x="415" y="693"/>
                </a:lnTo>
                <a:lnTo>
                  <a:pt x="415" y="692"/>
                </a:lnTo>
                <a:lnTo>
                  <a:pt x="414" y="692"/>
                </a:lnTo>
                <a:lnTo>
                  <a:pt x="414" y="691"/>
                </a:lnTo>
                <a:lnTo>
                  <a:pt x="413" y="691"/>
                </a:lnTo>
                <a:lnTo>
                  <a:pt x="412" y="691"/>
                </a:lnTo>
                <a:lnTo>
                  <a:pt x="412" y="690"/>
                </a:lnTo>
                <a:lnTo>
                  <a:pt x="411" y="690"/>
                </a:lnTo>
                <a:lnTo>
                  <a:pt x="411" y="689"/>
                </a:lnTo>
                <a:lnTo>
                  <a:pt x="410" y="689"/>
                </a:lnTo>
                <a:lnTo>
                  <a:pt x="409" y="689"/>
                </a:lnTo>
                <a:lnTo>
                  <a:pt x="408" y="689"/>
                </a:lnTo>
                <a:lnTo>
                  <a:pt x="407" y="690"/>
                </a:lnTo>
                <a:lnTo>
                  <a:pt x="406" y="691"/>
                </a:lnTo>
                <a:lnTo>
                  <a:pt x="407" y="691"/>
                </a:lnTo>
                <a:lnTo>
                  <a:pt x="406" y="691"/>
                </a:lnTo>
                <a:lnTo>
                  <a:pt x="405" y="690"/>
                </a:lnTo>
                <a:lnTo>
                  <a:pt x="404" y="690"/>
                </a:lnTo>
                <a:lnTo>
                  <a:pt x="403" y="690"/>
                </a:lnTo>
                <a:lnTo>
                  <a:pt x="402" y="690"/>
                </a:lnTo>
                <a:lnTo>
                  <a:pt x="402" y="691"/>
                </a:lnTo>
                <a:lnTo>
                  <a:pt x="401" y="691"/>
                </a:lnTo>
                <a:lnTo>
                  <a:pt x="401" y="690"/>
                </a:lnTo>
                <a:lnTo>
                  <a:pt x="401" y="689"/>
                </a:lnTo>
                <a:lnTo>
                  <a:pt x="402" y="689"/>
                </a:lnTo>
                <a:lnTo>
                  <a:pt x="402" y="688"/>
                </a:lnTo>
                <a:lnTo>
                  <a:pt x="401" y="688"/>
                </a:lnTo>
                <a:lnTo>
                  <a:pt x="401" y="687"/>
                </a:lnTo>
                <a:lnTo>
                  <a:pt x="401" y="686"/>
                </a:lnTo>
                <a:lnTo>
                  <a:pt x="400" y="686"/>
                </a:lnTo>
                <a:lnTo>
                  <a:pt x="399" y="685"/>
                </a:lnTo>
                <a:lnTo>
                  <a:pt x="399" y="684"/>
                </a:lnTo>
                <a:lnTo>
                  <a:pt x="399" y="683"/>
                </a:lnTo>
                <a:lnTo>
                  <a:pt x="398" y="683"/>
                </a:lnTo>
                <a:lnTo>
                  <a:pt x="398" y="682"/>
                </a:lnTo>
                <a:lnTo>
                  <a:pt x="397" y="682"/>
                </a:lnTo>
                <a:lnTo>
                  <a:pt x="396" y="682"/>
                </a:lnTo>
                <a:lnTo>
                  <a:pt x="395" y="682"/>
                </a:lnTo>
                <a:lnTo>
                  <a:pt x="394" y="681"/>
                </a:lnTo>
                <a:lnTo>
                  <a:pt x="393" y="680"/>
                </a:lnTo>
                <a:lnTo>
                  <a:pt x="392" y="681"/>
                </a:lnTo>
                <a:lnTo>
                  <a:pt x="391" y="680"/>
                </a:lnTo>
                <a:lnTo>
                  <a:pt x="390" y="680"/>
                </a:lnTo>
                <a:lnTo>
                  <a:pt x="389" y="679"/>
                </a:lnTo>
                <a:lnTo>
                  <a:pt x="388" y="679"/>
                </a:lnTo>
                <a:lnTo>
                  <a:pt x="387" y="680"/>
                </a:lnTo>
                <a:lnTo>
                  <a:pt x="386" y="680"/>
                </a:lnTo>
                <a:lnTo>
                  <a:pt x="385" y="680"/>
                </a:lnTo>
                <a:lnTo>
                  <a:pt x="384" y="680"/>
                </a:lnTo>
                <a:lnTo>
                  <a:pt x="383" y="680"/>
                </a:lnTo>
                <a:lnTo>
                  <a:pt x="382" y="680"/>
                </a:lnTo>
                <a:lnTo>
                  <a:pt x="382" y="682"/>
                </a:lnTo>
                <a:lnTo>
                  <a:pt x="381" y="682"/>
                </a:lnTo>
                <a:lnTo>
                  <a:pt x="380" y="682"/>
                </a:lnTo>
                <a:lnTo>
                  <a:pt x="381" y="682"/>
                </a:lnTo>
                <a:lnTo>
                  <a:pt x="381" y="683"/>
                </a:lnTo>
                <a:lnTo>
                  <a:pt x="381" y="684"/>
                </a:lnTo>
                <a:lnTo>
                  <a:pt x="380" y="684"/>
                </a:lnTo>
                <a:lnTo>
                  <a:pt x="380" y="685"/>
                </a:lnTo>
                <a:lnTo>
                  <a:pt x="379" y="685"/>
                </a:lnTo>
                <a:lnTo>
                  <a:pt x="378" y="686"/>
                </a:lnTo>
                <a:lnTo>
                  <a:pt x="377" y="686"/>
                </a:lnTo>
                <a:lnTo>
                  <a:pt x="377" y="687"/>
                </a:lnTo>
                <a:lnTo>
                  <a:pt x="376" y="687"/>
                </a:lnTo>
                <a:lnTo>
                  <a:pt x="375" y="687"/>
                </a:lnTo>
                <a:lnTo>
                  <a:pt x="375" y="688"/>
                </a:lnTo>
                <a:lnTo>
                  <a:pt x="374" y="689"/>
                </a:lnTo>
                <a:lnTo>
                  <a:pt x="373" y="688"/>
                </a:lnTo>
                <a:lnTo>
                  <a:pt x="372" y="689"/>
                </a:lnTo>
                <a:lnTo>
                  <a:pt x="372" y="690"/>
                </a:lnTo>
                <a:lnTo>
                  <a:pt x="371" y="690"/>
                </a:lnTo>
                <a:lnTo>
                  <a:pt x="371" y="689"/>
                </a:lnTo>
                <a:lnTo>
                  <a:pt x="370" y="689"/>
                </a:lnTo>
                <a:lnTo>
                  <a:pt x="370" y="688"/>
                </a:lnTo>
                <a:lnTo>
                  <a:pt x="370" y="687"/>
                </a:lnTo>
                <a:lnTo>
                  <a:pt x="369" y="687"/>
                </a:lnTo>
                <a:lnTo>
                  <a:pt x="368" y="687"/>
                </a:lnTo>
                <a:lnTo>
                  <a:pt x="367" y="687"/>
                </a:lnTo>
                <a:lnTo>
                  <a:pt x="367" y="686"/>
                </a:lnTo>
                <a:lnTo>
                  <a:pt x="367" y="685"/>
                </a:lnTo>
                <a:lnTo>
                  <a:pt x="367" y="684"/>
                </a:lnTo>
                <a:lnTo>
                  <a:pt x="366" y="684"/>
                </a:lnTo>
                <a:lnTo>
                  <a:pt x="366" y="683"/>
                </a:lnTo>
                <a:lnTo>
                  <a:pt x="366" y="682"/>
                </a:lnTo>
                <a:lnTo>
                  <a:pt x="365" y="681"/>
                </a:lnTo>
                <a:lnTo>
                  <a:pt x="364" y="681"/>
                </a:lnTo>
                <a:lnTo>
                  <a:pt x="363" y="682"/>
                </a:lnTo>
                <a:lnTo>
                  <a:pt x="362" y="682"/>
                </a:lnTo>
                <a:lnTo>
                  <a:pt x="361" y="682"/>
                </a:lnTo>
                <a:lnTo>
                  <a:pt x="361" y="683"/>
                </a:lnTo>
                <a:lnTo>
                  <a:pt x="360" y="683"/>
                </a:lnTo>
                <a:lnTo>
                  <a:pt x="359" y="683"/>
                </a:lnTo>
                <a:lnTo>
                  <a:pt x="359" y="684"/>
                </a:lnTo>
                <a:lnTo>
                  <a:pt x="359" y="685"/>
                </a:lnTo>
                <a:lnTo>
                  <a:pt x="358" y="684"/>
                </a:lnTo>
                <a:lnTo>
                  <a:pt x="358" y="683"/>
                </a:lnTo>
                <a:lnTo>
                  <a:pt x="357" y="683"/>
                </a:lnTo>
                <a:lnTo>
                  <a:pt x="357" y="682"/>
                </a:lnTo>
                <a:lnTo>
                  <a:pt x="356" y="681"/>
                </a:lnTo>
                <a:lnTo>
                  <a:pt x="355" y="681"/>
                </a:lnTo>
                <a:lnTo>
                  <a:pt x="355" y="680"/>
                </a:lnTo>
                <a:lnTo>
                  <a:pt x="354" y="680"/>
                </a:lnTo>
                <a:lnTo>
                  <a:pt x="353" y="680"/>
                </a:lnTo>
                <a:lnTo>
                  <a:pt x="352" y="680"/>
                </a:lnTo>
                <a:lnTo>
                  <a:pt x="352" y="679"/>
                </a:lnTo>
                <a:lnTo>
                  <a:pt x="352" y="678"/>
                </a:lnTo>
                <a:lnTo>
                  <a:pt x="353" y="677"/>
                </a:lnTo>
                <a:lnTo>
                  <a:pt x="352" y="677"/>
                </a:lnTo>
                <a:lnTo>
                  <a:pt x="352" y="676"/>
                </a:lnTo>
                <a:lnTo>
                  <a:pt x="351" y="676"/>
                </a:lnTo>
                <a:lnTo>
                  <a:pt x="352" y="676"/>
                </a:lnTo>
                <a:lnTo>
                  <a:pt x="352" y="675"/>
                </a:lnTo>
                <a:lnTo>
                  <a:pt x="351" y="675"/>
                </a:lnTo>
                <a:lnTo>
                  <a:pt x="350" y="675"/>
                </a:lnTo>
                <a:lnTo>
                  <a:pt x="349" y="675"/>
                </a:lnTo>
                <a:lnTo>
                  <a:pt x="348" y="675"/>
                </a:lnTo>
                <a:lnTo>
                  <a:pt x="348" y="674"/>
                </a:lnTo>
                <a:lnTo>
                  <a:pt x="347" y="674"/>
                </a:lnTo>
                <a:lnTo>
                  <a:pt x="347" y="673"/>
                </a:lnTo>
                <a:lnTo>
                  <a:pt x="347" y="672"/>
                </a:lnTo>
                <a:lnTo>
                  <a:pt x="347" y="671"/>
                </a:lnTo>
                <a:lnTo>
                  <a:pt x="346" y="671"/>
                </a:lnTo>
                <a:lnTo>
                  <a:pt x="345" y="671"/>
                </a:lnTo>
                <a:lnTo>
                  <a:pt x="344" y="671"/>
                </a:lnTo>
                <a:lnTo>
                  <a:pt x="343" y="671"/>
                </a:lnTo>
                <a:lnTo>
                  <a:pt x="342" y="671"/>
                </a:lnTo>
                <a:lnTo>
                  <a:pt x="342" y="670"/>
                </a:lnTo>
                <a:lnTo>
                  <a:pt x="341" y="670"/>
                </a:lnTo>
                <a:lnTo>
                  <a:pt x="340" y="670"/>
                </a:lnTo>
                <a:lnTo>
                  <a:pt x="339" y="670"/>
                </a:lnTo>
                <a:lnTo>
                  <a:pt x="339" y="671"/>
                </a:lnTo>
                <a:lnTo>
                  <a:pt x="339" y="672"/>
                </a:lnTo>
                <a:lnTo>
                  <a:pt x="339" y="673"/>
                </a:lnTo>
                <a:lnTo>
                  <a:pt x="338" y="673"/>
                </a:lnTo>
                <a:lnTo>
                  <a:pt x="337" y="673"/>
                </a:lnTo>
                <a:lnTo>
                  <a:pt x="336" y="673"/>
                </a:lnTo>
                <a:lnTo>
                  <a:pt x="335" y="672"/>
                </a:lnTo>
                <a:lnTo>
                  <a:pt x="335" y="673"/>
                </a:lnTo>
                <a:lnTo>
                  <a:pt x="334" y="673"/>
                </a:lnTo>
                <a:lnTo>
                  <a:pt x="333" y="673"/>
                </a:lnTo>
                <a:lnTo>
                  <a:pt x="332" y="673"/>
                </a:lnTo>
                <a:lnTo>
                  <a:pt x="332" y="674"/>
                </a:lnTo>
                <a:lnTo>
                  <a:pt x="331" y="674"/>
                </a:lnTo>
                <a:lnTo>
                  <a:pt x="330" y="674"/>
                </a:lnTo>
                <a:lnTo>
                  <a:pt x="329" y="673"/>
                </a:lnTo>
                <a:lnTo>
                  <a:pt x="329" y="672"/>
                </a:lnTo>
                <a:lnTo>
                  <a:pt x="329" y="671"/>
                </a:lnTo>
                <a:lnTo>
                  <a:pt x="328" y="671"/>
                </a:lnTo>
                <a:lnTo>
                  <a:pt x="328" y="670"/>
                </a:lnTo>
                <a:lnTo>
                  <a:pt x="328" y="669"/>
                </a:lnTo>
                <a:lnTo>
                  <a:pt x="328" y="668"/>
                </a:lnTo>
                <a:lnTo>
                  <a:pt x="328" y="667"/>
                </a:lnTo>
                <a:lnTo>
                  <a:pt x="327" y="667"/>
                </a:lnTo>
                <a:lnTo>
                  <a:pt x="326" y="667"/>
                </a:lnTo>
                <a:lnTo>
                  <a:pt x="326" y="666"/>
                </a:lnTo>
                <a:lnTo>
                  <a:pt x="327" y="666"/>
                </a:lnTo>
                <a:lnTo>
                  <a:pt x="326" y="665"/>
                </a:lnTo>
                <a:lnTo>
                  <a:pt x="326" y="664"/>
                </a:lnTo>
                <a:lnTo>
                  <a:pt x="326" y="663"/>
                </a:lnTo>
                <a:lnTo>
                  <a:pt x="325" y="663"/>
                </a:lnTo>
                <a:lnTo>
                  <a:pt x="324" y="663"/>
                </a:lnTo>
                <a:lnTo>
                  <a:pt x="323" y="663"/>
                </a:lnTo>
                <a:lnTo>
                  <a:pt x="323" y="664"/>
                </a:lnTo>
                <a:lnTo>
                  <a:pt x="323" y="665"/>
                </a:lnTo>
                <a:lnTo>
                  <a:pt x="322" y="665"/>
                </a:lnTo>
                <a:lnTo>
                  <a:pt x="321" y="665"/>
                </a:lnTo>
                <a:lnTo>
                  <a:pt x="321" y="666"/>
                </a:lnTo>
                <a:lnTo>
                  <a:pt x="321" y="665"/>
                </a:lnTo>
                <a:lnTo>
                  <a:pt x="320" y="665"/>
                </a:lnTo>
                <a:lnTo>
                  <a:pt x="319" y="665"/>
                </a:lnTo>
                <a:lnTo>
                  <a:pt x="318" y="665"/>
                </a:lnTo>
                <a:lnTo>
                  <a:pt x="318" y="666"/>
                </a:lnTo>
                <a:lnTo>
                  <a:pt x="317" y="666"/>
                </a:lnTo>
                <a:lnTo>
                  <a:pt x="316" y="666"/>
                </a:lnTo>
                <a:lnTo>
                  <a:pt x="315" y="666"/>
                </a:lnTo>
                <a:lnTo>
                  <a:pt x="314" y="666"/>
                </a:lnTo>
                <a:lnTo>
                  <a:pt x="313" y="666"/>
                </a:lnTo>
                <a:lnTo>
                  <a:pt x="313" y="667"/>
                </a:lnTo>
                <a:lnTo>
                  <a:pt x="312" y="667"/>
                </a:lnTo>
                <a:lnTo>
                  <a:pt x="312" y="666"/>
                </a:lnTo>
                <a:lnTo>
                  <a:pt x="311" y="666"/>
                </a:lnTo>
                <a:lnTo>
                  <a:pt x="310" y="666"/>
                </a:lnTo>
                <a:lnTo>
                  <a:pt x="310" y="665"/>
                </a:lnTo>
                <a:lnTo>
                  <a:pt x="309" y="665"/>
                </a:lnTo>
                <a:lnTo>
                  <a:pt x="309" y="664"/>
                </a:lnTo>
                <a:lnTo>
                  <a:pt x="308" y="664"/>
                </a:lnTo>
                <a:lnTo>
                  <a:pt x="307" y="664"/>
                </a:lnTo>
                <a:lnTo>
                  <a:pt x="306" y="664"/>
                </a:lnTo>
                <a:lnTo>
                  <a:pt x="305" y="665"/>
                </a:lnTo>
                <a:lnTo>
                  <a:pt x="305" y="664"/>
                </a:lnTo>
                <a:lnTo>
                  <a:pt x="304" y="664"/>
                </a:lnTo>
                <a:lnTo>
                  <a:pt x="303" y="664"/>
                </a:lnTo>
                <a:lnTo>
                  <a:pt x="303" y="663"/>
                </a:lnTo>
                <a:lnTo>
                  <a:pt x="302" y="663"/>
                </a:lnTo>
                <a:lnTo>
                  <a:pt x="302" y="662"/>
                </a:lnTo>
                <a:lnTo>
                  <a:pt x="301" y="663"/>
                </a:lnTo>
                <a:lnTo>
                  <a:pt x="301" y="662"/>
                </a:lnTo>
                <a:lnTo>
                  <a:pt x="300" y="662"/>
                </a:lnTo>
                <a:lnTo>
                  <a:pt x="299" y="662"/>
                </a:lnTo>
                <a:lnTo>
                  <a:pt x="298" y="662"/>
                </a:lnTo>
                <a:lnTo>
                  <a:pt x="298" y="661"/>
                </a:lnTo>
                <a:lnTo>
                  <a:pt x="297" y="661"/>
                </a:lnTo>
                <a:lnTo>
                  <a:pt x="297" y="660"/>
                </a:lnTo>
                <a:lnTo>
                  <a:pt x="296" y="660"/>
                </a:lnTo>
                <a:lnTo>
                  <a:pt x="295" y="661"/>
                </a:lnTo>
                <a:lnTo>
                  <a:pt x="295" y="662"/>
                </a:lnTo>
                <a:lnTo>
                  <a:pt x="295" y="663"/>
                </a:lnTo>
                <a:lnTo>
                  <a:pt x="294" y="664"/>
                </a:lnTo>
                <a:lnTo>
                  <a:pt x="293" y="664"/>
                </a:lnTo>
                <a:lnTo>
                  <a:pt x="293" y="665"/>
                </a:lnTo>
                <a:lnTo>
                  <a:pt x="292" y="665"/>
                </a:lnTo>
                <a:lnTo>
                  <a:pt x="291" y="665"/>
                </a:lnTo>
                <a:lnTo>
                  <a:pt x="291" y="664"/>
                </a:lnTo>
                <a:lnTo>
                  <a:pt x="290" y="664"/>
                </a:lnTo>
                <a:lnTo>
                  <a:pt x="289" y="664"/>
                </a:lnTo>
                <a:lnTo>
                  <a:pt x="289" y="663"/>
                </a:lnTo>
                <a:lnTo>
                  <a:pt x="288" y="663"/>
                </a:lnTo>
                <a:lnTo>
                  <a:pt x="288" y="662"/>
                </a:lnTo>
                <a:lnTo>
                  <a:pt x="288" y="663"/>
                </a:lnTo>
                <a:lnTo>
                  <a:pt x="287" y="663"/>
                </a:lnTo>
                <a:lnTo>
                  <a:pt x="286" y="663"/>
                </a:lnTo>
                <a:lnTo>
                  <a:pt x="285" y="664"/>
                </a:lnTo>
                <a:lnTo>
                  <a:pt x="284" y="664"/>
                </a:lnTo>
                <a:lnTo>
                  <a:pt x="284" y="663"/>
                </a:lnTo>
                <a:lnTo>
                  <a:pt x="283" y="663"/>
                </a:lnTo>
                <a:lnTo>
                  <a:pt x="282" y="663"/>
                </a:lnTo>
                <a:lnTo>
                  <a:pt x="281" y="663"/>
                </a:lnTo>
                <a:lnTo>
                  <a:pt x="280" y="662"/>
                </a:lnTo>
                <a:lnTo>
                  <a:pt x="280" y="663"/>
                </a:lnTo>
                <a:lnTo>
                  <a:pt x="279" y="663"/>
                </a:lnTo>
                <a:lnTo>
                  <a:pt x="279" y="662"/>
                </a:lnTo>
                <a:lnTo>
                  <a:pt x="278" y="662"/>
                </a:lnTo>
                <a:lnTo>
                  <a:pt x="278" y="663"/>
                </a:lnTo>
                <a:lnTo>
                  <a:pt x="278" y="662"/>
                </a:lnTo>
                <a:lnTo>
                  <a:pt x="277" y="662"/>
                </a:lnTo>
                <a:lnTo>
                  <a:pt x="276" y="661"/>
                </a:lnTo>
                <a:lnTo>
                  <a:pt x="276" y="660"/>
                </a:lnTo>
                <a:lnTo>
                  <a:pt x="275" y="660"/>
                </a:lnTo>
                <a:lnTo>
                  <a:pt x="274" y="661"/>
                </a:lnTo>
                <a:lnTo>
                  <a:pt x="273" y="661"/>
                </a:lnTo>
                <a:lnTo>
                  <a:pt x="272" y="661"/>
                </a:lnTo>
                <a:lnTo>
                  <a:pt x="272" y="662"/>
                </a:lnTo>
                <a:lnTo>
                  <a:pt x="271" y="662"/>
                </a:lnTo>
                <a:lnTo>
                  <a:pt x="272" y="662"/>
                </a:lnTo>
                <a:lnTo>
                  <a:pt x="271" y="662"/>
                </a:lnTo>
                <a:lnTo>
                  <a:pt x="270" y="662"/>
                </a:lnTo>
                <a:lnTo>
                  <a:pt x="269" y="662"/>
                </a:lnTo>
                <a:lnTo>
                  <a:pt x="269" y="661"/>
                </a:lnTo>
                <a:lnTo>
                  <a:pt x="268" y="661"/>
                </a:lnTo>
                <a:lnTo>
                  <a:pt x="266" y="660"/>
                </a:lnTo>
                <a:lnTo>
                  <a:pt x="266" y="661"/>
                </a:lnTo>
                <a:lnTo>
                  <a:pt x="266" y="662"/>
                </a:lnTo>
                <a:lnTo>
                  <a:pt x="266" y="663"/>
                </a:lnTo>
                <a:lnTo>
                  <a:pt x="265" y="663"/>
                </a:lnTo>
                <a:lnTo>
                  <a:pt x="264" y="663"/>
                </a:lnTo>
                <a:lnTo>
                  <a:pt x="264" y="662"/>
                </a:lnTo>
                <a:lnTo>
                  <a:pt x="263" y="662"/>
                </a:lnTo>
                <a:lnTo>
                  <a:pt x="262" y="662"/>
                </a:lnTo>
                <a:lnTo>
                  <a:pt x="261" y="662"/>
                </a:lnTo>
                <a:lnTo>
                  <a:pt x="261" y="663"/>
                </a:lnTo>
                <a:lnTo>
                  <a:pt x="260" y="663"/>
                </a:lnTo>
                <a:lnTo>
                  <a:pt x="260" y="664"/>
                </a:lnTo>
                <a:lnTo>
                  <a:pt x="259" y="664"/>
                </a:lnTo>
                <a:lnTo>
                  <a:pt x="258" y="665"/>
                </a:lnTo>
                <a:lnTo>
                  <a:pt x="257" y="665"/>
                </a:lnTo>
                <a:lnTo>
                  <a:pt x="257" y="664"/>
                </a:lnTo>
                <a:lnTo>
                  <a:pt x="256" y="664"/>
                </a:lnTo>
                <a:lnTo>
                  <a:pt x="255" y="663"/>
                </a:lnTo>
                <a:lnTo>
                  <a:pt x="254" y="663"/>
                </a:lnTo>
                <a:lnTo>
                  <a:pt x="253" y="662"/>
                </a:lnTo>
                <a:lnTo>
                  <a:pt x="252" y="662"/>
                </a:lnTo>
                <a:lnTo>
                  <a:pt x="252" y="661"/>
                </a:lnTo>
                <a:lnTo>
                  <a:pt x="253" y="661"/>
                </a:lnTo>
                <a:lnTo>
                  <a:pt x="253" y="660"/>
                </a:lnTo>
                <a:lnTo>
                  <a:pt x="253" y="659"/>
                </a:lnTo>
                <a:lnTo>
                  <a:pt x="253" y="658"/>
                </a:lnTo>
                <a:lnTo>
                  <a:pt x="253" y="657"/>
                </a:lnTo>
                <a:lnTo>
                  <a:pt x="252" y="657"/>
                </a:lnTo>
                <a:lnTo>
                  <a:pt x="252" y="656"/>
                </a:lnTo>
                <a:lnTo>
                  <a:pt x="254" y="655"/>
                </a:lnTo>
                <a:lnTo>
                  <a:pt x="254" y="654"/>
                </a:lnTo>
                <a:lnTo>
                  <a:pt x="255" y="654"/>
                </a:lnTo>
                <a:lnTo>
                  <a:pt x="255" y="653"/>
                </a:lnTo>
                <a:lnTo>
                  <a:pt x="255" y="652"/>
                </a:lnTo>
                <a:lnTo>
                  <a:pt x="254" y="652"/>
                </a:lnTo>
                <a:lnTo>
                  <a:pt x="253" y="651"/>
                </a:lnTo>
                <a:lnTo>
                  <a:pt x="253" y="650"/>
                </a:lnTo>
                <a:lnTo>
                  <a:pt x="252" y="650"/>
                </a:lnTo>
                <a:lnTo>
                  <a:pt x="251" y="650"/>
                </a:lnTo>
                <a:lnTo>
                  <a:pt x="250" y="650"/>
                </a:lnTo>
                <a:lnTo>
                  <a:pt x="250" y="649"/>
                </a:lnTo>
                <a:lnTo>
                  <a:pt x="248" y="649"/>
                </a:lnTo>
                <a:lnTo>
                  <a:pt x="248" y="648"/>
                </a:lnTo>
                <a:lnTo>
                  <a:pt x="247" y="648"/>
                </a:lnTo>
                <a:lnTo>
                  <a:pt x="246" y="648"/>
                </a:lnTo>
                <a:lnTo>
                  <a:pt x="246" y="649"/>
                </a:lnTo>
                <a:lnTo>
                  <a:pt x="245" y="649"/>
                </a:lnTo>
                <a:lnTo>
                  <a:pt x="245" y="650"/>
                </a:lnTo>
                <a:lnTo>
                  <a:pt x="244" y="650"/>
                </a:lnTo>
                <a:lnTo>
                  <a:pt x="243" y="651"/>
                </a:lnTo>
                <a:lnTo>
                  <a:pt x="241" y="651"/>
                </a:lnTo>
                <a:lnTo>
                  <a:pt x="240" y="651"/>
                </a:lnTo>
                <a:lnTo>
                  <a:pt x="240" y="650"/>
                </a:lnTo>
                <a:lnTo>
                  <a:pt x="239" y="651"/>
                </a:lnTo>
                <a:lnTo>
                  <a:pt x="238" y="651"/>
                </a:lnTo>
                <a:lnTo>
                  <a:pt x="238" y="650"/>
                </a:lnTo>
                <a:lnTo>
                  <a:pt x="238" y="651"/>
                </a:lnTo>
                <a:lnTo>
                  <a:pt x="237" y="651"/>
                </a:lnTo>
                <a:lnTo>
                  <a:pt x="236" y="652"/>
                </a:lnTo>
                <a:lnTo>
                  <a:pt x="237" y="652"/>
                </a:lnTo>
                <a:lnTo>
                  <a:pt x="237" y="653"/>
                </a:lnTo>
                <a:lnTo>
                  <a:pt x="237" y="654"/>
                </a:lnTo>
                <a:lnTo>
                  <a:pt x="235" y="654"/>
                </a:lnTo>
                <a:lnTo>
                  <a:pt x="235" y="653"/>
                </a:lnTo>
                <a:lnTo>
                  <a:pt x="234" y="653"/>
                </a:lnTo>
                <a:lnTo>
                  <a:pt x="234" y="654"/>
                </a:lnTo>
                <a:lnTo>
                  <a:pt x="233" y="654"/>
                </a:lnTo>
                <a:lnTo>
                  <a:pt x="232" y="654"/>
                </a:lnTo>
                <a:lnTo>
                  <a:pt x="232" y="655"/>
                </a:lnTo>
                <a:lnTo>
                  <a:pt x="232" y="654"/>
                </a:lnTo>
                <a:lnTo>
                  <a:pt x="231" y="654"/>
                </a:lnTo>
                <a:lnTo>
                  <a:pt x="231" y="655"/>
                </a:lnTo>
                <a:lnTo>
                  <a:pt x="230" y="655"/>
                </a:lnTo>
                <a:lnTo>
                  <a:pt x="230" y="654"/>
                </a:lnTo>
                <a:lnTo>
                  <a:pt x="230" y="653"/>
                </a:lnTo>
                <a:lnTo>
                  <a:pt x="229" y="653"/>
                </a:lnTo>
                <a:lnTo>
                  <a:pt x="228" y="652"/>
                </a:lnTo>
                <a:lnTo>
                  <a:pt x="228" y="651"/>
                </a:lnTo>
                <a:lnTo>
                  <a:pt x="227" y="651"/>
                </a:lnTo>
                <a:lnTo>
                  <a:pt x="227" y="650"/>
                </a:lnTo>
                <a:lnTo>
                  <a:pt x="227" y="649"/>
                </a:lnTo>
                <a:lnTo>
                  <a:pt x="226" y="649"/>
                </a:lnTo>
                <a:lnTo>
                  <a:pt x="225" y="649"/>
                </a:lnTo>
                <a:lnTo>
                  <a:pt x="225" y="648"/>
                </a:lnTo>
                <a:lnTo>
                  <a:pt x="225" y="647"/>
                </a:lnTo>
                <a:lnTo>
                  <a:pt x="225" y="646"/>
                </a:lnTo>
                <a:lnTo>
                  <a:pt x="224" y="646"/>
                </a:lnTo>
                <a:lnTo>
                  <a:pt x="223" y="646"/>
                </a:lnTo>
                <a:lnTo>
                  <a:pt x="222" y="646"/>
                </a:lnTo>
                <a:lnTo>
                  <a:pt x="221" y="646"/>
                </a:lnTo>
                <a:lnTo>
                  <a:pt x="222" y="646"/>
                </a:lnTo>
                <a:lnTo>
                  <a:pt x="222" y="645"/>
                </a:lnTo>
                <a:lnTo>
                  <a:pt x="221" y="645"/>
                </a:lnTo>
                <a:lnTo>
                  <a:pt x="221" y="644"/>
                </a:lnTo>
                <a:lnTo>
                  <a:pt x="220" y="644"/>
                </a:lnTo>
                <a:lnTo>
                  <a:pt x="220" y="643"/>
                </a:lnTo>
                <a:lnTo>
                  <a:pt x="220" y="642"/>
                </a:lnTo>
                <a:lnTo>
                  <a:pt x="219" y="641"/>
                </a:lnTo>
                <a:lnTo>
                  <a:pt x="219" y="642"/>
                </a:lnTo>
                <a:lnTo>
                  <a:pt x="218" y="642"/>
                </a:lnTo>
                <a:lnTo>
                  <a:pt x="218" y="641"/>
                </a:lnTo>
                <a:lnTo>
                  <a:pt x="217" y="641"/>
                </a:lnTo>
                <a:lnTo>
                  <a:pt x="216" y="641"/>
                </a:lnTo>
                <a:lnTo>
                  <a:pt x="216" y="642"/>
                </a:lnTo>
                <a:lnTo>
                  <a:pt x="215" y="642"/>
                </a:lnTo>
                <a:lnTo>
                  <a:pt x="214" y="642"/>
                </a:lnTo>
                <a:lnTo>
                  <a:pt x="214" y="641"/>
                </a:lnTo>
                <a:lnTo>
                  <a:pt x="213" y="641"/>
                </a:lnTo>
                <a:lnTo>
                  <a:pt x="213" y="640"/>
                </a:lnTo>
                <a:lnTo>
                  <a:pt x="212" y="640"/>
                </a:lnTo>
                <a:lnTo>
                  <a:pt x="212" y="639"/>
                </a:lnTo>
                <a:lnTo>
                  <a:pt x="211" y="639"/>
                </a:lnTo>
                <a:lnTo>
                  <a:pt x="210" y="639"/>
                </a:lnTo>
                <a:lnTo>
                  <a:pt x="209" y="638"/>
                </a:lnTo>
                <a:lnTo>
                  <a:pt x="208" y="638"/>
                </a:lnTo>
                <a:lnTo>
                  <a:pt x="207" y="638"/>
                </a:lnTo>
                <a:lnTo>
                  <a:pt x="206" y="637"/>
                </a:lnTo>
                <a:lnTo>
                  <a:pt x="205" y="637"/>
                </a:lnTo>
                <a:lnTo>
                  <a:pt x="204" y="636"/>
                </a:lnTo>
                <a:lnTo>
                  <a:pt x="204" y="635"/>
                </a:lnTo>
                <a:lnTo>
                  <a:pt x="203" y="635"/>
                </a:lnTo>
                <a:lnTo>
                  <a:pt x="202" y="635"/>
                </a:lnTo>
                <a:lnTo>
                  <a:pt x="202" y="634"/>
                </a:lnTo>
                <a:lnTo>
                  <a:pt x="201" y="634"/>
                </a:lnTo>
                <a:lnTo>
                  <a:pt x="200" y="634"/>
                </a:lnTo>
                <a:lnTo>
                  <a:pt x="200" y="633"/>
                </a:lnTo>
                <a:lnTo>
                  <a:pt x="199" y="633"/>
                </a:lnTo>
                <a:lnTo>
                  <a:pt x="198" y="632"/>
                </a:lnTo>
                <a:lnTo>
                  <a:pt x="197" y="632"/>
                </a:lnTo>
                <a:lnTo>
                  <a:pt x="196" y="632"/>
                </a:lnTo>
                <a:lnTo>
                  <a:pt x="196" y="631"/>
                </a:lnTo>
                <a:lnTo>
                  <a:pt x="195" y="631"/>
                </a:lnTo>
                <a:lnTo>
                  <a:pt x="195" y="630"/>
                </a:lnTo>
                <a:lnTo>
                  <a:pt x="194" y="630"/>
                </a:lnTo>
                <a:lnTo>
                  <a:pt x="194" y="629"/>
                </a:lnTo>
                <a:lnTo>
                  <a:pt x="194" y="628"/>
                </a:lnTo>
                <a:lnTo>
                  <a:pt x="193" y="627"/>
                </a:lnTo>
                <a:lnTo>
                  <a:pt x="192" y="626"/>
                </a:lnTo>
                <a:lnTo>
                  <a:pt x="191" y="626"/>
                </a:lnTo>
                <a:lnTo>
                  <a:pt x="190" y="626"/>
                </a:lnTo>
                <a:lnTo>
                  <a:pt x="189" y="626"/>
                </a:lnTo>
                <a:lnTo>
                  <a:pt x="189" y="625"/>
                </a:lnTo>
                <a:lnTo>
                  <a:pt x="188" y="625"/>
                </a:lnTo>
                <a:lnTo>
                  <a:pt x="188" y="626"/>
                </a:lnTo>
                <a:lnTo>
                  <a:pt x="187" y="626"/>
                </a:lnTo>
                <a:lnTo>
                  <a:pt x="187" y="627"/>
                </a:lnTo>
                <a:lnTo>
                  <a:pt x="186" y="627"/>
                </a:lnTo>
                <a:lnTo>
                  <a:pt x="185" y="627"/>
                </a:lnTo>
                <a:lnTo>
                  <a:pt x="185" y="628"/>
                </a:lnTo>
                <a:lnTo>
                  <a:pt x="185" y="629"/>
                </a:lnTo>
                <a:lnTo>
                  <a:pt x="184" y="629"/>
                </a:lnTo>
                <a:lnTo>
                  <a:pt x="183" y="629"/>
                </a:lnTo>
                <a:lnTo>
                  <a:pt x="183" y="628"/>
                </a:lnTo>
                <a:lnTo>
                  <a:pt x="182" y="628"/>
                </a:lnTo>
                <a:lnTo>
                  <a:pt x="180" y="628"/>
                </a:lnTo>
                <a:lnTo>
                  <a:pt x="180" y="627"/>
                </a:lnTo>
                <a:lnTo>
                  <a:pt x="179" y="627"/>
                </a:lnTo>
                <a:lnTo>
                  <a:pt x="179" y="626"/>
                </a:lnTo>
                <a:lnTo>
                  <a:pt x="178" y="626"/>
                </a:lnTo>
                <a:lnTo>
                  <a:pt x="177" y="626"/>
                </a:lnTo>
                <a:lnTo>
                  <a:pt x="175" y="626"/>
                </a:lnTo>
                <a:lnTo>
                  <a:pt x="175" y="625"/>
                </a:lnTo>
                <a:lnTo>
                  <a:pt x="174" y="625"/>
                </a:lnTo>
                <a:lnTo>
                  <a:pt x="172" y="625"/>
                </a:lnTo>
                <a:lnTo>
                  <a:pt x="171" y="625"/>
                </a:lnTo>
                <a:lnTo>
                  <a:pt x="171" y="624"/>
                </a:lnTo>
                <a:lnTo>
                  <a:pt x="170" y="624"/>
                </a:lnTo>
                <a:lnTo>
                  <a:pt x="170" y="623"/>
                </a:lnTo>
                <a:lnTo>
                  <a:pt x="169" y="623"/>
                </a:lnTo>
                <a:lnTo>
                  <a:pt x="168" y="623"/>
                </a:lnTo>
                <a:lnTo>
                  <a:pt x="168" y="622"/>
                </a:lnTo>
                <a:lnTo>
                  <a:pt x="167" y="622"/>
                </a:lnTo>
                <a:lnTo>
                  <a:pt x="166" y="622"/>
                </a:lnTo>
                <a:lnTo>
                  <a:pt x="165" y="622"/>
                </a:lnTo>
                <a:lnTo>
                  <a:pt x="164" y="622"/>
                </a:lnTo>
                <a:lnTo>
                  <a:pt x="164" y="623"/>
                </a:lnTo>
                <a:lnTo>
                  <a:pt x="163" y="623"/>
                </a:lnTo>
                <a:lnTo>
                  <a:pt x="162" y="623"/>
                </a:lnTo>
                <a:lnTo>
                  <a:pt x="162" y="624"/>
                </a:lnTo>
                <a:lnTo>
                  <a:pt x="161" y="625"/>
                </a:lnTo>
                <a:lnTo>
                  <a:pt x="160" y="625"/>
                </a:lnTo>
                <a:lnTo>
                  <a:pt x="160" y="624"/>
                </a:lnTo>
                <a:lnTo>
                  <a:pt x="159" y="624"/>
                </a:lnTo>
                <a:lnTo>
                  <a:pt x="159" y="625"/>
                </a:lnTo>
                <a:lnTo>
                  <a:pt x="158" y="625"/>
                </a:lnTo>
                <a:lnTo>
                  <a:pt x="158" y="626"/>
                </a:lnTo>
                <a:lnTo>
                  <a:pt x="158" y="627"/>
                </a:lnTo>
                <a:lnTo>
                  <a:pt x="157" y="627"/>
                </a:lnTo>
                <a:lnTo>
                  <a:pt x="157" y="628"/>
                </a:lnTo>
                <a:lnTo>
                  <a:pt x="157" y="629"/>
                </a:lnTo>
                <a:lnTo>
                  <a:pt x="156" y="629"/>
                </a:lnTo>
                <a:lnTo>
                  <a:pt x="156" y="628"/>
                </a:lnTo>
                <a:lnTo>
                  <a:pt x="155" y="628"/>
                </a:lnTo>
                <a:lnTo>
                  <a:pt x="154" y="627"/>
                </a:lnTo>
                <a:lnTo>
                  <a:pt x="153" y="627"/>
                </a:lnTo>
                <a:lnTo>
                  <a:pt x="153" y="626"/>
                </a:lnTo>
                <a:lnTo>
                  <a:pt x="152" y="626"/>
                </a:lnTo>
                <a:lnTo>
                  <a:pt x="151" y="626"/>
                </a:lnTo>
                <a:lnTo>
                  <a:pt x="151" y="625"/>
                </a:lnTo>
                <a:lnTo>
                  <a:pt x="150" y="625"/>
                </a:lnTo>
                <a:lnTo>
                  <a:pt x="149" y="625"/>
                </a:lnTo>
                <a:lnTo>
                  <a:pt x="148" y="625"/>
                </a:lnTo>
                <a:lnTo>
                  <a:pt x="148" y="626"/>
                </a:lnTo>
                <a:lnTo>
                  <a:pt x="147" y="626"/>
                </a:lnTo>
                <a:lnTo>
                  <a:pt x="147" y="625"/>
                </a:lnTo>
                <a:lnTo>
                  <a:pt x="146" y="624"/>
                </a:lnTo>
                <a:lnTo>
                  <a:pt x="145" y="624"/>
                </a:lnTo>
                <a:lnTo>
                  <a:pt x="144" y="624"/>
                </a:lnTo>
                <a:lnTo>
                  <a:pt x="143" y="624"/>
                </a:lnTo>
                <a:lnTo>
                  <a:pt x="142" y="624"/>
                </a:lnTo>
                <a:lnTo>
                  <a:pt x="141" y="624"/>
                </a:lnTo>
                <a:lnTo>
                  <a:pt x="140" y="624"/>
                </a:lnTo>
                <a:lnTo>
                  <a:pt x="139" y="624"/>
                </a:lnTo>
                <a:lnTo>
                  <a:pt x="138" y="624"/>
                </a:lnTo>
                <a:lnTo>
                  <a:pt x="137" y="624"/>
                </a:lnTo>
                <a:lnTo>
                  <a:pt x="136" y="624"/>
                </a:lnTo>
                <a:lnTo>
                  <a:pt x="136" y="625"/>
                </a:lnTo>
                <a:lnTo>
                  <a:pt x="136" y="626"/>
                </a:lnTo>
                <a:lnTo>
                  <a:pt x="136" y="627"/>
                </a:lnTo>
                <a:lnTo>
                  <a:pt x="135" y="627"/>
                </a:lnTo>
                <a:lnTo>
                  <a:pt x="134" y="626"/>
                </a:lnTo>
                <a:lnTo>
                  <a:pt x="134" y="625"/>
                </a:lnTo>
                <a:lnTo>
                  <a:pt x="133" y="624"/>
                </a:lnTo>
                <a:lnTo>
                  <a:pt x="132" y="624"/>
                </a:lnTo>
                <a:lnTo>
                  <a:pt x="131" y="624"/>
                </a:lnTo>
                <a:lnTo>
                  <a:pt x="130" y="624"/>
                </a:lnTo>
                <a:lnTo>
                  <a:pt x="130" y="625"/>
                </a:lnTo>
                <a:lnTo>
                  <a:pt x="129" y="625"/>
                </a:lnTo>
                <a:lnTo>
                  <a:pt x="129" y="624"/>
                </a:lnTo>
                <a:lnTo>
                  <a:pt x="128" y="624"/>
                </a:lnTo>
                <a:lnTo>
                  <a:pt x="127" y="624"/>
                </a:lnTo>
                <a:lnTo>
                  <a:pt x="126" y="624"/>
                </a:lnTo>
                <a:lnTo>
                  <a:pt x="125" y="624"/>
                </a:lnTo>
                <a:lnTo>
                  <a:pt x="124" y="624"/>
                </a:lnTo>
                <a:lnTo>
                  <a:pt x="123" y="623"/>
                </a:lnTo>
                <a:lnTo>
                  <a:pt x="123" y="622"/>
                </a:lnTo>
                <a:lnTo>
                  <a:pt x="122" y="622"/>
                </a:lnTo>
                <a:lnTo>
                  <a:pt x="121" y="622"/>
                </a:lnTo>
                <a:lnTo>
                  <a:pt x="120" y="622"/>
                </a:lnTo>
                <a:lnTo>
                  <a:pt x="119" y="622"/>
                </a:lnTo>
                <a:lnTo>
                  <a:pt x="118" y="622"/>
                </a:lnTo>
                <a:lnTo>
                  <a:pt x="117" y="622"/>
                </a:lnTo>
                <a:lnTo>
                  <a:pt x="117" y="621"/>
                </a:lnTo>
                <a:lnTo>
                  <a:pt x="116" y="621"/>
                </a:lnTo>
                <a:lnTo>
                  <a:pt x="115" y="621"/>
                </a:lnTo>
                <a:lnTo>
                  <a:pt x="113" y="620"/>
                </a:lnTo>
                <a:lnTo>
                  <a:pt x="113" y="619"/>
                </a:lnTo>
                <a:lnTo>
                  <a:pt x="112" y="618"/>
                </a:lnTo>
                <a:lnTo>
                  <a:pt x="111" y="618"/>
                </a:lnTo>
                <a:lnTo>
                  <a:pt x="110" y="618"/>
                </a:lnTo>
                <a:lnTo>
                  <a:pt x="110" y="617"/>
                </a:lnTo>
                <a:lnTo>
                  <a:pt x="109" y="616"/>
                </a:lnTo>
                <a:lnTo>
                  <a:pt x="108" y="616"/>
                </a:lnTo>
                <a:lnTo>
                  <a:pt x="108" y="615"/>
                </a:lnTo>
                <a:lnTo>
                  <a:pt x="107" y="615"/>
                </a:lnTo>
                <a:lnTo>
                  <a:pt x="106" y="615"/>
                </a:lnTo>
                <a:lnTo>
                  <a:pt x="106" y="614"/>
                </a:lnTo>
                <a:lnTo>
                  <a:pt x="105" y="614"/>
                </a:lnTo>
                <a:lnTo>
                  <a:pt x="105" y="613"/>
                </a:lnTo>
                <a:lnTo>
                  <a:pt x="104" y="613"/>
                </a:lnTo>
                <a:lnTo>
                  <a:pt x="104" y="612"/>
                </a:lnTo>
                <a:lnTo>
                  <a:pt x="103" y="612"/>
                </a:lnTo>
                <a:lnTo>
                  <a:pt x="102" y="612"/>
                </a:lnTo>
                <a:lnTo>
                  <a:pt x="102" y="611"/>
                </a:lnTo>
                <a:lnTo>
                  <a:pt x="101" y="611"/>
                </a:lnTo>
                <a:lnTo>
                  <a:pt x="100" y="611"/>
                </a:lnTo>
                <a:lnTo>
                  <a:pt x="99" y="611"/>
                </a:lnTo>
                <a:lnTo>
                  <a:pt x="99" y="610"/>
                </a:lnTo>
                <a:lnTo>
                  <a:pt x="98" y="610"/>
                </a:lnTo>
                <a:lnTo>
                  <a:pt x="98" y="609"/>
                </a:lnTo>
                <a:lnTo>
                  <a:pt x="97" y="609"/>
                </a:lnTo>
                <a:lnTo>
                  <a:pt x="96" y="609"/>
                </a:lnTo>
                <a:lnTo>
                  <a:pt x="95" y="609"/>
                </a:lnTo>
                <a:lnTo>
                  <a:pt x="94" y="609"/>
                </a:lnTo>
                <a:lnTo>
                  <a:pt x="92" y="609"/>
                </a:lnTo>
                <a:lnTo>
                  <a:pt x="91" y="609"/>
                </a:lnTo>
                <a:lnTo>
                  <a:pt x="91" y="610"/>
                </a:lnTo>
                <a:lnTo>
                  <a:pt x="90" y="610"/>
                </a:lnTo>
                <a:lnTo>
                  <a:pt x="90" y="609"/>
                </a:lnTo>
                <a:lnTo>
                  <a:pt x="90" y="610"/>
                </a:lnTo>
                <a:lnTo>
                  <a:pt x="89" y="610"/>
                </a:lnTo>
                <a:lnTo>
                  <a:pt x="89" y="609"/>
                </a:lnTo>
                <a:lnTo>
                  <a:pt x="88" y="609"/>
                </a:lnTo>
                <a:lnTo>
                  <a:pt x="88" y="608"/>
                </a:lnTo>
                <a:lnTo>
                  <a:pt x="87" y="608"/>
                </a:lnTo>
                <a:lnTo>
                  <a:pt x="86" y="607"/>
                </a:lnTo>
                <a:lnTo>
                  <a:pt x="85" y="607"/>
                </a:lnTo>
                <a:lnTo>
                  <a:pt x="85" y="606"/>
                </a:lnTo>
                <a:lnTo>
                  <a:pt x="84" y="606"/>
                </a:lnTo>
                <a:lnTo>
                  <a:pt x="84" y="605"/>
                </a:lnTo>
                <a:lnTo>
                  <a:pt x="83" y="605"/>
                </a:lnTo>
                <a:lnTo>
                  <a:pt x="83" y="604"/>
                </a:lnTo>
                <a:lnTo>
                  <a:pt x="83" y="603"/>
                </a:lnTo>
                <a:lnTo>
                  <a:pt x="82" y="603"/>
                </a:lnTo>
                <a:lnTo>
                  <a:pt x="82" y="602"/>
                </a:lnTo>
                <a:lnTo>
                  <a:pt x="82" y="601"/>
                </a:lnTo>
                <a:lnTo>
                  <a:pt x="81" y="601"/>
                </a:lnTo>
                <a:lnTo>
                  <a:pt x="81" y="600"/>
                </a:lnTo>
                <a:lnTo>
                  <a:pt x="80" y="599"/>
                </a:lnTo>
                <a:lnTo>
                  <a:pt x="80" y="598"/>
                </a:lnTo>
                <a:lnTo>
                  <a:pt x="79" y="598"/>
                </a:lnTo>
                <a:lnTo>
                  <a:pt x="79" y="597"/>
                </a:lnTo>
                <a:lnTo>
                  <a:pt x="78" y="596"/>
                </a:lnTo>
                <a:lnTo>
                  <a:pt x="78" y="595"/>
                </a:lnTo>
                <a:lnTo>
                  <a:pt x="77" y="595"/>
                </a:lnTo>
                <a:lnTo>
                  <a:pt x="77" y="594"/>
                </a:lnTo>
                <a:lnTo>
                  <a:pt x="76" y="593"/>
                </a:lnTo>
                <a:lnTo>
                  <a:pt x="76" y="592"/>
                </a:lnTo>
                <a:lnTo>
                  <a:pt x="75" y="592"/>
                </a:lnTo>
                <a:lnTo>
                  <a:pt x="74" y="592"/>
                </a:lnTo>
                <a:lnTo>
                  <a:pt x="74" y="591"/>
                </a:lnTo>
                <a:lnTo>
                  <a:pt x="73" y="591"/>
                </a:lnTo>
                <a:lnTo>
                  <a:pt x="73" y="592"/>
                </a:lnTo>
                <a:lnTo>
                  <a:pt x="73" y="591"/>
                </a:lnTo>
                <a:lnTo>
                  <a:pt x="73" y="592"/>
                </a:lnTo>
                <a:lnTo>
                  <a:pt x="72" y="592"/>
                </a:lnTo>
                <a:lnTo>
                  <a:pt x="72" y="591"/>
                </a:lnTo>
                <a:lnTo>
                  <a:pt x="72" y="592"/>
                </a:lnTo>
                <a:lnTo>
                  <a:pt x="71" y="592"/>
                </a:lnTo>
                <a:lnTo>
                  <a:pt x="71" y="591"/>
                </a:lnTo>
                <a:lnTo>
                  <a:pt x="70" y="591"/>
                </a:lnTo>
                <a:lnTo>
                  <a:pt x="69" y="591"/>
                </a:lnTo>
                <a:lnTo>
                  <a:pt x="69" y="590"/>
                </a:lnTo>
                <a:lnTo>
                  <a:pt x="68" y="590"/>
                </a:lnTo>
                <a:lnTo>
                  <a:pt x="67" y="590"/>
                </a:lnTo>
                <a:lnTo>
                  <a:pt x="66" y="590"/>
                </a:lnTo>
                <a:lnTo>
                  <a:pt x="66" y="589"/>
                </a:lnTo>
                <a:lnTo>
                  <a:pt x="65" y="589"/>
                </a:lnTo>
                <a:lnTo>
                  <a:pt x="64" y="589"/>
                </a:lnTo>
                <a:lnTo>
                  <a:pt x="63" y="589"/>
                </a:lnTo>
                <a:lnTo>
                  <a:pt x="63" y="588"/>
                </a:lnTo>
                <a:lnTo>
                  <a:pt x="62" y="588"/>
                </a:lnTo>
                <a:lnTo>
                  <a:pt x="62" y="587"/>
                </a:lnTo>
                <a:lnTo>
                  <a:pt x="62" y="586"/>
                </a:lnTo>
                <a:lnTo>
                  <a:pt x="62" y="585"/>
                </a:lnTo>
                <a:lnTo>
                  <a:pt x="62" y="584"/>
                </a:lnTo>
                <a:lnTo>
                  <a:pt x="62" y="583"/>
                </a:lnTo>
                <a:lnTo>
                  <a:pt x="61" y="583"/>
                </a:lnTo>
                <a:lnTo>
                  <a:pt x="61" y="582"/>
                </a:lnTo>
                <a:lnTo>
                  <a:pt x="60" y="581"/>
                </a:lnTo>
                <a:lnTo>
                  <a:pt x="59" y="581"/>
                </a:lnTo>
                <a:lnTo>
                  <a:pt x="58" y="581"/>
                </a:lnTo>
                <a:lnTo>
                  <a:pt x="58" y="580"/>
                </a:lnTo>
                <a:lnTo>
                  <a:pt x="57" y="580"/>
                </a:lnTo>
                <a:lnTo>
                  <a:pt x="56" y="580"/>
                </a:lnTo>
                <a:lnTo>
                  <a:pt x="55" y="580"/>
                </a:lnTo>
                <a:lnTo>
                  <a:pt x="55" y="579"/>
                </a:lnTo>
                <a:lnTo>
                  <a:pt x="54" y="579"/>
                </a:lnTo>
                <a:lnTo>
                  <a:pt x="54" y="578"/>
                </a:lnTo>
                <a:lnTo>
                  <a:pt x="54" y="577"/>
                </a:lnTo>
                <a:lnTo>
                  <a:pt x="53" y="577"/>
                </a:lnTo>
                <a:lnTo>
                  <a:pt x="53" y="576"/>
                </a:lnTo>
                <a:lnTo>
                  <a:pt x="53" y="575"/>
                </a:lnTo>
                <a:lnTo>
                  <a:pt x="53" y="574"/>
                </a:lnTo>
                <a:lnTo>
                  <a:pt x="52" y="574"/>
                </a:lnTo>
                <a:lnTo>
                  <a:pt x="52" y="573"/>
                </a:lnTo>
                <a:lnTo>
                  <a:pt x="53" y="573"/>
                </a:lnTo>
                <a:lnTo>
                  <a:pt x="53" y="572"/>
                </a:lnTo>
                <a:lnTo>
                  <a:pt x="53" y="571"/>
                </a:lnTo>
                <a:lnTo>
                  <a:pt x="53" y="570"/>
                </a:lnTo>
                <a:lnTo>
                  <a:pt x="54" y="570"/>
                </a:lnTo>
                <a:lnTo>
                  <a:pt x="54" y="569"/>
                </a:lnTo>
                <a:lnTo>
                  <a:pt x="53" y="568"/>
                </a:lnTo>
                <a:lnTo>
                  <a:pt x="53" y="567"/>
                </a:lnTo>
                <a:lnTo>
                  <a:pt x="54" y="567"/>
                </a:lnTo>
                <a:lnTo>
                  <a:pt x="54" y="566"/>
                </a:lnTo>
                <a:lnTo>
                  <a:pt x="55" y="566"/>
                </a:lnTo>
                <a:lnTo>
                  <a:pt x="54" y="565"/>
                </a:lnTo>
                <a:lnTo>
                  <a:pt x="53" y="565"/>
                </a:lnTo>
                <a:lnTo>
                  <a:pt x="53" y="564"/>
                </a:lnTo>
                <a:lnTo>
                  <a:pt x="53" y="563"/>
                </a:lnTo>
                <a:lnTo>
                  <a:pt x="52" y="563"/>
                </a:lnTo>
                <a:lnTo>
                  <a:pt x="52" y="562"/>
                </a:lnTo>
                <a:lnTo>
                  <a:pt x="51" y="562"/>
                </a:lnTo>
                <a:lnTo>
                  <a:pt x="49" y="561"/>
                </a:lnTo>
                <a:lnTo>
                  <a:pt x="49" y="560"/>
                </a:lnTo>
                <a:lnTo>
                  <a:pt x="48" y="560"/>
                </a:lnTo>
                <a:lnTo>
                  <a:pt x="47" y="560"/>
                </a:lnTo>
                <a:lnTo>
                  <a:pt x="46" y="561"/>
                </a:lnTo>
                <a:lnTo>
                  <a:pt x="45" y="561"/>
                </a:lnTo>
                <a:lnTo>
                  <a:pt x="45" y="560"/>
                </a:lnTo>
                <a:lnTo>
                  <a:pt x="45" y="559"/>
                </a:lnTo>
                <a:lnTo>
                  <a:pt x="45" y="558"/>
                </a:lnTo>
                <a:lnTo>
                  <a:pt x="46" y="558"/>
                </a:lnTo>
                <a:lnTo>
                  <a:pt x="47" y="557"/>
                </a:lnTo>
                <a:lnTo>
                  <a:pt x="47" y="556"/>
                </a:lnTo>
                <a:lnTo>
                  <a:pt x="48" y="555"/>
                </a:lnTo>
                <a:lnTo>
                  <a:pt x="48" y="554"/>
                </a:lnTo>
                <a:lnTo>
                  <a:pt x="49" y="554"/>
                </a:lnTo>
                <a:lnTo>
                  <a:pt x="48" y="554"/>
                </a:lnTo>
                <a:lnTo>
                  <a:pt x="48" y="553"/>
                </a:lnTo>
                <a:lnTo>
                  <a:pt x="47" y="553"/>
                </a:lnTo>
                <a:lnTo>
                  <a:pt x="46" y="553"/>
                </a:lnTo>
                <a:lnTo>
                  <a:pt x="45" y="554"/>
                </a:lnTo>
                <a:lnTo>
                  <a:pt x="45" y="553"/>
                </a:lnTo>
                <a:lnTo>
                  <a:pt x="44" y="552"/>
                </a:lnTo>
                <a:lnTo>
                  <a:pt x="43" y="552"/>
                </a:lnTo>
                <a:lnTo>
                  <a:pt x="43" y="551"/>
                </a:lnTo>
                <a:lnTo>
                  <a:pt x="42" y="551"/>
                </a:lnTo>
                <a:lnTo>
                  <a:pt x="42" y="550"/>
                </a:lnTo>
                <a:lnTo>
                  <a:pt x="41" y="550"/>
                </a:lnTo>
                <a:lnTo>
                  <a:pt x="41" y="549"/>
                </a:lnTo>
                <a:lnTo>
                  <a:pt x="41" y="548"/>
                </a:lnTo>
                <a:lnTo>
                  <a:pt x="40" y="548"/>
                </a:lnTo>
                <a:lnTo>
                  <a:pt x="39" y="547"/>
                </a:lnTo>
                <a:lnTo>
                  <a:pt x="38" y="548"/>
                </a:lnTo>
                <a:lnTo>
                  <a:pt x="37" y="548"/>
                </a:lnTo>
                <a:lnTo>
                  <a:pt x="36" y="548"/>
                </a:lnTo>
                <a:lnTo>
                  <a:pt x="35" y="548"/>
                </a:lnTo>
                <a:lnTo>
                  <a:pt x="35" y="547"/>
                </a:lnTo>
                <a:lnTo>
                  <a:pt x="34" y="547"/>
                </a:lnTo>
                <a:lnTo>
                  <a:pt x="34" y="546"/>
                </a:lnTo>
                <a:lnTo>
                  <a:pt x="34" y="545"/>
                </a:lnTo>
                <a:lnTo>
                  <a:pt x="33" y="545"/>
                </a:lnTo>
                <a:lnTo>
                  <a:pt x="32" y="545"/>
                </a:lnTo>
                <a:lnTo>
                  <a:pt x="32" y="544"/>
                </a:lnTo>
                <a:lnTo>
                  <a:pt x="33" y="544"/>
                </a:lnTo>
                <a:lnTo>
                  <a:pt x="33" y="543"/>
                </a:lnTo>
                <a:lnTo>
                  <a:pt x="32" y="543"/>
                </a:lnTo>
                <a:lnTo>
                  <a:pt x="31" y="542"/>
                </a:lnTo>
                <a:lnTo>
                  <a:pt x="30" y="542"/>
                </a:lnTo>
                <a:lnTo>
                  <a:pt x="30" y="541"/>
                </a:lnTo>
                <a:lnTo>
                  <a:pt x="29" y="541"/>
                </a:lnTo>
                <a:lnTo>
                  <a:pt x="29" y="540"/>
                </a:lnTo>
                <a:lnTo>
                  <a:pt x="28" y="539"/>
                </a:lnTo>
                <a:lnTo>
                  <a:pt x="27" y="538"/>
                </a:lnTo>
                <a:lnTo>
                  <a:pt x="26" y="538"/>
                </a:lnTo>
                <a:lnTo>
                  <a:pt x="26" y="537"/>
                </a:lnTo>
                <a:lnTo>
                  <a:pt x="25" y="536"/>
                </a:lnTo>
                <a:lnTo>
                  <a:pt x="25" y="535"/>
                </a:lnTo>
                <a:lnTo>
                  <a:pt x="25" y="534"/>
                </a:lnTo>
                <a:lnTo>
                  <a:pt x="24" y="534"/>
                </a:lnTo>
                <a:lnTo>
                  <a:pt x="24" y="533"/>
                </a:lnTo>
                <a:lnTo>
                  <a:pt x="24" y="532"/>
                </a:lnTo>
                <a:lnTo>
                  <a:pt x="23" y="532"/>
                </a:lnTo>
                <a:lnTo>
                  <a:pt x="23" y="531"/>
                </a:lnTo>
                <a:lnTo>
                  <a:pt x="22" y="531"/>
                </a:lnTo>
                <a:lnTo>
                  <a:pt x="23" y="531"/>
                </a:lnTo>
                <a:lnTo>
                  <a:pt x="23" y="530"/>
                </a:lnTo>
                <a:lnTo>
                  <a:pt x="22" y="530"/>
                </a:lnTo>
                <a:lnTo>
                  <a:pt x="21" y="530"/>
                </a:lnTo>
                <a:lnTo>
                  <a:pt x="21" y="529"/>
                </a:lnTo>
                <a:lnTo>
                  <a:pt x="22" y="529"/>
                </a:lnTo>
                <a:lnTo>
                  <a:pt x="23" y="528"/>
                </a:lnTo>
                <a:lnTo>
                  <a:pt x="23" y="527"/>
                </a:lnTo>
                <a:lnTo>
                  <a:pt x="23" y="526"/>
                </a:lnTo>
                <a:lnTo>
                  <a:pt x="22" y="526"/>
                </a:lnTo>
                <a:lnTo>
                  <a:pt x="23" y="525"/>
                </a:lnTo>
                <a:lnTo>
                  <a:pt x="23" y="524"/>
                </a:lnTo>
                <a:lnTo>
                  <a:pt x="24" y="524"/>
                </a:lnTo>
                <a:lnTo>
                  <a:pt x="24" y="523"/>
                </a:lnTo>
                <a:lnTo>
                  <a:pt x="24" y="524"/>
                </a:lnTo>
                <a:lnTo>
                  <a:pt x="25" y="523"/>
                </a:lnTo>
                <a:lnTo>
                  <a:pt x="26" y="522"/>
                </a:lnTo>
                <a:lnTo>
                  <a:pt x="26" y="521"/>
                </a:lnTo>
                <a:lnTo>
                  <a:pt x="27" y="521"/>
                </a:lnTo>
                <a:lnTo>
                  <a:pt x="28" y="520"/>
                </a:lnTo>
                <a:lnTo>
                  <a:pt x="28" y="521"/>
                </a:lnTo>
                <a:lnTo>
                  <a:pt x="29" y="521"/>
                </a:lnTo>
                <a:lnTo>
                  <a:pt x="31" y="521"/>
                </a:lnTo>
                <a:lnTo>
                  <a:pt x="32" y="521"/>
                </a:lnTo>
                <a:lnTo>
                  <a:pt x="32" y="520"/>
                </a:lnTo>
                <a:lnTo>
                  <a:pt x="32" y="519"/>
                </a:lnTo>
                <a:lnTo>
                  <a:pt x="32" y="518"/>
                </a:lnTo>
                <a:lnTo>
                  <a:pt x="33" y="518"/>
                </a:lnTo>
                <a:lnTo>
                  <a:pt x="34" y="518"/>
                </a:lnTo>
                <a:lnTo>
                  <a:pt x="34" y="519"/>
                </a:lnTo>
                <a:lnTo>
                  <a:pt x="35" y="518"/>
                </a:lnTo>
                <a:lnTo>
                  <a:pt x="36" y="518"/>
                </a:lnTo>
                <a:lnTo>
                  <a:pt x="36" y="517"/>
                </a:lnTo>
                <a:lnTo>
                  <a:pt x="37" y="517"/>
                </a:lnTo>
                <a:lnTo>
                  <a:pt x="37" y="516"/>
                </a:lnTo>
                <a:lnTo>
                  <a:pt x="37" y="515"/>
                </a:lnTo>
                <a:lnTo>
                  <a:pt x="36" y="515"/>
                </a:lnTo>
                <a:lnTo>
                  <a:pt x="36" y="514"/>
                </a:lnTo>
                <a:lnTo>
                  <a:pt x="37" y="514"/>
                </a:lnTo>
                <a:lnTo>
                  <a:pt x="38" y="513"/>
                </a:lnTo>
                <a:lnTo>
                  <a:pt x="38" y="512"/>
                </a:lnTo>
                <a:lnTo>
                  <a:pt x="38" y="511"/>
                </a:lnTo>
                <a:lnTo>
                  <a:pt x="38" y="510"/>
                </a:lnTo>
                <a:lnTo>
                  <a:pt x="39" y="510"/>
                </a:lnTo>
                <a:lnTo>
                  <a:pt x="39" y="509"/>
                </a:lnTo>
                <a:lnTo>
                  <a:pt x="39" y="508"/>
                </a:lnTo>
                <a:lnTo>
                  <a:pt x="39" y="507"/>
                </a:lnTo>
                <a:lnTo>
                  <a:pt x="39" y="506"/>
                </a:lnTo>
                <a:lnTo>
                  <a:pt x="38" y="506"/>
                </a:lnTo>
                <a:lnTo>
                  <a:pt x="38" y="505"/>
                </a:lnTo>
                <a:lnTo>
                  <a:pt x="38" y="504"/>
                </a:lnTo>
                <a:lnTo>
                  <a:pt x="38" y="503"/>
                </a:lnTo>
                <a:lnTo>
                  <a:pt x="39" y="503"/>
                </a:lnTo>
                <a:lnTo>
                  <a:pt x="40" y="503"/>
                </a:lnTo>
                <a:lnTo>
                  <a:pt x="40" y="502"/>
                </a:lnTo>
                <a:lnTo>
                  <a:pt x="41" y="501"/>
                </a:lnTo>
                <a:lnTo>
                  <a:pt x="42" y="500"/>
                </a:lnTo>
                <a:lnTo>
                  <a:pt x="42" y="499"/>
                </a:lnTo>
                <a:lnTo>
                  <a:pt x="41" y="499"/>
                </a:lnTo>
                <a:lnTo>
                  <a:pt x="41" y="498"/>
                </a:lnTo>
                <a:lnTo>
                  <a:pt x="42" y="498"/>
                </a:lnTo>
                <a:lnTo>
                  <a:pt x="41" y="498"/>
                </a:lnTo>
                <a:lnTo>
                  <a:pt x="41" y="497"/>
                </a:lnTo>
                <a:lnTo>
                  <a:pt x="40" y="497"/>
                </a:lnTo>
                <a:lnTo>
                  <a:pt x="39" y="497"/>
                </a:lnTo>
                <a:lnTo>
                  <a:pt x="38" y="497"/>
                </a:lnTo>
                <a:lnTo>
                  <a:pt x="38" y="496"/>
                </a:lnTo>
                <a:lnTo>
                  <a:pt x="38" y="495"/>
                </a:lnTo>
                <a:lnTo>
                  <a:pt x="38" y="494"/>
                </a:lnTo>
                <a:lnTo>
                  <a:pt x="37" y="494"/>
                </a:lnTo>
                <a:lnTo>
                  <a:pt x="36" y="494"/>
                </a:lnTo>
                <a:lnTo>
                  <a:pt x="36" y="493"/>
                </a:lnTo>
                <a:lnTo>
                  <a:pt x="37" y="492"/>
                </a:lnTo>
                <a:lnTo>
                  <a:pt x="37" y="491"/>
                </a:lnTo>
                <a:lnTo>
                  <a:pt x="38" y="491"/>
                </a:lnTo>
                <a:lnTo>
                  <a:pt x="38" y="490"/>
                </a:lnTo>
                <a:lnTo>
                  <a:pt x="38" y="489"/>
                </a:lnTo>
                <a:lnTo>
                  <a:pt x="38" y="488"/>
                </a:lnTo>
                <a:lnTo>
                  <a:pt x="38" y="487"/>
                </a:lnTo>
                <a:lnTo>
                  <a:pt x="37" y="487"/>
                </a:lnTo>
                <a:lnTo>
                  <a:pt x="37" y="486"/>
                </a:lnTo>
                <a:lnTo>
                  <a:pt x="37" y="485"/>
                </a:lnTo>
                <a:lnTo>
                  <a:pt x="37" y="484"/>
                </a:lnTo>
                <a:lnTo>
                  <a:pt x="37" y="483"/>
                </a:lnTo>
                <a:lnTo>
                  <a:pt x="37" y="482"/>
                </a:lnTo>
                <a:lnTo>
                  <a:pt x="37" y="481"/>
                </a:lnTo>
                <a:lnTo>
                  <a:pt x="38" y="481"/>
                </a:lnTo>
                <a:lnTo>
                  <a:pt x="38" y="480"/>
                </a:lnTo>
                <a:lnTo>
                  <a:pt x="37" y="480"/>
                </a:lnTo>
                <a:lnTo>
                  <a:pt x="37" y="479"/>
                </a:lnTo>
                <a:lnTo>
                  <a:pt x="37" y="478"/>
                </a:lnTo>
                <a:lnTo>
                  <a:pt x="37" y="477"/>
                </a:lnTo>
                <a:lnTo>
                  <a:pt x="36" y="477"/>
                </a:lnTo>
                <a:lnTo>
                  <a:pt x="36" y="476"/>
                </a:lnTo>
                <a:lnTo>
                  <a:pt x="35" y="476"/>
                </a:lnTo>
                <a:lnTo>
                  <a:pt x="34" y="476"/>
                </a:lnTo>
                <a:lnTo>
                  <a:pt x="34" y="475"/>
                </a:lnTo>
                <a:lnTo>
                  <a:pt x="34" y="474"/>
                </a:lnTo>
                <a:lnTo>
                  <a:pt x="34" y="473"/>
                </a:lnTo>
                <a:lnTo>
                  <a:pt x="35" y="472"/>
                </a:lnTo>
                <a:lnTo>
                  <a:pt x="35" y="471"/>
                </a:lnTo>
                <a:lnTo>
                  <a:pt x="36" y="470"/>
                </a:lnTo>
                <a:lnTo>
                  <a:pt x="35" y="470"/>
                </a:lnTo>
                <a:lnTo>
                  <a:pt x="35" y="469"/>
                </a:lnTo>
                <a:lnTo>
                  <a:pt x="35" y="468"/>
                </a:lnTo>
                <a:lnTo>
                  <a:pt x="34" y="468"/>
                </a:lnTo>
                <a:lnTo>
                  <a:pt x="34" y="469"/>
                </a:lnTo>
                <a:lnTo>
                  <a:pt x="33" y="469"/>
                </a:lnTo>
                <a:lnTo>
                  <a:pt x="33" y="468"/>
                </a:lnTo>
                <a:lnTo>
                  <a:pt x="32" y="468"/>
                </a:lnTo>
                <a:lnTo>
                  <a:pt x="31" y="468"/>
                </a:lnTo>
                <a:lnTo>
                  <a:pt x="30" y="467"/>
                </a:lnTo>
                <a:lnTo>
                  <a:pt x="30" y="466"/>
                </a:lnTo>
                <a:lnTo>
                  <a:pt x="29" y="466"/>
                </a:lnTo>
                <a:lnTo>
                  <a:pt x="30" y="465"/>
                </a:lnTo>
                <a:lnTo>
                  <a:pt x="30" y="464"/>
                </a:lnTo>
                <a:lnTo>
                  <a:pt x="30" y="463"/>
                </a:lnTo>
                <a:lnTo>
                  <a:pt x="29" y="463"/>
                </a:lnTo>
                <a:lnTo>
                  <a:pt x="29" y="462"/>
                </a:lnTo>
                <a:lnTo>
                  <a:pt x="29" y="461"/>
                </a:lnTo>
                <a:lnTo>
                  <a:pt x="30" y="461"/>
                </a:lnTo>
                <a:lnTo>
                  <a:pt x="29" y="460"/>
                </a:lnTo>
                <a:lnTo>
                  <a:pt x="30" y="460"/>
                </a:lnTo>
                <a:lnTo>
                  <a:pt x="30" y="459"/>
                </a:lnTo>
                <a:lnTo>
                  <a:pt x="31" y="459"/>
                </a:lnTo>
                <a:lnTo>
                  <a:pt x="31" y="458"/>
                </a:lnTo>
                <a:lnTo>
                  <a:pt x="32" y="458"/>
                </a:lnTo>
                <a:lnTo>
                  <a:pt x="33" y="458"/>
                </a:lnTo>
                <a:lnTo>
                  <a:pt x="33" y="457"/>
                </a:lnTo>
                <a:lnTo>
                  <a:pt x="34" y="458"/>
                </a:lnTo>
                <a:lnTo>
                  <a:pt x="35" y="458"/>
                </a:lnTo>
                <a:lnTo>
                  <a:pt x="36" y="458"/>
                </a:lnTo>
                <a:lnTo>
                  <a:pt x="36" y="457"/>
                </a:lnTo>
                <a:lnTo>
                  <a:pt x="36" y="456"/>
                </a:lnTo>
                <a:lnTo>
                  <a:pt x="36" y="455"/>
                </a:lnTo>
                <a:lnTo>
                  <a:pt x="37" y="455"/>
                </a:lnTo>
                <a:lnTo>
                  <a:pt x="38" y="454"/>
                </a:lnTo>
                <a:lnTo>
                  <a:pt x="39" y="453"/>
                </a:lnTo>
                <a:lnTo>
                  <a:pt x="38" y="453"/>
                </a:lnTo>
                <a:lnTo>
                  <a:pt x="38" y="452"/>
                </a:lnTo>
                <a:lnTo>
                  <a:pt x="39" y="452"/>
                </a:lnTo>
                <a:lnTo>
                  <a:pt x="40" y="452"/>
                </a:lnTo>
                <a:lnTo>
                  <a:pt x="41" y="451"/>
                </a:lnTo>
                <a:lnTo>
                  <a:pt x="42" y="451"/>
                </a:lnTo>
                <a:lnTo>
                  <a:pt x="42" y="450"/>
                </a:lnTo>
                <a:lnTo>
                  <a:pt x="41" y="450"/>
                </a:lnTo>
                <a:lnTo>
                  <a:pt x="40" y="450"/>
                </a:lnTo>
                <a:lnTo>
                  <a:pt x="40" y="449"/>
                </a:lnTo>
                <a:lnTo>
                  <a:pt x="40" y="448"/>
                </a:lnTo>
                <a:lnTo>
                  <a:pt x="40" y="447"/>
                </a:lnTo>
                <a:lnTo>
                  <a:pt x="40" y="446"/>
                </a:lnTo>
                <a:lnTo>
                  <a:pt x="39" y="446"/>
                </a:lnTo>
                <a:lnTo>
                  <a:pt x="39" y="445"/>
                </a:lnTo>
                <a:lnTo>
                  <a:pt x="38" y="445"/>
                </a:lnTo>
                <a:lnTo>
                  <a:pt x="37" y="445"/>
                </a:lnTo>
                <a:lnTo>
                  <a:pt x="37" y="444"/>
                </a:lnTo>
                <a:lnTo>
                  <a:pt x="38" y="444"/>
                </a:lnTo>
                <a:lnTo>
                  <a:pt x="38" y="443"/>
                </a:lnTo>
                <a:lnTo>
                  <a:pt x="37" y="443"/>
                </a:lnTo>
                <a:lnTo>
                  <a:pt x="37" y="442"/>
                </a:lnTo>
                <a:lnTo>
                  <a:pt x="38" y="442"/>
                </a:lnTo>
                <a:lnTo>
                  <a:pt x="37" y="441"/>
                </a:lnTo>
                <a:lnTo>
                  <a:pt x="36" y="440"/>
                </a:lnTo>
                <a:lnTo>
                  <a:pt x="35" y="440"/>
                </a:lnTo>
                <a:lnTo>
                  <a:pt x="34" y="440"/>
                </a:lnTo>
                <a:lnTo>
                  <a:pt x="33" y="440"/>
                </a:lnTo>
                <a:lnTo>
                  <a:pt x="32" y="440"/>
                </a:lnTo>
                <a:lnTo>
                  <a:pt x="32" y="441"/>
                </a:lnTo>
                <a:lnTo>
                  <a:pt x="31" y="442"/>
                </a:lnTo>
                <a:lnTo>
                  <a:pt x="31" y="441"/>
                </a:lnTo>
                <a:lnTo>
                  <a:pt x="30" y="441"/>
                </a:lnTo>
                <a:lnTo>
                  <a:pt x="29" y="441"/>
                </a:lnTo>
                <a:lnTo>
                  <a:pt x="28" y="440"/>
                </a:lnTo>
                <a:lnTo>
                  <a:pt x="27" y="440"/>
                </a:lnTo>
                <a:lnTo>
                  <a:pt x="27" y="441"/>
                </a:lnTo>
                <a:lnTo>
                  <a:pt x="26" y="442"/>
                </a:lnTo>
                <a:lnTo>
                  <a:pt x="25" y="442"/>
                </a:lnTo>
                <a:lnTo>
                  <a:pt x="24" y="442"/>
                </a:lnTo>
                <a:lnTo>
                  <a:pt x="24" y="443"/>
                </a:lnTo>
                <a:lnTo>
                  <a:pt x="23" y="443"/>
                </a:lnTo>
                <a:lnTo>
                  <a:pt x="23" y="444"/>
                </a:lnTo>
                <a:lnTo>
                  <a:pt x="22" y="444"/>
                </a:lnTo>
                <a:lnTo>
                  <a:pt x="22" y="443"/>
                </a:lnTo>
                <a:lnTo>
                  <a:pt x="22" y="444"/>
                </a:lnTo>
                <a:lnTo>
                  <a:pt x="21" y="444"/>
                </a:lnTo>
                <a:lnTo>
                  <a:pt x="20" y="444"/>
                </a:lnTo>
                <a:lnTo>
                  <a:pt x="20" y="443"/>
                </a:lnTo>
                <a:lnTo>
                  <a:pt x="19" y="442"/>
                </a:lnTo>
                <a:lnTo>
                  <a:pt x="17" y="442"/>
                </a:lnTo>
                <a:lnTo>
                  <a:pt x="17" y="443"/>
                </a:lnTo>
                <a:lnTo>
                  <a:pt x="16" y="443"/>
                </a:lnTo>
                <a:lnTo>
                  <a:pt x="16" y="442"/>
                </a:lnTo>
                <a:lnTo>
                  <a:pt x="16" y="441"/>
                </a:lnTo>
                <a:lnTo>
                  <a:pt x="16" y="440"/>
                </a:lnTo>
                <a:lnTo>
                  <a:pt x="15" y="440"/>
                </a:lnTo>
                <a:lnTo>
                  <a:pt x="14" y="439"/>
                </a:lnTo>
                <a:lnTo>
                  <a:pt x="14" y="438"/>
                </a:lnTo>
                <a:lnTo>
                  <a:pt x="15" y="437"/>
                </a:lnTo>
                <a:lnTo>
                  <a:pt x="15" y="436"/>
                </a:lnTo>
                <a:lnTo>
                  <a:pt x="15" y="435"/>
                </a:lnTo>
                <a:lnTo>
                  <a:pt x="15" y="434"/>
                </a:lnTo>
                <a:lnTo>
                  <a:pt x="16" y="433"/>
                </a:lnTo>
                <a:lnTo>
                  <a:pt x="16" y="432"/>
                </a:lnTo>
                <a:lnTo>
                  <a:pt x="15" y="432"/>
                </a:lnTo>
                <a:lnTo>
                  <a:pt x="15" y="431"/>
                </a:lnTo>
                <a:lnTo>
                  <a:pt x="15" y="430"/>
                </a:lnTo>
                <a:lnTo>
                  <a:pt x="16" y="430"/>
                </a:lnTo>
                <a:lnTo>
                  <a:pt x="16" y="429"/>
                </a:lnTo>
                <a:lnTo>
                  <a:pt x="17" y="429"/>
                </a:lnTo>
                <a:lnTo>
                  <a:pt x="17" y="428"/>
                </a:lnTo>
                <a:lnTo>
                  <a:pt x="17" y="427"/>
                </a:lnTo>
                <a:lnTo>
                  <a:pt x="16" y="427"/>
                </a:lnTo>
                <a:lnTo>
                  <a:pt x="16" y="426"/>
                </a:lnTo>
                <a:lnTo>
                  <a:pt x="17" y="426"/>
                </a:lnTo>
                <a:lnTo>
                  <a:pt x="17" y="425"/>
                </a:lnTo>
                <a:lnTo>
                  <a:pt x="17" y="424"/>
                </a:lnTo>
                <a:lnTo>
                  <a:pt x="17" y="422"/>
                </a:lnTo>
                <a:lnTo>
                  <a:pt x="16" y="422"/>
                </a:lnTo>
                <a:lnTo>
                  <a:pt x="16" y="421"/>
                </a:lnTo>
                <a:lnTo>
                  <a:pt x="17" y="421"/>
                </a:lnTo>
                <a:lnTo>
                  <a:pt x="17" y="420"/>
                </a:lnTo>
                <a:lnTo>
                  <a:pt x="16" y="420"/>
                </a:lnTo>
                <a:lnTo>
                  <a:pt x="15" y="419"/>
                </a:lnTo>
                <a:lnTo>
                  <a:pt x="14" y="419"/>
                </a:lnTo>
                <a:lnTo>
                  <a:pt x="14" y="420"/>
                </a:lnTo>
                <a:lnTo>
                  <a:pt x="12" y="419"/>
                </a:lnTo>
                <a:lnTo>
                  <a:pt x="12" y="418"/>
                </a:lnTo>
                <a:lnTo>
                  <a:pt x="11" y="418"/>
                </a:lnTo>
                <a:lnTo>
                  <a:pt x="10" y="418"/>
                </a:lnTo>
                <a:lnTo>
                  <a:pt x="10" y="417"/>
                </a:lnTo>
                <a:lnTo>
                  <a:pt x="9" y="415"/>
                </a:lnTo>
                <a:lnTo>
                  <a:pt x="9" y="414"/>
                </a:lnTo>
                <a:lnTo>
                  <a:pt x="8" y="414"/>
                </a:lnTo>
                <a:lnTo>
                  <a:pt x="8" y="413"/>
                </a:lnTo>
                <a:lnTo>
                  <a:pt x="7" y="413"/>
                </a:lnTo>
                <a:lnTo>
                  <a:pt x="7" y="412"/>
                </a:lnTo>
                <a:lnTo>
                  <a:pt x="7" y="411"/>
                </a:lnTo>
                <a:lnTo>
                  <a:pt x="7" y="410"/>
                </a:lnTo>
                <a:lnTo>
                  <a:pt x="6" y="410"/>
                </a:lnTo>
                <a:lnTo>
                  <a:pt x="5" y="409"/>
                </a:lnTo>
                <a:lnTo>
                  <a:pt x="4" y="409"/>
                </a:lnTo>
                <a:lnTo>
                  <a:pt x="5" y="408"/>
                </a:lnTo>
                <a:lnTo>
                  <a:pt x="5" y="407"/>
                </a:lnTo>
                <a:lnTo>
                  <a:pt x="6" y="407"/>
                </a:lnTo>
                <a:lnTo>
                  <a:pt x="7" y="406"/>
                </a:lnTo>
                <a:lnTo>
                  <a:pt x="8" y="405"/>
                </a:lnTo>
                <a:lnTo>
                  <a:pt x="9" y="405"/>
                </a:lnTo>
                <a:lnTo>
                  <a:pt x="10" y="404"/>
                </a:lnTo>
                <a:lnTo>
                  <a:pt x="11" y="404"/>
                </a:lnTo>
                <a:lnTo>
                  <a:pt x="12" y="404"/>
                </a:lnTo>
                <a:lnTo>
                  <a:pt x="12" y="403"/>
                </a:lnTo>
                <a:lnTo>
                  <a:pt x="12" y="402"/>
                </a:lnTo>
                <a:lnTo>
                  <a:pt x="11" y="402"/>
                </a:lnTo>
                <a:lnTo>
                  <a:pt x="10" y="402"/>
                </a:lnTo>
                <a:lnTo>
                  <a:pt x="10" y="403"/>
                </a:lnTo>
                <a:lnTo>
                  <a:pt x="9" y="403"/>
                </a:lnTo>
                <a:lnTo>
                  <a:pt x="9" y="402"/>
                </a:lnTo>
                <a:lnTo>
                  <a:pt x="8" y="402"/>
                </a:lnTo>
                <a:lnTo>
                  <a:pt x="8" y="401"/>
                </a:lnTo>
                <a:lnTo>
                  <a:pt x="9" y="401"/>
                </a:lnTo>
                <a:lnTo>
                  <a:pt x="9" y="400"/>
                </a:lnTo>
                <a:lnTo>
                  <a:pt x="9" y="399"/>
                </a:lnTo>
                <a:lnTo>
                  <a:pt x="9" y="398"/>
                </a:lnTo>
                <a:lnTo>
                  <a:pt x="10" y="398"/>
                </a:lnTo>
                <a:lnTo>
                  <a:pt x="10" y="397"/>
                </a:lnTo>
                <a:lnTo>
                  <a:pt x="10" y="396"/>
                </a:lnTo>
                <a:lnTo>
                  <a:pt x="9" y="396"/>
                </a:lnTo>
                <a:lnTo>
                  <a:pt x="9" y="395"/>
                </a:lnTo>
                <a:lnTo>
                  <a:pt x="8" y="395"/>
                </a:lnTo>
                <a:lnTo>
                  <a:pt x="9" y="395"/>
                </a:lnTo>
                <a:lnTo>
                  <a:pt x="9" y="394"/>
                </a:lnTo>
                <a:lnTo>
                  <a:pt x="10" y="394"/>
                </a:lnTo>
                <a:lnTo>
                  <a:pt x="11" y="394"/>
                </a:lnTo>
                <a:lnTo>
                  <a:pt x="12" y="394"/>
                </a:lnTo>
                <a:lnTo>
                  <a:pt x="13" y="394"/>
                </a:lnTo>
                <a:lnTo>
                  <a:pt x="13" y="393"/>
                </a:lnTo>
                <a:lnTo>
                  <a:pt x="14" y="393"/>
                </a:lnTo>
                <a:lnTo>
                  <a:pt x="15" y="393"/>
                </a:lnTo>
                <a:lnTo>
                  <a:pt x="16" y="393"/>
                </a:lnTo>
                <a:lnTo>
                  <a:pt x="17" y="393"/>
                </a:lnTo>
                <a:lnTo>
                  <a:pt x="17" y="392"/>
                </a:lnTo>
                <a:lnTo>
                  <a:pt x="18" y="392"/>
                </a:lnTo>
                <a:lnTo>
                  <a:pt x="18" y="391"/>
                </a:lnTo>
                <a:lnTo>
                  <a:pt x="19" y="390"/>
                </a:lnTo>
                <a:lnTo>
                  <a:pt x="20" y="389"/>
                </a:lnTo>
                <a:lnTo>
                  <a:pt x="21" y="389"/>
                </a:lnTo>
                <a:lnTo>
                  <a:pt x="22" y="389"/>
                </a:lnTo>
                <a:lnTo>
                  <a:pt x="23" y="388"/>
                </a:lnTo>
                <a:lnTo>
                  <a:pt x="24" y="389"/>
                </a:lnTo>
                <a:lnTo>
                  <a:pt x="25" y="389"/>
                </a:lnTo>
                <a:lnTo>
                  <a:pt x="26" y="389"/>
                </a:lnTo>
                <a:lnTo>
                  <a:pt x="26" y="388"/>
                </a:lnTo>
                <a:lnTo>
                  <a:pt x="27" y="388"/>
                </a:lnTo>
                <a:lnTo>
                  <a:pt x="27" y="387"/>
                </a:lnTo>
                <a:lnTo>
                  <a:pt x="28" y="387"/>
                </a:lnTo>
                <a:lnTo>
                  <a:pt x="28" y="386"/>
                </a:lnTo>
                <a:lnTo>
                  <a:pt x="29" y="386"/>
                </a:lnTo>
                <a:lnTo>
                  <a:pt x="29" y="385"/>
                </a:lnTo>
                <a:lnTo>
                  <a:pt x="30" y="385"/>
                </a:lnTo>
                <a:lnTo>
                  <a:pt x="30" y="384"/>
                </a:lnTo>
                <a:lnTo>
                  <a:pt x="29" y="384"/>
                </a:lnTo>
                <a:lnTo>
                  <a:pt x="30" y="384"/>
                </a:lnTo>
                <a:lnTo>
                  <a:pt x="31" y="384"/>
                </a:lnTo>
                <a:lnTo>
                  <a:pt x="31" y="383"/>
                </a:lnTo>
                <a:lnTo>
                  <a:pt x="32" y="383"/>
                </a:lnTo>
                <a:lnTo>
                  <a:pt x="32" y="382"/>
                </a:lnTo>
                <a:lnTo>
                  <a:pt x="33" y="382"/>
                </a:lnTo>
                <a:lnTo>
                  <a:pt x="32" y="382"/>
                </a:lnTo>
                <a:lnTo>
                  <a:pt x="32" y="381"/>
                </a:lnTo>
                <a:lnTo>
                  <a:pt x="31" y="381"/>
                </a:lnTo>
                <a:lnTo>
                  <a:pt x="31" y="380"/>
                </a:lnTo>
                <a:lnTo>
                  <a:pt x="30" y="380"/>
                </a:lnTo>
                <a:lnTo>
                  <a:pt x="29" y="380"/>
                </a:lnTo>
                <a:lnTo>
                  <a:pt x="28" y="380"/>
                </a:lnTo>
                <a:lnTo>
                  <a:pt x="27" y="380"/>
                </a:lnTo>
                <a:lnTo>
                  <a:pt x="27" y="379"/>
                </a:lnTo>
                <a:lnTo>
                  <a:pt x="28" y="379"/>
                </a:lnTo>
                <a:lnTo>
                  <a:pt x="27" y="379"/>
                </a:lnTo>
                <a:lnTo>
                  <a:pt x="27" y="378"/>
                </a:lnTo>
                <a:lnTo>
                  <a:pt x="27" y="377"/>
                </a:lnTo>
                <a:lnTo>
                  <a:pt x="27" y="376"/>
                </a:lnTo>
                <a:lnTo>
                  <a:pt x="27" y="375"/>
                </a:lnTo>
                <a:lnTo>
                  <a:pt x="27" y="374"/>
                </a:lnTo>
                <a:lnTo>
                  <a:pt x="27" y="373"/>
                </a:lnTo>
                <a:lnTo>
                  <a:pt x="28" y="373"/>
                </a:lnTo>
                <a:lnTo>
                  <a:pt x="28" y="372"/>
                </a:lnTo>
                <a:lnTo>
                  <a:pt x="29" y="372"/>
                </a:lnTo>
                <a:lnTo>
                  <a:pt x="30" y="372"/>
                </a:lnTo>
                <a:lnTo>
                  <a:pt x="30" y="373"/>
                </a:lnTo>
                <a:lnTo>
                  <a:pt x="31" y="373"/>
                </a:lnTo>
                <a:lnTo>
                  <a:pt x="31" y="372"/>
                </a:lnTo>
                <a:lnTo>
                  <a:pt x="32" y="372"/>
                </a:lnTo>
                <a:lnTo>
                  <a:pt x="33" y="372"/>
                </a:lnTo>
                <a:lnTo>
                  <a:pt x="33" y="370"/>
                </a:lnTo>
                <a:lnTo>
                  <a:pt x="32" y="370"/>
                </a:lnTo>
                <a:lnTo>
                  <a:pt x="32" y="369"/>
                </a:lnTo>
                <a:lnTo>
                  <a:pt x="31" y="369"/>
                </a:lnTo>
                <a:lnTo>
                  <a:pt x="31" y="368"/>
                </a:lnTo>
                <a:lnTo>
                  <a:pt x="30" y="367"/>
                </a:lnTo>
                <a:lnTo>
                  <a:pt x="30" y="366"/>
                </a:lnTo>
                <a:lnTo>
                  <a:pt x="29" y="366"/>
                </a:lnTo>
                <a:lnTo>
                  <a:pt x="29" y="365"/>
                </a:lnTo>
                <a:lnTo>
                  <a:pt x="30" y="365"/>
                </a:lnTo>
                <a:lnTo>
                  <a:pt x="30" y="364"/>
                </a:lnTo>
                <a:lnTo>
                  <a:pt x="30" y="365"/>
                </a:lnTo>
                <a:lnTo>
                  <a:pt x="31" y="365"/>
                </a:lnTo>
                <a:lnTo>
                  <a:pt x="31" y="364"/>
                </a:lnTo>
                <a:lnTo>
                  <a:pt x="31" y="363"/>
                </a:lnTo>
                <a:lnTo>
                  <a:pt x="31" y="361"/>
                </a:lnTo>
                <a:lnTo>
                  <a:pt x="31" y="360"/>
                </a:lnTo>
                <a:lnTo>
                  <a:pt x="32" y="359"/>
                </a:lnTo>
                <a:lnTo>
                  <a:pt x="31" y="359"/>
                </a:lnTo>
                <a:lnTo>
                  <a:pt x="31" y="358"/>
                </a:lnTo>
                <a:lnTo>
                  <a:pt x="31" y="357"/>
                </a:lnTo>
                <a:lnTo>
                  <a:pt x="32" y="357"/>
                </a:lnTo>
                <a:lnTo>
                  <a:pt x="32" y="356"/>
                </a:lnTo>
                <a:lnTo>
                  <a:pt x="31" y="356"/>
                </a:lnTo>
                <a:lnTo>
                  <a:pt x="31" y="355"/>
                </a:lnTo>
                <a:lnTo>
                  <a:pt x="31" y="354"/>
                </a:lnTo>
                <a:lnTo>
                  <a:pt x="32" y="354"/>
                </a:lnTo>
                <a:lnTo>
                  <a:pt x="33" y="354"/>
                </a:lnTo>
                <a:lnTo>
                  <a:pt x="34" y="354"/>
                </a:lnTo>
                <a:lnTo>
                  <a:pt x="34" y="353"/>
                </a:lnTo>
                <a:lnTo>
                  <a:pt x="34" y="352"/>
                </a:lnTo>
                <a:lnTo>
                  <a:pt x="33" y="351"/>
                </a:lnTo>
                <a:lnTo>
                  <a:pt x="33" y="350"/>
                </a:lnTo>
                <a:lnTo>
                  <a:pt x="34" y="349"/>
                </a:lnTo>
                <a:lnTo>
                  <a:pt x="34" y="348"/>
                </a:lnTo>
                <a:lnTo>
                  <a:pt x="34" y="347"/>
                </a:lnTo>
                <a:lnTo>
                  <a:pt x="35" y="346"/>
                </a:lnTo>
                <a:lnTo>
                  <a:pt x="36" y="346"/>
                </a:lnTo>
                <a:lnTo>
                  <a:pt x="36" y="345"/>
                </a:lnTo>
                <a:lnTo>
                  <a:pt x="35" y="344"/>
                </a:lnTo>
                <a:lnTo>
                  <a:pt x="34" y="344"/>
                </a:lnTo>
                <a:lnTo>
                  <a:pt x="33" y="344"/>
                </a:lnTo>
                <a:lnTo>
                  <a:pt x="32" y="344"/>
                </a:lnTo>
                <a:lnTo>
                  <a:pt x="31" y="344"/>
                </a:lnTo>
                <a:lnTo>
                  <a:pt x="30" y="344"/>
                </a:lnTo>
                <a:lnTo>
                  <a:pt x="29" y="344"/>
                </a:lnTo>
                <a:lnTo>
                  <a:pt x="29" y="345"/>
                </a:lnTo>
                <a:lnTo>
                  <a:pt x="28" y="345"/>
                </a:lnTo>
                <a:lnTo>
                  <a:pt x="27" y="345"/>
                </a:lnTo>
                <a:lnTo>
                  <a:pt x="26" y="345"/>
                </a:lnTo>
                <a:lnTo>
                  <a:pt x="25" y="345"/>
                </a:lnTo>
                <a:lnTo>
                  <a:pt x="24" y="345"/>
                </a:lnTo>
                <a:lnTo>
                  <a:pt x="23" y="345"/>
                </a:lnTo>
                <a:lnTo>
                  <a:pt x="22" y="345"/>
                </a:lnTo>
                <a:lnTo>
                  <a:pt x="22" y="344"/>
                </a:lnTo>
                <a:lnTo>
                  <a:pt x="20" y="344"/>
                </a:lnTo>
                <a:lnTo>
                  <a:pt x="19" y="344"/>
                </a:lnTo>
                <a:lnTo>
                  <a:pt x="18" y="344"/>
                </a:lnTo>
                <a:lnTo>
                  <a:pt x="17" y="344"/>
                </a:lnTo>
                <a:lnTo>
                  <a:pt x="16" y="344"/>
                </a:lnTo>
                <a:lnTo>
                  <a:pt x="14" y="344"/>
                </a:lnTo>
                <a:lnTo>
                  <a:pt x="13" y="344"/>
                </a:lnTo>
                <a:lnTo>
                  <a:pt x="13" y="343"/>
                </a:lnTo>
                <a:lnTo>
                  <a:pt x="12" y="343"/>
                </a:lnTo>
                <a:lnTo>
                  <a:pt x="11" y="343"/>
                </a:lnTo>
                <a:lnTo>
                  <a:pt x="11" y="342"/>
                </a:lnTo>
                <a:lnTo>
                  <a:pt x="12" y="342"/>
                </a:lnTo>
                <a:lnTo>
                  <a:pt x="13" y="342"/>
                </a:lnTo>
                <a:lnTo>
                  <a:pt x="14" y="342"/>
                </a:lnTo>
                <a:lnTo>
                  <a:pt x="13" y="342"/>
                </a:lnTo>
                <a:lnTo>
                  <a:pt x="12" y="342"/>
                </a:lnTo>
                <a:lnTo>
                  <a:pt x="12" y="341"/>
                </a:lnTo>
                <a:lnTo>
                  <a:pt x="11" y="341"/>
                </a:lnTo>
                <a:lnTo>
                  <a:pt x="10" y="340"/>
                </a:lnTo>
                <a:lnTo>
                  <a:pt x="9" y="340"/>
                </a:lnTo>
                <a:lnTo>
                  <a:pt x="8" y="340"/>
                </a:lnTo>
                <a:lnTo>
                  <a:pt x="8" y="339"/>
                </a:lnTo>
                <a:lnTo>
                  <a:pt x="7" y="339"/>
                </a:lnTo>
                <a:lnTo>
                  <a:pt x="7" y="340"/>
                </a:lnTo>
                <a:lnTo>
                  <a:pt x="6" y="340"/>
                </a:lnTo>
                <a:lnTo>
                  <a:pt x="6" y="339"/>
                </a:lnTo>
                <a:lnTo>
                  <a:pt x="5" y="339"/>
                </a:lnTo>
                <a:lnTo>
                  <a:pt x="4" y="339"/>
                </a:lnTo>
                <a:lnTo>
                  <a:pt x="4" y="338"/>
                </a:lnTo>
                <a:lnTo>
                  <a:pt x="3" y="338"/>
                </a:lnTo>
                <a:lnTo>
                  <a:pt x="2" y="338"/>
                </a:lnTo>
                <a:lnTo>
                  <a:pt x="2" y="336"/>
                </a:lnTo>
                <a:lnTo>
                  <a:pt x="3" y="335"/>
                </a:lnTo>
                <a:lnTo>
                  <a:pt x="3" y="334"/>
                </a:lnTo>
                <a:lnTo>
                  <a:pt x="2" y="333"/>
                </a:lnTo>
                <a:lnTo>
                  <a:pt x="2" y="332"/>
                </a:lnTo>
                <a:lnTo>
                  <a:pt x="2" y="331"/>
                </a:lnTo>
                <a:lnTo>
                  <a:pt x="2" y="330"/>
                </a:lnTo>
                <a:lnTo>
                  <a:pt x="3" y="330"/>
                </a:lnTo>
                <a:lnTo>
                  <a:pt x="2" y="330"/>
                </a:lnTo>
                <a:lnTo>
                  <a:pt x="2" y="329"/>
                </a:lnTo>
                <a:lnTo>
                  <a:pt x="1" y="329"/>
                </a:lnTo>
                <a:lnTo>
                  <a:pt x="1" y="328"/>
                </a:lnTo>
                <a:lnTo>
                  <a:pt x="0" y="328"/>
                </a:lnTo>
                <a:lnTo>
                  <a:pt x="0" y="327"/>
                </a:lnTo>
                <a:lnTo>
                  <a:pt x="1" y="327"/>
                </a:lnTo>
                <a:lnTo>
                  <a:pt x="1" y="326"/>
                </a:lnTo>
                <a:lnTo>
                  <a:pt x="1" y="325"/>
                </a:lnTo>
                <a:lnTo>
                  <a:pt x="2" y="325"/>
                </a:lnTo>
                <a:lnTo>
                  <a:pt x="3" y="325"/>
                </a:lnTo>
                <a:lnTo>
                  <a:pt x="3" y="326"/>
                </a:lnTo>
                <a:lnTo>
                  <a:pt x="4" y="326"/>
                </a:lnTo>
                <a:lnTo>
                  <a:pt x="4" y="327"/>
                </a:lnTo>
                <a:lnTo>
                  <a:pt x="5" y="327"/>
                </a:lnTo>
                <a:lnTo>
                  <a:pt x="5" y="326"/>
                </a:lnTo>
                <a:lnTo>
                  <a:pt x="6" y="326"/>
                </a:lnTo>
                <a:lnTo>
                  <a:pt x="6" y="327"/>
                </a:lnTo>
                <a:lnTo>
                  <a:pt x="7" y="327"/>
                </a:lnTo>
                <a:lnTo>
                  <a:pt x="8" y="327"/>
                </a:lnTo>
                <a:lnTo>
                  <a:pt x="9" y="327"/>
                </a:lnTo>
                <a:lnTo>
                  <a:pt x="10" y="327"/>
                </a:lnTo>
                <a:lnTo>
                  <a:pt x="11" y="327"/>
                </a:lnTo>
                <a:lnTo>
                  <a:pt x="11" y="326"/>
                </a:lnTo>
                <a:lnTo>
                  <a:pt x="12" y="326"/>
                </a:lnTo>
                <a:lnTo>
                  <a:pt x="12" y="327"/>
                </a:lnTo>
                <a:lnTo>
                  <a:pt x="12" y="326"/>
                </a:lnTo>
                <a:lnTo>
                  <a:pt x="13" y="326"/>
                </a:lnTo>
                <a:lnTo>
                  <a:pt x="13" y="327"/>
                </a:lnTo>
                <a:lnTo>
                  <a:pt x="14" y="326"/>
                </a:lnTo>
                <a:lnTo>
                  <a:pt x="15" y="326"/>
                </a:lnTo>
                <a:lnTo>
                  <a:pt x="16" y="326"/>
                </a:lnTo>
                <a:lnTo>
                  <a:pt x="18" y="326"/>
                </a:lnTo>
                <a:lnTo>
                  <a:pt x="18" y="325"/>
                </a:lnTo>
                <a:lnTo>
                  <a:pt x="19" y="325"/>
                </a:lnTo>
                <a:lnTo>
                  <a:pt x="20" y="324"/>
                </a:lnTo>
                <a:lnTo>
                  <a:pt x="20" y="325"/>
                </a:lnTo>
                <a:lnTo>
                  <a:pt x="21" y="325"/>
                </a:lnTo>
                <a:lnTo>
                  <a:pt x="21" y="324"/>
                </a:lnTo>
                <a:lnTo>
                  <a:pt x="22" y="324"/>
                </a:lnTo>
                <a:lnTo>
                  <a:pt x="22" y="323"/>
                </a:lnTo>
                <a:lnTo>
                  <a:pt x="22" y="322"/>
                </a:lnTo>
                <a:lnTo>
                  <a:pt x="22" y="323"/>
                </a:lnTo>
                <a:lnTo>
                  <a:pt x="22" y="322"/>
                </a:lnTo>
                <a:lnTo>
                  <a:pt x="23" y="322"/>
                </a:lnTo>
                <a:lnTo>
                  <a:pt x="24" y="322"/>
                </a:lnTo>
                <a:lnTo>
                  <a:pt x="24" y="321"/>
                </a:lnTo>
                <a:lnTo>
                  <a:pt x="25" y="321"/>
                </a:lnTo>
                <a:lnTo>
                  <a:pt x="26" y="320"/>
                </a:lnTo>
                <a:lnTo>
                  <a:pt x="27" y="320"/>
                </a:lnTo>
                <a:lnTo>
                  <a:pt x="28" y="320"/>
                </a:lnTo>
                <a:lnTo>
                  <a:pt x="29" y="320"/>
                </a:lnTo>
                <a:lnTo>
                  <a:pt x="29" y="321"/>
                </a:lnTo>
                <a:lnTo>
                  <a:pt x="30" y="321"/>
                </a:lnTo>
                <a:lnTo>
                  <a:pt x="31" y="321"/>
                </a:lnTo>
                <a:lnTo>
                  <a:pt x="32" y="321"/>
                </a:lnTo>
                <a:lnTo>
                  <a:pt x="32" y="322"/>
                </a:lnTo>
                <a:lnTo>
                  <a:pt x="33" y="322"/>
                </a:lnTo>
                <a:lnTo>
                  <a:pt x="33" y="321"/>
                </a:lnTo>
                <a:lnTo>
                  <a:pt x="34" y="321"/>
                </a:lnTo>
                <a:lnTo>
                  <a:pt x="34" y="322"/>
                </a:lnTo>
                <a:lnTo>
                  <a:pt x="35" y="322"/>
                </a:lnTo>
                <a:lnTo>
                  <a:pt x="36" y="322"/>
                </a:lnTo>
                <a:lnTo>
                  <a:pt x="37" y="322"/>
                </a:lnTo>
                <a:lnTo>
                  <a:pt x="37" y="321"/>
                </a:lnTo>
                <a:lnTo>
                  <a:pt x="38" y="321"/>
                </a:lnTo>
                <a:lnTo>
                  <a:pt x="38" y="322"/>
                </a:lnTo>
                <a:lnTo>
                  <a:pt x="39" y="321"/>
                </a:lnTo>
                <a:lnTo>
                  <a:pt x="39" y="322"/>
                </a:lnTo>
                <a:lnTo>
                  <a:pt x="40" y="322"/>
                </a:lnTo>
                <a:lnTo>
                  <a:pt x="41" y="322"/>
                </a:lnTo>
                <a:lnTo>
                  <a:pt x="41" y="321"/>
                </a:lnTo>
                <a:lnTo>
                  <a:pt x="40" y="321"/>
                </a:lnTo>
                <a:lnTo>
                  <a:pt x="41" y="321"/>
                </a:lnTo>
                <a:lnTo>
                  <a:pt x="42" y="321"/>
                </a:lnTo>
                <a:lnTo>
                  <a:pt x="43" y="322"/>
                </a:lnTo>
                <a:lnTo>
                  <a:pt x="45" y="322"/>
                </a:lnTo>
                <a:lnTo>
                  <a:pt x="45" y="321"/>
                </a:lnTo>
                <a:lnTo>
                  <a:pt x="45" y="322"/>
                </a:lnTo>
                <a:lnTo>
                  <a:pt x="46" y="322"/>
                </a:lnTo>
                <a:lnTo>
                  <a:pt x="46" y="321"/>
                </a:lnTo>
                <a:lnTo>
                  <a:pt x="47" y="322"/>
                </a:lnTo>
                <a:lnTo>
                  <a:pt x="48" y="322"/>
                </a:lnTo>
                <a:lnTo>
                  <a:pt x="48" y="323"/>
                </a:lnTo>
                <a:lnTo>
                  <a:pt x="49" y="323"/>
                </a:lnTo>
                <a:lnTo>
                  <a:pt x="49" y="322"/>
                </a:lnTo>
                <a:lnTo>
                  <a:pt x="49" y="321"/>
                </a:lnTo>
                <a:lnTo>
                  <a:pt x="49" y="320"/>
                </a:lnTo>
                <a:lnTo>
                  <a:pt x="49" y="319"/>
                </a:lnTo>
                <a:lnTo>
                  <a:pt x="49" y="318"/>
                </a:lnTo>
                <a:lnTo>
                  <a:pt x="49" y="317"/>
                </a:lnTo>
                <a:lnTo>
                  <a:pt x="48" y="316"/>
                </a:lnTo>
                <a:lnTo>
                  <a:pt x="49" y="315"/>
                </a:lnTo>
                <a:lnTo>
                  <a:pt x="50" y="315"/>
                </a:lnTo>
                <a:lnTo>
                  <a:pt x="51" y="314"/>
                </a:lnTo>
                <a:lnTo>
                  <a:pt x="52" y="314"/>
                </a:lnTo>
                <a:lnTo>
                  <a:pt x="52" y="313"/>
                </a:lnTo>
                <a:lnTo>
                  <a:pt x="53" y="313"/>
                </a:lnTo>
                <a:lnTo>
                  <a:pt x="54" y="312"/>
                </a:lnTo>
                <a:lnTo>
                  <a:pt x="54" y="311"/>
                </a:lnTo>
                <a:lnTo>
                  <a:pt x="55" y="311"/>
                </a:lnTo>
                <a:lnTo>
                  <a:pt x="55" y="310"/>
                </a:lnTo>
                <a:lnTo>
                  <a:pt x="55" y="309"/>
                </a:lnTo>
                <a:lnTo>
                  <a:pt x="55" y="308"/>
                </a:lnTo>
                <a:lnTo>
                  <a:pt x="56" y="307"/>
                </a:lnTo>
                <a:lnTo>
                  <a:pt x="56" y="306"/>
                </a:lnTo>
                <a:lnTo>
                  <a:pt x="56" y="305"/>
                </a:lnTo>
                <a:lnTo>
                  <a:pt x="56" y="304"/>
                </a:lnTo>
                <a:lnTo>
                  <a:pt x="56" y="303"/>
                </a:lnTo>
                <a:lnTo>
                  <a:pt x="56" y="302"/>
                </a:lnTo>
                <a:lnTo>
                  <a:pt x="55" y="302"/>
                </a:lnTo>
                <a:lnTo>
                  <a:pt x="54" y="302"/>
                </a:lnTo>
                <a:lnTo>
                  <a:pt x="54" y="301"/>
                </a:lnTo>
                <a:lnTo>
                  <a:pt x="55" y="301"/>
                </a:lnTo>
                <a:lnTo>
                  <a:pt x="58" y="301"/>
                </a:lnTo>
                <a:lnTo>
                  <a:pt x="58" y="302"/>
                </a:lnTo>
                <a:lnTo>
                  <a:pt x="59" y="303"/>
                </a:lnTo>
                <a:lnTo>
                  <a:pt x="60" y="304"/>
                </a:lnTo>
                <a:lnTo>
                  <a:pt x="60" y="303"/>
                </a:lnTo>
                <a:lnTo>
                  <a:pt x="61" y="303"/>
                </a:lnTo>
                <a:lnTo>
                  <a:pt x="61" y="304"/>
                </a:lnTo>
                <a:lnTo>
                  <a:pt x="62" y="304"/>
                </a:lnTo>
                <a:lnTo>
                  <a:pt x="63" y="304"/>
                </a:lnTo>
                <a:lnTo>
                  <a:pt x="64" y="304"/>
                </a:lnTo>
                <a:lnTo>
                  <a:pt x="65" y="304"/>
                </a:lnTo>
                <a:lnTo>
                  <a:pt x="66" y="304"/>
                </a:lnTo>
                <a:lnTo>
                  <a:pt x="66" y="305"/>
                </a:lnTo>
                <a:lnTo>
                  <a:pt x="67" y="305"/>
                </a:lnTo>
                <a:lnTo>
                  <a:pt x="66" y="306"/>
                </a:lnTo>
                <a:lnTo>
                  <a:pt x="66" y="307"/>
                </a:lnTo>
                <a:lnTo>
                  <a:pt x="65" y="308"/>
                </a:lnTo>
                <a:lnTo>
                  <a:pt x="66" y="308"/>
                </a:lnTo>
                <a:lnTo>
                  <a:pt x="66" y="309"/>
                </a:lnTo>
                <a:lnTo>
                  <a:pt x="67" y="309"/>
                </a:lnTo>
                <a:lnTo>
                  <a:pt x="68" y="310"/>
                </a:lnTo>
                <a:lnTo>
                  <a:pt x="69" y="310"/>
                </a:lnTo>
                <a:lnTo>
                  <a:pt x="70" y="310"/>
                </a:lnTo>
                <a:lnTo>
                  <a:pt x="72" y="310"/>
                </a:lnTo>
                <a:lnTo>
                  <a:pt x="72" y="311"/>
                </a:lnTo>
                <a:lnTo>
                  <a:pt x="73" y="311"/>
                </a:lnTo>
                <a:lnTo>
                  <a:pt x="74" y="312"/>
                </a:lnTo>
                <a:lnTo>
                  <a:pt x="75" y="313"/>
                </a:lnTo>
                <a:lnTo>
                  <a:pt x="76" y="313"/>
                </a:lnTo>
                <a:lnTo>
                  <a:pt x="77" y="313"/>
                </a:lnTo>
                <a:lnTo>
                  <a:pt x="78" y="313"/>
                </a:lnTo>
                <a:lnTo>
                  <a:pt x="79" y="313"/>
                </a:lnTo>
                <a:lnTo>
                  <a:pt x="80" y="313"/>
                </a:lnTo>
                <a:lnTo>
                  <a:pt x="81" y="313"/>
                </a:lnTo>
                <a:lnTo>
                  <a:pt x="82" y="313"/>
                </a:lnTo>
                <a:lnTo>
                  <a:pt x="83" y="313"/>
                </a:lnTo>
                <a:lnTo>
                  <a:pt x="84" y="314"/>
                </a:lnTo>
                <a:lnTo>
                  <a:pt x="84" y="315"/>
                </a:lnTo>
                <a:lnTo>
                  <a:pt x="85" y="315"/>
                </a:lnTo>
                <a:lnTo>
                  <a:pt x="86" y="315"/>
                </a:lnTo>
                <a:lnTo>
                  <a:pt x="87" y="315"/>
                </a:lnTo>
                <a:lnTo>
                  <a:pt x="87" y="314"/>
                </a:lnTo>
                <a:lnTo>
                  <a:pt x="88" y="315"/>
                </a:lnTo>
                <a:lnTo>
                  <a:pt x="90" y="315"/>
                </a:lnTo>
                <a:lnTo>
                  <a:pt x="91" y="315"/>
                </a:lnTo>
                <a:lnTo>
                  <a:pt x="93" y="316"/>
                </a:lnTo>
                <a:lnTo>
                  <a:pt x="95" y="316"/>
                </a:lnTo>
                <a:lnTo>
                  <a:pt x="97" y="316"/>
                </a:lnTo>
                <a:lnTo>
                  <a:pt x="98" y="316"/>
                </a:lnTo>
                <a:lnTo>
                  <a:pt x="98" y="315"/>
                </a:lnTo>
                <a:lnTo>
                  <a:pt x="99" y="315"/>
                </a:lnTo>
                <a:lnTo>
                  <a:pt x="101" y="314"/>
                </a:lnTo>
                <a:lnTo>
                  <a:pt x="102" y="314"/>
                </a:lnTo>
                <a:lnTo>
                  <a:pt x="104" y="315"/>
                </a:lnTo>
                <a:lnTo>
                  <a:pt x="105" y="315"/>
                </a:lnTo>
                <a:lnTo>
                  <a:pt x="105" y="316"/>
                </a:lnTo>
                <a:lnTo>
                  <a:pt x="106" y="316"/>
                </a:lnTo>
                <a:lnTo>
                  <a:pt x="107" y="316"/>
                </a:lnTo>
                <a:lnTo>
                  <a:pt x="108" y="316"/>
                </a:lnTo>
                <a:lnTo>
                  <a:pt x="109" y="316"/>
                </a:lnTo>
                <a:lnTo>
                  <a:pt x="110" y="316"/>
                </a:lnTo>
                <a:lnTo>
                  <a:pt x="112" y="316"/>
                </a:lnTo>
                <a:lnTo>
                  <a:pt x="113" y="316"/>
                </a:lnTo>
                <a:lnTo>
                  <a:pt x="115" y="316"/>
                </a:lnTo>
                <a:lnTo>
                  <a:pt x="116" y="316"/>
                </a:lnTo>
                <a:lnTo>
                  <a:pt x="116" y="317"/>
                </a:lnTo>
                <a:lnTo>
                  <a:pt x="117" y="317"/>
                </a:lnTo>
                <a:lnTo>
                  <a:pt x="118" y="318"/>
                </a:lnTo>
                <a:lnTo>
                  <a:pt x="119" y="318"/>
                </a:lnTo>
                <a:lnTo>
                  <a:pt x="119" y="319"/>
                </a:lnTo>
                <a:lnTo>
                  <a:pt x="120" y="319"/>
                </a:lnTo>
                <a:lnTo>
                  <a:pt x="121" y="319"/>
                </a:lnTo>
                <a:lnTo>
                  <a:pt x="121" y="320"/>
                </a:lnTo>
                <a:lnTo>
                  <a:pt x="122" y="320"/>
                </a:lnTo>
                <a:lnTo>
                  <a:pt x="123" y="320"/>
                </a:lnTo>
                <a:lnTo>
                  <a:pt x="124" y="320"/>
                </a:lnTo>
                <a:lnTo>
                  <a:pt x="124" y="321"/>
                </a:lnTo>
                <a:lnTo>
                  <a:pt x="125" y="322"/>
                </a:lnTo>
                <a:lnTo>
                  <a:pt x="125" y="323"/>
                </a:lnTo>
                <a:lnTo>
                  <a:pt x="125" y="324"/>
                </a:lnTo>
                <a:lnTo>
                  <a:pt x="126" y="325"/>
                </a:lnTo>
                <a:lnTo>
                  <a:pt x="127" y="325"/>
                </a:lnTo>
                <a:lnTo>
                  <a:pt x="128" y="325"/>
                </a:lnTo>
                <a:lnTo>
                  <a:pt x="128" y="326"/>
                </a:lnTo>
                <a:lnTo>
                  <a:pt x="127" y="326"/>
                </a:lnTo>
                <a:lnTo>
                  <a:pt x="128" y="326"/>
                </a:lnTo>
                <a:lnTo>
                  <a:pt x="130" y="328"/>
                </a:lnTo>
                <a:lnTo>
                  <a:pt x="131" y="328"/>
                </a:lnTo>
                <a:lnTo>
                  <a:pt x="132" y="327"/>
                </a:lnTo>
                <a:lnTo>
                  <a:pt x="133" y="327"/>
                </a:lnTo>
                <a:lnTo>
                  <a:pt x="134" y="327"/>
                </a:lnTo>
                <a:lnTo>
                  <a:pt x="135" y="326"/>
                </a:lnTo>
                <a:lnTo>
                  <a:pt x="136" y="326"/>
                </a:lnTo>
                <a:lnTo>
                  <a:pt x="137" y="326"/>
                </a:lnTo>
                <a:lnTo>
                  <a:pt x="137" y="327"/>
                </a:lnTo>
                <a:lnTo>
                  <a:pt x="137" y="326"/>
                </a:lnTo>
                <a:lnTo>
                  <a:pt x="138" y="326"/>
                </a:lnTo>
                <a:lnTo>
                  <a:pt x="138" y="325"/>
                </a:lnTo>
                <a:lnTo>
                  <a:pt x="139" y="325"/>
                </a:lnTo>
                <a:lnTo>
                  <a:pt x="139" y="324"/>
                </a:lnTo>
                <a:lnTo>
                  <a:pt x="140" y="323"/>
                </a:lnTo>
                <a:lnTo>
                  <a:pt x="140" y="322"/>
                </a:lnTo>
                <a:lnTo>
                  <a:pt x="140" y="321"/>
                </a:lnTo>
                <a:lnTo>
                  <a:pt x="140" y="320"/>
                </a:lnTo>
                <a:lnTo>
                  <a:pt x="141" y="320"/>
                </a:lnTo>
                <a:lnTo>
                  <a:pt x="141" y="319"/>
                </a:lnTo>
                <a:lnTo>
                  <a:pt x="142" y="319"/>
                </a:lnTo>
                <a:lnTo>
                  <a:pt x="143" y="319"/>
                </a:lnTo>
                <a:lnTo>
                  <a:pt x="143" y="318"/>
                </a:lnTo>
                <a:lnTo>
                  <a:pt x="144" y="319"/>
                </a:lnTo>
                <a:lnTo>
                  <a:pt x="145" y="319"/>
                </a:lnTo>
                <a:lnTo>
                  <a:pt x="146" y="319"/>
                </a:lnTo>
                <a:lnTo>
                  <a:pt x="147" y="319"/>
                </a:lnTo>
                <a:lnTo>
                  <a:pt x="147" y="320"/>
                </a:lnTo>
                <a:lnTo>
                  <a:pt x="148" y="320"/>
                </a:lnTo>
                <a:lnTo>
                  <a:pt x="149" y="320"/>
                </a:lnTo>
                <a:lnTo>
                  <a:pt x="150" y="320"/>
                </a:lnTo>
                <a:lnTo>
                  <a:pt x="151" y="320"/>
                </a:lnTo>
                <a:lnTo>
                  <a:pt x="152" y="320"/>
                </a:lnTo>
                <a:lnTo>
                  <a:pt x="154" y="320"/>
                </a:lnTo>
                <a:lnTo>
                  <a:pt x="154" y="319"/>
                </a:lnTo>
                <a:lnTo>
                  <a:pt x="155" y="319"/>
                </a:lnTo>
                <a:lnTo>
                  <a:pt x="155" y="318"/>
                </a:lnTo>
                <a:lnTo>
                  <a:pt x="155" y="317"/>
                </a:lnTo>
                <a:lnTo>
                  <a:pt x="155" y="316"/>
                </a:lnTo>
                <a:lnTo>
                  <a:pt x="155" y="315"/>
                </a:lnTo>
                <a:lnTo>
                  <a:pt x="154" y="315"/>
                </a:lnTo>
                <a:lnTo>
                  <a:pt x="154" y="314"/>
                </a:lnTo>
                <a:lnTo>
                  <a:pt x="153" y="313"/>
                </a:lnTo>
                <a:lnTo>
                  <a:pt x="152" y="313"/>
                </a:lnTo>
                <a:lnTo>
                  <a:pt x="153" y="312"/>
                </a:lnTo>
                <a:lnTo>
                  <a:pt x="153" y="311"/>
                </a:lnTo>
                <a:lnTo>
                  <a:pt x="152" y="311"/>
                </a:lnTo>
                <a:lnTo>
                  <a:pt x="152" y="310"/>
                </a:lnTo>
                <a:lnTo>
                  <a:pt x="153" y="309"/>
                </a:lnTo>
                <a:lnTo>
                  <a:pt x="152" y="309"/>
                </a:lnTo>
                <a:lnTo>
                  <a:pt x="152" y="308"/>
                </a:lnTo>
                <a:lnTo>
                  <a:pt x="153" y="308"/>
                </a:lnTo>
                <a:lnTo>
                  <a:pt x="153" y="307"/>
                </a:lnTo>
                <a:lnTo>
                  <a:pt x="152" y="307"/>
                </a:lnTo>
                <a:lnTo>
                  <a:pt x="151" y="307"/>
                </a:lnTo>
                <a:lnTo>
                  <a:pt x="150" y="306"/>
                </a:lnTo>
                <a:lnTo>
                  <a:pt x="149" y="305"/>
                </a:lnTo>
                <a:lnTo>
                  <a:pt x="148" y="305"/>
                </a:lnTo>
                <a:lnTo>
                  <a:pt x="148" y="304"/>
                </a:lnTo>
                <a:lnTo>
                  <a:pt x="148" y="303"/>
                </a:lnTo>
                <a:lnTo>
                  <a:pt x="149" y="303"/>
                </a:lnTo>
                <a:lnTo>
                  <a:pt x="149" y="302"/>
                </a:lnTo>
                <a:lnTo>
                  <a:pt x="150" y="301"/>
                </a:lnTo>
                <a:lnTo>
                  <a:pt x="151" y="300"/>
                </a:lnTo>
                <a:lnTo>
                  <a:pt x="151" y="299"/>
                </a:lnTo>
                <a:lnTo>
                  <a:pt x="150" y="299"/>
                </a:lnTo>
                <a:lnTo>
                  <a:pt x="149" y="299"/>
                </a:lnTo>
                <a:lnTo>
                  <a:pt x="148" y="299"/>
                </a:lnTo>
                <a:lnTo>
                  <a:pt x="148" y="298"/>
                </a:lnTo>
                <a:lnTo>
                  <a:pt x="149" y="298"/>
                </a:lnTo>
                <a:lnTo>
                  <a:pt x="148" y="297"/>
                </a:lnTo>
                <a:lnTo>
                  <a:pt x="147" y="297"/>
                </a:lnTo>
                <a:lnTo>
                  <a:pt x="147" y="296"/>
                </a:lnTo>
                <a:lnTo>
                  <a:pt x="146" y="296"/>
                </a:lnTo>
                <a:lnTo>
                  <a:pt x="146" y="295"/>
                </a:lnTo>
                <a:lnTo>
                  <a:pt x="147" y="295"/>
                </a:lnTo>
                <a:lnTo>
                  <a:pt x="147" y="294"/>
                </a:lnTo>
                <a:lnTo>
                  <a:pt x="147" y="293"/>
                </a:lnTo>
                <a:lnTo>
                  <a:pt x="147" y="292"/>
                </a:lnTo>
                <a:lnTo>
                  <a:pt x="147" y="291"/>
                </a:lnTo>
                <a:lnTo>
                  <a:pt x="148" y="291"/>
                </a:lnTo>
                <a:lnTo>
                  <a:pt x="148" y="290"/>
                </a:lnTo>
                <a:lnTo>
                  <a:pt x="147" y="290"/>
                </a:lnTo>
                <a:lnTo>
                  <a:pt x="147" y="289"/>
                </a:lnTo>
                <a:lnTo>
                  <a:pt x="147" y="288"/>
                </a:lnTo>
                <a:lnTo>
                  <a:pt x="148" y="288"/>
                </a:lnTo>
                <a:lnTo>
                  <a:pt x="148" y="287"/>
                </a:lnTo>
                <a:lnTo>
                  <a:pt x="148" y="286"/>
                </a:lnTo>
                <a:lnTo>
                  <a:pt x="149" y="286"/>
                </a:lnTo>
                <a:lnTo>
                  <a:pt x="149" y="285"/>
                </a:lnTo>
                <a:lnTo>
                  <a:pt x="147" y="285"/>
                </a:lnTo>
                <a:lnTo>
                  <a:pt x="147" y="284"/>
                </a:lnTo>
                <a:lnTo>
                  <a:pt x="146" y="284"/>
                </a:lnTo>
                <a:lnTo>
                  <a:pt x="147" y="284"/>
                </a:lnTo>
                <a:lnTo>
                  <a:pt x="147" y="283"/>
                </a:lnTo>
                <a:lnTo>
                  <a:pt x="147" y="282"/>
                </a:lnTo>
                <a:lnTo>
                  <a:pt x="147" y="281"/>
                </a:lnTo>
                <a:lnTo>
                  <a:pt x="148" y="281"/>
                </a:lnTo>
                <a:lnTo>
                  <a:pt x="147" y="281"/>
                </a:lnTo>
                <a:lnTo>
                  <a:pt x="147" y="280"/>
                </a:lnTo>
                <a:lnTo>
                  <a:pt x="147" y="279"/>
                </a:lnTo>
                <a:lnTo>
                  <a:pt x="147" y="278"/>
                </a:lnTo>
                <a:lnTo>
                  <a:pt x="146" y="278"/>
                </a:lnTo>
                <a:lnTo>
                  <a:pt x="146" y="277"/>
                </a:lnTo>
                <a:lnTo>
                  <a:pt x="147" y="277"/>
                </a:lnTo>
                <a:lnTo>
                  <a:pt x="147" y="276"/>
                </a:lnTo>
                <a:lnTo>
                  <a:pt x="147" y="275"/>
                </a:lnTo>
                <a:lnTo>
                  <a:pt x="146" y="275"/>
                </a:lnTo>
                <a:lnTo>
                  <a:pt x="145" y="275"/>
                </a:lnTo>
                <a:lnTo>
                  <a:pt x="145" y="274"/>
                </a:lnTo>
                <a:lnTo>
                  <a:pt x="144" y="274"/>
                </a:lnTo>
                <a:lnTo>
                  <a:pt x="143" y="274"/>
                </a:lnTo>
                <a:lnTo>
                  <a:pt x="142" y="274"/>
                </a:lnTo>
                <a:lnTo>
                  <a:pt x="142" y="273"/>
                </a:lnTo>
                <a:lnTo>
                  <a:pt x="141" y="273"/>
                </a:lnTo>
                <a:lnTo>
                  <a:pt x="140" y="273"/>
                </a:lnTo>
                <a:lnTo>
                  <a:pt x="138" y="273"/>
                </a:lnTo>
                <a:lnTo>
                  <a:pt x="137" y="273"/>
                </a:lnTo>
                <a:lnTo>
                  <a:pt x="136" y="273"/>
                </a:lnTo>
                <a:lnTo>
                  <a:pt x="136" y="272"/>
                </a:lnTo>
                <a:lnTo>
                  <a:pt x="135" y="272"/>
                </a:lnTo>
                <a:lnTo>
                  <a:pt x="134" y="272"/>
                </a:lnTo>
                <a:lnTo>
                  <a:pt x="134" y="273"/>
                </a:lnTo>
                <a:lnTo>
                  <a:pt x="133" y="273"/>
                </a:lnTo>
                <a:lnTo>
                  <a:pt x="133" y="272"/>
                </a:lnTo>
                <a:lnTo>
                  <a:pt x="132" y="273"/>
                </a:lnTo>
                <a:lnTo>
                  <a:pt x="131" y="273"/>
                </a:lnTo>
                <a:lnTo>
                  <a:pt x="131" y="272"/>
                </a:lnTo>
                <a:lnTo>
                  <a:pt x="129" y="272"/>
                </a:lnTo>
                <a:lnTo>
                  <a:pt x="128" y="272"/>
                </a:lnTo>
                <a:lnTo>
                  <a:pt x="128" y="271"/>
                </a:lnTo>
                <a:lnTo>
                  <a:pt x="128" y="270"/>
                </a:lnTo>
                <a:lnTo>
                  <a:pt x="127" y="270"/>
                </a:lnTo>
                <a:lnTo>
                  <a:pt x="125" y="270"/>
                </a:lnTo>
                <a:lnTo>
                  <a:pt x="124" y="270"/>
                </a:lnTo>
                <a:lnTo>
                  <a:pt x="123" y="269"/>
                </a:lnTo>
                <a:lnTo>
                  <a:pt x="122" y="269"/>
                </a:lnTo>
                <a:lnTo>
                  <a:pt x="122" y="270"/>
                </a:lnTo>
                <a:lnTo>
                  <a:pt x="121" y="270"/>
                </a:lnTo>
                <a:lnTo>
                  <a:pt x="120" y="269"/>
                </a:lnTo>
                <a:lnTo>
                  <a:pt x="120" y="268"/>
                </a:lnTo>
                <a:lnTo>
                  <a:pt x="119" y="268"/>
                </a:lnTo>
                <a:lnTo>
                  <a:pt x="119" y="267"/>
                </a:lnTo>
                <a:lnTo>
                  <a:pt x="119" y="266"/>
                </a:lnTo>
                <a:lnTo>
                  <a:pt x="120" y="266"/>
                </a:lnTo>
                <a:lnTo>
                  <a:pt x="120" y="265"/>
                </a:lnTo>
                <a:lnTo>
                  <a:pt x="120" y="264"/>
                </a:lnTo>
                <a:lnTo>
                  <a:pt x="120" y="263"/>
                </a:lnTo>
                <a:lnTo>
                  <a:pt x="120" y="262"/>
                </a:lnTo>
                <a:lnTo>
                  <a:pt x="119" y="262"/>
                </a:lnTo>
                <a:lnTo>
                  <a:pt x="118" y="262"/>
                </a:lnTo>
                <a:lnTo>
                  <a:pt x="117" y="262"/>
                </a:lnTo>
                <a:lnTo>
                  <a:pt x="118" y="262"/>
                </a:lnTo>
                <a:lnTo>
                  <a:pt x="118" y="261"/>
                </a:lnTo>
                <a:lnTo>
                  <a:pt x="118" y="260"/>
                </a:lnTo>
                <a:lnTo>
                  <a:pt x="118" y="259"/>
                </a:lnTo>
                <a:lnTo>
                  <a:pt x="119" y="259"/>
                </a:lnTo>
                <a:lnTo>
                  <a:pt x="119" y="258"/>
                </a:lnTo>
                <a:lnTo>
                  <a:pt x="119" y="257"/>
                </a:lnTo>
                <a:lnTo>
                  <a:pt x="120" y="257"/>
                </a:lnTo>
                <a:lnTo>
                  <a:pt x="121" y="257"/>
                </a:lnTo>
                <a:lnTo>
                  <a:pt x="121" y="256"/>
                </a:lnTo>
                <a:lnTo>
                  <a:pt x="122" y="256"/>
                </a:lnTo>
                <a:lnTo>
                  <a:pt x="122" y="255"/>
                </a:lnTo>
                <a:lnTo>
                  <a:pt x="121" y="254"/>
                </a:lnTo>
                <a:lnTo>
                  <a:pt x="120" y="254"/>
                </a:lnTo>
                <a:lnTo>
                  <a:pt x="120" y="253"/>
                </a:lnTo>
                <a:lnTo>
                  <a:pt x="119" y="252"/>
                </a:lnTo>
                <a:lnTo>
                  <a:pt x="120" y="252"/>
                </a:lnTo>
                <a:lnTo>
                  <a:pt x="120" y="251"/>
                </a:lnTo>
                <a:lnTo>
                  <a:pt x="119" y="251"/>
                </a:lnTo>
                <a:lnTo>
                  <a:pt x="119" y="250"/>
                </a:lnTo>
                <a:lnTo>
                  <a:pt x="119" y="248"/>
                </a:lnTo>
                <a:lnTo>
                  <a:pt x="119" y="247"/>
                </a:lnTo>
                <a:lnTo>
                  <a:pt x="119" y="246"/>
                </a:lnTo>
                <a:lnTo>
                  <a:pt x="120" y="246"/>
                </a:lnTo>
                <a:lnTo>
                  <a:pt x="120" y="245"/>
                </a:lnTo>
                <a:lnTo>
                  <a:pt x="120" y="244"/>
                </a:lnTo>
                <a:lnTo>
                  <a:pt x="121" y="244"/>
                </a:lnTo>
                <a:lnTo>
                  <a:pt x="122" y="244"/>
                </a:lnTo>
                <a:lnTo>
                  <a:pt x="123" y="244"/>
                </a:lnTo>
                <a:lnTo>
                  <a:pt x="123" y="243"/>
                </a:lnTo>
                <a:lnTo>
                  <a:pt x="124" y="243"/>
                </a:lnTo>
                <a:lnTo>
                  <a:pt x="125" y="242"/>
                </a:lnTo>
                <a:lnTo>
                  <a:pt x="125" y="241"/>
                </a:lnTo>
                <a:lnTo>
                  <a:pt x="126" y="240"/>
                </a:lnTo>
                <a:lnTo>
                  <a:pt x="127" y="239"/>
                </a:lnTo>
                <a:lnTo>
                  <a:pt x="127" y="238"/>
                </a:lnTo>
                <a:lnTo>
                  <a:pt x="128" y="237"/>
                </a:lnTo>
                <a:lnTo>
                  <a:pt x="129" y="236"/>
                </a:lnTo>
                <a:lnTo>
                  <a:pt x="130" y="236"/>
                </a:lnTo>
                <a:lnTo>
                  <a:pt x="131" y="235"/>
                </a:lnTo>
                <a:lnTo>
                  <a:pt x="132" y="234"/>
                </a:lnTo>
                <a:lnTo>
                  <a:pt x="133" y="234"/>
                </a:lnTo>
                <a:lnTo>
                  <a:pt x="133" y="235"/>
                </a:lnTo>
                <a:lnTo>
                  <a:pt x="135" y="235"/>
                </a:lnTo>
                <a:lnTo>
                  <a:pt x="135" y="234"/>
                </a:lnTo>
                <a:lnTo>
                  <a:pt x="136" y="234"/>
                </a:lnTo>
                <a:lnTo>
                  <a:pt x="138" y="234"/>
                </a:lnTo>
                <a:lnTo>
                  <a:pt x="138" y="235"/>
                </a:lnTo>
                <a:lnTo>
                  <a:pt x="140" y="235"/>
                </a:lnTo>
                <a:lnTo>
                  <a:pt x="141" y="234"/>
                </a:lnTo>
                <a:lnTo>
                  <a:pt x="141" y="235"/>
                </a:lnTo>
                <a:lnTo>
                  <a:pt x="142" y="235"/>
                </a:lnTo>
                <a:lnTo>
                  <a:pt x="143" y="235"/>
                </a:lnTo>
                <a:lnTo>
                  <a:pt x="144" y="235"/>
                </a:lnTo>
                <a:lnTo>
                  <a:pt x="145" y="234"/>
                </a:lnTo>
                <a:lnTo>
                  <a:pt x="146" y="234"/>
                </a:lnTo>
                <a:lnTo>
                  <a:pt x="147" y="234"/>
                </a:lnTo>
                <a:lnTo>
                  <a:pt x="147" y="233"/>
                </a:lnTo>
                <a:lnTo>
                  <a:pt x="148" y="233"/>
                </a:lnTo>
                <a:lnTo>
                  <a:pt x="148" y="232"/>
                </a:lnTo>
                <a:lnTo>
                  <a:pt x="148" y="231"/>
                </a:lnTo>
                <a:lnTo>
                  <a:pt x="148" y="230"/>
                </a:lnTo>
                <a:lnTo>
                  <a:pt x="149" y="230"/>
                </a:lnTo>
                <a:lnTo>
                  <a:pt x="149" y="229"/>
                </a:lnTo>
                <a:lnTo>
                  <a:pt x="150" y="229"/>
                </a:lnTo>
                <a:lnTo>
                  <a:pt x="151" y="229"/>
                </a:lnTo>
                <a:lnTo>
                  <a:pt x="154" y="229"/>
                </a:lnTo>
                <a:lnTo>
                  <a:pt x="155" y="229"/>
                </a:lnTo>
                <a:lnTo>
                  <a:pt x="156" y="228"/>
                </a:lnTo>
                <a:lnTo>
                  <a:pt x="156" y="227"/>
                </a:lnTo>
                <a:lnTo>
                  <a:pt x="156" y="226"/>
                </a:lnTo>
                <a:lnTo>
                  <a:pt x="157" y="225"/>
                </a:lnTo>
                <a:lnTo>
                  <a:pt x="158" y="225"/>
                </a:lnTo>
                <a:lnTo>
                  <a:pt x="159" y="224"/>
                </a:lnTo>
                <a:lnTo>
                  <a:pt x="160" y="224"/>
                </a:lnTo>
                <a:lnTo>
                  <a:pt x="161" y="224"/>
                </a:lnTo>
                <a:lnTo>
                  <a:pt x="162" y="224"/>
                </a:lnTo>
                <a:lnTo>
                  <a:pt x="162" y="225"/>
                </a:lnTo>
                <a:lnTo>
                  <a:pt x="163" y="225"/>
                </a:lnTo>
                <a:lnTo>
                  <a:pt x="165" y="225"/>
                </a:lnTo>
                <a:lnTo>
                  <a:pt x="166" y="225"/>
                </a:lnTo>
                <a:lnTo>
                  <a:pt x="167" y="225"/>
                </a:lnTo>
                <a:lnTo>
                  <a:pt x="168" y="225"/>
                </a:lnTo>
                <a:lnTo>
                  <a:pt x="169" y="225"/>
                </a:lnTo>
                <a:lnTo>
                  <a:pt x="170" y="225"/>
                </a:lnTo>
                <a:lnTo>
                  <a:pt x="172" y="225"/>
                </a:lnTo>
                <a:lnTo>
                  <a:pt x="172" y="224"/>
                </a:lnTo>
                <a:lnTo>
                  <a:pt x="172" y="223"/>
                </a:lnTo>
                <a:lnTo>
                  <a:pt x="171" y="223"/>
                </a:lnTo>
                <a:lnTo>
                  <a:pt x="171" y="222"/>
                </a:lnTo>
                <a:lnTo>
                  <a:pt x="170" y="222"/>
                </a:lnTo>
                <a:lnTo>
                  <a:pt x="170" y="221"/>
                </a:lnTo>
                <a:lnTo>
                  <a:pt x="171" y="220"/>
                </a:lnTo>
                <a:lnTo>
                  <a:pt x="171" y="218"/>
                </a:lnTo>
                <a:lnTo>
                  <a:pt x="171" y="217"/>
                </a:lnTo>
                <a:lnTo>
                  <a:pt x="171" y="216"/>
                </a:lnTo>
                <a:lnTo>
                  <a:pt x="170" y="216"/>
                </a:lnTo>
                <a:lnTo>
                  <a:pt x="170" y="215"/>
                </a:lnTo>
                <a:lnTo>
                  <a:pt x="170" y="213"/>
                </a:lnTo>
                <a:lnTo>
                  <a:pt x="169" y="213"/>
                </a:lnTo>
                <a:lnTo>
                  <a:pt x="169" y="212"/>
                </a:lnTo>
                <a:lnTo>
                  <a:pt x="169" y="211"/>
                </a:lnTo>
                <a:lnTo>
                  <a:pt x="169" y="210"/>
                </a:lnTo>
                <a:lnTo>
                  <a:pt x="169" y="209"/>
                </a:lnTo>
                <a:lnTo>
                  <a:pt x="168" y="209"/>
                </a:lnTo>
                <a:lnTo>
                  <a:pt x="168" y="208"/>
                </a:lnTo>
                <a:lnTo>
                  <a:pt x="167" y="208"/>
                </a:lnTo>
                <a:lnTo>
                  <a:pt x="166" y="208"/>
                </a:lnTo>
                <a:lnTo>
                  <a:pt x="165" y="208"/>
                </a:lnTo>
                <a:lnTo>
                  <a:pt x="165" y="207"/>
                </a:lnTo>
                <a:lnTo>
                  <a:pt x="164" y="207"/>
                </a:lnTo>
                <a:lnTo>
                  <a:pt x="164" y="206"/>
                </a:lnTo>
                <a:lnTo>
                  <a:pt x="163" y="206"/>
                </a:lnTo>
                <a:lnTo>
                  <a:pt x="161" y="206"/>
                </a:lnTo>
                <a:lnTo>
                  <a:pt x="161" y="205"/>
                </a:lnTo>
                <a:lnTo>
                  <a:pt x="162" y="205"/>
                </a:lnTo>
                <a:lnTo>
                  <a:pt x="162" y="204"/>
                </a:lnTo>
                <a:lnTo>
                  <a:pt x="161" y="204"/>
                </a:lnTo>
                <a:lnTo>
                  <a:pt x="161" y="203"/>
                </a:lnTo>
                <a:lnTo>
                  <a:pt x="161" y="202"/>
                </a:lnTo>
                <a:lnTo>
                  <a:pt x="161" y="201"/>
                </a:lnTo>
                <a:lnTo>
                  <a:pt x="161" y="200"/>
                </a:lnTo>
                <a:lnTo>
                  <a:pt x="161" y="199"/>
                </a:lnTo>
                <a:lnTo>
                  <a:pt x="161" y="198"/>
                </a:lnTo>
                <a:lnTo>
                  <a:pt x="160" y="197"/>
                </a:lnTo>
                <a:lnTo>
                  <a:pt x="159" y="197"/>
                </a:lnTo>
                <a:lnTo>
                  <a:pt x="159" y="196"/>
                </a:lnTo>
                <a:lnTo>
                  <a:pt x="159" y="195"/>
                </a:lnTo>
                <a:lnTo>
                  <a:pt x="159" y="194"/>
                </a:lnTo>
                <a:lnTo>
                  <a:pt x="158" y="194"/>
                </a:lnTo>
                <a:lnTo>
                  <a:pt x="157" y="194"/>
                </a:lnTo>
                <a:lnTo>
                  <a:pt x="156" y="193"/>
                </a:lnTo>
                <a:lnTo>
                  <a:pt x="156" y="192"/>
                </a:lnTo>
                <a:lnTo>
                  <a:pt x="156" y="191"/>
                </a:lnTo>
                <a:lnTo>
                  <a:pt x="156" y="190"/>
                </a:lnTo>
                <a:lnTo>
                  <a:pt x="156" y="189"/>
                </a:lnTo>
                <a:lnTo>
                  <a:pt x="155" y="189"/>
                </a:lnTo>
                <a:lnTo>
                  <a:pt x="156" y="188"/>
                </a:lnTo>
                <a:lnTo>
                  <a:pt x="155" y="188"/>
                </a:lnTo>
                <a:lnTo>
                  <a:pt x="154" y="187"/>
                </a:lnTo>
                <a:lnTo>
                  <a:pt x="154" y="186"/>
                </a:lnTo>
                <a:lnTo>
                  <a:pt x="154" y="182"/>
                </a:lnTo>
                <a:lnTo>
                  <a:pt x="153" y="180"/>
                </a:lnTo>
                <a:lnTo>
                  <a:pt x="152" y="180"/>
                </a:lnTo>
                <a:lnTo>
                  <a:pt x="152" y="179"/>
                </a:lnTo>
                <a:lnTo>
                  <a:pt x="151" y="179"/>
                </a:lnTo>
                <a:lnTo>
                  <a:pt x="151" y="178"/>
                </a:lnTo>
                <a:lnTo>
                  <a:pt x="151" y="177"/>
                </a:lnTo>
                <a:lnTo>
                  <a:pt x="150" y="177"/>
                </a:lnTo>
                <a:lnTo>
                  <a:pt x="149" y="177"/>
                </a:lnTo>
                <a:lnTo>
                  <a:pt x="148" y="176"/>
                </a:lnTo>
                <a:lnTo>
                  <a:pt x="147" y="176"/>
                </a:lnTo>
                <a:lnTo>
                  <a:pt x="146" y="176"/>
                </a:lnTo>
                <a:lnTo>
                  <a:pt x="145" y="176"/>
                </a:lnTo>
                <a:lnTo>
                  <a:pt x="144" y="176"/>
                </a:lnTo>
                <a:lnTo>
                  <a:pt x="143" y="176"/>
                </a:lnTo>
                <a:lnTo>
                  <a:pt x="143" y="177"/>
                </a:lnTo>
                <a:lnTo>
                  <a:pt x="142" y="177"/>
                </a:lnTo>
                <a:lnTo>
                  <a:pt x="141" y="177"/>
                </a:lnTo>
                <a:lnTo>
                  <a:pt x="140" y="177"/>
                </a:lnTo>
                <a:lnTo>
                  <a:pt x="139" y="177"/>
                </a:lnTo>
                <a:lnTo>
                  <a:pt x="138" y="177"/>
                </a:lnTo>
                <a:lnTo>
                  <a:pt x="138" y="176"/>
                </a:lnTo>
                <a:lnTo>
                  <a:pt x="139" y="176"/>
                </a:lnTo>
                <a:lnTo>
                  <a:pt x="139" y="175"/>
                </a:lnTo>
                <a:lnTo>
                  <a:pt x="138" y="175"/>
                </a:lnTo>
                <a:lnTo>
                  <a:pt x="137" y="175"/>
                </a:lnTo>
                <a:lnTo>
                  <a:pt x="137" y="174"/>
                </a:lnTo>
                <a:lnTo>
                  <a:pt x="136" y="174"/>
                </a:lnTo>
                <a:lnTo>
                  <a:pt x="136" y="173"/>
                </a:lnTo>
                <a:lnTo>
                  <a:pt x="135" y="173"/>
                </a:lnTo>
                <a:lnTo>
                  <a:pt x="134" y="173"/>
                </a:lnTo>
                <a:lnTo>
                  <a:pt x="134" y="172"/>
                </a:lnTo>
                <a:lnTo>
                  <a:pt x="133" y="172"/>
                </a:lnTo>
                <a:lnTo>
                  <a:pt x="132" y="172"/>
                </a:lnTo>
                <a:lnTo>
                  <a:pt x="132" y="171"/>
                </a:lnTo>
                <a:lnTo>
                  <a:pt x="132" y="170"/>
                </a:lnTo>
                <a:lnTo>
                  <a:pt x="132" y="169"/>
                </a:lnTo>
                <a:lnTo>
                  <a:pt x="133" y="169"/>
                </a:lnTo>
                <a:lnTo>
                  <a:pt x="133" y="168"/>
                </a:lnTo>
                <a:lnTo>
                  <a:pt x="133" y="167"/>
                </a:lnTo>
                <a:lnTo>
                  <a:pt x="133" y="166"/>
                </a:lnTo>
                <a:lnTo>
                  <a:pt x="132" y="166"/>
                </a:lnTo>
                <a:lnTo>
                  <a:pt x="131" y="166"/>
                </a:lnTo>
                <a:lnTo>
                  <a:pt x="131" y="165"/>
                </a:lnTo>
                <a:lnTo>
                  <a:pt x="130" y="164"/>
                </a:lnTo>
                <a:lnTo>
                  <a:pt x="129" y="164"/>
                </a:lnTo>
                <a:lnTo>
                  <a:pt x="128" y="164"/>
                </a:lnTo>
                <a:lnTo>
                  <a:pt x="128" y="163"/>
                </a:lnTo>
                <a:lnTo>
                  <a:pt x="127" y="163"/>
                </a:lnTo>
                <a:lnTo>
                  <a:pt x="127" y="162"/>
                </a:lnTo>
                <a:lnTo>
                  <a:pt x="126" y="162"/>
                </a:lnTo>
                <a:lnTo>
                  <a:pt x="125" y="162"/>
                </a:lnTo>
                <a:lnTo>
                  <a:pt x="125" y="161"/>
                </a:lnTo>
                <a:lnTo>
                  <a:pt x="125" y="160"/>
                </a:lnTo>
                <a:lnTo>
                  <a:pt x="124" y="160"/>
                </a:lnTo>
                <a:lnTo>
                  <a:pt x="123" y="160"/>
                </a:lnTo>
                <a:lnTo>
                  <a:pt x="123" y="159"/>
                </a:lnTo>
                <a:lnTo>
                  <a:pt x="122" y="159"/>
                </a:lnTo>
                <a:lnTo>
                  <a:pt x="121" y="159"/>
                </a:lnTo>
                <a:lnTo>
                  <a:pt x="121" y="158"/>
                </a:lnTo>
                <a:lnTo>
                  <a:pt x="120" y="158"/>
                </a:lnTo>
                <a:lnTo>
                  <a:pt x="119" y="158"/>
                </a:lnTo>
                <a:lnTo>
                  <a:pt x="119" y="157"/>
                </a:lnTo>
                <a:lnTo>
                  <a:pt x="118" y="157"/>
                </a:lnTo>
                <a:lnTo>
                  <a:pt x="117" y="157"/>
                </a:lnTo>
                <a:lnTo>
                  <a:pt x="116" y="156"/>
                </a:lnTo>
                <a:lnTo>
                  <a:pt x="116" y="157"/>
                </a:lnTo>
                <a:lnTo>
                  <a:pt x="115" y="157"/>
                </a:lnTo>
                <a:lnTo>
                  <a:pt x="115" y="156"/>
                </a:lnTo>
                <a:lnTo>
                  <a:pt x="115" y="155"/>
                </a:lnTo>
                <a:lnTo>
                  <a:pt x="114" y="155"/>
                </a:lnTo>
                <a:lnTo>
                  <a:pt x="113" y="155"/>
                </a:lnTo>
                <a:lnTo>
                  <a:pt x="113" y="154"/>
                </a:lnTo>
                <a:lnTo>
                  <a:pt x="112" y="155"/>
                </a:lnTo>
                <a:lnTo>
                  <a:pt x="111" y="155"/>
                </a:lnTo>
                <a:lnTo>
                  <a:pt x="110" y="155"/>
                </a:lnTo>
                <a:lnTo>
                  <a:pt x="109" y="155"/>
                </a:lnTo>
                <a:lnTo>
                  <a:pt x="109" y="154"/>
                </a:lnTo>
                <a:lnTo>
                  <a:pt x="108" y="154"/>
                </a:lnTo>
                <a:lnTo>
                  <a:pt x="107" y="154"/>
                </a:lnTo>
                <a:lnTo>
                  <a:pt x="106" y="154"/>
                </a:lnTo>
                <a:lnTo>
                  <a:pt x="106" y="153"/>
                </a:lnTo>
                <a:lnTo>
                  <a:pt x="106" y="152"/>
                </a:lnTo>
                <a:lnTo>
                  <a:pt x="105" y="152"/>
                </a:lnTo>
                <a:lnTo>
                  <a:pt x="104" y="152"/>
                </a:lnTo>
                <a:lnTo>
                  <a:pt x="103" y="152"/>
                </a:lnTo>
                <a:lnTo>
                  <a:pt x="102" y="152"/>
                </a:lnTo>
                <a:lnTo>
                  <a:pt x="101" y="152"/>
                </a:lnTo>
                <a:lnTo>
                  <a:pt x="101" y="151"/>
                </a:lnTo>
                <a:lnTo>
                  <a:pt x="101" y="135"/>
                </a:lnTo>
                <a:lnTo>
                  <a:pt x="101" y="133"/>
                </a:lnTo>
                <a:lnTo>
                  <a:pt x="101" y="120"/>
                </a:lnTo>
                <a:lnTo>
                  <a:pt x="100" y="117"/>
                </a:lnTo>
                <a:lnTo>
                  <a:pt x="100" y="102"/>
                </a:lnTo>
                <a:lnTo>
                  <a:pt x="101" y="102"/>
                </a:lnTo>
                <a:lnTo>
                  <a:pt x="101" y="101"/>
                </a:lnTo>
                <a:lnTo>
                  <a:pt x="101" y="100"/>
                </a:lnTo>
                <a:lnTo>
                  <a:pt x="101" y="98"/>
                </a:lnTo>
                <a:lnTo>
                  <a:pt x="101" y="97"/>
                </a:lnTo>
                <a:lnTo>
                  <a:pt x="101" y="96"/>
                </a:lnTo>
                <a:lnTo>
                  <a:pt x="101" y="95"/>
                </a:lnTo>
                <a:lnTo>
                  <a:pt x="102" y="93"/>
                </a:lnTo>
                <a:lnTo>
                  <a:pt x="102" y="91"/>
                </a:lnTo>
                <a:lnTo>
                  <a:pt x="101" y="91"/>
                </a:lnTo>
                <a:lnTo>
                  <a:pt x="99" y="91"/>
                </a:lnTo>
                <a:lnTo>
                  <a:pt x="98" y="92"/>
                </a:lnTo>
                <a:lnTo>
                  <a:pt x="97" y="92"/>
                </a:lnTo>
                <a:lnTo>
                  <a:pt x="94" y="92"/>
                </a:lnTo>
                <a:lnTo>
                  <a:pt x="93" y="92"/>
                </a:lnTo>
                <a:lnTo>
                  <a:pt x="91" y="92"/>
                </a:lnTo>
                <a:lnTo>
                  <a:pt x="90" y="92"/>
                </a:lnTo>
                <a:lnTo>
                  <a:pt x="89" y="92"/>
                </a:lnTo>
                <a:lnTo>
                  <a:pt x="89" y="93"/>
                </a:lnTo>
                <a:lnTo>
                  <a:pt x="88" y="93"/>
                </a:lnTo>
                <a:lnTo>
                  <a:pt x="87" y="93"/>
                </a:lnTo>
                <a:lnTo>
                  <a:pt x="86" y="93"/>
                </a:lnTo>
                <a:lnTo>
                  <a:pt x="86" y="94"/>
                </a:lnTo>
                <a:lnTo>
                  <a:pt x="86" y="95"/>
                </a:lnTo>
                <a:lnTo>
                  <a:pt x="86" y="96"/>
                </a:lnTo>
                <a:lnTo>
                  <a:pt x="86" y="99"/>
                </a:lnTo>
                <a:lnTo>
                  <a:pt x="86" y="100"/>
                </a:lnTo>
                <a:lnTo>
                  <a:pt x="85" y="100"/>
                </a:lnTo>
                <a:lnTo>
                  <a:pt x="84" y="100"/>
                </a:lnTo>
                <a:lnTo>
                  <a:pt x="83" y="100"/>
                </a:lnTo>
                <a:lnTo>
                  <a:pt x="82" y="100"/>
                </a:lnTo>
                <a:lnTo>
                  <a:pt x="79" y="100"/>
                </a:lnTo>
                <a:lnTo>
                  <a:pt x="78" y="99"/>
                </a:lnTo>
                <a:lnTo>
                  <a:pt x="78" y="98"/>
                </a:lnTo>
                <a:lnTo>
                  <a:pt x="74" y="96"/>
                </a:lnTo>
                <a:lnTo>
                  <a:pt x="73" y="95"/>
                </a:lnTo>
                <a:lnTo>
                  <a:pt x="73" y="94"/>
                </a:lnTo>
                <a:lnTo>
                  <a:pt x="72" y="94"/>
                </a:lnTo>
                <a:lnTo>
                  <a:pt x="71" y="93"/>
                </a:lnTo>
                <a:lnTo>
                  <a:pt x="67" y="90"/>
                </a:lnTo>
                <a:lnTo>
                  <a:pt x="66" y="89"/>
                </a:lnTo>
                <a:lnTo>
                  <a:pt x="67" y="88"/>
                </a:lnTo>
                <a:lnTo>
                  <a:pt x="68" y="88"/>
                </a:lnTo>
                <a:lnTo>
                  <a:pt x="67" y="88"/>
                </a:lnTo>
                <a:lnTo>
                  <a:pt x="67" y="87"/>
                </a:lnTo>
                <a:lnTo>
                  <a:pt x="68" y="87"/>
                </a:lnTo>
                <a:lnTo>
                  <a:pt x="69" y="86"/>
                </a:lnTo>
                <a:lnTo>
                  <a:pt x="69" y="85"/>
                </a:lnTo>
                <a:lnTo>
                  <a:pt x="70" y="84"/>
                </a:lnTo>
                <a:lnTo>
                  <a:pt x="70" y="83"/>
                </a:lnTo>
                <a:lnTo>
                  <a:pt x="69" y="83"/>
                </a:lnTo>
                <a:lnTo>
                  <a:pt x="68" y="83"/>
                </a:lnTo>
                <a:lnTo>
                  <a:pt x="66" y="83"/>
                </a:lnTo>
                <a:lnTo>
                  <a:pt x="65" y="83"/>
                </a:lnTo>
                <a:lnTo>
                  <a:pt x="64" y="82"/>
                </a:lnTo>
                <a:lnTo>
                  <a:pt x="64" y="81"/>
                </a:lnTo>
                <a:lnTo>
                  <a:pt x="64" y="80"/>
                </a:lnTo>
                <a:lnTo>
                  <a:pt x="64" y="79"/>
                </a:lnTo>
                <a:lnTo>
                  <a:pt x="64" y="75"/>
                </a:lnTo>
                <a:lnTo>
                  <a:pt x="64" y="74"/>
                </a:lnTo>
                <a:lnTo>
                  <a:pt x="65" y="74"/>
                </a:lnTo>
                <a:lnTo>
                  <a:pt x="66" y="73"/>
                </a:lnTo>
                <a:lnTo>
                  <a:pt x="67" y="74"/>
                </a:lnTo>
                <a:lnTo>
                  <a:pt x="70" y="73"/>
                </a:lnTo>
                <a:lnTo>
                  <a:pt x="71" y="73"/>
                </a:lnTo>
                <a:lnTo>
                  <a:pt x="71" y="74"/>
                </a:lnTo>
                <a:lnTo>
                  <a:pt x="72" y="74"/>
                </a:lnTo>
                <a:lnTo>
                  <a:pt x="73" y="73"/>
                </a:lnTo>
                <a:lnTo>
                  <a:pt x="74" y="73"/>
                </a:lnTo>
                <a:lnTo>
                  <a:pt x="75" y="73"/>
                </a:lnTo>
                <a:lnTo>
                  <a:pt x="76" y="73"/>
                </a:lnTo>
                <a:lnTo>
                  <a:pt x="77" y="74"/>
                </a:lnTo>
                <a:lnTo>
                  <a:pt x="77" y="73"/>
                </a:lnTo>
                <a:lnTo>
                  <a:pt x="78" y="73"/>
                </a:lnTo>
                <a:lnTo>
                  <a:pt x="79" y="73"/>
                </a:lnTo>
                <a:lnTo>
                  <a:pt x="80" y="73"/>
                </a:lnTo>
                <a:lnTo>
                  <a:pt x="81" y="73"/>
                </a:lnTo>
                <a:lnTo>
                  <a:pt x="82" y="73"/>
                </a:lnTo>
                <a:lnTo>
                  <a:pt x="82" y="74"/>
                </a:lnTo>
                <a:lnTo>
                  <a:pt x="83" y="74"/>
                </a:lnTo>
                <a:lnTo>
                  <a:pt x="83" y="73"/>
                </a:lnTo>
                <a:lnTo>
                  <a:pt x="84" y="73"/>
                </a:lnTo>
                <a:lnTo>
                  <a:pt x="84" y="74"/>
                </a:lnTo>
                <a:lnTo>
                  <a:pt x="85" y="74"/>
                </a:lnTo>
                <a:lnTo>
                  <a:pt x="86" y="75"/>
                </a:lnTo>
                <a:lnTo>
                  <a:pt x="87" y="74"/>
                </a:lnTo>
                <a:lnTo>
                  <a:pt x="88" y="74"/>
                </a:lnTo>
                <a:lnTo>
                  <a:pt x="89" y="74"/>
                </a:lnTo>
                <a:lnTo>
                  <a:pt x="90" y="74"/>
                </a:lnTo>
                <a:lnTo>
                  <a:pt x="91" y="74"/>
                </a:lnTo>
                <a:lnTo>
                  <a:pt x="92" y="74"/>
                </a:lnTo>
                <a:lnTo>
                  <a:pt x="92" y="73"/>
                </a:lnTo>
                <a:lnTo>
                  <a:pt x="93" y="73"/>
                </a:lnTo>
                <a:lnTo>
                  <a:pt x="93" y="72"/>
                </a:lnTo>
                <a:lnTo>
                  <a:pt x="94" y="72"/>
                </a:lnTo>
                <a:lnTo>
                  <a:pt x="96" y="71"/>
                </a:lnTo>
                <a:lnTo>
                  <a:pt x="96" y="70"/>
                </a:lnTo>
                <a:lnTo>
                  <a:pt x="95" y="70"/>
                </a:lnTo>
                <a:lnTo>
                  <a:pt x="95" y="69"/>
                </a:lnTo>
                <a:lnTo>
                  <a:pt x="96" y="69"/>
                </a:lnTo>
                <a:lnTo>
                  <a:pt x="95" y="68"/>
                </a:lnTo>
                <a:lnTo>
                  <a:pt x="96" y="67"/>
                </a:lnTo>
                <a:lnTo>
                  <a:pt x="97" y="67"/>
                </a:lnTo>
                <a:lnTo>
                  <a:pt x="98" y="67"/>
                </a:lnTo>
                <a:lnTo>
                  <a:pt x="99" y="67"/>
                </a:lnTo>
                <a:lnTo>
                  <a:pt x="100" y="67"/>
                </a:lnTo>
                <a:lnTo>
                  <a:pt x="102" y="67"/>
                </a:lnTo>
                <a:lnTo>
                  <a:pt x="102" y="66"/>
                </a:lnTo>
                <a:lnTo>
                  <a:pt x="102" y="65"/>
                </a:lnTo>
                <a:lnTo>
                  <a:pt x="102" y="64"/>
                </a:lnTo>
                <a:lnTo>
                  <a:pt x="103" y="65"/>
                </a:lnTo>
                <a:lnTo>
                  <a:pt x="103" y="64"/>
                </a:lnTo>
                <a:lnTo>
                  <a:pt x="104" y="64"/>
                </a:lnTo>
                <a:lnTo>
                  <a:pt x="104" y="63"/>
                </a:lnTo>
                <a:lnTo>
                  <a:pt x="105" y="63"/>
                </a:lnTo>
                <a:lnTo>
                  <a:pt x="106" y="63"/>
                </a:lnTo>
                <a:lnTo>
                  <a:pt x="108" y="63"/>
                </a:lnTo>
                <a:lnTo>
                  <a:pt x="109" y="63"/>
                </a:lnTo>
                <a:lnTo>
                  <a:pt x="109" y="62"/>
                </a:lnTo>
                <a:lnTo>
                  <a:pt x="109" y="61"/>
                </a:lnTo>
                <a:lnTo>
                  <a:pt x="110" y="60"/>
                </a:lnTo>
                <a:lnTo>
                  <a:pt x="111" y="60"/>
                </a:lnTo>
                <a:lnTo>
                  <a:pt x="111" y="59"/>
                </a:lnTo>
                <a:lnTo>
                  <a:pt x="112" y="59"/>
                </a:lnTo>
                <a:lnTo>
                  <a:pt x="112" y="58"/>
                </a:lnTo>
                <a:lnTo>
                  <a:pt x="111" y="57"/>
                </a:lnTo>
                <a:lnTo>
                  <a:pt x="110" y="57"/>
                </a:lnTo>
                <a:lnTo>
                  <a:pt x="110" y="56"/>
                </a:lnTo>
                <a:lnTo>
                  <a:pt x="111" y="56"/>
                </a:lnTo>
                <a:lnTo>
                  <a:pt x="112" y="55"/>
                </a:lnTo>
                <a:lnTo>
                  <a:pt x="113" y="55"/>
                </a:lnTo>
                <a:lnTo>
                  <a:pt x="114" y="56"/>
                </a:lnTo>
                <a:lnTo>
                  <a:pt x="115" y="56"/>
                </a:lnTo>
                <a:lnTo>
                  <a:pt x="116" y="56"/>
                </a:lnTo>
                <a:lnTo>
                  <a:pt x="117" y="56"/>
                </a:lnTo>
                <a:lnTo>
                  <a:pt x="118" y="56"/>
                </a:lnTo>
                <a:lnTo>
                  <a:pt x="119" y="57"/>
                </a:lnTo>
                <a:lnTo>
                  <a:pt x="120" y="57"/>
                </a:lnTo>
                <a:lnTo>
                  <a:pt x="121" y="56"/>
                </a:lnTo>
                <a:lnTo>
                  <a:pt x="122" y="56"/>
                </a:lnTo>
                <a:lnTo>
                  <a:pt x="123" y="57"/>
                </a:lnTo>
                <a:lnTo>
                  <a:pt x="123" y="56"/>
                </a:lnTo>
                <a:lnTo>
                  <a:pt x="124" y="56"/>
                </a:lnTo>
                <a:lnTo>
                  <a:pt x="125" y="56"/>
                </a:lnTo>
                <a:lnTo>
                  <a:pt x="126" y="56"/>
                </a:lnTo>
                <a:lnTo>
                  <a:pt x="126" y="57"/>
                </a:lnTo>
                <a:lnTo>
                  <a:pt x="127" y="57"/>
                </a:lnTo>
                <a:lnTo>
                  <a:pt x="128" y="57"/>
                </a:lnTo>
                <a:lnTo>
                  <a:pt x="128" y="56"/>
                </a:lnTo>
                <a:lnTo>
                  <a:pt x="129" y="56"/>
                </a:lnTo>
                <a:lnTo>
                  <a:pt x="130" y="55"/>
                </a:lnTo>
                <a:lnTo>
                  <a:pt x="131" y="55"/>
                </a:lnTo>
                <a:lnTo>
                  <a:pt x="132" y="55"/>
                </a:lnTo>
                <a:lnTo>
                  <a:pt x="133" y="55"/>
                </a:lnTo>
                <a:lnTo>
                  <a:pt x="134" y="54"/>
                </a:lnTo>
                <a:lnTo>
                  <a:pt x="135" y="54"/>
                </a:lnTo>
                <a:lnTo>
                  <a:pt x="136" y="54"/>
                </a:lnTo>
                <a:lnTo>
                  <a:pt x="137" y="54"/>
                </a:lnTo>
                <a:lnTo>
                  <a:pt x="137" y="53"/>
                </a:lnTo>
                <a:lnTo>
                  <a:pt x="138" y="54"/>
                </a:lnTo>
                <a:lnTo>
                  <a:pt x="138" y="53"/>
                </a:lnTo>
                <a:lnTo>
                  <a:pt x="139" y="53"/>
                </a:lnTo>
                <a:lnTo>
                  <a:pt x="140" y="53"/>
                </a:lnTo>
                <a:lnTo>
                  <a:pt x="141" y="53"/>
                </a:lnTo>
                <a:lnTo>
                  <a:pt x="142" y="53"/>
                </a:lnTo>
                <a:lnTo>
                  <a:pt x="143" y="53"/>
                </a:lnTo>
                <a:lnTo>
                  <a:pt x="144" y="53"/>
                </a:lnTo>
                <a:lnTo>
                  <a:pt x="145" y="53"/>
                </a:lnTo>
                <a:lnTo>
                  <a:pt x="146" y="53"/>
                </a:lnTo>
                <a:lnTo>
                  <a:pt x="147" y="52"/>
                </a:lnTo>
                <a:lnTo>
                  <a:pt x="148" y="52"/>
                </a:lnTo>
                <a:lnTo>
                  <a:pt x="149" y="52"/>
                </a:lnTo>
                <a:lnTo>
                  <a:pt x="151" y="52"/>
                </a:lnTo>
                <a:lnTo>
                  <a:pt x="151" y="51"/>
                </a:lnTo>
                <a:lnTo>
                  <a:pt x="153" y="51"/>
                </a:lnTo>
                <a:lnTo>
                  <a:pt x="153" y="52"/>
                </a:lnTo>
                <a:lnTo>
                  <a:pt x="154" y="52"/>
                </a:lnTo>
                <a:lnTo>
                  <a:pt x="155" y="51"/>
                </a:lnTo>
                <a:lnTo>
                  <a:pt x="156" y="51"/>
                </a:lnTo>
                <a:lnTo>
                  <a:pt x="156" y="50"/>
                </a:lnTo>
                <a:lnTo>
                  <a:pt x="157" y="50"/>
                </a:lnTo>
                <a:lnTo>
                  <a:pt x="158" y="50"/>
                </a:lnTo>
                <a:lnTo>
                  <a:pt x="159" y="50"/>
                </a:lnTo>
                <a:lnTo>
                  <a:pt x="161" y="49"/>
                </a:lnTo>
                <a:lnTo>
                  <a:pt x="162" y="49"/>
                </a:lnTo>
                <a:lnTo>
                  <a:pt x="163" y="48"/>
                </a:lnTo>
                <a:lnTo>
                  <a:pt x="164" y="48"/>
                </a:lnTo>
                <a:lnTo>
                  <a:pt x="165" y="48"/>
                </a:lnTo>
                <a:lnTo>
                  <a:pt x="165" y="47"/>
                </a:lnTo>
                <a:lnTo>
                  <a:pt x="166" y="47"/>
                </a:lnTo>
                <a:lnTo>
                  <a:pt x="167" y="47"/>
                </a:lnTo>
                <a:lnTo>
                  <a:pt x="168" y="47"/>
                </a:lnTo>
                <a:lnTo>
                  <a:pt x="168" y="48"/>
                </a:lnTo>
                <a:lnTo>
                  <a:pt x="169" y="48"/>
                </a:lnTo>
                <a:lnTo>
                  <a:pt x="169" y="47"/>
                </a:lnTo>
                <a:lnTo>
                  <a:pt x="169" y="48"/>
                </a:lnTo>
                <a:lnTo>
                  <a:pt x="170" y="48"/>
                </a:lnTo>
                <a:lnTo>
                  <a:pt x="172" y="47"/>
                </a:lnTo>
                <a:lnTo>
                  <a:pt x="172" y="46"/>
                </a:lnTo>
                <a:lnTo>
                  <a:pt x="173" y="46"/>
                </a:lnTo>
                <a:lnTo>
                  <a:pt x="174" y="46"/>
                </a:lnTo>
                <a:lnTo>
                  <a:pt x="174" y="45"/>
                </a:lnTo>
                <a:lnTo>
                  <a:pt x="175" y="45"/>
                </a:lnTo>
                <a:lnTo>
                  <a:pt x="176" y="45"/>
                </a:lnTo>
                <a:lnTo>
                  <a:pt x="176" y="46"/>
                </a:lnTo>
                <a:lnTo>
                  <a:pt x="176" y="45"/>
                </a:lnTo>
                <a:lnTo>
                  <a:pt x="177" y="44"/>
                </a:lnTo>
                <a:lnTo>
                  <a:pt x="178" y="44"/>
                </a:lnTo>
                <a:lnTo>
                  <a:pt x="178" y="43"/>
                </a:lnTo>
                <a:lnTo>
                  <a:pt x="179" y="43"/>
                </a:lnTo>
                <a:lnTo>
                  <a:pt x="180" y="43"/>
                </a:lnTo>
                <a:lnTo>
                  <a:pt x="181" y="43"/>
                </a:lnTo>
                <a:lnTo>
                  <a:pt x="181" y="42"/>
                </a:lnTo>
                <a:lnTo>
                  <a:pt x="182" y="42"/>
                </a:lnTo>
                <a:lnTo>
                  <a:pt x="183" y="42"/>
                </a:lnTo>
                <a:lnTo>
                  <a:pt x="183" y="41"/>
                </a:lnTo>
                <a:lnTo>
                  <a:pt x="184" y="41"/>
                </a:lnTo>
                <a:lnTo>
                  <a:pt x="185" y="41"/>
                </a:lnTo>
                <a:lnTo>
                  <a:pt x="186" y="41"/>
                </a:lnTo>
                <a:lnTo>
                  <a:pt x="187" y="41"/>
                </a:lnTo>
                <a:lnTo>
                  <a:pt x="188" y="41"/>
                </a:lnTo>
                <a:lnTo>
                  <a:pt x="188" y="40"/>
                </a:lnTo>
                <a:lnTo>
                  <a:pt x="189" y="40"/>
                </a:lnTo>
                <a:lnTo>
                  <a:pt x="189" y="41"/>
                </a:lnTo>
                <a:lnTo>
                  <a:pt x="190" y="40"/>
                </a:lnTo>
                <a:lnTo>
                  <a:pt x="191" y="40"/>
                </a:lnTo>
                <a:lnTo>
                  <a:pt x="192" y="40"/>
                </a:lnTo>
                <a:lnTo>
                  <a:pt x="192" y="39"/>
                </a:lnTo>
                <a:lnTo>
                  <a:pt x="193" y="39"/>
                </a:lnTo>
                <a:lnTo>
                  <a:pt x="193" y="40"/>
                </a:lnTo>
                <a:lnTo>
                  <a:pt x="194" y="40"/>
                </a:lnTo>
                <a:lnTo>
                  <a:pt x="194" y="39"/>
                </a:lnTo>
                <a:lnTo>
                  <a:pt x="195" y="39"/>
                </a:lnTo>
                <a:lnTo>
                  <a:pt x="196" y="39"/>
                </a:lnTo>
                <a:lnTo>
                  <a:pt x="197" y="38"/>
                </a:lnTo>
                <a:lnTo>
                  <a:pt x="198" y="38"/>
                </a:lnTo>
                <a:lnTo>
                  <a:pt x="199" y="38"/>
                </a:lnTo>
                <a:lnTo>
                  <a:pt x="200" y="38"/>
                </a:lnTo>
                <a:lnTo>
                  <a:pt x="200" y="37"/>
                </a:lnTo>
                <a:lnTo>
                  <a:pt x="201" y="38"/>
                </a:lnTo>
                <a:lnTo>
                  <a:pt x="201" y="37"/>
                </a:lnTo>
                <a:lnTo>
                  <a:pt x="202" y="37"/>
                </a:lnTo>
                <a:lnTo>
                  <a:pt x="202" y="36"/>
                </a:lnTo>
                <a:lnTo>
                  <a:pt x="203" y="37"/>
                </a:lnTo>
                <a:lnTo>
                  <a:pt x="204" y="36"/>
                </a:lnTo>
                <a:lnTo>
                  <a:pt x="204" y="37"/>
                </a:lnTo>
                <a:lnTo>
                  <a:pt x="205" y="37"/>
                </a:lnTo>
                <a:lnTo>
                  <a:pt x="205" y="36"/>
                </a:lnTo>
                <a:lnTo>
                  <a:pt x="207" y="35"/>
                </a:lnTo>
                <a:lnTo>
                  <a:pt x="208" y="35"/>
                </a:lnTo>
                <a:lnTo>
                  <a:pt x="209" y="35"/>
                </a:lnTo>
                <a:lnTo>
                  <a:pt x="210" y="35"/>
                </a:lnTo>
                <a:lnTo>
                  <a:pt x="211" y="35"/>
                </a:lnTo>
                <a:lnTo>
                  <a:pt x="212" y="35"/>
                </a:lnTo>
                <a:lnTo>
                  <a:pt x="213" y="35"/>
                </a:lnTo>
                <a:lnTo>
                  <a:pt x="214" y="36"/>
                </a:lnTo>
                <a:lnTo>
                  <a:pt x="215" y="36"/>
                </a:lnTo>
                <a:lnTo>
                  <a:pt x="215" y="35"/>
                </a:lnTo>
                <a:lnTo>
                  <a:pt x="216" y="35"/>
                </a:lnTo>
                <a:lnTo>
                  <a:pt x="217" y="35"/>
                </a:lnTo>
                <a:lnTo>
                  <a:pt x="217" y="34"/>
                </a:lnTo>
                <a:lnTo>
                  <a:pt x="218" y="34"/>
                </a:lnTo>
                <a:lnTo>
                  <a:pt x="219" y="34"/>
                </a:lnTo>
                <a:lnTo>
                  <a:pt x="220" y="34"/>
                </a:lnTo>
                <a:lnTo>
                  <a:pt x="221" y="34"/>
                </a:lnTo>
                <a:lnTo>
                  <a:pt x="222" y="34"/>
                </a:lnTo>
                <a:lnTo>
                  <a:pt x="223" y="34"/>
                </a:lnTo>
                <a:lnTo>
                  <a:pt x="223" y="33"/>
                </a:lnTo>
                <a:lnTo>
                  <a:pt x="223" y="32"/>
                </a:lnTo>
                <a:lnTo>
                  <a:pt x="224" y="32"/>
                </a:lnTo>
                <a:lnTo>
                  <a:pt x="225" y="32"/>
                </a:lnTo>
                <a:lnTo>
                  <a:pt x="226" y="31"/>
                </a:lnTo>
                <a:lnTo>
                  <a:pt x="227" y="31"/>
                </a:lnTo>
                <a:lnTo>
                  <a:pt x="228" y="30"/>
                </a:lnTo>
                <a:lnTo>
                  <a:pt x="229" y="30"/>
                </a:lnTo>
                <a:lnTo>
                  <a:pt x="230" y="30"/>
                </a:lnTo>
                <a:lnTo>
                  <a:pt x="230" y="29"/>
                </a:lnTo>
                <a:lnTo>
                  <a:pt x="230" y="30"/>
                </a:lnTo>
                <a:lnTo>
                  <a:pt x="231" y="29"/>
                </a:lnTo>
                <a:lnTo>
                  <a:pt x="232" y="28"/>
                </a:lnTo>
                <a:lnTo>
                  <a:pt x="233" y="28"/>
                </a:lnTo>
                <a:lnTo>
                  <a:pt x="234" y="28"/>
                </a:lnTo>
                <a:lnTo>
                  <a:pt x="235" y="28"/>
                </a:lnTo>
                <a:lnTo>
                  <a:pt x="235" y="27"/>
                </a:lnTo>
                <a:lnTo>
                  <a:pt x="236" y="27"/>
                </a:lnTo>
                <a:lnTo>
                  <a:pt x="236" y="28"/>
                </a:lnTo>
                <a:lnTo>
                  <a:pt x="236" y="27"/>
                </a:lnTo>
                <a:lnTo>
                  <a:pt x="237" y="27"/>
                </a:lnTo>
                <a:lnTo>
                  <a:pt x="238" y="27"/>
                </a:lnTo>
                <a:lnTo>
                  <a:pt x="239" y="27"/>
                </a:lnTo>
                <a:lnTo>
                  <a:pt x="240" y="26"/>
                </a:lnTo>
                <a:lnTo>
                  <a:pt x="241" y="26"/>
                </a:lnTo>
                <a:lnTo>
                  <a:pt x="242" y="26"/>
                </a:lnTo>
                <a:lnTo>
                  <a:pt x="243" y="26"/>
                </a:lnTo>
                <a:lnTo>
                  <a:pt x="244" y="25"/>
                </a:lnTo>
                <a:lnTo>
                  <a:pt x="245" y="26"/>
                </a:lnTo>
                <a:lnTo>
                  <a:pt x="246" y="26"/>
                </a:lnTo>
                <a:lnTo>
                  <a:pt x="247" y="25"/>
                </a:lnTo>
                <a:lnTo>
                  <a:pt x="248" y="26"/>
                </a:lnTo>
                <a:lnTo>
                  <a:pt x="248" y="25"/>
                </a:lnTo>
                <a:lnTo>
                  <a:pt x="249" y="25"/>
                </a:lnTo>
                <a:lnTo>
                  <a:pt x="249" y="26"/>
                </a:lnTo>
                <a:lnTo>
                  <a:pt x="250" y="26"/>
                </a:lnTo>
                <a:lnTo>
                  <a:pt x="250" y="25"/>
                </a:lnTo>
                <a:lnTo>
                  <a:pt x="251" y="24"/>
                </a:lnTo>
                <a:lnTo>
                  <a:pt x="252" y="23"/>
                </a:lnTo>
                <a:lnTo>
                  <a:pt x="253" y="23"/>
                </a:lnTo>
                <a:lnTo>
                  <a:pt x="254" y="23"/>
                </a:lnTo>
                <a:lnTo>
                  <a:pt x="255" y="23"/>
                </a:lnTo>
                <a:lnTo>
                  <a:pt x="255" y="22"/>
                </a:lnTo>
                <a:lnTo>
                  <a:pt x="256" y="22"/>
                </a:lnTo>
                <a:lnTo>
                  <a:pt x="257" y="22"/>
                </a:lnTo>
                <a:lnTo>
                  <a:pt x="260" y="22"/>
                </a:lnTo>
                <a:lnTo>
                  <a:pt x="261" y="21"/>
                </a:lnTo>
                <a:lnTo>
                  <a:pt x="264" y="21"/>
                </a:lnTo>
                <a:lnTo>
                  <a:pt x="264" y="22"/>
                </a:lnTo>
                <a:lnTo>
                  <a:pt x="265" y="22"/>
                </a:lnTo>
                <a:lnTo>
                  <a:pt x="266" y="22"/>
                </a:lnTo>
                <a:lnTo>
                  <a:pt x="269" y="22"/>
                </a:lnTo>
                <a:lnTo>
                  <a:pt x="269" y="21"/>
                </a:lnTo>
                <a:lnTo>
                  <a:pt x="270" y="21"/>
                </a:lnTo>
                <a:lnTo>
                  <a:pt x="270" y="20"/>
                </a:lnTo>
                <a:lnTo>
                  <a:pt x="271" y="20"/>
                </a:lnTo>
                <a:lnTo>
                  <a:pt x="272" y="21"/>
                </a:lnTo>
                <a:lnTo>
                  <a:pt x="272" y="20"/>
                </a:lnTo>
                <a:lnTo>
                  <a:pt x="271" y="19"/>
                </a:lnTo>
                <a:lnTo>
                  <a:pt x="271" y="18"/>
                </a:lnTo>
                <a:lnTo>
                  <a:pt x="272" y="18"/>
                </a:lnTo>
                <a:lnTo>
                  <a:pt x="272" y="17"/>
                </a:lnTo>
                <a:lnTo>
                  <a:pt x="273" y="17"/>
                </a:lnTo>
                <a:lnTo>
                  <a:pt x="274" y="17"/>
                </a:lnTo>
                <a:lnTo>
                  <a:pt x="275" y="17"/>
                </a:lnTo>
                <a:lnTo>
                  <a:pt x="276" y="17"/>
                </a:lnTo>
                <a:lnTo>
                  <a:pt x="276" y="16"/>
                </a:lnTo>
                <a:lnTo>
                  <a:pt x="276" y="15"/>
                </a:lnTo>
                <a:lnTo>
                  <a:pt x="275" y="15"/>
                </a:lnTo>
                <a:lnTo>
                  <a:pt x="276" y="14"/>
                </a:lnTo>
                <a:lnTo>
                  <a:pt x="277" y="13"/>
                </a:lnTo>
                <a:lnTo>
                  <a:pt x="278" y="13"/>
                </a:lnTo>
                <a:lnTo>
                  <a:pt x="277" y="13"/>
                </a:lnTo>
                <a:lnTo>
                  <a:pt x="278" y="12"/>
                </a:lnTo>
                <a:lnTo>
                  <a:pt x="279" y="11"/>
                </a:lnTo>
                <a:lnTo>
                  <a:pt x="281" y="11"/>
                </a:lnTo>
                <a:lnTo>
                  <a:pt x="282" y="11"/>
                </a:lnTo>
                <a:lnTo>
                  <a:pt x="283" y="11"/>
                </a:lnTo>
                <a:lnTo>
                  <a:pt x="283" y="10"/>
                </a:lnTo>
                <a:lnTo>
                  <a:pt x="284" y="10"/>
                </a:lnTo>
                <a:lnTo>
                  <a:pt x="284" y="11"/>
                </a:lnTo>
                <a:lnTo>
                  <a:pt x="285" y="11"/>
                </a:lnTo>
                <a:lnTo>
                  <a:pt x="285" y="10"/>
                </a:lnTo>
                <a:lnTo>
                  <a:pt x="285" y="11"/>
                </a:lnTo>
                <a:lnTo>
                  <a:pt x="286" y="11"/>
                </a:lnTo>
                <a:lnTo>
                  <a:pt x="287" y="11"/>
                </a:lnTo>
                <a:lnTo>
                  <a:pt x="287" y="10"/>
                </a:lnTo>
                <a:lnTo>
                  <a:pt x="288" y="10"/>
                </a:lnTo>
                <a:lnTo>
                  <a:pt x="288" y="11"/>
                </a:lnTo>
                <a:lnTo>
                  <a:pt x="289" y="11"/>
                </a:lnTo>
                <a:lnTo>
                  <a:pt x="290" y="10"/>
                </a:lnTo>
                <a:lnTo>
                  <a:pt x="291" y="10"/>
                </a:lnTo>
                <a:lnTo>
                  <a:pt x="292" y="10"/>
                </a:lnTo>
                <a:lnTo>
                  <a:pt x="292" y="9"/>
                </a:lnTo>
                <a:lnTo>
                  <a:pt x="293" y="10"/>
                </a:lnTo>
                <a:lnTo>
                  <a:pt x="293" y="11"/>
                </a:lnTo>
                <a:lnTo>
                  <a:pt x="294" y="11"/>
                </a:lnTo>
                <a:lnTo>
                  <a:pt x="294" y="10"/>
                </a:lnTo>
                <a:lnTo>
                  <a:pt x="295" y="10"/>
                </a:lnTo>
                <a:lnTo>
                  <a:pt x="296" y="10"/>
                </a:lnTo>
                <a:lnTo>
                  <a:pt x="297" y="9"/>
                </a:lnTo>
                <a:lnTo>
                  <a:pt x="298" y="9"/>
                </a:lnTo>
                <a:lnTo>
                  <a:pt x="299" y="9"/>
                </a:lnTo>
                <a:lnTo>
                  <a:pt x="300" y="9"/>
                </a:lnTo>
                <a:lnTo>
                  <a:pt x="301" y="9"/>
                </a:lnTo>
                <a:lnTo>
                  <a:pt x="302" y="8"/>
                </a:lnTo>
                <a:lnTo>
                  <a:pt x="303" y="8"/>
                </a:lnTo>
                <a:lnTo>
                  <a:pt x="304" y="8"/>
                </a:lnTo>
                <a:lnTo>
                  <a:pt x="304" y="7"/>
                </a:lnTo>
                <a:lnTo>
                  <a:pt x="305" y="7"/>
                </a:lnTo>
                <a:lnTo>
                  <a:pt x="306" y="7"/>
                </a:lnTo>
                <a:lnTo>
                  <a:pt x="306" y="8"/>
                </a:lnTo>
                <a:lnTo>
                  <a:pt x="307" y="7"/>
                </a:lnTo>
                <a:lnTo>
                  <a:pt x="307" y="8"/>
                </a:lnTo>
                <a:lnTo>
                  <a:pt x="308" y="8"/>
                </a:lnTo>
                <a:lnTo>
                  <a:pt x="309" y="7"/>
                </a:lnTo>
                <a:lnTo>
                  <a:pt x="310" y="7"/>
                </a:lnTo>
                <a:lnTo>
                  <a:pt x="312" y="7"/>
                </a:lnTo>
                <a:lnTo>
                  <a:pt x="313" y="7"/>
                </a:lnTo>
                <a:lnTo>
                  <a:pt x="313" y="6"/>
                </a:lnTo>
                <a:lnTo>
                  <a:pt x="314" y="6"/>
                </a:lnTo>
                <a:lnTo>
                  <a:pt x="314" y="5"/>
                </a:lnTo>
                <a:lnTo>
                  <a:pt x="315" y="5"/>
                </a:lnTo>
                <a:lnTo>
                  <a:pt x="316" y="5"/>
                </a:lnTo>
                <a:lnTo>
                  <a:pt x="317" y="5"/>
                </a:lnTo>
                <a:lnTo>
                  <a:pt x="318" y="5"/>
                </a:lnTo>
                <a:lnTo>
                  <a:pt x="319" y="5"/>
                </a:lnTo>
                <a:lnTo>
                  <a:pt x="319" y="4"/>
                </a:lnTo>
                <a:lnTo>
                  <a:pt x="320" y="4"/>
                </a:lnTo>
                <a:lnTo>
                  <a:pt x="321" y="5"/>
                </a:lnTo>
                <a:lnTo>
                  <a:pt x="321" y="6"/>
                </a:lnTo>
                <a:lnTo>
                  <a:pt x="322" y="7"/>
                </a:lnTo>
                <a:lnTo>
                  <a:pt x="323" y="7"/>
                </a:lnTo>
                <a:lnTo>
                  <a:pt x="323" y="6"/>
                </a:lnTo>
                <a:lnTo>
                  <a:pt x="324" y="6"/>
                </a:lnTo>
                <a:lnTo>
                  <a:pt x="325" y="6"/>
                </a:lnTo>
                <a:lnTo>
                  <a:pt x="326" y="6"/>
                </a:lnTo>
                <a:lnTo>
                  <a:pt x="327" y="6"/>
                </a:lnTo>
                <a:lnTo>
                  <a:pt x="328" y="7"/>
                </a:lnTo>
                <a:lnTo>
                  <a:pt x="329" y="6"/>
                </a:lnTo>
                <a:lnTo>
                  <a:pt x="330" y="6"/>
                </a:lnTo>
                <a:lnTo>
                  <a:pt x="331" y="6"/>
                </a:lnTo>
                <a:lnTo>
                  <a:pt x="331" y="5"/>
                </a:lnTo>
                <a:lnTo>
                  <a:pt x="332" y="5"/>
                </a:lnTo>
                <a:lnTo>
                  <a:pt x="332" y="4"/>
                </a:lnTo>
                <a:lnTo>
                  <a:pt x="333" y="4"/>
                </a:lnTo>
                <a:lnTo>
                  <a:pt x="334" y="3"/>
                </a:lnTo>
                <a:lnTo>
                  <a:pt x="335" y="3"/>
                </a:lnTo>
                <a:lnTo>
                  <a:pt x="336" y="4"/>
                </a:lnTo>
                <a:lnTo>
                  <a:pt x="337" y="5"/>
                </a:lnTo>
                <a:lnTo>
                  <a:pt x="337" y="6"/>
                </a:lnTo>
                <a:lnTo>
                  <a:pt x="336" y="7"/>
                </a:lnTo>
                <a:lnTo>
                  <a:pt x="336" y="8"/>
                </a:lnTo>
                <a:lnTo>
                  <a:pt x="336" y="9"/>
                </a:lnTo>
                <a:lnTo>
                  <a:pt x="336" y="10"/>
                </a:lnTo>
                <a:lnTo>
                  <a:pt x="336" y="11"/>
                </a:lnTo>
                <a:lnTo>
                  <a:pt x="337" y="11"/>
                </a:lnTo>
                <a:lnTo>
                  <a:pt x="338" y="11"/>
                </a:lnTo>
                <a:lnTo>
                  <a:pt x="339" y="12"/>
                </a:lnTo>
                <a:lnTo>
                  <a:pt x="339" y="13"/>
                </a:lnTo>
                <a:lnTo>
                  <a:pt x="340" y="13"/>
                </a:lnTo>
                <a:lnTo>
                  <a:pt x="340" y="14"/>
                </a:lnTo>
                <a:lnTo>
                  <a:pt x="340" y="15"/>
                </a:lnTo>
                <a:lnTo>
                  <a:pt x="341" y="15"/>
                </a:lnTo>
                <a:lnTo>
                  <a:pt x="342" y="16"/>
                </a:lnTo>
                <a:lnTo>
                  <a:pt x="342" y="17"/>
                </a:lnTo>
                <a:lnTo>
                  <a:pt x="342" y="22"/>
                </a:lnTo>
                <a:lnTo>
                  <a:pt x="341" y="24"/>
                </a:lnTo>
                <a:lnTo>
                  <a:pt x="341" y="29"/>
                </a:lnTo>
                <a:lnTo>
                  <a:pt x="340" y="30"/>
                </a:lnTo>
                <a:lnTo>
                  <a:pt x="341" y="30"/>
                </a:lnTo>
                <a:lnTo>
                  <a:pt x="343" y="30"/>
                </a:lnTo>
                <a:lnTo>
                  <a:pt x="345" y="30"/>
                </a:lnTo>
                <a:lnTo>
                  <a:pt x="346" y="30"/>
                </a:lnTo>
                <a:lnTo>
                  <a:pt x="347" y="31"/>
                </a:lnTo>
                <a:lnTo>
                  <a:pt x="348" y="31"/>
                </a:lnTo>
                <a:lnTo>
                  <a:pt x="348" y="32"/>
                </a:lnTo>
                <a:lnTo>
                  <a:pt x="349" y="32"/>
                </a:lnTo>
                <a:lnTo>
                  <a:pt x="350" y="33"/>
                </a:lnTo>
                <a:lnTo>
                  <a:pt x="351" y="33"/>
                </a:lnTo>
                <a:lnTo>
                  <a:pt x="352" y="32"/>
                </a:lnTo>
                <a:lnTo>
                  <a:pt x="354" y="32"/>
                </a:lnTo>
                <a:lnTo>
                  <a:pt x="354" y="31"/>
                </a:lnTo>
                <a:lnTo>
                  <a:pt x="355" y="31"/>
                </a:lnTo>
                <a:lnTo>
                  <a:pt x="356" y="31"/>
                </a:lnTo>
                <a:lnTo>
                  <a:pt x="357" y="31"/>
                </a:lnTo>
                <a:lnTo>
                  <a:pt x="360" y="31"/>
                </a:lnTo>
                <a:lnTo>
                  <a:pt x="363" y="31"/>
                </a:lnTo>
                <a:lnTo>
                  <a:pt x="363" y="30"/>
                </a:lnTo>
                <a:lnTo>
                  <a:pt x="366" y="30"/>
                </a:lnTo>
                <a:lnTo>
                  <a:pt x="367" y="30"/>
                </a:lnTo>
                <a:lnTo>
                  <a:pt x="368" y="30"/>
                </a:lnTo>
                <a:lnTo>
                  <a:pt x="369" y="30"/>
                </a:lnTo>
                <a:lnTo>
                  <a:pt x="370" y="30"/>
                </a:lnTo>
                <a:lnTo>
                  <a:pt x="371" y="30"/>
                </a:lnTo>
                <a:lnTo>
                  <a:pt x="376" y="30"/>
                </a:lnTo>
                <a:lnTo>
                  <a:pt x="386" y="30"/>
                </a:lnTo>
                <a:lnTo>
                  <a:pt x="388" y="30"/>
                </a:lnTo>
                <a:lnTo>
                  <a:pt x="390" y="30"/>
                </a:lnTo>
                <a:lnTo>
                  <a:pt x="390" y="29"/>
                </a:lnTo>
                <a:lnTo>
                  <a:pt x="390" y="30"/>
                </a:lnTo>
                <a:lnTo>
                  <a:pt x="391" y="30"/>
                </a:lnTo>
                <a:lnTo>
                  <a:pt x="392" y="31"/>
                </a:lnTo>
                <a:lnTo>
                  <a:pt x="393" y="31"/>
                </a:lnTo>
                <a:lnTo>
                  <a:pt x="394" y="32"/>
                </a:lnTo>
                <a:lnTo>
                  <a:pt x="395" y="33"/>
                </a:lnTo>
                <a:lnTo>
                  <a:pt x="396" y="33"/>
                </a:lnTo>
                <a:lnTo>
                  <a:pt x="398" y="34"/>
                </a:lnTo>
                <a:lnTo>
                  <a:pt x="399" y="35"/>
                </a:lnTo>
                <a:lnTo>
                  <a:pt x="404" y="35"/>
                </a:lnTo>
                <a:lnTo>
                  <a:pt x="404" y="37"/>
                </a:lnTo>
                <a:lnTo>
                  <a:pt x="404" y="38"/>
                </a:lnTo>
                <a:lnTo>
                  <a:pt x="404" y="39"/>
                </a:lnTo>
                <a:lnTo>
                  <a:pt x="403" y="39"/>
                </a:lnTo>
                <a:lnTo>
                  <a:pt x="402" y="40"/>
                </a:lnTo>
                <a:lnTo>
                  <a:pt x="400" y="40"/>
                </a:lnTo>
                <a:lnTo>
                  <a:pt x="398" y="40"/>
                </a:lnTo>
                <a:lnTo>
                  <a:pt x="397" y="40"/>
                </a:lnTo>
                <a:lnTo>
                  <a:pt x="396" y="40"/>
                </a:lnTo>
                <a:lnTo>
                  <a:pt x="394" y="40"/>
                </a:lnTo>
                <a:lnTo>
                  <a:pt x="393" y="40"/>
                </a:lnTo>
                <a:lnTo>
                  <a:pt x="393" y="41"/>
                </a:lnTo>
                <a:lnTo>
                  <a:pt x="392" y="41"/>
                </a:lnTo>
                <a:lnTo>
                  <a:pt x="392" y="42"/>
                </a:lnTo>
                <a:lnTo>
                  <a:pt x="393" y="42"/>
                </a:lnTo>
                <a:lnTo>
                  <a:pt x="393" y="43"/>
                </a:lnTo>
                <a:lnTo>
                  <a:pt x="394" y="44"/>
                </a:lnTo>
                <a:lnTo>
                  <a:pt x="394" y="45"/>
                </a:lnTo>
                <a:lnTo>
                  <a:pt x="395" y="45"/>
                </a:lnTo>
                <a:lnTo>
                  <a:pt x="395" y="46"/>
                </a:lnTo>
                <a:lnTo>
                  <a:pt x="396" y="46"/>
                </a:lnTo>
                <a:lnTo>
                  <a:pt x="396" y="47"/>
                </a:lnTo>
                <a:lnTo>
                  <a:pt x="397" y="48"/>
                </a:lnTo>
                <a:lnTo>
                  <a:pt x="398" y="48"/>
                </a:lnTo>
                <a:lnTo>
                  <a:pt x="399" y="49"/>
                </a:lnTo>
                <a:lnTo>
                  <a:pt x="400" y="49"/>
                </a:lnTo>
                <a:lnTo>
                  <a:pt x="401" y="49"/>
                </a:lnTo>
                <a:lnTo>
                  <a:pt x="401" y="50"/>
                </a:lnTo>
                <a:lnTo>
                  <a:pt x="402" y="50"/>
                </a:lnTo>
                <a:lnTo>
                  <a:pt x="403" y="50"/>
                </a:lnTo>
                <a:lnTo>
                  <a:pt x="404" y="50"/>
                </a:lnTo>
                <a:lnTo>
                  <a:pt x="405" y="50"/>
                </a:lnTo>
                <a:lnTo>
                  <a:pt x="407" y="50"/>
                </a:lnTo>
                <a:lnTo>
                  <a:pt x="407" y="51"/>
                </a:lnTo>
                <a:lnTo>
                  <a:pt x="409" y="51"/>
                </a:lnTo>
                <a:lnTo>
                  <a:pt x="410" y="51"/>
                </a:lnTo>
                <a:lnTo>
                  <a:pt x="411" y="50"/>
                </a:lnTo>
                <a:lnTo>
                  <a:pt x="412" y="50"/>
                </a:lnTo>
                <a:lnTo>
                  <a:pt x="414" y="50"/>
                </a:lnTo>
                <a:lnTo>
                  <a:pt x="416" y="49"/>
                </a:lnTo>
                <a:lnTo>
                  <a:pt x="422" y="48"/>
                </a:lnTo>
                <a:lnTo>
                  <a:pt x="425" y="48"/>
                </a:lnTo>
                <a:lnTo>
                  <a:pt x="437" y="47"/>
                </a:lnTo>
                <a:lnTo>
                  <a:pt x="439" y="46"/>
                </a:lnTo>
                <a:lnTo>
                  <a:pt x="440" y="47"/>
                </a:lnTo>
                <a:lnTo>
                  <a:pt x="441" y="47"/>
                </a:lnTo>
                <a:lnTo>
                  <a:pt x="444" y="47"/>
                </a:lnTo>
                <a:lnTo>
                  <a:pt x="445" y="47"/>
                </a:lnTo>
                <a:lnTo>
                  <a:pt x="446" y="46"/>
                </a:lnTo>
                <a:lnTo>
                  <a:pt x="447" y="46"/>
                </a:lnTo>
                <a:lnTo>
                  <a:pt x="448" y="46"/>
                </a:lnTo>
                <a:lnTo>
                  <a:pt x="448" y="47"/>
                </a:lnTo>
                <a:lnTo>
                  <a:pt x="448" y="48"/>
                </a:lnTo>
                <a:lnTo>
                  <a:pt x="449" y="48"/>
                </a:lnTo>
                <a:lnTo>
                  <a:pt x="449" y="49"/>
                </a:lnTo>
                <a:lnTo>
                  <a:pt x="449" y="50"/>
                </a:lnTo>
                <a:lnTo>
                  <a:pt x="450" y="51"/>
                </a:lnTo>
                <a:lnTo>
                  <a:pt x="450" y="52"/>
                </a:lnTo>
                <a:lnTo>
                  <a:pt x="450" y="53"/>
                </a:lnTo>
                <a:lnTo>
                  <a:pt x="451" y="53"/>
                </a:lnTo>
                <a:lnTo>
                  <a:pt x="451" y="54"/>
                </a:lnTo>
                <a:lnTo>
                  <a:pt x="451" y="55"/>
                </a:lnTo>
                <a:lnTo>
                  <a:pt x="452" y="55"/>
                </a:lnTo>
                <a:lnTo>
                  <a:pt x="452" y="56"/>
                </a:lnTo>
                <a:lnTo>
                  <a:pt x="452" y="57"/>
                </a:lnTo>
                <a:lnTo>
                  <a:pt x="452" y="58"/>
                </a:lnTo>
                <a:lnTo>
                  <a:pt x="453" y="58"/>
                </a:lnTo>
                <a:lnTo>
                  <a:pt x="453" y="59"/>
                </a:lnTo>
                <a:lnTo>
                  <a:pt x="453" y="60"/>
                </a:lnTo>
                <a:lnTo>
                  <a:pt x="453" y="61"/>
                </a:lnTo>
                <a:lnTo>
                  <a:pt x="454" y="61"/>
                </a:lnTo>
                <a:lnTo>
                  <a:pt x="454" y="62"/>
                </a:lnTo>
                <a:lnTo>
                  <a:pt x="454" y="63"/>
                </a:lnTo>
                <a:lnTo>
                  <a:pt x="455" y="63"/>
                </a:lnTo>
                <a:lnTo>
                  <a:pt x="455" y="64"/>
                </a:lnTo>
                <a:lnTo>
                  <a:pt x="455" y="65"/>
                </a:lnTo>
                <a:lnTo>
                  <a:pt x="455" y="66"/>
                </a:lnTo>
                <a:lnTo>
                  <a:pt x="456" y="66"/>
                </a:lnTo>
                <a:lnTo>
                  <a:pt x="456" y="67"/>
                </a:lnTo>
                <a:lnTo>
                  <a:pt x="456" y="68"/>
                </a:lnTo>
                <a:lnTo>
                  <a:pt x="457" y="68"/>
                </a:lnTo>
                <a:lnTo>
                  <a:pt x="457" y="69"/>
                </a:lnTo>
                <a:lnTo>
                  <a:pt x="457" y="70"/>
                </a:lnTo>
                <a:lnTo>
                  <a:pt x="457" y="71"/>
                </a:lnTo>
                <a:lnTo>
                  <a:pt x="458" y="71"/>
                </a:lnTo>
                <a:lnTo>
                  <a:pt x="458" y="72"/>
                </a:lnTo>
                <a:lnTo>
                  <a:pt x="458" y="73"/>
                </a:lnTo>
                <a:lnTo>
                  <a:pt x="459" y="73"/>
                </a:lnTo>
                <a:lnTo>
                  <a:pt x="459" y="74"/>
                </a:lnTo>
                <a:lnTo>
                  <a:pt x="459" y="75"/>
                </a:lnTo>
                <a:lnTo>
                  <a:pt x="459" y="76"/>
                </a:lnTo>
                <a:lnTo>
                  <a:pt x="460" y="76"/>
                </a:lnTo>
                <a:lnTo>
                  <a:pt x="460" y="77"/>
                </a:lnTo>
                <a:lnTo>
                  <a:pt x="460" y="78"/>
                </a:lnTo>
                <a:lnTo>
                  <a:pt x="460" y="79"/>
                </a:lnTo>
                <a:lnTo>
                  <a:pt x="461" y="79"/>
                </a:lnTo>
                <a:lnTo>
                  <a:pt x="461" y="80"/>
                </a:lnTo>
                <a:lnTo>
                  <a:pt x="462" y="80"/>
                </a:lnTo>
                <a:lnTo>
                  <a:pt x="462" y="81"/>
                </a:lnTo>
                <a:lnTo>
                  <a:pt x="462" y="82"/>
                </a:lnTo>
                <a:lnTo>
                  <a:pt x="462" y="83"/>
                </a:lnTo>
                <a:lnTo>
                  <a:pt x="462" y="86"/>
                </a:lnTo>
                <a:lnTo>
                  <a:pt x="462" y="87"/>
                </a:lnTo>
                <a:lnTo>
                  <a:pt x="463" y="87"/>
                </a:lnTo>
                <a:lnTo>
                  <a:pt x="463" y="88"/>
                </a:lnTo>
                <a:lnTo>
                  <a:pt x="464" y="88"/>
                </a:lnTo>
                <a:lnTo>
                  <a:pt x="465" y="88"/>
                </a:lnTo>
                <a:lnTo>
                  <a:pt x="465" y="87"/>
                </a:lnTo>
                <a:lnTo>
                  <a:pt x="466" y="87"/>
                </a:lnTo>
                <a:lnTo>
                  <a:pt x="467" y="86"/>
                </a:lnTo>
                <a:lnTo>
                  <a:pt x="468" y="86"/>
                </a:lnTo>
                <a:lnTo>
                  <a:pt x="469" y="86"/>
                </a:lnTo>
                <a:lnTo>
                  <a:pt x="470" y="86"/>
                </a:lnTo>
                <a:lnTo>
                  <a:pt x="471" y="86"/>
                </a:lnTo>
                <a:lnTo>
                  <a:pt x="471" y="85"/>
                </a:lnTo>
                <a:lnTo>
                  <a:pt x="472" y="85"/>
                </a:lnTo>
                <a:lnTo>
                  <a:pt x="473" y="85"/>
                </a:lnTo>
                <a:lnTo>
                  <a:pt x="474" y="85"/>
                </a:lnTo>
                <a:lnTo>
                  <a:pt x="475" y="84"/>
                </a:lnTo>
                <a:lnTo>
                  <a:pt x="476" y="84"/>
                </a:lnTo>
                <a:lnTo>
                  <a:pt x="476" y="85"/>
                </a:lnTo>
                <a:lnTo>
                  <a:pt x="477" y="85"/>
                </a:lnTo>
                <a:lnTo>
                  <a:pt x="478" y="84"/>
                </a:lnTo>
                <a:lnTo>
                  <a:pt x="479" y="84"/>
                </a:lnTo>
                <a:lnTo>
                  <a:pt x="480" y="84"/>
                </a:lnTo>
                <a:lnTo>
                  <a:pt x="481" y="84"/>
                </a:lnTo>
                <a:lnTo>
                  <a:pt x="482" y="84"/>
                </a:lnTo>
                <a:lnTo>
                  <a:pt x="482" y="85"/>
                </a:lnTo>
                <a:lnTo>
                  <a:pt x="483" y="84"/>
                </a:lnTo>
                <a:lnTo>
                  <a:pt x="484" y="85"/>
                </a:lnTo>
                <a:lnTo>
                  <a:pt x="485" y="85"/>
                </a:lnTo>
                <a:lnTo>
                  <a:pt x="485" y="84"/>
                </a:lnTo>
                <a:lnTo>
                  <a:pt x="487" y="84"/>
                </a:lnTo>
                <a:lnTo>
                  <a:pt x="488" y="84"/>
                </a:lnTo>
                <a:lnTo>
                  <a:pt x="489" y="84"/>
                </a:lnTo>
                <a:lnTo>
                  <a:pt x="490" y="84"/>
                </a:lnTo>
                <a:lnTo>
                  <a:pt x="491" y="84"/>
                </a:lnTo>
                <a:lnTo>
                  <a:pt x="492" y="84"/>
                </a:lnTo>
                <a:lnTo>
                  <a:pt x="493" y="83"/>
                </a:lnTo>
                <a:lnTo>
                  <a:pt x="494" y="83"/>
                </a:lnTo>
                <a:lnTo>
                  <a:pt x="494" y="82"/>
                </a:lnTo>
                <a:lnTo>
                  <a:pt x="494" y="81"/>
                </a:lnTo>
                <a:lnTo>
                  <a:pt x="494" y="82"/>
                </a:lnTo>
                <a:lnTo>
                  <a:pt x="495" y="82"/>
                </a:lnTo>
                <a:lnTo>
                  <a:pt x="495" y="81"/>
                </a:lnTo>
                <a:lnTo>
                  <a:pt x="496" y="81"/>
                </a:lnTo>
                <a:lnTo>
                  <a:pt x="497" y="81"/>
                </a:lnTo>
                <a:lnTo>
                  <a:pt x="498" y="81"/>
                </a:lnTo>
                <a:lnTo>
                  <a:pt x="498" y="80"/>
                </a:lnTo>
                <a:lnTo>
                  <a:pt x="499" y="80"/>
                </a:lnTo>
                <a:lnTo>
                  <a:pt x="500" y="80"/>
                </a:lnTo>
                <a:lnTo>
                  <a:pt x="501" y="80"/>
                </a:lnTo>
                <a:lnTo>
                  <a:pt x="502" y="80"/>
                </a:lnTo>
                <a:lnTo>
                  <a:pt x="503" y="80"/>
                </a:lnTo>
                <a:lnTo>
                  <a:pt x="503" y="81"/>
                </a:lnTo>
                <a:lnTo>
                  <a:pt x="504" y="81"/>
                </a:lnTo>
                <a:lnTo>
                  <a:pt x="504" y="80"/>
                </a:lnTo>
                <a:lnTo>
                  <a:pt x="504" y="81"/>
                </a:lnTo>
                <a:lnTo>
                  <a:pt x="505" y="81"/>
                </a:lnTo>
                <a:lnTo>
                  <a:pt x="506" y="81"/>
                </a:lnTo>
                <a:lnTo>
                  <a:pt x="506" y="80"/>
                </a:lnTo>
                <a:lnTo>
                  <a:pt x="506" y="81"/>
                </a:lnTo>
                <a:lnTo>
                  <a:pt x="507" y="81"/>
                </a:lnTo>
                <a:lnTo>
                  <a:pt x="507" y="82"/>
                </a:lnTo>
                <a:lnTo>
                  <a:pt x="508" y="82"/>
                </a:lnTo>
                <a:lnTo>
                  <a:pt x="508" y="81"/>
                </a:lnTo>
                <a:lnTo>
                  <a:pt x="509" y="81"/>
                </a:lnTo>
                <a:lnTo>
                  <a:pt x="509" y="82"/>
                </a:lnTo>
                <a:lnTo>
                  <a:pt x="510" y="82"/>
                </a:lnTo>
                <a:lnTo>
                  <a:pt x="511" y="83"/>
                </a:lnTo>
                <a:lnTo>
                  <a:pt x="512" y="82"/>
                </a:lnTo>
                <a:lnTo>
                  <a:pt x="513" y="82"/>
                </a:lnTo>
                <a:lnTo>
                  <a:pt x="514" y="82"/>
                </a:lnTo>
                <a:lnTo>
                  <a:pt x="514" y="81"/>
                </a:lnTo>
                <a:lnTo>
                  <a:pt x="515" y="82"/>
                </a:lnTo>
                <a:lnTo>
                  <a:pt x="515" y="81"/>
                </a:lnTo>
                <a:lnTo>
                  <a:pt x="516" y="82"/>
                </a:lnTo>
                <a:lnTo>
                  <a:pt x="516" y="83"/>
                </a:lnTo>
                <a:lnTo>
                  <a:pt x="517" y="83"/>
                </a:lnTo>
                <a:lnTo>
                  <a:pt x="517" y="84"/>
                </a:lnTo>
                <a:lnTo>
                  <a:pt x="518" y="84"/>
                </a:lnTo>
                <a:lnTo>
                  <a:pt x="519" y="84"/>
                </a:lnTo>
                <a:lnTo>
                  <a:pt x="520" y="84"/>
                </a:lnTo>
                <a:lnTo>
                  <a:pt x="520" y="85"/>
                </a:lnTo>
                <a:lnTo>
                  <a:pt x="521" y="85"/>
                </a:lnTo>
                <a:lnTo>
                  <a:pt x="522" y="86"/>
                </a:lnTo>
                <a:lnTo>
                  <a:pt x="522" y="87"/>
                </a:lnTo>
                <a:lnTo>
                  <a:pt x="521" y="87"/>
                </a:lnTo>
                <a:lnTo>
                  <a:pt x="522" y="87"/>
                </a:lnTo>
                <a:lnTo>
                  <a:pt x="522" y="88"/>
                </a:lnTo>
                <a:lnTo>
                  <a:pt x="522" y="89"/>
                </a:lnTo>
                <a:lnTo>
                  <a:pt x="523" y="89"/>
                </a:lnTo>
                <a:lnTo>
                  <a:pt x="523" y="90"/>
                </a:lnTo>
                <a:lnTo>
                  <a:pt x="523" y="91"/>
                </a:lnTo>
                <a:lnTo>
                  <a:pt x="524" y="91"/>
                </a:lnTo>
                <a:lnTo>
                  <a:pt x="524" y="90"/>
                </a:lnTo>
                <a:lnTo>
                  <a:pt x="525" y="90"/>
                </a:lnTo>
                <a:lnTo>
                  <a:pt x="526" y="91"/>
                </a:lnTo>
                <a:lnTo>
                  <a:pt x="527" y="91"/>
                </a:lnTo>
                <a:lnTo>
                  <a:pt x="527" y="92"/>
                </a:lnTo>
                <a:lnTo>
                  <a:pt x="528" y="92"/>
                </a:lnTo>
                <a:lnTo>
                  <a:pt x="528" y="93"/>
                </a:lnTo>
                <a:lnTo>
                  <a:pt x="529" y="93"/>
                </a:lnTo>
                <a:lnTo>
                  <a:pt x="529" y="94"/>
                </a:lnTo>
                <a:lnTo>
                  <a:pt x="529" y="93"/>
                </a:lnTo>
                <a:lnTo>
                  <a:pt x="530" y="93"/>
                </a:lnTo>
                <a:lnTo>
                  <a:pt x="530" y="92"/>
                </a:lnTo>
                <a:lnTo>
                  <a:pt x="531" y="92"/>
                </a:lnTo>
                <a:lnTo>
                  <a:pt x="532" y="92"/>
                </a:lnTo>
                <a:lnTo>
                  <a:pt x="533" y="92"/>
                </a:lnTo>
                <a:lnTo>
                  <a:pt x="533" y="91"/>
                </a:lnTo>
                <a:lnTo>
                  <a:pt x="534" y="91"/>
                </a:lnTo>
                <a:lnTo>
                  <a:pt x="534" y="92"/>
                </a:lnTo>
                <a:lnTo>
                  <a:pt x="534" y="93"/>
                </a:lnTo>
                <a:lnTo>
                  <a:pt x="535" y="93"/>
                </a:lnTo>
                <a:lnTo>
                  <a:pt x="535" y="92"/>
                </a:lnTo>
                <a:lnTo>
                  <a:pt x="536" y="92"/>
                </a:lnTo>
                <a:lnTo>
                  <a:pt x="537" y="92"/>
                </a:lnTo>
                <a:lnTo>
                  <a:pt x="538" y="92"/>
                </a:lnTo>
                <a:lnTo>
                  <a:pt x="538" y="93"/>
                </a:lnTo>
                <a:lnTo>
                  <a:pt x="539" y="93"/>
                </a:lnTo>
                <a:lnTo>
                  <a:pt x="540" y="93"/>
                </a:lnTo>
                <a:lnTo>
                  <a:pt x="541" y="93"/>
                </a:lnTo>
                <a:lnTo>
                  <a:pt x="542" y="93"/>
                </a:lnTo>
                <a:lnTo>
                  <a:pt x="542" y="92"/>
                </a:lnTo>
                <a:lnTo>
                  <a:pt x="543" y="92"/>
                </a:lnTo>
                <a:lnTo>
                  <a:pt x="543" y="93"/>
                </a:lnTo>
                <a:lnTo>
                  <a:pt x="544" y="93"/>
                </a:lnTo>
                <a:lnTo>
                  <a:pt x="544" y="92"/>
                </a:lnTo>
                <a:lnTo>
                  <a:pt x="545" y="92"/>
                </a:lnTo>
                <a:lnTo>
                  <a:pt x="545" y="93"/>
                </a:lnTo>
                <a:lnTo>
                  <a:pt x="545" y="94"/>
                </a:lnTo>
                <a:lnTo>
                  <a:pt x="546" y="94"/>
                </a:lnTo>
                <a:lnTo>
                  <a:pt x="547" y="93"/>
                </a:lnTo>
                <a:lnTo>
                  <a:pt x="548" y="93"/>
                </a:lnTo>
                <a:lnTo>
                  <a:pt x="548" y="92"/>
                </a:lnTo>
                <a:lnTo>
                  <a:pt x="549" y="92"/>
                </a:lnTo>
                <a:lnTo>
                  <a:pt x="550" y="92"/>
                </a:lnTo>
                <a:lnTo>
                  <a:pt x="550" y="94"/>
                </a:lnTo>
                <a:lnTo>
                  <a:pt x="551" y="94"/>
                </a:lnTo>
                <a:lnTo>
                  <a:pt x="551" y="93"/>
                </a:lnTo>
                <a:lnTo>
                  <a:pt x="552" y="93"/>
                </a:lnTo>
                <a:lnTo>
                  <a:pt x="552" y="92"/>
                </a:lnTo>
                <a:lnTo>
                  <a:pt x="553" y="92"/>
                </a:lnTo>
                <a:lnTo>
                  <a:pt x="554" y="92"/>
                </a:lnTo>
                <a:lnTo>
                  <a:pt x="554" y="91"/>
                </a:lnTo>
                <a:lnTo>
                  <a:pt x="555" y="91"/>
                </a:lnTo>
                <a:lnTo>
                  <a:pt x="556" y="91"/>
                </a:lnTo>
                <a:lnTo>
                  <a:pt x="556" y="90"/>
                </a:lnTo>
                <a:lnTo>
                  <a:pt x="557" y="89"/>
                </a:lnTo>
                <a:lnTo>
                  <a:pt x="558" y="89"/>
                </a:lnTo>
                <a:lnTo>
                  <a:pt x="559" y="89"/>
                </a:lnTo>
                <a:lnTo>
                  <a:pt x="560" y="89"/>
                </a:lnTo>
                <a:lnTo>
                  <a:pt x="561" y="89"/>
                </a:lnTo>
                <a:lnTo>
                  <a:pt x="561" y="88"/>
                </a:lnTo>
                <a:lnTo>
                  <a:pt x="562" y="87"/>
                </a:lnTo>
                <a:lnTo>
                  <a:pt x="563" y="86"/>
                </a:lnTo>
                <a:lnTo>
                  <a:pt x="563" y="87"/>
                </a:lnTo>
                <a:lnTo>
                  <a:pt x="564" y="87"/>
                </a:lnTo>
                <a:lnTo>
                  <a:pt x="564" y="86"/>
                </a:lnTo>
                <a:lnTo>
                  <a:pt x="565" y="86"/>
                </a:lnTo>
                <a:lnTo>
                  <a:pt x="565" y="85"/>
                </a:lnTo>
                <a:lnTo>
                  <a:pt x="565" y="84"/>
                </a:lnTo>
                <a:lnTo>
                  <a:pt x="566" y="84"/>
                </a:lnTo>
                <a:lnTo>
                  <a:pt x="566" y="83"/>
                </a:lnTo>
                <a:lnTo>
                  <a:pt x="567" y="83"/>
                </a:lnTo>
                <a:lnTo>
                  <a:pt x="568" y="83"/>
                </a:lnTo>
                <a:lnTo>
                  <a:pt x="568" y="84"/>
                </a:lnTo>
                <a:lnTo>
                  <a:pt x="569" y="84"/>
                </a:lnTo>
                <a:lnTo>
                  <a:pt x="570" y="85"/>
                </a:lnTo>
                <a:lnTo>
                  <a:pt x="570" y="86"/>
                </a:lnTo>
                <a:lnTo>
                  <a:pt x="571" y="86"/>
                </a:lnTo>
                <a:lnTo>
                  <a:pt x="572" y="86"/>
                </a:lnTo>
                <a:lnTo>
                  <a:pt x="573" y="86"/>
                </a:lnTo>
                <a:lnTo>
                  <a:pt x="573" y="87"/>
                </a:lnTo>
                <a:lnTo>
                  <a:pt x="574" y="88"/>
                </a:lnTo>
                <a:lnTo>
                  <a:pt x="575" y="88"/>
                </a:lnTo>
                <a:lnTo>
                  <a:pt x="576" y="88"/>
                </a:lnTo>
                <a:lnTo>
                  <a:pt x="577" y="88"/>
                </a:lnTo>
                <a:lnTo>
                  <a:pt x="578" y="88"/>
                </a:lnTo>
                <a:lnTo>
                  <a:pt x="579" y="88"/>
                </a:lnTo>
                <a:lnTo>
                  <a:pt x="580" y="89"/>
                </a:lnTo>
                <a:lnTo>
                  <a:pt x="580" y="90"/>
                </a:lnTo>
                <a:lnTo>
                  <a:pt x="580" y="91"/>
                </a:lnTo>
                <a:lnTo>
                  <a:pt x="581" y="91"/>
                </a:lnTo>
                <a:lnTo>
                  <a:pt x="581" y="92"/>
                </a:lnTo>
                <a:lnTo>
                  <a:pt x="581" y="93"/>
                </a:lnTo>
                <a:lnTo>
                  <a:pt x="581" y="94"/>
                </a:lnTo>
                <a:lnTo>
                  <a:pt x="582" y="95"/>
                </a:lnTo>
                <a:lnTo>
                  <a:pt x="584" y="95"/>
                </a:lnTo>
                <a:lnTo>
                  <a:pt x="584" y="94"/>
                </a:lnTo>
                <a:lnTo>
                  <a:pt x="585" y="94"/>
                </a:lnTo>
                <a:lnTo>
                  <a:pt x="586" y="95"/>
                </a:lnTo>
                <a:lnTo>
                  <a:pt x="587" y="96"/>
                </a:lnTo>
                <a:lnTo>
                  <a:pt x="588" y="97"/>
                </a:lnTo>
                <a:lnTo>
                  <a:pt x="589" y="97"/>
                </a:lnTo>
                <a:lnTo>
                  <a:pt x="589" y="98"/>
                </a:lnTo>
                <a:lnTo>
                  <a:pt x="588" y="98"/>
                </a:lnTo>
                <a:lnTo>
                  <a:pt x="589" y="99"/>
                </a:lnTo>
                <a:lnTo>
                  <a:pt x="589" y="100"/>
                </a:lnTo>
                <a:lnTo>
                  <a:pt x="590" y="100"/>
                </a:lnTo>
                <a:lnTo>
                  <a:pt x="591" y="101"/>
                </a:lnTo>
                <a:lnTo>
                  <a:pt x="592" y="101"/>
                </a:lnTo>
                <a:lnTo>
                  <a:pt x="592" y="102"/>
                </a:lnTo>
                <a:lnTo>
                  <a:pt x="593" y="102"/>
                </a:lnTo>
                <a:lnTo>
                  <a:pt x="594" y="103"/>
                </a:lnTo>
                <a:lnTo>
                  <a:pt x="595" y="103"/>
                </a:lnTo>
                <a:lnTo>
                  <a:pt x="595" y="104"/>
                </a:lnTo>
                <a:lnTo>
                  <a:pt x="596" y="104"/>
                </a:lnTo>
                <a:lnTo>
                  <a:pt x="597" y="104"/>
                </a:lnTo>
                <a:lnTo>
                  <a:pt x="598" y="105"/>
                </a:lnTo>
                <a:lnTo>
                  <a:pt x="599" y="105"/>
                </a:lnTo>
                <a:lnTo>
                  <a:pt x="599" y="106"/>
                </a:lnTo>
                <a:lnTo>
                  <a:pt x="600" y="106"/>
                </a:lnTo>
                <a:lnTo>
                  <a:pt x="601" y="106"/>
                </a:lnTo>
                <a:lnTo>
                  <a:pt x="601" y="105"/>
                </a:lnTo>
                <a:lnTo>
                  <a:pt x="602" y="105"/>
                </a:lnTo>
                <a:lnTo>
                  <a:pt x="603" y="105"/>
                </a:lnTo>
                <a:lnTo>
                  <a:pt x="604" y="105"/>
                </a:lnTo>
                <a:lnTo>
                  <a:pt x="605" y="105"/>
                </a:lnTo>
                <a:lnTo>
                  <a:pt x="605" y="106"/>
                </a:lnTo>
                <a:lnTo>
                  <a:pt x="606" y="106"/>
                </a:lnTo>
                <a:lnTo>
                  <a:pt x="607" y="106"/>
                </a:lnTo>
                <a:lnTo>
                  <a:pt x="608" y="106"/>
                </a:lnTo>
                <a:lnTo>
                  <a:pt x="608" y="107"/>
                </a:lnTo>
                <a:lnTo>
                  <a:pt x="609" y="107"/>
                </a:lnTo>
                <a:lnTo>
                  <a:pt x="610" y="108"/>
                </a:lnTo>
                <a:lnTo>
                  <a:pt x="611" y="108"/>
                </a:lnTo>
                <a:lnTo>
                  <a:pt x="612" y="108"/>
                </a:lnTo>
                <a:lnTo>
                  <a:pt x="612" y="109"/>
                </a:lnTo>
                <a:lnTo>
                  <a:pt x="613" y="109"/>
                </a:lnTo>
                <a:lnTo>
                  <a:pt x="614" y="108"/>
                </a:lnTo>
                <a:lnTo>
                  <a:pt x="614" y="107"/>
                </a:lnTo>
                <a:lnTo>
                  <a:pt x="615" y="107"/>
                </a:lnTo>
                <a:lnTo>
                  <a:pt x="616" y="107"/>
                </a:lnTo>
                <a:lnTo>
                  <a:pt x="617" y="107"/>
                </a:lnTo>
                <a:lnTo>
                  <a:pt x="618" y="108"/>
                </a:lnTo>
                <a:lnTo>
                  <a:pt x="618" y="109"/>
                </a:lnTo>
                <a:lnTo>
                  <a:pt x="619" y="109"/>
                </a:lnTo>
                <a:lnTo>
                  <a:pt x="620" y="109"/>
                </a:lnTo>
                <a:lnTo>
                  <a:pt x="620" y="108"/>
                </a:lnTo>
                <a:lnTo>
                  <a:pt x="621" y="108"/>
                </a:lnTo>
                <a:lnTo>
                  <a:pt x="622" y="108"/>
                </a:lnTo>
                <a:lnTo>
                  <a:pt x="623" y="108"/>
                </a:lnTo>
                <a:lnTo>
                  <a:pt x="623" y="107"/>
                </a:lnTo>
                <a:lnTo>
                  <a:pt x="623" y="106"/>
                </a:lnTo>
                <a:lnTo>
                  <a:pt x="622" y="106"/>
                </a:lnTo>
                <a:lnTo>
                  <a:pt x="622" y="105"/>
                </a:lnTo>
                <a:lnTo>
                  <a:pt x="623" y="105"/>
                </a:lnTo>
                <a:lnTo>
                  <a:pt x="623" y="104"/>
                </a:lnTo>
                <a:lnTo>
                  <a:pt x="623" y="103"/>
                </a:lnTo>
                <a:lnTo>
                  <a:pt x="624" y="100"/>
                </a:lnTo>
                <a:lnTo>
                  <a:pt x="624" y="99"/>
                </a:lnTo>
                <a:lnTo>
                  <a:pt x="625" y="98"/>
                </a:lnTo>
                <a:lnTo>
                  <a:pt x="626" y="98"/>
                </a:lnTo>
                <a:lnTo>
                  <a:pt x="626" y="97"/>
                </a:lnTo>
                <a:lnTo>
                  <a:pt x="629" y="96"/>
                </a:lnTo>
                <a:lnTo>
                  <a:pt x="630" y="95"/>
                </a:lnTo>
                <a:lnTo>
                  <a:pt x="634" y="95"/>
                </a:lnTo>
                <a:lnTo>
                  <a:pt x="635" y="95"/>
                </a:lnTo>
                <a:lnTo>
                  <a:pt x="639" y="97"/>
                </a:lnTo>
                <a:lnTo>
                  <a:pt x="640" y="97"/>
                </a:lnTo>
                <a:lnTo>
                  <a:pt x="641" y="97"/>
                </a:lnTo>
                <a:lnTo>
                  <a:pt x="643" y="97"/>
                </a:lnTo>
                <a:lnTo>
                  <a:pt x="643" y="98"/>
                </a:lnTo>
                <a:lnTo>
                  <a:pt x="645" y="98"/>
                </a:lnTo>
                <a:lnTo>
                  <a:pt x="646" y="99"/>
                </a:lnTo>
                <a:lnTo>
                  <a:pt x="655" y="101"/>
                </a:lnTo>
                <a:lnTo>
                  <a:pt x="654" y="97"/>
                </a:lnTo>
                <a:lnTo>
                  <a:pt x="654" y="96"/>
                </a:lnTo>
                <a:lnTo>
                  <a:pt x="653" y="95"/>
                </a:lnTo>
                <a:lnTo>
                  <a:pt x="653" y="94"/>
                </a:lnTo>
                <a:lnTo>
                  <a:pt x="654" y="94"/>
                </a:lnTo>
                <a:lnTo>
                  <a:pt x="653" y="93"/>
                </a:lnTo>
                <a:lnTo>
                  <a:pt x="652" y="93"/>
                </a:lnTo>
                <a:lnTo>
                  <a:pt x="652" y="92"/>
                </a:lnTo>
                <a:lnTo>
                  <a:pt x="652" y="91"/>
                </a:lnTo>
                <a:lnTo>
                  <a:pt x="652" y="90"/>
                </a:lnTo>
                <a:lnTo>
                  <a:pt x="651" y="90"/>
                </a:lnTo>
                <a:lnTo>
                  <a:pt x="651" y="89"/>
                </a:lnTo>
                <a:lnTo>
                  <a:pt x="651" y="88"/>
                </a:lnTo>
                <a:lnTo>
                  <a:pt x="652" y="86"/>
                </a:lnTo>
                <a:lnTo>
                  <a:pt x="653" y="85"/>
                </a:lnTo>
                <a:lnTo>
                  <a:pt x="654" y="85"/>
                </a:lnTo>
                <a:lnTo>
                  <a:pt x="654" y="84"/>
                </a:lnTo>
                <a:lnTo>
                  <a:pt x="655" y="84"/>
                </a:lnTo>
                <a:lnTo>
                  <a:pt x="656" y="82"/>
                </a:lnTo>
                <a:lnTo>
                  <a:pt x="657" y="81"/>
                </a:lnTo>
                <a:lnTo>
                  <a:pt x="657" y="80"/>
                </a:lnTo>
                <a:lnTo>
                  <a:pt x="657" y="78"/>
                </a:lnTo>
                <a:lnTo>
                  <a:pt x="658" y="77"/>
                </a:lnTo>
                <a:lnTo>
                  <a:pt x="657" y="77"/>
                </a:lnTo>
                <a:lnTo>
                  <a:pt x="656" y="76"/>
                </a:lnTo>
                <a:lnTo>
                  <a:pt x="654" y="75"/>
                </a:lnTo>
                <a:lnTo>
                  <a:pt x="654" y="74"/>
                </a:lnTo>
                <a:lnTo>
                  <a:pt x="655" y="73"/>
                </a:lnTo>
                <a:lnTo>
                  <a:pt x="656" y="73"/>
                </a:lnTo>
                <a:lnTo>
                  <a:pt x="657" y="73"/>
                </a:lnTo>
                <a:lnTo>
                  <a:pt x="657" y="72"/>
                </a:lnTo>
                <a:lnTo>
                  <a:pt x="658" y="72"/>
                </a:lnTo>
                <a:lnTo>
                  <a:pt x="660" y="72"/>
                </a:lnTo>
                <a:lnTo>
                  <a:pt x="662" y="73"/>
                </a:lnTo>
                <a:lnTo>
                  <a:pt x="663" y="73"/>
                </a:lnTo>
                <a:lnTo>
                  <a:pt x="663" y="72"/>
                </a:lnTo>
                <a:lnTo>
                  <a:pt x="665" y="72"/>
                </a:lnTo>
                <a:lnTo>
                  <a:pt x="666" y="71"/>
                </a:lnTo>
                <a:lnTo>
                  <a:pt x="666" y="70"/>
                </a:lnTo>
                <a:lnTo>
                  <a:pt x="665" y="69"/>
                </a:lnTo>
                <a:lnTo>
                  <a:pt x="664" y="69"/>
                </a:lnTo>
                <a:lnTo>
                  <a:pt x="663" y="68"/>
                </a:lnTo>
                <a:lnTo>
                  <a:pt x="663" y="67"/>
                </a:lnTo>
                <a:lnTo>
                  <a:pt x="664" y="66"/>
                </a:lnTo>
                <a:lnTo>
                  <a:pt x="665" y="66"/>
                </a:lnTo>
                <a:lnTo>
                  <a:pt x="666" y="66"/>
                </a:lnTo>
                <a:lnTo>
                  <a:pt x="667" y="65"/>
                </a:lnTo>
                <a:lnTo>
                  <a:pt x="667" y="66"/>
                </a:lnTo>
                <a:lnTo>
                  <a:pt x="668" y="67"/>
                </a:lnTo>
                <a:lnTo>
                  <a:pt x="668" y="66"/>
                </a:lnTo>
                <a:lnTo>
                  <a:pt x="668" y="65"/>
                </a:lnTo>
                <a:lnTo>
                  <a:pt x="667" y="64"/>
                </a:lnTo>
                <a:lnTo>
                  <a:pt x="667" y="63"/>
                </a:lnTo>
                <a:lnTo>
                  <a:pt x="666" y="62"/>
                </a:lnTo>
                <a:lnTo>
                  <a:pt x="667" y="62"/>
                </a:lnTo>
                <a:lnTo>
                  <a:pt x="668" y="62"/>
                </a:lnTo>
                <a:lnTo>
                  <a:pt x="668" y="63"/>
                </a:lnTo>
                <a:lnTo>
                  <a:pt x="669" y="63"/>
                </a:lnTo>
                <a:lnTo>
                  <a:pt x="670" y="63"/>
                </a:lnTo>
                <a:lnTo>
                  <a:pt x="671" y="64"/>
                </a:lnTo>
                <a:lnTo>
                  <a:pt x="671" y="63"/>
                </a:lnTo>
                <a:lnTo>
                  <a:pt x="672" y="64"/>
                </a:lnTo>
                <a:lnTo>
                  <a:pt x="672" y="65"/>
                </a:lnTo>
                <a:lnTo>
                  <a:pt x="673" y="65"/>
                </a:lnTo>
                <a:lnTo>
                  <a:pt x="674" y="65"/>
                </a:lnTo>
                <a:lnTo>
                  <a:pt x="675" y="65"/>
                </a:lnTo>
                <a:lnTo>
                  <a:pt x="676" y="65"/>
                </a:lnTo>
                <a:lnTo>
                  <a:pt x="676" y="66"/>
                </a:lnTo>
                <a:lnTo>
                  <a:pt x="677" y="66"/>
                </a:lnTo>
                <a:lnTo>
                  <a:pt x="678" y="67"/>
                </a:lnTo>
                <a:lnTo>
                  <a:pt x="679" y="67"/>
                </a:lnTo>
                <a:lnTo>
                  <a:pt x="680" y="67"/>
                </a:lnTo>
                <a:lnTo>
                  <a:pt x="681" y="67"/>
                </a:lnTo>
                <a:lnTo>
                  <a:pt x="682" y="67"/>
                </a:lnTo>
                <a:lnTo>
                  <a:pt x="683" y="67"/>
                </a:lnTo>
                <a:lnTo>
                  <a:pt x="683" y="66"/>
                </a:lnTo>
                <a:lnTo>
                  <a:pt x="684" y="66"/>
                </a:lnTo>
                <a:lnTo>
                  <a:pt x="685" y="66"/>
                </a:lnTo>
                <a:lnTo>
                  <a:pt x="686" y="66"/>
                </a:lnTo>
                <a:lnTo>
                  <a:pt x="686" y="65"/>
                </a:lnTo>
                <a:lnTo>
                  <a:pt x="687" y="65"/>
                </a:lnTo>
                <a:lnTo>
                  <a:pt x="688" y="65"/>
                </a:lnTo>
                <a:lnTo>
                  <a:pt x="688" y="64"/>
                </a:lnTo>
                <a:lnTo>
                  <a:pt x="689" y="64"/>
                </a:lnTo>
                <a:lnTo>
                  <a:pt x="689" y="63"/>
                </a:lnTo>
                <a:lnTo>
                  <a:pt x="690" y="63"/>
                </a:lnTo>
                <a:lnTo>
                  <a:pt x="690" y="62"/>
                </a:lnTo>
                <a:lnTo>
                  <a:pt x="690" y="61"/>
                </a:lnTo>
                <a:lnTo>
                  <a:pt x="689" y="61"/>
                </a:lnTo>
                <a:lnTo>
                  <a:pt x="689" y="60"/>
                </a:lnTo>
                <a:lnTo>
                  <a:pt x="689" y="59"/>
                </a:lnTo>
                <a:lnTo>
                  <a:pt x="690" y="59"/>
                </a:lnTo>
                <a:lnTo>
                  <a:pt x="690" y="58"/>
                </a:lnTo>
                <a:lnTo>
                  <a:pt x="689" y="58"/>
                </a:lnTo>
                <a:lnTo>
                  <a:pt x="688" y="58"/>
                </a:lnTo>
                <a:lnTo>
                  <a:pt x="688" y="57"/>
                </a:lnTo>
                <a:lnTo>
                  <a:pt x="689" y="57"/>
                </a:lnTo>
                <a:lnTo>
                  <a:pt x="689" y="56"/>
                </a:lnTo>
                <a:lnTo>
                  <a:pt x="690" y="56"/>
                </a:lnTo>
                <a:lnTo>
                  <a:pt x="690" y="55"/>
                </a:lnTo>
                <a:lnTo>
                  <a:pt x="689" y="55"/>
                </a:lnTo>
                <a:lnTo>
                  <a:pt x="689" y="54"/>
                </a:lnTo>
                <a:lnTo>
                  <a:pt x="688" y="54"/>
                </a:lnTo>
                <a:lnTo>
                  <a:pt x="687" y="54"/>
                </a:lnTo>
                <a:lnTo>
                  <a:pt x="686" y="54"/>
                </a:lnTo>
                <a:lnTo>
                  <a:pt x="686" y="53"/>
                </a:lnTo>
                <a:lnTo>
                  <a:pt x="686" y="52"/>
                </a:lnTo>
                <a:lnTo>
                  <a:pt x="686" y="51"/>
                </a:lnTo>
                <a:lnTo>
                  <a:pt x="686" y="50"/>
                </a:lnTo>
                <a:lnTo>
                  <a:pt x="686" y="49"/>
                </a:lnTo>
                <a:lnTo>
                  <a:pt x="687" y="49"/>
                </a:lnTo>
                <a:lnTo>
                  <a:pt x="687" y="48"/>
                </a:lnTo>
                <a:lnTo>
                  <a:pt x="686" y="47"/>
                </a:lnTo>
                <a:lnTo>
                  <a:pt x="687" y="47"/>
                </a:lnTo>
                <a:lnTo>
                  <a:pt x="686" y="47"/>
                </a:lnTo>
                <a:lnTo>
                  <a:pt x="687" y="47"/>
                </a:lnTo>
                <a:lnTo>
                  <a:pt x="686" y="47"/>
                </a:lnTo>
                <a:lnTo>
                  <a:pt x="686" y="46"/>
                </a:lnTo>
                <a:lnTo>
                  <a:pt x="685" y="46"/>
                </a:lnTo>
                <a:lnTo>
                  <a:pt x="684" y="46"/>
                </a:lnTo>
                <a:lnTo>
                  <a:pt x="684" y="45"/>
                </a:lnTo>
                <a:lnTo>
                  <a:pt x="684" y="44"/>
                </a:lnTo>
                <a:lnTo>
                  <a:pt x="684" y="43"/>
                </a:lnTo>
                <a:lnTo>
                  <a:pt x="684" y="42"/>
                </a:lnTo>
                <a:lnTo>
                  <a:pt x="684" y="40"/>
                </a:lnTo>
                <a:lnTo>
                  <a:pt x="684" y="39"/>
                </a:lnTo>
                <a:lnTo>
                  <a:pt x="684" y="38"/>
                </a:lnTo>
                <a:lnTo>
                  <a:pt x="684" y="37"/>
                </a:lnTo>
                <a:lnTo>
                  <a:pt x="684" y="36"/>
                </a:lnTo>
                <a:lnTo>
                  <a:pt x="684" y="35"/>
                </a:lnTo>
                <a:lnTo>
                  <a:pt x="683" y="35"/>
                </a:lnTo>
                <a:lnTo>
                  <a:pt x="684" y="34"/>
                </a:lnTo>
                <a:lnTo>
                  <a:pt x="684" y="33"/>
                </a:lnTo>
                <a:lnTo>
                  <a:pt x="683" y="33"/>
                </a:lnTo>
                <a:lnTo>
                  <a:pt x="682" y="33"/>
                </a:lnTo>
                <a:lnTo>
                  <a:pt x="681" y="33"/>
                </a:lnTo>
                <a:lnTo>
                  <a:pt x="680" y="33"/>
                </a:lnTo>
                <a:lnTo>
                  <a:pt x="680" y="32"/>
                </a:lnTo>
                <a:lnTo>
                  <a:pt x="680" y="31"/>
                </a:lnTo>
                <a:lnTo>
                  <a:pt x="679" y="31"/>
                </a:lnTo>
                <a:lnTo>
                  <a:pt x="679" y="30"/>
                </a:lnTo>
                <a:lnTo>
                  <a:pt x="680" y="30"/>
                </a:lnTo>
                <a:lnTo>
                  <a:pt x="679" y="29"/>
                </a:lnTo>
                <a:lnTo>
                  <a:pt x="680" y="28"/>
                </a:lnTo>
                <a:lnTo>
                  <a:pt x="680" y="27"/>
                </a:lnTo>
                <a:lnTo>
                  <a:pt x="679" y="27"/>
                </a:lnTo>
                <a:lnTo>
                  <a:pt x="679" y="26"/>
                </a:lnTo>
                <a:lnTo>
                  <a:pt x="679" y="25"/>
                </a:lnTo>
                <a:lnTo>
                  <a:pt x="679" y="24"/>
                </a:lnTo>
                <a:lnTo>
                  <a:pt x="680" y="23"/>
                </a:lnTo>
                <a:lnTo>
                  <a:pt x="680" y="22"/>
                </a:lnTo>
                <a:lnTo>
                  <a:pt x="681" y="21"/>
                </a:lnTo>
                <a:lnTo>
                  <a:pt x="682" y="20"/>
                </a:lnTo>
                <a:lnTo>
                  <a:pt x="682" y="19"/>
                </a:lnTo>
                <a:lnTo>
                  <a:pt x="682" y="18"/>
                </a:lnTo>
                <a:lnTo>
                  <a:pt x="681" y="18"/>
                </a:lnTo>
                <a:lnTo>
                  <a:pt x="681" y="17"/>
                </a:lnTo>
                <a:lnTo>
                  <a:pt x="681" y="16"/>
                </a:lnTo>
                <a:lnTo>
                  <a:pt x="681" y="15"/>
                </a:lnTo>
                <a:lnTo>
                  <a:pt x="682" y="15"/>
                </a:lnTo>
                <a:lnTo>
                  <a:pt x="681" y="15"/>
                </a:lnTo>
                <a:lnTo>
                  <a:pt x="681" y="14"/>
                </a:lnTo>
                <a:lnTo>
                  <a:pt x="682" y="14"/>
                </a:lnTo>
                <a:lnTo>
                  <a:pt x="682" y="13"/>
                </a:lnTo>
                <a:lnTo>
                  <a:pt x="682" y="12"/>
                </a:lnTo>
                <a:lnTo>
                  <a:pt x="682" y="11"/>
                </a:lnTo>
                <a:lnTo>
                  <a:pt x="683" y="11"/>
                </a:lnTo>
                <a:lnTo>
                  <a:pt x="683" y="10"/>
                </a:lnTo>
                <a:lnTo>
                  <a:pt x="684" y="10"/>
                </a:lnTo>
                <a:lnTo>
                  <a:pt x="684" y="9"/>
                </a:lnTo>
                <a:lnTo>
                  <a:pt x="685" y="9"/>
                </a:lnTo>
                <a:lnTo>
                  <a:pt x="685" y="8"/>
                </a:lnTo>
                <a:lnTo>
                  <a:pt x="686" y="8"/>
                </a:lnTo>
                <a:lnTo>
                  <a:pt x="686" y="7"/>
                </a:lnTo>
                <a:lnTo>
                  <a:pt x="685" y="7"/>
                </a:lnTo>
                <a:lnTo>
                  <a:pt x="685" y="6"/>
                </a:lnTo>
                <a:lnTo>
                  <a:pt x="684" y="6"/>
                </a:lnTo>
                <a:lnTo>
                  <a:pt x="684" y="5"/>
                </a:lnTo>
                <a:lnTo>
                  <a:pt x="684" y="4"/>
                </a:lnTo>
                <a:lnTo>
                  <a:pt x="683" y="4"/>
                </a:lnTo>
                <a:lnTo>
                  <a:pt x="683" y="3"/>
                </a:lnTo>
                <a:lnTo>
                  <a:pt x="683" y="4"/>
                </a:lnTo>
                <a:lnTo>
                  <a:pt x="682" y="3"/>
                </a:lnTo>
                <a:lnTo>
                  <a:pt x="682" y="2"/>
                </a:lnTo>
                <a:lnTo>
                  <a:pt x="681" y="2"/>
                </a:lnTo>
                <a:lnTo>
                  <a:pt x="682" y="1"/>
                </a:lnTo>
                <a:lnTo>
                  <a:pt x="683" y="1"/>
                </a:lnTo>
                <a:lnTo>
                  <a:pt x="684" y="1"/>
                </a:lnTo>
                <a:lnTo>
                  <a:pt x="685" y="1"/>
                </a:lnTo>
                <a:lnTo>
                  <a:pt x="685" y="0"/>
                </a:lnTo>
                <a:lnTo>
                  <a:pt x="686" y="0"/>
                </a:lnTo>
                <a:close/>
              </a:path>
            </a:pathLst>
          </a:custGeom>
          <a:solidFill>
            <a:srgbClr val="ECF7E5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3" name=""/>
          <p:cNvSpPr/>
          <p:nvPr/>
        </p:nvSpPr>
        <p:spPr>
          <a:xfrm>
            <a:off x="1824480" y="3828600"/>
            <a:ext cx="6120" cy="2880"/>
          </a:xfrm>
          <a:custGeom>
            <a:avLst/>
            <a:gdLst/>
            <a:ahLst/>
            <a:rect l="0" t="0" r="r" b="b"/>
            <a:pathLst>
              <a:path w="17" h="8">
                <a:moveTo>
                  <a:pt x="16" y="1"/>
                </a:moveTo>
                <a:lnTo>
                  <a:pt x="16" y="3"/>
                </a:lnTo>
                <a:lnTo>
                  <a:pt x="16" y="4"/>
                </a:lnTo>
                <a:lnTo>
                  <a:pt x="16" y="5"/>
                </a:lnTo>
                <a:lnTo>
                  <a:pt x="16" y="4"/>
                </a:lnTo>
                <a:lnTo>
                  <a:pt x="15" y="4"/>
                </a:lnTo>
                <a:lnTo>
                  <a:pt x="15" y="3"/>
                </a:lnTo>
                <a:lnTo>
                  <a:pt x="14" y="3"/>
                </a:lnTo>
                <a:lnTo>
                  <a:pt x="13" y="3"/>
                </a:lnTo>
                <a:lnTo>
                  <a:pt x="13" y="4"/>
                </a:lnTo>
                <a:lnTo>
                  <a:pt x="12" y="4"/>
                </a:lnTo>
                <a:lnTo>
                  <a:pt x="12" y="5"/>
                </a:lnTo>
                <a:lnTo>
                  <a:pt x="12" y="6"/>
                </a:lnTo>
                <a:lnTo>
                  <a:pt x="12" y="5"/>
                </a:lnTo>
                <a:lnTo>
                  <a:pt x="11" y="5"/>
                </a:lnTo>
                <a:lnTo>
                  <a:pt x="11" y="6"/>
                </a:lnTo>
                <a:lnTo>
                  <a:pt x="9" y="6"/>
                </a:lnTo>
                <a:lnTo>
                  <a:pt x="8" y="7"/>
                </a:lnTo>
                <a:lnTo>
                  <a:pt x="7" y="7"/>
                </a:lnTo>
                <a:lnTo>
                  <a:pt x="7" y="6"/>
                </a:lnTo>
                <a:lnTo>
                  <a:pt x="6" y="7"/>
                </a:lnTo>
                <a:lnTo>
                  <a:pt x="5" y="8"/>
                </a:lnTo>
                <a:lnTo>
                  <a:pt x="5" y="7"/>
                </a:lnTo>
                <a:lnTo>
                  <a:pt x="4" y="7"/>
                </a:lnTo>
                <a:lnTo>
                  <a:pt x="3" y="8"/>
                </a:lnTo>
                <a:lnTo>
                  <a:pt x="2" y="8"/>
                </a:lnTo>
                <a:lnTo>
                  <a:pt x="1" y="8"/>
                </a:lnTo>
                <a:lnTo>
                  <a:pt x="1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2" y="4"/>
                </a:lnTo>
                <a:lnTo>
                  <a:pt x="3" y="4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8" y="3"/>
                </a:lnTo>
                <a:lnTo>
                  <a:pt x="9" y="3"/>
                </a:lnTo>
                <a:lnTo>
                  <a:pt x="9" y="1"/>
                </a:lnTo>
                <a:lnTo>
                  <a:pt x="11" y="1"/>
                </a:lnTo>
                <a:lnTo>
                  <a:pt x="12" y="1"/>
                </a:lnTo>
                <a:lnTo>
                  <a:pt x="12" y="0"/>
                </a:lnTo>
                <a:lnTo>
                  <a:pt x="13" y="0"/>
                </a:lnTo>
                <a:lnTo>
                  <a:pt x="13" y="1"/>
                </a:lnTo>
                <a:lnTo>
                  <a:pt x="13" y="0"/>
                </a:lnTo>
                <a:lnTo>
                  <a:pt x="14" y="0"/>
                </a:lnTo>
                <a:lnTo>
                  <a:pt x="15" y="0"/>
                </a:lnTo>
                <a:lnTo>
                  <a:pt x="17" y="0"/>
                </a:lnTo>
                <a:lnTo>
                  <a:pt x="16" y="1"/>
                </a:lnTo>
                <a:close/>
              </a:path>
            </a:pathLst>
          </a:custGeom>
          <a:solidFill>
            <a:srgbClr val="E3F4F3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4" name=""/>
          <p:cNvSpPr/>
          <p:nvPr/>
        </p:nvSpPr>
        <p:spPr>
          <a:xfrm>
            <a:off x="1772640" y="3684960"/>
            <a:ext cx="109800" cy="153000"/>
          </a:xfrm>
          <a:custGeom>
            <a:avLst/>
            <a:gdLst/>
            <a:ahLst/>
            <a:rect l="0" t="0" r="r" b="b"/>
            <a:pathLst>
              <a:path w="305" h="425">
                <a:moveTo>
                  <a:pt x="224" y="2"/>
                </a:moveTo>
                <a:lnTo>
                  <a:pt x="225" y="2"/>
                </a:lnTo>
                <a:lnTo>
                  <a:pt x="226" y="2"/>
                </a:lnTo>
                <a:lnTo>
                  <a:pt x="227" y="3"/>
                </a:lnTo>
                <a:lnTo>
                  <a:pt x="227" y="4"/>
                </a:lnTo>
                <a:lnTo>
                  <a:pt x="227" y="5"/>
                </a:lnTo>
                <a:lnTo>
                  <a:pt x="227" y="6"/>
                </a:lnTo>
                <a:lnTo>
                  <a:pt x="227" y="7"/>
                </a:lnTo>
                <a:lnTo>
                  <a:pt x="228" y="7"/>
                </a:lnTo>
                <a:lnTo>
                  <a:pt x="228" y="9"/>
                </a:lnTo>
                <a:lnTo>
                  <a:pt x="227" y="9"/>
                </a:lnTo>
                <a:lnTo>
                  <a:pt x="228" y="10"/>
                </a:lnTo>
                <a:lnTo>
                  <a:pt x="228" y="11"/>
                </a:lnTo>
                <a:lnTo>
                  <a:pt x="228" y="12"/>
                </a:lnTo>
                <a:lnTo>
                  <a:pt x="227" y="13"/>
                </a:lnTo>
                <a:lnTo>
                  <a:pt x="227" y="14"/>
                </a:lnTo>
                <a:lnTo>
                  <a:pt x="226" y="15"/>
                </a:lnTo>
                <a:lnTo>
                  <a:pt x="227" y="15"/>
                </a:lnTo>
                <a:lnTo>
                  <a:pt x="227" y="16"/>
                </a:lnTo>
                <a:lnTo>
                  <a:pt x="228" y="16"/>
                </a:lnTo>
                <a:lnTo>
                  <a:pt x="228" y="17"/>
                </a:lnTo>
                <a:lnTo>
                  <a:pt x="229" y="17"/>
                </a:lnTo>
                <a:lnTo>
                  <a:pt x="229" y="18"/>
                </a:lnTo>
                <a:lnTo>
                  <a:pt x="229" y="19"/>
                </a:lnTo>
                <a:lnTo>
                  <a:pt x="230" y="19"/>
                </a:lnTo>
                <a:lnTo>
                  <a:pt x="230" y="20"/>
                </a:lnTo>
                <a:lnTo>
                  <a:pt x="230" y="21"/>
                </a:lnTo>
                <a:lnTo>
                  <a:pt x="230" y="22"/>
                </a:lnTo>
                <a:lnTo>
                  <a:pt x="231" y="23"/>
                </a:lnTo>
                <a:lnTo>
                  <a:pt x="231" y="24"/>
                </a:lnTo>
                <a:lnTo>
                  <a:pt x="231" y="25"/>
                </a:lnTo>
                <a:lnTo>
                  <a:pt x="232" y="26"/>
                </a:lnTo>
                <a:lnTo>
                  <a:pt x="232" y="27"/>
                </a:lnTo>
                <a:lnTo>
                  <a:pt x="232" y="28"/>
                </a:lnTo>
                <a:lnTo>
                  <a:pt x="233" y="28"/>
                </a:lnTo>
                <a:lnTo>
                  <a:pt x="233" y="29"/>
                </a:lnTo>
                <a:lnTo>
                  <a:pt x="233" y="30"/>
                </a:lnTo>
                <a:lnTo>
                  <a:pt x="234" y="30"/>
                </a:lnTo>
                <a:lnTo>
                  <a:pt x="234" y="31"/>
                </a:lnTo>
                <a:lnTo>
                  <a:pt x="235" y="31"/>
                </a:lnTo>
                <a:lnTo>
                  <a:pt x="236" y="31"/>
                </a:lnTo>
                <a:lnTo>
                  <a:pt x="237" y="32"/>
                </a:lnTo>
                <a:lnTo>
                  <a:pt x="238" y="32"/>
                </a:lnTo>
                <a:lnTo>
                  <a:pt x="239" y="32"/>
                </a:lnTo>
                <a:lnTo>
                  <a:pt x="240" y="33"/>
                </a:lnTo>
                <a:lnTo>
                  <a:pt x="242" y="34"/>
                </a:lnTo>
                <a:lnTo>
                  <a:pt x="243" y="34"/>
                </a:lnTo>
                <a:lnTo>
                  <a:pt x="243" y="35"/>
                </a:lnTo>
                <a:lnTo>
                  <a:pt x="243" y="37"/>
                </a:lnTo>
                <a:lnTo>
                  <a:pt x="242" y="45"/>
                </a:lnTo>
                <a:lnTo>
                  <a:pt x="230" y="56"/>
                </a:lnTo>
                <a:lnTo>
                  <a:pt x="227" y="60"/>
                </a:lnTo>
                <a:lnTo>
                  <a:pt x="223" y="65"/>
                </a:lnTo>
                <a:lnTo>
                  <a:pt x="219" y="69"/>
                </a:lnTo>
                <a:lnTo>
                  <a:pt x="217" y="74"/>
                </a:lnTo>
                <a:lnTo>
                  <a:pt x="215" y="80"/>
                </a:lnTo>
                <a:lnTo>
                  <a:pt x="214" y="88"/>
                </a:lnTo>
                <a:lnTo>
                  <a:pt x="214" y="91"/>
                </a:lnTo>
                <a:lnTo>
                  <a:pt x="214" y="94"/>
                </a:lnTo>
                <a:lnTo>
                  <a:pt x="209" y="102"/>
                </a:lnTo>
                <a:lnTo>
                  <a:pt x="199" y="109"/>
                </a:lnTo>
                <a:lnTo>
                  <a:pt x="199" y="110"/>
                </a:lnTo>
                <a:lnTo>
                  <a:pt x="199" y="111"/>
                </a:lnTo>
                <a:lnTo>
                  <a:pt x="200" y="111"/>
                </a:lnTo>
                <a:lnTo>
                  <a:pt x="201" y="111"/>
                </a:lnTo>
                <a:lnTo>
                  <a:pt x="202" y="111"/>
                </a:lnTo>
                <a:lnTo>
                  <a:pt x="203" y="113"/>
                </a:lnTo>
                <a:lnTo>
                  <a:pt x="204" y="114"/>
                </a:lnTo>
                <a:lnTo>
                  <a:pt x="206" y="115"/>
                </a:lnTo>
                <a:lnTo>
                  <a:pt x="207" y="116"/>
                </a:lnTo>
                <a:lnTo>
                  <a:pt x="208" y="116"/>
                </a:lnTo>
                <a:lnTo>
                  <a:pt x="211" y="118"/>
                </a:lnTo>
                <a:lnTo>
                  <a:pt x="212" y="118"/>
                </a:lnTo>
                <a:lnTo>
                  <a:pt x="213" y="118"/>
                </a:lnTo>
                <a:lnTo>
                  <a:pt x="214" y="119"/>
                </a:lnTo>
                <a:lnTo>
                  <a:pt x="215" y="119"/>
                </a:lnTo>
                <a:lnTo>
                  <a:pt x="216" y="119"/>
                </a:lnTo>
                <a:lnTo>
                  <a:pt x="217" y="120"/>
                </a:lnTo>
                <a:lnTo>
                  <a:pt x="218" y="120"/>
                </a:lnTo>
                <a:lnTo>
                  <a:pt x="219" y="121"/>
                </a:lnTo>
                <a:lnTo>
                  <a:pt x="221" y="121"/>
                </a:lnTo>
                <a:lnTo>
                  <a:pt x="222" y="122"/>
                </a:lnTo>
                <a:lnTo>
                  <a:pt x="223" y="123"/>
                </a:lnTo>
                <a:lnTo>
                  <a:pt x="224" y="124"/>
                </a:lnTo>
                <a:lnTo>
                  <a:pt x="225" y="124"/>
                </a:lnTo>
                <a:lnTo>
                  <a:pt x="226" y="125"/>
                </a:lnTo>
                <a:lnTo>
                  <a:pt x="228" y="125"/>
                </a:lnTo>
                <a:lnTo>
                  <a:pt x="229" y="125"/>
                </a:lnTo>
                <a:lnTo>
                  <a:pt x="230" y="125"/>
                </a:lnTo>
                <a:lnTo>
                  <a:pt x="230" y="126"/>
                </a:lnTo>
                <a:lnTo>
                  <a:pt x="231" y="126"/>
                </a:lnTo>
                <a:lnTo>
                  <a:pt x="232" y="126"/>
                </a:lnTo>
                <a:lnTo>
                  <a:pt x="234" y="127"/>
                </a:lnTo>
                <a:lnTo>
                  <a:pt x="235" y="127"/>
                </a:lnTo>
                <a:lnTo>
                  <a:pt x="236" y="127"/>
                </a:lnTo>
                <a:lnTo>
                  <a:pt x="237" y="127"/>
                </a:lnTo>
                <a:lnTo>
                  <a:pt x="238" y="128"/>
                </a:lnTo>
                <a:lnTo>
                  <a:pt x="241" y="129"/>
                </a:lnTo>
                <a:lnTo>
                  <a:pt x="242" y="129"/>
                </a:lnTo>
                <a:lnTo>
                  <a:pt x="246" y="130"/>
                </a:lnTo>
                <a:lnTo>
                  <a:pt x="248" y="130"/>
                </a:lnTo>
                <a:lnTo>
                  <a:pt x="249" y="130"/>
                </a:lnTo>
                <a:lnTo>
                  <a:pt x="249" y="129"/>
                </a:lnTo>
                <a:lnTo>
                  <a:pt x="257" y="127"/>
                </a:lnTo>
                <a:lnTo>
                  <a:pt x="257" y="126"/>
                </a:lnTo>
                <a:lnTo>
                  <a:pt x="258" y="126"/>
                </a:lnTo>
                <a:lnTo>
                  <a:pt x="259" y="126"/>
                </a:lnTo>
                <a:lnTo>
                  <a:pt x="260" y="126"/>
                </a:lnTo>
                <a:lnTo>
                  <a:pt x="261" y="126"/>
                </a:lnTo>
                <a:lnTo>
                  <a:pt x="262" y="126"/>
                </a:lnTo>
                <a:lnTo>
                  <a:pt x="264" y="127"/>
                </a:lnTo>
                <a:lnTo>
                  <a:pt x="264" y="128"/>
                </a:lnTo>
                <a:lnTo>
                  <a:pt x="264" y="129"/>
                </a:lnTo>
                <a:lnTo>
                  <a:pt x="265" y="129"/>
                </a:lnTo>
                <a:lnTo>
                  <a:pt x="266" y="129"/>
                </a:lnTo>
                <a:lnTo>
                  <a:pt x="266" y="130"/>
                </a:lnTo>
                <a:lnTo>
                  <a:pt x="267" y="130"/>
                </a:lnTo>
                <a:lnTo>
                  <a:pt x="267" y="131"/>
                </a:lnTo>
                <a:lnTo>
                  <a:pt x="269" y="131"/>
                </a:lnTo>
                <a:lnTo>
                  <a:pt x="270" y="131"/>
                </a:lnTo>
                <a:lnTo>
                  <a:pt x="270" y="132"/>
                </a:lnTo>
                <a:lnTo>
                  <a:pt x="271" y="132"/>
                </a:lnTo>
                <a:lnTo>
                  <a:pt x="272" y="132"/>
                </a:lnTo>
                <a:lnTo>
                  <a:pt x="273" y="132"/>
                </a:lnTo>
                <a:lnTo>
                  <a:pt x="275" y="133"/>
                </a:lnTo>
                <a:lnTo>
                  <a:pt x="276" y="133"/>
                </a:lnTo>
                <a:lnTo>
                  <a:pt x="276" y="134"/>
                </a:lnTo>
                <a:lnTo>
                  <a:pt x="277" y="134"/>
                </a:lnTo>
                <a:lnTo>
                  <a:pt x="277" y="135"/>
                </a:lnTo>
                <a:lnTo>
                  <a:pt x="277" y="136"/>
                </a:lnTo>
                <a:lnTo>
                  <a:pt x="278" y="137"/>
                </a:lnTo>
                <a:lnTo>
                  <a:pt x="280" y="139"/>
                </a:lnTo>
                <a:lnTo>
                  <a:pt x="281" y="139"/>
                </a:lnTo>
                <a:lnTo>
                  <a:pt x="282" y="140"/>
                </a:lnTo>
                <a:lnTo>
                  <a:pt x="284" y="142"/>
                </a:lnTo>
                <a:lnTo>
                  <a:pt x="285" y="142"/>
                </a:lnTo>
                <a:lnTo>
                  <a:pt x="283" y="146"/>
                </a:lnTo>
                <a:lnTo>
                  <a:pt x="282" y="147"/>
                </a:lnTo>
                <a:lnTo>
                  <a:pt x="283" y="148"/>
                </a:lnTo>
                <a:lnTo>
                  <a:pt x="286" y="149"/>
                </a:lnTo>
                <a:lnTo>
                  <a:pt x="287" y="148"/>
                </a:lnTo>
                <a:lnTo>
                  <a:pt x="288" y="148"/>
                </a:lnTo>
                <a:lnTo>
                  <a:pt x="290" y="148"/>
                </a:lnTo>
                <a:lnTo>
                  <a:pt x="291" y="149"/>
                </a:lnTo>
                <a:lnTo>
                  <a:pt x="295" y="153"/>
                </a:lnTo>
                <a:lnTo>
                  <a:pt x="295" y="154"/>
                </a:lnTo>
                <a:lnTo>
                  <a:pt x="296" y="154"/>
                </a:lnTo>
                <a:lnTo>
                  <a:pt x="297" y="154"/>
                </a:lnTo>
                <a:lnTo>
                  <a:pt x="303" y="156"/>
                </a:lnTo>
                <a:lnTo>
                  <a:pt x="304" y="157"/>
                </a:lnTo>
                <a:lnTo>
                  <a:pt x="305" y="158"/>
                </a:lnTo>
                <a:lnTo>
                  <a:pt x="305" y="160"/>
                </a:lnTo>
                <a:lnTo>
                  <a:pt x="304" y="160"/>
                </a:lnTo>
                <a:lnTo>
                  <a:pt x="304" y="161"/>
                </a:lnTo>
                <a:lnTo>
                  <a:pt x="304" y="163"/>
                </a:lnTo>
                <a:lnTo>
                  <a:pt x="303" y="163"/>
                </a:lnTo>
                <a:lnTo>
                  <a:pt x="302" y="165"/>
                </a:lnTo>
                <a:lnTo>
                  <a:pt x="302" y="166"/>
                </a:lnTo>
                <a:lnTo>
                  <a:pt x="301" y="167"/>
                </a:lnTo>
                <a:lnTo>
                  <a:pt x="300" y="166"/>
                </a:lnTo>
                <a:lnTo>
                  <a:pt x="300" y="165"/>
                </a:lnTo>
                <a:lnTo>
                  <a:pt x="299" y="165"/>
                </a:lnTo>
                <a:lnTo>
                  <a:pt x="298" y="164"/>
                </a:lnTo>
                <a:lnTo>
                  <a:pt x="297" y="164"/>
                </a:lnTo>
                <a:lnTo>
                  <a:pt x="298" y="165"/>
                </a:lnTo>
                <a:lnTo>
                  <a:pt x="299" y="165"/>
                </a:lnTo>
                <a:lnTo>
                  <a:pt x="298" y="166"/>
                </a:lnTo>
                <a:lnTo>
                  <a:pt x="296" y="166"/>
                </a:lnTo>
                <a:lnTo>
                  <a:pt x="295" y="166"/>
                </a:lnTo>
                <a:lnTo>
                  <a:pt x="294" y="165"/>
                </a:lnTo>
                <a:lnTo>
                  <a:pt x="290" y="167"/>
                </a:lnTo>
                <a:lnTo>
                  <a:pt x="290" y="169"/>
                </a:lnTo>
                <a:lnTo>
                  <a:pt x="290" y="170"/>
                </a:lnTo>
                <a:lnTo>
                  <a:pt x="291" y="170"/>
                </a:lnTo>
                <a:lnTo>
                  <a:pt x="290" y="171"/>
                </a:lnTo>
                <a:lnTo>
                  <a:pt x="289" y="172"/>
                </a:lnTo>
                <a:lnTo>
                  <a:pt x="288" y="173"/>
                </a:lnTo>
                <a:lnTo>
                  <a:pt x="288" y="174"/>
                </a:lnTo>
                <a:lnTo>
                  <a:pt x="287" y="174"/>
                </a:lnTo>
                <a:lnTo>
                  <a:pt x="288" y="175"/>
                </a:lnTo>
                <a:lnTo>
                  <a:pt x="285" y="175"/>
                </a:lnTo>
                <a:lnTo>
                  <a:pt x="284" y="175"/>
                </a:lnTo>
                <a:lnTo>
                  <a:pt x="283" y="176"/>
                </a:lnTo>
                <a:lnTo>
                  <a:pt x="283" y="175"/>
                </a:lnTo>
                <a:lnTo>
                  <a:pt x="282" y="174"/>
                </a:lnTo>
                <a:lnTo>
                  <a:pt x="280" y="174"/>
                </a:lnTo>
                <a:lnTo>
                  <a:pt x="280" y="175"/>
                </a:lnTo>
                <a:lnTo>
                  <a:pt x="280" y="176"/>
                </a:lnTo>
                <a:lnTo>
                  <a:pt x="280" y="177"/>
                </a:lnTo>
                <a:lnTo>
                  <a:pt x="283" y="177"/>
                </a:lnTo>
                <a:lnTo>
                  <a:pt x="283" y="179"/>
                </a:lnTo>
                <a:lnTo>
                  <a:pt x="281" y="178"/>
                </a:lnTo>
                <a:lnTo>
                  <a:pt x="280" y="180"/>
                </a:lnTo>
                <a:lnTo>
                  <a:pt x="278" y="181"/>
                </a:lnTo>
                <a:lnTo>
                  <a:pt x="278" y="182"/>
                </a:lnTo>
                <a:lnTo>
                  <a:pt x="278" y="183"/>
                </a:lnTo>
                <a:lnTo>
                  <a:pt x="277" y="183"/>
                </a:lnTo>
                <a:lnTo>
                  <a:pt x="275" y="183"/>
                </a:lnTo>
                <a:lnTo>
                  <a:pt x="274" y="183"/>
                </a:lnTo>
                <a:lnTo>
                  <a:pt x="273" y="183"/>
                </a:lnTo>
                <a:lnTo>
                  <a:pt x="274" y="183"/>
                </a:lnTo>
                <a:lnTo>
                  <a:pt x="275" y="185"/>
                </a:lnTo>
                <a:lnTo>
                  <a:pt x="276" y="186"/>
                </a:lnTo>
                <a:lnTo>
                  <a:pt x="277" y="185"/>
                </a:lnTo>
                <a:lnTo>
                  <a:pt x="278" y="185"/>
                </a:lnTo>
                <a:lnTo>
                  <a:pt x="279" y="186"/>
                </a:lnTo>
                <a:lnTo>
                  <a:pt x="278" y="187"/>
                </a:lnTo>
                <a:lnTo>
                  <a:pt x="278" y="188"/>
                </a:lnTo>
                <a:lnTo>
                  <a:pt x="277" y="190"/>
                </a:lnTo>
                <a:lnTo>
                  <a:pt x="277" y="191"/>
                </a:lnTo>
                <a:lnTo>
                  <a:pt x="277" y="192"/>
                </a:lnTo>
                <a:lnTo>
                  <a:pt x="276" y="192"/>
                </a:lnTo>
                <a:lnTo>
                  <a:pt x="275" y="193"/>
                </a:lnTo>
                <a:lnTo>
                  <a:pt x="275" y="194"/>
                </a:lnTo>
                <a:lnTo>
                  <a:pt x="275" y="195"/>
                </a:lnTo>
                <a:lnTo>
                  <a:pt x="274" y="195"/>
                </a:lnTo>
                <a:lnTo>
                  <a:pt x="274" y="194"/>
                </a:lnTo>
                <a:lnTo>
                  <a:pt x="273" y="194"/>
                </a:lnTo>
                <a:lnTo>
                  <a:pt x="272" y="195"/>
                </a:lnTo>
                <a:lnTo>
                  <a:pt x="271" y="196"/>
                </a:lnTo>
                <a:lnTo>
                  <a:pt x="271" y="197"/>
                </a:lnTo>
                <a:lnTo>
                  <a:pt x="271" y="198"/>
                </a:lnTo>
                <a:lnTo>
                  <a:pt x="271" y="199"/>
                </a:lnTo>
                <a:lnTo>
                  <a:pt x="271" y="200"/>
                </a:lnTo>
                <a:lnTo>
                  <a:pt x="270" y="201"/>
                </a:lnTo>
                <a:lnTo>
                  <a:pt x="270" y="203"/>
                </a:lnTo>
                <a:lnTo>
                  <a:pt x="271" y="203"/>
                </a:lnTo>
                <a:lnTo>
                  <a:pt x="271" y="204"/>
                </a:lnTo>
                <a:lnTo>
                  <a:pt x="270" y="205"/>
                </a:lnTo>
                <a:lnTo>
                  <a:pt x="269" y="205"/>
                </a:lnTo>
                <a:lnTo>
                  <a:pt x="269" y="206"/>
                </a:lnTo>
                <a:lnTo>
                  <a:pt x="269" y="207"/>
                </a:lnTo>
                <a:lnTo>
                  <a:pt x="269" y="210"/>
                </a:lnTo>
                <a:lnTo>
                  <a:pt x="268" y="211"/>
                </a:lnTo>
                <a:lnTo>
                  <a:pt x="269" y="213"/>
                </a:lnTo>
                <a:lnTo>
                  <a:pt x="269" y="215"/>
                </a:lnTo>
                <a:lnTo>
                  <a:pt x="270" y="215"/>
                </a:lnTo>
                <a:lnTo>
                  <a:pt x="272" y="217"/>
                </a:lnTo>
                <a:lnTo>
                  <a:pt x="272" y="218"/>
                </a:lnTo>
                <a:lnTo>
                  <a:pt x="273" y="218"/>
                </a:lnTo>
                <a:lnTo>
                  <a:pt x="273" y="220"/>
                </a:lnTo>
                <a:lnTo>
                  <a:pt x="273" y="221"/>
                </a:lnTo>
                <a:lnTo>
                  <a:pt x="272" y="221"/>
                </a:lnTo>
                <a:lnTo>
                  <a:pt x="271" y="221"/>
                </a:lnTo>
                <a:lnTo>
                  <a:pt x="269" y="221"/>
                </a:lnTo>
                <a:lnTo>
                  <a:pt x="269" y="222"/>
                </a:lnTo>
                <a:lnTo>
                  <a:pt x="270" y="222"/>
                </a:lnTo>
                <a:lnTo>
                  <a:pt x="270" y="223"/>
                </a:lnTo>
                <a:lnTo>
                  <a:pt x="271" y="223"/>
                </a:lnTo>
                <a:lnTo>
                  <a:pt x="273" y="224"/>
                </a:lnTo>
                <a:lnTo>
                  <a:pt x="274" y="225"/>
                </a:lnTo>
                <a:lnTo>
                  <a:pt x="275" y="227"/>
                </a:lnTo>
                <a:lnTo>
                  <a:pt x="276" y="228"/>
                </a:lnTo>
                <a:lnTo>
                  <a:pt x="276" y="229"/>
                </a:lnTo>
                <a:lnTo>
                  <a:pt x="275" y="230"/>
                </a:lnTo>
                <a:lnTo>
                  <a:pt x="275" y="231"/>
                </a:lnTo>
                <a:lnTo>
                  <a:pt x="275" y="232"/>
                </a:lnTo>
                <a:lnTo>
                  <a:pt x="275" y="233"/>
                </a:lnTo>
                <a:lnTo>
                  <a:pt x="274" y="233"/>
                </a:lnTo>
                <a:lnTo>
                  <a:pt x="273" y="235"/>
                </a:lnTo>
                <a:lnTo>
                  <a:pt x="273" y="234"/>
                </a:lnTo>
                <a:lnTo>
                  <a:pt x="270" y="232"/>
                </a:lnTo>
                <a:lnTo>
                  <a:pt x="270" y="233"/>
                </a:lnTo>
                <a:lnTo>
                  <a:pt x="270" y="234"/>
                </a:lnTo>
                <a:lnTo>
                  <a:pt x="270" y="235"/>
                </a:lnTo>
                <a:lnTo>
                  <a:pt x="271" y="235"/>
                </a:lnTo>
                <a:lnTo>
                  <a:pt x="270" y="235"/>
                </a:lnTo>
                <a:lnTo>
                  <a:pt x="268" y="235"/>
                </a:lnTo>
                <a:lnTo>
                  <a:pt x="267" y="235"/>
                </a:lnTo>
                <a:lnTo>
                  <a:pt x="266" y="235"/>
                </a:lnTo>
                <a:lnTo>
                  <a:pt x="264" y="233"/>
                </a:lnTo>
                <a:lnTo>
                  <a:pt x="262" y="231"/>
                </a:lnTo>
                <a:lnTo>
                  <a:pt x="260" y="231"/>
                </a:lnTo>
                <a:lnTo>
                  <a:pt x="258" y="231"/>
                </a:lnTo>
                <a:lnTo>
                  <a:pt x="257" y="232"/>
                </a:lnTo>
                <a:lnTo>
                  <a:pt x="255" y="232"/>
                </a:lnTo>
                <a:lnTo>
                  <a:pt x="254" y="233"/>
                </a:lnTo>
                <a:lnTo>
                  <a:pt x="253" y="232"/>
                </a:lnTo>
                <a:lnTo>
                  <a:pt x="252" y="232"/>
                </a:lnTo>
                <a:lnTo>
                  <a:pt x="251" y="232"/>
                </a:lnTo>
                <a:lnTo>
                  <a:pt x="251" y="233"/>
                </a:lnTo>
                <a:lnTo>
                  <a:pt x="249" y="232"/>
                </a:lnTo>
                <a:lnTo>
                  <a:pt x="249" y="231"/>
                </a:lnTo>
                <a:lnTo>
                  <a:pt x="248" y="231"/>
                </a:lnTo>
                <a:lnTo>
                  <a:pt x="248" y="232"/>
                </a:lnTo>
                <a:lnTo>
                  <a:pt x="248" y="233"/>
                </a:lnTo>
                <a:lnTo>
                  <a:pt x="248" y="234"/>
                </a:lnTo>
                <a:lnTo>
                  <a:pt x="247" y="234"/>
                </a:lnTo>
                <a:lnTo>
                  <a:pt x="245" y="233"/>
                </a:lnTo>
                <a:lnTo>
                  <a:pt x="244" y="233"/>
                </a:lnTo>
                <a:lnTo>
                  <a:pt x="245" y="234"/>
                </a:lnTo>
                <a:lnTo>
                  <a:pt x="244" y="234"/>
                </a:lnTo>
                <a:lnTo>
                  <a:pt x="243" y="234"/>
                </a:lnTo>
                <a:lnTo>
                  <a:pt x="242" y="234"/>
                </a:lnTo>
                <a:lnTo>
                  <a:pt x="242" y="233"/>
                </a:lnTo>
                <a:lnTo>
                  <a:pt x="242" y="232"/>
                </a:lnTo>
                <a:lnTo>
                  <a:pt x="241" y="232"/>
                </a:lnTo>
                <a:lnTo>
                  <a:pt x="240" y="231"/>
                </a:lnTo>
                <a:lnTo>
                  <a:pt x="239" y="231"/>
                </a:lnTo>
                <a:lnTo>
                  <a:pt x="238" y="230"/>
                </a:lnTo>
                <a:lnTo>
                  <a:pt x="237" y="230"/>
                </a:lnTo>
                <a:lnTo>
                  <a:pt x="236" y="230"/>
                </a:lnTo>
                <a:lnTo>
                  <a:pt x="236" y="231"/>
                </a:lnTo>
                <a:lnTo>
                  <a:pt x="237" y="232"/>
                </a:lnTo>
                <a:lnTo>
                  <a:pt x="238" y="232"/>
                </a:lnTo>
                <a:lnTo>
                  <a:pt x="238" y="233"/>
                </a:lnTo>
                <a:lnTo>
                  <a:pt x="237" y="233"/>
                </a:lnTo>
                <a:lnTo>
                  <a:pt x="236" y="235"/>
                </a:lnTo>
                <a:lnTo>
                  <a:pt x="235" y="235"/>
                </a:lnTo>
                <a:lnTo>
                  <a:pt x="235" y="234"/>
                </a:lnTo>
                <a:lnTo>
                  <a:pt x="234" y="233"/>
                </a:lnTo>
                <a:lnTo>
                  <a:pt x="233" y="234"/>
                </a:lnTo>
                <a:lnTo>
                  <a:pt x="232" y="234"/>
                </a:lnTo>
                <a:lnTo>
                  <a:pt x="232" y="233"/>
                </a:lnTo>
                <a:lnTo>
                  <a:pt x="231" y="232"/>
                </a:lnTo>
                <a:lnTo>
                  <a:pt x="230" y="232"/>
                </a:lnTo>
                <a:lnTo>
                  <a:pt x="229" y="231"/>
                </a:lnTo>
                <a:lnTo>
                  <a:pt x="228" y="230"/>
                </a:lnTo>
                <a:lnTo>
                  <a:pt x="227" y="230"/>
                </a:lnTo>
                <a:lnTo>
                  <a:pt x="226" y="229"/>
                </a:lnTo>
                <a:lnTo>
                  <a:pt x="225" y="229"/>
                </a:lnTo>
                <a:lnTo>
                  <a:pt x="224" y="231"/>
                </a:lnTo>
                <a:lnTo>
                  <a:pt x="224" y="232"/>
                </a:lnTo>
                <a:lnTo>
                  <a:pt x="225" y="232"/>
                </a:lnTo>
                <a:lnTo>
                  <a:pt x="225" y="233"/>
                </a:lnTo>
                <a:lnTo>
                  <a:pt x="224" y="234"/>
                </a:lnTo>
                <a:lnTo>
                  <a:pt x="223" y="235"/>
                </a:lnTo>
                <a:lnTo>
                  <a:pt x="224" y="235"/>
                </a:lnTo>
                <a:lnTo>
                  <a:pt x="224" y="236"/>
                </a:lnTo>
                <a:lnTo>
                  <a:pt x="224" y="237"/>
                </a:lnTo>
                <a:lnTo>
                  <a:pt x="223" y="236"/>
                </a:lnTo>
                <a:lnTo>
                  <a:pt x="223" y="235"/>
                </a:lnTo>
                <a:lnTo>
                  <a:pt x="222" y="235"/>
                </a:lnTo>
                <a:lnTo>
                  <a:pt x="221" y="234"/>
                </a:lnTo>
                <a:lnTo>
                  <a:pt x="221" y="233"/>
                </a:lnTo>
                <a:lnTo>
                  <a:pt x="220" y="233"/>
                </a:lnTo>
                <a:lnTo>
                  <a:pt x="218" y="233"/>
                </a:lnTo>
                <a:lnTo>
                  <a:pt x="217" y="232"/>
                </a:lnTo>
                <a:lnTo>
                  <a:pt x="217" y="233"/>
                </a:lnTo>
                <a:lnTo>
                  <a:pt x="216" y="233"/>
                </a:lnTo>
                <a:lnTo>
                  <a:pt x="216" y="234"/>
                </a:lnTo>
                <a:lnTo>
                  <a:pt x="215" y="234"/>
                </a:lnTo>
                <a:lnTo>
                  <a:pt x="215" y="233"/>
                </a:lnTo>
                <a:lnTo>
                  <a:pt x="215" y="232"/>
                </a:lnTo>
                <a:lnTo>
                  <a:pt x="214" y="233"/>
                </a:lnTo>
                <a:lnTo>
                  <a:pt x="213" y="233"/>
                </a:lnTo>
                <a:lnTo>
                  <a:pt x="212" y="232"/>
                </a:lnTo>
                <a:lnTo>
                  <a:pt x="211" y="232"/>
                </a:lnTo>
                <a:lnTo>
                  <a:pt x="211" y="231"/>
                </a:lnTo>
                <a:lnTo>
                  <a:pt x="211" y="232"/>
                </a:lnTo>
                <a:lnTo>
                  <a:pt x="210" y="232"/>
                </a:lnTo>
                <a:lnTo>
                  <a:pt x="210" y="233"/>
                </a:lnTo>
                <a:lnTo>
                  <a:pt x="211" y="235"/>
                </a:lnTo>
                <a:lnTo>
                  <a:pt x="211" y="236"/>
                </a:lnTo>
                <a:lnTo>
                  <a:pt x="212" y="237"/>
                </a:lnTo>
                <a:lnTo>
                  <a:pt x="213" y="238"/>
                </a:lnTo>
                <a:lnTo>
                  <a:pt x="214" y="239"/>
                </a:lnTo>
                <a:lnTo>
                  <a:pt x="214" y="240"/>
                </a:lnTo>
                <a:lnTo>
                  <a:pt x="214" y="241"/>
                </a:lnTo>
                <a:lnTo>
                  <a:pt x="215" y="243"/>
                </a:lnTo>
                <a:lnTo>
                  <a:pt x="215" y="244"/>
                </a:lnTo>
                <a:lnTo>
                  <a:pt x="214" y="244"/>
                </a:lnTo>
                <a:lnTo>
                  <a:pt x="213" y="244"/>
                </a:lnTo>
                <a:lnTo>
                  <a:pt x="213" y="245"/>
                </a:lnTo>
                <a:lnTo>
                  <a:pt x="213" y="246"/>
                </a:lnTo>
                <a:lnTo>
                  <a:pt x="213" y="247"/>
                </a:lnTo>
                <a:lnTo>
                  <a:pt x="213" y="248"/>
                </a:lnTo>
                <a:lnTo>
                  <a:pt x="213" y="249"/>
                </a:lnTo>
                <a:lnTo>
                  <a:pt x="211" y="249"/>
                </a:lnTo>
                <a:lnTo>
                  <a:pt x="210" y="249"/>
                </a:lnTo>
                <a:lnTo>
                  <a:pt x="209" y="249"/>
                </a:lnTo>
                <a:lnTo>
                  <a:pt x="209" y="248"/>
                </a:lnTo>
                <a:lnTo>
                  <a:pt x="209" y="249"/>
                </a:lnTo>
                <a:lnTo>
                  <a:pt x="208" y="249"/>
                </a:lnTo>
                <a:lnTo>
                  <a:pt x="208" y="250"/>
                </a:lnTo>
                <a:lnTo>
                  <a:pt x="209" y="250"/>
                </a:lnTo>
                <a:lnTo>
                  <a:pt x="209" y="251"/>
                </a:lnTo>
                <a:lnTo>
                  <a:pt x="208" y="252"/>
                </a:lnTo>
                <a:lnTo>
                  <a:pt x="207" y="252"/>
                </a:lnTo>
                <a:lnTo>
                  <a:pt x="207" y="251"/>
                </a:lnTo>
                <a:lnTo>
                  <a:pt x="207" y="250"/>
                </a:lnTo>
                <a:lnTo>
                  <a:pt x="206" y="249"/>
                </a:lnTo>
                <a:lnTo>
                  <a:pt x="205" y="248"/>
                </a:lnTo>
                <a:lnTo>
                  <a:pt x="205" y="247"/>
                </a:lnTo>
                <a:lnTo>
                  <a:pt x="204" y="247"/>
                </a:lnTo>
                <a:lnTo>
                  <a:pt x="204" y="248"/>
                </a:lnTo>
                <a:lnTo>
                  <a:pt x="204" y="249"/>
                </a:lnTo>
                <a:lnTo>
                  <a:pt x="205" y="249"/>
                </a:lnTo>
                <a:lnTo>
                  <a:pt x="205" y="250"/>
                </a:lnTo>
                <a:lnTo>
                  <a:pt x="205" y="251"/>
                </a:lnTo>
                <a:lnTo>
                  <a:pt x="205" y="252"/>
                </a:lnTo>
                <a:lnTo>
                  <a:pt x="206" y="252"/>
                </a:lnTo>
                <a:lnTo>
                  <a:pt x="207" y="252"/>
                </a:lnTo>
                <a:lnTo>
                  <a:pt x="208" y="252"/>
                </a:lnTo>
                <a:lnTo>
                  <a:pt x="210" y="254"/>
                </a:lnTo>
                <a:lnTo>
                  <a:pt x="210" y="255"/>
                </a:lnTo>
                <a:lnTo>
                  <a:pt x="209" y="256"/>
                </a:lnTo>
                <a:lnTo>
                  <a:pt x="210" y="256"/>
                </a:lnTo>
                <a:lnTo>
                  <a:pt x="210" y="257"/>
                </a:lnTo>
                <a:lnTo>
                  <a:pt x="211" y="257"/>
                </a:lnTo>
                <a:lnTo>
                  <a:pt x="211" y="256"/>
                </a:lnTo>
                <a:lnTo>
                  <a:pt x="212" y="256"/>
                </a:lnTo>
                <a:lnTo>
                  <a:pt x="213" y="257"/>
                </a:lnTo>
                <a:lnTo>
                  <a:pt x="213" y="259"/>
                </a:lnTo>
                <a:lnTo>
                  <a:pt x="212" y="259"/>
                </a:lnTo>
                <a:lnTo>
                  <a:pt x="213" y="260"/>
                </a:lnTo>
                <a:lnTo>
                  <a:pt x="213" y="261"/>
                </a:lnTo>
                <a:lnTo>
                  <a:pt x="213" y="262"/>
                </a:lnTo>
                <a:lnTo>
                  <a:pt x="214" y="263"/>
                </a:lnTo>
                <a:lnTo>
                  <a:pt x="215" y="264"/>
                </a:lnTo>
                <a:lnTo>
                  <a:pt x="215" y="265"/>
                </a:lnTo>
                <a:lnTo>
                  <a:pt x="214" y="265"/>
                </a:lnTo>
                <a:lnTo>
                  <a:pt x="213" y="265"/>
                </a:lnTo>
                <a:lnTo>
                  <a:pt x="213" y="266"/>
                </a:lnTo>
                <a:lnTo>
                  <a:pt x="213" y="267"/>
                </a:lnTo>
                <a:lnTo>
                  <a:pt x="213" y="268"/>
                </a:lnTo>
                <a:lnTo>
                  <a:pt x="213" y="269"/>
                </a:lnTo>
                <a:lnTo>
                  <a:pt x="213" y="270"/>
                </a:lnTo>
                <a:lnTo>
                  <a:pt x="212" y="270"/>
                </a:lnTo>
                <a:lnTo>
                  <a:pt x="212" y="271"/>
                </a:lnTo>
                <a:lnTo>
                  <a:pt x="212" y="272"/>
                </a:lnTo>
                <a:lnTo>
                  <a:pt x="213" y="273"/>
                </a:lnTo>
                <a:lnTo>
                  <a:pt x="214" y="273"/>
                </a:lnTo>
                <a:lnTo>
                  <a:pt x="214" y="274"/>
                </a:lnTo>
                <a:lnTo>
                  <a:pt x="212" y="274"/>
                </a:lnTo>
                <a:lnTo>
                  <a:pt x="211" y="272"/>
                </a:lnTo>
                <a:lnTo>
                  <a:pt x="210" y="273"/>
                </a:lnTo>
                <a:lnTo>
                  <a:pt x="209" y="272"/>
                </a:lnTo>
                <a:lnTo>
                  <a:pt x="209" y="271"/>
                </a:lnTo>
                <a:lnTo>
                  <a:pt x="207" y="271"/>
                </a:lnTo>
                <a:lnTo>
                  <a:pt x="207" y="272"/>
                </a:lnTo>
                <a:lnTo>
                  <a:pt x="207" y="273"/>
                </a:lnTo>
                <a:lnTo>
                  <a:pt x="206" y="273"/>
                </a:lnTo>
                <a:lnTo>
                  <a:pt x="206" y="272"/>
                </a:lnTo>
                <a:lnTo>
                  <a:pt x="205" y="272"/>
                </a:lnTo>
                <a:lnTo>
                  <a:pt x="205" y="273"/>
                </a:lnTo>
                <a:lnTo>
                  <a:pt x="204" y="273"/>
                </a:lnTo>
                <a:lnTo>
                  <a:pt x="203" y="273"/>
                </a:lnTo>
                <a:lnTo>
                  <a:pt x="202" y="274"/>
                </a:lnTo>
                <a:lnTo>
                  <a:pt x="202" y="275"/>
                </a:lnTo>
                <a:lnTo>
                  <a:pt x="203" y="275"/>
                </a:lnTo>
                <a:lnTo>
                  <a:pt x="203" y="277"/>
                </a:lnTo>
                <a:lnTo>
                  <a:pt x="202" y="277"/>
                </a:lnTo>
                <a:lnTo>
                  <a:pt x="201" y="277"/>
                </a:lnTo>
                <a:lnTo>
                  <a:pt x="200" y="277"/>
                </a:lnTo>
                <a:lnTo>
                  <a:pt x="200" y="278"/>
                </a:lnTo>
                <a:lnTo>
                  <a:pt x="200" y="279"/>
                </a:lnTo>
                <a:lnTo>
                  <a:pt x="200" y="282"/>
                </a:lnTo>
                <a:lnTo>
                  <a:pt x="200" y="283"/>
                </a:lnTo>
                <a:lnTo>
                  <a:pt x="199" y="283"/>
                </a:lnTo>
                <a:lnTo>
                  <a:pt x="198" y="284"/>
                </a:lnTo>
                <a:lnTo>
                  <a:pt x="197" y="284"/>
                </a:lnTo>
                <a:lnTo>
                  <a:pt x="196" y="284"/>
                </a:lnTo>
                <a:lnTo>
                  <a:pt x="195" y="284"/>
                </a:lnTo>
                <a:lnTo>
                  <a:pt x="196" y="285"/>
                </a:lnTo>
                <a:lnTo>
                  <a:pt x="195" y="285"/>
                </a:lnTo>
                <a:lnTo>
                  <a:pt x="195" y="286"/>
                </a:lnTo>
                <a:lnTo>
                  <a:pt x="195" y="287"/>
                </a:lnTo>
                <a:lnTo>
                  <a:pt x="196" y="287"/>
                </a:lnTo>
                <a:lnTo>
                  <a:pt x="197" y="287"/>
                </a:lnTo>
                <a:lnTo>
                  <a:pt x="197" y="288"/>
                </a:lnTo>
                <a:lnTo>
                  <a:pt x="196" y="289"/>
                </a:lnTo>
                <a:lnTo>
                  <a:pt x="197" y="289"/>
                </a:lnTo>
                <a:lnTo>
                  <a:pt x="197" y="290"/>
                </a:lnTo>
                <a:lnTo>
                  <a:pt x="196" y="290"/>
                </a:lnTo>
                <a:lnTo>
                  <a:pt x="194" y="290"/>
                </a:lnTo>
                <a:lnTo>
                  <a:pt x="193" y="290"/>
                </a:lnTo>
                <a:lnTo>
                  <a:pt x="192" y="289"/>
                </a:lnTo>
                <a:lnTo>
                  <a:pt x="191" y="288"/>
                </a:lnTo>
                <a:lnTo>
                  <a:pt x="191" y="289"/>
                </a:lnTo>
                <a:lnTo>
                  <a:pt x="191" y="290"/>
                </a:lnTo>
                <a:lnTo>
                  <a:pt x="191" y="291"/>
                </a:lnTo>
                <a:lnTo>
                  <a:pt x="190" y="290"/>
                </a:lnTo>
                <a:lnTo>
                  <a:pt x="189" y="289"/>
                </a:lnTo>
                <a:lnTo>
                  <a:pt x="188" y="289"/>
                </a:lnTo>
                <a:lnTo>
                  <a:pt x="188" y="288"/>
                </a:lnTo>
                <a:lnTo>
                  <a:pt x="188" y="289"/>
                </a:lnTo>
                <a:lnTo>
                  <a:pt x="188" y="290"/>
                </a:lnTo>
                <a:lnTo>
                  <a:pt x="189" y="291"/>
                </a:lnTo>
                <a:lnTo>
                  <a:pt x="189" y="292"/>
                </a:lnTo>
                <a:lnTo>
                  <a:pt x="190" y="292"/>
                </a:lnTo>
                <a:lnTo>
                  <a:pt x="191" y="291"/>
                </a:lnTo>
                <a:lnTo>
                  <a:pt x="191" y="292"/>
                </a:lnTo>
                <a:lnTo>
                  <a:pt x="193" y="293"/>
                </a:lnTo>
                <a:lnTo>
                  <a:pt x="193" y="294"/>
                </a:lnTo>
                <a:lnTo>
                  <a:pt x="192" y="294"/>
                </a:lnTo>
                <a:lnTo>
                  <a:pt x="193" y="295"/>
                </a:lnTo>
                <a:lnTo>
                  <a:pt x="194" y="295"/>
                </a:lnTo>
                <a:lnTo>
                  <a:pt x="194" y="294"/>
                </a:lnTo>
                <a:lnTo>
                  <a:pt x="195" y="295"/>
                </a:lnTo>
                <a:lnTo>
                  <a:pt x="196" y="297"/>
                </a:lnTo>
                <a:lnTo>
                  <a:pt x="197" y="296"/>
                </a:lnTo>
                <a:lnTo>
                  <a:pt x="198" y="297"/>
                </a:lnTo>
                <a:lnTo>
                  <a:pt x="198" y="298"/>
                </a:lnTo>
                <a:lnTo>
                  <a:pt x="199" y="298"/>
                </a:lnTo>
                <a:lnTo>
                  <a:pt x="200" y="298"/>
                </a:lnTo>
                <a:lnTo>
                  <a:pt x="200" y="297"/>
                </a:lnTo>
                <a:lnTo>
                  <a:pt x="200" y="298"/>
                </a:lnTo>
                <a:lnTo>
                  <a:pt x="201" y="298"/>
                </a:lnTo>
                <a:lnTo>
                  <a:pt x="202" y="299"/>
                </a:lnTo>
                <a:lnTo>
                  <a:pt x="203" y="300"/>
                </a:lnTo>
                <a:lnTo>
                  <a:pt x="202" y="301"/>
                </a:lnTo>
                <a:lnTo>
                  <a:pt x="201" y="302"/>
                </a:lnTo>
                <a:lnTo>
                  <a:pt x="200" y="303"/>
                </a:lnTo>
                <a:lnTo>
                  <a:pt x="201" y="303"/>
                </a:lnTo>
                <a:lnTo>
                  <a:pt x="201" y="304"/>
                </a:lnTo>
                <a:lnTo>
                  <a:pt x="201" y="305"/>
                </a:lnTo>
                <a:lnTo>
                  <a:pt x="200" y="305"/>
                </a:lnTo>
                <a:lnTo>
                  <a:pt x="200" y="304"/>
                </a:lnTo>
                <a:lnTo>
                  <a:pt x="200" y="305"/>
                </a:lnTo>
                <a:lnTo>
                  <a:pt x="200" y="306"/>
                </a:lnTo>
                <a:lnTo>
                  <a:pt x="199" y="306"/>
                </a:lnTo>
                <a:lnTo>
                  <a:pt x="200" y="307"/>
                </a:lnTo>
                <a:lnTo>
                  <a:pt x="200" y="306"/>
                </a:lnTo>
                <a:lnTo>
                  <a:pt x="201" y="306"/>
                </a:lnTo>
                <a:lnTo>
                  <a:pt x="202" y="307"/>
                </a:lnTo>
                <a:lnTo>
                  <a:pt x="203" y="307"/>
                </a:lnTo>
                <a:lnTo>
                  <a:pt x="203" y="308"/>
                </a:lnTo>
                <a:lnTo>
                  <a:pt x="203" y="309"/>
                </a:lnTo>
                <a:lnTo>
                  <a:pt x="203" y="310"/>
                </a:lnTo>
                <a:lnTo>
                  <a:pt x="202" y="310"/>
                </a:lnTo>
                <a:lnTo>
                  <a:pt x="201" y="310"/>
                </a:lnTo>
                <a:lnTo>
                  <a:pt x="201" y="312"/>
                </a:lnTo>
                <a:lnTo>
                  <a:pt x="201" y="314"/>
                </a:lnTo>
                <a:lnTo>
                  <a:pt x="200" y="315"/>
                </a:lnTo>
                <a:lnTo>
                  <a:pt x="201" y="315"/>
                </a:lnTo>
                <a:lnTo>
                  <a:pt x="200" y="316"/>
                </a:lnTo>
                <a:lnTo>
                  <a:pt x="199" y="316"/>
                </a:lnTo>
                <a:lnTo>
                  <a:pt x="199" y="315"/>
                </a:lnTo>
                <a:lnTo>
                  <a:pt x="198" y="315"/>
                </a:lnTo>
                <a:lnTo>
                  <a:pt x="198" y="316"/>
                </a:lnTo>
                <a:lnTo>
                  <a:pt x="198" y="317"/>
                </a:lnTo>
                <a:lnTo>
                  <a:pt x="199" y="317"/>
                </a:lnTo>
                <a:lnTo>
                  <a:pt x="199" y="318"/>
                </a:lnTo>
                <a:lnTo>
                  <a:pt x="200" y="320"/>
                </a:lnTo>
                <a:lnTo>
                  <a:pt x="201" y="320"/>
                </a:lnTo>
                <a:lnTo>
                  <a:pt x="202" y="320"/>
                </a:lnTo>
                <a:lnTo>
                  <a:pt x="203" y="321"/>
                </a:lnTo>
                <a:lnTo>
                  <a:pt x="204" y="321"/>
                </a:lnTo>
                <a:lnTo>
                  <a:pt x="204" y="322"/>
                </a:lnTo>
                <a:lnTo>
                  <a:pt x="205" y="321"/>
                </a:lnTo>
                <a:lnTo>
                  <a:pt x="206" y="321"/>
                </a:lnTo>
                <a:lnTo>
                  <a:pt x="206" y="320"/>
                </a:lnTo>
                <a:lnTo>
                  <a:pt x="206" y="319"/>
                </a:lnTo>
                <a:lnTo>
                  <a:pt x="206" y="318"/>
                </a:lnTo>
                <a:lnTo>
                  <a:pt x="207" y="318"/>
                </a:lnTo>
                <a:lnTo>
                  <a:pt x="208" y="318"/>
                </a:lnTo>
                <a:lnTo>
                  <a:pt x="208" y="319"/>
                </a:lnTo>
                <a:lnTo>
                  <a:pt x="209" y="320"/>
                </a:lnTo>
                <a:lnTo>
                  <a:pt x="209" y="319"/>
                </a:lnTo>
                <a:lnTo>
                  <a:pt x="209" y="318"/>
                </a:lnTo>
                <a:lnTo>
                  <a:pt x="209" y="317"/>
                </a:lnTo>
                <a:lnTo>
                  <a:pt x="210" y="317"/>
                </a:lnTo>
                <a:lnTo>
                  <a:pt x="210" y="318"/>
                </a:lnTo>
                <a:lnTo>
                  <a:pt x="210" y="319"/>
                </a:lnTo>
                <a:lnTo>
                  <a:pt x="210" y="320"/>
                </a:lnTo>
                <a:lnTo>
                  <a:pt x="213" y="320"/>
                </a:lnTo>
                <a:lnTo>
                  <a:pt x="213" y="319"/>
                </a:lnTo>
                <a:lnTo>
                  <a:pt x="213" y="318"/>
                </a:lnTo>
                <a:lnTo>
                  <a:pt x="214" y="319"/>
                </a:lnTo>
                <a:lnTo>
                  <a:pt x="213" y="319"/>
                </a:lnTo>
                <a:lnTo>
                  <a:pt x="214" y="319"/>
                </a:lnTo>
                <a:lnTo>
                  <a:pt x="214" y="321"/>
                </a:lnTo>
                <a:lnTo>
                  <a:pt x="215" y="320"/>
                </a:lnTo>
                <a:lnTo>
                  <a:pt x="216" y="320"/>
                </a:lnTo>
                <a:lnTo>
                  <a:pt x="217" y="319"/>
                </a:lnTo>
                <a:lnTo>
                  <a:pt x="217" y="320"/>
                </a:lnTo>
                <a:lnTo>
                  <a:pt x="218" y="322"/>
                </a:lnTo>
                <a:lnTo>
                  <a:pt x="218" y="323"/>
                </a:lnTo>
                <a:lnTo>
                  <a:pt x="219" y="323"/>
                </a:lnTo>
                <a:lnTo>
                  <a:pt x="220" y="324"/>
                </a:lnTo>
                <a:lnTo>
                  <a:pt x="221" y="324"/>
                </a:lnTo>
                <a:lnTo>
                  <a:pt x="222" y="323"/>
                </a:lnTo>
                <a:lnTo>
                  <a:pt x="222" y="324"/>
                </a:lnTo>
                <a:lnTo>
                  <a:pt x="223" y="324"/>
                </a:lnTo>
                <a:lnTo>
                  <a:pt x="223" y="325"/>
                </a:lnTo>
                <a:lnTo>
                  <a:pt x="224" y="325"/>
                </a:lnTo>
                <a:lnTo>
                  <a:pt x="224" y="326"/>
                </a:lnTo>
                <a:lnTo>
                  <a:pt x="225" y="326"/>
                </a:lnTo>
                <a:lnTo>
                  <a:pt x="225" y="325"/>
                </a:lnTo>
                <a:lnTo>
                  <a:pt x="226" y="324"/>
                </a:lnTo>
                <a:lnTo>
                  <a:pt x="227" y="325"/>
                </a:lnTo>
                <a:lnTo>
                  <a:pt x="228" y="326"/>
                </a:lnTo>
                <a:lnTo>
                  <a:pt x="228" y="325"/>
                </a:lnTo>
                <a:lnTo>
                  <a:pt x="229" y="325"/>
                </a:lnTo>
                <a:lnTo>
                  <a:pt x="230" y="325"/>
                </a:lnTo>
                <a:lnTo>
                  <a:pt x="230" y="326"/>
                </a:lnTo>
                <a:lnTo>
                  <a:pt x="230" y="324"/>
                </a:lnTo>
                <a:lnTo>
                  <a:pt x="231" y="324"/>
                </a:lnTo>
                <a:lnTo>
                  <a:pt x="231" y="325"/>
                </a:lnTo>
                <a:lnTo>
                  <a:pt x="231" y="326"/>
                </a:lnTo>
                <a:lnTo>
                  <a:pt x="231" y="327"/>
                </a:lnTo>
                <a:lnTo>
                  <a:pt x="232" y="327"/>
                </a:lnTo>
                <a:lnTo>
                  <a:pt x="232" y="326"/>
                </a:lnTo>
                <a:lnTo>
                  <a:pt x="233" y="326"/>
                </a:lnTo>
                <a:lnTo>
                  <a:pt x="233" y="328"/>
                </a:lnTo>
                <a:lnTo>
                  <a:pt x="234" y="329"/>
                </a:lnTo>
                <a:lnTo>
                  <a:pt x="235" y="329"/>
                </a:lnTo>
                <a:lnTo>
                  <a:pt x="235" y="330"/>
                </a:lnTo>
                <a:lnTo>
                  <a:pt x="236" y="330"/>
                </a:lnTo>
                <a:lnTo>
                  <a:pt x="237" y="332"/>
                </a:lnTo>
                <a:lnTo>
                  <a:pt x="237" y="333"/>
                </a:lnTo>
                <a:lnTo>
                  <a:pt x="237" y="334"/>
                </a:lnTo>
                <a:lnTo>
                  <a:pt x="238" y="334"/>
                </a:lnTo>
                <a:lnTo>
                  <a:pt x="239" y="334"/>
                </a:lnTo>
                <a:lnTo>
                  <a:pt x="239" y="333"/>
                </a:lnTo>
                <a:lnTo>
                  <a:pt x="239" y="334"/>
                </a:lnTo>
                <a:lnTo>
                  <a:pt x="239" y="335"/>
                </a:lnTo>
                <a:lnTo>
                  <a:pt x="239" y="336"/>
                </a:lnTo>
                <a:lnTo>
                  <a:pt x="240" y="335"/>
                </a:lnTo>
                <a:lnTo>
                  <a:pt x="240" y="334"/>
                </a:lnTo>
                <a:lnTo>
                  <a:pt x="241" y="335"/>
                </a:lnTo>
                <a:lnTo>
                  <a:pt x="240" y="336"/>
                </a:lnTo>
                <a:lnTo>
                  <a:pt x="240" y="337"/>
                </a:lnTo>
                <a:lnTo>
                  <a:pt x="241" y="337"/>
                </a:lnTo>
                <a:lnTo>
                  <a:pt x="242" y="338"/>
                </a:lnTo>
                <a:lnTo>
                  <a:pt x="242" y="340"/>
                </a:lnTo>
                <a:lnTo>
                  <a:pt x="241" y="341"/>
                </a:lnTo>
                <a:lnTo>
                  <a:pt x="240" y="341"/>
                </a:lnTo>
                <a:lnTo>
                  <a:pt x="240" y="342"/>
                </a:lnTo>
                <a:lnTo>
                  <a:pt x="240" y="343"/>
                </a:lnTo>
                <a:lnTo>
                  <a:pt x="240" y="344"/>
                </a:lnTo>
                <a:lnTo>
                  <a:pt x="239" y="345"/>
                </a:lnTo>
                <a:lnTo>
                  <a:pt x="239" y="346"/>
                </a:lnTo>
                <a:lnTo>
                  <a:pt x="239" y="347"/>
                </a:lnTo>
                <a:lnTo>
                  <a:pt x="240" y="347"/>
                </a:lnTo>
                <a:lnTo>
                  <a:pt x="241" y="347"/>
                </a:lnTo>
                <a:lnTo>
                  <a:pt x="241" y="348"/>
                </a:lnTo>
                <a:lnTo>
                  <a:pt x="241" y="349"/>
                </a:lnTo>
                <a:lnTo>
                  <a:pt x="240" y="349"/>
                </a:lnTo>
                <a:lnTo>
                  <a:pt x="239" y="350"/>
                </a:lnTo>
                <a:lnTo>
                  <a:pt x="238" y="351"/>
                </a:lnTo>
                <a:lnTo>
                  <a:pt x="238" y="352"/>
                </a:lnTo>
                <a:lnTo>
                  <a:pt x="238" y="353"/>
                </a:lnTo>
                <a:lnTo>
                  <a:pt x="238" y="354"/>
                </a:lnTo>
                <a:lnTo>
                  <a:pt x="237" y="353"/>
                </a:lnTo>
                <a:lnTo>
                  <a:pt x="237" y="352"/>
                </a:lnTo>
                <a:lnTo>
                  <a:pt x="238" y="352"/>
                </a:lnTo>
                <a:lnTo>
                  <a:pt x="238" y="351"/>
                </a:lnTo>
                <a:lnTo>
                  <a:pt x="237" y="351"/>
                </a:lnTo>
                <a:lnTo>
                  <a:pt x="236" y="351"/>
                </a:lnTo>
                <a:lnTo>
                  <a:pt x="236" y="350"/>
                </a:lnTo>
                <a:lnTo>
                  <a:pt x="235" y="350"/>
                </a:lnTo>
                <a:lnTo>
                  <a:pt x="235" y="351"/>
                </a:lnTo>
                <a:lnTo>
                  <a:pt x="236" y="351"/>
                </a:lnTo>
                <a:lnTo>
                  <a:pt x="236" y="352"/>
                </a:lnTo>
                <a:lnTo>
                  <a:pt x="237" y="353"/>
                </a:lnTo>
                <a:lnTo>
                  <a:pt x="237" y="354"/>
                </a:lnTo>
                <a:lnTo>
                  <a:pt x="238" y="354"/>
                </a:lnTo>
                <a:lnTo>
                  <a:pt x="238" y="353"/>
                </a:lnTo>
                <a:lnTo>
                  <a:pt x="239" y="352"/>
                </a:lnTo>
                <a:lnTo>
                  <a:pt x="240" y="353"/>
                </a:lnTo>
                <a:lnTo>
                  <a:pt x="241" y="353"/>
                </a:lnTo>
                <a:lnTo>
                  <a:pt x="241" y="354"/>
                </a:lnTo>
                <a:lnTo>
                  <a:pt x="240" y="354"/>
                </a:lnTo>
                <a:lnTo>
                  <a:pt x="240" y="355"/>
                </a:lnTo>
                <a:lnTo>
                  <a:pt x="239" y="355"/>
                </a:lnTo>
                <a:lnTo>
                  <a:pt x="238" y="355"/>
                </a:lnTo>
                <a:lnTo>
                  <a:pt x="238" y="354"/>
                </a:lnTo>
                <a:lnTo>
                  <a:pt x="237" y="355"/>
                </a:lnTo>
                <a:lnTo>
                  <a:pt x="237" y="356"/>
                </a:lnTo>
                <a:lnTo>
                  <a:pt x="237" y="357"/>
                </a:lnTo>
                <a:lnTo>
                  <a:pt x="236" y="356"/>
                </a:lnTo>
                <a:lnTo>
                  <a:pt x="235" y="356"/>
                </a:lnTo>
                <a:lnTo>
                  <a:pt x="234" y="357"/>
                </a:lnTo>
                <a:lnTo>
                  <a:pt x="233" y="358"/>
                </a:lnTo>
                <a:lnTo>
                  <a:pt x="232" y="359"/>
                </a:lnTo>
                <a:lnTo>
                  <a:pt x="232" y="360"/>
                </a:lnTo>
                <a:lnTo>
                  <a:pt x="233" y="360"/>
                </a:lnTo>
                <a:lnTo>
                  <a:pt x="234" y="360"/>
                </a:lnTo>
                <a:lnTo>
                  <a:pt x="234" y="359"/>
                </a:lnTo>
                <a:lnTo>
                  <a:pt x="234" y="360"/>
                </a:lnTo>
                <a:lnTo>
                  <a:pt x="235" y="360"/>
                </a:lnTo>
                <a:lnTo>
                  <a:pt x="235" y="361"/>
                </a:lnTo>
                <a:lnTo>
                  <a:pt x="234" y="361"/>
                </a:lnTo>
                <a:lnTo>
                  <a:pt x="234" y="360"/>
                </a:lnTo>
                <a:lnTo>
                  <a:pt x="234" y="361"/>
                </a:lnTo>
                <a:lnTo>
                  <a:pt x="234" y="362"/>
                </a:lnTo>
                <a:lnTo>
                  <a:pt x="234" y="363"/>
                </a:lnTo>
                <a:lnTo>
                  <a:pt x="235" y="363"/>
                </a:lnTo>
                <a:lnTo>
                  <a:pt x="235" y="364"/>
                </a:lnTo>
                <a:lnTo>
                  <a:pt x="236" y="364"/>
                </a:lnTo>
                <a:lnTo>
                  <a:pt x="236" y="365"/>
                </a:lnTo>
                <a:lnTo>
                  <a:pt x="237" y="365"/>
                </a:lnTo>
                <a:lnTo>
                  <a:pt x="238" y="365"/>
                </a:lnTo>
                <a:lnTo>
                  <a:pt x="238" y="366"/>
                </a:lnTo>
                <a:lnTo>
                  <a:pt x="239" y="367"/>
                </a:lnTo>
                <a:lnTo>
                  <a:pt x="238" y="368"/>
                </a:lnTo>
                <a:lnTo>
                  <a:pt x="238" y="367"/>
                </a:lnTo>
                <a:lnTo>
                  <a:pt x="236" y="367"/>
                </a:lnTo>
                <a:lnTo>
                  <a:pt x="236" y="368"/>
                </a:lnTo>
                <a:lnTo>
                  <a:pt x="237" y="368"/>
                </a:lnTo>
                <a:lnTo>
                  <a:pt x="238" y="368"/>
                </a:lnTo>
                <a:lnTo>
                  <a:pt x="238" y="369"/>
                </a:lnTo>
                <a:lnTo>
                  <a:pt x="238" y="370"/>
                </a:lnTo>
                <a:lnTo>
                  <a:pt x="238" y="371"/>
                </a:lnTo>
                <a:lnTo>
                  <a:pt x="237" y="371"/>
                </a:lnTo>
                <a:lnTo>
                  <a:pt x="237" y="370"/>
                </a:lnTo>
                <a:lnTo>
                  <a:pt x="236" y="371"/>
                </a:lnTo>
                <a:lnTo>
                  <a:pt x="236" y="372"/>
                </a:lnTo>
                <a:lnTo>
                  <a:pt x="235" y="372"/>
                </a:lnTo>
                <a:lnTo>
                  <a:pt x="235" y="371"/>
                </a:lnTo>
                <a:lnTo>
                  <a:pt x="235" y="370"/>
                </a:lnTo>
                <a:lnTo>
                  <a:pt x="234" y="370"/>
                </a:lnTo>
                <a:lnTo>
                  <a:pt x="234" y="371"/>
                </a:lnTo>
                <a:lnTo>
                  <a:pt x="233" y="372"/>
                </a:lnTo>
                <a:lnTo>
                  <a:pt x="233" y="373"/>
                </a:lnTo>
                <a:lnTo>
                  <a:pt x="234" y="374"/>
                </a:lnTo>
                <a:lnTo>
                  <a:pt x="233" y="374"/>
                </a:lnTo>
                <a:lnTo>
                  <a:pt x="233" y="375"/>
                </a:lnTo>
                <a:lnTo>
                  <a:pt x="233" y="374"/>
                </a:lnTo>
                <a:lnTo>
                  <a:pt x="232" y="374"/>
                </a:lnTo>
                <a:lnTo>
                  <a:pt x="230" y="373"/>
                </a:lnTo>
                <a:lnTo>
                  <a:pt x="229" y="374"/>
                </a:lnTo>
                <a:lnTo>
                  <a:pt x="229" y="375"/>
                </a:lnTo>
                <a:lnTo>
                  <a:pt x="229" y="376"/>
                </a:lnTo>
                <a:lnTo>
                  <a:pt x="229" y="377"/>
                </a:lnTo>
                <a:lnTo>
                  <a:pt x="228" y="377"/>
                </a:lnTo>
                <a:lnTo>
                  <a:pt x="227" y="377"/>
                </a:lnTo>
                <a:lnTo>
                  <a:pt x="227" y="376"/>
                </a:lnTo>
                <a:lnTo>
                  <a:pt x="226" y="376"/>
                </a:lnTo>
                <a:lnTo>
                  <a:pt x="225" y="376"/>
                </a:lnTo>
                <a:lnTo>
                  <a:pt x="225" y="375"/>
                </a:lnTo>
                <a:lnTo>
                  <a:pt x="224" y="375"/>
                </a:lnTo>
                <a:lnTo>
                  <a:pt x="223" y="376"/>
                </a:lnTo>
                <a:lnTo>
                  <a:pt x="223" y="377"/>
                </a:lnTo>
                <a:lnTo>
                  <a:pt x="222" y="378"/>
                </a:lnTo>
                <a:lnTo>
                  <a:pt x="222" y="379"/>
                </a:lnTo>
                <a:lnTo>
                  <a:pt x="223" y="379"/>
                </a:lnTo>
                <a:lnTo>
                  <a:pt x="223" y="378"/>
                </a:lnTo>
                <a:lnTo>
                  <a:pt x="223" y="379"/>
                </a:lnTo>
                <a:lnTo>
                  <a:pt x="222" y="379"/>
                </a:lnTo>
                <a:lnTo>
                  <a:pt x="221" y="379"/>
                </a:lnTo>
                <a:lnTo>
                  <a:pt x="220" y="378"/>
                </a:lnTo>
                <a:lnTo>
                  <a:pt x="219" y="377"/>
                </a:lnTo>
                <a:lnTo>
                  <a:pt x="218" y="377"/>
                </a:lnTo>
                <a:lnTo>
                  <a:pt x="218" y="376"/>
                </a:lnTo>
                <a:lnTo>
                  <a:pt x="217" y="375"/>
                </a:lnTo>
                <a:lnTo>
                  <a:pt x="216" y="375"/>
                </a:lnTo>
                <a:lnTo>
                  <a:pt x="216" y="376"/>
                </a:lnTo>
                <a:lnTo>
                  <a:pt x="216" y="377"/>
                </a:lnTo>
                <a:lnTo>
                  <a:pt x="216" y="378"/>
                </a:lnTo>
                <a:lnTo>
                  <a:pt x="215" y="378"/>
                </a:lnTo>
                <a:lnTo>
                  <a:pt x="215" y="377"/>
                </a:lnTo>
                <a:lnTo>
                  <a:pt x="214" y="377"/>
                </a:lnTo>
                <a:lnTo>
                  <a:pt x="213" y="377"/>
                </a:lnTo>
                <a:lnTo>
                  <a:pt x="212" y="377"/>
                </a:lnTo>
                <a:lnTo>
                  <a:pt x="212" y="376"/>
                </a:lnTo>
                <a:lnTo>
                  <a:pt x="211" y="375"/>
                </a:lnTo>
                <a:lnTo>
                  <a:pt x="211" y="374"/>
                </a:lnTo>
                <a:lnTo>
                  <a:pt x="210" y="374"/>
                </a:lnTo>
                <a:lnTo>
                  <a:pt x="210" y="373"/>
                </a:lnTo>
                <a:lnTo>
                  <a:pt x="209" y="373"/>
                </a:lnTo>
                <a:lnTo>
                  <a:pt x="209" y="374"/>
                </a:lnTo>
                <a:lnTo>
                  <a:pt x="209" y="375"/>
                </a:lnTo>
                <a:lnTo>
                  <a:pt x="210" y="375"/>
                </a:lnTo>
                <a:lnTo>
                  <a:pt x="209" y="375"/>
                </a:lnTo>
                <a:lnTo>
                  <a:pt x="208" y="375"/>
                </a:lnTo>
                <a:lnTo>
                  <a:pt x="207" y="375"/>
                </a:lnTo>
                <a:lnTo>
                  <a:pt x="206" y="374"/>
                </a:lnTo>
                <a:lnTo>
                  <a:pt x="204" y="374"/>
                </a:lnTo>
                <a:lnTo>
                  <a:pt x="203" y="374"/>
                </a:lnTo>
                <a:lnTo>
                  <a:pt x="202" y="374"/>
                </a:lnTo>
                <a:lnTo>
                  <a:pt x="202" y="376"/>
                </a:lnTo>
                <a:lnTo>
                  <a:pt x="202" y="375"/>
                </a:lnTo>
                <a:lnTo>
                  <a:pt x="201" y="374"/>
                </a:lnTo>
                <a:lnTo>
                  <a:pt x="200" y="374"/>
                </a:lnTo>
                <a:lnTo>
                  <a:pt x="200" y="375"/>
                </a:lnTo>
                <a:lnTo>
                  <a:pt x="199" y="375"/>
                </a:lnTo>
                <a:lnTo>
                  <a:pt x="199" y="376"/>
                </a:lnTo>
                <a:lnTo>
                  <a:pt x="197" y="376"/>
                </a:lnTo>
                <a:lnTo>
                  <a:pt x="197" y="377"/>
                </a:lnTo>
                <a:lnTo>
                  <a:pt x="196" y="378"/>
                </a:lnTo>
                <a:lnTo>
                  <a:pt x="196" y="379"/>
                </a:lnTo>
                <a:lnTo>
                  <a:pt x="195" y="379"/>
                </a:lnTo>
                <a:lnTo>
                  <a:pt x="194" y="379"/>
                </a:lnTo>
                <a:lnTo>
                  <a:pt x="195" y="381"/>
                </a:lnTo>
                <a:lnTo>
                  <a:pt x="195" y="382"/>
                </a:lnTo>
                <a:lnTo>
                  <a:pt x="196" y="383"/>
                </a:lnTo>
                <a:lnTo>
                  <a:pt x="196" y="384"/>
                </a:lnTo>
                <a:lnTo>
                  <a:pt x="197" y="384"/>
                </a:lnTo>
                <a:lnTo>
                  <a:pt x="196" y="384"/>
                </a:lnTo>
                <a:lnTo>
                  <a:pt x="196" y="385"/>
                </a:lnTo>
                <a:lnTo>
                  <a:pt x="197" y="386"/>
                </a:lnTo>
                <a:lnTo>
                  <a:pt x="197" y="387"/>
                </a:lnTo>
                <a:lnTo>
                  <a:pt x="197" y="388"/>
                </a:lnTo>
                <a:lnTo>
                  <a:pt x="198" y="388"/>
                </a:lnTo>
                <a:lnTo>
                  <a:pt x="198" y="389"/>
                </a:lnTo>
                <a:lnTo>
                  <a:pt x="198" y="390"/>
                </a:lnTo>
                <a:lnTo>
                  <a:pt x="199" y="390"/>
                </a:lnTo>
                <a:lnTo>
                  <a:pt x="199" y="391"/>
                </a:lnTo>
                <a:lnTo>
                  <a:pt x="198" y="391"/>
                </a:lnTo>
                <a:lnTo>
                  <a:pt x="197" y="390"/>
                </a:lnTo>
                <a:lnTo>
                  <a:pt x="197" y="391"/>
                </a:lnTo>
                <a:lnTo>
                  <a:pt x="196" y="391"/>
                </a:lnTo>
                <a:lnTo>
                  <a:pt x="196" y="392"/>
                </a:lnTo>
                <a:lnTo>
                  <a:pt x="196" y="393"/>
                </a:lnTo>
                <a:lnTo>
                  <a:pt x="196" y="395"/>
                </a:lnTo>
                <a:lnTo>
                  <a:pt x="195" y="395"/>
                </a:lnTo>
                <a:lnTo>
                  <a:pt x="195" y="396"/>
                </a:lnTo>
                <a:lnTo>
                  <a:pt x="195" y="397"/>
                </a:lnTo>
                <a:lnTo>
                  <a:pt x="196" y="397"/>
                </a:lnTo>
                <a:lnTo>
                  <a:pt x="196" y="398"/>
                </a:lnTo>
                <a:lnTo>
                  <a:pt x="197" y="398"/>
                </a:lnTo>
                <a:lnTo>
                  <a:pt x="197" y="399"/>
                </a:lnTo>
                <a:lnTo>
                  <a:pt x="197" y="400"/>
                </a:lnTo>
                <a:lnTo>
                  <a:pt x="197" y="401"/>
                </a:lnTo>
                <a:lnTo>
                  <a:pt x="198" y="401"/>
                </a:lnTo>
                <a:lnTo>
                  <a:pt x="199" y="400"/>
                </a:lnTo>
                <a:lnTo>
                  <a:pt x="200" y="400"/>
                </a:lnTo>
                <a:lnTo>
                  <a:pt x="200" y="401"/>
                </a:lnTo>
                <a:lnTo>
                  <a:pt x="199" y="401"/>
                </a:lnTo>
                <a:lnTo>
                  <a:pt x="199" y="403"/>
                </a:lnTo>
                <a:lnTo>
                  <a:pt x="199" y="404"/>
                </a:lnTo>
                <a:lnTo>
                  <a:pt x="200" y="404"/>
                </a:lnTo>
                <a:lnTo>
                  <a:pt x="200" y="405"/>
                </a:lnTo>
                <a:lnTo>
                  <a:pt x="200" y="406"/>
                </a:lnTo>
                <a:lnTo>
                  <a:pt x="201" y="407"/>
                </a:lnTo>
                <a:lnTo>
                  <a:pt x="200" y="408"/>
                </a:lnTo>
                <a:lnTo>
                  <a:pt x="200" y="409"/>
                </a:lnTo>
                <a:lnTo>
                  <a:pt x="200" y="410"/>
                </a:lnTo>
                <a:lnTo>
                  <a:pt x="200" y="412"/>
                </a:lnTo>
                <a:lnTo>
                  <a:pt x="201" y="413"/>
                </a:lnTo>
                <a:lnTo>
                  <a:pt x="201" y="414"/>
                </a:lnTo>
                <a:lnTo>
                  <a:pt x="200" y="414"/>
                </a:lnTo>
                <a:lnTo>
                  <a:pt x="199" y="415"/>
                </a:lnTo>
                <a:lnTo>
                  <a:pt x="200" y="416"/>
                </a:lnTo>
                <a:lnTo>
                  <a:pt x="199" y="416"/>
                </a:lnTo>
                <a:lnTo>
                  <a:pt x="198" y="418"/>
                </a:lnTo>
                <a:lnTo>
                  <a:pt x="197" y="418"/>
                </a:lnTo>
                <a:lnTo>
                  <a:pt x="196" y="418"/>
                </a:lnTo>
                <a:lnTo>
                  <a:pt x="196" y="419"/>
                </a:lnTo>
                <a:lnTo>
                  <a:pt x="195" y="419"/>
                </a:lnTo>
                <a:lnTo>
                  <a:pt x="194" y="420"/>
                </a:lnTo>
                <a:lnTo>
                  <a:pt x="193" y="421"/>
                </a:lnTo>
                <a:lnTo>
                  <a:pt x="192" y="422"/>
                </a:lnTo>
                <a:lnTo>
                  <a:pt x="191" y="422"/>
                </a:lnTo>
                <a:lnTo>
                  <a:pt x="190" y="422"/>
                </a:lnTo>
                <a:lnTo>
                  <a:pt x="189" y="422"/>
                </a:lnTo>
                <a:lnTo>
                  <a:pt x="188" y="422"/>
                </a:lnTo>
                <a:lnTo>
                  <a:pt x="188" y="423"/>
                </a:lnTo>
                <a:lnTo>
                  <a:pt x="189" y="423"/>
                </a:lnTo>
                <a:lnTo>
                  <a:pt x="189" y="424"/>
                </a:lnTo>
                <a:lnTo>
                  <a:pt x="189" y="425"/>
                </a:lnTo>
                <a:lnTo>
                  <a:pt x="188" y="425"/>
                </a:lnTo>
                <a:lnTo>
                  <a:pt x="187" y="425"/>
                </a:lnTo>
                <a:lnTo>
                  <a:pt x="186" y="424"/>
                </a:lnTo>
                <a:lnTo>
                  <a:pt x="185" y="424"/>
                </a:lnTo>
                <a:lnTo>
                  <a:pt x="185" y="423"/>
                </a:lnTo>
                <a:lnTo>
                  <a:pt x="184" y="422"/>
                </a:lnTo>
                <a:lnTo>
                  <a:pt x="184" y="421"/>
                </a:lnTo>
                <a:lnTo>
                  <a:pt x="183" y="420"/>
                </a:lnTo>
                <a:lnTo>
                  <a:pt x="182" y="420"/>
                </a:lnTo>
                <a:lnTo>
                  <a:pt x="181" y="419"/>
                </a:lnTo>
                <a:lnTo>
                  <a:pt x="181" y="418"/>
                </a:lnTo>
                <a:lnTo>
                  <a:pt x="180" y="416"/>
                </a:lnTo>
                <a:lnTo>
                  <a:pt x="179" y="416"/>
                </a:lnTo>
                <a:lnTo>
                  <a:pt x="178" y="415"/>
                </a:lnTo>
                <a:lnTo>
                  <a:pt x="178" y="414"/>
                </a:lnTo>
                <a:lnTo>
                  <a:pt x="177" y="414"/>
                </a:lnTo>
                <a:lnTo>
                  <a:pt x="177" y="413"/>
                </a:lnTo>
                <a:lnTo>
                  <a:pt x="178" y="412"/>
                </a:lnTo>
                <a:lnTo>
                  <a:pt x="178" y="411"/>
                </a:lnTo>
                <a:lnTo>
                  <a:pt x="177" y="411"/>
                </a:lnTo>
                <a:lnTo>
                  <a:pt x="177" y="410"/>
                </a:lnTo>
                <a:lnTo>
                  <a:pt x="177" y="409"/>
                </a:lnTo>
                <a:lnTo>
                  <a:pt x="177" y="408"/>
                </a:lnTo>
                <a:lnTo>
                  <a:pt x="176" y="408"/>
                </a:lnTo>
                <a:lnTo>
                  <a:pt x="175" y="408"/>
                </a:lnTo>
                <a:lnTo>
                  <a:pt x="175" y="407"/>
                </a:lnTo>
                <a:lnTo>
                  <a:pt x="175" y="408"/>
                </a:lnTo>
                <a:lnTo>
                  <a:pt x="174" y="408"/>
                </a:lnTo>
                <a:lnTo>
                  <a:pt x="173" y="408"/>
                </a:lnTo>
                <a:lnTo>
                  <a:pt x="172" y="407"/>
                </a:lnTo>
                <a:lnTo>
                  <a:pt x="172" y="406"/>
                </a:lnTo>
                <a:lnTo>
                  <a:pt x="171" y="406"/>
                </a:lnTo>
                <a:lnTo>
                  <a:pt x="172" y="405"/>
                </a:lnTo>
                <a:lnTo>
                  <a:pt x="171" y="405"/>
                </a:lnTo>
                <a:lnTo>
                  <a:pt x="171" y="406"/>
                </a:lnTo>
                <a:lnTo>
                  <a:pt x="170" y="407"/>
                </a:lnTo>
                <a:lnTo>
                  <a:pt x="169" y="407"/>
                </a:lnTo>
                <a:lnTo>
                  <a:pt x="168" y="408"/>
                </a:lnTo>
                <a:lnTo>
                  <a:pt x="168" y="409"/>
                </a:lnTo>
                <a:lnTo>
                  <a:pt x="167" y="409"/>
                </a:lnTo>
                <a:lnTo>
                  <a:pt x="167" y="410"/>
                </a:lnTo>
                <a:lnTo>
                  <a:pt x="166" y="411"/>
                </a:lnTo>
                <a:lnTo>
                  <a:pt x="166" y="412"/>
                </a:lnTo>
                <a:lnTo>
                  <a:pt x="166" y="411"/>
                </a:lnTo>
                <a:lnTo>
                  <a:pt x="166" y="412"/>
                </a:lnTo>
                <a:lnTo>
                  <a:pt x="165" y="412"/>
                </a:lnTo>
                <a:lnTo>
                  <a:pt x="166" y="412"/>
                </a:lnTo>
                <a:lnTo>
                  <a:pt x="166" y="413"/>
                </a:lnTo>
                <a:lnTo>
                  <a:pt x="165" y="413"/>
                </a:lnTo>
                <a:lnTo>
                  <a:pt x="165" y="412"/>
                </a:lnTo>
                <a:lnTo>
                  <a:pt x="165" y="411"/>
                </a:lnTo>
                <a:lnTo>
                  <a:pt x="165" y="410"/>
                </a:lnTo>
                <a:lnTo>
                  <a:pt x="164" y="410"/>
                </a:lnTo>
                <a:lnTo>
                  <a:pt x="164" y="409"/>
                </a:lnTo>
                <a:lnTo>
                  <a:pt x="165" y="409"/>
                </a:lnTo>
                <a:lnTo>
                  <a:pt x="163" y="409"/>
                </a:lnTo>
                <a:lnTo>
                  <a:pt x="163" y="408"/>
                </a:lnTo>
                <a:lnTo>
                  <a:pt x="163" y="407"/>
                </a:lnTo>
                <a:lnTo>
                  <a:pt x="163" y="406"/>
                </a:lnTo>
                <a:lnTo>
                  <a:pt x="163" y="405"/>
                </a:lnTo>
                <a:lnTo>
                  <a:pt x="162" y="405"/>
                </a:lnTo>
                <a:lnTo>
                  <a:pt x="162" y="404"/>
                </a:lnTo>
                <a:lnTo>
                  <a:pt x="161" y="403"/>
                </a:lnTo>
                <a:lnTo>
                  <a:pt x="162" y="403"/>
                </a:lnTo>
                <a:lnTo>
                  <a:pt x="162" y="402"/>
                </a:lnTo>
                <a:lnTo>
                  <a:pt x="162" y="401"/>
                </a:lnTo>
                <a:lnTo>
                  <a:pt x="161" y="401"/>
                </a:lnTo>
                <a:lnTo>
                  <a:pt x="161" y="400"/>
                </a:lnTo>
                <a:lnTo>
                  <a:pt x="162" y="400"/>
                </a:lnTo>
                <a:lnTo>
                  <a:pt x="163" y="400"/>
                </a:lnTo>
                <a:lnTo>
                  <a:pt x="163" y="399"/>
                </a:lnTo>
                <a:lnTo>
                  <a:pt x="164" y="399"/>
                </a:lnTo>
                <a:lnTo>
                  <a:pt x="164" y="398"/>
                </a:lnTo>
                <a:lnTo>
                  <a:pt x="164" y="397"/>
                </a:lnTo>
                <a:lnTo>
                  <a:pt x="163" y="397"/>
                </a:lnTo>
                <a:lnTo>
                  <a:pt x="162" y="398"/>
                </a:lnTo>
                <a:lnTo>
                  <a:pt x="163" y="398"/>
                </a:lnTo>
                <a:lnTo>
                  <a:pt x="163" y="399"/>
                </a:lnTo>
                <a:lnTo>
                  <a:pt x="162" y="399"/>
                </a:lnTo>
                <a:lnTo>
                  <a:pt x="162" y="400"/>
                </a:lnTo>
                <a:lnTo>
                  <a:pt x="161" y="400"/>
                </a:lnTo>
                <a:lnTo>
                  <a:pt x="161" y="399"/>
                </a:lnTo>
                <a:lnTo>
                  <a:pt x="162" y="399"/>
                </a:lnTo>
                <a:lnTo>
                  <a:pt x="162" y="398"/>
                </a:lnTo>
                <a:lnTo>
                  <a:pt x="161" y="398"/>
                </a:lnTo>
                <a:lnTo>
                  <a:pt x="161" y="399"/>
                </a:lnTo>
                <a:lnTo>
                  <a:pt x="160" y="399"/>
                </a:lnTo>
                <a:lnTo>
                  <a:pt x="159" y="399"/>
                </a:lnTo>
                <a:lnTo>
                  <a:pt x="158" y="399"/>
                </a:lnTo>
                <a:lnTo>
                  <a:pt x="157" y="399"/>
                </a:lnTo>
                <a:lnTo>
                  <a:pt x="156" y="399"/>
                </a:lnTo>
                <a:lnTo>
                  <a:pt x="156" y="398"/>
                </a:lnTo>
                <a:lnTo>
                  <a:pt x="156" y="397"/>
                </a:lnTo>
                <a:lnTo>
                  <a:pt x="156" y="398"/>
                </a:lnTo>
                <a:lnTo>
                  <a:pt x="157" y="398"/>
                </a:lnTo>
                <a:lnTo>
                  <a:pt x="157" y="396"/>
                </a:lnTo>
                <a:lnTo>
                  <a:pt x="156" y="396"/>
                </a:lnTo>
                <a:lnTo>
                  <a:pt x="155" y="396"/>
                </a:lnTo>
                <a:lnTo>
                  <a:pt x="154" y="396"/>
                </a:lnTo>
                <a:lnTo>
                  <a:pt x="153" y="395"/>
                </a:lnTo>
                <a:lnTo>
                  <a:pt x="152" y="395"/>
                </a:lnTo>
                <a:lnTo>
                  <a:pt x="150" y="395"/>
                </a:lnTo>
                <a:lnTo>
                  <a:pt x="149" y="395"/>
                </a:lnTo>
                <a:lnTo>
                  <a:pt x="148" y="395"/>
                </a:lnTo>
                <a:lnTo>
                  <a:pt x="148" y="394"/>
                </a:lnTo>
                <a:lnTo>
                  <a:pt x="147" y="394"/>
                </a:lnTo>
                <a:lnTo>
                  <a:pt x="145" y="394"/>
                </a:lnTo>
                <a:lnTo>
                  <a:pt x="145" y="395"/>
                </a:lnTo>
                <a:lnTo>
                  <a:pt x="144" y="395"/>
                </a:lnTo>
                <a:lnTo>
                  <a:pt x="144" y="394"/>
                </a:lnTo>
                <a:lnTo>
                  <a:pt x="143" y="395"/>
                </a:lnTo>
                <a:lnTo>
                  <a:pt x="143" y="396"/>
                </a:lnTo>
                <a:lnTo>
                  <a:pt x="143" y="397"/>
                </a:lnTo>
                <a:lnTo>
                  <a:pt x="142" y="397"/>
                </a:lnTo>
                <a:lnTo>
                  <a:pt x="142" y="398"/>
                </a:lnTo>
                <a:lnTo>
                  <a:pt x="142" y="399"/>
                </a:lnTo>
                <a:lnTo>
                  <a:pt x="142" y="400"/>
                </a:lnTo>
                <a:lnTo>
                  <a:pt x="141" y="400"/>
                </a:lnTo>
                <a:lnTo>
                  <a:pt x="141" y="399"/>
                </a:lnTo>
                <a:lnTo>
                  <a:pt x="141" y="398"/>
                </a:lnTo>
                <a:lnTo>
                  <a:pt x="140" y="397"/>
                </a:lnTo>
                <a:lnTo>
                  <a:pt x="141" y="396"/>
                </a:lnTo>
                <a:lnTo>
                  <a:pt x="141" y="395"/>
                </a:lnTo>
                <a:lnTo>
                  <a:pt x="140" y="394"/>
                </a:lnTo>
                <a:lnTo>
                  <a:pt x="140" y="395"/>
                </a:lnTo>
                <a:lnTo>
                  <a:pt x="139" y="394"/>
                </a:lnTo>
                <a:lnTo>
                  <a:pt x="139" y="393"/>
                </a:lnTo>
                <a:lnTo>
                  <a:pt x="140" y="392"/>
                </a:lnTo>
                <a:lnTo>
                  <a:pt x="139" y="392"/>
                </a:lnTo>
                <a:lnTo>
                  <a:pt x="139" y="391"/>
                </a:lnTo>
                <a:lnTo>
                  <a:pt x="138" y="391"/>
                </a:lnTo>
                <a:lnTo>
                  <a:pt x="138" y="392"/>
                </a:lnTo>
                <a:lnTo>
                  <a:pt x="137" y="392"/>
                </a:lnTo>
                <a:lnTo>
                  <a:pt x="137" y="391"/>
                </a:lnTo>
                <a:lnTo>
                  <a:pt x="136" y="390"/>
                </a:lnTo>
                <a:lnTo>
                  <a:pt x="135" y="390"/>
                </a:lnTo>
                <a:lnTo>
                  <a:pt x="136" y="389"/>
                </a:lnTo>
                <a:lnTo>
                  <a:pt x="136" y="390"/>
                </a:lnTo>
                <a:lnTo>
                  <a:pt x="136" y="389"/>
                </a:lnTo>
                <a:lnTo>
                  <a:pt x="136" y="388"/>
                </a:lnTo>
                <a:lnTo>
                  <a:pt x="135" y="388"/>
                </a:lnTo>
                <a:lnTo>
                  <a:pt x="134" y="388"/>
                </a:lnTo>
                <a:lnTo>
                  <a:pt x="133" y="387"/>
                </a:lnTo>
                <a:lnTo>
                  <a:pt x="132" y="387"/>
                </a:lnTo>
                <a:lnTo>
                  <a:pt x="133" y="387"/>
                </a:lnTo>
                <a:lnTo>
                  <a:pt x="134" y="387"/>
                </a:lnTo>
                <a:lnTo>
                  <a:pt x="134" y="386"/>
                </a:lnTo>
                <a:lnTo>
                  <a:pt x="134" y="385"/>
                </a:lnTo>
                <a:lnTo>
                  <a:pt x="133" y="385"/>
                </a:lnTo>
                <a:lnTo>
                  <a:pt x="133" y="386"/>
                </a:lnTo>
                <a:lnTo>
                  <a:pt x="132" y="386"/>
                </a:lnTo>
                <a:lnTo>
                  <a:pt x="132" y="385"/>
                </a:lnTo>
                <a:lnTo>
                  <a:pt x="132" y="384"/>
                </a:lnTo>
                <a:lnTo>
                  <a:pt x="131" y="384"/>
                </a:lnTo>
                <a:lnTo>
                  <a:pt x="131" y="385"/>
                </a:lnTo>
                <a:lnTo>
                  <a:pt x="131" y="384"/>
                </a:lnTo>
                <a:lnTo>
                  <a:pt x="130" y="384"/>
                </a:lnTo>
                <a:lnTo>
                  <a:pt x="129" y="384"/>
                </a:lnTo>
                <a:lnTo>
                  <a:pt x="129" y="383"/>
                </a:lnTo>
                <a:lnTo>
                  <a:pt x="130" y="383"/>
                </a:lnTo>
                <a:lnTo>
                  <a:pt x="130" y="382"/>
                </a:lnTo>
                <a:lnTo>
                  <a:pt x="130" y="381"/>
                </a:lnTo>
                <a:lnTo>
                  <a:pt x="130" y="380"/>
                </a:lnTo>
                <a:lnTo>
                  <a:pt x="129" y="381"/>
                </a:lnTo>
                <a:lnTo>
                  <a:pt x="129" y="380"/>
                </a:lnTo>
                <a:lnTo>
                  <a:pt x="128" y="380"/>
                </a:lnTo>
                <a:lnTo>
                  <a:pt x="127" y="378"/>
                </a:lnTo>
                <a:lnTo>
                  <a:pt x="128" y="378"/>
                </a:lnTo>
                <a:lnTo>
                  <a:pt x="129" y="378"/>
                </a:lnTo>
                <a:lnTo>
                  <a:pt x="129" y="377"/>
                </a:lnTo>
                <a:lnTo>
                  <a:pt x="130" y="376"/>
                </a:lnTo>
                <a:lnTo>
                  <a:pt x="130" y="375"/>
                </a:lnTo>
                <a:lnTo>
                  <a:pt x="131" y="376"/>
                </a:lnTo>
                <a:lnTo>
                  <a:pt x="131" y="377"/>
                </a:lnTo>
                <a:lnTo>
                  <a:pt x="131" y="378"/>
                </a:lnTo>
                <a:lnTo>
                  <a:pt x="132" y="378"/>
                </a:lnTo>
                <a:lnTo>
                  <a:pt x="133" y="377"/>
                </a:lnTo>
                <a:lnTo>
                  <a:pt x="133" y="376"/>
                </a:lnTo>
                <a:lnTo>
                  <a:pt x="134" y="376"/>
                </a:lnTo>
                <a:lnTo>
                  <a:pt x="134" y="375"/>
                </a:lnTo>
                <a:lnTo>
                  <a:pt x="133" y="375"/>
                </a:lnTo>
                <a:lnTo>
                  <a:pt x="132" y="375"/>
                </a:lnTo>
                <a:lnTo>
                  <a:pt x="132" y="376"/>
                </a:lnTo>
                <a:lnTo>
                  <a:pt x="131" y="375"/>
                </a:lnTo>
                <a:lnTo>
                  <a:pt x="130" y="374"/>
                </a:lnTo>
                <a:lnTo>
                  <a:pt x="129" y="374"/>
                </a:lnTo>
                <a:lnTo>
                  <a:pt x="129" y="375"/>
                </a:lnTo>
                <a:lnTo>
                  <a:pt x="128" y="375"/>
                </a:lnTo>
                <a:lnTo>
                  <a:pt x="128" y="374"/>
                </a:lnTo>
                <a:lnTo>
                  <a:pt x="127" y="374"/>
                </a:lnTo>
                <a:lnTo>
                  <a:pt x="128" y="373"/>
                </a:lnTo>
                <a:lnTo>
                  <a:pt x="127" y="373"/>
                </a:lnTo>
                <a:lnTo>
                  <a:pt x="127" y="374"/>
                </a:lnTo>
                <a:lnTo>
                  <a:pt x="126" y="374"/>
                </a:lnTo>
                <a:lnTo>
                  <a:pt x="126" y="373"/>
                </a:lnTo>
                <a:lnTo>
                  <a:pt x="124" y="374"/>
                </a:lnTo>
                <a:lnTo>
                  <a:pt x="123" y="374"/>
                </a:lnTo>
                <a:lnTo>
                  <a:pt x="122" y="375"/>
                </a:lnTo>
                <a:lnTo>
                  <a:pt x="121" y="375"/>
                </a:lnTo>
                <a:lnTo>
                  <a:pt x="120" y="375"/>
                </a:lnTo>
                <a:lnTo>
                  <a:pt x="119" y="376"/>
                </a:lnTo>
                <a:lnTo>
                  <a:pt x="118" y="376"/>
                </a:lnTo>
                <a:lnTo>
                  <a:pt x="118" y="377"/>
                </a:lnTo>
                <a:lnTo>
                  <a:pt x="117" y="377"/>
                </a:lnTo>
                <a:lnTo>
                  <a:pt x="117" y="378"/>
                </a:lnTo>
                <a:lnTo>
                  <a:pt x="117" y="379"/>
                </a:lnTo>
                <a:lnTo>
                  <a:pt x="116" y="379"/>
                </a:lnTo>
                <a:lnTo>
                  <a:pt x="116" y="378"/>
                </a:lnTo>
                <a:lnTo>
                  <a:pt x="116" y="377"/>
                </a:lnTo>
                <a:lnTo>
                  <a:pt x="117" y="377"/>
                </a:lnTo>
                <a:lnTo>
                  <a:pt x="116" y="376"/>
                </a:lnTo>
                <a:lnTo>
                  <a:pt x="115" y="376"/>
                </a:lnTo>
                <a:lnTo>
                  <a:pt x="115" y="375"/>
                </a:lnTo>
                <a:lnTo>
                  <a:pt x="114" y="375"/>
                </a:lnTo>
                <a:lnTo>
                  <a:pt x="114" y="376"/>
                </a:lnTo>
                <a:lnTo>
                  <a:pt x="113" y="376"/>
                </a:lnTo>
                <a:lnTo>
                  <a:pt x="113" y="375"/>
                </a:lnTo>
                <a:lnTo>
                  <a:pt x="112" y="376"/>
                </a:lnTo>
                <a:lnTo>
                  <a:pt x="111" y="376"/>
                </a:lnTo>
                <a:lnTo>
                  <a:pt x="110" y="376"/>
                </a:lnTo>
                <a:lnTo>
                  <a:pt x="110" y="375"/>
                </a:lnTo>
                <a:lnTo>
                  <a:pt x="109" y="375"/>
                </a:lnTo>
                <a:lnTo>
                  <a:pt x="109" y="376"/>
                </a:lnTo>
                <a:lnTo>
                  <a:pt x="109" y="375"/>
                </a:lnTo>
                <a:lnTo>
                  <a:pt x="108" y="375"/>
                </a:lnTo>
                <a:lnTo>
                  <a:pt x="108" y="374"/>
                </a:lnTo>
                <a:lnTo>
                  <a:pt x="108" y="373"/>
                </a:lnTo>
                <a:lnTo>
                  <a:pt x="106" y="373"/>
                </a:lnTo>
                <a:lnTo>
                  <a:pt x="106" y="372"/>
                </a:lnTo>
                <a:lnTo>
                  <a:pt x="106" y="371"/>
                </a:lnTo>
                <a:lnTo>
                  <a:pt x="106" y="370"/>
                </a:lnTo>
                <a:lnTo>
                  <a:pt x="105" y="370"/>
                </a:lnTo>
                <a:lnTo>
                  <a:pt x="104" y="369"/>
                </a:lnTo>
                <a:lnTo>
                  <a:pt x="104" y="368"/>
                </a:lnTo>
                <a:lnTo>
                  <a:pt x="104" y="367"/>
                </a:lnTo>
                <a:lnTo>
                  <a:pt x="104" y="366"/>
                </a:lnTo>
                <a:lnTo>
                  <a:pt x="103" y="366"/>
                </a:lnTo>
                <a:lnTo>
                  <a:pt x="103" y="367"/>
                </a:lnTo>
                <a:lnTo>
                  <a:pt x="103" y="366"/>
                </a:lnTo>
                <a:lnTo>
                  <a:pt x="103" y="365"/>
                </a:lnTo>
                <a:lnTo>
                  <a:pt x="102" y="365"/>
                </a:lnTo>
                <a:lnTo>
                  <a:pt x="102" y="366"/>
                </a:lnTo>
                <a:lnTo>
                  <a:pt x="101" y="366"/>
                </a:lnTo>
                <a:lnTo>
                  <a:pt x="101" y="367"/>
                </a:lnTo>
                <a:lnTo>
                  <a:pt x="101" y="368"/>
                </a:lnTo>
                <a:lnTo>
                  <a:pt x="100" y="368"/>
                </a:lnTo>
                <a:lnTo>
                  <a:pt x="100" y="369"/>
                </a:lnTo>
                <a:lnTo>
                  <a:pt x="99" y="368"/>
                </a:lnTo>
                <a:lnTo>
                  <a:pt x="99" y="367"/>
                </a:lnTo>
                <a:lnTo>
                  <a:pt x="100" y="367"/>
                </a:lnTo>
                <a:lnTo>
                  <a:pt x="99" y="365"/>
                </a:lnTo>
                <a:lnTo>
                  <a:pt x="99" y="364"/>
                </a:lnTo>
                <a:lnTo>
                  <a:pt x="99" y="363"/>
                </a:lnTo>
                <a:lnTo>
                  <a:pt x="100" y="363"/>
                </a:lnTo>
                <a:lnTo>
                  <a:pt x="100" y="362"/>
                </a:lnTo>
                <a:lnTo>
                  <a:pt x="100" y="363"/>
                </a:lnTo>
                <a:lnTo>
                  <a:pt x="101" y="363"/>
                </a:lnTo>
                <a:lnTo>
                  <a:pt x="101" y="362"/>
                </a:lnTo>
                <a:lnTo>
                  <a:pt x="101" y="361"/>
                </a:lnTo>
                <a:lnTo>
                  <a:pt x="100" y="361"/>
                </a:lnTo>
                <a:lnTo>
                  <a:pt x="100" y="360"/>
                </a:lnTo>
                <a:lnTo>
                  <a:pt x="99" y="360"/>
                </a:lnTo>
                <a:lnTo>
                  <a:pt x="99" y="361"/>
                </a:lnTo>
                <a:lnTo>
                  <a:pt x="98" y="361"/>
                </a:lnTo>
                <a:lnTo>
                  <a:pt x="98" y="360"/>
                </a:lnTo>
                <a:lnTo>
                  <a:pt x="97" y="360"/>
                </a:lnTo>
                <a:lnTo>
                  <a:pt x="96" y="360"/>
                </a:lnTo>
                <a:lnTo>
                  <a:pt x="96" y="359"/>
                </a:lnTo>
                <a:lnTo>
                  <a:pt x="95" y="359"/>
                </a:lnTo>
                <a:lnTo>
                  <a:pt x="95" y="358"/>
                </a:lnTo>
                <a:lnTo>
                  <a:pt x="94" y="357"/>
                </a:lnTo>
                <a:lnTo>
                  <a:pt x="95" y="357"/>
                </a:lnTo>
                <a:lnTo>
                  <a:pt x="96" y="356"/>
                </a:lnTo>
                <a:lnTo>
                  <a:pt x="95" y="355"/>
                </a:lnTo>
                <a:lnTo>
                  <a:pt x="95" y="354"/>
                </a:lnTo>
                <a:lnTo>
                  <a:pt x="95" y="353"/>
                </a:lnTo>
                <a:lnTo>
                  <a:pt x="95" y="352"/>
                </a:lnTo>
                <a:lnTo>
                  <a:pt x="95" y="350"/>
                </a:lnTo>
                <a:lnTo>
                  <a:pt x="95" y="349"/>
                </a:lnTo>
                <a:lnTo>
                  <a:pt x="95" y="348"/>
                </a:lnTo>
                <a:lnTo>
                  <a:pt x="95" y="347"/>
                </a:lnTo>
                <a:lnTo>
                  <a:pt x="96" y="347"/>
                </a:lnTo>
                <a:lnTo>
                  <a:pt x="96" y="346"/>
                </a:lnTo>
                <a:lnTo>
                  <a:pt x="96" y="345"/>
                </a:lnTo>
                <a:lnTo>
                  <a:pt x="96" y="344"/>
                </a:lnTo>
                <a:lnTo>
                  <a:pt x="97" y="344"/>
                </a:lnTo>
                <a:lnTo>
                  <a:pt x="98" y="344"/>
                </a:lnTo>
                <a:lnTo>
                  <a:pt x="98" y="343"/>
                </a:lnTo>
                <a:lnTo>
                  <a:pt x="99" y="341"/>
                </a:lnTo>
                <a:lnTo>
                  <a:pt x="100" y="341"/>
                </a:lnTo>
                <a:lnTo>
                  <a:pt x="101" y="341"/>
                </a:lnTo>
                <a:lnTo>
                  <a:pt x="100" y="340"/>
                </a:lnTo>
                <a:lnTo>
                  <a:pt x="101" y="340"/>
                </a:lnTo>
                <a:lnTo>
                  <a:pt x="101" y="339"/>
                </a:lnTo>
                <a:lnTo>
                  <a:pt x="102" y="340"/>
                </a:lnTo>
                <a:lnTo>
                  <a:pt x="104" y="337"/>
                </a:lnTo>
                <a:lnTo>
                  <a:pt x="106" y="337"/>
                </a:lnTo>
                <a:lnTo>
                  <a:pt x="107" y="337"/>
                </a:lnTo>
                <a:lnTo>
                  <a:pt x="108" y="337"/>
                </a:lnTo>
                <a:lnTo>
                  <a:pt x="109" y="337"/>
                </a:lnTo>
                <a:lnTo>
                  <a:pt x="110" y="337"/>
                </a:lnTo>
                <a:lnTo>
                  <a:pt x="110" y="336"/>
                </a:lnTo>
                <a:lnTo>
                  <a:pt x="110" y="335"/>
                </a:lnTo>
                <a:lnTo>
                  <a:pt x="111" y="333"/>
                </a:lnTo>
                <a:lnTo>
                  <a:pt x="112" y="332"/>
                </a:lnTo>
                <a:lnTo>
                  <a:pt x="111" y="332"/>
                </a:lnTo>
                <a:lnTo>
                  <a:pt x="110" y="331"/>
                </a:lnTo>
                <a:lnTo>
                  <a:pt x="110" y="330"/>
                </a:lnTo>
                <a:lnTo>
                  <a:pt x="109" y="329"/>
                </a:lnTo>
                <a:lnTo>
                  <a:pt x="109" y="328"/>
                </a:lnTo>
                <a:lnTo>
                  <a:pt x="109" y="326"/>
                </a:lnTo>
                <a:lnTo>
                  <a:pt x="108" y="326"/>
                </a:lnTo>
                <a:lnTo>
                  <a:pt x="108" y="325"/>
                </a:lnTo>
                <a:lnTo>
                  <a:pt x="107" y="325"/>
                </a:lnTo>
                <a:lnTo>
                  <a:pt x="106" y="324"/>
                </a:lnTo>
                <a:lnTo>
                  <a:pt x="106" y="323"/>
                </a:lnTo>
                <a:lnTo>
                  <a:pt x="107" y="323"/>
                </a:lnTo>
                <a:lnTo>
                  <a:pt x="107" y="322"/>
                </a:lnTo>
                <a:lnTo>
                  <a:pt x="107" y="321"/>
                </a:lnTo>
                <a:lnTo>
                  <a:pt x="107" y="320"/>
                </a:lnTo>
                <a:lnTo>
                  <a:pt x="107" y="319"/>
                </a:lnTo>
                <a:lnTo>
                  <a:pt x="108" y="319"/>
                </a:lnTo>
                <a:lnTo>
                  <a:pt x="108" y="318"/>
                </a:lnTo>
                <a:lnTo>
                  <a:pt x="108" y="317"/>
                </a:lnTo>
                <a:lnTo>
                  <a:pt x="107" y="316"/>
                </a:lnTo>
                <a:lnTo>
                  <a:pt x="106" y="315"/>
                </a:lnTo>
                <a:lnTo>
                  <a:pt x="106" y="314"/>
                </a:lnTo>
                <a:lnTo>
                  <a:pt x="105" y="314"/>
                </a:lnTo>
                <a:lnTo>
                  <a:pt x="104" y="314"/>
                </a:lnTo>
                <a:lnTo>
                  <a:pt x="104" y="313"/>
                </a:lnTo>
                <a:lnTo>
                  <a:pt x="103" y="312"/>
                </a:lnTo>
                <a:lnTo>
                  <a:pt x="102" y="312"/>
                </a:lnTo>
                <a:lnTo>
                  <a:pt x="102" y="311"/>
                </a:lnTo>
                <a:lnTo>
                  <a:pt x="102" y="310"/>
                </a:lnTo>
                <a:lnTo>
                  <a:pt x="101" y="310"/>
                </a:lnTo>
                <a:lnTo>
                  <a:pt x="102" y="310"/>
                </a:lnTo>
                <a:lnTo>
                  <a:pt x="103" y="310"/>
                </a:lnTo>
                <a:lnTo>
                  <a:pt x="103" y="309"/>
                </a:lnTo>
                <a:lnTo>
                  <a:pt x="103" y="308"/>
                </a:lnTo>
                <a:lnTo>
                  <a:pt x="102" y="308"/>
                </a:lnTo>
                <a:lnTo>
                  <a:pt x="101" y="308"/>
                </a:lnTo>
                <a:lnTo>
                  <a:pt x="101" y="306"/>
                </a:lnTo>
                <a:lnTo>
                  <a:pt x="101" y="305"/>
                </a:lnTo>
                <a:lnTo>
                  <a:pt x="101" y="304"/>
                </a:lnTo>
                <a:lnTo>
                  <a:pt x="101" y="303"/>
                </a:lnTo>
                <a:lnTo>
                  <a:pt x="100" y="303"/>
                </a:lnTo>
                <a:lnTo>
                  <a:pt x="100" y="302"/>
                </a:lnTo>
                <a:lnTo>
                  <a:pt x="99" y="303"/>
                </a:lnTo>
                <a:lnTo>
                  <a:pt x="98" y="303"/>
                </a:lnTo>
                <a:lnTo>
                  <a:pt x="98" y="302"/>
                </a:lnTo>
                <a:lnTo>
                  <a:pt x="99" y="301"/>
                </a:lnTo>
                <a:lnTo>
                  <a:pt x="99" y="300"/>
                </a:lnTo>
                <a:lnTo>
                  <a:pt x="98" y="298"/>
                </a:lnTo>
                <a:lnTo>
                  <a:pt x="98" y="297"/>
                </a:lnTo>
                <a:lnTo>
                  <a:pt x="98" y="296"/>
                </a:lnTo>
                <a:lnTo>
                  <a:pt x="96" y="295"/>
                </a:lnTo>
                <a:lnTo>
                  <a:pt x="96" y="294"/>
                </a:lnTo>
                <a:lnTo>
                  <a:pt x="95" y="294"/>
                </a:lnTo>
                <a:lnTo>
                  <a:pt x="94" y="293"/>
                </a:lnTo>
                <a:lnTo>
                  <a:pt x="91" y="294"/>
                </a:lnTo>
                <a:lnTo>
                  <a:pt x="90" y="294"/>
                </a:lnTo>
                <a:lnTo>
                  <a:pt x="88" y="293"/>
                </a:lnTo>
                <a:lnTo>
                  <a:pt x="87" y="291"/>
                </a:lnTo>
                <a:lnTo>
                  <a:pt x="88" y="291"/>
                </a:lnTo>
                <a:lnTo>
                  <a:pt x="88" y="290"/>
                </a:lnTo>
                <a:lnTo>
                  <a:pt x="89" y="290"/>
                </a:lnTo>
                <a:lnTo>
                  <a:pt x="89" y="288"/>
                </a:lnTo>
                <a:lnTo>
                  <a:pt x="88" y="288"/>
                </a:lnTo>
                <a:lnTo>
                  <a:pt x="88" y="287"/>
                </a:lnTo>
                <a:lnTo>
                  <a:pt x="89" y="287"/>
                </a:lnTo>
                <a:lnTo>
                  <a:pt x="88" y="286"/>
                </a:lnTo>
                <a:lnTo>
                  <a:pt x="87" y="286"/>
                </a:lnTo>
                <a:lnTo>
                  <a:pt x="86" y="285"/>
                </a:lnTo>
                <a:lnTo>
                  <a:pt x="86" y="283"/>
                </a:lnTo>
                <a:lnTo>
                  <a:pt x="85" y="283"/>
                </a:lnTo>
                <a:lnTo>
                  <a:pt x="84" y="283"/>
                </a:lnTo>
                <a:lnTo>
                  <a:pt x="84" y="281"/>
                </a:lnTo>
                <a:lnTo>
                  <a:pt x="85" y="280"/>
                </a:lnTo>
                <a:lnTo>
                  <a:pt x="84" y="279"/>
                </a:lnTo>
                <a:lnTo>
                  <a:pt x="83" y="278"/>
                </a:lnTo>
                <a:lnTo>
                  <a:pt x="82" y="277"/>
                </a:lnTo>
                <a:lnTo>
                  <a:pt x="82" y="276"/>
                </a:lnTo>
                <a:lnTo>
                  <a:pt x="83" y="275"/>
                </a:lnTo>
                <a:lnTo>
                  <a:pt x="84" y="273"/>
                </a:lnTo>
                <a:lnTo>
                  <a:pt x="85" y="272"/>
                </a:lnTo>
                <a:lnTo>
                  <a:pt x="85" y="273"/>
                </a:lnTo>
                <a:lnTo>
                  <a:pt x="86" y="273"/>
                </a:lnTo>
                <a:lnTo>
                  <a:pt x="86" y="272"/>
                </a:lnTo>
                <a:lnTo>
                  <a:pt x="88" y="272"/>
                </a:lnTo>
                <a:lnTo>
                  <a:pt x="89" y="272"/>
                </a:lnTo>
                <a:lnTo>
                  <a:pt x="89" y="271"/>
                </a:lnTo>
                <a:lnTo>
                  <a:pt x="90" y="271"/>
                </a:lnTo>
                <a:lnTo>
                  <a:pt x="91" y="271"/>
                </a:lnTo>
                <a:lnTo>
                  <a:pt x="93" y="272"/>
                </a:lnTo>
                <a:lnTo>
                  <a:pt x="94" y="271"/>
                </a:lnTo>
                <a:lnTo>
                  <a:pt x="95" y="271"/>
                </a:lnTo>
                <a:lnTo>
                  <a:pt x="95" y="270"/>
                </a:lnTo>
                <a:lnTo>
                  <a:pt x="96" y="270"/>
                </a:lnTo>
                <a:lnTo>
                  <a:pt x="96" y="269"/>
                </a:lnTo>
                <a:lnTo>
                  <a:pt x="96" y="268"/>
                </a:lnTo>
                <a:lnTo>
                  <a:pt x="95" y="268"/>
                </a:lnTo>
                <a:lnTo>
                  <a:pt x="95" y="267"/>
                </a:lnTo>
                <a:lnTo>
                  <a:pt x="96" y="267"/>
                </a:lnTo>
                <a:lnTo>
                  <a:pt x="95" y="266"/>
                </a:lnTo>
                <a:lnTo>
                  <a:pt x="95" y="265"/>
                </a:lnTo>
                <a:lnTo>
                  <a:pt x="94" y="265"/>
                </a:lnTo>
                <a:lnTo>
                  <a:pt x="93" y="264"/>
                </a:lnTo>
                <a:lnTo>
                  <a:pt x="91" y="263"/>
                </a:lnTo>
                <a:lnTo>
                  <a:pt x="91" y="262"/>
                </a:lnTo>
                <a:lnTo>
                  <a:pt x="91" y="261"/>
                </a:lnTo>
                <a:lnTo>
                  <a:pt x="89" y="260"/>
                </a:lnTo>
                <a:lnTo>
                  <a:pt x="90" y="260"/>
                </a:lnTo>
                <a:lnTo>
                  <a:pt x="89" y="259"/>
                </a:lnTo>
                <a:lnTo>
                  <a:pt x="89" y="258"/>
                </a:lnTo>
                <a:lnTo>
                  <a:pt x="88" y="257"/>
                </a:lnTo>
                <a:lnTo>
                  <a:pt x="87" y="256"/>
                </a:lnTo>
                <a:lnTo>
                  <a:pt x="86" y="256"/>
                </a:lnTo>
                <a:lnTo>
                  <a:pt x="85" y="257"/>
                </a:lnTo>
                <a:lnTo>
                  <a:pt x="84" y="256"/>
                </a:lnTo>
                <a:lnTo>
                  <a:pt x="83" y="256"/>
                </a:lnTo>
                <a:lnTo>
                  <a:pt x="82" y="256"/>
                </a:lnTo>
                <a:lnTo>
                  <a:pt x="81" y="256"/>
                </a:lnTo>
                <a:lnTo>
                  <a:pt x="82" y="256"/>
                </a:lnTo>
                <a:lnTo>
                  <a:pt x="81" y="257"/>
                </a:lnTo>
                <a:lnTo>
                  <a:pt x="81" y="256"/>
                </a:lnTo>
                <a:lnTo>
                  <a:pt x="80" y="256"/>
                </a:lnTo>
                <a:lnTo>
                  <a:pt x="81" y="256"/>
                </a:lnTo>
                <a:lnTo>
                  <a:pt x="81" y="254"/>
                </a:lnTo>
                <a:lnTo>
                  <a:pt x="80" y="252"/>
                </a:lnTo>
                <a:lnTo>
                  <a:pt x="81" y="253"/>
                </a:lnTo>
                <a:lnTo>
                  <a:pt x="81" y="252"/>
                </a:lnTo>
                <a:lnTo>
                  <a:pt x="81" y="251"/>
                </a:lnTo>
                <a:lnTo>
                  <a:pt x="80" y="251"/>
                </a:lnTo>
                <a:lnTo>
                  <a:pt x="80" y="250"/>
                </a:lnTo>
                <a:lnTo>
                  <a:pt x="80" y="249"/>
                </a:lnTo>
                <a:lnTo>
                  <a:pt x="79" y="249"/>
                </a:lnTo>
                <a:lnTo>
                  <a:pt x="79" y="248"/>
                </a:lnTo>
                <a:lnTo>
                  <a:pt x="79" y="247"/>
                </a:lnTo>
                <a:lnTo>
                  <a:pt x="79" y="246"/>
                </a:lnTo>
                <a:lnTo>
                  <a:pt x="78" y="246"/>
                </a:lnTo>
                <a:lnTo>
                  <a:pt x="77" y="246"/>
                </a:lnTo>
                <a:lnTo>
                  <a:pt x="76" y="246"/>
                </a:lnTo>
                <a:lnTo>
                  <a:pt x="74" y="245"/>
                </a:lnTo>
                <a:lnTo>
                  <a:pt x="71" y="244"/>
                </a:lnTo>
                <a:lnTo>
                  <a:pt x="70" y="243"/>
                </a:lnTo>
                <a:lnTo>
                  <a:pt x="69" y="243"/>
                </a:lnTo>
                <a:lnTo>
                  <a:pt x="68" y="244"/>
                </a:lnTo>
                <a:lnTo>
                  <a:pt x="68" y="245"/>
                </a:lnTo>
                <a:lnTo>
                  <a:pt x="67" y="245"/>
                </a:lnTo>
                <a:lnTo>
                  <a:pt x="67" y="244"/>
                </a:lnTo>
                <a:lnTo>
                  <a:pt x="66" y="244"/>
                </a:lnTo>
                <a:lnTo>
                  <a:pt x="65" y="244"/>
                </a:lnTo>
                <a:lnTo>
                  <a:pt x="66" y="242"/>
                </a:lnTo>
                <a:lnTo>
                  <a:pt x="65" y="242"/>
                </a:lnTo>
                <a:lnTo>
                  <a:pt x="64" y="242"/>
                </a:lnTo>
                <a:lnTo>
                  <a:pt x="63" y="242"/>
                </a:lnTo>
                <a:lnTo>
                  <a:pt x="62" y="242"/>
                </a:lnTo>
                <a:lnTo>
                  <a:pt x="61" y="242"/>
                </a:lnTo>
                <a:lnTo>
                  <a:pt x="60" y="241"/>
                </a:lnTo>
                <a:lnTo>
                  <a:pt x="60" y="238"/>
                </a:lnTo>
                <a:lnTo>
                  <a:pt x="60" y="237"/>
                </a:lnTo>
                <a:lnTo>
                  <a:pt x="58" y="236"/>
                </a:lnTo>
                <a:lnTo>
                  <a:pt x="57" y="236"/>
                </a:lnTo>
                <a:lnTo>
                  <a:pt x="57" y="235"/>
                </a:lnTo>
                <a:lnTo>
                  <a:pt x="57" y="234"/>
                </a:lnTo>
                <a:lnTo>
                  <a:pt x="57" y="233"/>
                </a:lnTo>
                <a:lnTo>
                  <a:pt x="56" y="232"/>
                </a:lnTo>
                <a:lnTo>
                  <a:pt x="55" y="232"/>
                </a:lnTo>
                <a:lnTo>
                  <a:pt x="55" y="231"/>
                </a:lnTo>
                <a:lnTo>
                  <a:pt x="54" y="229"/>
                </a:lnTo>
                <a:lnTo>
                  <a:pt x="54" y="228"/>
                </a:lnTo>
                <a:lnTo>
                  <a:pt x="53" y="228"/>
                </a:lnTo>
                <a:lnTo>
                  <a:pt x="52" y="228"/>
                </a:lnTo>
                <a:lnTo>
                  <a:pt x="52" y="227"/>
                </a:lnTo>
                <a:lnTo>
                  <a:pt x="51" y="226"/>
                </a:lnTo>
                <a:lnTo>
                  <a:pt x="52" y="225"/>
                </a:lnTo>
                <a:lnTo>
                  <a:pt x="51" y="224"/>
                </a:lnTo>
                <a:lnTo>
                  <a:pt x="51" y="223"/>
                </a:lnTo>
                <a:lnTo>
                  <a:pt x="50" y="223"/>
                </a:lnTo>
                <a:lnTo>
                  <a:pt x="49" y="223"/>
                </a:lnTo>
                <a:lnTo>
                  <a:pt x="49" y="222"/>
                </a:lnTo>
                <a:lnTo>
                  <a:pt x="48" y="222"/>
                </a:lnTo>
                <a:lnTo>
                  <a:pt x="47" y="222"/>
                </a:lnTo>
                <a:lnTo>
                  <a:pt x="47" y="221"/>
                </a:lnTo>
                <a:lnTo>
                  <a:pt x="46" y="221"/>
                </a:lnTo>
                <a:lnTo>
                  <a:pt x="46" y="222"/>
                </a:lnTo>
                <a:lnTo>
                  <a:pt x="45" y="221"/>
                </a:lnTo>
                <a:lnTo>
                  <a:pt x="44" y="220"/>
                </a:lnTo>
                <a:lnTo>
                  <a:pt x="43" y="221"/>
                </a:lnTo>
                <a:lnTo>
                  <a:pt x="42" y="221"/>
                </a:lnTo>
                <a:lnTo>
                  <a:pt x="41" y="223"/>
                </a:lnTo>
                <a:lnTo>
                  <a:pt x="40" y="223"/>
                </a:lnTo>
                <a:lnTo>
                  <a:pt x="39" y="224"/>
                </a:lnTo>
                <a:lnTo>
                  <a:pt x="37" y="224"/>
                </a:lnTo>
                <a:lnTo>
                  <a:pt x="36" y="225"/>
                </a:lnTo>
                <a:lnTo>
                  <a:pt x="34" y="224"/>
                </a:lnTo>
                <a:lnTo>
                  <a:pt x="33" y="224"/>
                </a:lnTo>
                <a:lnTo>
                  <a:pt x="33" y="225"/>
                </a:lnTo>
                <a:lnTo>
                  <a:pt x="32" y="225"/>
                </a:lnTo>
                <a:lnTo>
                  <a:pt x="31" y="225"/>
                </a:lnTo>
                <a:lnTo>
                  <a:pt x="31" y="224"/>
                </a:lnTo>
                <a:lnTo>
                  <a:pt x="31" y="223"/>
                </a:lnTo>
                <a:lnTo>
                  <a:pt x="30" y="223"/>
                </a:lnTo>
                <a:lnTo>
                  <a:pt x="29" y="221"/>
                </a:lnTo>
                <a:lnTo>
                  <a:pt x="28" y="220"/>
                </a:lnTo>
                <a:lnTo>
                  <a:pt x="28" y="219"/>
                </a:lnTo>
                <a:lnTo>
                  <a:pt x="29" y="218"/>
                </a:lnTo>
                <a:lnTo>
                  <a:pt x="28" y="217"/>
                </a:lnTo>
                <a:lnTo>
                  <a:pt x="29" y="217"/>
                </a:lnTo>
                <a:lnTo>
                  <a:pt x="31" y="217"/>
                </a:lnTo>
                <a:lnTo>
                  <a:pt x="31" y="216"/>
                </a:lnTo>
                <a:lnTo>
                  <a:pt x="30" y="216"/>
                </a:lnTo>
                <a:lnTo>
                  <a:pt x="30" y="215"/>
                </a:lnTo>
                <a:lnTo>
                  <a:pt x="31" y="215"/>
                </a:lnTo>
                <a:lnTo>
                  <a:pt x="32" y="215"/>
                </a:lnTo>
                <a:lnTo>
                  <a:pt x="33" y="216"/>
                </a:lnTo>
                <a:lnTo>
                  <a:pt x="33" y="215"/>
                </a:lnTo>
                <a:lnTo>
                  <a:pt x="34" y="215"/>
                </a:lnTo>
                <a:lnTo>
                  <a:pt x="34" y="214"/>
                </a:lnTo>
                <a:lnTo>
                  <a:pt x="34" y="213"/>
                </a:lnTo>
                <a:lnTo>
                  <a:pt x="35" y="213"/>
                </a:lnTo>
                <a:lnTo>
                  <a:pt x="36" y="213"/>
                </a:lnTo>
                <a:lnTo>
                  <a:pt x="37" y="212"/>
                </a:lnTo>
                <a:lnTo>
                  <a:pt x="38" y="212"/>
                </a:lnTo>
                <a:lnTo>
                  <a:pt x="39" y="211"/>
                </a:lnTo>
                <a:lnTo>
                  <a:pt x="39" y="210"/>
                </a:lnTo>
                <a:lnTo>
                  <a:pt x="37" y="210"/>
                </a:lnTo>
                <a:lnTo>
                  <a:pt x="34" y="209"/>
                </a:lnTo>
                <a:lnTo>
                  <a:pt x="34" y="208"/>
                </a:lnTo>
                <a:lnTo>
                  <a:pt x="34" y="207"/>
                </a:lnTo>
                <a:lnTo>
                  <a:pt x="34" y="206"/>
                </a:lnTo>
                <a:lnTo>
                  <a:pt x="34" y="205"/>
                </a:lnTo>
                <a:lnTo>
                  <a:pt x="35" y="205"/>
                </a:lnTo>
                <a:lnTo>
                  <a:pt x="35" y="204"/>
                </a:lnTo>
                <a:lnTo>
                  <a:pt x="35" y="203"/>
                </a:lnTo>
                <a:lnTo>
                  <a:pt x="33" y="203"/>
                </a:lnTo>
                <a:lnTo>
                  <a:pt x="32" y="202"/>
                </a:lnTo>
                <a:lnTo>
                  <a:pt x="31" y="202"/>
                </a:lnTo>
                <a:lnTo>
                  <a:pt x="31" y="203"/>
                </a:lnTo>
                <a:lnTo>
                  <a:pt x="30" y="203"/>
                </a:lnTo>
                <a:lnTo>
                  <a:pt x="29" y="202"/>
                </a:lnTo>
                <a:lnTo>
                  <a:pt x="28" y="202"/>
                </a:lnTo>
                <a:lnTo>
                  <a:pt x="27" y="202"/>
                </a:lnTo>
                <a:lnTo>
                  <a:pt x="26" y="202"/>
                </a:lnTo>
                <a:lnTo>
                  <a:pt x="25" y="202"/>
                </a:lnTo>
                <a:lnTo>
                  <a:pt x="23" y="202"/>
                </a:lnTo>
                <a:lnTo>
                  <a:pt x="22" y="201"/>
                </a:lnTo>
                <a:lnTo>
                  <a:pt x="21" y="201"/>
                </a:lnTo>
                <a:lnTo>
                  <a:pt x="21" y="202"/>
                </a:lnTo>
                <a:lnTo>
                  <a:pt x="20" y="202"/>
                </a:lnTo>
                <a:lnTo>
                  <a:pt x="19" y="202"/>
                </a:lnTo>
                <a:lnTo>
                  <a:pt x="16" y="202"/>
                </a:lnTo>
                <a:lnTo>
                  <a:pt x="15" y="202"/>
                </a:lnTo>
                <a:lnTo>
                  <a:pt x="14" y="201"/>
                </a:lnTo>
                <a:lnTo>
                  <a:pt x="14" y="200"/>
                </a:lnTo>
                <a:lnTo>
                  <a:pt x="13" y="200"/>
                </a:lnTo>
                <a:lnTo>
                  <a:pt x="11" y="200"/>
                </a:lnTo>
                <a:lnTo>
                  <a:pt x="8" y="202"/>
                </a:lnTo>
                <a:lnTo>
                  <a:pt x="7" y="202"/>
                </a:lnTo>
                <a:lnTo>
                  <a:pt x="6" y="202"/>
                </a:lnTo>
                <a:lnTo>
                  <a:pt x="5" y="202"/>
                </a:lnTo>
                <a:lnTo>
                  <a:pt x="3" y="203"/>
                </a:lnTo>
                <a:lnTo>
                  <a:pt x="2" y="203"/>
                </a:lnTo>
                <a:lnTo>
                  <a:pt x="1" y="203"/>
                </a:lnTo>
                <a:lnTo>
                  <a:pt x="0" y="202"/>
                </a:lnTo>
                <a:lnTo>
                  <a:pt x="2" y="200"/>
                </a:lnTo>
                <a:lnTo>
                  <a:pt x="3" y="199"/>
                </a:lnTo>
                <a:lnTo>
                  <a:pt x="4" y="199"/>
                </a:lnTo>
                <a:lnTo>
                  <a:pt x="4" y="200"/>
                </a:lnTo>
                <a:lnTo>
                  <a:pt x="5" y="200"/>
                </a:lnTo>
                <a:lnTo>
                  <a:pt x="6" y="199"/>
                </a:lnTo>
                <a:lnTo>
                  <a:pt x="7" y="198"/>
                </a:lnTo>
                <a:lnTo>
                  <a:pt x="8" y="198"/>
                </a:lnTo>
                <a:lnTo>
                  <a:pt x="10" y="198"/>
                </a:lnTo>
                <a:lnTo>
                  <a:pt x="11" y="198"/>
                </a:lnTo>
                <a:lnTo>
                  <a:pt x="11" y="196"/>
                </a:lnTo>
                <a:lnTo>
                  <a:pt x="12" y="193"/>
                </a:lnTo>
                <a:lnTo>
                  <a:pt x="13" y="193"/>
                </a:lnTo>
                <a:lnTo>
                  <a:pt x="20" y="192"/>
                </a:lnTo>
                <a:lnTo>
                  <a:pt x="30" y="192"/>
                </a:lnTo>
                <a:lnTo>
                  <a:pt x="42" y="191"/>
                </a:lnTo>
                <a:lnTo>
                  <a:pt x="47" y="190"/>
                </a:lnTo>
                <a:lnTo>
                  <a:pt x="49" y="189"/>
                </a:lnTo>
                <a:lnTo>
                  <a:pt x="52" y="187"/>
                </a:lnTo>
                <a:lnTo>
                  <a:pt x="56" y="187"/>
                </a:lnTo>
                <a:lnTo>
                  <a:pt x="57" y="187"/>
                </a:lnTo>
                <a:lnTo>
                  <a:pt x="65" y="186"/>
                </a:lnTo>
                <a:lnTo>
                  <a:pt x="66" y="186"/>
                </a:lnTo>
                <a:lnTo>
                  <a:pt x="68" y="185"/>
                </a:lnTo>
                <a:lnTo>
                  <a:pt x="73" y="182"/>
                </a:lnTo>
                <a:lnTo>
                  <a:pt x="79" y="178"/>
                </a:lnTo>
                <a:lnTo>
                  <a:pt x="80" y="177"/>
                </a:lnTo>
                <a:lnTo>
                  <a:pt x="83" y="177"/>
                </a:lnTo>
                <a:lnTo>
                  <a:pt x="86" y="177"/>
                </a:lnTo>
                <a:lnTo>
                  <a:pt x="88" y="175"/>
                </a:lnTo>
                <a:lnTo>
                  <a:pt x="95" y="173"/>
                </a:lnTo>
                <a:lnTo>
                  <a:pt x="98" y="172"/>
                </a:lnTo>
                <a:lnTo>
                  <a:pt x="99" y="172"/>
                </a:lnTo>
                <a:lnTo>
                  <a:pt x="101" y="173"/>
                </a:lnTo>
                <a:lnTo>
                  <a:pt x="106" y="174"/>
                </a:lnTo>
                <a:lnTo>
                  <a:pt x="108" y="173"/>
                </a:lnTo>
                <a:lnTo>
                  <a:pt x="111" y="174"/>
                </a:lnTo>
                <a:lnTo>
                  <a:pt x="116" y="174"/>
                </a:lnTo>
                <a:lnTo>
                  <a:pt x="117" y="174"/>
                </a:lnTo>
                <a:lnTo>
                  <a:pt x="118" y="173"/>
                </a:lnTo>
                <a:lnTo>
                  <a:pt x="119" y="173"/>
                </a:lnTo>
                <a:lnTo>
                  <a:pt x="121" y="172"/>
                </a:lnTo>
                <a:lnTo>
                  <a:pt x="121" y="168"/>
                </a:lnTo>
                <a:lnTo>
                  <a:pt x="121" y="166"/>
                </a:lnTo>
                <a:lnTo>
                  <a:pt x="122" y="166"/>
                </a:lnTo>
                <a:lnTo>
                  <a:pt x="122" y="165"/>
                </a:lnTo>
                <a:lnTo>
                  <a:pt x="123" y="165"/>
                </a:lnTo>
                <a:lnTo>
                  <a:pt x="124" y="166"/>
                </a:lnTo>
                <a:lnTo>
                  <a:pt x="125" y="166"/>
                </a:lnTo>
                <a:lnTo>
                  <a:pt x="125" y="167"/>
                </a:lnTo>
                <a:lnTo>
                  <a:pt x="125" y="166"/>
                </a:lnTo>
                <a:lnTo>
                  <a:pt x="126" y="166"/>
                </a:lnTo>
                <a:lnTo>
                  <a:pt x="127" y="166"/>
                </a:lnTo>
                <a:lnTo>
                  <a:pt x="128" y="165"/>
                </a:lnTo>
                <a:lnTo>
                  <a:pt x="130" y="165"/>
                </a:lnTo>
                <a:lnTo>
                  <a:pt x="131" y="164"/>
                </a:lnTo>
                <a:lnTo>
                  <a:pt x="132" y="163"/>
                </a:lnTo>
                <a:lnTo>
                  <a:pt x="133" y="163"/>
                </a:lnTo>
                <a:lnTo>
                  <a:pt x="133" y="164"/>
                </a:lnTo>
                <a:lnTo>
                  <a:pt x="135" y="164"/>
                </a:lnTo>
                <a:lnTo>
                  <a:pt x="135" y="163"/>
                </a:lnTo>
                <a:lnTo>
                  <a:pt x="135" y="162"/>
                </a:lnTo>
                <a:lnTo>
                  <a:pt x="135" y="161"/>
                </a:lnTo>
                <a:lnTo>
                  <a:pt x="136" y="160"/>
                </a:lnTo>
                <a:lnTo>
                  <a:pt x="137" y="159"/>
                </a:lnTo>
                <a:lnTo>
                  <a:pt x="137" y="158"/>
                </a:lnTo>
                <a:lnTo>
                  <a:pt x="138" y="158"/>
                </a:lnTo>
                <a:lnTo>
                  <a:pt x="138" y="157"/>
                </a:lnTo>
                <a:lnTo>
                  <a:pt x="138" y="156"/>
                </a:lnTo>
                <a:lnTo>
                  <a:pt x="138" y="155"/>
                </a:lnTo>
                <a:lnTo>
                  <a:pt x="138" y="154"/>
                </a:lnTo>
                <a:lnTo>
                  <a:pt x="137" y="153"/>
                </a:lnTo>
                <a:lnTo>
                  <a:pt x="137" y="151"/>
                </a:lnTo>
                <a:lnTo>
                  <a:pt x="137" y="150"/>
                </a:lnTo>
                <a:lnTo>
                  <a:pt x="137" y="149"/>
                </a:lnTo>
                <a:lnTo>
                  <a:pt x="137" y="147"/>
                </a:lnTo>
                <a:lnTo>
                  <a:pt x="137" y="146"/>
                </a:lnTo>
                <a:lnTo>
                  <a:pt x="138" y="146"/>
                </a:lnTo>
                <a:lnTo>
                  <a:pt x="139" y="146"/>
                </a:lnTo>
                <a:lnTo>
                  <a:pt x="140" y="143"/>
                </a:lnTo>
                <a:lnTo>
                  <a:pt x="141" y="142"/>
                </a:lnTo>
                <a:lnTo>
                  <a:pt x="141" y="141"/>
                </a:lnTo>
                <a:lnTo>
                  <a:pt x="140" y="140"/>
                </a:lnTo>
                <a:lnTo>
                  <a:pt x="139" y="138"/>
                </a:lnTo>
                <a:lnTo>
                  <a:pt x="138" y="138"/>
                </a:lnTo>
                <a:lnTo>
                  <a:pt x="138" y="137"/>
                </a:lnTo>
                <a:lnTo>
                  <a:pt x="137" y="136"/>
                </a:lnTo>
                <a:lnTo>
                  <a:pt x="136" y="135"/>
                </a:lnTo>
                <a:lnTo>
                  <a:pt x="136" y="134"/>
                </a:lnTo>
                <a:lnTo>
                  <a:pt x="136" y="133"/>
                </a:lnTo>
                <a:lnTo>
                  <a:pt x="135" y="132"/>
                </a:lnTo>
                <a:lnTo>
                  <a:pt x="135" y="130"/>
                </a:lnTo>
                <a:lnTo>
                  <a:pt x="134" y="130"/>
                </a:lnTo>
                <a:lnTo>
                  <a:pt x="135" y="127"/>
                </a:lnTo>
                <a:lnTo>
                  <a:pt x="135" y="126"/>
                </a:lnTo>
                <a:lnTo>
                  <a:pt x="135" y="124"/>
                </a:lnTo>
                <a:lnTo>
                  <a:pt x="135" y="122"/>
                </a:lnTo>
                <a:lnTo>
                  <a:pt x="136" y="121"/>
                </a:lnTo>
                <a:lnTo>
                  <a:pt x="136" y="120"/>
                </a:lnTo>
                <a:lnTo>
                  <a:pt x="138" y="120"/>
                </a:lnTo>
                <a:lnTo>
                  <a:pt x="139" y="119"/>
                </a:lnTo>
                <a:lnTo>
                  <a:pt x="140" y="119"/>
                </a:lnTo>
                <a:lnTo>
                  <a:pt x="141" y="118"/>
                </a:lnTo>
                <a:lnTo>
                  <a:pt x="141" y="117"/>
                </a:lnTo>
                <a:lnTo>
                  <a:pt x="141" y="116"/>
                </a:lnTo>
                <a:lnTo>
                  <a:pt x="142" y="115"/>
                </a:lnTo>
                <a:lnTo>
                  <a:pt x="143" y="113"/>
                </a:lnTo>
                <a:lnTo>
                  <a:pt x="143" y="112"/>
                </a:lnTo>
                <a:lnTo>
                  <a:pt x="142" y="110"/>
                </a:lnTo>
                <a:lnTo>
                  <a:pt x="141" y="109"/>
                </a:lnTo>
                <a:lnTo>
                  <a:pt x="141" y="108"/>
                </a:lnTo>
                <a:lnTo>
                  <a:pt x="140" y="107"/>
                </a:lnTo>
                <a:lnTo>
                  <a:pt x="140" y="106"/>
                </a:lnTo>
                <a:lnTo>
                  <a:pt x="139" y="105"/>
                </a:lnTo>
                <a:lnTo>
                  <a:pt x="139" y="104"/>
                </a:lnTo>
                <a:lnTo>
                  <a:pt x="140" y="103"/>
                </a:lnTo>
                <a:lnTo>
                  <a:pt x="141" y="103"/>
                </a:lnTo>
                <a:lnTo>
                  <a:pt x="141" y="102"/>
                </a:lnTo>
                <a:lnTo>
                  <a:pt x="140" y="101"/>
                </a:lnTo>
                <a:lnTo>
                  <a:pt x="140" y="100"/>
                </a:lnTo>
                <a:lnTo>
                  <a:pt x="140" y="99"/>
                </a:lnTo>
                <a:lnTo>
                  <a:pt x="140" y="98"/>
                </a:lnTo>
                <a:lnTo>
                  <a:pt x="140" y="97"/>
                </a:lnTo>
                <a:lnTo>
                  <a:pt x="141" y="97"/>
                </a:lnTo>
                <a:lnTo>
                  <a:pt x="142" y="97"/>
                </a:lnTo>
                <a:lnTo>
                  <a:pt x="142" y="96"/>
                </a:lnTo>
                <a:lnTo>
                  <a:pt x="141" y="95"/>
                </a:lnTo>
                <a:lnTo>
                  <a:pt x="141" y="94"/>
                </a:lnTo>
                <a:lnTo>
                  <a:pt x="141" y="93"/>
                </a:lnTo>
                <a:lnTo>
                  <a:pt x="141" y="92"/>
                </a:lnTo>
                <a:lnTo>
                  <a:pt x="141" y="91"/>
                </a:lnTo>
                <a:lnTo>
                  <a:pt x="141" y="90"/>
                </a:lnTo>
                <a:lnTo>
                  <a:pt x="142" y="89"/>
                </a:lnTo>
                <a:lnTo>
                  <a:pt x="143" y="89"/>
                </a:lnTo>
                <a:lnTo>
                  <a:pt x="143" y="88"/>
                </a:lnTo>
                <a:lnTo>
                  <a:pt x="143" y="87"/>
                </a:lnTo>
                <a:lnTo>
                  <a:pt x="143" y="86"/>
                </a:lnTo>
                <a:lnTo>
                  <a:pt x="143" y="85"/>
                </a:lnTo>
                <a:lnTo>
                  <a:pt x="142" y="85"/>
                </a:lnTo>
                <a:lnTo>
                  <a:pt x="142" y="84"/>
                </a:lnTo>
                <a:lnTo>
                  <a:pt x="142" y="83"/>
                </a:lnTo>
                <a:lnTo>
                  <a:pt x="143" y="83"/>
                </a:lnTo>
                <a:lnTo>
                  <a:pt x="144" y="82"/>
                </a:lnTo>
                <a:lnTo>
                  <a:pt x="144" y="81"/>
                </a:lnTo>
                <a:lnTo>
                  <a:pt x="143" y="80"/>
                </a:lnTo>
                <a:lnTo>
                  <a:pt x="142" y="79"/>
                </a:lnTo>
                <a:lnTo>
                  <a:pt x="142" y="78"/>
                </a:lnTo>
                <a:lnTo>
                  <a:pt x="142" y="77"/>
                </a:lnTo>
                <a:lnTo>
                  <a:pt x="142" y="76"/>
                </a:lnTo>
                <a:lnTo>
                  <a:pt x="143" y="75"/>
                </a:lnTo>
                <a:lnTo>
                  <a:pt x="144" y="75"/>
                </a:lnTo>
                <a:lnTo>
                  <a:pt x="144" y="74"/>
                </a:lnTo>
                <a:lnTo>
                  <a:pt x="144" y="73"/>
                </a:lnTo>
                <a:lnTo>
                  <a:pt x="145" y="73"/>
                </a:lnTo>
                <a:lnTo>
                  <a:pt x="146" y="71"/>
                </a:lnTo>
                <a:lnTo>
                  <a:pt x="145" y="70"/>
                </a:lnTo>
                <a:lnTo>
                  <a:pt x="145" y="69"/>
                </a:lnTo>
                <a:lnTo>
                  <a:pt x="146" y="68"/>
                </a:lnTo>
                <a:lnTo>
                  <a:pt x="147" y="67"/>
                </a:lnTo>
                <a:lnTo>
                  <a:pt x="147" y="66"/>
                </a:lnTo>
                <a:lnTo>
                  <a:pt x="147" y="65"/>
                </a:lnTo>
                <a:lnTo>
                  <a:pt x="146" y="65"/>
                </a:lnTo>
                <a:lnTo>
                  <a:pt x="147" y="64"/>
                </a:lnTo>
                <a:lnTo>
                  <a:pt x="147" y="63"/>
                </a:lnTo>
                <a:lnTo>
                  <a:pt x="146" y="63"/>
                </a:lnTo>
                <a:lnTo>
                  <a:pt x="146" y="62"/>
                </a:lnTo>
                <a:lnTo>
                  <a:pt x="146" y="61"/>
                </a:lnTo>
                <a:lnTo>
                  <a:pt x="147" y="61"/>
                </a:lnTo>
                <a:lnTo>
                  <a:pt x="149" y="60"/>
                </a:lnTo>
                <a:lnTo>
                  <a:pt x="150" y="60"/>
                </a:lnTo>
                <a:lnTo>
                  <a:pt x="149" y="59"/>
                </a:lnTo>
                <a:lnTo>
                  <a:pt x="150" y="58"/>
                </a:lnTo>
                <a:lnTo>
                  <a:pt x="151" y="58"/>
                </a:lnTo>
                <a:lnTo>
                  <a:pt x="153" y="56"/>
                </a:lnTo>
                <a:lnTo>
                  <a:pt x="154" y="55"/>
                </a:lnTo>
                <a:lnTo>
                  <a:pt x="155" y="55"/>
                </a:lnTo>
                <a:lnTo>
                  <a:pt x="155" y="53"/>
                </a:lnTo>
                <a:lnTo>
                  <a:pt x="156" y="53"/>
                </a:lnTo>
                <a:lnTo>
                  <a:pt x="156" y="52"/>
                </a:lnTo>
                <a:lnTo>
                  <a:pt x="155" y="52"/>
                </a:lnTo>
                <a:lnTo>
                  <a:pt x="154" y="53"/>
                </a:lnTo>
                <a:lnTo>
                  <a:pt x="154" y="52"/>
                </a:lnTo>
                <a:lnTo>
                  <a:pt x="153" y="51"/>
                </a:lnTo>
                <a:lnTo>
                  <a:pt x="153" y="50"/>
                </a:lnTo>
                <a:lnTo>
                  <a:pt x="154" y="48"/>
                </a:lnTo>
                <a:lnTo>
                  <a:pt x="155" y="48"/>
                </a:lnTo>
                <a:lnTo>
                  <a:pt x="156" y="48"/>
                </a:lnTo>
                <a:lnTo>
                  <a:pt x="156" y="47"/>
                </a:lnTo>
                <a:lnTo>
                  <a:pt x="155" y="46"/>
                </a:lnTo>
                <a:lnTo>
                  <a:pt x="156" y="46"/>
                </a:lnTo>
                <a:lnTo>
                  <a:pt x="156" y="45"/>
                </a:lnTo>
                <a:lnTo>
                  <a:pt x="158" y="44"/>
                </a:lnTo>
                <a:lnTo>
                  <a:pt x="159" y="44"/>
                </a:lnTo>
                <a:lnTo>
                  <a:pt x="160" y="44"/>
                </a:lnTo>
                <a:lnTo>
                  <a:pt x="160" y="43"/>
                </a:lnTo>
                <a:lnTo>
                  <a:pt x="161" y="43"/>
                </a:lnTo>
                <a:lnTo>
                  <a:pt x="161" y="42"/>
                </a:lnTo>
                <a:lnTo>
                  <a:pt x="161" y="41"/>
                </a:lnTo>
                <a:lnTo>
                  <a:pt x="162" y="41"/>
                </a:lnTo>
                <a:lnTo>
                  <a:pt x="162" y="40"/>
                </a:lnTo>
                <a:lnTo>
                  <a:pt x="163" y="39"/>
                </a:lnTo>
                <a:lnTo>
                  <a:pt x="163" y="38"/>
                </a:lnTo>
                <a:lnTo>
                  <a:pt x="163" y="37"/>
                </a:lnTo>
                <a:lnTo>
                  <a:pt x="162" y="37"/>
                </a:lnTo>
                <a:lnTo>
                  <a:pt x="162" y="36"/>
                </a:lnTo>
                <a:lnTo>
                  <a:pt x="163" y="36"/>
                </a:lnTo>
                <a:lnTo>
                  <a:pt x="163" y="35"/>
                </a:lnTo>
                <a:lnTo>
                  <a:pt x="163" y="34"/>
                </a:lnTo>
                <a:lnTo>
                  <a:pt x="163" y="33"/>
                </a:lnTo>
                <a:lnTo>
                  <a:pt x="164" y="33"/>
                </a:lnTo>
                <a:lnTo>
                  <a:pt x="164" y="32"/>
                </a:lnTo>
                <a:lnTo>
                  <a:pt x="164" y="31"/>
                </a:lnTo>
                <a:lnTo>
                  <a:pt x="165" y="30"/>
                </a:lnTo>
                <a:lnTo>
                  <a:pt x="165" y="29"/>
                </a:lnTo>
                <a:lnTo>
                  <a:pt x="166" y="28"/>
                </a:lnTo>
                <a:lnTo>
                  <a:pt x="165" y="28"/>
                </a:lnTo>
                <a:lnTo>
                  <a:pt x="165" y="27"/>
                </a:lnTo>
                <a:lnTo>
                  <a:pt x="166" y="27"/>
                </a:lnTo>
                <a:lnTo>
                  <a:pt x="167" y="27"/>
                </a:lnTo>
                <a:lnTo>
                  <a:pt x="167" y="26"/>
                </a:lnTo>
                <a:lnTo>
                  <a:pt x="168" y="25"/>
                </a:lnTo>
                <a:lnTo>
                  <a:pt x="168" y="24"/>
                </a:lnTo>
                <a:lnTo>
                  <a:pt x="169" y="24"/>
                </a:lnTo>
                <a:lnTo>
                  <a:pt x="170" y="23"/>
                </a:lnTo>
                <a:lnTo>
                  <a:pt x="170" y="24"/>
                </a:lnTo>
                <a:lnTo>
                  <a:pt x="171" y="24"/>
                </a:lnTo>
                <a:lnTo>
                  <a:pt x="172" y="25"/>
                </a:lnTo>
                <a:lnTo>
                  <a:pt x="173" y="25"/>
                </a:lnTo>
                <a:lnTo>
                  <a:pt x="173" y="26"/>
                </a:lnTo>
                <a:lnTo>
                  <a:pt x="174" y="26"/>
                </a:lnTo>
                <a:lnTo>
                  <a:pt x="175" y="26"/>
                </a:lnTo>
                <a:lnTo>
                  <a:pt x="176" y="26"/>
                </a:lnTo>
                <a:lnTo>
                  <a:pt x="176" y="25"/>
                </a:lnTo>
                <a:lnTo>
                  <a:pt x="177" y="26"/>
                </a:lnTo>
                <a:lnTo>
                  <a:pt x="178" y="26"/>
                </a:lnTo>
                <a:lnTo>
                  <a:pt x="180" y="26"/>
                </a:lnTo>
                <a:lnTo>
                  <a:pt x="181" y="25"/>
                </a:lnTo>
                <a:lnTo>
                  <a:pt x="182" y="23"/>
                </a:lnTo>
                <a:lnTo>
                  <a:pt x="182" y="21"/>
                </a:lnTo>
                <a:lnTo>
                  <a:pt x="181" y="21"/>
                </a:lnTo>
                <a:lnTo>
                  <a:pt x="181" y="20"/>
                </a:lnTo>
                <a:lnTo>
                  <a:pt x="180" y="19"/>
                </a:lnTo>
                <a:lnTo>
                  <a:pt x="180" y="18"/>
                </a:lnTo>
                <a:lnTo>
                  <a:pt x="181" y="18"/>
                </a:lnTo>
                <a:lnTo>
                  <a:pt x="181" y="17"/>
                </a:lnTo>
                <a:lnTo>
                  <a:pt x="181" y="16"/>
                </a:lnTo>
                <a:lnTo>
                  <a:pt x="181" y="15"/>
                </a:lnTo>
                <a:lnTo>
                  <a:pt x="180" y="14"/>
                </a:lnTo>
                <a:lnTo>
                  <a:pt x="180" y="13"/>
                </a:lnTo>
                <a:lnTo>
                  <a:pt x="180" y="12"/>
                </a:lnTo>
                <a:lnTo>
                  <a:pt x="181" y="12"/>
                </a:lnTo>
                <a:lnTo>
                  <a:pt x="182" y="11"/>
                </a:lnTo>
                <a:lnTo>
                  <a:pt x="182" y="12"/>
                </a:lnTo>
                <a:lnTo>
                  <a:pt x="183" y="12"/>
                </a:lnTo>
                <a:lnTo>
                  <a:pt x="184" y="11"/>
                </a:lnTo>
                <a:lnTo>
                  <a:pt x="187" y="11"/>
                </a:lnTo>
                <a:lnTo>
                  <a:pt x="188" y="11"/>
                </a:lnTo>
                <a:lnTo>
                  <a:pt x="189" y="11"/>
                </a:lnTo>
                <a:lnTo>
                  <a:pt x="191" y="10"/>
                </a:lnTo>
                <a:lnTo>
                  <a:pt x="194" y="10"/>
                </a:lnTo>
                <a:lnTo>
                  <a:pt x="195" y="11"/>
                </a:lnTo>
                <a:lnTo>
                  <a:pt x="197" y="11"/>
                </a:lnTo>
                <a:lnTo>
                  <a:pt x="199" y="11"/>
                </a:lnTo>
                <a:lnTo>
                  <a:pt x="200" y="12"/>
                </a:lnTo>
                <a:lnTo>
                  <a:pt x="201" y="12"/>
                </a:lnTo>
                <a:lnTo>
                  <a:pt x="203" y="9"/>
                </a:lnTo>
                <a:lnTo>
                  <a:pt x="206" y="6"/>
                </a:lnTo>
                <a:lnTo>
                  <a:pt x="207" y="4"/>
                </a:lnTo>
                <a:lnTo>
                  <a:pt x="210" y="1"/>
                </a:lnTo>
                <a:lnTo>
                  <a:pt x="212" y="2"/>
                </a:lnTo>
                <a:lnTo>
                  <a:pt x="212" y="3"/>
                </a:lnTo>
                <a:lnTo>
                  <a:pt x="213" y="3"/>
                </a:lnTo>
                <a:lnTo>
                  <a:pt x="214" y="3"/>
                </a:lnTo>
                <a:lnTo>
                  <a:pt x="215" y="3"/>
                </a:lnTo>
                <a:lnTo>
                  <a:pt x="216" y="3"/>
                </a:lnTo>
                <a:lnTo>
                  <a:pt x="217" y="3"/>
                </a:lnTo>
                <a:lnTo>
                  <a:pt x="218" y="2"/>
                </a:lnTo>
                <a:lnTo>
                  <a:pt x="219" y="2"/>
                </a:lnTo>
                <a:lnTo>
                  <a:pt x="221" y="1"/>
                </a:lnTo>
                <a:lnTo>
                  <a:pt x="222" y="1"/>
                </a:lnTo>
                <a:lnTo>
                  <a:pt x="222" y="0"/>
                </a:lnTo>
                <a:lnTo>
                  <a:pt x="223" y="0"/>
                </a:lnTo>
                <a:lnTo>
                  <a:pt x="223" y="1"/>
                </a:lnTo>
                <a:lnTo>
                  <a:pt x="224" y="2"/>
                </a:lnTo>
                <a:close/>
              </a:path>
            </a:pathLst>
          </a:custGeom>
          <a:solidFill>
            <a:srgbClr val="E3F4F3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5" name=""/>
          <p:cNvSpPr/>
          <p:nvPr/>
        </p:nvSpPr>
        <p:spPr>
          <a:xfrm>
            <a:off x="774000" y="3324240"/>
            <a:ext cx="742680" cy="547200"/>
          </a:xfrm>
          <a:custGeom>
            <a:avLst/>
            <a:gdLst/>
            <a:ahLst/>
            <a:rect l="0" t="0" r="r" b="b"/>
            <a:pathLst>
              <a:path w="2063" h="1520">
                <a:moveTo>
                  <a:pt x="2063" y="662"/>
                </a:moveTo>
                <a:lnTo>
                  <a:pt x="2061" y="663"/>
                </a:lnTo>
                <a:lnTo>
                  <a:pt x="2060" y="664"/>
                </a:lnTo>
                <a:lnTo>
                  <a:pt x="2059" y="664"/>
                </a:lnTo>
                <a:lnTo>
                  <a:pt x="2058" y="664"/>
                </a:lnTo>
                <a:lnTo>
                  <a:pt x="2058" y="665"/>
                </a:lnTo>
                <a:lnTo>
                  <a:pt x="2057" y="665"/>
                </a:lnTo>
                <a:lnTo>
                  <a:pt x="2056" y="666"/>
                </a:lnTo>
                <a:lnTo>
                  <a:pt x="2055" y="666"/>
                </a:lnTo>
                <a:lnTo>
                  <a:pt x="2054" y="666"/>
                </a:lnTo>
                <a:lnTo>
                  <a:pt x="2054" y="667"/>
                </a:lnTo>
                <a:lnTo>
                  <a:pt x="2053" y="667"/>
                </a:lnTo>
                <a:lnTo>
                  <a:pt x="2052" y="668"/>
                </a:lnTo>
                <a:lnTo>
                  <a:pt x="2051" y="668"/>
                </a:lnTo>
                <a:lnTo>
                  <a:pt x="2050" y="669"/>
                </a:lnTo>
                <a:lnTo>
                  <a:pt x="2049" y="669"/>
                </a:lnTo>
                <a:lnTo>
                  <a:pt x="2048" y="670"/>
                </a:lnTo>
                <a:lnTo>
                  <a:pt x="2045" y="671"/>
                </a:lnTo>
                <a:lnTo>
                  <a:pt x="2044" y="671"/>
                </a:lnTo>
                <a:lnTo>
                  <a:pt x="2044" y="672"/>
                </a:lnTo>
                <a:lnTo>
                  <a:pt x="2043" y="673"/>
                </a:lnTo>
                <a:lnTo>
                  <a:pt x="2041" y="673"/>
                </a:lnTo>
                <a:lnTo>
                  <a:pt x="2040" y="673"/>
                </a:lnTo>
                <a:lnTo>
                  <a:pt x="2038" y="674"/>
                </a:lnTo>
                <a:lnTo>
                  <a:pt x="2035" y="677"/>
                </a:lnTo>
                <a:lnTo>
                  <a:pt x="2035" y="678"/>
                </a:lnTo>
                <a:lnTo>
                  <a:pt x="2034" y="678"/>
                </a:lnTo>
                <a:lnTo>
                  <a:pt x="2034" y="679"/>
                </a:lnTo>
                <a:lnTo>
                  <a:pt x="2033" y="679"/>
                </a:lnTo>
                <a:lnTo>
                  <a:pt x="2032" y="680"/>
                </a:lnTo>
                <a:lnTo>
                  <a:pt x="2031" y="680"/>
                </a:lnTo>
                <a:lnTo>
                  <a:pt x="2031" y="681"/>
                </a:lnTo>
                <a:lnTo>
                  <a:pt x="2030" y="685"/>
                </a:lnTo>
                <a:lnTo>
                  <a:pt x="2030" y="687"/>
                </a:lnTo>
                <a:lnTo>
                  <a:pt x="2029" y="689"/>
                </a:lnTo>
                <a:lnTo>
                  <a:pt x="2028" y="689"/>
                </a:lnTo>
                <a:lnTo>
                  <a:pt x="2027" y="691"/>
                </a:lnTo>
                <a:lnTo>
                  <a:pt x="2029" y="692"/>
                </a:lnTo>
                <a:lnTo>
                  <a:pt x="2035" y="694"/>
                </a:lnTo>
                <a:lnTo>
                  <a:pt x="2032" y="700"/>
                </a:lnTo>
                <a:lnTo>
                  <a:pt x="2032" y="703"/>
                </a:lnTo>
                <a:lnTo>
                  <a:pt x="2045" y="714"/>
                </a:lnTo>
                <a:lnTo>
                  <a:pt x="2041" y="716"/>
                </a:lnTo>
                <a:lnTo>
                  <a:pt x="2038" y="719"/>
                </a:lnTo>
                <a:lnTo>
                  <a:pt x="2035" y="721"/>
                </a:lnTo>
                <a:lnTo>
                  <a:pt x="2041" y="730"/>
                </a:lnTo>
                <a:lnTo>
                  <a:pt x="2041" y="733"/>
                </a:lnTo>
                <a:lnTo>
                  <a:pt x="2041" y="734"/>
                </a:lnTo>
                <a:lnTo>
                  <a:pt x="2041" y="735"/>
                </a:lnTo>
                <a:lnTo>
                  <a:pt x="2040" y="735"/>
                </a:lnTo>
                <a:lnTo>
                  <a:pt x="2040" y="736"/>
                </a:lnTo>
                <a:lnTo>
                  <a:pt x="2039" y="736"/>
                </a:lnTo>
                <a:lnTo>
                  <a:pt x="2039" y="737"/>
                </a:lnTo>
                <a:lnTo>
                  <a:pt x="2039" y="738"/>
                </a:lnTo>
                <a:lnTo>
                  <a:pt x="2038" y="738"/>
                </a:lnTo>
                <a:lnTo>
                  <a:pt x="2038" y="739"/>
                </a:lnTo>
                <a:lnTo>
                  <a:pt x="2037" y="739"/>
                </a:lnTo>
                <a:lnTo>
                  <a:pt x="2037" y="740"/>
                </a:lnTo>
                <a:lnTo>
                  <a:pt x="2036" y="740"/>
                </a:lnTo>
                <a:lnTo>
                  <a:pt x="2035" y="741"/>
                </a:lnTo>
                <a:lnTo>
                  <a:pt x="2035" y="742"/>
                </a:lnTo>
                <a:lnTo>
                  <a:pt x="2034" y="743"/>
                </a:lnTo>
                <a:lnTo>
                  <a:pt x="2033" y="743"/>
                </a:lnTo>
                <a:lnTo>
                  <a:pt x="2032" y="743"/>
                </a:lnTo>
                <a:lnTo>
                  <a:pt x="2032" y="744"/>
                </a:lnTo>
                <a:lnTo>
                  <a:pt x="2031" y="744"/>
                </a:lnTo>
                <a:lnTo>
                  <a:pt x="2030" y="744"/>
                </a:lnTo>
                <a:lnTo>
                  <a:pt x="2030" y="745"/>
                </a:lnTo>
                <a:lnTo>
                  <a:pt x="2029" y="745"/>
                </a:lnTo>
                <a:lnTo>
                  <a:pt x="2029" y="746"/>
                </a:lnTo>
                <a:lnTo>
                  <a:pt x="2028" y="746"/>
                </a:lnTo>
                <a:lnTo>
                  <a:pt x="2027" y="746"/>
                </a:lnTo>
                <a:lnTo>
                  <a:pt x="2025" y="747"/>
                </a:lnTo>
                <a:lnTo>
                  <a:pt x="2024" y="748"/>
                </a:lnTo>
                <a:lnTo>
                  <a:pt x="2023" y="748"/>
                </a:lnTo>
                <a:lnTo>
                  <a:pt x="2021" y="749"/>
                </a:lnTo>
                <a:lnTo>
                  <a:pt x="2019" y="749"/>
                </a:lnTo>
                <a:lnTo>
                  <a:pt x="2018" y="750"/>
                </a:lnTo>
                <a:lnTo>
                  <a:pt x="2017" y="750"/>
                </a:lnTo>
                <a:lnTo>
                  <a:pt x="2017" y="751"/>
                </a:lnTo>
                <a:lnTo>
                  <a:pt x="2016" y="751"/>
                </a:lnTo>
                <a:lnTo>
                  <a:pt x="2015" y="751"/>
                </a:lnTo>
                <a:lnTo>
                  <a:pt x="2014" y="751"/>
                </a:lnTo>
                <a:lnTo>
                  <a:pt x="2013" y="751"/>
                </a:lnTo>
                <a:lnTo>
                  <a:pt x="2012" y="751"/>
                </a:lnTo>
                <a:lnTo>
                  <a:pt x="2011" y="751"/>
                </a:lnTo>
                <a:lnTo>
                  <a:pt x="2009" y="752"/>
                </a:lnTo>
                <a:lnTo>
                  <a:pt x="2008" y="753"/>
                </a:lnTo>
                <a:lnTo>
                  <a:pt x="2007" y="753"/>
                </a:lnTo>
                <a:lnTo>
                  <a:pt x="2006" y="753"/>
                </a:lnTo>
                <a:lnTo>
                  <a:pt x="2003" y="753"/>
                </a:lnTo>
                <a:lnTo>
                  <a:pt x="2002" y="753"/>
                </a:lnTo>
                <a:lnTo>
                  <a:pt x="1999" y="753"/>
                </a:lnTo>
                <a:lnTo>
                  <a:pt x="1997" y="754"/>
                </a:lnTo>
                <a:lnTo>
                  <a:pt x="1996" y="754"/>
                </a:lnTo>
                <a:lnTo>
                  <a:pt x="1996" y="755"/>
                </a:lnTo>
                <a:lnTo>
                  <a:pt x="1995" y="755"/>
                </a:lnTo>
                <a:lnTo>
                  <a:pt x="1994" y="756"/>
                </a:lnTo>
                <a:lnTo>
                  <a:pt x="1993" y="756"/>
                </a:lnTo>
                <a:lnTo>
                  <a:pt x="1992" y="756"/>
                </a:lnTo>
                <a:lnTo>
                  <a:pt x="1991" y="757"/>
                </a:lnTo>
                <a:lnTo>
                  <a:pt x="1990" y="757"/>
                </a:lnTo>
                <a:lnTo>
                  <a:pt x="1990" y="758"/>
                </a:lnTo>
                <a:lnTo>
                  <a:pt x="1988" y="758"/>
                </a:lnTo>
                <a:lnTo>
                  <a:pt x="1987" y="759"/>
                </a:lnTo>
                <a:lnTo>
                  <a:pt x="1985" y="760"/>
                </a:lnTo>
                <a:lnTo>
                  <a:pt x="1985" y="761"/>
                </a:lnTo>
                <a:lnTo>
                  <a:pt x="1984" y="761"/>
                </a:lnTo>
                <a:lnTo>
                  <a:pt x="1983" y="761"/>
                </a:lnTo>
                <a:lnTo>
                  <a:pt x="1982" y="762"/>
                </a:lnTo>
                <a:lnTo>
                  <a:pt x="1981" y="763"/>
                </a:lnTo>
                <a:lnTo>
                  <a:pt x="1978" y="765"/>
                </a:lnTo>
                <a:lnTo>
                  <a:pt x="1977" y="766"/>
                </a:lnTo>
                <a:lnTo>
                  <a:pt x="1976" y="766"/>
                </a:lnTo>
                <a:lnTo>
                  <a:pt x="1975" y="767"/>
                </a:lnTo>
                <a:lnTo>
                  <a:pt x="1974" y="767"/>
                </a:lnTo>
                <a:lnTo>
                  <a:pt x="1973" y="768"/>
                </a:lnTo>
                <a:lnTo>
                  <a:pt x="1971" y="769"/>
                </a:lnTo>
                <a:lnTo>
                  <a:pt x="1971" y="770"/>
                </a:lnTo>
                <a:lnTo>
                  <a:pt x="1970" y="771"/>
                </a:lnTo>
                <a:lnTo>
                  <a:pt x="1969" y="771"/>
                </a:lnTo>
                <a:lnTo>
                  <a:pt x="1969" y="772"/>
                </a:lnTo>
                <a:lnTo>
                  <a:pt x="1968" y="772"/>
                </a:lnTo>
                <a:lnTo>
                  <a:pt x="1968" y="773"/>
                </a:lnTo>
                <a:lnTo>
                  <a:pt x="1968" y="774"/>
                </a:lnTo>
                <a:lnTo>
                  <a:pt x="1968" y="775"/>
                </a:lnTo>
                <a:lnTo>
                  <a:pt x="1967" y="776"/>
                </a:lnTo>
                <a:lnTo>
                  <a:pt x="1967" y="777"/>
                </a:lnTo>
                <a:lnTo>
                  <a:pt x="1967" y="778"/>
                </a:lnTo>
                <a:lnTo>
                  <a:pt x="1966" y="779"/>
                </a:lnTo>
                <a:lnTo>
                  <a:pt x="1966" y="780"/>
                </a:lnTo>
                <a:lnTo>
                  <a:pt x="1965" y="780"/>
                </a:lnTo>
                <a:lnTo>
                  <a:pt x="1961" y="776"/>
                </a:lnTo>
                <a:lnTo>
                  <a:pt x="1959" y="773"/>
                </a:lnTo>
                <a:lnTo>
                  <a:pt x="1959" y="772"/>
                </a:lnTo>
                <a:lnTo>
                  <a:pt x="1959" y="771"/>
                </a:lnTo>
                <a:lnTo>
                  <a:pt x="1958" y="771"/>
                </a:lnTo>
                <a:lnTo>
                  <a:pt x="1958" y="770"/>
                </a:lnTo>
                <a:lnTo>
                  <a:pt x="1958" y="769"/>
                </a:lnTo>
                <a:lnTo>
                  <a:pt x="1957" y="769"/>
                </a:lnTo>
                <a:lnTo>
                  <a:pt x="1956" y="767"/>
                </a:lnTo>
                <a:lnTo>
                  <a:pt x="1956" y="766"/>
                </a:lnTo>
                <a:lnTo>
                  <a:pt x="1956" y="765"/>
                </a:lnTo>
                <a:lnTo>
                  <a:pt x="1956" y="764"/>
                </a:lnTo>
                <a:lnTo>
                  <a:pt x="1955" y="764"/>
                </a:lnTo>
                <a:lnTo>
                  <a:pt x="1954" y="763"/>
                </a:lnTo>
                <a:lnTo>
                  <a:pt x="1953" y="762"/>
                </a:lnTo>
                <a:lnTo>
                  <a:pt x="1952" y="762"/>
                </a:lnTo>
                <a:lnTo>
                  <a:pt x="1951" y="760"/>
                </a:lnTo>
                <a:lnTo>
                  <a:pt x="1951" y="759"/>
                </a:lnTo>
                <a:lnTo>
                  <a:pt x="1948" y="760"/>
                </a:lnTo>
                <a:lnTo>
                  <a:pt x="1939" y="764"/>
                </a:lnTo>
                <a:lnTo>
                  <a:pt x="1936" y="765"/>
                </a:lnTo>
                <a:lnTo>
                  <a:pt x="1926" y="770"/>
                </a:lnTo>
                <a:lnTo>
                  <a:pt x="1923" y="773"/>
                </a:lnTo>
                <a:lnTo>
                  <a:pt x="1921" y="775"/>
                </a:lnTo>
                <a:lnTo>
                  <a:pt x="1918" y="780"/>
                </a:lnTo>
                <a:lnTo>
                  <a:pt x="1916" y="783"/>
                </a:lnTo>
                <a:lnTo>
                  <a:pt x="1912" y="784"/>
                </a:lnTo>
                <a:lnTo>
                  <a:pt x="1896" y="786"/>
                </a:lnTo>
                <a:lnTo>
                  <a:pt x="1874" y="804"/>
                </a:lnTo>
                <a:lnTo>
                  <a:pt x="1865" y="811"/>
                </a:lnTo>
                <a:lnTo>
                  <a:pt x="1849" y="826"/>
                </a:lnTo>
                <a:lnTo>
                  <a:pt x="1848" y="828"/>
                </a:lnTo>
                <a:lnTo>
                  <a:pt x="1840" y="840"/>
                </a:lnTo>
                <a:lnTo>
                  <a:pt x="1831" y="851"/>
                </a:lnTo>
                <a:lnTo>
                  <a:pt x="1832" y="859"/>
                </a:lnTo>
                <a:lnTo>
                  <a:pt x="1827" y="872"/>
                </a:lnTo>
                <a:lnTo>
                  <a:pt x="1804" y="874"/>
                </a:lnTo>
                <a:lnTo>
                  <a:pt x="1803" y="874"/>
                </a:lnTo>
                <a:lnTo>
                  <a:pt x="1789" y="876"/>
                </a:lnTo>
                <a:lnTo>
                  <a:pt x="1758" y="881"/>
                </a:lnTo>
                <a:lnTo>
                  <a:pt x="1752" y="882"/>
                </a:lnTo>
                <a:lnTo>
                  <a:pt x="1752" y="883"/>
                </a:lnTo>
                <a:lnTo>
                  <a:pt x="1751" y="898"/>
                </a:lnTo>
                <a:lnTo>
                  <a:pt x="1751" y="900"/>
                </a:lnTo>
                <a:lnTo>
                  <a:pt x="1750" y="909"/>
                </a:lnTo>
                <a:lnTo>
                  <a:pt x="1746" y="914"/>
                </a:lnTo>
                <a:lnTo>
                  <a:pt x="1743" y="920"/>
                </a:lnTo>
                <a:lnTo>
                  <a:pt x="1740" y="925"/>
                </a:lnTo>
                <a:lnTo>
                  <a:pt x="1738" y="940"/>
                </a:lnTo>
                <a:lnTo>
                  <a:pt x="1736" y="950"/>
                </a:lnTo>
                <a:lnTo>
                  <a:pt x="1736" y="951"/>
                </a:lnTo>
                <a:lnTo>
                  <a:pt x="1735" y="954"/>
                </a:lnTo>
                <a:lnTo>
                  <a:pt x="1735" y="957"/>
                </a:lnTo>
                <a:lnTo>
                  <a:pt x="1731" y="970"/>
                </a:lnTo>
                <a:lnTo>
                  <a:pt x="1730" y="974"/>
                </a:lnTo>
                <a:lnTo>
                  <a:pt x="1730" y="975"/>
                </a:lnTo>
                <a:lnTo>
                  <a:pt x="1726" y="990"/>
                </a:lnTo>
                <a:lnTo>
                  <a:pt x="1725" y="991"/>
                </a:lnTo>
                <a:lnTo>
                  <a:pt x="1716" y="1005"/>
                </a:lnTo>
                <a:lnTo>
                  <a:pt x="1715" y="1005"/>
                </a:lnTo>
                <a:lnTo>
                  <a:pt x="1709" y="1010"/>
                </a:lnTo>
                <a:lnTo>
                  <a:pt x="1703" y="1015"/>
                </a:lnTo>
                <a:lnTo>
                  <a:pt x="1703" y="1016"/>
                </a:lnTo>
                <a:lnTo>
                  <a:pt x="1702" y="1016"/>
                </a:lnTo>
                <a:lnTo>
                  <a:pt x="1701" y="1017"/>
                </a:lnTo>
                <a:lnTo>
                  <a:pt x="1700" y="1018"/>
                </a:lnTo>
                <a:lnTo>
                  <a:pt x="1699" y="1018"/>
                </a:lnTo>
                <a:lnTo>
                  <a:pt x="1699" y="1020"/>
                </a:lnTo>
                <a:lnTo>
                  <a:pt x="1699" y="1022"/>
                </a:lnTo>
                <a:lnTo>
                  <a:pt x="1699" y="1023"/>
                </a:lnTo>
                <a:lnTo>
                  <a:pt x="1699" y="1024"/>
                </a:lnTo>
                <a:lnTo>
                  <a:pt x="1699" y="1026"/>
                </a:lnTo>
                <a:lnTo>
                  <a:pt x="1699" y="1027"/>
                </a:lnTo>
                <a:lnTo>
                  <a:pt x="1699" y="1028"/>
                </a:lnTo>
                <a:lnTo>
                  <a:pt x="1700" y="1028"/>
                </a:lnTo>
                <a:lnTo>
                  <a:pt x="1700" y="1029"/>
                </a:lnTo>
                <a:lnTo>
                  <a:pt x="1700" y="1030"/>
                </a:lnTo>
                <a:lnTo>
                  <a:pt x="1700" y="1031"/>
                </a:lnTo>
                <a:lnTo>
                  <a:pt x="1701" y="1031"/>
                </a:lnTo>
                <a:lnTo>
                  <a:pt x="1700" y="1031"/>
                </a:lnTo>
                <a:lnTo>
                  <a:pt x="1700" y="1032"/>
                </a:lnTo>
                <a:lnTo>
                  <a:pt x="1701" y="1032"/>
                </a:lnTo>
                <a:lnTo>
                  <a:pt x="1701" y="1033"/>
                </a:lnTo>
                <a:lnTo>
                  <a:pt x="1700" y="1033"/>
                </a:lnTo>
                <a:lnTo>
                  <a:pt x="1700" y="1034"/>
                </a:lnTo>
                <a:lnTo>
                  <a:pt x="1700" y="1035"/>
                </a:lnTo>
                <a:lnTo>
                  <a:pt x="1700" y="1036"/>
                </a:lnTo>
                <a:lnTo>
                  <a:pt x="1701" y="1037"/>
                </a:lnTo>
                <a:lnTo>
                  <a:pt x="1702" y="1037"/>
                </a:lnTo>
                <a:lnTo>
                  <a:pt x="1703" y="1037"/>
                </a:lnTo>
                <a:lnTo>
                  <a:pt x="1703" y="1036"/>
                </a:lnTo>
                <a:lnTo>
                  <a:pt x="1703" y="1037"/>
                </a:lnTo>
                <a:lnTo>
                  <a:pt x="1704" y="1037"/>
                </a:lnTo>
                <a:lnTo>
                  <a:pt x="1704" y="1038"/>
                </a:lnTo>
                <a:lnTo>
                  <a:pt x="1705" y="1038"/>
                </a:lnTo>
                <a:lnTo>
                  <a:pt x="1705" y="1039"/>
                </a:lnTo>
                <a:lnTo>
                  <a:pt x="1705" y="1040"/>
                </a:lnTo>
                <a:lnTo>
                  <a:pt x="1706" y="1041"/>
                </a:lnTo>
                <a:lnTo>
                  <a:pt x="1706" y="1042"/>
                </a:lnTo>
                <a:lnTo>
                  <a:pt x="1705" y="1041"/>
                </a:lnTo>
                <a:lnTo>
                  <a:pt x="1704" y="1041"/>
                </a:lnTo>
                <a:lnTo>
                  <a:pt x="1704" y="1042"/>
                </a:lnTo>
                <a:lnTo>
                  <a:pt x="1703" y="1042"/>
                </a:lnTo>
                <a:lnTo>
                  <a:pt x="1703" y="1043"/>
                </a:lnTo>
                <a:lnTo>
                  <a:pt x="1700" y="1043"/>
                </a:lnTo>
                <a:lnTo>
                  <a:pt x="1699" y="1043"/>
                </a:lnTo>
                <a:lnTo>
                  <a:pt x="1698" y="1043"/>
                </a:lnTo>
                <a:lnTo>
                  <a:pt x="1698" y="1042"/>
                </a:lnTo>
                <a:lnTo>
                  <a:pt x="1695" y="1042"/>
                </a:lnTo>
                <a:lnTo>
                  <a:pt x="1694" y="1043"/>
                </a:lnTo>
                <a:lnTo>
                  <a:pt x="1691" y="1043"/>
                </a:lnTo>
                <a:lnTo>
                  <a:pt x="1690" y="1043"/>
                </a:lnTo>
                <a:lnTo>
                  <a:pt x="1689" y="1043"/>
                </a:lnTo>
                <a:lnTo>
                  <a:pt x="1689" y="1044"/>
                </a:lnTo>
                <a:lnTo>
                  <a:pt x="1688" y="1044"/>
                </a:lnTo>
                <a:lnTo>
                  <a:pt x="1687" y="1044"/>
                </a:lnTo>
                <a:lnTo>
                  <a:pt x="1686" y="1044"/>
                </a:lnTo>
                <a:lnTo>
                  <a:pt x="1685" y="1045"/>
                </a:lnTo>
                <a:lnTo>
                  <a:pt x="1684" y="1046"/>
                </a:lnTo>
                <a:lnTo>
                  <a:pt x="1684" y="1047"/>
                </a:lnTo>
                <a:lnTo>
                  <a:pt x="1683" y="1047"/>
                </a:lnTo>
                <a:lnTo>
                  <a:pt x="1683" y="1046"/>
                </a:lnTo>
                <a:lnTo>
                  <a:pt x="1682" y="1046"/>
                </a:lnTo>
                <a:lnTo>
                  <a:pt x="1682" y="1047"/>
                </a:lnTo>
                <a:lnTo>
                  <a:pt x="1681" y="1046"/>
                </a:lnTo>
                <a:lnTo>
                  <a:pt x="1680" y="1047"/>
                </a:lnTo>
                <a:lnTo>
                  <a:pt x="1679" y="1047"/>
                </a:lnTo>
                <a:lnTo>
                  <a:pt x="1678" y="1046"/>
                </a:lnTo>
                <a:lnTo>
                  <a:pt x="1677" y="1047"/>
                </a:lnTo>
                <a:lnTo>
                  <a:pt x="1676" y="1047"/>
                </a:lnTo>
                <a:lnTo>
                  <a:pt x="1675" y="1047"/>
                </a:lnTo>
                <a:lnTo>
                  <a:pt x="1674" y="1047"/>
                </a:lnTo>
                <a:lnTo>
                  <a:pt x="1673" y="1048"/>
                </a:lnTo>
                <a:lnTo>
                  <a:pt x="1672" y="1048"/>
                </a:lnTo>
                <a:lnTo>
                  <a:pt x="1671" y="1048"/>
                </a:lnTo>
                <a:lnTo>
                  <a:pt x="1670" y="1048"/>
                </a:lnTo>
                <a:lnTo>
                  <a:pt x="1670" y="1049"/>
                </a:lnTo>
                <a:lnTo>
                  <a:pt x="1670" y="1048"/>
                </a:lnTo>
                <a:lnTo>
                  <a:pt x="1669" y="1048"/>
                </a:lnTo>
                <a:lnTo>
                  <a:pt x="1669" y="1049"/>
                </a:lnTo>
                <a:lnTo>
                  <a:pt x="1668" y="1049"/>
                </a:lnTo>
                <a:lnTo>
                  <a:pt x="1667" y="1049"/>
                </a:lnTo>
                <a:lnTo>
                  <a:pt x="1666" y="1049"/>
                </a:lnTo>
                <a:lnTo>
                  <a:pt x="1665" y="1050"/>
                </a:lnTo>
                <a:lnTo>
                  <a:pt x="1664" y="1051"/>
                </a:lnTo>
                <a:lnTo>
                  <a:pt x="1664" y="1050"/>
                </a:lnTo>
                <a:lnTo>
                  <a:pt x="1664" y="1051"/>
                </a:lnTo>
                <a:lnTo>
                  <a:pt x="1663" y="1051"/>
                </a:lnTo>
                <a:lnTo>
                  <a:pt x="1662" y="1051"/>
                </a:lnTo>
                <a:lnTo>
                  <a:pt x="1661" y="1052"/>
                </a:lnTo>
                <a:lnTo>
                  <a:pt x="1660" y="1052"/>
                </a:lnTo>
                <a:lnTo>
                  <a:pt x="1659" y="1053"/>
                </a:lnTo>
                <a:lnTo>
                  <a:pt x="1658" y="1053"/>
                </a:lnTo>
                <a:lnTo>
                  <a:pt x="1657" y="1053"/>
                </a:lnTo>
                <a:lnTo>
                  <a:pt x="1657" y="1054"/>
                </a:lnTo>
                <a:lnTo>
                  <a:pt x="1657" y="1055"/>
                </a:lnTo>
                <a:lnTo>
                  <a:pt x="1656" y="1055"/>
                </a:lnTo>
                <a:lnTo>
                  <a:pt x="1655" y="1055"/>
                </a:lnTo>
                <a:lnTo>
                  <a:pt x="1654" y="1055"/>
                </a:lnTo>
                <a:lnTo>
                  <a:pt x="1653" y="1055"/>
                </a:lnTo>
                <a:lnTo>
                  <a:pt x="1652" y="1055"/>
                </a:lnTo>
                <a:lnTo>
                  <a:pt x="1651" y="1055"/>
                </a:lnTo>
                <a:lnTo>
                  <a:pt x="1651" y="1056"/>
                </a:lnTo>
                <a:lnTo>
                  <a:pt x="1650" y="1056"/>
                </a:lnTo>
                <a:lnTo>
                  <a:pt x="1649" y="1056"/>
                </a:lnTo>
                <a:lnTo>
                  <a:pt x="1649" y="1057"/>
                </a:lnTo>
                <a:lnTo>
                  <a:pt x="1648" y="1057"/>
                </a:lnTo>
                <a:lnTo>
                  <a:pt x="1647" y="1056"/>
                </a:lnTo>
                <a:lnTo>
                  <a:pt x="1646" y="1056"/>
                </a:lnTo>
                <a:lnTo>
                  <a:pt x="1645" y="1056"/>
                </a:lnTo>
                <a:lnTo>
                  <a:pt x="1644" y="1056"/>
                </a:lnTo>
                <a:lnTo>
                  <a:pt x="1643" y="1056"/>
                </a:lnTo>
                <a:lnTo>
                  <a:pt x="1642" y="1056"/>
                </a:lnTo>
                <a:lnTo>
                  <a:pt x="1641" y="1056"/>
                </a:lnTo>
                <a:lnTo>
                  <a:pt x="1639" y="1057"/>
                </a:lnTo>
                <a:lnTo>
                  <a:pt x="1639" y="1058"/>
                </a:lnTo>
                <a:lnTo>
                  <a:pt x="1638" y="1058"/>
                </a:lnTo>
                <a:lnTo>
                  <a:pt x="1638" y="1057"/>
                </a:lnTo>
                <a:lnTo>
                  <a:pt x="1637" y="1058"/>
                </a:lnTo>
                <a:lnTo>
                  <a:pt x="1636" y="1057"/>
                </a:lnTo>
                <a:lnTo>
                  <a:pt x="1636" y="1058"/>
                </a:lnTo>
                <a:lnTo>
                  <a:pt x="1635" y="1058"/>
                </a:lnTo>
                <a:lnTo>
                  <a:pt x="1635" y="1059"/>
                </a:lnTo>
                <a:lnTo>
                  <a:pt x="1634" y="1058"/>
                </a:lnTo>
                <a:lnTo>
                  <a:pt x="1634" y="1059"/>
                </a:lnTo>
                <a:lnTo>
                  <a:pt x="1633" y="1059"/>
                </a:lnTo>
                <a:lnTo>
                  <a:pt x="1632" y="1059"/>
                </a:lnTo>
                <a:lnTo>
                  <a:pt x="1631" y="1059"/>
                </a:lnTo>
                <a:lnTo>
                  <a:pt x="1630" y="1060"/>
                </a:lnTo>
                <a:lnTo>
                  <a:pt x="1629" y="1060"/>
                </a:lnTo>
                <a:lnTo>
                  <a:pt x="1628" y="1060"/>
                </a:lnTo>
                <a:lnTo>
                  <a:pt x="1628" y="1061"/>
                </a:lnTo>
                <a:lnTo>
                  <a:pt x="1627" y="1061"/>
                </a:lnTo>
                <a:lnTo>
                  <a:pt x="1627" y="1060"/>
                </a:lnTo>
                <a:lnTo>
                  <a:pt x="1626" y="1060"/>
                </a:lnTo>
                <a:lnTo>
                  <a:pt x="1626" y="1061"/>
                </a:lnTo>
                <a:lnTo>
                  <a:pt x="1625" y="1061"/>
                </a:lnTo>
                <a:lnTo>
                  <a:pt x="1624" y="1061"/>
                </a:lnTo>
                <a:lnTo>
                  <a:pt x="1623" y="1062"/>
                </a:lnTo>
                <a:lnTo>
                  <a:pt x="1623" y="1061"/>
                </a:lnTo>
                <a:lnTo>
                  <a:pt x="1622" y="1061"/>
                </a:lnTo>
                <a:lnTo>
                  <a:pt x="1622" y="1062"/>
                </a:lnTo>
                <a:lnTo>
                  <a:pt x="1621" y="1062"/>
                </a:lnTo>
                <a:lnTo>
                  <a:pt x="1620" y="1062"/>
                </a:lnTo>
                <a:lnTo>
                  <a:pt x="1619" y="1062"/>
                </a:lnTo>
                <a:lnTo>
                  <a:pt x="1618" y="1062"/>
                </a:lnTo>
                <a:lnTo>
                  <a:pt x="1617" y="1062"/>
                </a:lnTo>
                <a:lnTo>
                  <a:pt x="1617" y="1063"/>
                </a:lnTo>
                <a:lnTo>
                  <a:pt x="1616" y="1063"/>
                </a:lnTo>
                <a:lnTo>
                  <a:pt x="1615" y="1063"/>
                </a:lnTo>
                <a:lnTo>
                  <a:pt x="1615" y="1064"/>
                </a:lnTo>
                <a:lnTo>
                  <a:pt x="1614" y="1064"/>
                </a:lnTo>
                <a:lnTo>
                  <a:pt x="1613" y="1064"/>
                </a:lnTo>
                <a:lnTo>
                  <a:pt x="1612" y="1064"/>
                </a:lnTo>
                <a:lnTo>
                  <a:pt x="1612" y="1065"/>
                </a:lnTo>
                <a:lnTo>
                  <a:pt x="1611" y="1065"/>
                </a:lnTo>
                <a:lnTo>
                  <a:pt x="1610" y="1066"/>
                </a:lnTo>
                <a:lnTo>
                  <a:pt x="1610" y="1067"/>
                </a:lnTo>
                <a:lnTo>
                  <a:pt x="1610" y="1066"/>
                </a:lnTo>
                <a:lnTo>
                  <a:pt x="1609" y="1066"/>
                </a:lnTo>
                <a:lnTo>
                  <a:pt x="1608" y="1066"/>
                </a:lnTo>
                <a:lnTo>
                  <a:pt x="1608" y="1067"/>
                </a:lnTo>
                <a:lnTo>
                  <a:pt x="1607" y="1067"/>
                </a:lnTo>
                <a:lnTo>
                  <a:pt x="1606" y="1067"/>
                </a:lnTo>
                <a:lnTo>
                  <a:pt x="1606" y="1068"/>
                </a:lnTo>
                <a:lnTo>
                  <a:pt x="1604" y="1069"/>
                </a:lnTo>
                <a:lnTo>
                  <a:pt x="1603" y="1069"/>
                </a:lnTo>
                <a:lnTo>
                  <a:pt x="1603" y="1068"/>
                </a:lnTo>
                <a:lnTo>
                  <a:pt x="1603" y="1069"/>
                </a:lnTo>
                <a:lnTo>
                  <a:pt x="1602" y="1069"/>
                </a:lnTo>
                <a:lnTo>
                  <a:pt x="1602" y="1068"/>
                </a:lnTo>
                <a:lnTo>
                  <a:pt x="1601" y="1068"/>
                </a:lnTo>
                <a:lnTo>
                  <a:pt x="1600" y="1068"/>
                </a:lnTo>
                <a:lnTo>
                  <a:pt x="1599" y="1068"/>
                </a:lnTo>
                <a:lnTo>
                  <a:pt x="1599" y="1069"/>
                </a:lnTo>
                <a:lnTo>
                  <a:pt x="1598" y="1069"/>
                </a:lnTo>
                <a:lnTo>
                  <a:pt x="1597" y="1069"/>
                </a:lnTo>
                <a:lnTo>
                  <a:pt x="1596" y="1070"/>
                </a:lnTo>
                <a:lnTo>
                  <a:pt x="1595" y="1070"/>
                </a:lnTo>
                <a:lnTo>
                  <a:pt x="1593" y="1071"/>
                </a:lnTo>
                <a:lnTo>
                  <a:pt x="1592" y="1071"/>
                </a:lnTo>
                <a:lnTo>
                  <a:pt x="1591" y="1071"/>
                </a:lnTo>
                <a:lnTo>
                  <a:pt x="1590" y="1071"/>
                </a:lnTo>
                <a:lnTo>
                  <a:pt x="1590" y="1072"/>
                </a:lnTo>
                <a:lnTo>
                  <a:pt x="1589" y="1072"/>
                </a:lnTo>
                <a:lnTo>
                  <a:pt x="1588" y="1073"/>
                </a:lnTo>
                <a:lnTo>
                  <a:pt x="1587" y="1073"/>
                </a:lnTo>
                <a:lnTo>
                  <a:pt x="1587" y="1072"/>
                </a:lnTo>
                <a:lnTo>
                  <a:pt x="1585" y="1072"/>
                </a:lnTo>
                <a:lnTo>
                  <a:pt x="1585" y="1073"/>
                </a:lnTo>
                <a:lnTo>
                  <a:pt x="1583" y="1073"/>
                </a:lnTo>
                <a:lnTo>
                  <a:pt x="1582" y="1073"/>
                </a:lnTo>
                <a:lnTo>
                  <a:pt x="1581" y="1073"/>
                </a:lnTo>
                <a:lnTo>
                  <a:pt x="1580" y="1074"/>
                </a:lnTo>
                <a:lnTo>
                  <a:pt x="1579" y="1074"/>
                </a:lnTo>
                <a:lnTo>
                  <a:pt x="1578" y="1074"/>
                </a:lnTo>
                <a:lnTo>
                  <a:pt x="1577" y="1074"/>
                </a:lnTo>
                <a:lnTo>
                  <a:pt x="1576" y="1074"/>
                </a:lnTo>
                <a:lnTo>
                  <a:pt x="1575" y="1074"/>
                </a:lnTo>
                <a:lnTo>
                  <a:pt x="1574" y="1074"/>
                </a:lnTo>
                <a:lnTo>
                  <a:pt x="1573" y="1074"/>
                </a:lnTo>
                <a:lnTo>
                  <a:pt x="1572" y="1074"/>
                </a:lnTo>
                <a:lnTo>
                  <a:pt x="1572" y="1075"/>
                </a:lnTo>
                <a:lnTo>
                  <a:pt x="1571" y="1074"/>
                </a:lnTo>
                <a:lnTo>
                  <a:pt x="1571" y="1075"/>
                </a:lnTo>
                <a:lnTo>
                  <a:pt x="1570" y="1075"/>
                </a:lnTo>
                <a:lnTo>
                  <a:pt x="1569" y="1075"/>
                </a:lnTo>
                <a:lnTo>
                  <a:pt x="1568" y="1075"/>
                </a:lnTo>
                <a:lnTo>
                  <a:pt x="1567" y="1076"/>
                </a:lnTo>
                <a:lnTo>
                  <a:pt x="1566" y="1076"/>
                </a:lnTo>
                <a:lnTo>
                  <a:pt x="1565" y="1076"/>
                </a:lnTo>
                <a:lnTo>
                  <a:pt x="1564" y="1076"/>
                </a:lnTo>
                <a:lnTo>
                  <a:pt x="1563" y="1077"/>
                </a:lnTo>
                <a:lnTo>
                  <a:pt x="1562" y="1077"/>
                </a:lnTo>
                <a:lnTo>
                  <a:pt x="1562" y="1078"/>
                </a:lnTo>
                <a:lnTo>
                  <a:pt x="1561" y="1078"/>
                </a:lnTo>
                <a:lnTo>
                  <a:pt x="1560" y="1078"/>
                </a:lnTo>
                <a:lnTo>
                  <a:pt x="1560" y="1077"/>
                </a:lnTo>
                <a:lnTo>
                  <a:pt x="1559" y="1077"/>
                </a:lnTo>
                <a:lnTo>
                  <a:pt x="1558" y="1077"/>
                </a:lnTo>
                <a:lnTo>
                  <a:pt x="1557" y="1077"/>
                </a:lnTo>
                <a:lnTo>
                  <a:pt x="1557" y="1078"/>
                </a:lnTo>
                <a:lnTo>
                  <a:pt x="1556" y="1077"/>
                </a:lnTo>
                <a:lnTo>
                  <a:pt x="1555" y="1077"/>
                </a:lnTo>
                <a:lnTo>
                  <a:pt x="1554" y="1078"/>
                </a:lnTo>
                <a:lnTo>
                  <a:pt x="1553" y="1078"/>
                </a:lnTo>
                <a:lnTo>
                  <a:pt x="1552" y="1077"/>
                </a:lnTo>
                <a:lnTo>
                  <a:pt x="1551" y="1077"/>
                </a:lnTo>
                <a:lnTo>
                  <a:pt x="1550" y="1077"/>
                </a:lnTo>
                <a:lnTo>
                  <a:pt x="1549" y="1077"/>
                </a:lnTo>
                <a:lnTo>
                  <a:pt x="1548" y="1077"/>
                </a:lnTo>
                <a:lnTo>
                  <a:pt x="1547" y="1076"/>
                </a:lnTo>
                <a:lnTo>
                  <a:pt x="1546" y="1076"/>
                </a:lnTo>
                <a:lnTo>
                  <a:pt x="1545" y="1077"/>
                </a:lnTo>
                <a:lnTo>
                  <a:pt x="1544" y="1077"/>
                </a:lnTo>
                <a:lnTo>
                  <a:pt x="1544" y="1078"/>
                </a:lnTo>
                <a:lnTo>
                  <a:pt x="1545" y="1078"/>
                </a:lnTo>
                <a:lnTo>
                  <a:pt x="1546" y="1079"/>
                </a:lnTo>
                <a:lnTo>
                  <a:pt x="1546" y="1080"/>
                </a:lnTo>
                <a:lnTo>
                  <a:pt x="1545" y="1080"/>
                </a:lnTo>
                <a:lnTo>
                  <a:pt x="1545" y="1081"/>
                </a:lnTo>
                <a:lnTo>
                  <a:pt x="1544" y="1081"/>
                </a:lnTo>
                <a:lnTo>
                  <a:pt x="1543" y="1082"/>
                </a:lnTo>
                <a:lnTo>
                  <a:pt x="1543" y="1083"/>
                </a:lnTo>
                <a:lnTo>
                  <a:pt x="1543" y="1084"/>
                </a:lnTo>
                <a:lnTo>
                  <a:pt x="1542" y="1084"/>
                </a:lnTo>
                <a:lnTo>
                  <a:pt x="1540" y="1084"/>
                </a:lnTo>
                <a:lnTo>
                  <a:pt x="1539" y="1084"/>
                </a:lnTo>
                <a:lnTo>
                  <a:pt x="1538" y="1084"/>
                </a:lnTo>
                <a:lnTo>
                  <a:pt x="1538" y="1085"/>
                </a:lnTo>
                <a:lnTo>
                  <a:pt x="1537" y="1085"/>
                </a:lnTo>
                <a:lnTo>
                  <a:pt x="1537" y="1086"/>
                </a:lnTo>
                <a:lnTo>
                  <a:pt x="1536" y="1085"/>
                </a:lnTo>
                <a:lnTo>
                  <a:pt x="1536" y="1086"/>
                </a:lnTo>
                <a:lnTo>
                  <a:pt x="1536" y="1087"/>
                </a:lnTo>
                <a:lnTo>
                  <a:pt x="1536" y="1088"/>
                </a:lnTo>
                <a:lnTo>
                  <a:pt x="1534" y="1088"/>
                </a:lnTo>
                <a:lnTo>
                  <a:pt x="1533" y="1088"/>
                </a:lnTo>
                <a:lnTo>
                  <a:pt x="1532" y="1088"/>
                </a:lnTo>
                <a:lnTo>
                  <a:pt x="1531" y="1088"/>
                </a:lnTo>
                <a:lnTo>
                  <a:pt x="1530" y="1088"/>
                </a:lnTo>
                <a:lnTo>
                  <a:pt x="1529" y="1089"/>
                </a:lnTo>
                <a:lnTo>
                  <a:pt x="1530" y="1090"/>
                </a:lnTo>
                <a:lnTo>
                  <a:pt x="1529" y="1090"/>
                </a:lnTo>
                <a:lnTo>
                  <a:pt x="1529" y="1091"/>
                </a:lnTo>
                <a:lnTo>
                  <a:pt x="1530" y="1091"/>
                </a:lnTo>
                <a:lnTo>
                  <a:pt x="1530" y="1092"/>
                </a:lnTo>
                <a:lnTo>
                  <a:pt x="1528" y="1093"/>
                </a:lnTo>
                <a:lnTo>
                  <a:pt x="1527" y="1093"/>
                </a:lnTo>
                <a:lnTo>
                  <a:pt x="1527" y="1094"/>
                </a:lnTo>
                <a:lnTo>
                  <a:pt x="1526" y="1094"/>
                </a:lnTo>
                <a:lnTo>
                  <a:pt x="1526" y="1095"/>
                </a:lnTo>
                <a:lnTo>
                  <a:pt x="1525" y="1095"/>
                </a:lnTo>
                <a:lnTo>
                  <a:pt x="1524" y="1095"/>
                </a:lnTo>
                <a:lnTo>
                  <a:pt x="1523" y="1095"/>
                </a:lnTo>
                <a:lnTo>
                  <a:pt x="1522" y="1095"/>
                </a:lnTo>
                <a:lnTo>
                  <a:pt x="1521" y="1095"/>
                </a:lnTo>
                <a:lnTo>
                  <a:pt x="1520" y="1096"/>
                </a:lnTo>
                <a:lnTo>
                  <a:pt x="1519" y="1095"/>
                </a:lnTo>
                <a:lnTo>
                  <a:pt x="1518" y="1095"/>
                </a:lnTo>
                <a:lnTo>
                  <a:pt x="1518" y="1094"/>
                </a:lnTo>
                <a:lnTo>
                  <a:pt x="1517" y="1094"/>
                </a:lnTo>
                <a:lnTo>
                  <a:pt x="1517" y="1095"/>
                </a:lnTo>
                <a:lnTo>
                  <a:pt x="1516" y="1095"/>
                </a:lnTo>
                <a:lnTo>
                  <a:pt x="1516" y="1094"/>
                </a:lnTo>
                <a:lnTo>
                  <a:pt x="1515" y="1094"/>
                </a:lnTo>
                <a:lnTo>
                  <a:pt x="1514" y="1094"/>
                </a:lnTo>
                <a:lnTo>
                  <a:pt x="1513" y="1094"/>
                </a:lnTo>
                <a:lnTo>
                  <a:pt x="1512" y="1094"/>
                </a:lnTo>
                <a:lnTo>
                  <a:pt x="1511" y="1094"/>
                </a:lnTo>
                <a:lnTo>
                  <a:pt x="1511" y="1095"/>
                </a:lnTo>
                <a:lnTo>
                  <a:pt x="1510" y="1094"/>
                </a:lnTo>
                <a:lnTo>
                  <a:pt x="1509" y="1094"/>
                </a:lnTo>
                <a:lnTo>
                  <a:pt x="1508" y="1094"/>
                </a:lnTo>
                <a:lnTo>
                  <a:pt x="1507" y="1094"/>
                </a:lnTo>
                <a:lnTo>
                  <a:pt x="1506" y="1095"/>
                </a:lnTo>
                <a:lnTo>
                  <a:pt x="1505" y="1095"/>
                </a:lnTo>
                <a:lnTo>
                  <a:pt x="1505" y="1094"/>
                </a:lnTo>
                <a:lnTo>
                  <a:pt x="1504" y="1094"/>
                </a:lnTo>
                <a:lnTo>
                  <a:pt x="1501" y="1095"/>
                </a:lnTo>
                <a:lnTo>
                  <a:pt x="1500" y="1094"/>
                </a:lnTo>
                <a:lnTo>
                  <a:pt x="1499" y="1095"/>
                </a:lnTo>
                <a:lnTo>
                  <a:pt x="1498" y="1095"/>
                </a:lnTo>
                <a:lnTo>
                  <a:pt x="1498" y="1096"/>
                </a:lnTo>
                <a:lnTo>
                  <a:pt x="1498" y="1100"/>
                </a:lnTo>
                <a:lnTo>
                  <a:pt x="1498" y="1101"/>
                </a:lnTo>
                <a:lnTo>
                  <a:pt x="1498" y="1102"/>
                </a:lnTo>
                <a:lnTo>
                  <a:pt x="1498" y="1103"/>
                </a:lnTo>
                <a:lnTo>
                  <a:pt x="1499" y="1104"/>
                </a:lnTo>
                <a:lnTo>
                  <a:pt x="1500" y="1104"/>
                </a:lnTo>
                <a:lnTo>
                  <a:pt x="1502" y="1104"/>
                </a:lnTo>
                <a:lnTo>
                  <a:pt x="1503" y="1104"/>
                </a:lnTo>
                <a:lnTo>
                  <a:pt x="1504" y="1104"/>
                </a:lnTo>
                <a:lnTo>
                  <a:pt x="1504" y="1105"/>
                </a:lnTo>
                <a:lnTo>
                  <a:pt x="1503" y="1106"/>
                </a:lnTo>
                <a:lnTo>
                  <a:pt x="1503" y="1107"/>
                </a:lnTo>
                <a:lnTo>
                  <a:pt x="1502" y="1108"/>
                </a:lnTo>
                <a:lnTo>
                  <a:pt x="1501" y="1108"/>
                </a:lnTo>
                <a:lnTo>
                  <a:pt x="1501" y="1109"/>
                </a:lnTo>
                <a:lnTo>
                  <a:pt x="1502" y="1109"/>
                </a:lnTo>
                <a:lnTo>
                  <a:pt x="1501" y="1109"/>
                </a:lnTo>
                <a:lnTo>
                  <a:pt x="1500" y="1110"/>
                </a:lnTo>
                <a:lnTo>
                  <a:pt x="1501" y="1111"/>
                </a:lnTo>
                <a:lnTo>
                  <a:pt x="1505" y="1114"/>
                </a:lnTo>
                <a:lnTo>
                  <a:pt x="1506" y="1115"/>
                </a:lnTo>
                <a:lnTo>
                  <a:pt x="1507" y="1115"/>
                </a:lnTo>
                <a:lnTo>
                  <a:pt x="1507" y="1116"/>
                </a:lnTo>
                <a:lnTo>
                  <a:pt x="1508" y="1117"/>
                </a:lnTo>
                <a:lnTo>
                  <a:pt x="1512" y="1119"/>
                </a:lnTo>
                <a:lnTo>
                  <a:pt x="1512" y="1120"/>
                </a:lnTo>
                <a:lnTo>
                  <a:pt x="1513" y="1121"/>
                </a:lnTo>
                <a:lnTo>
                  <a:pt x="1516" y="1121"/>
                </a:lnTo>
                <a:lnTo>
                  <a:pt x="1517" y="1121"/>
                </a:lnTo>
                <a:lnTo>
                  <a:pt x="1518" y="1121"/>
                </a:lnTo>
                <a:lnTo>
                  <a:pt x="1519" y="1121"/>
                </a:lnTo>
                <a:lnTo>
                  <a:pt x="1520" y="1121"/>
                </a:lnTo>
                <a:lnTo>
                  <a:pt x="1520" y="1120"/>
                </a:lnTo>
                <a:lnTo>
                  <a:pt x="1520" y="1117"/>
                </a:lnTo>
                <a:lnTo>
                  <a:pt x="1520" y="1116"/>
                </a:lnTo>
                <a:lnTo>
                  <a:pt x="1520" y="1115"/>
                </a:lnTo>
                <a:lnTo>
                  <a:pt x="1520" y="1114"/>
                </a:lnTo>
                <a:lnTo>
                  <a:pt x="1521" y="1114"/>
                </a:lnTo>
                <a:lnTo>
                  <a:pt x="1522" y="1114"/>
                </a:lnTo>
                <a:lnTo>
                  <a:pt x="1523" y="1114"/>
                </a:lnTo>
                <a:lnTo>
                  <a:pt x="1523" y="1113"/>
                </a:lnTo>
                <a:lnTo>
                  <a:pt x="1524" y="1113"/>
                </a:lnTo>
                <a:lnTo>
                  <a:pt x="1525" y="1113"/>
                </a:lnTo>
                <a:lnTo>
                  <a:pt x="1527" y="1113"/>
                </a:lnTo>
                <a:lnTo>
                  <a:pt x="1528" y="1113"/>
                </a:lnTo>
                <a:lnTo>
                  <a:pt x="1531" y="1113"/>
                </a:lnTo>
                <a:lnTo>
                  <a:pt x="1532" y="1113"/>
                </a:lnTo>
                <a:lnTo>
                  <a:pt x="1533" y="1112"/>
                </a:lnTo>
                <a:lnTo>
                  <a:pt x="1535" y="1112"/>
                </a:lnTo>
                <a:lnTo>
                  <a:pt x="1536" y="1112"/>
                </a:lnTo>
                <a:lnTo>
                  <a:pt x="1536" y="1114"/>
                </a:lnTo>
                <a:lnTo>
                  <a:pt x="1535" y="1116"/>
                </a:lnTo>
                <a:lnTo>
                  <a:pt x="1535" y="1117"/>
                </a:lnTo>
                <a:lnTo>
                  <a:pt x="1535" y="1118"/>
                </a:lnTo>
                <a:lnTo>
                  <a:pt x="1535" y="1119"/>
                </a:lnTo>
                <a:lnTo>
                  <a:pt x="1535" y="1121"/>
                </a:lnTo>
                <a:lnTo>
                  <a:pt x="1535" y="1122"/>
                </a:lnTo>
                <a:lnTo>
                  <a:pt x="1535" y="1123"/>
                </a:lnTo>
                <a:lnTo>
                  <a:pt x="1534" y="1123"/>
                </a:lnTo>
                <a:lnTo>
                  <a:pt x="1534" y="1138"/>
                </a:lnTo>
                <a:lnTo>
                  <a:pt x="1535" y="1141"/>
                </a:lnTo>
                <a:lnTo>
                  <a:pt x="1535" y="1154"/>
                </a:lnTo>
                <a:lnTo>
                  <a:pt x="1535" y="1156"/>
                </a:lnTo>
                <a:lnTo>
                  <a:pt x="1535" y="1172"/>
                </a:lnTo>
                <a:lnTo>
                  <a:pt x="1535" y="1173"/>
                </a:lnTo>
                <a:lnTo>
                  <a:pt x="1536" y="1173"/>
                </a:lnTo>
                <a:lnTo>
                  <a:pt x="1537" y="1173"/>
                </a:lnTo>
                <a:lnTo>
                  <a:pt x="1538" y="1173"/>
                </a:lnTo>
                <a:lnTo>
                  <a:pt x="1539" y="1173"/>
                </a:lnTo>
                <a:lnTo>
                  <a:pt x="1540" y="1173"/>
                </a:lnTo>
                <a:lnTo>
                  <a:pt x="1540" y="1174"/>
                </a:lnTo>
                <a:lnTo>
                  <a:pt x="1540" y="1175"/>
                </a:lnTo>
                <a:lnTo>
                  <a:pt x="1541" y="1175"/>
                </a:lnTo>
                <a:lnTo>
                  <a:pt x="1542" y="1175"/>
                </a:lnTo>
                <a:lnTo>
                  <a:pt x="1543" y="1175"/>
                </a:lnTo>
                <a:lnTo>
                  <a:pt x="1543" y="1176"/>
                </a:lnTo>
                <a:lnTo>
                  <a:pt x="1544" y="1176"/>
                </a:lnTo>
                <a:lnTo>
                  <a:pt x="1545" y="1176"/>
                </a:lnTo>
                <a:lnTo>
                  <a:pt x="1546" y="1176"/>
                </a:lnTo>
                <a:lnTo>
                  <a:pt x="1547" y="1175"/>
                </a:lnTo>
                <a:lnTo>
                  <a:pt x="1547" y="1176"/>
                </a:lnTo>
                <a:lnTo>
                  <a:pt x="1548" y="1176"/>
                </a:lnTo>
                <a:lnTo>
                  <a:pt x="1549" y="1176"/>
                </a:lnTo>
                <a:lnTo>
                  <a:pt x="1549" y="1177"/>
                </a:lnTo>
                <a:lnTo>
                  <a:pt x="1549" y="1178"/>
                </a:lnTo>
                <a:lnTo>
                  <a:pt x="1550" y="1178"/>
                </a:lnTo>
                <a:lnTo>
                  <a:pt x="1550" y="1177"/>
                </a:lnTo>
                <a:lnTo>
                  <a:pt x="1551" y="1178"/>
                </a:lnTo>
                <a:lnTo>
                  <a:pt x="1552" y="1178"/>
                </a:lnTo>
                <a:lnTo>
                  <a:pt x="1553" y="1178"/>
                </a:lnTo>
                <a:lnTo>
                  <a:pt x="1553" y="1179"/>
                </a:lnTo>
                <a:lnTo>
                  <a:pt x="1554" y="1179"/>
                </a:lnTo>
                <a:lnTo>
                  <a:pt x="1555" y="1179"/>
                </a:lnTo>
                <a:lnTo>
                  <a:pt x="1555" y="1180"/>
                </a:lnTo>
                <a:lnTo>
                  <a:pt x="1556" y="1180"/>
                </a:lnTo>
                <a:lnTo>
                  <a:pt x="1557" y="1180"/>
                </a:lnTo>
                <a:lnTo>
                  <a:pt x="1557" y="1181"/>
                </a:lnTo>
                <a:lnTo>
                  <a:pt x="1558" y="1181"/>
                </a:lnTo>
                <a:lnTo>
                  <a:pt x="1559" y="1181"/>
                </a:lnTo>
                <a:lnTo>
                  <a:pt x="1559" y="1182"/>
                </a:lnTo>
                <a:lnTo>
                  <a:pt x="1559" y="1183"/>
                </a:lnTo>
                <a:lnTo>
                  <a:pt x="1560" y="1183"/>
                </a:lnTo>
                <a:lnTo>
                  <a:pt x="1561" y="1183"/>
                </a:lnTo>
                <a:lnTo>
                  <a:pt x="1561" y="1184"/>
                </a:lnTo>
                <a:lnTo>
                  <a:pt x="1562" y="1184"/>
                </a:lnTo>
                <a:lnTo>
                  <a:pt x="1562" y="1185"/>
                </a:lnTo>
                <a:lnTo>
                  <a:pt x="1563" y="1185"/>
                </a:lnTo>
                <a:lnTo>
                  <a:pt x="1564" y="1185"/>
                </a:lnTo>
                <a:lnTo>
                  <a:pt x="1565" y="1186"/>
                </a:lnTo>
                <a:lnTo>
                  <a:pt x="1565" y="1187"/>
                </a:lnTo>
                <a:lnTo>
                  <a:pt x="1566" y="1187"/>
                </a:lnTo>
                <a:lnTo>
                  <a:pt x="1567" y="1187"/>
                </a:lnTo>
                <a:lnTo>
                  <a:pt x="1567" y="1188"/>
                </a:lnTo>
                <a:lnTo>
                  <a:pt x="1567" y="1189"/>
                </a:lnTo>
                <a:lnTo>
                  <a:pt x="1567" y="1190"/>
                </a:lnTo>
                <a:lnTo>
                  <a:pt x="1566" y="1190"/>
                </a:lnTo>
                <a:lnTo>
                  <a:pt x="1566" y="1191"/>
                </a:lnTo>
                <a:lnTo>
                  <a:pt x="1566" y="1192"/>
                </a:lnTo>
                <a:lnTo>
                  <a:pt x="1566" y="1193"/>
                </a:lnTo>
                <a:lnTo>
                  <a:pt x="1567" y="1193"/>
                </a:lnTo>
                <a:lnTo>
                  <a:pt x="1568" y="1193"/>
                </a:lnTo>
                <a:lnTo>
                  <a:pt x="1568" y="1194"/>
                </a:lnTo>
                <a:lnTo>
                  <a:pt x="1569" y="1194"/>
                </a:lnTo>
                <a:lnTo>
                  <a:pt x="1570" y="1194"/>
                </a:lnTo>
                <a:lnTo>
                  <a:pt x="1570" y="1195"/>
                </a:lnTo>
                <a:lnTo>
                  <a:pt x="1571" y="1195"/>
                </a:lnTo>
                <a:lnTo>
                  <a:pt x="1571" y="1196"/>
                </a:lnTo>
                <a:lnTo>
                  <a:pt x="1572" y="1196"/>
                </a:lnTo>
                <a:lnTo>
                  <a:pt x="1573" y="1196"/>
                </a:lnTo>
                <a:lnTo>
                  <a:pt x="1573" y="1197"/>
                </a:lnTo>
                <a:lnTo>
                  <a:pt x="1572" y="1197"/>
                </a:lnTo>
                <a:lnTo>
                  <a:pt x="1572" y="1198"/>
                </a:lnTo>
                <a:lnTo>
                  <a:pt x="1573" y="1198"/>
                </a:lnTo>
                <a:lnTo>
                  <a:pt x="1574" y="1198"/>
                </a:lnTo>
                <a:lnTo>
                  <a:pt x="1575" y="1198"/>
                </a:lnTo>
                <a:lnTo>
                  <a:pt x="1576" y="1198"/>
                </a:lnTo>
                <a:lnTo>
                  <a:pt x="1577" y="1198"/>
                </a:lnTo>
                <a:lnTo>
                  <a:pt x="1577" y="1197"/>
                </a:lnTo>
                <a:lnTo>
                  <a:pt x="1578" y="1197"/>
                </a:lnTo>
                <a:lnTo>
                  <a:pt x="1579" y="1197"/>
                </a:lnTo>
                <a:lnTo>
                  <a:pt x="1580" y="1197"/>
                </a:lnTo>
                <a:lnTo>
                  <a:pt x="1581" y="1197"/>
                </a:lnTo>
                <a:lnTo>
                  <a:pt x="1582" y="1197"/>
                </a:lnTo>
                <a:lnTo>
                  <a:pt x="1583" y="1198"/>
                </a:lnTo>
                <a:lnTo>
                  <a:pt x="1584" y="1198"/>
                </a:lnTo>
                <a:lnTo>
                  <a:pt x="1585" y="1198"/>
                </a:lnTo>
                <a:lnTo>
                  <a:pt x="1585" y="1199"/>
                </a:lnTo>
                <a:lnTo>
                  <a:pt x="1585" y="1200"/>
                </a:lnTo>
                <a:lnTo>
                  <a:pt x="1586" y="1200"/>
                </a:lnTo>
                <a:lnTo>
                  <a:pt x="1586" y="1201"/>
                </a:lnTo>
                <a:lnTo>
                  <a:pt x="1587" y="1201"/>
                </a:lnTo>
                <a:lnTo>
                  <a:pt x="1588" y="1203"/>
                </a:lnTo>
                <a:lnTo>
                  <a:pt x="1588" y="1207"/>
                </a:lnTo>
                <a:lnTo>
                  <a:pt x="1588" y="1208"/>
                </a:lnTo>
                <a:lnTo>
                  <a:pt x="1589" y="1209"/>
                </a:lnTo>
                <a:lnTo>
                  <a:pt x="1590" y="1209"/>
                </a:lnTo>
                <a:lnTo>
                  <a:pt x="1589" y="1210"/>
                </a:lnTo>
                <a:lnTo>
                  <a:pt x="1590" y="1210"/>
                </a:lnTo>
                <a:lnTo>
                  <a:pt x="1590" y="1211"/>
                </a:lnTo>
                <a:lnTo>
                  <a:pt x="1590" y="1212"/>
                </a:lnTo>
                <a:lnTo>
                  <a:pt x="1590" y="1213"/>
                </a:lnTo>
                <a:lnTo>
                  <a:pt x="1590" y="1214"/>
                </a:lnTo>
                <a:lnTo>
                  <a:pt x="1591" y="1215"/>
                </a:lnTo>
                <a:lnTo>
                  <a:pt x="1592" y="1215"/>
                </a:lnTo>
                <a:lnTo>
                  <a:pt x="1593" y="1215"/>
                </a:lnTo>
                <a:lnTo>
                  <a:pt x="1593" y="1216"/>
                </a:lnTo>
                <a:lnTo>
                  <a:pt x="1593" y="1217"/>
                </a:lnTo>
                <a:lnTo>
                  <a:pt x="1593" y="1218"/>
                </a:lnTo>
                <a:lnTo>
                  <a:pt x="1594" y="1218"/>
                </a:lnTo>
                <a:lnTo>
                  <a:pt x="1595" y="1219"/>
                </a:lnTo>
                <a:lnTo>
                  <a:pt x="1595" y="1220"/>
                </a:lnTo>
                <a:lnTo>
                  <a:pt x="1595" y="1221"/>
                </a:lnTo>
                <a:lnTo>
                  <a:pt x="1595" y="1222"/>
                </a:lnTo>
                <a:lnTo>
                  <a:pt x="1595" y="1223"/>
                </a:lnTo>
                <a:lnTo>
                  <a:pt x="1595" y="1224"/>
                </a:lnTo>
                <a:lnTo>
                  <a:pt x="1595" y="1225"/>
                </a:lnTo>
                <a:lnTo>
                  <a:pt x="1596" y="1225"/>
                </a:lnTo>
                <a:lnTo>
                  <a:pt x="1596" y="1226"/>
                </a:lnTo>
                <a:lnTo>
                  <a:pt x="1595" y="1226"/>
                </a:lnTo>
                <a:lnTo>
                  <a:pt x="1595" y="1227"/>
                </a:lnTo>
                <a:lnTo>
                  <a:pt x="1597" y="1227"/>
                </a:lnTo>
                <a:lnTo>
                  <a:pt x="1598" y="1227"/>
                </a:lnTo>
                <a:lnTo>
                  <a:pt x="1598" y="1228"/>
                </a:lnTo>
                <a:lnTo>
                  <a:pt x="1599" y="1228"/>
                </a:lnTo>
                <a:lnTo>
                  <a:pt x="1599" y="1229"/>
                </a:lnTo>
                <a:lnTo>
                  <a:pt x="1600" y="1229"/>
                </a:lnTo>
                <a:lnTo>
                  <a:pt x="1601" y="1229"/>
                </a:lnTo>
                <a:lnTo>
                  <a:pt x="1602" y="1229"/>
                </a:lnTo>
                <a:lnTo>
                  <a:pt x="1602" y="1230"/>
                </a:lnTo>
                <a:lnTo>
                  <a:pt x="1603" y="1230"/>
                </a:lnTo>
                <a:lnTo>
                  <a:pt x="1603" y="1231"/>
                </a:lnTo>
                <a:lnTo>
                  <a:pt x="1603" y="1232"/>
                </a:lnTo>
                <a:lnTo>
                  <a:pt x="1603" y="1233"/>
                </a:lnTo>
                <a:lnTo>
                  <a:pt x="1603" y="1234"/>
                </a:lnTo>
                <a:lnTo>
                  <a:pt x="1604" y="1234"/>
                </a:lnTo>
                <a:lnTo>
                  <a:pt x="1604" y="1236"/>
                </a:lnTo>
                <a:lnTo>
                  <a:pt x="1604" y="1237"/>
                </a:lnTo>
                <a:lnTo>
                  <a:pt x="1605" y="1237"/>
                </a:lnTo>
                <a:lnTo>
                  <a:pt x="1605" y="1238"/>
                </a:lnTo>
                <a:lnTo>
                  <a:pt x="1605" y="1239"/>
                </a:lnTo>
                <a:lnTo>
                  <a:pt x="1605" y="1241"/>
                </a:lnTo>
                <a:lnTo>
                  <a:pt x="1604" y="1242"/>
                </a:lnTo>
                <a:lnTo>
                  <a:pt x="1604" y="1243"/>
                </a:lnTo>
                <a:lnTo>
                  <a:pt x="1605" y="1243"/>
                </a:lnTo>
                <a:lnTo>
                  <a:pt x="1605" y="1244"/>
                </a:lnTo>
                <a:lnTo>
                  <a:pt x="1606" y="1244"/>
                </a:lnTo>
                <a:lnTo>
                  <a:pt x="1606" y="1245"/>
                </a:lnTo>
                <a:lnTo>
                  <a:pt x="1606" y="1246"/>
                </a:lnTo>
                <a:lnTo>
                  <a:pt x="1604" y="1246"/>
                </a:lnTo>
                <a:lnTo>
                  <a:pt x="1603" y="1246"/>
                </a:lnTo>
                <a:lnTo>
                  <a:pt x="1602" y="1246"/>
                </a:lnTo>
                <a:lnTo>
                  <a:pt x="1601" y="1246"/>
                </a:lnTo>
                <a:lnTo>
                  <a:pt x="1600" y="1246"/>
                </a:lnTo>
                <a:lnTo>
                  <a:pt x="1599" y="1246"/>
                </a:lnTo>
                <a:lnTo>
                  <a:pt x="1597" y="1246"/>
                </a:lnTo>
                <a:lnTo>
                  <a:pt x="1596" y="1246"/>
                </a:lnTo>
                <a:lnTo>
                  <a:pt x="1596" y="1245"/>
                </a:lnTo>
                <a:lnTo>
                  <a:pt x="1595" y="1245"/>
                </a:lnTo>
                <a:lnTo>
                  <a:pt x="1594" y="1245"/>
                </a:lnTo>
                <a:lnTo>
                  <a:pt x="1593" y="1245"/>
                </a:lnTo>
                <a:lnTo>
                  <a:pt x="1592" y="1246"/>
                </a:lnTo>
                <a:lnTo>
                  <a:pt x="1591" y="1246"/>
                </a:lnTo>
                <a:lnTo>
                  <a:pt x="1590" y="1247"/>
                </a:lnTo>
                <a:lnTo>
                  <a:pt x="1590" y="1248"/>
                </a:lnTo>
                <a:lnTo>
                  <a:pt x="1590" y="1249"/>
                </a:lnTo>
                <a:lnTo>
                  <a:pt x="1589" y="1250"/>
                </a:lnTo>
                <a:lnTo>
                  <a:pt x="1588" y="1250"/>
                </a:lnTo>
                <a:lnTo>
                  <a:pt x="1585" y="1250"/>
                </a:lnTo>
                <a:lnTo>
                  <a:pt x="1584" y="1250"/>
                </a:lnTo>
                <a:lnTo>
                  <a:pt x="1583" y="1250"/>
                </a:lnTo>
                <a:lnTo>
                  <a:pt x="1583" y="1251"/>
                </a:lnTo>
                <a:lnTo>
                  <a:pt x="1582" y="1251"/>
                </a:lnTo>
                <a:lnTo>
                  <a:pt x="1582" y="1252"/>
                </a:lnTo>
                <a:lnTo>
                  <a:pt x="1582" y="1253"/>
                </a:lnTo>
                <a:lnTo>
                  <a:pt x="1582" y="1254"/>
                </a:lnTo>
                <a:lnTo>
                  <a:pt x="1581" y="1254"/>
                </a:lnTo>
                <a:lnTo>
                  <a:pt x="1581" y="1255"/>
                </a:lnTo>
                <a:lnTo>
                  <a:pt x="1580" y="1255"/>
                </a:lnTo>
                <a:lnTo>
                  <a:pt x="1579" y="1255"/>
                </a:lnTo>
                <a:lnTo>
                  <a:pt x="1578" y="1256"/>
                </a:lnTo>
                <a:lnTo>
                  <a:pt x="1577" y="1256"/>
                </a:lnTo>
                <a:lnTo>
                  <a:pt x="1576" y="1256"/>
                </a:lnTo>
                <a:lnTo>
                  <a:pt x="1575" y="1256"/>
                </a:lnTo>
                <a:lnTo>
                  <a:pt x="1575" y="1255"/>
                </a:lnTo>
                <a:lnTo>
                  <a:pt x="1574" y="1256"/>
                </a:lnTo>
                <a:lnTo>
                  <a:pt x="1572" y="1256"/>
                </a:lnTo>
                <a:lnTo>
                  <a:pt x="1572" y="1255"/>
                </a:lnTo>
                <a:lnTo>
                  <a:pt x="1570" y="1255"/>
                </a:lnTo>
                <a:lnTo>
                  <a:pt x="1569" y="1255"/>
                </a:lnTo>
                <a:lnTo>
                  <a:pt x="1569" y="1256"/>
                </a:lnTo>
                <a:lnTo>
                  <a:pt x="1567" y="1256"/>
                </a:lnTo>
                <a:lnTo>
                  <a:pt x="1567" y="1255"/>
                </a:lnTo>
                <a:lnTo>
                  <a:pt x="1566" y="1255"/>
                </a:lnTo>
                <a:lnTo>
                  <a:pt x="1565" y="1256"/>
                </a:lnTo>
                <a:lnTo>
                  <a:pt x="1564" y="1257"/>
                </a:lnTo>
                <a:lnTo>
                  <a:pt x="1563" y="1257"/>
                </a:lnTo>
                <a:lnTo>
                  <a:pt x="1562" y="1258"/>
                </a:lnTo>
                <a:lnTo>
                  <a:pt x="1561" y="1259"/>
                </a:lnTo>
                <a:lnTo>
                  <a:pt x="1561" y="1260"/>
                </a:lnTo>
                <a:lnTo>
                  <a:pt x="1560" y="1261"/>
                </a:lnTo>
                <a:lnTo>
                  <a:pt x="1559" y="1262"/>
                </a:lnTo>
                <a:lnTo>
                  <a:pt x="1559" y="1263"/>
                </a:lnTo>
                <a:lnTo>
                  <a:pt x="1558" y="1264"/>
                </a:lnTo>
                <a:lnTo>
                  <a:pt x="1557" y="1264"/>
                </a:lnTo>
                <a:lnTo>
                  <a:pt x="1557" y="1265"/>
                </a:lnTo>
                <a:lnTo>
                  <a:pt x="1556" y="1265"/>
                </a:lnTo>
                <a:lnTo>
                  <a:pt x="1555" y="1265"/>
                </a:lnTo>
                <a:lnTo>
                  <a:pt x="1554" y="1265"/>
                </a:lnTo>
                <a:lnTo>
                  <a:pt x="1554" y="1266"/>
                </a:lnTo>
                <a:lnTo>
                  <a:pt x="1554" y="1267"/>
                </a:lnTo>
                <a:lnTo>
                  <a:pt x="1553" y="1267"/>
                </a:lnTo>
                <a:lnTo>
                  <a:pt x="1553" y="1268"/>
                </a:lnTo>
                <a:lnTo>
                  <a:pt x="1553" y="1269"/>
                </a:lnTo>
                <a:lnTo>
                  <a:pt x="1553" y="1270"/>
                </a:lnTo>
                <a:lnTo>
                  <a:pt x="1553" y="1271"/>
                </a:lnTo>
                <a:lnTo>
                  <a:pt x="1554" y="1271"/>
                </a:lnTo>
                <a:lnTo>
                  <a:pt x="1554" y="1272"/>
                </a:lnTo>
                <a:lnTo>
                  <a:pt x="1553" y="1272"/>
                </a:lnTo>
                <a:lnTo>
                  <a:pt x="1554" y="1273"/>
                </a:lnTo>
                <a:lnTo>
                  <a:pt x="1554" y="1274"/>
                </a:lnTo>
                <a:lnTo>
                  <a:pt x="1555" y="1274"/>
                </a:lnTo>
                <a:lnTo>
                  <a:pt x="1556" y="1275"/>
                </a:lnTo>
                <a:lnTo>
                  <a:pt x="1556" y="1276"/>
                </a:lnTo>
                <a:lnTo>
                  <a:pt x="1555" y="1276"/>
                </a:lnTo>
                <a:lnTo>
                  <a:pt x="1555" y="1277"/>
                </a:lnTo>
                <a:lnTo>
                  <a:pt x="1554" y="1277"/>
                </a:lnTo>
                <a:lnTo>
                  <a:pt x="1553" y="1277"/>
                </a:lnTo>
                <a:lnTo>
                  <a:pt x="1553" y="1278"/>
                </a:lnTo>
                <a:lnTo>
                  <a:pt x="1553" y="1279"/>
                </a:lnTo>
                <a:lnTo>
                  <a:pt x="1552" y="1279"/>
                </a:lnTo>
                <a:lnTo>
                  <a:pt x="1552" y="1280"/>
                </a:lnTo>
                <a:lnTo>
                  <a:pt x="1552" y="1281"/>
                </a:lnTo>
                <a:lnTo>
                  <a:pt x="1552" y="1282"/>
                </a:lnTo>
                <a:lnTo>
                  <a:pt x="1551" y="1282"/>
                </a:lnTo>
                <a:lnTo>
                  <a:pt x="1552" y="1282"/>
                </a:lnTo>
                <a:lnTo>
                  <a:pt x="1553" y="1282"/>
                </a:lnTo>
                <a:lnTo>
                  <a:pt x="1554" y="1282"/>
                </a:lnTo>
                <a:lnTo>
                  <a:pt x="1554" y="1283"/>
                </a:lnTo>
                <a:lnTo>
                  <a:pt x="1554" y="1284"/>
                </a:lnTo>
                <a:lnTo>
                  <a:pt x="1554" y="1285"/>
                </a:lnTo>
                <a:lnTo>
                  <a:pt x="1554" y="1286"/>
                </a:lnTo>
                <a:lnTo>
                  <a:pt x="1553" y="1286"/>
                </a:lnTo>
                <a:lnTo>
                  <a:pt x="1553" y="1287"/>
                </a:lnTo>
                <a:lnTo>
                  <a:pt x="1553" y="1288"/>
                </a:lnTo>
                <a:lnTo>
                  <a:pt x="1554" y="1288"/>
                </a:lnTo>
                <a:lnTo>
                  <a:pt x="1554" y="1289"/>
                </a:lnTo>
                <a:lnTo>
                  <a:pt x="1555" y="1290"/>
                </a:lnTo>
                <a:lnTo>
                  <a:pt x="1556" y="1290"/>
                </a:lnTo>
                <a:lnTo>
                  <a:pt x="1556" y="1289"/>
                </a:lnTo>
                <a:lnTo>
                  <a:pt x="1557" y="1289"/>
                </a:lnTo>
                <a:lnTo>
                  <a:pt x="1558" y="1290"/>
                </a:lnTo>
                <a:lnTo>
                  <a:pt x="1559" y="1290"/>
                </a:lnTo>
                <a:lnTo>
                  <a:pt x="1561" y="1290"/>
                </a:lnTo>
                <a:lnTo>
                  <a:pt x="1562" y="1290"/>
                </a:lnTo>
                <a:lnTo>
                  <a:pt x="1562" y="1291"/>
                </a:lnTo>
                <a:lnTo>
                  <a:pt x="1562" y="1292"/>
                </a:lnTo>
                <a:lnTo>
                  <a:pt x="1563" y="1292"/>
                </a:lnTo>
                <a:lnTo>
                  <a:pt x="1565" y="1292"/>
                </a:lnTo>
                <a:lnTo>
                  <a:pt x="1565" y="1293"/>
                </a:lnTo>
                <a:lnTo>
                  <a:pt x="1566" y="1293"/>
                </a:lnTo>
                <a:lnTo>
                  <a:pt x="1567" y="1292"/>
                </a:lnTo>
                <a:lnTo>
                  <a:pt x="1567" y="1293"/>
                </a:lnTo>
                <a:lnTo>
                  <a:pt x="1568" y="1293"/>
                </a:lnTo>
                <a:lnTo>
                  <a:pt x="1568" y="1292"/>
                </a:lnTo>
                <a:lnTo>
                  <a:pt x="1569" y="1292"/>
                </a:lnTo>
                <a:lnTo>
                  <a:pt x="1570" y="1292"/>
                </a:lnTo>
                <a:lnTo>
                  <a:pt x="1570" y="1293"/>
                </a:lnTo>
                <a:lnTo>
                  <a:pt x="1571" y="1293"/>
                </a:lnTo>
                <a:lnTo>
                  <a:pt x="1572" y="1293"/>
                </a:lnTo>
                <a:lnTo>
                  <a:pt x="1574" y="1293"/>
                </a:lnTo>
                <a:lnTo>
                  <a:pt x="1575" y="1293"/>
                </a:lnTo>
                <a:lnTo>
                  <a:pt x="1576" y="1293"/>
                </a:lnTo>
                <a:lnTo>
                  <a:pt x="1576" y="1294"/>
                </a:lnTo>
                <a:lnTo>
                  <a:pt x="1577" y="1294"/>
                </a:lnTo>
                <a:lnTo>
                  <a:pt x="1578" y="1294"/>
                </a:lnTo>
                <a:lnTo>
                  <a:pt x="1579" y="1294"/>
                </a:lnTo>
                <a:lnTo>
                  <a:pt x="1579" y="1295"/>
                </a:lnTo>
                <a:lnTo>
                  <a:pt x="1580" y="1295"/>
                </a:lnTo>
                <a:lnTo>
                  <a:pt x="1581" y="1295"/>
                </a:lnTo>
                <a:lnTo>
                  <a:pt x="1581" y="1296"/>
                </a:lnTo>
                <a:lnTo>
                  <a:pt x="1581" y="1297"/>
                </a:lnTo>
                <a:lnTo>
                  <a:pt x="1580" y="1297"/>
                </a:lnTo>
                <a:lnTo>
                  <a:pt x="1580" y="1298"/>
                </a:lnTo>
                <a:lnTo>
                  <a:pt x="1581" y="1298"/>
                </a:lnTo>
                <a:lnTo>
                  <a:pt x="1581" y="1299"/>
                </a:lnTo>
                <a:lnTo>
                  <a:pt x="1581" y="1300"/>
                </a:lnTo>
                <a:lnTo>
                  <a:pt x="1581" y="1301"/>
                </a:lnTo>
                <a:lnTo>
                  <a:pt x="1582" y="1301"/>
                </a:lnTo>
                <a:lnTo>
                  <a:pt x="1581" y="1301"/>
                </a:lnTo>
                <a:lnTo>
                  <a:pt x="1581" y="1302"/>
                </a:lnTo>
                <a:lnTo>
                  <a:pt x="1581" y="1303"/>
                </a:lnTo>
                <a:lnTo>
                  <a:pt x="1581" y="1304"/>
                </a:lnTo>
                <a:lnTo>
                  <a:pt x="1580" y="1304"/>
                </a:lnTo>
                <a:lnTo>
                  <a:pt x="1581" y="1304"/>
                </a:lnTo>
                <a:lnTo>
                  <a:pt x="1581" y="1305"/>
                </a:lnTo>
                <a:lnTo>
                  <a:pt x="1583" y="1305"/>
                </a:lnTo>
                <a:lnTo>
                  <a:pt x="1583" y="1306"/>
                </a:lnTo>
                <a:lnTo>
                  <a:pt x="1582" y="1306"/>
                </a:lnTo>
                <a:lnTo>
                  <a:pt x="1582" y="1307"/>
                </a:lnTo>
                <a:lnTo>
                  <a:pt x="1582" y="1308"/>
                </a:lnTo>
                <a:lnTo>
                  <a:pt x="1581" y="1308"/>
                </a:lnTo>
                <a:lnTo>
                  <a:pt x="1581" y="1309"/>
                </a:lnTo>
                <a:lnTo>
                  <a:pt x="1581" y="1310"/>
                </a:lnTo>
                <a:lnTo>
                  <a:pt x="1582" y="1310"/>
                </a:lnTo>
                <a:lnTo>
                  <a:pt x="1582" y="1311"/>
                </a:lnTo>
                <a:lnTo>
                  <a:pt x="1581" y="1311"/>
                </a:lnTo>
                <a:lnTo>
                  <a:pt x="1581" y="1312"/>
                </a:lnTo>
                <a:lnTo>
                  <a:pt x="1581" y="1313"/>
                </a:lnTo>
                <a:lnTo>
                  <a:pt x="1581" y="1314"/>
                </a:lnTo>
                <a:lnTo>
                  <a:pt x="1581" y="1315"/>
                </a:lnTo>
                <a:lnTo>
                  <a:pt x="1580" y="1315"/>
                </a:lnTo>
                <a:lnTo>
                  <a:pt x="1580" y="1316"/>
                </a:lnTo>
                <a:lnTo>
                  <a:pt x="1581" y="1316"/>
                </a:lnTo>
                <a:lnTo>
                  <a:pt x="1581" y="1317"/>
                </a:lnTo>
                <a:lnTo>
                  <a:pt x="1582" y="1317"/>
                </a:lnTo>
                <a:lnTo>
                  <a:pt x="1583" y="1318"/>
                </a:lnTo>
                <a:lnTo>
                  <a:pt x="1582" y="1318"/>
                </a:lnTo>
                <a:lnTo>
                  <a:pt x="1582" y="1319"/>
                </a:lnTo>
                <a:lnTo>
                  <a:pt x="1583" y="1319"/>
                </a:lnTo>
                <a:lnTo>
                  <a:pt x="1584" y="1319"/>
                </a:lnTo>
                <a:lnTo>
                  <a:pt x="1585" y="1319"/>
                </a:lnTo>
                <a:lnTo>
                  <a:pt x="1585" y="1320"/>
                </a:lnTo>
                <a:lnTo>
                  <a:pt x="1584" y="1321"/>
                </a:lnTo>
                <a:lnTo>
                  <a:pt x="1583" y="1322"/>
                </a:lnTo>
                <a:lnTo>
                  <a:pt x="1583" y="1323"/>
                </a:lnTo>
                <a:lnTo>
                  <a:pt x="1582" y="1323"/>
                </a:lnTo>
                <a:lnTo>
                  <a:pt x="1582" y="1324"/>
                </a:lnTo>
                <a:lnTo>
                  <a:pt x="1582" y="1325"/>
                </a:lnTo>
                <a:lnTo>
                  <a:pt x="1583" y="1325"/>
                </a:lnTo>
                <a:lnTo>
                  <a:pt x="1584" y="1326"/>
                </a:lnTo>
                <a:lnTo>
                  <a:pt x="1585" y="1327"/>
                </a:lnTo>
                <a:lnTo>
                  <a:pt x="1586" y="1327"/>
                </a:lnTo>
                <a:lnTo>
                  <a:pt x="1587" y="1327"/>
                </a:lnTo>
                <a:lnTo>
                  <a:pt x="1587" y="1328"/>
                </a:lnTo>
                <a:lnTo>
                  <a:pt x="1586" y="1328"/>
                </a:lnTo>
                <a:lnTo>
                  <a:pt x="1586" y="1329"/>
                </a:lnTo>
                <a:lnTo>
                  <a:pt x="1587" y="1329"/>
                </a:lnTo>
                <a:lnTo>
                  <a:pt x="1586" y="1330"/>
                </a:lnTo>
                <a:lnTo>
                  <a:pt x="1586" y="1331"/>
                </a:lnTo>
                <a:lnTo>
                  <a:pt x="1587" y="1331"/>
                </a:lnTo>
                <a:lnTo>
                  <a:pt x="1587" y="1332"/>
                </a:lnTo>
                <a:lnTo>
                  <a:pt x="1586" y="1333"/>
                </a:lnTo>
                <a:lnTo>
                  <a:pt x="1587" y="1333"/>
                </a:lnTo>
                <a:lnTo>
                  <a:pt x="1588" y="1334"/>
                </a:lnTo>
                <a:lnTo>
                  <a:pt x="1588" y="1335"/>
                </a:lnTo>
                <a:lnTo>
                  <a:pt x="1589" y="1335"/>
                </a:lnTo>
                <a:lnTo>
                  <a:pt x="1589" y="1336"/>
                </a:lnTo>
                <a:lnTo>
                  <a:pt x="1589" y="1337"/>
                </a:lnTo>
                <a:lnTo>
                  <a:pt x="1589" y="1338"/>
                </a:lnTo>
                <a:lnTo>
                  <a:pt x="1589" y="1339"/>
                </a:lnTo>
                <a:lnTo>
                  <a:pt x="1588" y="1339"/>
                </a:lnTo>
                <a:lnTo>
                  <a:pt x="1588" y="1340"/>
                </a:lnTo>
                <a:lnTo>
                  <a:pt x="1586" y="1340"/>
                </a:lnTo>
                <a:lnTo>
                  <a:pt x="1585" y="1340"/>
                </a:lnTo>
                <a:lnTo>
                  <a:pt x="1584" y="1340"/>
                </a:lnTo>
                <a:lnTo>
                  <a:pt x="1583" y="1340"/>
                </a:lnTo>
                <a:lnTo>
                  <a:pt x="1582" y="1340"/>
                </a:lnTo>
                <a:lnTo>
                  <a:pt x="1581" y="1340"/>
                </a:lnTo>
                <a:lnTo>
                  <a:pt x="1581" y="1339"/>
                </a:lnTo>
                <a:lnTo>
                  <a:pt x="1580" y="1339"/>
                </a:lnTo>
                <a:lnTo>
                  <a:pt x="1579" y="1339"/>
                </a:lnTo>
                <a:lnTo>
                  <a:pt x="1578" y="1339"/>
                </a:lnTo>
                <a:lnTo>
                  <a:pt x="1577" y="1338"/>
                </a:lnTo>
                <a:lnTo>
                  <a:pt x="1577" y="1339"/>
                </a:lnTo>
                <a:lnTo>
                  <a:pt x="1576" y="1339"/>
                </a:lnTo>
                <a:lnTo>
                  <a:pt x="1575" y="1339"/>
                </a:lnTo>
                <a:lnTo>
                  <a:pt x="1575" y="1340"/>
                </a:lnTo>
                <a:lnTo>
                  <a:pt x="1574" y="1340"/>
                </a:lnTo>
                <a:lnTo>
                  <a:pt x="1574" y="1341"/>
                </a:lnTo>
                <a:lnTo>
                  <a:pt x="1574" y="1342"/>
                </a:lnTo>
                <a:lnTo>
                  <a:pt x="1574" y="1343"/>
                </a:lnTo>
                <a:lnTo>
                  <a:pt x="1573" y="1344"/>
                </a:lnTo>
                <a:lnTo>
                  <a:pt x="1573" y="1345"/>
                </a:lnTo>
                <a:lnTo>
                  <a:pt x="1572" y="1345"/>
                </a:lnTo>
                <a:lnTo>
                  <a:pt x="1572" y="1346"/>
                </a:lnTo>
                <a:lnTo>
                  <a:pt x="1571" y="1346"/>
                </a:lnTo>
                <a:lnTo>
                  <a:pt x="1571" y="1347"/>
                </a:lnTo>
                <a:lnTo>
                  <a:pt x="1571" y="1346"/>
                </a:lnTo>
                <a:lnTo>
                  <a:pt x="1570" y="1346"/>
                </a:lnTo>
                <a:lnTo>
                  <a:pt x="1569" y="1346"/>
                </a:lnTo>
                <a:lnTo>
                  <a:pt x="1568" y="1347"/>
                </a:lnTo>
                <a:lnTo>
                  <a:pt x="1567" y="1347"/>
                </a:lnTo>
                <a:lnTo>
                  <a:pt x="1566" y="1347"/>
                </a:lnTo>
                <a:lnTo>
                  <a:pt x="1565" y="1348"/>
                </a:lnTo>
                <a:lnTo>
                  <a:pt x="1564" y="1348"/>
                </a:lnTo>
                <a:lnTo>
                  <a:pt x="1562" y="1346"/>
                </a:lnTo>
                <a:lnTo>
                  <a:pt x="1561" y="1346"/>
                </a:lnTo>
                <a:lnTo>
                  <a:pt x="1562" y="1346"/>
                </a:lnTo>
                <a:lnTo>
                  <a:pt x="1562" y="1345"/>
                </a:lnTo>
                <a:lnTo>
                  <a:pt x="1561" y="1345"/>
                </a:lnTo>
                <a:lnTo>
                  <a:pt x="1560" y="1345"/>
                </a:lnTo>
                <a:lnTo>
                  <a:pt x="1559" y="1344"/>
                </a:lnTo>
                <a:lnTo>
                  <a:pt x="1559" y="1343"/>
                </a:lnTo>
                <a:lnTo>
                  <a:pt x="1559" y="1342"/>
                </a:lnTo>
                <a:lnTo>
                  <a:pt x="1558" y="1341"/>
                </a:lnTo>
                <a:lnTo>
                  <a:pt x="1558" y="1340"/>
                </a:lnTo>
                <a:lnTo>
                  <a:pt x="1557" y="1340"/>
                </a:lnTo>
                <a:lnTo>
                  <a:pt x="1556" y="1340"/>
                </a:lnTo>
                <a:lnTo>
                  <a:pt x="1555" y="1340"/>
                </a:lnTo>
                <a:lnTo>
                  <a:pt x="1555" y="1339"/>
                </a:lnTo>
                <a:lnTo>
                  <a:pt x="1554" y="1339"/>
                </a:lnTo>
                <a:lnTo>
                  <a:pt x="1553" y="1339"/>
                </a:lnTo>
                <a:lnTo>
                  <a:pt x="1553" y="1338"/>
                </a:lnTo>
                <a:lnTo>
                  <a:pt x="1552" y="1338"/>
                </a:lnTo>
                <a:lnTo>
                  <a:pt x="1551" y="1337"/>
                </a:lnTo>
                <a:lnTo>
                  <a:pt x="1550" y="1337"/>
                </a:lnTo>
                <a:lnTo>
                  <a:pt x="1550" y="1336"/>
                </a:lnTo>
                <a:lnTo>
                  <a:pt x="1549" y="1336"/>
                </a:lnTo>
                <a:lnTo>
                  <a:pt x="1547" y="1336"/>
                </a:lnTo>
                <a:lnTo>
                  <a:pt x="1546" y="1336"/>
                </a:lnTo>
                <a:lnTo>
                  <a:pt x="1544" y="1336"/>
                </a:lnTo>
                <a:lnTo>
                  <a:pt x="1543" y="1336"/>
                </a:lnTo>
                <a:lnTo>
                  <a:pt x="1542" y="1336"/>
                </a:lnTo>
                <a:lnTo>
                  <a:pt x="1541" y="1336"/>
                </a:lnTo>
                <a:lnTo>
                  <a:pt x="1540" y="1336"/>
                </a:lnTo>
                <a:lnTo>
                  <a:pt x="1539" y="1336"/>
                </a:lnTo>
                <a:lnTo>
                  <a:pt x="1539" y="1335"/>
                </a:lnTo>
                <a:lnTo>
                  <a:pt x="1538" y="1335"/>
                </a:lnTo>
                <a:lnTo>
                  <a:pt x="1536" y="1334"/>
                </a:lnTo>
                <a:lnTo>
                  <a:pt x="1535" y="1334"/>
                </a:lnTo>
                <a:lnTo>
                  <a:pt x="1533" y="1335"/>
                </a:lnTo>
                <a:lnTo>
                  <a:pt x="1532" y="1335"/>
                </a:lnTo>
                <a:lnTo>
                  <a:pt x="1532" y="1336"/>
                </a:lnTo>
                <a:lnTo>
                  <a:pt x="1531" y="1336"/>
                </a:lnTo>
                <a:lnTo>
                  <a:pt x="1529" y="1336"/>
                </a:lnTo>
                <a:lnTo>
                  <a:pt x="1527" y="1336"/>
                </a:lnTo>
                <a:lnTo>
                  <a:pt x="1525" y="1335"/>
                </a:lnTo>
                <a:lnTo>
                  <a:pt x="1524" y="1335"/>
                </a:lnTo>
                <a:lnTo>
                  <a:pt x="1522" y="1335"/>
                </a:lnTo>
                <a:lnTo>
                  <a:pt x="1521" y="1334"/>
                </a:lnTo>
                <a:lnTo>
                  <a:pt x="1521" y="1335"/>
                </a:lnTo>
                <a:lnTo>
                  <a:pt x="1520" y="1335"/>
                </a:lnTo>
                <a:lnTo>
                  <a:pt x="1519" y="1335"/>
                </a:lnTo>
                <a:lnTo>
                  <a:pt x="1518" y="1335"/>
                </a:lnTo>
                <a:lnTo>
                  <a:pt x="1518" y="1334"/>
                </a:lnTo>
                <a:lnTo>
                  <a:pt x="1517" y="1333"/>
                </a:lnTo>
                <a:lnTo>
                  <a:pt x="1516" y="1333"/>
                </a:lnTo>
                <a:lnTo>
                  <a:pt x="1515" y="1333"/>
                </a:lnTo>
                <a:lnTo>
                  <a:pt x="1514" y="1333"/>
                </a:lnTo>
                <a:lnTo>
                  <a:pt x="1513" y="1333"/>
                </a:lnTo>
                <a:lnTo>
                  <a:pt x="1512" y="1333"/>
                </a:lnTo>
                <a:lnTo>
                  <a:pt x="1511" y="1333"/>
                </a:lnTo>
                <a:lnTo>
                  <a:pt x="1510" y="1333"/>
                </a:lnTo>
                <a:lnTo>
                  <a:pt x="1509" y="1333"/>
                </a:lnTo>
                <a:lnTo>
                  <a:pt x="1508" y="1332"/>
                </a:lnTo>
                <a:lnTo>
                  <a:pt x="1507" y="1331"/>
                </a:lnTo>
                <a:lnTo>
                  <a:pt x="1506" y="1331"/>
                </a:lnTo>
                <a:lnTo>
                  <a:pt x="1506" y="1330"/>
                </a:lnTo>
                <a:lnTo>
                  <a:pt x="1504" y="1330"/>
                </a:lnTo>
                <a:lnTo>
                  <a:pt x="1503" y="1330"/>
                </a:lnTo>
                <a:lnTo>
                  <a:pt x="1502" y="1330"/>
                </a:lnTo>
                <a:lnTo>
                  <a:pt x="1501" y="1329"/>
                </a:lnTo>
                <a:lnTo>
                  <a:pt x="1500" y="1329"/>
                </a:lnTo>
                <a:lnTo>
                  <a:pt x="1500" y="1328"/>
                </a:lnTo>
                <a:lnTo>
                  <a:pt x="1499" y="1328"/>
                </a:lnTo>
                <a:lnTo>
                  <a:pt x="1500" y="1327"/>
                </a:lnTo>
                <a:lnTo>
                  <a:pt x="1500" y="1326"/>
                </a:lnTo>
                <a:lnTo>
                  <a:pt x="1501" y="1325"/>
                </a:lnTo>
                <a:lnTo>
                  <a:pt x="1500" y="1325"/>
                </a:lnTo>
                <a:lnTo>
                  <a:pt x="1500" y="1324"/>
                </a:lnTo>
                <a:lnTo>
                  <a:pt x="1499" y="1324"/>
                </a:lnTo>
                <a:lnTo>
                  <a:pt x="1498" y="1324"/>
                </a:lnTo>
                <a:lnTo>
                  <a:pt x="1497" y="1324"/>
                </a:lnTo>
                <a:lnTo>
                  <a:pt x="1496" y="1324"/>
                </a:lnTo>
                <a:lnTo>
                  <a:pt x="1495" y="1324"/>
                </a:lnTo>
                <a:lnTo>
                  <a:pt x="1495" y="1323"/>
                </a:lnTo>
                <a:lnTo>
                  <a:pt x="1494" y="1323"/>
                </a:lnTo>
                <a:lnTo>
                  <a:pt x="1494" y="1324"/>
                </a:lnTo>
                <a:lnTo>
                  <a:pt x="1493" y="1323"/>
                </a:lnTo>
                <a:lnTo>
                  <a:pt x="1492" y="1322"/>
                </a:lnTo>
                <a:lnTo>
                  <a:pt x="1492" y="1321"/>
                </a:lnTo>
                <a:lnTo>
                  <a:pt x="1489" y="1321"/>
                </a:lnTo>
                <a:lnTo>
                  <a:pt x="1488" y="1321"/>
                </a:lnTo>
                <a:lnTo>
                  <a:pt x="1488" y="1322"/>
                </a:lnTo>
                <a:lnTo>
                  <a:pt x="1489" y="1322"/>
                </a:lnTo>
                <a:lnTo>
                  <a:pt x="1490" y="1322"/>
                </a:lnTo>
                <a:lnTo>
                  <a:pt x="1490" y="1323"/>
                </a:lnTo>
                <a:lnTo>
                  <a:pt x="1490" y="1324"/>
                </a:lnTo>
                <a:lnTo>
                  <a:pt x="1490" y="1325"/>
                </a:lnTo>
                <a:lnTo>
                  <a:pt x="1490" y="1326"/>
                </a:lnTo>
                <a:lnTo>
                  <a:pt x="1490" y="1327"/>
                </a:lnTo>
                <a:lnTo>
                  <a:pt x="1489" y="1328"/>
                </a:lnTo>
                <a:lnTo>
                  <a:pt x="1489" y="1329"/>
                </a:lnTo>
                <a:lnTo>
                  <a:pt x="1489" y="1330"/>
                </a:lnTo>
                <a:lnTo>
                  <a:pt x="1489" y="1331"/>
                </a:lnTo>
                <a:lnTo>
                  <a:pt x="1488" y="1331"/>
                </a:lnTo>
                <a:lnTo>
                  <a:pt x="1488" y="1332"/>
                </a:lnTo>
                <a:lnTo>
                  <a:pt x="1487" y="1333"/>
                </a:lnTo>
                <a:lnTo>
                  <a:pt x="1486" y="1333"/>
                </a:lnTo>
                <a:lnTo>
                  <a:pt x="1486" y="1334"/>
                </a:lnTo>
                <a:lnTo>
                  <a:pt x="1485" y="1334"/>
                </a:lnTo>
                <a:lnTo>
                  <a:pt x="1484" y="1335"/>
                </a:lnTo>
                <a:lnTo>
                  <a:pt x="1483" y="1335"/>
                </a:lnTo>
                <a:lnTo>
                  <a:pt x="1482" y="1336"/>
                </a:lnTo>
                <a:lnTo>
                  <a:pt x="1483" y="1337"/>
                </a:lnTo>
                <a:lnTo>
                  <a:pt x="1483" y="1338"/>
                </a:lnTo>
                <a:lnTo>
                  <a:pt x="1483" y="1339"/>
                </a:lnTo>
                <a:lnTo>
                  <a:pt x="1483" y="1340"/>
                </a:lnTo>
                <a:lnTo>
                  <a:pt x="1483" y="1341"/>
                </a:lnTo>
                <a:lnTo>
                  <a:pt x="1483" y="1342"/>
                </a:lnTo>
                <a:lnTo>
                  <a:pt x="1483" y="1343"/>
                </a:lnTo>
                <a:lnTo>
                  <a:pt x="1482" y="1343"/>
                </a:lnTo>
                <a:lnTo>
                  <a:pt x="1482" y="1342"/>
                </a:lnTo>
                <a:lnTo>
                  <a:pt x="1481" y="1342"/>
                </a:lnTo>
                <a:lnTo>
                  <a:pt x="1480" y="1341"/>
                </a:lnTo>
                <a:lnTo>
                  <a:pt x="1480" y="1342"/>
                </a:lnTo>
                <a:lnTo>
                  <a:pt x="1479" y="1342"/>
                </a:lnTo>
                <a:lnTo>
                  <a:pt x="1479" y="1341"/>
                </a:lnTo>
                <a:lnTo>
                  <a:pt x="1479" y="1342"/>
                </a:lnTo>
                <a:lnTo>
                  <a:pt x="1477" y="1342"/>
                </a:lnTo>
                <a:lnTo>
                  <a:pt x="1476" y="1341"/>
                </a:lnTo>
                <a:lnTo>
                  <a:pt x="1475" y="1341"/>
                </a:lnTo>
                <a:lnTo>
                  <a:pt x="1474" y="1341"/>
                </a:lnTo>
                <a:lnTo>
                  <a:pt x="1475" y="1341"/>
                </a:lnTo>
                <a:lnTo>
                  <a:pt x="1475" y="1342"/>
                </a:lnTo>
                <a:lnTo>
                  <a:pt x="1474" y="1342"/>
                </a:lnTo>
                <a:lnTo>
                  <a:pt x="1473" y="1342"/>
                </a:lnTo>
                <a:lnTo>
                  <a:pt x="1473" y="1341"/>
                </a:lnTo>
                <a:lnTo>
                  <a:pt x="1472" y="1342"/>
                </a:lnTo>
                <a:lnTo>
                  <a:pt x="1472" y="1341"/>
                </a:lnTo>
                <a:lnTo>
                  <a:pt x="1471" y="1341"/>
                </a:lnTo>
                <a:lnTo>
                  <a:pt x="1471" y="1342"/>
                </a:lnTo>
                <a:lnTo>
                  <a:pt x="1470" y="1342"/>
                </a:lnTo>
                <a:lnTo>
                  <a:pt x="1469" y="1342"/>
                </a:lnTo>
                <a:lnTo>
                  <a:pt x="1468" y="1342"/>
                </a:lnTo>
                <a:lnTo>
                  <a:pt x="1468" y="1341"/>
                </a:lnTo>
                <a:lnTo>
                  <a:pt x="1467" y="1341"/>
                </a:lnTo>
                <a:lnTo>
                  <a:pt x="1467" y="1342"/>
                </a:lnTo>
                <a:lnTo>
                  <a:pt x="1466" y="1342"/>
                </a:lnTo>
                <a:lnTo>
                  <a:pt x="1466" y="1341"/>
                </a:lnTo>
                <a:lnTo>
                  <a:pt x="1465" y="1341"/>
                </a:lnTo>
                <a:lnTo>
                  <a:pt x="1464" y="1341"/>
                </a:lnTo>
                <a:lnTo>
                  <a:pt x="1463" y="1341"/>
                </a:lnTo>
                <a:lnTo>
                  <a:pt x="1463" y="1340"/>
                </a:lnTo>
                <a:lnTo>
                  <a:pt x="1462" y="1340"/>
                </a:lnTo>
                <a:lnTo>
                  <a:pt x="1461" y="1339"/>
                </a:lnTo>
                <a:lnTo>
                  <a:pt x="1460" y="1339"/>
                </a:lnTo>
                <a:lnTo>
                  <a:pt x="1460" y="1340"/>
                </a:lnTo>
                <a:lnTo>
                  <a:pt x="1459" y="1340"/>
                </a:lnTo>
                <a:lnTo>
                  <a:pt x="1458" y="1340"/>
                </a:lnTo>
                <a:lnTo>
                  <a:pt x="1458" y="1339"/>
                </a:lnTo>
                <a:lnTo>
                  <a:pt x="1457" y="1339"/>
                </a:lnTo>
                <a:lnTo>
                  <a:pt x="1456" y="1339"/>
                </a:lnTo>
                <a:lnTo>
                  <a:pt x="1455" y="1339"/>
                </a:lnTo>
                <a:lnTo>
                  <a:pt x="1455" y="1338"/>
                </a:lnTo>
                <a:lnTo>
                  <a:pt x="1453" y="1338"/>
                </a:lnTo>
                <a:lnTo>
                  <a:pt x="1452" y="1338"/>
                </a:lnTo>
                <a:lnTo>
                  <a:pt x="1452" y="1337"/>
                </a:lnTo>
                <a:lnTo>
                  <a:pt x="1451" y="1337"/>
                </a:lnTo>
                <a:lnTo>
                  <a:pt x="1451" y="1336"/>
                </a:lnTo>
                <a:lnTo>
                  <a:pt x="1450" y="1336"/>
                </a:lnTo>
                <a:lnTo>
                  <a:pt x="1449" y="1336"/>
                </a:lnTo>
                <a:lnTo>
                  <a:pt x="1449" y="1335"/>
                </a:lnTo>
                <a:lnTo>
                  <a:pt x="1448" y="1335"/>
                </a:lnTo>
                <a:lnTo>
                  <a:pt x="1447" y="1336"/>
                </a:lnTo>
                <a:lnTo>
                  <a:pt x="1446" y="1336"/>
                </a:lnTo>
                <a:lnTo>
                  <a:pt x="1446" y="1335"/>
                </a:lnTo>
                <a:lnTo>
                  <a:pt x="1445" y="1335"/>
                </a:lnTo>
                <a:lnTo>
                  <a:pt x="1444" y="1335"/>
                </a:lnTo>
                <a:lnTo>
                  <a:pt x="1444" y="1334"/>
                </a:lnTo>
                <a:lnTo>
                  <a:pt x="1443" y="1334"/>
                </a:lnTo>
                <a:lnTo>
                  <a:pt x="1442" y="1334"/>
                </a:lnTo>
                <a:lnTo>
                  <a:pt x="1442" y="1333"/>
                </a:lnTo>
                <a:lnTo>
                  <a:pt x="1442" y="1334"/>
                </a:lnTo>
                <a:lnTo>
                  <a:pt x="1441" y="1334"/>
                </a:lnTo>
                <a:lnTo>
                  <a:pt x="1441" y="1333"/>
                </a:lnTo>
                <a:lnTo>
                  <a:pt x="1441" y="1332"/>
                </a:lnTo>
                <a:lnTo>
                  <a:pt x="1440" y="1332"/>
                </a:lnTo>
                <a:lnTo>
                  <a:pt x="1439" y="1332"/>
                </a:lnTo>
                <a:lnTo>
                  <a:pt x="1439" y="1331"/>
                </a:lnTo>
                <a:lnTo>
                  <a:pt x="1438" y="1331"/>
                </a:lnTo>
                <a:lnTo>
                  <a:pt x="1437" y="1331"/>
                </a:lnTo>
                <a:lnTo>
                  <a:pt x="1437" y="1330"/>
                </a:lnTo>
                <a:lnTo>
                  <a:pt x="1436" y="1330"/>
                </a:lnTo>
                <a:lnTo>
                  <a:pt x="1436" y="1329"/>
                </a:lnTo>
                <a:lnTo>
                  <a:pt x="1436" y="1328"/>
                </a:lnTo>
                <a:lnTo>
                  <a:pt x="1435" y="1328"/>
                </a:lnTo>
                <a:lnTo>
                  <a:pt x="1434" y="1328"/>
                </a:lnTo>
                <a:lnTo>
                  <a:pt x="1433" y="1328"/>
                </a:lnTo>
                <a:lnTo>
                  <a:pt x="1432" y="1328"/>
                </a:lnTo>
                <a:lnTo>
                  <a:pt x="1432" y="1327"/>
                </a:lnTo>
                <a:lnTo>
                  <a:pt x="1431" y="1327"/>
                </a:lnTo>
                <a:lnTo>
                  <a:pt x="1431" y="1326"/>
                </a:lnTo>
                <a:lnTo>
                  <a:pt x="1430" y="1326"/>
                </a:lnTo>
                <a:lnTo>
                  <a:pt x="1429" y="1326"/>
                </a:lnTo>
                <a:lnTo>
                  <a:pt x="1428" y="1325"/>
                </a:lnTo>
                <a:lnTo>
                  <a:pt x="1427" y="1325"/>
                </a:lnTo>
                <a:lnTo>
                  <a:pt x="1426" y="1326"/>
                </a:lnTo>
                <a:lnTo>
                  <a:pt x="1424" y="1326"/>
                </a:lnTo>
                <a:lnTo>
                  <a:pt x="1424" y="1325"/>
                </a:lnTo>
                <a:lnTo>
                  <a:pt x="1423" y="1325"/>
                </a:lnTo>
                <a:lnTo>
                  <a:pt x="1423" y="1324"/>
                </a:lnTo>
                <a:lnTo>
                  <a:pt x="1422" y="1323"/>
                </a:lnTo>
                <a:lnTo>
                  <a:pt x="1423" y="1323"/>
                </a:lnTo>
                <a:lnTo>
                  <a:pt x="1422" y="1323"/>
                </a:lnTo>
                <a:lnTo>
                  <a:pt x="1422" y="1322"/>
                </a:lnTo>
                <a:lnTo>
                  <a:pt x="1421" y="1322"/>
                </a:lnTo>
                <a:lnTo>
                  <a:pt x="1421" y="1321"/>
                </a:lnTo>
                <a:lnTo>
                  <a:pt x="1420" y="1321"/>
                </a:lnTo>
                <a:lnTo>
                  <a:pt x="1420" y="1320"/>
                </a:lnTo>
                <a:lnTo>
                  <a:pt x="1419" y="1320"/>
                </a:lnTo>
                <a:lnTo>
                  <a:pt x="1418" y="1320"/>
                </a:lnTo>
                <a:lnTo>
                  <a:pt x="1418" y="1321"/>
                </a:lnTo>
                <a:lnTo>
                  <a:pt x="1417" y="1321"/>
                </a:lnTo>
                <a:lnTo>
                  <a:pt x="1417" y="1322"/>
                </a:lnTo>
                <a:lnTo>
                  <a:pt x="1416" y="1322"/>
                </a:lnTo>
                <a:lnTo>
                  <a:pt x="1416" y="1323"/>
                </a:lnTo>
                <a:lnTo>
                  <a:pt x="1415" y="1323"/>
                </a:lnTo>
                <a:lnTo>
                  <a:pt x="1414" y="1323"/>
                </a:lnTo>
                <a:lnTo>
                  <a:pt x="1413" y="1323"/>
                </a:lnTo>
                <a:lnTo>
                  <a:pt x="1412" y="1323"/>
                </a:lnTo>
                <a:lnTo>
                  <a:pt x="1411" y="1323"/>
                </a:lnTo>
                <a:lnTo>
                  <a:pt x="1410" y="1324"/>
                </a:lnTo>
                <a:lnTo>
                  <a:pt x="1409" y="1324"/>
                </a:lnTo>
                <a:lnTo>
                  <a:pt x="1408" y="1323"/>
                </a:lnTo>
                <a:lnTo>
                  <a:pt x="1407" y="1323"/>
                </a:lnTo>
                <a:lnTo>
                  <a:pt x="1407" y="1322"/>
                </a:lnTo>
                <a:lnTo>
                  <a:pt x="1407" y="1321"/>
                </a:lnTo>
                <a:lnTo>
                  <a:pt x="1407" y="1320"/>
                </a:lnTo>
                <a:lnTo>
                  <a:pt x="1406" y="1320"/>
                </a:lnTo>
                <a:lnTo>
                  <a:pt x="1406" y="1321"/>
                </a:lnTo>
                <a:lnTo>
                  <a:pt x="1406" y="1320"/>
                </a:lnTo>
                <a:lnTo>
                  <a:pt x="1405" y="1320"/>
                </a:lnTo>
                <a:lnTo>
                  <a:pt x="1404" y="1320"/>
                </a:lnTo>
                <a:lnTo>
                  <a:pt x="1403" y="1320"/>
                </a:lnTo>
                <a:lnTo>
                  <a:pt x="1403" y="1319"/>
                </a:lnTo>
                <a:lnTo>
                  <a:pt x="1403" y="1320"/>
                </a:lnTo>
                <a:lnTo>
                  <a:pt x="1402" y="1320"/>
                </a:lnTo>
                <a:lnTo>
                  <a:pt x="1402" y="1319"/>
                </a:lnTo>
                <a:lnTo>
                  <a:pt x="1402" y="1318"/>
                </a:lnTo>
                <a:lnTo>
                  <a:pt x="1401" y="1318"/>
                </a:lnTo>
                <a:lnTo>
                  <a:pt x="1400" y="1318"/>
                </a:lnTo>
                <a:lnTo>
                  <a:pt x="1399" y="1317"/>
                </a:lnTo>
                <a:lnTo>
                  <a:pt x="1398" y="1317"/>
                </a:lnTo>
                <a:lnTo>
                  <a:pt x="1397" y="1317"/>
                </a:lnTo>
                <a:lnTo>
                  <a:pt x="1397" y="1318"/>
                </a:lnTo>
                <a:lnTo>
                  <a:pt x="1397" y="1317"/>
                </a:lnTo>
                <a:lnTo>
                  <a:pt x="1396" y="1317"/>
                </a:lnTo>
                <a:lnTo>
                  <a:pt x="1395" y="1317"/>
                </a:lnTo>
                <a:lnTo>
                  <a:pt x="1394" y="1317"/>
                </a:lnTo>
                <a:lnTo>
                  <a:pt x="1394" y="1316"/>
                </a:lnTo>
                <a:lnTo>
                  <a:pt x="1393" y="1316"/>
                </a:lnTo>
                <a:lnTo>
                  <a:pt x="1393" y="1315"/>
                </a:lnTo>
                <a:lnTo>
                  <a:pt x="1392" y="1315"/>
                </a:lnTo>
                <a:lnTo>
                  <a:pt x="1392" y="1314"/>
                </a:lnTo>
                <a:lnTo>
                  <a:pt x="1392" y="1313"/>
                </a:lnTo>
                <a:lnTo>
                  <a:pt x="1391" y="1313"/>
                </a:lnTo>
                <a:lnTo>
                  <a:pt x="1391" y="1312"/>
                </a:lnTo>
                <a:lnTo>
                  <a:pt x="1390" y="1312"/>
                </a:lnTo>
                <a:lnTo>
                  <a:pt x="1390" y="1313"/>
                </a:lnTo>
                <a:lnTo>
                  <a:pt x="1390" y="1312"/>
                </a:lnTo>
                <a:lnTo>
                  <a:pt x="1389" y="1312"/>
                </a:lnTo>
                <a:lnTo>
                  <a:pt x="1389" y="1313"/>
                </a:lnTo>
                <a:lnTo>
                  <a:pt x="1388" y="1313"/>
                </a:lnTo>
                <a:lnTo>
                  <a:pt x="1387" y="1313"/>
                </a:lnTo>
                <a:lnTo>
                  <a:pt x="1386" y="1314"/>
                </a:lnTo>
                <a:lnTo>
                  <a:pt x="1385" y="1314"/>
                </a:lnTo>
                <a:lnTo>
                  <a:pt x="1385" y="1313"/>
                </a:lnTo>
                <a:lnTo>
                  <a:pt x="1384" y="1313"/>
                </a:lnTo>
                <a:lnTo>
                  <a:pt x="1383" y="1313"/>
                </a:lnTo>
                <a:lnTo>
                  <a:pt x="1382" y="1314"/>
                </a:lnTo>
                <a:lnTo>
                  <a:pt x="1381" y="1314"/>
                </a:lnTo>
                <a:lnTo>
                  <a:pt x="1381" y="1315"/>
                </a:lnTo>
                <a:lnTo>
                  <a:pt x="1380" y="1315"/>
                </a:lnTo>
                <a:lnTo>
                  <a:pt x="1380" y="1316"/>
                </a:lnTo>
                <a:lnTo>
                  <a:pt x="1379" y="1316"/>
                </a:lnTo>
                <a:lnTo>
                  <a:pt x="1379" y="1317"/>
                </a:lnTo>
                <a:lnTo>
                  <a:pt x="1379" y="1318"/>
                </a:lnTo>
                <a:lnTo>
                  <a:pt x="1379" y="1319"/>
                </a:lnTo>
                <a:lnTo>
                  <a:pt x="1378" y="1320"/>
                </a:lnTo>
                <a:lnTo>
                  <a:pt x="1377" y="1320"/>
                </a:lnTo>
                <a:lnTo>
                  <a:pt x="1376" y="1320"/>
                </a:lnTo>
                <a:lnTo>
                  <a:pt x="1376" y="1319"/>
                </a:lnTo>
                <a:lnTo>
                  <a:pt x="1375" y="1319"/>
                </a:lnTo>
                <a:lnTo>
                  <a:pt x="1375" y="1318"/>
                </a:lnTo>
                <a:lnTo>
                  <a:pt x="1374" y="1318"/>
                </a:lnTo>
                <a:lnTo>
                  <a:pt x="1374" y="1317"/>
                </a:lnTo>
                <a:lnTo>
                  <a:pt x="1373" y="1317"/>
                </a:lnTo>
                <a:lnTo>
                  <a:pt x="1373" y="1316"/>
                </a:lnTo>
                <a:lnTo>
                  <a:pt x="1373" y="1315"/>
                </a:lnTo>
                <a:lnTo>
                  <a:pt x="1372" y="1315"/>
                </a:lnTo>
                <a:lnTo>
                  <a:pt x="1372" y="1314"/>
                </a:lnTo>
                <a:lnTo>
                  <a:pt x="1372" y="1313"/>
                </a:lnTo>
                <a:lnTo>
                  <a:pt x="1371" y="1313"/>
                </a:lnTo>
                <a:lnTo>
                  <a:pt x="1369" y="1312"/>
                </a:lnTo>
                <a:lnTo>
                  <a:pt x="1368" y="1312"/>
                </a:lnTo>
                <a:lnTo>
                  <a:pt x="1367" y="1312"/>
                </a:lnTo>
                <a:lnTo>
                  <a:pt x="1367" y="1311"/>
                </a:lnTo>
                <a:lnTo>
                  <a:pt x="1367" y="1310"/>
                </a:lnTo>
                <a:lnTo>
                  <a:pt x="1366" y="1310"/>
                </a:lnTo>
                <a:lnTo>
                  <a:pt x="1365" y="1310"/>
                </a:lnTo>
                <a:lnTo>
                  <a:pt x="1364" y="1310"/>
                </a:lnTo>
                <a:lnTo>
                  <a:pt x="1363" y="1310"/>
                </a:lnTo>
                <a:lnTo>
                  <a:pt x="1363" y="1309"/>
                </a:lnTo>
                <a:lnTo>
                  <a:pt x="1363" y="1308"/>
                </a:lnTo>
                <a:lnTo>
                  <a:pt x="1363" y="1307"/>
                </a:lnTo>
                <a:lnTo>
                  <a:pt x="1363" y="1306"/>
                </a:lnTo>
                <a:lnTo>
                  <a:pt x="1363" y="1305"/>
                </a:lnTo>
                <a:lnTo>
                  <a:pt x="1362" y="1305"/>
                </a:lnTo>
                <a:lnTo>
                  <a:pt x="1362" y="1304"/>
                </a:lnTo>
                <a:lnTo>
                  <a:pt x="1361" y="1304"/>
                </a:lnTo>
                <a:lnTo>
                  <a:pt x="1361" y="1303"/>
                </a:lnTo>
                <a:lnTo>
                  <a:pt x="1360" y="1303"/>
                </a:lnTo>
                <a:lnTo>
                  <a:pt x="1360" y="1302"/>
                </a:lnTo>
                <a:lnTo>
                  <a:pt x="1359" y="1302"/>
                </a:lnTo>
                <a:lnTo>
                  <a:pt x="1358" y="1302"/>
                </a:lnTo>
                <a:lnTo>
                  <a:pt x="1357" y="1303"/>
                </a:lnTo>
                <a:lnTo>
                  <a:pt x="1357" y="1304"/>
                </a:lnTo>
                <a:lnTo>
                  <a:pt x="1356" y="1303"/>
                </a:lnTo>
                <a:lnTo>
                  <a:pt x="1355" y="1303"/>
                </a:lnTo>
                <a:lnTo>
                  <a:pt x="1354" y="1303"/>
                </a:lnTo>
                <a:lnTo>
                  <a:pt x="1353" y="1303"/>
                </a:lnTo>
                <a:lnTo>
                  <a:pt x="1352" y="1303"/>
                </a:lnTo>
                <a:lnTo>
                  <a:pt x="1351" y="1303"/>
                </a:lnTo>
                <a:lnTo>
                  <a:pt x="1351" y="1302"/>
                </a:lnTo>
                <a:lnTo>
                  <a:pt x="1351" y="1301"/>
                </a:lnTo>
                <a:lnTo>
                  <a:pt x="1351" y="1300"/>
                </a:lnTo>
                <a:lnTo>
                  <a:pt x="1350" y="1300"/>
                </a:lnTo>
                <a:lnTo>
                  <a:pt x="1349" y="1301"/>
                </a:lnTo>
                <a:lnTo>
                  <a:pt x="1348" y="1301"/>
                </a:lnTo>
                <a:lnTo>
                  <a:pt x="1347" y="1301"/>
                </a:lnTo>
                <a:lnTo>
                  <a:pt x="1346" y="1301"/>
                </a:lnTo>
                <a:lnTo>
                  <a:pt x="1345" y="1301"/>
                </a:lnTo>
                <a:lnTo>
                  <a:pt x="1344" y="1301"/>
                </a:lnTo>
                <a:lnTo>
                  <a:pt x="1343" y="1301"/>
                </a:lnTo>
                <a:lnTo>
                  <a:pt x="1343" y="1300"/>
                </a:lnTo>
                <a:lnTo>
                  <a:pt x="1342" y="1300"/>
                </a:lnTo>
                <a:lnTo>
                  <a:pt x="1341" y="1300"/>
                </a:lnTo>
                <a:lnTo>
                  <a:pt x="1341" y="1301"/>
                </a:lnTo>
                <a:lnTo>
                  <a:pt x="1340" y="1300"/>
                </a:lnTo>
                <a:lnTo>
                  <a:pt x="1340" y="1301"/>
                </a:lnTo>
                <a:lnTo>
                  <a:pt x="1340" y="1302"/>
                </a:lnTo>
                <a:lnTo>
                  <a:pt x="1341" y="1302"/>
                </a:lnTo>
                <a:lnTo>
                  <a:pt x="1341" y="1303"/>
                </a:lnTo>
                <a:lnTo>
                  <a:pt x="1340" y="1303"/>
                </a:lnTo>
                <a:lnTo>
                  <a:pt x="1339" y="1303"/>
                </a:lnTo>
                <a:lnTo>
                  <a:pt x="1338" y="1302"/>
                </a:lnTo>
                <a:lnTo>
                  <a:pt x="1337" y="1302"/>
                </a:lnTo>
                <a:lnTo>
                  <a:pt x="1336" y="1302"/>
                </a:lnTo>
                <a:lnTo>
                  <a:pt x="1334" y="1302"/>
                </a:lnTo>
                <a:lnTo>
                  <a:pt x="1333" y="1302"/>
                </a:lnTo>
                <a:lnTo>
                  <a:pt x="1332" y="1301"/>
                </a:lnTo>
                <a:lnTo>
                  <a:pt x="1331" y="1301"/>
                </a:lnTo>
                <a:lnTo>
                  <a:pt x="1330" y="1301"/>
                </a:lnTo>
                <a:lnTo>
                  <a:pt x="1329" y="1301"/>
                </a:lnTo>
                <a:lnTo>
                  <a:pt x="1329" y="1302"/>
                </a:lnTo>
                <a:lnTo>
                  <a:pt x="1328" y="1303"/>
                </a:lnTo>
                <a:lnTo>
                  <a:pt x="1328" y="1304"/>
                </a:lnTo>
                <a:lnTo>
                  <a:pt x="1327" y="1304"/>
                </a:lnTo>
                <a:lnTo>
                  <a:pt x="1326" y="1304"/>
                </a:lnTo>
                <a:lnTo>
                  <a:pt x="1326" y="1303"/>
                </a:lnTo>
                <a:lnTo>
                  <a:pt x="1325" y="1303"/>
                </a:lnTo>
                <a:lnTo>
                  <a:pt x="1324" y="1303"/>
                </a:lnTo>
                <a:lnTo>
                  <a:pt x="1323" y="1304"/>
                </a:lnTo>
                <a:lnTo>
                  <a:pt x="1323" y="1305"/>
                </a:lnTo>
                <a:lnTo>
                  <a:pt x="1322" y="1305"/>
                </a:lnTo>
                <a:lnTo>
                  <a:pt x="1320" y="1306"/>
                </a:lnTo>
                <a:lnTo>
                  <a:pt x="1317" y="1306"/>
                </a:lnTo>
                <a:lnTo>
                  <a:pt x="1316" y="1305"/>
                </a:lnTo>
                <a:lnTo>
                  <a:pt x="1315" y="1305"/>
                </a:lnTo>
                <a:lnTo>
                  <a:pt x="1314" y="1305"/>
                </a:lnTo>
                <a:lnTo>
                  <a:pt x="1313" y="1305"/>
                </a:lnTo>
                <a:lnTo>
                  <a:pt x="1312" y="1305"/>
                </a:lnTo>
                <a:lnTo>
                  <a:pt x="1309" y="1305"/>
                </a:lnTo>
                <a:lnTo>
                  <a:pt x="1309" y="1306"/>
                </a:lnTo>
                <a:lnTo>
                  <a:pt x="1308" y="1306"/>
                </a:lnTo>
                <a:lnTo>
                  <a:pt x="1307" y="1306"/>
                </a:lnTo>
                <a:lnTo>
                  <a:pt x="1307" y="1305"/>
                </a:lnTo>
                <a:lnTo>
                  <a:pt x="1307" y="1306"/>
                </a:lnTo>
                <a:lnTo>
                  <a:pt x="1306" y="1305"/>
                </a:lnTo>
                <a:lnTo>
                  <a:pt x="1306" y="1306"/>
                </a:lnTo>
                <a:lnTo>
                  <a:pt x="1306" y="1305"/>
                </a:lnTo>
                <a:lnTo>
                  <a:pt x="1306" y="1306"/>
                </a:lnTo>
                <a:lnTo>
                  <a:pt x="1306" y="1305"/>
                </a:lnTo>
                <a:lnTo>
                  <a:pt x="1305" y="1305"/>
                </a:lnTo>
                <a:lnTo>
                  <a:pt x="1305" y="1306"/>
                </a:lnTo>
                <a:lnTo>
                  <a:pt x="1305" y="1307"/>
                </a:lnTo>
                <a:lnTo>
                  <a:pt x="1305" y="1308"/>
                </a:lnTo>
                <a:lnTo>
                  <a:pt x="1304" y="1308"/>
                </a:lnTo>
                <a:lnTo>
                  <a:pt x="1303" y="1308"/>
                </a:lnTo>
                <a:lnTo>
                  <a:pt x="1302" y="1308"/>
                </a:lnTo>
                <a:lnTo>
                  <a:pt x="1301" y="1308"/>
                </a:lnTo>
                <a:lnTo>
                  <a:pt x="1301" y="1309"/>
                </a:lnTo>
                <a:lnTo>
                  <a:pt x="1300" y="1309"/>
                </a:lnTo>
                <a:lnTo>
                  <a:pt x="1298" y="1310"/>
                </a:lnTo>
                <a:lnTo>
                  <a:pt x="1296" y="1310"/>
                </a:lnTo>
                <a:lnTo>
                  <a:pt x="1296" y="1309"/>
                </a:lnTo>
                <a:lnTo>
                  <a:pt x="1295" y="1309"/>
                </a:lnTo>
                <a:lnTo>
                  <a:pt x="1294" y="1310"/>
                </a:lnTo>
                <a:lnTo>
                  <a:pt x="1293" y="1310"/>
                </a:lnTo>
                <a:lnTo>
                  <a:pt x="1292" y="1310"/>
                </a:lnTo>
                <a:lnTo>
                  <a:pt x="1292" y="1309"/>
                </a:lnTo>
                <a:lnTo>
                  <a:pt x="1292" y="1310"/>
                </a:lnTo>
                <a:lnTo>
                  <a:pt x="1291" y="1310"/>
                </a:lnTo>
                <a:lnTo>
                  <a:pt x="1290" y="1309"/>
                </a:lnTo>
                <a:lnTo>
                  <a:pt x="1290" y="1310"/>
                </a:lnTo>
                <a:lnTo>
                  <a:pt x="1290" y="1311"/>
                </a:lnTo>
                <a:lnTo>
                  <a:pt x="1289" y="1311"/>
                </a:lnTo>
                <a:lnTo>
                  <a:pt x="1288" y="1311"/>
                </a:lnTo>
                <a:lnTo>
                  <a:pt x="1287" y="1311"/>
                </a:lnTo>
                <a:lnTo>
                  <a:pt x="1286" y="1311"/>
                </a:lnTo>
                <a:lnTo>
                  <a:pt x="1285" y="1311"/>
                </a:lnTo>
                <a:lnTo>
                  <a:pt x="1285" y="1310"/>
                </a:lnTo>
                <a:lnTo>
                  <a:pt x="1284" y="1310"/>
                </a:lnTo>
                <a:lnTo>
                  <a:pt x="1282" y="1310"/>
                </a:lnTo>
                <a:lnTo>
                  <a:pt x="1281" y="1310"/>
                </a:lnTo>
                <a:lnTo>
                  <a:pt x="1281" y="1311"/>
                </a:lnTo>
                <a:lnTo>
                  <a:pt x="1280" y="1311"/>
                </a:lnTo>
                <a:lnTo>
                  <a:pt x="1279" y="1312"/>
                </a:lnTo>
                <a:lnTo>
                  <a:pt x="1278" y="1312"/>
                </a:lnTo>
                <a:lnTo>
                  <a:pt x="1277" y="1312"/>
                </a:lnTo>
                <a:lnTo>
                  <a:pt x="1277" y="1311"/>
                </a:lnTo>
                <a:lnTo>
                  <a:pt x="1277" y="1312"/>
                </a:lnTo>
                <a:lnTo>
                  <a:pt x="1276" y="1312"/>
                </a:lnTo>
                <a:lnTo>
                  <a:pt x="1275" y="1312"/>
                </a:lnTo>
                <a:lnTo>
                  <a:pt x="1275" y="1313"/>
                </a:lnTo>
                <a:lnTo>
                  <a:pt x="1274" y="1313"/>
                </a:lnTo>
                <a:lnTo>
                  <a:pt x="1274" y="1312"/>
                </a:lnTo>
                <a:lnTo>
                  <a:pt x="1273" y="1312"/>
                </a:lnTo>
                <a:lnTo>
                  <a:pt x="1273" y="1313"/>
                </a:lnTo>
                <a:lnTo>
                  <a:pt x="1271" y="1313"/>
                </a:lnTo>
                <a:lnTo>
                  <a:pt x="1271" y="1314"/>
                </a:lnTo>
                <a:lnTo>
                  <a:pt x="1270" y="1314"/>
                </a:lnTo>
                <a:lnTo>
                  <a:pt x="1269" y="1314"/>
                </a:lnTo>
                <a:lnTo>
                  <a:pt x="1269" y="1315"/>
                </a:lnTo>
                <a:lnTo>
                  <a:pt x="1268" y="1315"/>
                </a:lnTo>
                <a:lnTo>
                  <a:pt x="1267" y="1314"/>
                </a:lnTo>
                <a:lnTo>
                  <a:pt x="1266" y="1314"/>
                </a:lnTo>
                <a:lnTo>
                  <a:pt x="1265" y="1314"/>
                </a:lnTo>
                <a:lnTo>
                  <a:pt x="1264" y="1314"/>
                </a:lnTo>
                <a:lnTo>
                  <a:pt x="1264" y="1313"/>
                </a:lnTo>
                <a:lnTo>
                  <a:pt x="1263" y="1313"/>
                </a:lnTo>
                <a:lnTo>
                  <a:pt x="1262" y="1313"/>
                </a:lnTo>
                <a:lnTo>
                  <a:pt x="1261" y="1313"/>
                </a:lnTo>
                <a:lnTo>
                  <a:pt x="1260" y="1313"/>
                </a:lnTo>
                <a:lnTo>
                  <a:pt x="1259" y="1313"/>
                </a:lnTo>
                <a:lnTo>
                  <a:pt x="1259" y="1312"/>
                </a:lnTo>
                <a:lnTo>
                  <a:pt x="1259" y="1311"/>
                </a:lnTo>
                <a:lnTo>
                  <a:pt x="1259" y="1310"/>
                </a:lnTo>
                <a:lnTo>
                  <a:pt x="1259" y="1308"/>
                </a:lnTo>
                <a:lnTo>
                  <a:pt x="1259" y="1307"/>
                </a:lnTo>
                <a:lnTo>
                  <a:pt x="1258" y="1307"/>
                </a:lnTo>
                <a:lnTo>
                  <a:pt x="1257" y="1307"/>
                </a:lnTo>
                <a:lnTo>
                  <a:pt x="1256" y="1307"/>
                </a:lnTo>
                <a:lnTo>
                  <a:pt x="1256" y="1306"/>
                </a:lnTo>
                <a:lnTo>
                  <a:pt x="1255" y="1306"/>
                </a:lnTo>
                <a:lnTo>
                  <a:pt x="1254" y="1306"/>
                </a:lnTo>
                <a:lnTo>
                  <a:pt x="1254" y="1307"/>
                </a:lnTo>
                <a:lnTo>
                  <a:pt x="1252" y="1307"/>
                </a:lnTo>
                <a:lnTo>
                  <a:pt x="1251" y="1307"/>
                </a:lnTo>
                <a:lnTo>
                  <a:pt x="1251" y="1306"/>
                </a:lnTo>
                <a:lnTo>
                  <a:pt x="1250" y="1306"/>
                </a:lnTo>
                <a:lnTo>
                  <a:pt x="1250" y="1307"/>
                </a:lnTo>
                <a:lnTo>
                  <a:pt x="1250" y="1308"/>
                </a:lnTo>
                <a:lnTo>
                  <a:pt x="1249" y="1308"/>
                </a:lnTo>
                <a:lnTo>
                  <a:pt x="1249" y="1309"/>
                </a:lnTo>
                <a:lnTo>
                  <a:pt x="1248" y="1309"/>
                </a:lnTo>
                <a:lnTo>
                  <a:pt x="1248" y="1310"/>
                </a:lnTo>
                <a:lnTo>
                  <a:pt x="1247" y="1310"/>
                </a:lnTo>
                <a:lnTo>
                  <a:pt x="1246" y="1312"/>
                </a:lnTo>
                <a:lnTo>
                  <a:pt x="1245" y="1312"/>
                </a:lnTo>
                <a:lnTo>
                  <a:pt x="1245" y="1313"/>
                </a:lnTo>
                <a:lnTo>
                  <a:pt x="1244" y="1313"/>
                </a:lnTo>
                <a:lnTo>
                  <a:pt x="1244" y="1312"/>
                </a:lnTo>
                <a:lnTo>
                  <a:pt x="1243" y="1312"/>
                </a:lnTo>
                <a:lnTo>
                  <a:pt x="1242" y="1312"/>
                </a:lnTo>
                <a:lnTo>
                  <a:pt x="1242" y="1313"/>
                </a:lnTo>
                <a:lnTo>
                  <a:pt x="1241" y="1313"/>
                </a:lnTo>
                <a:lnTo>
                  <a:pt x="1240" y="1313"/>
                </a:lnTo>
                <a:lnTo>
                  <a:pt x="1240" y="1312"/>
                </a:lnTo>
                <a:lnTo>
                  <a:pt x="1239" y="1312"/>
                </a:lnTo>
                <a:lnTo>
                  <a:pt x="1238" y="1312"/>
                </a:lnTo>
                <a:lnTo>
                  <a:pt x="1238" y="1313"/>
                </a:lnTo>
                <a:lnTo>
                  <a:pt x="1237" y="1313"/>
                </a:lnTo>
                <a:lnTo>
                  <a:pt x="1235" y="1313"/>
                </a:lnTo>
                <a:lnTo>
                  <a:pt x="1235" y="1314"/>
                </a:lnTo>
                <a:lnTo>
                  <a:pt x="1234" y="1314"/>
                </a:lnTo>
                <a:lnTo>
                  <a:pt x="1234" y="1315"/>
                </a:lnTo>
                <a:lnTo>
                  <a:pt x="1233" y="1316"/>
                </a:lnTo>
                <a:lnTo>
                  <a:pt x="1232" y="1316"/>
                </a:lnTo>
                <a:lnTo>
                  <a:pt x="1232" y="1317"/>
                </a:lnTo>
                <a:lnTo>
                  <a:pt x="1231" y="1317"/>
                </a:lnTo>
                <a:lnTo>
                  <a:pt x="1232" y="1318"/>
                </a:lnTo>
                <a:lnTo>
                  <a:pt x="1232" y="1319"/>
                </a:lnTo>
                <a:lnTo>
                  <a:pt x="1231" y="1319"/>
                </a:lnTo>
                <a:lnTo>
                  <a:pt x="1231" y="1320"/>
                </a:lnTo>
                <a:lnTo>
                  <a:pt x="1230" y="1320"/>
                </a:lnTo>
                <a:lnTo>
                  <a:pt x="1230" y="1319"/>
                </a:lnTo>
                <a:lnTo>
                  <a:pt x="1229" y="1319"/>
                </a:lnTo>
                <a:lnTo>
                  <a:pt x="1227" y="1319"/>
                </a:lnTo>
                <a:lnTo>
                  <a:pt x="1226" y="1318"/>
                </a:lnTo>
                <a:lnTo>
                  <a:pt x="1226" y="1319"/>
                </a:lnTo>
                <a:lnTo>
                  <a:pt x="1225" y="1318"/>
                </a:lnTo>
                <a:lnTo>
                  <a:pt x="1224" y="1318"/>
                </a:lnTo>
                <a:lnTo>
                  <a:pt x="1224" y="1319"/>
                </a:lnTo>
                <a:lnTo>
                  <a:pt x="1223" y="1319"/>
                </a:lnTo>
                <a:lnTo>
                  <a:pt x="1222" y="1319"/>
                </a:lnTo>
                <a:lnTo>
                  <a:pt x="1222" y="1320"/>
                </a:lnTo>
                <a:lnTo>
                  <a:pt x="1221" y="1320"/>
                </a:lnTo>
                <a:lnTo>
                  <a:pt x="1221" y="1319"/>
                </a:lnTo>
                <a:lnTo>
                  <a:pt x="1220" y="1319"/>
                </a:lnTo>
                <a:lnTo>
                  <a:pt x="1219" y="1319"/>
                </a:lnTo>
                <a:lnTo>
                  <a:pt x="1218" y="1319"/>
                </a:lnTo>
                <a:lnTo>
                  <a:pt x="1217" y="1319"/>
                </a:lnTo>
                <a:lnTo>
                  <a:pt x="1217" y="1320"/>
                </a:lnTo>
                <a:lnTo>
                  <a:pt x="1216" y="1319"/>
                </a:lnTo>
                <a:lnTo>
                  <a:pt x="1215" y="1319"/>
                </a:lnTo>
                <a:lnTo>
                  <a:pt x="1215" y="1320"/>
                </a:lnTo>
                <a:lnTo>
                  <a:pt x="1214" y="1320"/>
                </a:lnTo>
                <a:lnTo>
                  <a:pt x="1213" y="1320"/>
                </a:lnTo>
                <a:lnTo>
                  <a:pt x="1212" y="1320"/>
                </a:lnTo>
                <a:lnTo>
                  <a:pt x="1212" y="1321"/>
                </a:lnTo>
                <a:lnTo>
                  <a:pt x="1212" y="1322"/>
                </a:lnTo>
                <a:lnTo>
                  <a:pt x="1211" y="1322"/>
                </a:lnTo>
                <a:lnTo>
                  <a:pt x="1210" y="1322"/>
                </a:lnTo>
                <a:lnTo>
                  <a:pt x="1209" y="1322"/>
                </a:lnTo>
                <a:lnTo>
                  <a:pt x="1209" y="1323"/>
                </a:lnTo>
                <a:lnTo>
                  <a:pt x="1208" y="1323"/>
                </a:lnTo>
                <a:lnTo>
                  <a:pt x="1207" y="1322"/>
                </a:lnTo>
                <a:lnTo>
                  <a:pt x="1207" y="1321"/>
                </a:lnTo>
                <a:lnTo>
                  <a:pt x="1206" y="1321"/>
                </a:lnTo>
                <a:lnTo>
                  <a:pt x="1206" y="1320"/>
                </a:lnTo>
                <a:lnTo>
                  <a:pt x="1205" y="1320"/>
                </a:lnTo>
                <a:lnTo>
                  <a:pt x="1205" y="1319"/>
                </a:lnTo>
                <a:lnTo>
                  <a:pt x="1204" y="1319"/>
                </a:lnTo>
                <a:lnTo>
                  <a:pt x="1203" y="1319"/>
                </a:lnTo>
                <a:lnTo>
                  <a:pt x="1203" y="1320"/>
                </a:lnTo>
                <a:lnTo>
                  <a:pt x="1202" y="1320"/>
                </a:lnTo>
                <a:lnTo>
                  <a:pt x="1201" y="1320"/>
                </a:lnTo>
                <a:lnTo>
                  <a:pt x="1201" y="1319"/>
                </a:lnTo>
                <a:lnTo>
                  <a:pt x="1199" y="1319"/>
                </a:lnTo>
                <a:lnTo>
                  <a:pt x="1198" y="1319"/>
                </a:lnTo>
                <a:lnTo>
                  <a:pt x="1197" y="1319"/>
                </a:lnTo>
                <a:lnTo>
                  <a:pt x="1196" y="1319"/>
                </a:lnTo>
                <a:lnTo>
                  <a:pt x="1196" y="1320"/>
                </a:lnTo>
                <a:lnTo>
                  <a:pt x="1195" y="1320"/>
                </a:lnTo>
                <a:lnTo>
                  <a:pt x="1194" y="1320"/>
                </a:lnTo>
                <a:lnTo>
                  <a:pt x="1193" y="1320"/>
                </a:lnTo>
                <a:lnTo>
                  <a:pt x="1194" y="1321"/>
                </a:lnTo>
                <a:lnTo>
                  <a:pt x="1194" y="1322"/>
                </a:lnTo>
                <a:lnTo>
                  <a:pt x="1193" y="1322"/>
                </a:lnTo>
                <a:lnTo>
                  <a:pt x="1193" y="1323"/>
                </a:lnTo>
                <a:lnTo>
                  <a:pt x="1192" y="1323"/>
                </a:lnTo>
                <a:lnTo>
                  <a:pt x="1191" y="1322"/>
                </a:lnTo>
                <a:lnTo>
                  <a:pt x="1191" y="1323"/>
                </a:lnTo>
                <a:lnTo>
                  <a:pt x="1191" y="1324"/>
                </a:lnTo>
                <a:lnTo>
                  <a:pt x="1190" y="1324"/>
                </a:lnTo>
                <a:lnTo>
                  <a:pt x="1189" y="1324"/>
                </a:lnTo>
                <a:lnTo>
                  <a:pt x="1189" y="1325"/>
                </a:lnTo>
                <a:lnTo>
                  <a:pt x="1188" y="1324"/>
                </a:lnTo>
                <a:lnTo>
                  <a:pt x="1187" y="1324"/>
                </a:lnTo>
                <a:lnTo>
                  <a:pt x="1186" y="1324"/>
                </a:lnTo>
                <a:lnTo>
                  <a:pt x="1186" y="1325"/>
                </a:lnTo>
                <a:lnTo>
                  <a:pt x="1187" y="1325"/>
                </a:lnTo>
                <a:lnTo>
                  <a:pt x="1186" y="1325"/>
                </a:lnTo>
                <a:lnTo>
                  <a:pt x="1186" y="1326"/>
                </a:lnTo>
                <a:lnTo>
                  <a:pt x="1185" y="1326"/>
                </a:lnTo>
                <a:lnTo>
                  <a:pt x="1184" y="1326"/>
                </a:lnTo>
                <a:lnTo>
                  <a:pt x="1183" y="1326"/>
                </a:lnTo>
                <a:lnTo>
                  <a:pt x="1183" y="1327"/>
                </a:lnTo>
                <a:lnTo>
                  <a:pt x="1182" y="1327"/>
                </a:lnTo>
                <a:lnTo>
                  <a:pt x="1182" y="1326"/>
                </a:lnTo>
                <a:lnTo>
                  <a:pt x="1182" y="1327"/>
                </a:lnTo>
                <a:lnTo>
                  <a:pt x="1181" y="1327"/>
                </a:lnTo>
                <a:lnTo>
                  <a:pt x="1180" y="1327"/>
                </a:lnTo>
                <a:lnTo>
                  <a:pt x="1179" y="1327"/>
                </a:lnTo>
                <a:lnTo>
                  <a:pt x="1178" y="1327"/>
                </a:lnTo>
                <a:lnTo>
                  <a:pt x="1177" y="1327"/>
                </a:lnTo>
                <a:lnTo>
                  <a:pt x="1177" y="1326"/>
                </a:lnTo>
                <a:lnTo>
                  <a:pt x="1176" y="1326"/>
                </a:lnTo>
                <a:lnTo>
                  <a:pt x="1175" y="1326"/>
                </a:lnTo>
                <a:lnTo>
                  <a:pt x="1175" y="1327"/>
                </a:lnTo>
                <a:lnTo>
                  <a:pt x="1174" y="1327"/>
                </a:lnTo>
                <a:lnTo>
                  <a:pt x="1175" y="1327"/>
                </a:lnTo>
                <a:lnTo>
                  <a:pt x="1175" y="1328"/>
                </a:lnTo>
                <a:lnTo>
                  <a:pt x="1174" y="1328"/>
                </a:lnTo>
                <a:lnTo>
                  <a:pt x="1175" y="1329"/>
                </a:lnTo>
                <a:lnTo>
                  <a:pt x="1174" y="1329"/>
                </a:lnTo>
                <a:lnTo>
                  <a:pt x="1173" y="1329"/>
                </a:lnTo>
                <a:lnTo>
                  <a:pt x="1172" y="1329"/>
                </a:lnTo>
                <a:lnTo>
                  <a:pt x="1171" y="1329"/>
                </a:lnTo>
                <a:lnTo>
                  <a:pt x="1171" y="1328"/>
                </a:lnTo>
                <a:lnTo>
                  <a:pt x="1170" y="1328"/>
                </a:lnTo>
                <a:lnTo>
                  <a:pt x="1169" y="1327"/>
                </a:lnTo>
                <a:lnTo>
                  <a:pt x="1169" y="1328"/>
                </a:lnTo>
                <a:lnTo>
                  <a:pt x="1169" y="1327"/>
                </a:lnTo>
                <a:lnTo>
                  <a:pt x="1168" y="1327"/>
                </a:lnTo>
                <a:lnTo>
                  <a:pt x="1167" y="1327"/>
                </a:lnTo>
                <a:lnTo>
                  <a:pt x="1167" y="1326"/>
                </a:lnTo>
                <a:lnTo>
                  <a:pt x="1167" y="1327"/>
                </a:lnTo>
                <a:lnTo>
                  <a:pt x="1167" y="1328"/>
                </a:lnTo>
                <a:lnTo>
                  <a:pt x="1166" y="1328"/>
                </a:lnTo>
                <a:lnTo>
                  <a:pt x="1165" y="1328"/>
                </a:lnTo>
                <a:lnTo>
                  <a:pt x="1164" y="1328"/>
                </a:lnTo>
                <a:lnTo>
                  <a:pt x="1163" y="1328"/>
                </a:lnTo>
                <a:lnTo>
                  <a:pt x="1163" y="1329"/>
                </a:lnTo>
                <a:lnTo>
                  <a:pt x="1162" y="1329"/>
                </a:lnTo>
                <a:lnTo>
                  <a:pt x="1162" y="1330"/>
                </a:lnTo>
                <a:lnTo>
                  <a:pt x="1161" y="1330"/>
                </a:lnTo>
                <a:lnTo>
                  <a:pt x="1161" y="1331"/>
                </a:lnTo>
                <a:lnTo>
                  <a:pt x="1161" y="1332"/>
                </a:lnTo>
                <a:lnTo>
                  <a:pt x="1160" y="1332"/>
                </a:lnTo>
                <a:lnTo>
                  <a:pt x="1160" y="1333"/>
                </a:lnTo>
                <a:lnTo>
                  <a:pt x="1159" y="1333"/>
                </a:lnTo>
                <a:lnTo>
                  <a:pt x="1158" y="1333"/>
                </a:lnTo>
                <a:lnTo>
                  <a:pt x="1157" y="1333"/>
                </a:lnTo>
                <a:lnTo>
                  <a:pt x="1156" y="1333"/>
                </a:lnTo>
                <a:lnTo>
                  <a:pt x="1156" y="1332"/>
                </a:lnTo>
                <a:lnTo>
                  <a:pt x="1155" y="1332"/>
                </a:lnTo>
                <a:lnTo>
                  <a:pt x="1154" y="1332"/>
                </a:lnTo>
                <a:lnTo>
                  <a:pt x="1153" y="1332"/>
                </a:lnTo>
                <a:lnTo>
                  <a:pt x="1152" y="1332"/>
                </a:lnTo>
                <a:lnTo>
                  <a:pt x="1152" y="1333"/>
                </a:lnTo>
                <a:lnTo>
                  <a:pt x="1153" y="1333"/>
                </a:lnTo>
                <a:lnTo>
                  <a:pt x="1152" y="1333"/>
                </a:lnTo>
                <a:lnTo>
                  <a:pt x="1151" y="1333"/>
                </a:lnTo>
                <a:lnTo>
                  <a:pt x="1151" y="1334"/>
                </a:lnTo>
                <a:lnTo>
                  <a:pt x="1150" y="1334"/>
                </a:lnTo>
                <a:lnTo>
                  <a:pt x="1150" y="1335"/>
                </a:lnTo>
                <a:lnTo>
                  <a:pt x="1149" y="1335"/>
                </a:lnTo>
                <a:lnTo>
                  <a:pt x="1148" y="1335"/>
                </a:lnTo>
                <a:lnTo>
                  <a:pt x="1147" y="1335"/>
                </a:lnTo>
                <a:lnTo>
                  <a:pt x="1147" y="1336"/>
                </a:lnTo>
                <a:lnTo>
                  <a:pt x="1146" y="1336"/>
                </a:lnTo>
                <a:lnTo>
                  <a:pt x="1145" y="1336"/>
                </a:lnTo>
                <a:lnTo>
                  <a:pt x="1144" y="1336"/>
                </a:lnTo>
                <a:lnTo>
                  <a:pt x="1144" y="1337"/>
                </a:lnTo>
                <a:lnTo>
                  <a:pt x="1144" y="1339"/>
                </a:lnTo>
                <a:lnTo>
                  <a:pt x="1144" y="1340"/>
                </a:lnTo>
                <a:lnTo>
                  <a:pt x="1144" y="1341"/>
                </a:lnTo>
                <a:lnTo>
                  <a:pt x="1144" y="1342"/>
                </a:lnTo>
                <a:lnTo>
                  <a:pt x="1143" y="1342"/>
                </a:lnTo>
                <a:lnTo>
                  <a:pt x="1144" y="1342"/>
                </a:lnTo>
                <a:lnTo>
                  <a:pt x="1144" y="1343"/>
                </a:lnTo>
                <a:lnTo>
                  <a:pt x="1144" y="1344"/>
                </a:lnTo>
                <a:lnTo>
                  <a:pt x="1145" y="1344"/>
                </a:lnTo>
                <a:lnTo>
                  <a:pt x="1145" y="1346"/>
                </a:lnTo>
                <a:lnTo>
                  <a:pt x="1146" y="1346"/>
                </a:lnTo>
                <a:lnTo>
                  <a:pt x="1145" y="1346"/>
                </a:lnTo>
                <a:lnTo>
                  <a:pt x="1144" y="1346"/>
                </a:lnTo>
                <a:lnTo>
                  <a:pt x="1144" y="1347"/>
                </a:lnTo>
                <a:lnTo>
                  <a:pt x="1143" y="1347"/>
                </a:lnTo>
                <a:lnTo>
                  <a:pt x="1143" y="1348"/>
                </a:lnTo>
                <a:lnTo>
                  <a:pt x="1143" y="1349"/>
                </a:lnTo>
                <a:lnTo>
                  <a:pt x="1142" y="1349"/>
                </a:lnTo>
                <a:lnTo>
                  <a:pt x="1141" y="1349"/>
                </a:lnTo>
                <a:lnTo>
                  <a:pt x="1141" y="1350"/>
                </a:lnTo>
                <a:lnTo>
                  <a:pt x="1140" y="1350"/>
                </a:lnTo>
                <a:lnTo>
                  <a:pt x="1140" y="1351"/>
                </a:lnTo>
                <a:lnTo>
                  <a:pt x="1139" y="1351"/>
                </a:lnTo>
                <a:lnTo>
                  <a:pt x="1139" y="1352"/>
                </a:lnTo>
                <a:lnTo>
                  <a:pt x="1139" y="1353"/>
                </a:lnTo>
                <a:lnTo>
                  <a:pt x="1139" y="1354"/>
                </a:lnTo>
                <a:lnTo>
                  <a:pt x="1139" y="1355"/>
                </a:lnTo>
                <a:lnTo>
                  <a:pt x="1139" y="1356"/>
                </a:lnTo>
                <a:lnTo>
                  <a:pt x="1138" y="1356"/>
                </a:lnTo>
                <a:lnTo>
                  <a:pt x="1138" y="1357"/>
                </a:lnTo>
                <a:lnTo>
                  <a:pt x="1137" y="1357"/>
                </a:lnTo>
                <a:lnTo>
                  <a:pt x="1137" y="1358"/>
                </a:lnTo>
                <a:lnTo>
                  <a:pt x="1136" y="1359"/>
                </a:lnTo>
                <a:lnTo>
                  <a:pt x="1136" y="1360"/>
                </a:lnTo>
                <a:lnTo>
                  <a:pt x="1136" y="1361"/>
                </a:lnTo>
                <a:lnTo>
                  <a:pt x="1135" y="1362"/>
                </a:lnTo>
                <a:lnTo>
                  <a:pt x="1135" y="1363"/>
                </a:lnTo>
                <a:lnTo>
                  <a:pt x="1135" y="1364"/>
                </a:lnTo>
                <a:lnTo>
                  <a:pt x="1134" y="1364"/>
                </a:lnTo>
                <a:lnTo>
                  <a:pt x="1133" y="1364"/>
                </a:lnTo>
                <a:lnTo>
                  <a:pt x="1133" y="1365"/>
                </a:lnTo>
                <a:lnTo>
                  <a:pt x="1132" y="1366"/>
                </a:lnTo>
                <a:lnTo>
                  <a:pt x="1132" y="1365"/>
                </a:lnTo>
                <a:lnTo>
                  <a:pt x="1131" y="1365"/>
                </a:lnTo>
                <a:lnTo>
                  <a:pt x="1130" y="1366"/>
                </a:lnTo>
                <a:lnTo>
                  <a:pt x="1129" y="1366"/>
                </a:lnTo>
                <a:lnTo>
                  <a:pt x="1129" y="1367"/>
                </a:lnTo>
                <a:lnTo>
                  <a:pt x="1128" y="1367"/>
                </a:lnTo>
                <a:lnTo>
                  <a:pt x="1128" y="1368"/>
                </a:lnTo>
                <a:lnTo>
                  <a:pt x="1127" y="1368"/>
                </a:lnTo>
                <a:lnTo>
                  <a:pt x="1127" y="1369"/>
                </a:lnTo>
                <a:lnTo>
                  <a:pt x="1126" y="1369"/>
                </a:lnTo>
                <a:lnTo>
                  <a:pt x="1125" y="1370"/>
                </a:lnTo>
                <a:lnTo>
                  <a:pt x="1125" y="1371"/>
                </a:lnTo>
                <a:lnTo>
                  <a:pt x="1124" y="1371"/>
                </a:lnTo>
                <a:lnTo>
                  <a:pt x="1123" y="1371"/>
                </a:lnTo>
                <a:lnTo>
                  <a:pt x="1123" y="1372"/>
                </a:lnTo>
                <a:lnTo>
                  <a:pt x="1122" y="1372"/>
                </a:lnTo>
                <a:lnTo>
                  <a:pt x="1121" y="1372"/>
                </a:lnTo>
                <a:lnTo>
                  <a:pt x="1120" y="1372"/>
                </a:lnTo>
                <a:lnTo>
                  <a:pt x="1119" y="1371"/>
                </a:lnTo>
                <a:lnTo>
                  <a:pt x="1118" y="1372"/>
                </a:lnTo>
                <a:lnTo>
                  <a:pt x="1117" y="1372"/>
                </a:lnTo>
                <a:lnTo>
                  <a:pt x="1116" y="1372"/>
                </a:lnTo>
                <a:lnTo>
                  <a:pt x="1114" y="1372"/>
                </a:lnTo>
                <a:lnTo>
                  <a:pt x="1113" y="1373"/>
                </a:lnTo>
                <a:lnTo>
                  <a:pt x="1112" y="1373"/>
                </a:lnTo>
                <a:lnTo>
                  <a:pt x="1111" y="1373"/>
                </a:lnTo>
                <a:lnTo>
                  <a:pt x="1111" y="1372"/>
                </a:lnTo>
                <a:lnTo>
                  <a:pt x="1110" y="1372"/>
                </a:lnTo>
                <a:lnTo>
                  <a:pt x="1109" y="1372"/>
                </a:lnTo>
                <a:lnTo>
                  <a:pt x="1109" y="1373"/>
                </a:lnTo>
                <a:lnTo>
                  <a:pt x="1108" y="1373"/>
                </a:lnTo>
                <a:lnTo>
                  <a:pt x="1107" y="1373"/>
                </a:lnTo>
                <a:lnTo>
                  <a:pt x="1106" y="1373"/>
                </a:lnTo>
                <a:lnTo>
                  <a:pt x="1105" y="1373"/>
                </a:lnTo>
                <a:lnTo>
                  <a:pt x="1105" y="1374"/>
                </a:lnTo>
                <a:lnTo>
                  <a:pt x="1105" y="1373"/>
                </a:lnTo>
                <a:lnTo>
                  <a:pt x="1104" y="1373"/>
                </a:lnTo>
                <a:lnTo>
                  <a:pt x="1104" y="1374"/>
                </a:lnTo>
                <a:lnTo>
                  <a:pt x="1103" y="1374"/>
                </a:lnTo>
                <a:lnTo>
                  <a:pt x="1101" y="1375"/>
                </a:lnTo>
                <a:lnTo>
                  <a:pt x="1100" y="1375"/>
                </a:lnTo>
                <a:lnTo>
                  <a:pt x="1099" y="1375"/>
                </a:lnTo>
                <a:lnTo>
                  <a:pt x="1099" y="1376"/>
                </a:lnTo>
                <a:lnTo>
                  <a:pt x="1098" y="1376"/>
                </a:lnTo>
                <a:lnTo>
                  <a:pt x="1098" y="1377"/>
                </a:lnTo>
                <a:lnTo>
                  <a:pt x="1097" y="1377"/>
                </a:lnTo>
                <a:lnTo>
                  <a:pt x="1096" y="1377"/>
                </a:lnTo>
                <a:lnTo>
                  <a:pt x="1096" y="1378"/>
                </a:lnTo>
                <a:lnTo>
                  <a:pt x="1095" y="1378"/>
                </a:lnTo>
                <a:lnTo>
                  <a:pt x="1095" y="1379"/>
                </a:lnTo>
                <a:lnTo>
                  <a:pt x="1095" y="1380"/>
                </a:lnTo>
                <a:lnTo>
                  <a:pt x="1094" y="1380"/>
                </a:lnTo>
                <a:lnTo>
                  <a:pt x="1094" y="1382"/>
                </a:lnTo>
                <a:lnTo>
                  <a:pt x="1094" y="1383"/>
                </a:lnTo>
                <a:lnTo>
                  <a:pt x="1093" y="1383"/>
                </a:lnTo>
                <a:lnTo>
                  <a:pt x="1093" y="1384"/>
                </a:lnTo>
                <a:lnTo>
                  <a:pt x="1093" y="1385"/>
                </a:lnTo>
                <a:lnTo>
                  <a:pt x="1092" y="1385"/>
                </a:lnTo>
                <a:lnTo>
                  <a:pt x="1091" y="1386"/>
                </a:lnTo>
                <a:lnTo>
                  <a:pt x="1090" y="1386"/>
                </a:lnTo>
                <a:lnTo>
                  <a:pt x="1089" y="1386"/>
                </a:lnTo>
                <a:lnTo>
                  <a:pt x="1088" y="1386"/>
                </a:lnTo>
                <a:lnTo>
                  <a:pt x="1088" y="1385"/>
                </a:lnTo>
                <a:lnTo>
                  <a:pt x="1087" y="1385"/>
                </a:lnTo>
                <a:lnTo>
                  <a:pt x="1086" y="1385"/>
                </a:lnTo>
                <a:lnTo>
                  <a:pt x="1086" y="1384"/>
                </a:lnTo>
                <a:lnTo>
                  <a:pt x="1085" y="1384"/>
                </a:lnTo>
                <a:lnTo>
                  <a:pt x="1084" y="1384"/>
                </a:lnTo>
                <a:lnTo>
                  <a:pt x="1084" y="1383"/>
                </a:lnTo>
                <a:lnTo>
                  <a:pt x="1084" y="1382"/>
                </a:lnTo>
                <a:lnTo>
                  <a:pt x="1083" y="1382"/>
                </a:lnTo>
                <a:lnTo>
                  <a:pt x="1082" y="1382"/>
                </a:lnTo>
                <a:lnTo>
                  <a:pt x="1081" y="1382"/>
                </a:lnTo>
                <a:lnTo>
                  <a:pt x="1079" y="1382"/>
                </a:lnTo>
                <a:lnTo>
                  <a:pt x="1078" y="1381"/>
                </a:lnTo>
                <a:lnTo>
                  <a:pt x="1077" y="1381"/>
                </a:lnTo>
                <a:lnTo>
                  <a:pt x="1076" y="1381"/>
                </a:lnTo>
                <a:lnTo>
                  <a:pt x="1073" y="1380"/>
                </a:lnTo>
                <a:lnTo>
                  <a:pt x="1072" y="1380"/>
                </a:lnTo>
                <a:lnTo>
                  <a:pt x="1071" y="1380"/>
                </a:lnTo>
                <a:lnTo>
                  <a:pt x="1071" y="1379"/>
                </a:lnTo>
                <a:lnTo>
                  <a:pt x="1070" y="1377"/>
                </a:lnTo>
                <a:lnTo>
                  <a:pt x="1069" y="1376"/>
                </a:lnTo>
                <a:lnTo>
                  <a:pt x="1068" y="1375"/>
                </a:lnTo>
                <a:lnTo>
                  <a:pt x="1067" y="1374"/>
                </a:lnTo>
                <a:lnTo>
                  <a:pt x="1066" y="1373"/>
                </a:lnTo>
                <a:lnTo>
                  <a:pt x="1065" y="1373"/>
                </a:lnTo>
                <a:lnTo>
                  <a:pt x="1064" y="1373"/>
                </a:lnTo>
                <a:lnTo>
                  <a:pt x="1063" y="1372"/>
                </a:lnTo>
                <a:lnTo>
                  <a:pt x="1063" y="1371"/>
                </a:lnTo>
                <a:lnTo>
                  <a:pt x="1062" y="1371"/>
                </a:lnTo>
                <a:lnTo>
                  <a:pt x="1061" y="1371"/>
                </a:lnTo>
                <a:lnTo>
                  <a:pt x="1060" y="1372"/>
                </a:lnTo>
                <a:lnTo>
                  <a:pt x="1059" y="1372"/>
                </a:lnTo>
                <a:lnTo>
                  <a:pt x="1058" y="1372"/>
                </a:lnTo>
                <a:lnTo>
                  <a:pt x="1057" y="1372"/>
                </a:lnTo>
                <a:lnTo>
                  <a:pt x="1057" y="1373"/>
                </a:lnTo>
                <a:lnTo>
                  <a:pt x="1058" y="1373"/>
                </a:lnTo>
                <a:lnTo>
                  <a:pt x="1057" y="1373"/>
                </a:lnTo>
                <a:lnTo>
                  <a:pt x="1057" y="1374"/>
                </a:lnTo>
                <a:lnTo>
                  <a:pt x="1056" y="1374"/>
                </a:lnTo>
                <a:lnTo>
                  <a:pt x="1055" y="1374"/>
                </a:lnTo>
                <a:lnTo>
                  <a:pt x="1054" y="1374"/>
                </a:lnTo>
                <a:lnTo>
                  <a:pt x="1053" y="1374"/>
                </a:lnTo>
                <a:lnTo>
                  <a:pt x="1053" y="1375"/>
                </a:lnTo>
                <a:lnTo>
                  <a:pt x="1052" y="1375"/>
                </a:lnTo>
                <a:lnTo>
                  <a:pt x="1051" y="1376"/>
                </a:lnTo>
                <a:lnTo>
                  <a:pt x="1050" y="1376"/>
                </a:lnTo>
                <a:lnTo>
                  <a:pt x="1048" y="1376"/>
                </a:lnTo>
                <a:lnTo>
                  <a:pt x="1046" y="1376"/>
                </a:lnTo>
                <a:lnTo>
                  <a:pt x="1045" y="1375"/>
                </a:lnTo>
                <a:lnTo>
                  <a:pt x="1044" y="1375"/>
                </a:lnTo>
                <a:lnTo>
                  <a:pt x="1043" y="1375"/>
                </a:lnTo>
                <a:lnTo>
                  <a:pt x="1042" y="1375"/>
                </a:lnTo>
                <a:lnTo>
                  <a:pt x="1041" y="1375"/>
                </a:lnTo>
                <a:lnTo>
                  <a:pt x="1040" y="1375"/>
                </a:lnTo>
                <a:lnTo>
                  <a:pt x="1039" y="1375"/>
                </a:lnTo>
                <a:lnTo>
                  <a:pt x="1038" y="1376"/>
                </a:lnTo>
                <a:lnTo>
                  <a:pt x="1037" y="1376"/>
                </a:lnTo>
                <a:lnTo>
                  <a:pt x="1036" y="1378"/>
                </a:lnTo>
                <a:lnTo>
                  <a:pt x="1035" y="1379"/>
                </a:lnTo>
                <a:lnTo>
                  <a:pt x="1034" y="1379"/>
                </a:lnTo>
                <a:lnTo>
                  <a:pt x="1034" y="1380"/>
                </a:lnTo>
                <a:lnTo>
                  <a:pt x="1033" y="1380"/>
                </a:lnTo>
                <a:lnTo>
                  <a:pt x="1032" y="1380"/>
                </a:lnTo>
                <a:lnTo>
                  <a:pt x="1030" y="1381"/>
                </a:lnTo>
                <a:lnTo>
                  <a:pt x="1029" y="1381"/>
                </a:lnTo>
                <a:lnTo>
                  <a:pt x="1028" y="1382"/>
                </a:lnTo>
                <a:lnTo>
                  <a:pt x="1027" y="1382"/>
                </a:lnTo>
                <a:lnTo>
                  <a:pt x="1026" y="1382"/>
                </a:lnTo>
                <a:lnTo>
                  <a:pt x="1025" y="1383"/>
                </a:lnTo>
                <a:lnTo>
                  <a:pt x="1024" y="1383"/>
                </a:lnTo>
                <a:lnTo>
                  <a:pt x="1023" y="1383"/>
                </a:lnTo>
                <a:lnTo>
                  <a:pt x="1023" y="1384"/>
                </a:lnTo>
                <a:lnTo>
                  <a:pt x="1022" y="1385"/>
                </a:lnTo>
                <a:lnTo>
                  <a:pt x="1021" y="1385"/>
                </a:lnTo>
                <a:lnTo>
                  <a:pt x="1021" y="1386"/>
                </a:lnTo>
                <a:lnTo>
                  <a:pt x="1020" y="1386"/>
                </a:lnTo>
                <a:lnTo>
                  <a:pt x="1019" y="1386"/>
                </a:lnTo>
                <a:lnTo>
                  <a:pt x="1018" y="1386"/>
                </a:lnTo>
                <a:lnTo>
                  <a:pt x="1017" y="1387"/>
                </a:lnTo>
                <a:lnTo>
                  <a:pt x="1016" y="1387"/>
                </a:lnTo>
                <a:lnTo>
                  <a:pt x="1016" y="1388"/>
                </a:lnTo>
                <a:lnTo>
                  <a:pt x="1015" y="1388"/>
                </a:lnTo>
                <a:lnTo>
                  <a:pt x="1014" y="1388"/>
                </a:lnTo>
                <a:lnTo>
                  <a:pt x="1014" y="1389"/>
                </a:lnTo>
                <a:lnTo>
                  <a:pt x="1013" y="1389"/>
                </a:lnTo>
                <a:lnTo>
                  <a:pt x="1012" y="1389"/>
                </a:lnTo>
                <a:lnTo>
                  <a:pt x="1011" y="1389"/>
                </a:lnTo>
                <a:lnTo>
                  <a:pt x="1010" y="1389"/>
                </a:lnTo>
                <a:lnTo>
                  <a:pt x="1009" y="1389"/>
                </a:lnTo>
                <a:lnTo>
                  <a:pt x="1008" y="1389"/>
                </a:lnTo>
                <a:lnTo>
                  <a:pt x="1007" y="1389"/>
                </a:lnTo>
                <a:lnTo>
                  <a:pt x="1007" y="1390"/>
                </a:lnTo>
                <a:lnTo>
                  <a:pt x="1006" y="1390"/>
                </a:lnTo>
                <a:lnTo>
                  <a:pt x="1005" y="1391"/>
                </a:lnTo>
                <a:lnTo>
                  <a:pt x="1004" y="1391"/>
                </a:lnTo>
                <a:lnTo>
                  <a:pt x="1003" y="1391"/>
                </a:lnTo>
                <a:lnTo>
                  <a:pt x="1002" y="1391"/>
                </a:lnTo>
                <a:lnTo>
                  <a:pt x="1000" y="1391"/>
                </a:lnTo>
                <a:lnTo>
                  <a:pt x="999" y="1391"/>
                </a:lnTo>
                <a:lnTo>
                  <a:pt x="998" y="1392"/>
                </a:lnTo>
                <a:lnTo>
                  <a:pt x="997" y="1392"/>
                </a:lnTo>
                <a:lnTo>
                  <a:pt x="996" y="1393"/>
                </a:lnTo>
                <a:lnTo>
                  <a:pt x="995" y="1393"/>
                </a:lnTo>
                <a:lnTo>
                  <a:pt x="995" y="1394"/>
                </a:lnTo>
                <a:lnTo>
                  <a:pt x="994" y="1394"/>
                </a:lnTo>
                <a:lnTo>
                  <a:pt x="993" y="1394"/>
                </a:lnTo>
                <a:lnTo>
                  <a:pt x="992" y="1394"/>
                </a:lnTo>
                <a:lnTo>
                  <a:pt x="991" y="1394"/>
                </a:lnTo>
                <a:lnTo>
                  <a:pt x="991" y="1395"/>
                </a:lnTo>
                <a:lnTo>
                  <a:pt x="990" y="1395"/>
                </a:lnTo>
                <a:lnTo>
                  <a:pt x="989" y="1395"/>
                </a:lnTo>
                <a:lnTo>
                  <a:pt x="988" y="1395"/>
                </a:lnTo>
                <a:lnTo>
                  <a:pt x="987" y="1395"/>
                </a:lnTo>
                <a:lnTo>
                  <a:pt x="987" y="1396"/>
                </a:lnTo>
                <a:lnTo>
                  <a:pt x="987" y="1397"/>
                </a:lnTo>
                <a:lnTo>
                  <a:pt x="988" y="1397"/>
                </a:lnTo>
                <a:lnTo>
                  <a:pt x="988" y="1398"/>
                </a:lnTo>
                <a:lnTo>
                  <a:pt x="989" y="1398"/>
                </a:lnTo>
                <a:lnTo>
                  <a:pt x="990" y="1398"/>
                </a:lnTo>
                <a:lnTo>
                  <a:pt x="990" y="1399"/>
                </a:lnTo>
                <a:lnTo>
                  <a:pt x="989" y="1399"/>
                </a:lnTo>
                <a:lnTo>
                  <a:pt x="989" y="1400"/>
                </a:lnTo>
                <a:lnTo>
                  <a:pt x="989" y="1401"/>
                </a:lnTo>
                <a:lnTo>
                  <a:pt x="988" y="1402"/>
                </a:lnTo>
                <a:lnTo>
                  <a:pt x="988" y="1403"/>
                </a:lnTo>
                <a:lnTo>
                  <a:pt x="987" y="1404"/>
                </a:lnTo>
                <a:lnTo>
                  <a:pt x="986" y="1404"/>
                </a:lnTo>
                <a:lnTo>
                  <a:pt x="985" y="1404"/>
                </a:lnTo>
                <a:lnTo>
                  <a:pt x="984" y="1405"/>
                </a:lnTo>
                <a:lnTo>
                  <a:pt x="983" y="1405"/>
                </a:lnTo>
                <a:lnTo>
                  <a:pt x="983" y="1406"/>
                </a:lnTo>
                <a:lnTo>
                  <a:pt x="982" y="1406"/>
                </a:lnTo>
                <a:lnTo>
                  <a:pt x="981" y="1406"/>
                </a:lnTo>
                <a:lnTo>
                  <a:pt x="981" y="1407"/>
                </a:lnTo>
                <a:lnTo>
                  <a:pt x="980" y="1407"/>
                </a:lnTo>
                <a:lnTo>
                  <a:pt x="979" y="1408"/>
                </a:lnTo>
                <a:lnTo>
                  <a:pt x="978" y="1408"/>
                </a:lnTo>
                <a:lnTo>
                  <a:pt x="978" y="1409"/>
                </a:lnTo>
                <a:lnTo>
                  <a:pt x="977" y="1409"/>
                </a:lnTo>
                <a:lnTo>
                  <a:pt x="976" y="1409"/>
                </a:lnTo>
                <a:lnTo>
                  <a:pt x="976" y="1410"/>
                </a:lnTo>
                <a:lnTo>
                  <a:pt x="975" y="1410"/>
                </a:lnTo>
                <a:lnTo>
                  <a:pt x="974" y="1410"/>
                </a:lnTo>
                <a:lnTo>
                  <a:pt x="973" y="1410"/>
                </a:lnTo>
                <a:lnTo>
                  <a:pt x="972" y="1410"/>
                </a:lnTo>
                <a:lnTo>
                  <a:pt x="970" y="1410"/>
                </a:lnTo>
                <a:lnTo>
                  <a:pt x="970" y="1411"/>
                </a:lnTo>
                <a:lnTo>
                  <a:pt x="969" y="1411"/>
                </a:lnTo>
                <a:lnTo>
                  <a:pt x="969" y="1412"/>
                </a:lnTo>
                <a:lnTo>
                  <a:pt x="969" y="1411"/>
                </a:lnTo>
                <a:lnTo>
                  <a:pt x="968" y="1411"/>
                </a:lnTo>
                <a:lnTo>
                  <a:pt x="968" y="1412"/>
                </a:lnTo>
                <a:lnTo>
                  <a:pt x="967" y="1412"/>
                </a:lnTo>
                <a:lnTo>
                  <a:pt x="966" y="1412"/>
                </a:lnTo>
                <a:lnTo>
                  <a:pt x="966" y="1413"/>
                </a:lnTo>
                <a:lnTo>
                  <a:pt x="965" y="1413"/>
                </a:lnTo>
                <a:lnTo>
                  <a:pt x="965" y="1414"/>
                </a:lnTo>
                <a:lnTo>
                  <a:pt x="964" y="1414"/>
                </a:lnTo>
                <a:lnTo>
                  <a:pt x="964" y="1415"/>
                </a:lnTo>
                <a:lnTo>
                  <a:pt x="963" y="1415"/>
                </a:lnTo>
                <a:lnTo>
                  <a:pt x="962" y="1415"/>
                </a:lnTo>
                <a:lnTo>
                  <a:pt x="961" y="1415"/>
                </a:lnTo>
                <a:lnTo>
                  <a:pt x="960" y="1413"/>
                </a:lnTo>
                <a:lnTo>
                  <a:pt x="959" y="1413"/>
                </a:lnTo>
                <a:lnTo>
                  <a:pt x="959" y="1414"/>
                </a:lnTo>
                <a:lnTo>
                  <a:pt x="959" y="1413"/>
                </a:lnTo>
                <a:lnTo>
                  <a:pt x="958" y="1413"/>
                </a:lnTo>
                <a:lnTo>
                  <a:pt x="958" y="1414"/>
                </a:lnTo>
                <a:lnTo>
                  <a:pt x="957" y="1414"/>
                </a:lnTo>
                <a:lnTo>
                  <a:pt x="956" y="1415"/>
                </a:lnTo>
                <a:lnTo>
                  <a:pt x="956" y="1414"/>
                </a:lnTo>
                <a:lnTo>
                  <a:pt x="955" y="1413"/>
                </a:lnTo>
                <a:lnTo>
                  <a:pt x="955" y="1412"/>
                </a:lnTo>
                <a:lnTo>
                  <a:pt x="954" y="1412"/>
                </a:lnTo>
                <a:lnTo>
                  <a:pt x="954" y="1411"/>
                </a:lnTo>
                <a:lnTo>
                  <a:pt x="954" y="1410"/>
                </a:lnTo>
                <a:lnTo>
                  <a:pt x="953" y="1410"/>
                </a:lnTo>
                <a:lnTo>
                  <a:pt x="952" y="1409"/>
                </a:lnTo>
                <a:lnTo>
                  <a:pt x="951" y="1409"/>
                </a:lnTo>
                <a:lnTo>
                  <a:pt x="951" y="1410"/>
                </a:lnTo>
                <a:lnTo>
                  <a:pt x="950" y="1410"/>
                </a:lnTo>
                <a:lnTo>
                  <a:pt x="950" y="1409"/>
                </a:lnTo>
                <a:lnTo>
                  <a:pt x="949" y="1409"/>
                </a:lnTo>
                <a:lnTo>
                  <a:pt x="948" y="1409"/>
                </a:lnTo>
                <a:lnTo>
                  <a:pt x="947" y="1409"/>
                </a:lnTo>
                <a:lnTo>
                  <a:pt x="944" y="1409"/>
                </a:lnTo>
                <a:lnTo>
                  <a:pt x="941" y="1410"/>
                </a:lnTo>
                <a:lnTo>
                  <a:pt x="940" y="1410"/>
                </a:lnTo>
                <a:lnTo>
                  <a:pt x="939" y="1410"/>
                </a:lnTo>
                <a:lnTo>
                  <a:pt x="938" y="1410"/>
                </a:lnTo>
                <a:lnTo>
                  <a:pt x="936" y="1412"/>
                </a:lnTo>
                <a:lnTo>
                  <a:pt x="936" y="1413"/>
                </a:lnTo>
                <a:lnTo>
                  <a:pt x="937" y="1413"/>
                </a:lnTo>
                <a:lnTo>
                  <a:pt x="936" y="1413"/>
                </a:lnTo>
                <a:lnTo>
                  <a:pt x="935" y="1414"/>
                </a:lnTo>
                <a:lnTo>
                  <a:pt x="933" y="1415"/>
                </a:lnTo>
                <a:lnTo>
                  <a:pt x="932" y="1415"/>
                </a:lnTo>
                <a:lnTo>
                  <a:pt x="931" y="1415"/>
                </a:lnTo>
                <a:lnTo>
                  <a:pt x="930" y="1415"/>
                </a:lnTo>
                <a:lnTo>
                  <a:pt x="929" y="1416"/>
                </a:lnTo>
                <a:lnTo>
                  <a:pt x="928" y="1416"/>
                </a:lnTo>
                <a:lnTo>
                  <a:pt x="927" y="1415"/>
                </a:lnTo>
                <a:lnTo>
                  <a:pt x="927" y="1414"/>
                </a:lnTo>
                <a:lnTo>
                  <a:pt x="926" y="1414"/>
                </a:lnTo>
                <a:lnTo>
                  <a:pt x="925" y="1414"/>
                </a:lnTo>
                <a:lnTo>
                  <a:pt x="924" y="1415"/>
                </a:lnTo>
                <a:lnTo>
                  <a:pt x="924" y="1414"/>
                </a:lnTo>
                <a:lnTo>
                  <a:pt x="923" y="1414"/>
                </a:lnTo>
                <a:lnTo>
                  <a:pt x="922" y="1414"/>
                </a:lnTo>
                <a:lnTo>
                  <a:pt x="919" y="1414"/>
                </a:lnTo>
                <a:lnTo>
                  <a:pt x="918" y="1414"/>
                </a:lnTo>
                <a:lnTo>
                  <a:pt x="918" y="1415"/>
                </a:lnTo>
                <a:lnTo>
                  <a:pt x="917" y="1415"/>
                </a:lnTo>
                <a:lnTo>
                  <a:pt x="916" y="1415"/>
                </a:lnTo>
                <a:lnTo>
                  <a:pt x="914" y="1417"/>
                </a:lnTo>
                <a:lnTo>
                  <a:pt x="913" y="1417"/>
                </a:lnTo>
                <a:lnTo>
                  <a:pt x="912" y="1417"/>
                </a:lnTo>
                <a:lnTo>
                  <a:pt x="911" y="1417"/>
                </a:lnTo>
                <a:lnTo>
                  <a:pt x="911" y="1416"/>
                </a:lnTo>
                <a:lnTo>
                  <a:pt x="908" y="1416"/>
                </a:lnTo>
                <a:lnTo>
                  <a:pt x="906" y="1416"/>
                </a:lnTo>
                <a:lnTo>
                  <a:pt x="905" y="1416"/>
                </a:lnTo>
                <a:lnTo>
                  <a:pt x="905" y="1417"/>
                </a:lnTo>
                <a:lnTo>
                  <a:pt x="904" y="1417"/>
                </a:lnTo>
                <a:lnTo>
                  <a:pt x="904" y="1416"/>
                </a:lnTo>
                <a:lnTo>
                  <a:pt x="904" y="1415"/>
                </a:lnTo>
                <a:lnTo>
                  <a:pt x="905" y="1415"/>
                </a:lnTo>
                <a:lnTo>
                  <a:pt x="905" y="1414"/>
                </a:lnTo>
                <a:lnTo>
                  <a:pt x="903" y="1414"/>
                </a:lnTo>
                <a:lnTo>
                  <a:pt x="902" y="1415"/>
                </a:lnTo>
                <a:lnTo>
                  <a:pt x="900" y="1415"/>
                </a:lnTo>
                <a:lnTo>
                  <a:pt x="900" y="1414"/>
                </a:lnTo>
                <a:lnTo>
                  <a:pt x="899" y="1414"/>
                </a:lnTo>
                <a:lnTo>
                  <a:pt x="898" y="1414"/>
                </a:lnTo>
                <a:lnTo>
                  <a:pt x="897" y="1414"/>
                </a:lnTo>
                <a:lnTo>
                  <a:pt x="897" y="1413"/>
                </a:lnTo>
                <a:lnTo>
                  <a:pt x="896" y="1413"/>
                </a:lnTo>
                <a:lnTo>
                  <a:pt x="895" y="1413"/>
                </a:lnTo>
                <a:lnTo>
                  <a:pt x="894" y="1413"/>
                </a:lnTo>
                <a:lnTo>
                  <a:pt x="893" y="1413"/>
                </a:lnTo>
                <a:lnTo>
                  <a:pt x="892" y="1413"/>
                </a:lnTo>
                <a:lnTo>
                  <a:pt x="890" y="1413"/>
                </a:lnTo>
                <a:lnTo>
                  <a:pt x="889" y="1413"/>
                </a:lnTo>
                <a:lnTo>
                  <a:pt x="889" y="1412"/>
                </a:lnTo>
                <a:lnTo>
                  <a:pt x="889" y="1411"/>
                </a:lnTo>
                <a:lnTo>
                  <a:pt x="887" y="1411"/>
                </a:lnTo>
                <a:lnTo>
                  <a:pt x="886" y="1411"/>
                </a:lnTo>
                <a:lnTo>
                  <a:pt x="885" y="1411"/>
                </a:lnTo>
                <a:lnTo>
                  <a:pt x="884" y="1411"/>
                </a:lnTo>
                <a:lnTo>
                  <a:pt x="883" y="1411"/>
                </a:lnTo>
                <a:lnTo>
                  <a:pt x="882" y="1411"/>
                </a:lnTo>
                <a:lnTo>
                  <a:pt x="882" y="1410"/>
                </a:lnTo>
                <a:lnTo>
                  <a:pt x="881" y="1410"/>
                </a:lnTo>
                <a:lnTo>
                  <a:pt x="880" y="1410"/>
                </a:lnTo>
                <a:lnTo>
                  <a:pt x="879" y="1410"/>
                </a:lnTo>
                <a:lnTo>
                  <a:pt x="879" y="1409"/>
                </a:lnTo>
                <a:lnTo>
                  <a:pt x="878" y="1409"/>
                </a:lnTo>
                <a:lnTo>
                  <a:pt x="878" y="1408"/>
                </a:lnTo>
                <a:lnTo>
                  <a:pt x="878" y="1409"/>
                </a:lnTo>
                <a:lnTo>
                  <a:pt x="877" y="1409"/>
                </a:lnTo>
                <a:lnTo>
                  <a:pt x="877" y="1410"/>
                </a:lnTo>
                <a:lnTo>
                  <a:pt x="875" y="1411"/>
                </a:lnTo>
                <a:lnTo>
                  <a:pt x="874" y="1411"/>
                </a:lnTo>
                <a:lnTo>
                  <a:pt x="872" y="1412"/>
                </a:lnTo>
                <a:lnTo>
                  <a:pt x="871" y="1412"/>
                </a:lnTo>
                <a:lnTo>
                  <a:pt x="870" y="1411"/>
                </a:lnTo>
                <a:lnTo>
                  <a:pt x="868" y="1411"/>
                </a:lnTo>
                <a:lnTo>
                  <a:pt x="867" y="1411"/>
                </a:lnTo>
                <a:lnTo>
                  <a:pt x="865" y="1410"/>
                </a:lnTo>
                <a:lnTo>
                  <a:pt x="865" y="1409"/>
                </a:lnTo>
                <a:lnTo>
                  <a:pt x="865" y="1408"/>
                </a:lnTo>
                <a:lnTo>
                  <a:pt x="864" y="1408"/>
                </a:lnTo>
                <a:lnTo>
                  <a:pt x="863" y="1408"/>
                </a:lnTo>
                <a:lnTo>
                  <a:pt x="863" y="1407"/>
                </a:lnTo>
                <a:lnTo>
                  <a:pt x="863" y="1406"/>
                </a:lnTo>
                <a:lnTo>
                  <a:pt x="862" y="1405"/>
                </a:lnTo>
                <a:lnTo>
                  <a:pt x="861" y="1403"/>
                </a:lnTo>
                <a:lnTo>
                  <a:pt x="860" y="1403"/>
                </a:lnTo>
                <a:lnTo>
                  <a:pt x="859" y="1403"/>
                </a:lnTo>
                <a:lnTo>
                  <a:pt x="858" y="1402"/>
                </a:lnTo>
                <a:lnTo>
                  <a:pt x="858" y="1403"/>
                </a:lnTo>
                <a:lnTo>
                  <a:pt x="857" y="1403"/>
                </a:lnTo>
                <a:lnTo>
                  <a:pt x="856" y="1402"/>
                </a:lnTo>
                <a:lnTo>
                  <a:pt x="856" y="1401"/>
                </a:lnTo>
                <a:lnTo>
                  <a:pt x="855" y="1400"/>
                </a:lnTo>
                <a:lnTo>
                  <a:pt x="855" y="1399"/>
                </a:lnTo>
                <a:lnTo>
                  <a:pt x="855" y="1398"/>
                </a:lnTo>
                <a:lnTo>
                  <a:pt x="854" y="1398"/>
                </a:lnTo>
                <a:lnTo>
                  <a:pt x="854" y="1397"/>
                </a:lnTo>
                <a:lnTo>
                  <a:pt x="853" y="1397"/>
                </a:lnTo>
                <a:lnTo>
                  <a:pt x="853" y="1396"/>
                </a:lnTo>
                <a:lnTo>
                  <a:pt x="854" y="1396"/>
                </a:lnTo>
                <a:lnTo>
                  <a:pt x="855" y="1396"/>
                </a:lnTo>
                <a:lnTo>
                  <a:pt x="855" y="1395"/>
                </a:lnTo>
                <a:lnTo>
                  <a:pt x="854" y="1393"/>
                </a:lnTo>
                <a:lnTo>
                  <a:pt x="855" y="1393"/>
                </a:lnTo>
                <a:lnTo>
                  <a:pt x="855" y="1392"/>
                </a:lnTo>
                <a:lnTo>
                  <a:pt x="854" y="1391"/>
                </a:lnTo>
                <a:lnTo>
                  <a:pt x="855" y="1390"/>
                </a:lnTo>
                <a:lnTo>
                  <a:pt x="854" y="1389"/>
                </a:lnTo>
                <a:lnTo>
                  <a:pt x="854" y="1388"/>
                </a:lnTo>
                <a:lnTo>
                  <a:pt x="853" y="1388"/>
                </a:lnTo>
                <a:lnTo>
                  <a:pt x="852" y="1387"/>
                </a:lnTo>
                <a:lnTo>
                  <a:pt x="852" y="1386"/>
                </a:lnTo>
                <a:lnTo>
                  <a:pt x="853" y="1386"/>
                </a:lnTo>
                <a:lnTo>
                  <a:pt x="852" y="1385"/>
                </a:lnTo>
                <a:lnTo>
                  <a:pt x="853" y="1384"/>
                </a:lnTo>
                <a:lnTo>
                  <a:pt x="853" y="1383"/>
                </a:lnTo>
                <a:lnTo>
                  <a:pt x="852" y="1382"/>
                </a:lnTo>
                <a:lnTo>
                  <a:pt x="847" y="1382"/>
                </a:lnTo>
                <a:lnTo>
                  <a:pt x="846" y="1383"/>
                </a:lnTo>
                <a:lnTo>
                  <a:pt x="845" y="1382"/>
                </a:lnTo>
                <a:lnTo>
                  <a:pt x="845" y="1381"/>
                </a:lnTo>
                <a:lnTo>
                  <a:pt x="844" y="1381"/>
                </a:lnTo>
                <a:lnTo>
                  <a:pt x="843" y="1382"/>
                </a:lnTo>
                <a:lnTo>
                  <a:pt x="842" y="1382"/>
                </a:lnTo>
                <a:lnTo>
                  <a:pt x="841" y="1382"/>
                </a:lnTo>
                <a:lnTo>
                  <a:pt x="839" y="1382"/>
                </a:lnTo>
                <a:lnTo>
                  <a:pt x="838" y="1381"/>
                </a:lnTo>
                <a:lnTo>
                  <a:pt x="837" y="1381"/>
                </a:lnTo>
                <a:lnTo>
                  <a:pt x="837" y="1382"/>
                </a:lnTo>
                <a:lnTo>
                  <a:pt x="836" y="1383"/>
                </a:lnTo>
                <a:lnTo>
                  <a:pt x="836" y="1384"/>
                </a:lnTo>
                <a:lnTo>
                  <a:pt x="835" y="1385"/>
                </a:lnTo>
                <a:lnTo>
                  <a:pt x="834" y="1385"/>
                </a:lnTo>
                <a:lnTo>
                  <a:pt x="833" y="1386"/>
                </a:lnTo>
                <a:lnTo>
                  <a:pt x="832" y="1386"/>
                </a:lnTo>
                <a:lnTo>
                  <a:pt x="831" y="1386"/>
                </a:lnTo>
                <a:lnTo>
                  <a:pt x="829" y="1384"/>
                </a:lnTo>
                <a:lnTo>
                  <a:pt x="828" y="1384"/>
                </a:lnTo>
                <a:lnTo>
                  <a:pt x="828" y="1383"/>
                </a:lnTo>
                <a:lnTo>
                  <a:pt x="827" y="1383"/>
                </a:lnTo>
                <a:lnTo>
                  <a:pt x="826" y="1384"/>
                </a:lnTo>
                <a:lnTo>
                  <a:pt x="825" y="1383"/>
                </a:lnTo>
                <a:lnTo>
                  <a:pt x="825" y="1382"/>
                </a:lnTo>
                <a:lnTo>
                  <a:pt x="824" y="1382"/>
                </a:lnTo>
                <a:lnTo>
                  <a:pt x="823" y="1382"/>
                </a:lnTo>
                <a:lnTo>
                  <a:pt x="822" y="1381"/>
                </a:lnTo>
                <a:lnTo>
                  <a:pt x="821" y="1380"/>
                </a:lnTo>
                <a:lnTo>
                  <a:pt x="821" y="1381"/>
                </a:lnTo>
                <a:lnTo>
                  <a:pt x="820" y="1381"/>
                </a:lnTo>
                <a:lnTo>
                  <a:pt x="819" y="1381"/>
                </a:lnTo>
                <a:lnTo>
                  <a:pt x="818" y="1380"/>
                </a:lnTo>
                <a:lnTo>
                  <a:pt x="817" y="1380"/>
                </a:lnTo>
                <a:lnTo>
                  <a:pt x="816" y="1380"/>
                </a:lnTo>
                <a:lnTo>
                  <a:pt x="815" y="1379"/>
                </a:lnTo>
                <a:lnTo>
                  <a:pt x="814" y="1380"/>
                </a:lnTo>
                <a:lnTo>
                  <a:pt x="813" y="1380"/>
                </a:lnTo>
                <a:lnTo>
                  <a:pt x="812" y="1380"/>
                </a:lnTo>
                <a:lnTo>
                  <a:pt x="811" y="1380"/>
                </a:lnTo>
                <a:lnTo>
                  <a:pt x="811" y="1379"/>
                </a:lnTo>
                <a:lnTo>
                  <a:pt x="809" y="1379"/>
                </a:lnTo>
                <a:lnTo>
                  <a:pt x="808" y="1379"/>
                </a:lnTo>
                <a:lnTo>
                  <a:pt x="806" y="1379"/>
                </a:lnTo>
                <a:lnTo>
                  <a:pt x="805" y="1379"/>
                </a:lnTo>
                <a:lnTo>
                  <a:pt x="804" y="1379"/>
                </a:lnTo>
                <a:lnTo>
                  <a:pt x="803" y="1379"/>
                </a:lnTo>
                <a:lnTo>
                  <a:pt x="803" y="1380"/>
                </a:lnTo>
                <a:lnTo>
                  <a:pt x="802" y="1381"/>
                </a:lnTo>
                <a:lnTo>
                  <a:pt x="802" y="1382"/>
                </a:lnTo>
                <a:lnTo>
                  <a:pt x="802" y="1383"/>
                </a:lnTo>
                <a:lnTo>
                  <a:pt x="802" y="1384"/>
                </a:lnTo>
                <a:lnTo>
                  <a:pt x="802" y="1385"/>
                </a:lnTo>
                <a:lnTo>
                  <a:pt x="799" y="1385"/>
                </a:lnTo>
                <a:lnTo>
                  <a:pt x="798" y="1385"/>
                </a:lnTo>
                <a:lnTo>
                  <a:pt x="796" y="1385"/>
                </a:lnTo>
                <a:lnTo>
                  <a:pt x="796" y="1386"/>
                </a:lnTo>
                <a:lnTo>
                  <a:pt x="797" y="1386"/>
                </a:lnTo>
                <a:lnTo>
                  <a:pt x="797" y="1387"/>
                </a:lnTo>
                <a:lnTo>
                  <a:pt x="798" y="1389"/>
                </a:lnTo>
                <a:lnTo>
                  <a:pt x="797" y="1390"/>
                </a:lnTo>
                <a:lnTo>
                  <a:pt x="797" y="1391"/>
                </a:lnTo>
                <a:lnTo>
                  <a:pt x="796" y="1391"/>
                </a:lnTo>
                <a:lnTo>
                  <a:pt x="796" y="1393"/>
                </a:lnTo>
                <a:lnTo>
                  <a:pt x="796" y="1394"/>
                </a:lnTo>
                <a:lnTo>
                  <a:pt x="795" y="1395"/>
                </a:lnTo>
                <a:lnTo>
                  <a:pt x="794" y="1396"/>
                </a:lnTo>
                <a:lnTo>
                  <a:pt x="792" y="1397"/>
                </a:lnTo>
                <a:lnTo>
                  <a:pt x="791" y="1396"/>
                </a:lnTo>
                <a:lnTo>
                  <a:pt x="791" y="1395"/>
                </a:lnTo>
                <a:lnTo>
                  <a:pt x="790" y="1395"/>
                </a:lnTo>
                <a:lnTo>
                  <a:pt x="790" y="1396"/>
                </a:lnTo>
                <a:lnTo>
                  <a:pt x="789" y="1396"/>
                </a:lnTo>
                <a:lnTo>
                  <a:pt x="789" y="1397"/>
                </a:lnTo>
                <a:lnTo>
                  <a:pt x="789" y="1398"/>
                </a:lnTo>
                <a:lnTo>
                  <a:pt x="788" y="1398"/>
                </a:lnTo>
                <a:lnTo>
                  <a:pt x="787" y="1398"/>
                </a:lnTo>
                <a:lnTo>
                  <a:pt x="786" y="1399"/>
                </a:lnTo>
                <a:lnTo>
                  <a:pt x="786" y="1398"/>
                </a:lnTo>
                <a:lnTo>
                  <a:pt x="785" y="1398"/>
                </a:lnTo>
                <a:lnTo>
                  <a:pt x="784" y="1398"/>
                </a:lnTo>
                <a:lnTo>
                  <a:pt x="784" y="1399"/>
                </a:lnTo>
                <a:lnTo>
                  <a:pt x="783" y="1399"/>
                </a:lnTo>
                <a:lnTo>
                  <a:pt x="783" y="1400"/>
                </a:lnTo>
                <a:lnTo>
                  <a:pt x="783" y="1401"/>
                </a:lnTo>
                <a:lnTo>
                  <a:pt x="783" y="1402"/>
                </a:lnTo>
                <a:lnTo>
                  <a:pt x="782" y="1402"/>
                </a:lnTo>
                <a:lnTo>
                  <a:pt x="781" y="1402"/>
                </a:lnTo>
                <a:lnTo>
                  <a:pt x="781" y="1401"/>
                </a:lnTo>
                <a:lnTo>
                  <a:pt x="780" y="1401"/>
                </a:lnTo>
                <a:lnTo>
                  <a:pt x="780" y="1402"/>
                </a:lnTo>
                <a:lnTo>
                  <a:pt x="779" y="1402"/>
                </a:lnTo>
                <a:lnTo>
                  <a:pt x="778" y="1403"/>
                </a:lnTo>
                <a:lnTo>
                  <a:pt x="776" y="1403"/>
                </a:lnTo>
                <a:lnTo>
                  <a:pt x="775" y="1404"/>
                </a:lnTo>
                <a:lnTo>
                  <a:pt x="774" y="1404"/>
                </a:lnTo>
                <a:lnTo>
                  <a:pt x="773" y="1406"/>
                </a:lnTo>
                <a:lnTo>
                  <a:pt x="770" y="1406"/>
                </a:lnTo>
                <a:lnTo>
                  <a:pt x="770" y="1405"/>
                </a:lnTo>
                <a:lnTo>
                  <a:pt x="769" y="1405"/>
                </a:lnTo>
                <a:lnTo>
                  <a:pt x="769" y="1406"/>
                </a:lnTo>
                <a:lnTo>
                  <a:pt x="768" y="1408"/>
                </a:lnTo>
                <a:lnTo>
                  <a:pt x="769" y="1409"/>
                </a:lnTo>
                <a:lnTo>
                  <a:pt x="769" y="1410"/>
                </a:lnTo>
                <a:lnTo>
                  <a:pt x="770" y="1412"/>
                </a:lnTo>
                <a:lnTo>
                  <a:pt x="770" y="1414"/>
                </a:lnTo>
                <a:lnTo>
                  <a:pt x="771" y="1414"/>
                </a:lnTo>
                <a:lnTo>
                  <a:pt x="771" y="1415"/>
                </a:lnTo>
                <a:lnTo>
                  <a:pt x="771" y="1416"/>
                </a:lnTo>
                <a:lnTo>
                  <a:pt x="770" y="1417"/>
                </a:lnTo>
                <a:lnTo>
                  <a:pt x="770" y="1418"/>
                </a:lnTo>
                <a:lnTo>
                  <a:pt x="769" y="1418"/>
                </a:lnTo>
                <a:lnTo>
                  <a:pt x="768" y="1419"/>
                </a:lnTo>
                <a:lnTo>
                  <a:pt x="767" y="1419"/>
                </a:lnTo>
                <a:lnTo>
                  <a:pt x="767" y="1420"/>
                </a:lnTo>
                <a:lnTo>
                  <a:pt x="765" y="1420"/>
                </a:lnTo>
                <a:lnTo>
                  <a:pt x="765" y="1421"/>
                </a:lnTo>
                <a:lnTo>
                  <a:pt x="765" y="1420"/>
                </a:lnTo>
                <a:lnTo>
                  <a:pt x="764" y="1420"/>
                </a:lnTo>
                <a:lnTo>
                  <a:pt x="763" y="1420"/>
                </a:lnTo>
                <a:lnTo>
                  <a:pt x="762" y="1420"/>
                </a:lnTo>
                <a:lnTo>
                  <a:pt x="761" y="1421"/>
                </a:lnTo>
                <a:lnTo>
                  <a:pt x="761" y="1422"/>
                </a:lnTo>
                <a:lnTo>
                  <a:pt x="760" y="1422"/>
                </a:lnTo>
                <a:lnTo>
                  <a:pt x="760" y="1423"/>
                </a:lnTo>
                <a:lnTo>
                  <a:pt x="760" y="1424"/>
                </a:lnTo>
                <a:lnTo>
                  <a:pt x="759" y="1424"/>
                </a:lnTo>
                <a:lnTo>
                  <a:pt x="757" y="1424"/>
                </a:lnTo>
                <a:lnTo>
                  <a:pt x="754" y="1425"/>
                </a:lnTo>
                <a:lnTo>
                  <a:pt x="753" y="1425"/>
                </a:lnTo>
                <a:lnTo>
                  <a:pt x="751" y="1425"/>
                </a:lnTo>
                <a:lnTo>
                  <a:pt x="750" y="1425"/>
                </a:lnTo>
                <a:lnTo>
                  <a:pt x="749" y="1424"/>
                </a:lnTo>
                <a:lnTo>
                  <a:pt x="748" y="1424"/>
                </a:lnTo>
                <a:lnTo>
                  <a:pt x="747" y="1424"/>
                </a:lnTo>
                <a:lnTo>
                  <a:pt x="745" y="1425"/>
                </a:lnTo>
                <a:lnTo>
                  <a:pt x="744" y="1425"/>
                </a:lnTo>
                <a:lnTo>
                  <a:pt x="744" y="1424"/>
                </a:lnTo>
                <a:lnTo>
                  <a:pt x="743" y="1425"/>
                </a:lnTo>
                <a:lnTo>
                  <a:pt x="742" y="1425"/>
                </a:lnTo>
                <a:lnTo>
                  <a:pt x="741" y="1425"/>
                </a:lnTo>
                <a:lnTo>
                  <a:pt x="740" y="1426"/>
                </a:lnTo>
                <a:lnTo>
                  <a:pt x="739" y="1426"/>
                </a:lnTo>
                <a:lnTo>
                  <a:pt x="739" y="1427"/>
                </a:lnTo>
                <a:lnTo>
                  <a:pt x="737" y="1428"/>
                </a:lnTo>
                <a:lnTo>
                  <a:pt x="735" y="1428"/>
                </a:lnTo>
                <a:lnTo>
                  <a:pt x="734" y="1428"/>
                </a:lnTo>
                <a:lnTo>
                  <a:pt x="733" y="1428"/>
                </a:lnTo>
                <a:lnTo>
                  <a:pt x="732" y="1428"/>
                </a:lnTo>
                <a:lnTo>
                  <a:pt x="732" y="1427"/>
                </a:lnTo>
                <a:lnTo>
                  <a:pt x="730" y="1428"/>
                </a:lnTo>
                <a:lnTo>
                  <a:pt x="726" y="1428"/>
                </a:lnTo>
                <a:lnTo>
                  <a:pt x="726" y="1427"/>
                </a:lnTo>
                <a:lnTo>
                  <a:pt x="725" y="1427"/>
                </a:lnTo>
                <a:lnTo>
                  <a:pt x="723" y="1427"/>
                </a:lnTo>
                <a:lnTo>
                  <a:pt x="723" y="1428"/>
                </a:lnTo>
                <a:lnTo>
                  <a:pt x="722" y="1428"/>
                </a:lnTo>
                <a:lnTo>
                  <a:pt x="722" y="1427"/>
                </a:lnTo>
                <a:lnTo>
                  <a:pt x="721" y="1427"/>
                </a:lnTo>
                <a:lnTo>
                  <a:pt x="721" y="1426"/>
                </a:lnTo>
                <a:lnTo>
                  <a:pt x="721" y="1425"/>
                </a:lnTo>
                <a:lnTo>
                  <a:pt x="721" y="1423"/>
                </a:lnTo>
                <a:lnTo>
                  <a:pt x="721" y="1422"/>
                </a:lnTo>
                <a:lnTo>
                  <a:pt x="720" y="1422"/>
                </a:lnTo>
                <a:lnTo>
                  <a:pt x="719" y="1422"/>
                </a:lnTo>
                <a:lnTo>
                  <a:pt x="717" y="1420"/>
                </a:lnTo>
                <a:lnTo>
                  <a:pt x="716" y="1419"/>
                </a:lnTo>
                <a:lnTo>
                  <a:pt x="716" y="1418"/>
                </a:lnTo>
                <a:lnTo>
                  <a:pt x="714" y="1417"/>
                </a:lnTo>
                <a:lnTo>
                  <a:pt x="713" y="1417"/>
                </a:lnTo>
                <a:lnTo>
                  <a:pt x="712" y="1417"/>
                </a:lnTo>
                <a:lnTo>
                  <a:pt x="711" y="1417"/>
                </a:lnTo>
                <a:lnTo>
                  <a:pt x="709" y="1417"/>
                </a:lnTo>
                <a:lnTo>
                  <a:pt x="709" y="1416"/>
                </a:lnTo>
                <a:lnTo>
                  <a:pt x="708" y="1416"/>
                </a:lnTo>
                <a:lnTo>
                  <a:pt x="708" y="1417"/>
                </a:lnTo>
                <a:lnTo>
                  <a:pt x="707" y="1417"/>
                </a:lnTo>
                <a:lnTo>
                  <a:pt x="707" y="1416"/>
                </a:lnTo>
                <a:lnTo>
                  <a:pt x="706" y="1416"/>
                </a:lnTo>
                <a:lnTo>
                  <a:pt x="705" y="1416"/>
                </a:lnTo>
                <a:lnTo>
                  <a:pt x="705" y="1417"/>
                </a:lnTo>
                <a:lnTo>
                  <a:pt x="704" y="1417"/>
                </a:lnTo>
                <a:lnTo>
                  <a:pt x="703" y="1417"/>
                </a:lnTo>
                <a:lnTo>
                  <a:pt x="701" y="1416"/>
                </a:lnTo>
                <a:lnTo>
                  <a:pt x="700" y="1416"/>
                </a:lnTo>
                <a:lnTo>
                  <a:pt x="700" y="1417"/>
                </a:lnTo>
                <a:lnTo>
                  <a:pt x="700" y="1418"/>
                </a:lnTo>
                <a:lnTo>
                  <a:pt x="699" y="1418"/>
                </a:lnTo>
                <a:lnTo>
                  <a:pt x="698" y="1418"/>
                </a:lnTo>
                <a:lnTo>
                  <a:pt x="698" y="1417"/>
                </a:lnTo>
                <a:lnTo>
                  <a:pt x="697" y="1418"/>
                </a:lnTo>
                <a:lnTo>
                  <a:pt x="696" y="1418"/>
                </a:lnTo>
                <a:lnTo>
                  <a:pt x="696" y="1419"/>
                </a:lnTo>
                <a:lnTo>
                  <a:pt x="695" y="1419"/>
                </a:lnTo>
                <a:lnTo>
                  <a:pt x="694" y="1416"/>
                </a:lnTo>
                <a:lnTo>
                  <a:pt x="694" y="1415"/>
                </a:lnTo>
                <a:lnTo>
                  <a:pt x="693" y="1414"/>
                </a:lnTo>
                <a:lnTo>
                  <a:pt x="692" y="1414"/>
                </a:lnTo>
                <a:lnTo>
                  <a:pt x="690" y="1415"/>
                </a:lnTo>
                <a:lnTo>
                  <a:pt x="688" y="1414"/>
                </a:lnTo>
                <a:lnTo>
                  <a:pt x="687" y="1414"/>
                </a:lnTo>
                <a:lnTo>
                  <a:pt x="687" y="1413"/>
                </a:lnTo>
                <a:lnTo>
                  <a:pt x="687" y="1412"/>
                </a:lnTo>
                <a:lnTo>
                  <a:pt x="686" y="1412"/>
                </a:lnTo>
                <a:lnTo>
                  <a:pt x="685" y="1412"/>
                </a:lnTo>
                <a:lnTo>
                  <a:pt x="685" y="1413"/>
                </a:lnTo>
                <a:lnTo>
                  <a:pt x="685" y="1412"/>
                </a:lnTo>
                <a:lnTo>
                  <a:pt x="684" y="1412"/>
                </a:lnTo>
                <a:lnTo>
                  <a:pt x="685" y="1411"/>
                </a:lnTo>
                <a:lnTo>
                  <a:pt x="685" y="1410"/>
                </a:lnTo>
                <a:lnTo>
                  <a:pt x="684" y="1410"/>
                </a:lnTo>
                <a:lnTo>
                  <a:pt x="683" y="1411"/>
                </a:lnTo>
                <a:lnTo>
                  <a:pt x="681" y="1411"/>
                </a:lnTo>
                <a:lnTo>
                  <a:pt x="681" y="1410"/>
                </a:lnTo>
                <a:lnTo>
                  <a:pt x="680" y="1410"/>
                </a:lnTo>
                <a:lnTo>
                  <a:pt x="680" y="1411"/>
                </a:lnTo>
                <a:lnTo>
                  <a:pt x="679" y="1413"/>
                </a:lnTo>
                <a:lnTo>
                  <a:pt x="679" y="1414"/>
                </a:lnTo>
                <a:lnTo>
                  <a:pt x="679" y="1416"/>
                </a:lnTo>
                <a:lnTo>
                  <a:pt x="679" y="1417"/>
                </a:lnTo>
                <a:lnTo>
                  <a:pt x="678" y="1417"/>
                </a:lnTo>
                <a:lnTo>
                  <a:pt x="676" y="1417"/>
                </a:lnTo>
                <a:lnTo>
                  <a:pt x="676" y="1418"/>
                </a:lnTo>
                <a:lnTo>
                  <a:pt x="678" y="1419"/>
                </a:lnTo>
                <a:lnTo>
                  <a:pt x="678" y="1420"/>
                </a:lnTo>
                <a:lnTo>
                  <a:pt x="677" y="1420"/>
                </a:lnTo>
                <a:lnTo>
                  <a:pt x="676" y="1420"/>
                </a:lnTo>
                <a:lnTo>
                  <a:pt x="675" y="1420"/>
                </a:lnTo>
                <a:lnTo>
                  <a:pt x="674" y="1420"/>
                </a:lnTo>
                <a:lnTo>
                  <a:pt x="673" y="1420"/>
                </a:lnTo>
                <a:lnTo>
                  <a:pt x="671" y="1420"/>
                </a:lnTo>
                <a:lnTo>
                  <a:pt x="671" y="1419"/>
                </a:lnTo>
                <a:lnTo>
                  <a:pt x="670" y="1419"/>
                </a:lnTo>
                <a:lnTo>
                  <a:pt x="670" y="1418"/>
                </a:lnTo>
                <a:lnTo>
                  <a:pt x="669" y="1418"/>
                </a:lnTo>
                <a:lnTo>
                  <a:pt x="668" y="1418"/>
                </a:lnTo>
                <a:lnTo>
                  <a:pt x="668" y="1419"/>
                </a:lnTo>
                <a:lnTo>
                  <a:pt x="666" y="1419"/>
                </a:lnTo>
                <a:lnTo>
                  <a:pt x="666" y="1418"/>
                </a:lnTo>
                <a:lnTo>
                  <a:pt x="665" y="1418"/>
                </a:lnTo>
                <a:lnTo>
                  <a:pt x="664" y="1417"/>
                </a:lnTo>
                <a:lnTo>
                  <a:pt x="663" y="1417"/>
                </a:lnTo>
                <a:lnTo>
                  <a:pt x="661" y="1417"/>
                </a:lnTo>
                <a:lnTo>
                  <a:pt x="660" y="1417"/>
                </a:lnTo>
                <a:lnTo>
                  <a:pt x="657" y="1417"/>
                </a:lnTo>
                <a:lnTo>
                  <a:pt x="655" y="1417"/>
                </a:lnTo>
                <a:lnTo>
                  <a:pt x="654" y="1417"/>
                </a:lnTo>
                <a:lnTo>
                  <a:pt x="651" y="1417"/>
                </a:lnTo>
                <a:lnTo>
                  <a:pt x="649" y="1417"/>
                </a:lnTo>
                <a:lnTo>
                  <a:pt x="648" y="1417"/>
                </a:lnTo>
                <a:lnTo>
                  <a:pt x="647" y="1417"/>
                </a:lnTo>
                <a:lnTo>
                  <a:pt x="647" y="1416"/>
                </a:lnTo>
                <a:lnTo>
                  <a:pt x="648" y="1416"/>
                </a:lnTo>
                <a:lnTo>
                  <a:pt x="648" y="1415"/>
                </a:lnTo>
                <a:lnTo>
                  <a:pt x="647" y="1414"/>
                </a:lnTo>
                <a:lnTo>
                  <a:pt x="646" y="1414"/>
                </a:lnTo>
                <a:lnTo>
                  <a:pt x="645" y="1414"/>
                </a:lnTo>
                <a:lnTo>
                  <a:pt x="645" y="1413"/>
                </a:lnTo>
                <a:lnTo>
                  <a:pt x="646" y="1412"/>
                </a:lnTo>
                <a:lnTo>
                  <a:pt x="645" y="1412"/>
                </a:lnTo>
                <a:lnTo>
                  <a:pt x="645" y="1411"/>
                </a:lnTo>
                <a:lnTo>
                  <a:pt x="644" y="1411"/>
                </a:lnTo>
                <a:lnTo>
                  <a:pt x="643" y="1412"/>
                </a:lnTo>
                <a:lnTo>
                  <a:pt x="642" y="1411"/>
                </a:lnTo>
                <a:lnTo>
                  <a:pt x="641" y="1410"/>
                </a:lnTo>
                <a:lnTo>
                  <a:pt x="640" y="1410"/>
                </a:lnTo>
                <a:lnTo>
                  <a:pt x="639" y="1410"/>
                </a:lnTo>
                <a:lnTo>
                  <a:pt x="639" y="1411"/>
                </a:lnTo>
                <a:lnTo>
                  <a:pt x="637" y="1412"/>
                </a:lnTo>
                <a:lnTo>
                  <a:pt x="636" y="1412"/>
                </a:lnTo>
                <a:lnTo>
                  <a:pt x="636" y="1411"/>
                </a:lnTo>
                <a:lnTo>
                  <a:pt x="635" y="1410"/>
                </a:lnTo>
                <a:lnTo>
                  <a:pt x="634" y="1410"/>
                </a:lnTo>
                <a:lnTo>
                  <a:pt x="634" y="1411"/>
                </a:lnTo>
                <a:lnTo>
                  <a:pt x="633" y="1411"/>
                </a:lnTo>
                <a:lnTo>
                  <a:pt x="632" y="1412"/>
                </a:lnTo>
                <a:lnTo>
                  <a:pt x="631" y="1411"/>
                </a:lnTo>
                <a:lnTo>
                  <a:pt x="630" y="1410"/>
                </a:lnTo>
                <a:lnTo>
                  <a:pt x="628" y="1410"/>
                </a:lnTo>
                <a:lnTo>
                  <a:pt x="627" y="1409"/>
                </a:lnTo>
                <a:lnTo>
                  <a:pt x="626" y="1409"/>
                </a:lnTo>
                <a:lnTo>
                  <a:pt x="625" y="1408"/>
                </a:lnTo>
                <a:lnTo>
                  <a:pt x="625" y="1407"/>
                </a:lnTo>
                <a:lnTo>
                  <a:pt x="626" y="1406"/>
                </a:lnTo>
                <a:lnTo>
                  <a:pt x="625" y="1406"/>
                </a:lnTo>
                <a:lnTo>
                  <a:pt x="624" y="1406"/>
                </a:lnTo>
                <a:lnTo>
                  <a:pt x="623" y="1406"/>
                </a:lnTo>
                <a:lnTo>
                  <a:pt x="623" y="1407"/>
                </a:lnTo>
                <a:lnTo>
                  <a:pt x="623" y="1408"/>
                </a:lnTo>
                <a:lnTo>
                  <a:pt x="623" y="1409"/>
                </a:lnTo>
                <a:lnTo>
                  <a:pt x="622" y="1409"/>
                </a:lnTo>
                <a:lnTo>
                  <a:pt x="621" y="1410"/>
                </a:lnTo>
                <a:lnTo>
                  <a:pt x="621" y="1411"/>
                </a:lnTo>
                <a:lnTo>
                  <a:pt x="620" y="1411"/>
                </a:lnTo>
                <a:lnTo>
                  <a:pt x="620" y="1412"/>
                </a:lnTo>
                <a:lnTo>
                  <a:pt x="618" y="1412"/>
                </a:lnTo>
                <a:lnTo>
                  <a:pt x="616" y="1412"/>
                </a:lnTo>
                <a:lnTo>
                  <a:pt x="615" y="1412"/>
                </a:lnTo>
                <a:lnTo>
                  <a:pt x="614" y="1412"/>
                </a:lnTo>
                <a:lnTo>
                  <a:pt x="614" y="1413"/>
                </a:lnTo>
                <a:lnTo>
                  <a:pt x="613" y="1413"/>
                </a:lnTo>
                <a:lnTo>
                  <a:pt x="613" y="1414"/>
                </a:lnTo>
                <a:lnTo>
                  <a:pt x="612" y="1415"/>
                </a:lnTo>
                <a:lnTo>
                  <a:pt x="612" y="1416"/>
                </a:lnTo>
                <a:lnTo>
                  <a:pt x="611" y="1417"/>
                </a:lnTo>
                <a:lnTo>
                  <a:pt x="611" y="1418"/>
                </a:lnTo>
                <a:lnTo>
                  <a:pt x="611" y="1420"/>
                </a:lnTo>
                <a:lnTo>
                  <a:pt x="610" y="1422"/>
                </a:lnTo>
                <a:lnTo>
                  <a:pt x="611" y="1423"/>
                </a:lnTo>
                <a:lnTo>
                  <a:pt x="613" y="1425"/>
                </a:lnTo>
                <a:lnTo>
                  <a:pt x="614" y="1425"/>
                </a:lnTo>
                <a:lnTo>
                  <a:pt x="616" y="1427"/>
                </a:lnTo>
                <a:lnTo>
                  <a:pt x="616" y="1429"/>
                </a:lnTo>
                <a:lnTo>
                  <a:pt x="617" y="1429"/>
                </a:lnTo>
                <a:lnTo>
                  <a:pt x="618" y="1430"/>
                </a:lnTo>
                <a:lnTo>
                  <a:pt x="618" y="1431"/>
                </a:lnTo>
                <a:lnTo>
                  <a:pt x="617" y="1431"/>
                </a:lnTo>
                <a:lnTo>
                  <a:pt x="615" y="1431"/>
                </a:lnTo>
                <a:lnTo>
                  <a:pt x="614" y="1431"/>
                </a:lnTo>
                <a:lnTo>
                  <a:pt x="613" y="1431"/>
                </a:lnTo>
                <a:lnTo>
                  <a:pt x="613" y="1430"/>
                </a:lnTo>
                <a:lnTo>
                  <a:pt x="612" y="1430"/>
                </a:lnTo>
                <a:lnTo>
                  <a:pt x="612" y="1431"/>
                </a:lnTo>
                <a:lnTo>
                  <a:pt x="611" y="1431"/>
                </a:lnTo>
                <a:lnTo>
                  <a:pt x="610" y="1431"/>
                </a:lnTo>
                <a:lnTo>
                  <a:pt x="609" y="1431"/>
                </a:lnTo>
                <a:lnTo>
                  <a:pt x="609" y="1432"/>
                </a:lnTo>
                <a:lnTo>
                  <a:pt x="608" y="1433"/>
                </a:lnTo>
                <a:lnTo>
                  <a:pt x="607" y="1433"/>
                </a:lnTo>
                <a:lnTo>
                  <a:pt x="606" y="1433"/>
                </a:lnTo>
                <a:lnTo>
                  <a:pt x="606" y="1434"/>
                </a:lnTo>
                <a:lnTo>
                  <a:pt x="606" y="1435"/>
                </a:lnTo>
                <a:lnTo>
                  <a:pt x="607" y="1436"/>
                </a:lnTo>
                <a:lnTo>
                  <a:pt x="607" y="1437"/>
                </a:lnTo>
                <a:lnTo>
                  <a:pt x="606" y="1437"/>
                </a:lnTo>
                <a:lnTo>
                  <a:pt x="605" y="1438"/>
                </a:lnTo>
                <a:lnTo>
                  <a:pt x="605" y="1439"/>
                </a:lnTo>
                <a:lnTo>
                  <a:pt x="603" y="1440"/>
                </a:lnTo>
                <a:lnTo>
                  <a:pt x="599" y="1443"/>
                </a:lnTo>
                <a:lnTo>
                  <a:pt x="597" y="1445"/>
                </a:lnTo>
                <a:lnTo>
                  <a:pt x="596" y="1445"/>
                </a:lnTo>
                <a:lnTo>
                  <a:pt x="595" y="1445"/>
                </a:lnTo>
                <a:lnTo>
                  <a:pt x="594" y="1445"/>
                </a:lnTo>
                <a:lnTo>
                  <a:pt x="594" y="1444"/>
                </a:lnTo>
                <a:lnTo>
                  <a:pt x="593" y="1444"/>
                </a:lnTo>
                <a:lnTo>
                  <a:pt x="592" y="1444"/>
                </a:lnTo>
                <a:lnTo>
                  <a:pt x="591" y="1445"/>
                </a:lnTo>
                <a:lnTo>
                  <a:pt x="591" y="1446"/>
                </a:lnTo>
                <a:lnTo>
                  <a:pt x="590" y="1446"/>
                </a:lnTo>
                <a:lnTo>
                  <a:pt x="589" y="1448"/>
                </a:lnTo>
                <a:lnTo>
                  <a:pt x="589" y="1449"/>
                </a:lnTo>
                <a:lnTo>
                  <a:pt x="590" y="1449"/>
                </a:lnTo>
                <a:lnTo>
                  <a:pt x="589" y="1451"/>
                </a:lnTo>
                <a:lnTo>
                  <a:pt x="588" y="1452"/>
                </a:lnTo>
                <a:lnTo>
                  <a:pt x="589" y="1452"/>
                </a:lnTo>
                <a:lnTo>
                  <a:pt x="589" y="1453"/>
                </a:lnTo>
                <a:lnTo>
                  <a:pt x="590" y="1453"/>
                </a:lnTo>
                <a:lnTo>
                  <a:pt x="590" y="1454"/>
                </a:lnTo>
                <a:lnTo>
                  <a:pt x="589" y="1454"/>
                </a:lnTo>
                <a:lnTo>
                  <a:pt x="588" y="1455"/>
                </a:lnTo>
                <a:lnTo>
                  <a:pt x="588" y="1456"/>
                </a:lnTo>
                <a:lnTo>
                  <a:pt x="588" y="1457"/>
                </a:lnTo>
                <a:lnTo>
                  <a:pt x="589" y="1457"/>
                </a:lnTo>
                <a:lnTo>
                  <a:pt x="590" y="1458"/>
                </a:lnTo>
                <a:lnTo>
                  <a:pt x="589" y="1459"/>
                </a:lnTo>
                <a:lnTo>
                  <a:pt x="589" y="1460"/>
                </a:lnTo>
                <a:lnTo>
                  <a:pt x="589" y="1461"/>
                </a:lnTo>
                <a:lnTo>
                  <a:pt x="589" y="1462"/>
                </a:lnTo>
                <a:lnTo>
                  <a:pt x="588" y="1462"/>
                </a:lnTo>
                <a:lnTo>
                  <a:pt x="587" y="1462"/>
                </a:lnTo>
                <a:lnTo>
                  <a:pt x="586" y="1462"/>
                </a:lnTo>
                <a:lnTo>
                  <a:pt x="586" y="1463"/>
                </a:lnTo>
                <a:lnTo>
                  <a:pt x="586" y="1464"/>
                </a:lnTo>
                <a:lnTo>
                  <a:pt x="586" y="1465"/>
                </a:lnTo>
                <a:lnTo>
                  <a:pt x="586" y="1466"/>
                </a:lnTo>
                <a:lnTo>
                  <a:pt x="585" y="1466"/>
                </a:lnTo>
                <a:lnTo>
                  <a:pt x="584" y="1466"/>
                </a:lnTo>
                <a:lnTo>
                  <a:pt x="583" y="1466"/>
                </a:lnTo>
                <a:lnTo>
                  <a:pt x="582" y="1466"/>
                </a:lnTo>
                <a:lnTo>
                  <a:pt x="580" y="1466"/>
                </a:lnTo>
                <a:lnTo>
                  <a:pt x="579" y="1467"/>
                </a:lnTo>
                <a:lnTo>
                  <a:pt x="580" y="1469"/>
                </a:lnTo>
                <a:lnTo>
                  <a:pt x="581" y="1470"/>
                </a:lnTo>
                <a:lnTo>
                  <a:pt x="581" y="1471"/>
                </a:lnTo>
                <a:lnTo>
                  <a:pt x="580" y="1471"/>
                </a:lnTo>
                <a:lnTo>
                  <a:pt x="580" y="1472"/>
                </a:lnTo>
                <a:lnTo>
                  <a:pt x="579" y="1473"/>
                </a:lnTo>
                <a:lnTo>
                  <a:pt x="579" y="1475"/>
                </a:lnTo>
                <a:lnTo>
                  <a:pt x="578" y="1476"/>
                </a:lnTo>
                <a:lnTo>
                  <a:pt x="578" y="1477"/>
                </a:lnTo>
                <a:lnTo>
                  <a:pt x="577" y="1479"/>
                </a:lnTo>
                <a:lnTo>
                  <a:pt x="577" y="1480"/>
                </a:lnTo>
                <a:lnTo>
                  <a:pt x="577" y="1481"/>
                </a:lnTo>
                <a:lnTo>
                  <a:pt x="577" y="1482"/>
                </a:lnTo>
                <a:lnTo>
                  <a:pt x="577" y="1483"/>
                </a:lnTo>
                <a:lnTo>
                  <a:pt x="577" y="1484"/>
                </a:lnTo>
                <a:lnTo>
                  <a:pt x="576" y="1484"/>
                </a:lnTo>
                <a:lnTo>
                  <a:pt x="574" y="1485"/>
                </a:lnTo>
                <a:lnTo>
                  <a:pt x="574" y="1486"/>
                </a:lnTo>
                <a:lnTo>
                  <a:pt x="574" y="1487"/>
                </a:lnTo>
                <a:lnTo>
                  <a:pt x="576" y="1487"/>
                </a:lnTo>
                <a:lnTo>
                  <a:pt x="576" y="1488"/>
                </a:lnTo>
                <a:lnTo>
                  <a:pt x="576" y="1489"/>
                </a:lnTo>
                <a:lnTo>
                  <a:pt x="576" y="1490"/>
                </a:lnTo>
                <a:lnTo>
                  <a:pt x="575" y="1490"/>
                </a:lnTo>
                <a:lnTo>
                  <a:pt x="575" y="1491"/>
                </a:lnTo>
                <a:lnTo>
                  <a:pt x="574" y="1491"/>
                </a:lnTo>
                <a:lnTo>
                  <a:pt x="574" y="1492"/>
                </a:lnTo>
                <a:lnTo>
                  <a:pt x="573" y="1493"/>
                </a:lnTo>
                <a:lnTo>
                  <a:pt x="573" y="1494"/>
                </a:lnTo>
                <a:lnTo>
                  <a:pt x="574" y="1494"/>
                </a:lnTo>
                <a:lnTo>
                  <a:pt x="573" y="1495"/>
                </a:lnTo>
                <a:lnTo>
                  <a:pt x="572" y="1495"/>
                </a:lnTo>
                <a:lnTo>
                  <a:pt x="572" y="1496"/>
                </a:lnTo>
                <a:lnTo>
                  <a:pt x="571" y="1497"/>
                </a:lnTo>
                <a:lnTo>
                  <a:pt x="571" y="1498"/>
                </a:lnTo>
                <a:lnTo>
                  <a:pt x="572" y="1498"/>
                </a:lnTo>
                <a:lnTo>
                  <a:pt x="573" y="1498"/>
                </a:lnTo>
                <a:lnTo>
                  <a:pt x="573" y="1499"/>
                </a:lnTo>
                <a:lnTo>
                  <a:pt x="572" y="1499"/>
                </a:lnTo>
                <a:lnTo>
                  <a:pt x="572" y="1500"/>
                </a:lnTo>
                <a:lnTo>
                  <a:pt x="572" y="1501"/>
                </a:lnTo>
                <a:lnTo>
                  <a:pt x="571" y="1501"/>
                </a:lnTo>
                <a:lnTo>
                  <a:pt x="570" y="1501"/>
                </a:lnTo>
                <a:lnTo>
                  <a:pt x="570" y="1502"/>
                </a:lnTo>
                <a:lnTo>
                  <a:pt x="570" y="1503"/>
                </a:lnTo>
                <a:lnTo>
                  <a:pt x="570" y="1504"/>
                </a:lnTo>
                <a:lnTo>
                  <a:pt x="568" y="1504"/>
                </a:lnTo>
                <a:lnTo>
                  <a:pt x="568" y="1505"/>
                </a:lnTo>
                <a:lnTo>
                  <a:pt x="567" y="1505"/>
                </a:lnTo>
                <a:lnTo>
                  <a:pt x="566" y="1505"/>
                </a:lnTo>
                <a:lnTo>
                  <a:pt x="565" y="1505"/>
                </a:lnTo>
                <a:lnTo>
                  <a:pt x="563" y="1505"/>
                </a:lnTo>
                <a:lnTo>
                  <a:pt x="562" y="1506"/>
                </a:lnTo>
                <a:lnTo>
                  <a:pt x="561" y="1506"/>
                </a:lnTo>
                <a:lnTo>
                  <a:pt x="560" y="1506"/>
                </a:lnTo>
                <a:lnTo>
                  <a:pt x="560" y="1505"/>
                </a:lnTo>
                <a:lnTo>
                  <a:pt x="559" y="1504"/>
                </a:lnTo>
                <a:lnTo>
                  <a:pt x="558" y="1505"/>
                </a:lnTo>
                <a:lnTo>
                  <a:pt x="558" y="1506"/>
                </a:lnTo>
                <a:lnTo>
                  <a:pt x="557" y="1507"/>
                </a:lnTo>
                <a:lnTo>
                  <a:pt x="557" y="1508"/>
                </a:lnTo>
                <a:lnTo>
                  <a:pt x="555" y="1508"/>
                </a:lnTo>
                <a:lnTo>
                  <a:pt x="554" y="1507"/>
                </a:lnTo>
                <a:lnTo>
                  <a:pt x="554" y="1508"/>
                </a:lnTo>
                <a:lnTo>
                  <a:pt x="553" y="1508"/>
                </a:lnTo>
                <a:lnTo>
                  <a:pt x="552" y="1508"/>
                </a:lnTo>
                <a:lnTo>
                  <a:pt x="551" y="1508"/>
                </a:lnTo>
                <a:lnTo>
                  <a:pt x="551" y="1507"/>
                </a:lnTo>
                <a:lnTo>
                  <a:pt x="550" y="1507"/>
                </a:lnTo>
                <a:lnTo>
                  <a:pt x="550" y="1506"/>
                </a:lnTo>
                <a:lnTo>
                  <a:pt x="549" y="1506"/>
                </a:lnTo>
                <a:lnTo>
                  <a:pt x="549" y="1507"/>
                </a:lnTo>
                <a:lnTo>
                  <a:pt x="548" y="1507"/>
                </a:lnTo>
                <a:lnTo>
                  <a:pt x="547" y="1507"/>
                </a:lnTo>
                <a:lnTo>
                  <a:pt x="546" y="1507"/>
                </a:lnTo>
                <a:lnTo>
                  <a:pt x="546" y="1506"/>
                </a:lnTo>
                <a:lnTo>
                  <a:pt x="545" y="1506"/>
                </a:lnTo>
                <a:lnTo>
                  <a:pt x="545" y="1505"/>
                </a:lnTo>
                <a:lnTo>
                  <a:pt x="544" y="1505"/>
                </a:lnTo>
                <a:lnTo>
                  <a:pt x="544" y="1506"/>
                </a:lnTo>
                <a:lnTo>
                  <a:pt x="543" y="1507"/>
                </a:lnTo>
                <a:lnTo>
                  <a:pt x="540" y="1508"/>
                </a:lnTo>
                <a:lnTo>
                  <a:pt x="539" y="1508"/>
                </a:lnTo>
                <a:lnTo>
                  <a:pt x="537" y="1508"/>
                </a:lnTo>
                <a:lnTo>
                  <a:pt x="536" y="1509"/>
                </a:lnTo>
                <a:lnTo>
                  <a:pt x="535" y="1508"/>
                </a:lnTo>
                <a:lnTo>
                  <a:pt x="534" y="1508"/>
                </a:lnTo>
                <a:lnTo>
                  <a:pt x="533" y="1508"/>
                </a:lnTo>
                <a:lnTo>
                  <a:pt x="532" y="1508"/>
                </a:lnTo>
                <a:lnTo>
                  <a:pt x="532" y="1509"/>
                </a:lnTo>
                <a:lnTo>
                  <a:pt x="531" y="1510"/>
                </a:lnTo>
                <a:lnTo>
                  <a:pt x="530" y="1509"/>
                </a:lnTo>
                <a:lnTo>
                  <a:pt x="529" y="1509"/>
                </a:lnTo>
                <a:lnTo>
                  <a:pt x="529" y="1510"/>
                </a:lnTo>
                <a:lnTo>
                  <a:pt x="528" y="1510"/>
                </a:lnTo>
                <a:lnTo>
                  <a:pt x="527" y="1510"/>
                </a:lnTo>
                <a:lnTo>
                  <a:pt x="527" y="1509"/>
                </a:lnTo>
                <a:lnTo>
                  <a:pt x="526" y="1509"/>
                </a:lnTo>
                <a:lnTo>
                  <a:pt x="525" y="1509"/>
                </a:lnTo>
                <a:lnTo>
                  <a:pt x="524" y="1509"/>
                </a:lnTo>
                <a:lnTo>
                  <a:pt x="523" y="1509"/>
                </a:lnTo>
                <a:lnTo>
                  <a:pt x="521" y="1509"/>
                </a:lnTo>
                <a:lnTo>
                  <a:pt x="520" y="1509"/>
                </a:lnTo>
                <a:lnTo>
                  <a:pt x="520" y="1510"/>
                </a:lnTo>
                <a:lnTo>
                  <a:pt x="520" y="1511"/>
                </a:lnTo>
                <a:lnTo>
                  <a:pt x="518" y="1511"/>
                </a:lnTo>
                <a:lnTo>
                  <a:pt x="517" y="1511"/>
                </a:lnTo>
                <a:lnTo>
                  <a:pt x="516" y="1511"/>
                </a:lnTo>
                <a:lnTo>
                  <a:pt x="515" y="1511"/>
                </a:lnTo>
                <a:lnTo>
                  <a:pt x="513" y="1511"/>
                </a:lnTo>
                <a:lnTo>
                  <a:pt x="513" y="1510"/>
                </a:lnTo>
                <a:lnTo>
                  <a:pt x="512" y="1510"/>
                </a:lnTo>
                <a:lnTo>
                  <a:pt x="511" y="1510"/>
                </a:lnTo>
                <a:lnTo>
                  <a:pt x="511" y="1509"/>
                </a:lnTo>
                <a:lnTo>
                  <a:pt x="510" y="1509"/>
                </a:lnTo>
                <a:lnTo>
                  <a:pt x="511" y="1509"/>
                </a:lnTo>
                <a:lnTo>
                  <a:pt x="510" y="1508"/>
                </a:lnTo>
                <a:lnTo>
                  <a:pt x="509" y="1508"/>
                </a:lnTo>
                <a:lnTo>
                  <a:pt x="509" y="1509"/>
                </a:lnTo>
                <a:lnTo>
                  <a:pt x="506" y="1510"/>
                </a:lnTo>
                <a:lnTo>
                  <a:pt x="505" y="1510"/>
                </a:lnTo>
                <a:lnTo>
                  <a:pt x="503" y="1511"/>
                </a:lnTo>
                <a:lnTo>
                  <a:pt x="502" y="1512"/>
                </a:lnTo>
                <a:lnTo>
                  <a:pt x="501" y="1514"/>
                </a:lnTo>
                <a:lnTo>
                  <a:pt x="501" y="1515"/>
                </a:lnTo>
                <a:lnTo>
                  <a:pt x="501" y="1517"/>
                </a:lnTo>
                <a:lnTo>
                  <a:pt x="501" y="1518"/>
                </a:lnTo>
                <a:lnTo>
                  <a:pt x="500" y="1518"/>
                </a:lnTo>
                <a:lnTo>
                  <a:pt x="500" y="1519"/>
                </a:lnTo>
                <a:lnTo>
                  <a:pt x="499" y="1520"/>
                </a:lnTo>
                <a:lnTo>
                  <a:pt x="498" y="1520"/>
                </a:lnTo>
                <a:lnTo>
                  <a:pt x="498" y="1519"/>
                </a:lnTo>
                <a:lnTo>
                  <a:pt x="497" y="1519"/>
                </a:lnTo>
                <a:lnTo>
                  <a:pt x="496" y="1518"/>
                </a:lnTo>
                <a:lnTo>
                  <a:pt x="495" y="1518"/>
                </a:lnTo>
                <a:lnTo>
                  <a:pt x="494" y="1518"/>
                </a:lnTo>
                <a:lnTo>
                  <a:pt x="494" y="1517"/>
                </a:lnTo>
                <a:lnTo>
                  <a:pt x="493" y="1517"/>
                </a:lnTo>
                <a:lnTo>
                  <a:pt x="493" y="1516"/>
                </a:lnTo>
                <a:lnTo>
                  <a:pt x="492" y="1516"/>
                </a:lnTo>
                <a:lnTo>
                  <a:pt x="492" y="1515"/>
                </a:lnTo>
                <a:lnTo>
                  <a:pt x="493" y="1515"/>
                </a:lnTo>
                <a:lnTo>
                  <a:pt x="493" y="1514"/>
                </a:lnTo>
                <a:lnTo>
                  <a:pt x="492" y="1514"/>
                </a:lnTo>
                <a:lnTo>
                  <a:pt x="491" y="1514"/>
                </a:lnTo>
                <a:lnTo>
                  <a:pt x="491" y="1515"/>
                </a:lnTo>
                <a:lnTo>
                  <a:pt x="490" y="1515"/>
                </a:lnTo>
                <a:lnTo>
                  <a:pt x="490" y="1516"/>
                </a:lnTo>
                <a:lnTo>
                  <a:pt x="489" y="1516"/>
                </a:lnTo>
                <a:lnTo>
                  <a:pt x="489" y="1517"/>
                </a:lnTo>
                <a:lnTo>
                  <a:pt x="488" y="1517"/>
                </a:lnTo>
                <a:lnTo>
                  <a:pt x="487" y="1517"/>
                </a:lnTo>
                <a:lnTo>
                  <a:pt x="487" y="1518"/>
                </a:lnTo>
                <a:lnTo>
                  <a:pt x="486" y="1518"/>
                </a:lnTo>
                <a:lnTo>
                  <a:pt x="486" y="1517"/>
                </a:lnTo>
                <a:lnTo>
                  <a:pt x="485" y="1517"/>
                </a:lnTo>
                <a:lnTo>
                  <a:pt x="485" y="1516"/>
                </a:lnTo>
                <a:lnTo>
                  <a:pt x="484" y="1516"/>
                </a:lnTo>
                <a:lnTo>
                  <a:pt x="484" y="1515"/>
                </a:lnTo>
                <a:lnTo>
                  <a:pt x="485" y="1514"/>
                </a:lnTo>
                <a:lnTo>
                  <a:pt x="485" y="1513"/>
                </a:lnTo>
                <a:lnTo>
                  <a:pt x="484" y="1513"/>
                </a:lnTo>
                <a:lnTo>
                  <a:pt x="483" y="1513"/>
                </a:lnTo>
                <a:lnTo>
                  <a:pt x="483" y="1512"/>
                </a:lnTo>
                <a:lnTo>
                  <a:pt x="482" y="1512"/>
                </a:lnTo>
                <a:lnTo>
                  <a:pt x="482" y="1511"/>
                </a:lnTo>
                <a:lnTo>
                  <a:pt x="481" y="1511"/>
                </a:lnTo>
                <a:lnTo>
                  <a:pt x="480" y="1511"/>
                </a:lnTo>
                <a:lnTo>
                  <a:pt x="479" y="1511"/>
                </a:lnTo>
                <a:lnTo>
                  <a:pt x="479" y="1510"/>
                </a:lnTo>
                <a:lnTo>
                  <a:pt x="478" y="1510"/>
                </a:lnTo>
                <a:lnTo>
                  <a:pt x="479" y="1510"/>
                </a:lnTo>
                <a:lnTo>
                  <a:pt x="478" y="1510"/>
                </a:lnTo>
                <a:lnTo>
                  <a:pt x="478" y="1509"/>
                </a:lnTo>
                <a:lnTo>
                  <a:pt x="477" y="1509"/>
                </a:lnTo>
                <a:lnTo>
                  <a:pt x="476" y="1509"/>
                </a:lnTo>
                <a:lnTo>
                  <a:pt x="475" y="1509"/>
                </a:lnTo>
                <a:lnTo>
                  <a:pt x="474" y="1509"/>
                </a:lnTo>
                <a:lnTo>
                  <a:pt x="474" y="1508"/>
                </a:lnTo>
                <a:lnTo>
                  <a:pt x="473" y="1508"/>
                </a:lnTo>
                <a:lnTo>
                  <a:pt x="472" y="1507"/>
                </a:lnTo>
                <a:lnTo>
                  <a:pt x="473" y="1507"/>
                </a:lnTo>
                <a:lnTo>
                  <a:pt x="474" y="1507"/>
                </a:lnTo>
                <a:lnTo>
                  <a:pt x="474" y="1506"/>
                </a:lnTo>
                <a:lnTo>
                  <a:pt x="474" y="1505"/>
                </a:lnTo>
                <a:lnTo>
                  <a:pt x="474" y="1504"/>
                </a:lnTo>
                <a:lnTo>
                  <a:pt x="473" y="1504"/>
                </a:lnTo>
                <a:lnTo>
                  <a:pt x="472" y="1504"/>
                </a:lnTo>
                <a:lnTo>
                  <a:pt x="472" y="1503"/>
                </a:lnTo>
                <a:lnTo>
                  <a:pt x="471" y="1503"/>
                </a:lnTo>
                <a:lnTo>
                  <a:pt x="470" y="1503"/>
                </a:lnTo>
                <a:lnTo>
                  <a:pt x="470" y="1502"/>
                </a:lnTo>
                <a:lnTo>
                  <a:pt x="470" y="1501"/>
                </a:lnTo>
                <a:lnTo>
                  <a:pt x="470" y="1500"/>
                </a:lnTo>
                <a:lnTo>
                  <a:pt x="469" y="1500"/>
                </a:lnTo>
                <a:lnTo>
                  <a:pt x="468" y="1500"/>
                </a:lnTo>
                <a:lnTo>
                  <a:pt x="467" y="1500"/>
                </a:lnTo>
                <a:lnTo>
                  <a:pt x="466" y="1500"/>
                </a:lnTo>
                <a:lnTo>
                  <a:pt x="466" y="1499"/>
                </a:lnTo>
                <a:lnTo>
                  <a:pt x="465" y="1499"/>
                </a:lnTo>
                <a:lnTo>
                  <a:pt x="464" y="1499"/>
                </a:lnTo>
                <a:lnTo>
                  <a:pt x="463" y="1499"/>
                </a:lnTo>
                <a:lnTo>
                  <a:pt x="462" y="1499"/>
                </a:lnTo>
                <a:lnTo>
                  <a:pt x="461" y="1499"/>
                </a:lnTo>
                <a:lnTo>
                  <a:pt x="460" y="1499"/>
                </a:lnTo>
                <a:lnTo>
                  <a:pt x="460" y="1500"/>
                </a:lnTo>
                <a:lnTo>
                  <a:pt x="459" y="1500"/>
                </a:lnTo>
                <a:lnTo>
                  <a:pt x="459" y="1501"/>
                </a:lnTo>
                <a:lnTo>
                  <a:pt x="459" y="1502"/>
                </a:lnTo>
                <a:lnTo>
                  <a:pt x="458" y="1502"/>
                </a:lnTo>
                <a:lnTo>
                  <a:pt x="457" y="1502"/>
                </a:lnTo>
                <a:lnTo>
                  <a:pt x="456" y="1502"/>
                </a:lnTo>
                <a:lnTo>
                  <a:pt x="456" y="1501"/>
                </a:lnTo>
                <a:lnTo>
                  <a:pt x="456" y="1500"/>
                </a:lnTo>
                <a:lnTo>
                  <a:pt x="456" y="1499"/>
                </a:lnTo>
                <a:lnTo>
                  <a:pt x="456" y="1498"/>
                </a:lnTo>
                <a:lnTo>
                  <a:pt x="456" y="1497"/>
                </a:lnTo>
                <a:lnTo>
                  <a:pt x="456" y="1496"/>
                </a:lnTo>
                <a:lnTo>
                  <a:pt x="455" y="1496"/>
                </a:lnTo>
                <a:lnTo>
                  <a:pt x="456" y="1496"/>
                </a:lnTo>
                <a:lnTo>
                  <a:pt x="456" y="1495"/>
                </a:lnTo>
                <a:lnTo>
                  <a:pt x="456" y="1496"/>
                </a:lnTo>
                <a:lnTo>
                  <a:pt x="455" y="1496"/>
                </a:lnTo>
                <a:lnTo>
                  <a:pt x="455" y="1495"/>
                </a:lnTo>
                <a:lnTo>
                  <a:pt x="454" y="1495"/>
                </a:lnTo>
                <a:lnTo>
                  <a:pt x="453" y="1495"/>
                </a:lnTo>
                <a:lnTo>
                  <a:pt x="452" y="1495"/>
                </a:lnTo>
                <a:lnTo>
                  <a:pt x="451" y="1495"/>
                </a:lnTo>
                <a:lnTo>
                  <a:pt x="451" y="1494"/>
                </a:lnTo>
                <a:lnTo>
                  <a:pt x="450" y="1495"/>
                </a:lnTo>
                <a:lnTo>
                  <a:pt x="449" y="1495"/>
                </a:lnTo>
                <a:lnTo>
                  <a:pt x="449" y="1496"/>
                </a:lnTo>
                <a:lnTo>
                  <a:pt x="448" y="1496"/>
                </a:lnTo>
                <a:lnTo>
                  <a:pt x="447" y="1496"/>
                </a:lnTo>
                <a:lnTo>
                  <a:pt x="447" y="1497"/>
                </a:lnTo>
                <a:lnTo>
                  <a:pt x="446" y="1497"/>
                </a:lnTo>
                <a:lnTo>
                  <a:pt x="446" y="1498"/>
                </a:lnTo>
                <a:lnTo>
                  <a:pt x="446" y="1499"/>
                </a:lnTo>
                <a:lnTo>
                  <a:pt x="445" y="1499"/>
                </a:lnTo>
                <a:lnTo>
                  <a:pt x="445" y="1498"/>
                </a:lnTo>
                <a:lnTo>
                  <a:pt x="444" y="1497"/>
                </a:lnTo>
                <a:lnTo>
                  <a:pt x="444" y="1496"/>
                </a:lnTo>
                <a:lnTo>
                  <a:pt x="445" y="1496"/>
                </a:lnTo>
                <a:lnTo>
                  <a:pt x="445" y="1495"/>
                </a:lnTo>
                <a:lnTo>
                  <a:pt x="444" y="1495"/>
                </a:lnTo>
                <a:lnTo>
                  <a:pt x="444" y="1494"/>
                </a:lnTo>
                <a:lnTo>
                  <a:pt x="444" y="1493"/>
                </a:lnTo>
                <a:lnTo>
                  <a:pt x="443" y="1493"/>
                </a:lnTo>
                <a:lnTo>
                  <a:pt x="442" y="1493"/>
                </a:lnTo>
                <a:lnTo>
                  <a:pt x="442" y="1492"/>
                </a:lnTo>
                <a:lnTo>
                  <a:pt x="441" y="1492"/>
                </a:lnTo>
                <a:lnTo>
                  <a:pt x="440" y="1492"/>
                </a:lnTo>
                <a:lnTo>
                  <a:pt x="439" y="1492"/>
                </a:lnTo>
                <a:lnTo>
                  <a:pt x="438" y="1492"/>
                </a:lnTo>
                <a:lnTo>
                  <a:pt x="437" y="1492"/>
                </a:lnTo>
                <a:lnTo>
                  <a:pt x="436" y="1492"/>
                </a:lnTo>
                <a:lnTo>
                  <a:pt x="435" y="1492"/>
                </a:lnTo>
                <a:lnTo>
                  <a:pt x="435" y="1491"/>
                </a:lnTo>
                <a:lnTo>
                  <a:pt x="434" y="1491"/>
                </a:lnTo>
                <a:lnTo>
                  <a:pt x="433" y="1491"/>
                </a:lnTo>
                <a:lnTo>
                  <a:pt x="432" y="1491"/>
                </a:lnTo>
                <a:lnTo>
                  <a:pt x="431" y="1491"/>
                </a:lnTo>
                <a:lnTo>
                  <a:pt x="431" y="1490"/>
                </a:lnTo>
                <a:lnTo>
                  <a:pt x="430" y="1490"/>
                </a:lnTo>
                <a:lnTo>
                  <a:pt x="430" y="1489"/>
                </a:lnTo>
                <a:lnTo>
                  <a:pt x="430" y="1488"/>
                </a:lnTo>
                <a:lnTo>
                  <a:pt x="430" y="1487"/>
                </a:lnTo>
                <a:lnTo>
                  <a:pt x="429" y="1487"/>
                </a:lnTo>
                <a:lnTo>
                  <a:pt x="429" y="1486"/>
                </a:lnTo>
                <a:lnTo>
                  <a:pt x="430" y="1486"/>
                </a:lnTo>
                <a:lnTo>
                  <a:pt x="430" y="1485"/>
                </a:lnTo>
                <a:lnTo>
                  <a:pt x="431" y="1485"/>
                </a:lnTo>
                <a:lnTo>
                  <a:pt x="431" y="1484"/>
                </a:lnTo>
                <a:lnTo>
                  <a:pt x="430" y="1484"/>
                </a:lnTo>
                <a:lnTo>
                  <a:pt x="431" y="1484"/>
                </a:lnTo>
                <a:lnTo>
                  <a:pt x="431" y="1483"/>
                </a:lnTo>
                <a:lnTo>
                  <a:pt x="430" y="1483"/>
                </a:lnTo>
                <a:lnTo>
                  <a:pt x="431" y="1483"/>
                </a:lnTo>
                <a:lnTo>
                  <a:pt x="430" y="1483"/>
                </a:lnTo>
                <a:lnTo>
                  <a:pt x="430" y="1482"/>
                </a:lnTo>
                <a:lnTo>
                  <a:pt x="429" y="1482"/>
                </a:lnTo>
                <a:lnTo>
                  <a:pt x="428" y="1482"/>
                </a:lnTo>
                <a:lnTo>
                  <a:pt x="428" y="1481"/>
                </a:lnTo>
                <a:lnTo>
                  <a:pt x="427" y="1481"/>
                </a:lnTo>
                <a:lnTo>
                  <a:pt x="426" y="1481"/>
                </a:lnTo>
                <a:lnTo>
                  <a:pt x="425" y="1481"/>
                </a:lnTo>
                <a:lnTo>
                  <a:pt x="425" y="1480"/>
                </a:lnTo>
                <a:lnTo>
                  <a:pt x="424" y="1480"/>
                </a:lnTo>
                <a:lnTo>
                  <a:pt x="424" y="1479"/>
                </a:lnTo>
                <a:lnTo>
                  <a:pt x="424" y="1478"/>
                </a:lnTo>
                <a:lnTo>
                  <a:pt x="424" y="1477"/>
                </a:lnTo>
                <a:lnTo>
                  <a:pt x="424" y="1476"/>
                </a:lnTo>
                <a:lnTo>
                  <a:pt x="425" y="1476"/>
                </a:lnTo>
                <a:lnTo>
                  <a:pt x="425" y="1475"/>
                </a:lnTo>
                <a:lnTo>
                  <a:pt x="426" y="1475"/>
                </a:lnTo>
                <a:lnTo>
                  <a:pt x="426" y="1474"/>
                </a:lnTo>
                <a:lnTo>
                  <a:pt x="426" y="1473"/>
                </a:lnTo>
                <a:lnTo>
                  <a:pt x="426" y="1472"/>
                </a:lnTo>
                <a:lnTo>
                  <a:pt x="427" y="1472"/>
                </a:lnTo>
                <a:lnTo>
                  <a:pt x="426" y="1472"/>
                </a:lnTo>
                <a:lnTo>
                  <a:pt x="426" y="1471"/>
                </a:lnTo>
                <a:lnTo>
                  <a:pt x="426" y="1470"/>
                </a:lnTo>
                <a:lnTo>
                  <a:pt x="426" y="1469"/>
                </a:lnTo>
                <a:lnTo>
                  <a:pt x="427" y="1469"/>
                </a:lnTo>
                <a:lnTo>
                  <a:pt x="427" y="1468"/>
                </a:lnTo>
                <a:lnTo>
                  <a:pt x="427" y="1467"/>
                </a:lnTo>
                <a:lnTo>
                  <a:pt x="426" y="1467"/>
                </a:lnTo>
                <a:lnTo>
                  <a:pt x="427" y="1467"/>
                </a:lnTo>
                <a:lnTo>
                  <a:pt x="427" y="1466"/>
                </a:lnTo>
                <a:lnTo>
                  <a:pt x="427" y="1465"/>
                </a:lnTo>
                <a:lnTo>
                  <a:pt x="427" y="1464"/>
                </a:lnTo>
                <a:lnTo>
                  <a:pt x="426" y="1464"/>
                </a:lnTo>
                <a:lnTo>
                  <a:pt x="426" y="1463"/>
                </a:lnTo>
                <a:lnTo>
                  <a:pt x="425" y="1463"/>
                </a:lnTo>
                <a:lnTo>
                  <a:pt x="424" y="1463"/>
                </a:lnTo>
                <a:lnTo>
                  <a:pt x="424" y="1462"/>
                </a:lnTo>
                <a:lnTo>
                  <a:pt x="424" y="1461"/>
                </a:lnTo>
                <a:lnTo>
                  <a:pt x="423" y="1461"/>
                </a:lnTo>
                <a:lnTo>
                  <a:pt x="423" y="1460"/>
                </a:lnTo>
                <a:lnTo>
                  <a:pt x="422" y="1460"/>
                </a:lnTo>
                <a:lnTo>
                  <a:pt x="423" y="1460"/>
                </a:lnTo>
                <a:lnTo>
                  <a:pt x="422" y="1460"/>
                </a:lnTo>
                <a:lnTo>
                  <a:pt x="422" y="1459"/>
                </a:lnTo>
                <a:lnTo>
                  <a:pt x="421" y="1459"/>
                </a:lnTo>
                <a:lnTo>
                  <a:pt x="421" y="1458"/>
                </a:lnTo>
                <a:lnTo>
                  <a:pt x="422" y="1458"/>
                </a:lnTo>
                <a:lnTo>
                  <a:pt x="423" y="1457"/>
                </a:lnTo>
                <a:lnTo>
                  <a:pt x="424" y="1457"/>
                </a:lnTo>
                <a:lnTo>
                  <a:pt x="424" y="1456"/>
                </a:lnTo>
                <a:lnTo>
                  <a:pt x="424" y="1455"/>
                </a:lnTo>
                <a:lnTo>
                  <a:pt x="424" y="1454"/>
                </a:lnTo>
                <a:lnTo>
                  <a:pt x="423" y="1454"/>
                </a:lnTo>
                <a:lnTo>
                  <a:pt x="422" y="1454"/>
                </a:lnTo>
                <a:lnTo>
                  <a:pt x="422" y="1453"/>
                </a:lnTo>
                <a:lnTo>
                  <a:pt x="421" y="1453"/>
                </a:lnTo>
                <a:lnTo>
                  <a:pt x="420" y="1453"/>
                </a:lnTo>
                <a:lnTo>
                  <a:pt x="419" y="1452"/>
                </a:lnTo>
                <a:lnTo>
                  <a:pt x="419" y="1451"/>
                </a:lnTo>
                <a:lnTo>
                  <a:pt x="418" y="1451"/>
                </a:lnTo>
                <a:lnTo>
                  <a:pt x="418" y="1450"/>
                </a:lnTo>
                <a:lnTo>
                  <a:pt x="417" y="1450"/>
                </a:lnTo>
                <a:lnTo>
                  <a:pt x="417" y="1449"/>
                </a:lnTo>
                <a:lnTo>
                  <a:pt x="416" y="1449"/>
                </a:lnTo>
                <a:lnTo>
                  <a:pt x="416" y="1448"/>
                </a:lnTo>
                <a:lnTo>
                  <a:pt x="417" y="1448"/>
                </a:lnTo>
                <a:lnTo>
                  <a:pt x="417" y="1447"/>
                </a:lnTo>
                <a:lnTo>
                  <a:pt x="418" y="1447"/>
                </a:lnTo>
                <a:lnTo>
                  <a:pt x="418" y="1446"/>
                </a:lnTo>
                <a:lnTo>
                  <a:pt x="418" y="1445"/>
                </a:lnTo>
                <a:lnTo>
                  <a:pt x="419" y="1445"/>
                </a:lnTo>
                <a:lnTo>
                  <a:pt x="419" y="1444"/>
                </a:lnTo>
                <a:lnTo>
                  <a:pt x="418" y="1444"/>
                </a:lnTo>
                <a:lnTo>
                  <a:pt x="418" y="1443"/>
                </a:lnTo>
                <a:lnTo>
                  <a:pt x="417" y="1443"/>
                </a:lnTo>
                <a:lnTo>
                  <a:pt x="417" y="1442"/>
                </a:lnTo>
                <a:lnTo>
                  <a:pt x="418" y="1442"/>
                </a:lnTo>
                <a:lnTo>
                  <a:pt x="417" y="1442"/>
                </a:lnTo>
                <a:lnTo>
                  <a:pt x="417" y="1441"/>
                </a:lnTo>
                <a:lnTo>
                  <a:pt x="416" y="1441"/>
                </a:lnTo>
                <a:lnTo>
                  <a:pt x="415" y="1441"/>
                </a:lnTo>
                <a:lnTo>
                  <a:pt x="414" y="1441"/>
                </a:lnTo>
                <a:lnTo>
                  <a:pt x="413" y="1441"/>
                </a:lnTo>
                <a:lnTo>
                  <a:pt x="413" y="1442"/>
                </a:lnTo>
                <a:lnTo>
                  <a:pt x="412" y="1442"/>
                </a:lnTo>
                <a:lnTo>
                  <a:pt x="411" y="1441"/>
                </a:lnTo>
                <a:lnTo>
                  <a:pt x="411" y="1440"/>
                </a:lnTo>
                <a:lnTo>
                  <a:pt x="410" y="1440"/>
                </a:lnTo>
                <a:lnTo>
                  <a:pt x="411" y="1440"/>
                </a:lnTo>
                <a:lnTo>
                  <a:pt x="411" y="1439"/>
                </a:lnTo>
                <a:lnTo>
                  <a:pt x="411" y="1438"/>
                </a:lnTo>
                <a:lnTo>
                  <a:pt x="411" y="1437"/>
                </a:lnTo>
                <a:lnTo>
                  <a:pt x="410" y="1437"/>
                </a:lnTo>
                <a:lnTo>
                  <a:pt x="411" y="1437"/>
                </a:lnTo>
                <a:lnTo>
                  <a:pt x="411" y="1436"/>
                </a:lnTo>
                <a:lnTo>
                  <a:pt x="410" y="1436"/>
                </a:lnTo>
                <a:lnTo>
                  <a:pt x="410" y="1435"/>
                </a:lnTo>
                <a:lnTo>
                  <a:pt x="411" y="1435"/>
                </a:lnTo>
                <a:lnTo>
                  <a:pt x="411" y="1434"/>
                </a:lnTo>
                <a:lnTo>
                  <a:pt x="411" y="1433"/>
                </a:lnTo>
                <a:lnTo>
                  <a:pt x="410" y="1433"/>
                </a:lnTo>
                <a:lnTo>
                  <a:pt x="410" y="1432"/>
                </a:lnTo>
                <a:lnTo>
                  <a:pt x="409" y="1432"/>
                </a:lnTo>
                <a:lnTo>
                  <a:pt x="409" y="1431"/>
                </a:lnTo>
                <a:lnTo>
                  <a:pt x="408" y="1431"/>
                </a:lnTo>
                <a:lnTo>
                  <a:pt x="408" y="1430"/>
                </a:lnTo>
                <a:lnTo>
                  <a:pt x="407" y="1430"/>
                </a:lnTo>
                <a:lnTo>
                  <a:pt x="407" y="1429"/>
                </a:lnTo>
                <a:lnTo>
                  <a:pt x="407" y="1428"/>
                </a:lnTo>
                <a:lnTo>
                  <a:pt x="406" y="1428"/>
                </a:lnTo>
                <a:lnTo>
                  <a:pt x="406" y="1427"/>
                </a:lnTo>
                <a:lnTo>
                  <a:pt x="406" y="1426"/>
                </a:lnTo>
                <a:lnTo>
                  <a:pt x="406" y="1425"/>
                </a:lnTo>
                <a:lnTo>
                  <a:pt x="407" y="1424"/>
                </a:lnTo>
                <a:lnTo>
                  <a:pt x="407" y="1423"/>
                </a:lnTo>
                <a:lnTo>
                  <a:pt x="406" y="1423"/>
                </a:lnTo>
                <a:lnTo>
                  <a:pt x="406" y="1421"/>
                </a:lnTo>
                <a:lnTo>
                  <a:pt x="407" y="1421"/>
                </a:lnTo>
                <a:lnTo>
                  <a:pt x="407" y="1420"/>
                </a:lnTo>
                <a:lnTo>
                  <a:pt x="407" y="1419"/>
                </a:lnTo>
                <a:lnTo>
                  <a:pt x="407" y="1417"/>
                </a:lnTo>
                <a:lnTo>
                  <a:pt x="407" y="1415"/>
                </a:lnTo>
                <a:lnTo>
                  <a:pt x="408" y="1414"/>
                </a:lnTo>
                <a:lnTo>
                  <a:pt x="409" y="1414"/>
                </a:lnTo>
                <a:lnTo>
                  <a:pt x="409" y="1413"/>
                </a:lnTo>
                <a:lnTo>
                  <a:pt x="410" y="1413"/>
                </a:lnTo>
                <a:lnTo>
                  <a:pt x="410" y="1412"/>
                </a:lnTo>
                <a:lnTo>
                  <a:pt x="410" y="1411"/>
                </a:lnTo>
                <a:lnTo>
                  <a:pt x="411" y="1411"/>
                </a:lnTo>
                <a:lnTo>
                  <a:pt x="412" y="1410"/>
                </a:lnTo>
                <a:lnTo>
                  <a:pt x="413" y="1409"/>
                </a:lnTo>
                <a:lnTo>
                  <a:pt x="414" y="1409"/>
                </a:lnTo>
                <a:lnTo>
                  <a:pt x="415" y="1408"/>
                </a:lnTo>
                <a:lnTo>
                  <a:pt x="415" y="1407"/>
                </a:lnTo>
                <a:lnTo>
                  <a:pt x="415" y="1406"/>
                </a:lnTo>
                <a:lnTo>
                  <a:pt x="415" y="1405"/>
                </a:lnTo>
                <a:lnTo>
                  <a:pt x="416" y="1404"/>
                </a:lnTo>
                <a:lnTo>
                  <a:pt x="416" y="1403"/>
                </a:lnTo>
                <a:lnTo>
                  <a:pt x="417" y="1403"/>
                </a:lnTo>
                <a:lnTo>
                  <a:pt x="417" y="1402"/>
                </a:lnTo>
                <a:lnTo>
                  <a:pt x="418" y="1402"/>
                </a:lnTo>
                <a:lnTo>
                  <a:pt x="418" y="1401"/>
                </a:lnTo>
                <a:lnTo>
                  <a:pt x="417" y="1401"/>
                </a:lnTo>
                <a:lnTo>
                  <a:pt x="416" y="1402"/>
                </a:lnTo>
                <a:lnTo>
                  <a:pt x="416" y="1401"/>
                </a:lnTo>
                <a:lnTo>
                  <a:pt x="415" y="1401"/>
                </a:lnTo>
                <a:lnTo>
                  <a:pt x="414" y="1401"/>
                </a:lnTo>
                <a:lnTo>
                  <a:pt x="413" y="1401"/>
                </a:lnTo>
                <a:lnTo>
                  <a:pt x="413" y="1402"/>
                </a:lnTo>
                <a:lnTo>
                  <a:pt x="412" y="1402"/>
                </a:lnTo>
                <a:lnTo>
                  <a:pt x="411" y="1402"/>
                </a:lnTo>
                <a:lnTo>
                  <a:pt x="410" y="1402"/>
                </a:lnTo>
                <a:lnTo>
                  <a:pt x="409" y="1402"/>
                </a:lnTo>
                <a:lnTo>
                  <a:pt x="409" y="1403"/>
                </a:lnTo>
                <a:lnTo>
                  <a:pt x="409" y="1404"/>
                </a:lnTo>
                <a:lnTo>
                  <a:pt x="408" y="1404"/>
                </a:lnTo>
                <a:lnTo>
                  <a:pt x="408" y="1403"/>
                </a:lnTo>
                <a:lnTo>
                  <a:pt x="407" y="1403"/>
                </a:lnTo>
                <a:lnTo>
                  <a:pt x="407" y="1402"/>
                </a:lnTo>
                <a:lnTo>
                  <a:pt x="406" y="1402"/>
                </a:lnTo>
                <a:lnTo>
                  <a:pt x="406" y="1401"/>
                </a:lnTo>
                <a:lnTo>
                  <a:pt x="405" y="1401"/>
                </a:lnTo>
                <a:lnTo>
                  <a:pt x="405" y="1402"/>
                </a:lnTo>
                <a:lnTo>
                  <a:pt x="404" y="1402"/>
                </a:lnTo>
                <a:lnTo>
                  <a:pt x="403" y="1402"/>
                </a:lnTo>
                <a:lnTo>
                  <a:pt x="402" y="1402"/>
                </a:lnTo>
                <a:lnTo>
                  <a:pt x="401" y="1403"/>
                </a:lnTo>
                <a:lnTo>
                  <a:pt x="401" y="1402"/>
                </a:lnTo>
                <a:lnTo>
                  <a:pt x="400" y="1402"/>
                </a:lnTo>
                <a:lnTo>
                  <a:pt x="399" y="1401"/>
                </a:lnTo>
                <a:lnTo>
                  <a:pt x="398" y="1401"/>
                </a:lnTo>
                <a:lnTo>
                  <a:pt x="398" y="1402"/>
                </a:lnTo>
                <a:lnTo>
                  <a:pt x="398" y="1403"/>
                </a:lnTo>
                <a:lnTo>
                  <a:pt x="398" y="1404"/>
                </a:lnTo>
                <a:lnTo>
                  <a:pt x="397" y="1404"/>
                </a:lnTo>
                <a:lnTo>
                  <a:pt x="396" y="1404"/>
                </a:lnTo>
                <a:lnTo>
                  <a:pt x="395" y="1403"/>
                </a:lnTo>
                <a:lnTo>
                  <a:pt x="395" y="1402"/>
                </a:lnTo>
                <a:lnTo>
                  <a:pt x="394" y="1401"/>
                </a:lnTo>
                <a:lnTo>
                  <a:pt x="393" y="1401"/>
                </a:lnTo>
                <a:lnTo>
                  <a:pt x="393" y="1402"/>
                </a:lnTo>
                <a:lnTo>
                  <a:pt x="392" y="1402"/>
                </a:lnTo>
                <a:lnTo>
                  <a:pt x="391" y="1401"/>
                </a:lnTo>
                <a:lnTo>
                  <a:pt x="390" y="1400"/>
                </a:lnTo>
                <a:lnTo>
                  <a:pt x="390" y="1399"/>
                </a:lnTo>
                <a:lnTo>
                  <a:pt x="389" y="1399"/>
                </a:lnTo>
                <a:lnTo>
                  <a:pt x="389" y="1398"/>
                </a:lnTo>
                <a:lnTo>
                  <a:pt x="388" y="1399"/>
                </a:lnTo>
                <a:lnTo>
                  <a:pt x="388" y="1400"/>
                </a:lnTo>
                <a:lnTo>
                  <a:pt x="388" y="1401"/>
                </a:lnTo>
                <a:lnTo>
                  <a:pt x="387" y="1401"/>
                </a:lnTo>
                <a:lnTo>
                  <a:pt x="386" y="1401"/>
                </a:lnTo>
                <a:lnTo>
                  <a:pt x="385" y="1401"/>
                </a:lnTo>
                <a:lnTo>
                  <a:pt x="384" y="1401"/>
                </a:lnTo>
                <a:lnTo>
                  <a:pt x="383" y="1401"/>
                </a:lnTo>
                <a:lnTo>
                  <a:pt x="383" y="1402"/>
                </a:lnTo>
                <a:lnTo>
                  <a:pt x="382" y="1402"/>
                </a:lnTo>
                <a:lnTo>
                  <a:pt x="382" y="1403"/>
                </a:lnTo>
                <a:lnTo>
                  <a:pt x="381" y="1403"/>
                </a:lnTo>
                <a:lnTo>
                  <a:pt x="381" y="1404"/>
                </a:lnTo>
                <a:lnTo>
                  <a:pt x="381" y="1405"/>
                </a:lnTo>
                <a:lnTo>
                  <a:pt x="380" y="1405"/>
                </a:lnTo>
                <a:lnTo>
                  <a:pt x="379" y="1405"/>
                </a:lnTo>
                <a:lnTo>
                  <a:pt x="378" y="1405"/>
                </a:lnTo>
                <a:lnTo>
                  <a:pt x="378" y="1406"/>
                </a:lnTo>
                <a:lnTo>
                  <a:pt x="377" y="1405"/>
                </a:lnTo>
                <a:lnTo>
                  <a:pt x="375" y="1403"/>
                </a:lnTo>
                <a:lnTo>
                  <a:pt x="374" y="1403"/>
                </a:lnTo>
                <a:lnTo>
                  <a:pt x="373" y="1403"/>
                </a:lnTo>
                <a:lnTo>
                  <a:pt x="373" y="1405"/>
                </a:lnTo>
                <a:lnTo>
                  <a:pt x="372" y="1405"/>
                </a:lnTo>
                <a:lnTo>
                  <a:pt x="370" y="1404"/>
                </a:lnTo>
                <a:lnTo>
                  <a:pt x="369" y="1404"/>
                </a:lnTo>
                <a:lnTo>
                  <a:pt x="369" y="1405"/>
                </a:lnTo>
                <a:lnTo>
                  <a:pt x="368" y="1405"/>
                </a:lnTo>
                <a:lnTo>
                  <a:pt x="368" y="1404"/>
                </a:lnTo>
                <a:lnTo>
                  <a:pt x="368" y="1403"/>
                </a:lnTo>
                <a:lnTo>
                  <a:pt x="367" y="1403"/>
                </a:lnTo>
                <a:lnTo>
                  <a:pt x="366" y="1403"/>
                </a:lnTo>
                <a:lnTo>
                  <a:pt x="364" y="1402"/>
                </a:lnTo>
                <a:lnTo>
                  <a:pt x="362" y="1402"/>
                </a:lnTo>
                <a:lnTo>
                  <a:pt x="361" y="1402"/>
                </a:lnTo>
                <a:lnTo>
                  <a:pt x="360" y="1403"/>
                </a:lnTo>
                <a:lnTo>
                  <a:pt x="359" y="1403"/>
                </a:lnTo>
                <a:lnTo>
                  <a:pt x="358" y="1403"/>
                </a:lnTo>
                <a:lnTo>
                  <a:pt x="358" y="1404"/>
                </a:lnTo>
                <a:lnTo>
                  <a:pt x="357" y="1404"/>
                </a:lnTo>
                <a:lnTo>
                  <a:pt x="356" y="1404"/>
                </a:lnTo>
                <a:lnTo>
                  <a:pt x="355" y="1404"/>
                </a:lnTo>
                <a:lnTo>
                  <a:pt x="355" y="1405"/>
                </a:lnTo>
                <a:lnTo>
                  <a:pt x="354" y="1404"/>
                </a:lnTo>
                <a:lnTo>
                  <a:pt x="353" y="1404"/>
                </a:lnTo>
                <a:lnTo>
                  <a:pt x="352" y="1404"/>
                </a:lnTo>
                <a:lnTo>
                  <a:pt x="351" y="1404"/>
                </a:lnTo>
                <a:lnTo>
                  <a:pt x="350" y="1404"/>
                </a:lnTo>
                <a:lnTo>
                  <a:pt x="350" y="1403"/>
                </a:lnTo>
                <a:lnTo>
                  <a:pt x="349" y="1402"/>
                </a:lnTo>
                <a:lnTo>
                  <a:pt x="349" y="1401"/>
                </a:lnTo>
                <a:lnTo>
                  <a:pt x="348" y="1401"/>
                </a:lnTo>
                <a:lnTo>
                  <a:pt x="347" y="1401"/>
                </a:lnTo>
                <a:lnTo>
                  <a:pt x="346" y="1400"/>
                </a:lnTo>
                <a:lnTo>
                  <a:pt x="346" y="1398"/>
                </a:lnTo>
                <a:lnTo>
                  <a:pt x="345" y="1398"/>
                </a:lnTo>
                <a:lnTo>
                  <a:pt x="344" y="1397"/>
                </a:lnTo>
                <a:lnTo>
                  <a:pt x="343" y="1397"/>
                </a:lnTo>
                <a:lnTo>
                  <a:pt x="343" y="1396"/>
                </a:lnTo>
                <a:lnTo>
                  <a:pt x="341" y="1397"/>
                </a:lnTo>
                <a:lnTo>
                  <a:pt x="340" y="1397"/>
                </a:lnTo>
                <a:lnTo>
                  <a:pt x="339" y="1397"/>
                </a:lnTo>
                <a:lnTo>
                  <a:pt x="338" y="1397"/>
                </a:lnTo>
                <a:lnTo>
                  <a:pt x="337" y="1398"/>
                </a:lnTo>
                <a:lnTo>
                  <a:pt x="336" y="1398"/>
                </a:lnTo>
                <a:lnTo>
                  <a:pt x="335" y="1399"/>
                </a:lnTo>
                <a:lnTo>
                  <a:pt x="334" y="1399"/>
                </a:lnTo>
                <a:lnTo>
                  <a:pt x="333" y="1399"/>
                </a:lnTo>
                <a:lnTo>
                  <a:pt x="332" y="1398"/>
                </a:lnTo>
                <a:lnTo>
                  <a:pt x="331" y="1398"/>
                </a:lnTo>
                <a:lnTo>
                  <a:pt x="331" y="1397"/>
                </a:lnTo>
                <a:lnTo>
                  <a:pt x="330" y="1397"/>
                </a:lnTo>
                <a:lnTo>
                  <a:pt x="329" y="1397"/>
                </a:lnTo>
                <a:lnTo>
                  <a:pt x="328" y="1396"/>
                </a:lnTo>
                <a:lnTo>
                  <a:pt x="328" y="1395"/>
                </a:lnTo>
                <a:lnTo>
                  <a:pt x="327" y="1395"/>
                </a:lnTo>
                <a:lnTo>
                  <a:pt x="326" y="1394"/>
                </a:lnTo>
                <a:lnTo>
                  <a:pt x="325" y="1394"/>
                </a:lnTo>
                <a:lnTo>
                  <a:pt x="324" y="1394"/>
                </a:lnTo>
                <a:lnTo>
                  <a:pt x="323" y="1393"/>
                </a:lnTo>
                <a:lnTo>
                  <a:pt x="323" y="1392"/>
                </a:lnTo>
                <a:lnTo>
                  <a:pt x="322" y="1391"/>
                </a:lnTo>
                <a:lnTo>
                  <a:pt x="321" y="1391"/>
                </a:lnTo>
                <a:lnTo>
                  <a:pt x="320" y="1391"/>
                </a:lnTo>
                <a:lnTo>
                  <a:pt x="319" y="1391"/>
                </a:lnTo>
                <a:lnTo>
                  <a:pt x="318" y="1390"/>
                </a:lnTo>
                <a:lnTo>
                  <a:pt x="317" y="1390"/>
                </a:lnTo>
                <a:lnTo>
                  <a:pt x="316" y="1389"/>
                </a:lnTo>
                <a:lnTo>
                  <a:pt x="315" y="1390"/>
                </a:lnTo>
                <a:lnTo>
                  <a:pt x="314" y="1390"/>
                </a:lnTo>
                <a:lnTo>
                  <a:pt x="313" y="1390"/>
                </a:lnTo>
                <a:lnTo>
                  <a:pt x="313" y="1391"/>
                </a:lnTo>
                <a:lnTo>
                  <a:pt x="312" y="1391"/>
                </a:lnTo>
                <a:lnTo>
                  <a:pt x="311" y="1391"/>
                </a:lnTo>
                <a:lnTo>
                  <a:pt x="311" y="1390"/>
                </a:lnTo>
                <a:lnTo>
                  <a:pt x="310" y="1390"/>
                </a:lnTo>
                <a:lnTo>
                  <a:pt x="308" y="1390"/>
                </a:lnTo>
                <a:lnTo>
                  <a:pt x="307" y="1389"/>
                </a:lnTo>
                <a:lnTo>
                  <a:pt x="306" y="1388"/>
                </a:lnTo>
                <a:lnTo>
                  <a:pt x="306" y="1387"/>
                </a:lnTo>
                <a:lnTo>
                  <a:pt x="305" y="1386"/>
                </a:lnTo>
                <a:lnTo>
                  <a:pt x="304" y="1386"/>
                </a:lnTo>
                <a:lnTo>
                  <a:pt x="303" y="1385"/>
                </a:lnTo>
                <a:lnTo>
                  <a:pt x="302" y="1384"/>
                </a:lnTo>
                <a:lnTo>
                  <a:pt x="302" y="1383"/>
                </a:lnTo>
                <a:lnTo>
                  <a:pt x="301" y="1383"/>
                </a:lnTo>
                <a:lnTo>
                  <a:pt x="300" y="1384"/>
                </a:lnTo>
                <a:lnTo>
                  <a:pt x="299" y="1384"/>
                </a:lnTo>
                <a:lnTo>
                  <a:pt x="298" y="1384"/>
                </a:lnTo>
                <a:lnTo>
                  <a:pt x="296" y="1385"/>
                </a:lnTo>
                <a:lnTo>
                  <a:pt x="295" y="1385"/>
                </a:lnTo>
                <a:lnTo>
                  <a:pt x="294" y="1385"/>
                </a:lnTo>
                <a:lnTo>
                  <a:pt x="294" y="1384"/>
                </a:lnTo>
                <a:lnTo>
                  <a:pt x="294" y="1383"/>
                </a:lnTo>
                <a:lnTo>
                  <a:pt x="293" y="1382"/>
                </a:lnTo>
                <a:lnTo>
                  <a:pt x="292" y="1380"/>
                </a:lnTo>
                <a:lnTo>
                  <a:pt x="291" y="1380"/>
                </a:lnTo>
                <a:lnTo>
                  <a:pt x="290" y="1379"/>
                </a:lnTo>
                <a:lnTo>
                  <a:pt x="289" y="1378"/>
                </a:lnTo>
                <a:lnTo>
                  <a:pt x="288" y="1377"/>
                </a:lnTo>
                <a:lnTo>
                  <a:pt x="288" y="1375"/>
                </a:lnTo>
                <a:lnTo>
                  <a:pt x="286" y="1375"/>
                </a:lnTo>
                <a:lnTo>
                  <a:pt x="285" y="1375"/>
                </a:lnTo>
                <a:lnTo>
                  <a:pt x="284" y="1374"/>
                </a:lnTo>
                <a:lnTo>
                  <a:pt x="284" y="1373"/>
                </a:lnTo>
                <a:lnTo>
                  <a:pt x="283" y="1373"/>
                </a:lnTo>
                <a:lnTo>
                  <a:pt x="282" y="1374"/>
                </a:lnTo>
                <a:lnTo>
                  <a:pt x="281" y="1374"/>
                </a:lnTo>
                <a:lnTo>
                  <a:pt x="280" y="1373"/>
                </a:lnTo>
                <a:lnTo>
                  <a:pt x="279" y="1373"/>
                </a:lnTo>
                <a:lnTo>
                  <a:pt x="279" y="1372"/>
                </a:lnTo>
                <a:lnTo>
                  <a:pt x="278" y="1372"/>
                </a:lnTo>
                <a:lnTo>
                  <a:pt x="278" y="1371"/>
                </a:lnTo>
                <a:lnTo>
                  <a:pt x="277" y="1370"/>
                </a:lnTo>
                <a:lnTo>
                  <a:pt x="277" y="1369"/>
                </a:lnTo>
                <a:lnTo>
                  <a:pt x="277" y="1368"/>
                </a:lnTo>
                <a:lnTo>
                  <a:pt x="277" y="1367"/>
                </a:lnTo>
                <a:lnTo>
                  <a:pt x="278" y="1366"/>
                </a:lnTo>
                <a:lnTo>
                  <a:pt x="279" y="1366"/>
                </a:lnTo>
                <a:lnTo>
                  <a:pt x="279" y="1365"/>
                </a:lnTo>
                <a:lnTo>
                  <a:pt x="278" y="1365"/>
                </a:lnTo>
                <a:lnTo>
                  <a:pt x="278" y="1364"/>
                </a:lnTo>
                <a:lnTo>
                  <a:pt x="278" y="1363"/>
                </a:lnTo>
                <a:lnTo>
                  <a:pt x="278" y="1362"/>
                </a:lnTo>
                <a:lnTo>
                  <a:pt x="279" y="1361"/>
                </a:lnTo>
                <a:lnTo>
                  <a:pt x="279" y="1360"/>
                </a:lnTo>
                <a:lnTo>
                  <a:pt x="279" y="1359"/>
                </a:lnTo>
                <a:lnTo>
                  <a:pt x="277" y="1358"/>
                </a:lnTo>
                <a:lnTo>
                  <a:pt x="277" y="1357"/>
                </a:lnTo>
                <a:lnTo>
                  <a:pt x="276" y="1357"/>
                </a:lnTo>
                <a:lnTo>
                  <a:pt x="275" y="1357"/>
                </a:lnTo>
                <a:lnTo>
                  <a:pt x="275" y="1358"/>
                </a:lnTo>
                <a:lnTo>
                  <a:pt x="275" y="1359"/>
                </a:lnTo>
                <a:lnTo>
                  <a:pt x="274" y="1360"/>
                </a:lnTo>
                <a:lnTo>
                  <a:pt x="273" y="1361"/>
                </a:lnTo>
                <a:lnTo>
                  <a:pt x="272" y="1362"/>
                </a:lnTo>
                <a:lnTo>
                  <a:pt x="271" y="1361"/>
                </a:lnTo>
                <a:lnTo>
                  <a:pt x="270" y="1361"/>
                </a:lnTo>
                <a:lnTo>
                  <a:pt x="269" y="1361"/>
                </a:lnTo>
                <a:lnTo>
                  <a:pt x="268" y="1361"/>
                </a:lnTo>
                <a:lnTo>
                  <a:pt x="267" y="1361"/>
                </a:lnTo>
                <a:lnTo>
                  <a:pt x="266" y="1362"/>
                </a:lnTo>
                <a:lnTo>
                  <a:pt x="265" y="1363"/>
                </a:lnTo>
                <a:lnTo>
                  <a:pt x="265" y="1364"/>
                </a:lnTo>
                <a:lnTo>
                  <a:pt x="264" y="1365"/>
                </a:lnTo>
                <a:lnTo>
                  <a:pt x="264" y="1364"/>
                </a:lnTo>
                <a:lnTo>
                  <a:pt x="262" y="1364"/>
                </a:lnTo>
                <a:lnTo>
                  <a:pt x="260" y="1364"/>
                </a:lnTo>
                <a:lnTo>
                  <a:pt x="259" y="1364"/>
                </a:lnTo>
                <a:lnTo>
                  <a:pt x="258" y="1364"/>
                </a:lnTo>
                <a:lnTo>
                  <a:pt x="258" y="1365"/>
                </a:lnTo>
                <a:lnTo>
                  <a:pt x="258" y="1366"/>
                </a:lnTo>
                <a:lnTo>
                  <a:pt x="259" y="1367"/>
                </a:lnTo>
                <a:lnTo>
                  <a:pt x="258" y="1368"/>
                </a:lnTo>
                <a:lnTo>
                  <a:pt x="257" y="1367"/>
                </a:lnTo>
                <a:lnTo>
                  <a:pt x="255" y="1367"/>
                </a:lnTo>
                <a:lnTo>
                  <a:pt x="254" y="1367"/>
                </a:lnTo>
                <a:lnTo>
                  <a:pt x="253" y="1367"/>
                </a:lnTo>
                <a:lnTo>
                  <a:pt x="253" y="1366"/>
                </a:lnTo>
                <a:lnTo>
                  <a:pt x="252" y="1366"/>
                </a:lnTo>
                <a:lnTo>
                  <a:pt x="251" y="1366"/>
                </a:lnTo>
                <a:lnTo>
                  <a:pt x="250" y="1366"/>
                </a:lnTo>
                <a:lnTo>
                  <a:pt x="249" y="1366"/>
                </a:lnTo>
                <a:lnTo>
                  <a:pt x="247" y="1366"/>
                </a:lnTo>
                <a:lnTo>
                  <a:pt x="246" y="1366"/>
                </a:lnTo>
                <a:lnTo>
                  <a:pt x="246" y="1367"/>
                </a:lnTo>
                <a:lnTo>
                  <a:pt x="245" y="1367"/>
                </a:lnTo>
                <a:lnTo>
                  <a:pt x="241" y="1367"/>
                </a:lnTo>
                <a:lnTo>
                  <a:pt x="240" y="1367"/>
                </a:lnTo>
                <a:lnTo>
                  <a:pt x="239" y="1367"/>
                </a:lnTo>
                <a:lnTo>
                  <a:pt x="239" y="1366"/>
                </a:lnTo>
                <a:lnTo>
                  <a:pt x="239" y="1365"/>
                </a:lnTo>
                <a:lnTo>
                  <a:pt x="239" y="1364"/>
                </a:lnTo>
                <a:lnTo>
                  <a:pt x="240" y="1363"/>
                </a:lnTo>
                <a:lnTo>
                  <a:pt x="239" y="1361"/>
                </a:lnTo>
                <a:lnTo>
                  <a:pt x="240" y="1360"/>
                </a:lnTo>
                <a:lnTo>
                  <a:pt x="240" y="1359"/>
                </a:lnTo>
                <a:lnTo>
                  <a:pt x="240" y="1358"/>
                </a:lnTo>
                <a:lnTo>
                  <a:pt x="239" y="1357"/>
                </a:lnTo>
                <a:lnTo>
                  <a:pt x="239" y="1356"/>
                </a:lnTo>
                <a:lnTo>
                  <a:pt x="238" y="1355"/>
                </a:lnTo>
                <a:lnTo>
                  <a:pt x="238" y="1354"/>
                </a:lnTo>
                <a:lnTo>
                  <a:pt x="236" y="1352"/>
                </a:lnTo>
                <a:lnTo>
                  <a:pt x="235" y="1351"/>
                </a:lnTo>
                <a:lnTo>
                  <a:pt x="235" y="1350"/>
                </a:lnTo>
                <a:lnTo>
                  <a:pt x="235" y="1348"/>
                </a:lnTo>
                <a:lnTo>
                  <a:pt x="234" y="1348"/>
                </a:lnTo>
                <a:lnTo>
                  <a:pt x="234" y="1347"/>
                </a:lnTo>
                <a:lnTo>
                  <a:pt x="233" y="1347"/>
                </a:lnTo>
                <a:lnTo>
                  <a:pt x="232" y="1347"/>
                </a:lnTo>
                <a:lnTo>
                  <a:pt x="231" y="1347"/>
                </a:lnTo>
                <a:lnTo>
                  <a:pt x="230" y="1347"/>
                </a:lnTo>
                <a:lnTo>
                  <a:pt x="229" y="1347"/>
                </a:lnTo>
                <a:lnTo>
                  <a:pt x="228" y="1348"/>
                </a:lnTo>
                <a:lnTo>
                  <a:pt x="227" y="1348"/>
                </a:lnTo>
                <a:lnTo>
                  <a:pt x="226" y="1348"/>
                </a:lnTo>
                <a:lnTo>
                  <a:pt x="225" y="1348"/>
                </a:lnTo>
                <a:lnTo>
                  <a:pt x="225" y="1347"/>
                </a:lnTo>
                <a:lnTo>
                  <a:pt x="224" y="1347"/>
                </a:lnTo>
                <a:lnTo>
                  <a:pt x="224" y="1346"/>
                </a:lnTo>
                <a:lnTo>
                  <a:pt x="223" y="1346"/>
                </a:lnTo>
                <a:lnTo>
                  <a:pt x="223" y="1345"/>
                </a:lnTo>
                <a:lnTo>
                  <a:pt x="222" y="1345"/>
                </a:lnTo>
                <a:lnTo>
                  <a:pt x="222" y="1344"/>
                </a:lnTo>
                <a:lnTo>
                  <a:pt x="222" y="1343"/>
                </a:lnTo>
                <a:lnTo>
                  <a:pt x="221" y="1342"/>
                </a:lnTo>
                <a:lnTo>
                  <a:pt x="222" y="1342"/>
                </a:lnTo>
                <a:lnTo>
                  <a:pt x="222" y="1341"/>
                </a:lnTo>
                <a:lnTo>
                  <a:pt x="221" y="1341"/>
                </a:lnTo>
                <a:lnTo>
                  <a:pt x="221" y="1340"/>
                </a:lnTo>
                <a:lnTo>
                  <a:pt x="220" y="1339"/>
                </a:lnTo>
                <a:lnTo>
                  <a:pt x="221" y="1339"/>
                </a:lnTo>
                <a:lnTo>
                  <a:pt x="221" y="1338"/>
                </a:lnTo>
                <a:lnTo>
                  <a:pt x="221" y="1337"/>
                </a:lnTo>
                <a:lnTo>
                  <a:pt x="220" y="1337"/>
                </a:lnTo>
                <a:lnTo>
                  <a:pt x="219" y="1336"/>
                </a:lnTo>
                <a:lnTo>
                  <a:pt x="220" y="1336"/>
                </a:lnTo>
                <a:lnTo>
                  <a:pt x="221" y="1335"/>
                </a:lnTo>
                <a:lnTo>
                  <a:pt x="222" y="1335"/>
                </a:lnTo>
                <a:lnTo>
                  <a:pt x="223" y="1335"/>
                </a:lnTo>
                <a:lnTo>
                  <a:pt x="223" y="1334"/>
                </a:lnTo>
                <a:lnTo>
                  <a:pt x="222" y="1333"/>
                </a:lnTo>
                <a:lnTo>
                  <a:pt x="223" y="1333"/>
                </a:lnTo>
                <a:lnTo>
                  <a:pt x="225" y="1333"/>
                </a:lnTo>
                <a:lnTo>
                  <a:pt x="226" y="1333"/>
                </a:lnTo>
                <a:lnTo>
                  <a:pt x="227" y="1333"/>
                </a:lnTo>
                <a:lnTo>
                  <a:pt x="227" y="1332"/>
                </a:lnTo>
                <a:lnTo>
                  <a:pt x="227" y="1331"/>
                </a:lnTo>
                <a:lnTo>
                  <a:pt x="227" y="1329"/>
                </a:lnTo>
                <a:lnTo>
                  <a:pt x="226" y="1328"/>
                </a:lnTo>
                <a:lnTo>
                  <a:pt x="226" y="1327"/>
                </a:lnTo>
                <a:lnTo>
                  <a:pt x="226" y="1326"/>
                </a:lnTo>
                <a:lnTo>
                  <a:pt x="227" y="1326"/>
                </a:lnTo>
                <a:lnTo>
                  <a:pt x="228" y="1326"/>
                </a:lnTo>
                <a:lnTo>
                  <a:pt x="229" y="1326"/>
                </a:lnTo>
                <a:lnTo>
                  <a:pt x="230" y="1326"/>
                </a:lnTo>
                <a:lnTo>
                  <a:pt x="231" y="1326"/>
                </a:lnTo>
                <a:lnTo>
                  <a:pt x="232" y="1326"/>
                </a:lnTo>
                <a:lnTo>
                  <a:pt x="231" y="1324"/>
                </a:lnTo>
                <a:lnTo>
                  <a:pt x="230" y="1324"/>
                </a:lnTo>
                <a:lnTo>
                  <a:pt x="230" y="1323"/>
                </a:lnTo>
                <a:lnTo>
                  <a:pt x="228" y="1322"/>
                </a:lnTo>
                <a:lnTo>
                  <a:pt x="228" y="1320"/>
                </a:lnTo>
                <a:lnTo>
                  <a:pt x="227" y="1319"/>
                </a:lnTo>
                <a:lnTo>
                  <a:pt x="226" y="1318"/>
                </a:lnTo>
                <a:lnTo>
                  <a:pt x="225" y="1318"/>
                </a:lnTo>
                <a:lnTo>
                  <a:pt x="225" y="1317"/>
                </a:lnTo>
                <a:lnTo>
                  <a:pt x="224" y="1316"/>
                </a:lnTo>
                <a:lnTo>
                  <a:pt x="224" y="1315"/>
                </a:lnTo>
                <a:lnTo>
                  <a:pt x="224" y="1314"/>
                </a:lnTo>
                <a:lnTo>
                  <a:pt x="225" y="1313"/>
                </a:lnTo>
                <a:lnTo>
                  <a:pt x="225" y="1312"/>
                </a:lnTo>
                <a:lnTo>
                  <a:pt x="226" y="1312"/>
                </a:lnTo>
                <a:lnTo>
                  <a:pt x="226" y="1311"/>
                </a:lnTo>
                <a:lnTo>
                  <a:pt x="227" y="1310"/>
                </a:lnTo>
                <a:lnTo>
                  <a:pt x="228" y="1310"/>
                </a:lnTo>
                <a:lnTo>
                  <a:pt x="228" y="1309"/>
                </a:lnTo>
                <a:lnTo>
                  <a:pt x="228" y="1308"/>
                </a:lnTo>
                <a:lnTo>
                  <a:pt x="228" y="1307"/>
                </a:lnTo>
                <a:lnTo>
                  <a:pt x="228" y="1306"/>
                </a:lnTo>
                <a:lnTo>
                  <a:pt x="228" y="1305"/>
                </a:lnTo>
                <a:lnTo>
                  <a:pt x="227" y="1305"/>
                </a:lnTo>
                <a:lnTo>
                  <a:pt x="227" y="1304"/>
                </a:lnTo>
                <a:lnTo>
                  <a:pt x="226" y="1303"/>
                </a:lnTo>
                <a:lnTo>
                  <a:pt x="226" y="1302"/>
                </a:lnTo>
                <a:lnTo>
                  <a:pt x="227" y="1302"/>
                </a:lnTo>
                <a:lnTo>
                  <a:pt x="227" y="1301"/>
                </a:lnTo>
                <a:lnTo>
                  <a:pt x="226" y="1301"/>
                </a:lnTo>
                <a:lnTo>
                  <a:pt x="225" y="1301"/>
                </a:lnTo>
                <a:lnTo>
                  <a:pt x="225" y="1300"/>
                </a:lnTo>
                <a:lnTo>
                  <a:pt x="225" y="1299"/>
                </a:lnTo>
                <a:lnTo>
                  <a:pt x="225" y="1298"/>
                </a:lnTo>
                <a:lnTo>
                  <a:pt x="224" y="1298"/>
                </a:lnTo>
                <a:lnTo>
                  <a:pt x="223" y="1297"/>
                </a:lnTo>
                <a:lnTo>
                  <a:pt x="222" y="1296"/>
                </a:lnTo>
                <a:lnTo>
                  <a:pt x="222" y="1295"/>
                </a:lnTo>
                <a:lnTo>
                  <a:pt x="222" y="1294"/>
                </a:lnTo>
                <a:lnTo>
                  <a:pt x="221" y="1293"/>
                </a:lnTo>
                <a:lnTo>
                  <a:pt x="221" y="1292"/>
                </a:lnTo>
                <a:lnTo>
                  <a:pt x="219" y="1291"/>
                </a:lnTo>
                <a:lnTo>
                  <a:pt x="219" y="1290"/>
                </a:lnTo>
                <a:lnTo>
                  <a:pt x="220" y="1289"/>
                </a:lnTo>
                <a:lnTo>
                  <a:pt x="220" y="1288"/>
                </a:lnTo>
                <a:lnTo>
                  <a:pt x="219" y="1287"/>
                </a:lnTo>
                <a:lnTo>
                  <a:pt x="218" y="1286"/>
                </a:lnTo>
                <a:lnTo>
                  <a:pt x="218" y="1285"/>
                </a:lnTo>
                <a:lnTo>
                  <a:pt x="217" y="1285"/>
                </a:lnTo>
                <a:lnTo>
                  <a:pt x="216" y="1285"/>
                </a:lnTo>
                <a:lnTo>
                  <a:pt x="216" y="1284"/>
                </a:lnTo>
                <a:lnTo>
                  <a:pt x="215" y="1284"/>
                </a:lnTo>
                <a:lnTo>
                  <a:pt x="214" y="1283"/>
                </a:lnTo>
                <a:lnTo>
                  <a:pt x="214" y="1282"/>
                </a:lnTo>
                <a:lnTo>
                  <a:pt x="213" y="1281"/>
                </a:lnTo>
                <a:lnTo>
                  <a:pt x="211" y="1280"/>
                </a:lnTo>
                <a:lnTo>
                  <a:pt x="210" y="1279"/>
                </a:lnTo>
                <a:lnTo>
                  <a:pt x="209" y="1278"/>
                </a:lnTo>
                <a:lnTo>
                  <a:pt x="208" y="1278"/>
                </a:lnTo>
                <a:lnTo>
                  <a:pt x="208" y="1277"/>
                </a:lnTo>
                <a:lnTo>
                  <a:pt x="207" y="1277"/>
                </a:lnTo>
                <a:lnTo>
                  <a:pt x="206" y="1276"/>
                </a:lnTo>
                <a:lnTo>
                  <a:pt x="205" y="1276"/>
                </a:lnTo>
                <a:lnTo>
                  <a:pt x="205" y="1275"/>
                </a:lnTo>
                <a:lnTo>
                  <a:pt x="204" y="1275"/>
                </a:lnTo>
                <a:lnTo>
                  <a:pt x="203" y="1274"/>
                </a:lnTo>
                <a:lnTo>
                  <a:pt x="202" y="1273"/>
                </a:lnTo>
                <a:lnTo>
                  <a:pt x="201" y="1273"/>
                </a:lnTo>
                <a:lnTo>
                  <a:pt x="200" y="1273"/>
                </a:lnTo>
                <a:lnTo>
                  <a:pt x="199" y="1273"/>
                </a:lnTo>
                <a:lnTo>
                  <a:pt x="198" y="1273"/>
                </a:lnTo>
                <a:lnTo>
                  <a:pt x="198" y="1272"/>
                </a:lnTo>
                <a:lnTo>
                  <a:pt x="197" y="1272"/>
                </a:lnTo>
                <a:lnTo>
                  <a:pt x="196" y="1271"/>
                </a:lnTo>
                <a:lnTo>
                  <a:pt x="195" y="1271"/>
                </a:lnTo>
                <a:lnTo>
                  <a:pt x="194" y="1271"/>
                </a:lnTo>
                <a:lnTo>
                  <a:pt x="193" y="1271"/>
                </a:lnTo>
                <a:lnTo>
                  <a:pt x="191" y="1271"/>
                </a:lnTo>
                <a:lnTo>
                  <a:pt x="190" y="1271"/>
                </a:lnTo>
                <a:lnTo>
                  <a:pt x="189" y="1271"/>
                </a:lnTo>
                <a:lnTo>
                  <a:pt x="188" y="1272"/>
                </a:lnTo>
                <a:lnTo>
                  <a:pt x="187" y="1271"/>
                </a:lnTo>
                <a:lnTo>
                  <a:pt x="184" y="1271"/>
                </a:lnTo>
                <a:lnTo>
                  <a:pt x="184" y="1270"/>
                </a:lnTo>
                <a:lnTo>
                  <a:pt x="184" y="1271"/>
                </a:lnTo>
                <a:lnTo>
                  <a:pt x="183" y="1271"/>
                </a:lnTo>
                <a:lnTo>
                  <a:pt x="183" y="1272"/>
                </a:lnTo>
                <a:lnTo>
                  <a:pt x="183" y="1273"/>
                </a:lnTo>
                <a:lnTo>
                  <a:pt x="183" y="1274"/>
                </a:lnTo>
                <a:lnTo>
                  <a:pt x="183" y="1275"/>
                </a:lnTo>
                <a:lnTo>
                  <a:pt x="182" y="1275"/>
                </a:lnTo>
                <a:lnTo>
                  <a:pt x="181" y="1274"/>
                </a:lnTo>
                <a:lnTo>
                  <a:pt x="181" y="1273"/>
                </a:lnTo>
                <a:lnTo>
                  <a:pt x="180" y="1273"/>
                </a:lnTo>
                <a:lnTo>
                  <a:pt x="179" y="1274"/>
                </a:lnTo>
                <a:lnTo>
                  <a:pt x="179" y="1275"/>
                </a:lnTo>
                <a:lnTo>
                  <a:pt x="178" y="1275"/>
                </a:lnTo>
                <a:lnTo>
                  <a:pt x="177" y="1276"/>
                </a:lnTo>
                <a:lnTo>
                  <a:pt x="176" y="1275"/>
                </a:lnTo>
                <a:lnTo>
                  <a:pt x="175" y="1274"/>
                </a:lnTo>
                <a:lnTo>
                  <a:pt x="175" y="1273"/>
                </a:lnTo>
                <a:lnTo>
                  <a:pt x="175" y="1272"/>
                </a:lnTo>
                <a:lnTo>
                  <a:pt x="174" y="1271"/>
                </a:lnTo>
                <a:lnTo>
                  <a:pt x="174" y="1270"/>
                </a:lnTo>
                <a:lnTo>
                  <a:pt x="173" y="1269"/>
                </a:lnTo>
                <a:lnTo>
                  <a:pt x="173" y="1267"/>
                </a:lnTo>
                <a:lnTo>
                  <a:pt x="174" y="1267"/>
                </a:lnTo>
                <a:lnTo>
                  <a:pt x="174" y="1266"/>
                </a:lnTo>
                <a:lnTo>
                  <a:pt x="174" y="1265"/>
                </a:lnTo>
                <a:lnTo>
                  <a:pt x="174" y="1263"/>
                </a:lnTo>
                <a:lnTo>
                  <a:pt x="174" y="1262"/>
                </a:lnTo>
                <a:lnTo>
                  <a:pt x="174" y="1261"/>
                </a:lnTo>
                <a:lnTo>
                  <a:pt x="174" y="1260"/>
                </a:lnTo>
                <a:lnTo>
                  <a:pt x="173" y="1259"/>
                </a:lnTo>
                <a:lnTo>
                  <a:pt x="173" y="1258"/>
                </a:lnTo>
                <a:lnTo>
                  <a:pt x="171" y="1257"/>
                </a:lnTo>
                <a:lnTo>
                  <a:pt x="171" y="1255"/>
                </a:lnTo>
                <a:lnTo>
                  <a:pt x="171" y="1254"/>
                </a:lnTo>
                <a:lnTo>
                  <a:pt x="172" y="1254"/>
                </a:lnTo>
                <a:lnTo>
                  <a:pt x="173" y="1253"/>
                </a:lnTo>
                <a:lnTo>
                  <a:pt x="172" y="1252"/>
                </a:lnTo>
                <a:lnTo>
                  <a:pt x="171" y="1252"/>
                </a:lnTo>
                <a:lnTo>
                  <a:pt x="170" y="1252"/>
                </a:lnTo>
                <a:lnTo>
                  <a:pt x="168" y="1251"/>
                </a:lnTo>
                <a:lnTo>
                  <a:pt x="167" y="1251"/>
                </a:lnTo>
                <a:lnTo>
                  <a:pt x="166" y="1251"/>
                </a:lnTo>
                <a:lnTo>
                  <a:pt x="165" y="1250"/>
                </a:lnTo>
                <a:lnTo>
                  <a:pt x="164" y="1250"/>
                </a:lnTo>
                <a:lnTo>
                  <a:pt x="162" y="1250"/>
                </a:lnTo>
                <a:lnTo>
                  <a:pt x="161" y="1250"/>
                </a:lnTo>
                <a:lnTo>
                  <a:pt x="160" y="1250"/>
                </a:lnTo>
                <a:lnTo>
                  <a:pt x="159" y="1250"/>
                </a:lnTo>
                <a:lnTo>
                  <a:pt x="158" y="1251"/>
                </a:lnTo>
                <a:lnTo>
                  <a:pt x="157" y="1251"/>
                </a:lnTo>
                <a:lnTo>
                  <a:pt x="156" y="1250"/>
                </a:lnTo>
                <a:lnTo>
                  <a:pt x="155" y="1250"/>
                </a:lnTo>
                <a:lnTo>
                  <a:pt x="154" y="1250"/>
                </a:lnTo>
                <a:lnTo>
                  <a:pt x="153" y="1249"/>
                </a:lnTo>
                <a:lnTo>
                  <a:pt x="151" y="1249"/>
                </a:lnTo>
                <a:lnTo>
                  <a:pt x="151" y="1248"/>
                </a:lnTo>
                <a:lnTo>
                  <a:pt x="150" y="1248"/>
                </a:lnTo>
                <a:lnTo>
                  <a:pt x="150" y="1247"/>
                </a:lnTo>
                <a:lnTo>
                  <a:pt x="151" y="1246"/>
                </a:lnTo>
                <a:lnTo>
                  <a:pt x="150" y="1245"/>
                </a:lnTo>
                <a:lnTo>
                  <a:pt x="149" y="1245"/>
                </a:lnTo>
                <a:lnTo>
                  <a:pt x="149" y="1244"/>
                </a:lnTo>
                <a:lnTo>
                  <a:pt x="148" y="1244"/>
                </a:lnTo>
                <a:lnTo>
                  <a:pt x="147" y="1245"/>
                </a:lnTo>
                <a:lnTo>
                  <a:pt x="147" y="1246"/>
                </a:lnTo>
                <a:lnTo>
                  <a:pt x="146" y="1246"/>
                </a:lnTo>
                <a:lnTo>
                  <a:pt x="145" y="1246"/>
                </a:lnTo>
                <a:lnTo>
                  <a:pt x="144" y="1246"/>
                </a:lnTo>
                <a:lnTo>
                  <a:pt x="143" y="1246"/>
                </a:lnTo>
                <a:lnTo>
                  <a:pt x="142" y="1247"/>
                </a:lnTo>
                <a:lnTo>
                  <a:pt x="141" y="1247"/>
                </a:lnTo>
                <a:lnTo>
                  <a:pt x="141" y="1246"/>
                </a:lnTo>
                <a:lnTo>
                  <a:pt x="140" y="1246"/>
                </a:lnTo>
                <a:lnTo>
                  <a:pt x="139" y="1246"/>
                </a:lnTo>
                <a:lnTo>
                  <a:pt x="138" y="1246"/>
                </a:lnTo>
                <a:lnTo>
                  <a:pt x="136" y="1247"/>
                </a:lnTo>
                <a:lnTo>
                  <a:pt x="136" y="1248"/>
                </a:lnTo>
                <a:lnTo>
                  <a:pt x="134" y="1248"/>
                </a:lnTo>
                <a:lnTo>
                  <a:pt x="134" y="1247"/>
                </a:lnTo>
                <a:lnTo>
                  <a:pt x="133" y="1248"/>
                </a:lnTo>
                <a:lnTo>
                  <a:pt x="132" y="1248"/>
                </a:lnTo>
                <a:lnTo>
                  <a:pt x="131" y="1248"/>
                </a:lnTo>
                <a:lnTo>
                  <a:pt x="130" y="1248"/>
                </a:lnTo>
                <a:lnTo>
                  <a:pt x="130" y="1249"/>
                </a:lnTo>
                <a:lnTo>
                  <a:pt x="129" y="1249"/>
                </a:lnTo>
                <a:lnTo>
                  <a:pt x="129" y="1250"/>
                </a:lnTo>
                <a:lnTo>
                  <a:pt x="129" y="1251"/>
                </a:lnTo>
                <a:lnTo>
                  <a:pt x="129" y="1252"/>
                </a:lnTo>
                <a:lnTo>
                  <a:pt x="130" y="1252"/>
                </a:lnTo>
                <a:lnTo>
                  <a:pt x="130" y="1253"/>
                </a:lnTo>
                <a:lnTo>
                  <a:pt x="129" y="1253"/>
                </a:lnTo>
                <a:lnTo>
                  <a:pt x="128" y="1253"/>
                </a:lnTo>
                <a:lnTo>
                  <a:pt x="128" y="1254"/>
                </a:lnTo>
                <a:lnTo>
                  <a:pt x="127" y="1254"/>
                </a:lnTo>
                <a:lnTo>
                  <a:pt x="126" y="1254"/>
                </a:lnTo>
                <a:lnTo>
                  <a:pt x="126" y="1253"/>
                </a:lnTo>
                <a:lnTo>
                  <a:pt x="125" y="1252"/>
                </a:lnTo>
                <a:lnTo>
                  <a:pt x="125" y="1251"/>
                </a:lnTo>
                <a:lnTo>
                  <a:pt x="124" y="1250"/>
                </a:lnTo>
                <a:lnTo>
                  <a:pt x="124" y="1249"/>
                </a:lnTo>
                <a:lnTo>
                  <a:pt x="124" y="1248"/>
                </a:lnTo>
                <a:lnTo>
                  <a:pt x="123" y="1247"/>
                </a:lnTo>
                <a:lnTo>
                  <a:pt x="122" y="1246"/>
                </a:lnTo>
                <a:lnTo>
                  <a:pt x="122" y="1245"/>
                </a:lnTo>
                <a:lnTo>
                  <a:pt x="122" y="1244"/>
                </a:lnTo>
                <a:lnTo>
                  <a:pt x="122" y="1243"/>
                </a:lnTo>
                <a:lnTo>
                  <a:pt x="122" y="1242"/>
                </a:lnTo>
                <a:lnTo>
                  <a:pt x="118" y="1242"/>
                </a:lnTo>
                <a:lnTo>
                  <a:pt x="117" y="1242"/>
                </a:lnTo>
                <a:lnTo>
                  <a:pt x="117" y="1243"/>
                </a:lnTo>
                <a:lnTo>
                  <a:pt x="117" y="1244"/>
                </a:lnTo>
                <a:lnTo>
                  <a:pt x="116" y="1244"/>
                </a:lnTo>
                <a:lnTo>
                  <a:pt x="115" y="1245"/>
                </a:lnTo>
                <a:lnTo>
                  <a:pt x="114" y="1245"/>
                </a:lnTo>
                <a:lnTo>
                  <a:pt x="113" y="1245"/>
                </a:lnTo>
                <a:lnTo>
                  <a:pt x="112" y="1244"/>
                </a:lnTo>
                <a:lnTo>
                  <a:pt x="111" y="1244"/>
                </a:lnTo>
                <a:lnTo>
                  <a:pt x="110" y="1243"/>
                </a:lnTo>
                <a:lnTo>
                  <a:pt x="110" y="1242"/>
                </a:lnTo>
                <a:lnTo>
                  <a:pt x="110" y="1241"/>
                </a:lnTo>
                <a:lnTo>
                  <a:pt x="110" y="1240"/>
                </a:lnTo>
                <a:lnTo>
                  <a:pt x="109" y="1240"/>
                </a:lnTo>
                <a:lnTo>
                  <a:pt x="109" y="1239"/>
                </a:lnTo>
                <a:lnTo>
                  <a:pt x="109" y="1238"/>
                </a:lnTo>
                <a:lnTo>
                  <a:pt x="108" y="1238"/>
                </a:lnTo>
                <a:lnTo>
                  <a:pt x="107" y="1238"/>
                </a:lnTo>
                <a:lnTo>
                  <a:pt x="107" y="1239"/>
                </a:lnTo>
                <a:lnTo>
                  <a:pt x="106" y="1239"/>
                </a:lnTo>
                <a:lnTo>
                  <a:pt x="105" y="1239"/>
                </a:lnTo>
                <a:lnTo>
                  <a:pt x="104" y="1240"/>
                </a:lnTo>
                <a:lnTo>
                  <a:pt x="103" y="1240"/>
                </a:lnTo>
                <a:lnTo>
                  <a:pt x="102" y="1240"/>
                </a:lnTo>
                <a:lnTo>
                  <a:pt x="102" y="1241"/>
                </a:lnTo>
                <a:lnTo>
                  <a:pt x="101" y="1241"/>
                </a:lnTo>
                <a:lnTo>
                  <a:pt x="101" y="1242"/>
                </a:lnTo>
                <a:lnTo>
                  <a:pt x="101" y="1243"/>
                </a:lnTo>
                <a:lnTo>
                  <a:pt x="100" y="1243"/>
                </a:lnTo>
                <a:lnTo>
                  <a:pt x="99" y="1243"/>
                </a:lnTo>
                <a:lnTo>
                  <a:pt x="97" y="1244"/>
                </a:lnTo>
                <a:lnTo>
                  <a:pt x="96" y="1243"/>
                </a:lnTo>
                <a:lnTo>
                  <a:pt x="94" y="1241"/>
                </a:lnTo>
                <a:lnTo>
                  <a:pt x="94" y="1240"/>
                </a:lnTo>
                <a:lnTo>
                  <a:pt x="93" y="1239"/>
                </a:lnTo>
                <a:lnTo>
                  <a:pt x="92" y="1239"/>
                </a:lnTo>
                <a:lnTo>
                  <a:pt x="91" y="1240"/>
                </a:lnTo>
                <a:lnTo>
                  <a:pt x="91" y="1241"/>
                </a:lnTo>
                <a:lnTo>
                  <a:pt x="90" y="1240"/>
                </a:lnTo>
                <a:lnTo>
                  <a:pt x="90" y="1239"/>
                </a:lnTo>
                <a:lnTo>
                  <a:pt x="90" y="1237"/>
                </a:lnTo>
                <a:lnTo>
                  <a:pt x="90" y="1236"/>
                </a:lnTo>
                <a:lnTo>
                  <a:pt x="90" y="1235"/>
                </a:lnTo>
                <a:lnTo>
                  <a:pt x="89" y="1235"/>
                </a:lnTo>
                <a:lnTo>
                  <a:pt x="88" y="1234"/>
                </a:lnTo>
                <a:lnTo>
                  <a:pt x="87" y="1234"/>
                </a:lnTo>
                <a:lnTo>
                  <a:pt x="87" y="1233"/>
                </a:lnTo>
                <a:lnTo>
                  <a:pt x="87" y="1232"/>
                </a:lnTo>
                <a:lnTo>
                  <a:pt x="89" y="1231"/>
                </a:lnTo>
                <a:lnTo>
                  <a:pt x="89" y="1230"/>
                </a:lnTo>
                <a:lnTo>
                  <a:pt x="90" y="1229"/>
                </a:lnTo>
                <a:lnTo>
                  <a:pt x="89" y="1229"/>
                </a:lnTo>
                <a:lnTo>
                  <a:pt x="89" y="1228"/>
                </a:lnTo>
                <a:lnTo>
                  <a:pt x="88" y="1227"/>
                </a:lnTo>
                <a:lnTo>
                  <a:pt x="88" y="1226"/>
                </a:lnTo>
                <a:lnTo>
                  <a:pt x="89" y="1226"/>
                </a:lnTo>
                <a:lnTo>
                  <a:pt x="90" y="1226"/>
                </a:lnTo>
                <a:lnTo>
                  <a:pt x="90" y="1225"/>
                </a:lnTo>
                <a:lnTo>
                  <a:pt x="91" y="1224"/>
                </a:lnTo>
                <a:lnTo>
                  <a:pt x="91" y="1223"/>
                </a:lnTo>
                <a:lnTo>
                  <a:pt x="92" y="1222"/>
                </a:lnTo>
                <a:lnTo>
                  <a:pt x="93" y="1222"/>
                </a:lnTo>
                <a:lnTo>
                  <a:pt x="94" y="1222"/>
                </a:lnTo>
                <a:lnTo>
                  <a:pt x="95" y="1222"/>
                </a:lnTo>
                <a:lnTo>
                  <a:pt x="96" y="1223"/>
                </a:lnTo>
                <a:lnTo>
                  <a:pt x="97" y="1223"/>
                </a:lnTo>
                <a:lnTo>
                  <a:pt x="98" y="1223"/>
                </a:lnTo>
                <a:lnTo>
                  <a:pt x="99" y="1223"/>
                </a:lnTo>
                <a:lnTo>
                  <a:pt x="99" y="1222"/>
                </a:lnTo>
                <a:lnTo>
                  <a:pt x="99" y="1221"/>
                </a:lnTo>
                <a:lnTo>
                  <a:pt x="100" y="1221"/>
                </a:lnTo>
                <a:lnTo>
                  <a:pt x="101" y="1221"/>
                </a:lnTo>
                <a:lnTo>
                  <a:pt x="102" y="1220"/>
                </a:lnTo>
                <a:lnTo>
                  <a:pt x="103" y="1220"/>
                </a:lnTo>
                <a:lnTo>
                  <a:pt x="103" y="1221"/>
                </a:lnTo>
                <a:lnTo>
                  <a:pt x="104" y="1221"/>
                </a:lnTo>
                <a:lnTo>
                  <a:pt x="104" y="1222"/>
                </a:lnTo>
                <a:lnTo>
                  <a:pt x="104" y="1223"/>
                </a:lnTo>
                <a:lnTo>
                  <a:pt x="105" y="1223"/>
                </a:lnTo>
                <a:lnTo>
                  <a:pt x="106" y="1223"/>
                </a:lnTo>
                <a:lnTo>
                  <a:pt x="106" y="1222"/>
                </a:lnTo>
                <a:lnTo>
                  <a:pt x="107" y="1221"/>
                </a:lnTo>
                <a:lnTo>
                  <a:pt x="108" y="1220"/>
                </a:lnTo>
                <a:lnTo>
                  <a:pt x="109" y="1219"/>
                </a:lnTo>
                <a:lnTo>
                  <a:pt x="110" y="1219"/>
                </a:lnTo>
                <a:lnTo>
                  <a:pt x="110" y="1218"/>
                </a:lnTo>
                <a:lnTo>
                  <a:pt x="111" y="1218"/>
                </a:lnTo>
                <a:lnTo>
                  <a:pt x="112" y="1218"/>
                </a:lnTo>
                <a:lnTo>
                  <a:pt x="113" y="1218"/>
                </a:lnTo>
                <a:lnTo>
                  <a:pt x="113" y="1219"/>
                </a:lnTo>
                <a:lnTo>
                  <a:pt x="114" y="1219"/>
                </a:lnTo>
                <a:lnTo>
                  <a:pt x="115" y="1220"/>
                </a:lnTo>
                <a:lnTo>
                  <a:pt x="115" y="1221"/>
                </a:lnTo>
                <a:lnTo>
                  <a:pt x="116" y="1221"/>
                </a:lnTo>
                <a:lnTo>
                  <a:pt x="117" y="1222"/>
                </a:lnTo>
                <a:lnTo>
                  <a:pt x="118" y="1223"/>
                </a:lnTo>
                <a:lnTo>
                  <a:pt x="118" y="1224"/>
                </a:lnTo>
                <a:lnTo>
                  <a:pt x="118" y="1225"/>
                </a:lnTo>
                <a:lnTo>
                  <a:pt x="119" y="1225"/>
                </a:lnTo>
                <a:lnTo>
                  <a:pt x="120" y="1225"/>
                </a:lnTo>
                <a:lnTo>
                  <a:pt x="121" y="1225"/>
                </a:lnTo>
                <a:lnTo>
                  <a:pt x="122" y="1225"/>
                </a:lnTo>
                <a:lnTo>
                  <a:pt x="123" y="1225"/>
                </a:lnTo>
                <a:lnTo>
                  <a:pt x="123" y="1224"/>
                </a:lnTo>
                <a:lnTo>
                  <a:pt x="124" y="1224"/>
                </a:lnTo>
                <a:lnTo>
                  <a:pt x="125" y="1224"/>
                </a:lnTo>
                <a:lnTo>
                  <a:pt x="126" y="1223"/>
                </a:lnTo>
                <a:lnTo>
                  <a:pt x="127" y="1223"/>
                </a:lnTo>
                <a:lnTo>
                  <a:pt x="128" y="1223"/>
                </a:lnTo>
                <a:lnTo>
                  <a:pt x="128" y="1222"/>
                </a:lnTo>
                <a:lnTo>
                  <a:pt x="128" y="1221"/>
                </a:lnTo>
                <a:lnTo>
                  <a:pt x="129" y="1220"/>
                </a:lnTo>
                <a:lnTo>
                  <a:pt x="129" y="1219"/>
                </a:lnTo>
                <a:lnTo>
                  <a:pt x="129" y="1218"/>
                </a:lnTo>
                <a:lnTo>
                  <a:pt x="131" y="1218"/>
                </a:lnTo>
                <a:lnTo>
                  <a:pt x="132" y="1218"/>
                </a:lnTo>
                <a:lnTo>
                  <a:pt x="133" y="1218"/>
                </a:lnTo>
                <a:lnTo>
                  <a:pt x="134" y="1218"/>
                </a:lnTo>
                <a:lnTo>
                  <a:pt x="135" y="1218"/>
                </a:lnTo>
                <a:lnTo>
                  <a:pt x="136" y="1218"/>
                </a:lnTo>
                <a:lnTo>
                  <a:pt x="136" y="1217"/>
                </a:lnTo>
                <a:lnTo>
                  <a:pt x="137" y="1217"/>
                </a:lnTo>
                <a:lnTo>
                  <a:pt x="138" y="1217"/>
                </a:lnTo>
                <a:lnTo>
                  <a:pt x="140" y="1216"/>
                </a:lnTo>
                <a:lnTo>
                  <a:pt x="142" y="1215"/>
                </a:lnTo>
                <a:lnTo>
                  <a:pt x="143" y="1215"/>
                </a:lnTo>
                <a:lnTo>
                  <a:pt x="144" y="1215"/>
                </a:lnTo>
                <a:lnTo>
                  <a:pt x="146" y="1215"/>
                </a:lnTo>
                <a:lnTo>
                  <a:pt x="147" y="1214"/>
                </a:lnTo>
                <a:lnTo>
                  <a:pt x="147" y="1213"/>
                </a:lnTo>
                <a:lnTo>
                  <a:pt x="147" y="1212"/>
                </a:lnTo>
                <a:lnTo>
                  <a:pt x="148" y="1211"/>
                </a:lnTo>
                <a:lnTo>
                  <a:pt x="148" y="1210"/>
                </a:lnTo>
                <a:lnTo>
                  <a:pt x="148" y="1209"/>
                </a:lnTo>
                <a:lnTo>
                  <a:pt x="147" y="1209"/>
                </a:lnTo>
                <a:lnTo>
                  <a:pt x="147" y="1208"/>
                </a:lnTo>
                <a:lnTo>
                  <a:pt x="147" y="1207"/>
                </a:lnTo>
                <a:lnTo>
                  <a:pt x="148" y="1207"/>
                </a:lnTo>
                <a:lnTo>
                  <a:pt x="149" y="1206"/>
                </a:lnTo>
                <a:lnTo>
                  <a:pt x="149" y="1205"/>
                </a:lnTo>
                <a:lnTo>
                  <a:pt x="149" y="1204"/>
                </a:lnTo>
                <a:lnTo>
                  <a:pt x="147" y="1201"/>
                </a:lnTo>
                <a:lnTo>
                  <a:pt x="147" y="1200"/>
                </a:lnTo>
                <a:lnTo>
                  <a:pt x="145" y="1199"/>
                </a:lnTo>
                <a:lnTo>
                  <a:pt x="144" y="1198"/>
                </a:lnTo>
                <a:lnTo>
                  <a:pt x="143" y="1197"/>
                </a:lnTo>
                <a:lnTo>
                  <a:pt x="143" y="1196"/>
                </a:lnTo>
                <a:lnTo>
                  <a:pt x="143" y="1195"/>
                </a:lnTo>
                <a:lnTo>
                  <a:pt x="142" y="1195"/>
                </a:lnTo>
                <a:lnTo>
                  <a:pt x="141" y="1195"/>
                </a:lnTo>
                <a:lnTo>
                  <a:pt x="139" y="1196"/>
                </a:lnTo>
                <a:lnTo>
                  <a:pt x="138" y="1196"/>
                </a:lnTo>
                <a:lnTo>
                  <a:pt x="137" y="1195"/>
                </a:lnTo>
                <a:lnTo>
                  <a:pt x="136" y="1195"/>
                </a:lnTo>
                <a:lnTo>
                  <a:pt x="135" y="1195"/>
                </a:lnTo>
                <a:lnTo>
                  <a:pt x="135" y="1194"/>
                </a:lnTo>
                <a:lnTo>
                  <a:pt x="136" y="1194"/>
                </a:lnTo>
                <a:lnTo>
                  <a:pt x="136" y="1193"/>
                </a:lnTo>
                <a:lnTo>
                  <a:pt x="135" y="1193"/>
                </a:lnTo>
                <a:lnTo>
                  <a:pt x="134" y="1192"/>
                </a:lnTo>
                <a:lnTo>
                  <a:pt x="132" y="1191"/>
                </a:lnTo>
                <a:lnTo>
                  <a:pt x="131" y="1191"/>
                </a:lnTo>
                <a:lnTo>
                  <a:pt x="130" y="1190"/>
                </a:lnTo>
                <a:lnTo>
                  <a:pt x="129" y="1189"/>
                </a:lnTo>
                <a:lnTo>
                  <a:pt x="129" y="1187"/>
                </a:lnTo>
                <a:lnTo>
                  <a:pt x="129" y="1186"/>
                </a:lnTo>
                <a:lnTo>
                  <a:pt x="129" y="1185"/>
                </a:lnTo>
                <a:lnTo>
                  <a:pt x="128" y="1184"/>
                </a:lnTo>
                <a:lnTo>
                  <a:pt x="128" y="1183"/>
                </a:lnTo>
                <a:lnTo>
                  <a:pt x="127" y="1182"/>
                </a:lnTo>
                <a:lnTo>
                  <a:pt x="126" y="1180"/>
                </a:lnTo>
                <a:lnTo>
                  <a:pt x="126" y="1179"/>
                </a:lnTo>
                <a:lnTo>
                  <a:pt x="126" y="1178"/>
                </a:lnTo>
                <a:lnTo>
                  <a:pt x="127" y="1178"/>
                </a:lnTo>
                <a:lnTo>
                  <a:pt x="128" y="1178"/>
                </a:lnTo>
                <a:lnTo>
                  <a:pt x="128" y="1177"/>
                </a:lnTo>
                <a:lnTo>
                  <a:pt x="128" y="1176"/>
                </a:lnTo>
                <a:lnTo>
                  <a:pt x="128" y="1175"/>
                </a:lnTo>
                <a:lnTo>
                  <a:pt x="128" y="1174"/>
                </a:lnTo>
                <a:lnTo>
                  <a:pt x="129" y="1174"/>
                </a:lnTo>
                <a:lnTo>
                  <a:pt x="130" y="1174"/>
                </a:lnTo>
                <a:lnTo>
                  <a:pt x="131" y="1173"/>
                </a:lnTo>
                <a:lnTo>
                  <a:pt x="132" y="1172"/>
                </a:lnTo>
                <a:lnTo>
                  <a:pt x="132" y="1171"/>
                </a:lnTo>
                <a:lnTo>
                  <a:pt x="133" y="1171"/>
                </a:lnTo>
                <a:lnTo>
                  <a:pt x="133" y="1170"/>
                </a:lnTo>
                <a:lnTo>
                  <a:pt x="134" y="1170"/>
                </a:lnTo>
                <a:lnTo>
                  <a:pt x="135" y="1169"/>
                </a:lnTo>
                <a:lnTo>
                  <a:pt x="136" y="1168"/>
                </a:lnTo>
                <a:lnTo>
                  <a:pt x="136" y="1167"/>
                </a:lnTo>
                <a:lnTo>
                  <a:pt x="136" y="1166"/>
                </a:lnTo>
                <a:lnTo>
                  <a:pt x="135" y="1166"/>
                </a:lnTo>
                <a:lnTo>
                  <a:pt x="133" y="1165"/>
                </a:lnTo>
                <a:lnTo>
                  <a:pt x="132" y="1164"/>
                </a:lnTo>
                <a:lnTo>
                  <a:pt x="130" y="1163"/>
                </a:lnTo>
                <a:lnTo>
                  <a:pt x="129" y="1162"/>
                </a:lnTo>
                <a:lnTo>
                  <a:pt x="128" y="1161"/>
                </a:lnTo>
                <a:lnTo>
                  <a:pt x="128" y="1160"/>
                </a:lnTo>
                <a:lnTo>
                  <a:pt x="129" y="1159"/>
                </a:lnTo>
                <a:lnTo>
                  <a:pt x="130" y="1157"/>
                </a:lnTo>
                <a:lnTo>
                  <a:pt x="129" y="1156"/>
                </a:lnTo>
                <a:lnTo>
                  <a:pt x="129" y="1155"/>
                </a:lnTo>
                <a:lnTo>
                  <a:pt x="128" y="1154"/>
                </a:lnTo>
                <a:lnTo>
                  <a:pt x="128" y="1153"/>
                </a:lnTo>
                <a:lnTo>
                  <a:pt x="128" y="1152"/>
                </a:lnTo>
                <a:lnTo>
                  <a:pt x="128" y="1151"/>
                </a:lnTo>
                <a:lnTo>
                  <a:pt x="128" y="1150"/>
                </a:lnTo>
                <a:lnTo>
                  <a:pt x="127" y="1149"/>
                </a:lnTo>
                <a:lnTo>
                  <a:pt x="128" y="1148"/>
                </a:lnTo>
                <a:lnTo>
                  <a:pt x="128" y="1147"/>
                </a:lnTo>
                <a:lnTo>
                  <a:pt x="129" y="1145"/>
                </a:lnTo>
                <a:lnTo>
                  <a:pt x="129" y="1144"/>
                </a:lnTo>
                <a:lnTo>
                  <a:pt x="129" y="1143"/>
                </a:lnTo>
                <a:lnTo>
                  <a:pt x="129" y="1142"/>
                </a:lnTo>
                <a:lnTo>
                  <a:pt x="128" y="1142"/>
                </a:lnTo>
                <a:lnTo>
                  <a:pt x="127" y="1142"/>
                </a:lnTo>
                <a:lnTo>
                  <a:pt x="126" y="1142"/>
                </a:lnTo>
                <a:lnTo>
                  <a:pt x="125" y="1142"/>
                </a:lnTo>
                <a:lnTo>
                  <a:pt x="124" y="1142"/>
                </a:lnTo>
                <a:lnTo>
                  <a:pt x="123" y="1141"/>
                </a:lnTo>
                <a:lnTo>
                  <a:pt x="123" y="1140"/>
                </a:lnTo>
                <a:lnTo>
                  <a:pt x="123" y="1139"/>
                </a:lnTo>
                <a:lnTo>
                  <a:pt x="122" y="1138"/>
                </a:lnTo>
                <a:lnTo>
                  <a:pt x="121" y="1137"/>
                </a:lnTo>
                <a:lnTo>
                  <a:pt x="119" y="1135"/>
                </a:lnTo>
                <a:lnTo>
                  <a:pt x="119" y="1134"/>
                </a:lnTo>
                <a:lnTo>
                  <a:pt x="119" y="1133"/>
                </a:lnTo>
                <a:lnTo>
                  <a:pt x="119" y="1131"/>
                </a:lnTo>
                <a:lnTo>
                  <a:pt x="119" y="1130"/>
                </a:lnTo>
                <a:lnTo>
                  <a:pt x="118" y="1129"/>
                </a:lnTo>
                <a:lnTo>
                  <a:pt x="118" y="1127"/>
                </a:lnTo>
                <a:lnTo>
                  <a:pt x="119" y="1125"/>
                </a:lnTo>
                <a:lnTo>
                  <a:pt x="119" y="1123"/>
                </a:lnTo>
                <a:lnTo>
                  <a:pt x="119" y="1122"/>
                </a:lnTo>
                <a:lnTo>
                  <a:pt x="118" y="1120"/>
                </a:lnTo>
                <a:lnTo>
                  <a:pt x="117" y="1118"/>
                </a:lnTo>
                <a:lnTo>
                  <a:pt x="117" y="1117"/>
                </a:lnTo>
                <a:lnTo>
                  <a:pt x="117" y="1116"/>
                </a:lnTo>
                <a:lnTo>
                  <a:pt x="118" y="1116"/>
                </a:lnTo>
                <a:lnTo>
                  <a:pt x="118" y="1115"/>
                </a:lnTo>
                <a:lnTo>
                  <a:pt x="117" y="1113"/>
                </a:lnTo>
                <a:lnTo>
                  <a:pt x="117" y="1112"/>
                </a:lnTo>
                <a:lnTo>
                  <a:pt x="117" y="1111"/>
                </a:lnTo>
                <a:lnTo>
                  <a:pt x="117" y="1110"/>
                </a:lnTo>
                <a:lnTo>
                  <a:pt x="118" y="1109"/>
                </a:lnTo>
                <a:lnTo>
                  <a:pt x="119" y="1108"/>
                </a:lnTo>
                <a:lnTo>
                  <a:pt x="120" y="1108"/>
                </a:lnTo>
                <a:lnTo>
                  <a:pt x="121" y="1108"/>
                </a:lnTo>
                <a:lnTo>
                  <a:pt x="121" y="1107"/>
                </a:lnTo>
                <a:lnTo>
                  <a:pt x="121" y="1106"/>
                </a:lnTo>
                <a:lnTo>
                  <a:pt x="123" y="1104"/>
                </a:lnTo>
                <a:lnTo>
                  <a:pt x="123" y="1103"/>
                </a:lnTo>
                <a:lnTo>
                  <a:pt x="124" y="1102"/>
                </a:lnTo>
                <a:lnTo>
                  <a:pt x="124" y="1101"/>
                </a:lnTo>
                <a:lnTo>
                  <a:pt x="124" y="1100"/>
                </a:lnTo>
                <a:lnTo>
                  <a:pt x="123" y="1099"/>
                </a:lnTo>
                <a:lnTo>
                  <a:pt x="123" y="1098"/>
                </a:lnTo>
                <a:lnTo>
                  <a:pt x="123" y="1097"/>
                </a:lnTo>
                <a:lnTo>
                  <a:pt x="123" y="1096"/>
                </a:lnTo>
                <a:lnTo>
                  <a:pt x="123" y="1095"/>
                </a:lnTo>
                <a:lnTo>
                  <a:pt x="122" y="1095"/>
                </a:lnTo>
                <a:lnTo>
                  <a:pt x="122" y="1094"/>
                </a:lnTo>
                <a:lnTo>
                  <a:pt x="121" y="1094"/>
                </a:lnTo>
                <a:lnTo>
                  <a:pt x="121" y="1095"/>
                </a:lnTo>
                <a:lnTo>
                  <a:pt x="119" y="1095"/>
                </a:lnTo>
                <a:lnTo>
                  <a:pt x="119" y="1094"/>
                </a:lnTo>
                <a:lnTo>
                  <a:pt x="118" y="1093"/>
                </a:lnTo>
                <a:lnTo>
                  <a:pt x="118" y="1092"/>
                </a:lnTo>
                <a:lnTo>
                  <a:pt x="117" y="1091"/>
                </a:lnTo>
                <a:lnTo>
                  <a:pt x="116" y="1090"/>
                </a:lnTo>
                <a:lnTo>
                  <a:pt x="115" y="1090"/>
                </a:lnTo>
                <a:lnTo>
                  <a:pt x="113" y="1090"/>
                </a:lnTo>
                <a:lnTo>
                  <a:pt x="112" y="1090"/>
                </a:lnTo>
                <a:lnTo>
                  <a:pt x="111" y="1090"/>
                </a:lnTo>
                <a:lnTo>
                  <a:pt x="110" y="1090"/>
                </a:lnTo>
                <a:lnTo>
                  <a:pt x="110" y="1089"/>
                </a:lnTo>
                <a:lnTo>
                  <a:pt x="109" y="1088"/>
                </a:lnTo>
                <a:lnTo>
                  <a:pt x="108" y="1088"/>
                </a:lnTo>
                <a:lnTo>
                  <a:pt x="107" y="1087"/>
                </a:lnTo>
                <a:lnTo>
                  <a:pt x="105" y="1086"/>
                </a:lnTo>
                <a:lnTo>
                  <a:pt x="105" y="1085"/>
                </a:lnTo>
                <a:lnTo>
                  <a:pt x="103" y="1084"/>
                </a:lnTo>
                <a:lnTo>
                  <a:pt x="102" y="1083"/>
                </a:lnTo>
                <a:lnTo>
                  <a:pt x="101" y="1083"/>
                </a:lnTo>
                <a:lnTo>
                  <a:pt x="100" y="1084"/>
                </a:lnTo>
                <a:lnTo>
                  <a:pt x="99" y="1084"/>
                </a:lnTo>
                <a:lnTo>
                  <a:pt x="98" y="1083"/>
                </a:lnTo>
                <a:lnTo>
                  <a:pt x="96" y="1083"/>
                </a:lnTo>
                <a:lnTo>
                  <a:pt x="95" y="1083"/>
                </a:lnTo>
                <a:lnTo>
                  <a:pt x="94" y="1082"/>
                </a:lnTo>
                <a:lnTo>
                  <a:pt x="93" y="1081"/>
                </a:lnTo>
                <a:lnTo>
                  <a:pt x="92" y="1080"/>
                </a:lnTo>
                <a:lnTo>
                  <a:pt x="91" y="1080"/>
                </a:lnTo>
                <a:lnTo>
                  <a:pt x="89" y="1080"/>
                </a:lnTo>
                <a:lnTo>
                  <a:pt x="88" y="1080"/>
                </a:lnTo>
                <a:lnTo>
                  <a:pt x="87" y="1080"/>
                </a:lnTo>
                <a:lnTo>
                  <a:pt x="86" y="1080"/>
                </a:lnTo>
                <a:lnTo>
                  <a:pt x="84" y="1079"/>
                </a:lnTo>
                <a:lnTo>
                  <a:pt x="83" y="1079"/>
                </a:lnTo>
                <a:lnTo>
                  <a:pt x="82" y="1079"/>
                </a:lnTo>
                <a:lnTo>
                  <a:pt x="81" y="1078"/>
                </a:lnTo>
                <a:lnTo>
                  <a:pt x="80" y="1078"/>
                </a:lnTo>
                <a:lnTo>
                  <a:pt x="79" y="1078"/>
                </a:lnTo>
                <a:lnTo>
                  <a:pt x="77" y="1078"/>
                </a:lnTo>
                <a:lnTo>
                  <a:pt x="75" y="1078"/>
                </a:lnTo>
                <a:lnTo>
                  <a:pt x="74" y="1078"/>
                </a:lnTo>
                <a:lnTo>
                  <a:pt x="73" y="1078"/>
                </a:lnTo>
                <a:lnTo>
                  <a:pt x="72" y="1078"/>
                </a:lnTo>
                <a:lnTo>
                  <a:pt x="71" y="1078"/>
                </a:lnTo>
                <a:lnTo>
                  <a:pt x="70" y="1077"/>
                </a:lnTo>
                <a:lnTo>
                  <a:pt x="69" y="1078"/>
                </a:lnTo>
                <a:lnTo>
                  <a:pt x="65" y="1078"/>
                </a:lnTo>
                <a:lnTo>
                  <a:pt x="64" y="1077"/>
                </a:lnTo>
                <a:lnTo>
                  <a:pt x="63" y="1077"/>
                </a:lnTo>
                <a:lnTo>
                  <a:pt x="61" y="1077"/>
                </a:lnTo>
                <a:lnTo>
                  <a:pt x="60" y="1076"/>
                </a:lnTo>
                <a:lnTo>
                  <a:pt x="59" y="1076"/>
                </a:lnTo>
                <a:lnTo>
                  <a:pt x="58" y="1076"/>
                </a:lnTo>
                <a:lnTo>
                  <a:pt x="57" y="1077"/>
                </a:lnTo>
                <a:lnTo>
                  <a:pt x="56" y="1078"/>
                </a:lnTo>
                <a:lnTo>
                  <a:pt x="56" y="1079"/>
                </a:lnTo>
                <a:lnTo>
                  <a:pt x="56" y="1080"/>
                </a:lnTo>
                <a:lnTo>
                  <a:pt x="56" y="1081"/>
                </a:lnTo>
                <a:lnTo>
                  <a:pt x="56" y="1082"/>
                </a:lnTo>
                <a:lnTo>
                  <a:pt x="55" y="1082"/>
                </a:lnTo>
                <a:lnTo>
                  <a:pt x="54" y="1082"/>
                </a:lnTo>
                <a:lnTo>
                  <a:pt x="53" y="1082"/>
                </a:lnTo>
                <a:lnTo>
                  <a:pt x="52" y="1083"/>
                </a:lnTo>
                <a:lnTo>
                  <a:pt x="52" y="1084"/>
                </a:lnTo>
                <a:lnTo>
                  <a:pt x="51" y="1084"/>
                </a:lnTo>
                <a:lnTo>
                  <a:pt x="51" y="1085"/>
                </a:lnTo>
                <a:lnTo>
                  <a:pt x="51" y="1086"/>
                </a:lnTo>
                <a:lnTo>
                  <a:pt x="52" y="1087"/>
                </a:lnTo>
                <a:lnTo>
                  <a:pt x="53" y="1088"/>
                </a:lnTo>
                <a:lnTo>
                  <a:pt x="53" y="1089"/>
                </a:lnTo>
                <a:lnTo>
                  <a:pt x="52" y="1090"/>
                </a:lnTo>
                <a:lnTo>
                  <a:pt x="51" y="1089"/>
                </a:lnTo>
                <a:lnTo>
                  <a:pt x="50" y="1089"/>
                </a:lnTo>
                <a:lnTo>
                  <a:pt x="49" y="1089"/>
                </a:lnTo>
                <a:lnTo>
                  <a:pt x="48" y="1089"/>
                </a:lnTo>
                <a:lnTo>
                  <a:pt x="48" y="1090"/>
                </a:lnTo>
                <a:lnTo>
                  <a:pt x="47" y="1090"/>
                </a:lnTo>
                <a:lnTo>
                  <a:pt x="46" y="1091"/>
                </a:lnTo>
                <a:lnTo>
                  <a:pt x="45" y="1091"/>
                </a:lnTo>
                <a:lnTo>
                  <a:pt x="44" y="1091"/>
                </a:lnTo>
                <a:lnTo>
                  <a:pt x="43" y="1090"/>
                </a:lnTo>
                <a:lnTo>
                  <a:pt x="42" y="1090"/>
                </a:lnTo>
                <a:lnTo>
                  <a:pt x="41" y="1090"/>
                </a:lnTo>
                <a:lnTo>
                  <a:pt x="40" y="1090"/>
                </a:lnTo>
                <a:lnTo>
                  <a:pt x="39" y="1090"/>
                </a:lnTo>
                <a:lnTo>
                  <a:pt x="38" y="1090"/>
                </a:lnTo>
                <a:lnTo>
                  <a:pt x="37" y="1089"/>
                </a:lnTo>
                <a:lnTo>
                  <a:pt x="37" y="1088"/>
                </a:lnTo>
                <a:lnTo>
                  <a:pt x="36" y="1087"/>
                </a:lnTo>
                <a:lnTo>
                  <a:pt x="36" y="1086"/>
                </a:lnTo>
                <a:lnTo>
                  <a:pt x="35" y="1086"/>
                </a:lnTo>
                <a:lnTo>
                  <a:pt x="34" y="1086"/>
                </a:lnTo>
                <a:lnTo>
                  <a:pt x="33" y="1086"/>
                </a:lnTo>
                <a:lnTo>
                  <a:pt x="32" y="1085"/>
                </a:lnTo>
                <a:lnTo>
                  <a:pt x="31" y="1085"/>
                </a:lnTo>
                <a:lnTo>
                  <a:pt x="30" y="1084"/>
                </a:lnTo>
                <a:lnTo>
                  <a:pt x="29" y="1084"/>
                </a:lnTo>
                <a:lnTo>
                  <a:pt x="28" y="1083"/>
                </a:lnTo>
                <a:lnTo>
                  <a:pt x="27" y="1083"/>
                </a:lnTo>
                <a:lnTo>
                  <a:pt x="27" y="1082"/>
                </a:lnTo>
                <a:lnTo>
                  <a:pt x="28" y="1081"/>
                </a:lnTo>
                <a:lnTo>
                  <a:pt x="28" y="1080"/>
                </a:lnTo>
                <a:lnTo>
                  <a:pt x="28" y="1079"/>
                </a:lnTo>
                <a:lnTo>
                  <a:pt x="27" y="1079"/>
                </a:lnTo>
                <a:lnTo>
                  <a:pt x="27" y="1078"/>
                </a:lnTo>
                <a:lnTo>
                  <a:pt x="27" y="1077"/>
                </a:lnTo>
                <a:lnTo>
                  <a:pt x="26" y="1077"/>
                </a:lnTo>
                <a:lnTo>
                  <a:pt x="25" y="1076"/>
                </a:lnTo>
                <a:lnTo>
                  <a:pt x="25" y="1075"/>
                </a:lnTo>
                <a:lnTo>
                  <a:pt x="25" y="1074"/>
                </a:lnTo>
                <a:lnTo>
                  <a:pt x="24" y="1073"/>
                </a:lnTo>
                <a:lnTo>
                  <a:pt x="24" y="1072"/>
                </a:lnTo>
                <a:lnTo>
                  <a:pt x="23" y="1071"/>
                </a:lnTo>
                <a:lnTo>
                  <a:pt x="23" y="1070"/>
                </a:lnTo>
                <a:lnTo>
                  <a:pt x="23" y="1069"/>
                </a:lnTo>
                <a:lnTo>
                  <a:pt x="23" y="1068"/>
                </a:lnTo>
                <a:lnTo>
                  <a:pt x="23" y="1067"/>
                </a:lnTo>
                <a:lnTo>
                  <a:pt x="24" y="1067"/>
                </a:lnTo>
                <a:lnTo>
                  <a:pt x="24" y="1066"/>
                </a:lnTo>
                <a:lnTo>
                  <a:pt x="24" y="1065"/>
                </a:lnTo>
                <a:lnTo>
                  <a:pt x="23" y="1064"/>
                </a:lnTo>
                <a:lnTo>
                  <a:pt x="23" y="1063"/>
                </a:lnTo>
                <a:lnTo>
                  <a:pt x="22" y="1062"/>
                </a:lnTo>
                <a:lnTo>
                  <a:pt x="22" y="1061"/>
                </a:lnTo>
                <a:lnTo>
                  <a:pt x="21" y="1061"/>
                </a:lnTo>
                <a:lnTo>
                  <a:pt x="21" y="1060"/>
                </a:lnTo>
                <a:lnTo>
                  <a:pt x="20" y="1060"/>
                </a:lnTo>
                <a:lnTo>
                  <a:pt x="20" y="1059"/>
                </a:lnTo>
                <a:lnTo>
                  <a:pt x="19" y="1058"/>
                </a:lnTo>
                <a:lnTo>
                  <a:pt x="18" y="1058"/>
                </a:lnTo>
                <a:lnTo>
                  <a:pt x="18" y="1056"/>
                </a:lnTo>
                <a:lnTo>
                  <a:pt x="18" y="1055"/>
                </a:lnTo>
                <a:lnTo>
                  <a:pt x="18" y="1054"/>
                </a:lnTo>
                <a:lnTo>
                  <a:pt x="19" y="1054"/>
                </a:lnTo>
                <a:lnTo>
                  <a:pt x="19" y="1053"/>
                </a:lnTo>
                <a:lnTo>
                  <a:pt x="20" y="1052"/>
                </a:lnTo>
                <a:lnTo>
                  <a:pt x="21" y="1051"/>
                </a:lnTo>
                <a:lnTo>
                  <a:pt x="21" y="1050"/>
                </a:lnTo>
                <a:lnTo>
                  <a:pt x="22" y="1049"/>
                </a:lnTo>
                <a:lnTo>
                  <a:pt x="23" y="1049"/>
                </a:lnTo>
                <a:lnTo>
                  <a:pt x="24" y="1049"/>
                </a:lnTo>
                <a:lnTo>
                  <a:pt x="24" y="1048"/>
                </a:lnTo>
                <a:lnTo>
                  <a:pt x="25" y="1049"/>
                </a:lnTo>
                <a:lnTo>
                  <a:pt x="26" y="1049"/>
                </a:lnTo>
                <a:lnTo>
                  <a:pt x="27" y="1049"/>
                </a:lnTo>
                <a:lnTo>
                  <a:pt x="28" y="1049"/>
                </a:lnTo>
                <a:lnTo>
                  <a:pt x="28" y="1050"/>
                </a:lnTo>
                <a:lnTo>
                  <a:pt x="28" y="1051"/>
                </a:lnTo>
                <a:lnTo>
                  <a:pt x="29" y="1051"/>
                </a:lnTo>
                <a:lnTo>
                  <a:pt x="30" y="1050"/>
                </a:lnTo>
                <a:lnTo>
                  <a:pt x="31" y="1048"/>
                </a:lnTo>
                <a:lnTo>
                  <a:pt x="31" y="1047"/>
                </a:lnTo>
                <a:lnTo>
                  <a:pt x="31" y="1046"/>
                </a:lnTo>
                <a:lnTo>
                  <a:pt x="31" y="1044"/>
                </a:lnTo>
                <a:lnTo>
                  <a:pt x="31" y="1043"/>
                </a:lnTo>
                <a:lnTo>
                  <a:pt x="31" y="1042"/>
                </a:lnTo>
                <a:lnTo>
                  <a:pt x="30" y="1042"/>
                </a:lnTo>
                <a:lnTo>
                  <a:pt x="30" y="1040"/>
                </a:lnTo>
                <a:lnTo>
                  <a:pt x="29" y="1039"/>
                </a:lnTo>
                <a:lnTo>
                  <a:pt x="28" y="1038"/>
                </a:lnTo>
                <a:lnTo>
                  <a:pt x="27" y="1039"/>
                </a:lnTo>
                <a:lnTo>
                  <a:pt x="26" y="1039"/>
                </a:lnTo>
                <a:lnTo>
                  <a:pt x="26" y="1040"/>
                </a:lnTo>
                <a:lnTo>
                  <a:pt x="25" y="1040"/>
                </a:lnTo>
                <a:lnTo>
                  <a:pt x="24" y="1040"/>
                </a:lnTo>
                <a:lnTo>
                  <a:pt x="23" y="1040"/>
                </a:lnTo>
                <a:lnTo>
                  <a:pt x="22" y="1040"/>
                </a:lnTo>
                <a:lnTo>
                  <a:pt x="21" y="1040"/>
                </a:lnTo>
                <a:lnTo>
                  <a:pt x="21" y="1039"/>
                </a:lnTo>
                <a:lnTo>
                  <a:pt x="21" y="1038"/>
                </a:lnTo>
                <a:lnTo>
                  <a:pt x="21" y="1037"/>
                </a:lnTo>
                <a:lnTo>
                  <a:pt x="20" y="1036"/>
                </a:lnTo>
                <a:lnTo>
                  <a:pt x="20" y="1035"/>
                </a:lnTo>
                <a:lnTo>
                  <a:pt x="19" y="1035"/>
                </a:lnTo>
                <a:lnTo>
                  <a:pt x="19" y="1033"/>
                </a:lnTo>
                <a:lnTo>
                  <a:pt x="20" y="1032"/>
                </a:lnTo>
                <a:lnTo>
                  <a:pt x="20" y="1031"/>
                </a:lnTo>
                <a:lnTo>
                  <a:pt x="19" y="1031"/>
                </a:lnTo>
                <a:lnTo>
                  <a:pt x="19" y="1030"/>
                </a:lnTo>
                <a:lnTo>
                  <a:pt x="19" y="1029"/>
                </a:lnTo>
                <a:lnTo>
                  <a:pt x="18" y="1029"/>
                </a:lnTo>
                <a:lnTo>
                  <a:pt x="17" y="1028"/>
                </a:lnTo>
                <a:lnTo>
                  <a:pt x="17" y="1027"/>
                </a:lnTo>
                <a:lnTo>
                  <a:pt x="16" y="1027"/>
                </a:lnTo>
                <a:lnTo>
                  <a:pt x="15" y="1027"/>
                </a:lnTo>
                <a:lnTo>
                  <a:pt x="14" y="1027"/>
                </a:lnTo>
                <a:lnTo>
                  <a:pt x="14" y="1026"/>
                </a:lnTo>
                <a:lnTo>
                  <a:pt x="14" y="1025"/>
                </a:lnTo>
                <a:lnTo>
                  <a:pt x="14" y="1024"/>
                </a:lnTo>
                <a:lnTo>
                  <a:pt x="14" y="1023"/>
                </a:lnTo>
                <a:lnTo>
                  <a:pt x="13" y="1023"/>
                </a:lnTo>
                <a:lnTo>
                  <a:pt x="13" y="1022"/>
                </a:lnTo>
                <a:lnTo>
                  <a:pt x="12" y="1021"/>
                </a:lnTo>
                <a:lnTo>
                  <a:pt x="12" y="1020"/>
                </a:lnTo>
                <a:lnTo>
                  <a:pt x="11" y="1019"/>
                </a:lnTo>
                <a:lnTo>
                  <a:pt x="11" y="1018"/>
                </a:lnTo>
                <a:lnTo>
                  <a:pt x="10" y="1018"/>
                </a:lnTo>
                <a:lnTo>
                  <a:pt x="9" y="1018"/>
                </a:lnTo>
                <a:lnTo>
                  <a:pt x="8" y="1018"/>
                </a:lnTo>
                <a:lnTo>
                  <a:pt x="7" y="1018"/>
                </a:lnTo>
                <a:lnTo>
                  <a:pt x="6" y="1017"/>
                </a:lnTo>
                <a:lnTo>
                  <a:pt x="6" y="1016"/>
                </a:lnTo>
                <a:lnTo>
                  <a:pt x="6" y="1015"/>
                </a:lnTo>
                <a:lnTo>
                  <a:pt x="4" y="1015"/>
                </a:lnTo>
                <a:lnTo>
                  <a:pt x="4" y="1014"/>
                </a:lnTo>
                <a:lnTo>
                  <a:pt x="5" y="1014"/>
                </a:lnTo>
                <a:lnTo>
                  <a:pt x="5" y="1013"/>
                </a:lnTo>
                <a:lnTo>
                  <a:pt x="5" y="1012"/>
                </a:lnTo>
                <a:lnTo>
                  <a:pt x="4" y="1011"/>
                </a:lnTo>
                <a:lnTo>
                  <a:pt x="4" y="1010"/>
                </a:lnTo>
                <a:lnTo>
                  <a:pt x="4" y="1009"/>
                </a:lnTo>
                <a:lnTo>
                  <a:pt x="5" y="1009"/>
                </a:lnTo>
                <a:lnTo>
                  <a:pt x="5" y="1008"/>
                </a:lnTo>
                <a:lnTo>
                  <a:pt x="5" y="1007"/>
                </a:lnTo>
                <a:lnTo>
                  <a:pt x="3" y="1005"/>
                </a:lnTo>
                <a:lnTo>
                  <a:pt x="1" y="1004"/>
                </a:lnTo>
                <a:lnTo>
                  <a:pt x="0" y="1004"/>
                </a:lnTo>
                <a:lnTo>
                  <a:pt x="1" y="1003"/>
                </a:lnTo>
                <a:lnTo>
                  <a:pt x="2" y="1003"/>
                </a:lnTo>
                <a:lnTo>
                  <a:pt x="4" y="1003"/>
                </a:lnTo>
                <a:lnTo>
                  <a:pt x="5" y="1003"/>
                </a:lnTo>
                <a:lnTo>
                  <a:pt x="7" y="1002"/>
                </a:lnTo>
                <a:lnTo>
                  <a:pt x="8" y="1001"/>
                </a:lnTo>
                <a:lnTo>
                  <a:pt x="8" y="1000"/>
                </a:lnTo>
                <a:lnTo>
                  <a:pt x="9" y="998"/>
                </a:lnTo>
                <a:lnTo>
                  <a:pt x="9" y="997"/>
                </a:lnTo>
                <a:lnTo>
                  <a:pt x="9" y="996"/>
                </a:lnTo>
                <a:lnTo>
                  <a:pt x="10" y="996"/>
                </a:lnTo>
                <a:lnTo>
                  <a:pt x="11" y="995"/>
                </a:lnTo>
                <a:lnTo>
                  <a:pt x="12" y="994"/>
                </a:lnTo>
                <a:lnTo>
                  <a:pt x="13" y="994"/>
                </a:lnTo>
                <a:lnTo>
                  <a:pt x="14" y="995"/>
                </a:lnTo>
                <a:lnTo>
                  <a:pt x="16" y="995"/>
                </a:lnTo>
                <a:lnTo>
                  <a:pt x="18" y="995"/>
                </a:lnTo>
                <a:lnTo>
                  <a:pt x="20" y="996"/>
                </a:lnTo>
                <a:lnTo>
                  <a:pt x="23" y="996"/>
                </a:lnTo>
                <a:lnTo>
                  <a:pt x="25" y="995"/>
                </a:lnTo>
                <a:lnTo>
                  <a:pt x="26" y="995"/>
                </a:lnTo>
                <a:lnTo>
                  <a:pt x="28" y="995"/>
                </a:lnTo>
                <a:lnTo>
                  <a:pt x="30" y="995"/>
                </a:lnTo>
                <a:lnTo>
                  <a:pt x="32" y="994"/>
                </a:lnTo>
                <a:lnTo>
                  <a:pt x="33" y="994"/>
                </a:lnTo>
                <a:lnTo>
                  <a:pt x="33" y="993"/>
                </a:lnTo>
                <a:lnTo>
                  <a:pt x="34" y="992"/>
                </a:lnTo>
                <a:lnTo>
                  <a:pt x="34" y="991"/>
                </a:lnTo>
                <a:lnTo>
                  <a:pt x="35" y="990"/>
                </a:lnTo>
                <a:lnTo>
                  <a:pt x="35" y="989"/>
                </a:lnTo>
                <a:lnTo>
                  <a:pt x="36" y="989"/>
                </a:lnTo>
                <a:lnTo>
                  <a:pt x="36" y="988"/>
                </a:lnTo>
                <a:lnTo>
                  <a:pt x="35" y="987"/>
                </a:lnTo>
                <a:lnTo>
                  <a:pt x="36" y="986"/>
                </a:lnTo>
                <a:lnTo>
                  <a:pt x="37" y="986"/>
                </a:lnTo>
                <a:lnTo>
                  <a:pt x="37" y="985"/>
                </a:lnTo>
                <a:lnTo>
                  <a:pt x="38" y="985"/>
                </a:lnTo>
                <a:lnTo>
                  <a:pt x="38" y="984"/>
                </a:lnTo>
                <a:lnTo>
                  <a:pt x="38" y="982"/>
                </a:lnTo>
                <a:lnTo>
                  <a:pt x="39" y="982"/>
                </a:lnTo>
                <a:lnTo>
                  <a:pt x="41" y="982"/>
                </a:lnTo>
                <a:lnTo>
                  <a:pt x="41" y="981"/>
                </a:lnTo>
                <a:lnTo>
                  <a:pt x="41" y="980"/>
                </a:lnTo>
                <a:lnTo>
                  <a:pt x="41" y="979"/>
                </a:lnTo>
                <a:lnTo>
                  <a:pt x="41" y="978"/>
                </a:lnTo>
                <a:lnTo>
                  <a:pt x="40" y="977"/>
                </a:lnTo>
                <a:lnTo>
                  <a:pt x="40" y="976"/>
                </a:lnTo>
                <a:lnTo>
                  <a:pt x="40" y="975"/>
                </a:lnTo>
                <a:lnTo>
                  <a:pt x="39" y="974"/>
                </a:lnTo>
                <a:lnTo>
                  <a:pt x="39" y="973"/>
                </a:lnTo>
                <a:lnTo>
                  <a:pt x="39" y="972"/>
                </a:lnTo>
                <a:lnTo>
                  <a:pt x="39" y="971"/>
                </a:lnTo>
                <a:lnTo>
                  <a:pt x="38" y="970"/>
                </a:lnTo>
                <a:lnTo>
                  <a:pt x="38" y="969"/>
                </a:lnTo>
                <a:lnTo>
                  <a:pt x="38" y="968"/>
                </a:lnTo>
                <a:lnTo>
                  <a:pt x="37" y="968"/>
                </a:lnTo>
                <a:lnTo>
                  <a:pt x="37" y="967"/>
                </a:lnTo>
                <a:lnTo>
                  <a:pt x="36" y="967"/>
                </a:lnTo>
                <a:lnTo>
                  <a:pt x="36" y="966"/>
                </a:lnTo>
                <a:lnTo>
                  <a:pt x="35" y="966"/>
                </a:lnTo>
                <a:lnTo>
                  <a:pt x="34" y="966"/>
                </a:lnTo>
                <a:lnTo>
                  <a:pt x="34" y="965"/>
                </a:lnTo>
                <a:lnTo>
                  <a:pt x="33" y="965"/>
                </a:lnTo>
                <a:lnTo>
                  <a:pt x="32" y="965"/>
                </a:lnTo>
                <a:lnTo>
                  <a:pt x="32" y="966"/>
                </a:lnTo>
                <a:lnTo>
                  <a:pt x="31" y="966"/>
                </a:lnTo>
                <a:lnTo>
                  <a:pt x="31" y="965"/>
                </a:lnTo>
                <a:lnTo>
                  <a:pt x="31" y="963"/>
                </a:lnTo>
                <a:lnTo>
                  <a:pt x="31" y="961"/>
                </a:lnTo>
                <a:lnTo>
                  <a:pt x="31" y="959"/>
                </a:lnTo>
                <a:lnTo>
                  <a:pt x="32" y="958"/>
                </a:lnTo>
                <a:lnTo>
                  <a:pt x="33" y="957"/>
                </a:lnTo>
                <a:lnTo>
                  <a:pt x="34" y="956"/>
                </a:lnTo>
                <a:lnTo>
                  <a:pt x="35" y="955"/>
                </a:lnTo>
                <a:lnTo>
                  <a:pt x="36" y="955"/>
                </a:lnTo>
                <a:lnTo>
                  <a:pt x="36" y="954"/>
                </a:lnTo>
                <a:lnTo>
                  <a:pt x="37" y="954"/>
                </a:lnTo>
                <a:lnTo>
                  <a:pt x="38" y="954"/>
                </a:lnTo>
                <a:lnTo>
                  <a:pt x="38" y="953"/>
                </a:lnTo>
                <a:lnTo>
                  <a:pt x="38" y="952"/>
                </a:lnTo>
                <a:lnTo>
                  <a:pt x="38" y="951"/>
                </a:lnTo>
                <a:lnTo>
                  <a:pt x="38" y="950"/>
                </a:lnTo>
                <a:lnTo>
                  <a:pt x="37" y="949"/>
                </a:lnTo>
                <a:lnTo>
                  <a:pt x="37" y="948"/>
                </a:lnTo>
                <a:lnTo>
                  <a:pt x="38" y="947"/>
                </a:lnTo>
                <a:lnTo>
                  <a:pt x="39" y="946"/>
                </a:lnTo>
                <a:lnTo>
                  <a:pt x="39" y="945"/>
                </a:lnTo>
                <a:lnTo>
                  <a:pt x="40" y="944"/>
                </a:lnTo>
                <a:lnTo>
                  <a:pt x="41" y="944"/>
                </a:lnTo>
                <a:lnTo>
                  <a:pt x="42" y="942"/>
                </a:lnTo>
                <a:lnTo>
                  <a:pt x="43" y="941"/>
                </a:lnTo>
                <a:lnTo>
                  <a:pt x="43" y="940"/>
                </a:lnTo>
                <a:lnTo>
                  <a:pt x="43" y="939"/>
                </a:lnTo>
                <a:lnTo>
                  <a:pt x="42" y="939"/>
                </a:lnTo>
                <a:lnTo>
                  <a:pt x="41" y="939"/>
                </a:lnTo>
                <a:lnTo>
                  <a:pt x="40" y="939"/>
                </a:lnTo>
                <a:lnTo>
                  <a:pt x="40" y="938"/>
                </a:lnTo>
                <a:lnTo>
                  <a:pt x="42" y="937"/>
                </a:lnTo>
                <a:lnTo>
                  <a:pt x="44" y="936"/>
                </a:lnTo>
                <a:lnTo>
                  <a:pt x="45" y="936"/>
                </a:lnTo>
                <a:lnTo>
                  <a:pt x="46" y="935"/>
                </a:lnTo>
                <a:lnTo>
                  <a:pt x="46" y="933"/>
                </a:lnTo>
                <a:lnTo>
                  <a:pt x="46" y="932"/>
                </a:lnTo>
                <a:lnTo>
                  <a:pt x="47" y="931"/>
                </a:lnTo>
                <a:lnTo>
                  <a:pt x="49" y="931"/>
                </a:lnTo>
                <a:lnTo>
                  <a:pt x="50" y="931"/>
                </a:lnTo>
                <a:lnTo>
                  <a:pt x="51" y="932"/>
                </a:lnTo>
                <a:lnTo>
                  <a:pt x="52" y="932"/>
                </a:lnTo>
                <a:lnTo>
                  <a:pt x="53" y="932"/>
                </a:lnTo>
                <a:lnTo>
                  <a:pt x="54" y="932"/>
                </a:lnTo>
                <a:lnTo>
                  <a:pt x="55" y="932"/>
                </a:lnTo>
                <a:lnTo>
                  <a:pt x="56" y="930"/>
                </a:lnTo>
                <a:lnTo>
                  <a:pt x="57" y="930"/>
                </a:lnTo>
                <a:lnTo>
                  <a:pt x="58" y="929"/>
                </a:lnTo>
                <a:lnTo>
                  <a:pt x="60" y="929"/>
                </a:lnTo>
                <a:lnTo>
                  <a:pt x="62" y="928"/>
                </a:lnTo>
                <a:lnTo>
                  <a:pt x="63" y="928"/>
                </a:lnTo>
                <a:lnTo>
                  <a:pt x="64" y="928"/>
                </a:lnTo>
                <a:lnTo>
                  <a:pt x="66" y="928"/>
                </a:lnTo>
                <a:lnTo>
                  <a:pt x="68" y="927"/>
                </a:lnTo>
                <a:lnTo>
                  <a:pt x="69" y="927"/>
                </a:lnTo>
                <a:lnTo>
                  <a:pt x="69" y="928"/>
                </a:lnTo>
                <a:lnTo>
                  <a:pt x="70" y="928"/>
                </a:lnTo>
                <a:lnTo>
                  <a:pt x="70" y="929"/>
                </a:lnTo>
                <a:lnTo>
                  <a:pt x="70" y="930"/>
                </a:lnTo>
                <a:lnTo>
                  <a:pt x="71" y="930"/>
                </a:lnTo>
                <a:lnTo>
                  <a:pt x="72" y="930"/>
                </a:lnTo>
                <a:lnTo>
                  <a:pt x="72" y="929"/>
                </a:lnTo>
                <a:lnTo>
                  <a:pt x="73" y="929"/>
                </a:lnTo>
                <a:lnTo>
                  <a:pt x="74" y="930"/>
                </a:lnTo>
                <a:lnTo>
                  <a:pt x="75" y="930"/>
                </a:lnTo>
                <a:lnTo>
                  <a:pt x="76" y="930"/>
                </a:lnTo>
                <a:lnTo>
                  <a:pt x="76" y="931"/>
                </a:lnTo>
                <a:lnTo>
                  <a:pt x="77" y="931"/>
                </a:lnTo>
                <a:lnTo>
                  <a:pt x="78" y="930"/>
                </a:lnTo>
                <a:lnTo>
                  <a:pt x="81" y="928"/>
                </a:lnTo>
                <a:lnTo>
                  <a:pt x="83" y="927"/>
                </a:lnTo>
                <a:lnTo>
                  <a:pt x="85" y="926"/>
                </a:lnTo>
                <a:lnTo>
                  <a:pt x="86" y="925"/>
                </a:lnTo>
                <a:lnTo>
                  <a:pt x="87" y="923"/>
                </a:lnTo>
                <a:lnTo>
                  <a:pt x="89" y="922"/>
                </a:lnTo>
                <a:lnTo>
                  <a:pt x="91" y="920"/>
                </a:lnTo>
                <a:lnTo>
                  <a:pt x="93" y="919"/>
                </a:lnTo>
                <a:lnTo>
                  <a:pt x="94" y="918"/>
                </a:lnTo>
                <a:lnTo>
                  <a:pt x="95" y="918"/>
                </a:lnTo>
                <a:lnTo>
                  <a:pt x="96" y="916"/>
                </a:lnTo>
                <a:lnTo>
                  <a:pt x="97" y="915"/>
                </a:lnTo>
                <a:lnTo>
                  <a:pt x="98" y="913"/>
                </a:lnTo>
                <a:lnTo>
                  <a:pt x="100" y="912"/>
                </a:lnTo>
                <a:lnTo>
                  <a:pt x="101" y="912"/>
                </a:lnTo>
                <a:lnTo>
                  <a:pt x="102" y="912"/>
                </a:lnTo>
                <a:lnTo>
                  <a:pt x="103" y="912"/>
                </a:lnTo>
                <a:lnTo>
                  <a:pt x="104" y="913"/>
                </a:lnTo>
                <a:lnTo>
                  <a:pt x="105" y="913"/>
                </a:lnTo>
                <a:lnTo>
                  <a:pt x="105" y="912"/>
                </a:lnTo>
                <a:lnTo>
                  <a:pt x="107" y="911"/>
                </a:lnTo>
                <a:lnTo>
                  <a:pt x="107" y="910"/>
                </a:lnTo>
                <a:lnTo>
                  <a:pt x="108" y="909"/>
                </a:lnTo>
                <a:lnTo>
                  <a:pt x="109" y="907"/>
                </a:lnTo>
                <a:lnTo>
                  <a:pt x="108" y="906"/>
                </a:lnTo>
                <a:lnTo>
                  <a:pt x="109" y="905"/>
                </a:lnTo>
                <a:lnTo>
                  <a:pt x="110" y="905"/>
                </a:lnTo>
                <a:lnTo>
                  <a:pt x="113" y="905"/>
                </a:lnTo>
                <a:lnTo>
                  <a:pt x="114" y="905"/>
                </a:lnTo>
                <a:lnTo>
                  <a:pt x="116" y="905"/>
                </a:lnTo>
                <a:lnTo>
                  <a:pt x="118" y="905"/>
                </a:lnTo>
                <a:lnTo>
                  <a:pt x="120" y="905"/>
                </a:lnTo>
                <a:lnTo>
                  <a:pt x="121" y="906"/>
                </a:lnTo>
                <a:lnTo>
                  <a:pt x="123" y="907"/>
                </a:lnTo>
                <a:lnTo>
                  <a:pt x="124" y="907"/>
                </a:lnTo>
                <a:lnTo>
                  <a:pt x="125" y="906"/>
                </a:lnTo>
                <a:lnTo>
                  <a:pt x="126" y="906"/>
                </a:lnTo>
                <a:lnTo>
                  <a:pt x="127" y="906"/>
                </a:lnTo>
                <a:lnTo>
                  <a:pt x="127" y="905"/>
                </a:lnTo>
                <a:lnTo>
                  <a:pt x="127" y="904"/>
                </a:lnTo>
                <a:lnTo>
                  <a:pt x="125" y="903"/>
                </a:lnTo>
                <a:lnTo>
                  <a:pt x="123" y="902"/>
                </a:lnTo>
                <a:lnTo>
                  <a:pt x="123" y="900"/>
                </a:lnTo>
                <a:lnTo>
                  <a:pt x="121" y="899"/>
                </a:lnTo>
                <a:lnTo>
                  <a:pt x="120" y="898"/>
                </a:lnTo>
                <a:lnTo>
                  <a:pt x="118" y="896"/>
                </a:lnTo>
                <a:lnTo>
                  <a:pt x="117" y="896"/>
                </a:lnTo>
                <a:lnTo>
                  <a:pt x="117" y="895"/>
                </a:lnTo>
                <a:lnTo>
                  <a:pt x="117" y="894"/>
                </a:lnTo>
                <a:lnTo>
                  <a:pt x="118" y="894"/>
                </a:lnTo>
                <a:lnTo>
                  <a:pt x="119" y="893"/>
                </a:lnTo>
                <a:lnTo>
                  <a:pt x="119" y="892"/>
                </a:lnTo>
                <a:lnTo>
                  <a:pt x="119" y="890"/>
                </a:lnTo>
                <a:lnTo>
                  <a:pt x="119" y="889"/>
                </a:lnTo>
                <a:lnTo>
                  <a:pt x="120" y="888"/>
                </a:lnTo>
                <a:lnTo>
                  <a:pt x="121" y="887"/>
                </a:lnTo>
                <a:lnTo>
                  <a:pt x="122" y="887"/>
                </a:lnTo>
                <a:lnTo>
                  <a:pt x="123" y="888"/>
                </a:lnTo>
                <a:lnTo>
                  <a:pt x="124" y="888"/>
                </a:lnTo>
                <a:lnTo>
                  <a:pt x="126" y="889"/>
                </a:lnTo>
                <a:lnTo>
                  <a:pt x="127" y="889"/>
                </a:lnTo>
                <a:lnTo>
                  <a:pt x="128" y="890"/>
                </a:lnTo>
                <a:lnTo>
                  <a:pt x="129" y="891"/>
                </a:lnTo>
                <a:lnTo>
                  <a:pt x="130" y="892"/>
                </a:lnTo>
                <a:lnTo>
                  <a:pt x="132" y="892"/>
                </a:lnTo>
                <a:lnTo>
                  <a:pt x="132" y="893"/>
                </a:lnTo>
                <a:lnTo>
                  <a:pt x="133" y="894"/>
                </a:lnTo>
                <a:lnTo>
                  <a:pt x="134" y="894"/>
                </a:lnTo>
                <a:lnTo>
                  <a:pt x="135" y="894"/>
                </a:lnTo>
                <a:lnTo>
                  <a:pt x="136" y="893"/>
                </a:lnTo>
                <a:lnTo>
                  <a:pt x="137" y="893"/>
                </a:lnTo>
                <a:lnTo>
                  <a:pt x="139" y="894"/>
                </a:lnTo>
                <a:lnTo>
                  <a:pt x="140" y="895"/>
                </a:lnTo>
                <a:lnTo>
                  <a:pt x="142" y="895"/>
                </a:lnTo>
                <a:lnTo>
                  <a:pt x="144" y="895"/>
                </a:lnTo>
                <a:lnTo>
                  <a:pt x="145" y="895"/>
                </a:lnTo>
                <a:lnTo>
                  <a:pt x="147" y="893"/>
                </a:lnTo>
                <a:lnTo>
                  <a:pt x="148" y="893"/>
                </a:lnTo>
                <a:lnTo>
                  <a:pt x="149" y="893"/>
                </a:lnTo>
                <a:lnTo>
                  <a:pt x="150" y="893"/>
                </a:lnTo>
                <a:lnTo>
                  <a:pt x="150" y="894"/>
                </a:lnTo>
                <a:lnTo>
                  <a:pt x="153" y="894"/>
                </a:lnTo>
                <a:lnTo>
                  <a:pt x="154" y="895"/>
                </a:lnTo>
                <a:lnTo>
                  <a:pt x="156" y="895"/>
                </a:lnTo>
                <a:lnTo>
                  <a:pt x="157" y="894"/>
                </a:lnTo>
                <a:lnTo>
                  <a:pt x="158" y="893"/>
                </a:lnTo>
                <a:lnTo>
                  <a:pt x="158" y="892"/>
                </a:lnTo>
                <a:lnTo>
                  <a:pt x="159" y="892"/>
                </a:lnTo>
                <a:lnTo>
                  <a:pt x="159" y="891"/>
                </a:lnTo>
                <a:lnTo>
                  <a:pt x="160" y="891"/>
                </a:lnTo>
                <a:lnTo>
                  <a:pt x="161" y="891"/>
                </a:lnTo>
                <a:lnTo>
                  <a:pt x="162" y="890"/>
                </a:lnTo>
                <a:lnTo>
                  <a:pt x="163" y="889"/>
                </a:lnTo>
                <a:lnTo>
                  <a:pt x="163" y="888"/>
                </a:lnTo>
                <a:lnTo>
                  <a:pt x="164" y="887"/>
                </a:lnTo>
                <a:lnTo>
                  <a:pt x="166" y="886"/>
                </a:lnTo>
                <a:lnTo>
                  <a:pt x="167" y="886"/>
                </a:lnTo>
                <a:lnTo>
                  <a:pt x="170" y="884"/>
                </a:lnTo>
                <a:lnTo>
                  <a:pt x="172" y="884"/>
                </a:lnTo>
                <a:lnTo>
                  <a:pt x="173" y="883"/>
                </a:lnTo>
                <a:lnTo>
                  <a:pt x="174" y="883"/>
                </a:lnTo>
                <a:lnTo>
                  <a:pt x="175" y="882"/>
                </a:lnTo>
                <a:lnTo>
                  <a:pt x="176" y="881"/>
                </a:lnTo>
                <a:lnTo>
                  <a:pt x="177" y="880"/>
                </a:lnTo>
                <a:lnTo>
                  <a:pt x="178" y="879"/>
                </a:lnTo>
                <a:lnTo>
                  <a:pt x="180" y="877"/>
                </a:lnTo>
                <a:lnTo>
                  <a:pt x="182" y="876"/>
                </a:lnTo>
                <a:lnTo>
                  <a:pt x="184" y="874"/>
                </a:lnTo>
                <a:lnTo>
                  <a:pt x="185" y="874"/>
                </a:lnTo>
                <a:lnTo>
                  <a:pt x="188" y="873"/>
                </a:lnTo>
                <a:lnTo>
                  <a:pt x="189" y="873"/>
                </a:lnTo>
                <a:lnTo>
                  <a:pt x="190" y="874"/>
                </a:lnTo>
                <a:lnTo>
                  <a:pt x="191" y="874"/>
                </a:lnTo>
                <a:lnTo>
                  <a:pt x="191" y="875"/>
                </a:lnTo>
                <a:lnTo>
                  <a:pt x="191" y="876"/>
                </a:lnTo>
                <a:lnTo>
                  <a:pt x="192" y="876"/>
                </a:lnTo>
                <a:lnTo>
                  <a:pt x="192" y="877"/>
                </a:lnTo>
                <a:lnTo>
                  <a:pt x="192" y="878"/>
                </a:lnTo>
                <a:lnTo>
                  <a:pt x="192" y="879"/>
                </a:lnTo>
                <a:lnTo>
                  <a:pt x="192" y="881"/>
                </a:lnTo>
                <a:lnTo>
                  <a:pt x="192" y="883"/>
                </a:lnTo>
                <a:lnTo>
                  <a:pt x="192" y="884"/>
                </a:lnTo>
                <a:lnTo>
                  <a:pt x="192" y="885"/>
                </a:lnTo>
                <a:lnTo>
                  <a:pt x="193" y="886"/>
                </a:lnTo>
                <a:lnTo>
                  <a:pt x="193" y="887"/>
                </a:lnTo>
                <a:lnTo>
                  <a:pt x="194" y="888"/>
                </a:lnTo>
                <a:lnTo>
                  <a:pt x="195" y="889"/>
                </a:lnTo>
                <a:lnTo>
                  <a:pt x="196" y="889"/>
                </a:lnTo>
                <a:lnTo>
                  <a:pt x="197" y="889"/>
                </a:lnTo>
                <a:lnTo>
                  <a:pt x="198" y="890"/>
                </a:lnTo>
                <a:lnTo>
                  <a:pt x="199" y="891"/>
                </a:lnTo>
                <a:lnTo>
                  <a:pt x="200" y="891"/>
                </a:lnTo>
                <a:lnTo>
                  <a:pt x="201" y="892"/>
                </a:lnTo>
                <a:lnTo>
                  <a:pt x="201" y="893"/>
                </a:lnTo>
                <a:lnTo>
                  <a:pt x="200" y="893"/>
                </a:lnTo>
                <a:lnTo>
                  <a:pt x="200" y="894"/>
                </a:lnTo>
                <a:lnTo>
                  <a:pt x="200" y="895"/>
                </a:lnTo>
                <a:lnTo>
                  <a:pt x="199" y="896"/>
                </a:lnTo>
                <a:lnTo>
                  <a:pt x="198" y="896"/>
                </a:lnTo>
                <a:lnTo>
                  <a:pt x="198" y="897"/>
                </a:lnTo>
                <a:lnTo>
                  <a:pt x="197" y="897"/>
                </a:lnTo>
                <a:lnTo>
                  <a:pt x="197" y="898"/>
                </a:lnTo>
                <a:lnTo>
                  <a:pt x="197" y="899"/>
                </a:lnTo>
                <a:lnTo>
                  <a:pt x="196" y="899"/>
                </a:lnTo>
                <a:lnTo>
                  <a:pt x="196" y="900"/>
                </a:lnTo>
                <a:lnTo>
                  <a:pt x="196" y="902"/>
                </a:lnTo>
                <a:lnTo>
                  <a:pt x="196" y="903"/>
                </a:lnTo>
                <a:lnTo>
                  <a:pt x="195" y="903"/>
                </a:lnTo>
                <a:lnTo>
                  <a:pt x="196" y="904"/>
                </a:lnTo>
                <a:lnTo>
                  <a:pt x="197" y="905"/>
                </a:lnTo>
                <a:lnTo>
                  <a:pt x="197" y="906"/>
                </a:lnTo>
                <a:lnTo>
                  <a:pt x="198" y="908"/>
                </a:lnTo>
                <a:lnTo>
                  <a:pt x="199" y="908"/>
                </a:lnTo>
                <a:lnTo>
                  <a:pt x="199" y="909"/>
                </a:lnTo>
                <a:lnTo>
                  <a:pt x="198" y="910"/>
                </a:lnTo>
                <a:lnTo>
                  <a:pt x="198" y="911"/>
                </a:lnTo>
                <a:lnTo>
                  <a:pt x="199" y="911"/>
                </a:lnTo>
                <a:lnTo>
                  <a:pt x="199" y="912"/>
                </a:lnTo>
                <a:lnTo>
                  <a:pt x="199" y="911"/>
                </a:lnTo>
                <a:lnTo>
                  <a:pt x="200" y="911"/>
                </a:lnTo>
                <a:lnTo>
                  <a:pt x="201" y="911"/>
                </a:lnTo>
                <a:lnTo>
                  <a:pt x="202" y="910"/>
                </a:lnTo>
                <a:lnTo>
                  <a:pt x="203" y="910"/>
                </a:lnTo>
                <a:lnTo>
                  <a:pt x="204" y="909"/>
                </a:lnTo>
                <a:lnTo>
                  <a:pt x="205" y="909"/>
                </a:lnTo>
                <a:lnTo>
                  <a:pt x="205" y="910"/>
                </a:lnTo>
                <a:lnTo>
                  <a:pt x="206" y="910"/>
                </a:lnTo>
                <a:lnTo>
                  <a:pt x="207" y="909"/>
                </a:lnTo>
                <a:lnTo>
                  <a:pt x="209" y="908"/>
                </a:lnTo>
                <a:lnTo>
                  <a:pt x="210" y="907"/>
                </a:lnTo>
                <a:lnTo>
                  <a:pt x="210" y="908"/>
                </a:lnTo>
                <a:lnTo>
                  <a:pt x="211" y="908"/>
                </a:lnTo>
                <a:lnTo>
                  <a:pt x="212" y="909"/>
                </a:lnTo>
                <a:lnTo>
                  <a:pt x="213" y="909"/>
                </a:lnTo>
                <a:lnTo>
                  <a:pt x="214" y="908"/>
                </a:lnTo>
                <a:lnTo>
                  <a:pt x="215" y="909"/>
                </a:lnTo>
                <a:lnTo>
                  <a:pt x="216" y="909"/>
                </a:lnTo>
                <a:lnTo>
                  <a:pt x="217" y="909"/>
                </a:lnTo>
                <a:lnTo>
                  <a:pt x="218" y="910"/>
                </a:lnTo>
                <a:lnTo>
                  <a:pt x="219" y="910"/>
                </a:lnTo>
                <a:lnTo>
                  <a:pt x="219" y="909"/>
                </a:lnTo>
                <a:lnTo>
                  <a:pt x="219" y="908"/>
                </a:lnTo>
                <a:lnTo>
                  <a:pt x="219" y="907"/>
                </a:lnTo>
                <a:lnTo>
                  <a:pt x="219" y="906"/>
                </a:lnTo>
                <a:lnTo>
                  <a:pt x="220" y="905"/>
                </a:lnTo>
                <a:lnTo>
                  <a:pt x="221" y="904"/>
                </a:lnTo>
                <a:lnTo>
                  <a:pt x="222" y="904"/>
                </a:lnTo>
                <a:lnTo>
                  <a:pt x="222" y="903"/>
                </a:lnTo>
                <a:lnTo>
                  <a:pt x="221" y="902"/>
                </a:lnTo>
                <a:lnTo>
                  <a:pt x="222" y="902"/>
                </a:lnTo>
                <a:lnTo>
                  <a:pt x="223" y="902"/>
                </a:lnTo>
                <a:lnTo>
                  <a:pt x="224" y="901"/>
                </a:lnTo>
                <a:lnTo>
                  <a:pt x="225" y="902"/>
                </a:lnTo>
                <a:lnTo>
                  <a:pt x="226" y="903"/>
                </a:lnTo>
                <a:lnTo>
                  <a:pt x="227" y="903"/>
                </a:lnTo>
                <a:lnTo>
                  <a:pt x="227" y="904"/>
                </a:lnTo>
                <a:lnTo>
                  <a:pt x="228" y="904"/>
                </a:lnTo>
                <a:lnTo>
                  <a:pt x="229" y="904"/>
                </a:lnTo>
                <a:lnTo>
                  <a:pt x="230" y="904"/>
                </a:lnTo>
                <a:lnTo>
                  <a:pt x="230" y="903"/>
                </a:lnTo>
                <a:lnTo>
                  <a:pt x="229" y="903"/>
                </a:lnTo>
                <a:lnTo>
                  <a:pt x="229" y="902"/>
                </a:lnTo>
                <a:lnTo>
                  <a:pt x="229" y="901"/>
                </a:lnTo>
                <a:lnTo>
                  <a:pt x="230" y="900"/>
                </a:lnTo>
                <a:lnTo>
                  <a:pt x="231" y="900"/>
                </a:lnTo>
                <a:lnTo>
                  <a:pt x="232" y="900"/>
                </a:lnTo>
                <a:lnTo>
                  <a:pt x="233" y="900"/>
                </a:lnTo>
                <a:lnTo>
                  <a:pt x="234" y="900"/>
                </a:lnTo>
                <a:lnTo>
                  <a:pt x="235" y="900"/>
                </a:lnTo>
                <a:lnTo>
                  <a:pt x="236" y="900"/>
                </a:lnTo>
                <a:lnTo>
                  <a:pt x="237" y="900"/>
                </a:lnTo>
                <a:lnTo>
                  <a:pt x="238" y="900"/>
                </a:lnTo>
                <a:lnTo>
                  <a:pt x="240" y="901"/>
                </a:lnTo>
                <a:lnTo>
                  <a:pt x="241" y="901"/>
                </a:lnTo>
                <a:lnTo>
                  <a:pt x="242" y="901"/>
                </a:lnTo>
                <a:lnTo>
                  <a:pt x="243" y="901"/>
                </a:lnTo>
                <a:lnTo>
                  <a:pt x="244" y="900"/>
                </a:lnTo>
                <a:lnTo>
                  <a:pt x="245" y="899"/>
                </a:lnTo>
                <a:lnTo>
                  <a:pt x="247" y="898"/>
                </a:lnTo>
                <a:lnTo>
                  <a:pt x="248" y="897"/>
                </a:lnTo>
                <a:lnTo>
                  <a:pt x="249" y="897"/>
                </a:lnTo>
                <a:lnTo>
                  <a:pt x="250" y="895"/>
                </a:lnTo>
                <a:lnTo>
                  <a:pt x="251" y="896"/>
                </a:lnTo>
                <a:lnTo>
                  <a:pt x="251" y="897"/>
                </a:lnTo>
                <a:lnTo>
                  <a:pt x="251" y="898"/>
                </a:lnTo>
                <a:lnTo>
                  <a:pt x="251" y="899"/>
                </a:lnTo>
                <a:lnTo>
                  <a:pt x="252" y="899"/>
                </a:lnTo>
                <a:lnTo>
                  <a:pt x="253" y="899"/>
                </a:lnTo>
                <a:lnTo>
                  <a:pt x="254" y="899"/>
                </a:lnTo>
                <a:lnTo>
                  <a:pt x="254" y="900"/>
                </a:lnTo>
                <a:lnTo>
                  <a:pt x="255" y="900"/>
                </a:lnTo>
                <a:lnTo>
                  <a:pt x="255" y="901"/>
                </a:lnTo>
                <a:lnTo>
                  <a:pt x="255" y="902"/>
                </a:lnTo>
                <a:lnTo>
                  <a:pt x="254" y="903"/>
                </a:lnTo>
                <a:lnTo>
                  <a:pt x="255" y="903"/>
                </a:lnTo>
                <a:lnTo>
                  <a:pt x="255" y="905"/>
                </a:lnTo>
                <a:lnTo>
                  <a:pt x="256" y="905"/>
                </a:lnTo>
                <a:lnTo>
                  <a:pt x="256" y="906"/>
                </a:lnTo>
                <a:lnTo>
                  <a:pt x="256" y="905"/>
                </a:lnTo>
                <a:lnTo>
                  <a:pt x="257" y="905"/>
                </a:lnTo>
                <a:lnTo>
                  <a:pt x="257" y="904"/>
                </a:lnTo>
                <a:lnTo>
                  <a:pt x="257" y="903"/>
                </a:lnTo>
                <a:lnTo>
                  <a:pt x="258" y="902"/>
                </a:lnTo>
                <a:lnTo>
                  <a:pt x="258" y="901"/>
                </a:lnTo>
                <a:lnTo>
                  <a:pt x="259" y="901"/>
                </a:lnTo>
                <a:lnTo>
                  <a:pt x="260" y="901"/>
                </a:lnTo>
                <a:lnTo>
                  <a:pt x="260" y="902"/>
                </a:lnTo>
                <a:lnTo>
                  <a:pt x="261" y="902"/>
                </a:lnTo>
                <a:lnTo>
                  <a:pt x="262" y="901"/>
                </a:lnTo>
                <a:lnTo>
                  <a:pt x="263" y="901"/>
                </a:lnTo>
                <a:lnTo>
                  <a:pt x="264" y="901"/>
                </a:lnTo>
                <a:lnTo>
                  <a:pt x="265" y="900"/>
                </a:lnTo>
                <a:lnTo>
                  <a:pt x="267" y="899"/>
                </a:lnTo>
                <a:lnTo>
                  <a:pt x="267" y="898"/>
                </a:lnTo>
                <a:lnTo>
                  <a:pt x="268" y="897"/>
                </a:lnTo>
                <a:lnTo>
                  <a:pt x="270" y="897"/>
                </a:lnTo>
                <a:lnTo>
                  <a:pt x="271" y="897"/>
                </a:lnTo>
                <a:lnTo>
                  <a:pt x="271" y="896"/>
                </a:lnTo>
                <a:lnTo>
                  <a:pt x="271" y="895"/>
                </a:lnTo>
                <a:lnTo>
                  <a:pt x="272" y="895"/>
                </a:lnTo>
                <a:lnTo>
                  <a:pt x="273" y="894"/>
                </a:lnTo>
                <a:lnTo>
                  <a:pt x="274" y="893"/>
                </a:lnTo>
                <a:lnTo>
                  <a:pt x="274" y="892"/>
                </a:lnTo>
                <a:lnTo>
                  <a:pt x="274" y="890"/>
                </a:lnTo>
                <a:lnTo>
                  <a:pt x="274" y="889"/>
                </a:lnTo>
                <a:lnTo>
                  <a:pt x="274" y="888"/>
                </a:lnTo>
                <a:lnTo>
                  <a:pt x="275" y="886"/>
                </a:lnTo>
                <a:lnTo>
                  <a:pt x="275" y="885"/>
                </a:lnTo>
                <a:lnTo>
                  <a:pt x="277" y="883"/>
                </a:lnTo>
                <a:lnTo>
                  <a:pt x="278" y="882"/>
                </a:lnTo>
                <a:lnTo>
                  <a:pt x="279" y="882"/>
                </a:lnTo>
                <a:lnTo>
                  <a:pt x="279" y="881"/>
                </a:lnTo>
                <a:lnTo>
                  <a:pt x="280" y="880"/>
                </a:lnTo>
                <a:lnTo>
                  <a:pt x="280" y="879"/>
                </a:lnTo>
                <a:lnTo>
                  <a:pt x="281" y="878"/>
                </a:lnTo>
                <a:lnTo>
                  <a:pt x="282" y="878"/>
                </a:lnTo>
                <a:lnTo>
                  <a:pt x="283" y="877"/>
                </a:lnTo>
                <a:lnTo>
                  <a:pt x="284" y="877"/>
                </a:lnTo>
                <a:lnTo>
                  <a:pt x="285" y="876"/>
                </a:lnTo>
                <a:lnTo>
                  <a:pt x="284" y="875"/>
                </a:lnTo>
                <a:lnTo>
                  <a:pt x="284" y="874"/>
                </a:lnTo>
                <a:lnTo>
                  <a:pt x="284" y="873"/>
                </a:lnTo>
                <a:lnTo>
                  <a:pt x="285" y="873"/>
                </a:lnTo>
                <a:lnTo>
                  <a:pt x="285" y="872"/>
                </a:lnTo>
                <a:lnTo>
                  <a:pt x="285" y="871"/>
                </a:lnTo>
                <a:lnTo>
                  <a:pt x="285" y="870"/>
                </a:lnTo>
                <a:lnTo>
                  <a:pt x="286" y="870"/>
                </a:lnTo>
                <a:lnTo>
                  <a:pt x="286" y="869"/>
                </a:lnTo>
                <a:lnTo>
                  <a:pt x="285" y="868"/>
                </a:lnTo>
                <a:lnTo>
                  <a:pt x="284" y="867"/>
                </a:lnTo>
                <a:lnTo>
                  <a:pt x="284" y="866"/>
                </a:lnTo>
                <a:lnTo>
                  <a:pt x="283" y="865"/>
                </a:lnTo>
                <a:lnTo>
                  <a:pt x="283" y="863"/>
                </a:lnTo>
                <a:lnTo>
                  <a:pt x="284" y="862"/>
                </a:lnTo>
                <a:lnTo>
                  <a:pt x="285" y="862"/>
                </a:lnTo>
                <a:lnTo>
                  <a:pt x="285" y="861"/>
                </a:lnTo>
                <a:lnTo>
                  <a:pt x="286" y="860"/>
                </a:lnTo>
                <a:lnTo>
                  <a:pt x="287" y="860"/>
                </a:lnTo>
                <a:lnTo>
                  <a:pt x="287" y="861"/>
                </a:lnTo>
                <a:lnTo>
                  <a:pt x="288" y="861"/>
                </a:lnTo>
                <a:lnTo>
                  <a:pt x="288" y="860"/>
                </a:lnTo>
                <a:lnTo>
                  <a:pt x="289" y="859"/>
                </a:lnTo>
                <a:lnTo>
                  <a:pt x="290" y="858"/>
                </a:lnTo>
                <a:lnTo>
                  <a:pt x="290" y="857"/>
                </a:lnTo>
                <a:lnTo>
                  <a:pt x="291" y="857"/>
                </a:lnTo>
                <a:lnTo>
                  <a:pt x="291" y="856"/>
                </a:lnTo>
                <a:lnTo>
                  <a:pt x="290" y="855"/>
                </a:lnTo>
                <a:lnTo>
                  <a:pt x="290" y="854"/>
                </a:lnTo>
                <a:lnTo>
                  <a:pt x="291" y="854"/>
                </a:lnTo>
                <a:lnTo>
                  <a:pt x="291" y="853"/>
                </a:lnTo>
                <a:lnTo>
                  <a:pt x="291" y="852"/>
                </a:lnTo>
                <a:lnTo>
                  <a:pt x="292" y="851"/>
                </a:lnTo>
                <a:lnTo>
                  <a:pt x="292" y="850"/>
                </a:lnTo>
                <a:lnTo>
                  <a:pt x="291" y="850"/>
                </a:lnTo>
                <a:lnTo>
                  <a:pt x="292" y="849"/>
                </a:lnTo>
                <a:lnTo>
                  <a:pt x="292" y="848"/>
                </a:lnTo>
                <a:lnTo>
                  <a:pt x="292" y="847"/>
                </a:lnTo>
                <a:lnTo>
                  <a:pt x="293" y="846"/>
                </a:lnTo>
                <a:lnTo>
                  <a:pt x="293" y="845"/>
                </a:lnTo>
                <a:lnTo>
                  <a:pt x="294" y="843"/>
                </a:lnTo>
                <a:lnTo>
                  <a:pt x="295" y="842"/>
                </a:lnTo>
                <a:lnTo>
                  <a:pt x="296" y="842"/>
                </a:lnTo>
                <a:lnTo>
                  <a:pt x="297" y="843"/>
                </a:lnTo>
                <a:lnTo>
                  <a:pt x="297" y="842"/>
                </a:lnTo>
                <a:lnTo>
                  <a:pt x="298" y="841"/>
                </a:lnTo>
                <a:lnTo>
                  <a:pt x="300" y="841"/>
                </a:lnTo>
                <a:lnTo>
                  <a:pt x="300" y="840"/>
                </a:lnTo>
                <a:lnTo>
                  <a:pt x="301" y="840"/>
                </a:lnTo>
                <a:lnTo>
                  <a:pt x="302" y="841"/>
                </a:lnTo>
                <a:lnTo>
                  <a:pt x="302" y="840"/>
                </a:lnTo>
                <a:lnTo>
                  <a:pt x="302" y="839"/>
                </a:lnTo>
                <a:lnTo>
                  <a:pt x="302" y="838"/>
                </a:lnTo>
                <a:lnTo>
                  <a:pt x="303" y="838"/>
                </a:lnTo>
                <a:lnTo>
                  <a:pt x="303" y="837"/>
                </a:lnTo>
                <a:lnTo>
                  <a:pt x="304" y="836"/>
                </a:lnTo>
                <a:lnTo>
                  <a:pt x="305" y="835"/>
                </a:lnTo>
                <a:lnTo>
                  <a:pt x="306" y="836"/>
                </a:lnTo>
                <a:lnTo>
                  <a:pt x="307" y="836"/>
                </a:lnTo>
                <a:lnTo>
                  <a:pt x="308" y="836"/>
                </a:lnTo>
                <a:lnTo>
                  <a:pt x="310" y="835"/>
                </a:lnTo>
                <a:lnTo>
                  <a:pt x="311" y="834"/>
                </a:lnTo>
                <a:lnTo>
                  <a:pt x="312" y="834"/>
                </a:lnTo>
                <a:lnTo>
                  <a:pt x="312" y="833"/>
                </a:lnTo>
                <a:lnTo>
                  <a:pt x="313" y="832"/>
                </a:lnTo>
                <a:lnTo>
                  <a:pt x="314" y="831"/>
                </a:lnTo>
                <a:lnTo>
                  <a:pt x="315" y="831"/>
                </a:lnTo>
                <a:lnTo>
                  <a:pt x="316" y="831"/>
                </a:lnTo>
                <a:lnTo>
                  <a:pt x="316" y="832"/>
                </a:lnTo>
                <a:lnTo>
                  <a:pt x="317" y="832"/>
                </a:lnTo>
                <a:lnTo>
                  <a:pt x="317" y="833"/>
                </a:lnTo>
                <a:lnTo>
                  <a:pt x="318" y="832"/>
                </a:lnTo>
                <a:lnTo>
                  <a:pt x="320" y="832"/>
                </a:lnTo>
                <a:lnTo>
                  <a:pt x="322" y="832"/>
                </a:lnTo>
                <a:lnTo>
                  <a:pt x="323" y="832"/>
                </a:lnTo>
                <a:lnTo>
                  <a:pt x="325" y="832"/>
                </a:lnTo>
                <a:lnTo>
                  <a:pt x="325" y="833"/>
                </a:lnTo>
                <a:lnTo>
                  <a:pt x="325" y="834"/>
                </a:lnTo>
                <a:lnTo>
                  <a:pt x="325" y="835"/>
                </a:lnTo>
                <a:lnTo>
                  <a:pt x="326" y="835"/>
                </a:lnTo>
                <a:lnTo>
                  <a:pt x="327" y="835"/>
                </a:lnTo>
                <a:lnTo>
                  <a:pt x="328" y="836"/>
                </a:lnTo>
                <a:lnTo>
                  <a:pt x="329" y="836"/>
                </a:lnTo>
                <a:lnTo>
                  <a:pt x="330" y="837"/>
                </a:lnTo>
                <a:lnTo>
                  <a:pt x="331" y="837"/>
                </a:lnTo>
                <a:lnTo>
                  <a:pt x="332" y="837"/>
                </a:lnTo>
                <a:lnTo>
                  <a:pt x="333" y="837"/>
                </a:lnTo>
                <a:lnTo>
                  <a:pt x="333" y="836"/>
                </a:lnTo>
                <a:lnTo>
                  <a:pt x="334" y="836"/>
                </a:lnTo>
                <a:lnTo>
                  <a:pt x="335" y="836"/>
                </a:lnTo>
                <a:lnTo>
                  <a:pt x="336" y="835"/>
                </a:lnTo>
                <a:lnTo>
                  <a:pt x="337" y="835"/>
                </a:lnTo>
                <a:lnTo>
                  <a:pt x="338" y="836"/>
                </a:lnTo>
                <a:lnTo>
                  <a:pt x="339" y="836"/>
                </a:lnTo>
                <a:lnTo>
                  <a:pt x="339" y="837"/>
                </a:lnTo>
                <a:lnTo>
                  <a:pt x="340" y="837"/>
                </a:lnTo>
                <a:lnTo>
                  <a:pt x="340" y="838"/>
                </a:lnTo>
                <a:lnTo>
                  <a:pt x="342" y="838"/>
                </a:lnTo>
                <a:lnTo>
                  <a:pt x="343" y="837"/>
                </a:lnTo>
                <a:lnTo>
                  <a:pt x="344" y="837"/>
                </a:lnTo>
                <a:lnTo>
                  <a:pt x="345" y="836"/>
                </a:lnTo>
                <a:lnTo>
                  <a:pt x="346" y="835"/>
                </a:lnTo>
                <a:lnTo>
                  <a:pt x="348" y="835"/>
                </a:lnTo>
                <a:lnTo>
                  <a:pt x="348" y="834"/>
                </a:lnTo>
                <a:lnTo>
                  <a:pt x="349" y="834"/>
                </a:lnTo>
                <a:lnTo>
                  <a:pt x="350" y="834"/>
                </a:lnTo>
                <a:lnTo>
                  <a:pt x="350" y="835"/>
                </a:lnTo>
                <a:lnTo>
                  <a:pt x="351" y="835"/>
                </a:lnTo>
                <a:lnTo>
                  <a:pt x="352" y="835"/>
                </a:lnTo>
                <a:lnTo>
                  <a:pt x="353" y="835"/>
                </a:lnTo>
                <a:lnTo>
                  <a:pt x="354" y="835"/>
                </a:lnTo>
                <a:lnTo>
                  <a:pt x="354" y="836"/>
                </a:lnTo>
                <a:lnTo>
                  <a:pt x="355" y="836"/>
                </a:lnTo>
                <a:lnTo>
                  <a:pt x="356" y="836"/>
                </a:lnTo>
                <a:lnTo>
                  <a:pt x="357" y="836"/>
                </a:lnTo>
                <a:lnTo>
                  <a:pt x="358" y="836"/>
                </a:lnTo>
                <a:lnTo>
                  <a:pt x="358" y="837"/>
                </a:lnTo>
                <a:lnTo>
                  <a:pt x="358" y="838"/>
                </a:lnTo>
                <a:lnTo>
                  <a:pt x="358" y="839"/>
                </a:lnTo>
                <a:lnTo>
                  <a:pt x="360" y="839"/>
                </a:lnTo>
                <a:lnTo>
                  <a:pt x="361" y="838"/>
                </a:lnTo>
                <a:lnTo>
                  <a:pt x="363" y="838"/>
                </a:lnTo>
                <a:lnTo>
                  <a:pt x="364" y="838"/>
                </a:lnTo>
                <a:lnTo>
                  <a:pt x="365" y="838"/>
                </a:lnTo>
                <a:lnTo>
                  <a:pt x="366" y="838"/>
                </a:lnTo>
                <a:lnTo>
                  <a:pt x="367" y="838"/>
                </a:lnTo>
                <a:lnTo>
                  <a:pt x="368" y="838"/>
                </a:lnTo>
                <a:lnTo>
                  <a:pt x="370" y="838"/>
                </a:lnTo>
                <a:lnTo>
                  <a:pt x="370" y="837"/>
                </a:lnTo>
                <a:lnTo>
                  <a:pt x="371" y="837"/>
                </a:lnTo>
                <a:lnTo>
                  <a:pt x="372" y="837"/>
                </a:lnTo>
                <a:lnTo>
                  <a:pt x="373" y="837"/>
                </a:lnTo>
                <a:lnTo>
                  <a:pt x="374" y="837"/>
                </a:lnTo>
                <a:lnTo>
                  <a:pt x="375" y="837"/>
                </a:lnTo>
                <a:lnTo>
                  <a:pt x="376" y="837"/>
                </a:lnTo>
                <a:lnTo>
                  <a:pt x="378" y="837"/>
                </a:lnTo>
                <a:lnTo>
                  <a:pt x="379" y="837"/>
                </a:lnTo>
                <a:lnTo>
                  <a:pt x="380" y="837"/>
                </a:lnTo>
                <a:lnTo>
                  <a:pt x="381" y="837"/>
                </a:lnTo>
                <a:lnTo>
                  <a:pt x="381" y="836"/>
                </a:lnTo>
                <a:lnTo>
                  <a:pt x="381" y="835"/>
                </a:lnTo>
                <a:lnTo>
                  <a:pt x="382" y="835"/>
                </a:lnTo>
                <a:lnTo>
                  <a:pt x="384" y="836"/>
                </a:lnTo>
                <a:lnTo>
                  <a:pt x="385" y="836"/>
                </a:lnTo>
                <a:lnTo>
                  <a:pt x="386" y="835"/>
                </a:lnTo>
                <a:lnTo>
                  <a:pt x="386" y="834"/>
                </a:lnTo>
                <a:lnTo>
                  <a:pt x="387" y="833"/>
                </a:lnTo>
                <a:lnTo>
                  <a:pt x="388" y="833"/>
                </a:lnTo>
                <a:lnTo>
                  <a:pt x="389" y="833"/>
                </a:lnTo>
                <a:lnTo>
                  <a:pt x="390" y="833"/>
                </a:lnTo>
                <a:lnTo>
                  <a:pt x="390" y="832"/>
                </a:lnTo>
                <a:lnTo>
                  <a:pt x="390" y="831"/>
                </a:lnTo>
                <a:lnTo>
                  <a:pt x="389" y="830"/>
                </a:lnTo>
                <a:lnTo>
                  <a:pt x="388" y="829"/>
                </a:lnTo>
                <a:lnTo>
                  <a:pt x="388" y="828"/>
                </a:lnTo>
                <a:lnTo>
                  <a:pt x="388" y="827"/>
                </a:lnTo>
                <a:lnTo>
                  <a:pt x="388" y="826"/>
                </a:lnTo>
                <a:lnTo>
                  <a:pt x="388" y="825"/>
                </a:lnTo>
                <a:lnTo>
                  <a:pt x="389" y="825"/>
                </a:lnTo>
                <a:lnTo>
                  <a:pt x="389" y="824"/>
                </a:lnTo>
                <a:lnTo>
                  <a:pt x="390" y="823"/>
                </a:lnTo>
                <a:lnTo>
                  <a:pt x="391" y="822"/>
                </a:lnTo>
                <a:lnTo>
                  <a:pt x="392" y="822"/>
                </a:lnTo>
                <a:lnTo>
                  <a:pt x="393" y="821"/>
                </a:lnTo>
                <a:lnTo>
                  <a:pt x="394" y="821"/>
                </a:lnTo>
                <a:lnTo>
                  <a:pt x="395" y="820"/>
                </a:lnTo>
                <a:lnTo>
                  <a:pt x="396" y="820"/>
                </a:lnTo>
                <a:lnTo>
                  <a:pt x="397" y="819"/>
                </a:lnTo>
                <a:lnTo>
                  <a:pt x="398" y="819"/>
                </a:lnTo>
                <a:lnTo>
                  <a:pt x="399" y="819"/>
                </a:lnTo>
                <a:lnTo>
                  <a:pt x="402" y="819"/>
                </a:lnTo>
                <a:lnTo>
                  <a:pt x="403" y="819"/>
                </a:lnTo>
                <a:lnTo>
                  <a:pt x="404" y="819"/>
                </a:lnTo>
                <a:lnTo>
                  <a:pt x="405" y="819"/>
                </a:lnTo>
                <a:lnTo>
                  <a:pt x="406" y="818"/>
                </a:lnTo>
                <a:lnTo>
                  <a:pt x="406" y="819"/>
                </a:lnTo>
                <a:lnTo>
                  <a:pt x="407" y="818"/>
                </a:lnTo>
                <a:lnTo>
                  <a:pt x="408" y="818"/>
                </a:lnTo>
                <a:lnTo>
                  <a:pt x="410" y="818"/>
                </a:lnTo>
                <a:lnTo>
                  <a:pt x="412" y="817"/>
                </a:lnTo>
                <a:lnTo>
                  <a:pt x="413" y="816"/>
                </a:lnTo>
                <a:lnTo>
                  <a:pt x="415" y="816"/>
                </a:lnTo>
                <a:lnTo>
                  <a:pt x="416" y="816"/>
                </a:lnTo>
                <a:lnTo>
                  <a:pt x="416" y="815"/>
                </a:lnTo>
                <a:lnTo>
                  <a:pt x="417" y="815"/>
                </a:lnTo>
                <a:lnTo>
                  <a:pt x="417" y="814"/>
                </a:lnTo>
                <a:lnTo>
                  <a:pt x="418" y="814"/>
                </a:lnTo>
                <a:lnTo>
                  <a:pt x="418" y="813"/>
                </a:lnTo>
                <a:lnTo>
                  <a:pt x="418" y="812"/>
                </a:lnTo>
                <a:lnTo>
                  <a:pt x="419" y="808"/>
                </a:lnTo>
                <a:lnTo>
                  <a:pt x="419" y="806"/>
                </a:lnTo>
                <a:lnTo>
                  <a:pt x="420" y="805"/>
                </a:lnTo>
                <a:lnTo>
                  <a:pt x="420" y="804"/>
                </a:lnTo>
                <a:lnTo>
                  <a:pt x="420" y="802"/>
                </a:lnTo>
                <a:lnTo>
                  <a:pt x="420" y="801"/>
                </a:lnTo>
                <a:lnTo>
                  <a:pt x="420" y="800"/>
                </a:lnTo>
                <a:lnTo>
                  <a:pt x="420" y="799"/>
                </a:lnTo>
                <a:lnTo>
                  <a:pt x="422" y="799"/>
                </a:lnTo>
                <a:lnTo>
                  <a:pt x="424" y="798"/>
                </a:lnTo>
                <a:lnTo>
                  <a:pt x="426" y="798"/>
                </a:lnTo>
                <a:lnTo>
                  <a:pt x="427" y="798"/>
                </a:lnTo>
                <a:lnTo>
                  <a:pt x="430" y="798"/>
                </a:lnTo>
                <a:lnTo>
                  <a:pt x="431" y="798"/>
                </a:lnTo>
                <a:lnTo>
                  <a:pt x="432" y="798"/>
                </a:lnTo>
                <a:lnTo>
                  <a:pt x="433" y="798"/>
                </a:lnTo>
                <a:lnTo>
                  <a:pt x="434" y="798"/>
                </a:lnTo>
                <a:lnTo>
                  <a:pt x="435" y="798"/>
                </a:lnTo>
                <a:lnTo>
                  <a:pt x="435" y="799"/>
                </a:lnTo>
                <a:lnTo>
                  <a:pt x="436" y="798"/>
                </a:lnTo>
                <a:lnTo>
                  <a:pt x="437" y="798"/>
                </a:lnTo>
                <a:lnTo>
                  <a:pt x="438" y="798"/>
                </a:lnTo>
                <a:lnTo>
                  <a:pt x="440" y="798"/>
                </a:lnTo>
                <a:lnTo>
                  <a:pt x="441" y="798"/>
                </a:lnTo>
                <a:lnTo>
                  <a:pt x="441" y="797"/>
                </a:lnTo>
                <a:lnTo>
                  <a:pt x="441" y="796"/>
                </a:lnTo>
                <a:lnTo>
                  <a:pt x="442" y="796"/>
                </a:lnTo>
                <a:lnTo>
                  <a:pt x="443" y="796"/>
                </a:lnTo>
                <a:lnTo>
                  <a:pt x="444" y="796"/>
                </a:lnTo>
                <a:lnTo>
                  <a:pt x="446" y="796"/>
                </a:lnTo>
                <a:lnTo>
                  <a:pt x="447" y="795"/>
                </a:lnTo>
                <a:lnTo>
                  <a:pt x="448" y="795"/>
                </a:lnTo>
                <a:lnTo>
                  <a:pt x="449" y="795"/>
                </a:lnTo>
                <a:lnTo>
                  <a:pt x="451" y="794"/>
                </a:lnTo>
                <a:lnTo>
                  <a:pt x="452" y="793"/>
                </a:lnTo>
                <a:lnTo>
                  <a:pt x="453" y="793"/>
                </a:lnTo>
                <a:lnTo>
                  <a:pt x="454" y="792"/>
                </a:lnTo>
                <a:lnTo>
                  <a:pt x="455" y="791"/>
                </a:lnTo>
                <a:lnTo>
                  <a:pt x="456" y="790"/>
                </a:lnTo>
                <a:lnTo>
                  <a:pt x="456" y="789"/>
                </a:lnTo>
                <a:lnTo>
                  <a:pt x="457" y="789"/>
                </a:lnTo>
                <a:lnTo>
                  <a:pt x="458" y="789"/>
                </a:lnTo>
                <a:lnTo>
                  <a:pt x="458" y="790"/>
                </a:lnTo>
                <a:lnTo>
                  <a:pt x="459" y="790"/>
                </a:lnTo>
                <a:lnTo>
                  <a:pt x="460" y="790"/>
                </a:lnTo>
                <a:lnTo>
                  <a:pt x="461" y="789"/>
                </a:lnTo>
                <a:lnTo>
                  <a:pt x="462" y="789"/>
                </a:lnTo>
                <a:lnTo>
                  <a:pt x="463" y="790"/>
                </a:lnTo>
                <a:lnTo>
                  <a:pt x="464" y="790"/>
                </a:lnTo>
                <a:lnTo>
                  <a:pt x="464" y="789"/>
                </a:lnTo>
                <a:lnTo>
                  <a:pt x="465" y="788"/>
                </a:lnTo>
                <a:lnTo>
                  <a:pt x="466" y="787"/>
                </a:lnTo>
                <a:lnTo>
                  <a:pt x="467" y="786"/>
                </a:lnTo>
                <a:lnTo>
                  <a:pt x="468" y="786"/>
                </a:lnTo>
                <a:lnTo>
                  <a:pt x="469" y="785"/>
                </a:lnTo>
                <a:lnTo>
                  <a:pt x="469" y="784"/>
                </a:lnTo>
                <a:lnTo>
                  <a:pt x="468" y="783"/>
                </a:lnTo>
                <a:lnTo>
                  <a:pt x="469" y="782"/>
                </a:lnTo>
                <a:lnTo>
                  <a:pt x="470" y="782"/>
                </a:lnTo>
                <a:lnTo>
                  <a:pt x="471" y="781"/>
                </a:lnTo>
                <a:lnTo>
                  <a:pt x="473" y="781"/>
                </a:lnTo>
                <a:lnTo>
                  <a:pt x="475" y="781"/>
                </a:lnTo>
                <a:lnTo>
                  <a:pt x="476" y="781"/>
                </a:lnTo>
                <a:lnTo>
                  <a:pt x="477" y="781"/>
                </a:lnTo>
                <a:lnTo>
                  <a:pt x="477" y="780"/>
                </a:lnTo>
                <a:lnTo>
                  <a:pt x="478" y="780"/>
                </a:lnTo>
                <a:lnTo>
                  <a:pt x="478" y="781"/>
                </a:lnTo>
                <a:lnTo>
                  <a:pt x="479" y="781"/>
                </a:lnTo>
                <a:lnTo>
                  <a:pt x="480" y="780"/>
                </a:lnTo>
                <a:lnTo>
                  <a:pt x="482" y="779"/>
                </a:lnTo>
                <a:lnTo>
                  <a:pt x="482" y="778"/>
                </a:lnTo>
                <a:lnTo>
                  <a:pt x="483" y="778"/>
                </a:lnTo>
                <a:lnTo>
                  <a:pt x="483" y="777"/>
                </a:lnTo>
                <a:lnTo>
                  <a:pt x="484" y="777"/>
                </a:lnTo>
                <a:lnTo>
                  <a:pt x="484" y="778"/>
                </a:lnTo>
                <a:lnTo>
                  <a:pt x="485" y="777"/>
                </a:lnTo>
                <a:lnTo>
                  <a:pt x="486" y="777"/>
                </a:lnTo>
                <a:lnTo>
                  <a:pt x="487" y="776"/>
                </a:lnTo>
                <a:lnTo>
                  <a:pt x="488" y="775"/>
                </a:lnTo>
                <a:lnTo>
                  <a:pt x="489" y="774"/>
                </a:lnTo>
                <a:lnTo>
                  <a:pt x="489" y="773"/>
                </a:lnTo>
                <a:lnTo>
                  <a:pt x="490" y="773"/>
                </a:lnTo>
                <a:lnTo>
                  <a:pt x="491" y="773"/>
                </a:lnTo>
                <a:lnTo>
                  <a:pt x="491" y="772"/>
                </a:lnTo>
                <a:lnTo>
                  <a:pt x="492" y="771"/>
                </a:lnTo>
                <a:lnTo>
                  <a:pt x="493" y="771"/>
                </a:lnTo>
                <a:lnTo>
                  <a:pt x="494" y="771"/>
                </a:lnTo>
                <a:lnTo>
                  <a:pt x="495" y="770"/>
                </a:lnTo>
                <a:lnTo>
                  <a:pt x="496" y="770"/>
                </a:lnTo>
                <a:lnTo>
                  <a:pt x="496" y="771"/>
                </a:lnTo>
                <a:lnTo>
                  <a:pt x="497" y="771"/>
                </a:lnTo>
                <a:lnTo>
                  <a:pt x="498" y="771"/>
                </a:lnTo>
                <a:lnTo>
                  <a:pt x="499" y="770"/>
                </a:lnTo>
                <a:lnTo>
                  <a:pt x="499" y="769"/>
                </a:lnTo>
                <a:lnTo>
                  <a:pt x="500" y="768"/>
                </a:lnTo>
                <a:lnTo>
                  <a:pt x="501" y="768"/>
                </a:lnTo>
                <a:lnTo>
                  <a:pt x="502" y="768"/>
                </a:lnTo>
                <a:lnTo>
                  <a:pt x="505" y="767"/>
                </a:lnTo>
                <a:lnTo>
                  <a:pt x="506" y="766"/>
                </a:lnTo>
                <a:lnTo>
                  <a:pt x="507" y="765"/>
                </a:lnTo>
                <a:lnTo>
                  <a:pt x="508" y="764"/>
                </a:lnTo>
                <a:lnTo>
                  <a:pt x="510" y="764"/>
                </a:lnTo>
                <a:lnTo>
                  <a:pt x="512" y="764"/>
                </a:lnTo>
                <a:lnTo>
                  <a:pt x="513" y="764"/>
                </a:lnTo>
                <a:lnTo>
                  <a:pt x="514" y="764"/>
                </a:lnTo>
                <a:lnTo>
                  <a:pt x="515" y="764"/>
                </a:lnTo>
                <a:lnTo>
                  <a:pt x="516" y="763"/>
                </a:lnTo>
                <a:lnTo>
                  <a:pt x="517" y="763"/>
                </a:lnTo>
                <a:lnTo>
                  <a:pt x="517" y="762"/>
                </a:lnTo>
                <a:lnTo>
                  <a:pt x="518" y="761"/>
                </a:lnTo>
                <a:lnTo>
                  <a:pt x="519" y="760"/>
                </a:lnTo>
                <a:lnTo>
                  <a:pt x="520" y="760"/>
                </a:lnTo>
                <a:lnTo>
                  <a:pt x="520" y="759"/>
                </a:lnTo>
                <a:lnTo>
                  <a:pt x="520" y="758"/>
                </a:lnTo>
                <a:lnTo>
                  <a:pt x="521" y="758"/>
                </a:lnTo>
                <a:lnTo>
                  <a:pt x="522" y="758"/>
                </a:lnTo>
                <a:lnTo>
                  <a:pt x="523" y="757"/>
                </a:lnTo>
                <a:lnTo>
                  <a:pt x="524" y="756"/>
                </a:lnTo>
                <a:lnTo>
                  <a:pt x="525" y="756"/>
                </a:lnTo>
                <a:lnTo>
                  <a:pt x="525" y="755"/>
                </a:lnTo>
                <a:lnTo>
                  <a:pt x="526" y="756"/>
                </a:lnTo>
                <a:lnTo>
                  <a:pt x="527" y="756"/>
                </a:lnTo>
                <a:lnTo>
                  <a:pt x="527" y="757"/>
                </a:lnTo>
                <a:lnTo>
                  <a:pt x="528" y="757"/>
                </a:lnTo>
                <a:lnTo>
                  <a:pt x="528" y="756"/>
                </a:lnTo>
                <a:lnTo>
                  <a:pt x="529" y="756"/>
                </a:lnTo>
                <a:lnTo>
                  <a:pt x="530" y="755"/>
                </a:lnTo>
                <a:lnTo>
                  <a:pt x="532" y="753"/>
                </a:lnTo>
                <a:lnTo>
                  <a:pt x="533" y="752"/>
                </a:lnTo>
                <a:lnTo>
                  <a:pt x="534" y="752"/>
                </a:lnTo>
                <a:lnTo>
                  <a:pt x="536" y="752"/>
                </a:lnTo>
                <a:lnTo>
                  <a:pt x="538" y="751"/>
                </a:lnTo>
                <a:lnTo>
                  <a:pt x="539" y="751"/>
                </a:lnTo>
                <a:lnTo>
                  <a:pt x="539" y="752"/>
                </a:lnTo>
                <a:lnTo>
                  <a:pt x="540" y="752"/>
                </a:lnTo>
                <a:lnTo>
                  <a:pt x="541" y="753"/>
                </a:lnTo>
                <a:lnTo>
                  <a:pt x="542" y="753"/>
                </a:lnTo>
                <a:lnTo>
                  <a:pt x="545" y="753"/>
                </a:lnTo>
                <a:lnTo>
                  <a:pt x="547" y="752"/>
                </a:lnTo>
                <a:lnTo>
                  <a:pt x="548" y="752"/>
                </a:lnTo>
                <a:lnTo>
                  <a:pt x="550" y="751"/>
                </a:lnTo>
                <a:lnTo>
                  <a:pt x="551" y="750"/>
                </a:lnTo>
                <a:lnTo>
                  <a:pt x="552" y="749"/>
                </a:lnTo>
                <a:lnTo>
                  <a:pt x="553" y="748"/>
                </a:lnTo>
                <a:lnTo>
                  <a:pt x="554" y="747"/>
                </a:lnTo>
                <a:lnTo>
                  <a:pt x="555" y="747"/>
                </a:lnTo>
                <a:lnTo>
                  <a:pt x="557" y="747"/>
                </a:lnTo>
                <a:lnTo>
                  <a:pt x="559" y="747"/>
                </a:lnTo>
                <a:lnTo>
                  <a:pt x="560" y="747"/>
                </a:lnTo>
                <a:lnTo>
                  <a:pt x="561" y="746"/>
                </a:lnTo>
                <a:lnTo>
                  <a:pt x="562" y="746"/>
                </a:lnTo>
                <a:lnTo>
                  <a:pt x="563" y="746"/>
                </a:lnTo>
                <a:lnTo>
                  <a:pt x="564" y="746"/>
                </a:lnTo>
                <a:lnTo>
                  <a:pt x="565" y="747"/>
                </a:lnTo>
                <a:lnTo>
                  <a:pt x="566" y="746"/>
                </a:lnTo>
                <a:lnTo>
                  <a:pt x="568" y="744"/>
                </a:lnTo>
                <a:lnTo>
                  <a:pt x="568" y="743"/>
                </a:lnTo>
                <a:lnTo>
                  <a:pt x="568" y="742"/>
                </a:lnTo>
                <a:lnTo>
                  <a:pt x="569" y="741"/>
                </a:lnTo>
                <a:lnTo>
                  <a:pt x="569" y="740"/>
                </a:lnTo>
                <a:lnTo>
                  <a:pt x="570" y="739"/>
                </a:lnTo>
                <a:lnTo>
                  <a:pt x="571" y="739"/>
                </a:lnTo>
                <a:lnTo>
                  <a:pt x="572" y="738"/>
                </a:lnTo>
                <a:lnTo>
                  <a:pt x="573" y="738"/>
                </a:lnTo>
                <a:lnTo>
                  <a:pt x="573" y="737"/>
                </a:lnTo>
                <a:lnTo>
                  <a:pt x="572" y="736"/>
                </a:lnTo>
                <a:lnTo>
                  <a:pt x="572" y="734"/>
                </a:lnTo>
                <a:lnTo>
                  <a:pt x="574" y="733"/>
                </a:lnTo>
                <a:lnTo>
                  <a:pt x="575" y="733"/>
                </a:lnTo>
                <a:lnTo>
                  <a:pt x="576" y="732"/>
                </a:lnTo>
                <a:lnTo>
                  <a:pt x="577" y="732"/>
                </a:lnTo>
                <a:lnTo>
                  <a:pt x="578" y="731"/>
                </a:lnTo>
                <a:lnTo>
                  <a:pt x="581" y="731"/>
                </a:lnTo>
                <a:lnTo>
                  <a:pt x="583" y="732"/>
                </a:lnTo>
                <a:lnTo>
                  <a:pt x="586" y="732"/>
                </a:lnTo>
                <a:lnTo>
                  <a:pt x="587" y="731"/>
                </a:lnTo>
                <a:lnTo>
                  <a:pt x="589" y="731"/>
                </a:lnTo>
                <a:lnTo>
                  <a:pt x="590" y="731"/>
                </a:lnTo>
                <a:lnTo>
                  <a:pt x="593" y="731"/>
                </a:lnTo>
                <a:lnTo>
                  <a:pt x="594" y="731"/>
                </a:lnTo>
                <a:lnTo>
                  <a:pt x="596" y="732"/>
                </a:lnTo>
                <a:lnTo>
                  <a:pt x="598" y="732"/>
                </a:lnTo>
                <a:lnTo>
                  <a:pt x="599" y="732"/>
                </a:lnTo>
                <a:lnTo>
                  <a:pt x="600" y="732"/>
                </a:lnTo>
                <a:lnTo>
                  <a:pt x="600" y="731"/>
                </a:lnTo>
                <a:lnTo>
                  <a:pt x="600" y="730"/>
                </a:lnTo>
                <a:lnTo>
                  <a:pt x="601" y="730"/>
                </a:lnTo>
                <a:lnTo>
                  <a:pt x="602" y="728"/>
                </a:lnTo>
                <a:lnTo>
                  <a:pt x="603" y="727"/>
                </a:lnTo>
                <a:lnTo>
                  <a:pt x="602" y="726"/>
                </a:lnTo>
                <a:lnTo>
                  <a:pt x="601" y="726"/>
                </a:lnTo>
                <a:lnTo>
                  <a:pt x="600" y="725"/>
                </a:lnTo>
                <a:lnTo>
                  <a:pt x="600" y="723"/>
                </a:lnTo>
                <a:lnTo>
                  <a:pt x="599" y="721"/>
                </a:lnTo>
                <a:lnTo>
                  <a:pt x="598" y="721"/>
                </a:lnTo>
                <a:lnTo>
                  <a:pt x="598" y="720"/>
                </a:lnTo>
                <a:lnTo>
                  <a:pt x="599" y="720"/>
                </a:lnTo>
                <a:lnTo>
                  <a:pt x="600" y="720"/>
                </a:lnTo>
                <a:lnTo>
                  <a:pt x="600" y="719"/>
                </a:lnTo>
                <a:lnTo>
                  <a:pt x="601" y="716"/>
                </a:lnTo>
                <a:lnTo>
                  <a:pt x="601" y="715"/>
                </a:lnTo>
                <a:lnTo>
                  <a:pt x="602" y="715"/>
                </a:lnTo>
                <a:lnTo>
                  <a:pt x="603" y="715"/>
                </a:lnTo>
                <a:lnTo>
                  <a:pt x="605" y="715"/>
                </a:lnTo>
                <a:lnTo>
                  <a:pt x="607" y="714"/>
                </a:lnTo>
                <a:lnTo>
                  <a:pt x="608" y="713"/>
                </a:lnTo>
                <a:lnTo>
                  <a:pt x="609" y="713"/>
                </a:lnTo>
                <a:lnTo>
                  <a:pt x="611" y="713"/>
                </a:lnTo>
                <a:lnTo>
                  <a:pt x="611" y="712"/>
                </a:lnTo>
                <a:lnTo>
                  <a:pt x="612" y="711"/>
                </a:lnTo>
                <a:lnTo>
                  <a:pt x="612" y="710"/>
                </a:lnTo>
                <a:lnTo>
                  <a:pt x="612" y="709"/>
                </a:lnTo>
                <a:lnTo>
                  <a:pt x="612" y="708"/>
                </a:lnTo>
                <a:lnTo>
                  <a:pt x="610" y="707"/>
                </a:lnTo>
                <a:lnTo>
                  <a:pt x="610" y="706"/>
                </a:lnTo>
                <a:lnTo>
                  <a:pt x="610" y="705"/>
                </a:lnTo>
                <a:lnTo>
                  <a:pt x="611" y="705"/>
                </a:lnTo>
                <a:lnTo>
                  <a:pt x="611" y="704"/>
                </a:lnTo>
                <a:lnTo>
                  <a:pt x="611" y="703"/>
                </a:lnTo>
                <a:lnTo>
                  <a:pt x="610" y="703"/>
                </a:lnTo>
                <a:lnTo>
                  <a:pt x="609" y="702"/>
                </a:lnTo>
                <a:lnTo>
                  <a:pt x="608" y="701"/>
                </a:lnTo>
                <a:lnTo>
                  <a:pt x="607" y="700"/>
                </a:lnTo>
                <a:lnTo>
                  <a:pt x="607" y="699"/>
                </a:lnTo>
                <a:lnTo>
                  <a:pt x="607" y="698"/>
                </a:lnTo>
                <a:lnTo>
                  <a:pt x="607" y="696"/>
                </a:lnTo>
                <a:lnTo>
                  <a:pt x="606" y="694"/>
                </a:lnTo>
                <a:lnTo>
                  <a:pt x="605" y="693"/>
                </a:lnTo>
                <a:lnTo>
                  <a:pt x="604" y="692"/>
                </a:lnTo>
                <a:lnTo>
                  <a:pt x="604" y="691"/>
                </a:lnTo>
                <a:lnTo>
                  <a:pt x="605" y="689"/>
                </a:lnTo>
                <a:lnTo>
                  <a:pt x="605" y="688"/>
                </a:lnTo>
                <a:lnTo>
                  <a:pt x="606" y="687"/>
                </a:lnTo>
                <a:lnTo>
                  <a:pt x="607" y="686"/>
                </a:lnTo>
                <a:lnTo>
                  <a:pt x="611" y="684"/>
                </a:lnTo>
                <a:lnTo>
                  <a:pt x="611" y="683"/>
                </a:lnTo>
                <a:lnTo>
                  <a:pt x="610" y="683"/>
                </a:lnTo>
                <a:lnTo>
                  <a:pt x="610" y="684"/>
                </a:lnTo>
                <a:lnTo>
                  <a:pt x="609" y="684"/>
                </a:lnTo>
                <a:lnTo>
                  <a:pt x="609" y="683"/>
                </a:lnTo>
                <a:lnTo>
                  <a:pt x="608" y="683"/>
                </a:lnTo>
                <a:lnTo>
                  <a:pt x="608" y="682"/>
                </a:lnTo>
                <a:lnTo>
                  <a:pt x="607" y="682"/>
                </a:lnTo>
                <a:lnTo>
                  <a:pt x="606" y="682"/>
                </a:lnTo>
                <a:lnTo>
                  <a:pt x="606" y="681"/>
                </a:lnTo>
                <a:lnTo>
                  <a:pt x="605" y="680"/>
                </a:lnTo>
                <a:lnTo>
                  <a:pt x="604" y="679"/>
                </a:lnTo>
                <a:lnTo>
                  <a:pt x="603" y="677"/>
                </a:lnTo>
                <a:lnTo>
                  <a:pt x="602" y="676"/>
                </a:lnTo>
                <a:lnTo>
                  <a:pt x="602" y="675"/>
                </a:lnTo>
                <a:lnTo>
                  <a:pt x="601" y="673"/>
                </a:lnTo>
                <a:lnTo>
                  <a:pt x="601" y="672"/>
                </a:lnTo>
                <a:lnTo>
                  <a:pt x="601" y="671"/>
                </a:lnTo>
                <a:lnTo>
                  <a:pt x="601" y="670"/>
                </a:lnTo>
                <a:lnTo>
                  <a:pt x="602" y="669"/>
                </a:lnTo>
                <a:lnTo>
                  <a:pt x="602" y="668"/>
                </a:lnTo>
                <a:lnTo>
                  <a:pt x="602" y="667"/>
                </a:lnTo>
                <a:lnTo>
                  <a:pt x="604" y="666"/>
                </a:lnTo>
                <a:lnTo>
                  <a:pt x="607" y="665"/>
                </a:lnTo>
                <a:lnTo>
                  <a:pt x="605" y="663"/>
                </a:lnTo>
                <a:lnTo>
                  <a:pt x="609" y="656"/>
                </a:lnTo>
                <a:lnTo>
                  <a:pt x="609" y="652"/>
                </a:lnTo>
                <a:lnTo>
                  <a:pt x="610" y="650"/>
                </a:lnTo>
                <a:lnTo>
                  <a:pt x="611" y="650"/>
                </a:lnTo>
                <a:lnTo>
                  <a:pt x="612" y="651"/>
                </a:lnTo>
                <a:lnTo>
                  <a:pt x="613" y="651"/>
                </a:lnTo>
                <a:lnTo>
                  <a:pt x="613" y="650"/>
                </a:lnTo>
                <a:lnTo>
                  <a:pt x="614" y="650"/>
                </a:lnTo>
                <a:lnTo>
                  <a:pt x="615" y="650"/>
                </a:lnTo>
                <a:lnTo>
                  <a:pt x="615" y="651"/>
                </a:lnTo>
                <a:lnTo>
                  <a:pt x="616" y="651"/>
                </a:lnTo>
                <a:lnTo>
                  <a:pt x="617" y="651"/>
                </a:lnTo>
                <a:lnTo>
                  <a:pt x="618" y="651"/>
                </a:lnTo>
                <a:lnTo>
                  <a:pt x="619" y="651"/>
                </a:lnTo>
                <a:lnTo>
                  <a:pt x="620" y="651"/>
                </a:lnTo>
                <a:lnTo>
                  <a:pt x="621" y="650"/>
                </a:lnTo>
                <a:lnTo>
                  <a:pt x="622" y="651"/>
                </a:lnTo>
                <a:lnTo>
                  <a:pt x="623" y="650"/>
                </a:lnTo>
                <a:lnTo>
                  <a:pt x="624" y="649"/>
                </a:lnTo>
                <a:lnTo>
                  <a:pt x="625" y="648"/>
                </a:lnTo>
                <a:lnTo>
                  <a:pt x="626" y="648"/>
                </a:lnTo>
                <a:lnTo>
                  <a:pt x="627" y="648"/>
                </a:lnTo>
                <a:lnTo>
                  <a:pt x="628" y="647"/>
                </a:lnTo>
                <a:lnTo>
                  <a:pt x="629" y="647"/>
                </a:lnTo>
                <a:lnTo>
                  <a:pt x="630" y="647"/>
                </a:lnTo>
                <a:lnTo>
                  <a:pt x="631" y="646"/>
                </a:lnTo>
                <a:lnTo>
                  <a:pt x="632" y="646"/>
                </a:lnTo>
                <a:lnTo>
                  <a:pt x="633" y="646"/>
                </a:lnTo>
                <a:lnTo>
                  <a:pt x="634" y="646"/>
                </a:lnTo>
                <a:lnTo>
                  <a:pt x="635" y="646"/>
                </a:lnTo>
                <a:lnTo>
                  <a:pt x="635" y="645"/>
                </a:lnTo>
                <a:lnTo>
                  <a:pt x="636" y="645"/>
                </a:lnTo>
                <a:lnTo>
                  <a:pt x="637" y="645"/>
                </a:lnTo>
                <a:lnTo>
                  <a:pt x="638" y="645"/>
                </a:lnTo>
                <a:lnTo>
                  <a:pt x="639" y="645"/>
                </a:lnTo>
                <a:lnTo>
                  <a:pt x="640" y="644"/>
                </a:lnTo>
                <a:lnTo>
                  <a:pt x="639" y="643"/>
                </a:lnTo>
                <a:lnTo>
                  <a:pt x="639" y="642"/>
                </a:lnTo>
                <a:lnTo>
                  <a:pt x="638" y="642"/>
                </a:lnTo>
                <a:lnTo>
                  <a:pt x="638" y="641"/>
                </a:lnTo>
                <a:lnTo>
                  <a:pt x="636" y="641"/>
                </a:lnTo>
                <a:lnTo>
                  <a:pt x="635" y="640"/>
                </a:lnTo>
                <a:lnTo>
                  <a:pt x="634" y="640"/>
                </a:lnTo>
                <a:lnTo>
                  <a:pt x="632" y="640"/>
                </a:lnTo>
                <a:lnTo>
                  <a:pt x="631" y="640"/>
                </a:lnTo>
                <a:lnTo>
                  <a:pt x="630" y="639"/>
                </a:lnTo>
                <a:lnTo>
                  <a:pt x="629" y="639"/>
                </a:lnTo>
                <a:lnTo>
                  <a:pt x="628" y="639"/>
                </a:lnTo>
                <a:lnTo>
                  <a:pt x="627" y="638"/>
                </a:lnTo>
                <a:lnTo>
                  <a:pt x="626" y="637"/>
                </a:lnTo>
                <a:lnTo>
                  <a:pt x="625" y="636"/>
                </a:lnTo>
                <a:lnTo>
                  <a:pt x="623" y="635"/>
                </a:lnTo>
                <a:lnTo>
                  <a:pt x="622" y="635"/>
                </a:lnTo>
                <a:lnTo>
                  <a:pt x="622" y="634"/>
                </a:lnTo>
                <a:lnTo>
                  <a:pt x="621" y="634"/>
                </a:lnTo>
                <a:lnTo>
                  <a:pt x="621" y="632"/>
                </a:lnTo>
                <a:lnTo>
                  <a:pt x="620" y="631"/>
                </a:lnTo>
                <a:lnTo>
                  <a:pt x="620" y="630"/>
                </a:lnTo>
                <a:lnTo>
                  <a:pt x="620" y="629"/>
                </a:lnTo>
                <a:lnTo>
                  <a:pt x="622" y="628"/>
                </a:lnTo>
                <a:lnTo>
                  <a:pt x="623" y="627"/>
                </a:lnTo>
                <a:lnTo>
                  <a:pt x="625" y="626"/>
                </a:lnTo>
                <a:lnTo>
                  <a:pt x="626" y="626"/>
                </a:lnTo>
                <a:lnTo>
                  <a:pt x="628" y="626"/>
                </a:lnTo>
                <a:lnTo>
                  <a:pt x="629" y="625"/>
                </a:lnTo>
                <a:lnTo>
                  <a:pt x="632" y="624"/>
                </a:lnTo>
                <a:lnTo>
                  <a:pt x="633" y="623"/>
                </a:lnTo>
                <a:lnTo>
                  <a:pt x="634" y="623"/>
                </a:lnTo>
                <a:lnTo>
                  <a:pt x="636" y="622"/>
                </a:lnTo>
                <a:lnTo>
                  <a:pt x="637" y="621"/>
                </a:lnTo>
                <a:lnTo>
                  <a:pt x="638" y="620"/>
                </a:lnTo>
                <a:lnTo>
                  <a:pt x="639" y="619"/>
                </a:lnTo>
                <a:lnTo>
                  <a:pt x="640" y="619"/>
                </a:lnTo>
                <a:lnTo>
                  <a:pt x="642" y="618"/>
                </a:lnTo>
                <a:lnTo>
                  <a:pt x="643" y="618"/>
                </a:lnTo>
                <a:lnTo>
                  <a:pt x="644" y="618"/>
                </a:lnTo>
                <a:lnTo>
                  <a:pt x="646" y="618"/>
                </a:lnTo>
                <a:lnTo>
                  <a:pt x="647" y="618"/>
                </a:lnTo>
                <a:lnTo>
                  <a:pt x="649" y="618"/>
                </a:lnTo>
                <a:lnTo>
                  <a:pt x="650" y="618"/>
                </a:lnTo>
                <a:lnTo>
                  <a:pt x="650" y="619"/>
                </a:lnTo>
                <a:lnTo>
                  <a:pt x="651" y="619"/>
                </a:lnTo>
                <a:lnTo>
                  <a:pt x="652" y="619"/>
                </a:lnTo>
                <a:lnTo>
                  <a:pt x="652" y="618"/>
                </a:lnTo>
                <a:lnTo>
                  <a:pt x="653" y="618"/>
                </a:lnTo>
                <a:lnTo>
                  <a:pt x="654" y="618"/>
                </a:lnTo>
                <a:lnTo>
                  <a:pt x="655" y="618"/>
                </a:lnTo>
                <a:lnTo>
                  <a:pt x="656" y="619"/>
                </a:lnTo>
                <a:lnTo>
                  <a:pt x="657" y="619"/>
                </a:lnTo>
                <a:lnTo>
                  <a:pt x="657" y="618"/>
                </a:lnTo>
                <a:lnTo>
                  <a:pt x="657" y="617"/>
                </a:lnTo>
                <a:lnTo>
                  <a:pt x="658" y="616"/>
                </a:lnTo>
                <a:lnTo>
                  <a:pt x="658" y="615"/>
                </a:lnTo>
                <a:lnTo>
                  <a:pt x="658" y="614"/>
                </a:lnTo>
                <a:lnTo>
                  <a:pt x="657" y="613"/>
                </a:lnTo>
                <a:lnTo>
                  <a:pt x="657" y="612"/>
                </a:lnTo>
                <a:lnTo>
                  <a:pt x="657" y="611"/>
                </a:lnTo>
                <a:lnTo>
                  <a:pt x="657" y="608"/>
                </a:lnTo>
                <a:lnTo>
                  <a:pt x="656" y="607"/>
                </a:lnTo>
                <a:lnTo>
                  <a:pt x="655" y="607"/>
                </a:lnTo>
                <a:lnTo>
                  <a:pt x="655" y="606"/>
                </a:lnTo>
                <a:lnTo>
                  <a:pt x="655" y="605"/>
                </a:lnTo>
                <a:lnTo>
                  <a:pt x="655" y="604"/>
                </a:lnTo>
                <a:lnTo>
                  <a:pt x="656" y="602"/>
                </a:lnTo>
                <a:lnTo>
                  <a:pt x="656" y="601"/>
                </a:lnTo>
                <a:lnTo>
                  <a:pt x="655" y="601"/>
                </a:lnTo>
                <a:lnTo>
                  <a:pt x="654" y="600"/>
                </a:lnTo>
                <a:lnTo>
                  <a:pt x="653" y="601"/>
                </a:lnTo>
                <a:lnTo>
                  <a:pt x="652" y="601"/>
                </a:lnTo>
                <a:lnTo>
                  <a:pt x="651" y="601"/>
                </a:lnTo>
                <a:lnTo>
                  <a:pt x="648" y="600"/>
                </a:lnTo>
                <a:lnTo>
                  <a:pt x="648" y="599"/>
                </a:lnTo>
                <a:lnTo>
                  <a:pt x="648" y="597"/>
                </a:lnTo>
                <a:lnTo>
                  <a:pt x="649" y="596"/>
                </a:lnTo>
                <a:lnTo>
                  <a:pt x="650" y="596"/>
                </a:lnTo>
                <a:lnTo>
                  <a:pt x="651" y="594"/>
                </a:lnTo>
                <a:lnTo>
                  <a:pt x="652" y="593"/>
                </a:lnTo>
                <a:lnTo>
                  <a:pt x="652" y="592"/>
                </a:lnTo>
                <a:lnTo>
                  <a:pt x="652" y="591"/>
                </a:lnTo>
                <a:lnTo>
                  <a:pt x="652" y="589"/>
                </a:lnTo>
                <a:lnTo>
                  <a:pt x="653" y="589"/>
                </a:lnTo>
                <a:lnTo>
                  <a:pt x="653" y="588"/>
                </a:lnTo>
                <a:lnTo>
                  <a:pt x="653" y="587"/>
                </a:lnTo>
                <a:lnTo>
                  <a:pt x="654" y="587"/>
                </a:lnTo>
                <a:lnTo>
                  <a:pt x="654" y="582"/>
                </a:lnTo>
                <a:lnTo>
                  <a:pt x="648" y="573"/>
                </a:lnTo>
                <a:lnTo>
                  <a:pt x="641" y="562"/>
                </a:lnTo>
                <a:lnTo>
                  <a:pt x="633" y="549"/>
                </a:lnTo>
                <a:lnTo>
                  <a:pt x="633" y="548"/>
                </a:lnTo>
                <a:lnTo>
                  <a:pt x="633" y="547"/>
                </a:lnTo>
                <a:lnTo>
                  <a:pt x="633" y="546"/>
                </a:lnTo>
                <a:lnTo>
                  <a:pt x="633" y="545"/>
                </a:lnTo>
                <a:lnTo>
                  <a:pt x="632" y="545"/>
                </a:lnTo>
                <a:lnTo>
                  <a:pt x="633" y="545"/>
                </a:lnTo>
                <a:lnTo>
                  <a:pt x="632" y="545"/>
                </a:lnTo>
                <a:lnTo>
                  <a:pt x="632" y="544"/>
                </a:lnTo>
                <a:lnTo>
                  <a:pt x="632" y="543"/>
                </a:lnTo>
                <a:lnTo>
                  <a:pt x="632" y="541"/>
                </a:lnTo>
                <a:lnTo>
                  <a:pt x="632" y="540"/>
                </a:lnTo>
                <a:lnTo>
                  <a:pt x="631" y="540"/>
                </a:lnTo>
                <a:lnTo>
                  <a:pt x="631" y="539"/>
                </a:lnTo>
                <a:lnTo>
                  <a:pt x="630" y="539"/>
                </a:lnTo>
                <a:lnTo>
                  <a:pt x="630" y="538"/>
                </a:lnTo>
                <a:lnTo>
                  <a:pt x="629" y="537"/>
                </a:lnTo>
                <a:lnTo>
                  <a:pt x="629" y="536"/>
                </a:lnTo>
                <a:lnTo>
                  <a:pt x="630" y="535"/>
                </a:lnTo>
                <a:lnTo>
                  <a:pt x="629" y="534"/>
                </a:lnTo>
                <a:lnTo>
                  <a:pt x="628" y="534"/>
                </a:lnTo>
                <a:lnTo>
                  <a:pt x="627" y="533"/>
                </a:lnTo>
                <a:lnTo>
                  <a:pt x="627" y="532"/>
                </a:lnTo>
                <a:lnTo>
                  <a:pt x="627" y="531"/>
                </a:lnTo>
                <a:lnTo>
                  <a:pt x="627" y="530"/>
                </a:lnTo>
                <a:lnTo>
                  <a:pt x="627" y="529"/>
                </a:lnTo>
                <a:lnTo>
                  <a:pt x="627" y="527"/>
                </a:lnTo>
                <a:lnTo>
                  <a:pt x="627" y="525"/>
                </a:lnTo>
                <a:lnTo>
                  <a:pt x="626" y="524"/>
                </a:lnTo>
                <a:lnTo>
                  <a:pt x="626" y="523"/>
                </a:lnTo>
                <a:lnTo>
                  <a:pt x="626" y="522"/>
                </a:lnTo>
                <a:lnTo>
                  <a:pt x="626" y="521"/>
                </a:lnTo>
                <a:lnTo>
                  <a:pt x="625" y="521"/>
                </a:lnTo>
                <a:lnTo>
                  <a:pt x="624" y="520"/>
                </a:lnTo>
                <a:lnTo>
                  <a:pt x="622" y="520"/>
                </a:lnTo>
                <a:lnTo>
                  <a:pt x="622" y="519"/>
                </a:lnTo>
                <a:lnTo>
                  <a:pt x="621" y="519"/>
                </a:lnTo>
                <a:lnTo>
                  <a:pt x="621" y="518"/>
                </a:lnTo>
                <a:lnTo>
                  <a:pt x="621" y="517"/>
                </a:lnTo>
                <a:lnTo>
                  <a:pt x="622" y="517"/>
                </a:lnTo>
                <a:lnTo>
                  <a:pt x="622" y="516"/>
                </a:lnTo>
                <a:lnTo>
                  <a:pt x="622" y="514"/>
                </a:lnTo>
                <a:lnTo>
                  <a:pt x="622" y="510"/>
                </a:lnTo>
                <a:lnTo>
                  <a:pt x="622" y="509"/>
                </a:lnTo>
                <a:lnTo>
                  <a:pt x="622" y="507"/>
                </a:lnTo>
                <a:lnTo>
                  <a:pt x="623" y="506"/>
                </a:lnTo>
                <a:lnTo>
                  <a:pt x="623" y="504"/>
                </a:lnTo>
                <a:lnTo>
                  <a:pt x="623" y="503"/>
                </a:lnTo>
                <a:lnTo>
                  <a:pt x="622" y="501"/>
                </a:lnTo>
                <a:lnTo>
                  <a:pt x="622" y="500"/>
                </a:lnTo>
                <a:lnTo>
                  <a:pt x="622" y="499"/>
                </a:lnTo>
                <a:lnTo>
                  <a:pt x="621" y="498"/>
                </a:lnTo>
                <a:lnTo>
                  <a:pt x="621" y="495"/>
                </a:lnTo>
                <a:lnTo>
                  <a:pt x="620" y="492"/>
                </a:lnTo>
                <a:lnTo>
                  <a:pt x="620" y="490"/>
                </a:lnTo>
                <a:lnTo>
                  <a:pt x="620" y="488"/>
                </a:lnTo>
                <a:lnTo>
                  <a:pt x="619" y="485"/>
                </a:lnTo>
                <a:lnTo>
                  <a:pt x="618" y="483"/>
                </a:lnTo>
                <a:lnTo>
                  <a:pt x="617" y="481"/>
                </a:lnTo>
                <a:lnTo>
                  <a:pt x="617" y="480"/>
                </a:lnTo>
                <a:lnTo>
                  <a:pt x="618" y="480"/>
                </a:lnTo>
                <a:lnTo>
                  <a:pt x="619" y="479"/>
                </a:lnTo>
                <a:lnTo>
                  <a:pt x="619" y="478"/>
                </a:lnTo>
                <a:lnTo>
                  <a:pt x="620" y="476"/>
                </a:lnTo>
                <a:lnTo>
                  <a:pt x="620" y="474"/>
                </a:lnTo>
                <a:lnTo>
                  <a:pt x="621" y="473"/>
                </a:lnTo>
                <a:lnTo>
                  <a:pt x="621" y="471"/>
                </a:lnTo>
                <a:lnTo>
                  <a:pt x="622" y="469"/>
                </a:lnTo>
                <a:lnTo>
                  <a:pt x="623" y="468"/>
                </a:lnTo>
                <a:lnTo>
                  <a:pt x="623" y="467"/>
                </a:lnTo>
                <a:lnTo>
                  <a:pt x="622" y="466"/>
                </a:lnTo>
                <a:lnTo>
                  <a:pt x="621" y="465"/>
                </a:lnTo>
                <a:lnTo>
                  <a:pt x="619" y="463"/>
                </a:lnTo>
                <a:lnTo>
                  <a:pt x="617" y="460"/>
                </a:lnTo>
                <a:lnTo>
                  <a:pt x="615" y="459"/>
                </a:lnTo>
                <a:lnTo>
                  <a:pt x="614" y="458"/>
                </a:lnTo>
                <a:lnTo>
                  <a:pt x="612" y="457"/>
                </a:lnTo>
                <a:lnTo>
                  <a:pt x="610" y="457"/>
                </a:lnTo>
                <a:lnTo>
                  <a:pt x="609" y="456"/>
                </a:lnTo>
                <a:lnTo>
                  <a:pt x="608" y="456"/>
                </a:lnTo>
                <a:lnTo>
                  <a:pt x="607" y="455"/>
                </a:lnTo>
                <a:lnTo>
                  <a:pt x="606" y="455"/>
                </a:lnTo>
                <a:lnTo>
                  <a:pt x="604" y="453"/>
                </a:lnTo>
                <a:lnTo>
                  <a:pt x="604" y="452"/>
                </a:lnTo>
                <a:lnTo>
                  <a:pt x="604" y="451"/>
                </a:lnTo>
                <a:lnTo>
                  <a:pt x="603" y="450"/>
                </a:lnTo>
                <a:lnTo>
                  <a:pt x="602" y="449"/>
                </a:lnTo>
                <a:lnTo>
                  <a:pt x="602" y="448"/>
                </a:lnTo>
                <a:lnTo>
                  <a:pt x="603" y="447"/>
                </a:lnTo>
                <a:lnTo>
                  <a:pt x="603" y="446"/>
                </a:lnTo>
                <a:lnTo>
                  <a:pt x="602" y="445"/>
                </a:lnTo>
                <a:lnTo>
                  <a:pt x="601" y="444"/>
                </a:lnTo>
                <a:lnTo>
                  <a:pt x="600" y="444"/>
                </a:lnTo>
                <a:lnTo>
                  <a:pt x="600" y="445"/>
                </a:lnTo>
                <a:lnTo>
                  <a:pt x="599" y="446"/>
                </a:lnTo>
                <a:lnTo>
                  <a:pt x="598" y="446"/>
                </a:lnTo>
                <a:lnTo>
                  <a:pt x="597" y="447"/>
                </a:lnTo>
                <a:lnTo>
                  <a:pt x="595" y="447"/>
                </a:lnTo>
                <a:lnTo>
                  <a:pt x="592" y="447"/>
                </a:lnTo>
                <a:lnTo>
                  <a:pt x="590" y="448"/>
                </a:lnTo>
                <a:lnTo>
                  <a:pt x="588" y="448"/>
                </a:lnTo>
                <a:lnTo>
                  <a:pt x="587" y="449"/>
                </a:lnTo>
                <a:lnTo>
                  <a:pt x="586" y="449"/>
                </a:lnTo>
                <a:lnTo>
                  <a:pt x="585" y="448"/>
                </a:lnTo>
                <a:lnTo>
                  <a:pt x="586" y="447"/>
                </a:lnTo>
                <a:lnTo>
                  <a:pt x="586" y="446"/>
                </a:lnTo>
                <a:lnTo>
                  <a:pt x="585" y="446"/>
                </a:lnTo>
                <a:lnTo>
                  <a:pt x="584" y="445"/>
                </a:lnTo>
                <a:lnTo>
                  <a:pt x="584" y="444"/>
                </a:lnTo>
                <a:lnTo>
                  <a:pt x="582" y="443"/>
                </a:lnTo>
                <a:lnTo>
                  <a:pt x="581" y="443"/>
                </a:lnTo>
                <a:lnTo>
                  <a:pt x="581" y="442"/>
                </a:lnTo>
                <a:lnTo>
                  <a:pt x="582" y="441"/>
                </a:lnTo>
                <a:lnTo>
                  <a:pt x="583" y="441"/>
                </a:lnTo>
                <a:lnTo>
                  <a:pt x="583" y="440"/>
                </a:lnTo>
                <a:lnTo>
                  <a:pt x="582" y="440"/>
                </a:lnTo>
                <a:lnTo>
                  <a:pt x="581" y="439"/>
                </a:lnTo>
                <a:lnTo>
                  <a:pt x="580" y="439"/>
                </a:lnTo>
                <a:lnTo>
                  <a:pt x="579" y="439"/>
                </a:lnTo>
                <a:lnTo>
                  <a:pt x="578" y="438"/>
                </a:lnTo>
                <a:lnTo>
                  <a:pt x="577" y="438"/>
                </a:lnTo>
                <a:lnTo>
                  <a:pt x="576" y="438"/>
                </a:lnTo>
                <a:lnTo>
                  <a:pt x="576" y="437"/>
                </a:lnTo>
                <a:lnTo>
                  <a:pt x="577" y="436"/>
                </a:lnTo>
                <a:lnTo>
                  <a:pt x="578" y="436"/>
                </a:lnTo>
                <a:lnTo>
                  <a:pt x="579" y="435"/>
                </a:lnTo>
                <a:lnTo>
                  <a:pt x="580" y="435"/>
                </a:lnTo>
                <a:lnTo>
                  <a:pt x="581" y="434"/>
                </a:lnTo>
                <a:lnTo>
                  <a:pt x="581" y="433"/>
                </a:lnTo>
                <a:lnTo>
                  <a:pt x="582" y="432"/>
                </a:lnTo>
                <a:lnTo>
                  <a:pt x="583" y="431"/>
                </a:lnTo>
                <a:lnTo>
                  <a:pt x="584" y="431"/>
                </a:lnTo>
                <a:lnTo>
                  <a:pt x="586" y="430"/>
                </a:lnTo>
                <a:lnTo>
                  <a:pt x="588" y="429"/>
                </a:lnTo>
                <a:lnTo>
                  <a:pt x="589" y="428"/>
                </a:lnTo>
                <a:lnTo>
                  <a:pt x="590" y="427"/>
                </a:lnTo>
                <a:lnTo>
                  <a:pt x="591" y="426"/>
                </a:lnTo>
                <a:lnTo>
                  <a:pt x="592" y="425"/>
                </a:lnTo>
                <a:lnTo>
                  <a:pt x="592" y="424"/>
                </a:lnTo>
                <a:lnTo>
                  <a:pt x="594" y="424"/>
                </a:lnTo>
                <a:lnTo>
                  <a:pt x="595" y="423"/>
                </a:lnTo>
                <a:lnTo>
                  <a:pt x="595" y="422"/>
                </a:lnTo>
                <a:lnTo>
                  <a:pt x="596" y="423"/>
                </a:lnTo>
                <a:lnTo>
                  <a:pt x="597" y="423"/>
                </a:lnTo>
                <a:lnTo>
                  <a:pt x="598" y="423"/>
                </a:lnTo>
                <a:lnTo>
                  <a:pt x="599" y="423"/>
                </a:lnTo>
                <a:lnTo>
                  <a:pt x="599" y="422"/>
                </a:lnTo>
                <a:lnTo>
                  <a:pt x="600" y="422"/>
                </a:lnTo>
                <a:lnTo>
                  <a:pt x="601" y="422"/>
                </a:lnTo>
                <a:lnTo>
                  <a:pt x="603" y="425"/>
                </a:lnTo>
                <a:lnTo>
                  <a:pt x="605" y="425"/>
                </a:lnTo>
                <a:lnTo>
                  <a:pt x="606" y="425"/>
                </a:lnTo>
                <a:lnTo>
                  <a:pt x="608" y="424"/>
                </a:lnTo>
                <a:lnTo>
                  <a:pt x="609" y="423"/>
                </a:lnTo>
                <a:lnTo>
                  <a:pt x="610" y="422"/>
                </a:lnTo>
                <a:lnTo>
                  <a:pt x="611" y="421"/>
                </a:lnTo>
                <a:lnTo>
                  <a:pt x="613" y="421"/>
                </a:lnTo>
                <a:lnTo>
                  <a:pt x="615" y="420"/>
                </a:lnTo>
                <a:lnTo>
                  <a:pt x="616" y="421"/>
                </a:lnTo>
                <a:lnTo>
                  <a:pt x="616" y="422"/>
                </a:lnTo>
                <a:lnTo>
                  <a:pt x="617" y="423"/>
                </a:lnTo>
                <a:lnTo>
                  <a:pt x="618" y="423"/>
                </a:lnTo>
                <a:lnTo>
                  <a:pt x="620" y="423"/>
                </a:lnTo>
                <a:lnTo>
                  <a:pt x="621" y="423"/>
                </a:lnTo>
                <a:lnTo>
                  <a:pt x="623" y="422"/>
                </a:lnTo>
                <a:lnTo>
                  <a:pt x="624" y="421"/>
                </a:lnTo>
                <a:lnTo>
                  <a:pt x="625" y="420"/>
                </a:lnTo>
                <a:lnTo>
                  <a:pt x="626" y="419"/>
                </a:lnTo>
                <a:lnTo>
                  <a:pt x="626" y="418"/>
                </a:lnTo>
                <a:lnTo>
                  <a:pt x="628" y="416"/>
                </a:lnTo>
                <a:lnTo>
                  <a:pt x="630" y="415"/>
                </a:lnTo>
                <a:lnTo>
                  <a:pt x="631" y="415"/>
                </a:lnTo>
                <a:lnTo>
                  <a:pt x="631" y="416"/>
                </a:lnTo>
                <a:lnTo>
                  <a:pt x="632" y="416"/>
                </a:lnTo>
                <a:lnTo>
                  <a:pt x="633" y="417"/>
                </a:lnTo>
                <a:lnTo>
                  <a:pt x="635" y="416"/>
                </a:lnTo>
                <a:lnTo>
                  <a:pt x="636" y="416"/>
                </a:lnTo>
                <a:lnTo>
                  <a:pt x="637" y="416"/>
                </a:lnTo>
                <a:lnTo>
                  <a:pt x="639" y="417"/>
                </a:lnTo>
                <a:lnTo>
                  <a:pt x="640" y="417"/>
                </a:lnTo>
                <a:lnTo>
                  <a:pt x="641" y="417"/>
                </a:lnTo>
                <a:lnTo>
                  <a:pt x="642" y="416"/>
                </a:lnTo>
                <a:lnTo>
                  <a:pt x="644" y="415"/>
                </a:lnTo>
                <a:lnTo>
                  <a:pt x="648" y="414"/>
                </a:lnTo>
                <a:lnTo>
                  <a:pt x="649" y="414"/>
                </a:lnTo>
                <a:lnTo>
                  <a:pt x="651" y="413"/>
                </a:lnTo>
                <a:lnTo>
                  <a:pt x="651" y="412"/>
                </a:lnTo>
                <a:lnTo>
                  <a:pt x="651" y="411"/>
                </a:lnTo>
                <a:lnTo>
                  <a:pt x="650" y="411"/>
                </a:lnTo>
                <a:lnTo>
                  <a:pt x="650" y="410"/>
                </a:lnTo>
                <a:lnTo>
                  <a:pt x="651" y="410"/>
                </a:lnTo>
                <a:lnTo>
                  <a:pt x="652" y="410"/>
                </a:lnTo>
                <a:lnTo>
                  <a:pt x="653" y="411"/>
                </a:lnTo>
                <a:lnTo>
                  <a:pt x="654" y="412"/>
                </a:lnTo>
                <a:lnTo>
                  <a:pt x="655" y="412"/>
                </a:lnTo>
                <a:lnTo>
                  <a:pt x="658" y="412"/>
                </a:lnTo>
                <a:lnTo>
                  <a:pt x="659" y="412"/>
                </a:lnTo>
                <a:lnTo>
                  <a:pt x="661" y="413"/>
                </a:lnTo>
                <a:lnTo>
                  <a:pt x="662" y="414"/>
                </a:lnTo>
                <a:lnTo>
                  <a:pt x="662" y="415"/>
                </a:lnTo>
                <a:lnTo>
                  <a:pt x="666" y="415"/>
                </a:lnTo>
                <a:lnTo>
                  <a:pt x="667" y="415"/>
                </a:lnTo>
                <a:lnTo>
                  <a:pt x="668" y="414"/>
                </a:lnTo>
                <a:lnTo>
                  <a:pt x="669" y="413"/>
                </a:lnTo>
                <a:lnTo>
                  <a:pt x="670" y="412"/>
                </a:lnTo>
                <a:lnTo>
                  <a:pt x="671" y="411"/>
                </a:lnTo>
                <a:lnTo>
                  <a:pt x="672" y="411"/>
                </a:lnTo>
                <a:lnTo>
                  <a:pt x="673" y="411"/>
                </a:lnTo>
                <a:lnTo>
                  <a:pt x="674" y="411"/>
                </a:lnTo>
                <a:lnTo>
                  <a:pt x="676" y="411"/>
                </a:lnTo>
                <a:lnTo>
                  <a:pt x="678" y="411"/>
                </a:lnTo>
                <a:lnTo>
                  <a:pt x="680" y="410"/>
                </a:lnTo>
                <a:lnTo>
                  <a:pt x="681" y="410"/>
                </a:lnTo>
                <a:lnTo>
                  <a:pt x="683" y="409"/>
                </a:lnTo>
                <a:lnTo>
                  <a:pt x="684" y="408"/>
                </a:lnTo>
                <a:lnTo>
                  <a:pt x="685" y="407"/>
                </a:lnTo>
                <a:lnTo>
                  <a:pt x="686" y="407"/>
                </a:lnTo>
                <a:lnTo>
                  <a:pt x="686" y="406"/>
                </a:lnTo>
                <a:lnTo>
                  <a:pt x="686" y="405"/>
                </a:lnTo>
                <a:lnTo>
                  <a:pt x="688" y="405"/>
                </a:lnTo>
                <a:lnTo>
                  <a:pt x="689" y="406"/>
                </a:lnTo>
                <a:lnTo>
                  <a:pt x="690" y="406"/>
                </a:lnTo>
                <a:lnTo>
                  <a:pt x="690" y="407"/>
                </a:lnTo>
                <a:lnTo>
                  <a:pt x="691" y="407"/>
                </a:lnTo>
                <a:lnTo>
                  <a:pt x="691" y="406"/>
                </a:lnTo>
                <a:lnTo>
                  <a:pt x="691" y="405"/>
                </a:lnTo>
                <a:lnTo>
                  <a:pt x="692" y="404"/>
                </a:lnTo>
                <a:lnTo>
                  <a:pt x="693" y="404"/>
                </a:lnTo>
                <a:lnTo>
                  <a:pt x="695" y="404"/>
                </a:lnTo>
                <a:lnTo>
                  <a:pt x="696" y="404"/>
                </a:lnTo>
                <a:lnTo>
                  <a:pt x="696" y="403"/>
                </a:lnTo>
                <a:lnTo>
                  <a:pt x="697" y="403"/>
                </a:lnTo>
                <a:lnTo>
                  <a:pt x="698" y="403"/>
                </a:lnTo>
                <a:lnTo>
                  <a:pt x="699" y="404"/>
                </a:lnTo>
                <a:lnTo>
                  <a:pt x="701" y="404"/>
                </a:lnTo>
                <a:lnTo>
                  <a:pt x="702" y="403"/>
                </a:lnTo>
                <a:lnTo>
                  <a:pt x="704" y="402"/>
                </a:lnTo>
                <a:lnTo>
                  <a:pt x="705" y="401"/>
                </a:lnTo>
                <a:lnTo>
                  <a:pt x="707" y="401"/>
                </a:lnTo>
                <a:lnTo>
                  <a:pt x="708" y="401"/>
                </a:lnTo>
                <a:lnTo>
                  <a:pt x="709" y="402"/>
                </a:lnTo>
                <a:lnTo>
                  <a:pt x="710" y="402"/>
                </a:lnTo>
                <a:lnTo>
                  <a:pt x="710" y="401"/>
                </a:lnTo>
                <a:lnTo>
                  <a:pt x="711" y="400"/>
                </a:lnTo>
                <a:lnTo>
                  <a:pt x="712" y="400"/>
                </a:lnTo>
                <a:lnTo>
                  <a:pt x="713" y="399"/>
                </a:lnTo>
                <a:lnTo>
                  <a:pt x="714" y="399"/>
                </a:lnTo>
                <a:lnTo>
                  <a:pt x="715" y="399"/>
                </a:lnTo>
                <a:lnTo>
                  <a:pt x="716" y="400"/>
                </a:lnTo>
                <a:lnTo>
                  <a:pt x="716" y="401"/>
                </a:lnTo>
                <a:lnTo>
                  <a:pt x="717" y="401"/>
                </a:lnTo>
                <a:lnTo>
                  <a:pt x="718" y="401"/>
                </a:lnTo>
                <a:lnTo>
                  <a:pt x="719" y="400"/>
                </a:lnTo>
                <a:lnTo>
                  <a:pt x="721" y="399"/>
                </a:lnTo>
                <a:lnTo>
                  <a:pt x="723" y="399"/>
                </a:lnTo>
                <a:lnTo>
                  <a:pt x="724" y="398"/>
                </a:lnTo>
                <a:lnTo>
                  <a:pt x="724" y="397"/>
                </a:lnTo>
                <a:lnTo>
                  <a:pt x="725" y="396"/>
                </a:lnTo>
                <a:lnTo>
                  <a:pt x="728" y="396"/>
                </a:lnTo>
                <a:lnTo>
                  <a:pt x="728" y="395"/>
                </a:lnTo>
                <a:lnTo>
                  <a:pt x="728" y="394"/>
                </a:lnTo>
                <a:lnTo>
                  <a:pt x="728" y="393"/>
                </a:lnTo>
                <a:lnTo>
                  <a:pt x="730" y="393"/>
                </a:lnTo>
                <a:lnTo>
                  <a:pt x="732" y="392"/>
                </a:lnTo>
                <a:lnTo>
                  <a:pt x="733" y="391"/>
                </a:lnTo>
                <a:lnTo>
                  <a:pt x="735" y="391"/>
                </a:lnTo>
                <a:lnTo>
                  <a:pt x="736" y="392"/>
                </a:lnTo>
                <a:lnTo>
                  <a:pt x="737" y="391"/>
                </a:lnTo>
                <a:lnTo>
                  <a:pt x="738" y="390"/>
                </a:lnTo>
                <a:lnTo>
                  <a:pt x="739" y="390"/>
                </a:lnTo>
                <a:lnTo>
                  <a:pt x="740" y="390"/>
                </a:lnTo>
                <a:lnTo>
                  <a:pt x="740" y="391"/>
                </a:lnTo>
                <a:lnTo>
                  <a:pt x="741" y="391"/>
                </a:lnTo>
                <a:lnTo>
                  <a:pt x="742" y="391"/>
                </a:lnTo>
                <a:lnTo>
                  <a:pt x="742" y="390"/>
                </a:lnTo>
                <a:lnTo>
                  <a:pt x="743" y="390"/>
                </a:lnTo>
                <a:lnTo>
                  <a:pt x="743" y="389"/>
                </a:lnTo>
                <a:lnTo>
                  <a:pt x="744" y="389"/>
                </a:lnTo>
                <a:lnTo>
                  <a:pt x="746" y="389"/>
                </a:lnTo>
                <a:lnTo>
                  <a:pt x="746" y="388"/>
                </a:lnTo>
                <a:lnTo>
                  <a:pt x="747" y="388"/>
                </a:lnTo>
                <a:lnTo>
                  <a:pt x="747" y="389"/>
                </a:lnTo>
                <a:lnTo>
                  <a:pt x="748" y="390"/>
                </a:lnTo>
                <a:lnTo>
                  <a:pt x="749" y="391"/>
                </a:lnTo>
                <a:lnTo>
                  <a:pt x="749" y="392"/>
                </a:lnTo>
                <a:lnTo>
                  <a:pt x="751" y="393"/>
                </a:lnTo>
                <a:lnTo>
                  <a:pt x="751" y="395"/>
                </a:lnTo>
                <a:lnTo>
                  <a:pt x="753" y="397"/>
                </a:lnTo>
                <a:lnTo>
                  <a:pt x="754" y="398"/>
                </a:lnTo>
                <a:lnTo>
                  <a:pt x="754" y="399"/>
                </a:lnTo>
                <a:lnTo>
                  <a:pt x="755" y="399"/>
                </a:lnTo>
                <a:lnTo>
                  <a:pt x="756" y="399"/>
                </a:lnTo>
                <a:lnTo>
                  <a:pt x="756" y="400"/>
                </a:lnTo>
                <a:lnTo>
                  <a:pt x="757" y="401"/>
                </a:lnTo>
                <a:lnTo>
                  <a:pt x="758" y="402"/>
                </a:lnTo>
                <a:lnTo>
                  <a:pt x="759" y="403"/>
                </a:lnTo>
                <a:lnTo>
                  <a:pt x="759" y="404"/>
                </a:lnTo>
                <a:lnTo>
                  <a:pt x="760" y="404"/>
                </a:lnTo>
                <a:lnTo>
                  <a:pt x="762" y="404"/>
                </a:lnTo>
                <a:lnTo>
                  <a:pt x="763" y="403"/>
                </a:lnTo>
                <a:lnTo>
                  <a:pt x="765" y="403"/>
                </a:lnTo>
                <a:lnTo>
                  <a:pt x="767" y="403"/>
                </a:lnTo>
                <a:lnTo>
                  <a:pt x="768" y="403"/>
                </a:lnTo>
                <a:lnTo>
                  <a:pt x="769" y="403"/>
                </a:lnTo>
                <a:lnTo>
                  <a:pt x="770" y="402"/>
                </a:lnTo>
                <a:lnTo>
                  <a:pt x="771" y="402"/>
                </a:lnTo>
                <a:lnTo>
                  <a:pt x="772" y="402"/>
                </a:lnTo>
                <a:lnTo>
                  <a:pt x="773" y="402"/>
                </a:lnTo>
                <a:lnTo>
                  <a:pt x="774" y="402"/>
                </a:lnTo>
                <a:lnTo>
                  <a:pt x="774" y="403"/>
                </a:lnTo>
                <a:lnTo>
                  <a:pt x="774" y="404"/>
                </a:lnTo>
                <a:lnTo>
                  <a:pt x="774" y="405"/>
                </a:lnTo>
                <a:lnTo>
                  <a:pt x="775" y="406"/>
                </a:lnTo>
                <a:lnTo>
                  <a:pt x="776" y="406"/>
                </a:lnTo>
                <a:lnTo>
                  <a:pt x="777" y="406"/>
                </a:lnTo>
                <a:lnTo>
                  <a:pt x="778" y="406"/>
                </a:lnTo>
                <a:lnTo>
                  <a:pt x="779" y="405"/>
                </a:lnTo>
                <a:lnTo>
                  <a:pt x="780" y="405"/>
                </a:lnTo>
                <a:lnTo>
                  <a:pt x="781" y="405"/>
                </a:lnTo>
                <a:lnTo>
                  <a:pt x="782" y="405"/>
                </a:lnTo>
                <a:lnTo>
                  <a:pt x="783" y="405"/>
                </a:lnTo>
                <a:lnTo>
                  <a:pt x="783" y="404"/>
                </a:lnTo>
                <a:lnTo>
                  <a:pt x="785" y="404"/>
                </a:lnTo>
                <a:lnTo>
                  <a:pt x="787" y="404"/>
                </a:lnTo>
                <a:lnTo>
                  <a:pt x="789" y="403"/>
                </a:lnTo>
                <a:lnTo>
                  <a:pt x="790" y="403"/>
                </a:lnTo>
                <a:lnTo>
                  <a:pt x="791" y="403"/>
                </a:lnTo>
                <a:lnTo>
                  <a:pt x="792" y="403"/>
                </a:lnTo>
                <a:lnTo>
                  <a:pt x="798" y="406"/>
                </a:lnTo>
                <a:lnTo>
                  <a:pt x="802" y="407"/>
                </a:lnTo>
                <a:lnTo>
                  <a:pt x="809" y="410"/>
                </a:lnTo>
                <a:lnTo>
                  <a:pt x="816" y="407"/>
                </a:lnTo>
                <a:lnTo>
                  <a:pt x="819" y="405"/>
                </a:lnTo>
                <a:lnTo>
                  <a:pt x="820" y="392"/>
                </a:lnTo>
                <a:lnTo>
                  <a:pt x="817" y="387"/>
                </a:lnTo>
                <a:lnTo>
                  <a:pt x="815" y="384"/>
                </a:lnTo>
                <a:lnTo>
                  <a:pt x="806" y="381"/>
                </a:lnTo>
                <a:lnTo>
                  <a:pt x="791" y="373"/>
                </a:lnTo>
                <a:lnTo>
                  <a:pt x="791" y="371"/>
                </a:lnTo>
                <a:lnTo>
                  <a:pt x="790" y="365"/>
                </a:lnTo>
                <a:lnTo>
                  <a:pt x="792" y="362"/>
                </a:lnTo>
                <a:lnTo>
                  <a:pt x="792" y="360"/>
                </a:lnTo>
                <a:lnTo>
                  <a:pt x="792" y="356"/>
                </a:lnTo>
                <a:lnTo>
                  <a:pt x="792" y="355"/>
                </a:lnTo>
                <a:lnTo>
                  <a:pt x="792" y="354"/>
                </a:lnTo>
                <a:lnTo>
                  <a:pt x="795" y="351"/>
                </a:lnTo>
                <a:lnTo>
                  <a:pt x="795" y="350"/>
                </a:lnTo>
                <a:lnTo>
                  <a:pt x="796" y="349"/>
                </a:lnTo>
                <a:lnTo>
                  <a:pt x="797" y="348"/>
                </a:lnTo>
                <a:lnTo>
                  <a:pt x="797" y="345"/>
                </a:lnTo>
                <a:lnTo>
                  <a:pt x="797" y="344"/>
                </a:lnTo>
                <a:lnTo>
                  <a:pt x="797" y="342"/>
                </a:lnTo>
                <a:lnTo>
                  <a:pt x="797" y="341"/>
                </a:lnTo>
                <a:lnTo>
                  <a:pt x="796" y="340"/>
                </a:lnTo>
                <a:lnTo>
                  <a:pt x="796" y="339"/>
                </a:lnTo>
                <a:lnTo>
                  <a:pt x="796" y="338"/>
                </a:lnTo>
                <a:lnTo>
                  <a:pt x="796" y="337"/>
                </a:lnTo>
                <a:lnTo>
                  <a:pt x="797" y="337"/>
                </a:lnTo>
                <a:lnTo>
                  <a:pt x="797" y="335"/>
                </a:lnTo>
                <a:lnTo>
                  <a:pt x="797" y="332"/>
                </a:lnTo>
                <a:lnTo>
                  <a:pt x="800" y="330"/>
                </a:lnTo>
                <a:lnTo>
                  <a:pt x="802" y="329"/>
                </a:lnTo>
                <a:lnTo>
                  <a:pt x="803" y="328"/>
                </a:lnTo>
                <a:lnTo>
                  <a:pt x="805" y="329"/>
                </a:lnTo>
                <a:lnTo>
                  <a:pt x="807" y="328"/>
                </a:lnTo>
                <a:lnTo>
                  <a:pt x="813" y="309"/>
                </a:lnTo>
                <a:lnTo>
                  <a:pt x="821" y="296"/>
                </a:lnTo>
                <a:lnTo>
                  <a:pt x="831" y="275"/>
                </a:lnTo>
                <a:lnTo>
                  <a:pt x="836" y="264"/>
                </a:lnTo>
                <a:lnTo>
                  <a:pt x="837" y="256"/>
                </a:lnTo>
                <a:lnTo>
                  <a:pt x="840" y="247"/>
                </a:lnTo>
                <a:lnTo>
                  <a:pt x="845" y="244"/>
                </a:lnTo>
                <a:lnTo>
                  <a:pt x="845" y="241"/>
                </a:lnTo>
                <a:lnTo>
                  <a:pt x="849" y="229"/>
                </a:lnTo>
                <a:lnTo>
                  <a:pt x="850" y="226"/>
                </a:lnTo>
                <a:lnTo>
                  <a:pt x="850" y="224"/>
                </a:lnTo>
                <a:lnTo>
                  <a:pt x="850" y="222"/>
                </a:lnTo>
                <a:lnTo>
                  <a:pt x="851" y="222"/>
                </a:lnTo>
                <a:lnTo>
                  <a:pt x="854" y="219"/>
                </a:lnTo>
                <a:lnTo>
                  <a:pt x="855" y="217"/>
                </a:lnTo>
                <a:lnTo>
                  <a:pt x="856" y="214"/>
                </a:lnTo>
                <a:lnTo>
                  <a:pt x="857" y="212"/>
                </a:lnTo>
                <a:lnTo>
                  <a:pt x="857" y="211"/>
                </a:lnTo>
                <a:lnTo>
                  <a:pt x="857" y="210"/>
                </a:lnTo>
                <a:lnTo>
                  <a:pt x="858" y="210"/>
                </a:lnTo>
                <a:lnTo>
                  <a:pt x="858" y="209"/>
                </a:lnTo>
                <a:lnTo>
                  <a:pt x="858" y="207"/>
                </a:lnTo>
                <a:lnTo>
                  <a:pt x="859" y="206"/>
                </a:lnTo>
                <a:lnTo>
                  <a:pt x="859" y="205"/>
                </a:lnTo>
                <a:lnTo>
                  <a:pt x="858" y="203"/>
                </a:lnTo>
                <a:lnTo>
                  <a:pt x="858" y="201"/>
                </a:lnTo>
                <a:lnTo>
                  <a:pt x="859" y="201"/>
                </a:lnTo>
                <a:lnTo>
                  <a:pt x="860" y="201"/>
                </a:lnTo>
                <a:lnTo>
                  <a:pt x="861" y="201"/>
                </a:lnTo>
                <a:lnTo>
                  <a:pt x="863" y="200"/>
                </a:lnTo>
                <a:lnTo>
                  <a:pt x="864" y="200"/>
                </a:lnTo>
                <a:lnTo>
                  <a:pt x="865" y="201"/>
                </a:lnTo>
                <a:lnTo>
                  <a:pt x="867" y="200"/>
                </a:lnTo>
                <a:lnTo>
                  <a:pt x="868" y="200"/>
                </a:lnTo>
                <a:lnTo>
                  <a:pt x="869" y="199"/>
                </a:lnTo>
                <a:lnTo>
                  <a:pt x="870" y="199"/>
                </a:lnTo>
                <a:lnTo>
                  <a:pt x="871" y="200"/>
                </a:lnTo>
                <a:lnTo>
                  <a:pt x="873" y="201"/>
                </a:lnTo>
                <a:lnTo>
                  <a:pt x="874" y="201"/>
                </a:lnTo>
                <a:lnTo>
                  <a:pt x="875" y="201"/>
                </a:lnTo>
                <a:lnTo>
                  <a:pt x="875" y="202"/>
                </a:lnTo>
                <a:lnTo>
                  <a:pt x="876" y="203"/>
                </a:lnTo>
                <a:lnTo>
                  <a:pt x="876" y="204"/>
                </a:lnTo>
                <a:lnTo>
                  <a:pt x="877" y="204"/>
                </a:lnTo>
                <a:lnTo>
                  <a:pt x="878" y="204"/>
                </a:lnTo>
                <a:lnTo>
                  <a:pt x="878" y="205"/>
                </a:lnTo>
                <a:lnTo>
                  <a:pt x="879" y="205"/>
                </a:lnTo>
                <a:lnTo>
                  <a:pt x="882" y="205"/>
                </a:lnTo>
                <a:lnTo>
                  <a:pt x="883" y="205"/>
                </a:lnTo>
                <a:lnTo>
                  <a:pt x="884" y="205"/>
                </a:lnTo>
                <a:lnTo>
                  <a:pt x="885" y="206"/>
                </a:lnTo>
                <a:lnTo>
                  <a:pt x="886" y="206"/>
                </a:lnTo>
                <a:lnTo>
                  <a:pt x="887" y="205"/>
                </a:lnTo>
                <a:lnTo>
                  <a:pt x="888" y="205"/>
                </a:lnTo>
                <a:lnTo>
                  <a:pt x="889" y="205"/>
                </a:lnTo>
                <a:lnTo>
                  <a:pt x="889" y="206"/>
                </a:lnTo>
                <a:lnTo>
                  <a:pt x="890" y="207"/>
                </a:lnTo>
                <a:lnTo>
                  <a:pt x="891" y="207"/>
                </a:lnTo>
                <a:lnTo>
                  <a:pt x="892" y="208"/>
                </a:lnTo>
                <a:lnTo>
                  <a:pt x="893" y="210"/>
                </a:lnTo>
                <a:lnTo>
                  <a:pt x="893" y="211"/>
                </a:lnTo>
                <a:lnTo>
                  <a:pt x="894" y="211"/>
                </a:lnTo>
                <a:lnTo>
                  <a:pt x="895" y="211"/>
                </a:lnTo>
                <a:lnTo>
                  <a:pt x="896" y="210"/>
                </a:lnTo>
                <a:lnTo>
                  <a:pt x="897" y="210"/>
                </a:lnTo>
                <a:lnTo>
                  <a:pt x="898" y="210"/>
                </a:lnTo>
                <a:lnTo>
                  <a:pt x="898" y="211"/>
                </a:lnTo>
                <a:lnTo>
                  <a:pt x="899" y="211"/>
                </a:lnTo>
                <a:lnTo>
                  <a:pt x="900" y="211"/>
                </a:lnTo>
                <a:lnTo>
                  <a:pt x="900" y="212"/>
                </a:lnTo>
                <a:lnTo>
                  <a:pt x="901" y="212"/>
                </a:lnTo>
                <a:lnTo>
                  <a:pt x="902" y="212"/>
                </a:lnTo>
                <a:lnTo>
                  <a:pt x="903" y="213"/>
                </a:lnTo>
                <a:lnTo>
                  <a:pt x="904" y="214"/>
                </a:lnTo>
                <a:lnTo>
                  <a:pt x="905" y="215"/>
                </a:lnTo>
                <a:lnTo>
                  <a:pt x="906" y="215"/>
                </a:lnTo>
                <a:lnTo>
                  <a:pt x="907" y="215"/>
                </a:lnTo>
                <a:lnTo>
                  <a:pt x="908" y="215"/>
                </a:lnTo>
                <a:lnTo>
                  <a:pt x="908" y="216"/>
                </a:lnTo>
                <a:lnTo>
                  <a:pt x="907" y="216"/>
                </a:lnTo>
                <a:lnTo>
                  <a:pt x="907" y="217"/>
                </a:lnTo>
                <a:lnTo>
                  <a:pt x="908" y="217"/>
                </a:lnTo>
                <a:lnTo>
                  <a:pt x="909" y="217"/>
                </a:lnTo>
                <a:lnTo>
                  <a:pt x="910" y="217"/>
                </a:lnTo>
                <a:lnTo>
                  <a:pt x="912" y="218"/>
                </a:lnTo>
                <a:lnTo>
                  <a:pt x="913" y="219"/>
                </a:lnTo>
                <a:lnTo>
                  <a:pt x="914" y="219"/>
                </a:lnTo>
                <a:lnTo>
                  <a:pt x="915" y="219"/>
                </a:lnTo>
                <a:lnTo>
                  <a:pt x="916" y="219"/>
                </a:lnTo>
                <a:lnTo>
                  <a:pt x="918" y="220"/>
                </a:lnTo>
                <a:lnTo>
                  <a:pt x="919" y="220"/>
                </a:lnTo>
                <a:lnTo>
                  <a:pt x="919" y="222"/>
                </a:lnTo>
                <a:lnTo>
                  <a:pt x="920" y="222"/>
                </a:lnTo>
                <a:lnTo>
                  <a:pt x="920" y="221"/>
                </a:lnTo>
                <a:lnTo>
                  <a:pt x="921" y="221"/>
                </a:lnTo>
                <a:lnTo>
                  <a:pt x="922" y="221"/>
                </a:lnTo>
                <a:lnTo>
                  <a:pt x="923" y="220"/>
                </a:lnTo>
                <a:lnTo>
                  <a:pt x="924" y="220"/>
                </a:lnTo>
                <a:lnTo>
                  <a:pt x="925" y="221"/>
                </a:lnTo>
                <a:lnTo>
                  <a:pt x="926" y="221"/>
                </a:lnTo>
                <a:lnTo>
                  <a:pt x="927" y="221"/>
                </a:lnTo>
                <a:lnTo>
                  <a:pt x="928" y="222"/>
                </a:lnTo>
                <a:lnTo>
                  <a:pt x="929" y="222"/>
                </a:lnTo>
                <a:lnTo>
                  <a:pt x="931" y="223"/>
                </a:lnTo>
                <a:lnTo>
                  <a:pt x="932" y="223"/>
                </a:lnTo>
                <a:lnTo>
                  <a:pt x="932" y="224"/>
                </a:lnTo>
                <a:lnTo>
                  <a:pt x="933" y="224"/>
                </a:lnTo>
                <a:lnTo>
                  <a:pt x="934" y="224"/>
                </a:lnTo>
                <a:lnTo>
                  <a:pt x="935" y="224"/>
                </a:lnTo>
                <a:lnTo>
                  <a:pt x="935" y="225"/>
                </a:lnTo>
                <a:lnTo>
                  <a:pt x="936" y="225"/>
                </a:lnTo>
                <a:lnTo>
                  <a:pt x="937" y="225"/>
                </a:lnTo>
                <a:lnTo>
                  <a:pt x="938" y="225"/>
                </a:lnTo>
                <a:lnTo>
                  <a:pt x="938" y="226"/>
                </a:lnTo>
                <a:lnTo>
                  <a:pt x="939" y="227"/>
                </a:lnTo>
                <a:lnTo>
                  <a:pt x="940" y="226"/>
                </a:lnTo>
                <a:lnTo>
                  <a:pt x="941" y="225"/>
                </a:lnTo>
                <a:lnTo>
                  <a:pt x="943" y="225"/>
                </a:lnTo>
                <a:lnTo>
                  <a:pt x="944" y="225"/>
                </a:lnTo>
                <a:lnTo>
                  <a:pt x="945" y="225"/>
                </a:lnTo>
                <a:lnTo>
                  <a:pt x="946" y="225"/>
                </a:lnTo>
                <a:lnTo>
                  <a:pt x="947" y="224"/>
                </a:lnTo>
                <a:lnTo>
                  <a:pt x="948" y="224"/>
                </a:lnTo>
                <a:lnTo>
                  <a:pt x="948" y="225"/>
                </a:lnTo>
                <a:lnTo>
                  <a:pt x="950" y="225"/>
                </a:lnTo>
                <a:lnTo>
                  <a:pt x="953" y="226"/>
                </a:lnTo>
                <a:lnTo>
                  <a:pt x="956" y="227"/>
                </a:lnTo>
                <a:lnTo>
                  <a:pt x="959" y="226"/>
                </a:lnTo>
                <a:lnTo>
                  <a:pt x="961" y="225"/>
                </a:lnTo>
                <a:lnTo>
                  <a:pt x="963" y="224"/>
                </a:lnTo>
                <a:lnTo>
                  <a:pt x="965" y="223"/>
                </a:lnTo>
                <a:lnTo>
                  <a:pt x="966" y="223"/>
                </a:lnTo>
                <a:lnTo>
                  <a:pt x="967" y="223"/>
                </a:lnTo>
                <a:lnTo>
                  <a:pt x="969" y="223"/>
                </a:lnTo>
                <a:lnTo>
                  <a:pt x="969" y="224"/>
                </a:lnTo>
                <a:lnTo>
                  <a:pt x="970" y="224"/>
                </a:lnTo>
                <a:lnTo>
                  <a:pt x="971" y="223"/>
                </a:lnTo>
                <a:lnTo>
                  <a:pt x="972" y="223"/>
                </a:lnTo>
                <a:lnTo>
                  <a:pt x="973" y="223"/>
                </a:lnTo>
                <a:lnTo>
                  <a:pt x="974" y="224"/>
                </a:lnTo>
                <a:lnTo>
                  <a:pt x="975" y="224"/>
                </a:lnTo>
                <a:lnTo>
                  <a:pt x="976" y="223"/>
                </a:lnTo>
                <a:lnTo>
                  <a:pt x="977" y="223"/>
                </a:lnTo>
                <a:lnTo>
                  <a:pt x="978" y="223"/>
                </a:lnTo>
                <a:lnTo>
                  <a:pt x="978" y="224"/>
                </a:lnTo>
                <a:lnTo>
                  <a:pt x="979" y="224"/>
                </a:lnTo>
                <a:lnTo>
                  <a:pt x="981" y="224"/>
                </a:lnTo>
                <a:lnTo>
                  <a:pt x="983" y="223"/>
                </a:lnTo>
                <a:lnTo>
                  <a:pt x="985" y="223"/>
                </a:lnTo>
                <a:lnTo>
                  <a:pt x="986" y="223"/>
                </a:lnTo>
                <a:lnTo>
                  <a:pt x="987" y="223"/>
                </a:lnTo>
                <a:lnTo>
                  <a:pt x="988" y="223"/>
                </a:lnTo>
                <a:lnTo>
                  <a:pt x="989" y="224"/>
                </a:lnTo>
                <a:lnTo>
                  <a:pt x="990" y="224"/>
                </a:lnTo>
                <a:lnTo>
                  <a:pt x="991" y="225"/>
                </a:lnTo>
                <a:lnTo>
                  <a:pt x="992" y="226"/>
                </a:lnTo>
                <a:lnTo>
                  <a:pt x="993" y="226"/>
                </a:lnTo>
                <a:lnTo>
                  <a:pt x="995" y="225"/>
                </a:lnTo>
                <a:lnTo>
                  <a:pt x="997" y="224"/>
                </a:lnTo>
                <a:lnTo>
                  <a:pt x="998" y="224"/>
                </a:lnTo>
                <a:lnTo>
                  <a:pt x="1000" y="224"/>
                </a:lnTo>
                <a:lnTo>
                  <a:pt x="1002" y="224"/>
                </a:lnTo>
                <a:lnTo>
                  <a:pt x="1004" y="224"/>
                </a:lnTo>
                <a:lnTo>
                  <a:pt x="1005" y="224"/>
                </a:lnTo>
                <a:lnTo>
                  <a:pt x="1006" y="223"/>
                </a:lnTo>
                <a:lnTo>
                  <a:pt x="1007" y="223"/>
                </a:lnTo>
                <a:lnTo>
                  <a:pt x="1007" y="224"/>
                </a:lnTo>
                <a:lnTo>
                  <a:pt x="1008" y="223"/>
                </a:lnTo>
                <a:lnTo>
                  <a:pt x="1009" y="223"/>
                </a:lnTo>
                <a:lnTo>
                  <a:pt x="1012" y="222"/>
                </a:lnTo>
                <a:lnTo>
                  <a:pt x="1015" y="223"/>
                </a:lnTo>
                <a:lnTo>
                  <a:pt x="1016" y="224"/>
                </a:lnTo>
                <a:lnTo>
                  <a:pt x="1017" y="225"/>
                </a:lnTo>
                <a:lnTo>
                  <a:pt x="1019" y="226"/>
                </a:lnTo>
                <a:lnTo>
                  <a:pt x="1021" y="227"/>
                </a:lnTo>
                <a:lnTo>
                  <a:pt x="1023" y="227"/>
                </a:lnTo>
                <a:lnTo>
                  <a:pt x="1024" y="228"/>
                </a:lnTo>
                <a:lnTo>
                  <a:pt x="1024" y="229"/>
                </a:lnTo>
                <a:lnTo>
                  <a:pt x="1024" y="230"/>
                </a:lnTo>
                <a:lnTo>
                  <a:pt x="1025" y="231"/>
                </a:lnTo>
                <a:lnTo>
                  <a:pt x="1029" y="234"/>
                </a:lnTo>
                <a:lnTo>
                  <a:pt x="1029" y="235"/>
                </a:lnTo>
                <a:lnTo>
                  <a:pt x="1030" y="236"/>
                </a:lnTo>
                <a:lnTo>
                  <a:pt x="1031" y="237"/>
                </a:lnTo>
                <a:lnTo>
                  <a:pt x="1032" y="237"/>
                </a:lnTo>
                <a:lnTo>
                  <a:pt x="1033" y="237"/>
                </a:lnTo>
                <a:lnTo>
                  <a:pt x="1034" y="236"/>
                </a:lnTo>
                <a:lnTo>
                  <a:pt x="1035" y="236"/>
                </a:lnTo>
                <a:lnTo>
                  <a:pt x="1035" y="235"/>
                </a:lnTo>
                <a:lnTo>
                  <a:pt x="1035" y="234"/>
                </a:lnTo>
                <a:lnTo>
                  <a:pt x="1035" y="233"/>
                </a:lnTo>
                <a:lnTo>
                  <a:pt x="1036" y="232"/>
                </a:lnTo>
                <a:lnTo>
                  <a:pt x="1037" y="231"/>
                </a:lnTo>
                <a:lnTo>
                  <a:pt x="1038" y="231"/>
                </a:lnTo>
                <a:lnTo>
                  <a:pt x="1040" y="231"/>
                </a:lnTo>
                <a:lnTo>
                  <a:pt x="1041" y="231"/>
                </a:lnTo>
                <a:lnTo>
                  <a:pt x="1043" y="230"/>
                </a:lnTo>
                <a:lnTo>
                  <a:pt x="1044" y="230"/>
                </a:lnTo>
                <a:lnTo>
                  <a:pt x="1045" y="229"/>
                </a:lnTo>
                <a:lnTo>
                  <a:pt x="1045" y="227"/>
                </a:lnTo>
                <a:lnTo>
                  <a:pt x="1049" y="225"/>
                </a:lnTo>
                <a:lnTo>
                  <a:pt x="1050" y="224"/>
                </a:lnTo>
                <a:lnTo>
                  <a:pt x="1051" y="224"/>
                </a:lnTo>
                <a:lnTo>
                  <a:pt x="1053" y="224"/>
                </a:lnTo>
                <a:lnTo>
                  <a:pt x="1053" y="223"/>
                </a:lnTo>
                <a:lnTo>
                  <a:pt x="1055" y="221"/>
                </a:lnTo>
                <a:lnTo>
                  <a:pt x="1056" y="219"/>
                </a:lnTo>
                <a:lnTo>
                  <a:pt x="1057" y="218"/>
                </a:lnTo>
                <a:lnTo>
                  <a:pt x="1059" y="218"/>
                </a:lnTo>
                <a:lnTo>
                  <a:pt x="1061" y="218"/>
                </a:lnTo>
                <a:lnTo>
                  <a:pt x="1062" y="218"/>
                </a:lnTo>
                <a:lnTo>
                  <a:pt x="1062" y="217"/>
                </a:lnTo>
                <a:lnTo>
                  <a:pt x="1062" y="216"/>
                </a:lnTo>
                <a:lnTo>
                  <a:pt x="1063" y="216"/>
                </a:lnTo>
                <a:lnTo>
                  <a:pt x="1064" y="217"/>
                </a:lnTo>
                <a:lnTo>
                  <a:pt x="1065" y="218"/>
                </a:lnTo>
                <a:lnTo>
                  <a:pt x="1066" y="218"/>
                </a:lnTo>
                <a:lnTo>
                  <a:pt x="1067" y="219"/>
                </a:lnTo>
                <a:lnTo>
                  <a:pt x="1068" y="218"/>
                </a:lnTo>
                <a:lnTo>
                  <a:pt x="1069" y="218"/>
                </a:lnTo>
                <a:lnTo>
                  <a:pt x="1070" y="218"/>
                </a:lnTo>
                <a:lnTo>
                  <a:pt x="1071" y="218"/>
                </a:lnTo>
                <a:lnTo>
                  <a:pt x="1072" y="218"/>
                </a:lnTo>
                <a:lnTo>
                  <a:pt x="1074" y="218"/>
                </a:lnTo>
                <a:lnTo>
                  <a:pt x="1076" y="217"/>
                </a:lnTo>
                <a:lnTo>
                  <a:pt x="1077" y="217"/>
                </a:lnTo>
                <a:lnTo>
                  <a:pt x="1079" y="217"/>
                </a:lnTo>
                <a:lnTo>
                  <a:pt x="1081" y="217"/>
                </a:lnTo>
                <a:lnTo>
                  <a:pt x="1082" y="218"/>
                </a:lnTo>
                <a:lnTo>
                  <a:pt x="1086" y="218"/>
                </a:lnTo>
                <a:lnTo>
                  <a:pt x="1086" y="217"/>
                </a:lnTo>
                <a:lnTo>
                  <a:pt x="1086" y="214"/>
                </a:lnTo>
                <a:lnTo>
                  <a:pt x="1086" y="213"/>
                </a:lnTo>
                <a:lnTo>
                  <a:pt x="1087" y="212"/>
                </a:lnTo>
                <a:lnTo>
                  <a:pt x="1088" y="210"/>
                </a:lnTo>
                <a:lnTo>
                  <a:pt x="1089" y="209"/>
                </a:lnTo>
                <a:lnTo>
                  <a:pt x="1095" y="203"/>
                </a:lnTo>
                <a:lnTo>
                  <a:pt x="1097" y="201"/>
                </a:lnTo>
                <a:lnTo>
                  <a:pt x="1099" y="200"/>
                </a:lnTo>
                <a:lnTo>
                  <a:pt x="1100" y="199"/>
                </a:lnTo>
                <a:lnTo>
                  <a:pt x="1100" y="198"/>
                </a:lnTo>
                <a:lnTo>
                  <a:pt x="1100" y="197"/>
                </a:lnTo>
                <a:lnTo>
                  <a:pt x="1100" y="196"/>
                </a:lnTo>
                <a:lnTo>
                  <a:pt x="1100" y="195"/>
                </a:lnTo>
                <a:lnTo>
                  <a:pt x="1100" y="194"/>
                </a:lnTo>
                <a:lnTo>
                  <a:pt x="1100" y="193"/>
                </a:lnTo>
                <a:lnTo>
                  <a:pt x="1098" y="191"/>
                </a:lnTo>
                <a:lnTo>
                  <a:pt x="1098" y="190"/>
                </a:lnTo>
                <a:lnTo>
                  <a:pt x="1098" y="189"/>
                </a:lnTo>
                <a:lnTo>
                  <a:pt x="1099" y="189"/>
                </a:lnTo>
                <a:lnTo>
                  <a:pt x="1099" y="188"/>
                </a:lnTo>
                <a:lnTo>
                  <a:pt x="1099" y="187"/>
                </a:lnTo>
                <a:lnTo>
                  <a:pt x="1100" y="186"/>
                </a:lnTo>
                <a:lnTo>
                  <a:pt x="1100" y="185"/>
                </a:lnTo>
                <a:lnTo>
                  <a:pt x="1101" y="184"/>
                </a:lnTo>
                <a:lnTo>
                  <a:pt x="1100" y="183"/>
                </a:lnTo>
                <a:lnTo>
                  <a:pt x="1100" y="181"/>
                </a:lnTo>
                <a:lnTo>
                  <a:pt x="1100" y="180"/>
                </a:lnTo>
                <a:lnTo>
                  <a:pt x="1099" y="179"/>
                </a:lnTo>
                <a:lnTo>
                  <a:pt x="1099" y="178"/>
                </a:lnTo>
                <a:lnTo>
                  <a:pt x="1098" y="178"/>
                </a:lnTo>
                <a:lnTo>
                  <a:pt x="1098" y="177"/>
                </a:lnTo>
                <a:lnTo>
                  <a:pt x="1096" y="176"/>
                </a:lnTo>
                <a:lnTo>
                  <a:pt x="1095" y="175"/>
                </a:lnTo>
                <a:lnTo>
                  <a:pt x="1095" y="174"/>
                </a:lnTo>
                <a:lnTo>
                  <a:pt x="1094" y="173"/>
                </a:lnTo>
                <a:lnTo>
                  <a:pt x="1094" y="172"/>
                </a:lnTo>
                <a:lnTo>
                  <a:pt x="1093" y="172"/>
                </a:lnTo>
                <a:lnTo>
                  <a:pt x="1093" y="171"/>
                </a:lnTo>
                <a:lnTo>
                  <a:pt x="1093" y="170"/>
                </a:lnTo>
                <a:lnTo>
                  <a:pt x="1093" y="168"/>
                </a:lnTo>
                <a:lnTo>
                  <a:pt x="1093" y="165"/>
                </a:lnTo>
                <a:lnTo>
                  <a:pt x="1092" y="163"/>
                </a:lnTo>
                <a:lnTo>
                  <a:pt x="1092" y="161"/>
                </a:lnTo>
                <a:lnTo>
                  <a:pt x="1092" y="158"/>
                </a:lnTo>
                <a:lnTo>
                  <a:pt x="1089" y="138"/>
                </a:lnTo>
                <a:lnTo>
                  <a:pt x="1088" y="127"/>
                </a:lnTo>
                <a:lnTo>
                  <a:pt x="1087" y="126"/>
                </a:lnTo>
                <a:lnTo>
                  <a:pt x="1087" y="124"/>
                </a:lnTo>
                <a:lnTo>
                  <a:pt x="1087" y="123"/>
                </a:lnTo>
                <a:lnTo>
                  <a:pt x="1086" y="122"/>
                </a:lnTo>
                <a:lnTo>
                  <a:pt x="1086" y="121"/>
                </a:lnTo>
                <a:lnTo>
                  <a:pt x="1086" y="120"/>
                </a:lnTo>
                <a:lnTo>
                  <a:pt x="1086" y="119"/>
                </a:lnTo>
                <a:lnTo>
                  <a:pt x="1085" y="119"/>
                </a:lnTo>
                <a:lnTo>
                  <a:pt x="1085" y="118"/>
                </a:lnTo>
                <a:lnTo>
                  <a:pt x="1085" y="117"/>
                </a:lnTo>
                <a:lnTo>
                  <a:pt x="1086" y="117"/>
                </a:lnTo>
                <a:lnTo>
                  <a:pt x="1086" y="116"/>
                </a:lnTo>
                <a:lnTo>
                  <a:pt x="1087" y="115"/>
                </a:lnTo>
                <a:lnTo>
                  <a:pt x="1086" y="115"/>
                </a:lnTo>
                <a:lnTo>
                  <a:pt x="1086" y="114"/>
                </a:lnTo>
                <a:lnTo>
                  <a:pt x="1086" y="113"/>
                </a:lnTo>
                <a:lnTo>
                  <a:pt x="1087" y="113"/>
                </a:lnTo>
                <a:lnTo>
                  <a:pt x="1087" y="112"/>
                </a:lnTo>
                <a:lnTo>
                  <a:pt x="1086" y="112"/>
                </a:lnTo>
                <a:lnTo>
                  <a:pt x="1087" y="112"/>
                </a:lnTo>
                <a:lnTo>
                  <a:pt x="1087" y="110"/>
                </a:lnTo>
                <a:lnTo>
                  <a:pt x="1088" y="110"/>
                </a:lnTo>
                <a:lnTo>
                  <a:pt x="1087" y="109"/>
                </a:lnTo>
                <a:lnTo>
                  <a:pt x="1087" y="108"/>
                </a:lnTo>
                <a:lnTo>
                  <a:pt x="1088" y="108"/>
                </a:lnTo>
                <a:lnTo>
                  <a:pt x="1088" y="107"/>
                </a:lnTo>
                <a:lnTo>
                  <a:pt x="1088" y="105"/>
                </a:lnTo>
                <a:lnTo>
                  <a:pt x="1089" y="105"/>
                </a:lnTo>
                <a:lnTo>
                  <a:pt x="1090" y="104"/>
                </a:lnTo>
                <a:lnTo>
                  <a:pt x="1090" y="103"/>
                </a:lnTo>
                <a:lnTo>
                  <a:pt x="1091" y="102"/>
                </a:lnTo>
                <a:lnTo>
                  <a:pt x="1091" y="101"/>
                </a:lnTo>
                <a:lnTo>
                  <a:pt x="1091" y="100"/>
                </a:lnTo>
                <a:lnTo>
                  <a:pt x="1092" y="100"/>
                </a:lnTo>
                <a:lnTo>
                  <a:pt x="1093" y="100"/>
                </a:lnTo>
                <a:lnTo>
                  <a:pt x="1094" y="100"/>
                </a:lnTo>
                <a:lnTo>
                  <a:pt x="1094" y="99"/>
                </a:lnTo>
                <a:lnTo>
                  <a:pt x="1094" y="98"/>
                </a:lnTo>
                <a:lnTo>
                  <a:pt x="1095" y="98"/>
                </a:lnTo>
                <a:lnTo>
                  <a:pt x="1095" y="97"/>
                </a:lnTo>
                <a:lnTo>
                  <a:pt x="1096" y="96"/>
                </a:lnTo>
                <a:lnTo>
                  <a:pt x="1097" y="96"/>
                </a:lnTo>
                <a:lnTo>
                  <a:pt x="1098" y="95"/>
                </a:lnTo>
                <a:lnTo>
                  <a:pt x="1099" y="94"/>
                </a:lnTo>
                <a:lnTo>
                  <a:pt x="1099" y="93"/>
                </a:lnTo>
                <a:lnTo>
                  <a:pt x="1099" y="92"/>
                </a:lnTo>
                <a:lnTo>
                  <a:pt x="1099" y="91"/>
                </a:lnTo>
                <a:lnTo>
                  <a:pt x="1100" y="91"/>
                </a:lnTo>
                <a:lnTo>
                  <a:pt x="1100" y="90"/>
                </a:lnTo>
                <a:lnTo>
                  <a:pt x="1100" y="89"/>
                </a:lnTo>
                <a:lnTo>
                  <a:pt x="1100" y="88"/>
                </a:lnTo>
                <a:lnTo>
                  <a:pt x="1100" y="87"/>
                </a:lnTo>
                <a:lnTo>
                  <a:pt x="1101" y="86"/>
                </a:lnTo>
                <a:lnTo>
                  <a:pt x="1102" y="85"/>
                </a:lnTo>
                <a:lnTo>
                  <a:pt x="1102" y="84"/>
                </a:lnTo>
                <a:lnTo>
                  <a:pt x="1103" y="83"/>
                </a:lnTo>
                <a:lnTo>
                  <a:pt x="1105" y="82"/>
                </a:lnTo>
                <a:lnTo>
                  <a:pt x="1105" y="81"/>
                </a:lnTo>
                <a:lnTo>
                  <a:pt x="1105" y="80"/>
                </a:lnTo>
                <a:lnTo>
                  <a:pt x="1106" y="80"/>
                </a:lnTo>
                <a:lnTo>
                  <a:pt x="1107" y="79"/>
                </a:lnTo>
                <a:lnTo>
                  <a:pt x="1108" y="79"/>
                </a:lnTo>
                <a:lnTo>
                  <a:pt x="1108" y="78"/>
                </a:lnTo>
                <a:lnTo>
                  <a:pt x="1109" y="78"/>
                </a:lnTo>
                <a:lnTo>
                  <a:pt x="1110" y="78"/>
                </a:lnTo>
                <a:lnTo>
                  <a:pt x="1111" y="78"/>
                </a:lnTo>
                <a:lnTo>
                  <a:pt x="1112" y="77"/>
                </a:lnTo>
                <a:lnTo>
                  <a:pt x="1113" y="77"/>
                </a:lnTo>
                <a:lnTo>
                  <a:pt x="1114" y="77"/>
                </a:lnTo>
                <a:lnTo>
                  <a:pt x="1116" y="77"/>
                </a:lnTo>
                <a:lnTo>
                  <a:pt x="1117" y="77"/>
                </a:lnTo>
                <a:lnTo>
                  <a:pt x="1118" y="77"/>
                </a:lnTo>
                <a:lnTo>
                  <a:pt x="1119" y="77"/>
                </a:lnTo>
                <a:lnTo>
                  <a:pt x="1120" y="76"/>
                </a:lnTo>
                <a:lnTo>
                  <a:pt x="1133" y="76"/>
                </a:lnTo>
                <a:lnTo>
                  <a:pt x="1148" y="77"/>
                </a:lnTo>
                <a:lnTo>
                  <a:pt x="1148" y="76"/>
                </a:lnTo>
                <a:lnTo>
                  <a:pt x="1149" y="76"/>
                </a:lnTo>
                <a:lnTo>
                  <a:pt x="1150" y="76"/>
                </a:lnTo>
                <a:lnTo>
                  <a:pt x="1150" y="75"/>
                </a:lnTo>
                <a:lnTo>
                  <a:pt x="1151" y="75"/>
                </a:lnTo>
                <a:lnTo>
                  <a:pt x="1152" y="74"/>
                </a:lnTo>
                <a:lnTo>
                  <a:pt x="1153" y="74"/>
                </a:lnTo>
                <a:lnTo>
                  <a:pt x="1153" y="73"/>
                </a:lnTo>
                <a:lnTo>
                  <a:pt x="1154" y="72"/>
                </a:lnTo>
                <a:lnTo>
                  <a:pt x="1155" y="71"/>
                </a:lnTo>
                <a:lnTo>
                  <a:pt x="1156" y="71"/>
                </a:lnTo>
                <a:lnTo>
                  <a:pt x="1157" y="71"/>
                </a:lnTo>
                <a:lnTo>
                  <a:pt x="1158" y="71"/>
                </a:lnTo>
                <a:lnTo>
                  <a:pt x="1160" y="71"/>
                </a:lnTo>
                <a:lnTo>
                  <a:pt x="1160" y="70"/>
                </a:lnTo>
                <a:lnTo>
                  <a:pt x="1161" y="70"/>
                </a:lnTo>
                <a:lnTo>
                  <a:pt x="1162" y="70"/>
                </a:lnTo>
                <a:lnTo>
                  <a:pt x="1162" y="71"/>
                </a:lnTo>
                <a:lnTo>
                  <a:pt x="1163" y="71"/>
                </a:lnTo>
                <a:lnTo>
                  <a:pt x="1163" y="72"/>
                </a:lnTo>
                <a:lnTo>
                  <a:pt x="1164" y="72"/>
                </a:lnTo>
                <a:lnTo>
                  <a:pt x="1180" y="66"/>
                </a:lnTo>
                <a:lnTo>
                  <a:pt x="1181" y="66"/>
                </a:lnTo>
                <a:lnTo>
                  <a:pt x="1181" y="65"/>
                </a:lnTo>
                <a:lnTo>
                  <a:pt x="1182" y="64"/>
                </a:lnTo>
                <a:lnTo>
                  <a:pt x="1182" y="63"/>
                </a:lnTo>
                <a:lnTo>
                  <a:pt x="1182" y="62"/>
                </a:lnTo>
                <a:lnTo>
                  <a:pt x="1182" y="61"/>
                </a:lnTo>
                <a:lnTo>
                  <a:pt x="1183" y="60"/>
                </a:lnTo>
                <a:lnTo>
                  <a:pt x="1184" y="60"/>
                </a:lnTo>
                <a:lnTo>
                  <a:pt x="1184" y="59"/>
                </a:lnTo>
                <a:lnTo>
                  <a:pt x="1185" y="59"/>
                </a:lnTo>
                <a:lnTo>
                  <a:pt x="1185" y="58"/>
                </a:lnTo>
                <a:lnTo>
                  <a:pt x="1185" y="57"/>
                </a:lnTo>
                <a:lnTo>
                  <a:pt x="1186" y="57"/>
                </a:lnTo>
                <a:lnTo>
                  <a:pt x="1188" y="56"/>
                </a:lnTo>
                <a:lnTo>
                  <a:pt x="1189" y="56"/>
                </a:lnTo>
                <a:lnTo>
                  <a:pt x="1190" y="55"/>
                </a:lnTo>
                <a:lnTo>
                  <a:pt x="1191" y="54"/>
                </a:lnTo>
                <a:lnTo>
                  <a:pt x="1191" y="53"/>
                </a:lnTo>
                <a:lnTo>
                  <a:pt x="1192" y="52"/>
                </a:lnTo>
                <a:lnTo>
                  <a:pt x="1194" y="51"/>
                </a:lnTo>
                <a:lnTo>
                  <a:pt x="1196" y="49"/>
                </a:lnTo>
                <a:lnTo>
                  <a:pt x="1197" y="48"/>
                </a:lnTo>
                <a:lnTo>
                  <a:pt x="1197" y="47"/>
                </a:lnTo>
                <a:lnTo>
                  <a:pt x="1198" y="47"/>
                </a:lnTo>
                <a:lnTo>
                  <a:pt x="1198" y="46"/>
                </a:lnTo>
                <a:lnTo>
                  <a:pt x="1198" y="45"/>
                </a:lnTo>
                <a:lnTo>
                  <a:pt x="1198" y="44"/>
                </a:lnTo>
                <a:lnTo>
                  <a:pt x="1197" y="43"/>
                </a:lnTo>
                <a:lnTo>
                  <a:pt x="1196" y="42"/>
                </a:lnTo>
                <a:lnTo>
                  <a:pt x="1196" y="40"/>
                </a:lnTo>
                <a:lnTo>
                  <a:pt x="1196" y="39"/>
                </a:lnTo>
                <a:lnTo>
                  <a:pt x="1197" y="38"/>
                </a:lnTo>
                <a:lnTo>
                  <a:pt x="1200" y="37"/>
                </a:lnTo>
                <a:lnTo>
                  <a:pt x="1201" y="36"/>
                </a:lnTo>
                <a:lnTo>
                  <a:pt x="1201" y="35"/>
                </a:lnTo>
                <a:lnTo>
                  <a:pt x="1201" y="34"/>
                </a:lnTo>
                <a:lnTo>
                  <a:pt x="1201" y="33"/>
                </a:lnTo>
                <a:lnTo>
                  <a:pt x="1200" y="33"/>
                </a:lnTo>
                <a:lnTo>
                  <a:pt x="1200" y="32"/>
                </a:lnTo>
                <a:lnTo>
                  <a:pt x="1198" y="31"/>
                </a:lnTo>
                <a:lnTo>
                  <a:pt x="1197" y="30"/>
                </a:lnTo>
                <a:lnTo>
                  <a:pt x="1196" y="29"/>
                </a:lnTo>
                <a:lnTo>
                  <a:pt x="1194" y="28"/>
                </a:lnTo>
                <a:lnTo>
                  <a:pt x="1194" y="26"/>
                </a:lnTo>
                <a:lnTo>
                  <a:pt x="1194" y="25"/>
                </a:lnTo>
                <a:lnTo>
                  <a:pt x="1194" y="24"/>
                </a:lnTo>
                <a:lnTo>
                  <a:pt x="1193" y="23"/>
                </a:lnTo>
                <a:lnTo>
                  <a:pt x="1194" y="22"/>
                </a:lnTo>
                <a:lnTo>
                  <a:pt x="1193" y="21"/>
                </a:lnTo>
                <a:lnTo>
                  <a:pt x="1194" y="20"/>
                </a:lnTo>
                <a:lnTo>
                  <a:pt x="1194" y="19"/>
                </a:lnTo>
                <a:lnTo>
                  <a:pt x="1194" y="18"/>
                </a:lnTo>
                <a:lnTo>
                  <a:pt x="1195" y="18"/>
                </a:lnTo>
                <a:lnTo>
                  <a:pt x="1195" y="17"/>
                </a:lnTo>
                <a:lnTo>
                  <a:pt x="1196" y="17"/>
                </a:lnTo>
                <a:lnTo>
                  <a:pt x="1197" y="16"/>
                </a:lnTo>
                <a:lnTo>
                  <a:pt x="1198" y="16"/>
                </a:lnTo>
                <a:lnTo>
                  <a:pt x="1199" y="15"/>
                </a:lnTo>
                <a:lnTo>
                  <a:pt x="1200" y="15"/>
                </a:lnTo>
                <a:lnTo>
                  <a:pt x="1200" y="14"/>
                </a:lnTo>
                <a:lnTo>
                  <a:pt x="1201" y="14"/>
                </a:lnTo>
                <a:lnTo>
                  <a:pt x="1202" y="14"/>
                </a:lnTo>
                <a:lnTo>
                  <a:pt x="1203" y="14"/>
                </a:lnTo>
                <a:lnTo>
                  <a:pt x="1203" y="13"/>
                </a:lnTo>
                <a:lnTo>
                  <a:pt x="1204" y="13"/>
                </a:lnTo>
                <a:lnTo>
                  <a:pt x="1204" y="12"/>
                </a:lnTo>
                <a:lnTo>
                  <a:pt x="1204" y="11"/>
                </a:lnTo>
                <a:lnTo>
                  <a:pt x="1204" y="10"/>
                </a:lnTo>
                <a:lnTo>
                  <a:pt x="1204" y="9"/>
                </a:lnTo>
                <a:lnTo>
                  <a:pt x="1204" y="8"/>
                </a:lnTo>
                <a:lnTo>
                  <a:pt x="1204" y="7"/>
                </a:lnTo>
                <a:lnTo>
                  <a:pt x="1205" y="7"/>
                </a:lnTo>
                <a:lnTo>
                  <a:pt x="1206" y="7"/>
                </a:lnTo>
                <a:lnTo>
                  <a:pt x="1206" y="6"/>
                </a:lnTo>
                <a:lnTo>
                  <a:pt x="1207" y="6"/>
                </a:lnTo>
                <a:lnTo>
                  <a:pt x="1208" y="5"/>
                </a:lnTo>
                <a:lnTo>
                  <a:pt x="1209" y="5"/>
                </a:lnTo>
                <a:lnTo>
                  <a:pt x="1210" y="5"/>
                </a:lnTo>
                <a:lnTo>
                  <a:pt x="1211" y="5"/>
                </a:lnTo>
                <a:lnTo>
                  <a:pt x="1212" y="5"/>
                </a:lnTo>
                <a:lnTo>
                  <a:pt x="1214" y="5"/>
                </a:lnTo>
                <a:lnTo>
                  <a:pt x="1215" y="5"/>
                </a:lnTo>
                <a:lnTo>
                  <a:pt x="1216" y="5"/>
                </a:lnTo>
                <a:lnTo>
                  <a:pt x="1217" y="4"/>
                </a:lnTo>
                <a:lnTo>
                  <a:pt x="1218" y="4"/>
                </a:lnTo>
                <a:lnTo>
                  <a:pt x="1219" y="4"/>
                </a:lnTo>
                <a:lnTo>
                  <a:pt x="1221" y="5"/>
                </a:lnTo>
                <a:lnTo>
                  <a:pt x="1222" y="5"/>
                </a:lnTo>
                <a:lnTo>
                  <a:pt x="1223" y="5"/>
                </a:lnTo>
                <a:lnTo>
                  <a:pt x="1225" y="5"/>
                </a:lnTo>
                <a:lnTo>
                  <a:pt x="1227" y="4"/>
                </a:lnTo>
                <a:lnTo>
                  <a:pt x="1227" y="3"/>
                </a:lnTo>
                <a:lnTo>
                  <a:pt x="1228" y="3"/>
                </a:lnTo>
                <a:lnTo>
                  <a:pt x="1230" y="3"/>
                </a:lnTo>
                <a:lnTo>
                  <a:pt x="1232" y="4"/>
                </a:lnTo>
                <a:lnTo>
                  <a:pt x="1236" y="4"/>
                </a:lnTo>
                <a:lnTo>
                  <a:pt x="1236" y="5"/>
                </a:lnTo>
                <a:lnTo>
                  <a:pt x="1239" y="7"/>
                </a:lnTo>
                <a:lnTo>
                  <a:pt x="1243" y="7"/>
                </a:lnTo>
                <a:lnTo>
                  <a:pt x="1244" y="6"/>
                </a:lnTo>
                <a:lnTo>
                  <a:pt x="1245" y="8"/>
                </a:lnTo>
                <a:lnTo>
                  <a:pt x="1247" y="8"/>
                </a:lnTo>
                <a:lnTo>
                  <a:pt x="1251" y="8"/>
                </a:lnTo>
                <a:lnTo>
                  <a:pt x="1252" y="9"/>
                </a:lnTo>
                <a:lnTo>
                  <a:pt x="1254" y="10"/>
                </a:lnTo>
                <a:lnTo>
                  <a:pt x="1255" y="11"/>
                </a:lnTo>
                <a:lnTo>
                  <a:pt x="1257" y="11"/>
                </a:lnTo>
                <a:lnTo>
                  <a:pt x="1258" y="11"/>
                </a:lnTo>
                <a:lnTo>
                  <a:pt x="1259" y="10"/>
                </a:lnTo>
                <a:lnTo>
                  <a:pt x="1260" y="10"/>
                </a:lnTo>
                <a:lnTo>
                  <a:pt x="1261" y="10"/>
                </a:lnTo>
                <a:lnTo>
                  <a:pt x="1263" y="9"/>
                </a:lnTo>
                <a:lnTo>
                  <a:pt x="1264" y="8"/>
                </a:lnTo>
                <a:lnTo>
                  <a:pt x="1263" y="7"/>
                </a:lnTo>
                <a:lnTo>
                  <a:pt x="1262" y="5"/>
                </a:lnTo>
                <a:lnTo>
                  <a:pt x="1262" y="4"/>
                </a:lnTo>
                <a:lnTo>
                  <a:pt x="1263" y="4"/>
                </a:lnTo>
                <a:lnTo>
                  <a:pt x="1266" y="4"/>
                </a:lnTo>
                <a:lnTo>
                  <a:pt x="1268" y="4"/>
                </a:lnTo>
                <a:lnTo>
                  <a:pt x="1269" y="4"/>
                </a:lnTo>
                <a:lnTo>
                  <a:pt x="1271" y="3"/>
                </a:lnTo>
                <a:lnTo>
                  <a:pt x="1272" y="3"/>
                </a:lnTo>
                <a:lnTo>
                  <a:pt x="1273" y="3"/>
                </a:lnTo>
                <a:lnTo>
                  <a:pt x="1274" y="3"/>
                </a:lnTo>
                <a:lnTo>
                  <a:pt x="1275" y="3"/>
                </a:lnTo>
                <a:lnTo>
                  <a:pt x="1276" y="3"/>
                </a:lnTo>
                <a:lnTo>
                  <a:pt x="1278" y="3"/>
                </a:lnTo>
                <a:lnTo>
                  <a:pt x="1279" y="2"/>
                </a:lnTo>
                <a:lnTo>
                  <a:pt x="1280" y="1"/>
                </a:lnTo>
                <a:lnTo>
                  <a:pt x="1281" y="1"/>
                </a:lnTo>
                <a:lnTo>
                  <a:pt x="1282" y="0"/>
                </a:lnTo>
                <a:lnTo>
                  <a:pt x="1284" y="0"/>
                </a:lnTo>
                <a:lnTo>
                  <a:pt x="1286" y="1"/>
                </a:lnTo>
                <a:lnTo>
                  <a:pt x="1287" y="1"/>
                </a:lnTo>
                <a:lnTo>
                  <a:pt x="1288" y="1"/>
                </a:lnTo>
                <a:lnTo>
                  <a:pt x="1288" y="0"/>
                </a:lnTo>
                <a:lnTo>
                  <a:pt x="1289" y="0"/>
                </a:lnTo>
                <a:lnTo>
                  <a:pt x="1290" y="0"/>
                </a:lnTo>
                <a:lnTo>
                  <a:pt x="1291" y="1"/>
                </a:lnTo>
                <a:lnTo>
                  <a:pt x="1291" y="3"/>
                </a:lnTo>
                <a:lnTo>
                  <a:pt x="1292" y="4"/>
                </a:lnTo>
                <a:lnTo>
                  <a:pt x="1293" y="4"/>
                </a:lnTo>
                <a:lnTo>
                  <a:pt x="1294" y="4"/>
                </a:lnTo>
                <a:lnTo>
                  <a:pt x="1294" y="5"/>
                </a:lnTo>
                <a:lnTo>
                  <a:pt x="1295" y="6"/>
                </a:lnTo>
                <a:lnTo>
                  <a:pt x="1296" y="7"/>
                </a:lnTo>
                <a:lnTo>
                  <a:pt x="1296" y="8"/>
                </a:lnTo>
                <a:lnTo>
                  <a:pt x="1295" y="8"/>
                </a:lnTo>
                <a:lnTo>
                  <a:pt x="1294" y="9"/>
                </a:lnTo>
                <a:lnTo>
                  <a:pt x="1294" y="10"/>
                </a:lnTo>
                <a:lnTo>
                  <a:pt x="1294" y="11"/>
                </a:lnTo>
                <a:lnTo>
                  <a:pt x="1294" y="12"/>
                </a:lnTo>
                <a:lnTo>
                  <a:pt x="1293" y="13"/>
                </a:lnTo>
                <a:lnTo>
                  <a:pt x="1293" y="14"/>
                </a:lnTo>
                <a:lnTo>
                  <a:pt x="1293" y="15"/>
                </a:lnTo>
                <a:lnTo>
                  <a:pt x="1294" y="15"/>
                </a:lnTo>
                <a:lnTo>
                  <a:pt x="1295" y="15"/>
                </a:lnTo>
                <a:lnTo>
                  <a:pt x="1296" y="15"/>
                </a:lnTo>
                <a:lnTo>
                  <a:pt x="1297" y="16"/>
                </a:lnTo>
                <a:lnTo>
                  <a:pt x="1297" y="17"/>
                </a:lnTo>
                <a:lnTo>
                  <a:pt x="1297" y="18"/>
                </a:lnTo>
                <a:lnTo>
                  <a:pt x="1297" y="19"/>
                </a:lnTo>
                <a:lnTo>
                  <a:pt x="1298" y="19"/>
                </a:lnTo>
                <a:lnTo>
                  <a:pt x="1298" y="20"/>
                </a:lnTo>
                <a:lnTo>
                  <a:pt x="1299" y="20"/>
                </a:lnTo>
                <a:lnTo>
                  <a:pt x="1299" y="21"/>
                </a:lnTo>
                <a:lnTo>
                  <a:pt x="1298" y="21"/>
                </a:lnTo>
                <a:lnTo>
                  <a:pt x="1298" y="22"/>
                </a:lnTo>
                <a:lnTo>
                  <a:pt x="1297" y="22"/>
                </a:lnTo>
                <a:lnTo>
                  <a:pt x="1296" y="22"/>
                </a:lnTo>
                <a:lnTo>
                  <a:pt x="1296" y="23"/>
                </a:lnTo>
                <a:lnTo>
                  <a:pt x="1296" y="24"/>
                </a:lnTo>
                <a:lnTo>
                  <a:pt x="1295" y="25"/>
                </a:lnTo>
                <a:lnTo>
                  <a:pt x="1294" y="24"/>
                </a:lnTo>
                <a:lnTo>
                  <a:pt x="1292" y="24"/>
                </a:lnTo>
                <a:lnTo>
                  <a:pt x="1291" y="24"/>
                </a:lnTo>
                <a:lnTo>
                  <a:pt x="1291" y="25"/>
                </a:lnTo>
                <a:lnTo>
                  <a:pt x="1290" y="26"/>
                </a:lnTo>
                <a:lnTo>
                  <a:pt x="1289" y="26"/>
                </a:lnTo>
                <a:lnTo>
                  <a:pt x="1288" y="26"/>
                </a:lnTo>
                <a:lnTo>
                  <a:pt x="1286" y="26"/>
                </a:lnTo>
                <a:lnTo>
                  <a:pt x="1286" y="28"/>
                </a:lnTo>
                <a:lnTo>
                  <a:pt x="1285" y="30"/>
                </a:lnTo>
                <a:lnTo>
                  <a:pt x="1284" y="31"/>
                </a:lnTo>
                <a:lnTo>
                  <a:pt x="1284" y="32"/>
                </a:lnTo>
                <a:lnTo>
                  <a:pt x="1285" y="32"/>
                </a:lnTo>
                <a:lnTo>
                  <a:pt x="1286" y="32"/>
                </a:lnTo>
                <a:lnTo>
                  <a:pt x="1288" y="32"/>
                </a:lnTo>
                <a:lnTo>
                  <a:pt x="1289" y="33"/>
                </a:lnTo>
                <a:lnTo>
                  <a:pt x="1289" y="34"/>
                </a:lnTo>
                <a:lnTo>
                  <a:pt x="1289" y="35"/>
                </a:lnTo>
                <a:lnTo>
                  <a:pt x="1291" y="35"/>
                </a:lnTo>
                <a:lnTo>
                  <a:pt x="1292" y="36"/>
                </a:lnTo>
                <a:lnTo>
                  <a:pt x="1292" y="37"/>
                </a:lnTo>
                <a:lnTo>
                  <a:pt x="1291" y="37"/>
                </a:lnTo>
                <a:lnTo>
                  <a:pt x="1290" y="37"/>
                </a:lnTo>
                <a:lnTo>
                  <a:pt x="1289" y="37"/>
                </a:lnTo>
                <a:lnTo>
                  <a:pt x="1290" y="37"/>
                </a:lnTo>
                <a:lnTo>
                  <a:pt x="1291" y="38"/>
                </a:lnTo>
                <a:lnTo>
                  <a:pt x="1291" y="39"/>
                </a:lnTo>
                <a:lnTo>
                  <a:pt x="1292" y="39"/>
                </a:lnTo>
                <a:lnTo>
                  <a:pt x="1294" y="39"/>
                </a:lnTo>
                <a:lnTo>
                  <a:pt x="1295" y="39"/>
                </a:lnTo>
                <a:lnTo>
                  <a:pt x="1296" y="39"/>
                </a:lnTo>
                <a:lnTo>
                  <a:pt x="1298" y="41"/>
                </a:lnTo>
                <a:lnTo>
                  <a:pt x="1300" y="42"/>
                </a:lnTo>
                <a:lnTo>
                  <a:pt x="1301" y="43"/>
                </a:lnTo>
                <a:lnTo>
                  <a:pt x="1302" y="44"/>
                </a:lnTo>
                <a:lnTo>
                  <a:pt x="1303" y="43"/>
                </a:lnTo>
                <a:lnTo>
                  <a:pt x="1304" y="42"/>
                </a:lnTo>
                <a:lnTo>
                  <a:pt x="1305" y="42"/>
                </a:lnTo>
                <a:lnTo>
                  <a:pt x="1308" y="43"/>
                </a:lnTo>
                <a:lnTo>
                  <a:pt x="1310" y="44"/>
                </a:lnTo>
                <a:lnTo>
                  <a:pt x="1311" y="45"/>
                </a:lnTo>
                <a:lnTo>
                  <a:pt x="1312" y="46"/>
                </a:lnTo>
                <a:lnTo>
                  <a:pt x="1313" y="46"/>
                </a:lnTo>
                <a:lnTo>
                  <a:pt x="1313" y="48"/>
                </a:lnTo>
                <a:lnTo>
                  <a:pt x="1314" y="48"/>
                </a:lnTo>
                <a:lnTo>
                  <a:pt x="1315" y="48"/>
                </a:lnTo>
                <a:lnTo>
                  <a:pt x="1316" y="48"/>
                </a:lnTo>
                <a:lnTo>
                  <a:pt x="1317" y="48"/>
                </a:lnTo>
                <a:lnTo>
                  <a:pt x="1316" y="49"/>
                </a:lnTo>
                <a:lnTo>
                  <a:pt x="1315" y="51"/>
                </a:lnTo>
                <a:lnTo>
                  <a:pt x="1313" y="52"/>
                </a:lnTo>
                <a:lnTo>
                  <a:pt x="1312" y="53"/>
                </a:lnTo>
                <a:lnTo>
                  <a:pt x="1310" y="54"/>
                </a:lnTo>
                <a:lnTo>
                  <a:pt x="1310" y="55"/>
                </a:lnTo>
                <a:lnTo>
                  <a:pt x="1310" y="56"/>
                </a:lnTo>
                <a:lnTo>
                  <a:pt x="1310" y="57"/>
                </a:lnTo>
                <a:lnTo>
                  <a:pt x="1309" y="57"/>
                </a:lnTo>
                <a:lnTo>
                  <a:pt x="1308" y="58"/>
                </a:lnTo>
                <a:lnTo>
                  <a:pt x="1306" y="59"/>
                </a:lnTo>
                <a:lnTo>
                  <a:pt x="1305" y="59"/>
                </a:lnTo>
                <a:lnTo>
                  <a:pt x="1304" y="60"/>
                </a:lnTo>
                <a:lnTo>
                  <a:pt x="1305" y="61"/>
                </a:lnTo>
                <a:lnTo>
                  <a:pt x="1305" y="62"/>
                </a:lnTo>
                <a:lnTo>
                  <a:pt x="1306" y="62"/>
                </a:lnTo>
                <a:lnTo>
                  <a:pt x="1306" y="63"/>
                </a:lnTo>
                <a:lnTo>
                  <a:pt x="1307" y="63"/>
                </a:lnTo>
                <a:lnTo>
                  <a:pt x="1308" y="63"/>
                </a:lnTo>
                <a:lnTo>
                  <a:pt x="1309" y="64"/>
                </a:lnTo>
                <a:lnTo>
                  <a:pt x="1310" y="64"/>
                </a:lnTo>
                <a:lnTo>
                  <a:pt x="1310" y="65"/>
                </a:lnTo>
                <a:lnTo>
                  <a:pt x="1311" y="65"/>
                </a:lnTo>
                <a:lnTo>
                  <a:pt x="1312" y="65"/>
                </a:lnTo>
                <a:lnTo>
                  <a:pt x="1313" y="65"/>
                </a:lnTo>
                <a:lnTo>
                  <a:pt x="1314" y="65"/>
                </a:lnTo>
                <a:lnTo>
                  <a:pt x="1315" y="65"/>
                </a:lnTo>
                <a:lnTo>
                  <a:pt x="1316" y="65"/>
                </a:lnTo>
                <a:lnTo>
                  <a:pt x="1317" y="65"/>
                </a:lnTo>
                <a:lnTo>
                  <a:pt x="1318" y="65"/>
                </a:lnTo>
                <a:lnTo>
                  <a:pt x="1318" y="66"/>
                </a:lnTo>
                <a:lnTo>
                  <a:pt x="1318" y="67"/>
                </a:lnTo>
                <a:lnTo>
                  <a:pt x="1319" y="67"/>
                </a:lnTo>
                <a:lnTo>
                  <a:pt x="1319" y="68"/>
                </a:lnTo>
                <a:lnTo>
                  <a:pt x="1320" y="67"/>
                </a:lnTo>
                <a:lnTo>
                  <a:pt x="1321" y="67"/>
                </a:lnTo>
                <a:lnTo>
                  <a:pt x="1324" y="69"/>
                </a:lnTo>
                <a:lnTo>
                  <a:pt x="1324" y="70"/>
                </a:lnTo>
                <a:lnTo>
                  <a:pt x="1326" y="71"/>
                </a:lnTo>
                <a:lnTo>
                  <a:pt x="1327" y="70"/>
                </a:lnTo>
                <a:lnTo>
                  <a:pt x="1328" y="70"/>
                </a:lnTo>
                <a:lnTo>
                  <a:pt x="1329" y="70"/>
                </a:lnTo>
                <a:lnTo>
                  <a:pt x="1330" y="70"/>
                </a:lnTo>
                <a:lnTo>
                  <a:pt x="1332" y="71"/>
                </a:lnTo>
                <a:lnTo>
                  <a:pt x="1335" y="72"/>
                </a:lnTo>
                <a:lnTo>
                  <a:pt x="1336" y="72"/>
                </a:lnTo>
                <a:lnTo>
                  <a:pt x="1338" y="73"/>
                </a:lnTo>
                <a:lnTo>
                  <a:pt x="1340" y="74"/>
                </a:lnTo>
                <a:lnTo>
                  <a:pt x="1340" y="75"/>
                </a:lnTo>
                <a:lnTo>
                  <a:pt x="1340" y="76"/>
                </a:lnTo>
                <a:lnTo>
                  <a:pt x="1340" y="77"/>
                </a:lnTo>
                <a:lnTo>
                  <a:pt x="1341" y="77"/>
                </a:lnTo>
                <a:lnTo>
                  <a:pt x="1342" y="78"/>
                </a:lnTo>
                <a:lnTo>
                  <a:pt x="1344" y="79"/>
                </a:lnTo>
                <a:lnTo>
                  <a:pt x="1345" y="79"/>
                </a:lnTo>
                <a:lnTo>
                  <a:pt x="1346" y="80"/>
                </a:lnTo>
                <a:lnTo>
                  <a:pt x="1347" y="81"/>
                </a:lnTo>
                <a:lnTo>
                  <a:pt x="1348" y="81"/>
                </a:lnTo>
                <a:lnTo>
                  <a:pt x="1349" y="81"/>
                </a:lnTo>
                <a:lnTo>
                  <a:pt x="1351" y="80"/>
                </a:lnTo>
                <a:lnTo>
                  <a:pt x="1352" y="79"/>
                </a:lnTo>
                <a:lnTo>
                  <a:pt x="1353" y="79"/>
                </a:lnTo>
                <a:lnTo>
                  <a:pt x="1354" y="79"/>
                </a:lnTo>
                <a:lnTo>
                  <a:pt x="1355" y="80"/>
                </a:lnTo>
                <a:lnTo>
                  <a:pt x="1355" y="81"/>
                </a:lnTo>
                <a:lnTo>
                  <a:pt x="1355" y="82"/>
                </a:lnTo>
                <a:lnTo>
                  <a:pt x="1355" y="83"/>
                </a:lnTo>
                <a:lnTo>
                  <a:pt x="1356" y="83"/>
                </a:lnTo>
                <a:lnTo>
                  <a:pt x="1356" y="84"/>
                </a:lnTo>
                <a:lnTo>
                  <a:pt x="1357" y="84"/>
                </a:lnTo>
                <a:lnTo>
                  <a:pt x="1359" y="83"/>
                </a:lnTo>
                <a:lnTo>
                  <a:pt x="1359" y="84"/>
                </a:lnTo>
                <a:lnTo>
                  <a:pt x="1359" y="85"/>
                </a:lnTo>
                <a:lnTo>
                  <a:pt x="1360" y="86"/>
                </a:lnTo>
                <a:lnTo>
                  <a:pt x="1362" y="86"/>
                </a:lnTo>
                <a:lnTo>
                  <a:pt x="1362" y="87"/>
                </a:lnTo>
                <a:lnTo>
                  <a:pt x="1362" y="88"/>
                </a:lnTo>
                <a:lnTo>
                  <a:pt x="1360" y="90"/>
                </a:lnTo>
                <a:lnTo>
                  <a:pt x="1360" y="91"/>
                </a:lnTo>
                <a:lnTo>
                  <a:pt x="1360" y="92"/>
                </a:lnTo>
                <a:lnTo>
                  <a:pt x="1359" y="92"/>
                </a:lnTo>
                <a:lnTo>
                  <a:pt x="1360" y="93"/>
                </a:lnTo>
                <a:lnTo>
                  <a:pt x="1361" y="94"/>
                </a:lnTo>
                <a:lnTo>
                  <a:pt x="1361" y="95"/>
                </a:lnTo>
                <a:lnTo>
                  <a:pt x="1361" y="96"/>
                </a:lnTo>
                <a:lnTo>
                  <a:pt x="1361" y="98"/>
                </a:lnTo>
                <a:lnTo>
                  <a:pt x="1362" y="98"/>
                </a:lnTo>
                <a:lnTo>
                  <a:pt x="1362" y="99"/>
                </a:lnTo>
                <a:lnTo>
                  <a:pt x="1363" y="99"/>
                </a:lnTo>
                <a:lnTo>
                  <a:pt x="1364" y="100"/>
                </a:lnTo>
                <a:lnTo>
                  <a:pt x="1365" y="100"/>
                </a:lnTo>
                <a:lnTo>
                  <a:pt x="1365" y="101"/>
                </a:lnTo>
                <a:lnTo>
                  <a:pt x="1365" y="102"/>
                </a:lnTo>
                <a:lnTo>
                  <a:pt x="1365" y="103"/>
                </a:lnTo>
                <a:lnTo>
                  <a:pt x="1366" y="103"/>
                </a:lnTo>
                <a:lnTo>
                  <a:pt x="1367" y="103"/>
                </a:lnTo>
                <a:lnTo>
                  <a:pt x="1369" y="103"/>
                </a:lnTo>
                <a:lnTo>
                  <a:pt x="1370" y="103"/>
                </a:lnTo>
                <a:lnTo>
                  <a:pt x="1371" y="103"/>
                </a:lnTo>
                <a:lnTo>
                  <a:pt x="1372" y="103"/>
                </a:lnTo>
                <a:lnTo>
                  <a:pt x="1372" y="104"/>
                </a:lnTo>
                <a:lnTo>
                  <a:pt x="1373" y="104"/>
                </a:lnTo>
                <a:lnTo>
                  <a:pt x="1373" y="105"/>
                </a:lnTo>
                <a:lnTo>
                  <a:pt x="1375" y="105"/>
                </a:lnTo>
                <a:lnTo>
                  <a:pt x="1376" y="106"/>
                </a:lnTo>
                <a:lnTo>
                  <a:pt x="1377" y="107"/>
                </a:lnTo>
                <a:lnTo>
                  <a:pt x="1378" y="107"/>
                </a:lnTo>
                <a:lnTo>
                  <a:pt x="1379" y="107"/>
                </a:lnTo>
                <a:lnTo>
                  <a:pt x="1380" y="108"/>
                </a:lnTo>
                <a:lnTo>
                  <a:pt x="1381" y="110"/>
                </a:lnTo>
                <a:lnTo>
                  <a:pt x="1382" y="110"/>
                </a:lnTo>
                <a:lnTo>
                  <a:pt x="1383" y="110"/>
                </a:lnTo>
                <a:lnTo>
                  <a:pt x="1384" y="110"/>
                </a:lnTo>
                <a:lnTo>
                  <a:pt x="1387" y="110"/>
                </a:lnTo>
                <a:lnTo>
                  <a:pt x="1389" y="110"/>
                </a:lnTo>
                <a:lnTo>
                  <a:pt x="1390" y="110"/>
                </a:lnTo>
                <a:lnTo>
                  <a:pt x="1392" y="110"/>
                </a:lnTo>
                <a:lnTo>
                  <a:pt x="1392" y="111"/>
                </a:lnTo>
                <a:lnTo>
                  <a:pt x="1393" y="112"/>
                </a:lnTo>
                <a:lnTo>
                  <a:pt x="1394" y="112"/>
                </a:lnTo>
                <a:lnTo>
                  <a:pt x="1397" y="114"/>
                </a:lnTo>
                <a:lnTo>
                  <a:pt x="1399" y="115"/>
                </a:lnTo>
                <a:lnTo>
                  <a:pt x="1401" y="117"/>
                </a:lnTo>
                <a:lnTo>
                  <a:pt x="1401" y="118"/>
                </a:lnTo>
                <a:lnTo>
                  <a:pt x="1401" y="119"/>
                </a:lnTo>
                <a:lnTo>
                  <a:pt x="1401" y="120"/>
                </a:lnTo>
                <a:lnTo>
                  <a:pt x="1402" y="120"/>
                </a:lnTo>
                <a:lnTo>
                  <a:pt x="1403" y="121"/>
                </a:lnTo>
                <a:lnTo>
                  <a:pt x="1403" y="122"/>
                </a:lnTo>
                <a:lnTo>
                  <a:pt x="1404" y="122"/>
                </a:lnTo>
                <a:lnTo>
                  <a:pt x="1405" y="122"/>
                </a:lnTo>
                <a:lnTo>
                  <a:pt x="1407" y="123"/>
                </a:lnTo>
                <a:lnTo>
                  <a:pt x="1409" y="122"/>
                </a:lnTo>
                <a:lnTo>
                  <a:pt x="1411" y="122"/>
                </a:lnTo>
                <a:lnTo>
                  <a:pt x="1412" y="122"/>
                </a:lnTo>
                <a:lnTo>
                  <a:pt x="1413" y="122"/>
                </a:lnTo>
                <a:lnTo>
                  <a:pt x="1414" y="122"/>
                </a:lnTo>
                <a:lnTo>
                  <a:pt x="1415" y="123"/>
                </a:lnTo>
                <a:lnTo>
                  <a:pt x="1416" y="123"/>
                </a:lnTo>
                <a:lnTo>
                  <a:pt x="1418" y="123"/>
                </a:lnTo>
                <a:lnTo>
                  <a:pt x="1420" y="123"/>
                </a:lnTo>
                <a:lnTo>
                  <a:pt x="1420" y="122"/>
                </a:lnTo>
                <a:lnTo>
                  <a:pt x="1421" y="122"/>
                </a:lnTo>
                <a:lnTo>
                  <a:pt x="1422" y="122"/>
                </a:lnTo>
                <a:lnTo>
                  <a:pt x="1423" y="122"/>
                </a:lnTo>
                <a:lnTo>
                  <a:pt x="1424" y="121"/>
                </a:lnTo>
                <a:lnTo>
                  <a:pt x="1424" y="119"/>
                </a:lnTo>
                <a:lnTo>
                  <a:pt x="1425" y="119"/>
                </a:lnTo>
                <a:lnTo>
                  <a:pt x="1427" y="118"/>
                </a:lnTo>
                <a:lnTo>
                  <a:pt x="1429" y="118"/>
                </a:lnTo>
                <a:lnTo>
                  <a:pt x="1430" y="118"/>
                </a:lnTo>
                <a:lnTo>
                  <a:pt x="1431" y="117"/>
                </a:lnTo>
                <a:lnTo>
                  <a:pt x="1432" y="116"/>
                </a:lnTo>
                <a:lnTo>
                  <a:pt x="1433" y="117"/>
                </a:lnTo>
                <a:lnTo>
                  <a:pt x="1434" y="117"/>
                </a:lnTo>
                <a:lnTo>
                  <a:pt x="1438" y="118"/>
                </a:lnTo>
                <a:lnTo>
                  <a:pt x="1440" y="118"/>
                </a:lnTo>
                <a:lnTo>
                  <a:pt x="1441" y="118"/>
                </a:lnTo>
                <a:lnTo>
                  <a:pt x="1442" y="118"/>
                </a:lnTo>
                <a:lnTo>
                  <a:pt x="1445" y="117"/>
                </a:lnTo>
                <a:lnTo>
                  <a:pt x="1447" y="117"/>
                </a:lnTo>
                <a:lnTo>
                  <a:pt x="1449" y="117"/>
                </a:lnTo>
                <a:lnTo>
                  <a:pt x="1450" y="118"/>
                </a:lnTo>
                <a:lnTo>
                  <a:pt x="1451" y="119"/>
                </a:lnTo>
                <a:lnTo>
                  <a:pt x="1451" y="120"/>
                </a:lnTo>
                <a:lnTo>
                  <a:pt x="1451" y="121"/>
                </a:lnTo>
                <a:lnTo>
                  <a:pt x="1451" y="122"/>
                </a:lnTo>
                <a:lnTo>
                  <a:pt x="1451" y="123"/>
                </a:lnTo>
                <a:lnTo>
                  <a:pt x="1451" y="124"/>
                </a:lnTo>
                <a:lnTo>
                  <a:pt x="1452" y="125"/>
                </a:lnTo>
                <a:lnTo>
                  <a:pt x="1453" y="126"/>
                </a:lnTo>
                <a:lnTo>
                  <a:pt x="1455" y="126"/>
                </a:lnTo>
                <a:lnTo>
                  <a:pt x="1456" y="127"/>
                </a:lnTo>
                <a:lnTo>
                  <a:pt x="1456" y="129"/>
                </a:lnTo>
                <a:lnTo>
                  <a:pt x="1456" y="130"/>
                </a:lnTo>
                <a:lnTo>
                  <a:pt x="1457" y="130"/>
                </a:lnTo>
                <a:lnTo>
                  <a:pt x="1459" y="131"/>
                </a:lnTo>
                <a:lnTo>
                  <a:pt x="1460" y="131"/>
                </a:lnTo>
                <a:lnTo>
                  <a:pt x="1462" y="131"/>
                </a:lnTo>
                <a:lnTo>
                  <a:pt x="1463" y="131"/>
                </a:lnTo>
                <a:lnTo>
                  <a:pt x="1464" y="132"/>
                </a:lnTo>
                <a:lnTo>
                  <a:pt x="1465" y="132"/>
                </a:lnTo>
                <a:lnTo>
                  <a:pt x="1465" y="133"/>
                </a:lnTo>
                <a:lnTo>
                  <a:pt x="1465" y="134"/>
                </a:lnTo>
                <a:lnTo>
                  <a:pt x="1465" y="135"/>
                </a:lnTo>
                <a:lnTo>
                  <a:pt x="1466" y="136"/>
                </a:lnTo>
                <a:lnTo>
                  <a:pt x="1466" y="137"/>
                </a:lnTo>
                <a:lnTo>
                  <a:pt x="1466" y="138"/>
                </a:lnTo>
                <a:lnTo>
                  <a:pt x="1467" y="138"/>
                </a:lnTo>
                <a:lnTo>
                  <a:pt x="1468" y="138"/>
                </a:lnTo>
                <a:lnTo>
                  <a:pt x="1470" y="138"/>
                </a:lnTo>
                <a:lnTo>
                  <a:pt x="1471" y="138"/>
                </a:lnTo>
                <a:lnTo>
                  <a:pt x="1472" y="138"/>
                </a:lnTo>
                <a:lnTo>
                  <a:pt x="1474" y="138"/>
                </a:lnTo>
                <a:lnTo>
                  <a:pt x="1475" y="138"/>
                </a:lnTo>
                <a:lnTo>
                  <a:pt x="1476" y="138"/>
                </a:lnTo>
                <a:lnTo>
                  <a:pt x="1477" y="138"/>
                </a:lnTo>
                <a:lnTo>
                  <a:pt x="1478" y="138"/>
                </a:lnTo>
                <a:lnTo>
                  <a:pt x="1480" y="138"/>
                </a:lnTo>
                <a:lnTo>
                  <a:pt x="1482" y="138"/>
                </a:lnTo>
                <a:lnTo>
                  <a:pt x="1483" y="138"/>
                </a:lnTo>
                <a:lnTo>
                  <a:pt x="1484" y="138"/>
                </a:lnTo>
                <a:lnTo>
                  <a:pt x="1484" y="137"/>
                </a:lnTo>
                <a:lnTo>
                  <a:pt x="1484" y="136"/>
                </a:lnTo>
                <a:lnTo>
                  <a:pt x="1484" y="135"/>
                </a:lnTo>
                <a:lnTo>
                  <a:pt x="1484" y="133"/>
                </a:lnTo>
                <a:lnTo>
                  <a:pt x="1485" y="133"/>
                </a:lnTo>
                <a:lnTo>
                  <a:pt x="1487" y="133"/>
                </a:lnTo>
                <a:lnTo>
                  <a:pt x="1488" y="133"/>
                </a:lnTo>
                <a:lnTo>
                  <a:pt x="1489" y="133"/>
                </a:lnTo>
                <a:lnTo>
                  <a:pt x="1490" y="134"/>
                </a:lnTo>
                <a:lnTo>
                  <a:pt x="1491" y="134"/>
                </a:lnTo>
                <a:lnTo>
                  <a:pt x="1492" y="134"/>
                </a:lnTo>
                <a:lnTo>
                  <a:pt x="1494" y="133"/>
                </a:lnTo>
                <a:lnTo>
                  <a:pt x="1495" y="134"/>
                </a:lnTo>
                <a:lnTo>
                  <a:pt x="1496" y="135"/>
                </a:lnTo>
                <a:lnTo>
                  <a:pt x="1495" y="137"/>
                </a:lnTo>
                <a:lnTo>
                  <a:pt x="1495" y="138"/>
                </a:lnTo>
                <a:lnTo>
                  <a:pt x="1495" y="139"/>
                </a:lnTo>
                <a:lnTo>
                  <a:pt x="1494" y="141"/>
                </a:lnTo>
                <a:lnTo>
                  <a:pt x="1495" y="142"/>
                </a:lnTo>
                <a:lnTo>
                  <a:pt x="1495" y="143"/>
                </a:lnTo>
                <a:lnTo>
                  <a:pt x="1495" y="144"/>
                </a:lnTo>
                <a:lnTo>
                  <a:pt x="1496" y="145"/>
                </a:lnTo>
                <a:lnTo>
                  <a:pt x="1497" y="146"/>
                </a:lnTo>
                <a:lnTo>
                  <a:pt x="1498" y="147"/>
                </a:lnTo>
                <a:lnTo>
                  <a:pt x="1500" y="149"/>
                </a:lnTo>
                <a:lnTo>
                  <a:pt x="1501" y="150"/>
                </a:lnTo>
                <a:lnTo>
                  <a:pt x="1504" y="149"/>
                </a:lnTo>
                <a:lnTo>
                  <a:pt x="1505" y="149"/>
                </a:lnTo>
                <a:lnTo>
                  <a:pt x="1506" y="150"/>
                </a:lnTo>
                <a:lnTo>
                  <a:pt x="1507" y="151"/>
                </a:lnTo>
                <a:lnTo>
                  <a:pt x="1508" y="151"/>
                </a:lnTo>
                <a:lnTo>
                  <a:pt x="1508" y="152"/>
                </a:lnTo>
                <a:lnTo>
                  <a:pt x="1509" y="151"/>
                </a:lnTo>
                <a:lnTo>
                  <a:pt x="1510" y="151"/>
                </a:lnTo>
                <a:lnTo>
                  <a:pt x="1511" y="151"/>
                </a:lnTo>
                <a:lnTo>
                  <a:pt x="1512" y="152"/>
                </a:lnTo>
                <a:lnTo>
                  <a:pt x="1515" y="153"/>
                </a:lnTo>
                <a:lnTo>
                  <a:pt x="1517" y="154"/>
                </a:lnTo>
                <a:lnTo>
                  <a:pt x="1519" y="155"/>
                </a:lnTo>
                <a:lnTo>
                  <a:pt x="1520" y="155"/>
                </a:lnTo>
                <a:lnTo>
                  <a:pt x="1521" y="156"/>
                </a:lnTo>
                <a:lnTo>
                  <a:pt x="1522" y="157"/>
                </a:lnTo>
                <a:lnTo>
                  <a:pt x="1523" y="157"/>
                </a:lnTo>
                <a:lnTo>
                  <a:pt x="1523" y="158"/>
                </a:lnTo>
                <a:lnTo>
                  <a:pt x="1521" y="157"/>
                </a:lnTo>
                <a:lnTo>
                  <a:pt x="1520" y="157"/>
                </a:lnTo>
                <a:lnTo>
                  <a:pt x="1520" y="158"/>
                </a:lnTo>
                <a:lnTo>
                  <a:pt x="1519" y="158"/>
                </a:lnTo>
                <a:lnTo>
                  <a:pt x="1519" y="159"/>
                </a:lnTo>
                <a:lnTo>
                  <a:pt x="1520" y="159"/>
                </a:lnTo>
                <a:lnTo>
                  <a:pt x="1520" y="160"/>
                </a:lnTo>
                <a:lnTo>
                  <a:pt x="1522" y="162"/>
                </a:lnTo>
                <a:lnTo>
                  <a:pt x="1523" y="164"/>
                </a:lnTo>
                <a:lnTo>
                  <a:pt x="1524" y="166"/>
                </a:lnTo>
                <a:lnTo>
                  <a:pt x="1524" y="167"/>
                </a:lnTo>
                <a:lnTo>
                  <a:pt x="1524" y="168"/>
                </a:lnTo>
                <a:lnTo>
                  <a:pt x="1525" y="168"/>
                </a:lnTo>
                <a:lnTo>
                  <a:pt x="1527" y="170"/>
                </a:lnTo>
                <a:lnTo>
                  <a:pt x="1529" y="171"/>
                </a:lnTo>
                <a:lnTo>
                  <a:pt x="1530" y="172"/>
                </a:lnTo>
                <a:lnTo>
                  <a:pt x="1530" y="174"/>
                </a:lnTo>
                <a:lnTo>
                  <a:pt x="1531" y="176"/>
                </a:lnTo>
                <a:lnTo>
                  <a:pt x="1531" y="177"/>
                </a:lnTo>
                <a:lnTo>
                  <a:pt x="1530" y="177"/>
                </a:lnTo>
                <a:lnTo>
                  <a:pt x="1530" y="178"/>
                </a:lnTo>
                <a:lnTo>
                  <a:pt x="1529" y="179"/>
                </a:lnTo>
                <a:lnTo>
                  <a:pt x="1530" y="180"/>
                </a:lnTo>
                <a:lnTo>
                  <a:pt x="1530" y="181"/>
                </a:lnTo>
                <a:lnTo>
                  <a:pt x="1529" y="181"/>
                </a:lnTo>
                <a:lnTo>
                  <a:pt x="1530" y="181"/>
                </a:lnTo>
                <a:lnTo>
                  <a:pt x="1530" y="182"/>
                </a:lnTo>
                <a:lnTo>
                  <a:pt x="1531" y="182"/>
                </a:lnTo>
                <a:lnTo>
                  <a:pt x="1533" y="182"/>
                </a:lnTo>
                <a:lnTo>
                  <a:pt x="1534" y="183"/>
                </a:lnTo>
                <a:lnTo>
                  <a:pt x="1535" y="183"/>
                </a:lnTo>
                <a:lnTo>
                  <a:pt x="1535" y="184"/>
                </a:lnTo>
                <a:lnTo>
                  <a:pt x="1535" y="185"/>
                </a:lnTo>
                <a:lnTo>
                  <a:pt x="1534" y="186"/>
                </a:lnTo>
                <a:lnTo>
                  <a:pt x="1533" y="187"/>
                </a:lnTo>
                <a:lnTo>
                  <a:pt x="1533" y="188"/>
                </a:lnTo>
                <a:lnTo>
                  <a:pt x="1534" y="189"/>
                </a:lnTo>
                <a:lnTo>
                  <a:pt x="1533" y="190"/>
                </a:lnTo>
                <a:lnTo>
                  <a:pt x="1532" y="190"/>
                </a:lnTo>
                <a:lnTo>
                  <a:pt x="1532" y="191"/>
                </a:lnTo>
                <a:lnTo>
                  <a:pt x="1534" y="193"/>
                </a:lnTo>
                <a:lnTo>
                  <a:pt x="1536" y="195"/>
                </a:lnTo>
                <a:lnTo>
                  <a:pt x="1537" y="198"/>
                </a:lnTo>
                <a:lnTo>
                  <a:pt x="1537" y="199"/>
                </a:lnTo>
                <a:lnTo>
                  <a:pt x="1538" y="200"/>
                </a:lnTo>
                <a:lnTo>
                  <a:pt x="1538" y="201"/>
                </a:lnTo>
                <a:lnTo>
                  <a:pt x="1539" y="202"/>
                </a:lnTo>
                <a:lnTo>
                  <a:pt x="1541" y="204"/>
                </a:lnTo>
                <a:lnTo>
                  <a:pt x="1541" y="205"/>
                </a:lnTo>
                <a:lnTo>
                  <a:pt x="1542" y="206"/>
                </a:lnTo>
                <a:lnTo>
                  <a:pt x="1544" y="207"/>
                </a:lnTo>
                <a:lnTo>
                  <a:pt x="1544" y="208"/>
                </a:lnTo>
                <a:lnTo>
                  <a:pt x="1545" y="209"/>
                </a:lnTo>
                <a:lnTo>
                  <a:pt x="1545" y="210"/>
                </a:lnTo>
                <a:lnTo>
                  <a:pt x="1546" y="210"/>
                </a:lnTo>
                <a:lnTo>
                  <a:pt x="1547" y="210"/>
                </a:lnTo>
                <a:lnTo>
                  <a:pt x="1547" y="211"/>
                </a:lnTo>
                <a:lnTo>
                  <a:pt x="1547" y="212"/>
                </a:lnTo>
                <a:lnTo>
                  <a:pt x="1548" y="213"/>
                </a:lnTo>
                <a:lnTo>
                  <a:pt x="1548" y="214"/>
                </a:lnTo>
                <a:lnTo>
                  <a:pt x="1550" y="215"/>
                </a:lnTo>
                <a:lnTo>
                  <a:pt x="1550" y="216"/>
                </a:lnTo>
                <a:lnTo>
                  <a:pt x="1551" y="217"/>
                </a:lnTo>
                <a:lnTo>
                  <a:pt x="1552" y="218"/>
                </a:lnTo>
                <a:lnTo>
                  <a:pt x="1553" y="219"/>
                </a:lnTo>
                <a:lnTo>
                  <a:pt x="1554" y="221"/>
                </a:lnTo>
                <a:lnTo>
                  <a:pt x="1555" y="221"/>
                </a:lnTo>
                <a:lnTo>
                  <a:pt x="1556" y="222"/>
                </a:lnTo>
                <a:lnTo>
                  <a:pt x="1556" y="223"/>
                </a:lnTo>
                <a:lnTo>
                  <a:pt x="1556" y="224"/>
                </a:lnTo>
                <a:lnTo>
                  <a:pt x="1557" y="224"/>
                </a:lnTo>
                <a:lnTo>
                  <a:pt x="1558" y="224"/>
                </a:lnTo>
                <a:lnTo>
                  <a:pt x="1560" y="224"/>
                </a:lnTo>
                <a:lnTo>
                  <a:pt x="1561" y="224"/>
                </a:lnTo>
                <a:lnTo>
                  <a:pt x="1562" y="224"/>
                </a:lnTo>
                <a:lnTo>
                  <a:pt x="1564" y="225"/>
                </a:lnTo>
                <a:lnTo>
                  <a:pt x="1565" y="225"/>
                </a:lnTo>
                <a:lnTo>
                  <a:pt x="1566" y="226"/>
                </a:lnTo>
                <a:lnTo>
                  <a:pt x="1567" y="227"/>
                </a:lnTo>
                <a:lnTo>
                  <a:pt x="1568" y="227"/>
                </a:lnTo>
                <a:lnTo>
                  <a:pt x="1569" y="228"/>
                </a:lnTo>
                <a:lnTo>
                  <a:pt x="1570" y="228"/>
                </a:lnTo>
                <a:lnTo>
                  <a:pt x="1571" y="229"/>
                </a:lnTo>
                <a:lnTo>
                  <a:pt x="1571" y="230"/>
                </a:lnTo>
                <a:lnTo>
                  <a:pt x="1571" y="231"/>
                </a:lnTo>
                <a:lnTo>
                  <a:pt x="1571" y="232"/>
                </a:lnTo>
                <a:lnTo>
                  <a:pt x="1571" y="233"/>
                </a:lnTo>
                <a:lnTo>
                  <a:pt x="1571" y="234"/>
                </a:lnTo>
                <a:lnTo>
                  <a:pt x="1572" y="234"/>
                </a:lnTo>
                <a:lnTo>
                  <a:pt x="1572" y="235"/>
                </a:lnTo>
                <a:lnTo>
                  <a:pt x="1574" y="235"/>
                </a:lnTo>
                <a:lnTo>
                  <a:pt x="1574" y="236"/>
                </a:lnTo>
                <a:lnTo>
                  <a:pt x="1574" y="238"/>
                </a:lnTo>
                <a:lnTo>
                  <a:pt x="1573" y="240"/>
                </a:lnTo>
                <a:lnTo>
                  <a:pt x="1573" y="241"/>
                </a:lnTo>
                <a:lnTo>
                  <a:pt x="1575" y="244"/>
                </a:lnTo>
                <a:lnTo>
                  <a:pt x="1577" y="244"/>
                </a:lnTo>
                <a:lnTo>
                  <a:pt x="1577" y="245"/>
                </a:lnTo>
                <a:lnTo>
                  <a:pt x="1578" y="246"/>
                </a:lnTo>
                <a:lnTo>
                  <a:pt x="1578" y="247"/>
                </a:lnTo>
                <a:lnTo>
                  <a:pt x="1579" y="247"/>
                </a:lnTo>
                <a:lnTo>
                  <a:pt x="1580" y="248"/>
                </a:lnTo>
                <a:lnTo>
                  <a:pt x="1580" y="249"/>
                </a:lnTo>
                <a:lnTo>
                  <a:pt x="1582" y="252"/>
                </a:lnTo>
                <a:lnTo>
                  <a:pt x="1583" y="252"/>
                </a:lnTo>
                <a:lnTo>
                  <a:pt x="1581" y="257"/>
                </a:lnTo>
                <a:lnTo>
                  <a:pt x="1580" y="263"/>
                </a:lnTo>
                <a:lnTo>
                  <a:pt x="1579" y="266"/>
                </a:lnTo>
                <a:lnTo>
                  <a:pt x="1580" y="266"/>
                </a:lnTo>
                <a:lnTo>
                  <a:pt x="1584" y="266"/>
                </a:lnTo>
                <a:lnTo>
                  <a:pt x="1584" y="267"/>
                </a:lnTo>
                <a:lnTo>
                  <a:pt x="1585" y="268"/>
                </a:lnTo>
                <a:lnTo>
                  <a:pt x="1585" y="269"/>
                </a:lnTo>
                <a:lnTo>
                  <a:pt x="1585" y="270"/>
                </a:lnTo>
                <a:lnTo>
                  <a:pt x="1584" y="271"/>
                </a:lnTo>
                <a:lnTo>
                  <a:pt x="1583" y="271"/>
                </a:lnTo>
                <a:lnTo>
                  <a:pt x="1583" y="272"/>
                </a:lnTo>
                <a:lnTo>
                  <a:pt x="1583" y="274"/>
                </a:lnTo>
                <a:lnTo>
                  <a:pt x="1581" y="275"/>
                </a:lnTo>
                <a:lnTo>
                  <a:pt x="1581" y="276"/>
                </a:lnTo>
                <a:lnTo>
                  <a:pt x="1581" y="277"/>
                </a:lnTo>
                <a:lnTo>
                  <a:pt x="1580" y="278"/>
                </a:lnTo>
                <a:lnTo>
                  <a:pt x="1580" y="281"/>
                </a:lnTo>
                <a:lnTo>
                  <a:pt x="1578" y="282"/>
                </a:lnTo>
                <a:lnTo>
                  <a:pt x="1578" y="283"/>
                </a:lnTo>
                <a:lnTo>
                  <a:pt x="1577" y="283"/>
                </a:lnTo>
                <a:lnTo>
                  <a:pt x="1577" y="284"/>
                </a:lnTo>
                <a:lnTo>
                  <a:pt x="1577" y="286"/>
                </a:lnTo>
                <a:lnTo>
                  <a:pt x="1576" y="287"/>
                </a:lnTo>
                <a:lnTo>
                  <a:pt x="1575" y="288"/>
                </a:lnTo>
                <a:lnTo>
                  <a:pt x="1573" y="290"/>
                </a:lnTo>
                <a:lnTo>
                  <a:pt x="1572" y="291"/>
                </a:lnTo>
                <a:lnTo>
                  <a:pt x="1571" y="292"/>
                </a:lnTo>
                <a:lnTo>
                  <a:pt x="1570" y="292"/>
                </a:lnTo>
                <a:lnTo>
                  <a:pt x="1570" y="293"/>
                </a:lnTo>
                <a:lnTo>
                  <a:pt x="1570" y="294"/>
                </a:lnTo>
                <a:lnTo>
                  <a:pt x="1569" y="294"/>
                </a:lnTo>
                <a:lnTo>
                  <a:pt x="1569" y="295"/>
                </a:lnTo>
                <a:lnTo>
                  <a:pt x="1570" y="297"/>
                </a:lnTo>
                <a:lnTo>
                  <a:pt x="1571" y="298"/>
                </a:lnTo>
                <a:lnTo>
                  <a:pt x="1574" y="302"/>
                </a:lnTo>
                <a:lnTo>
                  <a:pt x="1573" y="303"/>
                </a:lnTo>
                <a:lnTo>
                  <a:pt x="1576" y="310"/>
                </a:lnTo>
                <a:lnTo>
                  <a:pt x="1579" y="313"/>
                </a:lnTo>
                <a:lnTo>
                  <a:pt x="1579" y="317"/>
                </a:lnTo>
                <a:lnTo>
                  <a:pt x="1579" y="318"/>
                </a:lnTo>
                <a:lnTo>
                  <a:pt x="1579" y="319"/>
                </a:lnTo>
                <a:lnTo>
                  <a:pt x="1580" y="320"/>
                </a:lnTo>
                <a:lnTo>
                  <a:pt x="1580" y="321"/>
                </a:lnTo>
                <a:lnTo>
                  <a:pt x="1580" y="322"/>
                </a:lnTo>
                <a:lnTo>
                  <a:pt x="1580" y="323"/>
                </a:lnTo>
                <a:lnTo>
                  <a:pt x="1579" y="324"/>
                </a:lnTo>
                <a:lnTo>
                  <a:pt x="1578" y="325"/>
                </a:lnTo>
                <a:lnTo>
                  <a:pt x="1577" y="326"/>
                </a:lnTo>
                <a:lnTo>
                  <a:pt x="1572" y="330"/>
                </a:lnTo>
                <a:lnTo>
                  <a:pt x="1570" y="332"/>
                </a:lnTo>
                <a:lnTo>
                  <a:pt x="1568" y="334"/>
                </a:lnTo>
                <a:lnTo>
                  <a:pt x="1564" y="337"/>
                </a:lnTo>
                <a:lnTo>
                  <a:pt x="1558" y="346"/>
                </a:lnTo>
                <a:lnTo>
                  <a:pt x="1552" y="354"/>
                </a:lnTo>
                <a:lnTo>
                  <a:pt x="1549" y="366"/>
                </a:lnTo>
                <a:lnTo>
                  <a:pt x="1548" y="372"/>
                </a:lnTo>
                <a:lnTo>
                  <a:pt x="1548" y="375"/>
                </a:lnTo>
                <a:lnTo>
                  <a:pt x="1548" y="378"/>
                </a:lnTo>
                <a:lnTo>
                  <a:pt x="1550" y="380"/>
                </a:lnTo>
                <a:lnTo>
                  <a:pt x="1551" y="380"/>
                </a:lnTo>
                <a:lnTo>
                  <a:pt x="1553" y="381"/>
                </a:lnTo>
                <a:lnTo>
                  <a:pt x="1555" y="383"/>
                </a:lnTo>
                <a:lnTo>
                  <a:pt x="1556" y="384"/>
                </a:lnTo>
                <a:lnTo>
                  <a:pt x="1557" y="384"/>
                </a:lnTo>
                <a:lnTo>
                  <a:pt x="1558" y="387"/>
                </a:lnTo>
                <a:lnTo>
                  <a:pt x="1558" y="388"/>
                </a:lnTo>
                <a:lnTo>
                  <a:pt x="1559" y="391"/>
                </a:lnTo>
                <a:lnTo>
                  <a:pt x="1561" y="395"/>
                </a:lnTo>
                <a:lnTo>
                  <a:pt x="1561" y="397"/>
                </a:lnTo>
                <a:lnTo>
                  <a:pt x="1560" y="398"/>
                </a:lnTo>
                <a:lnTo>
                  <a:pt x="1563" y="397"/>
                </a:lnTo>
                <a:lnTo>
                  <a:pt x="1567" y="399"/>
                </a:lnTo>
                <a:lnTo>
                  <a:pt x="1569" y="403"/>
                </a:lnTo>
                <a:lnTo>
                  <a:pt x="1566" y="407"/>
                </a:lnTo>
                <a:lnTo>
                  <a:pt x="1568" y="408"/>
                </a:lnTo>
                <a:lnTo>
                  <a:pt x="1567" y="409"/>
                </a:lnTo>
                <a:lnTo>
                  <a:pt x="1575" y="408"/>
                </a:lnTo>
                <a:lnTo>
                  <a:pt x="1578" y="406"/>
                </a:lnTo>
                <a:lnTo>
                  <a:pt x="1580" y="406"/>
                </a:lnTo>
                <a:lnTo>
                  <a:pt x="1583" y="407"/>
                </a:lnTo>
                <a:lnTo>
                  <a:pt x="1585" y="406"/>
                </a:lnTo>
                <a:lnTo>
                  <a:pt x="1587" y="406"/>
                </a:lnTo>
                <a:lnTo>
                  <a:pt x="1588" y="406"/>
                </a:lnTo>
                <a:lnTo>
                  <a:pt x="1589" y="406"/>
                </a:lnTo>
                <a:lnTo>
                  <a:pt x="1591" y="407"/>
                </a:lnTo>
                <a:lnTo>
                  <a:pt x="1593" y="408"/>
                </a:lnTo>
                <a:lnTo>
                  <a:pt x="1593" y="409"/>
                </a:lnTo>
                <a:lnTo>
                  <a:pt x="1594" y="410"/>
                </a:lnTo>
                <a:lnTo>
                  <a:pt x="1595" y="411"/>
                </a:lnTo>
                <a:lnTo>
                  <a:pt x="1596" y="412"/>
                </a:lnTo>
                <a:lnTo>
                  <a:pt x="1597" y="412"/>
                </a:lnTo>
                <a:lnTo>
                  <a:pt x="1598" y="412"/>
                </a:lnTo>
                <a:lnTo>
                  <a:pt x="1599" y="413"/>
                </a:lnTo>
                <a:lnTo>
                  <a:pt x="1599" y="414"/>
                </a:lnTo>
                <a:lnTo>
                  <a:pt x="1600" y="414"/>
                </a:lnTo>
                <a:lnTo>
                  <a:pt x="1601" y="414"/>
                </a:lnTo>
                <a:lnTo>
                  <a:pt x="1603" y="414"/>
                </a:lnTo>
                <a:lnTo>
                  <a:pt x="1605" y="415"/>
                </a:lnTo>
                <a:lnTo>
                  <a:pt x="1608" y="415"/>
                </a:lnTo>
                <a:lnTo>
                  <a:pt x="1610" y="416"/>
                </a:lnTo>
                <a:lnTo>
                  <a:pt x="1612" y="417"/>
                </a:lnTo>
                <a:lnTo>
                  <a:pt x="1613" y="416"/>
                </a:lnTo>
                <a:lnTo>
                  <a:pt x="1613" y="415"/>
                </a:lnTo>
                <a:lnTo>
                  <a:pt x="1617" y="412"/>
                </a:lnTo>
                <a:lnTo>
                  <a:pt x="1618" y="412"/>
                </a:lnTo>
                <a:lnTo>
                  <a:pt x="1619" y="413"/>
                </a:lnTo>
                <a:lnTo>
                  <a:pt x="1621" y="414"/>
                </a:lnTo>
                <a:lnTo>
                  <a:pt x="1622" y="415"/>
                </a:lnTo>
                <a:lnTo>
                  <a:pt x="1623" y="417"/>
                </a:lnTo>
                <a:lnTo>
                  <a:pt x="1623" y="418"/>
                </a:lnTo>
                <a:lnTo>
                  <a:pt x="1626" y="419"/>
                </a:lnTo>
                <a:lnTo>
                  <a:pt x="1629" y="421"/>
                </a:lnTo>
                <a:lnTo>
                  <a:pt x="1630" y="420"/>
                </a:lnTo>
                <a:lnTo>
                  <a:pt x="1634" y="421"/>
                </a:lnTo>
                <a:lnTo>
                  <a:pt x="1638" y="421"/>
                </a:lnTo>
                <a:lnTo>
                  <a:pt x="1639" y="421"/>
                </a:lnTo>
                <a:lnTo>
                  <a:pt x="1642" y="421"/>
                </a:lnTo>
                <a:lnTo>
                  <a:pt x="1650" y="420"/>
                </a:lnTo>
                <a:lnTo>
                  <a:pt x="1658" y="420"/>
                </a:lnTo>
                <a:lnTo>
                  <a:pt x="1663" y="420"/>
                </a:lnTo>
                <a:lnTo>
                  <a:pt x="1665" y="420"/>
                </a:lnTo>
                <a:lnTo>
                  <a:pt x="1667" y="420"/>
                </a:lnTo>
                <a:lnTo>
                  <a:pt x="1668" y="420"/>
                </a:lnTo>
                <a:lnTo>
                  <a:pt x="1673" y="419"/>
                </a:lnTo>
                <a:lnTo>
                  <a:pt x="1677" y="420"/>
                </a:lnTo>
                <a:lnTo>
                  <a:pt x="1681" y="422"/>
                </a:lnTo>
                <a:lnTo>
                  <a:pt x="1686" y="425"/>
                </a:lnTo>
                <a:lnTo>
                  <a:pt x="1690" y="427"/>
                </a:lnTo>
                <a:lnTo>
                  <a:pt x="1691" y="426"/>
                </a:lnTo>
                <a:lnTo>
                  <a:pt x="1692" y="426"/>
                </a:lnTo>
                <a:lnTo>
                  <a:pt x="1697" y="425"/>
                </a:lnTo>
                <a:lnTo>
                  <a:pt x="1699" y="427"/>
                </a:lnTo>
                <a:lnTo>
                  <a:pt x="1705" y="426"/>
                </a:lnTo>
                <a:lnTo>
                  <a:pt x="1712" y="428"/>
                </a:lnTo>
                <a:lnTo>
                  <a:pt x="1715" y="427"/>
                </a:lnTo>
                <a:lnTo>
                  <a:pt x="1717" y="426"/>
                </a:lnTo>
                <a:lnTo>
                  <a:pt x="1719" y="426"/>
                </a:lnTo>
                <a:lnTo>
                  <a:pt x="1722" y="426"/>
                </a:lnTo>
                <a:lnTo>
                  <a:pt x="1723" y="426"/>
                </a:lnTo>
                <a:lnTo>
                  <a:pt x="1727" y="426"/>
                </a:lnTo>
                <a:lnTo>
                  <a:pt x="1730" y="425"/>
                </a:lnTo>
                <a:lnTo>
                  <a:pt x="1732" y="425"/>
                </a:lnTo>
                <a:lnTo>
                  <a:pt x="1733" y="425"/>
                </a:lnTo>
                <a:lnTo>
                  <a:pt x="1733" y="424"/>
                </a:lnTo>
                <a:lnTo>
                  <a:pt x="1734" y="424"/>
                </a:lnTo>
                <a:lnTo>
                  <a:pt x="1736" y="423"/>
                </a:lnTo>
                <a:lnTo>
                  <a:pt x="1738" y="423"/>
                </a:lnTo>
                <a:lnTo>
                  <a:pt x="1744" y="424"/>
                </a:lnTo>
                <a:lnTo>
                  <a:pt x="1747" y="423"/>
                </a:lnTo>
                <a:lnTo>
                  <a:pt x="1748" y="423"/>
                </a:lnTo>
                <a:lnTo>
                  <a:pt x="1749" y="424"/>
                </a:lnTo>
                <a:lnTo>
                  <a:pt x="1750" y="424"/>
                </a:lnTo>
                <a:lnTo>
                  <a:pt x="1751" y="424"/>
                </a:lnTo>
                <a:lnTo>
                  <a:pt x="1752" y="426"/>
                </a:lnTo>
                <a:lnTo>
                  <a:pt x="1755" y="426"/>
                </a:lnTo>
                <a:lnTo>
                  <a:pt x="1756" y="426"/>
                </a:lnTo>
                <a:lnTo>
                  <a:pt x="1756" y="427"/>
                </a:lnTo>
                <a:lnTo>
                  <a:pt x="1757" y="428"/>
                </a:lnTo>
                <a:lnTo>
                  <a:pt x="1758" y="427"/>
                </a:lnTo>
                <a:lnTo>
                  <a:pt x="1759" y="427"/>
                </a:lnTo>
                <a:lnTo>
                  <a:pt x="1760" y="427"/>
                </a:lnTo>
                <a:lnTo>
                  <a:pt x="1762" y="426"/>
                </a:lnTo>
                <a:lnTo>
                  <a:pt x="1763" y="426"/>
                </a:lnTo>
                <a:lnTo>
                  <a:pt x="1764" y="426"/>
                </a:lnTo>
                <a:lnTo>
                  <a:pt x="1766" y="427"/>
                </a:lnTo>
                <a:lnTo>
                  <a:pt x="1767" y="427"/>
                </a:lnTo>
                <a:lnTo>
                  <a:pt x="1771" y="427"/>
                </a:lnTo>
                <a:lnTo>
                  <a:pt x="1772" y="427"/>
                </a:lnTo>
                <a:lnTo>
                  <a:pt x="1773" y="426"/>
                </a:lnTo>
                <a:lnTo>
                  <a:pt x="1780" y="428"/>
                </a:lnTo>
                <a:lnTo>
                  <a:pt x="1781" y="429"/>
                </a:lnTo>
                <a:lnTo>
                  <a:pt x="1782" y="429"/>
                </a:lnTo>
                <a:lnTo>
                  <a:pt x="1784" y="430"/>
                </a:lnTo>
                <a:lnTo>
                  <a:pt x="1786" y="430"/>
                </a:lnTo>
                <a:lnTo>
                  <a:pt x="1787" y="429"/>
                </a:lnTo>
                <a:lnTo>
                  <a:pt x="1788" y="429"/>
                </a:lnTo>
                <a:lnTo>
                  <a:pt x="1789" y="429"/>
                </a:lnTo>
                <a:lnTo>
                  <a:pt x="1791" y="430"/>
                </a:lnTo>
                <a:lnTo>
                  <a:pt x="1792" y="430"/>
                </a:lnTo>
                <a:lnTo>
                  <a:pt x="1793" y="430"/>
                </a:lnTo>
                <a:lnTo>
                  <a:pt x="1794" y="430"/>
                </a:lnTo>
                <a:lnTo>
                  <a:pt x="1795" y="431"/>
                </a:lnTo>
                <a:lnTo>
                  <a:pt x="1796" y="431"/>
                </a:lnTo>
                <a:lnTo>
                  <a:pt x="1797" y="432"/>
                </a:lnTo>
                <a:lnTo>
                  <a:pt x="1798" y="433"/>
                </a:lnTo>
                <a:lnTo>
                  <a:pt x="1799" y="433"/>
                </a:lnTo>
                <a:lnTo>
                  <a:pt x="1800" y="432"/>
                </a:lnTo>
                <a:lnTo>
                  <a:pt x="1801" y="432"/>
                </a:lnTo>
                <a:lnTo>
                  <a:pt x="1802" y="432"/>
                </a:lnTo>
                <a:lnTo>
                  <a:pt x="1803" y="433"/>
                </a:lnTo>
                <a:lnTo>
                  <a:pt x="1804" y="433"/>
                </a:lnTo>
                <a:lnTo>
                  <a:pt x="1804" y="432"/>
                </a:lnTo>
                <a:lnTo>
                  <a:pt x="1804" y="431"/>
                </a:lnTo>
                <a:lnTo>
                  <a:pt x="1805" y="432"/>
                </a:lnTo>
                <a:lnTo>
                  <a:pt x="1808" y="433"/>
                </a:lnTo>
                <a:lnTo>
                  <a:pt x="1810" y="434"/>
                </a:lnTo>
                <a:lnTo>
                  <a:pt x="1812" y="435"/>
                </a:lnTo>
                <a:lnTo>
                  <a:pt x="1814" y="436"/>
                </a:lnTo>
                <a:lnTo>
                  <a:pt x="1816" y="436"/>
                </a:lnTo>
                <a:lnTo>
                  <a:pt x="1817" y="437"/>
                </a:lnTo>
                <a:lnTo>
                  <a:pt x="1819" y="437"/>
                </a:lnTo>
                <a:lnTo>
                  <a:pt x="1820" y="438"/>
                </a:lnTo>
                <a:lnTo>
                  <a:pt x="1823" y="439"/>
                </a:lnTo>
                <a:lnTo>
                  <a:pt x="1823" y="440"/>
                </a:lnTo>
                <a:lnTo>
                  <a:pt x="1823" y="441"/>
                </a:lnTo>
                <a:lnTo>
                  <a:pt x="1824" y="442"/>
                </a:lnTo>
                <a:lnTo>
                  <a:pt x="1827" y="443"/>
                </a:lnTo>
                <a:lnTo>
                  <a:pt x="1831" y="445"/>
                </a:lnTo>
                <a:lnTo>
                  <a:pt x="1833" y="446"/>
                </a:lnTo>
                <a:lnTo>
                  <a:pt x="1839" y="449"/>
                </a:lnTo>
                <a:lnTo>
                  <a:pt x="1844" y="451"/>
                </a:lnTo>
                <a:lnTo>
                  <a:pt x="1847" y="452"/>
                </a:lnTo>
                <a:lnTo>
                  <a:pt x="1854" y="455"/>
                </a:lnTo>
                <a:lnTo>
                  <a:pt x="1862" y="460"/>
                </a:lnTo>
                <a:lnTo>
                  <a:pt x="1865" y="461"/>
                </a:lnTo>
                <a:lnTo>
                  <a:pt x="1868" y="462"/>
                </a:lnTo>
                <a:lnTo>
                  <a:pt x="1869" y="463"/>
                </a:lnTo>
                <a:lnTo>
                  <a:pt x="1869" y="464"/>
                </a:lnTo>
                <a:lnTo>
                  <a:pt x="1872" y="467"/>
                </a:lnTo>
                <a:lnTo>
                  <a:pt x="1874" y="468"/>
                </a:lnTo>
                <a:lnTo>
                  <a:pt x="1878" y="470"/>
                </a:lnTo>
                <a:lnTo>
                  <a:pt x="1878" y="471"/>
                </a:lnTo>
                <a:lnTo>
                  <a:pt x="1879" y="472"/>
                </a:lnTo>
                <a:lnTo>
                  <a:pt x="1880" y="475"/>
                </a:lnTo>
                <a:lnTo>
                  <a:pt x="1880" y="476"/>
                </a:lnTo>
                <a:lnTo>
                  <a:pt x="1880" y="477"/>
                </a:lnTo>
                <a:lnTo>
                  <a:pt x="1881" y="478"/>
                </a:lnTo>
                <a:lnTo>
                  <a:pt x="1883" y="477"/>
                </a:lnTo>
                <a:lnTo>
                  <a:pt x="1885" y="477"/>
                </a:lnTo>
                <a:lnTo>
                  <a:pt x="1888" y="478"/>
                </a:lnTo>
                <a:lnTo>
                  <a:pt x="1892" y="479"/>
                </a:lnTo>
                <a:lnTo>
                  <a:pt x="1897" y="482"/>
                </a:lnTo>
                <a:lnTo>
                  <a:pt x="1903" y="484"/>
                </a:lnTo>
                <a:lnTo>
                  <a:pt x="1909" y="490"/>
                </a:lnTo>
                <a:lnTo>
                  <a:pt x="1910" y="491"/>
                </a:lnTo>
                <a:lnTo>
                  <a:pt x="1913" y="494"/>
                </a:lnTo>
                <a:lnTo>
                  <a:pt x="1914" y="496"/>
                </a:lnTo>
                <a:lnTo>
                  <a:pt x="1916" y="495"/>
                </a:lnTo>
                <a:lnTo>
                  <a:pt x="1917" y="495"/>
                </a:lnTo>
                <a:lnTo>
                  <a:pt x="1918" y="495"/>
                </a:lnTo>
                <a:lnTo>
                  <a:pt x="1920" y="496"/>
                </a:lnTo>
                <a:lnTo>
                  <a:pt x="1921" y="497"/>
                </a:lnTo>
                <a:lnTo>
                  <a:pt x="1922" y="497"/>
                </a:lnTo>
                <a:lnTo>
                  <a:pt x="1923" y="497"/>
                </a:lnTo>
                <a:lnTo>
                  <a:pt x="1924" y="498"/>
                </a:lnTo>
                <a:lnTo>
                  <a:pt x="1926" y="498"/>
                </a:lnTo>
                <a:lnTo>
                  <a:pt x="1928" y="498"/>
                </a:lnTo>
                <a:lnTo>
                  <a:pt x="1928" y="499"/>
                </a:lnTo>
                <a:lnTo>
                  <a:pt x="1929" y="499"/>
                </a:lnTo>
                <a:lnTo>
                  <a:pt x="1930" y="499"/>
                </a:lnTo>
                <a:lnTo>
                  <a:pt x="1931" y="499"/>
                </a:lnTo>
                <a:lnTo>
                  <a:pt x="1932" y="500"/>
                </a:lnTo>
                <a:lnTo>
                  <a:pt x="1933" y="500"/>
                </a:lnTo>
                <a:lnTo>
                  <a:pt x="1934" y="501"/>
                </a:lnTo>
                <a:lnTo>
                  <a:pt x="1935" y="502"/>
                </a:lnTo>
                <a:lnTo>
                  <a:pt x="1936" y="503"/>
                </a:lnTo>
                <a:lnTo>
                  <a:pt x="1938" y="504"/>
                </a:lnTo>
                <a:lnTo>
                  <a:pt x="1941" y="504"/>
                </a:lnTo>
                <a:lnTo>
                  <a:pt x="1950" y="503"/>
                </a:lnTo>
                <a:lnTo>
                  <a:pt x="1956" y="503"/>
                </a:lnTo>
                <a:lnTo>
                  <a:pt x="1967" y="501"/>
                </a:lnTo>
                <a:lnTo>
                  <a:pt x="1976" y="500"/>
                </a:lnTo>
                <a:lnTo>
                  <a:pt x="1977" y="501"/>
                </a:lnTo>
                <a:lnTo>
                  <a:pt x="1977" y="503"/>
                </a:lnTo>
                <a:lnTo>
                  <a:pt x="1975" y="505"/>
                </a:lnTo>
                <a:lnTo>
                  <a:pt x="1972" y="507"/>
                </a:lnTo>
                <a:lnTo>
                  <a:pt x="1970" y="513"/>
                </a:lnTo>
                <a:lnTo>
                  <a:pt x="1970" y="521"/>
                </a:lnTo>
                <a:lnTo>
                  <a:pt x="1968" y="528"/>
                </a:lnTo>
                <a:lnTo>
                  <a:pt x="1972" y="528"/>
                </a:lnTo>
                <a:lnTo>
                  <a:pt x="1977" y="530"/>
                </a:lnTo>
                <a:lnTo>
                  <a:pt x="1981" y="530"/>
                </a:lnTo>
                <a:lnTo>
                  <a:pt x="1986" y="530"/>
                </a:lnTo>
                <a:lnTo>
                  <a:pt x="1988" y="534"/>
                </a:lnTo>
                <a:lnTo>
                  <a:pt x="1989" y="536"/>
                </a:lnTo>
                <a:lnTo>
                  <a:pt x="1990" y="538"/>
                </a:lnTo>
                <a:lnTo>
                  <a:pt x="1991" y="540"/>
                </a:lnTo>
                <a:lnTo>
                  <a:pt x="1993" y="542"/>
                </a:lnTo>
                <a:lnTo>
                  <a:pt x="1995" y="545"/>
                </a:lnTo>
                <a:lnTo>
                  <a:pt x="1997" y="553"/>
                </a:lnTo>
                <a:lnTo>
                  <a:pt x="1999" y="559"/>
                </a:lnTo>
                <a:lnTo>
                  <a:pt x="2002" y="564"/>
                </a:lnTo>
                <a:lnTo>
                  <a:pt x="2003" y="566"/>
                </a:lnTo>
                <a:lnTo>
                  <a:pt x="2004" y="570"/>
                </a:lnTo>
                <a:lnTo>
                  <a:pt x="2005" y="572"/>
                </a:lnTo>
                <a:lnTo>
                  <a:pt x="2012" y="584"/>
                </a:lnTo>
                <a:lnTo>
                  <a:pt x="2016" y="590"/>
                </a:lnTo>
                <a:lnTo>
                  <a:pt x="2017" y="604"/>
                </a:lnTo>
                <a:lnTo>
                  <a:pt x="2020" y="608"/>
                </a:lnTo>
                <a:lnTo>
                  <a:pt x="2023" y="610"/>
                </a:lnTo>
                <a:lnTo>
                  <a:pt x="2029" y="615"/>
                </a:lnTo>
                <a:lnTo>
                  <a:pt x="2039" y="624"/>
                </a:lnTo>
                <a:lnTo>
                  <a:pt x="2061" y="644"/>
                </a:lnTo>
                <a:lnTo>
                  <a:pt x="2063" y="66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6" name=""/>
          <p:cNvSpPr/>
          <p:nvPr/>
        </p:nvSpPr>
        <p:spPr>
          <a:xfrm>
            <a:off x="2284200" y="428328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7" name=""/>
          <p:cNvSpPr/>
          <p:nvPr/>
        </p:nvSpPr>
        <p:spPr>
          <a:xfrm>
            <a:off x="2263320" y="4280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3"/>
                </a:move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8" name=""/>
          <p:cNvSpPr/>
          <p:nvPr/>
        </p:nvSpPr>
        <p:spPr>
          <a:xfrm>
            <a:off x="2269800" y="4278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9" name=""/>
          <p:cNvSpPr/>
          <p:nvPr/>
        </p:nvSpPr>
        <p:spPr>
          <a:xfrm>
            <a:off x="2271600" y="42786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0" name=""/>
          <p:cNvSpPr/>
          <p:nvPr/>
        </p:nvSpPr>
        <p:spPr>
          <a:xfrm>
            <a:off x="2266560" y="4278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1" name=""/>
          <p:cNvSpPr/>
          <p:nvPr/>
        </p:nvSpPr>
        <p:spPr>
          <a:xfrm>
            <a:off x="2266200" y="4278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2" name=""/>
          <p:cNvSpPr/>
          <p:nvPr/>
        </p:nvSpPr>
        <p:spPr>
          <a:xfrm>
            <a:off x="2266920" y="42746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3" name=""/>
          <p:cNvSpPr/>
          <p:nvPr/>
        </p:nvSpPr>
        <p:spPr>
          <a:xfrm>
            <a:off x="2265840" y="427392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0"/>
                </a:moveTo>
                <a:lnTo>
                  <a:pt x="3" y="1"/>
                </a:lnTo>
                <a:lnTo>
                  <a:pt x="3" y="3"/>
                </a:lnTo>
                <a:lnTo>
                  <a:pt x="5" y="3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4" name=""/>
          <p:cNvSpPr/>
          <p:nvPr/>
        </p:nvSpPr>
        <p:spPr>
          <a:xfrm>
            <a:off x="2260080" y="42732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5" name=""/>
          <p:cNvSpPr/>
          <p:nvPr/>
        </p:nvSpPr>
        <p:spPr>
          <a:xfrm>
            <a:off x="2266560" y="42699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6" name=""/>
          <p:cNvSpPr/>
          <p:nvPr/>
        </p:nvSpPr>
        <p:spPr>
          <a:xfrm>
            <a:off x="2282400" y="4269240"/>
            <a:ext cx="3600" cy="2520"/>
          </a:xfrm>
          <a:custGeom>
            <a:avLst/>
            <a:gdLst/>
            <a:ahLst/>
            <a:rect l="0" t="0" r="r" b="b"/>
            <a:pathLst>
              <a:path w="10" h="7">
                <a:moveTo>
                  <a:pt x="9" y="1"/>
                </a:move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6" y="3"/>
                </a:lnTo>
                <a:lnTo>
                  <a:pt x="7" y="3"/>
                </a:lnTo>
                <a:lnTo>
                  <a:pt x="6" y="3"/>
                </a:lnTo>
                <a:lnTo>
                  <a:pt x="5" y="3"/>
                </a:lnTo>
                <a:lnTo>
                  <a:pt x="6" y="3"/>
                </a:lnTo>
                <a:lnTo>
                  <a:pt x="6" y="4"/>
                </a:lnTo>
                <a:lnTo>
                  <a:pt x="5" y="4"/>
                </a:lnTo>
                <a:lnTo>
                  <a:pt x="6" y="4"/>
                </a:lnTo>
                <a:lnTo>
                  <a:pt x="5" y="4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2" y="5"/>
                </a:lnTo>
                <a:lnTo>
                  <a:pt x="2" y="7"/>
                </a:lnTo>
                <a:lnTo>
                  <a:pt x="1" y="7"/>
                </a:lnTo>
                <a:lnTo>
                  <a:pt x="2" y="7"/>
                </a:lnTo>
                <a:lnTo>
                  <a:pt x="2" y="5"/>
                </a:lnTo>
                <a:lnTo>
                  <a:pt x="1" y="5"/>
                </a:lnTo>
                <a:lnTo>
                  <a:pt x="1" y="7"/>
                </a:lnTo>
                <a:lnTo>
                  <a:pt x="0" y="7"/>
                </a:lnTo>
                <a:lnTo>
                  <a:pt x="0" y="5"/>
                </a:lnTo>
                <a:lnTo>
                  <a:pt x="1" y="4"/>
                </a:lnTo>
                <a:lnTo>
                  <a:pt x="2" y="4"/>
                </a:lnTo>
                <a:lnTo>
                  <a:pt x="3" y="3"/>
                </a:lnTo>
                <a:lnTo>
                  <a:pt x="4" y="2"/>
                </a:lnTo>
                <a:lnTo>
                  <a:pt x="5" y="2"/>
                </a:lnTo>
                <a:lnTo>
                  <a:pt x="5" y="1"/>
                </a:lnTo>
                <a:lnTo>
                  <a:pt x="6" y="1"/>
                </a:lnTo>
                <a:lnTo>
                  <a:pt x="7" y="0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9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7" name=""/>
          <p:cNvSpPr/>
          <p:nvPr/>
        </p:nvSpPr>
        <p:spPr>
          <a:xfrm>
            <a:off x="2267640" y="4266000"/>
            <a:ext cx="5400" cy="3960"/>
          </a:xfrm>
          <a:custGeom>
            <a:avLst/>
            <a:gdLst/>
            <a:ahLst/>
            <a:rect l="0" t="0" r="r" b="b"/>
            <a:pathLst>
              <a:path w="15" h="11">
                <a:moveTo>
                  <a:pt x="10" y="1"/>
                </a:moveTo>
                <a:lnTo>
                  <a:pt x="11" y="2"/>
                </a:lnTo>
                <a:lnTo>
                  <a:pt x="11" y="1"/>
                </a:lnTo>
                <a:lnTo>
                  <a:pt x="12" y="1"/>
                </a:lnTo>
                <a:lnTo>
                  <a:pt x="12" y="2"/>
                </a:lnTo>
                <a:lnTo>
                  <a:pt x="12" y="3"/>
                </a:lnTo>
                <a:lnTo>
                  <a:pt x="12" y="4"/>
                </a:lnTo>
                <a:lnTo>
                  <a:pt x="14" y="4"/>
                </a:lnTo>
                <a:lnTo>
                  <a:pt x="14" y="6"/>
                </a:lnTo>
                <a:lnTo>
                  <a:pt x="15" y="6"/>
                </a:lnTo>
                <a:lnTo>
                  <a:pt x="14" y="6"/>
                </a:lnTo>
                <a:lnTo>
                  <a:pt x="14" y="7"/>
                </a:lnTo>
                <a:lnTo>
                  <a:pt x="12" y="7"/>
                </a:lnTo>
                <a:lnTo>
                  <a:pt x="12" y="6"/>
                </a:lnTo>
                <a:lnTo>
                  <a:pt x="11" y="6"/>
                </a:lnTo>
                <a:lnTo>
                  <a:pt x="9" y="6"/>
                </a:lnTo>
                <a:lnTo>
                  <a:pt x="8" y="7"/>
                </a:lnTo>
                <a:lnTo>
                  <a:pt x="7" y="7"/>
                </a:lnTo>
                <a:lnTo>
                  <a:pt x="7" y="8"/>
                </a:lnTo>
                <a:lnTo>
                  <a:pt x="6" y="8"/>
                </a:lnTo>
                <a:lnTo>
                  <a:pt x="6" y="9"/>
                </a:lnTo>
                <a:lnTo>
                  <a:pt x="6" y="10"/>
                </a:lnTo>
                <a:lnTo>
                  <a:pt x="6" y="11"/>
                </a:lnTo>
                <a:lnTo>
                  <a:pt x="5" y="11"/>
                </a:lnTo>
                <a:lnTo>
                  <a:pt x="4" y="11"/>
                </a:lnTo>
                <a:lnTo>
                  <a:pt x="3" y="11"/>
                </a:lnTo>
                <a:lnTo>
                  <a:pt x="3" y="10"/>
                </a:lnTo>
                <a:lnTo>
                  <a:pt x="2" y="10"/>
                </a:lnTo>
                <a:lnTo>
                  <a:pt x="2" y="9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1" y="8"/>
                </a:lnTo>
                <a:lnTo>
                  <a:pt x="0" y="8"/>
                </a:lnTo>
                <a:lnTo>
                  <a:pt x="0" y="7"/>
                </a:lnTo>
                <a:lnTo>
                  <a:pt x="1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9"/>
                </a:lnTo>
                <a:lnTo>
                  <a:pt x="3" y="10"/>
                </a:lnTo>
                <a:lnTo>
                  <a:pt x="3" y="9"/>
                </a:lnTo>
                <a:lnTo>
                  <a:pt x="4" y="9"/>
                </a:lnTo>
                <a:lnTo>
                  <a:pt x="3" y="9"/>
                </a:lnTo>
                <a:lnTo>
                  <a:pt x="4" y="9"/>
                </a:lnTo>
                <a:lnTo>
                  <a:pt x="5" y="9"/>
                </a:lnTo>
                <a:lnTo>
                  <a:pt x="5" y="8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3" y="7"/>
                </a:lnTo>
                <a:lnTo>
                  <a:pt x="3" y="6"/>
                </a:lnTo>
                <a:lnTo>
                  <a:pt x="3" y="4"/>
                </a:lnTo>
                <a:lnTo>
                  <a:pt x="2" y="4"/>
                </a:lnTo>
                <a:lnTo>
                  <a:pt x="2" y="6"/>
                </a:lnTo>
                <a:lnTo>
                  <a:pt x="1" y="6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5" y="2"/>
                </a:lnTo>
                <a:lnTo>
                  <a:pt x="6" y="2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7" y="1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9" y="1"/>
                </a:lnTo>
                <a:lnTo>
                  <a:pt x="10" y="0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8" name=""/>
          <p:cNvSpPr/>
          <p:nvPr/>
        </p:nvSpPr>
        <p:spPr>
          <a:xfrm>
            <a:off x="2265120" y="4264560"/>
            <a:ext cx="2880" cy="3600"/>
          </a:xfrm>
          <a:custGeom>
            <a:avLst/>
            <a:gdLst/>
            <a:ahLst/>
            <a:rect l="0" t="0" r="r" b="b"/>
            <a:pathLst>
              <a:path w="8" h="10">
                <a:moveTo>
                  <a:pt x="6" y="0"/>
                </a:move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4" y="6"/>
                </a:lnTo>
                <a:lnTo>
                  <a:pt x="4" y="7"/>
                </a:lnTo>
                <a:lnTo>
                  <a:pt x="6" y="7"/>
                </a:lnTo>
                <a:lnTo>
                  <a:pt x="6" y="8"/>
                </a:lnTo>
                <a:lnTo>
                  <a:pt x="4" y="8"/>
                </a:lnTo>
                <a:lnTo>
                  <a:pt x="4" y="9"/>
                </a:lnTo>
                <a:lnTo>
                  <a:pt x="6" y="9"/>
                </a:lnTo>
                <a:lnTo>
                  <a:pt x="4" y="10"/>
                </a:lnTo>
                <a:lnTo>
                  <a:pt x="4" y="9"/>
                </a:lnTo>
                <a:lnTo>
                  <a:pt x="3" y="9"/>
                </a:lnTo>
                <a:lnTo>
                  <a:pt x="2" y="9"/>
                </a:lnTo>
                <a:lnTo>
                  <a:pt x="2" y="10"/>
                </a:lnTo>
                <a:lnTo>
                  <a:pt x="2" y="9"/>
                </a:lnTo>
                <a:lnTo>
                  <a:pt x="1" y="9"/>
                </a:lnTo>
                <a:lnTo>
                  <a:pt x="1" y="10"/>
                </a:lnTo>
                <a:lnTo>
                  <a:pt x="0" y="10"/>
                </a:lnTo>
                <a:lnTo>
                  <a:pt x="0" y="9"/>
                </a:lnTo>
                <a:lnTo>
                  <a:pt x="1" y="9"/>
                </a:lnTo>
                <a:lnTo>
                  <a:pt x="2" y="9"/>
                </a:lnTo>
                <a:lnTo>
                  <a:pt x="2" y="8"/>
                </a:lnTo>
                <a:lnTo>
                  <a:pt x="2" y="9"/>
                </a:lnTo>
                <a:lnTo>
                  <a:pt x="3" y="9"/>
                </a:lnTo>
                <a:lnTo>
                  <a:pt x="3" y="8"/>
                </a:lnTo>
                <a:lnTo>
                  <a:pt x="3" y="7"/>
                </a:lnTo>
                <a:lnTo>
                  <a:pt x="3" y="6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6" y="0"/>
                </a:lnTo>
                <a:lnTo>
                  <a:pt x="6" y="1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9" name=""/>
          <p:cNvSpPr/>
          <p:nvPr/>
        </p:nvSpPr>
        <p:spPr>
          <a:xfrm>
            <a:off x="2269440" y="42656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0" name=""/>
          <p:cNvSpPr/>
          <p:nvPr/>
        </p:nvSpPr>
        <p:spPr>
          <a:xfrm>
            <a:off x="2268000" y="426348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4" y="0"/>
                </a:move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lnTo>
                  <a:pt x="6" y="6"/>
                </a:lnTo>
                <a:lnTo>
                  <a:pt x="5" y="6"/>
                </a:lnTo>
                <a:lnTo>
                  <a:pt x="6" y="6"/>
                </a:lnTo>
                <a:lnTo>
                  <a:pt x="5" y="6"/>
                </a:lnTo>
                <a:lnTo>
                  <a:pt x="4" y="6"/>
                </a:lnTo>
                <a:lnTo>
                  <a:pt x="4" y="7"/>
                </a:lnTo>
                <a:lnTo>
                  <a:pt x="4" y="6"/>
                </a:lnTo>
                <a:lnTo>
                  <a:pt x="5" y="4"/>
                </a:lnTo>
                <a:lnTo>
                  <a:pt x="4" y="3"/>
                </a:lnTo>
                <a:lnTo>
                  <a:pt x="4" y="2"/>
                </a:lnTo>
                <a:lnTo>
                  <a:pt x="2" y="2"/>
                </a:lnTo>
                <a:lnTo>
                  <a:pt x="2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1" name=""/>
          <p:cNvSpPr/>
          <p:nvPr/>
        </p:nvSpPr>
        <p:spPr>
          <a:xfrm>
            <a:off x="2266560" y="4264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2" name=""/>
          <p:cNvSpPr/>
          <p:nvPr/>
        </p:nvSpPr>
        <p:spPr>
          <a:xfrm>
            <a:off x="2269440" y="42606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2" y="1"/>
                </a:moveTo>
                <a:lnTo>
                  <a:pt x="2" y="3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3" y="1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3" name=""/>
          <p:cNvSpPr/>
          <p:nvPr/>
        </p:nvSpPr>
        <p:spPr>
          <a:xfrm>
            <a:off x="2334600" y="4326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4" name=""/>
          <p:cNvSpPr/>
          <p:nvPr/>
        </p:nvSpPr>
        <p:spPr>
          <a:xfrm>
            <a:off x="2331000" y="4322160"/>
            <a:ext cx="3600" cy="3240"/>
          </a:xfrm>
          <a:custGeom>
            <a:avLst/>
            <a:gdLst/>
            <a:ahLst/>
            <a:rect l="0" t="0" r="r" b="b"/>
            <a:pathLst>
              <a:path w="10" h="9">
                <a:moveTo>
                  <a:pt x="3" y="0"/>
                </a:move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2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8" y="5"/>
                </a:lnTo>
                <a:lnTo>
                  <a:pt x="9" y="5"/>
                </a:lnTo>
                <a:lnTo>
                  <a:pt x="9" y="7"/>
                </a:lnTo>
                <a:lnTo>
                  <a:pt x="10" y="7"/>
                </a:lnTo>
                <a:lnTo>
                  <a:pt x="10" y="8"/>
                </a:lnTo>
                <a:lnTo>
                  <a:pt x="10" y="9"/>
                </a:lnTo>
                <a:lnTo>
                  <a:pt x="9" y="9"/>
                </a:lnTo>
                <a:lnTo>
                  <a:pt x="8" y="9"/>
                </a:lnTo>
                <a:lnTo>
                  <a:pt x="7" y="8"/>
                </a:lnTo>
                <a:lnTo>
                  <a:pt x="7" y="7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4" y="5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5" name=""/>
          <p:cNvSpPr/>
          <p:nvPr/>
        </p:nvSpPr>
        <p:spPr>
          <a:xfrm>
            <a:off x="2293920" y="43120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5"/>
                </a:moveTo>
                <a:lnTo>
                  <a:pt x="0" y="4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6" name=""/>
          <p:cNvSpPr/>
          <p:nvPr/>
        </p:nvSpPr>
        <p:spPr>
          <a:xfrm>
            <a:off x="2291040" y="430272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1" y="1"/>
                </a:moveTo>
                <a:lnTo>
                  <a:pt x="3" y="1"/>
                </a:lnTo>
                <a:lnTo>
                  <a:pt x="3" y="2"/>
                </a:lnTo>
                <a:lnTo>
                  <a:pt x="4" y="4"/>
                </a:lnTo>
                <a:lnTo>
                  <a:pt x="4" y="5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4" y="5"/>
                </a:ln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7" name=""/>
          <p:cNvSpPr/>
          <p:nvPr/>
        </p:nvSpPr>
        <p:spPr>
          <a:xfrm>
            <a:off x="2331360" y="430128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8" name=""/>
          <p:cNvSpPr/>
          <p:nvPr/>
        </p:nvSpPr>
        <p:spPr>
          <a:xfrm>
            <a:off x="2329920" y="4300200"/>
            <a:ext cx="1800" cy="2520"/>
          </a:xfrm>
          <a:custGeom>
            <a:avLst/>
            <a:gdLst/>
            <a:ahLst/>
            <a:rect l="0" t="0" r="r" b="b"/>
            <a:pathLst>
              <a:path w="5" h="7">
                <a:moveTo>
                  <a:pt x="4" y="0"/>
                </a:moveTo>
                <a:lnTo>
                  <a:pt x="5" y="0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5" y="5"/>
                </a:lnTo>
                <a:lnTo>
                  <a:pt x="5" y="7"/>
                </a:lnTo>
                <a:lnTo>
                  <a:pt x="4" y="7"/>
                </a:ln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9" name=""/>
          <p:cNvSpPr/>
          <p:nvPr/>
        </p:nvSpPr>
        <p:spPr>
          <a:xfrm>
            <a:off x="2285280" y="427896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3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0" name=""/>
          <p:cNvSpPr/>
          <p:nvPr/>
        </p:nvSpPr>
        <p:spPr>
          <a:xfrm>
            <a:off x="2287080" y="4268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1" name=""/>
          <p:cNvSpPr/>
          <p:nvPr/>
        </p:nvSpPr>
        <p:spPr>
          <a:xfrm>
            <a:off x="2283480" y="4203720"/>
            <a:ext cx="64080" cy="125640"/>
          </a:xfrm>
          <a:custGeom>
            <a:avLst/>
            <a:gdLst/>
            <a:ahLst/>
            <a:rect l="0" t="0" r="r" b="b"/>
            <a:pathLst>
              <a:path w="178" h="349">
                <a:moveTo>
                  <a:pt x="139" y="1"/>
                </a:moveTo>
                <a:lnTo>
                  <a:pt x="140" y="0"/>
                </a:lnTo>
                <a:lnTo>
                  <a:pt x="141" y="1"/>
                </a:lnTo>
                <a:lnTo>
                  <a:pt x="142" y="1"/>
                </a:lnTo>
                <a:lnTo>
                  <a:pt x="143" y="2"/>
                </a:lnTo>
                <a:lnTo>
                  <a:pt x="144" y="2"/>
                </a:lnTo>
                <a:lnTo>
                  <a:pt x="144" y="3"/>
                </a:lnTo>
                <a:lnTo>
                  <a:pt x="145" y="3"/>
                </a:lnTo>
                <a:lnTo>
                  <a:pt x="145" y="4"/>
                </a:lnTo>
                <a:lnTo>
                  <a:pt x="145" y="5"/>
                </a:lnTo>
                <a:lnTo>
                  <a:pt x="145" y="6"/>
                </a:lnTo>
                <a:lnTo>
                  <a:pt x="146" y="7"/>
                </a:lnTo>
                <a:lnTo>
                  <a:pt x="147" y="7"/>
                </a:lnTo>
                <a:lnTo>
                  <a:pt x="147" y="8"/>
                </a:lnTo>
                <a:lnTo>
                  <a:pt x="147" y="9"/>
                </a:lnTo>
                <a:lnTo>
                  <a:pt x="148" y="9"/>
                </a:lnTo>
                <a:lnTo>
                  <a:pt x="149" y="10"/>
                </a:lnTo>
                <a:lnTo>
                  <a:pt x="150" y="10"/>
                </a:lnTo>
                <a:lnTo>
                  <a:pt x="151" y="9"/>
                </a:lnTo>
                <a:lnTo>
                  <a:pt x="152" y="9"/>
                </a:lnTo>
                <a:lnTo>
                  <a:pt x="151" y="9"/>
                </a:lnTo>
                <a:lnTo>
                  <a:pt x="151" y="10"/>
                </a:lnTo>
                <a:lnTo>
                  <a:pt x="150" y="11"/>
                </a:lnTo>
                <a:lnTo>
                  <a:pt x="150" y="12"/>
                </a:lnTo>
                <a:lnTo>
                  <a:pt x="151" y="12"/>
                </a:lnTo>
                <a:lnTo>
                  <a:pt x="152" y="12"/>
                </a:lnTo>
                <a:lnTo>
                  <a:pt x="152" y="13"/>
                </a:lnTo>
                <a:lnTo>
                  <a:pt x="152" y="14"/>
                </a:lnTo>
                <a:lnTo>
                  <a:pt x="153" y="14"/>
                </a:lnTo>
                <a:lnTo>
                  <a:pt x="154" y="14"/>
                </a:lnTo>
                <a:lnTo>
                  <a:pt x="155" y="15"/>
                </a:lnTo>
                <a:lnTo>
                  <a:pt x="156" y="15"/>
                </a:lnTo>
                <a:lnTo>
                  <a:pt x="156" y="16"/>
                </a:lnTo>
                <a:lnTo>
                  <a:pt x="155" y="16"/>
                </a:lnTo>
                <a:lnTo>
                  <a:pt x="155" y="17"/>
                </a:lnTo>
                <a:lnTo>
                  <a:pt x="156" y="17"/>
                </a:lnTo>
                <a:lnTo>
                  <a:pt x="157" y="16"/>
                </a:lnTo>
                <a:lnTo>
                  <a:pt x="157" y="15"/>
                </a:lnTo>
                <a:lnTo>
                  <a:pt x="158" y="15"/>
                </a:lnTo>
                <a:lnTo>
                  <a:pt x="159" y="15"/>
                </a:lnTo>
                <a:lnTo>
                  <a:pt x="159" y="16"/>
                </a:lnTo>
                <a:lnTo>
                  <a:pt x="160" y="16"/>
                </a:lnTo>
                <a:lnTo>
                  <a:pt x="161" y="16"/>
                </a:lnTo>
                <a:lnTo>
                  <a:pt x="160" y="16"/>
                </a:lnTo>
                <a:lnTo>
                  <a:pt x="161" y="17"/>
                </a:lnTo>
                <a:lnTo>
                  <a:pt x="162" y="17"/>
                </a:lnTo>
                <a:lnTo>
                  <a:pt x="162" y="18"/>
                </a:lnTo>
                <a:lnTo>
                  <a:pt x="163" y="18"/>
                </a:lnTo>
                <a:lnTo>
                  <a:pt x="165" y="18"/>
                </a:lnTo>
                <a:lnTo>
                  <a:pt x="166" y="18"/>
                </a:lnTo>
                <a:lnTo>
                  <a:pt x="167" y="18"/>
                </a:lnTo>
                <a:lnTo>
                  <a:pt x="168" y="18"/>
                </a:lnTo>
                <a:lnTo>
                  <a:pt x="169" y="18"/>
                </a:lnTo>
                <a:lnTo>
                  <a:pt x="170" y="18"/>
                </a:lnTo>
                <a:lnTo>
                  <a:pt x="171" y="18"/>
                </a:lnTo>
                <a:lnTo>
                  <a:pt x="172" y="18"/>
                </a:lnTo>
                <a:lnTo>
                  <a:pt x="171" y="18"/>
                </a:lnTo>
                <a:lnTo>
                  <a:pt x="171" y="19"/>
                </a:lnTo>
                <a:lnTo>
                  <a:pt x="171" y="20"/>
                </a:lnTo>
                <a:lnTo>
                  <a:pt x="171" y="21"/>
                </a:lnTo>
                <a:lnTo>
                  <a:pt x="171" y="22"/>
                </a:lnTo>
                <a:lnTo>
                  <a:pt x="171" y="23"/>
                </a:lnTo>
                <a:lnTo>
                  <a:pt x="172" y="24"/>
                </a:lnTo>
                <a:lnTo>
                  <a:pt x="172" y="25"/>
                </a:lnTo>
                <a:lnTo>
                  <a:pt x="172" y="26"/>
                </a:lnTo>
                <a:lnTo>
                  <a:pt x="172" y="27"/>
                </a:lnTo>
                <a:lnTo>
                  <a:pt x="173" y="28"/>
                </a:lnTo>
                <a:lnTo>
                  <a:pt x="173" y="29"/>
                </a:lnTo>
                <a:lnTo>
                  <a:pt x="174" y="29"/>
                </a:lnTo>
                <a:lnTo>
                  <a:pt x="175" y="29"/>
                </a:lnTo>
                <a:lnTo>
                  <a:pt x="175" y="28"/>
                </a:lnTo>
                <a:lnTo>
                  <a:pt x="176" y="28"/>
                </a:lnTo>
                <a:lnTo>
                  <a:pt x="177" y="29"/>
                </a:lnTo>
                <a:lnTo>
                  <a:pt x="178" y="30"/>
                </a:lnTo>
                <a:lnTo>
                  <a:pt x="178" y="29"/>
                </a:lnTo>
                <a:lnTo>
                  <a:pt x="178" y="30"/>
                </a:lnTo>
                <a:lnTo>
                  <a:pt x="177" y="31"/>
                </a:lnTo>
                <a:lnTo>
                  <a:pt x="176" y="32"/>
                </a:lnTo>
                <a:lnTo>
                  <a:pt x="175" y="32"/>
                </a:lnTo>
                <a:lnTo>
                  <a:pt x="175" y="33"/>
                </a:lnTo>
                <a:lnTo>
                  <a:pt x="174" y="33"/>
                </a:lnTo>
                <a:lnTo>
                  <a:pt x="172" y="33"/>
                </a:lnTo>
                <a:lnTo>
                  <a:pt x="172" y="34"/>
                </a:lnTo>
                <a:lnTo>
                  <a:pt x="171" y="34"/>
                </a:lnTo>
                <a:lnTo>
                  <a:pt x="171" y="35"/>
                </a:lnTo>
                <a:lnTo>
                  <a:pt x="170" y="36"/>
                </a:lnTo>
                <a:lnTo>
                  <a:pt x="169" y="37"/>
                </a:lnTo>
                <a:lnTo>
                  <a:pt x="168" y="37"/>
                </a:lnTo>
                <a:lnTo>
                  <a:pt x="168" y="38"/>
                </a:lnTo>
                <a:lnTo>
                  <a:pt x="168" y="39"/>
                </a:lnTo>
                <a:lnTo>
                  <a:pt x="167" y="40"/>
                </a:lnTo>
                <a:lnTo>
                  <a:pt x="165" y="42"/>
                </a:lnTo>
                <a:lnTo>
                  <a:pt x="164" y="43"/>
                </a:lnTo>
                <a:lnTo>
                  <a:pt x="164" y="44"/>
                </a:lnTo>
                <a:lnTo>
                  <a:pt x="163" y="44"/>
                </a:lnTo>
                <a:lnTo>
                  <a:pt x="163" y="45"/>
                </a:lnTo>
                <a:lnTo>
                  <a:pt x="163" y="46"/>
                </a:lnTo>
                <a:lnTo>
                  <a:pt x="163" y="47"/>
                </a:lnTo>
                <a:lnTo>
                  <a:pt x="163" y="48"/>
                </a:lnTo>
                <a:lnTo>
                  <a:pt x="162" y="49"/>
                </a:lnTo>
                <a:lnTo>
                  <a:pt x="162" y="50"/>
                </a:lnTo>
                <a:lnTo>
                  <a:pt x="162" y="51"/>
                </a:lnTo>
                <a:lnTo>
                  <a:pt x="162" y="52"/>
                </a:lnTo>
                <a:lnTo>
                  <a:pt x="162" y="55"/>
                </a:lnTo>
                <a:lnTo>
                  <a:pt x="162" y="56"/>
                </a:lnTo>
                <a:lnTo>
                  <a:pt x="162" y="57"/>
                </a:lnTo>
                <a:lnTo>
                  <a:pt x="163" y="57"/>
                </a:lnTo>
                <a:lnTo>
                  <a:pt x="163" y="58"/>
                </a:lnTo>
                <a:lnTo>
                  <a:pt x="163" y="59"/>
                </a:lnTo>
                <a:lnTo>
                  <a:pt x="163" y="60"/>
                </a:lnTo>
                <a:lnTo>
                  <a:pt x="162" y="60"/>
                </a:lnTo>
                <a:lnTo>
                  <a:pt x="163" y="60"/>
                </a:lnTo>
                <a:lnTo>
                  <a:pt x="163" y="61"/>
                </a:lnTo>
                <a:lnTo>
                  <a:pt x="164" y="61"/>
                </a:lnTo>
                <a:lnTo>
                  <a:pt x="164" y="64"/>
                </a:lnTo>
                <a:lnTo>
                  <a:pt x="164" y="65"/>
                </a:lnTo>
                <a:lnTo>
                  <a:pt x="164" y="66"/>
                </a:lnTo>
                <a:lnTo>
                  <a:pt x="164" y="67"/>
                </a:lnTo>
                <a:lnTo>
                  <a:pt x="165" y="68"/>
                </a:lnTo>
                <a:lnTo>
                  <a:pt x="165" y="69"/>
                </a:lnTo>
                <a:lnTo>
                  <a:pt x="165" y="70"/>
                </a:lnTo>
                <a:lnTo>
                  <a:pt x="166" y="70"/>
                </a:lnTo>
                <a:lnTo>
                  <a:pt x="166" y="71"/>
                </a:lnTo>
                <a:lnTo>
                  <a:pt x="167" y="71"/>
                </a:lnTo>
                <a:lnTo>
                  <a:pt x="168" y="71"/>
                </a:lnTo>
                <a:lnTo>
                  <a:pt x="168" y="72"/>
                </a:lnTo>
                <a:lnTo>
                  <a:pt x="167" y="72"/>
                </a:lnTo>
                <a:lnTo>
                  <a:pt x="167" y="71"/>
                </a:lnTo>
                <a:lnTo>
                  <a:pt x="166" y="71"/>
                </a:lnTo>
                <a:lnTo>
                  <a:pt x="166" y="72"/>
                </a:lnTo>
                <a:lnTo>
                  <a:pt x="166" y="73"/>
                </a:lnTo>
                <a:lnTo>
                  <a:pt x="167" y="73"/>
                </a:lnTo>
                <a:lnTo>
                  <a:pt x="167" y="74"/>
                </a:lnTo>
                <a:lnTo>
                  <a:pt x="167" y="76"/>
                </a:lnTo>
                <a:lnTo>
                  <a:pt x="167" y="77"/>
                </a:lnTo>
                <a:lnTo>
                  <a:pt x="167" y="78"/>
                </a:lnTo>
                <a:lnTo>
                  <a:pt x="167" y="79"/>
                </a:lnTo>
                <a:lnTo>
                  <a:pt x="166" y="79"/>
                </a:lnTo>
                <a:lnTo>
                  <a:pt x="165" y="80"/>
                </a:lnTo>
                <a:lnTo>
                  <a:pt x="164" y="80"/>
                </a:lnTo>
                <a:lnTo>
                  <a:pt x="164" y="81"/>
                </a:lnTo>
                <a:lnTo>
                  <a:pt x="164" y="82"/>
                </a:lnTo>
                <a:lnTo>
                  <a:pt x="165" y="82"/>
                </a:lnTo>
                <a:lnTo>
                  <a:pt x="165" y="84"/>
                </a:lnTo>
                <a:lnTo>
                  <a:pt x="164" y="84"/>
                </a:lnTo>
                <a:lnTo>
                  <a:pt x="164" y="85"/>
                </a:lnTo>
                <a:lnTo>
                  <a:pt x="163" y="85"/>
                </a:lnTo>
                <a:lnTo>
                  <a:pt x="162" y="86"/>
                </a:lnTo>
                <a:lnTo>
                  <a:pt x="162" y="87"/>
                </a:lnTo>
                <a:lnTo>
                  <a:pt x="161" y="88"/>
                </a:lnTo>
                <a:lnTo>
                  <a:pt x="160" y="89"/>
                </a:lnTo>
                <a:lnTo>
                  <a:pt x="160" y="90"/>
                </a:lnTo>
                <a:lnTo>
                  <a:pt x="160" y="91"/>
                </a:lnTo>
                <a:lnTo>
                  <a:pt x="159" y="92"/>
                </a:lnTo>
                <a:lnTo>
                  <a:pt x="159" y="94"/>
                </a:lnTo>
                <a:lnTo>
                  <a:pt x="159" y="96"/>
                </a:lnTo>
                <a:lnTo>
                  <a:pt x="158" y="96"/>
                </a:lnTo>
                <a:lnTo>
                  <a:pt x="158" y="97"/>
                </a:lnTo>
                <a:lnTo>
                  <a:pt x="158" y="98"/>
                </a:lnTo>
                <a:lnTo>
                  <a:pt x="158" y="99"/>
                </a:lnTo>
                <a:lnTo>
                  <a:pt x="158" y="100"/>
                </a:lnTo>
                <a:lnTo>
                  <a:pt x="158" y="101"/>
                </a:lnTo>
                <a:lnTo>
                  <a:pt x="158" y="102"/>
                </a:lnTo>
                <a:lnTo>
                  <a:pt x="157" y="102"/>
                </a:lnTo>
                <a:lnTo>
                  <a:pt x="156" y="104"/>
                </a:lnTo>
                <a:lnTo>
                  <a:pt x="156" y="105"/>
                </a:lnTo>
                <a:lnTo>
                  <a:pt x="155" y="105"/>
                </a:lnTo>
                <a:lnTo>
                  <a:pt x="155" y="106"/>
                </a:lnTo>
                <a:lnTo>
                  <a:pt x="155" y="107"/>
                </a:lnTo>
                <a:lnTo>
                  <a:pt x="154" y="107"/>
                </a:lnTo>
                <a:lnTo>
                  <a:pt x="154" y="108"/>
                </a:lnTo>
                <a:lnTo>
                  <a:pt x="153" y="108"/>
                </a:lnTo>
                <a:lnTo>
                  <a:pt x="152" y="109"/>
                </a:lnTo>
                <a:lnTo>
                  <a:pt x="152" y="110"/>
                </a:lnTo>
                <a:lnTo>
                  <a:pt x="151" y="110"/>
                </a:lnTo>
                <a:lnTo>
                  <a:pt x="150" y="111"/>
                </a:lnTo>
                <a:lnTo>
                  <a:pt x="149" y="112"/>
                </a:lnTo>
                <a:lnTo>
                  <a:pt x="148" y="113"/>
                </a:lnTo>
                <a:lnTo>
                  <a:pt x="148" y="114"/>
                </a:lnTo>
                <a:lnTo>
                  <a:pt x="148" y="115"/>
                </a:lnTo>
                <a:lnTo>
                  <a:pt x="148" y="116"/>
                </a:lnTo>
                <a:lnTo>
                  <a:pt x="148" y="117"/>
                </a:lnTo>
                <a:lnTo>
                  <a:pt x="148" y="118"/>
                </a:lnTo>
                <a:lnTo>
                  <a:pt x="148" y="119"/>
                </a:lnTo>
                <a:lnTo>
                  <a:pt x="147" y="120"/>
                </a:lnTo>
                <a:lnTo>
                  <a:pt x="147" y="121"/>
                </a:lnTo>
                <a:lnTo>
                  <a:pt x="146" y="121"/>
                </a:lnTo>
                <a:lnTo>
                  <a:pt x="146" y="122"/>
                </a:lnTo>
                <a:lnTo>
                  <a:pt x="145" y="122"/>
                </a:lnTo>
                <a:lnTo>
                  <a:pt x="145" y="123"/>
                </a:lnTo>
                <a:lnTo>
                  <a:pt x="144" y="123"/>
                </a:lnTo>
                <a:lnTo>
                  <a:pt x="144" y="124"/>
                </a:lnTo>
                <a:lnTo>
                  <a:pt x="144" y="125"/>
                </a:lnTo>
                <a:lnTo>
                  <a:pt x="144" y="127"/>
                </a:lnTo>
                <a:lnTo>
                  <a:pt x="144" y="128"/>
                </a:lnTo>
                <a:lnTo>
                  <a:pt x="145" y="129"/>
                </a:lnTo>
                <a:lnTo>
                  <a:pt x="145" y="130"/>
                </a:lnTo>
                <a:lnTo>
                  <a:pt x="145" y="131"/>
                </a:lnTo>
                <a:lnTo>
                  <a:pt x="146" y="131"/>
                </a:lnTo>
                <a:lnTo>
                  <a:pt x="147" y="132"/>
                </a:lnTo>
                <a:lnTo>
                  <a:pt x="146" y="133"/>
                </a:lnTo>
                <a:lnTo>
                  <a:pt x="146" y="134"/>
                </a:lnTo>
                <a:lnTo>
                  <a:pt x="145" y="134"/>
                </a:lnTo>
                <a:lnTo>
                  <a:pt x="144" y="135"/>
                </a:lnTo>
                <a:lnTo>
                  <a:pt x="144" y="136"/>
                </a:lnTo>
                <a:lnTo>
                  <a:pt x="143" y="136"/>
                </a:lnTo>
                <a:lnTo>
                  <a:pt x="143" y="137"/>
                </a:lnTo>
                <a:lnTo>
                  <a:pt x="143" y="138"/>
                </a:lnTo>
                <a:lnTo>
                  <a:pt x="143" y="139"/>
                </a:lnTo>
                <a:lnTo>
                  <a:pt x="143" y="140"/>
                </a:lnTo>
                <a:lnTo>
                  <a:pt x="143" y="141"/>
                </a:lnTo>
                <a:lnTo>
                  <a:pt x="143" y="142"/>
                </a:lnTo>
                <a:lnTo>
                  <a:pt x="143" y="143"/>
                </a:lnTo>
                <a:lnTo>
                  <a:pt x="143" y="144"/>
                </a:lnTo>
                <a:lnTo>
                  <a:pt x="143" y="145"/>
                </a:lnTo>
                <a:lnTo>
                  <a:pt x="143" y="146"/>
                </a:lnTo>
                <a:lnTo>
                  <a:pt x="142" y="147"/>
                </a:lnTo>
                <a:lnTo>
                  <a:pt x="142" y="148"/>
                </a:lnTo>
                <a:lnTo>
                  <a:pt x="142" y="149"/>
                </a:lnTo>
                <a:lnTo>
                  <a:pt x="141" y="149"/>
                </a:lnTo>
                <a:lnTo>
                  <a:pt x="141" y="150"/>
                </a:lnTo>
                <a:lnTo>
                  <a:pt x="141" y="151"/>
                </a:lnTo>
                <a:lnTo>
                  <a:pt x="141" y="152"/>
                </a:lnTo>
                <a:lnTo>
                  <a:pt x="140" y="152"/>
                </a:lnTo>
                <a:lnTo>
                  <a:pt x="140" y="153"/>
                </a:lnTo>
                <a:lnTo>
                  <a:pt x="140" y="154"/>
                </a:lnTo>
                <a:lnTo>
                  <a:pt x="140" y="155"/>
                </a:lnTo>
                <a:lnTo>
                  <a:pt x="140" y="157"/>
                </a:lnTo>
                <a:lnTo>
                  <a:pt x="140" y="158"/>
                </a:lnTo>
                <a:lnTo>
                  <a:pt x="139" y="159"/>
                </a:lnTo>
                <a:lnTo>
                  <a:pt x="139" y="160"/>
                </a:lnTo>
                <a:lnTo>
                  <a:pt x="139" y="161"/>
                </a:lnTo>
                <a:lnTo>
                  <a:pt x="138" y="161"/>
                </a:lnTo>
                <a:lnTo>
                  <a:pt x="138" y="162"/>
                </a:lnTo>
                <a:lnTo>
                  <a:pt x="138" y="163"/>
                </a:lnTo>
                <a:lnTo>
                  <a:pt x="138" y="164"/>
                </a:lnTo>
                <a:lnTo>
                  <a:pt x="138" y="165"/>
                </a:lnTo>
                <a:lnTo>
                  <a:pt x="138" y="166"/>
                </a:lnTo>
                <a:lnTo>
                  <a:pt x="137" y="166"/>
                </a:lnTo>
                <a:lnTo>
                  <a:pt x="138" y="166"/>
                </a:lnTo>
                <a:lnTo>
                  <a:pt x="137" y="167"/>
                </a:lnTo>
                <a:lnTo>
                  <a:pt x="137" y="168"/>
                </a:lnTo>
                <a:lnTo>
                  <a:pt x="137" y="169"/>
                </a:lnTo>
                <a:lnTo>
                  <a:pt x="136" y="169"/>
                </a:lnTo>
                <a:lnTo>
                  <a:pt x="136" y="171"/>
                </a:lnTo>
                <a:lnTo>
                  <a:pt x="136" y="172"/>
                </a:lnTo>
                <a:lnTo>
                  <a:pt x="136" y="174"/>
                </a:lnTo>
                <a:lnTo>
                  <a:pt x="136" y="175"/>
                </a:lnTo>
                <a:lnTo>
                  <a:pt x="136" y="176"/>
                </a:lnTo>
                <a:lnTo>
                  <a:pt x="135" y="177"/>
                </a:lnTo>
                <a:lnTo>
                  <a:pt x="134" y="179"/>
                </a:lnTo>
                <a:lnTo>
                  <a:pt x="134" y="180"/>
                </a:lnTo>
                <a:lnTo>
                  <a:pt x="134" y="181"/>
                </a:lnTo>
                <a:lnTo>
                  <a:pt x="134" y="182"/>
                </a:lnTo>
                <a:lnTo>
                  <a:pt x="134" y="183"/>
                </a:lnTo>
                <a:lnTo>
                  <a:pt x="134" y="184"/>
                </a:lnTo>
                <a:lnTo>
                  <a:pt x="134" y="185"/>
                </a:lnTo>
                <a:lnTo>
                  <a:pt x="135" y="185"/>
                </a:lnTo>
                <a:lnTo>
                  <a:pt x="134" y="186"/>
                </a:lnTo>
                <a:lnTo>
                  <a:pt x="134" y="188"/>
                </a:lnTo>
                <a:lnTo>
                  <a:pt x="133" y="188"/>
                </a:lnTo>
                <a:lnTo>
                  <a:pt x="133" y="189"/>
                </a:lnTo>
                <a:lnTo>
                  <a:pt x="133" y="190"/>
                </a:lnTo>
                <a:lnTo>
                  <a:pt x="133" y="191"/>
                </a:lnTo>
                <a:lnTo>
                  <a:pt x="132" y="192"/>
                </a:lnTo>
                <a:lnTo>
                  <a:pt x="132" y="193"/>
                </a:lnTo>
                <a:lnTo>
                  <a:pt x="131" y="195"/>
                </a:lnTo>
                <a:lnTo>
                  <a:pt x="131" y="196"/>
                </a:lnTo>
                <a:lnTo>
                  <a:pt x="131" y="197"/>
                </a:lnTo>
                <a:lnTo>
                  <a:pt x="131" y="199"/>
                </a:lnTo>
                <a:lnTo>
                  <a:pt x="131" y="200"/>
                </a:lnTo>
                <a:lnTo>
                  <a:pt x="130" y="201"/>
                </a:lnTo>
                <a:lnTo>
                  <a:pt x="130" y="202"/>
                </a:lnTo>
                <a:lnTo>
                  <a:pt x="130" y="203"/>
                </a:lnTo>
                <a:lnTo>
                  <a:pt x="129" y="203"/>
                </a:lnTo>
                <a:lnTo>
                  <a:pt x="129" y="204"/>
                </a:lnTo>
                <a:lnTo>
                  <a:pt x="128" y="204"/>
                </a:lnTo>
                <a:lnTo>
                  <a:pt x="127" y="205"/>
                </a:lnTo>
                <a:lnTo>
                  <a:pt x="127" y="206"/>
                </a:lnTo>
                <a:lnTo>
                  <a:pt x="127" y="207"/>
                </a:lnTo>
                <a:lnTo>
                  <a:pt x="126" y="208"/>
                </a:lnTo>
                <a:lnTo>
                  <a:pt x="126" y="209"/>
                </a:lnTo>
                <a:lnTo>
                  <a:pt x="126" y="210"/>
                </a:lnTo>
                <a:lnTo>
                  <a:pt x="126" y="211"/>
                </a:lnTo>
                <a:lnTo>
                  <a:pt x="126" y="212"/>
                </a:lnTo>
                <a:lnTo>
                  <a:pt x="126" y="213"/>
                </a:lnTo>
                <a:lnTo>
                  <a:pt x="125" y="213"/>
                </a:lnTo>
                <a:lnTo>
                  <a:pt x="125" y="214"/>
                </a:lnTo>
                <a:lnTo>
                  <a:pt x="124" y="214"/>
                </a:lnTo>
                <a:lnTo>
                  <a:pt x="124" y="215"/>
                </a:lnTo>
                <a:lnTo>
                  <a:pt x="124" y="216"/>
                </a:lnTo>
                <a:lnTo>
                  <a:pt x="124" y="217"/>
                </a:lnTo>
                <a:lnTo>
                  <a:pt x="125" y="218"/>
                </a:lnTo>
                <a:lnTo>
                  <a:pt x="125" y="219"/>
                </a:lnTo>
                <a:lnTo>
                  <a:pt x="125" y="220"/>
                </a:lnTo>
                <a:lnTo>
                  <a:pt x="124" y="220"/>
                </a:lnTo>
                <a:lnTo>
                  <a:pt x="124" y="222"/>
                </a:lnTo>
                <a:lnTo>
                  <a:pt x="125" y="222"/>
                </a:lnTo>
                <a:lnTo>
                  <a:pt x="125" y="223"/>
                </a:lnTo>
                <a:lnTo>
                  <a:pt x="125" y="224"/>
                </a:lnTo>
                <a:lnTo>
                  <a:pt x="124" y="224"/>
                </a:lnTo>
                <a:lnTo>
                  <a:pt x="124" y="223"/>
                </a:lnTo>
                <a:lnTo>
                  <a:pt x="124" y="224"/>
                </a:lnTo>
                <a:lnTo>
                  <a:pt x="123" y="225"/>
                </a:lnTo>
                <a:lnTo>
                  <a:pt x="122" y="225"/>
                </a:lnTo>
                <a:lnTo>
                  <a:pt x="121" y="225"/>
                </a:lnTo>
                <a:lnTo>
                  <a:pt x="121" y="226"/>
                </a:lnTo>
                <a:lnTo>
                  <a:pt x="120" y="226"/>
                </a:lnTo>
                <a:lnTo>
                  <a:pt x="120" y="227"/>
                </a:lnTo>
                <a:lnTo>
                  <a:pt x="120" y="228"/>
                </a:lnTo>
                <a:lnTo>
                  <a:pt x="120" y="229"/>
                </a:lnTo>
                <a:lnTo>
                  <a:pt x="119" y="229"/>
                </a:lnTo>
                <a:lnTo>
                  <a:pt x="119" y="230"/>
                </a:lnTo>
                <a:lnTo>
                  <a:pt x="119" y="231"/>
                </a:lnTo>
                <a:lnTo>
                  <a:pt x="119" y="232"/>
                </a:lnTo>
                <a:lnTo>
                  <a:pt x="118" y="233"/>
                </a:lnTo>
                <a:lnTo>
                  <a:pt x="117" y="236"/>
                </a:lnTo>
                <a:lnTo>
                  <a:pt x="117" y="237"/>
                </a:lnTo>
                <a:lnTo>
                  <a:pt x="117" y="238"/>
                </a:lnTo>
                <a:lnTo>
                  <a:pt x="116" y="238"/>
                </a:lnTo>
                <a:lnTo>
                  <a:pt x="116" y="239"/>
                </a:lnTo>
                <a:lnTo>
                  <a:pt x="115" y="239"/>
                </a:lnTo>
                <a:lnTo>
                  <a:pt x="115" y="240"/>
                </a:lnTo>
                <a:lnTo>
                  <a:pt x="114" y="240"/>
                </a:lnTo>
                <a:lnTo>
                  <a:pt x="114" y="241"/>
                </a:lnTo>
                <a:lnTo>
                  <a:pt x="113" y="241"/>
                </a:lnTo>
                <a:lnTo>
                  <a:pt x="113" y="242"/>
                </a:lnTo>
                <a:lnTo>
                  <a:pt x="112" y="245"/>
                </a:lnTo>
                <a:lnTo>
                  <a:pt x="111" y="246"/>
                </a:lnTo>
                <a:lnTo>
                  <a:pt x="111" y="247"/>
                </a:lnTo>
                <a:lnTo>
                  <a:pt x="110" y="247"/>
                </a:lnTo>
                <a:lnTo>
                  <a:pt x="110" y="248"/>
                </a:lnTo>
                <a:lnTo>
                  <a:pt x="109" y="248"/>
                </a:lnTo>
                <a:lnTo>
                  <a:pt x="109" y="249"/>
                </a:lnTo>
                <a:lnTo>
                  <a:pt x="108" y="249"/>
                </a:lnTo>
                <a:lnTo>
                  <a:pt x="107" y="249"/>
                </a:lnTo>
                <a:lnTo>
                  <a:pt x="107" y="250"/>
                </a:lnTo>
                <a:lnTo>
                  <a:pt x="106" y="250"/>
                </a:lnTo>
                <a:lnTo>
                  <a:pt x="105" y="251"/>
                </a:lnTo>
                <a:lnTo>
                  <a:pt x="105" y="252"/>
                </a:lnTo>
                <a:lnTo>
                  <a:pt x="105" y="253"/>
                </a:lnTo>
                <a:lnTo>
                  <a:pt x="106" y="254"/>
                </a:lnTo>
                <a:lnTo>
                  <a:pt x="106" y="255"/>
                </a:lnTo>
                <a:lnTo>
                  <a:pt x="106" y="256"/>
                </a:lnTo>
                <a:lnTo>
                  <a:pt x="106" y="257"/>
                </a:lnTo>
                <a:lnTo>
                  <a:pt x="105" y="257"/>
                </a:lnTo>
                <a:lnTo>
                  <a:pt x="105" y="258"/>
                </a:lnTo>
                <a:lnTo>
                  <a:pt x="104" y="258"/>
                </a:lnTo>
                <a:lnTo>
                  <a:pt x="104" y="259"/>
                </a:lnTo>
                <a:lnTo>
                  <a:pt x="104" y="260"/>
                </a:lnTo>
                <a:lnTo>
                  <a:pt x="103" y="261"/>
                </a:lnTo>
                <a:lnTo>
                  <a:pt x="102" y="261"/>
                </a:lnTo>
                <a:lnTo>
                  <a:pt x="102" y="262"/>
                </a:lnTo>
                <a:lnTo>
                  <a:pt x="101" y="262"/>
                </a:lnTo>
                <a:lnTo>
                  <a:pt x="101" y="263"/>
                </a:lnTo>
                <a:lnTo>
                  <a:pt x="100" y="263"/>
                </a:lnTo>
                <a:lnTo>
                  <a:pt x="100" y="264"/>
                </a:lnTo>
                <a:lnTo>
                  <a:pt x="99" y="264"/>
                </a:lnTo>
                <a:lnTo>
                  <a:pt x="99" y="265"/>
                </a:lnTo>
                <a:lnTo>
                  <a:pt x="98" y="265"/>
                </a:lnTo>
                <a:lnTo>
                  <a:pt x="97" y="265"/>
                </a:lnTo>
                <a:lnTo>
                  <a:pt x="97" y="266"/>
                </a:lnTo>
                <a:lnTo>
                  <a:pt x="96" y="266"/>
                </a:lnTo>
                <a:lnTo>
                  <a:pt x="95" y="266"/>
                </a:lnTo>
                <a:lnTo>
                  <a:pt x="95" y="267"/>
                </a:lnTo>
                <a:lnTo>
                  <a:pt x="94" y="268"/>
                </a:lnTo>
                <a:lnTo>
                  <a:pt x="93" y="268"/>
                </a:lnTo>
                <a:lnTo>
                  <a:pt x="93" y="269"/>
                </a:lnTo>
                <a:lnTo>
                  <a:pt x="92" y="269"/>
                </a:lnTo>
                <a:lnTo>
                  <a:pt x="91" y="269"/>
                </a:lnTo>
                <a:lnTo>
                  <a:pt x="91" y="270"/>
                </a:lnTo>
                <a:lnTo>
                  <a:pt x="90" y="271"/>
                </a:lnTo>
                <a:lnTo>
                  <a:pt x="90" y="272"/>
                </a:lnTo>
                <a:lnTo>
                  <a:pt x="90" y="273"/>
                </a:lnTo>
                <a:lnTo>
                  <a:pt x="89" y="273"/>
                </a:lnTo>
                <a:lnTo>
                  <a:pt x="89" y="274"/>
                </a:lnTo>
                <a:lnTo>
                  <a:pt x="89" y="275"/>
                </a:lnTo>
                <a:lnTo>
                  <a:pt x="89" y="276"/>
                </a:lnTo>
                <a:lnTo>
                  <a:pt x="89" y="277"/>
                </a:lnTo>
                <a:lnTo>
                  <a:pt x="89" y="278"/>
                </a:lnTo>
                <a:lnTo>
                  <a:pt x="88" y="278"/>
                </a:lnTo>
                <a:lnTo>
                  <a:pt x="87" y="279"/>
                </a:lnTo>
                <a:lnTo>
                  <a:pt x="87" y="280"/>
                </a:lnTo>
                <a:lnTo>
                  <a:pt x="86" y="280"/>
                </a:lnTo>
                <a:lnTo>
                  <a:pt x="86" y="281"/>
                </a:lnTo>
                <a:lnTo>
                  <a:pt x="86" y="282"/>
                </a:lnTo>
                <a:lnTo>
                  <a:pt x="86" y="283"/>
                </a:lnTo>
                <a:lnTo>
                  <a:pt x="85" y="283"/>
                </a:lnTo>
                <a:lnTo>
                  <a:pt x="85" y="284"/>
                </a:lnTo>
                <a:lnTo>
                  <a:pt x="85" y="286"/>
                </a:lnTo>
                <a:lnTo>
                  <a:pt x="84" y="287"/>
                </a:lnTo>
                <a:lnTo>
                  <a:pt x="84" y="288"/>
                </a:lnTo>
                <a:lnTo>
                  <a:pt x="84" y="289"/>
                </a:lnTo>
                <a:lnTo>
                  <a:pt x="83" y="290"/>
                </a:lnTo>
                <a:lnTo>
                  <a:pt x="83" y="291"/>
                </a:lnTo>
                <a:lnTo>
                  <a:pt x="83" y="292"/>
                </a:lnTo>
                <a:lnTo>
                  <a:pt x="83" y="293"/>
                </a:lnTo>
                <a:lnTo>
                  <a:pt x="82" y="294"/>
                </a:lnTo>
                <a:lnTo>
                  <a:pt x="82" y="296"/>
                </a:lnTo>
                <a:lnTo>
                  <a:pt x="82" y="297"/>
                </a:lnTo>
                <a:lnTo>
                  <a:pt x="80" y="297"/>
                </a:lnTo>
                <a:lnTo>
                  <a:pt x="80" y="298"/>
                </a:lnTo>
                <a:lnTo>
                  <a:pt x="80" y="299"/>
                </a:lnTo>
                <a:lnTo>
                  <a:pt x="79" y="299"/>
                </a:lnTo>
                <a:lnTo>
                  <a:pt x="79" y="300"/>
                </a:lnTo>
                <a:lnTo>
                  <a:pt x="79" y="301"/>
                </a:lnTo>
                <a:lnTo>
                  <a:pt x="79" y="302"/>
                </a:lnTo>
                <a:lnTo>
                  <a:pt x="78" y="302"/>
                </a:lnTo>
                <a:lnTo>
                  <a:pt x="78" y="304"/>
                </a:lnTo>
                <a:lnTo>
                  <a:pt x="78" y="305"/>
                </a:lnTo>
                <a:lnTo>
                  <a:pt x="78" y="306"/>
                </a:lnTo>
                <a:lnTo>
                  <a:pt x="77" y="307"/>
                </a:lnTo>
                <a:lnTo>
                  <a:pt x="77" y="311"/>
                </a:lnTo>
                <a:lnTo>
                  <a:pt x="78" y="312"/>
                </a:lnTo>
                <a:lnTo>
                  <a:pt x="78" y="318"/>
                </a:lnTo>
                <a:lnTo>
                  <a:pt x="78" y="324"/>
                </a:lnTo>
                <a:lnTo>
                  <a:pt x="77" y="325"/>
                </a:lnTo>
                <a:lnTo>
                  <a:pt x="77" y="326"/>
                </a:lnTo>
                <a:lnTo>
                  <a:pt x="77" y="327"/>
                </a:lnTo>
                <a:lnTo>
                  <a:pt x="78" y="327"/>
                </a:lnTo>
                <a:lnTo>
                  <a:pt x="78" y="328"/>
                </a:lnTo>
                <a:lnTo>
                  <a:pt x="77" y="330"/>
                </a:lnTo>
                <a:lnTo>
                  <a:pt x="77" y="331"/>
                </a:lnTo>
                <a:lnTo>
                  <a:pt x="78" y="331"/>
                </a:lnTo>
                <a:lnTo>
                  <a:pt x="78" y="333"/>
                </a:lnTo>
                <a:lnTo>
                  <a:pt x="78" y="334"/>
                </a:lnTo>
                <a:lnTo>
                  <a:pt x="78" y="335"/>
                </a:lnTo>
                <a:lnTo>
                  <a:pt x="77" y="336"/>
                </a:lnTo>
                <a:lnTo>
                  <a:pt x="77" y="337"/>
                </a:lnTo>
                <a:lnTo>
                  <a:pt x="76" y="338"/>
                </a:lnTo>
                <a:lnTo>
                  <a:pt x="76" y="339"/>
                </a:lnTo>
                <a:lnTo>
                  <a:pt x="75" y="339"/>
                </a:lnTo>
                <a:lnTo>
                  <a:pt x="74" y="340"/>
                </a:lnTo>
                <a:lnTo>
                  <a:pt x="73" y="340"/>
                </a:lnTo>
                <a:lnTo>
                  <a:pt x="73" y="341"/>
                </a:lnTo>
                <a:lnTo>
                  <a:pt x="73" y="342"/>
                </a:lnTo>
                <a:lnTo>
                  <a:pt x="73" y="344"/>
                </a:lnTo>
                <a:lnTo>
                  <a:pt x="73" y="345"/>
                </a:lnTo>
                <a:lnTo>
                  <a:pt x="74" y="345"/>
                </a:lnTo>
                <a:lnTo>
                  <a:pt x="74" y="346"/>
                </a:lnTo>
                <a:lnTo>
                  <a:pt x="75" y="347"/>
                </a:lnTo>
                <a:lnTo>
                  <a:pt x="75" y="348"/>
                </a:lnTo>
                <a:lnTo>
                  <a:pt x="75" y="349"/>
                </a:lnTo>
                <a:lnTo>
                  <a:pt x="74" y="349"/>
                </a:lnTo>
                <a:lnTo>
                  <a:pt x="73" y="348"/>
                </a:lnTo>
                <a:lnTo>
                  <a:pt x="73" y="347"/>
                </a:lnTo>
                <a:lnTo>
                  <a:pt x="72" y="347"/>
                </a:lnTo>
                <a:lnTo>
                  <a:pt x="72" y="346"/>
                </a:lnTo>
                <a:lnTo>
                  <a:pt x="71" y="345"/>
                </a:lnTo>
                <a:lnTo>
                  <a:pt x="70" y="345"/>
                </a:lnTo>
                <a:lnTo>
                  <a:pt x="69" y="345"/>
                </a:lnTo>
                <a:lnTo>
                  <a:pt x="68" y="344"/>
                </a:lnTo>
                <a:lnTo>
                  <a:pt x="67" y="343"/>
                </a:lnTo>
                <a:lnTo>
                  <a:pt x="66" y="343"/>
                </a:lnTo>
                <a:lnTo>
                  <a:pt x="65" y="343"/>
                </a:lnTo>
                <a:lnTo>
                  <a:pt x="64" y="344"/>
                </a:lnTo>
                <a:lnTo>
                  <a:pt x="64" y="345"/>
                </a:lnTo>
                <a:lnTo>
                  <a:pt x="65" y="345"/>
                </a:lnTo>
                <a:lnTo>
                  <a:pt x="64" y="346"/>
                </a:lnTo>
                <a:lnTo>
                  <a:pt x="64" y="347"/>
                </a:lnTo>
                <a:lnTo>
                  <a:pt x="63" y="347"/>
                </a:lnTo>
                <a:lnTo>
                  <a:pt x="62" y="347"/>
                </a:lnTo>
                <a:lnTo>
                  <a:pt x="62" y="346"/>
                </a:lnTo>
                <a:lnTo>
                  <a:pt x="61" y="345"/>
                </a:lnTo>
                <a:lnTo>
                  <a:pt x="61" y="344"/>
                </a:lnTo>
                <a:lnTo>
                  <a:pt x="61" y="342"/>
                </a:lnTo>
                <a:lnTo>
                  <a:pt x="62" y="342"/>
                </a:lnTo>
                <a:lnTo>
                  <a:pt x="62" y="341"/>
                </a:lnTo>
                <a:lnTo>
                  <a:pt x="61" y="340"/>
                </a:lnTo>
                <a:lnTo>
                  <a:pt x="60" y="339"/>
                </a:lnTo>
                <a:lnTo>
                  <a:pt x="60" y="338"/>
                </a:lnTo>
                <a:lnTo>
                  <a:pt x="59" y="337"/>
                </a:lnTo>
                <a:lnTo>
                  <a:pt x="59" y="336"/>
                </a:lnTo>
                <a:lnTo>
                  <a:pt x="59" y="335"/>
                </a:lnTo>
                <a:lnTo>
                  <a:pt x="60" y="334"/>
                </a:lnTo>
                <a:lnTo>
                  <a:pt x="60" y="333"/>
                </a:lnTo>
                <a:lnTo>
                  <a:pt x="61" y="333"/>
                </a:lnTo>
                <a:lnTo>
                  <a:pt x="61" y="332"/>
                </a:lnTo>
                <a:lnTo>
                  <a:pt x="61" y="331"/>
                </a:lnTo>
                <a:lnTo>
                  <a:pt x="60" y="330"/>
                </a:lnTo>
                <a:lnTo>
                  <a:pt x="61" y="330"/>
                </a:lnTo>
                <a:lnTo>
                  <a:pt x="62" y="329"/>
                </a:lnTo>
                <a:lnTo>
                  <a:pt x="62" y="328"/>
                </a:lnTo>
                <a:lnTo>
                  <a:pt x="61" y="327"/>
                </a:lnTo>
                <a:lnTo>
                  <a:pt x="61" y="326"/>
                </a:lnTo>
                <a:lnTo>
                  <a:pt x="59" y="319"/>
                </a:lnTo>
                <a:lnTo>
                  <a:pt x="59" y="318"/>
                </a:lnTo>
                <a:lnTo>
                  <a:pt x="59" y="317"/>
                </a:lnTo>
                <a:lnTo>
                  <a:pt x="59" y="316"/>
                </a:lnTo>
                <a:lnTo>
                  <a:pt x="58" y="316"/>
                </a:lnTo>
                <a:lnTo>
                  <a:pt x="58" y="315"/>
                </a:lnTo>
                <a:lnTo>
                  <a:pt x="58" y="314"/>
                </a:lnTo>
                <a:lnTo>
                  <a:pt x="56" y="313"/>
                </a:lnTo>
                <a:lnTo>
                  <a:pt x="56" y="312"/>
                </a:lnTo>
                <a:lnTo>
                  <a:pt x="56" y="311"/>
                </a:lnTo>
                <a:lnTo>
                  <a:pt x="56" y="310"/>
                </a:lnTo>
                <a:lnTo>
                  <a:pt x="55" y="310"/>
                </a:lnTo>
                <a:lnTo>
                  <a:pt x="55" y="309"/>
                </a:lnTo>
                <a:lnTo>
                  <a:pt x="55" y="308"/>
                </a:lnTo>
                <a:lnTo>
                  <a:pt x="55" y="307"/>
                </a:lnTo>
                <a:lnTo>
                  <a:pt x="54" y="307"/>
                </a:lnTo>
                <a:lnTo>
                  <a:pt x="54" y="306"/>
                </a:lnTo>
                <a:lnTo>
                  <a:pt x="53" y="305"/>
                </a:lnTo>
                <a:lnTo>
                  <a:pt x="52" y="304"/>
                </a:lnTo>
                <a:lnTo>
                  <a:pt x="52" y="303"/>
                </a:lnTo>
                <a:lnTo>
                  <a:pt x="51" y="303"/>
                </a:lnTo>
                <a:lnTo>
                  <a:pt x="51" y="302"/>
                </a:lnTo>
                <a:lnTo>
                  <a:pt x="51" y="301"/>
                </a:lnTo>
                <a:lnTo>
                  <a:pt x="50" y="301"/>
                </a:lnTo>
                <a:lnTo>
                  <a:pt x="50" y="300"/>
                </a:lnTo>
                <a:lnTo>
                  <a:pt x="49" y="300"/>
                </a:lnTo>
                <a:lnTo>
                  <a:pt x="48" y="299"/>
                </a:lnTo>
                <a:lnTo>
                  <a:pt x="47" y="299"/>
                </a:lnTo>
                <a:lnTo>
                  <a:pt x="47" y="298"/>
                </a:lnTo>
                <a:lnTo>
                  <a:pt x="46" y="298"/>
                </a:lnTo>
                <a:lnTo>
                  <a:pt x="45" y="297"/>
                </a:lnTo>
                <a:lnTo>
                  <a:pt x="44" y="296"/>
                </a:lnTo>
                <a:lnTo>
                  <a:pt x="43" y="296"/>
                </a:lnTo>
                <a:lnTo>
                  <a:pt x="42" y="294"/>
                </a:lnTo>
                <a:lnTo>
                  <a:pt x="41" y="294"/>
                </a:lnTo>
                <a:lnTo>
                  <a:pt x="40" y="293"/>
                </a:lnTo>
                <a:lnTo>
                  <a:pt x="39" y="293"/>
                </a:lnTo>
                <a:lnTo>
                  <a:pt x="39" y="292"/>
                </a:lnTo>
                <a:lnTo>
                  <a:pt x="38" y="292"/>
                </a:lnTo>
                <a:lnTo>
                  <a:pt x="38" y="291"/>
                </a:lnTo>
                <a:lnTo>
                  <a:pt x="37" y="291"/>
                </a:lnTo>
                <a:lnTo>
                  <a:pt x="37" y="290"/>
                </a:lnTo>
                <a:lnTo>
                  <a:pt x="36" y="290"/>
                </a:lnTo>
                <a:lnTo>
                  <a:pt x="36" y="289"/>
                </a:lnTo>
                <a:lnTo>
                  <a:pt x="35" y="289"/>
                </a:lnTo>
                <a:lnTo>
                  <a:pt x="35" y="288"/>
                </a:lnTo>
                <a:lnTo>
                  <a:pt x="34" y="288"/>
                </a:lnTo>
                <a:lnTo>
                  <a:pt x="35" y="289"/>
                </a:lnTo>
                <a:lnTo>
                  <a:pt x="34" y="289"/>
                </a:lnTo>
                <a:lnTo>
                  <a:pt x="33" y="289"/>
                </a:lnTo>
                <a:lnTo>
                  <a:pt x="33" y="288"/>
                </a:lnTo>
                <a:lnTo>
                  <a:pt x="32" y="288"/>
                </a:lnTo>
                <a:lnTo>
                  <a:pt x="32" y="287"/>
                </a:lnTo>
                <a:lnTo>
                  <a:pt x="31" y="287"/>
                </a:lnTo>
                <a:lnTo>
                  <a:pt x="30" y="286"/>
                </a:lnTo>
                <a:lnTo>
                  <a:pt x="29" y="285"/>
                </a:lnTo>
                <a:lnTo>
                  <a:pt x="29" y="286"/>
                </a:lnTo>
                <a:lnTo>
                  <a:pt x="28" y="285"/>
                </a:lnTo>
                <a:lnTo>
                  <a:pt x="27" y="284"/>
                </a:lnTo>
                <a:lnTo>
                  <a:pt x="27" y="283"/>
                </a:lnTo>
                <a:lnTo>
                  <a:pt x="26" y="282"/>
                </a:lnTo>
                <a:lnTo>
                  <a:pt x="26" y="281"/>
                </a:lnTo>
                <a:lnTo>
                  <a:pt x="26" y="282"/>
                </a:lnTo>
                <a:lnTo>
                  <a:pt x="27" y="282"/>
                </a:lnTo>
                <a:lnTo>
                  <a:pt x="28" y="282"/>
                </a:lnTo>
                <a:lnTo>
                  <a:pt x="27" y="281"/>
                </a:lnTo>
                <a:lnTo>
                  <a:pt x="26" y="281"/>
                </a:lnTo>
                <a:lnTo>
                  <a:pt x="26" y="280"/>
                </a:lnTo>
                <a:lnTo>
                  <a:pt x="25" y="279"/>
                </a:lnTo>
                <a:lnTo>
                  <a:pt x="24" y="278"/>
                </a:lnTo>
                <a:lnTo>
                  <a:pt x="23" y="276"/>
                </a:lnTo>
                <a:lnTo>
                  <a:pt x="23" y="275"/>
                </a:lnTo>
                <a:lnTo>
                  <a:pt x="24" y="275"/>
                </a:lnTo>
                <a:lnTo>
                  <a:pt x="23" y="275"/>
                </a:lnTo>
                <a:lnTo>
                  <a:pt x="24" y="274"/>
                </a:lnTo>
                <a:lnTo>
                  <a:pt x="23" y="274"/>
                </a:lnTo>
                <a:lnTo>
                  <a:pt x="23" y="275"/>
                </a:lnTo>
                <a:lnTo>
                  <a:pt x="22" y="274"/>
                </a:lnTo>
                <a:lnTo>
                  <a:pt x="21" y="275"/>
                </a:lnTo>
                <a:lnTo>
                  <a:pt x="21" y="274"/>
                </a:lnTo>
                <a:lnTo>
                  <a:pt x="21" y="273"/>
                </a:lnTo>
                <a:lnTo>
                  <a:pt x="20" y="272"/>
                </a:lnTo>
                <a:lnTo>
                  <a:pt x="20" y="271"/>
                </a:lnTo>
                <a:lnTo>
                  <a:pt x="20" y="270"/>
                </a:lnTo>
                <a:lnTo>
                  <a:pt x="20" y="269"/>
                </a:lnTo>
                <a:lnTo>
                  <a:pt x="21" y="269"/>
                </a:lnTo>
                <a:lnTo>
                  <a:pt x="22" y="268"/>
                </a:lnTo>
                <a:lnTo>
                  <a:pt x="22" y="267"/>
                </a:lnTo>
                <a:lnTo>
                  <a:pt x="22" y="266"/>
                </a:lnTo>
                <a:lnTo>
                  <a:pt x="22" y="265"/>
                </a:lnTo>
                <a:lnTo>
                  <a:pt x="21" y="265"/>
                </a:lnTo>
                <a:lnTo>
                  <a:pt x="21" y="266"/>
                </a:lnTo>
                <a:lnTo>
                  <a:pt x="20" y="265"/>
                </a:lnTo>
                <a:lnTo>
                  <a:pt x="20" y="264"/>
                </a:lnTo>
                <a:lnTo>
                  <a:pt x="20" y="263"/>
                </a:lnTo>
                <a:lnTo>
                  <a:pt x="19" y="262"/>
                </a:lnTo>
                <a:lnTo>
                  <a:pt x="19" y="261"/>
                </a:lnTo>
                <a:lnTo>
                  <a:pt x="19" y="260"/>
                </a:lnTo>
                <a:lnTo>
                  <a:pt x="18" y="260"/>
                </a:lnTo>
                <a:lnTo>
                  <a:pt x="18" y="259"/>
                </a:lnTo>
                <a:lnTo>
                  <a:pt x="18" y="258"/>
                </a:lnTo>
                <a:lnTo>
                  <a:pt x="17" y="257"/>
                </a:lnTo>
                <a:lnTo>
                  <a:pt x="17" y="256"/>
                </a:lnTo>
                <a:lnTo>
                  <a:pt x="17" y="255"/>
                </a:lnTo>
                <a:lnTo>
                  <a:pt x="16" y="255"/>
                </a:lnTo>
                <a:lnTo>
                  <a:pt x="15" y="255"/>
                </a:lnTo>
                <a:lnTo>
                  <a:pt x="15" y="254"/>
                </a:lnTo>
                <a:lnTo>
                  <a:pt x="16" y="254"/>
                </a:lnTo>
                <a:lnTo>
                  <a:pt x="16" y="253"/>
                </a:lnTo>
                <a:lnTo>
                  <a:pt x="15" y="252"/>
                </a:lnTo>
                <a:lnTo>
                  <a:pt x="15" y="251"/>
                </a:lnTo>
                <a:lnTo>
                  <a:pt x="14" y="250"/>
                </a:lnTo>
                <a:lnTo>
                  <a:pt x="15" y="249"/>
                </a:lnTo>
                <a:lnTo>
                  <a:pt x="14" y="248"/>
                </a:lnTo>
                <a:lnTo>
                  <a:pt x="14" y="247"/>
                </a:lnTo>
                <a:lnTo>
                  <a:pt x="14" y="246"/>
                </a:lnTo>
                <a:lnTo>
                  <a:pt x="13" y="246"/>
                </a:lnTo>
                <a:lnTo>
                  <a:pt x="13" y="245"/>
                </a:lnTo>
                <a:lnTo>
                  <a:pt x="13" y="244"/>
                </a:lnTo>
                <a:lnTo>
                  <a:pt x="13" y="243"/>
                </a:lnTo>
                <a:lnTo>
                  <a:pt x="13" y="242"/>
                </a:lnTo>
                <a:lnTo>
                  <a:pt x="13" y="241"/>
                </a:lnTo>
                <a:lnTo>
                  <a:pt x="13" y="240"/>
                </a:lnTo>
                <a:lnTo>
                  <a:pt x="12" y="239"/>
                </a:lnTo>
                <a:lnTo>
                  <a:pt x="12" y="238"/>
                </a:lnTo>
                <a:lnTo>
                  <a:pt x="11" y="238"/>
                </a:lnTo>
                <a:lnTo>
                  <a:pt x="11" y="237"/>
                </a:lnTo>
                <a:lnTo>
                  <a:pt x="10" y="236"/>
                </a:lnTo>
                <a:lnTo>
                  <a:pt x="10" y="235"/>
                </a:lnTo>
                <a:lnTo>
                  <a:pt x="9" y="235"/>
                </a:lnTo>
                <a:lnTo>
                  <a:pt x="8" y="235"/>
                </a:lnTo>
                <a:lnTo>
                  <a:pt x="8" y="234"/>
                </a:lnTo>
                <a:lnTo>
                  <a:pt x="7" y="233"/>
                </a:lnTo>
                <a:lnTo>
                  <a:pt x="6" y="232"/>
                </a:lnTo>
                <a:lnTo>
                  <a:pt x="5" y="232"/>
                </a:lnTo>
                <a:lnTo>
                  <a:pt x="4" y="231"/>
                </a:lnTo>
                <a:lnTo>
                  <a:pt x="3" y="231"/>
                </a:lnTo>
                <a:lnTo>
                  <a:pt x="3" y="230"/>
                </a:lnTo>
                <a:lnTo>
                  <a:pt x="2" y="230"/>
                </a:lnTo>
                <a:lnTo>
                  <a:pt x="2" y="229"/>
                </a:lnTo>
                <a:lnTo>
                  <a:pt x="1" y="229"/>
                </a:lnTo>
                <a:lnTo>
                  <a:pt x="1" y="230"/>
                </a:lnTo>
                <a:lnTo>
                  <a:pt x="0" y="228"/>
                </a:lnTo>
                <a:lnTo>
                  <a:pt x="1" y="227"/>
                </a:lnTo>
                <a:lnTo>
                  <a:pt x="0" y="226"/>
                </a:lnTo>
                <a:lnTo>
                  <a:pt x="0" y="225"/>
                </a:lnTo>
                <a:lnTo>
                  <a:pt x="1" y="224"/>
                </a:lnTo>
                <a:lnTo>
                  <a:pt x="1" y="223"/>
                </a:lnTo>
                <a:lnTo>
                  <a:pt x="2" y="223"/>
                </a:lnTo>
                <a:lnTo>
                  <a:pt x="1" y="224"/>
                </a:lnTo>
                <a:lnTo>
                  <a:pt x="2" y="224"/>
                </a:lnTo>
                <a:lnTo>
                  <a:pt x="4" y="223"/>
                </a:lnTo>
                <a:lnTo>
                  <a:pt x="5" y="223"/>
                </a:lnTo>
                <a:lnTo>
                  <a:pt x="5" y="222"/>
                </a:lnTo>
                <a:lnTo>
                  <a:pt x="5" y="221"/>
                </a:lnTo>
                <a:lnTo>
                  <a:pt x="5" y="220"/>
                </a:lnTo>
                <a:lnTo>
                  <a:pt x="4" y="220"/>
                </a:lnTo>
                <a:lnTo>
                  <a:pt x="4" y="218"/>
                </a:lnTo>
                <a:lnTo>
                  <a:pt x="4" y="217"/>
                </a:lnTo>
                <a:lnTo>
                  <a:pt x="3" y="217"/>
                </a:lnTo>
                <a:lnTo>
                  <a:pt x="3" y="216"/>
                </a:lnTo>
                <a:lnTo>
                  <a:pt x="4" y="216"/>
                </a:lnTo>
                <a:lnTo>
                  <a:pt x="4" y="215"/>
                </a:lnTo>
                <a:lnTo>
                  <a:pt x="4" y="214"/>
                </a:lnTo>
                <a:lnTo>
                  <a:pt x="5" y="214"/>
                </a:lnTo>
                <a:lnTo>
                  <a:pt x="5" y="213"/>
                </a:lnTo>
                <a:lnTo>
                  <a:pt x="4" y="213"/>
                </a:lnTo>
                <a:lnTo>
                  <a:pt x="5" y="213"/>
                </a:lnTo>
                <a:lnTo>
                  <a:pt x="5" y="212"/>
                </a:lnTo>
                <a:lnTo>
                  <a:pt x="5" y="211"/>
                </a:lnTo>
                <a:lnTo>
                  <a:pt x="5" y="212"/>
                </a:lnTo>
                <a:lnTo>
                  <a:pt x="5" y="213"/>
                </a:lnTo>
                <a:lnTo>
                  <a:pt x="6" y="213"/>
                </a:lnTo>
                <a:lnTo>
                  <a:pt x="6" y="211"/>
                </a:lnTo>
                <a:lnTo>
                  <a:pt x="6" y="210"/>
                </a:lnTo>
                <a:lnTo>
                  <a:pt x="7" y="209"/>
                </a:lnTo>
                <a:lnTo>
                  <a:pt x="7" y="208"/>
                </a:lnTo>
                <a:lnTo>
                  <a:pt x="8" y="208"/>
                </a:lnTo>
                <a:lnTo>
                  <a:pt x="8" y="207"/>
                </a:lnTo>
                <a:lnTo>
                  <a:pt x="7" y="207"/>
                </a:lnTo>
                <a:lnTo>
                  <a:pt x="7" y="208"/>
                </a:lnTo>
                <a:lnTo>
                  <a:pt x="6" y="208"/>
                </a:lnTo>
                <a:lnTo>
                  <a:pt x="6" y="207"/>
                </a:lnTo>
                <a:lnTo>
                  <a:pt x="6" y="205"/>
                </a:lnTo>
                <a:lnTo>
                  <a:pt x="7" y="205"/>
                </a:lnTo>
                <a:lnTo>
                  <a:pt x="8" y="205"/>
                </a:lnTo>
                <a:lnTo>
                  <a:pt x="7" y="205"/>
                </a:lnTo>
                <a:lnTo>
                  <a:pt x="7" y="204"/>
                </a:lnTo>
                <a:lnTo>
                  <a:pt x="7" y="203"/>
                </a:lnTo>
                <a:lnTo>
                  <a:pt x="8" y="202"/>
                </a:lnTo>
                <a:lnTo>
                  <a:pt x="8" y="201"/>
                </a:lnTo>
                <a:lnTo>
                  <a:pt x="9" y="201"/>
                </a:lnTo>
                <a:lnTo>
                  <a:pt x="9" y="200"/>
                </a:lnTo>
                <a:lnTo>
                  <a:pt x="8" y="200"/>
                </a:lnTo>
                <a:lnTo>
                  <a:pt x="8" y="199"/>
                </a:lnTo>
                <a:lnTo>
                  <a:pt x="9" y="199"/>
                </a:lnTo>
                <a:lnTo>
                  <a:pt x="9" y="198"/>
                </a:lnTo>
                <a:lnTo>
                  <a:pt x="9" y="197"/>
                </a:lnTo>
                <a:lnTo>
                  <a:pt x="10" y="197"/>
                </a:lnTo>
                <a:lnTo>
                  <a:pt x="10" y="198"/>
                </a:lnTo>
                <a:lnTo>
                  <a:pt x="9" y="198"/>
                </a:lnTo>
                <a:lnTo>
                  <a:pt x="9" y="199"/>
                </a:lnTo>
                <a:lnTo>
                  <a:pt x="10" y="198"/>
                </a:lnTo>
                <a:lnTo>
                  <a:pt x="10" y="199"/>
                </a:lnTo>
                <a:lnTo>
                  <a:pt x="11" y="199"/>
                </a:lnTo>
                <a:lnTo>
                  <a:pt x="11" y="198"/>
                </a:lnTo>
                <a:lnTo>
                  <a:pt x="11" y="197"/>
                </a:lnTo>
                <a:lnTo>
                  <a:pt x="10" y="197"/>
                </a:lnTo>
                <a:lnTo>
                  <a:pt x="10" y="196"/>
                </a:lnTo>
                <a:lnTo>
                  <a:pt x="9" y="196"/>
                </a:lnTo>
                <a:lnTo>
                  <a:pt x="11" y="196"/>
                </a:lnTo>
                <a:lnTo>
                  <a:pt x="12" y="196"/>
                </a:lnTo>
                <a:lnTo>
                  <a:pt x="12" y="195"/>
                </a:lnTo>
                <a:lnTo>
                  <a:pt x="12" y="194"/>
                </a:lnTo>
                <a:lnTo>
                  <a:pt x="11" y="194"/>
                </a:lnTo>
                <a:lnTo>
                  <a:pt x="10" y="193"/>
                </a:lnTo>
                <a:lnTo>
                  <a:pt x="11" y="192"/>
                </a:lnTo>
                <a:lnTo>
                  <a:pt x="11" y="191"/>
                </a:lnTo>
                <a:lnTo>
                  <a:pt x="11" y="192"/>
                </a:lnTo>
                <a:lnTo>
                  <a:pt x="10" y="192"/>
                </a:lnTo>
                <a:lnTo>
                  <a:pt x="10" y="191"/>
                </a:lnTo>
                <a:lnTo>
                  <a:pt x="10" y="190"/>
                </a:lnTo>
                <a:lnTo>
                  <a:pt x="11" y="190"/>
                </a:lnTo>
                <a:lnTo>
                  <a:pt x="11" y="189"/>
                </a:lnTo>
                <a:lnTo>
                  <a:pt x="10" y="189"/>
                </a:lnTo>
                <a:lnTo>
                  <a:pt x="9" y="189"/>
                </a:lnTo>
                <a:lnTo>
                  <a:pt x="10" y="188"/>
                </a:lnTo>
                <a:lnTo>
                  <a:pt x="10" y="187"/>
                </a:lnTo>
                <a:lnTo>
                  <a:pt x="11" y="187"/>
                </a:lnTo>
                <a:lnTo>
                  <a:pt x="11" y="186"/>
                </a:lnTo>
                <a:lnTo>
                  <a:pt x="11" y="185"/>
                </a:lnTo>
                <a:lnTo>
                  <a:pt x="10" y="185"/>
                </a:lnTo>
                <a:lnTo>
                  <a:pt x="9" y="185"/>
                </a:lnTo>
                <a:lnTo>
                  <a:pt x="8" y="185"/>
                </a:lnTo>
                <a:lnTo>
                  <a:pt x="8" y="184"/>
                </a:lnTo>
                <a:lnTo>
                  <a:pt x="8" y="182"/>
                </a:lnTo>
                <a:lnTo>
                  <a:pt x="9" y="182"/>
                </a:lnTo>
                <a:lnTo>
                  <a:pt x="10" y="182"/>
                </a:lnTo>
                <a:lnTo>
                  <a:pt x="11" y="182"/>
                </a:lnTo>
                <a:lnTo>
                  <a:pt x="11" y="181"/>
                </a:lnTo>
                <a:lnTo>
                  <a:pt x="11" y="180"/>
                </a:lnTo>
                <a:lnTo>
                  <a:pt x="10" y="180"/>
                </a:lnTo>
                <a:lnTo>
                  <a:pt x="10" y="179"/>
                </a:lnTo>
                <a:lnTo>
                  <a:pt x="10" y="178"/>
                </a:lnTo>
                <a:lnTo>
                  <a:pt x="10" y="177"/>
                </a:lnTo>
                <a:lnTo>
                  <a:pt x="10" y="175"/>
                </a:lnTo>
                <a:lnTo>
                  <a:pt x="10" y="174"/>
                </a:lnTo>
                <a:lnTo>
                  <a:pt x="11" y="175"/>
                </a:lnTo>
                <a:lnTo>
                  <a:pt x="10" y="174"/>
                </a:lnTo>
                <a:lnTo>
                  <a:pt x="10" y="173"/>
                </a:lnTo>
                <a:lnTo>
                  <a:pt x="10" y="172"/>
                </a:lnTo>
                <a:lnTo>
                  <a:pt x="10" y="171"/>
                </a:lnTo>
                <a:lnTo>
                  <a:pt x="10" y="170"/>
                </a:lnTo>
                <a:lnTo>
                  <a:pt x="10" y="169"/>
                </a:lnTo>
                <a:lnTo>
                  <a:pt x="10" y="168"/>
                </a:lnTo>
                <a:lnTo>
                  <a:pt x="11" y="168"/>
                </a:lnTo>
                <a:lnTo>
                  <a:pt x="11" y="167"/>
                </a:lnTo>
                <a:lnTo>
                  <a:pt x="11" y="166"/>
                </a:lnTo>
                <a:lnTo>
                  <a:pt x="12" y="166"/>
                </a:lnTo>
                <a:lnTo>
                  <a:pt x="12" y="165"/>
                </a:lnTo>
                <a:lnTo>
                  <a:pt x="13" y="164"/>
                </a:lnTo>
                <a:lnTo>
                  <a:pt x="14" y="164"/>
                </a:lnTo>
                <a:lnTo>
                  <a:pt x="14" y="163"/>
                </a:lnTo>
                <a:lnTo>
                  <a:pt x="13" y="163"/>
                </a:lnTo>
                <a:lnTo>
                  <a:pt x="12" y="163"/>
                </a:lnTo>
                <a:lnTo>
                  <a:pt x="13" y="162"/>
                </a:lnTo>
                <a:lnTo>
                  <a:pt x="13" y="161"/>
                </a:lnTo>
                <a:lnTo>
                  <a:pt x="13" y="160"/>
                </a:lnTo>
                <a:lnTo>
                  <a:pt x="13" y="159"/>
                </a:lnTo>
                <a:lnTo>
                  <a:pt x="13" y="158"/>
                </a:lnTo>
                <a:lnTo>
                  <a:pt x="14" y="158"/>
                </a:lnTo>
                <a:lnTo>
                  <a:pt x="15" y="158"/>
                </a:lnTo>
                <a:lnTo>
                  <a:pt x="15" y="157"/>
                </a:lnTo>
                <a:lnTo>
                  <a:pt x="16" y="155"/>
                </a:lnTo>
                <a:lnTo>
                  <a:pt x="17" y="154"/>
                </a:lnTo>
                <a:lnTo>
                  <a:pt x="16" y="154"/>
                </a:lnTo>
                <a:lnTo>
                  <a:pt x="16" y="155"/>
                </a:lnTo>
                <a:lnTo>
                  <a:pt x="15" y="156"/>
                </a:lnTo>
                <a:lnTo>
                  <a:pt x="15" y="157"/>
                </a:lnTo>
                <a:lnTo>
                  <a:pt x="14" y="157"/>
                </a:lnTo>
                <a:lnTo>
                  <a:pt x="14" y="158"/>
                </a:lnTo>
                <a:lnTo>
                  <a:pt x="12" y="158"/>
                </a:lnTo>
                <a:lnTo>
                  <a:pt x="12" y="157"/>
                </a:lnTo>
                <a:lnTo>
                  <a:pt x="12" y="156"/>
                </a:lnTo>
                <a:lnTo>
                  <a:pt x="13" y="156"/>
                </a:lnTo>
                <a:lnTo>
                  <a:pt x="13" y="155"/>
                </a:lnTo>
                <a:lnTo>
                  <a:pt x="14" y="154"/>
                </a:lnTo>
                <a:lnTo>
                  <a:pt x="13" y="153"/>
                </a:lnTo>
                <a:lnTo>
                  <a:pt x="14" y="153"/>
                </a:lnTo>
                <a:lnTo>
                  <a:pt x="14" y="152"/>
                </a:lnTo>
                <a:lnTo>
                  <a:pt x="15" y="152"/>
                </a:lnTo>
                <a:lnTo>
                  <a:pt x="16" y="151"/>
                </a:lnTo>
                <a:lnTo>
                  <a:pt x="17" y="151"/>
                </a:lnTo>
                <a:lnTo>
                  <a:pt x="17" y="152"/>
                </a:lnTo>
                <a:lnTo>
                  <a:pt x="17" y="151"/>
                </a:lnTo>
                <a:lnTo>
                  <a:pt x="17" y="150"/>
                </a:lnTo>
                <a:lnTo>
                  <a:pt x="18" y="150"/>
                </a:lnTo>
                <a:lnTo>
                  <a:pt x="19" y="151"/>
                </a:lnTo>
                <a:lnTo>
                  <a:pt x="19" y="150"/>
                </a:lnTo>
                <a:lnTo>
                  <a:pt x="20" y="150"/>
                </a:lnTo>
                <a:lnTo>
                  <a:pt x="21" y="150"/>
                </a:lnTo>
                <a:lnTo>
                  <a:pt x="21" y="149"/>
                </a:lnTo>
                <a:lnTo>
                  <a:pt x="20" y="149"/>
                </a:lnTo>
                <a:lnTo>
                  <a:pt x="20" y="148"/>
                </a:lnTo>
                <a:lnTo>
                  <a:pt x="20" y="147"/>
                </a:lnTo>
                <a:lnTo>
                  <a:pt x="21" y="147"/>
                </a:lnTo>
                <a:lnTo>
                  <a:pt x="22" y="147"/>
                </a:lnTo>
                <a:lnTo>
                  <a:pt x="23" y="146"/>
                </a:lnTo>
                <a:lnTo>
                  <a:pt x="23" y="145"/>
                </a:lnTo>
                <a:lnTo>
                  <a:pt x="24" y="145"/>
                </a:lnTo>
                <a:lnTo>
                  <a:pt x="24" y="144"/>
                </a:lnTo>
                <a:lnTo>
                  <a:pt x="25" y="142"/>
                </a:lnTo>
                <a:lnTo>
                  <a:pt x="25" y="141"/>
                </a:lnTo>
                <a:lnTo>
                  <a:pt x="26" y="140"/>
                </a:lnTo>
                <a:lnTo>
                  <a:pt x="26" y="139"/>
                </a:lnTo>
                <a:lnTo>
                  <a:pt x="25" y="139"/>
                </a:lnTo>
                <a:lnTo>
                  <a:pt x="26" y="136"/>
                </a:lnTo>
                <a:lnTo>
                  <a:pt x="27" y="135"/>
                </a:lnTo>
                <a:lnTo>
                  <a:pt x="27" y="134"/>
                </a:lnTo>
                <a:lnTo>
                  <a:pt x="28" y="134"/>
                </a:lnTo>
                <a:lnTo>
                  <a:pt x="29" y="133"/>
                </a:lnTo>
                <a:lnTo>
                  <a:pt x="29" y="132"/>
                </a:lnTo>
                <a:lnTo>
                  <a:pt x="29" y="131"/>
                </a:lnTo>
                <a:lnTo>
                  <a:pt x="30" y="131"/>
                </a:lnTo>
                <a:lnTo>
                  <a:pt x="30" y="130"/>
                </a:lnTo>
                <a:lnTo>
                  <a:pt x="30" y="129"/>
                </a:lnTo>
                <a:lnTo>
                  <a:pt x="31" y="129"/>
                </a:lnTo>
                <a:lnTo>
                  <a:pt x="32" y="128"/>
                </a:lnTo>
                <a:lnTo>
                  <a:pt x="33" y="128"/>
                </a:lnTo>
                <a:lnTo>
                  <a:pt x="33" y="127"/>
                </a:lnTo>
                <a:lnTo>
                  <a:pt x="34" y="127"/>
                </a:lnTo>
                <a:lnTo>
                  <a:pt x="34" y="126"/>
                </a:lnTo>
                <a:lnTo>
                  <a:pt x="35" y="126"/>
                </a:lnTo>
                <a:lnTo>
                  <a:pt x="35" y="125"/>
                </a:lnTo>
                <a:lnTo>
                  <a:pt x="35" y="124"/>
                </a:lnTo>
                <a:lnTo>
                  <a:pt x="36" y="124"/>
                </a:lnTo>
                <a:lnTo>
                  <a:pt x="36" y="123"/>
                </a:lnTo>
                <a:lnTo>
                  <a:pt x="37" y="120"/>
                </a:lnTo>
                <a:lnTo>
                  <a:pt x="35" y="120"/>
                </a:lnTo>
                <a:lnTo>
                  <a:pt x="35" y="121"/>
                </a:lnTo>
                <a:lnTo>
                  <a:pt x="34" y="122"/>
                </a:lnTo>
                <a:lnTo>
                  <a:pt x="34" y="123"/>
                </a:lnTo>
                <a:lnTo>
                  <a:pt x="33" y="123"/>
                </a:lnTo>
                <a:lnTo>
                  <a:pt x="32" y="124"/>
                </a:lnTo>
                <a:lnTo>
                  <a:pt x="31" y="123"/>
                </a:lnTo>
                <a:lnTo>
                  <a:pt x="32" y="123"/>
                </a:lnTo>
                <a:lnTo>
                  <a:pt x="34" y="120"/>
                </a:lnTo>
                <a:lnTo>
                  <a:pt x="35" y="120"/>
                </a:lnTo>
                <a:lnTo>
                  <a:pt x="35" y="119"/>
                </a:lnTo>
                <a:lnTo>
                  <a:pt x="35" y="118"/>
                </a:lnTo>
                <a:lnTo>
                  <a:pt x="35" y="117"/>
                </a:lnTo>
                <a:lnTo>
                  <a:pt x="36" y="117"/>
                </a:lnTo>
                <a:lnTo>
                  <a:pt x="39" y="117"/>
                </a:lnTo>
                <a:lnTo>
                  <a:pt x="39" y="116"/>
                </a:lnTo>
                <a:lnTo>
                  <a:pt x="39" y="115"/>
                </a:lnTo>
                <a:lnTo>
                  <a:pt x="40" y="115"/>
                </a:lnTo>
                <a:lnTo>
                  <a:pt x="40" y="114"/>
                </a:lnTo>
                <a:lnTo>
                  <a:pt x="41" y="113"/>
                </a:lnTo>
                <a:lnTo>
                  <a:pt x="41" y="112"/>
                </a:lnTo>
                <a:lnTo>
                  <a:pt x="40" y="112"/>
                </a:lnTo>
                <a:lnTo>
                  <a:pt x="40" y="111"/>
                </a:lnTo>
                <a:lnTo>
                  <a:pt x="39" y="111"/>
                </a:lnTo>
                <a:lnTo>
                  <a:pt x="40" y="111"/>
                </a:lnTo>
                <a:lnTo>
                  <a:pt x="40" y="110"/>
                </a:lnTo>
                <a:lnTo>
                  <a:pt x="40" y="109"/>
                </a:lnTo>
                <a:lnTo>
                  <a:pt x="41" y="107"/>
                </a:lnTo>
                <a:lnTo>
                  <a:pt x="42" y="105"/>
                </a:lnTo>
                <a:lnTo>
                  <a:pt x="42" y="106"/>
                </a:lnTo>
                <a:lnTo>
                  <a:pt x="42" y="105"/>
                </a:lnTo>
                <a:lnTo>
                  <a:pt x="43" y="105"/>
                </a:lnTo>
                <a:lnTo>
                  <a:pt x="43" y="104"/>
                </a:lnTo>
                <a:lnTo>
                  <a:pt x="43" y="105"/>
                </a:lnTo>
                <a:lnTo>
                  <a:pt x="43" y="106"/>
                </a:lnTo>
                <a:lnTo>
                  <a:pt x="42" y="107"/>
                </a:lnTo>
                <a:lnTo>
                  <a:pt x="41" y="107"/>
                </a:lnTo>
                <a:lnTo>
                  <a:pt x="41" y="109"/>
                </a:lnTo>
                <a:lnTo>
                  <a:pt x="40" y="110"/>
                </a:lnTo>
                <a:lnTo>
                  <a:pt x="41" y="110"/>
                </a:lnTo>
                <a:lnTo>
                  <a:pt x="41" y="109"/>
                </a:lnTo>
                <a:lnTo>
                  <a:pt x="41" y="108"/>
                </a:lnTo>
                <a:lnTo>
                  <a:pt x="42" y="109"/>
                </a:lnTo>
                <a:lnTo>
                  <a:pt x="42" y="110"/>
                </a:lnTo>
                <a:lnTo>
                  <a:pt x="43" y="110"/>
                </a:lnTo>
                <a:lnTo>
                  <a:pt x="43" y="109"/>
                </a:lnTo>
                <a:lnTo>
                  <a:pt x="42" y="108"/>
                </a:lnTo>
                <a:lnTo>
                  <a:pt x="43" y="107"/>
                </a:lnTo>
                <a:lnTo>
                  <a:pt x="44" y="105"/>
                </a:lnTo>
                <a:lnTo>
                  <a:pt x="44" y="106"/>
                </a:lnTo>
                <a:lnTo>
                  <a:pt x="45" y="105"/>
                </a:lnTo>
                <a:lnTo>
                  <a:pt x="44" y="104"/>
                </a:lnTo>
                <a:lnTo>
                  <a:pt x="45" y="104"/>
                </a:lnTo>
                <a:lnTo>
                  <a:pt x="45" y="103"/>
                </a:lnTo>
                <a:lnTo>
                  <a:pt x="44" y="104"/>
                </a:lnTo>
                <a:lnTo>
                  <a:pt x="44" y="103"/>
                </a:lnTo>
                <a:lnTo>
                  <a:pt x="44" y="102"/>
                </a:lnTo>
                <a:lnTo>
                  <a:pt x="45" y="101"/>
                </a:lnTo>
                <a:lnTo>
                  <a:pt x="46" y="102"/>
                </a:lnTo>
                <a:lnTo>
                  <a:pt x="47" y="102"/>
                </a:lnTo>
                <a:lnTo>
                  <a:pt x="47" y="101"/>
                </a:lnTo>
                <a:lnTo>
                  <a:pt x="47" y="100"/>
                </a:lnTo>
                <a:lnTo>
                  <a:pt x="47" y="99"/>
                </a:lnTo>
                <a:lnTo>
                  <a:pt x="48" y="97"/>
                </a:lnTo>
                <a:lnTo>
                  <a:pt x="49" y="96"/>
                </a:lnTo>
                <a:lnTo>
                  <a:pt x="50" y="96"/>
                </a:lnTo>
                <a:lnTo>
                  <a:pt x="50" y="95"/>
                </a:lnTo>
                <a:lnTo>
                  <a:pt x="50" y="94"/>
                </a:lnTo>
                <a:lnTo>
                  <a:pt x="50" y="93"/>
                </a:lnTo>
                <a:lnTo>
                  <a:pt x="51" y="92"/>
                </a:lnTo>
                <a:lnTo>
                  <a:pt x="51" y="91"/>
                </a:lnTo>
                <a:lnTo>
                  <a:pt x="52" y="90"/>
                </a:lnTo>
                <a:lnTo>
                  <a:pt x="53" y="90"/>
                </a:lnTo>
                <a:lnTo>
                  <a:pt x="53" y="88"/>
                </a:lnTo>
                <a:lnTo>
                  <a:pt x="54" y="88"/>
                </a:lnTo>
                <a:lnTo>
                  <a:pt x="54" y="87"/>
                </a:lnTo>
                <a:lnTo>
                  <a:pt x="54" y="88"/>
                </a:lnTo>
                <a:lnTo>
                  <a:pt x="54" y="87"/>
                </a:lnTo>
                <a:lnTo>
                  <a:pt x="55" y="86"/>
                </a:lnTo>
                <a:lnTo>
                  <a:pt x="56" y="86"/>
                </a:lnTo>
                <a:lnTo>
                  <a:pt x="56" y="85"/>
                </a:lnTo>
                <a:lnTo>
                  <a:pt x="57" y="83"/>
                </a:lnTo>
                <a:lnTo>
                  <a:pt x="58" y="82"/>
                </a:lnTo>
                <a:lnTo>
                  <a:pt x="59" y="80"/>
                </a:lnTo>
                <a:lnTo>
                  <a:pt x="59" y="79"/>
                </a:lnTo>
                <a:lnTo>
                  <a:pt x="60" y="78"/>
                </a:lnTo>
                <a:lnTo>
                  <a:pt x="60" y="77"/>
                </a:lnTo>
                <a:lnTo>
                  <a:pt x="60" y="76"/>
                </a:lnTo>
                <a:lnTo>
                  <a:pt x="61" y="75"/>
                </a:lnTo>
                <a:lnTo>
                  <a:pt x="61" y="74"/>
                </a:lnTo>
                <a:lnTo>
                  <a:pt x="61" y="73"/>
                </a:lnTo>
                <a:lnTo>
                  <a:pt x="62" y="72"/>
                </a:lnTo>
                <a:lnTo>
                  <a:pt x="62" y="71"/>
                </a:lnTo>
                <a:lnTo>
                  <a:pt x="63" y="71"/>
                </a:lnTo>
                <a:lnTo>
                  <a:pt x="63" y="70"/>
                </a:lnTo>
                <a:lnTo>
                  <a:pt x="64" y="70"/>
                </a:lnTo>
                <a:lnTo>
                  <a:pt x="65" y="70"/>
                </a:lnTo>
                <a:lnTo>
                  <a:pt x="66" y="70"/>
                </a:lnTo>
                <a:lnTo>
                  <a:pt x="66" y="71"/>
                </a:lnTo>
                <a:lnTo>
                  <a:pt x="67" y="71"/>
                </a:lnTo>
                <a:lnTo>
                  <a:pt x="66" y="70"/>
                </a:lnTo>
                <a:lnTo>
                  <a:pt x="66" y="69"/>
                </a:lnTo>
                <a:lnTo>
                  <a:pt x="65" y="69"/>
                </a:lnTo>
                <a:lnTo>
                  <a:pt x="66" y="69"/>
                </a:lnTo>
                <a:lnTo>
                  <a:pt x="66" y="67"/>
                </a:lnTo>
                <a:lnTo>
                  <a:pt x="67" y="66"/>
                </a:lnTo>
                <a:lnTo>
                  <a:pt x="67" y="65"/>
                </a:lnTo>
                <a:lnTo>
                  <a:pt x="68" y="65"/>
                </a:lnTo>
                <a:lnTo>
                  <a:pt x="69" y="65"/>
                </a:lnTo>
                <a:lnTo>
                  <a:pt x="70" y="65"/>
                </a:lnTo>
                <a:lnTo>
                  <a:pt x="71" y="65"/>
                </a:lnTo>
                <a:lnTo>
                  <a:pt x="71" y="64"/>
                </a:lnTo>
                <a:lnTo>
                  <a:pt x="72" y="64"/>
                </a:lnTo>
                <a:lnTo>
                  <a:pt x="72" y="63"/>
                </a:lnTo>
                <a:lnTo>
                  <a:pt x="73" y="63"/>
                </a:lnTo>
                <a:lnTo>
                  <a:pt x="74" y="62"/>
                </a:lnTo>
                <a:lnTo>
                  <a:pt x="75" y="61"/>
                </a:lnTo>
                <a:lnTo>
                  <a:pt x="75" y="60"/>
                </a:lnTo>
                <a:lnTo>
                  <a:pt x="75" y="59"/>
                </a:lnTo>
                <a:lnTo>
                  <a:pt x="76" y="58"/>
                </a:lnTo>
                <a:lnTo>
                  <a:pt x="77" y="57"/>
                </a:lnTo>
                <a:lnTo>
                  <a:pt x="78" y="57"/>
                </a:lnTo>
                <a:lnTo>
                  <a:pt x="78" y="56"/>
                </a:lnTo>
                <a:lnTo>
                  <a:pt x="79" y="56"/>
                </a:lnTo>
                <a:lnTo>
                  <a:pt x="79" y="55"/>
                </a:lnTo>
                <a:lnTo>
                  <a:pt x="79" y="54"/>
                </a:lnTo>
                <a:lnTo>
                  <a:pt x="80" y="54"/>
                </a:lnTo>
                <a:lnTo>
                  <a:pt x="80" y="53"/>
                </a:lnTo>
                <a:lnTo>
                  <a:pt x="80" y="51"/>
                </a:lnTo>
                <a:lnTo>
                  <a:pt x="79" y="51"/>
                </a:lnTo>
                <a:lnTo>
                  <a:pt x="79" y="50"/>
                </a:lnTo>
                <a:lnTo>
                  <a:pt x="80" y="50"/>
                </a:lnTo>
                <a:lnTo>
                  <a:pt x="79" y="50"/>
                </a:lnTo>
                <a:lnTo>
                  <a:pt x="79" y="49"/>
                </a:lnTo>
                <a:lnTo>
                  <a:pt x="79" y="48"/>
                </a:lnTo>
                <a:lnTo>
                  <a:pt x="80" y="48"/>
                </a:lnTo>
                <a:lnTo>
                  <a:pt x="80" y="47"/>
                </a:lnTo>
                <a:lnTo>
                  <a:pt x="80" y="46"/>
                </a:lnTo>
                <a:lnTo>
                  <a:pt x="82" y="46"/>
                </a:lnTo>
                <a:lnTo>
                  <a:pt x="82" y="47"/>
                </a:lnTo>
                <a:lnTo>
                  <a:pt x="83" y="47"/>
                </a:lnTo>
                <a:lnTo>
                  <a:pt x="83" y="46"/>
                </a:lnTo>
                <a:lnTo>
                  <a:pt x="82" y="45"/>
                </a:lnTo>
                <a:lnTo>
                  <a:pt x="83" y="45"/>
                </a:lnTo>
                <a:lnTo>
                  <a:pt x="83" y="44"/>
                </a:lnTo>
                <a:lnTo>
                  <a:pt x="84" y="43"/>
                </a:lnTo>
                <a:lnTo>
                  <a:pt x="84" y="42"/>
                </a:lnTo>
                <a:lnTo>
                  <a:pt x="85" y="41"/>
                </a:lnTo>
                <a:lnTo>
                  <a:pt x="85" y="40"/>
                </a:lnTo>
                <a:lnTo>
                  <a:pt x="85" y="39"/>
                </a:lnTo>
                <a:lnTo>
                  <a:pt x="86" y="39"/>
                </a:lnTo>
                <a:lnTo>
                  <a:pt x="86" y="38"/>
                </a:lnTo>
                <a:lnTo>
                  <a:pt x="87" y="37"/>
                </a:lnTo>
                <a:lnTo>
                  <a:pt x="87" y="36"/>
                </a:lnTo>
                <a:lnTo>
                  <a:pt x="88" y="36"/>
                </a:lnTo>
                <a:lnTo>
                  <a:pt x="88" y="35"/>
                </a:lnTo>
                <a:lnTo>
                  <a:pt x="89" y="35"/>
                </a:lnTo>
                <a:lnTo>
                  <a:pt x="89" y="34"/>
                </a:lnTo>
                <a:lnTo>
                  <a:pt x="89" y="33"/>
                </a:lnTo>
                <a:lnTo>
                  <a:pt x="90" y="33"/>
                </a:lnTo>
                <a:lnTo>
                  <a:pt x="90" y="32"/>
                </a:lnTo>
                <a:lnTo>
                  <a:pt x="90" y="30"/>
                </a:lnTo>
                <a:lnTo>
                  <a:pt x="91" y="30"/>
                </a:lnTo>
                <a:lnTo>
                  <a:pt x="91" y="29"/>
                </a:lnTo>
                <a:lnTo>
                  <a:pt x="92" y="29"/>
                </a:lnTo>
                <a:lnTo>
                  <a:pt x="92" y="28"/>
                </a:lnTo>
                <a:lnTo>
                  <a:pt x="93" y="27"/>
                </a:lnTo>
                <a:lnTo>
                  <a:pt x="94" y="26"/>
                </a:lnTo>
                <a:lnTo>
                  <a:pt x="95" y="26"/>
                </a:lnTo>
                <a:lnTo>
                  <a:pt x="96" y="25"/>
                </a:lnTo>
                <a:lnTo>
                  <a:pt x="97" y="25"/>
                </a:lnTo>
                <a:lnTo>
                  <a:pt x="97" y="24"/>
                </a:lnTo>
                <a:lnTo>
                  <a:pt x="98" y="24"/>
                </a:lnTo>
                <a:lnTo>
                  <a:pt x="99" y="23"/>
                </a:lnTo>
                <a:lnTo>
                  <a:pt x="100" y="23"/>
                </a:lnTo>
                <a:lnTo>
                  <a:pt x="101" y="23"/>
                </a:lnTo>
                <a:lnTo>
                  <a:pt x="102" y="23"/>
                </a:lnTo>
                <a:lnTo>
                  <a:pt x="103" y="22"/>
                </a:lnTo>
                <a:lnTo>
                  <a:pt x="104" y="22"/>
                </a:lnTo>
                <a:lnTo>
                  <a:pt x="105" y="21"/>
                </a:lnTo>
                <a:lnTo>
                  <a:pt x="106" y="20"/>
                </a:lnTo>
                <a:lnTo>
                  <a:pt x="107" y="20"/>
                </a:lnTo>
                <a:lnTo>
                  <a:pt x="108" y="20"/>
                </a:lnTo>
                <a:lnTo>
                  <a:pt x="108" y="19"/>
                </a:lnTo>
                <a:lnTo>
                  <a:pt x="109" y="19"/>
                </a:lnTo>
                <a:lnTo>
                  <a:pt x="110" y="19"/>
                </a:lnTo>
                <a:lnTo>
                  <a:pt x="111" y="19"/>
                </a:lnTo>
                <a:lnTo>
                  <a:pt x="111" y="18"/>
                </a:lnTo>
                <a:lnTo>
                  <a:pt x="112" y="18"/>
                </a:lnTo>
                <a:lnTo>
                  <a:pt x="113" y="18"/>
                </a:lnTo>
                <a:lnTo>
                  <a:pt x="113" y="19"/>
                </a:lnTo>
                <a:lnTo>
                  <a:pt x="114" y="19"/>
                </a:lnTo>
                <a:lnTo>
                  <a:pt x="115" y="19"/>
                </a:lnTo>
                <a:lnTo>
                  <a:pt x="115" y="18"/>
                </a:lnTo>
                <a:lnTo>
                  <a:pt x="116" y="18"/>
                </a:lnTo>
                <a:lnTo>
                  <a:pt x="117" y="18"/>
                </a:lnTo>
                <a:lnTo>
                  <a:pt x="118" y="18"/>
                </a:lnTo>
                <a:lnTo>
                  <a:pt x="119" y="18"/>
                </a:lnTo>
                <a:lnTo>
                  <a:pt x="120" y="17"/>
                </a:lnTo>
                <a:lnTo>
                  <a:pt x="121" y="17"/>
                </a:lnTo>
                <a:lnTo>
                  <a:pt x="122" y="16"/>
                </a:lnTo>
                <a:lnTo>
                  <a:pt x="123" y="16"/>
                </a:lnTo>
                <a:lnTo>
                  <a:pt x="123" y="15"/>
                </a:lnTo>
                <a:lnTo>
                  <a:pt x="124" y="14"/>
                </a:lnTo>
                <a:lnTo>
                  <a:pt x="125" y="14"/>
                </a:lnTo>
                <a:lnTo>
                  <a:pt x="126" y="13"/>
                </a:lnTo>
                <a:lnTo>
                  <a:pt x="127" y="14"/>
                </a:lnTo>
                <a:lnTo>
                  <a:pt x="128" y="14"/>
                </a:lnTo>
                <a:lnTo>
                  <a:pt x="128" y="15"/>
                </a:lnTo>
                <a:lnTo>
                  <a:pt x="129" y="16"/>
                </a:lnTo>
                <a:lnTo>
                  <a:pt x="129" y="17"/>
                </a:lnTo>
                <a:lnTo>
                  <a:pt x="129" y="18"/>
                </a:lnTo>
                <a:lnTo>
                  <a:pt x="130" y="18"/>
                </a:lnTo>
                <a:lnTo>
                  <a:pt x="130" y="17"/>
                </a:lnTo>
                <a:lnTo>
                  <a:pt x="129" y="16"/>
                </a:lnTo>
                <a:lnTo>
                  <a:pt x="129" y="15"/>
                </a:lnTo>
                <a:lnTo>
                  <a:pt x="129" y="14"/>
                </a:lnTo>
                <a:lnTo>
                  <a:pt x="128" y="13"/>
                </a:lnTo>
                <a:lnTo>
                  <a:pt x="127" y="13"/>
                </a:lnTo>
                <a:lnTo>
                  <a:pt x="126" y="12"/>
                </a:lnTo>
                <a:lnTo>
                  <a:pt x="125" y="12"/>
                </a:lnTo>
                <a:lnTo>
                  <a:pt x="125" y="11"/>
                </a:lnTo>
                <a:lnTo>
                  <a:pt x="126" y="11"/>
                </a:lnTo>
                <a:lnTo>
                  <a:pt x="126" y="10"/>
                </a:lnTo>
                <a:lnTo>
                  <a:pt x="127" y="9"/>
                </a:lnTo>
                <a:lnTo>
                  <a:pt x="128" y="9"/>
                </a:lnTo>
                <a:lnTo>
                  <a:pt x="128" y="8"/>
                </a:lnTo>
                <a:lnTo>
                  <a:pt x="128" y="7"/>
                </a:lnTo>
                <a:lnTo>
                  <a:pt x="129" y="6"/>
                </a:lnTo>
                <a:lnTo>
                  <a:pt x="129" y="5"/>
                </a:lnTo>
                <a:lnTo>
                  <a:pt x="130" y="5"/>
                </a:lnTo>
                <a:lnTo>
                  <a:pt x="131" y="5"/>
                </a:lnTo>
                <a:lnTo>
                  <a:pt x="131" y="4"/>
                </a:lnTo>
                <a:lnTo>
                  <a:pt x="131" y="3"/>
                </a:lnTo>
                <a:lnTo>
                  <a:pt x="132" y="3"/>
                </a:lnTo>
                <a:lnTo>
                  <a:pt x="133" y="2"/>
                </a:lnTo>
                <a:lnTo>
                  <a:pt x="134" y="2"/>
                </a:lnTo>
                <a:lnTo>
                  <a:pt x="134" y="1"/>
                </a:lnTo>
                <a:lnTo>
                  <a:pt x="134" y="2"/>
                </a:lnTo>
                <a:lnTo>
                  <a:pt x="135" y="2"/>
                </a:lnTo>
                <a:lnTo>
                  <a:pt x="136" y="2"/>
                </a:lnTo>
                <a:lnTo>
                  <a:pt x="136" y="1"/>
                </a:lnTo>
                <a:lnTo>
                  <a:pt x="136" y="0"/>
                </a:lnTo>
                <a:lnTo>
                  <a:pt x="137" y="0"/>
                </a:lnTo>
                <a:lnTo>
                  <a:pt x="137" y="1"/>
                </a:lnTo>
                <a:lnTo>
                  <a:pt x="138" y="1"/>
                </a:lnTo>
                <a:lnTo>
                  <a:pt x="139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2" name=""/>
          <p:cNvSpPr/>
          <p:nvPr/>
        </p:nvSpPr>
        <p:spPr>
          <a:xfrm>
            <a:off x="2287080" y="4263120"/>
            <a:ext cx="720" cy="2160"/>
          </a:xfrm>
          <a:custGeom>
            <a:avLst/>
            <a:gdLst/>
            <a:ahLst/>
            <a:rect l="0" t="0" r="r" b="b"/>
            <a:pathLst>
              <a:path w="2" h="6">
                <a:moveTo>
                  <a:pt x="0" y="6"/>
                </a:move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3" name=""/>
          <p:cNvSpPr/>
          <p:nvPr/>
        </p:nvSpPr>
        <p:spPr>
          <a:xfrm>
            <a:off x="2287440" y="426132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1"/>
                </a:moveTo>
                <a:lnTo>
                  <a:pt x="2" y="3"/>
                </a:ln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4" name=""/>
          <p:cNvSpPr/>
          <p:nvPr/>
        </p:nvSpPr>
        <p:spPr>
          <a:xfrm>
            <a:off x="2289960" y="42573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5" name=""/>
          <p:cNvSpPr/>
          <p:nvPr/>
        </p:nvSpPr>
        <p:spPr>
          <a:xfrm>
            <a:off x="2294280" y="424836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0" y="4"/>
                </a:move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7" y="0"/>
                </a:lnTo>
                <a:lnTo>
                  <a:pt x="7" y="1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6" name=""/>
          <p:cNvSpPr/>
          <p:nvPr/>
        </p:nvSpPr>
        <p:spPr>
          <a:xfrm>
            <a:off x="2345400" y="42202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7" name=""/>
          <p:cNvSpPr/>
          <p:nvPr/>
        </p:nvSpPr>
        <p:spPr>
          <a:xfrm>
            <a:off x="2339280" y="42087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8" name=""/>
          <p:cNvSpPr/>
          <p:nvPr/>
        </p:nvSpPr>
        <p:spPr>
          <a:xfrm>
            <a:off x="2396520" y="41864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3" y="2"/>
                </a:moveTo>
                <a:lnTo>
                  <a:pt x="3" y="0"/>
                </a:ln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9" name=""/>
          <p:cNvSpPr/>
          <p:nvPr/>
        </p:nvSpPr>
        <p:spPr>
          <a:xfrm>
            <a:off x="2402280" y="4180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0" name=""/>
          <p:cNvSpPr/>
          <p:nvPr/>
        </p:nvSpPr>
        <p:spPr>
          <a:xfrm>
            <a:off x="2084400" y="43189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1" name=""/>
          <p:cNvSpPr/>
          <p:nvPr/>
        </p:nvSpPr>
        <p:spPr>
          <a:xfrm>
            <a:off x="2084760" y="4318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2" name=""/>
          <p:cNvSpPr/>
          <p:nvPr/>
        </p:nvSpPr>
        <p:spPr>
          <a:xfrm>
            <a:off x="2095560" y="43182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3" name=""/>
          <p:cNvSpPr/>
          <p:nvPr/>
        </p:nvSpPr>
        <p:spPr>
          <a:xfrm>
            <a:off x="2087280" y="43178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4" name=""/>
          <p:cNvSpPr/>
          <p:nvPr/>
        </p:nvSpPr>
        <p:spPr>
          <a:xfrm>
            <a:off x="2091240" y="431640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1" y="2"/>
                </a:moveTo>
                <a:lnTo>
                  <a:pt x="2" y="2"/>
                </a:lnTo>
                <a:lnTo>
                  <a:pt x="2" y="3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2" y="4"/>
                </a:lnTo>
                <a:lnTo>
                  <a:pt x="3" y="4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5" y="4"/>
                </a:lnTo>
                <a:lnTo>
                  <a:pt x="5" y="5"/>
                </a:lnTo>
                <a:lnTo>
                  <a:pt x="3" y="5"/>
                </a:lnTo>
                <a:lnTo>
                  <a:pt x="3" y="6"/>
                </a:lnTo>
                <a:lnTo>
                  <a:pt x="5" y="7"/>
                </a:lnTo>
                <a:lnTo>
                  <a:pt x="3" y="7"/>
                </a:lnTo>
                <a:lnTo>
                  <a:pt x="3" y="6"/>
                </a:lnTo>
                <a:lnTo>
                  <a:pt x="3" y="7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5" name=""/>
          <p:cNvSpPr/>
          <p:nvPr/>
        </p:nvSpPr>
        <p:spPr>
          <a:xfrm>
            <a:off x="2088360" y="431712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1" y="0"/>
                </a:moveTo>
                <a:lnTo>
                  <a:pt x="1" y="2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6" name=""/>
          <p:cNvSpPr/>
          <p:nvPr/>
        </p:nvSpPr>
        <p:spPr>
          <a:xfrm>
            <a:off x="2088360" y="431712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1" y="0"/>
                </a:moveTo>
                <a:lnTo>
                  <a:pt x="1" y="2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1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7" name=""/>
          <p:cNvSpPr/>
          <p:nvPr/>
        </p:nvSpPr>
        <p:spPr>
          <a:xfrm>
            <a:off x="2092320" y="43160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8" name=""/>
          <p:cNvSpPr/>
          <p:nvPr/>
        </p:nvSpPr>
        <p:spPr>
          <a:xfrm>
            <a:off x="2091600" y="4314600"/>
            <a:ext cx="5040" cy="3960"/>
          </a:xfrm>
          <a:custGeom>
            <a:avLst/>
            <a:gdLst/>
            <a:ahLst/>
            <a:rect l="0" t="0" r="r" b="b"/>
            <a:pathLst>
              <a:path w="14" h="11">
                <a:moveTo>
                  <a:pt x="11" y="1"/>
                </a:moveTo>
                <a:lnTo>
                  <a:pt x="12" y="1"/>
                </a:lnTo>
                <a:lnTo>
                  <a:pt x="12" y="0"/>
                </a:lnTo>
                <a:lnTo>
                  <a:pt x="12" y="1"/>
                </a:lnTo>
                <a:lnTo>
                  <a:pt x="13" y="2"/>
                </a:lnTo>
                <a:lnTo>
                  <a:pt x="12" y="2"/>
                </a:lnTo>
                <a:lnTo>
                  <a:pt x="13" y="2"/>
                </a:lnTo>
                <a:lnTo>
                  <a:pt x="14" y="2"/>
                </a:lnTo>
                <a:lnTo>
                  <a:pt x="14" y="3"/>
                </a:lnTo>
                <a:lnTo>
                  <a:pt x="14" y="4"/>
                </a:lnTo>
                <a:lnTo>
                  <a:pt x="13" y="4"/>
                </a:lnTo>
                <a:lnTo>
                  <a:pt x="13" y="5"/>
                </a:lnTo>
                <a:lnTo>
                  <a:pt x="13" y="6"/>
                </a:lnTo>
                <a:lnTo>
                  <a:pt x="13" y="7"/>
                </a:lnTo>
                <a:lnTo>
                  <a:pt x="14" y="7"/>
                </a:lnTo>
                <a:lnTo>
                  <a:pt x="14" y="8"/>
                </a:lnTo>
                <a:lnTo>
                  <a:pt x="13" y="8"/>
                </a:lnTo>
                <a:lnTo>
                  <a:pt x="14" y="8"/>
                </a:lnTo>
                <a:lnTo>
                  <a:pt x="13" y="8"/>
                </a:lnTo>
                <a:lnTo>
                  <a:pt x="12" y="8"/>
                </a:lnTo>
                <a:lnTo>
                  <a:pt x="12" y="7"/>
                </a:lnTo>
                <a:lnTo>
                  <a:pt x="12" y="6"/>
                </a:lnTo>
                <a:lnTo>
                  <a:pt x="12" y="5"/>
                </a:lnTo>
                <a:lnTo>
                  <a:pt x="11" y="5"/>
                </a:lnTo>
                <a:lnTo>
                  <a:pt x="11" y="4"/>
                </a:lnTo>
                <a:lnTo>
                  <a:pt x="11" y="5"/>
                </a:lnTo>
                <a:lnTo>
                  <a:pt x="11" y="6"/>
                </a:lnTo>
                <a:lnTo>
                  <a:pt x="10" y="7"/>
                </a:lnTo>
                <a:lnTo>
                  <a:pt x="11" y="7"/>
                </a:lnTo>
                <a:lnTo>
                  <a:pt x="11" y="8"/>
                </a:lnTo>
                <a:lnTo>
                  <a:pt x="10" y="8"/>
                </a:lnTo>
                <a:lnTo>
                  <a:pt x="11" y="9"/>
                </a:lnTo>
                <a:lnTo>
                  <a:pt x="11" y="11"/>
                </a:lnTo>
                <a:lnTo>
                  <a:pt x="10" y="11"/>
                </a:lnTo>
                <a:lnTo>
                  <a:pt x="10" y="8"/>
                </a:lnTo>
                <a:lnTo>
                  <a:pt x="10" y="7"/>
                </a:lnTo>
                <a:lnTo>
                  <a:pt x="9" y="8"/>
                </a:lnTo>
                <a:lnTo>
                  <a:pt x="7" y="8"/>
                </a:lnTo>
                <a:lnTo>
                  <a:pt x="7" y="7"/>
                </a:lnTo>
                <a:lnTo>
                  <a:pt x="9" y="7"/>
                </a:lnTo>
                <a:lnTo>
                  <a:pt x="7" y="7"/>
                </a:lnTo>
                <a:lnTo>
                  <a:pt x="7" y="6"/>
                </a:lnTo>
                <a:lnTo>
                  <a:pt x="7" y="5"/>
                </a:lnTo>
                <a:lnTo>
                  <a:pt x="6" y="5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2" y="4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  <a:lnTo>
                  <a:pt x="6" y="1"/>
                </a:lnTo>
                <a:lnTo>
                  <a:pt x="7" y="0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9" name=""/>
          <p:cNvSpPr/>
          <p:nvPr/>
        </p:nvSpPr>
        <p:spPr>
          <a:xfrm>
            <a:off x="2088720" y="43156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0" name=""/>
          <p:cNvSpPr/>
          <p:nvPr/>
        </p:nvSpPr>
        <p:spPr>
          <a:xfrm>
            <a:off x="2089440" y="4315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1" name=""/>
          <p:cNvSpPr/>
          <p:nvPr/>
        </p:nvSpPr>
        <p:spPr>
          <a:xfrm>
            <a:off x="2082600" y="4312440"/>
            <a:ext cx="7920" cy="6120"/>
          </a:xfrm>
          <a:custGeom>
            <a:avLst/>
            <a:gdLst/>
            <a:ahLst/>
            <a:rect l="0" t="0" r="r" b="b"/>
            <a:pathLst>
              <a:path w="22" h="17">
                <a:moveTo>
                  <a:pt x="20" y="0"/>
                </a:moveTo>
                <a:lnTo>
                  <a:pt x="22" y="1"/>
                </a:lnTo>
                <a:lnTo>
                  <a:pt x="20" y="2"/>
                </a:lnTo>
                <a:lnTo>
                  <a:pt x="20" y="3"/>
                </a:lnTo>
                <a:lnTo>
                  <a:pt x="20" y="4"/>
                </a:lnTo>
                <a:lnTo>
                  <a:pt x="19" y="4"/>
                </a:lnTo>
                <a:lnTo>
                  <a:pt x="18" y="4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7" y="6"/>
                </a:lnTo>
                <a:lnTo>
                  <a:pt x="17" y="5"/>
                </a:lnTo>
                <a:lnTo>
                  <a:pt x="17" y="6"/>
                </a:lnTo>
                <a:lnTo>
                  <a:pt x="18" y="7"/>
                </a:lnTo>
                <a:lnTo>
                  <a:pt x="18" y="8"/>
                </a:lnTo>
                <a:lnTo>
                  <a:pt x="17" y="8"/>
                </a:lnTo>
                <a:lnTo>
                  <a:pt x="16" y="8"/>
                </a:lnTo>
                <a:lnTo>
                  <a:pt x="15" y="8"/>
                </a:lnTo>
                <a:lnTo>
                  <a:pt x="16" y="8"/>
                </a:lnTo>
                <a:lnTo>
                  <a:pt x="16" y="9"/>
                </a:lnTo>
                <a:lnTo>
                  <a:pt x="17" y="10"/>
                </a:lnTo>
                <a:lnTo>
                  <a:pt x="16" y="10"/>
                </a:lnTo>
                <a:lnTo>
                  <a:pt x="15" y="10"/>
                </a:lnTo>
                <a:lnTo>
                  <a:pt x="15" y="11"/>
                </a:lnTo>
                <a:lnTo>
                  <a:pt x="16" y="11"/>
                </a:lnTo>
                <a:lnTo>
                  <a:pt x="16" y="12"/>
                </a:lnTo>
                <a:lnTo>
                  <a:pt x="17" y="12"/>
                </a:lnTo>
                <a:lnTo>
                  <a:pt x="17" y="13"/>
                </a:lnTo>
                <a:lnTo>
                  <a:pt x="16" y="13"/>
                </a:lnTo>
                <a:lnTo>
                  <a:pt x="16" y="15"/>
                </a:lnTo>
                <a:lnTo>
                  <a:pt x="16" y="13"/>
                </a:lnTo>
                <a:lnTo>
                  <a:pt x="15" y="13"/>
                </a:lnTo>
                <a:lnTo>
                  <a:pt x="15" y="15"/>
                </a:lnTo>
                <a:lnTo>
                  <a:pt x="14" y="15"/>
                </a:lnTo>
                <a:lnTo>
                  <a:pt x="14" y="13"/>
                </a:lnTo>
                <a:lnTo>
                  <a:pt x="14" y="12"/>
                </a:lnTo>
                <a:lnTo>
                  <a:pt x="14" y="11"/>
                </a:lnTo>
                <a:lnTo>
                  <a:pt x="13" y="11"/>
                </a:lnTo>
                <a:lnTo>
                  <a:pt x="12" y="11"/>
                </a:lnTo>
                <a:lnTo>
                  <a:pt x="12" y="12"/>
                </a:lnTo>
                <a:lnTo>
                  <a:pt x="11" y="12"/>
                </a:lnTo>
                <a:lnTo>
                  <a:pt x="10" y="12"/>
                </a:lnTo>
                <a:lnTo>
                  <a:pt x="9" y="12"/>
                </a:lnTo>
                <a:lnTo>
                  <a:pt x="9" y="13"/>
                </a:lnTo>
                <a:lnTo>
                  <a:pt x="9" y="12"/>
                </a:lnTo>
                <a:lnTo>
                  <a:pt x="9" y="13"/>
                </a:lnTo>
                <a:lnTo>
                  <a:pt x="8" y="13"/>
                </a:lnTo>
                <a:lnTo>
                  <a:pt x="9" y="13"/>
                </a:lnTo>
                <a:lnTo>
                  <a:pt x="9" y="15"/>
                </a:lnTo>
                <a:lnTo>
                  <a:pt x="8" y="15"/>
                </a:lnTo>
                <a:lnTo>
                  <a:pt x="7" y="15"/>
                </a:lnTo>
                <a:lnTo>
                  <a:pt x="6" y="15"/>
                </a:lnTo>
                <a:lnTo>
                  <a:pt x="6" y="13"/>
                </a:lnTo>
                <a:lnTo>
                  <a:pt x="5" y="13"/>
                </a:lnTo>
                <a:lnTo>
                  <a:pt x="5" y="15"/>
                </a:lnTo>
                <a:lnTo>
                  <a:pt x="4" y="15"/>
                </a:lnTo>
                <a:lnTo>
                  <a:pt x="4" y="16"/>
                </a:lnTo>
                <a:lnTo>
                  <a:pt x="3" y="16"/>
                </a:lnTo>
                <a:lnTo>
                  <a:pt x="2" y="16"/>
                </a:lnTo>
                <a:lnTo>
                  <a:pt x="2" y="17"/>
                </a:lnTo>
                <a:lnTo>
                  <a:pt x="2" y="16"/>
                </a:lnTo>
                <a:lnTo>
                  <a:pt x="0" y="16"/>
                </a:lnTo>
                <a:lnTo>
                  <a:pt x="0" y="15"/>
                </a:lnTo>
                <a:lnTo>
                  <a:pt x="0" y="13"/>
                </a:lnTo>
                <a:lnTo>
                  <a:pt x="0" y="12"/>
                </a:lnTo>
                <a:lnTo>
                  <a:pt x="0" y="11"/>
                </a:lnTo>
                <a:lnTo>
                  <a:pt x="2" y="11"/>
                </a:lnTo>
                <a:lnTo>
                  <a:pt x="2" y="12"/>
                </a:lnTo>
                <a:lnTo>
                  <a:pt x="2" y="11"/>
                </a:lnTo>
                <a:lnTo>
                  <a:pt x="3" y="10"/>
                </a:lnTo>
                <a:lnTo>
                  <a:pt x="2" y="10"/>
                </a:lnTo>
                <a:lnTo>
                  <a:pt x="2" y="9"/>
                </a:lnTo>
                <a:lnTo>
                  <a:pt x="3" y="9"/>
                </a:lnTo>
                <a:lnTo>
                  <a:pt x="4" y="9"/>
                </a:lnTo>
                <a:lnTo>
                  <a:pt x="4" y="8"/>
                </a:lnTo>
                <a:lnTo>
                  <a:pt x="5" y="8"/>
                </a:lnTo>
                <a:lnTo>
                  <a:pt x="5" y="7"/>
                </a:lnTo>
                <a:lnTo>
                  <a:pt x="6" y="7"/>
                </a:lnTo>
                <a:lnTo>
                  <a:pt x="6" y="6"/>
                </a:lnTo>
                <a:lnTo>
                  <a:pt x="7" y="6"/>
                </a:lnTo>
                <a:lnTo>
                  <a:pt x="8" y="6"/>
                </a:lnTo>
                <a:lnTo>
                  <a:pt x="9" y="6"/>
                </a:lnTo>
                <a:lnTo>
                  <a:pt x="9" y="7"/>
                </a:lnTo>
                <a:lnTo>
                  <a:pt x="10" y="6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lnTo>
                  <a:pt x="13" y="5"/>
                </a:lnTo>
                <a:lnTo>
                  <a:pt x="13" y="4"/>
                </a:lnTo>
                <a:lnTo>
                  <a:pt x="14" y="4"/>
                </a:lnTo>
                <a:lnTo>
                  <a:pt x="15" y="4"/>
                </a:lnTo>
                <a:lnTo>
                  <a:pt x="15" y="3"/>
                </a:lnTo>
                <a:lnTo>
                  <a:pt x="16" y="3"/>
                </a:lnTo>
                <a:lnTo>
                  <a:pt x="17" y="2"/>
                </a:lnTo>
                <a:lnTo>
                  <a:pt x="17" y="1"/>
                </a:lnTo>
                <a:lnTo>
                  <a:pt x="18" y="2"/>
                </a:lnTo>
                <a:lnTo>
                  <a:pt x="17" y="2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19" y="0"/>
                </a:lnTo>
                <a:lnTo>
                  <a:pt x="2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2" name=""/>
          <p:cNvSpPr/>
          <p:nvPr/>
        </p:nvSpPr>
        <p:spPr>
          <a:xfrm>
            <a:off x="2089080" y="43146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3" name=""/>
          <p:cNvSpPr/>
          <p:nvPr/>
        </p:nvSpPr>
        <p:spPr>
          <a:xfrm>
            <a:off x="2084400" y="431316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6" y="1"/>
                </a:move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2" y="4"/>
                </a:lnTo>
                <a:lnTo>
                  <a:pt x="1" y="4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5" y="0"/>
                </a:lnTo>
                <a:lnTo>
                  <a:pt x="5" y="1"/>
                </a:lnTo>
                <a:lnTo>
                  <a:pt x="6" y="0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4" name=""/>
          <p:cNvSpPr/>
          <p:nvPr/>
        </p:nvSpPr>
        <p:spPr>
          <a:xfrm>
            <a:off x="2090520" y="431172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2" y="2"/>
                </a:moveTo>
                <a:lnTo>
                  <a:pt x="2" y="3"/>
                </a:lnTo>
                <a:lnTo>
                  <a:pt x="4" y="3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5" name=""/>
          <p:cNvSpPr/>
          <p:nvPr/>
        </p:nvSpPr>
        <p:spPr>
          <a:xfrm>
            <a:off x="2089440" y="43120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2"/>
                </a:move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6" name=""/>
          <p:cNvSpPr/>
          <p:nvPr/>
        </p:nvSpPr>
        <p:spPr>
          <a:xfrm>
            <a:off x="2084040" y="43110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7" name=""/>
          <p:cNvSpPr/>
          <p:nvPr/>
        </p:nvSpPr>
        <p:spPr>
          <a:xfrm>
            <a:off x="2084760" y="4304520"/>
            <a:ext cx="16560" cy="11520"/>
          </a:xfrm>
          <a:custGeom>
            <a:avLst/>
            <a:gdLst/>
            <a:ahLst/>
            <a:rect l="0" t="0" r="r" b="b"/>
            <a:pathLst>
              <a:path w="46" h="32">
                <a:moveTo>
                  <a:pt x="24" y="0"/>
                </a:moveTo>
                <a:lnTo>
                  <a:pt x="25" y="1"/>
                </a:lnTo>
                <a:lnTo>
                  <a:pt x="26" y="1"/>
                </a:lnTo>
                <a:lnTo>
                  <a:pt x="27" y="1"/>
                </a:lnTo>
                <a:lnTo>
                  <a:pt x="28" y="1"/>
                </a:lnTo>
                <a:lnTo>
                  <a:pt x="29" y="1"/>
                </a:lnTo>
                <a:lnTo>
                  <a:pt x="29" y="2"/>
                </a:lnTo>
                <a:lnTo>
                  <a:pt x="28" y="2"/>
                </a:lnTo>
                <a:lnTo>
                  <a:pt x="27" y="3"/>
                </a:lnTo>
                <a:lnTo>
                  <a:pt x="27" y="4"/>
                </a:lnTo>
                <a:lnTo>
                  <a:pt x="28" y="4"/>
                </a:lnTo>
                <a:lnTo>
                  <a:pt x="30" y="3"/>
                </a:lnTo>
                <a:lnTo>
                  <a:pt x="30" y="2"/>
                </a:lnTo>
                <a:lnTo>
                  <a:pt x="30" y="1"/>
                </a:lnTo>
                <a:lnTo>
                  <a:pt x="31" y="1"/>
                </a:lnTo>
                <a:lnTo>
                  <a:pt x="32" y="1"/>
                </a:lnTo>
                <a:lnTo>
                  <a:pt x="32" y="2"/>
                </a:lnTo>
                <a:lnTo>
                  <a:pt x="33" y="3"/>
                </a:lnTo>
                <a:lnTo>
                  <a:pt x="32" y="3"/>
                </a:lnTo>
                <a:lnTo>
                  <a:pt x="32" y="4"/>
                </a:lnTo>
                <a:lnTo>
                  <a:pt x="33" y="4"/>
                </a:lnTo>
                <a:lnTo>
                  <a:pt x="33" y="3"/>
                </a:lnTo>
                <a:lnTo>
                  <a:pt x="34" y="3"/>
                </a:lnTo>
                <a:lnTo>
                  <a:pt x="34" y="4"/>
                </a:lnTo>
                <a:lnTo>
                  <a:pt x="34" y="5"/>
                </a:lnTo>
                <a:lnTo>
                  <a:pt x="33" y="5"/>
                </a:lnTo>
                <a:lnTo>
                  <a:pt x="34" y="5"/>
                </a:lnTo>
                <a:lnTo>
                  <a:pt x="35" y="6"/>
                </a:lnTo>
                <a:lnTo>
                  <a:pt x="36" y="6"/>
                </a:lnTo>
                <a:lnTo>
                  <a:pt x="38" y="6"/>
                </a:lnTo>
                <a:lnTo>
                  <a:pt x="39" y="6"/>
                </a:lnTo>
                <a:lnTo>
                  <a:pt x="40" y="5"/>
                </a:lnTo>
                <a:lnTo>
                  <a:pt x="40" y="6"/>
                </a:lnTo>
                <a:lnTo>
                  <a:pt x="39" y="6"/>
                </a:lnTo>
                <a:lnTo>
                  <a:pt x="38" y="7"/>
                </a:lnTo>
                <a:lnTo>
                  <a:pt x="38" y="8"/>
                </a:lnTo>
                <a:lnTo>
                  <a:pt x="36" y="8"/>
                </a:lnTo>
                <a:lnTo>
                  <a:pt x="35" y="9"/>
                </a:lnTo>
                <a:lnTo>
                  <a:pt x="33" y="10"/>
                </a:lnTo>
                <a:lnTo>
                  <a:pt x="32" y="10"/>
                </a:lnTo>
                <a:lnTo>
                  <a:pt x="32" y="11"/>
                </a:lnTo>
                <a:lnTo>
                  <a:pt x="31" y="11"/>
                </a:lnTo>
                <a:lnTo>
                  <a:pt x="30" y="10"/>
                </a:lnTo>
                <a:lnTo>
                  <a:pt x="29" y="9"/>
                </a:lnTo>
                <a:lnTo>
                  <a:pt x="28" y="9"/>
                </a:lnTo>
                <a:lnTo>
                  <a:pt x="27" y="10"/>
                </a:lnTo>
                <a:lnTo>
                  <a:pt x="26" y="11"/>
                </a:lnTo>
                <a:lnTo>
                  <a:pt x="25" y="11"/>
                </a:lnTo>
                <a:lnTo>
                  <a:pt x="25" y="12"/>
                </a:lnTo>
                <a:lnTo>
                  <a:pt x="25" y="13"/>
                </a:lnTo>
                <a:lnTo>
                  <a:pt x="26" y="13"/>
                </a:lnTo>
                <a:lnTo>
                  <a:pt x="27" y="13"/>
                </a:lnTo>
                <a:lnTo>
                  <a:pt x="27" y="14"/>
                </a:lnTo>
                <a:lnTo>
                  <a:pt x="28" y="14"/>
                </a:lnTo>
                <a:lnTo>
                  <a:pt x="28" y="15"/>
                </a:lnTo>
                <a:lnTo>
                  <a:pt x="28" y="16"/>
                </a:lnTo>
                <a:lnTo>
                  <a:pt x="29" y="16"/>
                </a:lnTo>
                <a:lnTo>
                  <a:pt x="29" y="15"/>
                </a:lnTo>
                <a:lnTo>
                  <a:pt x="29" y="14"/>
                </a:lnTo>
                <a:lnTo>
                  <a:pt x="30" y="13"/>
                </a:lnTo>
                <a:lnTo>
                  <a:pt x="31" y="13"/>
                </a:lnTo>
                <a:lnTo>
                  <a:pt x="32" y="13"/>
                </a:lnTo>
                <a:lnTo>
                  <a:pt x="33" y="13"/>
                </a:lnTo>
                <a:lnTo>
                  <a:pt x="33" y="14"/>
                </a:lnTo>
                <a:lnTo>
                  <a:pt x="33" y="15"/>
                </a:lnTo>
                <a:lnTo>
                  <a:pt x="34" y="14"/>
                </a:lnTo>
                <a:lnTo>
                  <a:pt x="34" y="13"/>
                </a:lnTo>
                <a:lnTo>
                  <a:pt x="34" y="12"/>
                </a:lnTo>
                <a:lnTo>
                  <a:pt x="34" y="11"/>
                </a:lnTo>
                <a:lnTo>
                  <a:pt x="35" y="11"/>
                </a:lnTo>
                <a:lnTo>
                  <a:pt x="36" y="11"/>
                </a:lnTo>
                <a:lnTo>
                  <a:pt x="36" y="10"/>
                </a:lnTo>
                <a:lnTo>
                  <a:pt x="36" y="9"/>
                </a:lnTo>
                <a:lnTo>
                  <a:pt x="38" y="9"/>
                </a:lnTo>
                <a:lnTo>
                  <a:pt x="38" y="8"/>
                </a:lnTo>
                <a:lnTo>
                  <a:pt x="39" y="8"/>
                </a:lnTo>
                <a:lnTo>
                  <a:pt x="39" y="9"/>
                </a:lnTo>
                <a:lnTo>
                  <a:pt x="39" y="10"/>
                </a:lnTo>
                <a:lnTo>
                  <a:pt x="40" y="10"/>
                </a:lnTo>
                <a:lnTo>
                  <a:pt x="40" y="9"/>
                </a:lnTo>
                <a:lnTo>
                  <a:pt x="41" y="9"/>
                </a:lnTo>
                <a:lnTo>
                  <a:pt x="41" y="10"/>
                </a:lnTo>
                <a:lnTo>
                  <a:pt x="40" y="10"/>
                </a:lnTo>
                <a:lnTo>
                  <a:pt x="40" y="11"/>
                </a:lnTo>
                <a:lnTo>
                  <a:pt x="40" y="12"/>
                </a:lnTo>
                <a:lnTo>
                  <a:pt x="40" y="13"/>
                </a:lnTo>
                <a:lnTo>
                  <a:pt x="40" y="12"/>
                </a:lnTo>
                <a:lnTo>
                  <a:pt x="40" y="13"/>
                </a:lnTo>
                <a:lnTo>
                  <a:pt x="40" y="14"/>
                </a:lnTo>
                <a:lnTo>
                  <a:pt x="40" y="13"/>
                </a:lnTo>
                <a:lnTo>
                  <a:pt x="41" y="13"/>
                </a:lnTo>
                <a:lnTo>
                  <a:pt x="41" y="14"/>
                </a:lnTo>
                <a:lnTo>
                  <a:pt x="42" y="14"/>
                </a:lnTo>
                <a:lnTo>
                  <a:pt x="41" y="14"/>
                </a:lnTo>
                <a:lnTo>
                  <a:pt x="41" y="11"/>
                </a:lnTo>
                <a:lnTo>
                  <a:pt x="42" y="11"/>
                </a:lnTo>
                <a:lnTo>
                  <a:pt x="42" y="10"/>
                </a:lnTo>
                <a:lnTo>
                  <a:pt x="43" y="11"/>
                </a:lnTo>
                <a:lnTo>
                  <a:pt x="43" y="12"/>
                </a:lnTo>
                <a:lnTo>
                  <a:pt x="43" y="13"/>
                </a:lnTo>
                <a:lnTo>
                  <a:pt x="44" y="13"/>
                </a:lnTo>
                <a:lnTo>
                  <a:pt x="45" y="13"/>
                </a:lnTo>
                <a:lnTo>
                  <a:pt x="46" y="13"/>
                </a:lnTo>
                <a:lnTo>
                  <a:pt x="45" y="14"/>
                </a:lnTo>
                <a:lnTo>
                  <a:pt x="46" y="15"/>
                </a:lnTo>
                <a:lnTo>
                  <a:pt x="45" y="15"/>
                </a:lnTo>
                <a:lnTo>
                  <a:pt x="45" y="14"/>
                </a:lnTo>
                <a:lnTo>
                  <a:pt x="44" y="14"/>
                </a:lnTo>
                <a:lnTo>
                  <a:pt x="44" y="15"/>
                </a:lnTo>
                <a:lnTo>
                  <a:pt x="43" y="16"/>
                </a:lnTo>
                <a:lnTo>
                  <a:pt x="43" y="17"/>
                </a:lnTo>
                <a:lnTo>
                  <a:pt x="44" y="18"/>
                </a:lnTo>
                <a:lnTo>
                  <a:pt x="45" y="18"/>
                </a:lnTo>
                <a:lnTo>
                  <a:pt x="45" y="20"/>
                </a:lnTo>
                <a:lnTo>
                  <a:pt x="44" y="20"/>
                </a:lnTo>
                <a:lnTo>
                  <a:pt x="44" y="19"/>
                </a:lnTo>
                <a:lnTo>
                  <a:pt x="43" y="19"/>
                </a:lnTo>
                <a:lnTo>
                  <a:pt x="43" y="20"/>
                </a:lnTo>
                <a:lnTo>
                  <a:pt x="44" y="20"/>
                </a:lnTo>
                <a:lnTo>
                  <a:pt x="43" y="21"/>
                </a:lnTo>
                <a:lnTo>
                  <a:pt x="42" y="21"/>
                </a:lnTo>
                <a:lnTo>
                  <a:pt x="42" y="22"/>
                </a:lnTo>
                <a:lnTo>
                  <a:pt x="42" y="23"/>
                </a:lnTo>
                <a:lnTo>
                  <a:pt x="41" y="23"/>
                </a:lnTo>
                <a:lnTo>
                  <a:pt x="41" y="21"/>
                </a:lnTo>
                <a:lnTo>
                  <a:pt x="41" y="22"/>
                </a:lnTo>
                <a:lnTo>
                  <a:pt x="40" y="22"/>
                </a:lnTo>
                <a:lnTo>
                  <a:pt x="40" y="21"/>
                </a:lnTo>
                <a:lnTo>
                  <a:pt x="39" y="21"/>
                </a:lnTo>
                <a:lnTo>
                  <a:pt x="39" y="20"/>
                </a:lnTo>
                <a:lnTo>
                  <a:pt x="40" y="20"/>
                </a:lnTo>
                <a:lnTo>
                  <a:pt x="40" y="19"/>
                </a:lnTo>
                <a:lnTo>
                  <a:pt x="39" y="19"/>
                </a:lnTo>
                <a:lnTo>
                  <a:pt x="38" y="18"/>
                </a:lnTo>
                <a:lnTo>
                  <a:pt x="36" y="18"/>
                </a:lnTo>
                <a:lnTo>
                  <a:pt x="35" y="18"/>
                </a:lnTo>
                <a:lnTo>
                  <a:pt x="35" y="17"/>
                </a:lnTo>
                <a:lnTo>
                  <a:pt x="34" y="17"/>
                </a:lnTo>
                <a:lnTo>
                  <a:pt x="33" y="18"/>
                </a:lnTo>
                <a:lnTo>
                  <a:pt x="33" y="19"/>
                </a:lnTo>
                <a:lnTo>
                  <a:pt x="33" y="20"/>
                </a:lnTo>
                <a:lnTo>
                  <a:pt x="33" y="21"/>
                </a:lnTo>
                <a:lnTo>
                  <a:pt x="34" y="21"/>
                </a:lnTo>
                <a:lnTo>
                  <a:pt x="33" y="22"/>
                </a:lnTo>
                <a:lnTo>
                  <a:pt x="33" y="21"/>
                </a:lnTo>
                <a:lnTo>
                  <a:pt x="33" y="20"/>
                </a:lnTo>
                <a:lnTo>
                  <a:pt x="32" y="20"/>
                </a:lnTo>
                <a:lnTo>
                  <a:pt x="32" y="21"/>
                </a:lnTo>
                <a:lnTo>
                  <a:pt x="31" y="21"/>
                </a:lnTo>
                <a:lnTo>
                  <a:pt x="32" y="21"/>
                </a:lnTo>
                <a:lnTo>
                  <a:pt x="33" y="22"/>
                </a:lnTo>
                <a:lnTo>
                  <a:pt x="33" y="23"/>
                </a:lnTo>
                <a:lnTo>
                  <a:pt x="33" y="25"/>
                </a:lnTo>
                <a:lnTo>
                  <a:pt x="34" y="25"/>
                </a:lnTo>
                <a:lnTo>
                  <a:pt x="35" y="26"/>
                </a:lnTo>
                <a:lnTo>
                  <a:pt x="36" y="26"/>
                </a:lnTo>
                <a:lnTo>
                  <a:pt x="36" y="27"/>
                </a:lnTo>
                <a:lnTo>
                  <a:pt x="38" y="27"/>
                </a:lnTo>
                <a:lnTo>
                  <a:pt x="36" y="27"/>
                </a:lnTo>
                <a:lnTo>
                  <a:pt x="36" y="29"/>
                </a:lnTo>
                <a:lnTo>
                  <a:pt x="35" y="29"/>
                </a:lnTo>
                <a:lnTo>
                  <a:pt x="34" y="29"/>
                </a:lnTo>
                <a:lnTo>
                  <a:pt x="34" y="30"/>
                </a:lnTo>
                <a:lnTo>
                  <a:pt x="35" y="30"/>
                </a:lnTo>
                <a:lnTo>
                  <a:pt x="36" y="30"/>
                </a:lnTo>
                <a:lnTo>
                  <a:pt x="36" y="31"/>
                </a:lnTo>
                <a:lnTo>
                  <a:pt x="36" y="32"/>
                </a:lnTo>
                <a:lnTo>
                  <a:pt x="35" y="32"/>
                </a:lnTo>
                <a:lnTo>
                  <a:pt x="35" y="31"/>
                </a:lnTo>
                <a:lnTo>
                  <a:pt x="34" y="31"/>
                </a:lnTo>
                <a:lnTo>
                  <a:pt x="34" y="32"/>
                </a:lnTo>
                <a:lnTo>
                  <a:pt x="33" y="32"/>
                </a:lnTo>
                <a:lnTo>
                  <a:pt x="33" y="31"/>
                </a:lnTo>
                <a:lnTo>
                  <a:pt x="32" y="30"/>
                </a:lnTo>
                <a:lnTo>
                  <a:pt x="33" y="30"/>
                </a:lnTo>
                <a:lnTo>
                  <a:pt x="33" y="29"/>
                </a:lnTo>
                <a:lnTo>
                  <a:pt x="32" y="27"/>
                </a:lnTo>
                <a:lnTo>
                  <a:pt x="30" y="29"/>
                </a:lnTo>
                <a:lnTo>
                  <a:pt x="29" y="27"/>
                </a:lnTo>
                <a:lnTo>
                  <a:pt x="29" y="26"/>
                </a:lnTo>
                <a:lnTo>
                  <a:pt x="28" y="26"/>
                </a:lnTo>
                <a:lnTo>
                  <a:pt x="26" y="25"/>
                </a:lnTo>
                <a:lnTo>
                  <a:pt x="26" y="26"/>
                </a:lnTo>
                <a:lnTo>
                  <a:pt x="26" y="27"/>
                </a:lnTo>
                <a:lnTo>
                  <a:pt x="25" y="27"/>
                </a:lnTo>
                <a:lnTo>
                  <a:pt x="25" y="29"/>
                </a:lnTo>
                <a:lnTo>
                  <a:pt x="24" y="29"/>
                </a:lnTo>
                <a:lnTo>
                  <a:pt x="23" y="27"/>
                </a:lnTo>
                <a:lnTo>
                  <a:pt x="22" y="27"/>
                </a:lnTo>
                <a:lnTo>
                  <a:pt x="23" y="26"/>
                </a:lnTo>
                <a:lnTo>
                  <a:pt x="23" y="25"/>
                </a:lnTo>
                <a:lnTo>
                  <a:pt x="22" y="25"/>
                </a:lnTo>
                <a:lnTo>
                  <a:pt x="21" y="25"/>
                </a:lnTo>
                <a:lnTo>
                  <a:pt x="20" y="25"/>
                </a:lnTo>
                <a:lnTo>
                  <a:pt x="20" y="24"/>
                </a:lnTo>
                <a:lnTo>
                  <a:pt x="20" y="23"/>
                </a:lnTo>
                <a:lnTo>
                  <a:pt x="19" y="22"/>
                </a:lnTo>
                <a:lnTo>
                  <a:pt x="19" y="21"/>
                </a:lnTo>
                <a:lnTo>
                  <a:pt x="19" y="20"/>
                </a:lnTo>
                <a:lnTo>
                  <a:pt x="18" y="20"/>
                </a:lnTo>
                <a:lnTo>
                  <a:pt x="17" y="20"/>
                </a:lnTo>
                <a:lnTo>
                  <a:pt x="16" y="20"/>
                </a:lnTo>
                <a:lnTo>
                  <a:pt x="15" y="20"/>
                </a:lnTo>
                <a:lnTo>
                  <a:pt x="14" y="20"/>
                </a:lnTo>
                <a:lnTo>
                  <a:pt x="13" y="20"/>
                </a:lnTo>
                <a:lnTo>
                  <a:pt x="13" y="21"/>
                </a:lnTo>
                <a:lnTo>
                  <a:pt x="12" y="21"/>
                </a:lnTo>
                <a:lnTo>
                  <a:pt x="11" y="21"/>
                </a:lnTo>
                <a:lnTo>
                  <a:pt x="10" y="21"/>
                </a:lnTo>
                <a:lnTo>
                  <a:pt x="10" y="20"/>
                </a:lnTo>
                <a:lnTo>
                  <a:pt x="9" y="20"/>
                </a:lnTo>
                <a:lnTo>
                  <a:pt x="9" y="21"/>
                </a:lnTo>
                <a:lnTo>
                  <a:pt x="8" y="21"/>
                </a:lnTo>
                <a:lnTo>
                  <a:pt x="8" y="20"/>
                </a:lnTo>
                <a:lnTo>
                  <a:pt x="7" y="19"/>
                </a:lnTo>
                <a:lnTo>
                  <a:pt x="6" y="18"/>
                </a:lnTo>
                <a:lnTo>
                  <a:pt x="6" y="19"/>
                </a:lnTo>
                <a:lnTo>
                  <a:pt x="6" y="20"/>
                </a:lnTo>
                <a:lnTo>
                  <a:pt x="5" y="19"/>
                </a:lnTo>
                <a:lnTo>
                  <a:pt x="4" y="20"/>
                </a:lnTo>
                <a:lnTo>
                  <a:pt x="4" y="21"/>
                </a:lnTo>
                <a:lnTo>
                  <a:pt x="3" y="21"/>
                </a:lnTo>
                <a:lnTo>
                  <a:pt x="2" y="20"/>
                </a:lnTo>
                <a:lnTo>
                  <a:pt x="1" y="20"/>
                </a:lnTo>
                <a:lnTo>
                  <a:pt x="1" y="19"/>
                </a:lnTo>
                <a:lnTo>
                  <a:pt x="1" y="18"/>
                </a:lnTo>
                <a:lnTo>
                  <a:pt x="1" y="17"/>
                </a:lnTo>
                <a:lnTo>
                  <a:pt x="1" y="16"/>
                </a:lnTo>
                <a:lnTo>
                  <a:pt x="0" y="16"/>
                </a:lnTo>
                <a:lnTo>
                  <a:pt x="1" y="15"/>
                </a:lnTo>
                <a:lnTo>
                  <a:pt x="1" y="14"/>
                </a:lnTo>
                <a:lnTo>
                  <a:pt x="2" y="14"/>
                </a:lnTo>
                <a:lnTo>
                  <a:pt x="3" y="14"/>
                </a:lnTo>
                <a:lnTo>
                  <a:pt x="4" y="14"/>
                </a:lnTo>
                <a:lnTo>
                  <a:pt x="4" y="13"/>
                </a:lnTo>
                <a:lnTo>
                  <a:pt x="4" y="12"/>
                </a:lnTo>
                <a:lnTo>
                  <a:pt x="5" y="12"/>
                </a:lnTo>
                <a:lnTo>
                  <a:pt x="6" y="11"/>
                </a:lnTo>
                <a:lnTo>
                  <a:pt x="7" y="11"/>
                </a:lnTo>
                <a:lnTo>
                  <a:pt x="7" y="10"/>
                </a:lnTo>
                <a:lnTo>
                  <a:pt x="7" y="9"/>
                </a:lnTo>
                <a:lnTo>
                  <a:pt x="8" y="9"/>
                </a:lnTo>
                <a:lnTo>
                  <a:pt x="8" y="8"/>
                </a:lnTo>
                <a:lnTo>
                  <a:pt x="8" y="7"/>
                </a:lnTo>
                <a:lnTo>
                  <a:pt x="9" y="8"/>
                </a:lnTo>
                <a:lnTo>
                  <a:pt x="9" y="7"/>
                </a:lnTo>
                <a:lnTo>
                  <a:pt x="9" y="8"/>
                </a:lnTo>
                <a:lnTo>
                  <a:pt x="10" y="8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1" y="9"/>
                </a:lnTo>
                <a:lnTo>
                  <a:pt x="11" y="8"/>
                </a:lnTo>
                <a:lnTo>
                  <a:pt x="12" y="8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lnTo>
                  <a:pt x="13" y="6"/>
                </a:lnTo>
                <a:lnTo>
                  <a:pt x="14" y="6"/>
                </a:lnTo>
                <a:lnTo>
                  <a:pt x="14" y="5"/>
                </a:lnTo>
                <a:lnTo>
                  <a:pt x="15" y="5"/>
                </a:lnTo>
                <a:lnTo>
                  <a:pt x="16" y="5"/>
                </a:lnTo>
                <a:lnTo>
                  <a:pt x="16" y="4"/>
                </a:lnTo>
                <a:lnTo>
                  <a:pt x="16" y="3"/>
                </a:lnTo>
                <a:lnTo>
                  <a:pt x="17" y="3"/>
                </a:lnTo>
                <a:lnTo>
                  <a:pt x="18" y="3"/>
                </a:lnTo>
                <a:lnTo>
                  <a:pt x="19" y="3"/>
                </a:lnTo>
                <a:lnTo>
                  <a:pt x="20" y="2"/>
                </a:lnTo>
                <a:lnTo>
                  <a:pt x="21" y="2"/>
                </a:lnTo>
                <a:lnTo>
                  <a:pt x="22" y="2"/>
                </a:lnTo>
                <a:lnTo>
                  <a:pt x="22" y="1"/>
                </a:lnTo>
                <a:lnTo>
                  <a:pt x="23" y="1"/>
                </a:lnTo>
                <a:lnTo>
                  <a:pt x="23" y="0"/>
                </a:lnTo>
                <a:lnTo>
                  <a:pt x="2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8" name=""/>
          <p:cNvSpPr/>
          <p:nvPr/>
        </p:nvSpPr>
        <p:spPr>
          <a:xfrm>
            <a:off x="2095920" y="431856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3" y="0"/>
                </a:move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2" y="5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9" name=""/>
          <p:cNvSpPr/>
          <p:nvPr/>
        </p:nvSpPr>
        <p:spPr>
          <a:xfrm>
            <a:off x="2097000" y="4318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0" name=""/>
          <p:cNvSpPr/>
          <p:nvPr/>
        </p:nvSpPr>
        <p:spPr>
          <a:xfrm>
            <a:off x="2097000" y="431568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3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1" name=""/>
          <p:cNvSpPr/>
          <p:nvPr/>
        </p:nvSpPr>
        <p:spPr>
          <a:xfrm>
            <a:off x="2099520" y="4313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2" name=""/>
          <p:cNvSpPr/>
          <p:nvPr/>
        </p:nvSpPr>
        <p:spPr>
          <a:xfrm>
            <a:off x="2099160" y="43131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3" name=""/>
          <p:cNvSpPr/>
          <p:nvPr/>
        </p:nvSpPr>
        <p:spPr>
          <a:xfrm>
            <a:off x="2097360" y="4313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4" name=""/>
          <p:cNvSpPr/>
          <p:nvPr/>
        </p:nvSpPr>
        <p:spPr>
          <a:xfrm>
            <a:off x="2098080" y="43128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5" name=""/>
          <p:cNvSpPr/>
          <p:nvPr/>
        </p:nvSpPr>
        <p:spPr>
          <a:xfrm>
            <a:off x="2099520" y="4312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6" name=""/>
          <p:cNvSpPr/>
          <p:nvPr/>
        </p:nvSpPr>
        <p:spPr>
          <a:xfrm>
            <a:off x="2097720" y="431136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3"/>
                </a:lnTo>
                <a:lnTo>
                  <a:pt x="3" y="3"/>
                </a:lnTo>
                <a:lnTo>
                  <a:pt x="3" y="4"/>
                </a:lnTo>
                <a:lnTo>
                  <a:pt x="3" y="5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7" name=""/>
          <p:cNvSpPr/>
          <p:nvPr/>
        </p:nvSpPr>
        <p:spPr>
          <a:xfrm>
            <a:off x="2097000" y="43113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0"/>
                </a:moveTo>
                <a:lnTo>
                  <a:pt x="1" y="1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8" name=""/>
          <p:cNvSpPr/>
          <p:nvPr/>
        </p:nvSpPr>
        <p:spPr>
          <a:xfrm>
            <a:off x="2098080" y="4311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9" name=""/>
          <p:cNvSpPr/>
          <p:nvPr/>
        </p:nvSpPr>
        <p:spPr>
          <a:xfrm>
            <a:off x="2099160" y="43074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1"/>
                </a:move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0" name=""/>
          <p:cNvSpPr/>
          <p:nvPr/>
        </p:nvSpPr>
        <p:spPr>
          <a:xfrm>
            <a:off x="2099520" y="43066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1" name=""/>
          <p:cNvSpPr/>
          <p:nvPr/>
        </p:nvSpPr>
        <p:spPr>
          <a:xfrm>
            <a:off x="2097360" y="430596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3" y="1"/>
                </a:moveTo>
                <a:lnTo>
                  <a:pt x="2" y="3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2" name=""/>
          <p:cNvSpPr/>
          <p:nvPr/>
        </p:nvSpPr>
        <p:spPr>
          <a:xfrm>
            <a:off x="2097720" y="43052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3" name=""/>
          <p:cNvSpPr/>
          <p:nvPr/>
        </p:nvSpPr>
        <p:spPr>
          <a:xfrm>
            <a:off x="2097000" y="43048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3" y="0"/>
                </a:move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1" y="0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4" name=""/>
          <p:cNvSpPr/>
          <p:nvPr/>
        </p:nvSpPr>
        <p:spPr>
          <a:xfrm>
            <a:off x="2101680" y="430488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5" name=""/>
          <p:cNvSpPr/>
          <p:nvPr/>
        </p:nvSpPr>
        <p:spPr>
          <a:xfrm>
            <a:off x="2072880" y="431928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4" y="0"/>
                </a:moveTo>
                <a:lnTo>
                  <a:pt x="6" y="2"/>
                </a:lnTo>
                <a:lnTo>
                  <a:pt x="6" y="3"/>
                </a:lnTo>
                <a:lnTo>
                  <a:pt x="6" y="2"/>
                </a:lnTo>
                <a:lnTo>
                  <a:pt x="6" y="1"/>
                </a:lnTo>
                <a:lnTo>
                  <a:pt x="4" y="1"/>
                </a:lnTo>
                <a:lnTo>
                  <a:pt x="3" y="2"/>
                </a:lnTo>
                <a:lnTo>
                  <a:pt x="4" y="3"/>
                </a:lnTo>
                <a:lnTo>
                  <a:pt x="6" y="3"/>
                </a:lnTo>
                <a:lnTo>
                  <a:pt x="4" y="4"/>
                </a:lnTo>
                <a:lnTo>
                  <a:pt x="3" y="4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1" y="4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6" name=""/>
          <p:cNvSpPr/>
          <p:nvPr/>
        </p:nvSpPr>
        <p:spPr>
          <a:xfrm>
            <a:off x="2073600" y="4317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7" name=""/>
          <p:cNvSpPr/>
          <p:nvPr/>
        </p:nvSpPr>
        <p:spPr>
          <a:xfrm>
            <a:off x="2072520" y="431712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4" y="6"/>
                </a:moveTo>
                <a:lnTo>
                  <a:pt x="4" y="4"/>
                </a:lnTo>
                <a:lnTo>
                  <a:pt x="3" y="4"/>
                </a:lnTo>
                <a:lnTo>
                  <a:pt x="3" y="6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4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8" name=""/>
          <p:cNvSpPr/>
          <p:nvPr/>
        </p:nvSpPr>
        <p:spPr>
          <a:xfrm>
            <a:off x="2073960" y="43174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9" name=""/>
          <p:cNvSpPr/>
          <p:nvPr/>
        </p:nvSpPr>
        <p:spPr>
          <a:xfrm>
            <a:off x="2421360" y="36637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90" name=""/>
          <p:cNvSpPr/>
          <p:nvPr/>
        </p:nvSpPr>
        <p:spPr>
          <a:xfrm>
            <a:off x="2421720" y="36637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1" name=""/>
          <p:cNvSpPr/>
          <p:nvPr/>
        </p:nvSpPr>
        <p:spPr>
          <a:xfrm>
            <a:off x="2421720" y="36637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2" name=""/>
          <p:cNvSpPr/>
          <p:nvPr/>
        </p:nvSpPr>
        <p:spPr>
          <a:xfrm>
            <a:off x="2421720" y="36637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93" name=""/>
          <p:cNvSpPr/>
          <p:nvPr/>
        </p:nvSpPr>
        <p:spPr>
          <a:xfrm>
            <a:off x="2427840" y="36576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4" name=""/>
          <p:cNvSpPr/>
          <p:nvPr/>
        </p:nvSpPr>
        <p:spPr>
          <a:xfrm>
            <a:off x="2427840" y="3656520"/>
            <a:ext cx="360" cy="1080"/>
          </a:xfrm>
          <a:custGeom>
            <a:avLst/>
            <a:gdLst/>
            <a:ahLst/>
            <a:rect l="0" t="0" r="r" b="b"/>
            <a:pathLst>
              <a:path w="1" h="3">
                <a:moveTo>
                  <a:pt x="0" y="3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95" name=""/>
          <p:cNvSpPr/>
          <p:nvPr/>
        </p:nvSpPr>
        <p:spPr>
          <a:xfrm>
            <a:off x="2432880" y="365148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96" name=""/>
          <p:cNvSpPr/>
          <p:nvPr/>
        </p:nvSpPr>
        <p:spPr>
          <a:xfrm>
            <a:off x="2432880" y="36511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97" name=""/>
          <p:cNvSpPr/>
          <p:nvPr/>
        </p:nvSpPr>
        <p:spPr>
          <a:xfrm>
            <a:off x="2433600" y="36511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8" name=""/>
          <p:cNvSpPr/>
          <p:nvPr/>
        </p:nvSpPr>
        <p:spPr>
          <a:xfrm>
            <a:off x="2417400" y="3628800"/>
            <a:ext cx="60840" cy="41040"/>
          </a:xfrm>
          <a:custGeom>
            <a:avLst/>
            <a:gdLst/>
            <a:ahLst/>
            <a:rect l="0" t="0" r="r" b="b"/>
            <a:pathLst>
              <a:path w="169" h="114">
                <a:moveTo>
                  <a:pt x="11" y="98"/>
                </a:moveTo>
                <a:lnTo>
                  <a:pt x="11" y="99"/>
                </a:lnTo>
                <a:lnTo>
                  <a:pt x="11" y="100"/>
                </a:lnTo>
                <a:lnTo>
                  <a:pt x="12" y="100"/>
                </a:lnTo>
                <a:lnTo>
                  <a:pt x="11" y="101"/>
                </a:lnTo>
                <a:lnTo>
                  <a:pt x="11" y="102"/>
                </a:lnTo>
                <a:lnTo>
                  <a:pt x="11" y="101"/>
                </a:lnTo>
                <a:lnTo>
                  <a:pt x="12" y="101"/>
                </a:lnTo>
                <a:lnTo>
                  <a:pt x="13" y="101"/>
                </a:lnTo>
                <a:lnTo>
                  <a:pt x="13" y="100"/>
                </a:lnTo>
                <a:lnTo>
                  <a:pt x="14" y="100"/>
                </a:lnTo>
                <a:lnTo>
                  <a:pt x="15" y="99"/>
                </a:lnTo>
                <a:lnTo>
                  <a:pt x="16" y="99"/>
                </a:lnTo>
                <a:lnTo>
                  <a:pt x="16" y="98"/>
                </a:lnTo>
                <a:lnTo>
                  <a:pt x="17" y="97"/>
                </a:lnTo>
                <a:lnTo>
                  <a:pt x="16" y="97"/>
                </a:lnTo>
                <a:lnTo>
                  <a:pt x="17" y="96"/>
                </a:lnTo>
                <a:lnTo>
                  <a:pt x="16" y="96"/>
                </a:lnTo>
                <a:lnTo>
                  <a:pt x="17" y="96"/>
                </a:lnTo>
                <a:lnTo>
                  <a:pt x="17" y="97"/>
                </a:lnTo>
                <a:lnTo>
                  <a:pt x="17" y="96"/>
                </a:lnTo>
                <a:lnTo>
                  <a:pt x="18" y="95"/>
                </a:lnTo>
                <a:lnTo>
                  <a:pt x="18" y="94"/>
                </a:lnTo>
                <a:lnTo>
                  <a:pt x="18" y="93"/>
                </a:lnTo>
                <a:lnTo>
                  <a:pt x="19" y="93"/>
                </a:lnTo>
                <a:lnTo>
                  <a:pt x="19" y="92"/>
                </a:lnTo>
                <a:lnTo>
                  <a:pt x="18" y="92"/>
                </a:lnTo>
                <a:lnTo>
                  <a:pt x="18" y="91"/>
                </a:lnTo>
                <a:lnTo>
                  <a:pt x="17" y="90"/>
                </a:lnTo>
                <a:lnTo>
                  <a:pt x="16" y="90"/>
                </a:lnTo>
                <a:lnTo>
                  <a:pt x="15" y="89"/>
                </a:lnTo>
                <a:lnTo>
                  <a:pt x="15" y="88"/>
                </a:lnTo>
                <a:lnTo>
                  <a:pt x="16" y="88"/>
                </a:lnTo>
                <a:lnTo>
                  <a:pt x="16" y="87"/>
                </a:lnTo>
                <a:lnTo>
                  <a:pt x="16" y="86"/>
                </a:lnTo>
                <a:lnTo>
                  <a:pt x="17" y="86"/>
                </a:lnTo>
                <a:lnTo>
                  <a:pt x="17" y="85"/>
                </a:lnTo>
                <a:lnTo>
                  <a:pt x="18" y="85"/>
                </a:lnTo>
                <a:lnTo>
                  <a:pt x="18" y="84"/>
                </a:lnTo>
                <a:lnTo>
                  <a:pt x="19" y="84"/>
                </a:lnTo>
                <a:lnTo>
                  <a:pt x="19" y="83"/>
                </a:lnTo>
                <a:lnTo>
                  <a:pt x="20" y="83"/>
                </a:lnTo>
                <a:lnTo>
                  <a:pt x="20" y="82"/>
                </a:lnTo>
                <a:lnTo>
                  <a:pt x="21" y="82"/>
                </a:lnTo>
                <a:lnTo>
                  <a:pt x="21" y="81"/>
                </a:lnTo>
                <a:lnTo>
                  <a:pt x="22" y="81"/>
                </a:lnTo>
                <a:lnTo>
                  <a:pt x="22" y="80"/>
                </a:lnTo>
                <a:lnTo>
                  <a:pt x="23" y="80"/>
                </a:lnTo>
                <a:lnTo>
                  <a:pt x="24" y="80"/>
                </a:lnTo>
                <a:lnTo>
                  <a:pt x="24" y="79"/>
                </a:lnTo>
                <a:lnTo>
                  <a:pt x="25" y="79"/>
                </a:lnTo>
                <a:lnTo>
                  <a:pt x="25" y="78"/>
                </a:lnTo>
                <a:lnTo>
                  <a:pt x="25" y="77"/>
                </a:lnTo>
                <a:lnTo>
                  <a:pt x="26" y="77"/>
                </a:lnTo>
                <a:lnTo>
                  <a:pt x="26" y="76"/>
                </a:lnTo>
                <a:lnTo>
                  <a:pt x="27" y="76"/>
                </a:lnTo>
                <a:lnTo>
                  <a:pt x="28" y="76"/>
                </a:lnTo>
                <a:lnTo>
                  <a:pt x="29" y="76"/>
                </a:lnTo>
                <a:lnTo>
                  <a:pt x="28" y="76"/>
                </a:lnTo>
                <a:lnTo>
                  <a:pt x="28" y="77"/>
                </a:lnTo>
                <a:lnTo>
                  <a:pt x="29" y="77"/>
                </a:lnTo>
                <a:lnTo>
                  <a:pt x="29" y="76"/>
                </a:lnTo>
                <a:lnTo>
                  <a:pt x="29" y="75"/>
                </a:lnTo>
                <a:lnTo>
                  <a:pt x="30" y="75"/>
                </a:lnTo>
                <a:lnTo>
                  <a:pt x="30" y="74"/>
                </a:lnTo>
                <a:lnTo>
                  <a:pt x="31" y="74"/>
                </a:lnTo>
                <a:lnTo>
                  <a:pt x="31" y="73"/>
                </a:lnTo>
                <a:lnTo>
                  <a:pt x="32" y="73"/>
                </a:lnTo>
                <a:lnTo>
                  <a:pt x="32" y="72"/>
                </a:lnTo>
                <a:lnTo>
                  <a:pt x="33" y="72"/>
                </a:lnTo>
                <a:lnTo>
                  <a:pt x="34" y="72"/>
                </a:lnTo>
                <a:lnTo>
                  <a:pt x="35" y="72"/>
                </a:lnTo>
                <a:lnTo>
                  <a:pt x="35" y="71"/>
                </a:lnTo>
                <a:lnTo>
                  <a:pt x="34" y="71"/>
                </a:lnTo>
                <a:lnTo>
                  <a:pt x="35" y="71"/>
                </a:lnTo>
                <a:lnTo>
                  <a:pt x="34" y="70"/>
                </a:lnTo>
                <a:lnTo>
                  <a:pt x="35" y="70"/>
                </a:lnTo>
                <a:lnTo>
                  <a:pt x="35" y="69"/>
                </a:lnTo>
                <a:lnTo>
                  <a:pt x="36" y="69"/>
                </a:lnTo>
                <a:lnTo>
                  <a:pt x="37" y="68"/>
                </a:lnTo>
                <a:lnTo>
                  <a:pt x="38" y="68"/>
                </a:lnTo>
                <a:lnTo>
                  <a:pt x="38" y="67"/>
                </a:lnTo>
                <a:lnTo>
                  <a:pt x="39" y="67"/>
                </a:lnTo>
                <a:lnTo>
                  <a:pt x="39" y="66"/>
                </a:lnTo>
                <a:lnTo>
                  <a:pt x="40" y="66"/>
                </a:lnTo>
                <a:lnTo>
                  <a:pt x="40" y="65"/>
                </a:lnTo>
                <a:lnTo>
                  <a:pt x="41" y="65"/>
                </a:lnTo>
                <a:lnTo>
                  <a:pt x="42" y="65"/>
                </a:lnTo>
                <a:lnTo>
                  <a:pt x="42" y="64"/>
                </a:lnTo>
                <a:lnTo>
                  <a:pt x="43" y="64"/>
                </a:lnTo>
                <a:lnTo>
                  <a:pt x="42" y="64"/>
                </a:lnTo>
                <a:lnTo>
                  <a:pt x="42" y="65"/>
                </a:lnTo>
                <a:lnTo>
                  <a:pt x="43" y="65"/>
                </a:lnTo>
                <a:lnTo>
                  <a:pt x="43" y="64"/>
                </a:lnTo>
                <a:lnTo>
                  <a:pt x="44" y="64"/>
                </a:lnTo>
                <a:lnTo>
                  <a:pt x="45" y="64"/>
                </a:lnTo>
                <a:lnTo>
                  <a:pt x="46" y="64"/>
                </a:lnTo>
                <a:lnTo>
                  <a:pt x="46" y="63"/>
                </a:lnTo>
                <a:lnTo>
                  <a:pt x="47" y="63"/>
                </a:lnTo>
                <a:lnTo>
                  <a:pt x="48" y="63"/>
                </a:lnTo>
                <a:lnTo>
                  <a:pt x="48" y="62"/>
                </a:lnTo>
                <a:lnTo>
                  <a:pt x="50" y="62"/>
                </a:lnTo>
                <a:lnTo>
                  <a:pt x="48" y="62"/>
                </a:lnTo>
                <a:lnTo>
                  <a:pt x="48" y="63"/>
                </a:lnTo>
                <a:lnTo>
                  <a:pt x="48" y="62"/>
                </a:lnTo>
                <a:lnTo>
                  <a:pt x="50" y="62"/>
                </a:lnTo>
                <a:lnTo>
                  <a:pt x="50" y="61"/>
                </a:lnTo>
                <a:lnTo>
                  <a:pt x="50" y="62"/>
                </a:lnTo>
                <a:lnTo>
                  <a:pt x="51" y="62"/>
                </a:lnTo>
                <a:lnTo>
                  <a:pt x="50" y="62"/>
                </a:lnTo>
                <a:lnTo>
                  <a:pt x="51" y="62"/>
                </a:lnTo>
                <a:lnTo>
                  <a:pt x="51" y="61"/>
                </a:lnTo>
                <a:lnTo>
                  <a:pt x="51" y="62"/>
                </a:lnTo>
                <a:lnTo>
                  <a:pt x="51" y="61"/>
                </a:lnTo>
                <a:lnTo>
                  <a:pt x="52" y="61"/>
                </a:lnTo>
                <a:lnTo>
                  <a:pt x="52" y="60"/>
                </a:lnTo>
                <a:lnTo>
                  <a:pt x="52" y="58"/>
                </a:lnTo>
                <a:lnTo>
                  <a:pt x="52" y="57"/>
                </a:lnTo>
                <a:lnTo>
                  <a:pt x="53" y="57"/>
                </a:lnTo>
                <a:lnTo>
                  <a:pt x="53" y="55"/>
                </a:lnTo>
                <a:lnTo>
                  <a:pt x="54" y="55"/>
                </a:lnTo>
                <a:lnTo>
                  <a:pt x="54" y="54"/>
                </a:lnTo>
                <a:lnTo>
                  <a:pt x="55" y="54"/>
                </a:lnTo>
                <a:lnTo>
                  <a:pt x="55" y="53"/>
                </a:lnTo>
                <a:lnTo>
                  <a:pt x="56" y="53"/>
                </a:lnTo>
                <a:lnTo>
                  <a:pt x="57" y="53"/>
                </a:lnTo>
                <a:lnTo>
                  <a:pt x="57" y="52"/>
                </a:lnTo>
                <a:lnTo>
                  <a:pt x="58" y="52"/>
                </a:lnTo>
                <a:lnTo>
                  <a:pt x="59" y="52"/>
                </a:lnTo>
                <a:lnTo>
                  <a:pt x="59" y="51"/>
                </a:lnTo>
                <a:lnTo>
                  <a:pt x="60" y="51"/>
                </a:lnTo>
                <a:lnTo>
                  <a:pt x="61" y="51"/>
                </a:lnTo>
                <a:lnTo>
                  <a:pt x="61" y="50"/>
                </a:lnTo>
                <a:lnTo>
                  <a:pt x="62" y="50"/>
                </a:lnTo>
                <a:lnTo>
                  <a:pt x="62" y="49"/>
                </a:lnTo>
                <a:lnTo>
                  <a:pt x="63" y="49"/>
                </a:lnTo>
                <a:lnTo>
                  <a:pt x="64" y="48"/>
                </a:lnTo>
                <a:lnTo>
                  <a:pt x="65" y="47"/>
                </a:lnTo>
                <a:lnTo>
                  <a:pt x="66" y="46"/>
                </a:lnTo>
                <a:lnTo>
                  <a:pt x="67" y="45"/>
                </a:lnTo>
                <a:lnTo>
                  <a:pt x="67" y="44"/>
                </a:lnTo>
                <a:lnTo>
                  <a:pt x="68" y="44"/>
                </a:lnTo>
                <a:lnTo>
                  <a:pt x="69" y="44"/>
                </a:lnTo>
                <a:lnTo>
                  <a:pt x="69" y="45"/>
                </a:lnTo>
                <a:lnTo>
                  <a:pt x="68" y="46"/>
                </a:lnTo>
                <a:lnTo>
                  <a:pt x="69" y="46"/>
                </a:lnTo>
                <a:lnTo>
                  <a:pt x="69" y="47"/>
                </a:lnTo>
                <a:lnTo>
                  <a:pt x="70" y="47"/>
                </a:lnTo>
                <a:lnTo>
                  <a:pt x="71" y="47"/>
                </a:lnTo>
                <a:lnTo>
                  <a:pt x="72" y="47"/>
                </a:lnTo>
                <a:lnTo>
                  <a:pt x="72" y="46"/>
                </a:lnTo>
                <a:lnTo>
                  <a:pt x="73" y="46"/>
                </a:lnTo>
                <a:lnTo>
                  <a:pt x="74" y="45"/>
                </a:lnTo>
                <a:lnTo>
                  <a:pt x="75" y="45"/>
                </a:lnTo>
                <a:lnTo>
                  <a:pt x="76" y="45"/>
                </a:lnTo>
                <a:lnTo>
                  <a:pt x="77" y="45"/>
                </a:lnTo>
                <a:lnTo>
                  <a:pt x="78" y="45"/>
                </a:lnTo>
                <a:lnTo>
                  <a:pt x="78" y="46"/>
                </a:lnTo>
                <a:lnTo>
                  <a:pt x="78" y="45"/>
                </a:lnTo>
                <a:lnTo>
                  <a:pt x="78" y="46"/>
                </a:lnTo>
                <a:lnTo>
                  <a:pt x="79" y="46"/>
                </a:lnTo>
                <a:lnTo>
                  <a:pt x="80" y="46"/>
                </a:lnTo>
                <a:lnTo>
                  <a:pt x="80" y="45"/>
                </a:lnTo>
                <a:lnTo>
                  <a:pt x="80" y="44"/>
                </a:lnTo>
                <a:lnTo>
                  <a:pt x="79" y="44"/>
                </a:lnTo>
                <a:lnTo>
                  <a:pt x="79" y="43"/>
                </a:lnTo>
                <a:lnTo>
                  <a:pt x="78" y="43"/>
                </a:lnTo>
                <a:lnTo>
                  <a:pt x="78" y="44"/>
                </a:lnTo>
                <a:lnTo>
                  <a:pt x="77" y="44"/>
                </a:lnTo>
                <a:lnTo>
                  <a:pt x="77" y="43"/>
                </a:lnTo>
                <a:lnTo>
                  <a:pt x="76" y="43"/>
                </a:lnTo>
                <a:lnTo>
                  <a:pt x="76" y="41"/>
                </a:lnTo>
                <a:lnTo>
                  <a:pt x="76" y="40"/>
                </a:lnTo>
                <a:lnTo>
                  <a:pt x="77" y="40"/>
                </a:lnTo>
                <a:lnTo>
                  <a:pt x="77" y="39"/>
                </a:lnTo>
                <a:lnTo>
                  <a:pt x="78" y="39"/>
                </a:lnTo>
                <a:lnTo>
                  <a:pt x="78" y="38"/>
                </a:lnTo>
                <a:lnTo>
                  <a:pt x="78" y="39"/>
                </a:lnTo>
                <a:lnTo>
                  <a:pt x="78" y="38"/>
                </a:lnTo>
                <a:lnTo>
                  <a:pt x="79" y="38"/>
                </a:lnTo>
                <a:lnTo>
                  <a:pt x="80" y="38"/>
                </a:lnTo>
                <a:lnTo>
                  <a:pt x="80" y="37"/>
                </a:lnTo>
                <a:lnTo>
                  <a:pt x="79" y="37"/>
                </a:lnTo>
                <a:lnTo>
                  <a:pt x="79" y="36"/>
                </a:lnTo>
                <a:lnTo>
                  <a:pt x="79" y="35"/>
                </a:lnTo>
                <a:lnTo>
                  <a:pt x="80" y="36"/>
                </a:lnTo>
                <a:lnTo>
                  <a:pt x="80" y="37"/>
                </a:lnTo>
                <a:lnTo>
                  <a:pt x="81" y="37"/>
                </a:lnTo>
                <a:lnTo>
                  <a:pt x="82" y="36"/>
                </a:lnTo>
                <a:lnTo>
                  <a:pt x="83" y="36"/>
                </a:lnTo>
                <a:lnTo>
                  <a:pt x="83" y="35"/>
                </a:lnTo>
                <a:lnTo>
                  <a:pt x="82" y="35"/>
                </a:lnTo>
                <a:lnTo>
                  <a:pt x="82" y="34"/>
                </a:lnTo>
                <a:lnTo>
                  <a:pt x="82" y="33"/>
                </a:lnTo>
                <a:lnTo>
                  <a:pt x="82" y="32"/>
                </a:lnTo>
                <a:lnTo>
                  <a:pt x="83" y="32"/>
                </a:lnTo>
                <a:lnTo>
                  <a:pt x="83" y="33"/>
                </a:lnTo>
                <a:lnTo>
                  <a:pt x="83" y="34"/>
                </a:lnTo>
                <a:lnTo>
                  <a:pt x="82" y="34"/>
                </a:lnTo>
                <a:lnTo>
                  <a:pt x="82" y="35"/>
                </a:lnTo>
                <a:lnTo>
                  <a:pt x="83" y="35"/>
                </a:lnTo>
                <a:lnTo>
                  <a:pt x="84" y="35"/>
                </a:lnTo>
                <a:lnTo>
                  <a:pt x="84" y="36"/>
                </a:lnTo>
                <a:lnTo>
                  <a:pt x="85" y="36"/>
                </a:lnTo>
                <a:lnTo>
                  <a:pt x="86" y="36"/>
                </a:lnTo>
                <a:lnTo>
                  <a:pt x="86" y="35"/>
                </a:lnTo>
                <a:lnTo>
                  <a:pt x="87" y="35"/>
                </a:lnTo>
                <a:lnTo>
                  <a:pt x="87" y="34"/>
                </a:lnTo>
                <a:lnTo>
                  <a:pt x="87" y="33"/>
                </a:lnTo>
                <a:lnTo>
                  <a:pt x="87" y="34"/>
                </a:lnTo>
                <a:lnTo>
                  <a:pt x="88" y="34"/>
                </a:lnTo>
                <a:lnTo>
                  <a:pt x="89" y="34"/>
                </a:lnTo>
                <a:lnTo>
                  <a:pt x="89" y="33"/>
                </a:lnTo>
                <a:lnTo>
                  <a:pt x="90" y="33"/>
                </a:lnTo>
                <a:lnTo>
                  <a:pt x="90" y="32"/>
                </a:lnTo>
                <a:lnTo>
                  <a:pt x="91" y="32"/>
                </a:lnTo>
                <a:lnTo>
                  <a:pt x="92" y="32"/>
                </a:lnTo>
                <a:lnTo>
                  <a:pt x="92" y="31"/>
                </a:lnTo>
                <a:lnTo>
                  <a:pt x="93" y="31"/>
                </a:lnTo>
                <a:lnTo>
                  <a:pt x="93" y="30"/>
                </a:lnTo>
                <a:lnTo>
                  <a:pt x="93" y="29"/>
                </a:lnTo>
                <a:lnTo>
                  <a:pt x="92" y="28"/>
                </a:lnTo>
                <a:lnTo>
                  <a:pt x="91" y="28"/>
                </a:lnTo>
                <a:lnTo>
                  <a:pt x="91" y="27"/>
                </a:lnTo>
                <a:lnTo>
                  <a:pt x="92" y="27"/>
                </a:lnTo>
                <a:lnTo>
                  <a:pt x="92" y="26"/>
                </a:lnTo>
                <a:lnTo>
                  <a:pt x="93" y="26"/>
                </a:lnTo>
                <a:lnTo>
                  <a:pt x="92" y="26"/>
                </a:lnTo>
                <a:lnTo>
                  <a:pt x="93" y="26"/>
                </a:lnTo>
                <a:lnTo>
                  <a:pt x="93" y="27"/>
                </a:lnTo>
                <a:lnTo>
                  <a:pt x="92" y="27"/>
                </a:lnTo>
                <a:lnTo>
                  <a:pt x="93" y="28"/>
                </a:lnTo>
                <a:lnTo>
                  <a:pt x="93" y="29"/>
                </a:lnTo>
                <a:lnTo>
                  <a:pt x="94" y="30"/>
                </a:lnTo>
                <a:lnTo>
                  <a:pt x="95" y="30"/>
                </a:lnTo>
                <a:lnTo>
                  <a:pt x="96" y="30"/>
                </a:lnTo>
                <a:lnTo>
                  <a:pt x="97" y="30"/>
                </a:lnTo>
                <a:lnTo>
                  <a:pt x="98" y="30"/>
                </a:lnTo>
                <a:lnTo>
                  <a:pt x="99" y="30"/>
                </a:lnTo>
                <a:lnTo>
                  <a:pt x="100" y="30"/>
                </a:lnTo>
                <a:lnTo>
                  <a:pt x="100" y="29"/>
                </a:lnTo>
                <a:lnTo>
                  <a:pt x="100" y="28"/>
                </a:lnTo>
                <a:lnTo>
                  <a:pt x="100" y="27"/>
                </a:lnTo>
                <a:lnTo>
                  <a:pt x="101" y="27"/>
                </a:lnTo>
                <a:lnTo>
                  <a:pt x="101" y="26"/>
                </a:lnTo>
                <a:lnTo>
                  <a:pt x="102" y="26"/>
                </a:lnTo>
                <a:lnTo>
                  <a:pt x="103" y="26"/>
                </a:lnTo>
                <a:lnTo>
                  <a:pt x="104" y="26"/>
                </a:lnTo>
                <a:lnTo>
                  <a:pt x="105" y="27"/>
                </a:lnTo>
                <a:lnTo>
                  <a:pt x="106" y="28"/>
                </a:lnTo>
                <a:lnTo>
                  <a:pt x="107" y="28"/>
                </a:lnTo>
                <a:lnTo>
                  <a:pt x="107" y="27"/>
                </a:lnTo>
                <a:lnTo>
                  <a:pt x="108" y="27"/>
                </a:lnTo>
                <a:lnTo>
                  <a:pt x="109" y="27"/>
                </a:lnTo>
                <a:lnTo>
                  <a:pt x="109" y="26"/>
                </a:lnTo>
                <a:lnTo>
                  <a:pt x="110" y="26"/>
                </a:lnTo>
                <a:lnTo>
                  <a:pt x="110" y="27"/>
                </a:lnTo>
                <a:lnTo>
                  <a:pt x="111" y="27"/>
                </a:lnTo>
                <a:lnTo>
                  <a:pt x="111" y="28"/>
                </a:lnTo>
                <a:lnTo>
                  <a:pt x="112" y="28"/>
                </a:lnTo>
                <a:lnTo>
                  <a:pt x="112" y="29"/>
                </a:lnTo>
                <a:lnTo>
                  <a:pt x="113" y="29"/>
                </a:lnTo>
                <a:lnTo>
                  <a:pt x="114" y="29"/>
                </a:lnTo>
                <a:lnTo>
                  <a:pt x="114" y="28"/>
                </a:lnTo>
                <a:lnTo>
                  <a:pt x="114" y="27"/>
                </a:lnTo>
                <a:lnTo>
                  <a:pt x="113" y="27"/>
                </a:lnTo>
                <a:lnTo>
                  <a:pt x="114" y="27"/>
                </a:lnTo>
                <a:lnTo>
                  <a:pt x="113" y="27"/>
                </a:lnTo>
                <a:lnTo>
                  <a:pt x="113" y="26"/>
                </a:lnTo>
                <a:lnTo>
                  <a:pt x="113" y="25"/>
                </a:lnTo>
                <a:lnTo>
                  <a:pt x="114" y="25"/>
                </a:lnTo>
                <a:lnTo>
                  <a:pt x="114" y="24"/>
                </a:lnTo>
                <a:lnTo>
                  <a:pt x="114" y="25"/>
                </a:lnTo>
                <a:lnTo>
                  <a:pt x="114" y="24"/>
                </a:lnTo>
                <a:lnTo>
                  <a:pt x="115" y="24"/>
                </a:lnTo>
                <a:lnTo>
                  <a:pt x="115" y="25"/>
                </a:lnTo>
                <a:lnTo>
                  <a:pt x="116" y="24"/>
                </a:lnTo>
                <a:lnTo>
                  <a:pt x="115" y="23"/>
                </a:lnTo>
                <a:lnTo>
                  <a:pt x="116" y="24"/>
                </a:lnTo>
                <a:lnTo>
                  <a:pt x="116" y="25"/>
                </a:lnTo>
                <a:lnTo>
                  <a:pt x="117" y="25"/>
                </a:lnTo>
                <a:lnTo>
                  <a:pt x="117" y="24"/>
                </a:lnTo>
                <a:lnTo>
                  <a:pt x="117" y="22"/>
                </a:lnTo>
                <a:lnTo>
                  <a:pt x="117" y="21"/>
                </a:lnTo>
                <a:lnTo>
                  <a:pt x="118" y="21"/>
                </a:lnTo>
                <a:lnTo>
                  <a:pt x="118" y="20"/>
                </a:lnTo>
                <a:lnTo>
                  <a:pt x="119" y="20"/>
                </a:lnTo>
                <a:lnTo>
                  <a:pt x="119" y="19"/>
                </a:lnTo>
                <a:lnTo>
                  <a:pt x="120" y="19"/>
                </a:lnTo>
                <a:lnTo>
                  <a:pt x="121" y="19"/>
                </a:lnTo>
                <a:lnTo>
                  <a:pt x="121" y="18"/>
                </a:lnTo>
                <a:lnTo>
                  <a:pt x="121" y="19"/>
                </a:lnTo>
                <a:lnTo>
                  <a:pt x="122" y="19"/>
                </a:lnTo>
                <a:lnTo>
                  <a:pt x="123" y="19"/>
                </a:lnTo>
                <a:lnTo>
                  <a:pt x="123" y="20"/>
                </a:lnTo>
                <a:lnTo>
                  <a:pt x="124" y="20"/>
                </a:lnTo>
                <a:lnTo>
                  <a:pt x="124" y="19"/>
                </a:lnTo>
                <a:lnTo>
                  <a:pt x="125" y="19"/>
                </a:lnTo>
                <a:lnTo>
                  <a:pt x="124" y="19"/>
                </a:lnTo>
                <a:lnTo>
                  <a:pt x="124" y="18"/>
                </a:lnTo>
                <a:lnTo>
                  <a:pt x="124" y="17"/>
                </a:lnTo>
                <a:lnTo>
                  <a:pt x="125" y="18"/>
                </a:lnTo>
                <a:lnTo>
                  <a:pt x="125" y="19"/>
                </a:lnTo>
                <a:lnTo>
                  <a:pt x="125" y="18"/>
                </a:lnTo>
                <a:lnTo>
                  <a:pt x="126" y="17"/>
                </a:lnTo>
                <a:lnTo>
                  <a:pt x="125" y="17"/>
                </a:lnTo>
                <a:lnTo>
                  <a:pt x="125" y="16"/>
                </a:lnTo>
                <a:lnTo>
                  <a:pt x="125" y="15"/>
                </a:lnTo>
                <a:lnTo>
                  <a:pt x="126" y="15"/>
                </a:lnTo>
                <a:lnTo>
                  <a:pt x="126" y="14"/>
                </a:lnTo>
                <a:lnTo>
                  <a:pt x="127" y="14"/>
                </a:lnTo>
                <a:lnTo>
                  <a:pt x="127" y="13"/>
                </a:lnTo>
                <a:lnTo>
                  <a:pt x="128" y="13"/>
                </a:lnTo>
                <a:lnTo>
                  <a:pt x="129" y="13"/>
                </a:lnTo>
                <a:lnTo>
                  <a:pt x="130" y="13"/>
                </a:lnTo>
                <a:lnTo>
                  <a:pt x="131" y="13"/>
                </a:lnTo>
                <a:lnTo>
                  <a:pt x="131" y="14"/>
                </a:lnTo>
                <a:lnTo>
                  <a:pt x="130" y="14"/>
                </a:lnTo>
                <a:lnTo>
                  <a:pt x="130" y="15"/>
                </a:lnTo>
                <a:lnTo>
                  <a:pt x="131" y="15"/>
                </a:lnTo>
                <a:lnTo>
                  <a:pt x="131" y="16"/>
                </a:lnTo>
                <a:lnTo>
                  <a:pt x="133" y="16"/>
                </a:lnTo>
                <a:lnTo>
                  <a:pt x="133" y="15"/>
                </a:lnTo>
                <a:lnTo>
                  <a:pt x="134" y="15"/>
                </a:lnTo>
                <a:lnTo>
                  <a:pt x="135" y="15"/>
                </a:lnTo>
                <a:lnTo>
                  <a:pt x="136" y="15"/>
                </a:lnTo>
                <a:lnTo>
                  <a:pt x="137" y="15"/>
                </a:lnTo>
                <a:lnTo>
                  <a:pt x="138" y="15"/>
                </a:lnTo>
                <a:lnTo>
                  <a:pt x="138" y="14"/>
                </a:lnTo>
                <a:lnTo>
                  <a:pt x="138" y="13"/>
                </a:lnTo>
                <a:lnTo>
                  <a:pt x="137" y="13"/>
                </a:lnTo>
                <a:lnTo>
                  <a:pt x="136" y="13"/>
                </a:lnTo>
                <a:lnTo>
                  <a:pt x="135" y="13"/>
                </a:lnTo>
                <a:lnTo>
                  <a:pt x="134" y="12"/>
                </a:lnTo>
                <a:lnTo>
                  <a:pt x="133" y="12"/>
                </a:lnTo>
                <a:lnTo>
                  <a:pt x="133" y="11"/>
                </a:lnTo>
                <a:lnTo>
                  <a:pt x="133" y="10"/>
                </a:lnTo>
                <a:lnTo>
                  <a:pt x="134" y="10"/>
                </a:lnTo>
                <a:lnTo>
                  <a:pt x="134" y="9"/>
                </a:lnTo>
                <a:lnTo>
                  <a:pt x="135" y="9"/>
                </a:lnTo>
                <a:lnTo>
                  <a:pt x="136" y="8"/>
                </a:lnTo>
                <a:lnTo>
                  <a:pt x="137" y="8"/>
                </a:lnTo>
                <a:lnTo>
                  <a:pt x="137" y="7"/>
                </a:lnTo>
                <a:lnTo>
                  <a:pt x="138" y="7"/>
                </a:lnTo>
                <a:lnTo>
                  <a:pt x="138" y="6"/>
                </a:lnTo>
                <a:lnTo>
                  <a:pt x="139" y="6"/>
                </a:lnTo>
                <a:lnTo>
                  <a:pt x="139" y="5"/>
                </a:lnTo>
                <a:lnTo>
                  <a:pt x="140" y="5"/>
                </a:lnTo>
                <a:lnTo>
                  <a:pt x="141" y="4"/>
                </a:lnTo>
                <a:lnTo>
                  <a:pt x="142" y="4"/>
                </a:lnTo>
                <a:lnTo>
                  <a:pt x="143" y="4"/>
                </a:lnTo>
                <a:lnTo>
                  <a:pt x="144" y="4"/>
                </a:lnTo>
                <a:lnTo>
                  <a:pt x="144" y="3"/>
                </a:lnTo>
                <a:lnTo>
                  <a:pt x="145" y="3"/>
                </a:lnTo>
                <a:lnTo>
                  <a:pt x="145" y="2"/>
                </a:lnTo>
                <a:lnTo>
                  <a:pt x="147" y="2"/>
                </a:lnTo>
                <a:lnTo>
                  <a:pt x="148" y="2"/>
                </a:lnTo>
                <a:lnTo>
                  <a:pt x="148" y="3"/>
                </a:lnTo>
                <a:lnTo>
                  <a:pt x="149" y="3"/>
                </a:lnTo>
                <a:lnTo>
                  <a:pt x="149" y="4"/>
                </a:lnTo>
                <a:lnTo>
                  <a:pt x="149" y="5"/>
                </a:lnTo>
                <a:lnTo>
                  <a:pt x="149" y="4"/>
                </a:lnTo>
                <a:lnTo>
                  <a:pt x="149" y="5"/>
                </a:lnTo>
                <a:lnTo>
                  <a:pt x="150" y="5"/>
                </a:lnTo>
                <a:lnTo>
                  <a:pt x="151" y="5"/>
                </a:lnTo>
                <a:lnTo>
                  <a:pt x="151" y="4"/>
                </a:lnTo>
                <a:lnTo>
                  <a:pt x="152" y="4"/>
                </a:lnTo>
                <a:lnTo>
                  <a:pt x="152" y="3"/>
                </a:lnTo>
                <a:lnTo>
                  <a:pt x="153" y="3"/>
                </a:lnTo>
                <a:lnTo>
                  <a:pt x="154" y="3"/>
                </a:lnTo>
                <a:lnTo>
                  <a:pt x="154" y="2"/>
                </a:lnTo>
                <a:lnTo>
                  <a:pt x="154" y="1"/>
                </a:lnTo>
                <a:lnTo>
                  <a:pt x="155" y="1"/>
                </a:lnTo>
                <a:lnTo>
                  <a:pt x="156" y="1"/>
                </a:lnTo>
                <a:lnTo>
                  <a:pt x="157" y="1"/>
                </a:lnTo>
                <a:lnTo>
                  <a:pt x="157" y="2"/>
                </a:lnTo>
                <a:lnTo>
                  <a:pt x="158" y="2"/>
                </a:lnTo>
                <a:lnTo>
                  <a:pt x="158" y="1"/>
                </a:lnTo>
                <a:lnTo>
                  <a:pt x="158" y="0"/>
                </a:lnTo>
                <a:lnTo>
                  <a:pt x="159" y="0"/>
                </a:lnTo>
                <a:lnTo>
                  <a:pt x="159" y="1"/>
                </a:lnTo>
                <a:lnTo>
                  <a:pt x="159" y="2"/>
                </a:lnTo>
                <a:lnTo>
                  <a:pt x="158" y="2"/>
                </a:lnTo>
                <a:lnTo>
                  <a:pt x="159" y="2"/>
                </a:lnTo>
                <a:lnTo>
                  <a:pt x="159" y="3"/>
                </a:lnTo>
                <a:lnTo>
                  <a:pt x="160" y="3"/>
                </a:lnTo>
                <a:lnTo>
                  <a:pt x="161" y="3"/>
                </a:lnTo>
                <a:lnTo>
                  <a:pt x="161" y="4"/>
                </a:lnTo>
                <a:lnTo>
                  <a:pt x="162" y="4"/>
                </a:lnTo>
                <a:lnTo>
                  <a:pt x="162" y="3"/>
                </a:lnTo>
                <a:lnTo>
                  <a:pt x="163" y="3"/>
                </a:lnTo>
                <a:lnTo>
                  <a:pt x="163" y="2"/>
                </a:lnTo>
                <a:lnTo>
                  <a:pt x="164" y="1"/>
                </a:lnTo>
                <a:lnTo>
                  <a:pt x="165" y="1"/>
                </a:lnTo>
                <a:lnTo>
                  <a:pt x="166" y="1"/>
                </a:lnTo>
                <a:lnTo>
                  <a:pt x="166" y="2"/>
                </a:lnTo>
                <a:lnTo>
                  <a:pt x="167" y="2"/>
                </a:lnTo>
                <a:lnTo>
                  <a:pt x="168" y="1"/>
                </a:lnTo>
                <a:lnTo>
                  <a:pt x="169" y="1"/>
                </a:lnTo>
                <a:lnTo>
                  <a:pt x="169" y="2"/>
                </a:lnTo>
                <a:lnTo>
                  <a:pt x="168" y="2"/>
                </a:lnTo>
                <a:lnTo>
                  <a:pt x="167" y="2"/>
                </a:lnTo>
                <a:lnTo>
                  <a:pt x="166" y="2"/>
                </a:lnTo>
                <a:lnTo>
                  <a:pt x="165" y="2"/>
                </a:lnTo>
                <a:lnTo>
                  <a:pt x="165" y="1"/>
                </a:lnTo>
                <a:lnTo>
                  <a:pt x="164" y="1"/>
                </a:lnTo>
                <a:lnTo>
                  <a:pt x="164" y="2"/>
                </a:lnTo>
                <a:lnTo>
                  <a:pt x="164" y="3"/>
                </a:lnTo>
                <a:lnTo>
                  <a:pt x="163" y="3"/>
                </a:lnTo>
                <a:lnTo>
                  <a:pt x="163" y="4"/>
                </a:lnTo>
                <a:lnTo>
                  <a:pt x="162" y="4"/>
                </a:lnTo>
                <a:lnTo>
                  <a:pt x="160" y="4"/>
                </a:lnTo>
                <a:lnTo>
                  <a:pt x="160" y="3"/>
                </a:lnTo>
                <a:lnTo>
                  <a:pt x="159" y="3"/>
                </a:lnTo>
                <a:lnTo>
                  <a:pt x="158" y="3"/>
                </a:lnTo>
                <a:lnTo>
                  <a:pt x="158" y="2"/>
                </a:lnTo>
                <a:lnTo>
                  <a:pt x="158" y="1"/>
                </a:lnTo>
                <a:lnTo>
                  <a:pt x="159" y="1"/>
                </a:lnTo>
                <a:lnTo>
                  <a:pt x="159" y="0"/>
                </a:lnTo>
                <a:lnTo>
                  <a:pt x="158" y="0"/>
                </a:lnTo>
                <a:lnTo>
                  <a:pt x="158" y="1"/>
                </a:lnTo>
                <a:lnTo>
                  <a:pt x="158" y="2"/>
                </a:lnTo>
                <a:lnTo>
                  <a:pt x="157" y="2"/>
                </a:lnTo>
                <a:lnTo>
                  <a:pt x="156" y="2"/>
                </a:lnTo>
                <a:lnTo>
                  <a:pt x="156" y="1"/>
                </a:lnTo>
                <a:lnTo>
                  <a:pt x="155" y="1"/>
                </a:lnTo>
                <a:lnTo>
                  <a:pt x="155" y="2"/>
                </a:lnTo>
                <a:lnTo>
                  <a:pt x="154" y="2"/>
                </a:lnTo>
                <a:lnTo>
                  <a:pt x="154" y="3"/>
                </a:lnTo>
                <a:lnTo>
                  <a:pt x="153" y="3"/>
                </a:lnTo>
                <a:lnTo>
                  <a:pt x="153" y="4"/>
                </a:lnTo>
                <a:lnTo>
                  <a:pt x="152" y="4"/>
                </a:lnTo>
                <a:lnTo>
                  <a:pt x="151" y="4"/>
                </a:lnTo>
                <a:lnTo>
                  <a:pt x="151" y="5"/>
                </a:lnTo>
                <a:lnTo>
                  <a:pt x="150" y="5"/>
                </a:lnTo>
                <a:lnTo>
                  <a:pt x="149" y="5"/>
                </a:lnTo>
                <a:lnTo>
                  <a:pt x="148" y="5"/>
                </a:lnTo>
                <a:lnTo>
                  <a:pt x="148" y="4"/>
                </a:lnTo>
                <a:lnTo>
                  <a:pt x="149" y="4"/>
                </a:lnTo>
                <a:lnTo>
                  <a:pt x="148" y="4"/>
                </a:lnTo>
                <a:lnTo>
                  <a:pt x="148" y="3"/>
                </a:lnTo>
                <a:lnTo>
                  <a:pt x="147" y="3"/>
                </a:lnTo>
                <a:lnTo>
                  <a:pt x="147" y="2"/>
                </a:lnTo>
                <a:lnTo>
                  <a:pt x="146" y="2"/>
                </a:lnTo>
                <a:lnTo>
                  <a:pt x="146" y="3"/>
                </a:lnTo>
                <a:lnTo>
                  <a:pt x="145" y="3"/>
                </a:lnTo>
                <a:lnTo>
                  <a:pt x="145" y="4"/>
                </a:lnTo>
                <a:lnTo>
                  <a:pt x="145" y="3"/>
                </a:lnTo>
                <a:lnTo>
                  <a:pt x="145" y="4"/>
                </a:lnTo>
                <a:lnTo>
                  <a:pt x="146" y="4"/>
                </a:lnTo>
                <a:lnTo>
                  <a:pt x="145" y="4"/>
                </a:lnTo>
                <a:lnTo>
                  <a:pt x="145" y="5"/>
                </a:lnTo>
                <a:lnTo>
                  <a:pt x="144" y="5"/>
                </a:lnTo>
                <a:lnTo>
                  <a:pt x="143" y="5"/>
                </a:lnTo>
                <a:lnTo>
                  <a:pt x="142" y="5"/>
                </a:lnTo>
                <a:lnTo>
                  <a:pt x="141" y="5"/>
                </a:lnTo>
                <a:lnTo>
                  <a:pt x="140" y="5"/>
                </a:lnTo>
                <a:lnTo>
                  <a:pt x="140" y="6"/>
                </a:lnTo>
                <a:lnTo>
                  <a:pt x="140" y="7"/>
                </a:lnTo>
                <a:lnTo>
                  <a:pt x="139" y="7"/>
                </a:lnTo>
                <a:lnTo>
                  <a:pt x="139" y="8"/>
                </a:lnTo>
                <a:lnTo>
                  <a:pt x="138" y="8"/>
                </a:lnTo>
                <a:lnTo>
                  <a:pt x="137" y="9"/>
                </a:lnTo>
                <a:lnTo>
                  <a:pt x="136" y="9"/>
                </a:lnTo>
                <a:lnTo>
                  <a:pt x="136" y="10"/>
                </a:lnTo>
                <a:lnTo>
                  <a:pt x="135" y="10"/>
                </a:lnTo>
                <a:lnTo>
                  <a:pt x="135" y="12"/>
                </a:lnTo>
                <a:lnTo>
                  <a:pt x="136" y="12"/>
                </a:lnTo>
                <a:lnTo>
                  <a:pt x="137" y="12"/>
                </a:lnTo>
                <a:lnTo>
                  <a:pt x="138" y="13"/>
                </a:lnTo>
                <a:lnTo>
                  <a:pt x="139" y="13"/>
                </a:lnTo>
                <a:lnTo>
                  <a:pt x="139" y="14"/>
                </a:lnTo>
                <a:lnTo>
                  <a:pt x="139" y="15"/>
                </a:lnTo>
                <a:lnTo>
                  <a:pt x="138" y="15"/>
                </a:lnTo>
                <a:lnTo>
                  <a:pt x="138" y="16"/>
                </a:lnTo>
                <a:lnTo>
                  <a:pt x="137" y="16"/>
                </a:lnTo>
                <a:lnTo>
                  <a:pt x="136" y="16"/>
                </a:lnTo>
                <a:lnTo>
                  <a:pt x="134" y="16"/>
                </a:lnTo>
                <a:lnTo>
                  <a:pt x="133" y="16"/>
                </a:lnTo>
                <a:lnTo>
                  <a:pt x="132" y="16"/>
                </a:lnTo>
                <a:lnTo>
                  <a:pt x="131" y="16"/>
                </a:lnTo>
                <a:lnTo>
                  <a:pt x="130" y="16"/>
                </a:lnTo>
                <a:lnTo>
                  <a:pt x="130" y="15"/>
                </a:lnTo>
                <a:lnTo>
                  <a:pt x="129" y="15"/>
                </a:lnTo>
                <a:lnTo>
                  <a:pt x="127" y="15"/>
                </a:lnTo>
                <a:lnTo>
                  <a:pt x="127" y="17"/>
                </a:lnTo>
                <a:lnTo>
                  <a:pt x="126" y="17"/>
                </a:lnTo>
                <a:lnTo>
                  <a:pt x="126" y="18"/>
                </a:lnTo>
                <a:lnTo>
                  <a:pt x="126" y="19"/>
                </a:lnTo>
                <a:lnTo>
                  <a:pt x="126" y="20"/>
                </a:lnTo>
                <a:lnTo>
                  <a:pt x="125" y="20"/>
                </a:lnTo>
                <a:lnTo>
                  <a:pt x="124" y="20"/>
                </a:lnTo>
                <a:lnTo>
                  <a:pt x="124" y="21"/>
                </a:lnTo>
                <a:lnTo>
                  <a:pt x="124" y="20"/>
                </a:lnTo>
                <a:lnTo>
                  <a:pt x="123" y="20"/>
                </a:lnTo>
                <a:lnTo>
                  <a:pt x="122" y="20"/>
                </a:lnTo>
                <a:lnTo>
                  <a:pt x="121" y="20"/>
                </a:lnTo>
                <a:lnTo>
                  <a:pt x="120" y="20"/>
                </a:lnTo>
                <a:lnTo>
                  <a:pt x="119" y="20"/>
                </a:lnTo>
                <a:lnTo>
                  <a:pt x="119" y="21"/>
                </a:lnTo>
                <a:lnTo>
                  <a:pt x="118" y="21"/>
                </a:lnTo>
                <a:lnTo>
                  <a:pt x="118" y="22"/>
                </a:lnTo>
                <a:lnTo>
                  <a:pt x="118" y="23"/>
                </a:lnTo>
                <a:lnTo>
                  <a:pt x="118" y="24"/>
                </a:lnTo>
                <a:lnTo>
                  <a:pt x="118" y="25"/>
                </a:lnTo>
                <a:lnTo>
                  <a:pt x="117" y="25"/>
                </a:lnTo>
                <a:lnTo>
                  <a:pt x="117" y="26"/>
                </a:lnTo>
                <a:lnTo>
                  <a:pt x="116" y="26"/>
                </a:lnTo>
                <a:lnTo>
                  <a:pt x="116" y="25"/>
                </a:lnTo>
                <a:lnTo>
                  <a:pt x="115" y="25"/>
                </a:lnTo>
                <a:lnTo>
                  <a:pt x="114" y="25"/>
                </a:lnTo>
                <a:lnTo>
                  <a:pt x="114" y="26"/>
                </a:lnTo>
                <a:lnTo>
                  <a:pt x="114" y="27"/>
                </a:lnTo>
                <a:lnTo>
                  <a:pt x="115" y="27"/>
                </a:lnTo>
                <a:lnTo>
                  <a:pt x="115" y="28"/>
                </a:lnTo>
                <a:lnTo>
                  <a:pt x="115" y="29"/>
                </a:lnTo>
                <a:lnTo>
                  <a:pt x="114" y="29"/>
                </a:lnTo>
                <a:lnTo>
                  <a:pt x="114" y="30"/>
                </a:lnTo>
                <a:lnTo>
                  <a:pt x="113" y="30"/>
                </a:lnTo>
                <a:lnTo>
                  <a:pt x="112" y="30"/>
                </a:lnTo>
                <a:lnTo>
                  <a:pt x="112" y="29"/>
                </a:lnTo>
                <a:lnTo>
                  <a:pt x="111" y="29"/>
                </a:lnTo>
                <a:lnTo>
                  <a:pt x="111" y="28"/>
                </a:lnTo>
                <a:lnTo>
                  <a:pt x="110" y="28"/>
                </a:lnTo>
                <a:lnTo>
                  <a:pt x="110" y="27"/>
                </a:lnTo>
                <a:lnTo>
                  <a:pt x="110" y="28"/>
                </a:lnTo>
                <a:lnTo>
                  <a:pt x="110" y="27"/>
                </a:lnTo>
                <a:lnTo>
                  <a:pt x="109" y="27"/>
                </a:lnTo>
                <a:lnTo>
                  <a:pt x="108" y="28"/>
                </a:lnTo>
                <a:lnTo>
                  <a:pt x="107" y="28"/>
                </a:lnTo>
                <a:lnTo>
                  <a:pt x="107" y="29"/>
                </a:lnTo>
                <a:lnTo>
                  <a:pt x="106" y="29"/>
                </a:lnTo>
                <a:lnTo>
                  <a:pt x="106" y="28"/>
                </a:lnTo>
                <a:lnTo>
                  <a:pt x="105" y="28"/>
                </a:lnTo>
                <a:lnTo>
                  <a:pt x="104" y="28"/>
                </a:lnTo>
                <a:lnTo>
                  <a:pt x="104" y="27"/>
                </a:lnTo>
                <a:lnTo>
                  <a:pt x="103" y="27"/>
                </a:lnTo>
                <a:lnTo>
                  <a:pt x="102" y="27"/>
                </a:lnTo>
                <a:lnTo>
                  <a:pt x="103" y="27"/>
                </a:lnTo>
                <a:lnTo>
                  <a:pt x="102" y="27"/>
                </a:lnTo>
                <a:lnTo>
                  <a:pt x="102" y="28"/>
                </a:lnTo>
                <a:lnTo>
                  <a:pt x="102" y="27"/>
                </a:lnTo>
                <a:lnTo>
                  <a:pt x="101" y="27"/>
                </a:lnTo>
                <a:lnTo>
                  <a:pt x="101" y="28"/>
                </a:lnTo>
                <a:lnTo>
                  <a:pt x="101" y="30"/>
                </a:lnTo>
                <a:lnTo>
                  <a:pt x="101" y="31"/>
                </a:lnTo>
                <a:lnTo>
                  <a:pt x="100" y="31"/>
                </a:lnTo>
                <a:lnTo>
                  <a:pt x="99" y="31"/>
                </a:lnTo>
                <a:lnTo>
                  <a:pt x="100" y="31"/>
                </a:lnTo>
                <a:lnTo>
                  <a:pt x="100" y="32"/>
                </a:lnTo>
                <a:lnTo>
                  <a:pt x="99" y="32"/>
                </a:lnTo>
                <a:lnTo>
                  <a:pt x="99" y="31"/>
                </a:lnTo>
                <a:lnTo>
                  <a:pt x="99" y="32"/>
                </a:lnTo>
                <a:lnTo>
                  <a:pt x="98" y="32"/>
                </a:lnTo>
                <a:lnTo>
                  <a:pt x="98" y="31"/>
                </a:lnTo>
                <a:lnTo>
                  <a:pt x="97" y="31"/>
                </a:lnTo>
                <a:lnTo>
                  <a:pt x="96" y="32"/>
                </a:lnTo>
                <a:lnTo>
                  <a:pt x="95" y="32"/>
                </a:lnTo>
                <a:lnTo>
                  <a:pt x="94" y="32"/>
                </a:lnTo>
                <a:lnTo>
                  <a:pt x="93" y="33"/>
                </a:lnTo>
                <a:lnTo>
                  <a:pt x="92" y="33"/>
                </a:lnTo>
                <a:lnTo>
                  <a:pt x="91" y="33"/>
                </a:lnTo>
                <a:lnTo>
                  <a:pt x="91" y="34"/>
                </a:lnTo>
                <a:lnTo>
                  <a:pt x="90" y="34"/>
                </a:lnTo>
                <a:lnTo>
                  <a:pt x="89" y="34"/>
                </a:lnTo>
                <a:lnTo>
                  <a:pt x="89" y="35"/>
                </a:lnTo>
                <a:lnTo>
                  <a:pt x="88" y="35"/>
                </a:lnTo>
                <a:lnTo>
                  <a:pt x="88" y="36"/>
                </a:lnTo>
                <a:lnTo>
                  <a:pt x="88" y="35"/>
                </a:lnTo>
                <a:lnTo>
                  <a:pt x="88" y="36"/>
                </a:lnTo>
                <a:lnTo>
                  <a:pt x="87" y="36"/>
                </a:lnTo>
                <a:lnTo>
                  <a:pt x="88" y="36"/>
                </a:lnTo>
                <a:lnTo>
                  <a:pt x="88" y="37"/>
                </a:lnTo>
                <a:lnTo>
                  <a:pt x="87" y="37"/>
                </a:lnTo>
                <a:lnTo>
                  <a:pt x="86" y="37"/>
                </a:lnTo>
                <a:lnTo>
                  <a:pt x="85" y="37"/>
                </a:lnTo>
                <a:lnTo>
                  <a:pt x="84" y="37"/>
                </a:lnTo>
                <a:lnTo>
                  <a:pt x="83" y="37"/>
                </a:lnTo>
                <a:lnTo>
                  <a:pt x="83" y="38"/>
                </a:lnTo>
                <a:lnTo>
                  <a:pt x="82" y="38"/>
                </a:lnTo>
                <a:lnTo>
                  <a:pt x="83" y="38"/>
                </a:lnTo>
                <a:lnTo>
                  <a:pt x="83" y="39"/>
                </a:lnTo>
                <a:lnTo>
                  <a:pt x="84" y="39"/>
                </a:lnTo>
                <a:lnTo>
                  <a:pt x="85" y="39"/>
                </a:lnTo>
                <a:lnTo>
                  <a:pt x="85" y="40"/>
                </a:lnTo>
                <a:lnTo>
                  <a:pt x="84" y="40"/>
                </a:lnTo>
                <a:lnTo>
                  <a:pt x="84" y="39"/>
                </a:lnTo>
                <a:lnTo>
                  <a:pt x="83" y="39"/>
                </a:lnTo>
                <a:lnTo>
                  <a:pt x="82" y="39"/>
                </a:lnTo>
                <a:lnTo>
                  <a:pt x="81" y="39"/>
                </a:lnTo>
                <a:lnTo>
                  <a:pt x="80" y="39"/>
                </a:lnTo>
                <a:lnTo>
                  <a:pt x="79" y="39"/>
                </a:lnTo>
                <a:lnTo>
                  <a:pt x="79" y="40"/>
                </a:lnTo>
                <a:lnTo>
                  <a:pt x="78" y="40"/>
                </a:lnTo>
                <a:lnTo>
                  <a:pt x="78" y="41"/>
                </a:lnTo>
                <a:lnTo>
                  <a:pt x="77" y="41"/>
                </a:lnTo>
                <a:lnTo>
                  <a:pt x="78" y="41"/>
                </a:lnTo>
                <a:lnTo>
                  <a:pt x="78" y="42"/>
                </a:lnTo>
                <a:lnTo>
                  <a:pt x="79" y="42"/>
                </a:lnTo>
                <a:lnTo>
                  <a:pt x="80" y="43"/>
                </a:lnTo>
                <a:lnTo>
                  <a:pt x="81" y="43"/>
                </a:lnTo>
                <a:lnTo>
                  <a:pt x="82" y="43"/>
                </a:lnTo>
                <a:lnTo>
                  <a:pt x="82" y="44"/>
                </a:lnTo>
                <a:lnTo>
                  <a:pt x="83" y="44"/>
                </a:lnTo>
                <a:lnTo>
                  <a:pt x="83" y="45"/>
                </a:lnTo>
                <a:lnTo>
                  <a:pt x="82" y="45"/>
                </a:lnTo>
                <a:lnTo>
                  <a:pt x="82" y="44"/>
                </a:lnTo>
                <a:lnTo>
                  <a:pt x="82" y="45"/>
                </a:lnTo>
                <a:lnTo>
                  <a:pt x="82" y="46"/>
                </a:lnTo>
                <a:lnTo>
                  <a:pt x="81" y="46"/>
                </a:lnTo>
                <a:lnTo>
                  <a:pt x="81" y="47"/>
                </a:lnTo>
                <a:lnTo>
                  <a:pt x="80" y="47"/>
                </a:lnTo>
                <a:lnTo>
                  <a:pt x="79" y="47"/>
                </a:lnTo>
                <a:lnTo>
                  <a:pt x="78" y="47"/>
                </a:lnTo>
                <a:lnTo>
                  <a:pt x="77" y="47"/>
                </a:lnTo>
                <a:lnTo>
                  <a:pt x="77" y="46"/>
                </a:lnTo>
                <a:lnTo>
                  <a:pt x="77" y="47"/>
                </a:lnTo>
                <a:lnTo>
                  <a:pt x="77" y="46"/>
                </a:lnTo>
                <a:lnTo>
                  <a:pt x="76" y="46"/>
                </a:lnTo>
                <a:lnTo>
                  <a:pt x="75" y="46"/>
                </a:lnTo>
                <a:lnTo>
                  <a:pt x="74" y="46"/>
                </a:lnTo>
                <a:lnTo>
                  <a:pt x="73" y="46"/>
                </a:lnTo>
                <a:lnTo>
                  <a:pt x="73" y="47"/>
                </a:lnTo>
                <a:lnTo>
                  <a:pt x="72" y="47"/>
                </a:lnTo>
                <a:lnTo>
                  <a:pt x="70" y="47"/>
                </a:lnTo>
                <a:lnTo>
                  <a:pt x="69" y="47"/>
                </a:lnTo>
                <a:lnTo>
                  <a:pt x="68" y="47"/>
                </a:lnTo>
                <a:lnTo>
                  <a:pt x="68" y="46"/>
                </a:lnTo>
                <a:lnTo>
                  <a:pt x="68" y="45"/>
                </a:lnTo>
                <a:lnTo>
                  <a:pt x="68" y="44"/>
                </a:lnTo>
                <a:lnTo>
                  <a:pt x="67" y="44"/>
                </a:lnTo>
                <a:lnTo>
                  <a:pt x="67" y="45"/>
                </a:lnTo>
                <a:lnTo>
                  <a:pt x="67" y="46"/>
                </a:lnTo>
                <a:lnTo>
                  <a:pt x="66" y="46"/>
                </a:lnTo>
                <a:lnTo>
                  <a:pt x="66" y="47"/>
                </a:lnTo>
                <a:lnTo>
                  <a:pt x="65" y="48"/>
                </a:lnTo>
                <a:lnTo>
                  <a:pt x="65" y="49"/>
                </a:lnTo>
                <a:lnTo>
                  <a:pt x="64" y="49"/>
                </a:lnTo>
                <a:lnTo>
                  <a:pt x="64" y="50"/>
                </a:lnTo>
                <a:lnTo>
                  <a:pt x="63" y="50"/>
                </a:lnTo>
                <a:lnTo>
                  <a:pt x="63" y="51"/>
                </a:lnTo>
                <a:lnTo>
                  <a:pt x="62" y="51"/>
                </a:lnTo>
                <a:lnTo>
                  <a:pt x="61" y="51"/>
                </a:lnTo>
                <a:lnTo>
                  <a:pt x="61" y="52"/>
                </a:lnTo>
                <a:lnTo>
                  <a:pt x="60" y="52"/>
                </a:lnTo>
                <a:lnTo>
                  <a:pt x="60" y="53"/>
                </a:lnTo>
                <a:lnTo>
                  <a:pt x="59" y="53"/>
                </a:lnTo>
                <a:lnTo>
                  <a:pt x="58" y="53"/>
                </a:lnTo>
                <a:lnTo>
                  <a:pt x="57" y="53"/>
                </a:lnTo>
                <a:lnTo>
                  <a:pt x="57" y="54"/>
                </a:lnTo>
                <a:lnTo>
                  <a:pt x="56" y="54"/>
                </a:lnTo>
                <a:lnTo>
                  <a:pt x="55" y="54"/>
                </a:lnTo>
                <a:lnTo>
                  <a:pt x="55" y="55"/>
                </a:lnTo>
                <a:lnTo>
                  <a:pt x="54" y="55"/>
                </a:lnTo>
                <a:lnTo>
                  <a:pt x="54" y="57"/>
                </a:lnTo>
                <a:lnTo>
                  <a:pt x="53" y="57"/>
                </a:lnTo>
                <a:lnTo>
                  <a:pt x="53" y="58"/>
                </a:lnTo>
                <a:lnTo>
                  <a:pt x="53" y="57"/>
                </a:lnTo>
                <a:lnTo>
                  <a:pt x="54" y="57"/>
                </a:lnTo>
                <a:lnTo>
                  <a:pt x="54" y="58"/>
                </a:lnTo>
                <a:lnTo>
                  <a:pt x="53" y="58"/>
                </a:lnTo>
                <a:lnTo>
                  <a:pt x="53" y="59"/>
                </a:lnTo>
                <a:lnTo>
                  <a:pt x="53" y="60"/>
                </a:lnTo>
                <a:lnTo>
                  <a:pt x="52" y="60"/>
                </a:lnTo>
                <a:lnTo>
                  <a:pt x="53" y="60"/>
                </a:lnTo>
                <a:lnTo>
                  <a:pt x="53" y="61"/>
                </a:lnTo>
                <a:lnTo>
                  <a:pt x="52" y="61"/>
                </a:lnTo>
                <a:lnTo>
                  <a:pt x="52" y="62"/>
                </a:lnTo>
                <a:lnTo>
                  <a:pt x="51" y="62"/>
                </a:lnTo>
                <a:lnTo>
                  <a:pt x="52" y="62"/>
                </a:lnTo>
                <a:lnTo>
                  <a:pt x="51" y="62"/>
                </a:lnTo>
                <a:lnTo>
                  <a:pt x="50" y="62"/>
                </a:lnTo>
                <a:lnTo>
                  <a:pt x="50" y="63"/>
                </a:lnTo>
                <a:lnTo>
                  <a:pt x="48" y="63"/>
                </a:lnTo>
                <a:lnTo>
                  <a:pt x="47" y="63"/>
                </a:lnTo>
                <a:lnTo>
                  <a:pt x="47" y="64"/>
                </a:lnTo>
                <a:lnTo>
                  <a:pt x="46" y="64"/>
                </a:lnTo>
                <a:lnTo>
                  <a:pt x="45" y="64"/>
                </a:lnTo>
                <a:lnTo>
                  <a:pt x="44" y="64"/>
                </a:lnTo>
                <a:lnTo>
                  <a:pt x="44" y="65"/>
                </a:lnTo>
                <a:lnTo>
                  <a:pt x="43" y="65"/>
                </a:lnTo>
                <a:lnTo>
                  <a:pt x="42" y="65"/>
                </a:lnTo>
                <a:lnTo>
                  <a:pt x="41" y="65"/>
                </a:lnTo>
                <a:lnTo>
                  <a:pt x="41" y="66"/>
                </a:lnTo>
                <a:lnTo>
                  <a:pt x="40" y="66"/>
                </a:lnTo>
                <a:lnTo>
                  <a:pt x="39" y="66"/>
                </a:lnTo>
                <a:lnTo>
                  <a:pt x="40" y="66"/>
                </a:lnTo>
                <a:lnTo>
                  <a:pt x="39" y="66"/>
                </a:lnTo>
                <a:lnTo>
                  <a:pt x="39" y="67"/>
                </a:lnTo>
                <a:lnTo>
                  <a:pt x="39" y="68"/>
                </a:lnTo>
                <a:lnTo>
                  <a:pt x="38" y="68"/>
                </a:lnTo>
                <a:lnTo>
                  <a:pt x="38" y="69"/>
                </a:lnTo>
                <a:lnTo>
                  <a:pt x="38" y="70"/>
                </a:lnTo>
                <a:lnTo>
                  <a:pt x="38" y="71"/>
                </a:lnTo>
                <a:lnTo>
                  <a:pt x="37" y="71"/>
                </a:lnTo>
                <a:lnTo>
                  <a:pt x="36" y="71"/>
                </a:lnTo>
                <a:lnTo>
                  <a:pt x="36" y="72"/>
                </a:lnTo>
                <a:lnTo>
                  <a:pt x="35" y="72"/>
                </a:lnTo>
                <a:lnTo>
                  <a:pt x="34" y="72"/>
                </a:lnTo>
                <a:lnTo>
                  <a:pt x="33" y="73"/>
                </a:lnTo>
                <a:lnTo>
                  <a:pt x="32" y="73"/>
                </a:lnTo>
                <a:lnTo>
                  <a:pt x="32" y="74"/>
                </a:lnTo>
                <a:lnTo>
                  <a:pt x="32" y="75"/>
                </a:lnTo>
                <a:lnTo>
                  <a:pt x="32" y="76"/>
                </a:lnTo>
                <a:lnTo>
                  <a:pt x="33" y="76"/>
                </a:lnTo>
                <a:lnTo>
                  <a:pt x="33" y="77"/>
                </a:lnTo>
                <a:lnTo>
                  <a:pt x="32" y="77"/>
                </a:lnTo>
                <a:lnTo>
                  <a:pt x="32" y="78"/>
                </a:lnTo>
                <a:lnTo>
                  <a:pt x="31" y="78"/>
                </a:lnTo>
                <a:lnTo>
                  <a:pt x="31" y="77"/>
                </a:lnTo>
                <a:lnTo>
                  <a:pt x="31" y="78"/>
                </a:lnTo>
                <a:lnTo>
                  <a:pt x="31" y="77"/>
                </a:lnTo>
                <a:lnTo>
                  <a:pt x="30" y="77"/>
                </a:lnTo>
                <a:lnTo>
                  <a:pt x="30" y="78"/>
                </a:lnTo>
                <a:lnTo>
                  <a:pt x="30" y="77"/>
                </a:lnTo>
                <a:lnTo>
                  <a:pt x="31" y="77"/>
                </a:lnTo>
                <a:lnTo>
                  <a:pt x="32" y="77"/>
                </a:lnTo>
                <a:lnTo>
                  <a:pt x="33" y="77"/>
                </a:lnTo>
                <a:lnTo>
                  <a:pt x="33" y="76"/>
                </a:lnTo>
                <a:lnTo>
                  <a:pt x="32" y="76"/>
                </a:lnTo>
                <a:lnTo>
                  <a:pt x="32" y="74"/>
                </a:lnTo>
                <a:lnTo>
                  <a:pt x="32" y="73"/>
                </a:lnTo>
                <a:lnTo>
                  <a:pt x="32" y="74"/>
                </a:lnTo>
                <a:lnTo>
                  <a:pt x="31" y="74"/>
                </a:lnTo>
                <a:lnTo>
                  <a:pt x="30" y="75"/>
                </a:lnTo>
                <a:lnTo>
                  <a:pt x="30" y="76"/>
                </a:lnTo>
                <a:lnTo>
                  <a:pt x="29" y="76"/>
                </a:lnTo>
                <a:lnTo>
                  <a:pt x="29" y="77"/>
                </a:lnTo>
                <a:lnTo>
                  <a:pt x="28" y="77"/>
                </a:lnTo>
                <a:lnTo>
                  <a:pt x="27" y="77"/>
                </a:lnTo>
                <a:lnTo>
                  <a:pt x="27" y="78"/>
                </a:lnTo>
                <a:lnTo>
                  <a:pt x="26" y="78"/>
                </a:lnTo>
                <a:lnTo>
                  <a:pt x="26" y="79"/>
                </a:lnTo>
                <a:lnTo>
                  <a:pt x="25" y="79"/>
                </a:lnTo>
                <a:lnTo>
                  <a:pt x="25" y="80"/>
                </a:lnTo>
                <a:lnTo>
                  <a:pt x="24" y="80"/>
                </a:lnTo>
                <a:lnTo>
                  <a:pt x="23" y="80"/>
                </a:lnTo>
                <a:lnTo>
                  <a:pt x="22" y="80"/>
                </a:lnTo>
                <a:lnTo>
                  <a:pt x="22" y="81"/>
                </a:lnTo>
                <a:lnTo>
                  <a:pt x="22" y="82"/>
                </a:lnTo>
                <a:lnTo>
                  <a:pt x="24" y="82"/>
                </a:lnTo>
                <a:lnTo>
                  <a:pt x="24" y="81"/>
                </a:lnTo>
                <a:lnTo>
                  <a:pt x="25" y="81"/>
                </a:lnTo>
                <a:lnTo>
                  <a:pt x="27" y="81"/>
                </a:lnTo>
                <a:lnTo>
                  <a:pt x="27" y="80"/>
                </a:lnTo>
                <a:lnTo>
                  <a:pt x="28" y="80"/>
                </a:lnTo>
                <a:lnTo>
                  <a:pt x="28" y="79"/>
                </a:lnTo>
                <a:lnTo>
                  <a:pt x="28" y="78"/>
                </a:lnTo>
                <a:lnTo>
                  <a:pt x="28" y="79"/>
                </a:lnTo>
                <a:lnTo>
                  <a:pt x="28" y="80"/>
                </a:lnTo>
                <a:lnTo>
                  <a:pt x="27" y="81"/>
                </a:lnTo>
                <a:lnTo>
                  <a:pt x="26" y="81"/>
                </a:lnTo>
                <a:lnTo>
                  <a:pt x="26" y="82"/>
                </a:lnTo>
                <a:lnTo>
                  <a:pt x="25" y="82"/>
                </a:lnTo>
                <a:lnTo>
                  <a:pt x="24" y="82"/>
                </a:lnTo>
                <a:lnTo>
                  <a:pt x="24" y="83"/>
                </a:lnTo>
                <a:lnTo>
                  <a:pt x="25" y="83"/>
                </a:lnTo>
                <a:lnTo>
                  <a:pt x="24" y="83"/>
                </a:lnTo>
                <a:lnTo>
                  <a:pt x="24" y="82"/>
                </a:lnTo>
                <a:lnTo>
                  <a:pt x="23" y="82"/>
                </a:lnTo>
                <a:lnTo>
                  <a:pt x="22" y="82"/>
                </a:lnTo>
                <a:lnTo>
                  <a:pt x="22" y="83"/>
                </a:lnTo>
                <a:lnTo>
                  <a:pt x="21" y="83"/>
                </a:lnTo>
                <a:lnTo>
                  <a:pt x="20" y="84"/>
                </a:lnTo>
                <a:lnTo>
                  <a:pt x="19" y="84"/>
                </a:lnTo>
                <a:lnTo>
                  <a:pt x="19" y="85"/>
                </a:lnTo>
                <a:lnTo>
                  <a:pt x="19" y="86"/>
                </a:lnTo>
                <a:lnTo>
                  <a:pt x="19" y="87"/>
                </a:lnTo>
                <a:lnTo>
                  <a:pt x="20" y="87"/>
                </a:lnTo>
                <a:lnTo>
                  <a:pt x="20" y="89"/>
                </a:lnTo>
                <a:lnTo>
                  <a:pt x="19" y="89"/>
                </a:lnTo>
                <a:lnTo>
                  <a:pt x="19" y="90"/>
                </a:lnTo>
                <a:lnTo>
                  <a:pt x="20" y="90"/>
                </a:lnTo>
                <a:lnTo>
                  <a:pt x="19" y="90"/>
                </a:lnTo>
                <a:lnTo>
                  <a:pt x="20" y="90"/>
                </a:lnTo>
                <a:lnTo>
                  <a:pt x="20" y="91"/>
                </a:lnTo>
                <a:lnTo>
                  <a:pt x="20" y="92"/>
                </a:lnTo>
                <a:lnTo>
                  <a:pt x="20" y="93"/>
                </a:lnTo>
                <a:lnTo>
                  <a:pt x="19" y="93"/>
                </a:lnTo>
                <a:lnTo>
                  <a:pt x="19" y="94"/>
                </a:lnTo>
                <a:lnTo>
                  <a:pt x="19" y="95"/>
                </a:lnTo>
                <a:lnTo>
                  <a:pt x="18" y="95"/>
                </a:lnTo>
                <a:lnTo>
                  <a:pt x="18" y="96"/>
                </a:lnTo>
                <a:lnTo>
                  <a:pt x="18" y="97"/>
                </a:lnTo>
                <a:lnTo>
                  <a:pt x="18" y="98"/>
                </a:lnTo>
                <a:lnTo>
                  <a:pt x="19" y="98"/>
                </a:lnTo>
                <a:lnTo>
                  <a:pt x="19" y="99"/>
                </a:lnTo>
                <a:lnTo>
                  <a:pt x="19" y="100"/>
                </a:lnTo>
                <a:lnTo>
                  <a:pt x="19" y="99"/>
                </a:lnTo>
                <a:lnTo>
                  <a:pt x="18" y="99"/>
                </a:lnTo>
                <a:lnTo>
                  <a:pt x="18" y="98"/>
                </a:lnTo>
                <a:lnTo>
                  <a:pt x="18" y="99"/>
                </a:lnTo>
                <a:lnTo>
                  <a:pt x="17" y="99"/>
                </a:lnTo>
                <a:lnTo>
                  <a:pt x="17" y="100"/>
                </a:lnTo>
                <a:lnTo>
                  <a:pt x="16" y="100"/>
                </a:lnTo>
                <a:lnTo>
                  <a:pt x="16" y="101"/>
                </a:lnTo>
                <a:lnTo>
                  <a:pt x="17" y="101"/>
                </a:lnTo>
                <a:lnTo>
                  <a:pt x="18" y="101"/>
                </a:lnTo>
                <a:lnTo>
                  <a:pt x="18" y="100"/>
                </a:lnTo>
                <a:lnTo>
                  <a:pt x="18" y="101"/>
                </a:lnTo>
                <a:lnTo>
                  <a:pt x="17" y="101"/>
                </a:lnTo>
                <a:lnTo>
                  <a:pt x="15" y="101"/>
                </a:lnTo>
                <a:lnTo>
                  <a:pt x="15" y="102"/>
                </a:lnTo>
                <a:lnTo>
                  <a:pt x="14" y="102"/>
                </a:lnTo>
                <a:lnTo>
                  <a:pt x="14" y="103"/>
                </a:lnTo>
                <a:lnTo>
                  <a:pt x="14" y="104"/>
                </a:lnTo>
                <a:lnTo>
                  <a:pt x="14" y="105"/>
                </a:lnTo>
                <a:lnTo>
                  <a:pt x="15" y="105"/>
                </a:lnTo>
                <a:lnTo>
                  <a:pt x="15" y="106"/>
                </a:lnTo>
                <a:lnTo>
                  <a:pt x="16" y="106"/>
                </a:lnTo>
                <a:lnTo>
                  <a:pt x="16" y="107"/>
                </a:lnTo>
                <a:lnTo>
                  <a:pt x="17" y="107"/>
                </a:lnTo>
                <a:lnTo>
                  <a:pt x="17" y="108"/>
                </a:lnTo>
                <a:lnTo>
                  <a:pt x="17" y="109"/>
                </a:lnTo>
                <a:lnTo>
                  <a:pt x="17" y="110"/>
                </a:lnTo>
                <a:lnTo>
                  <a:pt x="18" y="110"/>
                </a:lnTo>
                <a:lnTo>
                  <a:pt x="19" y="111"/>
                </a:lnTo>
                <a:lnTo>
                  <a:pt x="19" y="110"/>
                </a:lnTo>
                <a:lnTo>
                  <a:pt x="18" y="109"/>
                </a:lnTo>
                <a:lnTo>
                  <a:pt x="18" y="108"/>
                </a:lnTo>
                <a:lnTo>
                  <a:pt x="18" y="107"/>
                </a:lnTo>
                <a:lnTo>
                  <a:pt x="18" y="106"/>
                </a:lnTo>
                <a:lnTo>
                  <a:pt x="17" y="106"/>
                </a:lnTo>
                <a:lnTo>
                  <a:pt x="17" y="105"/>
                </a:lnTo>
                <a:lnTo>
                  <a:pt x="16" y="105"/>
                </a:lnTo>
                <a:lnTo>
                  <a:pt x="17" y="105"/>
                </a:lnTo>
                <a:lnTo>
                  <a:pt x="17" y="106"/>
                </a:lnTo>
                <a:lnTo>
                  <a:pt x="18" y="106"/>
                </a:lnTo>
                <a:lnTo>
                  <a:pt x="18" y="107"/>
                </a:lnTo>
                <a:lnTo>
                  <a:pt x="18" y="108"/>
                </a:lnTo>
                <a:lnTo>
                  <a:pt x="18" y="109"/>
                </a:lnTo>
                <a:lnTo>
                  <a:pt x="19" y="109"/>
                </a:lnTo>
                <a:lnTo>
                  <a:pt x="19" y="110"/>
                </a:lnTo>
                <a:lnTo>
                  <a:pt x="20" y="110"/>
                </a:lnTo>
                <a:lnTo>
                  <a:pt x="20" y="111"/>
                </a:lnTo>
                <a:lnTo>
                  <a:pt x="20" y="110"/>
                </a:lnTo>
                <a:lnTo>
                  <a:pt x="20" y="109"/>
                </a:lnTo>
                <a:lnTo>
                  <a:pt x="20" y="108"/>
                </a:lnTo>
                <a:lnTo>
                  <a:pt x="21" y="108"/>
                </a:lnTo>
                <a:lnTo>
                  <a:pt x="21" y="107"/>
                </a:lnTo>
                <a:lnTo>
                  <a:pt x="20" y="107"/>
                </a:lnTo>
                <a:lnTo>
                  <a:pt x="21" y="107"/>
                </a:lnTo>
                <a:lnTo>
                  <a:pt x="21" y="108"/>
                </a:lnTo>
                <a:lnTo>
                  <a:pt x="20" y="108"/>
                </a:lnTo>
                <a:lnTo>
                  <a:pt x="20" y="109"/>
                </a:lnTo>
                <a:lnTo>
                  <a:pt x="20" y="110"/>
                </a:lnTo>
                <a:lnTo>
                  <a:pt x="21" y="110"/>
                </a:lnTo>
                <a:lnTo>
                  <a:pt x="22" y="111"/>
                </a:lnTo>
                <a:lnTo>
                  <a:pt x="22" y="112"/>
                </a:lnTo>
                <a:lnTo>
                  <a:pt x="23" y="112"/>
                </a:lnTo>
                <a:lnTo>
                  <a:pt x="23" y="113"/>
                </a:lnTo>
                <a:lnTo>
                  <a:pt x="23" y="112"/>
                </a:lnTo>
                <a:lnTo>
                  <a:pt x="23" y="114"/>
                </a:lnTo>
                <a:lnTo>
                  <a:pt x="21" y="114"/>
                </a:lnTo>
                <a:lnTo>
                  <a:pt x="20" y="114"/>
                </a:lnTo>
                <a:lnTo>
                  <a:pt x="19" y="114"/>
                </a:lnTo>
                <a:lnTo>
                  <a:pt x="18" y="114"/>
                </a:lnTo>
                <a:lnTo>
                  <a:pt x="17" y="114"/>
                </a:lnTo>
                <a:lnTo>
                  <a:pt x="16" y="113"/>
                </a:lnTo>
                <a:lnTo>
                  <a:pt x="15" y="113"/>
                </a:lnTo>
                <a:lnTo>
                  <a:pt x="14" y="113"/>
                </a:lnTo>
                <a:lnTo>
                  <a:pt x="13" y="113"/>
                </a:lnTo>
                <a:lnTo>
                  <a:pt x="12" y="113"/>
                </a:lnTo>
                <a:lnTo>
                  <a:pt x="11" y="113"/>
                </a:lnTo>
                <a:lnTo>
                  <a:pt x="10" y="113"/>
                </a:lnTo>
                <a:lnTo>
                  <a:pt x="10" y="112"/>
                </a:lnTo>
                <a:lnTo>
                  <a:pt x="10" y="111"/>
                </a:lnTo>
                <a:lnTo>
                  <a:pt x="10" y="110"/>
                </a:lnTo>
                <a:lnTo>
                  <a:pt x="10" y="109"/>
                </a:lnTo>
                <a:lnTo>
                  <a:pt x="10" y="108"/>
                </a:lnTo>
                <a:lnTo>
                  <a:pt x="10" y="107"/>
                </a:lnTo>
                <a:lnTo>
                  <a:pt x="10" y="106"/>
                </a:lnTo>
                <a:lnTo>
                  <a:pt x="10" y="105"/>
                </a:lnTo>
                <a:lnTo>
                  <a:pt x="11" y="105"/>
                </a:lnTo>
                <a:lnTo>
                  <a:pt x="10" y="105"/>
                </a:lnTo>
                <a:lnTo>
                  <a:pt x="10" y="104"/>
                </a:lnTo>
                <a:lnTo>
                  <a:pt x="11" y="104"/>
                </a:lnTo>
                <a:lnTo>
                  <a:pt x="11" y="103"/>
                </a:lnTo>
                <a:lnTo>
                  <a:pt x="11" y="102"/>
                </a:lnTo>
                <a:lnTo>
                  <a:pt x="11" y="101"/>
                </a:lnTo>
                <a:lnTo>
                  <a:pt x="11" y="102"/>
                </a:lnTo>
                <a:lnTo>
                  <a:pt x="10" y="102"/>
                </a:lnTo>
                <a:lnTo>
                  <a:pt x="10" y="101"/>
                </a:lnTo>
                <a:lnTo>
                  <a:pt x="9" y="101"/>
                </a:lnTo>
                <a:lnTo>
                  <a:pt x="8" y="101"/>
                </a:lnTo>
                <a:lnTo>
                  <a:pt x="8" y="102"/>
                </a:lnTo>
                <a:lnTo>
                  <a:pt x="7" y="102"/>
                </a:lnTo>
                <a:lnTo>
                  <a:pt x="6" y="102"/>
                </a:lnTo>
                <a:lnTo>
                  <a:pt x="6" y="103"/>
                </a:lnTo>
                <a:lnTo>
                  <a:pt x="6" y="104"/>
                </a:lnTo>
                <a:lnTo>
                  <a:pt x="5" y="104"/>
                </a:lnTo>
                <a:lnTo>
                  <a:pt x="5" y="105"/>
                </a:lnTo>
                <a:lnTo>
                  <a:pt x="5" y="106"/>
                </a:lnTo>
                <a:lnTo>
                  <a:pt x="5" y="107"/>
                </a:lnTo>
                <a:lnTo>
                  <a:pt x="5" y="109"/>
                </a:lnTo>
                <a:lnTo>
                  <a:pt x="5" y="110"/>
                </a:lnTo>
                <a:lnTo>
                  <a:pt x="5" y="111"/>
                </a:lnTo>
                <a:lnTo>
                  <a:pt x="4" y="111"/>
                </a:lnTo>
                <a:lnTo>
                  <a:pt x="3" y="112"/>
                </a:lnTo>
                <a:lnTo>
                  <a:pt x="2" y="112"/>
                </a:lnTo>
                <a:lnTo>
                  <a:pt x="1" y="112"/>
                </a:lnTo>
                <a:lnTo>
                  <a:pt x="0" y="112"/>
                </a:lnTo>
                <a:lnTo>
                  <a:pt x="1" y="111"/>
                </a:lnTo>
                <a:lnTo>
                  <a:pt x="1" y="110"/>
                </a:lnTo>
                <a:lnTo>
                  <a:pt x="2" y="110"/>
                </a:lnTo>
                <a:lnTo>
                  <a:pt x="3" y="110"/>
                </a:lnTo>
                <a:lnTo>
                  <a:pt x="3" y="109"/>
                </a:lnTo>
                <a:lnTo>
                  <a:pt x="4" y="109"/>
                </a:lnTo>
                <a:lnTo>
                  <a:pt x="4" y="108"/>
                </a:lnTo>
                <a:lnTo>
                  <a:pt x="4" y="106"/>
                </a:lnTo>
                <a:lnTo>
                  <a:pt x="5" y="106"/>
                </a:lnTo>
                <a:lnTo>
                  <a:pt x="5" y="105"/>
                </a:lnTo>
                <a:lnTo>
                  <a:pt x="5" y="104"/>
                </a:lnTo>
                <a:lnTo>
                  <a:pt x="5" y="103"/>
                </a:lnTo>
                <a:lnTo>
                  <a:pt x="6" y="103"/>
                </a:lnTo>
                <a:lnTo>
                  <a:pt x="7" y="102"/>
                </a:lnTo>
                <a:lnTo>
                  <a:pt x="8" y="102"/>
                </a:lnTo>
                <a:lnTo>
                  <a:pt x="8" y="101"/>
                </a:lnTo>
                <a:lnTo>
                  <a:pt x="9" y="101"/>
                </a:lnTo>
                <a:lnTo>
                  <a:pt x="10" y="101"/>
                </a:lnTo>
                <a:lnTo>
                  <a:pt x="10" y="102"/>
                </a:lnTo>
                <a:lnTo>
                  <a:pt x="11" y="102"/>
                </a:lnTo>
                <a:lnTo>
                  <a:pt x="11" y="101"/>
                </a:lnTo>
                <a:lnTo>
                  <a:pt x="11" y="100"/>
                </a:lnTo>
                <a:lnTo>
                  <a:pt x="12" y="100"/>
                </a:lnTo>
                <a:lnTo>
                  <a:pt x="11" y="100"/>
                </a:lnTo>
                <a:lnTo>
                  <a:pt x="11" y="99"/>
                </a:lnTo>
                <a:lnTo>
                  <a:pt x="11" y="98"/>
                </a:lnTo>
                <a:moveTo>
                  <a:pt x="17" y="111"/>
                </a:moveTo>
                <a:lnTo>
                  <a:pt x="16" y="110"/>
                </a:lnTo>
                <a:lnTo>
                  <a:pt x="17" y="111"/>
                </a:lnTo>
                <a:moveTo>
                  <a:pt x="13" y="103"/>
                </a:moveTo>
                <a:lnTo>
                  <a:pt x="13" y="102"/>
                </a:lnTo>
                <a:lnTo>
                  <a:pt x="14" y="102"/>
                </a:lnTo>
                <a:lnTo>
                  <a:pt x="13" y="102"/>
                </a:lnTo>
                <a:lnTo>
                  <a:pt x="12" y="102"/>
                </a:lnTo>
                <a:lnTo>
                  <a:pt x="12" y="103"/>
                </a:lnTo>
                <a:lnTo>
                  <a:pt x="13" y="103"/>
                </a:lnTo>
                <a:moveTo>
                  <a:pt x="15" y="100"/>
                </a:moveTo>
                <a:lnTo>
                  <a:pt x="15" y="101"/>
                </a:lnTo>
                <a:lnTo>
                  <a:pt x="15" y="100"/>
                </a:lnTo>
                <a:moveTo>
                  <a:pt x="18" y="88"/>
                </a:moveTo>
                <a:lnTo>
                  <a:pt x="18" y="87"/>
                </a:lnTo>
                <a:lnTo>
                  <a:pt x="18" y="86"/>
                </a:lnTo>
                <a:lnTo>
                  <a:pt x="17" y="87"/>
                </a:lnTo>
                <a:lnTo>
                  <a:pt x="17" y="88"/>
                </a:lnTo>
                <a:lnTo>
                  <a:pt x="16" y="88"/>
                </a:lnTo>
                <a:lnTo>
                  <a:pt x="16" y="89"/>
                </a:lnTo>
                <a:lnTo>
                  <a:pt x="17" y="90"/>
                </a:lnTo>
                <a:lnTo>
                  <a:pt x="18" y="90"/>
                </a:lnTo>
                <a:lnTo>
                  <a:pt x="19" y="90"/>
                </a:lnTo>
                <a:lnTo>
                  <a:pt x="18" y="90"/>
                </a:lnTo>
                <a:lnTo>
                  <a:pt x="18" y="89"/>
                </a:lnTo>
                <a:lnTo>
                  <a:pt x="18" y="88"/>
                </a:lnTo>
                <a:moveTo>
                  <a:pt x="19" y="88"/>
                </a:moveTo>
                <a:lnTo>
                  <a:pt x="20" y="88"/>
                </a:lnTo>
                <a:lnTo>
                  <a:pt x="20" y="87"/>
                </a:lnTo>
                <a:lnTo>
                  <a:pt x="19" y="87"/>
                </a:lnTo>
                <a:lnTo>
                  <a:pt x="19" y="88"/>
                </a:lnTo>
                <a:moveTo>
                  <a:pt x="25" y="79"/>
                </a:moveTo>
                <a:lnTo>
                  <a:pt x="25" y="79"/>
                </a:lnTo>
                <a:moveTo>
                  <a:pt x="26" y="78"/>
                </a:moveTo>
                <a:lnTo>
                  <a:pt x="26" y="79"/>
                </a:lnTo>
                <a:lnTo>
                  <a:pt x="26" y="78"/>
                </a:lnTo>
                <a:moveTo>
                  <a:pt x="27" y="77"/>
                </a:moveTo>
                <a:lnTo>
                  <a:pt x="27" y="77"/>
                </a:lnTo>
                <a:moveTo>
                  <a:pt x="35" y="72"/>
                </a:moveTo>
                <a:lnTo>
                  <a:pt x="36" y="72"/>
                </a:lnTo>
                <a:lnTo>
                  <a:pt x="36" y="71"/>
                </a:lnTo>
                <a:lnTo>
                  <a:pt x="37" y="71"/>
                </a:lnTo>
                <a:lnTo>
                  <a:pt x="38" y="71"/>
                </a:lnTo>
                <a:lnTo>
                  <a:pt x="38" y="70"/>
                </a:lnTo>
                <a:lnTo>
                  <a:pt x="38" y="69"/>
                </a:lnTo>
                <a:lnTo>
                  <a:pt x="37" y="69"/>
                </a:lnTo>
                <a:lnTo>
                  <a:pt x="36" y="69"/>
                </a:lnTo>
                <a:lnTo>
                  <a:pt x="35" y="70"/>
                </a:lnTo>
                <a:lnTo>
                  <a:pt x="35" y="71"/>
                </a:lnTo>
                <a:lnTo>
                  <a:pt x="35" y="72"/>
                </a:lnTo>
                <a:moveTo>
                  <a:pt x="37" y="69"/>
                </a:moveTo>
                <a:lnTo>
                  <a:pt x="37" y="68"/>
                </a:lnTo>
                <a:lnTo>
                  <a:pt x="37" y="69"/>
                </a:lnTo>
                <a:lnTo>
                  <a:pt x="36" y="69"/>
                </a:lnTo>
                <a:lnTo>
                  <a:pt x="37" y="69"/>
                </a:lnTo>
                <a:moveTo>
                  <a:pt x="38" y="69"/>
                </a:moveTo>
                <a:lnTo>
                  <a:pt x="38" y="68"/>
                </a:lnTo>
                <a:lnTo>
                  <a:pt x="38" y="67"/>
                </a:lnTo>
                <a:lnTo>
                  <a:pt x="38" y="68"/>
                </a:lnTo>
                <a:lnTo>
                  <a:pt x="37" y="68"/>
                </a:lnTo>
                <a:lnTo>
                  <a:pt x="37" y="69"/>
                </a:lnTo>
                <a:lnTo>
                  <a:pt x="38" y="69"/>
                </a:lnTo>
                <a:moveTo>
                  <a:pt x="47" y="63"/>
                </a:moveTo>
                <a:lnTo>
                  <a:pt x="46" y="63"/>
                </a:lnTo>
                <a:lnTo>
                  <a:pt x="46" y="64"/>
                </a:lnTo>
                <a:lnTo>
                  <a:pt x="46" y="63"/>
                </a:lnTo>
                <a:lnTo>
                  <a:pt x="47" y="63"/>
                </a:lnTo>
                <a:moveTo>
                  <a:pt x="51" y="62"/>
                </a:moveTo>
                <a:lnTo>
                  <a:pt x="52" y="62"/>
                </a:lnTo>
                <a:lnTo>
                  <a:pt x="52" y="61"/>
                </a:lnTo>
                <a:lnTo>
                  <a:pt x="52" y="62"/>
                </a:lnTo>
                <a:lnTo>
                  <a:pt x="51" y="62"/>
                </a:lnTo>
                <a:moveTo>
                  <a:pt x="64" y="48"/>
                </a:moveTo>
                <a:lnTo>
                  <a:pt x="63" y="49"/>
                </a:lnTo>
                <a:lnTo>
                  <a:pt x="64" y="49"/>
                </a:lnTo>
                <a:lnTo>
                  <a:pt x="64" y="48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99" name=""/>
          <p:cNvSpPr/>
          <p:nvPr/>
        </p:nvSpPr>
        <p:spPr>
          <a:xfrm>
            <a:off x="2493000" y="3597840"/>
            <a:ext cx="9000" cy="14040"/>
          </a:xfrm>
          <a:custGeom>
            <a:avLst/>
            <a:gdLst/>
            <a:ahLst/>
            <a:rect l="0" t="0" r="r" b="b"/>
            <a:pathLst>
              <a:path w="25" h="39">
                <a:moveTo>
                  <a:pt x="23" y="1"/>
                </a:moveTo>
                <a:lnTo>
                  <a:pt x="24" y="2"/>
                </a:lnTo>
                <a:lnTo>
                  <a:pt x="25" y="3"/>
                </a:lnTo>
                <a:lnTo>
                  <a:pt x="24" y="3"/>
                </a:lnTo>
                <a:lnTo>
                  <a:pt x="23" y="2"/>
                </a:lnTo>
                <a:lnTo>
                  <a:pt x="22" y="2"/>
                </a:lnTo>
                <a:lnTo>
                  <a:pt x="22" y="1"/>
                </a:lnTo>
                <a:lnTo>
                  <a:pt x="20" y="1"/>
                </a:lnTo>
                <a:lnTo>
                  <a:pt x="19" y="1"/>
                </a:lnTo>
                <a:lnTo>
                  <a:pt x="19" y="2"/>
                </a:lnTo>
                <a:lnTo>
                  <a:pt x="20" y="2"/>
                </a:lnTo>
                <a:lnTo>
                  <a:pt x="21" y="2"/>
                </a:lnTo>
                <a:lnTo>
                  <a:pt x="22" y="3"/>
                </a:lnTo>
                <a:lnTo>
                  <a:pt x="23" y="3"/>
                </a:lnTo>
                <a:lnTo>
                  <a:pt x="23" y="4"/>
                </a:lnTo>
                <a:lnTo>
                  <a:pt x="23" y="5"/>
                </a:lnTo>
                <a:lnTo>
                  <a:pt x="22" y="5"/>
                </a:lnTo>
                <a:lnTo>
                  <a:pt x="22" y="6"/>
                </a:lnTo>
                <a:lnTo>
                  <a:pt x="21" y="6"/>
                </a:lnTo>
                <a:lnTo>
                  <a:pt x="21" y="7"/>
                </a:lnTo>
                <a:lnTo>
                  <a:pt x="20" y="7"/>
                </a:lnTo>
                <a:lnTo>
                  <a:pt x="19" y="7"/>
                </a:lnTo>
                <a:lnTo>
                  <a:pt x="19" y="8"/>
                </a:lnTo>
                <a:lnTo>
                  <a:pt x="20" y="8"/>
                </a:lnTo>
                <a:lnTo>
                  <a:pt x="20" y="9"/>
                </a:lnTo>
                <a:lnTo>
                  <a:pt x="19" y="9"/>
                </a:lnTo>
                <a:lnTo>
                  <a:pt x="19" y="10"/>
                </a:lnTo>
                <a:lnTo>
                  <a:pt x="18" y="10"/>
                </a:lnTo>
                <a:lnTo>
                  <a:pt x="17" y="9"/>
                </a:lnTo>
                <a:lnTo>
                  <a:pt x="17" y="10"/>
                </a:lnTo>
                <a:lnTo>
                  <a:pt x="16" y="10"/>
                </a:lnTo>
                <a:lnTo>
                  <a:pt x="16" y="11"/>
                </a:lnTo>
                <a:lnTo>
                  <a:pt x="15" y="10"/>
                </a:lnTo>
                <a:lnTo>
                  <a:pt x="14" y="10"/>
                </a:lnTo>
                <a:lnTo>
                  <a:pt x="13" y="9"/>
                </a:lnTo>
                <a:lnTo>
                  <a:pt x="12" y="9"/>
                </a:lnTo>
                <a:lnTo>
                  <a:pt x="12" y="10"/>
                </a:lnTo>
                <a:lnTo>
                  <a:pt x="12" y="11"/>
                </a:lnTo>
                <a:lnTo>
                  <a:pt x="12" y="12"/>
                </a:lnTo>
                <a:lnTo>
                  <a:pt x="11" y="13"/>
                </a:lnTo>
                <a:lnTo>
                  <a:pt x="9" y="13"/>
                </a:lnTo>
                <a:lnTo>
                  <a:pt x="9" y="14"/>
                </a:lnTo>
                <a:lnTo>
                  <a:pt x="8" y="14"/>
                </a:lnTo>
                <a:lnTo>
                  <a:pt x="7" y="14"/>
                </a:lnTo>
                <a:lnTo>
                  <a:pt x="7" y="15"/>
                </a:lnTo>
                <a:lnTo>
                  <a:pt x="7" y="16"/>
                </a:lnTo>
                <a:lnTo>
                  <a:pt x="8" y="17"/>
                </a:lnTo>
                <a:lnTo>
                  <a:pt x="8" y="18"/>
                </a:lnTo>
                <a:lnTo>
                  <a:pt x="9" y="18"/>
                </a:lnTo>
                <a:lnTo>
                  <a:pt x="9" y="20"/>
                </a:lnTo>
                <a:lnTo>
                  <a:pt x="9" y="21"/>
                </a:lnTo>
                <a:lnTo>
                  <a:pt x="9" y="22"/>
                </a:lnTo>
                <a:lnTo>
                  <a:pt x="8" y="22"/>
                </a:lnTo>
                <a:lnTo>
                  <a:pt x="7" y="23"/>
                </a:lnTo>
                <a:lnTo>
                  <a:pt x="7" y="24"/>
                </a:lnTo>
                <a:lnTo>
                  <a:pt x="7" y="25"/>
                </a:lnTo>
                <a:lnTo>
                  <a:pt x="7" y="26"/>
                </a:lnTo>
                <a:lnTo>
                  <a:pt x="6" y="26"/>
                </a:lnTo>
                <a:lnTo>
                  <a:pt x="6" y="27"/>
                </a:lnTo>
                <a:lnTo>
                  <a:pt x="5" y="27"/>
                </a:lnTo>
                <a:lnTo>
                  <a:pt x="6" y="28"/>
                </a:lnTo>
                <a:lnTo>
                  <a:pt x="6" y="29"/>
                </a:lnTo>
                <a:lnTo>
                  <a:pt x="5" y="29"/>
                </a:lnTo>
                <a:lnTo>
                  <a:pt x="4" y="30"/>
                </a:lnTo>
                <a:lnTo>
                  <a:pt x="3" y="31"/>
                </a:lnTo>
                <a:lnTo>
                  <a:pt x="3" y="32"/>
                </a:lnTo>
                <a:lnTo>
                  <a:pt x="2" y="33"/>
                </a:lnTo>
                <a:lnTo>
                  <a:pt x="1" y="34"/>
                </a:lnTo>
                <a:lnTo>
                  <a:pt x="2" y="34"/>
                </a:lnTo>
                <a:lnTo>
                  <a:pt x="3" y="34"/>
                </a:lnTo>
                <a:lnTo>
                  <a:pt x="3" y="35"/>
                </a:lnTo>
                <a:lnTo>
                  <a:pt x="2" y="35"/>
                </a:lnTo>
                <a:lnTo>
                  <a:pt x="2" y="36"/>
                </a:lnTo>
                <a:lnTo>
                  <a:pt x="2" y="37"/>
                </a:lnTo>
                <a:lnTo>
                  <a:pt x="2" y="38"/>
                </a:lnTo>
                <a:lnTo>
                  <a:pt x="2" y="37"/>
                </a:lnTo>
                <a:lnTo>
                  <a:pt x="3" y="37"/>
                </a:lnTo>
                <a:lnTo>
                  <a:pt x="4" y="37"/>
                </a:lnTo>
                <a:lnTo>
                  <a:pt x="3" y="38"/>
                </a:lnTo>
                <a:lnTo>
                  <a:pt x="2" y="38"/>
                </a:lnTo>
                <a:lnTo>
                  <a:pt x="2" y="39"/>
                </a:lnTo>
                <a:lnTo>
                  <a:pt x="1" y="39"/>
                </a:lnTo>
                <a:lnTo>
                  <a:pt x="1" y="38"/>
                </a:lnTo>
                <a:lnTo>
                  <a:pt x="0" y="38"/>
                </a:lnTo>
                <a:lnTo>
                  <a:pt x="0" y="37"/>
                </a:lnTo>
                <a:lnTo>
                  <a:pt x="0" y="36"/>
                </a:lnTo>
                <a:lnTo>
                  <a:pt x="1" y="36"/>
                </a:lnTo>
                <a:lnTo>
                  <a:pt x="1" y="35"/>
                </a:lnTo>
                <a:lnTo>
                  <a:pt x="1" y="34"/>
                </a:lnTo>
                <a:lnTo>
                  <a:pt x="1" y="33"/>
                </a:lnTo>
                <a:lnTo>
                  <a:pt x="2" y="32"/>
                </a:lnTo>
                <a:lnTo>
                  <a:pt x="2" y="31"/>
                </a:lnTo>
                <a:lnTo>
                  <a:pt x="3" y="31"/>
                </a:lnTo>
                <a:lnTo>
                  <a:pt x="3" y="30"/>
                </a:lnTo>
                <a:lnTo>
                  <a:pt x="4" y="29"/>
                </a:lnTo>
                <a:lnTo>
                  <a:pt x="5" y="28"/>
                </a:lnTo>
                <a:lnTo>
                  <a:pt x="4" y="28"/>
                </a:lnTo>
                <a:lnTo>
                  <a:pt x="4" y="27"/>
                </a:lnTo>
                <a:lnTo>
                  <a:pt x="4" y="26"/>
                </a:lnTo>
                <a:lnTo>
                  <a:pt x="5" y="26"/>
                </a:lnTo>
                <a:lnTo>
                  <a:pt x="5" y="25"/>
                </a:lnTo>
                <a:lnTo>
                  <a:pt x="5" y="24"/>
                </a:lnTo>
                <a:lnTo>
                  <a:pt x="5" y="23"/>
                </a:lnTo>
                <a:lnTo>
                  <a:pt x="6" y="23"/>
                </a:lnTo>
                <a:lnTo>
                  <a:pt x="6" y="22"/>
                </a:lnTo>
                <a:lnTo>
                  <a:pt x="7" y="22"/>
                </a:lnTo>
                <a:lnTo>
                  <a:pt x="7" y="21"/>
                </a:lnTo>
                <a:lnTo>
                  <a:pt x="8" y="22"/>
                </a:lnTo>
                <a:lnTo>
                  <a:pt x="8" y="21"/>
                </a:lnTo>
                <a:lnTo>
                  <a:pt x="8" y="20"/>
                </a:lnTo>
                <a:lnTo>
                  <a:pt x="8" y="18"/>
                </a:lnTo>
                <a:lnTo>
                  <a:pt x="7" y="17"/>
                </a:lnTo>
                <a:lnTo>
                  <a:pt x="6" y="17"/>
                </a:lnTo>
                <a:lnTo>
                  <a:pt x="6" y="16"/>
                </a:lnTo>
                <a:lnTo>
                  <a:pt x="6" y="15"/>
                </a:lnTo>
                <a:lnTo>
                  <a:pt x="6" y="14"/>
                </a:lnTo>
                <a:lnTo>
                  <a:pt x="7" y="14"/>
                </a:lnTo>
                <a:lnTo>
                  <a:pt x="8" y="13"/>
                </a:lnTo>
                <a:lnTo>
                  <a:pt x="9" y="13"/>
                </a:lnTo>
                <a:lnTo>
                  <a:pt x="9" y="12"/>
                </a:lnTo>
                <a:lnTo>
                  <a:pt x="11" y="12"/>
                </a:lnTo>
                <a:lnTo>
                  <a:pt x="11" y="11"/>
                </a:lnTo>
                <a:lnTo>
                  <a:pt x="11" y="10"/>
                </a:lnTo>
                <a:lnTo>
                  <a:pt x="11" y="9"/>
                </a:lnTo>
                <a:lnTo>
                  <a:pt x="12" y="8"/>
                </a:lnTo>
                <a:lnTo>
                  <a:pt x="13" y="8"/>
                </a:lnTo>
                <a:lnTo>
                  <a:pt x="13" y="9"/>
                </a:lnTo>
                <a:lnTo>
                  <a:pt x="14" y="9"/>
                </a:lnTo>
                <a:lnTo>
                  <a:pt x="14" y="10"/>
                </a:lnTo>
                <a:lnTo>
                  <a:pt x="15" y="10"/>
                </a:lnTo>
                <a:lnTo>
                  <a:pt x="16" y="10"/>
                </a:lnTo>
                <a:lnTo>
                  <a:pt x="16" y="9"/>
                </a:lnTo>
                <a:lnTo>
                  <a:pt x="17" y="9"/>
                </a:lnTo>
                <a:lnTo>
                  <a:pt x="18" y="8"/>
                </a:lnTo>
                <a:lnTo>
                  <a:pt x="19" y="7"/>
                </a:lnTo>
                <a:lnTo>
                  <a:pt x="20" y="6"/>
                </a:lnTo>
                <a:lnTo>
                  <a:pt x="21" y="5"/>
                </a:lnTo>
                <a:lnTo>
                  <a:pt x="22" y="5"/>
                </a:lnTo>
                <a:lnTo>
                  <a:pt x="22" y="4"/>
                </a:lnTo>
                <a:lnTo>
                  <a:pt x="21" y="4"/>
                </a:lnTo>
                <a:lnTo>
                  <a:pt x="20" y="3"/>
                </a:lnTo>
                <a:lnTo>
                  <a:pt x="19" y="3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19" y="0"/>
                </a:lnTo>
                <a:lnTo>
                  <a:pt x="20" y="0"/>
                </a:lnTo>
                <a:lnTo>
                  <a:pt x="21" y="0"/>
                </a:lnTo>
                <a:lnTo>
                  <a:pt x="22" y="0"/>
                </a:lnTo>
                <a:lnTo>
                  <a:pt x="22" y="1"/>
                </a:lnTo>
                <a:lnTo>
                  <a:pt x="23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00" name=""/>
          <p:cNvSpPr/>
          <p:nvPr/>
        </p:nvSpPr>
        <p:spPr>
          <a:xfrm>
            <a:off x="2614320" y="3556080"/>
            <a:ext cx="13680" cy="17640"/>
          </a:xfrm>
          <a:custGeom>
            <a:avLst/>
            <a:gdLst/>
            <a:ahLst/>
            <a:rect l="0" t="0" r="r" b="b"/>
            <a:pathLst>
              <a:path w="38" h="49">
                <a:moveTo>
                  <a:pt x="2" y="3"/>
                </a:moveTo>
                <a:lnTo>
                  <a:pt x="2" y="4"/>
                </a:lnTo>
                <a:lnTo>
                  <a:pt x="2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1" y="9"/>
                </a:lnTo>
                <a:lnTo>
                  <a:pt x="0" y="9"/>
                </a:lnTo>
                <a:lnTo>
                  <a:pt x="0" y="10"/>
                </a:lnTo>
                <a:lnTo>
                  <a:pt x="0" y="11"/>
                </a:lnTo>
                <a:lnTo>
                  <a:pt x="1" y="11"/>
                </a:lnTo>
                <a:lnTo>
                  <a:pt x="1" y="12"/>
                </a:lnTo>
                <a:lnTo>
                  <a:pt x="1" y="13"/>
                </a:lnTo>
                <a:lnTo>
                  <a:pt x="1" y="14"/>
                </a:lnTo>
                <a:lnTo>
                  <a:pt x="1" y="15"/>
                </a:lnTo>
                <a:lnTo>
                  <a:pt x="1" y="16"/>
                </a:lnTo>
                <a:lnTo>
                  <a:pt x="2" y="16"/>
                </a:lnTo>
                <a:lnTo>
                  <a:pt x="2" y="17"/>
                </a:lnTo>
                <a:lnTo>
                  <a:pt x="2" y="18"/>
                </a:lnTo>
                <a:lnTo>
                  <a:pt x="2" y="19"/>
                </a:lnTo>
                <a:lnTo>
                  <a:pt x="3" y="19"/>
                </a:lnTo>
                <a:lnTo>
                  <a:pt x="4" y="19"/>
                </a:lnTo>
                <a:lnTo>
                  <a:pt x="5" y="19"/>
                </a:lnTo>
                <a:lnTo>
                  <a:pt x="6" y="19"/>
                </a:lnTo>
                <a:lnTo>
                  <a:pt x="6" y="20"/>
                </a:lnTo>
                <a:lnTo>
                  <a:pt x="6" y="21"/>
                </a:lnTo>
                <a:lnTo>
                  <a:pt x="7" y="22"/>
                </a:lnTo>
                <a:lnTo>
                  <a:pt x="6" y="22"/>
                </a:lnTo>
                <a:lnTo>
                  <a:pt x="7" y="22"/>
                </a:lnTo>
                <a:lnTo>
                  <a:pt x="7" y="23"/>
                </a:lnTo>
                <a:lnTo>
                  <a:pt x="8" y="23"/>
                </a:lnTo>
                <a:lnTo>
                  <a:pt x="8" y="24"/>
                </a:lnTo>
                <a:lnTo>
                  <a:pt x="10" y="25"/>
                </a:lnTo>
                <a:lnTo>
                  <a:pt x="11" y="25"/>
                </a:lnTo>
                <a:lnTo>
                  <a:pt x="12" y="25"/>
                </a:lnTo>
                <a:lnTo>
                  <a:pt x="12" y="26"/>
                </a:lnTo>
                <a:lnTo>
                  <a:pt x="13" y="26"/>
                </a:lnTo>
                <a:lnTo>
                  <a:pt x="13" y="27"/>
                </a:lnTo>
                <a:lnTo>
                  <a:pt x="14" y="27"/>
                </a:lnTo>
                <a:lnTo>
                  <a:pt x="14" y="28"/>
                </a:lnTo>
                <a:lnTo>
                  <a:pt x="14" y="29"/>
                </a:lnTo>
                <a:lnTo>
                  <a:pt x="15" y="29"/>
                </a:lnTo>
                <a:lnTo>
                  <a:pt x="16" y="29"/>
                </a:lnTo>
                <a:lnTo>
                  <a:pt x="17" y="28"/>
                </a:lnTo>
                <a:lnTo>
                  <a:pt x="18" y="28"/>
                </a:lnTo>
                <a:lnTo>
                  <a:pt x="19" y="28"/>
                </a:lnTo>
                <a:lnTo>
                  <a:pt x="19" y="29"/>
                </a:lnTo>
                <a:lnTo>
                  <a:pt x="20" y="29"/>
                </a:lnTo>
                <a:lnTo>
                  <a:pt x="20" y="30"/>
                </a:lnTo>
                <a:lnTo>
                  <a:pt x="19" y="30"/>
                </a:lnTo>
                <a:lnTo>
                  <a:pt x="19" y="31"/>
                </a:lnTo>
                <a:lnTo>
                  <a:pt x="18" y="32"/>
                </a:lnTo>
                <a:lnTo>
                  <a:pt x="18" y="33"/>
                </a:lnTo>
                <a:lnTo>
                  <a:pt x="19" y="35"/>
                </a:lnTo>
                <a:lnTo>
                  <a:pt x="20" y="35"/>
                </a:lnTo>
                <a:lnTo>
                  <a:pt x="20" y="36"/>
                </a:lnTo>
                <a:lnTo>
                  <a:pt x="22" y="36"/>
                </a:lnTo>
                <a:lnTo>
                  <a:pt x="22" y="35"/>
                </a:lnTo>
                <a:lnTo>
                  <a:pt x="23" y="35"/>
                </a:lnTo>
                <a:lnTo>
                  <a:pt x="23" y="33"/>
                </a:lnTo>
                <a:lnTo>
                  <a:pt x="23" y="32"/>
                </a:lnTo>
                <a:lnTo>
                  <a:pt x="23" y="31"/>
                </a:lnTo>
                <a:lnTo>
                  <a:pt x="22" y="31"/>
                </a:lnTo>
                <a:lnTo>
                  <a:pt x="22" y="30"/>
                </a:lnTo>
                <a:lnTo>
                  <a:pt x="21" y="30"/>
                </a:lnTo>
                <a:lnTo>
                  <a:pt x="22" y="29"/>
                </a:lnTo>
                <a:lnTo>
                  <a:pt x="22" y="28"/>
                </a:lnTo>
                <a:lnTo>
                  <a:pt x="23" y="28"/>
                </a:lnTo>
                <a:lnTo>
                  <a:pt x="23" y="27"/>
                </a:lnTo>
                <a:lnTo>
                  <a:pt x="24" y="27"/>
                </a:lnTo>
                <a:lnTo>
                  <a:pt x="25" y="27"/>
                </a:lnTo>
                <a:lnTo>
                  <a:pt x="26" y="27"/>
                </a:lnTo>
                <a:lnTo>
                  <a:pt x="26" y="28"/>
                </a:lnTo>
                <a:lnTo>
                  <a:pt x="27" y="28"/>
                </a:lnTo>
                <a:lnTo>
                  <a:pt x="27" y="29"/>
                </a:lnTo>
                <a:lnTo>
                  <a:pt x="27" y="30"/>
                </a:lnTo>
                <a:lnTo>
                  <a:pt x="26" y="31"/>
                </a:lnTo>
                <a:lnTo>
                  <a:pt x="26" y="32"/>
                </a:lnTo>
                <a:lnTo>
                  <a:pt x="27" y="32"/>
                </a:lnTo>
                <a:lnTo>
                  <a:pt x="28" y="33"/>
                </a:lnTo>
                <a:lnTo>
                  <a:pt x="28" y="36"/>
                </a:lnTo>
                <a:lnTo>
                  <a:pt x="29" y="37"/>
                </a:lnTo>
                <a:lnTo>
                  <a:pt x="30" y="38"/>
                </a:lnTo>
                <a:lnTo>
                  <a:pt x="30" y="39"/>
                </a:lnTo>
                <a:lnTo>
                  <a:pt x="30" y="40"/>
                </a:lnTo>
                <a:lnTo>
                  <a:pt x="30" y="41"/>
                </a:lnTo>
                <a:lnTo>
                  <a:pt x="30" y="42"/>
                </a:lnTo>
                <a:lnTo>
                  <a:pt x="31" y="42"/>
                </a:lnTo>
                <a:lnTo>
                  <a:pt x="32" y="42"/>
                </a:lnTo>
                <a:lnTo>
                  <a:pt x="33" y="42"/>
                </a:lnTo>
                <a:lnTo>
                  <a:pt x="33" y="43"/>
                </a:lnTo>
                <a:lnTo>
                  <a:pt x="33" y="44"/>
                </a:lnTo>
                <a:lnTo>
                  <a:pt x="33" y="43"/>
                </a:lnTo>
                <a:lnTo>
                  <a:pt x="32" y="43"/>
                </a:lnTo>
                <a:lnTo>
                  <a:pt x="32" y="44"/>
                </a:lnTo>
                <a:lnTo>
                  <a:pt x="32" y="45"/>
                </a:lnTo>
                <a:lnTo>
                  <a:pt x="31" y="46"/>
                </a:lnTo>
                <a:lnTo>
                  <a:pt x="31" y="47"/>
                </a:lnTo>
                <a:lnTo>
                  <a:pt x="32" y="47"/>
                </a:lnTo>
                <a:lnTo>
                  <a:pt x="32" y="48"/>
                </a:lnTo>
                <a:lnTo>
                  <a:pt x="33" y="48"/>
                </a:lnTo>
                <a:lnTo>
                  <a:pt x="34" y="47"/>
                </a:lnTo>
                <a:lnTo>
                  <a:pt x="35" y="47"/>
                </a:lnTo>
                <a:lnTo>
                  <a:pt x="35" y="48"/>
                </a:lnTo>
                <a:lnTo>
                  <a:pt x="36" y="48"/>
                </a:lnTo>
                <a:lnTo>
                  <a:pt x="37" y="48"/>
                </a:lnTo>
                <a:lnTo>
                  <a:pt x="38" y="49"/>
                </a:lnTo>
                <a:lnTo>
                  <a:pt x="37" y="49"/>
                </a:lnTo>
                <a:lnTo>
                  <a:pt x="36" y="48"/>
                </a:lnTo>
                <a:lnTo>
                  <a:pt x="35" y="48"/>
                </a:lnTo>
                <a:lnTo>
                  <a:pt x="34" y="48"/>
                </a:lnTo>
                <a:lnTo>
                  <a:pt x="33" y="48"/>
                </a:lnTo>
                <a:lnTo>
                  <a:pt x="32" y="48"/>
                </a:lnTo>
                <a:lnTo>
                  <a:pt x="31" y="47"/>
                </a:lnTo>
                <a:lnTo>
                  <a:pt x="31" y="46"/>
                </a:lnTo>
                <a:lnTo>
                  <a:pt x="31" y="45"/>
                </a:lnTo>
                <a:lnTo>
                  <a:pt x="31" y="44"/>
                </a:lnTo>
                <a:lnTo>
                  <a:pt x="31" y="43"/>
                </a:lnTo>
                <a:lnTo>
                  <a:pt x="31" y="42"/>
                </a:lnTo>
                <a:lnTo>
                  <a:pt x="30" y="42"/>
                </a:lnTo>
                <a:lnTo>
                  <a:pt x="30" y="41"/>
                </a:lnTo>
                <a:lnTo>
                  <a:pt x="29" y="41"/>
                </a:lnTo>
                <a:lnTo>
                  <a:pt x="29" y="40"/>
                </a:lnTo>
                <a:lnTo>
                  <a:pt x="29" y="39"/>
                </a:lnTo>
                <a:lnTo>
                  <a:pt x="29" y="38"/>
                </a:lnTo>
                <a:lnTo>
                  <a:pt x="28" y="37"/>
                </a:lnTo>
                <a:lnTo>
                  <a:pt x="27" y="37"/>
                </a:lnTo>
                <a:lnTo>
                  <a:pt x="27" y="36"/>
                </a:lnTo>
                <a:lnTo>
                  <a:pt x="27" y="35"/>
                </a:lnTo>
                <a:lnTo>
                  <a:pt x="27" y="33"/>
                </a:lnTo>
                <a:lnTo>
                  <a:pt x="27" y="32"/>
                </a:lnTo>
                <a:lnTo>
                  <a:pt x="26" y="32"/>
                </a:lnTo>
                <a:lnTo>
                  <a:pt x="26" y="31"/>
                </a:lnTo>
                <a:lnTo>
                  <a:pt x="26" y="30"/>
                </a:lnTo>
                <a:lnTo>
                  <a:pt x="27" y="30"/>
                </a:lnTo>
                <a:lnTo>
                  <a:pt x="27" y="29"/>
                </a:lnTo>
                <a:lnTo>
                  <a:pt x="27" y="28"/>
                </a:lnTo>
                <a:lnTo>
                  <a:pt x="26" y="28"/>
                </a:lnTo>
                <a:lnTo>
                  <a:pt x="24" y="28"/>
                </a:lnTo>
                <a:lnTo>
                  <a:pt x="23" y="28"/>
                </a:lnTo>
                <a:lnTo>
                  <a:pt x="23" y="29"/>
                </a:lnTo>
                <a:lnTo>
                  <a:pt x="22" y="29"/>
                </a:lnTo>
                <a:lnTo>
                  <a:pt x="22" y="30"/>
                </a:lnTo>
                <a:lnTo>
                  <a:pt x="22" y="31"/>
                </a:lnTo>
                <a:lnTo>
                  <a:pt x="23" y="31"/>
                </a:lnTo>
                <a:lnTo>
                  <a:pt x="23" y="32"/>
                </a:lnTo>
                <a:lnTo>
                  <a:pt x="24" y="32"/>
                </a:lnTo>
                <a:lnTo>
                  <a:pt x="24" y="33"/>
                </a:lnTo>
                <a:lnTo>
                  <a:pt x="23" y="35"/>
                </a:lnTo>
                <a:lnTo>
                  <a:pt x="22" y="36"/>
                </a:lnTo>
                <a:lnTo>
                  <a:pt x="21" y="36"/>
                </a:lnTo>
                <a:lnTo>
                  <a:pt x="20" y="36"/>
                </a:lnTo>
                <a:lnTo>
                  <a:pt x="19" y="36"/>
                </a:lnTo>
                <a:lnTo>
                  <a:pt x="19" y="35"/>
                </a:lnTo>
                <a:lnTo>
                  <a:pt x="18" y="35"/>
                </a:lnTo>
                <a:lnTo>
                  <a:pt x="18" y="33"/>
                </a:lnTo>
                <a:lnTo>
                  <a:pt x="17" y="32"/>
                </a:lnTo>
                <a:lnTo>
                  <a:pt x="18" y="32"/>
                </a:lnTo>
                <a:lnTo>
                  <a:pt x="18" y="31"/>
                </a:lnTo>
                <a:lnTo>
                  <a:pt x="19" y="31"/>
                </a:lnTo>
                <a:lnTo>
                  <a:pt x="19" y="30"/>
                </a:lnTo>
                <a:lnTo>
                  <a:pt x="19" y="29"/>
                </a:lnTo>
                <a:lnTo>
                  <a:pt x="19" y="28"/>
                </a:lnTo>
                <a:lnTo>
                  <a:pt x="18" y="28"/>
                </a:lnTo>
                <a:lnTo>
                  <a:pt x="17" y="28"/>
                </a:lnTo>
                <a:lnTo>
                  <a:pt x="17" y="29"/>
                </a:lnTo>
                <a:lnTo>
                  <a:pt x="16" y="29"/>
                </a:lnTo>
                <a:lnTo>
                  <a:pt x="16" y="30"/>
                </a:lnTo>
                <a:lnTo>
                  <a:pt x="15" y="30"/>
                </a:lnTo>
                <a:lnTo>
                  <a:pt x="14" y="29"/>
                </a:lnTo>
                <a:lnTo>
                  <a:pt x="14" y="28"/>
                </a:lnTo>
                <a:lnTo>
                  <a:pt x="13" y="28"/>
                </a:lnTo>
                <a:lnTo>
                  <a:pt x="13" y="27"/>
                </a:lnTo>
                <a:lnTo>
                  <a:pt x="12" y="26"/>
                </a:lnTo>
                <a:lnTo>
                  <a:pt x="11" y="26"/>
                </a:lnTo>
                <a:lnTo>
                  <a:pt x="11" y="25"/>
                </a:lnTo>
                <a:lnTo>
                  <a:pt x="10" y="25"/>
                </a:lnTo>
                <a:lnTo>
                  <a:pt x="8" y="25"/>
                </a:lnTo>
                <a:lnTo>
                  <a:pt x="8" y="24"/>
                </a:lnTo>
                <a:lnTo>
                  <a:pt x="7" y="24"/>
                </a:lnTo>
                <a:lnTo>
                  <a:pt x="7" y="23"/>
                </a:lnTo>
                <a:lnTo>
                  <a:pt x="6" y="22"/>
                </a:lnTo>
                <a:lnTo>
                  <a:pt x="6" y="21"/>
                </a:lnTo>
                <a:lnTo>
                  <a:pt x="6" y="20"/>
                </a:lnTo>
                <a:lnTo>
                  <a:pt x="5" y="19"/>
                </a:lnTo>
                <a:lnTo>
                  <a:pt x="4" y="19"/>
                </a:lnTo>
                <a:lnTo>
                  <a:pt x="3" y="19"/>
                </a:lnTo>
                <a:lnTo>
                  <a:pt x="2" y="19"/>
                </a:lnTo>
                <a:lnTo>
                  <a:pt x="2" y="18"/>
                </a:lnTo>
                <a:lnTo>
                  <a:pt x="2" y="17"/>
                </a:lnTo>
                <a:lnTo>
                  <a:pt x="1" y="17"/>
                </a:lnTo>
                <a:lnTo>
                  <a:pt x="1" y="16"/>
                </a:lnTo>
                <a:lnTo>
                  <a:pt x="0" y="16"/>
                </a:lnTo>
                <a:lnTo>
                  <a:pt x="0" y="15"/>
                </a:lnTo>
                <a:lnTo>
                  <a:pt x="1" y="14"/>
                </a:lnTo>
                <a:lnTo>
                  <a:pt x="1" y="13"/>
                </a:lnTo>
                <a:lnTo>
                  <a:pt x="1" y="12"/>
                </a:ln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1" y="4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3" y="1"/>
                </a:lnTo>
                <a:lnTo>
                  <a:pt x="3" y="2"/>
                </a:lnTo>
                <a:lnTo>
                  <a:pt x="2" y="3"/>
                </a:lnTo>
                <a:moveTo>
                  <a:pt x="31" y="46"/>
                </a:moveTo>
                <a:lnTo>
                  <a:pt x="31" y="45"/>
                </a:lnTo>
                <a:lnTo>
                  <a:pt x="32" y="45"/>
                </a:lnTo>
                <a:lnTo>
                  <a:pt x="32" y="44"/>
                </a:lnTo>
                <a:lnTo>
                  <a:pt x="31" y="44"/>
                </a:lnTo>
                <a:lnTo>
                  <a:pt x="31" y="45"/>
                </a:lnTo>
                <a:lnTo>
                  <a:pt x="31" y="46"/>
                </a:lnTo>
                <a:moveTo>
                  <a:pt x="32" y="44"/>
                </a:moveTo>
                <a:lnTo>
                  <a:pt x="32" y="43"/>
                </a:lnTo>
                <a:lnTo>
                  <a:pt x="33" y="43"/>
                </a:lnTo>
                <a:lnTo>
                  <a:pt x="32" y="42"/>
                </a:lnTo>
                <a:lnTo>
                  <a:pt x="31" y="43"/>
                </a:lnTo>
                <a:lnTo>
                  <a:pt x="31" y="44"/>
                </a:lnTo>
                <a:lnTo>
                  <a:pt x="32" y="44"/>
                </a:lnTo>
                <a:moveTo>
                  <a:pt x="30" y="40"/>
                </a:moveTo>
                <a:lnTo>
                  <a:pt x="30" y="39"/>
                </a:lnTo>
                <a:lnTo>
                  <a:pt x="30" y="38"/>
                </a:lnTo>
                <a:lnTo>
                  <a:pt x="29" y="38"/>
                </a:lnTo>
                <a:lnTo>
                  <a:pt x="29" y="37"/>
                </a:lnTo>
                <a:lnTo>
                  <a:pt x="28" y="37"/>
                </a:lnTo>
                <a:lnTo>
                  <a:pt x="29" y="38"/>
                </a:lnTo>
                <a:lnTo>
                  <a:pt x="29" y="39"/>
                </a:lnTo>
                <a:lnTo>
                  <a:pt x="29" y="40"/>
                </a:lnTo>
                <a:lnTo>
                  <a:pt x="30" y="40"/>
                </a:lnTo>
                <a:moveTo>
                  <a:pt x="25" y="27"/>
                </a:moveTo>
                <a:lnTo>
                  <a:pt x="24" y="27"/>
                </a:lnTo>
                <a:lnTo>
                  <a:pt x="25" y="27"/>
                </a:lnTo>
                <a:lnTo>
                  <a:pt x="26" y="27"/>
                </a:lnTo>
                <a:lnTo>
                  <a:pt x="25" y="27"/>
                </a:lnTo>
                <a:moveTo>
                  <a:pt x="1" y="17"/>
                </a:moveTo>
                <a:lnTo>
                  <a:pt x="1" y="17"/>
                </a:lnTo>
                <a:moveTo>
                  <a:pt x="1" y="14"/>
                </a:moveTo>
                <a:lnTo>
                  <a:pt x="1" y="13"/>
                </a:lnTo>
                <a:lnTo>
                  <a:pt x="1" y="14"/>
                </a:lnTo>
                <a:moveTo>
                  <a:pt x="1" y="8"/>
                </a:moveTo>
                <a:lnTo>
                  <a:pt x="1" y="7"/>
                </a:lnTo>
                <a:lnTo>
                  <a:pt x="1" y="6"/>
                </a:lnTo>
                <a:lnTo>
                  <a:pt x="1" y="7"/>
                </a:lnTo>
                <a:lnTo>
                  <a:pt x="0" y="7"/>
                </a:lnTo>
                <a:lnTo>
                  <a:pt x="0" y="8"/>
                </a:lnTo>
                <a:lnTo>
                  <a:pt x="1" y="8"/>
                </a:lnTo>
                <a:moveTo>
                  <a:pt x="3" y="2"/>
                </a:moveTo>
                <a:lnTo>
                  <a:pt x="3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01" name=""/>
          <p:cNvSpPr/>
          <p:nvPr/>
        </p:nvSpPr>
        <p:spPr>
          <a:xfrm>
            <a:off x="2284200" y="428328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02" name=""/>
          <p:cNvSpPr/>
          <p:nvPr/>
        </p:nvSpPr>
        <p:spPr>
          <a:xfrm>
            <a:off x="2263320" y="4280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3"/>
                </a:move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03" name=""/>
          <p:cNvSpPr/>
          <p:nvPr/>
        </p:nvSpPr>
        <p:spPr>
          <a:xfrm>
            <a:off x="2269800" y="4278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04" name=""/>
          <p:cNvSpPr/>
          <p:nvPr/>
        </p:nvSpPr>
        <p:spPr>
          <a:xfrm>
            <a:off x="2271600" y="42786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05" name=""/>
          <p:cNvSpPr/>
          <p:nvPr/>
        </p:nvSpPr>
        <p:spPr>
          <a:xfrm>
            <a:off x="2266560" y="4278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06" name=""/>
          <p:cNvSpPr/>
          <p:nvPr/>
        </p:nvSpPr>
        <p:spPr>
          <a:xfrm>
            <a:off x="2266200" y="4278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07" name=""/>
          <p:cNvSpPr/>
          <p:nvPr/>
        </p:nvSpPr>
        <p:spPr>
          <a:xfrm>
            <a:off x="2266920" y="42746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08" name=""/>
          <p:cNvSpPr/>
          <p:nvPr/>
        </p:nvSpPr>
        <p:spPr>
          <a:xfrm>
            <a:off x="2265840" y="427392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0"/>
                </a:moveTo>
                <a:lnTo>
                  <a:pt x="3" y="1"/>
                </a:lnTo>
                <a:lnTo>
                  <a:pt x="3" y="3"/>
                </a:lnTo>
                <a:lnTo>
                  <a:pt x="5" y="3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09" name=""/>
          <p:cNvSpPr/>
          <p:nvPr/>
        </p:nvSpPr>
        <p:spPr>
          <a:xfrm>
            <a:off x="2260080" y="42732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10" name=""/>
          <p:cNvSpPr/>
          <p:nvPr/>
        </p:nvSpPr>
        <p:spPr>
          <a:xfrm>
            <a:off x="2266560" y="42699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11" name=""/>
          <p:cNvSpPr/>
          <p:nvPr/>
        </p:nvSpPr>
        <p:spPr>
          <a:xfrm>
            <a:off x="2282400" y="4269240"/>
            <a:ext cx="3600" cy="2520"/>
          </a:xfrm>
          <a:custGeom>
            <a:avLst/>
            <a:gdLst/>
            <a:ahLst/>
            <a:rect l="0" t="0" r="r" b="b"/>
            <a:pathLst>
              <a:path w="10" h="7">
                <a:moveTo>
                  <a:pt x="9" y="1"/>
                </a:move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6" y="3"/>
                </a:lnTo>
                <a:lnTo>
                  <a:pt x="7" y="3"/>
                </a:lnTo>
                <a:lnTo>
                  <a:pt x="6" y="3"/>
                </a:lnTo>
                <a:lnTo>
                  <a:pt x="5" y="3"/>
                </a:lnTo>
                <a:lnTo>
                  <a:pt x="6" y="3"/>
                </a:lnTo>
                <a:lnTo>
                  <a:pt x="6" y="4"/>
                </a:lnTo>
                <a:lnTo>
                  <a:pt x="5" y="4"/>
                </a:lnTo>
                <a:lnTo>
                  <a:pt x="6" y="4"/>
                </a:lnTo>
                <a:lnTo>
                  <a:pt x="5" y="4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2" y="5"/>
                </a:lnTo>
                <a:lnTo>
                  <a:pt x="2" y="7"/>
                </a:lnTo>
                <a:lnTo>
                  <a:pt x="1" y="7"/>
                </a:lnTo>
                <a:lnTo>
                  <a:pt x="2" y="7"/>
                </a:lnTo>
                <a:lnTo>
                  <a:pt x="2" y="5"/>
                </a:lnTo>
                <a:lnTo>
                  <a:pt x="1" y="5"/>
                </a:lnTo>
                <a:lnTo>
                  <a:pt x="1" y="7"/>
                </a:lnTo>
                <a:lnTo>
                  <a:pt x="0" y="7"/>
                </a:lnTo>
                <a:lnTo>
                  <a:pt x="0" y="5"/>
                </a:lnTo>
                <a:lnTo>
                  <a:pt x="1" y="4"/>
                </a:lnTo>
                <a:lnTo>
                  <a:pt x="2" y="4"/>
                </a:lnTo>
                <a:lnTo>
                  <a:pt x="3" y="3"/>
                </a:lnTo>
                <a:lnTo>
                  <a:pt x="4" y="2"/>
                </a:lnTo>
                <a:lnTo>
                  <a:pt x="5" y="2"/>
                </a:lnTo>
                <a:lnTo>
                  <a:pt x="5" y="1"/>
                </a:lnTo>
                <a:lnTo>
                  <a:pt x="6" y="1"/>
                </a:lnTo>
                <a:lnTo>
                  <a:pt x="7" y="0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9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12" name=""/>
          <p:cNvSpPr/>
          <p:nvPr/>
        </p:nvSpPr>
        <p:spPr>
          <a:xfrm>
            <a:off x="2267640" y="4266000"/>
            <a:ext cx="5400" cy="3960"/>
          </a:xfrm>
          <a:custGeom>
            <a:avLst/>
            <a:gdLst/>
            <a:ahLst/>
            <a:rect l="0" t="0" r="r" b="b"/>
            <a:pathLst>
              <a:path w="15" h="11">
                <a:moveTo>
                  <a:pt x="10" y="1"/>
                </a:moveTo>
                <a:lnTo>
                  <a:pt x="11" y="2"/>
                </a:lnTo>
                <a:lnTo>
                  <a:pt x="11" y="1"/>
                </a:lnTo>
                <a:lnTo>
                  <a:pt x="12" y="1"/>
                </a:lnTo>
                <a:lnTo>
                  <a:pt x="12" y="2"/>
                </a:lnTo>
                <a:lnTo>
                  <a:pt x="12" y="3"/>
                </a:lnTo>
                <a:lnTo>
                  <a:pt x="12" y="4"/>
                </a:lnTo>
                <a:lnTo>
                  <a:pt x="14" y="4"/>
                </a:lnTo>
                <a:lnTo>
                  <a:pt x="14" y="6"/>
                </a:lnTo>
                <a:lnTo>
                  <a:pt x="15" y="6"/>
                </a:lnTo>
                <a:lnTo>
                  <a:pt x="14" y="6"/>
                </a:lnTo>
                <a:lnTo>
                  <a:pt x="14" y="7"/>
                </a:lnTo>
                <a:lnTo>
                  <a:pt x="12" y="7"/>
                </a:lnTo>
                <a:lnTo>
                  <a:pt x="12" y="6"/>
                </a:lnTo>
                <a:lnTo>
                  <a:pt x="11" y="6"/>
                </a:lnTo>
                <a:lnTo>
                  <a:pt x="9" y="6"/>
                </a:lnTo>
                <a:lnTo>
                  <a:pt x="8" y="7"/>
                </a:lnTo>
                <a:lnTo>
                  <a:pt x="7" y="7"/>
                </a:lnTo>
                <a:lnTo>
                  <a:pt x="7" y="8"/>
                </a:lnTo>
                <a:lnTo>
                  <a:pt x="6" y="8"/>
                </a:lnTo>
                <a:lnTo>
                  <a:pt x="6" y="9"/>
                </a:lnTo>
                <a:lnTo>
                  <a:pt x="6" y="10"/>
                </a:lnTo>
                <a:lnTo>
                  <a:pt x="6" y="11"/>
                </a:lnTo>
                <a:lnTo>
                  <a:pt x="5" y="11"/>
                </a:lnTo>
                <a:lnTo>
                  <a:pt x="4" y="11"/>
                </a:lnTo>
                <a:lnTo>
                  <a:pt x="3" y="11"/>
                </a:lnTo>
                <a:lnTo>
                  <a:pt x="3" y="10"/>
                </a:lnTo>
                <a:lnTo>
                  <a:pt x="2" y="10"/>
                </a:lnTo>
                <a:lnTo>
                  <a:pt x="2" y="9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1" y="8"/>
                </a:lnTo>
                <a:lnTo>
                  <a:pt x="0" y="8"/>
                </a:lnTo>
                <a:lnTo>
                  <a:pt x="0" y="7"/>
                </a:lnTo>
                <a:lnTo>
                  <a:pt x="1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9"/>
                </a:lnTo>
                <a:lnTo>
                  <a:pt x="3" y="10"/>
                </a:lnTo>
                <a:lnTo>
                  <a:pt x="3" y="9"/>
                </a:lnTo>
                <a:lnTo>
                  <a:pt x="4" y="9"/>
                </a:lnTo>
                <a:lnTo>
                  <a:pt x="3" y="9"/>
                </a:lnTo>
                <a:lnTo>
                  <a:pt x="4" y="9"/>
                </a:lnTo>
                <a:lnTo>
                  <a:pt x="5" y="9"/>
                </a:lnTo>
                <a:lnTo>
                  <a:pt x="5" y="8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3" y="7"/>
                </a:lnTo>
                <a:lnTo>
                  <a:pt x="3" y="6"/>
                </a:lnTo>
                <a:lnTo>
                  <a:pt x="3" y="4"/>
                </a:lnTo>
                <a:lnTo>
                  <a:pt x="2" y="4"/>
                </a:lnTo>
                <a:lnTo>
                  <a:pt x="2" y="6"/>
                </a:lnTo>
                <a:lnTo>
                  <a:pt x="1" y="6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5" y="2"/>
                </a:lnTo>
                <a:lnTo>
                  <a:pt x="6" y="2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7" y="1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9" y="1"/>
                </a:lnTo>
                <a:lnTo>
                  <a:pt x="10" y="0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13" name=""/>
          <p:cNvSpPr/>
          <p:nvPr/>
        </p:nvSpPr>
        <p:spPr>
          <a:xfrm>
            <a:off x="2265120" y="4264560"/>
            <a:ext cx="2880" cy="3600"/>
          </a:xfrm>
          <a:custGeom>
            <a:avLst/>
            <a:gdLst/>
            <a:ahLst/>
            <a:rect l="0" t="0" r="r" b="b"/>
            <a:pathLst>
              <a:path w="8" h="10">
                <a:moveTo>
                  <a:pt x="6" y="0"/>
                </a:move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4" y="6"/>
                </a:lnTo>
                <a:lnTo>
                  <a:pt x="4" y="7"/>
                </a:lnTo>
                <a:lnTo>
                  <a:pt x="6" y="7"/>
                </a:lnTo>
                <a:lnTo>
                  <a:pt x="6" y="8"/>
                </a:lnTo>
                <a:lnTo>
                  <a:pt x="4" y="8"/>
                </a:lnTo>
                <a:lnTo>
                  <a:pt x="4" y="9"/>
                </a:lnTo>
                <a:lnTo>
                  <a:pt x="6" y="9"/>
                </a:lnTo>
                <a:lnTo>
                  <a:pt x="4" y="10"/>
                </a:lnTo>
                <a:lnTo>
                  <a:pt x="4" y="9"/>
                </a:lnTo>
                <a:lnTo>
                  <a:pt x="3" y="9"/>
                </a:lnTo>
                <a:lnTo>
                  <a:pt x="2" y="9"/>
                </a:lnTo>
                <a:lnTo>
                  <a:pt x="2" y="10"/>
                </a:lnTo>
                <a:lnTo>
                  <a:pt x="2" y="9"/>
                </a:lnTo>
                <a:lnTo>
                  <a:pt x="1" y="9"/>
                </a:lnTo>
                <a:lnTo>
                  <a:pt x="1" y="10"/>
                </a:lnTo>
                <a:lnTo>
                  <a:pt x="0" y="10"/>
                </a:lnTo>
                <a:lnTo>
                  <a:pt x="0" y="9"/>
                </a:lnTo>
                <a:lnTo>
                  <a:pt x="1" y="9"/>
                </a:lnTo>
                <a:lnTo>
                  <a:pt x="2" y="9"/>
                </a:lnTo>
                <a:lnTo>
                  <a:pt x="2" y="8"/>
                </a:lnTo>
                <a:lnTo>
                  <a:pt x="2" y="9"/>
                </a:lnTo>
                <a:lnTo>
                  <a:pt x="3" y="9"/>
                </a:lnTo>
                <a:lnTo>
                  <a:pt x="3" y="8"/>
                </a:lnTo>
                <a:lnTo>
                  <a:pt x="3" y="7"/>
                </a:lnTo>
                <a:lnTo>
                  <a:pt x="3" y="6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6" y="0"/>
                </a:lnTo>
                <a:lnTo>
                  <a:pt x="6" y="1"/>
                </a:lnTo>
                <a:lnTo>
                  <a:pt x="6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14" name=""/>
          <p:cNvSpPr/>
          <p:nvPr/>
        </p:nvSpPr>
        <p:spPr>
          <a:xfrm>
            <a:off x="2269440" y="42656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15" name=""/>
          <p:cNvSpPr/>
          <p:nvPr/>
        </p:nvSpPr>
        <p:spPr>
          <a:xfrm>
            <a:off x="2268000" y="426348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4" y="0"/>
                </a:move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lnTo>
                  <a:pt x="6" y="6"/>
                </a:lnTo>
                <a:lnTo>
                  <a:pt x="5" y="6"/>
                </a:lnTo>
                <a:lnTo>
                  <a:pt x="6" y="6"/>
                </a:lnTo>
                <a:lnTo>
                  <a:pt x="5" y="6"/>
                </a:lnTo>
                <a:lnTo>
                  <a:pt x="4" y="6"/>
                </a:lnTo>
                <a:lnTo>
                  <a:pt x="4" y="7"/>
                </a:lnTo>
                <a:lnTo>
                  <a:pt x="4" y="6"/>
                </a:lnTo>
                <a:lnTo>
                  <a:pt x="5" y="4"/>
                </a:lnTo>
                <a:lnTo>
                  <a:pt x="4" y="3"/>
                </a:lnTo>
                <a:lnTo>
                  <a:pt x="4" y="2"/>
                </a:lnTo>
                <a:lnTo>
                  <a:pt x="2" y="2"/>
                </a:lnTo>
                <a:lnTo>
                  <a:pt x="2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16" name=""/>
          <p:cNvSpPr/>
          <p:nvPr/>
        </p:nvSpPr>
        <p:spPr>
          <a:xfrm>
            <a:off x="2266560" y="4264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17" name=""/>
          <p:cNvSpPr/>
          <p:nvPr/>
        </p:nvSpPr>
        <p:spPr>
          <a:xfrm>
            <a:off x="2269440" y="42606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2" y="1"/>
                </a:moveTo>
                <a:lnTo>
                  <a:pt x="2" y="3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3" y="1"/>
                </a:lnTo>
                <a:lnTo>
                  <a:pt x="2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18" name=""/>
          <p:cNvSpPr/>
          <p:nvPr/>
        </p:nvSpPr>
        <p:spPr>
          <a:xfrm>
            <a:off x="2334600" y="4326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19" name=""/>
          <p:cNvSpPr/>
          <p:nvPr/>
        </p:nvSpPr>
        <p:spPr>
          <a:xfrm>
            <a:off x="2331000" y="4322160"/>
            <a:ext cx="3600" cy="3240"/>
          </a:xfrm>
          <a:custGeom>
            <a:avLst/>
            <a:gdLst/>
            <a:ahLst/>
            <a:rect l="0" t="0" r="r" b="b"/>
            <a:pathLst>
              <a:path w="10" h="9">
                <a:moveTo>
                  <a:pt x="3" y="0"/>
                </a:move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2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8" y="5"/>
                </a:lnTo>
                <a:lnTo>
                  <a:pt x="9" y="5"/>
                </a:lnTo>
                <a:lnTo>
                  <a:pt x="9" y="7"/>
                </a:lnTo>
                <a:lnTo>
                  <a:pt x="10" y="7"/>
                </a:lnTo>
                <a:lnTo>
                  <a:pt x="10" y="8"/>
                </a:lnTo>
                <a:lnTo>
                  <a:pt x="10" y="9"/>
                </a:lnTo>
                <a:lnTo>
                  <a:pt x="9" y="9"/>
                </a:lnTo>
                <a:lnTo>
                  <a:pt x="8" y="9"/>
                </a:lnTo>
                <a:lnTo>
                  <a:pt x="7" y="8"/>
                </a:lnTo>
                <a:lnTo>
                  <a:pt x="7" y="7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4" y="5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20" name=""/>
          <p:cNvSpPr/>
          <p:nvPr/>
        </p:nvSpPr>
        <p:spPr>
          <a:xfrm>
            <a:off x="2293920" y="43120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5"/>
                </a:moveTo>
                <a:lnTo>
                  <a:pt x="0" y="4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21" name=""/>
          <p:cNvSpPr/>
          <p:nvPr/>
        </p:nvSpPr>
        <p:spPr>
          <a:xfrm>
            <a:off x="2291040" y="430272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1" y="1"/>
                </a:moveTo>
                <a:lnTo>
                  <a:pt x="3" y="1"/>
                </a:lnTo>
                <a:lnTo>
                  <a:pt x="3" y="2"/>
                </a:lnTo>
                <a:lnTo>
                  <a:pt x="4" y="4"/>
                </a:lnTo>
                <a:lnTo>
                  <a:pt x="4" y="5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4" y="5"/>
                </a:ln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22" name=""/>
          <p:cNvSpPr/>
          <p:nvPr/>
        </p:nvSpPr>
        <p:spPr>
          <a:xfrm>
            <a:off x="2331360" y="430128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23" name=""/>
          <p:cNvSpPr/>
          <p:nvPr/>
        </p:nvSpPr>
        <p:spPr>
          <a:xfrm>
            <a:off x="2329920" y="4300200"/>
            <a:ext cx="1800" cy="2520"/>
          </a:xfrm>
          <a:custGeom>
            <a:avLst/>
            <a:gdLst/>
            <a:ahLst/>
            <a:rect l="0" t="0" r="r" b="b"/>
            <a:pathLst>
              <a:path w="5" h="7">
                <a:moveTo>
                  <a:pt x="4" y="0"/>
                </a:moveTo>
                <a:lnTo>
                  <a:pt x="5" y="0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5" y="5"/>
                </a:lnTo>
                <a:lnTo>
                  <a:pt x="5" y="7"/>
                </a:lnTo>
                <a:lnTo>
                  <a:pt x="4" y="7"/>
                </a:ln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24" name=""/>
          <p:cNvSpPr/>
          <p:nvPr/>
        </p:nvSpPr>
        <p:spPr>
          <a:xfrm>
            <a:off x="2285280" y="427896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3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3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25" name=""/>
          <p:cNvSpPr/>
          <p:nvPr/>
        </p:nvSpPr>
        <p:spPr>
          <a:xfrm>
            <a:off x="2287080" y="4268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26" name=""/>
          <p:cNvSpPr/>
          <p:nvPr/>
        </p:nvSpPr>
        <p:spPr>
          <a:xfrm>
            <a:off x="2283480" y="4203720"/>
            <a:ext cx="64080" cy="125640"/>
          </a:xfrm>
          <a:custGeom>
            <a:avLst/>
            <a:gdLst/>
            <a:ahLst/>
            <a:rect l="0" t="0" r="r" b="b"/>
            <a:pathLst>
              <a:path w="178" h="349">
                <a:moveTo>
                  <a:pt x="139" y="1"/>
                </a:moveTo>
                <a:lnTo>
                  <a:pt x="140" y="0"/>
                </a:lnTo>
                <a:lnTo>
                  <a:pt x="141" y="1"/>
                </a:lnTo>
                <a:lnTo>
                  <a:pt x="142" y="1"/>
                </a:lnTo>
                <a:lnTo>
                  <a:pt x="143" y="2"/>
                </a:lnTo>
                <a:lnTo>
                  <a:pt x="144" y="2"/>
                </a:lnTo>
                <a:lnTo>
                  <a:pt x="144" y="3"/>
                </a:lnTo>
                <a:lnTo>
                  <a:pt x="145" y="3"/>
                </a:lnTo>
                <a:lnTo>
                  <a:pt x="145" y="4"/>
                </a:lnTo>
                <a:lnTo>
                  <a:pt x="145" y="5"/>
                </a:lnTo>
                <a:lnTo>
                  <a:pt x="145" y="6"/>
                </a:lnTo>
                <a:lnTo>
                  <a:pt x="146" y="7"/>
                </a:lnTo>
                <a:lnTo>
                  <a:pt x="147" y="7"/>
                </a:lnTo>
                <a:lnTo>
                  <a:pt x="147" y="8"/>
                </a:lnTo>
                <a:lnTo>
                  <a:pt x="147" y="9"/>
                </a:lnTo>
                <a:lnTo>
                  <a:pt x="148" y="9"/>
                </a:lnTo>
                <a:lnTo>
                  <a:pt x="149" y="10"/>
                </a:lnTo>
                <a:lnTo>
                  <a:pt x="150" y="10"/>
                </a:lnTo>
                <a:lnTo>
                  <a:pt x="151" y="9"/>
                </a:lnTo>
                <a:lnTo>
                  <a:pt x="152" y="9"/>
                </a:lnTo>
                <a:lnTo>
                  <a:pt x="151" y="9"/>
                </a:lnTo>
                <a:lnTo>
                  <a:pt x="151" y="10"/>
                </a:lnTo>
                <a:lnTo>
                  <a:pt x="150" y="11"/>
                </a:lnTo>
                <a:lnTo>
                  <a:pt x="150" y="12"/>
                </a:lnTo>
                <a:lnTo>
                  <a:pt x="151" y="12"/>
                </a:lnTo>
                <a:lnTo>
                  <a:pt x="152" y="12"/>
                </a:lnTo>
                <a:lnTo>
                  <a:pt x="152" y="13"/>
                </a:lnTo>
                <a:lnTo>
                  <a:pt x="152" y="14"/>
                </a:lnTo>
                <a:lnTo>
                  <a:pt x="153" y="14"/>
                </a:lnTo>
                <a:lnTo>
                  <a:pt x="154" y="14"/>
                </a:lnTo>
                <a:lnTo>
                  <a:pt x="155" y="15"/>
                </a:lnTo>
                <a:lnTo>
                  <a:pt x="156" y="15"/>
                </a:lnTo>
                <a:lnTo>
                  <a:pt x="156" y="16"/>
                </a:lnTo>
                <a:lnTo>
                  <a:pt x="155" y="16"/>
                </a:lnTo>
                <a:lnTo>
                  <a:pt x="155" y="17"/>
                </a:lnTo>
                <a:lnTo>
                  <a:pt x="156" y="17"/>
                </a:lnTo>
                <a:lnTo>
                  <a:pt x="157" y="16"/>
                </a:lnTo>
                <a:lnTo>
                  <a:pt x="157" y="15"/>
                </a:lnTo>
                <a:lnTo>
                  <a:pt x="158" y="15"/>
                </a:lnTo>
                <a:lnTo>
                  <a:pt x="159" y="15"/>
                </a:lnTo>
                <a:lnTo>
                  <a:pt x="159" y="16"/>
                </a:lnTo>
                <a:lnTo>
                  <a:pt x="160" y="16"/>
                </a:lnTo>
                <a:lnTo>
                  <a:pt x="161" y="16"/>
                </a:lnTo>
                <a:lnTo>
                  <a:pt x="160" y="16"/>
                </a:lnTo>
                <a:lnTo>
                  <a:pt x="161" y="17"/>
                </a:lnTo>
                <a:lnTo>
                  <a:pt x="162" y="17"/>
                </a:lnTo>
                <a:lnTo>
                  <a:pt x="162" y="18"/>
                </a:lnTo>
                <a:lnTo>
                  <a:pt x="163" y="18"/>
                </a:lnTo>
                <a:lnTo>
                  <a:pt x="165" y="18"/>
                </a:lnTo>
                <a:lnTo>
                  <a:pt x="166" y="18"/>
                </a:lnTo>
                <a:lnTo>
                  <a:pt x="167" y="18"/>
                </a:lnTo>
                <a:lnTo>
                  <a:pt x="168" y="18"/>
                </a:lnTo>
                <a:lnTo>
                  <a:pt x="169" y="18"/>
                </a:lnTo>
                <a:lnTo>
                  <a:pt x="170" y="18"/>
                </a:lnTo>
                <a:lnTo>
                  <a:pt x="171" y="18"/>
                </a:lnTo>
                <a:lnTo>
                  <a:pt x="172" y="18"/>
                </a:lnTo>
                <a:lnTo>
                  <a:pt x="171" y="18"/>
                </a:lnTo>
                <a:lnTo>
                  <a:pt x="171" y="19"/>
                </a:lnTo>
                <a:lnTo>
                  <a:pt x="171" y="20"/>
                </a:lnTo>
                <a:lnTo>
                  <a:pt x="171" y="21"/>
                </a:lnTo>
                <a:lnTo>
                  <a:pt x="171" y="22"/>
                </a:lnTo>
                <a:lnTo>
                  <a:pt x="171" y="23"/>
                </a:lnTo>
                <a:lnTo>
                  <a:pt x="172" y="24"/>
                </a:lnTo>
                <a:lnTo>
                  <a:pt x="172" y="25"/>
                </a:lnTo>
                <a:lnTo>
                  <a:pt x="172" y="26"/>
                </a:lnTo>
                <a:lnTo>
                  <a:pt x="172" y="27"/>
                </a:lnTo>
                <a:lnTo>
                  <a:pt x="173" y="28"/>
                </a:lnTo>
                <a:lnTo>
                  <a:pt x="173" y="29"/>
                </a:lnTo>
                <a:lnTo>
                  <a:pt x="174" y="29"/>
                </a:lnTo>
                <a:lnTo>
                  <a:pt x="175" y="29"/>
                </a:lnTo>
                <a:lnTo>
                  <a:pt x="175" y="28"/>
                </a:lnTo>
                <a:lnTo>
                  <a:pt x="176" y="28"/>
                </a:lnTo>
                <a:lnTo>
                  <a:pt x="177" y="29"/>
                </a:lnTo>
                <a:lnTo>
                  <a:pt x="178" y="30"/>
                </a:lnTo>
                <a:lnTo>
                  <a:pt x="178" y="29"/>
                </a:lnTo>
                <a:lnTo>
                  <a:pt x="178" y="30"/>
                </a:lnTo>
                <a:lnTo>
                  <a:pt x="177" y="31"/>
                </a:lnTo>
                <a:lnTo>
                  <a:pt x="176" y="32"/>
                </a:lnTo>
                <a:lnTo>
                  <a:pt x="175" y="32"/>
                </a:lnTo>
                <a:lnTo>
                  <a:pt x="175" y="33"/>
                </a:lnTo>
                <a:lnTo>
                  <a:pt x="174" y="33"/>
                </a:lnTo>
                <a:lnTo>
                  <a:pt x="172" y="33"/>
                </a:lnTo>
                <a:lnTo>
                  <a:pt x="172" y="34"/>
                </a:lnTo>
                <a:lnTo>
                  <a:pt x="171" y="34"/>
                </a:lnTo>
                <a:lnTo>
                  <a:pt x="171" y="35"/>
                </a:lnTo>
                <a:lnTo>
                  <a:pt x="170" y="36"/>
                </a:lnTo>
                <a:lnTo>
                  <a:pt x="169" y="37"/>
                </a:lnTo>
                <a:lnTo>
                  <a:pt x="168" y="37"/>
                </a:lnTo>
                <a:lnTo>
                  <a:pt x="168" y="38"/>
                </a:lnTo>
                <a:lnTo>
                  <a:pt x="168" y="39"/>
                </a:lnTo>
                <a:lnTo>
                  <a:pt x="167" y="40"/>
                </a:lnTo>
                <a:lnTo>
                  <a:pt x="165" y="42"/>
                </a:lnTo>
                <a:lnTo>
                  <a:pt x="164" y="43"/>
                </a:lnTo>
                <a:lnTo>
                  <a:pt x="164" y="44"/>
                </a:lnTo>
                <a:lnTo>
                  <a:pt x="163" y="44"/>
                </a:lnTo>
                <a:lnTo>
                  <a:pt x="163" y="45"/>
                </a:lnTo>
                <a:lnTo>
                  <a:pt x="163" y="46"/>
                </a:lnTo>
                <a:lnTo>
                  <a:pt x="163" y="47"/>
                </a:lnTo>
                <a:lnTo>
                  <a:pt x="163" y="48"/>
                </a:lnTo>
                <a:lnTo>
                  <a:pt x="162" y="49"/>
                </a:lnTo>
                <a:lnTo>
                  <a:pt x="162" y="50"/>
                </a:lnTo>
                <a:lnTo>
                  <a:pt x="162" y="51"/>
                </a:lnTo>
                <a:lnTo>
                  <a:pt x="162" y="52"/>
                </a:lnTo>
                <a:lnTo>
                  <a:pt x="162" y="55"/>
                </a:lnTo>
                <a:lnTo>
                  <a:pt x="162" y="56"/>
                </a:lnTo>
                <a:lnTo>
                  <a:pt x="162" y="57"/>
                </a:lnTo>
                <a:lnTo>
                  <a:pt x="163" y="57"/>
                </a:lnTo>
                <a:lnTo>
                  <a:pt x="163" y="58"/>
                </a:lnTo>
                <a:lnTo>
                  <a:pt x="163" y="59"/>
                </a:lnTo>
                <a:lnTo>
                  <a:pt x="163" y="60"/>
                </a:lnTo>
                <a:lnTo>
                  <a:pt x="162" y="60"/>
                </a:lnTo>
                <a:lnTo>
                  <a:pt x="163" y="60"/>
                </a:lnTo>
                <a:lnTo>
                  <a:pt x="163" y="61"/>
                </a:lnTo>
                <a:lnTo>
                  <a:pt x="164" y="61"/>
                </a:lnTo>
                <a:lnTo>
                  <a:pt x="164" y="64"/>
                </a:lnTo>
                <a:lnTo>
                  <a:pt x="164" y="65"/>
                </a:lnTo>
                <a:lnTo>
                  <a:pt x="164" y="66"/>
                </a:lnTo>
                <a:lnTo>
                  <a:pt x="164" y="67"/>
                </a:lnTo>
                <a:lnTo>
                  <a:pt x="165" y="68"/>
                </a:lnTo>
                <a:lnTo>
                  <a:pt x="165" y="69"/>
                </a:lnTo>
                <a:lnTo>
                  <a:pt x="165" y="70"/>
                </a:lnTo>
                <a:lnTo>
                  <a:pt x="166" y="70"/>
                </a:lnTo>
                <a:lnTo>
                  <a:pt x="166" y="71"/>
                </a:lnTo>
                <a:lnTo>
                  <a:pt x="167" y="71"/>
                </a:lnTo>
                <a:lnTo>
                  <a:pt x="168" y="71"/>
                </a:lnTo>
                <a:lnTo>
                  <a:pt x="168" y="72"/>
                </a:lnTo>
                <a:lnTo>
                  <a:pt x="167" y="72"/>
                </a:lnTo>
                <a:lnTo>
                  <a:pt x="167" y="71"/>
                </a:lnTo>
                <a:lnTo>
                  <a:pt x="166" y="71"/>
                </a:lnTo>
                <a:lnTo>
                  <a:pt x="166" y="72"/>
                </a:lnTo>
                <a:lnTo>
                  <a:pt x="166" y="73"/>
                </a:lnTo>
                <a:lnTo>
                  <a:pt x="167" y="73"/>
                </a:lnTo>
                <a:lnTo>
                  <a:pt x="167" y="74"/>
                </a:lnTo>
                <a:lnTo>
                  <a:pt x="167" y="76"/>
                </a:lnTo>
                <a:lnTo>
                  <a:pt x="167" y="77"/>
                </a:lnTo>
                <a:lnTo>
                  <a:pt x="167" y="78"/>
                </a:lnTo>
                <a:lnTo>
                  <a:pt x="167" y="79"/>
                </a:lnTo>
                <a:lnTo>
                  <a:pt x="166" y="79"/>
                </a:lnTo>
                <a:lnTo>
                  <a:pt x="165" y="80"/>
                </a:lnTo>
                <a:lnTo>
                  <a:pt x="164" y="80"/>
                </a:lnTo>
                <a:lnTo>
                  <a:pt x="164" y="81"/>
                </a:lnTo>
                <a:lnTo>
                  <a:pt x="164" y="82"/>
                </a:lnTo>
                <a:lnTo>
                  <a:pt x="165" y="82"/>
                </a:lnTo>
                <a:lnTo>
                  <a:pt x="165" y="84"/>
                </a:lnTo>
                <a:lnTo>
                  <a:pt x="164" y="84"/>
                </a:lnTo>
                <a:lnTo>
                  <a:pt x="164" y="85"/>
                </a:lnTo>
                <a:lnTo>
                  <a:pt x="163" y="85"/>
                </a:lnTo>
                <a:lnTo>
                  <a:pt x="162" y="86"/>
                </a:lnTo>
                <a:lnTo>
                  <a:pt x="162" y="87"/>
                </a:lnTo>
                <a:lnTo>
                  <a:pt x="161" y="88"/>
                </a:lnTo>
                <a:lnTo>
                  <a:pt x="160" y="89"/>
                </a:lnTo>
                <a:lnTo>
                  <a:pt x="160" y="90"/>
                </a:lnTo>
                <a:lnTo>
                  <a:pt x="160" y="91"/>
                </a:lnTo>
                <a:lnTo>
                  <a:pt x="159" y="92"/>
                </a:lnTo>
                <a:lnTo>
                  <a:pt x="159" y="94"/>
                </a:lnTo>
                <a:lnTo>
                  <a:pt x="159" y="96"/>
                </a:lnTo>
                <a:lnTo>
                  <a:pt x="158" y="96"/>
                </a:lnTo>
                <a:lnTo>
                  <a:pt x="158" y="97"/>
                </a:lnTo>
                <a:lnTo>
                  <a:pt x="158" y="98"/>
                </a:lnTo>
                <a:lnTo>
                  <a:pt x="158" y="99"/>
                </a:lnTo>
                <a:lnTo>
                  <a:pt x="158" y="100"/>
                </a:lnTo>
                <a:lnTo>
                  <a:pt x="158" y="101"/>
                </a:lnTo>
                <a:lnTo>
                  <a:pt x="158" y="102"/>
                </a:lnTo>
                <a:lnTo>
                  <a:pt x="157" y="102"/>
                </a:lnTo>
                <a:lnTo>
                  <a:pt x="156" y="104"/>
                </a:lnTo>
                <a:lnTo>
                  <a:pt x="156" y="105"/>
                </a:lnTo>
                <a:lnTo>
                  <a:pt x="155" y="105"/>
                </a:lnTo>
                <a:lnTo>
                  <a:pt x="155" y="106"/>
                </a:lnTo>
                <a:lnTo>
                  <a:pt x="155" y="107"/>
                </a:lnTo>
                <a:lnTo>
                  <a:pt x="154" y="107"/>
                </a:lnTo>
                <a:lnTo>
                  <a:pt x="154" y="108"/>
                </a:lnTo>
                <a:lnTo>
                  <a:pt x="153" y="108"/>
                </a:lnTo>
                <a:lnTo>
                  <a:pt x="152" y="109"/>
                </a:lnTo>
                <a:lnTo>
                  <a:pt x="152" y="110"/>
                </a:lnTo>
                <a:lnTo>
                  <a:pt x="151" y="110"/>
                </a:lnTo>
                <a:lnTo>
                  <a:pt x="150" y="111"/>
                </a:lnTo>
                <a:lnTo>
                  <a:pt x="149" y="112"/>
                </a:lnTo>
                <a:lnTo>
                  <a:pt x="148" y="113"/>
                </a:lnTo>
                <a:lnTo>
                  <a:pt x="148" y="114"/>
                </a:lnTo>
                <a:lnTo>
                  <a:pt x="148" y="115"/>
                </a:lnTo>
                <a:lnTo>
                  <a:pt x="148" y="116"/>
                </a:lnTo>
                <a:lnTo>
                  <a:pt x="148" y="117"/>
                </a:lnTo>
                <a:lnTo>
                  <a:pt x="148" y="118"/>
                </a:lnTo>
                <a:lnTo>
                  <a:pt x="148" y="119"/>
                </a:lnTo>
                <a:lnTo>
                  <a:pt x="147" y="120"/>
                </a:lnTo>
                <a:lnTo>
                  <a:pt x="147" y="121"/>
                </a:lnTo>
                <a:lnTo>
                  <a:pt x="146" y="121"/>
                </a:lnTo>
                <a:lnTo>
                  <a:pt x="146" y="122"/>
                </a:lnTo>
                <a:lnTo>
                  <a:pt x="145" y="122"/>
                </a:lnTo>
                <a:lnTo>
                  <a:pt x="145" y="123"/>
                </a:lnTo>
                <a:lnTo>
                  <a:pt x="144" y="123"/>
                </a:lnTo>
                <a:lnTo>
                  <a:pt x="144" y="124"/>
                </a:lnTo>
                <a:lnTo>
                  <a:pt x="144" y="125"/>
                </a:lnTo>
                <a:lnTo>
                  <a:pt x="144" y="127"/>
                </a:lnTo>
                <a:lnTo>
                  <a:pt x="144" y="128"/>
                </a:lnTo>
                <a:lnTo>
                  <a:pt x="145" y="129"/>
                </a:lnTo>
                <a:lnTo>
                  <a:pt x="145" y="130"/>
                </a:lnTo>
                <a:lnTo>
                  <a:pt x="145" y="131"/>
                </a:lnTo>
                <a:lnTo>
                  <a:pt x="146" y="131"/>
                </a:lnTo>
                <a:lnTo>
                  <a:pt x="147" y="132"/>
                </a:lnTo>
                <a:lnTo>
                  <a:pt x="146" y="133"/>
                </a:lnTo>
                <a:lnTo>
                  <a:pt x="146" y="134"/>
                </a:lnTo>
                <a:lnTo>
                  <a:pt x="145" y="134"/>
                </a:lnTo>
                <a:lnTo>
                  <a:pt x="144" y="135"/>
                </a:lnTo>
                <a:lnTo>
                  <a:pt x="144" y="136"/>
                </a:lnTo>
                <a:lnTo>
                  <a:pt x="143" y="136"/>
                </a:lnTo>
                <a:lnTo>
                  <a:pt x="143" y="137"/>
                </a:lnTo>
                <a:lnTo>
                  <a:pt x="143" y="138"/>
                </a:lnTo>
                <a:lnTo>
                  <a:pt x="143" y="139"/>
                </a:lnTo>
                <a:lnTo>
                  <a:pt x="143" y="140"/>
                </a:lnTo>
                <a:lnTo>
                  <a:pt x="143" y="141"/>
                </a:lnTo>
                <a:lnTo>
                  <a:pt x="143" y="142"/>
                </a:lnTo>
                <a:lnTo>
                  <a:pt x="143" y="143"/>
                </a:lnTo>
                <a:lnTo>
                  <a:pt x="143" y="144"/>
                </a:lnTo>
                <a:lnTo>
                  <a:pt x="143" y="145"/>
                </a:lnTo>
                <a:lnTo>
                  <a:pt x="143" y="146"/>
                </a:lnTo>
                <a:lnTo>
                  <a:pt x="142" y="147"/>
                </a:lnTo>
                <a:lnTo>
                  <a:pt x="142" y="148"/>
                </a:lnTo>
                <a:lnTo>
                  <a:pt x="142" y="149"/>
                </a:lnTo>
                <a:lnTo>
                  <a:pt x="141" y="149"/>
                </a:lnTo>
                <a:lnTo>
                  <a:pt x="141" y="150"/>
                </a:lnTo>
                <a:lnTo>
                  <a:pt x="141" y="151"/>
                </a:lnTo>
                <a:lnTo>
                  <a:pt x="141" y="152"/>
                </a:lnTo>
                <a:lnTo>
                  <a:pt x="140" y="152"/>
                </a:lnTo>
                <a:lnTo>
                  <a:pt x="140" y="153"/>
                </a:lnTo>
                <a:lnTo>
                  <a:pt x="140" y="154"/>
                </a:lnTo>
                <a:lnTo>
                  <a:pt x="140" y="155"/>
                </a:lnTo>
                <a:lnTo>
                  <a:pt x="140" y="157"/>
                </a:lnTo>
                <a:lnTo>
                  <a:pt x="140" y="158"/>
                </a:lnTo>
                <a:lnTo>
                  <a:pt x="139" y="159"/>
                </a:lnTo>
                <a:lnTo>
                  <a:pt x="139" y="160"/>
                </a:lnTo>
                <a:lnTo>
                  <a:pt x="139" y="161"/>
                </a:lnTo>
                <a:lnTo>
                  <a:pt x="138" y="161"/>
                </a:lnTo>
                <a:lnTo>
                  <a:pt x="138" y="162"/>
                </a:lnTo>
                <a:lnTo>
                  <a:pt x="138" y="163"/>
                </a:lnTo>
                <a:lnTo>
                  <a:pt x="138" y="164"/>
                </a:lnTo>
                <a:lnTo>
                  <a:pt x="138" y="165"/>
                </a:lnTo>
                <a:lnTo>
                  <a:pt x="138" y="166"/>
                </a:lnTo>
                <a:lnTo>
                  <a:pt x="137" y="166"/>
                </a:lnTo>
                <a:lnTo>
                  <a:pt x="138" y="166"/>
                </a:lnTo>
                <a:lnTo>
                  <a:pt x="137" y="167"/>
                </a:lnTo>
                <a:lnTo>
                  <a:pt x="137" y="168"/>
                </a:lnTo>
                <a:lnTo>
                  <a:pt x="137" y="169"/>
                </a:lnTo>
                <a:lnTo>
                  <a:pt x="136" y="169"/>
                </a:lnTo>
                <a:lnTo>
                  <a:pt x="136" y="171"/>
                </a:lnTo>
                <a:lnTo>
                  <a:pt x="136" y="172"/>
                </a:lnTo>
                <a:lnTo>
                  <a:pt x="136" y="174"/>
                </a:lnTo>
                <a:lnTo>
                  <a:pt x="136" y="175"/>
                </a:lnTo>
                <a:lnTo>
                  <a:pt x="136" y="176"/>
                </a:lnTo>
                <a:lnTo>
                  <a:pt x="135" y="177"/>
                </a:lnTo>
                <a:lnTo>
                  <a:pt x="134" y="179"/>
                </a:lnTo>
                <a:lnTo>
                  <a:pt x="134" y="180"/>
                </a:lnTo>
                <a:lnTo>
                  <a:pt x="134" y="181"/>
                </a:lnTo>
                <a:lnTo>
                  <a:pt x="134" y="182"/>
                </a:lnTo>
                <a:lnTo>
                  <a:pt x="134" y="183"/>
                </a:lnTo>
                <a:lnTo>
                  <a:pt x="134" y="184"/>
                </a:lnTo>
                <a:lnTo>
                  <a:pt x="134" y="185"/>
                </a:lnTo>
                <a:lnTo>
                  <a:pt x="135" y="185"/>
                </a:lnTo>
                <a:lnTo>
                  <a:pt x="134" y="186"/>
                </a:lnTo>
                <a:lnTo>
                  <a:pt x="134" y="188"/>
                </a:lnTo>
                <a:lnTo>
                  <a:pt x="133" y="188"/>
                </a:lnTo>
                <a:lnTo>
                  <a:pt x="133" y="189"/>
                </a:lnTo>
                <a:lnTo>
                  <a:pt x="133" y="190"/>
                </a:lnTo>
                <a:lnTo>
                  <a:pt x="133" y="191"/>
                </a:lnTo>
                <a:lnTo>
                  <a:pt x="132" y="192"/>
                </a:lnTo>
                <a:lnTo>
                  <a:pt x="132" y="193"/>
                </a:lnTo>
                <a:lnTo>
                  <a:pt x="131" y="195"/>
                </a:lnTo>
                <a:lnTo>
                  <a:pt x="131" y="196"/>
                </a:lnTo>
                <a:lnTo>
                  <a:pt x="131" y="197"/>
                </a:lnTo>
                <a:lnTo>
                  <a:pt x="131" y="199"/>
                </a:lnTo>
                <a:lnTo>
                  <a:pt x="131" y="200"/>
                </a:lnTo>
                <a:lnTo>
                  <a:pt x="130" y="201"/>
                </a:lnTo>
                <a:lnTo>
                  <a:pt x="130" y="202"/>
                </a:lnTo>
                <a:lnTo>
                  <a:pt x="130" y="203"/>
                </a:lnTo>
                <a:lnTo>
                  <a:pt x="129" y="203"/>
                </a:lnTo>
                <a:lnTo>
                  <a:pt x="129" y="204"/>
                </a:lnTo>
                <a:lnTo>
                  <a:pt x="128" y="204"/>
                </a:lnTo>
                <a:lnTo>
                  <a:pt x="127" y="205"/>
                </a:lnTo>
                <a:lnTo>
                  <a:pt x="127" y="206"/>
                </a:lnTo>
                <a:lnTo>
                  <a:pt x="127" y="207"/>
                </a:lnTo>
                <a:lnTo>
                  <a:pt x="126" y="208"/>
                </a:lnTo>
                <a:lnTo>
                  <a:pt x="126" y="209"/>
                </a:lnTo>
                <a:lnTo>
                  <a:pt x="126" y="210"/>
                </a:lnTo>
                <a:lnTo>
                  <a:pt x="126" y="211"/>
                </a:lnTo>
                <a:lnTo>
                  <a:pt x="126" y="212"/>
                </a:lnTo>
                <a:lnTo>
                  <a:pt x="126" y="213"/>
                </a:lnTo>
                <a:lnTo>
                  <a:pt x="125" y="213"/>
                </a:lnTo>
                <a:lnTo>
                  <a:pt x="125" y="214"/>
                </a:lnTo>
                <a:lnTo>
                  <a:pt x="124" y="214"/>
                </a:lnTo>
                <a:lnTo>
                  <a:pt x="124" y="215"/>
                </a:lnTo>
                <a:lnTo>
                  <a:pt x="124" y="216"/>
                </a:lnTo>
                <a:lnTo>
                  <a:pt x="124" y="217"/>
                </a:lnTo>
                <a:lnTo>
                  <a:pt x="125" y="218"/>
                </a:lnTo>
                <a:lnTo>
                  <a:pt x="125" y="219"/>
                </a:lnTo>
                <a:lnTo>
                  <a:pt x="125" y="220"/>
                </a:lnTo>
                <a:lnTo>
                  <a:pt x="124" y="220"/>
                </a:lnTo>
                <a:lnTo>
                  <a:pt x="124" y="222"/>
                </a:lnTo>
                <a:lnTo>
                  <a:pt x="125" y="222"/>
                </a:lnTo>
                <a:lnTo>
                  <a:pt x="125" y="223"/>
                </a:lnTo>
                <a:lnTo>
                  <a:pt x="125" y="224"/>
                </a:lnTo>
                <a:lnTo>
                  <a:pt x="124" y="224"/>
                </a:lnTo>
                <a:lnTo>
                  <a:pt x="124" y="223"/>
                </a:lnTo>
                <a:lnTo>
                  <a:pt x="124" y="224"/>
                </a:lnTo>
                <a:lnTo>
                  <a:pt x="123" y="225"/>
                </a:lnTo>
                <a:lnTo>
                  <a:pt x="122" y="225"/>
                </a:lnTo>
                <a:lnTo>
                  <a:pt x="121" y="225"/>
                </a:lnTo>
                <a:lnTo>
                  <a:pt x="121" y="226"/>
                </a:lnTo>
                <a:lnTo>
                  <a:pt x="120" y="226"/>
                </a:lnTo>
                <a:lnTo>
                  <a:pt x="120" y="227"/>
                </a:lnTo>
                <a:lnTo>
                  <a:pt x="120" y="228"/>
                </a:lnTo>
                <a:lnTo>
                  <a:pt x="120" y="229"/>
                </a:lnTo>
                <a:lnTo>
                  <a:pt x="119" y="229"/>
                </a:lnTo>
                <a:lnTo>
                  <a:pt x="119" y="230"/>
                </a:lnTo>
                <a:lnTo>
                  <a:pt x="119" y="231"/>
                </a:lnTo>
                <a:lnTo>
                  <a:pt x="119" y="232"/>
                </a:lnTo>
                <a:lnTo>
                  <a:pt x="118" y="233"/>
                </a:lnTo>
                <a:lnTo>
                  <a:pt x="117" y="236"/>
                </a:lnTo>
                <a:lnTo>
                  <a:pt x="117" y="237"/>
                </a:lnTo>
                <a:lnTo>
                  <a:pt x="117" y="238"/>
                </a:lnTo>
                <a:lnTo>
                  <a:pt x="116" y="238"/>
                </a:lnTo>
                <a:lnTo>
                  <a:pt x="116" y="239"/>
                </a:lnTo>
                <a:lnTo>
                  <a:pt x="115" y="239"/>
                </a:lnTo>
                <a:lnTo>
                  <a:pt x="115" y="240"/>
                </a:lnTo>
                <a:lnTo>
                  <a:pt x="114" y="240"/>
                </a:lnTo>
                <a:lnTo>
                  <a:pt x="114" y="241"/>
                </a:lnTo>
                <a:lnTo>
                  <a:pt x="113" y="241"/>
                </a:lnTo>
                <a:lnTo>
                  <a:pt x="113" y="242"/>
                </a:lnTo>
                <a:lnTo>
                  <a:pt x="112" y="245"/>
                </a:lnTo>
                <a:lnTo>
                  <a:pt x="111" y="246"/>
                </a:lnTo>
                <a:lnTo>
                  <a:pt x="111" y="247"/>
                </a:lnTo>
                <a:lnTo>
                  <a:pt x="110" y="247"/>
                </a:lnTo>
                <a:lnTo>
                  <a:pt x="110" y="248"/>
                </a:lnTo>
                <a:lnTo>
                  <a:pt x="109" y="248"/>
                </a:lnTo>
                <a:lnTo>
                  <a:pt x="109" y="249"/>
                </a:lnTo>
                <a:lnTo>
                  <a:pt x="108" y="249"/>
                </a:lnTo>
                <a:lnTo>
                  <a:pt x="107" y="249"/>
                </a:lnTo>
                <a:lnTo>
                  <a:pt x="107" y="250"/>
                </a:lnTo>
                <a:lnTo>
                  <a:pt x="106" y="250"/>
                </a:lnTo>
                <a:lnTo>
                  <a:pt x="105" y="251"/>
                </a:lnTo>
                <a:lnTo>
                  <a:pt x="105" y="252"/>
                </a:lnTo>
                <a:lnTo>
                  <a:pt x="105" y="253"/>
                </a:lnTo>
                <a:lnTo>
                  <a:pt x="106" y="254"/>
                </a:lnTo>
                <a:lnTo>
                  <a:pt x="106" y="255"/>
                </a:lnTo>
                <a:lnTo>
                  <a:pt x="106" y="256"/>
                </a:lnTo>
                <a:lnTo>
                  <a:pt x="106" y="257"/>
                </a:lnTo>
                <a:lnTo>
                  <a:pt x="105" y="257"/>
                </a:lnTo>
                <a:lnTo>
                  <a:pt x="105" y="258"/>
                </a:lnTo>
                <a:lnTo>
                  <a:pt x="104" y="258"/>
                </a:lnTo>
                <a:lnTo>
                  <a:pt x="104" y="259"/>
                </a:lnTo>
                <a:lnTo>
                  <a:pt x="104" y="260"/>
                </a:lnTo>
                <a:lnTo>
                  <a:pt x="103" y="261"/>
                </a:lnTo>
                <a:lnTo>
                  <a:pt x="102" y="261"/>
                </a:lnTo>
                <a:lnTo>
                  <a:pt x="102" y="262"/>
                </a:lnTo>
                <a:lnTo>
                  <a:pt x="101" y="262"/>
                </a:lnTo>
                <a:lnTo>
                  <a:pt x="101" y="263"/>
                </a:lnTo>
                <a:lnTo>
                  <a:pt x="100" y="263"/>
                </a:lnTo>
                <a:lnTo>
                  <a:pt x="100" y="264"/>
                </a:lnTo>
                <a:lnTo>
                  <a:pt x="99" y="264"/>
                </a:lnTo>
                <a:lnTo>
                  <a:pt x="99" y="265"/>
                </a:lnTo>
                <a:lnTo>
                  <a:pt x="98" y="265"/>
                </a:lnTo>
                <a:lnTo>
                  <a:pt x="97" y="265"/>
                </a:lnTo>
                <a:lnTo>
                  <a:pt x="97" y="266"/>
                </a:lnTo>
                <a:lnTo>
                  <a:pt x="96" y="266"/>
                </a:lnTo>
                <a:lnTo>
                  <a:pt x="95" y="266"/>
                </a:lnTo>
                <a:lnTo>
                  <a:pt x="95" y="267"/>
                </a:lnTo>
                <a:lnTo>
                  <a:pt x="94" y="268"/>
                </a:lnTo>
                <a:lnTo>
                  <a:pt x="93" y="268"/>
                </a:lnTo>
                <a:lnTo>
                  <a:pt x="93" y="269"/>
                </a:lnTo>
                <a:lnTo>
                  <a:pt x="92" y="269"/>
                </a:lnTo>
                <a:lnTo>
                  <a:pt x="91" y="269"/>
                </a:lnTo>
                <a:lnTo>
                  <a:pt x="91" y="270"/>
                </a:lnTo>
                <a:lnTo>
                  <a:pt x="90" y="271"/>
                </a:lnTo>
                <a:lnTo>
                  <a:pt x="90" y="272"/>
                </a:lnTo>
                <a:lnTo>
                  <a:pt x="90" y="273"/>
                </a:lnTo>
                <a:lnTo>
                  <a:pt x="89" y="273"/>
                </a:lnTo>
                <a:lnTo>
                  <a:pt x="89" y="274"/>
                </a:lnTo>
                <a:lnTo>
                  <a:pt x="89" y="275"/>
                </a:lnTo>
                <a:lnTo>
                  <a:pt x="89" y="276"/>
                </a:lnTo>
                <a:lnTo>
                  <a:pt x="89" y="277"/>
                </a:lnTo>
                <a:lnTo>
                  <a:pt x="89" y="278"/>
                </a:lnTo>
                <a:lnTo>
                  <a:pt x="88" y="278"/>
                </a:lnTo>
                <a:lnTo>
                  <a:pt x="87" y="279"/>
                </a:lnTo>
                <a:lnTo>
                  <a:pt x="87" y="280"/>
                </a:lnTo>
                <a:lnTo>
                  <a:pt x="86" y="280"/>
                </a:lnTo>
                <a:lnTo>
                  <a:pt x="86" y="281"/>
                </a:lnTo>
                <a:lnTo>
                  <a:pt x="86" y="282"/>
                </a:lnTo>
                <a:lnTo>
                  <a:pt x="86" y="283"/>
                </a:lnTo>
                <a:lnTo>
                  <a:pt x="85" y="283"/>
                </a:lnTo>
                <a:lnTo>
                  <a:pt x="85" y="284"/>
                </a:lnTo>
                <a:lnTo>
                  <a:pt x="85" y="286"/>
                </a:lnTo>
                <a:lnTo>
                  <a:pt x="84" y="287"/>
                </a:lnTo>
                <a:lnTo>
                  <a:pt x="84" y="288"/>
                </a:lnTo>
                <a:lnTo>
                  <a:pt x="84" y="289"/>
                </a:lnTo>
                <a:lnTo>
                  <a:pt x="83" y="290"/>
                </a:lnTo>
                <a:lnTo>
                  <a:pt x="83" y="291"/>
                </a:lnTo>
                <a:lnTo>
                  <a:pt x="83" y="292"/>
                </a:lnTo>
                <a:lnTo>
                  <a:pt x="83" y="293"/>
                </a:lnTo>
                <a:lnTo>
                  <a:pt x="82" y="294"/>
                </a:lnTo>
                <a:lnTo>
                  <a:pt x="82" y="296"/>
                </a:lnTo>
                <a:lnTo>
                  <a:pt x="82" y="297"/>
                </a:lnTo>
                <a:lnTo>
                  <a:pt x="80" y="297"/>
                </a:lnTo>
                <a:lnTo>
                  <a:pt x="80" y="298"/>
                </a:lnTo>
                <a:lnTo>
                  <a:pt x="80" y="299"/>
                </a:lnTo>
                <a:lnTo>
                  <a:pt x="79" y="299"/>
                </a:lnTo>
                <a:lnTo>
                  <a:pt x="79" y="300"/>
                </a:lnTo>
                <a:lnTo>
                  <a:pt x="79" y="301"/>
                </a:lnTo>
                <a:lnTo>
                  <a:pt x="79" y="302"/>
                </a:lnTo>
                <a:lnTo>
                  <a:pt x="78" y="302"/>
                </a:lnTo>
                <a:lnTo>
                  <a:pt x="78" y="304"/>
                </a:lnTo>
                <a:lnTo>
                  <a:pt x="78" y="305"/>
                </a:lnTo>
                <a:lnTo>
                  <a:pt x="78" y="306"/>
                </a:lnTo>
                <a:lnTo>
                  <a:pt x="77" y="307"/>
                </a:lnTo>
                <a:lnTo>
                  <a:pt x="77" y="311"/>
                </a:lnTo>
                <a:lnTo>
                  <a:pt x="78" y="312"/>
                </a:lnTo>
                <a:lnTo>
                  <a:pt x="78" y="318"/>
                </a:lnTo>
                <a:lnTo>
                  <a:pt x="78" y="324"/>
                </a:lnTo>
                <a:lnTo>
                  <a:pt x="77" y="325"/>
                </a:lnTo>
                <a:lnTo>
                  <a:pt x="77" y="326"/>
                </a:lnTo>
                <a:lnTo>
                  <a:pt x="77" y="327"/>
                </a:lnTo>
                <a:lnTo>
                  <a:pt x="78" y="327"/>
                </a:lnTo>
                <a:lnTo>
                  <a:pt x="78" y="328"/>
                </a:lnTo>
                <a:lnTo>
                  <a:pt x="77" y="330"/>
                </a:lnTo>
                <a:lnTo>
                  <a:pt x="77" y="331"/>
                </a:lnTo>
                <a:lnTo>
                  <a:pt x="78" y="331"/>
                </a:lnTo>
                <a:lnTo>
                  <a:pt x="78" y="333"/>
                </a:lnTo>
                <a:lnTo>
                  <a:pt x="78" y="334"/>
                </a:lnTo>
                <a:lnTo>
                  <a:pt x="78" y="335"/>
                </a:lnTo>
                <a:lnTo>
                  <a:pt x="77" y="336"/>
                </a:lnTo>
                <a:lnTo>
                  <a:pt x="77" y="337"/>
                </a:lnTo>
                <a:lnTo>
                  <a:pt x="76" y="338"/>
                </a:lnTo>
                <a:lnTo>
                  <a:pt x="76" y="339"/>
                </a:lnTo>
                <a:lnTo>
                  <a:pt x="75" y="339"/>
                </a:lnTo>
                <a:lnTo>
                  <a:pt x="74" y="340"/>
                </a:lnTo>
                <a:lnTo>
                  <a:pt x="73" y="340"/>
                </a:lnTo>
                <a:lnTo>
                  <a:pt x="73" y="341"/>
                </a:lnTo>
                <a:lnTo>
                  <a:pt x="73" y="342"/>
                </a:lnTo>
                <a:lnTo>
                  <a:pt x="73" y="344"/>
                </a:lnTo>
                <a:lnTo>
                  <a:pt x="73" y="345"/>
                </a:lnTo>
                <a:lnTo>
                  <a:pt x="74" y="345"/>
                </a:lnTo>
                <a:lnTo>
                  <a:pt x="74" y="346"/>
                </a:lnTo>
                <a:lnTo>
                  <a:pt x="75" y="347"/>
                </a:lnTo>
                <a:lnTo>
                  <a:pt x="75" y="348"/>
                </a:lnTo>
                <a:lnTo>
                  <a:pt x="75" y="349"/>
                </a:lnTo>
                <a:lnTo>
                  <a:pt x="74" y="349"/>
                </a:lnTo>
                <a:lnTo>
                  <a:pt x="73" y="348"/>
                </a:lnTo>
                <a:lnTo>
                  <a:pt x="73" y="347"/>
                </a:lnTo>
                <a:lnTo>
                  <a:pt x="72" y="347"/>
                </a:lnTo>
                <a:lnTo>
                  <a:pt x="72" y="346"/>
                </a:lnTo>
                <a:lnTo>
                  <a:pt x="71" y="345"/>
                </a:lnTo>
                <a:lnTo>
                  <a:pt x="70" y="345"/>
                </a:lnTo>
                <a:lnTo>
                  <a:pt x="69" y="345"/>
                </a:lnTo>
                <a:lnTo>
                  <a:pt x="68" y="344"/>
                </a:lnTo>
                <a:lnTo>
                  <a:pt x="67" y="343"/>
                </a:lnTo>
                <a:lnTo>
                  <a:pt x="66" y="343"/>
                </a:lnTo>
                <a:lnTo>
                  <a:pt x="65" y="343"/>
                </a:lnTo>
                <a:lnTo>
                  <a:pt x="64" y="344"/>
                </a:lnTo>
                <a:lnTo>
                  <a:pt x="64" y="345"/>
                </a:lnTo>
                <a:lnTo>
                  <a:pt x="65" y="345"/>
                </a:lnTo>
                <a:lnTo>
                  <a:pt x="64" y="346"/>
                </a:lnTo>
                <a:lnTo>
                  <a:pt x="64" y="347"/>
                </a:lnTo>
                <a:lnTo>
                  <a:pt x="63" y="347"/>
                </a:lnTo>
                <a:lnTo>
                  <a:pt x="62" y="347"/>
                </a:lnTo>
                <a:lnTo>
                  <a:pt x="62" y="346"/>
                </a:lnTo>
                <a:lnTo>
                  <a:pt x="61" y="345"/>
                </a:lnTo>
                <a:lnTo>
                  <a:pt x="61" y="344"/>
                </a:lnTo>
                <a:lnTo>
                  <a:pt x="61" y="342"/>
                </a:lnTo>
                <a:lnTo>
                  <a:pt x="62" y="342"/>
                </a:lnTo>
                <a:lnTo>
                  <a:pt x="62" y="341"/>
                </a:lnTo>
                <a:lnTo>
                  <a:pt x="61" y="340"/>
                </a:lnTo>
                <a:lnTo>
                  <a:pt x="60" y="339"/>
                </a:lnTo>
                <a:lnTo>
                  <a:pt x="60" y="338"/>
                </a:lnTo>
                <a:lnTo>
                  <a:pt x="59" y="337"/>
                </a:lnTo>
                <a:lnTo>
                  <a:pt x="59" y="336"/>
                </a:lnTo>
                <a:lnTo>
                  <a:pt x="59" y="335"/>
                </a:lnTo>
                <a:lnTo>
                  <a:pt x="60" y="334"/>
                </a:lnTo>
                <a:lnTo>
                  <a:pt x="60" y="333"/>
                </a:lnTo>
                <a:lnTo>
                  <a:pt x="61" y="333"/>
                </a:lnTo>
                <a:lnTo>
                  <a:pt x="61" y="332"/>
                </a:lnTo>
                <a:lnTo>
                  <a:pt x="61" y="331"/>
                </a:lnTo>
                <a:lnTo>
                  <a:pt x="60" y="330"/>
                </a:lnTo>
                <a:lnTo>
                  <a:pt x="61" y="330"/>
                </a:lnTo>
                <a:lnTo>
                  <a:pt x="62" y="329"/>
                </a:lnTo>
                <a:lnTo>
                  <a:pt x="62" y="328"/>
                </a:lnTo>
                <a:lnTo>
                  <a:pt x="61" y="327"/>
                </a:lnTo>
                <a:lnTo>
                  <a:pt x="61" y="326"/>
                </a:lnTo>
                <a:lnTo>
                  <a:pt x="59" y="319"/>
                </a:lnTo>
                <a:lnTo>
                  <a:pt x="59" y="318"/>
                </a:lnTo>
                <a:lnTo>
                  <a:pt x="59" y="317"/>
                </a:lnTo>
                <a:lnTo>
                  <a:pt x="59" y="316"/>
                </a:lnTo>
                <a:lnTo>
                  <a:pt x="58" y="316"/>
                </a:lnTo>
                <a:lnTo>
                  <a:pt x="58" y="315"/>
                </a:lnTo>
                <a:lnTo>
                  <a:pt x="58" y="314"/>
                </a:lnTo>
                <a:lnTo>
                  <a:pt x="56" y="313"/>
                </a:lnTo>
                <a:lnTo>
                  <a:pt x="56" y="312"/>
                </a:lnTo>
                <a:lnTo>
                  <a:pt x="56" y="311"/>
                </a:lnTo>
                <a:lnTo>
                  <a:pt x="56" y="310"/>
                </a:lnTo>
                <a:lnTo>
                  <a:pt x="55" y="310"/>
                </a:lnTo>
                <a:lnTo>
                  <a:pt x="55" y="309"/>
                </a:lnTo>
                <a:lnTo>
                  <a:pt x="55" y="308"/>
                </a:lnTo>
                <a:lnTo>
                  <a:pt x="55" y="307"/>
                </a:lnTo>
                <a:lnTo>
                  <a:pt x="54" y="307"/>
                </a:lnTo>
                <a:lnTo>
                  <a:pt x="54" y="306"/>
                </a:lnTo>
                <a:lnTo>
                  <a:pt x="53" y="305"/>
                </a:lnTo>
                <a:lnTo>
                  <a:pt x="52" y="304"/>
                </a:lnTo>
                <a:lnTo>
                  <a:pt x="52" y="303"/>
                </a:lnTo>
                <a:lnTo>
                  <a:pt x="51" y="303"/>
                </a:lnTo>
                <a:lnTo>
                  <a:pt x="51" y="302"/>
                </a:lnTo>
                <a:lnTo>
                  <a:pt x="51" y="301"/>
                </a:lnTo>
                <a:lnTo>
                  <a:pt x="50" y="301"/>
                </a:lnTo>
                <a:lnTo>
                  <a:pt x="50" y="300"/>
                </a:lnTo>
                <a:lnTo>
                  <a:pt x="49" y="300"/>
                </a:lnTo>
                <a:lnTo>
                  <a:pt x="48" y="299"/>
                </a:lnTo>
                <a:lnTo>
                  <a:pt x="47" y="299"/>
                </a:lnTo>
                <a:lnTo>
                  <a:pt x="47" y="298"/>
                </a:lnTo>
                <a:lnTo>
                  <a:pt x="46" y="298"/>
                </a:lnTo>
                <a:lnTo>
                  <a:pt x="45" y="297"/>
                </a:lnTo>
                <a:lnTo>
                  <a:pt x="44" y="296"/>
                </a:lnTo>
                <a:lnTo>
                  <a:pt x="43" y="296"/>
                </a:lnTo>
                <a:lnTo>
                  <a:pt x="42" y="294"/>
                </a:lnTo>
                <a:lnTo>
                  <a:pt x="41" y="294"/>
                </a:lnTo>
                <a:lnTo>
                  <a:pt x="40" y="293"/>
                </a:lnTo>
                <a:lnTo>
                  <a:pt x="39" y="293"/>
                </a:lnTo>
                <a:lnTo>
                  <a:pt x="39" y="292"/>
                </a:lnTo>
                <a:lnTo>
                  <a:pt x="38" y="292"/>
                </a:lnTo>
                <a:lnTo>
                  <a:pt x="38" y="291"/>
                </a:lnTo>
                <a:lnTo>
                  <a:pt x="37" y="291"/>
                </a:lnTo>
                <a:lnTo>
                  <a:pt x="37" y="290"/>
                </a:lnTo>
                <a:lnTo>
                  <a:pt x="36" y="290"/>
                </a:lnTo>
                <a:lnTo>
                  <a:pt x="36" y="289"/>
                </a:lnTo>
                <a:lnTo>
                  <a:pt x="35" y="289"/>
                </a:lnTo>
                <a:lnTo>
                  <a:pt x="35" y="288"/>
                </a:lnTo>
                <a:lnTo>
                  <a:pt x="34" y="288"/>
                </a:lnTo>
                <a:lnTo>
                  <a:pt x="35" y="289"/>
                </a:lnTo>
                <a:lnTo>
                  <a:pt x="34" y="289"/>
                </a:lnTo>
                <a:lnTo>
                  <a:pt x="33" y="289"/>
                </a:lnTo>
                <a:lnTo>
                  <a:pt x="33" y="288"/>
                </a:lnTo>
                <a:lnTo>
                  <a:pt x="32" y="288"/>
                </a:lnTo>
                <a:lnTo>
                  <a:pt x="32" y="287"/>
                </a:lnTo>
                <a:lnTo>
                  <a:pt x="31" y="287"/>
                </a:lnTo>
                <a:lnTo>
                  <a:pt x="30" y="286"/>
                </a:lnTo>
                <a:lnTo>
                  <a:pt x="29" y="285"/>
                </a:lnTo>
                <a:lnTo>
                  <a:pt x="29" y="286"/>
                </a:lnTo>
                <a:lnTo>
                  <a:pt x="28" y="285"/>
                </a:lnTo>
                <a:lnTo>
                  <a:pt x="27" y="284"/>
                </a:lnTo>
                <a:lnTo>
                  <a:pt x="27" y="283"/>
                </a:lnTo>
                <a:lnTo>
                  <a:pt x="26" y="282"/>
                </a:lnTo>
                <a:lnTo>
                  <a:pt x="26" y="281"/>
                </a:lnTo>
                <a:lnTo>
                  <a:pt x="26" y="282"/>
                </a:lnTo>
                <a:lnTo>
                  <a:pt x="27" y="282"/>
                </a:lnTo>
                <a:lnTo>
                  <a:pt x="28" y="282"/>
                </a:lnTo>
                <a:lnTo>
                  <a:pt x="27" y="281"/>
                </a:lnTo>
                <a:lnTo>
                  <a:pt x="26" y="281"/>
                </a:lnTo>
                <a:lnTo>
                  <a:pt x="26" y="280"/>
                </a:lnTo>
                <a:lnTo>
                  <a:pt x="25" y="279"/>
                </a:lnTo>
                <a:lnTo>
                  <a:pt x="24" y="278"/>
                </a:lnTo>
                <a:lnTo>
                  <a:pt x="23" y="276"/>
                </a:lnTo>
                <a:lnTo>
                  <a:pt x="23" y="275"/>
                </a:lnTo>
                <a:lnTo>
                  <a:pt x="24" y="275"/>
                </a:lnTo>
                <a:lnTo>
                  <a:pt x="23" y="275"/>
                </a:lnTo>
                <a:lnTo>
                  <a:pt x="24" y="274"/>
                </a:lnTo>
                <a:lnTo>
                  <a:pt x="23" y="274"/>
                </a:lnTo>
                <a:lnTo>
                  <a:pt x="23" y="275"/>
                </a:lnTo>
                <a:lnTo>
                  <a:pt x="22" y="274"/>
                </a:lnTo>
                <a:lnTo>
                  <a:pt x="21" y="275"/>
                </a:lnTo>
                <a:lnTo>
                  <a:pt x="21" y="274"/>
                </a:lnTo>
                <a:lnTo>
                  <a:pt x="21" y="273"/>
                </a:lnTo>
                <a:lnTo>
                  <a:pt x="20" y="272"/>
                </a:lnTo>
                <a:lnTo>
                  <a:pt x="20" y="271"/>
                </a:lnTo>
                <a:lnTo>
                  <a:pt x="20" y="270"/>
                </a:lnTo>
                <a:lnTo>
                  <a:pt x="20" y="269"/>
                </a:lnTo>
                <a:lnTo>
                  <a:pt x="21" y="269"/>
                </a:lnTo>
                <a:lnTo>
                  <a:pt x="22" y="268"/>
                </a:lnTo>
                <a:lnTo>
                  <a:pt x="22" y="267"/>
                </a:lnTo>
                <a:lnTo>
                  <a:pt x="22" y="266"/>
                </a:lnTo>
                <a:lnTo>
                  <a:pt x="22" y="265"/>
                </a:lnTo>
                <a:lnTo>
                  <a:pt x="21" y="265"/>
                </a:lnTo>
                <a:lnTo>
                  <a:pt x="21" y="266"/>
                </a:lnTo>
                <a:lnTo>
                  <a:pt x="20" y="265"/>
                </a:lnTo>
                <a:lnTo>
                  <a:pt x="20" y="264"/>
                </a:lnTo>
                <a:lnTo>
                  <a:pt x="20" y="263"/>
                </a:lnTo>
                <a:lnTo>
                  <a:pt x="19" y="262"/>
                </a:lnTo>
                <a:lnTo>
                  <a:pt x="19" y="261"/>
                </a:lnTo>
                <a:lnTo>
                  <a:pt x="19" y="260"/>
                </a:lnTo>
                <a:lnTo>
                  <a:pt x="18" y="260"/>
                </a:lnTo>
                <a:lnTo>
                  <a:pt x="18" y="259"/>
                </a:lnTo>
                <a:lnTo>
                  <a:pt x="18" y="258"/>
                </a:lnTo>
                <a:lnTo>
                  <a:pt x="17" y="257"/>
                </a:lnTo>
                <a:lnTo>
                  <a:pt x="17" y="256"/>
                </a:lnTo>
                <a:lnTo>
                  <a:pt x="17" y="255"/>
                </a:lnTo>
                <a:lnTo>
                  <a:pt x="16" y="255"/>
                </a:lnTo>
                <a:lnTo>
                  <a:pt x="15" y="255"/>
                </a:lnTo>
                <a:lnTo>
                  <a:pt x="15" y="254"/>
                </a:lnTo>
                <a:lnTo>
                  <a:pt x="16" y="254"/>
                </a:lnTo>
                <a:lnTo>
                  <a:pt x="16" y="253"/>
                </a:lnTo>
                <a:lnTo>
                  <a:pt x="15" y="252"/>
                </a:lnTo>
                <a:lnTo>
                  <a:pt x="15" y="251"/>
                </a:lnTo>
                <a:lnTo>
                  <a:pt x="14" y="250"/>
                </a:lnTo>
                <a:lnTo>
                  <a:pt x="15" y="249"/>
                </a:lnTo>
                <a:lnTo>
                  <a:pt x="14" y="248"/>
                </a:lnTo>
                <a:lnTo>
                  <a:pt x="14" y="247"/>
                </a:lnTo>
                <a:lnTo>
                  <a:pt x="14" y="246"/>
                </a:lnTo>
                <a:lnTo>
                  <a:pt x="13" y="246"/>
                </a:lnTo>
                <a:lnTo>
                  <a:pt x="13" y="245"/>
                </a:lnTo>
                <a:lnTo>
                  <a:pt x="13" y="244"/>
                </a:lnTo>
                <a:lnTo>
                  <a:pt x="13" y="243"/>
                </a:lnTo>
                <a:lnTo>
                  <a:pt x="13" y="242"/>
                </a:lnTo>
                <a:lnTo>
                  <a:pt x="13" y="241"/>
                </a:lnTo>
                <a:lnTo>
                  <a:pt x="13" y="240"/>
                </a:lnTo>
                <a:lnTo>
                  <a:pt x="12" y="239"/>
                </a:lnTo>
                <a:lnTo>
                  <a:pt x="12" y="238"/>
                </a:lnTo>
                <a:lnTo>
                  <a:pt x="11" y="238"/>
                </a:lnTo>
                <a:lnTo>
                  <a:pt x="11" y="237"/>
                </a:lnTo>
                <a:lnTo>
                  <a:pt x="10" y="236"/>
                </a:lnTo>
                <a:lnTo>
                  <a:pt x="10" y="235"/>
                </a:lnTo>
                <a:lnTo>
                  <a:pt x="9" y="235"/>
                </a:lnTo>
                <a:lnTo>
                  <a:pt x="8" y="235"/>
                </a:lnTo>
                <a:lnTo>
                  <a:pt x="8" y="234"/>
                </a:lnTo>
                <a:lnTo>
                  <a:pt x="7" y="233"/>
                </a:lnTo>
                <a:lnTo>
                  <a:pt x="6" y="232"/>
                </a:lnTo>
                <a:lnTo>
                  <a:pt x="5" y="232"/>
                </a:lnTo>
                <a:lnTo>
                  <a:pt x="4" y="231"/>
                </a:lnTo>
                <a:lnTo>
                  <a:pt x="3" y="231"/>
                </a:lnTo>
                <a:lnTo>
                  <a:pt x="3" y="230"/>
                </a:lnTo>
                <a:lnTo>
                  <a:pt x="2" y="230"/>
                </a:lnTo>
                <a:lnTo>
                  <a:pt x="2" y="229"/>
                </a:lnTo>
                <a:lnTo>
                  <a:pt x="1" y="229"/>
                </a:lnTo>
                <a:lnTo>
                  <a:pt x="1" y="230"/>
                </a:lnTo>
                <a:lnTo>
                  <a:pt x="0" y="228"/>
                </a:lnTo>
                <a:lnTo>
                  <a:pt x="1" y="227"/>
                </a:lnTo>
                <a:lnTo>
                  <a:pt x="0" y="226"/>
                </a:lnTo>
                <a:lnTo>
                  <a:pt x="0" y="225"/>
                </a:lnTo>
                <a:lnTo>
                  <a:pt x="1" y="224"/>
                </a:lnTo>
                <a:lnTo>
                  <a:pt x="1" y="223"/>
                </a:lnTo>
                <a:lnTo>
                  <a:pt x="2" y="223"/>
                </a:lnTo>
                <a:lnTo>
                  <a:pt x="1" y="224"/>
                </a:lnTo>
                <a:lnTo>
                  <a:pt x="2" y="224"/>
                </a:lnTo>
                <a:lnTo>
                  <a:pt x="4" y="223"/>
                </a:lnTo>
                <a:lnTo>
                  <a:pt x="5" y="223"/>
                </a:lnTo>
                <a:lnTo>
                  <a:pt x="5" y="222"/>
                </a:lnTo>
                <a:lnTo>
                  <a:pt x="5" y="221"/>
                </a:lnTo>
                <a:lnTo>
                  <a:pt x="5" y="220"/>
                </a:lnTo>
                <a:lnTo>
                  <a:pt x="4" y="220"/>
                </a:lnTo>
                <a:lnTo>
                  <a:pt x="4" y="218"/>
                </a:lnTo>
                <a:lnTo>
                  <a:pt x="4" y="217"/>
                </a:lnTo>
                <a:lnTo>
                  <a:pt x="3" y="217"/>
                </a:lnTo>
                <a:lnTo>
                  <a:pt x="3" y="216"/>
                </a:lnTo>
                <a:lnTo>
                  <a:pt x="4" y="216"/>
                </a:lnTo>
                <a:lnTo>
                  <a:pt x="4" y="215"/>
                </a:lnTo>
                <a:lnTo>
                  <a:pt x="4" y="214"/>
                </a:lnTo>
                <a:lnTo>
                  <a:pt x="5" y="214"/>
                </a:lnTo>
                <a:lnTo>
                  <a:pt x="5" y="213"/>
                </a:lnTo>
                <a:lnTo>
                  <a:pt x="4" y="213"/>
                </a:lnTo>
                <a:lnTo>
                  <a:pt x="5" y="213"/>
                </a:lnTo>
                <a:lnTo>
                  <a:pt x="5" y="212"/>
                </a:lnTo>
                <a:lnTo>
                  <a:pt x="5" y="211"/>
                </a:lnTo>
                <a:lnTo>
                  <a:pt x="5" y="212"/>
                </a:lnTo>
                <a:lnTo>
                  <a:pt x="5" y="213"/>
                </a:lnTo>
                <a:lnTo>
                  <a:pt x="6" y="213"/>
                </a:lnTo>
                <a:lnTo>
                  <a:pt x="6" y="211"/>
                </a:lnTo>
                <a:lnTo>
                  <a:pt x="6" y="210"/>
                </a:lnTo>
                <a:lnTo>
                  <a:pt x="7" y="209"/>
                </a:lnTo>
                <a:lnTo>
                  <a:pt x="7" y="208"/>
                </a:lnTo>
                <a:lnTo>
                  <a:pt x="8" y="208"/>
                </a:lnTo>
                <a:lnTo>
                  <a:pt x="8" y="207"/>
                </a:lnTo>
                <a:lnTo>
                  <a:pt x="7" y="207"/>
                </a:lnTo>
                <a:lnTo>
                  <a:pt x="7" y="208"/>
                </a:lnTo>
                <a:lnTo>
                  <a:pt x="6" y="208"/>
                </a:lnTo>
                <a:lnTo>
                  <a:pt x="6" y="207"/>
                </a:lnTo>
                <a:lnTo>
                  <a:pt x="6" y="205"/>
                </a:lnTo>
                <a:lnTo>
                  <a:pt x="7" y="205"/>
                </a:lnTo>
                <a:lnTo>
                  <a:pt x="8" y="205"/>
                </a:lnTo>
                <a:lnTo>
                  <a:pt x="7" y="205"/>
                </a:lnTo>
                <a:lnTo>
                  <a:pt x="7" y="204"/>
                </a:lnTo>
                <a:lnTo>
                  <a:pt x="7" y="203"/>
                </a:lnTo>
                <a:lnTo>
                  <a:pt x="8" y="202"/>
                </a:lnTo>
                <a:lnTo>
                  <a:pt x="8" y="201"/>
                </a:lnTo>
                <a:lnTo>
                  <a:pt x="9" y="201"/>
                </a:lnTo>
                <a:lnTo>
                  <a:pt x="9" y="200"/>
                </a:lnTo>
                <a:lnTo>
                  <a:pt x="8" y="200"/>
                </a:lnTo>
                <a:lnTo>
                  <a:pt x="8" y="199"/>
                </a:lnTo>
                <a:lnTo>
                  <a:pt x="9" y="199"/>
                </a:lnTo>
                <a:lnTo>
                  <a:pt x="9" y="198"/>
                </a:lnTo>
                <a:lnTo>
                  <a:pt x="9" y="197"/>
                </a:lnTo>
                <a:lnTo>
                  <a:pt x="10" y="197"/>
                </a:lnTo>
                <a:lnTo>
                  <a:pt x="10" y="198"/>
                </a:lnTo>
                <a:lnTo>
                  <a:pt x="9" y="198"/>
                </a:lnTo>
                <a:lnTo>
                  <a:pt x="9" y="199"/>
                </a:lnTo>
                <a:lnTo>
                  <a:pt x="10" y="198"/>
                </a:lnTo>
                <a:lnTo>
                  <a:pt x="10" y="199"/>
                </a:lnTo>
                <a:lnTo>
                  <a:pt x="11" y="199"/>
                </a:lnTo>
                <a:lnTo>
                  <a:pt x="11" y="198"/>
                </a:lnTo>
                <a:lnTo>
                  <a:pt x="11" y="197"/>
                </a:lnTo>
                <a:lnTo>
                  <a:pt x="10" y="197"/>
                </a:lnTo>
                <a:lnTo>
                  <a:pt x="10" y="196"/>
                </a:lnTo>
                <a:lnTo>
                  <a:pt x="9" y="196"/>
                </a:lnTo>
                <a:lnTo>
                  <a:pt x="11" y="196"/>
                </a:lnTo>
                <a:lnTo>
                  <a:pt x="12" y="196"/>
                </a:lnTo>
                <a:lnTo>
                  <a:pt x="12" y="195"/>
                </a:lnTo>
                <a:lnTo>
                  <a:pt x="12" y="194"/>
                </a:lnTo>
                <a:lnTo>
                  <a:pt x="11" y="194"/>
                </a:lnTo>
                <a:lnTo>
                  <a:pt x="10" y="193"/>
                </a:lnTo>
                <a:lnTo>
                  <a:pt x="11" y="192"/>
                </a:lnTo>
                <a:lnTo>
                  <a:pt x="11" y="191"/>
                </a:lnTo>
                <a:lnTo>
                  <a:pt x="11" y="192"/>
                </a:lnTo>
                <a:lnTo>
                  <a:pt x="10" y="192"/>
                </a:lnTo>
                <a:lnTo>
                  <a:pt x="10" y="191"/>
                </a:lnTo>
                <a:lnTo>
                  <a:pt x="10" y="190"/>
                </a:lnTo>
                <a:lnTo>
                  <a:pt x="11" y="190"/>
                </a:lnTo>
                <a:lnTo>
                  <a:pt x="11" y="189"/>
                </a:lnTo>
                <a:lnTo>
                  <a:pt x="10" y="189"/>
                </a:lnTo>
                <a:lnTo>
                  <a:pt x="9" y="189"/>
                </a:lnTo>
                <a:lnTo>
                  <a:pt x="10" y="188"/>
                </a:lnTo>
                <a:lnTo>
                  <a:pt x="10" y="187"/>
                </a:lnTo>
                <a:lnTo>
                  <a:pt x="11" y="187"/>
                </a:lnTo>
                <a:lnTo>
                  <a:pt x="11" y="186"/>
                </a:lnTo>
                <a:lnTo>
                  <a:pt x="11" y="185"/>
                </a:lnTo>
                <a:lnTo>
                  <a:pt x="10" y="185"/>
                </a:lnTo>
                <a:lnTo>
                  <a:pt x="9" y="185"/>
                </a:lnTo>
                <a:lnTo>
                  <a:pt x="8" y="185"/>
                </a:lnTo>
                <a:lnTo>
                  <a:pt x="8" y="184"/>
                </a:lnTo>
                <a:lnTo>
                  <a:pt x="8" y="182"/>
                </a:lnTo>
                <a:lnTo>
                  <a:pt x="9" y="182"/>
                </a:lnTo>
                <a:lnTo>
                  <a:pt x="10" y="182"/>
                </a:lnTo>
                <a:lnTo>
                  <a:pt x="11" y="182"/>
                </a:lnTo>
                <a:lnTo>
                  <a:pt x="11" y="181"/>
                </a:lnTo>
                <a:lnTo>
                  <a:pt x="11" y="180"/>
                </a:lnTo>
                <a:lnTo>
                  <a:pt x="10" y="180"/>
                </a:lnTo>
                <a:lnTo>
                  <a:pt x="10" y="179"/>
                </a:lnTo>
                <a:lnTo>
                  <a:pt x="10" y="178"/>
                </a:lnTo>
                <a:lnTo>
                  <a:pt x="10" y="177"/>
                </a:lnTo>
                <a:lnTo>
                  <a:pt x="10" y="175"/>
                </a:lnTo>
                <a:lnTo>
                  <a:pt x="10" y="174"/>
                </a:lnTo>
                <a:lnTo>
                  <a:pt x="11" y="175"/>
                </a:lnTo>
                <a:lnTo>
                  <a:pt x="10" y="174"/>
                </a:lnTo>
                <a:lnTo>
                  <a:pt x="10" y="173"/>
                </a:lnTo>
                <a:lnTo>
                  <a:pt x="10" y="172"/>
                </a:lnTo>
                <a:lnTo>
                  <a:pt x="10" y="171"/>
                </a:lnTo>
                <a:lnTo>
                  <a:pt x="10" y="170"/>
                </a:lnTo>
                <a:lnTo>
                  <a:pt x="10" y="169"/>
                </a:lnTo>
                <a:lnTo>
                  <a:pt x="10" y="168"/>
                </a:lnTo>
                <a:lnTo>
                  <a:pt x="11" y="168"/>
                </a:lnTo>
                <a:lnTo>
                  <a:pt x="11" y="167"/>
                </a:lnTo>
                <a:lnTo>
                  <a:pt x="11" y="166"/>
                </a:lnTo>
                <a:lnTo>
                  <a:pt x="12" y="166"/>
                </a:lnTo>
                <a:lnTo>
                  <a:pt x="12" y="165"/>
                </a:lnTo>
                <a:lnTo>
                  <a:pt x="13" y="164"/>
                </a:lnTo>
                <a:lnTo>
                  <a:pt x="14" y="164"/>
                </a:lnTo>
                <a:lnTo>
                  <a:pt x="14" y="163"/>
                </a:lnTo>
                <a:lnTo>
                  <a:pt x="13" y="163"/>
                </a:lnTo>
                <a:lnTo>
                  <a:pt x="12" y="163"/>
                </a:lnTo>
                <a:lnTo>
                  <a:pt x="13" y="162"/>
                </a:lnTo>
                <a:lnTo>
                  <a:pt x="13" y="161"/>
                </a:lnTo>
                <a:lnTo>
                  <a:pt x="13" y="160"/>
                </a:lnTo>
                <a:lnTo>
                  <a:pt x="13" y="159"/>
                </a:lnTo>
                <a:lnTo>
                  <a:pt x="13" y="158"/>
                </a:lnTo>
                <a:lnTo>
                  <a:pt x="14" y="158"/>
                </a:lnTo>
                <a:lnTo>
                  <a:pt x="15" y="158"/>
                </a:lnTo>
                <a:lnTo>
                  <a:pt x="15" y="157"/>
                </a:lnTo>
                <a:lnTo>
                  <a:pt x="16" y="155"/>
                </a:lnTo>
                <a:lnTo>
                  <a:pt x="17" y="154"/>
                </a:lnTo>
                <a:lnTo>
                  <a:pt x="16" y="154"/>
                </a:lnTo>
                <a:lnTo>
                  <a:pt x="16" y="155"/>
                </a:lnTo>
                <a:lnTo>
                  <a:pt x="15" y="156"/>
                </a:lnTo>
                <a:lnTo>
                  <a:pt x="15" y="157"/>
                </a:lnTo>
                <a:lnTo>
                  <a:pt x="14" y="157"/>
                </a:lnTo>
                <a:lnTo>
                  <a:pt x="14" y="158"/>
                </a:lnTo>
                <a:lnTo>
                  <a:pt x="12" y="158"/>
                </a:lnTo>
                <a:lnTo>
                  <a:pt x="12" y="157"/>
                </a:lnTo>
                <a:lnTo>
                  <a:pt x="12" y="156"/>
                </a:lnTo>
                <a:lnTo>
                  <a:pt x="13" y="156"/>
                </a:lnTo>
                <a:lnTo>
                  <a:pt x="13" y="155"/>
                </a:lnTo>
                <a:lnTo>
                  <a:pt x="14" y="154"/>
                </a:lnTo>
                <a:lnTo>
                  <a:pt x="13" y="153"/>
                </a:lnTo>
                <a:lnTo>
                  <a:pt x="14" y="153"/>
                </a:lnTo>
                <a:lnTo>
                  <a:pt x="14" y="152"/>
                </a:lnTo>
                <a:lnTo>
                  <a:pt x="15" y="152"/>
                </a:lnTo>
                <a:lnTo>
                  <a:pt x="16" y="151"/>
                </a:lnTo>
                <a:lnTo>
                  <a:pt x="17" y="151"/>
                </a:lnTo>
                <a:lnTo>
                  <a:pt x="17" y="152"/>
                </a:lnTo>
                <a:lnTo>
                  <a:pt x="17" y="151"/>
                </a:lnTo>
                <a:lnTo>
                  <a:pt x="17" y="150"/>
                </a:lnTo>
                <a:lnTo>
                  <a:pt x="18" y="150"/>
                </a:lnTo>
                <a:lnTo>
                  <a:pt x="19" y="151"/>
                </a:lnTo>
                <a:lnTo>
                  <a:pt x="19" y="150"/>
                </a:lnTo>
                <a:lnTo>
                  <a:pt x="20" y="150"/>
                </a:lnTo>
                <a:lnTo>
                  <a:pt x="21" y="150"/>
                </a:lnTo>
                <a:lnTo>
                  <a:pt x="21" y="149"/>
                </a:lnTo>
                <a:lnTo>
                  <a:pt x="20" y="149"/>
                </a:lnTo>
                <a:lnTo>
                  <a:pt x="20" y="148"/>
                </a:lnTo>
                <a:lnTo>
                  <a:pt x="20" y="147"/>
                </a:lnTo>
                <a:lnTo>
                  <a:pt x="21" y="147"/>
                </a:lnTo>
                <a:lnTo>
                  <a:pt x="22" y="147"/>
                </a:lnTo>
                <a:lnTo>
                  <a:pt x="23" y="146"/>
                </a:lnTo>
                <a:lnTo>
                  <a:pt x="23" y="145"/>
                </a:lnTo>
                <a:lnTo>
                  <a:pt x="24" y="145"/>
                </a:lnTo>
                <a:lnTo>
                  <a:pt x="24" y="144"/>
                </a:lnTo>
                <a:lnTo>
                  <a:pt x="25" y="142"/>
                </a:lnTo>
                <a:lnTo>
                  <a:pt x="25" y="141"/>
                </a:lnTo>
                <a:lnTo>
                  <a:pt x="26" y="140"/>
                </a:lnTo>
                <a:lnTo>
                  <a:pt x="26" y="139"/>
                </a:lnTo>
                <a:lnTo>
                  <a:pt x="25" y="139"/>
                </a:lnTo>
                <a:lnTo>
                  <a:pt x="26" y="136"/>
                </a:lnTo>
                <a:lnTo>
                  <a:pt x="27" y="135"/>
                </a:lnTo>
                <a:lnTo>
                  <a:pt x="27" y="134"/>
                </a:lnTo>
                <a:lnTo>
                  <a:pt x="28" y="134"/>
                </a:lnTo>
                <a:lnTo>
                  <a:pt x="29" y="133"/>
                </a:lnTo>
                <a:lnTo>
                  <a:pt x="29" y="132"/>
                </a:lnTo>
                <a:lnTo>
                  <a:pt x="29" y="131"/>
                </a:lnTo>
                <a:lnTo>
                  <a:pt x="30" y="131"/>
                </a:lnTo>
                <a:lnTo>
                  <a:pt x="30" y="130"/>
                </a:lnTo>
                <a:lnTo>
                  <a:pt x="30" y="129"/>
                </a:lnTo>
                <a:lnTo>
                  <a:pt x="31" y="129"/>
                </a:lnTo>
                <a:lnTo>
                  <a:pt x="32" y="128"/>
                </a:lnTo>
                <a:lnTo>
                  <a:pt x="33" y="128"/>
                </a:lnTo>
                <a:lnTo>
                  <a:pt x="33" y="127"/>
                </a:lnTo>
                <a:lnTo>
                  <a:pt x="34" y="127"/>
                </a:lnTo>
                <a:lnTo>
                  <a:pt x="34" y="126"/>
                </a:lnTo>
                <a:lnTo>
                  <a:pt x="35" y="126"/>
                </a:lnTo>
                <a:lnTo>
                  <a:pt x="35" y="125"/>
                </a:lnTo>
                <a:lnTo>
                  <a:pt x="35" y="124"/>
                </a:lnTo>
                <a:lnTo>
                  <a:pt x="36" y="124"/>
                </a:lnTo>
                <a:lnTo>
                  <a:pt x="36" y="123"/>
                </a:lnTo>
                <a:lnTo>
                  <a:pt x="37" y="120"/>
                </a:lnTo>
                <a:lnTo>
                  <a:pt x="35" y="120"/>
                </a:lnTo>
                <a:lnTo>
                  <a:pt x="35" y="121"/>
                </a:lnTo>
                <a:lnTo>
                  <a:pt x="34" y="122"/>
                </a:lnTo>
                <a:lnTo>
                  <a:pt x="34" y="123"/>
                </a:lnTo>
                <a:lnTo>
                  <a:pt x="33" y="123"/>
                </a:lnTo>
                <a:lnTo>
                  <a:pt x="32" y="124"/>
                </a:lnTo>
                <a:lnTo>
                  <a:pt x="31" y="123"/>
                </a:lnTo>
                <a:lnTo>
                  <a:pt x="32" y="123"/>
                </a:lnTo>
                <a:lnTo>
                  <a:pt x="34" y="120"/>
                </a:lnTo>
                <a:lnTo>
                  <a:pt x="35" y="120"/>
                </a:lnTo>
                <a:lnTo>
                  <a:pt x="35" y="119"/>
                </a:lnTo>
                <a:lnTo>
                  <a:pt x="35" y="118"/>
                </a:lnTo>
                <a:lnTo>
                  <a:pt x="35" y="117"/>
                </a:lnTo>
                <a:lnTo>
                  <a:pt x="36" y="117"/>
                </a:lnTo>
                <a:lnTo>
                  <a:pt x="39" y="117"/>
                </a:lnTo>
                <a:lnTo>
                  <a:pt x="39" y="116"/>
                </a:lnTo>
                <a:lnTo>
                  <a:pt x="39" y="115"/>
                </a:lnTo>
                <a:lnTo>
                  <a:pt x="40" y="115"/>
                </a:lnTo>
                <a:lnTo>
                  <a:pt x="40" y="114"/>
                </a:lnTo>
                <a:lnTo>
                  <a:pt x="41" y="113"/>
                </a:lnTo>
                <a:lnTo>
                  <a:pt x="41" y="112"/>
                </a:lnTo>
                <a:lnTo>
                  <a:pt x="40" y="112"/>
                </a:lnTo>
                <a:lnTo>
                  <a:pt x="40" y="111"/>
                </a:lnTo>
                <a:lnTo>
                  <a:pt x="39" y="111"/>
                </a:lnTo>
                <a:lnTo>
                  <a:pt x="40" y="111"/>
                </a:lnTo>
                <a:lnTo>
                  <a:pt x="40" y="110"/>
                </a:lnTo>
                <a:lnTo>
                  <a:pt x="40" y="109"/>
                </a:lnTo>
                <a:lnTo>
                  <a:pt x="41" y="107"/>
                </a:lnTo>
                <a:lnTo>
                  <a:pt x="42" y="105"/>
                </a:lnTo>
                <a:lnTo>
                  <a:pt x="42" y="106"/>
                </a:lnTo>
                <a:lnTo>
                  <a:pt x="42" y="105"/>
                </a:lnTo>
                <a:lnTo>
                  <a:pt x="43" y="105"/>
                </a:lnTo>
                <a:lnTo>
                  <a:pt x="43" y="104"/>
                </a:lnTo>
                <a:lnTo>
                  <a:pt x="43" y="105"/>
                </a:lnTo>
                <a:lnTo>
                  <a:pt x="43" y="106"/>
                </a:lnTo>
                <a:lnTo>
                  <a:pt x="42" y="107"/>
                </a:lnTo>
                <a:lnTo>
                  <a:pt x="41" y="107"/>
                </a:lnTo>
                <a:lnTo>
                  <a:pt x="41" y="109"/>
                </a:lnTo>
                <a:lnTo>
                  <a:pt x="40" y="110"/>
                </a:lnTo>
                <a:lnTo>
                  <a:pt x="41" y="110"/>
                </a:lnTo>
                <a:lnTo>
                  <a:pt x="41" y="109"/>
                </a:lnTo>
                <a:lnTo>
                  <a:pt x="41" y="108"/>
                </a:lnTo>
                <a:lnTo>
                  <a:pt x="42" y="109"/>
                </a:lnTo>
                <a:lnTo>
                  <a:pt x="42" y="110"/>
                </a:lnTo>
                <a:lnTo>
                  <a:pt x="43" y="110"/>
                </a:lnTo>
                <a:lnTo>
                  <a:pt x="43" y="109"/>
                </a:lnTo>
                <a:lnTo>
                  <a:pt x="42" y="108"/>
                </a:lnTo>
                <a:lnTo>
                  <a:pt x="43" y="107"/>
                </a:lnTo>
                <a:lnTo>
                  <a:pt x="44" y="105"/>
                </a:lnTo>
                <a:lnTo>
                  <a:pt x="44" y="106"/>
                </a:lnTo>
                <a:lnTo>
                  <a:pt x="45" y="105"/>
                </a:lnTo>
                <a:lnTo>
                  <a:pt x="44" y="104"/>
                </a:lnTo>
                <a:lnTo>
                  <a:pt x="45" y="104"/>
                </a:lnTo>
                <a:lnTo>
                  <a:pt x="45" y="103"/>
                </a:lnTo>
                <a:lnTo>
                  <a:pt x="44" y="104"/>
                </a:lnTo>
                <a:lnTo>
                  <a:pt x="44" y="103"/>
                </a:lnTo>
                <a:lnTo>
                  <a:pt x="44" y="102"/>
                </a:lnTo>
                <a:lnTo>
                  <a:pt x="45" y="101"/>
                </a:lnTo>
                <a:lnTo>
                  <a:pt x="46" y="102"/>
                </a:lnTo>
                <a:lnTo>
                  <a:pt x="47" y="102"/>
                </a:lnTo>
                <a:lnTo>
                  <a:pt x="47" y="101"/>
                </a:lnTo>
                <a:lnTo>
                  <a:pt x="47" y="100"/>
                </a:lnTo>
                <a:lnTo>
                  <a:pt x="47" y="99"/>
                </a:lnTo>
                <a:lnTo>
                  <a:pt x="48" y="97"/>
                </a:lnTo>
                <a:lnTo>
                  <a:pt x="49" y="96"/>
                </a:lnTo>
                <a:lnTo>
                  <a:pt x="50" y="96"/>
                </a:lnTo>
                <a:lnTo>
                  <a:pt x="50" y="95"/>
                </a:lnTo>
                <a:lnTo>
                  <a:pt x="50" y="94"/>
                </a:lnTo>
                <a:lnTo>
                  <a:pt x="50" y="93"/>
                </a:lnTo>
                <a:lnTo>
                  <a:pt x="51" y="92"/>
                </a:lnTo>
                <a:lnTo>
                  <a:pt x="51" y="91"/>
                </a:lnTo>
                <a:lnTo>
                  <a:pt x="52" y="90"/>
                </a:lnTo>
                <a:lnTo>
                  <a:pt x="53" y="90"/>
                </a:lnTo>
                <a:lnTo>
                  <a:pt x="53" y="88"/>
                </a:lnTo>
                <a:lnTo>
                  <a:pt x="54" y="88"/>
                </a:lnTo>
                <a:lnTo>
                  <a:pt x="54" y="87"/>
                </a:lnTo>
                <a:lnTo>
                  <a:pt x="54" y="88"/>
                </a:lnTo>
                <a:lnTo>
                  <a:pt x="54" y="87"/>
                </a:lnTo>
                <a:lnTo>
                  <a:pt x="55" y="86"/>
                </a:lnTo>
                <a:lnTo>
                  <a:pt x="56" y="86"/>
                </a:lnTo>
                <a:lnTo>
                  <a:pt x="56" y="85"/>
                </a:lnTo>
                <a:lnTo>
                  <a:pt x="57" y="83"/>
                </a:lnTo>
                <a:lnTo>
                  <a:pt x="58" y="82"/>
                </a:lnTo>
                <a:lnTo>
                  <a:pt x="59" y="80"/>
                </a:lnTo>
                <a:lnTo>
                  <a:pt x="59" y="79"/>
                </a:lnTo>
                <a:lnTo>
                  <a:pt x="60" y="78"/>
                </a:lnTo>
                <a:lnTo>
                  <a:pt x="60" y="77"/>
                </a:lnTo>
                <a:lnTo>
                  <a:pt x="60" y="76"/>
                </a:lnTo>
                <a:lnTo>
                  <a:pt x="61" y="75"/>
                </a:lnTo>
                <a:lnTo>
                  <a:pt x="61" y="74"/>
                </a:lnTo>
                <a:lnTo>
                  <a:pt x="61" y="73"/>
                </a:lnTo>
                <a:lnTo>
                  <a:pt x="62" y="72"/>
                </a:lnTo>
                <a:lnTo>
                  <a:pt x="62" y="71"/>
                </a:lnTo>
                <a:lnTo>
                  <a:pt x="63" y="71"/>
                </a:lnTo>
                <a:lnTo>
                  <a:pt x="63" y="70"/>
                </a:lnTo>
                <a:lnTo>
                  <a:pt x="64" y="70"/>
                </a:lnTo>
                <a:lnTo>
                  <a:pt x="65" y="70"/>
                </a:lnTo>
                <a:lnTo>
                  <a:pt x="66" y="70"/>
                </a:lnTo>
                <a:lnTo>
                  <a:pt x="66" y="71"/>
                </a:lnTo>
                <a:lnTo>
                  <a:pt x="67" y="71"/>
                </a:lnTo>
                <a:lnTo>
                  <a:pt x="66" y="70"/>
                </a:lnTo>
                <a:lnTo>
                  <a:pt x="66" y="69"/>
                </a:lnTo>
                <a:lnTo>
                  <a:pt x="65" y="69"/>
                </a:lnTo>
                <a:lnTo>
                  <a:pt x="66" y="69"/>
                </a:lnTo>
                <a:lnTo>
                  <a:pt x="66" y="67"/>
                </a:lnTo>
                <a:lnTo>
                  <a:pt x="67" y="66"/>
                </a:lnTo>
                <a:lnTo>
                  <a:pt x="67" y="65"/>
                </a:lnTo>
                <a:lnTo>
                  <a:pt x="68" y="65"/>
                </a:lnTo>
                <a:lnTo>
                  <a:pt x="69" y="65"/>
                </a:lnTo>
                <a:lnTo>
                  <a:pt x="70" y="65"/>
                </a:lnTo>
                <a:lnTo>
                  <a:pt x="71" y="65"/>
                </a:lnTo>
                <a:lnTo>
                  <a:pt x="71" y="64"/>
                </a:lnTo>
                <a:lnTo>
                  <a:pt x="72" y="64"/>
                </a:lnTo>
                <a:lnTo>
                  <a:pt x="72" y="63"/>
                </a:lnTo>
                <a:lnTo>
                  <a:pt x="73" y="63"/>
                </a:lnTo>
                <a:lnTo>
                  <a:pt x="74" y="62"/>
                </a:lnTo>
                <a:lnTo>
                  <a:pt x="75" y="61"/>
                </a:lnTo>
                <a:lnTo>
                  <a:pt x="75" y="60"/>
                </a:lnTo>
                <a:lnTo>
                  <a:pt x="75" y="59"/>
                </a:lnTo>
                <a:lnTo>
                  <a:pt x="76" y="58"/>
                </a:lnTo>
                <a:lnTo>
                  <a:pt x="77" y="57"/>
                </a:lnTo>
                <a:lnTo>
                  <a:pt x="78" y="57"/>
                </a:lnTo>
                <a:lnTo>
                  <a:pt x="78" y="56"/>
                </a:lnTo>
                <a:lnTo>
                  <a:pt x="79" y="56"/>
                </a:lnTo>
                <a:lnTo>
                  <a:pt x="79" y="55"/>
                </a:lnTo>
                <a:lnTo>
                  <a:pt x="79" y="54"/>
                </a:lnTo>
                <a:lnTo>
                  <a:pt x="80" y="54"/>
                </a:lnTo>
                <a:lnTo>
                  <a:pt x="80" y="53"/>
                </a:lnTo>
                <a:lnTo>
                  <a:pt x="80" y="51"/>
                </a:lnTo>
                <a:lnTo>
                  <a:pt x="79" y="51"/>
                </a:lnTo>
                <a:lnTo>
                  <a:pt x="79" y="50"/>
                </a:lnTo>
                <a:lnTo>
                  <a:pt x="80" y="50"/>
                </a:lnTo>
                <a:lnTo>
                  <a:pt x="79" y="50"/>
                </a:lnTo>
                <a:lnTo>
                  <a:pt x="79" y="49"/>
                </a:lnTo>
                <a:lnTo>
                  <a:pt x="79" y="48"/>
                </a:lnTo>
                <a:lnTo>
                  <a:pt x="80" y="48"/>
                </a:lnTo>
                <a:lnTo>
                  <a:pt x="80" y="47"/>
                </a:lnTo>
                <a:lnTo>
                  <a:pt x="80" y="46"/>
                </a:lnTo>
                <a:lnTo>
                  <a:pt x="82" y="46"/>
                </a:lnTo>
                <a:lnTo>
                  <a:pt x="82" y="47"/>
                </a:lnTo>
                <a:lnTo>
                  <a:pt x="83" y="47"/>
                </a:lnTo>
                <a:lnTo>
                  <a:pt x="83" y="46"/>
                </a:lnTo>
                <a:lnTo>
                  <a:pt x="82" y="45"/>
                </a:lnTo>
                <a:lnTo>
                  <a:pt x="83" y="45"/>
                </a:lnTo>
                <a:lnTo>
                  <a:pt x="83" y="44"/>
                </a:lnTo>
                <a:lnTo>
                  <a:pt x="84" y="43"/>
                </a:lnTo>
                <a:lnTo>
                  <a:pt x="84" y="42"/>
                </a:lnTo>
                <a:lnTo>
                  <a:pt x="85" y="41"/>
                </a:lnTo>
                <a:lnTo>
                  <a:pt x="85" y="40"/>
                </a:lnTo>
                <a:lnTo>
                  <a:pt x="85" y="39"/>
                </a:lnTo>
                <a:lnTo>
                  <a:pt x="86" y="39"/>
                </a:lnTo>
                <a:lnTo>
                  <a:pt x="86" y="38"/>
                </a:lnTo>
                <a:lnTo>
                  <a:pt x="87" y="37"/>
                </a:lnTo>
                <a:lnTo>
                  <a:pt x="87" y="36"/>
                </a:lnTo>
                <a:lnTo>
                  <a:pt x="88" y="36"/>
                </a:lnTo>
                <a:lnTo>
                  <a:pt x="88" y="35"/>
                </a:lnTo>
                <a:lnTo>
                  <a:pt x="89" y="35"/>
                </a:lnTo>
                <a:lnTo>
                  <a:pt x="89" y="34"/>
                </a:lnTo>
                <a:lnTo>
                  <a:pt x="89" y="33"/>
                </a:lnTo>
                <a:lnTo>
                  <a:pt x="90" y="33"/>
                </a:lnTo>
                <a:lnTo>
                  <a:pt x="90" y="32"/>
                </a:lnTo>
                <a:lnTo>
                  <a:pt x="90" y="30"/>
                </a:lnTo>
                <a:lnTo>
                  <a:pt x="91" y="30"/>
                </a:lnTo>
                <a:lnTo>
                  <a:pt x="91" y="29"/>
                </a:lnTo>
                <a:lnTo>
                  <a:pt x="92" y="29"/>
                </a:lnTo>
                <a:lnTo>
                  <a:pt x="92" y="28"/>
                </a:lnTo>
                <a:lnTo>
                  <a:pt x="93" y="27"/>
                </a:lnTo>
                <a:lnTo>
                  <a:pt x="94" y="26"/>
                </a:lnTo>
                <a:lnTo>
                  <a:pt x="95" y="26"/>
                </a:lnTo>
                <a:lnTo>
                  <a:pt x="96" y="25"/>
                </a:lnTo>
                <a:lnTo>
                  <a:pt x="97" y="25"/>
                </a:lnTo>
                <a:lnTo>
                  <a:pt x="97" y="24"/>
                </a:lnTo>
                <a:lnTo>
                  <a:pt x="98" y="24"/>
                </a:lnTo>
                <a:lnTo>
                  <a:pt x="99" y="23"/>
                </a:lnTo>
                <a:lnTo>
                  <a:pt x="100" y="23"/>
                </a:lnTo>
                <a:lnTo>
                  <a:pt x="101" y="23"/>
                </a:lnTo>
                <a:lnTo>
                  <a:pt x="102" y="23"/>
                </a:lnTo>
                <a:lnTo>
                  <a:pt x="103" y="22"/>
                </a:lnTo>
                <a:lnTo>
                  <a:pt x="104" y="22"/>
                </a:lnTo>
                <a:lnTo>
                  <a:pt x="105" y="21"/>
                </a:lnTo>
                <a:lnTo>
                  <a:pt x="106" y="20"/>
                </a:lnTo>
                <a:lnTo>
                  <a:pt x="107" y="20"/>
                </a:lnTo>
                <a:lnTo>
                  <a:pt x="108" y="20"/>
                </a:lnTo>
                <a:lnTo>
                  <a:pt x="108" y="19"/>
                </a:lnTo>
                <a:lnTo>
                  <a:pt x="109" y="19"/>
                </a:lnTo>
                <a:lnTo>
                  <a:pt x="110" y="19"/>
                </a:lnTo>
                <a:lnTo>
                  <a:pt x="111" y="19"/>
                </a:lnTo>
                <a:lnTo>
                  <a:pt x="111" y="18"/>
                </a:lnTo>
                <a:lnTo>
                  <a:pt x="112" y="18"/>
                </a:lnTo>
                <a:lnTo>
                  <a:pt x="113" y="18"/>
                </a:lnTo>
                <a:lnTo>
                  <a:pt x="113" y="19"/>
                </a:lnTo>
                <a:lnTo>
                  <a:pt x="114" y="19"/>
                </a:lnTo>
                <a:lnTo>
                  <a:pt x="115" y="19"/>
                </a:lnTo>
                <a:lnTo>
                  <a:pt x="115" y="18"/>
                </a:lnTo>
                <a:lnTo>
                  <a:pt x="116" y="18"/>
                </a:lnTo>
                <a:lnTo>
                  <a:pt x="117" y="18"/>
                </a:lnTo>
                <a:lnTo>
                  <a:pt x="118" y="18"/>
                </a:lnTo>
                <a:lnTo>
                  <a:pt x="119" y="18"/>
                </a:lnTo>
                <a:lnTo>
                  <a:pt x="120" y="17"/>
                </a:lnTo>
                <a:lnTo>
                  <a:pt x="121" y="17"/>
                </a:lnTo>
                <a:lnTo>
                  <a:pt x="122" y="16"/>
                </a:lnTo>
                <a:lnTo>
                  <a:pt x="123" y="16"/>
                </a:lnTo>
                <a:lnTo>
                  <a:pt x="123" y="15"/>
                </a:lnTo>
                <a:lnTo>
                  <a:pt x="124" y="14"/>
                </a:lnTo>
                <a:lnTo>
                  <a:pt x="125" y="14"/>
                </a:lnTo>
                <a:lnTo>
                  <a:pt x="126" y="13"/>
                </a:lnTo>
                <a:lnTo>
                  <a:pt x="127" y="14"/>
                </a:lnTo>
                <a:lnTo>
                  <a:pt x="128" y="14"/>
                </a:lnTo>
                <a:lnTo>
                  <a:pt x="128" y="15"/>
                </a:lnTo>
                <a:lnTo>
                  <a:pt x="129" y="16"/>
                </a:lnTo>
                <a:lnTo>
                  <a:pt x="129" y="17"/>
                </a:lnTo>
                <a:lnTo>
                  <a:pt x="129" y="18"/>
                </a:lnTo>
                <a:lnTo>
                  <a:pt x="130" y="18"/>
                </a:lnTo>
                <a:lnTo>
                  <a:pt x="130" y="17"/>
                </a:lnTo>
                <a:lnTo>
                  <a:pt x="129" y="16"/>
                </a:lnTo>
                <a:lnTo>
                  <a:pt x="129" y="15"/>
                </a:lnTo>
                <a:lnTo>
                  <a:pt x="129" y="14"/>
                </a:lnTo>
                <a:lnTo>
                  <a:pt x="128" y="13"/>
                </a:lnTo>
                <a:lnTo>
                  <a:pt x="127" y="13"/>
                </a:lnTo>
                <a:lnTo>
                  <a:pt x="126" y="12"/>
                </a:lnTo>
                <a:lnTo>
                  <a:pt x="125" y="12"/>
                </a:lnTo>
                <a:lnTo>
                  <a:pt x="125" y="11"/>
                </a:lnTo>
                <a:lnTo>
                  <a:pt x="126" y="11"/>
                </a:lnTo>
                <a:lnTo>
                  <a:pt x="126" y="10"/>
                </a:lnTo>
                <a:lnTo>
                  <a:pt x="127" y="9"/>
                </a:lnTo>
                <a:lnTo>
                  <a:pt x="128" y="9"/>
                </a:lnTo>
                <a:lnTo>
                  <a:pt x="128" y="8"/>
                </a:lnTo>
                <a:lnTo>
                  <a:pt x="128" y="7"/>
                </a:lnTo>
                <a:lnTo>
                  <a:pt x="129" y="6"/>
                </a:lnTo>
                <a:lnTo>
                  <a:pt x="129" y="5"/>
                </a:lnTo>
                <a:lnTo>
                  <a:pt x="130" y="5"/>
                </a:lnTo>
                <a:lnTo>
                  <a:pt x="131" y="5"/>
                </a:lnTo>
                <a:lnTo>
                  <a:pt x="131" y="4"/>
                </a:lnTo>
                <a:lnTo>
                  <a:pt x="131" y="3"/>
                </a:lnTo>
                <a:lnTo>
                  <a:pt x="132" y="3"/>
                </a:lnTo>
                <a:lnTo>
                  <a:pt x="133" y="2"/>
                </a:lnTo>
                <a:lnTo>
                  <a:pt x="134" y="2"/>
                </a:lnTo>
                <a:lnTo>
                  <a:pt x="134" y="1"/>
                </a:lnTo>
                <a:lnTo>
                  <a:pt x="134" y="2"/>
                </a:lnTo>
                <a:lnTo>
                  <a:pt x="135" y="2"/>
                </a:lnTo>
                <a:lnTo>
                  <a:pt x="136" y="2"/>
                </a:lnTo>
                <a:lnTo>
                  <a:pt x="136" y="1"/>
                </a:lnTo>
                <a:lnTo>
                  <a:pt x="136" y="0"/>
                </a:lnTo>
                <a:lnTo>
                  <a:pt x="137" y="0"/>
                </a:lnTo>
                <a:lnTo>
                  <a:pt x="137" y="1"/>
                </a:lnTo>
                <a:lnTo>
                  <a:pt x="138" y="1"/>
                </a:lnTo>
                <a:lnTo>
                  <a:pt x="139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27" name=""/>
          <p:cNvSpPr/>
          <p:nvPr/>
        </p:nvSpPr>
        <p:spPr>
          <a:xfrm>
            <a:off x="2287080" y="4263120"/>
            <a:ext cx="720" cy="2160"/>
          </a:xfrm>
          <a:custGeom>
            <a:avLst/>
            <a:gdLst/>
            <a:ahLst/>
            <a:rect l="0" t="0" r="r" b="b"/>
            <a:pathLst>
              <a:path w="2" h="6">
                <a:moveTo>
                  <a:pt x="0" y="6"/>
                </a:move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6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28" name=""/>
          <p:cNvSpPr/>
          <p:nvPr/>
        </p:nvSpPr>
        <p:spPr>
          <a:xfrm>
            <a:off x="2287440" y="426132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1"/>
                </a:moveTo>
                <a:lnTo>
                  <a:pt x="2" y="3"/>
                </a:ln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29" name=""/>
          <p:cNvSpPr/>
          <p:nvPr/>
        </p:nvSpPr>
        <p:spPr>
          <a:xfrm>
            <a:off x="2289960" y="42573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30" name=""/>
          <p:cNvSpPr/>
          <p:nvPr/>
        </p:nvSpPr>
        <p:spPr>
          <a:xfrm>
            <a:off x="2294280" y="424836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0" y="4"/>
                </a:move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7" y="0"/>
                </a:lnTo>
                <a:lnTo>
                  <a:pt x="7" y="1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0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31" name=""/>
          <p:cNvSpPr/>
          <p:nvPr/>
        </p:nvSpPr>
        <p:spPr>
          <a:xfrm>
            <a:off x="2345400" y="42202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32" name=""/>
          <p:cNvSpPr/>
          <p:nvPr/>
        </p:nvSpPr>
        <p:spPr>
          <a:xfrm>
            <a:off x="2339280" y="42087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33" name=""/>
          <p:cNvSpPr/>
          <p:nvPr/>
        </p:nvSpPr>
        <p:spPr>
          <a:xfrm>
            <a:off x="2396520" y="41864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3" y="2"/>
                </a:moveTo>
                <a:lnTo>
                  <a:pt x="3" y="0"/>
                </a:ln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34" name=""/>
          <p:cNvSpPr/>
          <p:nvPr/>
        </p:nvSpPr>
        <p:spPr>
          <a:xfrm>
            <a:off x="2402280" y="4180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35" name=""/>
          <p:cNvSpPr/>
          <p:nvPr/>
        </p:nvSpPr>
        <p:spPr>
          <a:xfrm>
            <a:off x="2084400" y="43189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36" name=""/>
          <p:cNvSpPr/>
          <p:nvPr/>
        </p:nvSpPr>
        <p:spPr>
          <a:xfrm>
            <a:off x="2084760" y="4318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37" name=""/>
          <p:cNvSpPr/>
          <p:nvPr/>
        </p:nvSpPr>
        <p:spPr>
          <a:xfrm>
            <a:off x="2095560" y="43182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38" name=""/>
          <p:cNvSpPr/>
          <p:nvPr/>
        </p:nvSpPr>
        <p:spPr>
          <a:xfrm>
            <a:off x="2087280" y="43178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39" name=""/>
          <p:cNvSpPr/>
          <p:nvPr/>
        </p:nvSpPr>
        <p:spPr>
          <a:xfrm>
            <a:off x="2091240" y="431640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1" y="2"/>
                </a:moveTo>
                <a:lnTo>
                  <a:pt x="2" y="2"/>
                </a:lnTo>
                <a:lnTo>
                  <a:pt x="2" y="3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2" y="4"/>
                </a:lnTo>
                <a:lnTo>
                  <a:pt x="3" y="4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5" y="4"/>
                </a:lnTo>
                <a:lnTo>
                  <a:pt x="5" y="5"/>
                </a:lnTo>
                <a:lnTo>
                  <a:pt x="3" y="5"/>
                </a:lnTo>
                <a:lnTo>
                  <a:pt x="3" y="6"/>
                </a:lnTo>
                <a:lnTo>
                  <a:pt x="5" y="7"/>
                </a:lnTo>
                <a:lnTo>
                  <a:pt x="3" y="7"/>
                </a:lnTo>
                <a:lnTo>
                  <a:pt x="3" y="6"/>
                </a:lnTo>
                <a:lnTo>
                  <a:pt x="3" y="7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lnTo>
                  <a:pt x="1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40" name=""/>
          <p:cNvSpPr/>
          <p:nvPr/>
        </p:nvSpPr>
        <p:spPr>
          <a:xfrm>
            <a:off x="2088360" y="431712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1" y="0"/>
                </a:moveTo>
                <a:lnTo>
                  <a:pt x="1" y="2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41" name=""/>
          <p:cNvSpPr/>
          <p:nvPr/>
        </p:nvSpPr>
        <p:spPr>
          <a:xfrm>
            <a:off x="2092320" y="43160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42" name=""/>
          <p:cNvSpPr/>
          <p:nvPr/>
        </p:nvSpPr>
        <p:spPr>
          <a:xfrm>
            <a:off x="2091600" y="4314600"/>
            <a:ext cx="5040" cy="3960"/>
          </a:xfrm>
          <a:custGeom>
            <a:avLst/>
            <a:gdLst/>
            <a:ahLst/>
            <a:rect l="0" t="0" r="r" b="b"/>
            <a:pathLst>
              <a:path w="14" h="11">
                <a:moveTo>
                  <a:pt x="11" y="1"/>
                </a:moveTo>
                <a:lnTo>
                  <a:pt x="12" y="1"/>
                </a:lnTo>
                <a:lnTo>
                  <a:pt x="12" y="0"/>
                </a:lnTo>
                <a:lnTo>
                  <a:pt x="12" y="1"/>
                </a:lnTo>
                <a:lnTo>
                  <a:pt x="13" y="2"/>
                </a:lnTo>
                <a:lnTo>
                  <a:pt x="12" y="2"/>
                </a:lnTo>
                <a:lnTo>
                  <a:pt x="13" y="2"/>
                </a:lnTo>
                <a:lnTo>
                  <a:pt x="14" y="2"/>
                </a:lnTo>
                <a:lnTo>
                  <a:pt x="14" y="3"/>
                </a:lnTo>
                <a:lnTo>
                  <a:pt x="14" y="4"/>
                </a:lnTo>
                <a:lnTo>
                  <a:pt x="13" y="4"/>
                </a:lnTo>
                <a:lnTo>
                  <a:pt x="13" y="5"/>
                </a:lnTo>
                <a:lnTo>
                  <a:pt x="13" y="6"/>
                </a:lnTo>
                <a:lnTo>
                  <a:pt x="13" y="7"/>
                </a:lnTo>
                <a:lnTo>
                  <a:pt x="14" y="7"/>
                </a:lnTo>
                <a:lnTo>
                  <a:pt x="14" y="8"/>
                </a:lnTo>
                <a:lnTo>
                  <a:pt x="13" y="8"/>
                </a:lnTo>
                <a:lnTo>
                  <a:pt x="14" y="8"/>
                </a:lnTo>
                <a:lnTo>
                  <a:pt x="13" y="8"/>
                </a:lnTo>
                <a:lnTo>
                  <a:pt x="12" y="8"/>
                </a:lnTo>
                <a:lnTo>
                  <a:pt x="12" y="7"/>
                </a:lnTo>
                <a:lnTo>
                  <a:pt x="12" y="6"/>
                </a:lnTo>
                <a:lnTo>
                  <a:pt x="12" y="5"/>
                </a:lnTo>
                <a:lnTo>
                  <a:pt x="11" y="5"/>
                </a:lnTo>
                <a:lnTo>
                  <a:pt x="11" y="4"/>
                </a:lnTo>
                <a:lnTo>
                  <a:pt x="11" y="5"/>
                </a:lnTo>
                <a:lnTo>
                  <a:pt x="11" y="6"/>
                </a:lnTo>
                <a:lnTo>
                  <a:pt x="10" y="7"/>
                </a:lnTo>
                <a:lnTo>
                  <a:pt x="11" y="7"/>
                </a:lnTo>
                <a:lnTo>
                  <a:pt x="11" y="8"/>
                </a:lnTo>
                <a:lnTo>
                  <a:pt x="10" y="8"/>
                </a:lnTo>
                <a:lnTo>
                  <a:pt x="11" y="9"/>
                </a:lnTo>
                <a:lnTo>
                  <a:pt x="11" y="11"/>
                </a:lnTo>
                <a:lnTo>
                  <a:pt x="10" y="11"/>
                </a:lnTo>
                <a:lnTo>
                  <a:pt x="10" y="8"/>
                </a:lnTo>
                <a:lnTo>
                  <a:pt x="10" y="7"/>
                </a:lnTo>
                <a:lnTo>
                  <a:pt x="9" y="8"/>
                </a:lnTo>
                <a:lnTo>
                  <a:pt x="7" y="8"/>
                </a:lnTo>
                <a:lnTo>
                  <a:pt x="7" y="7"/>
                </a:lnTo>
                <a:lnTo>
                  <a:pt x="9" y="7"/>
                </a:lnTo>
                <a:lnTo>
                  <a:pt x="7" y="7"/>
                </a:lnTo>
                <a:lnTo>
                  <a:pt x="7" y="6"/>
                </a:lnTo>
                <a:lnTo>
                  <a:pt x="7" y="5"/>
                </a:lnTo>
                <a:lnTo>
                  <a:pt x="6" y="5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2" y="4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  <a:lnTo>
                  <a:pt x="6" y="1"/>
                </a:lnTo>
                <a:lnTo>
                  <a:pt x="7" y="0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43" name=""/>
          <p:cNvSpPr/>
          <p:nvPr/>
        </p:nvSpPr>
        <p:spPr>
          <a:xfrm>
            <a:off x="2088720" y="43156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44" name=""/>
          <p:cNvSpPr/>
          <p:nvPr/>
        </p:nvSpPr>
        <p:spPr>
          <a:xfrm>
            <a:off x="2089440" y="4315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45" name=""/>
          <p:cNvSpPr/>
          <p:nvPr/>
        </p:nvSpPr>
        <p:spPr>
          <a:xfrm>
            <a:off x="2082600" y="4312440"/>
            <a:ext cx="7920" cy="6120"/>
          </a:xfrm>
          <a:custGeom>
            <a:avLst/>
            <a:gdLst/>
            <a:ahLst/>
            <a:rect l="0" t="0" r="r" b="b"/>
            <a:pathLst>
              <a:path w="22" h="17">
                <a:moveTo>
                  <a:pt x="20" y="0"/>
                </a:moveTo>
                <a:lnTo>
                  <a:pt x="22" y="1"/>
                </a:lnTo>
                <a:lnTo>
                  <a:pt x="20" y="2"/>
                </a:lnTo>
                <a:lnTo>
                  <a:pt x="20" y="3"/>
                </a:lnTo>
                <a:lnTo>
                  <a:pt x="20" y="4"/>
                </a:lnTo>
                <a:lnTo>
                  <a:pt x="19" y="4"/>
                </a:lnTo>
                <a:lnTo>
                  <a:pt x="18" y="4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7" y="6"/>
                </a:lnTo>
                <a:lnTo>
                  <a:pt x="17" y="5"/>
                </a:lnTo>
                <a:lnTo>
                  <a:pt x="17" y="6"/>
                </a:lnTo>
                <a:lnTo>
                  <a:pt x="18" y="7"/>
                </a:lnTo>
                <a:lnTo>
                  <a:pt x="18" y="8"/>
                </a:lnTo>
                <a:lnTo>
                  <a:pt x="17" y="8"/>
                </a:lnTo>
                <a:lnTo>
                  <a:pt x="16" y="8"/>
                </a:lnTo>
                <a:lnTo>
                  <a:pt x="15" y="8"/>
                </a:lnTo>
                <a:lnTo>
                  <a:pt x="16" y="8"/>
                </a:lnTo>
                <a:lnTo>
                  <a:pt x="16" y="9"/>
                </a:lnTo>
                <a:lnTo>
                  <a:pt x="17" y="10"/>
                </a:lnTo>
                <a:lnTo>
                  <a:pt x="16" y="10"/>
                </a:lnTo>
                <a:lnTo>
                  <a:pt x="15" y="10"/>
                </a:lnTo>
                <a:lnTo>
                  <a:pt x="15" y="11"/>
                </a:lnTo>
                <a:lnTo>
                  <a:pt x="16" y="11"/>
                </a:lnTo>
                <a:lnTo>
                  <a:pt x="16" y="12"/>
                </a:lnTo>
                <a:lnTo>
                  <a:pt x="17" y="12"/>
                </a:lnTo>
                <a:lnTo>
                  <a:pt x="17" y="13"/>
                </a:lnTo>
                <a:lnTo>
                  <a:pt x="16" y="13"/>
                </a:lnTo>
                <a:lnTo>
                  <a:pt x="16" y="15"/>
                </a:lnTo>
                <a:lnTo>
                  <a:pt x="16" y="13"/>
                </a:lnTo>
                <a:lnTo>
                  <a:pt x="15" y="13"/>
                </a:lnTo>
                <a:lnTo>
                  <a:pt x="15" y="15"/>
                </a:lnTo>
                <a:lnTo>
                  <a:pt x="14" y="15"/>
                </a:lnTo>
                <a:lnTo>
                  <a:pt x="14" y="13"/>
                </a:lnTo>
                <a:lnTo>
                  <a:pt x="14" y="12"/>
                </a:lnTo>
                <a:lnTo>
                  <a:pt x="14" y="11"/>
                </a:lnTo>
                <a:lnTo>
                  <a:pt x="13" y="11"/>
                </a:lnTo>
                <a:lnTo>
                  <a:pt x="12" y="11"/>
                </a:lnTo>
                <a:lnTo>
                  <a:pt x="12" y="12"/>
                </a:lnTo>
                <a:lnTo>
                  <a:pt x="11" y="12"/>
                </a:lnTo>
                <a:lnTo>
                  <a:pt x="10" y="12"/>
                </a:lnTo>
                <a:lnTo>
                  <a:pt x="9" y="12"/>
                </a:lnTo>
                <a:lnTo>
                  <a:pt x="9" y="13"/>
                </a:lnTo>
                <a:lnTo>
                  <a:pt x="9" y="12"/>
                </a:lnTo>
                <a:lnTo>
                  <a:pt x="9" y="13"/>
                </a:lnTo>
                <a:lnTo>
                  <a:pt x="8" y="13"/>
                </a:lnTo>
                <a:lnTo>
                  <a:pt x="9" y="13"/>
                </a:lnTo>
                <a:lnTo>
                  <a:pt x="9" y="15"/>
                </a:lnTo>
                <a:lnTo>
                  <a:pt x="8" y="15"/>
                </a:lnTo>
                <a:lnTo>
                  <a:pt x="7" y="15"/>
                </a:lnTo>
                <a:lnTo>
                  <a:pt x="6" y="15"/>
                </a:lnTo>
                <a:lnTo>
                  <a:pt x="6" y="13"/>
                </a:lnTo>
                <a:lnTo>
                  <a:pt x="5" y="13"/>
                </a:lnTo>
                <a:lnTo>
                  <a:pt x="5" y="15"/>
                </a:lnTo>
                <a:lnTo>
                  <a:pt x="4" y="15"/>
                </a:lnTo>
                <a:lnTo>
                  <a:pt x="4" y="16"/>
                </a:lnTo>
                <a:lnTo>
                  <a:pt x="3" y="16"/>
                </a:lnTo>
                <a:lnTo>
                  <a:pt x="2" y="16"/>
                </a:lnTo>
                <a:lnTo>
                  <a:pt x="2" y="17"/>
                </a:lnTo>
                <a:lnTo>
                  <a:pt x="2" y="16"/>
                </a:lnTo>
                <a:lnTo>
                  <a:pt x="0" y="16"/>
                </a:lnTo>
                <a:lnTo>
                  <a:pt x="0" y="15"/>
                </a:lnTo>
                <a:lnTo>
                  <a:pt x="0" y="13"/>
                </a:lnTo>
                <a:lnTo>
                  <a:pt x="0" y="12"/>
                </a:lnTo>
                <a:lnTo>
                  <a:pt x="0" y="11"/>
                </a:lnTo>
                <a:lnTo>
                  <a:pt x="2" y="11"/>
                </a:lnTo>
                <a:lnTo>
                  <a:pt x="2" y="12"/>
                </a:lnTo>
                <a:lnTo>
                  <a:pt x="2" y="11"/>
                </a:lnTo>
                <a:lnTo>
                  <a:pt x="3" y="10"/>
                </a:lnTo>
                <a:lnTo>
                  <a:pt x="2" y="10"/>
                </a:lnTo>
                <a:lnTo>
                  <a:pt x="2" y="9"/>
                </a:lnTo>
                <a:lnTo>
                  <a:pt x="3" y="9"/>
                </a:lnTo>
                <a:lnTo>
                  <a:pt x="4" y="9"/>
                </a:lnTo>
                <a:lnTo>
                  <a:pt x="4" y="8"/>
                </a:lnTo>
                <a:lnTo>
                  <a:pt x="5" y="8"/>
                </a:lnTo>
                <a:lnTo>
                  <a:pt x="5" y="7"/>
                </a:lnTo>
                <a:lnTo>
                  <a:pt x="6" y="7"/>
                </a:lnTo>
                <a:lnTo>
                  <a:pt x="6" y="6"/>
                </a:lnTo>
                <a:lnTo>
                  <a:pt x="7" y="6"/>
                </a:lnTo>
                <a:lnTo>
                  <a:pt x="8" y="6"/>
                </a:lnTo>
                <a:lnTo>
                  <a:pt x="9" y="6"/>
                </a:lnTo>
                <a:lnTo>
                  <a:pt x="9" y="7"/>
                </a:lnTo>
                <a:lnTo>
                  <a:pt x="10" y="6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lnTo>
                  <a:pt x="13" y="5"/>
                </a:lnTo>
                <a:lnTo>
                  <a:pt x="13" y="4"/>
                </a:lnTo>
                <a:lnTo>
                  <a:pt x="14" y="4"/>
                </a:lnTo>
                <a:lnTo>
                  <a:pt x="15" y="4"/>
                </a:lnTo>
                <a:lnTo>
                  <a:pt x="15" y="3"/>
                </a:lnTo>
                <a:lnTo>
                  <a:pt x="16" y="3"/>
                </a:lnTo>
                <a:lnTo>
                  <a:pt x="17" y="2"/>
                </a:lnTo>
                <a:lnTo>
                  <a:pt x="17" y="1"/>
                </a:lnTo>
                <a:lnTo>
                  <a:pt x="18" y="2"/>
                </a:lnTo>
                <a:lnTo>
                  <a:pt x="17" y="2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19" y="0"/>
                </a:lnTo>
                <a:lnTo>
                  <a:pt x="2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46" name=""/>
          <p:cNvSpPr/>
          <p:nvPr/>
        </p:nvSpPr>
        <p:spPr>
          <a:xfrm>
            <a:off x="2089080" y="43146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47" name=""/>
          <p:cNvSpPr/>
          <p:nvPr/>
        </p:nvSpPr>
        <p:spPr>
          <a:xfrm>
            <a:off x="2084400" y="431316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6" y="1"/>
                </a:move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2" y="4"/>
                </a:lnTo>
                <a:lnTo>
                  <a:pt x="1" y="4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5" y="0"/>
                </a:lnTo>
                <a:lnTo>
                  <a:pt x="5" y="1"/>
                </a:lnTo>
                <a:lnTo>
                  <a:pt x="6" y="0"/>
                </a:lnTo>
                <a:lnTo>
                  <a:pt x="6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48" name=""/>
          <p:cNvSpPr/>
          <p:nvPr/>
        </p:nvSpPr>
        <p:spPr>
          <a:xfrm>
            <a:off x="2090520" y="431172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2" y="2"/>
                </a:moveTo>
                <a:lnTo>
                  <a:pt x="2" y="3"/>
                </a:lnTo>
                <a:lnTo>
                  <a:pt x="4" y="3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49" name=""/>
          <p:cNvSpPr/>
          <p:nvPr/>
        </p:nvSpPr>
        <p:spPr>
          <a:xfrm>
            <a:off x="2089440" y="43120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2"/>
                </a:move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50" name=""/>
          <p:cNvSpPr/>
          <p:nvPr/>
        </p:nvSpPr>
        <p:spPr>
          <a:xfrm>
            <a:off x="2084040" y="43110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51" name=""/>
          <p:cNvSpPr/>
          <p:nvPr/>
        </p:nvSpPr>
        <p:spPr>
          <a:xfrm>
            <a:off x="2084760" y="4304520"/>
            <a:ext cx="16560" cy="11520"/>
          </a:xfrm>
          <a:custGeom>
            <a:avLst/>
            <a:gdLst/>
            <a:ahLst/>
            <a:rect l="0" t="0" r="r" b="b"/>
            <a:pathLst>
              <a:path w="46" h="32">
                <a:moveTo>
                  <a:pt x="24" y="0"/>
                </a:moveTo>
                <a:lnTo>
                  <a:pt x="25" y="1"/>
                </a:lnTo>
                <a:lnTo>
                  <a:pt x="26" y="1"/>
                </a:lnTo>
                <a:lnTo>
                  <a:pt x="27" y="1"/>
                </a:lnTo>
                <a:lnTo>
                  <a:pt x="28" y="1"/>
                </a:lnTo>
                <a:lnTo>
                  <a:pt x="29" y="1"/>
                </a:lnTo>
                <a:lnTo>
                  <a:pt x="29" y="2"/>
                </a:lnTo>
                <a:lnTo>
                  <a:pt x="28" y="2"/>
                </a:lnTo>
                <a:lnTo>
                  <a:pt x="27" y="3"/>
                </a:lnTo>
                <a:lnTo>
                  <a:pt x="27" y="4"/>
                </a:lnTo>
                <a:lnTo>
                  <a:pt x="28" y="4"/>
                </a:lnTo>
                <a:lnTo>
                  <a:pt x="30" y="3"/>
                </a:lnTo>
                <a:lnTo>
                  <a:pt x="30" y="2"/>
                </a:lnTo>
                <a:lnTo>
                  <a:pt x="30" y="1"/>
                </a:lnTo>
                <a:lnTo>
                  <a:pt x="31" y="1"/>
                </a:lnTo>
                <a:lnTo>
                  <a:pt x="32" y="1"/>
                </a:lnTo>
                <a:lnTo>
                  <a:pt x="32" y="2"/>
                </a:lnTo>
                <a:lnTo>
                  <a:pt x="33" y="3"/>
                </a:lnTo>
                <a:lnTo>
                  <a:pt x="32" y="3"/>
                </a:lnTo>
                <a:lnTo>
                  <a:pt x="32" y="4"/>
                </a:lnTo>
                <a:lnTo>
                  <a:pt x="33" y="4"/>
                </a:lnTo>
                <a:lnTo>
                  <a:pt x="33" y="3"/>
                </a:lnTo>
                <a:lnTo>
                  <a:pt x="34" y="3"/>
                </a:lnTo>
                <a:lnTo>
                  <a:pt x="34" y="4"/>
                </a:lnTo>
                <a:lnTo>
                  <a:pt x="34" y="5"/>
                </a:lnTo>
                <a:lnTo>
                  <a:pt x="33" y="5"/>
                </a:lnTo>
                <a:lnTo>
                  <a:pt x="34" y="5"/>
                </a:lnTo>
                <a:lnTo>
                  <a:pt x="35" y="6"/>
                </a:lnTo>
                <a:lnTo>
                  <a:pt x="36" y="6"/>
                </a:lnTo>
                <a:lnTo>
                  <a:pt x="38" y="6"/>
                </a:lnTo>
                <a:lnTo>
                  <a:pt x="39" y="6"/>
                </a:lnTo>
                <a:lnTo>
                  <a:pt x="40" y="5"/>
                </a:lnTo>
                <a:lnTo>
                  <a:pt x="40" y="6"/>
                </a:lnTo>
                <a:lnTo>
                  <a:pt x="39" y="6"/>
                </a:lnTo>
                <a:lnTo>
                  <a:pt x="38" y="7"/>
                </a:lnTo>
                <a:lnTo>
                  <a:pt x="38" y="8"/>
                </a:lnTo>
                <a:lnTo>
                  <a:pt x="36" y="8"/>
                </a:lnTo>
                <a:lnTo>
                  <a:pt x="35" y="9"/>
                </a:lnTo>
                <a:lnTo>
                  <a:pt x="33" y="10"/>
                </a:lnTo>
                <a:lnTo>
                  <a:pt x="32" y="10"/>
                </a:lnTo>
                <a:lnTo>
                  <a:pt x="32" y="11"/>
                </a:lnTo>
                <a:lnTo>
                  <a:pt x="31" y="11"/>
                </a:lnTo>
                <a:lnTo>
                  <a:pt x="30" y="10"/>
                </a:lnTo>
                <a:lnTo>
                  <a:pt x="29" y="9"/>
                </a:lnTo>
                <a:lnTo>
                  <a:pt x="28" y="9"/>
                </a:lnTo>
                <a:lnTo>
                  <a:pt x="27" y="10"/>
                </a:lnTo>
                <a:lnTo>
                  <a:pt x="26" y="11"/>
                </a:lnTo>
                <a:lnTo>
                  <a:pt x="25" y="11"/>
                </a:lnTo>
                <a:lnTo>
                  <a:pt x="25" y="12"/>
                </a:lnTo>
                <a:lnTo>
                  <a:pt x="25" y="13"/>
                </a:lnTo>
                <a:lnTo>
                  <a:pt x="26" y="13"/>
                </a:lnTo>
                <a:lnTo>
                  <a:pt x="27" y="13"/>
                </a:lnTo>
                <a:lnTo>
                  <a:pt x="27" y="14"/>
                </a:lnTo>
                <a:lnTo>
                  <a:pt x="28" y="14"/>
                </a:lnTo>
                <a:lnTo>
                  <a:pt x="28" y="15"/>
                </a:lnTo>
                <a:lnTo>
                  <a:pt x="28" y="16"/>
                </a:lnTo>
                <a:lnTo>
                  <a:pt x="29" y="16"/>
                </a:lnTo>
                <a:lnTo>
                  <a:pt x="29" y="15"/>
                </a:lnTo>
                <a:lnTo>
                  <a:pt x="29" y="14"/>
                </a:lnTo>
                <a:lnTo>
                  <a:pt x="30" y="13"/>
                </a:lnTo>
                <a:lnTo>
                  <a:pt x="31" y="13"/>
                </a:lnTo>
                <a:lnTo>
                  <a:pt x="32" y="13"/>
                </a:lnTo>
                <a:lnTo>
                  <a:pt x="33" y="13"/>
                </a:lnTo>
                <a:lnTo>
                  <a:pt x="33" y="14"/>
                </a:lnTo>
                <a:lnTo>
                  <a:pt x="33" y="15"/>
                </a:lnTo>
                <a:lnTo>
                  <a:pt x="34" y="14"/>
                </a:lnTo>
                <a:lnTo>
                  <a:pt x="34" y="13"/>
                </a:lnTo>
                <a:lnTo>
                  <a:pt x="34" y="12"/>
                </a:lnTo>
                <a:lnTo>
                  <a:pt x="34" y="11"/>
                </a:lnTo>
                <a:lnTo>
                  <a:pt x="35" y="11"/>
                </a:lnTo>
                <a:lnTo>
                  <a:pt x="36" y="11"/>
                </a:lnTo>
                <a:lnTo>
                  <a:pt x="36" y="10"/>
                </a:lnTo>
                <a:lnTo>
                  <a:pt x="36" y="9"/>
                </a:lnTo>
                <a:lnTo>
                  <a:pt x="38" y="9"/>
                </a:lnTo>
                <a:lnTo>
                  <a:pt x="38" y="8"/>
                </a:lnTo>
                <a:lnTo>
                  <a:pt x="39" y="8"/>
                </a:lnTo>
                <a:lnTo>
                  <a:pt x="39" y="9"/>
                </a:lnTo>
                <a:lnTo>
                  <a:pt x="39" y="10"/>
                </a:lnTo>
                <a:lnTo>
                  <a:pt x="40" y="10"/>
                </a:lnTo>
                <a:lnTo>
                  <a:pt x="40" y="9"/>
                </a:lnTo>
                <a:lnTo>
                  <a:pt x="41" y="9"/>
                </a:lnTo>
                <a:lnTo>
                  <a:pt x="41" y="10"/>
                </a:lnTo>
                <a:lnTo>
                  <a:pt x="40" y="10"/>
                </a:lnTo>
                <a:lnTo>
                  <a:pt x="40" y="11"/>
                </a:lnTo>
                <a:lnTo>
                  <a:pt x="40" y="12"/>
                </a:lnTo>
                <a:lnTo>
                  <a:pt x="40" y="13"/>
                </a:lnTo>
                <a:lnTo>
                  <a:pt x="40" y="12"/>
                </a:lnTo>
                <a:lnTo>
                  <a:pt x="40" y="13"/>
                </a:lnTo>
                <a:lnTo>
                  <a:pt x="40" y="14"/>
                </a:lnTo>
                <a:lnTo>
                  <a:pt x="40" y="13"/>
                </a:lnTo>
                <a:lnTo>
                  <a:pt x="41" y="13"/>
                </a:lnTo>
                <a:lnTo>
                  <a:pt x="41" y="14"/>
                </a:lnTo>
                <a:lnTo>
                  <a:pt x="42" y="14"/>
                </a:lnTo>
                <a:lnTo>
                  <a:pt x="41" y="14"/>
                </a:lnTo>
                <a:lnTo>
                  <a:pt x="41" y="11"/>
                </a:lnTo>
                <a:lnTo>
                  <a:pt x="42" y="11"/>
                </a:lnTo>
                <a:lnTo>
                  <a:pt x="42" y="10"/>
                </a:lnTo>
                <a:lnTo>
                  <a:pt x="43" y="11"/>
                </a:lnTo>
                <a:lnTo>
                  <a:pt x="43" y="12"/>
                </a:lnTo>
                <a:lnTo>
                  <a:pt x="43" y="13"/>
                </a:lnTo>
                <a:lnTo>
                  <a:pt x="44" y="13"/>
                </a:lnTo>
                <a:lnTo>
                  <a:pt x="45" y="13"/>
                </a:lnTo>
                <a:lnTo>
                  <a:pt x="46" y="13"/>
                </a:lnTo>
                <a:lnTo>
                  <a:pt x="45" y="14"/>
                </a:lnTo>
                <a:lnTo>
                  <a:pt x="46" y="15"/>
                </a:lnTo>
                <a:lnTo>
                  <a:pt x="45" y="15"/>
                </a:lnTo>
                <a:lnTo>
                  <a:pt x="45" y="14"/>
                </a:lnTo>
                <a:lnTo>
                  <a:pt x="44" y="14"/>
                </a:lnTo>
                <a:lnTo>
                  <a:pt x="44" y="15"/>
                </a:lnTo>
                <a:lnTo>
                  <a:pt x="43" y="16"/>
                </a:lnTo>
                <a:lnTo>
                  <a:pt x="43" y="17"/>
                </a:lnTo>
                <a:lnTo>
                  <a:pt x="44" y="18"/>
                </a:lnTo>
                <a:lnTo>
                  <a:pt x="45" y="18"/>
                </a:lnTo>
                <a:lnTo>
                  <a:pt x="45" y="20"/>
                </a:lnTo>
                <a:lnTo>
                  <a:pt x="44" y="20"/>
                </a:lnTo>
                <a:lnTo>
                  <a:pt x="44" y="19"/>
                </a:lnTo>
                <a:lnTo>
                  <a:pt x="43" y="19"/>
                </a:lnTo>
                <a:lnTo>
                  <a:pt x="43" y="20"/>
                </a:lnTo>
                <a:lnTo>
                  <a:pt x="44" y="20"/>
                </a:lnTo>
                <a:lnTo>
                  <a:pt x="43" y="21"/>
                </a:lnTo>
                <a:lnTo>
                  <a:pt x="42" y="21"/>
                </a:lnTo>
                <a:lnTo>
                  <a:pt x="42" y="22"/>
                </a:lnTo>
                <a:lnTo>
                  <a:pt x="42" y="23"/>
                </a:lnTo>
                <a:lnTo>
                  <a:pt x="41" y="23"/>
                </a:lnTo>
                <a:lnTo>
                  <a:pt x="41" y="21"/>
                </a:lnTo>
                <a:lnTo>
                  <a:pt x="41" y="22"/>
                </a:lnTo>
                <a:lnTo>
                  <a:pt x="40" y="22"/>
                </a:lnTo>
                <a:lnTo>
                  <a:pt x="40" y="21"/>
                </a:lnTo>
                <a:lnTo>
                  <a:pt x="39" y="21"/>
                </a:lnTo>
                <a:lnTo>
                  <a:pt x="39" y="20"/>
                </a:lnTo>
                <a:lnTo>
                  <a:pt x="40" y="20"/>
                </a:lnTo>
                <a:lnTo>
                  <a:pt x="40" y="19"/>
                </a:lnTo>
                <a:lnTo>
                  <a:pt x="39" y="19"/>
                </a:lnTo>
                <a:lnTo>
                  <a:pt x="38" y="18"/>
                </a:lnTo>
                <a:lnTo>
                  <a:pt x="36" y="18"/>
                </a:lnTo>
                <a:lnTo>
                  <a:pt x="35" y="18"/>
                </a:lnTo>
                <a:lnTo>
                  <a:pt x="35" y="17"/>
                </a:lnTo>
                <a:lnTo>
                  <a:pt x="34" y="17"/>
                </a:lnTo>
                <a:lnTo>
                  <a:pt x="33" y="18"/>
                </a:lnTo>
                <a:lnTo>
                  <a:pt x="33" y="19"/>
                </a:lnTo>
                <a:lnTo>
                  <a:pt x="33" y="20"/>
                </a:lnTo>
                <a:lnTo>
                  <a:pt x="33" y="21"/>
                </a:lnTo>
                <a:lnTo>
                  <a:pt x="34" y="21"/>
                </a:lnTo>
                <a:lnTo>
                  <a:pt x="33" y="22"/>
                </a:lnTo>
                <a:lnTo>
                  <a:pt x="33" y="21"/>
                </a:lnTo>
                <a:lnTo>
                  <a:pt x="33" y="20"/>
                </a:lnTo>
                <a:lnTo>
                  <a:pt x="32" y="20"/>
                </a:lnTo>
                <a:lnTo>
                  <a:pt x="32" y="21"/>
                </a:lnTo>
                <a:lnTo>
                  <a:pt x="31" y="21"/>
                </a:lnTo>
                <a:lnTo>
                  <a:pt x="32" y="21"/>
                </a:lnTo>
                <a:lnTo>
                  <a:pt x="33" y="22"/>
                </a:lnTo>
                <a:lnTo>
                  <a:pt x="33" y="23"/>
                </a:lnTo>
                <a:lnTo>
                  <a:pt x="33" y="25"/>
                </a:lnTo>
                <a:lnTo>
                  <a:pt x="34" y="25"/>
                </a:lnTo>
                <a:lnTo>
                  <a:pt x="35" y="26"/>
                </a:lnTo>
                <a:lnTo>
                  <a:pt x="36" y="26"/>
                </a:lnTo>
                <a:lnTo>
                  <a:pt x="36" y="27"/>
                </a:lnTo>
                <a:lnTo>
                  <a:pt x="38" y="27"/>
                </a:lnTo>
                <a:lnTo>
                  <a:pt x="36" y="27"/>
                </a:lnTo>
                <a:lnTo>
                  <a:pt x="36" y="29"/>
                </a:lnTo>
                <a:lnTo>
                  <a:pt x="35" y="29"/>
                </a:lnTo>
                <a:lnTo>
                  <a:pt x="34" y="29"/>
                </a:lnTo>
                <a:lnTo>
                  <a:pt x="34" y="30"/>
                </a:lnTo>
                <a:lnTo>
                  <a:pt x="35" y="30"/>
                </a:lnTo>
                <a:lnTo>
                  <a:pt x="36" y="30"/>
                </a:lnTo>
                <a:lnTo>
                  <a:pt x="36" y="31"/>
                </a:lnTo>
                <a:lnTo>
                  <a:pt x="36" y="32"/>
                </a:lnTo>
                <a:lnTo>
                  <a:pt x="35" y="32"/>
                </a:lnTo>
                <a:lnTo>
                  <a:pt x="35" y="31"/>
                </a:lnTo>
                <a:lnTo>
                  <a:pt x="34" y="31"/>
                </a:lnTo>
                <a:lnTo>
                  <a:pt x="34" y="32"/>
                </a:lnTo>
                <a:lnTo>
                  <a:pt x="33" y="32"/>
                </a:lnTo>
                <a:lnTo>
                  <a:pt x="33" y="31"/>
                </a:lnTo>
                <a:lnTo>
                  <a:pt x="32" y="30"/>
                </a:lnTo>
                <a:lnTo>
                  <a:pt x="33" y="30"/>
                </a:lnTo>
                <a:lnTo>
                  <a:pt x="33" y="29"/>
                </a:lnTo>
                <a:lnTo>
                  <a:pt x="32" y="27"/>
                </a:lnTo>
                <a:lnTo>
                  <a:pt x="30" y="29"/>
                </a:lnTo>
                <a:lnTo>
                  <a:pt x="29" y="27"/>
                </a:lnTo>
                <a:lnTo>
                  <a:pt x="29" y="26"/>
                </a:lnTo>
                <a:lnTo>
                  <a:pt x="28" y="26"/>
                </a:lnTo>
                <a:lnTo>
                  <a:pt x="26" y="25"/>
                </a:lnTo>
                <a:lnTo>
                  <a:pt x="26" y="26"/>
                </a:lnTo>
                <a:lnTo>
                  <a:pt x="26" y="27"/>
                </a:lnTo>
                <a:lnTo>
                  <a:pt x="25" y="27"/>
                </a:lnTo>
                <a:lnTo>
                  <a:pt x="25" y="29"/>
                </a:lnTo>
                <a:lnTo>
                  <a:pt x="24" y="29"/>
                </a:lnTo>
                <a:lnTo>
                  <a:pt x="23" y="27"/>
                </a:lnTo>
                <a:lnTo>
                  <a:pt x="22" y="27"/>
                </a:lnTo>
                <a:lnTo>
                  <a:pt x="23" y="26"/>
                </a:lnTo>
                <a:lnTo>
                  <a:pt x="23" y="25"/>
                </a:lnTo>
                <a:lnTo>
                  <a:pt x="22" y="25"/>
                </a:lnTo>
                <a:lnTo>
                  <a:pt x="21" y="25"/>
                </a:lnTo>
                <a:lnTo>
                  <a:pt x="20" y="25"/>
                </a:lnTo>
                <a:lnTo>
                  <a:pt x="20" y="24"/>
                </a:lnTo>
                <a:lnTo>
                  <a:pt x="20" y="23"/>
                </a:lnTo>
                <a:lnTo>
                  <a:pt x="19" y="22"/>
                </a:lnTo>
                <a:lnTo>
                  <a:pt x="19" y="21"/>
                </a:lnTo>
                <a:lnTo>
                  <a:pt x="19" y="20"/>
                </a:lnTo>
                <a:lnTo>
                  <a:pt x="18" y="20"/>
                </a:lnTo>
                <a:lnTo>
                  <a:pt x="17" y="20"/>
                </a:lnTo>
                <a:lnTo>
                  <a:pt x="16" y="20"/>
                </a:lnTo>
                <a:lnTo>
                  <a:pt x="15" y="20"/>
                </a:lnTo>
                <a:lnTo>
                  <a:pt x="14" y="20"/>
                </a:lnTo>
                <a:lnTo>
                  <a:pt x="13" y="20"/>
                </a:lnTo>
                <a:lnTo>
                  <a:pt x="13" y="21"/>
                </a:lnTo>
                <a:lnTo>
                  <a:pt x="12" y="21"/>
                </a:lnTo>
                <a:lnTo>
                  <a:pt x="11" y="21"/>
                </a:lnTo>
                <a:lnTo>
                  <a:pt x="10" y="21"/>
                </a:lnTo>
                <a:lnTo>
                  <a:pt x="10" y="20"/>
                </a:lnTo>
                <a:lnTo>
                  <a:pt x="9" y="20"/>
                </a:lnTo>
                <a:lnTo>
                  <a:pt x="9" y="21"/>
                </a:lnTo>
                <a:lnTo>
                  <a:pt x="8" y="21"/>
                </a:lnTo>
                <a:lnTo>
                  <a:pt x="8" y="20"/>
                </a:lnTo>
                <a:lnTo>
                  <a:pt x="7" y="19"/>
                </a:lnTo>
                <a:lnTo>
                  <a:pt x="6" y="18"/>
                </a:lnTo>
                <a:lnTo>
                  <a:pt x="6" y="19"/>
                </a:lnTo>
                <a:lnTo>
                  <a:pt x="6" y="20"/>
                </a:lnTo>
                <a:lnTo>
                  <a:pt x="5" y="19"/>
                </a:lnTo>
                <a:lnTo>
                  <a:pt x="4" y="20"/>
                </a:lnTo>
                <a:lnTo>
                  <a:pt x="4" y="21"/>
                </a:lnTo>
                <a:lnTo>
                  <a:pt x="3" y="21"/>
                </a:lnTo>
                <a:lnTo>
                  <a:pt x="2" y="20"/>
                </a:lnTo>
                <a:lnTo>
                  <a:pt x="1" y="20"/>
                </a:lnTo>
                <a:lnTo>
                  <a:pt x="1" y="19"/>
                </a:lnTo>
                <a:lnTo>
                  <a:pt x="1" y="18"/>
                </a:lnTo>
                <a:lnTo>
                  <a:pt x="1" y="17"/>
                </a:lnTo>
                <a:lnTo>
                  <a:pt x="1" y="16"/>
                </a:lnTo>
                <a:lnTo>
                  <a:pt x="0" y="16"/>
                </a:lnTo>
                <a:lnTo>
                  <a:pt x="1" y="15"/>
                </a:lnTo>
                <a:lnTo>
                  <a:pt x="1" y="14"/>
                </a:lnTo>
                <a:lnTo>
                  <a:pt x="2" y="14"/>
                </a:lnTo>
                <a:lnTo>
                  <a:pt x="3" y="14"/>
                </a:lnTo>
                <a:lnTo>
                  <a:pt x="4" y="14"/>
                </a:lnTo>
                <a:lnTo>
                  <a:pt x="4" y="13"/>
                </a:lnTo>
                <a:lnTo>
                  <a:pt x="4" y="12"/>
                </a:lnTo>
                <a:lnTo>
                  <a:pt x="5" y="12"/>
                </a:lnTo>
                <a:lnTo>
                  <a:pt x="6" y="11"/>
                </a:lnTo>
                <a:lnTo>
                  <a:pt x="7" y="11"/>
                </a:lnTo>
                <a:lnTo>
                  <a:pt x="7" y="10"/>
                </a:lnTo>
                <a:lnTo>
                  <a:pt x="7" y="9"/>
                </a:lnTo>
                <a:lnTo>
                  <a:pt x="8" y="9"/>
                </a:lnTo>
                <a:lnTo>
                  <a:pt x="8" y="8"/>
                </a:lnTo>
                <a:lnTo>
                  <a:pt x="8" y="7"/>
                </a:lnTo>
                <a:lnTo>
                  <a:pt x="9" y="8"/>
                </a:lnTo>
                <a:lnTo>
                  <a:pt x="9" y="7"/>
                </a:lnTo>
                <a:lnTo>
                  <a:pt x="9" y="8"/>
                </a:lnTo>
                <a:lnTo>
                  <a:pt x="10" y="8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1" y="9"/>
                </a:lnTo>
                <a:lnTo>
                  <a:pt x="11" y="8"/>
                </a:lnTo>
                <a:lnTo>
                  <a:pt x="12" y="8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lnTo>
                  <a:pt x="13" y="6"/>
                </a:lnTo>
                <a:lnTo>
                  <a:pt x="14" y="6"/>
                </a:lnTo>
                <a:lnTo>
                  <a:pt x="14" y="5"/>
                </a:lnTo>
                <a:lnTo>
                  <a:pt x="15" y="5"/>
                </a:lnTo>
                <a:lnTo>
                  <a:pt x="16" y="5"/>
                </a:lnTo>
                <a:lnTo>
                  <a:pt x="16" y="4"/>
                </a:lnTo>
                <a:lnTo>
                  <a:pt x="16" y="3"/>
                </a:lnTo>
                <a:lnTo>
                  <a:pt x="17" y="3"/>
                </a:lnTo>
                <a:lnTo>
                  <a:pt x="18" y="3"/>
                </a:lnTo>
                <a:lnTo>
                  <a:pt x="19" y="3"/>
                </a:lnTo>
                <a:lnTo>
                  <a:pt x="20" y="2"/>
                </a:lnTo>
                <a:lnTo>
                  <a:pt x="21" y="2"/>
                </a:lnTo>
                <a:lnTo>
                  <a:pt x="22" y="2"/>
                </a:lnTo>
                <a:lnTo>
                  <a:pt x="22" y="1"/>
                </a:lnTo>
                <a:lnTo>
                  <a:pt x="23" y="1"/>
                </a:lnTo>
                <a:lnTo>
                  <a:pt x="23" y="0"/>
                </a:lnTo>
                <a:lnTo>
                  <a:pt x="24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52" name=""/>
          <p:cNvSpPr/>
          <p:nvPr/>
        </p:nvSpPr>
        <p:spPr>
          <a:xfrm>
            <a:off x="2095920" y="431856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3" y="0"/>
                </a:move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2" y="5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53" name=""/>
          <p:cNvSpPr/>
          <p:nvPr/>
        </p:nvSpPr>
        <p:spPr>
          <a:xfrm>
            <a:off x="2097000" y="4318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54" name=""/>
          <p:cNvSpPr/>
          <p:nvPr/>
        </p:nvSpPr>
        <p:spPr>
          <a:xfrm>
            <a:off x="2097000" y="431568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3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55" name=""/>
          <p:cNvSpPr/>
          <p:nvPr/>
        </p:nvSpPr>
        <p:spPr>
          <a:xfrm>
            <a:off x="2099520" y="4313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56" name=""/>
          <p:cNvSpPr/>
          <p:nvPr/>
        </p:nvSpPr>
        <p:spPr>
          <a:xfrm>
            <a:off x="2099160" y="43131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57" name=""/>
          <p:cNvSpPr/>
          <p:nvPr/>
        </p:nvSpPr>
        <p:spPr>
          <a:xfrm>
            <a:off x="2097360" y="4313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58" name=""/>
          <p:cNvSpPr/>
          <p:nvPr/>
        </p:nvSpPr>
        <p:spPr>
          <a:xfrm>
            <a:off x="2098080" y="43128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59" name=""/>
          <p:cNvSpPr/>
          <p:nvPr/>
        </p:nvSpPr>
        <p:spPr>
          <a:xfrm>
            <a:off x="2099520" y="4312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60" name=""/>
          <p:cNvSpPr/>
          <p:nvPr/>
        </p:nvSpPr>
        <p:spPr>
          <a:xfrm>
            <a:off x="2097720" y="431136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3"/>
                </a:lnTo>
                <a:lnTo>
                  <a:pt x="3" y="3"/>
                </a:lnTo>
                <a:lnTo>
                  <a:pt x="3" y="4"/>
                </a:lnTo>
                <a:lnTo>
                  <a:pt x="3" y="5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61" name=""/>
          <p:cNvSpPr/>
          <p:nvPr/>
        </p:nvSpPr>
        <p:spPr>
          <a:xfrm>
            <a:off x="2097000" y="43113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0"/>
                </a:moveTo>
                <a:lnTo>
                  <a:pt x="1" y="1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62" name=""/>
          <p:cNvSpPr/>
          <p:nvPr/>
        </p:nvSpPr>
        <p:spPr>
          <a:xfrm>
            <a:off x="2098080" y="4311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63" name=""/>
          <p:cNvSpPr/>
          <p:nvPr/>
        </p:nvSpPr>
        <p:spPr>
          <a:xfrm>
            <a:off x="2099160" y="43074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1"/>
                </a:move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64" name=""/>
          <p:cNvSpPr/>
          <p:nvPr/>
        </p:nvSpPr>
        <p:spPr>
          <a:xfrm>
            <a:off x="2099520" y="43066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65" name=""/>
          <p:cNvSpPr/>
          <p:nvPr/>
        </p:nvSpPr>
        <p:spPr>
          <a:xfrm>
            <a:off x="2097360" y="430596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3" y="1"/>
                </a:moveTo>
                <a:lnTo>
                  <a:pt x="2" y="3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66" name=""/>
          <p:cNvSpPr/>
          <p:nvPr/>
        </p:nvSpPr>
        <p:spPr>
          <a:xfrm>
            <a:off x="2097720" y="43052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67" name=""/>
          <p:cNvSpPr/>
          <p:nvPr/>
        </p:nvSpPr>
        <p:spPr>
          <a:xfrm>
            <a:off x="2097000" y="43048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3" y="0"/>
                </a:move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1" y="0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68" name=""/>
          <p:cNvSpPr/>
          <p:nvPr/>
        </p:nvSpPr>
        <p:spPr>
          <a:xfrm>
            <a:off x="2101680" y="430488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69" name=""/>
          <p:cNvSpPr/>
          <p:nvPr/>
        </p:nvSpPr>
        <p:spPr>
          <a:xfrm>
            <a:off x="2072880" y="431928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4" y="0"/>
                </a:moveTo>
                <a:lnTo>
                  <a:pt x="6" y="2"/>
                </a:lnTo>
                <a:lnTo>
                  <a:pt x="6" y="3"/>
                </a:lnTo>
                <a:lnTo>
                  <a:pt x="6" y="2"/>
                </a:lnTo>
                <a:lnTo>
                  <a:pt x="6" y="1"/>
                </a:lnTo>
                <a:lnTo>
                  <a:pt x="4" y="1"/>
                </a:lnTo>
                <a:lnTo>
                  <a:pt x="3" y="2"/>
                </a:lnTo>
                <a:lnTo>
                  <a:pt x="4" y="3"/>
                </a:lnTo>
                <a:lnTo>
                  <a:pt x="6" y="3"/>
                </a:lnTo>
                <a:lnTo>
                  <a:pt x="4" y="4"/>
                </a:lnTo>
                <a:lnTo>
                  <a:pt x="3" y="4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1" y="4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70" name=""/>
          <p:cNvSpPr/>
          <p:nvPr/>
        </p:nvSpPr>
        <p:spPr>
          <a:xfrm>
            <a:off x="2073600" y="4317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71" name=""/>
          <p:cNvSpPr/>
          <p:nvPr/>
        </p:nvSpPr>
        <p:spPr>
          <a:xfrm>
            <a:off x="2072520" y="431712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4" y="6"/>
                </a:moveTo>
                <a:lnTo>
                  <a:pt x="4" y="4"/>
                </a:lnTo>
                <a:lnTo>
                  <a:pt x="3" y="4"/>
                </a:lnTo>
                <a:lnTo>
                  <a:pt x="3" y="6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4" y="6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72" name=""/>
          <p:cNvSpPr/>
          <p:nvPr/>
        </p:nvSpPr>
        <p:spPr>
          <a:xfrm>
            <a:off x="2073960" y="43174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73" name=""/>
          <p:cNvSpPr/>
          <p:nvPr/>
        </p:nvSpPr>
        <p:spPr>
          <a:xfrm>
            <a:off x="2062800" y="4902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4" name=""/>
          <p:cNvSpPr/>
          <p:nvPr/>
        </p:nvSpPr>
        <p:spPr>
          <a:xfrm>
            <a:off x="2063520" y="49017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5" name=""/>
          <p:cNvSpPr/>
          <p:nvPr/>
        </p:nvSpPr>
        <p:spPr>
          <a:xfrm>
            <a:off x="2067120" y="48294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6" name=""/>
          <p:cNvSpPr/>
          <p:nvPr/>
        </p:nvSpPr>
        <p:spPr>
          <a:xfrm>
            <a:off x="2078280" y="4804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7" name=""/>
          <p:cNvSpPr/>
          <p:nvPr/>
        </p:nvSpPr>
        <p:spPr>
          <a:xfrm>
            <a:off x="2099520" y="4753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8" name=""/>
          <p:cNvSpPr/>
          <p:nvPr/>
        </p:nvSpPr>
        <p:spPr>
          <a:xfrm>
            <a:off x="2097000" y="47282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9" name=""/>
          <p:cNvSpPr/>
          <p:nvPr/>
        </p:nvSpPr>
        <p:spPr>
          <a:xfrm>
            <a:off x="2208960" y="45788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0" name=""/>
          <p:cNvSpPr/>
          <p:nvPr/>
        </p:nvSpPr>
        <p:spPr>
          <a:xfrm>
            <a:off x="2210040" y="45788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1" name=""/>
          <p:cNvSpPr/>
          <p:nvPr/>
        </p:nvSpPr>
        <p:spPr>
          <a:xfrm>
            <a:off x="2211480" y="45788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2" name=""/>
          <p:cNvSpPr/>
          <p:nvPr/>
        </p:nvSpPr>
        <p:spPr>
          <a:xfrm>
            <a:off x="1996560" y="45532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2" y="4"/>
                </a:move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4" y="0"/>
                </a:lnTo>
                <a:lnTo>
                  <a:pt x="4" y="1"/>
                </a:lnTo>
                <a:lnTo>
                  <a:pt x="5" y="3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3" name=""/>
          <p:cNvSpPr/>
          <p:nvPr/>
        </p:nvSpPr>
        <p:spPr>
          <a:xfrm>
            <a:off x="2212200" y="45777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4" name=""/>
          <p:cNvSpPr/>
          <p:nvPr/>
        </p:nvSpPr>
        <p:spPr>
          <a:xfrm>
            <a:off x="2029320" y="455544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4" y="6"/>
                </a:moveTo>
                <a:lnTo>
                  <a:pt x="3" y="6"/>
                </a:lnTo>
                <a:lnTo>
                  <a:pt x="2" y="6"/>
                </a:lnTo>
                <a:lnTo>
                  <a:pt x="0" y="5"/>
                </a:lnTo>
                <a:lnTo>
                  <a:pt x="0" y="3"/>
                </a:lnTo>
                <a:lnTo>
                  <a:pt x="2" y="3"/>
                </a:lnTo>
                <a:lnTo>
                  <a:pt x="3" y="1"/>
                </a:lnTo>
                <a:lnTo>
                  <a:pt x="5" y="1"/>
                </a:lnTo>
                <a:lnTo>
                  <a:pt x="6" y="0"/>
                </a:lnTo>
                <a:lnTo>
                  <a:pt x="6" y="1"/>
                </a:lnTo>
                <a:lnTo>
                  <a:pt x="6" y="2"/>
                </a:lnTo>
                <a:lnTo>
                  <a:pt x="6" y="5"/>
                </a:lnTo>
                <a:lnTo>
                  <a:pt x="4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5" name=""/>
          <p:cNvSpPr/>
          <p:nvPr/>
        </p:nvSpPr>
        <p:spPr>
          <a:xfrm>
            <a:off x="2208960" y="45748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6" name=""/>
          <p:cNvSpPr/>
          <p:nvPr/>
        </p:nvSpPr>
        <p:spPr>
          <a:xfrm>
            <a:off x="2014920" y="454356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3" y="5"/>
                </a:moveTo>
                <a:lnTo>
                  <a:pt x="2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8" y="2"/>
                </a:lnTo>
                <a:lnTo>
                  <a:pt x="7" y="3"/>
                </a:lnTo>
                <a:lnTo>
                  <a:pt x="7" y="4"/>
                </a:lnTo>
                <a:lnTo>
                  <a:pt x="6" y="5"/>
                </a:lnTo>
                <a:lnTo>
                  <a:pt x="3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7" name=""/>
          <p:cNvSpPr/>
          <p:nvPr/>
        </p:nvSpPr>
        <p:spPr>
          <a:xfrm>
            <a:off x="2037240" y="4543560"/>
            <a:ext cx="5760" cy="2880"/>
          </a:xfrm>
          <a:custGeom>
            <a:avLst/>
            <a:gdLst/>
            <a:ahLst/>
            <a:rect l="0" t="0" r="r" b="b"/>
            <a:pathLst>
              <a:path fill="none" w="16" h="8">
                <a:moveTo>
                  <a:pt x="15" y="0"/>
                </a:moveTo>
                <a:lnTo>
                  <a:pt x="16" y="0"/>
                </a:lnTo>
                <a:lnTo>
                  <a:pt x="16" y="1"/>
                </a:lnTo>
                <a:lnTo>
                  <a:pt x="16" y="2"/>
                </a:lnTo>
                <a:lnTo>
                  <a:pt x="16" y="3"/>
                </a:lnTo>
                <a:lnTo>
                  <a:pt x="16" y="5"/>
                </a:lnTo>
                <a:lnTo>
                  <a:pt x="15" y="6"/>
                </a:lnTo>
                <a:lnTo>
                  <a:pt x="14" y="6"/>
                </a:lnTo>
                <a:lnTo>
                  <a:pt x="13" y="7"/>
                </a:lnTo>
                <a:lnTo>
                  <a:pt x="12" y="7"/>
                </a:lnTo>
                <a:lnTo>
                  <a:pt x="9" y="7"/>
                </a:lnTo>
                <a:lnTo>
                  <a:pt x="3" y="8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3"/>
                </a:lnTo>
                <a:lnTo>
                  <a:pt x="2" y="2"/>
                </a:lnTo>
                <a:lnTo>
                  <a:pt x="3" y="2"/>
                </a:lnTo>
                <a:lnTo>
                  <a:pt x="8" y="1"/>
                </a:lnTo>
                <a:lnTo>
                  <a:pt x="10" y="1"/>
                </a:lnTo>
                <a:lnTo>
                  <a:pt x="11" y="0"/>
                </a:lnTo>
                <a:lnTo>
                  <a:pt x="12" y="0"/>
                </a:lnTo>
                <a:lnTo>
                  <a:pt x="13" y="0"/>
                </a:lnTo>
                <a:lnTo>
                  <a:pt x="14" y="0"/>
                </a:lnTo>
                <a:lnTo>
                  <a:pt x="1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8" name=""/>
          <p:cNvSpPr/>
          <p:nvPr/>
        </p:nvSpPr>
        <p:spPr>
          <a:xfrm>
            <a:off x="2013120" y="453816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9" name=""/>
          <p:cNvSpPr/>
          <p:nvPr/>
        </p:nvSpPr>
        <p:spPr>
          <a:xfrm>
            <a:off x="2008800" y="4536360"/>
            <a:ext cx="4680" cy="4320"/>
          </a:xfrm>
          <a:custGeom>
            <a:avLst/>
            <a:gdLst/>
            <a:ahLst/>
            <a:rect l="0" t="0" r="r" b="b"/>
            <a:pathLst>
              <a:path fill="none" w="13" h="12">
                <a:moveTo>
                  <a:pt x="11" y="1"/>
                </a:moveTo>
                <a:lnTo>
                  <a:pt x="11" y="2"/>
                </a:lnTo>
                <a:lnTo>
                  <a:pt x="10" y="3"/>
                </a:lnTo>
                <a:lnTo>
                  <a:pt x="8" y="3"/>
                </a:lnTo>
                <a:lnTo>
                  <a:pt x="5" y="5"/>
                </a:lnTo>
                <a:lnTo>
                  <a:pt x="4" y="6"/>
                </a:lnTo>
                <a:lnTo>
                  <a:pt x="3" y="7"/>
                </a:lnTo>
                <a:lnTo>
                  <a:pt x="2" y="8"/>
                </a:lnTo>
                <a:lnTo>
                  <a:pt x="3" y="9"/>
                </a:lnTo>
                <a:lnTo>
                  <a:pt x="4" y="9"/>
                </a:lnTo>
                <a:lnTo>
                  <a:pt x="5" y="9"/>
                </a:lnTo>
                <a:lnTo>
                  <a:pt x="7" y="8"/>
                </a:lnTo>
                <a:lnTo>
                  <a:pt x="8" y="7"/>
                </a:lnTo>
                <a:lnTo>
                  <a:pt x="9" y="6"/>
                </a:lnTo>
                <a:lnTo>
                  <a:pt x="10" y="6"/>
                </a:lnTo>
                <a:lnTo>
                  <a:pt x="12" y="5"/>
                </a:lnTo>
                <a:lnTo>
                  <a:pt x="13" y="5"/>
                </a:lnTo>
                <a:lnTo>
                  <a:pt x="13" y="6"/>
                </a:lnTo>
                <a:lnTo>
                  <a:pt x="13" y="7"/>
                </a:lnTo>
                <a:lnTo>
                  <a:pt x="12" y="7"/>
                </a:lnTo>
                <a:lnTo>
                  <a:pt x="10" y="8"/>
                </a:lnTo>
                <a:lnTo>
                  <a:pt x="9" y="8"/>
                </a:lnTo>
                <a:lnTo>
                  <a:pt x="8" y="9"/>
                </a:lnTo>
                <a:lnTo>
                  <a:pt x="7" y="10"/>
                </a:lnTo>
                <a:lnTo>
                  <a:pt x="5" y="10"/>
                </a:lnTo>
                <a:lnTo>
                  <a:pt x="4" y="12"/>
                </a:lnTo>
                <a:lnTo>
                  <a:pt x="2" y="12"/>
                </a:lnTo>
                <a:lnTo>
                  <a:pt x="1" y="12"/>
                </a:lnTo>
                <a:lnTo>
                  <a:pt x="0" y="10"/>
                </a:lnTo>
                <a:lnTo>
                  <a:pt x="0" y="9"/>
                </a:lnTo>
                <a:lnTo>
                  <a:pt x="0" y="7"/>
                </a:lnTo>
                <a:lnTo>
                  <a:pt x="1" y="6"/>
                </a:lnTo>
                <a:lnTo>
                  <a:pt x="4" y="3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11" y="0"/>
                </a:lnTo>
                <a:lnTo>
                  <a:pt x="1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0" name=""/>
          <p:cNvSpPr/>
          <p:nvPr/>
        </p:nvSpPr>
        <p:spPr>
          <a:xfrm>
            <a:off x="2012400" y="4536000"/>
            <a:ext cx="5040" cy="3240"/>
          </a:xfrm>
          <a:custGeom>
            <a:avLst/>
            <a:gdLst/>
            <a:ahLst/>
            <a:rect l="0" t="0" r="r" b="b"/>
            <a:pathLst>
              <a:path fill="none" w="14" h="9">
                <a:moveTo>
                  <a:pt x="13" y="1"/>
                </a:moveTo>
                <a:lnTo>
                  <a:pt x="14" y="3"/>
                </a:lnTo>
                <a:lnTo>
                  <a:pt x="14" y="5"/>
                </a:lnTo>
                <a:lnTo>
                  <a:pt x="13" y="6"/>
                </a:lnTo>
                <a:lnTo>
                  <a:pt x="12" y="8"/>
                </a:lnTo>
                <a:lnTo>
                  <a:pt x="10" y="9"/>
                </a:lnTo>
                <a:lnTo>
                  <a:pt x="9" y="9"/>
                </a:lnTo>
                <a:lnTo>
                  <a:pt x="7" y="9"/>
                </a:lnTo>
                <a:lnTo>
                  <a:pt x="6" y="9"/>
                </a:lnTo>
                <a:lnTo>
                  <a:pt x="5" y="9"/>
                </a:lnTo>
                <a:lnTo>
                  <a:pt x="5" y="8"/>
                </a:lnTo>
                <a:lnTo>
                  <a:pt x="6" y="8"/>
                </a:lnTo>
                <a:lnTo>
                  <a:pt x="7" y="8"/>
                </a:lnTo>
                <a:lnTo>
                  <a:pt x="9" y="8"/>
                </a:lnTo>
                <a:lnTo>
                  <a:pt x="10" y="7"/>
                </a:lnTo>
                <a:lnTo>
                  <a:pt x="11" y="7"/>
                </a:lnTo>
                <a:lnTo>
                  <a:pt x="11" y="6"/>
                </a:lnTo>
                <a:lnTo>
                  <a:pt x="11" y="5"/>
                </a:lnTo>
                <a:lnTo>
                  <a:pt x="11" y="3"/>
                </a:lnTo>
                <a:lnTo>
                  <a:pt x="11" y="2"/>
                </a:lnTo>
                <a:lnTo>
                  <a:pt x="9" y="2"/>
                </a:lnTo>
                <a:lnTo>
                  <a:pt x="7" y="2"/>
                </a:lnTo>
                <a:lnTo>
                  <a:pt x="6" y="2"/>
                </a:lnTo>
                <a:lnTo>
                  <a:pt x="5" y="3"/>
                </a:lnTo>
                <a:lnTo>
                  <a:pt x="3" y="3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7" y="1"/>
                </a:lnTo>
                <a:lnTo>
                  <a:pt x="10" y="0"/>
                </a:lnTo>
                <a:lnTo>
                  <a:pt x="11" y="0"/>
                </a:lnTo>
                <a:lnTo>
                  <a:pt x="12" y="0"/>
                </a:lnTo>
                <a:lnTo>
                  <a:pt x="1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1" name=""/>
          <p:cNvSpPr/>
          <p:nvPr/>
        </p:nvSpPr>
        <p:spPr>
          <a:xfrm>
            <a:off x="2035080" y="4534560"/>
            <a:ext cx="5760" cy="2160"/>
          </a:xfrm>
          <a:custGeom>
            <a:avLst/>
            <a:gdLst/>
            <a:ahLst/>
            <a:rect l="0" t="0" r="r" b="b"/>
            <a:pathLst>
              <a:path fill="none" w="16" h="6">
                <a:moveTo>
                  <a:pt x="15" y="4"/>
                </a:moveTo>
                <a:lnTo>
                  <a:pt x="13" y="4"/>
                </a:lnTo>
                <a:lnTo>
                  <a:pt x="11" y="4"/>
                </a:lnTo>
                <a:lnTo>
                  <a:pt x="9" y="3"/>
                </a:lnTo>
                <a:lnTo>
                  <a:pt x="7" y="4"/>
                </a:lnTo>
                <a:lnTo>
                  <a:pt x="6" y="4"/>
                </a:lnTo>
                <a:lnTo>
                  <a:pt x="5" y="5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0" y="6"/>
                </a:lnTo>
                <a:lnTo>
                  <a:pt x="0" y="5"/>
                </a:lnTo>
                <a:lnTo>
                  <a:pt x="1" y="4"/>
                </a:lnTo>
                <a:lnTo>
                  <a:pt x="2" y="3"/>
                </a:lnTo>
                <a:lnTo>
                  <a:pt x="3" y="3"/>
                </a:lnTo>
                <a:lnTo>
                  <a:pt x="5" y="1"/>
                </a:lnTo>
                <a:lnTo>
                  <a:pt x="7" y="1"/>
                </a:lnTo>
                <a:lnTo>
                  <a:pt x="9" y="0"/>
                </a:lnTo>
                <a:lnTo>
                  <a:pt x="12" y="0"/>
                </a:lnTo>
                <a:lnTo>
                  <a:pt x="13" y="0"/>
                </a:lnTo>
                <a:lnTo>
                  <a:pt x="15" y="0"/>
                </a:lnTo>
                <a:lnTo>
                  <a:pt x="16" y="3"/>
                </a:lnTo>
                <a:lnTo>
                  <a:pt x="15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2" name=""/>
          <p:cNvSpPr/>
          <p:nvPr/>
        </p:nvSpPr>
        <p:spPr>
          <a:xfrm>
            <a:off x="2022120" y="4532760"/>
            <a:ext cx="3600" cy="2520"/>
          </a:xfrm>
          <a:custGeom>
            <a:avLst/>
            <a:gdLst/>
            <a:ahLst/>
            <a:rect l="0" t="0" r="r" b="b"/>
            <a:pathLst>
              <a:path fill="none" w="10" h="7">
                <a:moveTo>
                  <a:pt x="2" y="7"/>
                </a:moveTo>
                <a:lnTo>
                  <a:pt x="1" y="7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1" y="3"/>
                </a:lnTo>
                <a:lnTo>
                  <a:pt x="2" y="3"/>
                </a:lnTo>
                <a:lnTo>
                  <a:pt x="2" y="1"/>
                </a:lnTo>
                <a:lnTo>
                  <a:pt x="3" y="1"/>
                </a:lnTo>
                <a:lnTo>
                  <a:pt x="5" y="1"/>
                </a:lnTo>
                <a:lnTo>
                  <a:pt x="6" y="1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10" y="3"/>
                </a:lnTo>
                <a:lnTo>
                  <a:pt x="10" y="4"/>
                </a:lnTo>
                <a:lnTo>
                  <a:pt x="10" y="5"/>
                </a:lnTo>
                <a:lnTo>
                  <a:pt x="9" y="5"/>
                </a:lnTo>
                <a:lnTo>
                  <a:pt x="8" y="6"/>
                </a:lnTo>
                <a:lnTo>
                  <a:pt x="6" y="6"/>
                </a:lnTo>
                <a:lnTo>
                  <a:pt x="2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3" name=""/>
          <p:cNvSpPr/>
          <p:nvPr/>
        </p:nvSpPr>
        <p:spPr>
          <a:xfrm>
            <a:off x="2044440" y="45327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5"/>
                </a:moveTo>
                <a:lnTo>
                  <a:pt x="1" y="4"/>
                </a:lnTo>
                <a:lnTo>
                  <a:pt x="0" y="3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3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4" name=""/>
          <p:cNvSpPr/>
          <p:nvPr/>
        </p:nvSpPr>
        <p:spPr>
          <a:xfrm>
            <a:off x="2006280" y="452916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6" y="2"/>
                </a:moveTo>
                <a:lnTo>
                  <a:pt x="6" y="4"/>
                </a:lnTo>
                <a:lnTo>
                  <a:pt x="4" y="4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5" name=""/>
          <p:cNvSpPr/>
          <p:nvPr/>
        </p:nvSpPr>
        <p:spPr>
          <a:xfrm>
            <a:off x="2013120" y="452952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2" y="0"/>
                </a:move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6" name=""/>
          <p:cNvSpPr/>
          <p:nvPr/>
        </p:nvSpPr>
        <p:spPr>
          <a:xfrm>
            <a:off x="2008800" y="452808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5" y="6"/>
                </a:moveTo>
                <a:lnTo>
                  <a:pt x="4" y="6"/>
                </a:lnTo>
                <a:lnTo>
                  <a:pt x="3" y="6"/>
                </a:lnTo>
                <a:lnTo>
                  <a:pt x="1" y="6"/>
                </a:lnTo>
                <a:lnTo>
                  <a:pt x="1" y="4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4" y="2"/>
                </a:lnTo>
                <a:lnTo>
                  <a:pt x="5" y="3"/>
                </a:lnTo>
                <a:lnTo>
                  <a:pt x="5" y="4"/>
                </a:lnTo>
                <a:lnTo>
                  <a:pt x="5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7" name=""/>
          <p:cNvSpPr/>
          <p:nvPr/>
        </p:nvSpPr>
        <p:spPr>
          <a:xfrm>
            <a:off x="2043720" y="453024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4" y="5"/>
                </a:moveTo>
                <a:lnTo>
                  <a:pt x="3" y="6"/>
                </a:lnTo>
                <a:lnTo>
                  <a:pt x="2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2" y="1"/>
                </a:lnTo>
                <a:lnTo>
                  <a:pt x="2" y="0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4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8" name=""/>
          <p:cNvSpPr/>
          <p:nvPr/>
        </p:nvSpPr>
        <p:spPr>
          <a:xfrm>
            <a:off x="2009520" y="45273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9" name=""/>
          <p:cNvSpPr/>
          <p:nvPr/>
        </p:nvSpPr>
        <p:spPr>
          <a:xfrm>
            <a:off x="2009880" y="45259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1" y="3"/>
                </a:move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0" name=""/>
          <p:cNvSpPr/>
          <p:nvPr/>
        </p:nvSpPr>
        <p:spPr>
          <a:xfrm>
            <a:off x="2013840" y="45259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1" name=""/>
          <p:cNvSpPr/>
          <p:nvPr/>
        </p:nvSpPr>
        <p:spPr>
          <a:xfrm>
            <a:off x="2013480" y="452592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2" name=""/>
          <p:cNvSpPr/>
          <p:nvPr/>
        </p:nvSpPr>
        <p:spPr>
          <a:xfrm>
            <a:off x="2014200" y="4525920"/>
            <a:ext cx="2160" cy="3960"/>
          </a:xfrm>
          <a:custGeom>
            <a:avLst/>
            <a:gdLst/>
            <a:ahLst/>
            <a:rect l="0" t="0" r="r" b="b"/>
            <a:pathLst>
              <a:path fill="none" w="6" h="11">
                <a:moveTo>
                  <a:pt x="2" y="11"/>
                </a:moveTo>
                <a:lnTo>
                  <a:pt x="1" y="11"/>
                </a:lnTo>
                <a:lnTo>
                  <a:pt x="0" y="11"/>
                </a:lnTo>
                <a:lnTo>
                  <a:pt x="0" y="9"/>
                </a:lnTo>
                <a:lnTo>
                  <a:pt x="1" y="9"/>
                </a:lnTo>
                <a:lnTo>
                  <a:pt x="2" y="8"/>
                </a:lnTo>
                <a:lnTo>
                  <a:pt x="4" y="6"/>
                </a:lnTo>
                <a:lnTo>
                  <a:pt x="4" y="5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1"/>
                </a:lnTo>
                <a:lnTo>
                  <a:pt x="4" y="2"/>
                </a:lnTo>
                <a:lnTo>
                  <a:pt x="5" y="2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5" y="6"/>
                </a:lnTo>
                <a:lnTo>
                  <a:pt x="5" y="8"/>
                </a:lnTo>
                <a:lnTo>
                  <a:pt x="4" y="9"/>
                </a:lnTo>
                <a:lnTo>
                  <a:pt x="2" y="10"/>
                </a:lnTo>
                <a:lnTo>
                  <a:pt x="2" y="1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3" name=""/>
          <p:cNvSpPr/>
          <p:nvPr/>
        </p:nvSpPr>
        <p:spPr>
          <a:xfrm>
            <a:off x="2012760" y="45252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4" name=""/>
          <p:cNvSpPr/>
          <p:nvPr/>
        </p:nvSpPr>
        <p:spPr>
          <a:xfrm>
            <a:off x="2011680" y="452484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2" y="3"/>
                </a:move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5" name=""/>
          <p:cNvSpPr/>
          <p:nvPr/>
        </p:nvSpPr>
        <p:spPr>
          <a:xfrm>
            <a:off x="2012760" y="452412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5"/>
                </a:moveTo>
                <a:lnTo>
                  <a:pt x="4" y="5"/>
                </a:lnTo>
                <a:lnTo>
                  <a:pt x="2" y="4"/>
                </a:ln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1"/>
                </a:lnTo>
                <a:lnTo>
                  <a:pt x="5" y="4"/>
                </a:lnTo>
                <a:lnTo>
                  <a:pt x="5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6" name=""/>
          <p:cNvSpPr/>
          <p:nvPr/>
        </p:nvSpPr>
        <p:spPr>
          <a:xfrm>
            <a:off x="2039040" y="4526280"/>
            <a:ext cx="3240" cy="3240"/>
          </a:xfrm>
          <a:custGeom>
            <a:avLst/>
            <a:gdLst/>
            <a:ahLst/>
            <a:rect l="0" t="0" r="r" b="b"/>
            <a:pathLst>
              <a:path fill="none" w="9" h="9">
                <a:moveTo>
                  <a:pt x="1" y="8"/>
                </a:moveTo>
                <a:lnTo>
                  <a:pt x="1" y="9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2" y="5"/>
                </a:lnTo>
                <a:lnTo>
                  <a:pt x="3" y="4"/>
                </a:lnTo>
                <a:lnTo>
                  <a:pt x="5" y="2"/>
                </a:lnTo>
                <a:lnTo>
                  <a:pt x="7" y="1"/>
                </a:lnTo>
                <a:lnTo>
                  <a:pt x="8" y="0"/>
                </a:lnTo>
                <a:lnTo>
                  <a:pt x="8" y="1"/>
                </a:lnTo>
                <a:lnTo>
                  <a:pt x="9" y="1"/>
                </a:lnTo>
                <a:lnTo>
                  <a:pt x="8" y="4"/>
                </a:lnTo>
                <a:lnTo>
                  <a:pt x="7" y="4"/>
                </a:lnTo>
                <a:lnTo>
                  <a:pt x="6" y="5"/>
                </a:lnTo>
                <a:lnTo>
                  <a:pt x="5" y="5"/>
                </a:lnTo>
                <a:lnTo>
                  <a:pt x="3" y="6"/>
                </a:lnTo>
                <a:lnTo>
                  <a:pt x="2" y="7"/>
                </a:lnTo>
                <a:lnTo>
                  <a:pt x="1" y="8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7" name=""/>
          <p:cNvSpPr/>
          <p:nvPr/>
        </p:nvSpPr>
        <p:spPr>
          <a:xfrm>
            <a:off x="2043360" y="45252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8" name=""/>
          <p:cNvSpPr/>
          <p:nvPr/>
        </p:nvSpPr>
        <p:spPr>
          <a:xfrm>
            <a:off x="2046240" y="452124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3" y="3"/>
                </a:move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5" y="1"/>
                </a:lnTo>
                <a:lnTo>
                  <a:pt x="5" y="3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9" name=""/>
          <p:cNvSpPr/>
          <p:nvPr/>
        </p:nvSpPr>
        <p:spPr>
          <a:xfrm>
            <a:off x="2029320" y="451692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6" y="5"/>
                </a:moveTo>
                <a:lnTo>
                  <a:pt x="5" y="5"/>
                </a:lnTo>
                <a:lnTo>
                  <a:pt x="4" y="5"/>
                </a:lnTo>
                <a:lnTo>
                  <a:pt x="3" y="4"/>
                </a:lnTo>
                <a:lnTo>
                  <a:pt x="0" y="2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5" y="1"/>
                </a:lnTo>
                <a:lnTo>
                  <a:pt x="8" y="1"/>
                </a:lnTo>
                <a:lnTo>
                  <a:pt x="8" y="2"/>
                </a:lnTo>
                <a:lnTo>
                  <a:pt x="6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0" name=""/>
          <p:cNvSpPr/>
          <p:nvPr/>
        </p:nvSpPr>
        <p:spPr>
          <a:xfrm>
            <a:off x="2175120" y="4532400"/>
            <a:ext cx="2160" cy="3240"/>
          </a:xfrm>
          <a:custGeom>
            <a:avLst/>
            <a:gdLst/>
            <a:ahLst/>
            <a:rect l="0" t="0" r="r" b="b"/>
            <a:pathLst>
              <a:path fill="none" w="6" h="9">
                <a:moveTo>
                  <a:pt x="5" y="8"/>
                </a:moveTo>
                <a:lnTo>
                  <a:pt x="3" y="9"/>
                </a:lnTo>
                <a:lnTo>
                  <a:pt x="0" y="6"/>
                </a:lnTo>
                <a:lnTo>
                  <a:pt x="0" y="4"/>
                </a:lnTo>
                <a:lnTo>
                  <a:pt x="0" y="2"/>
                </a:lnTo>
                <a:lnTo>
                  <a:pt x="2" y="1"/>
                </a:lnTo>
                <a:lnTo>
                  <a:pt x="4" y="0"/>
                </a:lnTo>
                <a:lnTo>
                  <a:pt x="5" y="1"/>
                </a:lnTo>
                <a:lnTo>
                  <a:pt x="6" y="2"/>
                </a:lnTo>
                <a:lnTo>
                  <a:pt x="6" y="4"/>
                </a:lnTo>
                <a:lnTo>
                  <a:pt x="6" y="6"/>
                </a:lnTo>
                <a:lnTo>
                  <a:pt x="5" y="8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1" name=""/>
          <p:cNvSpPr/>
          <p:nvPr/>
        </p:nvSpPr>
        <p:spPr>
          <a:xfrm>
            <a:off x="2050920" y="451692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3" y="6"/>
                </a:move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4" y="0"/>
                </a:lnTo>
                <a:lnTo>
                  <a:pt x="5" y="2"/>
                </a:lnTo>
                <a:lnTo>
                  <a:pt x="5" y="3"/>
                </a:lnTo>
                <a:lnTo>
                  <a:pt x="4" y="4"/>
                </a:lnTo>
                <a:lnTo>
                  <a:pt x="3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2" name=""/>
          <p:cNvSpPr/>
          <p:nvPr/>
        </p:nvSpPr>
        <p:spPr>
          <a:xfrm>
            <a:off x="2033640" y="451512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0"/>
                </a:move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3" name=""/>
          <p:cNvSpPr/>
          <p:nvPr/>
        </p:nvSpPr>
        <p:spPr>
          <a:xfrm>
            <a:off x="2032560" y="4510080"/>
            <a:ext cx="2160" cy="2880"/>
          </a:xfrm>
          <a:custGeom>
            <a:avLst/>
            <a:gdLst/>
            <a:ahLst/>
            <a:rect l="0" t="0" r="r" b="b"/>
            <a:pathLst>
              <a:path fill="none" w="6" h="8">
                <a:moveTo>
                  <a:pt x="6" y="8"/>
                </a:moveTo>
                <a:lnTo>
                  <a:pt x="5" y="8"/>
                </a:lnTo>
                <a:lnTo>
                  <a:pt x="5" y="7"/>
                </a:ln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1"/>
                </a:lnTo>
                <a:lnTo>
                  <a:pt x="4" y="2"/>
                </a:lnTo>
                <a:lnTo>
                  <a:pt x="5" y="5"/>
                </a:lnTo>
                <a:lnTo>
                  <a:pt x="6" y="5"/>
                </a:lnTo>
                <a:lnTo>
                  <a:pt x="6" y="6"/>
                </a:lnTo>
                <a:lnTo>
                  <a:pt x="6" y="7"/>
                </a:lnTo>
                <a:lnTo>
                  <a:pt x="6" y="8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4" name=""/>
          <p:cNvSpPr/>
          <p:nvPr/>
        </p:nvSpPr>
        <p:spPr>
          <a:xfrm>
            <a:off x="2029320" y="4509360"/>
            <a:ext cx="3600" cy="2160"/>
          </a:xfrm>
          <a:custGeom>
            <a:avLst/>
            <a:gdLst/>
            <a:ahLst/>
            <a:rect l="0" t="0" r="r" b="b"/>
            <a:pathLst>
              <a:path fill="none" w="10" h="6">
                <a:moveTo>
                  <a:pt x="3" y="6"/>
                </a:moveTo>
                <a:lnTo>
                  <a:pt x="2" y="6"/>
                </a:lnTo>
                <a:lnTo>
                  <a:pt x="1" y="6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8" y="2"/>
                </a:lnTo>
                <a:lnTo>
                  <a:pt x="9" y="2"/>
                </a:lnTo>
                <a:lnTo>
                  <a:pt x="9" y="3"/>
                </a:lnTo>
                <a:lnTo>
                  <a:pt x="10" y="3"/>
                </a:lnTo>
                <a:lnTo>
                  <a:pt x="10" y="4"/>
                </a:lnTo>
                <a:lnTo>
                  <a:pt x="9" y="4"/>
                </a:lnTo>
                <a:lnTo>
                  <a:pt x="8" y="4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3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5" name=""/>
          <p:cNvSpPr/>
          <p:nvPr/>
        </p:nvSpPr>
        <p:spPr>
          <a:xfrm>
            <a:off x="2005200" y="45064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6" name=""/>
          <p:cNvSpPr/>
          <p:nvPr/>
        </p:nvSpPr>
        <p:spPr>
          <a:xfrm>
            <a:off x="2004840" y="4504680"/>
            <a:ext cx="4320" cy="2880"/>
          </a:xfrm>
          <a:custGeom>
            <a:avLst/>
            <a:gdLst/>
            <a:ahLst/>
            <a:rect l="0" t="0" r="r" b="b"/>
            <a:pathLst>
              <a:path fill="none" w="12" h="8">
                <a:moveTo>
                  <a:pt x="11" y="2"/>
                </a:moveTo>
                <a:lnTo>
                  <a:pt x="12" y="3"/>
                </a:lnTo>
                <a:lnTo>
                  <a:pt x="11" y="3"/>
                </a:lnTo>
                <a:lnTo>
                  <a:pt x="11" y="4"/>
                </a:lnTo>
                <a:lnTo>
                  <a:pt x="10" y="5"/>
                </a:lnTo>
                <a:lnTo>
                  <a:pt x="9" y="5"/>
                </a:lnTo>
                <a:lnTo>
                  <a:pt x="8" y="5"/>
                </a:lnTo>
                <a:lnTo>
                  <a:pt x="8" y="7"/>
                </a:lnTo>
                <a:lnTo>
                  <a:pt x="7" y="7"/>
                </a:lnTo>
                <a:lnTo>
                  <a:pt x="5" y="8"/>
                </a:lnTo>
                <a:lnTo>
                  <a:pt x="4" y="8"/>
                </a:lnTo>
                <a:lnTo>
                  <a:pt x="3" y="8"/>
                </a:lnTo>
                <a:lnTo>
                  <a:pt x="3" y="7"/>
                </a:lnTo>
                <a:lnTo>
                  <a:pt x="3" y="5"/>
                </a:lnTo>
                <a:lnTo>
                  <a:pt x="4" y="5"/>
                </a:lnTo>
                <a:lnTo>
                  <a:pt x="5" y="5"/>
                </a:lnTo>
                <a:lnTo>
                  <a:pt x="7" y="4"/>
                </a:lnTo>
                <a:lnTo>
                  <a:pt x="8" y="3"/>
                </a:lnTo>
                <a:lnTo>
                  <a:pt x="9" y="3"/>
                </a:lnTo>
                <a:lnTo>
                  <a:pt x="9" y="2"/>
                </a:lnTo>
                <a:lnTo>
                  <a:pt x="8" y="2"/>
                </a:lnTo>
                <a:lnTo>
                  <a:pt x="7" y="2"/>
                </a:lnTo>
                <a:lnTo>
                  <a:pt x="7" y="3"/>
                </a:lnTo>
                <a:lnTo>
                  <a:pt x="5" y="3"/>
                </a:lnTo>
                <a:lnTo>
                  <a:pt x="4" y="3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3" y="3"/>
                </a:lnTo>
                <a:lnTo>
                  <a:pt x="4" y="2"/>
                </a:lnTo>
                <a:lnTo>
                  <a:pt x="7" y="1"/>
                </a:lnTo>
                <a:lnTo>
                  <a:pt x="8" y="1"/>
                </a:lnTo>
                <a:lnTo>
                  <a:pt x="9" y="0"/>
                </a:lnTo>
                <a:lnTo>
                  <a:pt x="10" y="1"/>
                </a:lnTo>
                <a:lnTo>
                  <a:pt x="11" y="1"/>
                </a:lnTo>
                <a:lnTo>
                  <a:pt x="1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7" name=""/>
          <p:cNvSpPr/>
          <p:nvPr/>
        </p:nvSpPr>
        <p:spPr>
          <a:xfrm>
            <a:off x="1947960" y="4465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8" name=""/>
          <p:cNvSpPr/>
          <p:nvPr/>
        </p:nvSpPr>
        <p:spPr>
          <a:xfrm>
            <a:off x="1938960" y="4464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9" name=""/>
          <p:cNvSpPr/>
          <p:nvPr/>
        </p:nvSpPr>
        <p:spPr>
          <a:xfrm>
            <a:off x="1946880" y="4464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0" name=""/>
          <p:cNvSpPr/>
          <p:nvPr/>
        </p:nvSpPr>
        <p:spPr>
          <a:xfrm>
            <a:off x="1937520" y="44636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1"/>
                </a:move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1" name=""/>
          <p:cNvSpPr/>
          <p:nvPr/>
        </p:nvSpPr>
        <p:spPr>
          <a:xfrm>
            <a:off x="1941480" y="44636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2" name=""/>
          <p:cNvSpPr/>
          <p:nvPr/>
        </p:nvSpPr>
        <p:spPr>
          <a:xfrm>
            <a:off x="1950120" y="44607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3" name=""/>
          <p:cNvSpPr/>
          <p:nvPr/>
        </p:nvSpPr>
        <p:spPr>
          <a:xfrm>
            <a:off x="1969560" y="4448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4" name=""/>
          <p:cNvSpPr/>
          <p:nvPr/>
        </p:nvSpPr>
        <p:spPr>
          <a:xfrm>
            <a:off x="1973520" y="44478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0" y="3"/>
                </a:move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2" y="1"/>
                </a:lnTo>
                <a:lnTo>
                  <a:pt x="0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5" name=""/>
          <p:cNvSpPr/>
          <p:nvPr/>
        </p:nvSpPr>
        <p:spPr>
          <a:xfrm>
            <a:off x="1973160" y="44470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2" y="4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6" name=""/>
          <p:cNvSpPr/>
          <p:nvPr/>
        </p:nvSpPr>
        <p:spPr>
          <a:xfrm>
            <a:off x="1976400" y="44301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7" name=""/>
          <p:cNvSpPr/>
          <p:nvPr/>
        </p:nvSpPr>
        <p:spPr>
          <a:xfrm>
            <a:off x="1978200" y="44276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8" name=""/>
          <p:cNvSpPr/>
          <p:nvPr/>
        </p:nvSpPr>
        <p:spPr>
          <a:xfrm>
            <a:off x="1914480" y="4423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9" name=""/>
          <p:cNvSpPr/>
          <p:nvPr/>
        </p:nvSpPr>
        <p:spPr>
          <a:xfrm>
            <a:off x="2081160" y="4426920"/>
            <a:ext cx="4680" cy="3600"/>
          </a:xfrm>
          <a:custGeom>
            <a:avLst/>
            <a:gdLst/>
            <a:ahLst/>
            <a:rect l="0" t="0" r="r" b="b"/>
            <a:pathLst>
              <a:path fill="none" w="13" h="10">
                <a:moveTo>
                  <a:pt x="7" y="10"/>
                </a:moveTo>
                <a:lnTo>
                  <a:pt x="5" y="10"/>
                </a:lnTo>
                <a:lnTo>
                  <a:pt x="3" y="9"/>
                </a:lnTo>
                <a:lnTo>
                  <a:pt x="1" y="8"/>
                </a:lnTo>
                <a:lnTo>
                  <a:pt x="0" y="5"/>
                </a:lnTo>
                <a:lnTo>
                  <a:pt x="1" y="1"/>
                </a:lnTo>
                <a:lnTo>
                  <a:pt x="3" y="1"/>
                </a:lnTo>
                <a:lnTo>
                  <a:pt x="5" y="0"/>
                </a:lnTo>
                <a:lnTo>
                  <a:pt x="7" y="0"/>
                </a:lnTo>
                <a:lnTo>
                  <a:pt x="9" y="1"/>
                </a:lnTo>
                <a:lnTo>
                  <a:pt x="12" y="1"/>
                </a:lnTo>
                <a:lnTo>
                  <a:pt x="13" y="4"/>
                </a:lnTo>
                <a:lnTo>
                  <a:pt x="12" y="6"/>
                </a:lnTo>
                <a:lnTo>
                  <a:pt x="10" y="8"/>
                </a:lnTo>
                <a:lnTo>
                  <a:pt x="9" y="9"/>
                </a:lnTo>
                <a:lnTo>
                  <a:pt x="7" y="1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0" name=""/>
          <p:cNvSpPr/>
          <p:nvPr/>
        </p:nvSpPr>
        <p:spPr>
          <a:xfrm>
            <a:off x="1931040" y="441072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2" y="0"/>
                </a:moveTo>
                <a:lnTo>
                  <a:pt x="2" y="2"/>
                </a:lnTo>
                <a:lnTo>
                  <a:pt x="3" y="2"/>
                </a:lnTo>
                <a:lnTo>
                  <a:pt x="2" y="2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1" name=""/>
          <p:cNvSpPr/>
          <p:nvPr/>
        </p:nvSpPr>
        <p:spPr>
          <a:xfrm>
            <a:off x="2054520" y="441612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5" y="7"/>
                </a:moveTo>
                <a:lnTo>
                  <a:pt x="4" y="7"/>
                </a:lnTo>
                <a:lnTo>
                  <a:pt x="3" y="7"/>
                </a:lnTo>
                <a:lnTo>
                  <a:pt x="1" y="7"/>
                </a:lnTo>
                <a:lnTo>
                  <a:pt x="1" y="5"/>
                </a:lnTo>
                <a:lnTo>
                  <a:pt x="0" y="4"/>
                </a:lnTo>
                <a:lnTo>
                  <a:pt x="1" y="2"/>
                </a:lnTo>
                <a:lnTo>
                  <a:pt x="1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1"/>
                </a:lnTo>
                <a:lnTo>
                  <a:pt x="7" y="2"/>
                </a:lnTo>
                <a:lnTo>
                  <a:pt x="7" y="4"/>
                </a:lnTo>
                <a:lnTo>
                  <a:pt x="6" y="5"/>
                </a:lnTo>
                <a:lnTo>
                  <a:pt x="5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2" name=""/>
          <p:cNvSpPr/>
          <p:nvPr/>
        </p:nvSpPr>
        <p:spPr>
          <a:xfrm>
            <a:off x="1996920" y="4402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3" name=""/>
          <p:cNvSpPr/>
          <p:nvPr/>
        </p:nvSpPr>
        <p:spPr>
          <a:xfrm>
            <a:off x="1976040" y="4398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4" name=""/>
          <p:cNvSpPr/>
          <p:nvPr/>
        </p:nvSpPr>
        <p:spPr>
          <a:xfrm>
            <a:off x="1965600" y="4395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5" name=""/>
          <p:cNvSpPr/>
          <p:nvPr/>
        </p:nvSpPr>
        <p:spPr>
          <a:xfrm>
            <a:off x="1913040" y="4393080"/>
            <a:ext cx="79200" cy="73800"/>
          </a:xfrm>
          <a:custGeom>
            <a:avLst/>
            <a:gdLst/>
            <a:ahLst/>
            <a:rect l="0" t="0" r="r" b="b"/>
            <a:pathLst>
              <a:path fill="none" w="220" h="205">
                <a:moveTo>
                  <a:pt x="189" y="3"/>
                </a:moveTo>
                <a:lnTo>
                  <a:pt x="190" y="6"/>
                </a:lnTo>
                <a:lnTo>
                  <a:pt x="191" y="8"/>
                </a:lnTo>
                <a:lnTo>
                  <a:pt x="191" y="9"/>
                </a:lnTo>
                <a:lnTo>
                  <a:pt x="192" y="10"/>
                </a:lnTo>
                <a:lnTo>
                  <a:pt x="192" y="11"/>
                </a:lnTo>
                <a:lnTo>
                  <a:pt x="193" y="11"/>
                </a:lnTo>
                <a:lnTo>
                  <a:pt x="194" y="12"/>
                </a:lnTo>
                <a:lnTo>
                  <a:pt x="195" y="12"/>
                </a:lnTo>
                <a:lnTo>
                  <a:pt x="195" y="13"/>
                </a:lnTo>
                <a:lnTo>
                  <a:pt x="195" y="14"/>
                </a:lnTo>
                <a:lnTo>
                  <a:pt x="196" y="14"/>
                </a:lnTo>
                <a:lnTo>
                  <a:pt x="197" y="15"/>
                </a:lnTo>
                <a:lnTo>
                  <a:pt x="198" y="15"/>
                </a:lnTo>
                <a:lnTo>
                  <a:pt x="199" y="15"/>
                </a:lnTo>
                <a:lnTo>
                  <a:pt x="199" y="16"/>
                </a:lnTo>
                <a:lnTo>
                  <a:pt x="200" y="16"/>
                </a:lnTo>
                <a:lnTo>
                  <a:pt x="201" y="16"/>
                </a:lnTo>
                <a:lnTo>
                  <a:pt x="201" y="17"/>
                </a:lnTo>
                <a:lnTo>
                  <a:pt x="202" y="17"/>
                </a:lnTo>
                <a:lnTo>
                  <a:pt x="202" y="16"/>
                </a:lnTo>
                <a:lnTo>
                  <a:pt x="203" y="17"/>
                </a:lnTo>
                <a:lnTo>
                  <a:pt x="202" y="17"/>
                </a:lnTo>
                <a:lnTo>
                  <a:pt x="203" y="17"/>
                </a:lnTo>
                <a:lnTo>
                  <a:pt x="204" y="17"/>
                </a:lnTo>
                <a:lnTo>
                  <a:pt x="203" y="17"/>
                </a:lnTo>
                <a:lnTo>
                  <a:pt x="204" y="17"/>
                </a:lnTo>
                <a:lnTo>
                  <a:pt x="205" y="17"/>
                </a:lnTo>
                <a:lnTo>
                  <a:pt x="206" y="17"/>
                </a:lnTo>
                <a:lnTo>
                  <a:pt x="207" y="16"/>
                </a:lnTo>
                <a:lnTo>
                  <a:pt x="208" y="16"/>
                </a:lnTo>
                <a:lnTo>
                  <a:pt x="209" y="16"/>
                </a:lnTo>
                <a:lnTo>
                  <a:pt x="209" y="15"/>
                </a:lnTo>
                <a:lnTo>
                  <a:pt x="210" y="15"/>
                </a:lnTo>
                <a:lnTo>
                  <a:pt x="210" y="16"/>
                </a:lnTo>
                <a:lnTo>
                  <a:pt x="211" y="16"/>
                </a:lnTo>
                <a:lnTo>
                  <a:pt x="212" y="19"/>
                </a:lnTo>
                <a:lnTo>
                  <a:pt x="212" y="21"/>
                </a:lnTo>
                <a:lnTo>
                  <a:pt x="212" y="22"/>
                </a:lnTo>
                <a:lnTo>
                  <a:pt x="213" y="23"/>
                </a:lnTo>
                <a:lnTo>
                  <a:pt x="213" y="24"/>
                </a:lnTo>
                <a:lnTo>
                  <a:pt x="213" y="25"/>
                </a:lnTo>
                <a:lnTo>
                  <a:pt x="214" y="26"/>
                </a:lnTo>
                <a:lnTo>
                  <a:pt x="214" y="27"/>
                </a:lnTo>
                <a:lnTo>
                  <a:pt x="214" y="28"/>
                </a:lnTo>
                <a:lnTo>
                  <a:pt x="214" y="29"/>
                </a:lnTo>
                <a:lnTo>
                  <a:pt x="215" y="30"/>
                </a:lnTo>
                <a:lnTo>
                  <a:pt x="215" y="32"/>
                </a:lnTo>
                <a:lnTo>
                  <a:pt x="215" y="33"/>
                </a:lnTo>
                <a:lnTo>
                  <a:pt x="216" y="34"/>
                </a:lnTo>
                <a:lnTo>
                  <a:pt x="216" y="35"/>
                </a:lnTo>
                <a:lnTo>
                  <a:pt x="216" y="37"/>
                </a:lnTo>
                <a:lnTo>
                  <a:pt x="216" y="39"/>
                </a:lnTo>
                <a:lnTo>
                  <a:pt x="216" y="42"/>
                </a:lnTo>
                <a:lnTo>
                  <a:pt x="216" y="44"/>
                </a:lnTo>
                <a:lnTo>
                  <a:pt x="216" y="46"/>
                </a:lnTo>
                <a:lnTo>
                  <a:pt x="217" y="47"/>
                </a:lnTo>
                <a:lnTo>
                  <a:pt x="217" y="49"/>
                </a:lnTo>
                <a:lnTo>
                  <a:pt x="217" y="48"/>
                </a:lnTo>
                <a:lnTo>
                  <a:pt x="218" y="48"/>
                </a:lnTo>
                <a:lnTo>
                  <a:pt x="218" y="49"/>
                </a:lnTo>
                <a:lnTo>
                  <a:pt x="219" y="49"/>
                </a:lnTo>
                <a:lnTo>
                  <a:pt x="218" y="49"/>
                </a:lnTo>
                <a:lnTo>
                  <a:pt x="219" y="50"/>
                </a:lnTo>
                <a:lnTo>
                  <a:pt x="219" y="51"/>
                </a:lnTo>
                <a:lnTo>
                  <a:pt x="219" y="52"/>
                </a:lnTo>
                <a:lnTo>
                  <a:pt x="219" y="53"/>
                </a:lnTo>
                <a:lnTo>
                  <a:pt x="220" y="52"/>
                </a:lnTo>
                <a:lnTo>
                  <a:pt x="220" y="53"/>
                </a:lnTo>
                <a:lnTo>
                  <a:pt x="219" y="53"/>
                </a:lnTo>
                <a:lnTo>
                  <a:pt x="218" y="53"/>
                </a:lnTo>
                <a:lnTo>
                  <a:pt x="217" y="53"/>
                </a:lnTo>
                <a:lnTo>
                  <a:pt x="215" y="53"/>
                </a:lnTo>
                <a:lnTo>
                  <a:pt x="214" y="53"/>
                </a:lnTo>
                <a:lnTo>
                  <a:pt x="213" y="55"/>
                </a:lnTo>
                <a:lnTo>
                  <a:pt x="213" y="56"/>
                </a:lnTo>
                <a:lnTo>
                  <a:pt x="212" y="56"/>
                </a:lnTo>
                <a:lnTo>
                  <a:pt x="211" y="57"/>
                </a:lnTo>
                <a:lnTo>
                  <a:pt x="210" y="58"/>
                </a:lnTo>
                <a:lnTo>
                  <a:pt x="209" y="58"/>
                </a:lnTo>
                <a:lnTo>
                  <a:pt x="208" y="59"/>
                </a:lnTo>
                <a:lnTo>
                  <a:pt x="208" y="60"/>
                </a:lnTo>
                <a:lnTo>
                  <a:pt x="207" y="60"/>
                </a:lnTo>
                <a:lnTo>
                  <a:pt x="207" y="61"/>
                </a:lnTo>
                <a:lnTo>
                  <a:pt x="206" y="62"/>
                </a:lnTo>
                <a:lnTo>
                  <a:pt x="206" y="63"/>
                </a:lnTo>
                <a:lnTo>
                  <a:pt x="205" y="63"/>
                </a:lnTo>
                <a:lnTo>
                  <a:pt x="205" y="64"/>
                </a:lnTo>
                <a:lnTo>
                  <a:pt x="204" y="64"/>
                </a:lnTo>
                <a:lnTo>
                  <a:pt x="204" y="65"/>
                </a:lnTo>
                <a:lnTo>
                  <a:pt x="203" y="65"/>
                </a:lnTo>
                <a:lnTo>
                  <a:pt x="203" y="64"/>
                </a:lnTo>
                <a:lnTo>
                  <a:pt x="202" y="64"/>
                </a:lnTo>
                <a:lnTo>
                  <a:pt x="202" y="63"/>
                </a:lnTo>
                <a:lnTo>
                  <a:pt x="202" y="62"/>
                </a:lnTo>
                <a:lnTo>
                  <a:pt x="201" y="61"/>
                </a:lnTo>
                <a:lnTo>
                  <a:pt x="202" y="62"/>
                </a:lnTo>
                <a:lnTo>
                  <a:pt x="202" y="61"/>
                </a:lnTo>
                <a:lnTo>
                  <a:pt x="201" y="61"/>
                </a:lnTo>
                <a:lnTo>
                  <a:pt x="201" y="60"/>
                </a:lnTo>
                <a:lnTo>
                  <a:pt x="201" y="59"/>
                </a:lnTo>
                <a:lnTo>
                  <a:pt x="201" y="58"/>
                </a:lnTo>
                <a:lnTo>
                  <a:pt x="200" y="57"/>
                </a:lnTo>
                <a:lnTo>
                  <a:pt x="201" y="57"/>
                </a:lnTo>
                <a:lnTo>
                  <a:pt x="201" y="56"/>
                </a:lnTo>
                <a:lnTo>
                  <a:pt x="202" y="56"/>
                </a:lnTo>
                <a:lnTo>
                  <a:pt x="203" y="56"/>
                </a:lnTo>
                <a:lnTo>
                  <a:pt x="204" y="56"/>
                </a:lnTo>
                <a:lnTo>
                  <a:pt x="205" y="56"/>
                </a:lnTo>
                <a:lnTo>
                  <a:pt x="204" y="56"/>
                </a:lnTo>
                <a:lnTo>
                  <a:pt x="204" y="55"/>
                </a:lnTo>
                <a:lnTo>
                  <a:pt x="205" y="55"/>
                </a:lnTo>
                <a:lnTo>
                  <a:pt x="206" y="54"/>
                </a:lnTo>
                <a:lnTo>
                  <a:pt x="205" y="54"/>
                </a:lnTo>
                <a:lnTo>
                  <a:pt x="205" y="53"/>
                </a:lnTo>
                <a:lnTo>
                  <a:pt x="206" y="53"/>
                </a:lnTo>
                <a:lnTo>
                  <a:pt x="206" y="52"/>
                </a:lnTo>
                <a:lnTo>
                  <a:pt x="207" y="52"/>
                </a:lnTo>
                <a:lnTo>
                  <a:pt x="206" y="52"/>
                </a:lnTo>
                <a:lnTo>
                  <a:pt x="205" y="52"/>
                </a:lnTo>
                <a:lnTo>
                  <a:pt x="205" y="53"/>
                </a:lnTo>
                <a:lnTo>
                  <a:pt x="205" y="55"/>
                </a:lnTo>
                <a:lnTo>
                  <a:pt x="204" y="55"/>
                </a:lnTo>
                <a:lnTo>
                  <a:pt x="203" y="54"/>
                </a:lnTo>
                <a:lnTo>
                  <a:pt x="202" y="54"/>
                </a:lnTo>
                <a:lnTo>
                  <a:pt x="201" y="54"/>
                </a:lnTo>
                <a:lnTo>
                  <a:pt x="200" y="54"/>
                </a:lnTo>
                <a:lnTo>
                  <a:pt x="199" y="54"/>
                </a:lnTo>
                <a:lnTo>
                  <a:pt x="199" y="55"/>
                </a:lnTo>
                <a:lnTo>
                  <a:pt x="198" y="55"/>
                </a:lnTo>
                <a:lnTo>
                  <a:pt x="197" y="54"/>
                </a:lnTo>
                <a:lnTo>
                  <a:pt x="196" y="55"/>
                </a:lnTo>
                <a:lnTo>
                  <a:pt x="195" y="55"/>
                </a:lnTo>
                <a:lnTo>
                  <a:pt x="196" y="55"/>
                </a:lnTo>
                <a:lnTo>
                  <a:pt x="197" y="56"/>
                </a:lnTo>
                <a:lnTo>
                  <a:pt x="198" y="56"/>
                </a:lnTo>
                <a:lnTo>
                  <a:pt x="198" y="58"/>
                </a:lnTo>
                <a:lnTo>
                  <a:pt x="199" y="58"/>
                </a:lnTo>
                <a:lnTo>
                  <a:pt x="199" y="59"/>
                </a:lnTo>
                <a:lnTo>
                  <a:pt x="200" y="59"/>
                </a:lnTo>
                <a:lnTo>
                  <a:pt x="200" y="60"/>
                </a:lnTo>
                <a:lnTo>
                  <a:pt x="200" y="61"/>
                </a:lnTo>
                <a:lnTo>
                  <a:pt x="202" y="63"/>
                </a:lnTo>
                <a:lnTo>
                  <a:pt x="202" y="64"/>
                </a:lnTo>
                <a:lnTo>
                  <a:pt x="201" y="64"/>
                </a:lnTo>
                <a:lnTo>
                  <a:pt x="201" y="63"/>
                </a:lnTo>
                <a:lnTo>
                  <a:pt x="200" y="63"/>
                </a:lnTo>
                <a:lnTo>
                  <a:pt x="199" y="64"/>
                </a:lnTo>
                <a:lnTo>
                  <a:pt x="199" y="65"/>
                </a:lnTo>
                <a:lnTo>
                  <a:pt x="199" y="66"/>
                </a:lnTo>
                <a:lnTo>
                  <a:pt x="199" y="67"/>
                </a:lnTo>
                <a:lnTo>
                  <a:pt x="199" y="69"/>
                </a:lnTo>
                <a:lnTo>
                  <a:pt x="198" y="69"/>
                </a:lnTo>
                <a:lnTo>
                  <a:pt x="197" y="70"/>
                </a:lnTo>
                <a:lnTo>
                  <a:pt x="197" y="71"/>
                </a:lnTo>
                <a:lnTo>
                  <a:pt x="196" y="71"/>
                </a:lnTo>
                <a:lnTo>
                  <a:pt x="195" y="72"/>
                </a:lnTo>
                <a:lnTo>
                  <a:pt x="196" y="72"/>
                </a:lnTo>
                <a:lnTo>
                  <a:pt x="195" y="73"/>
                </a:lnTo>
                <a:lnTo>
                  <a:pt x="195" y="74"/>
                </a:lnTo>
                <a:lnTo>
                  <a:pt x="195" y="75"/>
                </a:lnTo>
                <a:lnTo>
                  <a:pt x="194" y="75"/>
                </a:lnTo>
                <a:lnTo>
                  <a:pt x="193" y="76"/>
                </a:lnTo>
                <a:lnTo>
                  <a:pt x="192" y="76"/>
                </a:lnTo>
                <a:lnTo>
                  <a:pt x="192" y="77"/>
                </a:lnTo>
                <a:lnTo>
                  <a:pt x="192" y="76"/>
                </a:lnTo>
                <a:lnTo>
                  <a:pt x="192" y="77"/>
                </a:lnTo>
                <a:lnTo>
                  <a:pt x="192" y="76"/>
                </a:lnTo>
                <a:lnTo>
                  <a:pt x="191" y="76"/>
                </a:lnTo>
                <a:lnTo>
                  <a:pt x="190" y="76"/>
                </a:lnTo>
                <a:lnTo>
                  <a:pt x="189" y="76"/>
                </a:lnTo>
                <a:lnTo>
                  <a:pt x="188" y="77"/>
                </a:lnTo>
                <a:lnTo>
                  <a:pt x="188" y="78"/>
                </a:lnTo>
                <a:lnTo>
                  <a:pt x="187" y="78"/>
                </a:lnTo>
                <a:lnTo>
                  <a:pt x="187" y="79"/>
                </a:lnTo>
                <a:lnTo>
                  <a:pt x="187" y="81"/>
                </a:lnTo>
                <a:lnTo>
                  <a:pt x="186" y="81"/>
                </a:lnTo>
                <a:lnTo>
                  <a:pt x="187" y="81"/>
                </a:lnTo>
                <a:lnTo>
                  <a:pt x="187" y="82"/>
                </a:lnTo>
                <a:lnTo>
                  <a:pt x="187" y="83"/>
                </a:lnTo>
                <a:lnTo>
                  <a:pt x="188" y="83"/>
                </a:lnTo>
                <a:lnTo>
                  <a:pt x="188" y="84"/>
                </a:lnTo>
                <a:lnTo>
                  <a:pt x="188" y="85"/>
                </a:lnTo>
                <a:lnTo>
                  <a:pt x="187" y="86"/>
                </a:lnTo>
                <a:lnTo>
                  <a:pt x="186" y="86"/>
                </a:lnTo>
                <a:lnTo>
                  <a:pt x="186" y="87"/>
                </a:lnTo>
                <a:lnTo>
                  <a:pt x="185" y="87"/>
                </a:lnTo>
                <a:lnTo>
                  <a:pt x="185" y="86"/>
                </a:lnTo>
                <a:lnTo>
                  <a:pt x="184" y="86"/>
                </a:lnTo>
                <a:lnTo>
                  <a:pt x="184" y="87"/>
                </a:lnTo>
                <a:lnTo>
                  <a:pt x="183" y="87"/>
                </a:lnTo>
                <a:lnTo>
                  <a:pt x="183" y="88"/>
                </a:lnTo>
                <a:lnTo>
                  <a:pt x="183" y="89"/>
                </a:lnTo>
                <a:lnTo>
                  <a:pt x="184" y="90"/>
                </a:lnTo>
                <a:lnTo>
                  <a:pt x="184" y="91"/>
                </a:lnTo>
                <a:lnTo>
                  <a:pt x="183" y="92"/>
                </a:lnTo>
                <a:lnTo>
                  <a:pt x="183" y="94"/>
                </a:lnTo>
                <a:lnTo>
                  <a:pt x="182" y="94"/>
                </a:lnTo>
                <a:lnTo>
                  <a:pt x="182" y="95"/>
                </a:lnTo>
                <a:lnTo>
                  <a:pt x="182" y="96"/>
                </a:lnTo>
                <a:lnTo>
                  <a:pt x="182" y="97"/>
                </a:lnTo>
                <a:lnTo>
                  <a:pt x="181" y="97"/>
                </a:lnTo>
                <a:lnTo>
                  <a:pt x="181" y="98"/>
                </a:lnTo>
                <a:lnTo>
                  <a:pt x="180" y="98"/>
                </a:lnTo>
                <a:lnTo>
                  <a:pt x="180" y="99"/>
                </a:lnTo>
                <a:lnTo>
                  <a:pt x="179" y="100"/>
                </a:lnTo>
                <a:lnTo>
                  <a:pt x="179" y="101"/>
                </a:lnTo>
                <a:lnTo>
                  <a:pt x="179" y="102"/>
                </a:lnTo>
                <a:lnTo>
                  <a:pt x="178" y="102"/>
                </a:lnTo>
                <a:lnTo>
                  <a:pt x="178" y="103"/>
                </a:lnTo>
                <a:lnTo>
                  <a:pt x="177" y="103"/>
                </a:lnTo>
                <a:lnTo>
                  <a:pt x="176" y="104"/>
                </a:lnTo>
                <a:lnTo>
                  <a:pt x="177" y="105"/>
                </a:lnTo>
                <a:lnTo>
                  <a:pt x="177" y="106"/>
                </a:lnTo>
                <a:lnTo>
                  <a:pt x="177" y="107"/>
                </a:lnTo>
                <a:lnTo>
                  <a:pt x="176" y="107"/>
                </a:lnTo>
                <a:lnTo>
                  <a:pt x="176" y="108"/>
                </a:lnTo>
                <a:lnTo>
                  <a:pt x="176" y="109"/>
                </a:lnTo>
                <a:lnTo>
                  <a:pt x="177" y="109"/>
                </a:lnTo>
                <a:lnTo>
                  <a:pt x="177" y="108"/>
                </a:lnTo>
                <a:lnTo>
                  <a:pt x="177" y="107"/>
                </a:lnTo>
                <a:lnTo>
                  <a:pt x="177" y="105"/>
                </a:lnTo>
                <a:lnTo>
                  <a:pt x="178" y="105"/>
                </a:lnTo>
                <a:lnTo>
                  <a:pt x="178" y="107"/>
                </a:lnTo>
                <a:lnTo>
                  <a:pt x="178" y="109"/>
                </a:lnTo>
                <a:lnTo>
                  <a:pt x="178" y="110"/>
                </a:lnTo>
                <a:lnTo>
                  <a:pt x="177" y="112"/>
                </a:lnTo>
                <a:lnTo>
                  <a:pt x="177" y="113"/>
                </a:lnTo>
                <a:lnTo>
                  <a:pt x="177" y="114"/>
                </a:lnTo>
                <a:lnTo>
                  <a:pt x="176" y="114"/>
                </a:lnTo>
                <a:lnTo>
                  <a:pt x="175" y="114"/>
                </a:lnTo>
                <a:lnTo>
                  <a:pt x="175" y="115"/>
                </a:lnTo>
                <a:lnTo>
                  <a:pt x="174" y="115"/>
                </a:lnTo>
                <a:lnTo>
                  <a:pt x="174" y="116"/>
                </a:lnTo>
                <a:lnTo>
                  <a:pt x="174" y="117"/>
                </a:lnTo>
                <a:lnTo>
                  <a:pt x="173" y="118"/>
                </a:lnTo>
                <a:lnTo>
                  <a:pt x="173" y="119"/>
                </a:lnTo>
                <a:lnTo>
                  <a:pt x="173" y="120"/>
                </a:lnTo>
                <a:lnTo>
                  <a:pt x="172" y="121"/>
                </a:lnTo>
                <a:lnTo>
                  <a:pt x="172" y="123"/>
                </a:lnTo>
                <a:lnTo>
                  <a:pt x="172" y="125"/>
                </a:lnTo>
                <a:lnTo>
                  <a:pt x="172" y="127"/>
                </a:lnTo>
                <a:lnTo>
                  <a:pt x="172" y="128"/>
                </a:lnTo>
                <a:lnTo>
                  <a:pt x="172" y="129"/>
                </a:lnTo>
                <a:lnTo>
                  <a:pt x="172" y="130"/>
                </a:lnTo>
                <a:lnTo>
                  <a:pt x="172" y="129"/>
                </a:lnTo>
                <a:lnTo>
                  <a:pt x="171" y="129"/>
                </a:lnTo>
                <a:lnTo>
                  <a:pt x="171" y="130"/>
                </a:lnTo>
                <a:lnTo>
                  <a:pt x="170" y="130"/>
                </a:lnTo>
                <a:lnTo>
                  <a:pt x="169" y="130"/>
                </a:lnTo>
                <a:lnTo>
                  <a:pt x="169" y="131"/>
                </a:lnTo>
                <a:lnTo>
                  <a:pt x="169" y="132"/>
                </a:lnTo>
                <a:lnTo>
                  <a:pt x="168" y="132"/>
                </a:lnTo>
                <a:lnTo>
                  <a:pt x="168" y="131"/>
                </a:lnTo>
                <a:lnTo>
                  <a:pt x="168" y="132"/>
                </a:lnTo>
                <a:lnTo>
                  <a:pt x="168" y="133"/>
                </a:lnTo>
                <a:lnTo>
                  <a:pt x="168" y="134"/>
                </a:lnTo>
                <a:lnTo>
                  <a:pt x="168" y="135"/>
                </a:lnTo>
                <a:lnTo>
                  <a:pt x="166" y="135"/>
                </a:lnTo>
                <a:lnTo>
                  <a:pt x="165" y="135"/>
                </a:lnTo>
                <a:lnTo>
                  <a:pt x="165" y="136"/>
                </a:lnTo>
                <a:lnTo>
                  <a:pt x="165" y="137"/>
                </a:lnTo>
                <a:lnTo>
                  <a:pt x="166" y="138"/>
                </a:lnTo>
                <a:lnTo>
                  <a:pt x="167" y="138"/>
                </a:lnTo>
                <a:lnTo>
                  <a:pt x="168" y="138"/>
                </a:lnTo>
                <a:lnTo>
                  <a:pt x="168" y="140"/>
                </a:lnTo>
                <a:lnTo>
                  <a:pt x="169" y="140"/>
                </a:lnTo>
                <a:lnTo>
                  <a:pt x="170" y="140"/>
                </a:lnTo>
                <a:lnTo>
                  <a:pt x="170" y="141"/>
                </a:lnTo>
                <a:lnTo>
                  <a:pt x="171" y="141"/>
                </a:lnTo>
                <a:lnTo>
                  <a:pt x="171" y="140"/>
                </a:lnTo>
                <a:lnTo>
                  <a:pt x="172" y="140"/>
                </a:lnTo>
                <a:lnTo>
                  <a:pt x="172" y="138"/>
                </a:lnTo>
                <a:lnTo>
                  <a:pt x="171" y="137"/>
                </a:lnTo>
                <a:lnTo>
                  <a:pt x="171" y="136"/>
                </a:lnTo>
                <a:lnTo>
                  <a:pt x="172" y="136"/>
                </a:lnTo>
                <a:lnTo>
                  <a:pt x="171" y="135"/>
                </a:lnTo>
                <a:lnTo>
                  <a:pt x="171" y="134"/>
                </a:lnTo>
                <a:lnTo>
                  <a:pt x="171" y="133"/>
                </a:lnTo>
                <a:lnTo>
                  <a:pt x="170" y="133"/>
                </a:lnTo>
                <a:lnTo>
                  <a:pt x="170" y="131"/>
                </a:lnTo>
                <a:lnTo>
                  <a:pt x="171" y="131"/>
                </a:lnTo>
                <a:lnTo>
                  <a:pt x="171" y="130"/>
                </a:lnTo>
                <a:lnTo>
                  <a:pt x="172" y="130"/>
                </a:lnTo>
                <a:lnTo>
                  <a:pt x="172" y="129"/>
                </a:lnTo>
                <a:lnTo>
                  <a:pt x="172" y="130"/>
                </a:lnTo>
                <a:lnTo>
                  <a:pt x="172" y="131"/>
                </a:lnTo>
                <a:lnTo>
                  <a:pt x="172" y="133"/>
                </a:lnTo>
                <a:lnTo>
                  <a:pt x="173" y="134"/>
                </a:lnTo>
                <a:lnTo>
                  <a:pt x="173" y="136"/>
                </a:lnTo>
                <a:lnTo>
                  <a:pt x="173" y="137"/>
                </a:lnTo>
                <a:lnTo>
                  <a:pt x="174" y="138"/>
                </a:lnTo>
                <a:lnTo>
                  <a:pt x="174" y="140"/>
                </a:lnTo>
                <a:lnTo>
                  <a:pt x="174" y="141"/>
                </a:lnTo>
                <a:lnTo>
                  <a:pt x="175" y="141"/>
                </a:lnTo>
                <a:lnTo>
                  <a:pt x="175" y="142"/>
                </a:lnTo>
                <a:lnTo>
                  <a:pt x="174" y="142"/>
                </a:lnTo>
                <a:lnTo>
                  <a:pt x="174" y="141"/>
                </a:lnTo>
                <a:lnTo>
                  <a:pt x="173" y="141"/>
                </a:lnTo>
                <a:lnTo>
                  <a:pt x="172" y="142"/>
                </a:lnTo>
                <a:lnTo>
                  <a:pt x="172" y="143"/>
                </a:lnTo>
                <a:lnTo>
                  <a:pt x="172" y="142"/>
                </a:lnTo>
                <a:lnTo>
                  <a:pt x="171" y="142"/>
                </a:lnTo>
                <a:lnTo>
                  <a:pt x="171" y="143"/>
                </a:lnTo>
                <a:lnTo>
                  <a:pt x="170" y="143"/>
                </a:lnTo>
                <a:lnTo>
                  <a:pt x="170" y="142"/>
                </a:lnTo>
                <a:lnTo>
                  <a:pt x="169" y="142"/>
                </a:lnTo>
                <a:lnTo>
                  <a:pt x="168" y="143"/>
                </a:lnTo>
                <a:lnTo>
                  <a:pt x="168" y="144"/>
                </a:lnTo>
                <a:lnTo>
                  <a:pt x="167" y="145"/>
                </a:lnTo>
                <a:lnTo>
                  <a:pt x="167" y="146"/>
                </a:lnTo>
                <a:lnTo>
                  <a:pt x="167" y="147"/>
                </a:lnTo>
                <a:lnTo>
                  <a:pt x="166" y="147"/>
                </a:lnTo>
                <a:lnTo>
                  <a:pt x="165" y="147"/>
                </a:lnTo>
                <a:lnTo>
                  <a:pt x="165" y="148"/>
                </a:lnTo>
                <a:lnTo>
                  <a:pt x="165" y="149"/>
                </a:lnTo>
                <a:lnTo>
                  <a:pt x="165" y="151"/>
                </a:lnTo>
                <a:lnTo>
                  <a:pt x="165" y="152"/>
                </a:lnTo>
                <a:lnTo>
                  <a:pt x="164" y="152"/>
                </a:lnTo>
                <a:lnTo>
                  <a:pt x="164" y="153"/>
                </a:lnTo>
                <a:lnTo>
                  <a:pt x="163" y="154"/>
                </a:lnTo>
                <a:lnTo>
                  <a:pt x="163" y="153"/>
                </a:lnTo>
                <a:lnTo>
                  <a:pt x="162" y="153"/>
                </a:lnTo>
                <a:lnTo>
                  <a:pt x="161" y="153"/>
                </a:lnTo>
                <a:lnTo>
                  <a:pt x="160" y="153"/>
                </a:lnTo>
                <a:lnTo>
                  <a:pt x="159" y="153"/>
                </a:lnTo>
                <a:lnTo>
                  <a:pt x="159" y="154"/>
                </a:lnTo>
                <a:lnTo>
                  <a:pt x="158" y="154"/>
                </a:lnTo>
                <a:lnTo>
                  <a:pt x="158" y="153"/>
                </a:lnTo>
                <a:lnTo>
                  <a:pt x="157" y="153"/>
                </a:lnTo>
                <a:lnTo>
                  <a:pt x="156" y="153"/>
                </a:lnTo>
                <a:lnTo>
                  <a:pt x="156" y="154"/>
                </a:lnTo>
                <a:lnTo>
                  <a:pt x="156" y="153"/>
                </a:lnTo>
                <a:lnTo>
                  <a:pt x="156" y="152"/>
                </a:lnTo>
                <a:lnTo>
                  <a:pt x="157" y="152"/>
                </a:lnTo>
                <a:lnTo>
                  <a:pt x="158" y="151"/>
                </a:lnTo>
                <a:lnTo>
                  <a:pt x="159" y="151"/>
                </a:lnTo>
                <a:lnTo>
                  <a:pt x="160" y="151"/>
                </a:lnTo>
                <a:lnTo>
                  <a:pt x="161" y="151"/>
                </a:lnTo>
                <a:lnTo>
                  <a:pt x="161" y="152"/>
                </a:lnTo>
                <a:lnTo>
                  <a:pt x="162" y="152"/>
                </a:lnTo>
                <a:lnTo>
                  <a:pt x="162" y="151"/>
                </a:lnTo>
                <a:lnTo>
                  <a:pt x="163" y="151"/>
                </a:lnTo>
                <a:lnTo>
                  <a:pt x="163" y="152"/>
                </a:lnTo>
                <a:lnTo>
                  <a:pt x="163" y="151"/>
                </a:lnTo>
                <a:lnTo>
                  <a:pt x="164" y="151"/>
                </a:lnTo>
                <a:lnTo>
                  <a:pt x="163" y="150"/>
                </a:lnTo>
                <a:lnTo>
                  <a:pt x="162" y="150"/>
                </a:lnTo>
                <a:lnTo>
                  <a:pt x="161" y="150"/>
                </a:lnTo>
                <a:lnTo>
                  <a:pt x="162" y="151"/>
                </a:lnTo>
                <a:lnTo>
                  <a:pt x="161" y="151"/>
                </a:lnTo>
                <a:lnTo>
                  <a:pt x="160" y="151"/>
                </a:lnTo>
                <a:lnTo>
                  <a:pt x="159" y="151"/>
                </a:lnTo>
                <a:lnTo>
                  <a:pt x="158" y="151"/>
                </a:lnTo>
                <a:lnTo>
                  <a:pt x="156" y="152"/>
                </a:lnTo>
                <a:lnTo>
                  <a:pt x="155" y="153"/>
                </a:lnTo>
                <a:lnTo>
                  <a:pt x="156" y="153"/>
                </a:lnTo>
                <a:lnTo>
                  <a:pt x="155" y="154"/>
                </a:lnTo>
                <a:lnTo>
                  <a:pt x="154" y="154"/>
                </a:lnTo>
                <a:lnTo>
                  <a:pt x="153" y="153"/>
                </a:lnTo>
                <a:lnTo>
                  <a:pt x="152" y="153"/>
                </a:lnTo>
                <a:lnTo>
                  <a:pt x="151" y="154"/>
                </a:lnTo>
                <a:lnTo>
                  <a:pt x="150" y="154"/>
                </a:lnTo>
                <a:lnTo>
                  <a:pt x="149" y="154"/>
                </a:lnTo>
                <a:lnTo>
                  <a:pt x="148" y="155"/>
                </a:lnTo>
                <a:lnTo>
                  <a:pt x="147" y="157"/>
                </a:lnTo>
                <a:lnTo>
                  <a:pt x="146" y="157"/>
                </a:lnTo>
                <a:lnTo>
                  <a:pt x="145" y="157"/>
                </a:lnTo>
                <a:lnTo>
                  <a:pt x="145" y="158"/>
                </a:lnTo>
                <a:lnTo>
                  <a:pt x="144" y="159"/>
                </a:lnTo>
                <a:lnTo>
                  <a:pt x="143" y="159"/>
                </a:lnTo>
                <a:lnTo>
                  <a:pt x="143" y="160"/>
                </a:lnTo>
                <a:lnTo>
                  <a:pt x="142" y="161"/>
                </a:lnTo>
                <a:lnTo>
                  <a:pt x="142" y="162"/>
                </a:lnTo>
                <a:lnTo>
                  <a:pt x="141" y="162"/>
                </a:lnTo>
                <a:lnTo>
                  <a:pt x="140" y="162"/>
                </a:lnTo>
                <a:lnTo>
                  <a:pt x="140" y="163"/>
                </a:lnTo>
                <a:lnTo>
                  <a:pt x="139" y="164"/>
                </a:lnTo>
                <a:lnTo>
                  <a:pt x="139" y="165"/>
                </a:lnTo>
                <a:lnTo>
                  <a:pt x="138" y="166"/>
                </a:lnTo>
                <a:lnTo>
                  <a:pt x="138" y="165"/>
                </a:lnTo>
                <a:lnTo>
                  <a:pt x="137" y="165"/>
                </a:lnTo>
                <a:lnTo>
                  <a:pt x="137" y="166"/>
                </a:lnTo>
                <a:lnTo>
                  <a:pt x="136" y="166"/>
                </a:lnTo>
                <a:lnTo>
                  <a:pt x="135" y="167"/>
                </a:lnTo>
                <a:lnTo>
                  <a:pt x="135" y="168"/>
                </a:lnTo>
                <a:lnTo>
                  <a:pt x="135" y="169"/>
                </a:lnTo>
                <a:lnTo>
                  <a:pt x="134" y="170"/>
                </a:lnTo>
                <a:lnTo>
                  <a:pt x="134" y="171"/>
                </a:lnTo>
                <a:lnTo>
                  <a:pt x="134" y="172"/>
                </a:lnTo>
                <a:lnTo>
                  <a:pt x="133" y="174"/>
                </a:lnTo>
                <a:lnTo>
                  <a:pt x="133" y="177"/>
                </a:lnTo>
                <a:lnTo>
                  <a:pt x="132" y="178"/>
                </a:lnTo>
                <a:lnTo>
                  <a:pt x="132" y="179"/>
                </a:lnTo>
                <a:lnTo>
                  <a:pt x="132" y="180"/>
                </a:lnTo>
                <a:lnTo>
                  <a:pt x="131" y="180"/>
                </a:lnTo>
                <a:lnTo>
                  <a:pt x="131" y="179"/>
                </a:lnTo>
                <a:lnTo>
                  <a:pt x="132" y="179"/>
                </a:lnTo>
                <a:lnTo>
                  <a:pt x="131" y="179"/>
                </a:lnTo>
                <a:lnTo>
                  <a:pt x="132" y="179"/>
                </a:lnTo>
                <a:lnTo>
                  <a:pt x="132" y="178"/>
                </a:lnTo>
                <a:lnTo>
                  <a:pt x="132" y="177"/>
                </a:lnTo>
                <a:lnTo>
                  <a:pt x="131" y="176"/>
                </a:lnTo>
                <a:lnTo>
                  <a:pt x="130" y="177"/>
                </a:lnTo>
                <a:lnTo>
                  <a:pt x="130" y="178"/>
                </a:lnTo>
                <a:lnTo>
                  <a:pt x="130" y="179"/>
                </a:lnTo>
                <a:lnTo>
                  <a:pt x="130" y="178"/>
                </a:lnTo>
                <a:lnTo>
                  <a:pt x="130" y="179"/>
                </a:lnTo>
                <a:lnTo>
                  <a:pt x="129" y="179"/>
                </a:lnTo>
                <a:lnTo>
                  <a:pt x="129" y="180"/>
                </a:lnTo>
                <a:lnTo>
                  <a:pt x="129" y="181"/>
                </a:lnTo>
                <a:lnTo>
                  <a:pt x="129" y="180"/>
                </a:lnTo>
                <a:lnTo>
                  <a:pt x="129" y="179"/>
                </a:lnTo>
                <a:lnTo>
                  <a:pt x="130" y="179"/>
                </a:lnTo>
                <a:lnTo>
                  <a:pt x="130" y="180"/>
                </a:lnTo>
                <a:lnTo>
                  <a:pt x="131" y="180"/>
                </a:lnTo>
                <a:lnTo>
                  <a:pt x="132" y="180"/>
                </a:lnTo>
                <a:lnTo>
                  <a:pt x="131" y="181"/>
                </a:lnTo>
                <a:lnTo>
                  <a:pt x="131" y="182"/>
                </a:lnTo>
                <a:lnTo>
                  <a:pt x="130" y="182"/>
                </a:lnTo>
                <a:lnTo>
                  <a:pt x="129" y="182"/>
                </a:lnTo>
                <a:lnTo>
                  <a:pt x="128" y="182"/>
                </a:lnTo>
                <a:lnTo>
                  <a:pt x="127" y="183"/>
                </a:lnTo>
                <a:lnTo>
                  <a:pt x="126" y="183"/>
                </a:lnTo>
                <a:lnTo>
                  <a:pt x="125" y="182"/>
                </a:lnTo>
                <a:lnTo>
                  <a:pt x="124" y="182"/>
                </a:lnTo>
                <a:lnTo>
                  <a:pt x="123" y="182"/>
                </a:lnTo>
                <a:lnTo>
                  <a:pt x="123" y="181"/>
                </a:lnTo>
                <a:lnTo>
                  <a:pt x="123" y="180"/>
                </a:lnTo>
                <a:lnTo>
                  <a:pt x="124" y="180"/>
                </a:lnTo>
                <a:lnTo>
                  <a:pt x="124" y="181"/>
                </a:lnTo>
                <a:lnTo>
                  <a:pt x="125" y="181"/>
                </a:lnTo>
                <a:lnTo>
                  <a:pt x="126" y="181"/>
                </a:lnTo>
                <a:lnTo>
                  <a:pt x="127" y="181"/>
                </a:lnTo>
                <a:lnTo>
                  <a:pt x="128" y="180"/>
                </a:lnTo>
                <a:lnTo>
                  <a:pt x="128" y="179"/>
                </a:lnTo>
                <a:lnTo>
                  <a:pt x="129" y="178"/>
                </a:lnTo>
                <a:lnTo>
                  <a:pt x="129" y="177"/>
                </a:lnTo>
                <a:lnTo>
                  <a:pt x="128" y="176"/>
                </a:lnTo>
                <a:lnTo>
                  <a:pt x="128" y="177"/>
                </a:lnTo>
                <a:lnTo>
                  <a:pt x="128" y="178"/>
                </a:lnTo>
                <a:lnTo>
                  <a:pt x="127" y="178"/>
                </a:lnTo>
                <a:lnTo>
                  <a:pt x="127" y="177"/>
                </a:lnTo>
                <a:lnTo>
                  <a:pt x="127" y="178"/>
                </a:lnTo>
                <a:lnTo>
                  <a:pt x="126" y="177"/>
                </a:lnTo>
                <a:lnTo>
                  <a:pt x="126" y="178"/>
                </a:lnTo>
                <a:lnTo>
                  <a:pt x="126" y="177"/>
                </a:lnTo>
                <a:lnTo>
                  <a:pt x="125" y="177"/>
                </a:lnTo>
                <a:lnTo>
                  <a:pt x="125" y="178"/>
                </a:lnTo>
                <a:lnTo>
                  <a:pt x="124" y="178"/>
                </a:lnTo>
                <a:lnTo>
                  <a:pt x="124" y="179"/>
                </a:lnTo>
                <a:lnTo>
                  <a:pt x="123" y="179"/>
                </a:lnTo>
                <a:lnTo>
                  <a:pt x="123" y="180"/>
                </a:lnTo>
                <a:lnTo>
                  <a:pt x="122" y="180"/>
                </a:lnTo>
                <a:lnTo>
                  <a:pt x="121" y="179"/>
                </a:lnTo>
                <a:lnTo>
                  <a:pt x="120" y="179"/>
                </a:lnTo>
                <a:lnTo>
                  <a:pt x="119" y="179"/>
                </a:lnTo>
                <a:lnTo>
                  <a:pt x="118" y="179"/>
                </a:lnTo>
                <a:lnTo>
                  <a:pt x="117" y="179"/>
                </a:lnTo>
                <a:lnTo>
                  <a:pt x="116" y="180"/>
                </a:lnTo>
                <a:lnTo>
                  <a:pt x="115" y="180"/>
                </a:lnTo>
                <a:lnTo>
                  <a:pt x="114" y="181"/>
                </a:lnTo>
                <a:lnTo>
                  <a:pt x="113" y="182"/>
                </a:lnTo>
                <a:lnTo>
                  <a:pt x="112" y="182"/>
                </a:lnTo>
                <a:lnTo>
                  <a:pt x="111" y="182"/>
                </a:lnTo>
                <a:lnTo>
                  <a:pt x="110" y="183"/>
                </a:lnTo>
                <a:lnTo>
                  <a:pt x="110" y="182"/>
                </a:lnTo>
                <a:lnTo>
                  <a:pt x="110" y="181"/>
                </a:lnTo>
                <a:lnTo>
                  <a:pt x="109" y="181"/>
                </a:lnTo>
                <a:lnTo>
                  <a:pt x="108" y="181"/>
                </a:lnTo>
                <a:lnTo>
                  <a:pt x="107" y="181"/>
                </a:lnTo>
                <a:lnTo>
                  <a:pt x="106" y="181"/>
                </a:lnTo>
                <a:lnTo>
                  <a:pt x="105" y="182"/>
                </a:lnTo>
                <a:lnTo>
                  <a:pt x="104" y="183"/>
                </a:lnTo>
                <a:lnTo>
                  <a:pt x="103" y="184"/>
                </a:lnTo>
                <a:lnTo>
                  <a:pt x="103" y="186"/>
                </a:lnTo>
                <a:lnTo>
                  <a:pt x="102" y="187"/>
                </a:lnTo>
                <a:lnTo>
                  <a:pt x="102" y="189"/>
                </a:lnTo>
                <a:lnTo>
                  <a:pt x="102" y="190"/>
                </a:lnTo>
                <a:lnTo>
                  <a:pt x="101" y="190"/>
                </a:lnTo>
                <a:lnTo>
                  <a:pt x="101" y="191"/>
                </a:lnTo>
                <a:lnTo>
                  <a:pt x="101" y="192"/>
                </a:lnTo>
                <a:lnTo>
                  <a:pt x="101" y="193"/>
                </a:lnTo>
                <a:lnTo>
                  <a:pt x="102" y="194"/>
                </a:lnTo>
                <a:lnTo>
                  <a:pt x="102" y="193"/>
                </a:lnTo>
                <a:lnTo>
                  <a:pt x="102" y="194"/>
                </a:lnTo>
                <a:lnTo>
                  <a:pt x="101" y="194"/>
                </a:lnTo>
                <a:lnTo>
                  <a:pt x="101" y="195"/>
                </a:lnTo>
                <a:lnTo>
                  <a:pt x="100" y="195"/>
                </a:lnTo>
                <a:lnTo>
                  <a:pt x="100" y="194"/>
                </a:lnTo>
                <a:lnTo>
                  <a:pt x="100" y="193"/>
                </a:lnTo>
                <a:lnTo>
                  <a:pt x="99" y="192"/>
                </a:lnTo>
                <a:lnTo>
                  <a:pt x="99" y="193"/>
                </a:lnTo>
                <a:lnTo>
                  <a:pt x="98" y="193"/>
                </a:lnTo>
                <a:lnTo>
                  <a:pt x="99" y="193"/>
                </a:lnTo>
                <a:lnTo>
                  <a:pt x="98" y="193"/>
                </a:lnTo>
                <a:lnTo>
                  <a:pt x="98" y="194"/>
                </a:lnTo>
                <a:lnTo>
                  <a:pt x="98" y="193"/>
                </a:lnTo>
                <a:lnTo>
                  <a:pt x="97" y="193"/>
                </a:lnTo>
                <a:lnTo>
                  <a:pt x="97" y="194"/>
                </a:lnTo>
                <a:lnTo>
                  <a:pt x="97" y="195"/>
                </a:lnTo>
                <a:lnTo>
                  <a:pt x="98" y="195"/>
                </a:lnTo>
                <a:lnTo>
                  <a:pt x="99" y="195"/>
                </a:lnTo>
                <a:lnTo>
                  <a:pt x="99" y="194"/>
                </a:lnTo>
                <a:lnTo>
                  <a:pt x="99" y="193"/>
                </a:lnTo>
                <a:lnTo>
                  <a:pt x="99" y="194"/>
                </a:lnTo>
                <a:lnTo>
                  <a:pt x="99" y="195"/>
                </a:lnTo>
                <a:lnTo>
                  <a:pt x="100" y="195"/>
                </a:lnTo>
                <a:lnTo>
                  <a:pt x="101" y="195"/>
                </a:lnTo>
                <a:lnTo>
                  <a:pt x="102" y="195"/>
                </a:lnTo>
                <a:lnTo>
                  <a:pt x="103" y="196"/>
                </a:lnTo>
                <a:lnTo>
                  <a:pt x="103" y="197"/>
                </a:lnTo>
                <a:lnTo>
                  <a:pt x="102" y="198"/>
                </a:lnTo>
                <a:lnTo>
                  <a:pt x="101" y="198"/>
                </a:lnTo>
                <a:lnTo>
                  <a:pt x="102" y="198"/>
                </a:lnTo>
                <a:lnTo>
                  <a:pt x="102" y="199"/>
                </a:lnTo>
                <a:lnTo>
                  <a:pt x="101" y="200"/>
                </a:lnTo>
                <a:lnTo>
                  <a:pt x="101" y="199"/>
                </a:lnTo>
                <a:lnTo>
                  <a:pt x="100" y="199"/>
                </a:lnTo>
                <a:lnTo>
                  <a:pt x="99" y="200"/>
                </a:lnTo>
                <a:lnTo>
                  <a:pt x="100" y="200"/>
                </a:lnTo>
                <a:lnTo>
                  <a:pt x="100" y="201"/>
                </a:lnTo>
                <a:lnTo>
                  <a:pt x="99" y="202"/>
                </a:lnTo>
                <a:lnTo>
                  <a:pt x="99" y="201"/>
                </a:lnTo>
                <a:lnTo>
                  <a:pt x="98" y="201"/>
                </a:lnTo>
                <a:lnTo>
                  <a:pt x="98" y="200"/>
                </a:lnTo>
                <a:lnTo>
                  <a:pt x="98" y="199"/>
                </a:lnTo>
                <a:lnTo>
                  <a:pt x="99" y="199"/>
                </a:lnTo>
                <a:lnTo>
                  <a:pt x="98" y="198"/>
                </a:lnTo>
                <a:lnTo>
                  <a:pt x="97" y="197"/>
                </a:lnTo>
                <a:lnTo>
                  <a:pt x="96" y="197"/>
                </a:lnTo>
                <a:lnTo>
                  <a:pt x="95" y="198"/>
                </a:lnTo>
                <a:lnTo>
                  <a:pt x="94" y="198"/>
                </a:lnTo>
                <a:lnTo>
                  <a:pt x="93" y="198"/>
                </a:lnTo>
                <a:lnTo>
                  <a:pt x="92" y="199"/>
                </a:lnTo>
                <a:lnTo>
                  <a:pt x="91" y="199"/>
                </a:lnTo>
                <a:lnTo>
                  <a:pt x="91" y="200"/>
                </a:lnTo>
                <a:lnTo>
                  <a:pt x="91" y="201"/>
                </a:lnTo>
                <a:lnTo>
                  <a:pt x="91" y="202"/>
                </a:lnTo>
                <a:lnTo>
                  <a:pt x="92" y="204"/>
                </a:lnTo>
                <a:lnTo>
                  <a:pt x="91" y="204"/>
                </a:lnTo>
                <a:lnTo>
                  <a:pt x="91" y="203"/>
                </a:lnTo>
                <a:lnTo>
                  <a:pt x="90" y="203"/>
                </a:lnTo>
                <a:lnTo>
                  <a:pt x="90" y="204"/>
                </a:lnTo>
                <a:lnTo>
                  <a:pt x="89" y="203"/>
                </a:lnTo>
                <a:lnTo>
                  <a:pt x="88" y="203"/>
                </a:lnTo>
                <a:lnTo>
                  <a:pt x="88" y="204"/>
                </a:lnTo>
                <a:lnTo>
                  <a:pt x="88" y="205"/>
                </a:lnTo>
                <a:lnTo>
                  <a:pt x="87" y="205"/>
                </a:lnTo>
                <a:lnTo>
                  <a:pt x="86" y="204"/>
                </a:lnTo>
                <a:lnTo>
                  <a:pt x="87" y="204"/>
                </a:lnTo>
                <a:lnTo>
                  <a:pt x="87" y="203"/>
                </a:lnTo>
                <a:lnTo>
                  <a:pt x="87" y="202"/>
                </a:lnTo>
                <a:lnTo>
                  <a:pt x="87" y="201"/>
                </a:lnTo>
                <a:lnTo>
                  <a:pt x="88" y="201"/>
                </a:lnTo>
                <a:lnTo>
                  <a:pt x="87" y="201"/>
                </a:lnTo>
                <a:lnTo>
                  <a:pt x="86" y="200"/>
                </a:lnTo>
                <a:lnTo>
                  <a:pt x="86" y="199"/>
                </a:lnTo>
                <a:lnTo>
                  <a:pt x="85" y="199"/>
                </a:lnTo>
                <a:lnTo>
                  <a:pt x="86" y="198"/>
                </a:lnTo>
                <a:lnTo>
                  <a:pt x="87" y="198"/>
                </a:lnTo>
                <a:lnTo>
                  <a:pt x="87" y="197"/>
                </a:lnTo>
                <a:lnTo>
                  <a:pt x="88" y="197"/>
                </a:lnTo>
                <a:lnTo>
                  <a:pt x="88" y="196"/>
                </a:lnTo>
                <a:lnTo>
                  <a:pt x="87" y="196"/>
                </a:lnTo>
                <a:lnTo>
                  <a:pt x="87" y="195"/>
                </a:lnTo>
                <a:lnTo>
                  <a:pt x="87" y="196"/>
                </a:lnTo>
                <a:lnTo>
                  <a:pt x="87" y="197"/>
                </a:lnTo>
                <a:lnTo>
                  <a:pt x="86" y="197"/>
                </a:lnTo>
                <a:lnTo>
                  <a:pt x="86" y="198"/>
                </a:lnTo>
                <a:lnTo>
                  <a:pt x="85" y="198"/>
                </a:lnTo>
                <a:lnTo>
                  <a:pt x="84" y="198"/>
                </a:lnTo>
                <a:lnTo>
                  <a:pt x="84" y="199"/>
                </a:lnTo>
                <a:lnTo>
                  <a:pt x="85" y="199"/>
                </a:lnTo>
                <a:lnTo>
                  <a:pt x="85" y="200"/>
                </a:lnTo>
                <a:lnTo>
                  <a:pt x="85" y="201"/>
                </a:lnTo>
                <a:lnTo>
                  <a:pt x="84" y="201"/>
                </a:lnTo>
                <a:lnTo>
                  <a:pt x="84" y="200"/>
                </a:lnTo>
                <a:lnTo>
                  <a:pt x="83" y="199"/>
                </a:lnTo>
                <a:lnTo>
                  <a:pt x="82" y="199"/>
                </a:lnTo>
                <a:lnTo>
                  <a:pt x="82" y="200"/>
                </a:lnTo>
                <a:lnTo>
                  <a:pt x="81" y="200"/>
                </a:lnTo>
                <a:lnTo>
                  <a:pt x="81" y="201"/>
                </a:lnTo>
                <a:lnTo>
                  <a:pt x="80" y="202"/>
                </a:lnTo>
                <a:lnTo>
                  <a:pt x="79" y="202"/>
                </a:lnTo>
                <a:lnTo>
                  <a:pt x="78" y="201"/>
                </a:lnTo>
                <a:lnTo>
                  <a:pt x="78" y="200"/>
                </a:lnTo>
                <a:lnTo>
                  <a:pt x="79" y="200"/>
                </a:lnTo>
                <a:lnTo>
                  <a:pt x="80" y="200"/>
                </a:lnTo>
                <a:lnTo>
                  <a:pt x="80" y="199"/>
                </a:lnTo>
                <a:lnTo>
                  <a:pt x="80" y="198"/>
                </a:lnTo>
                <a:lnTo>
                  <a:pt x="81" y="198"/>
                </a:lnTo>
                <a:lnTo>
                  <a:pt x="81" y="197"/>
                </a:lnTo>
                <a:lnTo>
                  <a:pt x="81" y="196"/>
                </a:lnTo>
                <a:lnTo>
                  <a:pt x="80" y="195"/>
                </a:lnTo>
                <a:lnTo>
                  <a:pt x="79" y="194"/>
                </a:lnTo>
                <a:lnTo>
                  <a:pt x="78" y="193"/>
                </a:lnTo>
                <a:lnTo>
                  <a:pt x="76" y="193"/>
                </a:lnTo>
                <a:lnTo>
                  <a:pt x="76" y="192"/>
                </a:lnTo>
                <a:lnTo>
                  <a:pt x="74" y="192"/>
                </a:lnTo>
                <a:lnTo>
                  <a:pt x="72" y="192"/>
                </a:lnTo>
                <a:lnTo>
                  <a:pt x="71" y="192"/>
                </a:lnTo>
                <a:lnTo>
                  <a:pt x="70" y="192"/>
                </a:lnTo>
                <a:lnTo>
                  <a:pt x="69" y="192"/>
                </a:lnTo>
                <a:lnTo>
                  <a:pt x="68" y="192"/>
                </a:lnTo>
                <a:lnTo>
                  <a:pt x="67" y="192"/>
                </a:lnTo>
                <a:lnTo>
                  <a:pt x="67" y="191"/>
                </a:lnTo>
                <a:lnTo>
                  <a:pt x="66" y="191"/>
                </a:lnTo>
                <a:lnTo>
                  <a:pt x="65" y="190"/>
                </a:lnTo>
                <a:lnTo>
                  <a:pt x="64" y="190"/>
                </a:lnTo>
                <a:lnTo>
                  <a:pt x="63" y="190"/>
                </a:lnTo>
                <a:lnTo>
                  <a:pt x="62" y="190"/>
                </a:lnTo>
                <a:lnTo>
                  <a:pt x="60" y="191"/>
                </a:lnTo>
                <a:lnTo>
                  <a:pt x="59" y="191"/>
                </a:lnTo>
                <a:lnTo>
                  <a:pt x="58" y="191"/>
                </a:lnTo>
                <a:lnTo>
                  <a:pt x="57" y="191"/>
                </a:lnTo>
                <a:lnTo>
                  <a:pt x="56" y="191"/>
                </a:lnTo>
                <a:lnTo>
                  <a:pt x="54" y="192"/>
                </a:lnTo>
                <a:lnTo>
                  <a:pt x="53" y="192"/>
                </a:lnTo>
                <a:lnTo>
                  <a:pt x="53" y="193"/>
                </a:lnTo>
                <a:lnTo>
                  <a:pt x="52" y="192"/>
                </a:lnTo>
                <a:lnTo>
                  <a:pt x="51" y="192"/>
                </a:lnTo>
                <a:lnTo>
                  <a:pt x="50" y="192"/>
                </a:lnTo>
                <a:lnTo>
                  <a:pt x="50" y="191"/>
                </a:lnTo>
                <a:lnTo>
                  <a:pt x="49" y="189"/>
                </a:lnTo>
                <a:lnTo>
                  <a:pt x="49" y="188"/>
                </a:lnTo>
                <a:lnTo>
                  <a:pt x="49" y="187"/>
                </a:lnTo>
                <a:lnTo>
                  <a:pt x="48" y="187"/>
                </a:lnTo>
                <a:lnTo>
                  <a:pt x="47" y="186"/>
                </a:lnTo>
                <a:lnTo>
                  <a:pt x="46" y="185"/>
                </a:lnTo>
                <a:lnTo>
                  <a:pt x="45" y="185"/>
                </a:lnTo>
                <a:lnTo>
                  <a:pt x="45" y="184"/>
                </a:lnTo>
                <a:lnTo>
                  <a:pt x="44" y="184"/>
                </a:lnTo>
                <a:lnTo>
                  <a:pt x="42" y="184"/>
                </a:lnTo>
                <a:lnTo>
                  <a:pt x="41" y="184"/>
                </a:lnTo>
                <a:lnTo>
                  <a:pt x="40" y="184"/>
                </a:lnTo>
                <a:lnTo>
                  <a:pt x="39" y="184"/>
                </a:lnTo>
                <a:lnTo>
                  <a:pt x="38" y="185"/>
                </a:lnTo>
                <a:lnTo>
                  <a:pt x="37" y="185"/>
                </a:lnTo>
                <a:lnTo>
                  <a:pt x="35" y="185"/>
                </a:lnTo>
                <a:lnTo>
                  <a:pt x="35" y="184"/>
                </a:lnTo>
                <a:lnTo>
                  <a:pt x="34" y="183"/>
                </a:lnTo>
                <a:lnTo>
                  <a:pt x="33" y="182"/>
                </a:lnTo>
                <a:lnTo>
                  <a:pt x="33" y="181"/>
                </a:lnTo>
                <a:lnTo>
                  <a:pt x="32" y="181"/>
                </a:lnTo>
                <a:lnTo>
                  <a:pt x="32" y="180"/>
                </a:lnTo>
                <a:lnTo>
                  <a:pt x="31" y="180"/>
                </a:lnTo>
                <a:lnTo>
                  <a:pt x="30" y="180"/>
                </a:lnTo>
                <a:lnTo>
                  <a:pt x="30" y="179"/>
                </a:lnTo>
                <a:lnTo>
                  <a:pt x="28" y="179"/>
                </a:lnTo>
                <a:lnTo>
                  <a:pt x="26" y="179"/>
                </a:lnTo>
                <a:lnTo>
                  <a:pt x="25" y="179"/>
                </a:lnTo>
                <a:lnTo>
                  <a:pt x="24" y="178"/>
                </a:lnTo>
                <a:lnTo>
                  <a:pt x="23" y="178"/>
                </a:lnTo>
                <a:lnTo>
                  <a:pt x="23" y="177"/>
                </a:lnTo>
                <a:lnTo>
                  <a:pt x="22" y="177"/>
                </a:lnTo>
                <a:lnTo>
                  <a:pt x="22" y="176"/>
                </a:lnTo>
                <a:lnTo>
                  <a:pt x="21" y="176"/>
                </a:lnTo>
                <a:lnTo>
                  <a:pt x="21" y="175"/>
                </a:lnTo>
                <a:lnTo>
                  <a:pt x="20" y="174"/>
                </a:lnTo>
                <a:lnTo>
                  <a:pt x="19" y="173"/>
                </a:lnTo>
                <a:lnTo>
                  <a:pt x="18" y="173"/>
                </a:lnTo>
                <a:lnTo>
                  <a:pt x="16" y="172"/>
                </a:lnTo>
                <a:lnTo>
                  <a:pt x="15" y="172"/>
                </a:lnTo>
                <a:lnTo>
                  <a:pt x="14" y="172"/>
                </a:lnTo>
                <a:lnTo>
                  <a:pt x="13" y="172"/>
                </a:lnTo>
                <a:lnTo>
                  <a:pt x="12" y="171"/>
                </a:lnTo>
                <a:lnTo>
                  <a:pt x="9" y="171"/>
                </a:lnTo>
                <a:lnTo>
                  <a:pt x="8" y="171"/>
                </a:lnTo>
                <a:lnTo>
                  <a:pt x="7" y="170"/>
                </a:lnTo>
                <a:lnTo>
                  <a:pt x="7" y="169"/>
                </a:lnTo>
                <a:lnTo>
                  <a:pt x="7" y="168"/>
                </a:lnTo>
                <a:lnTo>
                  <a:pt x="6" y="168"/>
                </a:lnTo>
                <a:lnTo>
                  <a:pt x="6" y="167"/>
                </a:lnTo>
                <a:lnTo>
                  <a:pt x="6" y="166"/>
                </a:lnTo>
                <a:lnTo>
                  <a:pt x="6" y="165"/>
                </a:lnTo>
                <a:lnTo>
                  <a:pt x="6" y="164"/>
                </a:lnTo>
                <a:lnTo>
                  <a:pt x="6" y="163"/>
                </a:lnTo>
                <a:lnTo>
                  <a:pt x="7" y="162"/>
                </a:lnTo>
                <a:lnTo>
                  <a:pt x="7" y="161"/>
                </a:lnTo>
                <a:lnTo>
                  <a:pt x="8" y="159"/>
                </a:lnTo>
                <a:lnTo>
                  <a:pt x="8" y="158"/>
                </a:lnTo>
                <a:lnTo>
                  <a:pt x="8" y="157"/>
                </a:lnTo>
                <a:lnTo>
                  <a:pt x="8" y="156"/>
                </a:lnTo>
                <a:lnTo>
                  <a:pt x="8" y="155"/>
                </a:lnTo>
                <a:lnTo>
                  <a:pt x="8" y="154"/>
                </a:lnTo>
                <a:lnTo>
                  <a:pt x="8" y="153"/>
                </a:lnTo>
                <a:lnTo>
                  <a:pt x="8" y="152"/>
                </a:lnTo>
                <a:lnTo>
                  <a:pt x="7" y="152"/>
                </a:lnTo>
                <a:lnTo>
                  <a:pt x="7" y="151"/>
                </a:lnTo>
                <a:lnTo>
                  <a:pt x="8" y="151"/>
                </a:lnTo>
                <a:lnTo>
                  <a:pt x="8" y="150"/>
                </a:lnTo>
                <a:lnTo>
                  <a:pt x="8" y="149"/>
                </a:lnTo>
                <a:lnTo>
                  <a:pt x="8" y="148"/>
                </a:lnTo>
                <a:lnTo>
                  <a:pt x="7" y="147"/>
                </a:lnTo>
                <a:lnTo>
                  <a:pt x="8" y="147"/>
                </a:lnTo>
                <a:lnTo>
                  <a:pt x="7" y="146"/>
                </a:lnTo>
                <a:lnTo>
                  <a:pt x="7" y="145"/>
                </a:lnTo>
                <a:lnTo>
                  <a:pt x="7" y="144"/>
                </a:lnTo>
                <a:lnTo>
                  <a:pt x="6" y="142"/>
                </a:lnTo>
                <a:lnTo>
                  <a:pt x="6" y="141"/>
                </a:lnTo>
                <a:lnTo>
                  <a:pt x="5" y="141"/>
                </a:lnTo>
                <a:lnTo>
                  <a:pt x="5" y="138"/>
                </a:lnTo>
                <a:lnTo>
                  <a:pt x="4" y="137"/>
                </a:lnTo>
                <a:lnTo>
                  <a:pt x="3" y="137"/>
                </a:lnTo>
                <a:lnTo>
                  <a:pt x="2" y="137"/>
                </a:lnTo>
                <a:lnTo>
                  <a:pt x="1" y="136"/>
                </a:lnTo>
                <a:lnTo>
                  <a:pt x="1" y="135"/>
                </a:lnTo>
                <a:lnTo>
                  <a:pt x="1" y="134"/>
                </a:lnTo>
                <a:lnTo>
                  <a:pt x="2" y="133"/>
                </a:lnTo>
                <a:lnTo>
                  <a:pt x="2" y="132"/>
                </a:lnTo>
                <a:lnTo>
                  <a:pt x="2" y="133"/>
                </a:lnTo>
                <a:lnTo>
                  <a:pt x="3" y="133"/>
                </a:lnTo>
                <a:lnTo>
                  <a:pt x="3" y="132"/>
                </a:lnTo>
                <a:lnTo>
                  <a:pt x="2" y="132"/>
                </a:lnTo>
                <a:lnTo>
                  <a:pt x="2" y="131"/>
                </a:lnTo>
                <a:lnTo>
                  <a:pt x="3" y="131"/>
                </a:lnTo>
                <a:lnTo>
                  <a:pt x="3" y="130"/>
                </a:lnTo>
                <a:lnTo>
                  <a:pt x="4" y="129"/>
                </a:lnTo>
                <a:lnTo>
                  <a:pt x="4" y="128"/>
                </a:lnTo>
                <a:lnTo>
                  <a:pt x="4" y="127"/>
                </a:lnTo>
                <a:lnTo>
                  <a:pt x="4" y="126"/>
                </a:lnTo>
                <a:lnTo>
                  <a:pt x="4" y="125"/>
                </a:lnTo>
                <a:lnTo>
                  <a:pt x="4" y="124"/>
                </a:lnTo>
                <a:lnTo>
                  <a:pt x="3" y="123"/>
                </a:lnTo>
                <a:lnTo>
                  <a:pt x="3" y="122"/>
                </a:lnTo>
                <a:lnTo>
                  <a:pt x="3" y="121"/>
                </a:lnTo>
                <a:lnTo>
                  <a:pt x="3" y="120"/>
                </a:lnTo>
                <a:lnTo>
                  <a:pt x="3" y="119"/>
                </a:lnTo>
                <a:lnTo>
                  <a:pt x="3" y="118"/>
                </a:lnTo>
                <a:lnTo>
                  <a:pt x="3" y="117"/>
                </a:lnTo>
                <a:lnTo>
                  <a:pt x="2" y="115"/>
                </a:lnTo>
                <a:lnTo>
                  <a:pt x="2" y="114"/>
                </a:lnTo>
                <a:lnTo>
                  <a:pt x="2" y="112"/>
                </a:lnTo>
                <a:lnTo>
                  <a:pt x="1" y="111"/>
                </a:lnTo>
                <a:lnTo>
                  <a:pt x="1" y="110"/>
                </a:lnTo>
                <a:lnTo>
                  <a:pt x="1" y="109"/>
                </a:lnTo>
                <a:lnTo>
                  <a:pt x="0" y="109"/>
                </a:lnTo>
                <a:lnTo>
                  <a:pt x="0" y="108"/>
                </a:lnTo>
                <a:lnTo>
                  <a:pt x="1" y="108"/>
                </a:lnTo>
                <a:lnTo>
                  <a:pt x="2" y="108"/>
                </a:lnTo>
                <a:lnTo>
                  <a:pt x="3" y="107"/>
                </a:lnTo>
                <a:lnTo>
                  <a:pt x="3" y="106"/>
                </a:lnTo>
                <a:lnTo>
                  <a:pt x="4" y="105"/>
                </a:lnTo>
                <a:lnTo>
                  <a:pt x="5" y="104"/>
                </a:lnTo>
                <a:lnTo>
                  <a:pt x="5" y="103"/>
                </a:lnTo>
                <a:lnTo>
                  <a:pt x="5" y="102"/>
                </a:lnTo>
                <a:lnTo>
                  <a:pt x="6" y="102"/>
                </a:lnTo>
                <a:lnTo>
                  <a:pt x="6" y="101"/>
                </a:lnTo>
                <a:lnTo>
                  <a:pt x="6" y="100"/>
                </a:lnTo>
                <a:lnTo>
                  <a:pt x="6" y="99"/>
                </a:lnTo>
                <a:lnTo>
                  <a:pt x="5" y="99"/>
                </a:lnTo>
                <a:lnTo>
                  <a:pt x="5" y="98"/>
                </a:lnTo>
                <a:lnTo>
                  <a:pt x="4" y="97"/>
                </a:lnTo>
                <a:lnTo>
                  <a:pt x="3" y="97"/>
                </a:lnTo>
                <a:lnTo>
                  <a:pt x="2" y="96"/>
                </a:lnTo>
                <a:lnTo>
                  <a:pt x="2" y="95"/>
                </a:lnTo>
                <a:lnTo>
                  <a:pt x="2" y="94"/>
                </a:lnTo>
                <a:lnTo>
                  <a:pt x="2" y="93"/>
                </a:lnTo>
                <a:lnTo>
                  <a:pt x="2" y="92"/>
                </a:lnTo>
                <a:lnTo>
                  <a:pt x="2" y="91"/>
                </a:lnTo>
                <a:lnTo>
                  <a:pt x="2" y="90"/>
                </a:lnTo>
                <a:lnTo>
                  <a:pt x="2" y="89"/>
                </a:lnTo>
                <a:lnTo>
                  <a:pt x="2" y="88"/>
                </a:lnTo>
                <a:lnTo>
                  <a:pt x="3" y="88"/>
                </a:lnTo>
                <a:lnTo>
                  <a:pt x="3" y="89"/>
                </a:lnTo>
                <a:lnTo>
                  <a:pt x="4" y="89"/>
                </a:lnTo>
                <a:lnTo>
                  <a:pt x="5" y="89"/>
                </a:lnTo>
                <a:lnTo>
                  <a:pt x="4" y="88"/>
                </a:lnTo>
                <a:lnTo>
                  <a:pt x="4" y="87"/>
                </a:lnTo>
                <a:lnTo>
                  <a:pt x="3" y="87"/>
                </a:lnTo>
                <a:lnTo>
                  <a:pt x="4" y="86"/>
                </a:lnTo>
                <a:lnTo>
                  <a:pt x="4" y="87"/>
                </a:lnTo>
                <a:lnTo>
                  <a:pt x="5" y="87"/>
                </a:lnTo>
                <a:lnTo>
                  <a:pt x="5" y="88"/>
                </a:lnTo>
                <a:lnTo>
                  <a:pt x="6" y="88"/>
                </a:lnTo>
                <a:lnTo>
                  <a:pt x="5" y="88"/>
                </a:lnTo>
                <a:lnTo>
                  <a:pt x="5" y="87"/>
                </a:lnTo>
                <a:lnTo>
                  <a:pt x="5" y="86"/>
                </a:lnTo>
                <a:lnTo>
                  <a:pt x="6" y="86"/>
                </a:lnTo>
                <a:lnTo>
                  <a:pt x="6" y="87"/>
                </a:lnTo>
                <a:lnTo>
                  <a:pt x="7" y="87"/>
                </a:lnTo>
                <a:lnTo>
                  <a:pt x="7" y="86"/>
                </a:lnTo>
                <a:lnTo>
                  <a:pt x="6" y="85"/>
                </a:lnTo>
                <a:lnTo>
                  <a:pt x="5" y="84"/>
                </a:lnTo>
                <a:lnTo>
                  <a:pt x="5" y="83"/>
                </a:lnTo>
                <a:lnTo>
                  <a:pt x="5" y="82"/>
                </a:lnTo>
                <a:lnTo>
                  <a:pt x="6" y="82"/>
                </a:lnTo>
                <a:lnTo>
                  <a:pt x="6" y="81"/>
                </a:lnTo>
                <a:lnTo>
                  <a:pt x="7" y="80"/>
                </a:lnTo>
                <a:lnTo>
                  <a:pt x="10" y="80"/>
                </a:lnTo>
                <a:lnTo>
                  <a:pt x="12" y="80"/>
                </a:lnTo>
                <a:lnTo>
                  <a:pt x="13" y="79"/>
                </a:lnTo>
                <a:lnTo>
                  <a:pt x="14" y="79"/>
                </a:lnTo>
                <a:lnTo>
                  <a:pt x="14" y="78"/>
                </a:lnTo>
                <a:lnTo>
                  <a:pt x="15" y="78"/>
                </a:lnTo>
                <a:lnTo>
                  <a:pt x="17" y="76"/>
                </a:lnTo>
                <a:lnTo>
                  <a:pt x="18" y="75"/>
                </a:lnTo>
                <a:lnTo>
                  <a:pt x="18" y="74"/>
                </a:lnTo>
                <a:lnTo>
                  <a:pt x="19" y="74"/>
                </a:lnTo>
                <a:lnTo>
                  <a:pt x="19" y="73"/>
                </a:lnTo>
                <a:lnTo>
                  <a:pt x="20" y="73"/>
                </a:lnTo>
                <a:lnTo>
                  <a:pt x="21" y="72"/>
                </a:lnTo>
                <a:lnTo>
                  <a:pt x="22" y="72"/>
                </a:lnTo>
                <a:lnTo>
                  <a:pt x="23" y="72"/>
                </a:lnTo>
                <a:lnTo>
                  <a:pt x="24" y="71"/>
                </a:lnTo>
                <a:lnTo>
                  <a:pt x="25" y="70"/>
                </a:lnTo>
                <a:lnTo>
                  <a:pt x="28" y="69"/>
                </a:lnTo>
                <a:lnTo>
                  <a:pt x="30" y="67"/>
                </a:lnTo>
                <a:lnTo>
                  <a:pt x="30" y="66"/>
                </a:lnTo>
                <a:lnTo>
                  <a:pt x="31" y="66"/>
                </a:lnTo>
                <a:lnTo>
                  <a:pt x="32" y="66"/>
                </a:lnTo>
                <a:lnTo>
                  <a:pt x="31" y="66"/>
                </a:lnTo>
                <a:lnTo>
                  <a:pt x="30" y="66"/>
                </a:lnTo>
                <a:lnTo>
                  <a:pt x="31" y="66"/>
                </a:lnTo>
                <a:lnTo>
                  <a:pt x="31" y="65"/>
                </a:lnTo>
                <a:lnTo>
                  <a:pt x="32" y="64"/>
                </a:lnTo>
                <a:lnTo>
                  <a:pt x="33" y="64"/>
                </a:lnTo>
                <a:lnTo>
                  <a:pt x="34" y="63"/>
                </a:lnTo>
                <a:lnTo>
                  <a:pt x="35" y="62"/>
                </a:lnTo>
                <a:lnTo>
                  <a:pt x="35" y="61"/>
                </a:lnTo>
                <a:lnTo>
                  <a:pt x="35" y="60"/>
                </a:lnTo>
                <a:lnTo>
                  <a:pt x="37" y="59"/>
                </a:lnTo>
                <a:lnTo>
                  <a:pt x="37" y="58"/>
                </a:lnTo>
                <a:lnTo>
                  <a:pt x="39" y="58"/>
                </a:lnTo>
                <a:lnTo>
                  <a:pt x="39" y="57"/>
                </a:lnTo>
                <a:lnTo>
                  <a:pt x="41" y="57"/>
                </a:lnTo>
                <a:lnTo>
                  <a:pt x="42" y="57"/>
                </a:lnTo>
                <a:lnTo>
                  <a:pt x="43" y="56"/>
                </a:lnTo>
                <a:lnTo>
                  <a:pt x="44" y="56"/>
                </a:lnTo>
                <a:lnTo>
                  <a:pt x="45" y="56"/>
                </a:lnTo>
                <a:lnTo>
                  <a:pt x="45" y="55"/>
                </a:lnTo>
                <a:lnTo>
                  <a:pt x="46" y="55"/>
                </a:lnTo>
                <a:lnTo>
                  <a:pt x="46" y="54"/>
                </a:lnTo>
                <a:lnTo>
                  <a:pt x="47" y="54"/>
                </a:lnTo>
                <a:lnTo>
                  <a:pt x="49" y="53"/>
                </a:lnTo>
                <a:lnTo>
                  <a:pt x="50" y="53"/>
                </a:lnTo>
                <a:lnTo>
                  <a:pt x="51" y="53"/>
                </a:lnTo>
                <a:lnTo>
                  <a:pt x="51" y="52"/>
                </a:lnTo>
                <a:lnTo>
                  <a:pt x="52" y="51"/>
                </a:lnTo>
                <a:lnTo>
                  <a:pt x="53" y="51"/>
                </a:lnTo>
                <a:lnTo>
                  <a:pt x="54" y="50"/>
                </a:lnTo>
                <a:lnTo>
                  <a:pt x="55" y="49"/>
                </a:lnTo>
                <a:lnTo>
                  <a:pt x="55" y="48"/>
                </a:lnTo>
                <a:lnTo>
                  <a:pt x="55" y="47"/>
                </a:lnTo>
                <a:lnTo>
                  <a:pt x="55" y="46"/>
                </a:lnTo>
                <a:lnTo>
                  <a:pt x="55" y="45"/>
                </a:lnTo>
                <a:lnTo>
                  <a:pt x="56" y="45"/>
                </a:lnTo>
                <a:lnTo>
                  <a:pt x="56" y="46"/>
                </a:lnTo>
                <a:lnTo>
                  <a:pt x="57" y="46"/>
                </a:lnTo>
                <a:lnTo>
                  <a:pt x="57" y="45"/>
                </a:lnTo>
                <a:lnTo>
                  <a:pt x="58" y="44"/>
                </a:lnTo>
                <a:lnTo>
                  <a:pt x="58" y="45"/>
                </a:lnTo>
                <a:lnTo>
                  <a:pt x="60" y="44"/>
                </a:lnTo>
                <a:lnTo>
                  <a:pt x="61" y="44"/>
                </a:lnTo>
                <a:lnTo>
                  <a:pt x="62" y="45"/>
                </a:lnTo>
                <a:lnTo>
                  <a:pt x="62" y="46"/>
                </a:lnTo>
                <a:lnTo>
                  <a:pt x="63" y="46"/>
                </a:lnTo>
                <a:lnTo>
                  <a:pt x="63" y="47"/>
                </a:lnTo>
                <a:lnTo>
                  <a:pt x="63" y="48"/>
                </a:lnTo>
                <a:lnTo>
                  <a:pt x="63" y="47"/>
                </a:lnTo>
                <a:lnTo>
                  <a:pt x="64" y="47"/>
                </a:lnTo>
                <a:lnTo>
                  <a:pt x="64" y="45"/>
                </a:lnTo>
                <a:lnTo>
                  <a:pt x="63" y="45"/>
                </a:lnTo>
                <a:lnTo>
                  <a:pt x="63" y="44"/>
                </a:lnTo>
                <a:lnTo>
                  <a:pt x="62" y="44"/>
                </a:lnTo>
                <a:lnTo>
                  <a:pt x="62" y="43"/>
                </a:lnTo>
                <a:lnTo>
                  <a:pt x="61" y="43"/>
                </a:lnTo>
                <a:lnTo>
                  <a:pt x="61" y="42"/>
                </a:lnTo>
                <a:lnTo>
                  <a:pt x="62" y="41"/>
                </a:lnTo>
                <a:lnTo>
                  <a:pt x="63" y="41"/>
                </a:lnTo>
                <a:lnTo>
                  <a:pt x="63" y="42"/>
                </a:lnTo>
                <a:lnTo>
                  <a:pt x="64" y="42"/>
                </a:lnTo>
                <a:lnTo>
                  <a:pt x="64" y="41"/>
                </a:lnTo>
                <a:lnTo>
                  <a:pt x="63" y="41"/>
                </a:lnTo>
                <a:lnTo>
                  <a:pt x="63" y="40"/>
                </a:lnTo>
                <a:lnTo>
                  <a:pt x="64" y="40"/>
                </a:lnTo>
                <a:lnTo>
                  <a:pt x="63" y="40"/>
                </a:lnTo>
                <a:lnTo>
                  <a:pt x="64" y="40"/>
                </a:lnTo>
                <a:lnTo>
                  <a:pt x="64" y="39"/>
                </a:lnTo>
                <a:lnTo>
                  <a:pt x="65" y="39"/>
                </a:lnTo>
                <a:lnTo>
                  <a:pt x="64" y="38"/>
                </a:lnTo>
                <a:lnTo>
                  <a:pt x="63" y="38"/>
                </a:lnTo>
                <a:lnTo>
                  <a:pt x="62" y="38"/>
                </a:lnTo>
                <a:lnTo>
                  <a:pt x="62" y="37"/>
                </a:lnTo>
                <a:lnTo>
                  <a:pt x="61" y="38"/>
                </a:lnTo>
                <a:lnTo>
                  <a:pt x="60" y="39"/>
                </a:lnTo>
                <a:lnTo>
                  <a:pt x="60" y="40"/>
                </a:lnTo>
                <a:lnTo>
                  <a:pt x="60" y="41"/>
                </a:lnTo>
                <a:lnTo>
                  <a:pt x="60" y="40"/>
                </a:lnTo>
                <a:lnTo>
                  <a:pt x="60" y="39"/>
                </a:lnTo>
                <a:lnTo>
                  <a:pt x="59" y="39"/>
                </a:lnTo>
                <a:lnTo>
                  <a:pt x="59" y="40"/>
                </a:lnTo>
                <a:lnTo>
                  <a:pt x="59" y="41"/>
                </a:lnTo>
                <a:lnTo>
                  <a:pt x="58" y="41"/>
                </a:lnTo>
                <a:lnTo>
                  <a:pt x="58" y="40"/>
                </a:lnTo>
                <a:lnTo>
                  <a:pt x="57" y="40"/>
                </a:lnTo>
                <a:lnTo>
                  <a:pt x="57" y="41"/>
                </a:lnTo>
                <a:lnTo>
                  <a:pt x="57" y="40"/>
                </a:lnTo>
                <a:lnTo>
                  <a:pt x="56" y="41"/>
                </a:lnTo>
                <a:lnTo>
                  <a:pt x="57" y="41"/>
                </a:lnTo>
                <a:lnTo>
                  <a:pt x="57" y="42"/>
                </a:lnTo>
                <a:lnTo>
                  <a:pt x="56" y="42"/>
                </a:lnTo>
                <a:lnTo>
                  <a:pt x="55" y="42"/>
                </a:lnTo>
                <a:lnTo>
                  <a:pt x="55" y="43"/>
                </a:lnTo>
                <a:lnTo>
                  <a:pt x="55" y="44"/>
                </a:lnTo>
                <a:lnTo>
                  <a:pt x="54" y="44"/>
                </a:lnTo>
                <a:lnTo>
                  <a:pt x="53" y="44"/>
                </a:lnTo>
                <a:lnTo>
                  <a:pt x="53" y="43"/>
                </a:lnTo>
                <a:lnTo>
                  <a:pt x="53" y="44"/>
                </a:lnTo>
                <a:lnTo>
                  <a:pt x="53" y="45"/>
                </a:lnTo>
                <a:lnTo>
                  <a:pt x="52" y="45"/>
                </a:lnTo>
                <a:lnTo>
                  <a:pt x="51" y="45"/>
                </a:lnTo>
                <a:lnTo>
                  <a:pt x="51" y="46"/>
                </a:lnTo>
                <a:lnTo>
                  <a:pt x="50" y="46"/>
                </a:lnTo>
                <a:lnTo>
                  <a:pt x="50" y="45"/>
                </a:lnTo>
                <a:lnTo>
                  <a:pt x="50" y="44"/>
                </a:lnTo>
                <a:lnTo>
                  <a:pt x="51" y="44"/>
                </a:lnTo>
                <a:lnTo>
                  <a:pt x="51" y="43"/>
                </a:lnTo>
                <a:lnTo>
                  <a:pt x="52" y="43"/>
                </a:lnTo>
                <a:lnTo>
                  <a:pt x="52" y="42"/>
                </a:lnTo>
                <a:lnTo>
                  <a:pt x="51" y="41"/>
                </a:lnTo>
                <a:lnTo>
                  <a:pt x="51" y="40"/>
                </a:lnTo>
                <a:lnTo>
                  <a:pt x="51" y="39"/>
                </a:lnTo>
                <a:lnTo>
                  <a:pt x="50" y="39"/>
                </a:lnTo>
                <a:lnTo>
                  <a:pt x="50" y="38"/>
                </a:lnTo>
                <a:lnTo>
                  <a:pt x="50" y="37"/>
                </a:lnTo>
                <a:lnTo>
                  <a:pt x="51" y="37"/>
                </a:lnTo>
                <a:lnTo>
                  <a:pt x="51" y="35"/>
                </a:lnTo>
                <a:lnTo>
                  <a:pt x="52" y="35"/>
                </a:lnTo>
                <a:lnTo>
                  <a:pt x="53" y="34"/>
                </a:lnTo>
                <a:lnTo>
                  <a:pt x="54" y="33"/>
                </a:lnTo>
                <a:lnTo>
                  <a:pt x="55" y="34"/>
                </a:lnTo>
                <a:lnTo>
                  <a:pt x="55" y="33"/>
                </a:lnTo>
                <a:lnTo>
                  <a:pt x="55" y="32"/>
                </a:lnTo>
                <a:lnTo>
                  <a:pt x="56" y="32"/>
                </a:lnTo>
                <a:lnTo>
                  <a:pt x="56" y="31"/>
                </a:lnTo>
                <a:lnTo>
                  <a:pt x="57" y="31"/>
                </a:lnTo>
                <a:lnTo>
                  <a:pt x="56" y="32"/>
                </a:lnTo>
                <a:lnTo>
                  <a:pt x="57" y="32"/>
                </a:lnTo>
                <a:lnTo>
                  <a:pt x="58" y="32"/>
                </a:lnTo>
                <a:lnTo>
                  <a:pt x="57" y="32"/>
                </a:lnTo>
                <a:lnTo>
                  <a:pt x="57" y="31"/>
                </a:lnTo>
                <a:lnTo>
                  <a:pt x="58" y="31"/>
                </a:lnTo>
                <a:lnTo>
                  <a:pt x="59" y="30"/>
                </a:lnTo>
                <a:lnTo>
                  <a:pt x="59" y="29"/>
                </a:lnTo>
                <a:lnTo>
                  <a:pt x="60" y="28"/>
                </a:lnTo>
                <a:lnTo>
                  <a:pt x="59" y="27"/>
                </a:lnTo>
                <a:lnTo>
                  <a:pt x="60" y="26"/>
                </a:lnTo>
                <a:lnTo>
                  <a:pt x="61" y="27"/>
                </a:lnTo>
                <a:lnTo>
                  <a:pt x="62" y="27"/>
                </a:lnTo>
                <a:lnTo>
                  <a:pt x="62" y="26"/>
                </a:lnTo>
                <a:lnTo>
                  <a:pt x="62" y="25"/>
                </a:lnTo>
                <a:lnTo>
                  <a:pt x="63" y="25"/>
                </a:lnTo>
                <a:lnTo>
                  <a:pt x="64" y="25"/>
                </a:lnTo>
                <a:lnTo>
                  <a:pt x="65" y="25"/>
                </a:lnTo>
                <a:lnTo>
                  <a:pt x="65" y="26"/>
                </a:lnTo>
                <a:lnTo>
                  <a:pt x="66" y="26"/>
                </a:lnTo>
                <a:lnTo>
                  <a:pt x="65" y="26"/>
                </a:lnTo>
                <a:lnTo>
                  <a:pt x="65" y="27"/>
                </a:lnTo>
                <a:lnTo>
                  <a:pt x="65" y="28"/>
                </a:lnTo>
                <a:lnTo>
                  <a:pt x="66" y="28"/>
                </a:lnTo>
                <a:lnTo>
                  <a:pt x="67" y="28"/>
                </a:lnTo>
                <a:lnTo>
                  <a:pt x="68" y="27"/>
                </a:lnTo>
                <a:lnTo>
                  <a:pt x="69" y="27"/>
                </a:lnTo>
                <a:lnTo>
                  <a:pt x="69" y="28"/>
                </a:lnTo>
                <a:lnTo>
                  <a:pt x="69" y="27"/>
                </a:lnTo>
                <a:lnTo>
                  <a:pt x="70" y="27"/>
                </a:lnTo>
                <a:lnTo>
                  <a:pt x="70" y="28"/>
                </a:lnTo>
                <a:lnTo>
                  <a:pt x="70" y="29"/>
                </a:lnTo>
                <a:lnTo>
                  <a:pt x="70" y="28"/>
                </a:lnTo>
                <a:lnTo>
                  <a:pt x="70" y="27"/>
                </a:lnTo>
                <a:lnTo>
                  <a:pt x="70" y="28"/>
                </a:lnTo>
                <a:lnTo>
                  <a:pt x="71" y="28"/>
                </a:lnTo>
                <a:lnTo>
                  <a:pt x="71" y="29"/>
                </a:lnTo>
                <a:lnTo>
                  <a:pt x="72" y="29"/>
                </a:lnTo>
                <a:lnTo>
                  <a:pt x="72" y="30"/>
                </a:lnTo>
                <a:lnTo>
                  <a:pt x="73" y="30"/>
                </a:lnTo>
                <a:lnTo>
                  <a:pt x="73" y="31"/>
                </a:lnTo>
                <a:lnTo>
                  <a:pt x="74" y="31"/>
                </a:lnTo>
                <a:lnTo>
                  <a:pt x="74" y="30"/>
                </a:lnTo>
                <a:lnTo>
                  <a:pt x="74" y="31"/>
                </a:lnTo>
                <a:lnTo>
                  <a:pt x="73" y="31"/>
                </a:lnTo>
                <a:lnTo>
                  <a:pt x="73" y="32"/>
                </a:lnTo>
                <a:lnTo>
                  <a:pt x="74" y="31"/>
                </a:lnTo>
                <a:lnTo>
                  <a:pt x="74" y="32"/>
                </a:lnTo>
                <a:lnTo>
                  <a:pt x="74" y="31"/>
                </a:lnTo>
                <a:lnTo>
                  <a:pt x="75" y="31"/>
                </a:lnTo>
                <a:lnTo>
                  <a:pt x="75" y="30"/>
                </a:lnTo>
                <a:lnTo>
                  <a:pt x="76" y="29"/>
                </a:lnTo>
                <a:lnTo>
                  <a:pt x="76" y="30"/>
                </a:lnTo>
                <a:lnTo>
                  <a:pt x="77" y="30"/>
                </a:lnTo>
                <a:lnTo>
                  <a:pt x="77" y="29"/>
                </a:lnTo>
                <a:lnTo>
                  <a:pt x="78" y="29"/>
                </a:lnTo>
                <a:lnTo>
                  <a:pt x="78" y="31"/>
                </a:lnTo>
                <a:lnTo>
                  <a:pt x="78" y="32"/>
                </a:lnTo>
                <a:lnTo>
                  <a:pt x="79" y="33"/>
                </a:lnTo>
                <a:lnTo>
                  <a:pt x="78" y="34"/>
                </a:lnTo>
                <a:lnTo>
                  <a:pt x="79" y="34"/>
                </a:lnTo>
                <a:lnTo>
                  <a:pt x="79" y="33"/>
                </a:lnTo>
                <a:lnTo>
                  <a:pt x="80" y="33"/>
                </a:lnTo>
                <a:lnTo>
                  <a:pt x="80" y="32"/>
                </a:lnTo>
                <a:lnTo>
                  <a:pt x="81" y="32"/>
                </a:lnTo>
                <a:lnTo>
                  <a:pt x="82" y="32"/>
                </a:lnTo>
                <a:lnTo>
                  <a:pt x="83" y="32"/>
                </a:lnTo>
                <a:lnTo>
                  <a:pt x="83" y="31"/>
                </a:lnTo>
                <a:lnTo>
                  <a:pt x="84" y="30"/>
                </a:lnTo>
                <a:lnTo>
                  <a:pt x="84" y="31"/>
                </a:lnTo>
                <a:lnTo>
                  <a:pt x="84" y="32"/>
                </a:lnTo>
                <a:lnTo>
                  <a:pt x="83" y="32"/>
                </a:lnTo>
                <a:lnTo>
                  <a:pt x="83" y="33"/>
                </a:lnTo>
                <a:lnTo>
                  <a:pt x="84" y="33"/>
                </a:lnTo>
                <a:lnTo>
                  <a:pt x="85" y="33"/>
                </a:lnTo>
                <a:lnTo>
                  <a:pt x="85" y="32"/>
                </a:lnTo>
                <a:lnTo>
                  <a:pt x="86" y="31"/>
                </a:lnTo>
                <a:lnTo>
                  <a:pt x="87" y="31"/>
                </a:lnTo>
                <a:lnTo>
                  <a:pt x="87" y="32"/>
                </a:lnTo>
                <a:lnTo>
                  <a:pt x="87" y="31"/>
                </a:lnTo>
                <a:lnTo>
                  <a:pt x="88" y="31"/>
                </a:lnTo>
                <a:lnTo>
                  <a:pt x="86" y="30"/>
                </a:lnTo>
                <a:lnTo>
                  <a:pt x="85" y="30"/>
                </a:lnTo>
                <a:lnTo>
                  <a:pt x="85" y="29"/>
                </a:lnTo>
                <a:lnTo>
                  <a:pt x="83" y="29"/>
                </a:lnTo>
                <a:lnTo>
                  <a:pt x="84" y="29"/>
                </a:lnTo>
                <a:lnTo>
                  <a:pt x="83" y="29"/>
                </a:lnTo>
                <a:lnTo>
                  <a:pt x="83" y="28"/>
                </a:lnTo>
                <a:lnTo>
                  <a:pt x="83" y="27"/>
                </a:lnTo>
                <a:lnTo>
                  <a:pt x="83" y="26"/>
                </a:lnTo>
                <a:lnTo>
                  <a:pt x="83" y="25"/>
                </a:lnTo>
                <a:lnTo>
                  <a:pt x="85" y="25"/>
                </a:lnTo>
                <a:lnTo>
                  <a:pt x="86" y="25"/>
                </a:lnTo>
                <a:lnTo>
                  <a:pt x="86" y="26"/>
                </a:lnTo>
                <a:lnTo>
                  <a:pt x="87" y="26"/>
                </a:lnTo>
                <a:lnTo>
                  <a:pt x="86" y="25"/>
                </a:lnTo>
                <a:lnTo>
                  <a:pt x="86" y="24"/>
                </a:lnTo>
                <a:lnTo>
                  <a:pt x="85" y="24"/>
                </a:lnTo>
                <a:lnTo>
                  <a:pt x="85" y="25"/>
                </a:lnTo>
                <a:lnTo>
                  <a:pt x="84" y="25"/>
                </a:lnTo>
                <a:lnTo>
                  <a:pt x="84" y="24"/>
                </a:lnTo>
                <a:lnTo>
                  <a:pt x="84" y="23"/>
                </a:lnTo>
                <a:lnTo>
                  <a:pt x="84" y="22"/>
                </a:lnTo>
                <a:lnTo>
                  <a:pt x="85" y="22"/>
                </a:lnTo>
                <a:lnTo>
                  <a:pt x="85" y="21"/>
                </a:lnTo>
                <a:lnTo>
                  <a:pt x="86" y="21"/>
                </a:lnTo>
                <a:lnTo>
                  <a:pt x="86" y="20"/>
                </a:lnTo>
                <a:lnTo>
                  <a:pt x="87" y="20"/>
                </a:lnTo>
                <a:lnTo>
                  <a:pt x="87" y="19"/>
                </a:lnTo>
                <a:lnTo>
                  <a:pt x="88" y="19"/>
                </a:lnTo>
                <a:lnTo>
                  <a:pt x="88" y="18"/>
                </a:lnTo>
                <a:lnTo>
                  <a:pt x="89" y="18"/>
                </a:lnTo>
                <a:lnTo>
                  <a:pt x="90" y="17"/>
                </a:lnTo>
                <a:lnTo>
                  <a:pt x="91" y="17"/>
                </a:lnTo>
                <a:lnTo>
                  <a:pt x="92" y="17"/>
                </a:lnTo>
                <a:lnTo>
                  <a:pt x="94" y="17"/>
                </a:lnTo>
                <a:lnTo>
                  <a:pt x="95" y="16"/>
                </a:lnTo>
                <a:lnTo>
                  <a:pt x="96" y="16"/>
                </a:lnTo>
                <a:lnTo>
                  <a:pt x="97" y="16"/>
                </a:lnTo>
                <a:lnTo>
                  <a:pt x="98" y="16"/>
                </a:lnTo>
                <a:lnTo>
                  <a:pt x="97" y="16"/>
                </a:lnTo>
                <a:lnTo>
                  <a:pt x="98" y="16"/>
                </a:lnTo>
                <a:lnTo>
                  <a:pt x="99" y="16"/>
                </a:lnTo>
                <a:lnTo>
                  <a:pt x="99" y="15"/>
                </a:lnTo>
                <a:lnTo>
                  <a:pt x="100" y="15"/>
                </a:lnTo>
                <a:lnTo>
                  <a:pt x="101" y="16"/>
                </a:lnTo>
                <a:lnTo>
                  <a:pt x="102" y="16"/>
                </a:lnTo>
                <a:lnTo>
                  <a:pt x="102" y="17"/>
                </a:lnTo>
                <a:lnTo>
                  <a:pt x="102" y="18"/>
                </a:lnTo>
                <a:lnTo>
                  <a:pt x="102" y="19"/>
                </a:lnTo>
                <a:lnTo>
                  <a:pt x="102" y="18"/>
                </a:lnTo>
                <a:lnTo>
                  <a:pt x="102" y="17"/>
                </a:lnTo>
                <a:lnTo>
                  <a:pt x="103" y="18"/>
                </a:lnTo>
                <a:lnTo>
                  <a:pt x="103" y="19"/>
                </a:lnTo>
                <a:lnTo>
                  <a:pt x="104" y="20"/>
                </a:lnTo>
                <a:lnTo>
                  <a:pt x="105" y="20"/>
                </a:lnTo>
                <a:lnTo>
                  <a:pt x="106" y="20"/>
                </a:lnTo>
                <a:lnTo>
                  <a:pt x="107" y="20"/>
                </a:lnTo>
                <a:lnTo>
                  <a:pt x="108" y="20"/>
                </a:lnTo>
                <a:lnTo>
                  <a:pt x="108" y="21"/>
                </a:lnTo>
                <a:lnTo>
                  <a:pt x="108" y="22"/>
                </a:lnTo>
                <a:lnTo>
                  <a:pt x="109" y="22"/>
                </a:lnTo>
                <a:lnTo>
                  <a:pt x="109" y="23"/>
                </a:lnTo>
                <a:lnTo>
                  <a:pt x="110" y="22"/>
                </a:lnTo>
                <a:lnTo>
                  <a:pt x="110" y="21"/>
                </a:lnTo>
                <a:lnTo>
                  <a:pt x="110" y="20"/>
                </a:lnTo>
                <a:lnTo>
                  <a:pt x="110" y="19"/>
                </a:lnTo>
                <a:lnTo>
                  <a:pt x="110" y="18"/>
                </a:lnTo>
                <a:lnTo>
                  <a:pt x="109" y="18"/>
                </a:lnTo>
                <a:lnTo>
                  <a:pt x="110" y="18"/>
                </a:lnTo>
                <a:lnTo>
                  <a:pt x="111" y="18"/>
                </a:lnTo>
                <a:lnTo>
                  <a:pt x="111" y="19"/>
                </a:lnTo>
                <a:lnTo>
                  <a:pt x="112" y="19"/>
                </a:lnTo>
                <a:lnTo>
                  <a:pt x="111" y="20"/>
                </a:lnTo>
                <a:lnTo>
                  <a:pt x="112" y="21"/>
                </a:lnTo>
                <a:lnTo>
                  <a:pt x="112" y="22"/>
                </a:lnTo>
                <a:lnTo>
                  <a:pt x="113" y="22"/>
                </a:lnTo>
                <a:lnTo>
                  <a:pt x="112" y="22"/>
                </a:lnTo>
                <a:lnTo>
                  <a:pt x="112" y="23"/>
                </a:lnTo>
                <a:lnTo>
                  <a:pt x="111" y="23"/>
                </a:lnTo>
                <a:lnTo>
                  <a:pt x="111" y="24"/>
                </a:lnTo>
                <a:lnTo>
                  <a:pt x="111" y="25"/>
                </a:lnTo>
                <a:lnTo>
                  <a:pt x="112" y="24"/>
                </a:lnTo>
                <a:lnTo>
                  <a:pt x="112" y="25"/>
                </a:lnTo>
                <a:lnTo>
                  <a:pt x="112" y="24"/>
                </a:lnTo>
                <a:lnTo>
                  <a:pt x="111" y="23"/>
                </a:lnTo>
                <a:lnTo>
                  <a:pt x="112" y="22"/>
                </a:lnTo>
                <a:lnTo>
                  <a:pt x="113" y="22"/>
                </a:lnTo>
                <a:lnTo>
                  <a:pt x="114" y="22"/>
                </a:lnTo>
                <a:lnTo>
                  <a:pt x="114" y="23"/>
                </a:lnTo>
                <a:lnTo>
                  <a:pt x="114" y="22"/>
                </a:lnTo>
                <a:lnTo>
                  <a:pt x="114" y="21"/>
                </a:lnTo>
                <a:lnTo>
                  <a:pt x="115" y="21"/>
                </a:lnTo>
                <a:lnTo>
                  <a:pt x="115" y="20"/>
                </a:lnTo>
                <a:lnTo>
                  <a:pt x="115" y="19"/>
                </a:lnTo>
                <a:lnTo>
                  <a:pt x="115" y="20"/>
                </a:lnTo>
                <a:lnTo>
                  <a:pt x="116" y="20"/>
                </a:lnTo>
                <a:lnTo>
                  <a:pt x="116" y="19"/>
                </a:lnTo>
                <a:lnTo>
                  <a:pt x="116" y="18"/>
                </a:lnTo>
                <a:lnTo>
                  <a:pt x="115" y="18"/>
                </a:lnTo>
                <a:lnTo>
                  <a:pt x="115" y="17"/>
                </a:lnTo>
                <a:lnTo>
                  <a:pt x="116" y="17"/>
                </a:lnTo>
                <a:lnTo>
                  <a:pt x="117" y="17"/>
                </a:lnTo>
                <a:lnTo>
                  <a:pt x="117" y="18"/>
                </a:lnTo>
                <a:lnTo>
                  <a:pt x="118" y="18"/>
                </a:lnTo>
                <a:lnTo>
                  <a:pt x="119" y="18"/>
                </a:lnTo>
                <a:lnTo>
                  <a:pt x="120" y="18"/>
                </a:lnTo>
                <a:lnTo>
                  <a:pt x="120" y="17"/>
                </a:lnTo>
                <a:lnTo>
                  <a:pt x="121" y="17"/>
                </a:lnTo>
                <a:lnTo>
                  <a:pt x="121" y="18"/>
                </a:lnTo>
                <a:lnTo>
                  <a:pt x="122" y="18"/>
                </a:lnTo>
                <a:lnTo>
                  <a:pt x="122" y="19"/>
                </a:lnTo>
                <a:lnTo>
                  <a:pt x="122" y="20"/>
                </a:lnTo>
                <a:lnTo>
                  <a:pt x="123" y="20"/>
                </a:lnTo>
                <a:lnTo>
                  <a:pt x="123" y="21"/>
                </a:lnTo>
                <a:lnTo>
                  <a:pt x="124" y="22"/>
                </a:lnTo>
                <a:lnTo>
                  <a:pt x="125" y="22"/>
                </a:lnTo>
                <a:lnTo>
                  <a:pt x="126" y="22"/>
                </a:lnTo>
                <a:lnTo>
                  <a:pt x="127" y="22"/>
                </a:lnTo>
                <a:lnTo>
                  <a:pt x="128" y="22"/>
                </a:lnTo>
                <a:lnTo>
                  <a:pt x="128" y="21"/>
                </a:lnTo>
                <a:lnTo>
                  <a:pt x="128" y="22"/>
                </a:lnTo>
                <a:lnTo>
                  <a:pt x="127" y="22"/>
                </a:lnTo>
                <a:lnTo>
                  <a:pt x="127" y="23"/>
                </a:lnTo>
                <a:lnTo>
                  <a:pt x="126" y="23"/>
                </a:lnTo>
                <a:lnTo>
                  <a:pt x="125" y="22"/>
                </a:lnTo>
                <a:lnTo>
                  <a:pt x="125" y="23"/>
                </a:lnTo>
                <a:lnTo>
                  <a:pt x="124" y="23"/>
                </a:lnTo>
                <a:lnTo>
                  <a:pt x="124" y="24"/>
                </a:lnTo>
                <a:lnTo>
                  <a:pt x="123" y="24"/>
                </a:lnTo>
                <a:lnTo>
                  <a:pt x="122" y="25"/>
                </a:lnTo>
                <a:lnTo>
                  <a:pt x="123" y="25"/>
                </a:lnTo>
                <a:lnTo>
                  <a:pt x="124" y="25"/>
                </a:lnTo>
                <a:lnTo>
                  <a:pt x="125" y="25"/>
                </a:lnTo>
                <a:lnTo>
                  <a:pt x="125" y="26"/>
                </a:lnTo>
                <a:lnTo>
                  <a:pt x="126" y="27"/>
                </a:lnTo>
                <a:lnTo>
                  <a:pt x="126" y="26"/>
                </a:lnTo>
                <a:lnTo>
                  <a:pt x="125" y="25"/>
                </a:lnTo>
                <a:lnTo>
                  <a:pt x="126" y="25"/>
                </a:lnTo>
                <a:lnTo>
                  <a:pt x="127" y="25"/>
                </a:lnTo>
                <a:lnTo>
                  <a:pt x="127" y="26"/>
                </a:lnTo>
                <a:lnTo>
                  <a:pt x="127" y="25"/>
                </a:lnTo>
                <a:lnTo>
                  <a:pt x="127" y="24"/>
                </a:lnTo>
                <a:lnTo>
                  <a:pt x="126" y="24"/>
                </a:lnTo>
                <a:lnTo>
                  <a:pt x="125" y="24"/>
                </a:lnTo>
                <a:lnTo>
                  <a:pt x="125" y="23"/>
                </a:lnTo>
                <a:lnTo>
                  <a:pt x="126" y="23"/>
                </a:lnTo>
                <a:lnTo>
                  <a:pt x="127" y="23"/>
                </a:lnTo>
                <a:lnTo>
                  <a:pt x="128" y="23"/>
                </a:lnTo>
                <a:lnTo>
                  <a:pt x="128" y="22"/>
                </a:lnTo>
                <a:lnTo>
                  <a:pt x="128" y="21"/>
                </a:lnTo>
                <a:lnTo>
                  <a:pt x="127" y="21"/>
                </a:lnTo>
                <a:lnTo>
                  <a:pt x="127" y="20"/>
                </a:lnTo>
                <a:lnTo>
                  <a:pt x="128" y="20"/>
                </a:lnTo>
                <a:lnTo>
                  <a:pt x="128" y="21"/>
                </a:lnTo>
                <a:lnTo>
                  <a:pt x="128" y="20"/>
                </a:lnTo>
                <a:lnTo>
                  <a:pt x="129" y="20"/>
                </a:lnTo>
                <a:lnTo>
                  <a:pt x="130" y="20"/>
                </a:lnTo>
                <a:lnTo>
                  <a:pt x="131" y="19"/>
                </a:lnTo>
                <a:lnTo>
                  <a:pt x="131" y="18"/>
                </a:lnTo>
                <a:lnTo>
                  <a:pt x="132" y="18"/>
                </a:lnTo>
                <a:lnTo>
                  <a:pt x="133" y="18"/>
                </a:lnTo>
                <a:lnTo>
                  <a:pt x="133" y="19"/>
                </a:lnTo>
                <a:lnTo>
                  <a:pt x="134" y="19"/>
                </a:lnTo>
                <a:lnTo>
                  <a:pt x="135" y="19"/>
                </a:lnTo>
                <a:lnTo>
                  <a:pt x="136" y="18"/>
                </a:lnTo>
                <a:lnTo>
                  <a:pt x="136" y="19"/>
                </a:lnTo>
                <a:lnTo>
                  <a:pt x="137" y="19"/>
                </a:lnTo>
                <a:lnTo>
                  <a:pt x="137" y="20"/>
                </a:lnTo>
                <a:lnTo>
                  <a:pt x="136" y="20"/>
                </a:lnTo>
                <a:lnTo>
                  <a:pt x="137" y="20"/>
                </a:lnTo>
                <a:lnTo>
                  <a:pt x="137" y="19"/>
                </a:lnTo>
                <a:lnTo>
                  <a:pt x="137" y="18"/>
                </a:lnTo>
                <a:lnTo>
                  <a:pt x="138" y="18"/>
                </a:lnTo>
                <a:lnTo>
                  <a:pt x="137" y="18"/>
                </a:lnTo>
                <a:lnTo>
                  <a:pt x="136" y="18"/>
                </a:lnTo>
                <a:lnTo>
                  <a:pt x="135" y="18"/>
                </a:lnTo>
                <a:lnTo>
                  <a:pt x="134" y="18"/>
                </a:lnTo>
                <a:lnTo>
                  <a:pt x="133" y="18"/>
                </a:lnTo>
                <a:lnTo>
                  <a:pt x="132" y="18"/>
                </a:lnTo>
                <a:lnTo>
                  <a:pt x="133" y="18"/>
                </a:lnTo>
                <a:lnTo>
                  <a:pt x="134" y="17"/>
                </a:lnTo>
                <a:lnTo>
                  <a:pt x="135" y="17"/>
                </a:lnTo>
                <a:lnTo>
                  <a:pt x="136" y="17"/>
                </a:lnTo>
                <a:lnTo>
                  <a:pt x="137" y="17"/>
                </a:lnTo>
                <a:lnTo>
                  <a:pt x="137" y="16"/>
                </a:lnTo>
                <a:lnTo>
                  <a:pt x="138" y="16"/>
                </a:lnTo>
                <a:lnTo>
                  <a:pt x="138" y="15"/>
                </a:lnTo>
                <a:lnTo>
                  <a:pt x="139" y="15"/>
                </a:lnTo>
                <a:lnTo>
                  <a:pt x="139" y="14"/>
                </a:lnTo>
                <a:lnTo>
                  <a:pt x="139" y="13"/>
                </a:lnTo>
                <a:lnTo>
                  <a:pt x="140" y="12"/>
                </a:lnTo>
                <a:lnTo>
                  <a:pt x="140" y="11"/>
                </a:lnTo>
                <a:lnTo>
                  <a:pt x="141" y="10"/>
                </a:lnTo>
                <a:lnTo>
                  <a:pt x="142" y="10"/>
                </a:lnTo>
                <a:lnTo>
                  <a:pt x="143" y="10"/>
                </a:lnTo>
                <a:lnTo>
                  <a:pt x="144" y="10"/>
                </a:lnTo>
                <a:lnTo>
                  <a:pt x="145" y="10"/>
                </a:lnTo>
                <a:lnTo>
                  <a:pt x="145" y="11"/>
                </a:lnTo>
                <a:lnTo>
                  <a:pt x="146" y="11"/>
                </a:lnTo>
                <a:lnTo>
                  <a:pt x="146" y="12"/>
                </a:lnTo>
                <a:lnTo>
                  <a:pt x="147" y="12"/>
                </a:lnTo>
                <a:lnTo>
                  <a:pt x="148" y="12"/>
                </a:lnTo>
                <a:lnTo>
                  <a:pt x="148" y="13"/>
                </a:lnTo>
                <a:lnTo>
                  <a:pt x="149" y="13"/>
                </a:lnTo>
                <a:lnTo>
                  <a:pt x="150" y="14"/>
                </a:lnTo>
                <a:lnTo>
                  <a:pt x="151" y="14"/>
                </a:lnTo>
                <a:lnTo>
                  <a:pt x="152" y="14"/>
                </a:lnTo>
                <a:lnTo>
                  <a:pt x="152" y="13"/>
                </a:lnTo>
                <a:lnTo>
                  <a:pt x="151" y="13"/>
                </a:lnTo>
                <a:lnTo>
                  <a:pt x="152" y="13"/>
                </a:lnTo>
                <a:lnTo>
                  <a:pt x="151" y="12"/>
                </a:lnTo>
                <a:lnTo>
                  <a:pt x="152" y="12"/>
                </a:lnTo>
                <a:lnTo>
                  <a:pt x="152" y="13"/>
                </a:lnTo>
                <a:lnTo>
                  <a:pt x="153" y="13"/>
                </a:lnTo>
                <a:lnTo>
                  <a:pt x="154" y="12"/>
                </a:lnTo>
                <a:lnTo>
                  <a:pt x="154" y="11"/>
                </a:lnTo>
                <a:lnTo>
                  <a:pt x="156" y="11"/>
                </a:lnTo>
                <a:lnTo>
                  <a:pt x="154" y="10"/>
                </a:lnTo>
                <a:lnTo>
                  <a:pt x="153" y="10"/>
                </a:lnTo>
                <a:lnTo>
                  <a:pt x="153" y="9"/>
                </a:lnTo>
                <a:lnTo>
                  <a:pt x="154" y="9"/>
                </a:lnTo>
                <a:lnTo>
                  <a:pt x="154" y="8"/>
                </a:lnTo>
                <a:lnTo>
                  <a:pt x="155" y="8"/>
                </a:lnTo>
                <a:lnTo>
                  <a:pt x="157" y="7"/>
                </a:lnTo>
                <a:lnTo>
                  <a:pt x="158" y="7"/>
                </a:lnTo>
                <a:lnTo>
                  <a:pt x="159" y="7"/>
                </a:lnTo>
                <a:lnTo>
                  <a:pt x="160" y="7"/>
                </a:lnTo>
                <a:lnTo>
                  <a:pt x="160" y="8"/>
                </a:lnTo>
                <a:lnTo>
                  <a:pt x="161" y="8"/>
                </a:lnTo>
                <a:lnTo>
                  <a:pt x="161" y="9"/>
                </a:lnTo>
                <a:lnTo>
                  <a:pt x="162" y="9"/>
                </a:lnTo>
                <a:lnTo>
                  <a:pt x="163" y="9"/>
                </a:lnTo>
                <a:lnTo>
                  <a:pt x="163" y="10"/>
                </a:lnTo>
                <a:lnTo>
                  <a:pt x="164" y="10"/>
                </a:lnTo>
                <a:lnTo>
                  <a:pt x="165" y="10"/>
                </a:lnTo>
                <a:lnTo>
                  <a:pt x="165" y="11"/>
                </a:lnTo>
                <a:lnTo>
                  <a:pt x="166" y="11"/>
                </a:lnTo>
                <a:lnTo>
                  <a:pt x="166" y="12"/>
                </a:lnTo>
                <a:lnTo>
                  <a:pt x="167" y="12"/>
                </a:lnTo>
                <a:lnTo>
                  <a:pt x="168" y="12"/>
                </a:lnTo>
                <a:lnTo>
                  <a:pt x="168" y="13"/>
                </a:lnTo>
                <a:lnTo>
                  <a:pt x="169" y="13"/>
                </a:lnTo>
                <a:lnTo>
                  <a:pt x="170" y="14"/>
                </a:lnTo>
                <a:lnTo>
                  <a:pt x="171" y="14"/>
                </a:lnTo>
                <a:lnTo>
                  <a:pt x="172" y="14"/>
                </a:lnTo>
                <a:lnTo>
                  <a:pt x="174" y="14"/>
                </a:lnTo>
                <a:lnTo>
                  <a:pt x="175" y="14"/>
                </a:lnTo>
                <a:lnTo>
                  <a:pt x="176" y="14"/>
                </a:lnTo>
                <a:lnTo>
                  <a:pt x="175" y="14"/>
                </a:lnTo>
                <a:lnTo>
                  <a:pt x="175" y="15"/>
                </a:lnTo>
                <a:lnTo>
                  <a:pt x="175" y="16"/>
                </a:lnTo>
                <a:lnTo>
                  <a:pt x="175" y="17"/>
                </a:lnTo>
                <a:lnTo>
                  <a:pt x="175" y="18"/>
                </a:lnTo>
                <a:lnTo>
                  <a:pt x="175" y="19"/>
                </a:lnTo>
                <a:lnTo>
                  <a:pt x="175" y="20"/>
                </a:lnTo>
                <a:lnTo>
                  <a:pt x="176" y="20"/>
                </a:lnTo>
                <a:lnTo>
                  <a:pt x="176" y="19"/>
                </a:lnTo>
                <a:lnTo>
                  <a:pt x="177" y="18"/>
                </a:lnTo>
                <a:lnTo>
                  <a:pt x="177" y="17"/>
                </a:lnTo>
                <a:lnTo>
                  <a:pt x="178" y="16"/>
                </a:lnTo>
                <a:lnTo>
                  <a:pt x="179" y="17"/>
                </a:lnTo>
                <a:lnTo>
                  <a:pt x="179" y="18"/>
                </a:lnTo>
                <a:lnTo>
                  <a:pt x="178" y="19"/>
                </a:lnTo>
                <a:lnTo>
                  <a:pt x="179" y="19"/>
                </a:lnTo>
                <a:lnTo>
                  <a:pt x="179" y="20"/>
                </a:lnTo>
                <a:lnTo>
                  <a:pt x="179" y="21"/>
                </a:lnTo>
                <a:lnTo>
                  <a:pt x="178" y="21"/>
                </a:lnTo>
                <a:lnTo>
                  <a:pt x="177" y="21"/>
                </a:lnTo>
                <a:lnTo>
                  <a:pt x="176" y="21"/>
                </a:lnTo>
                <a:lnTo>
                  <a:pt x="177" y="21"/>
                </a:lnTo>
                <a:lnTo>
                  <a:pt x="178" y="21"/>
                </a:lnTo>
                <a:lnTo>
                  <a:pt x="178" y="22"/>
                </a:lnTo>
                <a:lnTo>
                  <a:pt x="179" y="21"/>
                </a:lnTo>
                <a:lnTo>
                  <a:pt x="179" y="22"/>
                </a:lnTo>
                <a:lnTo>
                  <a:pt x="178" y="22"/>
                </a:lnTo>
                <a:lnTo>
                  <a:pt x="178" y="23"/>
                </a:lnTo>
                <a:lnTo>
                  <a:pt x="179" y="22"/>
                </a:lnTo>
                <a:lnTo>
                  <a:pt x="179" y="23"/>
                </a:lnTo>
                <a:lnTo>
                  <a:pt x="180" y="24"/>
                </a:lnTo>
                <a:lnTo>
                  <a:pt x="179" y="25"/>
                </a:lnTo>
                <a:lnTo>
                  <a:pt x="180" y="25"/>
                </a:lnTo>
                <a:lnTo>
                  <a:pt x="180" y="26"/>
                </a:lnTo>
                <a:lnTo>
                  <a:pt x="180" y="27"/>
                </a:lnTo>
                <a:lnTo>
                  <a:pt x="181" y="27"/>
                </a:lnTo>
                <a:lnTo>
                  <a:pt x="180" y="27"/>
                </a:lnTo>
                <a:lnTo>
                  <a:pt x="181" y="27"/>
                </a:lnTo>
                <a:lnTo>
                  <a:pt x="181" y="26"/>
                </a:lnTo>
                <a:lnTo>
                  <a:pt x="180" y="26"/>
                </a:lnTo>
                <a:lnTo>
                  <a:pt x="180" y="25"/>
                </a:lnTo>
                <a:lnTo>
                  <a:pt x="181" y="24"/>
                </a:lnTo>
                <a:lnTo>
                  <a:pt x="182" y="24"/>
                </a:lnTo>
                <a:lnTo>
                  <a:pt x="183" y="24"/>
                </a:lnTo>
                <a:lnTo>
                  <a:pt x="183" y="23"/>
                </a:lnTo>
                <a:lnTo>
                  <a:pt x="182" y="22"/>
                </a:lnTo>
                <a:lnTo>
                  <a:pt x="182" y="21"/>
                </a:lnTo>
                <a:lnTo>
                  <a:pt x="182" y="20"/>
                </a:lnTo>
                <a:lnTo>
                  <a:pt x="182" y="19"/>
                </a:lnTo>
                <a:lnTo>
                  <a:pt x="181" y="18"/>
                </a:lnTo>
                <a:lnTo>
                  <a:pt x="181" y="17"/>
                </a:lnTo>
                <a:lnTo>
                  <a:pt x="181" y="16"/>
                </a:lnTo>
                <a:lnTo>
                  <a:pt x="181" y="15"/>
                </a:lnTo>
                <a:lnTo>
                  <a:pt x="180" y="15"/>
                </a:lnTo>
                <a:lnTo>
                  <a:pt x="181" y="15"/>
                </a:lnTo>
                <a:lnTo>
                  <a:pt x="182" y="15"/>
                </a:lnTo>
                <a:lnTo>
                  <a:pt x="182" y="14"/>
                </a:lnTo>
                <a:lnTo>
                  <a:pt x="181" y="14"/>
                </a:lnTo>
                <a:lnTo>
                  <a:pt x="180" y="14"/>
                </a:lnTo>
                <a:lnTo>
                  <a:pt x="179" y="14"/>
                </a:lnTo>
                <a:lnTo>
                  <a:pt x="178" y="14"/>
                </a:lnTo>
                <a:lnTo>
                  <a:pt x="178" y="13"/>
                </a:lnTo>
                <a:lnTo>
                  <a:pt x="177" y="13"/>
                </a:lnTo>
                <a:lnTo>
                  <a:pt x="177" y="11"/>
                </a:lnTo>
                <a:lnTo>
                  <a:pt x="177" y="10"/>
                </a:lnTo>
                <a:lnTo>
                  <a:pt x="178" y="10"/>
                </a:lnTo>
                <a:lnTo>
                  <a:pt x="178" y="9"/>
                </a:lnTo>
                <a:lnTo>
                  <a:pt x="178" y="8"/>
                </a:lnTo>
                <a:lnTo>
                  <a:pt x="178" y="7"/>
                </a:lnTo>
                <a:lnTo>
                  <a:pt x="179" y="6"/>
                </a:lnTo>
                <a:lnTo>
                  <a:pt x="180" y="6"/>
                </a:lnTo>
                <a:lnTo>
                  <a:pt x="180" y="5"/>
                </a:lnTo>
                <a:lnTo>
                  <a:pt x="181" y="5"/>
                </a:lnTo>
                <a:lnTo>
                  <a:pt x="182" y="5"/>
                </a:lnTo>
                <a:lnTo>
                  <a:pt x="183" y="5"/>
                </a:lnTo>
                <a:lnTo>
                  <a:pt x="184" y="5"/>
                </a:lnTo>
                <a:lnTo>
                  <a:pt x="185" y="5"/>
                </a:lnTo>
                <a:lnTo>
                  <a:pt x="185" y="4"/>
                </a:lnTo>
                <a:lnTo>
                  <a:pt x="186" y="4"/>
                </a:lnTo>
                <a:lnTo>
                  <a:pt x="186" y="3"/>
                </a:lnTo>
                <a:lnTo>
                  <a:pt x="187" y="3"/>
                </a:lnTo>
                <a:lnTo>
                  <a:pt x="187" y="2"/>
                </a:lnTo>
                <a:lnTo>
                  <a:pt x="187" y="1"/>
                </a:lnTo>
                <a:lnTo>
                  <a:pt x="187" y="0"/>
                </a:lnTo>
                <a:lnTo>
                  <a:pt x="188" y="0"/>
                </a:lnTo>
                <a:lnTo>
                  <a:pt x="188" y="1"/>
                </a:lnTo>
                <a:lnTo>
                  <a:pt x="188" y="2"/>
                </a:lnTo>
                <a:lnTo>
                  <a:pt x="189" y="2"/>
                </a:lnTo>
                <a:lnTo>
                  <a:pt x="189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6" name=""/>
          <p:cNvSpPr/>
          <p:nvPr/>
        </p:nvSpPr>
        <p:spPr>
          <a:xfrm>
            <a:off x="1976040" y="438480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0" y="6"/>
                </a:moveTo>
                <a:lnTo>
                  <a:pt x="1" y="4"/>
                </a:lnTo>
                <a:lnTo>
                  <a:pt x="2" y="3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2" y="4"/>
                </a:lnTo>
                <a:lnTo>
                  <a:pt x="1" y="6"/>
                </a:lnTo>
                <a:lnTo>
                  <a:pt x="0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7" name=""/>
          <p:cNvSpPr/>
          <p:nvPr/>
        </p:nvSpPr>
        <p:spPr>
          <a:xfrm>
            <a:off x="1975680" y="43783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0"/>
                </a:moveTo>
                <a:lnTo>
                  <a:pt x="1" y="1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8" name=""/>
          <p:cNvSpPr/>
          <p:nvPr/>
        </p:nvSpPr>
        <p:spPr>
          <a:xfrm>
            <a:off x="1971360" y="437616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0" y="0"/>
                </a:moveTo>
                <a:lnTo>
                  <a:pt x="2" y="2"/>
                </a:lnTo>
                <a:lnTo>
                  <a:pt x="2" y="3"/>
                </a:lnTo>
                <a:lnTo>
                  <a:pt x="2" y="5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9" name=""/>
          <p:cNvSpPr/>
          <p:nvPr/>
        </p:nvSpPr>
        <p:spPr>
          <a:xfrm>
            <a:off x="1969200" y="437364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3" y="3"/>
                </a:moveTo>
                <a:lnTo>
                  <a:pt x="2" y="3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5" y="3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0" name=""/>
          <p:cNvSpPr/>
          <p:nvPr/>
        </p:nvSpPr>
        <p:spPr>
          <a:xfrm>
            <a:off x="1971000" y="43725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0"/>
                </a:moveTo>
                <a:lnTo>
                  <a:pt x="4" y="1"/>
                </a:lnTo>
                <a:lnTo>
                  <a:pt x="3" y="1"/>
                </a:lnTo>
                <a:lnTo>
                  <a:pt x="4" y="2"/>
                </a:ln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3" y="5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1" name=""/>
          <p:cNvSpPr/>
          <p:nvPr/>
        </p:nvSpPr>
        <p:spPr>
          <a:xfrm>
            <a:off x="1949400" y="43696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1"/>
                </a:lnTo>
                <a:lnTo>
                  <a:pt x="2" y="3"/>
                </a:lnTo>
                <a:lnTo>
                  <a:pt x="2" y="4"/>
                </a:ln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2" name=""/>
          <p:cNvSpPr/>
          <p:nvPr/>
        </p:nvSpPr>
        <p:spPr>
          <a:xfrm>
            <a:off x="1932120" y="4365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3" name=""/>
          <p:cNvSpPr/>
          <p:nvPr/>
        </p:nvSpPr>
        <p:spPr>
          <a:xfrm>
            <a:off x="1973520" y="43646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4" name=""/>
          <p:cNvSpPr/>
          <p:nvPr/>
        </p:nvSpPr>
        <p:spPr>
          <a:xfrm>
            <a:off x="1976040" y="4363920"/>
            <a:ext cx="2880" cy="3600"/>
          </a:xfrm>
          <a:custGeom>
            <a:avLst/>
            <a:gdLst/>
            <a:ahLst/>
            <a:rect l="0" t="0" r="r" b="b"/>
            <a:pathLst>
              <a:path fill="none" w="8" h="10">
                <a:moveTo>
                  <a:pt x="5" y="0"/>
                </a:move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8" y="3"/>
                </a:lnTo>
                <a:lnTo>
                  <a:pt x="8" y="1"/>
                </a:lnTo>
                <a:lnTo>
                  <a:pt x="8" y="3"/>
                </a:lnTo>
                <a:lnTo>
                  <a:pt x="8" y="4"/>
                </a:lnTo>
                <a:lnTo>
                  <a:pt x="8" y="5"/>
                </a:lnTo>
                <a:lnTo>
                  <a:pt x="7" y="5"/>
                </a:lnTo>
                <a:lnTo>
                  <a:pt x="7" y="6"/>
                </a:lnTo>
                <a:lnTo>
                  <a:pt x="7" y="7"/>
                </a:lnTo>
                <a:lnTo>
                  <a:pt x="6" y="7"/>
                </a:lnTo>
                <a:lnTo>
                  <a:pt x="6" y="8"/>
                </a:lnTo>
                <a:lnTo>
                  <a:pt x="6" y="9"/>
                </a:lnTo>
                <a:lnTo>
                  <a:pt x="5" y="9"/>
                </a:lnTo>
                <a:lnTo>
                  <a:pt x="5" y="10"/>
                </a:lnTo>
                <a:lnTo>
                  <a:pt x="5" y="9"/>
                </a:lnTo>
                <a:lnTo>
                  <a:pt x="4" y="9"/>
                </a:lnTo>
                <a:lnTo>
                  <a:pt x="4" y="10"/>
                </a:lnTo>
                <a:lnTo>
                  <a:pt x="4" y="9"/>
                </a:lnTo>
                <a:lnTo>
                  <a:pt x="2" y="9"/>
                </a:lnTo>
                <a:lnTo>
                  <a:pt x="1" y="9"/>
                </a:lnTo>
                <a:lnTo>
                  <a:pt x="1" y="8"/>
                </a:lnTo>
                <a:lnTo>
                  <a:pt x="0" y="8"/>
                </a:lnTo>
                <a:lnTo>
                  <a:pt x="0" y="7"/>
                </a:lnTo>
                <a:lnTo>
                  <a:pt x="0" y="8"/>
                </a:lnTo>
                <a:lnTo>
                  <a:pt x="1" y="8"/>
                </a:lnTo>
                <a:lnTo>
                  <a:pt x="1" y="7"/>
                </a:lnTo>
                <a:lnTo>
                  <a:pt x="1" y="8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2" y="1"/>
                </a:lnTo>
                <a:lnTo>
                  <a:pt x="4" y="1"/>
                </a:lnTo>
                <a:lnTo>
                  <a:pt x="4" y="3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5" name=""/>
          <p:cNvSpPr/>
          <p:nvPr/>
        </p:nvSpPr>
        <p:spPr>
          <a:xfrm>
            <a:off x="1964520" y="436284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4" y="0"/>
                </a:move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6" name=""/>
          <p:cNvSpPr/>
          <p:nvPr/>
        </p:nvSpPr>
        <p:spPr>
          <a:xfrm>
            <a:off x="1928520" y="435960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5" y="4"/>
                </a:moveTo>
                <a:lnTo>
                  <a:pt x="4" y="5"/>
                </a:lnTo>
                <a:lnTo>
                  <a:pt x="4" y="6"/>
                </a:ln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6"/>
                </a:lnTo>
                <a:lnTo>
                  <a:pt x="2" y="6"/>
                </a:lnTo>
                <a:lnTo>
                  <a:pt x="2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5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7" name=""/>
          <p:cNvSpPr/>
          <p:nvPr/>
        </p:nvSpPr>
        <p:spPr>
          <a:xfrm>
            <a:off x="1971720" y="43592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8" name=""/>
          <p:cNvSpPr/>
          <p:nvPr/>
        </p:nvSpPr>
        <p:spPr>
          <a:xfrm>
            <a:off x="1966320" y="4358520"/>
            <a:ext cx="10080" cy="6840"/>
          </a:xfrm>
          <a:custGeom>
            <a:avLst/>
            <a:gdLst/>
            <a:ahLst/>
            <a:rect l="0" t="0" r="r" b="b"/>
            <a:pathLst>
              <a:path fill="none" w="28" h="19">
                <a:moveTo>
                  <a:pt x="15" y="2"/>
                </a:moveTo>
                <a:lnTo>
                  <a:pt x="16" y="3"/>
                </a:lnTo>
                <a:lnTo>
                  <a:pt x="16" y="4"/>
                </a:lnTo>
                <a:lnTo>
                  <a:pt x="17" y="4"/>
                </a:lnTo>
                <a:lnTo>
                  <a:pt x="18" y="4"/>
                </a:lnTo>
                <a:lnTo>
                  <a:pt x="19" y="4"/>
                </a:lnTo>
                <a:lnTo>
                  <a:pt x="20" y="4"/>
                </a:lnTo>
                <a:lnTo>
                  <a:pt x="21" y="4"/>
                </a:lnTo>
                <a:lnTo>
                  <a:pt x="21" y="3"/>
                </a:lnTo>
                <a:lnTo>
                  <a:pt x="22" y="3"/>
                </a:lnTo>
                <a:lnTo>
                  <a:pt x="23" y="2"/>
                </a:lnTo>
                <a:lnTo>
                  <a:pt x="24" y="2"/>
                </a:lnTo>
                <a:lnTo>
                  <a:pt x="25" y="2"/>
                </a:lnTo>
                <a:lnTo>
                  <a:pt x="26" y="2"/>
                </a:lnTo>
                <a:lnTo>
                  <a:pt x="26" y="3"/>
                </a:lnTo>
                <a:lnTo>
                  <a:pt x="27" y="3"/>
                </a:lnTo>
                <a:lnTo>
                  <a:pt x="28" y="3"/>
                </a:lnTo>
                <a:lnTo>
                  <a:pt x="28" y="4"/>
                </a:lnTo>
                <a:lnTo>
                  <a:pt x="28" y="5"/>
                </a:lnTo>
                <a:lnTo>
                  <a:pt x="27" y="7"/>
                </a:lnTo>
                <a:lnTo>
                  <a:pt x="27" y="8"/>
                </a:lnTo>
                <a:lnTo>
                  <a:pt x="27" y="9"/>
                </a:lnTo>
                <a:lnTo>
                  <a:pt x="26" y="11"/>
                </a:lnTo>
                <a:lnTo>
                  <a:pt x="26" y="12"/>
                </a:lnTo>
                <a:lnTo>
                  <a:pt x="26" y="13"/>
                </a:lnTo>
                <a:lnTo>
                  <a:pt x="26" y="16"/>
                </a:lnTo>
                <a:lnTo>
                  <a:pt x="26" y="18"/>
                </a:lnTo>
                <a:lnTo>
                  <a:pt x="25" y="18"/>
                </a:lnTo>
                <a:lnTo>
                  <a:pt x="25" y="19"/>
                </a:lnTo>
                <a:lnTo>
                  <a:pt x="24" y="19"/>
                </a:lnTo>
                <a:lnTo>
                  <a:pt x="24" y="18"/>
                </a:lnTo>
                <a:lnTo>
                  <a:pt x="23" y="18"/>
                </a:lnTo>
                <a:lnTo>
                  <a:pt x="23" y="17"/>
                </a:lnTo>
                <a:lnTo>
                  <a:pt x="23" y="16"/>
                </a:lnTo>
                <a:lnTo>
                  <a:pt x="23" y="15"/>
                </a:lnTo>
                <a:lnTo>
                  <a:pt x="22" y="15"/>
                </a:lnTo>
                <a:lnTo>
                  <a:pt x="22" y="14"/>
                </a:lnTo>
                <a:lnTo>
                  <a:pt x="22" y="13"/>
                </a:lnTo>
                <a:lnTo>
                  <a:pt x="21" y="12"/>
                </a:lnTo>
                <a:lnTo>
                  <a:pt x="20" y="12"/>
                </a:lnTo>
                <a:lnTo>
                  <a:pt x="20" y="11"/>
                </a:lnTo>
                <a:lnTo>
                  <a:pt x="19" y="11"/>
                </a:lnTo>
                <a:lnTo>
                  <a:pt x="18" y="11"/>
                </a:lnTo>
                <a:lnTo>
                  <a:pt x="17" y="11"/>
                </a:lnTo>
                <a:lnTo>
                  <a:pt x="16" y="11"/>
                </a:lnTo>
                <a:lnTo>
                  <a:pt x="15" y="11"/>
                </a:lnTo>
                <a:lnTo>
                  <a:pt x="14" y="11"/>
                </a:lnTo>
                <a:lnTo>
                  <a:pt x="13" y="11"/>
                </a:lnTo>
                <a:lnTo>
                  <a:pt x="12" y="11"/>
                </a:lnTo>
                <a:lnTo>
                  <a:pt x="11" y="11"/>
                </a:lnTo>
                <a:lnTo>
                  <a:pt x="10" y="11"/>
                </a:lnTo>
                <a:lnTo>
                  <a:pt x="9" y="11"/>
                </a:lnTo>
                <a:lnTo>
                  <a:pt x="9" y="12"/>
                </a:lnTo>
                <a:lnTo>
                  <a:pt x="8" y="12"/>
                </a:lnTo>
                <a:lnTo>
                  <a:pt x="7" y="13"/>
                </a:lnTo>
                <a:lnTo>
                  <a:pt x="5" y="13"/>
                </a:lnTo>
                <a:lnTo>
                  <a:pt x="5" y="14"/>
                </a:lnTo>
                <a:lnTo>
                  <a:pt x="4" y="14"/>
                </a:lnTo>
                <a:lnTo>
                  <a:pt x="3" y="14"/>
                </a:lnTo>
                <a:lnTo>
                  <a:pt x="2" y="14"/>
                </a:lnTo>
                <a:lnTo>
                  <a:pt x="1" y="14"/>
                </a:lnTo>
                <a:lnTo>
                  <a:pt x="1" y="15"/>
                </a:lnTo>
                <a:lnTo>
                  <a:pt x="0" y="15"/>
                </a:lnTo>
                <a:lnTo>
                  <a:pt x="0" y="14"/>
                </a:lnTo>
                <a:lnTo>
                  <a:pt x="0" y="13"/>
                </a:lnTo>
                <a:lnTo>
                  <a:pt x="1" y="13"/>
                </a:lnTo>
                <a:lnTo>
                  <a:pt x="1" y="12"/>
                </a:lnTo>
                <a:lnTo>
                  <a:pt x="2" y="11"/>
                </a:lnTo>
                <a:lnTo>
                  <a:pt x="2" y="10"/>
                </a:lnTo>
                <a:lnTo>
                  <a:pt x="3" y="9"/>
                </a:lnTo>
                <a:lnTo>
                  <a:pt x="4" y="8"/>
                </a:lnTo>
                <a:lnTo>
                  <a:pt x="4" y="7"/>
                </a:lnTo>
                <a:lnTo>
                  <a:pt x="5" y="8"/>
                </a:lnTo>
                <a:lnTo>
                  <a:pt x="7" y="8"/>
                </a:lnTo>
                <a:lnTo>
                  <a:pt x="8" y="8"/>
                </a:lnTo>
                <a:lnTo>
                  <a:pt x="7" y="8"/>
                </a:lnTo>
                <a:lnTo>
                  <a:pt x="5" y="7"/>
                </a:lnTo>
                <a:lnTo>
                  <a:pt x="5" y="5"/>
                </a:lnTo>
                <a:lnTo>
                  <a:pt x="7" y="5"/>
                </a:lnTo>
                <a:lnTo>
                  <a:pt x="5" y="5"/>
                </a:lnTo>
                <a:lnTo>
                  <a:pt x="5" y="4"/>
                </a:lnTo>
                <a:lnTo>
                  <a:pt x="7" y="5"/>
                </a:lnTo>
                <a:lnTo>
                  <a:pt x="7" y="4"/>
                </a:lnTo>
                <a:lnTo>
                  <a:pt x="7" y="3"/>
                </a:lnTo>
                <a:lnTo>
                  <a:pt x="5" y="3"/>
                </a:lnTo>
                <a:lnTo>
                  <a:pt x="5" y="2"/>
                </a:lnTo>
                <a:lnTo>
                  <a:pt x="7" y="2"/>
                </a:lnTo>
                <a:lnTo>
                  <a:pt x="8" y="2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2" y="1"/>
                </a:lnTo>
                <a:lnTo>
                  <a:pt x="13" y="1"/>
                </a:lnTo>
                <a:lnTo>
                  <a:pt x="13" y="0"/>
                </a:lnTo>
                <a:lnTo>
                  <a:pt x="14" y="0"/>
                </a:lnTo>
                <a:lnTo>
                  <a:pt x="14" y="1"/>
                </a:lnTo>
                <a:lnTo>
                  <a:pt x="15" y="1"/>
                </a:lnTo>
                <a:lnTo>
                  <a:pt x="1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240" rIns="360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9" name=""/>
          <p:cNvSpPr/>
          <p:nvPr/>
        </p:nvSpPr>
        <p:spPr>
          <a:xfrm>
            <a:off x="1970640" y="43578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2"/>
                </a:moveTo>
                <a:lnTo>
                  <a:pt x="5" y="4"/>
                </a:lnTo>
                <a:lnTo>
                  <a:pt x="3" y="4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0" name=""/>
          <p:cNvSpPr/>
          <p:nvPr/>
        </p:nvSpPr>
        <p:spPr>
          <a:xfrm>
            <a:off x="1971720" y="43560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1" y="2"/>
                </a:moveTo>
                <a:lnTo>
                  <a:pt x="0" y="2"/>
                </a:lnTo>
                <a:lnTo>
                  <a:pt x="0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1" name=""/>
          <p:cNvSpPr/>
          <p:nvPr/>
        </p:nvSpPr>
        <p:spPr>
          <a:xfrm>
            <a:off x="1974240" y="4354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2" name=""/>
          <p:cNvSpPr/>
          <p:nvPr/>
        </p:nvSpPr>
        <p:spPr>
          <a:xfrm>
            <a:off x="1972080" y="4354200"/>
            <a:ext cx="6480" cy="5040"/>
          </a:xfrm>
          <a:custGeom>
            <a:avLst/>
            <a:gdLst/>
            <a:ahLst/>
            <a:rect l="0" t="0" r="r" b="b"/>
            <a:pathLst>
              <a:path fill="none" w="18" h="14">
                <a:moveTo>
                  <a:pt x="18" y="0"/>
                </a:moveTo>
                <a:lnTo>
                  <a:pt x="18" y="1"/>
                </a:lnTo>
                <a:lnTo>
                  <a:pt x="18" y="2"/>
                </a:lnTo>
                <a:lnTo>
                  <a:pt x="17" y="3"/>
                </a:lnTo>
                <a:lnTo>
                  <a:pt x="16" y="5"/>
                </a:lnTo>
                <a:lnTo>
                  <a:pt x="16" y="6"/>
                </a:lnTo>
                <a:lnTo>
                  <a:pt x="15" y="8"/>
                </a:lnTo>
                <a:lnTo>
                  <a:pt x="15" y="9"/>
                </a:lnTo>
                <a:lnTo>
                  <a:pt x="15" y="10"/>
                </a:lnTo>
                <a:lnTo>
                  <a:pt x="15" y="11"/>
                </a:lnTo>
                <a:lnTo>
                  <a:pt x="14" y="12"/>
                </a:lnTo>
                <a:lnTo>
                  <a:pt x="14" y="13"/>
                </a:lnTo>
                <a:lnTo>
                  <a:pt x="13" y="13"/>
                </a:lnTo>
                <a:lnTo>
                  <a:pt x="12" y="13"/>
                </a:lnTo>
                <a:lnTo>
                  <a:pt x="11" y="14"/>
                </a:lnTo>
                <a:lnTo>
                  <a:pt x="10" y="14"/>
                </a:lnTo>
                <a:lnTo>
                  <a:pt x="10" y="13"/>
                </a:lnTo>
                <a:lnTo>
                  <a:pt x="10" y="12"/>
                </a:lnTo>
                <a:lnTo>
                  <a:pt x="10" y="11"/>
                </a:lnTo>
                <a:lnTo>
                  <a:pt x="10" y="10"/>
                </a:lnTo>
                <a:lnTo>
                  <a:pt x="9" y="11"/>
                </a:lnTo>
                <a:lnTo>
                  <a:pt x="9" y="10"/>
                </a:lnTo>
                <a:lnTo>
                  <a:pt x="9" y="9"/>
                </a:lnTo>
                <a:lnTo>
                  <a:pt x="8" y="9"/>
                </a:lnTo>
                <a:lnTo>
                  <a:pt x="8" y="8"/>
                </a:lnTo>
                <a:lnTo>
                  <a:pt x="9" y="8"/>
                </a:lnTo>
                <a:lnTo>
                  <a:pt x="8" y="8"/>
                </a:lnTo>
                <a:lnTo>
                  <a:pt x="8" y="6"/>
                </a:lnTo>
                <a:lnTo>
                  <a:pt x="9" y="6"/>
                </a:lnTo>
                <a:lnTo>
                  <a:pt x="9" y="5"/>
                </a:lnTo>
                <a:lnTo>
                  <a:pt x="8" y="5"/>
                </a:lnTo>
                <a:lnTo>
                  <a:pt x="8" y="6"/>
                </a:lnTo>
                <a:lnTo>
                  <a:pt x="8" y="8"/>
                </a:lnTo>
                <a:lnTo>
                  <a:pt x="7" y="8"/>
                </a:lnTo>
                <a:lnTo>
                  <a:pt x="7" y="6"/>
                </a:lnTo>
                <a:lnTo>
                  <a:pt x="6" y="6"/>
                </a:lnTo>
                <a:lnTo>
                  <a:pt x="6" y="8"/>
                </a:lnTo>
                <a:lnTo>
                  <a:pt x="4" y="8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8" y="1"/>
                </a:lnTo>
                <a:lnTo>
                  <a:pt x="8" y="2"/>
                </a:lnTo>
                <a:lnTo>
                  <a:pt x="8" y="3"/>
                </a:lnTo>
                <a:lnTo>
                  <a:pt x="7" y="3"/>
                </a:lnTo>
                <a:lnTo>
                  <a:pt x="8" y="3"/>
                </a:lnTo>
                <a:lnTo>
                  <a:pt x="9" y="3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2" y="2"/>
                </a:lnTo>
                <a:lnTo>
                  <a:pt x="12" y="1"/>
                </a:lnTo>
                <a:lnTo>
                  <a:pt x="14" y="1"/>
                </a:lnTo>
                <a:lnTo>
                  <a:pt x="14" y="2"/>
                </a:lnTo>
                <a:lnTo>
                  <a:pt x="15" y="2"/>
                </a:lnTo>
                <a:lnTo>
                  <a:pt x="16" y="2"/>
                </a:lnTo>
                <a:lnTo>
                  <a:pt x="17" y="1"/>
                </a:lnTo>
                <a:lnTo>
                  <a:pt x="17" y="0"/>
                </a:lnTo>
                <a:lnTo>
                  <a:pt x="18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3" name=""/>
          <p:cNvSpPr/>
          <p:nvPr/>
        </p:nvSpPr>
        <p:spPr>
          <a:xfrm>
            <a:off x="1928520" y="43441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4" name=""/>
          <p:cNvSpPr/>
          <p:nvPr/>
        </p:nvSpPr>
        <p:spPr>
          <a:xfrm>
            <a:off x="1996200" y="43477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5" name=""/>
          <p:cNvSpPr/>
          <p:nvPr/>
        </p:nvSpPr>
        <p:spPr>
          <a:xfrm>
            <a:off x="1991520" y="4343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6" name=""/>
          <p:cNvSpPr/>
          <p:nvPr/>
        </p:nvSpPr>
        <p:spPr>
          <a:xfrm>
            <a:off x="1915200" y="43394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7" name=""/>
          <p:cNvSpPr/>
          <p:nvPr/>
        </p:nvSpPr>
        <p:spPr>
          <a:xfrm>
            <a:off x="1926720" y="43387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5"/>
                </a:moveTo>
                <a:lnTo>
                  <a:pt x="0" y="3"/>
                </a:lnTo>
                <a:lnTo>
                  <a:pt x="1" y="2"/>
                </a:lnTo>
                <a:lnTo>
                  <a:pt x="3" y="2"/>
                </a:lnTo>
                <a:lnTo>
                  <a:pt x="4" y="0"/>
                </a:lnTo>
                <a:lnTo>
                  <a:pt x="4" y="2"/>
                </a:lnTo>
                <a:lnTo>
                  <a:pt x="3" y="3"/>
                </a:lnTo>
                <a:lnTo>
                  <a:pt x="1" y="3"/>
                </a:lnTo>
                <a:lnTo>
                  <a:pt x="0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8" name=""/>
          <p:cNvSpPr/>
          <p:nvPr/>
        </p:nvSpPr>
        <p:spPr>
          <a:xfrm>
            <a:off x="1904400" y="43372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9" name=""/>
          <p:cNvSpPr/>
          <p:nvPr/>
        </p:nvSpPr>
        <p:spPr>
          <a:xfrm>
            <a:off x="1927800" y="4338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0" name=""/>
          <p:cNvSpPr/>
          <p:nvPr/>
        </p:nvSpPr>
        <p:spPr>
          <a:xfrm>
            <a:off x="1903680" y="4336920"/>
            <a:ext cx="2520" cy="5040"/>
          </a:xfrm>
          <a:custGeom>
            <a:avLst/>
            <a:gdLst/>
            <a:ahLst/>
            <a:rect l="0" t="0" r="r" b="b"/>
            <a:pathLst>
              <a:path fill="none" w="7" h="14">
                <a:moveTo>
                  <a:pt x="6" y="2"/>
                </a:moveTo>
                <a:lnTo>
                  <a:pt x="7" y="2"/>
                </a:lnTo>
                <a:lnTo>
                  <a:pt x="7" y="3"/>
                </a:lnTo>
                <a:lnTo>
                  <a:pt x="6" y="4"/>
                </a:lnTo>
                <a:lnTo>
                  <a:pt x="4" y="4"/>
                </a:lnTo>
                <a:lnTo>
                  <a:pt x="4" y="5"/>
                </a:lnTo>
                <a:lnTo>
                  <a:pt x="4" y="6"/>
                </a:lnTo>
                <a:lnTo>
                  <a:pt x="4" y="8"/>
                </a:lnTo>
                <a:lnTo>
                  <a:pt x="4" y="9"/>
                </a:lnTo>
                <a:lnTo>
                  <a:pt x="3" y="9"/>
                </a:lnTo>
                <a:lnTo>
                  <a:pt x="3" y="10"/>
                </a:lnTo>
                <a:lnTo>
                  <a:pt x="3" y="11"/>
                </a:lnTo>
                <a:lnTo>
                  <a:pt x="2" y="11"/>
                </a:lnTo>
                <a:lnTo>
                  <a:pt x="2" y="12"/>
                </a:lnTo>
                <a:lnTo>
                  <a:pt x="3" y="12"/>
                </a:lnTo>
                <a:lnTo>
                  <a:pt x="3" y="14"/>
                </a:lnTo>
                <a:lnTo>
                  <a:pt x="2" y="14"/>
                </a:lnTo>
                <a:lnTo>
                  <a:pt x="2" y="13"/>
                </a:lnTo>
                <a:lnTo>
                  <a:pt x="1" y="13"/>
                </a:lnTo>
                <a:lnTo>
                  <a:pt x="1" y="11"/>
                </a:lnTo>
                <a:lnTo>
                  <a:pt x="0" y="9"/>
                </a:lnTo>
                <a:lnTo>
                  <a:pt x="0" y="8"/>
                </a:lnTo>
                <a:lnTo>
                  <a:pt x="1" y="8"/>
                </a:lnTo>
                <a:lnTo>
                  <a:pt x="1" y="6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3" y="3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1" name=""/>
          <p:cNvSpPr/>
          <p:nvPr/>
        </p:nvSpPr>
        <p:spPr>
          <a:xfrm>
            <a:off x="1904040" y="43358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2" name=""/>
          <p:cNvSpPr/>
          <p:nvPr/>
        </p:nvSpPr>
        <p:spPr>
          <a:xfrm>
            <a:off x="1920960" y="43354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3" name=""/>
          <p:cNvSpPr/>
          <p:nvPr/>
        </p:nvSpPr>
        <p:spPr>
          <a:xfrm>
            <a:off x="1911960" y="43347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4" y="0"/>
                </a:lnTo>
                <a:lnTo>
                  <a:pt x="4" y="1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4" name=""/>
          <p:cNvSpPr/>
          <p:nvPr/>
        </p:nvSpPr>
        <p:spPr>
          <a:xfrm>
            <a:off x="2028600" y="43412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2"/>
                </a:move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5" name=""/>
          <p:cNvSpPr/>
          <p:nvPr/>
        </p:nvSpPr>
        <p:spPr>
          <a:xfrm>
            <a:off x="1911600" y="4334400"/>
            <a:ext cx="36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6" name=""/>
          <p:cNvSpPr/>
          <p:nvPr/>
        </p:nvSpPr>
        <p:spPr>
          <a:xfrm>
            <a:off x="1911600" y="43336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7" name=""/>
          <p:cNvSpPr/>
          <p:nvPr/>
        </p:nvSpPr>
        <p:spPr>
          <a:xfrm>
            <a:off x="1911600" y="4333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8" name=""/>
          <p:cNvSpPr/>
          <p:nvPr/>
        </p:nvSpPr>
        <p:spPr>
          <a:xfrm>
            <a:off x="2027520" y="43394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9" name=""/>
          <p:cNvSpPr/>
          <p:nvPr/>
        </p:nvSpPr>
        <p:spPr>
          <a:xfrm>
            <a:off x="2048400" y="43405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4"/>
                </a:moveTo>
                <a:lnTo>
                  <a:pt x="0" y="4"/>
                </a:lnTo>
                <a:lnTo>
                  <a:pt x="2" y="2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0" name=""/>
          <p:cNvSpPr/>
          <p:nvPr/>
        </p:nvSpPr>
        <p:spPr>
          <a:xfrm>
            <a:off x="2041560" y="43398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1" name=""/>
          <p:cNvSpPr/>
          <p:nvPr/>
        </p:nvSpPr>
        <p:spPr>
          <a:xfrm>
            <a:off x="2026440" y="43383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2" name=""/>
          <p:cNvSpPr/>
          <p:nvPr/>
        </p:nvSpPr>
        <p:spPr>
          <a:xfrm>
            <a:off x="2044080" y="43394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3" name=""/>
          <p:cNvSpPr/>
          <p:nvPr/>
        </p:nvSpPr>
        <p:spPr>
          <a:xfrm>
            <a:off x="2016720" y="4337640"/>
            <a:ext cx="7200" cy="4320"/>
          </a:xfrm>
          <a:custGeom>
            <a:avLst/>
            <a:gdLst/>
            <a:ahLst/>
            <a:rect l="0" t="0" r="r" b="b"/>
            <a:pathLst>
              <a:path fill="none" w="20" h="12">
                <a:moveTo>
                  <a:pt x="11" y="1"/>
                </a:moveTo>
                <a:lnTo>
                  <a:pt x="12" y="3"/>
                </a:lnTo>
                <a:lnTo>
                  <a:pt x="14" y="1"/>
                </a:lnTo>
                <a:lnTo>
                  <a:pt x="14" y="3"/>
                </a:lnTo>
                <a:lnTo>
                  <a:pt x="14" y="1"/>
                </a:lnTo>
                <a:lnTo>
                  <a:pt x="15" y="0"/>
                </a:lnTo>
                <a:lnTo>
                  <a:pt x="15" y="1"/>
                </a:lnTo>
                <a:lnTo>
                  <a:pt x="15" y="3"/>
                </a:lnTo>
                <a:lnTo>
                  <a:pt x="16" y="3"/>
                </a:lnTo>
                <a:lnTo>
                  <a:pt x="16" y="1"/>
                </a:lnTo>
                <a:lnTo>
                  <a:pt x="17" y="1"/>
                </a:lnTo>
                <a:lnTo>
                  <a:pt x="18" y="1"/>
                </a:lnTo>
                <a:lnTo>
                  <a:pt x="19" y="1"/>
                </a:lnTo>
                <a:lnTo>
                  <a:pt x="19" y="3"/>
                </a:lnTo>
                <a:lnTo>
                  <a:pt x="20" y="3"/>
                </a:lnTo>
                <a:lnTo>
                  <a:pt x="20" y="4"/>
                </a:lnTo>
                <a:lnTo>
                  <a:pt x="19" y="4"/>
                </a:lnTo>
                <a:lnTo>
                  <a:pt x="19" y="5"/>
                </a:lnTo>
                <a:lnTo>
                  <a:pt x="18" y="5"/>
                </a:lnTo>
                <a:lnTo>
                  <a:pt x="17" y="5"/>
                </a:lnTo>
                <a:lnTo>
                  <a:pt x="16" y="6"/>
                </a:lnTo>
                <a:lnTo>
                  <a:pt x="15" y="6"/>
                </a:lnTo>
                <a:lnTo>
                  <a:pt x="15" y="7"/>
                </a:lnTo>
                <a:lnTo>
                  <a:pt x="14" y="7"/>
                </a:lnTo>
                <a:lnTo>
                  <a:pt x="14" y="6"/>
                </a:lnTo>
                <a:lnTo>
                  <a:pt x="14" y="7"/>
                </a:lnTo>
                <a:lnTo>
                  <a:pt x="12" y="7"/>
                </a:lnTo>
                <a:lnTo>
                  <a:pt x="12" y="6"/>
                </a:lnTo>
                <a:lnTo>
                  <a:pt x="11" y="6"/>
                </a:lnTo>
                <a:lnTo>
                  <a:pt x="11" y="7"/>
                </a:lnTo>
                <a:lnTo>
                  <a:pt x="10" y="7"/>
                </a:lnTo>
                <a:lnTo>
                  <a:pt x="9" y="7"/>
                </a:lnTo>
                <a:lnTo>
                  <a:pt x="8" y="8"/>
                </a:lnTo>
                <a:lnTo>
                  <a:pt x="7" y="9"/>
                </a:lnTo>
                <a:lnTo>
                  <a:pt x="6" y="10"/>
                </a:lnTo>
                <a:lnTo>
                  <a:pt x="5" y="11"/>
                </a:lnTo>
                <a:lnTo>
                  <a:pt x="4" y="11"/>
                </a:lnTo>
                <a:lnTo>
                  <a:pt x="4" y="10"/>
                </a:lnTo>
                <a:lnTo>
                  <a:pt x="3" y="10"/>
                </a:lnTo>
                <a:lnTo>
                  <a:pt x="3" y="11"/>
                </a:lnTo>
                <a:lnTo>
                  <a:pt x="2" y="11"/>
                </a:lnTo>
                <a:lnTo>
                  <a:pt x="1" y="11"/>
                </a:lnTo>
                <a:lnTo>
                  <a:pt x="1" y="12"/>
                </a:lnTo>
                <a:lnTo>
                  <a:pt x="0" y="12"/>
                </a:lnTo>
                <a:lnTo>
                  <a:pt x="0" y="11"/>
                </a:lnTo>
                <a:lnTo>
                  <a:pt x="0" y="10"/>
                </a:lnTo>
                <a:lnTo>
                  <a:pt x="1" y="11"/>
                </a:lnTo>
                <a:lnTo>
                  <a:pt x="1" y="10"/>
                </a:lnTo>
                <a:lnTo>
                  <a:pt x="2" y="10"/>
                </a:lnTo>
                <a:lnTo>
                  <a:pt x="2" y="9"/>
                </a:lnTo>
                <a:lnTo>
                  <a:pt x="1" y="8"/>
                </a:lnTo>
                <a:lnTo>
                  <a:pt x="2" y="8"/>
                </a:lnTo>
                <a:lnTo>
                  <a:pt x="3" y="7"/>
                </a:lnTo>
                <a:lnTo>
                  <a:pt x="4" y="6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2" y="3"/>
                </a:lnTo>
                <a:lnTo>
                  <a:pt x="3" y="1"/>
                </a:lnTo>
                <a:lnTo>
                  <a:pt x="4" y="1"/>
                </a:lnTo>
                <a:lnTo>
                  <a:pt x="6" y="3"/>
                </a:lnTo>
                <a:lnTo>
                  <a:pt x="7" y="3"/>
                </a:lnTo>
                <a:lnTo>
                  <a:pt x="8" y="3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9" y="1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4" name=""/>
          <p:cNvSpPr/>
          <p:nvPr/>
        </p:nvSpPr>
        <p:spPr>
          <a:xfrm>
            <a:off x="2044440" y="4339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5" name=""/>
          <p:cNvSpPr/>
          <p:nvPr/>
        </p:nvSpPr>
        <p:spPr>
          <a:xfrm>
            <a:off x="2050560" y="43394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4" y="0"/>
                </a:moveTo>
                <a:lnTo>
                  <a:pt x="5" y="0"/>
                </a:lnTo>
                <a:lnTo>
                  <a:pt x="5" y="2"/>
                </a:lnTo>
                <a:lnTo>
                  <a:pt x="4" y="2"/>
                </a:lnTo>
                <a:lnTo>
                  <a:pt x="4" y="4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6" name=""/>
          <p:cNvSpPr/>
          <p:nvPr/>
        </p:nvSpPr>
        <p:spPr>
          <a:xfrm>
            <a:off x="2017080" y="433620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1"/>
                </a:move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7" name=""/>
          <p:cNvSpPr/>
          <p:nvPr/>
        </p:nvSpPr>
        <p:spPr>
          <a:xfrm>
            <a:off x="2016000" y="43362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8" name=""/>
          <p:cNvSpPr/>
          <p:nvPr/>
        </p:nvSpPr>
        <p:spPr>
          <a:xfrm>
            <a:off x="1911960" y="4329000"/>
            <a:ext cx="1800" cy="2520"/>
          </a:xfrm>
          <a:custGeom>
            <a:avLst/>
            <a:gdLst/>
            <a:ahLst/>
            <a:rect l="0" t="0" r="r" b="b"/>
            <a:pathLst>
              <a:path fill="none" w="5" h="7">
                <a:moveTo>
                  <a:pt x="5" y="2"/>
                </a:moveTo>
                <a:lnTo>
                  <a:pt x="4" y="4"/>
                </a:lnTo>
                <a:lnTo>
                  <a:pt x="2" y="4"/>
                </a:lnTo>
                <a:lnTo>
                  <a:pt x="2" y="5"/>
                </a:lnTo>
                <a:lnTo>
                  <a:pt x="1" y="5"/>
                </a:lnTo>
                <a:lnTo>
                  <a:pt x="1" y="6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9" name=""/>
          <p:cNvSpPr/>
          <p:nvPr/>
        </p:nvSpPr>
        <p:spPr>
          <a:xfrm>
            <a:off x="2016720" y="4335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0" name=""/>
          <p:cNvSpPr/>
          <p:nvPr/>
        </p:nvSpPr>
        <p:spPr>
          <a:xfrm>
            <a:off x="2036880" y="433656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2"/>
                </a:moveTo>
                <a:lnTo>
                  <a:pt x="5" y="3"/>
                </a:lnTo>
                <a:lnTo>
                  <a:pt x="3" y="3"/>
                </a:lnTo>
                <a:lnTo>
                  <a:pt x="3" y="5"/>
                </a:lnTo>
                <a:lnTo>
                  <a:pt x="2" y="5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1" name=""/>
          <p:cNvSpPr/>
          <p:nvPr/>
        </p:nvSpPr>
        <p:spPr>
          <a:xfrm>
            <a:off x="2016720" y="43347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2" name=""/>
          <p:cNvSpPr/>
          <p:nvPr/>
        </p:nvSpPr>
        <p:spPr>
          <a:xfrm>
            <a:off x="2039760" y="4335480"/>
            <a:ext cx="5040" cy="5400"/>
          </a:xfrm>
          <a:custGeom>
            <a:avLst/>
            <a:gdLst/>
            <a:ahLst/>
            <a:rect l="0" t="0" r="r" b="b"/>
            <a:pathLst>
              <a:path fill="none" w="14" h="15">
                <a:moveTo>
                  <a:pt x="13" y="1"/>
                </a:moveTo>
                <a:lnTo>
                  <a:pt x="14" y="1"/>
                </a:lnTo>
                <a:lnTo>
                  <a:pt x="14" y="3"/>
                </a:lnTo>
                <a:lnTo>
                  <a:pt x="14" y="4"/>
                </a:lnTo>
                <a:lnTo>
                  <a:pt x="14" y="5"/>
                </a:lnTo>
                <a:lnTo>
                  <a:pt x="13" y="5"/>
                </a:lnTo>
                <a:lnTo>
                  <a:pt x="12" y="6"/>
                </a:lnTo>
                <a:lnTo>
                  <a:pt x="11" y="6"/>
                </a:lnTo>
                <a:lnTo>
                  <a:pt x="11" y="7"/>
                </a:lnTo>
                <a:lnTo>
                  <a:pt x="11" y="8"/>
                </a:lnTo>
                <a:lnTo>
                  <a:pt x="12" y="8"/>
                </a:lnTo>
                <a:lnTo>
                  <a:pt x="12" y="9"/>
                </a:lnTo>
                <a:lnTo>
                  <a:pt x="13" y="9"/>
                </a:lnTo>
                <a:lnTo>
                  <a:pt x="14" y="9"/>
                </a:lnTo>
                <a:lnTo>
                  <a:pt x="14" y="10"/>
                </a:lnTo>
                <a:lnTo>
                  <a:pt x="13" y="10"/>
                </a:lnTo>
                <a:lnTo>
                  <a:pt x="11" y="10"/>
                </a:lnTo>
                <a:lnTo>
                  <a:pt x="11" y="11"/>
                </a:lnTo>
                <a:lnTo>
                  <a:pt x="10" y="11"/>
                </a:lnTo>
                <a:lnTo>
                  <a:pt x="10" y="12"/>
                </a:lnTo>
                <a:lnTo>
                  <a:pt x="8" y="12"/>
                </a:lnTo>
                <a:lnTo>
                  <a:pt x="7" y="12"/>
                </a:lnTo>
                <a:lnTo>
                  <a:pt x="7" y="13"/>
                </a:lnTo>
                <a:lnTo>
                  <a:pt x="7" y="12"/>
                </a:lnTo>
                <a:lnTo>
                  <a:pt x="6" y="12"/>
                </a:lnTo>
                <a:lnTo>
                  <a:pt x="5" y="12"/>
                </a:lnTo>
                <a:lnTo>
                  <a:pt x="5" y="11"/>
                </a:lnTo>
                <a:lnTo>
                  <a:pt x="4" y="11"/>
                </a:lnTo>
                <a:lnTo>
                  <a:pt x="4" y="12"/>
                </a:lnTo>
                <a:lnTo>
                  <a:pt x="3" y="12"/>
                </a:lnTo>
                <a:lnTo>
                  <a:pt x="2" y="12"/>
                </a:lnTo>
                <a:lnTo>
                  <a:pt x="2" y="13"/>
                </a:lnTo>
                <a:lnTo>
                  <a:pt x="3" y="14"/>
                </a:lnTo>
                <a:lnTo>
                  <a:pt x="2" y="14"/>
                </a:lnTo>
                <a:lnTo>
                  <a:pt x="1" y="14"/>
                </a:lnTo>
                <a:lnTo>
                  <a:pt x="1" y="15"/>
                </a:lnTo>
                <a:lnTo>
                  <a:pt x="0" y="14"/>
                </a:lnTo>
                <a:lnTo>
                  <a:pt x="1" y="14"/>
                </a:lnTo>
                <a:lnTo>
                  <a:pt x="1" y="13"/>
                </a:lnTo>
                <a:lnTo>
                  <a:pt x="1" y="12"/>
                </a:lnTo>
                <a:lnTo>
                  <a:pt x="1" y="11"/>
                </a:lnTo>
                <a:lnTo>
                  <a:pt x="1" y="10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2" y="10"/>
                </a:lnTo>
                <a:lnTo>
                  <a:pt x="3" y="10"/>
                </a:lnTo>
                <a:lnTo>
                  <a:pt x="4" y="9"/>
                </a:lnTo>
                <a:lnTo>
                  <a:pt x="5" y="9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4" y="6"/>
                </a:lnTo>
                <a:lnTo>
                  <a:pt x="4" y="7"/>
                </a:lnTo>
                <a:lnTo>
                  <a:pt x="4" y="6"/>
                </a:lnTo>
                <a:lnTo>
                  <a:pt x="5" y="6"/>
                </a:lnTo>
                <a:lnTo>
                  <a:pt x="6" y="6"/>
                </a:lnTo>
                <a:lnTo>
                  <a:pt x="6" y="5"/>
                </a:lnTo>
                <a:lnTo>
                  <a:pt x="6" y="4"/>
                </a:lnTo>
                <a:lnTo>
                  <a:pt x="8" y="3"/>
                </a:lnTo>
                <a:lnTo>
                  <a:pt x="10" y="3"/>
                </a:lnTo>
                <a:lnTo>
                  <a:pt x="11" y="3"/>
                </a:lnTo>
                <a:lnTo>
                  <a:pt x="11" y="1"/>
                </a:lnTo>
                <a:lnTo>
                  <a:pt x="12" y="1"/>
                </a:lnTo>
                <a:lnTo>
                  <a:pt x="12" y="0"/>
                </a:lnTo>
                <a:lnTo>
                  <a:pt x="13" y="0"/>
                </a:lnTo>
                <a:lnTo>
                  <a:pt x="1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800" rIns="36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3" name=""/>
          <p:cNvSpPr/>
          <p:nvPr/>
        </p:nvSpPr>
        <p:spPr>
          <a:xfrm>
            <a:off x="2044800" y="43358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4" name=""/>
          <p:cNvSpPr/>
          <p:nvPr/>
        </p:nvSpPr>
        <p:spPr>
          <a:xfrm>
            <a:off x="2045880" y="4333320"/>
            <a:ext cx="5760" cy="8280"/>
          </a:xfrm>
          <a:custGeom>
            <a:avLst/>
            <a:gdLst/>
            <a:ahLst/>
            <a:rect l="0" t="0" r="r" b="b"/>
            <a:pathLst>
              <a:path fill="none" w="16" h="23">
                <a:moveTo>
                  <a:pt x="14" y="1"/>
                </a:moveTo>
                <a:lnTo>
                  <a:pt x="15" y="1"/>
                </a:lnTo>
                <a:lnTo>
                  <a:pt x="16" y="1"/>
                </a:lnTo>
                <a:lnTo>
                  <a:pt x="16" y="2"/>
                </a:lnTo>
                <a:lnTo>
                  <a:pt x="16" y="3"/>
                </a:lnTo>
                <a:lnTo>
                  <a:pt x="15" y="3"/>
                </a:lnTo>
                <a:lnTo>
                  <a:pt x="15" y="4"/>
                </a:lnTo>
                <a:lnTo>
                  <a:pt x="14" y="4"/>
                </a:lnTo>
                <a:lnTo>
                  <a:pt x="12" y="4"/>
                </a:lnTo>
                <a:lnTo>
                  <a:pt x="11" y="5"/>
                </a:lnTo>
                <a:lnTo>
                  <a:pt x="9" y="6"/>
                </a:lnTo>
                <a:lnTo>
                  <a:pt x="9" y="8"/>
                </a:lnTo>
                <a:lnTo>
                  <a:pt x="11" y="8"/>
                </a:lnTo>
                <a:lnTo>
                  <a:pt x="9" y="8"/>
                </a:lnTo>
                <a:lnTo>
                  <a:pt x="9" y="9"/>
                </a:lnTo>
                <a:lnTo>
                  <a:pt x="8" y="10"/>
                </a:lnTo>
                <a:lnTo>
                  <a:pt x="8" y="11"/>
                </a:lnTo>
                <a:lnTo>
                  <a:pt x="9" y="11"/>
                </a:lnTo>
                <a:lnTo>
                  <a:pt x="9" y="12"/>
                </a:lnTo>
                <a:lnTo>
                  <a:pt x="9" y="13"/>
                </a:lnTo>
                <a:lnTo>
                  <a:pt x="11" y="13"/>
                </a:lnTo>
                <a:lnTo>
                  <a:pt x="9" y="14"/>
                </a:lnTo>
                <a:lnTo>
                  <a:pt x="9" y="15"/>
                </a:lnTo>
                <a:lnTo>
                  <a:pt x="8" y="15"/>
                </a:lnTo>
                <a:lnTo>
                  <a:pt x="8" y="16"/>
                </a:lnTo>
                <a:lnTo>
                  <a:pt x="7" y="17"/>
                </a:lnTo>
                <a:lnTo>
                  <a:pt x="8" y="18"/>
                </a:lnTo>
                <a:lnTo>
                  <a:pt x="8" y="19"/>
                </a:lnTo>
                <a:lnTo>
                  <a:pt x="8" y="20"/>
                </a:lnTo>
                <a:lnTo>
                  <a:pt x="9" y="20"/>
                </a:lnTo>
                <a:lnTo>
                  <a:pt x="9" y="19"/>
                </a:lnTo>
                <a:lnTo>
                  <a:pt x="9" y="20"/>
                </a:lnTo>
                <a:lnTo>
                  <a:pt x="9" y="21"/>
                </a:lnTo>
                <a:lnTo>
                  <a:pt x="8" y="22"/>
                </a:lnTo>
                <a:lnTo>
                  <a:pt x="7" y="22"/>
                </a:lnTo>
                <a:lnTo>
                  <a:pt x="6" y="22"/>
                </a:lnTo>
                <a:lnTo>
                  <a:pt x="6" y="23"/>
                </a:lnTo>
                <a:lnTo>
                  <a:pt x="5" y="23"/>
                </a:lnTo>
                <a:lnTo>
                  <a:pt x="6" y="22"/>
                </a:lnTo>
                <a:lnTo>
                  <a:pt x="5" y="22"/>
                </a:lnTo>
                <a:lnTo>
                  <a:pt x="5" y="21"/>
                </a:lnTo>
                <a:lnTo>
                  <a:pt x="6" y="21"/>
                </a:lnTo>
                <a:lnTo>
                  <a:pt x="6" y="20"/>
                </a:lnTo>
                <a:lnTo>
                  <a:pt x="5" y="20"/>
                </a:lnTo>
                <a:lnTo>
                  <a:pt x="4" y="20"/>
                </a:lnTo>
                <a:lnTo>
                  <a:pt x="4" y="21"/>
                </a:lnTo>
                <a:lnTo>
                  <a:pt x="4" y="20"/>
                </a:lnTo>
                <a:lnTo>
                  <a:pt x="4" y="19"/>
                </a:lnTo>
                <a:lnTo>
                  <a:pt x="4" y="18"/>
                </a:lnTo>
                <a:lnTo>
                  <a:pt x="5" y="18"/>
                </a:lnTo>
                <a:lnTo>
                  <a:pt x="4" y="18"/>
                </a:lnTo>
                <a:lnTo>
                  <a:pt x="4" y="17"/>
                </a:lnTo>
                <a:lnTo>
                  <a:pt x="4" y="18"/>
                </a:lnTo>
                <a:lnTo>
                  <a:pt x="3" y="18"/>
                </a:lnTo>
                <a:lnTo>
                  <a:pt x="3" y="19"/>
                </a:lnTo>
                <a:lnTo>
                  <a:pt x="2" y="19"/>
                </a:lnTo>
                <a:lnTo>
                  <a:pt x="2" y="18"/>
                </a:lnTo>
                <a:lnTo>
                  <a:pt x="2" y="17"/>
                </a:lnTo>
                <a:lnTo>
                  <a:pt x="3" y="17"/>
                </a:lnTo>
                <a:lnTo>
                  <a:pt x="3" y="16"/>
                </a:lnTo>
                <a:lnTo>
                  <a:pt x="4" y="15"/>
                </a:lnTo>
                <a:lnTo>
                  <a:pt x="4" y="14"/>
                </a:lnTo>
                <a:lnTo>
                  <a:pt x="5" y="14"/>
                </a:lnTo>
                <a:lnTo>
                  <a:pt x="5" y="15"/>
                </a:lnTo>
                <a:lnTo>
                  <a:pt x="6" y="14"/>
                </a:lnTo>
                <a:lnTo>
                  <a:pt x="6" y="15"/>
                </a:lnTo>
                <a:lnTo>
                  <a:pt x="6" y="14"/>
                </a:lnTo>
                <a:lnTo>
                  <a:pt x="7" y="14"/>
                </a:lnTo>
                <a:lnTo>
                  <a:pt x="7" y="13"/>
                </a:lnTo>
                <a:lnTo>
                  <a:pt x="6" y="13"/>
                </a:lnTo>
                <a:lnTo>
                  <a:pt x="7" y="13"/>
                </a:lnTo>
                <a:lnTo>
                  <a:pt x="7" y="12"/>
                </a:lnTo>
                <a:lnTo>
                  <a:pt x="7" y="11"/>
                </a:lnTo>
                <a:lnTo>
                  <a:pt x="7" y="12"/>
                </a:lnTo>
                <a:lnTo>
                  <a:pt x="7" y="11"/>
                </a:lnTo>
                <a:lnTo>
                  <a:pt x="6" y="11"/>
                </a:lnTo>
                <a:lnTo>
                  <a:pt x="5" y="11"/>
                </a:lnTo>
                <a:lnTo>
                  <a:pt x="5" y="10"/>
                </a:lnTo>
                <a:lnTo>
                  <a:pt x="5" y="11"/>
                </a:lnTo>
                <a:lnTo>
                  <a:pt x="4" y="11"/>
                </a:lnTo>
                <a:lnTo>
                  <a:pt x="3" y="11"/>
                </a:lnTo>
                <a:lnTo>
                  <a:pt x="3" y="12"/>
                </a:lnTo>
                <a:lnTo>
                  <a:pt x="2" y="12"/>
                </a:lnTo>
                <a:lnTo>
                  <a:pt x="1" y="11"/>
                </a:lnTo>
                <a:lnTo>
                  <a:pt x="0" y="12"/>
                </a:lnTo>
                <a:lnTo>
                  <a:pt x="0" y="11"/>
                </a:lnTo>
                <a:lnTo>
                  <a:pt x="0" y="10"/>
                </a:lnTo>
                <a:lnTo>
                  <a:pt x="1" y="10"/>
                </a:lnTo>
                <a:lnTo>
                  <a:pt x="1" y="9"/>
                </a:lnTo>
                <a:lnTo>
                  <a:pt x="0" y="9"/>
                </a:lnTo>
                <a:lnTo>
                  <a:pt x="1" y="8"/>
                </a:lnTo>
                <a:lnTo>
                  <a:pt x="1" y="6"/>
                </a:lnTo>
                <a:lnTo>
                  <a:pt x="2" y="6"/>
                </a:lnTo>
                <a:lnTo>
                  <a:pt x="2" y="5"/>
                </a:lnTo>
                <a:lnTo>
                  <a:pt x="3" y="5"/>
                </a:lnTo>
                <a:lnTo>
                  <a:pt x="4" y="6"/>
                </a:lnTo>
                <a:lnTo>
                  <a:pt x="4" y="5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5" y="8"/>
                </a:lnTo>
                <a:lnTo>
                  <a:pt x="5" y="6"/>
                </a:lnTo>
                <a:lnTo>
                  <a:pt x="6" y="6"/>
                </a:lnTo>
                <a:lnTo>
                  <a:pt x="6" y="5"/>
                </a:lnTo>
                <a:lnTo>
                  <a:pt x="7" y="4"/>
                </a:lnTo>
                <a:lnTo>
                  <a:pt x="6" y="3"/>
                </a:lnTo>
                <a:lnTo>
                  <a:pt x="6" y="2"/>
                </a:lnTo>
                <a:lnTo>
                  <a:pt x="7" y="1"/>
                </a:lnTo>
                <a:lnTo>
                  <a:pt x="6" y="1"/>
                </a:lnTo>
                <a:lnTo>
                  <a:pt x="6" y="2"/>
                </a:lnTo>
                <a:lnTo>
                  <a:pt x="7" y="2"/>
                </a:lnTo>
                <a:lnTo>
                  <a:pt x="8" y="2"/>
                </a:lnTo>
                <a:lnTo>
                  <a:pt x="8" y="1"/>
                </a:lnTo>
                <a:lnTo>
                  <a:pt x="9" y="1"/>
                </a:lnTo>
                <a:lnTo>
                  <a:pt x="11" y="1"/>
                </a:lnTo>
                <a:lnTo>
                  <a:pt x="12" y="1"/>
                </a:lnTo>
                <a:lnTo>
                  <a:pt x="12" y="0"/>
                </a:lnTo>
                <a:lnTo>
                  <a:pt x="13" y="0"/>
                </a:lnTo>
                <a:lnTo>
                  <a:pt x="1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5" name=""/>
          <p:cNvSpPr/>
          <p:nvPr/>
        </p:nvSpPr>
        <p:spPr>
          <a:xfrm>
            <a:off x="2055600" y="43293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2"/>
                </a:moveTo>
                <a:lnTo>
                  <a:pt x="4" y="4"/>
                </a:lnTo>
                <a:lnTo>
                  <a:pt x="3" y="4"/>
                </a:lnTo>
                <a:lnTo>
                  <a:pt x="2" y="5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6" name=""/>
          <p:cNvSpPr/>
          <p:nvPr/>
        </p:nvSpPr>
        <p:spPr>
          <a:xfrm>
            <a:off x="2059560" y="432972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3" y="0"/>
                </a:move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5" y="2"/>
                </a:lnTo>
                <a:lnTo>
                  <a:pt x="5" y="1"/>
                </a:lnTo>
                <a:lnTo>
                  <a:pt x="5" y="0"/>
                </a:lnTo>
                <a:lnTo>
                  <a:pt x="7" y="1"/>
                </a:lnTo>
                <a:lnTo>
                  <a:pt x="7" y="2"/>
                </a:lnTo>
                <a:lnTo>
                  <a:pt x="5" y="2"/>
                </a:lnTo>
                <a:lnTo>
                  <a:pt x="5" y="4"/>
                </a:lnTo>
                <a:lnTo>
                  <a:pt x="4" y="4"/>
                </a:lnTo>
                <a:lnTo>
                  <a:pt x="4" y="2"/>
                </a:lnTo>
                <a:lnTo>
                  <a:pt x="3" y="2"/>
                </a:lnTo>
                <a:lnTo>
                  <a:pt x="2" y="4"/>
                </a:lnTo>
                <a:lnTo>
                  <a:pt x="1" y="5"/>
                </a:lnTo>
                <a:lnTo>
                  <a:pt x="0" y="4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7" name=""/>
          <p:cNvSpPr/>
          <p:nvPr/>
        </p:nvSpPr>
        <p:spPr>
          <a:xfrm>
            <a:off x="2059200" y="432756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0" y="5"/>
                </a:moveTo>
                <a:lnTo>
                  <a:pt x="0" y="4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5" y="3"/>
                </a:lnTo>
                <a:lnTo>
                  <a:pt x="3" y="3"/>
                </a:lnTo>
                <a:lnTo>
                  <a:pt x="2" y="3"/>
                </a:lnTo>
                <a:lnTo>
                  <a:pt x="3" y="3"/>
                </a:lnTo>
                <a:lnTo>
                  <a:pt x="2" y="4"/>
                </a:lnTo>
                <a:lnTo>
                  <a:pt x="0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8" name=""/>
          <p:cNvSpPr/>
          <p:nvPr/>
        </p:nvSpPr>
        <p:spPr>
          <a:xfrm>
            <a:off x="2088000" y="43297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3"/>
                </a:move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2" y="1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9" name=""/>
          <p:cNvSpPr/>
          <p:nvPr/>
        </p:nvSpPr>
        <p:spPr>
          <a:xfrm>
            <a:off x="2035080" y="43250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0" name=""/>
          <p:cNvSpPr/>
          <p:nvPr/>
        </p:nvSpPr>
        <p:spPr>
          <a:xfrm>
            <a:off x="2060640" y="4326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1" name=""/>
          <p:cNvSpPr/>
          <p:nvPr/>
        </p:nvSpPr>
        <p:spPr>
          <a:xfrm>
            <a:off x="2088720" y="43282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4" y="1"/>
                </a:moveTo>
                <a:lnTo>
                  <a:pt x="4" y="2"/>
                </a:lnTo>
                <a:lnTo>
                  <a:pt x="5" y="2"/>
                </a:lnTo>
                <a:lnTo>
                  <a:pt x="5" y="1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1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2" name=""/>
          <p:cNvSpPr/>
          <p:nvPr/>
        </p:nvSpPr>
        <p:spPr>
          <a:xfrm>
            <a:off x="2035800" y="43232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3" name=""/>
          <p:cNvSpPr/>
          <p:nvPr/>
        </p:nvSpPr>
        <p:spPr>
          <a:xfrm>
            <a:off x="2078280" y="432684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3" y="0"/>
                </a:moveTo>
                <a:lnTo>
                  <a:pt x="4" y="0"/>
                </a:lnTo>
                <a:lnTo>
                  <a:pt x="4" y="2"/>
                </a:lnTo>
                <a:lnTo>
                  <a:pt x="6" y="2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4" name=""/>
          <p:cNvSpPr/>
          <p:nvPr/>
        </p:nvSpPr>
        <p:spPr>
          <a:xfrm>
            <a:off x="2077200" y="43264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3"/>
                </a:moveTo>
                <a:lnTo>
                  <a:pt x="3" y="3"/>
                </a:lnTo>
                <a:lnTo>
                  <a:pt x="2" y="3"/>
                </a:lnTo>
                <a:lnTo>
                  <a:pt x="2" y="5"/>
                </a:lnTo>
                <a:lnTo>
                  <a:pt x="0" y="3"/>
                </a:lnTo>
                <a:lnTo>
                  <a:pt x="2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2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5" name=""/>
          <p:cNvSpPr/>
          <p:nvPr/>
        </p:nvSpPr>
        <p:spPr>
          <a:xfrm>
            <a:off x="2079360" y="43250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1"/>
                </a:move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6" name=""/>
          <p:cNvSpPr/>
          <p:nvPr/>
        </p:nvSpPr>
        <p:spPr>
          <a:xfrm>
            <a:off x="2091960" y="43261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7" name=""/>
          <p:cNvSpPr/>
          <p:nvPr/>
        </p:nvSpPr>
        <p:spPr>
          <a:xfrm>
            <a:off x="2081520" y="43250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8" name=""/>
          <p:cNvSpPr/>
          <p:nvPr/>
        </p:nvSpPr>
        <p:spPr>
          <a:xfrm>
            <a:off x="2081880" y="43250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9" name=""/>
          <p:cNvSpPr/>
          <p:nvPr/>
        </p:nvSpPr>
        <p:spPr>
          <a:xfrm>
            <a:off x="2077920" y="43239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1"/>
                </a:moveTo>
                <a:lnTo>
                  <a:pt x="1" y="1"/>
                </a:lnTo>
                <a:lnTo>
                  <a:pt x="1" y="3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0" name=""/>
          <p:cNvSpPr/>
          <p:nvPr/>
        </p:nvSpPr>
        <p:spPr>
          <a:xfrm>
            <a:off x="2076840" y="43236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1" name=""/>
          <p:cNvSpPr/>
          <p:nvPr/>
        </p:nvSpPr>
        <p:spPr>
          <a:xfrm>
            <a:off x="2091600" y="432504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2"/>
                </a:moveTo>
                <a:lnTo>
                  <a:pt x="5" y="2"/>
                </a:ln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5" y="0"/>
                </a:lnTo>
                <a:lnTo>
                  <a:pt x="6" y="0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2" name=""/>
          <p:cNvSpPr/>
          <p:nvPr/>
        </p:nvSpPr>
        <p:spPr>
          <a:xfrm>
            <a:off x="2077920" y="43236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3" name=""/>
          <p:cNvSpPr/>
          <p:nvPr/>
        </p:nvSpPr>
        <p:spPr>
          <a:xfrm>
            <a:off x="2069640" y="43225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4" name=""/>
          <p:cNvSpPr/>
          <p:nvPr/>
        </p:nvSpPr>
        <p:spPr>
          <a:xfrm>
            <a:off x="2093400" y="4324680"/>
            <a:ext cx="2160" cy="1080"/>
          </a:xfrm>
          <a:custGeom>
            <a:avLst/>
            <a:gdLst/>
            <a:ahLst/>
            <a:rect l="0" t="0" r="r" b="b"/>
            <a:pathLst>
              <a:path fill="none" w="6" h="3">
                <a:moveTo>
                  <a:pt x="5" y="0"/>
                </a:moveTo>
                <a:lnTo>
                  <a:pt x="5" y="1"/>
                </a:lnTo>
                <a:lnTo>
                  <a:pt x="5" y="3"/>
                </a:lnTo>
                <a:lnTo>
                  <a:pt x="6" y="3"/>
                </a:lnTo>
                <a:lnTo>
                  <a:pt x="5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5" name=""/>
          <p:cNvSpPr/>
          <p:nvPr/>
        </p:nvSpPr>
        <p:spPr>
          <a:xfrm>
            <a:off x="2069280" y="4322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6" name=""/>
          <p:cNvSpPr/>
          <p:nvPr/>
        </p:nvSpPr>
        <p:spPr>
          <a:xfrm>
            <a:off x="2084760" y="4323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7" name=""/>
          <p:cNvSpPr/>
          <p:nvPr/>
        </p:nvSpPr>
        <p:spPr>
          <a:xfrm>
            <a:off x="2071080" y="43221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8" name=""/>
          <p:cNvSpPr/>
          <p:nvPr/>
        </p:nvSpPr>
        <p:spPr>
          <a:xfrm>
            <a:off x="2088000" y="43236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9" name=""/>
          <p:cNvSpPr/>
          <p:nvPr/>
        </p:nvSpPr>
        <p:spPr>
          <a:xfrm>
            <a:off x="2085120" y="4323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0" name=""/>
          <p:cNvSpPr/>
          <p:nvPr/>
        </p:nvSpPr>
        <p:spPr>
          <a:xfrm>
            <a:off x="2088360" y="43236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1" name=""/>
          <p:cNvSpPr/>
          <p:nvPr/>
        </p:nvSpPr>
        <p:spPr>
          <a:xfrm>
            <a:off x="2087640" y="43232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1"/>
                </a:move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2" name=""/>
          <p:cNvSpPr/>
          <p:nvPr/>
        </p:nvSpPr>
        <p:spPr>
          <a:xfrm>
            <a:off x="2086920" y="4322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3" name=""/>
          <p:cNvSpPr/>
          <p:nvPr/>
        </p:nvSpPr>
        <p:spPr>
          <a:xfrm>
            <a:off x="2077920" y="4321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4" name=""/>
          <p:cNvSpPr/>
          <p:nvPr/>
        </p:nvSpPr>
        <p:spPr>
          <a:xfrm>
            <a:off x="2094840" y="4322880"/>
            <a:ext cx="3600" cy="2160"/>
          </a:xfrm>
          <a:custGeom>
            <a:avLst/>
            <a:gdLst/>
            <a:ahLst/>
            <a:rect l="0" t="0" r="r" b="b"/>
            <a:pathLst>
              <a:path fill="none" w="10" h="6">
                <a:moveTo>
                  <a:pt x="10" y="0"/>
                </a:moveTo>
                <a:lnTo>
                  <a:pt x="8" y="1"/>
                </a:lnTo>
                <a:lnTo>
                  <a:pt x="8" y="3"/>
                </a:lnTo>
                <a:lnTo>
                  <a:pt x="7" y="3"/>
                </a:lnTo>
                <a:lnTo>
                  <a:pt x="7" y="4"/>
                </a:lnTo>
                <a:lnTo>
                  <a:pt x="7" y="3"/>
                </a:lnTo>
                <a:lnTo>
                  <a:pt x="7" y="4"/>
                </a:lnTo>
                <a:lnTo>
                  <a:pt x="6" y="4"/>
                </a:lnTo>
                <a:lnTo>
                  <a:pt x="6" y="3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1" y="6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3" y="3"/>
                </a:lnTo>
                <a:lnTo>
                  <a:pt x="4" y="3"/>
                </a:lnTo>
                <a:lnTo>
                  <a:pt x="5" y="3"/>
                </a:lnTo>
                <a:lnTo>
                  <a:pt x="5" y="1"/>
                </a:lnTo>
                <a:lnTo>
                  <a:pt x="8" y="1"/>
                </a:lnTo>
                <a:lnTo>
                  <a:pt x="8" y="0"/>
                </a:lnTo>
                <a:lnTo>
                  <a:pt x="1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5" name=""/>
          <p:cNvSpPr/>
          <p:nvPr/>
        </p:nvSpPr>
        <p:spPr>
          <a:xfrm>
            <a:off x="2088720" y="432108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2" y="0"/>
                </a:move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6" name=""/>
          <p:cNvSpPr/>
          <p:nvPr/>
        </p:nvSpPr>
        <p:spPr>
          <a:xfrm>
            <a:off x="2084040" y="43207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7" name=""/>
          <p:cNvSpPr/>
          <p:nvPr/>
        </p:nvSpPr>
        <p:spPr>
          <a:xfrm>
            <a:off x="2078280" y="43200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8" name=""/>
          <p:cNvSpPr/>
          <p:nvPr/>
        </p:nvSpPr>
        <p:spPr>
          <a:xfrm>
            <a:off x="2072880" y="431928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4" y="0"/>
                </a:moveTo>
                <a:lnTo>
                  <a:pt x="6" y="2"/>
                </a:lnTo>
                <a:lnTo>
                  <a:pt x="6" y="3"/>
                </a:lnTo>
                <a:lnTo>
                  <a:pt x="6" y="2"/>
                </a:lnTo>
                <a:lnTo>
                  <a:pt x="6" y="1"/>
                </a:lnTo>
                <a:lnTo>
                  <a:pt x="4" y="1"/>
                </a:lnTo>
                <a:lnTo>
                  <a:pt x="3" y="2"/>
                </a:lnTo>
                <a:lnTo>
                  <a:pt x="4" y="3"/>
                </a:lnTo>
                <a:lnTo>
                  <a:pt x="6" y="3"/>
                </a:lnTo>
                <a:lnTo>
                  <a:pt x="4" y="4"/>
                </a:lnTo>
                <a:lnTo>
                  <a:pt x="3" y="4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1" y="4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9" name=""/>
          <p:cNvSpPr/>
          <p:nvPr/>
        </p:nvSpPr>
        <p:spPr>
          <a:xfrm>
            <a:off x="2081880" y="4319280"/>
            <a:ext cx="720" cy="2160"/>
          </a:xfrm>
          <a:custGeom>
            <a:avLst/>
            <a:gdLst/>
            <a:ahLst/>
            <a:rect l="0" t="0" r="r" b="b"/>
            <a:pathLst>
              <a:path fill="none" w="2" h="6">
                <a:moveTo>
                  <a:pt x="2" y="2"/>
                </a:moveTo>
                <a:lnTo>
                  <a:pt x="2" y="3"/>
                </a:lnTo>
                <a:lnTo>
                  <a:pt x="2" y="4"/>
                </a:ln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0" name=""/>
          <p:cNvSpPr/>
          <p:nvPr/>
        </p:nvSpPr>
        <p:spPr>
          <a:xfrm>
            <a:off x="2081160" y="4318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1" name=""/>
          <p:cNvSpPr/>
          <p:nvPr/>
        </p:nvSpPr>
        <p:spPr>
          <a:xfrm>
            <a:off x="2073600" y="4317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2" name=""/>
          <p:cNvSpPr/>
          <p:nvPr/>
        </p:nvSpPr>
        <p:spPr>
          <a:xfrm>
            <a:off x="2084400" y="43189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3" name=""/>
          <p:cNvSpPr/>
          <p:nvPr/>
        </p:nvSpPr>
        <p:spPr>
          <a:xfrm>
            <a:off x="2073960" y="43174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4" name=""/>
          <p:cNvSpPr/>
          <p:nvPr/>
        </p:nvSpPr>
        <p:spPr>
          <a:xfrm>
            <a:off x="2084760" y="4318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5" name=""/>
          <p:cNvSpPr/>
          <p:nvPr/>
        </p:nvSpPr>
        <p:spPr>
          <a:xfrm>
            <a:off x="2087280" y="43178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6" name=""/>
          <p:cNvSpPr/>
          <p:nvPr/>
        </p:nvSpPr>
        <p:spPr>
          <a:xfrm>
            <a:off x="2095920" y="431856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0"/>
                </a:move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2" y="5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7" name=""/>
          <p:cNvSpPr/>
          <p:nvPr/>
        </p:nvSpPr>
        <p:spPr>
          <a:xfrm>
            <a:off x="2095560" y="43182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8" name=""/>
          <p:cNvSpPr/>
          <p:nvPr/>
        </p:nvSpPr>
        <p:spPr>
          <a:xfrm>
            <a:off x="2097000" y="4318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9" name=""/>
          <p:cNvSpPr/>
          <p:nvPr/>
        </p:nvSpPr>
        <p:spPr>
          <a:xfrm>
            <a:off x="2074680" y="43160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0" name=""/>
          <p:cNvSpPr/>
          <p:nvPr/>
        </p:nvSpPr>
        <p:spPr>
          <a:xfrm>
            <a:off x="2088360" y="431712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2"/>
                </a:moveTo>
                <a:lnTo>
                  <a:pt x="3" y="3"/>
                </a:lnTo>
                <a:lnTo>
                  <a:pt x="1" y="3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1" name=""/>
          <p:cNvSpPr/>
          <p:nvPr/>
        </p:nvSpPr>
        <p:spPr>
          <a:xfrm>
            <a:off x="2091240" y="431640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1" y="2"/>
                </a:moveTo>
                <a:lnTo>
                  <a:pt x="2" y="2"/>
                </a:lnTo>
                <a:lnTo>
                  <a:pt x="2" y="3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2" y="4"/>
                </a:lnTo>
                <a:lnTo>
                  <a:pt x="3" y="4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5" y="4"/>
                </a:lnTo>
                <a:lnTo>
                  <a:pt x="5" y="5"/>
                </a:lnTo>
                <a:lnTo>
                  <a:pt x="3" y="5"/>
                </a:lnTo>
                <a:lnTo>
                  <a:pt x="3" y="6"/>
                </a:lnTo>
                <a:lnTo>
                  <a:pt x="5" y="7"/>
                </a:lnTo>
                <a:lnTo>
                  <a:pt x="3" y="7"/>
                </a:lnTo>
                <a:lnTo>
                  <a:pt x="3" y="6"/>
                </a:lnTo>
                <a:lnTo>
                  <a:pt x="3" y="7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2" name=""/>
          <p:cNvSpPr/>
          <p:nvPr/>
        </p:nvSpPr>
        <p:spPr>
          <a:xfrm>
            <a:off x="2074320" y="4314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3" name=""/>
          <p:cNvSpPr/>
          <p:nvPr/>
        </p:nvSpPr>
        <p:spPr>
          <a:xfrm>
            <a:off x="2092320" y="43160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4" name=""/>
          <p:cNvSpPr/>
          <p:nvPr/>
        </p:nvSpPr>
        <p:spPr>
          <a:xfrm>
            <a:off x="2088720" y="43156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5" name=""/>
          <p:cNvSpPr/>
          <p:nvPr/>
        </p:nvSpPr>
        <p:spPr>
          <a:xfrm>
            <a:off x="2089440" y="4315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6" name=""/>
          <p:cNvSpPr/>
          <p:nvPr/>
        </p:nvSpPr>
        <p:spPr>
          <a:xfrm>
            <a:off x="2097000" y="431568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3"/>
                </a:move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7" name=""/>
          <p:cNvSpPr/>
          <p:nvPr/>
        </p:nvSpPr>
        <p:spPr>
          <a:xfrm>
            <a:off x="2089080" y="43146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8" name=""/>
          <p:cNvSpPr/>
          <p:nvPr/>
        </p:nvSpPr>
        <p:spPr>
          <a:xfrm>
            <a:off x="2091600" y="4314600"/>
            <a:ext cx="5040" cy="3960"/>
          </a:xfrm>
          <a:custGeom>
            <a:avLst/>
            <a:gdLst/>
            <a:ahLst/>
            <a:rect l="0" t="0" r="r" b="b"/>
            <a:pathLst>
              <a:path fill="none" w="14" h="11">
                <a:moveTo>
                  <a:pt x="11" y="1"/>
                </a:moveTo>
                <a:lnTo>
                  <a:pt x="12" y="1"/>
                </a:lnTo>
                <a:lnTo>
                  <a:pt x="12" y="0"/>
                </a:lnTo>
                <a:lnTo>
                  <a:pt x="12" y="1"/>
                </a:lnTo>
                <a:lnTo>
                  <a:pt x="13" y="2"/>
                </a:lnTo>
                <a:lnTo>
                  <a:pt x="12" y="2"/>
                </a:lnTo>
                <a:lnTo>
                  <a:pt x="13" y="2"/>
                </a:lnTo>
                <a:lnTo>
                  <a:pt x="14" y="2"/>
                </a:lnTo>
                <a:lnTo>
                  <a:pt x="14" y="3"/>
                </a:lnTo>
                <a:lnTo>
                  <a:pt x="14" y="4"/>
                </a:lnTo>
                <a:lnTo>
                  <a:pt x="13" y="4"/>
                </a:lnTo>
                <a:lnTo>
                  <a:pt x="13" y="5"/>
                </a:lnTo>
                <a:lnTo>
                  <a:pt x="13" y="6"/>
                </a:lnTo>
                <a:lnTo>
                  <a:pt x="13" y="7"/>
                </a:lnTo>
                <a:lnTo>
                  <a:pt x="14" y="7"/>
                </a:lnTo>
                <a:lnTo>
                  <a:pt x="14" y="8"/>
                </a:lnTo>
                <a:lnTo>
                  <a:pt x="13" y="8"/>
                </a:lnTo>
                <a:lnTo>
                  <a:pt x="14" y="8"/>
                </a:lnTo>
                <a:lnTo>
                  <a:pt x="13" y="8"/>
                </a:lnTo>
                <a:lnTo>
                  <a:pt x="12" y="8"/>
                </a:lnTo>
                <a:lnTo>
                  <a:pt x="12" y="7"/>
                </a:lnTo>
                <a:lnTo>
                  <a:pt x="12" y="6"/>
                </a:lnTo>
                <a:lnTo>
                  <a:pt x="12" y="5"/>
                </a:lnTo>
                <a:lnTo>
                  <a:pt x="11" y="5"/>
                </a:lnTo>
                <a:lnTo>
                  <a:pt x="11" y="4"/>
                </a:lnTo>
                <a:lnTo>
                  <a:pt x="11" y="5"/>
                </a:lnTo>
                <a:lnTo>
                  <a:pt x="11" y="6"/>
                </a:lnTo>
                <a:lnTo>
                  <a:pt x="10" y="7"/>
                </a:lnTo>
                <a:lnTo>
                  <a:pt x="11" y="7"/>
                </a:lnTo>
                <a:lnTo>
                  <a:pt x="11" y="8"/>
                </a:lnTo>
                <a:lnTo>
                  <a:pt x="10" y="8"/>
                </a:lnTo>
                <a:lnTo>
                  <a:pt x="11" y="9"/>
                </a:lnTo>
                <a:lnTo>
                  <a:pt x="11" y="11"/>
                </a:lnTo>
                <a:lnTo>
                  <a:pt x="10" y="11"/>
                </a:lnTo>
                <a:lnTo>
                  <a:pt x="10" y="8"/>
                </a:lnTo>
                <a:lnTo>
                  <a:pt x="10" y="7"/>
                </a:lnTo>
                <a:lnTo>
                  <a:pt x="9" y="8"/>
                </a:lnTo>
                <a:lnTo>
                  <a:pt x="7" y="8"/>
                </a:lnTo>
                <a:lnTo>
                  <a:pt x="7" y="7"/>
                </a:lnTo>
                <a:lnTo>
                  <a:pt x="9" y="7"/>
                </a:lnTo>
                <a:lnTo>
                  <a:pt x="7" y="7"/>
                </a:lnTo>
                <a:lnTo>
                  <a:pt x="7" y="6"/>
                </a:lnTo>
                <a:lnTo>
                  <a:pt x="7" y="5"/>
                </a:lnTo>
                <a:lnTo>
                  <a:pt x="6" y="5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2" y="4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  <a:lnTo>
                  <a:pt x="6" y="1"/>
                </a:lnTo>
                <a:lnTo>
                  <a:pt x="7" y="0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9" name=""/>
          <p:cNvSpPr/>
          <p:nvPr/>
        </p:nvSpPr>
        <p:spPr>
          <a:xfrm>
            <a:off x="2084400" y="431316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6" y="1"/>
                </a:move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2" y="4"/>
                </a:lnTo>
                <a:lnTo>
                  <a:pt x="1" y="4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5" y="0"/>
                </a:lnTo>
                <a:lnTo>
                  <a:pt x="5" y="1"/>
                </a:lnTo>
                <a:lnTo>
                  <a:pt x="6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0" name=""/>
          <p:cNvSpPr/>
          <p:nvPr/>
        </p:nvSpPr>
        <p:spPr>
          <a:xfrm>
            <a:off x="2082600" y="4312440"/>
            <a:ext cx="7920" cy="6120"/>
          </a:xfrm>
          <a:custGeom>
            <a:avLst/>
            <a:gdLst/>
            <a:ahLst/>
            <a:rect l="0" t="0" r="r" b="b"/>
            <a:pathLst>
              <a:path fill="none" w="22" h="17">
                <a:moveTo>
                  <a:pt x="20" y="0"/>
                </a:moveTo>
                <a:lnTo>
                  <a:pt x="22" y="1"/>
                </a:lnTo>
                <a:lnTo>
                  <a:pt x="20" y="2"/>
                </a:lnTo>
                <a:lnTo>
                  <a:pt x="20" y="3"/>
                </a:lnTo>
                <a:lnTo>
                  <a:pt x="20" y="4"/>
                </a:lnTo>
                <a:lnTo>
                  <a:pt x="19" y="4"/>
                </a:lnTo>
                <a:lnTo>
                  <a:pt x="18" y="4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7" y="6"/>
                </a:lnTo>
                <a:lnTo>
                  <a:pt x="17" y="5"/>
                </a:lnTo>
                <a:lnTo>
                  <a:pt x="17" y="6"/>
                </a:lnTo>
                <a:lnTo>
                  <a:pt x="18" y="7"/>
                </a:lnTo>
                <a:lnTo>
                  <a:pt x="18" y="8"/>
                </a:lnTo>
                <a:lnTo>
                  <a:pt x="17" y="8"/>
                </a:lnTo>
                <a:lnTo>
                  <a:pt x="16" y="8"/>
                </a:lnTo>
                <a:lnTo>
                  <a:pt x="15" y="8"/>
                </a:lnTo>
                <a:lnTo>
                  <a:pt x="16" y="8"/>
                </a:lnTo>
                <a:lnTo>
                  <a:pt x="16" y="9"/>
                </a:lnTo>
                <a:lnTo>
                  <a:pt x="17" y="10"/>
                </a:lnTo>
                <a:lnTo>
                  <a:pt x="16" y="10"/>
                </a:lnTo>
                <a:lnTo>
                  <a:pt x="15" y="10"/>
                </a:lnTo>
                <a:lnTo>
                  <a:pt x="15" y="11"/>
                </a:lnTo>
                <a:lnTo>
                  <a:pt x="16" y="11"/>
                </a:lnTo>
                <a:lnTo>
                  <a:pt x="16" y="12"/>
                </a:lnTo>
                <a:lnTo>
                  <a:pt x="17" y="12"/>
                </a:lnTo>
                <a:lnTo>
                  <a:pt x="17" y="13"/>
                </a:lnTo>
                <a:lnTo>
                  <a:pt x="16" y="13"/>
                </a:lnTo>
                <a:lnTo>
                  <a:pt x="16" y="15"/>
                </a:lnTo>
                <a:lnTo>
                  <a:pt x="16" y="13"/>
                </a:lnTo>
                <a:lnTo>
                  <a:pt x="15" y="13"/>
                </a:lnTo>
                <a:lnTo>
                  <a:pt x="15" y="15"/>
                </a:lnTo>
                <a:lnTo>
                  <a:pt x="14" y="15"/>
                </a:lnTo>
                <a:lnTo>
                  <a:pt x="14" y="13"/>
                </a:lnTo>
                <a:lnTo>
                  <a:pt x="14" y="12"/>
                </a:lnTo>
                <a:lnTo>
                  <a:pt x="14" y="11"/>
                </a:lnTo>
                <a:lnTo>
                  <a:pt x="13" y="11"/>
                </a:lnTo>
                <a:lnTo>
                  <a:pt x="12" y="11"/>
                </a:lnTo>
                <a:lnTo>
                  <a:pt x="12" y="12"/>
                </a:lnTo>
                <a:lnTo>
                  <a:pt x="11" y="12"/>
                </a:lnTo>
                <a:lnTo>
                  <a:pt x="10" y="12"/>
                </a:lnTo>
                <a:lnTo>
                  <a:pt x="9" y="12"/>
                </a:lnTo>
                <a:lnTo>
                  <a:pt x="9" y="13"/>
                </a:lnTo>
                <a:lnTo>
                  <a:pt x="9" y="12"/>
                </a:lnTo>
                <a:lnTo>
                  <a:pt x="9" y="13"/>
                </a:lnTo>
                <a:lnTo>
                  <a:pt x="8" y="13"/>
                </a:lnTo>
                <a:lnTo>
                  <a:pt x="9" y="13"/>
                </a:lnTo>
                <a:lnTo>
                  <a:pt x="9" y="15"/>
                </a:lnTo>
                <a:lnTo>
                  <a:pt x="8" y="15"/>
                </a:lnTo>
                <a:lnTo>
                  <a:pt x="7" y="15"/>
                </a:lnTo>
                <a:lnTo>
                  <a:pt x="6" y="15"/>
                </a:lnTo>
                <a:lnTo>
                  <a:pt x="6" y="13"/>
                </a:lnTo>
                <a:lnTo>
                  <a:pt x="5" y="13"/>
                </a:lnTo>
                <a:lnTo>
                  <a:pt x="5" y="15"/>
                </a:lnTo>
                <a:lnTo>
                  <a:pt x="4" y="15"/>
                </a:lnTo>
                <a:lnTo>
                  <a:pt x="4" y="16"/>
                </a:lnTo>
                <a:lnTo>
                  <a:pt x="3" y="16"/>
                </a:lnTo>
                <a:lnTo>
                  <a:pt x="2" y="16"/>
                </a:lnTo>
                <a:lnTo>
                  <a:pt x="2" y="17"/>
                </a:lnTo>
                <a:lnTo>
                  <a:pt x="2" y="16"/>
                </a:lnTo>
                <a:lnTo>
                  <a:pt x="0" y="16"/>
                </a:lnTo>
                <a:lnTo>
                  <a:pt x="0" y="15"/>
                </a:lnTo>
                <a:lnTo>
                  <a:pt x="0" y="13"/>
                </a:lnTo>
                <a:lnTo>
                  <a:pt x="0" y="12"/>
                </a:lnTo>
                <a:lnTo>
                  <a:pt x="0" y="11"/>
                </a:lnTo>
                <a:lnTo>
                  <a:pt x="2" y="11"/>
                </a:lnTo>
                <a:lnTo>
                  <a:pt x="2" y="12"/>
                </a:lnTo>
                <a:lnTo>
                  <a:pt x="2" y="11"/>
                </a:lnTo>
                <a:lnTo>
                  <a:pt x="3" y="10"/>
                </a:lnTo>
                <a:lnTo>
                  <a:pt x="2" y="10"/>
                </a:lnTo>
                <a:lnTo>
                  <a:pt x="2" y="9"/>
                </a:lnTo>
                <a:lnTo>
                  <a:pt x="3" y="9"/>
                </a:lnTo>
                <a:lnTo>
                  <a:pt x="4" y="9"/>
                </a:lnTo>
                <a:lnTo>
                  <a:pt x="4" y="8"/>
                </a:lnTo>
                <a:lnTo>
                  <a:pt x="5" y="8"/>
                </a:lnTo>
                <a:lnTo>
                  <a:pt x="5" y="7"/>
                </a:lnTo>
                <a:lnTo>
                  <a:pt x="6" y="7"/>
                </a:lnTo>
                <a:lnTo>
                  <a:pt x="6" y="6"/>
                </a:lnTo>
                <a:lnTo>
                  <a:pt x="7" y="6"/>
                </a:lnTo>
                <a:lnTo>
                  <a:pt x="8" y="6"/>
                </a:lnTo>
                <a:lnTo>
                  <a:pt x="9" y="6"/>
                </a:lnTo>
                <a:lnTo>
                  <a:pt x="9" y="7"/>
                </a:lnTo>
                <a:lnTo>
                  <a:pt x="10" y="6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lnTo>
                  <a:pt x="13" y="5"/>
                </a:lnTo>
                <a:lnTo>
                  <a:pt x="13" y="4"/>
                </a:lnTo>
                <a:lnTo>
                  <a:pt x="14" y="4"/>
                </a:lnTo>
                <a:lnTo>
                  <a:pt x="15" y="4"/>
                </a:lnTo>
                <a:lnTo>
                  <a:pt x="15" y="3"/>
                </a:lnTo>
                <a:lnTo>
                  <a:pt x="16" y="3"/>
                </a:lnTo>
                <a:lnTo>
                  <a:pt x="17" y="2"/>
                </a:lnTo>
                <a:lnTo>
                  <a:pt x="17" y="1"/>
                </a:lnTo>
                <a:lnTo>
                  <a:pt x="18" y="2"/>
                </a:lnTo>
                <a:lnTo>
                  <a:pt x="17" y="2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19" y="0"/>
                </a:lnTo>
                <a:lnTo>
                  <a:pt x="2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520" rIns="360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1" name=""/>
          <p:cNvSpPr/>
          <p:nvPr/>
        </p:nvSpPr>
        <p:spPr>
          <a:xfrm>
            <a:off x="2099520" y="4313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2" name=""/>
          <p:cNvSpPr/>
          <p:nvPr/>
        </p:nvSpPr>
        <p:spPr>
          <a:xfrm>
            <a:off x="2097360" y="4313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3" name=""/>
          <p:cNvSpPr/>
          <p:nvPr/>
        </p:nvSpPr>
        <p:spPr>
          <a:xfrm>
            <a:off x="2099160" y="43131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0"/>
                </a:move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4" name=""/>
          <p:cNvSpPr/>
          <p:nvPr/>
        </p:nvSpPr>
        <p:spPr>
          <a:xfrm>
            <a:off x="2089440" y="43120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5" name=""/>
          <p:cNvSpPr/>
          <p:nvPr/>
        </p:nvSpPr>
        <p:spPr>
          <a:xfrm>
            <a:off x="2098080" y="43128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6" name=""/>
          <p:cNvSpPr/>
          <p:nvPr/>
        </p:nvSpPr>
        <p:spPr>
          <a:xfrm>
            <a:off x="2099520" y="4312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7" name=""/>
          <p:cNvSpPr/>
          <p:nvPr/>
        </p:nvSpPr>
        <p:spPr>
          <a:xfrm>
            <a:off x="2090520" y="431172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2" y="0"/>
                </a:moveTo>
                <a:lnTo>
                  <a:pt x="2" y="2"/>
                </a:lnTo>
                <a:lnTo>
                  <a:pt x="2" y="3"/>
                </a:lnTo>
                <a:lnTo>
                  <a:pt x="4" y="3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8" name=""/>
          <p:cNvSpPr/>
          <p:nvPr/>
        </p:nvSpPr>
        <p:spPr>
          <a:xfrm>
            <a:off x="2084040" y="43110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9" name=""/>
          <p:cNvSpPr/>
          <p:nvPr/>
        </p:nvSpPr>
        <p:spPr>
          <a:xfrm>
            <a:off x="2097000" y="43113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0"/>
                </a:moveTo>
                <a:lnTo>
                  <a:pt x="1" y="1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0" name=""/>
          <p:cNvSpPr/>
          <p:nvPr/>
        </p:nvSpPr>
        <p:spPr>
          <a:xfrm>
            <a:off x="2098080" y="4311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1" name=""/>
          <p:cNvSpPr/>
          <p:nvPr/>
        </p:nvSpPr>
        <p:spPr>
          <a:xfrm>
            <a:off x="2097720" y="431136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1" y="0"/>
                </a:moveTo>
                <a:lnTo>
                  <a:pt x="1" y="1"/>
                </a:lnTo>
                <a:lnTo>
                  <a:pt x="1" y="3"/>
                </a:lnTo>
                <a:lnTo>
                  <a:pt x="3" y="3"/>
                </a:lnTo>
                <a:lnTo>
                  <a:pt x="3" y="4"/>
                </a:lnTo>
                <a:lnTo>
                  <a:pt x="3" y="5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2" name=""/>
          <p:cNvSpPr/>
          <p:nvPr/>
        </p:nvSpPr>
        <p:spPr>
          <a:xfrm>
            <a:off x="2080800" y="4309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0"/>
                </a:moveTo>
                <a:lnTo>
                  <a:pt x="2" y="0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2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3" name=""/>
          <p:cNvSpPr/>
          <p:nvPr/>
        </p:nvSpPr>
        <p:spPr>
          <a:xfrm>
            <a:off x="2075040" y="430920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5" y="0"/>
                </a:moveTo>
                <a:lnTo>
                  <a:pt x="6" y="0"/>
                </a:lnTo>
                <a:lnTo>
                  <a:pt x="6" y="1"/>
                </a:lnTo>
                <a:lnTo>
                  <a:pt x="6" y="2"/>
                </a:lnTo>
                <a:lnTo>
                  <a:pt x="5" y="2"/>
                </a:lnTo>
                <a:lnTo>
                  <a:pt x="5" y="4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1" y="6"/>
                </a:lnTo>
                <a:lnTo>
                  <a:pt x="1" y="5"/>
                </a:lnTo>
                <a:lnTo>
                  <a:pt x="0" y="4"/>
                </a:lnTo>
                <a:lnTo>
                  <a:pt x="1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4" name=""/>
          <p:cNvSpPr/>
          <p:nvPr/>
        </p:nvSpPr>
        <p:spPr>
          <a:xfrm>
            <a:off x="2082600" y="43066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5" name=""/>
          <p:cNvSpPr/>
          <p:nvPr/>
        </p:nvSpPr>
        <p:spPr>
          <a:xfrm>
            <a:off x="2108520" y="43088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6" name=""/>
          <p:cNvSpPr/>
          <p:nvPr/>
        </p:nvSpPr>
        <p:spPr>
          <a:xfrm>
            <a:off x="2082600" y="43059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7" name=""/>
          <p:cNvSpPr/>
          <p:nvPr/>
        </p:nvSpPr>
        <p:spPr>
          <a:xfrm>
            <a:off x="2099160" y="43074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4" y="1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8" name=""/>
          <p:cNvSpPr/>
          <p:nvPr/>
        </p:nvSpPr>
        <p:spPr>
          <a:xfrm>
            <a:off x="2107800" y="43077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9" name=""/>
          <p:cNvSpPr/>
          <p:nvPr/>
        </p:nvSpPr>
        <p:spPr>
          <a:xfrm>
            <a:off x="2099520" y="43066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0" name=""/>
          <p:cNvSpPr/>
          <p:nvPr/>
        </p:nvSpPr>
        <p:spPr>
          <a:xfrm>
            <a:off x="2097360" y="430596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1"/>
                </a:moveTo>
                <a:lnTo>
                  <a:pt x="2" y="3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1" name=""/>
          <p:cNvSpPr/>
          <p:nvPr/>
        </p:nvSpPr>
        <p:spPr>
          <a:xfrm>
            <a:off x="2075760" y="43034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1"/>
                </a:moveTo>
                <a:lnTo>
                  <a:pt x="2" y="4"/>
                </a:lnTo>
                <a:lnTo>
                  <a:pt x="0" y="2"/>
                </a:lnTo>
                <a:lnTo>
                  <a:pt x="2" y="1"/>
                </a:lnTo>
                <a:lnTo>
                  <a:pt x="3" y="0"/>
                </a:lnTo>
                <a:lnTo>
                  <a:pt x="5" y="1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2" name=""/>
          <p:cNvSpPr/>
          <p:nvPr/>
        </p:nvSpPr>
        <p:spPr>
          <a:xfrm>
            <a:off x="2097720" y="43052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3" name=""/>
          <p:cNvSpPr/>
          <p:nvPr/>
        </p:nvSpPr>
        <p:spPr>
          <a:xfrm>
            <a:off x="2097000" y="43048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1" y="0"/>
                </a:move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1" y="0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4" name=""/>
          <p:cNvSpPr/>
          <p:nvPr/>
        </p:nvSpPr>
        <p:spPr>
          <a:xfrm>
            <a:off x="2101680" y="43048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5" name=""/>
          <p:cNvSpPr/>
          <p:nvPr/>
        </p:nvSpPr>
        <p:spPr>
          <a:xfrm>
            <a:off x="2115000" y="43059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6" name=""/>
          <p:cNvSpPr/>
          <p:nvPr/>
        </p:nvSpPr>
        <p:spPr>
          <a:xfrm>
            <a:off x="2108520" y="43034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lnTo>
                  <a:pt x="4" y="3"/>
                </a:lnTo>
                <a:lnTo>
                  <a:pt x="4" y="5"/>
                </a:lnTo>
                <a:lnTo>
                  <a:pt x="2" y="5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7" name=""/>
          <p:cNvSpPr/>
          <p:nvPr/>
        </p:nvSpPr>
        <p:spPr>
          <a:xfrm>
            <a:off x="2111040" y="4303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8" name=""/>
          <p:cNvSpPr/>
          <p:nvPr/>
        </p:nvSpPr>
        <p:spPr>
          <a:xfrm>
            <a:off x="2074320" y="4298400"/>
            <a:ext cx="3960" cy="6120"/>
          </a:xfrm>
          <a:custGeom>
            <a:avLst/>
            <a:gdLst/>
            <a:ahLst/>
            <a:rect l="0" t="0" r="r" b="b"/>
            <a:pathLst>
              <a:path fill="none" w="11" h="17">
                <a:moveTo>
                  <a:pt x="6" y="1"/>
                </a:moveTo>
                <a:lnTo>
                  <a:pt x="6" y="2"/>
                </a:lnTo>
                <a:lnTo>
                  <a:pt x="6" y="1"/>
                </a:lnTo>
                <a:lnTo>
                  <a:pt x="7" y="2"/>
                </a:lnTo>
                <a:lnTo>
                  <a:pt x="6" y="2"/>
                </a:lnTo>
                <a:lnTo>
                  <a:pt x="6" y="3"/>
                </a:lnTo>
                <a:lnTo>
                  <a:pt x="7" y="3"/>
                </a:lnTo>
                <a:lnTo>
                  <a:pt x="8" y="4"/>
                </a:lnTo>
                <a:lnTo>
                  <a:pt x="9" y="6"/>
                </a:lnTo>
                <a:lnTo>
                  <a:pt x="9" y="7"/>
                </a:lnTo>
                <a:lnTo>
                  <a:pt x="8" y="7"/>
                </a:lnTo>
                <a:lnTo>
                  <a:pt x="9" y="7"/>
                </a:lnTo>
                <a:lnTo>
                  <a:pt x="10" y="9"/>
                </a:lnTo>
                <a:lnTo>
                  <a:pt x="10" y="11"/>
                </a:lnTo>
                <a:lnTo>
                  <a:pt x="11" y="14"/>
                </a:lnTo>
                <a:lnTo>
                  <a:pt x="11" y="15"/>
                </a:lnTo>
                <a:lnTo>
                  <a:pt x="11" y="16"/>
                </a:lnTo>
                <a:lnTo>
                  <a:pt x="11" y="17"/>
                </a:lnTo>
                <a:lnTo>
                  <a:pt x="11" y="16"/>
                </a:lnTo>
                <a:lnTo>
                  <a:pt x="10" y="15"/>
                </a:lnTo>
                <a:lnTo>
                  <a:pt x="9" y="14"/>
                </a:lnTo>
                <a:lnTo>
                  <a:pt x="9" y="13"/>
                </a:lnTo>
                <a:lnTo>
                  <a:pt x="8" y="11"/>
                </a:lnTo>
                <a:lnTo>
                  <a:pt x="8" y="10"/>
                </a:lnTo>
                <a:lnTo>
                  <a:pt x="8" y="9"/>
                </a:lnTo>
                <a:lnTo>
                  <a:pt x="8" y="7"/>
                </a:lnTo>
                <a:lnTo>
                  <a:pt x="8" y="9"/>
                </a:lnTo>
                <a:lnTo>
                  <a:pt x="7" y="9"/>
                </a:lnTo>
                <a:lnTo>
                  <a:pt x="6" y="7"/>
                </a:lnTo>
                <a:lnTo>
                  <a:pt x="6" y="6"/>
                </a:lnTo>
                <a:lnTo>
                  <a:pt x="5" y="5"/>
                </a:lnTo>
                <a:lnTo>
                  <a:pt x="4" y="4"/>
                </a:lnTo>
                <a:lnTo>
                  <a:pt x="2" y="3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4" y="1"/>
                </a:lnTo>
                <a:lnTo>
                  <a:pt x="5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520" rIns="360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9" name=""/>
          <p:cNvSpPr/>
          <p:nvPr/>
        </p:nvSpPr>
        <p:spPr>
          <a:xfrm>
            <a:off x="2108880" y="43005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0" name=""/>
          <p:cNvSpPr/>
          <p:nvPr/>
        </p:nvSpPr>
        <p:spPr>
          <a:xfrm>
            <a:off x="2107440" y="43005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1" name=""/>
          <p:cNvSpPr/>
          <p:nvPr/>
        </p:nvSpPr>
        <p:spPr>
          <a:xfrm>
            <a:off x="2108880" y="43002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2" name=""/>
          <p:cNvSpPr/>
          <p:nvPr/>
        </p:nvSpPr>
        <p:spPr>
          <a:xfrm>
            <a:off x="2106720" y="42987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3" name=""/>
          <p:cNvSpPr/>
          <p:nvPr/>
        </p:nvSpPr>
        <p:spPr>
          <a:xfrm>
            <a:off x="2138760" y="43012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4" name=""/>
          <p:cNvSpPr/>
          <p:nvPr/>
        </p:nvSpPr>
        <p:spPr>
          <a:xfrm>
            <a:off x="2117880" y="42980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1"/>
                </a:moveTo>
                <a:lnTo>
                  <a:pt x="4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5" name=""/>
          <p:cNvSpPr/>
          <p:nvPr/>
        </p:nvSpPr>
        <p:spPr>
          <a:xfrm>
            <a:off x="2126160" y="4297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6" name=""/>
          <p:cNvSpPr/>
          <p:nvPr/>
        </p:nvSpPr>
        <p:spPr>
          <a:xfrm>
            <a:off x="2123640" y="42962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1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7" name=""/>
          <p:cNvSpPr/>
          <p:nvPr/>
        </p:nvSpPr>
        <p:spPr>
          <a:xfrm>
            <a:off x="2334600" y="4326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8" name=""/>
          <p:cNvSpPr/>
          <p:nvPr/>
        </p:nvSpPr>
        <p:spPr>
          <a:xfrm>
            <a:off x="2331000" y="4322160"/>
            <a:ext cx="3600" cy="3240"/>
          </a:xfrm>
          <a:custGeom>
            <a:avLst/>
            <a:gdLst/>
            <a:ahLst/>
            <a:rect l="0" t="0" r="r" b="b"/>
            <a:pathLst>
              <a:path fill="none" w="10" h="9">
                <a:moveTo>
                  <a:pt x="8" y="0"/>
                </a:moveTo>
                <a:lnTo>
                  <a:pt x="8" y="1"/>
                </a:lnTo>
                <a:lnTo>
                  <a:pt x="8" y="2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8" y="5"/>
                </a:lnTo>
                <a:lnTo>
                  <a:pt x="9" y="5"/>
                </a:lnTo>
                <a:lnTo>
                  <a:pt x="9" y="7"/>
                </a:lnTo>
                <a:lnTo>
                  <a:pt x="10" y="7"/>
                </a:lnTo>
                <a:lnTo>
                  <a:pt x="10" y="8"/>
                </a:lnTo>
                <a:lnTo>
                  <a:pt x="10" y="9"/>
                </a:lnTo>
                <a:lnTo>
                  <a:pt x="9" y="9"/>
                </a:lnTo>
                <a:lnTo>
                  <a:pt x="8" y="9"/>
                </a:lnTo>
                <a:lnTo>
                  <a:pt x="7" y="8"/>
                </a:lnTo>
                <a:lnTo>
                  <a:pt x="7" y="7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4" y="5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9" name=""/>
          <p:cNvSpPr/>
          <p:nvPr/>
        </p:nvSpPr>
        <p:spPr>
          <a:xfrm>
            <a:off x="2130120" y="42919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0" name=""/>
          <p:cNvSpPr/>
          <p:nvPr/>
        </p:nvSpPr>
        <p:spPr>
          <a:xfrm>
            <a:off x="2293920" y="43120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1" y="5"/>
                </a:moveTo>
                <a:lnTo>
                  <a:pt x="0" y="5"/>
                </a:lnTo>
                <a:lnTo>
                  <a:pt x="0" y="4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1" name=""/>
          <p:cNvSpPr/>
          <p:nvPr/>
        </p:nvSpPr>
        <p:spPr>
          <a:xfrm>
            <a:off x="2291040" y="430272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1" y="0"/>
                </a:moveTo>
                <a:lnTo>
                  <a:pt x="1" y="1"/>
                </a:lnTo>
                <a:lnTo>
                  <a:pt x="3" y="1"/>
                </a:lnTo>
                <a:lnTo>
                  <a:pt x="3" y="2"/>
                </a:lnTo>
                <a:lnTo>
                  <a:pt x="4" y="4"/>
                </a:lnTo>
                <a:lnTo>
                  <a:pt x="4" y="5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4" y="5"/>
                </a:ln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2" name=""/>
          <p:cNvSpPr/>
          <p:nvPr/>
        </p:nvSpPr>
        <p:spPr>
          <a:xfrm>
            <a:off x="2331360" y="430128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3" name=""/>
          <p:cNvSpPr/>
          <p:nvPr/>
        </p:nvSpPr>
        <p:spPr>
          <a:xfrm>
            <a:off x="2329920" y="4300200"/>
            <a:ext cx="1800" cy="2520"/>
          </a:xfrm>
          <a:custGeom>
            <a:avLst/>
            <a:gdLst/>
            <a:ahLst/>
            <a:rect l="0" t="0" r="r" b="b"/>
            <a:pathLst>
              <a:path fill="none" w="5" h="7">
                <a:moveTo>
                  <a:pt x="5" y="0"/>
                </a:move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5" y="5"/>
                </a:lnTo>
                <a:lnTo>
                  <a:pt x="5" y="7"/>
                </a:lnTo>
                <a:lnTo>
                  <a:pt x="4" y="7"/>
                </a:ln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4" name=""/>
          <p:cNvSpPr/>
          <p:nvPr/>
        </p:nvSpPr>
        <p:spPr>
          <a:xfrm>
            <a:off x="2194200" y="4278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5" name=""/>
          <p:cNvSpPr/>
          <p:nvPr/>
        </p:nvSpPr>
        <p:spPr>
          <a:xfrm>
            <a:off x="2194920" y="42778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6" name=""/>
          <p:cNvSpPr/>
          <p:nvPr/>
        </p:nvSpPr>
        <p:spPr>
          <a:xfrm>
            <a:off x="2188080" y="4270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7" name=""/>
          <p:cNvSpPr/>
          <p:nvPr/>
        </p:nvSpPr>
        <p:spPr>
          <a:xfrm>
            <a:off x="2183400" y="4270680"/>
            <a:ext cx="6840" cy="3600"/>
          </a:xfrm>
          <a:custGeom>
            <a:avLst/>
            <a:gdLst/>
            <a:ahLst/>
            <a:rect l="0" t="0" r="r" b="b"/>
            <a:pathLst>
              <a:path fill="none" w="19" h="10">
                <a:moveTo>
                  <a:pt x="17" y="0"/>
                </a:moveTo>
                <a:lnTo>
                  <a:pt x="17" y="1"/>
                </a:lnTo>
                <a:lnTo>
                  <a:pt x="17" y="2"/>
                </a:lnTo>
                <a:lnTo>
                  <a:pt x="18" y="2"/>
                </a:lnTo>
                <a:lnTo>
                  <a:pt x="19" y="3"/>
                </a:lnTo>
                <a:lnTo>
                  <a:pt x="18" y="3"/>
                </a:lnTo>
                <a:lnTo>
                  <a:pt x="19" y="3"/>
                </a:lnTo>
                <a:lnTo>
                  <a:pt x="19" y="5"/>
                </a:lnTo>
                <a:lnTo>
                  <a:pt x="18" y="5"/>
                </a:lnTo>
                <a:lnTo>
                  <a:pt x="18" y="6"/>
                </a:lnTo>
                <a:lnTo>
                  <a:pt x="18" y="7"/>
                </a:lnTo>
                <a:lnTo>
                  <a:pt x="18" y="8"/>
                </a:lnTo>
                <a:lnTo>
                  <a:pt x="18" y="9"/>
                </a:lnTo>
                <a:lnTo>
                  <a:pt x="17" y="9"/>
                </a:lnTo>
                <a:lnTo>
                  <a:pt x="17" y="10"/>
                </a:lnTo>
                <a:lnTo>
                  <a:pt x="16" y="10"/>
                </a:lnTo>
                <a:lnTo>
                  <a:pt x="16" y="9"/>
                </a:lnTo>
                <a:lnTo>
                  <a:pt x="17" y="9"/>
                </a:lnTo>
                <a:lnTo>
                  <a:pt x="16" y="9"/>
                </a:lnTo>
                <a:lnTo>
                  <a:pt x="15" y="9"/>
                </a:lnTo>
                <a:lnTo>
                  <a:pt x="15" y="10"/>
                </a:lnTo>
                <a:lnTo>
                  <a:pt x="15" y="9"/>
                </a:lnTo>
                <a:lnTo>
                  <a:pt x="15" y="8"/>
                </a:lnTo>
                <a:lnTo>
                  <a:pt x="14" y="8"/>
                </a:lnTo>
                <a:lnTo>
                  <a:pt x="13" y="8"/>
                </a:lnTo>
                <a:lnTo>
                  <a:pt x="12" y="8"/>
                </a:lnTo>
                <a:lnTo>
                  <a:pt x="11" y="8"/>
                </a:lnTo>
                <a:lnTo>
                  <a:pt x="11" y="9"/>
                </a:lnTo>
                <a:lnTo>
                  <a:pt x="9" y="9"/>
                </a:lnTo>
                <a:lnTo>
                  <a:pt x="8" y="9"/>
                </a:lnTo>
                <a:lnTo>
                  <a:pt x="7" y="8"/>
                </a:lnTo>
                <a:lnTo>
                  <a:pt x="6" y="8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3" y="8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5" y="3"/>
                </a:lnTo>
                <a:lnTo>
                  <a:pt x="5" y="5"/>
                </a:lnTo>
                <a:lnTo>
                  <a:pt x="6" y="5"/>
                </a:lnTo>
                <a:lnTo>
                  <a:pt x="6" y="6"/>
                </a:lnTo>
                <a:lnTo>
                  <a:pt x="7" y="6"/>
                </a:lnTo>
                <a:lnTo>
                  <a:pt x="7" y="5"/>
                </a:lnTo>
                <a:lnTo>
                  <a:pt x="8" y="5"/>
                </a:lnTo>
                <a:lnTo>
                  <a:pt x="8" y="3"/>
                </a:lnTo>
                <a:lnTo>
                  <a:pt x="9" y="2"/>
                </a:lnTo>
                <a:lnTo>
                  <a:pt x="9" y="1"/>
                </a:lnTo>
                <a:lnTo>
                  <a:pt x="11" y="1"/>
                </a:lnTo>
                <a:lnTo>
                  <a:pt x="12" y="1"/>
                </a:lnTo>
                <a:lnTo>
                  <a:pt x="13" y="1"/>
                </a:lnTo>
                <a:lnTo>
                  <a:pt x="13" y="2"/>
                </a:lnTo>
                <a:lnTo>
                  <a:pt x="14" y="2"/>
                </a:lnTo>
                <a:lnTo>
                  <a:pt x="15" y="2"/>
                </a:lnTo>
                <a:lnTo>
                  <a:pt x="15" y="1"/>
                </a:lnTo>
                <a:lnTo>
                  <a:pt x="16" y="0"/>
                </a:lnTo>
                <a:lnTo>
                  <a:pt x="17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8" name=""/>
          <p:cNvSpPr/>
          <p:nvPr/>
        </p:nvSpPr>
        <p:spPr>
          <a:xfrm>
            <a:off x="2263320" y="42804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9" name=""/>
          <p:cNvSpPr/>
          <p:nvPr/>
        </p:nvSpPr>
        <p:spPr>
          <a:xfrm>
            <a:off x="2284200" y="428328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0" name=""/>
          <p:cNvSpPr/>
          <p:nvPr/>
        </p:nvSpPr>
        <p:spPr>
          <a:xfrm>
            <a:off x="2266560" y="4278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1" name=""/>
          <p:cNvSpPr/>
          <p:nvPr/>
        </p:nvSpPr>
        <p:spPr>
          <a:xfrm>
            <a:off x="2269800" y="4278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2" name=""/>
          <p:cNvSpPr/>
          <p:nvPr/>
        </p:nvSpPr>
        <p:spPr>
          <a:xfrm>
            <a:off x="2187000" y="42670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3" name=""/>
          <p:cNvSpPr/>
          <p:nvPr/>
        </p:nvSpPr>
        <p:spPr>
          <a:xfrm>
            <a:off x="2185920" y="42670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4" name=""/>
          <p:cNvSpPr/>
          <p:nvPr/>
        </p:nvSpPr>
        <p:spPr>
          <a:xfrm>
            <a:off x="2266200" y="4278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5" name=""/>
          <p:cNvSpPr/>
          <p:nvPr/>
        </p:nvSpPr>
        <p:spPr>
          <a:xfrm>
            <a:off x="2271600" y="42786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6" name=""/>
          <p:cNvSpPr/>
          <p:nvPr/>
        </p:nvSpPr>
        <p:spPr>
          <a:xfrm>
            <a:off x="2194200" y="4266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7" name=""/>
          <p:cNvSpPr/>
          <p:nvPr/>
        </p:nvSpPr>
        <p:spPr>
          <a:xfrm>
            <a:off x="2195280" y="42660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8" name=""/>
          <p:cNvSpPr/>
          <p:nvPr/>
        </p:nvSpPr>
        <p:spPr>
          <a:xfrm>
            <a:off x="2285280" y="42789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3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9" name=""/>
          <p:cNvSpPr/>
          <p:nvPr/>
        </p:nvSpPr>
        <p:spPr>
          <a:xfrm>
            <a:off x="2266920" y="42746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0" name=""/>
          <p:cNvSpPr/>
          <p:nvPr/>
        </p:nvSpPr>
        <p:spPr>
          <a:xfrm>
            <a:off x="2260080" y="42732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1" name=""/>
          <p:cNvSpPr/>
          <p:nvPr/>
        </p:nvSpPr>
        <p:spPr>
          <a:xfrm>
            <a:off x="2265840" y="427392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2" y="0"/>
                </a:moveTo>
                <a:lnTo>
                  <a:pt x="3" y="1"/>
                </a:lnTo>
                <a:lnTo>
                  <a:pt x="3" y="3"/>
                </a:lnTo>
                <a:lnTo>
                  <a:pt x="5" y="3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2" name=""/>
          <p:cNvSpPr/>
          <p:nvPr/>
        </p:nvSpPr>
        <p:spPr>
          <a:xfrm>
            <a:off x="2202840" y="42609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3" name=""/>
          <p:cNvSpPr/>
          <p:nvPr/>
        </p:nvSpPr>
        <p:spPr>
          <a:xfrm>
            <a:off x="2266560" y="42699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4" name=""/>
          <p:cNvSpPr/>
          <p:nvPr/>
        </p:nvSpPr>
        <p:spPr>
          <a:xfrm>
            <a:off x="2207880" y="42595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5" name=""/>
          <p:cNvSpPr/>
          <p:nvPr/>
        </p:nvSpPr>
        <p:spPr>
          <a:xfrm>
            <a:off x="2207160" y="4259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6" name=""/>
          <p:cNvSpPr/>
          <p:nvPr/>
        </p:nvSpPr>
        <p:spPr>
          <a:xfrm>
            <a:off x="2208600" y="42591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7" name=""/>
          <p:cNvSpPr/>
          <p:nvPr/>
        </p:nvSpPr>
        <p:spPr>
          <a:xfrm>
            <a:off x="2206800" y="425880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1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8" name=""/>
          <p:cNvSpPr/>
          <p:nvPr/>
        </p:nvSpPr>
        <p:spPr>
          <a:xfrm>
            <a:off x="2209680" y="42584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9" name=""/>
          <p:cNvSpPr/>
          <p:nvPr/>
        </p:nvSpPr>
        <p:spPr>
          <a:xfrm>
            <a:off x="2282400" y="4269240"/>
            <a:ext cx="3600" cy="2520"/>
          </a:xfrm>
          <a:custGeom>
            <a:avLst/>
            <a:gdLst/>
            <a:ahLst/>
            <a:rect l="0" t="0" r="r" b="b"/>
            <a:pathLst>
              <a:path fill="none" w="10" h="7">
                <a:moveTo>
                  <a:pt x="10" y="1"/>
                </a:moveTo>
                <a:lnTo>
                  <a:pt x="9" y="1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6" y="3"/>
                </a:lnTo>
                <a:lnTo>
                  <a:pt x="7" y="3"/>
                </a:lnTo>
                <a:lnTo>
                  <a:pt x="6" y="3"/>
                </a:lnTo>
                <a:lnTo>
                  <a:pt x="5" y="3"/>
                </a:lnTo>
                <a:lnTo>
                  <a:pt x="6" y="3"/>
                </a:lnTo>
                <a:lnTo>
                  <a:pt x="6" y="4"/>
                </a:lnTo>
                <a:lnTo>
                  <a:pt x="5" y="4"/>
                </a:lnTo>
                <a:lnTo>
                  <a:pt x="6" y="4"/>
                </a:lnTo>
                <a:lnTo>
                  <a:pt x="5" y="4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2" y="5"/>
                </a:lnTo>
                <a:lnTo>
                  <a:pt x="2" y="7"/>
                </a:lnTo>
                <a:lnTo>
                  <a:pt x="1" y="7"/>
                </a:lnTo>
                <a:lnTo>
                  <a:pt x="2" y="7"/>
                </a:lnTo>
                <a:lnTo>
                  <a:pt x="2" y="5"/>
                </a:lnTo>
                <a:lnTo>
                  <a:pt x="1" y="5"/>
                </a:lnTo>
                <a:lnTo>
                  <a:pt x="1" y="7"/>
                </a:lnTo>
                <a:lnTo>
                  <a:pt x="0" y="7"/>
                </a:lnTo>
                <a:lnTo>
                  <a:pt x="0" y="5"/>
                </a:lnTo>
                <a:lnTo>
                  <a:pt x="1" y="4"/>
                </a:lnTo>
                <a:lnTo>
                  <a:pt x="2" y="4"/>
                </a:lnTo>
                <a:lnTo>
                  <a:pt x="3" y="3"/>
                </a:lnTo>
                <a:lnTo>
                  <a:pt x="4" y="2"/>
                </a:lnTo>
                <a:lnTo>
                  <a:pt x="5" y="2"/>
                </a:lnTo>
                <a:lnTo>
                  <a:pt x="5" y="1"/>
                </a:lnTo>
                <a:lnTo>
                  <a:pt x="6" y="1"/>
                </a:lnTo>
                <a:lnTo>
                  <a:pt x="7" y="0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0" name=""/>
          <p:cNvSpPr/>
          <p:nvPr/>
        </p:nvSpPr>
        <p:spPr>
          <a:xfrm>
            <a:off x="2287080" y="4268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1" name=""/>
          <p:cNvSpPr/>
          <p:nvPr/>
        </p:nvSpPr>
        <p:spPr>
          <a:xfrm>
            <a:off x="2267640" y="4266000"/>
            <a:ext cx="5400" cy="3960"/>
          </a:xfrm>
          <a:custGeom>
            <a:avLst/>
            <a:gdLst/>
            <a:ahLst/>
            <a:rect l="0" t="0" r="r" b="b"/>
            <a:pathLst>
              <a:path fill="none" w="15" h="11">
                <a:moveTo>
                  <a:pt x="10" y="0"/>
                </a:moveTo>
                <a:lnTo>
                  <a:pt x="10" y="1"/>
                </a:lnTo>
                <a:lnTo>
                  <a:pt x="11" y="2"/>
                </a:lnTo>
                <a:lnTo>
                  <a:pt x="11" y="1"/>
                </a:lnTo>
                <a:lnTo>
                  <a:pt x="12" y="1"/>
                </a:lnTo>
                <a:lnTo>
                  <a:pt x="12" y="2"/>
                </a:lnTo>
                <a:lnTo>
                  <a:pt x="12" y="3"/>
                </a:lnTo>
                <a:lnTo>
                  <a:pt x="12" y="4"/>
                </a:lnTo>
                <a:lnTo>
                  <a:pt x="14" y="4"/>
                </a:lnTo>
                <a:lnTo>
                  <a:pt x="14" y="6"/>
                </a:lnTo>
                <a:lnTo>
                  <a:pt x="15" y="6"/>
                </a:lnTo>
                <a:lnTo>
                  <a:pt x="14" y="6"/>
                </a:lnTo>
                <a:lnTo>
                  <a:pt x="14" y="7"/>
                </a:lnTo>
                <a:lnTo>
                  <a:pt x="12" y="7"/>
                </a:lnTo>
                <a:lnTo>
                  <a:pt x="12" y="6"/>
                </a:lnTo>
                <a:lnTo>
                  <a:pt x="11" y="6"/>
                </a:lnTo>
                <a:lnTo>
                  <a:pt x="9" y="6"/>
                </a:lnTo>
                <a:lnTo>
                  <a:pt x="8" y="7"/>
                </a:lnTo>
                <a:lnTo>
                  <a:pt x="7" y="7"/>
                </a:lnTo>
                <a:lnTo>
                  <a:pt x="7" y="8"/>
                </a:lnTo>
                <a:lnTo>
                  <a:pt x="6" y="8"/>
                </a:lnTo>
                <a:lnTo>
                  <a:pt x="6" y="9"/>
                </a:lnTo>
                <a:lnTo>
                  <a:pt x="6" y="10"/>
                </a:lnTo>
                <a:lnTo>
                  <a:pt x="6" y="11"/>
                </a:lnTo>
                <a:lnTo>
                  <a:pt x="5" y="11"/>
                </a:lnTo>
                <a:lnTo>
                  <a:pt x="4" y="11"/>
                </a:lnTo>
                <a:lnTo>
                  <a:pt x="3" y="11"/>
                </a:lnTo>
                <a:lnTo>
                  <a:pt x="3" y="10"/>
                </a:lnTo>
                <a:lnTo>
                  <a:pt x="2" y="10"/>
                </a:lnTo>
                <a:lnTo>
                  <a:pt x="2" y="9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1" y="8"/>
                </a:lnTo>
                <a:lnTo>
                  <a:pt x="0" y="8"/>
                </a:lnTo>
                <a:lnTo>
                  <a:pt x="0" y="7"/>
                </a:lnTo>
                <a:lnTo>
                  <a:pt x="1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9"/>
                </a:lnTo>
                <a:lnTo>
                  <a:pt x="3" y="10"/>
                </a:lnTo>
                <a:lnTo>
                  <a:pt x="3" y="9"/>
                </a:lnTo>
                <a:lnTo>
                  <a:pt x="4" y="9"/>
                </a:lnTo>
                <a:lnTo>
                  <a:pt x="3" y="9"/>
                </a:lnTo>
                <a:lnTo>
                  <a:pt x="4" y="9"/>
                </a:lnTo>
                <a:lnTo>
                  <a:pt x="5" y="9"/>
                </a:lnTo>
                <a:lnTo>
                  <a:pt x="5" y="8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3" y="7"/>
                </a:lnTo>
                <a:lnTo>
                  <a:pt x="3" y="6"/>
                </a:lnTo>
                <a:lnTo>
                  <a:pt x="3" y="4"/>
                </a:lnTo>
                <a:lnTo>
                  <a:pt x="2" y="4"/>
                </a:lnTo>
                <a:lnTo>
                  <a:pt x="2" y="6"/>
                </a:lnTo>
                <a:lnTo>
                  <a:pt x="1" y="6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5" y="2"/>
                </a:lnTo>
                <a:lnTo>
                  <a:pt x="6" y="2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7" y="1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9" y="1"/>
                </a:lnTo>
                <a:lnTo>
                  <a:pt x="10" y="0"/>
                </a:lnTo>
                <a:lnTo>
                  <a:pt x="9" y="0"/>
                </a:lnTo>
                <a:lnTo>
                  <a:pt x="1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2" name=""/>
          <p:cNvSpPr/>
          <p:nvPr/>
        </p:nvSpPr>
        <p:spPr>
          <a:xfrm>
            <a:off x="2269440" y="42656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3" name=""/>
          <p:cNvSpPr/>
          <p:nvPr/>
        </p:nvSpPr>
        <p:spPr>
          <a:xfrm>
            <a:off x="2265120" y="4264560"/>
            <a:ext cx="2880" cy="3600"/>
          </a:xfrm>
          <a:custGeom>
            <a:avLst/>
            <a:gdLst/>
            <a:ahLst/>
            <a:rect l="0" t="0" r="r" b="b"/>
            <a:pathLst>
              <a:path fill="none" w="8" h="10">
                <a:moveTo>
                  <a:pt x="6" y="0"/>
                </a:moveTo>
                <a:lnTo>
                  <a:pt x="6" y="1"/>
                </a:lnTo>
                <a:lnTo>
                  <a:pt x="6" y="0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4" y="6"/>
                </a:lnTo>
                <a:lnTo>
                  <a:pt x="4" y="7"/>
                </a:lnTo>
                <a:lnTo>
                  <a:pt x="6" y="7"/>
                </a:lnTo>
                <a:lnTo>
                  <a:pt x="6" y="8"/>
                </a:lnTo>
                <a:lnTo>
                  <a:pt x="4" y="8"/>
                </a:lnTo>
                <a:lnTo>
                  <a:pt x="4" y="9"/>
                </a:lnTo>
                <a:lnTo>
                  <a:pt x="6" y="9"/>
                </a:lnTo>
                <a:lnTo>
                  <a:pt x="4" y="10"/>
                </a:lnTo>
                <a:lnTo>
                  <a:pt x="4" y="9"/>
                </a:lnTo>
                <a:lnTo>
                  <a:pt x="3" y="9"/>
                </a:lnTo>
                <a:lnTo>
                  <a:pt x="2" y="9"/>
                </a:lnTo>
                <a:lnTo>
                  <a:pt x="2" y="10"/>
                </a:lnTo>
                <a:lnTo>
                  <a:pt x="2" y="9"/>
                </a:lnTo>
                <a:lnTo>
                  <a:pt x="1" y="9"/>
                </a:lnTo>
                <a:lnTo>
                  <a:pt x="1" y="10"/>
                </a:lnTo>
                <a:lnTo>
                  <a:pt x="0" y="10"/>
                </a:lnTo>
                <a:lnTo>
                  <a:pt x="0" y="9"/>
                </a:lnTo>
                <a:lnTo>
                  <a:pt x="1" y="9"/>
                </a:lnTo>
                <a:lnTo>
                  <a:pt x="2" y="9"/>
                </a:lnTo>
                <a:lnTo>
                  <a:pt x="2" y="8"/>
                </a:lnTo>
                <a:lnTo>
                  <a:pt x="2" y="9"/>
                </a:lnTo>
                <a:lnTo>
                  <a:pt x="3" y="9"/>
                </a:lnTo>
                <a:lnTo>
                  <a:pt x="3" y="8"/>
                </a:lnTo>
                <a:lnTo>
                  <a:pt x="3" y="7"/>
                </a:lnTo>
                <a:lnTo>
                  <a:pt x="3" y="6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4" name=""/>
          <p:cNvSpPr/>
          <p:nvPr/>
        </p:nvSpPr>
        <p:spPr>
          <a:xfrm>
            <a:off x="2266560" y="4264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5" name=""/>
          <p:cNvSpPr/>
          <p:nvPr/>
        </p:nvSpPr>
        <p:spPr>
          <a:xfrm>
            <a:off x="2199240" y="4254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6" name=""/>
          <p:cNvSpPr/>
          <p:nvPr/>
        </p:nvSpPr>
        <p:spPr>
          <a:xfrm>
            <a:off x="2268000" y="426348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4" y="1"/>
                </a:move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lnTo>
                  <a:pt x="6" y="6"/>
                </a:lnTo>
                <a:lnTo>
                  <a:pt x="5" y="6"/>
                </a:lnTo>
                <a:lnTo>
                  <a:pt x="6" y="6"/>
                </a:lnTo>
                <a:lnTo>
                  <a:pt x="5" y="6"/>
                </a:lnTo>
                <a:lnTo>
                  <a:pt x="4" y="6"/>
                </a:lnTo>
                <a:lnTo>
                  <a:pt x="4" y="7"/>
                </a:lnTo>
                <a:lnTo>
                  <a:pt x="4" y="6"/>
                </a:lnTo>
                <a:lnTo>
                  <a:pt x="5" y="4"/>
                </a:lnTo>
                <a:lnTo>
                  <a:pt x="4" y="3"/>
                </a:lnTo>
                <a:lnTo>
                  <a:pt x="4" y="2"/>
                </a:lnTo>
                <a:lnTo>
                  <a:pt x="2" y="2"/>
                </a:lnTo>
                <a:lnTo>
                  <a:pt x="2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7" name=""/>
          <p:cNvSpPr/>
          <p:nvPr/>
        </p:nvSpPr>
        <p:spPr>
          <a:xfrm>
            <a:off x="2269440" y="42606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1"/>
                </a:moveTo>
                <a:lnTo>
                  <a:pt x="2" y="1"/>
                </a:lnTo>
                <a:lnTo>
                  <a:pt x="2" y="3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8" name=""/>
          <p:cNvSpPr/>
          <p:nvPr/>
        </p:nvSpPr>
        <p:spPr>
          <a:xfrm>
            <a:off x="2287080" y="4263120"/>
            <a:ext cx="720" cy="2160"/>
          </a:xfrm>
          <a:custGeom>
            <a:avLst/>
            <a:gdLst/>
            <a:ahLst/>
            <a:rect l="0" t="0" r="r" b="b"/>
            <a:pathLst>
              <a:path fill="none" w="2" h="6">
                <a:moveTo>
                  <a:pt x="0" y="6"/>
                </a:move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9" name=""/>
          <p:cNvSpPr/>
          <p:nvPr/>
        </p:nvSpPr>
        <p:spPr>
          <a:xfrm>
            <a:off x="2287440" y="426132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3"/>
                </a:move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0" name=""/>
          <p:cNvSpPr/>
          <p:nvPr/>
        </p:nvSpPr>
        <p:spPr>
          <a:xfrm>
            <a:off x="2289960" y="42573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1" name=""/>
          <p:cNvSpPr/>
          <p:nvPr/>
        </p:nvSpPr>
        <p:spPr>
          <a:xfrm>
            <a:off x="2222280" y="42390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2" name=""/>
          <p:cNvSpPr/>
          <p:nvPr/>
        </p:nvSpPr>
        <p:spPr>
          <a:xfrm>
            <a:off x="2219760" y="42375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3" name=""/>
          <p:cNvSpPr/>
          <p:nvPr/>
        </p:nvSpPr>
        <p:spPr>
          <a:xfrm>
            <a:off x="2214360" y="42364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4" name=""/>
          <p:cNvSpPr/>
          <p:nvPr/>
        </p:nvSpPr>
        <p:spPr>
          <a:xfrm>
            <a:off x="2294280" y="424836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0" y="4"/>
                </a:move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7" y="0"/>
                </a:lnTo>
                <a:lnTo>
                  <a:pt x="7" y="1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5" name=""/>
          <p:cNvSpPr/>
          <p:nvPr/>
        </p:nvSpPr>
        <p:spPr>
          <a:xfrm>
            <a:off x="2215440" y="423612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3" y="4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6" y="2"/>
                </a:lnTo>
                <a:lnTo>
                  <a:pt x="4" y="2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6" name=""/>
          <p:cNvSpPr/>
          <p:nvPr/>
        </p:nvSpPr>
        <p:spPr>
          <a:xfrm>
            <a:off x="2222640" y="42368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7" name=""/>
          <p:cNvSpPr/>
          <p:nvPr/>
        </p:nvSpPr>
        <p:spPr>
          <a:xfrm>
            <a:off x="2219400" y="42346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8" name=""/>
          <p:cNvSpPr/>
          <p:nvPr/>
        </p:nvSpPr>
        <p:spPr>
          <a:xfrm>
            <a:off x="2214360" y="42339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9" name=""/>
          <p:cNvSpPr/>
          <p:nvPr/>
        </p:nvSpPr>
        <p:spPr>
          <a:xfrm>
            <a:off x="2224440" y="423504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5" y="0"/>
                </a:moveTo>
                <a:lnTo>
                  <a:pt x="6" y="1"/>
                </a:lnTo>
                <a:lnTo>
                  <a:pt x="6" y="4"/>
                </a:lnTo>
                <a:lnTo>
                  <a:pt x="5" y="4"/>
                </a:lnTo>
                <a:lnTo>
                  <a:pt x="5" y="3"/>
                </a:lnTo>
                <a:lnTo>
                  <a:pt x="3" y="4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0" name=""/>
          <p:cNvSpPr/>
          <p:nvPr/>
        </p:nvSpPr>
        <p:spPr>
          <a:xfrm>
            <a:off x="2219760" y="4231080"/>
            <a:ext cx="4680" cy="5400"/>
          </a:xfrm>
          <a:custGeom>
            <a:avLst/>
            <a:gdLst/>
            <a:ahLst/>
            <a:rect l="0" t="0" r="r" b="b"/>
            <a:pathLst>
              <a:path fill="none" w="13" h="15">
                <a:moveTo>
                  <a:pt x="8" y="1"/>
                </a:moveTo>
                <a:lnTo>
                  <a:pt x="9" y="1"/>
                </a:lnTo>
                <a:lnTo>
                  <a:pt x="9" y="2"/>
                </a:lnTo>
                <a:lnTo>
                  <a:pt x="9" y="3"/>
                </a:lnTo>
                <a:lnTo>
                  <a:pt x="9" y="4"/>
                </a:lnTo>
                <a:lnTo>
                  <a:pt x="8" y="4"/>
                </a:lnTo>
                <a:lnTo>
                  <a:pt x="9" y="4"/>
                </a:lnTo>
                <a:lnTo>
                  <a:pt x="10" y="3"/>
                </a:lnTo>
                <a:lnTo>
                  <a:pt x="10" y="2"/>
                </a:lnTo>
                <a:lnTo>
                  <a:pt x="12" y="2"/>
                </a:lnTo>
                <a:lnTo>
                  <a:pt x="12" y="3"/>
                </a:lnTo>
                <a:lnTo>
                  <a:pt x="12" y="5"/>
                </a:lnTo>
                <a:lnTo>
                  <a:pt x="13" y="8"/>
                </a:lnTo>
                <a:lnTo>
                  <a:pt x="13" y="9"/>
                </a:lnTo>
                <a:lnTo>
                  <a:pt x="12" y="10"/>
                </a:lnTo>
                <a:lnTo>
                  <a:pt x="10" y="11"/>
                </a:lnTo>
                <a:lnTo>
                  <a:pt x="9" y="12"/>
                </a:lnTo>
                <a:lnTo>
                  <a:pt x="7" y="13"/>
                </a:lnTo>
                <a:lnTo>
                  <a:pt x="6" y="14"/>
                </a:lnTo>
                <a:lnTo>
                  <a:pt x="6" y="15"/>
                </a:lnTo>
                <a:lnTo>
                  <a:pt x="5" y="14"/>
                </a:lnTo>
                <a:lnTo>
                  <a:pt x="4" y="14"/>
                </a:lnTo>
                <a:lnTo>
                  <a:pt x="3" y="14"/>
                </a:lnTo>
                <a:lnTo>
                  <a:pt x="2" y="13"/>
                </a:lnTo>
                <a:lnTo>
                  <a:pt x="1" y="13"/>
                </a:ln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  <a:lnTo>
                  <a:pt x="1" y="5"/>
                </a:lnTo>
                <a:lnTo>
                  <a:pt x="1" y="4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7" y="0"/>
                </a:lnTo>
                <a:lnTo>
                  <a:pt x="8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800" rIns="36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1" name=""/>
          <p:cNvSpPr/>
          <p:nvPr/>
        </p:nvSpPr>
        <p:spPr>
          <a:xfrm>
            <a:off x="2226600" y="4232160"/>
            <a:ext cx="6840" cy="5760"/>
          </a:xfrm>
          <a:custGeom>
            <a:avLst/>
            <a:gdLst/>
            <a:ahLst/>
            <a:rect l="0" t="0" r="r" b="b"/>
            <a:pathLst>
              <a:path fill="none" w="19" h="16">
                <a:moveTo>
                  <a:pt x="15" y="2"/>
                </a:moveTo>
                <a:lnTo>
                  <a:pt x="17" y="2"/>
                </a:lnTo>
                <a:lnTo>
                  <a:pt x="16" y="2"/>
                </a:lnTo>
                <a:lnTo>
                  <a:pt x="16" y="3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8" y="7"/>
                </a:lnTo>
                <a:lnTo>
                  <a:pt x="18" y="8"/>
                </a:lnTo>
                <a:lnTo>
                  <a:pt x="19" y="8"/>
                </a:lnTo>
                <a:lnTo>
                  <a:pt x="19" y="9"/>
                </a:lnTo>
                <a:lnTo>
                  <a:pt x="18" y="9"/>
                </a:lnTo>
                <a:lnTo>
                  <a:pt x="17" y="9"/>
                </a:lnTo>
                <a:lnTo>
                  <a:pt x="18" y="10"/>
                </a:lnTo>
                <a:lnTo>
                  <a:pt x="18" y="12"/>
                </a:lnTo>
                <a:lnTo>
                  <a:pt x="17" y="12"/>
                </a:lnTo>
                <a:lnTo>
                  <a:pt x="16" y="13"/>
                </a:lnTo>
                <a:lnTo>
                  <a:pt x="15" y="13"/>
                </a:lnTo>
                <a:lnTo>
                  <a:pt x="14" y="13"/>
                </a:lnTo>
                <a:lnTo>
                  <a:pt x="15" y="13"/>
                </a:lnTo>
                <a:lnTo>
                  <a:pt x="15" y="12"/>
                </a:lnTo>
                <a:lnTo>
                  <a:pt x="14" y="10"/>
                </a:lnTo>
                <a:lnTo>
                  <a:pt x="13" y="10"/>
                </a:lnTo>
                <a:lnTo>
                  <a:pt x="11" y="9"/>
                </a:lnTo>
                <a:lnTo>
                  <a:pt x="10" y="9"/>
                </a:lnTo>
                <a:lnTo>
                  <a:pt x="9" y="10"/>
                </a:lnTo>
                <a:lnTo>
                  <a:pt x="8" y="10"/>
                </a:lnTo>
                <a:lnTo>
                  <a:pt x="7" y="12"/>
                </a:lnTo>
                <a:lnTo>
                  <a:pt x="6" y="12"/>
                </a:lnTo>
                <a:lnTo>
                  <a:pt x="6" y="13"/>
                </a:lnTo>
                <a:lnTo>
                  <a:pt x="5" y="13"/>
                </a:lnTo>
                <a:lnTo>
                  <a:pt x="5" y="14"/>
                </a:lnTo>
                <a:lnTo>
                  <a:pt x="5" y="15"/>
                </a:lnTo>
                <a:lnTo>
                  <a:pt x="4" y="15"/>
                </a:lnTo>
                <a:lnTo>
                  <a:pt x="4" y="16"/>
                </a:lnTo>
                <a:lnTo>
                  <a:pt x="4" y="15"/>
                </a:lnTo>
                <a:lnTo>
                  <a:pt x="3" y="15"/>
                </a:lnTo>
                <a:lnTo>
                  <a:pt x="2" y="14"/>
                </a:lnTo>
                <a:lnTo>
                  <a:pt x="1" y="14"/>
                </a:lnTo>
                <a:lnTo>
                  <a:pt x="0" y="13"/>
                </a:lnTo>
                <a:lnTo>
                  <a:pt x="1" y="12"/>
                </a:lnTo>
                <a:lnTo>
                  <a:pt x="2" y="12"/>
                </a:lnTo>
                <a:lnTo>
                  <a:pt x="3" y="10"/>
                </a:lnTo>
                <a:lnTo>
                  <a:pt x="3" y="9"/>
                </a:lnTo>
                <a:lnTo>
                  <a:pt x="2" y="8"/>
                </a:lnTo>
                <a:lnTo>
                  <a:pt x="2" y="7"/>
                </a:lnTo>
                <a:lnTo>
                  <a:pt x="2" y="6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2" y="4"/>
                </a:lnTo>
                <a:lnTo>
                  <a:pt x="3" y="4"/>
                </a:lnTo>
                <a:lnTo>
                  <a:pt x="4" y="4"/>
                </a:lnTo>
                <a:lnTo>
                  <a:pt x="5" y="5"/>
                </a:lnTo>
                <a:lnTo>
                  <a:pt x="5" y="6"/>
                </a:lnTo>
                <a:lnTo>
                  <a:pt x="6" y="6"/>
                </a:lnTo>
                <a:lnTo>
                  <a:pt x="7" y="6"/>
                </a:lnTo>
                <a:lnTo>
                  <a:pt x="8" y="7"/>
                </a:lnTo>
                <a:lnTo>
                  <a:pt x="9" y="7"/>
                </a:lnTo>
                <a:lnTo>
                  <a:pt x="10" y="6"/>
                </a:lnTo>
                <a:lnTo>
                  <a:pt x="10" y="5"/>
                </a:lnTo>
                <a:lnTo>
                  <a:pt x="11" y="4"/>
                </a:lnTo>
                <a:lnTo>
                  <a:pt x="11" y="3"/>
                </a:lnTo>
                <a:lnTo>
                  <a:pt x="10" y="3"/>
                </a:lnTo>
                <a:lnTo>
                  <a:pt x="10" y="2"/>
                </a:lnTo>
                <a:lnTo>
                  <a:pt x="11" y="2"/>
                </a:lnTo>
                <a:lnTo>
                  <a:pt x="13" y="1"/>
                </a:lnTo>
                <a:lnTo>
                  <a:pt x="13" y="0"/>
                </a:lnTo>
                <a:lnTo>
                  <a:pt x="14" y="0"/>
                </a:lnTo>
                <a:lnTo>
                  <a:pt x="14" y="1"/>
                </a:lnTo>
                <a:lnTo>
                  <a:pt x="15" y="1"/>
                </a:lnTo>
                <a:lnTo>
                  <a:pt x="1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160" rIns="3600" bIns="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2" name=""/>
          <p:cNvSpPr/>
          <p:nvPr/>
        </p:nvSpPr>
        <p:spPr>
          <a:xfrm>
            <a:off x="2226960" y="4230360"/>
            <a:ext cx="3240" cy="1800"/>
          </a:xfrm>
          <a:custGeom>
            <a:avLst/>
            <a:gdLst/>
            <a:ahLst/>
            <a:rect l="0" t="0" r="r" b="b"/>
            <a:pathLst>
              <a:path fill="none" w="9" h="5">
                <a:moveTo>
                  <a:pt x="3" y="1"/>
                </a:moveTo>
                <a:lnTo>
                  <a:pt x="4" y="1"/>
                </a:lnTo>
                <a:lnTo>
                  <a:pt x="5" y="1"/>
                </a:lnTo>
                <a:lnTo>
                  <a:pt x="7" y="1"/>
                </a:lnTo>
                <a:lnTo>
                  <a:pt x="8" y="1"/>
                </a:lnTo>
                <a:lnTo>
                  <a:pt x="9" y="2"/>
                </a:lnTo>
                <a:lnTo>
                  <a:pt x="8" y="2"/>
                </a:lnTo>
                <a:lnTo>
                  <a:pt x="7" y="2"/>
                </a:lnTo>
                <a:lnTo>
                  <a:pt x="5" y="2"/>
                </a:lnTo>
                <a:lnTo>
                  <a:pt x="7" y="2"/>
                </a:lnTo>
                <a:lnTo>
                  <a:pt x="8" y="2"/>
                </a:lnTo>
                <a:lnTo>
                  <a:pt x="7" y="4"/>
                </a:lnTo>
                <a:lnTo>
                  <a:pt x="7" y="5"/>
                </a:lnTo>
                <a:lnTo>
                  <a:pt x="5" y="5"/>
                </a:lnTo>
                <a:lnTo>
                  <a:pt x="4" y="5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3" name=""/>
          <p:cNvSpPr/>
          <p:nvPr/>
        </p:nvSpPr>
        <p:spPr>
          <a:xfrm>
            <a:off x="2242440" y="42210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4" name=""/>
          <p:cNvSpPr/>
          <p:nvPr/>
        </p:nvSpPr>
        <p:spPr>
          <a:xfrm>
            <a:off x="2250720" y="42130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5" name=""/>
          <p:cNvSpPr/>
          <p:nvPr/>
        </p:nvSpPr>
        <p:spPr>
          <a:xfrm>
            <a:off x="2264400" y="42148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6" name=""/>
          <p:cNvSpPr/>
          <p:nvPr/>
        </p:nvSpPr>
        <p:spPr>
          <a:xfrm>
            <a:off x="2251080" y="4211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7" name=""/>
          <p:cNvSpPr/>
          <p:nvPr/>
        </p:nvSpPr>
        <p:spPr>
          <a:xfrm>
            <a:off x="2252880" y="4210920"/>
            <a:ext cx="2520" cy="3240"/>
          </a:xfrm>
          <a:custGeom>
            <a:avLst/>
            <a:gdLst/>
            <a:ahLst/>
            <a:rect l="0" t="0" r="r" b="b"/>
            <a:pathLst>
              <a:path fill="none" w="7" h="9">
                <a:moveTo>
                  <a:pt x="6" y="1"/>
                </a:moveTo>
                <a:lnTo>
                  <a:pt x="6" y="2"/>
                </a:lnTo>
                <a:lnTo>
                  <a:pt x="4" y="2"/>
                </a:lnTo>
                <a:lnTo>
                  <a:pt x="4" y="4"/>
                </a:lnTo>
                <a:lnTo>
                  <a:pt x="4" y="5"/>
                </a:lnTo>
                <a:lnTo>
                  <a:pt x="4" y="6"/>
                </a:lnTo>
                <a:lnTo>
                  <a:pt x="6" y="6"/>
                </a:lnTo>
                <a:lnTo>
                  <a:pt x="4" y="6"/>
                </a:lnTo>
                <a:lnTo>
                  <a:pt x="4" y="7"/>
                </a:lnTo>
                <a:lnTo>
                  <a:pt x="3" y="7"/>
                </a:lnTo>
                <a:lnTo>
                  <a:pt x="3" y="8"/>
                </a:lnTo>
                <a:lnTo>
                  <a:pt x="3" y="9"/>
                </a:lnTo>
                <a:lnTo>
                  <a:pt x="2" y="9"/>
                </a:lnTo>
                <a:lnTo>
                  <a:pt x="3" y="9"/>
                </a:lnTo>
                <a:lnTo>
                  <a:pt x="3" y="8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2" y="7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2" y="4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8" name=""/>
          <p:cNvSpPr/>
          <p:nvPr/>
        </p:nvSpPr>
        <p:spPr>
          <a:xfrm>
            <a:off x="2261880" y="4209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9" name=""/>
          <p:cNvSpPr/>
          <p:nvPr/>
        </p:nvSpPr>
        <p:spPr>
          <a:xfrm>
            <a:off x="2250360" y="42080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0" name=""/>
          <p:cNvSpPr/>
          <p:nvPr/>
        </p:nvSpPr>
        <p:spPr>
          <a:xfrm>
            <a:off x="2249640" y="42076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1"/>
                </a:move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1" name=""/>
          <p:cNvSpPr/>
          <p:nvPr/>
        </p:nvSpPr>
        <p:spPr>
          <a:xfrm>
            <a:off x="2345400" y="42202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2"/>
                </a:move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2" name=""/>
          <p:cNvSpPr/>
          <p:nvPr/>
        </p:nvSpPr>
        <p:spPr>
          <a:xfrm>
            <a:off x="2269080" y="4207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3" name=""/>
          <p:cNvSpPr/>
          <p:nvPr/>
        </p:nvSpPr>
        <p:spPr>
          <a:xfrm>
            <a:off x="2270520" y="42062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4" name=""/>
          <p:cNvSpPr/>
          <p:nvPr/>
        </p:nvSpPr>
        <p:spPr>
          <a:xfrm>
            <a:off x="2264040" y="4205160"/>
            <a:ext cx="5040" cy="3960"/>
          </a:xfrm>
          <a:custGeom>
            <a:avLst/>
            <a:gdLst/>
            <a:ahLst/>
            <a:rect l="0" t="0" r="r" b="b"/>
            <a:pathLst>
              <a:path fill="none" w="14" h="11">
                <a:moveTo>
                  <a:pt x="4" y="2"/>
                </a:moveTo>
                <a:lnTo>
                  <a:pt x="5" y="2"/>
                </a:lnTo>
                <a:lnTo>
                  <a:pt x="5" y="1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7" y="4"/>
                </a:lnTo>
                <a:lnTo>
                  <a:pt x="7" y="5"/>
                </a:lnTo>
                <a:lnTo>
                  <a:pt x="9" y="5"/>
                </a:lnTo>
                <a:lnTo>
                  <a:pt x="10" y="7"/>
                </a:lnTo>
                <a:lnTo>
                  <a:pt x="11" y="7"/>
                </a:lnTo>
                <a:lnTo>
                  <a:pt x="11" y="5"/>
                </a:lnTo>
                <a:lnTo>
                  <a:pt x="12" y="5"/>
                </a:lnTo>
                <a:lnTo>
                  <a:pt x="12" y="7"/>
                </a:lnTo>
                <a:lnTo>
                  <a:pt x="12" y="5"/>
                </a:lnTo>
                <a:lnTo>
                  <a:pt x="13" y="5"/>
                </a:lnTo>
                <a:lnTo>
                  <a:pt x="14" y="5"/>
                </a:lnTo>
                <a:lnTo>
                  <a:pt x="13" y="5"/>
                </a:lnTo>
                <a:lnTo>
                  <a:pt x="13" y="7"/>
                </a:lnTo>
                <a:lnTo>
                  <a:pt x="14" y="7"/>
                </a:lnTo>
                <a:lnTo>
                  <a:pt x="13" y="7"/>
                </a:lnTo>
                <a:lnTo>
                  <a:pt x="12" y="7"/>
                </a:lnTo>
                <a:lnTo>
                  <a:pt x="11" y="8"/>
                </a:lnTo>
                <a:lnTo>
                  <a:pt x="10" y="9"/>
                </a:lnTo>
                <a:lnTo>
                  <a:pt x="11" y="9"/>
                </a:lnTo>
                <a:lnTo>
                  <a:pt x="11" y="10"/>
                </a:lnTo>
                <a:lnTo>
                  <a:pt x="12" y="10"/>
                </a:lnTo>
                <a:lnTo>
                  <a:pt x="11" y="11"/>
                </a:lnTo>
                <a:lnTo>
                  <a:pt x="10" y="11"/>
                </a:lnTo>
                <a:lnTo>
                  <a:pt x="9" y="10"/>
                </a:lnTo>
                <a:lnTo>
                  <a:pt x="8" y="10"/>
                </a:lnTo>
                <a:lnTo>
                  <a:pt x="8" y="9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5" name=""/>
          <p:cNvSpPr/>
          <p:nvPr/>
        </p:nvSpPr>
        <p:spPr>
          <a:xfrm>
            <a:off x="2269080" y="420588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6" name=""/>
          <p:cNvSpPr/>
          <p:nvPr/>
        </p:nvSpPr>
        <p:spPr>
          <a:xfrm>
            <a:off x="2268720" y="4205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7" name=""/>
          <p:cNvSpPr/>
          <p:nvPr/>
        </p:nvSpPr>
        <p:spPr>
          <a:xfrm>
            <a:off x="2270160" y="4205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8" name=""/>
          <p:cNvSpPr/>
          <p:nvPr/>
        </p:nvSpPr>
        <p:spPr>
          <a:xfrm>
            <a:off x="2268360" y="4204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9" name=""/>
          <p:cNvSpPr/>
          <p:nvPr/>
        </p:nvSpPr>
        <p:spPr>
          <a:xfrm>
            <a:off x="2266560" y="42044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0" name=""/>
          <p:cNvSpPr/>
          <p:nvPr/>
        </p:nvSpPr>
        <p:spPr>
          <a:xfrm>
            <a:off x="2261520" y="4202280"/>
            <a:ext cx="36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1" name=""/>
          <p:cNvSpPr/>
          <p:nvPr/>
        </p:nvSpPr>
        <p:spPr>
          <a:xfrm>
            <a:off x="2258280" y="42015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2" name=""/>
          <p:cNvSpPr/>
          <p:nvPr/>
        </p:nvSpPr>
        <p:spPr>
          <a:xfrm>
            <a:off x="2274480" y="42033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3" name=""/>
          <p:cNvSpPr/>
          <p:nvPr/>
        </p:nvSpPr>
        <p:spPr>
          <a:xfrm>
            <a:off x="2265120" y="4201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3"/>
                </a:move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2" y="3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4" name=""/>
          <p:cNvSpPr/>
          <p:nvPr/>
        </p:nvSpPr>
        <p:spPr>
          <a:xfrm>
            <a:off x="2272320" y="420192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2" y="1"/>
                </a:moveTo>
                <a:lnTo>
                  <a:pt x="2" y="2"/>
                </a:lnTo>
                <a:lnTo>
                  <a:pt x="2" y="4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5" name=""/>
          <p:cNvSpPr/>
          <p:nvPr/>
        </p:nvSpPr>
        <p:spPr>
          <a:xfrm>
            <a:off x="2272680" y="42008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3" y="0"/>
                </a:moveTo>
                <a:lnTo>
                  <a:pt x="3" y="1"/>
                </a:lnTo>
                <a:lnTo>
                  <a:pt x="4" y="1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6" name=""/>
          <p:cNvSpPr/>
          <p:nvPr/>
        </p:nvSpPr>
        <p:spPr>
          <a:xfrm>
            <a:off x="2262600" y="4198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7" name=""/>
          <p:cNvSpPr/>
          <p:nvPr/>
        </p:nvSpPr>
        <p:spPr>
          <a:xfrm>
            <a:off x="2271240" y="41990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8" name=""/>
          <p:cNvSpPr/>
          <p:nvPr/>
        </p:nvSpPr>
        <p:spPr>
          <a:xfrm>
            <a:off x="2339280" y="42087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9" name=""/>
          <p:cNvSpPr/>
          <p:nvPr/>
        </p:nvSpPr>
        <p:spPr>
          <a:xfrm>
            <a:off x="2275920" y="4198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0" name=""/>
          <p:cNvSpPr/>
          <p:nvPr/>
        </p:nvSpPr>
        <p:spPr>
          <a:xfrm>
            <a:off x="2283480" y="4203720"/>
            <a:ext cx="64080" cy="125640"/>
          </a:xfrm>
          <a:custGeom>
            <a:avLst/>
            <a:gdLst/>
            <a:ahLst/>
            <a:rect l="0" t="0" r="r" b="b"/>
            <a:pathLst>
              <a:path fill="none" w="178" h="349">
                <a:moveTo>
                  <a:pt x="141" y="1"/>
                </a:moveTo>
                <a:lnTo>
                  <a:pt x="142" y="1"/>
                </a:lnTo>
                <a:lnTo>
                  <a:pt x="143" y="2"/>
                </a:lnTo>
                <a:lnTo>
                  <a:pt x="144" y="2"/>
                </a:lnTo>
                <a:lnTo>
                  <a:pt x="144" y="3"/>
                </a:lnTo>
                <a:lnTo>
                  <a:pt x="145" y="3"/>
                </a:lnTo>
                <a:lnTo>
                  <a:pt x="145" y="4"/>
                </a:lnTo>
                <a:lnTo>
                  <a:pt x="145" y="5"/>
                </a:lnTo>
                <a:lnTo>
                  <a:pt x="145" y="6"/>
                </a:lnTo>
                <a:lnTo>
                  <a:pt x="146" y="7"/>
                </a:lnTo>
                <a:lnTo>
                  <a:pt x="147" y="7"/>
                </a:lnTo>
                <a:lnTo>
                  <a:pt x="147" y="8"/>
                </a:lnTo>
                <a:lnTo>
                  <a:pt x="147" y="9"/>
                </a:lnTo>
                <a:lnTo>
                  <a:pt x="148" y="9"/>
                </a:lnTo>
                <a:lnTo>
                  <a:pt x="149" y="10"/>
                </a:lnTo>
                <a:lnTo>
                  <a:pt x="150" y="10"/>
                </a:lnTo>
                <a:lnTo>
                  <a:pt x="151" y="9"/>
                </a:lnTo>
                <a:lnTo>
                  <a:pt x="152" y="9"/>
                </a:lnTo>
                <a:lnTo>
                  <a:pt x="151" y="9"/>
                </a:lnTo>
                <a:lnTo>
                  <a:pt x="151" y="10"/>
                </a:lnTo>
                <a:lnTo>
                  <a:pt x="150" y="11"/>
                </a:lnTo>
                <a:lnTo>
                  <a:pt x="150" y="12"/>
                </a:lnTo>
                <a:lnTo>
                  <a:pt x="151" y="12"/>
                </a:lnTo>
                <a:lnTo>
                  <a:pt x="152" y="12"/>
                </a:lnTo>
                <a:lnTo>
                  <a:pt x="152" y="13"/>
                </a:lnTo>
                <a:lnTo>
                  <a:pt x="152" y="14"/>
                </a:lnTo>
                <a:lnTo>
                  <a:pt x="153" y="14"/>
                </a:lnTo>
                <a:lnTo>
                  <a:pt x="154" y="14"/>
                </a:lnTo>
                <a:lnTo>
                  <a:pt x="155" y="15"/>
                </a:lnTo>
                <a:lnTo>
                  <a:pt x="156" y="15"/>
                </a:lnTo>
                <a:lnTo>
                  <a:pt x="156" y="16"/>
                </a:lnTo>
                <a:lnTo>
                  <a:pt x="155" y="16"/>
                </a:lnTo>
                <a:lnTo>
                  <a:pt x="155" y="17"/>
                </a:lnTo>
                <a:lnTo>
                  <a:pt x="156" y="17"/>
                </a:lnTo>
                <a:lnTo>
                  <a:pt x="157" y="16"/>
                </a:lnTo>
                <a:lnTo>
                  <a:pt x="157" y="15"/>
                </a:lnTo>
                <a:lnTo>
                  <a:pt x="158" y="15"/>
                </a:lnTo>
                <a:lnTo>
                  <a:pt x="159" y="15"/>
                </a:lnTo>
                <a:lnTo>
                  <a:pt x="159" y="16"/>
                </a:lnTo>
                <a:lnTo>
                  <a:pt x="160" y="16"/>
                </a:lnTo>
                <a:lnTo>
                  <a:pt x="161" y="16"/>
                </a:lnTo>
                <a:lnTo>
                  <a:pt x="160" y="16"/>
                </a:lnTo>
                <a:lnTo>
                  <a:pt x="161" y="17"/>
                </a:lnTo>
                <a:lnTo>
                  <a:pt x="162" y="17"/>
                </a:lnTo>
                <a:lnTo>
                  <a:pt x="162" y="18"/>
                </a:lnTo>
                <a:lnTo>
                  <a:pt x="163" y="18"/>
                </a:lnTo>
                <a:lnTo>
                  <a:pt x="165" y="18"/>
                </a:lnTo>
                <a:lnTo>
                  <a:pt x="166" y="18"/>
                </a:lnTo>
                <a:lnTo>
                  <a:pt x="167" y="18"/>
                </a:lnTo>
                <a:lnTo>
                  <a:pt x="168" y="18"/>
                </a:lnTo>
                <a:lnTo>
                  <a:pt x="169" y="18"/>
                </a:lnTo>
                <a:lnTo>
                  <a:pt x="170" y="18"/>
                </a:lnTo>
                <a:lnTo>
                  <a:pt x="171" y="18"/>
                </a:lnTo>
                <a:lnTo>
                  <a:pt x="172" y="18"/>
                </a:lnTo>
                <a:lnTo>
                  <a:pt x="171" y="18"/>
                </a:lnTo>
                <a:lnTo>
                  <a:pt x="171" y="19"/>
                </a:lnTo>
                <a:lnTo>
                  <a:pt x="171" y="20"/>
                </a:lnTo>
                <a:lnTo>
                  <a:pt x="171" y="21"/>
                </a:lnTo>
                <a:lnTo>
                  <a:pt x="171" y="22"/>
                </a:lnTo>
                <a:lnTo>
                  <a:pt x="171" y="23"/>
                </a:lnTo>
                <a:lnTo>
                  <a:pt x="172" y="24"/>
                </a:lnTo>
                <a:lnTo>
                  <a:pt x="172" y="25"/>
                </a:lnTo>
                <a:lnTo>
                  <a:pt x="172" y="26"/>
                </a:lnTo>
                <a:lnTo>
                  <a:pt x="172" y="27"/>
                </a:lnTo>
                <a:lnTo>
                  <a:pt x="173" y="28"/>
                </a:lnTo>
                <a:lnTo>
                  <a:pt x="173" y="29"/>
                </a:lnTo>
                <a:lnTo>
                  <a:pt x="174" y="29"/>
                </a:lnTo>
                <a:lnTo>
                  <a:pt x="175" y="29"/>
                </a:lnTo>
                <a:lnTo>
                  <a:pt x="175" y="28"/>
                </a:lnTo>
                <a:lnTo>
                  <a:pt x="176" y="28"/>
                </a:lnTo>
                <a:lnTo>
                  <a:pt x="177" y="29"/>
                </a:lnTo>
                <a:lnTo>
                  <a:pt x="178" y="30"/>
                </a:lnTo>
                <a:lnTo>
                  <a:pt x="178" y="29"/>
                </a:lnTo>
                <a:lnTo>
                  <a:pt x="178" y="30"/>
                </a:lnTo>
                <a:lnTo>
                  <a:pt x="177" y="31"/>
                </a:lnTo>
                <a:lnTo>
                  <a:pt x="176" y="32"/>
                </a:lnTo>
                <a:lnTo>
                  <a:pt x="175" y="32"/>
                </a:lnTo>
                <a:lnTo>
                  <a:pt x="175" y="33"/>
                </a:lnTo>
                <a:lnTo>
                  <a:pt x="174" y="33"/>
                </a:lnTo>
                <a:lnTo>
                  <a:pt x="172" y="33"/>
                </a:lnTo>
                <a:lnTo>
                  <a:pt x="172" y="34"/>
                </a:lnTo>
                <a:lnTo>
                  <a:pt x="171" y="34"/>
                </a:lnTo>
                <a:lnTo>
                  <a:pt x="171" y="35"/>
                </a:lnTo>
                <a:lnTo>
                  <a:pt x="170" y="36"/>
                </a:lnTo>
                <a:lnTo>
                  <a:pt x="169" y="37"/>
                </a:lnTo>
                <a:lnTo>
                  <a:pt x="168" y="37"/>
                </a:lnTo>
                <a:lnTo>
                  <a:pt x="168" y="38"/>
                </a:lnTo>
                <a:lnTo>
                  <a:pt x="168" y="39"/>
                </a:lnTo>
                <a:lnTo>
                  <a:pt x="167" y="40"/>
                </a:lnTo>
                <a:lnTo>
                  <a:pt x="165" y="42"/>
                </a:lnTo>
                <a:lnTo>
                  <a:pt x="164" y="43"/>
                </a:lnTo>
                <a:lnTo>
                  <a:pt x="164" y="44"/>
                </a:lnTo>
                <a:lnTo>
                  <a:pt x="163" y="44"/>
                </a:lnTo>
                <a:lnTo>
                  <a:pt x="163" y="45"/>
                </a:lnTo>
                <a:lnTo>
                  <a:pt x="163" y="46"/>
                </a:lnTo>
                <a:lnTo>
                  <a:pt x="163" y="47"/>
                </a:lnTo>
                <a:lnTo>
                  <a:pt x="163" y="48"/>
                </a:lnTo>
                <a:lnTo>
                  <a:pt x="162" y="49"/>
                </a:lnTo>
                <a:lnTo>
                  <a:pt x="162" y="50"/>
                </a:lnTo>
                <a:lnTo>
                  <a:pt x="162" y="51"/>
                </a:lnTo>
                <a:lnTo>
                  <a:pt x="162" y="52"/>
                </a:lnTo>
                <a:lnTo>
                  <a:pt x="162" y="55"/>
                </a:lnTo>
                <a:lnTo>
                  <a:pt x="162" y="56"/>
                </a:lnTo>
                <a:lnTo>
                  <a:pt x="162" y="57"/>
                </a:lnTo>
                <a:lnTo>
                  <a:pt x="163" y="57"/>
                </a:lnTo>
                <a:lnTo>
                  <a:pt x="163" y="58"/>
                </a:lnTo>
                <a:lnTo>
                  <a:pt x="163" y="59"/>
                </a:lnTo>
                <a:lnTo>
                  <a:pt x="163" y="60"/>
                </a:lnTo>
                <a:lnTo>
                  <a:pt x="162" y="60"/>
                </a:lnTo>
                <a:lnTo>
                  <a:pt x="163" y="60"/>
                </a:lnTo>
                <a:lnTo>
                  <a:pt x="163" y="61"/>
                </a:lnTo>
                <a:lnTo>
                  <a:pt x="164" y="61"/>
                </a:lnTo>
                <a:lnTo>
                  <a:pt x="164" y="64"/>
                </a:lnTo>
                <a:lnTo>
                  <a:pt x="164" y="65"/>
                </a:lnTo>
                <a:lnTo>
                  <a:pt x="164" y="66"/>
                </a:lnTo>
                <a:lnTo>
                  <a:pt x="164" y="67"/>
                </a:lnTo>
                <a:lnTo>
                  <a:pt x="165" y="68"/>
                </a:lnTo>
                <a:lnTo>
                  <a:pt x="165" y="69"/>
                </a:lnTo>
                <a:lnTo>
                  <a:pt x="165" y="70"/>
                </a:lnTo>
                <a:lnTo>
                  <a:pt x="166" y="70"/>
                </a:lnTo>
                <a:lnTo>
                  <a:pt x="166" y="71"/>
                </a:lnTo>
                <a:lnTo>
                  <a:pt x="167" y="71"/>
                </a:lnTo>
                <a:lnTo>
                  <a:pt x="168" y="71"/>
                </a:lnTo>
                <a:lnTo>
                  <a:pt x="168" y="72"/>
                </a:lnTo>
                <a:lnTo>
                  <a:pt x="167" y="72"/>
                </a:lnTo>
                <a:lnTo>
                  <a:pt x="167" y="71"/>
                </a:lnTo>
                <a:lnTo>
                  <a:pt x="166" y="71"/>
                </a:lnTo>
                <a:lnTo>
                  <a:pt x="166" y="72"/>
                </a:lnTo>
                <a:lnTo>
                  <a:pt x="166" y="73"/>
                </a:lnTo>
                <a:lnTo>
                  <a:pt x="167" y="73"/>
                </a:lnTo>
                <a:lnTo>
                  <a:pt x="167" y="74"/>
                </a:lnTo>
                <a:lnTo>
                  <a:pt x="167" y="76"/>
                </a:lnTo>
                <a:lnTo>
                  <a:pt x="167" y="77"/>
                </a:lnTo>
                <a:lnTo>
                  <a:pt x="167" y="78"/>
                </a:lnTo>
                <a:lnTo>
                  <a:pt x="167" y="79"/>
                </a:lnTo>
                <a:lnTo>
                  <a:pt x="166" y="79"/>
                </a:lnTo>
                <a:lnTo>
                  <a:pt x="165" y="80"/>
                </a:lnTo>
                <a:lnTo>
                  <a:pt x="164" y="80"/>
                </a:lnTo>
                <a:lnTo>
                  <a:pt x="164" y="81"/>
                </a:lnTo>
                <a:lnTo>
                  <a:pt x="164" y="82"/>
                </a:lnTo>
                <a:lnTo>
                  <a:pt x="165" y="82"/>
                </a:lnTo>
                <a:lnTo>
                  <a:pt x="165" y="84"/>
                </a:lnTo>
                <a:lnTo>
                  <a:pt x="164" y="84"/>
                </a:lnTo>
                <a:lnTo>
                  <a:pt x="164" y="85"/>
                </a:lnTo>
                <a:lnTo>
                  <a:pt x="163" y="85"/>
                </a:lnTo>
                <a:lnTo>
                  <a:pt x="162" y="86"/>
                </a:lnTo>
                <a:lnTo>
                  <a:pt x="162" y="87"/>
                </a:lnTo>
                <a:lnTo>
                  <a:pt x="161" y="88"/>
                </a:lnTo>
                <a:lnTo>
                  <a:pt x="160" y="89"/>
                </a:lnTo>
                <a:lnTo>
                  <a:pt x="160" y="90"/>
                </a:lnTo>
                <a:lnTo>
                  <a:pt x="160" y="91"/>
                </a:lnTo>
                <a:lnTo>
                  <a:pt x="159" y="92"/>
                </a:lnTo>
                <a:lnTo>
                  <a:pt x="159" y="94"/>
                </a:lnTo>
                <a:lnTo>
                  <a:pt x="159" y="96"/>
                </a:lnTo>
                <a:lnTo>
                  <a:pt x="158" y="96"/>
                </a:lnTo>
                <a:lnTo>
                  <a:pt x="158" y="97"/>
                </a:lnTo>
                <a:lnTo>
                  <a:pt x="158" y="98"/>
                </a:lnTo>
                <a:lnTo>
                  <a:pt x="158" y="99"/>
                </a:lnTo>
                <a:lnTo>
                  <a:pt x="158" y="100"/>
                </a:lnTo>
                <a:lnTo>
                  <a:pt x="158" y="101"/>
                </a:lnTo>
                <a:lnTo>
                  <a:pt x="158" y="102"/>
                </a:lnTo>
                <a:lnTo>
                  <a:pt x="157" y="102"/>
                </a:lnTo>
                <a:lnTo>
                  <a:pt x="156" y="104"/>
                </a:lnTo>
                <a:lnTo>
                  <a:pt x="156" y="105"/>
                </a:lnTo>
                <a:lnTo>
                  <a:pt x="155" y="105"/>
                </a:lnTo>
                <a:lnTo>
                  <a:pt x="155" y="106"/>
                </a:lnTo>
                <a:lnTo>
                  <a:pt x="155" y="107"/>
                </a:lnTo>
                <a:lnTo>
                  <a:pt x="154" y="107"/>
                </a:lnTo>
                <a:lnTo>
                  <a:pt x="154" y="108"/>
                </a:lnTo>
                <a:lnTo>
                  <a:pt x="153" y="108"/>
                </a:lnTo>
                <a:lnTo>
                  <a:pt x="152" y="109"/>
                </a:lnTo>
                <a:lnTo>
                  <a:pt x="152" y="110"/>
                </a:lnTo>
                <a:lnTo>
                  <a:pt x="151" y="110"/>
                </a:lnTo>
                <a:lnTo>
                  <a:pt x="150" y="111"/>
                </a:lnTo>
                <a:lnTo>
                  <a:pt x="149" y="112"/>
                </a:lnTo>
                <a:lnTo>
                  <a:pt x="148" y="113"/>
                </a:lnTo>
                <a:lnTo>
                  <a:pt x="148" y="114"/>
                </a:lnTo>
                <a:lnTo>
                  <a:pt x="148" y="115"/>
                </a:lnTo>
                <a:lnTo>
                  <a:pt x="148" y="116"/>
                </a:lnTo>
                <a:lnTo>
                  <a:pt x="148" y="117"/>
                </a:lnTo>
                <a:lnTo>
                  <a:pt x="148" y="118"/>
                </a:lnTo>
                <a:lnTo>
                  <a:pt x="148" y="119"/>
                </a:lnTo>
                <a:lnTo>
                  <a:pt x="147" y="120"/>
                </a:lnTo>
                <a:lnTo>
                  <a:pt x="147" y="121"/>
                </a:lnTo>
                <a:lnTo>
                  <a:pt x="146" y="121"/>
                </a:lnTo>
                <a:lnTo>
                  <a:pt x="146" y="122"/>
                </a:lnTo>
                <a:lnTo>
                  <a:pt x="145" y="122"/>
                </a:lnTo>
                <a:lnTo>
                  <a:pt x="145" y="123"/>
                </a:lnTo>
                <a:lnTo>
                  <a:pt x="144" y="123"/>
                </a:lnTo>
                <a:lnTo>
                  <a:pt x="144" y="124"/>
                </a:lnTo>
                <a:lnTo>
                  <a:pt x="144" y="125"/>
                </a:lnTo>
                <a:lnTo>
                  <a:pt x="144" y="127"/>
                </a:lnTo>
                <a:lnTo>
                  <a:pt x="144" y="128"/>
                </a:lnTo>
                <a:lnTo>
                  <a:pt x="145" y="129"/>
                </a:lnTo>
                <a:lnTo>
                  <a:pt x="145" y="130"/>
                </a:lnTo>
                <a:lnTo>
                  <a:pt x="145" y="131"/>
                </a:lnTo>
                <a:lnTo>
                  <a:pt x="146" y="131"/>
                </a:lnTo>
                <a:lnTo>
                  <a:pt x="147" y="132"/>
                </a:lnTo>
                <a:lnTo>
                  <a:pt x="146" y="133"/>
                </a:lnTo>
                <a:lnTo>
                  <a:pt x="146" y="134"/>
                </a:lnTo>
                <a:lnTo>
                  <a:pt x="145" y="134"/>
                </a:lnTo>
                <a:lnTo>
                  <a:pt x="144" y="135"/>
                </a:lnTo>
                <a:lnTo>
                  <a:pt x="144" y="136"/>
                </a:lnTo>
                <a:lnTo>
                  <a:pt x="143" y="136"/>
                </a:lnTo>
                <a:lnTo>
                  <a:pt x="143" y="137"/>
                </a:lnTo>
                <a:lnTo>
                  <a:pt x="143" y="138"/>
                </a:lnTo>
                <a:lnTo>
                  <a:pt x="143" y="139"/>
                </a:lnTo>
                <a:lnTo>
                  <a:pt x="143" y="140"/>
                </a:lnTo>
                <a:lnTo>
                  <a:pt x="143" y="141"/>
                </a:lnTo>
                <a:lnTo>
                  <a:pt x="143" y="142"/>
                </a:lnTo>
                <a:lnTo>
                  <a:pt x="143" y="143"/>
                </a:lnTo>
                <a:lnTo>
                  <a:pt x="143" y="144"/>
                </a:lnTo>
                <a:lnTo>
                  <a:pt x="143" y="145"/>
                </a:lnTo>
                <a:lnTo>
                  <a:pt x="143" y="146"/>
                </a:lnTo>
                <a:lnTo>
                  <a:pt x="142" y="147"/>
                </a:lnTo>
                <a:lnTo>
                  <a:pt x="142" y="148"/>
                </a:lnTo>
                <a:lnTo>
                  <a:pt x="142" y="149"/>
                </a:lnTo>
                <a:lnTo>
                  <a:pt x="141" y="149"/>
                </a:lnTo>
                <a:lnTo>
                  <a:pt x="141" y="150"/>
                </a:lnTo>
                <a:lnTo>
                  <a:pt x="141" y="151"/>
                </a:lnTo>
                <a:lnTo>
                  <a:pt x="141" y="152"/>
                </a:lnTo>
                <a:lnTo>
                  <a:pt x="140" y="152"/>
                </a:lnTo>
                <a:lnTo>
                  <a:pt x="140" y="153"/>
                </a:lnTo>
                <a:lnTo>
                  <a:pt x="140" y="154"/>
                </a:lnTo>
                <a:lnTo>
                  <a:pt x="140" y="155"/>
                </a:lnTo>
                <a:lnTo>
                  <a:pt x="140" y="157"/>
                </a:lnTo>
                <a:lnTo>
                  <a:pt x="140" y="158"/>
                </a:lnTo>
                <a:lnTo>
                  <a:pt x="139" y="159"/>
                </a:lnTo>
                <a:lnTo>
                  <a:pt x="139" y="160"/>
                </a:lnTo>
                <a:lnTo>
                  <a:pt x="139" y="161"/>
                </a:lnTo>
                <a:lnTo>
                  <a:pt x="138" y="161"/>
                </a:lnTo>
                <a:lnTo>
                  <a:pt x="138" y="162"/>
                </a:lnTo>
                <a:lnTo>
                  <a:pt x="138" y="163"/>
                </a:lnTo>
                <a:lnTo>
                  <a:pt x="138" y="164"/>
                </a:lnTo>
                <a:lnTo>
                  <a:pt x="138" y="165"/>
                </a:lnTo>
                <a:lnTo>
                  <a:pt x="138" y="166"/>
                </a:lnTo>
                <a:lnTo>
                  <a:pt x="137" y="166"/>
                </a:lnTo>
                <a:lnTo>
                  <a:pt x="138" y="166"/>
                </a:lnTo>
                <a:lnTo>
                  <a:pt x="137" y="167"/>
                </a:lnTo>
                <a:lnTo>
                  <a:pt x="137" y="168"/>
                </a:lnTo>
                <a:lnTo>
                  <a:pt x="137" y="169"/>
                </a:lnTo>
                <a:lnTo>
                  <a:pt x="136" y="169"/>
                </a:lnTo>
                <a:lnTo>
                  <a:pt x="136" y="171"/>
                </a:lnTo>
                <a:lnTo>
                  <a:pt x="136" y="172"/>
                </a:lnTo>
                <a:lnTo>
                  <a:pt x="136" y="174"/>
                </a:lnTo>
                <a:lnTo>
                  <a:pt x="136" y="175"/>
                </a:lnTo>
                <a:lnTo>
                  <a:pt x="136" y="176"/>
                </a:lnTo>
                <a:lnTo>
                  <a:pt x="135" y="177"/>
                </a:lnTo>
                <a:lnTo>
                  <a:pt x="134" y="179"/>
                </a:lnTo>
                <a:lnTo>
                  <a:pt x="134" y="180"/>
                </a:lnTo>
                <a:lnTo>
                  <a:pt x="134" y="181"/>
                </a:lnTo>
                <a:lnTo>
                  <a:pt x="134" y="182"/>
                </a:lnTo>
                <a:lnTo>
                  <a:pt x="134" y="183"/>
                </a:lnTo>
                <a:lnTo>
                  <a:pt x="134" y="184"/>
                </a:lnTo>
                <a:lnTo>
                  <a:pt x="134" y="185"/>
                </a:lnTo>
                <a:lnTo>
                  <a:pt x="135" y="185"/>
                </a:lnTo>
                <a:lnTo>
                  <a:pt x="134" y="186"/>
                </a:lnTo>
                <a:lnTo>
                  <a:pt x="134" y="188"/>
                </a:lnTo>
                <a:lnTo>
                  <a:pt x="133" y="188"/>
                </a:lnTo>
                <a:lnTo>
                  <a:pt x="133" y="189"/>
                </a:lnTo>
                <a:lnTo>
                  <a:pt x="133" y="190"/>
                </a:lnTo>
                <a:lnTo>
                  <a:pt x="133" y="191"/>
                </a:lnTo>
                <a:lnTo>
                  <a:pt x="132" y="192"/>
                </a:lnTo>
                <a:lnTo>
                  <a:pt x="132" y="193"/>
                </a:lnTo>
                <a:lnTo>
                  <a:pt x="131" y="195"/>
                </a:lnTo>
                <a:lnTo>
                  <a:pt x="131" y="196"/>
                </a:lnTo>
                <a:lnTo>
                  <a:pt x="131" y="197"/>
                </a:lnTo>
                <a:lnTo>
                  <a:pt x="131" y="199"/>
                </a:lnTo>
                <a:lnTo>
                  <a:pt x="131" y="200"/>
                </a:lnTo>
                <a:lnTo>
                  <a:pt x="130" y="201"/>
                </a:lnTo>
                <a:lnTo>
                  <a:pt x="130" y="202"/>
                </a:lnTo>
                <a:lnTo>
                  <a:pt x="130" y="203"/>
                </a:lnTo>
                <a:lnTo>
                  <a:pt x="129" y="203"/>
                </a:lnTo>
                <a:lnTo>
                  <a:pt x="129" y="204"/>
                </a:lnTo>
                <a:lnTo>
                  <a:pt x="128" y="204"/>
                </a:lnTo>
                <a:lnTo>
                  <a:pt x="127" y="205"/>
                </a:lnTo>
                <a:lnTo>
                  <a:pt x="127" y="206"/>
                </a:lnTo>
                <a:lnTo>
                  <a:pt x="127" y="207"/>
                </a:lnTo>
                <a:lnTo>
                  <a:pt x="126" y="208"/>
                </a:lnTo>
                <a:lnTo>
                  <a:pt x="126" y="209"/>
                </a:lnTo>
                <a:lnTo>
                  <a:pt x="126" y="210"/>
                </a:lnTo>
                <a:lnTo>
                  <a:pt x="126" y="211"/>
                </a:lnTo>
                <a:lnTo>
                  <a:pt x="126" y="212"/>
                </a:lnTo>
                <a:lnTo>
                  <a:pt x="126" y="213"/>
                </a:lnTo>
                <a:lnTo>
                  <a:pt x="125" y="213"/>
                </a:lnTo>
                <a:lnTo>
                  <a:pt x="125" y="214"/>
                </a:lnTo>
                <a:lnTo>
                  <a:pt x="124" y="214"/>
                </a:lnTo>
                <a:lnTo>
                  <a:pt x="124" y="215"/>
                </a:lnTo>
                <a:lnTo>
                  <a:pt x="124" y="216"/>
                </a:lnTo>
                <a:lnTo>
                  <a:pt x="124" y="217"/>
                </a:lnTo>
                <a:lnTo>
                  <a:pt x="125" y="218"/>
                </a:lnTo>
                <a:lnTo>
                  <a:pt x="125" y="219"/>
                </a:lnTo>
                <a:lnTo>
                  <a:pt x="125" y="220"/>
                </a:lnTo>
                <a:lnTo>
                  <a:pt x="124" y="220"/>
                </a:lnTo>
                <a:lnTo>
                  <a:pt x="124" y="222"/>
                </a:lnTo>
                <a:lnTo>
                  <a:pt x="125" y="222"/>
                </a:lnTo>
                <a:lnTo>
                  <a:pt x="125" y="223"/>
                </a:lnTo>
                <a:lnTo>
                  <a:pt x="125" y="224"/>
                </a:lnTo>
                <a:lnTo>
                  <a:pt x="124" y="224"/>
                </a:lnTo>
                <a:lnTo>
                  <a:pt x="124" y="223"/>
                </a:lnTo>
                <a:lnTo>
                  <a:pt x="124" y="224"/>
                </a:lnTo>
                <a:lnTo>
                  <a:pt x="123" y="225"/>
                </a:lnTo>
                <a:lnTo>
                  <a:pt x="122" y="225"/>
                </a:lnTo>
                <a:lnTo>
                  <a:pt x="121" y="225"/>
                </a:lnTo>
                <a:lnTo>
                  <a:pt x="121" y="226"/>
                </a:lnTo>
                <a:lnTo>
                  <a:pt x="120" y="226"/>
                </a:lnTo>
                <a:lnTo>
                  <a:pt x="120" y="227"/>
                </a:lnTo>
                <a:lnTo>
                  <a:pt x="120" y="228"/>
                </a:lnTo>
                <a:lnTo>
                  <a:pt x="120" y="229"/>
                </a:lnTo>
                <a:lnTo>
                  <a:pt x="119" y="229"/>
                </a:lnTo>
                <a:lnTo>
                  <a:pt x="119" y="230"/>
                </a:lnTo>
                <a:lnTo>
                  <a:pt x="119" y="231"/>
                </a:lnTo>
                <a:lnTo>
                  <a:pt x="119" y="232"/>
                </a:lnTo>
                <a:lnTo>
                  <a:pt x="118" y="233"/>
                </a:lnTo>
                <a:lnTo>
                  <a:pt x="117" y="236"/>
                </a:lnTo>
                <a:lnTo>
                  <a:pt x="117" y="237"/>
                </a:lnTo>
                <a:lnTo>
                  <a:pt x="117" y="238"/>
                </a:lnTo>
                <a:lnTo>
                  <a:pt x="116" y="238"/>
                </a:lnTo>
                <a:lnTo>
                  <a:pt x="116" y="239"/>
                </a:lnTo>
                <a:lnTo>
                  <a:pt x="115" y="239"/>
                </a:lnTo>
                <a:lnTo>
                  <a:pt x="115" y="240"/>
                </a:lnTo>
                <a:lnTo>
                  <a:pt x="114" y="240"/>
                </a:lnTo>
                <a:lnTo>
                  <a:pt x="114" y="241"/>
                </a:lnTo>
                <a:lnTo>
                  <a:pt x="113" y="241"/>
                </a:lnTo>
                <a:lnTo>
                  <a:pt x="113" y="242"/>
                </a:lnTo>
                <a:lnTo>
                  <a:pt x="112" y="245"/>
                </a:lnTo>
                <a:lnTo>
                  <a:pt x="111" y="246"/>
                </a:lnTo>
                <a:lnTo>
                  <a:pt x="111" y="247"/>
                </a:lnTo>
                <a:lnTo>
                  <a:pt x="110" y="247"/>
                </a:lnTo>
                <a:lnTo>
                  <a:pt x="110" y="248"/>
                </a:lnTo>
                <a:lnTo>
                  <a:pt x="109" y="248"/>
                </a:lnTo>
                <a:lnTo>
                  <a:pt x="109" y="249"/>
                </a:lnTo>
                <a:lnTo>
                  <a:pt x="108" y="249"/>
                </a:lnTo>
                <a:lnTo>
                  <a:pt x="107" y="249"/>
                </a:lnTo>
                <a:lnTo>
                  <a:pt x="107" y="250"/>
                </a:lnTo>
                <a:lnTo>
                  <a:pt x="106" y="250"/>
                </a:lnTo>
                <a:lnTo>
                  <a:pt x="105" y="251"/>
                </a:lnTo>
                <a:lnTo>
                  <a:pt x="105" y="252"/>
                </a:lnTo>
                <a:lnTo>
                  <a:pt x="105" y="253"/>
                </a:lnTo>
                <a:lnTo>
                  <a:pt x="106" y="254"/>
                </a:lnTo>
                <a:lnTo>
                  <a:pt x="106" y="255"/>
                </a:lnTo>
                <a:lnTo>
                  <a:pt x="106" y="256"/>
                </a:lnTo>
                <a:lnTo>
                  <a:pt x="106" y="257"/>
                </a:lnTo>
                <a:lnTo>
                  <a:pt x="105" y="257"/>
                </a:lnTo>
                <a:lnTo>
                  <a:pt x="105" y="258"/>
                </a:lnTo>
                <a:lnTo>
                  <a:pt x="104" y="258"/>
                </a:lnTo>
                <a:lnTo>
                  <a:pt x="104" y="259"/>
                </a:lnTo>
                <a:lnTo>
                  <a:pt x="104" y="260"/>
                </a:lnTo>
                <a:lnTo>
                  <a:pt x="103" y="261"/>
                </a:lnTo>
                <a:lnTo>
                  <a:pt x="102" y="261"/>
                </a:lnTo>
                <a:lnTo>
                  <a:pt x="102" y="262"/>
                </a:lnTo>
                <a:lnTo>
                  <a:pt x="101" y="262"/>
                </a:lnTo>
                <a:lnTo>
                  <a:pt x="101" y="263"/>
                </a:lnTo>
                <a:lnTo>
                  <a:pt x="100" y="263"/>
                </a:lnTo>
                <a:lnTo>
                  <a:pt x="100" y="264"/>
                </a:lnTo>
                <a:lnTo>
                  <a:pt x="99" y="264"/>
                </a:lnTo>
                <a:lnTo>
                  <a:pt x="99" y="265"/>
                </a:lnTo>
                <a:lnTo>
                  <a:pt x="98" y="265"/>
                </a:lnTo>
                <a:lnTo>
                  <a:pt x="97" y="265"/>
                </a:lnTo>
                <a:lnTo>
                  <a:pt x="97" y="266"/>
                </a:lnTo>
                <a:lnTo>
                  <a:pt x="96" y="266"/>
                </a:lnTo>
                <a:lnTo>
                  <a:pt x="95" y="266"/>
                </a:lnTo>
                <a:lnTo>
                  <a:pt x="95" y="267"/>
                </a:lnTo>
                <a:lnTo>
                  <a:pt x="94" y="268"/>
                </a:lnTo>
                <a:lnTo>
                  <a:pt x="93" y="268"/>
                </a:lnTo>
                <a:lnTo>
                  <a:pt x="93" y="269"/>
                </a:lnTo>
                <a:lnTo>
                  <a:pt x="92" y="269"/>
                </a:lnTo>
                <a:lnTo>
                  <a:pt x="91" y="269"/>
                </a:lnTo>
                <a:lnTo>
                  <a:pt x="91" y="270"/>
                </a:lnTo>
                <a:lnTo>
                  <a:pt x="90" y="271"/>
                </a:lnTo>
                <a:lnTo>
                  <a:pt x="90" y="272"/>
                </a:lnTo>
                <a:lnTo>
                  <a:pt x="90" y="273"/>
                </a:lnTo>
                <a:lnTo>
                  <a:pt x="89" y="273"/>
                </a:lnTo>
                <a:lnTo>
                  <a:pt x="89" y="274"/>
                </a:lnTo>
                <a:lnTo>
                  <a:pt x="89" y="275"/>
                </a:lnTo>
                <a:lnTo>
                  <a:pt x="89" y="276"/>
                </a:lnTo>
                <a:lnTo>
                  <a:pt x="89" y="277"/>
                </a:lnTo>
                <a:lnTo>
                  <a:pt x="89" y="278"/>
                </a:lnTo>
                <a:lnTo>
                  <a:pt x="88" y="278"/>
                </a:lnTo>
                <a:lnTo>
                  <a:pt x="87" y="279"/>
                </a:lnTo>
                <a:lnTo>
                  <a:pt x="87" y="280"/>
                </a:lnTo>
                <a:lnTo>
                  <a:pt x="86" y="280"/>
                </a:lnTo>
                <a:lnTo>
                  <a:pt x="86" y="281"/>
                </a:lnTo>
                <a:lnTo>
                  <a:pt x="86" y="282"/>
                </a:lnTo>
                <a:lnTo>
                  <a:pt x="86" y="283"/>
                </a:lnTo>
                <a:lnTo>
                  <a:pt x="85" y="283"/>
                </a:lnTo>
                <a:lnTo>
                  <a:pt x="85" y="284"/>
                </a:lnTo>
                <a:lnTo>
                  <a:pt x="85" y="286"/>
                </a:lnTo>
                <a:lnTo>
                  <a:pt x="84" y="287"/>
                </a:lnTo>
                <a:lnTo>
                  <a:pt x="84" y="288"/>
                </a:lnTo>
                <a:lnTo>
                  <a:pt x="84" y="289"/>
                </a:lnTo>
                <a:lnTo>
                  <a:pt x="83" y="290"/>
                </a:lnTo>
                <a:lnTo>
                  <a:pt x="83" y="291"/>
                </a:lnTo>
                <a:lnTo>
                  <a:pt x="83" y="292"/>
                </a:lnTo>
                <a:lnTo>
                  <a:pt x="83" y="293"/>
                </a:lnTo>
                <a:lnTo>
                  <a:pt x="82" y="294"/>
                </a:lnTo>
                <a:lnTo>
                  <a:pt x="82" y="296"/>
                </a:lnTo>
                <a:lnTo>
                  <a:pt x="82" y="297"/>
                </a:lnTo>
                <a:lnTo>
                  <a:pt x="80" y="297"/>
                </a:lnTo>
                <a:lnTo>
                  <a:pt x="80" y="298"/>
                </a:lnTo>
                <a:lnTo>
                  <a:pt x="80" y="299"/>
                </a:lnTo>
                <a:lnTo>
                  <a:pt x="79" y="299"/>
                </a:lnTo>
                <a:lnTo>
                  <a:pt x="79" y="300"/>
                </a:lnTo>
                <a:lnTo>
                  <a:pt x="79" y="301"/>
                </a:lnTo>
                <a:lnTo>
                  <a:pt x="79" y="302"/>
                </a:lnTo>
                <a:lnTo>
                  <a:pt x="78" y="302"/>
                </a:lnTo>
                <a:lnTo>
                  <a:pt x="78" y="304"/>
                </a:lnTo>
                <a:lnTo>
                  <a:pt x="78" y="305"/>
                </a:lnTo>
                <a:lnTo>
                  <a:pt x="78" y="306"/>
                </a:lnTo>
                <a:lnTo>
                  <a:pt x="77" y="307"/>
                </a:lnTo>
                <a:lnTo>
                  <a:pt x="77" y="311"/>
                </a:lnTo>
                <a:lnTo>
                  <a:pt x="78" y="312"/>
                </a:lnTo>
                <a:lnTo>
                  <a:pt x="78" y="318"/>
                </a:lnTo>
                <a:lnTo>
                  <a:pt x="78" y="324"/>
                </a:lnTo>
                <a:lnTo>
                  <a:pt x="77" y="325"/>
                </a:lnTo>
                <a:lnTo>
                  <a:pt x="77" y="326"/>
                </a:lnTo>
                <a:lnTo>
                  <a:pt x="77" y="327"/>
                </a:lnTo>
                <a:lnTo>
                  <a:pt x="78" y="327"/>
                </a:lnTo>
                <a:lnTo>
                  <a:pt x="78" y="328"/>
                </a:lnTo>
                <a:lnTo>
                  <a:pt x="77" y="330"/>
                </a:lnTo>
                <a:lnTo>
                  <a:pt x="77" y="331"/>
                </a:lnTo>
                <a:lnTo>
                  <a:pt x="78" y="331"/>
                </a:lnTo>
                <a:lnTo>
                  <a:pt x="78" y="333"/>
                </a:lnTo>
                <a:lnTo>
                  <a:pt x="78" y="334"/>
                </a:lnTo>
                <a:lnTo>
                  <a:pt x="78" y="335"/>
                </a:lnTo>
                <a:lnTo>
                  <a:pt x="77" y="336"/>
                </a:lnTo>
                <a:lnTo>
                  <a:pt x="77" y="337"/>
                </a:lnTo>
                <a:lnTo>
                  <a:pt x="76" y="338"/>
                </a:lnTo>
                <a:lnTo>
                  <a:pt x="76" y="339"/>
                </a:lnTo>
                <a:lnTo>
                  <a:pt x="75" y="339"/>
                </a:lnTo>
                <a:lnTo>
                  <a:pt x="74" y="340"/>
                </a:lnTo>
                <a:lnTo>
                  <a:pt x="73" y="340"/>
                </a:lnTo>
                <a:lnTo>
                  <a:pt x="73" y="341"/>
                </a:lnTo>
                <a:lnTo>
                  <a:pt x="73" y="342"/>
                </a:lnTo>
                <a:lnTo>
                  <a:pt x="73" y="344"/>
                </a:lnTo>
                <a:lnTo>
                  <a:pt x="73" y="345"/>
                </a:lnTo>
                <a:lnTo>
                  <a:pt x="74" y="345"/>
                </a:lnTo>
                <a:lnTo>
                  <a:pt x="74" y="346"/>
                </a:lnTo>
                <a:lnTo>
                  <a:pt x="75" y="347"/>
                </a:lnTo>
                <a:lnTo>
                  <a:pt x="75" y="348"/>
                </a:lnTo>
                <a:lnTo>
                  <a:pt x="75" y="349"/>
                </a:lnTo>
                <a:lnTo>
                  <a:pt x="74" y="349"/>
                </a:lnTo>
                <a:lnTo>
                  <a:pt x="73" y="348"/>
                </a:lnTo>
                <a:lnTo>
                  <a:pt x="73" y="347"/>
                </a:lnTo>
                <a:lnTo>
                  <a:pt x="72" y="347"/>
                </a:lnTo>
                <a:lnTo>
                  <a:pt x="72" y="346"/>
                </a:lnTo>
                <a:lnTo>
                  <a:pt x="71" y="345"/>
                </a:lnTo>
                <a:lnTo>
                  <a:pt x="70" y="345"/>
                </a:lnTo>
                <a:lnTo>
                  <a:pt x="69" y="345"/>
                </a:lnTo>
                <a:lnTo>
                  <a:pt x="68" y="344"/>
                </a:lnTo>
                <a:lnTo>
                  <a:pt x="67" y="343"/>
                </a:lnTo>
                <a:lnTo>
                  <a:pt x="66" y="343"/>
                </a:lnTo>
                <a:lnTo>
                  <a:pt x="65" y="343"/>
                </a:lnTo>
                <a:lnTo>
                  <a:pt x="64" y="344"/>
                </a:lnTo>
                <a:lnTo>
                  <a:pt x="64" y="345"/>
                </a:lnTo>
                <a:lnTo>
                  <a:pt x="65" y="345"/>
                </a:lnTo>
                <a:lnTo>
                  <a:pt x="64" y="346"/>
                </a:lnTo>
                <a:lnTo>
                  <a:pt x="64" y="347"/>
                </a:lnTo>
                <a:lnTo>
                  <a:pt x="63" y="347"/>
                </a:lnTo>
                <a:lnTo>
                  <a:pt x="62" y="347"/>
                </a:lnTo>
                <a:lnTo>
                  <a:pt x="62" y="346"/>
                </a:lnTo>
                <a:lnTo>
                  <a:pt x="61" y="345"/>
                </a:lnTo>
                <a:lnTo>
                  <a:pt x="61" y="344"/>
                </a:lnTo>
                <a:lnTo>
                  <a:pt x="61" y="342"/>
                </a:lnTo>
                <a:lnTo>
                  <a:pt x="62" y="342"/>
                </a:lnTo>
                <a:lnTo>
                  <a:pt x="62" y="341"/>
                </a:lnTo>
                <a:lnTo>
                  <a:pt x="61" y="340"/>
                </a:lnTo>
                <a:lnTo>
                  <a:pt x="60" y="339"/>
                </a:lnTo>
                <a:lnTo>
                  <a:pt x="60" y="338"/>
                </a:lnTo>
                <a:lnTo>
                  <a:pt x="59" y="337"/>
                </a:lnTo>
                <a:lnTo>
                  <a:pt x="59" y="336"/>
                </a:lnTo>
                <a:lnTo>
                  <a:pt x="59" y="335"/>
                </a:lnTo>
                <a:lnTo>
                  <a:pt x="60" y="334"/>
                </a:lnTo>
                <a:lnTo>
                  <a:pt x="60" y="333"/>
                </a:lnTo>
                <a:lnTo>
                  <a:pt x="61" y="333"/>
                </a:lnTo>
                <a:lnTo>
                  <a:pt x="61" y="332"/>
                </a:lnTo>
                <a:lnTo>
                  <a:pt x="61" y="331"/>
                </a:lnTo>
                <a:lnTo>
                  <a:pt x="60" y="330"/>
                </a:lnTo>
                <a:lnTo>
                  <a:pt x="61" y="330"/>
                </a:lnTo>
                <a:lnTo>
                  <a:pt x="62" y="329"/>
                </a:lnTo>
                <a:lnTo>
                  <a:pt x="62" y="328"/>
                </a:lnTo>
                <a:lnTo>
                  <a:pt x="61" y="327"/>
                </a:lnTo>
                <a:lnTo>
                  <a:pt x="61" y="326"/>
                </a:lnTo>
                <a:lnTo>
                  <a:pt x="59" y="319"/>
                </a:lnTo>
                <a:lnTo>
                  <a:pt x="59" y="318"/>
                </a:lnTo>
                <a:lnTo>
                  <a:pt x="59" y="317"/>
                </a:lnTo>
                <a:lnTo>
                  <a:pt x="59" y="316"/>
                </a:lnTo>
                <a:lnTo>
                  <a:pt x="58" y="316"/>
                </a:lnTo>
                <a:lnTo>
                  <a:pt x="58" y="315"/>
                </a:lnTo>
                <a:lnTo>
                  <a:pt x="58" y="314"/>
                </a:lnTo>
                <a:lnTo>
                  <a:pt x="56" y="313"/>
                </a:lnTo>
                <a:lnTo>
                  <a:pt x="56" y="312"/>
                </a:lnTo>
                <a:lnTo>
                  <a:pt x="56" y="311"/>
                </a:lnTo>
                <a:lnTo>
                  <a:pt x="56" y="310"/>
                </a:lnTo>
                <a:lnTo>
                  <a:pt x="55" y="310"/>
                </a:lnTo>
                <a:lnTo>
                  <a:pt x="55" y="309"/>
                </a:lnTo>
                <a:lnTo>
                  <a:pt x="55" y="308"/>
                </a:lnTo>
                <a:lnTo>
                  <a:pt x="55" y="307"/>
                </a:lnTo>
                <a:lnTo>
                  <a:pt x="54" y="307"/>
                </a:lnTo>
                <a:lnTo>
                  <a:pt x="54" y="306"/>
                </a:lnTo>
                <a:lnTo>
                  <a:pt x="53" y="305"/>
                </a:lnTo>
                <a:lnTo>
                  <a:pt x="52" y="304"/>
                </a:lnTo>
                <a:lnTo>
                  <a:pt x="52" y="303"/>
                </a:lnTo>
                <a:lnTo>
                  <a:pt x="51" y="303"/>
                </a:lnTo>
                <a:lnTo>
                  <a:pt x="51" y="302"/>
                </a:lnTo>
                <a:lnTo>
                  <a:pt x="51" y="301"/>
                </a:lnTo>
                <a:lnTo>
                  <a:pt x="50" y="301"/>
                </a:lnTo>
                <a:lnTo>
                  <a:pt x="50" y="300"/>
                </a:lnTo>
                <a:lnTo>
                  <a:pt x="49" y="300"/>
                </a:lnTo>
                <a:lnTo>
                  <a:pt x="48" y="299"/>
                </a:lnTo>
                <a:lnTo>
                  <a:pt x="47" y="299"/>
                </a:lnTo>
                <a:lnTo>
                  <a:pt x="47" y="298"/>
                </a:lnTo>
                <a:lnTo>
                  <a:pt x="46" y="298"/>
                </a:lnTo>
                <a:lnTo>
                  <a:pt x="45" y="297"/>
                </a:lnTo>
                <a:lnTo>
                  <a:pt x="44" y="296"/>
                </a:lnTo>
                <a:lnTo>
                  <a:pt x="43" y="296"/>
                </a:lnTo>
                <a:lnTo>
                  <a:pt x="42" y="294"/>
                </a:lnTo>
                <a:lnTo>
                  <a:pt x="41" y="294"/>
                </a:lnTo>
                <a:lnTo>
                  <a:pt x="40" y="293"/>
                </a:lnTo>
                <a:lnTo>
                  <a:pt x="39" y="293"/>
                </a:lnTo>
                <a:lnTo>
                  <a:pt x="39" y="292"/>
                </a:lnTo>
                <a:lnTo>
                  <a:pt x="38" y="292"/>
                </a:lnTo>
                <a:lnTo>
                  <a:pt x="38" y="291"/>
                </a:lnTo>
                <a:lnTo>
                  <a:pt x="37" y="291"/>
                </a:lnTo>
                <a:lnTo>
                  <a:pt x="37" y="290"/>
                </a:lnTo>
                <a:lnTo>
                  <a:pt x="36" y="290"/>
                </a:lnTo>
                <a:lnTo>
                  <a:pt x="36" y="289"/>
                </a:lnTo>
                <a:lnTo>
                  <a:pt x="35" y="289"/>
                </a:lnTo>
                <a:lnTo>
                  <a:pt x="35" y="288"/>
                </a:lnTo>
                <a:lnTo>
                  <a:pt x="34" y="288"/>
                </a:lnTo>
                <a:lnTo>
                  <a:pt x="35" y="289"/>
                </a:lnTo>
                <a:lnTo>
                  <a:pt x="34" y="289"/>
                </a:lnTo>
                <a:lnTo>
                  <a:pt x="33" y="289"/>
                </a:lnTo>
                <a:lnTo>
                  <a:pt x="33" y="288"/>
                </a:lnTo>
                <a:lnTo>
                  <a:pt x="32" y="288"/>
                </a:lnTo>
                <a:lnTo>
                  <a:pt x="32" y="287"/>
                </a:lnTo>
                <a:lnTo>
                  <a:pt x="31" y="287"/>
                </a:lnTo>
                <a:lnTo>
                  <a:pt x="30" y="286"/>
                </a:lnTo>
                <a:lnTo>
                  <a:pt x="29" y="285"/>
                </a:lnTo>
                <a:lnTo>
                  <a:pt x="29" y="286"/>
                </a:lnTo>
                <a:lnTo>
                  <a:pt x="28" y="285"/>
                </a:lnTo>
                <a:lnTo>
                  <a:pt x="27" y="284"/>
                </a:lnTo>
                <a:lnTo>
                  <a:pt x="27" y="283"/>
                </a:lnTo>
                <a:lnTo>
                  <a:pt x="26" y="282"/>
                </a:lnTo>
                <a:lnTo>
                  <a:pt x="26" y="281"/>
                </a:lnTo>
                <a:lnTo>
                  <a:pt x="26" y="282"/>
                </a:lnTo>
                <a:lnTo>
                  <a:pt x="27" y="282"/>
                </a:lnTo>
                <a:lnTo>
                  <a:pt x="28" y="282"/>
                </a:lnTo>
                <a:lnTo>
                  <a:pt x="27" y="281"/>
                </a:lnTo>
                <a:lnTo>
                  <a:pt x="26" y="281"/>
                </a:lnTo>
                <a:lnTo>
                  <a:pt x="26" y="280"/>
                </a:lnTo>
                <a:lnTo>
                  <a:pt x="25" y="279"/>
                </a:lnTo>
                <a:lnTo>
                  <a:pt x="24" y="278"/>
                </a:lnTo>
                <a:lnTo>
                  <a:pt x="23" y="276"/>
                </a:lnTo>
                <a:lnTo>
                  <a:pt x="23" y="275"/>
                </a:lnTo>
                <a:lnTo>
                  <a:pt x="24" y="275"/>
                </a:lnTo>
                <a:lnTo>
                  <a:pt x="23" y="275"/>
                </a:lnTo>
                <a:lnTo>
                  <a:pt x="24" y="274"/>
                </a:lnTo>
                <a:lnTo>
                  <a:pt x="23" y="274"/>
                </a:lnTo>
                <a:lnTo>
                  <a:pt x="23" y="275"/>
                </a:lnTo>
                <a:lnTo>
                  <a:pt x="22" y="274"/>
                </a:lnTo>
                <a:lnTo>
                  <a:pt x="21" y="275"/>
                </a:lnTo>
                <a:lnTo>
                  <a:pt x="21" y="274"/>
                </a:lnTo>
                <a:lnTo>
                  <a:pt x="21" y="273"/>
                </a:lnTo>
                <a:lnTo>
                  <a:pt x="20" y="272"/>
                </a:lnTo>
                <a:lnTo>
                  <a:pt x="20" y="271"/>
                </a:lnTo>
                <a:lnTo>
                  <a:pt x="20" y="270"/>
                </a:lnTo>
                <a:lnTo>
                  <a:pt x="20" y="269"/>
                </a:lnTo>
                <a:lnTo>
                  <a:pt x="21" y="269"/>
                </a:lnTo>
                <a:lnTo>
                  <a:pt x="22" y="268"/>
                </a:lnTo>
                <a:lnTo>
                  <a:pt x="22" y="267"/>
                </a:lnTo>
                <a:lnTo>
                  <a:pt x="22" y="266"/>
                </a:lnTo>
                <a:lnTo>
                  <a:pt x="22" y="265"/>
                </a:lnTo>
                <a:lnTo>
                  <a:pt x="21" y="265"/>
                </a:lnTo>
                <a:lnTo>
                  <a:pt x="21" y="266"/>
                </a:lnTo>
                <a:lnTo>
                  <a:pt x="20" y="265"/>
                </a:lnTo>
                <a:lnTo>
                  <a:pt x="20" y="264"/>
                </a:lnTo>
                <a:lnTo>
                  <a:pt x="20" y="263"/>
                </a:lnTo>
                <a:lnTo>
                  <a:pt x="19" y="262"/>
                </a:lnTo>
                <a:lnTo>
                  <a:pt x="19" y="261"/>
                </a:lnTo>
                <a:lnTo>
                  <a:pt x="19" y="260"/>
                </a:lnTo>
                <a:lnTo>
                  <a:pt x="18" y="260"/>
                </a:lnTo>
                <a:lnTo>
                  <a:pt x="18" y="259"/>
                </a:lnTo>
                <a:lnTo>
                  <a:pt x="18" y="258"/>
                </a:lnTo>
                <a:lnTo>
                  <a:pt x="17" y="257"/>
                </a:lnTo>
                <a:lnTo>
                  <a:pt x="17" y="256"/>
                </a:lnTo>
                <a:lnTo>
                  <a:pt x="17" y="255"/>
                </a:lnTo>
                <a:lnTo>
                  <a:pt x="16" y="255"/>
                </a:lnTo>
                <a:lnTo>
                  <a:pt x="15" y="255"/>
                </a:lnTo>
                <a:lnTo>
                  <a:pt x="15" y="254"/>
                </a:lnTo>
                <a:lnTo>
                  <a:pt x="16" y="254"/>
                </a:lnTo>
                <a:lnTo>
                  <a:pt x="16" y="253"/>
                </a:lnTo>
                <a:lnTo>
                  <a:pt x="15" y="252"/>
                </a:lnTo>
                <a:lnTo>
                  <a:pt x="15" y="251"/>
                </a:lnTo>
                <a:lnTo>
                  <a:pt x="14" y="250"/>
                </a:lnTo>
                <a:lnTo>
                  <a:pt x="15" y="249"/>
                </a:lnTo>
                <a:lnTo>
                  <a:pt x="14" y="248"/>
                </a:lnTo>
                <a:lnTo>
                  <a:pt x="14" y="247"/>
                </a:lnTo>
                <a:lnTo>
                  <a:pt x="14" y="246"/>
                </a:lnTo>
                <a:lnTo>
                  <a:pt x="13" y="246"/>
                </a:lnTo>
                <a:lnTo>
                  <a:pt x="13" y="245"/>
                </a:lnTo>
                <a:lnTo>
                  <a:pt x="13" y="244"/>
                </a:lnTo>
                <a:lnTo>
                  <a:pt x="13" y="243"/>
                </a:lnTo>
                <a:lnTo>
                  <a:pt x="13" y="242"/>
                </a:lnTo>
                <a:lnTo>
                  <a:pt x="13" y="241"/>
                </a:lnTo>
                <a:lnTo>
                  <a:pt x="13" y="240"/>
                </a:lnTo>
                <a:lnTo>
                  <a:pt x="12" y="239"/>
                </a:lnTo>
                <a:lnTo>
                  <a:pt x="12" y="238"/>
                </a:lnTo>
                <a:lnTo>
                  <a:pt x="11" y="238"/>
                </a:lnTo>
                <a:lnTo>
                  <a:pt x="11" y="237"/>
                </a:lnTo>
                <a:lnTo>
                  <a:pt x="10" y="236"/>
                </a:lnTo>
                <a:lnTo>
                  <a:pt x="10" y="235"/>
                </a:lnTo>
                <a:lnTo>
                  <a:pt x="9" y="235"/>
                </a:lnTo>
                <a:lnTo>
                  <a:pt x="8" y="235"/>
                </a:lnTo>
                <a:lnTo>
                  <a:pt x="8" y="234"/>
                </a:lnTo>
                <a:lnTo>
                  <a:pt x="7" y="233"/>
                </a:lnTo>
                <a:lnTo>
                  <a:pt x="6" y="232"/>
                </a:lnTo>
                <a:lnTo>
                  <a:pt x="5" y="232"/>
                </a:lnTo>
                <a:lnTo>
                  <a:pt x="4" y="231"/>
                </a:lnTo>
                <a:lnTo>
                  <a:pt x="3" y="231"/>
                </a:lnTo>
                <a:lnTo>
                  <a:pt x="3" y="230"/>
                </a:lnTo>
                <a:lnTo>
                  <a:pt x="2" y="230"/>
                </a:lnTo>
                <a:lnTo>
                  <a:pt x="2" y="229"/>
                </a:lnTo>
                <a:lnTo>
                  <a:pt x="1" y="229"/>
                </a:lnTo>
                <a:lnTo>
                  <a:pt x="1" y="230"/>
                </a:lnTo>
                <a:lnTo>
                  <a:pt x="0" y="228"/>
                </a:lnTo>
                <a:lnTo>
                  <a:pt x="1" y="227"/>
                </a:lnTo>
                <a:lnTo>
                  <a:pt x="0" y="226"/>
                </a:lnTo>
                <a:lnTo>
                  <a:pt x="0" y="225"/>
                </a:lnTo>
                <a:lnTo>
                  <a:pt x="1" y="224"/>
                </a:lnTo>
                <a:lnTo>
                  <a:pt x="1" y="223"/>
                </a:lnTo>
                <a:lnTo>
                  <a:pt x="2" y="223"/>
                </a:lnTo>
                <a:lnTo>
                  <a:pt x="1" y="224"/>
                </a:lnTo>
                <a:lnTo>
                  <a:pt x="2" y="224"/>
                </a:lnTo>
                <a:lnTo>
                  <a:pt x="4" y="223"/>
                </a:lnTo>
                <a:lnTo>
                  <a:pt x="5" y="223"/>
                </a:lnTo>
                <a:lnTo>
                  <a:pt x="5" y="222"/>
                </a:lnTo>
                <a:lnTo>
                  <a:pt x="5" y="221"/>
                </a:lnTo>
                <a:lnTo>
                  <a:pt x="5" y="220"/>
                </a:lnTo>
                <a:lnTo>
                  <a:pt x="4" y="220"/>
                </a:lnTo>
                <a:lnTo>
                  <a:pt x="4" y="218"/>
                </a:lnTo>
                <a:lnTo>
                  <a:pt x="4" y="217"/>
                </a:lnTo>
                <a:lnTo>
                  <a:pt x="3" y="217"/>
                </a:lnTo>
                <a:lnTo>
                  <a:pt x="3" y="216"/>
                </a:lnTo>
                <a:lnTo>
                  <a:pt x="4" y="216"/>
                </a:lnTo>
                <a:lnTo>
                  <a:pt x="4" y="215"/>
                </a:lnTo>
                <a:lnTo>
                  <a:pt x="4" y="214"/>
                </a:lnTo>
                <a:lnTo>
                  <a:pt x="5" y="214"/>
                </a:lnTo>
                <a:lnTo>
                  <a:pt x="5" y="213"/>
                </a:lnTo>
                <a:lnTo>
                  <a:pt x="4" y="213"/>
                </a:lnTo>
                <a:lnTo>
                  <a:pt x="5" y="213"/>
                </a:lnTo>
                <a:lnTo>
                  <a:pt x="5" y="212"/>
                </a:lnTo>
                <a:lnTo>
                  <a:pt x="5" y="211"/>
                </a:lnTo>
                <a:lnTo>
                  <a:pt x="5" y="212"/>
                </a:lnTo>
                <a:lnTo>
                  <a:pt x="5" y="213"/>
                </a:lnTo>
                <a:lnTo>
                  <a:pt x="6" y="213"/>
                </a:lnTo>
                <a:lnTo>
                  <a:pt x="6" y="211"/>
                </a:lnTo>
                <a:lnTo>
                  <a:pt x="6" y="210"/>
                </a:lnTo>
                <a:lnTo>
                  <a:pt x="7" y="209"/>
                </a:lnTo>
                <a:lnTo>
                  <a:pt x="7" y="208"/>
                </a:lnTo>
                <a:lnTo>
                  <a:pt x="8" y="208"/>
                </a:lnTo>
                <a:lnTo>
                  <a:pt x="8" y="207"/>
                </a:lnTo>
                <a:lnTo>
                  <a:pt x="7" y="207"/>
                </a:lnTo>
                <a:lnTo>
                  <a:pt x="7" y="208"/>
                </a:lnTo>
                <a:lnTo>
                  <a:pt x="6" y="208"/>
                </a:lnTo>
                <a:lnTo>
                  <a:pt x="6" y="207"/>
                </a:lnTo>
                <a:lnTo>
                  <a:pt x="6" y="205"/>
                </a:lnTo>
                <a:lnTo>
                  <a:pt x="7" y="205"/>
                </a:lnTo>
                <a:lnTo>
                  <a:pt x="8" y="205"/>
                </a:lnTo>
                <a:lnTo>
                  <a:pt x="7" y="205"/>
                </a:lnTo>
                <a:lnTo>
                  <a:pt x="7" y="204"/>
                </a:lnTo>
                <a:lnTo>
                  <a:pt x="7" y="203"/>
                </a:lnTo>
                <a:lnTo>
                  <a:pt x="8" y="202"/>
                </a:lnTo>
                <a:lnTo>
                  <a:pt x="8" y="201"/>
                </a:lnTo>
                <a:lnTo>
                  <a:pt x="9" y="201"/>
                </a:lnTo>
                <a:lnTo>
                  <a:pt x="9" y="200"/>
                </a:lnTo>
                <a:lnTo>
                  <a:pt x="8" y="200"/>
                </a:lnTo>
                <a:lnTo>
                  <a:pt x="8" y="199"/>
                </a:lnTo>
                <a:lnTo>
                  <a:pt x="9" y="199"/>
                </a:lnTo>
                <a:lnTo>
                  <a:pt x="9" y="198"/>
                </a:lnTo>
                <a:lnTo>
                  <a:pt x="9" y="197"/>
                </a:lnTo>
                <a:lnTo>
                  <a:pt x="10" y="197"/>
                </a:lnTo>
                <a:lnTo>
                  <a:pt x="10" y="198"/>
                </a:lnTo>
                <a:lnTo>
                  <a:pt x="9" y="198"/>
                </a:lnTo>
                <a:lnTo>
                  <a:pt x="9" y="199"/>
                </a:lnTo>
                <a:lnTo>
                  <a:pt x="10" y="198"/>
                </a:lnTo>
                <a:lnTo>
                  <a:pt x="10" y="199"/>
                </a:lnTo>
                <a:lnTo>
                  <a:pt x="11" y="199"/>
                </a:lnTo>
                <a:lnTo>
                  <a:pt x="11" y="198"/>
                </a:lnTo>
                <a:lnTo>
                  <a:pt x="11" y="197"/>
                </a:lnTo>
                <a:lnTo>
                  <a:pt x="10" y="197"/>
                </a:lnTo>
                <a:lnTo>
                  <a:pt x="10" y="196"/>
                </a:lnTo>
                <a:lnTo>
                  <a:pt x="9" y="196"/>
                </a:lnTo>
                <a:lnTo>
                  <a:pt x="11" y="196"/>
                </a:lnTo>
                <a:lnTo>
                  <a:pt x="12" y="196"/>
                </a:lnTo>
                <a:lnTo>
                  <a:pt x="12" y="195"/>
                </a:lnTo>
                <a:lnTo>
                  <a:pt x="12" y="194"/>
                </a:lnTo>
                <a:lnTo>
                  <a:pt x="11" y="194"/>
                </a:lnTo>
                <a:lnTo>
                  <a:pt x="10" y="193"/>
                </a:lnTo>
                <a:lnTo>
                  <a:pt x="11" y="192"/>
                </a:lnTo>
                <a:lnTo>
                  <a:pt x="11" y="191"/>
                </a:lnTo>
                <a:lnTo>
                  <a:pt x="11" y="192"/>
                </a:lnTo>
                <a:lnTo>
                  <a:pt x="10" y="192"/>
                </a:lnTo>
                <a:lnTo>
                  <a:pt x="10" y="191"/>
                </a:lnTo>
                <a:lnTo>
                  <a:pt x="10" y="190"/>
                </a:lnTo>
                <a:lnTo>
                  <a:pt x="11" y="190"/>
                </a:lnTo>
                <a:lnTo>
                  <a:pt x="11" y="189"/>
                </a:lnTo>
                <a:lnTo>
                  <a:pt x="10" y="189"/>
                </a:lnTo>
                <a:lnTo>
                  <a:pt x="9" y="189"/>
                </a:lnTo>
                <a:lnTo>
                  <a:pt x="10" y="188"/>
                </a:lnTo>
                <a:lnTo>
                  <a:pt x="10" y="187"/>
                </a:lnTo>
                <a:lnTo>
                  <a:pt x="11" y="187"/>
                </a:lnTo>
                <a:lnTo>
                  <a:pt x="11" y="186"/>
                </a:lnTo>
                <a:lnTo>
                  <a:pt x="11" y="185"/>
                </a:lnTo>
                <a:lnTo>
                  <a:pt x="10" y="185"/>
                </a:lnTo>
                <a:lnTo>
                  <a:pt x="9" y="185"/>
                </a:lnTo>
                <a:lnTo>
                  <a:pt x="8" y="185"/>
                </a:lnTo>
                <a:lnTo>
                  <a:pt x="8" y="184"/>
                </a:lnTo>
                <a:lnTo>
                  <a:pt x="8" y="182"/>
                </a:lnTo>
                <a:lnTo>
                  <a:pt x="9" y="182"/>
                </a:lnTo>
                <a:lnTo>
                  <a:pt x="10" y="182"/>
                </a:lnTo>
                <a:lnTo>
                  <a:pt x="11" y="182"/>
                </a:lnTo>
                <a:lnTo>
                  <a:pt x="11" y="181"/>
                </a:lnTo>
                <a:lnTo>
                  <a:pt x="11" y="180"/>
                </a:lnTo>
                <a:lnTo>
                  <a:pt x="10" y="180"/>
                </a:lnTo>
                <a:lnTo>
                  <a:pt x="10" y="179"/>
                </a:lnTo>
                <a:lnTo>
                  <a:pt x="10" y="178"/>
                </a:lnTo>
                <a:lnTo>
                  <a:pt x="10" y="177"/>
                </a:lnTo>
                <a:lnTo>
                  <a:pt x="10" y="175"/>
                </a:lnTo>
                <a:lnTo>
                  <a:pt x="10" y="174"/>
                </a:lnTo>
                <a:lnTo>
                  <a:pt x="11" y="175"/>
                </a:lnTo>
                <a:lnTo>
                  <a:pt x="10" y="174"/>
                </a:lnTo>
                <a:lnTo>
                  <a:pt x="10" y="173"/>
                </a:lnTo>
                <a:lnTo>
                  <a:pt x="10" y="172"/>
                </a:lnTo>
                <a:lnTo>
                  <a:pt x="10" y="171"/>
                </a:lnTo>
                <a:lnTo>
                  <a:pt x="10" y="170"/>
                </a:lnTo>
                <a:lnTo>
                  <a:pt x="10" y="169"/>
                </a:lnTo>
                <a:lnTo>
                  <a:pt x="10" y="168"/>
                </a:lnTo>
                <a:lnTo>
                  <a:pt x="11" y="168"/>
                </a:lnTo>
                <a:lnTo>
                  <a:pt x="11" y="167"/>
                </a:lnTo>
                <a:lnTo>
                  <a:pt x="11" y="166"/>
                </a:lnTo>
                <a:lnTo>
                  <a:pt x="12" y="166"/>
                </a:lnTo>
                <a:lnTo>
                  <a:pt x="12" y="165"/>
                </a:lnTo>
                <a:lnTo>
                  <a:pt x="13" y="164"/>
                </a:lnTo>
                <a:lnTo>
                  <a:pt x="14" y="164"/>
                </a:lnTo>
                <a:lnTo>
                  <a:pt x="14" y="163"/>
                </a:lnTo>
                <a:lnTo>
                  <a:pt x="13" y="163"/>
                </a:lnTo>
                <a:lnTo>
                  <a:pt x="12" y="163"/>
                </a:lnTo>
                <a:lnTo>
                  <a:pt x="13" y="162"/>
                </a:lnTo>
                <a:lnTo>
                  <a:pt x="13" y="161"/>
                </a:lnTo>
                <a:lnTo>
                  <a:pt x="13" y="160"/>
                </a:lnTo>
                <a:lnTo>
                  <a:pt x="13" y="159"/>
                </a:lnTo>
                <a:lnTo>
                  <a:pt x="13" y="158"/>
                </a:lnTo>
                <a:lnTo>
                  <a:pt x="14" y="158"/>
                </a:lnTo>
                <a:lnTo>
                  <a:pt x="15" y="158"/>
                </a:lnTo>
                <a:lnTo>
                  <a:pt x="15" y="157"/>
                </a:lnTo>
                <a:lnTo>
                  <a:pt x="16" y="155"/>
                </a:lnTo>
                <a:lnTo>
                  <a:pt x="17" y="154"/>
                </a:lnTo>
                <a:lnTo>
                  <a:pt x="16" y="154"/>
                </a:lnTo>
                <a:lnTo>
                  <a:pt x="16" y="155"/>
                </a:lnTo>
                <a:lnTo>
                  <a:pt x="15" y="156"/>
                </a:lnTo>
                <a:lnTo>
                  <a:pt x="15" y="157"/>
                </a:lnTo>
                <a:lnTo>
                  <a:pt x="14" y="157"/>
                </a:lnTo>
                <a:lnTo>
                  <a:pt x="14" y="158"/>
                </a:lnTo>
                <a:lnTo>
                  <a:pt x="12" y="158"/>
                </a:lnTo>
                <a:lnTo>
                  <a:pt x="12" y="157"/>
                </a:lnTo>
                <a:lnTo>
                  <a:pt x="12" y="156"/>
                </a:lnTo>
                <a:lnTo>
                  <a:pt x="13" y="156"/>
                </a:lnTo>
                <a:lnTo>
                  <a:pt x="13" y="155"/>
                </a:lnTo>
                <a:lnTo>
                  <a:pt x="14" y="154"/>
                </a:lnTo>
                <a:lnTo>
                  <a:pt x="13" y="153"/>
                </a:lnTo>
                <a:lnTo>
                  <a:pt x="14" y="153"/>
                </a:lnTo>
                <a:lnTo>
                  <a:pt x="14" y="152"/>
                </a:lnTo>
                <a:lnTo>
                  <a:pt x="15" y="152"/>
                </a:lnTo>
                <a:lnTo>
                  <a:pt x="16" y="151"/>
                </a:lnTo>
                <a:lnTo>
                  <a:pt x="17" y="151"/>
                </a:lnTo>
                <a:lnTo>
                  <a:pt x="17" y="152"/>
                </a:lnTo>
                <a:lnTo>
                  <a:pt x="17" y="151"/>
                </a:lnTo>
                <a:lnTo>
                  <a:pt x="17" y="150"/>
                </a:lnTo>
                <a:lnTo>
                  <a:pt x="18" y="150"/>
                </a:lnTo>
                <a:lnTo>
                  <a:pt x="19" y="151"/>
                </a:lnTo>
                <a:lnTo>
                  <a:pt x="19" y="150"/>
                </a:lnTo>
                <a:lnTo>
                  <a:pt x="20" y="150"/>
                </a:lnTo>
                <a:lnTo>
                  <a:pt x="21" y="150"/>
                </a:lnTo>
                <a:lnTo>
                  <a:pt x="21" y="149"/>
                </a:lnTo>
                <a:lnTo>
                  <a:pt x="20" y="149"/>
                </a:lnTo>
                <a:lnTo>
                  <a:pt x="20" y="148"/>
                </a:lnTo>
                <a:lnTo>
                  <a:pt x="20" y="147"/>
                </a:lnTo>
                <a:lnTo>
                  <a:pt x="21" y="147"/>
                </a:lnTo>
                <a:lnTo>
                  <a:pt x="22" y="147"/>
                </a:lnTo>
                <a:lnTo>
                  <a:pt x="23" y="146"/>
                </a:lnTo>
                <a:lnTo>
                  <a:pt x="23" y="145"/>
                </a:lnTo>
                <a:lnTo>
                  <a:pt x="24" y="145"/>
                </a:lnTo>
                <a:lnTo>
                  <a:pt x="24" y="144"/>
                </a:lnTo>
                <a:lnTo>
                  <a:pt x="25" y="142"/>
                </a:lnTo>
                <a:lnTo>
                  <a:pt x="25" y="141"/>
                </a:lnTo>
                <a:lnTo>
                  <a:pt x="26" y="140"/>
                </a:lnTo>
                <a:lnTo>
                  <a:pt x="26" y="139"/>
                </a:lnTo>
                <a:lnTo>
                  <a:pt x="25" y="139"/>
                </a:lnTo>
                <a:lnTo>
                  <a:pt x="26" y="136"/>
                </a:lnTo>
                <a:lnTo>
                  <a:pt x="27" y="135"/>
                </a:lnTo>
                <a:lnTo>
                  <a:pt x="27" y="134"/>
                </a:lnTo>
                <a:lnTo>
                  <a:pt x="28" y="134"/>
                </a:lnTo>
                <a:lnTo>
                  <a:pt x="29" y="133"/>
                </a:lnTo>
                <a:lnTo>
                  <a:pt x="29" y="132"/>
                </a:lnTo>
                <a:lnTo>
                  <a:pt x="29" y="131"/>
                </a:lnTo>
                <a:lnTo>
                  <a:pt x="30" y="131"/>
                </a:lnTo>
                <a:lnTo>
                  <a:pt x="30" y="130"/>
                </a:lnTo>
                <a:lnTo>
                  <a:pt x="30" y="129"/>
                </a:lnTo>
                <a:lnTo>
                  <a:pt x="31" y="129"/>
                </a:lnTo>
                <a:lnTo>
                  <a:pt x="32" y="128"/>
                </a:lnTo>
                <a:lnTo>
                  <a:pt x="33" y="128"/>
                </a:lnTo>
                <a:lnTo>
                  <a:pt x="33" y="127"/>
                </a:lnTo>
                <a:lnTo>
                  <a:pt x="34" y="127"/>
                </a:lnTo>
                <a:lnTo>
                  <a:pt x="34" y="126"/>
                </a:lnTo>
                <a:lnTo>
                  <a:pt x="35" y="126"/>
                </a:lnTo>
                <a:lnTo>
                  <a:pt x="35" y="125"/>
                </a:lnTo>
                <a:lnTo>
                  <a:pt x="35" y="124"/>
                </a:lnTo>
                <a:lnTo>
                  <a:pt x="36" y="124"/>
                </a:lnTo>
                <a:lnTo>
                  <a:pt x="36" y="123"/>
                </a:lnTo>
                <a:lnTo>
                  <a:pt x="37" y="120"/>
                </a:lnTo>
                <a:lnTo>
                  <a:pt x="35" y="120"/>
                </a:lnTo>
                <a:lnTo>
                  <a:pt x="35" y="121"/>
                </a:lnTo>
                <a:lnTo>
                  <a:pt x="34" y="122"/>
                </a:lnTo>
                <a:lnTo>
                  <a:pt x="34" y="123"/>
                </a:lnTo>
                <a:lnTo>
                  <a:pt x="33" y="123"/>
                </a:lnTo>
                <a:lnTo>
                  <a:pt x="32" y="124"/>
                </a:lnTo>
                <a:lnTo>
                  <a:pt x="31" y="123"/>
                </a:lnTo>
                <a:lnTo>
                  <a:pt x="32" y="123"/>
                </a:lnTo>
                <a:lnTo>
                  <a:pt x="34" y="120"/>
                </a:lnTo>
                <a:lnTo>
                  <a:pt x="35" y="120"/>
                </a:lnTo>
                <a:lnTo>
                  <a:pt x="35" y="119"/>
                </a:lnTo>
                <a:lnTo>
                  <a:pt x="35" y="118"/>
                </a:lnTo>
                <a:lnTo>
                  <a:pt x="35" y="117"/>
                </a:lnTo>
                <a:lnTo>
                  <a:pt x="36" y="117"/>
                </a:lnTo>
                <a:lnTo>
                  <a:pt x="39" y="117"/>
                </a:lnTo>
                <a:lnTo>
                  <a:pt x="39" y="116"/>
                </a:lnTo>
                <a:lnTo>
                  <a:pt x="39" y="115"/>
                </a:lnTo>
                <a:lnTo>
                  <a:pt x="40" y="115"/>
                </a:lnTo>
                <a:lnTo>
                  <a:pt x="40" y="114"/>
                </a:lnTo>
                <a:lnTo>
                  <a:pt x="41" y="113"/>
                </a:lnTo>
                <a:lnTo>
                  <a:pt x="41" y="112"/>
                </a:lnTo>
                <a:lnTo>
                  <a:pt x="40" y="112"/>
                </a:lnTo>
                <a:lnTo>
                  <a:pt x="40" y="111"/>
                </a:lnTo>
                <a:lnTo>
                  <a:pt x="39" y="111"/>
                </a:lnTo>
                <a:lnTo>
                  <a:pt x="40" y="111"/>
                </a:lnTo>
                <a:lnTo>
                  <a:pt x="40" y="110"/>
                </a:lnTo>
                <a:lnTo>
                  <a:pt x="40" y="109"/>
                </a:lnTo>
                <a:lnTo>
                  <a:pt x="41" y="107"/>
                </a:lnTo>
                <a:lnTo>
                  <a:pt x="42" y="105"/>
                </a:lnTo>
                <a:lnTo>
                  <a:pt x="42" y="106"/>
                </a:lnTo>
                <a:lnTo>
                  <a:pt x="42" y="105"/>
                </a:lnTo>
                <a:lnTo>
                  <a:pt x="43" y="105"/>
                </a:lnTo>
                <a:lnTo>
                  <a:pt x="43" y="104"/>
                </a:lnTo>
                <a:lnTo>
                  <a:pt x="43" y="105"/>
                </a:lnTo>
                <a:lnTo>
                  <a:pt x="43" y="106"/>
                </a:lnTo>
                <a:lnTo>
                  <a:pt x="42" y="107"/>
                </a:lnTo>
                <a:lnTo>
                  <a:pt x="41" y="107"/>
                </a:lnTo>
                <a:lnTo>
                  <a:pt x="41" y="109"/>
                </a:lnTo>
                <a:lnTo>
                  <a:pt x="40" y="110"/>
                </a:lnTo>
                <a:lnTo>
                  <a:pt x="41" y="110"/>
                </a:lnTo>
                <a:lnTo>
                  <a:pt x="41" y="109"/>
                </a:lnTo>
                <a:lnTo>
                  <a:pt x="41" y="108"/>
                </a:lnTo>
                <a:lnTo>
                  <a:pt x="42" y="109"/>
                </a:lnTo>
                <a:lnTo>
                  <a:pt x="42" y="110"/>
                </a:lnTo>
                <a:lnTo>
                  <a:pt x="43" y="110"/>
                </a:lnTo>
                <a:lnTo>
                  <a:pt x="43" y="109"/>
                </a:lnTo>
                <a:lnTo>
                  <a:pt x="42" y="108"/>
                </a:lnTo>
                <a:lnTo>
                  <a:pt x="43" y="107"/>
                </a:lnTo>
                <a:lnTo>
                  <a:pt x="44" y="105"/>
                </a:lnTo>
                <a:lnTo>
                  <a:pt x="44" y="106"/>
                </a:lnTo>
                <a:lnTo>
                  <a:pt x="45" y="105"/>
                </a:lnTo>
                <a:lnTo>
                  <a:pt x="44" y="104"/>
                </a:lnTo>
                <a:lnTo>
                  <a:pt x="45" y="104"/>
                </a:lnTo>
                <a:lnTo>
                  <a:pt x="45" y="103"/>
                </a:lnTo>
                <a:lnTo>
                  <a:pt x="44" y="104"/>
                </a:lnTo>
                <a:lnTo>
                  <a:pt x="44" y="103"/>
                </a:lnTo>
                <a:lnTo>
                  <a:pt x="44" y="102"/>
                </a:lnTo>
                <a:lnTo>
                  <a:pt x="45" y="101"/>
                </a:lnTo>
                <a:lnTo>
                  <a:pt x="46" y="102"/>
                </a:lnTo>
                <a:lnTo>
                  <a:pt x="47" y="102"/>
                </a:lnTo>
                <a:lnTo>
                  <a:pt x="47" y="101"/>
                </a:lnTo>
                <a:lnTo>
                  <a:pt x="47" y="100"/>
                </a:lnTo>
                <a:lnTo>
                  <a:pt x="47" y="99"/>
                </a:lnTo>
                <a:lnTo>
                  <a:pt x="48" y="97"/>
                </a:lnTo>
                <a:lnTo>
                  <a:pt x="49" y="96"/>
                </a:lnTo>
                <a:lnTo>
                  <a:pt x="50" y="96"/>
                </a:lnTo>
                <a:lnTo>
                  <a:pt x="50" y="95"/>
                </a:lnTo>
                <a:lnTo>
                  <a:pt x="50" y="94"/>
                </a:lnTo>
                <a:lnTo>
                  <a:pt x="50" y="93"/>
                </a:lnTo>
                <a:lnTo>
                  <a:pt x="51" y="92"/>
                </a:lnTo>
                <a:lnTo>
                  <a:pt x="51" y="91"/>
                </a:lnTo>
                <a:lnTo>
                  <a:pt x="52" y="90"/>
                </a:lnTo>
                <a:lnTo>
                  <a:pt x="53" y="90"/>
                </a:lnTo>
                <a:lnTo>
                  <a:pt x="53" y="88"/>
                </a:lnTo>
                <a:lnTo>
                  <a:pt x="54" y="88"/>
                </a:lnTo>
                <a:lnTo>
                  <a:pt x="54" y="87"/>
                </a:lnTo>
                <a:lnTo>
                  <a:pt x="54" y="88"/>
                </a:lnTo>
                <a:lnTo>
                  <a:pt x="54" y="87"/>
                </a:lnTo>
                <a:lnTo>
                  <a:pt x="55" y="86"/>
                </a:lnTo>
                <a:lnTo>
                  <a:pt x="56" y="86"/>
                </a:lnTo>
                <a:lnTo>
                  <a:pt x="56" y="85"/>
                </a:lnTo>
                <a:lnTo>
                  <a:pt x="57" y="83"/>
                </a:lnTo>
                <a:lnTo>
                  <a:pt x="58" y="82"/>
                </a:lnTo>
                <a:lnTo>
                  <a:pt x="59" y="80"/>
                </a:lnTo>
                <a:lnTo>
                  <a:pt x="59" y="79"/>
                </a:lnTo>
                <a:lnTo>
                  <a:pt x="60" y="78"/>
                </a:lnTo>
                <a:lnTo>
                  <a:pt x="60" y="77"/>
                </a:lnTo>
                <a:lnTo>
                  <a:pt x="60" y="76"/>
                </a:lnTo>
                <a:lnTo>
                  <a:pt x="61" y="75"/>
                </a:lnTo>
                <a:lnTo>
                  <a:pt x="61" y="74"/>
                </a:lnTo>
                <a:lnTo>
                  <a:pt x="61" y="73"/>
                </a:lnTo>
                <a:lnTo>
                  <a:pt x="62" y="72"/>
                </a:lnTo>
                <a:lnTo>
                  <a:pt x="62" y="71"/>
                </a:lnTo>
                <a:lnTo>
                  <a:pt x="63" y="71"/>
                </a:lnTo>
                <a:lnTo>
                  <a:pt x="63" y="70"/>
                </a:lnTo>
                <a:lnTo>
                  <a:pt x="64" y="70"/>
                </a:lnTo>
                <a:lnTo>
                  <a:pt x="65" y="70"/>
                </a:lnTo>
                <a:lnTo>
                  <a:pt x="66" y="70"/>
                </a:lnTo>
                <a:lnTo>
                  <a:pt x="66" y="71"/>
                </a:lnTo>
                <a:lnTo>
                  <a:pt x="67" y="71"/>
                </a:lnTo>
                <a:lnTo>
                  <a:pt x="66" y="70"/>
                </a:lnTo>
                <a:lnTo>
                  <a:pt x="66" y="69"/>
                </a:lnTo>
                <a:lnTo>
                  <a:pt x="65" y="69"/>
                </a:lnTo>
                <a:lnTo>
                  <a:pt x="66" y="69"/>
                </a:lnTo>
                <a:lnTo>
                  <a:pt x="66" y="67"/>
                </a:lnTo>
                <a:lnTo>
                  <a:pt x="67" y="66"/>
                </a:lnTo>
                <a:lnTo>
                  <a:pt x="67" y="65"/>
                </a:lnTo>
                <a:lnTo>
                  <a:pt x="68" y="65"/>
                </a:lnTo>
                <a:lnTo>
                  <a:pt x="69" y="65"/>
                </a:lnTo>
                <a:lnTo>
                  <a:pt x="70" y="65"/>
                </a:lnTo>
                <a:lnTo>
                  <a:pt x="71" y="65"/>
                </a:lnTo>
                <a:lnTo>
                  <a:pt x="71" y="64"/>
                </a:lnTo>
                <a:lnTo>
                  <a:pt x="72" y="64"/>
                </a:lnTo>
                <a:lnTo>
                  <a:pt x="72" y="63"/>
                </a:lnTo>
                <a:lnTo>
                  <a:pt x="73" y="63"/>
                </a:lnTo>
                <a:lnTo>
                  <a:pt x="74" y="62"/>
                </a:lnTo>
                <a:lnTo>
                  <a:pt x="75" y="61"/>
                </a:lnTo>
                <a:lnTo>
                  <a:pt x="75" y="60"/>
                </a:lnTo>
                <a:lnTo>
                  <a:pt x="75" y="59"/>
                </a:lnTo>
                <a:lnTo>
                  <a:pt x="76" y="58"/>
                </a:lnTo>
                <a:lnTo>
                  <a:pt x="77" y="57"/>
                </a:lnTo>
                <a:lnTo>
                  <a:pt x="78" y="57"/>
                </a:lnTo>
                <a:lnTo>
                  <a:pt x="78" y="56"/>
                </a:lnTo>
                <a:lnTo>
                  <a:pt x="79" y="56"/>
                </a:lnTo>
                <a:lnTo>
                  <a:pt x="79" y="55"/>
                </a:lnTo>
                <a:lnTo>
                  <a:pt x="79" y="54"/>
                </a:lnTo>
                <a:lnTo>
                  <a:pt x="80" y="54"/>
                </a:lnTo>
                <a:lnTo>
                  <a:pt x="80" y="53"/>
                </a:lnTo>
                <a:lnTo>
                  <a:pt x="80" y="51"/>
                </a:lnTo>
                <a:lnTo>
                  <a:pt x="79" y="51"/>
                </a:lnTo>
                <a:lnTo>
                  <a:pt x="79" y="50"/>
                </a:lnTo>
                <a:lnTo>
                  <a:pt x="80" y="50"/>
                </a:lnTo>
                <a:lnTo>
                  <a:pt x="79" y="50"/>
                </a:lnTo>
                <a:lnTo>
                  <a:pt x="79" y="49"/>
                </a:lnTo>
                <a:lnTo>
                  <a:pt x="79" y="48"/>
                </a:lnTo>
                <a:lnTo>
                  <a:pt x="80" y="48"/>
                </a:lnTo>
                <a:lnTo>
                  <a:pt x="80" y="47"/>
                </a:lnTo>
                <a:lnTo>
                  <a:pt x="80" y="46"/>
                </a:lnTo>
                <a:lnTo>
                  <a:pt x="82" y="46"/>
                </a:lnTo>
                <a:lnTo>
                  <a:pt x="82" y="47"/>
                </a:lnTo>
                <a:lnTo>
                  <a:pt x="83" y="47"/>
                </a:lnTo>
                <a:lnTo>
                  <a:pt x="83" y="46"/>
                </a:lnTo>
                <a:lnTo>
                  <a:pt x="82" y="45"/>
                </a:lnTo>
                <a:lnTo>
                  <a:pt x="83" y="45"/>
                </a:lnTo>
                <a:lnTo>
                  <a:pt x="83" y="44"/>
                </a:lnTo>
                <a:lnTo>
                  <a:pt x="84" y="43"/>
                </a:lnTo>
                <a:lnTo>
                  <a:pt x="84" y="42"/>
                </a:lnTo>
                <a:lnTo>
                  <a:pt x="85" y="41"/>
                </a:lnTo>
                <a:lnTo>
                  <a:pt x="85" y="40"/>
                </a:lnTo>
                <a:lnTo>
                  <a:pt x="85" y="39"/>
                </a:lnTo>
                <a:lnTo>
                  <a:pt x="86" y="39"/>
                </a:lnTo>
                <a:lnTo>
                  <a:pt x="86" y="38"/>
                </a:lnTo>
                <a:lnTo>
                  <a:pt x="87" y="37"/>
                </a:lnTo>
                <a:lnTo>
                  <a:pt x="87" y="36"/>
                </a:lnTo>
                <a:lnTo>
                  <a:pt x="88" y="36"/>
                </a:lnTo>
                <a:lnTo>
                  <a:pt x="88" y="35"/>
                </a:lnTo>
                <a:lnTo>
                  <a:pt x="89" y="35"/>
                </a:lnTo>
                <a:lnTo>
                  <a:pt x="89" y="34"/>
                </a:lnTo>
                <a:lnTo>
                  <a:pt x="89" y="33"/>
                </a:lnTo>
                <a:lnTo>
                  <a:pt x="90" y="33"/>
                </a:lnTo>
                <a:lnTo>
                  <a:pt x="90" y="32"/>
                </a:lnTo>
                <a:lnTo>
                  <a:pt x="90" y="30"/>
                </a:lnTo>
                <a:lnTo>
                  <a:pt x="91" y="30"/>
                </a:lnTo>
                <a:lnTo>
                  <a:pt x="91" y="29"/>
                </a:lnTo>
                <a:lnTo>
                  <a:pt x="92" y="29"/>
                </a:lnTo>
                <a:lnTo>
                  <a:pt x="92" y="28"/>
                </a:lnTo>
                <a:lnTo>
                  <a:pt x="93" y="27"/>
                </a:lnTo>
                <a:lnTo>
                  <a:pt x="94" y="26"/>
                </a:lnTo>
                <a:lnTo>
                  <a:pt x="95" y="26"/>
                </a:lnTo>
                <a:lnTo>
                  <a:pt x="96" y="25"/>
                </a:lnTo>
                <a:lnTo>
                  <a:pt x="97" y="25"/>
                </a:lnTo>
                <a:lnTo>
                  <a:pt x="97" y="24"/>
                </a:lnTo>
                <a:lnTo>
                  <a:pt x="98" y="24"/>
                </a:lnTo>
                <a:lnTo>
                  <a:pt x="99" y="23"/>
                </a:lnTo>
                <a:lnTo>
                  <a:pt x="100" y="23"/>
                </a:lnTo>
                <a:lnTo>
                  <a:pt x="101" y="23"/>
                </a:lnTo>
                <a:lnTo>
                  <a:pt x="102" y="23"/>
                </a:lnTo>
                <a:lnTo>
                  <a:pt x="103" y="22"/>
                </a:lnTo>
                <a:lnTo>
                  <a:pt x="104" y="22"/>
                </a:lnTo>
                <a:lnTo>
                  <a:pt x="105" y="21"/>
                </a:lnTo>
                <a:lnTo>
                  <a:pt x="106" y="20"/>
                </a:lnTo>
                <a:lnTo>
                  <a:pt x="107" y="20"/>
                </a:lnTo>
                <a:lnTo>
                  <a:pt x="108" y="20"/>
                </a:lnTo>
                <a:lnTo>
                  <a:pt x="108" y="19"/>
                </a:lnTo>
                <a:lnTo>
                  <a:pt x="109" y="19"/>
                </a:lnTo>
                <a:lnTo>
                  <a:pt x="110" y="19"/>
                </a:lnTo>
                <a:lnTo>
                  <a:pt x="111" y="19"/>
                </a:lnTo>
                <a:lnTo>
                  <a:pt x="111" y="18"/>
                </a:lnTo>
                <a:lnTo>
                  <a:pt x="112" y="18"/>
                </a:lnTo>
                <a:lnTo>
                  <a:pt x="113" y="18"/>
                </a:lnTo>
                <a:lnTo>
                  <a:pt x="113" y="19"/>
                </a:lnTo>
                <a:lnTo>
                  <a:pt x="114" y="19"/>
                </a:lnTo>
                <a:lnTo>
                  <a:pt x="115" y="19"/>
                </a:lnTo>
                <a:lnTo>
                  <a:pt x="115" y="18"/>
                </a:lnTo>
                <a:lnTo>
                  <a:pt x="116" y="18"/>
                </a:lnTo>
                <a:lnTo>
                  <a:pt x="117" y="18"/>
                </a:lnTo>
                <a:lnTo>
                  <a:pt x="118" y="18"/>
                </a:lnTo>
                <a:lnTo>
                  <a:pt x="119" y="18"/>
                </a:lnTo>
                <a:lnTo>
                  <a:pt x="120" y="17"/>
                </a:lnTo>
                <a:lnTo>
                  <a:pt x="121" y="17"/>
                </a:lnTo>
                <a:lnTo>
                  <a:pt x="122" y="16"/>
                </a:lnTo>
                <a:lnTo>
                  <a:pt x="123" y="16"/>
                </a:lnTo>
                <a:lnTo>
                  <a:pt x="123" y="15"/>
                </a:lnTo>
                <a:lnTo>
                  <a:pt x="124" y="14"/>
                </a:lnTo>
                <a:lnTo>
                  <a:pt x="125" y="14"/>
                </a:lnTo>
                <a:lnTo>
                  <a:pt x="126" y="13"/>
                </a:lnTo>
                <a:lnTo>
                  <a:pt x="127" y="14"/>
                </a:lnTo>
                <a:lnTo>
                  <a:pt x="128" y="14"/>
                </a:lnTo>
                <a:lnTo>
                  <a:pt x="128" y="15"/>
                </a:lnTo>
                <a:lnTo>
                  <a:pt x="129" y="16"/>
                </a:lnTo>
                <a:lnTo>
                  <a:pt x="129" y="17"/>
                </a:lnTo>
                <a:lnTo>
                  <a:pt x="129" y="18"/>
                </a:lnTo>
                <a:lnTo>
                  <a:pt x="130" y="18"/>
                </a:lnTo>
                <a:lnTo>
                  <a:pt x="130" y="17"/>
                </a:lnTo>
                <a:lnTo>
                  <a:pt x="129" y="16"/>
                </a:lnTo>
                <a:lnTo>
                  <a:pt x="129" y="15"/>
                </a:lnTo>
                <a:lnTo>
                  <a:pt x="129" y="14"/>
                </a:lnTo>
                <a:lnTo>
                  <a:pt x="128" y="13"/>
                </a:lnTo>
                <a:lnTo>
                  <a:pt x="127" y="13"/>
                </a:lnTo>
                <a:lnTo>
                  <a:pt x="126" y="12"/>
                </a:lnTo>
                <a:lnTo>
                  <a:pt x="125" y="12"/>
                </a:lnTo>
                <a:lnTo>
                  <a:pt x="125" y="11"/>
                </a:lnTo>
                <a:lnTo>
                  <a:pt x="126" y="11"/>
                </a:lnTo>
                <a:lnTo>
                  <a:pt x="126" y="10"/>
                </a:lnTo>
                <a:lnTo>
                  <a:pt x="127" y="9"/>
                </a:lnTo>
                <a:lnTo>
                  <a:pt x="128" y="9"/>
                </a:lnTo>
                <a:lnTo>
                  <a:pt x="128" y="8"/>
                </a:lnTo>
                <a:lnTo>
                  <a:pt x="128" y="7"/>
                </a:lnTo>
                <a:lnTo>
                  <a:pt x="129" y="6"/>
                </a:lnTo>
                <a:lnTo>
                  <a:pt x="129" y="5"/>
                </a:lnTo>
                <a:lnTo>
                  <a:pt x="130" y="5"/>
                </a:lnTo>
                <a:lnTo>
                  <a:pt x="131" y="5"/>
                </a:lnTo>
                <a:lnTo>
                  <a:pt x="131" y="4"/>
                </a:lnTo>
                <a:lnTo>
                  <a:pt x="131" y="3"/>
                </a:lnTo>
                <a:lnTo>
                  <a:pt x="132" y="3"/>
                </a:lnTo>
                <a:lnTo>
                  <a:pt x="133" y="2"/>
                </a:lnTo>
                <a:lnTo>
                  <a:pt x="134" y="2"/>
                </a:lnTo>
                <a:lnTo>
                  <a:pt x="134" y="1"/>
                </a:lnTo>
                <a:lnTo>
                  <a:pt x="134" y="2"/>
                </a:lnTo>
                <a:lnTo>
                  <a:pt x="135" y="2"/>
                </a:lnTo>
                <a:lnTo>
                  <a:pt x="136" y="2"/>
                </a:lnTo>
                <a:lnTo>
                  <a:pt x="136" y="1"/>
                </a:lnTo>
                <a:lnTo>
                  <a:pt x="136" y="0"/>
                </a:lnTo>
                <a:lnTo>
                  <a:pt x="137" y="0"/>
                </a:lnTo>
                <a:lnTo>
                  <a:pt x="137" y="1"/>
                </a:lnTo>
                <a:lnTo>
                  <a:pt x="138" y="1"/>
                </a:lnTo>
                <a:lnTo>
                  <a:pt x="139" y="1"/>
                </a:lnTo>
                <a:lnTo>
                  <a:pt x="140" y="0"/>
                </a:lnTo>
                <a:lnTo>
                  <a:pt x="14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1" name=""/>
          <p:cNvSpPr/>
          <p:nvPr/>
        </p:nvSpPr>
        <p:spPr>
          <a:xfrm>
            <a:off x="2278440" y="41922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3"/>
                </a:move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lnTo>
                  <a:pt x="3" y="3"/>
                </a:lnTo>
                <a:lnTo>
                  <a:pt x="1" y="1"/>
                </a:lnTo>
                <a:lnTo>
                  <a:pt x="3" y="0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2" name=""/>
          <p:cNvSpPr/>
          <p:nvPr/>
        </p:nvSpPr>
        <p:spPr>
          <a:xfrm>
            <a:off x="2268720" y="41896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3" name=""/>
          <p:cNvSpPr/>
          <p:nvPr/>
        </p:nvSpPr>
        <p:spPr>
          <a:xfrm>
            <a:off x="2271600" y="419040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1"/>
                </a:moveTo>
                <a:lnTo>
                  <a:pt x="6" y="3"/>
                </a:lnTo>
                <a:lnTo>
                  <a:pt x="5" y="3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4" name=""/>
          <p:cNvSpPr/>
          <p:nvPr/>
        </p:nvSpPr>
        <p:spPr>
          <a:xfrm>
            <a:off x="2270880" y="419004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2" y="1"/>
                </a:moveTo>
                <a:lnTo>
                  <a:pt x="0" y="1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5" name=""/>
          <p:cNvSpPr/>
          <p:nvPr/>
        </p:nvSpPr>
        <p:spPr>
          <a:xfrm>
            <a:off x="2268000" y="418968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6" y="1"/>
                </a:moveTo>
                <a:lnTo>
                  <a:pt x="6" y="2"/>
                </a:lnTo>
                <a:lnTo>
                  <a:pt x="5" y="4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0" y="4"/>
                </a:lnTo>
                <a:lnTo>
                  <a:pt x="1" y="3"/>
                </a:lnTo>
                <a:lnTo>
                  <a:pt x="1" y="4"/>
                </a:lnTo>
                <a:lnTo>
                  <a:pt x="1" y="6"/>
                </a:lnTo>
                <a:lnTo>
                  <a:pt x="2" y="4"/>
                </a:lnTo>
                <a:lnTo>
                  <a:pt x="2" y="3"/>
                </a:lnTo>
                <a:lnTo>
                  <a:pt x="4" y="2"/>
                </a:lnTo>
                <a:lnTo>
                  <a:pt x="5" y="1"/>
                </a:lnTo>
                <a:lnTo>
                  <a:pt x="6" y="1"/>
                </a:lnTo>
                <a:lnTo>
                  <a:pt x="7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6" name=""/>
          <p:cNvSpPr/>
          <p:nvPr/>
        </p:nvSpPr>
        <p:spPr>
          <a:xfrm>
            <a:off x="2271960" y="4190400"/>
            <a:ext cx="7200" cy="10080"/>
          </a:xfrm>
          <a:custGeom>
            <a:avLst/>
            <a:gdLst/>
            <a:ahLst/>
            <a:rect l="0" t="0" r="r" b="b"/>
            <a:pathLst>
              <a:path fill="none" w="20" h="28">
                <a:moveTo>
                  <a:pt x="9" y="3"/>
                </a:moveTo>
                <a:lnTo>
                  <a:pt x="10" y="4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lnTo>
                  <a:pt x="12" y="4"/>
                </a:lnTo>
                <a:lnTo>
                  <a:pt x="13" y="4"/>
                </a:lnTo>
                <a:lnTo>
                  <a:pt x="13" y="5"/>
                </a:lnTo>
                <a:lnTo>
                  <a:pt x="15" y="6"/>
                </a:lnTo>
                <a:lnTo>
                  <a:pt x="16" y="6"/>
                </a:lnTo>
                <a:lnTo>
                  <a:pt x="16" y="7"/>
                </a:lnTo>
                <a:lnTo>
                  <a:pt x="15" y="7"/>
                </a:lnTo>
                <a:lnTo>
                  <a:pt x="15" y="8"/>
                </a:lnTo>
                <a:lnTo>
                  <a:pt x="14" y="8"/>
                </a:lnTo>
                <a:lnTo>
                  <a:pt x="15" y="9"/>
                </a:lnTo>
                <a:lnTo>
                  <a:pt x="16" y="10"/>
                </a:lnTo>
                <a:lnTo>
                  <a:pt x="17" y="10"/>
                </a:lnTo>
                <a:lnTo>
                  <a:pt x="18" y="10"/>
                </a:lnTo>
                <a:lnTo>
                  <a:pt x="19" y="10"/>
                </a:lnTo>
                <a:lnTo>
                  <a:pt x="20" y="9"/>
                </a:lnTo>
                <a:lnTo>
                  <a:pt x="20" y="10"/>
                </a:lnTo>
                <a:lnTo>
                  <a:pt x="19" y="13"/>
                </a:lnTo>
                <a:lnTo>
                  <a:pt x="18" y="13"/>
                </a:lnTo>
                <a:lnTo>
                  <a:pt x="17" y="14"/>
                </a:lnTo>
                <a:lnTo>
                  <a:pt x="17" y="13"/>
                </a:lnTo>
                <a:lnTo>
                  <a:pt x="17" y="12"/>
                </a:lnTo>
                <a:lnTo>
                  <a:pt x="16" y="12"/>
                </a:lnTo>
                <a:lnTo>
                  <a:pt x="15" y="12"/>
                </a:lnTo>
                <a:lnTo>
                  <a:pt x="15" y="13"/>
                </a:lnTo>
                <a:lnTo>
                  <a:pt x="14" y="13"/>
                </a:lnTo>
                <a:lnTo>
                  <a:pt x="13" y="13"/>
                </a:lnTo>
                <a:lnTo>
                  <a:pt x="13" y="14"/>
                </a:lnTo>
                <a:lnTo>
                  <a:pt x="12" y="15"/>
                </a:lnTo>
                <a:lnTo>
                  <a:pt x="13" y="16"/>
                </a:lnTo>
                <a:lnTo>
                  <a:pt x="12" y="17"/>
                </a:lnTo>
                <a:lnTo>
                  <a:pt x="13" y="17"/>
                </a:lnTo>
                <a:lnTo>
                  <a:pt x="12" y="18"/>
                </a:lnTo>
                <a:lnTo>
                  <a:pt x="13" y="18"/>
                </a:lnTo>
                <a:lnTo>
                  <a:pt x="14" y="18"/>
                </a:lnTo>
                <a:lnTo>
                  <a:pt x="15" y="18"/>
                </a:lnTo>
                <a:lnTo>
                  <a:pt x="15" y="19"/>
                </a:lnTo>
                <a:lnTo>
                  <a:pt x="14" y="19"/>
                </a:lnTo>
                <a:lnTo>
                  <a:pt x="15" y="20"/>
                </a:lnTo>
                <a:lnTo>
                  <a:pt x="16" y="19"/>
                </a:lnTo>
                <a:lnTo>
                  <a:pt x="17" y="19"/>
                </a:lnTo>
                <a:lnTo>
                  <a:pt x="17" y="20"/>
                </a:lnTo>
                <a:lnTo>
                  <a:pt x="17" y="21"/>
                </a:lnTo>
                <a:lnTo>
                  <a:pt x="17" y="22"/>
                </a:lnTo>
                <a:lnTo>
                  <a:pt x="16" y="22"/>
                </a:lnTo>
                <a:lnTo>
                  <a:pt x="16" y="21"/>
                </a:lnTo>
                <a:lnTo>
                  <a:pt x="15" y="20"/>
                </a:lnTo>
                <a:lnTo>
                  <a:pt x="14" y="20"/>
                </a:lnTo>
                <a:lnTo>
                  <a:pt x="13" y="21"/>
                </a:lnTo>
                <a:lnTo>
                  <a:pt x="12" y="22"/>
                </a:lnTo>
                <a:lnTo>
                  <a:pt x="11" y="22"/>
                </a:lnTo>
                <a:lnTo>
                  <a:pt x="10" y="23"/>
                </a:lnTo>
                <a:lnTo>
                  <a:pt x="9" y="24"/>
                </a:lnTo>
                <a:lnTo>
                  <a:pt x="8" y="24"/>
                </a:lnTo>
                <a:lnTo>
                  <a:pt x="8" y="25"/>
                </a:lnTo>
                <a:lnTo>
                  <a:pt x="8" y="26"/>
                </a:lnTo>
                <a:lnTo>
                  <a:pt x="9" y="26"/>
                </a:lnTo>
                <a:lnTo>
                  <a:pt x="10" y="26"/>
                </a:lnTo>
                <a:lnTo>
                  <a:pt x="10" y="27"/>
                </a:lnTo>
                <a:lnTo>
                  <a:pt x="10" y="28"/>
                </a:lnTo>
                <a:lnTo>
                  <a:pt x="9" y="28"/>
                </a:lnTo>
                <a:lnTo>
                  <a:pt x="6" y="27"/>
                </a:lnTo>
                <a:lnTo>
                  <a:pt x="6" y="26"/>
                </a:lnTo>
                <a:lnTo>
                  <a:pt x="5" y="26"/>
                </a:lnTo>
                <a:lnTo>
                  <a:pt x="4" y="25"/>
                </a:lnTo>
                <a:lnTo>
                  <a:pt x="3" y="25"/>
                </a:lnTo>
                <a:lnTo>
                  <a:pt x="3" y="24"/>
                </a:lnTo>
                <a:lnTo>
                  <a:pt x="2" y="24"/>
                </a:lnTo>
                <a:lnTo>
                  <a:pt x="2" y="23"/>
                </a:lnTo>
                <a:lnTo>
                  <a:pt x="3" y="23"/>
                </a:lnTo>
                <a:lnTo>
                  <a:pt x="2" y="22"/>
                </a:lnTo>
                <a:lnTo>
                  <a:pt x="2" y="23"/>
                </a:lnTo>
                <a:lnTo>
                  <a:pt x="1" y="23"/>
                </a:lnTo>
                <a:lnTo>
                  <a:pt x="0" y="23"/>
                </a:lnTo>
                <a:lnTo>
                  <a:pt x="1" y="23"/>
                </a:lnTo>
                <a:lnTo>
                  <a:pt x="0" y="23"/>
                </a:lnTo>
                <a:lnTo>
                  <a:pt x="0" y="22"/>
                </a:lnTo>
                <a:lnTo>
                  <a:pt x="1" y="22"/>
                </a:lnTo>
                <a:lnTo>
                  <a:pt x="1" y="21"/>
                </a:lnTo>
                <a:lnTo>
                  <a:pt x="1" y="20"/>
                </a:lnTo>
                <a:lnTo>
                  <a:pt x="1" y="21"/>
                </a:lnTo>
                <a:lnTo>
                  <a:pt x="2" y="21"/>
                </a:lnTo>
                <a:lnTo>
                  <a:pt x="1" y="21"/>
                </a:lnTo>
                <a:lnTo>
                  <a:pt x="2" y="21"/>
                </a:lnTo>
                <a:lnTo>
                  <a:pt x="1" y="20"/>
                </a:lnTo>
                <a:lnTo>
                  <a:pt x="2" y="20"/>
                </a:lnTo>
                <a:lnTo>
                  <a:pt x="2" y="19"/>
                </a:lnTo>
                <a:lnTo>
                  <a:pt x="2" y="20"/>
                </a:lnTo>
                <a:lnTo>
                  <a:pt x="1" y="20"/>
                </a:lnTo>
                <a:lnTo>
                  <a:pt x="1" y="21"/>
                </a:lnTo>
                <a:lnTo>
                  <a:pt x="0" y="21"/>
                </a:lnTo>
                <a:lnTo>
                  <a:pt x="0" y="20"/>
                </a:lnTo>
                <a:lnTo>
                  <a:pt x="0" y="19"/>
                </a:lnTo>
                <a:lnTo>
                  <a:pt x="0" y="18"/>
                </a:lnTo>
                <a:lnTo>
                  <a:pt x="1" y="17"/>
                </a:lnTo>
                <a:lnTo>
                  <a:pt x="2" y="17"/>
                </a:lnTo>
                <a:lnTo>
                  <a:pt x="2" y="16"/>
                </a:lnTo>
                <a:lnTo>
                  <a:pt x="3" y="16"/>
                </a:lnTo>
                <a:lnTo>
                  <a:pt x="3" y="17"/>
                </a:lnTo>
                <a:lnTo>
                  <a:pt x="4" y="16"/>
                </a:lnTo>
                <a:lnTo>
                  <a:pt x="5" y="16"/>
                </a:lnTo>
                <a:lnTo>
                  <a:pt x="5" y="17"/>
                </a:lnTo>
                <a:lnTo>
                  <a:pt x="6" y="17"/>
                </a:lnTo>
                <a:lnTo>
                  <a:pt x="6" y="16"/>
                </a:lnTo>
                <a:lnTo>
                  <a:pt x="5" y="16"/>
                </a:lnTo>
                <a:lnTo>
                  <a:pt x="4" y="16"/>
                </a:lnTo>
                <a:lnTo>
                  <a:pt x="3" y="15"/>
                </a:lnTo>
                <a:lnTo>
                  <a:pt x="3" y="14"/>
                </a:lnTo>
                <a:lnTo>
                  <a:pt x="3" y="12"/>
                </a:lnTo>
                <a:lnTo>
                  <a:pt x="3" y="10"/>
                </a:lnTo>
                <a:lnTo>
                  <a:pt x="3" y="9"/>
                </a:lnTo>
                <a:lnTo>
                  <a:pt x="2" y="8"/>
                </a:lnTo>
                <a:lnTo>
                  <a:pt x="1" y="8"/>
                </a:lnTo>
                <a:lnTo>
                  <a:pt x="1" y="7"/>
                </a:lnTo>
                <a:lnTo>
                  <a:pt x="1" y="6"/>
                </a:lnTo>
                <a:lnTo>
                  <a:pt x="2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8" y="3"/>
                </a:lnTo>
                <a:lnTo>
                  <a:pt x="6" y="3"/>
                </a:lnTo>
                <a:lnTo>
                  <a:pt x="6" y="2"/>
                </a:lnTo>
                <a:lnTo>
                  <a:pt x="9" y="0"/>
                </a:lnTo>
                <a:lnTo>
                  <a:pt x="11" y="0"/>
                </a:lnTo>
                <a:lnTo>
                  <a:pt x="10" y="1"/>
                </a:lnTo>
                <a:lnTo>
                  <a:pt x="9" y="2"/>
                </a:lnTo>
                <a:lnTo>
                  <a:pt x="9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7" name=""/>
          <p:cNvSpPr/>
          <p:nvPr/>
        </p:nvSpPr>
        <p:spPr>
          <a:xfrm>
            <a:off x="2270520" y="41896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2" y="0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8" name=""/>
          <p:cNvSpPr/>
          <p:nvPr/>
        </p:nvSpPr>
        <p:spPr>
          <a:xfrm>
            <a:off x="2271600" y="4186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9" name=""/>
          <p:cNvSpPr/>
          <p:nvPr/>
        </p:nvSpPr>
        <p:spPr>
          <a:xfrm>
            <a:off x="2281320" y="417888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1" y="3"/>
                </a:lnTo>
                <a:lnTo>
                  <a:pt x="0" y="5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0" name=""/>
          <p:cNvSpPr/>
          <p:nvPr/>
        </p:nvSpPr>
        <p:spPr>
          <a:xfrm>
            <a:off x="2279880" y="41785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4"/>
                </a:moveTo>
                <a:lnTo>
                  <a:pt x="0" y="2"/>
                </a:lnTo>
                <a:lnTo>
                  <a:pt x="0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1" name=""/>
          <p:cNvSpPr/>
          <p:nvPr/>
        </p:nvSpPr>
        <p:spPr>
          <a:xfrm>
            <a:off x="2270520" y="41734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2" name=""/>
          <p:cNvSpPr/>
          <p:nvPr/>
        </p:nvSpPr>
        <p:spPr>
          <a:xfrm>
            <a:off x="2267640" y="4173120"/>
            <a:ext cx="3960" cy="2880"/>
          </a:xfrm>
          <a:custGeom>
            <a:avLst/>
            <a:gdLst/>
            <a:ahLst/>
            <a:rect l="0" t="0" r="r" b="b"/>
            <a:pathLst>
              <a:path fill="none" w="11" h="8">
                <a:moveTo>
                  <a:pt x="5" y="0"/>
                </a:moveTo>
                <a:lnTo>
                  <a:pt x="7" y="1"/>
                </a:lnTo>
                <a:lnTo>
                  <a:pt x="8" y="1"/>
                </a:lnTo>
                <a:lnTo>
                  <a:pt x="9" y="2"/>
                </a:lnTo>
                <a:lnTo>
                  <a:pt x="10" y="5"/>
                </a:lnTo>
                <a:lnTo>
                  <a:pt x="11" y="7"/>
                </a:lnTo>
                <a:lnTo>
                  <a:pt x="10" y="8"/>
                </a:lnTo>
                <a:lnTo>
                  <a:pt x="8" y="8"/>
                </a:lnTo>
                <a:lnTo>
                  <a:pt x="5" y="8"/>
                </a:lnTo>
                <a:lnTo>
                  <a:pt x="4" y="8"/>
                </a:lnTo>
                <a:lnTo>
                  <a:pt x="3" y="8"/>
                </a:lnTo>
                <a:lnTo>
                  <a:pt x="2" y="8"/>
                </a:lnTo>
                <a:lnTo>
                  <a:pt x="1" y="8"/>
                </a:lnTo>
                <a:lnTo>
                  <a:pt x="1" y="7"/>
                </a:lnTo>
                <a:lnTo>
                  <a:pt x="0" y="6"/>
                </a:lnTo>
                <a:lnTo>
                  <a:pt x="1" y="3"/>
                </a:lnTo>
                <a:lnTo>
                  <a:pt x="2" y="1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3" name=""/>
          <p:cNvSpPr/>
          <p:nvPr/>
        </p:nvSpPr>
        <p:spPr>
          <a:xfrm>
            <a:off x="2271240" y="417276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3"/>
                </a:moveTo>
                <a:lnTo>
                  <a:pt x="1" y="3"/>
                </a:lnTo>
                <a:lnTo>
                  <a:pt x="3" y="3"/>
                </a:ln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4" name=""/>
          <p:cNvSpPr/>
          <p:nvPr/>
        </p:nvSpPr>
        <p:spPr>
          <a:xfrm>
            <a:off x="2269440" y="417168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3" y="1"/>
                </a:move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6" y="1"/>
                </a:lnTo>
                <a:lnTo>
                  <a:pt x="6" y="3"/>
                </a:lnTo>
                <a:lnTo>
                  <a:pt x="5" y="3"/>
                </a:lnTo>
                <a:lnTo>
                  <a:pt x="6" y="4"/>
                </a:lnTo>
                <a:lnTo>
                  <a:pt x="5" y="5"/>
                </a:lnTo>
                <a:lnTo>
                  <a:pt x="3" y="4"/>
                </a:lnTo>
                <a:lnTo>
                  <a:pt x="2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5" name=""/>
          <p:cNvSpPr/>
          <p:nvPr/>
        </p:nvSpPr>
        <p:spPr>
          <a:xfrm>
            <a:off x="2279520" y="417132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3" y="2"/>
                </a:moveTo>
                <a:lnTo>
                  <a:pt x="2" y="3"/>
                </a:lnTo>
                <a:lnTo>
                  <a:pt x="3" y="3"/>
                </a:lnTo>
                <a:lnTo>
                  <a:pt x="3" y="4"/>
                </a:lnTo>
                <a:lnTo>
                  <a:pt x="4" y="3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5" y="4"/>
                </a:lnTo>
                <a:lnTo>
                  <a:pt x="4" y="6"/>
                </a:lnTo>
                <a:lnTo>
                  <a:pt x="3" y="6"/>
                </a:lnTo>
                <a:lnTo>
                  <a:pt x="3" y="4"/>
                </a:lnTo>
                <a:lnTo>
                  <a:pt x="3" y="6"/>
                </a:ln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6" name=""/>
          <p:cNvSpPr/>
          <p:nvPr/>
        </p:nvSpPr>
        <p:spPr>
          <a:xfrm>
            <a:off x="2281320" y="4169160"/>
            <a:ext cx="1800" cy="2520"/>
          </a:xfrm>
          <a:custGeom>
            <a:avLst/>
            <a:gdLst/>
            <a:ahLst/>
            <a:rect l="0" t="0" r="r" b="b"/>
            <a:pathLst>
              <a:path fill="none" w="5" h="7">
                <a:moveTo>
                  <a:pt x="4" y="0"/>
                </a:moveTo>
                <a:lnTo>
                  <a:pt x="4" y="2"/>
                </a:lnTo>
                <a:lnTo>
                  <a:pt x="5" y="0"/>
                </a:ln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2" y="5"/>
                </a:lnTo>
                <a:lnTo>
                  <a:pt x="0" y="7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2" y="2"/>
                </a:lnTo>
                <a:lnTo>
                  <a:pt x="3" y="2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7" name=""/>
          <p:cNvSpPr/>
          <p:nvPr/>
        </p:nvSpPr>
        <p:spPr>
          <a:xfrm>
            <a:off x="2282400" y="4168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8" name=""/>
          <p:cNvSpPr/>
          <p:nvPr/>
        </p:nvSpPr>
        <p:spPr>
          <a:xfrm>
            <a:off x="2281680" y="41673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9" name=""/>
          <p:cNvSpPr/>
          <p:nvPr/>
        </p:nvSpPr>
        <p:spPr>
          <a:xfrm>
            <a:off x="2396520" y="41864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1" y="0"/>
                </a:move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3" y="2"/>
                </a:lnTo>
                <a:lnTo>
                  <a:pt x="3" y="0"/>
                </a:ln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0" name=""/>
          <p:cNvSpPr/>
          <p:nvPr/>
        </p:nvSpPr>
        <p:spPr>
          <a:xfrm>
            <a:off x="2278440" y="4162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1" name=""/>
          <p:cNvSpPr/>
          <p:nvPr/>
        </p:nvSpPr>
        <p:spPr>
          <a:xfrm>
            <a:off x="2279160" y="4162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2" name=""/>
          <p:cNvSpPr/>
          <p:nvPr/>
        </p:nvSpPr>
        <p:spPr>
          <a:xfrm>
            <a:off x="2297520" y="416376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3" y="2"/>
                </a:move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  <a:lnTo>
                  <a:pt x="6" y="3"/>
                </a:lnTo>
                <a:lnTo>
                  <a:pt x="4" y="3"/>
                </a:lnTo>
                <a:lnTo>
                  <a:pt x="4" y="5"/>
                </a:lnTo>
                <a:lnTo>
                  <a:pt x="3" y="5"/>
                </a:lnTo>
                <a:lnTo>
                  <a:pt x="3" y="3"/>
                </a:lnTo>
                <a:lnTo>
                  <a:pt x="3" y="2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3" name=""/>
          <p:cNvSpPr/>
          <p:nvPr/>
        </p:nvSpPr>
        <p:spPr>
          <a:xfrm>
            <a:off x="2402280" y="4180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4" name=""/>
          <p:cNvSpPr/>
          <p:nvPr/>
        </p:nvSpPr>
        <p:spPr>
          <a:xfrm>
            <a:off x="2286720" y="41594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5" name=""/>
          <p:cNvSpPr/>
          <p:nvPr/>
        </p:nvSpPr>
        <p:spPr>
          <a:xfrm>
            <a:off x="2283120" y="415836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5" y="2"/>
                </a:move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3" y="6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3" y="2"/>
                </a:lnTo>
                <a:lnTo>
                  <a:pt x="4" y="3"/>
                </a:lnTo>
                <a:lnTo>
                  <a:pt x="4" y="2"/>
                </a:lnTo>
                <a:lnTo>
                  <a:pt x="5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6" name=""/>
          <p:cNvSpPr/>
          <p:nvPr/>
        </p:nvSpPr>
        <p:spPr>
          <a:xfrm>
            <a:off x="2275920" y="41565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7" name=""/>
          <p:cNvSpPr/>
          <p:nvPr/>
        </p:nvSpPr>
        <p:spPr>
          <a:xfrm>
            <a:off x="2282400" y="41576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8" name=""/>
          <p:cNvSpPr/>
          <p:nvPr/>
        </p:nvSpPr>
        <p:spPr>
          <a:xfrm>
            <a:off x="2286720" y="41580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9" name=""/>
          <p:cNvSpPr/>
          <p:nvPr/>
        </p:nvSpPr>
        <p:spPr>
          <a:xfrm>
            <a:off x="2275920" y="41554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0" name=""/>
          <p:cNvSpPr/>
          <p:nvPr/>
        </p:nvSpPr>
        <p:spPr>
          <a:xfrm>
            <a:off x="2287080" y="41572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1" name=""/>
          <p:cNvSpPr/>
          <p:nvPr/>
        </p:nvSpPr>
        <p:spPr>
          <a:xfrm>
            <a:off x="2274480" y="41547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1"/>
                </a:moveTo>
                <a:lnTo>
                  <a:pt x="6" y="3"/>
                </a:lnTo>
                <a:lnTo>
                  <a:pt x="6" y="1"/>
                </a:lnTo>
                <a:lnTo>
                  <a:pt x="4" y="1"/>
                </a:lnTo>
                <a:lnTo>
                  <a:pt x="3" y="3"/>
                </a:lnTo>
                <a:lnTo>
                  <a:pt x="2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2" name=""/>
          <p:cNvSpPr/>
          <p:nvPr/>
        </p:nvSpPr>
        <p:spPr>
          <a:xfrm>
            <a:off x="2286000" y="415548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5" y="3"/>
                </a:moveTo>
                <a:lnTo>
                  <a:pt x="5" y="4"/>
                </a:lnTo>
                <a:lnTo>
                  <a:pt x="3" y="4"/>
                </a:lnTo>
                <a:lnTo>
                  <a:pt x="3" y="3"/>
                </a:lnTo>
                <a:lnTo>
                  <a:pt x="3" y="4"/>
                </a:lnTo>
                <a:lnTo>
                  <a:pt x="3" y="6"/>
                </a:lnTo>
                <a:lnTo>
                  <a:pt x="2" y="6"/>
                </a:lnTo>
                <a:lnTo>
                  <a:pt x="2" y="7"/>
                </a:lnTo>
                <a:lnTo>
                  <a:pt x="1" y="6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3" y="2"/>
                </a:lnTo>
                <a:lnTo>
                  <a:pt x="3" y="1"/>
                </a:lnTo>
                <a:lnTo>
                  <a:pt x="5" y="1"/>
                </a:lnTo>
                <a:lnTo>
                  <a:pt x="5" y="0"/>
                </a:lnTo>
                <a:lnTo>
                  <a:pt x="6" y="1"/>
                </a:lnTo>
                <a:lnTo>
                  <a:pt x="6" y="2"/>
                </a:lnTo>
                <a:lnTo>
                  <a:pt x="6" y="3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3" name=""/>
          <p:cNvSpPr/>
          <p:nvPr/>
        </p:nvSpPr>
        <p:spPr>
          <a:xfrm>
            <a:off x="2279520" y="4154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4" name=""/>
          <p:cNvSpPr/>
          <p:nvPr/>
        </p:nvSpPr>
        <p:spPr>
          <a:xfrm>
            <a:off x="2271240" y="4152960"/>
            <a:ext cx="3600" cy="1800"/>
          </a:xfrm>
          <a:custGeom>
            <a:avLst/>
            <a:gdLst/>
            <a:ahLst/>
            <a:rect l="0" t="0" r="r" b="b"/>
            <a:pathLst>
              <a:path fill="none" w="10" h="5">
                <a:moveTo>
                  <a:pt x="10" y="1"/>
                </a:moveTo>
                <a:lnTo>
                  <a:pt x="9" y="3"/>
                </a:lnTo>
                <a:lnTo>
                  <a:pt x="8" y="3"/>
                </a:lnTo>
                <a:lnTo>
                  <a:pt x="7" y="3"/>
                </a:lnTo>
                <a:lnTo>
                  <a:pt x="7" y="4"/>
                </a:lnTo>
                <a:lnTo>
                  <a:pt x="6" y="5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  <a:lnTo>
                  <a:pt x="4" y="1"/>
                </a:lnTo>
                <a:lnTo>
                  <a:pt x="7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5" name=""/>
          <p:cNvSpPr/>
          <p:nvPr/>
        </p:nvSpPr>
        <p:spPr>
          <a:xfrm>
            <a:off x="2275920" y="41526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6" name=""/>
          <p:cNvSpPr/>
          <p:nvPr/>
        </p:nvSpPr>
        <p:spPr>
          <a:xfrm>
            <a:off x="2275200" y="41526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7" name=""/>
          <p:cNvSpPr/>
          <p:nvPr/>
        </p:nvSpPr>
        <p:spPr>
          <a:xfrm>
            <a:off x="2270160" y="41508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2"/>
                </a:moveTo>
                <a:lnTo>
                  <a:pt x="4" y="3"/>
                </a:lnTo>
                <a:lnTo>
                  <a:pt x="3" y="3"/>
                </a:lnTo>
                <a:lnTo>
                  <a:pt x="4" y="3"/>
                </a:lnTo>
                <a:lnTo>
                  <a:pt x="4" y="5"/>
                </a:lnTo>
                <a:lnTo>
                  <a:pt x="3" y="5"/>
                </a:lnTo>
                <a:lnTo>
                  <a:pt x="1" y="3"/>
                </a:lnTo>
                <a:lnTo>
                  <a:pt x="1" y="5"/>
                </a:lnTo>
                <a:lnTo>
                  <a:pt x="1" y="3"/>
                </a:lnTo>
                <a:lnTo>
                  <a:pt x="1" y="5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8" name=""/>
          <p:cNvSpPr/>
          <p:nvPr/>
        </p:nvSpPr>
        <p:spPr>
          <a:xfrm>
            <a:off x="2279160" y="41522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5" y="1"/>
                </a:lnTo>
                <a:lnTo>
                  <a:pt x="4" y="2"/>
                </a:lnTo>
                <a:lnTo>
                  <a:pt x="4" y="4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9" name=""/>
          <p:cNvSpPr/>
          <p:nvPr/>
        </p:nvSpPr>
        <p:spPr>
          <a:xfrm>
            <a:off x="2270520" y="41504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0" name=""/>
          <p:cNvSpPr/>
          <p:nvPr/>
        </p:nvSpPr>
        <p:spPr>
          <a:xfrm>
            <a:off x="2293560" y="41540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1" name=""/>
          <p:cNvSpPr/>
          <p:nvPr/>
        </p:nvSpPr>
        <p:spPr>
          <a:xfrm>
            <a:off x="2292840" y="4153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2" name=""/>
          <p:cNvSpPr/>
          <p:nvPr/>
        </p:nvSpPr>
        <p:spPr>
          <a:xfrm>
            <a:off x="2270880" y="4150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3" name=""/>
          <p:cNvSpPr/>
          <p:nvPr/>
        </p:nvSpPr>
        <p:spPr>
          <a:xfrm>
            <a:off x="2286360" y="41522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4" name=""/>
          <p:cNvSpPr/>
          <p:nvPr/>
        </p:nvSpPr>
        <p:spPr>
          <a:xfrm>
            <a:off x="2268720" y="414936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5" y="0"/>
                </a:move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5" name=""/>
          <p:cNvSpPr/>
          <p:nvPr/>
        </p:nvSpPr>
        <p:spPr>
          <a:xfrm>
            <a:off x="2294640" y="4152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6" name=""/>
          <p:cNvSpPr/>
          <p:nvPr/>
        </p:nvSpPr>
        <p:spPr>
          <a:xfrm>
            <a:off x="2293560" y="415188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1" y="0"/>
                </a:move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7" name=""/>
          <p:cNvSpPr/>
          <p:nvPr/>
        </p:nvSpPr>
        <p:spPr>
          <a:xfrm>
            <a:off x="2286720" y="414828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8" name=""/>
          <p:cNvSpPr/>
          <p:nvPr/>
        </p:nvSpPr>
        <p:spPr>
          <a:xfrm>
            <a:off x="2286000" y="41472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9" name=""/>
          <p:cNvSpPr/>
          <p:nvPr/>
        </p:nvSpPr>
        <p:spPr>
          <a:xfrm>
            <a:off x="2289240" y="41450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0" name=""/>
          <p:cNvSpPr/>
          <p:nvPr/>
        </p:nvSpPr>
        <p:spPr>
          <a:xfrm>
            <a:off x="2290320" y="41432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1"/>
                </a:moveTo>
                <a:lnTo>
                  <a:pt x="2" y="1"/>
                </a:lnTo>
                <a:lnTo>
                  <a:pt x="2" y="3"/>
                </a:lnTo>
                <a:lnTo>
                  <a:pt x="4" y="3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1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1" name=""/>
          <p:cNvSpPr/>
          <p:nvPr/>
        </p:nvSpPr>
        <p:spPr>
          <a:xfrm>
            <a:off x="2291400" y="41432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4" y="4"/>
                </a:moveTo>
                <a:lnTo>
                  <a:pt x="2" y="4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2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2" name=""/>
          <p:cNvSpPr/>
          <p:nvPr/>
        </p:nvSpPr>
        <p:spPr>
          <a:xfrm>
            <a:off x="2294640" y="41425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3" name=""/>
          <p:cNvSpPr/>
          <p:nvPr/>
        </p:nvSpPr>
        <p:spPr>
          <a:xfrm>
            <a:off x="2292840" y="414216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3" y="0"/>
                </a:moveTo>
                <a:lnTo>
                  <a:pt x="3" y="1"/>
                </a:lnTo>
                <a:lnTo>
                  <a:pt x="4" y="1"/>
                </a:lnTo>
                <a:lnTo>
                  <a:pt x="5" y="2"/>
                </a:lnTo>
                <a:lnTo>
                  <a:pt x="4" y="2"/>
                </a:lnTo>
                <a:lnTo>
                  <a:pt x="5" y="3"/>
                </a:lnTo>
                <a:lnTo>
                  <a:pt x="5" y="5"/>
                </a:lnTo>
                <a:lnTo>
                  <a:pt x="7" y="5"/>
                </a:lnTo>
                <a:lnTo>
                  <a:pt x="5" y="5"/>
                </a:ln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4" name=""/>
          <p:cNvSpPr/>
          <p:nvPr/>
        </p:nvSpPr>
        <p:spPr>
          <a:xfrm>
            <a:off x="2305440" y="41414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5" name=""/>
          <p:cNvSpPr/>
          <p:nvPr/>
        </p:nvSpPr>
        <p:spPr>
          <a:xfrm>
            <a:off x="2304720" y="4140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6" name=""/>
          <p:cNvSpPr/>
          <p:nvPr/>
        </p:nvSpPr>
        <p:spPr>
          <a:xfrm>
            <a:off x="2295360" y="41371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7" name=""/>
          <p:cNvSpPr/>
          <p:nvPr/>
        </p:nvSpPr>
        <p:spPr>
          <a:xfrm>
            <a:off x="2297520" y="41349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3"/>
                </a:move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8" name=""/>
          <p:cNvSpPr/>
          <p:nvPr/>
        </p:nvSpPr>
        <p:spPr>
          <a:xfrm>
            <a:off x="2298960" y="41342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3"/>
                </a:moveTo>
                <a:lnTo>
                  <a:pt x="2" y="4"/>
                </a:lnTo>
                <a:lnTo>
                  <a:pt x="2" y="3"/>
                </a:lnTo>
                <a:lnTo>
                  <a:pt x="4" y="4"/>
                </a:lnTo>
                <a:lnTo>
                  <a:pt x="4" y="5"/>
                </a:lnTo>
                <a:lnTo>
                  <a:pt x="2" y="5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9" name=""/>
          <p:cNvSpPr/>
          <p:nvPr/>
        </p:nvSpPr>
        <p:spPr>
          <a:xfrm>
            <a:off x="2291400" y="41320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0" name=""/>
          <p:cNvSpPr/>
          <p:nvPr/>
        </p:nvSpPr>
        <p:spPr>
          <a:xfrm>
            <a:off x="2300400" y="4132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1" name=""/>
          <p:cNvSpPr/>
          <p:nvPr/>
        </p:nvSpPr>
        <p:spPr>
          <a:xfrm>
            <a:off x="2301120" y="41281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2" name=""/>
          <p:cNvSpPr/>
          <p:nvPr/>
        </p:nvSpPr>
        <p:spPr>
          <a:xfrm>
            <a:off x="2317320" y="4124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3" name=""/>
          <p:cNvSpPr/>
          <p:nvPr/>
        </p:nvSpPr>
        <p:spPr>
          <a:xfrm>
            <a:off x="2318400" y="4123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4" name=""/>
          <p:cNvSpPr/>
          <p:nvPr/>
        </p:nvSpPr>
        <p:spPr>
          <a:xfrm>
            <a:off x="2318760" y="4123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5" name=""/>
          <p:cNvSpPr/>
          <p:nvPr/>
        </p:nvSpPr>
        <p:spPr>
          <a:xfrm>
            <a:off x="2316240" y="412308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2" y="0"/>
                </a:moveTo>
                <a:lnTo>
                  <a:pt x="2" y="1"/>
                </a:lnTo>
                <a:lnTo>
                  <a:pt x="3" y="1"/>
                </a:lnTo>
                <a:lnTo>
                  <a:pt x="5" y="2"/>
                </a:lnTo>
                <a:lnTo>
                  <a:pt x="6" y="4"/>
                </a:lnTo>
                <a:lnTo>
                  <a:pt x="6" y="5"/>
                </a:lnTo>
                <a:lnTo>
                  <a:pt x="7" y="5"/>
                </a:lnTo>
                <a:lnTo>
                  <a:pt x="6" y="5"/>
                </a:lnTo>
                <a:lnTo>
                  <a:pt x="5" y="4"/>
                </a:lnTo>
                <a:lnTo>
                  <a:pt x="5" y="5"/>
                </a:lnTo>
                <a:lnTo>
                  <a:pt x="2" y="4"/>
                </a:lnTo>
                <a:lnTo>
                  <a:pt x="2" y="5"/>
                </a:lnTo>
                <a:lnTo>
                  <a:pt x="1" y="4"/>
                </a:lnTo>
                <a:lnTo>
                  <a:pt x="0" y="4"/>
                </a:ln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1" y="1"/>
                </a:lnTo>
                <a:lnTo>
                  <a:pt x="2" y="1"/>
                </a:lnTo>
                <a:lnTo>
                  <a:pt x="2" y="2"/>
                </a:lnTo>
                <a:lnTo>
                  <a:pt x="3" y="2"/>
                </a:lnTo>
                <a:lnTo>
                  <a:pt x="2" y="1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6" name=""/>
          <p:cNvSpPr/>
          <p:nvPr/>
        </p:nvSpPr>
        <p:spPr>
          <a:xfrm>
            <a:off x="2317680" y="4122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7" name=""/>
          <p:cNvSpPr/>
          <p:nvPr/>
        </p:nvSpPr>
        <p:spPr>
          <a:xfrm>
            <a:off x="2309040" y="41169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8" name=""/>
          <p:cNvSpPr/>
          <p:nvPr/>
        </p:nvSpPr>
        <p:spPr>
          <a:xfrm>
            <a:off x="2322000" y="4118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9" name=""/>
          <p:cNvSpPr/>
          <p:nvPr/>
        </p:nvSpPr>
        <p:spPr>
          <a:xfrm>
            <a:off x="2321280" y="41180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0" name=""/>
          <p:cNvSpPr/>
          <p:nvPr/>
        </p:nvSpPr>
        <p:spPr>
          <a:xfrm>
            <a:off x="2320200" y="4117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1" name=""/>
          <p:cNvSpPr/>
          <p:nvPr/>
        </p:nvSpPr>
        <p:spPr>
          <a:xfrm>
            <a:off x="2309400" y="41158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2" name=""/>
          <p:cNvSpPr/>
          <p:nvPr/>
        </p:nvSpPr>
        <p:spPr>
          <a:xfrm>
            <a:off x="2320920" y="41176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4"/>
                </a:move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3" name=""/>
          <p:cNvSpPr/>
          <p:nvPr/>
        </p:nvSpPr>
        <p:spPr>
          <a:xfrm>
            <a:off x="2313720" y="41162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2"/>
                </a:moveTo>
                <a:lnTo>
                  <a:pt x="4" y="3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4" name=""/>
          <p:cNvSpPr/>
          <p:nvPr/>
        </p:nvSpPr>
        <p:spPr>
          <a:xfrm>
            <a:off x="2308680" y="41155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5" name=""/>
          <p:cNvSpPr/>
          <p:nvPr/>
        </p:nvSpPr>
        <p:spPr>
          <a:xfrm>
            <a:off x="2311560" y="4115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6" name=""/>
          <p:cNvSpPr/>
          <p:nvPr/>
        </p:nvSpPr>
        <p:spPr>
          <a:xfrm>
            <a:off x="2311200" y="4114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7" name=""/>
          <p:cNvSpPr/>
          <p:nvPr/>
        </p:nvSpPr>
        <p:spPr>
          <a:xfrm>
            <a:off x="2319480" y="4113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8" name=""/>
          <p:cNvSpPr/>
          <p:nvPr/>
        </p:nvSpPr>
        <p:spPr>
          <a:xfrm>
            <a:off x="2319120" y="41130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9" name=""/>
          <p:cNvSpPr/>
          <p:nvPr/>
        </p:nvSpPr>
        <p:spPr>
          <a:xfrm>
            <a:off x="2319120" y="4112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0" name=""/>
          <p:cNvSpPr/>
          <p:nvPr/>
        </p:nvSpPr>
        <p:spPr>
          <a:xfrm>
            <a:off x="2317320" y="41119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1" name=""/>
          <p:cNvSpPr/>
          <p:nvPr/>
        </p:nvSpPr>
        <p:spPr>
          <a:xfrm>
            <a:off x="2319120" y="41108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4"/>
                </a:move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  <a:lnTo>
                  <a:pt x="2" y="3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2" name=""/>
          <p:cNvSpPr/>
          <p:nvPr/>
        </p:nvSpPr>
        <p:spPr>
          <a:xfrm>
            <a:off x="2321640" y="41108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3" name=""/>
          <p:cNvSpPr/>
          <p:nvPr/>
        </p:nvSpPr>
        <p:spPr>
          <a:xfrm>
            <a:off x="2315520" y="410868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4" y="2"/>
                </a:moveTo>
                <a:lnTo>
                  <a:pt x="4" y="3"/>
                </a:lnTo>
                <a:lnTo>
                  <a:pt x="5" y="3"/>
                </a:lnTo>
                <a:lnTo>
                  <a:pt x="6" y="2"/>
                </a:lnTo>
                <a:lnTo>
                  <a:pt x="7" y="2"/>
                </a:lnTo>
                <a:lnTo>
                  <a:pt x="6" y="3"/>
                </a:lnTo>
                <a:lnTo>
                  <a:pt x="6" y="4"/>
                </a:lnTo>
                <a:lnTo>
                  <a:pt x="5" y="4"/>
                </a:lnTo>
                <a:lnTo>
                  <a:pt x="5" y="6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4" name=""/>
          <p:cNvSpPr/>
          <p:nvPr/>
        </p:nvSpPr>
        <p:spPr>
          <a:xfrm>
            <a:off x="2317680" y="4109400"/>
            <a:ext cx="3960" cy="2160"/>
          </a:xfrm>
          <a:custGeom>
            <a:avLst/>
            <a:gdLst/>
            <a:ahLst/>
            <a:rect l="0" t="0" r="r" b="b"/>
            <a:pathLst>
              <a:path fill="none" w="11" h="6">
                <a:moveTo>
                  <a:pt x="10" y="0"/>
                </a:moveTo>
                <a:lnTo>
                  <a:pt x="11" y="1"/>
                </a:lnTo>
                <a:lnTo>
                  <a:pt x="10" y="1"/>
                </a:lnTo>
                <a:lnTo>
                  <a:pt x="10" y="2"/>
                </a:lnTo>
                <a:lnTo>
                  <a:pt x="9" y="1"/>
                </a:lnTo>
                <a:lnTo>
                  <a:pt x="8" y="2"/>
                </a:lnTo>
                <a:lnTo>
                  <a:pt x="9" y="2"/>
                </a:lnTo>
                <a:lnTo>
                  <a:pt x="9" y="4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8" y="5"/>
                </a:lnTo>
                <a:lnTo>
                  <a:pt x="7" y="5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4" y="5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3" y="4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6" y="0"/>
                </a:lnTo>
                <a:lnTo>
                  <a:pt x="7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5" name=""/>
          <p:cNvSpPr/>
          <p:nvPr/>
        </p:nvSpPr>
        <p:spPr>
          <a:xfrm>
            <a:off x="2319480" y="41090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2"/>
                </a:move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6" name=""/>
          <p:cNvSpPr/>
          <p:nvPr/>
        </p:nvSpPr>
        <p:spPr>
          <a:xfrm>
            <a:off x="2318040" y="41076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1"/>
                </a:moveTo>
                <a:lnTo>
                  <a:pt x="5" y="2"/>
                </a:lnTo>
                <a:lnTo>
                  <a:pt x="5" y="3"/>
                </a:lnTo>
                <a:lnTo>
                  <a:pt x="1" y="5"/>
                </a:lnTo>
                <a:lnTo>
                  <a:pt x="0" y="5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7" name=""/>
          <p:cNvSpPr/>
          <p:nvPr/>
        </p:nvSpPr>
        <p:spPr>
          <a:xfrm>
            <a:off x="2318400" y="41072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8" name=""/>
          <p:cNvSpPr/>
          <p:nvPr/>
        </p:nvSpPr>
        <p:spPr>
          <a:xfrm>
            <a:off x="2316240" y="4104720"/>
            <a:ext cx="3240" cy="2160"/>
          </a:xfrm>
          <a:custGeom>
            <a:avLst/>
            <a:gdLst/>
            <a:ahLst/>
            <a:rect l="0" t="0" r="r" b="b"/>
            <a:pathLst>
              <a:path fill="none" w="9" h="6">
                <a:moveTo>
                  <a:pt x="9" y="2"/>
                </a:moveTo>
                <a:lnTo>
                  <a:pt x="9" y="3"/>
                </a:lnTo>
                <a:lnTo>
                  <a:pt x="9" y="5"/>
                </a:lnTo>
                <a:lnTo>
                  <a:pt x="8" y="5"/>
                </a:lnTo>
                <a:lnTo>
                  <a:pt x="7" y="5"/>
                </a:lnTo>
                <a:lnTo>
                  <a:pt x="6" y="5"/>
                </a:lnTo>
                <a:lnTo>
                  <a:pt x="6" y="6"/>
                </a:lnTo>
                <a:lnTo>
                  <a:pt x="5" y="5"/>
                </a:lnTo>
                <a:lnTo>
                  <a:pt x="4" y="3"/>
                </a:lnTo>
                <a:lnTo>
                  <a:pt x="3" y="3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7" y="1"/>
                </a:lnTo>
                <a:lnTo>
                  <a:pt x="8" y="0"/>
                </a:lnTo>
                <a:lnTo>
                  <a:pt x="8" y="1"/>
                </a:lnTo>
                <a:lnTo>
                  <a:pt x="9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9" name=""/>
          <p:cNvSpPr/>
          <p:nvPr/>
        </p:nvSpPr>
        <p:spPr>
          <a:xfrm>
            <a:off x="2316240" y="410400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3" y="0"/>
                </a:move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1" y="2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0" name=""/>
          <p:cNvSpPr/>
          <p:nvPr/>
        </p:nvSpPr>
        <p:spPr>
          <a:xfrm>
            <a:off x="2320560" y="41043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2"/>
                </a:move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3" y="2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1" y="0"/>
                </a:lnTo>
                <a:lnTo>
                  <a:pt x="3" y="0"/>
                </a:lnTo>
                <a:lnTo>
                  <a:pt x="5" y="2"/>
                </a:lnTo>
                <a:lnTo>
                  <a:pt x="6" y="0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1" name=""/>
          <p:cNvSpPr/>
          <p:nvPr/>
        </p:nvSpPr>
        <p:spPr>
          <a:xfrm>
            <a:off x="2319480" y="41032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2" name=""/>
          <p:cNvSpPr/>
          <p:nvPr/>
        </p:nvSpPr>
        <p:spPr>
          <a:xfrm>
            <a:off x="2323080" y="41022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3" name=""/>
          <p:cNvSpPr/>
          <p:nvPr/>
        </p:nvSpPr>
        <p:spPr>
          <a:xfrm>
            <a:off x="2323800" y="4101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4" name=""/>
          <p:cNvSpPr/>
          <p:nvPr/>
        </p:nvSpPr>
        <p:spPr>
          <a:xfrm>
            <a:off x="2327760" y="410220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5" name=""/>
          <p:cNvSpPr/>
          <p:nvPr/>
        </p:nvSpPr>
        <p:spPr>
          <a:xfrm>
            <a:off x="2327760" y="410040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0" y="3"/>
                </a:move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6" name=""/>
          <p:cNvSpPr/>
          <p:nvPr/>
        </p:nvSpPr>
        <p:spPr>
          <a:xfrm>
            <a:off x="2325960" y="41000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3" y="3"/>
                </a:move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3" y="1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7" name=""/>
          <p:cNvSpPr/>
          <p:nvPr/>
        </p:nvSpPr>
        <p:spPr>
          <a:xfrm>
            <a:off x="2331000" y="41004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2"/>
                </a:moveTo>
                <a:lnTo>
                  <a:pt x="3" y="3"/>
                </a:lnTo>
                <a:lnTo>
                  <a:pt x="3" y="2"/>
                </a:lnTo>
                <a:lnTo>
                  <a:pt x="1" y="2"/>
                </a:lnTo>
                <a:lnTo>
                  <a:pt x="1" y="3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8" name=""/>
          <p:cNvSpPr/>
          <p:nvPr/>
        </p:nvSpPr>
        <p:spPr>
          <a:xfrm>
            <a:off x="2327400" y="40993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9" name=""/>
          <p:cNvSpPr/>
          <p:nvPr/>
        </p:nvSpPr>
        <p:spPr>
          <a:xfrm>
            <a:off x="2319480" y="40978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0" name=""/>
          <p:cNvSpPr/>
          <p:nvPr/>
        </p:nvSpPr>
        <p:spPr>
          <a:xfrm>
            <a:off x="2319840" y="40953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4"/>
                </a:move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3" y="3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1" name=""/>
          <p:cNvSpPr/>
          <p:nvPr/>
        </p:nvSpPr>
        <p:spPr>
          <a:xfrm>
            <a:off x="2320200" y="4095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2" name=""/>
          <p:cNvSpPr/>
          <p:nvPr/>
        </p:nvSpPr>
        <p:spPr>
          <a:xfrm>
            <a:off x="2319120" y="4094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3" name=""/>
          <p:cNvSpPr/>
          <p:nvPr/>
        </p:nvSpPr>
        <p:spPr>
          <a:xfrm>
            <a:off x="2319840" y="40942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4" name=""/>
          <p:cNvSpPr/>
          <p:nvPr/>
        </p:nvSpPr>
        <p:spPr>
          <a:xfrm>
            <a:off x="2335320" y="40957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5" name=""/>
          <p:cNvSpPr/>
          <p:nvPr/>
        </p:nvSpPr>
        <p:spPr>
          <a:xfrm>
            <a:off x="2320560" y="40914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4"/>
                </a:move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6" name=""/>
          <p:cNvSpPr/>
          <p:nvPr/>
        </p:nvSpPr>
        <p:spPr>
          <a:xfrm>
            <a:off x="2336760" y="40935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1"/>
                </a:move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7" name=""/>
          <p:cNvSpPr/>
          <p:nvPr/>
        </p:nvSpPr>
        <p:spPr>
          <a:xfrm>
            <a:off x="2321280" y="40910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2"/>
                </a:move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8" name=""/>
          <p:cNvSpPr/>
          <p:nvPr/>
        </p:nvSpPr>
        <p:spPr>
          <a:xfrm>
            <a:off x="2336040" y="4093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9" name=""/>
          <p:cNvSpPr/>
          <p:nvPr/>
        </p:nvSpPr>
        <p:spPr>
          <a:xfrm>
            <a:off x="2335680" y="4093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0" name=""/>
          <p:cNvSpPr/>
          <p:nvPr/>
        </p:nvSpPr>
        <p:spPr>
          <a:xfrm>
            <a:off x="2335680" y="40906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1" name=""/>
          <p:cNvSpPr/>
          <p:nvPr/>
        </p:nvSpPr>
        <p:spPr>
          <a:xfrm>
            <a:off x="2336760" y="4090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2" name=""/>
          <p:cNvSpPr/>
          <p:nvPr/>
        </p:nvSpPr>
        <p:spPr>
          <a:xfrm>
            <a:off x="2337120" y="4089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3" name=""/>
          <p:cNvSpPr/>
          <p:nvPr/>
        </p:nvSpPr>
        <p:spPr>
          <a:xfrm>
            <a:off x="2338200" y="4089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4" name=""/>
          <p:cNvSpPr/>
          <p:nvPr/>
        </p:nvSpPr>
        <p:spPr>
          <a:xfrm>
            <a:off x="2336400" y="40888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5" name=""/>
          <p:cNvSpPr/>
          <p:nvPr/>
        </p:nvSpPr>
        <p:spPr>
          <a:xfrm>
            <a:off x="2336400" y="40888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6" name=""/>
          <p:cNvSpPr/>
          <p:nvPr/>
        </p:nvSpPr>
        <p:spPr>
          <a:xfrm>
            <a:off x="2336040" y="40885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7" name=""/>
          <p:cNvSpPr/>
          <p:nvPr/>
        </p:nvSpPr>
        <p:spPr>
          <a:xfrm>
            <a:off x="2335320" y="4088160"/>
            <a:ext cx="1440" cy="360"/>
          </a:xfrm>
          <a:custGeom>
            <a:avLst/>
            <a:gdLst/>
            <a:ahLst/>
            <a:rect l="0" t="0" r="r" b="b"/>
            <a:pathLst>
              <a:path fill="none" w="4" h="1">
                <a:moveTo>
                  <a:pt x="4" y="1"/>
                </a:moveTo>
                <a:lnTo>
                  <a:pt x="3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3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8" name=""/>
          <p:cNvSpPr/>
          <p:nvPr/>
        </p:nvSpPr>
        <p:spPr>
          <a:xfrm>
            <a:off x="2344320" y="4089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9" name=""/>
          <p:cNvSpPr/>
          <p:nvPr/>
        </p:nvSpPr>
        <p:spPr>
          <a:xfrm>
            <a:off x="2334600" y="408600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4" y="3"/>
                </a:moveTo>
                <a:lnTo>
                  <a:pt x="2" y="3"/>
                </a:lnTo>
                <a:lnTo>
                  <a:pt x="2" y="4"/>
                </a:lnTo>
                <a:lnTo>
                  <a:pt x="4" y="4"/>
                </a:lnTo>
                <a:lnTo>
                  <a:pt x="5" y="4"/>
                </a:lnTo>
                <a:lnTo>
                  <a:pt x="5" y="6"/>
                </a:lnTo>
                <a:lnTo>
                  <a:pt x="4" y="6"/>
                </a:lnTo>
                <a:lnTo>
                  <a:pt x="2" y="6"/>
                </a:lnTo>
                <a:lnTo>
                  <a:pt x="2" y="4"/>
                </a:lnTo>
                <a:lnTo>
                  <a:pt x="2" y="6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2"/>
                </a:lnTo>
                <a:lnTo>
                  <a:pt x="4" y="2"/>
                </a:lnTo>
                <a:lnTo>
                  <a:pt x="2" y="3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0" name=""/>
          <p:cNvSpPr/>
          <p:nvPr/>
        </p:nvSpPr>
        <p:spPr>
          <a:xfrm>
            <a:off x="2343240" y="408708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3" y="3"/>
                </a:moveTo>
                <a:lnTo>
                  <a:pt x="2" y="4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5" y="0"/>
                </a:ln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1" name=""/>
          <p:cNvSpPr/>
          <p:nvPr/>
        </p:nvSpPr>
        <p:spPr>
          <a:xfrm>
            <a:off x="2343240" y="40852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1" y="0"/>
                </a:moveTo>
                <a:lnTo>
                  <a:pt x="1" y="1"/>
                </a:lnTo>
                <a:lnTo>
                  <a:pt x="2" y="1"/>
                </a:lnTo>
                <a:lnTo>
                  <a:pt x="2" y="3"/>
                </a:lnTo>
                <a:lnTo>
                  <a:pt x="4" y="3"/>
                </a:lnTo>
                <a:lnTo>
                  <a:pt x="4" y="1"/>
                </a:lnTo>
                <a:lnTo>
                  <a:pt x="4" y="3"/>
                </a:lnTo>
                <a:lnTo>
                  <a:pt x="5" y="3"/>
                </a:lnTo>
                <a:lnTo>
                  <a:pt x="4" y="4"/>
                </a:lnTo>
                <a:lnTo>
                  <a:pt x="2" y="5"/>
                </a:lnTo>
                <a:lnTo>
                  <a:pt x="0" y="5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2" name=""/>
          <p:cNvSpPr/>
          <p:nvPr/>
        </p:nvSpPr>
        <p:spPr>
          <a:xfrm>
            <a:off x="2341080" y="4082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3" name=""/>
          <p:cNvSpPr/>
          <p:nvPr/>
        </p:nvSpPr>
        <p:spPr>
          <a:xfrm>
            <a:off x="2340720" y="40816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4" name=""/>
          <p:cNvSpPr/>
          <p:nvPr/>
        </p:nvSpPr>
        <p:spPr>
          <a:xfrm>
            <a:off x="2339640" y="40780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2"/>
                </a:moveTo>
                <a:lnTo>
                  <a:pt x="4" y="2"/>
                </a:lnTo>
                <a:lnTo>
                  <a:pt x="4" y="3"/>
                </a:lnTo>
                <a:lnTo>
                  <a:pt x="4" y="5"/>
                </a:lnTo>
                <a:lnTo>
                  <a:pt x="2" y="5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2"/>
                </a:lnTo>
                <a:lnTo>
                  <a:pt x="2" y="3"/>
                </a:lnTo>
                <a:lnTo>
                  <a:pt x="4" y="2"/>
                </a:lnTo>
                <a:lnTo>
                  <a:pt x="5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5" name=""/>
          <p:cNvSpPr/>
          <p:nvPr/>
        </p:nvSpPr>
        <p:spPr>
          <a:xfrm>
            <a:off x="2344320" y="407772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3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6" name=""/>
          <p:cNvSpPr/>
          <p:nvPr/>
        </p:nvSpPr>
        <p:spPr>
          <a:xfrm>
            <a:off x="2342160" y="40766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3"/>
                </a:lnTo>
                <a:lnTo>
                  <a:pt x="2" y="5"/>
                </a:lnTo>
                <a:lnTo>
                  <a:pt x="1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7" name=""/>
          <p:cNvSpPr/>
          <p:nvPr/>
        </p:nvSpPr>
        <p:spPr>
          <a:xfrm>
            <a:off x="2341440" y="40759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8" name=""/>
          <p:cNvSpPr/>
          <p:nvPr/>
        </p:nvSpPr>
        <p:spPr>
          <a:xfrm>
            <a:off x="2343240" y="407628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9" name=""/>
          <p:cNvSpPr/>
          <p:nvPr/>
        </p:nvSpPr>
        <p:spPr>
          <a:xfrm>
            <a:off x="2341800" y="407412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4" y="2"/>
                </a:moveTo>
                <a:lnTo>
                  <a:pt x="6" y="3"/>
                </a:lnTo>
                <a:lnTo>
                  <a:pt x="4" y="3"/>
                </a:lnTo>
                <a:lnTo>
                  <a:pt x="4" y="4"/>
                </a:lnTo>
                <a:lnTo>
                  <a:pt x="3" y="5"/>
                </a:lnTo>
                <a:lnTo>
                  <a:pt x="2" y="7"/>
                </a:lnTo>
                <a:lnTo>
                  <a:pt x="0" y="7"/>
                </a:lnTo>
                <a:lnTo>
                  <a:pt x="0" y="5"/>
                </a:lnTo>
                <a:lnTo>
                  <a:pt x="2" y="5"/>
                </a:lnTo>
                <a:lnTo>
                  <a:pt x="3" y="3"/>
                </a:lnTo>
                <a:lnTo>
                  <a:pt x="3" y="2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0" name=""/>
          <p:cNvSpPr/>
          <p:nvPr/>
        </p:nvSpPr>
        <p:spPr>
          <a:xfrm>
            <a:off x="2336040" y="407088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5" y="2"/>
                </a:moveTo>
                <a:lnTo>
                  <a:pt x="5" y="3"/>
                </a:lnTo>
                <a:lnTo>
                  <a:pt x="4" y="3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1" name=""/>
          <p:cNvSpPr/>
          <p:nvPr/>
        </p:nvSpPr>
        <p:spPr>
          <a:xfrm>
            <a:off x="2354760" y="4072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2" name=""/>
          <p:cNvSpPr/>
          <p:nvPr/>
        </p:nvSpPr>
        <p:spPr>
          <a:xfrm>
            <a:off x="2355480" y="4071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3" name=""/>
          <p:cNvSpPr/>
          <p:nvPr/>
        </p:nvSpPr>
        <p:spPr>
          <a:xfrm>
            <a:off x="2336040" y="40651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4" name=""/>
          <p:cNvSpPr/>
          <p:nvPr/>
        </p:nvSpPr>
        <p:spPr>
          <a:xfrm>
            <a:off x="2345040" y="40658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5" name=""/>
          <p:cNvSpPr/>
          <p:nvPr/>
        </p:nvSpPr>
        <p:spPr>
          <a:xfrm>
            <a:off x="2337480" y="40640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6" name=""/>
          <p:cNvSpPr/>
          <p:nvPr/>
        </p:nvSpPr>
        <p:spPr>
          <a:xfrm>
            <a:off x="2336760" y="4063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7" name=""/>
          <p:cNvSpPr/>
          <p:nvPr/>
        </p:nvSpPr>
        <p:spPr>
          <a:xfrm>
            <a:off x="2340360" y="406368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5" y="1"/>
                </a:moveTo>
                <a:lnTo>
                  <a:pt x="7" y="3"/>
                </a:lnTo>
                <a:lnTo>
                  <a:pt x="5" y="3"/>
                </a:lnTo>
                <a:lnTo>
                  <a:pt x="7" y="4"/>
                </a:lnTo>
                <a:lnTo>
                  <a:pt x="5" y="4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8" name=""/>
          <p:cNvSpPr/>
          <p:nvPr/>
        </p:nvSpPr>
        <p:spPr>
          <a:xfrm>
            <a:off x="2340000" y="4061880"/>
            <a:ext cx="3960" cy="2520"/>
          </a:xfrm>
          <a:custGeom>
            <a:avLst/>
            <a:gdLst/>
            <a:ahLst/>
            <a:rect l="0" t="0" r="r" b="b"/>
            <a:pathLst>
              <a:path fill="none" w="11" h="7">
                <a:moveTo>
                  <a:pt x="9" y="2"/>
                </a:moveTo>
                <a:lnTo>
                  <a:pt x="10" y="3"/>
                </a:lnTo>
                <a:lnTo>
                  <a:pt x="11" y="3"/>
                </a:lnTo>
                <a:lnTo>
                  <a:pt x="11" y="4"/>
                </a:lnTo>
                <a:lnTo>
                  <a:pt x="10" y="4"/>
                </a:lnTo>
                <a:lnTo>
                  <a:pt x="10" y="5"/>
                </a:lnTo>
                <a:lnTo>
                  <a:pt x="10" y="7"/>
                </a:lnTo>
                <a:lnTo>
                  <a:pt x="9" y="7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6" y="5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9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9" name=""/>
          <p:cNvSpPr/>
          <p:nvPr/>
        </p:nvSpPr>
        <p:spPr>
          <a:xfrm>
            <a:off x="2333880" y="4060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0" name=""/>
          <p:cNvSpPr/>
          <p:nvPr/>
        </p:nvSpPr>
        <p:spPr>
          <a:xfrm>
            <a:off x="2342520" y="40611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1" name=""/>
          <p:cNvSpPr/>
          <p:nvPr/>
        </p:nvSpPr>
        <p:spPr>
          <a:xfrm>
            <a:off x="2343600" y="40611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2" name=""/>
          <p:cNvSpPr/>
          <p:nvPr/>
        </p:nvSpPr>
        <p:spPr>
          <a:xfrm>
            <a:off x="2342880" y="4060800"/>
            <a:ext cx="4320" cy="5040"/>
          </a:xfrm>
          <a:custGeom>
            <a:avLst/>
            <a:gdLst/>
            <a:ahLst/>
            <a:rect l="0" t="0" r="r" b="b"/>
            <a:pathLst>
              <a:path fill="none" w="12" h="14">
                <a:moveTo>
                  <a:pt x="11" y="3"/>
                </a:moveTo>
                <a:lnTo>
                  <a:pt x="11" y="4"/>
                </a:lnTo>
                <a:lnTo>
                  <a:pt x="11" y="5"/>
                </a:lnTo>
                <a:lnTo>
                  <a:pt x="12" y="5"/>
                </a:lnTo>
                <a:lnTo>
                  <a:pt x="11" y="5"/>
                </a:lnTo>
                <a:lnTo>
                  <a:pt x="12" y="6"/>
                </a:lnTo>
                <a:lnTo>
                  <a:pt x="12" y="7"/>
                </a:lnTo>
                <a:lnTo>
                  <a:pt x="11" y="8"/>
                </a:lnTo>
                <a:lnTo>
                  <a:pt x="10" y="8"/>
                </a:lnTo>
                <a:lnTo>
                  <a:pt x="10" y="9"/>
                </a:lnTo>
                <a:lnTo>
                  <a:pt x="11" y="9"/>
                </a:lnTo>
                <a:lnTo>
                  <a:pt x="12" y="9"/>
                </a:lnTo>
                <a:lnTo>
                  <a:pt x="11" y="9"/>
                </a:lnTo>
                <a:lnTo>
                  <a:pt x="11" y="10"/>
                </a:lnTo>
                <a:lnTo>
                  <a:pt x="10" y="10"/>
                </a:lnTo>
                <a:lnTo>
                  <a:pt x="10" y="12"/>
                </a:lnTo>
                <a:lnTo>
                  <a:pt x="9" y="13"/>
                </a:lnTo>
                <a:lnTo>
                  <a:pt x="10" y="14"/>
                </a:lnTo>
                <a:lnTo>
                  <a:pt x="9" y="14"/>
                </a:lnTo>
                <a:lnTo>
                  <a:pt x="8" y="14"/>
                </a:lnTo>
                <a:lnTo>
                  <a:pt x="9" y="14"/>
                </a:lnTo>
                <a:lnTo>
                  <a:pt x="8" y="14"/>
                </a:lnTo>
                <a:lnTo>
                  <a:pt x="6" y="14"/>
                </a:lnTo>
                <a:lnTo>
                  <a:pt x="6" y="13"/>
                </a:lnTo>
                <a:lnTo>
                  <a:pt x="6" y="12"/>
                </a:lnTo>
                <a:lnTo>
                  <a:pt x="4" y="10"/>
                </a:lnTo>
                <a:lnTo>
                  <a:pt x="4" y="12"/>
                </a:lnTo>
                <a:lnTo>
                  <a:pt x="3" y="12"/>
                </a:lnTo>
                <a:lnTo>
                  <a:pt x="4" y="10"/>
                </a:lnTo>
                <a:lnTo>
                  <a:pt x="4" y="9"/>
                </a:lnTo>
                <a:lnTo>
                  <a:pt x="3" y="7"/>
                </a:lnTo>
                <a:lnTo>
                  <a:pt x="2" y="7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8" y="0"/>
                </a:lnTo>
                <a:lnTo>
                  <a:pt x="9" y="0"/>
                </a:lnTo>
                <a:lnTo>
                  <a:pt x="9" y="1"/>
                </a:lnTo>
                <a:lnTo>
                  <a:pt x="10" y="2"/>
                </a:lnTo>
                <a:lnTo>
                  <a:pt x="11" y="2"/>
                </a:lnTo>
                <a:lnTo>
                  <a:pt x="1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3" name=""/>
          <p:cNvSpPr/>
          <p:nvPr/>
        </p:nvSpPr>
        <p:spPr>
          <a:xfrm>
            <a:off x="2345760" y="40604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1"/>
                </a:moveTo>
                <a:lnTo>
                  <a:pt x="3" y="3"/>
                </a:lnTo>
                <a:lnTo>
                  <a:pt x="3" y="4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4" name=""/>
          <p:cNvSpPr/>
          <p:nvPr/>
        </p:nvSpPr>
        <p:spPr>
          <a:xfrm>
            <a:off x="2345760" y="40593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5" name=""/>
          <p:cNvSpPr/>
          <p:nvPr/>
        </p:nvSpPr>
        <p:spPr>
          <a:xfrm>
            <a:off x="2347560" y="4059720"/>
            <a:ext cx="2520" cy="2880"/>
          </a:xfrm>
          <a:custGeom>
            <a:avLst/>
            <a:gdLst/>
            <a:ahLst/>
            <a:rect l="0" t="0" r="r" b="b"/>
            <a:pathLst>
              <a:path fill="none" w="7" h="8">
                <a:moveTo>
                  <a:pt x="4" y="3"/>
                </a:moveTo>
                <a:lnTo>
                  <a:pt x="4" y="4"/>
                </a:lnTo>
                <a:lnTo>
                  <a:pt x="4" y="5"/>
                </a:lnTo>
                <a:lnTo>
                  <a:pt x="5" y="5"/>
                </a:lnTo>
                <a:lnTo>
                  <a:pt x="6" y="5"/>
                </a:lnTo>
                <a:lnTo>
                  <a:pt x="6" y="4"/>
                </a:lnTo>
                <a:lnTo>
                  <a:pt x="7" y="4"/>
                </a:lnTo>
                <a:lnTo>
                  <a:pt x="7" y="5"/>
                </a:lnTo>
                <a:lnTo>
                  <a:pt x="6" y="5"/>
                </a:lnTo>
                <a:lnTo>
                  <a:pt x="6" y="6"/>
                </a:lnTo>
                <a:lnTo>
                  <a:pt x="5" y="6"/>
                </a:lnTo>
                <a:lnTo>
                  <a:pt x="4" y="5"/>
                </a:lnTo>
                <a:lnTo>
                  <a:pt x="3" y="6"/>
                </a:lnTo>
                <a:lnTo>
                  <a:pt x="4" y="6"/>
                </a:lnTo>
                <a:lnTo>
                  <a:pt x="3" y="6"/>
                </a:lnTo>
                <a:lnTo>
                  <a:pt x="3" y="8"/>
                </a:lnTo>
                <a:lnTo>
                  <a:pt x="0" y="8"/>
                </a:lnTo>
                <a:lnTo>
                  <a:pt x="0" y="6"/>
                </a:lnTo>
                <a:lnTo>
                  <a:pt x="1" y="6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3" y="5"/>
                </a:lnTo>
                <a:lnTo>
                  <a:pt x="4" y="4"/>
                </a:lnTo>
                <a:lnTo>
                  <a:pt x="4" y="3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5" y="3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6" name=""/>
          <p:cNvSpPr/>
          <p:nvPr/>
        </p:nvSpPr>
        <p:spPr>
          <a:xfrm>
            <a:off x="2346840" y="4059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7" name=""/>
          <p:cNvSpPr/>
          <p:nvPr/>
        </p:nvSpPr>
        <p:spPr>
          <a:xfrm>
            <a:off x="2347200" y="40586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8" name=""/>
          <p:cNvSpPr/>
          <p:nvPr/>
        </p:nvSpPr>
        <p:spPr>
          <a:xfrm>
            <a:off x="2340360" y="40557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2" y="3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9" name=""/>
          <p:cNvSpPr/>
          <p:nvPr/>
        </p:nvSpPr>
        <p:spPr>
          <a:xfrm>
            <a:off x="2346120" y="40546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0" name=""/>
          <p:cNvSpPr/>
          <p:nvPr/>
        </p:nvSpPr>
        <p:spPr>
          <a:xfrm>
            <a:off x="2347200" y="40521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1" name=""/>
          <p:cNvSpPr/>
          <p:nvPr/>
        </p:nvSpPr>
        <p:spPr>
          <a:xfrm>
            <a:off x="2354400" y="4053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2" name=""/>
          <p:cNvSpPr/>
          <p:nvPr/>
        </p:nvSpPr>
        <p:spPr>
          <a:xfrm>
            <a:off x="2352960" y="40525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3" name=""/>
          <p:cNvSpPr/>
          <p:nvPr/>
        </p:nvSpPr>
        <p:spPr>
          <a:xfrm>
            <a:off x="2333520" y="404928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4" name=""/>
          <p:cNvSpPr/>
          <p:nvPr/>
        </p:nvSpPr>
        <p:spPr>
          <a:xfrm>
            <a:off x="2333880" y="40485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4"/>
                </a:move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5" name=""/>
          <p:cNvSpPr/>
          <p:nvPr/>
        </p:nvSpPr>
        <p:spPr>
          <a:xfrm>
            <a:off x="2332800" y="404784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3" y="0"/>
                </a:moveTo>
                <a:lnTo>
                  <a:pt x="3" y="2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6" name=""/>
          <p:cNvSpPr/>
          <p:nvPr/>
        </p:nvSpPr>
        <p:spPr>
          <a:xfrm>
            <a:off x="2352960" y="40510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1"/>
                </a:moveTo>
                <a:lnTo>
                  <a:pt x="4" y="1"/>
                </a:lnTo>
                <a:lnTo>
                  <a:pt x="3" y="1"/>
                </a:lnTo>
                <a:lnTo>
                  <a:pt x="3" y="3"/>
                </a:lnTo>
                <a:lnTo>
                  <a:pt x="4" y="3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3" y="3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7" name=""/>
          <p:cNvSpPr/>
          <p:nvPr/>
        </p:nvSpPr>
        <p:spPr>
          <a:xfrm>
            <a:off x="2346480" y="40500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8" name=""/>
          <p:cNvSpPr/>
          <p:nvPr/>
        </p:nvSpPr>
        <p:spPr>
          <a:xfrm>
            <a:off x="2333520" y="4047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9" name=""/>
          <p:cNvSpPr/>
          <p:nvPr/>
        </p:nvSpPr>
        <p:spPr>
          <a:xfrm>
            <a:off x="2334600" y="4047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0" name=""/>
          <p:cNvSpPr/>
          <p:nvPr/>
        </p:nvSpPr>
        <p:spPr>
          <a:xfrm>
            <a:off x="2336040" y="4047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1" name=""/>
          <p:cNvSpPr/>
          <p:nvPr/>
        </p:nvSpPr>
        <p:spPr>
          <a:xfrm>
            <a:off x="2353320" y="40503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2" name=""/>
          <p:cNvSpPr/>
          <p:nvPr/>
        </p:nvSpPr>
        <p:spPr>
          <a:xfrm>
            <a:off x="2346480" y="40485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3" name=""/>
          <p:cNvSpPr/>
          <p:nvPr/>
        </p:nvSpPr>
        <p:spPr>
          <a:xfrm>
            <a:off x="2336400" y="404712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3" y="0"/>
                </a:move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4" name=""/>
          <p:cNvSpPr/>
          <p:nvPr/>
        </p:nvSpPr>
        <p:spPr>
          <a:xfrm>
            <a:off x="2338920" y="40453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5" name=""/>
          <p:cNvSpPr/>
          <p:nvPr/>
        </p:nvSpPr>
        <p:spPr>
          <a:xfrm>
            <a:off x="2347920" y="40442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6" name=""/>
          <p:cNvSpPr/>
          <p:nvPr/>
        </p:nvSpPr>
        <p:spPr>
          <a:xfrm>
            <a:off x="2347200" y="4044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7" name=""/>
          <p:cNvSpPr/>
          <p:nvPr/>
        </p:nvSpPr>
        <p:spPr>
          <a:xfrm>
            <a:off x="2351880" y="40446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8" name=""/>
          <p:cNvSpPr/>
          <p:nvPr/>
        </p:nvSpPr>
        <p:spPr>
          <a:xfrm>
            <a:off x="2354040" y="40438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9" name=""/>
          <p:cNvSpPr/>
          <p:nvPr/>
        </p:nvSpPr>
        <p:spPr>
          <a:xfrm>
            <a:off x="2354760" y="4042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0" name=""/>
          <p:cNvSpPr/>
          <p:nvPr/>
        </p:nvSpPr>
        <p:spPr>
          <a:xfrm>
            <a:off x="2354760" y="4042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1" name=""/>
          <p:cNvSpPr/>
          <p:nvPr/>
        </p:nvSpPr>
        <p:spPr>
          <a:xfrm>
            <a:off x="2354040" y="404208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2" name=""/>
          <p:cNvSpPr/>
          <p:nvPr/>
        </p:nvSpPr>
        <p:spPr>
          <a:xfrm>
            <a:off x="2354040" y="404100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2" y="2"/>
                </a:moveTo>
                <a:lnTo>
                  <a:pt x="2" y="3"/>
                </a:lnTo>
                <a:lnTo>
                  <a:pt x="3" y="3"/>
                </a:lnTo>
                <a:lnTo>
                  <a:pt x="5" y="3"/>
                </a:lnTo>
                <a:lnTo>
                  <a:pt x="6" y="4"/>
                </a:lnTo>
                <a:lnTo>
                  <a:pt x="7" y="4"/>
                </a:lnTo>
                <a:lnTo>
                  <a:pt x="7" y="5"/>
                </a:lnTo>
                <a:lnTo>
                  <a:pt x="6" y="4"/>
                </a:ln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3" name=""/>
          <p:cNvSpPr/>
          <p:nvPr/>
        </p:nvSpPr>
        <p:spPr>
          <a:xfrm>
            <a:off x="2353680" y="40406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4" name=""/>
          <p:cNvSpPr/>
          <p:nvPr/>
        </p:nvSpPr>
        <p:spPr>
          <a:xfrm>
            <a:off x="2347560" y="40395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1" y="5"/>
                </a:move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3"/>
                </a:lnTo>
                <a:lnTo>
                  <a:pt x="1" y="4"/>
                </a:lnTo>
                <a:lnTo>
                  <a:pt x="1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5" name=""/>
          <p:cNvSpPr/>
          <p:nvPr/>
        </p:nvSpPr>
        <p:spPr>
          <a:xfrm>
            <a:off x="2354400" y="40402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6" name=""/>
          <p:cNvSpPr/>
          <p:nvPr/>
        </p:nvSpPr>
        <p:spPr>
          <a:xfrm>
            <a:off x="2353320" y="4039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7" name=""/>
          <p:cNvSpPr/>
          <p:nvPr/>
        </p:nvSpPr>
        <p:spPr>
          <a:xfrm>
            <a:off x="2349000" y="4038120"/>
            <a:ext cx="5400" cy="5760"/>
          </a:xfrm>
          <a:custGeom>
            <a:avLst/>
            <a:gdLst/>
            <a:ahLst/>
            <a:rect l="0" t="0" r="r" b="b"/>
            <a:pathLst>
              <a:path fill="none" w="15" h="16">
                <a:moveTo>
                  <a:pt x="8" y="2"/>
                </a:moveTo>
                <a:lnTo>
                  <a:pt x="8" y="3"/>
                </a:lnTo>
                <a:lnTo>
                  <a:pt x="8" y="5"/>
                </a:lnTo>
                <a:lnTo>
                  <a:pt x="9" y="6"/>
                </a:lnTo>
                <a:lnTo>
                  <a:pt x="9" y="7"/>
                </a:lnTo>
                <a:lnTo>
                  <a:pt x="10" y="8"/>
                </a:lnTo>
                <a:lnTo>
                  <a:pt x="12" y="8"/>
                </a:lnTo>
                <a:lnTo>
                  <a:pt x="12" y="9"/>
                </a:lnTo>
                <a:lnTo>
                  <a:pt x="12" y="8"/>
                </a:lnTo>
                <a:lnTo>
                  <a:pt x="13" y="9"/>
                </a:lnTo>
                <a:lnTo>
                  <a:pt x="14" y="10"/>
                </a:lnTo>
                <a:lnTo>
                  <a:pt x="14" y="11"/>
                </a:lnTo>
                <a:lnTo>
                  <a:pt x="15" y="12"/>
                </a:lnTo>
                <a:lnTo>
                  <a:pt x="14" y="12"/>
                </a:lnTo>
                <a:lnTo>
                  <a:pt x="14" y="13"/>
                </a:lnTo>
                <a:lnTo>
                  <a:pt x="14" y="14"/>
                </a:lnTo>
                <a:lnTo>
                  <a:pt x="13" y="14"/>
                </a:lnTo>
                <a:lnTo>
                  <a:pt x="13" y="15"/>
                </a:lnTo>
                <a:lnTo>
                  <a:pt x="12" y="16"/>
                </a:lnTo>
                <a:lnTo>
                  <a:pt x="12" y="15"/>
                </a:lnTo>
                <a:lnTo>
                  <a:pt x="12" y="14"/>
                </a:lnTo>
                <a:lnTo>
                  <a:pt x="13" y="14"/>
                </a:lnTo>
                <a:lnTo>
                  <a:pt x="12" y="14"/>
                </a:lnTo>
                <a:lnTo>
                  <a:pt x="11" y="14"/>
                </a:lnTo>
                <a:lnTo>
                  <a:pt x="11" y="15"/>
                </a:lnTo>
                <a:lnTo>
                  <a:pt x="10" y="15"/>
                </a:lnTo>
                <a:lnTo>
                  <a:pt x="10" y="14"/>
                </a:lnTo>
                <a:lnTo>
                  <a:pt x="9" y="14"/>
                </a:lnTo>
                <a:lnTo>
                  <a:pt x="9" y="15"/>
                </a:lnTo>
                <a:lnTo>
                  <a:pt x="9" y="14"/>
                </a:lnTo>
                <a:lnTo>
                  <a:pt x="9" y="13"/>
                </a:lnTo>
                <a:lnTo>
                  <a:pt x="8" y="14"/>
                </a:lnTo>
                <a:lnTo>
                  <a:pt x="8" y="13"/>
                </a:lnTo>
                <a:lnTo>
                  <a:pt x="8" y="11"/>
                </a:lnTo>
                <a:lnTo>
                  <a:pt x="7" y="11"/>
                </a:lnTo>
                <a:lnTo>
                  <a:pt x="5" y="11"/>
                </a:lnTo>
                <a:lnTo>
                  <a:pt x="5" y="10"/>
                </a:lnTo>
                <a:lnTo>
                  <a:pt x="5" y="9"/>
                </a:lnTo>
                <a:lnTo>
                  <a:pt x="4" y="8"/>
                </a:lnTo>
                <a:lnTo>
                  <a:pt x="3" y="9"/>
                </a:lnTo>
                <a:lnTo>
                  <a:pt x="2" y="10"/>
                </a:lnTo>
                <a:lnTo>
                  <a:pt x="1" y="10"/>
                </a:ln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2" y="3"/>
                </a:lnTo>
                <a:lnTo>
                  <a:pt x="1" y="2"/>
                </a:ln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5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160" rIns="3600" bIns="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8" name=""/>
          <p:cNvSpPr/>
          <p:nvPr/>
        </p:nvSpPr>
        <p:spPr>
          <a:xfrm>
            <a:off x="2354400" y="4038480"/>
            <a:ext cx="3240" cy="2520"/>
          </a:xfrm>
          <a:custGeom>
            <a:avLst/>
            <a:gdLst/>
            <a:ahLst/>
            <a:rect l="0" t="0" r="r" b="b"/>
            <a:pathLst>
              <a:path fill="none" w="9" h="7">
                <a:moveTo>
                  <a:pt x="2" y="1"/>
                </a:moveTo>
                <a:lnTo>
                  <a:pt x="3" y="1"/>
                </a:lnTo>
                <a:lnTo>
                  <a:pt x="4" y="1"/>
                </a:lnTo>
                <a:lnTo>
                  <a:pt x="3" y="2"/>
                </a:lnTo>
                <a:lnTo>
                  <a:pt x="2" y="3"/>
                </a:lnTo>
                <a:lnTo>
                  <a:pt x="3" y="4"/>
                </a:lnTo>
                <a:lnTo>
                  <a:pt x="4" y="4"/>
                </a:lnTo>
                <a:lnTo>
                  <a:pt x="6" y="4"/>
                </a:lnTo>
                <a:lnTo>
                  <a:pt x="6" y="6"/>
                </a:lnTo>
                <a:lnTo>
                  <a:pt x="6" y="4"/>
                </a:lnTo>
                <a:lnTo>
                  <a:pt x="7" y="4"/>
                </a:lnTo>
                <a:lnTo>
                  <a:pt x="9" y="4"/>
                </a:lnTo>
                <a:lnTo>
                  <a:pt x="9" y="6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9" name=""/>
          <p:cNvSpPr/>
          <p:nvPr/>
        </p:nvSpPr>
        <p:spPr>
          <a:xfrm>
            <a:off x="2352960" y="403812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0" name=""/>
          <p:cNvSpPr/>
          <p:nvPr/>
        </p:nvSpPr>
        <p:spPr>
          <a:xfrm>
            <a:off x="2344680" y="4037040"/>
            <a:ext cx="3960" cy="3240"/>
          </a:xfrm>
          <a:custGeom>
            <a:avLst/>
            <a:gdLst/>
            <a:ahLst/>
            <a:rect l="0" t="0" r="r" b="b"/>
            <a:pathLst>
              <a:path fill="none" w="11" h="9">
                <a:moveTo>
                  <a:pt x="11" y="2"/>
                </a:moveTo>
                <a:lnTo>
                  <a:pt x="10" y="3"/>
                </a:lnTo>
                <a:lnTo>
                  <a:pt x="9" y="6"/>
                </a:lnTo>
                <a:lnTo>
                  <a:pt x="9" y="7"/>
                </a:lnTo>
                <a:lnTo>
                  <a:pt x="7" y="7"/>
                </a:lnTo>
                <a:lnTo>
                  <a:pt x="1" y="9"/>
                </a:lnTo>
                <a:lnTo>
                  <a:pt x="0" y="9"/>
                </a:lnTo>
                <a:lnTo>
                  <a:pt x="0" y="8"/>
                </a:lnTo>
                <a:lnTo>
                  <a:pt x="1" y="8"/>
                </a:lnTo>
                <a:lnTo>
                  <a:pt x="2" y="6"/>
                </a:lnTo>
                <a:lnTo>
                  <a:pt x="3" y="6"/>
                </a:lnTo>
                <a:lnTo>
                  <a:pt x="4" y="5"/>
                </a:lnTo>
                <a:lnTo>
                  <a:pt x="5" y="3"/>
                </a:lnTo>
                <a:lnTo>
                  <a:pt x="5" y="2"/>
                </a:lnTo>
                <a:lnTo>
                  <a:pt x="6" y="2"/>
                </a:lnTo>
                <a:lnTo>
                  <a:pt x="7" y="1"/>
                </a:lnTo>
                <a:lnTo>
                  <a:pt x="9" y="1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lnTo>
                  <a:pt x="1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1" name=""/>
          <p:cNvSpPr/>
          <p:nvPr/>
        </p:nvSpPr>
        <p:spPr>
          <a:xfrm>
            <a:off x="2352600" y="40377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2" name=""/>
          <p:cNvSpPr/>
          <p:nvPr/>
        </p:nvSpPr>
        <p:spPr>
          <a:xfrm>
            <a:off x="2354400" y="40377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3" name=""/>
          <p:cNvSpPr/>
          <p:nvPr/>
        </p:nvSpPr>
        <p:spPr>
          <a:xfrm>
            <a:off x="2353320" y="40374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4" name=""/>
          <p:cNvSpPr/>
          <p:nvPr/>
        </p:nvSpPr>
        <p:spPr>
          <a:xfrm>
            <a:off x="2354400" y="4036320"/>
            <a:ext cx="3960" cy="3240"/>
          </a:xfrm>
          <a:custGeom>
            <a:avLst/>
            <a:gdLst/>
            <a:ahLst/>
            <a:rect l="0" t="0" r="r" b="b"/>
            <a:pathLst>
              <a:path fill="none" w="11" h="9">
                <a:moveTo>
                  <a:pt x="6" y="0"/>
                </a:moveTo>
                <a:lnTo>
                  <a:pt x="7" y="0"/>
                </a:lnTo>
                <a:lnTo>
                  <a:pt x="7" y="1"/>
                </a:lnTo>
                <a:lnTo>
                  <a:pt x="9" y="2"/>
                </a:lnTo>
                <a:lnTo>
                  <a:pt x="10" y="1"/>
                </a:lnTo>
                <a:lnTo>
                  <a:pt x="10" y="2"/>
                </a:lnTo>
                <a:lnTo>
                  <a:pt x="10" y="3"/>
                </a:lnTo>
                <a:lnTo>
                  <a:pt x="9" y="2"/>
                </a:lnTo>
                <a:lnTo>
                  <a:pt x="7" y="2"/>
                </a:lnTo>
                <a:lnTo>
                  <a:pt x="7" y="3"/>
                </a:lnTo>
                <a:lnTo>
                  <a:pt x="7" y="4"/>
                </a:lnTo>
                <a:lnTo>
                  <a:pt x="7" y="3"/>
                </a:lnTo>
                <a:lnTo>
                  <a:pt x="9" y="4"/>
                </a:lnTo>
                <a:lnTo>
                  <a:pt x="9" y="5"/>
                </a:lnTo>
                <a:lnTo>
                  <a:pt x="9" y="6"/>
                </a:lnTo>
                <a:lnTo>
                  <a:pt x="10" y="6"/>
                </a:lnTo>
                <a:lnTo>
                  <a:pt x="10" y="7"/>
                </a:lnTo>
                <a:lnTo>
                  <a:pt x="11" y="7"/>
                </a:lnTo>
                <a:lnTo>
                  <a:pt x="10" y="7"/>
                </a:lnTo>
                <a:lnTo>
                  <a:pt x="10" y="9"/>
                </a:lnTo>
                <a:lnTo>
                  <a:pt x="9" y="9"/>
                </a:lnTo>
                <a:lnTo>
                  <a:pt x="7" y="7"/>
                </a:lnTo>
                <a:lnTo>
                  <a:pt x="6" y="7"/>
                </a:lnTo>
                <a:lnTo>
                  <a:pt x="5" y="6"/>
                </a:lnTo>
                <a:lnTo>
                  <a:pt x="4" y="5"/>
                </a:lnTo>
                <a:lnTo>
                  <a:pt x="3" y="4"/>
                </a:lnTo>
                <a:lnTo>
                  <a:pt x="2" y="3"/>
                </a:lnTo>
                <a:lnTo>
                  <a:pt x="2" y="2"/>
                </a:lnTo>
                <a:lnTo>
                  <a:pt x="1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5" name=""/>
          <p:cNvSpPr/>
          <p:nvPr/>
        </p:nvSpPr>
        <p:spPr>
          <a:xfrm>
            <a:off x="2357640" y="40363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6" name=""/>
          <p:cNvSpPr/>
          <p:nvPr/>
        </p:nvSpPr>
        <p:spPr>
          <a:xfrm>
            <a:off x="2347560" y="40345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7" name=""/>
          <p:cNvSpPr/>
          <p:nvPr/>
        </p:nvSpPr>
        <p:spPr>
          <a:xfrm>
            <a:off x="2346840" y="4034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8" name=""/>
          <p:cNvSpPr/>
          <p:nvPr/>
        </p:nvSpPr>
        <p:spPr>
          <a:xfrm>
            <a:off x="2358720" y="4036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9" name=""/>
          <p:cNvSpPr/>
          <p:nvPr/>
        </p:nvSpPr>
        <p:spPr>
          <a:xfrm>
            <a:off x="2347560" y="4034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0" name=""/>
          <p:cNvSpPr/>
          <p:nvPr/>
        </p:nvSpPr>
        <p:spPr>
          <a:xfrm>
            <a:off x="2355480" y="40352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1" y="2"/>
                </a:move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2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1" name=""/>
          <p:cNvSpPr/>
          <p:nvPr/>
        </p:nvSpPr>
        <p:spPr>
          <a:xfrm>
            <a:off x="2347560" y="40338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2" name=""/>
          <p:cNvSpPr/>
          <p:nvPr/>
        </p:nvSpPr>
        <p:spPr>
          <a:xfrm>
            <a:off x="2356560" y="403488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1"/>
                </a:moveTo>
                <a:lnTo>
                  <a:pt x="5" y="1"/>
                </a:lnTo>
                <a:lnTo>
                  <a:pt x="6" y="3"/>
                </a:ln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3" name=""/>
          <p:cNvSpPr/>
          <p:nvPr/>
        </p:nvSpPr>
        <p:spPr>
          <a:xfrm>
            <a:off x="2344680" y="4032360"/>
            <a:ext cx="2880" cy="2520"/>
          </a:xfrm>
          <a:custGeom>
            <a:avLst/>
            <a:gdLst/>
            <a:ahLst/>
            <a:rect l="0" t="0" r="r" b="b"/>
            <a:pathLst>
              <a:path fill="none" w="8" h="7">
                <a:moveTo>
                  <a:pt x="3" y="7"/>
                </a:moveTo>
                <a:lnTo>
                  <a:pt x="2" y="7"/>
                </a:lnTo>
                <a:lnTo>
                  <a:pt x="1" y="6"/>
                </a:lnTo>
                <a:lnTo>
                  <a:pt x="1" y="5"/>
                </a:lnTo>
                <a:lnTo>
                  <a:pt x="1" y="3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4" y="0"/>
                </a:lnTo>
                <a:lnTo>
                  <a:pt x="5" y="1"/>
                </a:lnTo>
                <a:lnTo>
                  <a:pt x="5" y="2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8" y="5"/>
                </a:lnTo>
                <a:lnTo>
                  <a:pt x="8" y="6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4" name=""/>
          <p:cNvSpPr/>
          <p:nvPr/>
        </p:nvSpPr>
        <p:spPr>
          <a:xfrm>
            <a:off x="2349000" y="40327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5" name=""/>
          <p:cNvSpPr/>
          <p:nvPr/>
        </p:nvSpPr>
        <p:spPr>
          <a:xfrm>
            <a:off x="2349720" y="40320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3"/>
                </a:moveTo>
                <a:lnTo>
                  <a:pt x="4" y="3"/>
                </a:lnTo>
                <a:lnTo>
                  <a:pt x="2" y="3"/>
                </a:lnTo>
                <a:lnTo>
                  <a:pt x="2" y="5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6" name=""/>
          <p:cNvSpPr/>
          <p:nvPr/>
        </p:nvSpPr>
        <p:spPr>
          <a:xfrm>
            <a:off x="2348280" y="40320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4"/>
                </a:move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7" name=""/>
          <p:cNvSpPr/>
          <p:nvPr/>
        </p:nvSpPr>
        <p:spPr>
          <a:xfrm>
            <a:off x="2349360" y="4032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8" name=""/>
          <p:cNvSpPr/>
          <p:nvPr/>
        </p:nvSpPr>
        <p:spPr>
          <a:xfrm>
            <a:off x="2356560" y="40327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9" name=""/>
          <p:cNvSpPr/>
          <p:nvPr/>
        </p:nvSpPr>
        <p:spPr>
          <a:xfrm>
            <a:off x="2351520" y="4031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0" name=""/>
          <p:cNvSpPr/>
          <p:nvPr/>
        </p:nvSpPr>
        <p:spPr>
          <a:xfrm>
            <a:off x="2351520" y="40316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4"/>
                </a:moveTo>
                <a:lnTo>
                  <a:pt x="2" y="4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1" name=""/>
          <p:cNvSpPr/>
          <p:nvPr/>
        </p:nvSpPr>
        <p:spPr>
          <a:xfrm>
            <a:off x="2354400" y="4032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3" y="2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2" name=""/>
          <p:cNvSpPr/>
          <p:nvPr/>
        </p:nvSpPr>
        <p:spPr>
          <a:xfrm>
            <a:off x="2348640" y="4030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3" name=""/>
          <p:cNvSpPr/>
          <p:nvPr/>
        </p:nvSpPr>
        <p:spPr>
          <a:xfrm>
            <a:off x="2350800" y="40312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4" name=""/>
          <p:cNvSpPr/>
          <p:nvPr/>
        </p:nvSpPr>
        <p:spPr>
          <a:xfrm>
            <a:off x="2351520" y="4030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5" name=""/>
          <p:cNvSpPr/>
          <p:nvPr/>
        </p:nvSpPr>
        <p:spPr>
          <a:xfrm>
            <a:off x="2358000" y="4032360"/>
            <a:ext cx="3600" cy="4680"/>
          </a:xfrm>
          <a:custGeom>
            <a:avLst/>
            <a:gdLst/>
            <a:ahLst/>
            <a:rect l="0" t="0" r="r" b="b"/>
            <a:pathLst>
              <a:path fill="none" w="10" h="13">
                <a:moveTo>
                  <a:pt x="9" y="3"/>
                </a:moveTo>
                <a:lnTo>
                  <a:pt x="9" y="4"/>
                </a:lnTo>
                <a:lnTo>
                  <a:pt x="10" y="4"/>
                </a:lnTo>
                <a:lnTo>
                  <a:pt x="9" y="4"/>
                </a:lnTo>
                <a:lnTo>
                  <a:pt x="8" y="4"/>
                </a:lnTo>
                <a:lnTo>
                  <a:pt x="6" y="4"/>
                </a:lnTo>
                <a:lnTo>
                  <a:pt x="8" y="5"/>
                </a:lnTo>
                <a:lnTo>
                  <a:pt x="9" y="5"/>
                </a:lnTo>
                <a:lnTo>
                  <a:pt x="10" y="5"/>
                </a:lnTo>
                <a:lnTo>
                  <a:pt x="10" y="6"/>
                </a:lnTo>
                <a:lnTo>
                  <a:pt x="9" y="6"/>
                </a:lnTo>
                <a:lnTo>
                  <a:pt x="9" y="7"/>
                </a:lnTo>
                <a:lnTo>
                  <a:pt x="10" y="7"/>
                </a:lnTo>
                <a:lnTo>
                  <a:pt x="10" y="8"/>
                </a:lnTo>
                <a:lnTo>
                  <a:pt x="9" y="8"/>
                </a:lnTo>
                <a:lnTo>
                  <a:pt x="8" y="9"/>
                </a:lnTo>
                <a:lnTo>
                  <a:pt x="6" y="9"/>
                </a:lnTo>
                <a:lnTo>
                  <a:pt x="6" y="10"/>
                </a:lnTo>
                <a:lnTo>
                  <a:pt x="6" y="11"/>
                </a:lnTo>
                <a:lnTo>
                  <a:pt x="8" y="12"/>
                </a:lnTo>
                <a:lnTo>
                  <a:pt x="8" y="13"/>
                </a:lnTo>
                <a:lnTo>
                  <a:pt x="6" y="13"/>
                </a:lnTo>
                <a:lnTo>
                  <a:pt x="5" y="13"/>
                </a:lnTo>
                <a:lnTo>
                  <a:pt x="4" y="12"/>
                </a:lnTo>
                <a:lnTo>
                  <a:pt x="4" y="11"/>
                </a:lnTo>
                <a:lnTo>
                  <a:pt x="3" y="10"/>
                </a:lnTo>
                <a:lnTo>
                  <a:pt x="4" y="10"/>
                </a:lnTo>
                <a:lnTo>
                  <a:pt x="4" y="9"/>
                </a:lnTo>
                <a:lnTo>
                  <a:pt x="4" y="8"/>
                </a:lnTo>
                <a:lnTo>
                  <a:pt x="4" y="7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0" y="3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2"/>
                </a:lnTo>
                <a:lnTo>
                  <a:pt x="6" y="2"/>
                </a:lnTo>
                <a:lnTo>
                  <a:pt x="8" y="2"/>
                </a:lnTo>
                <a:lnTo>
                  <a:pt x="9" y="2"/>
                </a:lnTo>
                <a:lnTo>
                  <a:pt x="9" y="0"/>
                </a:lnTo>
                <a:lnTo>
                  <a:pt x="9" y="2"/>
                </a:lnTo>
                <a:lnTo>
                  <a:pt x="9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080" rIns="360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6" name=""/>
          <p:cNvSpPr/>
          <p:nvPr/>
        </p:nvSpPr>
        <p:spPr>
          <a:xfrm>
            <a:off x="2349360" y="403056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3"/>
                </a:moveTo>
                <a:lnTo>
                  <a:pt x="5" y="5"/>
                </a:lnTo>
                <a:lnTo>
                  <a:pt x="3" y="5"/>
                </a:lnTo>
                <a:lnTo>
                  <a:pt x="3" y="3"/>
                </a:lnTo>
                <a:lnTo>
                  <a:pt x="2" y="3"/>
                </a:lnTo>
                <a:lnTo>
                  <a:pt x="2" y="5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2"/>
                </a:lnTo>
                <a:lnTo>
                  <a:pt x="3" y="3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7" name=""/>
          <p:cNvSpPr/>
          <p:nvPr/>
        </p:nvSpPr>
        <p:spPr>
          <a:xfrm>
            <a:off x="2351880" y="403092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5" y="3"/>
                </a:moveTo>
                <a:lnTo>
                  <a:pt x="5" y="4"/>
                </a:lnTo>
                <a:lnTo>
                  <a:pt x="7" y="4"/>
                </a:lnTo>
                <a:lnTo>
                  <a:pt x="5" y="4"/>
                </a:lnTo>
                <a:lnTo>
                  <a:pt x="4" y="4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8" name=""/>
          <p:cNvSpPr/>
          <p:nvPr/>
        </p:nvSpPr>
        <p:spPr>
          <a:xfrm>
            <a:off x="2361960" y="40323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3"/>
                </a:move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9" name=""/>
          <p:cNvSpPr/>
          <p:nvPr/>
        </p:nvSpPr>
        <p:spPr>
          <a:xfrm>
            <a:off x="2350440" y="4030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0" name=""/>
          <p:cNvSpPr/>
          <p:nvPr/>
        </p:nvSpPr>
        <p:spPr>
          <a:xfrm>
            <a:off x="2361600" y="40320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1" name=""/>
          <p:cNvSpPr/>
          <p:nvPr/>
        </p:nvSpPr>
        <p:spPr>
          <a:xfrm>
            <a:off x="2361600" y="4031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2" name=""/>
          <p:cNvSpPr/>
          <p:nvPr/>
        </p:nvSpPr>
        <p:spPr>
          <a:xfrm>
            <a:off x="2341440" y="402768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3" y="3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5" y="2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3" name=""/>
          <p:cNvSpPr/>
          <p:nvPr/>
        </p:nvSpPr>
        <p:spPr>
          <a:xfrm>
            <a:off x="2346120" y="40280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4" name=""/>
          <p:cNvSpPr/>
          <p:nvPr/>
        </p:nvSpPr>
        <p:spPr>
          <a:xfrm>
            <a:off x="2341800" y="4026960"/>
            <a:ext cx="3600" cy="5040"/>
          </a:xfrm>
          <a:custGeom>
            <a:avLst/>
            <a:gdLst/>
            <a:ahLst/>
            <a:rect l="0" t="0" r="r" b="b"/>
            <a:pathLst>
              <a:path fill="none" w="10" h="14">
                <a:moveTo>
                  <a:pt x="4" y="0"/>
                </a:moveTo>
                <a:lnTo>
                  <a:pt x="5" y="0"/>
                </a:lnTo>
                <a:lnTo>
                  <a:pt x="5" y="2"/>
                </a:lnTo>
                <a:lnTo>
                  <a:pt x="6" y="3"/>
                </a:lnTo>
                <a:lnTo>
                  <a:pt x="7" y="4"/>
                </a:lnTo>
                <a:lnTo>
                  <a:pt x="7" y="5"/>
                </a:lnTo>
                <a:lnTo>
                  <a:pt x="8" y="6"/>
                </a:lnTo>
                <a:lnTo>
                  <a:pt x="8" y="5"/>
                </a:lnTo>
                <a:lnTo>
                  <a:pt x="9" y="5"/>
                </a:lnTo>
                <a:lnTo>
                  <a:pt x="9" y="6"/>
                </a:lnTo>
                <a:lnTo>
                  <a:pt x="9" y="7"/>
                </a:lnTo>
                <a:lnTo>
                  <a:pt x="9" y="8"/>
                </a:lnTo>
                <a:lnTo>
                  <a:pt x="9" y="9"/>
                </a:lnTo>
                <a:lnTo>
                  <a:pt x="10" y="10"/>
                </a:lnTo>
                <a:lnTo>
                  <a:pt x="10" y="11"/>
                </a:lnTo>
                <a:lnTo>
                  <a:pt x="9" y="12"/>
                </a:lnTo>
                <a:lnTo>
                  <a:pt x="8" y="13"/>
                </a:lnTo>
                <a:lnTo>
                  <a:pt x="7" y="13"/>
                </a:lnTo>
                <a:lnTo>
                  <a:pt x="6" y="13"/>
                </a:lnTo>
                <a:lnTo>
                  <a:pt x="5" y="14"/>
                </a:lnTo>
                <a:lnTo>
                  <a:pt x="4" y="14"/>
                </a:lnTo>
                <a:lnTo>
                  <a:pt x="2" y="14"/>
                </a:lnTo>
                <a:lnTo>
                  <a:pt x="2" y="13"/>
                </a:lnTo>
                <a:lnTo>
                  <a:pt x="1" y="12"/>
                </a:lnTo>
                <a:lnTo>
                  <a:pt x="0" y="12"/>
                </a:lnTo>
                <a:lnTo>
                  <a:pt x="1" y="11"/>
                </a:lnTo>
                <a:lnTo>
                  <a:pt x="1" y="10"/>
                </a:lnTo>
                <a:lnTo>
                  <a:pt x="2" y="10"/>
                </a:lnTo>
                <a:lnTo>
                  <a:pt x="2" y="9"/>
                </a:lnTo>
                <a:lnTo>
                  <a:pt x="1" y="8"/>
                </a:lnTo>
                <a:lnTo>
                  <a:pt x="1" y="7"/>
                </a:lnTo>
                <a:lnTo>
                  <a:pt x="1" y="6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5" name=""/>
          <p:cNvSpPr/>
          <p:nvPr/>
        </p:nvSpPr>
        <p:spPr>
          <a:xfrm>
            <a:off x="2346480" y="40273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6" name=""/>
          <p:cNvSpPr/>
          <p:nvPr/>
        </p:nvSpPr>
        <p:spPr>
          <a:xfrm>
            <a:off x="2359080" y="402948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4" y="1"/>
                </a:move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lnTo>
                  <a:pt x="7" y="3"/>
                </a:lnTo>
                <a:lnTo>
                  <a:pt x="5" y="3"/>
                </a:lnTo>
                <a:lnTo>
                  <a:pt x="4" y="3"/>
                </a:lnTo>
                <a:lnTo>
                  <a:pt x="3" y="4"/>
                </a:lnTo>
                <a:lnTo>
                  <a:pt x="3" y="5"/>
                </a:lnTo>
                <a:lnTo>
                  <a:pt x="3" y="7"/>
                </a:lnTo>
                <a:lnTo>
                  <a:pt x="2" y="7"/>
                </a:lnTo>
                <a:lnTo>
                  <a:pt x="2" y="5"/>
                </a:lnTo>
                <a:lnTo>
                  <a:pt x="0" y="5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3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7" name=""/>
          <p:cNvSpPr/>
          <p:nvPr/>
        </p:nvSpPr>
        <p:spPr>
          <a:xfrm>
            <a:off x="2346120" y="40269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8" name=""/>
          <p:cNvSpPr/>
          <p:nvPr/>
        </p:nvSpPr>
        <p:spPr>
          <a:xfrm>
            <a:off x="2342880" y="40262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9" name=""/>
          <p:cNvSpPr/>
          <p:nvPr/>
        </p:nvSpPr>
        <p:spPr>
          <a:xfrm>
            <a:off x="2360880" y="40291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0" name=""/>
          <p:cNvSpPr/>
          <p:nvPr/>
        </p:nvSpPr>
        <p:spPr>
          <a:xfrm>
            <a:off x="2344320" y="402624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5" y="5"/>
                </a:move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3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lnTo>
                  <a:pt x="6" y="3"/>
                </a:lnTo>
                <a:lnTo>
                  <a:pt x="5" y="4"/>
                </a:lnTo>
                <a:lnTo>
                  <a:pt x="5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1" name=""/>
          <p:cNvSpPr/>
          <p:nvPr/>
        </p:nvSpPr>
        <p:spPr>
          <a:xfrm>
            <a:off x="2351880" y="40258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2" name=""/>
          <p:cNvSpPr/>
          <p:nvPr/>
        </p:nvSpPr>
        <p:spPr>
          <a:xfrm>
            <a:off x="2345040" y="4023720"/>
            <a:ext cx="13680" cy="9360"/>
          </a:xfrm>
          <a:custGeom>
            <a:avLst/>
            <a:gdLst/>
            <a:ahLst/>
            <a:rect l="0" t="0" r="r" b="b"/>
            <a:pathLst>
              <a:path fill="none" w="38" h="26">
                <a:moveTo>
                  <a:pt x="4" y="2"/>
                </a:move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  <a:lnTo>
                  <a:pt x="7" y="3"/>
                </a:lnTo>
                <a:lnTo>
                  <a:pt x="8" y="4"/>
                </a:lnTo>
                <a:lnTo>
                  <a:pt x="9" y="4"/>
                </a:lnTo>
                <a:lnTo>
                  <a:pt x="11" y="4"/>
                </a:lnTo>
                <a:lnTo>
                  <a:pt x="12" y="4"/>
                </a:lnTo>
                <a:lnTo>
                  <a:pt x="13" y="3"/>
                </a:lnTo>
                <a:lnTo>
                  <a:pt x="14" y="3"/>
                </a:lnTo>
                <a:lnTo>
                  <a:pt x="15" y="3"/>
                </a:lnTo>
                <a:lnTo>
                  <a:pt x="16" y="3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9" y="7"/>
                </a:lnTo>
                <a:lnTo>
                  <a:pt x="20" y="7"/>
                </a:lnTo>
                <a:lnTo>
                  <a:pt x="20" y="8"/>
                </a:lnTo>
                <a:lnTo>
                  <a:pt x="22" y="8"/>
                </a:lnTo>
                <a:lnTo>
                  <a:pt x="23" y="8"/>
                </a:lnTo>
                <a:lnTo>
                  <a:pt x="24" y="8"/>
                </a:lnTo>
                <a:lnTo>
                  <a:pt x="26" y="8"/>
                </a:lnTo>
                <a:lnTo>
                  <a:pt x="28" y="8"/>
                </a:lnTo>
                <a:lnTo>
                  <a:pt x="29" y="8"/>
                </a:lnTo>
                <a:lnTo>
                  <a:pt x="30" y="9"/>
                </a:lnTo>
                <a:lnTo>
                  <a:pt x="31" y="9"/>
                </a:lnTo>
                <a:lnTo>
                  <a:pt x="32" y="9"/>
                </a:lnTo>
                <a:lnTo>
                  <a:pt x="33" y="9"/>
                </a:lnTo>
                <a:lnTo>
                  <a:pt x="34" y="9"/>
                </a:lnTo>
                <a:lnTo>
                  <a:pt x="34" y="10"/>
                </a:lnTo>
                <a:lnTo>
                  <a:pt x="34" y="11"/>
                </a:lnTo>
                <a:lnTo>
                  <a:pt x="33" y="11"/>
                </a:lnTo>
                <a:lnTo>
                  <a:pt x="32" y="11"/>
                </a:lnTo>
                <a:lnTo>
                  <a:pt x="31" y="11"/>
                </a:lnTo>
                <a:lnTo>
                  <a:pt x="30" y="11"/>
                </a:lnTo>
                <a:lnTo>
                  <a:pt x="30" y="12"/>
                </a:lnTo>
                <a:lnTo>
                  <a:pt x="30" y="13"/>
                </a:lnTo>
                <a:lnTo>
                  <a:pt x="31" y="13"/>
                </a:lnTo>
                <a:lnTo>
                  <a:pt x="32" y="13"/>
                </a:lnTo>
                <a:lnTo>
                  <a:pt x="33" y="13"/>
                </a:lnTo>
                <a:lnTo>
                  <a:pt x="34" y="13"/>
                </a:lnTo>
                <a:lnTo>
                  <a:pt x="35" y="15"/>
                </a:lnTo>
                <a:lnTo>
                  <a:pt x="36" y="15"/>
                </a:lnTo>
                <a:lnTo>
                  <a:pt x="36" y="16"/>
                </a:lnTo>
                <a:lnTo>
                  <a:pt x="36" y="15"/>
                </a:lnTo>
                <a:lnTo>
                  <a:pt x="36" y="16"/>
                </a:lnTo>
                <a:lnTo>
                  <a:pt x="37" y="17"/>
                </a:lnTo>
                <a:lnTo>
                  <a:pt x="38" y="17"/>
                </a:lnTo>
                <a:lnTo>
                  <a:pt x="38" y="18"/>
                </a:lnTo>
                <a:lnTo>
                  <a:pt x="37" y="18"/>
                </a:lnTo>
                <a:lnTo>
                  <a:pt x="37" y="20"/>
                </a:lnTo>
                <a:lnTo>
                  <a:pt x="38" y="20"/>
                </a:lnTo>
                <a:lnTo>
                  <a:pt x="37" y="23"/>
                </a:lnTo>
                <a:lnTo>
                  <a:pt x="36" y="24"/>
                </a:lnTo>
                <a:lnTo>
                  <a:pt x="36" y="25"/>
                </a:lnTo>
                <a:lnTo>
                  <a:pt x="36" y="26"/>
                </a:lnTo>
                <a:lnTo>
                  <a:pt x="35" y="26"/>
                </a:lnTo>
                <a:lnTo>
                  <a:pt x="34" y="26"/>
                </a:lnTo>
                <a:lnTo>
                  <a:pt x="33" y="26"/>
                </a:lnTo>
                <a:lnTo>
                  <a:pt x="32" y="26"/>
                </a:lnTo>
                <a:lnTo>
                  <a:pt x="31" y="25"/>
                </a:lnTo>
                <a:lnTo>
                  <a:pt x="30" y="25"/>
                </a:lnTo>
                <a:lnTo>
                  <a:pt x="30" y="24"/>
                </a:lnTo>
                <a:lnTo>
                  <a:pt x="28" y="24"/>
                </a:lnTo>
                <a:lnTo>
                  <a:pt x="28" y="23"/>
                </a:lnTo>
                <a:lnTo>
                  <a:pt x="27" y="23"/>
                </a:lnTo>
                <a:lnTo>
                  <a:pt x="26" y="23"/>
                </a:lnTo>
                <a:lnTo>
                  <a:pt x="25" y="22"/>
                </a:lnTo>
                <a:lnTo>
                  <a:pt x="24" y="22"/>
                </a:lnTo>
                <a:lnTo>
                  <a:pt x="23" y="22"/>
                </a:lnTo>
                <a:lnTo>
                  <a:pt x="23" y="21"/>
                </a:lnTo>
                <a:lnTo>
                  <a:pt x="22" y="21"/>
                </a:lnTo>
                <a:lnTo>
                  <a:pt x="20" y="21"/>
                </a:lnTo>
                <a:lnTo>
                  <a:pt x="19" y="21"/>
                </a:lnTo>
                <a:lnTo>
                  <a:pt x="18" y="21"/>
                </a:lnTo>
                <a:lnTo>
                  <a:pt x="17" y="21"/>
                </a:lnTo>
                <a:lnTo>
                  <a:pt x="17" y="20"/>
                </a:lnTo>
                <a:lnTo>
                  <a:pt x="16" y="20"/>
                </a:lnTo>
                <a:lnTo>
                  <a:pt x="16" y="18"/>
                </a:lnTo>
                <a:lnTo>
                  <a:pt x="15" y="18"/>
                </a:lnTo>
                <a:lnTo>
                  <a:pt x="14" y="18"/>
                </a:lnTo>
                <a:lnTo>
                  <a:pt x="13" y="18"/>
                </a:lnTo>
                <a:lnTo>
                  <a:pt x="12" y="18"/>
                </a:lnTo>
                <a:lnTo>
                  <a:pt x="11" y="20"/>
                </a:lnTo>
                <a:lnTo>
                  <a:pt x="10" y="20"/>
                </a:lnTo>
                <a:lnTo>
                  <a:pt x="10" y="21"/>
                </a:lnTo>
                <a:lnTo>
                  <a:pt x="9" y="21"/>
                </a:lnTo>
                <a:lnTo>
                  <a:pt x="8" y="21"/>
                </a:lnTo>
                <a:lnTo>
                  <a:pt x="8" y="20"/>
                </a:lnTo>
                <a:lnTo>
                  <a:pt x="8" y="18"/>
                </a:lnTo>
                <a:lnTo>
                  <a:pt x="7" y="17"/>
                </a:lnTo>
                <a:lnTo>
                  <a:pt x="6" y="15"/>
                </a:lnTo>
                <a:lnTo>
                  <a:pt x="5" y="15"/>
                </a:lnTo>
                <a:lnTo>
                  <a:pt x="5" y="14"/>
                </a:lnTo>
                <a:lnTo>
                  <a:pt x="4" y="14"/>
                </a:lnTo>
                <a:lnTo>
                  <a:pt x="4" y="13"/>
                </a:lnTo>
                <a:lnTo>
                  <a:pt x="4" y="12"/>
                </a:lnTo>
                <a:lnTo>
                  <a:pt x="5" y="12"/>
                </a:lnTo>
                <a:lnTo>
                  <a:pt x="5" y="11"/>
                </a:lnTo>
                <a:lnTo>
                  <a:pt x="5" y="9"/>
                </a:lnTo>
                <a:lnTo>
                  <a:pt x="4" y="8"/>
                </a:lnTo>
                <a:lnTo>
                  <a:pt x="4" y="7"/>
                </a:lnTo>
                <a:lnTo>
                  <a:pt x="3" y="6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2" y="0"/>
                </a:lnTo>
                <a:lnTo>
                  <a:pt x="4" y="1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3" name=""/>
          <p:cNvSpPr/>
          <p:nvPr/>
        </p:nvSpPr>
        <p:spPr>
          <a:xfrm>
            <a:off x="2347560" y="402336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5" y="0"/>
                </a:moveTo>
                <a:lnTo>
                  <a:pt x="7" y="2"/>
                </a:lnTo>
                <a:lnTo>
                  <a:pt x="5" y="3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4" name=""/>
          <p:cNvSpPr/>
          <p:nvPr/>
        </p:nvSpPr>
        <p:spPr>
          <a:xfrm>
            <a:off x="2351880" y="402336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3" y="0"/>
                </a:moveTo>
                <a:lnTo>
                  <a:pt x="5" y="0"/>
                </a:lnTo>
                <a:lnTo>
                  <a:pt x="6" y="0"/>
                </a:lnTo>
                <a:lnTo>
                  <a:pt x="7" y="1"/>
                </a:lnTo>
                <a:lnTo>
                  <a:pt x="7" y="0"/>
                </a:lnTo>
                <a:lnTo>
                  <a:pt x="7" y="1"/>
                </a:lnTo>
                <a:lnTo>
                  <a:pt x="6" y="1"/>
                </a:ln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3" y="6"/>
                </a:lnTo>
                <a:lnTo>
                  <a:pt x="2" y="6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5" name=""/>
          <p:cNvSpPr/>
          <p:nvPr/>
        </p:nvSpPr>
        <p:spPr>
          <a:xfrm>
            <a:off x="2351160" y="40222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4"/>
                </a:move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6" name=""/>
          <p:cNvSpPr/>
          <p:nvPr/>
        </p:nvSpPr>
        <p:spPr>
          <a:xfrm>
            <a:off x="2371680" y="40251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4"/>
                </a:move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lnTo>
                  <a:pt x="3" y="2"/>
                </a:lnTo>
                <a:lnTo>
                  <a:pt x="5" y="4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7" name=""/>
          <p:cNvSpPr/>
          <p:nvPr/>
        </p:nvSpPr>
        <p:spPr>
          <a:xfrm>
            <a:off x="2352960" y="402228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8" name=""/>
          <p:cNvSpPr/>
          <p:nvPr/>
        </p:nvSpPr>
        <p:spPr>
          <a:xfrm>
            <a:off x="2354400" y="40219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9" name=""/>
          <p:cNvSpPr/>
          <p:nvPr/>
        </p:nvSpPr>
        <p:spPr>
          <a:xfrm>
            <a:off x="2354040" y="4021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0" name=""/>
          <p:cNvSpPr/>
          <p:nvPr/>
        </p:nvSpPr>
        <p:spPr>
          <a:xfrm>
            <a:off x="2357640" y="402228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1" name=""/>
          <p:cNvSpPr/>
          <p:nvPr/>
        </p:nvSpPr>
        <p:spPr>
          <a:xfrm>
            <a:off x="2370600" y="4024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2" name=""/>
          <p:cNvSpPr/>
          <p:nvPr/>
        </p:nvSpPr>
        <p:spPr>
          <a:xfrm>
            <a:off x="2366280" y="40230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3" name=""/>
          <p:cNvSpPr/>
          <p:nvPr/>
        </p:nvSpPr>
        <p:spPr>
          <a:xfrm>
            <a:off x="2362680" y="40219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0"/>
                </a:moveTo>
                <a:lnTo>
                  <a:pt x="1" y="2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4" name=""/>
          <p:cNvSpPr/>
          <p:nvPr/>
        </p:nvSpPr>
        <p:spPr>
          <a:xfrm>
            <a:off x="2344680" y="4019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5" name=""/>
          <p:cNvSpPr/>
          <p:nvPr/>
        </p:nvSpPr>
        <p:spPr>
          <a:xfrm>
            <a:off x="2367720" y="40226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0"/>
                </a:moveTo>
                <a:lnTo>
                  <a:pt x="4" y="2"/>
                </a:lnTo>
                <a:lnTo>
                  <a:pt x="4" y="3"/>
                </a:lnTo>
                <a:lnTo>
                  <a:pt x="4" y="5"/>
                </a:lnTo>
                <a:lnTo>
                  <a:pt x="2" y="5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6" name=""/>
          <p:cNvSpPr/>
          <p:nvPr/>
        </p:nvSpPr>
        <p:spPr>
          <a:xfrm>
            <a:off x="2364120" y="4021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7" name=""/>
          <p:cNvSpPr/>
          <p:nvPr/>
        </p:nvSpPr>
        <p:spPr>
          <a:xfrm>
            <a:off x="2369160" y="4023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8" name=""/>
          <p:cNvSpPr/>
          <p:nvPr/>
        </p:nvSpPr>
        <p:spPr>
          <a:xfrm>
            <a:off x="2355480" y="402048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4" y="1"/>
                </a:moveTo>
                <a:lnTo>
                  <a:pt x="6" y="1"/>
                </a:lnTo>
                <a:lnTo>
                  <a:pt x="7" y="2"/>
                </a:lnTo>
                <a:lnTo>
                  <a:pt x="6" y="2"/>
                </a:lnTo>
                <a:lnTo>
                  <a:pt x="3" y="2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9" name=""/>
          <p:cNvSpPr/>
          <p:nvPr/>
        </p:nvSpPr>
        <p:spPr>
          <a:xfrm>
            <a:off x="2369880" y="40230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0" name=""/>
          <p:cNvSpPr/>
          <p:nvPr/>
        </p:nvSpPr>
        <p:spPr>
          <a:xfrm>
            <a:off x="2356200" y="4020480"/>
            <a:ext cx="5040" cy="2160"/>
          </a:xfrm>
          <a:custGeom>
            <a:avLst/>
            <a:gdLst/>
            <a:ahLst/>
            <a:rect l="0" t="0" r="r" b="b"/>
            <a:pathLst>
              <a:path fill="none" w="14" h="6">
                <a:moveTo>
                  <a:pt x="13" y="0"/>
                </a:moveTo>
                <a:lnTo>
                  <a:pt x="13" y="1"/>
                </a:lnTo>
                <a:lnTo>
                  <a:pt x="13" y="3"/>
                </a:lnTo>
                <a:lnTo>
                  <a:pt x="14" y="3"/>
                </a:lnTo>
                <a:lnTo>
                  <a:pt x="14" y="4"/>
                </a:lnTo>
                <a:lnTo>
                  <a:pt x="13" y="5"/>
                </a:lnTo>
                <a:lnTo>
                  <a:pt x="13" y="6"/>
                </a:lnTo>
                <a:lnTo>
                  <a:pt x="12" y="6"/>
                </a:lnTo>
                <a:lnTo>
                  <a:pt x="12" y="5"/>
                </a:lnTo>
                <a:lnTo>
                  <a:pt x="12" y="4"/>
                </a:lnTo>
                <a:lnTo>
                  <a:pt x="11" y="4"/>
                </a:lnTo>
                <a:lnTo>
                  <a:pt x="11" y="5"/>
                </a:lnTo>
                <a:lnTo>
                  <a:pt x="11" y="4"/>
                </a:lnTo>
                <a:lnTo>
                  <a:pt x="11" y="5"/>
                </a:lnTo>
                <a:lnTo>
                  <a:pt x="10" y="5"/>
                </a:lnTo>
                <a:lnTo>
                  <a:pt x="11" y="5"/>
                </a:lnTo>
                <a:lnTo>
                  <a:pt x="10" y="5"/>
                </a:lnTo>
                <a:lnTo>
                  <a:pt x="8" y="5"/>
                </a:lnTo>
                <a:lnTo>
                  <a:pt x="7" y="5"/>
                </a:lnTo>
                <a:lnTo>
                  <a:pt x="6" y="5"/>
                </a:lnTo>
                <a:lnTo>
                  <a:pt x="5" y="5"/>
                </a:lnTo>
                <a:lnTo>
                  <a:pt x="4" y="4"/>
                </a:ln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3" y="5"/>
                </a:lnTo>
                <a:lnTo>
                  <a:pt x="1" y="6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5" y="4"/>
                </a:lnTo>
                <a:lnTo>
                  <a:pt x="5" y="3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11" y="0"/>
                </a:lnTo>
                <a:lnTo>
                  <a:pt x="12" y="0"/>
                </a:lnTo>
                <a:lnTo>
                  <a:pt x="1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1" name=""/>
          <p:cNvSpPr/>
          <p:nvPr/>
        </p:nvSpPr>
        <p:spPr>
          <a:xfrm>
            <a:off x="2358720" y="40201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2" name=""/>
          <p:cNvSpPr/>
          <p:nvPr/>
        </p:nvSpPr>
        <p:spPr>
          <a:xfrm>
            <a:off x="2345760" y="4017960"/>
            <a:ext cx="1440" cy="2520"/>
          </a:xfrm>
          <a:custGeom>
            <a:avLst/>
            <a:gdLst/>
            <a:ahLst/>
            <a:rect l="0" t="0" r="r" b="b"/>
            <a:pathLst>
              <a:path fill="none" w="4" h="7">
                <a:moveTo>
                  <a:pt x="3" y="2"/>
                </a:moveTo>
                <a:lnTo>
                  <a:pt x="3" y="3"/>
                </a:lnTo>
                <a:lnTo>
                  <a:pt x="1" y="4"/>
                </a:lnTo>
                <a:lnTo>
                  <a:pt x="1" y="5"/>
                </a:lnTo>
                <a:lnTo>
                  <a:pt x="1" y="7"/>
                </a:lnTo>
                <a:lnTo>
                  <a:pt x="0" y="7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3" name=""/>
          <p:cNvSpPr/>
          <p:nvPr/>
        </p:nvSpPr>
        <p:spPr>
          <a:xfrm>
            <a:off x="2349000" y="4017960"/>
            <a:ext cx="6480" cy="4320"/>
          </a:xfrm>
          <a:custGeom>
            <a:avLst/>
            <a:gdLst/>
            <a:ahLst/>
            <a:rect l="0" t="0" r="r" b="b"/>
            <a:pathLst>
              <a:path fill="none" w="18" h="12">
                <a:moveTo>
                  <a:pt x="13" y="1"/>
                </a:moveTo>
                <a:lnTo>
                  <a:pt x="13" y="2"/>
                </a:lnTo>
                <a:lnTo>
                  <a:pt x="14" y="2"/>
                </a:lnTo>
                <a:lnTo>
                  <a:pt x="14" y="1"/>
                </a:lnTo>
                <a:lnTo>
                  <a:pt x="15" y="1"/>
                </a:lnTo>
                <a:lnTo>
                  <a:pt x="16" y="1"/>
                </a:lnTo>
                <a:lnTo>
                  <a:pt x="16" y="2"/>
                </a:lnTo>
                <a:lnTo>
                  <a:pt x="16" y="3"/>
                </a:lnTo>
                <a:lnTo>
                  <a:pt x="17" y="4"/>
                </a:lnTo>
                <a:lnTo>
                  <a:pt x="18" y="4"/>
                </a:lnTo>
                <a:lnTo>
                  <a:pt x="18" y="5"/>
                </a:lnTo>
                <a:lnTo>
                  <a:pt x="16" y="5"/>
                </a:lnTo>
                <a:lnTo>
                  <a:pt x="17" y="7"/>
                </a:lnTo>
                <a:lnTo>
                  <a:pt x="17" y="8"/>
                </a:lnTo>
                <a:lnTo>
                  <a:pt x="16" y="11"/>
                </a:lnTo>
                <a:lnTo>
                  <a:pt x="17" y="12"/>
                </a:lnTo>
                <a:lnTo>
                  <a:pt x="16" y="12"/>
                </a:lnTo>
                <a:lnTo>
                  <a:pt x="15" y="12"/>
                </a:lnTo>
                <a:lnTo>
                  <a:pt x="14" y="12"/>
                </a:lnTo>
                <a:lnTo>
                  <a:pt x="14" y="11"/>
                </a:lnTo>
                <a:lnTo>
                  <a:pt x="13" y="11"/>
                </a:lnTo>
                <a:lnTo>
                  <a:pt x="10" y="11"/>
                </a:lnTo>
                <a:lnTo>
                  <a:pt x="9" y="11"/>
                </a:lnTo>
                <a:lnTo>
                  <a:pt x="8" y="9"/>
                </a:lnTo>
                <a:lnTo>
                  <a:pt x="7" y="9"/>
                </a:lnTo>
                <a:lnTo>
                  <a:pt x="5" y="7"/>
                </a:lnTo>
                <a:lnTo>
                  <a:pt x="4" y="7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1" y="4"/>
                </a:lnTo>
                <a:lnTo>
                  <a:pt x="2" y="4"/>
                </a:lnTo>
                <a:lnTo>
                  <a:pt x="3" y="4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6" y="3"/>
                </a:lnTo>
                <a:lnTo>
                  <a:pt x="7" y="3"/>
                </a:lnTo>
                <a:lnTo>
                  <a:pt x="8" y="3"/>
                </a:lnTo>
                <a:lnTo>
                  <a:pt x="9" y="3"/>
                </a:lnTo>
                <a:lnTo>
                  <a:pt x="9" y="2"/>
                </a:lnTo>
                <a:lnTo>
                  <a:pt x="10" y="1"/>
                </a:lnTo>
                <a:lnTo>
                  <a:pt x="11" y="0"/>
                </a:lnTo>
                <a:lnTo>
                  <a:pt x="13" y="0"/>
                </a:lnTo>
                <a:lnTo>
                  <a:pt x="1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4" name=""/>
          <p:cNvSpPr/>
          <p:nvPr/>
        </p:nvSpPr>
        <p:spPr>
          <a:xfrm>
            <a:off x="2362320" y="4015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5" name=""/>
          <p:cNvSpPr/>
          <p:nvPr/>
        </p:nvSpPr>
        <p:spPr>
          <a:xfrm>
            <a:off x="2361960" y="40143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3"/>
                </a:moveTo>
                <a:lnTo>
                  <a:pt x="4" y="3"/>
                </a:lnTo>
                <a:lnTo>
                  <a:pt x="3" y="4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6" name=""/>
          <p:cNvSpPr/>
          <p:nvPr/>
        </p:nvSpPr>
        <p:spPr>
          <a:xfrm>
            <a:off x="2356200" y="4012920"/>
            <a:ext cx="5760" cy="2880"/>
          </a:xfrm>
          <a:custGeom>
            <a:avLst/>
            <a:gdLst/>
            <a:ahLst/>
            <a:rect l="0" t="0" r="r" b="b"/>
            <a:pathLst>
              <a:path fill="none" w="16" h="8">
                <a:moveTo>
                  <a:pt x="10" y="1"/>
                </a:moveTo>
                <a:lnTo>
                  <a:pt x="9" y="1"/>
                </a:lnTo>
                <a:lnTo>
                  <a:pt x="8" y="2"/>
                </a:lnTo>
                <a:lnTo>
                  <a:pt x="9" y="2"/>
                </a:lnTo>
                <a:lnTo>
                  <a:pt x="9" y="3"/>
                </a:lnTo>
                <a:lnTo>
                  <a:pt x="10" y="3"/>
                </a:lnTo>
                <a:lnTo>
                  <a:pt x="11" y="3"/>
                </a:lnTo>
                <a:lnTo>
                  <a:pt x="12" y="3"/>
                </a:lnTo>
                <a:lnTo>
                  <a:pt x="13" y="3"/>
                </a:lnTo>
                <a:lnTo>
                  <a:pt x="15" y="5"/>
                </a:lnTo>
                <a:lnTo>
                  <a:pt x="13" y="6"/>
                </a:lnTo>
                <a:lnTo>
                  <a:pt x="15" y="7"/>
                </a:lnTo>
                <a:lnTo>
                  <a:pt x="16" y="8"/>
                </a:lnTo>
                <a:lnTo>
                  <a:pt x="15" y="8"/>
                </a:lnTo>
                <a:lnTo>
                  <a:pt x="13" y="8"/>
                </a:lnTo>
                <a:lnTo>
                  <a:pt x="12" y="8"/>
                </a:lnTo>
                <a:lnTo>
                  <a:pt x="12" y="7"/>
                </a:lnTo>
                <a:lnTo>
                  <a:pt x="11" y="7"/>
                </a:lnTo>
                <a:lnTo>
                  <a:pt x="11" y="6"/>
                </a:lnTo>
                <a:lnTo>
                  <a:pt x="9" y="7"/>
                </a:lnTo>
                <a:lnTo>
                  <a:pt x="8" y="7"/>
                </a:lnTo>
                <a:lnTo>
                  <a:pt x="8" y="6"/>
                </a:lnTo>
                <a:lnTo>
                  <a:pt x="7" y="6"/>
                </a:lnTo>
                <a:lnTo>
                  <a:pt x="6" y="6"/>
                </a:lnTo>
                <a:lnTo>
                  <a:pt x="7" y="6"/>
                </a:lnTo>
                <a:lnTo>
                  <a:pt x="7" y="7"/>
                </a:lnTo>
                <a:lnTo>
                  <a:pt x="6" y="7"/>
                </a:lnTo>
                <a:lnTo>
                  <a:pt x="6" y="8"/>
                </a:lnTo>
                <a:lnTo>
                  <a:pt x="5" y="8"/>
                </a:lnTo>
                <a:lnTo>
                  <a:pt x="4" y="8"/>
                </a:lnTo>
                <a:lnTo>
                  <a:pt x="3" y="8"/>
                </a:lnTo>
                <a:lnTo>
                  <a:pt x="3" y="7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0" y="3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8" y="1"/>
                </a:lnTo>
                <a:lnTo>
                  <a:pt x="9" y="1"/>
                </a:lnTo>
                <a:lnTo>
                  <a:pt x="9" y="0"/>
                </a:lnTo>
                <a:lnTo>
                  <a:pt x="9" y="1"/>
                </a:lnTo>
                <a:lnTo>
                  <a:pt x="1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7" name=""/>
          <p:cNvSpPr/>
          <p:nvPr/>
        </p:nvSpPr>
        <p:spPr>
          <a:xfrm>
            <a:off x="2356920" y="40122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8" name=""/>
          <p:cNvSpPr/>
          <p:nvPr/>
        </p:nvSpPr>
        <p:spPr>
          <a:xfrm>
            <a:off x="2334960" y="4007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9" name=""/>
          <p:cNvSpPr/>
          <p:nvPr/>
        </p:nvSpPr>
        <p:spPr>
          <a:xfrm>
            <a:off x="2355480" y="40111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0" name=""/>
          <p:cNvSpPr/>
          <p:nvPr/>
        </p:nvSpPr>
        <p:spPr>
          <a:xfrm>
            <a:off x="2357640" y="401112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2"/>
                </a:moveTo>
                <a:lnTo>
                  <a:pt x="3" y="3"/>
                </a:lnTo>
                <a:lnTo>
                  <a:pt x="1" y="3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1" name=""/>
          <p:cNvSpPr/>
          <p:nvPr/>
        </p:nvSpPr>
        <p:spPr>
          <a:xfrm>
            <a:off x="2349000" y="40086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4"/>
                </a:move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2" name=""/>
          <p:cNvSpPr/>
          <p:nvPr/>
        </p:nvSpPr>
        <p:spPr>
          <a:xfrm>
            <a:off x="2350440" y="40078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3" name=""/>
          <p:cNvSpPr/>
          <p:nvPr/>
        </p:nvSpPr>
        <p:spPr>
          <a:xfrm>
            <a:off x="2351520" y="400788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4" name=""/>
          <p:cNvSpPr/>
          <p:nvPr/>
        </p:nvSpPr>
        <p:spPr>
          <a:xfrm>
            <a:off x="2357640" y="40086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5" name=""/>
          <p:cNvSpPr/>
          <p:nvPr/>
        </p:nvSpPr>
        <p:spPr>
          <a:xfrm>
            <a:off x="2358720" y="40086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6" name=""/>
          <p:cNvSpPr/>
          <p:nvPr/>
        </p:nvSpPr>
        <p:spPr>
          <a:xfrm>
            <a:off x="2348640" y="400680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7" y="2"/>
                </a:moveTo>
                <a:lnTo>
                  <a:pt x="7" y="3"/>
                </a:lnTo>
                <a:lnTo>
                  <a:pt x="6" y="3"/>
                </a:lnTo>
                <a:lnTo>
                  <a:pt x="6" y="5"/>
                </a:lnTo>
                <a:lnTo>
                  <a:pt x="5" y="5"/>
                </a:lnTo>
                <a:lnTo>
                  <a:pt x="3" y="3"/>
                </a:lnTo>
                <a:lnTo>
                  <a:pt x="2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2"/>
                </a:lnTo>
                <a:lnTo>
                  <a:pt x="7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7" name=""/>
          <p:cNvSpPr/>
          <p:nvPr/>
        </p:nvSpPr>
        <p:spPr>
          <a:xfrm>
            <a:off x="2347560" y="40064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8" name=""/>
          <p:cNvSpPr/>
          <p:nvPr/>
        </p:nvSpPr>
        <p:spPr>
          <a:xfrm>
            <a:off x="2360880" y="4007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9" name=""/>
          <p:cNvSpPr/>
          <p:nvPr/>
        </p:nvSpPr>
        <p:spPr>
          <a:xfrm>
            <a:off x="2356200" y="4006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4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0" name=""/>
          <p:cNvSpPr/>
          <p:nvPr/>
        </p:nvSpPr>
        <p:spPr>
          <a:xfrm>
            <a:off x="2363760" y="40068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1" name=""/>
          <p:cNvSpPr/>
          <p:nvPr/>
        </p:nvSpPr>
        <p:spPr>
          <a:xfrm>
            <a:off x="2360520" y="40053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2"/>
                </a:move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2" name=""/>
          <p:cNvSpPr/>
          <p:nvPr/>
        </p:nvSpPr>
        <p:spPr>
          <a:xfrm>
            <a:off x="2364120" y="4005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3" name=""/>
          <p:cNvSpPr/>
          <p:nvPr/>
        </p:nvSpPr>
        <p:spPr>
          <a:xfrm>
            <a:off x="2364840" y="40057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4" y="1"/>
                </a:moveTo>
                <a:lnTo>
                  <a:pt x="5" y="1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4" y="4"/>
                </a:lnTo>
                <a:lnTo>
                  <a:pt x="2" y="4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4" name=""/>
          <p:cNvSpPr/>
          <p:nvPr/>
        </p:nvSpPr>
        <p:spPr>
          <a:xfrm>
            <a:off x="2360880" y="4003200"/>
            <a:ext cx="4320" cy="2520"/>
          </a:xfrm>
          <a:custGeom>
            <a:avLst/>
            <a:gdLst/>
            <a:ahLst/>
            <a:rect l="0" t="0" r="r" b="b"/>
            <a:pathLst>
              <a:path fill="none" w="12" h="7">
                <a:moveTo>
                  <a:pt x="5" y="4"/>
                </a:moveTo>
                <a:lnTo>
                  <a:pt x="8" y="4"/>
                </a:lnTo>
                <a:lnTo>
                  <a:pt x="9" y="4"/>
                </a:lnTo>
                <a:lnTo>
                  <a:pt x="9" y="3"/>
                </a:lnTo>
                <a:lnTo>
                  <a:pt x="9" y="4"/>
                </a:lnTo>
                <a:lnTo>
                  <a:pt x="10" y="4"/>
                </a:lnTo>
                <a:lnTo>
                  <a:pt x="11" y="3"/>
                </a:lnTo>
                <a:lnTo>
                  <a:pt x="11" y="4"/>
                </a:lnTo>
                <a:lnTo>
                  <a:pt x="10" y="4"/>
                </a:lnTo>
                <a:lnTo>
                  <a:pt x="11" y="4"/>
                </a:lnTo>
                <a:lnTo>
                  <a:pt x="11" y="5"/>
                </a:lnTo>
                <a:lnTo>
                  <a:pt x="12" y="5"/>
                </a:lnTo>
                <a:lnTo>
                  <a:pt x="11" y="6"/>
                </a:lnTo>
                <a:lnTo>
                  <a:pt x="11" y="5"/>
                </a:lnTo>
                <a:lnTo>
                  <a:pt x="10" y="5"/>
                </a:lnTo>
                <a:lnTo>
                  <a:pt x="9" y="5"/>
                </a:lnTo>
                <a:lnTo>
                  <a:pt x="8" y="5"/>
                </a:lnTo>
                <a:lnTo>
                  <a:pt x="6" y="6"/>
                </a:lnTo>
                <a:lnTo>
                  <a:pt x="6" y="5"/>
                </a:ln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1" y="7"/>
                </a:lnTo>
                <a:lnTo>
                  <a:pt x="0" y="6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3"/>
                </a:lnTo>
                <a:lnTo>
                  <a:pt x="4" y="4"/>
                </a:lnTo>
                <a:lnTo>
                  <a:pt x="5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5" name=""/>
          <p:cNvSpPr/>
          <p:nvPr/>
        </p:nvSpPr>
        <p:spPr>
          <a:xfrm>
            <a:off x="2359800" y="40024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6" name=""/>
          <p:cNvSpPr/>
          <p:nvPr/>
        </p:nvSpPr>
        <p:spPr>
          <a:xfrm>
            <a:off x="2361960" y="40028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7" name=""/>
          <p:cNvSpPr/>
          <p:nvPr/>
        </p:nvSpPr>
        <p:spPr>
          <a:xfrm>
            <a:off x="2371680" y="40039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5" y="2"/>
                </a:lnTo>
                <a:lnTo>
                  <a:pt x="5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8" name=""/>
          <p:cNvSpPr/>
          <p:nvPr/>
        </p:nvSpPr>
        <p:spPr>
          <a:xfrm>
            <a:off x="2373480" y="4003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1"/>
                </a:moveTo>
                <a:lnTo>
                  <a:pt x="3" y="3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9" name=""/>
          <p:cNvSpPr/>
          <p:nvPr/>
        </p:nvSpPr>
        <p:spPr>
          <a:xfrm>
            <a:off x="2372400" y="40014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0" name=""/>
          <p:cNvSpPr/>
          <p:nvPr/>
        </p:nvSpPr>
        <p:spPr>
          <a:xfrm>
            <a:off x="2372040" y="40014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1" name=""/>
          <p:cNvSpPr/>
          <p:nvPr/>
        </p:nvSpPr>
        <p:spPr>
          <a:xfrm>
            <a:off x="2367000" y="40003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3" y="0"/>
                </a:moveTo>
                <a:lnTo>
                  <a:pt x="4" y="2"/>
                </a:lnTo>
                <a:lnTo>
                  <a:pt x="3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2" name=""/>
          <p:cNvSpPr/>
          <p:nvPr/>
        </p:nvSpPr>
        <p:spPr>
          <a:xfrm>
            <a:off x="2368080" y="39999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3" name=""/>
          <p:cNvSpPr/>
          <p:nvPr/>
        </p:nvSpPr>
        <p:spPr>
          <a:xfrm>
            <a:off x="2368800" y="3998880"/>
            <a:ext cx="2160" cy="1080"/>
          </a:xfrm>
          <a:custGeom>
            <a:avLst/>
            <a:gdLst/>
            <a:ahLst/>
            <a:rect l="0" t="0" r="r" b="b"/>
            <a:pathLst>
              <a:path fill="none" w="6" h="3">
                <a:moveTo>
                  <a:pt x="3" y="2"/>
                </a:moveTo>
                <a:lnTo>
                  <a:pt x="4" y="2"/>
                </a:lnTo>
                <a:lnTo>
                  <a:pt x="6" y="2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4" name=""/>
          <p:cNvSpPr/>
          <p:nvPr/>
        </p:nvSpPr>
        <p:spPr>
          <a:xfrm>
            <a:off x="2327760" y="393732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3" y="0"/>
                </a:lnTo>
                <a:lnTo>
                  <a:pt x="3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5" name=""/>
          <p:cNvSpPr/>
          <p:nvPr/>
        </p:nvSpPr>
        <p:spPr>
          <a:xfrm>
            <a:off x="2262240" y="3854880"/>
            <a:ext cx="4680" cy="1440"/>
          </a:xfrm>
          <a:custGeom>
            <a:avLst/>
            <a:gdLst/>
            <a:ahLst/>
            <a:rect l="0" t="0" r="r" b="b"/>
            <a:pathLst>
              <a:path fill="none" w="13" h="4">
                <a:moveTo>
                  <a:pt x="8" y="0"/>
                </a:moveTo>
                <a:lnTo>
                  <a:pt x="8" y="2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3" y="3"/>
                </a:lnTo>
                <a:lnTo>
                  <a:pt x="11" y="3"/>
                </a:lnTo>
                <a:lnTo>
                  <a:pt x="10" y="4"/>
                </a:lnTo>
                <a:lnTo>
                  <a:pt x="9" y="3"/>
                </a:lnTo>
                <a:lnTo>
                  <a:pt x="8" y="3"/>
                </a:lnTo>
                <a:lnTo>
                  <a:pt x="8" y="2"/>
                </a:lnTo>
                <a:lnTo>
                  <a:pt x="7" y="2"/>
                </a:lnTo>
                <a:lnTo>
                  <a:pt x="7" y="0"/>
                </a:lnTo>
                <a:lnTo>
                  <a:pt x="6" y="0"/>
                </a:lnTo>
                <a:lnTo>
                  <a:pt x="6" y="2"/>
                </a:lnTo>
                <a:lnTo>
                  <a:pt x="3" y="3"/>
                </a:lnTo>
                <a:lnTo>
                  <a:pt x="2" y="2"/>
                </a:lnTo>
                <a:lnTo>
                  <a:pt x="0" y="2"/>
                </a:lnTo>
                <a:lnTo>
                  <a:pt x="6" y="2"/>
                </a:lnTo>
                <a:lnTo>
                  <a:pt x="7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6" name=""/>
          <p:cNvSpPr/>
          <p:nvPr/>
        </p:nvSpPr>
        <p:spPr>
          <a:xfrm>
            <a:off x="2279880" y="3823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7" name=""/>
          <p:cNvSpPr/>
          <p:nvPr/>
        </p:nvSpPr>
        <p:spPr>
          <a:xfrm>
            <a:off x="2287440" y="381744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1" y="6"/>
                </a:move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3" y="4"/>
                </a:lnTo>
                <a:lnTo>
                  <a:pt x="4" y="4"/>
                </a:lnTo>
                <a:lnTo>
                  <a:pt x="4" y="5"/>
                </a:lnTo>
                <a:lnTo>
                  <a:pt x="1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8" name=""/>
          <p:cNvSpPr/>
          <p:nvPr/>
        </p:nvSpPr>
        <p:spPr>
          <a:xfrm>
            <a:off x="2292480" y="3811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9" name=""/>
          <p:cNvSpPr/>
          <p:nvPr/>
        </p:nvSpPr>
        <p:spPr>
          <a:xfrm>
            <a:off x="2298240" y="3810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0" name=""/>
          <p:cNvSpPr/>
          <p:nvPr/>
        </p:nvSpPr>
        <p:spPr>
          <a:xfrm>
            <a:off x="2301120" y="3805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1" name=""/>
          <p:cNvSpPr/>
          <p:nvPr/>
        </p:nvSpPr>
        <p:spPr>
          <a:xfrm>
            <a:off x="2307240" y="38008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2" name=""/>
          <p:cNvSpPr/>
          <p:nvPr/>
        </p:nvSpPr>
        <p:spPr>
          <a:xfrm>
            <a:off x="2312280" y="3794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3" name=""/>
          <p:cNvSpPr/>
          <p:nvPr/>
        </p:nvSpPr>
        <p:spPr>
          <a:xfrm>
            <a:off x="2313000" y="379404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3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4" name=""/>
          <p:cNvSpPr/>
          <p:nvPr/>
        </p:nvSpPr>
        <p:spPr>
          <a:xfrm>
            <a:off x="2334960" y="37828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1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5" name=""/>
          <p:cNvSpPr/>
          <p:nvPr/>
        </p:nvSpPr>
        <p:spPr>
          <a:xfrm>
            <a:off x="2355480" y="3781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6" name=""/>
          <p:cNvSpPr/>
          <p:nvPr/>
        </p:nvSpPr>
        <p:spPr>
          <a:xfrm>
            <a:off x="2276280" y="3761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7" name=""/>
          <p:cNvSpPr/>
          <p:nvPr/>
        </p:nvSpPr>
        <p:spPr>
          <a:xfrm>
            <a:off x="2333520" y="3754800"/>
            <a:ext cx="3240" cy="2160"/>
          </a:xfrm>
          <a:custGeom>
            <a:avLst/>
            <a:gdLst/>
            <a:ahLst/>
            <a:rect l="0" t="0" r="r" b="b"/>
            <a:pathLst>
              <a:path fill="none" w="9" h="6">
                <a:moveTo>
                  <a:pt x="5" y="3"/>
                </a:moveTo>
                <a:lnTo>
                  <a:pt x="4" y="5"/>
                </a:lnTo>
                <a:lnTo>
                  <a:pt x="3" y="5"/>
                </a:lnTo>
                <a:lnTo>
                  <a:pt x="2" y="6"/>
                </a:lnTo>
                <a:lnTo>
                  <a:pt x="0" y="6"/>
                </a:lnTo>
                <a:lnTo>
                  <a:pt x="0" y="5"/>
                </a:lnTo>
                <a:lnTo>
                  <a:pt x="2" y="5"/>
                </a:lnTo>
                <a:lnTo>
                  <a:pt x="2" y="3"/>
                </a:lnTo>
                <a:lnTo>
                  <a:pt x="3" y="3"/>
                </a:lnTo>
                <a:lnTo>
                  <a:pt x="4" y="2"/>
                </a:lnTo>
                <a:lnTo>
                  <a:pt x="5" y="2"/>
                </a:lnTo>
                <a:lnTo>
                  <a:pt x="6" y="1"/>
                </a:lnTo>
                <a:lnTo>
                  <a:pt x="7" y="0"/>
                </a:lnTo>
                <a:lnTo>
                  <a:pt x="7" y="1"/>
                </a:lnTo>
                <a:lnTo>
                  <a:pt x="9" y="1"/>
                </a:lnTo>
                <a:lnTo>
                  <a:pt x="7" y="1"/>
                </a:lnTo>
                <a:lnTo>
                  <a:pt x="7" y="2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8" name=""/>
          <p:cNvSpPr/>
          <p:nvPr/>
        </p:nvSpPr>
        <p:spPr>
          <a:xfrm>
            <a:off x="2256840" y="37440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9" name=""/>
          <p:cNvSpPr/>
          <p:nvPr/>
        </p:nvSpPr>
        <p:spPr>
          <a:xfrm>
            <a:off x="2257920" y="37429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0" name=""/>
          <p:cNvSpPr/>
          <p:nvPr/>
        </p:nvSpPr>
        <p:spPr>
          <a:xfrm>
            <a:off x="2331000" y="37519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1" name=""/>
          <p:cNvSpPr/>
          <p:nvPr/>
        </p:nvSpPr>
        <p:spPr>
          <a:xfrm>
            <a:off x="2352960" y="37540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1" y="0"/>
                </a:move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2" name=""/>
          <p:cNvSpPr/>
          <p:nvPr/>
        </p:nvSpPr>
        <p:spPr>
          <a:xfrm>
            <a:off x="2296440" y="37440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3" name=""/>
          <p:cNvSpPr/>
          <p:nvPr/>
        </p:nvSpPr>
        <p:spPr>
          <a:xfrm>
            <a:off x="2304000" y="37378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0"/>
                </a:move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4" name=""/>
          <p:cNvSpPr/>
          <p:nvPr/>
        </p:nvSpPr>
        <p:spPr>
          <a:xfrm>
            <a:off x="2301840" y="37368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0"/>
                </a:moveTo>
                <a:lnTo>
                  <a:pt x="5" y="0"/>
                </a:lnTo>
                <a:lnTo>
                  <a:pt x="3" y="1"/>
                </a:lnTo>
                <a:lnTo>
                  <a:pt x="3" y="3"/>
                </a:lnTo>
                <a:lnTo>
                  <a:pt x="5" y="3"/>
                </a:lnTo>
                <a:lnTo>
                  <a:pt x="5" y="4"/>
                </a:lnTo>
                <a:lnTo>
                  <a:pt x="3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5" name=""/>
          <p:cNvSpPr/>
          <p:nvPr/>
        </p:nvSpPr>
        <p:spPr>
          <a:xfrm>
            <a:off x="2303280" y="37368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6" name=""/>
          <p:cNvSpPr/>
          <p:nvPr/>
        </p:nvSpPr>
        <p:spPr>
          <a:xfrm>
            <a:off x="2304720" y="3736080"/>
            <a:ext cx="2880" cy="4320"/>
          </a:xfrm>
          <a:custGeom>
            <a:avLst/>
            <a:gdLst/>
            <a:ahLst/>
            <a:rect l="0" t="0" r="r" b="b"/>
            <a:pathLst>
              <a:path fill="none" w="8" h="12">
                <a:moveTo>
                  <a:pt x="1" y="1"/>
                </a:moveTo>
                <a:lnTo>
                  <a:pt x="2" y="1"/>
                </a:lnTo>
                <a:lnTo>
                  <a:pt x="3" y="1"/>
                </a:lnTo>
                <a:lnTo>
                  <a:pt x="3" y="2"/>
                </a:lnTo>
                <a:lnTo>
                  <a:pt x="3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4" y="5"/>
                </a:lnTo>
                <a:lnTo>
                  <a:pt x="5" y="5"/>
                </a:lnTo>
                <a:lnTo>
                  <a:pt x="6" y="6"/>
                </a:lnTo>
                <a:lnTo>
                  <a:pt x="8" y="9"/>
                </a:lnTo>
                <a:lnTo>
                  <a:pt x="6" y="9"/>
                </a:lnTo>
                <a:lnTo>
                  <a:pt x="6" y="10"/>
                </a:lnTo>
                <a:lnTo>
                  <a:pt x="6" y="11"/>
                </a:lnTo>
                <a:lnTo>
                  <a:pt x="8" y="12"/>
                </a:lnTo>
                <a:lnTo>
                  <a:pt x="6" y="12"/>
                </a:lnTo>
                <a:lnTo>
                  <a:pt x="5" y="12"/>
                </a:lnTo>
                <a:lnTo>
                  <a:pt x="5" y="11"/>
                </a:lnTo>
                <a:lnTo>
                  <a:pt x="5" y="10"/>
                </a:lnTo>
                <a:lnTo>
                  <a:pt x="4" y="10"/>
                </a:lnTo>
                <a:lnTo>
                  <a:pt x="3" y="10"/>
                </a:lnTo>
                <a:lnTo>
                  <a:pt x="3" y="9"/>
                </a:lnTo>
                <a:lnTo>
                  <a:pt x="4" y="9"/>
                </a:lnTo>
                <a:lnTo>
                  <a:pt x="4" y="8"/>
                </a:lnTo>
                <a:lnTo>
                  <a:pt x="3" y="8"/>
                </a:lnTo>
                <a:lnTo>
                  <a:pt x="3" y="6"/>
                </a:ln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7" name=""/>
          <p:cNvSpPr/>
          <p:nvPr/>
        </p:nvSpPr>
        <p:spPr>
          <a:xfrm>
            <a:off x="2312640" y="37346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8" name=""/>
          <p:cNvSpPr/>
          <p:nvPr/>
        </p:nvSpPr>
        <p:spPr>
          <a:xfrm>
            <a:off x="2302920" y="3730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9" name=""/>
          <p:cNvSpPr/>
          <p:nvPr/>
        </p:nvSpPr>
        <p:spPr>
          <a:xfrm>
            <a:off x="2306160" y="37288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2" y="3"/>
                </a:moveTo>
                <a:lnTo>
                  <a:pt x="3" y="2"/>
                </a:lnTo>
                <a:lnTo>
                  <a:pt x="5" y="3"/>
                </a:lnTo>
                <a:lnTo>
                  <a:pt x="5" y="5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1" y="0"/>
                </a:lnTo>
                <a:lnTo>
                  <a:pt x="2" y="1"/>
                </a:lnTo>
                <a:lnTo>
                  <a:pt x="2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0" name=""/>
          <p:cNvSpPr/>
          <p:nvPr/>
        </p:nvSpPr>
        <p:spPr>
          <a:xfrm>
            <a:off x="2308320" y="37245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1"/>
                </a:moveTo>
                <a:lnTo>
                  <a:pt x="4" y="1"/>
                </a:lnTo>
                <a:lnTo>
                  <a:pt x="3" y="1"/>
                </a:lnTo>
                <a:lnTo>
                  <a:pt x="1" y="1"/>
                </a:lnTo>
                <a:lnTo>
                  <a:pt x="1" y="2"/>
                </a:lnTo>
                <a:lnTo>
                  <a:pt x="0" y="4"/>
                </a:lnTo>
                <a:lnTo>
                  <a:pt x="0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1" name=""/>
          <p:cNvSpPr/>
          <p:nvPr/>
        </p:nvSpPr>
        <p:spPr>
          <a:xfrm>
            <a:off x="2309760" y="372312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2"/>
                </a:moveTo>
                <a:lnTo>
                  <a:pt x="2" y="2"/>
                </a:lnTo>
                <a:lnTo>
                  <a:pt x="0" y="2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2" name=""/>
          <p:cNvSpPr/>
          <p:nvPr/>
        </p:nvSpPr>
        <p:spPr>
          <a:xfrm>
            <a:off x="2311200" y="37224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3" y="0"/>
                </a:moveTo>
                <a:lnTo>
                  <a:pt x="3" y="2"/>
                </a:lnTo>
                <a:lnTo>
                  <a:pt x="2" y="2"/>
                </a:lnTo>
                <a:lnTo>
                  <a:pt x="3" y="2"/>
                </a:lnTo>
                <a:lnTo>
                  <a:pt x="5" y="2"/>
                </a:lnTo>
                <a:lnTo>
                  <a:pt x="3" y="2"/>
                </a:lnTo>
                <a:lnTo>
                  <a:pt x="3" y="3"/>
                </a:lnTo>
                <a:lnTo>
                  <a:pt x="5" y="5"/>
                </a:lnTo>
                <a:lnTo>
                  <a:pt x="3" y="5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3" name=""/>
          <p:cNvSpPr/>
          <p:nvPr/>
        </p:nvSpPr>
        <p:spPr>
          <a:xfrm>
            <a:off x="2311560" y="3721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2"/>
                </a:moveTo>
                <a:lnTo>
                  <a:pt x="4" y="2"/>
                </a:lnTo>
                <a:lnTo>
                  <a:pt x="4" y="4"/>
                </a:lnTo>
                <a:lnTo>
                  <a:pt x="3" y="2"/>
                </a:lnTo>
                <a:lnTo>
                  <a:pt x="1" y="2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4" name=""/>
          <p:cNvSpPr/>
          <p:nvPr/>
        </p:nvSpPr>
        <p:spPr>
          <a:xfrm>
            <a:off x="2315520" y="370404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1" y="0"/>
                </a:move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5" name=""/>
          <p:cNvSpPr/>
          <p:nvPr/>
        </p:nvSpPr>
        <p:spPr>
          <a:xfrm>
            <a:off x="2244960" y="36943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5"/>
                </a:moveTo>
                <a:lnTo>
                  <a:pt x="0" y="5"/>
                </a:lnTo>
                <a:lnTo>
                  <a:pt x="0" y="3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lnTo>
                  <a:pt x="2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6" name=""/>
          <p:cNvSpPr/>
          <p:nvPr/>
        </p:nvSpPr>
        <p:spPr>
          <a:xfrm>
            <a:off x="2243880" y="36936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4"/>
                </a:move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3" y="3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7" name=""/>
          <p:cNvSpPr/>
          <p:nvPr/>
        </p:nvSpPr>
        <p:spPr>
          <a:xfrm>
            <a:off x="2314080" y="37008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8" name=""/>
          <p:cNvSpPr/>
          <p:nvPr/>
        </p:nvSpPr>
        <p:spPr>
          <a:xfrm>
            <a:off x="2341440" y="37029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1"/>
                </a:moveTo>
                <a:lnTo>
                  <a:pt x="2" y="2"/>
                </a:lnTo>
                <a:lnTo>
                  <a:pt x="4" y="4"/>
                </a:lnTo>
                <a:lnTo>
                  <a:pt x="2" y="5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0" y="1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9" name=""/>
          <p:cNvSpPr/>
          <p:nvPr/>
        </p:nvSpPr>
        <p:spPr>
          <a:xfrm>
            <a:off x="2341800" y="3702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0" name=""/>
          <p:cNvSpPr/>
          <p:nvPr/>
        </p:nvSpPr>
        <p:spPr>
          <a:xfrm>
            <a:off x="2319840" y="36957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1" name=""/>
          <p:cNvSpPr/>
          <p:nvPr/>
        </p:nvSpPr>
        <p:spPr>
          <a:xfrm>
            <a:off x="2322000" y="36954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2" name=""/>
          <p:cNvSpPr/>
          <p:nvPr/>
        </p:nvSpPr>
        <p:spPr>
          <a:xfrm>
            <a:off x="2329200" y="36918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0"/>
                </a:move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3" name=""/>
          <p:cNvSpPr/>
          <p:nvPr/>
        </p:nvSpPr>
        <p:spPr>
          <a:xfrm>
            <a:off x="2333160" y="3692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4" name=""/>
          <p:cNvSpPr/>
          <p:nvPr/>
        </p:nvSpPr>
        <p:spPr>
          <a:xfrm>
            <a:off x="2330640" y="36914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5" name=""/>
          <p:cNvSpPr/>
          <p:nvPr/>
        </p:nvSpPr>
        <p:spPr>
          <a:xfrm>
            <a:off x="2369880" y="369756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3" y="1"/>
                </a:moveTo>
                <a:lnTo>
                  <a:pt x="4" y="1"/>
                </a:lnTo>
                <a:lnTo>
                  <a:pt x="6" y="1"/>
                </a:lnTo>
                <a:lnTo>
                  <a:pt x="4" y="2"/>
                </a:lnTo>
                <a:lnTo>
                  <a:pt x="6" y="2"/>
                </a:lnTo>
                <a:lnTo>
                  <a:pt x="6" y="4"/>
                </a:lnTo>
                <a:lnTo>
                  <a:pt x="6" y="2"/>
                </a:lnTo>
                <a:lnTo>
                  <a:pt x="7" y="2"/>
                </a:lnTo>
                <a:lnTo>
                  <a:pt x="7" y="4"/>
                </a:lnTo>
                <a:lnTo>
                  <a:pt x="6" y="5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6" name=""/>
          <p:cNvSpPr/>
          <p:nvPr/>
        </p:nvSpPr>
        <p:spPr>
          <a:xfrm>
            <a:off x="2373840" y="36972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7" name=""/>
          <p:cNvSpPr/>
          <p:nvPr/>
        </p:nvSpPr>
        <p:spPr>
          <a:xfrm>
            <a:off x="2374920" y="369684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1" y="1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8" name=""/>
          <p:cNvSpPr/>
          <p:nvPr/>
        </p:nvSpPr>
        <p:spPr>
          <a:xfrm>
            <a:off x="2372400" y="36964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9" name=""/>
          <p:cNvSpPr/>
          <p:nvPr/>
        </p:nvSpPr>
        <p:spPr>
          <a:xfrm>
            <a:off x="2373120" y="36961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0" name=""/>
          <p:cNvSpPr/>
          <p:nvPr/>
        </p:nvSpPr>
        <p:spPr>
          <a:xfrm>
            <a:off x="2360160" y="36925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1" name=""/>
          <p:cNvSpPr/>
          <p:nvPr/>
        </p:nvSpPr>
        <p:spPr>
          <a:xfrm>
            <a:off x="2356920" y="3691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2" name=""/>
          <p:cNvSpPr/>
          <p:nvPr/>
        </p:nvSpPr>
        <p:spPr>
          <a:xfrm>
            <a:off x="2384280" y="3695400"/>
            <a:ext cx="2160" cy="3600"/>
          </a:xfrm>
          <a:custGeom>
            <a:avLst/>
            <a:gdLst/>
            <a:ahLst/>
            <a:rect l="0" t="0" r="r" b="b"/>
            <a:pathLst>
              <a:path fill="none" w="6" h="10">
                <a:moveTo>
                  <a:pt x="4" y="3"/>
                </a:moveTo>
                <a:lnTo>
                  <a:pt x="4" y="4"/>
                </a:lnTo>
                <a:lnTo>
                  <a:pt x="6" y="4"/>
                </a:lnTo>
                <a:lnTo>
                  <a:pt x="4" y="4"/>
                </a:lnTo>
                <a:lnTo>
                  <a:pt x="4" y="5"/>
                </a:lnTo>
                <a:lnTo>
                  <a:pt x="6" y="5"/>
                </a:lnTo>
                <a:lnTo>
                  <a:pt x="6" y="6"/>
                </a:lnTo>
                <a:lnTo>
                  <a:pt x="4" y="6"/>
                </a:lnTo>
                <a:lnTo>
                  <a:pt x="4" y="7"/>
                </a:lnTo>
                <a:lnTo>
                  <a:pt x="3" y="7"/>
                </a:lnTo>
                <a:lnTo>
                  <a:pt x="3" y="8"/>
                </a:lnTo>
                <a:lnTo>
                  <a:pt x="2" y="8"/>
                </a:lnTo>
                <a:lnTo>
                  <a:pt x="2" y="10"/>
                </a:lnTo>
                <a:lnTo>
                  <a:pt x="1" y="10"/>
                </a:lnTo>
                <a:lnTo>
                  <a:pt x="1" y="8"/>
                </a:lnTo>
                <a:lnTo>
                  <a:pt x="0" y="8"/>
                </a:lnTo>
                <a:lnTo>
                  <a:pt x="0" y="7"/>
                </a:lnTo>
                <a:lnTo>
                  <a:pt x="1" y="6"/>
                </a:lnTo>
                <a:lnTo>
                  <a:pt x="1" y="5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3" name=""/>
          <p:cNvSpPr/>
          <p:nvPr/>
        </p:nvSpPr>
        <p:spPr>
          <a:xfrm>
            <a:off x="2357280" y="3691080"/>
            <a:ext cx="3600" cy="3240"/>
          </a:xfrm>
          <a:custGeom>
            <a:avLst/>
            <a:gdLst/>
            <a:ahLst/>
            <a:rect l="0" t="0" r="r" b="b"/>
            <a:pathLst>
              <a:path fill="none" w="10" h="9">
                <a:moveTo>
                  <a:pt x="9" y="1"/>
                </a:move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6" y="3"/>
                </a:lnTo>
                <a:lnTo>
                  <a:pt x="7" y="3"/>
                </a:lnTo>
                <a:lnTo>
                  <a:pt x="7" y="4"/>
                </a:lnTo>
                <a:lnTo>
                  <a:pt x="9" y="5"/>
                </a:lnTo>
                <a:lnTo>
                  <a:pt x="7" y="5"/>
                </a:lnTo>
                <a:lnTo>
                  <a:pt x="9" y="5"/>
                </a:lnTo>
                <a:lnTo>
                  <a:pt x="9" y="7"/>
                </a:lnTo>
                <a:lnTo>
                  <a:pt x="7" y="7"/>
                </a:lnTo>
                <a:lnTo>
                  <a:pt x="6" y="7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5" y="7"/>
                </a:lnTo>
                <a:lnTo>
                  <a:pt x="4" y="7"/>
                </a:lnTo>
                <a:lnTo>
                  <a:pt x="4" y="8"/>
                </a:lnTo>
                <a:lnTo>
                  <a:pt x="5" y="8"/>
                </a:lnTo>
                <a:lnTo>
                  <a:pt x="4" y="8"/>
                </a:lnTo>
                <a:lnTo>
                  <a:pt x="4" y="9"/>
                </a:lnTo>
                <a:lnTo>
                  <a:pt x="3" y="9"/>
                </a:lnTo>
                <a:lnTo>
                  <a:pt x="2" y="9"/>
                </a:lnTo>
                <a:lnTo>
                  <a:pt x="2" y="8"/>
                </a:lnTo>
                <a:lnTo>
                  <a:pt x="1" y="7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6" y="1"/>
                </a:lnTo>
                <a:lnTo>
                  <a:pt x="7" y="1"/>
                </a:lnTo>
                <a:lnTo>
                  <a:pt x="9" y="1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9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4" name=""/>
          <p:cNvSpPr/>
          <p:nvPr/>
        </p:nvSpPr>
        <p:spPr>
          <a:xfrm>
            <a:off x="2360880" y="369072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5" name=""/>
          <p:cNvSpPr/>
          <p:nvPr/>
        </p:nvSpPr>
        <p:spPr>
          <a:xfrm>
            <a:off x="2366280" y="36910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6" name=""/>
          <p:cNvSpPr/>
          <p:nvPr/>
        </p:nvSpPr>
        <p:spPr>
          <a:xfrm>
            <a:off x="2363040" y="3690720"/>
            <a:ext cx="2160" cy="720"/>
          </a:xfrm>
          <a:custGeom>
            <a:avLst/>
            <a:gdLst/>
            <a:ahLst/>
            <a:rect l="0" t="0" r="r" b="b"/>
            <a:pathLst>
              <a:path fill="none" w="6" h="2">
                <a:moveTo>
                  <a:pt x="6" y="0"/>
                </a:moveTo>
                <a:lnTo>
                  <a:pt x="6" y="2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0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7" name=""/>
          <p:cNvSpPr/>
          <p:nvPr/>
        </p:nvSpPr>
        <p:spPr>
          <a:xfrm>
            <a:off x="2356200" y="36889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8" name=""/>
          <p:cNvSpPr/>
          <p:nvPr/>
        </p:nvSpPr>
        <p:spPr>
          <a:xfrm>
            <a:off x="2360880" y="36892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1" y="0"/>
                </a:moveTo>
                <a:lnTo>
                  <a:pt x="1" y="2"/>
                </a:lnTo>
                <a:lnTo>
                  <a:pt x="2" y="2"/>
                </a:lnTo>
                <a:lnTo>
                  <a:pt x="3" y="2"/>
                </a:lnTo>
                <a:lnTo>
                  <a:pt x="5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9" name=""/>
          <p:cNvSpPr/>
          <p:nvPr/>
        </p:nvSpPr>
        <p:spPr>
          <a:xfrm>
            <a:off x="2372040" y="3690720"/>
            <a:ext cx="2160" cy="720"/>
          </a:xfrm>
          <a:custGeom>
            <a:avLst/>
            <a:gdLst/>
            <a:ahLst/>
            <a:rect l="0" t="0" r="r" b="b"/>
            <a:pathLst>
              <a:path fill="none" w="6" h="2">
                <a:moveTo>
                  <a:pt x="6" y="2"/>
                </a:move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0" name=""/>
          <p:cNvSpPr/>
          <p:nvPr/>
        </p:nvSpPr>
        <p:spPr>
          <a:xfrm>
            <a:off x="2367720" y="3690000"/>
            <a:ext cx="4320" cy="2160"/>
          </a:xfrm>
          <a:custGeom>
            <a:avLst/>
            <a:gdLst/>
            <a:ahLst/>
            <a:rect l="0" t="0" r="r" b="b"/>
            <a:pathLst>
              <a:path fill="none" w="12" h="6">
                <a:moveTo>
                  <a:pt x="11" y="1"/>
                </a:moveTo>
                <a:lnTo>
                  <a:pt x="11" y="2"/>
                </a:lnTo>
                <a:lnTo>
                  <a:pt x="12" y="2"/>
                </a:lnTo>
                <a:lnTo>
                  <a:pt x="11" y="3"/>
                </a:lnTo>
                <a:lnTo>
                  <a:pt x="10" y="3"/>
                </a:lnTo>
                <a:lnTo>
                  <a:pt x="9" y="3"/>
                </a:lnTo>
                <a:lnTo>
                  <a:pt x="10" y="3"/>
                </a:lnTo>
                <a:lnTo>
                  <a:pt x="9" y="5"/>
                </a:lnTo>
                <a:lnTo>
                  <a:pt x="8" y="5"/>
                </a:lnTo>
                <a:lnTo>
                  <a:pt x="6" y="5"/>
                </a:lnTo>
                <a:lnTo>
                  <a:pt x="6" y="6"/>
                </a:lnTo>
                <a:lnTo>
                  <a:pt x="6" y="5"/>
                </a:lnTo>
                <a:lnTo>
                  <a:pt x="6" y="3"/>
                </a:lnTo>
                <a:lnTo>
                  <a:pt x="8" y="3"/>
                </a:lnTo>
                <a:lnTo>
                  <a:pt x="8" y="2"/>
                </a:lnTo>
                <a:lnTo>
                  <a:pt x="6" y="2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8" y="1"/>
                </a:lnTo>
                <a:lnTo>
                  <a:pt x="9" y="1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1" name=""/>
          <p:cNvSpPr/>
          <p:nvPr/>
        </p:nvSpPr>
        <p:spPr>
          <a:xfrm>
            <a:off x="2363400" y="3687840"/>
            <a:ext cx="6480" cy="2520"/>
          </a:xfrm>
          <a:custGeom>
            <a:avLst/>
            <a:gdLst/>
            <a:ahLst/>
            <a:rect l="0" t="0" r="r" b="b"/>
            <a:pathLst>
              <a:path fill="none" w="18" h="7">
                <a:moveTo>
                  <a:pt x="4" y="1"/>
                </a:moveTo>
                <a:lnTo>
                  <a:pt x="4" y="2"/>
                </a:lnTo>
                <a:lnTo>
                  <a:pt x="5" y="2"/>
                </a:lnTo>
                <a:lnTo>
                  <a:pt x="7" y="1"/>
                </a:lnTo>
                <a:lnTo>
                  <a:pt x="8" y="2"/>
                </a:lnTo>
                <a:lnTo>
                  <a:pt x="8" y="3"/>
                </a:lnTo>
                <a:lnTo>
                  <a:pt x="9" y="3"/>
                </a:lnTo>
                <a:lnTo>
                  <a:pt x="11" y="3"/>
                </a:lnTo>
                <a:lnTo>
                  <a:pt x="12" y="3"/>
                </a:lnTo>
                <a:lnTo>
                  <a:pt x="13" y="3"/>
                </a:lnTo>
                <a:lnTo>
                  <a:pt x="13" y="2"/>
                </a:lnTo>
                <a:lnTo>
                  <a:pt x="14" y="2"/>
                </a:lnTo>
                <a:lnTo>
                  <a:pt x="14" y="3"/>
                </a:lnTo>
                <a:lnTo>
                  <a:pt x="15" y="3"/>
                </a:lnTo>
                <a:lnTo>
                  <a:pt x="15" y="5"/>
                </a:lnTo>
                <a:lnTo>
                  <a:pt x="16" y="5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8" y="5"/>
                </a:lnTo>
                <a:lnTo>
                  <a:pt x="17" y="5"/>
                </a:lnTo>
                <a:lnTo>
                  <a:pt x="17" y="6"/>
                </a:lnTo>
                <a:lnTo>
                  <a:pt x="16" y="6"/>
                </a:lnTo>
                <a:lnTo>
                  <a:pt x="16" y="7"/>
                </a:lnTo>
                <a:lnTo>
                  <a:pt x="16" y="6"/>
                </a:lnTo>
                <a:lnTo>
                  <a:pt x="15" y="6"/>
                </a:lnTo>
                <a:lnTo>
                  <a:pt x="14" y="6"/>
                </a:lnTo>
                <a:lnTo>
                  <a:pt x="13" y="6"/>
                </a:lnTo>
                <a:lnTo>
                  <a:pt x="12" y="6"/>
                </a:lnTo>
                <a:lnTo>
                  <a:pt x="12" y="5"/>
                </a:lnTo>
                <a:lnTo>
                  <a:pt x="12" y="6"/>
                </a:lnTo>
                <a:lnTo>
                  <a:pt x="12" y="5"/>
                </a:lnTo>
                <a:lnTo>
                  <a:pt x="11" y="5"/>
                </a:lnTo>
                <a:lnTo>
                  <a:pt x="10" y="5"/>
                </a:lnTo>
                <a:lnTo>
                  <a:pt x="9" y="5"/>
                </a:lnTo>
                <a:lnTo>
                  <a:pt x="9" y="6"/>
                </a:lnTo>
                <a:lnTo>
                  <a:pt x="9" y="7"/>
                </a:lnTo>
                <a:lnTo>
                  <a:pt x="8" y="7"/>
                </a:lnTo>
                <a:lnTo>
                  <a:pt x="8" y="6"/>
                </a:lnTo>
                <a:lnTo>
                  <a:pt x="8" y="5"/>
                </a:lnTo>
                <a:lnTo>
                  <a:pt x="7" y="5"/>
                </a:lnTo>
                <a:lnTo>
                  <a:pt x="5" y="5"/>
                </a:ln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2" name=""/>
          <p:cNvSpPr/>
          <p:nvPr/>
        </p:nvSpPr>
        <p:spPr>
          <a:xfrm>
            <a:off x="2357640" y="36864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3" y="0"/>
                </a:move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3" name=""/>
          <p:cNvSpPr/>
          <p:nvPr/>
        </p:nvSpPr>
        <p:spPr>
          <a:xfrm>
            <a:off x="2379240" y="36896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4" name=""/>
          <p:cNvSpPr/>
          <p:nvPr/>
        </p:nvSpPr>
        <p:spPr>
          <a:xfrm>
            <a:off x="2381400" y="36824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1" y="0"/>
                </a:moveTo>
                <a:lnTo>
                  <a:pt x="1" y="1"/>
                </a:lnTo>
                <a:lnTo>
                  <a:pt x="2" y="1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5" name=""/>
          <p:cNvSpPr/>
          <p:nvPr/>
        </p:nvSpPr>
        <p:spPr>
          <a:xfrm>
            <a:off x="2381400" y="36806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0"/>
                </a:move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6" name=""/>
          <p:cNvSpPr/>
          <p:nvPr/>
        </p:nvSpPr>
        <p:spPr>
          <a:xfrm>
            <a:off x="2382840" y="3680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7" name=""/>
          <p:cNvSpPr/>
          <p:nvPr/>
        </p:nvSpPr>
        <p:spPr>
          <a:xfrm>
            <a:off x="2377800" y="3678840"/>
            <a:ext cx="3240" cy="2520"/>
          </a:xfrm>
          <a:custGeom>
            <a:avLst/>
            <a:gdLst/>
            <a:ahLst/>
            <a:rect l="0" t="0" r="r" b="b"/>
            <a:pathLst>
              <a:path fill="none" w="9" h="7">
                <a:moveTo>
                  <a:pt x="3" y="0"/>
                </a:move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8" y="1"/>
                </a:lnTo>
                <a:lnTo>
                  <a:pt x="9" y="3"/>
                </a:lnTo>
                <a:lnTo>
                  <a:pt x="9" y="4"/>
                </a:lnTo>
                <a:lnTo>
                  <a:pt x="8" y="4"/>
                </a:lnTo>
                <a:lnTo>
                  <a:pt x="8" y="5"/>
                </a:lnTo>
                <a:lnTo>
                  <a:pt x="8" y="6"/>
                </a:lnTo>
                <a:lnTo>
                  <a:pt x="6" y="6"/>
                </a:lnTo>
                <a:lnTo>
                  <a:pt x="5" y="6"/>
                </a:lnTo>
                <a:lnTo>
                  <a:pt x="6" y="6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2" y="1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8" name=""/>
          <p:cNvSpPr/>
          <p:nvPr/>
        </p:nvSpPr>
        <p:spPr>
          <a:xfrm>
            <a:off x="2380680" y="3675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9" name=""/>
          <p:cNvSpPr/>
          <p:nvPr/>
        </p:nvSpPr>
        <p:spPr>
          <a:xfrm>
            <a:off x="2402640" y="3671280"/>
            <a:ext cx="2160" cy="1080"/>
          </a:xfrm>
          <a:custGeom>
            <a:avLst/>
            <a:gdLst/>
            <a:ahLst/>
            <a:rect l="0" t="0" r="r" b="b"/>
            <a:pathLst>
              <a:path fill="none" w="6" h="3">
                <a:moveTo>
                  <a:pt x="5" y="2"/>
                </a:moveTo>
                <a:lnTo>
                  <a:pt x="6" y="2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0" name=""/>
          <p:cNvSpPr/>
          <p:nvPr/>
        </p:nvSpPr>
        <p:spPr>
          <a:xfrm>
            <a:off x="2405880" y="36698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1" name=""/>
          <p:cNvSpPr/>
          <p:nvPr/>
        </p:nvSpPr>
        <p:spPr>
          <a:xfrm>
            <a:off x="2423160" y="36680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2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2" name=""/>
          <p:cNvSpPr/>
          <p:nvPr/>
        </p:nvSpPr>
        <p:spPr>
          <a:xfrm>
            <a:off x="2302200" y="3647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3" name=""/>
          <p:cNvSpPr/>
          <p:nvPr/>
        </p:nvSpPr>
        <p:spPr>
          <a:xfrm>
            <a:off x="2421720" y="36651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4" name=""/>
          <p:cNvSpPr/>
          <p:nvPr/>
        </p:nvSpPr>
        <p:spPr>
          <a:xfrm>
            <a:off x="2422800" y="36644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5" name=""/>
          <p:cNvSpPr/>
          <p:nvPr/>
        </p:nvSpPr>
        <p:spPr>
          <a:xfrm>
            <a:off x="2421360" y="366300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0" y="4"/>
                </a:lnTo>
                <a:lnTo>
                  <a:pt x="0" y="5"/>
                </a:lnTo>
                <a:lnTo>
                  <a:pt x="1" y="5"/>
                </a:lnTo>
                <a:lnTo>
                  <a:pt x="0" y="6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3" y="6"/>
                </a:lnTo>
                <a:lnTo>
                  <a:pt x="3" y="5"/>
                </a:lnTo>
                <a:lnTo>
                  <a:pt x="4" y="5"/>
                </a:lnTo>
                <a:lnTo>
                  <a:pt x="5" y="4"/>
                </a:lnTo>
                <a:lnTo>
                  <a:pt x="6" y="4"/>
                </a:lnTo>
                <a:lnTo>
                  <a:pt x="6" y="2"/>
                </a:lnTo>
                <a:lnTo>
                  <a:pt x="7" y="1"/>
                </a:lnTo>
                <a:lnTo>
                  <a:pt x="6" y="1"/>
                </a:lnTo>
                <a:lnTo>
                  <a:pt x="7" y="0"/>
                </a:lnTo>
                <a:lnTo>
                  <a:pt x="6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5" y="1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6" name=""/>
          <p:cNvSpPr/>
          <p:nvPr/>
        </p:nvSpPr>
        <p:spPr>
          <a:xfrm>
            <a:off x="2307600" y="364356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3"/>
                </a:move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7" name=""/>
          <p:cNvSpPr/>
          <p:nvPr/>
        </p:nvSpPr>
        <p:spPr>
          <a:xfrm>
            <a:off x="2424240" y="36597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8" name=""/>
          <p:cNvSpPr/>
          <p:nvPr/>
        </p:nvSpPr>
        <p:spPr>
          <a:xfrm>
            <a:off x="2423160" y="365940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3" y="0"/>
                </a:move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1" y="6"/>
                </a:lnTo>
                <a:lnTo>
                  <a:pt x="3" y="6"/>
                </a:lnTo>
                <a:lnTo>
                  <a:pt x="4" y="6"/>
                </a:lnTo>
                <a:lnTo>
                  <a:pt x="3" y="6"/>
                </a:lnTo>
                <a:lnTo>
                  <a:pt x="3" y="4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9" name=""/>
          <p:cNvSpPr/>
          <p:nvPr/>
        </p:nvSpPr>
        <p:spPr>
          <a:xfrm>
            <a:off x="2427840" y="36576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0" name=""/>
          <p:cNvSpPr/>
          <p:nvPr/>
        </p:nvSpPr>
        <p:spPr>
          <a:xfrm>
            <a:off x="2426400" y="36568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1" name=""/>
          <p:cNvSpPr/>
          <p:nvPr/>
        </p:nvSpPr>
        <p:spPr>
          <a:xfrm>
            <a:off x="2426760" y="36565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2" name=""/>
          <p:cNvSpPr/>
          <p:nvPr/>
        </p:nvSpPr>
        <p:spPr>
          <a:xfrm>
            <a:off x="2427840" y="365652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3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3" name=""/>
          <p:cNvSpPr/>
          <p:nvPr/>
        </p:nvSpPr>
        <p:spPr>
          <a:xfrm>
            <a:off x="2427120" y="36561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4" name=""/>
          <p:cNvSpPr/>
          <p:nvPr/>
        </p:nvSpPr>
        <p:spPr>
          <a:xfrm>
            <a:off x="2428560" y="365364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1"/>
                </a:moveTo>
                <a:lnTo>
                  <a:pt x="3" y="1"/>
                </a:lnTo>
                <a:lnTo>
                  <a:pt x="5" y="1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3"/>
                </a:lnTo>
                <a:lnTo>
                  <a:pt x="0" y="3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3" y="3"/>
                </a:lnTo>
                <a:lnTo>
                  <a:pt x="5" y="3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5" name=""/>
          <p:cNvSpPr/>
          <p:nvPr/>
        </p:nvSpPr>
        <p:spPr>
          <a:xfrm>
            <a:off x="2430000" y="36532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3" y="0"/>
                </a:lnTo>
                <a:lnTo>
                  <a:pt x="1" y="0"/>
                </a:lnTo>
                <a:lnTo>
                  <a:pt x="0" y="1"/>
                </a:lnTo>
                <a:lnTo>
                  <a:pt x="0" y="2"/>
                </a:lnTo>
                <a:lnTo>
                  <a:pt x="0" y="4"/>
                </a:lnTo>
                <a:lnTo>
                  <a:pt x="1" y="4"/>
                </a:lnTo>
                <a:lnTo>
                  <a:pt x="1" y="2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6" name=""/>
          <p:cNvSpPr/>
          <p:nvPr/>
        </p:nvSpPr>
        <p:spPr>
          <a:xfrm>
            <a:off x="2430360" y="3652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7" name=""/>
          <p:cNvSpPr/>
          <p:nvPr/>
        </p:nvSpPr>
        <p:spPr>
          <a:xfrm>
            <a:off x="2430720" y="36525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1"/>
                </a:move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8" name=""/>
          <p:cNvSpPr/>
          <p:nvPr/>
        </p:nvSpPr>
        <p:spPr>
          <a:xfrm>
            <a:off x="2432520" y="365112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0"/>
                </a:moveTo>
                <a:lnTo>
                  <a:pt x="4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9" name=""/>
          <p:cNvSpPr/>
          <p:nvPr/>
        </p:nvSpPr>
        <p:spPr>
          <a:xfrm>
            <a:off x="2433960" y="3651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0" name=""/>
          <p:cNvSpPr/>
          <p:nvPr/>
        </p:nvSpPr>
        <p:spPr>
          <a:xfrm>
            <a:off x="2435400" y="36504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1" name=""/>
          <p:cNvSpPr/>
          <p:nvPr/>
        </p:nvSpPr>
        <p:spPr>
          <a:xfrm>
            <a:off x="2625120" y="3570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2" y="4"/>
                </a:lnTo>
                <a:lnTo>
                  <a:pt x="2" y="2"/>
                </a:lnTo>
                <a:lnTo>
                  <a:pt x="4" y="2"/>
                </a:lnTo>
                <a:lnTo>
                  <a:pt x="2" y="0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2" name=""/>
          <p:cNvSpPr/>
          <p:nvPr/>
        </p:nvSpPr>
        <p:spPr>
          <a:xfrm>
            <a:off x="2624040" y="35690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5"/>
                </a:moveTo>
                <a:lnTo>
                  <a:pt x="4" y="5"/>
                </a:lnTo>
                <a:lnTo>
                  <a:pt x="4" y="3"/>
                </a:ln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2"/>
                </a:lnTo>
                <a:lnTo>
                  <a:pt x="2" y="3"/>
                </a:lnTo>
                <a:lnTo>
                  <a:pt x="2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3" name=""/>
          <p:cNvSpPr/>
          <p:nvPr/>
        </p:nvSpPr>
        <p:spPr>
          <a:xfrm>
            <a:off x="2614680" y="35622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4" name=""/>
          <p:cNvSpPr/>
          <p:nvPr/>
        </p:nvSpPr>
        <p:spPr>
          <a:xfrm>
            <a:off x="2614680" y="35607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5" name=""/>
          <p:cNvSpPr/>
          <p:nvPr/>
        </p:nvSpPr>
        <p:spPr>
          <a:xfrm>
            <a:off x="2614320" y="35593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3"/>
                </a:moveTo>
                <a:lnTo>
                  <a:pt x="2" y="3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6" name=""/>
          <p:cNvSpPr/>
          <p:nvPr/>
        </p:nvSpPr>
        <p:spPr>
          <a:xfrm>
            <a:off x="774000" y="3162960"/>
            <a:ext cx="1998360" cy="1227960"/>
          </a:xfrm>
          <a:custGeom>
            <a:avLst/>
            <a:gdLst/>
            <a:ahLst/>
            <a:rect l="0" t="0" r="r" b="b"/>
            <a:pathLst>
              <a:path fill="none" w="5551" h="3411">
                <a:moveTo>
                  <a:pt x="4516" y="1"/>
                </a:moveTo>
                <a:lnTo>
                  <a:pt x="4517" y="2"/>
                </a:lnTo>
                <a:lnTo>
                  <a:pt x="4518" y="2"/>
                </a:lnTo>
                <a:lnTo>
                  <a:pt x="4519" y="2"/>
                </a:lnTo>
                <a:lnTo>
                  <a:pt x="4520" y="3"/>
                </a:lnTo>
                <a:lnTo>
                  <a:pt x="4521" y="3"/>
                </a:lnTo>
                <a:lnTo>
                  <a:pt x="4521" y="4"/>
                </a:lnTo>
                <a:lnTo>
                  <a:pt x="4522" y="4"/>
                </a:lnTo>
                <a:lnTo>
                  <a:pt x="4522" y="5"/>
                </a:lnTo>
                <a:lnTo>
                  <a:pt x="4522" y="6"/>
                </a:lnTo>
                <a:lnTo>
                  <a:pt x="4523" y="7"/>
                </a:lnTo>
                <a:lnTo>
                  <a:pt x="4524" y="7"/>
                </a:lnTo>
                <a:lnTo>
                  <a:pt x="4525" y="7"/>
                </a:lnTo>
                <a:lnTo>
                  <a:pt x="4526" y="7"/>
                </a:lnTo>
                <a:lnTo>
                  <a:pt x="4527" y="7"/>
                </a:lnTo>
                <a:lnTo>
                  <a:pt x="4528" y="7"/>
                </a:lnTo>
                <a:lnTo>
                  <a:pt x="4529" y="7"/>
                </a:lnTo>
                <a:lnTo>
                  <a:pt x="4530" y="7"/>
                </a:lnTo>
                <a:lnTo>
                  <a:pt x="4531" y="7"/>
                </a:lnTo>
                <a:lnTo>
                  <a:pt x="4533" y="8"/>
                </a:lnTo>
                <a:lnTo>
                  <a:pt x="4535" y="8"/>
                </a:lnTo>
                <a:lnTo>
                  <a:pt x="4536" y="8"/>
                </a:lnTo>
                <a:lnTo>
                  <a:pt x="4538" y="8"/>
                </a:lnTo>
                <a:lnTo>
                  <a:pt x="4539" y="8"/>
                </a:lnTo>
                <a:lnTo>
                  <a:pt x="4540" y="8"/>
                </a:lnTo>
                <a:lnTo>
                  <a:pt x="4541" y="9"/>
                </a:lnTo>
                <a:lnTo>
                  <a:pt x="4542" y="9"/>
                </a:lnTo>
                <a:lnTo>
                  <a:pt x="4544" y="10"/>
                </a:lnTo>
                <a:lnTo>
                  <a:pt x="4546" y="12"/>
                </a:lnTo>
                <a:lnTo>
                  <a:pt x="4548" y="13"/>
                </a:lnTo>
                <a:lnTo>
                  <a:pt x="4549" y="13"/>
                </a:lnTo>
                <a:lnTo>
                  <a:pt x="4551" y="15"/>
                </a:lnTo>
                <a:lnTo>
                  <a:pt x="4551" y="16"/>
                </a:lnTo>
                <a:lnTo>
                  <a:pt x="4552" y="16"/>
                </a:lnTo>
                <a:lnTo>
                  <a:pt x="4552" y="17"/>
                </a:lnTo>
                <a:lnTo>
                  <a:pt x="4553" y="17"/>
                </a:lnTo>
                <a:lnTo>
                  <a:pt x="4554" y="17"/>
                </a:lnTo>
                <a:lnTo>
                  <a:pt x="4555" y="17"/>
                </a:lnTo>
                <a:lnTo>
                  <a:pt x="4556" y="17"/>
                </a:lnTo>
                <a:lnTo>
                  <a:pt x="4557" y="17"/>
                </a:lnTo>
                <a:lnTo>
                  <a:pt x="4558" y="17"/>
                </a:lnTo>
                <a:lnTo>
                  <a:pt x="4558" y="18"/>
                </a:lnTo>
                <a:lnTo>
                  <a:pt x="4558" y="19"/>
                </a:lnTo>
                <a:lnTo>
                  <a:pt x="4559" y="19"/>
                </a:lnTo>
                <a:lnTo>
                  <a:pt x="4559" y="20"/>
                </a:lnTo>
                <a:lnTo>
                  <a:pt x="4560" y="20"/>
                </a:lnTo>
                <a:lnTo>
                  <a:pt x="4561" y="21"/>
                </a:lnTo>
                <a:lnTo>
                  <a:pt x="4561" y="22"/>
                </a:lnTo>
                <a:lnTo>
                  <a:pt x="4562" y="22"/>
                </a:lnTo>
                <a:lnTo>
                  <a:pt x="4563" y="22"/>
                </a:lnTo>
                <a:lnTo>
                  <a:pt x="4564" y="22"/>
                </a:lnTo>
                <a:lnTo>
                  <a:pt x="4565" y="21"/>
                </a:lnTo>
                <a:lnTo>
                  <a:pt x="4566" y="21"/>
                </a:lnTo>
                <a:lnTo>
                  <a:pt x="4566" y="20"/>
                </a:lnTo>
                <a:lnTo>
                  <a:pt x="4567" y="20"/>
                </a:lnTo>
                <a:lnTo>
                  <a:pt x="4568" y="20"/>
                </a:lnTo>
                <a:lnTo>
                  <a:pt x="4570" y="19"/>
                </a:lnTo>
                <a:lnTo>
                  <a:pt x="4571" y="19"/>
                </a:lnTo>
                <a:lnTo>
                  <a:pt x="4572" y="19"/>
                </a:lnTo>
                <a:lnTo>
                  <a:pt x="4573" y="19"/>
                </a:lnTo>
                <a:lnTo>
                  <a:pt x="4574" y="19"/>
                </a:lnTo>
                <a:lnTo>
                  <a:pt x="4574" y="20"/>
                </a:lnTo>
                <a:lnTo>
                  <a:pt x="4575" y="21"/>
                </a:lnTo>
                <a:lnTo>
                  <a:pt x="4576" y="21"/>
                </a:lnTo>
                <a:lnTo>
                  <a:pt x="4576" y="22"/>
                </a:lnTo>
                <a:lnTo>
                  <a:pt x="4577" y="22"/>
                </a:lnTo>
                <a:lnTo>
                  <a:pt x="4578" y="23"/>
                </a:lnTo>
                <a:lnTo>
                  <a:pt x="4579" y="23"/>
                </a:lnTo>
                <a:lnTo>
                  <a:pt x="4580" y="24"/>
                </a:lnTo>
                <a:lnTo>
                  <a:pt x="4581" y="25"/>
                </a:lnTo>
                <a:lnTo>
                  <a:pt x="4581" y="26"/>
                </a:lnTo>
                <a:lnTo>
                  <a:pt x="4582" y="26"/>
                </a:lnTo>
                <a:lnTo>
                  <a:pt x="4582" y="27"/>
                </a:lnTo>
                <a:lnTo>
                  <a:pt x="4582" y="28"/>
                </a:lnTo>
                <a:lnTo>
                  <a:pt x="4583" y="28"/>
                </a:lnTo>
                <a:lnTo>
                  <a:pt x="4583" y="29"/>
                </a:lnTo>
                <a:lnTo>
                  <a:pt x="4584" y="30"/>
                </a:lnTo>
                <a:lnTo>
                  <a:pt x="4584" y="31"/>
                </a:lnTo>
                <a:lnTo>
                  <a:pt x="4585" y="31"/>
                </a:lnTo>
                <a:lnTo>
                  <a:pt x="4585" y="32"/>
                </a:lnTo>
                <a:lnTo>
                  <a:pt x="4586" y="32"/>
                </a:lnTo>
                <a:lnTo>
                  <a:pt x="4587" y="32"/>
                </a:lnTo>
                <a:lnTo>
                  <a:pt x="4588" y="32"/>
                </a:lnTo>
                <a:lnTo>
                  <a:pt x="4588" y="33"/>
                </a:lnTo>
                <a:lnTo>
                  <a:pt x="4589" y="33"/>
                </a:lnTo>
                <a:lnTo>
                  <a:pt x="4589" y="34"/>
                </a:lnTo>
                <a:lnTo>
                  <a:pt x="4590" y="34"/>
                </a:lnTo>
                <a:lnTo>
                  <a:pt x="4590" y="35"/>
                </a:lnTo>
                <a:lnTo>
                  <a:pt x="4591" y="35"/>
                </a:lnTo>
                <a:lnTo>
                  <a:pt x="4591" y="36"/>
                </a:lnTo>
                <a:lnTo>
                  <a:pt x="4592" y="36"/>
                </a:lnTo>
                <a:lnTo>
                  <a:pt x="4592" y="35"/>
                </a:lnTo>
                <a:lnTo>
                  <a:pt x="4593" y="35"/>
                </a:lnTo>
                <a:lnTo>
                  <a:pt x="4594" y="36"/>
                </a:lnTo>
                <a:lnTo>
                  <a:pt x="4595" y="36"/>
                </a:lnTo>
                <a:lnTo>
                  <a:pt x="4596" y="37"/>
                </a:lnTo>
                <a:lnTo>
                  <a:pt x="4597" y="37"/>
                </a:lnTo>
                <a:lnTo>
                  <a:pt x="4598" y="37"/>
                </a:lnTo>
                <a:lnTo>
                  <a:pt x="4600" y="37"/>
                </a:lnTo>
                <a:lnTo>
                  <a:pt x="4603" y="37"/>
                </a:lnTo>
                <a:lnTo>
                  <a:pt x="4605" y="36"/>
                </a:lnTo>
                <a:lnTo>
                  <a:pt x="4606" y="36"/>
                </a:lnTo>
                <a:lnTo>
                  <a:pt x="4607" y="37"/>
                </a:lnTo>
                <a:lnTo>
                  <a:pt x="4607" y="36"/>
                </a:lnTo>
                <a:lnTo>
                  <a:pt x="4608" y="36"/>
                </a:lnTo>
                <a:lnTo>
                  <a:pt x="4609" y="37"/>
                </a:lnTo>
                <a:lnTo>
                  <a:pt x="4610" y="37"/>
                </a:lnTo>
                <a:lnTo>
                  <a:pt x="4611" y="37"/>
                </a:lnTo>
                <a:lnTo>
                  <a:pt x="4612" y="37"/>
                </a:lnTo>
                <a:lnTo>
                  <a:pt x="4613" y="37"/>
                </a:lnTo>
                <a:lnTo>
                  <a:pt x="4614" y="37"/>
                </a:lnTo>
                <a:lnTo>
                  <a:pt x="4614" y="38"/>
                </a:lnTo>
                <a:lnTo>
                  <a:pt x="4615" y="38"/>
                </a:lnTo>
                <a:lnTo>
                  <a:pt x="4616" y="38"/>
                </a:lnTo>
                <a:lnTo>
                  <a:pt x="4617" y="39"/>
                </a:lnTo>
                <a:lnTo>
                  <a:pt x="4616" y="40"/>
                </a:lnTo>
                <a:lnTo>
                  <a:pt x="4616" y="41"/>
                </a:lnTo>
                <a:lnTo>
                  <a:pt x="4615" y="41"/>
                </a:lnTo>
                <a:lnTo>
                  <a:pt x="4615" y="42"/>
                </a:lnTo>
                <a:lnTo>
                  <a:pt x="4616" y="42"/>
                </a:lnTo>
                <a:lnTo>
                  <a:pt x="4617" y="43"/>
                </a:lnTo>
                <a:lnTo>
                  <a:pt x="4618" y="43"/>
                </a:lnTo>
                <a:lnTo>
                  <a:pt x="4619" y="43"/>
                </a:lnTo>
                <a:lnTo>
                  <a:pt x="4620" y="43"/>
                </a:lnTo>
                <a:lnTo>
                  <a:pt x="4622" y="43"/>
                </a:lnTo>
                <a:lnTo>
                  <a:pt x="4623" y="43"/>
                </a:lnTo>
                <a:lnTo>
                  <a:pt x="4624" y="43"/>
                </a:lnTo>
                <a:lnTo>
                  <a:pt x="4625" y="43"/>
                </a:lnTo>
                <a:lnTo>
                  <a:pt x="4626" y="43"/>
                </a:lnTo>
                <a:lnTo>
                  <a:pt x="4627" y="43"/>
                </a:lnTo>
                <a:lnTo>
                  <a:pt x="4627" y="44"/>
                </a:lnTo>
                <a:lnTo>
                  <a:pt x="4628" y="45"/>
                </a:lnTo>
                <a:lnTo>
                  <a:pt x="4628" y="46"/>
                </a:lnTo>
                <a:lnTo>
                  <a:pt x="4628" y="47"/>
                </a:lnTo>
                <a:lnTo>
                  <a:pt x="4629" y="47"/>
                </a:lnTo>
                <a:lnTo>
                  <a:pt x="4629" y="48"/>
                </a:lnTo>
                <a:lnTo>
                  <a:pt x="4630" y="48"/>
                </a:lnTo>
                <a:lnTo>
                  <a:pt x="4631" y="48"/>
                </a:lnTo>
                <a:lnTo>
                  <a:pt x="4632" y="48"/>
                </a:lnTo>
                <a:lnTo>
                  <a:pt x="4632" y="47"/>
                </a:lnTo>
                <a:lnTo>
                  <a:pt x="4633" y="47"/>
                </a:lnTo>
                <a:lnTo>
                  <a:pt x="4633" y="46"/>
                </a:lnTo>
                <a:lnTo>
                  <a:pt x="4633" y="45"/>
                </a:lnTo>
                <a:lnTo>
                  <a:pt x="4632" y="45"/>
                </a:lnTo>
                <a:lnTo>
                  <a:pt x="4632" y="44"/>
                </a:lnTo>
                <a:lnTo>
                  <a:pt x="4632" y="43"/>
                </a:lnTo>
                <a:lnTo>
                  <a:pt x="4631" y="43"/>
                </a:lnTo>
                <a:lnTo>
                  <a:pt x="4631" y="42"/>
                </a:lnTo>
                <a:lnTo>
                  <a:pt x="4631" y="41"/>
                </a:lnTo>
                <a:lnTo>
                  <a:pt x="4632" y="40"/>
                </a:lnTo>
                <a:lnTo>
                  <a:pt x="4636" y="39"/>
                </a:lnTo>
                <a:lnTo>
                  <a:pt x="4637" y="39"/>
                </a:lnTo>
                <a:lnTo>
                  <a:pt x="4638" y="38"/>
                </a:lnTo>
                <a:lnTo>
                  <a:pt x="4639" y="38"/>
                </a:lnTo>
                <a:lnTo>
                  <a:pt x="4641" y="37"/>
                </a:lnTo>
                <a:lnTo>
                  <a:pt x="4642" y="37"/>
                </a:lnTo>
                <a:lnTo>
                  <a:pt x="4643" y="37"/>
                </a:lnTo>
                <a:lnTo>
                  <a:pt x="4644" y="37"/>
                </a:lnTo>
                <a:lnTo>
                  <a:pt x="4645" y="37"/>
                </a:lnTo>
                <a:lnTo>
                  <a:pt x="4647" y="37"/>
                </a:lnTo>
                <a:lnTo>
                  <a:pt x="4648" y="37"/>
                </a:lnTo>
                <a:lnTo>
                  <a:pt x="4651" y="37"/>
                </a:lnTo>
                <a:lnTo>
                  <a:pt x="4653" y="37"/>
                </a:lnTo>
                <a:lnTo>
                  <a:pt x="4655" y="37"/>
                </a:lnTo>
                <a:lnTo>
                  <a:pt x="4656" y="37"/>
                </a:lnTo>
                <a:lnTo>
                  <a:pt x="4657" y="37"/>
                </a:lnTo>
                <a:lnTo>
                  <a:pt x="4658" y="37"/>
                </a:lnTo>
                <a:lnTo>
                  <a:pt x="4659" y="38"/>
                </a:lnTo>
                <a:lnTo>
                  <a:pt x="4660" y="38"/>
                </a:lnTo>
                <a:lnTo>
                  <a:pt x="4661" y="38"/>
                </a:lnTo>
                <a:lnTo>
                  <a:pt x="4661" y="39"/>
                </a:lnTo>
                <a:lnTo>
                  <a:pt x="4662" y="39"/>
                </a:lnTo>
                <a:lnTo>
                  <a:pt x="4663" y="39"/>
                </a:lnTo>
                <a:lnTo>
                  <a:pt x="4667" y="41"/>
                </a:lnTo>
                <a:lnTo>
                  <a:pt x="4667" y="42"/>
                </a:lnTo>
                <a:lnTo>
                  <a:pt x="4668" y="42"/>
                </a:lnTo>
                <a:lnTo>
                  <a:pt x="4669" y="42"/>
                </a:lnTo>
                <a:lnTo>
                  <a:pt x="4669" y="43"/>
                </a:lnTo>
                <a:lnTo>
                  <a:pt x="4670" y="43"/>
                </a:lnTo>
                <a:lnTo>
                  <a:pt x="4671" y="43"/>
                </a:lnTo>
                <a:lnTo>
                  <a:pt x="4672" y="43"/>
                </a:lnTo>
                <a:lnTo>
                  <a:pt x="4672" y="44"/>
                </a:lnTo>
                <a:lnTo>
                  <a:pt x="4673" y="44"/>
                </a:lnTo>
                <a:lnTo>
                  <a:pt x="4674" y="44"/>
                </a:lnTo>
                <a:lnTo>
                  <a:pt x="4675" y="44"/>
                </a:lnTo>
                <a:lnTo>
                  <a:pt x="4676" y="45"/>
                </a:lnTo>
                <a:lnTo>
                  <a:pt x="4676" y="44"/>
                </a:lnTo>
                <a:lnTo>
                  <a:pt x="4677" y="45"/>
                </a:lnTo>
                <a:lnTo>
                  <a:pt x="4678" y="45"/>
                </a:lnTo>
                <a:lnTo>
                  <a:pt x="4679" y="45"/>
                </a:lnTo>
                <a:lnTo>
                  <a:pt x="4680" y="46"/>
                </a:lnTo>
                <a:lnTo>
                  <a:pt x="4681" y="46"/>
                </a:lnTo>
                <a:lnTo>
                  <a:pt x="4682" y="47"/>
                </a:lnTo>
                <a:lnTo>
                  <a:pt x="4683" y="47"/>
                </a:lnTo>
                <a:lnTo>
                  <a:pt x="4684" y="47"/>
                </a:lnTo>
                <a:lnTo>
                  <a:pt x="4685" y="47"/>
                </a:lnTo>
                <a:lnTo>
                  <a:pt x="4686" y="48"/>
                </a:lnTo>
                <a:lnTo>
                  <a:pt x="4687" y="48"/>
                </a:lnTo>
                <a:lnTo>
                  <a:pt x="4687" y="49"/>
                </a:lnTo>
                <a:lnTo>
                  <a:pt x="4686" y="49"/>
                </a:lnTo>
                <a:lnTo>
                  <a:pt x="4686" y="50"/>
                </a:lnTo>
                <a:lnTo>
                  <a:pt x="4686" y="51"/>
                </a:lnTo>
                <a:lnTo>
                  <a:pt x="4687" y="52"/>
                </a:lnTo>
                <a:lnTo>
                  <a:pt x="4687" y="53"/>
                </a:lnTo>
                <a:lnTo>
                  <a:pt x="4688" y="53"/>
                </a:lnTo>
                <a:lnTo>
                  <a:pt x="4689" y="53"/>
                </a:lnTo>
                <a:lnTo>
                  <a:pt x="4689" y="52"/>
                </a:lnTo>
                <a:lnTo>
                  <a:pt x="4690" y="52"/>
                </a:lnTo>
                <a:lnTo>
                  <a:pt x="4691" y="51"/>
                </a:lnTo>
                <a:lnTo>
                  <a:pt x="4692" y="51"/>
                </a:lnTo>
                <a:lnTo>
                  <a:pt x="4692" y="50"/>
                </a:lnTo>
                <a:lnTo>
                  <a:pt x="4693" y="50"/>
                </a:lnTo>
                <a:lnTo>
                  <a:pt x="4694" y="49"/>
                </a:lnTo>
                <a:lnTo>
                  <a:pt x="4695" y="49"/>
                </a:lnTo>
                <a:lnTo>
                  <a:pt x="4696" y="49"/>
                </a:lnTo>
                <a:lnTo>
                  <a:pt x="4697" y="49"/>
                </a:lnTo>
                <a:lnTo>
                  <a:pt x="4697" y="50"/>
                </a:lnTo>
                <a:lnTo>
                  <a:pt x="4698" y="50"/>
                </a:lnTo>
                <a:lnTo>
                  <a:pt x="4698" y="51"/>
                </a:lnTo>
                <a:lnTo>
                  <a:pt x="4699" y="51"/>
                </a:lnTo>
                <a:lnTo>
                  <a:pt x="4699" y="52"/>
                </a:lnTo>
                <a:lnTo>
                  <a:pt x="4699" y="53"/>
                </a:lnTo>
                <a:lnTo>
                  <a:pt x="4699" y="54"/>
                </a:lnTo>
                <a:lnTo>
                  <a:pt x="4700" y="54"/>
                </a:lnTo>
                <a:lnTo>
                  <a:pt x="4700" y="55"/>
                </a:lnTo>
                <a:lnTo>
                  <a:pt x="4701" y="55"/>
                </a:lnTo>
                <a:lnTo>
                  <a:pt x="4702" y="56"/>
                </a:lnTo>
                <a:lnTo>
                  <a:pt x="4702" y="57"/>
                </a:lnTo>
                <a:lnTo>
                  <a:pt x="4703" y="57"/>
                </a:lnTo>
                <a:lnTo>
                  <a:pt x="4704" y="58"/>
                </a:lnTo>
                <a:lnTo>
                  <a:pt x="4705" y="58"/>
                </a:lnTo>
                <a:lnTo>
                  <a:pt x="4706" y="58"/>
                </a:lnTo>
                <a:lnTo>
                  <a:pt x="4707" y="58"/>
                </a:lnTo>
                <a:lnTo>
                  <a:pt x="4708" y="58"/>
                </a:lnTo>
                <a:lnTo>
                  <a:pt x="4708" y="59"/>
                </a:lnTo>
                <a:lnTo>
                  <a:pt x="4709" y="59"/>
                </a:lnTo>
                <a:lnTo>
                  <a:pt x="4709" y="60"/>
                </a:lnTo>
                <a:lnTo>
                  <a:pt x="4708" y="60"/>
                </a:lnTo>
                <a:lnTo>
                  <a:pt x="4707" y="60"/>
                </a:lnTo>
                <a:lnTo>
                  <a:pt x="4707" y="61"/>
                </a:lnTo>
                <a:lnTo>
                  <a:pt x="4707" y="62"/>
                </a:lnTo>
                <a:lnTo>
                  <a:pt x="4707" y="63"/>
                </a:lnTo>
                <a:lnTo>
                  <a:pt x="4707" y="64"/>
                </a:lnTo>
                <a:lnTo>
                  <a:pt x="4706" y="65"/>
                </a:lnTo>
                <a:lnTo>
                  <a:pt x="4704" y="65"/>
                </a:lnTo>
                <a:lnTo>
                  <a:pt x="4703" y="65"/>
                </a:lnTo>
                <a:lnTo>
                  <a:pt x="4702" y="65"/>
                </a:lnTo>
                <a:lnTo>
                  <a:pt x="4702" y="66"/>
                </a:lnTo>
                <a:lnTo>
                  <a:pt x="4701" y="66"/>
                </a:lnTo>
                <a:lnTo>
                  <a:pt x="4701" y="67"/>
                </a:lnTo>
                <a:lnTo>
                  <a:pt x="4701" y="68"/>
                </a:lnTo>
                <a:lnTo>
                  <a:pt x="4701" y="70"/>
                </a:lnTo>
                <a:lnTo>
                  <a:pt x="4701" y="71"/>
                </a:lnTo>
                <a:lnTo>
                  <a:pt x="4701" y="72"/>
                </a:lnTo>
                <a:lnTo>
                  <a:pt x="4702" y="72"/>
                </a:lnTo>
                <a:lnTo>
                  <a:pt x="4703" y="72"/>
                </a:lnTo>
                <a:lnTo>
                  <a:pt x="4704" y="71"/>
                </a:lnTo>
                <a:lnTo>
                  <a:pt x="4705" y="71"/>
                </a:lnTo>
                <a:lnTo>
                  <a:pt x="4705" y="70"/>
                </a:lnTo>
                <a:lnTo>
                  <a:pt x="4706" y="70"/>
                </a:lnTo>
                <a:lnTo>
                  <a:pt x="4707" y="70"/>
                </a:lnTo>
                <a:lnTo>
                  <a:pt x="4709" y="70"/>
                </a:lnTo>
                <a:lnTo>
                  <a:pt x="4710" y="69"/>
                </a:lnTo>
                <a:lnTo>
                  <a:pt x="4710" y="68"/>
                </a:lnTo>
                <a:lnTo>
                  <a:pt x="4711" y="68"/>
                </a:lnTo>
                <a:lnTo>
                  <a:pt x="4712" y="68"/>
                </a:lnTo>
                <a:lnTo>
                  <a:pt x="4713" y="69"/>
                </a:lnTo>
                <a:lnTo>
                  <a:pt x="4714" y="69"/>
                </a:lnTo>
                <a:lnTo>
                  <a:pt x="4714" y="68"/>
                </a:lnTo>
                <a:lnTo>
                  <a:pt x="4715" y="68"/>
                </a:lnTo>
                <a:lnTo>
                  <a:pt x="4716" y="68"/>
                </a:lnTo>
                <a:lnTo>
                  <a:pt x="4717" y="68"/>
                </a:lnTo>
                <a:lnTo>
                  <a:pt x="4717" y="69"/>
                </a:lnTo>
                <a:lnTo>
                  <a:pt x="4718" y="69"/>
                </a:lnTo>
                <a:lnTo>
                  <a:pt x="4718" y="70"/>
                </a:lnTo>
                <a:lnTo>
                  <a:pt x="4718" y="71"/>
                </a:lnTo>
                <a:lnTo>
                  <a:pt x="4718" y="72"/>
                </a:lnTo>
                <a:lnTo>
                  <a:pt x="4719" y="72"/>
                </a:lnTo>
                <a:lnTo>
                  <a:pt x="4719" y="73"/>
                </a:lnTo>
                <a:lnTo>
                  <a:pt x="4720" y="73"/>
                </a:lnTo>
                <a:lnTo>
                  <a:pt x="4721" y="74"/>
                </a:lnTo>
                <a:lnTo>
                  <a:pt x="4722" y="75"/>
                </a:lnTo>
                <a:lnTo>
                  <a:pt x="4723" y="75"/>
                </a:lnTo>
                <a:lnTo>
                  <a:pt x="4723" y="76"/>
                </a:lnTo>
                <a:lnTo>
                  <a:pt x="4724" y="76"/>
                </a:lnTo>
                <a:lnTo>
                  <a:pt x="4724" y="77"/>
                </a:lnTo>
                <a:lnTo>
                  <a:pt x="4725" y="77"/>
                </a:lnTo>
                <a:lnTo>
                  <a:pt x="4725" y="78"/>
                </a:lnTo>
                <a:lnTo>
                  <a:pt x="4725" y="79"/>
                </a:lnTo>
                <a:lnTo>
                  <a:pt x="4725" y="80"/>
                </a:lnTo>
                <a:lnTo>
                  <a:pt x="4726" y="80"/>
                </a:lnTo>
                <a:lnTo>
                  <a:pt x="4727" y="80"/>
                </a:lnTo>
                <a:lnTo>
                  <a:pt x="4727" y="81"/>
                </a:lnTo>
                <a:lnTo>
                  <a:pt x="4728" y="81"/>
                </a:lnTo>
                <a:lnTo>
                  <a:pt x="4728" y="82"/>
                </a:lnTo>
                <a:lnTo>
                  <a:pt x="4729" y="82"/>
                </a:lnTo>
                <a:lnTo>
                  <a:pt x="4729" y="83"/>
                </a:lnTo>
                <a:lnTo>
                  <a:pt x="4730" y="83"/>
                </a:lnTo>
                <a:lnTo>
                  <a:pt x="4730" y="82"/>
                </a:lnTo>
                <a:lnTo>
                  <a:pt x="4731" y="82"/>
                </a:lnTo>
                <a:lnTo>
                  <a:pt x="4731" y="81"/>
                </a:lnTo>
                <a:lnTo>
                  <a:pt x="4732" y="81"/>
                </a:lnTo>
                <a:lnTo>
                  <a:pt x="4732" y="80"/>
                </a:lnTo>
                <a:lnTo>
                  <a:pt x="4732" y="79"/>
                </a:lnTo>
                <a:lnTo>
                  <a:pt x="4733" y="78"/>
                </a:lnTo>
                <a:lnTo>
                  <a:pt x="4734" y="78"/>
                </a:lnTo>
                <a:lnTo>
                  <a:pt x="4735" y="78"/>
                </a:lnTo>
                <a:lnTo>
                  <a:pt x="4736" y="78"/>
                </a:lnTo>
                <a:lnTo>
                  <a:pt x="4738" y="80"/>
                </a:lnTo>
                <a:lnTo>
                  <a:pt x="4740" y="80"/>
                </a:lnTo>
                <a:lnTo>
                  <a:pt x="4741" y="81"/>
                </a:lnTo>
                <a:lnTo>
                  <a:pt x="4742" y="81"/>
                </a:lnTo>
                <a:lnTo>
                  <a:pt x="4742" y="82"/>
                </a:lnTo>
                <a:lnTo>
                  <a:pt x="4741" y="82"/>
                </a:lnTo>
                <a:lnTo>
                  <a:pt x="4741" y="83"/>
                </a:lnTo>
                <a:lnTo>
                  <a:pt x="4740" y="83"/>
                </a:lnTo>
                <a:lnTo>
                  <a:pt x="4739" y="83"/>
                </a:lnTo>
                <a:lnTo>
                  <a:pt x="4737" y="83"/>
                </a:lnTo>
                <a:lnTo>
                  <a:pt x="4736" y="83"/>
                </a:lnTo>
                <a:lnTo>
                  <a:pt x="4735" y="84"/>
                </a:lnTo>
                <a:lnTo>
                  <a:pt x="4735" y="85"/>
                </a:lnTo>
                <a:lnTo>
                  <a:pt x="4736" y="86"/>
                </a:lnTo>
                <a:lnTo>
                  <a:pt x="4736" y="87"/>
                </a:lnTo>
                <a:lnTo>
                  <a:pt x="4737" y="88"/>
                </a:lnTo>
                <a:lnTo>
                  <a:pt x="4737" y="89"/>
                </a:lnTo>
                <a:lnTo>
                  <a:pt x="4738" y="89"/>
                </a:lnTo>
                <a:lnTo>
                  <a:pt x="4738" y="90"/>
                </a:lnTo>
                <a:lnTo>
                  <a:pt x="4737" y="90"/>
                </a:lnTo>
                <a:lnTo>
                  <a:pt x="4736" y="91"/>
                </a:lnTo>
                <a:lnTo>
                  <a:pt x="4733" y="91"/>
                </a:lnTo>
                <a:lnTo>
                  <a:pt x="4732" y="91"/>
                </a:lnTo>
                <a:lnTo>
                  <a:pt x="4731" y="91"/>
                </a:lnTo>
                <a:lnTo>
                  <a:pt x="4730" y="91"/>
                </a:lnTo>
                <a:lnTo>
                  <a:pt x="4729" y="93"/>
                </a:lnTo>
                <a:lnTo>
                  <a:pt x="4728" y="94"/>
                </a:lnTo>
                <a:lnTo>
                  <a:pt x="4728" y="96"/>
                </a:lnTo>
                <a:lnTo>
                  <a:pt x="4729" y="97"/>
                </a:lnTo>
                <a:lnTo>
                  <a:pt x="4729" y="98"/>
                </a:lnTo>
                <a:lnTo>
                  <a:pt x="4730" y="98"/>
                </a:lnTo>
                <a:lnTo>
                  <a:pt x="4731" y="99"/>
                </a:lnTo>
                <a:lnTo>
                  <a:pt x="4732" y="100"/>
                </a:lnTo>
                <a:lnTo>
                  <a:pt x="4733" y="101"/>
                </a:lnTo>
                <a:lnTo>
                  <a:pt x="4734" y="101"/>
                </a:lnTo>
                <a:lnTo>
                  <a:pt x="4735" y="101"/>
                </a:lnTo>
                <a:lnTo>
                  <a:pt x="4736" y="100"/>
                </a:lnTo>
                <a:lnTo>
                  <a:pt x="4736" y="99"/>
                </a:lnTo>
                <a:lnTo>
                  <a:pt x="4737" y="98"/>
                </a:lnTo>
                <a:lnTo>
                  <a:pt x="4738" y="98"/>
                </a:lnTo>
                <a:lnTo>
                  <a:pt x="4740" y="99"/>
                </a:lnTo>
                <a:lnTo>
                  <a:pt x="4741" y="100"/>
                </a:lnTo>
                <a:lnTo>
                  <a:pt x="4742" y="100"/>
                </a:lnTo>
                <a:lnTo>
                  <a:pt x="4742" y="101"/>
                </a:lnTo>
                <a:lnTo>
                  <a:pt x="4743" y="101"/>
                </a:lnTo>
                <a:lnTo>
                  <a:pt x="4747" y="103"/>
                </a:lnTo>
                <a:lnTo>
                  <a:pt x="4748" y="104"/>
                </a:lnTo>
                <a:lnTo>
                  <a:pt x="4749" y="105"/>
                </a:lnTo>
                <a:lnTo>
                  <a:pt x="4750" y="106"/>
                </a:lnTo>
                <a:lnTo>
                  <a:pt x="4750" y="107"/>
                </a:lnTo>
                <a:lnTo>
                  <a:pt x="4749" y="108"/>
                </a:lnTo>
                <a:lnTo>
                  <a:pt x="4749" y="109"/>
                </a:lnTo>
                <a:lnTo>
                  <a:pt x="4748" y="110"/>
                </a:lnTo>
                <a:lnTo>
                  <a:pt x="4748" y="111"/>
                </a:lnTo>
                <a:lnTo>
                  <a:pt x="4748" y="112"/>
                </a:lnTo>
                <a:lnTo>
                  <a:pt x="4749" y="112"/>
                </a:lnTo>
                <a:lnTo>
                  <a:pt x="4750" y="112"/>
                </a:lnTo>
                <a:lnTo>
                  <a:pt x="4752" y="112"/>
                </a:lnTo>
                <a:lnTo>
                  <a:pt x="4754" y="112"/>
                </a:lnTo>
                <a:lnTo>
                  <a:pt x="4754" y="111"/>
                </a:lnTo>
                <a:lnTo>
                  <a:pt x="4755" y="111"/>
                </a:lnTo>
                <a:lnTo>
                  <a:pt x="4755" y="112"/>
                </a:lnTo>
                <a:lnTo>
                  <a:pt x="4756" y="112"/>
                </a:lnTo>
                <a:lnTo>
                  <a:pt x="4756" y="113"/>
                </a:lnTo>
                <a:lnTo>
                  <a:pt x="4757" y="114"/>
                </a:lnTo>
                <a:lnTo>
                  <a:pt x="4758" y="115"/>
                </a:lnTo>
                <a:lnTo>
                  <a:pt x="4759" y="115"/>
                </a:lnTo>
                <a:lnTo>
                  <a:pt x="4759" y="116"/>
                </a:lnTo>
                <a:lnTo>
                  <a:pt x="4760" y="116"/>
                </a:lnTo>
                <a:lnTo>
                  <a:pt x="4761" y="117"/>
                </a:lnTo>
                <a:lnTo>
                  <a:pt x="4761" y="118"/>
                </a:lnTo>
                <a:lnTo>
                  <a:pt x="4763" y="119"/>
                </a:lnTo>
                <a:lnTo>
                  <a:pt x="4763" y="121"/>
                </a:lnTo>
                <a:lnTo>
                  <a:pt x="4763" y="123"/>
                </a:lnTo>
                <a:lnTo>
                  <a:pt x="4762" y="124"/>
                </a:lnTo>
                <a:lnTo>
                  <a:pt x="4761" y="124"/>
                </a:lnTo>
                <a:lnTo>
                  <a:pt x="4761" y="125"/>
                </a:lnTo>
                <a:lnTo>
                  <a:pt x="4760" y="125"/>
                </a:lnTo>
                <a:lnTo>
                  <a:pt x="4760" y="126"/>
                </a:lnTo>
                <a:lnTo>
                  <a:pt x="4760" y="127"/>
                </a:lnTo>
                <a:lnTo>
                  <a:pt x="4760" y="128"/>
                </a:lnTo>
                <a:lnTo>
                  <a:pt x="4761" y="128"/>
                </a:lnTo>
                <a:lnTo>
                  <a:pt x="4761" y="129"/>
                </a:lnTo>
                <a:lnTo>
                  <a:pt x="4762" y="129"/>
                </a:lnTo>
                <a:lnTo>
                  <a:pt x="4763" y="129"/>
                </a:lnTo>
                <a:lnTo>
                  <a:pt x="4765" y="129"/>
                </a:lnTo>
                <a:lnTo>
                  <a:pt x="4766" y="129"/>
                </a:lnTo>
                <a:lnTo>
                  <a:pt x="4767" y="129"/>
                </a:lnTo>
                <a:lnTo>
                  <a:pt x="4768" y="129"/>
                </a:lnTo>
                <a:lnTo>
                  <a:pt x="4769" y="129"/>
                </a:lnTo>
                <a:lnTo>
                  <a:pt x="4770" y="129"/>
                </a:lnTo>
                <a:lnTo>
                  <a:pt x="4770" y="130"/>
                </a:lnTo>
                <a:lnTo>
                  <a:pt x="4771" y="130"/>
                </a:lnTo>
                <a:lnTo>
                  <a:pt x="4770" y="131"/>
                </a:lnTo>
                <a:lnTo>
                  <a:pt x="4769" y="131"/>
                </a:lnTo>
                <a:lnTo>
                  <a:pt x="4768" y="131"/>
                </a:lnTo>
                <a:lnTo>
                  <a:pt x="4767" y="131"/>
                </a:lnTo>
                <a:lnTo>
                  <a:pt x="4766" y="132"/>
                </a:lnTo>
                <a:lnTo>
                  <a:pt x="4765" y="132"/>
                </a:lnTo>
                <a:lnTo>
                  <a:pt x="4765" y="133"/>
                </a:lnTo>
                <a:lnTo>
                  <a:pt x="4764" y="133"/>
                </a:lnTo>
                <a:lnTo>
                  <a:pt x="4763" y="133"/>
                </a:lnTo>
                <a:lnTo>
                  <a:pt x="4762" y="134"/>
                </a:lnTo>
                <a:lnTo>
                  <a:pt x="4761" y="134"/>
                </a:lnTo>
                <a:lnTo>
                  <a:pt x="4761" y="135"/>
                </a:lnTo>
                <a:lnTo>
                  <a:pt x="4760" y="135"/>
                </a:lnTo>
                <a:lnTo>
                  <a:pt x="4759" y="136"/>
                </a:lnTo>
                <a:lnTo>
                  <a:pt x="4759" y="137"/>
                </a:lnTo>
                <a:lnTo>
                  <a:pt x="4758" y="137"/>
                </a:lnTo>
                <a:lnTo>
                  <a:pt x="4758" y="138"/>
                </a:lnTo>
                <a:lnTo>
                  <a:pt x="4759" y="139"/>
                </a:lnTo>
                <a:lnTo>
                  <a:pt x="4760" y="139"/>
                </a:lnTo>
                <a:lnTo>
                  <a:pt x="4760" y="140"/>
                </a:lnTo>
                <a:lnTo>
                  <a:pt x="4761" y="140"/>
                </a:lnTo>
                <a:lnTo>
                  <a:pt x="4762" y="140"/>
                </a:lnTo>
                <a:lnTo>
                  <a:pt x="4763" y="140"/>
                </a:lnTo>
                <a:lnTo>
                  <a:pt x="4763" y="141"/>
                </a:lnTo>
                <a:lnTo>
                  <a:pt x="4764" y="141"/>
                </a:lnTo>
                <a:lnTo>
                  <a:pt x="4765" y="141"/>
                </a:lnTo>
                <a:lnTo>
                  <a:pt x="4766" y="141"/>
                </a:lnTo>
                <a:lnTo>
                  <a:pt x="4767" y="141"/>
                </a:lnTo>
                <a:lnTo>
                  <a:pt x="4768" y="141"/>
                </a:lnTo>
                <a:lnTo>
                  <a:pt x="4768" y="142"/>
                </a:lnTo>
                <a:lnTo>
                  <a:pt x="4769" y="142"/>
                </a:lnTo>
                <a:lnTo>
                  <a:pt x="4770" y="142"/>
                </a:lnTo>
                <a:lnTo>
                  <a:pt x="4771" y="143"/>
                </a:lnTo>
                <a:lnTo>
                  <a:pt x="4772" y="143"/>
                </a:lnTo>
                <a:lnTo>
                  <a:pt x="4773" y="143"/>
                </a:lnTo>
                <a:lnTo>
                  <a:pt x="4774" y="143"/>
                </a:lnTo>
                <a:lnTo>
                  <a:pt x="4775" y="143"/>
                </a:lnTo>
                <a:lnTo>
                  <a:pt x="4776" y="144"/>
                </a:lnTo>
                <a:lnTo>
                  <a:pt x="4777" y="144"/>
                </a:lnTo>
                <a:lnTo>
                  <a:pt x="4780" y="145"/>
                </a:lnTo>
                <a:lnTo>
                  <a:pt x="4781" y="146"/>
                </a:lnTo>
                <a:lnTo>
                  <a:pt x="4782" y="146"/>
                </a:lnTo>
                <a:lnTo>
                  <a:pt x="4782" y="147"/>
                </a:lnTo>
                <a:lnTo>
                  <a:pt x="4782" y="148"/>
                </a:lnTo>
                <a:lnTo>
                  <a:pt x="4781" y="149"/>
                </a:lnTo>
                <a:lnTo>
                  <a:pt x="4781" y="150"/>
                </a:lnTo>
                <a:lnTo>
                  <a:pt x="4780" y="150"/>
                </a:lnTo>
                <a:lnTo>
                  <a:pt x="4780" y="151"/>
                </a:lnTo>
                <a:lnTo>
                  <a:pt x="4780" y="152"/>
                </a:lnTo>
                <a:lnTo>
                  <a:pt x="4780" y="153"/>
                </a:lnTo>
                <a:lnTo>
                  <a:pt x="4779" y="153"/>
                </a:lnTo>
                <a:lnTo>
                  <a:pt x="4779" y="154"/>
                </a:lnTo>
                <a:lnTo>
                  <a:pt x="4778" y="154"/>
                </a:lnTo>
                <a:lnTo>
                  <a:pt x="4778" y="155"/>
                </a:lnTo>
                <a:lnTo>
                  <a:pt x="4778" y="156"/>
                </a:lnTo>
                <a:lnTo>
                  <a:pt x="4777" y="156"/>
                </a:lnTo>
                <a:lnTo>
                  <a:pt x="4776" y="156"/>
                </a:lnTo>
                <a:lnTo>
                  <a:pt x="4775" y="156"/>
                </a:lnTo>
                <a:lnTo>
                  <a:pt x="4774" y="156"/>
                </a:lnTo>
                <a:lnTo>
                  <a:pt x="4772" y="157"/>
                </a:lnTo>
                <a:lnTo>
                  <a:pt x="4771" y="158"/>
                </a:lnTo>
                <a:lnTo>
                  <a:pt x="4771" y="159"/>
                </a:lnTo>
                <a:lnTo>
                  <a:pt x="4771" y="160"/>
                </a:lnTo>
                <a:lnTo>
                  <a:pt x="4772" y="160"/>
                </a:lnTo>
                <a:lnTo>
                  <a:pt x="4772" y="161"/>
                </a:lnTo>
                <a:lnTo>
                  <a:pt x="4773" y="161"/>
                </a:lnTo>
                <a:lnTo>
                  <a:pt x="4773" y="162"/>
                </a:lnTo>
                <a:lnTo>
                  <a:pt x="4773" y="163"/>
                </a:lnTo>
                <a:lnTo>
                  <a:pt x="4773" y="164"/>
                </a:lnTo>
                <a:lnTo>
                  <a:pt x="4773" y="165"/>
                </a:lnTo>
                <a:lnTo>
                  <a:pt x="4773" y="166"/>
                </a:lnTo>
                <a:lnTo>
                  <a:pt x="4774" y="166"/>
                </a:lnTo>
                <a:lnTo>
                  <a:pt x="4774" y="167"/>
                </a:lnTo>
                <a:lnTo>
                  <a:pt x="4775" y="167"/>
                </a:lnTo>
                <a:lnTo>
                  <a:pt x="4776" y="167"/>
                </a:lnTo>
                <a:lnTo>
                  <a:pt x="4777" y="167"/>
                </a:lnTo>
                <a:lnTo>
                  <a:pt x="4777" y="168"/>
                </a:lnTo>
                <a:lnTo>
                  <a:pt x="4778" y="170"/>
                </a:lnTo>
                <a:lnTo>
                  <a:pt x="4779" y="171"/>
                </a:lnTo>
                <a:lnTo>
                  <a:pt x="4780" y="171"/>
                </a:lnTo>
                <a:lnTo>
                  <a:pt x="4781" y="172"/>
                </a:lnTo>
                <a:lnTo>
                  <a:pt x="4782" y="174"/>
                </a:lnTo>
                <a:lnTo>
                  <a:pt x="4783" y="176"/>
                </a:lnTo>
                <a:lnTo>
                  <a:pt x="4783" y="177"/>
                </a:lnTo>
                <a:lnTo>
                  <a:pt x="4784" y="178"/>
                </a:lnTo>
                <a:lnTo>
                  <a:pt x="4785" y="179"/>
                </a:lnTo>
                <a:lnTo>
                  <a:pt x="4786" y="180"/>
                </a:lnTo>
                <a:lnTo>
                  <a:pt x="4786" y="181"/>
                </a:lnTo>
                <a:lnTo>
                  <a:pt x="4787" y="182"/>
                </a:lnTo>
                <a:lnTo>
                  <a:pt x="4788" y="183"/>
                </a:lnTo>
                <a:lnTo>
                  <a:pt x="4789" y="184"/>
                </a:lnTo>
                <a:lnTo>
                  <a:pt x="4790" y="184"/>
                </a:lnTo>
                <a:lnTo>
                  <a:pt x="4791" y="184"/>
                </a:lnTo>
                <a:lnTo>
                  <a:pt x="4791" y="185"/>
                </a:lnTo>
                <a:lnTo>
                  <a:pt x="4791" y="186"/>
                </a:lnTo>
                <a:lnTo>
                  <a:pt x="4791" y="187"/>
                </a:lnTo>
                <a:lnTo>
                  <a:pt x="4792" y="188"/>
                </a:lnTo>
                <a:lnTo>
                  <a:pt x="4793" y="188"/>
                </a:lnTo>
                <a:lnTo>
                  <a:pt x="4794" y="188"/>
                </a:lnTo>
                <a:lnTo>
                  <a:pt x="4795" y="188"/>
                </a:lnTo>
                <a:lnTo>
                  <a:pt x="4795" y="187"/>
                </a:lnTo>
                <a:lnTo>
                  <a:pt x="4796" y="188"/>
                </a:lnTo>
                <a:lnTo>
                  <a:pt x="4797" y="189"/>
                </a:lnTo>
                <a:lnTo>
                  <a:pt x="4797" y="190"/>
                </a:lnTo>
                <a:lnTo>
                  <a:pt x="4797" y="191"/>
                </a:lnTo>
                <a:lnTo>
                  <a:pt x="4796" y="191"/>
                </a:lnTo>
                <a:lnTo>
                  <a:pt x="4796" y="192"/>
                </a:lnTo>
                <a:lnTo>
                  <a:pt x="4796" y="193"/>
                </a:lnTo>
                <a:lnTo>
                  <a:pt x="4797" y="193"/>
                </a:lnTo>
                <a:lnTo>
                  <a:pt x="4797" y="194"/>
                </a:lnTo>
                <a:lnTo>
                  <a:pt x="4798" y="195"/>
                </a:lnTo>
                <a:lnTo>
                  <a:pt x="4798" y="196"/>
                </a:lnTo>
                <a:lnTo>
                  <a:pt x="4798" y="197"/>
                </a:lnTo>
                <a:lnTo>
                  <a:pt x="4797" y="198"/>
                </a:lnTo>
                <a:lnTo>
                  <a:pt x="4796" y="199"/>
                </a:lnTo>
                <a:lnTo>
                  <a:pt x="4795" y="199"/>
                </a:lnTo>
                <a:lnTo>
                  <a:pt x="4794" y="199"/>
                </a:lnTo>
                <a:lnTo>
                  <a:pt x="4792" y="200"/>
                </a:lnTo>
                <a:lnTo>
                  <a:pt x="4792" y="201"/>
                </a:lnTo>
                <a:lnTo>
                  <a:pt x="4793" y="202"/>
                </a:lnTo>
                <a:lnTo>
                  <a:pt x="4794" y="203"/>
                </a:lnTo>
                <a:lnTo>
                  <a:pt x="4795" y="204"/>
                </a:lnTo>
                <a:lnTo>
                  <a:pt x="4796" y="204"/>
                </a:lnTo>
                <a:lnTo>
                  <a:pt x="4797" y="204"/>
                </a:lnTo>
                <a:lnTo>
                  <a:pt x="4798" y="205"/>
                </a:lnTo>
                <a:lnTo>
                  <a:pt x="4799" y="205"/>
                </a:lnTo>
                <a:lnTo>
                  <a:pt x="4801" y="205"/>
                </a:lnTo>
                <a:lnTo>
                  <a:pt x="4803" y="206"/>
                </a:lnTo>
                <a:lnTo>
                  <a:pt x="4804" y="206"/>
                </a:lnTo>
                <a:lnTo>
                  <a:pt x="4807" y="207"/>
                </a:lnTo>
                <a:lnTo>
                  <a:pt x="4807" y="208"/>
                </a:lnTo>
                <a:lnTo>
                  <a:pt x="4807" y="209"/>
                </a:lnTo>
                <a:lnTo>
                  <a:pt x="4806" y="210"/>
                </a:lnTo>
                <a:lnTo>
                  <a:pt x="4806" y="211"/>
                </a:lnTo>
                <a:lnTo>
                  <a:pt x="4805" y="211"/>
                </a:lnTo>
                <a:lnTo>
                  <a:pt x="4804" y="212"/>
                </a:lnTo>
                <a:lnTo>
                  <a:pt x="4804" y="213"/>
                </a:lnTo>
                <a:lnTo>
                  <a:pt x="4804" y="214"/>
                </a:lnTo>
                <a:lnTo>
                  <a:pt x="4803" y="215"/>
                </a:lnTo>
                <a:lnTo>
                  <a:pt x="4802" y="216"/>
                </a:lnTo>
                <a:lnTo>
                  <a:pt x="4802" y="217"/>
                </a:lnTo>
                <a:lnTo>
                  <a:pt x="4803" y="219"/>
                </a:lnTo>
                <a:lnTo>
                  <a:pt x="4804" y="219"/>
                </a:lnTo>
                <a:lnTo>
                  <a:pt x="4805" y="220"/>
                </a:lnTo>
                <a:lnTo>
                  <a:pt x="4806" y="220"/>
                </a:lnTo>
                <a:lnTo>
                  <a:pt x="4808" y="220"/>
                </a:lnTo>
                <a:lnTo>
                  <a:pt x="4811" y="220"/>
                </a:lnTo>
                <a:lnTo>
                  <a:pt x="4812" y="220"/>
                </a:lnTo>
                <a:lnTo>
                  <a:pt x="4813" y="221"/>
                </a:lnTo>
                <a:lnTo>
                  <a:pt x="4814" y="222"/>
                </a:lnTo>
                <a:lnTo>
                  <a:pt x="4814" y="223"/>
                </a:lnTo>
                <a:lnTo>
                  <a:pt x="4815" y="225"/>
                </a:lnTo>
                <a:lnTo>
                  <a:pt x="4815" y="226"/>
                </a:lnTo>
                <a:lnTo>
                  <a:pt x="4814" y="227"/>
                </a:lnTo>
                <a:lnTo>
                  <a:pt x="4813" y="227"/>
                </a:lnTo>
                <a:lnTo>
                  <a:pt x="4812" y="228"/>
                </a:lnTo>
                <a:lnTo>
                  <a:pt x="4811" y="227"/>
                </a:lnTo>
                <a:lnTo>
                  <a:pt x="4810" y="227"/>
                </a:lnTo>
                <a:lnTo>
                  <a:pt x="4808" y="227"/>
                </a:lnTo>
                <a:lnTo>
                  <a:pt x="4807" y="227"/>
                </a:lnTo>
                <a:lnTo>
                  <a:pt x="4806" y="228"/>
                </a:lnTo>
                <a:lnTo>
                  <a:pt x="4805" y="228"/>
                </a:lnTo>
                <a:lnTo>
                  <a:pt x="4805" y="229"/>
                </a:lnTo>
                <a:lnTo>
                  <a:pt x="4805" y="230"/>
                </a:lnTo>
                <a:lnTo>
                  <a:pt x="4804" y="230"/>
                </a:lnTo>
                <a:lnTo>
                  <a:pt x="4805" y="232"/>
                </a:lnTo>
                <a:lnTo>
                  <a:pt x="4805" y="234"/>
                </a:lnTo>
                <a:lnTo>
                  <a:pt x="4806" y="235"/>
                </a:lnTo>
                <a:lnTo>
                  <a:pt x="4807" y="236"/>
                </a:lnTo>
                <a:lnTo>
                  <a:pt x="4808" y="237"/>
                </a:lnTo>
                <a:lnTo>
                  <a:pt x="4809" y="237"/>
                </a:lnTo>
                <a:lnTo>
                  <a:pt x="4811" y="237"/>
                </a:lnTo>
                <a:lnTo>
                  <a:pt x="4812" y="237"/>
                </a:lnTo>
                <a:lnTo>
                  <a:pt x="4813" y="237"/>
                </a:lnTo>
                <a:lnTo>
                  <a:pt x="4814" y="236"/>
                </a:lnTo>
                <a:lnTo>
                  <a:pt x="4814" y="235"/>
                </a:lnTo>
                <a:lnTo>
                  <a:pt x="4814" y="234"/>
                </a:lnTo>
                <a:lnTo>
                  <a:pt x="4813" y="233"/>
                </a:lnTo>
                <a:lnTo>
                  <a:pt x="4812" y="233"/>
                </a:lnTo>
                <a:lnTo>
                  <a:pt x="4811" y="232"/>
                </a:lnTo>
                <a:lnTo>
                  <a:pt x="4810" y="231"/>
                </a:lnTo>
                <a:lnTo>
                  <a:pt x="4810" y="230"/>
                </a:lnTo>
                <a:lnTo>
                  <a:pt x="4811" y="229"/>
                </a:lnTo>
                <a:lnTo>
                  <a:pt x="4812" y="229"/>
                </a:lnTo>
                <a:lnTo>
                  <a:pt x="4814" y="229"/>
                </a:lnTo>
                <a:lnTo>
                  <a:pt x="4816" y="228"/>
                </a:lnTo>
                <a:lnTo>
                  <a:pt x="4817" y="228"/>
                </a:lnTo>
                <a:lnTo>
                  <a:pt x="4819" y="228"/>
                </a:lnTo>
                <a:lnTo>
                  <a:pt x="4820" y="228"/>
                </a:lnTo>
                <a:lnTo>
                  <a:pt x="4820" y="229"/>
                </a:lnTo>
                <a:lnTo>
                  <a:pt x="4820" y="231"/>
                </a:lnTo>
                <a:lnTo>
                  <a:pt x="4820" y="232"/>
                </a:lnTo>
                <a:lnTo>
                  <a:pt x="4819" y="232"/>
                </a:lnTo>
                <a:lnTo>
                  <a:pt x="4818" y="234"/>
                </a:lnTo>
                <a:lnTo>
                  <a:pt x="4817" y="235"/>
                </a:lnTo>
                <a:lnTo>
                  <a:pt x="4816" y="236"/>
                </a:lnTo>
                <a:lnTo>
                  <a:pt x="4815" y="237"/>
                </a:lnTo>
                <a:lnTo>
                  <a:pt x="4814" y="239"/>
                </a:lnTo>
                <a:lnTo>
                  <a:pt x="4813" y="240"/>
                </a:lnTo>
                <a:lnTo>
                  <a:pt x="4812" y="241"/>
                </a:lnTo>
                <a:lnTo>
                  <a:pt x="4812" y="242"/>
                </a:lnTo>
                <a:lnTo>
                  <a:pt x="4813" y="243"/>
                </a:lnTo>
                <a:lnTo>
                  <a:pt x="4813" y="244"/>
                </a:lnTo>
                <a:lnTo>
                  <a:pt x="4814" y="248"/>
                </a:lnTo>
                <a:lnTo>
                  <a:pt x="4814" y="249"/>
                </a:lnTo>
                <a:lnTo>
                  <a:pt x="4814" y="251"/>
                </a:lnTo>
                <a:lnTo>
                  <a:pt x="4814" y="252"/>
                </a:lnTo>
                <a:lnTo>
                  <a:pt x="4814" y="253"/>
                </a:lnTo>
                <a:lnTo>
                  <a:pt x="4814" y="254"/>
                </a:lnTo>
                <a:lnTo>
                  <a:pt x="4814" y="256"/>
                </a:lnTo>
                <a:lnTo>
                  <a:pt x="4815" y="256"/>
                </a:lnTo>
                <a:lnTo>
                  <a:pt x="4815" y="257"/>
                </a:lnTo>
                <a:lnTo>
                  <a:pt x="4816" y="257"/>
                </a:lnTo>
                <a:lnTo>
                  <a:pt x="4817" y="257"/>
                </a:lnTo>
                <a:lnTo>
                  <a:pt x="4817" y="258"/>
                </a:lnTo>
                <a:lnTo>
                  <a:pt x="4819" y="259"/>
                </a:lnTo>
                <a:lnTo>
                  <a:pt x="4821" y="260"/>
                </a:lnTo>
                <a:lnTo>
                  <a:pt x="4822" y="262"/>
                </a:lnTo>
                <a:lnTo>
                  <a:pt x="4823" y="263"/>
                </a:lnTo>
                <a:lnTo>
                  <a:pt x="4824" y="264"/>
                </a:lnTo>
                <a:lnTo>
                  <a:pt x="4825" y="265"/>
                </a:lnTo>
                <a:lnTo>
                  <a:pt x="4825" y="266"/>
                </a:lnTo>
                <a:lnTo>
                  <a:pt x="4826" y="266"/>
                </a:lnTo>
                <a:lnTo>
                  <a:pt x="4828" y="267"/>
                </a:lnTo>
                <a:lnTo>
                  <a:pt x="4830" y="268"/>
                </a:lnTo>
                <a:lnTo>
                  <a:pt x="4831" y="268"/>
                </a:lnTo>
                <a:lnTo>
                  <a:pt x="4832" y="270"/>
                </a:lnTo>
                <a:lnTo>
                  <a:pt x="4834" y="271"/>
                </a:lnTo>
                <a:lnTo>
                  <a:pt x="4834" y="272"/>
                </a:lnTo>
                <a:lnTo>
                  <a:pt x="4835" y="272"/>
                </a:lnTo>
                <a:lnTo>
                  <a:pt x="4835" y="273"/>
                </a:lnTo>
                <a:lnTo>
                  <a:pt x="4836" y="273"/>
                </a:lnTo>
                <a:lnTo>
                  <a:pt x="4837" y="275"/>
                </a:lnTo>
                <a:lnTo>
                  <a:pt x="4838" y="278"/>
                </a:lnTo>
                <a:lnTo>
                  <a:pt x="4840" y="280"/>
                </a:lnTo>
                <a:lnTo>
                  <a:pt x="4841" y="282"/>
                </a:lnTo>
                <a:lnTo>
                  <a:pt x="4842" y="284"/>
                </a:lnTo>
                <a:lnTo>
                  <a:pt x="4843" y="285"/>
                </a:lnTo>
                <a:lnTo>
                  <a:pt x="4844" y="286"/>
                </a:lnTo>
                <a:lnTo>
                  <a:pt x="4845" y="286"/>
                </a:lnTo>
                <a:lnTo>
                  <a:pt x="4845" y="287"/>
                </a:lnTo>
                <a:lnTo>
                  <a:pt x="4847" y="287"/>
                </a:lnTo>
                <a:lnTo>
                  <a:pt x="4848" y="287"/>
                </a:lnTo>
                <a:lnTo>
                  <a:pt x="4848" y="288"/>
                </a:lnTo>
                <a:lnTo>
                  <a:pt x="4849" y="288"/>
                </a:lnTo>
                <a:lnTo>
                  <a:pt x="4849" y="289"/>
                </a:lnTo>
                <a:lnTo>
                  <a:pt x="4848" y="290"/>
                </a:lnTo>
                <a:lnTo>
                  <a:pt x="4848" y="291"/>
                </a:lnTo>
                <a:lnTo>
                  <a:pt x="4847" y="292"/>
                </a:lnTo>
                <a:lnTo>
                  <a:pt x="4847" y="293"/>
                </a:lnTo>
                <a:lnTo>
                  <a:pt x="4847" y="294"/>
                </a:lnTo>
                <a:lnTo>
                  <a:pt x="4848" y="296"/>
                </a:lnTo>
                <a:lnTo>
                  <a:pt x="4848" y="297"/>
                </a:lnTo>
                <a:lnTo>
                  <a:pt x="4849" y="298"/>
                </a:lnTo>
                <a:lnTo>
                  <a:pt x="4850" y="299"/>
                </a:lnTo>
                <a:lnTo>
                  <a:pt x="4851" y="300"/>
                </a:lnTo>
                <a:lnTo>
                  <a:pt x="4852" y="301"/>
                </a:lnTo>
                <a:lnTo>
                  <a:pt x="4853" y="302"/>
                </a:lnTo>
                <a:lnTo>
                  <a:pt x="4853" y="303"/>
                </a:lnTo>
                <a:lnTo>
                  <a:pt x="4855" y="305"/>
                </a:lnTo>
                <a:lnTo>
                  <a:pt x="4855" y="306"/>
                </a:lnTo>
                <a:lnTo>
                  <a:pt x="4854" y="307"/>
                </a:lnTo>
                <a:lnTo>
                  <a:pt x="4854" y="308"/>
                </a:lnTo>
                <a:lnTo>
                  <a:pt x="4854" y="309"/>
                </a:lnTo>
                <a:lnTo>
                  <a:pt x="4853" y="309"/>
                </a:lnTo>
                <a:lnTo>
                  <a:pt x="4851" y="310"/>
                </a:lnTo>
                <a:lnTo>
                  <a:pt x="4850" y="311"/>
                </a:lnTo>
                <a:lnTo>
                  <a:pt x="4850" y="313"/>
                </a:lnTo>
                <a:lnTo>
                  <a:pt x="4849" y="315"/>
                </a:lnTo>
                <a:lnTo>
                  <a:pt x="4848" y="315"/>
                </a:lnTo>
                <a:lnTo>
                  <a:pt x="4848" y="316"/>
                </a:lnTo>
                <a:lnTo>
                  <a:pt x="4848" y="317"/>
                </a:lnTo>
                <a:lnTo>
                  <a:pt x="4849" y="318"/>
                </a:lnTo>
                <a:lnTo>
                  <a:pt x="4850" y="319"/>
                </a:lnTo>
                <a:lnTo>
                  <a:pt x="4851" y="319"/>
                </a:lnTo>
                <a:lnTo>
                  <a:pt x="4853" y="319"/>
                </a:lnTo>
                <a:lnTo>
                  <a:pt x="4854" y="319"/>
                </a:lnTo>
                <a:lnTo>
                  <a:pt x="4854" y="320"/>
                </a:lnTo>
                <a:lnTo>
                  <a:pt x="4855" y="321"/>
                </a:lnTo>
                <a:lnTo>
                  <a:pt x="4855" y="322"/>
                </a:lnTo>
                <a:lnTo>
                  <a:pt x="4855" y="323"/>
                </a:lnTo>
                <a:lnTo>
                  <a:pt x="4854" y="324"/>
                </a:lnTo>
                <a:lnTo>
                  <a:pt x="4854" y="325"/>
                </a:lnTo>
                <a:lnTo>
                  <a:pt x="4853" y="326"/>
                </a:lnTo>
                <a:lnTo>
                  <a:pt x="4852" y="327"/>
                </a:lnTo>
                <a:lnTo>
                  <a:pt x="4851" y="328"/>
                </a:lnTo>
                <a:lnTo>
                  <a:pt x="4851" y="329"/>
                </a:lnTo>
                <a:lnTo>
                  <a:pt x="4851" y="330"/>
                </a:lnTo>
                <a:lnTo>
                  <a:pt x="4852" y="330"/>
                </a:lnTo>
                <a:lnTo>
                  <a:pt x="4852" y="331"/>
                </a:lnTo>
                <a:lnTo>
                  <a:pt x="4853" y="332"/>
                </a:lnTo>
                <a:lnTo>
                  <a:pt x="4853" y="333"/>
                </a:lnTo>
                <a:lnTo>
                  <a:pt x="4854" y="334"/>
                </a:lnTo>
                <a:lnTo>
                  <a:pt x="4855" y="335"/>
                </a:lnTo>
                <a:lnTo>
                  <a:pt x="4856" y="335"/>
                </a:lnTo>
                <a:lnTo>
                  <a:pt x="4858" y="336"/>
                </a:lnTo>
                <a:lnTo>
                  <a:pt x="4860" y="336"/>
                </a:lnTo>
                <a:lnTo>
                  <a:pt x="4861" y="336"/>
                </a:lnTo>
                <a:lnTo>
                  <a:pt x="4861" y="337"/>
                </a:lnTo>
                <a:lnTo>
                  <a:pt x="4862" y="337"/>
                </a:lnTo>
                <a:lnTo>
                  <a:pt x="4863" y="337"/>
                </a:lnTo>
                <a:lnTo>
                  <a:pt x="4864" y="337"/>
                </a:lnTo>
                <a:lnTo>
                  <a:pt x="4865" y="338"/>
                </a:lnTo>
                <a:lnTo>
                  <a:pt x="4866" y="338"/>
                </a:lnTo>
                <a:lnTo>
                  <a:pt x="4867" y="338"/>
                </a:lnTo>
                <a:lnTo>
                  <a:pt x="4869" y="339"/>
                </a:lnTo>
                <a:lnTo>
                  <a:pt x="4870" y="339"/>
                </a:lnTo>
                <a:lnTo>
                  <a:pt x="4872" y="339"/>
                </a:lnTo>
                <a:lnTo>
                  <a:pt x="4874" y="340"/>
                </a:lnTo>
                <a:lnTo>
                  <a:pt x="4875" y="340"/>
                </a:lnTo>
                <a:lnTo>
                  <a:pt x="4876" y="340"/>
                </a:lnTo>
                <a:lnTo>
                  <a:pt x="4876" y="341"/>
                </a:lnTo>
                <a:lnTo>
                  <a:pt x="4876" y="342"/>
                </a:lnTo>
                <a:lnTo>
                  <a:pt x="4876" y="343"/>
                </a:lnTo>
                <a:lnTo>
                  <a:pt x="4876" y="345"/>
                </a:lnTo>
                <a:lnTo>
                  <a:pt x="4876" y="347"/>
                </a:lnTo>
                <a:lnTo>
                  <a:pt x="4875" y="348"/>
                </a:lnTo>
                <a:lnTo>
                  <a:pt x="4875" y="349"/>
                </a:lnTo>
                <a:lnTo>
                  <a:pt x="4874" y="350"/>
                </a:lnTo>
                <a:lnTo>
                  <a:pt x="4873" y="352"/>
                </a:lnTo>
                <a:lnTo>
                  <a:pt x="4871" y="353"/>
                </a:lnTo>
                <a:lnTo>
                  <a:pt x="4871" y="354"/>
                </a:lnTo>
                <a:lnTo>
                  <a:pt x="4870" y="354"/>
                </a:lnTo>
                <a:lnTo>
                  <a:pt x="4870" y="355"/>
                </a:lnTo>
                <a:lnTo>
                  <a:pt x="4868" y="356"/>
                </a:lnTo>
                <a:lnTo>
                  <a:pt x="4868" y="357"/>
                </a:lnTo>
                <a:lnTo>
                  <a:pt x="4867" y="358"/>
                </a:lnTo>
                <a:lnTo>
                  <a:pt x="4867" y="361"/>
                </a:lnTo>
                <a:lnTo>
                  <a:pt x="4866" y="361"/>
                </a:lnTo>
                <a:lnTo>
                  <a:pt x="4866" y="363"/>
                </a:lnTo>
                <a:lnTo>
                  <a:pt x="4866" y="364"/>
                </a:lnTo>
                <a:lnTo>
                  <a:pt x="4866" y="366"/>
                </a:lnTo>
                <a:lnTo>
                  <a:pt x="4867" y="367"/>
                </a:lnTo>
                <a:lnTo>
                  <a:pt x="4868" y="368"/>
                </a:lnTo>
                <a:lnTo>
                  <a:pt x="4870" y="370"/>
                </a:lnTo>
                <a:lnTo>
                  <a:pt x="4870" y="371"/>
                </a:lnTo>
                <a:lnTo>
                  <a:pt x="4871" y="372"/>
                </a:lnTo>
                <a:lnTo>
                  <a:pt x="4870" y="373"/>
                </a:lnTo>
                <a:lnTo>
                  <a:pt x="4870" y="375"/>
                </a:lnTo>
                <a:lnTo>
                  <a:pt x="4869" y="377"/>
                </a:lnTo>
                <a:lnTo>
                  <a:pt x="4869" y="379"/>
                </a:lnTo>
                <a:lnTo>
                  <a:pt x="4869" y="380"/>
                </a:lnTo>
                <a:lnTo>
                  <a:pt x="4869" y="381"/>
                </a:lnTo>
                <a:lnTo>
                  <a:pt x="4869" y="382"/>
                </a:lnTo>
                <a:lnTo>
                  <a:pt x="4870" y="383"/>
                </a:lnTo>
                <a:lnTo>
                  <a:pt x="4870" y="384"/>
                </a:lnTo>
                <a:lnTo>
                  <a:pt x="4872" y="385"/>
                </a:lnTo>
                <a:lnTo>
                  <a:pt x="4873" y="386"/>
                </a:lnTo>
                <a:lnTo>
                  <a:pt x="4874" y="387"/>
                </a:lnTo>
                <a:lnTo>
                  <a:pt x="4876" y="387"/>
                </a:lnTo>
                <a:lnTo>
                  <a:pt x="4878" y="387"/>
                </a:lnTo>
                <a:lnTo>
                  <a:pt x="4880" y="387"/>
                </a:lnTo>
                <a:lnTo>
                  <a:pt x="4881" y="387"/>
                </a:lnTo>
                <a:lnTo>
                  <a:pt x="4881" y="388"/>
                </a:lnTo>
                <a:lnTo>
                  <a:pt x="4882" y="388"/>
                </a:lnTo>
                <a:lnTo>
                  <a:pt x="4882" y="389"/>
                </a:lnTo>
                <a:lnTo>
                  <a:pt x="4882" y="390"/>
                </a:lnTo>
                <a:lnTo>
                  <a:pt x="4882" y="391"/>
                </a:lnTo>
                <a:lnTo>
                  <a:pt x="4882" y="393"/>
                </a:lnTo>
                <a:lnTo>
                  <a:pt x="4882" y="395"/>
                </a:lnTo>
                <a:lnTo>
                  <a:pt x="4883" y="396"/>
                </a:lnTo>
                <a:lnTo>
                  <a:pt x="4883" y="397"/>
                </a:lnTo>
                <a:lnTo>
                  <a:pt x="4884" y="398"/>
                </a:lnTo>
                <a:lnTo>
                  <a:pt x="4885" y="400"/>
                </a:lnTo>
                <a:lnTo>
                  <a:pt x="4887" y="400"/>
                </a:lnTo>
                <a:lnTo>
                  <a:pt x="4889" y="401"/>
                </a:lnTo>
                <a:lnTo>
                  <a:pt x="4891" y="402"/>
                </a:lnTo>
                <a:lnTo>
                  <a:pt x="4892" y="403"/>
                </a:lnTo>
                <a:lnTo>
                  <a:pt x="4893" y="404"/>
                </a:lnTo>
                <a:lnTo>
                  <a:pt x="4894" y="405"/>
                </a:lnTo>
                <a:lnTo>
                  <a:pt x="4894" y="406"/>
                </a:lnTo>
                <a:lnTo>
                  <a:pt x="4895" y="407"/>
                </a:lnTo>
                <a:lnTo>
                  <a:pt x="4896" y="407"/>
                </a:lnTo>
                <a:lnTo>
                  <a:pt x="4897" y="407"/>
                </a:lnTo>
                <a:lnTo>
                  <a:pt x="4898" y="407"/>
                </a:lnTo>
                <a:lnTo>
                  <a:pt x="4899" y="407"/>
                </a:lnTo>
                <a:lnTo>
                  <a:pt x="4900" y="407"/>
                </a:lnTo>
                <a:lnTo>
                  <a:pt x="4901" y="408"/>
                </a:lnTo>
                <a:lnTo>
                  <a:pt x="4902" y="408"/>
                </a:lnTo>
                <a:lnTo>
                  <a:pt x="4903" y="408"/>
                </a:lnTo>
                <a:lnTo>
                  <a:pt x="4904" y="408"/>
                </a:lnTo>
                <a:lnTo>
                  <a:pt x="4905" y="408"/>
                </a:lnTo>
                <a:lnTo>
                  <a:pt x="4905" y="407"/>
                </a:lnTo>
                <a:lnTo>
                  <a:pt x="4906" y="407"/>
                </a:lnTo>
                <a:lnTo>
                  <a:pt x="4907" y="406"/>
                </a:lnTo>
                <a:lnTo>
                  <a:pt x="4908" y="406"/>
                </a:lnTo>
                <a:lnTo>
                  <a:pt x="4909" y="406"/>
                </a:lnTo>
                <a:lnTo>
                  <a:pt x="4910" y="407"/>
                </a:lnTo>
                <a:lnTo>
                  <a:pt x="4911" y="407"/>
                </a:lnTo>
                <a:lnTo>
                  <a:pt x="4912" y="407"/>
                </a:lnTo>
                <a:lnTo>
                  <a:pt x="4913" y="408"/>
                </a:lnTo>
                <a:lnTo>
                  <a:pt x="4915" y="409"/>
                </a:lnTo>
                <a:lnTo>
                  <a:pt x="4916" y="410"/>
                </a:lnTo>
                <a:lnTo>
                  <a:pt x="4917" y="410"/>
                </a:lnTo>
                <a:lnTo>
                  <a:pt x="4920" y="411"/>
                </a:lnTo>
                <a:lnTo>
                  <a:pt x="4921" y="411"/>
                </a:lnTo>
                <a:lnTo>
                  <a:pt x="4922" y="411"/>
                </a:lnTo>
                <a:lnTo>
                  <a:pt x="4923" y="411"/>
                </a:lnTo>
                <a:lnTo>
                  <a:pt x="4925" y="411"/>
                </a:lnTo>
                <a:lnTo>
                  <a:pt x="4926" y="412"/>
                </a:lnTo>
                <a:lnTo>
                  <a:pt x="4929" y="412"/>
                </a:lnTo>
                <a:lnTo>
                  <a:pt x="4930" y="412"/>
                </a:lnTo>
                <a:lnTo>
                  <a:pt x="4930" y="411"/>
                </a:lnTo>
                <a:lnTo>
                  <a:pt x="4931" y="411"/>
                </a:lnTo>
                <a:lnTo>
                  <a:pt x="4932" y="410"/>
                </a:lnTo>
                <a:lnTo>
                  <a:pt x="4933" y="410"/>
                </a:lnTo>
                <a:lnTo>
                  <a:pt x="4934" y="409"/>
                </a:lnTo>
                <a:lnTo>
                  <a:pt x="4936" y="409"/>
                </a:lnTo>
                <a:lnTo>
                  <a:pt x="4937" y="409"/>
                </a:lnTo>
                <a:lnTo>
                  <a:pt x="4938" y="409"/>
                </a:lnTo>
                <a:lnTo>
                  <a:pt x="4939" y="410"/>
                </a:lnTo>
                <a:lnTo>
                  <a:pt x="4940" y="410"/>
                </a:lnTo>
                <a:lnTo>
                  <a:pt x="4941" y="411"/>
                </a:lnTo>
                <a:lnTo>
                  <a:pt x="4942" y="411"/>
                </a:lnTo>
                <a:lnTo>
                  <a:pt x="4943" y="411"/>
                </a:lnTo>
                <a:lnTo>
                  <a:pt x="4944" y="410"/>
                </a:lnTo>
                <a:lnTo>
                  <a:pt x="4945" y="409"/>
                </a:lnTo>
                <a:lnTo>
                  <a:pt x="4945" y="407"/>
                </a:lnTo>
                <a:lnTo>
                  <a:pt x="4946" y="407"/>
                </a:lnTo>
                <a:lnTo>
                  <a:pt x="4948" y="406"/>
                </a:lnTo>
                <a:lnTo>
                  <a:pt x="4950" y="407"/>
                </a:lnTo>
                <a:lnTo>
                  <a:pt x="4952" y="407"/>
                </a:lnTo>
                <a:lnTo>
                  <a:pt x="4954" y="407"/>
                </a:lnTo>
                <a:lnTo>
                  <a:pt x="4956" y="406"/>
                </a:lnTo>
                <a:lnTo>
                  <a:pt x="4958" y="406"/>
                </a:lnTo>
                <a:lnTo>
                  <a:pt x="4959" y="405"/>
                </a:lnTo>
                <a:lnTo>
                  <a:pt x="4960" y="405"/>
                </a:lnTo>
                <a:lnTo>
                  <a:pt x="4961" y="405"/>
                </a:lnTo>
                <a:lnTo>
                  <a:pt x="4962" y="405"/>
                </a:lnTo>
                <a:lnTo>
                  <a:pt x="4964" y="406"/>
                </a:lnTo>
                <a:lnTo>
                  <a:pt x="4966" y="406"/>
                </a:lnTo>
                <a:lnTo>
                  <a:pt x="4967" y="407"/>
                </a:lnTo>
                <a:lnTo>
                  <a:pt x="4968" y="407"/>
                </a:lnTo>
                <a:lnTo>
                  <a:pt x="4970" y="408"/>
                </a:lnTo>
                <a:lnTo>
                  <a:pt x="4972" y="408"/>
                </a:lnTo>
                <a:lnTo>
                  <a:pt x="4974" y="409"/>
                </a:lnTo>
                <a:lnTo>
                  <a:pt x="4975" y="409"/>
                </a:lnTo>
                <a:lnTo>
                  <a:pt x="4976" y="409"/>
                </a:lnTo>
                <a:lnTo>
                  <a:pt x="4977" y="409"/>
                </a:lnTo>
                <a:lnTo>
                  <a:pt x="4977" y="408"/>
                </a:lnTo>
                <a:lnTo>
                  <a:pt x="4978" y="407"/>
                </a:lnTo>
                <a:lnTo>
                  <a:pt x="4978" y="406"/>
                </a:lnTo>
                <a:lnTo>
                  <a:pt x="4979" y="406"/>
                </a:lnTo>
                <a:lnTo>
                  <a:pt x="4980" y="406"/>
                </a:lnTo>
                <a:lnTo>
                  <a:pt x="4981" y="406"/>
                </a:lnTo>
                <a:lnTo>
                  <a:pt x="4983" y="407"/>
                </a:lnTo>
                <a:lnTo>
                  <a:pt x="4984" y="407"/>
                </a:lnTo>
                <a:lnTo>
                  <a:pt x="4984" y="408"/>
                </a:lnTo>
                <a:lnTo>
                  <a:pt x="4984" y="409"/>
                </a:lnTo>
                <a:lnTo>
                  <a:pt x="4984" y="410"/>
                </a:lnTo>
                <a:lnTo>
                  <a:pt x="4984" y="411"/>
                </a:lnTo>
                <a:lnTo>
                  <a:pt x="4983" y="411"/>
                </a:lnTo>
                <a:lnTo>
                  <a:pt x="4982" y="412"/>
                </a:lnTo>
                <a:lnTo>
                  <a:pt x="4980" y="414"/>
                </a:lnTo>
                <a:lnTo>
                  <a:pt x="4979" y="415"/>
                </a:lnTo>
                <a:lnTo>
                  <a:pt x="4979" y="416"/>
                </a:lnTo>
                <a:lnTo>
                  <a:pt x="4979" y="417"/>
                </a:lnTo>
                <a:lnTo>
                  <a:pt x="4979" y="418"/>
                </a:lnTo>
                <a:lnTo>
                  <a:pt x="4980" y="418"/>
                </a:lnTo>
                <a:lnTo>
                  <a:pt x="4981" y="418"/>
                </a:lnTo>
                <a:lnTo>
                  <a:pt x="4982" y="419"/>
                </a:lnTo>
                <a:lnTo>
                  <a:pt x="4983" y="419"/>
                </a:lnTo>
                <a:lnTo>
                  <a:pt x="4984" y="418"/>
                </a:lnTo>
                <a:lnTo>
                  <a:pt x="4985" y="418"/>
                </a:lnTo>
                <a:lnTo>
                  <a:pt x="4988" y="417"/>
                </a:lnTo>
                <a:lnTo>
                  <a:pt x="4989" y="417"/>
                </a:lnTo>
                <a:lnTo>
                  <a:pt x="4991" y="417"/>
                </a:lnTo>
                <a:lnTo>
                  <a:pt x="4992" y="417"/>
                </a:lnTo>
                <a:lnTo>
                  <a:pt x="4994" y="418"/>
                </a:lnTo>
                <a:lnTo>
                  <a:pt x="4995" y="419"/>
                </a:lnTo>
                <a:lnTo>
                  <a:pt x="4996" y="419"/>
                </a:lnTo>
                <a:lnTo>
                  <a:pt x="4997" y="420"/>
                </a:lnTo>
                <a:lnTo>
                  <a:pt x="4999" y="420"/>
                </a:lnTo>
                <a:lnTo>
                  <a:pt x="5001" y="420"/>
                </a:lnTo>
                <a:lnTo>
                  <a:pt x="5002" y="420"/>
                </a:lnTo>
                <a:lnTo>
                  <a:pt x="5003" y="421"/>
                </a:lnTo>
                <a:lnTo>
                  <a:pt x="5004" y="422"/>
                </a:lnTo>
                <a:lnTo>
                  <a:pt x="5004" y="423"/>
                </a:lnTo>
                <a:lnTo>
                  <a:pt x="5005" y="424"/>
                </a:lnTo>
                <a:lnTo>
                  <a:pt x="5006" y="427"/>
                </a:lnTo>
                <a:lnTo>
                  <a:pt x="5006" y="428"/>
                </a:lnTo>
                <a:lnTo>
                  <a:pt x="5007" y="428"/>
                </a:lnTo>
                <a:lnTo>
                  <a:pt x="5007" y="429"/>
                </a:lnTo>
                <a:lnTo>
                  <a:pt x="5008" y="430"/>
                </a:lnTo>
                <a:lnTo>
                  <a:pt x="5009" y="430"/>
                </a:lnTo>
                <a:lnTo>
                  <a:pt x="5010" y="431"/>
                </a:lnTo>
                <a:lnTo>
                  <a:pt x="5011" y="431"/>
                </a:lnTo>
                <a:lnTo>
                  <a:pt x="5013" y="431"/>
                </a:lnTo>
                <a:lnTo>
                  <a:pt x="5014" y="431"/>
                </a:lnTo>
                <a:lnTo>
                  <a:pt x="5015" y="430"/>
                </a:lnTo>
                <a:lnTo>
                  <a:pt x="5016" y="429"/>
                </a:lnTo>
                <a:lnTo>
                  <a:pt x="5017" y="428"/>
                </a:lnTo>
                <a:lnTo>
                  <a:pt x="5018" y="427"/>
                </a:lnTo>
                <a:lnTo>
                  <a:pt x="5019" y="427"/>
                </a:lnTo>
                <a:lnTo>
                  <a:pt x="5021" y="426"/>
                </a:lnTo>
                <a:lnTo>
                  <a:pt x="5022" y="426"/>
                </a:lnTo>
                <a:lnTo>
                  <a:pt x="5024" y="426"/>
                </a:lnTo>
                <a:lnTo>
                  <a:pt x="5026" y="427"/>
                </a:lnTo>
                <a:lnTo>
                  <a:pt x="5027" y="427"/>
                </a:lnTo>
                <a:lnTo>
                  <a:pt x="5027" y="428"/>
                </a:lnTo>
                <a:lnTo>
                  <a:pt x="5028" y="428"/>
                </a:lnTo>
                <a:lnTo>
                  <a:pt x="5028" y="429"/>
                </a:lnTo>
                <a:lnTo>
                  <a:pt x="5029" y="429"/>
                </a:lnTo>
                <a:lnTo>
                  <a:pt x="5029" y="430"/>
                </a:lnTo>
                <a:lnTo>
                  <a:pt x="5030" y="430"/>
                </a:lnTo>
                <a:lnTo>
                  <a:pt x="5030" y="431"/>
                </a:lnTo>
                <a:lnTo>
                  <a:pt x="5031" y="431"/>
                </a:lnTo>
                <a:lnTo>
                  <a:pt x="5032" y="431"/>
                </a:lnTo>
                <a:lnTo>
                  <a:pt x="5033" y="431"/>
                </a:lnTo>
                <a:lnTo>
                  <a:pt x="5034" y="431"/>
                </a:lnTo>
                <a:lnTo>
                  <a:pt x="5035" y="430"/>
                </a:lnTo>
                <a:lnTo>
                  <a:pt x="5036" y="430"/>
                </a:lnTo>
                <a:lnTo>
                  <a:pt x="5036" y="429"/>
                </a:lnTo>
                <a:lnTo>
                  <a:pt x="5036" y="428"/>
                </a:lnTo>
                <a:lnTo>
                  <a:pt x="5036" y="427"/>
                </a:lnTo>
                <a:lnTo>
                  <a:pt x="5035" y="427"/>
                </a:lnTo>
                <a:lnTo>
                  <a:pt x="5035" y="426"/>
                </a:lnTo>
                <a:lnTo>
                  <a:pt x="5035" y="425"/>
                </a:lnTo>
                <a:lnTo>
                  <a:pt x="5035" y="424"/>
                </a:lnTo>
                <a:lnTo>
                  <a:pt x="5036" y="424"/>
                </a:lnTo>
                <a:lnTo>
                  <a:pt x="5037" y="423"/>
                </a:lnTo>
                <a:lnTo>
                  <a:pt x="5038" y="422"/>
                </a:lnTo>
                <a:lnTo>
                  <a:pt x="5039" y="422"/>
                </a:lnTo>
                <a:lnTo>
                  <a:pt x="5041" y="422"/>
                </a:lnTo>
                <a:lnTo>
                  <a:pt x="5042" y="422"/>
                </a:lnTo>
                <a:lnTo>
                  <a:pt x="5043" y="422"/>
                </a:lnTo>
                <a:lnTo>
                  <a:pt x="5044" y="423"/>
                </a:lnTo>
                <a:lnTo>
                  <a:pt x="5045" y="423"/>
                </a:lnTo>
                <a:lnTo>
                  <a:pt x="5046" y="423"/>
                </a:lnTo>
                <a:lnTo>
                  <a:pt x="5048" y="424"/>
                </a:lnTo>
                <a:lnTo>
                  <a:pt x="5049" y="425"/>
                </a:lnTo>
                <a:lnTo>
                  <a:pt x="5050" y="426"/>
                </a:lnTo>
                <a:lnTo>
                  <a:pt x="5051" y="427"/>
                </a:lnTo>
                <a:lnTo>
                  <a:pt x="5051" y="429"/>
                </a:lnTo>
                <a:lnTo>
                  <a:pt x="5051" y="432"/>
                </a:lnTo>
                <a:lnTo>
                  <a:pt x="5051" y="434"/>
                </a:lnTo>
                <a:lnTo>
                  <a:pt x="5051" y="435"/>
                </a:lnTo>
                <a:lnTo>
                  <a:pt x="5052" y="435"/>
                </a:lnTo>
                <a:lnTo>
                  <a:pt x="5052" y="436"/>
                </a:lnTo>
                <a:lnTo>
                  <a:pt x="5052" y="437"/>
                </a:lnTo>
                <a:lnTo>
                  <a:pt x="5053" y="438"/>
                </a:lnTo>
                <a:lnTo>
                  <a:pt x="5054" y="438"/>
                </a:lnTo>
                <a:lnTo>
                  <a:pt x="5055" y="438"/>
                </a:lnTo>
                <a:lnTo>
                  <a:pt x="5055" y="439"/>
                </a:lnTo>
                <a:lnTo>
                  <a:pt x="5057" y="439"/>
                </a:lnTo>
                <a:lnTo>
                  <a:pt x="5057" y="438"/>
                </a:lnTo>
                <a:lnTo>
                  <a:pt x="5058" y="438"/>
                </a:lnTo>
                <a:lnTo>
                  <a:pt x="5059" y="438"/>
                </a:lnTo>
                <a:lnTo>
                  <a:pt x="5060" y="437"/>
                </a:lnTo>
                <a:lnTo>
                  <a:pt x="5061" y="437"/>
                </a:lnTo>
                <a:lnTo>
                  <a:pt x="5062" y="437"/>
                </a:lnTo>
                <a:lnTo>
                  <a:pt x="5065" y="437"/>
                </a:lnTo>
                <a:lnTo>
                  <a:pt x="5066" y="437"/>
                </a:lnTo>
                <a:lnTo>
                  <a:pt x="5067" y="437"/>
                </a:lnTo>
                <a:lnTo>
                  <a:pt x="5067" y="438"/>
                </a:lnTo>
                <a:lnTo>
                  <a:pt x="5068" y="438"/>
                </a:lnTo>
                <a:lnTo>
                  <a:pt x="5068" y="439"/>
                </a:lnTo>
                <a:lnTo>
                  <a:pt x="5069" y="439"/>
                </a:lnTo>
                <a:lnTo>
                  <a:pt x="5069" y="440"/>
                </a:lnTo>
                <a:lnTo>
                  <a:pt x="5069" y="441"/>
                </a:lnTo>
                <a:lnTo>
                  <a:pt x="5069" y="442"/>
                </a:lnTo>
                <a:lnTo>
                  <a:pt x="5069" y="443"/>
                </a:lnTo>
                <a:lnTo>
                  <a:pt x="5069" y="444"/>
                </a:lnTo>
                <a:lnTo>
                  <a:pt x="5069" y="446"/>
                </a:lnTo>
                <a:lnTo>
                  <a:pt x="5070" y="446"/>
                </a:lnTo>
                <a:lnTo>
                  <a:pt x="5070" y="447"/>
                </a:lnTo>
                <a:lnTo>
                  <a:pt x="5071" y="448"/>
                </a:lnTo>
                <a:lnTo>
                  <a:pt x="5072" y="448"/>
                </a:lnTo>
                <a:lnTo>
                  <a:pt x="5073" y="449"/>
                </a:lnTo>
                <a:lnTo>
                  <a:pt x="5075" y="449"/>
                </a:lnTo>
                <a:lnTo>
                  <a:pt x="5076" y="449"/>
                </a:lnTo>
                <a:lnTo>
                  <a:pt x="5077" y="449"/>
                </a:lnTo>
                <a:lnTo>
                  <a:pt x="5078" y="449"/>
                </a:lnTo>
                <a:lnTo>
                  <a:pt x="5079" y="449"/>
                </a:lnTo>
                <a:lnTo>
                  <a:pt x="5079" y="450"/>
                </a:lnTo>
                <a:lnTo>
                  <a:pt x="5079" y="451"/>
                </a:lnTo>
                <a:lnTo>
                  <a:pt x="5079" y="452"/>
                </a:lnTo>
                <a:lnTo>
                  <a:pt x="5078" y="453"/>
                </a:lnTo>
                <a:lnTo>
                  <a:pt x="5078" y="454"/>
                </a:lnTo>
                <a:lnTo>
                  <a:pt x="5078" y="455"/>
                </a:lnTo>
                <a:lnTo>
                  <a:pt x="5079" y="456"/>
                </a:lnTo>
                <a:lnTo>
                  <a:pt x="5080" y="456"/>
                </a:lnTo>
                <a:lnTo>
                  <a:pt x="5081" y="456"/>
                </a:lnTo>
                <a:lnTo>
                  <a:pt x="5083" y="456"/>
                </a:lnTo>
                <a:lnTo>
                  <a:pt x="5084" y="456"/>
                </a:lnTo>
                <a:lnTo>
                  <a:pt x="5085" y="457"/>
                </a:lnTo>
                <a:lnTo>
                  <a:pt x="5085" y="458"/>
                </a:lnTo>
                <a:lnTo>
                  <a:pt x="5085" y="459"/>
                </a:lnTo>
                <a:lnTo>
                  <a:pt x="5085" y="460"/>
                </a:lnTo>
                <a:lnTo>
                  <a:pt x="5084" y="461"/>
                </a:lnTo>
                <a:lnTo>
                  <a:pt x="5084" y="462"/>
                </a:lnTo>
                <a:lnTo>
                  <a:pt x="5085" y="463"/>
                </a:lnTo>
                <a:lnTo>
                  <a:pt x="5086" y="463"/>
                </a:lnTo>
                <a:lnTo>
                  <a:pt x="5088" y="464"/>
                </a:lnTo>
                <a:lnTo>
                  <a:pt x="5089" y="464"/>
                </a:lnTo>
                <a:lnTo>
                  <a:pt x="5090" y="464"/>
                </a:lnTo>
                <a:lnTo>
                  <a:pt x="5093" y="465"/>
                </a:lnTo>
                <a:lnTo>
                  <a:pt x="5094" y="466"/>
                </a:lnTo>
                <a:lnTo>
                  <a:pt x="5095" y="467"/>
                </a:lnTo>
                <a:lnTo>
                  <a:pt x="5095" y="468"/>
                </a:lnTo>
                <a:lnTo>
                  <a:pt x="5096" y="469"/>
                </a:lnTo>
                <a:lnTo>
                  <a:pt x="5097" y="469"/>
                </a:lnTo>
                <a:lnTo>
                  <a:pt x="5097" y="470"/>
                </a:lnTo>
                <a:lnTo>
                  <a:pt x="5098" y="470"/>
                </a:lnTo>
                <a:lnTo>
                  <a:pt x="5099" y="471"/>
                </a:lnTo>
                <a:lnTo>
                  <a:pt x="5100" y="471"/>
                </a:lnTo>
                <a:lnTo>
                  <a:pt x="5101" y="471"/>
                </a:lnTo>
                <a:lnTo>
                  <a:pt x="5102" y="472"/>
                </a:lnTo>
                <a:lnTo>
                  <a:pt x="5103" y="473"/>
                </a:lnTo>
                <a:lnTo>
                  <a:pt x="5104" y="473"/>
                </a:lnTo>
                <a:lnTo>
                  <a:pt x="5105" y="473"/>
                </a:lnTo>
                <a:lnTo>
                  <a:pt x="5105" y="474"/>
                </a:lnTo>
                <a:lnTo>
                  <a:pt x="5108" y="476"/>
                </a:lnTo>
                <a:lnTo>
                  <a:pt x="5110" y="477"/>
                </a:lnTo>
                <a:lnTo>
                  <a:pt x="5111" y="478"/>
                </a:lnTo>
                <a:lnTo>
                  <a:pt x="5112" y="480"/>
                </a:lnTo>
                <a:lnTo>
                  <a:pt x="5113" y="481"/>
                </a:lnTo>
                <a:lnTo>
                  <a:pt x="5114" y="481"/>
                </a:lnTo>
                <a:lnTo>
                  <a:pt x="5116" y="481"/>
                </a:lnTo>
                <a:lnTo>
                  <a:pt x="5117" y="481"/>
                </a:lnTo>
                <a:lnTo>
                  <a:pt x="5118" y="481"/>
                </a:lnTo>
                <a:lnTo>
                  <a:pt x="5119" y="480"/>
                </a:lnTo>
                <a:lnTo>
                  <a:pt x="5121" y="479"/>
                </a:lnTo>
                <a:lnTo>
                  <a:pt x="5123" y="478"/>
                </a:lnTo>
                <a:lnTo>
                  <a:pt x="5125" y="478"/>
                </a:lnTo>
                <a:lnTo>
                  <a:pt x="5127" y="477"/>
                </a:lnTo>
                <a:lnTo>
                  <a:pt x="5128" y="477"/>
                </a:lnTo>
                <a:lnTo>
                  <a:pt x="5129" y="477"/>
                </a:lnTo>
                <a:lnTo>
                  <a:pt x="5130" y="477"/>
                </a:lnTo>
                <a:lnTo>
                  <a:pt x="5130" y="476"/>
                </a:lnTo>
                <a:lnTo>
                  <a:pt x="5132" y="476"/>
                </a:lnTo>
                <a:lnTo>
                  <a:pt x="5133" y="477"/>
                </a:lnTo>
                <a:lnTo>
                  <a:pt x="5134" y="477"/>
                </a:lnTo>
                <a:lnTo>
                  <a:pt x="5135" y="478"/>
                </a:lnTo>
                <a:lnTo>
                  <a:pt x="5135" y="479"/>
                </a:lnTo>
                <a:lnTo>
                  <a:pt x="5136" y="479"/>
                </a:lnTo>
                <a:lnTo>
                  <a:pt x="5136" y="480"/>
                </a:lnTo>
                <a:lnTo>
                  <a:pt x="5136" y="481"/>
                </a:lnTo>
                <a:lnTo>
                  <a:pt x="5137" y="481"/>
                </a:lnTo>
                <a:lnTo>
                  <a:pt x="5138" y="482"/>
                </a:lnTo>
                <a:lnTo>
                  <a:pt x="5139" y="482"/>
                </a:lnTo>
                <a:lnTo>
                  <a:pt x="5140" y="482"/>
                </a:lnTo>
                <a:lnTo>
                  <a:pt x="5141" y="482"/>
                </a:lnTo>
                <a:lnTo>
                  <a:pt x="5142" y="482"/>
                </a:lnTo>
                <a:lnTo>
                  <a:pt x="5143" y="481"/>
                </a:lnTo>
                <a:lnTo>
                  <a:pt x="5144" y="480"/>
                </a:lnTo>
                <a:lnTo>
                  <a:pt x="5145" y="480"/>
                </a:lnTo>
                <a:lnTo>
                  <a:pt x="5146" y="479"/>
                </a:lnTo>
                <a:lnTo>
                  <a:pt x="5147" y="479"/>
                </a:lnTo>
                <a:lnTo>
                  <a:pt x="5148" y="479"/>
                </a:lnTo>
                <a:lnTo>
                  <a:pt x="5149" y="479"/>
                </a:lnTo>
                <a:lnTo>
                  <a:pt x="5150" y="479"/>
                </a:lnTo>
                <a:lnTo>
                  <a:pt x="5151" y="479"/>
                </a:lnTo>
                <a:lnTo>
                  <a:pt x="5152" y="479"/>
                </a:lnTo>
                <a:lnTo>
                  <a:pt x="5153" y="479"/>
                </a:lnTo>
                <a:lnTo>
                  <a:pt x="5153" y="480"/>
                </a:lnTo>
                <a:lnTo>
                  <a:pt x="5154" y="480"/>
                </a:lnTo>
                <a:lnTo>
                  <a:pt x="5154" y="481"/>
                </a:lnTo>
                <a:lnTo>
                  <a:pt x="5154" y="482"/>
                </a:lnTo>
                <a:lnTo>
                  <a:pt x="5153" y="483"/>
                </a:lnTo>
                <a:lnTo>
                  <a:pt x="5152" y="484"/>
                </a:lnTo>
                <a:lnTo>
                  <a:pt x="5151" y="485"/>
                </a:lnTo>
                <a:lnTo>
                  <a:pt x="5150" y="485"/>
                </a:lnTo>
                <a:lnTo>
                  <a:pt x="5150" y="486"/>
                </a:lnTo>
                <a:lnTo>
                  <a:pt x="5149" y="486"/>
                </a:lnTo>
                <a:lnTo>
                  <a:pt x="5149" y="487"/>
                </a:lnTo>
                <a:lnTo>
                  <a:pt x="5148" y="487"/>
                </a:lnTo>
                <a:lnTo>
                  <a:pt x="5148" y="488"/>
                </a:lnTo>
                <a:lnTo>
                  <a:pt x="5147" y="489"/>
                </a:lnTo>
                <a:lnTo>
                  <a:pt x="5147" y="490"/>
                </a:lnTo>
                <a:lnTo>
                  <a:pt x="5147" y="491"/>
                </a:lnTo>
                <a:lnTo>
                  <a:pt x="5146" y="491"/>
                </a:lnTo>
                <a:lnTo>
                  <a:pt x="5146" y="492"/>
                </a:lnTo>
                <a:lnTo>
                  <a:pt x="5146" y="493"/>
                </a:lnTo>
                <a:lnTo>
                  <a:pt x="5145" y="493"/>
                </a:lnTo>
                <a:lnTo>
                  <a:pt x="5145" y="494"/>
                </a:lnTo>
                <a:lnTo>
                  <a:pt x="5145" y="495"/>
                </a:lnTo>
                <a:lnTo>
                  <a:pt x="5144" y="495"/>
                </a:lnTo>
                <a:lnTo>
                  <a:pt x="5144" y="496"/>
                </a:lnTo>
                <a:lnTo>
                  <a:pt x="5144" y="497"/>
                </a:lnTo>
                <a:lnTo>
                  <a:pt x="5143" y="500"/>
                </a:lnTo>
                <a:lnTo>
                  <a:pt x="5142" y="501"/>
                </a:lnTo>
                <a:lnTo>
                  <a:pt x="5141" y="502"/>
                </a:lnTo>
                <a:lnTo>
                  <a:pt x="5141" y="503"/>
                </a:lnTo>
                <a:lnTo>
                  <a:pt x="5140" y="503"/>
                </a:lnTo>
                <a:lnTo>
                  <a:pt x="5140" y="504"/>
                </a:lnTo>
                <a:lnTo>
                  <a:pt x="5139" y="505"/>
                </a:lnTo>
                <a:lnTo>
                  <a:pt x="5139" y="506"/>
                </a:lnTo>
                <a:lnTo>
                  <a:pt x="5139" y="507"/>
                </a:lnTo>
                <a:lnTo>
                  <a:pt x="5140" y="507"/>
                </a:lnTo>
                <a:lnTo>
                  <a:pt x="5141" y="507"/>
                </a:lnTo>
                <a:lnTo>
                  <a:pt x="5141" y="508"/>
                </a:lnTo>
                <a:lnTo>
                  <a:pt x="5142" y="508"/>
                </a:lnTo>
                <a:lnTo>
                  <a:pt x="5143" y="508"/>
                </a:lnTo>
                <a:lnTo>
                  <a:pt x="5144" y="508"/>
                </a:lnTo>
                <a:lnTo>
                  <a:pt x="5145" y="508"/>
                </a:lnTo>
                <a:lnTo>
                  <a:pt x="5146" y="508"/>
                </a:lnTo>
                <a:lnTo>
                  <a:pt x="5146" y="509"/>
                </a:lnTo>
                <a:lnTo>
                  <a:pt x="5147" y="509"/>
                </a:lnTo>
                <a:lnTo>
                  <a:pt x="5147" y="510"/>
                </a:lnTo>
                <a:lnTo>
                  <a:pt x="5147" y="511"/>
                </a:lnTo>
                <a:lnTo>
                  <a:pt x="5147" y="512"/>
                </a:lnTo>
                <a:lnTo>
                  <a:pt x="5147" y="514"/>
                </a:lnTo>
                <a:lnTo>
                  <a:pt x="5147" y="515"/>
                </a:lnTo>
                <a:lnTo>
                  <a:pt x="5147" y="516"/>
                </a:lnTo>
                <a:lnTo>
                  <a:pt x="5147" y="517"/>
                </a:lnTo>
                <a:lnTo>
                  <a:pt x="5147" y="518"/>
                </a:lnTo>
                <a:lnTo>
                  <a:pt x="5148" y="518"/>
                </a:lnTo>
                <a:lnTo>
                  <a:pt x="5148" y="519"/>
                </a:lnTo>
                <a:lnTo>
                  <a:pt x="5149" y="519"/>
                </a:lnTo>
                <a:lnTo>
                  <a:pt x="5151" y="519"/>
                </a:lnTo>
                <a:lnTo>
                  <a:pt x="5152" y="519"/>
                </a:lnTo>
                <a:lnTo>
                  <a:pt x="5153" y="519"/>
                </a:lnTo>
                <a:lnTo>
                  <a:pt x="5153" y="518"/>
                </a:lnTo>
                <a:lnTo>
                  <a:pt x="5154" y="518"/>
                </a:lnTo>
                <a:lnTo>
                  <a:pt x="5155" y="518"/>
                </a:lnTo>
                <a:lnTo>
                  <a:pt x="5155" y="517"/>
                </a:lnTo>
                <a:lnTo>
                  <a:pt x="5156" y="517"/>
                </a:lnTo>
                <a:lnTo>
                  <a:pt x="5157" y="516"/>
                </a:lnTo>
                <a:lnTo>
                  <a:pt x="5158" y="516"/>
                </a:lnTo>
                <a:lnTo>
                  <a:pt x="5159" y="516"/>
                </a:lnTo>
                <a:lnTo>
                  <a:pt x="5159" y="517"/>
                </a:lnTo>
                <a:lnTo>
                  <a:pt x="5161" y="518"/>
                </a:lnTo>
                <a:lnTo>
                  <a:pt x="5161" y="519"/>
                </a:lnTo>
                <a:lnTo>
                  <a:pt x="5161" y="520"/>
                </a:lnTo>
                <a:lnTo>
                  <a:pt x="5161" y="521"/>
                </a:lnTo>
                <a:lnTo>
                  <a:pt x="5160" y="521"/>
                </a:lnTo>
                <a:lnTo>
                  <a:pt x="5159" y="522"/>
                </a:lnTo>
                <a:lnTo>
                  <a:pt x="5159" y="523"/>
                </a:lnTo>
                <a:lnTo>
                  <a:pt x="5158" y="523"/>
                </a:lnTo>
                <a:lnTo>
                  <a:pt x="5158" y="524"/>
                </a:lnTo>
                <a:lnTo>
                  <a:pt x="5158" y="525"/>
                </a:lnTo>
                <a:lnTo>
                  <a:pt x="5159" y="526"/>
                </a:lnTo>
                <a:lnTo>
                  <a:pt x="5159" y="527"/>
                </a:lnTo>
                <a:lnTo>
                  <a:pt x="5159" y="528"/>
                </a:lnTo>
                <a:lnTo>
                  <a:pt x="5160" y="528"/>
                </a:lnTo>
                <a:lnTo>
                  <a:pt x="5160" y="529"/>
                </a:lnTo>
                <a:lnTo>
                  <a:pt x="5161" y="529"/>
                </a:lnTo>
                <a:lnTo>
                  <a:pt x="5161" y="530"/>
                </a:lnTo>
                <a:lnTo>
                  <a:pt x="5161" y="531"/>
                </a:lnTo>
                <a:lnTo>
                  <a:pt x="5161" y="532"/>
                </a:lnTo>
                <a:lnTo>
                  <a:pt x="5161" y="533"/>
                </a:lnTo>
                <a:lnTo>
                  <a:pt x="5162" y="533"/>
                </a:lnTo>
                <a:lnTo>
                  <a:pt x="5163" y="533"/>
                </a:lnTo>
                <a:lnTo>
                  <a:pt x="5164" y="533"/>
                </a:lnTo>
                <a:lnTo>
                  <a:pt x="5164" y="534"/>
                </a:lnTo>
                <a:lnTo>
                  <a:pt x="5165" y="534"/>
                </a:lnTo>
                <a:lnTo>
                  <a:pt x="5166" y="534"/>
                </a:lnTo>
                <a:lnTo>
                  <a:pt x="5166" y="535"/>
                </a:lnTo>
                <a:lnTo>
                  <a:pt x="5166" y="536"/>
                </a:lnTo>
                <a:lnTo>
                  <a:pt x="5166" y="537"/>
                </a:lnTo>
                <a:lnTo>
                  <a:pt x="5167" y="537"/>
                </a:lnTo>
                <a:lnTo>
                  <a:pt x="5167" y="538"/>
                </a:lnTo>
                <a:lnTo>
                  <a:pt x="5167" y="539"/>
                </a:lnTo>
                <a:lnTo>
                  <a:pt x="5166" y="540"/>
                </a:lnTo>
                <a:lnTo>
                  <a:pt x="5165" y="541"/>
                </a:lnTo>
                <a:lnTo>
                  <a:pt x="5165" y="542"/>
                </a:lnTo>
                <a:lnTo>
                  <a:pt x="5164" y="542"/>
                </a:lnTo>
                <a:lnTo>
                  <a:pt x="5164" y="543"/>
                </a:lnTo>
                <a:lnTo>
                  <a:pt x="5163" y="543"/>
                </a:lnTo>
                <a:lnTo>
                  <a:pt x="5162" y="543"/>
                </a:lnTo>
                <a:lnTo>
                  <a:pt x="5162" y="544"/>
                </a:lnTo>
                <a:lnTo>
                  <a:pt x="5161" y="544"/>
                </a:lnTo>
                <a:lnTo>
                  <a:pt x="5161" y="545"/>
                </a:lnTo>
                <a:lnTo>
                  <a:pt x="5161" y="546"/>
                </a:lnTo>
                <a:lnTo>
                  <a:pt x="5160" y="546"/>
                </a:lnTo>
                <a:lnTo>
                  <a:pt x="5160" y="547"/>
                </a:lnTo>
                <a:lnTo>
                  <a:pt x="5160" y="548"/>
                </a:lnTo>
                <a:lnTo>
                  <a:pt x="5160" y="549"/>
                </a:lnTo>
                <a:lnTo>
                  <a:pt x="5160" y="550"/>
                </a:lnTo>
                <a:lnTo>
                  <a:pt x="5159" y="550"/>
                </a:lnTo>
                <a:lnTo>
                  <a:pt x="5159" y="551"/>
                </a:lnTo>
                <a:lnTo>
                  <a:pt x="5158" y="551"/>
                </a:lnTo>
                <a:lnTo>
                  <a:pt x="5157" y="551"/>
                </a:lnTo>
                <a:lnTo>
                  <a:pt x="5157" y="552"/>
                </a:lnTo>
                <a:lnTo>
                  <a:pt x="5156" y="552"/>
                </a:lnTo>
                <a:lnTo>
                  <a:pt x="5156" y="553"/>
                </a:lnTo>
                <a:lnTo>
                  <a:pt x="5155" y="554"/>
                </a:lnTo>
                <a:lnTo>
                  <a:pt x="5154" y="554"/>
                </a:lnTo>
                <a:lnTo>
                  <a:pt x="5154" y="555"/>
                </a:lnTo>
                <a:lnTo>
                  <a:pt x="5153" y="555"/>
                </a:lnTo>
                <a:lnTo>
                  <a:pt x="5153" y="556"/>
                </a:lnTo>
                <a:lnTo>
                  <a:pt x="5152" y="556"/>
                </a:lnTo>
                <a:lnTo>
                  <a:pt x="5152" y="557"/>
                </a:lnTo>
                <a:lnTo>
                  <a:pt x="5151" y="557"/>
                </a:lnTo>
                <a:lnTo>
                  <a:pt x="5151" y="558"/>
                </a:lnTo>
                <a:lnTo>
                  <a:pt x="5151" y="559"/>
                </a:lnTo>
                <a:lnTo>
                  <a:pt x="5152" y="560"/>
                </a:lnTo>
                <a:lnTo>
                  <a:pt x="5153" y="560"/>
                </a:lnTo>
                <a:lnTo>
                  <a:pt x="5153" y="561"/>
                </a:lnTo>
                <a:lnTo>
                  <a:pt x="5153" y="562"/>
                </a:lnTo>
                <a:lnTo>
                  <a:pt x="5153" y="563"/>
                </a:lnTo>
                <a:lnTo>
                  <a:pt x="5153" y="564"/>
                </a:lnTo>
                <a:lnTo>
                  <a:pt x="5154" y="564"/>
                </a:lnTo>
                <a:lnTo>
                  <a:pt x="5154" y="565"/>
                </a:lnTo>
                <a:lnTo>
                  <a:pt x="5155" y="565"/>
                </a:lnTo>
                <a:lnTo>
                  <a:pt x="5156" y="565"/>
                </a:lnTo>
                <a:lnTo>
                  <a:pt x="5157" y="566"/>
                </a:lnTo>
                <a:lnTo>
                  <a:pt x="5158" y="566"/>
                </a:lnTo>
                <a:lnTo>
                  <a:pt x="5158" y="567"/>
                </a:lnTo>
                <a:lnTo>
                  <a:pt x="5159" y="568"/>
                </a:lnTo>
                <a:lnTo>
                  <a:pt x="5159" y="569"/>
                </a:lnTo>
                <a:lnTo>
                  <a:pt x="5160" y="569"/>
                </a:lnTo>
                <a:lnTo>
                  <a:pt x="5161" y="570"/>
                </a:lnTo>
                <a:lnTo>
                  <a:pt x="5164" y="572"/>
                </a:lnTo>
                <a:lnTo>
                  <a:pt x="5167" y="574"/>
                </a:lnTo>
                <a:lnTo>
                  <a:pt x="5169" y="575"/>
                </a:lnTo>
                <a:lnTo>
                  <a:pt x="5170" y="576"/>
                </a:lnTo>
                <a:lnTo>
                  <a:pt x="5171" y="577"/>
                </a:lnTo>
                <a:lnTo>
                  <a:pt x="5171" y="578"/>
                </a:lnTo>
                <a:lnTo>
                  <a:pt x="5172" y="578"/>
                </a:lnTo>
                <a:lnTo>
                  <a:pt x="5173" y="579"/>
                </a:lnTo>
                <a:lnTo>
                  <a:pt x="5174" y="580"/>
                </a:lnTo>
                <a:lnTo>
                  <a:pt x="5174" y="582"/>
                </a:lnTo>
                <a:lnTo>
                  <a:pt x="5175" y="583"/>
                </a:lnTo>
                <a:lnTo>
                  <a:pt x="5177" y="585"/>
                </a:lnTo>
                <a:lnTo>
                  <a:pt x="5177" y="586"/>
                </a:lnTo>
                <a:lnTo>
                  <a:pt x="5178" y="586"/>
                </a:lnTo>
                <a:lnTo>
                  <a:pt x="5178" y="587"/>
                </a:lnTo>
                <a:lnTo>
                  <a:pt x="5178" y="588"/>
                </a:lnTo>
                <a:lnTo>
                  <a:pt x="5178" y="591"/>
                </a:lnTo>
                <a:lnTo>
                  <a:pt x="5178" y="592"/>
                </a:lnTo>
                <a:lnTo>
                  <a:pt x="5178" y="595"/>
                </a:lnTo>
                <a:lnTo>
                  <a:pt x="5179" y="597"/>
                </a:lnTo>
                <a:lnTo>
                  <a:pt x="5179" y="598"/>
                </a:lnTo>
                <a:lnTo>
                  <a:pt x="5179" y="599"/>
                </a:lnTo>
                <a:lnTo>
                  <a:pt x="5180" y="599"/>
                </a:lnTo>
                <a:lnTo>
                  <a:pt x="5181" y="599"/>
                </a:lnTo>
                <a:lnTo>
                  <a:pt x="5182" y="600"/>
                </a:lnTo>
                <a:lnTo>
                  <a:pt x="5184" y="601"/>
                </a:lnTo>
                <a:lnTo>
                  <a:pt x="5186" y="601"/>
                </a:lnTo>
                <a:lnTo>
                  <a:pt x="5193" y="601"/>
                </a:lnTo>
                <a:lnTo>
                  <a:pt x="5198" y="600"/>
                </a:lnTo>
                <a:lnTo>
                  <a:pt x="5199" y="599"/>
                </a:lnTo>
                <a:lnTo>
                  <a:pt x="5200" y="599"/>
                </a:lnTo>
                <a:lnTo>
                  <a:pt x="5200" y="598"/>
                </a:lnTo>
                <a:lnTo>
                  <a:pt x="5201" y="598"/>
                </a:lnTo>
                <a:lnTo>
                  <a:pt x="5202" y="597"/>
                </a:lnTo>
                <a:lnTo>
                  <a:pt x="5203" y="597"/>
                </a:lnTo>
                <a:lnTo>
                  <a:pt x="5205" y="596"/>
                </a:lnTo>
                <a:lnTo>
                  <a:pt x="5206" y="596"/>
                </a:lnTo>
                <a:lnTo>
                  <a:pt x="5208" y="596"/>
                </a:lnTo>
                <a:lnTo>
                  <a:pt x="5209" y="596"/>
                </a:lnTo>
                <a:lnTo>
                  <a:pt x="5210" y="596"/>
                </a:lnTo>
                <a:lnTo>
                  <a:pt x="5212" y="597"/>
                </a:lnTo>
                <a:lnTo>
                  <a:pt x="5213" y="597"/>
                </a:lnTo>
                <a:lnTo>
                  <a:pt x="5215" y="597"/>
                </a:lnTo>
                <a:lnTo>
                  <a:pt x="5216" y="597"/>
                </a:lnTo>
                <a:lnTo>
                  <a:pt x="5217" y="597"/>
                </a:lnTo>
                <a:lnTo>
                  <a:pt x="5218" y="596"/>
                </a:lnTo>
                <a:lnTo>
                  <a:pt x="5219" y="596"/>
                </a:lnTo>
                <a:lnTo>
                  <a:pt x="5221" y="595"/>
                </a:lnTo>
                <a:lnTo>
                  <a:pt x="5222" y="595"/>
                </a:lnTo>
                <a:lnTo>
                  <a:pt x="5223" y="595"/>
                </a:lnTo>
                <a:lnTo>
                  <a:pt x="5224" y="595"/>
                </a:lnTo>
                <a:lnTo>
                  <a:pt x="5225" y="596"/>
                </a:lnTo>
                <a:lnTo>
                  <a:pt x="5226" y="596"/>
                </a:lnTo>
                <a:lnTo>
                  <a:pt x="5228" y="596"/>
                </a:lnTo>
                <a:lnTo>
                  <a:pt x="5230" y="596"/>
                </a:lnTo>
                <a:lnTo>
                  <a:pt x="5231" y="596"/>
                </a:lnTo>
                <a:lnTo>
                  <a:pt x="5232" y="597"/>
                </a:lnTo>
                <a:lnTo>
                  <a:pt x="5232" y="598"/>
                </a:lnTo>
                <a:lnTo>
                  <a:pt x="5232" y="599"/>
                </a:lnTo>
                <a:lnTo>
                  <a:pt x="5232" y="601"/>
                </a:lnTo>
                <a:lnTo>
                  <a:pt x="5232" y="602"/>
                </a:lnTo>
                <a:lnTo>
                  <a:pt x="5233" y="602"/>
                </a:lnTo>
                <a:lnTo>
                  <a:pt x="5233" y="603"/>
                </a:lnTo>
                <a:lnTo>
                  <a:pt x="5235" y="604"/>
                </a:lnTo>
                <a:lnTo>
                  <a:pt x="5236" y="604"/>
                </a:lnTo>
                <a:lnTo>
                  <a:pt x="5238" y="604"/>
                </a:lnTo>
                <a:lnTo>
                  <a:pt x="5239" y="604"/>
                </a:lnTo>
                <a:lnTo>
                  <a:pt x="5240" y="603"/>
                </a:lnTo>
                <a:lnTo>
                  <a:pt x="5241" y="603"/>
                </a:lnTo>
                <a:lnTo>
                  <a:pt x="5241" y="602"/>
                </a:lnTo>
                <a:lnTo>
                  <a:pt x="5242" y="602"/>
                </a:lnTo>
                <a:lnTo>
                  <a:pt x="5242" y="601"/>
                </a:lnTo>
                <a:lnTo>
                  <a:pt x="5243" y="600"/>
                </a:lnTo>
                <a:lnTo>
                  <a:pt x="5244" y="599"/>
                </a:lnTo>
                <a:lnTo>
                  <a:pt x="5245" y="599"/>
                </a:lnTo>
                <a:lnTo>
                  <a:pt x="5246" y="599"/>
                </a:lnTo>
                <a:lnTo>
                  <a:pt x="5247" y="599"/>
                </a:lnTo>
                <a:lnTo>
                  <a:pt x="5248" y="599"/>
                </a:lnTo>
                <a:lnTo>
                  <a:pt x="5249" y="600"/>
                </a:lnTo>
                <a:lnTo>
                  <a:pt x="5251" y="601"/>
                </a:lnTo>
                <a:lnTo>
                  <a:pt x="5251" y="602"/>
                </a:lnTo>
                <a:lnTo>
                  <a:pt x="5252" y="602"/>
                </a:lnTo>
                <a:lnTo>
                  <a:pt x="5253" y="602"/>
                </a:lnTo>
                <a:lnTo>
                  <a:pt x="5255" y="603"/>
                </a:lnTo>
                <a:lnTo>
                  <a:pt x="5256" y="603"/>
                </a:lnTo>
                <a:lnTo>
                  <a:pt x="5257" y="603"/>
                </a:lnTo>
                <a:lnTo>
                  <a:pt x="5258" y="603"/>
                </a:lnTo>
                <a:lnTo>
                  <a:pt x="5259" y="603"/>
                </a:lnTo>
                <a:lnTo>
                  <a:pt x="5260" y="602"/>
                </a:lnTo>
                <a:lnTo>
                  <a:pt x="5263" y="602"/>
                </a:lnTo>
                <a:lnTo>
                  <a:pt x="5263" y="601"/>
                </a:lnTo>
                <a:lnTo>
                  <a:pt x="5263" y="602"/>
                </a:lnTo>
                <a:lnTo>
                  <a:pt x="5264" y="602"/>
                </a:lnTo>
                <a:lnTo>
                  <a:pt x="5269" y="603"/>
                </a:lnTo>
                <a:lnTo>
                  <a:pt x="5270" y="603"/>
                </a:lnTo>
                <a:lnTo>
                  <a:pt x="5271" y="603"/>
                </a:lnTo>
                <a:lnTo>
                  <a:pt x="5271" y="602"/>
                </a:lnTo>
                <a:lnTo>
                  <a:pt x="5271" y="601"/>
                </a:lnTo>
                <a:lnTo>
                  <a:pt x="5271" y="600"/>
                </a:lnTo>
                <a:lnTo>
                  <a:pt x="5272" y="599"/>
                </a:lnTo>
                <a:lnTo>
                  <a:pt x="5273" y="599"/>
                </a:lnTo>
                <a:lnTo>
                  <a:pt x="5273" y="598"/>
                </a:lnTo>
                <a:lnTo>
                  <a:pt x="5274" y="598"/>
                </a:lnTo>
                <a:lnTo>
                  <a:pt x="5275" y="599"/>
                </a:lnTo>
                <a:lnTo>
                  <a:pt x="5276" y="599"/>
                </a:lnTo>
                <a:lnTo>
                  <a:pt x="5277" y="599"/>
                </a:lnTo>
                <a:lnTo>
                  <a:pt x="5277" y="600"/>
                </a:lnTo>
                <a:lnTo>
                  <a:pt x="5278" y="600"/>
                </a:lnTo>
                <a:lnTo>
                  <a:pt x="5279" y="600"/>
                </a:lnTo>
                <a:lnTo>
                  <a:pt x="5281" y="600"/>
                </a:lnTo>
                <a:lnTo>
                  <a:pt x="5283" y="600"/>
                </a:lnTo>
                <a:lnTo>
                  <a:pt x="5283" y="599"/>
                </a:lnTo>
                <a:lnTo>
                  <a:pt x="5284" y="599"/>
                </a:lnTo>
                <a:lnTo>
                  <a:pt x="5284" y="600"/>
                </a:lnTo>
                <a:lnTo>
                  <a:pt x="5286" y="599"/>
                </a:lnTo>
                <a:lnTo>
                  <a:pt x="5287" y="599"/>
                </a:lnTo>
                <a:lnTo>
                  <a:pt x="5288" y="599"/>
                </a:lnTo>
                <a:lnTo>
                  <a:pt x="5289" y="599"/>
                </a:lnTo>
                <a:lnTo>
                  <a:pt x="5290" y="599"/>
                </a:lnTo>
                <a:lnTo>
                  <a:pt x="5290" y="598"/>
                </a:lnTo>
                <a:lnTo>
                  <a:pt x="5292" y="598"/>
                </a:lnTo>
                <a:lnTo>
                  <a:pt x="5293" y="598"/>
                </a:lnTo>
                <a:lnTo>
                  <a:pt x="5293" y="599"/>
                </a:lnTo>
                <a:lnTo>
                  <a:pt x="5294" y="599"/>
                </a:lnTo>
                <a:lnTo>
                  <a:pt x="5295" y="599"/>
                </a:lnTo>
                <a:lnTo>
                  <a:pt x="5296" y="599"/>
                </a:lnTo>
                <a:lnTo>
                  <a:pt x="5296" y="598"/>
                </a:lnTo>
                <a:lnTo>
                  <a:pt x="5297" y="598"/>
                </a:lnTo>
                <a:lnTo>
                  <a:pt x="5298" y="597"/>
                </a:lnTo>
                <a:lnTo>
                  <a:pt x="5298" y="596"/>
                </a:lnTo>
                <a:lnTo>
                  <a:pt x="5299" y="595"/>
                </a:lnTo>
                <a:lnTo>
                  <a:pt x="5300" y="594"/>
                </a:lnTo>
                <a:lnTo>
                  <a:pt x="5301" y="594"/>
                </a:lnTo>
                <a:lnTo>
                  <a:pt x="5302" y="594"/>
                </a:lnTo>
                <a:lnTo>
                  <a:pt x="5304" y="594"/>
                </a:lnTo>
                <a:lnTo>
                  <a:pt x="5305" y="594"/>
                </a:lnTo>
                <a:lnTo>
                  <a:pt x="5306" y="594"/>
                </a:lnTo>
                <a:lnTo>
                  <a:pt x="5307" y="594"/>
                </a:lnTo>
                <a:lnTo>
                  <a:pt x="5307" y="595"/>
                </a:lnTo>
                <a:lnTo>
                  <a:pt x="5308" y="595"/>
                </a:lnTo>
                <a:lnTo>
                  <a:pt x="5309" y="595"/>
                </a:lnTo>
                <a:lnTo>
                  <a:pt x="5309" y="596"/>
                </a:lnTo>
                <a:lnTo>
                  <a:pt x="5310" y="596"/>
                </a:lnTo>
                <a:lnTo>
                  <a:pt x="5312" y="597"/>
                </a:lnTo>
                <a:lnTo>
                  <a:pt x="5313" y="597"/>
                </a:lnTo>
                <a:lnTo>
                  <a:pt x="5315" y="598"/>
                </a:lnTo>
                <a:lnTo>
                  <a:pt x="5316" y="598"/>
                </a:lnTo>
                <a:lnTo>
                  <a:pt x="5317" y="598"/>
                </a:lnTo>
                <a:lnTo>
                  <a:pt x="5318" y="598"/>
                </a:lnTo>
                <a:lnTo>
                  <a:pt x="5321" y="598"/>
                </a:lnTo>
                <a:lnTo>
                  <a:pt x="5322" y="598"/>
                </a:lnTo>
                <a:lnTo>
                  <a:pt x="5323" y="598"/>
                </a:lnTo>
                <a:lnTo>
                  <a:pt x="5324" y="598"/>
                </a:lnTo>
                <a:lnTo>
                  <a:pt x="5324" y="597"/>
                </a:lnTo>
                <a:lnTo>
                  <a:pt x="5325" y="597"/>
                </a:lnTo>
                <a:lnTo>
                  <a:pt x="5326" y="597"/>
                </a:lnTo>
                <a:lnTo>
                  <a:pt x="5326" y="596"/>
                </a:lnTo>
                <a:lnTo>
                  <a:pt x="5327" y="596"/>
                </a:lnTo>
                <a:lnTo>
                  <a:pt x="5327" y="595"/>
                </a:lnTo>
                <a:lnTo>
                  <a:pt x="5327" y="594"/>
                </a:lnTo>
                <a:lnTo>
                  <a:pt x="5326" y="594"/>
                </a:lnTo>
                <a:lnTo>
                  <a:pt x="5326" y="593"/>
                </a:lnTo>
                <a:lnTo>
                  <a:pt x="5325" y="593"/>
                </a:lnTo>
                <a:lnTo>
                  <a:pt x="5325" y="592"/>
                </a:lnTo>
                <a:lnTo>
                  <a:pt x="5325" y="591"/>
                </a:lnTo>
                <a:lnTo>
                  <a:pt x="5326" y="591"/>
                </a:lnTo>
                <a:lnTo>
                  <a:pt x="5326" y="590"/>
                </a:lnTo>
                <a:lnTo>
                  <a:pt x="5326" y="589"/>
                </a:lnTo>
                <a:lnTo>
                  <a:pt x="5326" y="588"/>
                </a:lnTo>
                <a:lnTo>
                  <a:pt x="5327" y="588"/>
                </a:lnTo>
                <a:lnTo>
                  <a:pt x="5327" y="587"/>
                </a:lnTo>
                <a:lnTo>
                  <a:pt x="5328" y="587"/>
                </a:lnTo>
                <a:lnTo>
                  <a:pt x="5328" y="586"/>
                </a:lnTo>
                <a:lnTo>
                  <a:pt x="5328" y="585"/>
                </a:lnTo>
                <a:lnTo>
                  <a:pt x="5329" y="585"/>
                </a:lnTo>
                <a:lnTo>
                  <a:pt x="5330" y="585"/>
                </a:lnTo>
                <a:lnTo>
                  <a:pt x="5331" y="584"/>
                </a:lnTo>
                <a:lnTo>
                  <a:pt x="5332" y="584"/>
                </a:lnTo>
                <a:lnTo>
                  <a:pt x="5332" y="583"/>
                </a:lnTo>
                <a:lnTo>
                  <a:pt x="5333" y="583"/>
                </a:lnTo>
                <a:lnTo>
                  <a:pt x="5334" y="583"/>
                </a:lnTo>
                <a:lnTo>
                  <a:pt x="5334" y="582"/>
                </a:lnTo>
                <a:lnTo>
                  <a:pt x="5334" y="581"/>
                </a:lnTo>
                <a:lnTo>
                  <a:pt x="5334" y="580"/>
                </a:lnTo>
                <a:lnTo>
                  <a:pt x="5333" y="579"/>
                </a:lnTo>
                <a:lnTo>
                  <a:pt x="5333" y="578"/>
                </a:lnTo>
                <a:lnTo>
                  <a:pt x="5332" y="578"/>
                </a:lnTo>
                <a:lnTo>
                  <a:pt x="5332" y="577"/>
                </a:lnTo>
                <a:lnTo>
                  <a:pt x="5331" y="577"/>
                </a:lnTo>
                <a:lnTo>
                  <a:pt x="5331" y="576"/>
                </a:lnTo>
                <a:lnTo>
                  <a:pt x="5331" y="575"/>
                </a:lnTo>
                <a:lnTo>
                  <a:pt x="5332" y="575"/>
                </a:lnTo>
                <a:lnTo>
                  <a:pt x="5332" y="574"/>
                </a:lnTo>
                <a:lnTo>
                  <a:pt x="5333" y="574"/>
                </a:lnTo>
                <a:lnTo>
                  <a:pt x="5333" y="573"/>
                </a:lnTo>
                <a:lnTo>
                  <a:pt x="5334" y="573"/>
                </a:lnTo>
                <a:lnTo>
                  <a:pt x="5335" y="573"/>
                </a:lnTo>
                <a:lnTo>
                  <a:pt x="5337" y="573"/>
                </a:lnTo>
                <a:lnTo>
                  <a:pt x="5338" y="573"/>
                </a:lnTo>
                <a:lnTo>
                  <a:pt x="5339" y="574"/>
                </a:lnTo>
                <a:lnTo>
                  <a:pt x="5339" y="575"/>
                </a:lnTo>
                <a:lnTo>
                  <a:pt x="5340" y="575"/>
                </a:lnTo>
                <a:lnTo>
                  <a:pt x="5341" y="576"/>
                </a:lnTo>
                <a:lnTo>
                  <a:pt x="5342" y="576"/>
                </a:lnTo>
                <a:lnTo>
                  <a:pt x="5344" y="576"/>
                </a:lnTo>
                <a:lnTo>
                  <a:pt x="5345" y="576"/>
                </a:lnTo>
                <a:lnTo>
                  <a:pt x="5346" y="576"/>
                </a:lnTo>
                <a:lnTo>
                  <a:pt x="5347" y="575"/>
                </a:lnTo>
                <a:lnTo>
                  <a:pt x="5347" y="574"/>
                </a:lnTo>
                <a:lnTo>
                  <a:pt x="5348" y="574"/>
                </a:lnTo>
                <a:lnTo>
                  <a:pt x="5348" y="573"/>
                </a:lnTo>
                <a:lnTo>
                  <a:pt x="5349" y="572"/>
                </a:lnTo>
                <a:lnTo>
                  <a:pt x="5349" y="571"/>
                </a:lnTo>
                <a:lnTo>
                  <a:pt x="5350" y="571"/>
                </a:lnTo>
                <a:lnTo>
                  <a:pt x="5350" y="570"/>
                </a:lnTo>
                <a:lnTo>
                  <a:pt x="5351" y="569"/>
                </a:lnTo>
                <a:lnTo>
                  <a:pt x="5354" y="568"/>
                </a:lnTo>
                <a:lnTo>
                  <a:pt x="5355" y="567"/>
                </a:lnTo>
                <a:lnTo>
                  <a:pt x="5356" y="567"/>
                </a:lnTo>
                <a:lnTo>
                  <a:pt x="5361" y="566"/>
                </a:lnTo>
                <a:lnTo>
                  <a:pt x="5362" y="566"/>
                </a:lnTo>
                <a:lnTo>
                  <a:pt x="5364" y="564"/>
                </a:lnTo>
                <a:lnTo>
                  <a:pt x="5365" y="562"/>
                </a:lnTo>
                <a:lnTo>
                  <a:pt x="5365" y="561"/>
                </a:lnTo>
                <a:lnTo>
                  <a:pt x="5365" y="560"/>
                </a:lnTo>
                <a:lnTo>
                  <a:pt x="5366" y="558"/>
                </a:lnTo>
                <a:lnTo>
                  <a:pt x="5367" y="558"/>
                </a:lnTo>
                <a:lnTo>
                  <a:pt x="5368" y="557"/>
                </a:lnTo>
                <a:lnTo>
                  <a:pt x="5369" y="557"/>
                </a:lnTo>
                <a:lnTo>
                  <a:pt x="5370" y="557"/>
                </a:lnTo>
                <a:lnTo>
                  <a:pt x="5370" y="556"/>
                </a:lnTo>
                <a:lnTo>
                  <a:pt x="5371" y="556"/>
                </a:lnTo>
                <a:lnTo>
                  <a:pt x="5372" y="556"/>
                </a:lnTo>
                <a:lnTo>
                  <a:pt x="5373" y="556"/>
                </a:lnTo>
                <a:lnTo>
                  <a:pt x="5374" y="556"/>
                </a:lnTo>
                <a:lnTo>
                  <a:pt x="5375" y="556"/>
                </a:lnTo>
                <a:lnTo>
                  <a:pt x="5376" y="556"/>
                </a:lnTo>
                <a:lnTo>
                  <a:pt x="5376" y="555"/>
                </a:lnTo>
                <a:lnTo>
                  <a:pt x="5377" y="555"/>
                </a:lnTo>
                <a:lnTo>
                  <a:pt x="5378" y="555"/>
                </a:lnTo>
                <a:lnTo>
                  <a:pt x="5380" y="556"/>
                </a:lnTo>
                <a:lnTo>
                  <a:pt x="5381" y="556"/>
                </a:lnTo>
                <a:lnTo>
                  <a:pt x="5382" y="556"/>
                </a:lnTo>
                <a:lnTo>
                  <a:pt x="5383" y="556"/>
                </a:lnTo>
                <a:lnTo>
                  <a:pt x="5384" y="556"/>
                </a:lnTo>
                <a:lnTo>
                  <a:pt x="5385" y="557"/>
                </a:lnTo>
                <a:lnTo>
                  <a:pt x="5386" y="558"/>
                </a:lnTo>
                <a:lnTo>
                  <a:pt x="5387" y="558"/>
                </a:lnTo>
                <a:lnTo>
                  <a:pt x="5389" y="558"/>
                </a:lnTo>
                <a:lnTo>
                  <a:pt x="5390" y="559"/>
                </a:lnTo>
                <a:lnTo>
                  <a:pt x="5391" y="559"/>
                </a:lnTo>
                <a:lnTo>
                  <a:pt x="5392" y="559"/>
                </a:lnTo>
                <a:lnTo>
                  <a:pt x="5392" y="558"/>
                </a:lnTo>
                <a:lnTo>
                  <a:pt x="5393" y="558"/>
                </a:lnTo>
                <a:lnTo>
                  <a:pt x="5394" y="558"/>
                </a:lnTo>
                <a:lnTo>
                  <a:pt x="5395" y="557"/>
                </a:lnTo>
                <a:lnTo>
                  <a:pt x="5396" y="557"/>
                </a:lnTo>
                <a:lnTo>
                  <a:pt x="5397" y="557"/>
                </a:lnTo>
                <a:lnTo>
                  <a:pt x="5397" y="556"/>
                </a:lnTo>
                <a:lnTo>
                  <a:pt x="5398" y="556"/>
                </a:lnTo>
                <a:lnTo>
                  <a:pt x="5399" y="556"/>
                </a:lnTo>
                <a:lnTo>
                  <a:pt x="5399" y="557"/>
                </a:lnTo>
                <a:lnTo>
                  <a:pt x="5400" y="557"/>
                </a:lnTo>
                <a:lnTo>
                  <a:pt x="5401" y="557"/>
                </a:lnTo>
                <a:lnTo>
                  <a:pt x="5401" y="558"/>
                </a:lnTo>
                <a:lnTo>
                  <a:pt x="5402" y="558"/>
                </a:lnTo>
                <a:lnTo>
                  <a:pt x="5403" y="558"/>
                </a:lnTo>
                <a:lnTo>
                  <a:pt x="5404" y="558"/>
                </a:lnTo>
                <a:lnTo>
                  <a:pt x="5406" y="557"/>
                </a:lnTo>
                <a:lnTo>
                  <a:pt x="5407" y="557"/>
                </a:lnTo>
                <a:lnTo>
                  <a:pt x="5408" y="557"/>
                </a:lnTo>
                <a:lnTo>
                  <a:pt x="5409" y="557"/>
                </a:lnTo>
                <a:lnTo>
                  <a:pt x="5410" y="557"/>
                </a:lnTo>
                <a:lnTo>
                  <a:pt x="5411" y="557"/>
                </a:lnTo>
                <a:lnTo>
                  <a:pt x="5412" y="557"/>
                </a:lnTo>
                <a:lnTo>
                  <a:pt x="5412" y="556"/>
                </a:lnTo>
                <a:lnTo>
                  <a:pt x="5413" y="555"/>
                </a:lnTo>
                <a:lnTo>
                  <a:pt x="5414" y="553"/>
                </a:lnTo>
                <a:lnTo>
                  <a:pt x="5414" y="551"/>
                </a:lnTo>
                <a:lnTo>
                  <a:pt x="5415" y="550"/>
                </a:lnTo>
                <a:lnTo>
                  <a:pt x="5415" y="549"/>
                </a:lnTo>
                <a:lnTo>
                  <a:pt x="5416" y="549"/>
                </a:lnTo>
                <a:lnTo>
                  <a:pt x="5417" y="549"/>
                </a:lnTo>
                <a:lnTo>
                  <a:pt x="5418" y="549"/>
                </a:lnTo>
                <a:lnTo>
                  <a:pt x="5419" y="549"/>
                </a:lnTo>
                <a:lnTo>
                  <a:pt x="5421" y="550"/>
                </a:lnTo>
                <a:lnTo>
                  <a:pt x="5422" y="550"/>
                </a:lnTo>
                <a:lnTo>
                  <a:pt x="5423" y="551"/>
                </a:lnTo>
                <a:lnTo>
                  <a:pt x="5425" y="550"/>
                </a:lnTo>
                <a:lnTo>
                  <a:pt x="5426" y="550"/>
                </a:lnTo>
                <a:lnTo>
                  <a:pt x="5427" y="549"/>
                </a:lnTo>
                <a:lnTo>
                  <a:pt x="5427" y="548"/>
                </a:lnTo>
                <a:lnTo>
                  <a:pt x="5427" y="546"/>
                </a:lnTo>
                <a:lnTo>
                  <a:pt x="5427" y="545"/>
                </a:lnTo>
                <a:lnTo>
                  <a:pt x="5427" y="544"/>
                </a:lnTo>
                <a:lnTo>
                  <a:pt x="5428" y="544"/>
                </a:lnTo>
                <a:lnTo>
                  <a:pt x="5429" y="543"/>
                </a:lnTo>
                <a:lnTo>
                  <a:pt x="5430" y="543"/>
                </a:lnTo>
                <a:lnTo>
                  <a:pt x="5431" y="543"/>
                </a:lnTo>
                <a:lnTo>
                  <a:pt x="5432" y="543"/>
                </a:lnTo>
                <a:lnTo>
                  <a:pt x="5432" y="542"/>
                </a:lnTo>
                <a:lnTo>
                  <a:pt x="5435" y="542"/>
                </a:lnTo>
                <a:lnTo>
                  <a:pt x="5436" y="542"/>
                </a:lnTo>
                <a:lnTo>
                  <a:pt x="5437" y="541"/>
                </a:lnTo>
                <a:lnTo>
                  <a:pt x="5438" y="541"/>
                </a:lnTo>
                <a:lnTo>
                  <a:pt x="5440" y="540"/>
                </a:lnTo>
                <a:lnTo>
                  <a:pt x="5441" y="540"/>
                </a:lnTo>
                <a:lnTo>
                  <a:pt x="5442" y="540"/>
                </a:lnTo>
                <a:lnTo>
                  <a:pt x="5443" y="539"/>
                </a:lnTo>
                <a:lnTo>
                  <a:pt x="5444" y="539"/>
                </a:lnTo>
                <a:lnTo>
                  <a:pt x="5445" y="539"/>
                </a:lnTo>
                <a:lnTo>
                  <a:pt x="5446" y="539"/>
                </a:lnTo>
                <a:lnTo>
                  <a:pt x="5447" y="538"/>
                </a:lnTo>
                <a:lnTo>
                  <a:pt x="5448" y="538"/>
                </a:lnTo>
                <a:lnTo>
                  <a:pt x="5449" y="538"/>
                </a:lnTo>
                <a:lnTo>
                  <a:pt x="5451" y="538"/>
                </a:lnTo>
                <a:lnTo>
                  <a:pt x="5452" y="538"/>
                </a:lnTo>
                <a:lnTo>
                  <a:pt x="5453" y="538"/>
                </a:lnTo>
                <a:lnTo>
                  <a:pt x="5453" y="537"/>
                </a:lnTo>
                <a:lnTo>
                  <a:pt x="5454" y="537"/>
                </a:lnTo>
                <a:lnTo>
                  <a:pt x="5455" y="535"/>
                </a:lnTo>
                <a:lnTo>
                  <a:pt x="5456" y="534"/>
                </a:lnTo>
                <a:lnTo>
                  <a:pt x="5458" y="534"/>
                </a:lnTo>
                <a:lnTo>
                  <a:pt x="5459" y="535"/>
                </a:lnTo>
                <a:lnTo>
                  <a:pt x="5460" y="535"/>
                </a:lnTo>
                <a:lnTo>
                  <a:pt x="5462" y="535"/>
                </a:lnTo>
                <a:lnTo>
                  <a:pt x="5463" y="535"/>
                </a:lnTo>
                <a:lnTo>
                  <a:pt x="5464" y="535"/>
                </a:lnTo>
                <a:lnTo>
                  <a:pt x="5465" y="535"/>
                </a:lnTo>
                <a:lnTo>
                  <a:pt x="5465" y="534"/>
                </a:lnTo>
                <a:lnTo>
                  <a:pt x="5466" y="533"/>
                </a:lnTo>
                <a:lnTo>
                  <a:pt x="5467" y="533"/>
                </a:lnTo>
                <a:lnTo>
                  <a:pt x="5468" y="532"/>
                </a:lnTo>
                <a:lnTo>
                  <a:pt x="5469" y="531"/>
                </a:lnTo>
                <a:lnTo>
                  <a:pt x="5470" y="530"/>
                </a:lnTo>
                <a:lnTo>
                  <a:pt x="5471" y="530"/>
                </a:lnTo>
                <a:lnTo>
                  <a:pt x="5473" y="530"/>
                </a:lnTo>
                <a:lnTo>
                  <a:pt x="5474" y="530"/>
                </a:lnTo>
                <a:lnTo>
                  <a:pt x="5475" y="530"/>
                </a:lnTo>
                <a:lnTo>
                  <a:pt x="5476" y="530"/>
                </a:lnTo>
                <a:lnTo>
                  <a:pt x="5477" y="530"/>
                </a:lnTo>
                <a:lnTo>
                  <a:pt x="5478" y="530"/>
                </a:lnTo>
                <a:lnTo>
                  <a:pt x="5479" y="530"/>
                </a:lnTo>
                <a:lnTo>
                  <a:pt x="5480" y="530"/>
                </a:lnTo>
                <a:lnTo>
                  <a:pt x="5481" y="531"/>
                </a:lnTo>
                <a:lnTo>
                  <a:pt x="5482" y="531"/>
                </a:lnTo>
                <a:lnTo>
                  <a:pt x="5482" y="530"/>
                </a:lnTo>
                <a:lnTo>
                  <a:pt x="5483" y="530"/>
                </a:lnTo>
                <a:lnTo>
                  <a:pt x="5485" y="530"/>
                </a:lnTo>
                <a:lnTo>
                  <a:pt x="5486" y="530"/>
                </a:lnTo>
                <a:lnTo>
                  <a:pt x="5487" y="529"/>
                </a:lnTo>
                <a:lnTo>
                  <a:pt x="5488" y="529"/>
                </a:lnTo>
                <a:lnTo>
                  <a:pt x="5489" y="528"/>
                </a:lnTo>
                <a:lnTo>
                  <a:pt x="5490" y="528"/>
                </a:lnTo>
                <a:lnTo>
                  <a:pt x="5491" y="528"/>
                </a:lnTo>
                <a:lnTo>
                  <a:pt x="5492" y="528"/>
                </a:lnTo>
                <a:lnTo>
                  <a:pt x="5493" y="528"/>
                </a:lnTo>
                <a:lnTo>
                  <a:pt x="5494" y="527"/>
                </a:lnTo>
                <a:lnTo>
                  <a:pt x="5495" y="527"/>
                </a:lnTo>
                <a:lnTo>
                  <a:pt x="5496" y="526"/>
                </a:lnTo>
                <a:lnTo>
                  <a:pt x="5497" y="526"/>
                </a:lnTo>
                <a:lnTo>
                  <a:pt x="5498" y="526"/>
                </a:lnTo>
                <a:lnTo>
                  <a:pt x="5499" y="526"/>
                </a:lnTo>
                <a:lnTo>
                  <a:pt x="5500" y="526"/>
                </a:lnTo>
                <a:lnTo>
                  <a:pt x="5502" y="527"/>
                </a:lnTo>
                <a:lnTo>
                  <a:pt x="5503" y="527"/>
                </a:lnTo>
                <a:lnTo>
                  <a:pt x="5504" y="528"/>
                </a:lnTo>
                <a:lnTo>
                  <a:pt x="5506" y="528"/>
                </a:lnTo>
                <a:lnTo>
                  <a:pt x="5507" y="527"/>
                </a:lnTo>
                <a:lnTo>
                  <a:pt x="5508" y="527"/>
                </a:lnTo>
                <a:lnTo>
                  <a:pt x="5509" y="527"/>
                </a:lnTo>
                <a:lnTo>
                  <a:pt x="5511" y="527"/>
                </a:lnTo>
                <a:lnTo>
                  <a:pt x="5512" y="527"/>
                </a:lnTo>
                <a:lnTo>
                  <a:pt x="5513" y="527"/>
                </a:lnTo>
                <a:lnTo>
                  <a:pt x="5514" y="527"/>
                </a:lnTo>
                <a:lnTo>
                  <a:pt x="5515" y="528"/>
                </a:lnTo>
                <a:lnTo>
                  <a:pt x="5516" y="528"/>
                </a:lnTo>
                <a:lnTo>
                  <a:pt x="5517" y="529"/>
                </a:lnTo>
                <a:lnTo>
                  <a:pt x="5518" y="530"/>
                </a:lnTo>
                <a:lnTo>
                  <a:pt x="5522" y="531"/>
                </a:lnTo>
                <a:lnTo>
                  <a:pt x="5523" y="531"/>
                </a:lnTo>
                <a:lnTo>
                  <a:pt x="5525" y="531"/>
                </a:lnTo>
                <a:lnTo>
                  <a:pt x="5526" y="531"/>
                </a:lnTo>
                <a:lnTo>
                  <a:pt x="5527" y="530"/>
                </a:lnTo>
                <a:lnTo>
                  <a:pt x="5528" y="529"/>
                </a:lnTo>
                <a:lnTo>
                  <a:pt x="5528" y="528"/>
                </a:lnTo>
                <a:lnTo>
                  <a:pt x="5529" y="527"/>
                </a:lnTo>
                <a:lnTo>
                  <a:pt x="5530" y="526"/>
                </a:lnTo>
                <a:lnTo>
                  <a:pt x="5532" y="524"/>
                </a:lnTo>
                <a:lnTo>
                  <a:pt x="5533" y="524"/>
                </a:lnTo>
                <a:lnTo>
                  <a:pt x="5533" y="523"/>
                </a:lnTo>
                <a:lnTo>
                  <a:pt x="5534" y="523"/>
                </a:lnTo>
                <a:lnTo>
                  <a:pt x="5536" y="523"/>
                </a:lnTo>
                <a:lnTo>
                  <a:pt x="5537" y="523"/>
                </a:lnTo>
                <a:lnTo>
                  <a:pt x="5541" y="524"/>
                </a:lnTo>
                <a:lnTo>
                  <a:pt x="5543" y="524"/>
                </a:lnTo>
                <a:lnTo>
                  <a:pt x="5544" y="524"/>
                </a:lnTo>
                <a:lnTo>
                  <a:pt x="5545" y="524"/>
                </a:lnTo>
                <a:lnTo>
                  <a:pt x="5546" y="524"/>
                </a:lnTo>
                <a:lnTo>
                  <a:pt x="5547" y="523"/>
                </a:lnTo>
                <a:lnTo>
                  <a:pt x="5547" y="522"/>
                </a:lnTo>
                <a:lnTo>
                  <a:pt x="5548" y="522"/>
                </a:lnTo>
                <a:lnTo>
                  <a:pt x="5549" y="523"/>
                </a:lnTo>
                <a:lnTo>
                  <a:pt x="5550" y="523"/>
                </a:lnTo>
                <a:lnTo>
                  <a:pt x="5550" y="524"/>
                </a:lnTo>
                <a:lnTo>
                  <a:pt x="5551" y="525"/>
                </a:lnTo>
                <a:lnTo>
                  <a:pt x="5551" y="526"/>
                </a:lnTo>
                <a:lnTo>
                  <a:pt x="5550" y="528"/>
                </a:lnTo>
                <a:lnTo>
                  <a:pt x="5549" y="529"/>
                </a:lnTo>
                <a:lnTo>
                  <a:pt x="5548" y="530"/>
                </a:lnTo>
                <a:lnTo>
                  <a:pt x="5547" y="530"/>
                </a:lnTo>
                <a:lnTo>
                  <a:pt x="5546" y="530"/>
                </a:lnTo>
                <a:lnTo>
                  <a:pt x="5543" y="532"/>
                </a:lnTo>
                <a:lnTo>
                  <a:pt x="5542" y="532"/>
                </a:lnTo>
                <a:lnTo>
                  <a:pt x="5541" y="532"/>
                </a:lnTo>
                <a:lnTo>
                  <a:pt x="5539" y="533"/>
                </a:lnTo>
                <a:lnTo>
                  <a:pt x="5538" y="533"/>
                </a:lnTo>
                <a:lnTo>
                  <a:pt x="5537" y="533"/>
                </a:lnTo>
                <a:lnTo>
                  <a:pt x="5535" y="534"/>
                </a:lnTo>
                <a:lnTo>
                  <a:pt x="5534" y="534"/>
                </a:lnTo>
                <a:lnTo>
                  <a:pt x="5533" y="535"/>
                </a:lnTo>
                <a:lnTo>
                  <a:pt x="5532" y="535"/>
                </a:lnTo>
                <a:lnTo>
                  <a:pt x="5530" y="535"/>
                </a:lnTo>
                <a:lnTo>
                  <a:pt x="5528" y="536"/>
                </a:lnTo>
                <a:lnTo>
                  <a:pt x="5527" y="537"/>
                </a:lnTo>
                <a:lnTo>
                  <a:pt x="5526" y="537"/>
                </a:lnTo>
                <a:lnTo>
                  <a:pt x="5525" y="537"/>
                </a:lnTo>
                <a:lnTo>
                  <a:pt x="5525" y="538"/>
                </a:lnTo>
                <a:lnTo>
                  <a:pt x="5524" y="539"/>
                </a:lnTo>
                <a:lnTo>
                  <a:pt x="5523" y="540"/>
                </a:lnTo>
                <a:lnTo>
                  <a:pt x="5522" y="540"/>
                </a:lnTo>
                <a:lnTo>
                  <a:pt x="5522" y="539"/>
                </a:lnTo>
                <a:lnTo>
                  <a:pt x="5521" y="540"/>
                </a:lnTo>
                <a:lnTo>
                  <a:pt x="5520" y="540"/>
                </a:lnTo>
                <a:lnTo>
                  <a:pt x="5519" y="541"/>
                </a:lnTo>
                <a:lnTo>
                  <a:pt x="5518" y="541"/>
                </a:lnTo>
                <a:lnTo>
                  <a:pt x="5517" y="541"/>
                </a:lnTo>
                <a:lnTo>
                  <a:pt x="5517" y="542"/>
                </a:lnTo>
                <a:lnTo>
                  <a:pt x="5515" y="542"/>
                </a:lnTo>
                <a:lnTo>
                  <a:pt x="5514" y="543"/>
                </a:lnTo>
                <a:lnTo>
                  <a:pt x="5513" y="543"/>
                </a:lnTo>
                <a:lnTo>
                  <a:pt x="5513" y="544"/>
                </a:lnTo>
                <a:lnTo>
                  <a:pt x="5513" y="547"/>
                </a:lnTo>
                <a:lnTo>
                  <a:pt x="5513" y="548"/>
                </a:lnTo>
                <a:lnTo>
                  <a:pt x="5513" y="549"/>
                </a:lnTo>
                <a:lnTo>
                  <a:pt x="5513" y="550"/>
                </a:lnTo>
                <a:lnTo>
                  <a:pt x="5513" y="551"/>
                </a:lnTo>
                <a:lnTo>
                  <a:pt x="5513" y="552"/>
                </a:lnTo>
                <a:lnTo>
                  <a:pt x="5513" y="553"/>
                </a:lnTo>
                <a:lnTo>
                  <a:pt x="5513" y="554"/>
                </a:lnTo>
                <a:lnTo>
                  <a:pt x="5512" y="555"/>
                </a:lnTo>
                <a:lnTo>
                  <a:pt x="5511" y="555"/>
                </a:lnTo>
                <a:lnTo>
                  <a:pt x="5511" y="556"/>
                </a:lnTo>
                <a:lnTo>
                  <a:pt x="5510" y="556"/>
                </a:lnTo>
                <a:lnTo>
                  <a:pt x="5510" y="557"/>
                </a:lnTo>
                <a:lnTo>
                  <a:pt x="5509" y="559"/>
                </a:lnTo>
                <a:lnTo>
                  <a:pt x="5508" y="560"/>
                </a:lnTo>
                <a:lnTo>
                  <a:pt x="5506" y="561"/>
                </a:lnTo>
                <a:lnTo>
                  <a:pt x="5506" y="562"/>
                </a:lnTo>
                <a:lnTo>
                  <a:pt x="5505" y="563"/>
                </a:lnTo>
                <a:lnTo>
                  <a:pt x="5504" y="563"/>
                </a:lnTo>
                <a:lnTo>
                  <a:pt x="5504" y="564"/>
                </a:lnTo>
                <a:lnTo>
                  <a:pt x="5504" y="565"/>
                </a:lnTo>
                <a:lnTo>
                  <a:pt x="5503" y="565"/>
                </a:lnTo>
                <a:lnTo>
                  <a:pt x="5502" y="565"/>
                </a:lnTo>
                <a:lnTo>
                  <a:pt x="5502" y="566"/>
                </a:lnTo>
                <a:lnTo>
                  <a:pt x="5502" y="567"/>
                </a:lnTo>
                <a:lnTo>
                  <a:pt x="5502" y="568"/>
                </a:lnTo>
                <a:lnTo>
                  <a:pt x="5502" y="569"/>
                </a:lnTo>
                <a:lnTo>
                  <a:pt x="5502" y="570"/>
                </a:lnTo>
                <a:lnTo>
                  <a:pt x="5502" y="571"/>
                </a:lnTo>
                <a:lnTo>
                  <a:pt x="5503" y="571"/>
                </a:lnTo>
                <a:lnTo>
                  <a:pt x="5503" y="572"/>
                </a:lnTo>
                <a:lnTo>
                  <a:pt x="5504" y="572"/>
                </a:lnTo>
                <a:lnTo>
                  <a:pt x="5504" y="573"/>
                </a:lnTo>
                <a:lnTo>
                  <a:pt x="5505" y="573"/>
                </a:lnTo>
                <a:lnTo>
                  <a:pt x="5505" y="574"/>
                </a:lnTo>
                <a:lnTo>
                  <a:pt x="5506" y="574"/>
                </a:lnTo>
                <a:lnTo>
                  <a:pt x="5506" y="575"/>
                </a:lnTo>
                <a:lnTo>
                  <a:pt x="5506" y="576"/>
                </a:lnTo>
                <a:lnTo>
                  <a:pt x="5507" y="576"/>
                </a:lnTo>
                <a:lnTo>
                  <a:pt x="5507" y="577"/>
                </a:lnTo>
                <a:lnTo>
                  <a:pt x="5507" y="578"/>
                </a:lnTo>
                <a:lnTo>
                  <a:pt x="5507" y="579"/>
                </a:lnTo>
                <a:lnTo>
                  <a:pt x="5509" y="579"/>
                </a:lnTo>
                <a:lnTo>
                  <a:pt x="5510" y="579"/>
                </a:lnTo>
                <a:lnTo>
                  <a:pt x="5511" y="579"/>
                </a:lnTo>
                <a:lnTo>
                  <a:pt x="5512" y="580"/>
                </a:lnTo>
                <a:lnTo>
                  <a:pt x="5512" y="581"/>
                </a:lnTo>
                <a:lnTo>
                  <a:pt x="5513" y="581"/>
                </a:lnTo>
                <a:lnTo>
                  <a:pt x="5513" y="582"/>
                </a:lnTo>
                <a:lnTo>
                  <a:pt x="5512" y="583"/>
                </a:lnTo>
                <a:lnTo>
                  <a:pt x="5512" y="584"/>
                </a:lnTo>
                <a:lnTo>
                  <a:pt x="5513" y="584"/>
                </a:lnTo>
                <a:lnTo>
                  <a:pt x="5513" y="585"/>
                </a:lnTo>
                <a:lnTo>
                  <a:pt x="5513" y="586"/>
                </a:lnTo>
                <a:lnTo>
                  <a:pt x="5513" y="587"/>
                </a:lnTo>
                <a:lnTo>
                  <a:pt x="5512" y="587"/>
                </a:lnTo>
                <a:lnTo>
                  <a:pt x="5513" y="587"/>
                </a:lnTo>
                <a:lnTo>
                  <a:pt x="5513" y="588"/>
                </a:lnTo>
                <a:lnTo>
                  <a:pt x="5514" y="588"/>
                </a:lnTo>
                <a:lnTo>
                  <a:pt x="5514" y="589"/>
                </a:lnTo>
                <a:lnTo>
                  <a:pt x="5515" y="589"/>
                </a:lnTo>
                <a:lnTo>
                  <a:pt x="5516" y="589"/>
                </a:lnTo>
                <a:lnTo>
                  <a:pt x="5516" y="590"/>
                </a:lnTo>
                <a:lnTo>
                  <a:pt x="5517" y="590"/>
                </a:lnTo>
                <a:lnTo>
                  <a:pt x="5518" y="591"/>
                </a:lnTo>
                <a:lnTo>
                  <a:pt x="5518" y="592"/>
                </a:lnTo>
                <a:lnTo>
                  <a:pt x="5519" y="592"/>
                </a:lnTo>
                <a:lnTo>
                  <a:pt x="5520" y="592"/>
                </a:lnTo>
                <a:lnTo>
                  <a:pt x="5520" y="593"/>
                </a:lnTo>
                <a:lnTo>
                  <a:pt x="5521" y="593"/>
                </a:lnTo>
                <a:lnTo>
                  <a:pt x="5521" y="594"/>
                </a:lnTo>
                <a:lnTo>
                  <a:pt x="5522" y="594"/>
                </a:lnTo>
                <a:lnTo>
                  <a:pt x="5522" y="595"/>
                </a:lnTo>
                <a:lnTo>
                  <a:pt x="5522" y="597"/>
                </a:lnTo>
                <a:lnTo>
                  <a:pt x="5522" y="598"/>
                </a:lnTo>
                <a:lnTo>
                  <a:pt x="5522" y="599"/>
                </a:lnTo>
                <a:lnTo>
                  <a:pt x="5521" y="599"/>
                </a:lnTo>
                <a:lnTo>
                  <a:pt x="5520" y="600"/>
                </a:lnTo>
                <a:lnTo>
                  <a:pt x="5520" y="601"/>
                </a:lnTo>
                <a:lnTo>
                  <a:pt x="5520" y="602"/>
                </a:lnTo>
                <a:lnTo>
                  <a:pt x="5519" y="602"/>
                </a:lnTo>
                <a:lnTo>
                  <a:pt x="5518" y="603"/>
                </a:lnTo>
                <a:lnTo>
                  <a:pt x="5517" y="604"/>
                </a:lnTo>
                <a:lnTo>
                  <a:pt x="5516" y="605"/>
                </a:lnTo>
                <a:lnTo>
                  <a:pt x="5515" y="605"/>
                </a:lnTo>
                <a:lnTo>
                  <a:pt x="5515" y="606"/>
                </a:lnTo>
                <a:lnTo>
                  <a:pt x="5514" y="606"/>
                </a:lnTo>
                <a:lnTo>
                  <a:pt x="5514" y="607"/>
                </a:lnTo>
                <a:lnTo>
                  <a:pt x="5514" y="608"/>
                </a:lnTo>
                <a:lnTo>
                  <a:pt x="5514" y="609"/>
                </a:lnTo>
                <a:lnTo>
                  <a:pt x="5514" y="610"/>
                </a:lnTo>
                <a:lnTo>
                  <a:pt x="5514" y="611"/>
                </a:lnTo>
                <a:lnTo>
                  <a:pt x="5513" y="612"/>
                </a:lnTo>
                <a:lnTo>
                  <a:pt x="5512" y="612"/>
                </a:lnTo>
                <a:lnTo>
                  <a:pt x="5511" y="612"/>
                </a:lnTo>
                <a:lnTo>
                  <a:pt x="5511" y="613"/>
                </a:lnTo>
                <a:lnTo>
                  <a:pt x="5510" y="613"/>
                </a:lnTo>
                <a:lnTo>
                  <a:pt x="5510" y="614"/>
                </a:lnTo>
                <a:lnTo>
                  <a:pt x="5509" y="614"/>
                </a:lnTo>
                <a:lnTo>
                  <a:pt x="5509" y="615"/>
                </a:lnTo>
                <a:lnTo>
                  <a:pt x="5509" y="616"/>
                </a:lnTo>
                <a:lnTo>
                  <a:pt x="5508" y="616"/>
                </a:lnTo>
                <a:lnTo>
                  <a:pt x="5508" y="617"/>
                </a:lnTo>
                <a:lnTo>
                  <a:pt x="5507" y="617"/>
                </a:lnTo>
                <a:lnTo>
                  <a:pt x="5506" y="617"/>
                </a:lnTo>
                <a:lnTo>
                  <a:pt x="5505" y="617"/>
                </a:lnTo>
                <a:lnTo>
                  <a:pt x="5505" y="618"/>
                </a:lnTo>
                <a:lnTo>
                  <a:pt x="5504" y="618"/>
                </a:lnTo>
                <a:lnTo>
                  <a:pt x="5504" y="620"/>
                </a:lnTo>
                <a:lnTo>
                  <a:pt x="5504" y="621"/>
                </a:lnTo>
                <a:lnTo>
                  <a:pt x="5504" y="622"/>
                </a:lnTo>
                <a:lnTo>
                  <a:pt x="5503" y="622"/>
                </a:lnTo>
                <a:lnTo>
                  <a:pt x="5503" y="623"/>
                </a:lnTo>
                <a:lnTo>
                  <a:pt x="5502" y="623"/>
                </a:lnTo>
                <a:lnTo>
                  <a:pt x="5501" y="623"/>
                </a:lnTo>
                <a:lnTo>
                  <a:pt x="5500" y="623"/>
                </a:lnTo>
                <a:lnTo>
                  <a:pt x="5500" y="624"/>
                </a:lnTo>
                <a:lnTo>
                  <a:pt x="5499" y="624"/>
                </a:lnTo>
                <a:lnTo>
                  <a:pt x="5498" y="625"/>
                </a:lnTo>
                <a:lnTo>
                  <a:pt x="5498" y="626"/>
                </a:lnTo>
                <a:lnTo>
                  <a:pt x="5497" y="626"/>
                </a:lnTo>
                <a:lnTo>
                  <a:pt x="5496" y="626"/>
                </a:lnTo>
                <a:lnTo>
                  <a:pt x="5495" y="626"/>
                </a:lnTo>
                <a:lnTo>
                  <a:pt x="5494" y="626"/>
                </a:lnTo>
                <a:lnTo>
                  <a:pt x="5493" y="626"/>
                </a:lnTo>
                <a:lnTo>
                  <a:pt x="5492" y="626"/>
                </a:lnTo>
                <a:lnTo>
                  <a:pt x="5491" y="626"/>
                </a:lnTo>
                <a:lnTo>
                  <a:pt x="5490" y="626"/>
                </a:lnTo>
                <a:lnTo>
                  <a:pt x="5490" y="627"/>
                </a:lnTo>
                <a:lnTo>
                  <a:pt x="5489" y="627"/>
                </a:lnTo>
                <a:lnTo>
                  <a:pt x="5487" y="627"/>
                </a:lnTo>
                <a:lnTo>
                  <a:pt x="5486" y="627"/>
                </a:lnTo>
                <a:lnTo>
                  <a:pt x="5485" y="626"/>
                </a:lnTo>
                <a:lnTo>
                  <a:pt x="5485" y="627"/>
                </a:lnTo>
                <a:lnTo>
                  <a:pt x="5485" y="626"/>
                </a:lnTo>
                <a:lnTo>
                  <a:pt x="5484" y="626"/>
                </a:lnTo>
                <a:lnTo>
                  <a:pt x="5483" y="626"/>
                </a:lnTo>
                <a:lnTo>
                  <a:pt x="5482" y="627"/>
                </a:lnTo>
                <a:lnTo>
                  <a:pt x="5481" y="627"/>
                </a:lnTo>
                <a:lnTo>
                  <a:pt x="5480" y="627"/>
                </a:lnTo>
                <a:lnTo>
                  <a:pt x="5480" y="628"/>
                </a:lnTo>
                <a:lnTo>
                  <a:pt x="5479" y="629"/>
                </a:lnTo>
                <a:lnTo>
                  <a:pt x="5478" y="629"/>
                </a:lnTo>
                <a:lnTo>
                  <a:pt x="5478" y="630"/>
                </a:lnTo>
                <a:lnTo>
                  <a:pt x="5477" y="630"/>
                </a:lnTo>
                <a:lnTo>
                  <a:pt x="5476" y="631"/>
                </a:lnTo>
                <a:lnTo>
                  <a:pt x="5476" y="632"/>
                </a:lnTo>
                <a:lnTo>
                  <a:pt x="5476" y="633"/>
                </a:lnTo>
                <a:lnTo>
                  <a:pt x="5476" y="634"/>
                </a:lnTo>
                <a:lnTo>
                  <a:pt x="5475" y="634"/>
                </a:lnTo>
                <a:lnTo>
                  <a:pt x="5475" y="635"/>
                </a:lnTo>
                <a:lnTo>
                  <a:pt x="5474" y="635"/>
                </a:lnTo>
                <a:lnTo>
                  <a:pt x="5473" y="635"/>
                </a:lnTo>
                <a:lnTo>
                  <a:pt x="5473" y="636"/>
                </a:lnTo>
                <a:lnTo>
                  <a:pt x="5472" y="636"/>
                </a:lnTo>
                <a:lnTo>
                  <a:pt x="5471" y="636"/>
                </a:lnTo>
                <a:lnTo>
                  <a:pt x="5470" y="636"/>
                </a:lnTo>
                <a:lnTo>
                  <a:pt x="5470" y="637"/>
                </a:lnTo>
                <a:lnTo>
                  <a:pt x="5469" y="637"/>
                </a:lnTo>
                <a:lnTo>
                  <a:pt x="5469" y="638"/>
                </a:lnTo>
                <a:lnTo>
                  <a:pt x="5468" y="638"/>
                </a:lnTo>
                <a:lnTo>
                  <a:pt x="5468" y="639"/>
                </a:lnTo>
                <a:lnTo>
                  <a:pt x="5468" y="640"/>
                </a:lnTo>
                <a:lnTo>
                  <a:pt x="5468" y="641"/>
                </a:lnTo>
                <a:lnTo>
                  <a:pt x="5467" y="641"/>
                </a:lnTo>
                <a:lnTo>
                  <a:pt x="5467" y="642"/>
                </a:lnTo>
                <a:lnTo>
                  <a:pt x="5467" y="643"/>
                </a:lnTo>
                <a:lnTo>
                  <a:pt x="5467" y="644"/>
                </a:lnTo>
                <a:lnTo>
                  <a:pt x="5467" y="645"/>
                </a:lnTo>
                <a:lnTo>
                  <a:pt x="5466" y="645"/>
                </a:lnTo>
                <a:lnTo>
                  <a:pt x="5466" y="646"/>
                </a:lnTo>
                <a:lnTo>
                  <a:pt x="5467" y="646"/>
                </a:lnTo>
                <a:lnTo>
                  <a:pt x="5467" y="647"/>
                </a:lnTo>
                <a:lnTo>
                  <a:pt x="5467" y="648"/>
                </a:lnTo>
                <a:lnTo>
                  <a:pt x="5468" y="648"/>
                </a:lnTo>
                <a:lnTo>
                  <a:pt x="5469" y="648"/>
                </a:lnTo>
                <a:lnTo>
                  <a:pt x="5470" y="649"/>
                </a:lnTo>
                <a:lnTo>
                  <a:pt x="5471" y="650"/>
                </a:lnTo>
                <a:lnTo>
                  <a:pt x="5472" y="651"/>
                </a:lnTo>
                <a:lnTo>
                  <a:pt x="5472" y="652"/>
                </a:lnTo>
                <a:lnTo>
                  <a:pt x="5473" y="653"/>
                </a:lnTo>
                <a:lnTo>
                  <a:pt x="5473" y="655"/>
                </a:lnTo>
                <a:lnTo>
                  <a:pt x="5473" y="657"/>
                </a:lnTo>
                <a:lnTo>
                  <a:pt x="5473" y="658"/>
                </a:lnTo>
                <a:lnTo>
                  <a:pt x="5473" y="659"/>
                </a:lnTo>
                <a:lnTo>
                  <a:pt x="5473" y="660"/>
                </a:lnTo>
                <a:lnTo>
                  <a:pt x="5472" y="661"/>
                </a:lnTo>
                <a:lnTo>
                  <a:pt x="5471" y="661"/>
                </a:lnTo>
                <a:lnTo>
                  <a:pt x="5470" y="662"/>
                </a:lnTo>
                <a:lnTo>
                  <a:pt x="5469" y="661"/>
                </a:lnTo>
                <a:lnTo>
                  <a:pt x="5469" y="662"/>
                </a:lnTo>
                <a:lnTo>
                  <a:pt x="5467" y="662"/>
                </a:lnTo>
                <a:lnTo>
                  <a:pt x="5466" y="661"/>
                </a:lnTo>
                <a:lnTo>
                  <a:pt x="5466" y="662"/>
                </a:lnTo>
                <a:lnTo>
                  <a:pt x="5465" y="662"/>
                </a:lnTo>
                <a:lnTo>
                  <a:pt x="5464" y="663"/>
                </a:lnTo>
                <a:lnTo>
                  <a:pt x="5464" y="664"/>
                </a:lnTo>
                <a:lnTo>
                  <a:pt x="5463" y="664"/>
                </a:lnTo>
                <a:lnTo>
                  <a:pt x="5463" y="665"/>
                </a:lnTo>
                <a:lnTo>
                  <a:pt x="5463" y="666"/>
                </a:lnTo>
                <a:lnTo>
                  <a:pt x="5463" y="667"/>
                </a:lnTo>
                <a:lnTo>
                  <a:pt x="5463" y="668"/>
                </a:lnTo>
                <a:lnTo>
                  <a:pt x="5462" y="668"/>
                </a:lnTo>
                <a:lnTo>
                  <a:pt x="5462" y="669"/>
                </a:lnTo>
                <a:lnTo>
                  <a:pt x="5461" y="669"/>
                </a:lnTo>
                <a:lnTo>
                  <a:pt x="5461" y="671"/>
                </a:lnTo>
                <a:lnTo>
                  <a:pt x="5460" y="672"/>
                </a:lnTo>
                <a:lnTo>
                  <a:pt x="5459" y="672"/>
                </a:lnTo>
                <a:lnTo>
                  <a:pt x="5459" y="673"/>
                </a:lnTo>
                <a:lnTo>
                  <a:pt x="5458" y="673"/>
                </a:lnTo>
                <a:lnTo>
                  <a:pt x="5458" y="674"/>
                </a:lnTo>
                <a:lnTo>
                  <a:pt x="5458" y="675"/>
                </a:lnTo>
                <a:lnTo>
                  <a:pt x="5459" y="675"/>
                </a:lnTo>
                <a:lnTo>
                  <a:pt x="5459" y="676"/>
                </a:lnTo>
                <a:lnTo>
                  <a:pt x="5459" y="677"/>
                </a:lnTo>
                <a:lnTo>
                  <a:pt x="5459" y="678"/>
                </a:lnTo>
                <a:lnTo>
                  <a:pt x="5459" y="679"/>
                </a:lnTo>
                <a:lnTo>
                  <a:pt x="5458" y="679"/>
                </a:lnTo>
                <a:lnTo>
                  <a:pt x="5458" y="680"/>
                </a:lnTo>
                <a:lnTo>
                  <a:pt x="5457" y="681"/>
                </a:lnTo>
                <a:lnTo>
                  <a:pt x="5457" y="682"/>
                </a:lnTo>
                <a:lnTo>
                  <a:pt x="5456" y="683"/>
                </a:lnTo>
                <a:lnTo>
                  <a:pt x="5456" y="684"/>
                </a:lnTo>
                <a:lnTo>
                  <a:pt x="5456" y="685"/>
                </a:lnTo>
                <a:lnTo>
                  <a:pt x="5456" y="686"/>
                </a:lnTo>
                <a:lnTo>
                  <a:pt x="5456" y="687"/>
                </a:lnTo>
                <a:lnTo>
                  <a:pt x="5455" y="687"/>
                </a:lnTo>
                <a:lnTo>
                  <a:pt x="5455" y="688"/>
                </a:lnTo>
                <a:lnTo>
                  <a:pt x="5454" y="688"/>
                </a:lnTo>
                <a:lnTo>
                  <a:pt x="5454" y="689"/>
                </a:lnTo>
                <a:lnTo>
                  <a:pt x="5454" y="691"/>
                </a:lnTo>
                <a:lnTo>
                  <a:pt x="5455" y="691"/>
                </a:lnTo>
                <a:lnTo>
                  <a:pt x="5455" y="692"/>
                </a:lnTo>
                <a:lnTo>
                  <a:pt x="5456" y="692"/>
                </a:lnTo>
                <a:lnTo>
                  <a:pt x="5456" y="693"/>
                </a:lnTo>
                <a:lnTo>
                  <a:pt x="5456" y="694"/>
                </a:lnTo>
                <a:lnTo>
                  <a:pt x="5457" y="694"/>
                </a:lnTo>
                <a:lnTo>
                  <a:pt x="5457" y="695"/>
                </a:lnTo>
                <a:lnTo>
                  <a:pt x="5456" y="695"/>
                </a:lnTo>
                <a:lnTo>
                  <a:pt x="5455" y="696"/>
                </a:lnTo>
                <a:lnTo>
                  <a:pt x="5455" y="697"/>
                </a:lnTo>
                <a:lnTo>
                  <a:pt x="5455" y="698"/>
                </a:lnTo>
                <a:lnTo>
                  <a:pt x="5454" y="698"/>
                </a:lnTo>
                <a:lnTo>
                  <a:pt x="5454" y="699"/>
                </a:lnTo>
                <a:lnTo>
                  <a:pt x="5454" y="700"/>
                </a:lnTo>
                <a:lnTo>
                  <a:pt x="5455" y="701"/>
                </a:lnTo>
                <a:lnTo>
                  <a:pt x="5455" y="702"/>
                </a:lnTo>
                <a:lnTo>
                  <a:pt x="5455" y="703"/>
                </a:lnTo>
                <a:lnTo>
                  <a:pt x="5455" y="704"/>
                </a:lnTo>
                <a:lnTo>
                  <a:pt x="5454" y="704"/>
                </a:lnTo>
                <a:lnTo>
                  <a:pt x="5454" y="705"/>
                </a:lnTo>
                <a:lnTo>
                  <a:pt x="5454" y="706"/>
                </a:lnTo>
                <a:lnTo>
                  <a:pt x="5454" y="707"/>
                </a:lnTo>
                <a:lnTo>
                  <a:pt x="5453" y="708"/>
                </a:lnTo>
                <a:lnTo>
                  <a:pt x="5453" y="709"/>
                </a:lnTo>
                <a:lnTo>
                  <a:pt x="5452" y="709"/>
                </a:lnTo>
                <a:lnTo>
                  <a:pt x="5451" y="710"/>
                </a:lnTo>
                <a:lnTo>
                  <a:pt x="5450" y="710"/>
                </a:lnTo>
                <a:lnTo>
                  <a:pt x="5450" y="711"/>
                </a:lnTo>
                <a:lnTo>
                  <a:pt x="5449" y="711"/>
                </a:lnTo>
                <a:lnTo>
                  <a:pt x="5448" y="711"/>
                </a:lnTo>
                <a:lnTo>
                  <a:pt x="5447" y="711"/>
                </a:lnTo>
                <a:lnTo>
                  <a:pt x="5447" y="712"/>
                </a:lnTo>
                <a:lnTo>
                  <a:pt x="5446" y="712"/>
                </a:lnTo>
                <a:lnTo>
                  <a:pt x="5445" y="712"/>
                </a:lnTo>
                <a:lnTo>
                  <a:pt x="5445" y="713"/>
                </a:lnTo>
                <a:lnTo>
                  <a:pt x="5444" y="714"/>
                </a:lnTo>
                <a:lnTo>
                  <a:pt x="5444" y="715"/>
                </a:lnTo>
                <a:lnTo>
                  <a:pt x="5443" y="716"/>
                </a:lnTo>
                <a:lnTo>
                  <a:pt x="5443" y="717"/>
                </a:lnTo>
                <a:lnTo>
                  <a:pt x="5443" y="718"/>
                </a:lnTo>
                <a:lnTo>
                  <a:pt x="5443" y="719"/>
                </a:lnTo>
                <a:lnTo>
                  <a:pt x="5442" y="720"/>
                </a:lnTo>
                <a:lnTo>
                  <a:pt x="5441" y="721"/>
                </a:lnTo>
                <a:lnTo>
                  <a:pt x="5440" y="721"/>
                </a:lnTo>
                <a:lnTo>
                  <a:pt x="5440" y="722"/>
                </a:lnTo>
                <a:lnTo>
                  <a:pt x="5441" y="722"/>
                </a:lnTo>
                <a:lnTo>
                  <a:pt x="5440" y="723"/>
                </a:lnTo>
                <a:lnTo>
                  <a:pt x="5439" y="724"/>
                </a:lnTo>
                <a:lnTo>
                  <a:pt x="5439" y="725"/>
                </a:lnTo>
                <a:lnTo>
                  <a:pt x="5438" y="725"/>
                </a:lnTo>
                <a:lnTo>
                  <a:pt x="5438" y="726"/>
                </a:lnTo>
                <a:lnTo>
                  <a:pt x="5439" y="727"/>
                </a:lnTo>
                <a:lnTo>
                  <a:pt x="5439" y="728"/>
                </a:lnTo>
                <a:lnTo>
                  <a:pt x="5440" y="728"/>
                </a:lnTo>
                <a:lnTo>
                  <a:pt x="5441" y="728"/>
                </a:lnTo>
                <a:lnTo>
                  <a:pt x="5442" y="728"/>
                </a:lnTo>
                <a:lnTo>
                  <a:pt x="5443" y="728"/>
                </a:lnTo>
                <a:lnTo>
                  <a:pt x="5444" y="729"/>
                </a:lnTo>
                <a:lnTo>
                  <a:pt x="5445" y="730"/>
                </a:lnTo>
                <a:lnTo>
                  <a:pt x="5446" y="730"/>
                </a:lnTo>
                <a:lnTo>
                  <a:pt x="5446" y="731"/>
                </a:lnTo>
                <a:lnTo>
                  <a:pt x="5446" y="732"/>
                </a:lnTo>
                <a:lnTo>
                  <a:pt x="5447" y="732"/>
                </a:lnTo>
                <a:lnTo>
                  <a:pt x="5447" y="733"/>
                </a:lnTo>
                <a:lnTo>
                  <a:pt x="5447" y="734"/>
                </a:lnTo>
                <a:lnTo>
                  <a:pt x="5447" y="735"/>
                </a:lnTo>
                <a:lnTo>
                  <a:pt x="5446" y="735"/>
                </a:lnTo>
                <a:lnTo>
                  <a:pt x="5446" y="736"/>
                </a:lnTo>
                <a:lnTo>
                  <a:pt x="5445" y="736"/>
                </a:lnTo>
                <a:lnTo>
                  <a:pt x="5444" y="736"/>
                </a:lnTo>
                <a:lnTo>
                  <a:pt x="5443" y="736"/>
                </a:lnTo>
                <a:lnTo>
                  <a:pt x="5442" y="736"/>
                </a:lnTo>
                <a:lnTo>
                  <a:pt x="5442" y="737"/>
                </a:lnTo>
                <a:lnTo>
                  <a:pt x="5441" y="737"/>
                </a:lnTo>
                <a:lnTo>
                  <a:pt x="5440" y="738"/>
                </a:lnTo>
                <a:lnTo>
                  <a:pt x="5440" y="739"/>
                </a:lnTo>
                <a:lnTo>
                  <a:pt x="5441" y="739"/>
                </a:lnTo>
                <a:lnTo>
                  <a:pt x="5441" y="740"/>
                </a:lnTo>
                <a:lnTo>
                  <a:pt x="5442" y="740"/>
                </a:lnTo>
                <a:lnTo>
                  <a:pt x="5443" y="740"/>
                </a:lnTo>
                <a:lnTo>
                  <a:pt x="5444" y="740"/>
                </a:lnTo>
                <a:lnTo>
                  <a:pt x="5445" y="739"/>
                </a:lnTo>
                <a:lnTo>
                  <a:pt x="5445" y="740"/>
                </a:lnTo>
                <a:lnTo>
                  <a:pt x="5445" y="741"/>
                </a:lnTo>
                <a:lnTo>
                  <a:pt x="5444" y="741"/>
                </a:lnTo>
                <a:lnTo>
                  <a:pt x="5444" y="742"/>
                </a:lnTo>
                <a:lnTo>
                  <a:pt x="5444" y="743"/>
                </a:lnTo>
                <a:lnTo>
                  <a:pt x="5444" y="744"/>
                </a:lnTo>
                <a:lnTo>
                  <a:pt x="5444" y="745"/>
                </a:lnTo>
                <a:lnTo>
                  <a:pt x="5445" y="745"/>
                </a:lnTo>
                <a:lnTo>
                  <a:pt x="5445" y="746"/>
                </a:lnTo>
                <a:lnTo>
                  <a:pt x="5445" y="747"/>
                </a:lnTo>
                <a:lnTo>
                  <a:pt x="5444" y="747"/>
                </a:lnTo>
                <a:lnTo>
                  <a:pt x="5444" y="748"/>
                </a:lnTo>
                <a:lnTo>
                  <a:pt x="5443" y="748"/>
                </a:lnTo>
                <a:lnTo>
                  <a:pt x="5442" y="748"/>
                </a:lnTo>
                <a:lnTo>
                  <a:pt x="5441" y="748"/>
                </a:lnTo>
                <a:lnTo>
                  <a:pt x="5440" y="748"/>
                </a:lnTo>
                <a:lnTo>
                  <a:pt x="5439" y="748"/>
                </a:lnTo>
                <a:lnTo>
                  <a:pt x="5439" y="749"/>
                </a:lnTo>
                <a:lnTo>
                  <a:pt x="5440" y="749"/>
                </a:lnTo>
                <a:lnTo>
                  <a:pt x="5441" y="749"/>
                </a:lnTo>
                <a:lnTo>
                  <a:pt x="5441" y="750"/>
                </a:lnTo>
                <a:lnTo>
                  <a:pt x="5440" y="750"/>
                </a:lnTo>
                <a:lnTo>
                  <a:pt x="5440" y="751"/>
                </a:lnTo>
                <a:lnTo>
                  <a:pt x="5439" y="751"/>
                </a:lnTo>
                <a:lnTo>
                  <a:pt x="5439" y="752"/>
                </a:lnTo>
                <a:lnTo>
                  <a:pt x="5439" y="753"/>
                </a:lnTo>
                <a:lnTo>
                  <a:pt x="5438" y="753"/>
                </a:lnTo>
                <a:lnTo>
                  <a:pt x="5437" y="753"/>
                </a:lnTo>
                <a:lnTo>
                  <a:pt x="5437" y="752"/>
                </a:lnTo>
                <a:lnTo>
                  <a:pt x="5437" y="751"/>
                </a:lnTo>
                <a:lnTo>
                  <a:pt x="5436" y="750"/>
                </a:lnTo>
                <a:lnTo>
                  <a:pt x="5435" y="750"/>
                </a:lnTo>
                <a:lnTo>
                  <a:pt x="5434" y="751"/>
                </a:lnTo>
                <a:lnTo>
                  <a:pt x="5434" y="753"/>
                </a:lnTo>
                <a:lnTo>
                  <a:pt x="5434" y="754"/>
                </a:lnTo>
                <a:lnTo>
                  <a:pt x="5433" y="755"/>
                </a:lnTo>
                <a:lnTo>
                  <a:pt x="5432" y="755"/>
                </a:lnTo>
                <a:lnTo>
                  <a:pt x="5431" y="756"/>
                </a:lnTo>
                <a:lnTo>
                  <a:pt x="5430" y="756"/>
                </a:lnTo>
                <a:lnTo>
                  <a:pt x="5429" y="756"/>
                </a:lnTo>
                <a:lnTo>
                  <a:pt x="5428" y="757"/>
                </a:lnTo>
                <a:lnTo>
                  <a:pt x="5427" y="757"/>
                </a:lnTo>
                <a:lnTo>
                  <a:pt x="5426" y="757"/>
                </a:lnTo>
                <a:lnTo>
                  <a:pt x="5425" y="757"/>
                </a:lnTo>
                <a:lnTo>
                  <a:pt x="5425" y="758"/>
                </a:lnTo>
                <a:lnTo>
                  <a:pt x="5424" y="758"/>
                </a:lnTo>
                <a:lnTo>
                  <a:pt x="5424" y="759"/>
                </a:lnTo>
                <a:lnTo>
                  <a:pt x="5424" y="760"/>
                </a:lnTo>
                <a:lnTo>
                  <a:pt x="5425" y="761"/>
                </a:lnTo>
                <a:lnTo>
                  <a:pt x="5425" y="762"/>
                </a:lnTo>
                <a:lnTo>
                  <a:pt x="5425" y="763"/>
                </a:lnTo>
                <a:lnTo>
                  <a:pt x="5426" y="763"/>
                </a:lnTo>
                <a:lnTo>
                  <a:pt x="5426" y="764"/>
                </a:lnTo>
                <a:lnTo>
                  <a:pt x="5427" y="764"/>
                </a:lnTo>
                <a:lnTo>
                  <a:pt x="5428" y="765"/>
                </a:lnTo>
                <a:lnTo>
                  <a:pt x="5428" y="766"/>
                </a:lnTo>
                <a:lnTo>
                  <a:pt x="5429" y="766"/>
                </a:lnTo>
                <a:lnTo>
                  <a:pt x="5429" y="767"/>
                </a:lnTo>
                <a:lnTo>
                  <a:pt x="5429" y="768"/>
                </a:lnTo>
                <a:lnTo>
                  <a:pt x="5428" y="769"/>
                </a:lnTo>
                <a:lnTo>
                  <a:pt x="5427" y="771"/>
                </a:lnTo>
                <a:lnTo>
                  <a:pt x="5426" y="772"/>
                </a:lnTo>
                <a:lnTo>
                  <a:pt x="5425" y="772"/>
                </a:lnTo>
                <a:lnTo>
                  <a:pt x="5425" y="773"/>
                </a:lnTo>
                <a:lnTo>
                  <a:pt x="5424" y="773"/>
                </a:lnTo>
                <a:lnTo>
                  <a:pt x="5424" y="774"/>
                </a:lnTo>
                <a:lnTo>
                  <a:pt x="5424" y="775"/>
                </a:lnTo>
                <a:lnTo>
                  <a:pt x="5423" y="775"/>
                </a:lnTo>
                <a:lnTo>
                  <a:pt x="5423" y="776"/>
                </a:lnTo>
                <a:lnTo>
                  <a:pt x="5423" y="777"/>
                </a:lnTo>
                <a:lnTo>
                  <a:pt x="5424" y="778"/>
                </a:lnTo>
                <a:lnTo>
                  <a:pt x="5423" y="778"/>
                </a:lnTo>
                <a:lnTo>
                  <a:pt x="5423" y="779"/>
                </a:lnTo>
                <a:lnTo>
                  <a:pt x="5423" y="780"/>
                </a:lnTo>
                <a:lnTo>
                  <a:pt x="5422" y="780"/>
                </a:lnTo>
                <a:lnTo>
                  <a:pt x="5421" y="779"/>
                </a:lnTo>
                <a:lnTo>
                  <a:pt x="5420" y="779"/>
                </a:lnTo>
                <a:lnTo>
                  <a:pt x="5419" y="779"/>
                </a:lnTo>
                <a:lnTo>
                  <a:pt x="5418" y="779"/>
                </a:lnTo>
                <a:lnTo>
                  <a:pt x="5418" y="780"/>
                </a:lnTo>
                <a:lnTo>
                  <a:pt x="5417" y="780"/>
                </a:lnTo>
                <a:lnTo>
                  <a:pt x="5416" y="781"/>
                </a:lnTo>
                <a:lnTo>
                  <a:pt x="5416" y="782"/>
                </a:lnTo>
                <a:lnTo>
                  <a:pt x="5417" y="782"/>
                </a:lnTo>
                <a:lnTo>
                  <a:pt x="5417" y="783"/>
                </a:lnTo>
                <a:lnTo>
                  <a:pt x="5418" y="783"/>
                </a:lnTo>
                <a:lnTo>
                  <a:pt x="5417" y="784"/>
                </a:lnTo>
                <a:lnTo>
                  <a:pt x="5416" y="784"/>
                </a:lnTo>
                <a:lnTo>
                  <a:pt x="5416" y="785"/>
                </a:lnTo>
                <a:lnTo>
                  <a:pt x="5415" y="785"/>
                </a:lnTo>
                <a:lnTo>
                  <a:pt x="5415" y="786"/>
                </a:lnTo>
                <a:lnTo>
                  <a:pt x="5416" y="786"/>
                </a:lnTo>
                <a:lnTo>
                  <a:pt x="5416" y="787"/>
                </a:lnTo>
                <a:lnTo>
                  <a:pt x="5415" y="787"/>
                </a:lnTo>
                <a:lnTo>
                  <a:pt x="5414" y="787"/>
                </a:lnTo>
                <a:lnTo>
                  <a:pt x="5413" y="787"/>
                </a:lnTo>
                <a:lnTo>
                  <a:pt x="5413" y="786"/>
                </a:lnTo>
                <a:lnTo>
                  <a:pt x="5412" y="786"/>
                </a:lnTo>
                <a:lnTo>
                  <a:pt x="5412" y="785"/>
                </a:lnTo>
                <a:lnTo>
                  <a:pt x="5411" y="784"/>
                </a:lnTo>
                <a:lnTo>
                  <a:pt x="5410" y="784"/>
                </a:lnTo>
                <a:lnTo>
                  <a:pt x="5409" y="784"/>
                </a:lnTo>
                <a:lnTo>
                  <a:pt x="5409" y="785"/>
                </a:lnTo>
                <a:lnTo>
                  <a:pt x="5408" y="785"/>
                </a:lnTo>
                <a:lnTo>
                  <a:pt x="5408" y="786"/>
                </a:lnTo>
                <a:lnTo>
                  <a:pt x="5408" y="787"/>
                </a:lnTo>
                <a:lnTo>
                  <a:pt x="5408" y="788"/>
                </a:lnTo>
                <a:lnTo>
                  <a:pt x="5407" y="787"/>
                </a:lnTo>
                <a:lnTo>
                  <a:pt x="5406" y="787"/>
                </a:lnTo>
                <a:lnTo>
                  <a:pt x="5406" y="788"/>
                </a:lnTo>
                <a:lnTo>
                  <a:pt x="5406" y="789"/>
                </a:lnTo>
                <a:lnTo>
                  <a:pt x="5406" y="790"/>
                </a:lnTo>
                <a:lnTo>
                  <a:pt x="5407" y="790"/>
                </a:lnTo>
                <a:lnTo>
                  <a:pt x="5406" y="791"/>
                </a:lnTo>
                <a:lnTo>
                  <a:pt x="5405" y="790"/>
                </a:lnTo>
                <a:lnTo>
                  <a:pt x="5404" y="790"/>
                </a:lnTo>
                <a:lnTo>
                  <a:pt x="5404" y="791"/>
                </a:lnTo>
                <a:lnTo>
                  <a:pt x="5404" y="792"/>
                </a:lnTo>
                <a:lnTo>
                  <a:pt x="5404" y="793"/>
                </a:lnTo>
                <a:lnTo>
                  <a:pt x="5404" y="794"/>
                </a:lnTo>
                <a:lnTo>
                  <a:pt x="5404" y="795"/>
                </a:lnTo>
                <a:lnTo>
                  <a:pt x="5405" y="795"/>
                </a:lnTo>
                <a:lnTo>
                  <a:pt x="5406" y="795"/>
                </a:lnTo>
                <a:lnTo>
                  <a:pt x="5407" y="795"/>
                </a:lnTo>
                <a:lnTo>
                  <a:pt x="5407" y="796"/>
                </a:lnTo>
                <a:lnTo>
                  <a:pt x="5408" y="796"/>
                </a:lnTo>
                <a:lnTo>
                  <a:pt x="5407" y="796"/>
                </a:lnTo>
                <a:lnTo>
                  <a:pt x="5407" y="797"/>
                </a:lnTo>
                <a:lnTo>
                  <a:pt x="5406" y="797"/>
                </a:lnTo>
                <a:lnTo>
                  <a:pt x="5406" y="796"/>
                </a:lnTo>
                <a:lnTo>
                  <a:pt x="5405" y="796"/>
                </a:lnTo>
                <a:lnTo>
                  <a:pt x="5404" y="796"/>
                </a:lnTo>
                <a:lnTo>
                  <a:pt x="5404" y="797"/>
                </a:lnTo>
                <a:lnTo>
                  <a:pt x="5404" y="798"/>
                </a:lnTo>
                <a:lnTo>
                  <a:pt x="5404" y="799"/>
                </a:lnTo>
                <a:lnTo>
                  <a:pt x="5405" y="799"/>
                </a:lnTo>
                <a:lnTo>
                  <a:pt x="5406" y="799"/>
                </a:lnTo>
                <a:lnTo>
                  <a:pt x="5406" y="800"/>
                </a:lnTo>
                <a:lnTo>
                  <a:pt x="5406" y="801"/>
                </a:lnTo>
                <a:lnTo>
                  <a:pt x="5405" y="801"/>
                </a:lnTo>
                <a:lnTo>
                  <a:pt x="5404" y="801"/>
                </a:lnTo>
                <a:lnTo>
                  <a:pt x="5403" y="801"/>
                </a:lnTo>
                <a:lnTo>
                  <a:pt x="5403" y="802"/>
                </a:lnTo>
                <a:lnTo>
                  <a:pt x="5402" y="802"/>
                </a:lnTo>
                <a:lnTo>
                  <a:pt x="5402" y="803"/>
                </a:lnTo>
                <a:lnTo>
                  <a:pt x="5402" y="804"/>
                </a:lnTo>
                <a:lnTo>
                  <a:pt x="5401" y="804"/>
                </a:lnTo>
                <a:lnTo>
                  <a:pt x="5401" y="805"/>
                </a:lnTo>
                <a:lnTo>
                  <a:pt x="5402" y="805"/>
                </a:lnTo>
                <a:lnTo>
                  <a:pt x="5401" y="805"/>
                </a:lnTo>
                <a:lnTo>
                  <a:pt x="5402" y="805"/>
                </a:lnTo>
                <a:lnTo>
                  <a:pt x="5402" y="804"/>
                </a:lnTo>
                <a:lnTo>
                  <a:pt x="5403" y="804"/>
                </a:lnTo>
                <a:lnTo>
                  <a:pt x="5403" y="805"/>
                </a:lnTo>
                <a:lnTo>
                  <a:pt x="5404" y="805"/>
                </a:lnTo>
                <a:lnTo>
                  <a:pt x="5405" y="805"/>
                </a:lnTo>
                <a:lnTo>
                  <a:pt x="5406" y="805"/>
                </a:lnTo>
                <a:lnTo>
                  <a:pt x="5406" y="806"/>
                </a:lnTo>
                <a:lnTo>
                  <a:pt x="5405" y="806"/>
                </a:lnTo>
                <a:lnTo>
                  <a:pt x="5405" y="807"/>
                </a:lnTo>
                <a:lnTo>
                  <a:pt x="5406" y="807"/>
                </a:lnTo>
                <a:lnTo>
                  <a:pt x="5406" y="808"/>
                </a:lnTo>
                <a:lnTo>
                  <a:pt x="5406" y="809"/>
                </a:lnTo>
                <a:lnTo>
                  <a:pt x="5405" y="809"/>
                </a:lnTo>
                <a:lnTo>
                  <a:pt x="5404" y="809"/>
                </a:lnTo>
                <a:lnTo>
                  <a:pt x="5403" y="809"/>
                </a:lnTo>
                <a:lnTo>
                  <a:pt x="5402" y="809"/>
                </a:lnTo>
                <a:lnTo>
                  <a:pt x="5402" y="810"/>
                </a:lnTo>
                <a:lnTo>
                  <a:pt x="5402" y="811"/>
                </a:lnTo>
                <a:lnTo>
                  <a:pt x="5403" y="811"/>
                </a:lnTo>
                <a:lnTo>
                  <a:pt x="5404" y="811"/>
                </a:lnTo>
                <a:lnTo>
                  <a:pt x="5404" y="812"/>
                </a:lnTo>
                <a:lnTo>
                  <a:pt x="5405" y="812"/>
                </a:lnTo>
                <a:lnTo>
                  <a:pt x="5405" y="813"/>
                </a:lnTo>
                <a:lnTo>
                  <a:pt x="5404" y="813"/>
                </a:lnTo>
                <a:lnTo>
                  <a:pt x="5403" y="813"/>
                </a:lnTo>
                <a:lnTo>
                  <a:pt x="5403" y="812"/>
                </a:lnTo>
                <a:lnTo>
                  <a:pt x="5402" y="812"/>
                </a:lnTo>
                <a:lnTo>
                  <a:pt x="5401" y="812"/>
                </a:lnTo>
                <a:lnTo>
                  <a:pt x="5401" y="813"/>
                </a:lnTo>
                <a:lnTo>
                  <a:pt x="5400" y="813"/>
                </a:lnTo>
                <a:lnTo>
                  <a:pt x="5399" y="813"/>
                </a:lnTo>
                <a:lnTo>
                  <a:pt x="5400" y="813"/>
                </a:lnTo>
                <a:lnTo>
                  <a:pt x="5400" y="814"/>
                </a:lnTo>
                <a:lnTo>
                  <a:pt x="5399" y="814"/>
                </a:lnTo>
                <a:lnTo>
                  <a:pt x="5399" y="815"/>
                </a:lnTo>
                <a:lnTo>
                  <a:pt x="5399" y="816"/>
                </a:lnTo>
                <a:lnTo>
                  <a:pt x="5400" y="816"/>
                </a:lnTo>
                <a:lnTo>
                  <a:pt x="5400" y="817"/>
                </a:lnTo>
                <a:lnTo>
                  <a:pt x="5400" y="818"/>
                </a:lnTo>
                <a:lnTo>
                  <a:pt x="5399" y="818"/>
                </a:lnTo>
                <a:lnTo>
                  <a:pt x="5399" y="817"/>
                </a:lnTo>
                <a:lnTo>
                  <a:pt x="5398" y="817"/>
                </a:lnTo>
                <a:lnTo>
                  <a:pt x="5398" y="818"/>
                </a:lnTo>
                <a:lnTo>
                  <a:pt x="5398" y="817"/>
                </a:lnTo>
                <a:lnTo>
                  <a:pt x="5397" y="817"/>
                </a:lnTo>
                <a:lnTo>
                  <a:pt x="5396" y="818"/>
                </a:lnTo>
                <a:lnTo>
                  <a:pt x="5396" y="817"/>
                </a:lnTo>
                <a:lnTo>
                  <a:pt x="5395" y="817"/>
                </a:lnTo>
                <a:lnTo>
                  <a:pt x="5395" y="818"/>
                </a:lnTo>
                <a:lnTo>
                  <a:pt x="5396" y="818"/>
                </a:lnTo>
                <a:lnTo>
                  <a:pt x="5395" y="818"/>
                </a:lnTo>
                <a:lnTo>
                  <a:pt x="5394" y="818"/>
                </a:lnTo>
                <a:lnTo>
                  <a:pt x="5393" y="818"/>
                </a:lnTo>
                <a:lnTo>
                  <a:pt x="5394" y="818"/>
                </a:lnTo>
                <a:lnTo>
                  <a:pt x="5393" y="818"/>
                </a:lnTo>
                <a:lnTo>
                  <a:pt x="5393" y="819"/>
                </a:lnTo>
                <a:lnTo>
                  <a:pt x="5393" y="820"/>
                </a:lnTo>
                <a:lnTo>
                  <a:pt x="5392" y="820"/>
                </a:lnTo>
                <a:lnTo>
                  <a:pt x="5393" y="819"/>
                </a:lnTo>
                <a:lnTo>
                  <a:pt x="5392" y="819"/>
                </a:lnTo>
                <a:lnTo>
                  <a:pt x="5391" y="819"/>
                </a:lnTo>
                <a:lnTo>
                  <a:pt x="5391" y="820"/>
                </a:lnTo>
                <a:lnTo>
                  <a:pt x="5390" y="820"/>
                </a:lnTo>
                <a:lnTo>
                  <a:pt x="5391" y="820"/>
                </a:lnTo>
                <a:lnTo>
                  <a:pt x="5390" y="820"/>
                </a:lnTo>
                <a:lnTo>
                  <a:pt x="5389" y="820"/>
                </a:lnTo>
                <a:lnTo>
                  <a:pt x="5389" y="821"/>
                </a:lnTo>
                <a:lnTo>
                  <a:pt x="5389" y="820"/>
                </a:lnTo>
                <a:lnTo>
                  <a:pt x="5388" y="820"/>
                </a:lnTo>
                <a:lnTo>
                  <a:pt x="5388" y="821"/>
                </a:lnTo>
                <a:lnTo>
                  <a:pt x="5387" y="821"/>
                </a:lnTo>
                <a:lnTo>
                  <a:pt x="5387" y="822"/>
                </a:lnTo>
                <a:lnTo>
                  <a:pt x="5387" y="821"/>
                </a:lnTo>
                <a:lnTo>
                  <a:pt x="5386" y="821"/>
                </a:lnTo>
                <a:lnTo>
                  <a:pt x="5386" y="822"/>
                </a:lnTo>
                <a:lnTo>
                  <a:pt x="5385" y="822"/>
                </a:lnTo>
                <a:lnTo>
                  <a:pt x="5385" y="823"/>
                </a:lnTo>
                <a:lnTo>
                  <a:pt x="5384" y="823"/>
                </a:lnTo>
                <a:lnTo>
                  <a:pt x="5383" y="823"/>
                </a:lnTo>
                <a:lnTo>
                  <a:pt x="5383" y="824"/>
                </a:lnTo>
                <a:lnTo>
                  <a:pt x="5382" y="824"/>
                </a:lnTo>
                <a:lnTo>
                  <a:pt x="5382" y="823"/>
                </a:lnTo>
                <a:lnTo>
                  <a:pt x="5381" y="823"/>
                </a:lnTo>
                <a:lnTo>
                  <a:pt x="5381" y="824"/>
                </a:lnTo>
                <a:lnTo>
                  <a:pt x="5381" y="823"/>
                </a:lnTo>
                <a:lnTo>
                  <a:pt x="5380" y="823"/>
                </a:lnTo>
                <a:lnTo>
                  <a:pt x="5380" y="824"/>
                </a:lnTo>
                <a:lnTo>
                  <a:pt x="5381" y="824"/>
                </a:lnTo>
                <a:lnTo>
                  <a:pt x="5380" y="825"/>
                </a:lnTo>
                <a:lnTo>
                  <a:pt x="5379" y="825"/>
                </a:lnTo>
                <a:lnTo>
                  <a:pt x="5380" y="825"/>
                </a:lnTo>
                <a:lnTo>
                  <a:pt x="5380" y="826"/>
                </a:lnTo>
                <a:lnTo>
                  <a:pt x="5379" y="826"/>
                </a:lnTo>
                <a:lnTo>
                  <a:pt x="5379" y="827"/>
                </a:lnTo>
                <a:lnTo>
                  <a:pt x="5378" y="827"/>
                </a:lnTo>
                <a:lnTo>
                  <a:pt x="5378" y="828"/>
                </a:lnTo>
                <a:lnTo>
                  <a:pt x="5379" y="828"/>
                </a:lnTo>
                <a:lnTo>
                  <a:pt x="5378" y="828"/>
                </a:lnTo>
                <a:lnTo>
                  <a:pt x="5377" y="828"/>
                </a:lnTo>
                <a:lnTo>
                  <a:pt x="5377" y="829"/>
                </a:lnTo>
                <a:lnTo>
                  <a:pt x="5378" y="828"/>
                </a:lnTo>
                <a:lnTo>
                  <a:pt x="5378" y="829"/>
                </a:lnTo>
                <a:lnTo>
                  <a:pt x="5377" y="829"/>
                </a:lnTo>
                <a:lnTo>
                  <a:pt x="5377" y="830"/>
                </a:lnTo>
                <a:lnTo>
                  <a:pt x="5376" y="830"/>
                </a:lnTo>
                <a:lnTo>
                  <a:pt x="5376" y="831"/>
                </a:lnTo>
                <a:lnTo>
                  <a:pt x="5377" y="831"/>
                </a:lnTo>
                <a:lnTo>
                  <a:pt x="5375" y="831"/>
                </a:lnTo>
                <a:lnTo>
                  <a:pt x="5375" y="832"/>
                </a:lnTo>
                <a:lnTo>
                  <a:pt x="5376" y="832"/>
                </a:lnTo>
                <a:lnTo>
                  <a:pt x="5375" y="832"/>
                </a:lnTo>
                <a:lnTo>
                  <a:pt x="5375" y="833"/>
                </a:lnTo>
                <a:lnTo>
                  <a:pt x="5374" y="833"/>
                </a:lnTo>
                <a:lnTo>
                  <a:pt x="5374" y="834"/>
                </a:lnTo>
                <a:lnTo>
                  <a:pt x="5375" y="834"/>
                </a:lnTo>
                <a:lnTo>
                  <a:pt x="5375" y="835"/>
                </a:lnTo>
                <a:lnTo>
                  <a:pt x="5374" y="835"/>
                </a:lnTo>
                <a:lnTo>
                  <a:pt x="5375" y="835"/>
                </a:lnTo>
                <a:lnTo>
                  <a:pt x="5375" y="836"/>
                </a:lnTo>
                <a:lnTo>
                  <a:pt x="5374" y="837"/>
                </a:lnTo>
                <a:lnTo>
                  <a:pt x="5375" y="837"/>
                </a:lnTo>
                <a:lnTo>
                  <a:pt x="5375" y="838"/>
                </a:lnTo>
                <a:lnTo>
                  <a:pt x="5375" y="839"/>
                </a:lnTo>
                <a:lnTo>
                  <a:pt x="5374" y="838"/>
                </a:lnTo>
                <a:lnTo>
                  <a:pt x="5374" y="839"/>
                </a:lnTo>
                <a:lnTo>
                  <a:pt x="5373" y="839"/>
                </a:lnTo>
                <a:lnTo>
                  <a:pt x="5373" y="840"/>
                </a:lnTo>
                <a:lnTo>
                  <a:pt x="5373" y="841"/>
                </a:lnTo>
                <a:lnTo>
                  <a:pt x="5374" y="842"/>
                </a:lnTo>
                <a:lnTo>
                  <a:pt x="5373" y="842"/>
                </a:lnTo>
                <a:lnTo>
                  <a:pt x="5373" y="843"/>
                </a:lnTo>
                <a:lnTo>
                  <a:pt x="5372" y="843"/>
                </a:lnTo>
                <a:lnTo>
                  <a:pt x="5371" y="843"/>
                </a:lnTo>
                <a:lnTo>
                  <a:pt x="5371" y="844"/>
                </a:lnTo>
                <a:lnTo>
                  <a:pt x="5372" y="844"/>
                </a:lnTo>
                <a:lnTo>
                  <a:pt x="5373" y="844"/>
                </a:lnTo>
                <a:lnTo>
                  <a:pt x="5373" y="845"/>
                </a:lnTo>
                <a:lnTo>
                  <a:pt x="5372" y="845"/>
                </a:lnTo>
                <a:lnTo>
                  <a:pt x="5371" y="845"/>
                </a:lnTo>
                <a:lnTo>
                  <a:pt x="5372" y="845"/>
                </a:lnTo>
                <a:lnTo>
                  <a:pt x="5372" y="846"/>
                </a:lnTo>
                <a:lnTo>
                  <a:pt x="5371" y="846"/>
                </a:lnTo>
                <a:lnTo>
                  <a:pt x="5372" y="846"/>
                </a:lnTo>
                <a:lnTo>
                  <a:pt x="5372" y="847"/>
                </a:lnTo>
                <a:lnTo>
                  <a:pt x="5371" y="847"/>
                </a:lnTo>
                <a:lnTo>
                  <a:pt x="5370" y="847"/>
                </a:lnTo>
                <a:lnTo>
                  <a:pt x="5372" y="847"/>
                </a:lnTo>
                <a:lnTo>
                  <a:pt x="5372" y="848"/>
                </a:lnTo>
                <a:lnTo>
                  <a:pt x="5371" y="848"/>
                </a:lnTo>
                <a:lnTo>
                  <a:pt x="5371" y="849"/>
                </a:lnTo>
                <a:lnTo>
                  <a:pt x="5371" y="848"/>
                </a:lnTo>
                <a:lnTo>
                  <a:pt x="5372" y="848"/>
                </a:lnTo>
                <a:lnTo>
                  <a:pt x="5372" y="849"/>
                </a:lnTo>
                <a:lnTo>
                  <a:pt x="5371" y="849"/>
                </a:lnTo>
                <a:lnTo>
                  <a:pt x="5370" y="850"/>
                </a:lnTo>
                <a:lnTo>
                  <a:pt x="5371" y="851"/>
                </a:lnTo>
                <a:lnTo>
                  <a:pt x="5371" y="850"/>
                </a:lnTo>
                <a:lnTo>
                  <a:pt x="5372" y="850"/>
                </a:lnTo>
                <a:lnTo>
                  <a:pt x="5371" y="850"/>
                </a:lnTo>
                <a:lnTo>
                  <a:pt x="5371" y="851"/>
                </a:lnTo>
                <a:lnTo>
                  <a:pt x="5372" y="851"/>
                </a:lnTo>
                <a:lnTo>
                  <a:pt x="5371" y="851"/>
                </a:lnTo>
                <a:lnTo>
                  <a:pt x="5370" y="851"/>
                </a:lnTo>
                <a:lnTo>
                  <a:pt x="5371" y="851"/>
                </a:lnTo>
                <a:lnTo>
                  <a:pt x="5372" y="851"/>
                </a:lnTo>
                <a:lnTo>
                  <a:pt x="5372" y="852"/>
                </a:lnTo>
                <a:lnTo>
                  <a:pt x="5371" y="852"/>
                </a:lnTo>
                <a:lnTo>
                  <a:pt x="5372" y="852"/>
                </a:lnTo>
                <a:lnTo>
                  <a:pt x="5372" y="853"/>
                </a:lnTo>
                <a:lnTo>
                  <a:pt x="5372" y="852"/>
                </a:lnTo>
                <a:lnTo>
                  <a:pt x="5372" y="853"/>
                </a:lnTo>
                <a:lnTo>
                  <a:pt x="5373" y="853"/>
                </a:lnTo>
                <a:lnTo>
                  <a:pt x="5373" y="854"/>
                </a:lnTo>
                <a:lnTo>
                  <a:pt x="5373" y="855"/>
                </a:lnTo>
                <a:lnTo>
                  <a:pt x="5373" y="856"/>
                </a:lnTo>
                <a:lnTo>
                  <a:pt x="5374" y="856"/>
                </a:lnTo>
                <a:lnTo>
                  <a:pt x="5374" y="857"/>
                </a:lnTo>
                <a:lnTo>
                  <a:pt x="5374" y="858"/>
                </a:lnTo>
                <a:lnTo>
                  <a:pt x="5374" y="859"/>
                </a:lnTo>
                <a:lnTo>
                  <a:pt x="5373" y="859"/>
                </a:lnTo>
                <a:lnTo>
                  <a:pt x="5374" y="859"/>
                </a:lnTo>
                <a:lnTo>
                  <a:pt x="5374" y="860"/>
                </a:lnTo>
                <a:lnTo>
                  <a:pt x="5373" y="860"/>
                </a:lnTo>
                <a:lnTo>
                  <a:pt x="5374" y="860"/>
                </a:lnTo>
                <a:lnTo>
                  <a:pt x="5375" y="861"/>
                </a:lnTo>
                <a:lnTo>
                  <a:pt x="5374" y="861"/>
                </a:lnTo>
                <a:lnTo>
                  <a:pt x="5374" y="862"/>
                </a:lnTo>
                <a:lnTo>
                  <a:pt x="5373" y="862"/>
                </a:lnTo>
                <a:lnTo>
                  <a:pt x="5374" y="862"/>
                </a:lnTo>
                <a:lnTo>
                  <a:pt x="5374" y="861"/>
                </a:lnTo>
                <a:lnTo>
                  <a:pt x="5375" y="861"/>
                </a:lnTo>
                <a:lnTo>
                  <a:pt x="5375" y="862"/>
                </a:lnTo>
                <a:lnTo>
                  <a:pt x="5374" y="862"/>
                </a:lnTo>
                <a:lnTo>
                  <a:pt x="5375" y="862"/>
                </a:lnTo>
                <a:lnTo>
                  <a:pt x="5374" y="862"/>
                </a:lnTo>
                <a:lnTo>
                  <a:pt x="5374" y="863"/>
                </a:lnTo>
                <a:lnTo>
                  <a:pt x="5375" y="863"/>
                </a:lnTo>
                <a:lnTo>
                  <a:pt x="5374" y="863"/>
                </a:lnTo>
                <a:lnTo>
                  <a:pt x="5373" y="863"/>
                </a:lnTo>
                <a:lnTo>
                  <a:pt x="5374" y="863"/>
                </a:lnTo>
                <a:lnTo>
                  <a:pt x="5373" y="863"/>
                </a:lnTo>
                <a:lnTo>
                  <a:pt x="5372" y="863"/>
                </a:lnTo>
                <a:lnTo>
                  <a:pt x="5371" y="863"/>
                </a:lnTo>
                <a:lnTo>
                  <a:pt x="5371" y="864"/>
                </a:lnTo>
                <a:lnTo>
                  <a:pt x="5372" y="864"/>
                </a:lnTo>
                <a:lnTo>
                  <a:pt x="5371" y="864"/>
                </a:lnTo>
                <a:lnTo>
                  <a:pt x="5371" y="865"/>
                </a:lnTo>
                <a:lnTo>
                  <a:pt x="5370" y="865"/>
                </a:lnTo>
                <a:lnTo>
                  <a:pt x="5370" y="866"/>
                </a:lnTo>
                <a:lnTo>
                  <a:pt x="5369" y="866"/>
                </a:lnTo>
                <a:lnTo>
                  <a:pt x="5368" y="866"/>
                </a:lnTo>
                <a:lnTo>
                  <a:pt x="5368" y="867"/>
                </a:lnTo>
                <a:lnTo>
                  <a:pt x="5367" y="867"/>
                </a:lnTo>
                <a:lnTo>
                  <a:pt x="5367" y="868"/>
                </a:lnTo>
                <a:lnTo>
                  <a:pt x="5366" y="868"/>
                </a:lnTo>
                <a:lnTo>
                  <a:pt x="5366" y="869"/>
                </a:lnTo>
                <a:lnTo>
                  <a:pt x="5365" y="869"/>
                </a:lnTo>
                <a:lnTo>
                  <a:pt x="5366" y="869"/>
                </a:lnTo>
                <a:lnTo>
                  <a:pt x="5366" y="870"/>
                </a:lnTo>
                <a:lnTo>
                  <a:pt x="5365" y="870"/>
                </a:lnTo>
                <a:lnTo>
                  <a:pt x="5366" y="870"/>
                </a:lnTo>
                <a:lnTo>
                  <a:pt x="5365" y="870"/>
                </a:lnTo>
                <a:lnTo>
                  <a:pt x="5365" y="871"/>
                </a:lnTo>
                <a:lnTo>
                  <a:pt x="5365" y="870"/>
                </a:lnTo>
                <a:lnTo>
                  <a:pt x="5364" y="871"/>
                </a:lnTo>
                <a:lnTo>
                  <a:pt x="5363" y="871"/>
                </a:lnTo>
                <a:lnTo>
                  <a:pt x="5362" y="871"/>
                </a:lnTo>
                <a:lnTo>
                  <a:pt x="5362" y="872"/>
                </a:lnTo>
                <a:lnTo>
                  <a:pt x="5361" y="872"/>
                </a:lnTo>
                <a:lnTo>
                  <a:pt x="5360" y="872"/>
                </a:lnTo>
                <a:lnTo>
                  <a:pt x="5360" y="873"/>
                </a:lnTo>
                <a:lnTo>
                  <a:pt x="5360" y="874"/>
                </a:lnTo>
                <a:lnTo>
                  <a:pt x="5359" y="874"/>
                </a:lnTo>
                <a:lnTo>
                  <a:pt x="5359" y="873"/>
                </a:lnTo>
                <a:lnTo>
                  <a:pt x="5358" y="873"/>
                </a:lnTo>
                <a:lnTo>
                  <a:pt x="5358" y="874"/>
                </a:lnTo>
                <a:lnTo>
                  <a:pt x="5357" y="874"/>
                </a:lnTo>
                <a:lnTo>
                  <a:pt x="5357" y="873"/>
                </a:lnTo>
                <a:lnTo>
                  <a:pt x="5356" y="873"/>
                </a:lnTo>
                <a:lnTo>
                  <a:pt x="5355" y="873"/>
                </a:lnTo>
                <a:lnTo>
                  <a:pt x="5354" y="873"/>
                </a:lnTo>
                <a:lnTo>
                  <a:pt x="5355" y="872"/>
                </a:lnTo>
                <a:lnTo>
                  <a:pt x="5354" y="872"/>
                </a:lnTo>
                <a:lnTo>
                  <a:pt x="5354" y="873"/>
                </a:lnTo>
                <a:lnTo>
                  <a:pt x="5354" y="872"/>
                </a:lnTo>
                <a:lnTo>
                  <a:pt x="5353" y="872"/>
                </a:lnTo>
                <a:lnTo>
                  <a:pt x="5352" y="872"/>
                </a:lnTo>
                <a:lnTo>
                  <a:pt x="5352" y="871"/>
                </a:lnTo>
                <a:lnTo>
                  <a:pt x="5351" y="871"/>
                </a:lnTo>
                <a:lnTo>
                  <a:pt x="5352" y="871"/>
                </a:lnTo>
                <a:lnTo>
                  <a:pt x="5351" y="871"/>
                </a:lnTo>
                <a:lnTo>
                  <a:pt x="5351" y="870"/>
                </a:lnTo>
                <a:lnTo>
                  <a:pt x="5350" y="870"/>
                </a:lnTo>
                <a:lnTo>
                  <a:pt x="5349" y="870"/>
                </a:lnTo>
                <a:lnTo>
                  <a:pt x="5273" y="850"/>
                </a:lnTo>
                <a:lnTo>
                  <a:pt x="5272" y="850"/>
                </a:lnTo>
                <a:lnTo>
                  <a:pt x="5272" y="849"/>
                </a:lnTo>
                <a:lnTo>
                  <a:pt x="5271" y="848"/>
                </a:lnTo>
                <a:lnTo>
                  <a:pt x="5270" y="848"/>
                </a:lnTo>
                <a:lnTo>
                  <a:pt x="5269" y="848"/>
                </a:lnTo>
                <a:lnTo>
                  <a:pt x="5268" y="848"/>
                </a:lnTo>
                <a:lnTo>
                  <a:pt x="5268" y="847"/>
                </a:lnTo>
                <a:lnTo>
                  <a:pt x="5267" y="847"/>
                </a:lnTo>
                <a:lnTo>
                  <a:pt x="5266" y="847"/>
                </a:lnTo>
                <a:lnTo>
                  <a:pt x="5266" y="846"/>
                </a:lnTo>
                <a:lnTo>
                  <a:pt x="5265" y="844"/>
                </a:lnTo>
                <a:lnTo>
                  <a:pt x="5265" y="843"/>
                </a:lnTo>
                <a:lnTo>
                  <a:pt x="5265" y="842"/>
                </a:lnTo>
                <a:lnTo>
                  <a:pt x="5265" y="841"/>
                </a:lnTo>
                <a:lnTo>
                  <a:pt x="5262" y="841"/>
                </a:lnTo>
                <a:lnTo>
                  <a:pt x="5261" y="841"/>
                </a:lnTo>
                <a:lnTo>
                  <a:pt x="5260" y="841"/>
                </a:lnTo>
                <a:lnTo>
                  <a:pt x="5260" y="842"/>
                </a:lnTo>
                <a:lnTo>
                  <a:pt x="5260" y="843"/>
                </a:lnTo>
                <a:lnTo>
                  <a:pt x="5258" y="843"/>
                </a:lnTo>
                <a:lnTo>
                  <a:pt x="5257" y="844"/>
                </a:lnTo>
                <a:lnTo>
                  <a:pt x="5257" y="845"/>
                </a:lnTo>
                <a:lnTo>
                  <a:pt x="5257" y="846"/>
                </a:lnTo>
                <a:lnTo>
                  <a:pt x="5256" y="846"/>
                </a:lnTo>
                <a:lnTo>
                  <a:pt x="5254" y="848"/>
                </a:lnTo>
                <a:lnTo>
                  <a:pt x="5254" y="849"/>
                </a:lnTo>
                <a:lnTo>
                  <a:pt x="5253" y="850"/>
                </a:lnTo>
                <a:lnTo>
                  <a:pt x="5253" y="851"/>
                </a:lnTo>
                <a:lnTo>
                  <a:pt x="5252" y="852"/>
                </a:lnTo>
                <a:lnTo>
                  <a:pt x="5252" y="853"/>
                </a:lnTo>
                <a:lnTo>
                  <a:pt x="5253" y="854"/>
                </a:lnTo>
                <a:lnTo>
                  <a:pt x="5252" y="854"/>
                </a:lnTo>
                <a:lnTo>
                  <a:pt x="5251" y="854"/>
                </a:lnTo>
                <a:lnTo>
                  <a:pt x="5250" y="854"/>
                </a:lnTo>
                <a:lnTo>
                  <a:pt x="5249" y="853"/>
                </a:lnTo>
                <a:lnTo>
                  <a:pt x="5248" y="853"/>
                </a:lnTo>
                <a:lnTo>
                  <a:pt x="5247" y="853"/>
                </a:lnTo>
                <a:lnTo>
                  <a:pt x="5246" y="853"/>
                </a:lnTo>
                <a:lnTo>
                  <a:pt x="5245" y="853"/>
                </a:lnTo>
                <a:lnTo>
                  <a:pt x="5245" y="854"/>
                </a:lnTo>
                <a:lnTo>
                  <a:pt x="5244" y="854"/>
                </a:lnTo>
                <a:lnTo>
                  <a:pt x="5243" y="854"/>
                </a:lnTo>
                <a:lnTo>
                  <a:pt x="5242" y="856"/>
                </a:lnTo>
                <a:lnTo>
                  <a:pt x="5241" y="858"/>
                </a:lnTo>
                <a:lnTo>
                  <a:pt x="5240" y="859"/>
                </a:lnTo>
                <a:lnTo>
                  <a:pt x="5240" y="860"/>
                </a:lnTo>
                <a:lnTo>
                  <a:pt x="5242" y="860"/>
                </a:lnTo>
                <a:lnTo>
                  <a:pt x="5244" y="861"/>
                </a:lnTo>
                <a:lnTo>
                  <a:pt x="5243" y="862"/>
                </a:lnTo>
                <a:lnTo>
                  <a:pt x="5244" y="862"/>
                </a:lnTo>
                <a:lnTo>
                  <a:pt x="5244" y="863"/>
                </a:lnTo>
                <a:lnTo>
                  <a:pt x="5244" y="864"/>
                </a:lnTo>
                <a:lnTo>
                  <a:pt x="5243" y="864"/>
                </a:lnTo>
                <a:lnTo>
                  <a:pt x="5242" y="865"/>
                </a:lnTo>
                <a:lnTo>
                  <a:pt x="5239" y="867"/>
                </a:lnTo>
                <a:lnTo>
                  <a:pt x="5238" y="868"/>
                </a:lnTo>
                <a:lnTo>
                  <a:pt x="5237" y="869"/>
                </a:lnTo>
                <a:lnTo>
                  <a:pt x="5236" y="870"/>
                </a:lnTo>
                <a:lnTo>
                  <a:pt x="5234" y="871"/>
                </a:lnTo>
                <a:lnTo>
                  <a:pt x="5233" y="871"/>
                </a:lnTo>
                <a:lnTo>
                  <a:pt x="5233" y="872"/>
                </a:lnTo>
                <a:lnTo>
                  <a:pt x="5232" y="873"/>
                </a:lnTo>
                <a:lnTo>
                  <a:pt x="5231" y="874"/>
                </a:lnTo>
                <a:lnTo>
                  <a:pt x="5230" y="874"/>
                </a:lnTo>
                <a:lnTo>
                  <a:pt x="5229" y="874"/>
                </a:lnTo>
                <a:lnTo>
                  <a:pt x="5228" y="875"/>
                </a:lnTo>
                <a:lnTo>
                  <a:pt x="5227" y="875"/>
                </a:lnTo>
                <a:lnTo>
                  <a:pt x="5227" y="876"/>
                </a:lnTo>
                <a:lnTo>
                  <a:pt x="5226" y="876"/>
                </a:lnTo>
                <a:lnTo>
                  <a:pt x="5225" y="876"/>
                </a:lnTo>
                <a:lnTo>
                  <a:pt x="5225" y="877"/>
                </a:lnTo>
                <a:lnTo>
                  <a:pt x="5225" y="878"/>
                </a:lnTo>
                <a:lnTo>
                  <a:pt x="5226" y="878"/>
                </a:lnTo>
                <a:lnTo>
                  <a:pt x="5227" y="878"/>
                </a:lnTo>
                <a:lnTo>
                  <a:pt x="5227" y="879"/>
                </a:lnTo>
                <a:lnTo>
                  <a:pt x="5226" y="879"/>
                </a:lnTo>
                <a:lnTo>
                  <a:pt x="5225" y="880"/>
                </a:lnTo>
                <a:lnTo>
                  <a:pt x="5224" y="880"/>
                </a:lnTo>
                <a:lnTo>
                  <a:pt x="5223" y="880"/>
                </a:lnTo>
                <a:lnTo>
                  <a:pt x="5222" y="879"/>
                </a:lnTo>
                <a:lnTo>
                  <a:pt x="5221" y="879"/>
                </a:lnTo>
                <a:lnTo>
                  <a:pt x="5220" y="879"/>
                </a:lnTo>
                <a:lnTo>
                  <a:pt x="5218" y="878"/>
                </a:lnTo>
                <a:lnTo>
                  <a:pt x="5217" y="878"/>
                </a:lnTo>
                <a:lnTo>
                  <a:pt x="5216" y="878"/>
                </a:lnTo>
                <a:lnTo>
                  <a:pt x="5215" y="878"/>
                </a:lnTo>
                <a:lnTo>
                  <a:pt x="5214" y="877"/>
                </a:lnTo>
                <a:lnTo>
                  <a:pt x="5213" y="877"/>
                </a:lnTo>
                <a:lnTo>
                  <a:pt x="5213" y="878"/>
                </a:lnTo>
                <a:lnTo>
                  <a:pt x="5212" y="879"/>
                </a:lnTo>
                <a:lnTo>
                  <a:pt x="5211" y="879"/>
                </a:lnTo>
                <a:lnTo>
                  <a:pt x="5210" y="880"/>
                </a:lnTo>
                <a:lnTo>
                  <a:pt x="5209" y="880"/>
                </a:lnTo>
                <a:lnTo>
                  <a:pt x="5209" y="881"/>
                </a:lnTo>
                <a:lnTo>
                  <a:pt x="5208" y="882"/>
                </a:lnTo>
                <a:lnTo>
                  <a:pt x="5208" y="883"/>
                </a:lnTo>
                <a:lnTo>
                  <a:pt x="5207" y="884"/>
                </a:lnTo>
                <a:lnTo>
                  <a:pt x="5206" y="884"/>
                </a:lnTo>
                <a:lnTo>
                  <a:pt x="5205" y="883"/>
                </a:lnTo>
                <a:lnTo>
                  <a:pt x="5204" y="883"/>
                </a:lnTo>
                <a:lnTo>
                  <a:pt x="5203" y="884"/>
                </a:lnTo>
                <a:lnTo>
                  <a:pt x="5202" y="884"/>
                </a:lnTo>
                <a:lnTo>
                  <a:pt x="5201" y="884"/>
                </a:lnTo>
                <a:lnTo>
                  <a:pt x="5201" y="885"/>
                </a:lnTo>
                <a:lnTo>
                  <a:pt x="5200" y="884"/>
                </a:lnTo>
                <a:lnTo>
                  <a:pt x="5199" y="883"/>
                </a:lnTo>
                <a:lnTo>
                  <a:pt x="5198" y="883"/>
                </a:lnTo>
                <a:lnTo>
                  <a:pt x="5197" y="883"/>
                </a:lnTo>
                <a:lnTo>
                  <a:pt x="5196" y="883"/>
                </a:lnTo>
                <a:lnTo>
                  <a:pt x="5196" y="882"/>
                </a:lnTo>
                <a:lnTo>
                  <a:pt x="5195" y="882"/>
                </a:lnTo>
                <a:lnTo>
                  <a:pt x="5194" y="882"/>
                </a:lnTo>
                <a:lnTo>
                  <a:pt x="5193" y="883"/>
                </a:lnTo>
                <a:lnTo>
                  <a:pt x="5190" y="883"/>
                </a:lnTo>
                <a:lnTo>
                  <a:pt x="5189" y="884"/>
                </a:lnTo>
                <a:lnTo>
                  <a:pt x="5189" y="885"/>
                </a:lnTo>
                <a:lnTo>
                  <a:pt x="5190" y="886"/>
                </a:lnTo>
                <a:lnTo>
                  <a:pt x="5190" y="887"/>
                </a:lnTo>
                <a:lnTo>
                  <a:pt x="5189" y="887"/>
                </a:lnTo>
                <a:lnTo>
                  <a:pt x="5187" y="888"/>
                </a:lnTo>
                <a:lnTo>
                  <a:pt x="5186" y="889"/>
                </a:lnTo>
                <a:lnTo>
                  <a:pt x="5185" y="889"/>
                </a:lnTo>
                <a:lnTo>
                  <a:pt x="5184" y="889"/>
                </a:lnTo>
                <a:lnTo>
                  <a:pt x="5183" y="890"/>
                </a:lnTo>
                <a:lnTo>
                  <a:pt x="5181" y="890"/>
                </a:lnTo>
                <a:lnTo>
                  <a:pt x="5180" y="890"/>
                </a:lnTo>
                <a:lnTo>
                  <a:pt x="5179" y="891"/>
                </a:lnTo>
                <a:lnTo>
                  <a:pt x="5178" y="892"/>
                </a:lnTo>
                <a:lnTo>
                  <a:pt x="5178" y="893"/>
                </a:lnTo>
                <a:lnTo>
                  <a:pt x="5178" y="894"/>
                </a:lnTo>
                <a:lnTo>
                  <a:pt x="5179" y="895"/>
                </a:lnTo>
                <a:lnTo>
                  <a:pt x="5180" y="895"/>
                </a:lnTo>
                <a:lnTo>
                  <a:pt x="5180" y="894"/>
                </a:lnTo>
                <a:lnTo>
                  <a:pt x="5181" y="894"/>
                </a:lnTo>
                <a:lnTo>
                  <a:pt x="5182" y="895"/>
                </a:lnTo>
                <a:lnTo>
                  <a:pt x="5183" y="896"/>
                </a:lnTo>
                <a:lnTo>
                  <a:pt x="5183" y="897"/>
                </a:lnTo>
                <a:lnTo>
                  <a:pt x="5183" y="898"/>
                </a:lnTo>
                <a:lnTo>
                  <a:pt x="5183" y="899"/>
                </a:lnTo>
                <a:lnTo>
                  <a:pt x="5184" y="899"/>
                </a:lnTo>
                <a:lnTo>
                  <a:pt x="5185" y="899"/>
                </a:lnTo>
                <a:lnTo>
                  <a:pt x="5187" y="898"/>
                </a:lnTo>
                <a:lnTo>
                  <a:pt x="5187" y="900"/>
                </a:lnTo>
                <a:lnTo>
                  <a:pt x="5188" y="901"/>
                </a:lnTo>
                <a:lnTo>
                  <a:pt x="5190" y="902"/>
                </a:lnTo>
                <a:lnTo>
                  <a:pt x="5190" y="903"/>
                </a:lnTo>
                <a:lnTo>
                  <a:pt x="5190" y="905"/>
                </a:lnTo>
                <a:lnTo>
                  <a:pt x="5190" y="906"/>
                </a:lnTo>
                <a:lnTo>
                  <a:pt x="5191" y="906"/>
                </a:lnTo>
                <a:lnTo>
                  <a:pt x="5195" y="919"/>
                </a:lnTo>
                <a:lnTo>
                  <a:pt x="5196" y="924"/>
                </a:lnTo>
                <a:lnTo>
                  <a:pt x="5202" y="948"/>
                </a:lnTo>
                <a:lnTo>
                  <a:pt x="5209" y="973"/>
                </a:lnTo>
                <a:lnTo>
                  <a:pt x="5208" y="974"/>
                </a:lnTo>
                <a:lnTo>
                  <a:pt x="5208" y="975"/>
                </a:lnTo>
                <a:lnTo>
                  <a:pt x="5207" y="975"/>
                </a:lnTo>
                <a:lnTo>
                  <a:pt x="5206" y="975"/>
                </a:lnTo>
                <a:lnTo>
                  <a:pt x="5205" y="975"/>
                </a:lnTo>
                <a:lnTo>
                  <a:pt x="5205" y="978"/>
                </a:lnTo>
                <a:lnTo>
                  <a:pt x="5205" y="979"/>
                </a:lnTo>
                <a:lnTo>
                  <a:pt x="5205" y="980"/>
                </a:lnTo>
                <a:lnTo>
                  <a:pt x="5204" y="980"/>
                </a:lnTo>
                <a:lnTo>
                  <a:pt x="5204" y="979"/>
                </a:lnTo>
                <a:lnTo>
                  <a:pt x="5204" y="980"/>
                </a:lnTo>
                <a:lnTo>
                  <a:pt x="5204" y="981"/>
                </a:lnTo>
                <a:lnTo>
                  <a:pt x="5203" y="981"/>
                </a:lnTo>
                <a:lnTo>
                  <a:pt x="5203" y="982"/>
                </a:lnTo>
                <a:lnTo>
                  <a:pt x="5204" y="982"/>
                </a:lnTo>
                <a:lnTo>
                  <a:pt x="5204" y="983"/>
                </a:lnTo>
                <a:lnTo>
                  <a:pt x="5205" y="984"/>
                </a:lnTo>
                <a:lnTo>
                  <a:pt x="5206" y="984"/>
                </a:lnTo>
                <a:lnTo>
                  <a:pt x="5206" y="985"/>
                </a:lnTo>
                <a:lnTo>
                  <a:pt x="5205" y="986"/>
                </a:lnTo>
                <a:lnTo>
                  <a:pt x="5205" y="988"/>
                </a:lnTo>
                <a:lnTo>
                  <a:pt x="5205" y="989"/>
                </a:lnTo>
                <a:lnTo>
                  <a:pt x="5204" y="990"/>
                </a:lnTo>
                <a:lnTo>
                  <a:pt x="5203" y="990"/>
                </a:lnTo>
                <a:lnTo>
                  <a:pt x="5203" y="991"/>
                </a:lnTo>
                <a:lnTo>
                  <a:pt x="5203" y="992"/>
                </a:lnTo>
                <a:lnTo>
                  <a:pt x="5203" y="993"/>
                </a:lnTo>
                <a:lnTo>
                  <a:pt x="5203" y="994"/>
                </a:lnTo>
                <a:lnTo>
                  <a:pt x="5202" y="994"/>
                </a:lnTo>
                <a:lnTo>
                  <a:pt x="5202" y="995"/>
                </a:lnTo>
                <a:lnTo>
                  <a:pt x="5201" y="996"/>
                </a:lnTo>
                <a:lnTo>
                  <a:pt x="5202" y="997"/>
                </a:lnTo>
                <a:lnTo>
                  <a:pt x="5202" y="998"/>
                </a:lnTo>
                <a:lnTo>
                  <a:pt x="5202" y="999"/>
                </a:lnTo>
                <a:lnTo>
                  <a:pt x="5201" y="999"/>
                </a:lnTo>
                <a:lnTo>
                  <a:pt x="5202" y="999"/>
                </a:lnTo>
                <a:lnTo>
                  <a:pt x="5202" y="1000"/>
                </a:lnTo>
                <a:lnTo>
                  <a:pt x="5201" y="1000"/>
                </a:lnTo>
                <a:lnTo>
                  <a:pt x="5201" y="1001"/>
                </a:lnTo>
                <a:lnTo>
                  <a:pt x="5201" y="1002"/>
                </a:lnTo>
                <a:lnTo>
                  <a:pt x="5202" y="1002"/>
                </a:lnTo>
                <a:lnTo>
                  <a:pt x="5202" y="1003"/>
                </a:lnTo>
                <a:lnTo>
                  <a:pt x="5202" y="1004"/>
                </a:lnTo>
                <a:lnTo>
                  <a:pt x="5202" y="1005"/>
                </a:lnTo>
                <a:lnTo>
                  <a:pt x="5203" y="1005"/>
                </a:lnTo>
                <a:lnTo>
                  <a:pt x="5202" y="1005"/>
                </a:lnTo>
                <a:lnTo>
                  <a:pt x="5202" y="1006"/>
                </a:lnTo>
                <a:lnTo>
                  <a:pt x="5201" y="1006"/>
                </a:lnTo>
                <a:lnTo>
                  <a:pt x="5201" y="1007"/>
                </a:lnTo>
                <a:lnTo>
                  <a:pt x="5202" y="1007"/>
                </a:lnTo>
                <a:lnTo>
                  <a:pt x="5202" y="1008"/>
                </a:lnTo>
                <a:lnTo>
                  <a:pt x="5202" y="1009"/>
                </a:lnTo>
                <a:lnTo>
                  <a:pt x="5201" y="1009"/>
                </a:lnTo>
                <a:lnTo>
                  <a:pt x="5201" y="1010"/>
                </a:lnTo>
                <a:lnTo>
                  <a:pt x="5201" y="1011"/>
                </a:lnTo>
                <a:lnTo>
                  <a:pt x="5202" y="1011"/>
                </a:lnTo>
                <a:lnTo>
                  <a:pt x="5203" y="1012"/>
                </a:lnTo>
                <a:lnTo>
                  <a:pt x="5203" y="1013"/>
                </a:lnTo>
                <a:lnTo>
                  <a:pt x="5203" y="1014"/>
                </a:lnTo>
                <a:lnTo>
                  <a:pt x="5203" y="1015"/>
                </a:lnTo>
                <a:lnTo>
                  <a:pt x="5202" y="1015"/>
                </a:lnTo>
                <a:lnTo>
                  <a:pt x="5203" y="1015"/>
                </a:lnTo>
                <a:lnTo>
                  <a:pt x="5203" y="1016"/>
                </a:lnTo>
                <a:lnTo>
                  <a:pt x="5202" y="1016"/>
                </a:lnTo>
                <a:lnTo>
                  <a:pt x="5201" y="1016"/>
                </a:lnTo>
                <a:lnTo>
                  <a:pt x="5201" y="1017"/>
                </a:lnTo>
                <a:lnTo>
                  <a:pt x="5202" y="1017"/>
                </a:lnTo>
                <a:lnTo>
                  <a:pt x="5202" y="1018"/>
                </a:lnTo>
                <a:lnTo>
                  <a:pt x="5201" y="1018"/>
                </a:lnTo>
                <a:lnTo>
                  <a:pt x="5202" y="1019"/>
                </a:lnTo>
                <a:lnTo>
                  <a:pt x="5203" y="1019"/>
                </a:lnTo>
                <a:lnTo>
                  <a:pt x="5204" y="1019"/>
                </a:lnTo>
                <a:lnTo>
                  <a:pt x="5203" y="1019"/>
                </a:lnTo>
                <a:lnTo>
                  <a:pt x="5203" y="1020"/>
                </a:lnTo>
                <a:lnTo>
                  <a:pt x="5203" y="1021"/>
                </a:lnTo>
                <a:lnTo>
                  <a:pt x="5202" y="1021"/>
                </a:lnTo>
                <a:lnTo>
                  <a:pt x="5202" y="1020"/>
                </a:lnTo>
                <a:lnTo>
                  <a:pt x="5201" y="1020"/>
                </a:lnTo>
                <a:lnTo>
                  <a:pt x="5200" y="1021"/>
                </a:lnTo>
                <a:lnTo>
                  <a:pt x="5200" y="1022"/>
                </a:lnTo>
                <a:lnTo>
                  <a:pt x="5201" y="1022"/>
                </a:lnTo>
                <a:lnTo>
                  <a:pt x="5201" y="1023"/>
                </a:lnTo>
                <a:lnTo>
                  <a:pt x="5200" y="1023"/>
                </a:lnTo>
                <a:lnTo>
                  <a:pt x="5199" y="1023"/>
                </a:lnTo>
                <a:lnTo>
                  <a:pt x="5199" y="1024"/>
                </a:lnTo>
                <a:lnTo>
                  <a:pt x="5200" y="1024"/>
                </a:lnTo>
                <a:lnTo>
                  <a:pt x="5200" y="1025"/>
                </a:lnTo>
                <a:lnTo>
                  <a:pt x="5200" y="1026"/>
                </a:lnTo>
                <a:lnTo>
                  <a:pt x="5201" y="1027"/>
                </a:lnTo>
                <a:lnTo>
                  <a:pt x="5202" y="1027"/>
                </a:lnTo>
                <a:lnTo>
                  <a:pt x="5202" y="1028"/>
                </a:lnTo>
                <a:lnTo>
                  <a:pt x="5203" y="1028"/>
                </a:lnTo>
                <a:lnTo>
                  <a:pt x="5204" y="1028"/>
                </a:lnTo>
                <a:lnTo>
                  <a:pt x="5204" y="1029"/>
                </a:lnTo>
                <a:lnTo>
                  <a:pt x="5205" y="1029"/>
                </a:lnTo>
                <a:lnTo>
                  <a:pt x="5206" y="1030"/>
                </a:lnTo>
                <a:lnTo>
                  <a:pt x="5207" y="1030"/>
                </a:lnTo>
                <a:lnTo>
                  <a:pt x="5208" y="1030"/>
                </a:lnTo>
                <a:lnTo>
                  <a:pt x="5208" y="1029"/>
                </a:lnTo>
                <a:lnTo>
                  <a:pt x="5209" y="1029"/>
                </a:lnTo>
                <a:lnTo>
                  <a:pt x="5210" y="1030"/>
                </a:lnTo>
                <a:lnTo>
                  <a:pt x="5210" y="1032"/>
                </a:lnTo>
                <a:lnTo>
                  <a:pt x="5210" y="1033"/>
                </a:lnTo>
                <a:lnTo>
                  <a:pt x="5209" y="1034"/>
                </a:lnTo>
                <a:lnTo>
                  <a:pt x="5209" y="1035"/>
                </a:lnTo>
                <a:lnTo>
                  <a:pt x="5209" y="1036"/>
                </a:lnTo>
                <a:lnTo>
                  <a:pt x="5209" y="1037"/>
                </a:lnTo>
                <a:lnTo>
                  <a:pt x="5210" y="1039"/>
                </a:lnTo>
                <a:lnTo>
                  <a:pt x="5210" y="1040"/>
                </a:lnTo>
                <a:lnTo>
                  <a:pt x="5209" y="1041"/>
                </a:lnTo>
                <a:lnTo>
                  <a:pt x="5208" y="1041"/>
                </a:lnTo>
                <a:lnTo>
                  <a:pt x="5207" y="1042"/>
                </a:lnTo>
                <a:lnTo>
                  <a:pt x="5206" y="1043"/>
                </a:lnTo>
                <a:lnTo>
                  <a:pt x="5206" y="1045"/>
                </a:lnTo>
                <a:lnTo>
                  <a:pt x="5206" y="1050"/>
                </a:lnTo>
                <a:lnTo>
                  <a:pt x="5205" y="1050"/>
                </a:lnTo>
                <a:lnTo>
                  <a:pt x="5205" y="1051"/>
                </a:lnTo>
                <a:lnTo>
                  <a:pt x="5205" y="1053"/>
                </a:lnTo>
                <a:lnTo>
                  <a:pt x="5204" y="1054"/>
                </a:lnTo>
                <a:lnTo>
                  <a:pt x="5203" y="1055"/>
                </a:lnTo>
                <a:lnTo>
                  <a:pt x="5201" y="1056"/>
                </a:lnTo>
                <a:lnTo>
                  <a:pt x="5200" y="1057"/>
                </a:lnTo>
                <a:lnTo>
                  <a:pt x="5200" y="1058"/>
                </a:lnTo>
                <a:lnTo>
                  <a:pt x="5200" y="1059"/>
                </a:lnTo>
                <a:lnTo>
                  <a:pt x="5200" y="1060"/>
                </a:lnTo>
                <a:lnTo>
                  <a:pt x="5201" y="1061"/>
                </a:lnTo>
                <a:lnTo>
                  <a:pt x="5202" y="1062"/>
                </a:lnTo>
                <a:lnTo>
                  <a:pt x="5201" y="1063"/>
                </a:lnTo>
                <a:lnTo>
                  <a:pt x="5201" y="1064"/>
                </a:lnTo>
                <a:lnTo>
                  <a:pt x="5201" y="1065"/>
                </a:lnTo>
                <a:lnTo>
                  <a:pt x="5201" y="1067"/>
                </a:lnTo>
                <a:lnTo>
                  <a:pt x="5198" y="1070"/>
                </a:lnTo>
                <a:lnTo>
                  <a:pt x="5197" y="1070"/>
                </a:lnTo>
                <a:lnTo>
                  <a:pt x="5197" y="1071"/>
                </a:lnTo>
                <a:lnTo>
                  <a:pt x="5197" y="1073"/>
                </a:lnTo>
                <a:lnTo>
                  <a:pt x="5195" y="1073"/>
                </a:lnTo>
                <a:lnTo>
                  <a:pt x="5193" y="1074"/>
                </a:lnTo>
                <a:lnTo>
                  <a:pt x="5192" y="1074"/>
                </a:lnTo>
                <a:lnTo>
                  <a:pt x="5192" y="1075"/>
                </a:lnTo>
                <a:lnTo>
                  <a:pt x="5193" y="1075"/>
                </a:lnTo>
                <a:lnTo>
                  <a:pt x="5193" y="1076"/>
                </a:lnTo>
                <a:lnTo>
                  <a:pt x="5192" y="1076"/>
                </a:lnTo>
                <a:lnTo>
                  <a:pt x="5191" y="1077"/>
                </a:lnTo>
                <a:lnTo>
                  <a:pt x="5190" y="1078"/>
                </a:lnTo>
                <a:lnTo>
                  <a:pt x="5190" y="1079"/>
                </a:lnTo>
                <a:lnTo>
                  <a:pt x="5191" y="1079"/>
                </a:lnTo>
                <a:lnTo>
                  <a:pt x="5191" y="1080"/>
                </a:lnTo>
                <a:lnTo>
                  <a:pt x="5192" y="1080"/>
                </a:lnTo>
                <a:lnTo>
                  <a:pt x="5192" y="1082"/>
                </a:lnTo>
                <a:lnTo>
                  <a:pt x="5192" y="1083"/>
                </a:lnTo>
                <a:lnTo>
                  <a:pt x="5193" y="1084"/>
                </a:lnTo>
                <a:lnTo>
                  <a:pt x="5195" y="1084"/>
                </a:lnTo>
                <a:lnTo>
                  <a:pt x="5195" y="1085"/>
                </a:lnTo>
                <a:lnTo>
                  <a:pt x="5195" y="1086"/>
                </a:lnTo>
                <a:lnTo>
                  <a:pt x="5195" y="1087"/>
                </a:lnTo>
                <a:lnTo>
                  <a:pt x="5194" y="1087"/>
                </a:lnTo>
                <a:lnTo>
                  <a:pt x="5193" y="1088"/>
                </a:lnTo>
                <a:lnTo>
                  <a:pt x="5193" y="1089"/>
                </a:lnTo>
                <a:lnTo>
                  <a:pt x="5192" y="1089"/>
                </a:lnTo>
                <a:lnTo>
                  <a:pt x="5191" y="1089"/>
                </a:lnTo>
                <a:lnTo>
                  <a:pt x="5190" y="1089"/>
                </a:lnTo>
                <a:lnTo>
                  <a:pt x="5189" y="1089"/>
                </a:lnTo>
                <a:lnTo>
                  <a:pt x="5188" y="1089"/>
                </a:lnTo>
                <a:lnTo>
                  <a:pt x="5187" y="1089"/>
                </a:lnTo>
                <a:lnTo>
                  <a:pt x="5186" y="1088"/>
                </a:lnTo>
                <a:lnTo>
                  <a:pt x="5185" y="1088"/>
                </a:lnTo>
                <a:lnTo>
                  <a:pt x="5184" y="1089"/>
                </a:lnTo>
                <a:lnTo>
                  <a:pt x="5183" y="1090"/>
                </a:lnTo>
                <a:lnTo>
                  <a:pt x="5185" y="1093"/>
                </a:lnTo>
                <a:lnTo>
                  <a:pt x="5185" y="1094"/>
                </a:lnTo>
                <a:lnTo>
                  <a:pt x="5185" y="1095"/>
                </a:lnTo>
                <a:lnTo>
                  <a:pt x="5183" y="1095"/>
                </a:lnTo>
                <a:lnTo>
                  <a:pt x="5180" y="1095"/>
                </a:lnTo>
                <a:lnTo>
                  <a:pt x="5179" y="1095"/>
                </a:lnTo>
                <a:lnTo>
                  <a:pt x="5178" y="1094"/>
                </a:lnTo>
                <a:lnTo>
                  <a:pt x="5177" y="1094"/>
                </a:lnTo>
                <a:lnTo>
                  <a:pt x="5176" y="1093"/>
                </a:lnTo>
                <a:lnTo>
                  <a:pt x="5175" y="1094"/>
                </a:lnTo>
                <a:lnTo>
                  <a:pt x="5174" y="1094"/>
                </a:lnTo>
                <a:lnTo>
                  <a:pt x="5172" y="1096"/>
                </a:lnTo>
                <a:lnTo>
                  <a:pt x="5171" y="1095"/>
                </a:lnTo>
                <a:lnTo>
                  <a:pt x="5170" y="1095"/>
                </a:lnTo>
                <a:lnTo>
                  <a:pt x="5169" y="1095"/>
                </a:lnTo>
                <a:lnTo>
                  <a:pt x="5168" y="1094"/>
                </a:lnTo>
                <a:lnTo>
                  <a:pt x="5167" y="1093"/>
                </a:lnTo>
                <a:lnTo>
                  <a:pt x="5166" y="1093"/>
                </a:lnTo>
                <a:lnTo>
                  <a:pt x="5164" y="1093"/>
                </a:lnTo>
                <a:lnTo>
                  <a:pt x="5163" y="1094"/>
                </a:lnTo>
                <a:lnTo>
                  <a:pt x="5162" y="1096"/>
                </a:lnTo>
                <a:lnTo>
                  <a:pt x="5162" y="1097"/>
                </a:lnTo>
                <a:lnTo>
                  <a:pt x="5161" y="1097"/>
                </a:lnTo>
                <a:lnTo>
                  <a:pt x="5159" y="1097"/>
                </a:lnTo>
                <a:lnTo>
                  <a:pt x="5158" y="1098"/>
                </a:lnTo>
                <a:lnTo>
                  <a:pt x="5157" y="1098"/>
                </a:lnTo>
                <a:lnTo>
                  <a:pt x="5156" y="1098"/>
                </a:lnTo>
                <a:lnTo>
                  <a:pt x="5156" y="1097"/>
                </a:lnTo>
                <a:lnTo>
                  <a:pt x="5155" y="1096"/>
                </a:lnTo>
                <a:lnTo>
                  <a:pt x="5154" y="1096"/>
                </a:lnTo>
                <a:lnTo>
                  <a:pt x="5153" y="1096"/>
                </a:lnTo>
                <a:lnTo>
                  <a:pt x="5151" y="1097"/>
                </a:lnTo>
                <a:lnTo>
                  <a:pt x="5148" y="1098"/>
                </a:lnTo>
                <a:lnTo>
                  <a:pt x="5147" y="1099"/>
                </a:lnTo>
                <a:lnTo>
                  <a:pt x="5146" y="1100"/>
                </a:lnTo>
                <a:lnTo>
                  <a:pt x="5145" y="1100"/>
                </a:lnTo>
                <a:lnTo>
                  <a:pt x="5143" y="1100"/>
                </a:lnTo>
                <a:lnTo>
                  <a:pt x="5142" y="1100"/>
                </a:lnTo>
                <a:lnTo>
                  <a:pt x="5141" y="1101"/>
                </a:lnTo>
                <a:lnTo>
                  <a:pt x="5140" y="1102"/>
                </a:lnTo>
                <a:lnTo>
                  <a:pt x="5139" y="1103"/>
                </a:lnTo>
                <a:lnTo>
                  <a:pt x="5136" y="1104"/>
                </a:lnTo>
                <a:lnTo>
                  <a:pt x="5134" y="1104"/>
                </a:lnTo>
                <a:lnTo>
                  <a:pt x="5133" y="1105"/>
                </a:lnTo>
                <a:lnTo>
                  <a:pt x="5132" y="1106"/>
                </a:lnTo>
                <a:lnTo>
                  <a:pt x="5131" y="1107"/>
                </a:lnTo>
                <a:lnTo>
                  <a:pt x="5130" y="1108"/>
                </a:lnTo>
                <a:lnTo>
                  <a:pt x="5129" y="1108"/>
                </a:lnTo>
                <a:lnTo>
                  <a:pt x="5128" y="1108"/>
                </a:lnTo>
                <a:lnTo>
                  <a:pt x="5128" y="1109"/>
                </a:lnTo>
                <a:lnTo>
                  <a:pt x="5130" y="1110"/>
                </a:lnTo>
                <a:lnTo>
                  <a:pt x="5131" y="1111"/>
                </a:lnTo>
                <a:lnTo>
                  <a:pt x="5132" y="1111"/>
                </a:lnTo>
                <a:lnTo>
                  <a:pt x="5132" y="1112"/>
                </a:lnTo>
                <a:lnTo>
                  <a:pt x="5133" y="1113"/>
                </a:lnTo>
                <a:lnTo>
                  <a:pt x="5134" y="1113"/>
                </a:lnTo>
                <a:lnTo>
                  <a:pt x="5135" y="1113"/>
                </a:lnTo>
                <a:lnTo>
                  <a:pt x="5136" y="1112"/>
                </a:lnTo>
                <a:lnTo>
                  <a:pt x="5138" y="1112"/>
                </a:lnTo>
                <a:lnTo>
                  <a:pt x="5139" y="1111"/>
                </a:lnTo>
                <a:lnTo>
                  <a:pt x="5140" y="1111"/>
                </a:lnTo>
                <a:lnTo>
                  <a:pt x="5142" y="1112"/>
                </a:lnTo>
                <a:lnTo>
                  <a:pt x="5143" y="1113"/>
                </a:lnTo>
                <a:lnTo>
                  <a:pt x="5144" y="1113"/>
                </a:lnTo>
                <a:lnTo>
                  <a:pt x="5145" y="1114"/>
                </a:lnTo>
                <a:lnTo>
                  <a:pt x="5145" y="1115"/>
                </a:lnTo>
                <a:lnTo>
                  <a:pt x="5146" y="1116"/>
                </a:lnTo>
                <a:lnTo>
                  <a:pt x="5146" y="1117"/>
                </a:lnTo>
                <a:lnTo>
                  <a:pt x="5147" y="1118"/>
                </a:lnTo>
                <a:lnTo>
                  <a:pt x="5148" y="1119"/>
                </a:lnTo>
                <a:lnTo>
                  <a:pt x="5148" y="1120"/>
                </a:lnTo>
                <a:lnTo>
                  <a:pt x="5149" y="1122"/>
                </a:lnTo>
                <a:lnTo>
                  <a:pt x="5149" y="1123"/>
                </a:lnTo>
                <a:lnTo>
                  <a:pt x="5147" y="1127"/>
                </a:lnTo>
                <a:lnTo>
                  <a:pt x="5146" y="1126"/>
                </a:lnTo>
                <a:lnTo>
                  <a:pt x="5145" y="1126"/>
                </a:lnTo>
                <a:lnTo>
                  <a:pt x="5144" y="1126"/>
                </a:lnTo>
                <a:lnTo>
                  <a:pt x="5143" y="1126"/>
                </a:lnTo>
                <a:lnTo>
                  <a:pt x="5143" y="1128"/>
                </a:lnTo>
                <a:lnTo>
                  <a:pt x="5144" y="1129"/>
                </a:lnTo>
                <a:lnTo>
                  <a:pt x="5143" y="1132"/>
                </a:lnTo>
                <a:lnTo>
                  <a:pt x="5146" y="1133"/>
                </a:lnTo>
                <a:lnTo>
                  <a:pt x="5146" y="1137"/>
                </a:lnTo>
                <a:lnTo>
                  <a:pt x="5146" y="1138"/>
                </a:lnTo>
                <a:lnTo>
                  <a:pt x="5147" y="1138"/>
                </a:lnTo>
                <a:lnTo>
                  <a:pt x="5148" y="1138"/>
                </a:lnTo>
                <a:lnTo>
                  <a:pt x="5149" y="1139"/>
                </a:lnTo>
                <a:lnTo>
                  <a:pt x="5150" y="1140"/>
                </a:lnTo>
                <a:lnTo>
                  <a:pt x="5149" y="1140"/>
                </a:lnTo>
                <a:lnTo>
                  <a:pt x="5148" y="1139"/>
                </a:lnTo>
                <a:lnTo>
                  <a:pt x="5147" y="1139"/>
                </a:lnTo>
                <a:lnTo>
                  <a:pt x="5146" y="1139"/>
                </a:lnTo>
                <a:lnTo>
                  <a:pt x="5145" y="1139"/>
                </a:lnTo>
                <a:lnTo>
                  <a:pt x="5144" y="1139"/>
                </a:lnTo>
                <a:lnTo>
                  <a:pt x="5143" y="1138"/>
                </a:lnTo>
                <a:lnTo>
                  <a:pt x="5143" y="1137"/>
                </a:lnTo>
                <a:lnTo>
                  <a:pt x="5143" y="1136"/>
                </a:lnTo>
                <a:lnTo>
                  <a:pt x="5143" y="1135"/>
                </a:lnTo>
                <a:lnTo>
                  <a:pt x="5143" y="1134"/>
                </a:lnTo>
                <a:lnTo>
                  <a:pt x="5143" y="1133"/>
                </a:lnTo>
                <a:lnTo>
                  <a:pt x="5142" y="1133"/>
                </a:lnTo>
                <a:lnTo>
                  <a:pt x="5142" y="1132"/>
                </a:lnTo>
                <a:lnTo>
                  <a:pt x="5141" y="1132"/>
                </a:lnTo>
                <a:lnTo>
                  <a:pt x="5141" y="1131"/>
                </a:lnTo>
                <a:lnTo>
                  <a:pt x="5141" y="1130"/>
                </a:lnTo>
                <a:lnTo>
                  <a:pt x="5141" y="1129"/>
                </a:lnTo>
                <a:lnTo>
                  <a:pt x="5140" y="1128"/>
                </a:lnTo>
                <a:lnTo>
                  <a:pt x="5139" y="1128"/>
                </a:lnTo>
                <a:lnTo>
                  <a:pt x="5139" y="1127"/>
                </a:lnTo>
                <a:lnTo>
                  <a:pt x="5139" y="1126"/>
                </a:lnTo>
                <a:lnTo>
                  <a:pt x="5139" y="1125"/>
                </a:lnTo>
                <a:lnTo>
                  <a:pt x="5139" y="1124"/>
                </a:lnTo>
                <a:lnTo>
                  <a:pt x="5138" y="1124"/>
                </a:lnTo>
                <a:lnTo>
                  <a:pt x="5138" y="1123"/>
                </a:lnTo>
                <a:lnTo>
                  <a:pt x="5138" y="1122"/>
                </a:lnTo>
                <a:lnTo>
                  <a:pt x="5139" y="1122"/>
                </a:lnTo>
                <a:lnTo>
                  <a:pt x="5139" y="1121"/>
                </a:lnTo>
                <a:lnTo>
                  <a:pt x="5139" y="1120"/>
                </a:lnTo>
                <a:lnTo>
                  <a:pt x="5138" y="1120"/>
                </a:lnTo>
                <a:lnTo>
                  <a:pt x="5136" y="1120"/>
                </a:lnTo>
                <a:lnTo>
                  <a:pt x="5135" y="1120"/>
                </a:lnTo>
                <a:lnTo>
                  <a:pt x="5135" y="1121"/>
                </a:lnTo>
                <a:lnTo>
                  <a:pt x="5134" y="1121"/>
                </a:lnTo>
                <a:lnTo>
                  <a:pt x="5134" y="1122"/>
                </a:lnTo>
                <a:lnTo>
                  <a:pt x="5134" y="1123"/>
                </a:lnTo>
                <a:lnTo>
                  <a:pt x="5135" y="1123"/>
                </a:lnTo>
                <a:lnTo>
                  <a:pt x="5135" y="1124"/>
                </a:lnTo>
                <a:lnTo>
                  <a:pt x="5136" y="1124"/>
                </a:lnTo>
                <a:lnTo>
                  <a:pt x="5136" y="1125"/>
                </a:lnTo>
                <a:lnTo>
                  <a:pt x="5135" y="1126"/>
                </a:lnTo>
                <a:lnTo>
                  <a:pt x="5134" y="1127"/>
                </a:lnTo>
                <a:lnTo>
                  <a:pt x="5133" y="1127"/>
                </a:lnTo>
                <a:lnTo>
                  <a:pt x="5132" y="1127"/>
                </a:lnTo>
                <a:lnTo>
                  <a:pt x="5131" y="1127"/>
                </a:lnTo>
                <a:lnTo>
                  <a:pt x="5131" y="1126"/>
                </a:lnTo>
                <a:lnTo>
                  <a:pt x="5130" y="1126"/>
                </a:lnTo>
                <a:lnTo>
                  <a:pt x="5130" y="1125"/>
                </a:lnTo>
                <a:lnTo>
                  <a:pt x="5129" y="1124"/>
                </a:lnTo>
                <a:lnTo>
                  <a:pt x="5130" y="1124"/>
                </a:lnTo>
                <a:lnTo>
                  <a:pt x="5130" y="1123"/>
                </a:lnTo>
                <a:lnTo>
                  <a:pt x="5131" y="1123"/>
                </a:lnTo>
                <a:lnTo>
                  <a:pt x="5131" y="1122"/>
                </a:lnTo>
                <a:lnTo>
                  <a:pt x="5131" y="1121"/>
                </a:lnTo>
                <a:lnTo>
                  <a:pt x="5131" y="1120"/>
                </a:lnTo>
                <a:lnTo>
                  <a:pt x="5130" y="1120"/>
                </a:lnTo>
                <a:lnTo>
                  <a:pt x="5129" y="1120"/>
                </a:lnTo>
                <a:lnTo>
                  <a:pt x="5129" y="1121"/>
                </a:lnTo>
                <a:lnTo>
                  <a:pt x="5128" y="1121"/>
                </a:lnTo>
                <a:lnTo>
                  <a:pt x="5128" y="1122"/>
                </a:lnTo>
                <a:lnTo>
                  <a:pt x="5127" y="1122"/>
                </a:lnTo>
                <a:lnTo>
                  <a:pt x="5126" y="1121"/>
                </a:lnTo>
                <a:lnTo>
                  <a:pt x="5126" y="1120"/>
                </a:lnTo>
                <a:lnTo>
                  <a:pt x="5125" y="1120"/>
                </a:lnTo>
                <a:lnTo>
                  <a:pt x="5125" y="1119"/>
                </a:lnTo>
                <a:lnTo>
                  <a:pt x="5124" y="1118"/>
                </a:lnTo>
                <a:lnTo>
                  <a:pt x="5123" y="1118"/>
                </a:lnTo>
                <a:lnTo>
                  <a:pt x="5123" y="1117"/>
                </a:lnTo>
                <a:lnTo>
                  <a:pt x="5122" y="1117"/>
                </a:lnTo>
                <a:lnTo>
                  <a:pt x="5121" y="1117"/>
                </a:lnTo>
                <a:lnTo>
                  <a:pt x="5121" y="1116"/>
                </a:lnTo>
                <a:lnTo>
                  <a:pt x="5120" y="1116"/>
                </a:lnTo>
                <a:lnTo>
                  <a:pt x="5120" y="1115"/>
                </a:lnTo>
                <a:lnTo>
                  <a:pt x="5119" y="1114"/>
                </a:lnTo>
                <a:lnTo>
                  <a:pt x="5119" y="1113"/>
                </a:lnTo>
                <a:lnTo>
                  <a:pt x="5119" y="1112"/>
                </a:lnTo>
                <a:lnTo>
                  <a:pt x="5118" y="1111"/>
                </a:lnTo>
                <a:lnTo>
                  <a:pt x="5117" y="1111"/>
                </a:lnTo>
                <a:lnTo>
                  <a:pt x="5116" y="1111"/>
                </a:lnTo>
                <a:lnTo>
                  <a:pt x="5115" y="1111"/>
                </a:lnTo>
                <a:lnTo>
                  <a:pt x="5115" y="1110"/>
                </a:lnTo>
                <a:lnTo>
                  <a:pt x="5115" y="1109"/>
                </a:lnTo>
                <a:lnTo>
                  <a:pt x="5114" y="1109"/>
                </a:lnTo>
                <a:lnTo>
                  <a:pt x="5114" y="1108"/>
                </a:lnTo>
                <a:lnTo>
                  <a:pt x="5113" y="1108"/>
                </a:lnTo>
                <a:lnTo>
                  <a:pt x="5113" y="1107"/>
                </a:lnTo>
                <a:lnTo>
                  <a:pt x="5114" y="1106"/>
                </a:lnTo>
                <a:lnTo>
                  <a:pt x="5114" y="1105"/>
                </a:lnTo>
                <a:lnTo>
                  <a:pt x="5114" y="1104"/>
                </a:lnTo>
                <a:lnTo>
                  <a:pt x="5113" y="1103"/>
                </a:lnTo>
                <a:lnTo>
                  <a:pt x="5113" y="1102"/>
                </a:lnTo>
                <a:lnTo>
                  <a:pt x="5113" y="1101"/>
                </a:lnTo>
                <a:lnTo>
                  <a:pt x="5113" y="1100"/>
                </a:lnTo>
                <a:lnTo>
                  <a:pt x="5113" y="1099"/>
                </a:lnTo>
                <a:lnTo>
                  <a:pt x="5114" y="1099"/>
                </a:lnTo>
                <a:lnTo>
                  <a:pt x="5114" y="1098"/>
                </a:lnTo>
                <a:lnTo>
                  <a:pt x="5114" y="1097"/>
                </a:lnTo>
                <a:lnTo>
                  <a:pt x="5114" y="1096"/>
                </a:lnTo>
                <a:lnTo>
                  <a:pt x="5115" y="1095"/>
                </a:lnTo>
                <a:lnTo>
                  <a:pt x="5115" y="1094"/>
                </a:lnTo>
                <a:lnTo>
                  <a:pt x="5116" y="1094"/>
                </a:lnTo>
                <a:lnTo>
                  <a:pt x="5116" y="1093"/>
                </a:lnTo>
                <a:lnTo>
                  <a:pt x="5116" y="1092"/>
                </a:lnTo>
                <a:lnTo>
                  <a:pt x="5115" y="1092"/>
                </a:lnTo>
                <a:lnTo>
                  <a:pt x="5116" y="1091"/>
                </a:lnTo>
                <a:lnTo>
                  <a:pt x="5116" y="1090"/>
                </a:lnTo>
                <a:lnTo>
                  <a:pt x="5115" y="1090"/>
                </a:lnTo>
                <a:lnTo>
                  <a:pt x="5114" y="1090"/>
                </a:lnTo>
                <a:lnTo>
                  <a:pt x="5113" y="1090"/>
                </a:lnTo>
                <a:lnTo>
                  <a:pt x="5112" y="1090"/>
                </a:lnTo>
                <a:lnTo>
                  <a:pt x="5111" y="1090"/>
                </a:lnTo>
                <a:lnTo>
                  <a:pt x="5110" y="1090"/>
                </a:lnTo>
                <a:lnTo>
                  <a:pt x="5109" y="1090"/>
                </a:lnTo>
                <a:lnTo>
                  <a:pt x="5108" y="1089"/>
                </a:lnTo>
                <a:lnTo>
                  <a:pt x="5107" y="1089"/>
                </a:lnTo>
                <a:lnTo>
                  <a:pt x="5106" y="1090"/>
                </a:lnTo>
                <a:lnTo>
                  <a:pt x="5105" y="1090"/>
                </a:lnTo>
                <a:lnTo>
                  <a:pt x="5104" y="1090"/>
                </a:lnTo>
                <a:lnTo>
                  <a:pt x="5103" y="1090"/>
                </a:lnTo>
                <a:lnTo>
                  <a:pt x="5103" y="1089"/>
                </a:lnTo>
                <a:lnTo>
                  <a:pt x="5102" y="1089"/>
                </a:lnTo>
                <a:lnTo>
                  <a:pt x="5101" y="1089"/>
                </a:lnTo>
                <a:lnTo>
                  <a:pt x="5101" y="1088"/>
                </a:lnTo>
                <a:lnTo>
                  <a:pt x="5102" y="1088"/>
                </a:lnTo>
                <a:lnTo>
                  <a:pt x="5103" y="1088"/>
                </a:lnTo>
                <a:lnTo>
                  <a:pt x="5104" y="1088"/>
                </a:lnTo>
                <a:lnTo>
                  <a:pt x="5104" y="1087"/>
                </a:lnTo>
                <a:lnTo>
                  <a:pt x="5103" y="1087"/>
                </a:lnTo>
                <a:lnTo>
                  <a:pt x="5103" y="1086"/>
                </a:lnTo>
                <a:lnTo>
                  <a:pt x="5103" y="1085"/>
                </a:lnTo>
                <a:lnTo>
                  <a:pt x="5104" y="1084"/>
                </a:lnTo>
                <a:lnTo>
                  <a:pt x="5105" y="1084"/>
                </a:lnTo>
                <a:lnTo>
                  <a:pt x="5105" y="1083"/>
                </a:lnTo>
                <a:lnTo>
                  <a:pt x="5105" y="1082"/>
                </a:lnTo>
                <a:lnTo>
                  <a:pt x="5104" y="1083"/>
                </a:lnTo>
                <a:lnTo>
                  <a:pt x="5104" y="1082"/>
                </a:lnTo>
                <a:lnTo>
                  <a:pt x="5103" y="1082"/>
                </a:lnTo>
                <a:lnTo>
                  <a:pt x="5102" y="1082"/>
                </a:lnTo>
                <a:lnTo>
                  <a:pt x="5101" y="1082"/>
                </a:lnTo>
                <a:lnTo>
                  <a:pt x="5100" y="1082"/>
                </a:lnTo>
                <a:lnTo>
                  <a:pt x="5100" y="1083"/>
                </a:lnTo>
                <a:lnTo>
                  <a:pt x="5099" y="1083"/>
                </a:lnTo>
                <a:lnTo>
                  <a:pt x="5098" y="1084"/>
                </a:lnTo>
                <a:lnTo>
                  <a:pt x="5095" y="1084"/>
                </a:lnTo>
                <a:lnTo>
                  <a:pt x="5093" y="1084"/>
                </a:lnTo>
                <a:lnTo>
                  <a:pt x="5093" y="1083"/>
                </a:lnTo>
                <a:lnTo>
                  <a:pt x="5092" y="1083"/>
                </a:lnTo>
                <a:lnTo>
                  <a:pt x="5091" y="1083"/>
                </a:lnTo>
                <a:lnTo>
                  <a:pt x="5090" y="1083"/>
                </a:lnTo>
                <a:lnTo>
                  <a:pt x="5089" y="1083"/>
                </a:lnTo>
                <a:lnTo>
                  <a:pt x="5088" y="1083"/>
                </a:lnTo>
                <a:lnTo>
                  <a:pt x="5088" y="1082"/>
                </a:lnTo>
                <a:lnTo>
                  <a:pt x="5088" y="1081"/>
                </a:lnTo>
                <a:lnTo>
                  <a:pt x="5088" y="1080"/>
                </a:lnTo>
                <a:lnTo>
                  <a:pt x="5085" y="1080"/>
                </a:lnTo>
                <a:lnTo>
                  <a:pt x="5084" y="1080"/>
                </a:lnTo>
                <a:lnTo>
                  <a:pt x="5083" y="1080"/>
                </a:lnTo>
                <a:lnTo>
                  <a:pt x="5082" y="1080"/>
                </a:lnTo>
                <a:lnTo>
                  <a:pt x="5081" y="1081"/>
                </a:lnTo>
                <a:lnTo>
                  <a:pt x="5081" y="1082"/>
                </a:lnTo>
                <a:lnTo>
                  <a:pt x="5082" y="1083"/>
                </a:lnTo>
                <a:lnTo>
                  <a:pt x="5083" y="1083"/>
                </a:lnTo>
                <a:lnTo>
                  <a:pt x="5085" y="1083"/>
                </a:lnTo>
                <a:lnTo>
                  <a:pt x="5084" y="1083"/>
                </a:lnTo>
                <a:lnTo>
                  <a:pt x="5084" y="1084"/>
                </a:lnTo>
                <a:lnTo>
                  <a:pt x="5083" y="1084"/>
                </a:lnTo>
                <a:lnTo>
                  <a:pt x="5083" y="1083"/>
                </a:lnTo>
                <a:lnTo>
                  <a:pt x="5082" y="1083"/>
                </a:lnTo>
                <a:lnTo>
                  <a:pt x="5080" y="1083"/>
                </a:lnTo>
                <a:lnTo>
                  <a:pt x="5080" y="1084"/>
                </a:lnTo>
                <a:lnTo>
                  <a:pt x="5079" y="1084"/>
                </a:lnTo>
                <a:lnTo>
                  <a:pt x="5079" y="1085"/>
                </a:lnTo>
                <a:lnTo>
                  <a:pt x="5079" y="1086"/>
                </a:lnTo>
                <a:lnTo>
                  <a:pt x="5079" y="1087"/>
                </a:lnTo>
                <a:lnTo>
                  <a:pt x="5080" y="1087"/>
                </a:lnTo>
                <a:lnTo>
                  <a:pt x="5080" y="1088"/>
                </a:lnTo>
                <a:lnTo>
                  <a:pt x="5080" y="1089"/>
                </a:lnTo>
                <a:lnTo>
                  <a:pt x="5081" y="1089"/>
                </a:lnTo>
                <a:lnTo>
                  <a:pt x="5080" y="1089"/>
                </a:lnTo>
                <a:lnTo>
                  <a:pt x="5079" y="1089"/>
                </a:lnTo>
                <a:lnTo>
                  <a:pt x="5078" y="1089"/>
                </a:lnTo>
                <a:lnTo>
                  <a:pt x="5078" y="1090"/>
                </a:lnTo>
                <a:lnTo>
                  <a:pt x="5078" y="1091"/>
                </a:lnTo>
                <a:lnTo>
                  <a:pt x="5078" y="1092"/>
                </a:lnTo>
                <a:lnTo>
                  <a:pt x="5078" y="1093"/>
                </a:lnTo>
                <a:lnTo>
                  <a:pt x="5077" y="1093"/>
                </a:lnTo>
                <a:lnTo>
                  <a:pt x="5077" y="1094"/>
                </a:lnTo>
                <a:lnTo>
                  <a:pt x="5078" y="1094"/>
                </a:lnTo>
                <a:lnTo>
                  <a:pt x="5077" y="1094"/>
                </a:lnTo>
                <a:lnTo>
                  <a:pt x="5077" y="1095"/>
                </a:lnTo>
                <a:lnTo>
                  <a:pt x="5076" y="1095"/>
                </a:lnTo>
                <a:lnTo>
                  <a:pt x="5076" y="1096"/>
                </a:lnTo>
                <a:lnTo>
                  <a:pt x="5075" y="1096"/>
                </a:lnTo>
                <a:lnTo>
                  <a:pt x="5076" y="1096"/>
                </a:lnTo>
                <a:lnTo>
                  <a:pt x="5076" y="1097"/>
                </a:lnTo>
                <a:lnTo>
                  <a:pt x="5075" y="1097"/>
                </a:lnTo>
                <a:lnTo>
                  <a:pt x="5075" y="1098"/>
                </a:lnTo>
                <a:lnTo>
                  <a:pt x="5075" y="1099"/>
                </a:lnTo>
                <a:lnTo>
                  <a:pt x="5074" y="1099"/>
                </a:lnTo>
                <a:lnTo>
                  <a:pt x="5074" y="1100"/>
                </a:lnTo>
                <a:lnTo>
                  <a:pt x="5075" y="1100"/>
                </a:lnTo>
                <a:lnTo>
                  <a:pt x="5075" y="1101"/>
                </a:lnTo>
                <a:lnTo>
                  <a:pt x="5075" y="1102"/>
                </a:lnTo>
                <a:lnTo>
                  <a:pt x="5074" y="1102"/>
                </a:lnTo>
                <a:lnTo>
                  <a:pt x="5074" y="1103"/>
                </a:lnTo>
                <a:lnTo>
                  <a:pt x="5073" y="1103"/>
                </a:lnTo>
                <a:lnTo>
                  <a:pt x="5073" y="1104"/>
                </a:lnTo>
                <a:lnTo>
                  <a:pt x="5073" y="1105"/>
                </a:lnTo>
                <a:lnTo>
                  <a:pt x="5073" y="1106"/>
                </a:lnTo>
                <a:lnTo>
                  <a:pt x="5072" y="1106"/>
                </a:lnTo>
                <a:lnTo>
                  <a:pt x="5072" y="1107"/>
                </a:lnTo>
                <a:lnTo>
                  <a:pt x="5072" y="1108"/>
                </a:lnTo>
                <a:lnTo>
                  <a:pt x="5071" y="1108"/>
                </a:lnTo>
                <a:lnTo>
                  <a:pt x="5071" y="1110"/>
                </a:lnTo>
                <a:lnTo>
                  <a:pt x="5071" y="1111"/>
                </a:lnTo>
                <a:lnTo>
                  <a:pt x="5072" y="1112"/>
                </a:lnTo>
                <a:lnTo>
                  <a:pt x="5072" y="1113"/>
                </a:lnTo>
                <a:lnTo>
                  <a:pt x="5073" y="1113"/>
                </a:lnTo>
                <a:lnTo>
                  <a:pt x="5074" y="1113"/>
                </a:lnTo>
                <a:lnTo>
                  <a:pt x="5075" y="1113"/>
                </a:lnTo>
                <a:lnTo>
                  <a:pt x="5074" y="1113"/>
                </a:lnTo>
                <a:lnTo>
                  <a:pt x="5074" y="1114"/>
                </a:lnTo>
                <a:lnTo>
                  <a:pt x="5073" y="1114"/>
                </a:lnTo>
                <a:lnTo>
                  <a:pt x="5073" y="1113"/>
                </a:lnTo>
                <a:lnTo>
                  <a:pt x="5072" y="1114"/>
                </a:lnTo>
                <a:lnTo>
                  <a:pt x="5072" y="1115"/>
                </a:lnTo>
                <a:lnTo>
                  <a:pt x="5072" y="1116"/>
                </a:lnTo>
                <a:lnTo>
                  <a:pt x="5073" y="1116"/>
                </a:lnTo>
                <a:lnTo>
                  <a:pt x="5073" y="1117"/>
                </a:lnTo>
                <a:lnTo>
                  <a:pt x="5072" y="1117"/>
                </a:lnTo>
                <a:lnTo>
                  <a:pt x="5071" y="1116"/>
                </a:lnTo>
                <a:lnTo>
                  <a:pt x="5070" y="1116"/>
                </a:lnTo>
                <a:lnTo>
                  <a:pt x="5069" y="1117"/>
                </a:lnTo>
                <a:lnTo>
                  <a:pt x="5070" y="1117"/>
                </a:lnTo>
                <a:lnTo>
                  <a:pt x="5071" y="1117"/>
                </a:lnTo>
                <a:lnTo>
                  <a:pt x="5071" y="1118"/>
                </a:lnTo>
                <a:lnTo>
                  <a:pt x="5070" y="1119"/>
                </a:lnTo>
                <a:lnTo>
                  <a:pt x="5070" y="1120"/>
                </a:lnTo>
                <a:lnTo>
                  <a:pt x="5071" y="1120"/>
                </a:lnTo>
                <a:lnTo>
                  <a:pt x="5072" y="1120"/>
                </a:lnTo>
                <a:lnTo>
                  <a:pt x="5072" y="1121"/>
                </a:lnTo>
                <a:lnTo>
                  <a:pt x="5071" y="1121"/>
                </a:lnTo>
                <a:lnTo>
                  <a:pt x="5070" y="1121"/>
                </a:lnTo>
                <a:lnTo>
                  <a:pt x="5070" y="1122"/>
                </a:lnTo>
                <a:lnTo>
                  <a:pt x="5070" y="1123"/>
                </a:lnTo>
                <a:lnTo>
                  <a:pt x="5069" y="1123"/>
                </a:lnTo>
                <a:lnTo>
                  <a:pt x="5069" y="1124"/>
                </a:lnTo>
                <a:lnTo>
                  <a:pt x="5068" y="1124"/>
                </a:lnTo>
                <a:lnTo>
                  <a:pt x="5069" y="1125"/>
                </a:lnTo>
                <a:lnTo>
                  <a:pt x="5068" y="1125"/>
                </a:lnTo>
                <a:lnTo>
                  <a:pt x="5068" y="1126"/>
                </a:lnTo>
                <a:lnTo>
                  <a:pt x="5069" y="1126"/>
                </a:lnTo>
                <a:lnTo>
                  <a:pt x="5069" y="1127"/>
                </a:lnTo>
                <a:lnTo>
                  <a:pt x="5069" y="1128"/>
                </a:lnTo>
                <a:lnTo>
                  <a:pt x="5069" y="1129"/>
                </a:lnTo>
                <a:lnTo>
                  <a:pt x="5069" y="1130"/>
                </a:lnTo>
                <a:lnTo>
                  <a:pt x="5069" y="1131"/>
                </a:lnTo>
                <a:lnTo>
                  <a:pt x="5068" y="1131"/>
                </a:lnTo>
                <a:lnTo>
                  <a:pt x="5068" y="1132"/>
                </a:lnTo>
                <a:lnTo>
                  <a:pt x="5069" y="1132"/>
                </a:lnTo>
                <a:lnTo>
                  <a:pt x="5069" y="1133"/>
                </a:lnTo>
                <a:lnTo>
                  <a:pt x="5069" y="1134"/>
                </a:lnTo>
                <a:lnTo>
                  <a:pt x="5069" y="1135"/>
                </a:lnTo>
                <a:lnTo>
                  <a:pt x="5068" y="1135"/>
                </a:lnTo>
                <a:lnTo>
                  <a:pt x="5068" y="1136"/>
                </a:lnTo>
                <a:lnTo>
                  <a:pt x="5068" y="1137"/>
                </a:lnTo>
                <a:lnTo>
                  <a:pt x="5067" y="1137"/>
                </a:lnTo>
                <a:lnTo>
                  <a:pt x="5068" y="1137"/>
                </a:lnTo>
                <a:lnTo>
                  <a:pt x="5068" y="1138"/>
                </a:lnTo>
                <a:lnTo>
                  <a:pt x="5067" y="1138"/>
                </a:lnTo>
                <a:lnTo>
                  <a:pt x="5066" y="1138"/>
                </a:lnTo>
                <a:lnTo>
                  <a:pt x="5066" y="1139"/>
                </a:lnTo>
                <a:lnTo>
                  <a:pt x="5065" y="1139"/>
                </a:lnTo>
                <a:lnTo>
                  <a:pt x="5064" y="1139"/>
                </a:lnTo>
                <a:lnTo>
                  <a:pt x="5063" y="1139"/>
                </a:lnTo>
                <a:lnTo>
                  <a:pt x="5063" y="1138"/>
                </a:lnTo>
                <a:lnTo>
                  <a:pt x="5062" y="1138"/>
                </a:lnTo>
                <a:lnTo>
                  <a:pt x="5062" y="1139"/>
                </a:lnTo>
                <a:lnTo>
                  <a:pt x="5061" y="1139"/>
                </a:lnTo>
                <a:lnTo>
                  <a:pt x="5060" y="1139"/>
                </a:lnTo>
                <a:lnTo>
                  <a:pt x="5060" y="1138"/>
                </a:lnTo>
                <a:lnTo>
                  <a:pt x="5059" y="1138"/>
                </a:lnTo>
                <a:lnTo>
                  <a:pt x="5058" y="1137"/>
                </a:lnTo>
                <a:lnTo>
                  <a:pt x="5058" y="1136"/>
                </a:lnTo>
                <a:lnTo>
                  <a:pt x="5057" y="1136"/>
                </a:lnTo>
                <a:lnTo>
                  <a:pt x="5056" y="1137"/>
                </a:lnTo>
                <a:lnTo>
                  <a:pt x="5055" y="1137"/>
                </a:lnTo>
                <a:lnTo>
                  <a:pt x="5055" y="1138"/>
                </a:lnTo>
                <a:lnTo>
                  <a:pt x="5056" y="1138"/>
                </a:lnTo>
                <a:lnTo>
                  <a:pt x="5056" y="1137"/>
                </a:lnTo>
                <a:lnTo>
                  <a:pt x="5057" y="1137"/>
                </a:lnTo>
                <a:lnTo>
                  <a:pt x="5057" y="1138"/>
                </a:lnTo>
                <a:lnTo>
                  <a:pt x="5057" y="1139"/>
                </a:lnTo>
                <a:lnTo>
                  <a:pt x="5056" y="1139"/>
                </a:lnTo>
                <a:lnTo>
                  <a:pt x="5056" y="1140"/>
                </a:lnTo>
                <a:lnTo>
                  <a:pt x="5056" y="1141"/>
                </a:lnTo>
                <a:lnTo>
                  <a:pt x="5055" y="1141"/>
                </a:lnTo>
                <a:lnTo>
                  <a:pt x="5054" y="1140"/>
                </a:lnTo>
                <a:lnTo>
                  <a:pt x="5054" y="1141"/>
                </a:lnTo>
                <a:lnTo>
                  <a:pt x="5054" y="1142"/>
                </a:lnTo>
                <a:lnTo>
                  <a:pt x="5053" y="1142"/>
                </a:lnTo>
                <a:lnTo>
                  <a:pt x="5053" y="1143"/>
                </a:lnTo>
                <a:lnTo>
                  <a:pt x="5052" y="1143"/>
                </a:lnTo>
                <a:lnTo>
                  <a:pt x="5053" y="1143"/>
                </a:lnTo>
                <a:lnTo>
                  <a:pt x="5054" y="1143"/>
                </a:lnTo>
                <a:lnTo>
                  <a:pt x="5054" y="1144"/>
                </a:lnTo>
                <a:lnTo>
                  <a:pt x="5053" y="1144"/>
                </a:lnTo>
                <a:lnTo>
                  <a:pt x="5052" y="1144"/>
                </a:lnTo>
                <a:lnTo>
                  <a:pt x="5052" y="1145"/>
                </a:lnTo>
                <a:lnTo>
                  <a:pt x="5052" y="1146"/>
                </a:lnTo>
                <a:lnTo>
                  <a:pt x="5051" y="1146"/>
                </a:lnTo>
                <a:lnTo>
                  <a:pt x="5051" y="1145"/>
                </a:lnTo>
                <a:lnTo>
                  <a:pt x="5051" y="1146"/>
                </a:lnTo>
                <a:lnTo>
                  <a:pt x="5050" y="1146"/>
                </a:lnTo>
                <a:lnTo>
                  <a:pt x="5050" y="1145"/>
                </a:lnTo>
                <a:lnTo>
                  <a:pt x="5050" y="1144"/>
                </a:lnTo>
                <a:lnTo>
                  <a:pt x="5049" y="1143"/>
                </a:lnTo>
                <a:lnTo>
                  <a:pt x="5048" y="1143"/>
                </a:lnTo>
                <a:lnTo>
                  <a:pt x="5048" y="1142"/>
                </a:lnTo>
                <a:lnTo>
                  <a:pt x="5047" y="1142"/>
                </a:lnTo>
                <a:lnTo>
                  <a:pt x="5047" y="1141"/>
                </a:lnTo>
                <a:lnTo>
                  <a:pt x="5047" y="1140"/>
                </a:lnTo>
                <a:lnTo>
                  <a:pt x="5046" y="1140"/>
                </a:lnTo>
                <a:lnTo>
                  <a:pt x="5045" y="1140"/>
                </a:lnTo>
                <a:lnTo>
                  <a:pt x="5044" y="1140"/>
                </a:lnTo>
                <a:lnTo>
                  <a:pt x="5043" y="1140"/>
                </a:lnTo>
                <a:lnTo>
                  <a:pt x="5043" y="1139"/>
                </a:lnTo>
                <a:lnTo>
                  <a:pt x="5043" y="1138"/>
                </a:lnTo>
                <a:lnTo>
                  <a:pt x="5042" y="1138"/>
                </a:lnTo>
                <a:lnTo>
                  <a:pt x="5042" y="1137"/>
                </a:lnTo>
                <a:lnTo>
                  <a:pt x="5041" y="1138"/>
                </a:lnTo>
                <a:lnTo>
                  <a:pt x="5041" y="1139"/>
                </a:lnTo>
                <a:lnTo>
                  <a:pt x="5040" y="1139"/>
                </a:lnTo>
                <a:lnTo>
                  <a:pt x="5040" y="1138"/>
                </a:lnTo>
                <a:lnTo>
                  <a:pt x="5039" y="1138"/>
                </a:lnTo>
                <a:lnTo>
                  <a:pt x="5038" y="1137"/>
                </a:lnTo>
                <a:lnTo>
                  <a:pt x="5037" y="1137"/>
                </a:lnTo>
                <a:lnTo>
                  <a:pt x="5037" y="1138"/>
                </a:lnTo>
                <a:lnTo>
                  <a:pt x="5037" y="1139"/>
                </a:lnTo>
                <a:lnTo>
                  <a:pt x="5037" y="1140"/>
                </a:lnTo>
                <a:lnTo>
                  <a:pt x="5036" y="1140"/>
                </a:lnTo>
                <a:lnTo>
                  <a:pt x="5036" y="1139"/>
                </a:lnTo>
                <a:lnTo>
                  <a:pt x="5035" y="1139"/>
                </a:lnTo>
                <a:lnTo>
                  <a:pt x="5034" y="1139"/>
                </a:lnTo>
                <a:lnTo>
                  <a:pt x="5035" y="1138"/>
                </a:lnTo>
                <a:lnTo>
                  <a:pt x="5035" y="1137"/>
                </a:lnTo>
                <a:lnTo>
                  <a:pt x="5035" y="1136"/>
                </a:lnTo>
                <a:lnTo>
                  <a:pt x="5034" y="1136"/>
                </a:lnTo>
                <a:lnTo>
                  <a:pt x="5033" y="1137"/>
                </a:lnTo>
                <a:lnTo>
                  <a:pt x="5032" y="1137"/>
                </a:lnTo>
                <a:lnTo>
                  <a:pt x="5032" y="1138"/>
                </a:lnTo>
                <a:lnTo>
                  <a:pt x="5033" y="1138"/>
                </a:lnTo>
                <a:lnTo>
                  <a:pt x="5033" y="1139"/>
                </a:lnTo>
                <a:lnTo>
                  <a:pt x="5034" y="1139"/>
                </a:lnTo>
                <a:lnTo>
                  <a:pt x="5034" y="1140"/>
                </a:lnTo>
                <a:lnTo>
                  <a:pt x="5033" y="1140"/>
                </a:lnTo>
                <a:lnTo>
                  <a:pt x="5034" y="1141"/>
                </a:lnTo>
                <a:lnTo>
                  <a:pt x="5033" y="1141"/>
                </a:lnTo>
                <a:lnTo>
                  <a:pt x="5032" y="1140"/>
                </a:lnTo>
                <a:lnTo>
                  <a:pt x="5032" y="1139"/>
                </a:lnTo>
                <a:lnTo>
                  <a:pt x="5031" y="1139"/>
                </a:lnTo>
                <a:lnTo>
                  <a:pt x="5031" y="1140"/>
                </a:lnTo>
                <a:lnTo>
                  <a:pt x="5030" y="1140"/>
                </a:lnTo>
                <a:lnTo>
                  <a:pt x="5030" y="1139"/>
                </a:lnTo>
                <a:lnTo>
                  <a:pt x="5030" y="1140"/>
                </a:lnTo>
                <a:lnTo>
                  <a:pt x="5030" y="1141"/>
                </a:lnTo>
                <a:lnTo>
                  <a:pt x="5029" y="1141"/>
                </a:lnTo>
                <a:lnTo>
                  <a:pt x="5029" y="1142"/>
                </a:lnTo>
                <a:lnTo>
                  <a:pt x="5030" y="1142"/>
                </a:lnTo>
                <a:lnTo>
                  <a:pt x="5031" y="1143"/>
                </a:lnTo>
                <a:lnTo>
                  <a:pt x="5031" y="1144"/>
                </a:lnTo>
                <a:lnTo>
                  <a:pt x="5030" y="1143"/>
                </a:lnTo>
                <a:lnTo>
                  <a:pt x="5029" y="1143"/>
                </a:lnTo>
                <a:lnTo>
                  <a:pt x="5029" y="1144"/>
                </a:lnTo>
                <a:lnTo>
                  <a:pt x="5028" y="1144"/>
                </a:lnTo>
                <a:lnTo>
                  <a:pt x="5027" y="1144"/>
                </a:lnTo>
                <a:lnTo>
                  <a:pt x="5027" y="1143"/>
                </a:lnTo>
                <a:lnTo>
                  <a:pt x="5026" y="1143"/>
                </a:lnTo>
                <a:lnTo>
                  <a:pt x="5026" y="1144"/>
                </a:lnTo>
                <a:lnTo>
                  <a:pt x="5026" y="1145"/>
                </a:lnTo>
                <a:lnTo>
                  <a:pt x="5025" y="1145"/>
                </a:lnTo>
                <a:lnTo>
                  <a:pt x="5025" y="1144"/>
                </a:lnTo>
                <a:lnTo>
                  <a:pt x="5024" y="1144"/>
                </a:lnTo>
                <a:lnTo>
                  <a:pt x="5023" y="1145"/>
                </a:lnTo>
                <a:lnTo>
                  <a:pt x="5023" y="1146"/>
                </a:lnTo>
                <a:lnTo>
                  <a:pt x="5022" y="1146"/>
                </a:lnTo>
                <a:lnTo>
                  <a:pt x="5022" y="1147"/>
                </a:lnTo>
                <a:lnTo>
                  <a:pt x="5023" y="1147"/>
                </a:lnTo>
                <a:lnTo>
                  <a:pt x="5023" y="1148"/>
                </a:lnTo>
                <a:lnTo>
                  <a:pt x="5024" y="1148"/>
                </a:lnTo>
                <a:lnTo>
                  <a:pt x="5025" y="1148"/>
                </a:lnTo>
                <a:lnTo>
                  <a:pt x="5025" y="1149"/>
                </a:lnTo>
                <a:lnTo>
                  <a:pt x="5025" y="1150"/>
                </a:lnTo>
                <a:lnTo>
                  <a:pt x="5024" y="1150"/>
                </a:lnTo>
                <a:lnTo>
                  <a:pt x="5024" y="1151"/>
                </a:lnTo>
                <a:lnTo>
                  <a:pt x="5023" y="1151"/>
                </a:lnTo>
                <a:lnTo>
                  <a:pt x="5022" y="1151"/>
                </a:lnTo>
                <a:lnTo>
                  <a:pt x="5022" y="1150"/>
                </a:lnTo>
                <a:lnTo>
                  <a:pt x="5021" y="1150"/>
                </a:lnTo>
                <a:lnTo>
                  <a:pt x="5020" y="1150"/>
                </a:lnTo>
                <a:lnTo>
                  <a:pt x="5020" y="1151"/>
                </a:lnTo>
                <a:lnTo>
                  <a:pt x="5019" y="1151"/>
                </a:lnTo>
                <a:lnTo>
                  <a:pt x="5020" y="1151"/>
                </a:lnTo>
                <a:lnTo>
                  <a:pt x="5021" y="1151"/>
                </a:lnTo>
                <a:lnTo>
                  <a:pt x="5021" y="1152"/>
                </a:lnTo>
                <a:lnTo>
                  <a:pt x="5022" y="1152"/>
                </a:lnTo>
                <a:lnTo>
                  <a:pt x="5022" y="1151"/>
                </a:lnTo>
                <a:lnTo>
                  <a:pt x="5023" y="1151"/>
                </a:lnTo>
                <a:lnTo>
                  <a:pt x="5023" y="1152"/>
                </a:lnTo>
                <a:lnTo>
                  <a:pt x="5022" y="1152"/>
                </a:lnTo>
                <a:lnTo>
                  <a:pt x="5021" y="1153"/>
                </a:lnTo>
                <a:lnTo>
                  <a:pt x="5020" y="1153"/>
                </a:lnTo>
                <a:lnTo>
                  <a:pt x="5020" y="1154"/>
                </a:lnTo>
                <a:lnTo>
                  <a:pt x="5021" y="1154"/>
                </a:lnTo>
                <a:lnTo>
                  <a:pt x="5022" y="1154"/>
                </a:lnTo>
                <a:lnTo>
                  <a:pt x="5023" y="1154"/>
                </a:lnTo>
                <a:lnTo>
                  <a:pt x="5022" y="1154"/>
                </a:lnTo>
                <a:lnTo>
                  <a:pt x="5022" y="1155"/>
                </a:lnTo>
                <a:lnTo>
                  <a:pt x="5022" y="1156"/>
                </a:lnTo>
                <a:lnTo>
                  <a:pt x="5021" y="1156"/>
                </a:lnTo>
                <a:lnTo>
                  <a:pt x="5020" y="1156"/>
                </a:lnTo>
                <a:lnTo>
                  <a:pt x="5019" y="1156"/>
                </a:lnTo>
                <a:lnTo>
                  <a:pt x="5018" y="1156"/>
                </a:lnTo>
                <a:lnTo>
                  <a:pt x="5018" y="1157"/>
                </a:lnTo>
                <a:lnTo>
                  <a:pt x="5018" y="1158"/>
                </a:lnTo>
                <a:lnTo>
                  <a:pt x="5018" y="1159"/>
                </a:lnTo>
                <a:lnTo>
                  <a:pt x="5019" y="1159"/>
                </a:lnTo>
                <a:lnTo>
                  <a:pt x="5019" y="1158"/>
                </a:lnTo>
                <a:lnTo>
                  <a:pt x="5020" y="1158"/>
                </a:lnTo>
                <a:lnTo>
                  <a:pt x="5021" y="1159"/>
                </a:lnTo>
                <a:lnTo>
                  <a:pt x="5020" y="1159"/>
                </a:lnTo>
                <a:lnTo>
                  <a:pt x="5020" y="1160"/>
                </a:lnTo>
                <a:lnTo>
                  <a:pt x="5020" y="1161"/>
                </a:lnTo>
                <a:lnTo>
                  <a:pt x="5021" y="1161"/>
                </a:lnTo>
                <a:lnTo>
                  <a:pt x="5022" y="1161"/>
                </a:lnTo>
                <a:lnTo>
                  <a:pt x="5022" y="1162"/>
                </a:lnTo>
                <a:lnTo>
                  <a:pt x="5021" y="1162"/>
                </a:lnTo>
                <a:lnTo>
                  <a:pt x="5020" y="1162"/>
                </a:lnTo>
                <a:lnTo>
                  <a:pt x="5019" y="1162"/>
                </a:lnTo>
                <a:lnTo>
                  <a:pt x="5019" y="1163"/>
                </a:lnTo>
                <a:lnTo>
                  <a:pt x="5019" y="1164"/>
                </a:lnTo>
                <a:lnTo>
                  <a:pt x="5018" y="1164"/>
                </a:lnTo>
                <a:lnTo>
                  <a:pt x="5017" y="1164"/>
                </a:lnTo>
                <a:lnTo>
                  <a:pt x="5016" y="1164"/>
                </a:lnTo>
                <a:lnTo>
                  <a:pt x="5016" y="1165"/>
                </a:lnTo>
                <a:lnTo>
                  <a:pt x="5017" y="1165"/>
                </a:lnTo>
                <a:lnTo>
                  <a:pt x="5017" y="1166"/>
                </a:lnTo>
                <a:lnTo>
                  <a:pt x="5015" y="1166"/>
                </a:lnTo>
                <a:lnTo>
                  <a:pt x="5014" y="1166"/>
                </a:lnTo>
                <a:lnTo>
                  <a:pt x="5014" y="1167"/>
                </a:lnTo>
                <a:lnTo>
                  <a:pt x="5014" y="1168"/>
                </a:lnTo>
                <a:lnTo>
                  <a:pt x="5013" y="1168"/>
                </a:lnTo>
                <a:lnTo>
                  <a:pt x="5012" y="1168"/>
                </a:lnTo>
                <a:lnTo>
                  <a:pt x="5013" y="1168"/>
                </a:lnTo>
                <a:lnTo>
                  <a:pt x="5012" y="1168"/>
                </a:lnTo>
                <a:lnTo>
                  <a:pt x="5012" y="1169"/>
                </a:lnTo>
                <a:lnTo>
                  <a:pt x="5011" y="1168"/>
                </a:lnTo>
                <a:lnTo>
                  <a:pt x="5010" y="1169"/>
                </a:lnTo>
                <a:lnTo>
                  <a:pt x="5010" y="1168"/>
                </a:lnTo>
                <a:lnTo>
                  <a:pt x="5009" y="1168"/>
                </a:lnTo>
                <a:lnTo>
                  <a:pt x="5009" y="1167"/>
                </a:lnTo>
                <a:lnTo>
                  <a:pt x="5008" y="1167"/>
                </a:lnTo>
                <a:lnTo>
                  <a:pt x="5008" y="1168"/>
                </a:lnTo>
                <a:lnTo>
                  <a:pt x="5009" y="1168"/>
                </a:lnTo>
                <a:lnTo>
                  <a:pt x="5009" y="1169"/>
                </a:lnTo>
                <a:lnTo>
                  <a:pt x="5008" y="1169"/>
                </a:lnTo>
                <a:lnTo>
                  <a:pt x="5007" y="1169"/>
                </a:lnTo>
                <a:lnTo>
                  <a:pt x="5006" y="1169"/>
                </a:lnTo>
                <a:lnTo>
                  <a:pt x="5005" y="1169"/>
                </a:lnTo>
                <a:lnTo>
                  <a:pt x="5005" y="1170"/>
                </a:lnTo>
                <a:lnTo>
                  <a:pt x="5006" y="1171"/>
                </a:lnTo>
                <a:lnTo>
                  <a:pt x="5005" y="1171"/>
                </a:lnTo>
                <a:lnTo>
                  <a:pt x="5005" y="1172"/>
                </a:lnTo>
                <a:lnTo>
                  <a:pt x="5004" y="1173"/>
                </a:lnTo>
                <a:lnTo>
                  <a:pt x="5003" y="1173"/>
                </a:lnTo>
                <a:lnTo>
                  <a:pt x="5002" y="1174"/>
                </a:lnTo>
                <a:lnTo>
                  <a:pt x="5002" y="1173"/>
                </a:lnTo>
                <a:lnTo>
                  <a:pt x="5001" y="1173"/>
                </a:lnTo>
                <a:lnTo>
                  <a:pt x="5000" y="1174"/>
                </a:lnTo>
                <a:lnTo>
                  <a:pt x="4999" y="1174"/>
                </a:lnTo>
                <a:lnTo>
                  <a:pt x="4999" y="1173"/>
                </a:lnTo>
                <a:lnTo>
                  <a:pt x="4998" y="1174"/>
                </a:lnTo>
                <a:lnTo>
                  <a:pt x="4997" y="1174"/>
                </a:lnTo>
                <a:lnTo>
                  <a:pt x="4997" y="1175"/>
                </a:lnTo>
                <a:lnTo>
                  <a:pt x="4997" y="1176"/>
                </a:lnTo>
                <a:lnTo>
                  <a:pt x="4997" y="1177"/>
                </a:lnTo>
                <a:lnTo>
                  <a:pt x="4998" y="1177"/>
                </a:lnTo>
                <a:lnTo>
                  <a:pt x="4998" y="1178"/>
                </a:lnTo>
                <a:lnTo>
                  <a:pt x="4998" y="1179"/>
                </a:lnTo>
                <a:lnTo>
                  <a:pt x="4997" y="1179"/>
                </a:lnTo>
                <a:lnTo>
                  <a:pt x="4997" y="1180"/>
                </a:lnTo>
                <a:lnTo>
                  <a:pt x="4996" y="1180"/>
                </a:lnTo>
                <a:lnTo>
                  <a:pt x="4996" y="1181"/>
                </a:lnTo>
                <a:lnTo>
                  <a:pt x="4995" y="1182"/>
                </a:lnTo>
                <a:lnTo>
                  <a:pt x="4994" y="1182"/>
                </a:lnTo>
                <a:lnTo>
                  <a:pt x="4994" y="1181"/>
                </a:lnTo>
                <a:lnTo>
                  <a:pt x="4993" y="1181"/>
                </a:lnTo>
                <a:lnTo>
                  <a:pt x="4992" y="1181"/>
                </a:lnTo>
                <a:lnTo>
                  <a:pt x="4992" y="1180"/>
                </a:lnTo>
                <a:lnTo>
                  <a:pt x="4991" y="1180"/>
                </a:lnTo>
                <a:lnTo>
                  <a:pt x="4990" y="1180"/>
                </a:lnTo>
                <a:lnTo>
                  <a:pt x="4989" y="1180"/>
                </a:lnTo>
                <a:lnTo>
                  <a:pt x="4988" y="1180"/>
                </a:lnTo>
                <a:lnTo>
                  <a:pt x="4987" y="1180"/>
                </a:lnTo>
                <a:lnTo>
                  <a:pt x="4987" y="1179"/>
                </a:lnTo>
                <a:lnTo>
                  <a:pt x="4986" y="1179"/>
                </a:lnTo>
                <a:lnTo>
                  <a:pt x="4985" y="1179"/>
                </a:lnTo>
                <a:lnTo>
                  <a:pt x="4983" y="1179"/>
                </a:lnTo>
                <a:lnTo>
                  <a:pt x="4982" y="1179"/>
                </a:lnTo>
                <a:lnTo>
                  <a:pt x="4981" y="1180"/>
                </a:lnTo>
                <a:lnTo>
                  <a:pt x="4981" y="1179"/>
                </a:lnTo>
                <a:lnTo>
                  <a:pt x="4980" y="1179"/>
                </a:lnTo>
                <a:lnTo>
                  <a:pt x="4980" y="1178"/>
                </a:lnTo>
                <a:lnTo>
                  <a:pt x="4979" y="1178"/>
                </a:lnTo>
                <a:lnTo>
                  <a:pt x="4978" y="1178"/>
                </a:lnTo>
                <a:lnTo>
                  <a:pt x="4978" y="1179"/>
                </a:lnTo>
                <a:lnTo>
                  <a:pt x="4977" y="1179"/>
                </a:lnTo>
                <a:lnTo>
                  <a:pt x="4976" y="1179"/>
                </a:lnTo>
                <a:lnTo>
                  <a:pt x="4976" y="1180"/>
                </a:lnTo>
                <a:lnTo>
                  <a:pt x="4975" y="1180"/>
                </a:lnTo>
                <a:lnTo>
                  <a:pt x="4975" y="1181"/>
                </a:lnTo>
                <a:lnTo>
                  <a:pt x="4974" y="1181"/>
                </a:lnTo>
                <a:lnTo>
                  <a:pt x="4973" y="1182"/>
                </a:lnTo>
                <a:lnTo>
                  <a:pt x="4972" y="1181"/>
                </a:lnTo>
                <a:lnTo>
                  <a:pt x="4971" y="1181"/>
                </a:lnTo>
                <a:lnTo>
                  <a:pt x="4971" y="1180"/>
                </a:lnTo>
                <a:lnTo>
                  <a:pt x="4970" y="1180"/>
                </a:lnTo>
                <a:lnTo>
                  <a:pt x="4969" y="1179"/>
                </a:lnTo>
                <a:lnTo>
                  <a:pt x="4968" y="1179"/>
                </a:lnTo>
                <a:lnTo>
                  <a:pt x="4968" y="1180"/>
                </a:lnTo>
                <a:lnTo>
                  <a:pt x="4967" y="1180"/>
                </a:lnTo>
                <a:lnTo>
                  <a:pt x="4966" y="1179"/>
                </a:lnTo>
                <a:lnTo>
                  <a:pt x="4966" y="1180"/>
                </a:lnTo>
                <a:lnTo>
                  <a:pt x="4965" y="1180"/>
                </a:lnTo>
                <a:lnTo>
                  <a:pt x="4965" y="1181"/>
                </a:lnTo>
                <a:lnTo>
                  <a:pt x="4965" y="1182"/>
                </a:lnTo>
                <a:lnTo>
                  <a:pt x="4964" y="1183"/>
                </a:lnTo>
                <a:lnTo>
                  <a:pt x="4963" y="1183"/>
                </a:lnTo>
                <a:lnTo>
                  <a:pt x="4962" y="1183"/>
                </a:lnTo>
                <a:lnTo>
                  <a:pt x="4961" y="1183"/>
                </a:lnTo>
                <a:lnTo>
                  <a:pt x="4960" y="1183"/>
                </a:lnTo>
                <a:lnTo>
                  <a:pt x="4958" y="1183"/>
                </a:lnTo>
                <a:lnTo>
                  <a:pt x="4957" y="1183"/>
                </a:lnTo>
                <a:lnTo>
                  <a:pt x="4956" y="1183"/>
                </a:lnTo>
                <a:lnTo>
                  <a:pt x="4956" y="1182"/>
                </a:lnTo>
                <a:lnTo>
                  <a:pt x="4955" y="1182"/>
                </a:lnTo>
                <a:lnTo>
                  <a:pt x="4954" y="1182"/>
                </a:lnTo>
                <a:lnTo>
                  <a:pt x="4953" y="1181"/>
                </a:lnTo>
                <a:lnTo>
                  <a:pt x="4952" y="1181"/>
                </a:lnTo>
                <a:lnTo>
                  <a:pt x="4951" y="1181"/>
                </a:lnTo>
                <a:lnTo>
                  <a:pt x="4950" y="1181"/>
                </a:lnTo>
                <a:lnTo>
                  <a:pt x="4938" y="1180"/>
                </a:lnTo>
                <a:lnTo>
                  <a:pt x="4920" y="1181"/>
                </a:lnTo>
                <a:lnTo>
                  <a:pt x="4917" y="1182"/>
                </a:lnTo>
                <a:lnTo>
                  <a:pt x="4914" y="1183"/>
                </a:lnTo>
                <a:lnTo>
                  <a:pt x="4915" y="1184"/>
                </a:lnTo>
                <a:lnTo>
                  <a:pt x="4916" y="1185"/>
                </a:lnTo>
                <a:lnTo>
                  <a:pt x="4917" y="1185"/>
                </a:lnTo>
                <a:lnTo>
                  <a:pt x="4917" y="1186"/>
                </a:lnTo>
                <a:lnTo>
                  <a:pt x="4918" y="1186"/>
                </a:lnTo>
                <a:lnTo>
                  <a:pt x="4920" y="1187"/>
                </a:lnTo>
                <a:lnTo>
                  <a:pt x="4921" y="1188"/>
                </a:lnTo>
                <a:lnTo>
                  <a:pt x="4921" y="1190"/>
                </a:lnTo>
                <a:lnTo>
                  <a:pt x="4921" y="1191"/>
                </a:lnTo>
                <a:lnTo>
                  <a:pt x="4921" y="1192"/>
                </a:lnTo>
                <a:lnTo>
                  <a:pt x="4921" y="1193"/>
                </a:lnTo>
                <a:lnTo>
                  <a:pt x="4922" y="1193"/>
                </a:lnTo>
                <a:lnTo>
                  <a:pt x="4922" y="1194"/>
                </a:lnTo>
                <a:lnTo>
                  <a:pt x="4922" y="1195"/>
                </a:lnTo>
                <a:lnTo>
                  <a:pt x="4921" y="1195"/>
                </a:lnTo>
                <a:lnTo>
                  <a:pt x="4921" y="1196"/>
                </a:lnTo>
                <a:lnTo>
                  <a:pt x="4921" y="1197"/>
                </a:lnTo>
                <a:lnTo>
                  <a:pt x="4921" y="1198"/>
                </a:lnTo>
                <a:lnTo>
                  <a:pt x="4921" y="1199"/>
                </a:lnTo>
                <a:lnTo>
                  <a:pt x="4921" y="1200"/>
                </a:lnTo>
                <a:lnTo>
                  <a:pt x="4921" y="1202"/>
                </a:lnTo>
                <a:lnTo>
                  <a:pt x="4922" y="1202"/>
                </a:lnTo>
                <a:lnTo>
                  <a:pt x="4922" y="1203"/>
                </a:lnTo>
                <a:lnTo>
                  <a:pt x="4921" y="1203"/>
                </a:lnTo>
                <a:lnTo>
                  <a:pt x="4922" y="1204"/>
                </a:lnTo>
                <a:lnTo>
                  <a:pt x="4923" y="1205"/>
                </a:lnTo>
                <a:lnTo>
                  <a:pt x="4924" y="1205"/>
                </a:lnTo>
                <a:lnTo>
                  <a:pt x="4924" y="1206"/>
                </a:lnTo>
                <a:lnTo>
                  <a:pt x="4924" y="1207"/>
                </a:lnTo>
                <a:lnTo>
                  <a:pt x="4925" y="1208"/>
                </a:lnTo>
                <a:lnTo>
                  <a:pt x="4925" y="1209"/>
                </a:lnTo>
                <a:lnTo>
                  <a:pt x="4925" y="1210"/>
                </a:lnTo>
                <a:lnTo>
                  <a:pt x="4926" y="1211"/>
                </a:lnTo>
                <a:lnTo>
                  <a:pt x="4927" y="1212"/>
                </a:lnTo>
                <a:lnTo>
                  <a:pt x="4928" y="1212"/>
                </a:lnTo>
                <a:lnTo>
                  <a:pt x="4929" y="1213"/>
                </a:lnTo>
                <a:lnTo>
                  <a:pt x="4930" y="1214"/>
                </a:lnTo>
                <a:lnTo>
                  <a:pt x="4930" y="1215"/>
                </a:lnTo>
                <a:lnTo>
                  <a:pt x="4931" y="1215"/>
                </a:lnTo>
                <a:lnTo>
                  <a:pt x="4931" y="1216"/>
                </a:lnTo>
                <a:lnTo>
                  <a:pt x="4932" y="1216"/>
                </a:lnTo>
                <a:lnTo>
                  <a:pt x="4933" y="1216"/>
                </a:lnTo>
                <a:lnTo>
                  <a:pt x="4933" y="1215"/>
                </a:lnTo>
                <a:lnTo>
                  <a:pt x="4934" y="1216"/>
                </a:lnTo>
                <a:lnTo>
                  <a:pt x="4935" y="1216"/>
                </a:lnTo>
                <a:lnTo>
                  <a:pt x="4935" y="1217"/>
                </a:lnTo>
                <a:lnTo>
                  <a:pt x="4936" y="1217"/>
                </a:lnTo>
                <a:lnTo>
                  <a:pt x="4936" y="1218"/>
                </a:lnTo>
                <a:lnTo>
                  <a:pt x="4936" y="1219"/>
                </a:lnTo>
                <a:lnTo>
                  <a:pt x="4937" y="1219"/>
                </a:lnTo>
                <a:lnTo>
                  <a:pt x="4937" y="1220"/>
                </a:lnTo>
                <a:lnTo>
                  <a:pt x="4938" y="1221"/>
                </a:lnTo>
                <a:lnTo>
                  <a:pt x="4939" y="1221"/>
                </a:lnTo>
                <a:lnTo>
                  <a:pt x="4939" y="1222"/>
                </a:lnTo>
                <a:lnTo>
                  <a:pt x="4938" y="1222"/>
                </a:lnTo>
                <a:lnTo>
                  <a:pt x="4938" y="1223"/>
                </a:lnTo>
                <a:lnTo>
                  <a:pt x="4939" y="1223"/>
                </a:lnTo>
                <a:lnTo>
                  <a:pt x="4939" y="1224"/>
                </a:lnTo>
                <a:lnTo>
                  <a:pt x="4939" y="1223"/>
                </a:lnTo>
                <a:lnTo>
                  <a:pt x="4940" y="1223"/>
                </a:lnTo>
                <a:lnTo>
                  <a:pt x="4940" y="1224"/>
                </a:lnTo>
                <a:lnTo>
                  <a:pt x="4939" y="1224"/>
                </a:lnTo>
                <a:lnTo>
                  <a:pt x="4940" y="1224"/>
                </a:lnTo>
                <a:lnTo>
                  <a:pt x="4940" y="1225"/>
                </a:lnTo>
                <a:lnTo>
                  <a:pt x="4940" y="1226"/>
                </a:lnTo>
                <a:lnTo>
                  <a:pt x="4940" y="1227"/>
                </a:lnTo>
                <a:lnTo>
                  <a:pt x="4939" y="1227"/>
                </a:lnTo>
                <a:lnTo>
                  <a:pt x="4938" y="1228"/>
                </a:lnTo>
                <a:lnTo>
                  <a:pt x="4938" y="1229"/>
                </a:lnTo>
                <a:lnTo>
                  <a:pt x="4939" y="1230"/>
                </a:lnTo>
                <a:lnTo>
                  <a:pt x="4938" y="1230"/>
                </a:lnTo>
                <a:lnTo>
                  <a:pt x="4938" y="1231"/>
                </a:lnTo>
                <a:lnTo>
                  <a:pt x="4938" y="1230"/>
                </a:lnTo>
                <a:lnTo>
                  <a:pt x="4937" y="1230"/>
                </a:lnTo>
                <a:lnTo>
                  <a:pt x="4937" y="1231"/>
                </a:lnTo>
                <a:lnTo>
                  <a:pt x="4937" y="1232"/>
                </a:lnTo>
                <a:lnTo>
                  <a:pt x="4936" y="1233"/>
                </a:lnTo>
                <a:lnTo>
                  <a:pt x="4935" y="1233"/>
                </a:lnTo>
                <a:lnTo>
                  <a:pt x="4935" y="1234"/>
                </a:lnTo>
                <a:lnTo>
                  <a:pt x="4934" y="1234"/>
                </a:lnTo>
                <a:lnTo>
                  <a:pt x="4933" y="1234"/>
                </a:lnTo>
                <a:lnTo>
                  <a:pt x="4933" y="1235"/>
                </a:lnTo>
                <a:lnTo>
                  <a:pt x="4934" y="1235"/>
                </a:lnTo>
                <a:lnTo>
                  <a:pt x="4934" y="1236"/>
                </a:lnTo>
                <a:lnTo>
                  <a:pt x="4933" y="1236"/>
                </a:lnTo>
                <a:lnTo>
                  <a:pt x="4933" y="1237"/>
                </a:lnTo>
                <a:lnTo>
                  <a:pt x="4933" y="1238"/>
                </a:lnTo>
                <a:lnTo>
                  <a:pt x="4933" y="1239"/>
                </a:lnTo>
                <a:lnTo>
                  <a:pt x="4934" y="1239"/>
                </a:lnTo>
                <a:lnTo>
                  <a:pt x="4933" y="1240"/>
                </a:lnTo>
                <a:lnTo>
                  <a:pt x="4932" y="1240"/>
                </a:lnTo>
                <a:lnTo>
                  <a:pt x="4931" y="1240"/>
                </a:lnTo>
                <a:lnTo>
                  <a:pt x="4931" y="1241"/>
                </a:lnTo>
                <a:lnTo>
                  <a:pt x="4931" y="1243"/>
                </a:lnTo>
                <a:lnTo>
                  <a:pt x="4930" y="1243"/>
                </a:lnTo>
                <a:lnTo>
                  <a:pt x="4929" y="1243"/>
                </a:lnTo>
                <a:lnTo>
                  <a:pt x="4928" y="1243"/>
                </a:lnTo>
                <a:lnTo>
                  <a:pt x="4927" y="1244"/>
                </a:lnTo>
                <a:lnTo>
                  <a:pt x="4927" y="1245"/>
                </a:lnTo>
                <a:lnTo>
                  <a:pt x="4926" y="1245"/>
                </a:lnTo>
                <a:lnTo>
                  <a:pt x="4926" y="1246"/>
                </a:lnTo>
                <a:lnTo>
                  <a:pt x="4925" y="1246"/>
                </a:lnTo>
                <a:lnTo>
                  <a:pt x="4924" y="1246"/>
                </a:lnTo>
                <a:lnTo>
                  <a:pt x="4923" y="1246"/>
                </a:lnTo>
                <a:lnTo>
                  <a:pt x="4923" y="1247"/>
                </a:lnTo>
                <a:lnTo>
                  <a:pt x="4922" y="1248"/>
                </a:lnTo>
                <a:lnTo>
                  <a:pt x="4921" y="1248"/>
                </a:lnTo>
                <a:lnTo>
                  <a:pt x="4921" y="1247"/>
                </a:lnTo>
                <a:lnTo>
                  <a:pt x="4920" y="1247"/>
                </a:lnTo>
                <a:lnTo>
                  <a:pt x="4920" y="1246"/>
                </a:lnTo>
                <a:lnTo>
                  <a:pt x="4921" y="1246"/>
                </a:lnTo>
                <a:lnTo>
                  <a:pt x="4921" y="1245"/>
                </a:lnTo>
                <a:lnTo>
                  <a:pt x="4920" y="1245"/>
                </a:lnTo>
                <a:lnTo>
                  <a:pt x="4919" y="1245"/>
                </a:lnTo>
                <a:lnTo>
                  <a:pt x="4919" y="1246"/>
                </a:lnTo>
                <a:lnTo>
                  <a:pt x="4919" y="1247"/>
                </a:lnTo>
                <a:lnTo>
                  <a:pt x="4919" y="1246"/>
                </a:lnTo>
                <a:lnTo>
                  <a:pt x="4918" y="1246"/>
                </a:lnTo>
                <a:lnTo>
                  <a:pt x="4918" y="1245"/>
                </a:lnTo>
                <a:lnTo>
                  <a:pt x="4917" y="1245"/>
                </a:lnTo>
                <a:lnTo>
                  <a:pt x="4916" y="1245"/>
                </a:lnTo>
                <a:lnTo>
                  <a:pt x="4915" y="1245"/>
                </a:lnTo>
                <a:lnTo>
                  <a:pt x="4915" y="1244"/>
                </a:lnTo>
                <a:lnTo>
                  <a:pt x="4915" y="1243"/>
                </a:lnTo>
                <a:lnTo>
                  <a:pt x="4916" y="1243"/>
                </a:lnTo>
                <a:lnTo>
                  <a:pt x="4915" y="1242"/>
                </a:lnTo>
                <a:lnTo>
                  <a:pt x="4915" y="1243"/>
                </a:lnTo>
                <a:lnTo>
                  <a:pt x="4914" y="1243"/>
                </a:lnTo>
                <a:lnTo>
                  <a:pt x="4913" y="1243"/>
                </a:lnTo>
                <a:lnTo>
                  <a:pt x="4913" y="1242"/>
                </a:lnTo>
                <a:lnTo>
                  <a:pt x="4913" y="1241"/>
                </a:lnTo>
                <a:lnTo>
                  <a:pt x="4912" y="1241"/>
                </a:lnTo>
                <a:lnTo>
                  <a:pt x="4912" y="1242"/>
                </a:lnTo>
                <a:lnTo>
                  <a:pt x="4912" y="1241"/>
                </a:lnTo>
                <a:lnTo>
                  <a:pt x="4913" y="1241"/>
                </a:lnTo>
                <a:lnTo>
                  <a:pt x="4913" y="1240"/>
                </a:lnTo>
                <a:lnTo>
                  <a:pt x="4912" y="1240"/>
                </a:lnTo>
                <a:lnTo>
                  <a:pt x="4911" y="1241"/>
                </a:lnTo>
                <a:lnTo>
                  <a:pt x="4911" y="1242"/>
                </a:lnTo>
                <a:lnTo>
                  <a:pt x="4910" y="1242"/>
                </a:lnTo>
                <a:lnTo>
                  <a:pt x="4910" y="1243"/>
                </a:lnTo>
                <a:lnTo>
                  <a:pt x="4910" y="1242"/>
                </a:lnTo>
                <a:lnTo>
                  <a:pt x="4910" y="1241"/>
                </a:lnTo>
                <a:lnTo>
                  <a:pt x="4909" y="1241"/>
                </a:lnTo>
                <a:lnTo>
                  <a:pt x="4909" y="1240"/>
                </a:lnTo>
                <a:lnTo>
                  <a:pt x="4908" y="1240"/>
                </a:lnTo>
                <a:lnTo>
                  <a:pt x="4908" y="1241"/>
                </a:lnTo>
                <a:lnTo>
                  <a:pt x="4907" y="1241"/>
                </a:lnTo>
                <a:lnTo>
                  <a:pt x="4907" y="1240"/>
                </a:lnTo>
                <a:lnTo>
                  <a:pt x="4907" y="1239"/>
                </a:lnTo>
                <a:lnTo>
                  <a:pt x="4906" y="1239"/>
                </a:lnTo>
                <a:lnTo>
                  <a:pt x="4906" y="1238"/>
                </a:lnTo>
                <a:lnTo>
                  <a:pt x="4905" y="1239"/>
                </a:lnTo>
                <a:lnTo>
                  <a:pt x="4905" y="1240"/>
                </a:lnTo>
                <a:lnTo>
                  <a:pt x="4904" y="1240"/>
                </a:lnTo>
                <a:lnTo>
                  <a:pt x="4904" y="1241"/>
                </a:lnTo>
                <a:lnTo>
                  <a:pt x="4903" y="1241"/>
                </a:lnTo>
                <a:lnTo>
                  <a:pt x="4902" y="1241"/>
                </a:lnTo>
                <a:lnTo>
                  <a:pt x="4902" y="1240"/>
                </a:lnTo>
                <a:lnTo>
                  <a:pt x="4901" y="1240"/>
                </a:lnTo>
                <a:lnTo>
                  <a:pt x="4900" y="1240"/>
                </a:lnTo>
                <a:lnTo>
                  <a:pt x="4900" y="1241"/>
                </a:lnTo>
                <a:lnTo>
                  <a:pt x="4900" y="1242"/>
                </a:lnTo>
                <a:lnTo>
                  <a:pt x="4900" y="1243"/>
                </a:lnTo>
                <a:lnTo>
                  <a:pt x="4901" y="1243"/>
                </a:lnTo>
                <a:lnTo>
                  <a:pt x="4900" y="1244"/>
                </a:lnTo>
                <a:lnTo>
                  <a:pt x="4899" y="1244"/>
                </a:lnTo>
                <a:lnTo>
                  <a:pt x="4899" y="1243"/>
                </a:lnTo>
                <a:lnTo>
                  <a:pt x="4898" y="1243"/>
                </a:lnTo>
                <a:lnTo>
                  <a:pt x="4898" y="1242"/>
                </a:lnTo>
                <a:lnTo>
                  <a:pt x="4897" y="1242"/>
                </a:lnTo>
                <a:lnTo>
                  <a:pt x="4897" y="1243"/>
                </a:lnTo>
                <a:lnTo>
                  <a:pt x="4897" y="1244"/>
                </a:lnTo>
                <a:lnTo>
                  <a:pt x="4896" y="1244"/>
                </a:lnTo>
                <a:lnTo>
                  <a:pt x="4896" y="1243"/>
                </a:lnTo>
                <a:lnTo>
                  <a:pt x="4895" y="1243"/>
                </a:lnTo>
                <a:lnTo>
                  <a:pt x="4895" y="1242"/>
                </a:lnTo>
                <a:lnTo>
                  <a:pt x="4894" y="1242"/>
                </a:lnTo>
                <a:lnTo>
                  <a:pt x="4893" y="1242"/>
                </a:lnTo>
                <a:lnTo>
                  <a:pt x="4893" y="1243"/>
                </a:lnTo>
                <a:lnTo>
                  <a:pt x="4893" y="1244"/>
                </a:lnTo>
                <a:lnTo>
                  <a:pt x="4893" y="1243"/>
                </a:lnTo>
                <a:lnTo>
                  <a:pt x="4892" y="1243"/>
                </a:lnTo>
                <a:lnTo>
                  <a:pt x="4892" y="1242"/>
                </a:lnTo>
                <a:lnTo>
                  <a:pt x="4891" y="1242"/>
                </a:lnTo>
                <a:lnTo>
                  <a:pt x="4890" y="1242"/>
                </a:lnTo>
                <a:lnTo>
                  <a:pt x="4888" y="1242"/>
                </a:lnTo>
                <a:lnTo>
                  <a:pt x="4887" y="1242"/>
                </a:lnTo>
                <a:lnTo>
                  <a:pt x="4885" y="1242"/>
                </a:lnTo>
                <a:lnTo>
                  <a:pt x="4884" y="1242"/>
                </a:lnTo>
                <a:lnTo>
                  <a:pt x="4883" y="1242"/>
                </a:lnTo>
                <a:lnTo>
                  <a:pt x="4883" y="1243"/>
                </a:lnTo>
                <a:lnTo>
                  <a:pt x="4882" y="1243"/>
                </a:lnTo>
                <a:lnTo>
                  <a:pt x="4882" y="1242"/>
                </a:lnTo>
                <a:lnTo>
                  <a:pt x="4881" y="1242"/>
                </a:lnTo>
                <a:lnTo>
                  <a:pt x="4881" y="1241"/>
                </a:lnTo>
                <a:lnTo>
                  <a:pt x="4880" y="1241"/>
                </a:lnTo>
                <a:lnTo>
                  <a:pt x="4880" y="1242"/>
                </a:lnTo>
                <a:lnTo>
                  <a:pt x="4881" y="1243"/>
                </a:lnTo>
                <a:lnTo>
                  <a:pt x="4881" y="1244"/>
                </a:lnTo>
                <a:lnTo>
                  <a:pt x="4880" y="1244"/>
                </a:lnTo>
                <a:lnTo>
                  <a:pt x="4879" y="1243"/>
                </a:lnTo>
                <a:lnTo>
                  <a:pt x="4878" y="1242"/>
                </a:lnTo>
                <a:lnTo>
                  <a:pt x="4878" y="1241"/>
                </a:lnTo>
                <a:lnTo>
                  <a:pt x="4877" y="1241"/>
                </a:lnTo>
                <a:lnTo>
                  <a:pt x="4876" y="1241"/>
                </a:lnTo>
                <a:lnTo>
                  <a:pt x="4875" y="1241"/>
                </a:lnTo>
                <a:lnTo>
                  <a:pt x="4875" y="1242"/>
                </a:lnTo>
                <a:lnTo>
                  <a:pt x="4874" y="1242"/>
                </a:lnTo>
                <a:lnTo>
                  <a:pt x="4873" y="1241"/>
                </a:lnTo>
                <a:lnTo>
                  <a:pt x="4872" y="1241"/>
                </a:lnTo>
                <a:lnTo>
                  <a:pt x="4872" y="1240"/>
                </a:lnTo>
                <a:lnTo>
                  <a:pt x="4871" y="1240"/>
                </a:lnTo>
                <a:lnTo>
                  <a:pt x="4871" y="1239"/>
                </a:lnTo>
                <a:lnTo>
                  <a:pt x="4870" y="1239"/>
                </a:lnTo>
                <a:lnTo>
                  <a:pt x="4870" y="1238"/>
                </a:lnTo>
                <a:lnTo>
                  <a:pt x="4871" y="1237"/>
                </a:lnTo>
                <a:lnTo>
                  <a:pt x="4870" y="1237"/>
                </a:lnTo>
                <a:lnTo>
                  <a:pt x="4869" y="1238"/>
                </a:lnTo>
                <a:lnTo>
                  <a:pt x="4868" y="1238"/>
                </a:lnTo>
                <a:lnTo>
                  <a:pt x="4868" y="1237"/>
                </a:lnTo>
                <a:lnTo>
                  <a:pt x="4867" y="1237"/>
                </a:lnTo>
                <a:lnTo>
                  <a:pt x="4867" y="1236"/>
                </a:lnTo>
                <a:lnTo>
                  <a:pt x="4866" y="1236"/>
                </a:lnTo>
                <a:lnTo>
                  <a:pt x="4866" y="1237"/>
                </a:lnTo>
                <a:lnTo>
                  <a:pt x="4865" y="1237"/>
                </a:lnTo>
                <a:lnTo>
                  <a:pt x="4864" y="1237"/>
                </a:lnTo>
                <a:lnTo>
                  <a:pt x="4865" y="1237"/>
                </a:lnTo>
                <a:lnTo>
                  <a:pt x="4865" y="1236"/>
                </a:lnTo>
                <a:lnTo>
                  <a:pt x="4864" y="1236"/>
                </a:lnTo>
                <a:lnTo>
                  <a:pt x="4863" y="1236"/>
                </a:lnTo>
                <a:lnTo>
                  <a:pt x="4863" y="1237"/>
                </a:lnTo>
                <a:lnTo>
                  <a:pt x="4863" y="1238"/>
                </a:lnTo>
                <a:lnTo>
                  <a:pt x="4864" y="1238"/>
                </a:lnTo>
                <a:lnTo>
                  <a:pt x="4863" y="1238"/>
                </a:lnTo>
                <a:lnTo>
                  <a:pt x="4862" y="1238"/>
                </a:lnTo>
                <a:lnTo>
                  <a:pt x="4861" y="1238"/>
                </a:lnTo>
                <a:lnTo>
                  <a:pt x="4860" y="1238"/>
                </a:lnTo>
                <a:lnTo>
                  <a:pt x="4859" y="1238"/>
                </a:lnTo>
                <a:lnTo>
                  <a:pt x="4858" y="1238"/>
                </a:lnTo>
                <a:lnTo>
                  <a:pt x="4858" y="1237"/>
                </a:lnTo>
                <a:lnTo>
                  <a:pt x="4858" y="1236"/>
                </a:lnTo>
                <a:lnTo>
                  <a:pt x="4857" y="1236"/>
                </a:lnTo>
                <a:lnTo>
                  <a:pt x="4856" y="1236"/>
                </a:lnTo>
                <a:lnTo>
                  <a:pt x="4855" y="1236"/>
                </a:lnTo>
                <a:lnTo>
                  <a:pt x="4854" y="1236"/>
                </a:lnTo>
                <a:lnTo>
                  <a:pt x="4854" y="1237"/>
                </a:lnTo>
                <a:lnTo>
                  <a:pt x="4854" y="1238"/>
                </a:lnTo>
                <a:lnTo>
                  <a:pt x="4853" y="1238"/>
                </a:lnTo>
                <a:lnTo>
                  <a:pt x="4852" y="1238"/>
                </a:lnTo>
                <a:lnTo>
                  <a:pt x="4852" y="1237"/>
                </a:lnTo>
                <a:lnTo>
                  <a:pt x="4851" y="1237"/>
                </a:lnTo>
                <a:lnTo>
                  <a:pt x="4850" y="1237"/>
                </a:lnTo>
                <a:lnTo>
                  <a:pt x="4850" y="1236"/>
                </a:lnTo>
                <a:lnTo>
                  <a:pt x="4848" y="1236"/>
                </a:lnTo>
                <a:lnTo>
                  <a:pt x="4847" y="1236"/>
                </a:lnTo>
                <a:lnTo>
                  <a:pt x="4845" y="1236"/>
                </a:lnTo>
                <a:lnTo>
                  <a:pt x="4844" y="1236"/>
                </a:lnTo>
                <a:lnTo>
                  <a:pt x="4844" y="1235"/>
                </a:lnTo>
                <a:lnTo>
                  <a:pt x="4846" y="1235"/>
                </a:lnTo>
                <a:lnTo>
                  <a:pt x="4847" y="1235"/>
                </a:lnTo>
                <a:lnTo>
                  <a:pt x="4847" y="1234"/>
                </a:lnTo>
                <a:lnTo>
                  <a:pt x="4847" y="1233"/>
                </a:lnTo>
                <a:lnTo>
                  <a:pt x="4846" y="1233"/>
                </a:lnTo>
                <a:lnTo>
                  <a:pt x="4845" y="1233"/>
                </a:lnTo>
                <a:lnTo>
                  <a:pt x="4844" y="1234"/>
                </a:lnTo>
                <a:lnTo>
                  <a:pt x="4843" y="1234"/>
                </a:lnTo>
                <a:lnTo>
                  <a:pt x="4843" y="1233"/>
                </a:lnTo>
                <a:lnTo>
                  <a:pt x="4842" y="1233"/>
                </a:lnTo>
                <a:lnTo>
                  <a:pt x="4843" y="1233"/>
                </a:lnTo>
                <a:lnTo>
                  <a:pt x="4843" y="1232"/>
                </a:lnTo>
                <a:lnTo>
                  <a:pt x="4842" y="1232"/>
                </a:lnTo>
                <a:lnTo>
                  <a:pt x="4841" y="1232"/>
                </a:lnTo>
                <a:lnTo>
                  <a:pt x="4840" y="1232"/>
                </a:lnTo>
                <a:lnTo>
                  <a:pt x="4840" y="1231"/>
                </a:lnTo>
                <a:lnTo>
                  <a:pt x="4841" y="1231"/>
                </a:lnTo>
                <a:lnTo>
                  <a:pt x="4840" y="1231"/>
                </a:lnTo>
                <a:lnTo>
                  <a:pt x="4839" y="1231"/>
                </a:lnTo>
                <a:lnTo>
                  <a:pt x="4838" y="1232"/>
                </a:lnTo>
                <a:lnTo>
                  <a:pt x="4838" y="1231"/>
                </a:lnTo>
                <a:lnTo>
                  <a:pt x="4837" y="1231"/>
                </a:lnTo>
                <a:lnTo>
                  <a:pt x="4837" y="1230"/>
                </a:lnTo>
                <a:lnTo>
                  <a:pt x="4836" y="1230"/>
                </a:lnTo>
                <a:lnTo>
                  <a:pt x="4835" y="1231"/>
                </a:lnTo>
                <a:lnTo>
                  <a:pt x="4834" y="1231"/>
                </a:lnTo>
                <a:lnTo>
                  <a:pt x="4834" y="1230"/>
                </a:lnTo>
                <a:lnTo>
                  <a:pt x="4833" y="1230"/>
                </a:lnTo>
                <a:lnTo>
                  <a:pt x="4832" y="1230"/>
                </a:lnTo>
                <a:lnTo>
                  <a:pt x="4831" y="1230"/>
                </a:lnTo>
                <a:lnTo>
                  <a:pt x="4831" y="1229"/>
                </a:lnTo>
                <a:lnTo>
                  <a:pt x="4832" y="1229"/>
                </a:lnTo>
                <a:lnTo>
                  <a:pt x="4832" y="1228"/>
                </a:lnTo>
                <a:lnTo>
                  <a:pt x="4833" y="1227"/>
                </a:lnTo>
                <a:lnTo>
                  <a:pt x="4834" y="1227"/>
                </a:lnTo>
                <a:lnTo>
                  <a:pt x="4835" y="1227"/>
                </a:lnTo>
                <a:lnTo>
                  <a:pt x="4835" y="1226"/>
                </a:lnTo>
                <a:lnTo>
                  <a:pt x="4834" y="1226"/>
                </a:lnTo>
                <a:lnTo>
                  <a:pt x="4835" y="1225"/>
                </a:lnTo>
                <a:lnTo>
                  <a:pt x="4836" y="1225"/>
                </a:lnTo>
                <a:lnTo>
                  <a:pt x="4838" y="1225"/>
                </a:lnTo>
                <a:lnTo>
                  <a:pt x="4838" y="1224"/>
                </a:lnTo>
                <a:lnTo>
                  <a:pt x="4837" y="1224"/>
                </a:lnTo>
                <a:lnTo>
                  <a:pt x="4836" y="1224"/>
                </a:lnTo>
                <a:lnTo>
                  <a:pt x="4835" y="1224"/>
                </a:lnTo>
                <a:lnTo>
                  <a:pt x="4834" y="1224"/>
                </a:lnTo>
                <a:lnTo>
                  <a:pt x="4833" y="1224"/>
                </a:lnTo>
                <a:lnTo>
                  <a:pt x="4832" y="1223"/>
                </a:lnTo>
                <a:lnTo>
                  <a:pt x="4833" y="1223"/>
                </a:lnTo>
                <a:lnTo>
                  <a:pt x="4833" y="1222"/>
                </a:lnTo>
                <a:lnTo>
                  <a:pt x="4832" y="1221"/>
                </a:lnTo>
                <a:lnTo>
                  <a:pt x="4832" y="1222"/>
                </a:lnTo>
                <a:lnTo>
                  <a:pt x="4831" y="1222"/>
                </a:lnTo>
                <a:lnTo>
                  <a:pt x="4830" y="1222"/>
                </a:lnTo>
                <a:lnTo>
                  <a:pt x="4830" y="1221"/>
                </a:lnTo>
                <a:lnTo>
                  <a:pt x="4831" y="1221"/>
                </a:lnTo>
                <a:lnTo>
                  <a:pt x="4831" y="1220"/>
                </a:lnTo>
                <a:lnTo>
                  <a:pt x="4831" y="1219"/>
                </a:lnTo>
                <a:lnTo>
                  <a:pt x="4830" y="1219"/>
                </a:lnTo>
                <a:lnTo>
                  <a:pt x="4829" y="1219"/>
                </a:lnTo>
                <a:lnTo>
                  <a:pt x="4828" y="1219"/>
                </a:lnTo>
                <a:lnTo>
                  <a:pt x="4828" y="1218"/>
                </a:lnTo>
                <a:lnTo>
                  <a:pt x="4827" y="1218"/>
                </a:lnTo>
                <a:lnTo>
                  <a:pt x="4826" y="1217"/>
                </a:lnTo>
                <a:lnTo>
                  <a:pt x="4825" y="1217"/>
                </a:lnTo>
                <a:lnTo>
                  <a:pt x="4825" y="1216"/>
                </a:lnTo>
                <a:lnTo>
                  <a:pt x="4825" y="1215"/>
                </a:lnTo>
                <a:lnTo>
                  <a:pt x="4826" y="1215"/>
                </a:lnTo>
                <a:lnTo>
                  <a:pt x="4826" y="1214"/>
                </a:lnTo>
                <a:lnTo>
                  <a:pt x="4827" y="1214"/>
                </a:lnTo>
                <a:lnTo>
                  <a:pt x="4827" y="1215"/>
                </a:lnTo>
                <a:lnTo>
                  <a:pt x="4828" y="1215"/>
                </a:lnTo>
                <a:lnTo>
                  <a:pt x="4829" y="1214"/>
                </a:lnTo>
                <a:lnTo>
                  <a:pt x="4829" y="1213"/>
                </a:lnTo>
                <a:lnTo>
                  <a:pt x="4828" y="1213"/>
                </a:lnTo>
                <a:lnTo>
                  <a:pt x="4827" y="1214"/>
                </a:lnTo>
                <a:lnTo>
                  <a:pt x="4827" y="1213"/>
                </a:lnTo>
                <a:lnTo>
                  <a:pt x="4826" y="1213"/>
                </a:lnTo>
                <a:lnTo>
                  <a:pt x="4826" y="1212"/>
                </a:lnTo>
                <a:lnTo>
                  <a:pt x="4826" y="1211"/>
                </a:lnTo>
                <a:lnTo>
                  <a:pt x="4826" y="1210"/>
                </a:lnTo>
                <a:lnTo>
                  <a:pt x="4826" y="1209"/>
                </a:lnTo>
                <a:lnTo>
                  <a:pt x="4825" y="1209"/>
                </a:lnTo>
                <a:lnTo>
                  <a:pt x="4823" y="1209"/>
                </a:lnTo>
                <a:lnTo>
                  <a:pt x="4822" y="1209"/>
                </a:lnTo>
                <a:lnTo>
                  <a:pt x="4822" y="1208"/>
                </a:lnTo>
                <a:lnTo>
                  <a:pt x="4822" y="1207"/>
                </a:lnTo>
                <a:lnTo>
                  <a:pt x="4821" y="1207"/>
                </a:lnTo>
                <a:lnTo>
                  <a:pt x="4820" y="1207"/>
                </a:lnTo>
                <a:lnTo>
                  <a:pt x="4820" y="1206"/>
                </a:lnTo>
                <a:lnTo>
                  <a:pt x="4819" y="1206"/>
                </a:lnTo>
                <a:lnTo>
                  <a:pt x="4818" y="1206"/>
                </a:lnTo>
                <a:lnTo>
                  <a:pt x="4817" y="1206"/>
                </a:lnTo>
                <a:lnTo>
                  <a:pt x="4816" y="1206"/>
                </a:lnTo>
                <a:lnTo>
                  <a:pt x="4815" y="1206"/>
                </a:lnTo>
                <a:lnTo>
                  <a:pt x="4816" y="1205"/>
                </a:lnTo>
                <a:lnTo>
                  <a:pt x="4817" y="1205"/>
                </a:lnTo>
                <a:lnTo>
                  <a:pt x="4817" y="1204"/>
                </a:lnTo>
                <a:lnTo>
                  <a:pt x="4817" y="1203"/>
                </a:lnTo>
                <a:lnTo>
                  <a:pt x="4816" y="1202"/>
                </a:lnTo>
                <a:lnTo>
                  <a:pt x="4815" y="1202"/>
                </a:lnTo>
                <a:lnTo>
                  <a:pt x="4815" y="1203"/>
                </a:lnTo>
                <a:lnTo>
                  <a:pt x="4814" y="1203"/>
                </a:lnTo>
                <a:lnTo>
                  <a:pt x="4813" y="1204"/>
                </a:lnTo>
                <a:lnTo>
                  <a:pt x="4812" y="1204"/>
                </a:lnTo>
                <a:lnTo>
                  <a:pt x="4811" y="1204"/>
                </a:lnTo>
                <a:lnTo>
                  <a:pt x="4811" y="1205"/>
                </a:lnTo>
                <a:lnTo>
                  <a:pt x="4810" y="1205"/>
                </a:lnTo>
                <a:lnTo>
                  <a:pt x="4809" y="1206"/>
                </a:lnTo>
                <a:lnTo>
                  <a:pt x="4809" y="1207"/>
                </a:lnTo>
                <a:lnTo>
                  <a:pt x="4808" y="1208"/>
                </a:lnTo>
                <a:lnTo>
                  <a:pt x="4808" y="1209"/>
                </a:lnTo>
                <a:lnTo>
                  <a:pt x="4808" y="1210"/>
                </a:lnTo>
                <a:lnTo>
                  <a:pt x="4808" y="1211"/>
                </a:lnTo>
                <a:lnTo>
                  <a:pt x="4807" y="1211"/>
                </a:lnTo>
                <a:lnTo>
                  <a:pt x="4807" y="1212"/>
                </a:lnTo>
                <a:lnTo>
                  <a:pt x="4807" y="1211"/>
                </a:lnTo>
                <a:lnTo>
                  <a:pt x="4806" y="1211"/>
                </a:lnTo>
                <a:lnTo>
                  <a:pt x="4806" y="1210"/>
                </a:lnTo>
                <a:lnTo>
                  <a:pt x="4805" y="1209"/>
                </a:lnTo>
                <a:lnTo>
                  <a:pt x="4804" y="1209"/>
                </a:lnTo>
                <a:lnTo>
                  <a:pt x="4804" y="1210"/>
                </a:lnTo>
                <a:lnTo>
                  <a:pt x="4803" y="1210"/>
                </a:lnTo>
                <a:lnTo>
                  <a:pt x="4803" y="1211"/>
                </a:lnTo>
                <a:lnTo>
                  <a:pt x="4803" y="1212"/>
                </a:lnTo>
                <a:lnTo>
                  <a:pt x="4803" y="1213"/>
                </a:lnTo>
                <a:lnTo>
                  <a:pt x="4804" y="1213"/>
                </a:lnTo>
                <a:lnTo>
                  <a:pt x="4804" y="1214"/>
                </a:lnTo>
                <a:lnTo>
                  <a:pt x="4803" y="1214"/>
                </a:lnTo>
                <a:lnTo>
                  <a:pt x="4802" y="1214"/>
                </a:lnTo>
                <a:lnTo>
                  <a:pt x="4801" y="1214"/>
                </a:lnTo>
                <a:lnTo>
                  <a:pt x="4801" y="1213"/>
                </a:lnTo>
                <a:lnTo>
                  <a:pt x="4801" y="1212"/>
                </a:lnTo>
                <a:lnTo>
                  <a:pt x="4801" y="1211"/>
                </a:lnTo>
                <a:lnTo>
                  <a:pt x="4800" y="1211"/>
                </a:lnTo>
                <a:lnTo>
                  <a:pt x="4799" y="1211"/>
                </a:lnTo>
                <a:lnTo>
                  <a:pt x="4798" y="1210"/>
                </a:lnTo>
                <a:lnTo>
                  <a:pt x="4797" y="1210"/>
                </a:lnTo>
                <a:lnTo>
                  <a:pt x="4797" y="1209"/>
                </a:lnTo>
                <a:lnTo>
                  <a:pt x="4795" y="1209"/>
                </a:lnTo>
                <a:lnTo>
                  <a:pt x="4794" y="1209"/>
                </a:lnTo>
                <a:lnTo>
                  <a:pt x="4794" y="1210"/>
                </a:lnTo>
                <a:lnTo>
                  <a:pt x="4795" y="1210"/>
                </a:lnTo>
                <a:lnTo>
                  <a:pt x="4796" y="1210"/>
                </a:lnTo>
                <a:lnTo>
                  <a:pt x="4797" y="1211"/>
                </a:lnTo>
                <a:lnTo>
                  <a:pt x="4798" y="1211"/>
                </a:lnTo>
                <a:lnTo>
                  <a:pt x="4798" y="1212"/>
                </a:lnTo>
                <a:lnTo>
                  <a:pt x="4798" y="1213"/>
                </a:lnTo>
                <a:lnTo>
                  <a:pt x="4797" y="1213"/>
                </a:lnTo>
                <a:lnTo>
                  <a:pt x="4797" y="1214"/>
                </a:lnTo>
                <a:lnTo>
                  <a:pt x="4796" y="1214"/>
                </a:lnTo>
                <a:lnTo>
                  <a:pt x="4796" y="1215"/>
                </a:lnTo>
                <a:lnTo>
                  <a:pt x="4795" y="1215"/>
                </a:lnTo>
                <a:lnTo>
                  <a:pt x="4794" y="1215"/>
                </a:lnTo>
                <a:lnTo>
                  <a:pt x="4794" y="1216"/>
                </a:lnTo>
                <a:lnTo>
                  <a:pt x="4795" y="1216"/>
                </a:lnTo>
                <a:lnTo>
                  <a:pt x="4795" y="1217"/>
                </a:lnTo>
                <a:lnTo>
                  <a:pt x="4794" y="1217"/>
                </a:lnTo>
                <a:lnTo>
                  <a:pt x="4794" y="1218"/>
                </a:lnTo>
                <a:lnTo>
                  <a:pt x="4793" y="1218"/>
                </a:lnTo>
                <a:lnTo>
                  <a:pt x="4792" y="1217"/>
                </a:lnTo>
                <a:lnTo>
                  <a:pt x="4792" y="1218"/>
                </a:lnTo>
                <a:lnTo>
                  <a:pt x="4791" y="1218"/>
                </a:lnTo>
                <a:lnTo>
                  <a:pt x="4791" y="1219"/>
                </a:lnTo>
                <a:lnTo>
                  <a:pt x="4790" y="1218"/>
                </a:lnTo>
                <a:lnTo>
                  <a:pt x="4789" y="1218"/>
                </a:lnTo>
                <a:lnTo>
                  <a:pt x="4788" y="1217"/>
                </a:lnTo>
                <a:lnTo>
                  <a:pt x="4787" y="1217"/>
                </a:lnTo>
                <a:lnTo>
                  <a:pt x="4787" y="1218"/>
                </a:lnTo>
                <a:lnTo>
                  <a:pt x="4787" y="1219"/>
                </a:lnTo>
                <a:lnTo>
                  <a:pt x="4787" y="1220"/>
                </a:lnTo>
                <a:lnTo>
                  <a:pt x="4786" y="1221"/>
                </a:lnTo>
                <a:lnTo>
                  <a:pt x="4785" y="1221"/>
                </a:lnTo>
                <a:lnTo>
                  <a:pt x="4785" y="1222"/>
                </a:lnTo>
                <a:lnTo>
                  <a:pt x="4784" y="1222"/>
                </a:lnTo>
                <a:lnTo>
                  <a:pt x="4783" y="1222"/>
                </a:lnTo>
                <a:lnTo>
                  <a:pt x="4783" y="1223"/>
                </a:lnTo>
                <a:lnTo>
                  <a:pt x="4783" y="1224"/>
                </a:lnTo>
                <a:lnTo>
                  <a:pt x="4784" y="1225"/>
                </a:lnTo>
                <a:lnTo>
                  <a:pt x="4784" y="1226"/>
                </a:lnTo>
                <a:lnTo>
                  <a:pt x="4785" y="1226"/>
                </a:lnTo>
                <a:lnTo>
                  <a:pt x="4785" y="1227"/>
                </a:lnTo>
                <a:lnTo>
                  <a:pt x="4785" y="1228"/>
                </a:lnTo>
                <a:lnTo>
                  <a:pt x="4785" y="1229"/>
                </a:lnTo>
                <a:lnTo>
                  <a:pt x="4784" y="1229"/>
                </a:lnTo>
                <a:lnTo>
                  <a:pt x="4783" y="1230"/>
                </a:lnTo>
                <a:lnTo>
                  <a:pt x="4783" y="1231"/>
                </a:lnTo>
                <a:lnTo>
                  <a:pt x="4783" y="1232"/>
                </a:lnTo>
                <a:lnTo>
                  <a:pt x="4783" y="1233"/>
                </a:lnTo>
                <a:lnTo>
                  <a:pt x="4782" y="1233"/>
                </a:lnTo>
                <a:lnTo>
                  <a:pt x="4782" y="1234"/>
                </a:lnTo>
                <a:lnTo>
                  <a:pt x="4781" y="1234"/>
                </a:lnTo>
                <a:lnTo>
                  <a:pt x="4782" y="1235"/>
                </a:lnTo>
                <a:lnTo>
                  <a:pt x="4782" y="1236"/>
                </a:lnTo>
                <a:lnTo>
                  <a:pt x="4781" y="1236"/>
                </a:lnTo>
                <a:lnTo>
                  <a:pt x="4780" y="1237"/>
                </a:lnTo>
                <a:lnTo>
                  <a:pt x="4779" y="1238"/>
                </a:lnTo>
                <a:lnTo>
                  <a:pt x="4779" y="1239"/>
                </a:lnTo>
                <a:lnTo>
                  <a:pt x="4778" y="1240"/>
                </a:lnTo>
                <a:lnTo>
                  <a:pt x="4777" y="1241"/>
                </a:lnTo>
                <a:lnTo>
                  <a:pt x="4778" y="1241"/>
                </a:lnTo>
                <a:lnTo>
                  <a:pt x="4779" y="1241"/>
                </a:lnTo>
                <a:lnTo>
                  <a:pt x="4779" y="1242"/>
                </a:lnTo>
                <a:lnTo>
                  <a:pt x="4778" y="1242"/>
                </a:lnTo>
                <a:lnTo>
                  <a:pt x="4778" y="1243"/>
                </a:lnTo>
                <a:lnTo>
                  <a:pt x="4778" y="1244"/>
                </a:lnTo>
                <a:lnTo>
                  <a:pt x="4778" y="1245"/>
                </a:lnTo>
                <a:lnTo>
                  <a:pt x="4778" y="1244"/>
                </a:lnTo>
                <a:lnTo>
                  <a:pt x="4779" y="1244"/>
                </a:lnTo>
                <a:lnTo>
                  <a:pt x="4780" y="1244"/>
                </a:lnTo>
                <a:lnTo>
                  <a:pt x="4779" y="1245"/>
                </a:lnTo>
                <a:lnTo>
                  <a:pt x="4778" y="1245"/>
                </a:lnTo>
                <a:lnTo>
                  <a:pt x="4778" y="1246"/>
                </a:lnTo>
                <a:lnTo>
                  <a:pt x="4779" y="1246"/>
                </a:lnTo>
                <a:lnTo>
                  <a:pt x="4779" y="1247"/>
                </a:lnTo>
                <a:lnTo>
                  <a:pt x="4780" y="1247"/>
                </a:lnTo>
                <a:lnTo>
                  <a:pt x="4780" y="1248"/>
                </a:lnTo>
                <a:lnTo>
                  <a:pt x="4780" y="1249"/>
                </a:lnTo>
                <a:lnTo>
                  <a:pt x="4779" y="1249"/>
                </a:lnTo>
                <a:lnTo>
                  <a:pt x="4778" y="1250"/>
                </a:lnTo>
                <a:lnTo>
                  <a:pt x="4777" y="1250"/>
                </a:lnTo>
                <a:lnTo>
                  <a:pt x="4776" y="1250"/>
                </a:lnTo>
                <a:lnTo>
                  <a:pt x="4775" y="1250"/>
                </a:lnTo>
                <a:lnTo>
                  <a:pt x="4775" y="1249"/>
                </a:lnTo>
                <a:lnTo>
                  <a:pt x="4776" y="1249"/>
                </a:lnTo>
                <a:lnTo>
                  <a:pt x="4777" y="1249"/>
                </a:lnTo>
                <a:lnTo>
                  <a:pt x="4778" y="1248"/>
                </a:lnTo>
                <a:lnTo>
                  <a:pt x="4778" y="1247"/>
                </a:lnTo>
                <a:lnTo>
                  <a:pt x="4777" y="1247"/>
                </a:lnTo>
                <a:lnTo>
                  <a:pt x="4776" y="1247"/>
                </a:lnTo>
                <a:lnTo>
                  <a:pt x="4775" y="1247"/>
                </a:lnTo>
                <a:lnTo>
                  <a:pt x="4775" y="1248"/>
                </a:lnTo>
                <a:lnTo>
                  <a:pt x="4774" y="1248"/>
                </a:lnTo>
                <a:lnTo>
                  <a:pt x="4773" y="1248"/>
                </a:lnTo>
                <a:lnTo>
                  <a:pt x="4773" y="1249"/>
                </a:lnTo>
                <a:lnTo>
                  <a:pt x="4772" y="1249"/>
                </a:lnTo>
                <a:lnTo>
                  <a:pt x="4771" y="1249"/>
                </a:lnTo>
                <a:lnTo>
                  <a:pt x="4770" y="1249"/>
                </a:lnTo>
                <a:lnTo>
                  <a:pt x="4770" y="1251"/>
                </a:lnTo>
                <a:lnTo>
                  <a:pt x="4771" y="1251"/>
                </a:lnTo>
                <a:lnTo>
                  <a:pt x="4770" y="1251"/>
                </a:lnTo>
                <a:lnTo>
                  <a:pt x="4769" y="1251"/>
                </a:lnTo>
                <a:lnTo>
                  <a:pt x="4768" y="1252"/>
                </a:lnTo>
                <a:lnTo>
                  <a:pt x="4768" y="1253"/>
                </a:lnTo>
                <a:lnTo>
                  <a:pt x="4768" y="1254"/>
                </a:lnTo>
                <a:lnTo>
                  <a:pt x="4767" y="1254"/>
                </a:lnTo>
                <a:lnTo>
                  <a:pt x="4766" y="1255"/>
                </a:lnTo>
                <a:lnTo>
                  <a:pt x="4765" y="1255"/>
                </a:lnTo>
                <a:lnTo>
                  <a:pt x="4765" y="1256"/>
                </a:lnTo>
                <a:lnTo>
                  <a:pt x="4764" y="1256"/>
                </a:lnTo>
                <a:lnTo>
                  <a:pt x="4764" y="1257"/>
                </a:lnTo>
                <a:lnTo>
                  <a:pt x="4764" y="1258"/>
                </a:lnTo>
                <a:lnTo>
                  <a:pt x="4764" y="1260"/>
                </a:lnTo>
                <a:lnTo>
                  <a:pt x="4763" y="1260"/>
                </a:lnTo>
                <a:lnTo>
                  <a:pt x="4763" y="1261"/>
                </a:lnTo>
                <a:lnTo>
                  <a:pt x="4762" y="1261"/>
                </a:lnTo>
                <a:lnTo>
                  <a:pt x="4761" y="1261"/>
                </a:lnTo>
                <a:lnTo>
                  <a:pt x="4760" y="1262"/>
                </a:lnTo>
                <a:lnTo>
                  <a:pt x="4760" y="1263"/>
                </a:lnTo>
                <a:lnTo>
                  <a:pt x="4760" y="1264"/>
                </a:lnTo>
                <a:lnTo>
                  <a:pt x="4759" y="1264"/>
                </a:lnTo>
                <a:lnTo>
                  <a:pt x="4759" y="1265"/>
                </a:lnTo>
                <a:lnTo>
                  <a:pt x="4759" y="1266"/>
                </a:lnTo>
                <a:lnTo>
                  <a:pt x="4758" y="1266"/>
                </a:lnTo>
                <a:lnTo>
                  <a:pt x="4757" y="1266"/>
                </a:lnTo>
                <a:lnTo>
                  <a:pt x="4758" y="1267"/>
                </a:lnTo>
                <a:lnTo>
                  <a:pt x="4758" y="1268"/>
                </a:lnTo>
                <a:lnTo>
                  <a:pt x="4757" y="1269"/>
                </a:lnTo>
                <a:lnTo>
                  <a:pt x="4756" y="1269"/>
                </a:lnTo>
                <a:lnTo>
                  <a:pt x="4755" y="1270"/>
                </a:lnTo>
                <a:lnTo>
                  <a:pt x="4754" y="1270"/>
                </a:lnTo>
                <a:lnTo>
                  <a:pt x="4753" y="1270"/>
                </a:lnTo>
                <a:lnTo>
                  <a:pt x="4752" y="1272"/>
                </a:lnTo>
                <a:lnTo>
                  <a:pt x="4751" y="1272"/>
                </a:lnTo>
                <a:lnTo>
                  <a:pt x="4750" y="1272"/>
                </a:lnTo>
                <a:lnTo>
                  <a:pt x="4749" y="1273"/>
                </a:lnTo>
                <a:lnTo>
                  <a:pt x="4749" y="1274"/>
                </a:lnTo>
                <a:lnTo>
                  <a:pt x="4748" y="1274"/>
                </a:lnTo>
                <a:lnTo>
                  <a:pt x="4747" y="1275"/>
                </a:lnTo>
                <a:lnTo>
                  <a:pt x="4747" y="1276"/>
                </a:lnTo>
                <a:lnTo>
                  <a:pt x="4746" y="1276"/>
                </a:lnTo>
                <a:lnTo>
                  <a:pt x="4745" y="1276"/>
                </a:lnTo>
                <a:lnTo>
                  <a:pt x="4744" y="1276"/>
                </a:lnTo>
                <a:lnTo>
                  <a:pt x="4743" y="1276"/>
                </a:lnTo>
                <a:lnTo>
                  <a:pt x="4742" y="1276"/>
                </a:lnTo>
                <a:lnTo>
                  <a:pt x="4742" y="1277"/>
                </a:lnTo>
                <a:lnTo>
                  <a:pt x="4742" y="1278"/>
                </a:lnTo>
                <a:lnTo>
                  <a:pt x="4743" y="1279"/>
                </a:lnTo>
                <a:lnTo>
                  <a:pt x="4744" y="1279"/>
                </a:lnTo>
                <a:lnTo>
                  <a:pt x="4743" y="1280"/>
                </a:lnTo>
                <a:lnTo>
                  <a:pt x="4743" y="1281"/>
                </a:lnTo>
                <a:lnTo>
                  <a:pt x="4743" y="1282"/>
                </a:lnTo>
                <a:lnTo>
                  <a:pt x="4742" y="1282"/>
                </a:lnTo>
                <a:lnTo>
                  <a:pt x="4742" y="1281"/>
                </a:lnTo>
                <a:lnTo>
                  <a:pt x="4741" y="1281"/>
                </a:lnTo>
                <a:lnTo>
                  <a:pt x="4740" y="1282"/>
                </a:lnTo>
                <a:lnTo>
                  <a:pt x="4741" y="1284"/>
                </a:lnTo>
                <a:lnTo>
                  <a:pt x="4741" y="1285"/>
                </a:lnTo>
                <a:lnTo>
                  <a:pt x="4740" y="1285"/>
                </a:lnTo>
                <a:lnTo>
                  <a:pt x="4739" y="1285"/>
                </a:lnTo>
                <a:lnTo>
                  <a:pt x="4738" y="1285"/>
                </a:lnTo>
                <a:lnTo>
                  <a:pt x="4738" y="1286"/>
                </a:lnTo>
                <a:lnTo>
                  <a:pt x="4739" y="1287"/>
                </a:lnTo>
                <a:lnTo>
                  <a:pt x="4738" y="1288"/>
                </a:lnTo>
                <a:lnTo>
                  <a:pt x="4737" y="1288"/>
                </a:lnTo>
                <a:lnTo>
                  <a:pt x="4736" y="1289"/>
                </a:lnTo>
                <a:lnTo>
                  <a:pt x="4736" y="1290"/>
                </a:lnTo>
                <a:lnTo>
                  <a:pt x="4736" y="1291"/>
                </a:lnTo>
                <a:lnTo>
                  <a:pt x="4735" y="1291"/>
                </a:lnTo>
                <a:lnTo>
                  <a:pt x="4735" y="1292"/>
                </a:lnTo>
                <a:lnTo>
                  <a:pt x="4735" y="1293"/>
                </a:lnTo>
                <a:lnTo>
                  <a:pt x="4734" y="1293"/>
                </a:lnTo>
                <a:lnTo>
                  <a:pt x="4734" y="1292"/>
                </a:lnTo>
                <a:lnTo>
                  <a:pt x="4733" y="1292"/>
                </a:lnTo>
                <a:lnTo>
                  <a:pt x="4732" y="1292"/>
                </a:lnTo>
                <a:lnTo>
                  <a:pt x="4731" y="1292"/>
                </a:lnTo>
                <a:lnTo>
                  <a:pt x="4730" y="1293"/>
                </a:lnTo>
                <a:lnTo>
                  <a:pt x="4730" y="1294"/>
                </a:lnTo>
                <a:lnTo>
                  <a:pt x="4729" y="1294"/>
                </a:lnTo>
                <a:lnTo>
                  <a:pt x="4730" y="1294"/>
                </a:lnTo>
                <a:lnTo>
                  <a:pt x="4731" y="1294"/>
                </a:lnTo>
                <a:lnTo>
                  <a:pt x="4732" y="1294"/>
                </a:lnTo>
                <a:lnTo>
                  <a:pt x="4733" y="1294"/>
                </a:lnTo>
                <a:lnTo>
                  <a:pt x="4733" y="1295"/>
                </a:lnTo>
                <a:lnTo>
                  <a:pt x="4734" y="1295"/>
                </a:lnTo>
                <a:lnTo>
                  <a:pt x="4734" y="1296"/>
                </a:lnTo>
                <a:lnTo>
                  <a:pt x="4733" y="1296"/>
                </a:lnTo>
                <a:lnTo>
                  <a:pt x="4732" y="1296"/>
                </a:lnTo>
                <a:lnTo>
                  <a:pt x="4731" y="1296"/>
                </a:lnTo>
                <a:lnTo>
                  <a:pt x="4730" y="1296"/>
                </a:lnTo>
                <a:lnTo>
                  <a:pt x="4730" y="1295"/>
                </a:lnTo>
                <a:lnTo>
                  <a:pt x="4729" y="1295"/>
                </a:lnTo>
                <a:lnTo>
                  <a:pt x="4729" y="1296"/>
                </a:lnTo>
                <a:lnTo>
                  <a:pt x="4729" y="1297"/>
                </a:lnTo>
                <a:lnTo>
                  <a:pt x="4728" y="1297"/>
                </a:lnTo>
                <a:lnTo>
                  <a:pt x="4728" y="1298"/>
                </a:lnTo>
                <a:lnTo>
                  <a:pt x="4727" y="1298"/>
                </a:lnTo>
                <a:lnTo>
                  <a:pt x="4725" y="1298"/>
                </a:lnTo>
                <a:lnTo>
                  <a:pt x="4725" y="1297"/>
                </a:lnTo>
                <a:lnTo>
                  <a:pt x="4724" y="1297"/>
                </a:lnTo>
                <a:lnTo>
                  <a:pt x="4723" y="1297"/>
                </a:lnTo>
                <a:lnTo>
                  <a:pt x="4723" y="1296"/>
                </a:lnTo>
                <a:lnTo>
                  <a:pt x="4723" y="1295"/>
                </a:lnTo>
                <a:lnTo>
                  <a:pt x="4724" y="1295"/>
                </a:lnTo>
                <a:lnTo>
                  <a:pt x="4724" y="1294"/>
                </a:lnTo>
                <a:lnTo>
                  <a:pt x="4723" y="1294"/>
                </a:lnTo>
                <a:lnTo>
                  <a:pt x="4723" y="1295"/>
                </a:lnTo>
                <a:lnTo>
                  <a:pt x="4723" y="1296"/>
                </a:lnTo>
                <a:lnTo>
                  <a:pt x="4722" y="1296"/>
                </a:lnTo>
                <a:lnTo>
                  <a:pt x="4721" y="1296"/>
                </a:lnTo>
                <a:lnTo>
                  <a:pt x="4721" y="1295"/>
                </a:lnTo>
                <a:lnTo>
                  <a:pt x="4720" y="1295"/>
                </a:lnTo>
                <a:lnTo>
                  <a:pt x="4720" y="1296"/>
                </a:lnTo>
                <a:lnTo>
                  <a:pt x="4719" y="1296"/>
                </a:lnTo>
                <a:lnTo>
                  <a:pt x="4719" y="1297"/>
                </a:lnTo>
                <a:lnTo>
                  <a:pt x="4718" y="1297"/>
                </a:lnTo>
                <a:lnTo>
                  <a:pt x="4718" y="1298"/>
                </a:lnTo>
                <a:lnTo>
                  <a:pt x="4717" y="1298"/>
                </a:lnTo>
                <a:lnTo>
                  <a:pt x="4716" y="1298"/>
                </a:lnTo>
                <a:lnTo>
                  <a:pt x="4716" y="1299"/>
                </a:lnTo>
                <a:lnTo>
                  <a:pt x="4715" y="1299"/>
                </a:lnTo>
                <a:lnTo>
                  <a:pt x="4714" y="1299"/>
                </a:lnTo>
                <a:lnTo>
                  <a:pt x="4713" y="1299"/>
                </a:lnTo>
                <a:lnTo>
                  <a:pt x="4713" y="1298"/>
                </a:lnTo>
                <a:lnTo>
                  <a:pt x="4714" y="1298"/>
                </a:lnTo>
                <a:lnTo>
                  <a:pt x="4713" y="1298"/>
                </a:lnTo>
                <a:lnTo>
                  <a:pt x="4713" y="1297"/>
                </a:lnTo>
                <a:lnTo>
                  <a:pt x="4712" y="1297"/>
                </a:lnTo>
                <a:lnTo>
                  <a:pt x="4712" y="1296"/>
                </a:lnTo>
                <a:lnTo>
                  <a:pt x="4711" y="1296"/>
                </a:lnTo>
                <a:lnTo>
                  <a:pt x="4711" y="1297"/>
                </a:lnTo>
                <a:lnTo>
                  <a:pt x="4710" y="1297"/>
                </a:lnTo>
                <a:lnTo>
                  <a:pt x="4710" y="1298"/>
                </a:lnTo>
                <a:lnTo>
                  <a:pt x="4710" y="1297"/>
                </a:lnTo>
                <a:lnTo>
                  <a:pt x="4710" y="1298"/>
                </a:lnTo>
                <a:lnTo>
                  <a:pt x="4711" y="1298"/>
                </a:lnTo>
                <a:lnTo>
                  <a:pt x="4710" y="1298"/>
                </a:lnTo>
                <a:lnTo>
                  <a:pt x="4710" y="1299"/>
                </a:lnTo>
                <a:lnTo>
                  <a:pt x="4709" y="1299"/>
                </a:lnTo>
                <a:lnTo>
                  <a:pt x="4708" y="1299"/>
                </a:lnTo>
                <a:lnTo>
                  <a:pt x="4707" y="1299"/>
                </a:lnTo>
                <a:lnTo>
                  <a:pt x="4706" y="1299"/>
                </a:lnTo>
                <a:lnTo>
                  <a:pt x="4705" y="1299"/>
                </a:lnTo>
                <a:lnTo>
                  <a:pt x="4705" y="1300"/>
                </a:lnTo>
                <a:lnTo>
                  <a:pt x="4705" y="1301"/>
                </a:lnTo>
                <a:lnTo>
                  <a:pt x="4704" y="1301"/>
                </a:lnTo>
                <a:lnTo>
                  <a:pt x="4704" y="1302"/>
                </a:lnTo>
                <a:lnTo>
                  <a:pt x="4703" y="1302"/>
                </a:lnTo>
                <a:lnTo>
                  <a:pt x="4702" y="1303"/>
                </a:lnTo>
                <a:lnTo>
                  <a:pt x="4701" y="1303"/>
                </a:lnTo>
                <a:lnTo>
                  <a:pt x="4701" y="1304"/>
                </a:lnTo>
                <a:lnTo>
                  <a:pt x="4700" y="1304"/>
                </a:lnTo>
                <a:lnTo>
                  <a:pt x="4700" y="1306"/>
                </a:lnTo>
                <a:lnTo>
                  <a:pt x="4701" y="1306"/>
                </a:lnTo>
                <a:lnTo>
                  <a:pt x="4702" y="1306"/>
                </a:lnTo>
                <a:lnTo>
                  <a:pt x="4703" y="1307"/>
                </a:lnTo>
                <a:lnTo>
                  <a:pt x="4704" y="1307"/>
                </a:lnTo>
                <a:lnTo>
                  <a:pt x="4704" y="1308"/>
                </a:lnTo>
                <a:lnTo>
                  <a:pt x="4704" y="1309"/>
                </a:lnTo>
                <a:lnTo>
                  <a:pt x="4703" y="1309"/>
                </a:lnTo>
                <a:lnTo>
                  <a:pt x="4703" y="1310"/>
                </a:lnTo>
                <a:lnTo>
                  <a:pt x="4702" y="1310"/>
                </a:lnTo>
                <a:lnTo>
                  <a:pt x="4701" y="1310"/>
                </a:lnTo>
                <a:lnTo>
                  <a:pt x="4699" y="1310"/>
                </a:lnTo>
                <a:lnTo>
                  <a:pt x="4698" y="1310"/>
                </a:lnTo>
                <a:lnTo>
                  <a:pt x="4697" y="1310"/>
                </a:lnTo>
                <a:lnTo>
                  <a:pt x="4696" y="1310"/>
                </a:lnTo>
                <a:lnTo>
                  <a:pt x="4695" y="1310"/>
                </a:lnTo>
                <a:lnTo>
                  <a:pt x="4695" y="1309"/>
                </a:lnTo>
                <a:lnTo>
                  <a:pt x="4694" y="1309"/>
                </a:lnTo>
                <a:lnTo>
                  <a:pt x="4692" y="1309"/>
                </a:lnTo>
                <a:lnTo>
                  <a:pt x="4692" y="1311"/>
                </a:lnTo>
                <a:lnTo>
                  <a:pt x="4691" y="1311"/>
                </a:lnTo>
                <a:lnTo>
                  <a:pt x="4691" y="1312"/>
                </a:lnTo>
                <a:lnTo>
                  <a:pt x="4691" y="1313"/>
                </a:lnTo>
                <a:lnTo>
                  <a:pt x="4691" y="1314"/>
                </a:lnTo>
                <a:lnTo>
                  <a:pt x="4690" y="1314"/>
                </a:lnTo>
                <a:lnTo>
                  <a:pt x="4689" y="1314"/>
                </a:lnTo>
                <a:lnTo>
                  <a:pt x="4689" y="1315"/>
                </a:lnTo>
                <a:lnTo>
                  <a:pt x="4689" y="1314"/>
                </a:lnTo>
                <a:lnTo>
                  <a:pt x="4688" y="1314"/>
                </a:lnTo>
                <a:lnTo>
                  <a:pt x="4687" y="1314"/>
                </a:lnTo>
                <a:lnTo>
                  <a:pt x="4686" y="1314"/>
                </a:lnTo>
                <a:lnTo>
                  <a:pt x="4685" y="1314"/>
                </a:lnTo>
                <a:lnTo>
                  <a:pt x="4684" y="1314"/>
                </a:lnTo>
                <a:lnTo>
                  <a:pt x="4684" y="1315"/>
                </a:lnTo>
                <a:lnTo>
                  <a:pt x="4683" y="1315"/>
                </a:lnTo>
                <a:lnTo>
                  <a:pt x="4683" y="1316"/>
                </a:lnTo>
                <a:lnTo>
                  <a:pt x="4683" y="1317"/>
                </a:lnTo>
                <a:lnTo>
                  <a:pt x="4683" y="1318"/>
                </a:lnTo>
                <a:lnTo>
                  <a:pt x="4683" y="1319"/>
                </a:lnTo>
                <a:lnTo>
                  <a:pt x="4682" y="1319"/>
                </a:lnTo>
                <a:lnTo>
                  <a:pt x="4682" y="1320"/>
                </a:lnTo>
                <a:lnTo>
                  <a:pt x="4681" y="1320"/>
                </a:lnTo>
                <a:lnTo>
                  <a:pt x="4681" y="1319"/>
                </a:lnTo>
                <a:lnTo>
                  <a:pt x="4680" y="1319"/>
                </a:lnTo>
                <a:lnTo>
                  <a:pt x="4679" y="1319"/>
                </a:lnTo>
                <a:lnTo>
                  <a:pt x="4679" y="1320"/>
                </a:lnTo>
                <a:lnTo>
                  <a:pt x="4679" y="1321"/>
                </a:lnTo>
                <a:lnTo>
                  <a:pt x="4680" y="1321"/>
                </a:lnTo>
                <a:lnTo>
                  <a:pt x="4680" y="1322"/>
                </a:lnTo>
                <a:lnTo>
                  <a:pt x="4680" y="1323"/>
                </a:lnTo>
                <a:lnTo>
                  <a:pt x="4679" y="1323"/>
                </a:lnTo>
                <a:lnTo>
                  <a:pt x="4679" y="1324"/>
                </a:lnTo>
                <a:lnTo>
                  <a:pt x="4678" y="1324"/>
                </a:lnTo>
                <a:lnTo>
                  <a:pt x="4677" y="1324"/>
                </a:lnTo>
                <a:lnTo>
                  <a:pt x="4677" y="1323"/>
                </a:lnTo>
                <a:lnTo>
                  <a:pt x="4676" y="1323"/>
                </a:lnTo>
                <a:lnTo>
                  <a:pt x="4676" y="1322"/>
                </a:lnTo>
                <a:lnTo>
                  <a:pt x="4675" y="1322"/>
                </a:lnTo>
                <a:lnTo>
                  <a:pt x="4675" y="1321"/>
                </a:lnTo>
                <a:lnTo>
                  <a:pt x="4675" y="1322"/>
                </a:lnTo>
                <a:lnTo>
                  <a:pt x="4675" y="1321"/>
                </a:lnTo>
                <a:lnTo>
                  <a:pt x="4674" y="1321"/>
                </a:lnTo>
                <a:lnTo>
                  <a:pt x="4673" y="1322"/>
                </a:lnTo>
                <a:lnTo>
                  <a:pt x="4672" y="1322"/>
                </a:lnTo>
                <a:lnTo>
                  <a:pt x="4672" y="1323"/>
                </a:lnTo>
                <a:lnTo>
                  <a:pt x="4671" y="1323"/>
                </a:lnTo>
                <a:lnTo>
                  <a:pt x="4671" y="1322"/>
                </a:lnTo>
                <a:lnTo>
                  <a:pt x="4670" y="1322"/>
                </a:lnTo>
                <a:lnTo>
                  <a:pt x="4669" y="1322"/>
                </a:lnTo>
                <a:lnTo>
                  <a:pt x="4669" y="1321"/>
                </a:lnTo>
                <a:lnTo>
                  <a:pt x="4668" y="1321"/>
                </a:lnTo>
                <a:lnTo>
                  <a:pt x="4667" y="1321"/>
                </a:lnTo>
                <a:lnTo>
                  <a:pt x="4668" y="1321"/>
                </a:lnTo>
                <a:lnTo>
                  <a:pt x="4667" y="1321"/>
                </a:lnTo>
                <a:lnTo>
                  <a:pt x="4667" y="1322"/>
                </a:lnTo>
                <a:lnTo>
                  <a:pt x="4667" y="1321"/>
                </a:lnTo>
                <a:lnTo>
                  <a:pt x="4666" y="1321"/>
                </a:lnTo>
                <a:lnTo>
                  <a:pt x="4666" y="1322"/>
                </a:lnTo>
                <a:lnTo>
                  <a:pt x="4666" y="1324"/>
                </a:lnTo>
                <a:lnTo>
                  <a:pt x="4666" y="1325"/>
                </a:lnTo>
                <a:lnTo>
                  <a:pt x="4665" y="1325"/>
                </a:lnTo>
                <a:lnTo>
                  <a:pt x="4664" y="1325"/>
                </a:lnTo>
                <a:lnTo>
                  <a:pt x="4665" y="1325"/>
                </a:lnTo>
                <a:lnTo>
                  <a:pt x="4665" y="1326"/>
                </a:lnTo>
                <a:lnTo>
                  <a:pt x="4664" y="1326"/>
                </a:lnTo>
                <a:lnTo>
                  <a:pt x="4664" y="1325"/>
                </a:lnTo>
                <a:lnTo>
                  <a:pt x="4664" y="1326"/>
                </a:lnTo>
                <a:lnTo>
                  <a:pt x="4663" y="1326"/>
                </a:lnTo>
                <a:lnTo>
                  <a:pt x="4663" y="1325"/>
                </a:lnTo>
                <a:lnTo>
                  <a:pt x="4662" y="1325"/>
                </a:lnTo>
                <a:lnTo>
                  <a:pt x="4661" y="1326"/>
                </a:lnTo>
                <a:lnTo>
                  <a:pt x="4660" y="1326"/>
                </a:lnTo>
                <a:lnTo>
                  <a:pt x="4659" y="1326"/>
                </a:lnTo>
                <a:lnTo>
                  <a:pt x="4658" y="1327"/>
                </a:lnTo>
                <a:lnTo>
                  <a:pt x="4657" y="1327"/>
                </a:lnTo>
                <a:lnTo>
                  <a:pt x="4656" y="1327"/>
                </a:lnTo>
                <a:lnTo>
                  <a:pt x="4656" y="1328"/>
                </a:lnTo>
                <a:lnTo>
                  <a:pt x="4655" y="1328"/>
                </a:lnTo>
                <a:lnTo>
                  <a:pt x="4654" y="1328"/>
                </a:lnTo>
                <a:lnTo>
                  <a:pt x="4654" y="1329"/>
                </a:lnTo>
                <a:lnTo>
                  <a:pt x="4653" y="1329"/>
                </a:lnTo>
                <a:lnTo>
                  <a:pt x="4653" y="1330"/>
                </a:lnTo>
                <a:lnTo>
                  <a:pt x="4653" y="1329"/>
                </a:lnTo>
                <a:lnTo>
                  <a:pt x="4653" y="1330"/>
                </a:lnTo>
                <a:lnTo>
                  <a:pt x="4652" y="1330"/>
                </a:lnTo>
                <a:lnTo>
                  <a:pt x="4653" y="1330"/>
                </a:lnTo>
                <a:lnTo>
                  <a:pt x="4653" y="1331"/>
                </a:lnTo>
                <a:lnTo>
                  <a:pt x="4652" y="1331"/>
                </a:lnTo>
                <a:lnTo>
                  <a:pt x="4651" y="1331"/>
                </a:lnTo>
                <a:lnTo>
                  <a:pt x="4650" y="1331"/>
                </a:lnTo>
                <a:lnTo>
                  <a:pt x="4649" y="1331"/>
                </a:lnTo>
                <a:lnTo>
                  <a:pt x="4648" y="1331"/>
                </a:lnTo>
                <a:lnTo>
                  <a:pt x="4648" y="1332"/>
                </a:lnTo>
                <a:lnTo>
                  <a:pt x="4647" y="1332"/>
                </a:lnTo>
                <a:lnTo>
                  <a:pt x="4648" y="1332"/>
                </a:lnTo>
                <a:lnTo>
                  <a:pt x="4648" y="1333"/>
                </a:lnTo>
                <a:lnTo>
                  <a:pt x="4649" y="1333"/>
                </a:lnTo>
                <a:lnTo>
                  <a:pt x="4650" y="1333"/>
                </a:lnTo>
                <a:lnTo>
                  <a:pt x="4650" y="1334"/>
                </a:lnTo>
                <a:lnTo>
                  <a:pt x="4649" y="1334"/>
                </a:lnTo>
                <a:lnTo>
                  <a:pt x="4649" y="1333"/>
                </a:lnTo>
                <a:lnTo>
                  <a:pt x="4648" y="1333"/>
                </a:lnTo>
                <a:lnTo>
                  <a:pt x="4647" y="1333"/>
                </a:lnTo>
                <a:lnTo>
                  <a:pt x="4646" y="1333"/>
                </a:lnTo>
                <a:lnTo>
                  <a:pt x="4645" y="1333"/>
                </a:lnTo>
                <a:lnTo>
                  <a:pt x="4644" y="1333"/>
                </a:lnTo>
                <a:lnTo>
                  <a:pt x="4644" y="1334"/>
                </a:lnTo>
                <a:lnTo>
                  <a:pt x="4643" y="1334"/>
                </a:lnTo>
                <a:lnTo>
                  <a:pt x="4643" y="1335"/>
                </a:lnTo>
                <a:lnTo>
                  <a:pt x="4642" y="1335"/>
                </a:lnTo>
                <a:lnTo>
                  <a:pt x="4643" y="1335"/>
                </a:lnTo>
                <a:lnTo>
                  <a:pt x="4643" y="1336"/>
                </a:lnTo>
                <a:lnTo>
                  <a:pt x="4644" y="1336"/>
                </a:lnTo>
                <a:lnTo>
                  <a:pt x="4645" y="1337"/>
                </a:lnTo>
                <a:lnTo>
                  <a:pt x="4646" y="1337"/>
                </a:lnTo>
                <a:lnTo>
                  <a:pt x="4647" y="1337"/>
                </a:lnTo>
                <a:lnTo>
                  <a:pt x="4647" y="1338"/>
                </a:lnTo>
                <a:lnTo>
                  <a:pt x="4648" y="1338"/>
                </a:lnTo>
                <a:lnTo>
                  <a:pt x="4648" y="1339"/>
                </a:lnTo>
                <a:lnTo>
                  <a:pt x="4647" y="1339"/>
                </a:lnTo>
                <a:lnTo>
                  <a:pt x="4647" y="1338"/>
                </a:lnTo>
                <a:lnTo>
                  <a:pt x="4647" y="1339"/>
                </a:lnTo>
                <a:lnTo>
                  <a:pt x="4647" y="1340"/>
                </a:lnTo>
                <a:lnTo>
                  <a:pt x="4646" y="1340"/>
                </a:lnTo>
                <a:lnTo>
                  <a:pt x="4646" y="1341"/>
                </a:lnTo>
                <a:lnTo>
                  <a:pt x="4645" y="1341"/>
                </a:lnTo>
                <a:lnTo>
                  <a:pt x="4644" y="1341"/>
                </a:lnTo>
                <a:lnTo>
                  <a:pt x="4643" y="1341"/>
                </a:lnTo>
                <a:lnTo>
                  <a:pt x="4642" y="1341"/>
                </a:lnTo>
                <a:lnTo>
                  <a:pt x="4642" y="1340"/>
                </a:lnTo>
                <a:lnTo>
                  <a:pt x="4642" y="1341"/>
                </a:lnTo>
                <a:lnTo>
                  <a:pt x="4642" y="1340"/>
                </a:lnTo>
                <a:lnTo>
                  <a:pt x="4641" y="1340"/>
                </a:lnTo>
                <a:lnTo>
                  <a:pt x="4640" y="1340"/>
                </a:lnTo>
                <a:lnTo>
                  <a:pt x="4639" y="1340"/>
                </a:lnTo>
                <a:lnTo>
                  <a:pt x="4638" y="1340"/>
                </a:lnTo>
                <a:lnTo>
                  <a:pt x="4638" y="1341"/>
                </a:lnTo>
                <a:lnTo>
                  <a:pt x="4637" y="1341"/>
                </a:lnTo>
                <a:lnTo>
                  <a:pt x="4635" y="1341"/>
                </a:lnTo>
                <a:lnTo>
                  <a:pt x="4634" y="1341"/>
                </a:lnTo>
                <a:lnTo>
                  <a:pt x="4633" y="1341"/>
                </a:lnTo>
                <a:lnTo>
                  <a:pt x="4633" y="1340"/>
                </a:lnTo>
                <a:lnTo>
                  <a:pt x="4633" y="1339"/>
                </a:lnTo>
                <a:lnTo>
                  <a:pt x="4633" y="1338"/>
                </a:lnTo>
                <a:lnTo>
                  <a:pt x="4632" y="1338"/>
                </a:lnTo>
                <a:lnTo>
                  <a:pt x="4632" y="1339"/>
                </a:lnTo>
                <a:lnTo>
                  <a:pt x="4632" y="1340"/>
                </a:lnTo>
                <a:lnTo>
                  <a:pt x="4631" y="1340"/>
                </a:lnTo>
                <a:lnTo>
                  <a:pt x="4631" y="1341"/>
                </a:lnTo>
                <a:lnTo>
                  <a:pt x="4630" y="1342"/>
                </a:lnTo>
                <a:lnTo>
                  <a:pt x="4630" y="1343"/>
                </a:lnTo>
                <a:lnTo>
                  <a:pt x="4629" y="1343"/>
                </a:lnTo>
                <a:lnTo>
                  <a:pt x="4629" y="1344"/>
                </a:lnTo>
                <a:lnTo>
                  <a:pt x="4628" y="1344"/>
                </a:lnTo>
                <a:lnTo>
                  <a:pt x="4628" y="1345"/>
                </a:lnTo>
                <a:lnTo>
                  <a:pt x="4627" y="1345"/>
                </a:lnTo>
                <a:lnTo>
                  <a:pt x="4626" y="1345"/>
                </a:lnTo>
                <a:lnTo>
                  <a:pt x="4626" y="1346"/>
                </a:lnTo>
                <a:lnTo>
                  <a:pt x="4625" y="1346"/>
                </a:lnTo>
                <a:lnTo>
                  <a:pt x="4625" y="1347"/>
                </a:lnTo>
                <a:lnTo>
                  <a:pt x="4624" y="1347"/>
                </a:lnTo>
                <a:lnTo>
                  <a:pt x="4623" y="1347"/>
                </a:lnTo>
                <a:lnTo>
                  <a:pt x="4622" y="1347"/>
                </a:lnTo>
                <a:lnTo>
                  <a:pt x="4622" y="1348"/>
                </a:lnTo>
                <a:lnTo>
                  <a:pt x="4621" y="1348"/>
                </a:lnTo>
                <a:lnTo>
                  <a:pt x="4620" y="1348"/>
                </a:lnTo>
                <a:lnTo>
                  <a:pt x="4620" y="1349"/>
                </a:lnTo>
                <a:lnTo>
                  <a:pt x="4619" y="1349"/>
                </a:lnTo>
                <a:lnTo>
                  <a:pt x="4619" y="1350"/>
                </a:lnTo>
                <a:lnTo>
                  <a:pt x="4618" y="1350"/>
                </a:lnTo>
                <a:lnTo>
                  <a:pt x="4618" y="1351"/>
                </a:lnTo>
                <a:lnTo>
                  <a:pt x="4618" y="1350"/>
                </a:lnTo>
                <a:lnTo>
                  <a:pt x="4619" y="1350"/>
                </a:lnTo>
                <a:lnTo>
                  <a:pt x="4619" y="1351"/>
                </a:lnTo>
                <a:lnTo>
                  <a:pt x="4618" y="1351"/>
                </a:lnTo>
                <a:lnTo>
                  <a:pt x="4618" y="1352"/>
                </a:lnTo>
                <a:lnTo>
                  <a:pt x="4618" y="1353"/>
                </a:lnTo>
                <a:lnTo>
                  <a:pt x="4617" y="1353"/>
                </a:lnTo>
                <a:lnTo>
                  <a:pt x="4618" y="1353"/>
                </a:lnTo>
                <a:lnTo>
                  <a:pt x="4618" y="1354"/>
                </a:lnTo>
                <a:lnTo>
                  <a:pt x="4617" y="1354"/>
                </a:lnTo>
                <a:lnTo>
                  <a:pt x="4617" y="1355"/>
                </a:lnTo>
                <a:lnTo>
                  <a:pt x="4616" y="1355"/>
                </a:lnTo>
                <a:lnTo>
                  <a:pt x="4617" y="1355"/>
                </a:lnTo>
                <a:lnTo>
                  <a:pt x="4616" y="1355"/>
                </a:lnTo>
                <a:lnTo>
                  <a:pt x="4615" y="1355"/>
                </a:lnTo>
                <a:lnTo>
                  <a:pt x="4615" y="1356"/>
                </a:lnTo>
                <a:lnTo>
                  <a:pt x="4614" y="1356"/>
                </a:lnTo>
                <a:lnTo>
                  <a:pt x="4613" y="1356"/>
                </a:lnTo>
                <a:lnTo>
                  <a:pt x="4613" y="1357"/>
                </a:lnTo>
                <a:lnTo>
                  <a:pt x="4612" y="1357"/>
                </a:lnTo>
                <a:lnTo>
                  <a:pt x="4611" y="1357"/>
                </a:lnTo>
                <a:lnTo>
                  <a:pt x="4610" y="1357"/>
                </a:lnTo>
                <a:lnTo>
                  <a:pt x="4610" y="1358"/>
                </a:lnTo>
                <a:lnTo>
                  <a:pt x="4609" y="1358"/>
                </a:lnTo>
                <a:lnTo>
                  <a:pt x="4608" y="1358"/>
                </a:lnTo>
                <a:lnTo>
                  <a:pt x="4607" y="1358"/>
                </a:lnTo>
                <a:lnTo>
                  <a:pt x="4607" y="1359"/>
                </a:lnTo>
                <a:lnTo>
                  <a:pt x="4606" y="1359"/>
                </a:lnTo>
                <a:lnTo>
                  <a:pt x="4605" y="1359"/>
                </a:lnTo>
                <a:lnTo>
                  <a:pt x="4606" y="1359"/>
                </a:lnTo>
                <a:lnTo>
                  <a:pt x="4605" y="1359"/>
                </a:lnTo>
                <a:lnTo>
                  <a:pt x="4605" y="1360"/>
                </a:lnTo>
                <a:lnTo>
                  <a:pt x="4605" y="1361"/>
                </a:lnTo>
                <a:lnTo>
                  <a:pt x="4604" y="1361"/>
                </a:lnTo>
                <a:lnTo>
                  <a:pt x="4604" y="1362"/>
                </a:lnTo>
                <a:lnTo>
                  <a:pt x="4604" y="1363"/>
                </a:lnTo>
                <a:lnTo>
                  <a:pt x="4604" y="1364"/>
                </a:lnTo>
                <a:lnTo>
                  <a:pt x="4603" y="1364"/>
                </a:lnTo>
                <a:lnTo>
                  <a:pt x="4602" y="1364"/>
                </a:lnTo>
                <a:lnTo>
                  <a:pt x="4602" y="1365"/>
                </a:lnTo>
                <a:lnTo>
                  <a:pt x="4601" y="1365"/>
                </a:lnTo>
                <a:lnTo>
                  <a:pt x="4600" y="1365"/>
                </a:lnTo>
                <a:lnTo>
                  <a:pt x="4599" y="1366"/>
                </a:lnTo>
                <a:lnTo>
                  <a:pt x="4598" y="1366"/>
                </a:lnTo>
                <a:lnTo>
                  <a:pt x="4598" y="1367"/>
                </a:lnTo>
                <a:lnTo>
                  <a:pt x="4598" y="1368"/>
                </a:lnTo>
                <a:lnTo>
                  <a:pt x="4598" y="1369"/>
                </a:lnTo>
                <a:lnTo>
                  <a:pt x="4599" y="1369"/>
                </a:lnTo>
                <a:lnTo>
                  <a:pt x="4599" y="1370"/>
                </a:lnTo>
                <a:lnTo>
                  <a:pt x="4598" y="1370"/>
                </a:lnTo>
                <a:lnTo>
                  <a:pt x="4598" y="1371"/>
                </a:lnTo>
                <a:lnTo>
                  <a:pt x="4597" y="1371"/>
                </a:lnTo>
                <a:lnTo>
                  <a:pt x="4597" y="1370"/>
                </a:lnTo>
                <a:lnTo>
                  <a:pt x="4597" y="1371"/>
                </a:lnTo>
                <a:lnTo>
                  <a:pt x="4597" y="1370"/>
                </a:lnTo>
                <a:lnTo>
                  <a:pt x="4596" y="1370"/>
                </a:lnTo>
                <a:lnTo>
                  <a:pt x="4596" y="1371"/>
                </a:lnTo>
                <a:lnTo>
                  <a:pt x="4596" y="1370"/>
                </a:lnTo>
                <a:lnTo>
                  <a:pt x="4597" y="1370"/>
                </a:lnTo>
                <a:lnTo>
                  <a:pt x="4598" y="1370"/>
                </a:lnTo>
                <a:lnTo>
                  <a:pt x="4599" y="1370"/>
                </a:lnTo>
                <a:lnTo>
                  <a:pt x="4599" y="1369"/>
                </a:lnTo>
                <a:lnTo>
                  <a:pt x="4598" y="1369"/>
                </a:lnTo>
                <a:lnTo>
                  <a:pt x="4598" y="1367"/>
                </a:lnTo>
                <a:lnTo>
                  <a:pt x="4598" y="1366"/>
                </a:lnTo>
                <a:lnTo>
                  <a:pt x="4598" y="1367"/>
                </a:lnTo>
                <a:lnTo>
                  <a:pt x="4597" y="1367"/>
                </a:lnTo>
                <a:lnTo>
                  <a:pt x="4596" y="1368"/>
                </a:lnTo>
                <a:lnTo>
                  <a:pt x="4596" y="1369"/>
                </a:lnTo>
                <a:lnTo>
                  <a:pt x="4595" y="1369"/>
                </a:lnTo>
                <a:lnTo>
                  <a:pt x="4595" y="1370"/>
                </a:lnTo>
                <a:lnTo>
                  <a:pt x="4594" y="1370"/>
                </a:lnTo>
                <a:lnTo>
                  <a:pt x="4593" y="1370"/>
                </a:lnTo>
                <a:lnTo>
                  <a:pt x="4593" y="1371"/>
                </a:lnTo>
                <a:lnTo>
                  <a:pt x="4592" y="1371"/>
                </a:lnTo>
                <a:lnTo>
                  <a:pt x="4592" y="1372"/>
                </a:lnTo>
                <a:lnTo>
                  <a:pt x="4591" y="1372"/>
                </a:lnTo>
                <a:lnTo>
                  <a:pt x="4591" y="1373"/>
                </a:lnTo>
                <a:lnTo>
                  <a:pt x="4590" y="1373"/>
                </a:lnTo>
                <a:lnTo>
                  <a:pt x="4589" y="1373"/>
                </a:lnTo>
                <a:lnTo>
                  <a:pt x="4588" y="1373"/>
                </a:lnTo>
                <a:lnTo>
                  <a:pt x="4588" y="1374"/>
                </a:lnTo>
                <a:lnTo>
                  <a:pt x="4588" y="1375"/>
                </a:lnTo>
                <a:lnTo>
                  <a:pt x="4590" y="1375"/>
                </a:lnTo>
                <a:lnTo>
                  <a:pt x="4590" y="1374"/>
                </a:lnTo>
                <a:lnTo>
                  <a:pt x="4591" y="1374"/>
                </a:lnTo>
                <a:lnTo>
                  <a:pt x="4593" y="1374"/>
                </a:lnTo>
                <a:lnTo>
                  <a:pt x="4593" y="1373"/>
                </a:lnTo>
                <a:lnTo>
                  <a:pt x="4594" y="1373"/>
                </a:lnTo>
                <a:lnTo>
                  <a:pt x="4594" y="1372"/>
                </a:lnTo>
                <a:lnTo>
                  <a:pt x="4594" y="1371"/>
                </a:lnTo>
                <a:lnTo>
                  <a:pt x="4594" y="1372"/>
                </a:lnTo>
                <a:lnTo>
                  <a:pt x="4594" y="1373"/>
                </a:lnTo>
                <a:lnTo>
                  <a:pt x="4593" y="1374"/>
                </a:lnTo>
                <a:lnTo>
                  <a:pt x="4592" y="1374"/>
                </a:lnTo>
                <a:lnTo>
                  <a:pt x="4592" y="1375"/>
                </a:lnTo>
                <a:lnTo>
                  <a:pt x="4591" y="1375"/>
                </a:lnTo>
                <a:lnTo>
                  <a:pt x="4590" y="1375"/>
                </a:lnTo>
                <a:lnTo>
                  <a:pt x="4590" y="1376"/>
                </a:lnTo>
                <a:lnTo>
                  <a:pt x="4591" y="1376"/>
                </a:lnTo>
                <a:lnTo>
                  <a:pt x="4590" y="1376"/>
                </a:lnTo>
                <a:lnTo>
                  <a:pt x="4590" y="1375"/>
                </a:lnTo>
                <a:lnTo>
                  <a:pt x="4589" y="1375"/>
                </a:lnTo>
                <a:lnTo>
                  <a:pt x="4588" y="1375"/>
                </a:lnTo>
                <a:lnTo>
                  <a:pt x="4588" y="1376"/>
                </a:lnTo>
                <a:lnTo>
                  <a:pt x="4587" y="1376"/>
                </a:lnTo>
                <a:lnTo>
                  <a:pt x="4586" y="1377"/>
                </a:lnTo>
                <a:lnTo>
                  <a:pt x="4585" y="1377"/>
                </a:lnTo>
                <a:lnTo>
                  <a:pt x="4585" y="1378"/>
                </a:lnTo>
                <a:lnTo>
                  <a:pt x="4585" y="1379"/>
                </a:lnTo>
                <a:lnTo>
                  <a:pt x="4585" y="1380"/>
                </a:lnTo>
                <a:lnTo>
                  <a:pt x="4586" y="1380"/>
                </a:lnTo>
                <a:lnTo>
                  <a:pt x="4586" y="1382"/>
                </a:lnTo>
                <a:lnTo>
                  <a:pt x="4585" y="1382"/>
                </a:lnTo>
                <a:lnTo>
                  <a:pt x="4585" y="1383"/>
                </a:lnTo>
                <a:lnTo>
                  <a:pt x="4586" y="1383"/>
                </a:lnTo>
                <a:lnTo>
                  <a:pt x="4585" y="1383"/>
                </a:lnTo>
                <a:lnTo>
                  <a:pt x="4586" y="1383"/>
                </a:lnTo>
                <a:lnTo>
                  <a:pt x="4586" y="1384"/>
                </a:lnTo>
                <a:lnTo>
                  <a:pt x="4586" y="1385"/>
                </a:lnTo>
                <a:lnTo>
                  <a:pt x="4586" y="1386"/>
                </a:lnTo>
                <a:lnTo>
                  <a:pt x="4585" y="1386"/>
                </a:lnTo>
                <a:lnTo>
                  <a:pt x="4585" y="1387"/>
                </a:lnTo>
                <a:lnTo>
                  <a:pt x="4585" y="1388"/>
                </a:lnTo>
                <a:lnTo>
                  <a:pt x="4584" y="1388"/>
                </a:lnTo>
                <a:lnTo>
                  <a:pt x="4584" y="1389"/>
                </a:lnTo>
                <a:lnTo>
                  <a:pt x="4584" y="1390"/>
                </a:lnTo>
                <a:lnTo>
                  <a:pt x="4584" y="1391"/>
                </a:lnTo>
                <a:lnTo>
                  <a:pt x="4585" y="1391"/>
                </a:lnTo>
                <a:lnTo>
                  <a:pt x="4585" y="1392"/>
                </a:lnTo>
                <a:lnTo>
                  <a:pt x="4585" y="1393"/>
                </a:lnTo>
                <a:lnTo>
                  <a:pt x="4585" y="1392"/>
                </a:lnTo>
                <a:lnTo>
                  <a:pt x="4584" y="1392"/>
                </a:lnTo>
                <a:lnTo>
                  <a:pt x="4584" y="1391"/>
                </a:lnTo>
                <a:lnTo>
                  <a:pt x="4584" y="1392"/>
                </a:lnTo>
                <a:lnTo>
                  <a:pt x="4583" y="1392"/>
                </a:lnTo>
                <a:lnTo>
                  <a:pt x="4583" y="1393"/>
                </a:lnTo>
                <a:lnTo>
                  <a:pt x="4582" y="1393"/>
                </a:lnTo>
                <a:lnTo>
                  <a:pt x="4582" y="1394"/>
                </a:lnTo>
                <a:lnTo>
                  <a:pt x="4583" y="1394"/>
                </a:lnTo>
                <a:lnTo>
                  <a:pt x="4584" y="1394"/>
                </a:lnTo>
                <a:lnTo>
                  <a:pt x="4584" y="1393"/>
                </a:lnTo>
                <a:lnTo>
                  <a:pt x="4584" y="1394"/>
                </a:lnTo>
                <a:lnTo>
                  <a:pt x="4583" y="1394"/>
                </a:lnTo>
                <a:lnTo>
                  <a:pt x="4581" y="1394"/>
                </a:lnTo>
                <a:lnTo>
                  <a:pt x="4581" y="1395"/>
                </a:lnTo>
                <a:lnTo>
                  <a:pt x="4580" y="1395"/>
                </a:lnTo>
                <a:lnTo>
                  <a:pt x="4580" y="1396"/>
                </a:lnTo>
                <a:lnTo>
                  <a:pt x="4580" y="1397"/>
                </a:lnTo>
                <a:lnTo>
                  <a:pt x="4580" y="1398"/>
                </a:lnTo>
                <a:lnTo>
                  <a:pt x="4581" y="1398"/>
                </a:lnTo>
                <a:lnTo>
                  <a:pt x="4581" y="1399"/>
                </a:lnTo>
                <a:lnTo>
                  <a:pt x="4582" y="1399"/>
                </a:lnTo>
                <a:lnTo>
                  <a:pt x="4582" y="1400"/>
                </a:lnTo>
                <a:lnTo>
                  <a:pt x="4583" y="1400"/>
                </a:lnTo>
                <a:lnTo>
                  <a:pt x="4583" y="1401"/>
                </a:lnTo>
                <a:lnTo>
                  <a:pt x="4583" y="1402"/>
                </a:lnTo>
                <a:lnTo>
                  <a:pt x="4583" y="1403"/>
                </a:lnTo>
                <a:lnTo>
                  <a:pt x="4584" y="1403"/>
                </a:lnTo>
                <a:lnTo>
                  <a:pt x="4585" y="1404"/>
                </a:lnTo>
                <a:lnTo>
                  <a:pt x="4585" y="1403"/>
                </a:lnTo>
                <a:lnTo>
                  <a:pt x="4584" y="1402"/>
                </a:lnTo>
                <a:lnTo>
                  <a:pt x="4584" y="1401"/>
                </a:lnTo>
                <a:lnTo>
                  <a:pt x="4584" y="1400"/>
                </a:lnTo>
                <a:lnTo>
                  <a:pt x="4584" y="1399"/>
                </a:lnTo>
                <a:lnTo>
                  <a:pt x="4583" y="1399"/>
                </a:lnTo>
                <a:lnTo>
                  <a:pt x="4583" y="1398"/>
                </a:lnTo>
                <a:lnTo>
                  <a:pt x="4582" y="1398"/>
                </a:lnTo>
                <a:lnTo>
                  <a:pt x="4583" y="1398"/>
                </a:lnTo>
                <a:lnTo>
                  <a:pt x="4583" y="1399"/>
                </a:lnTo>
                <a:lnTo>
                  <a:pt x="4584" y="1399"/>
                </a:lnTo>
                <a:lnTo>
                  <a:pt x="4584" y="1400"/>
                </a:lnTo>
                <a:lnTo>
                  <a:pt x="4584" y="1401"/>
                </a:lnTo>
                <a:lnTo>
                  <a:pt x="4584" y="1402"/>
                </a:lnTo>
                <a:lnTo>
                  <a:pt x="4585" y="1402"/>
                </a:lnTo>
                <a:lnTo>
                  <a:pt x="4585" y="1403"/>
                </a:lnTo>
                <a:lnTo>
                  <a:pt x="4586" y="1403"/>
                </a:lnTo>
                <a:lnTo>
                  <a:pt x="4586" y="1404"/>
                </a:lnTo>
                <a:lnTo>
                  <a:pt x="4586" y="1403"/>
                </a:lnTo>
                <a:lnTo>
                  <a:pt x="4586" y="1402"/>
                </a:lnTo>
                <a:lnTo>
                  <a:pt x="4586" y="1401"/>
                </a:lnTo>
                <a:lnTo>
                  <a:pt x="4587" y="1401"/>
                </a:lnTo>
                <a:lnTo>
                  <a:pt x="4587" y="1400"/>
                </a:lnTo>
                <a:lnTo>
                  <a:pt x="4586" y="1400"/>
                </a:lnTo>
                <a:lnTo>
                  <a:pt x="4587" y="1400"/>
                </a:lnTo>
                <a:lnTo>
                  <a:pt x="4587" y="1401"/>
                </a:lnTo>
                <a:lnTo>
                  <a:pt x="4586" y="1401"/>
                </a:lnTo>
                <a:lnTo>
                  <a:pt x="4586" y="1402"/>
                </a:lnTo>
                <a:lnTo>
                  <a:pt x="4586" y="1403"/>
                </a:lnTo>
                <a:lnTo>
                  <a:pt x="4587" y="1403"/>
                </a:lnTo>
                <a:lnTo>
                  <a:pt x="4588" y="1404"/>
                </a:lnTo>
                <a:lnTo>
                  <a:pt x="4588" y="1405"/>
                </a:lnTo>
                <a:lnTo>
                  <a:pt x="4589" y="1405"/>
                </a:lnTo>
                <a:lnTo>
                  <a:pt x="4589" y="1406"/>
                </a:lnTo>
                <a:lnTo>
                  <a:pt x="4589" y="1405"/>
                </a:lnTo>
                <a:lnTo>
                  <a:pt x="4589" y="1407"/>
                </a:lnTo>
                <a:lnTo>
                  <a:pt x="4587" y="1407"/>
                </a:lnTo>
                <a:lnTo>
                  <a:pt x="4586" y="1407"/>
                </a:lnTo>
                <a:lnTo>
                  <a:pt x="4585" y="1407"/>
                </a:lnTo>
                <a:lnTo>
                  <a:pt x="4584" y="1407"/>
                </a:lnTo>
                <a:lnTo>
                  <a:pt x="4583" y="1407"/>
                </a:lnTo>
                <a:lnTo>
                  <a:pt x="4582" y="1406"/>
                </a:lnTo>
                <a:lnTo>
                  <a:pt x="4581" y="1406"/>
                </a:lnTo>
                <a:lnTo>
                  <a:pt x="4580" y="1406"/>
                </a:lnTo>
                <a:lnTo>
                  <a:pt x="4579" y="1406"/>
                </a:lnTo>
                <a:lnTo>
                  <a:pt x="4578" y="1406"/>
                </a:lnTo>
                <a:lnTo>
                  <a:pt x="4577" y="1406"/>
                </a:lnTo>
                <a:lnTo>
                  <a:pt x="4576" y="1406"/>
                </a:lnTo>
                <a:lnTo>
                  <a:pt x="4576" y="1405"/>
                </a:lnTo>
                <a:lnTo>
                  <a:pt x="4576" y="1404"/>
                </a:lnTo>
                <a:lnTo>
                  <a:pt x="4576" y="1403"/>
                </a:lnTo>
                <a:lnTo>
                  <a:pt x="4576" y="1402"/>
                </a:lnTo>
                <a:lnTo>
                  <a:pt x="4576" y="1401"/>
                </a:lnTo>
                <a:lnTo>
                  <a:pt x="4576" y="1400"/>
                </a:lnTo>
                <a:lnTo>
                  <a:pt x="4576" y="1399"/>
                </a:lnTo>
                <a:lnTo>
                  <a:pt x="4576" y="1398"/>
                </a:lnTo>
                <a:lnTo>
                  <a:pt x="4577" y="1398"/>
                </a:lnTo>
                <a:lnTo>
                  <a:pt x="4576" y="1398"/>
                </a:lnTo>
                <a:lnTo>
                  <a:pt x="4576" y="1397"/>
                </a:lnTo>
                <a:lnTo>
                  <a:pt x="4577" y="1397"/>
                </a:lnTo>
                <a:lnTo>
                  <a:pt x="4577" y="1396"/>
                </a:lnTo>
                <a:lnTo>
                  <a:pt x="4577" y="1395"/>
                </a:lnTo>
                <a:lnTo>
                  <a:pt x="4577" y="1394"/>
                </a:lnTo>
                <a:lnTo>
                  <a:pt x="4577" y="1395"/>
                </a:lnTo>
                <a:lnTo>
                  <a:pt x="4576" y="1395"/>
                </a:lnTo>
                <a:lnTo>
                  <a:pt x="4576" y="1394"/>
                </a:lnTo>
                <a:lnTo>
                  <a:pt x="4575" y="1394"/>
                </a:lnTo>
                <a:lnTo>
                  <a:pt x="4574" y="1394"/>
                </a:lnTo>
                <a:lnTo>
                  <a:pt x="4574" y="1395"/>
                </a:lnTo>
                <a:lnTo>
                  <a:pt x="4573" y="1395"/>
                </a:lnTo>
                <a:lnTo>
                  <a:pt x="4572" y="1395"/>
                </a:lnTo>
                <a:lnTo>
                  <a:pt x="4572" y="1396"/>
                </a:lnTo>
                <a:lnTo>
                  <a:pt x="4572" y="1397"/>
                </a:lnTo>
                <a:lnTo>
                  <a:pt x="4571" y="1397"/>
                </a:lnTo>
                <a:lnTo>
                  <a:pt x="4571" y="1398"/>
                </a:lnTo>
                <a:lnTo>
                  <a:pt x="4571" y="1399"/>
                </a:lnTo>
                <a:lnTo>
                  <a:pt x="4571" y="1400"/>
                </a:lnTo>
                <a:lnTo>
                  <a:pt x="4571" y="1402"/>
                </a:lnTo>
                <a:lnTo>
                  <a:pt x="4571" y="1403"/>
                </a:lnTo>
                <a:lnTo>
                  <a:pt x="4571" y="1404"/>
                </a:lnTo>
                <a:lnTo>
                  <a:pt x="4570" y="1404"/>
                </a:lnTo>
                <a:lnTo>
                  <a:pt x="4569" y="1405"/>
                </a:lnTo>
                <a:lnTo>
                  <a:pt x="4568" y="1405"/>
                </a:lnTo>
                <a:lnTo>
                  <a:pt x="4567" y="1405"/>
                </a:lnTo>
                <a:lnTo>
                  <a:pt x="4566" y="1405"/>
                </a:lnTo>
                <a:lnTo>
                  <a:pt x="4566" y="1406"/>
                </a:lnTo>
                <a:lnTo>
                  <a:pt x="4565" y="1405"/>
                </a:lnTo>
                <a:lnTo>
                  <a:pt x="4564" y="1404"/>
                </a:lnTo>
                <a:lnTo>
                  <a:pt x="4563" y="1404"/>
                </a:lnTo>
                <a:lnTo>
                  <a:pt x="4564" y="1404"/>
                </a:lnTo>
                <a:lnTo>
                  <a:pt x="4563" y="1405"/>
                </a:lnTo>
                <a:lnTo>
                  <a:pt x="4562" y="1405"/>
                </a:lnTo>
                <a:lnTo>
                  <a:pt x="4561" y="1405"/>
                </a:lnTo>
                <a:lnTo>
                  <a:pt x="4560" y="1405"/>
                </a:lnTo>
                <a:lnTo>
                  <a:pt x="4557" y="1406"/>
                </a:lnTo>
                <a:lnTo>
                  <a:pt x="4556" y="1406"/>
                </a:lnTo>
                <a:lnTo>
                  <a:pt x="4555" y="1407"/>
                </a:lnTo>
                <a:lnTo>
                  <a:pt x="4554" y="1407"/>
                </a:lnTo>
                <a:lnTo>
                  <a:pt x="4552" y="1408"/>
                </a:lnTo>
                <a:lnTo>
                  <a:pt x="4551" y="1408"/>
                </a:lnTo>
                <a:lnTo>
                  <a:pt x="4548" y="1407"/>
                </a:lnTo>
                <a:lnTo>
                  <a:pt x="4547" y="1406"/>
                </a:lnTo>
                <a:lnTo>
                  <a:pt x="4546" y="1406"/>
                </a:lnTo>
                <a:lnTo>
                  <a:pt x="4544" y="1406"/>
                </a:lnTo>
                <a:lnTo>
                  <a:pt x="4543" y="1406"/>
                </a:lnTo>
                <a:lnTo>
                  <a:pt x="4543" y="1405"/>
                </a:lnTo>
                <a:lnTo>
                  <a:pt x="4542" y="1405"/>
                </a:lnTo>
                <a:lnTo>
                  <a:pt x="4541" y="1405"/>
                </a:lnTo>
                <a:lnTo>
                  <a:pt x="4540" y="1405"/>
                </a:lnTo>
                <a:lnTo>
                  <a:pt x="4539" y="1405"/>
                </a:lnTo>
                <a:lnTo>
                  <a:pt x="4538" y="1405"/>
                </a:lnTo>
                <a:lnTo>
                  <a:pt x="4537" y="1405"/>
                </a:lnTo>
                <a:lnTo>
                  <a:pt x="4536" y="1405"/>
                </a:lnTo>
                <a:lnTo>
                  <a:pt x="4537" y="1404"/>
                </a:lnTo>
                <a:lnTo>
                  <a:pt x="4536" y="1404"/>
                </a:lnTo>
                <a:lnTo>
                  <a:pt x="4535" y="1404"/>
                </a:lnTo>
                <a:lnTo>
                  <a:pt x="4534" y="1405"/>
                </a:lnTo>
                <a:lnTo>
                  <a:pt x="4533" y="1405"/>
                </a:lnTo>
                <a:lnTo>
                  <a:pt x="4532" y="1405"/>
                </a:lnTo>
                <a:lnTo>
                  <a:pt x="4529" y="1405"/>
                </a:lnTo>
                <a:lnTo>
                  <a:pt x="4528" y="1406"/>
                </a:lnTo>
                <a:lnTo>
                  <a:pt x="4528" y="1405"/>
                </a:lnTo>
                <a:lnTo>
                  <a:pt x="4524" y="1406"/>
                </a:lnTo>
                <a:lnTo>
                  <a:pt x="4523" y="1405"/>
                </a:lnTo>
                <a:lnTo>
                  <a:pt x="4522" y="1405"/>
                </a:lnTo>
                <a:lnTo>
                  <a:pt x="4520" y="1404"/>
                </a:lnTo>
                <a:lnTo>
                  <a:pt x="4520" y="1403"/>
                </a:lnTo>
                <a:lnTo>
                  <a:pt x="4520" y="1402"/>
                </a:lnTo>
                <a:lnTo>
                  <a:pt x="4519" y="1402"/>
                </a:lnTo>
                <a:lnTo>
                  <a:pt x="4520" y="1404"/>
                </a:lnTo>
                <a:lnTo>
                  <a:pt x="4520" y="1405"/>
                </a:lnTo>
                <a:lnTo>
                  <a:pt x="4519" y="1405"/>
                </a:lnTo>
                <a:lnTo>
                  <a:pt x="4518" y="1405"/>
                </a:lnTo>
                <a:lnTo>
                  <a:pt x="4518" y="1406"/>
                </a:lnTo>
                <a:lnTo>
                  <a:pt x="4519" y="1406"/>
                </a:lnTo>
                <a:lnTo>
                  <a:pt x="4519" y="1407"/>
                </a:lnTo>
                <a:lnTo>
                  <a:pt x="4519" y="1408"/>
                </a:lnTo>
                <a:lnTo>
                  <a:pt x="4518" y="1408"/>
                </a:lnTo>
                <a:lnTo>
                  <a:pt x="4518" y="1409"/>
                </a:lnTo>
                <a:lnTo>
                  <a:pt x="4517" y="1409"/>
                </a:lnTo>
                <a:lnTo>
                  <a:pt x="4516" y="1410"/>
                </a:lnTo>
                <a:lnTo>
                  <a:pt x="4515" y="1410"/>
                </a:lnTo>
                <a:lnTo>
                  <a:pt x="4515" y="1411"/>
                </a:lnTo>
                <a:lnTo>
                  <a:pt x="4514" y="1411"/>
                </a:lnTo>
                <a:lnTo>
                  <a:pt x="4514" y="1410"/>
                </a:lnTo>
                <a:lnTo>
                  <a:pt x="4513" y="1410"/>
                </a:lnTo>
                <a:lnTo>
                  <a:pt x="4514" y="1410"/>
                </a:lnTo>
                <a:lnTo>
                  <a:pt x="4513" y="1410"/>
                </a:lnTo>
                <a:lnTo>
                  <a:pt x="4513" y="1409"/>
                </a:lnTo>
                <a:lnTo>
                  <a:pt x="4512" y="1409"/>
                </a:lnTo>
                <a:lnTo>
                  <a:pt x="4512" y="1410"/>
                </a:lnTo>
                <a:lnTo>
                  <a:pt x="4512" y="1411"/>
                </a:lnTo>
                <a:lnTo>
                  <a:pt x="4512" y="1412"/>
                </a:lnTo>
                <a:lnTo>
                  <a:pt x="4511" y="1412"/>
                </a:lnTo>
                <a:lnTo>
                  <a:pt x="4510" y="1412"/>
                </a:lnTo>
                <a:lnTo>
                  <a:pt x="4511" y="1412"/>
                </a:lnTo>
                <a:lnTo>
                  <a:pt x="4511" y="1411"/>
                </a:lnTo>
                <a:lnTo>
                  <a:pt x="4510" y="1410"/>
                </a:lnTo>
                <a:lnTo>
                  <a:pt x="4510" y="1409"/>
                </a:lnTo>
                <a:lnTo>
                  <a:pt x="4509" y="1409"/>
                </a:lnTo>
                <a:lnTo>
                  <a:pt x="4508" y="1409"/>
                </a:lnTo>
                <a:lnTo>
                  <a:pt x="4508" y="1410"/>
                </a:lnTo>
                <a:lnTo>
                  <a:pt x="4508" y="1411"/>
                </a:lnTo>
                <a:lnTo>
                  <a:pt x="4506" y="1411"/>
                </a:lnTo>
                <a:lnTo>
                  <a:pt x="4506" y="1412"/>
                </a:lnTo>
                <a:lnTo>
                  <a:pt x="4505" y="1412"/>
                </a:lnTo>
                <a:lnTo>
                  <a:pt x="4505" y="1411"/>
                </a:lnTo>
                <a:lnTo>
                  <a:pt x="4504" y="1411"/>
                </a:lnTo>
                <a:lnTo>
                  <a:pt x="4504" y="1412"/>
                </a:lnTo>
                <a:lnTo>
                  <a:pt x="4503" y="1412"/>
                </a:lnTo>
                <a:lnTo>
                  <a:pt x="4503" y="1413"/>
                </a:lnTo>
                <a:lnTo>
                  <a:pt x="4503" y="1412"/>
                </a:lnTo>
                <a:lnTo>
                  <a:pt x="4504" y="1412"/>
                </a:lnTo>
                <a:lnTo>
                  <a:pt x="4504" y="1413"/>
                </a:lnTo>
                <a:lnTo>
                  <a:pt x="4503" y="1413"/>
                </a:lnTo>
                <a:lnTo>
                  <a:pt x="4502" y="1413"/>
                </a:lnTo>
                <a:lnTo>
                  <a:pt x="4501" y="1414"/>
                </a:lnTo>
                <a:lnTo>
                  <a:pt x="4500" y="1415"/>
                </a:lnTo>
                <a:lnTo>
                  <a:pt x="4499" y="1415"/>
                </a:lnTo>
                <a:lnTo>
                  <a:pt x="4498" y="1414"/>
                </a:lnTo>
                <a:lnTo>
                  <a:pt x="4498" y="1415"/>
                </a:lnTo>
                <a:lnTo>
                  <a:pt x="4497" y="1415"/>
                </a:lnTo>
                <a:lnTo>
                  <a:pt x="4496" y="1415"/>
                </a:lnTo>
                <a:lnTo>
                  <a:pt x="4496" y="1414"/>
                </a:lnTo>
                <a:lnTo>
                  <a:pt x="4497" y="1413"/>
                </a:lnTo>
                <a:lnTo>
                  <a:pt x="4498" y="1413"/>
                </a:lnTo>
                <a:lnTo>
                  <a:pt x="4499" y="1413"/>
                </a:lnTo>
                <a:lnTo>
                  <a:pt x="4499" y="1412"/>
                </a:lnTo>
                <a:lnTo>
                  <a:pt x="4498" y="1412"/>
                </a:lnTo>
                <a:lnTo>
                  <a:pt x="4497" y="1412"/>
                </a:lnTo>
                <a:lnTo>
                  <a:pt x="4497" y="1411"/>
                </a:lnTo>
                <a:lnTo>
                  <a:pt x="4497" y="1410"/>
                </a:lnTo>
                <a:lnTo>
                  <a:pt x="4498" y="1409"/>
                </a:lnTo>
                <a:lnTo>
                  <a:pt x="4498" y="1408"/>
                </a:lnTo>
                <a:lnTo>
                  <a:pt x="4498" y="1409"/>
                </a:lnTo>
                <a:lnTo>
                  <a:pt x="4497" y="1409"/>
                </a:lnTo>
                <a:lnTo>
                  <a:pt x="4496" y="1410"/>
                </a:lnTo>
                <a:lnTo>
                  <a:pt x="4497" y="1411"/>
                </a:lnTo>
                <a:lnTo>
                  <a:pt x="4497" y="1412"/>
                </a:lnTo>
                <a:lnTo>
                  <a:pt x="4496" y="1413"/>
                </a:lnTo>
                <a:lnTo>
                  <a:pt x="4495" y="1413"/>
                </a:lnTo>
                <a:lnTo>
                  <a:pt x="4494" y="1413"/>
                </a:lnTo>
                <a:lnTo>
                  <a:pt x="4492" y="1413"/>
                </a:lnTo>
                <a:lnTo>
                  <a:pt x="4492" y="1412"/>
                </a:lnTo>
                <a:lnTo>
                  <a:pt x="4491" y="1412"/>
                </a:lnTo>
                <a:lnTo>
                  <a:pt x="4490" y="1413"/>
                </a:lnTo>
                <a:lnTo>
                  <a:pt x="4489" y="1413"/>
                </a:lnTo>
                <a:lnTo>
                  <a:pt x="4488" y="1412"/>
                </a:lnTo>
                <a:lnTo>
                  <a:pt x="4488" y="1411"/>
                </a:lnTo>
                <a:lnTo>
                  <a:pt x="4487" y="1410"/>
                </a:lnTo>
                <a:lnTo>
                  <a:pt x="4487" y="1409"/>
                </a:lnTo>
                <a:lnTo>
                  <a:pt x="4486" y="1409"/>
                </a:lnTo>
                <a:lnTo>
                  <a:pt x="4486" y="1410"/>
                </a:lnTo>
                <a:lnTo>
                  <a:pt x="4488" y="1412"/>
                </a:lnTo>
                <a:lnTo>
                  <a:pt x="4487" y="1412"/>
                </a:lnTo>
                <a:lnTo>
                  <a:pt x="4485" y="1412"/>
                </a:lnTo>
                <a:lnTo>
                  <a:pt x="4486" y="1414"/>
                </a:lnTo>
                <a:lnTo>
                  <a:pt x="4485" y="1414"/>
                </a:lnTo>
                <a:lnTo>
                  <a:pt x="4484" y="1413"/>
                </a:lnTo>
                <a:lnTo>
                  <a:pt x="4483" y="1413"/>
                </a:lnTo>
                <a:lnTo>
                  <a:pt x="4483" y="1414"/>
                </a:lnTo>
                <a:lnTo>
                  <a:pt x="4484" y="1414"/>
                </a:lnTo>
                <a:lnTo>
                  <a:pt x="4485" y="1414"/>
                </a:lnTo>
                <a:lnTo>
                  <a:pt x="4486" y="1415"/>
                </a:lnTo>
                <a:lnTo>
                  <a:pt x="4486" y="1416"/>
                </a:lnTo>
                <a:lnTo>
                  <a:pt x="4485" y="1416"/>
                </a:lnTo>
                <a:lnTo>
                  <a:pt x="4485" y="1417"/>
                </a:lnTo>
                <a:lnTo>
                  <a:pt x="4486" y="1417"/>
                </a:lnTo>
                <a:lnTo>
                  <a:pt x="4486" y="1418"/>
                </a:lnTo>
                <a:lnTo>
                  <a:pt x="4487" y="1418"/>
                </a:lnTo>
                <a:lnTo>
                  <a:pt x="4486" y="1418"/>
                </a:lnTo>
                <a:lnTo>
                  <a:pt x="4486" y="1419"/>
                </a:lnTo>
                <a:lnTo>
                  <a:pt x="4486" y="1418"/>
                </a:lnTo>
                <a:lnTo>
                  <a:pt x="4485" y="1418"/>
                </a:lnTo>
                <a:lnTo>
                  <a:pt x="4484" y="1418"/>
                </a:lnTo>
                <a:lnTo>
                  <a:pt x="4484" y="1419"/>
                </a:lnTo>
                <a:lnTo>
                  <a:pt x="4483" y="1418"/>
                </a:lnTo>
                <a:lnTo>
                  <a:pt x="4482" y="1418"/>
                </a:lnTo>
                <a:lnTo>
                  <a:pt x="4481" y="1418"/>
                </a:lnTo>
                <a:lnTo>
                  <a:pt x="4480" y="1419"/>
                </a:lnTo>
                <a:lnTo>
                  <a:pt x="4480" y="1420"/>
                </a:lnTo>
                <a:lnTo>
                  <a:pt x="4481" y="1420"/>
                </a:lnTo>
                <a:lnTo>
                  <a:pt x="4481" y="1421"/>
                </a:lnTo>
                <a:lnTo>
                  <a:pt x="4480" y="1421"/>
                </a:lnTo>
                <a:lnTo>
                  <a:pt x="4479" y="1421"/>
                </a:lnTo>
                <a:lnTo>
                  <a:pt x="4478" y="1421"/>
                </a:lnTo>
                <a:lnTo>
                  <a:pt x="4477" y="1421"/>
                </a:lnTo>
                <a:lnTo>
                  <a:pt x="4477" y="1420"/>
                </a:lnTo>
                <a:lnTo>
                  <a:pt x="4476" y="1421"/>
                </a:lnTo>
                <a:lnTo>
                  <a:pt x="4476" y="1422"/>
                </a:lnTo>
                <a:lnTo>
                  <a:pt x="4475" y="1422"/>
                </a:lnTo>
                <a:lnTo>
                  <a:pt x="4474" y="1423"/>
                </a:lnTo>
                <a:lnTo>
                  <a:pt x="4473" y="1424"/>
                </a:lnTo>
                <a:lnTo>
                  <a:pt x="4472" y="1423"/>
                </a:lnTo>
                <a:lnTo>
                  <a:pt x="4472" y="1422"/>
                </a:lnTo>
                <a:lnTo>
                  <a:pt x="4473" y="1422"/>
                </a:lnTo>
                <a:lnTo>
                  <a:pt x="4472" y="1422"/>
                </a:lnTo>
                <a:lnTo>
                  <a:pt x="4471" y="1421"/>
                </a:lnTo>
                <a:lnTo>
                  <a:pt x="4470" y="1420"/>
                </a:lnTo>
                <a:lnTo>
                  <a:pt x="4469" y="1420"/>
                </a:lnTo>
                <a:lnTo>
                  <a:pt x="4470" y="1422"/>
                </a:lnTo>
                <a:lnTo>
                  <a:pt x="4469" y="1422"/>
                </a:lnTo>
                <a:lnTo>
                  <a:pt x="4468" y="1422"/>
                </a:lnTo>
                <a:lnTo>
                  <a:pt x="4468" y="1421"/>
                </a:lnTo>
                <a:lnTo>
                  <a:pt x="4467" y="1421"/>
                </a:lnTo>
                <a:lnTo>
                  <a:pt x="4466" y="1422"/>
                </a:lnTo>
                <a:lnTo>
                  <a:pt x="4466" y="1421"/>
                </a:lnTo>
                <a:lnTo>
                  <a:pt x="4464" y="1421"/>
                </a:lnTo>
                <a:lnTo>
                  <a:pt x="4463" y="1422"/>
                </a:lnTo>
                <a:lnTo>
                  <a:pt x="4462" y="1422"/>
                </a:lnTo>
                <a:lnTo>
                  <a:pt x="4462" y="1421"/>
                </a:lnTo>
                <a:lnTo>
                  <a:pt x="4462" y="1420"/>
                </a:lnTo>
                <a:lnTo>
                  <a:pt x="4462" y="1421"/>
                </a:lnTo>
                <a:lnTo>
                  <a:pt x="4461" y="1421"/>
                </a:lnTo>
                <a:lnTo>
                  <a:pt x="4461" y="1422"/>
                </a:lnTo>
                <a:lnTo>
                  <a:pt x="4460" y="1422"/>
                </a:lnTo>
                <a:lnTo>
                  <a:pt x="4459" y="1422"/>
                </a:lnTo>
                <a:lnTo>
                  <a:pt x="4460" y="1422"/>
                </a:lnTo>
                <a:lnTo>
                  <a:pt x="4461" y="1423"/>
                </a:lnTo>
                <a:lnTo>
                  <a:pt x="4461" y="1424"/>
                </a:lnTo>
                <a:lnTo>
                  <a:pt x="4460" y="1424"/>
                </a:lnTo>
                <a:lnTo>
                  <a:pt x="4458" y="1425"/>
                </a:lnTo>
                <a:lnTo>
                  <a:pt x="4458" y="1426"/>
                </a:lnTo>
                <a:lnTo>
                  <a:pt x="4458" y="1427"/>
                </a:lnTo>
                <a:lnTo>
                  <a:pt x="4458" y="1428"/>
                </a:lnTo>
                <a:lnTo>
                  <a:pt x="4456" y="1428"/>
                </a:lnTo>
                <a:lnTo>
                  <a:pt x="4456" y="1427"/>
                </a:lnTo>
                <a:lnTo>
                  <a:pt x="4453" y="1428"/>
                </a:lnTo>
                <a:lnTo>
                  <a:pt x="4452" y="1427"/>
                </a:lnTo>
                <a:lnTo>
                  <a:pt x="4449" y="1428"/>
                </a:lnTo>
                <a:lnTo>
                  <a:pt x="4447" y="1428"/>
                </a:lnTo>
                <a:lnTo>
                  <a:pt x="4446" y="1429"/>
                </a:lnTo>
                <a:lnTo>
                  <a:pt x="4447" y="1431"/>
                </a:lnTo>
                <a:lnTo>
                  <a:pt x="4445" y="1432"/>
                </a:lnTo>
                <a:lnTo>
                  <a:pt x="4444" y="1430"/>
                </a:lnTo>
                <a:lnTo>
                  <a:pt x="4443" y="1430"/>
                </a:lnTo>
                <a:lnTo>
                  <a:pt x="4442" y="1430"/>
                </a:lnTo>
                <a:lnTo>
                  <a:pt x="4442" y="1431"/>
                </a:lnTo>
                <a:lnTo>
                  <a:pt x="4444" y="1432"/>
                </a:lnTo>
                <a:lnTo>
                  <a:pt x="4436" y="1435"/>
                </a:lnTo>
                <a:lnTo>
                  <a:pt x="4434" y="1434"/>
                </a:lnTo>
                <a:lnTo>
                  <a:pt x="4434" y="1435"/>
                </a:lnTo>
                <a:lnTo>
                  <a:pt x="4433" y="1435"/>
                </a:lnTo>
                <a:lnTo>
                  <a:pt x="4433" y="1436"/>
                </a:lnTo>
                <a:lnTo>
                  <a:pt x="4433" y="1437"/>
                </a:lnTo>
                <a:lnTo>
                  <a:pt x="4432" y="1437"/>
                </a:lnTo>
                <a:lnTo>
                  <a:pt x="4431" y="1436"/>
                </a:lnTo>
                <a:lnTo>
                  <a:pt x="4430" y="1434"/>
                </a:lnTo>
                <a:lnTo>
                  <a:pt x="4430" y="1435"/>
                </a:lnTo>
                <a:lnTo>
                  <a:pt x="4429" y="1435"/>
                </a:lnTo>
                <a:lnTo>
                  <a:pt x="4430" y="1436"/>
                </a:lnTo>
                <a:lnTo>
                  <a:pt x="4429" y="1436"/>
                </a:lnTo>
                <a:lnTo>
                  <a:pt x="4429" y="1437"/>
                </a:lnTo>
                <a:lnTo>
                  <a:pt x="4429" y="1438"/>
                </a:lnTo>
                <a:lnTo>
                  <a:pt x="4428" y="1439"/>
                </a:lnTo>
                <a:lnTo>
                  <a:pt x="4427" y="1439"/>
                </a:lnTo>
                <a:lnTo>
                  <a:pt x="4427" y="1440"/>
                </a:lnTo>
                <a:lnTo>
                  <a:pt x="4428" y="1440"/>
                </a:lnTo>
                <a:lnTo>
                  <a:pt x="4427" y="1440"/>
                </a:lnTo>
                <a:lnTo>
                  <a:pt x="4426" y="1439"/>
                </a:lnTo>
                <a:lnTo>
                  <a:pt x="4426" y="1440"/>
                </a:lnTo>
                <a:lnTo>
                  <a:pt x="4425" y="1440"/>
                </a:lnTo>
                <a:lnTo>
                  <a:pt x="4425" y="1441"/>
                </a:lnTo>
                <a:lnTo>
                  <a:pt x="4424" y="1441"/>
                </a:lnTo>
                <a:lnTo>
                  <a:pt x="4424" y="1442"/>
                </a:lnTo>
                <a:lnTo>
                  <a:pt x="4423" y="1442"/>
                </a:lnTo>
                <a:lnTo>
                  <a:pt x="4423" y="1441"/>
                </a:lnTo>
                <a:lnTo>
                  <a:pt x="4424" y="1441"/>
                </a:lnTo>
                <a:lnTo>
                  <a:pt x="4424" y="1440"/>
                </a:lnTo>
                <a:lnTo>
                  <a:pt x="4423" y="1440"/>
                </a:lnTo>
                <a:lnTo>
                  <a:pt x="4422" y="1440"/>
                </a:lnTo>
                <a:lnTo>
                  <a:pt x="4422" y="1441"/>
                </a:lnTo>
                <a:lnTo>
                  <a:pt x="4423" y="1441"/>
                </a:lnTo>
                <a:lnTo>
                  <a:pt x="4422" y="1442"/>
                </a:lnTo>
                <a:lnTo>
                  <a:pt x="4422" y="1443"/>
                </a:lnTo>
                <a:lnTo>
                  <a:pt x="4422" y="1444"/>
                </a:lnTo>
                <a:lnTo>
                  <a:pt x="4422" y="1445"/>
                </a:lnTo>
                <a:lnTo>
                  <a:pt x="4423" y="1445"/>
                </a:lnTo>
                <a:lnTo>
                  <a:pt x="4423" y="1446"/>
                </a:lnTo>
                <a:lnTo>
                  <a:pt x="4422" y="1446"/>
                </a:lnTo>
                <a:lnTo>
                  <a:pt x="4421" y="1444"/>
                </a:lnTo>
                <a:lnTo>
                  <a:pt x="4419" y="1447"/>
                </a:lnTo>
                <a:lnTo>
                  <a:pt x="4418" y="1447"/>
                </a:lnTo>
                <a:lnTo>
                  <a:pt x="4417" y="1447"/>
                </a:lnTo>
                <a:lnTo>
                  <a:pt x="4417" y="1446"/>
                </a:lnTo>
                <a:lnTo>
                  <a:pt x="4416" y="1447"/>
                </a:lnTo>
                <a:lnTo>
                  <a:pt x="4417" y="1448"/>
                </a:lnTo>
                <a:lnTo>
                  <a:pt x="4416" y="1448"/>
                </a:lnTo>
                <a:lnTo>
                  <a:pt x="4415" y="1448"/>
                </a:lnTo>
                <a:lnTo>
                  <a:pt x="4414" y="1448"/>
                </a:lnTo>
                <a:lnTo>
                  <a:pt x="4413" y="1448"/>
                </a:lnTo>
                <a:lnTo>
                  <a:pt x="4412" y="1448"/>
                </a:lnTo>
                <a:lnTo>
                  <a:pt x="4412" y="1447"/>
                </a:lnTo>
                <a:lnTo>
                  <a:pt x="4411" y="1447"/>
                </a:lnTo>
                <a:lnTo>
                  <a:pt x="4408" y="1447"/>
                </a:lnTo>
                <a:lnTo>
                  <a:pt x="4407" y="1447"/>
                </a:lnTo>
                <a:lnTo>
                  <a:pt x="4406" y="1447"/>
                </a:lnTo>
                <a:lnTo>
                  <a:pt x="4406" y="1448"/>
                </a:lnTo>
                <a:lnTo>
                  <a:pt x="4406" y="1449"/>
                </a:lnTo>
                <a:lnTo>
                  <a:pt x="4403" y="1450"/>
                </a:lnTo>
                <a:lnTo>
                  <a:pt x="4402" y="1451"/>
                </a:lnTo>
                <a:lnTo>
                  <a:pt x="4402" y="1450"/>
                </a:lnTo>
                <a:lnTo>
                  <a:pt x="4401" y="1451"/>
                </a:lnTo>
                <a:lnTo>
                  <a:pt x="4402" y="1451"/>
                </a:lnTo>
                <a:lnTo>
                  <a:pt x="4402" y="1452"/>
                </a:lnTo>
                <a:lnTo>
                  <a:pt x="4399" y="1453"/>
                </a:lnTo>
                <a:lnTo>
                  <a:pt x="4398" y="1453"/>
                </a:lnTo>
                <a:lnTo>
                  <a:pt x="4399" y="1453"/>
                </a:lnTo>
                <a:lnTo>
                  <a:pt x="4399" y="1454"/>
                </a:lnTo>
                <a:lnTo>
                  <a:pt x="4400" y="1455"/>
                </a:lnTo>
                <a:lnTo>
                  <a:pt x="4399" y="1456"/>
                </a:lnTo>
                <a:lnTo>
                  <a:pt x="4399" y="1455"/>
                </a:lnTo>
                <a:lnTo>
                  <a:pt x="4398" y="1454"/>
                </a:lnTo>
                <a:lnTo>
                  <a:pt x="4397" y="1455"/>
                </a:lnTo>
                <a:lnTo>
                  <a:pt x="4395" y="1457"/>
                </a:lnTo>
                <a:lnTo>
                  <a:pt x="4394" y="1457"/>
                </a:lnTo>
                <a:lnTo>
                  <a:pt x="4394" y="1456"/>
                </a:lnTo>
                <a:lnTo>
                  <a:pt x="4393" y="1456"/>
                </a:lnTo>
                <a:lnTo>
                  <a:pt x="4393" y="1457"/>
                </a:lnTo>
                <a:lnTo>
                  <a:pt x="4394" y="1457"/>
                </a:lnTo>
                <a:lnTo>
                  <a:pt x="4395" y="1457"/>
                </a:lnTo>
                <a:lnTo>
                  <a:pt x="4395" y="1458"/>
                </a:lnTo>
                <a:lnTo>
                  <a:pt x="4395" y="1459"/>
                </a:lnTo>
                <a:lnTo>
                  <a:pt x="4394" y="1460"/>
                </a:lnTo>
                <a:lnTo>
                  <a:pt x="4393" y="1460"/>
                </a:lnTo>
                <a:lnTo>
                  <a:pt x="4393" y="1461"/>
                </a:lnTo>
                <a:lnTo>
                  <a:pt x="4393" y="1462"/>
                </a:lnTo>
                <a:lnTo>
                  <a:pt x="4392" y="1462"/>
                </a:lnTo>
                <a:lnTo>
                  <a:pt x="4391" y="1462"/>
                </a:lnTo>
                <a:lnTo>
                  <a:pt x="4390" y="1462"/>
                </a:lnTo>
                <a:lnTo>
                  <a:pt x="4390" y="1463"/>
                </a:lnTo>
                <a:lnTo>
                  <a:pt x="4389" y="1463"/>
                </a:lnTo>
                <a:lnTo>
                  <a:pt x="4388" y="1463"/>
                </a:lnTo>
                <a:lnTo>
                  <a:pt x="4387" y="1463"/>
                </a:lnTo>
                <a:lnTo>
                  <a:pt x="4387" y="1464"/>
                </a:lnTo>
                <a:lnTo>
                  <a:pt x="4386" y="1464"/>
                </a:lnTo>
                <a:lnTo>
                  <a:pt x="4385" y="1465"/>
                </a:lnTo>
                <a:lnTo>
                  <a:pt x="4384" y="1465"/>
                </a:lnTo>
                <a:lnTo>
                  <a:pt x="4384" y="1466"/>
                </a:lnTo>
                <a:lnTo>
                  <a:pt x="4384" y="1467"/>
                </a:lnTo>
                <a:lnTo>
                  <a:pt x="4383" y="1467"/>
                </a:lnTo>
                <a:lnTo>
                  <a:pt x="4382" y="1467"/>
                </a:lnTo>
                <a:lnTo>
                  <a:pt x="4381" y="1467"/>
                </a:lnTo>
                <a:lnTo>
                  <a:pt x="4381" y="1468"/>
                </a:lnTo>
                <a:lnTo>
                  <a:pt x="4381" y="1469"/>
                </a:lnTo>
                <a:lnTo>
                  <a:pt x="4382" y="1469"/>
                </a:lnTo>
                <a:lnTo>
                  <a:pt x="4382" y="1470"/>
                </a:lnTo>
                <a:lnTo>
                  <a:pt x="4381" y="1471"/>
                </a:lnTo>
                <a:lnTo>
                  <a:pt x="4380" y="1471"/>
                </a:lnTo>
                <a:lnTo>
                  <a:pt x="4379" y="1471"/>
                </a:lnTo>
                <a:lnTo>
                  <a:pt x="4380" y="1471"/>
                </a:lnTo>
                <a:lnTo>
                  <a:pt x="4381" y="1472"/>
                </a:lnTo>
                <a:lnTo>
                  <a:pt x="4382" y="1472"/>
                </a:lnTo>
                <a:lnTo>
                  <a:pt x="4381" y="1473"/>
                </a:lnTo>
                <a:lnTo>
                  <a:pt x="4382" y="1473"/>
                </a:lnTo>
                <a:lnTo>
                  <a:pt x="4383" y="1473"/>
                </a:lnTo>
                <a:lnTo>
                  <a:pt x="4384" y="1473"/>
                </a:lnTo>
                <a:lnTo>
                  <a:pt x="4384" y="1474"/>
                </a:lnTo>
                <a:lnTo>
                  <a:pt x="4385" y="1474"/>
                </a:lnTo>
                <a:lnTo>
                  <a:pt x="4386" y="1474"/>
                </a:lnTo>
                <a:lnTo>
                  <a:pt x="4385" y="1474"/>
                </a:lnTo>
                <a:lnTo>
                  <a:pt x="4384" y="1474"/>
                </a:lnTo>
                <a:lnTo>
                  <a:pt x="4383" y="1474"/>
                </a:lnTo>
                <a:lnTo>
                  <a:pt x="4382" y="1475"/>
                </a:lnTo>
                <a:lnTo>
                  <a:pt x="4381" y="1475"/>
                </a:lnTo>
                <a:lnTo>
                  <a:pt x="4381" y="1476"/>
                </a:lnTo>
                <a:lnTo>
                  <a:pt x="4380" y="1476"/>
                </a:lnTo>
                <a:lnTo>
                  <a:pt x="4379" y="1476"/>
                </a:lnTo>
                <a:lnTo>
                  <a:pt x="4379" y="1477"/>
                </a:lnTo>
                <a:lnTo>
                  <a:pt x="4378" y="1477"/>
                </a:lnTo>
                <a:lnTo>
                  <a:pt x="4378" y="1478"/>
                </a:lnTo>
                <a:lnTo>
                  <a:pt x="4379" y="1478"/>
                </a:lnTo>
                <a:lnTo>
                  <a:pt x="4378" y="1478"/>
                </a:lnTo>
                <a:lnTo>
                  <a:pt x="4377" y="1478"/>
                </a:lnTo>
                <a:lnTo>
                  <a:pt x="4376" y="1478"/>
                </a:lnTo>
                <a:lnTo>
                  <a:pt x="4375" y="1478"/>
                </a:lnTo>
                <a:lnTo>
                  <a:pt x="4375" y="1477"/>
                </a:lnTo>
                <a:lnTo>
                  <a:pt x="4374" y="1477"/>
                </a:lnTo>
                <a:lnTo>
                  <a:pt x="4375" y="1479"/>
                </a:lnTo>
                <a:lnTo>
                  <a:pt x="4375" y="1480"/>
                </a:lnTo>
                <a:lnTo>
                  <a:pt x="4375" y="1481"/>
                </a:lnTo>
                <a:lnTo>
                  <a:pt x="4376" y="1481"/>
                </a:lnTo>
                <a:lnTo>
                  <a:pt x="4377" y="1482"/>
                </a:lnTo>
                <a:lnTo>
                  <a:pt x="4377" y="1483"/>
                </a:lnTo>
                <a:lnTo>
                  <a:pt x="4376" y="1483"/>
                </a:lnTo>
                <a:lnTo>
                  <a:pt x="4375" y="1483"/>
                </a:lnTo>
                <a:lnTo>
                  <a:pt x="4374" y="1482"/>
                </a:lnTo>
                <a:lnTo>
                  <a:pt x="4373" y="1482"/>
                </a:lnTo>
                <a:lnTo>
                  <a:pt x="4372" y="1482"/>
                </a:lnTo>
                <a:lnTo>
                  <a:pt x="4370" y="1482"/>
                </a:lnTo>
                <a:lnTo>
                  <a:pt x="4370" y="1483"/>
                </a:lnTo>
                <a:lnTo>
                  <a:pt x="4369" y="1483"/>
                </a:lnTo>
                <a:lnTo>
                  <a:pt x="4368" y="1485"/>
                </a:lnTo>
                <a:lnTo>
                  <a:pt x="4368" y="1486"/>
                </a:lnTo>
                <a:lnTo>
                  <a:pt x="4367" y="1486"/>
                </a:lnTo>
                <a:lnTo>
                  <a:pt x="4366" y="1486"/>
                </a:lnTo>
                <a:lnTo>
                  <a:pt x="4366" y="1485"/>
                </a:lnTo>
                <a:lnTo>
                  <a:pt x="4365" y="1485"/>
                </a:lnTo>
                <a:lnTo>
                  <a:pt x="4365" y="1484"/>
                </a:lnTo>
                <a:lnTo>
                  <a:pt x="4364" y="1484"/>
                </a:lnTo>
                <a:lnTo>
                  <a:pt x="4363" y="1484"/>
                </a:lnTo>
                <a:lnTo>
                  <a:pt x="4362" y="1484"/>
                </a:lnTo>
                <a:lnTo>
                  <a:pt x="4362" y="1485"/>
                </a:lnTo>
                <a:lnTo>
                  <a:pt x="4363" y="1485"/>
                </a:lnTo>
                <a:lnTo>
                  <a:pt x="4363" y="1486"/>
                </a:lnTo>
                <a:lnTo>
                  <a:pt x="4363" y="1485"/>
                </a:lnTo>
                <a:lnTo>
                  <a:pt x="4364" y="1487"/>
                </a:lnTo>
                <a:lnTo>
                  <a:pt x="4364" y="1488"/>
                </a:lnTo>
                <a:lnTo>
                  <a:pt x="4363" y="1487"/>
                </a:lnTo>
                <a:lnTo>
                  <a:pt x="4363" y="1486"/>
                </a:lnTo>
                <a:lnTo>
                  <a:pt x="4362" y="1486"/>
                </a:lnTo>
                <a:lnTo>
                  <a:pt x="4361" y="1487"/>
                </a:lnTo>
                <a:lnTo>
                  <a:pt x="4360" y="1486"/>
                </a:lnTo>
                <a:lnTo>
                  <a:pt x="4359" y="1486"/>
                </a:lnTo>
                <a:lnTo>
                  <a:pt x="4358" y="1485"/>
                </a:lnTo>
                <a:lnTo>
                  <a:pt x="4357" y="1485"/>
                </a:lnTo>
                <a:lnTo>
                  <a:pt x="4357" y="1486"/>
                </a:lnTo>
                <a:lnTo>
                  <a:pt x="4357" y="1487"/>
                </a:lnTo>
                <a:lnTo>
                  <a:pt x="4358" y="1487"/>
                </a:lnTo>
                <a:lnTo>
                  <a:pt x="4359" y="1488"/>
                </a:lnTo>
                <a:lnTo>
                  <a:pt x="4360" y="1489"/>
                </a:lnTo>
                <a:lnTo>
                  <a:pt x="4362" y="1490"/>
                </a:lnTo>
                <a:lnTo>
                  <a:pt x="4362" y="1491"/>
                </a:lnTo>
                <a:lnTo>
                  <a:pt x="4362" y="1492"/>
                </a:lnTo>
                <a:lnTo>
                  <a:pt x="4362" y="1493"/>
                </a:lnTo>
                <a:lnTo>
                  <a:pt x="4361" y="1494"/>
                </a:lnTo>
                <a:lnTo>
                  <a:pt x="4360" y="1495"/>
                </a:lnTo>
                <a:lnTo>
                  <a:pt x="4359" y="1495"/>
                </a:lnTo>
                <a:lnTo>
                  <a:pt x="4358" y="1495"/>
                </a:lnTo>
                <a:lnTo>
                  <a:pt x="4357" y="1495"/>
                </a:lnTo>
                <a:lnTo>
                  <a:pt x="4356" y="1495"/>
                </a:lnTo>
                <a:lnTo>
                  <a:pt x="4356" y="1494"/>
                </a:lnTo>
                <a:lnTo>
                  <a:pt x="4357" y="1493"/>
                </a:lnTo>
                <a:lnTo>
                  <a:pt x="4356" y="1493"/>
                </a:lnTo>
                <a:lnTo>
                  <a:pt x="4356" y="1492"/>
                </a:lnTo>
                <a:lnTo>
                  <a:pt x="4355" y="1492"/>
                </a:lnTo>
                <a:lnTo>
                  <a:pt x="4355" y="1493"/>
                </a:lnTo>
                <a:lnTo>
                  <a:pt x="4354" y="1493"/>
                </a:lnTo>
                <a:lnTo>
                  <a:pt x="4354" y="1492"/>
                </a:lnTo>
                <a:lnTo>
                  <a:pt x="4354" y="1491"/>
                </a:lnTo>
                <a:lnTo>
                  <a:pt x="4353" y="1490"/>
                </a:lnTo>
                <a:lnTo>
                  <a:pt x="4353" y="1489"/>
                </a:lnTo>
                <a:lnTo>
                  <a:pt x="4353" y="1488"/>
                </a:lnTo>
                <a:lnTo>
                  <a:pt x="4352" y="1487"/>
                </a:lnTo>
                <a:lnTo>
                  <a:pt x="4351" y="1487"/>
                </a:lnTo>
                <a:lnTo>
                  <a:pt x="4350" y="1487"/>
                </a:lnTo>
                <a:lnTo>
                  <a:pt x="4350" y="1486"/>
                </a:lnTo>
                <a:lnTo>
                  <a:pt x="4349" y="1487"/>
                </a:lnTo>
                <a:lnTo>
                  <a:pt x="4348" y="1487"/>
                </a:lnTo>
                <a:lnTo>
                  <a:pt x="4348" y="1486"/>
                </a:lnTo>
                <a:lnTo>
                  <a:pt x="4347" y="1486"/>
                </a:lnTo>
                <a:lnTo>
                  <a:pt x="4346" y="1486"/>
                </a:lnTo>
                <a:lnTo>
                  <a:pt x="4346" y="1487"/>
                </a:lnTo>
                <a:lnTo>
                  <a:pt x="4347" y="1487"/>
                </a:lnTo>
                <a:lnTo>
                  <a:pt x="4347" y="1486"/>
                </a:lnTo>
                <a:lnTo>
                  <a:pt x="4348" y="1487"/>
                </a:lnTo>
                <a:lnTo>
                  <a:pt x="4348" y="1488"/>
                </a:lnTo>
                <a:lnTo>
                  <a:pt x="4349" y="1488"/>
                </a:lnTo>
                <a:lnTo>
                  <a:pt x="4348" y="1489"/>
                </a:lnTo>
                <a:lnTo>
                  <a:pt x="4347" y="1489"/>
                </a:lnTo>
                <a:lnTo>
                  <a:pt x="4346" y="1489"/>
                </a:lnTo>
                <a:lnTo>
                  <a:pt x="4345" y="1489"/>
                </a:lnTo>
                <a:lnTo>
                  <a:pt x="4345" y="1488"/>
                </a:lnTo>
                <a:lnTo>
                  <a:pt x="4344" y="1488"/>
                </a:lnTo>
                <a:lnTo>
                  <a:pt x="4343" y="1488"/>
                </a:lnTo>
                <a:lnTo>
                  <a:pt x="4343" y="1489"/>
                </a:lnTo>
                <a:lnTo>
                  <a:pt x="4342" y="1489"/>
                </a:lnTo>
                <a:lnTo>
                  <a:pt x="4342" y="1488"/>
                </a:lnTo>
                <a:lnTo>
                  <a:pt x="4341" y="1488"/>
                </a:lnTo>
                <a:lnTo>
                  <a:pt x="4340" y="1488"/>
                </a:lnTo>
                <a:lnTo>
                  <a:pt x="4339" y="1489"/>
                </a:lnTo>
                <a:lnTo>
                  <a:pt x="4339" y="1490"/>
                </a:lnTo>
                <a:lnTo>
                  <a:pt x="4340" y="1490"/>
                </a:lnTo>
                <a:lnTo>
                  <a:pt x="4341" y="1490"/>
                </a:lnTo>
                <a:lnTo>
                  <a:pt x="4341" y="1491"/>
                </a:lnTo>
                <a:lnTo>
                  <a:pt x="4341" y="1492"/>
                </a:lnTo>
                <a:lnTo>
                  <a:pt x="4341" y="1493"/>
                </a:lnTo>
                <a:lnTo>
                  <a:pt x="4340" y="1493"/>
                </a:lnTo>
                <a:lnTo>
                  <a:pt x="4339" y="1494"/>
                </a:lnTo>
                <a:lnTo>
                  <a:pt x="4339" y="1493"/>
                </a:lnTo>
                <a:lnTo>
                  <a:pt x="4338" y="1494"/>
                </a:lnTo>
                <a:lnTo>
                  <a:pt x="4337" y="1494"/>
                </a:lnTo>
                <a:lnTo>
                  <a:pt x="4336" y="1495"/>
                </a:lnTo>
                <a:lnTo>
                  <a:pt x="4337" y="1496"/>
                </a:lnTo>
                <a:lnTo>
                  <a:pt x="4336" y="1496"/>
                </a:lnTo>
                <a:lnTo>
                  <a:pt x="4336" y="1497"/>
                </a:lnTo>
                <a:lnTo>
                  <a:pt x="4337" y="1497"/>
                </a:lnTo>
                <a:lnTo>
                  <a:pt x="4338" y="1496"/>
                </a:lnTo>
                <a:lnTo>
                  <a:pt x="4339" y="1496"/>
                </a:lnTo>
                <a:lnTo>
                  <a:pt x="4340" y="1496"/>
                </a:lnTo>
                <a:lnTo>
                  <a:pt x="4339" y="1496"/>
                </a:lnTo>
                <a:lnTo>
                  <a:pt x="4339" y="1497"/>
                </a:lnTo>
                <a:lnTo>
                  <a:pt x="4340" y="1497"/>
                </a:lnTo>
                <a:lnTo>
                  <a:pt x="4341" y="1496"/>
                </a:lnTo>
                <a:lnTo>
                  <a:pt x="4341" y="1497"/>
                </a:lnTo>
                <a:lnTo>
                  <a:pt x="4342" y="1497"/>
                </a:lnTo>
                <a:lnTo>
                  <a:pt x="4343" y="1497"/>
                </a:lnTo>
                <a:lnTo>
                  <a:pt x="4344" y="1498"/>
                </a:lnTo>
                <a:lnTo>
                  <a:pt x="4345" y="1498"/>
                </a:lnTo>
                <a:lnTo>
                  <a:pt x="4346" y="1498"/>
                </a:lnTo>
                <a:lnTo>
                  <a:pt x="4346" y="1499"/>
                </a:lnTo>
                <a:lnTo>
                  <a:pt x="4346" y="1500"/>
                </a:lnTo>
                <a:lnTo>
                  <a:pt x="4345" y="1500"/>
                </a:lnTo>
                <a:lnTo>
                  <a:pt x="4345" y="1501"/>
                </a:lnTo>
                <a:lnTo>
                  <a:pt x="4345" y="1502"/>
                </a:lnTo>
                <a:lnTo>
                  <a:pt x="4345" y="1503"/>
                </a:lnTo>
                <a:lnTo>
                  <a:pt x="4344" y="1503"/>
                </a:lnTo>
                <a:lnTo>
                  <a:pt x="4344" y="1504"/>
                </a:lnTo>
                <a:lnTo>
                  <a:pt x="4343" y="1504"/>
                </a:lnTo>
                <a:lnTo>
                  <a:pt x="4343" y="1503"/>
                </a:lnTo>
                <a:lnTo>
                  <a:pt x="4343" y="1502"/>
                </a:lnTo>
                <a:lnTo>
                  <a:pt x="4342" y="1502"/>
                </a:lnTo>
                <a:lnTo>
                  <a:pt x="4342" y="1503"/>
                </a:lnTo>
                <a:lnTo>
                  <a:pt x="4342" y="1504"/>
                </a:lnTo>
                <a:lnTo>
                  <a:pt x="4341" y="1504"/>
                </a:lnTo>
                <a:lnTo>
                  <a:pt x="4340" y="1504"/>
                </a:lnTo>
                <a:lnTo>
                  <a:pt x="4339" y="1504"/>
                </a:lnTo>
                <a:lnTo>
                  <a:pt x="4338" y="1504"/>
                </a:lnTo>
                <a:lnTo>
                  <a:pt x="4336" y="1504"/>
                </a:lnTo>
                <a:lnTo>
                  <a:pt x="4336" y="1503"/>
                </a:lnTo>
                <a:lnTo>
                  <a:pt x="4335" y="1503"/>
                </a:lnTo>
                <a:lnTo>
                  <a:pt x="4335" y="1502"/>
                </a:lnTo>
                <a:lnTo>
                  <a:pt x="4334" y="1502"/>
                </a:lnTo>
                <a:lnTo>
                  <a:pt x="4333" y="1502"/>
                </a:lnTo>
                <a:lnTo>
                  <a:pt x="4332" y="1502"/>
                </a:lnTo>
                <a:lnTo>
                  <a:pt x="4331" y="1503"/>
                </a:lnTo>
                <a:lnTo>
                  <a:pt x="4330" y="1504"/>
                </a:lnTo>
                <a:lnTo>
                  <a:pt x="4330" y="1505"/>
                </a:lnTo>
                <a:lnTo>
                  <a:pt x="4329" y="1505"/>
                </a:lnTo>
                <a:lnTo>
                  <a:pt x="4328" y="1505"/>
                </a:lnTo>
                <a:lnTo>
                  <a:pt x="4328" y="1506"/>
                </a:lnTo>
                <a:lnTo>
                  <a:pt x="4328" y="1507"/>
                </a:lnTo>
                <a:lnTo>
                  <a:pt x="4327" y="1507"/>
                </a:lnTo>
                <a:lnTo>
                  <a:pt x="4327" y="1508"/>
                </a:lnTo>
                <a:lnTo>
                  <a:pt x="4326" y="1508"/>
                </a:lnTo>
                <a:lnTo>
                  <a:pt x="4325" y="1508"/>
                </a:lnTo>
                <a:lnTo>
                  <a:pt x="4324" y="1508"/>
                </a:lnTo>
                <a:lnTo>
                  <a:pt x="4322" y="1508"/>
                </a:lnTo>
                <a:lnTo>
                  <a:pt x="4321" y="1508"/>
                </a:lnTo>
                <a:lnTo>
                  <a:pt x="4319" y="1508"/>
                </a:lnTo>
                <a:lnTo>
                  <a:pt x="4319" y="1509"/>
                </a:lnTo>
                <a:lnTo>
                  <a:pt x="4318" y="1509"/>
                </a:lnTo>
                <a:lnTo>
                  <a:pt x="4317" y="1509"/>
                </a:lnTo>
                <a:lnTo>
                  <a:pt x="4316" y="1509"/>
                </a:lnTo>
                <a:lnTo>
                  <a:pt x="4316" y="1508"/>
                </a:lnTo>
                <a:lnTo>
                  <a:pt x="4315" y="1508"/>
                </a:lnTo>
                <a:lnTo>
                  <a:pt x="4314" y="1508"/>
                </a:lnTo>
                <a:lnTo>
                  <a:pt x="4312" y="1508"/>
                </a:lnTo>
                <a:lnTo>
                  <a:pt x="4311" y="1508"/>
                </a:lnTo>
                <a:lnTo>
                  <a:pt x="4310" y="1508"/>
                </a:lnTo>
                <a:lnTo>
                  <a:pt x="4310" y="1509"/>
                </a:lnTo>
                <a:lnTo>
                  <a:pt x="4310" y="1510"/>
                </a:lnTo>
                <a:lnTo>
                  <a:pt x="4309" y="1510"/>
                </a:lnTo>
                <a:lnTo>
                  <a:pt x="4309" y="1511"/>
                </a:lnTo>
                <a:lnTo>
                  <a:pt x="4308" y="1511"/>
                </a:lnTo>
                <a:lnTo>
                  <a:pt x="4307" y="1510"/>
                </a:lnTo>
                <a:lnTo>
                  <a:pt x="4307" y="1511"/>
                </a:lnTo>
                <a:lnTo>
                  <a:pt x="4306" y="1511"/>
                </a:lnTo>
                <a:lnTo>
                  <a:pt x="4305" y="1511"/>
                </a:lnTo>
                <a:lnTo>
                  <a:pt x="4304" y="1511"/>
                </a:lnTo>
                <a:lnTo>
                  <a:pt x="4304" y="1510"/>
                </a:lnTo>
                <a:lnTo>
                  <a:pt x="4302" y="1510"/>
                </a:lnTo>
                <a:lnTo>
                  <a:pt x="4301" y="1511"/>
                </a:lnTo>
                <a:lnTo>
                  <a:pt x="4301" y="1512"/>
                </a:lnTo>
                <a:lnTo>
                  <a:pt x="4301" y="1513"/>
                </a:lnTo>
                <a:lnTo>
                  <a:pt x="4301" y="1512"/>
                </a:lnTo>
                <a:lnTo>
                  <a:pt x="4302" y="1512"/>
                </a:lnTo>
                <a:lnTo>
                  <a:pt x="4303" y="1511"/>
                </a:lnTo>
                <a:lnTo>
                  <a:pt x="4304" y="1511"/>
                </a:lnTo>
                <a:lnTo>
                  <a:pt x="4303" y="1512"/>
                </a:lnTo>
                <a:lnTo>
                  <a:pt x="4303" y="1513"/>
                </a:lnTo>
                <a:lnTo>
                  <a:pt x="4302" y="1513"/>
                </a:lnTo>
                <a:lnTo>
                  <a:pt x="4302" y="1514"/>
                </a:lnTo>
                <a:lnTo>
                  <a:pt x="4301" y="1514"/>
                </a:lnTo>
                <a:lnTo>
                  <a:pt x="4301" y="1515"/>
                </a:lnTo>
                <a:lnTo>
                  <a:pt x="4301" y="1516"/>
                </a:lnTo>
                <a:lnTo>
                  <a:pt x="4300" y="1516"/>
                </a:lnTo>
                <a:lnTo>
                  <a:pt x="4300" y="1517"/>
                </a:lnTo>
                <a:lnTo>
                  <a:pt x="4299" y="1518"/>
                </a:lnTo>
                <a:lnTo>
                  <a:pt x="4298" y="1518"/>
                </a:lnTo>
                <a:lnTo>
                  <a:pt x="4297" y="1518"/>
                </a:lnTo>
                <a:lnTo>
                  <a:pt x="4296" y="1518"/>
                </a:lnTo>
                <a:lnTo>
                  <a:pt x="4295" y="1518"/>
                </a:lnTo>
                <a:lnTo>
                  <a:pt x="4294" y="1518"/>
                </a:lnTo>
                <a:lnTo>
                  <a:pt x="4293" y="1518"/>
                </a:lnTo>
                <a:lnTo>
                  <a:pt x="4293" y="1517"/>
                </a:lnTo>
                <a:lnTo>
                  <a:pt x="4293" y="1516"/>
                </a:lnTo>
                <a:lnTo>
                  <a:pt x="4293" y="1514"/>
                </a:lnTo>
                <a:lnTo>
                  <a:pt x="4292" y="1514"/>
                </a:lnTo>
                <a:lnTo>
                  <a:pt x="4292" y="1513"/>
                </a:lnTo>
                <a:lnTo>
                  <a:pt x="4291" y="1513"/>
                </a:lnTo>
                <a:lnTo>
                  <a:pt x="4291" y="1512"/>
                </a:lnTo>
                <a:lnTo>
                  <a:pt x="4292" y="1512"/>
                </a:lnTo>
                <a:lnTo>
                  <a:pt x="4293" y="1512"/>
                </a:lnTo>
                <a:lnTo>
                  <a:pt x="4294" y="1512"/>
                </a:lnTo>
                <a:lnTo>
                  <a:pt x="4294" y="1511"/>
                </a:lnTo>
                <a:lnTo>
                  <a:pt x="4294" y="1510"/>
                </a:lnTo>
                <a:lnTo>
                  <a:pt x="4293" y="1510"/>
                </a:lnTo>
                <a:lnTo>
                  <a:pt x="4293" y="1511"/>
                </a:lnTo>
                <a:lnTo>
                  <a:pt x="4293" y="1510"/>
                </a:lnTo>
                <a:lnTo>
                  <a:pt x="4293" y="1509"/>
                </a:lnTo>
                <a:lnTo>
                  <a:pt x="4294" y="1509"/>
                </a:lnTo>
                <a:lnTo>
                  <a:pt x="4293" y="1508"/>
                </a:lnTo>
                <a:lnTo>
                  <a:pt x="4293" y="1509"/>
                </a:lnTo>
                <a:lnTo>
                  <a:pt x="4292" y="1509"/>
                </a:lnTo>
                <a:lnTo>
                  <a:pt x="4292" y="1508"/>
                </a:lnTo>
                <a:lnTo>
                  <a:pt x="4291" y="1508"/>
                </a:lnTo>
                <a:lnTo>
                  <a:pt x="4291" y="1506"/>
                </a:lnTo>
                <a:lnTo>
                  <a:pt x="4291" y="1505"/>
                </a:lnTo>
                <a:lnTo>
                  <a:pt x="4291" y="1504"/>
                </a:lnTo>
                <a:lnTo>
                  <a:pt x="4291" y="1503"/>
                </a:lnTo>
                <a:lnTo>
                  <a:pt x="4292" y="1503"/>
                </a:lnTo>
                <a:lnTo>
                  <a:pt x="4293" y="1503"/>
                </a:lnTo>
                <a:lnTo>
                  <a:pt x="4292" y="1502"/>
                </a:lnTo>
                <a:lnTo>
                  <a:pt x="4292" y="1501"/>
                </a:lnTo>
                <a:lnTo>
                  <a:pt x="4291" y="1500"/>
                </a:lnTo>
                <a:lnTo>
                  <a:pt x="4291" y="1501"/>
                </a:lnTo>
                <a:lnTo>
                  <a:pt x="4290" y="1501"/>
                </a:lnTo>
                <a:lnTo>
                  <a:pt x="4289" y="1500"/>
                </a:lnTo>
                <a:lnTo>
                  <a:pt x="4289" y="1499"/>
                </a:lnTo>
                <a:lnTo>
                  <a:pt x="4289" y="1498"/>
                </a:lnTo>
                <a:lnTo>
                  <a:pt x="4290" y="1498"/>
                </a:lnTo>
                <a:lnTo>
                  <a:pt x="4290" y="1497"/>
                </a:lnTo>
                <a:lnTo>
                  <a:pt x="4292" y="1496"/>
                </a:lnTo>
                <a:lnTo>
                  <a:pt x="4292" y="1495"/>
                </a:lnTo>
                <a:lnTo>
                  <a:pt x="4294" y="1495"/>
                </a:lnTo>
                <a:lnTo>
                  <a:pt x="4294" y="1494"/>
                </a:lnTo>
                <a:lnTo>
                  <a:pt x="4295" y="1495"/>
                </a:lnTo>
                <a:lnTo>
                  <a:pt x="4296" y="1495"/>
                </a:lnTo>
                <a:lnTo>
                  <a:pt x="4297" y="1495"/>
                </a:lnTo>
                <a:lnTo>
                  <a:pt x="4298" y="1495"/>
                </a:lnTo>
                <a:lnTo>
                  <a:pt x="4299" y="1496"/>
                </a:lnTo>
                <a:lnTo>
                  <a:pt x="4300" y="1497"/>
                </a:lnTo>
                <a:lnTo>
                  <a:pt x="4301" y="1497"/>
                </a:lnTo>
                <a:lnTo>
                  <a:pt x="4301" y="1496"/>
                </a:lnTo>
                <a:lnTo>
                  <a:pt x="4302" y="1496"/>
                </a:lnTo>
                <a:lnTo>
                  <a:pt x="4302" y="1495"/>
                </a:lnTo>
                <a:lnTo>
                  <a:pt x="4303" y="1494"/>
                </a:lnTo>
                <a:lnTo>
                  <a:pt x="4304" y="1494"/>
                </a:lnTo>
                <a:lnTo>
                  <a:pt x="4305" y="1494"/>
                </a:lnTo>
                <a:lnTo>
                  <a:pt x="4306" y="1494"/>
                </a:lnTo>
                <a:lnTo>
                  <a:pt x="4306" y="1493"/>
                </a:lnTo>
                <a:lnTo>
                  <a:pt x="4308" y="1493"/>
                </a:lnTo>
                <a:lnTo>
                  <a:pt x="4309" y="1493"/>
                </a:lnTo>
                <a:lnTo>
                  <a:pt x="4310" y="1493"/>
                </a:lnTo>
                <a:lnTo>
                  <a:pt x="4311" y="1493"/>
                </a:lnTo>
                <a:lnTo>
                  <a:pt x="4312" y="1492"/>
                </a:lnTo>
                <a:lnTo>
                  <a:pt x="4312" y="1491"/>
                </a:lnTo>
                <a:lnTo>
                  <a:pt x="4312" y="1490"/>
                </a:lnTo>
                <a:lnTo>
                  <a:pt x="4312" y="1489"/>
                </a:lnTo>
                <a:lnTo>
                  <a:pt x="4311" y="1489"/>
                </a:lnTo>
                <a:lnTo>
                  <a:pt x="4310" y="1490"/>
                </a:lnTo>
                <a:lnTo>
                  <a:pt x="4310" y="1489"/>
                </a:lnTo>
                <a:lnTo>
                  <a:pt x="4310" y="1488"/>
                </a:lnTo>
                <a:lnTo>
                  <a:pt x="4311" y="1488"/>
                </a:lnTo>
                <a:lnTo>
                  <a:pt x="4311" y="1487"/>
                </a:lnTo>
                <a:lnTo>
                  <a:pt x="4312" y="1487"/>
                </a:lnTo>
                <a:lnTo>
                  <a:pt x="4312" y="1486"/>
                </a:lnTo>
                <a:lnTo>
                  <a:pt x="4312" y="1485"/>
                </a:lnTo>
                <a:lnTo>
                  <a:pt x="4313" y="1485"/>
                </a:lnTo>
                <a:lnTo>
                  <a:pt x="4314" y="1485"/>
                </a:lnTo>
                <a:lnTo>
                  <a:pt x="4314" y="1484"/>
                </a:lnTo>
                <a:lnTo>
                  <a:pt x="4315" y="1484"/>
                </a:lnTo>
                <a:lnTo>
                  <a:pt x="4315" y="1483"/>
                </a:lnTo>
                <a:lnTo>
                  <a:pt x="4315" y="1484"/>
                </a:lnTo>
                <a:lnTo>
                  <a:pt x="4316" y="1485"/>
                </a:lnTo>
                <a:lnTo>
                  <a:pt x="4317" y="1485"/>
                </a:lnTo>
                <a:lnTo>
                  <a:pt x="4317" y="1486"/>
                </a:lnTo>
                <a:lnTo>
                  <a:pt x="4318" y="1486"/>
                </a:lnTo>
                <a:lnTo>
                  <a:pt x="4318" y="1487"/>
                </a:lnTo>
                <a:lnTo>
                  <a:pt x="4320" y="1487"/>
                </a:lnTo>
                <a:lnTo>
                  <a:pt x="4321" y="1487"/>
                </a:lnTo>
                <a:lnTo>
                  <a:pt x="4322" y="1487"/>
                </a:lnTo>
                <a:lnTo>
                  <a:pt x="4323" y="1487"/>
                </a:lnTo>
                <a:lnTo>
                  <a:pt x="4323" y="1488"/>
                </a:lnTo>
                <a:lnTo>
                  <a:pt x="4324" y="1487"/>
                </a:lnTo>
                <a:lnTo>
                  <a:pt x="4325" y="1487"/>
                </a:lnTo>
                <a:lnTo>
                  <a:pt x="4326" y="1487"/>
                </a:lnTo>
                <a:lnTo>
                  <a:pt x="4327" y="1486"/>
                </a:lnTo>
                <a:lnTo>
                  <a:pt x="4328" y="1485"/>
                </a:lnTo>
                <a:lnTo>
                  <a:pt x="4329" y="1485"/>
                </a:lnTo>
                <a:lnTo>
                  <a:pt x="4330" y="1484"/>
                </a:lnTo>
                <a:lnTo>
                  <a:pt x="4331" y="1484"/>
                </a:lnTo>
                <a:lnTo>
                  <a:pt x="4332" y="1483"/>
                </a:lnTo>
                <a:lnTo>
                  <a:pt x="4333" y="1483"/>
                </a:lnTo>
                <a:lnTo>
                  <a:pt x="4334" y="1483"/>
                </a:lnTo>
                <a:lnTo>
                  <a:pt x="4336" y="1482"/>
                </a:lnTo>
                <a:lnTo>
                  <a:pt x="4337" y="1482"/>
                </a:lnTo>
                <a:lnTo>
                  <a:pt x="4339" y="1482"/>
                </a:lnTo>
                <a:lnTo>
                  <a:pt x="4338" y="1481"/>
                </a:lnTo>
                <a:lnTo>
                  <a:pt x="4339" y="1481"/>
                </a:lnTo>
                <a:lnTo>
                  <a:pt x="4339" y="1480"/>
                </a:lnTo>
                <a:lnTo>
                  <a:pt x="4340" y="1480"/>
                </a:lnTo>
                <a:lnTo>
                  <a:pt x="4341" y="1481"/>
                </a:lnTo>
                <a:lnTo>
                  <a:pt x="4341" y="1480"/>
                </a:lnTo>
                <a:lnTo>
                  <a:pt x="4342" y="1480"/>
                </a:lnTo>
                <a:lnTo>
                  <a:pt x="4342" y="1479"/>
                </a:lnTo>
                <a:lnTo>
                  <a:pt x="4343" y="1479"/>
                </a:lnTo>
                <a:lnTo>
                  <a:pt x="4343" y="1478"/>
                </a:lnTo>
                <a:lnTo>
                  <a:pt x="4343" y="1477"/>
                </a:lnTo>
                <a:lnTo>
                  <a:pt x="4342" y="1477"/>
                </a:lnTo>
                <a:lnTo>
                  <a:pt x="4342" y="1476"/>
                </a:lnTo>
                <a:lnTo>
                  <a:pt x="4343" y="1476"/>
                </a:lnTo>
                <a:lnTo>
                  <a:pt x="4343" y="1475"/>
                </a:lnTo>
                <a:lnTo>
                  <a:pt x="4342" y="1475"/>
                </a:lnTo>
                <a:lnTo>
                  <a:pt x="4341" y="1475"/>
                </a:lnTo>
                <a:lnTo>
                  <a:pt x="4340" y="1474"/>
                </a:lnTo>
                <a:lnTo>
                  <a:pt x="4339" y="1473"/>
                </a:lnTo>
                <a:lnTo>
                  <a:pt x="4338" y="1472"/>
                </a:lnTo>
                <a:lnTo>
                  <a:pt x="4338" y="1473"/>
                </a:lnTo>
                <a:lnTo>
                  <a:pt x="4337" y="1472"/>
                </a:lnTo>
                <a:lnTo>
                  <a:pt x="4335" y="1472"/>
                </a:lnTo>
                <a:lnTo>
                  <a:pt x="4335" y="1471"/>
                </a:lnTo>
                <a:lnTo>
                  <a:pt x="4335" y="1470"/>
                </a:lnTo>
                <a:lnTo>
                  <a:pt x="4334" y="1470"/>
                </a:lnTo>
                <a:lnTo>
                  <a:pt x="4334" y="1469"/>
                </a:lnTo>
                <a:lnTo>
                  <a:pt x="4335" y="1469"/>
                </a:lnTo>
                <a:lnTo>
                  <a:pt x="4336" y="1469"/>
                </a:lnTo>
                <a:lnTo>
                  <a:pt x="4336" y="1468"/>
                </a:lnTo>
                <a:lnTo>
                  <a:pt x="4335" y="1468"/>
                </a:lnTo>
                <a:lnTo>
                  <a:pt x="4334" y="1468"/>
                </a:lnTo>
                <a:lnTo>
                  <a:pt x="4334" y="1467"/>
                </a:lnTo>
                <a:lnTo>
                  <a:pt x="4335" y="1467"/>
                </a:lnTo>
                <a:lnTo>
                  <a:pt x="4336" y="1467"/>
                </a:lnTo>
                <a:lnTo>
                  <a:pt x="4336" y="1466"/>
                </a:lnTo>
                <a:lnTo>
                  <a:pt x="4337" y="1467"/>
                </a:lnTo>
                <a:lnTo>
                  <a:pt x="4338" y="1467"/>
                </a:lnTo>
                <a:lnTo>
                  <a:pt x="4338" y="1466"/>
                </a:lnTo>
                <a:lnTo>
                  <a:pt x="4339" y="1466"/>
                </a:lnTo>
                <a:lnTo>
                  <a:pt x="4339" y="1465"/>
                </a:lnTo>
                <a:lnTo>
                  <a:pt x="4337" y="1465"/>
                </a:lnTo>
                <a:lnTo>
                  <a:pt x="4337" y="1464"/>
                </a:lnTo>
                <a:lnTo>
                  <a:pt x="4336" y="1464"/>
                </a:lnTo>
                <a:lnTo>
                  <a:pt x="4336" y="1463"/>
                </a:lnTo>
                <a:lnTo>
                  <a:pt x="4335" y="1463"/>
                </a:lnTo>
                <a:lnTo>
                  <a:pt x="4335" y="1464"/>
                </a:lnTo>
                <a:lnTo>
                  <a:pt x="4335" y="1463"/>
                </a:lnTo>
                <a:lnTo>
                  <a:pt x="4334" y="1463"/>
                </a:lnTo>
                <a:lnTo>
                  <a:pt x="4334" y="1462"/>
                </a:lnTo>
                <a:lnTo>
                  <a:pt x="4335" y="1462"/>
                </a:lnTo>
                <a:lnTo>
                  <a:pt x="4336" y="1462"/>
                </a:lnTo>
                <a:lnTo>
                  <a:pt x="4337" y="1462"/>
                </a:lnTo>
                <a:lnTo>
                  <a:pt x="4337" y="1461"/>
                </a:lnTo>
                <a:lnTo>
                  <a:pt x="4338" y="1461"/>
                </a:lnTo>
                <a:lnTo>
                  <a:pt x="4339" y="1461"/>
                </a:lnTo>
                <a:lnTo>
                  <a:pt x="4340" y="1462"/>
                </a:lnTo>
                <a:lnTo>
                  <a:pt x="4341" y="1462"/>
                </a:lnTo>
                <a:lnTo>
                  <a:pt x="4342" y="1462"/>
                </a:lnTo>
                <a:lnTo>
                  <a:pt x="4342" y="1461"/>
                </a:lnTo>
                <a:lnTo>
                  <a:pt x="4343" y="1461"/>
                </a:lnTo>
                <a:lnTo>
                  <a:pt x="4343" y="1460"/>
                </a:lnTo>
                <a:lnTo>
                  <a:pt x="4342" y="1459"/>
                </a:lnTo>
                <a:lnTo>
                  <a:pt x="4341" y="1458"/>
                </a:lnTo>
                <a:lnTo>
                  <a:pt x="4342" y="1458"/>
                </a:lnTo>
                <a:lnTo>
                  <a:pt x="4343" y="1458"/>
                </a:lnTo>
                <a:lnTo>
                  <a:pt x="4344" y="1457"/>
                </a:lnTo>
                <a:lnTo>
                  <a:pt x="4344" y="1458"/>
                </a:lnTo>
                <a:lnTo>
                  <a:pt x="4345" y="1458"/>
                </a:lnTo>
                <a:lnTo>
                  <a:pt x="4346" y="1458"/>
                </a:lnTo>
                <a:lnTo>
                  <a:pt x="4346" y="1459"/>
                </a:lnTo>
                <a:lnTo>
                  <a:pt x="4347" y="1459"/>
                </a:lnTo>
                <a:lnTo>
                  <a:pt x="4347" y="1458"/>
                </a:lnTo>
                <a:lnTo>
                  <a:pt x="4347" y="1457"/>
                </a:lnTo>
                <a:lnTo>
                  <a:pt x="4346" y="1457"/>
                </a:lnTo>
                <a:lnTo>
                  <a:pt x="4346" y="1456"/>
                </a:lnTo>
                <a:lnTo>
                  <a:pt x="4346" y="1455"/>
                </a:lnTo>
                <a:lnTo>
                  <a:pt x="4345" y="1455"/>
                </a:lnTo>
                <a:lnTo>
                  <a:pt x="4345" y="1454"/>
                </a:lnTo>
                <a:lnTo>
                  <a:pt x="4346" y="1454"/>
                </a:lnTo>
                <a:lnTo>
                  <a:pt x="4347" y="1454"/>
                </a:lnTo>
                <a:lnTo>
                  <a:pt x="4347" y="1453"/>
                </a:lnTo>
                <a:lnTo>
                  <a:pt x="4346" y="1453"/>
                </a:lnTo>
                <a:lnTo>
                  <a:pt x="4347" y="1452"/>
                </a:lnTo>
                <a:lnTo>
                  <a:pt x="4347" y="1451"/>
                </a:lnTo>
                <a:lnTo>
                  <a:pt x="4348" y="1451"/>
                </a:lnTo>
                <a:lnTo>
                  <a:pt x="4349" y="1451"/>
                </a:lnTo>
                <a:lnTo>
                  <a:pt x="4351" y="1452"/>
                </a:lnTo>
                <a:lnTo>
                  <a:pt x="4354" y="1452"/>
                </a:lnTo>
                <a:lnTo>
                  <a:pt x="4355" y="1452"/>
                </a:lnTo>
                <a:lnTo>
                  <a:pt x="4356" y="1452"/>
                </a:lnTo>
                <a:lnTo>
                  <a:pt x="4357" y="1451"/>
                </a:lnTo>
                <a:lnTo>
                  <a:pt x="4357" y="1452"/>
                </a:lnTo>
                <a:lnTo>
                  <a:pt x="4358" y="1452"/>
                </a:lnTo>
                <a:lnTo>
                  <a:pt x="4359" y="1451"/>
                </a:lnTo>
                <a:lnTo>
                  <a:pt x="4361" y="1450"/>
                </a:lnTo>
                <a:lnTo>
                  <a:pt x="4362" y="1450"/>
                </a:lnTo>
                <a:lnTo>
                  <a:pt x="4362" y="1449"/>
                </a:lnTo>
                <a:lnTo>
                  <a:pt x="4362" y="1450"/>
                </a:lnTo>
                <a:lnTo>
                  <a:pt x="4363" y="1450"/>
                </a:lnTo>
                <a:lnTo>
                  <a:pt x="4363" y="1449"/>
                </a:lnTo>
                <a:lnTo>
                  <a:pt x="4364" y="1449"/>
                </a:lnTo>
                <a:lnTo>
                  <a:pt x="4365" y="1449"/>
                </a:lnTo>
                <a:lnTo>
                  <a:pt x="4364" y="1449"/>
                </a:lnTo>
                <a:lnTo>
                  <a:pt x="4364" y="1448"/>
                </a:lnTo>
                <a:lnTo>
                  <a:pt x="4361" y="1448"/>
                </a:lnTo>
                <a:lnTo>
                  <a:pt x="4361" y="1449"/>
                </a:lnTo>
                <a:lnTo>
                  <a:pt x="4360" y="1449"/>
                </a:lnTo>
                <a:lnTo>
                  <a:pt x="4359" y="1449"/>
                </a:lnTo>
                <a:lnTo>
                  <a:pt x="4358" y="1449"/>
                </a:lnTo>
                <a:lnTo>
                  <a:pt x="4356" y="1450"/>
                </a:lnTo>
                <a:lnTo>
                  <a:pt x="4355" y="1451"/>
                </a:lnTo>
                <a:lnTo>
                  <a:pt x="4354" y="1450"/>
                </a:lnTo>
                <a:lnTo>
                  <a:pt x="4351" y="1450"/>
                </a:lnTo>
                <a:lnTo>
                  <a:pt x="4351" y="1451"/>
                </a:lnTo>
                <a:lnTo>
                  <a:pt x="4349" y="1451"/>
                </a:lnTo>
                <a:lnTo>
                  <a:pt x="4349" y="1450"/>
                </a:lnTo>
                <a:lnTo>
                  <a:pt x="4348" y="1450"/>
                </a:lnTo>
                <a:lnTo>
                  <a:pt x="4347" y="1449"/>
                </a:lnTo>
                <a:lnTo>
                  <a:pt x="4346" y="1449"/>
                </a:lnTo>
                <a:lnTo>
                  <a:pt x="4345" y="1448"/>
                </a:lnTo>
                <a:lnTo>
                  <a:pt x="4344" y="1449"/>
                </a:lnTo>
                <a:lnTo>
                  <a:pt x="4345" y="1450"/>
                </a:lnTo>
                <a:lnTo>
                  <a:pt x="4345" y="1451"/>
                </a:lnTo>
                <a:lnTo>
                  <a:pt x="4345" y="1452"/>
                </a:lnTo>
                <a:lnTo>
                  <a:pt x="4345" y="1453"/>
                </a:lnTo>
                <a:lnTo>
                  <a:pt x="4344" y="1453"/>
                </a:lnTo>
                <a:lnTo>
                  <a:pt x="4343" y="1453"/>
                </a:lnTo>
                <a:lnTo>
                  <a:pt x="4343" y="1454"/>
                </a:lnTo>
                <a:lnTo>
                  <a:pt x="4342" y="1454"/>
                </a:lnTo>
                <a:lnTo>
                  <a:pt x="4342" y="1453"/>
                </a:lnTo>
                <a:lnTo>
                  <a:pt x="4341" y="1454"/>
                </a:lnTo>
                <a:lnTo>
                  <a:pt x="4340" y="1454"/>
                </a:lnTo>
                <a:lnTo>
                  <a:pt x="4339" y="1455"/>
                </a:lnTo>
                <a:lnTo>
                  <a:pt x="4338" y="1455"/>
                </a:lnTo>
                <a:lnTo>
                  <a:pt x="4337" y="1456"/>
                </a:lnTo>
                <a:lnTo>
                  <a:pt x="4334" y="1456"/>
                </a:lnTo>
                <a:lnTo>
                  <a:pt x="4333" y="1456"/>
                </a:lnTo>
                <a:lnTo>
                  <a:pt x="4332" y="1457"/>
                </a:lnTo>
                <a:lnTo>
                  <a:pt x="4332" y="1456"/>
                </a:lnTo>
                <a:lnTo>
                  <a:pt x="4331" y="1456"/>
                </a:lnTo>
                <a:lnTo>
                  <a:pt x="4331" y="1457"/>
                </a:lnTo>
                <a:lnTo>
                  <a:pt x="4330" y="1457"/>
                </a:lnTo>
                <a:lnTo>
                  <a:pt x="4330" y="1456"/>
                </a:lnTo>
                <a:lnTo>
                  <a:pt x="4329" y="1456"/>
                </a:lnTo>
                <a:lnTo>
                  <a:pt x="4328" y="1456"/>
                </a:lnTo>
                <a:lnTo>
                  <a:pt x="4328" y="1457"/>
                </a:lnTo>
                <a:lnTo>
                  <a:pt x="4328" y="1459"/>
                </a:lnTo>
                <a:lnTo>
                  <a:pt x="4327" y="1459"/>
                </a:lnTo>
                <a:lnTo>
                  <a:pt x="4326" y="1460"/>
                </a:lnTo>
                <a:lnTo>
                  <a:pt x="4326" y="1459"/>
                </a:lnTo>
                <a:lnTo>
                  <a:pt x="4323" y="1459"/>
                </a:lnTo>
                <a:lnTo>
                  <a:pt x="4324" y="1457"/>
                </a:lnTo>
                <a:lnTo>
                  <a:pt x="4324" y="1456"/>
                </a:lnTo>
                <a:lnTo>
                  <a:pt x="4324" y="1455"/>
                </a:lnTo>
                <a:lnTo>
                  <a:pt x="4323" y="1455"/>
                </a:lnTo>
                <a:lnTo>
                  <a:pt x="4322" y="1454"/>
                </a:lnTo>
                <a:lnTo>
                  <a:pt x="4322" y="1455"/>
                </a:lnTo>
                <a:lnTo>
                  <a:pt x="4321" y="1455"/>
                </a:lnTo>
                <a:lnTo>
                  <a:pt x="4321" y="1454"/>
                </a:lnTo>
                <a:lnTo>
                  <a:pt x="4322" y="1452"/>
                </a:lnTo>
                <a:lnTo>
                  <a:pt x="4322" y="1453"/>
                </a:lnTo>
                <a:lnTo>
                  <a:pt x="4323" y="1451"/>
                </a:lnTo>
                <a:lnTo>
                  <a:pt x="4323" y="1449"/>
                </a:lnTo>
                <a:lnTo>
                  <a:pt x="4324" y="1449"/>
                </a:lnTo>
                <a:lnTo>
                  <a:pt x="4324" y="1448"/>
                </a:lnTo>
                <a:lnTo>
                  <a:pt x="4323" y="1448"/>
                </a:lnTo>
                <a:lnTo>
                  <a:pt x="4322" y="1448"/>
                </a:lnTo>
                <a:lnTo>
                  <a:pt x="4322" y="1447"/>
                </a:lnTo>
                <a:lnTo>
                  <a:pt x="4321" y="1446"/>
                </a:lnTo>
                <a:lnTo>
                  <a:pt x="4321" y="1447"/>
                </a:lnTo>
                <a:lnTo>
                  <a:pt x="4321" y="1448"/>
                </a:lnTo>
                <a:lnTo>
                  <a:pt x="4321" y="1449"/>
                </a:lnTo>
                <a:lnTo>
                  <a:pt x="4321" y="1450"/>
                </a:lnTo>
                <a:lnTo>
                  <a:pt x="4320" y="1450"/>
                </a:lnTo>
                <a:lnTo>
                  <a:pt x="4320" y="1451"/>
                </a:lnTo>
                <a:lnTo>
                  <a:pt x="4319" y="1451"/>
                </a:lnTo>
                <a:lnTo>
                  <a:pt x="4319" y="1452"/>
                </a:lnTo>
                <a:lnTo>
                  <a:pt x="4318" y="1452"/>
                </a:lnTo>
                <a:lnTo>
                  <a:pt x="4317" y="1452"/>
                </a:lnTo>
                <a:lnTo>
                  <a:pt x="4317" y="1453"/>
                </a:lnTo>
                <a:lnTo>
                  <a:pt x="4316" y="1452"/>
                </a:lnTo>
                <a:lnTo>
                  <a:pt x="4315" y="1451"/>
                </a:lnTo>
                <a:lnTo>
                  <a:pt x="4315" y="1452"/>
                </a:lnTo>
                <a:lnTo>
                  <a:pt x="4315" y="1451"/>
                </a:lnTo>
                <a:lnTo>
                  <a:pt x="4314" y="1451"/>
                </a:lnTo>
                <a:lnTo>
                  <a:pt x="4313" y="1451"/>
                </a:lnTo>
                <a:lnTo>
                  <a:pt x="4312" y="1451"/>
                </a:lnTo>
                <a:lnTo>
                  <a:pt x="4311" y="1451"/>
                </a:lnTo>
                <a:lnTo>
                  <a:pt x="4310" y="1451"/>
                </a:lnTo>
                <a:lnTo>
                  <a:pt x="4310" y="1450"/>
                </a:lnTo>
                <a:lnTo>
                  <a:pt x="4310" y="1449"/>
                </a:lnTo>
                <a:lnTo>
                  <a:pt x="4311" y="1448"/>
                </a:lnTo>
                <a:lnTo>
                  <a:pt x="4312" y="1447"/>
                </a:lnTo>
                <a:lnTo>
                  <a:pt x="4313" y="1447"/>
                </a:lnTo>
                <a:lnTo>
                  <a:pt x="4314" y="1446"/>
                </a:lnTo>
                <a:lnTo>
                  <a:pt x="4314" y="1445"/>
                </a:lnTo>
                <a:lnTo>
                  <a:pt x="4314" y="1444"/>
                </a:lnTo>
                <a:lnTo>
                  <a:pt x="4313" y="1444"/>
                </a:lnTo>
                <a:lnTo>
                  <a:pt x="4312" y="1445"/>
                </a:lnTo>
                <a:lnTo>
                  <a:pt x="4311" y="1446"/>
                </a:lnTo>
                <a:lnTo>
                  <a:pt x="4310" y="1446"/>
                </a:lnTo>
                <a:lnTo>
                  <a:pt x="4312" y="1447"/>
                </a:lnTo>
                <a:lnTo>
                  <a:pt x="4311" y="1447"/>
                </a:lnTo>
                <a:lnTo>
                  <a:pt x="4310" y="1448"/>
                </a:lnTo>
                <a:lnTo>
                  <a:pt x="4309" y="1449"/>
                </a:lnTo>
                <a:lnTo>
                  <a:pt x="4308" y="1449"/>
                </a:lnTo>
                <a:lnTo>
                  <a:pt x="4308" y="1448"/>
                </a:lnTo>
                <a:lnTo>
                  <a:pt x="4307" y="1448"/>
                </a:lnTo>
                <a:lnTo>
                  <a:pt x="4307" y="1449"/>
                </a:lnTo>
                <a:lnTo>
                  <a:pt x="4307" y="1450"/>
                </a:lnTo>
                <a:lnTo>
                  <a:pt x="4306" y="1451"/>
                </a:lnTo>
                <a:lnTo>
                  <a:pt x="4305" y="1451"/>
                </a:lnTo>
                <a:lnTo>
                  <a:pt x="4304" y="1450"/>
                </a:lnTo>
                <a:lnTo>
                  <a:pt x="4303" y="1450"/>
                </a:lnTo>
                <a:lnTo>
                  <a:pt x="4304" y="1449"/>
                </a:lnTo>
                <a:lnTo>
                  <a:pt x="4305" y="1449"/>
                </a:lnTo>
                <a:lnTo>
                  <a:pt x="4305" y="1448"/>
                </a:lnTo>
                <a:lnTo>
                  <a:pt x="4305" y="1447"/>
                </a:lnTo>
                <a:lnTo>
                  <a:pt x="4306" y="1446"/>
                </a:lnTo>
                <a:lnTo>
                  <a:pt x="4305" y="1446"/>
                </a:lnTo>
                <a:lnTo>
                  <a:pt x="4305" y="1444"/>
                </a:lnTo>
                <a:lnTo>
                  <a:pt x="4306" y="1444"/>
                </a:lnTo>
                <a:lnTo>
                  <a:pt x="4306" y="1443"/>
                </a:lnTo>
                <a:lnTo>
                  <a:pt x="4306" y="1442"/>
                </a:lnTo>
                <a:lnTo>
                  <a:pt x="4308" y="1441"/>
                </a:lnTo>
                <a:lnTo>
                  <a:pt x="4309" y="1441"/>
                </a:lnTo>
                <a:lnTo>
                  <a:pt x="4310" y="1440"/>
                </a:lnTo>
                <a:lnTo>
                  <a:pt x="4311" y="1440"/>
                </a:lnTo>
                <a:lnTo>
                  <a:pt x="4312" y="1439"/>
                </a:lnTo>
                <a:lnTo>
                  <a:pt x="4313" y="1439"/>
                </a:lnTo>
                <a:lnTo>
                  <a:pt x="4313" y="1438"/>
                </a:lnTo>
                <a:lnTo>
                  <a:pt x="4314" y="1438"/>
                </a:lnTo>
                <a:lnTo>
                  <a:pt x="4315" y="1438"/>
                </a:lnTo>
                <a:lnTo>
                  <a:pt x="4316" y="1438"/>
                </a:lnTo>
                <a:lnTo>
                  <a:pt x="4316" y="1439"/>
                </a:lnTo>
                <a:lnTo>
                  <a:pt x="4316" y="1440"/>
                </a:lnTo>
                <a:lnTo>
                  <a:pt x="4317" y="1440"/>
                </a:lnTo>
                <a:lnTo>
                  <a:pt x="4318" y="1440"/>
                </a:lnTo>
                <a:lnTo>
                  <a:pt x="4318" y="1439"/>
                </a:lnTo>
                <a:lnTo>
                  <a:pt x="4319" y="1439"/>
                </a:lnTo>
                <a:lnTo>
                  <a:pt x="4319" y="1438"/>
                </a:lnTo>
                <a:lnTo>
                  <a:pt x="4320" y="1438"/>
                </a:lnTo>
                <a:lnTo>
                  <a:pt x="4321" y="1438"/>
                </a:lnTo>
                <a:lnTo>
                  <a:pt x="4321" y="1437"/>
                </a:lnTo>
                <a:lnTo>
                  <a:pt x="4322" y="1437"/>
                </a:lnTo>
                <a:lnTo>
                  <a:pt x="4322" y="1436"/>
                </a:lnTo>
                <a:lnTo>
                  <a:pt x="4323" y="1436"/>
                </a:lnTo>
                <a:lnTo>
                  <a:pt x="4324" y="1436"/>
                </a:lnTo>
                <a:lnTo>
                  <a:pt x="4324" y="1435"/>
                </a:lnTo>
                <a:lnTo>
                  <a:pt x="4324" y="1436"/>
                </a:lnTo>
                <a:lnTo>
                  <a:pt x="4323" y="1436"/>
                </a:lnTo>
                <a:lnTo>
                  <a:pt x="4322" y="1436"/>
                </a:lnTo>
                <a:lnTo>
                  <a:pt x="4321" y="1437"/>
                </a:lnTo>
                <a:lnTo>
                  <a:pt x="4320" y="1437"/>
                </a:lnTo>
                <a:lnTo>
                  <a:pt x="4320" y="1438"/>
                </a:lnTo>
                <a:lnTo>
                  <a:pt x="4319" y="1438"/>
                </a:lnTo>
                <a:lnTo>
                  <a:pt x="4318" y="1438"/>
                </a:lnTo>
                <a:lnTo>
                  <a:pt x="4317" y="1438"/>
                </a:lnTo>
                <a:lnTo>
                  <a:pt x="4316" y="1437"/>
                </a:lnTo>
                <a:lnTo>
                  <a:pt x="4314" y="1436"/>
                </a:lnTo>
                <a:lnTo>
                  <a:pt x="4313" y="1436"/>
                </a:lnTo>
                <a:lnTo>
                  <a:pt x="4313" y="1437"/>
                </a:lnTo>
                <a:lnTo>
                  <a:pt x="4312" y="1437"/>
                </a:lnTo>
                <a:lnTo>
                  <a:pt x="4311" y="1437"/>
                </a:lnTo>
                <a:lnTo>
                  <a:pt x="4310" y="1438"/>
                </a:lnTo>
                <a:lnTo>
                  <a:pt x="4310" y="1439"/>
                </a:lnTo>
                <a:lnTo>
                  <a:pt x="4309" y="1439"/>
                </a:lnTo>
                <a:lnTo>
                  <a:pt x="4309" y="1440"/>
                </a:lnTo>
                <a:lnTo>
                  <a:pt x="4308" y="1440"/>
                </a:lnTo>
                <a:lnTo>
                  <a:pt x="4308" y="1439"/>
                </a:lnTo>
                <a:lnTo>
                  <a:pt x="4308" y="1438"/>
                </a:lnTo>
                <a:lnTo>
                  <a:pt x="4307" y="1437"/>
                </a:lnTo>
                <a:lnTo>
                  <a:pt x="4306" y="1437"/>
                </a:lnTo>
                <a:lnTo>
                  <a:pt x="4306" y="1438"/>
                </a:lnTo>
                <a:lnTo>
                  <a:pt x="4305" y="1438"/>
                </a:lnTo>
                <a:lnTo>
                  <a:pt x="4305" y="1439"/>
                </a:lnTo>
                <a:lnTo>
                  <a:pt x="4305" y="1440"/>
                </a:lnTo>
                <a:lnTo>
                  <a:pt x="4302" y="1440"/>
                </a:lnTo>
                <a:lnTo>
                  <a:pt x="4301" y="1437"/>
                </a:lnTo>
                <a:lnTo>
                  <a:pt x="4301" y="1435"/>
                </a:lnTo>
                <a:lnTo>
                  <a:pt x="4302" y="1435"/>
                </a:lnTo>
                <a:lnTo>
                  <a:pt x="4302" y="1434"/>
                </a:lnTo>
                <a:lnTo>
                  <a:pt x="4302" y="1433"/>
                </a:lnTo>
                <a:lnTo>
                  <a:pt x="4304" y="1431"/>
                </a:lnTo>
                <a:lnTo>
                  <a:pt x="4306" y="1431"/>
                </a:lnTo>
                <a:lnTo>
                  <a:pt x="4307" y="1431"/>
                </a:lnTo>
                <a:lnTo>
                  <a:pt x="4308" y="1430"/>
                </a:lnTo>
                <a:lnTo>
                  <a:pt x="4308" y="1429"/>
                </a:lnTo>
                <a:lnTo>
                  <a:pt x="4308" y="1428"/>
                </a:lnTo>
                <a:lnTo>
                  <a:pt x="4309" y="1429"/>
                </a:lnTo>
                <a:lnTo>
                  <a:pt x="4310" y="1429"/>
                </a:lnTo>
                <a:lnTo>
                  <a:pt x="4312" y="1428"/>
                </a:lnTo>
                <a:lnTo>
                  <a:pt x="4313" y="1428"/>
                </a:lnTo>
                <a:lnTo>
                  <a:pt x="4314" y="1428"/>
                </a:lnTo>
                <a:lnTo>
                  <a:pt x="4316" y="1428"/>
                </a:lnTo>
                <a:lnTo>
                  <a:pt x="4317" y="1428"/>
                </a:lnTo>
                <a:lnTo>
                  <a:pt x="4318" y="1428"/>
                </a:lnTo>
                <a:lnTo>
                  <a:pt x="4319" y="1427"/>
                </a:lnTo>
                <a:lnTo>
                  <a:pt x="4319" y="1426"/>
                </a:lnTo>
                <a:lnTo>
                  <a:pt x="4320" y="1426"/>
                </a:lnTo>
                <a:lnTo>
                  <a:pt x="4320" y="1427"/>
                </a:lnTo>
                <a:lnTo>
                  <a:pt x="4321" y="1427"/>
                </a:lnTo>
                <a:lnTo>
                  <a:pt x="4321" y="1426"/>
                </a:lnTo>
                <a:lnTo>
                  <a:pt x="4322" y="1426"/>
                </a:lnTo>
                <a:lnTo>
                  <a:pt x="4322" y="1425"/>
                </a:lnTo>
                <a:lnTo>
                  <a:pt x="4323" y="1425"/>
                </a:lnTo>
                <a:lnTo>
                  <a:pt x="4323" y="1424"/>
                </a:lnTo>
                <a:lnTo>
                  <a:pt x="4322" y="1424"/>
                </a:lnTo>
                <a:lnTo>
                  <a:pt x="4321" y="1424"/>
                </a:lnTo>
                <a:lnTo>
                  <a:pt x="4321" y="1423"/>
                </a:lnTo>
                <a:lnTo>
                  <a:pt x="4322" y="1423"/>
                </a:lnTo>
                <a:lnTo>
                  <a:pt x="4323" y="1423"/>
                </a:lnTo>
                <a:lnTo>
                  <a:pt x="4324" y="1423"/>
                </a:lnTo>
                <a:lnTo>
                  <a:pt x="4325" y="1422"/>
                </a:lnTo>
                <a:lnTo>
                  <a:pt x="4326" y="1422"/>
                </a:lnTo>
                <a:lnTo>
                  <a:pt x="4326" y="1423"/>
                </a:lnTo>
                <a:lnTo>
                  <a:pt x="4327" y="1423"/>
                </a:lnTo>
                <a:lnTo>
                  <a:pt x="4328" y="1424"/>
                </a:lnTo>
                <a:lnTo>
                  <a:pt x="4328" y="1425"/>
                </a:lnTo>
                <a:lnTo>
                  <a:pt x="4329" y="1426"/>
                </a:lnTo>
                <a:lnTo>
                  <a:pt x="4329" y="1427"/>
                </a:lnTo>
                <a:lnTo>
                  <a:pt x="4329" y="1428"/>
                </a:lnTo>
                <a:lnTo>
                  <a:pt x="4329" y="1429"/>
                </a:lnTo>
                <a:lnTo>
                  <a:pt x="4330" y="1429"/>
                </a:lnTo>
                <a:lnTo>
                  <a:pt x="4331" y="1429"/>
                </a:lnTo>
                <a:lnTo>
                  <a:pt x="4332" y="1428"/>
                </a:lnTo>
                <a:lnTo>
                  <a:pt x="4331" y="1428"/>
                </a:lnTo>
                <a:lnTo>
                  <a:pt x="4330" y="1428"/>
                </a:lnTo>
                <a:lnTo>
                  <a:pt x="4329" y="1427"/>
                </a:lnTo>
                <a:lnTo>
                  <a:pt x="4329" y="1426"/>
                </a:lnTo>
                <a:lnTo>
                  <a:pt x="4329" y="1425"/>
                </a:lnTo>
                <a:lnTo>
                  <a:pt x="4328" y="1424"/>
                </a:lnTo>
                <a:lnTo>
                  <a:pt x="4327" y="1423"/>
                </a:lnTo>
                <a:lnTo>
                  <a:pt x="4327" y="1422"/>
                </a:lnTo>
                <a:lnTo>
                  <a:pt x="4326" y="1422"/>
                </a:lnTo>
                <a:lnTo>
                  <a:pt x="4326" y="1421"/>
                </a:lnTo>
                <a:lnTo>
                  <a:pt x="4327" y="1421"/>
                </a:lnTo>
                <a:lnTo>
                  <a:pt x="4326" y="1420"/>
                </a:lnTo>
                <a:lnTo>
                  <a:pt x="4326" y="1419"/>
                </a:lnTo>
                <a:lnTo>
                  <a:pt x="4327" y="1419"/>
                </a:lnTo>
                <a:lnTo>
                  <a:pt x="4327" y="1418"/>
                </a:lnTo>
                <a:lnTo>
                  <a:pt x="4326" y="1417"/>
                </a:lnTo>
                <a:lnTo>
                  <a:pt x="4325" y="1417"/>
                </a:lnTo>
                <a:lnTo>
                  <a:pt x="4325" y="1416"/>
                </a:lnTo>
                <a:lnTo>
                  <a:pt x="4324" y="1415"/>
                </a:lnTo>
                <a:lnTo>
                  <a:pt x="4323" y="1414"/>
                </a:lnTo>
                <a:lnTo>
                  <a:pt x="4322" y="1414"/>
                </a:lnTo>
                <a:lnTo>
                  <a:pt x="4322" y="1413"/>
                </a:lnTo>
                <a:lnTo>
                  <a:pt x="4323" y="1413"/>
                </a:lnTo>
                <a:lnTo>
                  <a:pt x="4324" y="1413"/>
                </a:lnTo>
                <a:lnTo>
                  <a:pt x="4325" y="1412"/>
                </a:lnTo>
                <a:lnTo>
                  <a:pt x="4325" y="1411"/>
                </a:lnTo>
                <a:lnTo>
                  <a:pt x="4325" y="1410"/>
                </a:lnTo>
                <a:lnTo>
                  <a:pt x="4325" y="1409"/>
                </a:lnTo>
                <a:lnTo>
                  <a:pt x="4324" y="1409"/>
                </a:lnTo>
                <a:lnTo>
                  <a:pt x="4324" y="1408"/>
                </a:lnTo>
                <a:lnTo>
                  <a:pt x="4324" y="1407"/>
                </a:lnTo>
                <a:lnTo>
                  <a:pt x="4325" y="1407"/>
                </a:lnTo>
                <a:lnTo>
                  <a:pt x="4326" y="1406"/>
                </a:lnTo>
                <a:lnTo>
                  <a:pt x="4327" y="1405"/>
                </a:lnTo>
                <a:lnTo>
                  <a:pt x="4328" y="1404"/>
                </a:lnTo>
                <a:lnTo>
                  <a:pt x="4329" y="1403"/>
                </a:lnTo>
                <a:lnTo>
                  <a:pt x="4330" y="1402"/>
                </a:lnTo>
                <a:lnTo>
                  <a:pt x="4329" y="1401"/>
                </a:lnTo>
                <a:lnTo>
                  <a:pt x="4330" y="1401"/>
                </a:lnTo>
                <a:lnTo>
                  <a:pt x="4331" y="1402"/>
                </a:lnTo>
                <a:lnTo>
                  <a:pt x="4332" y="1402"/>
                </a:lnTo>
                <a:lnTo>
                  <a:pt x="4333" y="1402"/>
                </a:lnTo>
                <a:lnTo>
                  <a:pt x="4334" y="1402"/>
                </a:lnTo>
                <a:lnTo>
                  <a:pt x="4334" y="1401"/>
                </a:lnTo>
                <a:lnTo>
                  <a:pt x="4335" y="1401"/>
                </a:lnTo>
                <a:lnTo>
                  <a:pt x="4336" y="1401"/>
                </a:lnTo>
                <a:lnTo>
                  <a:pt x="4337" y="1400"/>
                </a:lnTo>
                <a:lnTo>
                  <a:pt x="4338" y="1400"/>
                </a:lnTo>
                <a:lnTo>
                  <a:pt x="4338" y="1399"/>
                </a:lnTo>
                <a:lnTo>
                  <a:pt x="4338" y="1398"/>
                </a:lnTo>
                <a:lnTo>
                  <a:pt x="4339" y="1398"/>
                </a:lnTo>
                <a:lnTo>
                  <a:pt x="4341" y="1398"/>
                </a:lnTo>
                <a:lnTo>
                  <a:pt x="4341" y="1397"/>
                </a:lnTo>
                <a:lnTo>
                  <a:pt x="4342" y="1396"/>
                </a:lnTo>
                <a:lnTo>
                  <a:pt x="4343" y="1396"/>
                </a:lnTo>
                <a:lnTo>
                  <a:pt x="4344" y="1395"/>
                </a:lnTo>
                <a:lnTo>
                  <a:pt x="4344" y="1394"/>
                </a:lnTo>
                <a:lnTo>
                  <a:pt x="4345" y="1394"/>
                </a:lnTo>
                <a:lnTo>
                  <a:pt x="4346" y="1395"/>
                </a:lnTo>
                <a:lnTo>
                  <a:pt x="4347" y="1396"/>
                </a:lnTo>
                <a:lnTo>
                  <a:pt x="4348" y="1396"/>
                </a:lnTo>
                <a:lnTo>
                  <a:pt x="4348" y="1395"/>
                </a:lnTo>
                <a:lnTo>
                  <a:pt x="4349" y="1395"/>
                </a:lnTo>
                <a:lnTo>
                  <a:pt x="4350" y="1395"/>
                </a:lnTo>
                <a:lnTo>
                  <a:pt x="4350" y="1394"/>
                </a:lnTo>
                <a:lnTo>
                  <a:pt x="4351" y="1394"/>
                </a:lnTo>
                <a:lnTo>
                  <a:pt x="4352" y="1394"/>
                </a:lnTo>
                <a:lnTo>
                  <a:pt x="4352" y="1393"/>
                </a:lnTo>
                <a:lnTo>
                  <a:pt x="4352" y="1392"/>
                </a:lnTo>
                <a:lnTo>
                  <a:pt x="4353" y="1391"/>
                </a:lnTo>
                <a:lnTo>
                  <a:pt x="4355" y="1390"/>
                </a:lnTo>
                <a:lnTo>
                  <a:pt x="4356" y="1390"/>
                </a:lnTo>
                <a:lnTo>
                  <a:pt x="4355" y="1389"/>
                </a:lnTo>
                <a:lnTo>
                  <a:pt x="4355" y="1388"/>
                </a:lnTo>
                <a:lnTo>
                  <a:pt x="4355" y="1387"/>
                </a:lnTo>
                <a:lnTo>
                  <a:pt x="4355" y="1386"/>
                </a:lnTo>
                <a:lnTo>
                  <a:pt x="4354" y="1387"/>
                </a:lnTo>
                <a:lnTo>
                  <a:pt x="4353" y="1388"/>
                </a:lnTo>
                <a:lnTo>
                  <a:pt x="4350" y="1389"/>
                </a:lnTo>
                <a:lnTo>
                  <a:pt x="4350" y="1388"/>
                </a:lnTo>
                <a:lnTo>
                  <a:pt x="4352" y="1388"/>
                </a:lnTo>
                <a:lnTo>
                  <a:pt x="4352" y="1387"/>
                </a:lnTo>
                <a:lnTo>
                  <a:pt x="4353" y="1387"/>
                </a:lnTo>
                <a:lnTo>
                  <a:pt x="4354" y="1386"/>
                </a:lnTo>
                <a:lnTo>
                  <a:pt x="4355" y="1385"/>
                </a:lnTo>
                <a:lnTo>
                  <a:pt x="4356" y="1385"/>
                </a:lnTo>
                <a:lnTo>
                  <a:pt x="4355" y="1384"/>
                </a:lnTo>
                <a:lnTo>
                  <a:pt x="4357" y="1384"/>
                </a:lnTo>
                <a:lnTo>
                  <a:pt x="4358" y="1384"/>
                </a:lnTo>
                <a:lnTo>
                  <a:pt x="4359" y="1384"/>
                </a:lnTo>
                <a:lnTo>
                  <a:pt x="4360" y="1383"/>
                </a:lnTo>
                <a:lnTo>
                  <a:pt x="4360" y="1384"/>
                </a:lnTo>
                <a:lnTo>
                  <a:pt x="4361" y="1384"/>
                </a:lnTo>
                <a:lnTo>
                  <a:pt x="4361" y="1383"/>
                </a:lnTo>
                <a:lnTo>
                  <a:pt x="4362" y="1381"/>
                </a:lnTo>
                <a:lnTo>
                  <a:pt x="4363" y="1382"/>
                </a:lnTo>
                <a:lnTo>
                  <a:pt x="4363" y="1381"/>
                </a:lnTo>
                <a:lnTo>
                  <a:pt x="4365" y="1380"/>
                </a:lnTo>
                <a:lnTo>
                  <a:pt x="4365" y="1379"/>
                </a:lnTo>
                <a:lnTo>
                  <a:pt x="4365" y="1378"/>
                </a:lnTo>
                <a:lnTo>
                  <a:pt x="4365" y="1377"/>
                </a:lnTo>
                <a:lnTo>
                  <a:pt x="4366" y="1377"/>
                </a:lnTo>
                <a:lnTo>
                  <a:pt x="4366" y="1376"/>
                </a:lnTo>
                <a:lnTo>
                  <a:pt x="4367" y="1376"/>
                </a:lnTo>
                <a:lnTo>
                  <a:pt x="4368" y="1375"/>
                </a:lnTo>
                <a:lnTo>
                  <a:pt x="4369" y="1375"/>
                </a:lnTo>
                <a:lnTo>
                  <a:pt x="4370" y="1375"/>
                </a:lnTo>
                <a:lnTo>
                  <a:pt x="4371" y="1375"/>
                </a:lnTo>
                <a:lnTo>
                  <a:pt x="4372" y="1374"/>
                </a:lnTo>
                <a:lnTo>
                  <a:pt x="4372" y="1373"/>
                </a:lnTo>
                <a:lnTo>
                  <a:pt x="4372" y="1372"/>
                </a:lnTo>
                <a:lnTo>
                  <a:pt x="4372" y="1371"/>
                </a:lnTo>
                <a:lnTo>
                  <a:pt x="4372" y="1370"/>
                </a:lnTo>
                <a:lnTo>
                  <a:pt x="4372" y="1369"/>
                </a:lnTo>
                <a:lnTo>
                  <a:pt x="4371" y="1369"/>
                </a:lnTo>
                <a:lnTo>
                  <a:pt x="4370" y="1369"/>
                </a:lnTo>
                <a:lnTo>
                  <a:pt x="4370" y="1368"/>
                </a:lnTo>
                <a:lnTo>
                  <a:pt x="4371" y="1368"/>
                </a:lnTo>
                <a:lnTo>
                  <a:pt x="4368" y="1367"/>
                </a:lnTo>
                <a:lnTo>
                  <a:pt x="4367" y="1367"/>
                </a:lnTo>
                <a:lnTo>
                  <a:pt x="4368" y="1367"/>
                </a:lnTo>
                <a:lnTo>
                  <a:pt x="4373" y="1367"/>
                </a:lnTo>
                <a:lnTo>
                  <a:pt x="4373" y="1368"/>
                </a:lnTo>
                <a:lnTo>
                  <a:pt x="4374" y="1368"/>
                </a:lnTo>
                <a:lnTo>
                  <a:pt x="4375" y="1368"/>
                </a:lnTo>
                <a:lnTo>
                  <a:pt x="4375" y="1367"/>
                </a:lnTo>
                <a:lnTo>
                  <a:pt x="4376" y="1367"/>
                </a:lnTo>
                <a:lnTo>
                  <a:pt x="4376" y="1366"/>
                </a:lnTo>
                <a:lnTo>
                  <a:pt x="4377" y="1366"/>
                </a:lnTo>
                <a:lnTo>
                  <a:pt x="4378" y="1365"/>
                </a:lnTo>
                <a:lnTo>
                  <a:pt x="4379" y="1364"/>
                </a:lnTo>
                <a:lnTo>
                  <a:pt x="4380" y="1363"/>
                </a:lnTo>
                <a:lnTo>
                  <a:pt x="4379" y="1363"/>
                </a:lnTo>
                <a:lnTo>
                  <a:pt x="4379" y="1362"/>
                </a:lnTo>
                <a:lnTo>
                  <a:pt x="4380" y="1362"/>
                </a:lnTo>
                <a:lnTo>
                  <a:pt x="4380" y="1359"/>
                </a:lnTo>
                <a:lnTo>
                  <a:pt x="4380" y="1358"/>
                </a:lnTo>
                <a:lnTo>
                  <a:pt x="4380" y="1357"/>
                </a:lnTo>
                <a:lnTo>
                  <a:pt x="4379" y="1357"/>
                </a:lnTo>
                <a:lnTo>
                  <a:pt x="4378" y="1355"/>
                </a:lnTo>
                <a:lnTo>
                  <a:pt x="4375" y="1356"/>
                </a:lnTo>
                <a:lnTo>
                  <a:pt x="4375" y="1355"/>
                </a:lnTo>
                <a:lnTo>
                  <a:pt x="4378" y="1354"/>
                </a:lnTo>
                <a:lnTo>
                  <a:pt x="4379" y="1354"/>
                </a:lnTo>
                <a:lnTo>
                  <a:pt x="4379" y="1356"/>
                </a:lnTo>
                <a:lnTo>
                  <a:pt x="4380" y="1356"/>
                </a:lnTo>
                <a:lnTo>
                  <a:pt x="4381" y="1356"/>
                </a:lnTo>
                <a:lnTo>
                  <a:pt x="4381" y="1355"/>
                </a:lnTo>
                <a:lnTo>
                  <a:pt x="4383" y="1354"/>
                </a:lnTo>
                <a:lnTo>
                  <a:pt x="4383" y="1353"/>
                </a:lnTo>
                <a:lnTo>
                  <a:pt x="4384" y="1353"/>
                </a:lnTo>
                <a:lnTo>
                  <a:pt x="4384" y="1354"/>
                </a:lnTo>
                <a:lnTo>
                  <a:pt x="4385" y="1354"/>
                </a:lnTo>
                <a:lnTo>
                  <a:pt x="4385" y="1353"/>
                </a:lnTo>
                <a:lnTo>
                  <a:pt x="4386" y="1354"/>
                </a:lnTo>
                <a:lnTo>
                  <a:pt x="4386" y="1353"/>
                </a:lnTo>
                <a:lnTo>
                  <a:pt x="4385" y="1352"/>
                </a:lnTo>
                <a:lnTo>
                  <a:pt x="4385" y="1351"/>
                </a:lnTo>
                <a:lnTo>
                  <a:pt x="4386" y="1351"/>
                </a:lnTo>
                <a:lnTo>
                  <a:pt x="4386" y="1352"/>
                </a:lnTo>
                <a:lnTo>
                  <a:pt x="4387" y="1351"/>
                </a:lnTo>
                <a:lnTo>
                  <a:pt x="4387" y="1352"/>
                </a:lnTo>
                <a:lnTo>
                  <a:pt x="4388" y="1351"/>
                </a:lnTo>
                <a:lnTo>
                  <a:pt x="4388" y="1350"/>
                </a:lnTo>
                <a:lnTo>
                  <a:pt x="4388" y="1351"/>
                </a:lnTo>
                <a:lnTo>
                  <a:pt x="4389" y="1351"/>
                </a:lnTo>
                <a:lnTo>
                  <a:pt x="4389" y="1350"/>
                </a:lnTo>
                <a:lnTo>
                  <a:pt x="4389" y="1349"/>
                </a:lnTo>
                <a:lnTo>
                  <a:pt x="4388" y="1349"/>
                </a:lnTo>
                <a:lnTo>
                  <a:pt x="4389" y="1349"/>
                </a:lnTo>
                <a:lnTo>
                  <a:pt x="4390" y="1349"/>
                </a:lnTo>
                <a:lnTo>
                  <a:pt x="4390" y="1348"/>
                </a:lnTo>
                <a:lnTo>
                  <a:pt x="4390" y="1347"/>
                </a:lnTo>
                <a:lnTo>
                  <a:pt x="4390" y="1346"/>
                </a:lnTo>
                <a:lnTo>
                  <a:pt x="4389" y="1345"/>
                </a:lnTo>
                <a:lnTo>
                  <a:pt x="4389" y="1344"/>
                </a:lnTo>
                <a:lnTo>
                  <a:pt x="4390" y="1344"/>
                </a:lnTo>
                <a:lnTo>
                  <a:pt x="4391" y="1345"/>
                </a:lnTo>
                <a:lnTo>
                  <a:pt x="4391" y="1344"/>
                </a:lnTo>
                <a:lnTo>
                  <a:pt x="4392" y="1344"/>
                </a:lnTo>
                <a:lnTo>
                  <a:pt x="4393" y="1344"/>
                </a:lnTo>
                <a:lnTo>
                  <a:pt x="4394" y="1342"/>
                </a:lnTo>
                <a:lnTo>
                  <a:pt x="4394" y="1341"/>
                </a:lnTo>
                <a:lnTo>
                  <a:pt x="4393" y="1341"/>
                </a:lnTo>
                <a:lnTo>
                  <a:pt x="4394" y="1341"/>
                </a:lnTo>
                <a:lnTo>
                  <a:pt x="4395" y="1340"/>
                </a:lnTo>
                <a:lnTo>
                  <a:pt x="4395" y="1339"/>
                </a:lnTo>
                <a:lnTo>
                  <a:pt x="4396" y="1339"/>
                </a:lnTo>
                <a:lnTo>
                  <a:pt x="4397" y="1338"/>
                </a:lnTo>
                <a:lnTo>
                  <a:pt x="4396" y="1338"/>
                </a:lnTo>
                <a:lnTo>
                  <a:pt x="4395" y="1338"/>
                </a:lnTo>
                <a:lnTo>
                  <a:pt x="4394" y="1338"/>
                </a:lnTo>
                <a:lnTo>
                  <a:pt x="4394" y="1337"/>
                </a:lnTo>
                <a:lnTo>
                  <a:pt x="4395" y="1337"/>
                </a:lnTo>
                <a:lnTo>
                  <a:pt x="4394" y="1335"/>
                </a:lnTo>
                <a:lnTo>
                  <a:pt x="4393" y="1334"/>
                </a:lnTo>
                <a:lnTo>
                  <a:pt x="4391" y="1333"/>
                </a:lnTo>
                <a:lnTo>
                  <a:pt x="4392" y="1332"/>
                </a:lnTo>
                <a:lnTo>
                  <a:pt x="4391" y="1331"/>
                </a:lnTo>
                <a:lnTo>
                  <a:pt x="4390" y="1330"/>
                </a:lnTo>
                <a:lnTo>
                  <a:pt x="4389" y="1330"/>
                </a:lnTo>
                <a:lnTo>
                  <a:pt x="4389" y="1329"/>
                </a:lnTo>
                <a:lnTo>
                  <a:pt x="4388" y="1328"/>
                </a:lnTo>
                <a:lnTo>
                  <a:pt x="4387" y="1327"/>
                </a:lnTo>
                <a:lnTo>
                  <a:pt x="4386" y="1326"/>
                </a:lnTo>
                <a:lnTo>
                  <a:pt x="4385" y="1326"/>
                </a:lnTo>
                <a:lnTo>
                  <a:pt x="4383" y="1324"/>
                </a:lnTo>
                <a:lnTo>
                  <a:pt x="4384" y="1323"/>
                </a:lnTo>
                <a:lnTo>
                  <a:pt x="4385" y="1323"/>
                </a:lnTo>
                <a:lnTo>
                  <a:pt x="4385" y="1322"/>
                </a:lnTo>
                <a:lnTo>
                  <a:pt x="4385" y="1321"/>
                </a:lnTo>
                <a:lnTo>
                  <a:pt x="4386" y="1321"/>
                </a:lnTo>
                <a:lnTo>
                  <a:pt x="4386" y="1320"/>
                </a:lnTo>
                <a:lnTo>
                  <a:pt x="4386" y="1319"/>
                </a:lnTo>
                <a:lnTo>
                  <a:pt x="4386" y="1318"/>
                </a:lnTo>
                <a:lnTo>
                  <a:pt x="4385" y="1318"/>
                </a:lnTo>
                <a:lnTo>
                  <a:pt x="4384" y="1318"/>
                </a:lnTo>
                <a:lnTo>
                  <a:pt x="4384" y="1319"/>
                </a:lnTo>
                <a:lnTo>
                  <a:pt x="4383" y="1319"/>
                </a:lnTo>
                <a:lnTo>
                  <a:pt x="4382" y="1319"/>
                </a:lnTo>
                <a:lnTo>
                  <a:pt x="4381" y="1319"/>
                </a:lnTo>
                <a:lnTo>
                  <a:pt x="4380" y="1319"/>
                </a:lnTo>
                <a:lnTo>
                  <a:pt x="4379" y="1319"/>
                </a:lnTo>
                <a:lnTo>
                  <a:pt x="4378" y="1319"/>
                </a:lnTo>
                <a:lnTo>
                  <a:pt x="4377" y="1320"/>
                </a:lnTo>
                <a:lnTo>
                  <a:pt x="4376" y="1320"/>
                </a:lnTo>
                <a:lnTo>
                  <a:pt x="4376" y="1319"/>
                </a:lnTo>
                <a:lnTo>
                  <a:pt x="4376" y="1318"/>
                </a:lnTo>
                <a:lnTo>
                  <a:pt x="4377" y="1318"/>
                </a:lnTo>
                <a:lnTo>
                  <a:pt x="4377" y="1317"/>
                </a:lnTo>
                <a:lnTo>
                  <a:pt x="4376" y="1317"/>
                </a:lnTo>
                <a:lnTo>
                  <a:pt x="4377" y="1315"/>
                </a:lnTo>
                <a:lnTo>
                  <a:pt x="4375" y="1317"/>
                </a:lnTo>
                <a:lnTo>
                  <a:pt x="4375" y="1318"/>
                </a:lnTo>
                <a:lnTo>
                  <a:pt x="4372" y="1317"/>
                </a:lnTo>
                <a:lnTo>
                  <a:pt x="4371" y="1316"/>
                </a:lnTo>
                <a:lnTo>
                  <a:pt x="4369" y="1315"/>
                </a:lnTo>
                <a:lnTo>
                  <a:pt x="4372" y="1312"/>
                </a:lnTo>
                <a:lnTo>
                  <a:pt x="4370" y="1311"/>
                </a:lnTo>
                <a:lnTo>
                  <a:pt x="4369" y="1313"/>
                </a:lnTo>
                <a:lnTo>
                  <a:pt x="4368" y="1313"/>
                </a:lnTo>
                <a:lnTo>
                  <a:pt x="4370" y="1311"/>
                </a:lnTo>
                <a:lnTo>
                  <a:pt x="4369" y="1311"/>
                </a:lnTo>
                <a:lnTo>
                  <a:pt x="4368" y="1311"/>
                </a:lnTo>
                <a:lnTo>
                  <a:pt x="4368" y="1310"/>
                </a:lnTo>
                <a:lnTo>
                  <a:pt x="4368" y="1309"/>
                </a:lnTo>
                <a:lnTo>
                  <a:pt x="4367" y="1308"/>
                </a:lnTo>
                <a:lnTo>
                  <a:pt x="4367" y="1307"/>
                </a:lnTo>
                <a:lnTo>
                  <a:pt x="4367" y="1305"/>
                </a:lnTo>
                <a:lnTo>
                  <a:pt x="4366" y="1305"/>
                </a:lnTo>
                <a:lnTo>
                  <a:pt x="4366" y="1304"/>
                </a:lnTo>
                <a:lnTo>
                  <a:pt x="4365" y="1304"/>
                </a:lnTo>
                <a:lnTo>
                  <a:pt x="4366" y="1303"/>
                </a:lnTo>
                <a:lnTo>
                  <a:pt x="4367" y="1303"/>
                </a:lnTo>
                <a:lnTo>
                  <a:pt x="4367" y="1304"/>
                </a:lnTo>
                <a:lnTo>
                  <a:pt x="4367" y="1303"/>
                </a:lnTo>
                <a:lnTo>
                  <a:pt x="4367" y="1302"/>
                </a:lnTo>
                <a:lnTo>
                  <a:pt x="4365" y="1302"/>
                </a:lnTo>
                <a:lnTo>
                  <a:pt x="4363" y="1302"/>
                </a:lnTo>
                <a:lnTo>
                  <a:pt x="4363" y="1303"/>
                </a:lnTo>
                <a:lnTo>
                  <a:pt x="4363" y="1304"/>
                </a:lnTo>
                <a:lnTo>
                  <a:pt x="4364" y="1304"/>
                </a:lnTo>
                <a:lnTo>
                  <a:pt x="4365" y="1304"/>
                </a:lnTo>
                <a:lnTo>
                  <a:pt x="4365" y="1305"/>
                </a:lnTo>
                <a:lnTo>
                  <a:pt x="4362" y="1305"/>
                </a:lnTo>
                <a:lnTo>
                  <a:pt x="4361" y="1305"/>
                </a:lnTo>
                <a:lnTo>
                  <a:pt x="4361" y="1304"/>
                </a:lnTo>
                <a:lnTo>
                  <a:pt x="4360" y="1304"/>
                </a:lnTo>
                <a:lnTo>
                  <a:pt x="4359" y="1303"/>
                </a:lnTo>
                <a:lnTo>
                  <a:pt x="4358" y="1303"/>
                </a:lnTo>
                <a:lnTo>
                  <a:pt x="4358" y="1302"/>
                </a:lnTo>
                <a:lnTo>
                  <a:pt x="4357" y="1300"/>
                </a:lnTo>
                <a:lnTo>
                  <a:pt x="4357" y="1299"/>
                </a:lnTo>
                <a:lnTo>
                  <a:pt x="4357" y="1298"/>
                </a:lnTo>
                <a:lnTo>
                  <a:pt x="4357" y="1296"/>
                </a:lnTo>
                <a:lnTo>
                  <a:pt x="4356" y="1296"/>
                </a:lnTo>
                <a:lnTo>
                  <a:pt x="4356" y="1295"/>
                </a:lnTo>
                <a:lnTo>
                  <a:pt x="4356" y="1294"/>
                </a:lnTo>
                <a:lnTo>
                  <a:pt x="4357" y="1293"/>
                </a:lnTo>
                <a:lnTo>
                  <a:pt x="4356" y="1293"/>
                </a:lnTo>
                <a:lnTo>
                  <a:pt x="4356" y="1292"/>
                </a:lnTo>
                <a:lnTo>
                  <a:pt x="4355" y="1292"/>
                </a:lnTo>
                <a:lnTo>
                  <a:pt x="4355" y="1291"/>
                </a:lnTo>
                <a:lnTo>
                  <a:pt x="4355" y="1290"/>
                </a:lnTo>
                <a:lnTo>
                  <a:pt x="4356" y="1290"/>
                </a:lnTo>
                <a:lnTo>
                  <a:pt x="4356" y="1289"/>
                </a:lnTo>
                <a:lnTo>
                  <a:pt x="4357" y="1288"/>
                </a:lnTo>
                <a:lnTo>
                  <a:pt x="4358" y="1287"/>
                </a:lnTo>
                <a:lnTo>
                  <a:pt x="4357" y="1287"/>
                </a:lnTo>
                <a:lnTo>
                  <a:pt x="4356" y="1288"/>
                </a:lnTo>
                <a:lnTo>
                  <a:pt x="4355" y="1288"/>
                </a:lnTo>
                <a:lnTo>
                  <a:pt x="4354" y="1288"/>
                </a:lnTo>
                <a:lnTo>
                  <a:pt x="4353" y="1289"/>
                </a:lnTo>
                <a:lnTo>
                  <a:pt x="4353" y="1290"/>
                </a:lnTo>
                <a:lnTo>
                  <a:pt x="4353" y="1291"/>
                </a:lnTo>
                <a:lnTo>
                  <a:pt x="4352" y="1292"/>
                </a:lnTo>
                <a:lnTo>
                  <a:pt x="4351" y="1292"/>
                </a:lnTo>
                <a:lnTo>
                  <a:pt x="4351" y="1293"/>
                </a:lnTo>
                <a:lnTo>
                  <a:pt x="4352" y="1294"/>
                </a:lnTo>
                <a:lnTo>
                  <a:pt x="4352" y="1295"/>
                </a:lnTo>
                <a:lnTo>
                  <a:pt x="4351" y="1295"/>
                </a:lnTo>
                <a:lnTo>
                  <a:pt x="4351" y="1296"/>
                </a:lnTo>
                <a:lnTo>
                  <a:pt x="4350" y="1297"/>
                </a:lnTo>
                <a:lnTo>
                  <a:pt x="4350" y="1296"/>
                </a:lnTo>
                <a:lnTo>
                  <a:pt x="4349" y="1296"/>
                </a:lnTo>
                <a:lnTo>
                  <a:pt x="4349" y="1297"/>
                </a:lnTo>
                <a:lnTo>
                  <a:pt x="4348" y="1297"/>
                </a:lnTo>
                <a:lnTo>
                  <a:pt x="4348" y="1296"/>
                </a:lnTo>
                <a:lnTo>
                  <a:pt x="4348" y="1295"/>
                </a:lnTo>
                <a:lnTo>
                  <a:pt x="4347" y="1295"/>
                </a:lnTo>
                <a:lnTo>
                  <a:pt x="4347" y="1296"/>
                </a:lnTo>
                <a:lnTo>
                  <a:pt x="4346" y="1296"/>
                </a:lnTo>
                <a:lnTo>
                  <a:pt x="4345" y="1297"/>
                </a:lnTo>
                <a:lnTo>
                  <a:pt x="4346" y="1298"/>
                </a:lnTo>
                <a:lnTo>
                  <a:pt x="4347" y="1297"/>
                </a:lnTo>
                <a:lnTo>
                  <a:pt x="4348" y="1297"/>
                </a:lnTo>
                <a:lnTo>
                  <a:pt x="4349" y="1298"/>
                </a:lnTo>
                <a:lnTo>
                  <a:pt x="4348" y="1299"/>
                </a:lnTo>
                <a:lnTo>
                  <a:pt x="4348" y="1298"/>
                </a:lnTo>
                <a:lnTo>
                  <a:pt x="4348" y="1299"/>
                </a:lnTo>
                <a:lnTo>
                  <a:pt x="4347" y="1299"/>
                </a:lnTo>
                <a:lnTo>
                  <a:pt x="4347" y="1301"/>
                </a:lnTo>
                <a:lnTo>
                  <a:pt x="4346" y="1301"/>
                </a:lnTo>
                <a:lnTo>
                  <a:pt x="4345" y="1301"/>
                </a:lnTo>
                <a:lnTo>
                  <a:pt x="4345" y="1300"/>
                </a:lnTo>
                <a:lnTo>
                  <a:pt x="4344" y="1300"/>
                </a:lnTo>
                <a:lnTo>
                  <a:pt x="4344" y="1301"/>
                </a:lnTo>
                <a:lnTo>
                  <a:pt x="4343" y="1301"/>
                </a:lnTo>
                <a:lnTo>
                  <a:pt x="4343" y="1300"/>
                </a:lnTo>
                <a:lnTo>
                  <a:pt x="4343" y="1299"/>
                </a:lnTo>
                <a:lnTo>
                  <a:pt x="4343" y="1298"/>
                </a:lnTo>
                <a:lnTo>
                  <a:pt x="4343" y="1299"/>
                </a:lnTo>
                <a:lnTo>
                  <a:pt x="4343" y="1301"/>
                </a:lnTo>
                <a:lnTo>
                  <a:pt x="4343" y="1302"/>
                </a:lnTo>
                <a:lnTo>
                  <a:pt x="4342" y="1302"/>
                </a:lnTo>
                <a:lnTo>
                  <a:pt x="4342" y="1301"/>
                </a:lnTo>
                <a:lnTo>
                  <a:pt x="4341" y="1301"/>
                </a:lnTo>
                <a:lnTo>
                  <a:pt x="4341" y="1302"/>
                </a:lnTo>
                <a:lnTo>
                  <a:pt x="4339" y="1302"/>
                </a:lnTo>
                <a:lnTo>
                  <a:pt x="4339" y="1301"/>
                </a:lnTo>
                <a:lnTo>
                  <a:pt x="4339" y="1300"/>
                </a:lnTo>
                <a:lnTo>
                  <a:pt x="4339" y="1301"/>
                </a:lnTo>
                <a:lnTo>
                  <a:pt x="4339" y="1302"/>
                </a:lnTo>
                <a:lnTo>
                  <a:pt x="4338" y="1302"/>
                </a:lnTo>
                <a:lnTo>
                  <a:pt x="4338" y="1300"/>
                </a:lnTo>
                <a:lnTo>
                  <a:pt x="4337" y="1300"/>
                </a:lnTo>
                <a:lnTo>
                  <a:pt x="4336" y="1300"/>
                </a:lnTo>
                <a:lnTo>
                  <a:pt x="4337" y="1299"/>
                </a:lnTo>
                <a:lnTo>
                  <a:pt x="4336" y="1299"/>
                </a:lnTo>
                <a:lnTo>
                  <a:pt x="4334" y="1301"/>
                </a:lnTo>
                <a:lnTo>
                  <a:pt x="4332" y="1301"/>
                </a:lnTo>
                <a:lnTo>
                  <a:pt x="4331" y="1301"/>
                </a:lnTo>
                <a:lnTo>
                  <a:pt x="4332" y="1301"/>
                </a:lnTo>
                <a:lnTo>
                  <a:pt x="4332" y="1300"/>
                </a:lnTo>
                <a:lnTo>
                  <a:pt x="4331" y="1301"/>
                </a:lnTo>
                <a:lnTo>
                  <a:pt x="4331" y="1300"/>
                </a:lnTo>
                <a:lnTo>
                  <a:pt x="4331" y="1299"/>
                </a:lnTo>
                <a:lnTo>
                  <a:pt x="4332" y="1298"/>
                </a:lnTo>
                <a:lnTo>
                  <a:pt x="4331" y="1298"/>
                </a:lnTo>
                <a:lnTo>
                  <a:pt x="4331" y="1299"/>
                </a:lnTo>
                <a:lnTo>
                  <a:pt x="4331" y="1300"/>
                </a:lnTo>
                <a:lnTo>
                  <a:pt x="4329" y="1300"/>
                </a:lnTo>
                <a:lnTo>
                  <a:pt x="4328" y="1300"/>
                </a:lnTo>
                <a:lnTo>
                  <a:pt x="4328" y="1299"/>
                </a:lnTo>
                <a:lnTo>
                  <a:pt x="4328" y="1298"/>
                </a:lnTo>
                <a:lnTo>
                  <a:pt x="4327" y="1298"/>
                </a:lnTo>
                <a:lnTo>
                  <a:pt x="4326" y="1298"/>
                </a:lnTo>
                <a:lnTo>
                  <a:pt x="4326" y="1297"/>
                </a:lnTo>
                <a:lnTo>
                  <a:pt x="4327" y="1297"/>
                </a:lnTo>
                <a:lnTo>
                  <a:pt x="4326" y="1297"/>
                </a:lnTo>
                <a:lnTo>
                  <a:pt x="4326" y="1296"/>
                </a:lnTo>
                <a:lnTo>
                  <a:pt x="4326" y="1297"/>
                </a:lnTo>
                <a:lnTo>
                  <a:pt x="4325" y="1297"/>
                </a:lnTo>
                <a:lnTo>
                  <a:pt x="4324" y="1297"/>
                </a:lnTo>
                <a:lnTo>
                  <a:pt x="4323" y="1297"/>
                </a:lnTo>
                <a:lnTo>
                  <a:pt x="4322" y="1297"/>
                </a:lnTo>
                <a:lnTo>
                  <a:pt x="4320" y="1297"/>
                </a:lnTo>
                <a:lnTo>
                  <a:pt x="4320" y="1296"/>
                </a:lnTo>
                <a:lnTo>
                  <a:pt x="4320" y="1295"/>
                </a:lnTo>
                <a:lnTo>
                  <a:pt x="4319" y="1295"/>
                </a:lnTo>
                <a:lnTo>
                  <a:pt x="4319" y="1296"/>
                </a:lnTo>
                <a:lnTo>
                  <a:pt x="4320" y="1296"/>
                </a:lnTo>
                <a:lnTo>
                  <a:pt x="4320" y="1297"/>
                </a:lnTo>
                <a:lnTo>
                  <a:pt x="4316" y="1296"/>
                </a:lnTo>
                <a:lnTo>
                  <a:pt x="4317" y="1296"/>
                </a:lnTo>
                <a:lnTo>
                  <a:pt x="4317" y="1297"/>
                </a:lnTo>
                <a:lnTo>
                  <a:pt x="4320" y="1297"/>
                </a:lnTo>
                <a:lnTo>
                  <a:pt x="4319" y="1298"/>
                </a:lnTo>
                <a:lnTo>
                  <a:pt x="4320" y="1299"/>
                </a:lnTo>
                <a:lnTo>
                  <a:pt x="4320" y="1300"/>
                </a:lnTo>
                <a:lnTo>
                  <a:pt x="4320" y="1301"/>
                </a:lnTo>
                <a:lnTo>
                  <a:pt x="4320" y="1302"/>
                </a:lnTo>
                <a:lnTo>
                  <a:pt x="4316" y="1301"/>
                </a:lnTo>
                <a:lnTo>
                  <a:pt x="4315" y="1301"/>
                </a:lnTo>
                <a:lnTo>
                  <a:pt x="4313" y="1301"/>
                </a:lnTo>
                <a:lnTo>
                  <a:pt x="4311" y="1300"/>
                </a:lnTo>
                <a:lnTo>
                  <a:pt x="4311" y="1299"/>
                </a:lnTo>
                <a:lnTo>
                  <a:pt x="4311" y="1298"/>
                </a:lnTo>
                <a:lnTo>
                  <a:pt x="4310" y="1298"/>
                </a:lnTo>
                <a:lnTo>
                  <a:pt x="4307" y="1299"/>
                </a:lnTo>
                <a:lnTo>
                  <a:pt x="4307" y="1298"/>
                </a:lnTo>
                <a:lnTo>
                  <a:pt x="4306" y="1297"/>
                </a:lnTo>
                <a:lnTo>
                  <a:pt x="4306" y="1295"/>
                </a:lnTo>
                <a:lnTo>
                  <a:pt x="4307" y="1295"/>
                </a:lnTo>
                <a:lnTo>
                  <a:pt x="4308" y="1295"/>
                </a:lnTo>
                <a:lnTo>
                  <a:pt x="4308" y="1294"/>
                </a:lnTo>
                <a:lnTo>
                  <a:pt x="4305" y="1294"/>
                </a:lnTo>
                <a:lnTo>
                  <a:pt x="4304" y="1294"/>
                </a:lnTo>
                <a:lnTo>
                  <a:pt x="4304" y="1295"/>
                </a:lnTo>
                <a:lnTo>
                  <a:pt x="4303" y="1295"/>
                </a:lnTo>
                <a:lnTo>
                  <a:pt x="4304" y="1296"/>
                </a:lnTo>
                <a:lnTo>
                  <a:pt x="4302" y="1296"/>
                </a:lnTo>
                <a:lnTo>
                  <a:pt x="4302" y="1300"/>
                </a:lnTo>
                <a:lnTo>
                  <a:pt x="4301" y="1300"/>
                </a:lnTo>
                <a:lnTo>
                  <a:pt x="4301" y="1299"/>
                </a:lnTo>
                <a:lnTo>
                  <a:pt x="4299" y="1299"/>
                </a:lnTo>
                <a:lnTo>
                  <a:pt x="4300" y="1298"/>
                </a:lnTo>
                <a:lnTo>
                  <a:pt x="4301" y="1298"/>
                </a:lnTo>
                <a:lnTo>
                  <a:pt x="4301" y="1296"/>
                </a:lnTo>
                <a:lnTo>
                  <a:pt x="4298" y="1296"/>
                </a:lnTo>
                <a:lnTo>
                  <a:pt x="4298" y="1295"/>
                </a:lnTo>
                <a:lnTo>
                  <a:pt x="4297" y="1295"/>
                </a:lnTo>
                <a:lnTo>
                  <a:pt x="4296" y="1295"/>
                </a:lnTo>
                <a:lnTo>
                  <a:pt x="4296" y="1296"/>
                </a:lnTo>
                <a:lnTo>
                  <a:pt x="4297" y="1296"/>
                </a:lnTo>
                <a:lnTo>
                  <a:pt x="4297" y="1297"/>
                </a:lnTo>
                <a:lnTo>
                  <a:pt x="4297" y="1298"/>
                </a:lnTo>
                <a:lnTo>
                  <a:pt x="4296" y="1298"/>
                </a:lnTo>
                <a:lnTo>
                  <a:pt x="4295" y="1298"/>
                </a:lnTo>
                <a:lnTo>
                  <a:pt x="4294" y="1297"/>
                </a:lnTo>
                <a:lnTo>
                  <a:pt x="4293" y="1297"/>
                </a:lnTo>
                <a:lnTo>
                  <a:pt x="4292" y="1297"/>
                </a:lnTo>
                <a:lnTo>
                  <a:pt x="4291" y="1298"/>
                </a:lnTo>
                <a:lnTo>
                  <a:pt x="4290" y="1298"/>
                </a:lnTo>
                <a:lnTo>
                  <a:pt x="4289" y="1298"/>
                </a:lnTo>
                <a:lnTo>
                  <a:pt x="4289" y="1299"/>
                </a:lnTo>
                <a:lnTo>
                  <a:pt x="4288" y="1299"/>
                </a:lnTo>
                <a:lnTo>
                  <a:pt x="4288" y="1300"/>
                </a:lnTo>
                <a:lnTo>
                  <a:pt x="4289" y="1300"/>
                </a:lnTo>
                <a:lnTo>
                  <a:pt x="4289" y="1302"/>
                </a:lnTo>
                <a:lnTo>
                  <a:pt x="4288" y="1303"/>
                </a:lnTo>
                <a:lnTo>
                  <a:pt x="4287" y="1303"/>
                </a:lnTo>
                <a:lnTo>
                  <a:pt x="4287" y="1304"/>
                </a:lnTo>
                <a:lnTo>
                  <a:pt x="4288" y="1304"/>
                </a:lnTo>
                <a:lnTo>
                  <a:pt x="4288" y="1305"/>
                </a:lnTo>
                <a:lnTo>
                  <a:pt x="4287" y="1305"/>
                </a:lnTo>
                <a:lnTo>
                  <a:pt x="4287" y="1304"/>
                </a:lnTo>
                <a:lnTo>
                  <a:pt x="4286" y="1305"/>
                </a:lnTo>
                <a:lnTo>
                  <a:pt x="4287" y="1305"/>
                </a:lnTo>
                <a:lnTo>
                  <a:pt x="4287" y="1306"/>
                </a:lnTo>
                <a:lnTo>
                  <a:pt x="4286" y="1306"/>
                </a:lnTo>
                <a:lnTo>
                  <a:pt x="4285" y="1305"/>
                </a:lnTo>
                <a:lnTo>
                  <a:pt x="4284" y="1305"/>
                </a:lnTo>
                <a:lnTo>
                  <a:pt x="4284" y="1304"/>
                </a:lnTo>
                <a:lnTo>
                  <a:pt x="4283" y="1303"/>
                </a:lnTo>
                <a:lnTo>
                  <a:pt x="4282" y="1303"/>
                </a:lnTo>
                <a:lnTo>
                  <a:pt x="4281" y="1303"/>
                </a:lnTo>
                <a:lnTo>
                  <a:pt x="4280" y="1303"/>
                </a:lnTo>
                <a:lnTo>
                  <a:pt x="4279" y="1303"/>
                </a:lnTo>
                <a:lnTo>
                  <a:pt x="4279" y="1304"/>
                </a:lnTo>
                <a:lnTo>
                  <a:pt x="4278" y="1304"/>
                </a:lnTo>
                <a:lnTo>
                  <a:pt x="4278" y="1305"/>
                </a:lnTo>
                <a:lnTo>
                  <a:pt x="4278" y="1306"/>
                </a:lnTo>
                <a:lnTo>
                  <a:pt x="4279" y="1307"/>
                </a:lnTo>
                <a:lnTo>
                  <a:pt x="4278" y="1308"/>
                </a:lnTo>
                <a:lnTo>
                  <a:pt x="4277" y="1308"/>
                </a:lnTo>
                <a:lnTo>
                  <a:pt x="4278" y="1308"/>
                </a:lnTo>
                <a:lnTo>
                  <a:pt x="4278" y="1309"/>
                </a:lnTo>
                <a:lnTo>
                  <a:pt x="4278" y="1311"/>
                </a:lnTo>
                <a:lnTo>
                  <a:pt x="4279" y="1311"/>
                </a:lnTo>
                <a:lnTo>
                  <a:pt x="4279" y="1312"/>
                </a:lnTo>
                <a:lnTo>
                  <a:pt x="4280" y="1312"/>
                </a:lnTo>
                <a:lnTo>
                  <a:pt x="4280" y="1311"/>
                </a:lnTo>
                <a:lnTo>
                  <a:pt x="4283" y="1311"/>
                </a:lnTo>
                <a:lnTo>
                  <a:pt x="4283" y="1314"/>
                </a:lnTo>
                <a:lnTo>
                  <a:pt x="4284" y="1314"/>
                </a:lnTo>
                <a:lnTo>
                  <a:pt x="4284" y="1315"/>
                </a:lnTo>
                <a:lnTo>
                  <a:pt x="4283" y="1315"/>
                </a:lnTo>
                <a:lnTo>
                  <a:pt x="4282" y="1315"/>
                </a:lnTo>
                <a:lnTo>
                  <a:pt x="4282" y="1314"/>
                </a:lnTo>
                <a:lnTo>
                  <a:pt x="4281" y="1314"/>
                </a:lnTo>
                <a:lnTo>
                  <a:pt x="4279" y="1315"/>
                </a:lnTo>
                <a:lnTo>
                  <a:pt x="4277" y="1316"/>
                </a:lnTo>
                <a:lnTo>
                  <a:pt x="4276" y="1316"/>
                </a:lnTo>
                <a:lnTo>
                  <a:pt x="4276" y="1317"/>
                </a:lnTo>
                <a:lnTo>
                  <a:pt x="4275" y="1317"/>
                </a:lnTo>
                <a:lnTo>
                  <a:pt x="4274" y="1317"/>
                </a:lnTo>
                <a:lnTo>
                  <a:pt x="4273" y="1317"/>
                </a:lnTo>
                <a:lnTo>
                  <a:pt x="4272" y="1317"/>
                </a:lnTo>
                <a:lnTo>
                  <a:pt x="4271" y="1317"/>
                </a:lnTo>
                <a:lnTo>
                  <a:pt x="4270" y="1317"/>
                </a:lnTo>
                <a:lnTo>
                  <a:pt x="4270" y="1318"/>
                </a:lnTo>
                <a:lnTo>
                  <a:pt x="4269" y="1318"/>
                </a:lnTo>
                <a:lnTo>
                  <a:pt x="4269" y="1317"/>
                </a:lnTo>
                <a:lnTo>
                  <a:pt x="4268" y="1317"/>
                </a:lnTo>
                <a:lnTo>
                  <a:pt x="4267" y="1317"/>
                </a:lnTo>
                <a:lnTo>
                  <a:pt x="4267" y="1318"/>
                </a:lnTo>
                <a:lnTo>
                  <a:pt x="4266" y="1318"/>
                </a:lnTo>
                <a:lnTo>
                  <a:pt x="4265" y="1319"/>
                </a:lnTo>
                <a:lnTo>
                  <a:pt x="4265" y="1320"/>
                </a:lnTo>
                <a:lnTo>
                  <a:pt x="4265" y="1321"/>
                </a:lnTo>
                <a:lnTo>
                  <a:pt x="4266" y="1321"/>
                </a:lnTo>
                <a:lnTo>
                  <a:pt x="4266" y="1322"/>
                </a:lnTo>
                <a:lnTo>
                  <a:pt x="4265" y="1322"/>
                </a:lnTo>
                <a:lnTo>
                  <a:pt x="4264" y="1322"/>
                </a:lnTo>
                <a:lnTo>
                  <a:pt x="4264" y="1323"/>
                </a:lnTo>
                <a:lnTo>
                  <a:pt x="4263" y="1324"/>
                </a:lnTo>
                <a:lnTo>
                  <a:pt x="4263" y="1325"/>
                </a:lnTo>
                <a:lnTo>
                  <a:pt x="4263" y="1326"/>
                </a:lnTo>
                <a:lnTo>
                  <a:pt x="4262" y="1326"/>
                </a:lnTo>
                <a:lnTo>
                  <a:pt x="4262" y="1327"/>
                </a:lnTo>
                <a:lnTo>
                  <a:pt x="4261" y="1327"/>
                </a:lnTo>
                <a:lnTo>
                  <a:pt x="4260" y="1329"/>
                </a:lnTo>
                <a:lnTo>
                  <a:pt x="4260" y="1330"/>
                </a:lnTo>
                <a:lnTo>
                  <a:pt x="4259" y="1329"/>
                </a:lnTo>
                <a:lnTo>
                  <a:pt x="4258" y="1329"/>
                </a:lnTo>
                <a:lnTo>
                  <a:pt x="4258" y="1330"/>
                </a:lnTo>
                <a:lnTo>
                  <a:pt x="4257" y="1330"/>
                </a:lnTo>
                <a:lnTo>
                  <a:pt x="4256" y="1330"/>
                </a:lnTo>
                <a:lnTo>
                  <a:pt x="4256" y="1331"/>
                </a:lnTo>
                <a:lnTo>
                  <a:pt x="4255" y="1332"/>
                </a:lnTo>
                <a:lnTo>
                  <a:pt x="4254" y="1332"/>
                </a:lnTo>
                <a:lnTo>
                  <a:pt x="4254" y="1333"/>
                </a:lnTo>
                <a:lnTo>
                  <a:pt x="4253" y="1333"/>
                </a:lnTo>
                <a:lnTo>
                  <a:pt x="4254" y="1334"/>
                </a:lnTo>
                <a:lnTo>
                  <a:pt x="4254" y="1333"/>
                </a:lnTo>
                <a:lnTo>
                  <a:pt x="4255" y="1333"/>
                </a:lnTo>
                <a:lnTo>
                  <a:pt x="4256" y="1334"/>
                </a:lnTo>
                <a:lnTo>
                  <a:pt x="4255" y="1335"/>
                </a:lnTo>
                <a:lnTo>
                  <a:pt x="4254" y="1335"/>
                </a:lnTo>
                <a:lnTo>
                  <a:pt x="4254" y="1336"/>
                </a:lnTo>
                <a:lnTo>
                  <a:pt x="4253" y="1336"/>
                </a:lnTo>
                <a:lnTo>
                  <a:pt x="4253" y="1335"/>
                </a:lnTo>
                <a:lnTo>
                  <a:pt x="4252" y="1335"/>
                </a:lnTo>
                <a:lnTo>
                  <a:pt x="4251" y="1336"/>
                </a:lnTo>
                <a:lnTo>
                  <a:pt x="4251" y="1337"/>
                </a:lnTo>
                <a:lnTo>
                  <a:pt x="4251" y="1338"/>
                </a:lnTo>
                <a:lnTo>
                  <a:pt x="4250" y="1338"/>
                </a:lnTo>
                <a:lnTo>
                  <a:pt x="4249" y="1338"/>
                </a:lnTo>
                <a:lnTo>
                  <a:pt x="4247" y="1338"/>
                </a:lnTo>
                <a:lnTo>
                  <a:pt x="4246" y="1339"/>
                </a:lnTo>
                <a:lnTo>
                  <a:pt x="4245" y="1339"/>
                </a:lnTo>
                <a:lnTo>
                  <a:pt x="4246" y="1341"/>
                </a:lnTo>
                <a:lnTo>
                  <a:pt x="4247" y="1341"/>
                </a:lnTo>
                <a:lnTo>
                  <a:pt x="4246" y="1341"/>
                </a:lnTo>
                <a:lnTo>
                  <a:pt x="4246" y="1342"/>
                </a:lnTo>
                <a:lnTo>
                  <a:pt x="4246" y="1341"/>
                </a:lnTo>
                <a:lnTo>
                  <a:pt x="4245" y="1341"/>
                </a:lnTo>
                <a:lnTo>
                  <a:pt x="4245" y="1342"/>
                </a:lnTo>
                <a:lnTo>
                  <a:pt x="4246" y="1342"/>
                </a:lnTo>
                <a:lnTo>
                  <a:pt x="4245" y="1343"/>
                </a:lnTo>
                <a:lnTo>
                  <a:pt x="4246" y="1344"/>
                </a:lnTo>
                <a:lnTo>
                  <a:pt x="4246" y="1345"/>
                </a:lnTo>
                <a:lnTo>
                  <a:pt x="4245" y="1346"/>
                </a:lnTo>
                <a:lnTo>
                  <a:pt x="4243" y="1345"/>
                </a:lnTo>
                <a:lnTo>
                  <a:pt x="4244" y="1346"/>
                </a:lnTo>
                <a:lnTo>
                  <a:pt x="4242" y="1347"/>
                </a:lnTo>
                <a:lnTo>
                  <a:pt x="4243" y="1348"/>
                </a:lnTo>
                <a:lnTo>
                  <a:pt x="4243" y="1349"/>
                </a:lnTo>
                <a:lnTo>
                  <a:pt x="4244" y="1348"/>
                </a:lnTo>
                <a:lnTo>
                  <a:pt x="4245" y="1349"/>
                </a:lnTo>
                <a:lnTo>
                  <a:pt x="4244" y="1349"/>
                </a:lnTo>
                <a:lnTo>
                  <a:pt x="4244" y="1350"/>
                </a:lnTo>
                <a:lnTo>
                  <a:pt x="4243" y="1350"/>
                </a:lnTo>
                <a:lnTo>
                  <a:pt x="4243" y="1351"/>
                </a:lnTo>
                <a:lnTo>
                  <a:pt x="4242" y="1351"/>
                </a:lnTo>
                <a:lnTo>
                  <a:pt x="4241" y="1351"/>
                </a:lnTo>
                <a:lnTo>
                  <a:pt x="4240" y="1352"/>
                </a:lnTo>
                <a:lnTo>
                  <a:pt x="4239" y="1353"/>
                </a:lnTo>
                <a:lnTo>
                  <a:pt x="4238" y="1353"/>
                </a:lnTo>
                <a:lnTo>
                  <a:pt x="4237" y="1354"/>
                </a:lnTo>
                <a:lnTo>
                  <a:pt x="4236" y="1354"/>
                </a:lnTo>
                <a:lnTo>
                  <a:pt x="4236" y="1355"/>
                </a:lnTo>
                <a:lnTo>
                  <a:pt x="4237" y="1357"/>
                </a:lnTo>
                <a:lnTo>
                  <a:pt x="4237" y="1358"/>
                </a:lnTo>
                <a:lnTo>
                  <a:pt x="4238" y="1359"/>
                </a:lnTo>
                <a:lnTo>
                  <a:pt x="4238" y="1360"/>
                </a:lnTo>
                <a:lnTo>
                  <a:pt x="4237" y="1361"/>
                </a:lnTo>
                <a:lnTo>
                  <a:pt x="4237" y="1362"/>
                </a:lnTo>
                <a:lnTo>
                  <a:pt x="4236" y="1362"/>
                </a:lnTo>
                <a:lnTo>
                  <a:pt x="4236" y="1363"/>
                </a:lnTo>
                <a:lnTo>
                  <a:pt x="4236" y="1364"/>
                </a:lnTo>
                <a:lnTo>
                  <a:pt x="4235" y="1364"/>
                </a:lnTo>
                <a:lnTo>
                  <a:pt x="4235" y="1363"/>
                </a:lnTo>
                <a:lnTo>
                  <a:pt x="4235" y="1364"/>
                </a:lnTo>
                <a:lnTo>
                  <a:pt x="4234" y="1364"/>
                </a:lnTo>
                <a:lnTo>
                  <a:pt x="4233" y="1365"/>
                </a:lnTo>
                <a:lnTo>
                  <a:pt x="4233" y="1366"/>
                </a:lnTo>
                <a:lnTo>
                  <a:pt x="4232" y="1366"/>
                </a:lnTo>
                <a:lnTo>
                  <a:pt x="4232" y="1367"/>
                </a:lnTo>
                <a:lnTo>
                  <a:pt x="4231" y="1367"/>
                </a:lnTo>
                <a:lnTo>
                  <a:pt x="4230" y="1367"/>
                </a:lnTo>
                <a:lnTo>
                  <a:pt x="4229" y="1367"/>
                </a:lnTo>
                <a:lnTo>
                  <a:pt x="4228" y="1367"/>
                </a:lnTo>
                <a:lnTo>
                  <a:pt x="4227" y="1367"/>
                </a:lnTo>
                <a:lnTo>
                  <a:pt x="4226" y="1367"/>
                </a:lnTo>
                <a:lnTo>
                  <a:pt x="4225" y="1367"/>
                </a:lnTo>
                <a:lnTo>
                  <a:pt x="4224" y="1367"/>
                </a:lnTo>
                <a:lnTo>
                  <a:pt x="4224" y="1368"/>
                </a:lnTo>
                <a:lnTo>
                  <a:pt x="4223" y="1368"/>
                </a:lnTo>
                <a:lnTo>
                  <a:pt x="4222" y="1368"/>
                </a:lnTo>
                <a:lnTo>
                  <a:pt x="4221" y="1368"/>
                </a:lnTo>
                <a:lnTo>
                  <a:pt x="4220" y="1368"/>
                </a:lnTo>
                <a:lnTo>
                  <a:pt x="4219" y="1368"/>
                </a:lnTo>
                <a:lnTo>
                  <a:pt x="4219" y="1369"/>
                </a:lnTo>
                <a:lnTo>
                  <a:pt x="4218" y="1369"/>
                </a:lnTo>
                <a:lnTo>
                  <a:pt x="4218" y="1370"/>
                </a:lnTo>
                <a:lnTo>
                  <a:pt x="4217" y="1371"/>
                </a:lnTo>
                <a:lnTo>
                  <a:pt x="4216" y="1371"/>
                </a:lnTo>
                <a:lnTo>
                  <a:pt x="4216" y="1372"/>
                </a:lnTo>
                <a:lnTo>
                  <a:pt x="4215" y="1372"/>
                </a:lnTo>
                <a:lnTo>
                  <a:pt x="4214" y="1372"/>
                </a:lnTo>
                <a:lnTo>
                  <a:pt x="4213" y="1372"/>
                </a:lnTo>
                <a:lnTo>
                  <a:pt x="4212" y="1373"/>
                </a:lnTo>
                <a:lnTo>
                  <a:pt x="4211" y="1373"/>
                </a:lnTo>
                <a:lnTo>
                  <a:pt x="4211" y="1374"/>
                </a:lnTo>
                <a:lnTo>
                  <a:pt x="4210" y="1374"/>
                </a:lnTo>
                <a:lnTo>
                  <a:pt x="4209" y="1374"/>
                </a:lnTo>
                <a:lnTo>
                  <a:pt x="4209" y="1375"/>
                </a:lnTo>
                <a:lnTo>
                  <a:pt x="4208" y="1375"/>
                </a:lnTo>
                <a:lnTo>
                  <a:pt x="4207" y="1375"/>
                </a:lnTo>
                <a:lnTo>
                  <a:pt x="4206" y="1375"/>
                </a:lnTo>
                <a:lnTo>
                  <a:pt x="4205" y="1376"/>
                </a:lnTo>
                <a:lnTo>
                  <a:pt x="4204" y="1376"/>
                </a:lnTo>
                <a:lnTo>
                  <a:pt x="4202" y="1377"/>
                </a:lnTo>
                <a:lnTo>
                  <a:pt x="4201" y="1377"/>
                </a:lnTo>
                <a:lnTo>
                  <a:pt x="4199" y="1378"/>
                </a:lnTo>
                <a:lnTo>
                  <a:pt x="4197" y="1378"/>
                </a:lnTo>
                <a:lnTo>
                  <a:pt x="4195" y="1379"/>
                </a:lnTo>
                <a:lnTo>
                  <a:pt x="4194" y="1379"/>
                </a:lnTo>
                <a:lnTo>
                  <a:pt x="4194" y="1380"/>
                </a:lnTo>
                <a:lnTo>
                  <a:pt x="4193" y="1380"/>
                </a:lnTo>
                <a:lnTo>
                  <a:pt x="4192" y="1380"/>
                </a:lnTo>
                <a:lnTo>
                  <a:pt x="4191" y="1380"/>
                </a:lnTo>
                <a:lnTo>
                  <a:pt x="4189" y="1381"/>
                </a:lnTo>
                <a:lnTo>
                  <a:pt x="4187" y="1381"/>
                </a:lnTo>
                <a:lnTo>
                  <a:pt x="4187" y="1382"/>
                </a:lnTo>
                <a:lnTo>
                  <a:pt x="4186" y="1382"/>
                </a:lnTo>
                <a:lnTo>
                  <a:pt x="4185" y="1383"/>
                </a:lnTo>
                <a:lnTo>
                  <a:pt x="4184" y="1383"/>
                </a:lnTo>
                <a:lnTo>
                  <a:pt x="4184" y="1384"/>
                </a:lnTo>
                <a:lnTo>
                  <a:pt x="4183" y="1385"/>
                </a:lnTo>
                <a:lnTo>
                  <a:pt x="4183" y="1386"/>
                </a:lnTo>
                <a:lnTo>
                  <a:pt x="4183" y="1387"/>
                </a:lnTo>
                <a:lnTo>
                  <a:pt x="4182" y="1388"/>
                </a:lnTo>
                <a:lnTo>
                  <a:pt x="4181" y="1388"/>
                </a:lnTo>
                <a:lnTo>
                  <a:pt x="4180" y="1388"/>
                </a:lnTo>
                <a:lnTo>
                  <a:pt x="4179" y="1388"/>
                </a:lnTo>
                <a:lnTo>
                  <a:pt x="4178" y="1388"/>
                </a:lnTo>
                <a:lnTo>
                  <a:pt x="4177" y="1388"/>
                </a:lnTo>
                <a:lnTo>
                  <a:pt x="4177" y="1389"/>
                </a:lnTo>
                <a:lnTo>
                  <a:pt x="4176" y="1389"/>
                </a:lnTo>
                <a:lnTo>
                  <a:pt x="4175" y="1389"/>
                </a:lnTo>
                <a:lnTo>
                  <a:pt x="4174" y="1389"/>
                </a:lnTo>
                <a:lnTo>
                  <a:pt x="4173" y="1390"/>
                </a:lnTo>
                <a:lnTo>
                  <a:pt x="4173" y="1391"/>
                </a:lnTo>
                <a:lnTo>
                  <a:pt x="4172" y="1392"/>
                </a:lnTo>
                <a:lnTo>
                  <a:pt x="4171" y="1392"/>
                </a:lnTo>
                <a:lnTo>
                  <a:pt x="4169" y="1392"/>
                </a:lnTo>
                <a:lnTo>
                  <a:pt x="4168" y="1393"/>
                </a:lnTo>
                <a:lnTo>
                  <a:pt x="4167" y="1393"/>
                </a:lnTo>
                <a:lnTo>
                  <a:pt x="4165" y="1393"/>
                </a:lnTo>
                <a:lnTo>
                  <a:pt x="4165" y="1394"/>
                </a:lnTo>
                <a:lnTo>
                  <a:pt x="4164" y="1394"/>
                </a:lnTo>
                <a:lnTo>
                  <a:pt x="4163" y="1394"/>
                </a:lnTo>
                <a:lnTo>
                  <a:pt x="4163" y="1395"/>
                </a:lnTo>
                <a:lnTo>
                  <a:pt x="4162" y="1395"/>
                </a:lnTo>
                <a:lnTo>
                  <a:pt x="4162" y="1394"/>
                </a:lnTo>
                <a:lnTo>
                  <a:pt x="4161" y="1394"/>
                </a:lnTo>
                <a:lnTo>
                  <a:pt x="4160" y="1394"/>
                </a:lnTo>
                <a:lnTo>
                  <a:pt x="4160" y="1395"/>
                </a:lnTo>
                <a:lnTo>
                  <a:pt x="4159" y="1395"/>
                </a:lnTo>
                <a:lnTo>
                  <a:pt x="4158" y="1395"/>
                </a:lnTo>
                <a:lnTo>
                  <a:pt x="4157" y="1396"/>
                </a:lnTo>
                <a:lnTo>
                  <a:pt x="4157" y="1397"/>
                </a:lnTo>
                <a:lnTo>
                  <a:pt x="4155" y="1397"/>
                </a:lnTo>
                <a:lnTo>
                  <a:pt x="4155" y="1396"/>
                </a:lnTo>
                <a:lnTo>
                  <a:pt x="4154" y="1397"/>
                </a:lnTo>
                <a:lnTo>
                  <a:pt x="4154" y="1398"/>
                </a:lnTo>
                <a:lnTo>
                  <a:pt x="4153" y="1398"/>
                </a:lnTo>
                <a:lnTo>
                  <a:pt x="4153" y="1397"/>
                </a:lnTo>
                <a:lnTo>
                  <a:pt x="4152" y="1397"/>
                </a:lnTo>
                <a:lnTo>
                  <a:pt x="4151" y="1397"/>
                </a:lnTo>
                <a:lnTo>
                  <a:pt x="4150" y="1398"/>
                </a:lnTo>
                <a:lnTo>
                  <a:pt x="4149" y="1399"/>
                </a:lnTo>
                <a:lnTo>
                  <a:pt x="4149" y="1400"/>
                </a:lnTo>
                <a:lnTo>
                  <a:pt x="4148" y="1400"/>
                </a:lnTo>
                <a:lnTo>
                  <a:pt x="4148" y="1401"/>
                </a:lnTo>
                <a:lnTo>
                  <a:pt x="4148" y="1403"/>
                </a:lnTo>
                <a:lnTo>
                  <a:pt x="4147" y="1404"/>
                </a:lnTo>
                <a:lnTo>
                  <a:pt x="4148" y="1404"/>
                </a:lnTo>
                <a:lnTo>
                  <a:pt x="4148" y="1405"/>
                </a:lnTo>
                <a:lnTo>
                  <a:pt x="4149" y="1405"/>
                </a:lnTo>
                <a:lnTo>
                  <a:pt x="4149" y="1406"/>
                </a:lnTo>
                <a:lnTo>
                  <a:pt x="4149" y="1407"/>
                </a:lnTo>
                <a:lnTo>
                  <a:pt x="4148" y="1407"/>
                </a:lnTo>
                <a:lnTo>
                  <a:pt x="4148" y="1406"/>
                </a:lnTo>
                <a:lnTo>
                  <a:pt x="4147" y="1406"/>
                </a:lnTo>
                <a:lnTo>
                  <a:pt x="4146" y="1406"/>
                </a:lnTo>
                <a:lnTo>
                  <a:pt x="4145" y="1407"/>
                </a:lnTo>
                <a:lnTo>
                  <a:pt x="4144" y="1407"/>
                </a:lnTo>
                <a:lnTo>
                  <a:pt x="4143" y="1407"/>
                </a:lnTo>
                <a:lnTo>
                  <a:pt x="4142" y="1407"/>
                </a:lnTo>
                <a:lnTo>
                  <a:pt x="4141" y="1408"/>
                </a:lnTo>
                <a:lnTo>
                  <a:pt x="4140" y="1408"/>
                </a:lnTo>
                <a:lnTo>
                  <a:pt x="4139" y="1409"/>
                </a:lnTo>
                <a:lnTo>
                  <a:pt x="4138" y="1410"/>
                </a:lnTo>
                <a:lnTo>
                  <a:pt x="4139" y="1410"/>
                </a:lnTo>
                <a:lnTo>
                  <a:pt x="4138" y="1410"/>
                </a:lnTo>
                <a:lnTo>
                  <a:pt x="4138" y="1411"/>
                </a:lnTo>
                <a:lnTo>
                  <a:pt x="4136" y="1411"/>
                </a:lnTo>
                <a:lnTo>
                  <a:pt x="4136" y="1412"/>
                </a:lnTo>
                <a:lnTo>
                  <a:pt x="4135" y="1412"/>
                </a:lnTo>
                <a:lnTo>
                  <a:pt x="4134" y="1413"/>
                </a:lnTo>
                <a:lnTo>
                  <a:pt x="4134" y="1414"/>
                </a:lnTo>
                <a:lnTo>
                  <a:pt x="4133" y="1414"/>
                </a:lnTo>
                <a:lnTo>
                  <a:pt x="4133" y="1415"/>
                </a:lnTo>
                <a:lnTo>
                  <a:pt x="4132" y="1416"/>
                </a:lnTo>
                <a:lnTo>
                  <a:pt x="4132" y="1417"/>
                </a:lnTo>
                <a:lnTo>
                  <a:pt x="4131" y="1418"/>
                </a:lnTo>
                <a:lnTo>
                  <a:pt x="4131" y="1419"/>
                </a:lnTo>
                <a:lnTo>
                  <a:pt x="4131" y="1420"/>
                </a:lnTo>
                <a:lnTo>
                  <a:pt x="4130" y="1421"/>
                </a:lnTo>
                <a:lnTo>
                  <a:pt x="4130" y="1422"/>
                </a:lnTo>
                <a:lnTo>
                  <a:pt x="4130" y="1423"/>
                </a:lnTo>
                <a:lnTo>
                  <a:pt x="4129" y="1424"/>
                </a:lnTo>
                <a:lnTo>
                  <a:pt x="4129" y="1425"/>
                </a:lnTo>
                <a:lnTo>
                  <a:pt x="4129" y="1426"/>
                </a:lnTo>
                <a:lnTo>
                  <a:pt x="4128" y="1428"/>
                </a:lnTo>
                <a:lnTo>
                  <a:pt x="4127" y="1429"/>
                </a:lnTo>
                <a:lnTo>
                  <a:pt x="4127" y="1431"/>
                </a:lnTo>
                <a:lnTo>
                  <a:pt x="4126" y="1432"/>
                </a:lnTo>
                <a:lnTo>
                  <a:pt x="4125" y="1433"/>
                </a:lnTo>
                <a:lnTo>
                  <a:pt x="4125" y="1434"/>
                </a:lnTo>
                <a:lnTo>
                  <a:pt x="4125" y="1436"/>
                </a:lnTo>
                <a:lnTo>
                  <a:pt x="4124" y="1437"/>
                </a:lnTo>
                <a:lnTo>
                  <a:pt x="4124" y="1440"/>
                </a:lnTo>
                <a:lnTo>
                  <a:pt x="4125" y="1440"/>
                </a:lnTo>
                <a:lnTo>
                  <a:pt x="4125" y="1439"/>
                </a:lnTo>
                <a:lnTo>
                  <a:pt x="4126" y="1440"/>
                </a:lnTo>
                <a:lnTo>
                  <a:pt x="4126" y="1441"/>
                </a:lnTo>
                <a:lnTo>
                  <a:pt x="4127" y="1442"/>
                </a:lnTo>
                <a:lnTo>
                  <a:pt x="4128" y="1443"/>
                </a:lnTo>
                <a:lnTo>
                  <a:pt x="4128" y="1445"/>
                </a:lnTo>
                <a:lnTo>
                  <a:pt x="4129" y="1445"/>
                </a:lnTo>
                <a:lnTo>
                  <a:pt x="4128" y="1445"/>
                </a:lnTo>
                <a:lnTo>
                  <a:pt x="4128" y="1446"/>
                </a:lnTo>
                <a:lnTo>
                  <a:pt x="4127" y="1446"/>
                </a:lnTo>
                <a:lnTo>
                  <a:pt x="4128" y="1446"/>
                </a:lnTo>
                <a:lnTo>
                  <a:pt x="4128" y="1448"/>
                </a:lnTo>
                <a:lnTo>
                  <a:pt x="4127" y="1448"/>
                </a:lnTo>
                <a:lnTo>
                  <a:pt x="4127" y="1449"/>
                </a:lnTo>
                <a:lnTo>
                  <a:pt x="4126" y="1450"/>
                </a:lnTo>
                <a:lnTo>
                  <a:pt x="4125" y="1451"/>
                </a:lnTo>
                <a:lnTo>
                  <a:pt x="4126" y="1451"/>
                </a:lnTo>
                <a:lnTo>
                  <a:pt x="4125" y="1451"/>
                </a:lnTo>
                <a:lnTo>
                  <a:pt x="4124" y="1452"/>
                </a:lnTo>
                <a:lnTo>
                  <a:pt x="4123" y="1453"/>
                </a:lnTo>
                <a:lnTo>
                  <a:pt x="4122" y="1453"/>
                </a:lnTo>
                <a:lnTo>
                  <a:pt x="4121" y="1453"/>
                </a:lnTo>
                <a:lnTo>
                  <a:pt x="4120" y="1454"/>
                </a:lnTo>
                <a:lnTo>
                  <a:pt x="4119" y="1452"/>
                </a:lnTo>
                <a:lnTo>
                  <a:pt x="4118" y="1452"/>
                </a:lnTo>
                <a:lnTo>
                  <a:pt x="4118" y="1453"/>
                </a:lnTo>
                <a:lnTo>
                  <a:pt x="4117" y="1453"/>
                </a:lnTo>
                <a:lnTo>
                  <a:pt x="4117" y="1454"/>
                </a:lnTo>
                <a:lnTo>
                  <a:pt x="4116" y="1455"/>
                </a:lnTo>
                <a:lnTo>
                  <a:pt x="4115" y="1456"/>
                </a:lnTo>
                <a:lnTo>
                  <a:pt x="4114" y="1458"/>
                </a:lnTo>
                <a:lnTo>
                  <a:pt x="4113" y="1458"/>
                </a:lnTo>
                <a:lnTo>
                  <a:pt x="4113" y="1459"/>
                </a:lnTo>
                <a:lnTo>
                  <a:pt x="4112" y="1460"/>
                </a:lnTo>
                <a:lnTo>
                  <a:pt x="4113" y="1460"/>
                </a:lnTo>
                <a:lnTo>
                  <a:pt x="4112" y="1461"/>
                </a:lnTo>
                <a:lnTo>
                  <a:pt x="4112" y="1460"/>
                </a:lnTo>
                <a:lnTo>
                  <a:pt x="4111" y="1461"/>
                </a:lnTo>
                <a:lnTo>
                  <a:pt x="4111" y="1462"/>
                </a:lnTo>
                <a:lnTo>
                  <a:pt x="4110" y="1462"/>
                </a:lnTo>
                <a:lnTo>
                  <a:pt x="4109" y="1463"/>
                </a:lnTo>
                <a:lnTo>
                  <a:pt x="4109" y="1464"/>
                </a:lnTo>
                <a:lnTo>
                  <a:pt x="4110" y="1465"/>
                </a:lnTo>
                <a:lnTo>
                  <a:pt x="4110" y="1466"/>
                </a:lnTo>
                <a:lnTo>
                  <a:pt x="4108" y="1467"/>
                </a:lnTo>
                <a:lnTo>
                  <a:pt x="4107" y="1467"/>
                </a:lnTo>
                <a:lnTo>
                  <a:pt x="4106" y="1468"/>
                </a:lnTo>
                <a:lnTo>
                  <a:pt x="4104" y="1469"/>
                </a:lnTo>
                <a:lnTo>
                  <a:pt x="4104" y="1471"/>
                </a:lnTo>
                <a:lnTo>
                  <a:pt x="4103" y="1471"/>
                </a:lnTo>
                <a:lnTo>
                  <a:pt x="4101" y="1472"/>
                </a:lnTo>
                <a:lnTo>
                  <a:pt x="4100" y="1472"/>
                </a:lnTo>
                <a:lnTo>
                  <a:pt x="4100" y="1471"/>
                </a:lnTo>
                <a:lnTo>
                  <a:pt x="4099" y="1471"/>
                </a:lnTo>
                <a:lnTo>
                  <a:pt x="4099" y="1472"/>
                </a:lnTo>
                <a:lnTo>
                  <a:pt x="4098" y="1473"/>
                </a:lnTo>
                <a:lnTo>
                  <a:pt x="4097" y="1474"/>
                </a:lnTo>
                <a:lnTo>
                  <a:pt x="4096" y="1475"/>
                </a:lnTo>
                <a:lnTo>
                  <a:pt x="4094" y="1477"/>
                </a:lnTo>
                <a:lnTo>
                  <a:pt x="4093" y="1477"/>
                </a:lnTo>
                <a:lnTo>
                  <a:pt x="4092" y="1477"/>
                </a:lnTo>
                <a:lnTo>
                  <a:pt x="4091" y="1478"/>
                </a:lnTo>
                <a:lnTo>
                  <a:pt x="4091" y="1477"/>
                </a:lnTo>
                <a:lnTo>
                  <a:pt x="4091" y="1476"/>
                </a:lnTo>
                <a:lnTo>
                  <a:pt x="4092" y="1475"/>
                </a:lnTo>
                <a:lnTo>
                  <a:pt x="4093" y="1474"/>
                </a:lnTo>
                <a:lnTo>
                  <a:pt x="4094" y="1473"/>
                </a:lnTo>
                <a:lnTo>
                  <a:pt x="4095" y="1473"/>
                </a:lnTo>
                <a:lnTo>
                  <a:pt x="4097" y="1472"/>
                </a:lnTo>
                <a:lnTo>
                  <a:pt x="4098" y="1471"/>
                </a:lnTo>
                <a:lnTo>
                  <a:pt x="4099" y="1471"/>
                </a:lnTo>
                <a:lnTo>
                  <a:pt x="4099" y="1470"/>
                </a:lnTo>
                <a:lnTo>
                  <a:pt x="4098" y="1471"/>
                </a:lnTo>
                <a:lnTo>
                  <a:pt x="4097" y="1471"/>
                </a:lnTo>
                <a:lnTo>
                  <a:pt x="4096" y="1471"/>
                </a:lnTo>
                <a:lnTo>
                  <a:pt x="4095" y="1471"/>
                </a:lnTo>
                <a:lnTo>
                  <a:pt x="4094" y="1471"/>
                </a:lnTo>
                <a:lnTo>
                  <a:pt x="4093" y="1472"/>
                </a:lnTo>
                <a:lnTo>
                  <a:pt x="4093" y="1473"/>
                </a:lnTo>
                <a:lnTo>
                  <a:pt x="4092" y="1473"/>
                </a:lnTo>
                <a:lnTo>
                  <a:pt x="4091" y="1473"/>
                </a:lnTo>
                <a:lnTo>
                  <a:pt x="4090" y="1474"/>
                </a:lnTo>
                <a:lnTo>
                  <a:pt x="4089" y="1474"/>
                </a:lnTo>
                <a:lnTo>
                  <a:pt x="4089" y="1473"/>
                </a:lnTo>
                <a:lnTo>
                  <a:pt x="4088" y="1473"/>
                </a:lnTo>
                <a:lnTo>
                  <a:pt x="4088" y="1472"/>
                </a:lnTo>
                <a:lnTo>
                  <a:pt x="4089" y="1472"/>
                </a:lnTo>
                <a:lnTo>
                  <a:pt x="4089" y="1471"/>
                </a:lnTo>
                <a:lnTo>
                  <a:pt x="4088" y="1471"/>
                </a:lnTo>
                <a:lnTo>
                  <a:pt x="4088" y="1470"/>
                </a:lnTo>
                <a:lnTo>
                  <a:pt x="4088" y="1469"/>
                </a:lnTo>
                <a:lnTo>
                  <a:pt x="4088" y="1468"/>
                </a:lnTo>
                <a:lnTo>
                  <a:pt x="4088" y="1470"/>
                </a:lnTo>
                <a:lnTo>
                  <a:pt x="4088" y="1471"/>
                </a:lnTo>
                <a:lnTo>
                  <a:pt x="4089" y="1471"/>
                </a:lnTo>
                <a:lnTo>
                  <a:pt x="4088" y="1471"/>
                </a:lnTo>
                <a:lnTo>
                  <a:pt x="4088" y="1472"/>
                </a:lnTo>
                <a:lnTo>
                  <a:pt x="4088" y="1473"/>
                </a:lnTo>
                <a:lnTo>
                  <a:pt x="4087" y="1473"/>
                </a:lnTo>
                <a:lnTo>
                  <a:pt x="4086" y="1474"/>
                </a:lnTo>
                <a:lnTo>
                  <a:pt x="4085" y="1474"/>
                </a:lnTo>
                <a:lnTo>
                  <a:pt x="4084" y="1475"/>
                </a:lnTo>
                <a:lnTo>
                  <a:pt x="4083" y="1475"/>
                </a:lnTo>
                <a:lnTo>
                  <a:pt x="4082" y="1476"/>
                </a:lnTo>
                <a:lnTo>
                  <a:pt x="4080" y="1476"/>
                </a:lnTo>
                <a:lnTo>
                  <a:pt x="4079" y="1476"/>
                </a:lnTo>
                <a:lnTo>
                  <a:pt x="4079" y="1475"/>
                </a:lnTo>
                <a:lnTo>
                  <a:pt x="4076" y="1475"/>
                </a:lnTo>
                <a:lnTo>
                  <a:pt x="4074" y="1475"/>
                </a:lnTo>
                <a:lnTo>
                  <a:pt x="4073" y="1475"/>
                </a:lnTo>
                <a:lnTo>
                  <a:pt x="4072" y="1474"/>
                </a:lnTo>
                <a:lnTo>
                  <a:pt x="4071" y="1474"/>
                </a:lnTo>
                <a:lnTo>
                  <a:pt x="4070" y="1474"/>
                </a:lnTo>
                <a:lnTo>
                  <a:pt x="4068" y="1473"/>
                </a:lnTo>
                <a:lnTo>
                  <a:pt x="4066" y="1474"/>
                </a:lnTo>
                <a:lnTo>
                  <a:pt x="4067" y="1473"/>
                </a:lnTo>
                <a:lnTo>
                  <a:pt x="4067" y="1474"/>
                </a:lnTo>
                <a:lnTo>
                  <a:pt x="4066" y="1474"/>
                </a:lnTo>
                <a:lnTo>
                  <a:pt x="4065" y="1474"/>
                </a:lnTo>
                <a:lnTo>
                  <a:pt x="4065" y="1475"/>
                </a:lnTo>
                <a:lnTo>
                  <a:pt x="4064" y="1475"/>
                </a:lnTo>
                <a:lnTo>
                  <a:pt x="4063" y="1475"/>
                </a:lnTo>
                <a:lnTo>
                  <a:pt x="4062" y="1475"/>
                </a:lnTo>
                <a:lnTo>
                  <a:pt x="4061" y="1475"/>
                </a:lnTo>
                <a:lnTo>
                  <a:pt x="4060" y="1474"/>
                </a:lnTo>
                <a:lnTo>
                  <a:pt x="4060" y="1475"/>
                </a:lnTo>
                <a:lnTo>
                  <a:pt x="4059" y="1474"/>
                </a:lnTo>
                <a:lnTo>
                  <a:pt x="4059" y="1475"/>
                </a:lnTo>
                <a:lnTo>
                  <a:pt x="4060" y="1476"/>
                </a:lnTo>
                <a:lnTo>
                  <a:pt x="4061" y="1476"/>
                </a:lnTo>
                <a:lnTo>
                  <a:pt x="4063" y="1478"/>
                </a:lnTo>
                <a:lnTo>
                  <a:pt x="4062" y="1479"/>
                </a:lnTo>
                <a:lnTo>
                  <a:pt x="4061" y="1479"/>
                </a:lnTo>
                <a:lnTo>
                  <a:pt x="4059" y="1478"/>
                </a:lnTo>
                <a:lnTo>
                  <a:pt x="4059" y="1479"/>
                </a:lnTo>
                <a:lnTo>
                  <a:pt x="4060" y="1479"/>
                </a:lnTo>
                <a:lnTo>
                  <a:pt x="4060" y="1480"/>
                </a:lnTo>
                <a:lnTo>
                  <a:pt x="4060" y="1481"/>
                </a:lnTo>
                <a:lnTo>
                  <a:pt x="4056" y="1479"/>
                </a:lnTo>
                <a:lnTo>
                  <a:pt x="4056" y="1480"/>
                </a:lnTo>
                <a:lnTo>
                  <a:pt x="4057" y="1481"/>
                </a:lnTo>
                <a:lnTo>
                  <a:pt x="4057" y="1482"/>
                </a:lnTo>
                <a:lnTo>
                  <a:pt x="4056" y="1482"/>
                </a:lnTo>
                <a:lnTo>
                  <a:pt x="4056" y="1481"/>
                </a:lnTo>
                <a:lnTo>
                  <a:pt x="4055" y="1481"/>
                </a:lnTo>
                <a:lnTo>
                  <a:pt x="4054" y="1481"/>
                </a:lnTo>
                <a:lnTo>
                  <a:pt x="4053" y="1481"/>
                </a:lnTo>
                <a:lnTo>
                  <a:pt x="4054" y="1482"/>
                </a:lnTo>
                <a:lnTo>
                  <a:pt x="4054" y="1483"/>
                </a:lnTo>
                <a:lnTo>
                  <a:pt x="4054" y="1484"/>
                </a:lnTo>
                <a:lnTo>
                  <a:pt x="4055" y="1485"/>
                </a:lnTo>
                <a:lnTo>
                  <a:pt x="4058" y="1485"/>
                </a:lnTo>
                <a:lnTo>
                  <a:pt x="4059" y="1486"/>
                </a:lnTo>
                <a:lnTo>
                  <a:pt x="4059" y="1487"/>
                </a:lnTo>
                <a:lnTo>
                  <a:pt x="4060" y="1488"/>
                </a:lnTo>
                <a:lnTo>
                  <a:pt x="4061" y="1489"/>
                </a:lnTo>
                <a:lnTo>
                  <a:pt x="4061" y="1490"/>
                </a:lnTo>
                <a:lnTo>
                  <a:pt x="4062" y="1490"/>
                </a:lnTo>
                <a:lnTo>
                  <a:pt x="4062" y="1491"/>
                </a:lnTo>
                <a:lnTo>
                  <a:pt x="4062" y="1490"/>
                </a:lnTo>
                <a:lnTo>
                  <a:pt x="4063" y="1490"/>
                </a:lnTo>
                <a:lnTo>
                  <a:pt x="4064" y="1488"/>
                </a:lnTo>
                <a:lnTo>
                  <a:pt x="4066" y="1486"/>
                </a:lnTo>
                <a:lnTo>
                  <a:pt x="4067" y="1486"/>
                </a:lnTo>
                <a:lnTo>
                  <a:pt x="4067" y="1485"/>
                </a:lnTo>
                <a:lnTo>
                  <a:pt x="4068" y="1485"/>
                </a:lnTo>
                <a:lnTo>
                  <a:pt x="4067" y="1484"/>
                </a:lnTo>
                <a:lnTo>
                  <a:pt x="4066" y="1483"/>
                </a:lnTo>
                <a:lnTo>
                  <a:pt x="4068" y="1482"/>
                </a:lnTo>
                <a:lnTo>
                  <a:pt x="4069" y="1483"/>
                </a:lnTo>
                <a:lnTo>
                  <a:pt x="4069" y="1484"/>
                </a:lnTo>
                <a:lnTo>
                  <a:pt x="4069" y="1485"/>
                </a:lnTo>
                <a:lnTo>
                  <a:pt x="4068" y="1488"/>
                </a:lnTo>
                <a:lnTo>
                  <a:pt x="4066" y="1490"/>
                </a:lnTo>
                <a:lnTo>
                  <a:pt x="4065" y="1492"/>
                </a:lnTo>
                <a:lnTo>
                  <a:pt x="4064" y="1493"/>
                </a:lnTo>
                <a:lnTo>
                  <a:pt x="4062" y="1494"/>
                </a:lnTo>
                <a:lnTo>
                  <a:pt x="4060" y="1496"/>
                </a:lnTo>
                <a:lnTo>
                  <a:pt x="4057" y="1498"/>
                </a:lnTo>
                <a:lnTo>
                  <a:pt x="4056" y="1498"/>
                </a:lnTo>
                <a:lnTo>
                  <a:pt x="4054" y="1496"/>
                </a:lnTo>
                <a:lnTo>
                  <a:pt x="4055" y="1496"/>
                </a:lnTo>
                <a:lnTo>
                  <a:pt x="4055" y="1495"/>
                </a:lnTo>
                <a:lnTo>
                  <a:pt x="4054" y="1494"/>
                </a:lnTo>
                <a:lnTo>
                  <a:pt x="4053" y="1493"/>
                </a:lnTo>
                <a:lnTo>
                  <a:pt x="4053" y="1489"/>
                </a:lnTo>
                <a:lnTo>
                  <a:pt x="4053" y="1488"/>
                </a:lnTo>
                <a:lnTo>
                  <a:pt x="4053" y="1487"/>
                </a:lnTo>
                <a:lnTo>
                  <a:pt x="4052" y="1488"/>
                </a:lnTo>
                <a:lnTo>
                  <a:pt x="4051" y="1488"/>
                </a:lnTo>
                <a:lnTo>
                  <a:pt x="4052" y="1489"/>
                </a:lnTo>
                <a:lnTo>
                  <a:pt x="4052" y="1495"/>
                </a:lnTo>
                <a:lnTo>
                  <a:pt x="4050" y="1494"/>
                </a:lnTo>
                <a:lnTo>
                  <a:pt x="4049" y="1494"/>
                </a:lnTo>
                <a:lnTo>
                  <a:pt x="4049" y="1489"/>
                </a:lnTo>
                <a:lnTo>
                  <a:pt x="4049" y="1488"/>
                </a:lnTo>
                <a:lnTo>
                  <a:pt x="4050" y="1487"/>
                </a:lnTo>
                <a:lnTo>
                  <a:pt x="4051" y="1487"/>
                </a:lnTo>
                <a:lnTo>
                  <a:pt x="4051" y="1486"/>
                </a:lnTo>
                <a:lnTo>
                  <a:pt x="4052" y="1486"/>
                </a:lnTo>
                <a:lnTo>
                  <a:pt x="4053" y="1486"/>
                </a:lnTo>
                <a:lnTo>
                  <a:pt x="4053" y="1485"/>
                </a:lnTo>
                <a:lnTo>
                  <a:pt x="4054" y="1485"/>
                </a:lnTo>
                <a:lnTo>
                  <a:pt x="4054" y="1484"/>
                </a:lnTo>
                <a:lnTo>
                  <a:pt x="4053" y="1484"/>
                </a:lnTo>
                <a:lnTo>
                  <a:pt x="4052" y="1485"/>
                </a:lnTo>
                <a:lnTo>
                  <a:pt x="4050" y="1486"/>
                </a:lnTo>
                <a:lnTo>
                  <a:pt x="4049" y="1487"/>
                </a:lnTo>
                <a:lnTo>
                  <a:pt x="4048" y="1487"/>
                </a:lnTo>
                <a:lnTo>
                  <a:pt x="4047" y="1489"/>
                </a:lnTo>
                <a:lnTo>
                  <a:pt x="4047" y="1490"/>
                </a:lnTo>
                <a:lnTo>
                  <a:pt x="4047" y="1493"/>
                </a:lnTo>
                <a:lnTo>
                  <a:pt x="4045" y="1492"/>
                </a:lnTo>
                <a:lnTo>
                  <a:pt x="4045" y="1491"/>
                </a:lnTo>
                <a:lnTo>
                  <a:pt x="4045" y="1487"/>
                </a:lnTo>
                <a:lnTo>
                  <a:pt x="4044" y="1487"/>
                </a:lnTo>
                <a:lnTo>
                  <a:pt x="4044" y="1486"/>
                </a:lnTo>
                <a:lnTo>
                  <a:pt x="4043" y="1487"/>
                </a:lnTo>
                <a:lnTo>
                  <a:pt x="4042" y="1487"/>
                </a:lnTo>
                <a:lnTo>
                  <a:pt x="4041" y="1487"/>
                </a:lnTo>
                <a:lnTo>
                  <a:pt x="4040" y="1487"/>
                </a:lnTo>
                <a:lnTo>
                  <a:pt x="4039" y="1486"/>
                </a:lnTo>
                <a:lnTo>
                  <a:pt x="4038" y="1485"/>
                </a:lnTo>
                <a:lnTo>
                  <a:pt x="4038" y="1486"/>
                </a:lnTo>
                <a:lnTo>
                  <a:pt x="4037" y="1486"/>
                </a:lnTo>
                <a:lnTo>
                  <a:pt x="4036" y="1485"/>
                </a:lnTo>
                <a:lnTo>
                  <a:pt x="4035" y="1486"/>
                </a:lnTo>
                <a:lnTo>
                  <a:pt x="4034" y="1486"/>
                </a:lnTo>
                <a:lnTo>
                  <a:pt x="4033" y="1485"/>
                </a:lnTo>
                <a:lnTo>
                  <a:pt x="4032" y="1484"/>
                </a:lnTo>
                <a:lnTo>
                  <a:pt x="4030" y="1483"/>
                </a:lnTo>
                <a:lnTo>
                  <a:pt x="4029" y="1481"/>
                </a:lnTo>
                <a:lnTo>
                  <a:pt x="4028" y="1480"/>
                </a:lnTo>
                <a:lnTo>
                  <a:pt x="4028" y="1479"/>
                </a:lnTo>
                <a:lnTo>
                  <a:pt x="4027" y="1479"/>
                </a:lnTo>
                <a:lnTo>
                  <a:pt x="4027" y="1477"/>
                </a:lnTo>
                <a:lnTo>
                  <a:pt x="4026" y="1476"/>
                </a:lnTo>
                <a:lnTo>
                  <a:pt x="4026" y="1475"/>
                </a:lnTo>
                <a:lnTo>
                  <a:pt x="4025" y="1475"/>
                </a:lnTo>
                <a:lnTo>
                  <a:pt x="4025" y="1474"/>
                </a:lnTo>
                <a:lnTo>
                  <a:pt x="4024" y="1474"/>
                </a:lnTo>
                <a:lnTo>
                  <a:pt x="4024" y="1473"/>
                </a:lnTo>
                <a:lnTo>
                  <a:pt x="4024" y="1472"/>
                </a:lnTo>
                <a:lnTo>
                  <a:pt x="4023" y="1472"/>
                </a:lnTo>
                <a:lnTo>
                  <a:pt x="4022" y="1472"/>
                </a:lnTo>
                <a:lnTo>
                  <a:pt x="4022" y="1471"/>
                </a:lnTo>
                <a:lnTo>
                  <a:pt x="4023" y="1471"/>
                </a:lnTo>
                <a:lnTo>
                  <a:pt x="4022" y="1470"/>
                </a:lnTo>
                <a:lnTo>
                  <a:pt x="4020" y="1470"/>
                </a:lnTo>
                <a:lnTo>
                  <a:pt x="4020" y="1469"/>
                </a:lnTo>
                <a:lnTo>
                  <a:pt x="4018" y="1468"/>
                </a:lnTo>
                <a:lnTo>
                  <a:pt x="4017" y="1467"/>
                </a:lnTo>
                <a:lnTo>
                  <a:pt x="4016" y="1468"/>
                </a:lnTo>
                <a:lnTo>
                  <a:pt x="4015" y="1468"/>
                </a:lnTo>
                <a:lnTo>
                  <a:pt x="4014" y="1468"/>
                </a:lnTo>
                <a:lnTo>
                  <a:pt x="4014" y="1467"/>
                </a:lnTo>
                <a:lnTo>
                  <a:pt x="4013" y="1467"/>
                </a:lnTo>
                <a:lnTo>
                  <a:pt x="4010" y="1467"/>
                </a:lnTo>
                <a:lnTo>
                  <a:pt x="4009" y="1467"/>
                </a:lnTo>
                <a:lnTo>
                  <a:pt x="4008" y="1467"/>
                </a:lnTo>
                <a:lnTo>
                  <a:pt x="4007" y="1468"/>
                </a:lnTo>
                <a:lnTo>
                  <a:pt x="4006" y="1468"/>
                </a:lnTo>
                <a:lnTo>
                  <a:pt x="4006" y="1469"/>
                </a:lnTo>
                <a:lnTo>
                  <a:pt x="4007" y="1471"/>
                </a:lnTo>
                <a:lnTo>
                  <a:pt x="4006" y="1471"/>
                </a:lnTo>
                <a:lnTo>
                  <a:pt x="4005" y="1472"/>
                </a:lnTo>
                <a:lnTo>
                  <a:pt x="4004" y="1468"/>
                </a:lnTo>
                <a:lnTo>
                  <a:pt x="4003" y="1469"/>
                </a:lnTo>
                <a:lnTo>
                  <a:pt x="3999" y="1470"/>
                </a:lnTo>
                <a:lnTo>
                  <a:pt x="4000" y="1472"/>
                </a:lnTo>
                <a:lnTo>
                  <a:pt x="4000" y="1473"/>
                </a:lnTo>
                <a:lnTo>
                  <a:pt x="4000" y="1472"/>
                </a:lnTo>
                <a:lnTo>
                  <a:pt x="4000" y="1471"/>
                </a:lnTo>
                <a:lnTo>
                  <a:pt x="3999" y="1471"/>
                </a:lnTo>
                <a:lnTo>
                  <a:pt x="3999" y="1472"/>
                </a:lnTo>
                <a:lnTo>
                  <a:pt x="4000" y="1472"/>
                </a:lnTo>
                <a:lnTo>
                  <a:pt x="4000" y="1473"/>
                </a:lnTo>
                <a:lnTo>
                  <a:pt x="3999" y="1472"/>
                </a:lnTo>
                <a:lnTo>
                  <a:pt x="3998" y="1471"/>
                </a:lnTo>
                <a:lnTo>
                  <a:pt x="3998" y="1472"/>
                </a:lnTo>
                <a:lnTo>
                  <a:pt x="3999" y="1473"/>
                </a:lnTo>
                <a:lnTo>
                  <a:pt x="3998" y="1473"/>
                </a:lnTo>
                <a:lnTo>
                  <a:pt x="3998" y="1472"/>
                </a:lnTo>
                <a:lnTo>
                  <a:pt x="3997" y="1471"/>
                </a:lnTo>
                <a:lnTo>
                  <a:pt x="3996" y="1472"/>
                </a:lnTo>
                <a:lnTo>
                  <a:pt x="3995" y="1472"/>
                </a:lnTo>
                <a:lnTo>
                  <a:pt x="3996" y="1472"/>
                </a:lnTo>
                <a:lnTo>
                  <a:pt x="3996" y="1473"/>
                </a:lnTo>
                <a:lnTo>
                  <a:pt x="3995" y="1473"/>
                </a:lnTo>
                <a:lnTo>
                  <a:pt x="3994" y="1473"/>
                </a:lnTo>
                <a:lnTo>
                  <a:pt x="3995" y="1473"/>
                </a:lnTo>
                <a:lnTo>
                  <a:pt x="3995" y="1474"/>
                </a:lnTo>
                <a:lnTo>
                  <a:pt x="3994" y="1474"/>
                </a:lnTo>
                <a:lnTo>
                  <a:pt x="3994" y="1475"/>
                </a:lnTo>
                <a:lnTo>
                  <a:pt x="3993" y="1475"/>
                </a:lnTo>
                <a:lnTo>
                  <a:pt x="3993" y="1474"/>
                </a:lnTo>
                <a:lnTo>
                  <a:pt x="3992" y="1475"/>
                </a:lnTo>
                <a:lnTo>
                  <a:pt x="3992" y="1476"/>
                </a:lnTo>
                <a:lnTo>
                  <a:pt x="3997" y="1479"/>
                </a:lnTo>
                <a:lnTo>
                  <a:pt x="3996" y="1480"/>
                </a:lnTo>
                <a:lnTo>
                  <a:pt x="3995" y="1482"/>
                </a:lnTo>
                <a:lnTo>
                  <a:pt x="3994" y="1482"/>
                </a:lnTo>
                <a:lnTo>
                  <a:pt x="3993" y="1482"/>
                </a:lnTo>
                <a:lnTo>
                  <a:pt x="3992" y="1481"/>
                </a:lnTo>
                <a:lnTo>
                  <a:pt x="3989" y="1480"/>
                </a:lnTo>
                <a:lnTo>
                  <a:pt x="3988" y="1480"/>
                </a:lnTo>
                <a:lnTo>
                  <a:pt x="3987" y="1480"/>
                </a:lnTo>
                <a:lnTo>
                  <a:pt x="3986" y="1480"/>
                </a:lnTo>
                <a:lnTo>
                  <a:pt x="3986" y="1481"/>
                </a:lnTo>
                <a:lnTo>
                  <a:pt x="3987" y="1481"/>
                </a:lnTo>
                <a:lnTo>
                  <a:pt x="3989" y="1482"/>
                </a:lnTo>
                <a:lnTo>
                  <a:pt x="3990" y="1483"/>
                </a:lnTo>
                <a:lnTo>
                  <a:pt x="3991" y="1483"/>
                </a:lnTo>
                <a:lnTo>
                  <a:pt x="3993" y="1484"/>
                </a:lnTo>
                <a:lnTo>
                  <a:pt x="3994" y="1488"/>
                </a:lnTo>
                <a:lnTo>
                  <a:pt x="3995" y="1488"/>
                </a:lnTo>
                <a:lnTo>
                  <a:pt x="3996" y="1489"/>
                </a:lnTo>
                <a:lnTo>
                  <a:pt x="3996" y="1490"/>
                </a:lnTo>
                <a:lnTo>
                  <a:pt x="3995" y="1490"/>
                </a:lnTo>
                <a:lnTo>
                  <a:pt x="3995" y="1492"/>
                </a:lnTo>
                <a:lnTo>
                  <a:pt x="3996" y="1492"/>
                </a:lnTo>
                <a:lnTo>
                  <a:pt x="3995" y="1492"/>
                </a:lnTo>
                <a:lnTo>
                  <a:pt x="3994" y="1492"/>
                </a:lnTo>
                <a:lnTo>
                  <a:pt x="3992" y="1491"/>
                </a:lnTo>
                <a:lnTo>
                  <a:pt x="3992" y="1490"/>
                </a:lnTo>
                <a:lnTo>
                  <a:pt x="3992" y="1489"/>
                </a:lnTo>
                <a:lnTo>
                  <a:pt x="3992" y="1488"/>
                </a:lnTo>
                <a:lnTo>
                  <a:pt x="3991" y="1485"/>
                </a:lnTo>
                <a:lnTo>
                  <a:pt x="3990" y="1484"/>
                </a:lnTo>
                <a:lnTo>
                  <a:pt x="3989" y="1485"/>
                </a:lnTo>
                <a:lnTo>
                  <a:pt x="3990" y="1485"/>
                </a:lnTo>
                <a:lnTo>
                  <a:pt x="3990" y="1486"/>
                </a:lnTo>
                <a:lnTo>
                  <a:pt x="3990" y="1487"/>
                </a:lnTo>
                <a:lnTo>
                  <a:pt x="3990" y="1488"/>
                </a:lnTo>
                <a:lnTo>
                  <a:pt x="3990" y="1489"/>
                </a:lnTo>
                <a:lnTo>
                  <a:pt x="3991" y="1490"/>
                </a:lnTo>
                <a:lnTo>
                  <a:pt x="3991" y="1491"/>
                </a:lnTo>
                <a:lnTo>
                  <a:pt x="3992" y="1492"/>
                </a:lnTo>
                <a:lnTo>
                  <a:pt x="3991" y="1492"/>
                </a:lnTo>
                <a:lnTo>
                  <a:pt x="3990" y="1492"/>
                </a:lnTo>
                <a:lnTo>
                  <a:pt x="3990" y="1491"/>
                </a:lnTo>
                <a:lnTo>
                  <a:pt x="3989" y="1491"/>
                </a:lnTo>
                <a:lnTo>
                  <a:pt x="3988" y="1491"/>
                </a:lnTo>
                <a:lnTo>
                  <a:pt x="3987" y="1491"/>
                </a:lnTo>
                <a:lnTo>
                  <a:pt x="3986" y="1491"/>
                </a:lnTo>
                <a:lnTo>
                  <a:pt x="3986" y="1490"/>
                </a:lnTo>
                <a:lnTo>
                  <a:pt x="3985" y="1490"/>
                </a:lnTo>
                <a:lnTo>
                  <a:pt x="3985" y="1491"/>
                </a:lnTo>
                <a:lnTo>
                  <a:pt x="3986" y="1491"/>
                </a:lnTo>
                <a:lnTo>
                  <a:pt x="3988" y="1492"/>
                </a:lnTo>
                <a:lnTo>
                  <a:pt x="3989" y="1492"/>
                </a:lnTo>
                <a:lnTo>
                  <a:pt x="3989" y="1493"/>
                </a:lnTo>
                <a:lnTo>
                  <a:pt x="3990" y="1493"/>
                </a:lnTo>
                <a:lnTo>
                  <a:pt x="3991" y="1493"/>
                </a:lnTo>
                <a:lnTo>
                  <a:pt x="3992" y="1493"/>
                </a:lnTo>
                <a:lnTo>
                  <a:pt x="3993" y="1493"/>
                </a:lnTo>
                <a:lnTo>
                  <a:pt x="3994" y="1493"/>
                </a:lnTo>
                <a:lnTo>
                  <a:pt x="3994" y="1494"/>
                </a:lnTo>
                <a:lnTo>
                  <a:pt x="3997" y="1494"/>
                </a:lnTo>
                <a:lnTo>
                  <a:pt x="3997" y="1495"/>
                </a:lnTo>
                <a:lnTo>
                  <a:pt x="4000" y="1495"/>
                </a:lnTo>
                <a:lnTo>
                  <a:pt x="4000" y="1496"/>
                </a:lnTo>
                <a:lnTo>
                  <a:pt x="4000" y="1497"/>
                </a:lnTo>
                <a:lnTo>
                  <a:pt x="3995" y="1495"/>
                </a:lnTo>
                <a:lnTo>
                  <a:pt x="3994" y="1495"/>
                </a:lnTo>
                <a:lnTo>
                  <a:pt x="3989" y="1494"/>
                </a:lnTo>
                <a:lnTo>
                  <a:pt x="3988" y="1494"/>
                </a:lnTo>
                <a:lnTo>
                  <a:pt x="3987" y="1493"/>
                </a:lnTo>
                <a:lnTo>
                  <a:pt x="3986" y="1493"/>
                </a:lnTo>
                <a:lnTo>
                  <a:pt x="3985" y="1492"/>
                </a:lnTo>
                <a:lnTo>
                  <a:pt x="3985" y="1491"/>
                </a:lnTo>
                <a:lnTo>
                  <a:pt x="3984" y="1491"/>
                </a:lnTo>
                <a:lnTo>
                  <a:pt x="3985" y="1491"/>
                </a:lnTo>
                <a:lnTo>
                  <a:pt x="3985" y="1492"/>
                </a:lnTo>
                <a:lnTo>
                  <a:pt x="3985" y="1493"/>
                </a:lnTo>
                <a:lnTo>
                  <a:pt x="3986" y="1493"/>
                </a:lnTo>
                <a:lnTo>
                  <a:pt x="3986" y="1494"/>
                </a:lnTo>
                <a:lnTo>
                  <a:pt x="3987" y="1494"/>
                </a:lnTo>
                <a:lnTo>
                  <a:pt x="3989" y="1495"/>
                </a:lnTo>
                <a:lnTo>
                  <a:pt x="3990" y="1495"/>
                </a:lnTo>
                <a:lnTo>
                  <a:pt x="3990" y="1497"/>
                </a:lnTo>
                <a:lnTo>
                  <a:pt x="3991" y="1497"/>
                </a:lnTo>
                <a:lnTo>
                  <a:pt x="3992" y="1496"/>
                </a:lnTo>
                <a:lnTo>
                  <a:pt x="3995" y="1497"/>
                </a:lnTo>
                <a:lnTo>
                  <a:pt x="3994" y="1498"/>
                </a:lnTo>
                <a:lnTo>
                  <a:pt x="3995" y="1499"/>
                </a:lnTo>
                <a:lnTo>
                  <a:pt x="3996" y="1497"/>
                </a:lnTo>
                <a:lnTo>
                  <a:pt x="3998" y="1498"/>
                </a:lnTo>
                <a:lnTo>
                  <a:pt x="3996" y="1501"/>
                </a:lnTo>
                <a:lnTo>
                  <a:pt x="3996" y="1502"/>
                </a:lnTo>
                <a:lnTo>
                  <a:pt x="3997" y="1503"/>
                </a:lnTo>
                <a:lnTo>
                  <a:pt x="3996" y="1504"/>
                </a:lnTo>
                <a:lnTo>
                  <a:pt x="3994" y="1503"/>
                </a:lnTo>
                <a:lnTo>
                  <a:pt x="3993" y="1502"/>
                </a:lnTo>
                <a:lnTo>
                  <a:pt x="3991" y="1502"/>
                </a:lnTo>
                <a:lnTo>
                  <a:pt x="3987" y="1500"/>
                </a:lnTo>
                <a:lnTo>
                  <a:pt x="3987" y="1501"/>
                </a:lnTo>
                <a:lnTo>
                  <a:pt x="3986" y="1501"/>
                </a:lnTo>
                <a:lnTo>
                  <a:pt x="3985" y="1501"/>
                </a:lnTo>
                <a:lnTo>
                  <a:pt x="3984" y="1501"/>
                </a:lnTo>
                <a:lnTo>
                  <a:pt x="3982" y="1500"/>
                </a:lnTo>
                <a:lnTo>
                  <a:pt x="3982" y="1501"/>
                </a:lnTo>
                <a:lnTo>
                  <a:pt x="3983" y="1501"/>
                </a:lnTo>
                <a:lnTo>
                  <a:pt x="3984" y="1501"/>
                </a:lnTo>
                <a:lnTo>
                  <a:pt x="3985" y="1502"/>
                </a:lnTo>
                <a:lnTo>
                  <a:pt x="3986" y="1502"/>
                </a:lnTo>
                <a:lnTo>
                  <a:pt x="3987" y="1502"/>
                </a:lnTo>
                <a:lnTo>
                  <a:pt x="3989" y="1503"/>
                </a:lnTo>
                <a:lnTo>
                  <a:pt x="3988" y="1504"/>
                </a:lnTo>
                <a:lnTo>
                  <a:pt x="3987" y="1504"/>
                </a:lnTo>
                <a:lnTo>
                  <a:pt x="3983" y="1503"/>
                </a:lnTo>
                <a:lnTo>
                  <a:pt x="3982" y="1504"/>
                </a:lnTo>
                <a:lnTo>
                  <a:pt x="3987" y="1506"/>
                </a:lnTo>
                <a:lnTo>
                  <a:pt x="3987" y="1507"/>
                </a:lnTo>
                <a:lnTo>
                  <a:pt x="3986" y="1507"/>
                </a:lnTo>
                <a:lnTo>
                  <a:pt x="3984" y="1507"/>
                </a:lnTo>
                <a:lnTo>
                  <a:pt x="3981" y="1506"/>
                </a:lnTo>
                <a:lnTo>
                  <a:pt x="3980" y="1506"/>
                </a:lnTo>
                <a:lnTo>
                  <a:pt x="3979" y="1505"/>
                </a:lnTo>
                <a:lnTo>
                  <a:pt x="3978" y="1504"/>
                </a:lnTo>
                <a:lnTo>
                  <a:pt x="3978" y="1505"/>
                </a:lnTo>
                <a:lnTo>
                  <a:pt x="3977" y="1506"/>
                </a:lnTo>
                <a:lnTo>
                  <a:pt x="3975" y="1508"/>
                </a:lnTo>
                <a:lnTo>
                  <a:pt x="3975" y="1509"/>
                </a:lnTo>
                <a:lnTo>
                  <a:pt x="3974" y="1510"/>
                </a:lnTo>
                <a:lnTo>
                  <a:pt x="3974" y="1511"/>
                </a:lnTo>
                <a:lnTo>
                  <a:pt x="3974" y="1512"/>
                </a:lnTo>
                <a:lnTo>
                  <a:pt x="3973" y="1512"/>
                </a:lnTo>
                <a:lnTo>
                  <a:pt x="3974" y="1512"/>
                </a:lnTo>
                <a:lnTo>
                  <a:pt x="3974" y="1513"/>
                </a:lnTo>
                <a:lnTo>
                  <a:pt x="3975" y="1513"/>
                </a:lnTo>
                <a:lnTo>
                  <a:pt x="3974" y="1513"/>
                </a:lnTo>
                <a:lnTo>
                  <a:pt x="3974" y="1514"/>
                </a:lnTo>
                <a:lnTo>
                  <a:pt x="3973" y="1514"/>
                </a:lnTo>
                <a:lnTo>
                  <a:pt x="3975" y="1514"/>
                </a:lnTo>
                <a:lnTo>
                  <a:pt x="3976" y="1514"/>
                </a:lnTo>
                <a:lnTo>
                  <a:pt x="3976" y="1519"/>
                </a:lnTo>
                <a:lnTo>
                  <a:pt x="3977" y="1519"/>
                </a:lnTo>
                <a:lnTo>
                  <a:pt x="3977" y="1516"/>
                </a:lnTo>
                <a:lnTo>
                  <a:pt x="3979" y="1514"/>
                </a:lnTo>
                <a:lnTo>
                  <a:pt x="3983" y="1514"/>
                </a:lnTo>
                <a:lnTo>
                  <a:pt x="3983" y="1518"/>
                </a:lnTo>
                <a:lnTo>
                  <a:pt x="3985" y="1518"/>
                </a:lnTo>
                <a:lnTo>
                  <a:pt x="3985" y="1515"/>
                </a:lnTo>
                <a:lnTo>
                  <a:pt x="3986" y="1515"/>
                </a:lnTo>
                <a:lnTo>
                  <a:pt x="3986" y="1524"/>
                </a:lnTo>
                <a:lnTo>
                  <a:pt x="3976" y="1524"/>
                </a:lnTo>
                <a:lnTo>
                  <a:pt x="3976" y="1523"/>
                </a:lnTo>
                <a:lnTo>
                  <a:pt x="3973" y="1523"/>
                </a:lnTo>
                <a:lnTo>
                  <a:pt x="3973" y="1524"/>
                </a:lnTo>
                <a:lnTo>
                  <a:pt x="3973" y="1525"/>
                </a:lnTo>
                <a:lnTo>
                  <a:pt x="3974" y="1525"/>
                </a:lnTo>
                <a:lnTo>
                  <a:pt x="3974" y="1527"/>
                </a:lnTo>
                <a:lnTo>
                  <a:pt x="3975" y="1527"/>
                </a:lnTo>
                <a:lnTo>
                  <a:pt x="3975" y="1529"/>
                </a:lnTo>
                <a:lnTo>
                  <a:pt x="3974" y="1529"/>
                </a:lnTo>
                <a:lnTo>
                  <a:pt x="3973" y="1529"/>
                </a:lnTo>
                <a:lnTo>
                  <a:pt x="3974" y="1529"/>
                </a:lnTo>
                <a:lnTo>
                  <a:pt x="3974" y="1531"/>
                </a:lnTo>
                <a:lnTo>
                  <a:pt x="3974" y="1532"/>
                </a:lnTo>
                <a:lnTo>
                  <a:pt x="3975" y="1532"/>
                </a:lnTo>
                <a:lnTo>
                  <a:pt x="3975" y="1533"/>
                </a:lnTo>
                <a:lnTo>
                  <a:pt x="3975" y="1534"/>
                </a:lnTo>
                <a:lnTo>
                  <a:pt x="3975" y="1535"/>
                </a:lnTo>
                <a:lnTo>
                  <a:pt x="3976" y="1536"/>
                </a:lnTo>
                <a:lnTo>
                  <a:pt x="3976" y="1537"/>
                </a:lnTo>
                <a:lnTo>
                  <a:pt x="3977" y="1539"/>
                </a:lnTo>
                <a:lnTo>
                  <a:pt x="3978" y="1541"/>
                </a:lnTo>
                <a:lnTo>
                  <a:pt x="3978" y="1542"/>
                </a:lnTo>
                <a:lnTo>
                  <a:pt x="3977" y="1542"/>
                </a:lnTo>
                <a:lnTo>
                  <a:pt x="3978" y="1542"/>
                </a:lnTo>
                <a:lnTo>
                  <a:pt x="3979" y="1543"/>
                </a:lnTo>
                <a:lnTo>
                  <a:pt x="3980" y="1544"/>
                </a:lnTo>
                <a:lnTo>
                  <a:pt x="3980" y="1545"/>
                </a:lnTo>
                <a:lnTo>
                  <a:pt x="3981" y="1546"/>
                </a:lnTo>
                <a:lnTo>
                  <a:pt x="3981" y="1547"/>
                </a:lnTo>
                <a:lnTo>
                  <a:pt x="3982" y="1547"/>
                </a:lnTo>
                <a:lnTo>
                  <a:pt x="3982" y="1548"/>
                </a:lnTo>
                <a:lnTo>
                  <a:pt x="3983" y="1549"/>
                </a:lnTo>
                <a:lnTo>
                  <a:pt x="3983" y="1550"/>
                </a:lnTo>
                <a:lnTo>
                  <a:pt x="3984" y="1552"/>
                </a:lnTo>
                <a:lnTo>
                  <a:pt x="3985" y="1553"/>
                </a:lnTo>
                <a:lnTo>
                  <a:pt x="3986" y="1554"/>
                </a:lnTo>
                <a:lnTo>
                  <a:pt x="3987" y="1556"/>
                </a:lnTo>
                <a:lnTo>
                  <a:pt x="3987" y="1557"/>
                </a:lnTo>
                <a:lnTo>
                  <a:pt x="3988" y="1557"/>
                </a:lnTo>
                <a:lnTo>
                  <a:pt x="3989" y="1557"/>
                </a:lnTo>
                <a:lnTo>
                  <a:pt x="3989" y="1558"/>
                </a:lnTo>
                <a:lnTo>
                  <a:pt x="3990" y="1558"/>
                </a:lnTo>
                <a:lnTo>
                  <a:pt x="3990" y="1557"/>
                </a:lnTo>
                <a:lnTo>
                  <a:pt x="3991" y="1556"/>
                </a:lnTo>
                <a:lnTo>
                  <a:pt x="3992" y="1557"/>
                </a:lnTo>
                <a:lnTo>
                  <a:pt x="3993" y="1556"/>
                </a:lnTo>
                <a:lnTo>
                  <a:pt x="3994" y="1557"/>
                </a:lnTo>
                <a:lnTo>
                  <a:pt x="3996" y="1555"/>
                </a:lnTo>
                <a:lnTo>
                  <a:pt x="3997" y="1555"/>
                </a:lnTo>
                <a:lnTo>
                  <a:pt x="3998" y="1556"/>
                </a:lnTo>
                <a:lnTo>
                  <a:pt x="3995" y="1558"/>
                </a:lnTo>
                <a:lnTo>
                  <a:pt x="3996" y="1559"/>
                </a:lnTo>
                <a:lnTo>
                  <a:pt x="3999" y="1556"/>
                </a:lnTo>
                <a:lnTo>
                  <a:pt x="4003" y="1554"/>
                </a:lnTo>
                <a:lnTo>
                  <a:pt x="4005" y="1553"/>
                </a:lnTo>
                <a:lnTo>
                  <a:pt x="4006" y="1555"/>
                </a:lnTo>
                <a:lnTo>
                  <a:pt x="4004" y="1556"/>
                </a:lnTo>
                <a:lnTo>
                  <a:pt x="4004" y="1557"/>
                </a:lnTo>
                <a:lnTo>
                  <a:pt x="4001" y="1558"/>
                </a:lnTo>
                <a:lnTo>
                  <a:pt x="4000" y="1558"/>
                </a:lnTo>
                <a:lnTo>
                  <a:pt x="3999" y="1558"/>
                </a:lnTo>
                <a:lnTo>
                  <a:pt x="4000" y="1560"/>
                </a:lnTo>
                <a:lnTo>
                  <a:pt x="4001" y="1559"/>
                </a:lnTo>
                <a:lnTo>
                  <a:pt x="4002" y="1559"/>
                </a:lnTo>
                <a:lnTo>
                  <a:pt x="4001" y="1559"/>
                </a:lnTo>
                <a:lnTo>
                  <a:pt x="4000" y="1561"/>
                </a:lnTo>
                <a:lnTo>
                  <a:pt x="3997" y="1563"/>
                </a:lnTo>
                <a:lnTo>
                  <a:pt x="3997" y="1564"/>
                </a:lnTo>
                <a:lnTo>
                  <a:pt x="3997" y="1565"/>
                </a:lnTo>
                <a:lnTo>
                  <a:pt x="3998" y="1565"/>
                </a:lnTo>
                <a:lnTo>
                  <a:pt x="3999" y="1565"/>
                </a:lnTo>
                <a:lnTo>
                  <a:pt x="4000" y="1566"/>
                </a:lnTo>
                <a:lnTo>
                  <a:pt x="4000" y="1567"/>
                </a:lnTo>
                <a:lnTo>
                  <a:pt x="4001" y="1567"/>
                </a:lnTo>
                <a:lnTo>
                  <a:pt x="4001" y="1566"/>
                </a:lnTo>
                <a:lnTo>
                  <a:pt x="4002" y="1567"/>
                </a:lnTo>
                <a:lnTo>
                  <a:pt x="4004" y="1567"/>
                </a:lnTo>
                <a:lnTo>
                  <a:pt x="4005" y="1568"/>
                </a:lnTo>
                <a:lnTo>
                  <a:pt x="4006" y="1568"/>
                </a:lnTo>
                <a:lnTo>
                  <a:pt x="4006" y="1569"/>
                </a:lnTo>
                <a:lnTo>
                  <a:pt x="4007" y="1569"/>
                </a:lnTo>
                <a:lnTo>
                  <a:pt x="4007" y="1570"/>
                </a:lnTo>
                <a:lnTo>
                  <a:pt x="4007" y="1571"/>
                </a:lnTo>
                <a:lnTo>
                  <a:pt x="4008" y="1571"/>
                </a:lnTo>
                <a:lnTo>
                  <a:pt x="4008" y="1572"/>
                </a:lnTo>
                <a:lnTo>
                  <a:pt x="4009" y="1573"/>
                </a:lnTo>
                <a:lnTo>
                  <a:pt x="4010" y="1572"/>
                </a:lnTo>
                <a:lnTo>
                  <a:pt x="4011" y="1572"/>
                </a:lnTo>
                <a:lnTo>
                  <a:pt x="4012" y="1572"/>
                </a:lnTo>
                <a:lnTo>
                  <a:pt x="4014" y="1573"/>
                </a:lnTo>
                <a:lnTo>
                  <a:pt x="4015" y="1574"/>
                </a:lnTo>
                <a:lnTo>
                  <a:pt x="4016" y="1574"/>
                </a:lnTo>
                <a:lnTo>
                  <a:pt x="4016" y="1575"/>
                </a:lnTo>
                <a:lnTo>
                  <a:pt x="4017" y="1575"/>
                </a:lnTo>
                <a:lnTo>
                  <a:pt x="4018" y="1575"/>
                </a:lnTo>
                <a:lnTo>
                  <a:pt x="4017" y="1576"/>
                </a:lnTo>
                <a:lnTo>
                  <a:pt x="4017" y="1577"/>
                </a:lnTo>
                <a:lnTo>
                  <a:pt x="4016" y="1578"/>
                </a:lnTo>
                <a:lnTo>
                  <a:pt x="4017" y="1578"/>
                </a:lnTo>
                <a:lnTo>
                  <a:pt x="4019" y="1577"/>
                </a:lnTo>
                <a:lnTo>
                  <a:pt x="4020" y="1577"/>
                </a:lnTo>
                <a:lnTo>
                  <a:pt x="4022" y="1577"/>
                </a:lnTo>
                <a:lnTo>
                  <a:pt x="4023" y="1577"/>
                </a:lnTo>
                <a:lnTo>
                  <a:pt x="4024" y="1577"/>
                </a:lnTo>
                <a:lnTo>
                  <a:pt x="4024" y="1578"/>
                </a:lnTo>
                <a:lnTo>
                  <a:pt x="4025" y="1578"/>
                </a:lnTo>
                <a:lnTo>
                  <a:pt x="4026" y="1578"/>
                </a:lnTo>
                <a:lnTo>
                  <a:pt x="4028" y="1578"/>
                </a:lnTo>
                <a:lnTo>
                  <a:pt x="4029" y="1578"/>
                </a:lnTo>
                <a:lnTo>
                  <a:pt x="4030" y="1578"/>
                </a:lnTo>
                <a:lnTo>
                  <a:pt x="4031" y="1578"/>
                </a:lnTo>
                <a:lnTo>
                  <a:pt x="4032" y="1578"/>
                </a:lnTo>
                <a:lnTo>
                  <a:pt x="4032" y="1579"/>
                </a:lnTo>
                <a:lnTo>
                  <a:pt x="4034" y="1579"/>
                </a:lnTo>
                <a:lnTo>
                  <a:pt x="4034" y="1580"/>
                </a:lnTo>
                <a:lnTo>
                  <a:pt x="4035" y="1580"/>
                </a:lnTo>
                <a:lnTo>
                  <a:pt x="4035" y="1579"/>
                </a:lnTo>
                <a:lnTo>
                  <a:pt x="4036" y="1579"/>
                </a:lnTo>
                <a:lnTo>
                  <a:pt x="4037" y="1580"/>
                </a:lnTo>
                <a:lnTo>
                  <a:pt x="4037" y="1579"/>
                </a:lnTo>
                <a:lnTo>
                  <a:pt x="4037" y="1580"/>
                </a:lnTo>
                <a:lnTo>
                  <a:pt x="4038" y="1580"/>
                </a:lnTo>
                <a:lnTo>
                  <a:pt x="4038" y="1581"/>
                </a:lnTo>
                <a:lnTo>
                  <a:pt x="4038" y="1580"/>
                </a:lnTo>
                <a:lnTo>
                  <a:pt x="4039" y="1580"/>
                </a:lnTo>
                <a:lnTo>
                  <a:pt x="4040" y="1580"/>
                </a:lnTo>
                <a:lnTo>
                  <a:pt x="4039" y="1580"/>
                </a:lnTo>
                <a:lnTo>
                  <a:pt x="4039" y="1581"/>
                </a:lnTo>
                <a:lnTo>
                  <a:pt x="4041" y="1581"/>
                </a:lnTo>
                <a:lnTo>
                  <a:pt x="4042" y="1582"/>
                </a:lnTo>
                <a:lnTo>
                  <a:pt x="4042" y="1583"/>
                </a:lnTo>
                <a:lnTo>
                  <a:pt x="4042" y="1584"/>
                </a:lnTo>
                <a:lnTo>
                  <a:pt x="4042" y="1583"/>
                </a:lnTo>
                <a:lnTo>
                  <a:pt x="4042" y="1582"/>
                </a:lnTo>
                <a:lnTo>
                  <a:pt x="4042" y="1581"/>
                </a:lnTo>
                <a:lnTo>
                  <a:pt x="4043" y="1581"/>
                </a:lnTo>
                <a:lnTo>
                  <a:pt x="4046" y="1581"/>
                </a:lnTo>
                <a:lnTo>
                  <a:pt x="4048" y="1581"/>
                </a:lnTo>
                <a:lnTo>
                  <a:pt x="4048" y="1582"/>
                </a:lnTo>
                <a:lnTo>
                  <a:pt x="4048" y="1583"/>
                </a:lnTo>
                <a:lnTo>
                  <a:pt x="4047" y="1583"/>
                </a:lnTo>
                <a:lnTo>
                  <a:pt x="4047" y="1584"/>
                </a:lnTo>
                <a:lnTo>
                  <a:pt x="4048" y="1584"/>
                </a:lnTo>
                <a:lnTo>
                  <a:pt x="4048" y="1583"/>
                </a:lnTo>
                <a:lnTo>
                  <a:pt x="4048" y="1584"/>
                </a:lnTo>
                <a:lnTo>
                  <a:pt x="4048" y="1583"/>
                </a:lnTo>
                <a:lnTo>
                  <a:pt x="4048" y="1582"/>
                </a:lnTo>
                <a:lnTo>
                  <a:pt x="4049" y="1582"/>
                </a:lnTo>
                <a:lnTo>
                  <a:pt x="4050" y="1582"/>
                </a:lnTo>
                <a:lnTo>
                  <a:pt x="4051" y="1582"/>
                </a:lnTo>
                <a:lnTo>
                  <a:pt x="4052" y="1582"/>
                </a:lnTo>
                <a:lnTo>
                  <a:pt x="4053" y="1582"/>
                </a:lnTo>
                <a:lnTo>
                  <a:pt x="4055" y="1582"/>
                </a:lnTo>
                <a:lnTo>
                  <a:pt x="4056" y="1583"/>
                </a:lnTo>
                <a:lnTo>
                  <a:pt x="4056" y="1585"/>
                </a:lnTo>
                <a:lnTo>
                  <a:pt x="4057" y="1585"/>
                </a:lnTo>
                <a:lnTo>
                  <a:pt x="4057" y="1587"/>
                </a:lnTo>
                <a:lnTo>
                  <a:pt x="4058" y="1587"/>
                </a:lnTo>
                <a:lnTo>
                  <a:pt x="4059" y="1588"/>
                </a:lnTo>
                <a:lnTo>
                  <a:pt x="4059" y="1587"/>
                </a:lnTo>
                <a:lnTo>
                  <a:pt x="4060" y="1587"/>
                </a:lnTo>
                <a:lnTo>
                  <a:pt x="4061" y="1587"/>
                </a:lnTo>
                <a:lnTo>
                  <a:pt x="4062" y="1587"/>
                </a:lnTo>
                <a:lnTo>
                  <a:pt x="4063" y="1587"/>
                </a:lnTo>
                <a:lnTo>
                  <a:pt x="4064" y="1587"/>
                </a:lnTo>
                <a:lnTo>
                  <a:pt x="4065" y="1588"/>
                </a:lnTo>
                <a:lnTo>
                  <a:pt x="4066" y="1588"/>
                </a:lnTo>
                <a:lnTo>
                  <a:pt x="4066" y="1587"/>
                </a:lnTo>
                <a:lnTo>
                  <a:pt x="4065" y="1587"/>
                </a:lnTo>
                <a:lnTo>
                  <a:pt x="4065" y="1586"/>
                </a:lnTo>
                <a:lnTo>
                  <a:pt x="4065" y="1585"/>
                </a:lnTo>
                <a:lnTo>
                  <a:pt x="4065" y="1584"/>
                </a:lnTo>
                <a:lnTo>
                  <a:pt x="4066" y="1584"/>
                </a:lnTo>
                <a:lnTo>
                  <a:pt x="4066" y="1583"/>
                </a:lnTo>
                <a:lnTo>
                  <a:pt x="4067" y="1584"/>
                </a:lnTo>
                <a:lnTo>
                  <a:pt x="4068" y="1584"/>
                </a:lnTo>
                <a:lnTo>
                  <a:pt x="4068" y="1583"/>
                </a:lnTo>
                <a:lnTo>
                  <a:pt x="4069" y="1583"/>
                </a:lnTo>
                <a:lnTo>
                  <a:pt x="4069" y="1582"/>
                </a:lnTo>
                <a:lnTo>
                  <a:pt x="4069" y="1581"/>
                </a:lnTo>
                <a:lnTo>
                  <a:pt x="4068" y="1581"/>
                </a:lnTo>
                <a:lnTo>
                  <a:pt x="4068" y="1582"/>
                </a:lnTo>
                <a:lnTo>
                  <a:pt x="4068" y="1581"/>
                </a:lnTo>
                <a:lnTo>
                  <a:pt x="4068" y="1580"/>
                </a:lnTo>
                <a:lnTo>
                  <a:pt x="4070" y="1580"/>
                </a:lnTo>
                <a:lnTo>
                  <a:pt x="4071" y="1580"/>
                </a:lnTo>
                <a:lnTo>
                  <a:pt x="4071" y="1581"/>
                </a:lnTo>
                <a:lnTo>
                  <a:pt x="4071" y="1582"/>
                </a:lnTo>
                <a:lnTo>
                  <a:pt x="4071" y="1581"/>
                </a:lnTo>
                <a:lnTo>
                  <a:pt x="4072" y="1581"/>
                </a:lnTo>
                <a:lnTo>
                  <a:pt x="4073" y="1581"/>
                </a:lnTo>
                <a:lnTo>
                  <a:pt x="4074" y="1581"/>
                </a:lnTo>
                <a:lnTo>
                  <a:pt x="4073" y="1582"/>
                </a:lnTo>
                <a:lnTo>
                  <a:pt x="4074" y="1582"/>
                </a:lnTo>
                <a:lnTo>
                  <a:pt x="4075" y="1581"/>
                </a:lnTo>
                <a:lnTo>
                  <a:pt x="4075" y="1582"/>
                </a:lnTo>
                <a:lnTo>
                  <a:pt x="4075" y="1583"/>
                </a:lnTo>
                <a:lnTo>
                  <a:pt x="4076" y="1583"/>
                </a:lnTo>
                <a:lnTo>
                  <a:pt x="4076" y="1584"/>
                </a:lnTo>
                <a:lnTo>
                  <a:pt x="4077" y="1584"/>
                </a:lnTo>
                <a:lnTo>
                  <a:pt x="4078" y="1584"/>
                </a:lnTo>
                <a:lnTo>
                  <a:pt x="4079" y="1584"/>
                </a:lnTo>
                <a:lnTo>
                  <a:pt x="4080" y="1584"/>
                </a:lnTo>
                <a:lnTo>
                  <a:pt x="4081" y="1584"/>
                </a:lnTo>
                <a:lnTo>
                  <a:pt x="4082" y="1584"/>
                </a:lnTo>
                <a:lnTo>
                  <a:pt x="4083" y="1584"/>
                </a:lnTo>
                <a:lnTo>
                  <a:pt x="4084" y="1583"/>
                </a:lnTo>
                <a:lnTo>
                  <a:pt x="4084" y="1581"/>
                </a:lnTo>
                <a:lnTo>
                  <a:pt x="4083" y="1581"/>
                </a:lnTo>
                <a:lnTo>
                  <a:pt x="4083" y="1580"/>
                </a:lnTo>
                <a:lnTo>
                  <a:pt x="4084" y="1580"/>
                </a:lnTo>
                <a:lnTo>
                  <a:pt x="4084" y="1579"/>
                </a:lnTo>
                <a:lnTo>
                  <a:pt x="4083" y="1579"/>
                </a:lnTo>
                <a:lnTo>
                  <a:pt x="4083" y="1577"/>
                </a:lnTo>
                <a:lnTo>
                  <a:pt x="4085" y="1577"/>
                </a:lnTo>
                <a:lnTo>
                  <a:pt x="4087" y="1577"/>
                </a:lnTo>
                <a:lnTo>
                  <a:pt x="4087" y="1578"/>
                </a:lnTo>
                <a:lnTo>
                  <a:pt x="4087" y="1580"/>
                </a:lnTo>
                <a:lnTo>
                  <a:pt x="4088" y="1580"/>
                </a:lnTo>
                <a:lnTo>
                  <a:pt x="4090" y="1579"/>
                </a:lnTo>
                <a:lnTo>
                  <a:pt x="4090" y="1580"/>
                </a:lnTo>
                <a:lnTo>
                  <a:pt x="4090" y="1579"/>
                </a:lnTo>
                <a:lnTo>
                  <a:pt x="4091" y="1578"/>
                </a:lnTo>
                <a:lnTo>
                  <a:pt x="4091" y="1579"/>
                </a:lnTo>
                <a:lnTo>
                  <a:pt x="4096" y="1582"/>
                </a:lnTo>
                <a:lnTo>
                  <a:pt x="4097" y="1583"/>
                </a:lnTo>
                <a:lnTo>
                  <a:pt x="4096" y="1583"/>
                </a:lnTo>
                <a:lnTo>
                  <a:pt x="4095" y="1584"/>
                </a:lnTo>
                <a:lnTo>
                  <a:pt x="4096" y="1584"/>
                </a:lnTo>
                <a:lnTo>
                  <a:pt x="4097" y="1584"/>
                </a:lnTo>
                <a:lnTo>
                  <a:pt x="4098" y="1584"/>
                </a:lnTo>
                <a:lnTo>
                  <a:pt x="4098" y="1586"/>
                </a:lnTo>
                <a:lnTo>
                  <a:pt x="4098" y="1587"/>
                </a:lnTo>
                <a:lnTo>
                  <a:pt x="4099" y="1587"/>
                </a:lnTo>
                <a:lnTo>
                  <a:pt x="4099" y="1588"/>
                </a:lnTo>
                <a:lnTo>
                  <a:pt x="4099" y="1589"/>
                </a:lnTo>
                <a:lnTo>
                  <a:pt x="4098" y="1589"/>
                </a:lnTo>
                <a:lnTo>
                  <a:pt x="4098" y="1591"/>
                </a:lnTo>
                <a:lnTo>
                  <a:pt x="4099" y="1592"/>
                </a:lnTo>
                <a:lnTo>
                  <a:pt x="4099" y="1593"/>
                </a:lnTo>
                <a:lnTo>
                  <a:pt x="4100" y="1594"/>
                </a:lnTo>
                <a:lnTo>
                  <a:pt x="4101" y="1597"/>
                </a:lnTo>
                <a:lnTo>
                  <a:pt x="4104" y="1597"/>
                </a:lnTo>
                <a:lnTo>
                  <a:pt x="4105" y="1598"/>
                </a:lnTo>
                <a:lnTo>
                  <a:pt x="4107" y="1599"/>
                </a:lnTo>
                <a:lnTo>
                  <a:pt x="4108" y="1600"/>
                </a:lnTo>
                <a:lnTo>
                  <a:pt x="4109" y="1601"/>
                </a:lnTo>
                <a:lnTo>
                  <a:pt x="4109" y="1604"/>
                </a:lnTo>
                <a:lnTo>
                  <a:pt x="4110" y="1607"/>
                </a:lnTo>
                <a:lnTo>
                  <a:pt x="4110" y="1608"/>
                </a:lnTo>
                <a:lnTo>
                  <a:pt x="4109" y="1608"/>
                </a:lnTo>
                <a:lnTo>
                  <a:pt x="4109" y="1609"/>
                </a:lnTo>
                <a:lnTo>
                  <a:pt x="4107" y="1609"/>
                </a:lnTo>
                <a:lnTo>
                  <a:pt x="4107" y="1610"/>
                </a:lnTo>
                <a:lnTo>
                  <a:pt x="4107" y="1611"/>
                </a:lnTo>
                <a:lnTo>
                  <a:pt x="4108" y="1611"/>
                </a:lnTo>
                <a:lnTo>
                  <a:pt x="4109" y="1611"/>
                </a:lnTo>
                <a:lnTo>
                  <a:pt x="4110" y="1612"/>
                </a:lnTo>
                <a:lnTo>
                  <a:pt x="4109" y="1613"/>
                </a:lnTo>
                <a:lnTo>
                  <a:pt x="4108" y="1613"/>
                </a:lnTo>
                <a:lnTo>
                  <a:pt x="4108" y="1615"/>
                </a:lnTo>
                <a:lnTo>
                  <a:pt x="4109" y="1615"/>
                </a:lnTo>
                <a:lnTo>
                  <a:pt x="4109" y="1614"/>
                </a:lnTo>
                <a:lnTo>
                  <a:pt x="4112" y="1615"/>
                </a:lnTo>
                <a:lnTo>
                  <a:pt x="4112" y="1614"/>
                </a:lnTo>
                <a:lnTo>
                  <a:pt x="4113" y="1614"/>
                </a:lnTo>
                <a:lnTo>
                  <a:pt x="4115" y="1614"/>
                </a:lnTo>
                <a:lnTo>
                  <a:pt x="4115" y="1615"/>
                </a:lnTo>
                <a:lnTo>
                  <a:pt x="4116" y="1616"/>
                </a:lnTo>
                <a:lnTo>
                  <a:pt x="4117" y="1615"/>
                </a:lnTo>
                <a:lnTo>
                  <a:pt x="4117" y="1614"/>
                </a:lnTo>
                <a:lnTo>
                  <a:pt x="4118" y="1614"/>
                </a:lnTo>
                <a:lnTo>
                  <a:pt x="4118" y="1613"/>
                </a:lnTo>
                <a:lnTo>
                  <a:pt x="4119" y="1612"/>
                </a:lnTo>
                <a:lnTo>
                  <a:pt x="4120" y="1613"/>
                </a:lnTo>
                <a:lnTo>
                  <a:pt x="4120" y="1614"/>
                </a:lnTo>
                <a:lnTo>
                  <a:pt x="4121" y="1614"/>
                </a:lnTo>
                <a:lnTo>
                  <a:pt x="4121" y="1615"/>
                </a:lnTo>
                <a:lnTo>
                  <a:pt x="4122" y="1615"/>
                </a:lnTo>
                <a:lnTo>
                  <a:pt x="4122" y="1614"/>
                </a:lnTo>
                <a:lnTo>
                  <a:pt x="4123" y="1614"/>
                </a:lnTo>
                <a:lnTo>
                  <a:pt x="4123" y="1613"/>
                </a:lnTo>
                <a:lnTo>
                  <a:pt x="4124" y="1613"/>
                </a:lnTo>
                <a:lnTo>
                  <a:pt x="4125" y="1613"/>
                </a:lnTo>
                <a:lnTo>
                  <a:pt x="4126" y="1613"/>
                </a:lnTo>
                <a:lnTo>
                  <a:pt x="4126" y="1612"/>
                </a:lnTo>
                <a:lnTo>
                  <a:pt x="4127" y="1612"/>
                </a:lnTo>
                <a:lnTo>
                  <a:pt x="4128" y="1613"/>
                </a:lnTo>
                <a:lnTo>
                  <a:pt x="4127" y="1613"/>
                </a:lnTo>
                <a:lnTo>
                  <a:pt x="4127" y="1614"/>
                </a:lnTo>
                <a:lnTo>
                  <a:pt x="4128" y="1614"/>
                </a:lnTo>
                <a:lnTo>
                  <a:pt x="4128" y="1615"/>
                </a:lnTo>
                <a:lnTo>
                  <a:pt x="4126" y="1615"/>
                </a:lnTo>
                <a:lnTo>
                  <a:pt x="4125" y="1616"/>
                </a:lnTo>
                <a:lnTo>
                  <a:pt x="4124" y="1616"/>
                </a:lnTo>
                <a:lnTo>
                  <a:pt x="4124" y="1617"/>
                </a:lnTo>
                <a:lnTo>
                  <a:pt x="4123" y="1617"/>
                </a:lnTo>
                <a:lnTo>
                  <a:pt x="4122" y="1617"/>
                </a:lnTo>
                <a:lnTo>
                  <a:pt x="4121" y="1617"/>
                </a:lnTo>
                <a:lnTo>
                  <a:pt x="4120" y="1616"/>
                </a:lnTo>
                <a:lnTo>
                  <a:pt x="4119" y="1616"/>
                </a:lnTo>
                <a:lnTo>
                  <a:pt x="4118" y="1616"/>
                </a:lnTo>
                <a:lnTo>
                  <a:pt x="4118" y="1617"/>
                </a:lnTo>
                <a:lnTo>
                  <a:pt x="4117" y="1617"/>
                </a:lnTo>
                <a:lnTo>
                  <a:pt x="4117" y="1618"/>
                </a:lnTo>
                <a:lnTo>
                  <a:pt x="4118" y="1618"/>
                </a:lnTo>
                <a:lnTo>
                  <a:pt x="4119" y="1619"/>
                </a:lnTo>
                <a:lnTo>
                  <a:pt x="4120" y="1620"/>
                </a:lnTo>
                <a:lnTo>
                  <a:pt x="4121" y="1620"/>
                </a:lnTo>
                <a:lnTo>
                  <a:pt x="4121" y="1621"/>
                </a:lnTo>
                <a:lnTo>
                  <a:pt x="4122" y="1621"/>
                </a:lnTo>
                <a:lnTo>
                  <a:pt x="4123" y="1622"/>
                </a:lnTo>
                <a:lnTo>
                  <a:pt x="4124" y="1623"/>
                </a:lnTo>
                <a:lnTo>
                  <a:pt x="4125" y="1624"/>
                </a:lnTo>
                <a:lnTo>
                  <a:pt x="4126" y="1625"/>
                </a:lnTo>
                <a:lnTo>
                  <a:pt x="4125" y="1625"/>
                </a:lnTo>
                <a:lnTo>
                  <a:pt x="4121" y="1622"/>
                </a:lnTo>
                <a:lnTo>
                  <a:pt x="4119" y="1620"/>
                </a:lnTo>
                <a:lnTo>
                  <a:pt x="4121" y="1622"/>
                </a:lnTo>
                <a:lnTo>
                  <a:pt x="4123" y="1624"/>
                </a:lnTo>
                <a:lnTo>
                  <a:pt x="4125" y="1627"/>
                </a:lnTo>
                <a:lnTo>
                  <a:pt x="4124" y="1627"/>
                </a:lnTo>
                <a:lnTo>
                  <a:pt x="4123" y="1626"/>
                </a:lnTo>
                <a:lnTo>
                  <a:pt x="4123" y="1624"/>
                </a:lnTo>
                <a:lnTo>
                  <a:pt x="4122" y="1624"/>
                </a:lnTo>
                <a:lnTo>
                  <a:pt x="4121" y="1623"/>
                </a:lnTo>
                <a:lnTo>
                  <a:pt x="4118" y="1621"/>
                </a:lnTo>
                <a:lnTo>
                  <a:pt x="4117" y="1621"/>
                </a:lnTo>
                <a:lnTo>
                  <a:pt x="4116" y="1621"/>
                </a:lnTo>
                <a:lnTo>
                  <a:pt x="4114" y="1621"/>
                </a:lnTo>
                <a:lnTo>
                  <a:pt x="4112" y="1621"/>
                </a:lnTo>
                <a:lnTo>
                  <a:pt x="4112" y="1620"/>
                </a:lnTo>
                <a:lnTo>
                  <a:pt x="4111" y="1620"/>
                </a:lnTo>
                <a:lnTo>
                  <a:pt x="4111" y="1621"/>
                </a:lnTo>
                <a:lnTo>
                  <a:pt x="4111" y="1622"/>
                </a:lnTo>
                <a:lnTo>
                  <a:pt x="4110" y="1622"/>
                </a:lnTo>
                <a:lnTo>
                  <a:pt x="4109" y="1622"/>
                </a:lnTo>
                <a:lnTo>
                  <a:pt x="4108" y="1621"/>
                </a:lnTo>
                <a:lnTo>
                  <a:pt x="4107" y="1620"/>
                </a:lnTo>
                <a:lnTo>
                  <a:pt x="4106" y="1620"/>
                </a:lnTo>
                <a:lnTo>
                  <a:pt x="4105" y="1620"/>
                </a:lnTo>
                <a:lnTo>
                  <a:pt x="4104" y="1620"/>
                </a:lnTo>
                <a:lnTo>
                  <a:pt x="4103" y="1620"/>
                </a:lnTo>
                <a:lnTo>
                  <a:pt x="4103" y="1621"/>
                </a:lnTo>
                <a:lnTo>
                  <a:pt x="4104" y="1621"/>
                </a:lnTo>
                <a:lnTo>
                  <a:pt x="4104" y="1622"/>
                </a:lnTo>
                <a:lnTo>
                  <a:pt x="4104" y="1623"/>
                </a:lnTo>
                <a:lnTo>
                  <a:pt x="4104" y="1624"/>
                </a:lnTo>
                <a:lnTo>
                  <a:pt x="4104" y="1626"/>
                </a:lnTo>
                <a:lnTo>
                  <a:pt x="4103" y="1626"/>
                </a:lnTo>
                <a:lnTo>
                  <a:pt x="4102" y="1627"/>
                </a:lnTo>
                <a:lnTo>
                  <a:pt x="4101" y="1627"/>
                </a:lnTo>
                <a:lnTo>
                  <a:pt x="4101" y="1628"/>
                </a:lnTo>
                <a:lnTo>
                  <a:pt x="4100" y="1628"/>
                </a:lnTo>
                <a:lnTo>
                  <a:pt x="4099" y="1629"/>
                </a:lnTo>
                <a:lnTo>
                  <a:pt x="4099" y="1630"/>
                </a:lnTo>
                <a:lnTo>
                  <a:pt x="4098" y="1631"/>
                </a:lnTo>
                <a:lnTo>
                  <a:pt x="4097" y="1633"/>
                </a:lnTo>
                <a:lnTo>
                  <a:pt x="4097" y="1634"/>
                </a:lnTo>
                <a:lnTo>
                  <a:pt x="4096" y="1634"/>
                </a:lnTo>
                <a:lnTo>
                  <a:pt x="4096" y="1635"/>
                </a:lnTo>
                <a:lnTo>
                  <a:pt x="4095" y="1637"/>
                </a:lnTo>
                <a:lnTo>
                  <a:pt x="4095" y="1638"/>
                </a:lnTo>
                <a:lnTo>
                  <a:pt x="4094" y="1639"/>
                </a:lnTo>
                <a:lnTo>
                  <a:pt x="4094" y="1640"/>
                </a:lnTo>
                <a:lnTo>
                  <a:pt x="4093" y="1640"/>
                </a:lnTo>
                <a:lnTo>
                  <a:pt x="4092" y="1640"/>
                </a:lnTo>
                <a:lnTo>
                  <a:pt x="4091" y="1640"/>
                </a:lnTo>
                <a:lnTo>
                  <a:pt x="4091" y="1641"/>
                </a:lnTo>
                <a:lnTo>
                  <a:pt x="4092" y="1641"/>
                </a:lnTo>
                <a:lnTo>
                  <a:pt x="4093" y="1641"/>
                </a:lnTo>
                <a:lnTo>
                  <a:pt x="4093" y="1642"/>
                </a:lnTo>
                <a:lnTo>
                  <a:pt x="4093" y="1644"/>
                </a:lnTo>
                <a:lnTo>
                  <a:pt x="4094" y="1644"/>
                </a:lnTo>
                <a:lnTo>
                  <a:pt x="4094" y="1645"/>
                </a:lnTo>
                <a:lnTo>
                  <a:pt x="4095" y="1645"/>
                </a:lnTo>
                <a:lnTo>
                  <a:pt x="4094" y="1646"/>
                </a:lnTo>
                <a:lnTo>
                  <a:pt x="4094" y="1647"/>
                </a:lnTo>
                <a:lnTo>
                  <a:pt x="4094" y="1648"/>
                </a:lnTo>
                <a:lnTo>
                  <a:pt x="4094" y="1649"/>
                </a:lnTo>
                <a:lnTo>
                  <a:pt x="4094" y="1650"/>
                </a:lnTo>
                <a:lnTo>
                  <a:pt x="4093" y="1650"/>
                </a:lnTo>
                <a:lnTo>
                  <a:pt x="4093" y="1651"/>
                </a:lnTo>
                <a:lnTo>
                  <a:pt x="4093" y="1652"/>
                </a:lnTo>
                <a:lnTo>
                  <a:pt x="4094" y="1654"/>
                </a:lnTo>
                <a:lnTo>
                  <a:pt x="4094" y="1655"/>
                </a:lnTo>
                <a:lnTo>
                  <a:pt x="4095" y="1656"/>
                </a:lnTo>
                <a:lnTo>
                  <a:pt x="4095" y="1658"/>
                </a:lnTo>
                <a:lnTo>
                  <a:pt x="4094" y="1658"/>
                </a:lnTo>
                <a:lnTo>
                  <a:pt x="4093" y="1658"/>
                </a:lnTo>
                <a:lnTo>
                  <a:pt x="4092" y="1657"/>
                </a:lnTo>
                <a:lnTo>
                  <a:pt x="4091" y="1656"/>
                </a:lnTo>
                <a:lnTo>
                  <a:pt x="4090" y="1656"/>
                </a:lnTo>
                <a:lnTo>
                  <a:pt x="4090" y="1658"/>
                </a:lnTo>
                <a:lnTo>
                  <a:pt x="4091" y="1658"/>
                </a:lnTo>
                <a:lnTo>
                  <a:pt x="4091" y="1657"/>
                </a:lnTo>
                <a:lnTo>
                  <a:pt x="4092" y="1658"/>
                </a:lnTo>
                <a:lnTo>
                  <a:pt x="4091" y="1658"/>
                </a:lnTo>
                <a:lnTo>
                  <a:pt x="4091" y="1659"/>
                </a:lnTo>
                <a:lnTo>
                  <a:pt x="4090" y="1659"/>
                </a:lnTo>
                <a:lnTo>
                  <a:pt x="4090" y="1660"/>
                </a:lnTo>
                <a:lnTo>
                  <a:pt x="4090" y="1661"/>
                </a:lnTo>
                <a:lnTo>
                  <a:pt x="4089" y="1661"/>
                </a:lnTo>
                <a:lnTo>
                  <a:pt x="4090" y="1661"/>
                </a:lnTo>
                <a:lnTo>
                  <a:pt x="4090" y="1660"/>
                </a:lnTo>
                <a:lnTo>
                  <a:pt x="4091" y="1660"/>
                </a:lnTo>
                <a:lnTo>
                  <a:pt x="4092" y="1659"/>
                </a:lnTo>
                <a:lnTo>
                  <a:pt x="4093" y="1659"/>
                </a:lnTo>
                <a:lnTo>
                  <a:pt x="4094" y="1659"/>
                </a:lnTo>
                <a:lnTo>
                  <a:pt x="4095" y="1659"/>
                </a:lnTo>
                <a:lnTo>
                  <a:pt x="4096" y="1659"/>
                </a:lnTo>
                <a:lnTo>
                  <a:pt x="4096" y="1660"/>
                </a:lnTo>
                <a:lnTo>
                  <a:pt x="4096" y="1661"/>
                </a:lnTo>
                <a:lnTo>
                  <a:pt x="4097" y="1662"/>
                </a:lnTo>
                <a:lnTo>
                  <a:pt x="4097" y="1663"/>
                </a:lnTo>
                <a:lnTo>
                  <a:pt x="4098" y="1663"/>
                </a:lnTo>
                <a:lnTo>
                  <a:pt x="4098" y="1664"/>
                </a:lnTo>
                <a:lnTo>
                  <a:pt x="4098" y="1665"/>
                </a:lnTo>
                <a:lnTo>
                  <a:pt x="4098" y="1666"/>
                </a:lnTo>
                <a:lnTo>
                  <a:pt x="4099" y="1666"/>
                </a:lnTo>
                <a:lnTo>
                  <a:pt x="4100" y="1666"/>
                </a:lnTo>
                <a:lnTo>
                  <a:pt x="4101" y="1667"/>
                </a:lnTo>
                <a:lnTo>
                  <a:pt x="4104" y="1667"/>
                </a:lnTo>
                <a:lnTo>
                  <a:pt x="4105" y="1668"/>
                </a:lnTo>
                <a:lnTo>
                  <a:pt x="4105" y="1669"/>
                </a:lnTo>
                <a:lnTo>
                  <a:pt x="4106" y="1670"/>
                </a:lnTo>
                <a:lnTo>
                  <a:pt x="4107" y="1670"/>
                </a:lnTo>
                <a:lnTo>
                  <a:pt x="4108" y="1671"/>
                </a:lnTo>
                <a:lnTo>
                  <a:pt x="4110" y="1672"/>
                </a:lnTo>
                <a:lnTo>
                  <a:pt x="4110" y="1673"/>
                </a:lnTo>
                <a:lnTo>
                  <a:pt x="4111" y="1673"/>
                </a:lnTo>
                <a:lnTo>
                  <a:pt x="4112" y="1672"/>
                </a:lnTo>
                <a:lnTo>
                  <a:pt x="4113" y="1673"/>
                </a:lnTo>
                <a:lnTo>
                  <a:pt x="4113" y="1671"/>
                </a:lnTo>
                <a:lnTo>
                  <a:pt x="4113" y="1670"/>
                </a:lnTo>
                <a:lnTo>
                  <a:pt x="4114" y="1671"/>
                </a:lnTo>
                <a:lnTo>
                  <a:pt x="4115" y="1671"/>
                </a:lnTo>
                <a:lnTo>
                  <a:pt x="4116" y="1671"/>
                </a:lnTo>
                <a:lnTo>
                  <a:pt x="4118" y="1672"/>
                </a:lnTo>
                <a:lnTo>
                  <a:pt x="4117" y="1675"/>
                </a:lnTo>
                <a:lnTo>
                  <a:pt x="4119" y="1675"/>
                </a:lnTo>
                <a:lnTo>
                  <a:pt x="4119" y="1673"/>
                </a:lnTo>
                <a:lnTo>
                  <a:pt x="4119" y="1672"/>
                </a:lnTo>
                <a:lnTo>
                  <a:pt x="4120" y="1672"/>
                </a:lnTo>
                <a:lnTo>
                  <a:pt x="4121" y="1672"/>
                </a:lnTo>
                <a:lnTo>
                  <a:pt x="4123" y="1674"/>
                </a:lnTo>
                <a:lnTo>
                  <a:pt x="4124" y="1674"/>
                </a:lnTo>
                <a:lnTo>
                  <a:pt x="4126" y="1673"/>
                </a:lnTo>
                <a:lnTo>
                  <a:pt x="4127" y="1674"/>
                </a:lnTo>
                <a:lnTo>
                  <a:pt x="4126" y="1675"/>
                </a:lnTo>
                <a:lnTo>
                  <a:pt x="4126" y="1678"/>
                </a:lnTo>
                <a:lnTo>
                  <a:pt x="4127" y="1678"/>
                </a:lnTo>
                <a:lnTo>
                  <a:pt x="4127" y="1679"/>
                </a:lnTo>
                <a:lnTo>
                  <a:pt x="4124" y="1685"/>
                </a:lnTo>
                <a:lnTo>
                  <a:pt x="4125" y="1685"/>
                </a:lnTo>
                <a:lnTo>
                  <a:pt x="4126" y="1684"/>
                </a:lnTo>
                <a:lnTo>
                  <a:pt x="4126" y="1685"/>
                </a:lnTo>
                <a:lnTo>
                  <a:pt x="4127" y="1685"/>
                </a:lnTo>
                <a:lnTo>
                  <a:pt x="4127" y="1684"/>
                </a:lnTo>
                <a:lnTo>
                  <a:pt x="4128" y="1684"/>
                </a:lnTo>
                <a:lnTo>
                  <a:pt x="4129" y="1684"/>
                </a:lnTo>
                <a:lnTo>
                  <a:pt x="4130" y="1685"/>
                </a:lnTo>
                <a:lnTo>
                  <a:pt x="4130" y="1686"/>
                </a:lnTo>
                <a:lnTo>
                  <a:pt x="4130" y="1687"/>
                </a:lnTo>
                <a:lnTo>
                  <a:pt x="4131" y="1687"/>
                </a:lnTo>
                <a:lnTo>
                  <a:pt x="4131" y="1686"/>
                </a:lnTo>
                <a:lnTo>
                  <a:pt x="4131" y="1685"/>
                </a:lnTo>
                <a:lnTo>
                  <a:pt x="4132" y="1684"/>
                </a:lnTo>
                <a:lnTo>
                  <a:pt x="4133" y="1684"/>
                </a:lnTo>
                <a:lnTo>
                  <a:pt x="4134" y="1684"/>
                </a:lnTo>
                <a:lnTo>
                  <a:pt x="4134" y="1683"/>
                </a:lnTo>
                <a:lnTo>
                  <a:pt x="4134" y="1682"/>
                </a:lnTo>
                <a:lnTo>
                  <a:pt x="4135" y="1682"/>
                </a:lnTo>
                <a:lnTo>
                  <a:pt x="4137" y="1682"/>
                </a:lnTo>
                <a:lnTo>
                  <a:pt x="4140" y="1682"/>
                </a:lnTo>
                <a:lnTo>
                  <a:pt x="4143" y="1682"/>
                </a:lnTo>
                <a:lnTo>
                  <a:pt x="4143" y="1683"/>
                </a:lnTo>
                <a:lnTo>
                  <a:pt x="4143" y="1684"/>
                </a:lnTo>
                <a:lnTo>
                  <a:pt x="4143" y="1685"/>
                </a:lnTo>
                <a:lnTo>
                  <a:pt x="4144" y="1685"/>
                </a:lnTo>
                <a:lnTo>
                  <a:pt x="4144" y="1684"/>
                </a:lnTo>
                <a:lnTo>
                  <a:pt x="4145" y="1684"/>
                </a:lnTo>
                <a:lnTo>
                  <a:pt x="4145" y="1682"/>
                </a:lnTo>
                <a:lnTo>
                  <a:pt x="4146" y="1682"/>
                </a:lnTo>
                <a:lnTo>
                  <a:pt x="4151" y="1681"/>
                </a:lnTo>
                <a:lnTo>
                  <a:pt x="4151" y="1684"/>
                </a:lnTo>
                <a:lnTo>
                  <a:pt x="4151" y="1685"/>
                </a:lnTo>
                <a:lnTo>
                  <a:pt x="4150" y="1686"/>
                </a:lnTo>
                <a:lnTo>
                  <a:pt x="4150" y="1687"/>
                </a:lnTo>
                <a:lnTo>
                  <a:pt x="4150" y="1688"/>
                </a:lnTo>
                <a:lnTo>
                  <a:pt x="4150" y="1689"/>
                </a:lnTo>
                <a:lnTo>
                  <a:pt x="4151" y="1689"/>
                </a:lnTo>
                <a:lnTo>
                  <a:pt x="4152" y="1689"/>
                </a:lnTo>
                <a:lnTo>
                  <a:pt x="4152" y="1688"/>
                </a:lnTo>
                <a:lnTo>
                  <a:pt x="4151" y="1688"/>
                </a:lnTo>
                <a:lnTo>
                  <a:pt x="4151" y="1687"/>
                </a:lnTo>
                <a:lnTo>
                  <a:pt x="4152" y="1686"/>
                </a:lnTo>
                <a:lnTo>
                  <a:pt x="4152" y="1685"/>
                </a:lnTo>
                <a:lnTo>
                  <a:pt x="4153" y="1685"/>
                </a:lnTo>
                <a:lnTo>
                  <a:pt x="4153" y="1684"/>
                </a:lnTo>
                <a:lnTo>
                  <a:pt x="4153" y="1683"/>
                </a:lnTo>
                <a:lnTo>
                  <a:pt x="4154" y="1683"/>
                </a:lnTo>
                <a:lnTo>
                  <a:pt x="4155" y="1683"/>
                </a:lnTo>
                <a:lnTo>
                  <a:pt x="4155" y="1682"/>
                </a:lnTo>
                <a:lnTo>
                  <a:pt x="4154" y="1682"/>
                </a:lnTo>
                <a:lnTo>
                  <a:pt x="4156" y="1681"/>
                </a:lnTo>
                <a:lnTo>
                  <a:pt x="4157" y="1680"/>
                </a:lnTo>
                <a:lnTo>
                  <a:pt x="4157" y="1681"/>
                </a:lnTo>
                <a:lnTo>
                  <a:pt x="4162" y="1680"/>
                </a:lnTo>
                <a:lnTo>
                  <a:pt x="4162" y="1681"/>
                </a:lnTo>
                <a:lnTo>
                  <a:pt x="4162" y="1682"/>
                </a:lnTo>
                <a:lnTo>
                  <a:pt x="4165" y="1682"/>
                </a:lnTo>
                <a:lnTo>
                  <a:pt x="4165" y="1681"/>
                </a:lnTo>
                <a:lnTo>
                  <a:pt x="4164" y="1680"/>
                </a:lnTo>
                <a:lnTo>
                  <a:pt x="4166" y="1680"/>
                </a:lnTo>
                <a:lnTo>
                  <a:pt x="4166" y="1681"/>
                </a:lnTo>
                <a:lnTo>
                  <a:pt x="4166" y="1682"/>
                </a:lnTo>
                <a:lnTo>
                  <a:pt x="4167" y="1682"/>
                </a:lnTo>
                <a:lnTo>
                  <a:pt x="4169" y="1682"/>
                </a:lnTo>
                <a:lnTo>
                  <a:pt x="4169" y="1680"/>
                </a:lnTo>
                <a:lnTo>
                  <a:pt x="4169" y="1679"/>
                </a:lnTo>
                <a:lnTo>
                  <a:pt x="4171" y="1678"/>
                </a:lnTo>
                <a:lnTo>
                  <a:pt x="4171" y="1677"/>
                </a:lnTo>
                <a:lnTo>
                  <a:pt x="4172" y="1676"/>
                </a:lnTo>
                <a:lnTo>
                  <a:pt x="4173" y="1676"/>
                </a:lnTo>
                <a:lnTo>
                  <a:pt x="4174" y="1675"/>
                </a:lnTo>
                <a:lnTo>
                  <a:pt x="4175" y="1675"/>
                </a:lnTo>
                <a:lnTo>
                  <a:pt x="4177" y="1674"/>
                </a:lnTo>
                <a:lnTo>
                  <a:pt x="4177" y="1673"/>
                </a:lnTo>
                <a:lnTo>
                  <a:pt x="4176" y="1672"/>
                </a:lnTo>
                <a:lnTo>
                  <a:pt x="4177" y="1673"/>
                </a:lnTo>
                <a:lnTo>
                  <a:pt x="4178" y="1672"/>
                </a:lnTo>
                <a:lnTo>
                  <a:pt x="4179" y="1671"/>
                </a:lnTo>
                <a:lnTo>
                  <a:pt x="4180" y="1671"/>
                </a:lnTo>
                <a:lnTo>
                  <a:pt x="4180" y="1670"/>
                </a:lnTo>
                <a:lnTo>
                  <a:pt x="4181" y="1670"/>
                </a:lnTo>
                <a:lnTo>
                  <a:pt x="4181" y="1669"/>
                </a:lnTo>
                <a:lnTo>
                  <a:pt x="4181" y="1668"/>
                </a:lnTo>
                <a:lnTo>
                  <a:pt x="4180" y="1668"/>
                </a:lnTo>
                <a:lnTo>
                  <a:pt x="4180" y="1667"/>
                </a:lnTo>
                <a:lnTo>
                  <a:pt x="4182" y="1668"/>
                </a:lnTo>
                <a:lnTo>
                  <a:pt x="4182" y="1667"/>
                </a:lnTo>
                <a:lnTo>
                  <a:pt x="4182" y="1666"/>
                </a:lnTo>
                <a:lnTo>
                  <a:pt x="4181" y="1666"/>
                </a:lnTo>
                <a:lnTo>
                  <a:pt x="4181" y="1665"/>
                </a:lnTo>
                <a:lnTo>
                  <a:pt x="4181" y="1664"/>
                </a:lnTo>
                <a:lnTo>
                  <a:pt x="4182" y="1664"/>
                </a:lnTo>
                <a:lnTo>
                  <a:pt x="4182" y="1665"/>
                </a:lnTo>
                <a:lnTo>
                  <a:pt x="4182" y="1664"/>
                </a:lnTo>
                <a:lnTo>
                  <a:pt x="4183" y="1664"/>
                </a:lnTo>
                <a:lnTo>
                  <a:pt x="4182" y="1663"/>
                </a:lnTo>
                <a:lnTo>
                  <a:pt x="4181" y="1663"/>
                </a:lnTo>
                <a:lnTo>
                  <a:pt x="4181" y="1662"/>
                </a:lnTo>
                <a:lnTo>
                  <a:pt x="4180" y="1661"/>
                </a:lnTo>
                <a:lnTo>
                  <a:pt x="4180" y="1660"/>
                </a:lnTo>
                <a:lnTo>
                  <a:pt x="4179" y="1661"/>
                </a:lnTo>
                <a:lnTo>
                  <a:pt x="4178" y="1661"/>
                </a:lnTo>
                <a:lnTo>
                  <a:pt x="4177" y="1660"/>
                </a:lnTo>
                <a:lnTo>
                  <a:pt x="4177" y="1659"/>
                </a:lnTo>
                <a:lnTo>
                  <a:pt x="4176" y="1659"/>
                </a:lnTo>
                <a:lnTo>
                  <a:pt x="4177" y="1658"/>
                </a:lnTo>
                <a:lnTo>
                  <a:pt x="4177" y="1657"/>
                </a:lnTo>
                <a:lnTo>
                  <a:pt x="4177" y="1656"/>
                </a:lnTo>
                <a:lnTo>
                  <a:pt x="4178" y="1656"/>
                </a:lnTo>
                <a:lnTo>
                  <a:pt x="4179" y="1656"/>
                </a:lnTo>
                <a:lnTo>
                  <a:pt x="4180" y="1655"/>
                </a:lnTo>
                <a:lnTo>
                  <a:pt x="4181" y="1655"/>
                </a:lnTo>
                <a:lnTo>
                  <a:pt x="4183" y="1655"/>
                </a:lnTo>
                <a:lnTo>
                  <a:pt x="4184" y="1655"/>
                </a:lnTo>
                <a:lnTo>
                  <a:pt x="4185" y="1655"/>
                </a:lnTo>
                <a:lnTo>
                  <a:pt x="4186" y="1654"/>
                </a:lnTo>
                <a:lnTo>
                  <a:pt x="4186" y="1653"/>
                </a:lnTo>
                <a:lnTo>
                  <a:pt x="4185" y="1653"/>
                </a:lnTo>
                <a:lnTo>
                  <a:pt x="4186" y="1653"/>
                </a:lnTo>
                <a:lnTo>
                  <a:pt x="4186" y="1652"/>
                </a:lnTo>
                <a:lnTo>
                  <a:pt x="4187" y="1652"/>
                </a:lnTo>
                <a:lnTo>
                  <a:pt x="4186" y="1652"/>
                </a:lnTo>
                <a:lnTo>
                  <a:pt x="4186" y="1651"/>
                </a:lnTo>
                <a:lnTo>
                  <a:pt x="4187" y="1651"/>
                </a:lnTo>
                <a:lnTo>
                  <a:pt x="4189" y="1651"/>
                </a:lnTo>
                <a:lnTo>
                  <a:pt x="4189" y="1652"/>
                </a:lnTo>
                <a:lnTo>
                  <a:pt x="4191" y="1651"/>
                </a:lnTo>
                <a:lnTo>
                  <a:pt x="4192" y="1651"/>
                </a:lnTo>
                <a:lnTo>
                  <a:pt x="4192" y="1650"/>
                </a:lnTo>
                <a:lnTo>
                  <a:pt x="4193" y="1650"/>
                </a:lnTo>
                <a:lnTo>
                  <a:pt x="4196" y="1650"/>
                </a:lnTo>
                <a:lnTo>
                  <a:pt x="4197" y="1649"/>
                </a:lnTo>
                <a:lnTo>
                  <a:pt x="4198" y="1649"/>
                </a:lnTo>
                <a:lnTo>
                  <a:pt x="4199" y="1649"/>
                </a:lnTo>
                <a:lnTo>
                  <a:pt x="4199" y="1648"/>
                </a:lnTo>
                <a:lnTo>
                  <a:pt x="4199" y="1647"/>
                </a:lnTo>
                <a:lnTo>
                  <a:pt x="4200" y="1647"/>
                </a:lnTo>
                <a:lnTo>
                  <a:pt x="4201" y="1647"/>
                </a:lnTo>
                <a:lnTo>
                  <a:pt x="4202" y="1647"/>
                </a:lnTo>
                <a:lnTo>
                  <a:pt x="4202" y="1646"/>
                </a:lnTo>
                <a:lnTo>
                  <a:pt x="4203" y="1646"/>
                </a:lnTo>
                <a:lnTo>
                  <a:pt x="4204" y="1646"/>
                </a:lnTo>
                <a:lnTo>
                  <a:pt x="4206" y="1645"/>
                </a:lnTo>
                <a:lnTo>
                  <a:pt x="4206" y="1644"/>
                </a:lnTo>
                <a:lnTo>
                  <a:pt x="4208" y="1642"/>
                </a:lnTo>
                <a:lnTo>
                  <a:pt x="4211" y="1641"/>
                </a:lnTo>
                <a:lnTo>
                  <a:pt x="4211" y="1640"/>
                </a:lnTo>
                <a:lnTo>
                  <a:pt x="4212" y="1640"/>
                </a:lnTo>
                <a:lnTo>
                  <a:pt x="4212" y="1639"/>
                </a:lnTo>
                <a:lnTo>
                  <a:pt x="4213" y="1638"/>
                </a:lnTo>
                <a:lnTo>
                  <a:pt x="4213" y="1637"/>
                </a:lnTo>
                <a:lnTo>
                  <a:pt x="4212" y="1637"/>
                </a:lnTo>
                <a:lnTo>
                  <a:pt x="4210" y="1634"/>
                </a:lnTo>
                <a:lnTo>
                  <a:pt x="4211" y="1633"/>
                </a:lnTo>
                <a:lnTo>
                  <a:pt x="4212" y="1632"/>
                </a:lnTo>
                <a:lnTo>
                  <a:pt x="4213" y="1631"/>
                </a:lnTo>
                <a:lnTo>
                  <a:pt x="4219" y="1631"/>
                </a:lnTo>
                <a:lnTo>
                  <a:pt x="4219" y="1630"/>
                </a:lnTo>
                <a:lnTo>
                  <a:pt x="4219" y="1629"/>
                </a:lnTo>
                <a:lnTo>
                  <a:pt x="4220" y="1629"/>
                </a:lnTo>
                <a:lnTo>
                  <a:pt x="4220" y="1628"/>
                </a:lnTo>
                <a:lnTo>
                  <a:pt x="4220" y="1627"/>
                </a:lnTo>
                <a:lnTo>
                  <a:pt x="4219" y="1626"/>
                </a:lnTo>
                <a:lnTo>
                  <a:pt x="4218" y="1627"/>
                </a:lnTo>
                <a:lnTo>
                  <a:pt x="4219" y="1628"/>
                </a:lnTo>
                <a:lnTo>
                  <a:pt x="4217" y="1628"/>
                </a:lnTo>
                <a:lnTo>
                  <a:pt x="4216" y="1628"/>
                </a:lnTo>
                <a:lnTo>
                  <a:pt x="4217" y="1627"/>
                </a:lnTo>
                <a:lnTo>
                  <a:pt x="4218" y="1626"/>
                </a:lnTo>
                <a:lnTo>
                  <a:pt x="4219" y="1626"/>
                </a:lnTo>
                <a:lnTo>
                  <a:pt x="4218" y="1625"/>
                </a:lnTo>
                <a:lnTo>
                  <a:pt x="4217" y="1626"/>
                </a:lnTo>
                <a:lnTo>
                  <a:pt x="4216" y="1626"/>
                </a:lnTo>
                <a:lnTo>
                  <a:pt x="4215" y="1625"/>
                </a:lnTo>
                <a:lnTo>
                  <a:pt x="4214" y="1626"/>
                </a:lnTo>
                <a:lnTo>
                  <a:pt x="4213" y="1626"/>
                </a:lnTo>
                <a:lnTo>
                  <a:pt x="4212" y="1625"/>
                </a:lnTo>
                <a:lnTo>
                  <a:pt x="4211" y="1625"/>
                </a:lnTo>
                <a:lnTo>
                  <a:pt x="4211" y="1624"/>
                </a:lnTo>
                <a:lnTo>
                  <a:pt x="4212" y="1624"/>
                </a:lnTo>
                <a:lnTo>
                  <a:pt x="4213" y="1624"/>
                </a:lnTo>
                <a:lnTo>
                  <a:pt x="4218" y="1624"/>
                </a:lnTo>
                <a:lnTo>
                  <a:pt x="4219" y="1624"/>
                </a:lnTo>
                <a:lnTo>
                  <a:pt x="4220" y="1624"/>
                </a:lnTo>
                <a:lnTo>
                  <a:pt x="4222" y="1624"/>
                </a:lnTo>
                <a:lnTo>
                  <a:pt x="4223" y="1623"/>
                </a:lnTo>
                <a:lnTo>
                  <a:pt x="4224" y="1623"/>
                </a:lnTo>
                <a:lnTo>
                  <a:pt x="4225" y="1623"/>
                </a:lnTo>
                <a:lnTo>
                  <a:pt x="4226" y="1622"/>
                </a:lnTo>
                <a:lnTo>
                  <a:pt x="4227" y="1622"/>
                </a:lnTo>
                <a:lnTo>
                  <a:pt x="4227" y="1621"/>
                </a:lnTo>
                <a:lnTo>
                  <a:pt x="4228" y="1621"/>
                </a:lnTo>
                <a:lnTo>
                  <a:pt x="4229" y="1620"/>
                </a:lnTo>
                <a:lnTo>
                  <a:pt x="4230" y="1619"/>
                </a:lnTo>
                <a:lnTo>
                  <a:pt x="4231" y="1618"/>
                </a:lnTo>
                <a:lnTo>
                  <a:pt x="4232" y="1618"/>
                </a:lnTo>
                <a:lnTo>
                  <a:pt x="4233" y="1618"/>
                </a:lnTo>
                <a:lnTo>
                  <a:pt x="4234" y="1618"/>
                </a:lnTo>
                <a:lnTo>
                  <a:pt x="4235" y="1618"/>
                </a:lnTo>
                <a:lnTo>
                  <a:pt x="4236" y="1618"/>
                </a:lnTo>
                <a:lnTo>
                  <a:pt x="4238" y="1618"/>
                </a:lnTo>
                <a:lnTo>
                  <a:pt x="4239" y="1618"/>
                </a:lnTo>
                <a:lnTo>
                  <a:pt x="4240" y="1617"/>
                </a:lnTo>
                <a:lnTo>
                  <a:pt x="4241" y="1617"/>
                </a:lnTo>
                <a:lnTo>
                  <a:pt x="4242" y="1617"/>
                </a:lnTo>
                <a:lnTo>
                  <a:pt x="4243" y="1617"/>
                </a:lnTo>
                <a:lnTo>
                  <a:pt x="4244" y="1617"/>
                </a:lnTo>
                <a:lnTo>
                  <a:pt x="4244" y="1616"/>
                </a:lnTo>
                <a:lnTo>
                  <a:pt x="4245" y="1616"/>
                </a:lnTo>
                <a:lnTo>
                  <a:pt x="4246" y="1616"/>
                </a:lnTo>
                <a:lnTo>
                  <a:pt x="4246" y="1615"/>
                </a:lnTo>
                <a:lnTo>
                  <a:pt x="4247" y="1614"/>
                </a:lnTo>
                <a:lnTo>
                  <a:pt x="4248" y="1615"/>
                </a:lnTo>
                <a:lnTo>
                  <a:pt x="4249" y="1615"/>
                </a:lnTo>
                <a:lnTo>
                  <a:pt x="4250" y="1614"/>
                </a:lnTo>
                <a:lnTo>
                  <a:pt x="4250" y="1613"/>
                </a:lnTo>
                <a:lnTo>
                  <a:pt x="4251" y="1613"/>
                </a:lnTo>
                <a:lnTo>
                  <a:pt x="4251" y="1614"/>
                </a:lnTo>
                <a:lnTo>
                  <a:pt x="4252" y="1613"/>
                </a:lnTo>
                <a:lnTo>
                  <a:pt x="4253" y="1613"/>
                </a:lnTo>
                <a:lnTo>
                  <a:pt x="4253" y="1612"/>
                </a:lnTo>
                <a:lnTo>
                  <a:pt x="4254" y="1612"/>
                </a:lnTo>
                <a:lnTo>
                  <a:pt x="4255" y="1611"/>
                </a:lnTo>
                <a:lnTo>
                  <a:pt x="4255" y="1610"/>
                </a:lnTo>
                <a:lnTo>
                  <a:pt x="4256" y="1610"/>
                </a:lnTo>
                <a:lnTo>
                  <a:pt x="4257" y="1610"/>
                </a:lnTo>
                <a:lnTo>
                  <a:pt x="4258" y="1610"/>
                </a:lnTo>
                <a:lnTo>
                  <a:pt x="4259" y="1610"/>
                </a:lnTo>
                <a:lnTo>
                  <a:pt x="4260" y="1610"/>
                </a:lnTo>
                <a:lnTo>
                  <a:pt x="4261" y="1610"/>
                </a:lnTo>
                <a:lnTo>
                  <a:pt x="4262" y="1610"/>
                </a:lnTo>
                <a:lnTo>
                  <a:pt x="4262" y="1611"/>
                </a:lnTo>
                <a:lnTo>
                  <a:pt x="4263" y="1611"/>
                </a:lnTo>
                <a:lnTo>
                  <a:pt x="4264" y="1611"/>
                </a:lnTo>
                <a:lnTo>
                  <a:pt x="4265" y="1611"/>
                </a:lnTo>
                <a:lnTo>
                  <a:pt x="4266" y="1611"/>
                </a:lnTo>
                <a:lnTo>
                  <a:pt x="4267" y="1611"/>
                </a:lnTo>
                <a:lnTo>
                  <a:pt x="4268" y="1610"/>
                </a:lnTo>
                <a:lnTo>
                  <a:pt x="4269" y="1610"/>
                </a:lnTo>
                <a:lnTo>
                  <a:pt x="4270" y="1609"/>
                </a:lnTo>
                <a:lnTo>
                  <a:pt x="4271" y="1610"/>
                </a:lnTo>
                <a:lnTo>
                  <a:pt x="4272" y="1610"/>
                </a:lnTo>
                <a:lnTo>
                  <a:pt x="4273" y="1610"/>
                </a:lnTo>
                <a:lnTo>
                  <a:pt x="4274" y="1610"/>
                </a:lnTo>
                <a:lnTo>
                  <a:pt x="4274" y="1611"/>
                </a:lnTo>
                <a:lnTo>
                  <a:pt x="4275" y="1611"/>
                </a:lnTo>
                <a:lnTo>
                  <a:pt x="4276" y="1611"/>
                </a:lnTo>
                <a:lnTo>
                  <a:pt x="4276" y="1612"/>
                </a:lnTo>
                <a:lnTo>
                  <a:pt x="4275" y="1612"/>
                </a:lnTo>
                <a:lnTo>
                  <a:pt x="4275" y="1613"/>
                </a:lnTo>
                <a:lnTo>
                  <a:pt x="4275" y="1614"/>
                </a:lnTo>
                <a:lnTo>
                  <a:pt x="4275" y="1615"/>
                </a:lnTo>
                <a:lnTo>
                  <a:pt x="4276" y="1615"/>
                </a:lnTo>
                <a:lnTo>
                  <a:pt x="4277" y="1616"/>
                </a:lnTo>
                <a:lnTo>
                  <a:pt x="4278" y="1616"/>
                </a:lnTo>
                <a:lnTo>
                  <a:pt x="4278" y="1617"/>
                </a:lnTo>
                <a:lnTo>
                  <a:pt x="4280" y="1617"/>
                </a:lnTo>
                <a:lnTo>
                  <a:pt x="4281" y="1617"/>
                </a:lnTo>
                <a:lnTo>
                  <a:pt x="4281" y="1618"/>
                </a:lnTo>
                <a:lnTo>
                  <a:pt x="4282" y="1619"/>
                </a:lnTo>
                <a:lnTo>
                  <a:pt x="4282" y="1620"/>
                </a:lnTo>
                <a:lnTo>
                  <a:pt x="4282" y="1621"/>
                </a:lnTo>
                <a:lnTo>
                  <a:pt x="4283" y="1621"/>
                </a:lnTo>
                <a:lnTo>
                  <a:pt x="4284" y="1621"/>
                </a:lnTo>
                <a:lnTo>
                  <a:pt x="4284" y="1622"/>
                </a:lnTo>
                <a:lnTo>
                  <a:pt x="4285" y="1622"/>
                </a:lnTo>
                <a:lnTo>
                  <a:pt x="4286" y="1622"/>
                </a:lnTo>
                <a:lnTo>
                  <a:pt x="4287" y="1622"/>
                </a:lnTo>
                <a:lnTo>
                  <a:pt x="4287" y="1621"/>
                </a:lnTo>
                <a:lnTo>
                  <a:pt x="4288" y="1621"/>
                </a:lnTo>
                <a:lnTo>
                  <a:pt x="4289" y="1622"/>
                </a:lnTo>
                <a:lnTo>
                  <a:pt x="4290" y="1621"/>
                </a:lnTo>
                <a:lnTo>
                  <a:pt x="4291" y="1622"/>
                </a:lnTo>
                <a:lnTo>
                  <a:pt x="4292" y="1621"/>
                </a:lnTo>
                <a:lnTo>
                  <a:pt x="4294" y="1621"/>
                </a:lnTo>
                <a:lnTo>
                  <a:pt x="4294" y="1622"/>
                </a:lnTo>
                <a:lnTo>
                  <a:pt x="4295" y="1623"/>
                </a:lnTo>
                <a:lnTo>
                  <a:pt x="4294" y="1623"/>
                </a:lnTo>
                <a:lnTo>
                  <a:pt x="4294" y="1624"/>
                </a:lnTo>
                <a:lnTo>
                  <a:pt x="4294" y="1625"/>
                </a:lnTo>
                <a:lnTo>
                  <a:pt x="4293" y="1625"/>
                </a:lnTo>
                <a:lnTo>
                  <a:pt x="4293" y="1626"/>
                </a:lnTo>
                <a:lnTo>
                  <a:pt x="4292" y="1626"/>
                </a:lnTo>
                <a:lnTo>
                  <a:pt x="4293" y="1627"/>
                </a:lnTo>
                <a:lnTo>
                  <a:pt x="4294" y="1627"/>
                </a:lnTo>
                <a:lnTo>
                  <a:pt x="4295" y="1627"/>
                </a:lnTo>
                <a:lnTo>
                  <a:pt x="4295" y="1628"/>
                </a:lnTo>
                <a:lnTo>
                  <a:pt x="4295" y="1629"/>
                </a:lnTo>
                <a:lnTo>
                  <a:pt x="4294" y="1629"/>
                </a:lnTo>
                <a:lnTo>
                  <a:pt x="4294" y="1630"/>
                </a:lnTo>
                <a:lnTo>
                  <a:pt x="4294" y="1631"/>
                </a:lnTo>
                <a:lnTo>
                  <a:pt x="4293" y="1631"/>
                </a:lnTo>
                <a:lnTo>
                  <a:pt x="4293" y="1632"/>
                </a:lnTo>
                <a:lnTo>
                  <a:pt x="4294" y="1632"/>
                </a:lnTo>
                <a:lnTo>
                  <a:pt x="4294" y="1633"/>
                </a:lnTo>
                <a:lnTo>
                  <a:pt x="4295" y="1633"/>
                </a:lnTo>
                <a:lnTo>
                  <a:pt x="4295" y="1634"/>
                </a:lnTo>
                <a:lnTo>
                  <a:pt x="4296" y="1634"/>
                </a:lnTo>
                <a:lnTo>
                  <a:pt x="4297" y="1634"/>
                </a:lnTo>
                <a:lnTo>
                  <a:pt x="4297" y="1635"/>
                </a:lnTo>
                <a:lnTo>
                  <a:pt x="4298" y="1635"/>
                </a:lnTo>
                <a:lnTo>
                  <a:pt x="4299" y="1635"/>
                </a:lnTo>
                <a:lnTo>
                  <a:pt x="4301" y="1635"/>
                </a:lnTo>
                <a:lnTo>
                  <a:pt x="4302" y="1636"/>
                </a:lnTo>
                <a:lnTo>
                  <a:pt x="4303" y="1636"/>
                </a:lnTo>
                <a:lnTo>
                  <a:pt x="4304" y="1636"/>
                </a:lnTo>
                <a:lnTo>
                  <a:pt x="4305" y="1636"/>
                </a:lnTo>
                <a:lnTo>
                  <a:pt x="4306" y="1635"/>
                </a:lnTo>
                <a:lnTo>
                  <a:pt x="4309" y="1635"/>
                </a:lnTo>
                <a:lnTo>
                  <a:pt x="4310" y="1635"/>
                </a:lnTo>
                <a:lnTo>
                  <a:pt x="4311" y="1635"/>
                </a:lnTo>
                <a:lnTo>
                  <a:pt x="4312" y="1634"/>
                </a:lnTo>
                <a:lnTo>
                  <a:pt x="4313" y="1634"/>
                </a:lnTo>
                <a:lnTo>
                  <a:pt x="4313" y="1633"/>
                </a:lnTo>
                <a:lnTo>
                  <a:pt x="4314" y="1633"/>
                </a:lnTo>
                <a:lnTo>
                  <a:pt x="4314" y="1632"/>
                </a:lnTo>
                <a:lnTo>
                  <a:pt x="4314" y="1631"/>
                </a:lnTo>
                <a:lnTo>
                  <a:pt x="4313" y="1630"/>
                </a:lnTo>
                <a:lnTo>
                  <a:pt x="4312" y="1630"/>
                </a:lnTo>
                <a:lnTo>
                  <a:pt x="4313" y="1630"/>
                </a:lnTo>
                <a:lnTo>
                  <a:pt x="4315" y="1631"/>
                </a:lnTo>
                <a:lnTo>
                  <a:pt x="4316" y="1631"/>
                </a:lnTo>
                <a:lnTo>
                  <a:pt x="4317" y="1632"/>
                </a:lnTo>
                <a:lnTo>
                  <a:pt x="4318" y="1632"/>
                </a:lnTo>
                <a:lnTo>
                  <a:pt x="4319" y="1633"/>
                </a:lnTo>
                <a:lnTo>
                  <a:pt x="4320" y="1633"/>
                </a:lnTo>
                <a:lnTo>
                  <a:pt x="4320" y="1634"/>
                </a:lnTo>
                <a:lnTo>
                  <a:pt x="4319" y="1634"/>
                </a:lnTo>
                <a:lnTo>
                  <a:pt x="4318" y="1633"/>
                </a:lnTo>
                <a:lnTo>
                  <a:pt x="4317" y="1633"/>
                </a:lnTo>
                <a:lnTo>
                  <a:pt x="4316" y="1633"/>
                </a:lnTo>
                <a:lnTo>
                  <a:pt x="4315" y="1633"/>
                </a:lnTo>
                <a:lnTo>
                  <a:pt x="4315" y="1634"/>
                </a:lnTo>
                <a:lnTo>
                  <a:pt x="4315" y="1635"/>
                </a:lnTo>
                <a:lnTo>
                  <a:pt x="4317" y="1635"/>
                </a:lnTo>
                <a:lnTo>
                  <a:pt x="4317" y="1636"/>
                </a:lnTo>
                <a:lnTo>
                  <a:pt x="4315" y="1636"/>
                </a:lnTo>
                <a:lnTo>
                  <a:pt x="4315" y="1637"/>
                </a:lnTo>
                <a:lnTo>
                  <a:pt x="4315" y="1638"/>
                </a:lnTo>
                <a:lnTo>
                  <a:pt x="4316" y="1638"/>
                </a:lnTo>
                <a:lnTo>
                  <a:pt x="4316" y="1639"/>
                </a:lnTo>
                <a:lnTo>
                  <a:pt x="4317" y="1639"/>
                </a:lnTo>
                <a:lnTo>
                  <a:pt x="4318" y="1639"/>
                </a:lnTo>
                <a:lnTo>
                  <a:pt x="4319" y="1639"/>
                </a:lnTo>
                <a:lnTo>
                  <a:pt x="4320" y="1639"/>
                </a:lnTo>
                <a:lnTo>
                  <a:pt x="4320" y="1640"/>
                </a:lnTo>
                <a:lnTo>
                  <a:pt x="4321" y="1641"/>
                </a:lnTo>
                <a:lnTo>
                  <a:pt x="4321" y="1642"/>
                </a:lnTo>
                <a:lnTo>
                  <a:pt x="4321" y="1643"/>
                </a:lnTo>
                <a:lnTo>
                  <a:pt x="4321" y="1644"/>
                </a:lnTo>
                <a:lnTo>
                  <a:pt x="4322" y="1645"/>
                </a:lnTo>
                <a:lnTo>
                  <a:pt x="4323" y="1645"/>
                </a:lnTo>
                <a:lnTo>
                  <a:pt x="4323" y="1646"/>
                </a:lnTo>
                <a:lnTo>
                  <a:pt x="4324" y="1646"/>
                </a:lnTo>
                <a:lnTo>
                  <a:pt x="4324" y="1647"/>
                </a:lnTo>
                <a:lnTo>
                  <a:pt x="4325" y="1647"/>
                </a:lnTo>
                <a:lnTo>
                  <a:pt x="4326" y="1647"/>
                </a:lnTo>
                <a:lnTo>
                  <a:pt x="4326" y="1648"/>
                </a:lnTo>
                <a:lnTo>
                  <a:pt x="4327" y="1648"/>
                </a:lnTo>
                <a:lnTo>
                  <a:pt x="4328" y="1648"/>
                </a:lnTo>
                <a:lnTo>
                  <a:pt x="4329" y="1648"/>
                </a:lnTo>
                <a:lnTo>
                  <a:pt x="4330" y="1649"/>
                </a:lnTo>
                <a:lnTo>
                  <a:pt x="4331" y="1649"/>
                </a:lnTo>
                <a:lnTo>
                  <a:pt x="4332" y="1649"/>
                </a:lnTo>
                <a:lnTo>
                  <a:pt x="4333" y="1649"/>
                </a:lnTo>
                <a:lnTo>
                  <a:pt x="4335" y="1649"/>
                </a:lnTo>
                <a:lnTo>
                  <a:pt x="4336" y="1650"/>
                </a:lnTo>
                <a:lnTo>
                  <a:pt x="4336" y="1649"/>
                </a:lnTo>
                <a:lnTo>
                  <a:pt x="4339" y="1647"/>
                </a:lnTo>
                <a:lnTo>
                  <a:pt x="4339" y="1649"/>
                </a:lnTo>
                <a:lnTo>
                  <a:pt x="4340" y="1649"/>
                </a:lnTo>
                <a:lnTo>
                  <a:pt x="4340" y="1648"/>
                </a:lnTo>
                <a:lnTo>
                  <a:pt x="4339" y="1647"/>
                </a:lnTo>
                <a:lnTo>
                  <a:pt x="4339" y="1646"/>
                </a:lnTo>
                <a:lnTo>
                  <a:pt x="4340" y="1646"/>
                </a:lnTo>
                <a:lnTo>
                  <a:pt x="4340" y="1647"/>
                </a:lnTo>
                <a:lnTo>
                  <a:pt x="4341" y="1647"/>
                </a:lnTo>
                <a:lnTo>
                  <a:pt x="4343" y="1647"/>
                </a:lnTo>
                <a:lnTo>
                  <a:pt x="4344" y="1648"/>
                </a:lnTo>
                <a:lnTo>
                  <a:pt x="4345" y="1648"/>
                </a:lnTo>
                <a:lnTo>
                  <a:pt x="4346" y="1648"/>
                </a:lnTo>
                <a:lnTo>
                  <a:pt x="4348" y="1648"/>
                </a:lnTo>
                <a:lnTo>
                  <a:pt x="4349" y="1648"/>
                </a:lnTo>
                <a:lnTo>
                  <a:pt x="4349" y="1649"/>
                </a:lnTo>
                <a:lnTo>
                  <a:pt x="4349" y="1650"/>
                </a:lnTo>
                <a:lnTo>
                  <a:pt x="4350" y="1651"/>
                </a:lnTo>
                <a:lnTo>
                  <a:pt x="4350" y="1650"/>
                </a:lnTo>
                <a:lnTo>
                  <a:pt x="4350" y="1649"/>
                </a:lnTo>
                <a:lnTo>
                  <a:pt x="4349" y="1649"/>
                </a:lnTo>
                <a:lnTo>
                  <a:pt x="4349" y="1648"/>
                </a:lnTo>
                <a:lnTo>
                  <a:pt x="4350" y="1648"/>
                </a:lnTo>
                <a:lnTo>
                  <a:pt x="4351" y="1648"/>
                </a:lnTo>
                <a:lnTo>
                  <a:pt x="4353" y="1647"/>
                </a:lnTo>
                <a:lnTo>
                  <a:pt x="4355" y="1647"/>
                </a:lnTo>
                <a:lnTo>
                  <a:pt x="4356" y="1647"/>
                </a:lnTo>
                <a:lnTo>
                  <a:pt x="4358" y="1647"/>
                </a:lnTo>
                <a:lnTo>
                  <a:pt x="4360" y="1647"/>
                </a:lnTo>
                <a:lnTo>
                  <a:pt x="4361" y="1647"/>
                </a:lnTo>
                <a:lnTo>
                  <a:pt x="4362" y="1646"/>
                </a:lnTo>
                <a:lnTo>
                  <a:pt x="4363" y="1646"/>
                </a:lnTo>
                <a:lnTo>
                  <a:pt x="4364" y="1646"/>
                </a:lnTo>
                <a:lnTo>
                  <a:pt x="4365" y="1646"/>
                </a:lnTo>
                <a:lnTo>
                  <a:pt x="4366" y="1646"/>
                </a:lnTo>
                <a:lnTo>
                  <a:pt x="4367" y="1645"/>
                </a:lnTo>
                <a:lnTo>
                  <a:pt x="4368" y="1646"/>
                </a:lnTo>
                <a:lnTo>
                  <a:pt x="4367" y="1646"/>
                </a:lnTo>
                <a:lnTo>
                  <a:pt x="4368" y="1648"/>
                </a:lnTo>
                <a:lnTo>
                  <a:pt x="4368" y="1649"/>
                </a:lnTo>
                <a:lnTo>
                  <a:pt x="4369" y="1649"/>
                </a:lnTo>
                <a:lnTo>
                  <a:pt x="4369" y="1648"/>
                </a:lnTo>
                <a:lnTo>
                  <a:pt x="4368" y="1648"/>
                </a:lnTo>
                <a:lnTo>
                  <a:pt x="4368" y="1647"/>
                </a:lnTo>
                <a:lnTo>
                  <a:pt x="4368" y="1646"/>
                </a:lnTo>
                <a:lnTo>
                  <a:pt x="4368" y="1645"/>
                </a:lnTo>
                <a:lnTo>
                  <a:pt x="4369" y="1645"/>
                </a:lnTo>
                <a:lnTo>
                  <a:pt x="4370" y="1644"/>
                </a:lnTo>
                <a:lnTo>
                  <a:pt x="4371" y="1644"/>
                </a:lnTo>
                <a:lnTo>
                  <a:pt x="4371" y="1643"/>
                </a:lnTo>
                <a:lnTo>
                  <a:pt x="4372" y="1643"/>
                </a:lnTo>
                <a:lnTo>
                  <a:pt x="4373" y="1642"/>
                </a:lnTo>
                <a:lnTo>
                  <a:pt x="4373" y="1641"/>
                </a:lnTo>
                <a:lnTo>
                  <a:pt x="4372" y="1641"/>
                </a:lnTo>
                <a:lnTo>
                  <a:pt x="4372" y="1640"/>
                </a:lnTo>
                <a:lnTo>
                  <a:pt x="4373" y="1640"/>
                </a:lnTo>
                <a:lnTo>
                  <a:pt x="4374" y="1641"/>
                </a:lnTo>
                <a:lnTo>
                  <a:pt x="4374" y="1640"/>
                </a:lnTo>
                <a:lnTo>
                  <a:pt x="4375" y="1640"/>
                </a:lnTo>
                <a:lnTo>
                  <a:pt x="4376" y="1640"/>
                </a:lnTo>
                <a:lnTo>
                  <a:pt x="4376" y="1639"/>
                </a:lnTo>
                <a:lnTo>
                  <a:pt x="4375" y="1639"/>
                </a:lnTo>
                <a:lnTo>
                  <a:pt x="4376" y="1639"/>
                </a:lnTo>
                <a:lnTo>
                  <a:pt x="4377" y="1639"/>
                </a:lnTo>
                <a:lnTo>
                  <a:pt x="4377" y="1640"/>
                </a:lnTo>
                <a:lnTo>
                  <a:pt x="4378" y="1639"/>
                </a:lnTo>
                <a:lnTo>
                  <a:pt x="4378" y="1638"/>
                </a:lnTo>
                <a:lnTo>
                  <a:pt x="4377" y="1637"/>
                </a:lnTo>
                <a:lnTo>
                  <a:pt x="4378" y="1637"/>
                </a:lnTo>
                <a:lnTo>
                  <a:pt x="4379" y="1638"/>
                </a:lnTo>
                <a:lnTo>
                  <a:pt x="4379" y="1639"/>
                </a:lnTo>
                <a:lnTo>
                  <a:pt x="4381" y="1639"/>
                </a:lnTo>
                <a:lnTo>
                  <a:pt x="4382" y="1638"/>
                </a:lnTo>
                <a:lnTo>
                  <a:pt x="4382" y="1637"/>
                </a:lnTo>
                <a:lnTo>
                  <a:pt x="4382" y="1636"/>
                </a:lnTo>
                <a:lnTo>
                  <a:pt x="4383" y="1637"/>
                </a:lnTo>
                <a:lnTo>
                  <a:pt x="4383" y="1638"/>
                </a:lnTo>
                <a:lnTo>
                  <a:pt x="4384" y="1637"/>
                </a:lnTo>
                <a:lnTo>
                  <a:pt x="4384" y="1638"/>
                </a:lnTo>
                <a:lnTo>
                  <a:pt x="4384" y="1639"/>
                </a:lnTo>
                <a:lnTo>
                  <a:pt x="4385" y="1639"/>
                </a:lnTo>
                <a:lnTo>
                  <a:pt x="4386" y="1639"/>
                </a:lnTo>
                <a:lnTo>
                  <a:pt x="4385" y="1640"/>
                </a:lnTo>
                <a:lnTo>
                  <a:pt x="4386" y="1640"/>
                </a:lnTo>
                <a:lnTo>
                  <a:pt x="4386" y="1641"/>
                </a:lnTo>
                <a:lnTo>
                  <a:pt x="4385" y="1641"/>
                </a:lnTo>
                <a:lnTo>
                  <a:pt x="4384" y="1641"/>
                </a:lnTo>
                <a:lnTo>
                  <a:pt x="4384" y="1642"/>
                </a:lnTo>
                <a:lnTo>
                  <a:pt x="4383" y="1642"/>
                </a:lnTo>
                <a:lnTo>
                  <a:pt x="4382" y="1642"/>
                </a:lnTo>
                <a:lnTo>
                  <a:pt x="4382" y="1643"/>
                </a:lnTo>
                <a:lnTo>
                  <a:pt x="4383" y="1643"/>
                </a:lnTo>
                <a:lnTo>
                  <a:pt x="4383" y="1644"/>
                </a:lnTo>
                <a:lnTo>
                  <a:pt x="4384" y="1644"/>
                </a:lnTo>
                <a:lnTo>
                  <a:pt x="4384" y="1645"/>
                </a:lnTo>
                <a:lnTo>
                  <a:pt x="4384" y="1646"/>
                </a:lnTo>
                <a:lnTo>
                  <a:pt x="4384" y="1645"/>
                </a:lnTo>
                <a:lnTo>
                  <a:pt x="4384" y="1646"/>
                </a:lnTo>
                <a:lnTo>
                  <a:pt x="4384" y="1647"/>
                </a:lnTo>
                <a:lnTo>
                  <a:pt x="4385" y="1648"/>
                </a:lnTo>
                <a:lnTo>
                  <a:pt x="4386" y="1649"/>
                </a:lnTo>
                <a:lnTo>
                  <a:pt x="4385" y="1649"/>
                </a:lnTo>
                <a:lnTo>
                  <a:pt x="4386" y="1650"/>
                </a:lnTo>
                <a:lnTo>
                  <a:pt x="4387" y="1650"/>
                </a:lnTo>
                <a:lnTo>
                  <a:pt x="4387" y="1651"/>
                </a:lnTo>
                <a:lnTo>
                  <a:pt x="4388" y="1651"/>
                </a:lnTo>
                <a:lnTo>
                  <a:pt x="4388" y="1650"/>
                </a:lnTo>
                <a:lnTo>
                  <a:pt x="4389" y="1649"/>
                </a:lnTo>
                <a:lnTo>
                  <a:pt x="4388" y="1648"/>
                </a:lnTo>
                <a:lnTo>
                  <a:pt x="4389" y="1648"/>
                </a:lnTo>
                <a:lnTo>
                  <a:pt x="4391" y="1648"/>
                </a:lnTo>
                <a:lnTo>
                  <a:pt x="4392" y="1647"/>
                </a:lnTo>
                <a:lnTo>
                  <a:pt x="4393" y="1647"/>
                </a:lnTo>
                <a:lnTo>
                  <a:pt x="4394" y="1647"/>
                </a:lnTo>
                <a:lnTo>
                  <a:pt x="4395" y="1648"/>
                </a:lnTo>
                <a:lnTo>
                  <a:pt x="4396" y="1648"/>
                </a:lnTo>
                <a:lnTo>
                  <a:pt x="4397" y="1649"/>
                </a:lnTo>
                <a:lnTo>
                  <a:pt x="4396" y="1649"/>
                </a:lnTo>
                <a:lnTo>
                  <a:pt x="4395" y="1649"/>
                </a:lnTo>
                <a:lnTo>
                  <a:pt x="4396" y="1650"/>
                </a:lnTo>
                <a:lnTo>
                  <a:pt x="4396" y="1651"/>
                </a:lnTo>
                <a:lnTo>
                  <a:pt x="4397" y="1651"/>
                </a:lnTo>
                <a:lnTo>
                  <a:pt x="4399" y="1652"/>
                </a:lnTo>
                <a:lnTo>
                  <a:pt x="4400" y="1652"/>
                </a:lnTo>
                <a:lnTo>
                  <a:pt x="4401" y="1652"/>
                </a:lnTo>
                <a:lnTo>
                  <a:pt x="4402" y="1652"/>
                </a:lnTo>
                <a:lnTo>
                  <a:pt x="4403" y="1652"/>
                </a:lnTo>
                <a:lnTo>
                  <a:pt x="4404" y="1652"/>
                </a:lnTo>
                <a:lnTo>
                  <a:pt x="4405" y="1652"/>
                </a:lnTo>
                <a:lnTo>
                  <a:pt x="4406" y="1652"/>
                </a:lnTo>
                <a:lnTo>
                  <a:pt x="4409" y="1652"/>
                </a:lnTo>
                <a:lnTo>
                  <a:pt x="4410" y="1652"/>
                </a:lnTo>
                <a:lnTo>
                  <a:pt x="4411" y="1652"/>
                </a:lnTo>
                <a:lnTo>
                  <a:pt x="4412" y="1652"/>
                </a:lnTo>
                <a:lnTo>
                  <a:pt x="4413" y="1651"/>
                </a:lnTo>
                <a:lnTo>
                  <a:pt x="4414" y="1651"/>
                </a:lnTo>
                <a:lnTo>
                  <a:pt x="4415" y="1651"/>
                </a:lnTo>
                <a:lnTo>
                  <a:pt x="4414" y="1651"/>
                </a:lnTo>
                <a:lnTo>
                  <a:pt x="4415" y="1652"/>
                </a:lnTo>
                <a:lnTo>
                  <a:pt x="4415" y="1653"/>
                </a:lnTo>
                <a:lnTo>
                  <a:pt x="4414" y="1653"/>
                </a:lnTo>
                <a:lnTo>
                  <a:pt x="4414" y="1654"/>
                </a:lnTo>
                <a:lnTo>
                  <a:pt x="4415" y="1653"/>
                </a:lnTo>
                <a:lnTo>
                  <a:pt x="4415" y="1654"/>
                </a:lnTo>
                <a:lnTo>
                  <a:pt x="4415" y="1655"/>
                </a:lnTo>
                <a:lnTo>
                  <a:pt x="4414" y="1655"/>
                </a:lnTo>
                <a:lnTo>
                  <a:pt x="4415" y="1655"/>
                </a:lnTo>
                <a:lnTo>
                  <a:pt x="4416" y="1655"/>
                </a:lnTo>
                <a:lnTo>
                  <a:pt x="4416" y="1654"/>
                </a:lnTo>
                <a:lnTo>
                  <a:pt x="4416" y="1653"/>
                </a:lnTo>
                <a:lnTo>
                  <a:pt x="4415" y="1653"/>
                </a:lnTo>
                <a:lnTo>
                  <a:pt x="4416" y="1653"/>
                </a:lnTo>
                <a:lnTo>
                  <a:pt x="4417" y="1653"/>
                </a:lnTo>
                <a:lnTo>
                  <a:pt x="4418" y="1653"/>
                </a:lnTo>
                <a:lnTo>
                  <a:pt x="4419" y="1653"/>
                </a:lnTo>
                <a:lnTo>
                  <a:pt x="4420" y="1653"/>
                </a:lnTo>
                <a:lnTo>
                  <a:pt x="4421" y="1653"/>
                </a:lnTo>
                <a:lnTo>
                  <a:pt x="4422" y="1653"/>
                </a:lnTo>
                <a:lnTo>
                  <a:pt x="4424" y="1653"/>
                </a:lnTo>
                <a:lnTo>
                  <a:pt x="4424" y="1652"/>
                </a:lnTo>
                <a:lnTo>
                  <a:pt x="4425" y="1652"/>
                </a:lnTo>
                <a:lnTo>
                  <a:pt x="4426" y="1651"/>
                </a:lnTo>
                <a:lnTo>
                  <a:pt x="4427" y="1651"/>
                </a:lnTo>
                <a:lnTo>
                  <a:pt x="4428" y="1651"/>
                </a:lnTo>
                <a:lnTo>
                  <a:pt x="4429" y="1651"/>
                </a:lnTo>
                <a:lnTo>
                  <a:pt x="4429" y="1652"/>
                </a:lnTo>
                <a:lnTo>
                  <a:pt x="4430" y="1652"/>
                </a:lnTo>
                <a:lnTo>
                  <a:pt x="4430" y="1651"/>
                </a:lnTo>
                <a:lnTo>
                  <a:pt x="4430" y="1652"/>
                </a:lnTo>
                <a:lnTo>
                  <a:pt x="4431" y="1652"/>
                </a:lnTo>
                <a:lnTo>
                  <a:pt x="4432" y="1652"/>
                </a:lnTo>
                <a:lnTo>
                  <a:pt x="4432" y="1651"/>
                </a:lnTo>
                <a:lnTo>
                  <a:pt x="4431" y="1651"/>
                </a:lnTo>
                <a:lnTo>
                  <a:pt x="4432" y="1651"/>
                </a:lnTo>
                <a:lnTo>
                  <a:pt x="4433" y="1651"/>
                </a:lnTo>
                <a:lnTo>
                  <a:pt x="4433" y="1652"/>
                </a:lnTo>
                <a:lnTo>
                  <a:pt x="4434" y="1652"/>
                </a:lnTo>
                <a:lnTo>
                  <a:pt x="4434" y="1653"/>
                </a:lnTo>
                <a:lnTo>
                  <a:pt x="4434" y="1654"/>
                </a:lnTo>
                <a:lnTo>
                  <a:pt x="4435" y="1654"/>
                </a:lnTo>
                <a:lnTo>
                  <a:pt x="4434" y="1654"/>
                </a:lnTo>
                <a:lnTo>
                  <a:pt x="4433" y="1655"/>
                </a:lnTo>
                <a:lnTo>
                  <a:pt x="4433" y="1656"/>
                </a:lnTo>
                <a:lnTo>
                  <a:pt x="4432" y="1655"/>
                </a:lnTo>
                <a:lnTo>
                  <a:pt x="4432" y="1654"/>
                </a:lnTo>
                <a:lnTo>
                  <a:pt x="4431" y="1654"/>
                </a:lnTo>
                <a:lnTo>
                  <a:pt x="4430" y="1654"/>
                </a:lnTo>
                <a:lnTo>
                  <a:pt x="4429" y="1654"/>
                </a:lnTo>
                <a:lnTo>
                  <a:pt x="4428" y="1655"/>
                </a:lnTo>
                <a:lnTo>
                  <a:pt x="4427" y="1655"/>
                </a:lnTo>
                <a:lnTo>
                  <a:pt x="4426" y="1656"/>
                </a:lnTo>
                <a:lnTo>
                  <a:pt x="4425" y="1657"/>
                </a:lnTo>
                <a:lnTo>
                  <a:pt x="4424" y="1658"/>
                </a:lnTo>
                <a:lnTo>
                  <a:pt x="4424" y="1660"/>
                </a:lnTo>
                <a:lnTo>
                  <a:pt x="4424" y="1661"/>
                </a:lnTo>
                <a:lnTo>
                  <a:pt x="4424" y="1662"/>
                </a:lnTo>
                <a:lnTo>
                  <a:pt x="4423" y="1663"/>
                </a:lnTo>
                <a:lnTo>
                  <a:pt x="4423" y="1662"/>
                </a:lnTo>
                <a:lnTo>
                  <a:pt x="4422" y="1662"/>
                </a:lnTo>
                <a:lnTo>
                  <a:pt x="4421" y="1662"/>
                </a:lnTo>
                <a:lnTo>
                  <a:pt x="4421" y="1663"/>
                </a:lnTo>
                <a:lnTo>
                  <a:pt x="4422" y="1663"/>
                </a:lnTo>
                <a:lnTo>
                  <a:pt x="4423" y="1663"/>
                </a:lnTo>
                <a:lnTo>
                  <a:pt x="4423" y="1664"/>
                </a:lnTo>
                <a:lnTo>
                  <a:pt x="4422" y="1664"/>
                </a:lnTo>
                <a:lnTo>
                  <a:pt x="4422" y="1665"/>
                </a:lnTo>
                <a:lnTo>
                  <a:pt x="4423" y="1665"/>
                </a:lnTo>
                <a:lnTo>
                  <a:pt x="4422" y="1665"/>
                </a:lnTo>
                <a:lnTo>
                  <a:pt x="4421" y="1665"/>
                </a:lnTo>
                <a:lnTo>
                  <a:pt x="4421" y="1666"/>
                </a:lnTo>
                <a:lnTo>
                  <a:pt x="4422" y="1666"/>
                </a:lnTo>
                <a:lnTo>
                  <a:pt x="4422" y="1667"/>
                </a:lnTo>
                <a:lnTo>
                  <a:pt x="4422" y="1668"/>
                </a:lnTo>
                <a:lnTo>
                  <a:pt x="4423" y="1668"/>
                </a:lnTo>
                <a:lnTo>
                  <a:pt x="4424" y="1668"/>
                </a:lnTo>
                <a:lnTo>
                  <a:pt x="4425" y="1670"/>
                </a:lnTo>
                <a:lnTo>
                  <a:pt x="4425" y="1671"/>
                </a:lnTo>
                <a:lnTo>
                  <a:pt x="4424" y="1671"/>
                </a:lnTo>
                <a:lnTo>
                  <a:pt x="4425" y="1672"/>
                </a:lnTo>
                <a:lnTo>
                  <a:pt x="4426" y="1672"/>
                </a:lnTo>
                <a:lnTo>
                  <a:pt x="4426" y="1673"/>
                </a:lnTo>
                <a:lnTo>
                  <a:pt x="4427" y="1673"/>
                </a:lnTo>
                <a:lnTo>
                  <a:pt x="4427" y="1674"/>
                </a:lnTo>
                <a:lnTo>
                  <a:pt x="4426" y="1674"/>
                </a:lnTo>
                <a:lnTo>
                  <a:pt x="4425" y="1674"/>
                </a:lnTo>
                <a:lnTo>
                  <a:pt x="4425" y="1675"/>
                </a:lnTo>
                <a:lnTo>
                  <a:pt x="4424" y="1675"/>
                </a:lnTo>
                <a:lnTo>
                  <a:pt x="4423" y="1675"/>
                </a:lnTo>
                <a:lnTo>
                  <a:pt x="4422" y="1675"/>
                </a:lnTo>
                <a:lnTo>
                  <a:pt x="4422" y="1676"/>
                </a:lnTo>
                <a:lnTo>
                  <a:pt x="4422" y="1677"/>
                </a:lnTo>
                <a:lnTo>
                  <a:pt x="4423" y="1677"/>
                </a:lnTo>
                <a:lnTo>
                  <a:pt x="4423" y="1678"/>
                </a:lnTo>
                <a:lnTo>
                  <a:pt x="4423" y="1679"/>
                </a:lnTo>
                <a:lnTo>
                  <a:pt x="4422" y="1679"/>
                </a:lnTo>
                <a:lnTo>
                  <a:pt x="4421" y="1679"/>
                </a:lnTo>
                <a:lnTo>
                  <a:pt x="4420" y="1678"/>
                </a:lnTo>
                <a:lnTo>
                  <a:pt x="4419" y="1678"/>
                </a:lnTo>
                <a:lnTo>
                  <a:pt x="4418" y="1678"/>
                </a:lnTo>
                <a:lnTo>
                  <a:pt x="4417" y="1678"/>
                </a:lnTo>
                <a:lnTo>
                  <a:pt x="4416" y="1678"/>
                </a:lnTo>
                <a:lnTo>
                  <a:pt x="4415" y="1678"/>
                </a:lnTo>
                <a:lnTo>
                  <a:pt x="4415" y="1679"/>
                </a:lnTo>
                <a:lnTo>
                  <a:pt x="4414" y="1679"/>
                </a:lnTo>
                <a:lnTo>
                  <a:pt x="4414" y="1680"/>
                </a:lnTo>
                <a:lnTo>
                  <a:pt x="4414" y="1681"/>
                </a:lnTo>
                <a:lnTo>
                  <a:pt x="4414" y="1682"/>
                </a:lnTo>
                <a:lnTo>
                  <a:pt x="4413" y="1683"/>
                </a:lnTo>
                <a:lnTo>
                  <a:pt x="4413" y="1682"/>
                </a:lnTo>
                <a:lnTo>
                  <a:pt x="4412" y="1682"/>
                </a:lnTo>
                <a:lnTo>
                  <a:pt x="4412" y="1683"/>
                </a:lnTo>
                <a:lnTo>
                  <a:pt x="4413" y="1684"/>
                </a:lnTo>
                <a:lnTo>
                  <a:pt x="4413" y="1685"/>
                </a:lnTo>
                <a:lnTo>
                  <a:pt x="4413" y="1687"/>
                </a:lnTo>
                <a:lnTo>
                  <a:pt x="4413" y="1688"/>
                </a:lnTo>
                <a:lnTo>
                  <a:pt x="4411" y="1688"/>
                </a:lnTo>
                <a:lnTo>
                  <a:pt x="4411" y="1689"/>
                </a:lnTo>
                <a:lnTo>
                  <a:pt x="4410" y="1690"/>
                </a:lnTo>
                <a:lnTo>
                  <a:pt x="4410" y="1691"/>
                </a:lnTo>
                <a:lnTo>
                  <a:pt x="4411" y="1692"/>
                </a:lnTo>
                <a:lnTo>
                  <a:pt x="4412" y="1692"/>
                </a:lnTo>
                <a:lnTo>
                  <a:pt x="4412" y="1691"/>
                </a:lnTo>
                <a:lnTo>
                  <a:pt x="4414" y="1691"/>
                </a:lnTo>
                <a:lnTo>
                  <a:pt x="4415" y="1692"/>
                </a:lnTo>
                <a:lnTo>
                  <a:pt x="4416" y="1692"/>
                </a:lnTo>
                <a:lnTo>
                  <a:pt x="4417" y="1691"/>
                </a:lnTo>
                <a:lnTo>
                  <a:pt x="4418" y="1691"/>
                </a:lnTo>
                <a:lnTo>
                  <a:pt x="4419" y="1691"/>
                </a:lnTo>
                <a:lnTo>
                  <a:pt x="4422" y="1690"/>
                </a:lnTo>
                <a:lnTo>
                  <a:pt x="4423" y="1690"/>
                </a:lnTo>
                <a:lnTo>
                  <a:pt x="4422" y="1690"/>
                </a:lnTo>
                <a:lnTo>
                  <a:pt x="4421" y="1691"/>
                </a:lnTo>
                <a:lnTo>
                  <a:pt x="4420" y="1692"/>
                </a:lnTo>
                <a:lnTo>
                  <a:pt x="4419" y="1693"/>
                </a:lnTo>
                <a:lnTo>
                  <a:pt x="4419" y="1695"/>
                </a:lnTo>
                <a:lnTo>
                  <a:pt x="4420" y="1696"/>
                </a:lnTo>
                <a:lnTo>
                  <a:pt x="4420" y="1697"/>
                </a:lnTo>
                <a:lnTo>
                  <a:pt x="4419" y="1697"/>
                </a:lnTo>
                <a:lnTo>
                  <a:pt x="4419" y="1698"/>
                </a:lnTo>
                <a:lnTo>
                  <a:pt x="4418" y="1699"/>
                </a:lnTo>
                <a:lnTo>
                  <a:pt x="4418" y="1700"/>
                </a:lnTo>
                <a:lnTo>
                  <a:pt x="4419" y="1701"/>
                </a:lnTo>
                <a:lnTo>
                  <a:pt x="4419" y="1702"/>
                </a:lnTo>
                <a:lnTo>
                  <a:pt x="4419" y="1703"/>
                </a:lnTo>
                <a:lnTo>
                  <a:pt x="4418" y="1704"/>
                </a:lnTo>
                <a:lnTo>
                  <a:pt x="4417" y="1704"/>
                </a:lnTo>
                <a:lnTo>
                  <a:pt x="4416" y="1705"/>
                </a:lnTo>
                <a:lnTo>
                  <a:pt x="4415" y="1705"/>
                </a:lnTo>
                <a:lnTo>
                  <a:pt x="4415" y="1704"/>
                </a:lnTo>
                <a:lnTo>
                  <a:pt x="4416" y="1704"/>
                </a:lnTo>
                <a:lnTo>
                  <a:pt x="4416" y="1703"/>
                </a:lnTo>
                <a:lnTo>
                  <a:pt x="4417" y="1703"/>
                </a:lnTo>
                <a:lnTo>
                  <a:pt x="4417" y="1702"/>
                </a:lnTo>
                <a:lnTo>
                  <a:pt x="4417" y="1701"/>
                </a:lnTo>
                <a:lnTo>
                  <a:pt x="4416" y="1701"/>
                </a:lnTo>
                <a:lnTo>
                  <a:pt x="4415" y="1701"/>
                </a:lnTo>
                <a:lnTo>
                  <a:pt x="4414" y="1702"/>
                </a:lnTo>
                <a:lnTo>
                  <a:pt x="4413" y="1702"/>
                </a:lnTo>
                <a:lnTo>
                  <a:pt x="4413" y="1701"/>
                </a:lnTo>
                <a:lnTo>
                  <a:pt x="4412" y="1701"/>
                </a:lnTo>
                <a:lnTo>
                  <a:pt x="4412" y="1702"/>
                </a:lnTo>
                <a:lnTo>
                  <a:pt x="4411" y="1702"/>
                </a:lnTo>
                <a:lnTo>
                  <a:pt x="4410" y="1702"/>
                </a:lnTo>
                <a:lnTo>
                  <a:pt x="4409" y="1702"/>
                </a:lnTo>
                <a:lnTo>
                  <a:pt x="4409" y="1703"/>
                </a:lnTo>
                <a:lnTo>
                  <a:pt x="4408" y="1704"/>
                </a:lnTo>
                <a:lnTo>
                  <a:pt x="4409" y="1704"/>
                </a:lnTo>
                <a:lnTo>
                  <a:pt x="4410" y="1705"/>
                </a:lnTo>
                <a:lnTo>
                  <a:pt x="4410" y="1706"/>
                </a:lnTo>
                <a:lnTo>
                  <a:pt x="4411" y="1705"/>
                </a:lnTo>
                <a:lnTo>
                  <a:pt x="4411" y="1706"/>
                </a:lnTo>
                <a:lnTo>
                  <a:pt x="4411" y="1707"/>
                </a:lnTo>
                <a:lnTo>
                  <a:pt x="4410" y="1707"/>
                </a:lnTo>
                <a:lnTo>
                  <a:pt x="4409" y="1708"/>
                </a:lnTo>
                <a:lnTo>
                  <a:pt x="4408" y="1708"/>
                </a:lnTo>
                <a:lnTo>
                  <a:pt x="4407" y="1708"/>
                </a:lnTo>
                <a:lnTo>
                  <a:pt x="4406" y="1708"/>
                </a:lnTo>
                <a:lnTo>
                  <a:pt x="4405" y="1708"/>
                </a:lnTo>
                <a:lnTo>
                  <a:pt x="4404" y="1709"/>
                </a:lnTo>
                <a:lnTo>
                  <a:pt x="4405" y="1709"/>
                </a:lnTo>
                <a:lnTo>
                  <a:pt x="4405" y="1710"/>
                </a:lnTo>
                <a:lnTo>
                  <a:pt x="4404" y="1710"/>
                </a:lnTo>
                <a:lnTo>
                  <a:pt x="4404" y="1711"/>
                </a:lnTo>
                <a:lnTo>
                  <a:pt x="4403" y="1711"/>
                </a:lnTo>
                <a:lnTo>
                  <a:pt x="4403" y="1710"/>
                </a:lnTo>
                <a:lnTo>
                  <a:pt x="4403" y="1711"/>
                </a:lnTo>
                <a:lnTo>
                  <a:pt x="4402" y="1711"/>
                </a:lnTo>
                <a:lnTo>
                  <a:pt x="4403" y="1711"/>
                </a:lnTo>
                <a:lnTo>
                  <a:pt x="4402" y="1712"/>
                </a:lnTo>
                <a:lnTo>
                  <a:pt x="4402" y="1711"/>
                </a:lnTo>
                <a:lnTo>
                  <a:pt x="4401" y="1711"/>
                </a:lnTo>
                <a:lnTo>
                  <a:pt x="4400" y="1711"/>
                </a:lnTo>
                <a:lnTo>
                  <a:pt x="4399" y="1711"/>
                </a:lnTo>
                <a:lnTo>
                  <a:pt x="4398" y="1711"/>
                </a:lnTo>
                <a:lnTo>
                  <a:pt x="4397" y="1710"/>
                </a:lnTo>
                <a:lnTo>
                  <a:pt x="4396" y="1710"/>
                </a:lnTo>
                <a:lnTo>
                  <a:pt x="4395" y="1710"/>
                </a:lnTo>
                <a:lnTo>
                  <a:pt x="4394" y="1710"/>
                </a:lnTo>
                <a:lnTo>
                  <a:pt x="4393" y="1710"/>
                </a:lnTo>
                <a:lnTo>
                  <a:pt x="4392" y="1710"/>
                </a:lnTo>
                <a:lnTo>
                  <a:pt x="4391" y="1709"/>
                </a:lnTo>
                <a:lnTo>
                  <a:pt x="4390" y="1709"/>
                </a:lnTo>
                <a:lnTo>
                  <a:pt x="4390" y="1710"/>
                </a:lnTo>
                <a:lnTo>
                  <a:pt x="4389" y="1710"/>
                </a:lnTo>
                <a:lnTo>
                  <a:pt x="4388" y="1710"/>
                </a:lnTo>
                <a:lnTo>
                  <a:pt x="4388" y="1709"/>
                </a:lnTo>
                <a:lnTo>
                  <a:pt x="4388" y="1708"/>
                </a:lnTo>
                <a:lnTo>
                  <a:pt x="4389" y="1708"/>
                </a:lnTo>
                <a:lnTo>
                  <a:pt x="4389" y="1709"/>
                </a:lnTo>
                <a:lnTo>
                  <a:pt x="4389" y="1708"/>
                </a:lnTo>
                <a:lnTo>
                  <a:pt x="4389" y="1707"/>
                </a:lnTo>
                <a:lnTo>
                  <a:pt x="4388" y="1707"/>
                </a:lnTo>
                <a:lnTo>
                  <a:pt x="4388" y="1706"/>
                </a:lnTo>
                <a:lnTo>
                  <a:pt x="4388" y="1705"/>
                </a:lnTo>
                <a:lnTo>
                  <a:pt x="4389" y="1705"/>
                </a:lnTo>
                <a:lnTo>
                  <a:pt x="4389" y="1704"/>
                </a:lnTo>
                <a:lnTo>
                  <a:pt x="4390" y="1704"/>
                </a:lnTo>
                <a:lnTo>
                  <a:pt x="4391" y="1704"/>
                </a:lnTo>
                <a:lnTo>
                  <a:pt x="4392" y="1704"/>
                </a:lnTo>
                <a:lnTo>
                  <a:pt x="4393" y="1704"/>
                </a:lnTo>
                <a:lnTo>
                  <a:pt x="4394" y="1704"/>
                </a:lnTo>
                <a:lnTo>
                  <a:pt x="4393" y="1704"/>
                </a:lnTo>
                <a:lnTo>
                  <a:pt x="4392" y="1703"/>
                </a:lnTo>
                <a:lnTo>
                  <a:pt x="4391" y="1703"/>
                </a:lnTo>
                <a:lnTo>
                  <a:pt x="4391" y="1704"/>
                </a:lnTo>
                <a:lnTo>
                  <a:pt x="4390" y="1703"/>
                </a:lnTo>
                <a:lnTo>
                  <a:pt x="4389" y="1703"/>
                </a:lnTo>
                <a:lnTo>
                  <a:pt x="4388" y="1703"/>
                </a:lnTo>
                <a:lnTo>
                  <a:pt x="4388" y="1702"/>
                </a:lnTo>
                <a:lnTo>
                  <a:pt x="4388" y="1703"/>
                </a:lnTo>
                <a:lnTo>
                  <a:pt x="4387" y="1703"/>
                </a:lnTo>
                <a:lnTo>
                  <a:pt x="4386" y="1703"/>
                </a:lnTo>
                <a:lnTo>
                  <a:pt x="4386" y="1702"/>
                </a:lnTo>
                <a:lnTo>
                  <a:pt x="4386" y="1701"/>
                </a:lnTo>
                <a:lnTo>
                  <a:pt x="4385" y="1701"/>
                </a:lnTo>
                <a:lnTo>
                  <a:pt x="4384" y="1701"/>
                </a:lnTo>
                <a:lnTo>
                  <a:pt x="4385" y="1700"/>
                </a:lnTo>
                <a:lnTo>
                  <a:pt x="4385" y="1699"/>
                </a:lnTo>
                <a:lnTo>
                  <a:pt x="4386" y="1698"/>
                </a:lnTo>
                <a:lnTo>
                  <a:pt x="4386" y="1697"/>
                </a:lnTo>
                <a:lnTo>
                  <a:pt x="4387" y="1696"/>
                </a:lnTo>
                <a:lnTo>
                  <a:pt x="4387" y="1695"/>
                </a:lnTo>
                <a:lnTo>
                  <a:pt x="4387" y="1694"/>
                </a:lnTo>
                <a:lnTo>
                  <a:pt x="4388" y="1694"/>
                </a:lnTo>
                <a:lnTo>
                  <a:pt x="4389" y="1694"/>
                </a:lnTo>
                <a:lnTo>
                  <a:pt x="4389" y="1693"/>
                </a:lnTo>
                <a:lnTo>
                  <a:pt x="4390" y="1692"/>
                </a:lnTo>
                <a:lnTo>
                  <a:pt x="4391" y="1691"/>
                </a:lnTo>
                <a:lnTo>
                  <a:pt x="4392" y="1691"/>
                </a:lnTo>
                <a:lnTo>
                  <a:pt x="4392" y="1690"/>
                </a:lnTo>
                <a:lnTo>
                  <a:pt x="4391" y="1690"/>
                </a:lnTo>
                <a:lnTo>
                  <a:pt x="4391" y="1691"/>
                </a:lnTo>
                <a:lnTo>
                  <a:pt x="4390" y="1691"/>
                </a:lnTo>
                <a:lnTo>
                  <a:pt x="4390" y="1692"/>
                </a:lnTo>
                <a:lnTo>
                  <a:pt x="4390" y="1691"/>
                </a:lnTo>
                <a:lnTo>
                  <a:pt x="4390" y="1690"/>
                </a:lnTo>
                <a:lnTo>
                  <a:pt x="4389" y="1690"/>
                </a:lnTo>
                <a:lnTo>
                  <a:pt x="4389" y="1689"/>
                </a:lnTo>
                <a:lnTo>
                  <a:pt x="4388" y="1689"/>
                </a:lnTo>
                <a:lnTo>
                  <a:pt x="4389" y="1689"/>
                </a:lnTo>
                <a:lnTo>
                  <a:pt x="4389" y="1690"/>
                </a:lnTo>
                <a:lnTo>
                  <a:pt x="4389" y="1691"/>
                </a:lnTo>
                <a:lnTo>
                  <a:pt x="4389" y="1692"/>
                </a:lnTo>
                <a:lnTo>
                  <a:pt x="4388" y="1692"/>
                </a:lnTo>
                <a:lnTo>
                  <a:pt x="4388" y="1693"/>
                </a:lnTo>
                <a:lnTo>
                  <a:pt x="4387" y="1693"/>
                </a:lnTo>
                <a:lnTo>
                  <a:pt x="4386" y="1693"/>
                </a:lnTo>
                <a:lnTo>
                  <a:pt x="4386" y="1694"/>
                </a:lnTo>
                <a:lnTo>
                  <a:pt x="4385" y="1694"/>
                </a:lnTo>
                <a:lnTo>
                  <a:pt x="4385" y="1695"/>
                </a:lnTo>
                <a:lnTo>
                  <a:pt x="4385" y="1696"/>
                </a:lnTo>
                <a:lnTo>
                  <a:pt x="4385" y="1697"/>
                </a:lnTo>
                <a:lnTo>
                  <a:pt x="4384" y="1699"/>
                </a:lnTo>
                <a:lnTo>
                  <a:pt x="4384" y="1700"/>
                </a:lnTo>
                <a:lnTo>
                  <a:pt x="4384" y="1699"/>
                </a:lnTo>
                <a:lnTo>
                  <a:pt x="4383" y="1699"/>
                </a:lnTo>
                <a:lnTo>
                  <a:pt x="4382" y="1699"/>
                </a:lnTo>
                <a:lnTo>
                  <a:pt x="4381" y="1699"/>
                </a:lnTo>
                <a:lnTo>
                  <a:pt x="4380" y="1699"/>
                </a:lnTo>
                <a:lnTo>
                  <a:pt x="4379" y="1701"/>
                </a:lnTo>
                <a:lnTo>
                  <a:pt x="4379" y="1702"/>
                </a:lnTo>
                <a:lnTo>
                  <a:pt x="4378" y="1702"/>
                </a:lnTo>
                <a:lnTo>
                  <a:pt x="4378" y="1703"/>
                </a:lnTo>
                <a:lnTo>
                  <a:pt x="4377" y="1703"/>
                </a:lnTo>
                <a:lnTo>
                  <a:pt x="4376" y="1703"/>
                </a:lnTo>
                <a:lnTo>
                  <a:pt x="4375" y="1704"/>
                </a:lnTo>
                <a:lnTo>
                  <a:pt x="4374" y="1704"/>
                </a:lnTo>
                <a:lnTo>
                  <a:pt x="4374" y="1703"/>
                </a:lnTo>
                <a:lnTo>
                  <a:pt x="4374" y="1702"/>
                </a:lnTo>
                <a:lnTo>
                  <a:pt x="4374" y="1700"/>
                </a:lnTo>
                <a:lnTo>
                  <a:pt x="4373" y="1700"/>
                </a:lnTo>
                <a:lnTo>
                  <a:pt x="4373" y="1699"/>
                </a:lnTo>
                <a:lnTo>
                  <a:pt x="4373" y="1698"/>
                </a:lnTo>
                <a:lnTo>
                  <a:pt x="4372" y="1697"/>
                </a:lnTo>
                <a:lnTo>
                  <a:pt x="4371" y="1697"/>
                </a:lnTo>
                <a:lnTo>
                  <a:pt x="4371" y="1696"/>
                </a:lnTo>
                <a:lnTo>
                  <a:pt x="4371" y="1695"/>
                </a:lnTo>
                <a:lnTo>
                  <a:pt x="4371" y="1696"/>
                </a:lnTo>
                <a:lnTo>
                  <a:pt x="4371" y="1697"/>
                </a:lnTo>
                <a:lnTo>
                  <a:pt x="4371" y="1698"/>
                </a:lnTo>
                <a:lnTo>
                  <a:pt x="4369" y="1698"/>
                </a:lnTo>
                <a:lnTo>
                  <a:pt x="4369" y="1697"/>
                </a:lnTo>
                <a:lnTo>
                  <a:pt x="4368" y="1697"/>
                </a:lnTo>
                <a:lnTo>
                  <a:pt x="4368" y="1696"/>
                </a:lnTo>
                <a:lnTo>
                  <a:pt x="4367" y="1696"/>
                </a:lnTo>
                <a:lnTo>
                  <a:pt x="4367" y="1695"/>
                </a:lnTo>
                <a:lnTo>
                  <a:pt x="4366" y="1695"/>
                </a:lnTo>
                <a:lnTo>
                  <a:pt x="4366" y="1696"/>
                </a:lnTo>
                <a:lnTo>
                  <a:pt x="4367" y="1697"/>
                </a:lnTo>
                <a:lnTo>
                  <a:pt x="4368" y="1697"/>
                </a:lnTo>
                <a:lnTo>
                  <a:pt x="4368" y="1698"/>
                </a:lnTo>
                <a:lnTo>
                  <a:pt x="4369" y="1699"/>
                </a:lnTo>
                <a:lnTo>
                  <a:pt x="4368" y="1699"/>
                </a:lnTo>
                <a:lnTo>
                  <a:pt x="4368" y="1700"/>
                </a:lnTo>
                <a:lnTo>
                  <a:pt x="4367" y="1700"/>
                </a:lnTo>
                <a:lnTo>
                  <a:pt x="4366" y="1701"/>
                </a:lnTo>
                <a:lnTo>
                  <a:pt x="4364" y="1701"/>
                </a:lnTo>
                <a:lnTo>
                  <a:pt x="4363" y="1701"/>
                </a:lnTo>
                <a:lnTo>
                  <a:pt x="4362" y="1702"/>
                </a:lnTo>
                <a:lnTo>
                  <a:pt x="4361" y="1702"/>
                </a:lnTo>
                <a:lnTo>
                  <a:pt x="4360" y="1702"/>
                </a:lnTo>
                <a:lnTo>
                  <a:pt x="4360" y="1703"/>
                </a:lnTo>
                <a:lnTo>
                  <a:pt x="4359" y="1703"/>
                </a:lnTo>
                <a:lnTo>
                  <a:pt x="4358" y="1703"/>
                </a:lnTo>
                <a:lnTo>
                  <a:pt x="4358" y="1704"/>
                </a:lnTo>
                <a:lnTo>
                  <a:pt x="4357" y="1704"/>
                </a:lnTo>
                <a:lnTo>
                  <a:pt x="4356" y="1704"/>
                </a:lnTo>
                <a:lnTo>
                  <a:pt x="4355" y="1704"/>
                </a:lnTo>
                <a:lnTo>
                  <a:pt x="4354" y="1705"/>
                </a:lnTo>
                <a:lnTo>
                  <a:pt x="4352" y="1705"/>
                </a:lnTo>
                <a:lnTo>
                  <a:pt x="4351" y="1706"/>
                </a:lnTo>
                <a:lnTo>
                  <a:pt x="4350" y="1706"/>
                </a:lnTo>
                <a:lnTo>
                  <a:pt x="4350" y="1707"/>
                </a:lnTo>
                <a:lnTo>
                  <a:pt x="4349" y="1708"/>
                </a:lnTo>
                <a:lnTo>
                  <a:pt x="4348" y="1709"/>
                </a:lnTo>
                <a:lnTo>
                  <a:pt x="4349" y="1709"/>
                </a:lnTo>
                <a:lnTo>
                  <a:pt x="4349" y="1710"/>
                </a:lnTo>
                <a:lnTo>
                  <a:pt x="4347" y="1711"/>
                </a:lnTo>
                <a:lnTo>
                  <a:pt x="4347" y="1712"/>
                </a:lnTo>
                <a:lnTo>
                  <a:pt x="4346" y="1712"/>
                </a:lnTo>
                <a:lnTo>
                  <a:pt x="4346" y="1711"/>
                </a:lnTo>
                <a:lnTo>
                  <a:pt x="4345" y="1711"/>
                </a:lnTo>
                <a:lnTo>
                  <a:pt x="4344" y="1712"/>
                </a:lnTo>
                <a:lnTo>
                  <a:pt x="4342" y="1712"/>
                </a:lnTo>
                <a:lnTo>
                  <a:pt x="4341" y="1712"/>
                </a:lnTo>
                <a:lnTo>
                  <a:pt x="4340" y="1713"/>
                </a:lnTo>
                <a:lnTo>
                  <a:pt x="4339" y="1713"/>
                </a:lnTo>
                <a:lnTo>
                  <a:pt x="4338" y="1714"/>
                </a:lnTo>
                <a:lnTo>
                  <a:pt x="4338" y="1713"/>
                </a:lnTo>
                <a:lnTo>
                  <a:pt x="4338" y="1712"/>
                </a:lnTo>
                <a:lnTo>
                  <a:pt x="4339" y="1712"/>
                </a:lnTo>
                <a:lnTo>
                  <a:pt x="4340" y="1712"/>
                </a:lnTo>
                <a:lnTo>
                  <a:pt x="4339" y="1712"/>
                </a:lnTo>
                <a:lnTo>
                  <a:pt x="4338" y="1712"/>
                </a:lnTo>
                <a:lnTo>
                  <a:pt x="4337" y="1712"/>
                </a:lnTo>
                <a:lnTo>
                  <a:pt x="4337" y="1713"/>
                </a:lnTo>
                <a:lnTo>
                  <a:pt x="4337" y="1714"/>
                </a:lnTo>
                <a:lnTo>
                  <a:pt x="4337" y="1715"/>
                </a:lnTo>
                <a:lnTo>
                  <a:pt x="4337" y="1716"/>
                </a:lnTo>
                <a:lnTo>
                  <a:pt x="4337" y="1717"/>
                </a:lnTo>
                <a:lnTo>
                  <a:pt x="4338" y="1717"/>
                </a:lnTo>
                <a:lnTo>
                  <a:pt x="4338" y="1718"/>
                </a:lnTo>
                <a:lnTo>
                  <a:pt x="4337" y="1718"/>
                </a:lnTo>
                <a:lnTo>
                  <a:pt x="4338" y="1719"/>
                </a:lnTo>
                <a:lnTo>
                  <a:pt x="4338" y="1720"/>
                </a:lnTo>
                <a:lnTo>
                  <a:pt x="4339" y="1720"/>
                </a:lnTo>
                <a:lnTo>
                  <a:pt x="4339" y="1721"/>
                </a:lnTo>
                <a:lnTo>
                  <a:pt x="4338" y="1721"/>
                </a:lnTo>
                <a:lnTo>
                  <a:pt x="4337" y="1721"/>
                </a:lnTo>
                <a:lnTo>
                  <a:pt x="4336" y="1721"/>
                </a:lnTo>
                <a:lnTo>
                  <a:pt x="4336" y="1720"/>
                </a:lnTo>
                <a:lnTo>
                  <a:pt x="4335" y="1720"/>
                </a:lnTo>
                <a:lnTo>
                  <a:pt x="4335" y="1719"/>
                </a:lnTo>
                <a:lnTo>
                  <a:pt x="4335" y="1718"/>
                </a:lnTo>
                <a:lnTo>
                  <a:pt x="4334" y="1718"/>
                </a:lnTo>
                <a:lnTo>
                  <a:pt x="4334" y="1719"/>
                </a:lnTo>
                <a:lnTo>
                  <a:pt x="4333" y="1719"/>
                </a:lnTo>
                <a:lnTo>
                  <a:pt x="4333" y="1718"/>
                </a:lnTo>
                <a:lnTo>
                  <a:pt x="4332" y="1718"/>
                </a:lnTo>
                <a:lnTo>
                  <a:pt x="4331" y="1718"/>
                </a:lnTo>
                <a:lnTo>
                  <a:pt x="4331" y="1719"/>
                </a:lnTo>
                <a:lnTo>
                  <a:pt x="4332" y="1719"/>
                </a:lnTo>
                <a:lnTo>
                  <a:pt x="4333" y="1720"/>
                </a:lnTo>
                <a:lnTo>
                  <a:pt x="4333" y="1721"/>
                </a:lnTo>
                <a:lnTo>
                  <a:pt x="4332" y="1721"/>
                </a:lnTo>
                <a:lnTo>
                  <a:pt x="4332" y="1722"/>
                </a:lnTo>
                <a:lnTo>
                  <a:pt x="4331" y="1721"/>
                </a:lnTo>
                <a:lnTo>
                  <a:pt x="4330" y="1721"/>
                </a:lnTo>
                <a:lnTo>
                  <a:pt x="4331" y="1720"/>
                </a:lnTo>
                <a:lnTo>
                  <a:pt x="4330" y="1719"/>
                </a:lnTo>
                <a:lnTo>
                  <a:pt x="4329" y="1719"/>
                </a:lnTo>
                <a:lnTo>
                  <a:pt x="4328" y="1719"/>
                </a:lnTo>
                <a:lnTo>
                  <a:pt x="4328" y="1718"/>
                </a:lnTo>
                <a:lnTo>
                  <a:pt x="4327" y="1719"/>
                </a:lnTo>
                <a:lnTo>
                  <a:pt x="4326" y="1718"/>
                </a:lnTo>
                <a:lnTo>
                  <a:pt x="4327" y="1718"/>
                </a:lnTo>
                <a:lnTo>
                  <a:pt x="4326" y="1718"/>
                </a:lnTo>
                <a:lnTo>
                  <a:pt x="4326" y="1717"/>
                </a:lnTo>
                <a:lnTo>
                  <a:pt x="4325" y="1717"/>
                </a:lnTo>
                <a:lnTo>
                  <a:pt x="4325" y="1716"/>
                </a:lnTo>
                <a:lnTo>
                  <a:pt x="4326" y="1716"/>
                </a:lnTo>
                <a:lnTo>
                  <a:pt x="4327" y="1715"/>
                </a:lnTo>
                <a:lnTo>
                  <a:pt x="4328" y="1715"/>
                </a:lnTo>
                <a:lnTo>
                  <a:pt x="4328" y="1714"/>
                </a:lnTo>
                <a:lnTo>
                  <a:pt x="4329" y="1714"/>
                </a:lnTo>
                <a:lnTo>
                  <a:pt x="4330" y="1714"/>
                </a:lnTo>
                <a:lnTo>
                  <a:pt x="4330" y="1715"/>
                </a:lnTo>
                <a:lnTo>
                  <a:pt x="4331" y="1715"/>
                </a:lnTo>
                <a:lnTo>
                  <a:pt x="4331" y="1714"/>
                </a:lnTo>
                <a:lnTo>
                  <a:pt x="4331" y="1713"/>
                </a:lnTo>
                <a:lnTo>
                  <a:pt x="4332" y="1713"/>
                </a:lnTo>
                <a:lnTo>
                  <a:pt x="4332" y="1712"/>
                </a:lnTo>
                <a:lnTo>
                  <a:pt x="4333" y="1712"/>
                </a:lnTo>
                <a:lnTo>
                  <a:pt x="4333" y="1710"/>
                </a:lnTo>
                <a:lnTo>
                  <a:pt x="4334" y="1710"/>
                </a:lnTo>
                <a:lnTo>
                  <a:pt x="4335" y="1709"/>
                </a:lnTo>
                <a:lnTo>
                  <a:pt x="4335" y="1710"/>
                </a:lnTo>
                <a:lnTo>
                  <a:pt x="4336" y="1710"/>
                </a:lnTo>
                <a:lnTo>
                  <a:pt x="4337" y="1710"/>
                </a:lnTo>
                <a:lnTo>
                  <a:pt x="4336" y="1710"/>
                </a:lnTo>
                <a:lnTo>
                  <a:pt x="4335" y="1709"/>
                </a:lnTo>
                <a:lnTo>
                  <a:pt x="4334" y="1709"/>
                </a:lnTo>
                <a:lnTo>
                  <a:pt x="4333" y="1710"/>
                </a:lnTo>
                <a:lnTo>
                  <a:pt x="4331" y="1711"/>
                </a:lnTo>
                <a:lnTo>
                  <a:pt x="4332" y="1711"/>
                </a:lnTo>
                <a:lnTo>
                  <a:pt x="4331" y="1712"/>
                </a:lnTo>
                <a:lnTo>
                  <a:pt x="4330" y="1712"/>
                </a:lnTo>
                <a:lnTo>
                  <a:pt x="4329" y="1712"/>
                </a:lnTo>
                <a:lnTo>
                  <a:pt x="4328" y="1713"/>
                </a:lnTo>
                <a:lnTo>
                  <a:pt x="4328" y="1714"/>
                </a:lnTo>
                <a:lnTo>
                  <a:pt x="4327" y="1714"/>
                </a:lnTo>
                <a:lnTo>
                  <a:pt x="4326" y="1714"/>
                </a:lnTo>
                <a:lnTo>
                  <a:pt x="4326" y="1715"/>
                </a:lnTo>
                <a:lnTo>
                  <a:pt x="4325" y="1715"/>
                </a:lnTo>
                <a:lnTo>
                  <a:pt x="4325" y="1714"/>
                </a:lnTo>
                <a:lnTo>
                  <a:pt x="4325" y="1713"/>
                </a:lnTo>
                <a:lnTo>
                  <a:pt x="4325" y="1712"/>
                </a:lnTo>
                <a:lnTo>
                  <a:pt x="4324" y="1712"/>
                </a:lnTo>
                <a:lnTo>
                  <a:pt x="4323" y="1712"/>
                </a:lnTo>
                <a:lnTo>
                  <a:pt x="4323" y="1713"/>
                </a:lnTo>
                <a:lnTo>
                  <a:pt x="4324" y="1714"/>
                </a:lnTo>
                <a:lnTo>
                  <a:pt x="4324" y="1715"/>
                </a:lnTo>
                <a:lnTo>
                  <a:pt x="4323" y="1716"/>
                </a:lnTo>
                <a:lnTo>
                  <a:pt x="4324" y="1717"/>
                </a:lnTo>
                <a:lnTo>
                  <a:pt x="4324" y="1718"/>
                </a:lnTo>
                <a:lnTo>
                  <a:pt x="4323" y="1718"/>
                </a:lnTo>
                <a:lnTo>
                  <a:pt x="4322" y="1718"/>
                </a:lnTo>
                <a:lnTo>
                  <a:pt x="4322" y="1719"/>
                </a:lnTo>
                <a:lnTo>
                  <a:pt x="4321" y="1719"/>
                </a:lnTo>
                <a:lnTo>
                  <a:pt x="4320" y="1719"/>
                </a:lnTo>
                <a:lnTo>
                  <a:pt x="4319" y="1719"/>
                </a:lnTo>
                <a:lnTo>
                  <a:pt x="4318" y="1719"/>
                </a:lnTo>
                <a:lnTo>
                  <a:pt x="4317" y="1719"/>
                </a:lnTo>
                <a:lnTo>
                  <a:pt x="4316" y="1720"/>
                </a:lnTo>
                <a:lnTo>
                  <a:pt x="4315" y="1721"/>
                </a:lnTo>
                <a:lnTo>
                  <a:pt x="4315" y="1722"/>
                </a:lnTo>
                <a:lnTo>
                  <a:pt x="4315" y="1723"/>
                </a:lnTo>
                <a:lnTo>
                  <a:pt x="4316" y="1723"/>
                </a:lnTo>
                <a:lnTo>
                  <a:pt x="4317" y="1724"/>
                </a:lnTo>
                <a:lnTo>
                  <a:pt x="4315" y="1725"/>
                </a:lnTo>
                <a:lnTo>
                  <a:pt x="4314" y="1724"/>
                </a:lnTo>
                <a:lnTo>
                  <a:pt x="4315" y="1724"/>
                </a:lnTo>
                <a:lnTo>
                  <a:pt x="4314" y="1723"/>
                </a:lnTo>
                <a:lnTo>
                  <a:pt x="4313" y="1723"/>
                </a:lnTo>
                <a:lnTo>
                  <a:pt x="4312" y="1723"/>
                </a:lnTo>
                <a:lnTo>
                  <a:pt x="4311" y="1723"/>
                </a:lnTo>
                <a:lnTo>
                  <a:pt x="4310" y="1723"/>
                </a:lnTo>
                <a:lnTo>
                  <a:pt x="4310" y="1724"/>
                </a:lnTo>
                <a:lnTo>
                  <a:pt x="4309" y="1724"/>
                </a:lnTo>
                <a:lnTo>
                  <a:pt x="4308" y="1724"/>
                </a:lnTo>
                <a:lnTo>
                  <a:pt x="4307" y="1724"/>
                </a:lnTo>
                <a:lnTo>
                  <a:pt x="4306" y="1724"/>
                </a:lnTo>
                <a:lnTo>
                  <a:pt x="4305" y="1725"/>
                </a:lnTo>
                <a:lnTo>
                  <a:pt x="4304" y="1725"/>
                </a:lnTo>
                <a:lnTo>
                  <a:pt x="4303" y="1726"/>
                </a:lnTo>
                <a:lnTo>
                  <a:pt x="4303" y="1728"/>
                </a:lnTo>
                <a:lnTo>
                  <a:pt x="4302" y="1728"/>
                </a:lnTo>
                <a:lnTo>
                  <a:pt x="4302" y="1727"/>
                </a:lnTo>
                <a:lnTo>
                  <a:pt x="4303" y="1727"/>
                </a:lnTo>
                <a:lnTo>
                  <a:pt x="4303" y="1726"/>
                </a:lnTo>
                <a:lnTo>
                  <a:pt x="4302" y="1726"/>
                </a:lnTo>
                <a:lnTo>
                  <a:pt x="4302" y="1725"/>
                </a:lnTo>
                <a:lnTo>
                  <a:pt x="4301" y="1725"/>
                </a:lnTo>
                <a:lnTo>
                  <a:pt x="4299" y="1726"/>
                </a:lnTo>
                <a:lnTo>
                  <a:pt x="4298" y="1727"/>
                </a:lnTo>
                <a:lnTo>
                  <a:pt x="4297" y="1727"/>
                </a:lnTo>
                <a:lnTo>
                  <a:pt x="4296" y="1728"/>
                </a:lnTo>
                <a:lnTo>
                  <a:pt x="4295" y="1728"/>
                </a:lnTo>
                <a:lnTo>
                  <a:pt x="4294" y="1729"/>
                </a:lnTo>
                <a:lnTo>
                  <a:pt x="4293" y="1729"/>
                </a:lnTo>
                <a:lnTo>
                  <a:pt x="4291" y="1731"/>
                </a:lnTo>
                <a:lnTo>
                  <a:pt x="4290" y="1732"/>
                </a:lnTo>
                <a:lnTo>
                  <a:pt x="4289" y="1732"/>
                </a:lnTo>
                <a:lnTo>
                  <a:pt x="4289" y="1733"/>
                </a:lnTo>
                <a:lnTo>
                  <a:pt x="4288" y="1733"/>
                </a:lnTo>
                <a:lnTo>
                  <a:pt x="4287" y="1733"/>
                </a:lnTo>
                <a:lnTo>
                  <a:pt x="4286" y="1733"/>
                </a:lnTo>
                <a:lnTo>
                  <a:pt x="4286" y="1732"/>
                </a:lnTo>
                <a:lnTo>
                  <a:pt x="4286" y="1731"/>
                </a:lnTo>
                <a:lnTo>
                  <a:pt x="4285" y="1734"/>
                </a:lnTo>
                <a:lnTo>
                  <a:pt x="4285" y="1735"/>
                </a:lnTo>
                <a:lnTo>
                  <a:pt x="4285" y="1736"/>
                </a:lnTo>
                <a:lnTo>
                  <a:pt x="4284" y="1736"/>
                </a:lnTo>
                <a:lnTo>
                  <a:pt x="4283" y="1737"/>
                </a:lnTo>
                <a:lnTo>
                  <a:pt x="4282" y="1737"/>
                </a:lnTo>
                <a:lnTo>
                  <a:pt x="4281" y="1737"/>
                </a:lnTo>
                <a:lnTo>
                  <a:pt x="4280" y="1737"/>
                </a:lnTo>
                <a:lnTo>
                  <a:pt x="4281" y="1737"/>
                </a:lnTo>
                <a:lnTo>
                  <a:pt x="4280" y="1737"/>
                </a:lnTo>
                <a:lnTo>
                  <a:pt x="4279" y="1737"/>
                </a:lnTo>
                <a:lnTo>
                  <a:pt x="4279" y="1738"/>
                </a:lnTo>
                <a:lnTo>
                  <a:pt x="4278" y="1737"/>
                </a:lnTo>
                <a:lnTo>
                  <a:pt x="4278" y="1736"/>
                </a:lnTo>
                <a:lnTo>
                  <a:pt x="4277" y="1736"/>
                </a:lnTo>
                <a:lnTo>
                  <a:pt x="4277" y="1737"/>
                </a:lnTo>
                <a:lnTo>
                  <a:pt x="4276" y="1736"/>
                </a:lnTo>
                <a:lnTo>
                  <a:pt x="4275" y="1736"/>
                </a:lnTo>
                <a:lnTo>
                  <a:pt x="4275" y="1735"/>
                </a:lnTo>
                <a:lnTo>
                  <a:pt x="4275" y="1734"/>
                </a:lnTo>
                <a:lnTo>
                  <a:pt x="4275" y="1733"/>
                </a:lnTo>
                <a:lnTo>
                  <a:pt x="4276" y="1733"/>
                </a:lnTo>
                <a:lnTo>
                  <a:pt x="4276" y="1732"/>
                </a:lnTo>
                <a:lnTo>
                  <a:pt x="4275" y="1733"/>
                </a:lnTo>
                <a:lnTo>
                  <a:pt x="4274" y="1733"/>
                </a:lnTo>
                <a:lnTo>
                  <a:pt x="4274" y="1732"/>
                </a:lnTo>
                <a:lnTo>
                  <a:pt x="4272" y="1732"/>
                </a:lnTo>
                <a:lnTo>
                  <a:pt x="4272" y="1731"/>
                </a:lnTo>
                <a:lnTo>
                  <a:pt x="4272" y="1730"/>
                </a:lnTo>
                <a:lnTo>
                  <a:pt x="4272" y="1729"/>
                </a:lnTo>
                <a:lnTo>
                  <a:pt x="4272" y="1730"/>
                </a:lnTo>
                <a:lnTo>
                  <a:pt x="4272" y="1731"/>
                </a:lnTo>
                <a:lnTo>
                  <a:pt x="4272" y="1732"/>
                </a:lnTo>
                <a:lnTo>
                  <a:pt x="4271" y="1733"/>
                </a:lnTo>
                <a:lnTo>
                  <a:pt x="4271" y="1732"/>
                </a:lnTo>
                <a:lnTo>
                  <a:pt x="4270" y="1731"/>
                </a:lnTo>
                <a:lnTo>
                  <a:pt x="4270" y="1730"/>
                </a:lnTo>
                <a:lnTo>
                  <a:pt x="4269" y="1730"/>
                </a:lnTo>
                <a:lnTo>
                  <a:pt x="4268" y="1730"/>
                </a:lnTo>
                <a:lnTo>
                  <a:pt x="4269" y="1731"/>
                </a:lnTo>
                <a:lnTo>
                  <a:pt x="4270" y="1732"/>
                </a:lnTo>
                <a:lnTo>
                  <a:pt x="4269" y="1732"/>
                </a:lnTo>
                <a:lnTo>
                  <a:pt x="4268" y="1733"/>
                </a:lnTo>
                <a:lnTo>
                  <a:pt x="4267" y="1733"/>
                </a:lnTo>
                <a:lnTo>
                  <a:pt x="4267" y="1734"/>
                </a:lnTo>
                <a:lnTo>
                  <a:pt x="4266" y="1734"/>
                </a:lnTo>
                <a:lnTo>
                  <a:pt x="4265" y="1734"/>
                </a:lnTo>
                <a:lnTo>
                  <a:pt x="4264" y="1734"/>
                </a:lnTo>
                <a:lnTo>
                  <a:pt x="4263" y="1734"/>
                </a:lnTo>
                <a:lnTo>
                  <a:pt x="4263" y="1733"/>
                </a:lnTo>
                <a:lnTo>
                  <a:pt x="4262" y="1733"/>
                </a:lnTo>
                <a:lnTo>
                  <a:pt x="4262" y="1732"/>
                </a:lnTo>
                <a:lnTo>
                  <a:pt x="4261" y="1732"/>
                </a:lnTo>
                <a:lnTo>
                  <a:pt x="4262" y="1733"/>
                </a:lnTo>
                <a:lnTo>
                  <a:pt x="4263" y="1733"/>
                </a:lnTo>
                <a:lnTo>
                  <a:pt x="4263" y="1734"/>
                </a:lnTo>
                <a:lnTo>
                  <a:pt x="4264" y="1735"/>
                </a:lnTo>
                <a:lnTo>
                  <a:pt x="4264" y="1736"/>
                </a:lnTo>
                <a:lnTo>
                  <a:pt x="4263" y="1736"/>
                </a:lnTo>
                <a:lnTo>
                  <a:pt x="4262" y="1736"/>
                </a:lnTo>
                <a:lnTo>
                  <a:pt x="4261" y="1736"/>
                </a:lnTo>
                <a:lnTo>
                  <a:pt x="4260" y="1736"/>
                </a:lnTo>
                <a:lnTo>
                  <a:pt x="4260" y="1737"/>
                </a:lnTo>
                <a:lnTo>
                  <a:pt x="4261" y="1737"/>
                </a:lnTo>
                <a:lnTo>
                  <a:pt x="4261" y="1736"/>
                </a:lnTo>
                <a:lnTo>
                  <a:pt x="4262" y="1736"/>
                </a:lnTo>
                <a:lnTo>
                  <a:pt x="4263" y="1737"/>
                </a:lnTo>
                <a:lnTo>
                  <a:pt x="4264" y="1736"/>
                </a:lnTo>
                <a:lnTo>
                  <a:pt x="4265" y="1736"/>
                </a:lnTo>
                <a:lnTo>
                  <a:pt x="4265" y="1735"/>
                </a:lnTo>
                <a:lnTo>
                  <a:pt x="4267" y="1735"/>
                </a:lnTo>
                <a:lnTo>
                  <a:pt x="4267" y="1734"/>
                </a:lnTo>
                <a:lnTo>
                  <a:pt x="4268" y="1734"/>
                </a:lnTo>
                <a:lnTo>
                  <a:pt x="4269" y="1735"/>
                </a:lnTo>
                <a:lnTo>
                  <a:pt x="4270" y="1735"/>
                </a:lnTo>
                <a:lnTo>
                  <a:pt x="4270" y="1736"/>
                </a:lnTo>
                <a:lnTo>
                  <a:pt x="4271" y="1736"/>
                </a:lnTo>
                <a:lnTo>
                  <a:pt x="4271" y="1737"/>
                </a:lnTo>
                <a:lnTo>
                  <a:pt x="4271" y="1738"/>
                </a:lnTo>
                <a:lnTo>
                  <a:pt x="4272" y="1738"/>
                </a:lnTo>
                <a:lnTo>
                  <a:pt x="4272" y="1739"/>
                </a:lnTo>
                <a:lnTo>
                  <a:pt x="4273" y="1739"/>
                </a:lnTo>
                <a:lnTo>
                  <a:pt x="4274" y="1738"/>
                </a:lnTo>
                <a:lnTo>
                  <a:pt x="4274" y="1739"/>
                </a:lnTo>
                <a:lnTo>
                  <a:pt x="4275" y="1739"/>
                </a:lnTo>
                <a:lnTo>
                  <a:pt x="4277" y="1739"/>
                </a:lnTo>
                <a:lnTo>
                  <a:pt x="4278" y="1740"/>
                </a:lnTo>
                <a:lnTo>
                  <a:pt x="4279" y="1740"/>
                </a:lnTo>
                <a:lnTo>
                  <a:pt x="4279" y="1741"/>
                </a:lnTo>
                <a:lnTo>
                  <a:pt x="4278" y="1742"/>
                </a:lnTo>
                <a:lnTo>
                  <a:pt x="4278" y="1743"/>
                </a:lnTo>
                <a:lnTo>
                  <a:pt x="4277" y="1743"/>
                </a:lnTo>
                <a:lnTo>
                  <a:pt x="4277" y="1744"/>
                </a:lnTo>
                <a:lnTo>
                  <a:pt x="4277" y="1745"/>
                </a:lnTo>
                <a:lnTo>
                  <a:pt x="4276" y="1746"/>
                </a:lnTo>
                <a:lnTo>
                  <a:pt x="4276" y="1747"/>
                </a:lnTo>
                <a:lnTo>
                  <a:pt x="4277" y="1747"/>
                </a:lnTo>
                <a:lnTo>
                  <a:pt x="4278" y="1748"/>
                </a:lnTo>
                <a:lnTo>
                  <a:pt x="4277" y="1749"/>
                </a:lnTo>
                <a:lnTo>
                  <a:pt x="4277" y="1748"/>
                </a:lnTo>
                <a:lnTo>
                  <a:pt x="4277" y="1749"/>
                </a:lnTo>
                <a:lnTo>
                  <a:pt x="4276" y="1749"/>
                </a:lnTo>
                <a:lnTo>
                  <a:pt x="4276" y="1750"/>
                </a:lnTo>
                <a:lnTo>
                  <a:pt x="4275" y="1750"/>
                </a:lnTo>
                <a:lnTo>
                  <a:pt x="4273" y="1750"/>
                </a:lnTo>
                <a:lnTo>
                  <a:pt x="4272" y="1751"/>
                </a:lnTo>
                <a:lnTo>
                  <a:pt x="4273" y="1752"/>
                </a:lnTo>
                <a:lnTo>
                  <a:pt x="4273" y="1753"/>
                </a:lnTo>
                <a:lnTo>
                  <a:pt x="4273" y="1754"/>
                </a:lnTo>
                <a:lnTo>
                  <a:pt x="4272" y="1755"/>
                </a:lnTo>
                <a:lnTo>
                  <a:pt x="4271" y="1755"/>
                </a:lnTo>
                <a:lnTo>
                  <a:pt x="4271" y="1756"/>
                </a:lnTo>
                <a:lnTo>
                  <a:pt x="4271" y="1757"/>
                </a:lnTo>
                <a:lnTo>
                  <a:pt x="4271" y="1758"/>
                </a:lnTo>
                <a:lnTo>
                  <a:pt x="4270" y="1758"/>
                </a:lnTo>
                <a:lnTo>
                  <a:pt x="4270" y="1759"/>
                </a:lnTo>
                <a:lnTo>
                  <a:pt x="4270" y="1758"/>
                </a:lnTo>
                <a:lnTo>
                  <a:pt x="4269" y="1758"/>
                </a:lnTo>
                <a:lnTo>
                  <a:pt x="4268" y="1758"/>
                </a:lnTo>
                <a:lnTo>
                  <a:pt x="4268" y="1757"/>
                </a:lnTo>
                <a:lnTo>
                  <a:pt x="4268" y="1756"/>
                </a:lnTo>
                <a:lnTo>
                  <a:pt x="4268" y="1755"/>
                </a:lnTo>
                <a:lnTo>
                  <a:pt x="4269" y="1754"/>
                </a:lnTo>
                <a:lnTo>
                  <a:pt x="4269" y="1753"/>
                </a:lnTo>
                <a:lnTo>
                  <a:pt x="4268" y="1753"/>
                </a:lnTo>
                <a:lnTo>
                  <a:pt x="4267" y="1752"/>
                </a:lnTo>
                <a:lnTo>
                  <a:pt x="4267" y="1751"/>
                </a:lnTo>
                <a:lnTo>
                  <a:pt x="4267" y="1750"/>
                </a:lnTo>
                <a:lnTo>
                  <a:pt x="4267" y="1749"/>
                </a:lnTo>
                <a:lnTo>
                  <a:pt x="4266" y="1749"/>
                </a:lnTo>
                <a:lnTo>
                  <a:pt x="4265" y="1748"/>
                </a:lnTo>
                <a:lnTo>
                  <a:pt x="4264" y="1748"/>
                </a:lnTo>
                <a:lnTo>
                  <a:pt x="4264" y="1749"/>
                </a:lnTo>
                <a:lnTo>
                  <a:pt x="4263" y="1749"/>
                </a:lnTo>
                <a:lnTo>
                  <a:pt x="4259" y="1749"/>
                </a:lnTo>
                <a:lnTo>
                  <a:pt x="4258" y="1749"/>
                </a:lnTo>
                <a:lnTo>
                  <a:pt x="4258" y="1750"/>
                </a:lnTo>
                <a:lnTo>
                  <a:pt x="4259" y="1750"/>
                </a:lnTo>
                <a:lnTo>
                  <a:pt x="4259" y="1751"/>
                </a:lnTo>
                <a:lnTo>
                  <a:pt x="4259" y="1752"/>
                </a:lnTo>
                <a:lnTo>
                  <a:pt x="4258" y="1752"/>
                </a:lnTo>
                <a:lnTo>
                  <a:pt x="4257" y="1752"/>
                </a:lnTo>
                <a:lnTo>
                  <a:pt x="4256" y="1752"/>
                </a:lnTo>
                <a:lnTo>
                  <a:pt x="4255" y="1753"/>
                </a:lnTo>
                <a:lnTo>
                  <a:pt x="4256" y="1753"/>
                </a:lnTo>
                <a:lnTo>
                  <a:pt x="4256" y="1754"/>
                </a:lnTo>
                <a:lnTo>
                  <a:pt x="4255" y="1754"/>
                </a:lnTo>
                <a:lnTo>
                  <a:pt x="4255" y="1755"/>
                </a:lnTo>
                <a:lnTo>
                  <a:pt x="4254" y="1755"/>
                </a:lnTo>
                <a:lnTo>
                  <a:pt x="4254" y="1756"/>
                </a:lnTo>
                <a:lnTo>
                  <a:pt x="4253" y="1756"/>
                </a:lnTo>
                <a:lnTo>
                  <a:pt x="4253" y="1757"/>
                </a:lnTo>
                <a:lnTo>
                  <a:pt x="4253" y="1759"/>
                </a:lnTo>
                <a:lnTo>
                  <a:pt x="4254" y="1759"/>
                </a:lnTo>
                <a:lnTo>
                  <a:pt x="4255" y="1759"/>
                </a:lnTo>
                <a:lnTo>
                  <a:pt x="4256" y="1760"/>
                </a:lnTo>
                <a:lnTo>
                  <a:pt x="4257" y="1761"/>
                </a:lnTo>
                <a:lnTo>
                  <a:pt x="4257" y="1762"/>
                </a:lnTo>
                <a:lnTo>
                  <a:pt x="4257" y="1763"/>
                </a:lnTo>
                <a:lnTo>
                  <a:pt x="4256" y="1763"/>
                </a:lnTo>
                <a:lnTo>
                  <a:pt x="4255" y="1762"/>
                </a:lnTo>
                <a:lnTo>
                  <a:pt x="4254" y="1762"/>
                </a:lnTo>
                <a:lnTo>
                  <a:pt x="4254" y="1763"/>
                </a:lnTo>
                <a:lnTo>
                  <a:pt x="4253" y="1763"/>
                </a:lnTo>
                <a:lnTo>
                  <a:pt x="4253" y="1762"/>
                </a:lnTo>
                <a:lnTo>
                  <a:pt x="4252" y="1762"/>
                </a:lnTo>
                <a:lnTo>
                  <a:pt x="4251" y="1762"/>
                </a:lnTo>
                <a:lnTo>
                  <a:pt x="4250" y="1762"/>
                </a:lnTo>
                <a:lnTo>
                  <a:pt x="4250" y="1763"/>
                </a:lnTo>
                <a:lnTo>
                  <a:pt x="4249" y="1763"/>
                </a:lnTo>
                <a:lnTo>
                  <a:pt x="4250" y="1764"/>
                </a:lnTo>
                <a:lnTo>
                  <a:pt x="4250" y="1765"/>
                </a:lnTo>
                <a:lnTo>
                  <a:pt x="4251" y="1765"/>
                </a:lnTo>
                <a:lnTo>
                  <a:pt x="4251" y="1766"/>
                </a:lnTo>
                <a:lnTo>
                  <a:pt x="4250" y="1766"/>
                </a:lnTo>
                <a:lnTo>
                  <a:pt x="4249" y="1767"/>
                </a:lnTo>
                <a:lnTo>
                  <a:pt x="4249" y="1768"/>
                </a:lnTo>
                <a:lnTo>
                  <a:pt x="4250" y="1769"/>
                </a:lnTo>
                <a:lnTo>
                  <a:pt x="4251" y="1768"/>
                </a:lnTo>
                <a:lnTo>
                  <a:pt x="4252" y="1768"/>
                </a:lnTo>
                <a:lnTo>
                  <a:pt x="4252" y="1769"/>
                </a:lnTo>
                <a:lnTo>
                  <a:pt x="4252" y="1770"/>
                </a:lnTo>
                <a:lnTo>
                  <a:pt x="4252" y="1771"/>
                </a:lnTo>
                <a:lnTo>
                  <a:pt x="4251" y="1772"/>
                </a:lnTo>
                <a:lnTo>
                  <a:pt x="4252" y="1772"/>
                </a:lnTo>
                <a:lnTo>
                  <a:pt x="4252" y="1773"/>
                </a:lnTo>
                <a:lnTo>
                  <a:pt x="4252" y="1774"/>
                </a:lnTo>
                <a:lnTo>
                  <a:pt x="4253" y="1774"/>
                </a:lnTo>
                <a:lnTo>
                  <a:pt x="4253" y="1775"/>
                </a:lnTo>
                <a:lnTo>
                  <a:pt x="4253" y="1776"/>
                </a:lnTo>
                <a:lnTo>
                  <a:pt x="4252" y="1777"/>
                </a:lnTo>
                <a:lnTo>
                  <a:pt x="4253" y="1777"/>
                </a:lnTo>
                <a:lnTo>
                  <a:pt x="4253" y="1778"/>
                </a:lnTo>
                <a:lnTo>
                  <a:pt x="4253" y="1779"/>
                </a:lnTo>
                <a:lnTo>
                  <a:pt x="4253" y="1780"/>
                </a:lnTo>
                <a:lnTo>
                  <a:pt x="4253" y="1781"/>
                </a:lnTo>
                <a:lnTo>
                  <a:pt x="4254" y="1781"/>
                </a:lnTo>
                <a:lnTo>
                  <a:pt x="4254" y="1782"/>
                </a:lnTo>
                <a:lnTo>
                  <a:pt x="4255" y="1782"/>
                </a:lnTo>
                <a:lnTo>
                  <a:pt x="4255" y="1783"/>
                </a:lnTo>
                <a:lnTo>
                  <a:pt x="4256" y="1783"/>
                </a:lnTo>
                <a:lnTo>
                  <a:pt x="4255" y="1783"/>
                </a:lnTo>
                <a:lnTo>
                  <a:pt x="4254" y="1783"/>
                </a:lnTo>
                <a:lnTo>
                  <a:pt x="4253" y="1783"/>
                </a:lnTo>
                <a:lnTo>
                  <a:pt x="4252" y="1783"/>
                </a:lnTo>
                <a:lnTo>
                  <a:pt x="4251" y="1783"/>
                </a:lnTo>
                <a:lnTo>
                  <a:pt x="4250" y="1783"/>
                </a:lnTo>
                <a:lnTo>
                  <a:pt x="4250" y="1784"/>
                </a:lnTo>
                <a:lnTo>
                  <a:pt x="4249" y="1784"/>
                </a:lnTo>
                <a:lnTo>
                  <a:pt x="4248" y="1784"/>
                </a:lnTo>
                <a:lnTo>
                  <a:pt x="4247" y="1784"/>
                </a:lnTo>
                <a:lnTo>
                  <a:pt x="4246" y="1784"/>
                </a:lnTo>
                <a:lnTo>
                  <a:pt x="4245" y="1784"/>
                </a:lnTo>
                <a:lnTo>
                  <a:pt x="4245" y="1785"/>
                </a:lnTo>
                <a:lnTo>
                  <a:pt x="4246" y="1785"/>
                </a:lnTo>
                <a:lnTo>
                  <a:pt x="4245" y="1785"/>
                </a:lnTo>
                <a:lnTo>
                  <a:pt x="4245" y="1786"/>
                </a:lnTo>
                <a:lnTo>
                  <a:pt x="4244" y="1786"/>
                </a:lnTo>
                <a:lnTo>
                  <a:pt x="4244" y="1785"/>
                </a:lnTo>
                <a:lnTo>
                  <a:pt x="4242" y="1785"/>
                </a:lnTo>
                <a:lnTo>
                  <a:pt x="4241" y="1785"/>
                </a:lnTo>
                <a:lnTo>
                  <a:pt x="4240" y="1785"/>
                </a:lnTo>
                <a:lnTo>
                  <a:pt x="4239" y="1785"/>
                </a:lnTo>
                <a:lnTo>
                  <a:pt x="4239" y="1786"/>
                </a:lnTo>
                <a:lnTo>
                  <a:pt x="4240" y="1786"/>
                </a:lnTo>
                <a:lnTo>
                  <a:pt x="4240" y="1787"/>
                </a:lnTo>
                <a:lnTo>
                  <a:pt x="4239" y="1787"/>
                </a:lnTo>
                <a:lnTo>
                  <a:pt x="4238" y="1787"/>
                </a:lnTo>
                <a:lnTo>
                  <a:pt x="4238" y="1786"/>
                </a:lnTo>
                <a:lnTo>
                  <a:pt x="4238" y="1787"/>
                </a:lnTo>
                <a:lnTo>
                  <a:pt x="4237" y="1787"/>
                </a:lnTo>
                <a:lnTo>
                  <a:pt x="4236" y="1787"/>
                </a:lnTo>
                <a:lnTo>
                  <a:pt x="4235" y="1787"/>
                </a:lnTo>
                <a:lnTo>
                  <a:pt x="4234" y="1787"/>
                </a:lnTo>
                <a:lnTo>
                  <a:pt x="4233" y="1787"/>
                </a:lnTo>
                <a:lnTo>
                  <a:pt x="4232" y="1787"/>
                </a:lnTo>
                <a:lnTo>
                  <a:pt x="4232" y="1788"/>
                </a:lnTo>
                <a:lnTo>
                  <a:pt x="4232" y="1789"/>
                </a:lnTo>
                <a:lnTo>
                  <a:pt x="4231" y="1790"/>
                </a:lnTo>
                <a:lnTo>
                  <a:pt x="4230" y="1790"/>
                </a:lnTo>
                <a:lnTo>
                  <a:pt x="4229" y="1791"/>
                </a:lnTo>
                <a:lnTo>
                  <a:pt x="4228" y="1791"/>
                </a:lnTo>
                <a:lnTo>
                  <a:pt x="4227" y="1791"/>
                </a:lnTo>
                <a:lnTo>
                  <a:pt x="4226" y="1791"/>
                </a:lnTo>
                <a:lnTo>
                  <a:pt x="4226" y="1790"/>
                </a:lnTo>
                <a:lnTo>
                  <a:pt x="4225" y="1790"/>
                </a:lnTo>
                <a:lnTo>
                  <a:pt x="4224" y="1791"/>
                </a:lnTo>
                <a:lnTo>
                  <a:pt x="4223" y="1791"/>
                </a:lnTo>
                <a:lnTo>
                  <a:pt x="4222" y="1791"/>
                </a:lnTo>
                <a:lnTo>
                  <a:pt x="4221" y="1790"/>
                </a:lnTo>
                <a:lnTo>
                  <a:pt x="4221" y="1791"/>
                </a:lnTo>
                <a:lnTo>
                  <a:pt x="4220" y="1791"/>
                </a:lnTo>
                <a:lnTo>
                  <a:pt x="4220" y="1790"/>
                </a:lnTo>
                <a:lnTo>
                  <a:pt x="4219" y="1790"/>
                </a:lnTo>
                <a:lnTo>
                  <a:pt x="4219" y="1791"/>
                </a:lnTo>
                <a:lnTo>
                  <a:pt x="4217" y="1791"/>
                </a:lnTo>
                <a:lnTo>
                  <a:pt x="4217" y="1790"/>
                </a:lnTo>
                <a:lnTo>
                  <a:pt x="4218" y="1789"/>
                </a:lnTo>
                <a:lnTo>
                  <a:pt x="4219" y="1789"/>
                </a:lnTo>
                <a:lnTo>
                  <a:pt x="4219" y="1788"/>
                </a:lnTo>
                <a:lnTo>
                  <a:pt x="4219" y="1787"/>
                </a:lnTo>
                <a:lnTo>
                  <a:pt x="4220" y="1787"/>
                </a:lnTo>
                <a:lnTo>
                  <a:pt x="4221" y="1787"/>
                </a:lnTo>
                <a:lnTo>
                  <a:pt x="4221" y="1786"/>
                </a:lnTo>
                <a:lnTo>
                  <a:pt x="4220" y="1786"/>
                </a:lnTo>
                <a:lnTo>
                  <a:pt x="4220" y="1787"/>
                </a:lnTo>
                <a:lnTo>
                  <a:pt x="4219" y="1787"/>
                </a:lnTo>
                <a:lnTo>
                  <a:pt x="4219" y="1786"/>
                </a:lnTo>
                <a:lnTo>
                  <a:pt x="4220" y="1786"/>
                </a:lnTo>
                <a:lnTo>
                  <a:pt x="4219" y="1786"/>
                </a:lnTo>
                <a:lnTo>
                  <a:pt x="4220" y="1785"/>
                </a:lnTo>
                <a:lnTo>
                  <a:pt x="4221" y="1784"/>
                </a:lnTo>
                <a:lnTo>
                  <a:pt x="4221" y="1783"/>
                </a:lnTo>
                <a:lnTo>
                  <a:pt x="4221" y="1782"/>
                </a:lnTo>
                <a:lnTo>
                  <a:pt x="4222" y="1781"/>
                </a:lnTo>
                <a:lnTo>
                  <a:pt x="4222" y="1780"/>
                </a:lnTo>
                <a:lnTo>
                  <a:pt x="4223" y="1780"/>
                </a:lnTo>
                <a:lnTo>
                  <a:pt x="4223" y="1781"/>
                </a:lnTo>
                <a:lnTo>
                  <a:pt x="4224" y="1781"/>
                </a:lnTo>
                <a:lnTo>
                  <a:pt x="4224" y="1780"/>
                </a:lnTo>
                <a:lnTo>
                  <a:pt x="4223" y="1780"/>
                </a:lnTo>
                <a:lnTo>
                  <a:pt x="4224" y="1780"/>
                </a:lnTo>
                <a:lnTo>
                  <a:pt x="4223" y="1779"/>
                </a:lnTo>
                <a:lnTo>
                  <a:pt x="4224" y="1779"/>
                </a:lnTo>
                <a:lnTo>
                  <a:pt x="4224" y="1778"/>
                </a:lnTo>
                <a:lnTo>
                  <a:pt x="4224" y="1777"/>
                </a:lnTo>
                <a:lnTo>
                  <a:pt x="4223" y="1776"/>
                </a:lnTo>
                <a:lnTo>
                  <a:pt x="4223" y="1775"/>
                </a:lnTo>
                <a:lnTo>
                  <a:pt x="4222" y="1775"/>
                </a:lnTo>
                <a:lnTo>
                  <a:pt x="4221" y="1775"/>
                </a:lnTo>
                <a:lnTo>
                  <a:pt x="4221" y="1774"/>
                </a:lnTo>
                <a:lnTo>
                  <a:pt x="4220" y="1773"/>
                </a:lnTo>
                <a:lnTo>
                  <a:pt x="4220" y="1772"/>
                </a:lnTo>
                <a:lnTo>
                  <a:pt x="4220" y="1771"/>
                </a:lnTo>
                <a:lnTo>
                  <a:pt x="4220" y="1770"/>
                </a:lnTo>
                <a:lnTo>
                  <a:pt x="4219" y="1770"/>
                </a:lnTo>
                <a:lnTo>
                  <a:pt x="4219" y="1771"/>
                </a:lnTo>
                <a:lnTo>
                  <a:pt x="4218" y="1771"/>
                </a:lnTo>
                <a:lnTo>
                  <a:pt x="4218" y="1772"/>
                </a:lnTo>
                <a:lnTo>
                  <a:pt x="4218" y="1773"/>
                </a:lnTo>
                <a:lnTo>
                  <a:pt x="4217" y="1773"/>
                </a:lnTo>
                <a:lnTo>
                  <a:pt x="4217" y="1774"/>
                </a:lnTo>
                <a:lnTo>
                  <a:pt x="4216" y="1774"/>
                </a:lnTo>
                <a:lnTo>
                  <a:pt x="4217" y="1775"/>
                </a:lnTo>
                <a:lnTo>
                  <a:pt x="4217" y="1776"/>
                </a:lnTo>
                <a:lnTo>
                  <a:pt x="4218" y="1776"/>
                </a:lnTo>
                <a:lnTo>
                  <a:pt x="4219" y="1776"/>
                </a:lnTo>
                <a:lnTo>
                  <a:pt x="4219" y="1777"/>
                </a:lnTo>
                <a:lnTo>
                  <a:pt x="4218" y="1777"/>
                </a:lnTo>
                <a:lnTo>
                  <a:pt x="4216" y="1777"/>
                </a:lnTo>
                <a:lnTo>
                  <a:pt x="4216" y="1778"/>
                </a:lnTo>
                <a:lnTo>
                  <a:pt x="4215" y="1778"/>
                </a:lnTo>
                <a:lnTo>
                  <a:pt x="4214" y="1778"/>
                </a:lnTo>
                <a:lnTo>
                  <a:pt x="4214" y="1777"/>
                </a:lnTo>
                <a:lnTo>
                  <a:pt x="4215" y="1777"/>
                </a:lnTo>
                <a:lnTo>
                  <a:pt x="4215" y="1776"/>
                </a:lnTo>
                <a:lnTo>
                  <a:pt x="4214" y="1776"/>
                </a:lnTo>
                <a:lnTo>
                  <a:pt x="4213" y="1776"/>
                </a:lnTo>
                <a:lnTo>
                  <a:pt x="4212" y="1776"/>
                </a:lnTo>
                <a:lnTo>
                  <a:pt x="4212" y="1777"/>
                </a:lnTo>
                <a:lnTo>
                  <a:pt x="4211" y="1777"/>
                </a:lnTo>
                <a:lnTo>
                  <a:pt x="4211" y="1775"/>
                </a:lnTo>
                <a:lnTo>
                  <a:pt x="4211" y="1774"/>
                </a:lnTo>
                <a:lnTo>
                  <a:pt x="4210" y="1774"/>
                </a:lnTo>
                <a:lnTo>
                  <a:pt x="4209" y="1775"/>
                </a:lnTo>
                <a:lnTo>
                  <a:pt x="4208" y="1775"/>
                </a:lnTo>
                <a:lnTo>
                  <a:pt x="4207" y="1776"/>
                </a:lnTo>
                <a:lnTo>
                  <a:pt x="4206" y="1776"/>
                </a:lnTo>
                <a:lnTo>
                  <a:pt x="4205" y="1777"/>
                </a:lnTo>
                <a:lnTo>
                  <a:pt x="4204" y="1778"/>
                </a:lnTo>
                <a:lnTo>
                  <a:pt x="4203" y="1778"/>
                </a:lnTo>
                <a:lnTo>
                  <a:pt x="4202" y="1777"/>
                </a:lnTo>
                <a:lnTo>
                  <a:pt x="4201" y="1777"/>
                </a:lnTo>
                <a:lnTo>
                  <a:pt x="4202" y="1777"/>
                </a:lnTo>
                <a:lnTo>
                  <a:pt x="4203" y="1777"/>
                </a:lnTo>
                <a:lnTo>
                  <a:pt x="4202" y="1776"/>
                </a:lnTo>
                <a:lnTo>
                  <a:pt x="4201" y="1777"/>
                </a:lnTo>
                <a:lnTo>
                  <a:pt x="4202" y="1778"/>
                </a:lnTo>
                <a:lnTo>
                  <a:pt x="4203" y="1778"/>
                </a:lnTo>
                <a:lnTo>
                  <a:pt x="4203" y="1779"/>
                </a:lnTo>
                <a:lnTo>
                  <a:pt x="4202" y="1779"/>
                </a:lnTo>
                <a:lnTo>
                  <a:pt x="4202" y="1780"/>
                </a:lnTo>
                <a:lnTo>
                  <a:pt x="4203" y="1780"/>
                </a:lnTo>
                <a:lnTo>
                  <a:pt x="4203" y="1781"/>
                </a:lnTo>
                <a:lnTo>
                  <a:pt x="4203" y="1782"/>
                </a:lnTo>
                <a:lnTo>
                  <a:pt x="4202" y="1783"/>
                </a:lnTo>
                <a:lnTo>
                  <a:pt x="4201" y="1783"/>
                </a:lnTo>
                <a:lnTo>
                  <a:pt x="4200" y="1783"/>
                </a:lnTo>
                <a:lnTo>
                  <a:pt x="4199" y="1783"/>
                </a:lnTo>
                <a:lnTo>
                  <a:pt x="4198" y="1783"/>
                </a:lnTo>
                <a:lnTo>
                  <a:pt x="4199" y="1784"/>
                </a:lnTo>
                <a:lnTo>
                  <a:pt x="4200" y="1784"/>
                </a:lnTo>
                <a:lnTo>
                  <a:pt x="4201" y="1784"/>
                </a:lnTo>
                <a:lnTo>
                  <a:pt x="4201" y="1785"/>
                </a:lnTo>
                <a:lnTo>
                  <a:pt x="4201" y="1786"/>
                </a:lnTo>
                <a:lnTo>
                  <a:pt x="4202" y="1786"/>
                </a:lnTo>
                <a:lnTo>
                  <a:pt x="4202" y="1787"/>
                </a:lnTo>
                <a:lnTo>
                  <a:pt x="4203" y="1787"/>
                </a:lnTo>
                <a:lnTo>
                  <a:pt x="4204" y="1787"/>
                </a:lnTo>
                <a:lnTo>
                  <a:pt x="4205" y="1787"/>
                </a:lnTo>
                <a:lnTo>
                  <a:pt x="4205" y="1788"/>
                </a:lnTo>
                <a:lnTo>
                  <a:pt x="4206" y="1789"/>
                </a:lnTo>
                <a:lnTo>
                  <a:pt x="4206" y="1790"/>
                </a:lnTo>
                <a:lnTo>
                  <a:pt x="4207" y="1790"/>
                </a:lnTo>
                <a:lnTo>
                  <a:pt x="4208" y="1790"/>
                </a:lnTo>
                <a:lnTo>
                  <a:pt x="4209" y="1790"/>
                </a:lnTo>
                <a:lnTo>
                  <a:pt x="4210" y="1790"/>
                </a:lnTo>
                <a:lnTo>
                  <a:pt x="4211" y="1790"/>
                </a:lnTo>
                <a:lnTo>
                  <a:pt x="4212" y="1790"/>
                </a:lnTo>
                <a:lnTo>
                  <a:pt x="4212" y="1791"/>
                </a:lnTo>
                <a:lnTo>
                  <a:pt x="4212" y="1792"/>
                </a:lnTo>
                <a:lnTo>
                  <a:pt x="4211" y="1792"/>
                </a:lnTo>
                <a:lnTo>
                  <a:pt x="4211" y="1793"/>
                </a:lnTo>
                <a:lnTo>
                  <a:pt x="4212" y="1793"/>
                </a:lnTo>
                <a:lnTo>
                  <a:pt x="4212" y="1794"/>
                </a:lnTo>
                <a:lnTo>
                  <a:pt x="4210" y="1795"/>
                </a:lnTo>
                <a:lnTo>
                  <a:pt x="4209" y="1797"/>
                </a:lnTo>
                <a:lnTo>
                  <a:pt x="4209" y="1796"/>
                </a:lnTo>
                <a:lnTo>
                  <a:pt x="4208" y="1796"/>
                </a:lnTo>
                <a:lnTo>
                  <a:pt x="4208" y="1797"/>
                </a:lnTo>
                <a:lnTo>
                  <a:pt x="4209" y="1797"/>
                </a:lnTo>
                <a:lnTo>
                  <a:pt x="4210" y="1797"/>
                </a:lnTo>
                <a:lnTo>
                  <a:pt x="4212" y="1795"/>
                </a:lnTo>
                <a:lnTo>
                  <a:pt x="4213" y="1796"/>
                </a:lnTo>
                <a:lnTo>
                  <a:pt x="4213" y="1795"/>
                </a:lnTo>
                <a:lnTo>
                  <a:pt x="4214" y="1796"/>
                </a:lnTo>
                <a:lnTo>
                  <a:pt x="4213" y="1796"/>
                </a:lnTo>
                <a:lnTo>
                  <a:pt x="4213" y="1797"/>
                </a:lnTo>
                <a:lnTo>
                  <a:pt x="4213" y="1798"/>
                </a:lnTo>
                <a:lnTo>
                  <a:pt x="4213" y="1799"/>
                </a:lnTo>
                <a:lnTo>
                  <a:pt x="4214" y="1798"/>
                </a:lnTo>
                <a:lnTo>
                  <a:pt x="4215" y="1798"/>
                </a:lnTo>
                <a:lnTo>
                  <a:pt x="4214" y="1797"/>
                </a:lnTo>
                <a:lnTo>
                  <a:pt x="4215" y="1797"/>
                </a:lnTo>
                <a:lnTo>
                  <a:pt x="4216" y="1797"/>
                </a:lnTo>
                <a:lnTo>
                  <a:pt x="4216" y="1798"/>
                </a:lnTo>
                <a:lnTo>
                  <a:pt x="4216" y="1797"/>
                </a:lnTo>
                <a:lnTo>
                  <a:pt x="4216" y="1796"/>
                </a:lnTo>
                <a:lnTo>
                  <a:pt x="4216" y="1795"/>
                </a:lnTo>
                <a:lnTo>
                  <a:pt x="4217" y="1795"/>
                </a:lnTo>
                <a:lnTo>
                  <a:pt x="4219" y="1795"/>
                </a:lnTo>
                <a:lnTo>
                  <a:pt x="4219" y="1796"/>
                </a:lnTo>
                <a:lnTo>
                  <a:pt x="4219" y="1797"/>
                </a:lnTo>
                <a:lnTo>
                  <a:pt x="4218" y="1797"/>
                </a:lnTo>
                <a:lnTo>
                  <a:pt x="4218" y="1798"/>
                </a:lnTo>
                <a:lnTo>
                  <a:pt x="4218" y="1799"/>
                </a:lnTo>
                <a:lnTo>
                  <a:pt x="4217" y="1800"/>
                </a:lnTo>
                <a:lnTo>
                  <a:pt x="4216" y="1800"/>
                </a:lnTo>
                <a:lnTo>
                  <a:pt x="4215" y="1800"/>
                </a:lnTo>
                <a:lnTo>
                  <a:pt x="4214" y="1800"/>
                </a:lnTo>
                <a:lnTo>
                  <a:pt x="4213" y="1800"/>
                </a:lnTo>
                <a:lnTo>
                  <a:pt x="4212" y="1802"/>
                </a:lnTo>
                <a:lnTo>
                  <a:pt x="4211" y="1803"/>
                </a:lnTo>
                <a:lnTo>
                  <a:pt x="4210" y="1804"/>
                </a:lnTo>
                <a:lnTo>
                  <a:pt x="4209" y="1805"/>
                </a:lnTo>
                <a:lnTo>
                  <a:pt x="4209" y="1806"/>
                </a:lnTo>
                <a:lnTo>
                  <a:pt x="4208" y="1807"/>
                </a:lnTo>
                <a:lnTo>
                  <a:pt x="4207" y="1807"/>
                </a:lnTo>
                <a:lnTo>
                  <a:pt x="4207" y="1808"/>
                </a:lnTo>
                <a:lnTo>
                  <a:pt x="4206" y="1808"/>
                </a:lnTo>
                <a:lnTo>
                  <a:pt x="4206" y="1807"/>
                </a:lnTo>
                <a:lnTo>
                  <a:pt x="4206" y="1806"/>
                </a:lnTo>
                <a:lnTo>
                  <a:pt x="4207" y="1806"/>
                </a:lnTo>
                <a:lnTo>
                  <a:pt x="4207" y="1805"/>
                </a:lnTo>
                <a:lnTo>
                  <a:pt x="4208" y="1805"/>
                </a:lnTo>
                <a:lnTo>
                  <a:pt x="4208" y="1804"/>
                </a:lnTo>
                <a:lnTo>
                  <a:pt x="4209" y="1803"/>
                </a:lnTo>
                <a:lnTo>
                  <a:pt x="4210" y="1803"/>
                </a:lnTo>
                <a:lnTo>
                  <a:pt x="4210" y="1802"/>
                </a:lnTo>
                <a:lnTo>
                  <a:pt x="4209" y="1802"/>
                </a:lnTo>
                <a:lnTo>
                  <a:pt x="4208" y="1802"/>
                </a:lnTo>
                <a:lnTo>
                  <a:pt x="4207" y="1803"/>
                </a:lnTo>
                <a:lnTo>
                  <a:pt x="4206" y="1803"/>
                </a:lnTo>
                <a:lnTo>
                  <a:pt x="4206" y="1804"/>
                </a:lnTo>
                <a:lnTo>
                  <a:pt x="4205" y="1805"/>
                </a:lnTo>
                <a:lnTo>
                  <a:pt x="4205" y="1806"/>
                </a:lnTo>
                <a:lnTo>
                  <a:pt x="4204" y="1806"/>
                </a:lnTo>
                <a:lnTo>
                  <a:pt x="4204" y="1805"/>
                </a:lnTo>
                <a:lnTo>
                  <a:pt x="4203" y="1805"/>
                </a:lnTo>
                <a:lnTo>
                  <a:pt x="4203" y="1806"/>
                </a:lnTo>
                <a:lnTo>
                  <a:pt x="4203" y="1805"/>
                </a:lnTo>
                <a:lnTo>
                  <a:pt x="4202" y="1805"/>
                </a:lnTo>
                <a:lnTo>
                  <a:pt x="4202" y="1806"/>
                </a:lnTo>
                <a:lnTo>
                  <a:pt x="4201" y="1806"/>
                </a:lnTo>
                <a:lnTo>
                  <a:pt x="4200" y="1806"/>
                </a:lnTo>
                <a:lnTo>
                  <a:pt x="4200" y="1807"/>
                </a:lnTo>
                <a:lnTo>
                  <a:pt x="4199" y="1807"/>
                </a:lnTo>
                <a:lnTo>
                  <a:pt x="4199" y="1808"/>
                </a:lnTo>
                <a:lnTo>
                  <a:pt x="4198" y="1808"/>
                </a:lnTo>
                <a:lnTo>
                  <a:pt x="4197" y="1808"/>
                </a:lnTo>
                <a:lnTo>
                  <a:pt x="4197" y="1809"/>
                </a:lnTo>
                <a:lnTo>
                  <a:pt x="4196" y="1809"/>
                </a:lnTo>
                <a:lnTo>
                  <a:pt x="4196" y="1810"/>
                </a:lnTo>
                <a:lnTo>
                  <a:pt x="4196" y="1811"/>
                </a:lnTo>
                <a:lnTo>
                  <a:pt x="4195" y="1811"/>
                </a:lnTo>
                <a:lnTo>
                  <a:pt x="4195" y="1812"/>
                </a:lnTo>
                <a:lnTo>
                  <a:pt x="4195" y="1813"/>
                </a:lnTo>
                <a:lnTo>
                  <a:pt x="4194" y="1813"/>
                </a:lnTo>
                <a:lnTo>
                  <a:pt x="4194" y="1814"/>
                </a:lnTo>
                <a:lnTo>
                  <a:pt x="4194" y="1815"/>
                </a:lnTo>
                <a:lnTo>
                  <a:pt x="4193" y="1816"/>
                </a:lnTo>
                <a:lnTo>
                  <a:pt x="4194" y="1817"/>
                </a:lnTo>
                <a:lnTo>
                  <a:pt x="4194" y="1818"/>
                </a:lnTo>
                <a:lnTo>
                  <a:pt x="4195" y="1819"/>
                </a:lnTo>
                <a:lnTo>
                  <a:pt x="4194" y="1819"/>
                </a:lnTo>
                <a:lnTo>
                  <a:pt x="4194" y="1820"/>
                </a:lnTo>
                <a:lnTo>
                  <a:pt x="4193" y="1821"/>
                </a:lnTo>
                <a:lnTo>
                  <a:pt x="4193" y="1822"/>
                </a:lnTo>
                <a:lnTo>
                  <a:pt x="4192" y="1823"/>
                </a:lnTo>
                <a:lnTo>
                  <a:pt x="4193" y="1824"/>
                </a:lnTo>
                <a:lnTo>
                  <a:pt x="4192" y="1824"/>
                </a:lnTo>
                <a:lnTo>
                  <a:pt x="4192" y="1825"/>
                </a:lnTo>
                <a:lnTo>
                  <a:pt x="4191" y="1825"/>
                </a:lnTo>
                <a:lnTo>
                  <a:pt x="4190" y="1825"/>
                </a:lnTo>
                <a:lnTo>
                  <a:pt x="4190" y="1824"/>
                </a:lnTo>
                <a:lnTo>
                  <a:pt x="4189" y="1823"/>
                </a:lnTo>
                <a:lnTo>
                  <a:pt x="4188" y="1823"/>
                </a:lnTo>
                <a:lnTo>
                  <a:pt x="4188" y="1822"/>
                </a:lnTo>
                <a:lnTo>
                  <a:pt x="4187" y="1821"/>
                </a:lnTo>
                <a:lnTo>
                  <a:pt x="4186" y="1821"/>
                </a:lnTo>
                <a:lnTo>
                  <a:pt x="4185" y="1820"/>
                </a:lnTo>
                <a:lnTo>
                  <a:pt x="4184" y="1821"/>
                </a:lnTo>
                <a:lnTo>
                  <a:pt x="4183" y="1821"/>
                </a:lnTo>
                <a:lnTo>
                  <a:pt x="4183" y="1822"/>
                </a:lnTo>
                <a:lnTo>
                  <a:pt x="4183" y="1823"/>
                </a:lnTo>
                <a:lnTo>
                  <a:pt x="4184" y="1824"/>
                </a:lnTo>
                <a:lnTo>
                  <a:pt x="4184" y="1825"/>
                </a:lnTo>
                <a:lnTo>
                  <a:pt x="4185" y="1825"/>
                </a:lnTo>
                <a:lnTo>
                  <a:pt x="4186" y="1825"/>
                </a:lnTo>
                <a:lnTo>
                  <a:pt x="4186" y="1826"/>
                </a:lnTo>
                <a:lnTo>
                  <a:pt x="4185" y="1826"/>
                </a:lnTo>
                <a:lnTo>
                  <a:pt x="4185" y="1827"/>
                </a:lnTo>
                <a:lnTo>
                  <a:pt x="4184" y="1827"/>
                </a:lnTo>
                <a:lnTo>
                  <a:pt x="4183" y="1828"/>
                </a:lnTo>
                <a:lnTo>
                  <a:pt x="4183" y="1829"/>
                </a:lnTo>
                <a:lnTo>
                  <a:pt x="4183" y="1830"/>
                </a:lnTo>
                <a:lnTo>
                  <a:pt x="4182" y="1830"/>
                </a:lnTo>
                <a:lnTo>
                  <a:pt x="4182" y="1831"/>
                </a:lnTo>
                <a:lnTo>
                  <a:pt x="4183" y="1831"/>
                </a:lnTo>
                <a:lnTo>
                  <a:pt x="4183" y="1832"/>
                </a:lnTo>
                <a:lnTo>
                  <a:pt x="4184" y="1832"/>
                </a:lnTo>
                <a:lnTo>
                  <a:pt x="4184" y="1833"/>
                </a:lnTo>
                <a:lnTo>
                  <a:pt x="4183" y="1834"/>
                </a:lnTo>
                <a:lnTo>
                  <a:pt x="4183" y="1833"/>
                </a:lnTo>
                <a:lnTo>
                  <a:pt x="4182" y="1833"/>
                </a:lnTo>
                <a:lnTo>
                  <a:pt x="4182" y="1834"/>
                </a:lnTo>
                <a:lnTo>
                  <a:pt x="4181" y="1834"/>
                </a:lnTo>
                <a:lnTo>
                  <a:pt x="4181" y="1835"/>
                </a:lnTo>
                <a:lnTo>
                  <a:pt x="4180" y="1835"/>
                </a:lnTo>
                <a:lnTo>
                  <a:pt x="4180" y="1836"/>
                </a:lnTo>
                <a:lnTo>
                  <a:pt x="4179" y="1836"/>
                </a:lnTo>
                <a:lnTo>
                  <a:pt x="4179" y="1835"/>
                </a:lnTo>
                <a:lnTo>
                  <a:pt x="4178" y="1835"/>
                </a:lnTo>
                <a:lnTo>
                  <a:pt x="4178" y="1834"/>
                </a:lnTo>
                <a:lnTo>
                  <a:pt x="4177" y="1834"/>
                </a:lnTo>
                <a:lnTo>
                  <a:pt x="4176" y="1835"/>
                </a:lnTo>
                <a:lnTo>
                  <a:pt x="4176" y="1834"/>
                </a:lnTo>
                <a:lnTo>
                  <a:pt x="4176" y="1833"/>
                </a:lnTo>
                <a:lnTo>
                  <a:pt x="4175" y="1832"/>
                </a:lnTo>
                <a:lnTo>
                  <a:pt x="4174" y="1832"/>
                </a:lnTo>
                <a:lnTo>
                  <a:pt x="4174" y="1833"/>
                </a:lnTo>
                <a:lnTo>
                  <a:pt x="4175" y="1833"/>
                </a:lnTo>
                <a:lnTo>
                  <a:pt x="4174" y="1833"/>
                </a:lnTo>
                <a:lnTo>
                  <a:pt x="4173" y="1834"/>
                </a:lnTo>
                <a:lnTo>
                  <a:pt x="4172" y="1834"/>
                </a:lnTo>
                <a:lnTo>
                  <a:pt x="4172" y="1835"/>
                </a:lnTo>
                <a:lnTo>
                  <a:pt x="4173" y="1835"/>
                </a:lnTo>
                <a:lnTo>
                  <a:pt x="4172" y="1835"/>
                </a:lnTo>
                <a:lnTo>
                  <a:pt x="4172" y="1836"/>
                </a:lnTo>
                <a:lnTo>
                  <a:pt x="4171" y="1836"/>
                </a:lnTo>
                <a:lnTo>
                  <a:pt x="4172" y="1836"/>
                </a:lnTo>
                <a:lnTo>
                  <a:pt x="4173" y="1836"/>
                </a:lnTo>
                <a:lnTo>
                  <a:pt x="4173" y="1837"/>
                </a:lnTo>
                <a:lnTo>
                  <a:pt x="4172" y="1837"/>
                </a:lnTo>
                <a:lnTo>
                  <a:pt x="4172" y="1838"/>
                </a:lnTo>
                <a:lnTo>
                  <a:pt x="4173" y="1839"/>
                </a:lnTo>
                <a:lnTo>
                  <a:pt x="4172" y="1840"/>
                </a:lnTo>
                <a:lnTo>
                  <a:pt x="4171" y="1839"/>
                </a:lnTo>
                <a:lnTo>
                  <a:pt x="4170" y="1839"/>
                </a:lnTo>
                <a:lnTo>
                  <a:pt x="4169" y="1839"/>
                </a:lnTo>
                <a:lnTo>
                  <a:pt x="4169" y="1835"/>
                </a:lnTo>
                <a:lnTo>
                  <a:pt x="4168" y="1835"/>
                </a:lnTo>
                <a:lnTo>
                  <a:pt x="4168" y="1834"/>
                </a:lnTo>
                <a:lnTo>
                  <a:pt x="4168" y="1833"/>
                </a:lnTo>
                <a:lnTo>
                  <a:pt x="4167" y="1833"/>
                </a:lnTo>
                <a:lnTo>
                  <a:pt x="4167" y="1834"/>
                </a:lnTo>
                <a:lnTo>
                  <a:pt x="4167" y="1835"/>
                </a:lnTo>
                <a:lnTo>
                  <a:pt x="4166" y="1835"/>
                </a:lnTo>
                <a:lnTo>
                  <a:pt x="4165" y="1836"/>
                </a:lnTo>
                <a:lnTo>
                  <a:pt x="4164" y="1837"/>
                </a:lnTo>
                <a:lnTo>
                  <a:pt x="4163" y="1837"/>
                </a:lnTo>
                <a:lnTo>
                  <a:pt x="4162" y="1837"/>
                </a:lnTo>
                <a:lnTo>
                  <a:pt x="4162" y="1838"/>
                </a:lnTo>
                <a:lnTo>
                  <a:pt x="4161" y="1838"/>
                </a:lnTo>
                <a:lnTo>
                  <a:pt x="4160" y="1838"/>
                </a:lnTo>
                <a:lnTo>
                  <a:pt x="4160" y="1837"/>
                </a:lnTo>
                <a:lnTo>
                  <a:pt x="4159" y="1836"/>
                </a:lnTo>
                <a:lnTo>
                  <a:pt x="4159" y="1837"/>
                </a:lnTo>
                <a:lnTo>
                  <a:pt x="4160" y="1837"/>
                </a:lnTo>
                <a:lnTo>
                  <a:pt x="4160" y="1838"/>
                </a:lnTo>
                <a:lnTo>
                  <a:pt x="4159" y="1838"/>
                </a:lnTo>
                <a:lnTo>
                  <a:pt x="4160" y="1839"/>
                </a:lnTo>
                <a:lnTo>
                  <a:pt x="4161" y="1840"/>
                </a:lnTo>
                <a:lnTo>
                  <a:pt x="4160" y="1840"/>
                </a:lnTo>
                <a:lnTo>
                  <a:pt x="4160" y="1841"/>
                </a:lnTo>
                <a:lnTo>
                  <a:pt x="4159" y="1841"/>
                </a:lnTo>
                <a:lnTo>
                  <a:pt x="4158" y="1841"/>
                </a:lnTo>
                <a:lnTo>
                  <a:pt x="4157" y="1841"/>
                </a:lnTo>
                <a:lnTo>
                  <a:pt x="4158" y="1842"/>
                </a:lnTo>
                <a:lnTo>
                  <a:pt x="4159" y="1841"/>
                </a:lnTo>
                <a:lnTo>
                  <a:pt x="4159" y="1842"/>
                </a:lnTo>
                <a:lnTo>
                  <a:pt x="4158" y="1843"/>
                </a:lnTo>
                <a:lnTo>
                  <a:pt x="4158" y="1844"/>
                </a:lnTo>
                <a:lnTo>
                  <a:pt x="4157" y="1845"/>
                </a:lnTo>
                <a:lnTo>
                  <a:pt x="4157" y="1846"/>
                </a:lnTo>
                <a:lnTo>
                  <a:pt x="4157" y="1847"/>
                </a:lnTo>
                <a:lnTo>
                  <a:pt x="4156" y="1847"/>
                </a:lnTo>
                <a:lnTo>
                  <a:pt x="4156" y="1848"/>
                </a:lnTo>
                <a:lnTo>
                  <a:pt x="4156" y="1849"/>
                </a:lnTo>
                <a:lnTo>
                  <a:pt x="4156" y="1850"/>
                </a:lnTo>
                <a:lnTo>
                  <a:pt x="4155" y="1851"/>
                </a:lnTo>
                <a:lnTo>
                  <a:pt x="4155" y="1852"/>
                </a:lnTo>
                <a:lnTo>
                  <a:pt x="4154" y="1852"/>
                </a:lnTo>
                <a:lnTo>
                  <a:pt x="4153" y="1852"/>
                </a:lnTo>
                <a:lnTo>
                  <a:pt x="4153" y="1853"/>
                </a:lnTo>
                <a:lnTo>
                  <a:pt x="4153" y="1854"/>
                </a:lnTo>
                <a:lnTo>
                  <a:pt x="4152" y="1855"/>
                </a:lnTo>
                <a:lnTo>
                  <a:pt x="4152" y="1856"/>
                </a:lnTo>
                <a:lnTo>
                  <a:pt x="4152" y="1857"/>
                </a:lnTo>
                <a:lnTo>
                  <a:pt x="4152" y="1858"/>
                </a:lnTo>
                <a:lnTo>
                  <a:pt x="4151" y="1857"/>
                </a:lnTo>
                <a:lnTo>
                  <a:pt x="4151" y="1858"/>
                </a:lnTo>
                <a:lnTo>
                  <a:pt x="4152" y="1858"/>
                </a:lnTo>
                <a:lnTo>
                  <a:pt x="4152" y="1859"/>
                </a:lnTo>
                <a:lnTo>
                  <a:pt x="4152" y="1860"/>
                </a:lnTo>
                <a:lnTo>
                  <a:pt x="4151" y="1861"/>
                </a:lnTo>
                <a:lnTo>
                  <a:pt x="4151" y="1863"/>
                </a:lnTo>
                <a:lnTo>
                  <a:pt x="4150" y="1863"/>
                </a:lnTo>
                <a:lnTo>
                  <a:pt x="4150" y="1862"/>
                </a:lnTo>
                <a:lnTo>
                  <a:pt x="4151" y="1861"/>
                </a:lnTo>
                <a:lnTo>
                  <a:pt x="4151" y="1860"/>
                </a:lnTo>
                <a:lnTo>
                  <a:pt x="4149" y="1860"/>
                </a:lnTo>
                <a:lnTo>
                  <a:pt x="4149" y="1861"/>
                </a:lnTo>
                <a:lnTo>
                  <a:pt x="4149" y="1865"/>
                </a:lnTo>
                <a:lnTo>
                  <a:pt x="4149" y="1868"/>
                </a:lnTo>
                <a:lnTo>
                  <a:pt x="4148" y="1868"/>
                </a:lnTo>
                <a:lnTo>
                  <a:pt x="4148" y="1864"/>
                </a:lnTo>
                <a:lnTo>
                  <a:pt x="4146" y="1864"/>
                </a:lnTo>
                <a:lnTo>
                  <a:pt x="4145" y="1865"/>
                </a:lnTo>
                <a:lnTo>
                  <a:pt x="4144" y="1865"/>
                </a:lnTo>
                <a:lnTo>
                  <a:pt x="4143" y="1865"/>
                </a:lnTo>
                <a:lnTo>
                  <a:pt x="4144" y="1866"/>
                </a:lnTo>
                <a:lnTo>
                  <a:pt x="4144" y="1867"/>
                </a:lnTo>
                <a:lnTo>
                  <a:pt x="4143" y="1866"/>
                </a:lnTo>
                <a:lnTo>
                  <a:pt x="4142" y="1866"/>
                </a:lnTo>
                <a:lnTo>
                  <a:pt x="4142" y="1867"/>
                </a:lnTo>
                <a:lnTo>
                  <a:pt x="4142" y="1868"/>
                </a:lnTo>
                <a:lnTo>
                  <a:pt x="4141" y="1868"/>
                </a:lnTo>
                <a:lnTo>
                  <a:pt x="4141" y="1867"/>
                </a:lnTo>
                <a:lnTo>
                  <a:pt x="4140" y="1867"/>
                </a:lnTo>
                <a:lnTo>
                  <a:pt x="4140" y="1868"/>
                </a:lnTo>
                <a:lnTo>
                  <a:pt x="4141" y="1868"/>
                </a:lnTo>
                <a:lnTo>
                  <a:pt x="4141" y="1869"/>
                </a:lnTo>
                <a:lnTo>
                  <a:pt x="4140" y="1870"/>
                </a:lnTo>
                <a:lnTo>
                  <a:pt x="4140" y="1869"/>
                </a:lnTo>
                <a:lnTo>
                  <a:pt x="4139" y="1870"/>
                </a:lnTo>
                <a:lnTo>
                  <a:pt x="4138" y="1871"/>
                </a:lnTo>
                <a:lnTo>
                  <a:pt x="4138" y="1872"/>
                </a:lnTo>
                <a:lnTo>
                  <a:pt x="4138" y="1873"/>
                </a:lnTo>
                <a:lnTo>
                  <a:pt x="4137" y="1874"/>
                </a:lnTo>
                <a:lnTo>
                  <a:pt x="4137" y="1875"/>
                </a:lnTo>
                <a:lnTo>
                  <a:pt x="4137" y="1876"/>
                </a:lnTo>
                <a:lnTo>
                  <a:pt x="4137" y="1877"/>
                </a:lnTo>
                <a:lnTo>
                  <a:pt x="4136" y="1878"/>
                </a:lnTo>
                <a:lnTo>
                  <a:pt x="4136" y="1880"/>
                </a:lnTo>
                <a:lnTo>
                  <a:pt x="4136" y="1881"/>
                </a:lnTo>
                <a:lnTo>
                  <a:pt x="4135" y="1882"/>
                </a:lnTo>
                <a:lnTo>
                  <a:pt x="4135" y="1883"/>
                </a:lnTo>
                <a:lnTo>
                  <a:pt x="4135" y="1884"/>
                </a:lnTo>
                <a:lnTo>
                  <a:pt x="4135" y="1885"/>
                </a:lnTo>
                <a:lnTo>
                  <a:pt x="4136" y="1885"/>
                </a:lnTo>
                <a:lnTo>
                  <a:pt x="4136" y="1886"/>
                </a:lnTo>
                <a:lnTo>
                  <a:pt x="4136" y="1887"/>
                </a:lnTo>
                <a:lnTo>
                  <a:pt x="4136" y="1888"/>
                </a:lnTo>
                <a:lnTo>
                  <a:pt x="4135" y="1888"/>
                </a:lnTo>
                <a:lnTo>
                  <a:pt x="4135" y="1887"/>
                </a:lnTo>
                <a:lnTo>
                  <a:pt x="4135" y="1888"/>
                </a:lnTo>
                <a:lnTo>
                  <a:pt x="4136" y="1888"/>
                </a:lnTo>
                <a:lnTo>
                  <a:pt x="4136" y="1889"/>
                </a:lnTo>
                <a:lnTo>
                  <a:pt x="4135" y="1889"/>
                </a:lnTo>
                <a:lnTo>
                  <a:pt x="4135" y="1890"/>
                </a:lnTo>
                <a:lnTo>
                  <a:pt x="4135" y="1889"/>
                </a:lnTo>
                <a:lnTo>
                  <a:pt x="4134" y="1889"/>
                </a:lnTo>
                <a:lnTo>
                  <a:pt x="4134" y="1890"/>
                </a:lnTo>
                <a:lnTo>
                  <a:pt x="4134" y="1891"/>
                </a:lnTo>
                <a:lnTo>
                  <a:pt x="4133" y="1891"/>
                </a:lnTo>
                <a:lnTo>
                  <a:pt x="4133" y="1890"/>
                </a:lnTo>
                <a:lnTo>
                  <a:pt x="4134" y="1889"/>
                </a:lnTo>
                <a:lnTo>
                  <a:pt x="4133" y="1889"/>
                </a:lnTo>
                <a:lnTo>
                  <a:pt x="4132" y="1890"/>
                </a:lnTo>
                <a:lnTo>
                  <a:pt x="4131" y="1890"/>
                </a:lnTo>
                <a:lnTo>
                  <a:pt x="4130" y="1890"/>
                </a:lnTo>
                <a:lnTo>
                  <a:pt x="4128" y="1891"/>
                </a:lnTo>
                <a:lnTo>
                  <a:pt x="4128" y="1890"/>
                </a:lnTo>
                <a:lnTo>
                  <a:pt x="4128" y="1889"/>
                </a:lnTo>
                <a:lnTo>
                  <a:pt x="4128" y="1890"/>
                </a:lnTo>
                <a:lnTo>
                  <a:pt x="4127" y="1891"/>
                </a:lnTo>
                <a:lnTo>
                  <a:pt x="4125" y="1891"/>
                </a:lnTo>
                <a:lnTo>
                  <a:pt x="4124" y="1892"/>
                </a:lnTo>
                <a:lnTo>
                  <a:pt x="4123" y="1893"/>
                </a:lnTo>
                <a:lnTo>
                  <a:pt x="4123" y="1892"/>
                </a:lnTo>
                <a:lnTo>
                  <a:pt x="4123" y="1893"/>
                </a:lnTo>
                <a:lnTo>
                  <a:pt x="4122" y="1893"/>
                </a:lnTo>
                <a:lnTo>
                  <a:pt x="4121" y="1895"/>
                </a:lnTo>
                <a:lnTo>
                  <a:pt x="4120" y="1895"/>
                </a:lnTo>
                <a:lnTo>
                  <a:pt x="4120" y="1896"/>
                </a:lnTo>
                <a:lnTo>
                  <a:pt x="4120" y="1897"/>
                </a:lnTo>
                <a:lnTo>
                  <a:pt x="4120" y="1898"/>
                </a:lnTo>
                <a:lnTo>
                  <a:pt x="4119" y="1898"/>
                </a:lnTo>
                <a:lnTo>
                  <a:pt x="4119" y="1899"/>
                </a:lnTo>
                <a:lnTo>
                  <a:pt x="4119" y="1901"/>
                </a:lnTo>
                <a:lnTo>
                  <a:pt x="4119" y="1902"/>
                </a:lnTo>
                <a:lnTo>
                  <a:pt x="4119" y="1903"/>
                </a:lnTo>
                <a:lnTo>
                  <a:pt x="4119" y="1904"/>
                </a:lnTo>
                <a:lnTo>
                  <a:pt x="4119" y="1905"/>
                </a:lnTo>
                <a:lnTo>
                  <a:pt x="4119" y="1906"/>
                </a:lnTo>
                <a:lnTo>
                  <a:pt x="4119" y="1907"/>
                </a:lnTo>
                <a:lnTo>
                  <a:pt x="4119" y="1908"/>
                </a:lnTo>
                <a:lnTo>
                  <a:pt x="4119" y="1909"/>
                </a:lnTo>
                <a:lnTo>
                  <a:pt x="4118" y="1910"/>
                </a:lnTo>
                <a:lnTo>
                  <a:pt x="4119" y="1910"/>
                </a:lnTo>
                <a:lnTo>
                  <a:pt x="4118" y="1910"/>
                </a:lnTo>
                <a:lnTo>
                  <a:pt x="4118" y="1911"/>
                </a:lnTo>
                <a:lnTo>
                  <a:pt x="4119" y="1911"/>
                </a:lnTo>
                <a:lnTo>
                  <a:pt x="4119" y="1914"/>
                </a:lnTo>
                <a:lnTo>
                  <a:pt x="4118" y="1914"/>
                </a:lnTo>
                <a:lnTo>
                  <a:pt x="4119" y="1914"/>
                </a:lnTo>
                <a:lnTo>
                  <a:pt x="4120" y="1914"/>
                </a:lnTo>
                <a:lnTo>
                  <a:pt x="4120" y="1915"/>
                </a:lnTo>
                <a:lnTo>
                  <a:pt x="4118" y="1916"/>
                </a:lnTo>
                <a:lnTo>
                  <a:pt x="4119" y="1916"/>
                </a:lnTo>
                <a:lnTo>
                  <a:pt x="4119" y="1917"/>
                </a:lnTo>
                <a:lnTo>
                  <a:pt x="4120" y="1916"/>
                </a:lnTo>
                <a:lnTo>
                  <a:pt x="4120" y="1917"/>
                </a:lnTo>
                <a:lnTo>
                  <a:pt x="4120" y="1918"/>
                </a:lnTo>
                <a:lnTo>
                  <a:pt x="4121" y="1919"/>
                </a:lnTo>
                <a:lnTo>
                  <a:pt x="4121" y="1920"/>
                </a:lnTo>
                <a:lnTo>
                  <a:pt x="4121" y="1921"/>
                </a:lnTo>
                <a:lnTo>
                  <a:pt x="4122" y="1921"/>
                </a:lnTo>
                <a:lnTo>
                  <a:pt x="4123" y="1921"/>
                </a:lnTo>
                <a:lnTo>
                  <a:pt x="4124" y="1920"/>
                </a:lnTo>
                <a:lnTo>
                  <a:pt x="4125" y="1920"/>
                </a:lnTo>
                <a:lnTo>
                  <a:pt x="4126" y="1920"/>
                </a:lnTo>
                <a:lnTo>
                  <a:pt x="4126" y="1921"/>
                </a:lnTo>
                <a:lnTo>
                  <a:pt x="4127" y="1921"/>
                </a:lnTo>
                <a:lnTo>
                  <a:pt x="4128" y="1922"/>
                </a:lnTo>
                <a:lnTo>
                  <a:pt x="4129" y="1922"/>
                </a:lnTo>
                <a:lnTo>
                  <a:pt x="4130" y="1922"/>
                </a:lnTo>
                <a:lnTo>
                  <a:pt x="4130" y="1923"/>
                </a:lnTo>
                <a:lnTo>
                  <a:pt x="4131" y="1923"/>
                </a:lnTo>
                <a:lnTo>
                  <a:pt x="4132" y="1923"/>
                </a:lnTo>
                <a:lnTo>
                  <a:pt x="4133" y="1923"/>
                </a:lnTo>
                <a:lnTo>
                  <a:pt x="4134" y="1923"/>
                </a:lnTo>
                <a:lnTo>
                  <a:pt x="4134" y="1924"/>
                </a:lnTo>
                <a:lnTo>
                  <a:pt x="4135" y="1924"/>
                </a:lnTo>
                <a:lnTo>
                  <a:pt x="4136" y="1924"/>
                </a:lnTo>
                <a:lnTo>
                  <a:pt x="4137" y="1925"/>
                </a:lnTo>
                <a:lnTo>
                  <a:pt x="4138" y="1925"/>
                </a:lnTo>
                <a:lnTo>
                  <a:pt x="4139" y="1925"/>
                </a:lnTo>
                <a:lnTo>
                  <a:pt x="4140" y="1925"/>
                </a:lnTo>
                <a:lnTo>
                  <a:pt x="4141" y="1925"/>
                </a:lnTo>
                <a:lnTo>
                  <a:pt x="4142" y="1925"/>
                </a:lnTo>
                <a:lnTo>
                  <a:pt x="4142" y="1926"/>
                </a:lnTo>
                <a:lnTo>
                  <a:pt x="4143" y="1926"/>
                </a:lnTo>
                <a:lnTo>
                  <a:pt x="4144" y="1926"/>
                </a:lnTo>
                <a:lnTo>
                  <a:pt x="4146" y="1927"/>
                </a:lnTo>
                <a:lnTo>
                  <a:pt x="4147" y="1927"/>
                </a:lnTo>
                <a:lnTo>
                  <a:pt x="4147" y="1926"/>
                </a:lnTo>
                <a:lnTo>
                  <a:pt x="4148" y="1926"/>
                </a:lnTo>
                <a:lnTo>
                  <a:pt x="4148" y="1927"/>
                </a:lnTo>
                <a:lnTo>
                  <a:pt x="4147" y="1927"/>
                </a:lnTo>
                <a:lnTo>
                  <a:pt x="4146" y="1927"/>
                </a:lnTo>
                <a:lnTo>
                  <a:pt x="4146" y="1928"/>
                </a:lnTo>
                <a:lnTo>
                  <a:pt x="4144" y="1928"/>
                </a:lnTo>
                <a:lnTo>
                  <a:pt x="4145" y="1929"/>
                </a:lnTo>
                <a:lnTo>
                  <a:pt x="4144" y="1930"/>
                </a:lnTo>
                <a:lnTo>
                  <a:pt x="4144" y="1929"/>
                </a:lnTo>
                <a:lnTo>
                  <a:pt x="4143" y="1930"/>
                </a:lnTo>
                <a:lnTo>
                  <a:pt x="4143" y="1931"/>
                </a:lnTo>
                <a:lnTo>
                  <a:pt x="4142" y="1931"/>
                </a:lnTo>
                <a:lnTo>
                  <a:pt x="4142" y="1932"/>
                </a:lnTo>
                <a:lnTo>
                  <a:pt x="4142" y="1933"/>
                </a:lnTo>
                <a:lnTo>
                  <a:pt x="4143" y="1933"/>
                </a:lnTo>
                <a:lnTo>
                  <a:pt x="4144" y="1934"/>
                </a:lnTo>
                <a:lnTo>
                  <a:pt x="4145" y="1934"/>
                </a:lnTo>
                <a:lnTo>
                  <a:pt x="4145" y="1935"/>
                </a:lnTo>
                <a:lnTo>
                  <a:pt x="4148" y="1937"/>
                </a:lnTo>
                <a:lnTo>
                  <a:pt x="4148" y="1938"/>
                </a:lnTo>
                <a:lnTo>
                  <a:pt x="4150" y="1937"/>
                </a:lnTo>
                <a:lnTo>
                  <a:pt x="4151" y="1937"/>
                </a:lnTo>
                <a:lnTo>
                  <a:pt x="4151" y="1939"/>
                </a:lnTo>
                <a:lnTo>
                  <a:pt x="4152" y="1939"/>
                </a:lnTo>
                <a:lnTo>
                  <a:pt x="4152" y="1940"/>
                </a:lnTo>
                <a:lnTo>
                  <a:pt x="4153" y="1941"/>
                </a:lnTo>
                <a:lnTo>
                  <a:pt x="4154" y="1941"/>
                </a:lnTo>
                <a:lnTo>
                  <a:pt x="4153" y="1941"/>
                </a:lnTo>
                <a:lnTo>
                  <a:pt x="4155" y="1942"/>
                </a:lnTo>
                <a:lnTo>
                  <a:pt x="4156" y="1942"/>
                </a:lnTo>
                <a:lnTo>
                  <a:pt x="4157" y="1943"/>
                </a:lnTo>
                <a:lnTo>
                  <a:pt x="4158" y="1943"/>
                </a:lnTo>
                <a:lnTo>
                  <a:pt x="4159" y="1944"/>
                </a:lnTo>
                <a:lnTo>
                  <a:pt x="4159" y="1945"/>
                </a:lnTo>
                <a:lnTo>
                  <a:pt x="4159" y="1946"/>
                </a:lnTo>
                <a:lnTo>
                  <a:pt x="4159" y="1948"/>
                </a:lnTo>
                <a:lnTo>
                  <a:pt x="4160" y="1948"/>
                </a:lnTo>
                <a:lnTo>
                  <a:pt x="4162" y="1948"/>
                </a:lnTo>
                <a:lnTo>
                  <a:pt x="4162" y="1947"/>
                </a:lnTo>
                <a:lnTo>
                  <a:pt x="4163" y="1947"/>
                </a:lnTo>
                <a:lnTo>
                  <a:pt x="4163" y="1948"/>
                </a:lnTo>
                <a:lnTo>
                  <a:pt x="4164" y="1947"/>
                </a:lnTo>
                <a:lnTo>
                  <a:pt x="4166" y="1947"/>
                </a:lnTo>
                <a:lnTo>
                  <a:pt x="4166" y="1948"/>
                </a:lnTo>
                <a:lnTo>
                  <a:pt x="4167" y="1948"/>
                </a:lnTo>
                <a:lnTo>
                  <a:pt x="4170" y="1950"/>
                </a:lnTo>
                <a:lnTo>
                  <a:pt x="4171" y="1950"/>
                </a:lnTo>
                <a:lnTo>
                  <a:pt x="4172" y="1951"/>
                </a:lnTo>
                <a:lnTo>
                  <a:pt x="4171" y="1951"/>
                </a:lnTo>
                <a:lnTo>
                  <a:pt x="4172" y="1952"/>
                </a:lnTo>
                <a:lnTo>
                  <a:pt x="4172" y="1953"/>
                </a:lnTo>
                <a:lnTo>
                  <a:pt x="4173" y="1953"/>
                </a:lnTo>
                <a:lnTo>
                  <a:pt x="4174" y="1953"/>
                </a:lnTo>
                <a:lnTo>
                  <a:pt x="4175" y="1953"/>
                </a:lnTo>
                <a:lnTo>
                  <a:pt x="4176" y="1954"/>
                </a:lnTo>
                <a:lnTo>
                  <a:pt x="4177" y="1954"/>
                </a:lnTo>
                <a:lnTo>
                  <a:pt x="4180" y="1954"/>
                </a:lnTo>
                <a:lnTo>
                  <a:pt x="4181" y="1954"/>
                </a:lnTo>
                <a:lnTo>
                  <a:pt x="4181" y="1955"/>
                </a:lnTo>
                <a:lnTo>
                  <a:pt x="4182" y="1955"/>
                </a:lnTo>
                <a:lnTo>
                  <a:pt x="4183" y="1955"/>
                </a:lnTo>
                <a:lnTo>
                  <a:pt x="4184" y="1955"/>
                </a:lnTo>
                <a:lnTo>
                  <a:pt x="4185" y="1955"/>
                </a:lnTo>
                <a:lnTo>
                  <a:pt x="4186" y="1956"/>
                </a:lnTo>
                <a:lnTo>
                  <a:pt x="4187" y="1956"/>
                </a:lnTo>
                <a:lnTo>
                  <a:pt x="4189" y="1957"/>
                </a:lnTo>
                <a:lnTo>
                  <a:pt x="4190" y="1957"/>
                </a:lnTo>
                <a:lnTo>
                  <a:pt x="4191" y="1958"/>
                </a:lnTo>
                <a:lnTo>
                  <a:pt x="4192" y="1958"/>
                </a:lnTo>
                <a:lnTo>
                  <a:pt x="4194" y="1959"/>
                </a:lnTo>
                <a:lnTo>
                  <a:pt x="4196" y="1960"/>
                </a:lnTo>
                <a:lnTo>
                  <a:pt x="4197" y="1960"/>
                </a:lnTo>
                <a:lnTo>
                  <a:pt x="4197" y="1961"/>
                </a:lnTo>
                <a:lnTo>
                  <a:pt x="4199" y="1962"/>
                </a:lnTo>
                <a:lnTo>
                  <a:pt x="4199" y="1963"/>
                </a:lnTo>
                <a:lnTo>
                  <a:pt x="4200" y="1963"/>
                </a:lnTo>
                <a:lnTo>
                  <a:pt x="4201" y="1963"/>
                </a:lnTo>
                <a:lnTo>
                  <a:pt x="4201" y="1964"/>
                </a:lnTo>
                <a:lnTo>
                  <a:pt x="4202" y="1964"/>
                </a:lnTo>
                <a:lnTo>
                  <a:pt x="4204" y="1965"/>
                </a:lnTo>
                <a:lnTo>
                  <a:pt x="4205" y="1965"/>
                </a:lnTo>
                <a:lnTo>
                  <a:pt x="4206" y="1966"/>
                </a:lnTo>
                <a:lnTo>
                  <a:pt x="4207" y="1966"/>
                </a:lnTo>
                <a:lnTo>
                  <a:pt x="4208" y="1966"/>
                </a:lnTo>
                <a:lnTo>
                  <a:pt x="4209" y="1967"/>
                </a:lnTo>
                <a:lnTo>
                  <a:pt x="4211" y="1968"/>
                </a:lnTo>
                <a:lnTo>
                  <a:pt x="4213" y="1968"/>
                </a:lnTo>
                <a:lnTo>
                  <a:pt x="4215" y="1969"/>
                </a:lnTo>
                <a:lnTo>
                  <a:pt x="4215" y="1970"/>
                </a:lnTo>
                <a:lnTo>
                  <a:pt x="4216" y="1970"/>
                </a:lnTo>
                <a:lnTo>
                  <a:pt x="4216" y="1971"/>
                </a:lnTo>
                <a:lnTo>
                  <a:pt x="4216" y="1972"/>
                </a:lnTo>
                <a:lnTo>
                  <a:pt x="4216" y="1973"/>
                </a:lnTo>
                <a:lnTo>
                  <a:pt x="4216" y="1974"/>
                </a:lnTo>
                <a:lnTo>
                  <a:pt x="4217" y="1974"/>
                </a:lnTo>
                <a:lnTo>
                  <a:pt x="4216" y="1975"/>
                </a:lnTo>
                <a:lnTo>
                  <a:pt x="4216" y="1976"/>
                </a:lnTo>
                <a:lnTo>
                  <a:pt x="4217" y="1976"/>
                </a:lnTo>
                <a:lnTo>
                  <a:pt x="4217" y="1977"/>
                </a:lnTo>
                <a:lnTo>
                  <a:pt x="4217" y="1978"/>
                </a:lnTo>
                <a:lnTo>
                  <a:pt x="4217" y="1979"/>
                </a:lnTo>
                <a:lnTo>
                  <a:pt x="4218" y="1979"/>
                </a:lnTo>
                <a:lnTo>
                  <a:pt x="4218" y="1980"/>
                </a:lnTo>
                <a:lnTo>
                  <a:pt x="4218" y="1981"/>
                </a:lnTo>
                <a:lnTo>
                  <a:pt x="4218" y="1982"/>
                </a:lnTo>
                <a:lnTo>
                  <a:pt x="4218" y="1983"/>
                </a:lnTo>
                <a:lnTo>
                  <a:pt x="4219" y="1985"/>
                </a:lnTo>
                <a:lnTo>
                  <a:pt x="4219" y="1986"/>
                </a:lnTo>
                <a:lnTo>
                  <a:pt x="4220" y="1986"/>
                </a:lnTo>
                <a:lnTo>
                  <a:pt x="4220" y="1987"/>
                </a:lnTo>
                <a:lnTo>
                  <a:pt x="4220" y="1988"/>
                </a:lnTo>
                <a:lnTo>
                  <a:pt x="4221" y="1989"/>
                </a:lnTo>
                <a:lnTo>
                  <a:pt x="4220" y="1989"/>
                </a:lnTo>
                <a:lnTo>
                  <a:pt x="4220" y="1991"/>
                </a:lnTo>
                <a:lnTo>
                  <a:pt x="4221" y="1991"/>
                </a:lnTo>
                <a:lnTo>
                  <a:pt x="4222" y="1992"/>
                </a:lnTo>
                <a:lnTo>
                  <a:pt x="4222" y="1993"/>
                </a:lnTo>
                <a:lnTo>
                  <a:pt x="4223" y="1994"/>
                </a:lnTo>
                <a:lnTo>
                  <a:pt x="4223" y="1995"/>
                </a:lnTo>
                <a:lnTo>
                  <a:pt x="4224" y="1995"/>
                </a:lnTo>
                <a:lnTo>
                  <a:pt x="4224" y="1996"/>
                </a:lnTo>
                <a:lnTo>
                  <a:pt x="4224" y="1997"/>
                </a:lnTo>
                <a:lnTo>
                  <a:pt x="4225" y="1997"/>
                </a:lnTo>
                <a:lnTo>
                  <a:pt x="4226" y="2000"/>
                </a:lnTo>
                <a:lnTo>
                  <a:pt x="4226" y="2001"/>
                </a:lnTo>
                <a:lnTo>
                  <a:pt x="4227" y="2002"/>
                </a:lnTo>
                <a:lnTo>
                  <a:pt x="4227" y="2003"/>
                </a:lnTo>
                <a:lnTo>
                  <a:pt x="4227" y="2004"/>
                </a:lnTo>
                <a:lnTo>
                  <a:pt x="4227" y="2003"/>
                </a:lnTo>
                <a:lnTo>
                  <a:pt x="4227" y="2004"/>
                </a:lnTo>
                <a:lnTo>
                  <a:pt x="4228" y="2004"/>
                </a:lnTo>
                <a:lnTo>
                  <a:pt x="4228" y="2005"/>
                </a:lnTo>
                <a:lnTo>
                  <a:pt x="4229" y="2006"/>
                </a:lnTo>
                <a:lnTo>
                  <a:pt x="4229" y="2007"/>
                </a:lnTo>
                <a:lnTo>
                  <a:pt x="4229" y="2008"/>
                </a:lnTo>
                <a:lnTo>
                  <a:pt x="4230" y="2009"/>
                </a:lnTo>
                <a:lnTo>
                  <a:pt x="4230" y="2010"/>
                </a:lnTo>
                <a:lnTo>
                  <a:pt x="4231" y="2012"/>
                </a:lnTo>
                <a:lnTo>
                  <a:pt x="4232" y="2013"/>
                </a:lnTo>
                <a:lnTo>
                  <a:pt x="4233" y="2014"/>
                </a:lnTo>
                <a:lnTo>
                  <a:pt x="4233" y="2016"/>
                </a:lnTo>
                <a:lnTo>
                  <a:pt x="4234" y="2016"/>
                </a:lnTo>
                <a:lnTo>
                  <a:pt x="4234" y="2017"/>
                </a:lnTo>
                <a:lnTo>
                  <a:pt x="4234" y="2018"/>
                </a:lnTo>
                <a:lnTo>
                  <a:pt x="4235" y="2018"/>
                </a:lnTo>
                <a:lnTo>
                  <a:pt x="4235" y="2020"/>
                </a:lnTo>
                <a:lnTo>
                  <a:pt x="4234" y="2020"/>
                </a:lnTo>
                <a:lnTo>
                  <a:pt x="4234" y="2021"/>
                </a:lnTo>
                <a:lnTo>
                  <a:pt x="4233" y="2021"/>
                </a:lnTo>
                <a:lnTo>
                  <a:pt x="4233" y="2022"/>
                </a:lnTo>
                <a:lnTo>
                  <a:pt x="4234" y="2022"/>
                </a:lnTo>
                <a:lnTo>
                  <a:pt x="4235" y="2021"/>
                </a:lnTo>
                <a:lnTo>
                  <a:pt x="4236" y="2021"/>
                </a:lnTo>
                <a:lnTo>
                  <a:pt x="4237" y="2022"/>
                </a:lnTo>
                <a:lnTo>
                  <a:pt x="4238" y="2022"/>
                </a:lnTo>
                <a:lnTo>
                  <a:pt x="4238" y="2024"/>
                </a:lnTo>
                <a:lnTo>
                  <a:pt x="4239" y="2024"/>
                </a:lnTo>
                <a:lnTo>
                  <a:pt x="4239" y="2025"/>
                </a:lnTo>
                <a:lnTo>
                  <a:pt x="4240" y="2027"/>
                </a:lnTo>
                <a:lnTo>
                  <a:pt x="4240" y="2028"/>
                </a:lnTo>
                <a:lnTo>
                  <a:pt x="4240" y="2029"/>
                </a:lnTo>
                <a:lnTo>
                  <a:pt x="4241" y="2029"/>
                </a:lnTo>
                <a:lnTo>
                  <a:pt x="4241" y="2030"/>
                </a:lnTo>
                <a:lnTo>
                  <a:pt x="4241" y="2031"/>
                </a:lnTo>
                <a:lnTo>
                  <a:pt x="4242" y="2031"/>
                </a:lnTo>
                <a:lnTo>
                  <a:pt x="4242" y="2032"/>
                </a:lnTo>
                <a:lnTo>
                  <a:pt x="4242" y="2033"/>
                </a:lnTo>
                <a:lnTo>
                  <a:pt x="4243" y="2034"/>
                </a:lnTo>
                <a:lnTo>
                  <a:pt x="4243" y="2036"/>
                </a:lnTo>
                <a:lnTo>
                  <a:pt x="4244" y="2036"/>
                </a:lnTo>
                <a:lnTo>
                  <a:pt x="4244" y="2037"/>
                </a:lnTo>
                <a:lnTo>
                  <a:pt x="4243" y="2037"/>
                </a:lnTo>
                <a:lnTo>
                  <a:pt x="4243" y="2038"/>
                </a:lnTo>
                <a:lnTo>
                  <a:pt x="4242" y="2038"/>
                </a:lnTo>
                <a:lnTo>
                  <a:pt x="4242" y="2039"/>
                </a:lnTo>
                <a:lnTo>
                  <a:pt x="4243" y="2039"/>
                </a:lnTo>
                <a:lnTo>
                  <a:pt x="4244" y="2039"/>
                </a:lnTo>
                <a:lnTo>
                  <a:pt x="4244" y="2040"/>
                </a:lnTo>
                <a:lnTo>
                  <a:pt x="4244" y="2041"/>
                </a:lnTo>
                <a:lnTo>
                  <a:pt x="4244" y="2043"/>
                </a:lnTo>
                <a:lnTo>
                  <a:pt x="4242" y="2044"/>
                </a:lnTo>
                <a:lnTo>
                  <a:pt x="4241" y="2044"/>
                </a:lnTo>
                <a:lnTo>
                  <a:pt x="4242" y="2045"/>
                </a:lnTo>
                <a:lnTo>
                  <a:pt x="4240" y="2046"/>
                </a:lnTo>
                <a:lnTo>
                  <a:pt x="4240" y="2047"/>
                </a:lnTo>
                <a:lnTo>
                  <a:pt x="4241" y="2048"/>
                </a:lnTo>
                <a:lnTo>
                  <a:pt x="4243" y="2049"/>
                </a:lnTo>
                <a:lnTo>
                  <a:pt x="4245" y="2051"/>
                </a:lnTo>
                <a:lnTo>
                  <a:pt x="4246" y="2051"/>
                </a:lnTo>
                <a:lnTo>
                  <a:pt x="4247" y="2051"/>
                </a:lnTo>
                <a:lnTo>
                  <a:pt x="4247" y="2052"/>
                </a:lnTo>
                <a:lnTo>
                  <a:pt x="4248" y="2052"/>
                </a:lnTo>
                <a:lnTo>
                  <a:pt x="4249" y="2052"/>
                </a:lnTo>
                <a:lnTo>
                  <a:pt x="4248" y="2052"/>
                </a:lnTo>
                <a:lnTo>
                  <a:pt x="4247" y="2053"/>
                </a:lnTo>
                <a:lnTo>
                  <a:pt x="4248" y="2053"/>
                </a:lnTo>
                <a:lnTo>
                  <a:pt x="4250" y="2052"/>
                </a:lnTo>
                <a:lnTo>
                  <a:pt x="4250" y="2053"/>
                </a:lnTo>
                <a:lnTo>
                  <a:pt x="4250" y="2054"/>
                </a:lnTo>
                <a:lnTo>
                  <a:pt x="4250" y="2055"/>
                </a:lnTo>
                <a:lnTo>
                  <a:pt x="4251" y="2055"/>
                </a:lnTo>
                <a:lnTo>
                  <a:pt x="4252" y="2055"/>
                </a:lnTo>
                <a:lnTo>
                  <a:pt x="4252" y="2056"/>
                </a:lnTo>
                <a:lnTo>
                  <a:pt x="4253" y="2057"/>
                </a:lnTo>
                <a:lnTo>
                  <a:pt x="4253" y="2058"/>
                </a:lnTo>
                <a:lnTo>
                  <a:pt x="4253" y="2059"/>
                </a:lnTo>
                <a:lnTo>
                  <a:pt x="4253" y="2060"/>
                </a:lnTo>
                <a:lnTo>
                  <a:pt x="4254" y="2060"/>
                </a:lnTo>
                <a:lnTo>
                  <a:pt x="4255" y="2060"/>
                </a:lnTo>
                <a:lnTo>
                  <a:pt x="4255" y="2061"/>
                </a:lnTo>
                <a:lnTo>
                  <a:pt x="4255" y="2063"/>
                </a:lnTo>
                <a:lnTo>
                  <a:pt x="4256" y="2063"/>
                </a:lnTo>
                <a:lnTo>
                  <a:pt x="4256" y="2064"/>
                </a:lnTo>
                <a:lnTo>
                  <a:pt x="4256" y="2065"/>
                </a:lnTo>
                <a:lnTo>
                  <a:pt x="4255" y="2065"/>
                </a:lnTo>
                <a:lnTo>
                  <a:pt x="4254" y="2065"/>
                </a:lnTo>
                <a:lnTo>
                  <a:pt x="4255" y="2066"/>
                </a:lnTo>
                <a:lnTo>
                  <a:pt x="4255" y="2065"/>
                </a:lnTo>
                <a:lnTo>
                  <a:pt x="4256" y="2065"/>
                </a:lnTo>
                <a:lnTo>
                  <a:pt x="4256" y="2067"/>
                </a:lnTo>
                <a:lnTo>
                  <a:pt x="4256" y="2068"/>
                </a:lnTo>
                <a:lnTo>
                  <a:pt x="4255" y="2068"/>
                </a:lnTo>
                <a:lnTo>
                  <a:pt x="4254" y="2069"/>
                </a:lnTo>
                <a:lnTo>
                  <a:pt x="4253" y="2069"/>
                </a:lnTo>
                <a:lnTo>
                  <a:pt x="4252" y="2069"/>
                </a:lnTo>
                <a:lnTo>
                  <a:pt x="4252" y="2070"/>
                </a:lnTo>
                <a:lnTo>
                  <a:pt x="4253" y="2070"/>
                </a:lnTo>
                <a:lnTo>
                  <a:pt x="4254" y="2070"/>
                </a:lnTo>
                <a:lnTo>
                  <a:pt x="4254" y="2069"/>
                </a:lnTo>
                <a:lnTo>
                  <a:pt x="4255" y="2068"/>
                </a:lnTo>
                <a:lnTo>
                  <a:pt x="4255" y="2069"/>
                </a:lnTo>
                <a:lnTo>
                  <a:pt x="4256" y="2068"/>
                </a:lnTo>
                <a:lnTo>
                  <a:pt x="4257" y="2068"/>
                </a:lnTo>
                <a:lnTo>
                  <a:pt x="4257" y="2069"/>
                </a:lnTo>
                <a:lnTo>
                  <a:pt x="4258" y="2070"/>
                </a:lnTo>
                <a:lnTo>
                  <a:pt x="4258" y="2069"/>
                </a:lnTo>
                <a:lnTo>
                  <a:pt x="4259" y="2070"/>
                </a:lnTo>
                <a:lnTo>
                  <a:pt x="4258" y="2070"/>
                </a:lnTo>
                <a:lnTo>
                  <a:pt x="4259" y="2070"/>
                </a:lnTo>
                <a:lnTo>
                  <a:pt x="4259" y="2071"/>
                </a:lnTo>
                <a:lnTo>
                  <a:pt x="4259" y="2073"/>
                </a:lnTo>
                <a:lnTo>
                  <a:pt x="4260" y="2073"/>
                </a:lnTo>
                <a:lnTo>
                  <a:pt x="4260" y="2074"/>
                </a:lnTo>
                <a:lnTo>
                  <a:pt x="4261" y="2075"/>
                </a:lnTo>
                <a:lnTo>
                  <a:pt x="4261" y="2076"/>
                </a:lnTo>
                <a:lnTo>
                  <a:pt x="4262" y="2077"/>
                </a:lnTo>
                <a:lnTo>
                  <a:pt x="4263" y="2080"/>
                </a:lnTo>
                <a:lnTo>
                  <a:pt x="4265" y="2080"/>
                </a:lnTo>
                <a:lnTo>
                  <a:pt x="4266" y="2080"/>
                </a:lnTo>
                <a:lnTo>
                  <a:pt x="4267" y="2081"/>
                </a:lnTo>
                <a:lnTo>
                  <a:pt x="4266" y="2082"/>
                </a:lnTo>
                <a:lnTo>
                  <a:pt x="4266" y="2083"/>
                </a:lnTo>
                <a:lnTo>
                  <a:pt x="4266" y="2084"/>
                </a:lnTo>
                <a:lnTo>
                  <a:pt x="4267" y="2085"/>
                </a:lnTo>
                <a:lnTo>
                  <a:pt x="4265" y="2085"/>
                </a:lnTo>
                <a:lnTo>
                  <a:pt x="4266" y="2086"/>
                </a:lnTo>
                <a:lnTo>
                  <a:pt x="4266" y="2087"/>
                </a:lnTo>
                <a:lnTo>
                  <a:pt x="4267" y="2087"/>
                </a:lnTo>
                <a:lnTo>
                  <a:pt x="4267" y="2088"/>
                </a:lnTo>
                <a:lnTo>
                  <a:pt x="4267" y="2089"/>
                </a:lnTo>
                <a:lnTo>
                  <a:pt x="4268" y="2090"/>
                </a:lnTo>
                <a:lnTo>
                  <a:pt x="4268" y="2091"/>
                </a:lnTo>
                <a:lnTo>
                  <a:pt x="4268" y="2092"/>
                </a:lnTo>
                <a:lnTo>
                  <a:pt x="4268" y="2093"/>
                </a:lnTo>
                <a:lnTo>
                  <a:pt x="4269" y="2094"/>
                </a:lnTo>
                <a:lnTo>
                  <a:pt x="4269" y="2098"/>
                </a:lnTo>
                <a:lnTo>
                  <a:pt x="4266" y="2098"/>
                </a:lnTo>
                <a:lnTo>
                  <a:pt x="4264" y="2099"/>
                </a:lnTo>
                <a:lnTo>
                  <a:pt x="4265" y="2099"/>
                </a:lnTo>
                <a:lnTo>
                  <a:pt x="4266" y="2099"/>
                </a:lnTo>
                <a:lnTo>
                  <a:pt x="4268" y="2100"/>
                </a:lnTo>
                <a:lnTo>
                  <a:pt x="4269" y="2101"/>
                </a:lnTo>
                <a:lnTo>
                  <a:pt x="4271" y="2101"/>
                </a:lnTo>
                <a:lnTo>
                  <a:pt x="4271" y="2102"/>
                </a:lnTo>
                <a:lnTo>
                  <a:pt x="4270" y="2102"/>
                </a:lnTo>
                <a:lnTo>
                  <a:pt x="4271" y="2102"/>
                </a:lnTo>
                <a:lnTo>
                  <a:pt x="4272" y="2102"/>
                </a:lnTo>
                <a:lnTo>
                  <a:pt x="4272" y="2103"/>
                </a:lnTo>
                <a:lnTo>
                  <a:pt x="4273" y="2107"/>
                </a:lnTo>
                <a:lnTo>
                  <a:pt x="4272" y="2108"/>
                </a:lnTo>
                <a:lnTo>
                  <a:pt x="4273" y="2108"/>
                </a:lnTo>
                <a:lnTo>
                  <a:pt x="4273" y="2109"/>
                </a:lnTo>
                <a:lnTo>
                  <a:pt x="4273" y="2111"/>
                </a:lnTo>
                <a:lnTo>
                  <a:pt x="4274" y="2112"/>
                </a:lnTo>
                <a:lnTo>
                  <a:pt x="4274" y="2113"/>
                </a:lnTo>
                <a:lnTo>
                  <a:pt x="4274" y="2114"/>
                </a:lnTo>
                <a:lnTo>
                  <a:pt x="4274" y="2115"/>
                </a:lnTo>
                <a:lnTo>
                  <a:pt x="4273" y="2115"/>
                </a:lnTo>
                <a:lnTo>
                  <a:pt x="4273" y="2116"/>
                </a:lnTo>
                <a:lnTo>
                  <a:pt x="4274" y="2116"/>
                </a:lnTo>
                <a:lnTo>
                  <a:pt x="4275" y="2116"/>
                </a:lnTo>
                <a:lnTo>
                  <a:pt x="4276" y="2116"/>
                </a:lnTo>
                <a:lnTo>
                  <a:pt x="4278" y="2116"/>
                </a:lnTo>
                <a:lnTo>
                  <a:pt x="4278" y="2128"/>
                </a:lnTo>
                <a:lnTo>
                  <a:pt x="4277" y="2128"/>
                </a:lnTo>
                <a:lnTo>
                  <a:pt x="4276" y="2132"/>
                </a:lnTo>
                <a:lnTo>
                  <a:pt x="4273" y="2132"/>
                </a:lnTo>
                <a:lnTo>
                  <a:pt x="4273" y="2133"/>
                </a:lnTo>
                <a:lnTo>
                  <a:pt x="4272" y="2133"/>
                </a:lnTo>
                <a:lnTo>
                  <a:pt x="4272" y="2134"/>
                </a:lnTo>
                <a:lnTo>
                  <a:pt x="4272" y="2135"/>
                </a:lnTo>
                <a:lnTo>
                  <a:pt x="4272" y="2136"/>
                </a:lnTo>
                <a:lnTo>
                  <a:pt x="4272" y="2135"/>
                </a:lnTo>
                <a:lnTo>
                  <a:pt x="4275" y="2135"/>
                </a:lnTo>
                <a:lnTo>
                  <a:pt x="4276" y="2135"/>
                </a:lnTo>
                <a:lnTo>
                  <a:pt x="4277" y="2136"/>
                </a:lnTo>
                <a:lnTo>
                  <a:pt x="4277" y="2137"/>
                </a:lnTo>
                <a:lnTo>
                  <a:pt x="4278" y="2138"/>
                </a:lnTo>
                <a:lnTo>
                  <a:pt x="4278" y="2139"/>
                </a:lnTo>
                <a:lnTo>
                  <a:pt x="4279" y="2140"/>
                </a:lnTo>
                <a:lnTo>
                  <a:pt x="4279" y="2141"/>
                </a:lnTo>
                <a:lnTo>
                  <a:pt x="4278" y="2141"/>
                </a:lnTo>
                <a:lnTo>
                  <a:pt x="4277" y="2143"/>
                </a:lnTo>
                <a:lnTo>
                  <a:pt x="4276" y="2144"/>
                </a:lnTo>
                <a:lnTo>
                  <a:pt x="4277" y="2144"/>
                </a:lnTo>
                <a:lnTo>
                  <a:pt x="4278" y="2143"/>
                </a:lnTo>
                <a:lnTo>
                  <a:pt x="4279" y="2144"/>
                </a:lnTo>
                <a:lnTo>
                  <a:pt x="4280" y="2144"/>
                </a:lnTo>
                <a:lnTo>
                  <a:pt x="4282" y="2145"/>
                </a:lnTo>
                <a:lnTo>
                  <a:pt x="4282" y="2144"/>
                </a:lnTo>
                <a:lnTo>
                  <a:pt x="4283" y="2144"/>
                </a:lnTo>
                <a:lnTo>
                  <a:pt x="4285" y="2145"/>
                </a:lnTo>
                <a:lnTo>
                  <a:pt x="4285" y="2146"/>
                </a:lnTo>
                <a:lnTo>
                  <a:pt x="4284" y="2148"/>
                </a:lnTo>
                <a:lnTo>
                  <a:pt x="4285" y="2148"/>
                </a:lnTo>
                <a:lnTo>
                  <a:pt x="4286" y="2149"/>
                </a:lnTo>
                <a:lnTo>
                  <a:pt x="4287" y="2149"/>
                </a:lnTo>
                <a:lnTo>
                  <a:pt x="4289" y="2150"/>
                </a:lnTo>
                <a:lnTo>
                  <a:pt x="4291" y="2150"/>
                </a:lnTo>
                <a:lnTo>
                  <a:pt x="4292" y="2151"/>
                </a:lnTo>
                <a:lnTo>
                  <a:pt x="4299" y="2154"/>
                </a:lnTo>
                <a:lnTo>
                  <a:pt x="4299" y="2155"/>
                </a:lnTo>
                <a:lnTo>
                  <a:pt x="4298" y="2158"/>
                </a:lnTo>
                <a:lnTo>
                  <a:pt x="4298" y="2157"/>
                </a:lnTo>
                <a:lnTo>
                  <a:pt x="4299" y="2157"/>
                </a:lnTo>
                <a:lnTo>
                  <a:pt x="4299" y="2158"/>
                </a:lnTo>
                <a:lnTo>
                  <a:pt x="4300" y="2158"/>
                </a:lnTo>
                <a:lnTo>
                  <a:pt x="4301" y="2156"/>
                </a:lnTo>
                <a:lnTo>
                  <a:pt x="4305" y="2157"/>
                </a:lnTo>
                <a:lnTo>
                  <a:pt x="4305" y="2158"/>
                </a:lnTo>
                <a:lnTo>
                  <a:pt x="4307" y="2160"/>
                </a:lnTo>
                <a:lnTo>
                  <a:pt x="4307" y="2159"/>
                </a:lnTo>
                <a:lnTo>
                  <a:pt x="4308" y="2159"/>
                </a:lnTo>
                <a:lnTo>
                  <a:pt x="4311" y="2160"/>
                </a:lnTo>
                <a:lnTo>
                  <a:pt x="4315" y="2162"/>
                </a:lnTo>
                <a:lnTo>
                  <a:pt x="4318" y="2164"/>
                </a:lnTo>
                <a:lnTo>
                  <a:pt x="4319" y="2164"/>
                </a:lnTo>
                <a:lnTo>
                  <a:pt x="4318" y="2164"/>
                </a:lnTo>
                <a:lnTo>
                  <a:pt x="4319" y="2165"/>
                </a:lnTo>
                <a:lnTo>
                  <a:pt x="4319" y="2168"/>
                </a:lnTo>
                <a:lnTo>
                  <a:pt x="4319" y="2172"/>
                </a:lnTo>
                <a:lnTo>
                  <a:pt x="4319" y="2173"/>
                </a:lnTo>
                <a:lnTo>
                  <a:pt x="4320" y="2174"/>
                </a:lnTo>
                <a:lnTo>
                  <a:pt x="4321" y="2174"/>
                </a:lnTo>
                <a:lnTo>
                  <a:pt x="4321" y="2177"/>
                </a:lnTo>
                <a:lnTo>
                  <a:pt x="4322" y="2178"/>
                </a:lnTo>
                <a:lnTo>
                  <a:pt x="4322" y="2179"/>
                </a:lnTo>
                <a:lnTo>
                  <a:pt x="4322" y="2180"/>
                </a:lnTo>
                <a:lnTo>
                  <a:pt x="4323" y="2181"/>
                </a:lnTo>
                <a:lnTo>
                  <a:pt x="4324" y="2182"/>
                </a:lnTo>
                <a:lnTo>
                  <a:pt x="4325" y="2182"/>
                </a:lnTo>
                <a:lnTo>
                  <a:pt x="4325" y="2183"/>
                </a:lnTo>
                <a:lnTo>
                  <a:pt x="4324" y="2184"/>
                </a:lnTo>
                <a:lnTo>
                  <a:pt x="4323" y="2184"/>
                </a:lnTo>
                <a:lnTo>
                  <a:pt x="4322" y="2185"/>
                </a:lnTo>
                <a:lnTo>
                  <a:pt x="4321" y="2185"/>
                </a:lnTo>
                <a:lnTo>
                  <a:pt x="4320" y="2184"/>
                </a:lnTo>
                <a:lnTo>
                  <a:pt x="4318" y="2184"/>
                </a:lnTo>
                <a:lnTo>
                  <a:pt x="4318" y="2183"/>
                </a:lnTo>
                <a:lnTo>
                  <a:pt x="4317" y="2183"/>
                </a:lnTo>
                <a:lnTo>
                  <a:pt x="4317" y="2184"/>
                </a:lnTo>
                <a:lnTo>
                  <a:pt x="4316" y="2184"/>
                </a:lnTo>
                <a:lnTo>
                  <a:pt x="4315" y="2184"/>
                </a:lnTo>
                <a:lnTo>
                  <a:pt x="4316" y="2184"/>
                </a:lnTo>
                <a:lnTo>
                  <a:pt x="4316" y="2185"/>
                </a:lnTo>
                <a:lnTo>
                  <a:pt x="4315" y="2185"/>
                </a:lnTo>
                <a:lnTo>
                  <a:pt x="4314" y="2185"/>
                </a:lnTo>
                <a:lnTo>
                  <a:pt x="4314" y="2184"/>
                </a:lnTo>
                <a:lnTo>
                  <a:pt x="4314" y="2185"/>
                </a:lnTo>
                <a:lnTo>
                  <a:pt x="4315" y="2185"/>
                </a:lnTo>
                <a:lnTo>
                  <a:pt x="4316" y="2185"/>
                </a:lnTo>
                <a:lnTo>
                  <a:pt x="4318" y="2185"/>
                </a:lnTo>
                <a:lnTo>
                  <a:pt x="4319" y="2186"/>
                </a:lnTo>
                <a:lnTo>
                  <a:pt x="4318" y="2186"/>
                </a:lnTo>
                <a:lnTo>
                  <a:pt x="4318" y="2188"/>
                </a:lnTo>
                <a:lnTo>
                  <a:pt x="4319" y="2188"/>
                </a:lnTo>
                <a:lnTo>
                  <a:pt x="4320" y="2188"/>
                </a:lnTo>
                <a:lnTo>
                  <a:pt x="4320" y="2189"/>
                </a:lnTo>
                <a:lnTo>
                  <a:pt x="4321" y="2189"/>
                </a:lnTo>
                <a:lnTo>
                  <a:pt x="4322" y="2190"/>
                </a:lnTo>
                <a:lnTo>
                  <a:pt x="4324" y="2189"/>
                </a:lnTo>
                <a:lnTo>
                  <a:pt x="4325" y="2188"/>
                </a:lnTo>
                <a:lnTo>
                  <a:pt x="4326" y="2189"/>
                </a:lnTo>
                <a:lnTo>
                  <a:pt x="4328" y="2189"/>
                </a:lnTo>
                <a:lnTo>
                  <a:pt x="4328" y="2191"/>
                </a:lnTo>
                <a:lnTo>
                  <a:pt x="4328" y="2192"/>
                </a:lnTo>
                <a:lnTo>
                  <a:pt x="4328" y="2194"/>
                </a:lnTo>
                <a:lnTo>
                  <a:pt x="4329" y="2195"/>
                </a:lnTo>
                <a:lnTo>
                  <a:pt x="4330" y="2195"/>
                </a:lnTo>
                <a:lnTo>
                  <a:pt x="4331" y="2195"/>
                </a:lnTo>
                <a:lnTo>
                  <a:pt x="4332" y="2196"/>
                </a:lnTo>
                <a:lnTo>
                  <a:pt x="4333" y="2194"/>
                </a:lnTo>
                <a:lnTo>
                  <a:pt x="4335" y="2195"/>
                </a:lnTo>
                <a:lnTo>
                  <a:pt x="4344" y="2198"/>
                </a:lnTo>
                <a:lnTo>
                  <a:pt x="4347" y="2200"/>
                </a:lnTo>
                <a:lnTo>
                  <a:pt x="4349" y="2201"/>
                </a:lnTo>
                <a:lnTo>
                  <a:pt x="4349" y="2202"/>
                </a:lnTo>
                <a:lnTo>
                  <a:pt x="4348" y="2204"/>
                </a:lnTo>
                <a:lnTo>
                  <a:pt x="4347" y="2204"/>
                </a:lnTo>
                <a:lnTo>
                  <a:pt x="4348" y="2204"/>
                </a:lnTo>
                <a:lnTo>
                  <a:pt x="4348" y="2205"/>
                </a:lnTo>
                <a:lnTo>
                  <a:pt x="4349" y="2205"/>
                </a:lnTo>
                <a:lnTo>
                  <a:pt x="4350" y="2205"/>
                </a:lnTo>
                <a:lnTo>
                  <a:pt x="4351" y="2206"/>
                </a:lnTo>
                <a:lnTo>
                  <a:pt x="4352" y="2207"/>
                </a:lnTo>
                <a:lnTo>
                  <a:pt x="4353" y="2208"/>
                </a:lnTo>
                <a:lnTo>
                  <a:pt x="4354" y="2209"/>
                </a:lnTo>
                <a:lnTo>
                  <a:pt x="4356" y="2210"/>
                </a:lnTo>
                <a:lnTo>
                  <a:pt x="4360" y="2219"/>
                </a:lnTo>
                <a:lnTo>
                  <a:pt x="4360" y="2220"/>
                </a:lnTo>
                <a:lnTo>
                  <a:pt x="4360" y="2221"/>
                </a:lnTo>
                <a:lnTo>
                  <a:pt x="4360" y="2222"/>
                </a:lnTo>
                <a:lnTo>
                  <a:pt x="4360" y="2223"/>
                </a:lnTo>
                <a:lnTo>
                  <a:pt x="4361" y="2223"/>
                </a:lnTo>
                <a:lnTo>
                  <a:pt x="4361" y="2224"/>
                </a:lnTo>
                <a:lnTo>
                  <a:pt x="4361" y="2225"/>
                </a:lnTo>
                <a:lnTo>
                  <a:pt x="4362" y="2225"/>
                </a:lnTo>
                <a:lnTo>
                  <a:pt x="4363" y="2227"/>
                </a:lnTo>
                <a:lnTo>
                  <a:pt x="4362" y="2227"/>
                </a:lnTo>
                <a:lnTo>
                  <a:pt x="4363" y="2228"/>
                </a:lnTo>
                <a:lnTo>
                  <a:pt x="4363" y="2229"/>
                </a:lnTo>
                <a:lnTo>
                  <a:pt x="4364" y="2230"/>
                </a:lnTo>
                <a:lnTo>
                  <a:pt x="4364" y="2231"/>
                </a:lnTo>
                <a:lnTo>
                  <a:pt x="4365" y="2232"/>
                </a:lnTo>
                <a:lnTo>
                  <a:pt x="4365" y="2233"/>
                </a:lnTo>
                <a:lnTo>
                  <a:pt x="4365" y="2234"/>
                </a:lnTo>
                <a:lnTo>
                  <a:pt x="4364" y="2236"/>
                </a:lnTo>
                <a:lnTo>
                  <a:pt x="4363" y="2236"/>
                </a:lnTo>
                <a:lnTo>
                  <a:pt x="4362" y="2236"/>
                </a:lnTo>
                <a:lnTo>
                  <a:pt x="4361" y="2237"/>
                </a:lnTo>
                <a:lnTo>
                  <a:pt x="4361" y="2240"/>
                </a:lnTo>
                <a:lnTo>
                  <a:pt x="4360" y="2243"/>
                </a:lnTo>
                <a:lnTo>
                  <a:pt x="4360" y="2245"/>
                </a:lnTo>
                <a:lnTo>
                  <a:pt x="4360" y="2248"/>
                </a:lnTo>
                <a:lnTo>
                  <a:pt x="4361" y="2248"/>
                </a:lnTo>
                <a:lnTo>
                  <a:pt x="4363" y="2249"/>
                </a:lnTo>
                <a:lnTo>
                  <a:pt x="4364" y="2249"/>
                </a:lnTo>
                <a:lnTo>
                  <a:pt x="4364" y="2248"/>
                </a:lnTo>
                <a:lnTo>
                  <a:pt x="4368" y="2252"/>
                </a:lnTo>
                <a:lnTo>
                  <a:pt x="4369" y="2253"/>
                </a:lnTo>
                <a:lnTo>
                  <a:pt x="4369" y="2254"/>
                </a:lnTo>
                <a:lnTo>
                  <a:pt x="4370" y="2255"/>
                </a:lnTo>
                <a:lnTo>
                  <a:pt x="4370" y="2257"/>
                </a:lnTo>
                <a:lnTo>
                  <a:pt x="4370" y="2258"/>
                </a:lnTo>
                <a:lnTo>
                  <a:pt x="4370" y="2259"/>
                </a:lnTo>
                <a:lnTo>
                  <a:pt x="4369" y="2260"/>
                </a:lnTo>
                <a:lnTo>
                  <a:pt x="4368" y="2260"/>
                </a:lnTo>
                <a:lnTo>
                  <a:pt x="4364" y="2261"/>
                </a:lnTo>
                <a:lnTo>
                  <a:pt x="4361" y="2263"/>
                </a:lnTo>
                <a:lnTo>
                  <a:pt x="4360" y="2271"/>
                </a:lnTo>
                <a:lnTo>
                  <a:pt x="4363" y="2272"/>
                </a:lnTo>
                <a:lnTo>
                  <a:pt x="4363" y="2275"/>
                </a:lnTo>
                <a:lnTo>
                  <a:pt x="4364" y="2275"/>
                </a:lnTo>
                <a:lnTo>
                  <a:pt x="4369" y="2276"/>
                </a:lnTo>
                <a:lnTo>
                  <a:pt x="4376" y="2277"/>
                </a:lnTo>
                <a:lnTo>
                  <a:pt x="4376" y="2279"/>
                </a:lnTo>
                <a:lnTo>
                  <a:pt x="4373" y="2278"/>
                </a:lnTo>
                <a:lnTo>
                  <a:pt x="4370" y="2278"/>
                </a:lnTo>
                <a:lnTo>
                  <a:pt x="4368" y="2278"/>
                </a:lnTo>
                <a:lnTo>
                  <a:pt x="4367" y="2278"/>
                </a:lnTo>
                <a:lnTo>
                  <a:pt x="4362" y="2277"/>
                </a:lnTo>
                <a:lnTo>
                  <a:pt x="4361" y="2277"/>
                </a:lnTo>
                <a:lnTo>
                  <a:pt x="4358" y="2277"/>
                </a:lnTo>
                <a:lnTo>
                  <a:pt x="4358" y="2278"/>
                </a:lnTo>
                <a:lnTo>
                  <a:pt x="4358" y="2279"/>
                </a:lnTo>
                <a:lnTo>
                  <a:pt x="4358" y="2281"/>
                </a:lnTo>
                <a:lnTo>
                  <a:pt x="4357" y="2283"/>
                </a:lnTo>
                <a:lnTo>
                  <a:pt x="4357" y="2284"/>
                </a:lnTo>
                <a:lnTo>
                  <a:pt x="4356" y="2284"/>
                </a:lnTo>
                <a:lnTo>
                  <a:pt x="4357" y="2285"/>
                </a:lnTo>
                <a:lnTo>
                  <a:pt x="4356" y="2285"/>
                </a:lnTo>
                <a:lnTo>
                  <a:pt x="4355" y="2284"/>
                </a:lnTo>
                <a:lnTo>
                  <a:pt x="4354" y="2284"/>
                </a:lnTo>
                <a:lnTo>
                  <a:pt x="4353" y="2284"/>
                </a:lnTo>
                <a:lnTo>
                  <a:pt x="4352" y="2285"/>
                </a:lnTo>
                <a:lnTo>
                  <a:pt x="4351" y="2286"/>
                </a:lnTo>
                <a:lnTo>
                  <a:pt x="4352" y="2288"/>
                </a:lnTo>
                <a:lnTo>
                  <a:pt x="4353" y="2288"/>
                </a:lnTo>
                <a:lnTo>
                  <a:pt x="4355" y="2290"/>
                </a:lnTo>
                <a:lnTo>
                  <a:pt x="4356" y="2291"/>
                </a:lnTo>
                <a:lnTo>
                  <a:pt x="4357" y="2291"/>
                </a:lnTo>
                <a:lnTo>
                  <a:pt x="4360" y="2294"/>
                </a:lnTo>
                <a:lnTo>
                  <a:pt x="4360" y="2295"/>
                </a:lnTo>
                <a:lnTo>
                  <a:pt x="4359" y="2296"/>
                </a:lnTo>
                <a:lnTo>
                  <a:pt x="4362" y="2300"/>
                </a:lnTo>
                <a:lnTo>
                  <a:pt x="4365" y="2307"/>
                </a:lnTo>
                <a:lnTo>
                  <a:pt x="4366" y="2308"/>
                </a:lnTo>
                <a:lnTo>
                  <a:pt x="4369" y="2316"/>
                </a:lnTo>
                <a:lnTo>
                  <a:pt x="4369" y="2320"/>
                </a:lnTo>
                <a:lnTo>
                  <a:pt x="4368" y="2320"/>
                </a:lnTo>
                <a:lnTo>
                  <a:pt x="4367" y="2321"/>
                </a:lnTo>
                <a:lnTo>
                  <a:pt x="4364" y="2322"/>
                </a:lnTo>
                <a:lnTo>
                  <a:pt x="4361" y="2324"/>
                </a:lnTo>
                <a:lnTo>
                  <a:pt x="4360" y="2323"/>
                </a:lnTo>
                <a:lnTo>
                  <a:pt x="4358" y="2323"/>
                </a:lnTo>
                <a:lnTo>
                  <a:pt x="4356" y="2324"/>
                </a:lnTo>
                <a:lnTo>
                  <a:pt x="4355" y="2324"/>
                </a:lnTo>
                <a:lnTo>
                  <a:pt x="4353" y="2324"/>
                </a:lnTo>
                <a:lnTo>
                  <a:pt x="4352" y="2323"/>
                </a:lnTo>
                <a:lnTo>
                  <a:pt x="4350" y="2324"/>
                </a:lnTo>
                <a:lnTo>
                  <a:pt x="4350" y="2323"/>
                </a:lnTo>
                <a:lnTo>
                  <a:pt x="4348" y="2323"/>
                </a:lnTo>
                <a:lnTo>
                  <a:pt x="4346" y="2323"/>
                </a:lnTo>
                <a:lnTo>
                  <a:pt x="4345" y="2323"/>
                </a:lnTo>
                <a:lnTo>
                  <a:pt x="4344" y="2324"/>
                </a:lnTo>
                <a:lnTo>
                  <a:pt x="4343" y="2324"/>
                </a:lnTo>
                <a:lnTo>
                  <a:pt x="4341" y="2324"/>
                </a:lnTo>
                <a:lnTo>
                  <a:pt x="4340" y="2324"/>
                </a:lnTo>
                <a:lnTo>
                  <a:pt x="4337" y="2324"/>
                </a:lnTo>
                <a:lnTo>
                  <a:pt x="4337" y="2325"/>
                </a:lnTo>
                <a:lnTo>
                  <a:pt x="4333" y="2326"/>
                </a:lnTo>
                <a:lnTo>
                  <a:pt x="4329" y="2327"/>
                </a:lnTo>
                <a:lnTo>
                  <a:pt x="4329" y="2326"/>
                </a:lnTo>
                <a:lnTo>
                  <a:pt x="4327" y="2327"/>
                </a:lnTo>
                <a:lnTo>
                  <a:pt x="4327" y="2328"/>
                </a:lnTo>
                <a:lnTo>
                  <a:pt x="4326" y="2329"/>
                </a:lnTo>
                <a:lnTo>
                  <a:pt x="4325" y="2329"/>
                </a:lnTo>
                <a:lnTo>
                  <a:pt x="4324" y="2330"/>
                </a:lnTo>
                <a:lnTo>
                  <a:pt x="4323" y="2330"/>
                </a:lnTo>
                <a:lnTo>
                  <a:pt x="4320" y="2332"/>
                </a:lnTo>
                <a:lnTo>
                  <a:pt x="4318" y="2332"/>
                </a:lnTo>
                <a:lnTo>
                  <a:pt x="4317" y="2333"/>
                </a:lnTo>
                <a:lnTo>
                  <a:pt x="4316" y="2334"/>
                </a:lnTo>
                <a:lnTo>
                  <a:pt x="4314" y="2336"/>
                </a:lnTo>
                <a:lnTo>
                  <a:pt x="4314" y="2337"/>
                </a:lnTo>
                <a:lnTo>
                  <a:pt x="4313" y="2337"/>
                </a:lnTo>
                <a:lnTo>
                  <a:pt x="4312" y="2338"/>
                </a:lnTo>
                <a:lnTo>
                  <a:pt x="4311" y="2339"/>
                </a:lnTo>
                <a:lnTo>
                  <a:pt x="4310" y="2339"/>
                </a:lnTo>
                <a:lnTo>
                  <a:pt x="4309" y="2339"/>
                </a:lnTo>
                <a:lnTo>
                  <a:pt x="4308" y="2339"/>
                </a:lnTo>
                <a:lnTo>
                  <a:pt x="4306" y="2339"/>
                </a:lnTo>
                <a:lnTo>
                  <a:pt x="4305" y="2340"/>
                </a:lnTo>
                <a:lnTo>
                  <a:pt x="4304" y="2340"/>
                </a:lnTo>
                <a:lnTo>
                  <a:pt x="4304" y="2342"/>
                </a:lnTo>
                <a:lnTo>
                  <a:pt x="4303" y="2359"/>
                </a:lnTo>
                <a:lnTo>
                  <a:pt x="4303" y="2360"/>
                </a:lnTo>
                <a:lnTo>
                  <a:pt x="4302" y="2364"/>
                </a:lnTo>
                <a:lnTo>
                  <a:pt x="4302" y="2366"/>
                </a:lnTo>
                <a:lnTo>
                  <a:pt x="4302" y="2373"/>
                </a:lnTo>
                <a:lnTo>
                  <a:pt x="4305" y="2372"/>
                </a:lnTo>
                <a:lnTo>
                  <a:pt x="4306" y="2369"/>
                </a:lnTo>
                <a:lnTo>
                  <a:pt x="4309" y="2370"/>
                </a:lnTo>
                <a:lnTo>
                  <a:pt x="4311" y="2371"/>
                </a:lnTo>
                <a:lnTo>
                  <a:pt x="4315" y="2374"/>
                </a:lnTo>
                <a:lnTo>
                  <a:pt x="4314" y="2375"/>
                </a:lnTo>
                <a:lnTo>
                  <a:pt x="4317" y="2377"/>
                </a:lnTo>
                <a:lnTo>
                  <a:pt x="4317" y="2378"/>
                </a:lnTo>
                <a:lnTo>
                  <a:pt x="4318" y="2378"/>
                </a:lnTo>
                <a:lnTo>
                  <a:pt x="4321" y="2380"/>
                </a:lnTo>
                <a:lnTo>
                  <a:pt x="4323" y="2382"/>
                </a:lnTo>
                <a:lnTo>
                  <a:pt x="4325" y="2385"/>
                </a:lnTo>
                <a:lnTo>
                  <a:pt x="4328" y="2388"/>
                </a:lnTo>
                <a:lnTo>
                  <a:pt x="4329" y="2390"/>
                </a:lnTo>
                <a:lnTo>
                  <a:pt x="4331" y="2393"/>
                </a:lnTo>
                <a:lnTo>
                  <a:pt x="4332" y="2395"/>
                </a:lnTo>
                <a:lnTo>
                  <a:pt x="4335" y="2399"/>
                </a:lnTo>
                <a:lnTo>
                  <a:pt x="4335" y="2400"/>
                </a:lnTo>
                <a:lnTo>
                  <a:pt x="4337" y="2403"/>
                </a:lnTo>
                <a:lnTo>
                  <a:pt x="4338" y="2404"/>
                </a:lnTo>
                <a:lnTo>
                  <a:pt x="4338" y="2405"/>
                </a:lnTo>
                <a:lnTo>
                  <a:pt x="4338" y="2404"/>
                </a:lnTo>
                <a:lnTo>
                  <a:pt x="4340" y="2403"/>
                </a:lnTo>
                <a:lnTo>
                  <a:pt x="4342" y="2409"/>
                </a:lnTo>
                <a:lnTo>
                  <a:pt x="4341" y="2409"/>
                </a:lnTo>
                <a:lnTo>
                  <a:pt x="4342" y="2410"/>
                </a:lnTo>
                <a:lnTo>
                  <a:pt x="4343" y="2410"/>
                </a:lnTo>
                <a:lnTo>
                  <a:pt x="4344" y="2411"/>
                </a:lnTo>
                <a:lnTo>
                  <a:pt x="4345" y="2412"/>
                </a:lnTo>
                <a:lnTo>
                  <a:pt x="4346" y="2412"/>
                </a:lnTo>
                <a:lnTo>
                  <a:pt x="4347" y="2413"/>
                </a:lnTo>
                <a:lnTo>
                  <a:pt x="4347" y="2412"/>
                </a:lnTo>
                <a:lnTo>
                  <a:pt x="4348" y="2412"/>
                </a:lnTo>
                <a:lnTo>
                  <a:pt x="4349" y="2412"/>
                </a:lnTo>
                <a:lnTo>
                  <a:pt x="4349" y="2413"/>
                </a:lnTo>
                <a:lnTo>
                  <a:pt x="4350" y="2413"/>
                </a:lnTo>
                <a:lnTo>
                  <a:pt x="4354" y="2415"/>
                </a:lnTo>
                <a:lnTo>
                  <a:pt x="4355" y="2415"/>
                </a:lnTo>
                <a:lnTo>
                  <a:pt x="4354" y="2415"/>
                </a:lnTo>
                <a:lnTo>
                  <a:pt x="4354" y="2416"/>
                </a:lnTo>
                <a:lnTo>
                  <a:pt x="4355" y="2416"/>
                </a:lnTo>
                <a:lnTo>
                  <a:pt x="4355" y="2415"/>
                </a:lnTo>
                <a:lnTo>
                  <a:pt x="4355" y="2416"/>
                </a:lnTo>
                <a:lnTo>
                  <a:pt x="4356" y="2416"/>
                </a:lnTo>
                <a:lnTo>
                  <a:pt x="4357" y="2417"/>
                </a:lnTo>
                <a:lnTo>
                  <a:pt x="4358" y="2417"/>
                </a:lnTo>
                <a:lnTo>
                  <a:pt x="4360" y="2418"/>
                </a:lnTo>
                <a:lnTo>
                  <a:pt x="4361" y="2418"/>
                </a:lnTo>
                <a:lnTo>
                  <a:pt x="4363" y="2418"/>
                </a:lnTo>
                <a:lnTo>
                  <a:pt x="4364" y="2418"/>
                </a:lnTo>
                <a:lnTo>
                  <a:pt x="4365" y="2420"/>
                </a:lnTo>
                <a:lnTo>
                  <a:pt x="4365" y="2421"/>
                </a:lnTo>
                <a:lnTo>
                  <a:pt x="4366" y="2421"/>
                </a:lnTo>
                <a:lnTo>
                  <a:pt x="4367" y="2422"/>
                </a:lnTo>
                <a:lnTo>
                  <a:pt x="4368" y="2422"/>
                </a:lnTo>
                <a:lnTo>
                  <a:pt x="4369" y="2421"/>
                </a:lnTo>
                <a:lnTo>
                  <a:pt x="4369" y="2422"/>
                </a:lnTo>
                <a:lnTo>
                  <a:pt x="4370" y="2422"/>
                </a:lnTo>
                <a:lnTo>
                  <a:pt x="4371" y="2421"/>
                </a:lnTo>
                <a:lnTo>
                  <a:pt x="4372" y="2421"/>
                </a:lnTo>
                <a:lnTo>
                  <a:pt x="4372" y="2422"/>
                </a:lnTo>
                <a:lnTo>
                  <a:pt x="4372" y="2423"/>
                </a:lnTo>
                <a:lnTo>
                  <a:pt x="4373" y="2423"/>
                </a:lnTo>
                <a:lnTo>
                  <a:pt x="4373" y="2422"/>
                </a:lnTo>
                <a:lnTo>
                  <a:pt x="4374" y="2421"/>
                </a:lnTo>
                <a:lnTo>
                  <a:pt x="4375" y="2421"/>
                </a:lnTo>
                <a:lnTo>
                  <a:pt x="4375" y="2422"/>
                </a:lnTo>
                <a:lnTo>
                  <a:pt x="4377" y="2422"/>
                </a:lnTo>
                <a:lnTo>
                  <a:pt x="4378" y="2421"/>
                </a:lnTo>
                <a:lnTo>
                  <a:pt x="4379" y="2421"/>
                </a:lnTo>
                <a:lnTo>
                  <a:pt x="4380" y="2420"/>
                </a:lnTo>
                <a:lnTo>
                  <a:pt x="4381" y="2420"/>
                </a:lnTo>
                <a:lnTo>
                  <a:pt x="4382" y="2420"/>
                </a:lnTo>
                <a:lnTo>
                  <a:pt x="4383" y="2420"/>
                </a:lnTo>
                <a:lnTo>
                  <a:pt x="4384" y="2421"/>
                </a:lnTo>
                <a:lnTo>
                  <a:pt x="4384" y="2422"/>
                </a:lnTo>
                <a:lnTo>
                  <a:pt x="4383" y="2423"/>
                </a:lnTo>
                <a:lnTo>
                  <a:pt x="4382" y="2423"/>
                </a:lnTo>
                <a:lnTo>
                  <a:pt x="4381" y="2423"/>
                </a:lnTo>
                <a:lnTo>
                  <a:pt x="4381" y="2424"/>
                </a:lnTo>
                <a:lnTo>
                  <a:pt x="4380" y="2424"/>
                </a:lnTo>
                <a:lnTo>
                  <a:pt x="4379" y="2425"/>
                </a:lnTo>
                <a:lnTo>
                  <a:pt x="4378" y="2425"/>
                </a:lnTo>
                <a:lnTo>
                  <a:pt x="4377" y="2426"/>
                </a:lnTo>
                <a:lnTo>
                  <a:pt x="4376" y="2426"/>
                </a:lnTo>
                <a:lnTo>
                  <a:pt x="4375" y="2427"/>
                </a:lnTo>
                <a:lnTo>
                  <a:pt x="4374" y="2427"/>
                </a:lnTo>
                <a:lnTo>
                  <a:pt x="4374" y="2428"/>
                </a:lnTo>
                <a:lnTo>
                  <a:pt x="4373" y="2428"/>
                </a:lnTo>
                <a:lnTo>
                  <a:pt x="4372" y="2428"/>
                </a:lnTo>
                <a:lnTo>
                  <a:pt x="4371" y="2428"/>
                </a:lnTo>
                <a:lnTo>
                  <a:pt x="4371" y="2429"/>
                </a:lnTo>
                <a:lnTo>
                  <a:pt x="4370" y="2429"/>
                </a:lnTo>
                <a:lnTo>
                  <a:pt x="4369" y="2430"/>
                </a:lnTo>
                <a:lnTo>
                  <a:pt x="4368" y="2430"/>
                </a:lnTo>
                <a:lnTo>
                  <a:pt x="4368" y="2431"/>
                </a:lnTo>
                <a:lnTo>
                  <a:pt x="4367" y="2432"/>
                </a:lnTo>
                <a:lnTo>
                  <a:pt x="4366" y="2432"/>
                </a:lnTo>
                <a:lnTo>
                  <a:pt x="4365" y="2432"/>
                </a:lnTo>
                <a:lnTo>
                  <a:pt x="4365" y="2433"/>
                </a:lnTo>
                <a:lnTo>
                  <a:pt x="4365" y="2434"/>
                </a:lnTo>
                <a:lnTo>
                  <a:pt x="4364" y="2435"/>
                </a:lnTo>
                <a:lnTo>
                  <a:pt x="4363" y="2435"/>
                </a:lnTo>
                <a:lnTo>
                  <a:pt x="4363" y="2436"/>
                </a:lnTo>
                <a:lnTo>
                  <a:pt x="4362" y="2436"/>
                </a:lnTo>
                <a:lnTo>
                  <a:pt x="4362" y="2437"/>
                </a:lnTo>
                <a:lnTo>
                  <a:pt x="4361" y="2437"/>
                </a:lnTo>
                <a:lnTo>
                  <a:pt x="4362" y="2438"/>
                </a:lnTo>
                <a:lnTo>
                  <a:pt x="4361" y="2439"/>
                </a:lnTo>
                <a:lnTo>
                  <a:pt x="4361" y="2440"/>
                </a:lnTo>
                <a:lnTo>
                  <a:pt x="4359" y="2441"/>
                </a:lnTo>
                <a:lnTo>
                  <a:pt x="4358" y="2442"/>
                </a:lnTo>
                <a:lnTo>
                  <a:pt x="4357" y="2442"/>
                </a:lnTo>
                <a:lnTo>
                  <a:pt x="4356" y="2442"/>
                </a:lnTo>
                <a:lnTo>
                  <a:pt x="4356" y="2443"/>
                </a:lnTo>
                <a:lnTo>
                  <a:pt x="4355" y="2443"/>
                </a:lnTo>
                <a:lnTo>
                  <a:pt x="4353" y="2444"/>
                </a:lnTo>
                <a:lnTo>
                  <a:pt x="4352" y="2445"/>
                </a:lnTo>
                <a:lnTo>
                  <a:pt x="4351" y="2446"/>
                </a:lnTo>
                <a:lnTo>
                  <a:pt x="4351" y="2447"/>
                </a:lnTo>
                <a:lnTo>
                  <a:pt x="4350" y="2448"/>
                </a:lnTo>
                <a:lnTo>
                  <a:pt x="4349" y="2448"/>
                </a:lnTo>
                <a:lnTo>
                  <a:pt x="4349" y="2449"/>
                </a:lnTo>
                <a:lnTo>
                  <a:pt x="4349" y="2450"/>
                </a:lnTo>
                <a:lnTo>
                  <a:pt x="4348" y="2450"/>
                </a:lnTo>
                <a:lnTo>
                  <a:pt x="4348" y="2451"/>
                </a:lnTo>
                <a:lnTo>
                  <a:pt x="4347" y="2452"/>
                </a:lnTo>
                <a:lnTo>
                  <a:pt x="4346" y="2452"/>
                </a:lnTo>
                <a:lnTo>
                  <a:pt x="4345" y="2454"/>
                </a:lnTo>
                <a:lnTo>
                  <a:pt x="4345" y="2455"/>
                </a:lnTo>
                <a:lnTo>
                  <a:pt x="4344" y="2455"/>
                </a:lnTo>
                <a:lnTo>
                  <a:pt x="4343" y="2455"/>
                </a:lnTo>
                <a:lnTo>
                  <a:pt x="4342" y="2456"/>
                </a:lnTo>
                <a:lnTo>
                  <a:pt x="4340" y="2456"/>
                </a:lnTo>
                <a:lnTo>
                  <a:pt x="4339" y="2456"/>
                </a:lnTo>
                <a:lnTo>
                  <a:pt x="4339" y="2457"/>
                </a:lnTo>
                <a:lnTo>
                  <a:pt x="4339" y="2456"/>
                </a:lnTo>
                <a:lnTo>
                  <a:pt x="4338" y="2456"/>
                </a:lnTo>
                <a:lnTo>
                  <a:pt x="4338" y="2457"/>
                </a:lnTo>
                <a:lnTo>
                  <a:pt x="4337" y="2456"/>
                </a:lnTo>
                <a:lnTo>
                  <a:pt x="4337" y="2457"/>
                </a:lnTo>
                <a:lnTo>
                  <a:pt x="4336" y="2457"/>
                </a:lnTo>
                <a:lnTo>
                  <a:pt x="4335" y="2457"/>
                </a:lnTo>
                <a:lnTo>
                  <a:pt x="4334" y="2457"/>
                </a:lnTo>
                <a:lnTo>
                  <a:pt x="4334" y="2456"/>
                </a:lnTo>
                <a:lnTo>
                  <a:pt x="4332" y="2456"/>
                </a:lnTo>
                <a:lnTo>
                  <a:pt x="4332" y="2457"/>
                </a:lnTo>
                <a:lnTo>
                  <a:pt x="4332" y="2458"/>
                </a:lnTo>
                <a:lnTo>
                  <a:pt x="4331" y="2458"/>
                </a:lnTo>
                <a:lnTo>
                  <a:pt x="4331" y="2459"/>
                </a:lnTo>
                <a:lnTo>
                  <a:pt x="4330" y="2459"/>
                </a:lnTo>
                <a:lnTo>
                  <a:pt x="4330" y="2460"/>
                </a:lnTo>
                <a:lnTo>
                  <a:pt x="4329" y="2460"/>
                </a:lnTo>
                <a:lnTo>
                  <a:pt x="4329" y="2461"/>
                </a:lnTo>
                <a:lnTo>
                  <a:pt x="4328" y="2461"/>
                </a:lnTo>
                <a:lnTo>
                  <a:pt x="4328" y="2460"/>
                </a:lnTo>
                <a:lnTo>
                  <a:pt x="4328" y="2458"/>
                </a:lnTo>
                <a:lnTo>
                  <a:pt x="4324" y="2459"/>
                </a:lnTo>
                <a:lnTo>
                  <a:pt x="4324" y="2460"/>
                </a:lnTo>
                <a:lnTo>
                  <a:pt x="4323" y="2460"/>
                </a:lnTo>
                <a:lnTo>
                  <a:pt x="4322" y="2460"/>
                </a:lnTo>
                <a:lnTo>
                  <a:pt x="4322" y="2461"/>
                </a:lnTo>
                <a:lnTo>
                  <a:pt x="4323" y="2461"/>
                </a:lnTo>
                <a:lnTo>
                  <a:pt x="4323" y="2462"/>
                </a:lnTo>
                <a:lnTo>
                  <a:pt x="4322" y="2462"/>
                </a:lnTo>
                <a:lnTo>
                  <a:pt x="4321" y="2464"/>
                </a:lnTo>
                <a:lnTo>
                  <a:pt x="4320" y="2464"/>
                </a:lnTo>
                <a:lnTo>
                  <a:pt x="4320" y="2465"/>
                </a:lnTo>
                <a:lnTo>
                  <a:pt x="4320" y="2466"/>
                </a:lnTo>
                <a:lnTo>
                  <a:pt x="4321" y="2466"/>
                </a:lnTo>
                <a:lnTo>
                  <a:pt x="4321" y="2467"/>
                </a:lnTo>
                <a:lnTo>
                  <a:pt x="4322" y="2468"/>
                </a:lnTo>
                <a:lnTo>
                  <a:pt x="4321" y="2468"/>
                </a:lnTo>
                <a:lnTo>
                  <a:pt x="4321" y="2469"/>
                </a:lnTo>
                <a:lnTo>
                  <a:pt x="4321" y="2470"/>
                </a:lnTo>
                <a:lnTo>
                  <a:pt x="4320" y="2470"/>
                </a:lnTo>
                <a:lnTo>
                  <a:pt x="4321" y="2471"/>
                </a:lnTo>
                <a:lnTo>
                  <a:pt x="4321" y="2470"/>
                </a:lnTo>
                <a:lnTo>
                  <a:pt x="4322" y="2470"/>
                </a:lnTo>
                <a:lnTo>
                  <a:pt x="4323" y="2470"/>
                </a:lnTo>
                <a:lnTo>
                  <a:pt x="4324" y="2469"/>
                </a:lnTo>
                <a:lnTo>
                  <a:pt x="4323" y="2469"/>
                </a:lnTo>
                <a:lnTo>
                  <a:pt x="4323" y="2468"/>
                </a:lnTo>
                <a:lnTo>
                  <a:pt x="4324" y="2467"/>
                </a:lnTo>
                <a:lnTo>
                  <a:pt x="4324" y="2466"/>
                </a:lnTo>
                <a:lnTo>
                  <a:pt x="4324" y="2465"/>
                </a:lnTo>
                <a:lnTo>
                  <a:pt x="4325" y="2464"/>
                </a:lnTo>
                <a:lnTo>
                  <a:pt x="4326" y="2464"/>
                </a:lnTo>
                <a:lnTo>
                  <a:pt x="4327" y="2463"/>
                </a:lnTo>
                <a:lnTo>
                  <a:pt x="4327" y="2462"/>
                </a:lnTo>
                <a:lnTo>
                  <a:pt x="4328" y="2464"/>
                </a:lnTo>
                <a:lnTo>
                  <a:pt x="4329" y="2465"/>
                </a:lnTo>
                <a:lnTo>
                  <a:pt x="4329" y="2466"/>
                </a:lnTo>
                <a:lnTo>
                  <a:pt x="4328" y="2466"/>
                </a:lnTo>
                <a:lnTo>
                  <a:pt x="4329" y="2466"/>
                </a:lnTo>
                <a:lnTo>
                  <a:pt x="4329" y="2467"/>
                </a:lnTo>
                <a:lnTo>
                  <a:pt x="4328" y="2467"/>
                </a:lnTo>
                <a:lnTo>
                  <a:pt x="4328" y="2468"/>
                </a:lnTo>
                <a:lnTo>
                  <a:pt x="4327" y="2469"/>
                </a:lnTo>
                <a:lnTo>
                  <a:pt x="4328" y="2469"/>
                </a:lnTo>
                <a:lnTo>
                  <a:pt x="4328" y="2470"/>
                </a:lnTo>
                <a:lnTo>
                  <a:pt x="4327" y="2470"/>
                </a:lnTo>
                <a:lnTo>
                  <a:pt x="4326" y="2469"/>
                </a:lnTo>
                <a:lnTo>
                  <a:pt x="4325" y="2470"/>
                </a:lnTo>
                <a:lnTo>
                  <a:pt x="4325" y="2471"/>
                </a:lnTo>
                <a:lnTo>
                  <a:pt x="4325" y="2472"/>
                </a:lnTo>
                <a:lnTo>
                  <a:pt x="4325" y="2473"/>
                </a:lnTo>
                <a:lnTo>
                  <a:pt x="4325" y="2472"/>
                </a:lnTo>
                <a:lnTo>
                  <a:pt x="4326" y="2472"/>
                </a:lnTo>
                <a:lnTo>
                  <a:pt x="4327" y="2472"/>
                </a:lnTo>
                <a:lnTo>
                  <a:pt x="4328" y="2472"/>
                </a:lnTo>
                <a:lnTo>
                  <a:pt x="4328" y="2471"/>
                </a:lnTo>
                <a:lnTo>
                  <a:pt x="4329" y="2470"/>
                </a:lnTo>
                <a:lnTo>
                  <a:pt x="4329" y="2469"/>
                </a:lnTo>
                <a:lnTo>
                  <a:pt x="4330" y="2468"/>
                </a:lnTo>
                <a:lnTo>
                  <a:pt x="4330" y="2467"/>
                </a:lnTo>
                <a:lnTo>
                  <a:pt x="4330" y="2466"/>
                </a:lnTo>
                <a:lnTo>
                  <a:pt x="4331" y="2466"/>
                </a:lnTo>
                <a:lnTo>
                  <a:pt x="4332" y="2465"/>
                </a:lnTo>
                <a:lnTo>
                  <a:pt x="4332" y="2464"/>
                </a:lnTo>
                <a:lnTo>
                  <a:pt x="4334" y="2463"/>
                </a:lnTo>
                <a:lnTo>
                  <a:pt x="4338" y="2462"/>
                </a:lnTo>
                <a:lnTo>
                  <a:pt x="4339" y="2462"/>
                </a:lnTo>
                <a:lnTo>
                  <a:pt x="4340" y="2462"/>
                </a:lnTo>
                <a:lnTo>
                  <a:pt x="4340" y="2461"/>
                </a:lnTo>
                <a:lnTo>
                  <a:pt x="4342" y="2460"/>
                </a:lnTo>
                <a:lnTo>
                  <a:pt x="4342" y="2459"/>
                </a:lnTo>
                <a:lnTo>
                  <a:pt x="4343" y="2459"/>
                </a:lnTo>
                <a:lnTo>
                  <a:pt x="4343" y="2458"/>
                </a:lnTo>
                <a:lnTo>
                  <a:pt x="4344" y="2458"/>
                </a:lnTo>
                <a:lnTo>
                  <a:pt x="4345" y="2458"/>
                </a:lnTo>
                <a:lnTo>
                  <a:pt x="4346" y="2457"/>
                </a:lnTo>
                <a:lnTo>
                  <a:pt x="4347" y="2457"/>
                </a:lnTo>
                <a:lnTo>
                  <a:pt x="4348" y="2458"/>
                </a:lnTo>
                <a:lnTo>
                  <a:pt x="4349" y="2459"/>
                </a:lnTo>
                <a:lnTo>
                  <a:pt x="4350" y="2458"/>
                </a:lnTo>
                <a:lnTo>
                  <a:pt x="4352" y="2458"/>
                </a:lnTo>
                <a:lnTo>
                  <a:pt x="4351" y="2458"/>
                </a:lnTo>
                <a:lnTo>
                  <a:pt x="4351" y="2459"/>
                </a:lnTo>
                <a:lnTo>
                  <a:pt x="4350" y="2460"/>
                </a:lnTo>
                <a:lnTo>
                  <a:pt x="4350" y="2461"/>
                </a:lnTo>
                <a:lnTo>
                  <a:pt x="4350" y="2462"/>
                </a:lnTo>
                <a:lnTo>
                  <a:pt x="4350" y="2463"/>
                </a:lnTo>
                <a:lnTo>
                  <a:pt x="4350" y="2464"/>
                </a:lnTo>
                <a:lnTo>
                  <a:pt x="4351" y="2464"/>
                </a:lnTo>
                <a:lnTo>
                  <a:pt x="4351" y="2465"/>
                </a:lnTo>
                <a:lnTo>
                  <a:pt x="4352" y="2464"/>
                </a:lnTo>
                <a:lnTo>
                  <a:pt x="4353" y="2464"/>
                </a:lnTo>
                <a:lnTo>
                  <a:pt x="4354" y="2464"/>
                </a:lnTo>
                <a:lnTo>
                  <a:pt x="4354" y="2463"/>
                </a:lnTo>
                <a:lnTo>
                  <a:pt x="4355" y="2463"/>
                </a:lnTo>
                <a:lnTo>
                  <a:pt x="4355" y="2462"/>
                </a:lnTo>
                <a:lnTo>
                  <a:pt x="4355" y="2461"/>
                </a:lnTo>
                <a:lnTo>
                  <a:pt x="4355" y="2460"/>
                </a:lnTo>
                <a:lnTo>
                  <a:pt x="4356" y="2459"/>
                </a:lnTo>
                <a:lnTo>
                  <a:pt x="4356" y="2458"/>
                </a:lnTo>
                <a:lnTo>
                  <a:pt x="4357" y="2458"/>
                </a:lnTo>
                <a:lnTo>
                  <a:pt x="4357" y="2457"/>
                </a:lnTo>
                <a:lnTo>
                  <a:pt x="4356" y="2457"/>
                </a:lnTo>
                <a:lnTo>
                  <a:pt x="4356" y="2456"/>
                </a:lnTo>
                <a:lnTo>
                  <a:pt x="4355" y="2456"/>
                </a:lnTo>
                <a:lnTo>
                  <a:pt x="4353" y="2456"/>
                </a:lnTo>
                <a:lnTo>
                  <a:pt x="4353" y="2457"/>
                </a:lnTo>
                <a:lnTo>
                  <a:pt x="4352" y="2457"/>
                </a:lnTo>
                <a:lnTo>
                  <a:pt x="4352" y="2456"/>
                </a:lnTo>
                <a:lnTo>
                  <a:pt x="4351" y="2456"/>
                </a:lnTo>
                <a:lnTo>
                  <a:pt x="4351" y="2457"/>
                </a:lnTo>
                <a:lnTo>
                  <a:pt x="4350" y="2457"/>
                </a:lnTo>
                <a:lnTo>
                  <a:pt x="4349" y="2457"/>
                </a:lnTo>
                <a:lnTo>
                  <a:pt x="4348" y="2457"/>
                </a:lnTo>
                <a:lnTo>
                  <a:pt x="4348" y="2456"/>
                </a:lnTo>
                <a:lnTo>
                  <a:pt x="4348" y="2455"/>
                </a:lnTo>
                <a:lnTo>
                  <a:pt x="4349" y="2455"/>
                </a:lnTo>
                <a:lnTo>
                  <a:pt x="4350" y="2454"/>
                </a:lnTo>
                <a:lnTo>
                  <a:pt x="4351" y="2454"/>
                </a:lnTo>
                <a:lnTo>
                  <a:pt x="4351" y="2453"/>
                </a:lnTo>
                <a:lnTo>
                  <a:pt x="4352" y="2453"/>
                </a:lnTo>
                <a:lnTo>
                  <a:pt x="4352" y="2452"/>
                </a:lnTo>
                <a:lnTo>
                  <a:pt x="4353" y="2452"/>
                </a:lnTo>
                <a:lnTo>
                  <a:pt x="4353" y="2451"/>
                </a:lnTo>
                <a:lnTo>
                  <a:pt x="4354" y="2451"/>
                </a:lnTo>
                <a:lnTo>
                  <a:pt x="4355" y="2450"/>
                </a:lnTo>
                <a:lnTo>
                  <a:pt x="4357" y="2449"/>
                </a:lnTo>
                <a:lnTo>
                  <a:pt x="4358" y="2449"/>
                </a:lnTo>
                <a:lnTo>
                  <a:pt x="4359" y="2449"/>
                </a:lnTo>
                <a:lnTo>
                  <a:pt x="4360" y="2449"/>
                </a:lnTo>
                <a:lnTo>
                  <a:pt x="4361" y="2449"/>
                </a:lnTo>
                <a:lnTo>
                  <a:pt x="4362" y="2449"/>
                </a:lnTo>
                <a:lnTo>
                  <a:pt x="4363" y="2449"/>
                </a:lnTo>
                <a:lnTo>
                  <a:pt x="4363" y="2448"/>
                </a:lnTo>
                <a:lnTo>
                  <a:pt x="4364" y="2448"/>
                </a:lnTo>
                <a:lnTo>
                  <a:pt x="4363" y="2447"/>
                </a:lnTo>
                <a:lnTo>
                  <a:pt x="4364" y="2447"/>
                </a:lnTo>
                <a:lnTo>
                  <a:pt x="4365" y="2447"/>
                </a:lnTo>
                <a:lnTo>
                  <a:pt x="4365" y="2448"/>
                </a:lnTo>
                <a:lnTo>
                  <a:pt x="4366" y="2448"/>
                </a:lnTo>
                <a:lnTo>
                  <a:pt x="4366" y="2447"/>
                </a:lnTo>
                <a:lnTo>
                  <a:pt x="4367" y="2448"/>
                </a:lnTo>
                <a:lnTo>
                  <a:pt x="4368" y="2448"/>
                </a:lnTo>
                <a:lnTo>
                  <a:pt x="4367" y="2448"/>
                </a:lnTo>
                <a:lnTo>
                  <a:pt x="4367" y="2449"/>
                </a:lnTo>
                <a:lnTo>
                  <a:pt x="4369" y="2449"/>
                </a:lnTo>
                <a:lnTo>
                  <a:pt x="4369" y="2450"/>
                </a:lnTo>
                <a:lnTo>
                  <a:pt x="4369" y="2451"/>
                </a:lnTo>
                <a:lnTo>
                  <a:pt x="4369" y="2452"/>
                </a:lnTo>
                <a:lnTo>
                  <a:pt x="4370" y="2452"/>
                </a:lnTo>
                <a:lnTo>
                  <a:pt x="4370" y="2451"/>
                </a:lnTo>
                <a:lnTo>
                  <a:pt x="4371" y="2452"/>
                </a:lnTo>
                <a:lnTo>
                  <a:pt x="4371" y="2453"/>
                </a:lnTo>
                <a:lnTo>
                  <a:pt x="4370" y="2453"/>
                </a:lnTo>
                <a:lnTo>
                  <a:pt x="4369" y="2453"/>
                </a:lnTo>
                <a:lnTo>
                  <a:pt x="4369" y="2454"/>
                </a:lnTo>
                <a:lnTo>
                  <a:pt x="4370" y="2454"/>
                </a:lnTo>
                <a:lnTo>
                  <a:pt x="4369" y="2454"/>
                </a:lnTo>
                <a:lnTo>
                  <a:pt x="4370" y="2454"/>
                </a:lnTo>
                <a:lnTo>
                  <a:pt x="4370" y="2455"/>
                </a:lnTo>
                <a:lnTo>
                  <a:pt x="4370" y="2456"/>
                </a:lnTo>
                <a:lnTo>
                  <a:pt x="4371" y="2456"/>
                </a:lnTo>
                <a:lnTo>
                  <a:pt x="4370" y="2456"/>
                </a:lnTo>
                <a:lnTo>
                  <a:pt x="4370" y="2457"/>
                </a:lnTo>
                <a:lnTo>
                  <a:pt x="4369" y="2457"/>
                </a:lnTo>
                <a:lnTo>
                  <a:pt x="4367" y="2460"/>
                </a:lnTo>
                <a:lnTo>
                  <a:pt x="4367" y="2461"/>
                </a:lnTo>
                <a:lnTo>
                  <a:pt x="4367" y="2464"/>
                </a:lnTo>
                <a:lnTo>
                  <a:pt x="4368" y="2464"/>
                </a:lnTo>
                <a:lnTo>
                  <a:pt x="4368" y="2465"/>
                </a:lnTo>
                <a:lnTo>
                  <a:pt x="4369" y="2465"/>
                </a:lnTo>
                <a:lnTo>
                  <a:pt x="4370" y="2466"/>
                </a:lnTo>
                <a:lnTo>
                  <a:pt x="4370" y="2467"/>
                </a:lnTo>
                <a:lnTo>
                  <a:pt x="4369" y="2466"/>
                </a:lnTo>
                <a:lnTo>
                  <a:pt x="4369" y="2467"/>
                </a:lnTo>
                <a:lnTo>
                  <a:pt x="4369" y="2468"/>
                </a:lnTo>
                <a:lnTo>
                  <a:pt x="4368" y="2468"/>
                </a:lnTo>
                <a:lnTo>
                  <a:pt x="4369" y="2468"/>
                </a:lnTo>
                <a:lnTo>
                  <a:pt x="4368" y="2469"/>
                </a:lnTo>
                <a:lnTo>
                  <a:pt x="4368" y="2470"/>
                </a:lnTo>
                <a:lnTo>
                  <a:pt x="4366" y="2472"/>
                </a:lnTo>
                <a:lnTo>
                  <a:pt x="4365" y="2473"/>
                </a:lnTo>
                <a:lnTo>
                  <a:pt x="4365" y="2474"/>
                </a:lnTo>
                <a:lnTo>
                  <a:pt x="4365" y="2475"/>
                </a:lnTo>
                <a:lnTo>
                  <a:pt x="4364" y="2475"/>
                </a:lnTo>
                <a:lnTo>
                  <a:pt x="4364" y="2476"/>
                </a:lnTo>
                <a:lnTo>
                  <a:pt x="4365" y="2477"/>
                </a:lnTo>
                <a:lnTo>
                  <a:pt x="4365" y="2478"/>
                </a:lnTo>
                <a:lnTo>
                  <a:pt x="4366" y="2478"/>
                </a:lnTo>
                <a:lnTo>
                  <a:pt x="4366" y="2479"/>
                </a:lnTo>
                <a:lnTo>
                  <a:pt x="4365" y="2480"/>
                </a:lnTo>
                <a:lnTo>
                  <a:pt x="4364" y="2480"/>
                </a:lnTo>
                <a:lnTo>
                  <a:pt x="4364" y="2481"/>
                </a:lnTo>
                <a:lnTo>
                  <a:pt x="4365" y="2481"/>
                </a:lnTo>
                <a:lnTo>
                  <a:pt x="4365" y="2482"/>
                </a:lnTo>
                <a:lnTo>
                  <a:pt x="4365" y="2483"/>
                </a:lnTo>
                <a:lnTo>
                  <a:pt x="4364" y="2483"/>
                </a:lnTo>
                <a:lnTo>
                  <a:pt x="4365" y="2483"/>
                </a:lnTo>
                <a:lnTo>
                  <a:pt x="4367" y="2483"/>
                </a:lnTo>
                <a:lnTo>
                  <a:pt x="4367" y="2484"/>
                </a:lnTo>
                <a:lnTo>
                  <a:pt x="4368" y="2484"/>
                </a:lnTo>
                <a:lnTo>
                  <a:pt x="4369" y="2484"/>
                </a:lnTo>
                <a:lnTo>
                  <a:pt x="4370" y="2484"/>
                </a:lnTo>
                <a:lnTo>
                  <a:pt x="4369" y="2483"/>
                </a:lnTo>
                <a:lnTo>
                  <a:pt x="4370" y="2483"/>
                </a:lnTo>
                <a:lnTo>
                  <a:pt x="4371" y="2484"/>
                </a:lnTo>
                <a:lnTo>
                  <a:pt x="4370" y="2484"/>
                </a:lnTo>
                <a:lnTo>
                  <a:pt x="4370" y="2485"/>
                </a:lnTo>
                <a:lnTo>
                  <a:pt x="4369" y="2485"/>
                </a:lnTo>
                <a:lnTo>
                  <a:pt x="4368" y="2486"/>
                </a:lnTo>
                <a:lnTo>
                  <a:pt x="4368" y="2487"/>
                </a:lnTo>
                <a:lnTo>
                  <a:pt x="4368" y="2488"/>
                </a:lnTo>
                <a:lnTo>
                  <a:pt x="4368" y="2489"/>
                </a:lnTo>
                <a:lnTo>
                  <a:pt x="4369" y="2490"/>
                </a:lnTo>
                <a:lnTo>
                  <a:pt x="4368" y="2490"/>
                </a:lnTo>
                <a:lnTo>
                  <a:pt x="4368" y="2491"/>
                </a:lnTo>
                <a:lnTo>
                  <a:pt x="4368" y="2490"/>
                </a:lnTo>
                <a:lnTo>
                  <a:pt x="4368" y="2489"/>
                </a:lnTo>
                <a:lnTo>
                  <a:pt x="4367" y="2489"/>
                </a:lnTo>
                <a:lnTo>
                  <a:pt x="4367" y="2490"/>
                </a:lnTo>
                <a:lnTo>
                  <a:pt x="4366" y="2491"/>
                </a:lnTo>
                <a:lnTo>
                  <a:pt x="4366" y="2492"/>
                </a:lnTo>
                <a:lnTo>
                  <a:pt x="4365" y="2493"/>
                </a:lnTo>
                <a:lnTo>
                  <a:pt x="4364" y="2493"/>
                </a:lnTo>
                <a:lnTo>
                  <a:pt x="4363" y="2493"/>
                </a:lnTo>
                <a:lnTo>
                  <a:pt x="4362" y="2493"/>
                </a:lnTo>
                <a:lnTo>
                  <a:pt x="4361" y="2494"/>
                </a:lnTo>
                <a:lnTo>
                  <a:pt x="4360" y="2495"/>
                </a:lnTo>
                <a:lnTo>
                  <a:pt x="4359" y="2495"/>
                </a:lnTo>
                <a:lnTo>
                  <a:pt x="4358" y="2495"/>
                </a:lnTo>
                <a:lnTo>
                  <a:pt x="4358" y="2496"/>
                </a:lnTo>
                <a:lnTo>
                  <a:pt x="4357" y="2496"/>
                </a:lnTo>
                <a:lnTo>
                  <a:pt x="4355" y="2496"/>
                </a:lnTo>
                <a:lnTo>
                  <a:pt x="4354" y="2496"/>
                </a:lnTo>
                <a:lnTo>
                  <a:pt x="4353" y="2496"/>
                </a:lnTo>
                <a:lnTo>
                  <a:pt x="4353" y="2495"/>
                </a:lnTo>
                <a:lnTo>
                  <a:pt x="4352" y="2495"/>
                </a:lnTo>
                <a:lnTo>
                  <a:pt x="4352" y="2494"/>
                </a:lnTo>
                <a:lnTo>
                  <a:pt x="4352" y="2492"/>
                </a:lnTo>
                <a:lnTo>
                  <a:pt x="4353" y="2489"/>
                </a:lnTo>
                <a:lnTo>
                  <a:pt x="4353" y="2488"/>
                </a:lnTo>
                <a:lnTo>
                  <a:pt x="4353" y="2487"/>
                </a:lnTo>
                <a:lnTo>
                  <a:pt x="4353" y="2486"/>
                </a:lnTo>
                <a:lnTo>
                  <a:pt x="4353" y="2485"/>
                </a:lnTo>
                <a:lnTo>
                  <a:pt x="4354" y="2483"/>
                </a:lnTo>
                <a:lnTo>
                  <a:pt x="4354" y="2482"/>
                </a:lnTo>
                <a:lnTo>
                  <a:pt x="4354" y="2481"/>
                </a:lnTo>
                <a:lnTo>
                  <a:pt x="4355" y="2480"/>
                </a:lnTo>
                <a:lnTo>
                  <a:pt x="4355" y="2481"/>
                </a:lnTo>
                <a:lnTo>
                  <a:pt x="4356" y="2480"/>
                </a:lnTo>
                <a:lnTo>
                  <a:pt x="4355" y="2480"/>
                </a:lnTo>
                <a:lnTo>
                  <a:pt x="4356" y="2479"/>
                </a:lnTo>
                <a:lnTo>
                  <a:pt x="4356" y="2480"/>
                </a:lnTo>
                <a:lnTo>
                  <a:pt x="4357" y="2480"/>
                </a:lnTo>
                <a:lnTo>
                  <a:pt x="4357" y="2479"/>
                </a:lnTo>
                <a:lnTo>
                  <a:pt x="4356" y="2479"/>
                </a:lnTo>
                <a:lnTo>
                  <a:pt x="4355" y="2478"/>
                </a:lnTo>
                <a:lnTo>
                  <a:pt x="4354" y="2478"/>
                </a:lnTo>
                <a:lnTo>
                  <a:pt x="4353" y="2479"/>
                </a:lnTo>
                <a:lnTo>
                  <a:pt x="4354" y="2480"/>
                </a:lnTo>
                <a:lnTo>
                  <a:pt x="4353" y="2480"/>
                </a:lnTo>
                <a:lnTo>
                  <a:pt x="4353" y="2479"/>
                </a:lnTo>
                <a:lnTo>
                  <a:pt x="4352" y="2479"/>
                </a:lnTo>
                <a:lnTo>
                  <a:pt x="4353" y="2479"/>
                </a:lnTo>
                <a:lnTo>
                  <a:pt x="4353" y="2478"/>
                </a:lnTo>
                <a:lnTo>
                  <a:pt x="4353" y="2477"/>
                </a:lnTo>
                <a:lnTo>
                  <a:pt x="4353" y="2478"/>
                </a:lnTo>
                <a:lnTo>
                  <a:pt x="4353" y="2477"/>
                </a:lnTo>
                <a:lnTo>
                  <a:pt x="4354" y="2477"/>
                </a:lnTo>
                <a:lnTo>
                  <a:pt x="4353" y="2477"/>
                </a:lnTo>
                <a:lnTo>
                  <a:pt x="4353" y="2476"/>
                </a:lnTo>
                <a:lnTo>
                  <a:pt x="4354" y="2476"/>
                </a:lnTo>
                <a:lnTo>
                  <a:pt x="4353" y="2476"/>
                </a:lnTo>
                <a:lnTo>
                  <a:pt x="4353" y="2475"/>
                </a:lnTo>
                <a:lnTo>
                  <a:pt x="4354" y="2475"/>
                </a:lnTo>
                <a:lnTo>
                  <a:pt x="4354" y="2474"/>
                </a:lnTo>
                <a:lnTo>
                  <a:pt x="4353" y="2474"/>
                </a:lnTo>
                <a:lnTo>
                  <a:pt x="4353" y="2475"/>
                </a:lnTo>
                <a:lnTo>
                  <a:pt x="4352" y="2475"/>
                </a:lnTo>
                <a:lnTo>
                  <a:pt x="4351" y="2475"/>
                </a:lnTo>
                <a:lnTo>
                  <a:pt x="4350" y="2476"/>
                </a:lnTo>
                <a:lnTo>
                  <a:pt x="4351" y="2476"/>
                </a:lnTo>
                <a:lnTo>
                  <a:pt x="4352" y="2476"/>
                </a:lnTo>
                <a:lnTo>
                  <a:pt x="4352" y="2477"/>
                </a:lnTo>
                <a:lnTo>
                  <a:pt x="4352" y="2478"/>
                </a:lnTo>
                <a:lnTo>
                  <a:pt x="4351" y="2478"/>
                </a:lnTo>
                <a:lnTo>
                  <a:pt x="4351" y="2479"/>
                </a:lnTo>
                <a:lnTo>
                  <a:pt x="4352" y="2479"/>
                </a:lnTo>
                <a:lnTo>
                  <a:pt x="4352" y="2480"/>
                </a:lnTo>
                <a:lnTo>
                  <a:pt x="4352" y="2481"/>
                </a:lnTo>
                <a:lnTo>
                  <a:pt x="4352" y="2482"/>
                </a:lnTo>
                <a:lnTo>
                  <a:pt x="4352" y="2483"/>
                </a:lnTo>
                <a:lnTo>
                  <a:pt x="4352" y="2484"/>
                </a:lnTo>
                <a:lnTo>
                  <a:pt x="4352" y="2485"/>
                </a:lnTo>
                <a:lnTo>
                  <a:pt x="4351" y="2487"/>
                </a:lnTo>
                <a:lnTo>
                  <a:pt x="4351" y="2490"/>
                </a:lnTo>
                <a:lnTo>
                  <a:pt x="4350" y="2490"/>
                </a:lnTo>
                <a:lnTo>
                  <a:pt x="4350" y="2491"/>
                </a:lnTo>
                <a:lnTo>
                  <a:pt x="4350" y="2493"/>
                </a:lnTo>
                <a:lnTo>
                  <a:pt x="4350" y="2495"/>
                </a:lnTo>
                <a:lnTo>
                  <a:pt x="4349" y="2495"/>
                </a:lnTo>
                <a:lnTo>
                  <a:pt x="4349" y="2496"/>
                </a:lnTo>
                <a:lnTo>
                  <a:pt x="4349" y="2497"/>
                </a:lnTo>
                <a:lnTo>
                  <a:pt x="4347" y="2498"/>
                </a:lnTo>
                <a:lnTo>
                  <a:pt x="4346" y="2498"/>
                </a:lnTo>
                <a:lnTo>
                  <a:pt x="4345" y="2499"/>
                </a:lnTo>
                <a:lnTo>
                  <a:pt x="4344" y="2499"/>
                </a:lnTo>
                <a:lnTo>
                  <a:pt x="4343" y="2498"/>
                </a:lnTo>
                <a:lnTo>
                  <a:pt x="4342" y="2497"/>
                </a:lnTo>
                <a:lnTo>
                  <a:pt x="4341" y="2497"/>
                </a:lnTo>
                <a:lnTo>
                  <a:pt x="4341" y="2496"/>
                </a:lnTo>
                <a:lnTo>
                  <a:pt x="4339" y="2494"/>
                </a:lnTo>
                <a:lnTo>
                  <a:pt x="4338" y="2494"/>
                </a:lnTo>
                <a:lnTo>
                  <a:pt x="4338" y="2493"/>
                </a:lnTo>
                <a:lnTo>
                  <a:pt x="4337" y="2491"/>
                </a:lnTo>
                <a:lnTo>
                  <a:pt x="4336" y="2489"/>
                </a:lnTo>
                <a:lnTo>
                  <a:pt x="4336" y="2488"/>
                </a:lnTo>
                <a:lnTo>
                  <a:pt x="4335" y="2488"/>
                </a:lnTo>
                <a:lnTo>
                  <a:pt x="4335" y="2487"/>
                </a:lnTo>
                <a:lnTo>
                  <a:pt x="4336" y="2486"/>
                </a:lnTo>
                <a:lnTo>
                  <a:pt x="4335" y="2485"/>
                </a:lnTo>
                <a:lnTo>
                  <a:pt x="4334" y="2485"/>
                </a:lnTo>
                <a:lnTo>
                  <a:pt x="4334" y="2486"/>
                </a:lnTo>
                <a:lnTo>
                  <a:pt x="4333" y="2486"/>
                </a:lnTo>
                <a:lnTo>
                  <a:pt x="4332" y="2486"/>
                </a:lnTo>
                <a:lnTo>
                  <a:pt x="4332" y="2485"/>
                </a:lnTo>
                <a:lnTo>
                  <a:pt x="4331" y="2485"/>
                </a:lnTo>
                <a:lnTo>
                  <a:pt x="4330" y="2484"/>
                </a:lnTo>
                <a:lnTo>
                  <a:pt x="4329" y="2484"/>
                </a:lnTo>
                <a:lnTo>
                  <a:pt x="4329" y="2485"/>
                </a:lnTo>
                <a:lnTo>
                  <a:pt x="4328" y="2485"/>
                </a:lnTo>
                <a:lnTo>
                  <a:pt x="4329" y="2485"/>
                </a:lnTo>
                <a:lnTo>
                  <a:pt x="4329" y="2484"/>
                </a:lnTo>
                <a:lnTo>
                  <a:pt x="4330" y="2484"/>
                </a:lnTo>
                <a:lnTo>
                  <a:pt x="4331" y="2485"/>
                </a:lnTo>
                <a:lnTo>
                  <a:pt x="4331" y="2486"/>
                </a:lnTo>
                <a:lnTo>
                  <a:pt x="4332" y="2486"/>
                </a:lnTo>
                <a:lnTo>
                  <a:pt x="4333" y="2487"/>
                </a:lnTo>
                <a:lnTo>
                  <a:pt x="4333" y="2488"/>
                </a:lnTo>
                <a:lnTo>
                  <a:pt x="4333" y="2489"/>
                </a:lnTo>
                <a:lnTo>
                  <a:pt x="4334" y="2489"/>
                </a:lnTo>
                <a:lnTo>
                  <a:pt x="4333" y="2490"/>
                </a:lnTo>
                <a:lnTo>
                  <a:pt x="4332" y="2489"/>
                </a:lnTo>
                <a:lnTo>
                  <a:pt x="4331" y="2490"/>
                </a:lnTo>
                <a:lnTo>
                  <a:pt x="4330" y="2490"/>
                </a:lnTo>
                <a:lnTo>
                  <a:pt x="4329" y="2490"/>
                </a:lnTo>
                <a:lnTo>
                  <a:pt x="4329" y="2491"/>
                </a:lnTo>
                <a:lnTo>
                  <a:pt x="4329" y="2492"/>
                </a:lnTo>
                <a:lnTo>
                  <a:pt x="4328" y="2492"/>
                </a:lnTo>
                <a:lnTo>
                  <a:pt x="4329" y="2493"/>
                </a:lnTo>
                <a:lnTo>
                  <a:pt x="4329" y="2494"/>
                </a:lnTo>
                <a:lnTo>
                  <a:pt x="4331" y="2495"/>
                </a:lnTo>
                <a:lnTo>
                  <a:pt x="4332" y="2495"/>
                </a:lnTo>
                <a:lnTo>
                  <a:pt x="4333" y="2495"/>
                </a:lnTo>
                <a:lnTo>
                  <a:pt x="4333" y="2496"/>
                </a:lnTo>
                <a:lnTo>
                  <a:pt x="4334" y="2497"/>
                </a:lnTo>
                <a:lnTo>
                  <a:pt x="4334" y="2496"/>
                </a:lnTo>
                <a:lnTo>
                  <a:pt x="4335" y="2496"/>
                </a:lnTo>
                <a:lnTo>
                  <a:pt x="4335" y="2497"/>
                </a:lnTo>
                <a:lnTo>
                  <a:pt x="4335" y="2498"/>
                </a:lnTo>
                <a:lnTo>
                  <a:pt x="4333" y="2499"/>
                </a:lnTo>
                <a:lnTo>
                  <a:pt x="4332" y="2499"/>
                </a:lnTo>
                <a:lnTo>
                  <a:pt x="4331" y="2498"/>
                </a:lnTo>
                <a:lnTo>
                  <a:pt x="4330" y="2498"/>
                </a:lnTo>
                <a:lnTo>
                  <a:pt x="4329" y="2498"/>
                </a:lnTo>
                <a:lnTo>
                  <a:pt x="4327" y="2497"/>
                </a:lnTo>
                <a:lnTo>
                  <a:pt x="4326" y="2497"/>
                </a:lnTo>
                <a:lnTo>
                  <a:pt x="4326" y="2496"/>
                </a:lnTo>
                <a:lnTo>
                  <a:pt x="4326" y="2495"/>
                </a:lnTo>
                <a:lnTo>
                  <a:pt x="4325" y="2496"/>
                </a:lnTo>
                <a:lnTo>
                  <a:pt x="4325" y="2495"/>
                </a:lnTo>
                <a:lnTo>
                  <a:pt x="4325" y="2496"/>
                </a:lnTo>
                <a:lnTo>
                  <a:pt x="4324" y="2496"/>
                </a:lnTo>
                <a:lnTo>
                  <a:pt x="4324" y="2497"/>
                </a:lnTo>
                <a:lnTo>
                  <a:pt x="4324" y="2496"/>
                </a:lnTo>
                <a:lnTo>
                  <a:pt x="4323" y="2497"/>
                </a:lnTo>
                <a:lnTo>
                  <a:pt x="4323" y="2496"/>
                </a:lnTo>
                <a:lnTo>
                  <a:pt x="4322" y="2496"/>
                </a:lnTo>
                <a:lnTo>
                  <a:pt x="4322" y="2495"/>
                </a:lnTo>
                <a:lnTo>
                  <a:pt x="4321" y="2495"/>
                </a:lnTo>
                <a:lnTo>
                  <a:pt x="4321" y="2496"/>
                </a:lnTo>
                <a:lnTo>
                  <a:pt x="4322" y="2496"/>
                </a:lnTo>
                <a:lnTo>
                  <a:pt x="4323" y="2497"/>
                </a:lnTo>
                <a:lnTo>
                  <a:pt x="4323" y="2498"/>
                </a:lnTo>
                <a:lnTo>
                  <a:pt x="4324" y="2498"/>
                </a:lnTo>
                <a:lnTo>
                  <a:pt x="4325" y="2498"/>
                </a:lnTo>
                <a:lnTo>
                  <a:pt x="4326" y="2498"/>
                </a:lnTo>
                <a:lnTo>
                  <a:pt x="4326" y="2500"/>
                </a:lnTo>
                <a:lnTo>
                  <a:pt x="4327" y="2500"/>
                </a:lnTo>
                <a:lnTo>
                  <a:pt x="4328" y="2500"/>
                </a:lnTo>
                <a:lnTo>
                  <a:pt x="4329" y="2500"/>
                </a:lnTo>
                <a:lnTo>
                  <a:pt x="4331" y="2500"/>
                </a:lnTo>
                <a:lnTo>
                  <a:pt x="4331" y="2501"/>
                </a:lnTo>
                <a:lnTo>
                  <a:pt x="4332" y="2501"/>
                </a:lnTo>
                <a:lnTo>
                  <a:pt x="4333" y="2500"/>
                </a:lnTo>
                <a:lnTo>
                  <a:pt x="4333" y="2501"/>
                </a:lnTo>
                <a:lnTo>
                  <a:pt x="4334" y="2501"/>
                </a:lnTo>
                <a:lnTo>
                  <a:pt x="4335" y="2501"/>
                </a:lnTo>
                <a:lnTo>
                  <a:pt x="4336" y="2502"/>
                </a:lnTo>
                <a:lnTo>
                  <a:pt x="4337" y="2502"/>
                </a:lnTo>
                <a:lnTo>
                  <a:pt x="4339" y="2502"/>
                </a:lnTo>
                <a:lnTo>
                  <a:pt x="4340" y="2502"/>
                </a:lnTo>
                <a:lnTo>
                  <a:pt x="4339" y="2503"/>
                </a:lnTo>
                <a:lnTo>
                  <a:pt x="4338" y="2503"/>
                </a:lnTo>
                <a:lnTo>
                  <a:pt x="4338" y="2504"/>
                </a:lnTo>
                <a:lnTo>
                  <a:pt x="4338" y="2505"/>
                </a:lnTo>
                <a:lnTo>
                  <a:pt x="4338" y="2506"/>
                </a:lnTo>
                <a:lnTo>
                  <a:pt x="4339" y="2507"/>
                </a:lnTo>
                <a:lnTo>
                  <a:pt x="4338" y="2508"/>
                </a:lnTo>
                <a:lnTo>
                  <a:pt x="4336" y="2508"/>
                </a:lnTo>
                <a:lnTo>
                  <a:pt x="4335" y="2508"/>
                </a:lnTo>
                <a:lnTo>
                  <a:pt x="4334" y="2508"/>
                </a:lnTo>
                <a:lnTo>
                  <a:pt x="4333" y="2507"/>
                </a:lnTo>
                <a:lnTo>
                  <a:pt x="4332" y="2507"/>
                </a:lnTo>
                <a:lnTo>
                  <a:pt x="4331" y="2507"/>
                </a:lnTo>
                <a:lnTo>
                  <a:pt x="4330" y="2507"/>
                </a:lnTo>
                <a:lnTo>
                  <a:pt x="4330" y="2508"/>
                </a:lnTo>
                <a:lnTo>
                  <a:pt x="4330" y="2509"/>
                </a:lnTo>
                <a:lnTo>
                  <a:pt x="4330" y="2510"/>
                </a:lnTo>
                <a:lnTo>
                  <a:pt x="4329" y="2510"/>
                </a:lnTo>
                <a:lnTo>
                  <a:pt x="4329" y="2511"/>
                </a:lnTo>
                <a:lnTo>
                  <a:pt x="4329" y="2512"/>
                </a:lnTo>
                <a:lnTo>
                  <a:pt x="4331" y="2511"/>
                </a:lnTo>
                <a:lnTo>
                  <a:pt x="4332" y="2511"/>
                </a:lnTo>
                <a:lnTo>
                  <a:pt x="4331" y="2510"/>
                </a:lnTo>
                <a:lnTo>
                  <a:pt x="4331" y="2509"/>
                </a:lnTo>
                <a:lnTo>
                  <a:pt x="4331" y="2508"/>
                </a:lnTo>
                <a:lnTo>
                  <a:pt x="4332" y="2507"/>
                </a:lnTo>
                <a:lnTo>
                  <a:pt x="4333" y="2507"/>
                </a:lnTo>
                <a:lnTo>
                  <a:pt x="4333" y="2508"/>
                </a:lnTo>
                <a:lnTo>
                  <a:pt x="4334" y="2508"/>
                </a:lnTo>
                <a:lnTo>
                  <a:pt x="4334" y="2509"/>
                </a:lnTo>
                <a:lnTo>
                  <a:pt x="4335" y="2509"/>
                </a:lnTo>
                <a:lnTo>
                  <a:pt x="4336" y="2509"/>
                </a:lnTo>
                <a:lnTo>
                  <a:pt x="4336" y="2508"/>
                </a:lnTo>
                <a:lnTo>
                  <a:pt x="4337" y="2509"/>
                </a:lnTo>
                <a:lnTo>
                  <a:pt x="4338" y="2509"/>
                </a:lnTo>
                <a:lnTo>
                  <a:pt x="4339" y="2508"/>
                </a:lnTo>
                <a:lnTo>
                  <a:pt x="4340" y="2508"/>
                </a:lnTo>
                <a:lnTo>
                  <a:pt x="4340" y="2507"/>
                </a:lnTo>
                <a:lnTo>
                  <a:pt x="4341" y="2507"/>
                </a:lnTo>
                <a:lnTo>
                  <a:pt x="4341" y="2508"/>
                </a:lnTo>
                <a:lnTo>
                  <a:pt x="4342" y="2508"/>
                </a:lnTo>
                <a:lnTo>
                  <a:pt x="4342" y="2509"/>
                </a:lnTo>
                <a:lnTo>
                  <a:pt x="4343" y="2510"/>
                </a:lnTo>
                <a:lnTo>
                  <a:pt x="4342" y="2510"/>
                </a:lnTo>
                <a:lnTo>
                  <a:pt x="4343" y="2510"/>
                </a:lnTo>
                <a:lnTo>
                  <a:pt x="4343" y="2511"/>
                </a:lnTo>
                <a:lnTo>
                  <a:pt x="4344" y="2511"/>
                </a:lnTo>
                <a:lnTo>
                  <a:pt x="4344" y="2510"/>
                </a:lnTo>
                <a:lnTo>
                  <a:pt x="4344" y="2511"/>
                </a:lnTo>
                <a:lnTo>
                  <a:pt x="4343" y="2511"/>
                </a:lnTo>
                <a:lnTo>
                  <a:pt x="4342" y="2511"/>
                </a:lnTo>
                <a:lnTo>
                  <a:pt x="4343" y="2512"/>
                </a:lnTo>
                <a:lnTo>
                  <a:pt x="4343" y="2514"/>
                </a:lnTo>
                <a:lnTo>
                  <a:pt x="4342" y="2514"/>
                </a:lnTo>
                <a:lnTo>
                  <a:pt x="4341" y="2515"/>
                </a:lnTo>
                <a:lnTo>
                  <a:pt x="4343" y="2516"/>
                </a:lnTo>
                <a:lnTo>
                  <a:pt x="4344" y="2516"/>
                </a:lnTo>
                <a:lnTo>
                  <a:pt x="4344" y="2515"/>
                </a:lnTo>
                <a:lnTo>
                  <a:pt x="4344" y="2516"/>
                </a:lnTo>
                <a:lnTo>
                  <a:pt x="4345" y="2517"/>
                </a:lnTo>
                <a:lnTo>
                  <a:pt x="4345" y="2518"/>
                </a:lnTo>
                <a:lnTo>
                  <a:pt x="4346" y="2518"/>
                </a:lnTo>
                <a:lnTo>
                  <a:pt x="4347" y="2518"/>
                </a:lnTo>
                <a:lnTo>
                  <a:pt x="4346" y="2519"/>
                </a:lnTo>
                <a:lnTo>
                  <a:pt x="4345" y="2520"/>
                </a:lnTo>
                <a:lnTo>
                  <a:pt x="4344" y="2521"/>
                </a:lnTo>
                <a:lnTo>
                  <a:pt x="4343" y="2521"/>
                </a:lnTo>
                <a:lnTo>
                  <a:pt x="4343" y="2522"/>
                </a:lnTo>
                <a:lnTo>
                  <a:pt x="4342" y="2522"/>
                </a:lnTo>
                <a:lnTo>
                  <a:pt x="4341" y="2522"/>
                </a:lnTo>
                <a:lnTo>
                  <a:pt x="4340" y="2522"/>
                </a:lnTo>
                <a:lnTo>
                  <a:pt x="4339" y="2522"/>
                </a:lnTo>
                <a:lnTo>
                  <a:pt x="4337" y="2521"/>
                </a:lnTo>
                <a:lnTo>
                  <a:pt x="4336" y="2521"/>
                </a:lnTo>
                <a:lnTo>
                  <a:pt x="4336" y="2520"/>
                </a:lnTo>
                <a:lnTo>
                  <a:pt x="4335" y="2520"/>
                </a:lnTo>
                <a:lnTo>
                  <a:pt x="4334" y="2520"/>
                </a:lnTo>
                <a:lnTo>
                  <a:pt x="4333" y="2520"/>
                </a:lnTo>
                <a:lnTo>
                  <a:pt x="4332" y="2519"/>
                </a:lnTo>
                <a:lnTo>
                  <a:pt x="4331" y="2518"/>
                </a:lnTo>
                <a:lnTo>
                  <a:pt x="4331" y="2517"/>
                </a:lnTo>
                <a:lnTo>
                  <a:pt x="4330" y="2517"/>
                </a:lnTo>
                <a:lnTo>
                  <a:pt x="4329" y="2517"/>
                </a:lnTo>
                <a:lnTo>
                  <a:pt x="4328" y="2518"/>
                </a:lnTo>
                <a:lnTo>
                  <a:pt x="4328" y="2519"/>
                </a:lnTo>
                <a:lnTo>
                  <a:pt x="4329" y="2519"/>
                </a:lnTo>
                <a:lnTo>
                  <a:pt x="4330" y="2519"/>
                </a:lnTo>
                <a:lnTo>
                  <a:pt x="4331" y="2520"/>
                </a:lnTo>
                <a:lnTo>
                  <a:pt x="4332" y="2520"/>
                </a:lnTo>
                <a:lnTo>
                  <a:pt x="4331" y="2520"/>
                </a:lnTo>
                <a:lnTo>
                  <a:pt x="4331" y="2522"/>
                </a:lnTo>
                <a:lnTo>
                  <a:pt x="4332" y="2522"/>
                </a:lnTo>
                <a:lnTo>
                  <a:pt x="4333" y="2522"/>
                </a:lnTo>
                <a:lnTo>
                  <a:pt x="4334" y="2522"/>
                </a:lnTo>
                <a:lnTo>
                  <a:pt x="4335" y="2522"/>
                </a:lnTo>
                <a:lnTo>
                  <a:pt x="4335" y="2523"/>
                </a:lnTo>
                <a:lnTo>
                  <a:pt x="4336" y="2523"/>
                </a:lnTo>
                <a:lnTo>
                  <a:pt x="4337" y="2523"/>
                </a:lnTo>
                <a:lnTo>
                  <a:pt x="4338" y="2523"/>
                </a:lnTo>
                <a:lnTo>
                  <a:pt x="4339" y="2524"/>
                </a:lnTo>
                <a:lnTo>
                  <a:pt x="4339" y="2525"/>
                </a:lnTo>
                <a:lnTo>
                  <a:pt x="4340" y="2526"/>
                </a:lnTo>
                <a:lnTo>
                  <a:pt x="4340" y="2527"/>
                </a:lnTo>
                <a:lnTo>
                  <a:pt x="4339" y="2527"/>
                </a:lnTo>
                <a:lnTo>
                  <a:pt x="4341" y="2527"/>
                </a:lnTo>
                <a:lnTo>
                  <a:pt x="4342" y="2527"/>
                </a:lnTo>
                <a:lnTo>
                  <a:pt x="4342" y="2528"/>
                </a:lnTo>
                <a:lnTo>
                  <a:pt x="4341" y="2528"/>
                </a:lnTo>
                <a:lnTo>
                  <a:pt x="4341" y="2529"/>
                </a:lnTo>
                <a:lnTo>
                  <a:pt x="4341" y="2530"/>
                </a:lnTo>
                <a:lnTo>
                  <a:pt x="4342" y="2530"/>
                </a:lnTo>
                <a:lnTo>
                  <a:pt x="4342" y="2529"/>
                </a:lnTo>
                <a:lnTo>
                  <a:pt x="4343" y="2530"/>
                </a:lnTo>
                <a:lnTo>
                  <a:pt x="4342" y="2530"/>
                </a:lnTo>
                <a:lnTo>
                  <a:pt x="4342" y="2531"/>
                </a:lnTo>
                <a:lnTo>
                  <a:pt x="4343" y="2531"/>
                </a:lnTo>
                <a:lnTo>
                  <a:pt x="4343" y="2532"/>
                </a:lnTo>
                <a:lnTo>
                  <a:pt x="4342" y="2533"/>
                </a:lnTo>
                <a:lnTo>
                  <a:pt x="4343" y="2533"/>
                </a:lnTo>
                <a:lnTo>
                  <a:pt x="4342" y="2533"/>
                </a:lnTo>
                <a:lnTo>
                  <a:pt x="4342" y="2534"/>
                </a:lnTo>
                <a:lnTo>
                  <a:pt x="4343" y="2534"/>
                </a:lnTo>
                <a:lnTo>
                  <a:pt x="4342" y="2534"/>
                </a:lnTo>
                <a:lnTo>
                  <a:pt x="4342" y="2535"/>
                </a:lnTo>
                <a:lnTo>
                  <a:pt x="4341" y="2540"/>
                </a:lnTo>
                <a:lnTo>
                  <a:pt x="4341" y="2541"/>
                </a:lnTo>
                <a:lnTo>
                  <a:pt x="4340" y="2542"/>
                </a:lnTo>
                <a:lnTo>
                  <a:pt x="4339" y="2542"/>
                </a:lnTo>
                <a:lnTo>
                  <a:pt x="4338" y="2541"/>
                </a:lnTo>
                <a:lnTo>
                  <a:pt x="4337" y="2541"/>
                </a:lnTo>
                <a:lnTo>
                  <a:pt x="4337" y="2542"/>
                </a:lnTo>
                <a:lnTo>
                  <a:pt x="4337" y="2543"/>
                </a:lnTo>
                <a:lnTo>
                  <a:pt x="4336" y="2543"/>
                </a:lnTo>
                <a:lnTo>
                  <a:pt x="4335" y="2543"/>
                </a:lnTo>
                <a:lnTo>
                  <a:pt x="4334" y="2544"/>
                </a:lnTo>
                <a:lnTo>
                  <a:pt x="4333" y="2544"/>
                </a:lnTo>
                <a:lnTo>
                  <a:pt x="4330" y="2544"/>
                </a:lnTo>
                <a:lnTo>
                  <a:pt x="4329" y="2544"/>
                </a:lnTo>
                <a:lnTo>
                  <a:pt x="4328" y="2544"/>
                </a:lnTo>
                <a:lnTo>
                  <a:pt x="4327" y="2544"/>
                </a:lnTo>
                <a:lnTo>
                  <a:pt x="4326" y="2544"/>
                </a:lnTo>
                <a:lnTo>
                  <a:pt x="4325" y="2545"/>
                </a:lnTo>
                <a:lnTo>
                  <a:pt x="4325" y="2546"/>
                </a:lnTo>
                <a:lnTo>
                  <a:pt x="4327" y="2547"/>
                </a:lnTo>
                <a:lnTo>
                  <a:pt x="4328" y="2547"/>
                </a:lnTo>
                <a:lnTo>
                  <a:pt x="4329" y="2547"/>
                </a:lnTo>
                <a:lnTo>
                  <a:pt x="4331" y="2548"/>
                </a:lnTo>
                <a:lnTo>
                  <a:pt x="4331" y="2549"/>
                </a:lnTo>
                <a:lnTo>
                  <a:pt x="4333" y="2552"/>
                </a:lnTo>
                <a:lnTo>
                  <a:pt x="4333" y="2553"/>
                </a:lnTo>
                <a:lnTo>
                  <a:pt x="4333" y="2554"/>
                </a:lnTo>
                <a:lnTo>
                  <a:pt x="4334" y="2556"/>
                </a:lnTo>
                <a:lnTo>
                  <a:pt x="4335" y="2556"/>
                </a:lnTo>
                <a:lnTo>
                  <a:pt x="4335" y="2557"/>
                </a:lnTo>
                <a:lnTo>
                  <a:pt x="4335" y="2558"/>
                </a:lnTo>
                <a:lnTo>
                  <a:pt x="4335" y="2560"/>
                </a:lnTo>
                <a:lnTo>
                  <a:pt x="4336" y="2560"/>
                </a:lnTo>
                <a:lnTo>
                  <a:pt x="4336" y="2559"/>
                </a:lnTo>
                <a:lnTo>
                  <a:pt x="4337" y="2560"/>
                </a:lnTo>
                <a:lnTo>
                  <a:pt x="4337" y="2561"/>
                </a:lnTo>
                <a:lnTo>
                  <a:pt x="4338" y="2561"/>
                </a:lnTo>
                <a:lnTo>
                  <a:pt x="4338" y="2562"/>
                </a:lnTo>
                <a:lnTo>
                  <a:pt x="4337" y="2562"/>
                </a:lnTo>
                <a:lnTo>
                  <a:pt x="4337" y="2563"/>
                </a:lnTo>
                <a:lnTo>
                  <a:pt x="4337" y="2564"/>
                </a:lnTo>
                <a:lnTo>
                  <a:pt x="4336" y="2564"/>
                </a:lnTo>
                <a:lnTo>
                  <a:pt x="4335" y="2565"/>
                </a:lnTo>
                <a:lnTo>
                  <a:pt x="4334" y="2564"/>
                </a:lnTo>
                <a:lnTo>
                  <a:pt x="4333" y="2564"/>
                </a:lnTo>
                <a:lnTo>
                  <a:pt x="4334" y="2565"/>
                </a:lnTo>
                <a:lnTo>
                  <a:pt x="4335" y="2565"/>
                </a:lnTo>
                <a:lnTo>
                  <a:pt x="4336" y="2566"/>
                </a:lnTo>
                <a:lnTo>
                  <a:pt x="4336" y="2567"/>
                </a:lnTo>
                <a:lnTo>
                  <a:pt x="4335" y="2567"/>
                </a:lnTo>
                <a:lnTo>
                  <a:pt x="4335" y="2568"/>
                </a:lnTo>
                <a:lnTo>
                  <a:pt x="4335" y="2571"/>
                </a:lnTo>
                <a:lnTo>
                  <a:pt x="4336" y="2572"/>
                </a:lnTo>
                <a:lnTo>
                  <a:pt x="4339" y="2573"/>
                </a:lnTo>
                <a:lnTo>
                  <a:pt x="4339" y="2572"/>
                </a:lnTo>
                <a:lnTo>
                  <a:pt x="4340" y="2572"/>
                </a:lnTo>
                <a:lnTo>
                  <a:pt x="4340" y="2573"/>
                </a:lnTo>
                <a:lnTo>
                  <a:pt x="4341" y="2574"/>
                </a:lnTo>
                <a:lnTo>
                  <a:pt x="4340" y="2574"/>
                </a:lnTo>
                <a:lnTo>
                  <a:pt x="4339" y="2574"/>
                </a:lnTo>
                <a:lnTo>
                  <a:pt x="4339" y="2576"/>
                </a:lnTo>
                <a:lnTo>
                  <a:pt x="4340" y="2576"/>
                </a:lnTo>
                <a:lnTo>
                  <a:pt x="4339" y="2577"/>
                </a:lnTo>
                <a:lnTo>
                  <a:pt x="4338" y="2578"/>
                </a:lnTo>
                <a:lnTo>
                  <a:pt x="4337" y="2578"/>
                </a:lnTo>
                <a:lnTo>
                  <a:pt x="4337" y="2579"/>
                </a:lnTo>
                <a:lnTo>
                  <a:pt x="4338" y="2580"/>
                </a:lnTo>
                <a:lnTo>
                  <a:pt x="4339" y="2579"/>
                </a:lnTo>
                <a:lnTo>
                  <a:pt x="4340" y="2579"/>
                </a:lnTo>
                <a:lnTo>
                  <a:pt x="4341" y="2579"/>
                </a:lnTo>
                <a:lnTo>
                  <a:pt x="4340" y="2579"/>
                </a:lnTo>
                <a:lnTo>
                  <a:pt x="4340" y="2580"/>
                </a:lnTo>
                <a:lnTo>
                  <a:pt x="4340" y="2579"/>
                </a:lnTo>
                <a:lnTo>
                  <a:pt x="4341" y="2579"/>
                </a:lnTo>
                <a:lnTo>
                  <a:pt x="4341" y="2580"/>
                </a:lnTo>
                <a:lnTo>
                  <a:pt x="4340" y="2581"/>
                </a:lnTo>
                <a:lnTo>
                  <a:pt x="4340" y="2582"/>
                </a:lnTo>
                <a:lnTo>
                  <a:pt x="4339" y="2582"/>
                </a:lnTo>
                <a:lnTo>
                  <a:pt x="4339" y="2583"/>
                </a:lnTo>
                <a:lnTo>
                  <a:pt x="4339" y="2584"/>
                </a:lnTo>
                <a:lnTo>
                  <a:pt x="4338" y="2585"/>
                </a:lnTo>
                <a:lnTo>
                  <a:pt x="4339" y="2585"/>
                </a:lnTo>
                <a:lnTo>
                  <a:pt x="4339" y="2586"/>
                </a:lnTo>
                <a:lnTo>
                  <a:pt x="4338" y="2586"/>
                </a:lnTo>
                <a:lnTo>
                  <a:pt x="4338" y="2585"/>
                </a:lnTo>
                <a:lnTo>
                  <a:pt x="4338" y="2586"/>
                </a:lnTo>
                <a:lnTo>
                  <a:pt x="4337" y="2586"/>
                </a:lnTo>
                <a:lnTo>
                  <a:pt x="4337" y="2587"/>
                </a:lnTo>
                <a:lnTo>
                  <a:pt x="4337" y="2588"/>
                </a:lnTo>
                <a:lnTo>
                  <a:pt x="4337" y="2587"/>
                </a:lnTo>
                <a:lnTo>
                  <a:pt x="4337" y="2588"/>
                </a:lnTo>
                <a:lnTo>
                  <a:pt x="4338" y="2588"/>
                </a:lnTo>
                <a:lnTo>
                  <a:pt x="4337" y="2588"/>
                </a:lnTo>
                <a:lnTo>
                  <a:pt x="4337" y="2589"/>
                </a:lnTo>
                <a:lnTo>
                  <a:pt x="4336" y="2589"/>
                </a:lnTo>
                <a:lnTo>
                  <a:pt x="4335" y="2589"/>
                </a:lnTo>
                <a:lnTo>
                  <a:pt x="4334" y="2589"/>
                </a:lnTo>
                <a:lnTo>
                  <a:pt x="4334" y="2588"/>
                </a:lnTo>
                <a:lnTo>
                  <a:pt x="4335" y="2588"/>
                </a:lnTo>
                <a:lnTo>
                  <a:pt x="4335" y="2587"/>
                </a:lnTo>
                <a:lnTo>
                  <a:pt x="4334" y="2587"/>
                </a:lnTo>
                <a:lnTo>
                  <a:pt x="4333" y="2587"/>
                </a:lnTo>
                <a:lnTo>
                  <a:pt x="4333" y="2586"/>
                </a:lnTo>
                <a:lnTo>
                  <a:pt x="4333" y="2585"/>
                </a:lnTo>
                <a:lnTo>
                  <a:pt x="4333" y="2584"/>
                </a:lnTo>
                <a:lnTo>
                  <a:pt x="4332" y="2583"/>
                </a:lnTo>
                <a:lnTo>
                  <a:pt x="4331" y="2583"/>
                </a:lnTo>
                <a:lnTo>
                  <a:pt x="4330" y="2583"/>
                </a:lnTo>
                <a:lnTo>
                  <a:pt x="4331" y="2583"/>
                </a:lnTo>
                <a:lnTo>
                  <a:pt x="4331" y="2582"/>
                </a:lnTo>
                <a:lnTo>
                  <a:pt x="4329" y="2581"/>
                </a:lnTo>
                <a:lnTo>
                  <a:pt x="4328" y="2581"/>
                </a:lnTo>
                <a:lnTo>
                  <a:pt x="4327" y="2581"/>
                </a:lnTo>
                <a:lnTo>
                  <a:pt x="4326" y="2581"/>
                </a:lnTo>
                <a:lnTo>
                  <a:pt x="4325" y="2581"/>
                </a:lnTo>
                <a:lnTo>
                  <a:pt x="4324" y="2581"/>
                </a:lnTo>
                <a:lnTo>
                  <a:pt x="4323" y="2581"/>
                </a:lnTo>
                <a:lnTo>
                  <a:pt x="4323" y="2584"/>
                </a:lnTo>
                <a:lnTo>
                  <a:pt x="4322" y="2583"/>
                </a:lnTo>
                <a:lnTo>
                  <a:pt x="4322" y="2584"/>
                </a:lnTo>
                <a:lnTo>
                  <a:pt x="4322" y="2585"/>
                </a:lnTo>
                <a:lnTo>
                  <a:pt x="4321" y="2585"/>
                </a:lnTo>
                <a:lnTo>
                  <a:pt x="4321" y="2586"/>
                </a:lnTo>
                <a:lnTo>
                  <a:pt x="4321" y="2587"/>
                </a:lnTo>
                <a:lnTo>
                  <a:pt x="4321" y="2588"/>
                </a:lnTo>
                <a:lnTo>
                  <a:pt x="4320" y="2588"/>
                </a:lnTo>
                <a:lnTo>
                  <a:pt x="4319" y="2588"/>
                </a:lnTo>
                <a:lnTo>
                  <a:pt x="4319" y="2589"/>
                </a:lnTo>
                <a:lnTo>
                  <a:pt x="4320" y="2589"/>
                </a:lnTo>
                <a:lnTo>
                  <a:pt x="4319" y="2590"/>
                </a:lnTo>
                <a:lnTo>
                  <a:pt x="4319" y="2591"/>
                </a:lnTo>
                <a:lnTo>
                  <a:pt x="4318" y="2591"/>
                </a:lnTo>
                <a:lnTo>
                  <a:pt x="4318" y="2592"/>
                </a:lnTo>
                <a:lnTo>
                  <a:pt x="4318" y="2593"/>
                </a:lnTo>
                <a:lnTo>
                  <a:pt x="4317" y="2593"/>
                </a:lnTo>
                <a:lnTo>
                  <a:pt x="4317" y="2594"/>
                </a:lnTo>
                <a:lnTo>
                  <a:pt x="4316" y="2593"/>
                </a:lnTo>
                <a:lnTo>
                  <a:pt x="4316" y="2592"/>
                </a:lnTo>
                <a:lnTo>
                  <a:pt x="4315" y="2592"/>
                </a:lnTo>
                <a:lnTo>
                  <a:pt x="4314" y="2592"/>
                </a:lnTo>
                <a:lnTo>
                  <a:pt x="4314" y="2593"/>
                </a:lnTo>
                <a:lnTo>
                  <a:pt x="4315" y="2593"/>
                </a:lnTo>
                <a:lnTo>
                  <a:pt x="4316" y="2594"/>
                </a:lnTo>
                <a:lnTo>
                  <a:pt x="4315" y="2594"/>
                </a:lnTo>
                <a:lnTo>
                  <a:pt x="4315" y="2595"/>
                </a:lnTo>
                <a:lnTo>
                  <a:pt x="4316" y="2596"/>
                </a:lnTo>
                <a:lnTo>
                  <a:pt x="4316" y="2595"/>
                </a:lnTo>
                <a:lnTo>
                  <a:pt x="4317" y="2596"/>
                </a:lnTo>
                <a:lnTo>
                  <a:pt x="4316" y="2597"/>
                </a:lnTo>
                <a:lnTo>
                  <a:pt x="4316" y="2598"/>
                </a:lnTo>
                <a:lnTo>
                  <a:pt x="4315" y="2598"/>
                </a:lnTo>
                <a:lnTo>
                  <a:pt x="4314" y="2600"/>
                </a:lnTo>
                <a:lnTo>
                  <a:pt x="4313" y="2600"/>
                </a:lnTo>
                <a:lnTo>
                  <a:pt x="4312" y="2600"/>
                </a:lnTo>
                <a:lnTo>
                  <a:pt x="4312" y="2599"/>
                </a:lnTo>
                <a:lnTo>
                  <a:pt x="4311" y="2599"/>
                </a:lnTo>
                <a:lnTo>
                  <a:pt x="4310" y="2599"/>
                </a:lnTo>
                <a:lnTo>
                  <a:pt x="4309" y="2598"/>
                </a:lnTo>
                <a:lnTo>
                  <a:pt x="4308" y="2598"/>
                </a:lnTo>
                <a:lnTo>
                  <a:pt x="4307" y="2598"/>
                </a:lnTo>
                <a:lnTo>
                  <a:pt x="4307" y="2599"/>
                </a:lnTo>
                <a:lnTo>
                  <a:pt x="4306" y="2600"/>
                </a:lnTo>
                <a:lnTo>
                  <a:pt x="4306" y="2601"/>
                </a:lnTo>
                <a:lnTo>
                  <a:pt x="4306" y="2602"/>
                </a:lnTo>
                <a:lnTo>
                  <a:pt x="4305" y="2602"/>
                </a:lnTo>
                <a:lnTo>
                  <a:pt x="4306" y="2603"/>
                </a:lnTo>
                <a:lnTo>
                  <a:pt x="4306" y="2604"/>
                </a:lnTo>
                <a:lnTo>
                  <a:pt x="4307" y="2604"/>
                </a:lnTo>
                <a:lnTo>
                  <a:pt x="4308" y="2604"/>
                </a:lnTo>
                <a:lnTo>
                  <a:pt x="4307" y="2605"/>
                </a:lnTo>
                <a:lnTo>
                  <a:pt x="4307" y="2606"/>
                </a:lnTo>
                <a:lnTo>
                  <a:pt x="4306" y="2606"/>
                </a:lnTo>
                <a:lnTo>
                  <a:pt x="4307" y="2606"/>
                </a:lnTo>
                <a:lnTo>
                  <a:pt x="4307" y="2607"/>
                </a:lnTo>
                <a:lnTo>
                  <a:pt x="4308" y="2607"/>
                </a:lnTo>
                <a:lnTo>
                  <a:pt x="4308" y="2608"/>
                </a:lnTo>
                <a:lnTo>
                  <a:pt x="4307" y="2608"/>
                </a:lnTo>
                <a:lnTo>
                  <a:pt x="4307" y="2607"/>
                </a:lnTo>
                <a:lnTo>
                  <a:pt x="4307" y="2608"/>
                </a:lnTo>
                <a:lnTo>
                  <a:pt x="4306" y="2608"/>
                </a:lnTo>
                <a:lnTo>
                  <a:pt x="4306" y="2607"/>
                </a:lnTo>
                <a:lnTo>
                  <a:pt x="4306" y="2608"/>
                </a:lnTo>
                <a:lnTo>
                  <a:pt x="4306" y="2607"/>
                </a:lnTo>
                <a:lnTo>
                  <a:pt x="4305" y="2607"/>
                </a:lnTo>
                <a:lnTo>
                  <a:pt x="4306" y="2607"/>
                </a:lnTo>
                <a:lnTo>
                  <a:pt x="4305" y="2606"/>
                </a:lnTo>
                <a:lnTo>
                  <a:pt x="4304" y="2607"/>
                </a:lnTo>
                <a:lnTo>
                  <a:pt x="4304" y="2606"/>
                </a:lnTo>
                <a:lnTo>
                  <a:pt x="4303" y="2606"/>
                </a:lnTo>
                <a:lnTo>
                  <a:pt x="4302" y="2607"/>
                </a:lnTo>
                <a:lnTo>
                  <a:pt x="4303" y="2607"/>
                </a:lnTo>
                <a:lnTo>
                  <a:pt x="4303" y="2608"/>
                </a:lnTo>
                <a:lnTo>
                  <a:pt x="4304" y="2608"/>
                </a:lnTo>
                <a:lnTo>
                  <a:pt x="4303" y="2608"/>
                </a:lnTo>
                <a:lnTo>
                  <a:pt x="4304" y="2608"/>
                </a:lnTo>
                <a:lnTo>
                  <a:pt x="4303" y="2609"/>
                </a:lnTo>
                <a:lnTo>
                  <a:pt x="4304" y="2609"/>
                </a:lnTo>
                <a:lnTo>
                  <a:pt x="4303" y="2609"/>
                </a:lnTo>
                <a:lnTo>
                  <a:pt x="4303" y="2608"/>
                </a:lnTo>
                <a:lnTo>
                  <a:pt x="4302" y="2608"/>
                </a:lnTo>
                <a:lnTo>
                  <a:pt x="4301" y="2608"/>
                </a:lnTo>
                <a:lnTo>
                  <a:pt x="4300" y="2608"/>
                </a:lnTo>
                <a:lnTo>
                  <a:pt x="4300" y="2609"/>
                </a:lnTo>
                <a:lnTo>
                  <a:pt x="4301" y="2609"/>
                </a:lnTo>
                <a:lnTo>
                  <a:pt x="4302" y="2609"/>
                </a:lnTo>
                <a:lnTo>
                  <a:pt x="4301" y="2609"/>
                </a:lnTo>
                <a:lnTo>
                  <a:pt x="4300" y="2610"/>
                </a:lnTo>
                <a:lnTo>
                  <a:pt x="4299" y="2610"/>
                </a:lnTo>
                <a:lnTo>
                  <a:pt x="4299" y="2609"/>
                </a:lnTo>
                <a:lnTo>
                  <a:pt x="4299" y="2610"/>
                </a:lnTo>
                <a:lnTo>
                  <a:pt x="4298" y="2610"/>
                </a:lnTo>
                <a:lnTo>
                  <a:pt x="4297" y="2610"/>
                </a:lnTo>
                <a:lnTo>
                  <a:pt x="4295" y="2611"/>
                </a:lnTo>
                <a:lnTo>
                  <a:pt x="4295" y="2610"/>
                </a:lnTo>
                <a:lnTo>
                  <a:pt x="4295" y="2609"/>
                </a:lnTo>
                <a:lnTo>
                  <a:pt x="4294" y="2609"/>
                </a:lnTo>
                <a:lnTo>
                  <a:pt x="4295" y="2609"/>
                </a:lnTo>
                <a:lnTo>
                  <a:pt x="4295" y="2608"/>
                </a:lnTo>
                <a:lnTo>
                  <a:pt x="4295" y="2607"/>
                </a:lnTo>
                <a:lnTo>
                  <a:pt x="4294" y="2606"/>
                </a:lnTo>
                <a:lnTo>
                  <a:pt x="4294" y="2605"/>
                </a:lnTo>
                <a:lnTo>
                  <a:pt x="4293" y="2605"/>
                </a:lnTo>
                <a:lnTo>
                  <a:pt x="4293" y="2604"/>
                </a:lnTo>
                <a:lnTo>
                  <a:pt x="4294" y="2604"/>
                </a:lnTo>
                <a:lnTo>
                  <a:pt x="4293" y="2603"/>
                </a:lnTo>
                <a:lnTo>
                  <a:pt x="4293" y="2602"/>
                </a:lnTo>
                <a:lnTo>
                  <a:pt x="4293" y="2601"/>
                </a:lnTo>
                <a:lnTo>
                  <a:pt x="4295" y="2600"/>
                </a:lnTo>
                <a:lnTo>
                  <a:pt x="4295" y="2601"/>
                </a:lnTo>
                <a:lnTo>
                  <a:pt x="4296" y="2601"/>
                </a:lnTo>
                <a:lnTo>
                  <a:pt x="4296" y="2600"/>
                </a:lnTo>
                <a:lnTo>
                  <a:pt x="4295" y="2600"/>
                </a:lnTo>
                <a:lnTo>
                  <a:pt x="4296" y="2600"/>
                </a:lnTo>
                <a:lnTo>
                  <a:pt x="4297" y="2600"/>
                </a:lnTo>
                <a:lnTo>
                  <a:pt x="4298" y="2599"/>
                </a:lnTo>
                <a:lnTo>
                  <a:pt x="4298" y="2598"/>
                </a:lnTo>
                <a:lnTo>
                  <a:pt x="4299" y="2597"/>
                </a:lnTo>
                <a:lnTo>
                  <a:pt x="4300" y="2597"/>
                </a:lnTo>
                <a:lnTo>
                  <a:pt x="4300" y="2596"/>
                </a:lnTo>
                <a:lnTo>
                  <a:pt x="4299" y="2596"/>
                </a:lnTo>
                <a:lnTo>
                  <a:pt x="4300" y="2595"/>
                </a:lnTo>
                <a:lnTo>
                  <a:pt x="4300" y="2594"/>
                </a:lnTo>
                <a:lnTo>
                  <a:pt x="4299" y="2593"/>
                </a:lnTo>
                <a:lnTo>
                  <a:pt x="4300" y="2588"/>
                </a:lnTo>
                <a:lnTo>
                  <a:pt x="4301" y="2588"/>
                </a:lnTo>
                <a:lnTo>
                  <a:pt x="4302" y="2588"/>
                </a:lnTo>
                <a:lnTo>
                  <a:pt x="4302" y="2587"/>
                </a:lnTo>
                <a:lnTo>
                  <a:pt x="4303" y="2587"/>
                </a:lnTo>
                <a:lnTo>
                  <a:pt x="4303" y="2586"/>
                </a:lnTo>
                <a:lnTo>
                  <a:pt x="4303" y="2585"/>
                </a:lnTo>
                <a:lnTo>
                  <a:pt x="4302" y="2585"/>
                </a:lnTo>
                <a:lnTo>
                  <a:pt x="4302" y="2584"/>
                </a:lnTo>
                <a:lnTo>
                  <a:pt x="4302" y="2583"/>
                </a:lnTo>
                <a:lnTo>
                  <a:pt x="4301" y="2583"/>
                </a:lnTo>
                <a:lnTo>
                  <a:pt x="4301" y="2582"/>
                </a:lnTo>
                <a:lnTo>
                  <a:pt x="4301" y="2581"/>
                </a:lnTo>
                <a:lnTo>
                  <a:pt x="4301" y="2580"/>
                </a:lnTo>
                <a:lnTo>
                  <a:pt x="4302" y="2580"/>
                </a:lnTo>
                <a:lnTo>
                  <a:pt x="4303" y="2580"/>
                </a:lnTo>
                <a:lnTo>
                  <a:pt x="4303" y="2579"/>
                </a:lnTo>
                <a:lnTo>
                  <a:pt x="4302" y="2579"/>
                </a:lnTo>
                <a:lnTo>
                  <a:pt x="4301" y="2579"/>
                </a:lnTo>
                <a:lnTo>
                  <a:pt x="4301" y="2578"/>
                </a:lnTo>
                <a:lnTo>
                  <a:pt x="4300" y="2578"/>
                </a:lnTo>
                <a:lnTo>
                  <a:pt x="4300" y="2577"/>
                </a:lnTo>
                <a:lnTo>
                  <a:pt x="4299" y="2576"/>
                </a:lnTo>
                <a:lnTo>
                  <a:pt x="4300" y="2575"/>
                </a:lnTo>
                <a:lnTo>
                  <a:pt x="4299" y="2575"/>
                </a:lnTo>
                <a:lnTo>
                  <a:pt x="4298" y="2575"/>
                </a:lnTo>
                <a:lnTo>
                  <a:pt x="4298" y="2576"/>
                </a:lnTo>
                <a:lnTo>
                  <a:pt x="4297" y="2576"/>
                </a:lnTo>
                <a:lnTo>
                  <a:pt x="4297" y="2575"/>
                </a:lnTo>
                <a:lnTo>
                  <a:pt x="4297" y="2577"/>
                </a:lnTo>
                <a:lnTo>
                  <a:pt x="4298" y="2577"/>
                </a:lnTo>
                <a:lnTo>
                  <a:pt x="4298" y="2578"/>
                </a:lnTo>
                <a:lnTo>
                  <a:pt x="4297" y="2579"/>
                </a:lnTo>
                <a:lnTo>
                  <a:pt x="4296" y="2579"/>
                </a:lnTo>
                <a:lnTo>
                  <a:pt x="4295" y="2579"/>
                </a:lnTo>
                <a:lnTo>
                  <a:pt x="4295" y="2580"/>
                </a:lnTo>
                <a:lnTo>
                  <a:pt x="4294" y="2580"/>
                </a:lnTo>
                <a:lnTo>
                  <a:pt x="4294" y="2581"/>
                </a:lnTo>
                <a:lnTo>
                  <a:pt x="4295" y="2581"/>
                </a:lnTo>
                <a:lnTo>
                  <a:pt x="4295" y="2582"/>
                </a:lnTo>
                <a:lnTo>
                  <a:pt x="4294" y="2582"/>
                </a:lnTo>
                <a:lnTo>
                  <a:pt x="4293" y="2583"/>
                </a:lnTo>
                <a:lnTo>
                  <a:pt x="4293" y="2584"/>
                </a:lnTo>
                <a:lnTo>
                  <a:pt x="4294" y="2584"/>
                </a:lnTo>
                <a:lnTo>
                  <a:pt x="4293" y="2584"/>
                </a:lnTo>
                <a:lnTo>
                  <a:pt x="4293" y="2585"/>
                </a:lnTo>
                <a:lnTo>
                  <a:pt x="4292" y="2585"/>
                </a:lnTo>
                <a:lnTo>
                  <a:pt x="4292" y="2586"/>
                </a:lnTo>
                <a:lnTo>
                  <a:pt x="4291" y="2586"/>
                </a:lnTo>
                <a:lnTo>
                  <a:pt x="4291" y="2585"/>
                </a:lnTo>
                <a:lnTo>
                  <a:pt x="4290" y="2586"/>
                </a:lnTo>
                <a:lnTo>
                  <a:pt x="4289" y="2586"/>
                </a:lnTo>
                <a:lnTo>
                  <a:pt x="4288" y="2585"/>
                </a:lnTo>
                <a:lnTo>
                  <a:pt x="4287" y="2585"/>
                </a:lnTo>
                <a:lnTo>
                  <a:pt x="4287" y="2586"/>
                </a:lnTo>
                <a:lnTo>
                  <a:pt x="4288" y="2586"/>
                </a:lnTo>
                <a:lnTo>
                  <a:pt x="4289" y="2586"/>
                </a:lnTo>
                <a:lnTo>
                  <a:pt x="4290" y="2586"/>
                </a:lnTo>
                <a:lnTo>
                  <a:pt x="4291" y="2586"/>
                </a:lnTo>
                <a:lnTo>
                  <a:pt x="4292" y="2586"/>
                </a:lnTo>
                <a:lnTo>
                  <a:pt x="4292" y="2587"/>
                </a:lnTo>
                <a:lnTo>
                  <a:pt x="4292" y="2588"/>
                </a:lnTo>
                <a:lnTo>
                  <a:pt x="4293" y="2589"/>
                </a:lnTo>
                <a:lnTo>
                  <a:pt x="4293" y="2590"/>
                </a:lnTo>
                <a:lnTo>
                  <a:pt x="4292" y="2593"/>
                </a:lnTo>
                <a:lnTo>
                  <a:pt x="4291" y="2594"/>
                </a:lnTo>
                <a:lnTo>
                  <a:pt x="4290" y="2595"/>
                </a:lnTo>
                <a:lnTo>
                  <a:pt x="4290" y="2596"/>
                </a:lnTo>
                <a:lnTo>
                  <a:pt x="4290" y="2597"/>
                </a:lnTo>
                <a:lnTo>
                  <a:pt x="4290" y="2598"/>
                </a:lnTo>
                <a:lnTo>
                  <a:pt x="4290" y="2600"/>
                </a:lnTo>
                <a:lnTo>
                  <a:pt x="4289" y="2600"/>
                </a:lnTo>
                <a:lnTo>
                  <a:pt x="4288" y="2599"/>
                </a:lnTo>
                <a:lnTo>
                  <a:pt x="4287" y="2598"/>
                </a:lnTo>
                <a:lnTo>
                  <a:pt x="4288" y="2599"/>
                </a:lnTo>
                <a:lnTo>
                  <a:pt x="4287" y="2600"/>
                </a:lnTo>
                <a:lnTo>
                  <a:pt x="4283" y="2603"/>
                </a:lnTo>
                <a:lnTo>
                  <a:pt x="4283" y="2604"/>
                </a:lnTo>
                <a:lnTo>
                  <a:pt x="4282" y="2606"/>
                </a:lnTo>
                <a:lnTo>
                  <a:pt x="4282" y="2605"/>
                </a:lnTo>
                <a:lnTo>
                  <a:pt x="4281" y="2606"/>
                </a:lnTo>
                <a:lnTo>
                  <a:pt x="4282" y="2606"/>
                </a:lnTo>
                <a:lnTo>
                  <a:pt x="4282" y="2608"/>
                </a:lnTo>
                <a:lnTo>
                  <a:pt x="4282" y="2611"/>
                </a:lnTo>
                <a:lnTo>
                  <a:pt x="4281" y="2611"/>
                </a:lnTo>
                <a:lnTo>
                  <a:pt x="4282" y="2612"/>
                </a:lnTo>
                <a:lnTo>
                  <a:pt x="4281" y="2612"/>
                </a:lnTo>
                <a:lnTo>
                  <a:pt x="4281" y="2613"/>
                </a:lnTo>
                <a:lnTo>
                  <a:pt x="4282" y="2613"/>
                </a:lnTo>
                <a:lnTo>
                  <a:pt x="4281" y="2613"/>
                </a:lnTo>
                <a:lnTo>
                  <a:pt x="4281" y="2614"/>
                </a:lnTo>
                <a:lnTo>
                  <a:pt x="4280" y="2615"/>
                </a:lnTo>
                <a:lnTo>
                  <a:pt x="4279" y="2616"/>
                </a:lnTo>
                <a:lnTo>
                  <a:pt x="4278" y="2616"/>
                </a:lnTo>
                <a:lnTo>
                  <a:pt x="4278" y="2617"/>
                </a:lnTo>
                <a:lnTo>
                  <a:pt x="4277" y="2617"/>
                </a:lnTo>
                <a:lnTo>
                  <a:pt x="4277" y="2618"/>
                </a:lnTo>
                <a:lnTo>
                  <a:pt x="4277" y="2619"/>
                </a:lnTo>
                <a:lnTo>
                  <a:pt x="4277" y="2620"/>
                </a:lnTo>
                <a:lnTo>
                  <a:pt x="4279" y="2621"/>
                </a:lnTo>
                <a:lnTo>
                  <a:pt x="4278" y="2621"/>
                </a:lnTo>
                <a:lnTo>
                  <a:pt x="4278" y="2622"/>
                </a:lnTo>
                <a:lnTo>
                  <a:pt x="4278" y="2623"/>
                </a:lnTo>
                <a:lnTo>
                  <a:pt x="4277" y="2623"/>
                </a:lnTo>
                <a:lnTo>
                  <a:pt x="4277" y="2624"/>
                </a:lnTo>
                <a:lnTo>
                  <a:pt x="4276" y="2624"/>
                </a:lnTo>
                <a:lnTo>
                  <a:pt x="4276" y="2625"/>
                </a:lnTo>
                <a:lnTo>
                  <a:pt x="4275" y="2624"/>
                </a:lnTo>
                <a:lnTo>
                  <a:pt x="4275" y="2623"/>
                </a:lnTo>
                <a:lnTo>
                  <a:pt x="4274" y="2623"/>
                </a:lnTo>
                <a:lnTo>
                  <a:pt x="4272" y="2623"/>
                </a:lnTo>
                <a:lnTo>
                  <a:pt x="4271" y="2623"/>
                </a:lnTo>
                <a:lnTo>
                  <a:pt x="4271" y="2624"/>
                </a:lnTo>
                <a:lnTo>
                  <a:pt x="4270" y="2626"/>
                </a:lnTo>
                <a:lnTo>
                  <a:pt x="4270" y="2628"/>
                </a:lnTo>
                <a:lnTo>
                  <a:pt x="4269" y="2628"/>
                </a:lnTo>
                <a:lnTo>
                  <a:pt x="4267" y="2630"/>
                </a:lnTo>
                <a:lnTo>
                  <a:pt x="4267" y="2631"/>
                </a:lnTo>
                <a:lnTo>
                  <a:pt x="4264" y="2633"/>
                </a:lnTo>
                <a:lnTo>
                  <a:pt x="4264" y="2634"/>
                </a:lnTo>
                <a:lnTo>
                  <a:pt x="4263" y="2634"/>
                </a:lnTo>
                <a:lnTo>
                  <a:pt x="4263" y="2635"/>
                </a:lnTo>
                <a:lnTo>
                  <a:pt x="4262" y="2636"/>
                </a:lnTo>
                <a:lnTo>
                  <a:pt x="4262" y="2635"/>
                </a:lnTo>
                <a:lnTo>
                  <a:pt x="4261" y="2635"/>
                </a:lnTo>
                <a:lnTo>
                  <a:pt x="4261" y="2636"/>
                </a:lnTo>
                <a:lnTo>
                  <a:pt x="4260" y="2636"/>
                </a:lnTo>
                <a:lnTo>
                  <a:pt x="4260" y="2635"/>
                </a:lnTo>
                <a:lnTo>
                  <a:pt x="4260" y="2636"/>
                </a:lnTo>
                <a:lnTo>
                  <a:pt x="4260" y="2637"/>
                </a:lnTo>
                <a:lnTo>
                  <a:pt x="4259" y="2637"/>
                </a:lnTo>
                <a:lnTo>
                  <a:pt x="4259" y="2638"/>
                </a:lnTo>
                <a:lnTo>
                  <a:pt x="4259" y="2639"/>
                </a:lnTo>
                <a:lnTo>
                  <a:pt x="4259" y="2640"/>
                </a:lnTo>
                <a:lnTo>
                  <a:pt x="4258" y="2640"/>
                </a:lnTo>
                <a:lnTo>
                  <a:pt x="4258" y="2641"/>
                </a:lnTo>
                <a:lnTo>
                  <a:pt x="4259" y="2642"/>
                </a:lnTo>
                <a:lnTo>
                  <a:pt x="4259" y="2643"/>
                </a:lnTo>
                <a:lnTo>
                  <a:pt x="4258" y="2644"/>
                </a:lnTo>
                <a:lnTo>
                  <a:pt x="4256" y="2645"/>
                </a:lnTo>
                <a:lnTo>
                  <a:pt x="4255" y="2644"/>
                </a:lnTo>
                <a:lnTo>
                  <a:pt x="4254" y="2644"/>
                </a:lnTo>
                <a:lnTo>
                  <a:pt x="4253" y="2644"/>
                </a:lnTo>
                <a:lnTo>
                  <a:pt x="4253" y="2645"/>
                </a:lnTo>
                <a:lnTo>
                  <a:pt x="4252" y="2645"/>
                </a:lnTo>
                <a:lnTo>
                  <a:pt x="4254" y="2647"/>
                </a:lnTo>
                <a:lnTo>
                  <a:pt x="4253" y="2648"/>
                </a:lnTo>
                <a:lnTo>
                  <a:pt x="4252" y="2651"/>
                </a:lnTo>
                <a:lnTo>
                  <a:pt x="4252" y="2652"/>
                </a:lnTo>
                <a:lnTo>
                  <a:pt x="4251" y="2652"/>
                </a:lnTo>
                <a:lnTo>
                  <a:pt x="4251" y="2653"/>
                </a:lnTo>
                <a:lnTo>
                  <a:pt x="4251" y="2654"/>
                </a:lnTo>
                <a:lnTo>
                  <a:pt x="4250" y="2654"/>
                </a:lnTo>
                <a:lnTo>
                  <a:pt x="4250" y="2655"/>
                </a:lnTo>
                <a:lnTo>
                  <a:pt x="4249" y="2654"/>
                </a:lnTo>
                <a:lnTo>
                  <a:pt x="4249" y="2655"/>
                </a:lnTo>
                <a:lnTo>
                  <a:pt x="4249" y="2656"/>
                </a:lnTo>
                <a:lnTo>
                  <a:pt x="4250" y="2656"/>
                </a:lnTo>
                <a:lnTo>
                  <a:pt x="4250" y="2657"/>
                </a:lnTo>
                <a:lnTo>
                  <a:pt x="4249" y="2657"/>
                </a:lnTo>
                <a:lnTo>
                  <a:pt x="4248" y="2657"/>
                </a:lnTo>
                <a:lnTo>
                  <a:pt x="4246" y="2656"/>
                </a:lnTo>
                <a:lnTo>
                  <a:pt x="4244" y="2656"/>
                </a:lnTo>
                <a:lnTo>
                  <a:pt x="4244" y="2657"/>
                </a:lnTo>
                <a:lnTo>
                  <a:pt x="4245" y="2657"/>
                </a:lnTo>
                <a:lnTo>
                  <a:pt x="4245" y="2658"/>
                </a:lnTo>
                <a:lnTo>
                  <a:pt x="4246" y="2658"/>
                </a:lnTo>
                <a:lnTo>
                  <a:pt x="4248" y="2660"/>
                </a:lnTo>
                <a:lnTo>
                  <a:pt x="4249" y="2660"/>
                </a:lnTo>
                <a:lnTo>
                  <a:pt x="4250" y="2664"/>
                </a:lnTo>
                <a:lnTo>
                  <a:pt x="4251" y="2665"/>
                </a:lnTo>
                <a:lnTo>
                  <a:pt x="4252" y="2665"/>
                </a:lnTo>
                <a:lnTo>
                  <a:pt x="4251" y="2665"/>
                </a:lnTo>
                <a:lnTo>
                  <a:pt x="4250" y="2665"/>
                </a:lnTo>
                <a:lnTo>
                  <a:pt x="4249" y="2665"/>
                </a:lnTo>
                <a:lnTo>
                  <a:pt x="4248" y="2666"/>
                </a:lnTo>
                <a:lnTo>
                  <a:pt x="4248" y="2667"/>
                </a:lnTo>
                <a:lnTo>
                  <a:pt x="4248" y="2666"/>
                </a:lnTo>
                <a:lnTo>
                  <a:pt x="4249" y="2666"/>
                </a:lnTo>
                <a:lnTo>
                  <a:pt x="4250" y="2666"/>
                </a:lnTo>
                <a:lnTo>
                  <a:pt x="4251" y="2666"/>
                </a:lnTo>
                <a:lnTo>
                  <a:pt x="4251" y="2667"/>
                </a:lnTo>
                <a:lnTo>
                  <a:pt x="4251" y="2668"/>
                </a:lnTo>
                <a:lnTo>
                  <a:pt x="4252" y="2668"/>
                </a:lnTo>
                <a:lnTo>
                  <a:pt x="4253" y="2668"/>
                </a:lnTo>
                <a:lnTo>
                  <a:pt x="4253" y="2669"/>
                </a:lnTo>
                <a:lnTo>
                  <a:pt x="4252" y="2669"/>
                </a:lnTo>
                <a:lnTo>
                  <a:pt x="4252" y="2670"/>
                </a:lnTo>
                <a:lnTo>
                  <a:pt x="4251" y="2670"/>
                </a:lnTo>
                <a:lnTo>
                  <a:pt x="4251" y="2671"/>
                </a:lnTo>
                <a:lnTo>
                  <a:pt x="4251" y="2672"/>
                </a:lnTo>
                <a:lnTo>
                  <a:pt x="4251" y="2671"/>
                </a:lnTo>
                <a:lnTo>
                  <a:pt x="4250" y="2671"/>
                </a:lnTo>
                <a:lnTo>
                  <a:pt x="4250" y="2672"/>
                </a:lnTo>
                <a:lnTo>
                  <a:pt x="4249" y="2673"/>
                </a:lnTo>
                <a:lnTo>
                  <a:pt x="4249" y="2674"/>
                </a:lnTo>
                <a:lnTo>
                  <a:pt x="4249" y="2675"/>
                </a:lnTo>
                <a:lnTo>
                  <a:pt x="4248" y="2675"/>
                </a:lnTo>
                <a:lnTo>
                  <a:pt x="4249" y="2675"/>
                </a:lnTo>
                <a:lnTo>
                  <a:pt x="4249" y="2676"/>
                </a:lnTo>
                <a:lnTo>
                  <a:pt x="4249" y="2675"/>
                </a:lnTo>
                <a:lnTo>
                  <a:pt x="4250" y="2675"/>
                </a:lnTo>
                <a:lnTo>
                  <a:pt x="4250" y="2676"/>
                </a:lnTo>
                <a:lnTo>
                  <a:pt x="4250" y="2677"/>
                </a:lnTo>
                <a:lnTo>
                  <a:pt x="4250" y="2678"/>
                </a:lnTo>
                <a:lnTo>
                  <a:pt x="4249" y="2678"/>
                </a:lnTo>
                <a:lnTo>
                  <a:pt x="4250" y="2678"/>
                </a:lnTo>
                <a:lnTo>
                  <a:pt x="4250" y="2679"/>
                </a:lnTo>
                <a:lnTo>
                  <a:pt x="4249" y="2680"/>
                </a:lnTo>
                <a:lnTo>
                  <a:pt x="4249" y="2679"/>
                </a:lnTo>
                <a:lnTo>
                  <a:pt x="4248" y="2680"/>
                </a:lnTo>
                <a:lnTo>
                  <a:pt x="4247" y="2680"/>
                </a:lnTo>
                <a:lnTo>
                  <a:pt x="4247" y="2679"/>
                </a:lnTo>
                <a:lnTo>
                  <a:pt x="4247" y="2678"/>
                </a:lnTo>
                <a:lnTo>
                  <a:pt x="4246" y="2678"/>
                </a:lnTo>
                <a:lnTo>
                  <a:pt x="4246" y="2677"/>
                </a:lnTo>
                <a:lnTo>
                  <a:pt x="4245" y="2677"/>
                </a:lnTo>
                <a:lnTo>
                  <a:pt x="4245" y="2678"/>
                </a:lnTo>
                <a:lnTo>
                  <a:pt x="4244" y="2678"/>
                </a:lnTo>
                <a:lnTo>
                  <a:pt x="4243" y="2677"/>
                </a:lnTo>
                <a:lnTo>
                  <a:pt x="4243" y="2676"/>
                </a:lnTo>
                <a:lnTo>
                  <a:pt x="4242" y="2676"/>
                </a:lnTo>
                <a:lnTo>
                  <a:pt x="4241" y="2676"/>
                </a:lnTo>
                <a:lnTo>
                  <a:pt x="4240" y="2676"/>
                </a:lnTo>
                <a:lnTo>
                  <a:pt x="4240" y="2677"/>
                </a:lnTo>
                <a:lnTo>
                  <a:pt x="4241" y="2677"/>
                </a:lnTo>
                <a:lnTo>
                  <a:pt x="4240" y="2677"/>
                </a:lnTo>
                <a:lnTo>
                  <a:pt x="4239" y="2678"/>
                </a:lnTo>
                <a:lnTo>
                  <a:pt x="4240" y="2678"/>
                </a:lnTo>
                <a:lnTo>
                  <a:pt x="4241" y="2678"/>
                </a:lnTo>
                <a:lnTo>
                  <a:pt x="4242" y="2678"/>
                </a:lnTo>
                <a:lnTo>
                  <a:pt x="4241" y="2679"/>
                </a:lnTo>
                <a:lnTo>
                  <a:pt x="4241" y="2680"/>
                </a:lnTo>
                <a:lnTo>
                  <a:pt x="4240" y="2680"/>
                </a:lnTo>
                <a:lnTo>
                  <a:pt x="4239" y="2680"/>
                </a:lnTo>
                <a:lnTo>
                  <a:pt x="4240" y="2680"/>
                </a:lnTo>
                <a:lnTo>
                  <a:pt x="4239" y="2680"/>
                </a:lnTo>
                <a:lnTo>
                  <a:pt x="4239" y="2681"/>
                </a:lnTo>
                <a:lnTo>
                  <a:pt x="4239" y="2682"/>
                </a:lnTo>
                <a:lnTo>
                  <a:pt x="4240" y="2682"/>
                </a:lnTo>
                <a:lnTo>
                  <a:pt x="4239" y="2682"/>
                </a:lnTo>
                <a:lnTo>
                  <a:pt x="4238" y="2683"/>
                </a:lnTo>
                <a:lnTo>
                  <a:pt x="4238" y="2682"/>
                </a:lnTo>
                <a:lnTo>
                  <a:pt x="4237" y="2682"/>
                </a:lnTo>
                <a:lnTo>
                  <a:pt x="4237" y="2683"/>
                </a:lnTo>
                <a:lnTo>
                  <a:pt x="4238" y="2683"/>
                </a:lnTo>
                <a:lnTo>
                  <a:pt x="4238" y="2684"/>
                </a:lnTo>
                <a:lnTo>
                  <a:pt x="4239" y="2684"/>
                </a:lnTo>
                <a:lnTo>
                  <a:pt x="4240" y="2683"/>
                </a:lnTo>
                <a:lnTo>
                  <a:pt x="4240" y="2684"/>
                </a:lnTo>
                <a:lnTo>
                  <a:pt x="4240" y="2685"/>
                </a:lnTo>
                <a:lnTo>
                  <a:pt x="4241" y="2684"/>
                </a:lnTo>
                <a:lnTo>
                  <a:pt x="4241" y="2685"/>
                </a:lnTo>
                <a:lnTo>
                  <a:pt x="4240" y="2686"/>
                </a:lnTo>
                <a:lnTo>
                  <a:pt x="4240" y="2687"/>
                </a:lnTo>
                <a:lnTo>
                  <a:pt x="4240" y="2686"/>
                </a:lnTo>
                <a:lnTo>
                  <a:pt x="4241" y="2686"/>
                </a:lnTo>
                <a:lnTo>
                  <a:pt x="4242" y="2687"/>
                </a:lnTo>
                <a:lnTo>
                  <a:pt x="4241" y="2687"/>
                </a:lnTo>
                <a:lnTo>
                  <a:pt x="4240" y="2687"/>
                </a:lnTo>
                <a:lnTo>
                  <a:pt x="4240" y="2688"/>
                </a:lnTo>
                <a:lnTo>
                  <a:pt x="4241" y="2688"/>
                </a:lnTo>
                <a:lnTo>
                  <a:pt x="4240" y="2688"/>
                </a:lnTo>
                <a:lnTo>
                  <a:pt x="4240" y="2689"/>
                </a:lnTo>
                <a:lnTo>
                  <a:pt x="4239" y="2689"/>
                </a:lnTo>
                <a:lnTo>
                  <a:pt x="4238" y="2689"/>
                </a:lnTo>
                <a:lnTo>
                  <a:pt x="4238" y="2690"/>
                </a:lnTo>
                <a:lnTo>
                  <a:pt x="4238" y="2691"/>
                </a:lnTo>
                <a:lnTo>
                  <a:pt x="4238" y="2692"/>
                </a:lnTo>
                <a:lnTo>
                  <a:pt x="4239" y="2692"/>
                </a:lnTo>
                <a:lnTo>
                  <a:pt x="4240" y="2692"/>
                </a:lnTo>
                <a:lnTo>
                  <a:pt x="4239" y="2693"/>
                </a:lnTo>
                <a:lnTo>
                  <a:pt x="4239" y="2694"/>
                </a:lnTo>
                <a:lnTo>
                  <a:pt x="4238" y="2694"/>
                </a:lnTo>
                <a:lnTo>
                  <a:pt x="4238" y="2695"/>
                </a:lnTo>
                <a:lnTo>
                  <a:pt x="4237" y="2695"/>
                </a:lnTo>
                <a:lnTo>
                  <a:pt x="4237" y="2696"/>
                </a:lnTo>
                <a:lnTo>
                  <a:pt x="4238" y="2696"/>
                </a:lnTo>
                <a:lnTo>
                  <a:pt x="4238" y="2697"/>
                </a:lnTo>
                <a:lnTo>
                  <a:pt x="4237" y="2697"/>
                </a:lnTo>
                <a:lnTo>
                  <a:pt x="4237" y="2698"/>
                </a:lnTo>
                <a:lnTo>
                  <a:pt x="4236" y="2698"/>
                </a:lnTo>
                <a:lnTo>
                  <a:pt x="4235" y="2699"/>
                </a:lnTo>
                <a:lnTo>
                  <a:pt x="4235" y="2700"/>
                </a:lnTo>
                <a:lnTo>
                  <a:pt x="4234" y="2700"/>
                </a:lnTo>
                <a:lnTo>
                  <a:pt x="4233" y="2700"/>
                </a:lnTo>
                <a:lnTo>
                  <a:pt x="4233" y="2699"/>
                </a:lnTo>
                <a:lnTo>
                  <a:pt x="4233" y="2698"/>
                </a:lnTo>
                <a:lnTo>
                  <a:pt x="4233" y="2697"/>
                </a:lnTo>
                <a:lnTo>
                  <a:pt x="4232" y="2695"/>
                </a:lnTo>
                <a:lnTo>
                  <a:pt x="4233" y="2695"/>
                </a:lnTo>
                <a:lnTo>
                  <a:pt x="4232" y="2694"/>
                </a:lnTo>
                <a:lnTo>
                  <a:pt x="4232" y="2695"/>
                </a:lnTo>
                <a:lnTo>
                  <a:pt x="4231" y="2695"/>
                </a:lnTo>
                <a:lnTo>
                  <a:pt x="4231" y="2696"/>
                </a:lnTo>
                <a:lnTo>
                  <a:pt x="4231" y="2695"/>
                </a:lnTo>
                <a:lnTo>
                  <a:pt x="4230" y="2695"/>
                </a:lnTo>
                <a:lnTo>
                  <a:pt x="4230" y="2696"/>
                </a:lnTo>
                <a:lnTo>
                  <a:pt x="4230" y="2697"/>
                </a:lnTo>
                <a:lnTo>
                  <a:pt x="4229" y="2698"/>
                </a:lnTo>
                <a:lnTo>
                  <a:pt x="4230" y="2698"/>
                </a:lnTo>
                <a:lnTo>
                  <a:pt x="4230" y="2699"/>
                </a:lnTo>
                <a:lnTo>
                  <a:pt x="4230" y="2700"/>
                </a:lnTo>
                <a:lnTo>
                  <a:pt x="4229" y="2700"/>
                </a:lnTo>
                <a:lnTo>
                  <a:pt x="4229" y="2701"/>
                </a:lnTo>
                <a:lnTo>
                  <a:pt x="4228" y="2700"/>
                </a:lnTo>
                <a:lnTo>
                  <a:pt x="4229" y="2700"/>
                </a:lnTo>
                <a:lnTo>
                  <a:pt x="4229" y="2699"/>
                </a:lnTo>
                <a:lnTo>
                  <a:pt x="4228" y="2698"/>
                </a:lnTo>
                <a:lnTo>
                  <a:pt x="4227" y="2698"/>
                </a:lnTo>
                <a:lnTo>
                  <a:pt x="4227" y="2697"/>
                </a:lnTo>
                <a:lnTo>
                  <a:pt x="4226" y="2696"/>
                </a:lnTo>
                <a:lnTo>
                  <a:pt x="4226" y="2695"/>
                </a:lnTo>
                <a:lnTo>
                  <a:pt x="4227" y="2695"/>
                </a:lnTo>
                <a:lnTo>
                  <a:pt x="4227" y="2694"/>
                </a:lnTo>
                <a:lnTo>
                  <a:pt x="4226" y="2693"/>
                </a:lnTo>
                <a:lnTo>
                  <a:pt x="4225" y="2693"/>
                </a:lnTo>
                <a:lnTo>
                  <a:pt x="4226" y="2693"/>
                </a:lnTo>
                <a:lnTo>
                  <a:pt x="4225" y="2692"/>
                </a:lnTo>
                <a:lnTo>
                  <a:pt x="4224" y="2692"/>
                </a:lnTo>
                <a:lnTo>
                  <a:pt x="4223" y="2692"/>
                </a:lnTo>
                <a:lnTo>
                  <a:pt x="4222" y="2692"/>
                </a:lnTo>
                <a:lnTo>
                  <a:pt x="4222" y="2693"/>
                </a:lnTo>
                <a:lnTo>
                  <a:pt x="4221" y="2693"/>
                </a:lnTo>
                <a:lnTo>
                  <a:pt x="4221" y="2692"/>
                </a:lnTo>
                <a:lnTo>
                  <a:pt x="4220" y="2692"/>
                </a:lnTo>
                <a:lnTo>
                  <a:pt x="4220" y="2693"/>
                </a:lnTo>
                <a:lnTo>
                  <a:pt x="4219" y="2694"/>
                </a:lnTo>
                <a:lnTo>
                  <a:pt x="4218" y="2692"/>
                </a:lnTo>
                <a:lnTo>
                  <a:pt x="4218" y="2691"/>
                </a:lnTo>
                <a:lnTo>
                  <a:pt x="4218" y="2690"/>
                </a:lnTo>
                <a:lnTo>
                  <a:pt x="4219" y="2689"/>
                </a:lnTo>
                <a:lnTo>
                  <a:pt x="4220" y="2689"/>
                </a:lnTo>
                <a:lnTo>
                  <a:pt x="4220" y="2688"/>
                </a:lnTo>
                <a:lnTo>
                  <a:pt x="4221" y="2687"/>
                </a:lnTo>
                <a:lnTo>
                  <a:pt x="4220" y="2688"/>
                </a:lnTo>
                <a:lnTo>
                  <a:pt x="4219" y="2688"/>
                </a:lnTo>
                <a:lnTo>
                  <a:pt x="4218" y="2689"/>
                </a:lnTo>
                <a:lnTo>
                  <a:pt x="4217" y="2689"/>
                </a:lnTo>
                <a:lnTo>
                  <a:pt x="4218" y="2689"/>
                </a:lnTo>
                <a:lnTo>
                  <a:pt x="4218" y="2688"/>
                </a:lnTo>
                <a:lnTo>
                  <a:pt x="4218" y="2689"/>
                </a:lnTo>
                <a:lnTo>
                  <a:pt x="4218" y="2688"/>
                </a:lnTo>
                <a:lnTo>
                  <a:pt x="4217" y="2687"/>
                </a:lnTo>
                <a:lnTo>
                  <a:pt x="4216" y="2687"/>
                </a:lnTo>
                <a:lnTo>
                  <a:pt x="4216" y="2688"/>
                </a:lnTo>
                <a:lnTo>
                  <a:pt x="4217" y="2688"/>
                </a:lnTo>
                <a:lnTo>
                  <a:pt x="4216" y="2688"/>
                </a:lnTo>
                <a:lnTo>
                  <a:pt x="4216" y="2689"/>
                </a:lnTo>
                <a:lnTo>
                  <a:pt x="4217" y="2689"/>
                </a:lnTo>
                <a:lnTo>
                  <a:pt x="4217" y="2690"/>
                </a:lnTo>
                <a:lnTo>
                  <a:pt x="4216" y="2690"/>
                </a:lnTo>
                <a:lnTo>
                  <a:pt x="4216" y="2691"/>
                </a:lnTo>
                <a:lnTo>
                  <a:pt x="4215" y="2690"/>
                </a:lnTo>
                <a:lnTo>
                  <a:pt x="4215" y="2689"/>
                </a:lnTo>
                <a:lnTo>
                  <a:pt x="4215" y="2688"/>
                </a:lnTo>
                <a:lnTo>
                  <a:pt x="4214" y="2687"/>
                </a:lnTo>
                <a:lnTo>
                  <a:pt x="4214" y="2686"/>
                </a:lnTo>
                <a:lnTo>
                  <a:pt x="4213" y="2686"/>
                </a:lnTo>
                <a:lnTo>
                  <a:pt x="4213" y="2685"/>
                </a:lnTo>
                <a:lnTo>
                  <a:pt x="4212" y="2685"/>
                </a:lnTo>
                <a:lnTo>
                  <a:pt x="4212" y="2686"/>
                </a:lnTo>
                <a:lnTo>
                  <a:pt x="4213" y="2686"/>
                </a:lnTo>
                <a:lnTo>
                  <a:pt x="4213" y="2687"/>
                </a:lnTo>
                <a:lnTo>
                  <a:pt x="4213" y="2688"/>
                </a:lnTo>
                <a:lnTo>
                  <a:pt x="4214" y="2688"/>
                </a:lnTo>
                <a:lnTo>
                  <a:pt x="4214" y="2690"/>
                </a:lnTo>
                <a:lnTo>
                  <a:pt x="4213" y="2690"/>
                </a:lnTo>
                <a:lnTo>
                  <a:pt x="4213" y="2691"/>
                </a:lnTo>
                <a:lnTo>
                  <a:pt x="4212" y="2691"/>
                </a:lnTo>
                <a:lnTo>
                  <a:pt x="4211" y="2691"/>
                </a:lnTo>
                <a:lnTo>
                  <a:pt x="4212" y="2691"/>
                </a:lnTo>
                <a:lnTo>
                  <a:pt x="4212" y="2690"/>
                </a:lnTo>
                <a:lnTo>
                  <a:pt x="4211" y="2690"/>
                </a:lnTo>
                <a:lnTo>
                  <a:pt x="4211" y="2689"/>
                </a:lnTo>
                <a:lnTo>
                  <a:pt x="4210" y="2688"/>
                </a:lnTo>
                <a:lnTo>
                  <a:pt x="4210" y="2687"/>
                </a:lnTo>
                <a:lnTo>
                  <a:pt x="4210" y="2688"/>
                </a:lnTo>
                <a:lnTo>
                  <a:pt x="4209" y="2689"/>
                </a:lnTo>
                <a:lnTo>
                  <a:pt x="4208" y="2689"/>
                </a:lnTo>
                <a:lnTo>
                  <a:pt x="4208" y="2690"/>
                </a:lnTo>
                <a:lnTo>
                  <a:pt x="4209" y="2690"/>
                </a:lnTo>
                <a:lnTo>
                  <a:pt x="4209" y="2691"/>
                </a:lnTo>
                <a:lnTo>
                  <a:pt x="4209" y="2692"/>
                </a:lnTo>
                <a:lnTo>
                  <a:pt x="4208" y="2692"/>
                </a:lnTo>
                <a:lnTo>
                  <a:pt x="4208" y="2693"/>
                </a:lnTo>
                <a:lnTo>
                  <a:pt x="4208" y="2694"/>
                </a:lnTo>
                <a:lnTo>
                  <a:pt x="4208" y="2695"/>
                </a:lnTo>
                <a:lnTo>
                  <a:pt x="4208" y="2696"/>
                </a:lnTo>
                <a:lnTo>
                  <a:pt x="4208" y="2695"/>
                </a:lnTo>
                <a:lnTo>
                  <a:pt x="4209" y="2696"/>
                </a:lnTo>
                <a:lnTo>
                  <a:pt x="4209" y="2697"/>
                </a:lnTo>
                <a:lnTo>
                  <a:pt x="4209" y="2696"/>
                </a:lnTo>
                <a:lnTo>
                  <a:pt x="4210" y="2694"/>
                </a:lnTo>
                <a:lnTo>
                  <a:pt x="4210" y="2693"/>
                </a:lnTo>
                <a:lnTo>
                  <a:pt x="4210" y="2692"/>
                </a:lnTo>
                <a:lnTo>
                  <a:pt x="4211" y="2691"/>
                </a:lnTo>
                <a:lnTo>
                  <a:pt x="4212" y="2691"/>
                </a:lnTo>
                <a:lnTo>
                  <a:pt x="4212" y="2692"/>
                </a:lnTo>
                <a:lnTo>
                  <a:pt x="4213" y="2692"/>
                </a:lnTo>
                <a:lnTo>
                  <a:pt x="4214" y="2692"/>
                </a:lnTo>
                <a:lnTo>
                  <a:pt x="4214" y="2691"/>
                </a:lnTo>
                <a:lnTo>
                  <a:pt x="4215" y="2691"/>
                </a:lnTo>
                <a:lnTo>
                  <a:pt x="4216" y="2692"/>
                </a:lnTo>
                <a:lnTo>
                  <a:pt x="4216" y="2693"/>
                </a:lnTo>
                <a:lnTo>
                  <a:pt x="4217" y="2693"/>
                </a:lnTo>
                <a:lnTo>
                  <a:pt x="4217" y="2694"/>
                </a:lnTo>
                <a:lnTo>
                  <a:pt x="4217" y="2693"/>
                </a:lnTo>
                <a:lnTo>
                  <a:pt x="4218" y="2693"/>
                </a:lnTo>
                <a:lnTo>
                  <a:pt x="4218" y="2694"/>
                </a:lnTo>
                <a:lnTo>
                  <a:pt x="4218" y="2695"/>
                </a:lnTo>
                <a:lnTo>
                  <a:pt x="4219" y="2696"/>
                </a:lnTo>
                <a:lnTo>
                  <a:pt x="4220" y="2695"/>
                </a:lnTo>
                <a:lnTo>
                  <a:pt x="4220" y="2694"/>
                </a:lnTo>
                <a:lnTo>
                  <a:pt x="4221" y="2694"/>
                </a:lnTo>
                <a:lnTo>
                  <a:pt x="4222" y="2694"/>
                </a:lnTo>
                <a:lnTo>
                  <a:pt x="4223" y="2694"/>
                </a:lnTo>
                <a:lnTo>
                  <a:pt x="4223" y="2693"/>
                </a:lnTo>
                <a:lnTo>
                  <a:pt x="4224" y="2693"/>
                </a:lnTo>
                <a:lnTo>
                  <a:pt x="4224" y="2694"/>
                </a:lnTo>
                <a:lnTo>
                  <a:pt x="4225" y="2694"/>
                </a:lnTo>
                <a:lnTo>
                  <a:pt x="4225" y="2695"/>
                </a:lnTo>
                <a:lnTo>
                  <a:pt x="4225" y="2696"/>
                </a:lnTo>
                <a:lnTo>
                  <a:pt x="4225" y="2697"/>
                </a:lnTo>
                <a:lnTo>
                  <a:pt x="4225" y="2698"/>
                </a:lnTo>
                <a:lnTo>
                  <a:pt x="4226" y="2698"/>
                </a:lnTo>
                <a:lnTo>
                  <a:pt x="4226" y="2699"/>
                </a:lnTo>
                <a:lnTo>
                  <a:pt x="4226" y="2700"/>
                </a:lnTo>
                <a:lnTo>
                  <a:pt x="4227" y="2699"/>
                </a:lnTo>
                <a:lnTo>
                  <a:pt x="4227" y="2700"/>
                </a:lnTo>
                <a:lnTo>
                  <a:pt x="4227" y="2701"/>
                </a:lnTo>
                <a:lnTo>
                  <a:pt x="4228" y="2701"/>
                </a:lnTo>
                <a:lnTo>
                  <a:pt x="4228" y="2702"/>
                </a:lnTo>
                <a:lnTo>
                  <a:pt x="4229" y="2702"/>
                </a:lnTo>
                <a:lnTo>
                  <a:pt x="4230" y="2702"/>
                </a:lnTo>
                <a:lnTo>
                  <a:pt x="4231" y="2701"/>
                </a:lnTo>
                <a:lnTo>
                  <a:pt x="4231" y="2702"/>
                </a:lnTo>
                <a:lnTo>
                  <a:pt x="4230" y="2702"/>
                </a:lnTo>
                <a:lnTo>
                  <a:pt x="4230" y="2703"/>
                </a:lnTo>
                <a:lnTo>
                  <a:pt x="4229" y="2703"/>
                </a:lnTo>
                <a:lnTo>
                  <a:pt x="4229" y="2702"/>
                </a:lnTo>
                <a:lnTo>
                  <a:pt x="4228" y="2702"/>
                </a:lnTo>
                <a:lnTo>
                  <a:pt x="4228" y="2703"/>
                </a:lnTo>
                <a:lnTo>
                  <a:pt x="4226" y="2703"/>
                </a:lnTo>
                <a:lnTo>
                  <a:pt x="4225" y="2703"/>
                </a:lnTo>
                <a:lnTo>
                  <a:pt x="4226" y="2703"/>
                </a:lnTo>
                <a:lnTo>
                  <a:pt x="4227" y="2704"/>
                </a:lnTo>
                <a:lnTo>
                  <a:pt x="4228" y="2704"/>
                </a:lnTo>
                <a:lnTo>
                  <a:pt x="4229" y="2704"/>
                </a:lnTo>
                <a:lnTo>
                  <a:pt x="4229" y="2705"/>
                </a:lnTo>
                <a:lnTo>
                  <a:pt x="4228" y="2705"/>
                </a:lnTo>
                <a:lnTo>
                  <a:pt x="4227" y="2705"/>
                </a:lnTo>
                <a:lnTo>
                  <a:pt x="4226" y="2705"/>
                </a:lnTo>
                <a:lnTo>
                  <a:pt x="4225" y="2705"/>
                </a:lnTo>
                <a:lnTo>
                  <a:pt x="4224" y="2705"/>
                </a:lnTo>
                <a:lnTo>
                  <a:pt x="4224" y="2706"/>
                </a:lnTo>
                <a:lnTo>
                  <a:pt x="4225" y="2706"/>
                </a:lnTo>
                <a:lnTo>
                  <a:pt x="4225" y="2707"/>
                </a:lnTo>
                <a:lnTo>
                  <a:pt x="4225" y="2708"/>
                </a:lnTo>
                <a:lnTo>
                  <a:pt x="4226" y="2708"/>
                </a:lnTo>
                <a:lnTo>
                  <a:pt x="4226" y="2707"/>
                </a:lnTo>
                <a:lnTo>
                  <a:pt x="4227" y="2707"/>
                </a:lnTo>
                <a:lnTo>
                  <a:pt x="4226" y="2708"/>
                </a:lnTo>
                <a:lnTo>
                  <a:pt x="4225" y="2708"/>
                </a:lnTo>
                <a:lnTo>
                  <a:pt x="4224" y="2708"/>
                </a:lnTo>
                <a:lnTo>
                  <a:pt x="4223" y="2708"/>
                </a:lnTo>
                <a:lnTo>
                  <a:pt x="4221" y="2707"/>
                </a:lnTo>
                <a:lnTo>
                  <a:pt x="4220" y="2707"/>
                </a:lnTo>
                <a:lnTo>
                  <a:pt x="4220" y="2706"/>
                </a:lnTo>
                <a:lnTo>
                  <a:pt x="4220" y="2707"/>
                </a:lnTo>
                <a:lnTo>
                  <a:pt x="4219" y="2707"/>
                </a:lnTo>
                <a:lnTo>
                  <a:pt x="4218" y="2707"/>
                </a:lnTo>
                <a:lnTo>
                  <a:pt x="4217" y="2706"/>
                </a:lnTo>
                <a:lnTo>
                  <a:pt x="4216" y="2707"/>
                </a:lnTo>
                <a:lnTo>
                  <a:pt x="4216" y="2706"/>
                </a:lnTo>
                <a:lnTo>
                  <a:pt x="4215" y="2706"/>
                </a:lnTo>
                <a:lnTo>
                  <a:pt x="4214" y="2706"/>
                </a:lnTo>
                <a:lnTo>
                  <a:pt x="4214" y="2707"/>
                </a:lnTo>
                <a:lnTo>
                  <a:pt x="4215" y="2708"/>
                </a:lnTo>
                <a:lnTo>
                  <a:pt x="4216" y="2707"/>
                </a:lnTo>
                <a:lnTo>
                  <a:pt x="4216" y="2708"/>
                </a:lnTo>
                <a:lnTo>
                  <a:pt x="4217" y="2709"/>
                </a:lnTo>
                <a:lnTo>
                  <a:pt x="4217" y="2710"/>
                </a:lnTo>
                <a:lnTo>
                  <a:pt x="4216" y="2710"/>
                </a:lnTo>
                <a:lnTo>
                  <a:pt x="4216" y="2711"/>
                </a:lnTo>
                <a:lnTo>
                  <a:pt x="4216" y="2712"/>
                </a:lnTo>
                <a:lnTo>
                  <a:pt x="4217" y="2712"/>
                </a:lnTo>
                <a:lnTo>
                  <a:pt x="4218" y="2713"/>
                </a:lnTo>
                <a:lnTo>
                  <a:pt x="4217" y="2713"/>
                </a:lnTo>
                <a:lnTo>
                  <a:pt x="4216" y="2713"/>
                </a:lnTo>
                <a:lnTo>
                  <a:pt x="4216" y="2712"/>
                </a:lnTo>
                <a:lnTo>
                  <a:pt x="4216" y="2711"/>
                </a:lnTo>
                <a:lnTo>
                  <a:pt x="4214" y="2710"/>
                </a:lnTo>
                <a:lnTo>
                  <a:pt x="4214" y="2711"/>
                </a:lnTo>
                <a:lnTo>
                  <a:pt x="4215" y="2711"/>
                </a:lnTo>
                <a:lnTo>
                  <a:pt x="4215" y="2712"/>
                </a:lnTo>
                <a:lnTo>
                  <a:pt x="4214" y="2712"/>
                </a:lnTo>
                <a:lnTo>
                  <a:pt x="4214" y="2713"/>
                </a:lnTo>
                <a:lnTo>
                  <a:pt x="4215" y="2713"/>
                </a:lnTo>
                <a:lnTo>
                  <a:pt x="4214" y="2713"/>
                </a:lnTo>
                <a:lnTo>
                  <a:pt x="4213" y="2713"/>
                </a:lnTo>
                <a:lnTo>
                  <a:pt x="4214" y="2713"/>
                </a:lnTo>
                <a:lnTo>
                  <a:pt x="4213" y="2713"/>
                </a:lnTo>
                <a:lnTo>
                  <a:pt x="4213" y="2714"/>
                </a:lnTo>
                <a:lnTo>
                  <a:pt x="4214" y="2714"/>
                </a:lnTo>
                <a:lnTo>
                  <a:pt x="4215" y="2714"/>
                </a:lnTo>
                <a:lnTo>
                  <a:pt x="4215" y="2715"/>
                </a:lnTo>
                <a:lnTo>
                  <a:pt x="4215" y="2716"/>
                </a:lnTo>
                <a:lnTo>
                  <a:pt x="4215" y="2717"/>
                </a:lnTo>
                <a:lnTo>
                  <a:pt x="4215" y="2718"/>
                </a:lnTo>
                <a:lnTo>
                  <a:pt x="4214" y="2718"/>
                </a:lnTo>
                <a:lnTo>
                  <a:pt x="4213" y="2718"/>
                </a:lnTo>
                <a:lnTo>
                  <a:pt x="4214" y="2719"/>
                </a:lnTo>
                <a:lnTo>
                  <a:pt x="4213" y="2719"/>
                </a:lnTo>
                <a:lnTo>
                  <a:pt x="4212" y="2719"/>
                </a:lnTo>
                <a:lnTo>
                  <a:pt x="4211" y="2719"/>
                </a:lnTo>
                <a:lnTo>
                  <a:pt x="4211" y="2720"/>
                </a:lnTo>
                <a:lnTo>
                  <a:pt x="4210" y="2720"/>
                </a:lnTo>
                <a:lnTo>
                  <a:pt x="4210" y="2719"/>
                </a:lnTo>
                <a:lnTo>
                  <a:pt x="4209" y="2719"/>
                </a:lnTo>
                <a:lnTo>
                  <a:pt x="4208" y="2719"/>
                </a:lnTo>
                <a:lnTo>
                  <a:pt x="4208" y="2720"/>
                </a:lnTo>
                <a:lnTo>
                  <a:pt x="4209" y="2720"/>
                </a:lnTo>
                <a:lnTo>
                  <a:pt x="4208" y="2720"/>
                </a:lnTo>
                <a:lnTo>
                  <a:pt x="4208" y="2721"/>
                </a:lnTo>
                <a:lnTo>
                  <a:pt x="4208" y="2722"/>
                </a:lnTo>
                <a:lnTo>
                  <a:pt x="4209" y="2721"/>
                </a:lnTo>
                <a:lnTo>
                  <a:pt x="4210" y="2721"/>
                </a:lnTo>
                <a:lnTo>
                  <a:pt x="4211" y="2721"/>
                </a:lnTo>
                <a:lnTo>
                  <a:pt x="4211" y="2720"/>
                </a:lnTo>
                <a:lnTo>
                  <a:pt x="4212" y="2720"/>
                </a:lnTo>
                <a:lnTo>
                  <a:pt x="4212" y="2721"/>
                </a:lnTo>
                <a:lnTo>
                  <a:pt x="4213" y="2721"/>
                </a:lnTo>
                <a:lnTo>
                  <a:pt x="4212" y="2722"/>
                </a:lnTo>
                <a:lnTo>
                  <a:pt x="4212" y="2723"/>
                </a:lnTo>
                <a:lnTo>
                  <a:pt x="4213" y="2723"/>
                </a:lnTo>
                <a:lnTo>
                  <a:pt x="4212" y="2725"/>
                </a:lnTo>
                <a:lnTo>
                  <a:pt x="4212" y="2726"/>
                </a:lnTo>
                <a:lnTo>
                  <a:pt x="4211" y="2726"/>
                </a:lnTo>
                <a:lnTo>
                  <a:pt x="4211" y="2725"/>
                </a:lnTo>
                <a:lnTo>
                  <a:pt x="4210" y="2725"/>
                </a:lnTo>
                <a:lnTo>
                  <a:pt x="4209" y="2725"/>
                </a:lnTo>
                <a:lnTo>
                  <a:pt x="4208" y="2725"/>
                </a:lnTo>
                <a:lnTo>
                  <a:pt x="4207" y="2725"/>
                </a:lnTo>
                <a:lnTo>
                  <a:pt x="4207" y="2724"/>
                </a:lnTo>
                <a:lnTo>
                  <a:pt x="4206" y="2724"/>
                </a:lnTo>
                <a:lnTo>
                  <a:pt x="4205" y="2725"/>
                </a:lnTo>
                <a:lnTo>
                  <a:pt x="4204" y="2725"/>
                </a:lnTo>
                <a:lnTo>
                  <a:pt x="4203" y="2725"/>
                </a:lnTo>
                <a:lnTo>
                  <a:pt x="4203" y="2726"/>
                </a:lnTo>
                <a:lnTo>
                  <a:pt x="4202" y="2726"/>
                </a:lnTo>
                <a:lnTo>
                  <a:pt x="4203" y="2725"/>
                </a:lnTo>
                <a:lnTo>
                  <a:pt x="4202" y="2724"/>
                </a:lnTo>
                <a:lnTo>
                  <a:pt x="4201" y="2725"/>
                </a:lnTo>
                <a:lnTo>
                  <a:pt x="4201" y="2726"/>
                </a:lnTo>
                <a:lnTo>
                  <a:pt x="4201" y="2727"/>
                </a:lnTo>
                <a:lnTo>
                  <a:pt x="4201" y="2728"/>
                </a:lnTo>
                <a:lnTo>
                  <a:pt x="4202" y="2728"/>
                </a:lnTo>
                <a:lnTo>
                  <a:pt x="4201" y="2728"/>
                </a:lnTo>
                <a:lnTo>
                  <a:pt x="4200" y="2730"/>
                </a:lnTo>
                <a:lnTo>
                  <a:pt x="4199" y="2730"/>
                </a:lnTo>
                <a:lnTo>
                  <a:pt x="4199" y="2729"/>
                </a:lnTo>
                <a:lnTo>
                  <a:pt x="4199" y="2730"/>
                </a:lnTo>
                <a:lnTo>
                  <a:pt x="4198" y="2730"/>
                </a:lnTo>
                <a:lnTo>
                  <a:pt x="4198" y="2729"/>
                </a:lnTo>
                <a:lnTo>
                  <a:pt x="4198" y="2728"/>
                </a:lnTo>
                <a:lnTo>
                  <a:pt x="4197" y="2728"/>
                </a:lnTo>
                <a:lnTo>
                  <a:pt x="4196" y="2728"/>
                </a:lnTo>
                <a:lnTo>
                  <a:pt x="4195" y="2729"/>
                </a:lnTo>
                <a:lnTo>
                  <a:pt x="4196" y="2729"/>
                </a:lnTo>
                <a:lnTo>
                  <a:pt x="4197" y="2729"/>
                </a:lnTo>
                <a:lnTo>
                  <a:pt x="4197" y="2730"/>
                </a:lnTo>
                <a:lnTo>
                  <a:pt x="4197" y="2735"/>
                </a:lnTo>
                <a:lnTo>
                  <a:pt x="4198" y="2735"/>
                </a:lnTo>
                <a:lnTo>
                  <a:pt x="4199" y="2736"/>
                </a:lnTo>
                <a:lnTo>
                  <a:pt x="4199" y="2737"/>
                </a:lnTo>
                <a:lnTo>
                  <a:pt x="4199" y="2738"/>
                </a:lnTo>
                <a:lnTo>
                  <a:pt x="4200" y="2738"/>
                </a:lnTo>
                <a:lnTo>
                  <a:pt x="4201" y="2738"/>
                </a:lnTo>
                <a:lnTo>
                  <a:pt x="4202" y="2738"/>
                </a:lnTo>
                <a:lnTo>
                  <a:pt x="4201" y="2738"/>
                </a:lnTo>
                <a:lnTo>
                  <a:pt x="4202" y="2738"/>
                </a:lnTo>
                <a:lnTo>
                  <a:pt x="4203" y="2738"/>
                </a:lnTo>
                <a:lnTo>
                  <a:pt x="4203" y="2739"/>
                </a:lnTo>
                <a:lnTo>
                  <a:pt x="4202" y="2739"/>
                </a:lnTo>
                <a:lnTo>
                  <a:pt x="4201" y="2739"/>
                </a:lnTo>
                <a:lnTo>
                  <a:pt x="4201" y="2740"/>
                </a:lnTo>
                <a:lnTo>
                  <a:pt x="4201" y="2741"/>
                </a:lnTo>
                <a:lnTo>
                  <a:pt x="4200" y="2741"/>
                </a:lnTo>
                <a:lnTo>
                  <a:pt x="4200" y="2742"/>
                </a:lnTo>
                <a:lnTo>
                  <a:pt x="4200" y="2743"/>
                </a:lnTo>
                <a:lnTo>
                  <a:pt x="4200" y="2744"/>
                </a:lnTo>
                <a:lnTo>
                  <a:pt x="4201" y="2744"/>
                </a:lnTo>
                <a:lnTo>
                  <a:pt x="4201" y="2745"/>
                </a:lnTo>
                <a:lnTo>
                  <a:pt x="4201" y="2744"/>
                </a:lnTo>
                <a:lnTo>
                  <a:pt x="4202" y="2744"/>
                </a:lnTo>
                <a:lnTo>
                  <a:pt x="4203" y="2744"/>
                </a:lnTo>
                <a:lnTo>
                  <a:pt x="4204" y="2744"/>
                </a:lnTo>
                <a:lnTo>
                  <a:pt x="4203" y="2744"/>
                </a:lnTo>
                <a:lnTo>
                  <a:pt x="4203" y="2745"/>
                </a:lnTo>
                <a:lnTo>
                  <a:pt x="4204" y="2745"/>
                </a:lnTo>
                <a:lnTo>
                  <a:pt x="4205" y="2745"/>
                </a:lnTo>
                <a:lnTo>
                  <a:pt x="4205" y="2746"/>
                </a:lnTo>
                <a:lnTo>
                  <a:pt x="4204" y="2746"/>
                </a:lnTo>
                <a:lnTo>
                  <a:pt x="4204" y="2747"/>
                </a:lnTo>
                <a:lnTo>
                  <a:pt x="4203" y="2747"/>
                </a:lnTo>
                <a:lnTo>
                  <a:pt x="4203" y="2746"/>
                </a:lnTo>
                <a:lnTo>
                  <a:pt x="4203" y="2747"/>
                </a:lnTo>
                <a:lnTo>
                  <a:pt x="4202" y="2747"/>
                </a:lnTo>
                <a:lnTo>
                  <a:pt x="4201" y="2747"/>
                </a:lnTo>
                <a:lnTo>
                  <a:pt x="4200" y="2748"/>
                </a:lnTo>
                <a:lnTo>
                  <a:pt x="4200" y="2749"/>
                </a:lnTo>
                <a:lnTo>
                  <a:pt x="4201" y="2749"/>
                </a:lnTo>
                <a:lnTo>
                  <a:pt x="4201" y="2750"/>
                </a:lnTo>
                <a:lnTo>
                  <a:pt x="4200" y="2750"/>
                </a:lnTo>
                <a:lnTo>
                  <a:pt x="4200" y="2751"/>
                </a:lnTo>
                <a:lnTo>
                  <a:pt x="4201" y="2751"/>
                </a:lnTo>
                <a:lnTo>
                  <a:pt x="4201" y="2752"/>
                </a:lnTo>
                <a:lnTo>
                  <a:pt x="4201" y="2753"/>
                </a:lnTo>
                <a:lnTo>
                  <a:pt x="4200" y="2753"/>
                </a:lnTo>
                <a:lnTo>
                  <a:pt x="4201" y="2753"/>
                </a:lnTo>
                <a:lnTo>
                  <a:pt x="4201" y="2754"/>
                </a:lnTo>
                <a:lnTo>
                  <a:pt x="4202" y="2754"/>
                </a:lnTo>
                <a:lnTo>
                  <a:pt x="4202" y="2753"/>
                </a:lnTo>
                <a:lnTo>
                  <a:pt x="4203" y="2753"/>
                </a:lnTo>
                <a:lnTo>
                  <a:pt x="4203" y="2754"/>
                </a:lnTo>
                <a:lnTo>
                  <a:pt x="4202" y="2754"/>
                </a:lnTo>
                <a:lnTo>
                  <a:pt x="4201" y="2755"/>
                </a:lnTo>
                <a:lnTo>
                  <a:pt x="4200" y="2755"/>
                </a:lnTo>
                <a:lnTo>
                  <a:pt x="4200" y="2756"/>
                </a:lnTo>
                <a:lnTo>
                  <a:pt x="4199" y="2756"/>
                </a:lnTo>
                <a:lnTo>
                  <a:pt x="4198" y="2756"/>
                </a:lnTo>
                <a:lnTo>
                  <a:pt x="4198" y="2755"/>
                </a:lnTo>
                <a:lnTo>
                  <a:pt x="4199" y="2755"/>
                </a:lnTo>
                <a:lnTo>
                  <a:pt x="4199" y="2754"/>
                </a:lnTo>
                <a:lnTo>
                  <a:pt x="4199" y="2753"/>
                </a:lnTo>
                <a:lnTo>
                  <a:pt x="4198" y="2753"/>
                </a:lnTo>
                <a:lnTo>
                  <a:pt x="4197" y="2754"/>
                </a:lnTo>
                <a:lnTo>
                  <a:pt x="4197" y="2755"/>
                </a:lnTo>
                <a:lnTo>
                  <a:pt x="4196" y="2755"/>
                </a:lnTo>
                <a:lnTo>
                  <a:pt x="4195" y="2755"/>
                </a:lnTo>
                <a:lnTo>
                  <a:pt x="4195" y="2756"/>
                </a:lnTo>
                <a:lnTo>
                  <a:pt x="4194" y="2756"/>
                </a:lnTo>
                <a:lnTo>
                  <a:pt x="4193" y="2757"/>
                </a:lnTo>
                <a:lnTo>
                  <a:pt x="4192" y="2757"/>
                </a:lnTo>
                <a:lnTo>
                  <a:pt x="4192" y="2758"/>
                </a:lnTo>
                <a:lnTo>
                  <a:pt x="4191" y="2757"/>
                </a:lnTo>
                <a:lnTo>
                  <a:pt x="4191" y="2758"/>
                </a:lnTo>
                <a:lnTo>
                  <a:pt x="4190" y="2758"/>
                </a:lnTo>
                <a:lnTo>
                  <a:pt x="4189" y="2758"/>
                </a:lnTo>
                <a:lnTo>
                  <a:pt x="4189" y="2757"/>
                </a:lnTo>
                <a:lnTo>
                  <a:pt x="4188" y="2757"/>
                </a:lnTo>
                <a:lnTo>
                  <a:pt x="4187" y="2757"/>
                </a:lnTo>
                <a:lnTo>
                  <a:pt x="4186" y="2758"/>
                </a:lnTo>
                <a:lnTo>
                  <a:pt x="4186" y="2759"/>
                </a:lnTo>
                <a:lnTo>
                  <a:pt x="4185" y="2760"/>
                </a:lnTo>
                <a:lnTo>
                  <a:pt x="4185" y="2761"/>
                </a:lnTo>
                <a:lnTo>
                  <a:pt x="4186" y="2761"/>
                </a:lnTo>
                <a:lnTo>
                  <a:pt x="4186" y="2762"/>
                </a:lnTo>
                <a:lnTo>
                  <a:pt x="4185" y="2762"/>
                </a:lnTo>
                <a:lnTo>
                  <a:pt x="4185" y="2763"/>
                </a:lnTo>
                <a:lnTo>
                  <a:pt x="4184" y="2763"/>
                </a:lnTo>
                <a:lnTo>
                  <a:pt x="4183" y="2763"/>
                </a:lnTo>
                <a:lnTo>
                  <a:pt x="4182" y="2764"/>
                </a:lnTo>
                <a:lnTo>
                  <a:pt x="4182" y="2765"/>
                </a:lnTo>
                <a:lnTo>
                  <a:pt x="4181" y="2766"/>
                </a:lnTo>
                <a:lnTo>
                  <a:pt x="4180" y="2767"/>
                </a:lnTo>
                <a:lnTo>
                  <a:pt x="4180" y="2766"/>
                </a:lnTo>
                <a:lnTo>
                  <a:pt x="4179" y="2767"/>
                </a:lnTo>
                <a:lnTo>
                  <a:pt x="4179" y="2766"/>
                </a:lnTo>
                <a:lnTo>
                  <a:pt x="4178" y="2766"/>
                </a:lnTo>
                <a:lnTo>
                  <a:pt x="4177" y="2766"/>
                </a:lnTo>
                <a:lnTo>
                  <a:pt x="4176" y="2766"/>
                </a:lnTo>
                <a:lnTo>
                  <a:pt x="4176" y="2765"/>
                </a:lnTo>
                <a:lnTo>
                  <a:pt x="4177" y="2765"/>
                </a:lnTo>
                <a:lnTo>
                  <a:pt x="4176" y="2765"/>
                </a:lnTo>
                <a:lnTo>
                  <a:pt x="4176" y="2764"/>
                </a:lnTo>
                <a:lnTo>
                  <a:pt x="4177" y="2764"/>
                </a:lnTo>
                <a:lnTo>
                  <a:pt x="4177" y="2763"/>
                </a:lnTo>
                <a:lnTo>
                  <a:pt x="4176" y="2763"/>
                </a:lnTo>
                <a:lnTo>
                  <a:pt x="4176" y="2764"/>
                </a:lnTo>
                <a:lnTo>
                  <a:pt x="4176" y="2763"/>
                </a:lnTo>
                <a:lnTo>
                  <a:pt x="4177" y="2763"/>
                </a:lnTo>
                <a:lnTo>
                  <a:pt x="4177" y="2762"/>
                </a:lnTo>
                <a:lnTo>
                  <a:pt x="4176" y="2762"/>
                </a:lnTo>
                <a:lnTo>
                  <a:pt x="4177" y="2761"/>
                </a:lnTo>
                <a:lnTo>
                  <a:pt x="4178" y="2761"/>
                </a:lnTo>
                <a:lnTo>
                  <a:pt x="4177" y="2761"/>
                </a:lnTo>
                <a:lnTo>
                  <a:pt x="4177" y="2760"/>
                </a:lnTo>
                <a:lnTo>
                  <a:pt x="4178" y="2760"/>
                </a:lnTo>
                <a:lnTo>
                  <a:pt x="4177" y="2760"/>
                </a:lnTo>
                <a:lnTo>
                  <a:pt x="4177" y="2759"/>
                </a:lnTo>
                <a:lnTo>
                  <a:pt x="4178" y="2758"/>
                </a:lnTo>
                <a:lnTo>
                  <a:pt x="4179" y="2758"/>
                </a:lnTo>
                <a:lnTo>
                  <a:pt x="4180" y="2757"/>
                </a:lnTo>
                <a:lnTo>
                  <a:pt x="4182" y="2756"/>
                </a:lnTo>
                <a:lnTo>
                  <a:pt x="4183" y="2756"/>
                </a:lnTo>
                <a:lnTo>
                  <a:pt x="4184" y="2756"/>
                </a:lnTo>
                <a:lnTo>
                  <a:pt x="4185" y="2756"/>
                </a:lnTo>
                <a:lnTo>
                  <a:pt x="4185" y="2755"/>
                </a:lnTo>
                <a:lnTo>
                  <a:pt x="4186" y="2756"/>
                </a:lnTo>
                <a:lnTo>
                  <a:pt x="4185" y="2757"/>
                </a:lnTo>
                <a:lnTo>
                  <a:pt x="4186" y="2757"/>
                </a:lnTo>
                <a:lnTo>
                  <a:pt x="4187" y="2756"/>
                </a:lnTo>
                <a:lnTo>
                  <a:pt x="4186" y="2756"/>
                </a:lnTo>
                <a:lnTo>
                  <a:pt x="4186" y="2755"/>
                </a:lnTo>
                <a:lnTo>
                  <a:pt x="4187" y="2755"/>
                </a:lnTo>
                <a:lnTo>
                  <a:pt x="4188" y="2754"/>
                </a:lnTo>
                <a:lnTo>
                  <a:pt x="4188" y="2753"/>
                </a:lnTo>
                <a:lnTo>
                  <a:pt x="4187" y="2753"/>
                </a:lnTo>
                <a:lnTo>
                  <a:pt x="4187" y="2752"/>
                </a:lnTo>
                <a:lnTo>
                  <a:pt x="4188" y="2752"/>
                </a:lnTo>
                <a:lnTo>
                  <a:pt x="4188" y="2753"/>
                </a:lnTo>
                <a:lnTo>
                  <a:pt x="4189" y="2752"/>
                </a:lnTo>
                <a:lnTo>
                  <a:pt x="4189" y="2751"/>
                </a:lnTo>
                <a:lnTo>
                  <a:pt x="4190" y="2750"/>
                </a:lnTo>
                <a:lnTo>
                  <a:pt x="4191" y="2750"/>
                </a:lnTo>
                <a:lnTo>
                  <a:pt x="4190" y="2749"/>
                </a:lnTo>
                <a:lnTo>
                  <a:pt x="4190" y="2750"/>
                </a:lnTo>
                <a:lnTo>
                  <a:pt x="4189" y="2749"/>
                </a:lnTo>
                <a:lnTo>
                  <a:pt x="4188" y="2749"/>
                </a:lnTo>
                <a:lnTo>
                  <a:pt x="4189" y="2748"/>
                </a:lnTo>
                <a:lnTo>
                  <a:pt x="4190" y="2747"/>
                </a:lnTo>
                <a:lnTo>
                  <a:pt x="4191" y="2747"/>
                </a:lnTo>
                <a:lnTo>
                  <a:pt x="4192" y="2747"/>
                </a:lnTo>
                <a:lnTo>
                  <a:pt x="4191" y="2746"/>
                </a:lnTo>
                <a:lnTo>
                  <a:pt x="4190" y="2746"/>
                </a:lnTo>
                <a:lnTo>
                  <a:pt x="4191" y="2746"/>
                </a:lnTo>
                <a:lnTo>
                  <a:pt x="4191" y="2745"/>
                </a:lnTo>
                <a:lnTo>
                  <a:pt x="4192" y="2745"/>
                </a:lnTo>
                <a:lnTo>
                  <a:pt x="4193" y="2745"/>
                </a:lnTo>
                <a:lnTo>
                  <a:pt x="4193" y="2744"/>
                </a:lnTo>
                <a:lnTo>
                  <a:pt x="4193" y="2745"/>
                </a:lnTo>
                <a:lnTo>
                  <a:pt x="4193" y="2744"/>
                </a:lnTo>
                <a:lnTo>
                  <a:pt x="4194" y="2744"/>
                </a:lnTo>
                <a:lnTo>
                  <a:pt x="4195" y="2743"/>
                </a:lnTo>
                <a:lnTo>
                  <a:pt x="4196" y="2743"/>
                </a:lnTo>
                <a:lnTo>
                  <a:pt x="4195" y="2742"/>
                </a:lnTo>
                <a:lnTo>
                  <a:pt x="4196" y="2742"/>
                </a:lnTo>
                <a:lnTo>
                  <a:pt x="4196" y="2741"/>
                </a:lnTo>
                <a:lnTo>
                  <a:pt x="4197" y="2741"/>
                </a:lnTo>
                <a:lnTo>
                  <a:pt x="4197" y="2740"/>
                </a:lnTo>
                <a:lnTo>
                  <a:pt x="4198" y="2740"/>
                </a:lnTo>
                <a:lnTo>
                  <a:pt x="4198" y="2739"/>
                </a:lnTo>
                <a:lnTo>
                  <a:pt x="4198" y="2738"/>
                </a:lnTo>
                <a:lnTo>
                  <a:pt x="4197" y="2738"/>
                </a:lnTo>
                <a:lnTo>
                  <a:pt x="4196" y="2738"/>
                </a:lnTo>
                <a:lnTo>
                  <a:pt x="4195" y="2738"/>
                </a:lnTo>
                <a:lnTo>
                  <a:pt x="4195" y="2739"/>
                </a:lnTo>
                <a:lnTo>
                  <a:pt x="4194" y="2739"/>
                </a:lnTo>
                <a:lnTo>
                  <a:pt x="4193" y="2739"/>
                </a:lnTo>
                <a:lnTo>
                  <a:pt x="4191" y="2739"/>
                </a:lnTo>
                <a:lnTo>
                  <a:pt x="4190" y="2739"/>
                </a:lnTo>
                <a:lnTo>
                  <a:pt x="4189" y="2739"/>
                </a:lnTo>
                <a:lnTo>
                  <a:pt x="4189" y="2740"/>
                </a:lnTo>
                <a:lnTo>
                  <a:pt x="4188" y="2740"/>
                </a:lnTo>
                <a:lnTo>
                  <a:pt x="4188" y="2739"/>
                </a:lnTo>
                <a:lnTo>
                  <a:pt x="4189" y="2739"/>
                </a:lnTo>
                <a:lnTo>
                  <a:pt x="4189" y="2738"/>
                </a:lnTo>
                <a:lnTo>
                  <a:pt x="4188" y="2738"/>
                </a:lnTo>
                <a:lnTo>
                  <a:pt x="4187" y="2738"/>
                </a:lnTo>
                <a:lnTo>
                  <a:pt x="4187" y="2739"/>
                </a:lnTo>
                <a:lnTo>
                  <a:pt x="4186" y="2739"/>
                </a:lnTo>
                <a:lnTo>
                  <a:pt x="4186" y="2738"/>
                </a:lnTo>
                <a:lnTo>
                  <a:pt x="4185" y="2738"/>
                </a:lnTo>
                <a:lnTo>
                  <a:pt x="4185" y="2739"/>
                </a:lnTo>
                <a:lnTo>
                  <a:pt x="4184" y="2739"/>
                </a:lnTo>
                <a:lnTo>
                  <a:pt x="4184" y="2740"/>
                </a:lnTo>
                <a:lnTo>
                  <a:pt x="4184" y="2741"/>
                </a:lnTo>
                <a:lnTo>
                  <a:pt x="4185" y="2742"/>
                </a:lnTo>
                <a:lnTo>
                  <a:pt x="4185" y="2743"/>
                </a:lnTo>
                <a:lnTo>
                  <a:pt x="4185" y="2744"/>
                </a:lnTo>
                <a:lnTo>
                  <a:pt x="4184" y="2745"/>
                </a:lnTo>
                <a:lnTo>
                  <a:pt x="4183" y="2745"/>
                </a:lnTo>
                <a:lnTo>
                  <a:pt x="4182" y="2746"/>
                </a:lnTo>
                <a:lnTo>
                  <a:pt x="4182" y="2747"/>
                </a:lnTo>
                <a:lnTo>
                  <a:pt x="4182" y="2748"/>
                </a:lnTo>
                <a:lnTo>
                  <a:pt x="4181" y="2749"/>
                </a:lnTo>
                <a:lnTo>
                  <a:pt x="4182" y="2749"/>
                </a:lnTo>
                <a:lnTo>
                  <a:pt x="4182" y="2750"/>
                </a:lnTo>
                <a:lnTo>
                  <a:pt x="4181" y="2750"/>
                </a:lnTo>
                <a:lnTo>
                  <a:pt x="4181" y="2751"/>
                </a:lnTo>
                <a:lnTo>
                  <a:pt x="4182" y="2751"/>
                </a:lnTo>
                <a:lnTo>
                  <a:pt x="4182" y="2752"/>
                </a:lnTo>
                <a:lnTo>
                  <a:pt x="4181" y="2752"/>
                </a:lnTo>
                <a:lnTo>
                  <a:pt x="4181" y="2753"/>
                </a:lnTo>
                <a:lnTo>
                  <a:pt x="4180" y="2753"/>
                </a:lnTo>
                <a:lnTo>
                  <a:pt x="4179" y="2753"/>
                </a:lnTo>
                <a:lnTo>
                  <a:pt x="4179" y="2752"/>
                </a:lnTo>
                <a:lnTo>
                  <a:pt x="4179" y="2751"/>
                </a:lnTo>
                <a:lnTo>
                  <a:pt x="4180" y="2751"/>
                </a:lnTo>
                <a:lnTo>
                  <a:pt x="4179" y="2750"/>
                </a:lnTo>
                <a:lnTo>
                  <a:pt x="4178" y="2749"/>
                </a:lnTo>
                <a:lnTo>
                  <a:pt x="4177" y="2748"/>
                </a:lnTo>
                <a:lnTo>
                  <a:pt x="4177" y="2747"/>
                </a:lnTo>
                <a:lnTo>
                  <a:pt x="4176" y="2747"/>
                </a:lnTo>
                <a:lnTo>
                  <a:pt x="4175" y="2747"/>
                </a:lnTo>
                <a:lnTo>
                  <a:pt x="4175" y="2748"/>
                </a:lnTo>
                <a:lnTo>
                  <a:pt x="4174" y="2748"/>
                </a:lnTo>
                <a:lnTo>
                  <a:pt x="4173" y="2748"/>
                </a:lnTo>
                <a:lnTo>
                  <a:pt x="4173" y="2749"/>
                </a:lnTo>
                <a:lnTo>
                  <a:pt x="4172" y="2748"/>
                </a:lnTo>
                <a:lnTo>
                  <a:pt x="4172" y="2747"/>
                </a:lnTo>
                <a:lnTo>
                  <a:pt x="4173" y="2746"/>
                </a:lnTo>
                <a:lnTo>
                  <a:pt x="4174" y="2745"/>
                </a:lnTo>
                <a:lnTo>
                  <a:pt x="4173" y="2745"/>
                </a:lnTo>
                <a:lnTo>
                  <a:pt x="4173" y="2744"/>
                </a:lnTo>
                <a:lnTo>
                  <a:pt x="4173" y="2743"/>
                </a:lnTo>
                <a:lnTo>
                  <a:pt x="4172" y="2743"/>
                </a:lnTo>
                <a:lnTo>
                  <a:pt x="4173" y="2742"/>
                </a:lnTo>
                <a:lnTo>
                  <a:pt x="4174" y="2741"/>
                </a:lnTo>
                <a:lnTo>
                  <a:pt x="4173" y="2741"/>
                </a:lnTo>
                <a:lnTo>
                  <a:pt x="4173" y="2740"/>
                </a:lnTo>
                <a:lnTo>
                  <a:pt x="4174" y="2739"/>
                </a:lnTo>
                <a:lnTo>
                  <a:pt x="4175" y="2739"/>
                </a:lnTo>
                <a:lnTo>
                  <a:pt x="4176" y="2740"/>
                </a:lnTo>
                <a:lnTo>
                  <a:pt x="4177" y="2740"/>
                </a:lnTo>
                <a:lnTo>
                  <a:pt x="4178" y="2740"/>
                </a:lnTo>
                <a:lnTo>
                  <a:pt x="4178" y="2739"/>
                </a:lnTo>
                <a:lnTo>
                  <a:pt x="4178" y="2738"/>
                </a:lnTo>
                <a:lnTo>
                  <a:pt x="4177" y="2738"/>
                </a:lnTo>
                <a:lnTo>
                  <a:pt x="4178" y="2737"/>
                </a:lnTo>
                <a:lnTo>
                  <a:pt x="4177" y="2736"/>
                </a:lnTo>
                <a:lnTo>
                  <a:pt x="4177" y="2737"/>
                </a:lnTo>
                <a:lnTo>
                  <a:pt x="4176" y="2737"/>
                </a:lnTo>
                <a:lnTo>
                  <a:pt x="4176" y="2738"/>
                </a:lnTo>
                <a:lnTo>
                  <a:pt x="4175" y="2738"/>
                </a:lnTo>
                <a:lnTo>
                  <a:pt x="4174" y="2738"/>
                </a:lnTo>
                <a:lnTo>
                  <a:pt x="4173" y="2738"/>
                </a:lnTo>
                <a:lnTo>
                  <a:pt x="4172" y="2738"/>
                </a:lnTo>
                <a:lnTo>
                  <a:pt x="4172" y="2739"/>
                </a:lnTo>
                <a:lnTo>
                  <a:pt x="4171" y="2738"/>
                </a:lnTo>
                <a:lnTo>
                  <a:pt x="4172" y="2737"/>
                </a:lnTo>
                <a:lnTo>
                  <a:pt x="4172" y="2736"/>
                </a:lnTo>
                <a:lnTo>
                  <a:pt x="4173" y="2735"/>
                </a:lnTo>
                <a:lnTo>
                  <a:pt x="4175" y="2735"/>
                </a:lnTo>
                <a:lnTo>
                  <a:pt x="4175" y="2734"/>
                </a:lnTo>
                <a:lnTo>
                  <a:pt x="4177" y="2734"/>
                </a:lnTo>
                <a:lnTo>
                  <a:pt x="4177" y="2733"/>
                </a:lnTo>
                <a:lnTo>
                  <a:pt x="4178" y="2733"/>
                </a:lnTo>
                <a:lnTo>
                  <a:pt x="4178" y="2732"/>
                </a:lnTo>
                <a:lnTo>
                  <a:pt x="4177" y="2732"/>
                </a:lnTo>
                <a:lnTo>
                  <a:pt x="4177" y="2731"/>
                </a:lnTo>
                <a:lnTo>
                  <a:pt x="4177" y="2732"/>
                </a:lnTo>
                <a:lnTo>
                  <a:pt x="4177" y="2733"/>
                </a:lnTo>
                <a:lnTo>
                  <a:pt x="4176" y="2733"/>
                </a:lnTo>
                <a:lnTo>
                  <a:pt x="4174" y="2734"/>
                </a:lnTo>
                <a:lnTo>
                  <a:pt x="4173" y="2734"/>
                </a:lnTo>
                <a:lnTo>
                  <a:pt x="4173" y="2733"/>
                </a:lnTo>
                <a:lnTo>
                  <a:pt x="4173" y="2732"/>
                </a:lnTo>
                <a:lnTo>
                  <a:pt x="4174" y="2732"/>
                </a:lnTo>
                <a:lnTo>
                  <a:pt x="4173" y="2732"/>
                </a:lnTo>
                <a:lnTo>
                  <a:pt x="4173" y="2733"/>
                </a:lnTo>
                <a:lnTo>
                  <a:pt x="4172" y="2734"/>
                </a:lnTo>
                <a:lnTo>
                  <a:pt x="4171" y="2735"/>
                </a:lnTo>
                <a:lnTo>
                  <a:pt x="4171" y="2736"/>
                </a:lnTo>
                <a:lnTo>
                  <a:pt x="4170" y="2737"/>
                </a:lnTo>
                <a:lnTo>
                  <a:pt x="4169" y="2737"/>
                </a:lnTo>
                <a:lnTo>
                  <a:pt x="4169" y="2739"/>
                </a:lnTo>
                <a:lnTo>
                  <a:pt x="4170" y="2740"/>
                </a:lnTo>
                <a:lnTo>
                  <a:pt x="4171" y="2740"/>
                </a:lnTo>
                <a:lnTo>
                  <a:pt x="4171" y="2741"/>
                </a:lnTo>
                <a:lnTo>
                  <a:pt x="4170" y="2741"/>
                </a:lnTo>
                <a:lnTo>
                  <a:pt x="4170" y="2742"/>
                </a:lnTo>
                <a:lnTo>
                  <a:pt x="4170" y="2743"/>
                </a:lnTo>
                <a:lnTo>
                  <a:pt x="4169" y="2744"/>
                </a:lnTo>
                <a:lnTo>
                  <a:pt x="4168" y="2744"/>
                </a:lnTo>
                <a:lnTo>
                  <a:pt x="4167" y="2744"/>
                </a:lnTo>
                <a:lnTo>
                  <a:pt x="4167" y="2743"/>
                </a:lnTo>
                <a:lnTo>
                  <a:pt x="4167" y="2742"/>
                </a:lnTo>
                <a:lnTo>
                  <a:pt x="4167" y="2741"/>
                </a:lnTo>
                <a:lnTo>
                  <a:pt x="4166" y="2741"/>
                </a:lnTo>
                <a:lnTo>
                  <a:pt x="4166" y="2739"/>
                </a:lnTo>
                <a:lnTo>
                  <a:pt x="4165" y="2738"/>
                </a:lnTo>
                <a:lnTo>
                  <a:pt x="4164" y="2736"/>
                </a:lnTo>
                <a:lnTo>
                  <a:pt x="4163" y="2735"/>
                </a:lnTo>
                <a:lnTo>
                  <a:pt x="4163" y="2736"/>
                </a:lnTo>
                <a:lnTo>
                  <a:pt x="4163" y="2737"/>
                </a:lnTo>
                <a:lnTo>
                  <a:pt x="4163" y="2738"/>
                </a:lnTo>
                <a:lnTo>
                  <a:pt x="4163" y="2739"/>
                </a:lnTo>
                <a:lnTo>
                  <a:pt x="4163" y="2740"/>
                </a:lnTo>
                <a:lnTo>
                  <a:pt x="4162" y="2740"/>
                </a:lnTo>
                <a:lnTo>
                  <a:pt x="4163" y="2740"/>
                </a:lnTo>
                <a:lnTo>
                  <a:pt x="4162" y="2740"/>
                </a:lnTo>
                <a:lnTo>
                  <a:pt x="4162" y="2741"/>
                </a:lnTo>
                <a:lnTo>
                  <a:pt x="4163" y="2741"/>
                </a:lnTo>
                <a:lnTo>
                  <a:pt x="4162" y="2741"/>
                </a:lnTo>
                <a:lnTo>
                  <a:pt x="4163" y="2741"/>
                </a:lnTo>
                <a:lnTo>
                  <a:pt x="4162" y="2741"/>
                </a:lnTo>
                <a:lnTo>
                  <a:pt x="4162" y="2742"/>
                </a:lnTo>
                <a:lnTo>
                  <a:pt x="4163" y="2742"/>
                </a:lnTo>
                <a:lnTo>
                  <a:pt x="4163" y="2743"/>
                </a:lnTo>
                <a:lnTo>
                  <a:pt x="4164" y="2743"/>
                </a:lnTo>
                <a:lnTo>
                  <a:pt x="4164" y="2744"/>
                </a:lnTo>
                <a:lnTo>
                  <a:pt x="4164" y="2743"/>
                </a:lnTo>
                <a:lnTo>
                  <a:pt x="4165" y="2743"/>
                </a:lnTo>
                <a:lnTo>
                  <a:pt x="4165" y="2744"/>
                </a:lnTo>
                <a:lnTo>
                  <a:pt x="4166" y="2744"/>
                </a:lnTo>
                <a:lnTo>
                  <a:pt x="4167" y="2745"/>
                </a:lnTo>
                <a:lnTo>
                  <a:pt x="4167" y="2746"/>
                </a:lnTo>
                <a:lnTo>
                  <a:pt x="4167" y="2747"/>
                </a:lnTo>
                <a:lnTo>
                  <a:pt x="4166" y="2747"/>
                </a:lnTo>
                <a:lnTo>
                  <a:pt x="4165" y="2747"/>
                </a:lnTo>
                <a:lnTo>
                  <a:pt x="4164" y="2747"/>
                </a:lnTo>
                <a:lnTo>
                  <a:pt x="4162" y="2746"/>
                </a:lnTo>
                <a:lnTo>
                  <a:pt x="4162" y="2745"/>
                </a:lnTo>
                <a:lnTo>
                  <a:pt x="4161" y="2745"/>
                </a:lnTo>
                <a:lnTo>
                  <a:pt x="4161" y="2744"/>
                </a:lnTo>
                <a:lnTo>
                  <a:pt x="4161" y="2743"/>
                </a:lnTo>
                <a:lnTo>
                  <a:pt x="4160" y="2743"/>
                </a:lnTo>
                <a:lnTo>
                  <a:pt x="4160" y="2742"/>
                </a:lnTo>
                <a:lnTo>
                  <a:pt x="4159" y="2742"/>
                </a:lnTo>
                <a:lnTo>
                  <a:pt x="4157" y="2742"/>
                </a:lnTo>
                <a:lnTo>
                  <a:pt x="4156" y="2742"/>
                </a:lnTo>
                <a:lnTo>
                  <a:pt x="4156" y="2741"/>
                </a:lnTo>
                <a:lnTo>
                  <a:pt x="4157" y="2741"/>
                </a:lnTo>
                <a:lnTo>
                  <a:pt x="4157" y="2739"/>
                </a:lnTo>
                <a:lnTo>
                  <a:pt x="4157" y="2738"/>
                </a:lnTo>
                <a:lnTo>
                  <a:pt x="4156" y="2738"/>
                </a:lnTo>
                <a:lnTo>
                  <a:pt x="4155" y="2739"/>
                </a:lnTo>
                <a:lnTo>
                  <a:pt x="4154" y="2739"/>
                </a:lnTo>
                <a:lnTo>
                  <a:pt x="4153" y="2738"/>
                </a:lnTo>
                <a:lnTo>
                  <a:pt x="4152" y="2738"/>
                </a:lnTo>
                <a:lnTo>
                  <a:pt x="4153" y="2738"/>
                </a:lnTo>
                <a:lnTo>
                  <a:pt x="4153" y="2739"/>
                </a:lnTo>
                <a:lnTo>
                  <a:pt x="4153" y="2740"/>
                </a:lnTo>
                <a:lnTo>
                  <a:pt x="4152" y="2741"/>
                </a:lnTo>
                <a:lnTo>
                  <a:pt x="4151" y="2742"/>
                </a:lnTo>
                <a:lnTo>
                  <a:pt x="4151" y="2741"/>
                </a:lnTo>
                <a:lnTo>
                  <a:pt x="4151" y="2742"/>
                </a:lnTo>
                <a:lnTo>
                  <a:pt x="4151" y="2743"/>
                </a:lnTo>
                <a:lnTo>
                  <a:pt x="4152" y="2743"/>
                </a:lnTo>
                <a:lnTo>
                  <a:pt x="4151" y="2744"/>
                </a:lnTo>
                <a:lnTo>
                  <a:pt x="4152" y="2744"/>
                </a:lnTo>
                <a:lnTo>
                  <a:pt x="4153" y="2743"/>
                </a:lnTo>
                <a:lnTo>
                  <a:pt x="4154" y="2743"/>
                </a:lnTo>
                <a:lnTo>
                  <a:pt x="4155" y="2743"/>
                </a:lnTo>
                <a:lnTo>
                  <a:pt x="4156" y="2743"/>
                </a:lnTo>
                <a:lnTo>
                  <a:pt x="4157" y="2743"/>
                </a:lnTo>
                <a:lnTo>
                  <a:pt x="4158" y="2743"/>
                </a:lnTo>
                <a:lnTo>
                  <a:pt x="4158" y="2744"/>
                </a:lnTo>
                <a:lnTo>
                  <a:pt x="4159" y="2744"/>
                </a:lnTo>
                <a:lnTo>
                  <a:pt x="4159" y="2745"/>
                </a:lnTo>
                <a:lnTo>
                  <a:pt x="4158" y="2745"/>
                </a:lnTo>
                <a:lnTo>
                  <a:pt x="4157" y="2746"/>
                </a:lnTo>
                <a:lnTo>
                  <a:pt x="4157" y="2745"/>
                </a:lnTo>
                <a:lnTo>
                  <a:pt x="4157" y="2746"/>
                </a:lnTo>
                <a:lnTo>
                  <a:pt x="4157" y="2747"/>
                </a:lnTo>
                <a:lnTo>
                  <a:pt x="4157" y="2746"/>
                </a:lnTo>
                <a:lnTo>
                  <a:pt x="4156" y="2746"/>
                </a:lnTo>
                <a:lnTo>
                  <a:pt x="4155" y="2746"/>
                </a:lnTo>
                <a:lnTo>
                  <a:pt x="4154" y="2746"/>
                </a:lnTo>
                <a:lnTo>
                  <a:pt x="4155" y="2746"/>
                </a:lnTo>
                <a:lnTo>
                  <a:pt x="4156" y="2746"/>
                </a:lnTo>
                <a:lnTo>
                  <a:pt x="4156" y="2747"/>
                </a:lnTo>
                <a:lnTo>
                  <a:pt x="4157" y="2748"/>
                </a:lnTo>
                <a:lnTo>
                  <a:pt x="4158" y="2748"/>
                </a:lnTo>
                <a:lnTo>
                  <a:pt x="4158" y="2749"/>
                </a:lnTo>
                <a:lnTo>
                  <a:pt x="4158" y="2750"/>
                </a:lnTo>
                <a:lnTo>
                  <a:pt x="4157" y="2749"/>
                </a:lnTo>
                <a:lnTo>
                  <a:pt x="4156" y="2749"/>
                </a:lnTo>
                <a:lnTo>
                  <a:pt x="4157" y="2749"/>
                </a:lnTo>
                <a:lnTo>
                  <a:pt x="4157" y="2750"/>
                </a:lnTo>
                <a:lnTo>
                  <a:pt x="4156" y="2750"/>
                </a:lnTo>
                <a:lnTo>
                  <a:pt x="4156" y="2749"/>
                </a:lnTo>
                <a:lnTo>
                  <a:pt x="4156" y="2750"/>
                </a:lnTo>
                <a:lnTo>
                  <a:pt x="4155" y="2750"/>
                </a:lnTo>
                <a:lnTo>
                  <a:pt x="4156" y="2750"/>
                </a:lnTo>
                <a:lnTo>
                  <a:pt x="4156" y="2751"/>
                </a:lnTo>
                <a:lnTo>
                  <a:pt x="4157" y="2751"/>
                </a:lnTo>
                <a:lnTo>
                  <a:pt x="4157" y="2752"/>
                </a:lnTo>
                <a:lnTo>
                  <a:pt x="4156" y="2752"/>
                </a:lnTo>
                <a:lnTo>
                  <a:pt x="4156" y="2753"/>
                </a:lnTo>
                <a:lnTo>
                  <a:pt x="4155" y="2753"/>
                </a:lnTo>
                <a:lnTo>
                  <a:pt x="4154" y="2752"/>
                </a:lnTo>
                <a:lnTo>
                  <a:pt x="4153" y="2753"/>
                </a:lnTo>
                <a:lnTo>
                  <a:pt x="4152" y="2754"/>
                </a:lnTo>
                <a:lnTo>
                  <a:pt x="4151" y="2755"/>
                </a:lnTo>
                <a:lnTo>
                  <a:pt x="4152" y="2756"/>
                </a:lnTo>
                <a:lnTo>
                  <a:pt x="4153" y="2757"/>
                </a:lnTo>
                <a:lnTo>
                  <a:pt x="4154" y="2757"/>
                </a:lnTo>
                <a:lnTo>
                  <a:pt x="4155" y="2758"/>
                </a:lnTo>
                <a:lnTo>
                  <a:pt x="4155" y="2759"/>
                </a:lnTo>
                <a:lnTo>
                  <a:pt x="4155" y="2760"/>
                </a:lnTo>
                <a:lnTo>
                  <a:pt x="4155" y="2761"/>
                </a:lnTo>
                <a:lnTo>
                  <a:pt x="4155" y="2762"/>
                </a:lnTo>
                <a:lnTo>
                  <a:pt x="4155" y="2761"/>
                </a:lnTo>
                <a:lnTo>
                  <a:pt x="4155" y="2760"/>
                </a:lnTo>
                <a:lnTo>
                  <a:pt x="4156" y="2760"/>
                </a:lnTo>
                <a:lnTo>
                  <a:pt x="4156" y="2759"/>
                </a:lnTo>
                <a:lnTo>
                  <a:pt x="4157" y="2759"/>
                </a:lnTo>
                <a:lnTo>
                  <a:pt x="4157" y="2758"/>
                </a:lnTo>
                <a:lnTo>
                  <a:pt x="4158" y="2758"/>
                </a:lnTo>
                <a:lnTo>
                  <a:pt x="4159" y="2757"/>
                </a:lnTo>
                <a:lnTo>
                  <a:pt x="4160" y="2757"/>
                </a:lnTo>
                <a:lnTo>
                  <a:pt x="4161" y="2757"/>
                </a:lnTo>
                <a:lnTo>
                  <a:pt x="4161" y="2756"/>
                </a:lnTo>
                <a:lnTo>
                  <a:pt x="4162" y="2756"/>
                </a:lnTo>
                <a:lnTo>
                  <a:pt x="4163" y="2757"/>
                </a:lnTo>
                <a:lnTo>
                  <a:pt x="4164" y="2757"/>
                </a:lnTo>
                <a:lnTo>
                  <a:pt x="4165" y="2757"/>
                </a:lnTo>
                <a:lnTo>
                  <a:pt x="4166" y="2756"/>
                </a:lnTo>
                <a:lnTo>
                  <a:pt x="4167" y="2757"/>
                </a:lnTo>
                <a:lnTo>
                  <a:pt x="4168" y="2757"/>
                </a:lnTo>
                <a:lnTo>
                  <a:pt x="4168" y="2758"/>
                </a:lnTo>
                <a:lnTo>
                  <a:pt x="4169" y="2758"/>
                </a:lnTo>
                <a:lnTo>
                  <a:pt x="4169" y="2759"/>
                </a:lnTo>
                <a:lnTo>
                  <a:pt x="4170" y="2759"/>
                </a:lnTo>
                <a:lnTo>
                  <a:pt x="4171" y="2760"/>
                </a:lnTo>
                <a:lnTo>
                  <a:pt x="4172" y="2760"/>
                </a:lnTo>
                <a:lnTo>
                  <a:pt x="4172" y="2761"/>
                </a:lnTo>
                <a:lnTo>
                  <a:pt x="4171" y="2761"/>
                </a:lnTo>
                <a:lnTo>
                  <a:pt x="4172" y="2761"/>
                </a:lnTo>
                <a:lnTo>
                  <a:pt x="4172" y="2762"/>
                </a:lnTo>
                <a:lnTo>
                  <a:pt x="4173" y="2762"/>
                </a:lnTo>
                <a:lnTo>
                  <a:pt x="4173" y="2763"/>
                </a:lnTo>
                <a:lnTo>
                  <a:pt x="4172" y="2763"/>
                </a:lnTo>
                <a:lnTo>
                  <a:pt x="4172" y="2762"/>
                </a:lnTo>
                <a:lnTo>
                  <a:pt x="4171" y="2762"/>
                </a:lnTo>
                <a:lnTo>
                  <a:pt x="4171" y="2761"/>
                </a:lnTo>
                <a:lnTo>
                  <a:pt x="4170" y="2762"/>
                </a:lnTo>
                <a:lnTo>
                  <a:pt x="4170" y="2763"/>
                </a:lnTo>
                <a:lnTo>
                  <a:pt x="4169" y="2763"/>
                </a:lnTo>
                <a:lnTo>
                  <a:pt x="4169" y="2764"/>
                </a:lnTo>
                <a:lnTo>
                  <a:pt x="4170" y="2764"/>
                </a:lnTo>
                <a:lnTo>
                  <a:pt x="4170" y="2763"/>
                </a:lnTo>
                <a:lnTo>
                  <a:pt x="4171" y="2763"/>
                </a:lnTo>
                <a:lnTo>
                  <a:pt x="4171" y="2764"/>
                </a:lnTo>
                <a:lnTo>
                  <a:pt x="4172" y="2764"/>
                </a:lnTo>
                <a:lnTo>
                  <a:pt x="4171" y="2764"/>
                </a:lnTo>
                <a:lnTo>
                  <a:pt x="4171" y="2765"/>
                </a:lnTo>
                <a:lnTo>
                  <a:pt x="4171" y="2766"/>
                </a:lnTo>
                <a:lnTo>
                  <a:pt x="4170" y="2766"/>
                </a:lnTo>
                <a:lnTo>
                  <a:pt x="4171" y="2766"/>
                </a:lnTo>
                <a:lnTo>
                  <a:pt x="4172" y="2766"/>
                </a:lnTo>
                <a:lnTo>
                  <a:pt x="4172" y="2767"/>
                </a:lnTo>
                <a:lnTo>
                  <a:pt x="4173" y="2767"/>
                </a:lnTo>
                <a:lnTo>
                  <a:pt x="4173" y="2768"/>
                </a:lnTo>
                <a:lnTo>
                  <a:pt x="4172" y="2768"/>
                </a:lnTo>
                <a:lnTo>
                  <a:pt x="4171" y="2768"/>
                </a:lnTo>
                <a:lnTo>
                  <a:pt x="4171" y="2769"/>
                </a:lnTo>
                <a:lnTo>
                  <a:pt x="4172" y="2769"/>
                </a:lnTo>
                <a:lnTo>
                  <a:pt x="4173" y="2769"/>
                </a:lnTo>
                <a:lnTo>
                  <a:pt x="4173" y="2770"/>
                </a:lnTo>
                <a:lnTo>
                  <a:pt x="4174" y="2770"/>
                </a:lnTo>
                <a:lnTo>
                  <a:pt x="4173" y="2771"/>
                </a:lnTo>
                <a:lnTo>
                  <a:pt x="4174" y="2771"/>
                </a:lnTo>
                <a:lnTo>
                  <a:pt x="4175" y="2771"/>
                </a:lnTo>
                <a:lnTo>
                  <a:pt x="4174" y="2771"/>
                </a:lnTo>
                <a:lnTo>
                  <a:pt x="4174" y="2772"/>
                </a:lnTo>
                <a:lnTo>
                  <a:pt x="4175" y="2772"/>
                </a:lnTo>
                <a:lnTo>
                  <a:pt x="4175" y="2773"/>
                </a:lnTo>
                <a:lnTo>
                  <a:pt x="4176" y="2773"/>
                </a:lnTo>
                <a:lnTo>
                  <a:pt x="4176" y="2774"/>
                </a:lnTo>
                <a:lnTo>
                  <a:pt x="4175" y="2774"/>
                </a:lnTo>
                <a:lnTo>
                  <a:pt x="4174" y="2775"/>
                </a:lnTo>
                <a:lnTo>
                  <a:pt x="4174" y="2774"/>
                </a:lnTo>
                <a:lnTo>
                  <a:pt x="4173" y="2774"/>
                </a:lnTo>
                <a:lnTo>
                  <a:pt x="4173" y="2775"/>
                </a:lnTo>
                <a:lnTo>
                  <a:pt x="4173" y="2776"/>
                </a:lnTo>
                <a:lnTo>
                  <a:pt x="4172" y="2776"/>
                </a:lnTo>
                <a:lnTo>
                  <a:pt x="4173" y="2776"/>
                </a:lnTo>
                <a:lnTo>
                  <a:pt x="4173" y="2777"/>
                </a:lnTo>
                <a:lnTo>
                  <a:pt x="4172" y="2777"/>
                </a:lnTo>
                <a:lnTo>
                  <a:pt x="4171" y="2777"/>
                </a:lnTo>
                <a:lnTo>
                  <a:pt x="4170" y="2777"/>
                </a:lnTo>
                <a:lnTo>
                  <a:pt x="4170" y="2778"/>
                </a:lnTo>
                <a:lnTo>
                  <a:pt x="4170" y="2777"/>
                </a:lnTo>
                <a:lnTo>
                  <a:pt x="4169" y="2777"/>
                </a:lnTo>
                <a:lnTo>
                  <a:pt x="4170" y="2776"/>
                </a:lnTo>
                <a:lnTo>
                  <a:pt x="4171" y="2776"/>
                </a:lnTo>
                <a:lnTo>
                  <a:pt x="4171" y="2775"/>
                </a:lnTo>
                <a:lnTo>
                  <a:pt x="4170" y="2774"/>
                </a:lnTo>
                <a:lnTo>
                  <a:pt x="4169" y="2774"/>
                </a:lnTo>
                <a:lnTo>
                  <a:pt x="4168" y="2773"/>
                </a:lnTo>
                <a:lnTo>
                  <a:pt x="4168" y="2774"/>
                </a:lnTo>
                <a:lnTo>
                  <a:pt x="4166" y="2774"/>
                </a:lnTo>
                <a:lnTo>
                  <a:pt x="4164" y="2772"/>
                </a:lnTo>
                <a:lnTo>
                  <a:pt x="4163" y="2772"/>
                </a:lnTo>
                <a:lnTo>
                  <a:pt x="4162" y="2771"/>
                </a:lnTo>
                <a:lnTo>
                  <a:pt x="4160" y="2770"/>
                </a:lnTo>
                <a:lnTo>
                  <a:pt x="4158" y="2770"/>
                </a:lnTo>
                <a:lnTo>
                  <a:pt x="4157" y="2771"/>
                </a:lnTo>
                <a:lnTo>
                  <a:pt x="4156" y="2772"/>
                </a:lnTo>
                <a:lnTo>
                  <a:pt x="4157" y="2773"/>
                </a:lnTo>
                <a:lnTo>
                  <a:pt x="4157" y="2774"/>
                </a:lnTo>
                <a:lnTo>
                  <a:pt x="4158" y="2775"/>
                </a:lnTo>
                <a:lnTo>
                  <a:pt x="4159" y="2774"/>
                </a:lnTo>
                <a:lnTo>
                  <a:pt x="4160" y="2774"/>
                </a:lnTo>
                <a:lnTo>
                  <a:pt x="4161" y="2776"/>
                </a:lnTo>
                <a:lnTo>
                  <a:pt x="4161" y="2777"/>
                </a:lnTo>
                <a:lnTo>
                  <a:pt x="4161" y="2778"/>
                </a:lnTo>
                <a:lnTo>
                  <a:pt x="4160" y="2778"/>
                </a:lnTo>
                <a:lnTo>
                  <a:pt x="4160" y="2779"/>
                </a:lnTo>
                <a:lnTo>
                  <a:pt x="4160" y="2780"/>
                </a:lnTo>
                <a:lnTo>
                  <a:pt x="4161" y="2780"/>
                </a:lnTo>
                <a:lnTo>
                  <a:pt x="4161" y="2781"/>
                </a:lnTo>
                <a:lnTo>
                  <a:pt x="4161" y="2782"/>
                </a:lnTo>
                <a:lnTo>
                  <a:pt x="4161" y="2783"/>
                </a:lnTo>
                <a:lnTo>
                  <a:pt x="4162" y="2784"/>
                </a:lnTo>
                <a:lnTo>
                  <a:pt x="4163" y="2784"/>
                </a:lnTo>
                <a:lnTo>
                  <a:pt x="4164" y="2784"/>
                </a:lnTo>
                <a:lnTo>
                  <a:pt x="4165" y="2783"/>
                </a:lnTo>
                <a:lnTo>
                  <a:pt x="4166" y="2783"/>
                </a:lnTo>
                <a:lnTo>
                  <a:pt x="4167" y="2783"/>
                </a:lnTo>
                <a:lnTo>
                  <a:pt x="4167" y="2782"/>
                </a:lnTo>
                <a:lnTo>
                  <a:pt x="4168" y="2782"/>
                </a:lnTo>
                <a:lnTo>
                  <a:pt x="4168" y="2783"/>
                </a:lnTo>
                <a:lnTo>
                  <a:pt x="4167" y="2783"/>
                </a:lnTo>
                <a:lnTo>
                  <a:pt x="4168" y="2783"/>
                </a:lnTo>
                <a:lnTo>
                  <a:pt x="4169" y="2781"/>
                </a:lnTo>
                <a:lnTo>
                  <a:pt x="4170" y="2781"/>
                </a:lnTo>
                <a:lnTo>
                  <a:pt x="4171" y="2781"/>
                </a:lnTo>
                <a:lnTo>
                  <a:pt x="4171" y="2780"/>
                </a:lnTo>
                <a:lnTo>
                  <a:pt x="4172" y="2779"/>
                </a:lnTo>
                <a:lnTo>
                  <a:pt x="4173" y="2779"/>
                </a:lnTo>
                <a:lnTo>
                  <a:pt x="4173" y="2778"/>
                </a:lnTo>
                <a:lnTo>
                  <a:pt x="4174" y="2778"/>
                </a:lnTo>
                <a:lnTo>
                  <a:pt x="4174" y="2777"/>
                </a:lnTo>
                <a:lnTo>
                  <a:pt x="4174" y="2776"/>
                </a:lnTo>
                <a:lnTo>
                  <a:pt x="4175" y="2776"/>
                </a:lnTo>
                <a:lnTo>
                  <a:pt x="4176" y="2776"/>
                </a:lnTo>
                <a:lnTo>
                  <a:pt x="4176" y="2777"/>
                </a:lnTo>
                <a:lnTo>
                  <a:pt x="4177" y="2777"/>
                </a:lnTo>
                <a:lnTo>
                  <a:pt x="4177" y="2778"/>
                </a:lnTo>
                <a:lnTo>
                  <a:pt x="4178" y="2778"/>
                </a:lnTo>
                <a:lnTo>
                  <a:pt x="4178" y="2779"/>
                </a:lnTo>
                <a:lnTo>
                  <a:pt x="4177" y="2779"/>
                </a:lnTo>
                <a:lnTo>
                  <a:pt x="4177" y="2780"/>
                </a:lnTo>
                <a:lnTo>
                  <a:pt x="4178" y="2780"/>
                </a:lnTo>
                <a:lnTo>
                  <a:pt x="4179" y="2780"/>
                </a:lnTo>
                <a:lnTo>
                  <a:pt x="4179" y="2781"/>
                </a:lnTo>
                <a:lnTo>
                  <a:pt x="4180" y="2781"/>
                </a:lnTo>
                <a:lnTo>
                  <a:pt x="4179" y="2782"/>
                </a:lnTo>
                <a:lnTo>
                  <a:pt x="4178" y="2782"/>
                </a:lnTo>
                <a:lnTo>
                  <a:pt x="4178" y="2783"/>
                </a:lnTo>
                <a:lnTo>
                  <a:pt x="4178" y="2784"/>
                </a:lnTo>
                <a:lnTo>
                  <a:pt x="4180" y="2784"/>
                </a:lnTo>
                <a:lnTo>
                  <a:pt x="4181" y="2783"/>
                </a:lnTo>
                <a:lnTo>
                  <a:pt x="4182" y="2783"/>
                </a:lnTo>
                <a:lnTo>
                  <a:pt x="4182" y="2784"/>
                </a:lnTo>
                <a:lnTo>
                  <a:pt x="4181" y="2784"/>
                </a:lnTo>
                <a:lnTo>
                  <a:pt x="4182" y="2784"/>
                </a:lnTo>
                <a:lnTo>
                  <a:pt x="4183" y="2784"/>
                </a:lnTo>
                <a:lnTo>
                  <a:pt x="4183" y="2783"/>
                </a:lnTo>
                <a:lnTo>
                  <a:pt x="4184" y="2783"/>
                </a:lnTo>
                <a:lnTo>
                  <a:pt x="4185" y="2782"/>
                </a:lnTo>
                <a:lnTo>
                  <a:pt x="4186" y="2781"/>
                </a:lnTo>
                <a:lnTo>
                  <a:pt x="4187" y="2781"/>
                </a:lnTo>
                <a:lnTo>
                  <a:pt x="4187" y="2782"/>
                </a:lnTo>
                <a:lnTo>
                  <a:pt x="4186" y="2782"/>
                </a:lnTo>
                <a:lnTo>
                  <a:pt x="4186" y="2783"/>
                </a:lnTo>
                <a:lnTo>
                  <a:pt x="4185" y="2783"/>
                </a:lnTo>
                <a:lnTo>
                  <a:pt x="4185" y="2784"/>
                </a:lnTo>
                <a:lnTo>
                  <a:pt x="4184" y="2784"/>
                </a:lnTo>
                <a:lnTo>
                  <a:pt x="4183" y="2785"/>
                </a:lnTo>
                <a:lnTo>
                  <a:pt x="4183" y="2786"/>
                </a:lnTo>
                <a:lnTo>
                  <a:pt x="4182" y="2786"/>
                </a:lnTo>
                <a:lnTo>
                  <a:pt x="4182" y="2787"/>
                </a:lnTo>
                <a:lnTo>
                  <a:pt x="4181" y="2787"/>
                </a:lnTo>
                <a:lnTo>
                  <a:pt x="4181" y="2786"/>
                </a:lnTo>
                <a:lnTo>
                  <a:pt x="4180" y="2786"/>
                </a:lnTo>
                <a:lnTo>
                  <a:pt x="4180" y="2787"/>
                </a:lnTo>
                <a:lnTo>
                  <a:pt x="4179" y="2787"/>
                </a:lnTo>
                <a:lnTo>
                  <a:pt x="4179" y="2788"/>
                </a:lnTo>
                <a:lnTo>
                  <a:pt x="4179" y="2787"/>
                </a:lnTo>
                <a:lnTo>
                  <a:pt x="4179" y="2786"/>
                </a:lnTo>
                <a:lnTo>
                  <a:pt x="4178" y="2786"/>
                </a:lnTo>
                <a:lnTo>
                  <a:pt x="4177" y="2786"/>
                </a:lnTo>
                <a:lnTo>
                  <a:pt x="4177" y="2785"/>
                </a:lnTo>
                <a:lnTo>
                  <a:pt x="4176" y="2785"/>
                </a:lnTo>
                <a:lnTo>
                  <a:pt x="4176" y="2786"/>
                </a:lnTo>
                <a:lnTo>
                  <a:pt x="4175" y="2786"/>
                </a:lnTo>
                <a:lnTo>
                  <a:pt x="4174" y="2786"/>
                </a:lnTo>
                <a:lnTo>
                  <a:pt x="4172" y="2788"/>
                </a:lnTo>
                <a:lnTo>
                  <a:pt x="4172" y="2789"/>
                </a:lnTo>
                <a:lnTo>
                  <a:pt x="4173" y="2789"/>
                </a:lnTo>
                <a:lnTo>
                  <a:pt x="4174" y="2789"/>
                </a:lnTo>
                <a:lnTo>
                  <a:pt x="4174" y="2790"/>
                </a:lnTo>
                <a:lnTo>
                  <a:pt x="4173" y="2791"/>
                </a:lnTo>
                <a:lnTo>
                  <a:pt x="4172" y="2791"/>
                </a:lnTo>
                <a:lnTo>
                  <a:pt x="4172" y="2790"/>
                </a:lnTo>
                <a:lnTo>
                  <a:pt x="4172" y="2789"/>
                </a:lnTo>
                <a:lnTo>
                  <a:pt x="4170" y="2789"/>
                </a:lnTo>
                <a:lnTo>
                  <a:pt x="4169" y="2789"/>
                </a:lnTo>
                <a:lnTo>
                  <a:pt x="4169" y="2790"/>
                </a:lnTo>
                <a:lnTo>
                  <a:pt x="4168" y="2790"/>
                </a:lnTo>
                <a:lnTo>
                  <a:pt x="4169" y="2790"/>
                </a:lnTo>
                <a:lnTo>
                  <a:pt x="4168" y="2790"/>
                </a:lnTo>
                <a:lnTo>
                  <a:pt x="4167" y="2790"/>
                </a:lnTo>
                <a:lnTo>
                  <a:pt x="4166" y="2791"/>
                </a:lnTo>
                <a:lnTo>
                  <a:pt x="4165" y="2791"/>
                </a:lnTo>
                <a:lnTo>
                  <a:pt x="4164" y="2791"/>
                </a:lnTo>
                <a:lnTo>
                  <a:pt x="4163" y="2791"/>
                </a:lnTo>
                <a:lnTo>
                  <a:pt x="4161" y="2792"/>
                </a:lnTo>
                <a:lnTo>
                  <a:pt x="4160" y="2791"/>
                </a:lnTo>
                <a:lnTo>
                  <a:pt x="4159" y="2791"/>
                </a:lnTo>
                <a:lnTo>
                  <a:pt x="4159" y="2792"/>
                </a:lnTo>
                <a:lnTo>
                  <a:pt x="4158" y="2792"/>
                </a:lnTo>
                <a:lnTo>
                  <a:pt x="4158" y="2793"/>
                </a:lnTo>
                <a:lnTo>
                  <a:pt x="4159" y="2793"/>
                </a:lnTo>
                <a:lnTo>
                  <a:pt x="4160" y="2793"/>
                </a:lnTo>
                <a:lnTo>
                  <a:pt x="4160" y="2794"/>
                </a:lnTo>
                <a:lnTo>
                  <a:pt x="4161" y="2794"/>
                </a:lnTo>
                <a:lnTo>
                  <a:pt x="4161" y="2795"/>
                </a:lnTo>
                <a:lnTo>
                  <a:pt x="4162" y="2795"/>
                </a:lnTo>
                <a:lnTo>
                  <a:pt x="4162" y="2796"/>
                </a:lnTo>
                <a:lnTo>
                  <a:pt x="4161" y="2796"/>
                </a:lnTo>
                <a:lnTo>
                  <a:pt x="4160" y="2796"/>
                </a:lnTo>
                <a:lnTo>
                  <a:pt x="4160" y="2797"/>
                </a:lnTo>
                <a:lnTo>
                  <a:pt x="4160" y="2798"/>
                </a:lnTo>
                <a:lnTo>
                  <a:pt x="4159" y="2799"/>
                </a:lnTo>
                <a:lnTo>
                  <a:pt x="4158" y="2799"/>
                </a:lnTo>
                <a:lnTo>
                  <a:pt x="4157" y="2800"/>
                </a:lnTo>
                <a:lnTo>
                  <a:pt x="4157" y="2801"/>
                </a:lnTo>
                <a:lnTo>
                  <a:pt x="4156" y="2801"/>
                </a:lnTo>
                <a:lnTo>
                  <a:pt x="4155" y="2801"/>
                </a:lnTo>
                <a:lnTo>
                  <a:pt x="4155" y="2802"/>
                </a:lnTo>
                <a:lnTo>
                  <a:pt x="4155" y="2803"/>
                </a:lnTo>
                <a:lnTo>
                  <a:pt x="4155" y="2804"/>
                </a:lnTo>
                <a:lnTo>
                  <a:pt x="4156" y="2805"/>
                </a:lnTo>
                <a:lnTo>
                  <a:pt x="4154" y="2806"/>
                </a:lnTo>
                <a:lnTo>
                  <a:pt x="4153" y="2805"/>
                </a:lnTo>
                <a:lnTo>
                  <a:pt x="4152" y="2806"/>
                </a:lnTo>
                <a:lnTo>
                  <a:pt x="4151" y="2806"/>
                </a:lnTo>
                <a:lnTo>
                  <a:pt x="4150" y="2807"/>
                </a:lnTo>
                <a:lnTo>
                  <a:pt x="4150" y="2808"/>
                </a:lnTo>
                <a:lnTo>
                  <a:pt x="4148" y="2810"/>
                </a:lnTo>
                <a:lnTo>
                  <a:pt x="4147" y="2811"/>
                </a:lnTo>
                <a:lnTo>
                  <a:pt x="4147" y="2812"/>
                </a:lnTo>
                <a:lnTo>
                  <a:pt x="4147" y="2813"/>
                </a:lnTo>
                <a:lnTo>
                  <a:pt x="4146" y="2814"/>
                </a:lnTo>
                <a:lnTo>
                  <a:pt x="4146" y="2816"/>
                </a:lnTo>
                <a:lnTo>
                  <a:pt x="4146" y="2817"/>
                </a:lnTo>
                <a:lnTo>
                  <a:pt x="4145" y="2818"/>
                </a:lnTo>
                <a:lnTo>
                  <a:pt x="4146" y="2818"/>
                </a:lnTo>
                <a:lnTo>
                  <a:pt x="4146" y="2817"/>
                </a:lnTo>
                <a:lnTo>
                  <a:pt x="4147" y="2817"/>
                </a:lnTo>
                <a:lnTo>
                  <a:pt x="4147" y="2816"/>
                </a:lnTo>
                <a:lnTo>
                  <a:pt x="4147" y="2815"/>
                </a:lnTo>
                <a:lnTo>
                  <a:pt x="4147" y="2814"/>
                </a:lnTo>
                <a:lnTo>
                  <a:pt x="4148" y="2813"/>
                </a:lnTo>
                <a:lnTo>
                  <a:pt x="4148" y="2812"/>
                </a:lnTo>
                <a:lnTo>
                  <a:pt x="4149" y="2812"/>
                </a:lnTo>
                <a:lnTo>
                  <a:pt x="4150" y="2812"/>
                </a:lnTo>
                <a:lnTo>
                  <a:pt x="4151" y="2813"/>
                </a:lnTo>
                <a:lnTo>
                  <a:pt x="4151" y="2814"/>
                </a:lnTo>
                <a:lnTo>
                  <a:pt x="4153" y="2815"/>
                </a:lnTo>
                <a:lnTo>
                  <a:pt x="4154" y="2815"/>
                </a:lnTo>
                <a:lnTo>
                  <a:pt x="4154" y="2814"/>
                </a:lnTo>
                <a:lnTo>
                  <a:pt x="4155" y="2814"/>
                </a:lnTo>
                <a:lnTo>
                  <a:pt x="4155" y="2815"/>
                </a:lnTo>
                <a:lnTo>
                  <a:pt x="4156" y="2815"/>
                </a:lnTo>
                <a:lnTo>
                  <a:pt x="4156" y="2816"/>
                </a:lnTo>
                <a:lnTo>
                  <a:pt x="4157" y="2817"/>
                </a:lnTo>
                <a:lnTo>
                  <a:pt x="4157" y="2816"/>
                </a:lnTo>
                <a:lnTo>
                  <a:pt x="4161" y="2818"/>
                </a:lnTo>
                <a:lnTo>
                  <a:pt x="4162" y="2818"/>
                </a:lnTo>
                <a:lnTo>
                  <a:pt x="4162" y="2817"/>
                </a:lnTo>
                <a:lnTo>
                  <a:pt x="4163" y="2817"/>
                </a:lnTo>
                <a:lnTo>
                  <a:pt x="4164" y="2817"/>
                </a:lnTo>
                <a:lnTo>
                  <a:pt x="4165" y="2818"/>
                </a:lnTo>
                <a:lnTo>
                  <a:pt x="4166" y="2818"/>
                </a:lnTo>
                <a:lnTo>
                  <a:pt x="4166" y="2819"/>
                </a:lnTo>
                <a:lnTo>
                  <a:pt x="4165" y="2819"/>
                </a:lnTo>
                <a:lnTo>
                  <a:pt x="4164" y="2823"/>
                </a:lnTo>
                <a:lnTo>
                  <a:pt x="4164" y="2824"/>
                </a:lnTo>
                <a:lnTo>
                  <a:pt x="4163" y="2824"/>
                </a:lnTo>
                <a:lnTo>
                  <a:pt x="4163" y="2825"/>
                </a:lnTo>
                <a:lnTo>
                  <a:pt x="4163" y="2826"/>
                </a:lnTo>
                <a:lnTo>
                  <a:pt x="4163" y="2828"/>
                </a:lnTo>
                <a:lnTo>
                  <a:pt x="4162" y="2828"/>
                </a:lnTo>
                <a:lnTo>
                  <a:pt x="4162" y="2829"/>
                </a:lnTo>
                <a:lnTo>
                  <a:pt x="4161" y="2829"/>
                </a:lnTo>
                <a:lnTo>
                  <a:pt x="4160" y="2829"/>
                </a:lnTo>
                <a:lnTo>
                  <a:pt x="4159" y="2829"/>
                </a:lnTo>
                <a:lnTo>
                  <a:pt x="4158" y="2829"/>
                </a:lnTo>
                <a:lnTo>
                  <a:pt x="4158" y="2830"/>
                </a:lnTo>
                <a:lnTo>
                  <a:pt x="4157" y="2831"/>
                </a:lnTo>
                <a:lnTo>
                  <a:pt x="4157" y="2832"/>
                </a:lnTo>
                <a:lnTo>
                  <a:pt x="4156" y="2834"/>
                </a:lnTo>
                <a:lnTo>
                  <a:pt x="4157" y="2835"/>
                </a:lnTo>
                <a:lnTo>
                  <a:pt x="4157" y="2836"/>
                </a:lnTo>
                <a:lnTo>
                  <a:pt x="4156" y="2837"/>
                </a:lnTo>
                <a:lnTo>
                  <a:pt x="4156" y="2838"/>
                </a:lnTo>
                <a:lnTo>
                  <a:pt x="4156" y="2839"/>
                </a:lnTo>
                <a:lnTo>
                  <a:pt x="4156" y="2840"/>
                </a:lnTo>
                <a:lnTo>
                  <a:pt x="4157" y="2841"/>
                </a:lnTo>
                <a:lnTo>
                  <a:pt x="4157" y="2842"/>
                </a:lnTo>
                <a:lnTo>
                  <a:pt x="4156" y="2842"/>
                </a:lnTo>
                <a:lnTo>
                  <a:pt x="4157" y="2843"/>
                </a:lnTo>
                <a:lnTo>
                  <a:pt x="4158" y="2844"/>
                </a:lnTo>
                <a:lnTo>
                  <a:pt x="4158" y="2845"/>
                </a:lnTo>
                <a:lnTo>
                  <a:pt x="4157" y="2845"/>
                </a:lnTo>
                <a:lnTo>
                  <a:pt x="4157" y="2846"/>
                </a:lnTo>
                <a:lnTo>
                  <a:pt x="4156" y="2846"/>
                </a:lnTo>
                <a:lnTo>
                  <a:pt x="4156" y="2847"/>
                </a:lnTo>
                <a:lnTo>
                  <a:pt x="4155" y="2847"/>
                </a:lnTo>
                <a:lnTo>
                  <a:pt x="4155" y="2848"/>
                </a:lnTo>
                <a:lnTo>
                  <a:pt x="4155" y="2849"/>
                </a:lnTo>
                <a:lnTo>
                  <a:pt x="4155" y="2850"/>
                </a:lnTo>
                <a:lnTo>
                  <a:pt x="4155" y="2851"/>
                </a:lnTo>
                <a:lnTo>
                  <a:pt x="4154" y="2851"/>
                </a:lnTo>
                <a:lnTo>
                  <a:pt x="4153" y="2851"/>
                </a:lnTo>
                <a:lnTo>
                  <a:pt x="4151" y="2851"/>
                </a:lnTo>
                <a:lnTo>
                  <a:pt x="4150" y="2851"/>
                </a:lnTo>
                <a:lnTo>
                  <a:pt x="4148" y="2851"/>
                </a:lnTo>
                <a:lnTo>
                  <a:pt x="4147" y="2852"/>
                </a:lnTo>
                <a:lnTo>
                  <a:pt x="4146" y="2852"/>
                </a:lnTo>
                <a:lnTo>
                  <a:pt x="4145" y="2852"/>
                </a:lnTo>
                <a:lnTo>
                  <a:pt x="4144" y="2852"/>
                </a:lnTo>
                <a:lnTo>
                  <a:pt x="4145" y="2853"/>
                </a:lnTo>
                <a:lnTo>
                  <a:pt x="4144" y="2853"/>
                </a:lnTo>
                <a:lnTo>
                  <a:pt x="4143" y="2853"/>
                </a:lnTo>
                <a:lnTo>
                  <a:pt x="4143" y="2854"/>
                </a:lnTo>
                <a:lnTo>
                  <a:pt x="4143" y="2856"/>
                </a:lnTo>
                <a:lnTo>
                  <a:pt x="4143" y="2855"/>
                </a:lnTo>
                <a:lnTo>
                  <a:pt x="4143" y="2856"/>
                </a:lnTo>
                <a:lnTo>
                  <a:pt x="4144" y="2856"/>
                </a:lnTo>
                <a:lnTo>
                  <a:pt x="4143" y="2856"/>
                </a:lnTo>
                <a:lnTo>
                  <a:pt x="4143" y="2857"/>
                </a:lnTo>
                <a:lnTo>
                  <a:pt x="4144" y="2857"/>
                </a:lnTo>
                <a:lnTo>
                  <a:pt x="4145" y="2857"/>
                </a:lnTo>
                <a:lnTo>
                  <a:pt x="4146" y="2858"/>
                </a:lnTo>
                <a:lnTo>
                  <a:pt x="4147" y="2857"/>
                </a:lnTo>
                <a:lnTo>
                  <a:pt x="4148" y="2858"/>
                </a:lnTo>
                <a:lnTo>
                  <a:pt x="4149" y="2858"/>
                </a:lnTo>
                <a:lnTo>
                  <a:pt x="4149" y="2857"/>
                </a:lnTo>
                <a:lnTo>
                  <a:pt x="4149" y="2858"/>
                </a:lnTo>
                <a:lnTo>
                  <a:pt x="4150" y="2859"/>
                </a:lnTo>
                <a:lnTo>
                  <a:pt x="4149" y="2860"/>
                </a:lnTo>
                <a:lnTo>
                  <a:pt x="4149" y="2861"/>
                </a:lnTo>
                <a:lnTo>
                  <a:pt x="4149" y="2862"/>
                </a:lnTo>
                <a:lnTo>
                  <a:pt x="4150" y="2862"/>
                </a:lnTo>
                <a:lnTo>
                  <a:pt x="4151" y="2862"/>
                </a:lnTo>
                <a:lnTo>
                  <a:pt x="4152" y="2862"/>
                </a:lnTo>
                <a:lnTo>
                  <a:pt x="4153" y="2862"/>
                </a:lnTo>
                <a:lnTo>
                  <a:pt x="4154" y="2861"/>
                </a:lnTo>
                <a:lnTo>
                  <a:pt x="4154" y="2862"/>
                </a:lnTo>
                <a:lnTo>
                  <a:pt x="4154" y="2863"/>
                </a:lnTo>
                <a:lnTo>
                  <a:pt x="4155" y="2864"/>
                </a:lnTo>
                <a:lnTo>
                  <a:pt x="4155" y="2863"/>
                </a:lnTo>
                <a:lnTo>
                  <a:pt x="4156" y="2864"/>
                </a:lnTo>
                <a:lnTo>
                  <a:pt x="4156" y="2865"/>
                </a:lnTo>
                <a:lnTo>
                  <a:pt x="4156" y="2866"/>
                </a:lnTo>
                <a:lnTo>
                  <a:pt x="4156" y="2867"/>
                </a:lnTo>
                <a:lnTo>
                  <a:pt x="4155" y="2867"/>
                </a:lnTo>
                <a:lnTo>
                  <a:pt x="4155" y="2868"/>
                </a:lnTo>
                <a:lnTo>
                  <a:pt x="4155" y="2869"/>
                </a:lnTo>
                <a:lnTo>
                  <a:pt x="4156" y="2869"/>
                </a:lnTo>
                <a:lnTo>
                  <a:pt x="4155" y="2870"/>
                </a:lnTo>
                <a:lnTo>
                  <a:pt x="4155" y="2871"/>
                </a:lnTo>
                <a:lnTo>
                  <a:pt x="4156" y="2871"/>
                </a:lnTo>
                <a:lnTo>
                  <a:pt x="4157" y="2871"/>
                </a:lnTo>
                <a:lnTo>
                  <a:pt x="4157" y="2872"/>
                </a:lnTo>
                <a:lnTo>
                  <a:pt x="4156" y="2872"/>
                </a:lnTo>
                <a:lnTo>
                  <a:pt x="4155" y="2872"/>
                </a:lnTo>
                <a:lnTo>
                  <a:pt x="4156" y="2874"/>
                </a:lnTo>
                <a:lnTo>
                  <a:pt x="4157" y="2874"/>
                </a:lnTo>
                <a:lnTo>
                  <a:pt x="4158" y="2874"/>
                </a:lnTo>
                <a:lnTo>
                  <a:pt x="4159" y="2874"/>
                </a:lnTo>
                <a:lnTo>
                  <a:pt x="4158" y="2873"/>
                </a:lnTo>
                <a:lnTo>
                  <a:pt x="4159" y="2873"/>
                </a:lnTo>
                <a:lnTo>
                  <a:pt x="4159" y="2874"/>
                </a:lnTo>
                <a:lnTo>
                  <a:pt x="4158" y="2876"/>
                </a:lnTo>
                <a:lnTo>
                  <a:pt x="4157" y="2876"/>
                </a:lnTo>
                <a:lnTo>
                  <a:pt x="4156" y="2877"/>
                </a:lnTo>
                <a:lnTo>
                  <a:pt x="4156" y="2878"/>
                </a:lnTo>
                <a:lnTo>
                  <a:pt x="4156" y="2877"/>
                </a:lnTo>
                <a:lnTo>
                  <a:pt x="4157" y="2877"/>
                </a:lnTo>
                <a:lnTo>
                  <a:pt x="4157" y="2878"/>
                </a:lnTo>
                <a:lnTo>
                  <a:pt x="4158" y="2878"/>
                </a:lnTo>
                <a:lnTo>
                  <a:pt x="4159" y="2877"/>
                </a:lnTo>
                <a:lnTo>
                  <a:pt x="4160" y="2878"/>
                </a:lnTo>
                <a:lnTo>
                  <a:pt x="4160" y="2879"/>
                </a:lnTo>
                <a:lnTo>
                  <a:pt x="4160" y="2880"/>
                </a:lnTo>
                <a:lnTo>
                  <a:pt x="4160" y="2881"/>
                </a:lnTo>
                <a:lnTo>
                  <a:pt x="4160" y="2882"/>
                </a:lnTo>
                <a:lnTo>
                  <a:pt x="4160" y="2883"/>
                </a:lnTo>
                <a:lnTo>
                  <a:pt x="4161" y="2883"/>
                </a:lnTo>
                <a:lnTo>
                  <a:pt x="4160" y="2883"/>
                </a:lnTo>
                <a:lnTo>
                  <a:pt x="4160" y="2884"/>
                </a:lnTo>
                <a:lnTo>
                  <a:pt x="4159" y="2883"/>
                </a:lnTo>
                <a:lnTo>
                  <a:pt x="4159" y="2884"/>
                </a:lnTo>
                <a:lnTo>
                  <a:pt x="4158" y="2884"/>
                </a:lnTo>
                <a:lnTo>
                  <a:pt x="4157" y="2885"/>
                </a:lnTo>
                <a:lnTo>
                  <a:pt x="4159" y="2885"/>
                </a:lnTo>
                <a:lnTo>
                  <a:pt x="4160" y="2885"/>
                </a:lnTo>
                <a:lnTo>
                  <a:pt x="4160" y="2884"/>
                </a:lnTo>
                <a:lnTo>
                  <a:pt x="4160" y="2885"/>
                </a:lnTo>
                <a:lnTo>
                  <a:pt x="4160" y="2886"/>
                </a:lnTo>
                <a:lnTo>
                  <a:pt x="4159" y="2886"/>
                </a:lnTo>
                <a:lnTo>
                  <a:pt x="4158" y="2887"/>
                </a:lnTo>
                <a:lnTo>
                  <a:pt x="4157" y="2887"/>
                </a:lnTo>
                <a:lnTo>
                  <a:pt x="4156" y="2886"/>
                </a:lnTo>
                <a:lnTo>
                  <a:pt x="4155" y="2887"/>
                </a:lnTo>
                <a:lnTo>
                  <a:pt x="4154" y="2887"/>
                </a:lnTo>
                <a:lnTo>
                  <a:pt x="4154" y="2886"/>
                </a:lnTo>
                <a:lnTo>
                  <a:pt x="4155" y="2886"/>
                </a:lnTo>
                <a:lnTo>
                  <a:pt x="4155" y="2885"/>
                </a:lnTo>
                <a:lnTo>
                  <a:pt x="4155" y="2884"/>
                </a:lnTo>
                <a:lnTo>
                  <a:pt x="4154" y="2883"/>
                </a:lnTo>
                <a:lnTo>
                  <a:pt x="4153" y="2883"/>
                </a:lnTo>
                <a:lnTo>
                  <a:pt x="4153" y="2882"/>
                </a:lnTo>
                <a:lnTo>
                  <a:pt x="4154" y="2882"/>
                </a:lnTo>
                <a:lnTo>
                  <a:pt x="4154" y="2883"/>
                </a:lnTo>
                <a:lnTo>
                  <a:pt x="4154" y="2882"/>
                </a:lnTo>
                <a:lnTo>
                  <a:pt x="4154" y="2881"/>
                </a:lnTo>
                <a:lnTo>
                  <a:pt x="4154" y="2880"/>
                </a:lnTo>
                <a:lnTo>
                  <a:pt x="4153" y="2879"/>
                </a:lnTo>
                <a:lnTo>
                  <a:pt x="4154" y="2878"/>
                </a:lnTo>
                <a:lnTo>
                  <a:pt x="4153" y="2877"/>
                </a:lnTo>
                <a:lnTo>
                  <a:pt x="4154" y="2876"/>
                </a:lnTo>
                <a:lnTo>
                  <a:pt x="4154" y="2875"/>
                </a:lnTo>
                <a:lnTo>
                  <a:pt x="4153" y="2875"/>
                </a:lnTo>
                <a:lnTo>
                  <a:pt x="4152" y="2874"/>
                </a:lnTo>
                <a:lnTo>
                  <a:pt x="4151" y="2875"/>
                </a:lnTo>
                <a:lnTo>
                  <a:pt x="4151" y="2877"/>
                </a:lnTo>
                <a:lnTo>
                  <a:pt x="4150" y="2877"/>
                </a:lnTo>
                <a:lnTo>
                  <a:pt x="4150" y="2876"/>
                </a:lnTo>
                <a:lnTo>
                  <a:pt x="4149" y="2876"/>
                </a:lnTo>
                <a:lnTo>
                  <a:pt x="4149" y="2877"/>
                </a:lnTo>
                <a:lnTo>
                  <a:pt x="4149" y="2878"/>
                </a:lnTo>
                <a:lnTo>
                  <a:pt x="4150" y="2878"/>
                </a:lnTo>
                <a:lnTo>
                  <a:pt x="4150" y="2879"/>
                </a:lnTo>
                <a:lnTo>
                  <a:pt x="4151" y="2878"/>
                </a:lnTo>
                <a:lnTo>
                  <a:pt x="4152" y="2878"/>
                </a:lnTo>
                <a:lnTo>
                  <a:pt x="4152" y="2879"/>
                </a:lnTo>
                <a:lnTo>
                  <a:pt x="4151" y="2879"/>
                </a:lnTo>
                <a:lnTo>
                  <a:pt x="4152" y="2879"/>
                </a:lnTo>
                <a:lnTo>
                  <a:pt x="4153" y="2880"/>
                </a:lnTo>
                <a:lnTo>
                  <a:pt x="4152" y="2881"/>
                </a:lnTo>
                <a:lnTo>
                  <a:pt x="4152" y="2882"/>
                </a:lnTo>
                <a:lnTo>
                  <a:pt x="4151" y="2882"/>
                </a:lnTo>
                <a:lnTo>
                  <a:pt x="4150" y="2882"/>
                </a:lnTo>
                <a:lnTo>
                  <a:pt x="4150" y="2883"/>
                </a:lnTo>
                <a:lnTo>
                  <a:pt x="4150" y="2884"/>
                </a:lnTo>
                <a:lnTo>
                  <a:pt x="4149" y="2885"/>
                </a:lnTo>
                <a:lnTo>
                  <a:pt x="4149" y="2884"/>
                </a:lnTo>
                <a:lnTo>
                  <a:pt x="4149" y="2883"/>
                </a:lnTo>
                <a:lnTo>
                  <a:pt x="4148" y="2883"/>
                </a:lnTo>
                <a:lnTo>
                  <a:pt x="4147" y="2883"/>
                </a:lnTo>
                <a:lnTo>
                  <a:pt x="4146" y="2884"/>
                </a:lnTo>
                <a:lnTo>
                  <a:pt x="4145" y="2884"/>
                </a:lnTo>
                <a:lnTo>
                  <a:pt x="4146" y="2884"/>
                </a:lnTo>
                <a:lnTo>
                  <a:pt x="4145" y="2884"/>
                </a:lnTo>
                <a:lnTo>
                  <a:pt x="4146" y="2883"/>
                </a:lnTo>
                <a:lnTo>
                  <a:pt x="4146" y="2882"/>
                </a:lnTo>
                <a:lnTo>
                  <a:pt x="4147" y="2882"/>
                </a:lnTo>
                <a:lnTo>
                  <a:pt x="4147" y="2881"/>
                </a:lnTo>
                <a:lnTo>
                  <a:pt x="4147" y="2880"/>
                </a:lnTo>
                <a:lnTo>
                  <a:pt x="4146" y="2879"/>
                </a:lnTo>
                <a:lnTo>
                  <a:pt x="4145" y="2878"/>
                </a:lnTo>
                <a:lnTo>
                  <a:pt x="4145" y="2876"/>
                </a:lnTo>
                <a:lnTo>
                  <a:pt x="4146" y="2875"/>
                </a:lnTo>
                <a:lnTo>
                  <a:pt x="4146" y="2874"/>
                </a:lnTo>
                <a:lnTo>
                  <a:pt x="4146" y="2875"/>
                </a:lnTo>
                <a:lnTo>
                  <a:pt x="4146" y="2874"/>
                </a:lnTo>
                <a:lnTo>
                  <a:pt x="4145" y="2875"/>
                </a:lnTo>
                <a:lnTo>
                  <a:pt x="4144" y="2875"/>
                </a:lnTo>
                <a:lnTo>
                  <a:pt x="4143" y="2875"/>
                </a:lnTo>
                <a:lnTo>
                  <a:pt x="4142" y="2875"/>
                </a:lnTo>
                <a:lnTo>
                  <a:pt x="4142" y="2876"/>
                </a:lnTo>
                <a:lnTo>
                  <a:pt x="4141" y="2877"/>
                </a:lnTo>
                <a:lnTo>
                  <a:pt x="4140" y="2877"/>
                </a:lnTo>
                <a:lnTo>
                  <a:pt x="4141" y="2876"/>
                </a:lnTo>
                <a:lnTo>
                  <a:pt x="4141" y="2875"/>
                </a:lnTo>
                <a:lnTo>
                  <a:pt x="4141" y="2874"/>
                </a:lnTo>
                <a:lnTo>
                  <a:pt x="4141" y="2873"/>
                </a:lnTo>
                <a:lnTo>
                  <a:pt x="4142" y="2873"/>
                </a:lnTo>
                <a:lnTo>
                  <a:pt x="4142" y="2871"/>
                </a:lnTo>
                <a:lnTo>
                  <a:pt x="4142" y="2870"/>
                </a:lnTo>
                <a:lnTo>
                  <a:pt x="4141" y="2870"/>
                </a:lnTo>
                <a:lnTo>
                  <a:pt x="4140" y="2870"/>
                </a:lnTo>
                <a:lnTo>
                  <a:pt x="4139" y="2871"/>
                </a:lnTo>
                <a:lnTo>
                  <a:pt x="4137" y="2870"/>
                </a:lnTo>
                <a:lnTo>
                  <a:pt x="4138" y="2869"/>
                </a:lnTo>
                <a:lnTo>
                  <a:pt x="4137" y="2869"/>
                </a:lnTo>
                <a:lnTo>
                  <a:pt x="4135" y="2869"/>
                </a:lnTo>
                <a:lnTo>
                  <a:pt x="4135" y="2868"/>
                </a:lnTo>
                <a:lnTo>
                  <a:pt x="4134" y="2868"/>
                </a:lnTo>
                <a:lnTo>
                  <a:pt x="4133" y="2867"/>
                </a:lnTo>
                <a:lnTo>
                  <a:pt x="4133" y="2866"/>
                </a:lnTo>
                <a:lnTo>
                  <a:pt x="4133" y="2865"/>
                </a:lnTo>
                <a:lnTo>
                  <a:pt x="4134" y="2865"/>
                </a:lnTo>
                <a:lnTo>
                  <a:pt x="4133" y="2865"/>
                </a:lnTo>
                <a:lnTo>
                  <a:pt x="4133" y="2866"/>
                </a:lnTo>
                <a:lnTo>
                  <a:pt x="4132" y="2866"/>
                </a:lnTo>
                <a:lnTo>
                  <a:pt x="4132" y="2867"/>
                </a:lnTo>
                <a:lnTo>
                  <a:pt x="4132" y="2868"/>
                </a:lnTo>
                <a:lnTo>
                  <a:pt x="4132" y="2869"/>
                </a:lnTo>
                <a:lnTo>
                  <a:pt x="4132" y="2870"/>
                </a:lnTo>
                <a:lnTo>
                  <a:pt x="4131" y="2871"/>
                </a:lnTo>
                <a:lnTo>
                  <a:pt x="4131" y="2872"/>
                </a:lnTo>
                <a:lnTo>
                  <a:pt x="4131" y="2873"/>
                </a:lnTo>
                <a:lnTo>
                  <a:pt x="4131" y="2874"/>
                </a:lnTo>
                <a:lnTo>
                  <a:pt x="4131" y="2875"/>
                </a:lnTo>
                <a:lnTo>
                  <a:pt x="4131" y="2876"/>
                </a:lnTo>
                <a:lnTo>
                  <a:pt x="4132" y="2876"/>
                </a:lnTo>
                <a:lnTo>
                  <a:pt x="4132" y="2877"/>
                </a:lnTo>
                <a:lnTo>
                  <a:pt x="4131" y="2877"/>
                </a:lnTo>
                <a:lnTo>
                  <a:pt x="4130" y="2877"/>
                </a:lnTo>
                <a:lnTo>
                  <a:pt x="4129" y="2879"/>
                </a:lnTo>
                <a:lnTo>
                  <a:pt x="4128" y="2879"/>
                </a:lnTo>
                <a:lnTo>
                  <a:pt x="4127" y="2879"/>
                </a:lnTo>
                <a:lnTo>
                  <a:pt x="4126" y="2879"/>
                </a:lnTo>
                <a:lnTo>
                  <a:pt x="4127" y="2877"/>
                </a:lnTo>
                <a:lnTo>
                  <a:pt x="4126" y="2877"/>
                </a:lnTo>
                <a:lnTo>
                  <a:pt x="4125" y="2877"/>
                </a:lnTo>
                <a:lnTo>
                  <a:pt x="4125" y="2876"/>
                </a:lnTo>
                <a:lnTo>
                  <a:pt x="4125" y="2875"/>
                </a:lnTo>
                <a:lnTo>
                  <a:pt x="4125" y="2874"/>
                </a:lnTo>
                <a:lnTo>
                  <a:pt x="4125" y="2873"/>
                </a:lnTo>
                <a:lnTo>
                  <a:pt x="4126" y="2873"/>
                </a:lnTo>
                <a:lnTo>
                  <a:pt x="4126" y="2872"/>
                </a:lnTo>
                <a:lnTo>
                  <a:pt x="4125" y="2872"/>
                </a:lnTo>
                <a:lnTo>
                  <a:pt x="4124" y="2872"/>
                </a:lnTo>
                <a:lnTo>
                  <a:pt x="4125" y="2871"/>
                </a:lnTo>
                <a:lnTo>
                  <a:pt x="4125" y="2870"/>
                </a:lnTo>
                <a:lnTo>
                  <a:pt x="4124" y="2870"/>
                </a:lnTo>
                <a:lnTo>
                  <a:pt x="4124" y="2871"/>
                </a:lnTo>
                <a:lnTo>
                  <a:pt x="4123" y="2872"/>
                </a:lnTo>
                <a:lnTo>
                  <a:pt x="4122" y="2873"/>
                </a:lnTo>
                <a:lnTo>
                  <a:pt x="4121" y="2873"/>
                </a:lnTo>
                <a:lnTo>
                  <a:pt x="4120" y="2873"/>
                </a:lnTo>
                <a:lnTo>
                  <a:pt x="4120" y="2874"/>
                </a:lnTo>
                <a:lnTo>
                  <a:pt x="4118" y="2874"/>
                </a:lnTo>
                <a:lnTo>
                  <a:pt x="4118" y="2875"/>
                </a:lnTo>
                <a:lnTo>
                  <a:pt x="4117" y="2875"/>
                </a:lnTo>
                <a:lnTo>
                  <a:pt x="4116" y="2875"/>
                </a:lnTo>
                <a:lnTo>
                  <a:pt x="4115" y="2876"/>
                </a:lnTo>
                <a:lnTo>
                  <a:pt x="4114" y="2877"/>
                </a:lnTo>
                <a:lnTo>
                  <a:pt x="4114" y="2878"/>
                </a:lnTo>
                <a:lnTo>
                  <a:pt x="4113" y="2879"/>
                </a:lnTo>
                <a:lnTo>
                  <a:pt x="4113" y="2880"/>
                </a:lnTo>
                <a:lnTo>
                  <a:pt x="4112" y="2880"/>
                </a:lnTo>
                <a:lnTo>
                  <a:pt x="4112" y="2881"/>
                </a:lnTo>
                <a:lnTo>
                  <a:pt x="4113" y="2882"/>
                </a:lnTo>
                <a:lnTo>
                  <a:pt x="4114" y="2882"/>
                </a:lnTo>
                <a:lnTo>
                  <a:pt x="4114" y="2883"/>
                </a:lnTo>
                <a:lnTo>
                  <a:pt x="4116" y="2883"/>
                </a:lnTo>
                <a:lnTo>
                  <a:pt x="4117" y="2883"/>
                </a:lnTo>
                <a:lnTo>
                  <a:pt x="4119" y="2884"/>
                </a:lnTo>
                <a:lnTo>
                  <a:pt x="4119" y="2885"/>
                </a:lnTo>
                <a:lnTo>
                  <a:pt x="4119" y="2884"/>
                </a:lnTo>
                <a:lnTo>
                  <a:pt x="4120" y="2884"/>
                </a:lnTo>
                <a:lnTo>
                  <a:pt x="4120" y="2885"/>
                </a:lnTo>
                <a:lnTo>
                  <a:pt x="4120" y="2886"/>
                </a:lnTo>
                <a:lnTo>
                  <a:pt x="4121" y="2887"/>
                </a:lnTo>
                <a:lnTo>
                  <a:pt x="4121" y="2888"/>
                </a:lnTo>
                <a:lnTo>
                  <a:pt x="4121" y="2889"/>
                </a:lnTo>
                <a:lnTo>
                  <a:pt x="4122" y="2888"/>
                </a:lnTo>
                <a:lnTo>
                  <a:pt x="4122" y="2889"/>
                </a:lnTo>
                <a:lnTo>
                  <a:pt x="4122" y="2890"/>
                </a:lnTo>
                <a:lnTo>
                  <a:pt x="4123" y="2891"/>
                </a:lnTo>
                <a:lnTo>
                  <a:pt x="4124" y="2891"/>
                </a:lnTo>
                <a:lnTo>
                  <a:pt x="4124" y="2890"/>
                </a:lnTo>
                <a:lnTo>
                  <a:pt x="4124" y="2889"/>
                </a:lnTo>
                <a:lnTo>
                  <a:pt x="4124" y="2888"/>
                </a:lnTo>
                <a:lnTo>
                  <a:pt x="4124" y="2889"/>
                </a:lnTo>
                <a:lnTo>
                  <a:pt x="4125" y="2889"/>
                </a:lnTo>
                <a:lnTo>
                  <a:pt x="4126" y="2890"/>
                </a:lnTo>
                <a:lnTo>
                  <a:pt x="4127" y="2889"/>
                </a:lnTo>
                <a:lnTo>
                  <a:pt x="4127" y="2888"/>
                </a:lnTo>
                <a:lnTo>
                  <a:pt x="4128" y="2889"/>
                </a:lnTo>
                <a:lnTo>
                  <a:pt x="4128" y="2890"/>
                </a:lnTo>
                <a:lnTo>
                  <a:pt x="4128" y="2891"/>
                </a:lnTo>
                <a:lnTo>
                  <a:pt x="4129" y="2891"/>
                </a:lnTo>
                <a:lnTo>
                  <a:pt x="4130" y="2892"/>
                </a:lnTo>
                <a:lnTo>
                  <a:pt x="4131" y="2892"/>
                </a:lnTo>
                <a:lnTo>
                  <a:pt x="4131" y="2893"/>
                </a:lnTo>
                <a:lnTo>
                  <a:pt x="4132" y="2894"/>
                </a:lnTo>
                <a:lnTo>
                  <a:pt x="4133" y="2894"/>
                </a:lnTo>
                <a:lnTo>
                  <a:pt x="4134" y="2894"/>
                </a:lnTo>
                <a:lnTo>
                  <a:pt x="4135" y="2894"/>
                </a:lnTo>
                <a:lnTo>
                  <a:pt x="4134" y="2894"/>
                </a:lnTo>
                <a:lnTo>
                  <a:pt x="4134" y="2895"/>
                </a:lnTo>
                <a:lnTo>
                  <a:pt x="4134" y="2896"/>
                </a:lnTo>
                <a:lnTo>
                  <a:pt x="4133" y="2896"/>
                </a:lnTo>
                <a:lnTo>
                  <a:pt x="4131" y="2897"/>
                </a:lnTo>
                <a:lnTo>
                  <a:pt x="4131" y="2898"/>
                </a:lnTo>
                <a:lnTo>
                  <a:pt x="4130" y="2897"/>
                </a:lnTo>
                <a:lnTo>
                  <a:pt x="4129" y="2897"/>
                </a:lnTo>
                <a:lnTo>
                  <a:pt x="4128" y="2897"/>
                </a:lnTo>
                <a:lnTo>
                  <a:pt x="4127" y="2897"/>
                </a:lnTo>
                <a:lnTo>
                  <a:pt x="4127" y="2898"/>
                </a:lnTo>
                <a:lnTo>
                  <a:pt x="4127" y="2900"/>
                </a:lnTo>
                <a:lnTo>
                  <a:pt x="4128" y="2901"/>
                </a:lnTo>
                <a:lnTo>
                  <a:pt x="4128" y="2902"/>
                </a:lnTo>
                <a:lnTo>
                  <a:pt x="4127" y="2903"/>
                </a:lnTo>
                <a:lnTo>
                  <a:pt x="4126" y="2903"/>
                </a:lnTo>
                <a:lnTo>
                  <a:pt x="4126" y="2904"/>
                </a:lnTo>
                <a:lnTo>
                  <a:pt x="4125" y="2904"/>
                </a:lnTo>
                <a:lnTo>
                  <a:pt x="4125" y="2903"/>
                </a:lnTo>
                <a:lnTo>
                  <a:pt x="4124" y="2903"/>
                </a:lnTo>
                <a:lnTo>
                  <a:pt x="4123" y="2903"/>
                </a:lnTo>
                <a:lnTo>
                  <a:pt x="4122" y="2902"/>
                </a:lnTo>
                <a:lnTo>
                  <a:pt x="4121" y="2902"/>
                </a:lnTo>
                <a:lnTo>
                  <a:pt x="4120" y="2902"/>
                </a:lnTo>
                <a:lnTo>
                  <a:pt x="4119" y="2903"/>
                </a:lnTo>
                <a:lnTo>
                  <a:pt x="4118" y="2903"/>
                </a:lnTo>
                <a:lnTo>
                  <a:pt x="4117" y="2903"/>
                </a:lnTo>
                <a:lnTo>
                  <a:pt x="4116" y="2902"/>
                </a:lnTo>
                <a:lnTo>
                  <a:pt x="4116" y="2901"/>
                </a:lnTo>
                <a:lnTo>
                  <a:pt x="4115" y="2901"/>
                </a:lnTo>
                <a:lnTo>
                  <a:pt x="4114" y="2901"/>
                </a:lnTo>
                <a:lnTo>
                  <a:pt x="4114" y="2900"/>
                </a:lnTo>
                <a:lnTo>
                  <a:pt x="4114" y="2899"/>
                </a:lnTo>
                <a:lnTo>
                  <a:pt x="4114" y="2898"/>
                </a:lnTo>
                <a:lnTo>
                  <a:pt x="4114" y="2897"/>
                </a:lnTo>
                <a:lnTo>
                  <a:pt x="4114" y="2898"/>
                </a:lnTo>
                <a:lnTo>
                  <a:pt x="4113" y="2897"/>
                </a:lnTo>
                <a:lnTo>
                  <a:pt x="4112" y="2897"/>
                </a:lnTo>
                <a:lnTo>
                  <a:pt x="4112" y="2899"/>
                </a:lnTo>
                <a:lnTo>
                  <a:pt x="4111" y="2899"/>
                </a:lnTo>
                <a:lnTo>
                  <a:pt x="4111" y="2900"/>
                </a:lnTo>
                <a:lnTo>
                  <a:pt x="4110" y="2901"/>
                </a:lnTo>
                <a:lnTo>
                  <a:pt x="4111" y="2903"/>
                </a:lnTo>
                <a:lnTo>
                  <a:pt x="4111" y="2904"/>
                </a:lnTo>
                <a:lnTo>
                  <a:pt x="4112" y="2904"/>
                </a:lnTo>
                <a:lnTo>
                  <a:pt x="4113" y="2904"/>
                </a:lnTo>
                <a:lnTo>
                  <a:pt x="4114" y="2904"/>
                </a:lnTo>
                <a:lnTo>
                  <a:pt x="4114" y="2905"/>
                </a:lnTo>
                <a:lnTo>
                  <a:pt x="4113" y="2905"/>
                </a:lnTo>
                <a:lnTo>
                  <a:pt x="4113" y="2906"/>
                </a:lnTo>
                <a:lnTo>
                  <a:pt x="4113" y="2907"/>
                </a:lnTo>
                <a:lnTo>
                  <a:pt x="4114" y="2907"/>
                </a:lnTo>
                <a:lnTo>
                  <a:pt x="4114" y="2906"/>
                </a:lnTo>
                <a:lnTo>
                  <a:pt x="4115" y="2906"/>
                </a:lnTo>
                <a:lnTo>
                  <a:pt x="4115" y="2907"/>
                </a:lnTo>
                <a:lnTo>
                  <a:pt x="4115" y="2908"/>
                </a:lnTo>
                <a:lnTo>
                  <a:pt x="4115" y="2909"/>
                </a:lnTo>
                <a:lnTo>
                  <a:pt x="4114" y="2909"/>
                </a:lnTo>
                <a:lnTo>
                  <a:pt x="4114" y="2908"/>
                </a:lnTo>
                <a:lnTo>
                  <a:pt x="4111" y="2910"/>
                </a:lnTo>
                <a:lnTo>
                  <a:pt x="4110" y="2910"/>
                </a:lnTo>
                <a:lnTo>
                  <a:pt x="4109" y="2910"/>
                </a:lnTo>
                <a:lnTo>
                  <a:pt x="4108" y="2910"/>
                </a:lnTo>
                <a:lnTo>
                  <a:pt x="4107" y="2911"/>
                </a:lnTo>
                <a:lnTo>
                  <a:pt x="4107" y="2910"/>
                </a:lnTo>
                <a:lnTo>
                  <a:pt x="4106" y="2910"/>
                </a:lnTo>
                <a:lnTo>
                  <a:pt x="4105" y="2910"/>
                </a:lnTo>
                <a:lnTo>
                  <a:pt x="4106" y="2910"/>
                </a:lnTo>
                <a:lnTo>
                  <a:pt x="4106" y="2909"/>
                </a:lnTo>
                <a:lnTo>
                  <a:pt x="4105" y="2909"/>
                </a:lnTo>
                <a:lnTo>
                  <a:pt x="4104" y="2909"/>
                </a:lnTo>
                <a:lnTo>
                  <a:pt x="4104" y="2908"/>
                </a:lnTo>
                <a:lnTo>
                  <a:pt x="4103" y="2907"/>
                </a:lnTo>
                <a:lnTo>
                  <a:pt x="4103" y="2906"/>
                </a:lnTo>
                <a:lnTo>
                  <a:pt x="4104" y="2905"/>
                </a:lnTo>
                <a:lnTo>
                  <a:pt x="4104" y="2904"/>
                </a:lnTo>
                <a:lnTo>
                  <a:pt x="4105" y="2904"/>
                </a:lnTo>
                <a:lnTo>
                  <a:pt x="4105" y="2905"/>
                </a:lnTo>
                <a:lnTo>
                  <a:pt x="4106" y="2905"/>
                </a:lnTo>
                <a:lnTo>
                  <a:pt x="4107" y="2904"/>
                </a:lnTo>
                <a:lnTo>
                  <a:pt x="4107" y="2903"/>
                </a:lnTo>
                <a:lnTo>
                  <a:pt x="4108" y="2902"/>
                </a:lnTo>
                <a:lnTo>
                  <a:pt x="4108" y="2901"/>
                </a:lnTo>
                <a:lnTo>
                  <a:pt x="4107" y="2901"/>
                </a:lnTo>
                <a:lnTo>
                  <a:pt x="4107" y="2900"/>
                </a:lnTo>
                <a:lnTo>
                  <a:pt x="4108" y="2900"/>
                </a:lnTo>
                <a:lnTo>
                  <a:pt x="4108" y="2899"/>
                </a:lnTo>
                <a:lnTo>
                  <a:pt x="4107" y="2900"/>
                </a:lnTo>
                <a:lnTo>
                  <a:pt x="4106" y="2899"/>
                </a:lnTo>
                <a:lnTo>
                  <a:pt x="4107" y="2899"/>
                </a:lnTo>
                <a:lnTo>
                  <a:pt x="4107" y="2898"/>
                </a:lnTo>
                <a:lnTo>
                  <a:pt x="4106" y="2899"/>
                </a:lnTo>
                <a:lnTo>
                  <a:pt x="4102" y="2900"/>
                </a:lnTo>
                <a:lnTo>
                  <a:pt x="4102" y="2899"/>
                </a:lnTo>
                <a:lnTo>
                  <a:pt x="4103" y="2898"/>
                </a:lnTo>
                <a:lnTo>
                  <a:pt x="4104" y="2898"/>
                </a:lnTo>
                <a:lnTo>
                  <a:pt x="4106" y="2897"/>
                </a:lnTo>
                <a:lnTo>
                  <a:pt x="4105" y="2897"/>
                </a:lnTo>
                <a:lnTo>
                  <a:pt x="4104" y="2897"/>
                </a:lnTo>
                <a:lnTo>
                  <a:pt x="4104" y="2898"/>
                </a:lnTo>
                <a:lnTo>
                  <a:pt x="4102" y="2898"/>
                </a:lnTo>
                <a:lnTo>
                  <a:pt x="4102" y="2899"/>
                </a:lnTo>
                <a:lnTo>
                  <a:pt x="4101" y="2899"/>
                </a:lnTo>
                <a:lnTo>
                  <a:pt x="4101" y="2900"/>
                </a:lnTo>
                <a:lnTo>
                  <a:pt x="4100" y="2900"/>
                </a:lnTo>
                <a:lnTo>
                  <a:pt x="4099" y="2899"/>
                </a:lnTo>
                <a:lnTo>
                  <a:pt x="4099" y="2898"/>
                </a:lnTo>
                <a:lnTo>
                  <a:pt x="4099" y="2897"/>
                </a:lnTo>
                <a:lnTo>
                  <a:pt x="4100" y="2897"/>
                </a:lnTo>
                <a:lnTo>
                  <a:pt x="4100" y="2896"/>
                </a:lnTo>
                <a:lnTo>
                  <a:pt x="4100" y="2895"/>
                </a:lnTo>
                <a:lnTo>
                  <a:pt x="4101" y="2895"/>
                </a:lnTo>
                <a:lnTo>
                  <a:pt x="4102" y="2896"/>
                </a:lnTo>
                <a:lnTo>
                  <a:pt x="4103" y="2895"/>
                </a:lnTo>
                <a:lnTo>
                  <a:pt x="4103" y="2894"/>
                </a:lnTo>
                <a:lnTo>
                  <a:pt x="4104" y="2893"/>
                </a:lnTo>
                <a:lnTo>
                  <a:pt x="4103" y="2892"/>
                </a:lnTo>
                <a:lnTo>
                  <a:pt x="4102" y="2892"/>
                </a:lnTo>
                <a:lnTo>
                  <a:pt x="4102" y="2893"/>
                </a:lnTo>
                <a:lnTo>
                  <a:pt x="4101" y="2893"/>
                </a:lnTo>
                <a:lnTo>
                  <a:pt x="4100" y="2892"/>
                </a:lnTo>
                <a:lnTo>
                  <a:pt x="4099" y="2892"/>
                </a:lnTo>
                <a:lnTo>
                  <a:pt x="4099" y="2893"/>
                </a:lnTo>
                <a:lnTo>
                  <a:pt x="4098" y="2893"/>
                </a:lnTo>
                <a:lnTo>
                  <a:pt x="4097" y="2893"/>
                </a:lnTo>
                <a:lnTo>
                  <a:pt x="4096" y="2894"/>
                </a:lnTo>
                <a:lnTo>
                  <a:pt x="4094" y="2895"/>
                </a:lnTo>
                <a:lnTo>
                  <a:pt x="4093" y="2895"/>
                </a:lnTo>
                <a:lnTo>
                  <a:pt x="4093" y="2896"/>
                </a:lnTo>
                <a:lnTo>
                  <a:pt x="4092" y="2896"/>
                </a:lnTo>
                <a:lnTo>
                  <a:pt x="4091" y="2897"/>
                </a:lnTo>
                <a:lnTo>
                  <a:pt x="4090" y="2897"/>
                </a:lnTo>
                <a:lnTo>
                  <a:pt x="4089" y="2897"/>
                </a:lnTo>
                <a:lnTo>
                  <a:pt x="4090" y="2897"/>
                </a:lnTo>
                <a:lnTo>
                  <a:pt x="4091" y="2897"/>
                </a:lnTo>
                <a:lnTo>
                  <a:pt x="4092" y="2897"/>
                </a:lnTo>
                <a:lnTo>
                  <a:pt x="4093" y="2897"/>
                </a:lnTo>
                <a:lnTo>
                  <a:pt x="4093" y="2898"/>
                </a:lnTo>
                <a:lnTo>
                  <a:pt x="4094" y="2898"/>
                </a:lnTo>
                <a:lnTo>
                  <a:pt x="4094" y="2899"/>
                </a:lnTo>
                <a:lnTo>
                  <a:pt x="4095" y="2899"/>
                </a:lnTo>
                <a:lnTo>
                  <a:pt x="4095" y="2900"/>
                </a:lnTo>
                <a:lnTo>
                  <a:pt x="4095" y="2901"/>
                </a:lnTo>
                <a:lnTo>
                  <a:pt x="4096" y="2901"/>
                </a:lnTo>
                <a:lnTo>
                  <a:pt x="4097" y="2901"/>
                </a:lnTo>
                <a:lnTo>
                  <a:pt x="4097" y="2900"/>
                </a:lnTo>
                <a:lnTo>
                  <a:pt x="4098" y="2900"/>
                </a:lnTo>
                <a:lnTo>
                  <a:pt x="4098" y="2901"/>
                </a:lnTo>
                <a:lnTo>
                  <a:pt x="4099" y="2901"/>
                </a:lnTo>
                <a:lnTo>
                  <a:pt x="4099" y="2903"/>
                </a:lnTo>
                <a:lnTo>
                  <a:pt x="4099" y="2904"/>
                </a:lnTo>
                <a:lnTo>
                  <a:pt x="4099" y="2905"/>
                </a:lnTo>
                <a:lnTo>
                  <a:pt x="4098" y="2904"/>
                </a:lnTo>
                <a:lnTo>
                  <a:pt x="4098" y="2905"/>
                </a:lnTo>
                <a:lnTo>
                  <a:pt x="4097" y="2906"/>
                </a:lnTo>
                <a:lnTo>
                  <a:pt x="4096" y="2906"/>
                </a:lnTo>
                <a:lnTo>
                  <a:pt x="4095" y="2907"/>
                </a:lnTo>
                <a:lnTo>
                  <a:pt x="4096" y="2908"/>
                </a:lnTo>
                <a:lnTo>
                  <a:pt x="4096" y="2909"/>
                </a:lnTo>
                <a:lnTo>
                  <a:pt x="4097" y="2909"/>
                </a:lnTo>
                <a:lnTo>
                  <a:pt x="4098" y="2909"/>
                </a:lnTo>
                <a:lnTo>
                  <a:pt x="4098" y="2910"/>
                </a:lnTo>
                <a:lnTo>
                  <a:pt x="4097" y="2910"/>
                </a:lnTo>
                <a:lnTo>
                  <a:pt x="4096" y="2911"/>
                </a:lnTo>
                <a:lnTo>
                  <a:pt x="4093" y="2911"/>
                </a:lnTo>
                <a:lnTo>
                  <a:pt x="4093" y="2912"/>
                </a:lnTo>
                <a:lnTo>
                  <a:pt x="4091" y="2912"/>
                </a:lnTo>
                <a:lnTo>
                  <a:pt x="4091" y="2911"/>
                </a:lnTo>
                <a:lnTo>
                  <a:pt x="4089" y="2912"/>
                </a:lnTo>
                <a:lnTo>
                  <a:pt x="4088" y="2913"/>
                </a:lnTo>
                <a:lnTo>
                  <a:pt x="4089" y="2913"/>
                </a:lnTo>
                <a:lnTo>
                  <a:pt x="4090" y="2913"/>
                </a:lnTo>
                <a:lnTo>
                  <a:pt x="4091" y="2913"/>
                </a:lnTo>
                <a:lnTo>
                  <a:pt x="4092" y="2914"/>
                </a:lnTo>
                <a:lnTo>
                  <a:pt x="4092" y="2915"/>
                </a:lnTo>
                <a:lnTo>
                  <a:pt x="4094" y="2917"/>
                </a:lnTo>
                <a:lnTo>
                  <a:pt x="4095" y="2917"/>
                </a:lnTo>
                <a:lnTo>
                  <a:pt x="4096" y="2917"/>
                </a:lnTo>
                <a:lnTo>
                  <a:pt x="4096" y="2918"/>
                </a:lnTo>
                <a:lnTo>
                  <a:pt x="4097" y="2918"/>
                </a:lnTo>
                <a:lnTo>
                  <a:pt x="4098" y="2919"/>
                </a:lnTo>
                <a:lnTo>
                  <a:pt x="4099" y="2920"/>
                </a:lnTo>
                <a:lnTo>
                  <a:pt x="4100" y="2920"/>
                </a:lnTo>
                <a:lnTo>
                  <a:pt x="4100" y="2919"/>
                </a:lnTo>
                <a:lnTo>
                  <a:pt x="4100" y="2918"/>
                </a:lnTo>
                <a:lnTo>
                  <a:pt x="4099" y="2917"/>
                </a:lnTo>
                <a:lnTo>
                  <a:pt x="4100" y="2917"/>
                </a:lnTo>
                <a:lnTo>
                  <a:pt x="4101" y="2916"/>
                </a:lnTo>
                <a:lnTo>
                  <a:pt x="4102" y="2916"/>
                </a:lnTo>
                <a:lnTo>
                  <a:pt x="4103" y="2916"/>
                </a:lnTo>
                <a:lnTo>
                  <a:pt x="4102" y="2917"/>
                </a:lnTo>
                <a:lnTo>
                  <a:pt x="4102" y="2918"/>
                </a:lnTo>
                <a:lnTo>
                  <a:pt x="4101" y="2918"/>
                </a:lnTo>
                <a:lnTo>
                  <a:pt x="4101" y="2919"/>
                </a:lnTo>
                <a:lnTo>
                  <a:pt x="4101" y="2921"/>
                </a:lnTo>
                <a:lnTo>
                  <a:pt x="4100" y="2921"/>
                </a:lnTo>
                <a:lnTo>
                  <a:pt x="4099" y="2921"/>
                </a:lnTo>
                <a:lnTo>
                  <a:pt x="4099" y="2922"/>
                </a:lnTo>
                <a:lnTo>
                  <a:pt x="4099" y="2923"/>
                </a:lnTo>
                <a:lnTo>
                  <a:pt x="4099" y="2924"/>
                </a:lnTo>
                <a:lnTo>
                  <a:pt x="4100" y="2924"/>
                </a:lnTo>
                <a:lnTo>
                  <a:pt x="4100" y="2925"/>
                </a:lnTo>
                <a:lnTo>
                  <a:pt x="4101" y="2925"/>
                </a:lnTo>
                <a:lnTo>
                  <a:pt x="4101" y="2924"/>
                </a:lnTo>
                <a:lnTo>
                  <a:pt x="4101" y="2925"/>
                </a:lnTo>
                <a:lnTo>
                  <a:pt x="4101" y="2926"/>
                </a:lnTo>
                <a:lnTo>
                  <a:pt x="4102" y="2926"/>
                </a:lnTo>
                <a:lnTo>
                  <a:pt x="4103" y="2925"/>
                </a:lnTo>
                <a:lnTo>
                  <a:pt x="4103" y="2926"/>
                </a:lnTo>
                <a:lnTo>
                  <a:pt x="4104" y="2926"/>
                </a:lnTo>
                <a:lnTo>
                  <a:pt x="4103" y="2926"/>
                </a:lnTo>
                <a:lnTo>
                  <a:pt x="4102" y="2926"/>
                </a:lnTo>
                <a:lnTo>
                  <a:pt x="4102" y="2927"/>
                </a:lnTo>
                <a:lnTo>
                  <a:pt x="4100" y="2927"/>
                </a:lnTo>
                <a:lnTo>
                  <a:pt x="4099" y="2927"/>
                </a:lnTo>
                <a:lnTo>
                  <a:pt x="4099" y="2926"/>
                </a:lnTo>
                <a:lnTo>
                  <a:pt x="4099" y="2925"/>
                </a:lnTo>
                <a:lnTo>
                  <a:pt x="4098" y="2925"/>
                </a:lnTo>
                <a:lnTo>
                  <a:pt x="4097" y="2925"/>
                </a:lnTo>
                <a:lnTo>
                  <a:pt x="4096" y="2926"/>
                </a:lnTo>
                <a:lnTo>
                  <a:pt x="4095" y="2926"/>
                </a:lnTo>
                <a:lnTo>
                  <a:pt x="4095" y="2925"/>
                </a:lnTo>
                <a:lnTo>
                  <a:pt x="4093" y="2926"/>
                </a:lnTo>
                <a:lnTo>
                  <a:pt x="4092" y="2927"/>
                </a:lnTo>
                <a:lnTo>
                  <a:pt x="4092" y="2928"/>
                </a:lnTo>
                <a:lnTo>
                  <a:pt x="4093" y="2928"/>
                </a:lnTo>
                <a:lnTo>
                  <a:pt x="4093" y="2929"/>
                </a:lnTo>
                <a:lnTo>
                  <a:pt x="4093" y="2930"/>
                </a:lnTo>
                <a:lnTo>
                  <a:pt x="4093" y="2931"/>
                </a:lnTo>
                <a:lnTo>
                  <a:pt x="4094" y="2931"/>
                </a:lnTo>
                <a:lnTo>
                  <a:pt x="4094" y="2932"/>
                </a:lnTo>
                <a:lnTo>
                  <a:pt x="4095" y="2932"/>
                </a:lnTo>
                <a:lnTo>
                  <a:pt x="4098" y="2932"/>
                </a:lnTo>
                <a:lnTo>
                  <a:pt x="4099" y="2932"/>
                </a:lnTo>
                <a:lnTo>
                  <a:pt x="4100" y="2933"/>
                </a:lnTo>
                <a:lnTo>
                  <a:pt x="4100" y="2934"/>
                </a:lnTo>
                <a:lnTo>
                  <a:pt x="4099" y="2934"/>
                </a:lnTo>
                <a:lnTo>
                  <a:pt x="4098" y="2934"/>
                </a:lnTo>
                <a:lnTo>
                  <a:pt x="4097" y="2934"/>
                </a:lnTo>
                <a:lnTo>
                  <a:pt x="4096" y="2934"/>
                </a:lnTo>
                <a:lnTo>
                  <a:pt x="4095" y="2934"/>
                </a:lnTo>
                <a:lnTo>
                  <a:pt x="4095" y="2935"/>
                </a:lnTo>
                <a:lnTo>
                  <a:pt x="4094" y="2935"/>
                </a:lnTo>
                <a:lnTo>
                  <a:pt x="4093" y="2934"/>
                </a:lnTo>
                <a:lnTo>
                  <a:pt x="4092" y="2934"/>
                </a:lnTo>
                <a:lnTo>
                  <a:pt x="4092" y="2933"/>
                </a:lnTo>
                <a:lnTo>
                  <a:pt x="4091" y="2932"/>
                </a:lnTo>
                <a:lnTo>
                  <a:pt x="4090" y="2932"/>
                </a:lnTo>
                <a:lnTo>
                  <a:pt x="4089" y="2933"/>
                </a:lnTo>
                <a:lnTo>
                  <a:pt x="4088" y="2933"/>
                </a:lnTo>
                <a:lnTo>
                  <a:pt x="4088" y="2934"/>
                </a:lnTo>
                <a:lnTo>
                  <a:pt x="4087" y="2934"/>
                </a:lnTo>
                <a:lnTo>
                  <a:pt x="4086" y="2934"/>
                </a:lnTo>
                <a:lnTo>
                  <a:pt x="4086" y="2935"/>
                </a:lnTo>
                <a:lnTo>
                  <a:pt x="4085" y="2935"/>
                </a:lnTo>
                <a:lnTo>
                  <a:pt x="4084" y="2934"/>
                </a:lnTo>
                <a:lnTo>
                  <a:pt x="4083" y="2935"/>
                </a:lnTo>
                <a:lnTo>
                  <a:pt x="4082" y="2936"/>
                </a:lnTo>
                <a:lnTo>
                  <a:pt x="4081" y="2936"/>
                </a:lnTo>
                <a:lnTo>
                  <a:pt x="4080" y="2936"/>
                </a:lnTo>
                <a:lnTo>
                  <a:pt x="4079" y="2936"/>
                </a:lnTo>
                <a:lnTo>
                  <a:pt x="4078" y="2936"/>
                </a:lnTo>
                <a:lnTo>
                  <a:pt x="4078" y="2937"/>
                </a:lnTo>
                <a:lnTo>
                  <a:pt x="4077" y="2937"/>
                </a:lnTo>
                <a:lnTo>
                  <a:pt x="4076" y="2937"/>
                </a:lnTo>
                <a:lnTo>
                  <a:pt x="4075" y="2937"/>
                </a:lnTo>
                <a:lnTo>
                  <a:pt x="4074" y="2937"/>
                </a:lnTo>
                <a:lnTo>
                  <a:pt x="4074" y="2936"/>
                </a:lnTo>
                <a:lnTo>
                  <a:pt x="4074" y="2935"/>
                </a:lnTo>
                <a:lnTo>
                  <a:pt x="4074" y="2934"/>
                </a:lnTo>
                <a:lnTo>
                  <a:pt x="4074" y="2933"/>
                </a:lnTo>
                <a:lnTo>
                  <a:pt x="4073" y="2933"/>
                </a:lnTo>
                <a:lnTo>
                  <a:pt x="4073" y="2932"/>
                </a:lnTo>
                <a:lnTo>
                  <a:pt x="4072" y="2932"/>
                </a:lnTo>
                <a:lnTo>
                  <a:pt x="4072" y="2931"/>
                </a:lnTo>
                <a:lnTo>
                  <a:pt x="4073" y="2930"/>
                </a:lnTo>
                <a:lnTo>
                  <a:pt x="4074" y="2929"/>
                </a:lnTo>
                <a:lnTo>
                  <a:pt x="4074" y="2928"/>
                </a:lnTo>
                <a:lnTo>
                  <a:pt x="4074" y="2927"/>
                </a:lnTo>
                <a:lnTo>
                  <a:pt x="4073" y="2927"/>
                </a:lnTo>
                <a:lnTo>
                  <a:pt x="4073" y="2926"/>
                </a:lnTo>
                <a:lnTo>
                  <a:pt x="4072" y="2926"/>
                </a:lnTo>
                <a:lnTo>
                  <a:pt x="4071" y="2926"/>
                </a:lnTo>
                <a:lnTo>
                  <a:pt x="4072" y="2926"/>
                </a:lnTo>
                <a:lnTo>
                  <a:pt x="4072" y="2927"/>
                </a:lnTo>
                <a:lnTo>
                  <a:pt x="4072" y="2928"/>
                </a:lnTo>
                <a:lnTo>
                  <a:pt x="4072" y="2929"/>
                </a:lnTo>
                <a:lnTo>
                  <a:pt x="4071" y="2930"/>
                </a:lnTo>
                <a:lnTo>
                  <a:pt x="4070" y="2931"/>
                </a:lnTo>
                <a:lnTo>
                  <a:pt x="4070" y="2932"/>
                </a:lnTo>
                <a:lnTo>
                  <a:pt x="4071" y="2932"/>
                </a:lnTo>
                <a:lnTo>
                  <a:pt x="4072" y="2932"/>
                </a:lnTo>
                <a:lnTo>
                  <a:pt x="4072" y="2933"/>
                </a:lnTo>
                <a:lnTo>
                  <a:pt x="4072" y="2934"/>
                </a:lnTo>
                <a:lnTo>
                  <a:pt x="4072" y="2935"/>
                </a:lnTo>
                <a:lnTo>
                  <a:pt x="4072" y="2936"/>
                </a:lnTo>
                <a:lnTo>
                  <a:pt x="4071" y="2936"/>
                </a:lnTo>
                <a:lnTo>
                  <a:pt x="4070" y="2937"/>
                </a:lnTo>
                <a:lnTo>
                  <a:pt x="4069" y="2937"/>
                </a:lnTo>
                <a:lnTo>
                  <a:pt x="4069" y="2936"/>
                </a:lnTo>
                <a:lnTo>
                  <a:pt x="4069" y="2937"/>
                </a:lnTo>
                <a:lnTo>
                  <a:pt x="4068" y="2937"/>
                </a:lnTo>
                <a:lnTo>
                  <a:pt x="4069" y="2937"/>
                </a:lnTo>
                <a:lnTo>
                  <a:pt x="4069" y="2938"/>
                </a:lnTo>
                <a:lnTo>
                  <a:pt x="4068" y="2939"/>
                </a:lnTo>
                <a:lnTo>
                  <a:pt x="4069" y="2940"/>
                </a:lnTo>
                <a:lnTo>
                  <a:pt x="4069" y="2941"/>
                </a:lnTo>
                <a:lnTo>
                  <a:pt x="4070" y="2941"/>
                </a:lnTo>
                <a:lnTo>
                  <a:pt x="4070" y="2942"/>
                </a:lnTo>
                <a:lnTo>
                  <a:pt x="4070" y="2943"/>
                </a:lnTo>
                <a:lnTo>
                  <a:pt x="4072" y="2942"/>
                </a:lnTo>
                <a:lnTo>
                  <a:pt x="4073" y="2942"/>
                </a:lnTo>
                <a:lnTo>
                  <a:pt x="4074" y="2943"/>
                </a:lnTo>
                <a:lnTo>
                  <a:pt x="4075" y="2942"/>
                </a:lnTo>
                <a:lnTo>
                  <a:pt x="4075" y="2941"/>
                </a:lnTo>
                <a:lnTo>
                  <a:pt x="4076" y="2940"/>
                </a:lnTo>
                <a:lnTo>
                  <a:pt x="4077" y="2940"/>
                </a:lnTo>
                <a:lnTo>
                  <a:pt x="4076" y="2941"/>
                </a:lnTo>
                <a:lnTo>
                  <a:pt x="4076" y="2942"/>
                </a:lnTo>
                <a:lnTo>
                  <a:pt x="4076" y="2941"/>
                </a:lnTo>
                <a:lnTo>
                  <a:pt x="4076" y="2942"/>
                </a:lnTo>
                <a:lnTo>
                  <a:pt x="4076" y="2943"/>
                </a:lnTo>
                <a:lnTo>
                  <a:pt x="4076" y="2944"/>
                </a:lnTo>
                <a:lnTo>
                  <a:pt x="4077" y="2945"/>
                </a:lnTo>
                <a:lnTo>
                  <a:pt x="4078" y="2945"/>
                </a:lnTo>
                <a:lnTo>
                  <a:pt x="4078" y="2944"/>
                </a:lnTo>
                <a:lnTo>
                  <a:pt x="4079" y="2944"/>
                </a:lnTo>
                <a:lnTo>
                  <a:pt x="4079" y="2945"/>
                </a:lnTo>
                <a:lnTo>
                  <a:pt x="4080" y="2945"/>
                </a:lnTo>
                <a:lnTo>
                  <a:pt x="4080" y="2944"/>
                </a:lnTo>
                <a:lnTo>
                  <a:pt x="4081" y="2945"/>
                </a:lnTo>
                <a:lnTo>
                  <a:pt x="4081" y="2946"/>
                </a:lnTo>
                <a:lnTo>
                  <a:pt x="4081" y="2947"/>
                </a:lnTo>
                <a:lnTo>
                  <a:pt x="4080" y="2948"/>
                </a:lnTo>
                <a:lnTo>
                  <a:pt x="4079" y="2948"/>
                </a:lnTo>
                <a:lnTo>
                  <a:pt x="4079" y="2949"/>
                </a:lnTo>
                <a:lnTo>
                  <a:pt x="4079" y="2950"/>
                </a:lnTo>
                <a:lnTo>
                  <a:pt x="4078" y="2950"/>
                </a:lnTo>
                <a:lnTo>
                  <a:pt x="4078" y="2949"/>
                </a:lnTo>
                <a:lnTo>
                  <a:pt x="4077" y="2950"/>
                </a:lnTo>
                <a:lnTo>
                  <a:pt x="4077" y="2951"/>
                </a:lnTo>
                <a:lnTo>
                  <a:pt x="4077" y="2952"/>
                </a:lnTo>
                <a:lnTo>
                  <a:pt x="4077" y="2953"/>
                </a:lnTo>
                <a:lnTo>
                  <a:pt x="4076" y="2953"/>
                </a:lnTo>
                <a:lnTo>
                  <a:pt x="4075" y="2954"/>
                </a:lnTo>
                <a:lnTo>
                  <a:pt x="4074" y="2955"/>
                </a:lnTo>
                <a:lnTo>
                  <a:pt x="4074" y="2956"/>
                </a:lnTo>
                <a:lnTo>
                  <a:pt x="4072" y="2956"/>
                </a:lnTo>
                <a:lnTo>
                  <a:pt x="4072" y="2955"/>
                </a:lnTo>
                <a:lnTo>
                  <a:pt x="4072" y="2954"/>
                </a:lnTo>
                <a:lnTo>
                  <a:pt x="4071" y="2953"/>
                </a:lnTo>
                <a:lnTo>
                  <a:pt x="4070" y="2954"/>
                </a:lnTo>
                <a:lnTo>
                  <a:pt x="4069" y="2955"/>
                </a:lnTo>
                <a:lnTo>
                  <a:pt x="4069" y="2957"/>
                </a:lnTo>
                <a:lnTo>
                  <a:pt x="4069" y="2958"/>
                </a:lnTo>
                <a:lnTo>
                  <a:pt x="4069" y="2959"/>
                </a:lnTo>
                <a:lnTo>
                  <a:pt x="4070" y="2960"/>
                </a:lnTo>
                <a:lnTo>
                  <a:pt x="4070" y="2961"/>
                </a:lnTo>
                <a:lnTo>
                  <a:pt x="4071" y="2961"/>
                </a:lnTo>
                <a:lnTo>
                  <a:pt x="4071" y="2960"/>
                </a:lnTo>
                <a:lnTo>
                  <a:pt x="4072" y="2959"/>
                </a:lnTo>
                <a:lnTo>
                  <a:pt x="4072" y="2960"/>
                </a:lnTo>
                <a:lnTo>
                  <a:pt x="4072" y="2961"/>
                </a:lnTo>
                <a:lnTo>
                  <a:pt x="4072" y="2962"/>
                </a:lnTo>
                <a:lnTo>
                  <a:pt x="4072" y="2963"/>
                </a:lnTo>
                <a:lnTo>
                  <a:pt x="4071" y="2963"/>
                </a:lnTo>
                <a:lnTo>
                  <a:pt x="4072" y="2964"/>
                </a:lnTo>
                <a:lnTo>
                  <a:pt x="4071" y="2965"/>
                </a:lnTo>
                <a:lnTo>
                  <a:pt x="4070" y="2965"/>
                </a:lnTo>
                <a:lnTo>
                  <a:pt x="4069" y="2966"/>
                </a:lnTo>
                <a:lnTo>
                  <a:pt x="4069" y="2967"/>
                </a:lnTo>
                <a:lnTo>
                  <a:pt x="4070" y="2967"/>
                </a:lnTo>
                <a:lnTo>
                  <a:pt x="4069" y="2967"/>
                </a:lnTo>
                <a:lnTo>
                  <a:pt x="4068" y="2967"/>
                </a:lnTo>
                <a:lnTo>
                  <a:pt x="4068" y="2968"/>
                </a:lnTo>
                <a:lnTo>
                  <a:pt x="4067" y="2968"/>
                </a:lnTo>
                <a:lnTo>
                  <a:pt x="4067" y="2969"/>
                </a:lnTo>
                <a:lnTo>
                  <a:pt x="4066" y="2969"/>
                </a:lnTo>
                <a:lnTo>
                  <a:pt x="4066" y="2970"/>
                </a:lnTo>
                <a:lnTo>
                  <a:pt x="4065" y="2970"/>
                </a:lnTo>
                <a:lnTo>
                  <a:pt x="4064" y="2970"/>
                </a:lnTo>
                <a:lnTo>
                  <a:pt x="4063" y="2971"/>
                </a:lnTo>
                <a:lnTo>
                  <a:pt x="4063" y="2972"/>
                </a:lnTo>
                <a:lnTo>
                  <a:pt x="4062" y="2972"/>
                </a:lnTo>
                <a:lnTo>
                  <a:pt x="4062" y="2970"/>
                </a:lnTo>
                <a:lnTo>
                  <a:pt x="4063" y="2969"/>
                </a:lnTo>
                <a:lnTo>
                  <a:pt x="4063" y="2968"/>
                </a:lnTo>
                <a:lnTo>
                  <a:pt x="4063" y="2967"/>
                </a:lnTo>
                <a:lnTo>
                  <a:pt x="4062" y="2965"/>
                </a:lnTo>
                <a:lnTo>
                  <a:pt x="4062" y="2964"/>
                </a:lnTo>
                <a:lnTo>
                  <a:pt x="4060" y="2963"/>
                </a:lnTo>
                <a:lnTo>
                  <a:pt x="4059" y="2962"/>
                </a:lnTo>
                <a:lnTo>
                  <a:pt x="4057" y="2961"/>
                </a:lnTo>
                <a:lnTo>
                  <a:pt x="4056" y="2961"/>
                </a:lnTo>
                <a:lnTo>
                  <a:pt x="4056" y="2960"/>
                </a:lnTo>
                <a:lnTo>
                  <a:pt x="4055" y="2960"/>
                </a:lnTo>
                <a:lnTo>
                  <a:pt x="4055" y="2959"/>
                </a:lnTo>
                <a:lnTo>
                  <a:pt x="4054" y="2959"/>
                </a:lnTo>
                <a:lnTo>
                  <a:pt x="4053" y="2959"/>
                </a:lnTo>
                <a:lnTo>
                  <a:pt x="4051" y="2960"/>
                </a:lnTo>
                <a:lnTo>
                  <a:pt x="4051" y="2959"/>
                </a:lnTo>
                <a:lnTo>
                  <a:pt x="4051" y="2958"/>
                </a:lnTo>
                <a:lnTo>
                  <a:pt x="4051" y="2957"/>
                </a:lnTo>
                <a:lnTo>
                  <a:pt x="4051" y="2956"/>
                </a:lnTo>
                <a:lnTo>
                  <a:pt x="4052" y="2956"/>
                </a:lnTo>
                <a:lnTo>
                  <a:pt x="4051" y="2956"/>
                </a:lnTo>
                <a:lnTo>
                  <a:pt x="4051" y="2955"/>
                </a:lnTo>
                <a:lnTo>
                  <a:pt x="4052" y="2955"/>
                </a:lnTo>
                <a:lnTo>
                  <a:pt x="4051" y="2954"/>
                </a:lnTo>
                <a:lnTo>
                  <a:pt x="4051" y="2953"/>
                </a:lnTo>
                <a:lnTo>
                  <a:pt x="4050" y="2952"/>
                </a:lnTo>
                <a:lnTo>
                  <a:pt x="4050" y="2953"/>
                </a:lnTo>
                <a:lnTo>
                  <a:pt x="4050" y="2955"/>
                </a:lnTo>
                <a:lnTo>
                  <a:pt x="4051" y="2955"/>
                </a:lnTo>
                <a:lnTo>
                  <a:pt x="4050" y="2955"/>
                </a:lnTo>
                <a:lnTo>
                  <a:pt x="4050" y="2956"/>
                </a:lnTo>
                <a:lnTo>
                  <a:pt x="4050" y="2955"/>
                </a:lnTo>
                <a:lnTo>
                  <a:pt x="4050" y="2956"/>
                </a:lnTo>
                <a:lnTo>
                  <a:pt x="4050" y="2957"/>
                </a:lnTo>
                <a:lnTo>
                  <a:pt x="4049" y="2957"/>
                </a:lnTo>
                <a:lnTo>
                  <a:pt x="4049" y="2958"/>
                </a:lnTo>
                <a:lnTo>
                  <a:pt x="4049" y="2959"/>
                </a:lnTo>
                <a:lnTo>
                  <a:pt x="4050" y="2960"/>
                </a:lnTo>
                <a:lnTo>
                  <a:pt x="4050" y="2961"/>
                </a:lnTo>
                <a:lnTo>
                  <a:pt x="4049" y="2962"/>
                </a:lnTo>
                <a:lnTo>
                  <a:pt x="4048" y="2962"/>
                </a:lnTo>
                <a:lnTo>
                  <a:pt x="4047" y="2963"/>
                </a:lnTo>
                <a:lnTo>
                  <a:pt x="4046" y="2963"/>
                </a:lnTo>
                <a:lnTo>
                  <a:pt x="4045" y="2964"/>
                </a:lnTo>
                <a:lnTo>
                  <a:pt x="4044" y="2964"/>
                </a:lnTo>
                <a:lnTo>
                  <a:pt x="4044" y="2965"/>
                </a:lnTo>
                <a:lnTo>
                  <a:pt x="4043" y="2965"/>
                </a:lnTo>
                <a:lnTo>
                  <a:pt x="4043" y="2964"/>
                </a:lnTo>
                <a:lnTo>
                  <a:pt x="4042" y="2964"/>
                </a:lnTo>
                <a:lnTo>
                  <a:pt x="4041" y="2965"/>
                </a:lnTo>
                <a:lnTo>
                  <a:pt x="4040" y="2965"/>
                </a:lnTo>
                <a:lnTo>
                  <a:pt x="4040" y="2964"/>
                </a:lnTo>
                <a:lnTo>
                  <a:pt x="4039" y="2964"/>
                </a:lnTo>
                <a:lnTo>
                  <a:pt x="4039" y="2965"/>
                </a:lnTo>
                <a:lnTo>
                  <a:pt x="4038" y="2964"/>
                </a:lnTo>
                <a:lnTo>
                  <a:pt x="4037" y="2964"/>
                </a:lnTo>
                <a:lnTo>
                  <a:pt x="4037" y="2965"/>
                </a:lnTo>
                <a:lnTo>
                  <a:pt x="4037" y="2966"/>
                </a:lnTo>
                <a:lnTo>
                  <a:pt x="4035" y="2967"/>
                </a:lnTo>
                <a:lnTo>
                  <a:pt x="4034" y="2967"/>
                </a:lnTo>
                <a:lnTo>
                  <a:pt x="4033" y="2968"/>
                </a:lnTo>
                <a:lnTo>
                  <a:pt x="4034" y="2968"/>
                </a:lnTo>
                <a:lnTo>
                  <a:pt x="4033" y="2969"/>
                </a:lnTo>
                <a:lnTo>
                  <a:pt x="4031" y="2969"/>
                </a:lnTo>
                <a:lnTo>
                  <a:pt x="4031" y="2968"/>
                </a:lnTo>
                <a:lnTo>
                  <a:pt x="4030" y="2968"/>
                </a:lnTo>
                <a:lnTo>
                  <a:pt x="4029" y="2967"/>
                </a:lnTo>
                <a:lnTo>
                  <a:pt x="4028" y="2966"/>
                </a:lnTo>
                <a:lnTo>
                  <a:pt x="4028" y="2965"/>
                </a:lnTo>
                <a:lnTo>
                  <a:pt x="4028" y="2963"/>
                </a:lnTo>
                <a:lnTo>
                  <a:pt x="4028" y="2962"/>
                </a:lnTo>
                <a:lnTo>
                  <a:pt x="4028" y="2960"/>
                </a:lnTo>
                <a:lnTo>
                  <a:pt x="4027" y="2960"/>
                </a:lnTo>
                <a:lnTo>
                  <a:pt x="4027" y="2959"/>
                </a:lnTo>
                <a:lnTo>
                  <a:pt x="4028" y="2959"/>
                </a:lnTo>
                <a:lnTo>
                  <a:pt x="4029" y="2958"/>
                </a:lnTo>
                <a:lnTo>
                  <a:pt x="4029" y="2957"/>
                </a:lnTo>
                <a:lnTo>
                  <a:pt x="4028" y="2957"/>
                </a:lnTo>
                <a:lnTo>
                  <a:pt x="4028" y="2956"/>
                </a:lnTo>
                <a:lnTo>
                  <a:pt x="4027" y="2956"/>
                </a:lnTo>
                <a:lnTo>
                  <a:pt x="4027" y="2957"/>
                </a:lnTo>
                <a:lnTo>
                  <a:pt x="4027" y="2958"/>
                </a:lnTo>
                <a:lnTo>
                  <a:pt x="4026" y="2959"/>
                </a:lnTo>
                <a:lnTo>
                  <a:pt x="4025" y="2958"/>
                </a:lnTo>
                <a:lnTo>
                  <a:pt x="4024" y="2958"/>
                </a:lnTo>
                <a:lnTo>
                  <a:pt x="4025" y="2958"/>
                </a:lnTo>
                <a:lnTo>
                  <a:pt x="4025" y="2959"/>
                </a:lnTo>
                <a:lnTo>
                  <a:pt x="4024" y="2959"/>
                </a:lnTo>
                <a:lnTo>
                  <a:pt x="4024" y="2960"/>
                </a:lnTo>
                <a:lnTo>
                  <a:pt x="4024" y="2961"/>
                </a:lnTo>
                <a:lnTo>
                  <a:pt x="4023" y="2962"/>
                </a:lnTo>
                <a:lnTo>
                  <a:pt x="4022" y="2963"/>
                </a:lnTo>
                <a:lnTo>
                  <a:pt x="4021" y="2964"/>
                </a:lnTo>
                <a:lnTo>
                  <a:pt x="4021" y="2965"/>
                </a:lnTo>
                <a:lnTo>
                  <a:pt x="4020" y="2966"/>
                </a:lnTo>
                <a:lnTo>
                  <a:pt x="4019" y="2966"/>
                </a:lnTo>
                <a:lnTo>
                  <a:pt x="4017" y="2966"/>
                </a:lnTo>
                <a:lnTo>
                  <a:pt x="4016" y="2967"/>
                </a:lnTo>
                <a:lnTo>
                  <a:pt x="4015" y="2967"/>
                </a:lnTo>
                <a:lnTo>
                  <a:pt x="4014" y="2967"/>
                </a:lnTo>
                <a:lnTo>
                  <a:pt x="4014" y="2969"/>
                </a:lnTo>
                <a:lnTo>
                  <a:pt x="4014" y="2970"/>
                </a:lnTo>
                <a:lnTo>
                  <a:pt x="4015" y="2970"/>
                </a:lnTo>
                <a:lnTo>
                  <a:pt x="4015" y="2969"/>
                </a:lnTo>
                <a:lnTo>
                  <a:pt x="4017" y="2972"/>
                </a:lnTo>
                <a:lnTo>
                  <a:pt x="4016" y="2973"/>
                </a:lnTo>
                <a:lnTo>
                  <a:pt x="4015" y="2974"/>
                </a:lnTo>
                <a:lnTo>
                  <a:pt x="4014" y="2975"/>
                </a:lnTo>
                <a:lnTo>
                  <a:pt x="4014" y="2976"/>
                </a:lnTo>
                <a:lnTo>
                  <a:pt x="4014" y="2977"/>
                </a:lnTo>
                <a:lnTo>
                  <a:pt x="4015" y="2978"/>
                </a:lnTo>
                <a:lnTo>
                  <a:pt x="4015" y="2979"/>
                </a:lnTo>
                <a:lnTo>
                  <a:pt x="4013" y="2979"/>
                </a:lnTo>
                <a:lnTo>
                  <a:pt x="4013" y="2978"/>
                </a:lnTo>
                <a:lnTo>
                  <a:pt x="4009" y="2978"/>
                </a:lnTo>
                <a:lnTo>
                  <a:pt x="4007" y="2977"/>
                </a:lnTo>
                <a:lnTo>
                  <a:pt x="4007" y="2976"/>
                </a:lnTo>
                <a:lnTo>
                  <a:pt x="4006" y="2976"/>
                </a:lnTo>
                <a:lnTo>
                  <a:pt x="4004" y="2975"/>
                </a:lnTo>
                <a:lnTo>
                  <a:pt x="4003" y="2975"/>
                </a:lnTo>
                <a:lnTo>
                  <a:pt x="4002" y="2975"/>
                </a:lnTo>
                <a:lnTo>
                  <a:pt x="4002" y="2976"/>
                </a:lnTo>
                <a:lnTo>
                  <a:pt x="4003" y="2977"/>
                </a:lnTo>
                <a:lnTo>
                  <a:pt x="4003" y="2978"/>
                </a:lnTo>
                <a:lnTo>
                  <a:pt x="4002" y="2979"/>
                </a:lnTo>
                <a:lnTo>
                  <a:pt x="4001" y="2980"/>
                </a:lnTo>
                <a:lnTo>
                  <a:pt x="4000" y="2980"/>
                </a:lnTo>
                <a:lnTo>
                  <a:pt x="4001" y="2980"/>
                </a:lnTo>
                <a:lnTo>
                  <a:pt x="4001" y="2981"/>
                </a:lnTo>
                <a:lnTo>
                  <a:pt x="4002" y="2982"/>
                </a:lnTo>
                <a:lnTo>
                  <a:pt x="4001" y="2982"/>
                </a:lnTo>
                <a:lnTo>
                  <a:pt x="4002" y="2983"/>
                </a:lnTo>
                <a:lnTo>
                  <a:pt x="4002" y="2984"/>
                </a:lnTo>
                <a:lnTo>
                  <a:pt x="4004" y="2984"/>
                </a:lnTo>
                <a:lnTo>
                  <a:pt x="4005" y="2983"/>
                </a:lnTo>
                <a:lnTo>
                  <a:pt x="4007" y="2983"/>
                </a:lnTo>
                <a:lnTo>
                  <a:pt x="4009" y="2983"/>
                </a:lnTo>
                <a:lnTo>
                  <a:pt x="4010" y="2983"/>
                </a:lnTo>
                <a:lnTo>
                  <a:pt x="4010" y="2982"/>
                </a:lnTo>
                <a:lnTo>
                  <a:pt x="4011" y="2982"/>
                </a:lnTo>
                <a:lnTo>
                  <a:pt x="4013" y="2982"/>
                </a:lnTo>
                <a:lnTo>
                  <a:pt x="4014" y="2982"/>
                </a:lnTo>
                <a:lnTo>
                  <a:pt x="4015" y="2982"/>
                </a:lnTo>
                <a:lnTo>
                  <a:pt x="4017" y="2982"/>
                </a:lnTo>
                <a:lnTo>
                  <a:pt x="4017" y="2983"/>
                </a:lnTo>
                <a:lnTo>
                  <a:pt x="4017" y="2984"/>
                </a:lnTo>
                <a:lnTo>
                  <a:pt x="4016" y="2984"/>
                </a:lnTo>
                <a:lnTo>
                  <a:pt x="4016" y="2985"/>
                </a:lnTo>
                <a:lnTo>
                  <a:pt x="4016" y="2986"/>
                </a:lnTo>
                <a:lnTo>
                  <a:pt x="4016" y="2987"/>
                </a:lnTo>
                <a:lnTo>
                  <a:pt x="4015" y="2987"/>
                </a:lnTo>
                <a:lnTo>
                  <a:pt x="4015" y="2988"/>
                </a:lnTo>
                <a:lnTo>
                  <a:pt x="4014" y="2988"/>
                </a:lnTo>
                <a:lnTo>
                  <a:pt x="4014" y="2989"/>
                </a:lnTo>
                <a:lnTo>
                  <a:pt x="4015" y="2989"/>
                </a:lnTo>
                <a:lnTo>
                  <a:pt x="4015" y="2988"/>
                </a:lnTo>
                <a:lnTo>
                  <a:pt x="4016" y="2988"/>
                </a:lnTo>
                <a:lnTo>
                  <a:pt x="4018" y="2987"/>
                </a:lnTo>
                <a:lnTo>
                  <a:pt x="4020" y="2987"/>
                </a:lnTo>
                <a:lnTo>
                  <a:pt x="4021" y="2988"/>
                </a:lnTo>
                <a:lnTo>
                  <a:pt x="4021" y="2989"/>
                </a:lnTo>
                <a:lnTo>
                  <a:pt x="4021" y="2990"/>
                </a:lnTo>
                <a:lnTo>
                  <a:pt x="4021" y="2991"/>
                </a:lnTo>
                <a:lnTo>
                  <a:pt x="4021" y="2992"/>
                </a:lnTo>
                <a:lnTo>
                  <a:pt x="4022" y="2992"/>
                </a:lnTo>
                <a:lnTo>
                  <a:pt x="4023" y="2993"/>
                </a:lnTo>
                <a:lnTo>
                  <a:pt x="4022" y="2993"/>
                </a:lnTo>
                <a:lnTo>
                  <a:pt x="4022" y="2994"/>
                </a:lnTo>
                <a:lnTo>
                  <a:pt x="4023" y="2995"/>
                </a:lnTo>
                <a:lnTo>
                  <a:pt x="4023" y="2996"/>
                </a:lnTo>
                <a:lnTo>
                  <a:pt x="4024" y="2996"/>
                </a:lnTo>
                <a:lnTo>
                  <a:pt x="4023" y="2997"/>
                </a:lnTo>
                <a:lnTo>
                  <a:pt x="4022" y="2997"/>
                </a:lnTo>
                <a:lnTo>
                  <a:pt x="4022" y="2996"/>
                </a:lnTo>
                <a:lnTo>
                  <a:pt x="4021" y="2997"/>
                </a:lnTo>
                <a:lnTo>
                  <a:pt x="4020" y="2997"/>
                </a:lnTo>
                <a:lnTo>
                  <a:pt x="4020" y="2998"/>
                </a:lnTo>
                <a:lnTo>
                  <a:pt x="4018" y="2998"/>
                </a:lnTo>
                <a:lnTo>
                  <a:pt x="4017" y="2998"/>
                </a:lnTo>
                <a:lnTo>
                  <a:pt x="4016" y="2999"/>
                </a:lnTo>
                <a:lnTo>
                  <a:pt x="4016" y="3000"/>
                </a:lnTo>
                <a:lnTo>
                  <a:pt x="4015" y="3000"/>
                </a:lnTo>
                <a:lnTo>
                  <a:pt x="4015" y="3001"/>
                </a:lnTo>
                <a:lnTo>
                  <a:pt x="4014" y="3002"/>
                </a:lnTo>
                <a:lnTo>
                  <a:pt x="4013" y="3002"/>
                </a:lnTo>
                <a:lnTo>
                  <a:pt x="4013" y="3003"/>
                </a:lnTo>
                <a:lnTo>
                  <a:pt x="4012" y="3003"/>
                </a:lnTo>
                <a:lnTo>
                  <a:pt x="4011" y="3004"/>
                </a:lnTo>
                <a:lnTo>
                  <a:pt x="4011" y="3005"/>
                </a:lnTo>
                <a:lnTo>
                  <a:pt x="4010" y="3005"/>
                </a:lnTo>
                <a:lnTo>
                  <a:pt x="4009" y="3006"/>
                </a:lnTo>
                <a:lnTo>
                  <a:pt x="4009" y="3007"/>
                </a:lnTo>
                <a:lnTo>
                  <a:pt x="4008" y="3008"/>
                </a:lnTo>
                <a:lnTo>
                  <a:pt x="4008" y="3007"/>
                </a:lnTo>
                <a:lnTo>
                  <a:pt x="4008" y="3006"/>
                </a:lnTo>
                <a:lnTo>
                  <a:pt x="4009" y="3005"/>
                </a:lnTo>
                <a:lnTo>
                  <a:pt x="4008" y="3005"/>
                </a:lnTo>
                <a:lnTo>
                  <a:pt x="4007" y="3005"/>
                </a:lnTo>
                <a:lnTo>
                  <a:pt x="4008" y="3005"/>
                </a:lnTo>
                <a:lnTo>
                  <a:pt x="4008" y="3004"/>
                </a:lnTo>
                <a:lnTo>
                  <a:pt x="4007" y="3004"/>
                </a:lnTo>
                <a:lnTo>
                  <a:pt x="4007" y="3003"/>
                </a:lnTo>
                <a:lnTo>
                  <a:pt x="4006" y="3003"/>
                </a:lnTo>
                <a:lnTo>
                  <a:pt x="4006" y="3004"/>
                </a:lnTo>
                <a:lnTo>
                  <a:pt x="4007" y="3005"/>
                </a:lnTo>
                <a:lnTo>
                  <a:pt x="4007" y="3006"/>
                </a:lnTo>
                <a:lnTo>
                  <a:pt x="4006" y="3006"/>
                </a:lnTo>
                <a:lnTo>
                  <a:pt x="4006" y="3005"/>
                </a:lnTo>
                <a:lnTo>
                  <a:pt x="4006" y="3006"/>
                </a:lnTo>
                <a:lnTo>
                  <a:pt x="4005" y="3005"/>
                </a:lnTo>
                <a:lnTo>
                  <a:pt x="4005" y="3006"/>
                </a:lnTo>
                <a:lnTo>
                  <a:pt x="4006" y="3007"/>
                </a:lnTo>
                <a:lnTo>
                  <a:pt x="4007" y="3007"/>
                </a:lnTo>
                <a:lnTo>
                  <a:pt x="4006" y="3008"/>
                </a:lnTo>
                <a:lnTo>
                  <a:pt x="4006" y="3009"/>
                </a:lnTo>
                <a:lnTo>
                  <a:pt x="4005" y="3010"/>
                </a:lnTo>
                <a:lnTo>
                  <a:pt x="4005" y="3011"/>
                </a:lnTo>
                <a:lnTo>
                  <a:pt x="4004" y="3012"/>
                </a:lnTo>
                <a:lnTo>
                  <a:pt x="4004" y="3011"/>
                </a:lnTo>
                <a:lnTo>
                  <a:pt x="4003" y="3012"/>
                </a:lnTo>
                <a:lnTo>
                  <a:pt x="4002" y="3013"/>
                </a:lnTo>
                <a:lnTo>
                  <a:pt x="4002" y="3015"/>
                </a:lnTo>
                <a:lnTo>
                  <a:pt x="4002" y="3019"/>
                </a:lnTo>
                <a:lnTo>
                  <a:pt x="4002" y="3020"/>
                </a:lnTo>
                <a:lnTo>
                  <a:pt x="4001" y="3021"/>
                </a:lnTo>
                <a:lnTo>
                  <a:pt x="4000" y="3021"/>
                </a:lnTo>
                <a:lnTo>
                  <a:pt x="4000" y="3020"/>
                </a:lnTo>
                <a:lnTo>
                  <a:pt x="3998" y="3021"/>
                </a:lnTo>
                <a:lnTo>
                  <a:pt x="3997" y="3021"/>
                </a:lnTo>
                <a:lnTo>
                  <a:pt x="3996" y="3022"/>
                </a:lnTo>
                <a:lnTo>
                  <a:pt x="3995" y="3023"/>
                </a:lnTo>
                <a:lnTo>
                  <a:pt x="3995" y="3024"/>
                </a:lnTo>
                <a:lnTo>
                  <a:pt x="3994" y="3024"/>
                </a:lnTo>
                <a:lnTo>
                  <a:pt x="3993" y="3024"/>
                </a:lnTo>
                <a:lnTo>
                  <a:pt x="3993" y="3025"/>
                </a:lnTo>
                <a:lnTo>
                  <a:pt x="3993" y="3026"/>
                </a:lnTo>
                <a:lnTo>
                  <a:pt x="3993" y="3027"/>
                </a:lnTo>
                <a:lnTo>
                  <a:pt x="3993" y="3028"/>
                </a:lnTo>
                <a:lnTo>
                  <a:pt x="3992" y="3028"/>
                </a:lnTo>
                <a:lnTo>
                  <a:pt x="3991" y="3028"/>
                </a:lnTo>
                <a:lnTo>
                  <a:pt x="3990" y="3029"/>
                </a:lnTo>
                <a:lnTo>
                  <a:pt x="3990" y="3030"/>
                </a:lnTo>
                <a:lnTo>
                  <a:pt x="3990" y="3031"/>
                </a:lnTo>
                <a:lnTo>
                  <a:pt x="3990" y="3032"/>
                </a:lnTo>
                <a:lnTo>
                  <a:pt x="3990" y="3033"/>
                </a:lnTo>
                <a:lnTo>
                  <a:pt x="3989" y="3033"/>
                </a:lnTo>
                <a:lnTo>
                  <a:pt x="3988" y="3033"/>
                </a:lnTo>
                <a:lnTo>
                  <a:pt x="3988" y="3034"/>
                </a:lnTo>
                <a:lnTo>
                  <a:pt x="3987" y="3033"/>
                </a:lnTo>
                <a:lnTo>
                  <a:pt x="3987" y="3032"/>
                </a:lnTo>
                <a:lnTo>
                  <a:pt x="3987" y="3031"/>
                </a:lnTo>
                <a:lnTo>
                  <a:pt x="3987" y="3030"/>
                </a:lnTo>
                <a:lnTo>
                  <a:pt x="3988" y="3029"/>
                </a:lnTo>
                <a:lnTo>
                  <a:pt x="3989" y="3029"/>
                </a:lnTo>
                <a:lnTo>
                  <a:pt x="3989" y="3028"/>
                </a:lnTo>
                <a:lnTo>
                  <a:pt x="3990" y="3027"/>
                </a:lnTo>
                <a:lnTo>
                  <a:pt x="3990" y="3026"/>
                </a:lnTo>
                <a:lnTo>
                  <a:pt x="3990" y="3025"/>
                </a:lnTo>
                <a:lnTo>
                  <a:pt x="3991" y="3025"/>
                </a:lnTo>
                <a:lnTo>
                  <a:pt x="3992" y="3025"/>
                </a:lnTo>
                <a:lnTo>
                  <a:pt x="3992" y="3024"/>
                </a:lnTo>
                <a:lnTo>
                  <a:pt x="3991" y="3024"/>
                </a:lnTo>
                <a:lnTo>
                  <a:pt x="3991" y="3025"/>
                </a:lnTo>
                <a:lnTo>
                  <a:pt x="3991" y="3024"/>
                </a:lnTo>
                <a:lnTo>
                  <a:pt x="3990" y="3024"/>
                </a:lnTo>
                <a:lnTo>
                  <a:pt x="3990" y="3023"/>
                </a:lnTo>
                <a:lnTo>
                  <a:pt x="3989" y="3022"/>
                </a:lnTo>
                <a:lnTo>
                  <a:pt x="3989" y="3021"/>
                </a:lnTo>
                <a:lnTo>
                  <a:pt x="3990" y="3021"/>
                </a:lnTo>
                <a:lnTo>
                  <a:pt x="3990" y="3020"/>
                </a:lnTo>
                <a:lnTo>
                  <a:pt x="3990" y="3021"/>
                </a:lnTo>
                <a:lnTo>
                  <a:pt x="3989" y="3021"/>
                </a:lnTo>
                <a:lnTo>
                  <a:pt x="3989" y="3022"/>
                </a:lnTo>
                <a:lnTo>
                  <a:pt x="3988" y="3023"/>
                </a:lnTo>
                <a:lnTo>
                  <a:pt x="3988" y="3022"/>
                </a:lnTo>
                <a:lnTo>
                  <a:pt x="3986" y="3022"/>
                </a:lnTo>
                <a:lnTo>
                  <a:pt x="3986" y="3021"/>
                </a:lnTo>
                <a:lnTo>
                  <a:pt x="3985" y="3021"/>
                </a:lnTo>
                <a:lnTo>
                  <a:pt x="3985" y="3020"/>
                </a:lnTo>
                <a:lnTo>
                  <a:pt x="3984" y="3019"/>
                </a:lnTo>
                <a:lnTo>
                  <a:pt x="3984" y="3020"/>
                </a:lnTo>
                <a:lnTo>
                  <a:pt x="3984" y="3019"/>
                </a:lnTo>
                <a:lnTo>
                  <a:pt x="3984" y="3020"/>
                </a:lnTo>
                <a:lnTo>
                  <a:pt x="3985" y="3021"/>
                </a:lnTo>
                <a:lnTo>
                  <a:pt x="3985" y="3022"/>
                </a:lnTo>
                <a:lnTo>
                  <a:pt x="3984" y="3024"/>
                </a:lnTo>
                <a:lnTo>
                  <a:pt x="3983" y="3024"/>
                </a:lnTo>
                <a:lnTo>
                  <a:pt x="3983" y="3025"/>
                </a:lnTo>
                <a:lnTo>
                  <a:pt x="3983" y="3026"/>
                </a:lnTo>
                <a:lnTo>
                  <a:pt x="3983" y="3027"/>
                </a:lnTo>
                <a:lnTo>
                  <a:pt x="3984" y="3027"/>
                </a:lnTo>
                <a:lnTo>
                  <a:pt x="3984" y="3028"/>
                </a:lnTo>
                <a:lnTo>
                  <a:pt x="3984" y="3029"/>
                </a:lnTo>
                <a:lnTo>
                  <a:pt x="3985" y="3029"/>
                </a:lnTo>
                <a:lnTo>
                  <a:pt x="3984" y="3029"/>
                </a:lnTo>
                <a:lnTo>
                  <a:pt x="3983" y="3029"/>
                </a:lnTo>
                <a:lnTo>
                  <a:pt x="3983" y="3030"/>
                </a:lnTo>
                <a:lnTo>
                  <a:pt x="3982" y="3030"/>
                </a:lnTo>
                <a:lnTo>
                  <a:pt x="3982" y="3031"/>
                </a:lnTo>
                <a:lnTo>
                  <a:pt x="3981" y="3031"/>
                </a:lnTo>
                <a:lnTo>
                  <a:pt x="3980" y="3032"/>
                </a:lnTo>
                <a:lnTo>
                  <a:pt x="3979" y="3033"/>
                </a:lnTo>
                <a:lnTo>
                  <a:pt x="3978" y="3035"/>
                </a:lnTo>
                <a:lnTo>
                  <a:pt x="3978" y="3037"/>
                </a:lnTo>
                <a:lnTo>
                  <a:pt x="3977" y="3038"/>
                </a:lnTo>
                <a:lnTo>
                  <a:pt x="3977" y="3039"/>
                </a:lnTo>
                <a:lnTo>
                  <a:pt x="3977" y="3040"/>
                </a:lnTo>
                <a:lnTo>
                  <a:pt x="3977" y="3041"/>
                </a:lnTo>
                <a:lnTo>
                  <a:pt x="3977" y="3042"/>
                </a:lnTo>
                <a:lnTo>
                  <a:pt x="3977" y="3043"/>
                </a:lnTo>
                <a:lnTo>
                  <a:pt x="3978" y="3044"/>
                </a:lnTo>
                <a:lnTo>
                  <a:pt x="3978" y="3045"/>
                </a:lnTo>
                <a:lnTo>
                  <a:pt x="3979" y="3045"/>
                </a:lnTo>
                <a:lnTo>
                  <a:pt x="3978" y="3045"/>
                </a:lnTo>
                <a:lnTo>
                  <a:pt x="3978" y="3046"/>
                </a:lnTo>
                <a:lnTo>
                  <a:pt x="3977" y="3047"/>
                </a:lnTo>
                <a:lnTo>
                  <a:pt x="3977" y="3048"/>
                </a:lnTo>
                <a:lnTo>
                  <a:pt x="3976" y="3048"/>
                </a:lnTo>
                <a:lnTo>
                  <a:pt x="3976" y="3049"/>
                </a:lnTo>
                <a:lnTo>
                  <a:pt x="3976" y="3050"/>
                </a:lnTo>
                <a:lnTo>
                  <a:pt x="3975" y="3050"/>
                </a:lnTo>
                <a:lnTo>
                  <a:pt x="3974" y="3051"/>
                </a:lnTo>
                <a:lnTo>
                  <a:pt x="3974" y="3052"/>
                </a:lnTo>
                <a:lnTo>
                  <a:pt x="3974" y="3053"/>
                </a:lnTo>
                <a:lnTo>
                  <a:pt x="3973" y="3053"/>
                </a:lnTo>
                <a:lnTo>
                  <a:pt x="3973" y="3052"/>
                </a:lnTo>
                <a:lnTo>
                  <a:pt x="3973" y="3051"/>
                </a:lnTo>
                <a:lnTo>
                  <a:pt x="3974" y="3051"/>
                </a:lnTo>
                <a:lnTo>
                  <a:pt x="3974" y="3050"/>
                </a:lnTo>
                <a:lnTo>
                  <a:pt x="3975" y="3050"/>
                </a:lnTo>
                <a:lnTo>
                  <a:pt x="3975" y="3049"/>
                </a:lnTo>
                <a:lnTo>
                  <a:pt x="3974" y="3048"/>
                </a:lnTo>
                <a:lnTo>
                  <a:pt x="3974" y="3047"/>
                </a:lnTo>
                <a:lnTo>
                  <a:pt x="3974" y="3046"/>
                </a:lnTo>
                <a:lnTo>
                  <a:pt x="3975" y="3046"/>
                </a:lnTo>
                <a:lnTo>
                  <a:pt x="3975" y="3045"/>
                </a:lnTo>
                <a:lnTo>
                  <a:pt x="3976" y="3045"/>
                </a:lnTo>
                <a:lnTo>
                  <a:pt x="3976" y="3044"/>
                </a:lnTo>
                <a:lnTo>
                  <a:pt x="3976" y="3043"/>
                </a:lnTo>
                <a:lnTo>
                  <a:pt x="3976" y="3042"/>
                </a:lnTo>
                <a:lnTo>
                  <a:pt x="3976" y="3041"/>
                </a:lnTo>
                <a:lnTo>
                  <a:pt x="3975" y="3040"/>
                </a:lnTo>
                <a:lnTo>
                  <a:pt x="3975" y="3039"/>
                </a:lnTo>
                <a:lnTo>
                  <a:pt x="3975" y="3038"/>
                </a:lnTo>
                <a:lnTo>
                  <a:pt x="3975" y="3037"/>
                </a:lnTo>
                <a:lnTo>
                  <a:pt x="3974" y="3037"/>
                </a:lnTo>
                <a:lnTo>
                  <a:pt x="3974" y="3036"/>
                </a:lnTo>
                <a:lnTo>
                  <a:pt x="3973" y="3036"/>
                </a:lnTo>
                <a:lnTo>
                  <a:pt x="3972" y="3036"/>
                </a:lnTo>
                <a:lnTo>
                  <a:pt x="3972" y="3035"/>
                </a:lnTo>
                <a:lnTo>
                  <a:pt x="3973" y="3035"/>
                </a:lnTo>
                <a:lnTo>
                  <a:pt x="3972" y="3035"/>
                </a:lnTo>
                <a:lnTo>
                  <a:pt x="3972" y="3034"/>
                </a:lnTo>
                <a:lnTo>
                  <a:pt x="3972" y="3035"/>
                </a:lnTo>
                <a:lnTo>
                  <a:pt x="3971" y="3035"/>
                </a:lnTo>
                <a:lnTo>
                  <a:pt x="3970" y="3034"/>
                </a:lnTo>
                <a:lnTo>
                  <a:pt x="3970" y="3033"/>
                </a:lnTo>
                <a:lnTo>
                  <a:pt x="3969" y="3033"/>
                </a:lnTo>
                <a:lnTo>
                  <a:pt x="3967" y="3032"/>
                </a:lnTo>
                <a:lnTo>
                  <a:pt x="3966" y="3032"/>
                </a:lnTo>
                <a:lnTo>
                  <a:pt x="3965" y="3032"/>
                </a:lnTo>
                <a:lnTo>
                  <a:pt x="3963" y="3032"/>
                </a:lnTo>
                <a:lnTo>
                  <a:pt x="3962" y="3032"/>
                </a:lnTo>
                <a:lnTo>
                  <a:pt x="3962" y="3031"/>
                </a:lnTo>
                <a:lnTo>
                  <a:pt x="3962" y="3032"/>
                </a:lnTo>
                <a:lnTo>
                  <a:pt x="3962" y="3031"/>
                </a:lnTo>
                <a:lnTo>
                  <a:pt x="3961" y="3031"/>
                </a:lnTo>
                <a:lnTo>
                  <a:pt x="3961" y="3030"/>
                </a:lnTo>
                <a:lnTo>
                  <a:pt x="3960" y="3030"/>
                </a:lnTo>
                <a:lnTo>
                  <a:pt x="3959" y="3030"/>
                </a:lnTo>
                <a:lnTo>
                  <a:pt x="3958" y="3030"/>
                </a:lnTo>
                <a:lnTo>
                  <a:pt x="3957" y="3030"/>
                </a:lnTo>
                <a:lnTo>
                  <a:pt x="3957" y="3031"/>
                </a:lnTo>
                <a:lnTo>
                  <a:pt x="3958" y="3031"/>
                </a:lnTo>
                <a:lnTo>
                  <a:pt x="3958" y="3032"/>
                </a:lnTo>
                <a:lnTo>
                  <a:pt x="3959" y="3032"/>
                </a:lnTo>
                <a:lnTo>
                  <a:pt x="3959" y="3033"/>
                </a:lnTo>
                <a:lnTo>
                  <a:pt x="3960" y="3033"/>
                </a:lnTo>
                <a:lnTo>
                  <a:pt x="3961" y="3033"/>
                </a:lnTo>
                <a:lnTo>
                  <a:pt x="3962" y="3033"/>
                </a:lnTo>
                <a:lnTo>
                  <a:pt x="3963" y="3033"/>
                </a:lnTo>
                <a:lnTo>
                  <a:pt x="3964" y="3033"/>
                </a:lnTo>
                <a:lnTo>
                  <a:pt x="3964" y="3034"/>
                </a:lnTo>
                <a:lnTo>
                  <a:pt x="3965" y="3034"/>
                </a:lnTo>
                <a:lnTo>
                  <a:pt x="3965" y="3035"/>
                </a:lnTo>
                <a:lnTo>
                  <a:pt x="3965" y="3036"/>
                </a:lnTo>
                <a:lnTo>
                  <a:pt x="3966" y="3037"/>
                </a:lnTo>
                <a:lnTo>
                  <a:pt x="3966" y="3038"/>
                </a:lnTo>
                <a:lnTo>
                  <a:pt x="3965" y="3039"/>
                </a:lnTo>
                <a:lnTo>
                  <a:pt x="3965" y="3040"/>
                </a:lnTo>
                <a:lnTo>
                  <a:pt x="3965" y="3041"/>
                </a:lnTo>
                <a:lnTo>
                  <a:pt x="3966" y="3041"/>
                </a:lnTo>
                <a:lnTo>
                  <a:pt x="3965" y="3041"/>
                </a:lnTo>
                <a:lnTo>
                  <a:pt x="3965" y="3042"/>
                </a:lnTo>
                <a:lnTo>
                  <a:pt x="3965" y="3041"/>
                </a:lnTo>
                <a:lnTo>
                  <a:pt x="3964" y="3042"/>
                </a:lnTo>
                <a:lnTo>
                  <a:pt x="3963" y="3042"/>
                </a:lnTo>
                <a:lnTo>
                  <a:pt x="3963" y="3043"/>
                </a:lnTo>
                <a:lnTo>
                  <a:pt x="3963" y="3044"/>
                </a:lnTo>
                <a:lnTo>
                  <a:pt x="3963" y="3045"/>
                </a:lnTo>
                <a:lnTo>
                  <a:pt x="3962" y="3045"/>
                </a:lnTo>
                <a:lnTo>
                  <a:pt x="3962" y="3046"/>
                </a:lnTo>
                <a:lnTo>
                  <a:pt x="3961" y="3047"/>
                </a:lnTo>
                <a:lnTo>
                  <a:pt x="3960" y="3048"/>
                </a:lnTo>
                <a:lnTo>
                  <a:pt x="3961" y="3048"/>
                </a:lnTo>
                <a:lnTo>
                  <a:pt x="3961" y="3049"/>
                </a:lnTo>
                <a:lnTo>
                  <a:pt x="3960" y="3049"/>
                </a:lnTo>
                <a:lnTo>
                  <a:pt x="3960" y="3048"/>
                </a:lnTo>
                <a:lnTo>
                  <a:pt x="3959" y="3048"/>
                </a:lnTo>
                <a:lnTo>
                  <a:pt x="3958" y="3047"/>
                </a:lnTo>
                <a:lnTo>
                  <a:pt x="3957" y="3047"/>
                </a:lnTo>
                <a:lnTo>
                  <a:pt x="3958" y="3047"/>
                </a:lnTo>
                <a:lnTo>
                  <a:pt x="3958" y="3048"/>
                </a:lnTo>
                <a:lnTo>
                  <a:pt x="3959" y="3048"/>
                </a:lnTo>
                <a:lnTo>
                  <a:pt x="3959" y="3049"/>
                </a:lnTo>
                <a:lnTo>
                  <a:pt x="3960" y="3050"/>
                </a:lnTo>
                <a:lnTo>
                  <a:pt x="3960" y="3051"/>
                </a:lnTo>
                <a:lnTo>
                  <a:pt x="3961" y="3051"/>
                </a:lnTo>
                <a:lnTo>
                  <a:pt x="3961" y="3050"/>
                </a:lnTo>
                <a:lnTo>
                  <a:pt x="3962" y="3050"/>
                </a:lnTo>
                <a:lnTo>
                  <a:pt x="3963" y="3050"/>
                </a:lnTo>
                <a:lnTo>
                  <a:pt x="3963" y="3049"/>
                </a:lnTo>
                <a:lnTo>
                  <a:pt x="3964" y="3049"/>
                </a:lnTo>
                <a:lnTo>
                  <a:pt x="3965" y="3048"/>
                </a:lnTo>
                <a:lnTo>
                  <a:pt x="3966" y="3048"/>
                </a:lnTo>
                <a:lnTo>
                  <a:pt x="3966" y="3049"/>
                </a:lnTo>
                <a:lnTo>
                  <a:pt x="3966" y="3050"/>
                </a:lnTo>
                <a:lnTo>
                  <a:pt x="3967" y="3049"/>
                </a:lnTo>
                <a:lnTo>
                  <a:pt x="3967" y="3050"/>
                </a:lnTo>
                <a:lnTo>
                  <a:pt x="3968" y="3050"/>
                </a:lnTo>
                <a:lnTo>
                  <a:pt x="3969" y="3051"/>
                </a:lnTo>
                <a:lnTo>
                  <a:pt x="3968" y="3051"/>
                </a:lnTo>
                <a:lnTo>
                  <a:pt x="3968" y="3052"/>
                </a:lnTo>
                <a:lnTo>
                  <a:pt x="3967" y="3053"/>
                </a:lnTo>
                <a:lnTo>
                  <a:pt x="3966" y="3053"/>
                </a:lnTo>
                <a:lnTo>
                  <a:pt x="3966" y="3052"/>
                </a:lnTo>
                <a:lnTo>
                  <a:pt x="3965" y="3052"/>
                </a:lnTo>
                <a:lnTo>
                  <a:pt x="3965" y="3053"/>
                </a:lnTo>
                <a:lnTo>
                  <a:pt x="3964" y="3053"/>
                </a:lnTo>
                <a:lnTo>
                  <a:pt x="3964" y="3054"/>
                </a:lnTo>
                <a:lnTo>
                  <a:pt x="3964" y="3055"/>
                </a:lnTo>
                <a:lnTo>
                  <a:pt x="3963" y="3056"/>
                </a:lnTo>
                <a:lnTo>
                  <a:pt x="3963" y="3057"/>
                </a:lnTo>
                <a:lnTo>
                  <a:pt x="3964" y="3058"/>
                </a:lnTo>
                <a:lnTo>
                  <a:pt x="3965" y="3059"/>
                </a:lnTo>
                <a:lnTo>
                  <a:pt x="3964" y="3059"/>
                </a:lnTo>
                <a:lnTo>
                  <a:pt x="3963" y="3059"/>
                </a:lnTo>
                <a:lnTo>
                  <a:pt x="3962" y="3060"/>
                </a:lnTo>
                <a:lnTo>
                  <a:pt x="3962" y="3059"/>
                </a:lnTo>
                <a:lnTo>
                  <a:pt x="3961" y="3059"/>
                </a:lnTo>
                <a:lnTo>
                  <a:pt x="3961" y="3058"/>
                </a:lnTo>
                <a:lnTo>
                  <a:pt x="3960" y="3058"/>
                </a:lnTo>
                <a:lnTo>
                  <a:pt x="3960" y="3059"/>
                </a:lnTo>
                <a:lnTo>
                  <a:pt x="3959" y="3059"/>
                </a:lnTo>
                <a:lnTo>
                  <a:pt x="3959" y="3060"/>
                </a:lnTo>
                <a:lnTo>
                  <a:pt x="3958" y="3062"/>
                </a:lnTo>
                <a:lnTo>
                  <a:pt x="3958" y="3064"/>
                </a:lnTo>
                <a:lnTo>
                  <a:pt x="3959" y="3065"/>
                </a:lnTo>
                <a:lnTo>
                  <a:pt x="3959" y="3066"/>
                </a:lnTo>
                <a:lnTo>
                  <a:pt x="3959" y="3065"/>
                </a:lnTo>
                <a:lnTo>
                  <a:pt x="3960" y="3065"/>
                </a:lnTo>
                <a:lnTo>
                  <a:pt x="3960" y="3066"/>
                </a:lnTo>
                <a:lnTo>
                  <a:pt x="3961" y="3066"/>
                </a:lnTo>
                <a:lnTo>
                  <a:pt x="3960" y="3067"/>
                </a:lnTo>
                <a:lnTo>
                  <a:pt x="3960" y="3066"/>
                </a:lnTo>
                <a:lnTo>
                  <a:pt x="3959" y="3066"/>
                </a:lnTo>
                <a:lnTo>
                  <a:pt x="3958" y="3066"/>
                </a:lnTo>
                <a:lnTo>
                  <a:pt x="3958" y="3067"/>
                </a:lnTo>
                <a:lnTo>
                  <a:pt x="3957" y="3067"/>
                </a:lnTo>
                <a:lnTo>
                  <a:pt x="3956" y="3067"/>
                </a:lnTo>
                <a:lnTo>
                  <a:pt x="3955" y="3067"/>
                </a:lnTo>
                <a:lnTo>
                  <a:pt x="3954" y="3068"/>
                </a:lnTo>
                <a:lnTo>
                  <a:pt x="3954" y="3067"/>
                </a:lnTo>
                <a:lnTo>
                  <a:pt x="3953" y="3067"/>
                </a:lnTo>
                <a:lnTo>
                  <a:pt x="3952" y="3067"/>
                </a:lnTo>
                <a:lnTo>
                  <a:pt x="3951" y="3067"/>
                </a:lnTo>
                <a:lnTo>
                  <a:pt x="3950" y="3067"/>
                </a:lnTo>
                <a:lnTo>
                  <a:pt x="3950" y="3068"/>
                </a:lnTo>
                <a:lnTo>
                  <a:pt x="3949" y="3068"/>
                </a:lnTo>
                <a:lnTo>
                  <a:pt x="3949" y="3067"/>
                </a:lnTo>
                <a:lnTo>
                  <a:pt x="3950" y="3066"/>
                </a:lnTo>
                <a:lnTo>
                  <a:pt x="3951" y="3066"/>
                </a:lnTo>
                <a:lnTo>
                  <a:pt x="3951" y="3065"/>
                </a:lnTo>
                <a:lnTo>
                  <a:pt x="3952" y="3065"/>
                </a:lnTo>
                <a:lnTo>
                  <a:pt x="3952" y="3064"/>
                </a:lnTo>
                <a:lnTo>
                  <a:pt x="3953" y="3064"/>
                </a:lnTo>
                <a:lnTo>
                  <a:pt x="3953" y="3063"/>
                </a:lnTo>
                <a:lnTo>
                  <a:pt x="3955" y="3061"/>
                </a:lnTo>
                <a:lnTo>
                  <a:pt x="3954" y="3060"/>
                </a:lnTo>
                <a:lnTo>
                  <a:pt x="3953" y="3057"/>
                </a:lnTo>
                <a:lnTo>
                  <a:pt x="3952" y="3057"/>
                </a:lnTo>
                <a:lnTo>
                  <a:pt x="3952" y="3056"/>
                </a:lnTo>
                <a:lnTo>
                  <a:pt x="3951" y="3056"/>
                </a:lnTo>
                <a:lnTo>
                  <a:pt x="3952" y="3055"/>
                </a:lnTo>
                <a:lnTo>
                  <a:pt x="3952" y="3054"/>
                </a:lnTo>
                <a:lnTo>
                  <a:pt x="3953" y="3054"/>
                </a:lnTo>
                <a:lnTo>
                  <a:pt x="3953" y="3053"/>
                </a:lnTo>
                <a:lnTo>
                  <a:pt x="3953" y="3052"/>
                </a:lnTo>
                <a:lnTo>
                  <a:pt x="3953" y="3051"/>
                </a:lnTo>
                <a:lnTo>
                  <a:pt x="3952" y="3051"/>
                </a:lnTo>
                <a:lnTo>
                  <a:pt x="3952" y="3050"/>
                </a:lnTo>
                <a:lnTo>
                  <a:pt x="3952" y="3049"/>
                </a:lnTo>
                <a:lnTo>
                  <a:pt x="3953" y="3049"/>
                </a:lnTo>
                <a:lnTo>
                  <a:pt x="3954" y="3048"/>
                </a:lnTo>
                <a:lnTo>
                  <a:pt x="3955" y="3047"/>
                </a:lnTo>
                <a:lnTo>
                  <a:pt x="3956" y="3046"/>
                </a:lnTo>
                <a:lnTo>
                  <a:pt x="3957" y="3046"/>
                </a:lnTo>
                <a:lnTo>
                  <a:pt x="3957" y="3047"/>
                </a:lnTo>
                <a:lnTo>
                  <a:pt x="3957" y="3046"/>
                </a:lnTo>
                <a:lnTo>
                  <a:pt x="3956" y="3046"/>
                </a:lnTo>
                <a:lnTo>
                  <a:pt x="3955" y="3046"/>
                </a:lnTo>
                <a:lnTo>
                  <a:pt x="3954" y="3047"/>
                </a:lnTo>
                <a:lnTo>
                  <a:pt x="3953" y="3048"/>
                </a:lnTo>
                <a:lnTo>
                  <a:pt x="3953" y="3049"/>
                </a:lnTo>
                <a:lnTo>
                  <a:pt x="3952" y="3049"/>
                </a:lnTo>
                <a:lnTo>
                  <a:pt x="3951" y="3049"/>
                </a:lnTo>
                <a:lnTo>
                  <a:pt x="3950" y="3049"/>
                </a:lnTo>
                <a:lnTo>
                  <a:pt x="3949" y="3049"/>
                </a:lnTo>
                <a:lnTo>
                  <a:pt x="3949" y="3050"/>
                </a:lnTo>
                <a:lnTo>
                  <a:pt x="3948" y="3050"/>
                </a:lnTo>
                <a:lnTo>
                  <a:pt x="3947" y="3051"/>
                </a:lnTo>
                <a:lnTo>
                  <a:pt x="3946" y="3051"/>
                </a:lnTo>
                <a:lnTo>
                  <a:pt x="3945" y="3052"/>
                </a:lnTo>
                <a:lnTo>
                  <a:pt x="3945" y="3053"/>
                </a:lnTo>
                <a:lnTo>
                  <a:pt x="3946" y="3055"/>
                </a:lnTo>
                <a:lnTo>
                  <a:pt x="3946" y="3056"/>
                </a:lnTo>
                <a:lnTo>
                  <a:pt x="3946" y="3057"/>
                </a:lnTo>
                <a:lnTo>
                  <a:pt x="3945" y="3057"/>
                </a:lnTo>
                <a:lnTo>
                  <a:pt x="3945" y="3059"/>
                </a:lnTo>
                <a:lnTo>
                  <a:pt x="3945" y="3060"/>
                </a:lnTo>
                <a:lnTo>
                  <a:pt x="3946" y="3060"/>
                </a:lnTo>
                <a:lnTo>
                  <a:pt x="3946" y="3061"/>
                </a:lnTo>
                <a:lnTo>
                  <a:pt x="3946" y="3062"/>
                </a:lnTo>
                <a:lnTo>
                  <a:pt x="3945" y="3062"/>
                </a:lnTo>
                <a:lnTo>
                  <a:pt x="3944" y="3062"/>
                </a:lnTo>
                <a:lnTo>
                  <a:pt x="3944" y="3063"/>
                </a:lnTo>
                <a:lnTo>
                  <a:pt x="3944" y="3064"/>
                </a:lnTo>
                <a:lnTo>
                  <a:pt x="3943" y="3064"/>
                </a:lnTo>
                <a:lnTo>
                  <a:pt x="3942" y="3065"/>
                </a:lnTo>
                <a:lnTo>
                  <a:pt x="3942" y="3064"/>
                </a:lnTo>
                <a:lnTo>
                  <a:pt x="3942" y="3063"/>
                </a:lnTo>
                <a:lnTo>
                  <a:pt x="3941" y="3062"/>
                </a:lnTo>
                <a:lnTo>
                  <a:pt x="3942" y="3061"/>
                </a:lnTo>
                <a:lnTo>
                  <a:pt x="3942" y="3060"/>
                </a:lnTo>
                <a:lnTo>
                  <a:pt x="3942" y="3059"/>
                </a:lnTo>
                <a:lnTo>
                  <a:pt x="3943" y="3059"/>
                </a:lnTo>
                <a:lnTo>
                  <a:pt x="3943" y="3058"/>
                </a:lnTo>
                <a:lnTo>
                  <a:pt x="3943" y="3057"/>
                </a:lnTo>
                <a:lnTo>
                  <a:pt x="3943" y="3056"/>
                </a:lnTo>
                <a:lnTo>
                  <a:pt x="3942" y="3056"/>
                </a:lnTo>
                <a:lnTo>
                  <a:pt x="3941" y="3056"/>
                </a:lnTo>
                <a:lnTo>
                  <a:pt x="3942" y="3056"/>
                </a:lnTo>
                <a:lnTo>
                  <a:pt x="3942" y="3057"/>
                </a:lnTo>
                <a:lnTo>
                  <a:pt x="3943" y="3057"/>
                </a:lnTo>
                <a:lnTo>
                  <a:pt x="3942" y="3057"/>
                </a:lnTo>
                <a:lnTo>
                  <a:pt x="3942" y="3058"/>
                </a:lnTo>
                <a:lnTo>
                  <a:pt x="3942" y="3059"/>
                </a:lnTo>
                <a:lnTo>
                  <a:pt x="3941" y="3059"/>
                </a:lnTo>
                <a:lnTo>
                  <a:pt x="3941" y="3058"/>
                </a:lnTo>
                <a:lnTo>
                  <a:pt x="3941" y="3057"/>
                </a:lnTo>
                <a:lnTo>
                  <a:pt x="3940" y="3056"/>
                </a:lnTo>
                <a:lnTo>
                  <a:pt x="3940" y="3057"/>
                </a:lnTo>
                <a:lnTo>
                  <a:pt x="3940" y="3058"/>
                </a:lnTo>
                <a:lnTo>
                  <a:pt x="3940" y="3059"/>
                </a:lnTo>
                <a:lnTo>
                  <a:pt x="3941" y="3060"/>
                </a:lnTo>
                <a:lnTo>
                  <a:pt x="3941" y="3061"/>
                </a:lnTo>
                <a:lnTo>
                  <a:pt x="3941" y="3062"/>
                </a:lnTo>
                <a:lnTo>
                  <a:pt x="3939" y="3062"/>
                </a:lnTo>
                <a:lnTo>
                  <a:pt x="3939" y="3063"/>
                </a:lnTo>
                <a:lnTo>
                  <a:pt x="3938" y="3063"/>
                </a:lnTo>
                <a:lnTo>
                  <a:pt x="3937" y="3063"/>
                </a:lnTo>
                <a:lnTo>
                  <a:pt x="3936" y="3064"/>
                </a:lnTo>
                <a:lnTo>
                  <a:pt x="3935" y="3065"/>
                </a:lnTo>
                <a:lnTo>
                  <a:pt x="3934" y="3065"/>
                </a:lnTo>
                <a:lnTo>
                  <a:pt x="3933" y="3066"/>
                </a:lnTo>
                <a:lnTo>
                  <a:pt x="3933" y="3067"/>
                </a:lnTo>
                <a:lnTo>
                  <a:pt x="3932" y="3067"/>
                </a:lnTo>
                <a:lnTo>
                  <a:pt x="3932" y="3068"/>
                </a:lnTo>
                <a:lnTo>
                  <a:pt x="3931" y="3068"/>
                </a:lnTo>
                <a:lnTo>
                  <a:pt x="3930" y="3068"/>
                </a:lnTo>
                <a:lnTo>
                  <a:pt x="3930" y="3069"/>
                </a:lnTo>
                <a:lnTo>
                  <a:pt x="3929" y="3069"/>
                </a:lnTo>
                <a:lnTo>
                  <a:pt x="3929" y="3070"/>
                </a:lnTo>
                <a:lnTo>
                  <a:pt x="3928" y="3071"/>
                </a:lnTo>
                <a:lnTo>
                  <a:pt x="3928" y="3070"/>
                </a:lnTo>
                <a:lnTo>
                  <a:pt x="3928" y="3069"/>
                </a:lnTo>
                <a:lnTo>
                  <a:pt x="3928" y="3068"/>
                </a:lnTo>
                <a:lnTo>
                  <a:pt x="3928" y="3067"/>
                </a:lnTo>
                <a:lnTo>
                  <a:pt x="3929" y="3067"/>
                </a:lnTo>
                <a:lnTo>
                  <a:pt x="3929" y="3066"/>
                </a:lnTo>
                <a:lnTo>
                  <a:pt x="3928" y="3066"/>
                </a:lnTo>
                <a:lnTo>
                  <a:pt x="3928" y="3065"/>
                </a:lnTo>
                <a:lnTo>
                  <a:pt x="3927" y="3064"/>
                </a:lnTo>
                <a:lnTo>
                  <a:pt x="3928" y="3063"/>
                </a:lnTo>
                <a:lnTo>
                  <a:pt x="3927" y="3063"/>
                </a:lnTo>
                <a:lnTo>
                  <a:pt x="3926" y="3063"/>
                </a:lnTo>
                <a:lnTo>
                  <a:pt x="3925" y="3063"/>
                </a:lnTo>
                <a:lnTo>
                  <a:pt x="3924" y="3063"/>
                </a:lnTo>
                <a:lnTo>
                  <a:pt x="3923" y="3062"/>
                </a:lnTo>
                <a:lnTo>
                  <a:pt x="3923" y="3063"/>
                </a:lnTo>
                <a:lnTo>
                  <a:pt x="3922" y="3063"/>
                </a:lnTo>
                <a:lnTo>
                  <a:pt x="3920" y="3062"/>
                </a:lnTo>
                <a:lnTo>
                  <a:pt x="3919" y="3063"/>
                </a:lnTo>
                <a:lnTo>
                  <a:pt x="3918" y="3064"/>
                </a:lnTo>
                <a:lnTo>
                  <a:pt x="3917" y="3064"/>
                </a:lnTo>
                <a:lnTo>
                  <a:pt x="3917" y="3065"/>
                </a:lnTo>
                <a:lnTo>
                  <a:pt x="3918" y="3065"/>
                </a:lnTo>
                <a:lnTo>
                  <a:pt x="3919" y="3065"/>
                </a:lnTo>
                <a:lnTo>
                  <a:pt x="3918" y="3066"/>
                </a:lnTo>
                <a:lnTo>
                  <a:pt x="3918" y="3067"/>
                </a:lnTo>
                <a:lnTo>
                  <a:pt x="3917" y="3067"/>
                </a:lnTo>
                <a:lnTo>
                  <a:pt x="3917" y="3068"/>
                </a:lnTo>
                <a:lnTo>
                  <a:pt x="3917" y="3069"/>
                </a:lnTo>
                <a:lnTo>
                  <a:pt x="3918" y="3069"/>
                </a:lnTo>
                <a:lnTo>
                  <a:pt x="3918" y="3070"/>
                </a:lnTo>
                <a:lnTo>
                  <a:pt x="3918" y="3069"/>
                </a:lnTo>
                <a:lnTo>
                  <a:pt x="3919" y="3069"/>
                </a:lnTo>
                <a:lnTo>
                  <a:pt x="3920" y="3069"/>
                </a:lnTo>
                <a:lnTo>
                  <a:pt x="3921" y="3068"/>
                </a:lnTo>
                <a:lnTo>
                  <a:pt x="3922" y="3068"/>
                </a:lnTo>
                <a:lnTo>
                  <a:pt x="3922" y="3069"/>
                </a:lnTo>
                <a:lnTo>
                  <a:pt x="3923" y="3069"/>
                </a:lnTo>
                <a:lnTo>
                  <a:pt x="3923" y="3070"/>
                </a:lnTo>
                <a:lnTo>
                  <a:pt x="3922" y="3070"/>
                </a:lnTo>
                <a:lnTo>
                  <a:pt x="3921" y="3070"/>
                </a:lnTo>
                <a:lnTo>
                  <a:pt x="3920" y="3071"/>
                </a:lnTo>
                <a:lnTo>
                  <a:pt x="3920" y="3072"/>
                </a:lnTo>
                <a:lnTo>
                  <a:pt x="3920" y="3073"/>
                </a:lnTo>
                <a:lnTo>
                  <a:pt x="3920" y="3074"/>
                </a:lnTo>
                <a:lnTo>
                  <a:pt x="3919" y="3074"/>
                </a:lnTo>
                <a:lnTo>
                  <a:pt x="3917" y="3074"/>
                </a:lnTo>
                <a:lnTo>
                  <a:pt x="3917" y="3073"/>
                </a:lnTo>
                <a:lnTo>
                  <a:pt x="3916" y="3073"/>
                </a:lnTo>
                <a:lnTo>
                  <a:pt x="3915" y="3073"/>
                </a:lnTo>
                <a:lnTo>
                  <a:pt x="3915" y="3072"/>
                </a:lnTo>
                <a:lnTo>
                  <a:pt x="3915" y="3071"/>
                </a:lnTo>
                <a:lnTo>
                  <a:pt x="3916" y="3071"/>
                </a:lnTo>
                <a:lnTo>
                  <a:pt x="3917" y="3071"/>
                </a:lnTo>
                <a:lnTo>
                  <a:pt x="3918" y="3071"/>
                </a:lnTo>
                <a:lnTo>
                  <a:pt x="3917" y="3071"/>
                </a:lnTo>
                <a:lnTo>
                  <a:pt x="3916" y="3071"/>
                </a:lnTo>
                <a:lnTo>
                  <a:pt x="3915" y="3070"/>
                </a:lnTo>
                <a:lnTo>
                  <a:pt x="3915" y="3071"/>
                </a:lnTo>
                <a:lnTo>
                  <a:pt x="3914" y="3071"/>
                </a:lnTo>
                <a:lnTo>
                  <a:pt x="3914" y="3070"/>
                </a:lnTo>
                <a:lnTo>
                  <a:pt x="3913" y="3070"/>
                </a:lnTo>
                <a:lnTo>
                  <a:pt x="3911" y="3069"/>
                </a:lnTo>
                <a:lnTo>
                  <a:pt x="3910" y="3069"/>
                </a:lnTo>
                <a:lnTo>
                  <a:pt x="3910" y="3070"/>
                </a:lnTo>
                <a:lnTo>
                  <a:pt x="3911" y="3071"/>
                </a:lnTo>
                <a:lnTo>
                  <a:pt x="3911" y="3072"/>
                </a:lnTo>
                <a:lnTo>
                  <a:pt x="3909" y="3075"/>
                </a:lnTo>
                <a:lnTo>
                  <a:pt x="3908" y="3075"/>
                </a:lnTo>
                <a:lnTo>
                  <a:pt x="3909" y="3075"/>
                </a:lnTo>
                <a:lnTo>
                  <a:pt x="3908" y="3076"/>
                </a:lnTo>
                <a:lnTo>
                  <a:pt x="3909" y="3076"/>
                </a:lnTo>
                <a:lnTo>
                  <a:pt x="3908" y="3077"/>
                </a:lnTo>
                <a:lnTo>
                  <a:pt x="3909" y="3078"/>
                </a:lnTo>
                <a:lnTo>
                  <a:pt x="3910" y="3078"/>
                </a:lnTo>
                <a:lnTo>
                  <a:pt x="3909" y="3079"/>
                </a:lnTo>
                <a:lnTo>
                  <a:pt x="3908" y="3079"/>
                </a:lnTo>
                <a:lnTo>
                  <a:pt x="3907" y="3079"/>
                </a:lnTo>
                <a:lnTo>
                  <a:pt x="3906" y="3079"/>
                </a:lnTo>
                <a:lnTo>
                  <a:pt x="3905" y="3080"/>
                </a:lnTo>
                <a:lnTo>
                  <a:pt x="3905" y="3079"/>
                </a:lnTo>
                <a:lnTo>
                  <a:pt x="3905" y="3080"/>
                </a:lnTo>
                <a:lnTo>
                  <a:pt x="3906" y="3080"/>
                </a:lnTo>
                <a:lnTo>
                  <a:pt x="3907" y="3080"/>
                </a:lnTo>
                <a:lnTo>
                  <a:pt x="3908" y="3080"/>
                </a:lnTo>
                <a:lnTo>
                  <a:pt x="3909" y="3081"/>
                </a:lnTo>
                <a:lnTo>
                  <a:pt x="3908" y="3081"/>
                </a:lnTo>
                <a:lnTo>
                  <a:pt x="3908" y="3082"/>
                </a:lnTo>
                <a:lnTo>
                  <a:pt x="3908" y="3083"/>
                </a:lnTo>
                <a:lnTo>
                  <a:pt x="3908" y="3084"/>
                </a:lnTo>
                <a:lnTo>
                  <a:pt x="3909" y="3084"/>
                </a:lnTo>
                <a:lnTo>
                  <a:pt x="3909" y="3083"/>
                </a:lnTo>
                <a:lnTo>
                  <a:pt x="3909" y="3084"/>
                </a:lnTo>
                <a:lnTo>
                  <a:pt x="3908" y="3084"/>
                </a:lnTo>
                <a:lnTo>
                  <a:pt x="3907" y="3084"/>
                </a:lnTo>
                <a:lnTo>
                  <a:pt x="3906" y="3085"/>
                </a:lnTo>
                <a:lnTo>
                  <a:pt x="3906" y="3086"/>
                </a:lnTo>
                <a:lnTo>
                  <a:pt x="3905" y="3087"/>
                </a:lnTo>
                <a:lnTo>
                  <a:pt x="3905" y="3086"/>
                </a:lnTo>
                <a:lnTo>
                  <a:pt x="3904" y="3086"/>
                </a:lnTo>
                <a:lnTo>
                  <a:pt x="3904" y="3085"/>
                </a:lnTo>
                <a:lnTo>
                  <a:pt x="3903" y="3085"/>
                </a:lnTo>
                <a:lnTo>
                  <a:pt x="3903" y="3086"/>
                </a:lnTo>
                <a:lnTo>
                  <a:pt x="3904" y="3086"/>
                </a:lnTo>
                <a:lnTo>
                  <a:pt x="3904" y="3087"/>
                </a:lnTo>
                <a:lnTo>
                  <a:pt x="3904" y="3088"/>
                </a:lnTo>
                <a:lnTo>
                  <a:pt x="3904" y="3089"/>
                </a:lnTo>
                <a:lnTo>
                  <a:pt x="3903" y="3089"/>
                </a:lnTo>
                <a:lnTo>
                  <a:pt x="3903" y="3090"/>
                </a:lnTo>
                <a:lnTo>
                  <a:pt x="3902" y="3091"/>
                </a:lnTo>
                <a:lnTo>
                  <a:pt x="3902" y="3092"/>
                </a:lnTo>
                <a:lnTo>
                  <a:pt x="3901" y="3092"/>
                </a:lnTo>
                <a:lnTo>
                  <a:pt x="3901" y="3093"/>
                </a:lnTo>
                <a:lnTo>
                  <a:pt x="3900" y="3093"/>
                </a:lnTo>
                <a:lnTo>
                  <a:pt x="3900" y="3092"/>
                </a:lnTo>
                <a:lnTo>
                  <a:pt x="3900" y="3093"/>
                </a:lnTo>
                <a:lnTo>
                  <a:pt x="3899" y="3093"/>
                </a:lnTo>
                <a:lnTo>
                  <a:pt x="3899" y="3094"/>
                </a:lnTo>
                <a:lnTo>
                  <a:pt x="3899" y="3095"/>
                </a:lnTo>
                <a:lnTo>
                  <a:pt x="3900" y="3096"/>
                </a:lnTo>
                <a:lnTo>
                  <a:pt x="3900" y="3099"/>
                </a:lnTo>
                <a:lnTo>
                  <a:pt x="3900" y="3100"/>
                </a:lnTo>
                <a:lnTo>
                  <a:pt x="3900" y="3101"/>
                </a:lnTo>
                <a:lnTo>
                  <a:pt x="3901" y="3101"/>
                </a:lnTo>
                <a:lnTo>
                  <a:pt x="3901" y="3102"/>
                </a:lnTo>
                <a:lnTo>
                  <a:pt x="3902" y="3102"/>
                </a:lnTo>
                <a:lnTo>
                  <a:pt x="3903" y="3102"/>
                </a:lnTo>
                <a:lnTo>
                  <a:pt x="3904" y="3102"/>
                </a:lnTo>
                <a:lnTo>
                  <a:pt x="3903" y="3102"/>
                </a:lnTo>
                <a:lnTo>
                  <a:pt x="3902" y="3103"/>
                </a:lnTo>
                <a:lnTo>
                  <a:pt x="3902" y="3104"/>
                </a:lnTo>
                <a:lnTo>
                  <a:pt x="3903" y="3104"/>
                </a:lnTo>
                <a:lnTo>
                  <a:pt x="3902" y="3104"/>
                </a:lnTo>
                <a:lnTo>
                  <a:pt x="3902" y="3105"/>
                </a:lnTo>
                <a:lnTo>
                  <a:pt x="3901" y="3104"/>
                </a:lnTo>
                <a:lnTo>
                  <a:pt x="3901" y="3103"/>
                </a:lnTo>
                <a:lnTo>
                  <a:pt x="3900" y="3103"/>
                </a:lnTo>
                <a:lnTo>
                  <a:pt x="3899" y="3103"/>
                </a:lnTo>
                <a:lnTo>
                  <a:pt x="3899" y="3102"/>
                </a:lnTo>
                <a:lnTo>
                  <a:pt x="3898" y="3101"/>
                </a:lnTo>
                <a:lnTo>
                  <a:pt x="3898" y="3100"/>
                </a:lnTo>
                <a:lnTo>
                  <a:pt x="3897" y="3100"/>
                </a:lnTo>
                <a:lnTo>
                  <a:pt x="3897" y="3099"/>
                </a:lnTo>
                <a:lnTo>
                  <a:pt x="3896" y="3099"/>
                </a:lnTo>
                <a:lnTo>
                  <a:pt x="3896" y="3100"/>
                </a:lnTo>
                <a:lnTo>
                  <a:pt x="3897" y="3100"/>
                </a:lnTo>
                <a:lnTo>
                  <a:pt x="3898" y="3100"/>
                </a:lnTo>
                <a:lnTo>
                  <a:pt x="3898" y="3101"/>
                </a:lnTo>
                <a:lnTo>
                  <a:pt x="3897" y="3101"/>
                </a:lnTo>
                <a:lnTo>
                  <a:pt x="3896" y="3101"/>
                </a:lnTo>
                <a:lnTo>
                  <a:pt x="3895" y="3101"/>
                </a:lnTo>
                <a:lnTo>
                  <a:pt x="3895" y="3102"/>
                </a:lnTo>
                <a:lnTo>
                  <a:pt x="3894" y="3102"/>
                </a:lnTo>
                <a:lnTo>
                  <a:pt x="3893" y="3103"/>
                </a:lnTo>
                <a:lnTo>
                  <a:pt x="3892" y="3103"/>
                </a:lnTo>
                <a:lnTo>
                  <a:pt x="3892" y="3104"/>
                </a:lnTo>
                <a:lnTo>
                  <a:pt x="3891" y="3105"/>
                </a:lnTo>
                <a:lnTo>
                  <a:pt x="3890" y="3106"/>
                </a:lnTo>
                <a:lnTo>
                  <a:pt x="3890" y="3107"/>
                </a:lnTo>
                <a:lnTo>
                  <a:pt x="3889" y="3109"/>
                </a:lnTo>
                <a:lnTo>
                  <a:pt x="3888" y="3109"/>
                </a:lnTo>
                <a:lnTo>
                  <a:pt x="3887" y="3108"/>
                </a:lnTo>
                <a:lnTo>
                  <a:pt x="3888" y="3108"/>
                </a:lnTo>
                <a:lnTo>
                  <a:pt x="3887" y="3108"/>
                </a:lnTo>
                <a:lnTo>
                  <a:pt x="3886" y="3107"/>
                </a:lnTo>
                <a:lnTo>
                  <a:pt x="3886" y="3108"/>
                </a:lnTo>
                <a:lnTo>
                  <a:pt x="3885" y="3107"/>
                </a:lnTo>
                <a:lnTo>
                  <a:pt x="3885" y="3106"/>
                </a:lnTo>
                <a:lnTo>
                  <a:pt x="3886" y="3106"/>
                </a:lnTo>
                <a:lnTo>
                  <a:pt x="3887" y="3104"/>
                </a:lnTo>
                <a:lnTo>
                  <a:pt x="3886" y="3104"/>
                </a:lnTo>
                <a:lnTo>
                  <a:pt x="3886" y="3105"/>
                </a:lnTo>
                <a:lnTo>
                  <a:pt x="3885" y="3105"/>
                </a:lnTo>
                <a:lnTo>
                  <a:pt x="3885" y="3106"/>
                </a:lnTo>
                <a:lnTo>
                  <a:pt x="3885" y="3107"/>
                </a:lnTo>
                <a:lnTo>
                  <a:pt x="3884" y="3107"/>
                </a:lnTo>
                <a:lnTo>
                  <a:pt x="3883" y="3107"/>
                </a:lnTo>
                <a:lnTo>
                  <a:pt x="3881" y="3109"/>
                </a:lnTo>
                <a:lnTo>
                  <a:pt x="3881" y="3110"/>
                </a:lnTo>
                <a:lnTo>
                  <a:pt x="3880" y="3110"/>
                </a:lnTo>
                <a:lnTo>
                  <a:pt x="3880" y="3111"/>
                </a:lnTo>
                <a:lnTo>
                  <a:pt x="3880" y="3112"/>
                </a:lnTo>
                <a:lnTo>
                  <a:pt x="3879" y="3112"/>
                </a:lnTo>
                <a:lnTo>
                  <a:pt x="3879" y="3113"/>
                </a:lnTo>
                <a:lnTo>
                  <a:pt x="3879" y="3114"/>
                </a:lnTo>
                <a:lnTo>
                  <a:pt x="3879" y="3115"/>
                </a:lnTo>
                <a:lnTo>
                  <a:pt x="3879" y="3116"/>
                </a:lnTo>
                <a:lnTo>
                  <a:pt x="3880" y="3116"/>
                </a:lnTo>
                <a:lnTo>
                  <a:pt x="3881" y="3117"/>
                </a:lnTo>
                <a:lnTo>
                  <a:pt x="3881" y="3118"/>
                </a:lnTo>
                <a:lnTo>
                  <a:pt x="3880" y="3118"/>
                </a:lnTo>
                <a:lnTo>
                  <a:pt x="3880" y="3119"/>
                </a:lnTo>
                <a:lnTo>
                  <a:pt x="3880" y="3120"/>
                </a:lnTo>
                <a:lnTo>
                  <a:pt x="3880" y="3121"/>
                </a:lnTo>
                <a:lnTo>
                  <a:pt x="3880" y="3122"/>
                </a:lnTo>
                <a:lnTo>
                  <a:pt x="3881" y="3122"/>
                </a:lnTo>
                <a:lnTo>
                  <a:pt x="3881" y="3123"/>
                </a:lnTo>
                <a:lnTo>
                  <a:pt x="3881" y="3124"/>
                </a:lnTo>
                <a:lnTo>
                  <a:pt x="3882" y="3124"/>
                </a:lnTo>
                <a:lnTo>
                  <a:pt x="3881" y="3125"/>
                </a:lnTo>
                <a:lnTo>
                  <a:pt x="3881" y="3126"/>
                </a:lnTo>
                <a:lnTo>
                  <a:pt x="3880" y="3126"/>
                </a:lnTo>
                <a:lnTo>
                  <a:pt x="3879" y="3126"/>
                </a:lnTo>
                <a:lnTo>
                  <a:pt x="3878" y="3126"/>
                </a:lnTo>
                <a:lnTo>
                  <a:pt x="3877" y="3127"/>
                </a:lnTo>
                <a:lnTo>
                  <a:pt x="3877" y="3128"/>
                </a:lnTo>
                <a:lnTo>
                  <a:pt x="3877" y="3129"/>
                </a:lnTo>
                <a:lnTo>
                  <a:pt x="3877" y="3130"/>
                </a:lnTo>
                <a:lnTo>
                  <a:pt x="3876" y="3131"/>
                </a:lnTo>
                <a:lnTo>
                  <a:pt x="3876" y="3132"/>
                </a:lnTo>
                <a:lnTo>
                  <a:pt x="3876" y="3133"/>
                </a:lnTo>
                <a:lnTo>
                  <a:pt x="3875" y="3133"/>
                </a:lnTo>
                <a:lnTo>
                  <a:pt x="3874" y="3133"/>
                </a:lnTo>
                <a:lnTo>
                  <a:pt x="3874" y="3132"/>
                </a:lnTo>
                <a:lnTo>
                  <a:pt x="3873" y="3132"/>
                </a:lnTo>
                <a:lnTo>
                  <a:pt x="3872" y="3132"/>
                </a:lnTo>
                <a:lnTo>
                  <a:pt x="3872" y="3131"/>
                </a:lnTo>
                <a:lnTo>
                  <a:pt x="3871" y="3132"/>
                </a:lnTo>
                <a:lnTo>
                  <a:pt x="3870" y="3132"/>
                </a:lnTo>
                <a:lnTo>
                  <a:pt x="3869" y="3133"/>
                </a:lnTo>
                <a:lnTo>
                  <a:pt x="3868" y="3133"/>
                </a:lnTo>
                <a:lnTo>
                  <a:pt x="3867" y="3133"/>
                </a:lnTo>
                <a:lnTo>
                  <a:pt x="3866" y="3133"/>
                </a:lnTo>
                <a:lnTo>
                  <a:pt x="3865" y="3133"/>
                </a:lnTo>
                <a:lnTo>
                  <a:pt x="3865" y="3134"/>
                </a:lnTo>
                <a:lnTo>
                  <a:pt x="3865" y="3133"/>
                </a:lnTo>
                <a:lnTo>
                  <a:pt x="3864" y="3133"/>
                </a:lnTo>
                <a:lnTo>
                  <a:pt x="3863" y="3133"/>
                </a:lnTo>
                <a:lnTo>
                  <a:pt x="3862" y="3132"/>
                </a:lnTo>
                <a:lnTo>
                  <a:pt x="3861" y="3132"/>
                </a:lnTo>
                <a:lnTo>
                  <a:pt x="3860" y="3131"/>
                </a:lnTo>
                <a:lnTo>
                  <a:pt x="3860" y="3130"/>
                </a:lnTo>
                <a:lnTo>
                  <a:pt x="3859" y="3130"/>
                </a:lnTo>
                <a:lnTo>
                  <a:pt x="3857" y="3130"/>
                </a:lnTo>
                <a:lnTo>
                  <a:pt x="3857" y="3131"/>
                </a:lnTo>
                <a:lnTo>
                  <a:pt x="3855" y="3131"/>
                </a:lnTo>
                <a:lnTo>
                  <a:pt x="3854" y="3132"/>
                </a:lnTo>
                <a:lnTo>
                  <a:pt x="3853" y="3133"/>
                </a:lnTo>
                <a:lnTo>
                  <a:pt x="3852" y="3133"/>
                </a:lnTo>
                <a:lnTo>
                  <a:pt x="3852" y="3134"/>
                </a:lnTo>
                <a:lnTo>
                  <a:pt x="3851" y="3134"/>
                </a:lnTo>
                <a:lnTo>
                  <a:pt x="3850" y="3135"/>
                </a:lnTo>
                <a:lnTo>
                  <a:pt x="3849" y="3136"/>
                </a:lnTo>
                <a:lnTo>
                  <a:pt x="3849" y="3137"/>
                </a:lnTo>
                <a:lnTo>
                  <a:pt x="3847" y="3139"/>
                </a:lnTo>
                <a:lnTo>
                  <a:pt x="3846" y="3140"/>
                </a:lnTo>
                <a:lnTo>
                  <a:pt x="3844" y="3142"/>
                </a:lnTo>
                <a:lnTo>
                  <a:pt x="3843" y="3142"/>
                </a:lnTo>
                <a:lnTo>
                  <a:pt x="3843" y="3143"/>
                </a:lnTo>
                <a:lnTo>
                  <a:pt x="3842" y="3143"/>
                </a:lnTo>
                <a:lnTo>
                  <a:pt x="3841" y="3143"/>
                </a:lnTo>
                <a:lnTo>
                  <a:pt x="3840" y="3144"/>
                </a:lnTo>
                <a:lnTo>
                  <a:pt x="3839" y="3145"/>
                </a:lnTo>
                <a:lnTo>
                  <a:pt x="3838" y="3144"/>
                </a:lnTo>
                <a:lnTo>
                  <a:pt x="3838" y="3143"/>
                </a:lnTo>
                <a:lnTo>
                  <a:pt x="3838" y="3142"/>
                </a:lnTo>
                <a:lnTo>
                  <a:pt x="3837" y="3142"/>
                </a:lnTo>
                <a:lnTo>
                  <a:pt x="3834" y="3142"/>
                </a:lnTo>
                <a:lnTo>
                  <a:pt x="3833" y="3142"/>
                </a:lnTo>
                <a:lnTo>
                  <a:pt x="3832" y="3143"/>
                </a:lnTo>
                <a:lnTo>
                  <a:pt x="3831" y="3143"/>
                </a:lnTo>
                <a:lnTo>
                  <a:pt x="3830" y="3143"/>
                </a:lnTo>
                <a:lnTo>
                  <a:pt x="3829" y="3144"/>
                </a:lnTo>
                <a:lnTo>
                  <a:pt x="3828" y="3144"/>
                </a:lnTo>
                <a:lnTo>
                  <a:pt x="3828" y="3145"/>
                </a:lnTo>
                <a:lnTo>
                  <a:pt x="3827" y="3147"/>
                </a:lnTo>
                <a:lnTo>
                  <a:pt x="3826" y="3147"/>
                </a:lnTo>
                <a:lnTo>
                  <a:pt x="3827" y="3147"/>
                </a:lnTo>
                <a:lnTo>
                  <a:pt x="3827" y="3145"/>
                </a:lnTo>
                <a:lnTo>
                  <a:pt x="3826" y="3145"/>
                </a:lnTo>
                <a:lnTo>
                  <a:pt x="3826" y="3147"/>
                </a:lnTo>
                <a:lnTo>
                  <a:pt x="3825" y="3147"/>
                </a:lnTo>
                <a:lnTo>
                  <a:pt x="3824" y="3147"/>
                </a:lnTo>
                <a:lnTo>
                  <a:pt x="3823" y="3148"/>
                </a:lnTo>
                <a:lnTo>
                  <a:pt x="3822" y="3148"/>
                </a:lnTo>
                <a:lnTo>
                  <a:pt x="3822" y="3149"/>
                </a:lnTo>
                <a:lnTo>
                  <a:pt x="3822" y="3148"/>
                </a:lnTo>
                <a:lnTo>
                  <a:pt x="3821" y="3148"/>
                </a:lnTo>
                <a:lnTo>
                  <a:pt x="3820" y="3148"/>
                </a:lnTo>
                <a:lnTo>
                  <a:pt x="3819" y="3149"/>
                </a:lnTo>
                <a:lnTo>
                  <a:pt x="3818" y="3149"/>
                </a:lnTo>
                <a:lnTo>
                  <a:pt x="3818" y="3150"/>
                </a:lnTo>
                <a:lnTo>
                  <a:pt x="3817" y="3150"/>
                </a:lnTo>
                <a:lnTo>
                  <a:pt x="3816" y="3152"/>
                </a:lnTo>
                <a:lnTo>
                  <a:pt x="3815" y="3152"/>
                </a:lnTo>
                <a:lnTo>
                  <a:pt x="3815" y="3154"/>
                </a:lnTo>
                <a:lnTo>
                  <a:pt x="3814" y="3154"/>
                </a:lnTo>
                <a:lnTo>
                  <a:pt x="3814" y="3153"/>
                </a:lnTo>
                <a:lnTo>
                  <a:pt x="3813" y="3153"/>
                </a:lnTo>
                <a:lnTo>
                  <a:pt x="3812" y="3152"/>
                </a:lnTo>
                <a:lnTo>
                  <a:pt x="3813" y="3152"/>
                </a:lnTo>
                <a:lnTo>
                  <a:pt x="3813" y="3151"/>
                </a:lnTo>
                <a:lnTo>
                  <a:pt x="3813" y="3150"/>
                </a:lnTo>
                <a:lnTo>
                  <a:pt x="3813" y="3149"/>
                </a:lnTo>
                <a:lnTo>
                  <a:pt x="3813" y="3148"/>
                </a:lnTo>
                <a:lnTo>
                  <a:pt x="3812" y="3147"/>
                </a:lnTo>
                <a:lnTo>
                  <a:pt x="3812" y="3145"/>
                </a:lnTo>
                <a:lnTo>
                  <a:pt x="3813" y="3145"/>
                </a:lnTo>
                <a:lnTo>
                  <a:pt x="3814" y="3147"/>
                </a:lnTo>
                <a:lnTo>
                  <a:pt x="3814" y="3145"/>
                </a:lnTo>
                <a:lnTo>
                  <a:pt x="3813" y="3145"/>
                </a:lnTo>
                <a:lnTo>
                  <a:pt x="3813" y="3144"/>
                </a:lnTo>
                <a:lnTo>
                  <a:pt x="3812" y="3144"/>
                </a:lnTo>
                <a:lnTo>
                  <a:pt x="3811" y="3144"/>
                </a:lnTo>
                <a:lnTo>
                  <a:pt x="3810" y="3143"/>
                </a:lnTo>
                <a:lnTo>
                  <a:pt x="3809" y="3142"/>
                </a:lnTo>
                <a:lnTo>
                  <a:pt x="3808" y="3142"/>
                </a:lnTo>
                <a:lnTo>
                  <a:pt x="3806" y="3142"/>
                </a:lnTo>
                <a:lnTo>
                  <a:pt x="3806" y="3141"/>
                </a:lnTo>
                <a:lnTo>
                  <a:pt x="3805" y="3141"/>
                </a:lnTo>
                <a:lnTo>
                  <a:pt x="3804" y="3142"/>
                </a:lnTo>
                <a:lnTo>
                  <a:pt x="3803" y="3142"/>
                </a:lnTo>
                <a:lnTo>
                  <a:pt x="3803" y="3141"/>
                </a:lnTo>
                <a:lnTo>
                  <a:pt x="3804" y="3141"/>
                </a:lnTo>
                <a:lnTo>
                  <a:pt x="3804" y="3140"/>
                </a:lnTo>
                <a:lnTo>
                  <a:pt x="3804" y="3139"/>
                </a:lnTo>
                <a:lnTo>
                  <a:pt x="3803" y="3139"/>
                </a:lnTo>
                <a:lnTo>
                  <a:pt x="3802" y="3139"/>
                </a:lnTo>
                <a:lnTo>
                  <a:pt x="3801" y="3139"/>
                </a:lnTo>
                <a:lnTo>
                  <a:pt x="3800" y="3139"/>
                </a:lnTo>
                <a:lnTo>
                  <a:pt x="3799" y="3139"/>
                </a:lnTo>
                <a:lnTo>
                  <a:pt x="3798" y="3140"/>
                </a:lnTo>
                <a:lnTo>
                  <a:pt x="3797" y="3140"/>
                </a:lnTo>
                <a:lnTo>
                  <a:pt x="3796" y="3140"/>
                </a:lnTo>
                <a:lnTo>
                  <a:pt x="3795" y="3140"/>
                </a:lnTo>
                <a:lnTo>
                  <a:pt x="3795" y="3141"/>
                </a:lnTo>
                <a:lnTo>
                  <a:pt x="3794" y="3142"/>
                </a:lnTo>
                <a:lnTo>
                  <a:pt x="3792" y="3143"/>
                </a:lnTo>
                <a:lnTo>
                  <a:pt x="3791" y="3144"/>
                </a:lnTo>
                <a:lnTo>
                  <a:pt x="3791" y="3145"/>
                </a:lnTo>
                <a:lnTo>
                  <a:pt x="3791" y="3147"/>
                </a:lnTo>
                <a:lnTo>
                  <a:pt x="3791" y="3148"/>
                </a:lnTo>
                <a:lnTo>
                  <a:pt x="3790" y="3148"/>
                </a:lnTo>
                <a:lnTo>
                  <a:pt x="3789" y="3149"/>
                </a:lnTo>
                <a:lnTo>
                  <a:pt x="3789" y="3150"/>
                </a:lnTo>
                <a:lnTo>
                  <a:pt x="3788" y="3151"/>
                </a:lnTo>
                <a:lnTo>
                  <a:pt x="3789" y="3151"/>
                </a:lnTo>
                <a:lnTo>
                  <a:pt x="3788" y="3152"/>
                </a:lnTo>
                <a:lnTo>
                  <a:pt x="3788" y="3153"/>
                </a:lnTo>
                <a:lnTo>
                  <a:pt x="3789" y="3154"/>
                </a:lnTo>
                <a:lnTo>
                  <a:pt x="3789" y="3155"/>
                </a:lnTo>
                <a:lnTo>
                  <a:pt x="3789" y="3156"/>
                </a:lnTo>
                <a:lnTo>
                  <a:pt x="3790" y="3156"/>
                </a:lnTo>
                <a:lnTo>
                  <a:pt x="3790" y="3155"/>
                </a:lnTo>
                <a:lnTo>
                  <a:pt x="3791" y="3155"/>
                </a:lnTo>
                <a:lnTo>
                  <a:pt x="3791" y="3154"/>
                </a:lnTo>
                <a:lnTo>
                  <a:pt x="3791" y="3153"/>
                </a:lnTo>
                <a:lnTo>
                  <a:pt x="3791" y="3154"/>
                </a:lnTo>
                <a:lnTo>
                  <a:pt x="3791" y="3153"/>
                </a:lnTo>
                <a:lnTo>
                  <a:pt x="3791" y="3152"/>
                </a:lnTo>
                <a:lnTo>
                  <a:pt x="3791" y="3153"/>
                </a:lnTo>
                <a:lnTo>
                  <a:pt x="3792" y="3153"/>
                </a:lnTo>
                <a:lnTo>
                  <a:pt x="3793" y="3154"/>
                </a:lnTo>
                <a:lnTo>
                  <a:pt x="3793" y="3153"/>
                </a:lnTo>
                <a:lnTo>
                  <a:pt x="3794" y="3153"/>
                </a:lnTo>
                <a:lnTo>
                  <a:pt x="3795" y="3152"/>
                </a:lnTo>
                <a:lnTo>
                  <a:pt x="3795" y="3153"/>
                </a:lnTo>
                <a:lnTo>
                  <a:pt x="3795" y="3154"/>
                </a:lnTo>
                <a:lnTo>
                  <a:pt x="3794" y="3154"/>
                </a:lnTo>
                <a:lnTo>
                  <a:pt x="3793" y="3155"/>
                </a:lnTo>
                <a:lnTo>
                  <a:pt x="3792" y="3156"/>
                </a:lnTo>
                <a:lnTo>
                  <a:pt x="3791" y="3157"/>
                </a:lnTo>
                <a:lnTo>
                  <a:pt x="3791" y="3158"/>
                </a:lnTo>
                <a:lnTo>
                  <a:pt x="3791" y="3159"/>
                </a:lnTo>
                <a:lnTo>
                  <a:pt x="3792" y="3160"/>
                </a:lnTo>
                <a:lnTo>
                  <a:pt x="3793" y="3161"/>
                </a:lnTo>
                <a:lnTo>
                  <a:pt x="3792" y="3161"/>
                </a:lnTo>
                <a:lnTo>
                  <a:pt x="3792" y="3162"/>
                </a:lnTo>
                <a:lnTo>
                  <a:pt x="3792" y="3163"/>
                </a:lnTo>
                <a:lnTo>
                  <a:pt x="3792" y="3162"/>
                </a:lnTo>
                <a:lnTo>
                  <a:pt x="3791" y="3162"/>
                </a:lnTo>
                <a:lnTo>
                  <a:pt x="3791" y="3161"/>
                </a:lnTo>
                <a:lnTo>
                  <a:pt x="3790" y="3161"/>
                </a:lnTo>
                <a:lnTo>
                  <a:pt x="3789" y="3161"/>
                </a:lnTo>
                <a:lnTo>
                  <a:pt x="3788" y="3160"/>
                </a:lnTo>
                <a:lnTo>
                  <a:pt x="3788" y="3161"/>
                </a:lnTo>
                <a:lnTo>
                  <a:pt x="3788" y="3160"/>
                </a:lnTo>
                <a:lnTo>
                  <a:pt x="3787" y="3160"/>
                </a:lnTo>
                <a:lnTo>
                  <a:pt x="3787" y="3159"/>
                </a:lnTo>
                <a:lnTo>
                  <a:pt x="3786" y="3159"/>
                </a:lnTo>
                <a:lnTo>
                  <a:pt x="3785" y="3159"/>
                </a:lnTo>
                <a:lnTo>
                  <a:pt x="3784" y="3159"/>
                </a:lnTo>
                <a:lnTo>
                  <a:pt x="3784" y="3158"/>
                </a:lnTo>
                <a:lnTo>
                  <a:pt x="3783" y="3158"/>
                </a:lnTo>
                <a:lnTo>
                  <a:pt x="3782" y="3158"/>
                </a:lnTo>
                <a:lnTo>
                  <a:pt x="3781" y="3158"/>
                </a:lnTo>
                <a:lnTo>
                  <a:pt x="3780" y="3158"/>
                </a:lnTo>
                <a:lnTo>
                  <a:pt x="3779" y="3158"/>
                </a:lnTo>
                <a:lnTo>
                  <a:pt x="3779" y="3159"/>
                </a:lnTo>
                <a:lnTo>
                  <a:pt x="3778" y="3159"/>
                </a:lnTo>
                <a:lnTo>
                  <a:pt x="3777" y="3159"/>
                </a:lnTo>
                <a:lnTo>
                  <a:pt x="3776" y="3159"/>
                </a:lnTo>
                <a:lnTo>
                  <a:pt x="3775" y="3159"/>
                </a:lnTo>
                <a:lnTo>
                  <a:pt x="3775" y="3158"/>
                </a:lnTo>
                <a:lnTo>
                  <a:pt x="3774" y="3158"/>
                </a:lnTo>
                <a:lnTo>
                  <a:pt x="3773" y="3158"/>
                </a:lnTo>
                <a:lnTo>
                  <a:pt x="3773" y="3157"/>
                </a:lnTo>
                <a:lnTo>
                  <a:pt x="3772" y="3157"/>
                </a:lnTo>
                <a:lnTo>
                  <a:pt x="3772" y="3156"/>
                </a:lnTo>
                <a:lnTo>
                  <a:pt x="3772" y="3155"/>
                </a:lnTo>
                <a:lnTo>
                  <a:pt x="3771" y="3155"/>
                </a:lnTo>
                <a:lnTo>
                  <a:pt x="3771" y="3154"/>
                </a:lnTo>
                <a:lnTo>
                  <a:pt x="3772" y="3154"/>
                </a:lnTo>
                <a:lnTo>
                  <a:pt x="3772" y="3152"/>
                </a:lnTo>
                <a:lnTo>
                  <a:pt x="3773" y="3152"/>
                </a:lnTo>
                <a:lnTo>
                  <a:pt x="3774" y="3153"/>
                </a:lnTo>
                <a:lnTo>
                  <a:pt x="3775" y="3153"/>
                </a:lnTo>
                <a:lnTo>
                  <a:pt x="3776" y="3153"/>
                </a:lnTo>
                <a:lnTo>
                  <a:pt x="3777" y="3153"/>
                </a:lnTo>
                <a:lnTo>
                  <a:pt x="3778" y="3153"/>
                </a:lnTo>
                <a:lnTo>
                  <a:pt x="3778" y="3152"/>
                </a:lnTo>
                <a:lnTo>
                  <a:pt x="3779" y="3152"/>
                </a:lnTo>
                <a:lnTo>
                  <a:pt x="3780" y="3152"/>
                </a:lnTo>
                <a:lnTo>
                  <a:pt x="3779" y="3151"/>
                </a:lnTo>
                <a:lnTo>
                  <a:pt x="3779" y="3150"/>
                </a:lnTo>
                <a:lnTo>
                  <a:pt x="3778" y="3149"/>
                </a:lnTo>
                <a:lnTo>
                  <a:pt x="3777" y="3149"/>
                </a:lnTo>
                <a:lnTo>
                  <a:pt x="3776" y="3149"/>
                </a:lnTo>
                <a:lnTo>
                  <a:pt x="3775" y="3150"/>
                </a:lnTo>
                <a:lnTo>
                  <a:pt x="3774" y="3150"/>
                </a:lnTo>
                <a:lnTo>
                  <a:pt x="3774" y="3151"/>
                </a:lnTo>
                <a:lnTo>
                  <a:pt x="3773" y="3151"/>
                </a:lnTo>
                <a:lnTo>
                  <a:pt x="3772" y="3151"/>
                </a:lnTo>
                <a:lnTo>
                  <a:pt x="3772" y="3150"/>
                </a:lnTo>
                <a:lnTo>
                  <a:pt x="3771" y="3149"/>
                </a:lnTo>
                <a:lnTo>
                  <a:pt x="3770" y="3149"/>
                </a:lnTo>
                <a:lnTo>
                  <a:pt x="3770" y="3148"/>
                </a:lnTo>
                <a:lnTo>
                  <a:pt x="3769" y="3148"/>
                </a:lnTo>
                <a:lnTo>
                  <a:pt x="3766" y="3148"/>
                </a:lnTo>
                <a:lnTo>
                  <a:pt x="3765" y="3148"/>
                </a:lnTo>
                <a:lnTo>
                  <a:pt x="3765" y="3149"/>
                </a:lnTo>
                <a:lnTo>
                  <a:pt x="3764" y="3149"/>
                </a:lnTo>
                <a:lnTo>
                  <a:pt x="3762" y="3149"/>
                </a:lnTo>
                <a:lnTo>
                  <a:pt x="3761" y="3150"/>
                </a:lnTo>
                <a:lnTo>
                  <a:pt x="3761" y="3149"/>
                </a:lnTo>
                <a:lnTo>
                  <a:pt x="3762" y="3149"/>
                </a:lnTo>
                <a:lnTo>
                  <a:pt x="3762" y="3148"/>
                </a:lnTo>
                <a:lnTo>
                  <a:pt x="3762" y="3147"/>
                </a:lnTo>
                <a:lnTo>
                  <a:pt x="3763" y="3147"/>
                </a:lnTo>
                <a:lnTo>
                  <a:pt x="3763" y="3145"/>
                </a:lnTo>
                <a:lnTo>
                  <a:pt x="3765" y="3145"/>
                </a:lnTo>
                <a:lnTo>
                  <a:pt x="3765" y="3144"/>
                </a:lnTo>
                <a:lnTo>
                  <a:pt x="3766" y="3143"/>
                </a:lnTo>
                <a:lnTo>
                  <a:pt x="3766" y="3144"/>
                </a:lnTo>
                <a:lnTo>
                  <a:pt x="3766" y="3143"/>
                </a:lnTo>
                <a:lnTo>
                  <a:pt x="3766" y="3141"/>
                </a:lnTo>
                <a:lnTo>
                  <a:pt x="3767" y="3141"/>
                </a:lnTo>
                <a:lnTo>
                  <a:pt x="3767" y="3142"/>
                </a:lnTo>
                <a:lnTo>
                  <a:pt x="3767" y="3141"/>
                </a:lnTo>
                <a:lnTo>
                  <a:pt x="3768" y="3141"/>
                </a:lnTo>
                <a:lnTo>
                  <a:pt x="3769" y="3140"/>
                </a:lnTo>
                <a:lnTo>
                  <a:pt x="3769" y="3137"/>
                </a:lnTo>
                <a:lnTo>
                  <a:pt x="3769" y="3136"/>
                </a:lnTo>
                <a:lnTo>
                  <a:pt x="3770" y="3136"/>
                </a:lnTo>
                <a:lnTo>
                  <a:pt x="3770" y="3135"/>
                </a:lnTo>
                <a:lnTo>
                  <a:pt x="3770" y="3136"/>
                </a:lnTo>
                <a:lnTo>
                  <a:pt x="3769" y="3136"/>
                </a:lnTo>
                <a:lnTo>
                  <a:pt x="3768" y="3136"/>
                </a:lnTo>
                <a:lnTo>
                  <a:pt x="3769" y="3137"/>
                </a:lnTo>
                <a:lnTo>
                  <a:pt x="3769" y="3138"/>
                </a:lnTo>
                <a:lnTo>
                  <a:pt x="3769" y="3139"/>
                </a:lnTo>
                <a:lnTo>
                  <a:pt x="3768" y="3140"/>
                </a:lnTo>
                <a:lnTo>
                  <a:pt x="3767" y="3140"/>
                </a:lnTo>
                <a:lnTo>
                  <a:pt x="3766" y="3140"/>
                </a:lnTo>
                <a:lnTo>
                  <a:pt x="3766" y="3141"/>
                </a:lnTo>
                <a:lnTo>
                  <a:pt x="3766" y="3142"/>
                </a:lnTo>
                <a:lnTo>
                  <a:pt x="3766" y="3143"/>
                </a:lnTo>
                <a:lnTo>
                  <a:pt x="3765" y="3143"/>
                </a:lnTo>
                <a:lnTo>
                  <a:pt x="3764" y="3143"/>
                </a:lnTo>
                <a:lnTo>
                  <a:pt x="3764" y="3144"/>
                </a:lnTo>
                <a:lnTo>
                  <a:pt x="3763" y="3144"/>
                </a:lnTo>
                <a:lnTo>
                  <a:pt x="3762" y="3144"/>
                </a:lnTo>
                <a:lnTo>
                  <a:pt x="3761" y="3143"/>
                </a:lnTo>
                <a:lnTo>
                  <a:pt x="3760" y="3143"/>
                </a:lnTo>
                <a:lnTo>
                  <a:pt x="3759" y="3143"/>
                </a:lnTo>
                <a:lnTo>
                  <a:pt x="3758" y="3143"/>
                </a:lnTo>
                <a:lnTo>
                  <a:pt x="3758" y="3144"/>
                </a:lnTo>
                <a:lnTo>
                  <a:pt x="3757" y="3144"/>
                </a:lnTo>
                <a:lnTo>
                  <a:pt x="3756" y="3144"/>
                </a:lnTo>
                <a:lnTo>
                  <a:pt x="3756" y="3145"/>
                </a:lnTo>
                <a:lnTo>
                  <a:pt x="3756" y="3147"/>
                </a:lnTo>
                <a:lnTo>
                  <a:pt x="3756" y="3148"/>
                </a:lnTo>
                <a:lnTo>
                  <a:pt x="3757" y="3148"/>
                </a:lnTo>
                <a:lnTo>
                  <a:pt x="3758" y="3149"/>
                </a:lnTo>
                <a:lnTo>
                  <a:pt x="3757" y="3150"/>
                </a:lnTo>
                <a:lnTo>
                  <a:pt x="3756" y="3150"/>
                </a:lnTo>
                <a:lnTo>
                  <a:pt x="3756" y="3149"/>
                </a:lnTo>
                <a:lnTo>
                  <a:pt x="3755" y="3149"/>
                </a:lnTo>
                <a:lnTo>
                  <a:pt x="3755" y="3148"/>
                </a:lnTo>
                <a:lnTo>
                  <a:pt x="3754" y="3147"/>
                </a:lnTo>
                <a:lnTo>
                  <a:pt x="3755" y="3147"/>
                </a:lnTo>
                <a:lnTo>
                  <a:pt x="3754" y="3147"/>
                </a:lnTo>
                <a:lnTo>
                  <a:pt x="3754" y="3145"/>
                </a:lnTo>
                <a:lnTo>
                  <a:pt x="3753" y="3145"/>
                </a:lnTo>
                <a:lnTo>
                  <a:pt x="3752" y="3147"/>
                </a:lnTo>
                <a:lnTo>
                  <a:pt x="3751" y="3147"/>
                </a:lnTo>
                <a:lnTo>
                  <a:pt x="3750" y="3147"/>
                </a:lnTo>
                <a:lnTo>
                  <a:pt x="3750" y="3148"/>
                </a:lnTo>
                <a:lnTo>
                  <a:pt x="3749" y="3148"/>
                </a:lnTo>
                <a:lnTo>
                  <a:pt x="3748" y="3148"/>
                </a:lnTo>
                <a:lnTo>
                  <a:pt x="3747" y="3148"/>
                </a:lnTo>
                <a:lnTo>
                  <a:pt x="3746" y="3149"/>
                </a:lnTo>
                <a:lnTo>
                  <a:pt x="3745" y="3149"/>
                </a:lnTo>
                <a:lnTo>
                  <a:pt x="3745" y="3148"/>
                </a:lnTo>
                <a:lnTo>
                  <a:pt x="3745" y="3149"/>
                </a:lnTo>
                <a:lnTo>
                  <a:pt x="3744" y="3150"/>
                </a:lnTo>
                <a:lnTo>
                  <a:pt x="3745" y="3151"/>
                </a:lnTo>
                <a:lnTo>
                  <a:pt x="3744" y="3151"/>
                </a:lnTo>
                <a:lnTo>
                  <a:pt x="3744" y="3152"/>
                </a:lnTo>
                <a:lnTo>
                  <a:pt x="3745" y="3152"/>
                </a:lnTo>
                <a:lnTo>
                  <a:pt x="3745" y="3153"/>
                </a:lnTo>
                <a:lnTo>
                  <a:pt x="3744" y="3153"/>
                </a:lnTo>
                <a:lnTo>
                  <a:pt x="3743" y="3153"/>
                </a:lnTo>
                <a:lnTo>
                  <a:pt x="3742" y="3154"/>
                </a:lnTo>
                <a:lnTo>
                  <a:pt x="3742" y="3155"/>
                </a:lnTo>
                <a:lnTo>
                  <a:pt x="3743" y="3155"/>
                </a:lnTo>
                <a:lnTo>
                  <a:pt x="3743" y="3156"/>
                </a:lnTo>
                <a:lnTo>
                  <a:pt x="3744" y="3156"/>
                </a:lnTo>
                <a:lnTo>
                  <a:pt x="3743" y="3156"/>
                </a:lnTo>
                <a:lnTo>
                  <a:pt x="3743" y="3157"/>
                </a:lnTo>
                <a:lnTo>
                  <a:pt x="3742" y="3157"/>
                </a:lnTo>
                <a:lnTo>
                  <a:pt x="3741" y="3157"/>
                </a:lnTo>
                <a:lnTo>
                  <a:pt x="3741" y="3158"/>
                </a:lnTo>
                <a:lnTo>
                  <a:pt x="3740" y="3158"/>
                </a:lnTo>
                <a:lnTo>
                  <a:pt x="3739" y="3159"/>
                </a:lnTo>
                <a:lnTo>
                  <a:pt x="3738" y="3159"/>
                </a:lnTo>
                <a:lnTo>
                  <a:pt x="3738" y="3158"/>
                </a:lnTo>
                <a:lnTo>
                  <a:pt x="3737" y="3158"/>
                </a:lnTo>
                <a:lnTo>
                  <a:pt x="3736" y="3157"/>
                </a:lnTo>
                <a:lnTo>
                  <a:pt x="3736" y="3156"/>
                </a:lnTo>
                <a:lnTo>
                  <a:pt x="3736" y="3155"/>
                </a:lnTo>
                <a:lnTo>
                  <a:pt x="3737" y="3155"/>
                </a:lnTo>
                <a:lnTo>
                  <a:pt x="3736" y="3154"/>
                </a:lnTo>
                <a:lnTo>
                  <a:pt x="3735" y="3153"/>
                </a:lnTo>
                <a:lnTo>
                  <a:pt x="3734" y="3153"/>
                </a:lnTo>
                <a:lnTo>
                  <a:pt x="3733" y="3153"/>
                </a:lnTo>
                <a:lnTo>
                  <a:pt x="3732" y="3153"/>
                </a:lnTo>
                <a:lnTo>
                  <a:pt x="3731" y="3152"/>
                </a:lnTo>
                <a:lnTo>
                  <a:pt x="3731" y="3151"/>
                </a:lnTo>
                <a:lnTo>
                  <a:pt x="3730" y="3151"/>
                </a:lnTo>
                <a:lnTo>
                  <a:pt x="3730" y="3152"/>
                </a:lnTo>
                <a:lnTo>
                  <a:pt x="3729" y="3152"/>
                </a:lnTo>
                <a:lnTo>
                  <a:pt x="3730" y="3153"/>
                </a:lnTo>
                <a:lnTo>
                  <a:pt x="3730" y="3154"/>
                </a:lnTo>
                <a:lnTo>
                  <a:pt x="3730" y="3155"/>
                </a:lnTo>
                <a:lnTo>
                  <a:pt x="3731" y="3155"/>
                </a:lnTo>
                <a:lnTo>
                  <a:pt x="3731" y="3156"/>
                </a:lnTo>
                <a:lnTo>
                  <a:pt x="3732" y="3156"/>
                </a:lnTo>
                <a:lnTo>
                  <a:pt x="3733" y="3156"/>
                </a:lnTo>
                <a:lnTo>
                  <a:pt x="3733" y="3155"/>
                </a:lnTo>
                <a:lnTo>
                  <a:pt x="3734" y="3156"/>
                </a:lnTo>
                <a:lnTo>
                  <a:pt x="3734" y="3157"/>
                </a:lnTo>
                <a:lnTo>
                  <a:pt x="3735" y="3157"/>
                </a:lnTo>
                <a:lnTo>
                  <a:pt x="3736" y="3158"/>
                </a:lnTo>
                <a:lnTo>
                  <a:pt x="3737" y="3158"/>
                </a:lnTo>
                <a:lnTo>
                  <a:pt x="3737" y="3159"/>
                </a:lnTo>
                <a:lnTo>
                  <a:pt x="3738" y="3160"/>
                </a:lnTo>
                <a:lnTo>
                  <a:pt x="3737" y="3160"/>
                </a:lnTo>
                <a:lnTo>
                  <a:pt x="3737" y="3161"/>
                </a:lnTo>
                <a:lnTo>
                  <a:pt x="3735" y="3162"/>
                </a:lnTo>
                <a:lnTo>
                  <a:pt x="3735" y="3163"/>
                </a:lnTo>
                <a:lnTo>
                  <a:pt x="3734" y="3164"/>
                </a:lnTo>
                <a:lnTo>
                  <a:pt x="3733" y="3165"/>
                </a:lnTo>
                <a:lnTo>
                  <a:pt x="3733" y="3167"/>
                </a:lnTo>
                <a:lnTo>
                  <a:pt x="3732" y="3167"/>
                </a:lnTo>
                <a:lnTo>
                  <a:pt x="3732" y="3169"/>
                </a:lnTo>
                <a:lnTo>
                  <a:pt x="3732" y="3170"/>
                </a:lnTo>
                <a:lnTo>
                  <a:pt x="3732" y="3171"/>
                </a:lnTo>
                <a:lnTo>
                  <a:pt x="3733" y="3171"/>
                </a:lnTo>
                <a:lnTo>
                  <a:pt x="3733" y="3172"/>
                </a:lnTo>
                <a:lnTo>
                  <a:pt x="3733" y="3173"/>
                </a:lnTo>
                <a:lnTo>
                  <a:pt x="3732" y="3173"/>
                </a:lnTo>
                <a:lnTo>
                  <a:pt x="3731" y="3173"/>
                </a:lnTo>
                <a:lnTo>
                  <a:pt x="3730" y="3173"/>
                </a:lnTo>
                <a:lnTo>
                  <a:pt x="3730" y="3174"/>
                </a:lnTo>
                <a:lnTo>
                  <a:pt x="3730" y="3173"/>
                </a:lnTo>
                <a:lnTo>
                  <a:pt x="3731" y="3172"/>
                </a:lnTo>
                <a:lnTo>
                  <a:pt x="3730" y="3171"/>
                </a:lnTo>
                <a:lnTo>
                  <a:pt x="3731" y="3171"/>
                </a:lnTo>
                <a:lnTo>
                  <a:pt x="3731" y="3170"/>
                </a:lnTo>
                <a:lnTo>
                  <a:pt x="3730" y="3169"/>
                </a:lnTo>
                <a:lnTo>
                  <a:pt x="3729" y="3168"/>
                </a:lnTo>
                <a:lnTo>
                  <a:pt x="3728" y="3168"/>
                </a:lnTo>
                <a:lnTo>
                  <a:pt x="3727" y="3168"/>
                </a:lnTo>
                <a:lnTo>
                  <a:pt x="3726" y="3168"/>
                </a:lnTo>
                <a:lnTo>
                  <a:pt x="3725" y="3168"/>
                </a:lnTo>
                <a:lnTo>
                  <a:pt x="3725" y="3169"/>
                </a:lnTo>
                <a:lnTo>
                  <a:pt x="3724" y="3169"/>
                </a:lnTo>
                <a:lnTo>
                  <a:pt x="3723" y="3169"/>
                </a:lnTo>
                <a:lnTo>
                  <a:pt x="3723" y="3168"/>
                </a:lnTo>
                <a:lnTo>
                  <a:pt x="3722" y="3168"/>
                </a:lnTo>
                <a:lnTo>
                  <a:pt x="3721" y="3168"/>
                </a:lnTo>
                <a:lnTo>
                  <a:pt x="3720" y="3169"/>
                </a:lnTo>
                <a:lnTo>
                  <a:pt x="3720" y="3168"/>
                </a:lnTo>
                <a:lnTo>
                  <a:pt x="3719" y="3169"/>
                </a:lnTo>
                <a:lnTo>
                  <a:pt x="3718" y="3169"/>
                </a:lnTo>
                <a:lnTo>
                  <a:pt x="3718" y="3168"/>
                </a:lnTo>
                <a:lnTo>
                  <a:pt x="3717" y="3168"/>
                </a:lnTo>
                <a:lnTo>
                  <a:pt x="3717" y="3167"/>
                </a:lnTo>
                <a:lnTo>
                  <a:pt x="3718" y="3166"/>
                </a:lnTo>
                <a:lnTo>
                  <a:pt x="3718" y="3165"/>
                </a:lnTo>
                <a:lnTo>
                  <a:pt x="3718" y="3164"/>
                </a:lnTo>
                <a:lnTo>
                  <a:pt x="3718" y="3163"/>
                </a:lnTo>
                <a:lnTo>
                  <a:pt x="3717" y="3163"/>
                </a:lnTo>
                <a:lnTo>
                  <a:pt x="3717" y="3162"/>
                </a:lnTo>
                <a:lnTo>
                  <a:pt x="3717" y="3161"/>
                </a:lnTo>
                <a:lnTo>
                  <a:pt x="3717" y="3160"/>
                </a:lnTo>
                <a:lnTo>
                  <a:pt x="3718" y="3160"/>
                </a:lnTo>
                <a:lnTo>
                  <a:pt x="3718" y="3159"/>
                </a:lnTo>
                <a:lnTo>
                  <a:pt x="3718" y="3158"/>
                </a:lnTo>
                <a:lnTo>
                  <a:pt x="3717" y="3158"/>
                </a:lnTo>
                <a:lnTo>
                  <a:pt x="3717" y="3157"/>
                </a:lnTo>
                <a:lnTo>
                  <a:pt x="3717" y="3156"/>
                </a:lnTo>
                <a:lnTo>
                  <a:pt x="3717" y="3155"/>
                </a:lnTo>
                <a:lnTo>
                  <a:pt x="3717" y="3154"/>
                </a:lnTo>
                <a:lnTo>
                  <a:pt x="3718" y="3154"/>
                </a:lnTo>
                <a:lnTo>
                  <a:pt x="3718" y="3153"/>
                </a:lnTo>
                <a:lnTo>
                  <a:pt x="3718" y="3152"/>
                </a:lnTo>
                <a:lnTo>
                  <a:pt x="3719" y="3152"/>
                </a:lnTo>
                <a:lnTo>
                  <a:pt x="3720" y="3152"/>
                </a:lnTo>
                <a:lnTo>
                  <a:pt x="3721" y="3152"/>
                </a:lnTo>
                <a:lnTo>
                  <a:pt x="3722" y="3150"/>
                </a:lnTo>
                <a:lnTo>
                  <a:pt x="3723" y="3150"/>
                </a:lnTo>
                <a:lnTo>
                  <a:pt x="3724" y="3150"/>
                </a:lnTo>
                <a:lnTo>
                  <a:pt x="3725" y="3149"/>
                </a:lnTo>
                <a:lnTo>
                  <a:pt x="3725" y="3148"/>
                </a:lnTo>
                <a:lnTo>
                  <a:pt x="3724" y="3148"/>
                </a:lnTo>
                <a:lnTo>
                  <a:pt x="3724" y="3147"/>
                </a:lnTo>
                <a:lnTo>
                  <a:pt x="3723" y="3147"/>
                </a:lnTo>
                <a:lnTo>
                  <a:pt x="3723" y="3145"/>
                </a:lnTo>
                <a:lnTo>
                  <a:pt x="3722" y="3145"/>
                </a:lnTo>
                <a:lnTo>
                  <a:pt x="3722" y="3144"/>
                </a:lnTo>
                <a:lnTo>
                  <a:pt x="3721" y="3144"/>
                </a:lnTo>
                <a:lnTo>
                  <a:pt x="3721" y="3143"/>
                </a:lnTo>
                <a:lnTo>
                  <a:pt x="3722" y="3144"/>
                </a:lnTo>
                <a:lnTo>
                  <a:pt x="3722" y="3145"/>
                </a:lnTo>
                <a:lnTo>
                  <a:pt x="3721" y="3145"/>
                </a:lnTo>
                <a:lnTo>
                  <a:pt x="3721" y="3144"/>
                </a:lnTo>
                <a:lnTo>
                  <a:pt x="3720" y="3143"/>
                </a:lnTo>
                <a:lnTo>
                  <a:pt x="3720" y="3144"/>
                </a:lnTo>
                <a:lnTo>
                  <a:pt x="3720" y="3145"/>
                </a:lnTo>
                <a:lnTo>
                  <a:pt x="3720" y="3147"/>
                </a:lnTo>
                <a:lnTo>
                  <a:pt x="3721" y="3147"/>
                </a:lnTo>
                <a:lnTo>
                  <a:pt x="3720" y="3148"/>
                </a:lnTo>
                <a:lnTo>
                  <a:pt x="3720" y="3149"/>
                </a:lnTo>
                <a:lnTo>
                  <a:pt x="3719" y="3149"/>
                </a:lnTo>
                <a:lnTo>
                  <a:pt x="3718" y="3149"/>
                </a:lnTo>
                <a:lnTo>
                  <a:pt x="3718" y="3150"/>
                </a:lnTo>
                <a:lnTo>
                  <a:pt x="3717" y="3150"/>
                </a:lnTo>
                <a:lnTo>
                  <a:pt x="3716" y="3150"/>
                </a:lnTo>
                <a:lnTo>
                  <a:pt x="3716" y="3149"/>
                </a:lnTo>
                <a:lnTo>
                  <a:pt x="3715" y="3149"/>
                </a:lnTo>
                <a:lnTo>
                  <a:pt x="3716" y="3149"/>
                </a:lnTo>
                <a:lnTo>
                  <a:pt x="3716" y="3148"/>
                </a:lnTo>
                <a:lnTo>
                  <a:pt x="3715" y="3148"/>
                </a:lnTo>
                <a:lnTo>
                  <a:pt x="3714" y="3148"/>
                </a:lnTo>
                <a:lnTo>
                  <a:pt x="3715" y="3148"/>
                </a:lnTo>
                <a:lnTo>
                  <a:pt x="3715" y="3149"/>
                </a:lnTo>
                <a:lnTo>
                  <a:pt x="3714" y="3149"/>
                </a:lnTo>
                <a:lnTo>
                  <a:pt x="3714" y="3148"/>
                </a:lnTo>
                <a:lnTo>
                  <a:pt x="3713" y="3148"/>
                </a:lnTo>
                <a:lnTo>
                  <a:pt x="3713" y="3149"/>
                </a:lnTo>
                <a:lnTo>
                  <a:pt x="3712" y="3149"/>
                </a:lnTo>
                <a:lnTo>
                  <a:pt x="3712" y="3150"/>
                </a:lnTo>
                <a:lnTo>
                  <a:pt x="3713" y="3150"/>
                </a:lnTo>
                <a:lnTo>
                  <a:pt x="3712" y="3150"/>
                </a:lnTo>
                <a:lnTo>
                  <a:pt x="3711" y="3150"/>
                </a:lnTo>
                <a:lnTo>
                  <a:pt x="3710" y="3150"/>
                </a:lnTo>
                <a:lnTo>
                  <a:pt x="3710" y="3151"/>
                </a:lnTo>
                <a:lnTo>
                  <a:pt x="3709" y="3151"/>
                </a:lnTo>
                <a:lnTo>
                  <a:pt x="3708" y="3151"/>
                </a:lnTo>
                <a:lnTo>
                  <a:pt x="3708" y="3152"/>
                </a:lnTo>
                <a:lnTo>
                  <a:pt x="3708" y="3153"/>
                </a:lnTo>
                <a:lnTo>
                  <a:pt x="3705" y="3154"/>
                </a:lnTo>
                <a:lnTo>
                  <a:pt x="3704" y="3154"/>
                </a:lnTo>
                <a:lnTo>
                  <a:pt x="3703" y="3154"/>
                </a:lnTo>
                <a:lnTo>
                  <a:pt x="3702" y="3155"/>
                </a:lnTo>
                <a:lnTo>
                  <a:pt x="3701" y="3155"/>
                </a:lnTo>
                <a:lnTo>
                  <a:pt x="3701" y="3156"/>
                </a:lnTo>
                <a:lnTo>
                  <a:pt x="3702" y="3156"/>
                </a:lnTo>
                <a:lnTo>
                  <a:pt x="3702" y="3157"/>
                </a:lnTo>
                <a:lnTo>
                  <a:pt x="3702" y="3158"/>
                </a:lnTo>
                <a:lnTo>
                  <a:pt x="3702" y="3159"/>
                </a:lnTo>
                <a:lnTo>
                  <a:pt x="3701" y="3158"/>
                </a:lnTo>
                <a:lnTo>
                  <a:pt x="3700" y="3157"/>
                </a:lnTo>
                <a:lnTo>
                  <a:pt x="3699" y="3157"/>
                </a:lnTo>
                <a:lnTo>
                  <a:pt x="3698" y="3157"/>
                </a:lnTo>
                <a:lnTo>
                  <a:pt x="3698" y="3158"/>
                </a:lnTo>
                <a:lnTo>
                  <a:pt x="3699" y="3158"/>
                </a:lnTo>
                <a:lnTo>
                  <a:pt x="3699" y="3159"/>
                </a:lnTo>
                <a:lnTo>
                  <a:pt x="3699" y="3160"/>
                </a:lnTo>
                <a:lnTo>
                  <a:pt x="3698" y="3160"/>
                </a:lnTo>
                <a:lnTo>
                  <a:pt x="3697" y="3159"/>
                </a:lnTo>
                <a:lnTo>
                  <a:pt x="3697" y="3160"/>
                </a:lnTo>
                <a:lnTo>
                  <a:pt x="3697" y="3161"/>
                </a:lnTo>
                <a:lnTo>
                  <a:pt x="3696" y="3162"/>
                </a:lnTo>
                <a:lnTo>
                  <a:pt x="3695" y="3162"/>
                </a:lnTo>
                <a:lnTo>
                  <a:pt x="3695" y="3163"/>
                </a:lnTo>
                <a:lnTo>
                  <a:pt x="3696" y="3163"/>
                </a:lnTo>
                <a:lnTo>
                  <a:pt x="3697" y="3163"/>
                </a:lnTo>
                <a:lnTo>
                  <a:pt x="3698" y="3163"/>
                </a:lnTo>
                <a:lnTo>
                  <a:pt x="3699" y="3163"/>
                </a:lnTo>
                <a:lnTo>
                  <a:pt x="3700" y="3163"/>
                </a:lnTo>
                <a:lnTo>
                  <a:pt x="3701" y="3163"/>
                </a:lnTo>
                <a:lnTo>
                  <a:pt x="3702" y="3163"/>
                </a:lnTo>
                <a:lnTo>
                  <a:pt x="3702" y="3162"/>
                </a:lnTo>
                <a:lnTo>
                  <a:pt x="3703" y="3162"/>
                </a:lnTo>
                <a:lnTo>
                  <a:pt x="3704" y="3162"/>
                </a:lnTo>
                <a:lnTo>
                  <a:pt x="3704" y="3163"/>
                </a:lnTo>
                <a:lnTo>
                  <a:pt x="3704" y="3164"/>
                </a:lnTo>
                <a:lnTo>
                  <a:pt x="3703" y="3164"/>
                </a:lnTo>
                <a:lnTo>
                  <a:pt x="3703" y="3165"/>
                </a:lnTo>
                <a:lnTo>
                  <a:pt x="3703" y="3166"/>
                </a:lnTo>
                <a:lnTo>
                  <a:pt x="3702" y="3167"/>
                </a:lnTo>
                <a:lnTo>
                  <a:pt x="3701" y="3167"/>
                </a:lnTo>
                <a:lnTo>
                  <a:pt x="3700" y="3168"/>
                </a:lnTo>
                <a:lnTo>
                  <a:pt x="3699" y="3169"/>
                </a:lnTo>
                <a:lnTo>
                  <a:pt x="3698" y="3169"/>
                </a:lnTo>
                <a:lnTo>
                  <a:pt x="3697" y="3169"/>
                </a:lnTo>
                <a:lnTo>
                  <a:pt x="3696" y="3169"/>
                </a:lnTo>
                <a:lnTo>
                  <a:pt x="3696" y="3170"/>
                </a:lnTo>
                <a:lnTo>
                  <a:pt x="3696" y="3171"/>
                </a:lnTo>
                <a:lnTo>
                  <a:pt x="3696" y="3172"/>
                </a:lnTo>
                <a:lnTo>
                  <a:pt x="3695" y="3172"/>
                </a:lnTo>
                <a:lnTo>
                  <a:pt x="3695" y="3173"/>
                </a:lnTo>
                <a:lnTo>
                  <a:pt x="3696" y="3173"/>
                </a:lnTo>
                <a:lnTo>
                  <a:pt x="3697" y="3173"/>
                </a:lnTo>
                <a:lnTo>
                  <a:pt x="3698" y="3172"/>
                </a:lnTo>
                <a:lnTo>
                  <a:pt x="3698" y="3171"/>
                </a:lnTo>
                <a:lnTo>
                  <a:pt x="3699" y="3171"/>
                </a:lnTo>
                <a:lnTo>
                  <a:pt x="3700" y="3171"/>
                </a:lnTo>
                <a:lnTo>
                  <a:pt x="3701" y="3172"/>
                </a:lnTo>
                <a:lnTo>
                  <a:pt x="3701" y="3173"/>
                </a:lnTo>
                <a:lnTo>
                  <a:pt x="3701" y="3174"/>
                </a:lnTo>
                <a:lnTo>
                  <a:pt x="3703" y="3174"/>
                </a:lnTo>
                <a:lnTo>
                  <a:pt x="3704" y="3174"/>
                </a:lnTo>
                <a:lnTo>
                  <a:pt x="3705" y="3174"/>
                </a:lnTo>
                <a:lnTo>
                  <a:pt x="3705" y="3175"/>
                </a:lnTo>
                <a:lnTo>
                  <a:pt x="3706" y="3176"/>
                </a:lnTo>
                <a:lnTo>
                  <a:pt x="3706" y="3177"/>
                </a:lnTo>
                <a:lnTo>
                  <a:pt x="3707" y="3177"/>
                </a:lnTo>
                <a:lnTo>
                  <a:pt x="3706" y="3177"/>
                </a:lnTo>
                <a:lnTo>
                  <a:pt x="3706" y="3178"/>
                </a:lnTo>
                <a:lnTo>
                  <a:pt x="3705" y="3179"/>
                </a:lnTo>
                <a:lnTo>
                  <a:pt x="3705" y="3178"/>
                </a:lnTo>
                <a:lnTo>
                  <a:pt x="3704" y="3179"/>
                </a:lnTo>
                <a:lnTo>
                  <a:pt x="3703" y="3179"/>
                </a:lnTo>
                <a:lnTo>
                  <a:pt x="3703" y="3180"/>
                </a:lnTo>
                <a:lnTo>
                  <a:pt x="3702" y="3180"/>
                </a:lnTo>
                <a:lnTo>
                  <a:pt x="3701" y="3180"/>
                </a:lnTo>
                <a:lnTo>
                  <a:pt x="3701" y="3181"/>
                </a:lnTo>
                <a:lnTo>
                  <a:pt x="3700" y="3181"/>
                </a:lnTo>
                <a:lnTo>
                  <a:pt x="3700" y="3180"/>
                </a:lnTo>
                <a:lnTo>
                  <a:pt x="3699" y="3180"/>
                </a:lnTo>
                <a:lnTo>
                  <a:pt x="3698" y="3181"/>
                </a:lnTo>
                <a:lnTo>
                  <a:pt x="3698" y="3182"/>
                </a:lnTo>
                <a:lnTo>
                  <a:pt x="3697" y="3183"/>
                </a:lnTo>
                <a:lnTo>
                  <a:pt x="3696" y="3183"/>
                </a:lnTo>
                <a:lnTo>
                  <a:pt x="3695" y="3183"/>
                </a:lnTo>
                <a:lnTo>
                  <a:pt x="3695" y="3182"/>
                </a:lnTo>
                <a:lnTo>
                  <a:pt x="3694" y="3182"/>
                </a:lnTo>
                <a:lnTo>
                  <a:pt x="3694" y="3181"/>
                </a:lnTo>
                <a:lnTo>
                  <a:pt x="3694" y="3180"/>
                </a:lnTo>
                <a:lnTo>
                  <a:pt x="3694" y="3179"/>
                </a:lnTo>
                <a:lnTo>
                  <a:pt x="3694" y="3178"/>
                </a:lnTo>
                <a:lnTo>
                  <a:pt x="3693" y="3177"/>
                </a:lnTo>
                <a:lnTo>
                  <a:pt x="3694" y="3177"/>
                </a:lnTo>
                <a:lnTo>
                  <a:pt x="3694" y="3176"/>
                </a:lnTo>
                <a:lnTo>
                  <a:pt x="3694" y="3175"/>
                </a:lnTo>
                <a:lnTo>
                  <a:pt x="3694" y="3174"/>
                </a:lnTo>
                <a:lnTo>
                  <a:pt x="3694" y="3173"/>
                </a:lnTo>
                <a:lnTo>
                  <a:pt x="3693" y="3173"/>
                </a:lnTo>
                <a:lnTo>
                  <a:pt x="3692" y="3172"/>
                </a:lnTo>
                <a:lnTo>
                  <a:pt x="3692" y="3171"/>
                </a:lnTo>
                <a:lnTo>
                  <a:pt x="3691" y="3171"/>
                </a:lnTo>
                <a:lnTo>
                  <a:pt x="3690" y="3171"/>
                </a:lnTo>
                <a:lnTo>
                  <a:pt x="3690" y="3170"/>
                </a:lnTo>
                <a:lnTo>
                  <a:pt x="3690" y="3169"/>
                </a:lnTo>
                <a:lnTo>
                  <a:pt x="3689" y="3169"/>
                </a:lnTo>
                <a:lnTo>
                  <a:pt x="3689" y="3168"/>
                </a:lnTo>
                <a:lnTo>
                  <a:pt x="3688" y="3168"/>
                </a:lnTo>
                <a:lnTo>
                  <a:pt x="3688" y="3167"/>
                </a:lnTo>
                <a:lnTo>
                  <a:pt x="3687" y="3167"/>
                </a:lnTo>
                <a:lnTo>
                  <a:pt x="3686" y="3167"/>
                </a:lnTo>
                <a:lnTo>
                  <a:pt x="3685" y="3167"/>
                </a:lnTo>
                <a:lnTo>
                  <a:pt x="3684" y="3167"/>
                </a:lnTo>
                <a:lnTo>
                  <a:pt x="3683" y="3167"/>
                </a:lnTo>
                <a:lnTo>
                  <a:pt x="3682" y="3168"/>
                </a:lnTo>
                <a:lnTo>
                  <a:pt x="3681" y="3168"/>
                </a:lnTo>
                <a:lnTo>
                  <a:pt x="3680" y="3168"/>
                </a:lnTo>
                <a:lnTo>
                  <a:pt x="3679" y="3168"/>
                </a:lnTo>
                <a:lnTo>
                  <a:pt x="3678" y="3168"/>
                </a:lnTo>
                <a:lnTo>
                  <a:pt x="3678" y="3169"/>
                </a:lnTo>
                <a:lnTo>
                  <a:pt x="3678" y="3170"/>
                </a:lnTo>
                <a:lnTo>
                  <a:pt x="3678" y="3171"/>
                </a:lnTo>
                <a:lnTo>
                  <a:pt x="3677" y="3171"/>
                </a:lnTo>
                <a:lnTo>
                  <a:pt x="3677" y="3170"/>
                </a:lnTo>
                <a:lnTo>
                  <a:pt x="3676" y="3170"/>
                </a:lnTo>
                <a:lnTo>
                  <a:pt x="3676" y="3169"/>
                </a:lnTo>
                <a:lnTo>
                  <a:pt x="3675" y="3169"/>
                </a:lnTo>
                <a:lnTo>
                  <a:pt x="3672" y="3172"/>
                </a:lnTo>
                <a:lnTo>
                  <a:pt x="3672" y="3173"/>
                </a:lnTo>
                <a:lnTo>
                  <a:pt x="3671" y="3173"/>
                </a:lnTo>
                <a:lnTo>
                  <a:pt x="3671" y="3174"/>
                </a:lnTo>
                <a:lnTo>
                  <a:pt x="3670" y="3174"/>
                </a:lnTo>
                <a:lnTo>
                  <a:pt x="3669" y="3175"/>
                </a:lnTo>
                <a:lnTo>
                  <a:pt x="3669" y="3176"/>
                </a:lnTo>
                <a:lnTo>
                  <a:pt x="3670" y="3176"/>
                </a:lnTo>
                <a:lnTo>
                  <a:pt x="3672" y="3175"/>
                </a:lnTo>
                <a:lnTo>
                  <a:pt x="3672" y="3174"/>
                </a:lnTo>
                <a:lnTo>
                  <a:pt x="3672" y="3173"/>
                </a:lnTo>
                <a:lnTo>
                  <a:pt x="3673" y="3173"/>
                </a:lnTo>
                <a:lnTo>
                  <a:pt x="3674" y="3173"/>
                </a:lnTo>
                <a:lnTo>
                  <a:pt x="3674" y="3174"/>
                </a:lnTo>
                <a:lnTo>
                  <a:pt x="3675" y="3175"/>
                </a:lnTo>
                <a:lnTo>
                  <a:pt x="3674" y="3175"/>
                </a:lnTo>
                <a:lnTo>
                  <a:pt x="3674" y="3176"/>
                </a:lnTo>
                <a:lnTo>
                  <a:pt x="3675" y="3176"/>
                </a:lnTo>
                <a:lnTo>
                  <a:pt x="3675" y="3175"/>
                </a:lnTo>
                <a:lnTo>
                  <a:pt x="3676" y="3175"/>
                </a:lnTo>
                <a:lnTo>
                  <a:pt x="3676" y="3176"/>
                </a:lnTo>
                <a:lnTo>
                  <a:pt x="3676" y="3177"/>
                </a:lnTo>
                <a:lnTo>
                  <a:pt x="3675" y="3177"/>
                </a:lnTo>
                <a:lnTo>
                  <a:pt x="3676" y="3177"/>
                </a:lnTo>
                <a:lnTo>
                  <a:pt x="3677" y="3178"/>
                </a:lnTo>
                <a:lnTo>
                  <a:pt x="3678" y="3178"/>
                </a:lnTo>
                <a:lnTo>
                  <a:pt x="3679" y="3178"/>
                </a:lnTo>
                <a:lnTo>
                  <a:pt x="3680" y="3178"/>
                </a:lnTo>
                <a:lnTo>
                  <a:pt x="3681" y="3177"/>
                </a:lnTo>
                <a:lnTo>
                  <a:pt x="3681" y="3178"/>
                </a:lnTo>
                <a:lnTo>
                  <a:pt x="3680" y="3178"/>
                </a:lnTo>
                <a:lnTo>
                  <a:pt x="3679" y="3179"/>
                </a:lnTo>
                <a:lnTo>
                  <a:pt x="3679" y="3180"/>
                </a:lnTo>
                <a:lnTo>
                  <a:pt x="3678" y="3180"/>
                </a:lnTo>
                <a:lnTo>
                  <a:pt x="3677" y="3181"/>
                </a:lnTo>
                <a:lnTo>
                  <a:pt x="3675" y="3182"/>
                </a:lnTo>
                <a:lnTo>
                  <a:pt x="3674" y="3182"/>
                </a:lnTo>
                <a:lnTo>
                  <a:pt x="3674" y="3183"/>
                </a:lnTo>
                <a:lnTo>
                  <a:pt x="3673" y="3183"/>
                </a:lnTo>
                <a:lnTo>
                  <a:pt x="3672" y="3182"/>
                </a:lnTo>
                <a:lnTo>
                  <a:pt x="3671" y="3181"/>
                </a:lnTo>
                <a:lnTo>
                  <a:pt x="3670" y="3181"/>
                </a:lnTo>
                <a:lnTo>
                  <a:pt x="3669" y="3182"/>
                </a:lnTo>
                <a:lnTo>
                  <a:pt x="3668" y="3183"/>
                </a:lnTo>
                <a:lnTo>
                  <a:pt x="3667" y="3183"/>
                </a:lnTo>
                <a:lnTo>
                  <a:pt x="3667" y="3184"/>
                </a:lnTo>
                <a:lnTo>
                  <a:pt x="3667" y="3185"/>
                </a:lnTo>
                <a:lnTo>
                  <a:pt x="3668" y="3185"/>
                </a:lnTo>
                <a:lnTo>
                  <a:pt x="3669" y="3185"/>
                </a:lnTo>
                <a:lnTo>
                  <a:pt x="3669" y="3186"/>
                </a:lnTo>
                <a:lnTo>
                  <a:pt x="3670" y="3186"/>
                </a:lnTo>
                <a:lnTo>
                  <a:pt x="3670" y="3187"/>
                </a:lnTo>
                <a:lnTo>
                  <a:pt x="3670" y="3188"/>
                </a:lnTo>
                <a:lnTo>
                  <a:pt x="3671" y="3188"/>
                </a:lnTo>
                <a:lnTo>
                  <a:pt x="3671" y="3187"/>
                </a:lnTo>
                <a:lnTo>
                  <a:pt x="3671" y="3186"/>
                </a:lnTo>
                <a:lnTo>
                  <a:pt x="3672" y="3185"/>
                </a:lnTo>
                <a:lnTo>
                  <a:pt x="3673" y="3185"/>
                </a:lnTo>
                <a:lnTo>
                  <a:pt x="3674" y="3185"/>
                </a:lnTo>
                <a:lnTo>
                  <a:pt x="3675" y="3185"/>
                </a:lnTo>
                <a:lnTo>
                  <a:pt x="3675" y="3186"/>
                </a:lnTo>
                <a:lnTo>
                  <a:pt x="3675" y="3187"/>
                </a:lnTo>
                <a:lnTo>
                  <a:pt x="3676" y="3186"/>
                </a:lnTo>
                <a:lnTo>
                  <a:pt x="3676" y="3185"/>
                </a:lnTo>
                <a:lnTo>
                  <a:pt x="3676" y="3184"/>
                </a:lnTo>
                <a:lnTo>
                  <a:pt x="3676" y="3183"/>
                </a:lnTo>
                <a:lnTo>
                  <a:pt x="3677" y="3183"/>
                </a:lnTo>
                <a:lnTo>
                  <a:pt x="3678" y="3183"/>
                </a:lnTo>
                <a:lnTo>
                  <a:pt x="3678" y="3182"/>
                </a:lnTo>
                <a:lnTo>
                  <a:pt x="3678" y="3181"/>
                </a:lnTo>
                <a:lnTo>
                  <a:pt x="3679" y="3181"/>
                </a:lnTo>
                <a:lnTo>
                  <a:pt x="3679" y="3180"/>
                </a:lnTo>
                <a:lnTo>
                  <a:pt x="3680" y="3180"/>
                </a:lnTo>
                <a:lnTo>
                  <a:pt x="3680" y="3181"/>
                </a:lnTo>
                <a:lnTo>
                  <a:pt x="3680" y="3182"/>
                </a:lnTo>
                <a:lnTo>
                  <a:pt x="3681" y="3182"/>
                </a:lnTo>
                <a:lnTo>
                  <a:pt x="3681" y="3181"/>
                </a:lnTo>
                <a:lnTo>
                  <a:pt x="3682" y="3181"/>
                </a:lnTo>
                <a:lnTo>
                  <a:pt x="3682" y="3182"/>
                </a:lnTo>
                <a:lnTo>
                  <a:pt x="3681" y="3182"/>
                </a:lnTo>
                <a:lnTo>
                  <a:pt x="3681" y="3183"/>
                </a:lnTo>
                <a:lnTo>
                  <a:pt x="3681" y="3184"/>
                </a:lnTo>
                <a:lnTo>
                  <a:pt x="3681" y="3185"/>
                </a:lnTo>
                <a:lnTo>
                  <a:pt x="3681" y="3184"/>
                </a:lnTo>
                <a:lnTo>
                  <a:pt x="3681" y="3185"/>
                </a:lnTo>
                <a:lnTo>
                  <a:pt x="3681" y="3186"/>
                </a:lnTo>
                <a:lnTo>
                  <a:pt x="3681" y="3185"/>
                </a:lnTo>
                <a:lnTo>
                  <a:pt x="3682" y="3185"/>
                </a:lnTo>
                <a:lnTo>
                  <a:pt x="3682" y="3186"/>
                </a:lnTo>
                <a:lnTo>
                  <a:pt x="3683" y="3186"/>
                </a:lnTo>
                <a:lnTo>
                  <a:pt x="3682" y="3186"/>
                </a:lnTo>
                <a:lnTo>
                  <a:pt x="3682" y="3183"/>
                </a:lnTo>
                <a:lnTo>
                  <a:pt x="3683" y="3183"/>
                </a:lnTo>
                <a:lnTo>
                  <a:pt x="3683" y="3182"/>
                </a:lnTo>
                <a:lnTo>
                  <a:pt x="3684" y="3183"/>
                </a:lnTo>
                <a:lnTo>
                  <a:pt x="3684" y="3184"/>
                </a:lnTo>
                <a:lnTo>
                  <a:pt x="3684" y="3185"/>
                </a:lnTo>
                <a:lnTo>
                  <a:pt x="3685" y="3185"/>
                </a:lnTo>
                <a:lnTo>
                  <a:pt x="3686" y="3185"/>
                </a:lnTo>
                <a:lnTo>
                  <a:pt x="3687" y="3185"/>
                </a:lnTo>
                <a:lnTo>
                  <a:pt x="3686" y="3186"/>
                </a:lnTo>
                <a:lnTo>
                  <a:pt x="3687" y="3187"/>
                </a:lnTo>
                <a:lnTo>
                  <a:pt x="3686" y="3187"/>
                </a:lnTo>
                <a:lnTo>
                  <a:pt x="3686" y="3186"/>
                </a:lnTo>
                <a:lnTo>
                  <a:pt x="3685" y="3186"/>
                </a:lnTo>
                <a:lnTo>
                  <a:pt x="3685" y="3187"/>
                </a:lnTo>
                <a:lnTo>
                  <a:pt x="3684" y="3188"/>
                </a:lnTo>
                <a:lnTo>
                  <a:pt x="3684" y="3189"/>
                </a:lnTo>
                <a:lnTo>
                  <a:pt x="3685" y="3190"/>
                </a:lnTo>
                <a:lnTo>
                  <a:pt x="3686" y="3190"/>
                </a:lnTo>
                <a:lnTo>
                  <a:pt x="3686" y="3192"/>
                </a:lnTo>
                <a:lnTo>
                  <a:pt x="3685" y="3192"/>
                </a:lnTo>
                <a:lnTo>
                  <a:pt x="3685" y="3191"/>
                </a:lnTo>
                <a:lnTo>
                  <a:pt x="3684" y="3191"/>
                </a:lnTo>
                <a:lnTo>
                  <a:pt x="3684" y="3192"/>
                </a:lnTo>
                <a:lnTo>
                  <a:pt x="3685" y="3192"/>
                </a:lnTo>
                <a:lnTo>
                  <a:pt x="3684" y="3193"/>
                </a:lnTo>
                <a:lnTo>
                  <a:pt x="3683" y="3193"/>
                </a:lnTo>
                <a:lnTo>
                  <a:pt x="3683" y="3194"/>
                </a:lnTo>
                <a:lnTo>
                  <a:pt x="3683" y="3195"/>
                </a:lnTo>
                <a:lnTo>
                  <a:pt x="3682" y="3195"/>
                </a:lnTo>
                <a:lnTo>
                  <a:pt x="3682" y="3193"/>
                </a:lnTo>
                <a:lnTo>
                  <a:pt x="3682" y="3194"/>
                </a:lnTo>
                <a:lnTo>
                  <a:pt x="3681" y="3194"/>
                </a:lnTo>
                <a:lnTo>
                  <a:pt x="3681" y="3193"/>
                </a:lnTo>
                <a:lnTo>
                  <a:pt x="3680" y="3193"/>
                </a:lnTo>
                <a:lnTo>
                  <a:pt x="3680" y="3192"/>
                </a:lnTo>
                <a:lnTo>
                  <a:pt x="3681" y="3192"/>
                </a:lnTo>
                <a:lnTo>
                  <a:pt x="3681" y="3191"/>
                </a:lnTo>
                <a:lnTo>
                  <a:pt x="3680" y="3191"/>
                </a:lnTo>
                <a:lnTo>
                  <a:pt x="3679" y="3190"/>
                </a:lnTo>
                <a:lnTo>
                  <a:pt x="3678" y="3190"/>
                </a:lnTo>
                <a:lnTo>
                  <a:pt x="3677" y="3190"/>
                </a:lnTo>
                <a:lnTo>
                  <a:pt x="3677" y="3189"/>
                </a:lnTo>
                <a:lnTo>
                  <a:pt x="3676" y="3189"/>
                </a:lnTo>
                <a:lnTo>
                  <a:pt x="3675" y="3190"/>
                </a:lnTo>
                <a:lnTo>
                  <a:pt x="3675" y="3191"/>
                </a:lnTo>
                <a:lnTo>
                  <a:pt x="3675" y="3192"/>
                </a:lnTo>
                <a:lnTo>
                  <a:pt x="3675" y="3193"/>
                </a:lnTo>
                <a:lnTo>
                  <a:pt x="3676" y="3193"/>
                </a:lnTo>
                <a:lnTo>
                  <a:pt x="3675" y="3194"/>
                </a:lnTo>
                <a:lnTo>
                  <a:pt x="3675" y="3193"/>
                </a:lnTo>
                <a:lnTo>
                  <a:pt x="3675" y="3192"/>
                </a:lnTo>
                <a:lnTo>
                  <a:pt x="3674" y="3192"/>
                </a:lnTo>
                <a:lnTo>
                  <a:pt x="3674" y="3193"/>
                </a:lnTo>
                <a:lnTo>
                  <a:pt x="3673" y="3193"/>
                </a:lnTo>
                <a:lnTo>
                  <a:pt x="3674" y="3193"/>
                </a:lnTo>
                <a:lnTo>
                  <a:pt x="3675" y="3194"/>
                </a:lnTo>
                <a:lnTo>
                  <a:pt x="3675" y="3195"/>
                </a:lnTo>
                <a:lnTo>
                  <a:pt x="3675" y="3197"/>
                </a:lnTo>
                <a:lnTo>
                  <a:pt x="3676" y="3197"/>
                </a:lnTo>
                <a:lnTo>
                  <a:pt x="3677" y="3198"/>
                </a:lnTo>
                <a:lnTo>
                  <a:pt x="3678" y="3198"/>
                </a:lnTo>
                <a:lnTo>
                  <a:pt x="3678" y="3199"/>
                </a:lnTo>
                <a:lnTo>
                  <a:pt x="3679" y="3199"/>
                </a:lnTo>
                <a:lnTo>
                  <a:pt x="3678" y="3199"/>
                </a:lnTo>
                <a:lnTo>
                  <a:pt x="3678" y="3200"/>
                </a:lnTo>
                <a:lnTo>
                  <a:pt x="3677" y="3200"/>
                </a:lnTo>
                <a:lnTo>
                  <a:pt x="3676" y="3200"/>
                </a:lnTo>
                <a:lnTo>
                  <a:pt x="3676" y="3201"/>
                </a:lnTo>
                <a:lnTo>
                  <a:pt x="3677" y="3201"/>
                </a:lnTo>
                <a:lnTo>
                  <a:pt x="3678" y="3201"/>
                </a:lnTo>
                <a:lnTo>
                  <a:pt x="3678" y="3202"/>
                </a:lnTo>
                <a:lnTo>
                  <a:pt x="3678" y="3203"/>
                </a:lnTo>
                <a:lnTo>
                  <a:pt x="3677" y="3203"/>
                </a:lnTo>
                <a:lnTo>
                  <a:pt x="3677" y="3202"/>
                </a:lnTo>
                <a:lnTo>
                  <a:pt x="3676" y="3202"/>
                </a:lnTo>
                <a:lnTo>
                  <a:pt x="3676" y="3203"/>
                </a:lnTo>
                <a:lnTo>
                  <a:pt x="3675" y="3203"/>
                </a:lnTo>
                <a:lnTo>
                  <a:pt x="3675" y="3202"/>
                </a:lnTo>
                <a:lnTo>
                  <a:pt x="3674" y="3201"/>
                </a:lnTo>
                <a:lnTo>
                  <a:pt x="3675" y="3201"/>
                </a:lnTo>
                <a:lnTo>
                  <a:pt x="3675" y="3200"/>
                </a:lnTo>
                <a:lnTo>
                  <a:pt x="3674" y="3199"/>
                </a:lnTo>
                <a:lnTo>
                  <a:pt x="3672" y="3200"/>
                </a:lnTo>
                <a:lnTo>
                  <a:pt x="3671" y="3199"/>
                </a:lnTo>
                <a:lnTo>
                  <a:pt x="3671" y="3198"/>
                </a:lnTo>
                <a:lnTo>
                  <a:pt x="3670" y="3198"/>
                </a:lnTo>
                <a:lnTo>
                  <a:pt x="3668" y="3197"/>
                </a:lnTo>
                <a:lnTo>
                  <a:pt x="3668" y="3198"/>
                </a:lnTo>
                <a:lnTo>
                  <a:pt x="3668" y="3199"/>
                </a:lnTo>
                <a:lnTo>
                  <a:pt x="3667" y="3199"/>
                </a:lnTo>
                <a:lnTo>
                  <a:pt x="3667" y="3200"/>
                </a:lnTo>
                <a:lnTo>
                  <a:pt x="3666" y="3200"/>
                </a:lnTo>
                <a:lnTo>
                  <a:pt x="3665" y="3199"/>
                </a:lnTo>
                <a:lnTo>
                  <a:pt x="3664" y="3199"/>
                </a:lnTo>
                <a:lnTo>
                  <a:pt x="3665" y="3198"/>
                </a:lnTo>
                <a:lnTo>
                  <a:pt x="3665" y="3197"/>
                </a:lnTo>
                <a:lnTo>
                  <a:pt x="3664" y="3197"/>
                </a:lnTo>
                <a:lnTo>
                  <a:pt x="3663" y="3197"/>
                </a:lnTo>
                <a:lnTo>
                  <a:pt x="3662" y="3197"/>
                </a:lnTo>
                <a:lnTo>
                  <a:pt x="3662" y="3196"/>
                </a:lnTo>
                <a:lnTo>
                  <a:pt x="3662" y="3195"/>
                </a:lnTo>
                <a:lnTo>
                  <a:pt x="3661" y="3194"/>
                </a:lnTo>
                <a:lnTo>
                  <a:pt x="3661" y="3193"/>
                </a:lnTo>
                <a:lnTo>
                  <a:pt x="3661" y="3192"/>
                </a:lnTo>
                <a:lnTo>
                  <a:pt x="3660" y="3192"/>
                </a:lnTo>
                <a:lnTo>
                  <a:pt x="3659" y="3192"/>
                </a:lnTo>
                <a:lnTo>
                  <a:pt x="3658" y="3192"/>
                </a:lnTo>
                <a:lnTo>
                  <a:pt x="3657" y="3192"/>
                </a:lnTo>
                <a:lnTo>
                  <a:pt x="3656" y="3192"/>
                </a:lnTo>
                <a:lnTo>
                  <a:pt x="3655" y="3192"/>
                </a:lnTo>
                <a:lnTo>
                  <a:pt x="3655" y="3193"/>
                </a:lnTo>
                <a:lnTo>
                  <a:pt x="3654" y="3193"/>
                </a:lnTo>
                <a:lnTo>
                  <a:pt x="3653" y="3193"/>
                </a:lnTo>
                <a:lnTo>
                  <a:pt x="3652" y="3193"/>
                </a:lnTo>
                <a:lnTo>
                  <a:pt x="3652" y="3192"/>
                </a:lnTo>
                <a:lnTo>
                  <a:pt x="3651" y="3192"/>
                </a:lnTo>
                <a:lnTo>
                  <a:pt x="3651" y="3193"/>
                </a:lnTo>
                <a:lnTo>
                  <a:pt x="3650" y="3193"/>
                </a:lnTo>
                <a:lnTo>
                  <a:pt x="3650" y="3192"/>
                </a:lnTo>
                <a:lnTo>
                  <a:pt x="3649" y="3191"/>
                </a:lnTo>
                <a:lnTo>
                  <a:pt x="3648" y="3190"/>
                </a:lnTo>
                <a:lnTo>
                  <a:pt x="3648" y="3191"/>
                </a:lnTo>
                <a:lnTo>
                  <a:pt x="3648" y="3192"/>
                </a:lnTo>
                <a:lnTo>
                  <a:pt x="3647" y="3191"/>
                </a:lnTo>
                <a:lnTo>
                  <a:pt x="3646" y="3192"/>
                </a:lnTo>
                <a:lnTo>
                  <a:pt x="3646" y="3193"/>
                </a:lnTo>
                <a:lnTo>
                  <a:pt x="3645" y="3193"/>
                </a:lnTo>
                <a:lnTo>
                  <a:pt x="3644" y="3192"/>
                </a:lnTo>
                <a:lnTo>
                  <a:pt x="3643" y="3192"/>
                </a:lnTo>
                <a:lnTo>
                  <a:pt x="3643" y="3191"/>
                </a:lnTo>
                <a:lnTo>
                  <a:pt x="3643" y="3190"/>
                </a:lnTo>
                <a:lnTo>
                  <a:pt x="3643" y="3189"/>
                </a:lnTo>
                <a:lnTo>
                  <a:pt x="3643" y="3188"/>
                </a:lnTo>
                <a:lnTo>
                  <a:pt x="3642" y="3188"/>
                </a:lnTo>
                <a:lnTo>
                  <a:pt x="3643" y="3187"/>
                </a:lnTo>
                <a:lnTo>
                  <a:pt x="3643" y="3186"/>
                </a:lnTo>
                <a:lnTo>
                  <a:pt x="3644" y="3186"/>
                </a:lnTo>
                <a:lnTo>
                  <a:pt x="3645" y="3186"/>
                </a:lnTo>
                <a:lnTo>
                  <a:pt x="3646" y="3186"/>
                </a:lnTo>
                <a:lnTo>
                  <a:pt x="3646" y="3185"/>
                </a:lnTo>
                <a:lnTo>
                  <a:pt x="3646" y="3184"/>
                </a:lnTo>
                <a:lnTo>
                  <a:pt x="3647" y="3184"/>
                </a:lnTo>
                <a:lnTo>
                  <a:pt x="3648" y="3183"/>
                </a:lnTo>
                <a:lnTo>
                  <a:pt x="3649" y="3183"/>
                </a:lnTo>
                <a:lnTo>
                  <a:pt x="3649" y="3182"/>
                </a:lnTo>
                <a:lnTo>
                  <a:pt x="3649" y="3181"/>
                </a:lnTo>
                <a:lnTo>
                  <a:pt x="3650" y="3181"/>
                </a:lnTo>
                <a:lnTo>
                  <a:pt x="3650" y="3180"/>
                </a:lnTo>
                <a:lnTo>
                  <a:pt x="3650" y="3179"/>
                </a:lnTo>
                <a:lnTo>
                  <a:pt x="3651" y="3180"/>
                </a:lnTo>
                <a:lnTo>
                  <a:pt x="3651" y="3179"/>
                </a:lnTo>
                <a:lnTo>
                  <a:pt x="3651" y="3180"/>
                </a:lnTo>
                <a:lnTo>
                  <a:pt x="3652" y="3180"/>
                </a:lnTo>
                <a:lnTo>
                  <a:pt x="3652" y="3181"/>
                </a:lnTo>
                <a:lnTo>
                  <a:pt x="3653" y="3181"/>
                </a:lnTo>
                <a:lnTo>
                  <a:pt x="3653" y="3180"/>
                </a:lnTo>
                <a:lnTo>
                  <a:pt x="3653" y="3181"/>
                </a:lnTo>
                <a:lnTo>
                  <a:pt x="3653" y="3180"/>
                </a:lnTo>
                <a:lnTo>
                  <a:pt x="3654" y="3180"/>
                </a:lnTo>
                <a:lnTo>
                  <a:pt x="3653" y="3180"/>
                </a:lnTo>
                <a:lnTo>
                  <a:pt x="3654" y="3179"/>
                </a:lnTo>
                <a:lnTo>
                  <a:pt x="3654" y="3178"/>
                </a:lnTo>
                <a:lnTo>
                  <a:pt x="3655" y="3178"/>
                </a:lnTo>
                <a:lnTo>
                  <a:pt x="3654" y="3178"/>
                </a:lnTo>
                <a:lnTo>
                  <a:pt x="3654" y="3177"/>
                </a:lnTo>
                <a:lnTo>
                  <a:pt x="3653" y="3177"/>
                </a:lnTo>
                <a:lnTo>
                  <a:pt x="3653" y="3176"/>
                </a:lnTo>
                <a:lnTo>
                  <a:pt x="3652" y="3176"/>
                </a:lnTo>
                <a:lnTo>
                  <a:pt x="3651" y="3176"/>
                </a:lnTo>
                <a:lnTo>
                  <a:pt x="3651" y="3175"/>
                </a:lnTo>
                <a:lnTo>
                  <a:pt x="3650" y="3175"/>
                </a:lnTo>
                <a:lnTo>
                  <a:pt x="3650" y="3176"/>
                </a:lnTo>
                <a:lnTo>
                  <a:pt x="3647" y="3176"/>
                </a:lnTo>
                <a:lnTo>
                  <a:pt x="3646" y="3176"/>
                </a:lnTo>
                <a:lnTo>
                  <a:pt x="3646" y="3179"/>
                </a:lnTo>
                <a:lnTo>
                  <a:pt x="3645" y="3180"/>
                </a:lnTo>
                <a:lnTo>
                  <a:pt x="3644" y="3180"/>
                </a:lnTo>
                <a:lnTo>
                  <a:pt x="3643" y="3180"/>
                </a:lnTo>
                <a:lnTo>
                  <a:pt x="3642" y="3181"/>
                </a:lnTo>
                <a:lnTo>
                  <a:pt x="3641" y="3181"/>
                </a:lnTo>
                <a:lnTo>
                  <a:pt x="3641" y="3182"/>
                </a:lnTo>
                <a:lnTo>
                  <a:pt x="3641" y="3183"/>
                </a:lnTo>
                <a:lnTo>
                  <a:pt x="3640" y="3184"/>
                </a:lnTo>
                <a:lnTo>
                  <a:pt x="3640" y="3182"/>
                </a:lnTo>
                <a:lnTo>
                  <a:pt x="3639" y="3181"/>
                </a:lnTo>
                <a:lnTo>
                  <a:pt x="3639" y="3180"/>
                </a:lnTo>
                <a:lnTo>
                  <a:pt x="3638" y="3178"/>
                </a:lnTo>
                <a:lnTo>
                  <a:pt x="3638" y="3177"/>
                </a:lnTo>
                <a:lnTo>
                  <a:pt x="3639" y="3176"/>
                </a:lnTo>
                <a:lnTo>
                  <a:pt x="3640" y="3176"/>
                </a:lnTo>
                <a:lnTo>
                  <a:pt x="3640" y="3175"/>
                </a:lnTo>
                <a:lnTo>
                  <a:pt x="3641" y="3174"/>
                </a:lnTo>
                <a:lnTo>
                  <a:pt x="3640" y="3174"/>
                </a:lnTo>
                <a:lnTo>
                  <a:pt x="3639" y="3174"/>
                </a:lnTo>
                <a:lnTo>
                  <a:pt x="3639" y="3173"/>
                </a:lnTo>
                <a:lnTo>
                  <a:pt x="3638" y="3173"/>
                </a:lnTo>
                <a:lnTo>
                  <a:pt x="3639" y="3175"/>
                </a:lnTo>
                <a:lnTo>
                  <a:pt x="3638" y="3176"/>
                </a:lnTo>
                <a:lnTo>
                  <a:pt x="3637" y="3173"/>
                </a:lnTo>
                <a:lnTo>
                  <a:pt x="3637" y="3172"/>
                </a:lnTo>
                <a:lnTo>
                  <a:pt x="3636" y="3172"/>
                </a:lnTo>
                <a:lnTo>
                  <a:pt x="3636" y="3171"/>
                </a:lnTo>
                <a:lnTo>
                  <a:pt x="3635" y="3170"/>
                </a:lnTo>
                <a:lnTo>
                  <a:pt x="3635" y="3167"/>
                </a:lnTo>
                <a:lnTo>
                  <a:pt x="3633" y="3168"/>
                </a:lnTo>
                <a:lnTo>
                  <a:pt x="3632" y="3166"/>
                </a:lnTo>
                <a:lnTo>
                  <a:pt x="3631" y="3163"/>
                </a:lnTo>
                <a:lnTo>
                  <a:pt x="3630" y="3161"/>
                </a:lnTo>
                <a:lnTo>
                  <a:pt x="3629" y="3160"/>
                </a:lnTo>
                <a:lnTo>
                  <a:pt x="3628" y="3159"/>
                </a:lnTo>
                <a:lnTo>
                  <a:pt x="3628" y="3158"/>
                </a:lnTo>
                <a:lnTo>
                  <a:pt x="3628" y="3156"/>
                </a:lnTo>
                <a:lnTo>
                  <a:pt x="3628" y="3155"/>
                </a:lnTo>
                <a:lnTo>
                  <a:pt x="3629" y="3154"/>
                </a:lnTo>
                <a:lnTo>
                  <a:pt x="3629" y="3153"/>
                </a:lnTo>
                <a:lnTo>
                  <a:pt x="3629" y="3154"/>
                </a:lnTo>
                <a:lnTo>
                  <a:pt x="3628" y="3154"/>
                </a:lnTo>
                <a:lnTo>
                  <a:pt x="3627" y="3154"/>
                </a:lnTo>
                <a:lnTo>
                  <a:pt x="3626" y="3153"/>
                </a:lnTo>
                <a:lnTo>
                  <a:pt x="3625" y="3153"/>
                </a:lnTo>
                <a:lnTo>
                  <a:pt x="3625" y="3152"/>
                </a:lnTo>
                <a:lnTo>
                  <a:pt x="3624" y="3152"/>
                </a:lnTo>
                <a:lnTo>
                  <a:pt x="3625" y="3152"/>
                </a:lnTo>
                <a:lnTo>
                  <a:pt x="3625" y="3153"/>
                </a:lnTo>
                <a:lnTo>
                  <a:pt x="3624" y="3153"/>
                </a:lnTo>
                <a:lnTo>
                  <a:pt x="3624" y="3154"/>
                </a:lnTo>
                <a:lnTo>
                  <a:pt x="3622" y="3153"/>
                </a:lnTo>
                <a:lnTo>
                  <a:pt x="3620" y="3153"/>
                </a:lnTo>
                <a:lnTo>
                  <a:pt x="3620" y="3152"/>
                </a:lnTo>
                <a:lnTo>
                  <a:pt x="3619" y="3152"/>
                </a:lnTo>
                <a:lnTo>
                  <a:pt x="3616" y="3152"/>
                </a:lnTo>
                <a:lnTo>
                  <a:pt x="3615" y="3153"/>
                </a:lnTo>
                <a:lnTo>
                  <a:pt x="3614" y="3154"/>
                </a:lnTo>
                <a:lnTo>
                  <a:pt x="3613" y="3154"/>
                </a:lnTo>
                <a:lnTo>
                  <a:pt x="3612" y="3154"/>
                </a:lnTo>
                <a:lnTo>
                  <a:pt x="3611" y="3153"/>
                </a:lnTo>
                <a:lnTo>
                  <a:pt x="3610" y="3154"/>
                </a:lnTo>
                <a:lnTo>
                  <a:pt x="3611" y="3154"/>
                </a:lnTo>
                <a:lnTo>
                  <a:pt x="3611" y="3155"/>
                </a:lnTo>
                <a:lnTo>
                  <a:pt x="3612" y="3155"/>
                </a:lnTo>
                <a:lnTo>
                  <a:pt x="3612" y="3156"/>
                </a:lnTo>
                <a:lnTo>
                  <a:pt x="3613" y="3158"/>
                </a:lnTo>
                <a:lnTo>
                  <a:pt x="3614" y="3159"/>
                </a:lnTo>
                <a:lnTo>
                  <a:pt x="3615" y="3159"/>
                </a:lnTo>
                <a:lnTo>
                  <a:pt x="3616" y="3160"/>
                </a:lnTo>
                <a:lnTo>
                  <a:pt x="3616" y="3161"/>
                </a:lnTo>
                <a:lnTo>
                  <a:pt x="3616" y="3162"/>
                </a:lnTo>
                <a:lnTo>
                  <a:pt x="3617" y="3162"/>
                </a:lnTo>
                <a:lnTo>
                  <a:pt x="3617" y="3163"/>
                </a:lnTo>
                <a:lnTo>
                  <a:pt x="3618" y="3163"/>
                </a:lnTo>
                <a:lnTo>
                  <a:pt x="3619" y="3164"/>
                </a:lnTo>
                <a:lnTo>
                  <a:pt x="3619" y="3165"/>
                </a:lnTo>
                <a:lnTo>
                  <a:pt x="3619" y="3166"/>
                </a:lnTo>
                <a:lnTo>
                  <a:pt x="3619" y="3167"/>
                </a:lnTo>
                <a:lnTo>
                  <a:pt x="3620" y="3168"/>
                </a:lnTo>
                <a:lnTo>
                  <a:pt x="3619" y="3169"/>
                </a:lnTo>
                <a:lnTo>
                  <a:pt x="3617" y="3171"/>
                </a:lnTo>
                <a:lnTo>
                  <a:pt x="3616" y="3170"/>
                </a:lnTo>
                <a:lnTo>
                  <a:pt x="3616" y="3169"/>
                </a:lnTo>
                <a:lnTo>
                  <a:pt x="3615" y="3168"/>
                </a:lnTo>
                <a:lnTo>
                  <a:pt x="3614" y="3167"/>
                </a:lnTo>
                <a:lnTo>
                  <a:pt x="3613" y="3168"/>
                </a:lnTo>
                <a:lnTo>
                  <a:pt x="3613" y="3169"/>
                </a:lnTo>
                <a:lnTo>
                  <a:pt x="3612" y="3168"/>
                </a:lnTo>
                <a:lnTo>
                  <a:pt x="3612" y="3169"/>
                </a:lnTo>
                <a:lnTo>
                  <a:pt x="3612" y="3170"/>
                </a:lnTo>
                <a:lnTo>
                  <a:pt x="3611" y="3170"/>
                </a:lnTo>
                <a:lnTo>
                  <a:pt x="3610" y="3170"/>
                </a:lnTo>
                <a:lnTo>
                  <a:pt x="3611" y="3170"/>
                </a:lnTo>
                <a:lnTo>
                  <a:pt x="3612" y="3170"/>
                </a:lnTo>
                <a:lnTo>
                  <a:pt x="3613" y="3170"/>
                </a:lnTo>
                <a:lnTo>
                  <a:pt x="3614" y="3170"/>
                </a:lnTo>
                <a:lnTo>
                  <a:pt x="3615" y="3170"/>
                </a:lnTo>
                <a:lnTo>
                  <a:pt x="3616" y="3171"/>
                </a:lnTo>
                <a:lnTo>
                  <a:pt x="3616" y="3172"/>
                </a:lnTo>
                <a:lnTo>
                  <a:pt x="3616" y="3173"/>
                </a:lnTo>
                <a:lnTo>
                  <a:pt x="3616" y="3176"/>
                </a:lnTo>
                <a:lnTo>
                  <a:pt x="3617" y="3176"/>
                </a:lnTo>
                <a:lnTo>
                  <a:pt x="3617" y="3177"/>
                </a:lnTo>
                <a:lnTo>
                  <a:pt x="3617" y="3178"/>
                </a:lnTo>
                <a:lnTo>
                  <a:pt x="3616" y="3178"/>
                </a:lnTo>
                <a:lnTo>
                  <a:pt x="3615" y="3178"/>
                </a:lnTo>
                <a:lnTo>
                  <a:pt x="3614" y="3178"/>
                </a:lnTo>
                <a:lnTo>
                  <a:pt x="3614" y="3177"/>
                </a:lnTo>
                <a:lnTo>
                  <a:pt x="3613" y="3176"/>
                </a:lnTo>
                <a:lnTo>
                  <a:pt x="3613" y="3175"/>
                </a:lnTo>
                <a:lnTo>
                  <a:pt x="3613" y="3174"/>
                </a:lnTo>
                <a:lnTo>
                  <a:pt x="3613" y="3173"/>
                </a:lnTo>
                <a:lnTo>
                  <a:pt x="3612" y="3172"/>
                </a:lnTo>
                <a:lnTo>
                  <a:pt x="3612" y="3173"/>
                </a:lnTo>
                <a:lnTo>
                  <a:pt x="3613" y="3174"/>
                </a:lnTo>
                <a:lnTo>
                  <a:pt x="3613" y="3175"/>
                </a:lnTo>
                <a:lnTo>
                  <a:pt x="3613" y="3176"/>
                </a:lnTo>
                <a:lnTo>
                  <a:pt x="3613" y="3178"/>
                </a:lnTo>
                <a:lnTo>
                  <a:pt x="3613" y="3179"/>
                </a:lnTo>
                <a:lnTo>
                  <a:pt x="3613" y="3180"/>
                </a:lnTo>
                <a:lnTo>
                  <a:pt x="3612" y="3180"/>
                </a:lnTo>
                <a:lnTo>
                  <a:pt x="3612" y="3182"/>
                </a:lnTo>
                <a:lnTo>
                  <a:pt x="3613" y="3182"/>
                </a:lnTo>
                <a:lnTo>
                  <a:pt x="3613" y="3186"/>
                </a:lnTo>
                <a:lnTo>
                  <a:pt x="3612" y="3187"/>
                </a:lnTo>
                <a:lnTo>
                  <a:pt x="3611" y="3187"/>
                </a:lnTo>
                <a:lnTo>
                  <a:pt x="3611" y="3188"/>
                </a:lnTo>
                <a:lnTo>
                  <a:pt x="3611" y="3189"/>
                </a:lnTo>
                <a:lnTo>
                  <a:pt x="3611" y="3190"/>
                </a:lnTo>
                <a:lnTo>
                  <a:pt x="3612" y="3190"/>
                </a:lnTo>
                <a:lnTo>
                  <a:pt x="3612" y="3189"/>
                </a:lnTo>
                <a:lnTo>
                  <a:pt x="3613" y="3190"/>
                </a:lnTo>
                <a:lnTo>
                  <a:pt x="3614" y="3190"/>
                </a:lnTo>
                <a:lnTo>
                  <a:pt x="3615" y="3190"/>
                </a:lnTo>
                <a:lnTo>
                  <a:pt x="3615" y="3191"/>
                </a:lnTo>
                <a:lnTo>
                  <a:pt x="3616" y="3191"/>
                </a:lnTo>
                <a:lnTo>
                  <a:pt x="3617" y="3191"/>
                </a:lnTo>
                <a:lnTo>
                  <a:pt x="3617" y="3192"/>
                </a:lnTo>
                <a:lnTo>
                  <a:pt x="3616" y="3192"/>
                </a:lnTo>
                <a:lnTo>
                  <a:pt x="3617" y="3192"/>
                </a:lnTo>
                <a:lnTo>
                  <a:pt x="3617" y="3193"/>
                </a:lnTo>
                <a:lnTo>
                  <a:pt x="3616" y="3193"/>
                </a:lnTo>
                <a:lnTo>
                  <a:pt x="3616" y="3194"/>
                </a:lnTo>
                <a:lnTo>
                  <a:pt x="3615" y="3194"/>
                </a:lnTo>
                <a:lnTo>
                  <a:pt x="3614" y="3194"/>
                </a:lnTo>
                <a:lnTo>
                  <a:pt x="3614" y="3195"/>
                </a:lnTo>
                <a:lnTo>
                  <a:pt x="3614" y="3196"/>
                </a:lnTo>
                <a:lnTo>
                  <a:pt x="3614" y="3197"/>
                </a:lnTo>
                <a:lnTo>
                  <a:pt x="3615" y="3197"/>
                </a:lnTo>
                <a:lnTo>
                  <a:pt x="3614" y="3197"/>
                </a:lnTo>
                <a:lnTo>
                  <a:pt x="3613" y="3197"/>
                </a:lnTo>
                <a:lnTo>
                  <a:pt x="3613" y="3198"/>
                </a:lnTo>
                <a:lnTo>
                  <a:pt x="3612" y="3198"/>
                </a:lnTo>
                <a:lnTo>
                  <a:pt x="3612" y="3199"/>
                </a:lnTo>
                <a:lnTo>
                  <a:pt x="3612" y="3200"/>
                </a:lnTo>
                <a:lnTo>
                  <a:pt x="3612" y="3201"/>
                </a:lnTo>
                <a:lnTo>
                  <a:pt x="3612" y="3202"/>
                </a:lnTo>
                <a:lnTo>
                  <a:pt x="3613" y="3202"/>
                </a:lnTo>
                <a:lnTo>
                  <a:pt x="3613" y="3203"/>
                </a:lnTo>
                <a:lnTo>
                  <a:pt x="3614" y="3204"/>
                </a:lnTo>
                <a:lnTo>
                  <a:pt x="3613" y="3205"/>
                </a:lnTo>
                <a:lnTo>
                  <a:pt x="3613" y="3206"/>
                </a:lnTo>
                <a:lnTo>
                  <a:pt x="3612" y="3205"/>
                </a:lnTo>
                <a:lnTo>
                  <a:pt x="3611" y="3206"/>
                </a:lnTo>
                <a:lnTo>
                  <a:pt x="3610" y="3207"/>
                </a:lnTo>
                <a:lnTo>
                  <a:pt x="3611" y="3208"/>
                </a:lnTo>
                <a:lnTo>
                  <a:pt x="3611" y="3209"/>
                </a:lnTo>
                <a:lnTo>
                  <a:pt x="3611" y="3210"/>
                </a:lnTo>
                <a:lnTo>
                  <a:pt x="3611" y="3211"/>
                </a:lnTo>
                <a:lnTo>
                  <a:pt x="3611" y="3210"/>
                </a:lnTo>
                <a:lnTo>
                  <a:pt x="3610" y="3210"/>
                </a:lnTo>
                <a:lnTo>
                  <a:pt x="3610" y="3211"/>
                </a:lnTo>
                <a:lnTo>
                  <a:pt x="3609" y="3211"/>
                </a:lnTo>
                <a:lnTo>
                  <a:pt x="3608" y="3211"/>
                </a:lnTo>
                <a:lnTo>
                  <a:pt x="3608" y="3210"/>
                </a:lnTo>
                <a:lnTo>
                  <a:pt x="3609" y="3208"/>
                </a:lnTo>
                <a:lnTo>
                  <a:pt x="3609" y="3209"/>
                </a:lnTo>
                <a:lnTo>
                  <a:pt x="3608" y="3209"/>
                </a:lnTo>
                <a:lnTo>
                  <a:pt x="3608" y="3210"/>
                </a:lnTo>
                <a:lnTo>
                  <a:pt x="3608" y="3212"/>
                </a:lnTo>
                <a:lnTo>
                  <a:pt x="3609" y="3213"/>
                </a:lnTo>
                <a:lnTo>
                  <a:pt x="3609" y="3214"/>
                </a:lnTo>
                <a:lnTo>
                  <a:pt x="3610" y="3214"/>
                </a:lnTo>
                <a:lnTo>
                  <a:pt x="3610" y="3215"/>
                </a:lnTo>
                <a:lnTo>
                  <a:pt x="3610" y="3216"/>
                </a:lnTo>
                <a:lnTo>
                  <a:pt x="3610" y="3218"/>
                </a:lnTo>
                <a:lnTo>
                  <a:pt x="3610" y="3219"/>
                </a:lnTo>
                <a:lnTo>
                  <a:pt x="3609" y="3219"/>
                </a:lnTo>
                <a:lnTo>
                  <a:pt x="3610" y="3219"/>
                </a:lnTo>
                <a:lnTo>
                  <a:pt x="3610" y="3220"/>
                </a:lnTo>
                <a:lnTo>
                  <a:pt x="3610" y="3221"/>
                </a:lnTo>
                <a:lnTo>
                  <a:pt x="3610" y="3222"/>
                </a:lnTo>
                <a:lnTo>
                  <a:pt x="3609" y="3222"/>
                </a:lnTo>
                <a:lnTo>
                  <a:pt x="3609" y="3221"/>
                </a:lnTo>
                <a:lnTo>
                  <a:pt x="3608" y="3221"/>
                </a:lnTo>
                <a:lnTo>
                  <a:pt x="3607" y="3221"/>
                </a:lnTo>
                <a:lnTo>
                  <a:pt x="3606" y="3222"/>
                </a:lnTo>
                <a:lnTo>
                  <a:pt x="3605" y="3222"/>
                </a:lnTo>
                <a:lnTo>
                  <a:pt x="3605" y="3221"/>
                </a:lnTo>
                <a:lnTo>
                  <a:pt x="3604" y="3221"/>
                </a:lnTo>
                <a:lnTo>
                  <a:pt x="3603" y="3221"/>
                </a:lnTo>
                <a:lnTo>
                  <a:pt x="3603" y="3220"/>
                </a:lnTo>
                <a:lnTo>
                  <a:pt x="3602" y="3219"/>
                </a:lnTo>
                <a:lnTo>
                  <a:pt x="3602" y="3218"/>
                </a:lnTo>
                <a:lnTo>
                  <a:pt x="3602" y="3217"/>
                </a:lnTo>
                <a:lnTo>
                  <a:pt x="3601" y="3217"/>
                </a:lnTo>
                <a:lnTo>
                  <a:pt x="3601" y="3215"/>
                </a:lnTo>
                <a:lnTo>
                  <a:pt x="3599" y="3212"/>
                </a:lnTo>
                <a:lnTo>
                  <a:pt x="3597" y="3212"/>
                </a:lnTo>
                <a:lnTo>
                  <a:pt x="3598" y="3213"/>
                </a:lnTo>
                <a:lnTo>
                  <a:pt x="3597" y="3214"/>
                </a:lnTo>
                <a:lnTo>
                  <a:pt x="3596" y="3215"/>
                </a:lnTo>
                <a:lnTo>
                  <a:pt x="3595" y="3216"/>
                </a:lnTo>
                <a:lnTo>
                  <a:pt x="3594" y="3215"/>
                </a:lnTo>
                <a:lnTo>
                  <a:pt x="3593" y="3214"/>
                </a:lnTo>
                <a:lnTo>
                  <a:pt x="3593" y="3215"/>
                </a:lnTo>
                <a:lnTo>
                  <a:pt x="3594" y="3217"/>
                </a:lnTo>
                <a:lnTo>
                  <a:pt x="3594" y="3218"/>
                </a:lnTo>
                <a:lnTo>
                  <a:pt x="3594" y="3219"/>
                </a:lnTo>
                <a:lnTo>
                  <a:pt x="3594" y="3220"/>
                </a:lnTo>
                <a:lnTo>
                  <a:pt x="3595" y="3220"/>
                </a:lnTo>
                <a:lnTo>
                  <a:pt x="3595" y="3221"/>
                </a:lnTo>
                <a:lnTo>
                  <a:pt x="3596" y="3222"/>
                </a:lnTo>
                <a:lnTo>
                  <a:pt x="3597" y="3222"/>
                </a:lnTo>
                <a:lnTo>
                  <a:pt x="3597" y="3221"/>
                </a:lnTo>
                <a:lnTo>
                  <a:pt x="3597" y="3222"/>
                </a:lnTo>
                <a:lnTo>
                  <a:pt x="3598" y="3222"/>
                </a:lnTo>
                <a:lnTo>
                  <a:pt x="3598" y="3223"/>
                </a:lnTo>
                <a:lnTo>
                  <a:pt x="3597" y="3223"/>
                </a:lnTo>
                <a:lnTo>
                  <a:pt x="3597" y="3224"/>
                </a:lnTo>
                <a:lnTo>
                  <a:pt x="3596" y="3225"/>
                </a:lnTo>
                <a:lnTo>
                  <a:pt x="3597" y="3225"/>
                </a:lnTo>
                <a:lnTo>
                  <a:pt x="3596" y="3226"/>
                </a:lnTo>
                <a:lnTo>
                  <a:pt x="3596" y="3227"/>
                </a:lnTo>
                <a:lnTo>
                  <a:pt x="3596" y="3228"/>
                </a:lnTo>
                <a:lnTo>
                  <a:pt x="3597" y="3228"/>
                </a:lnTo>
                <a:lnTo>
                  <a:pt x="3597" y="3229"/>
                </a:lnTo>
                <a:lnTo>
                  <a:pt x="3596" y="3229"/>
                </a:lnTo>
                <a:lnTo>
                  <a:pt x="3595" y="3229"/>
                </a:lnTo>
                <a:lnTo>
                  <a:pt x="3594" y="3229"/>
                </a:lnTo>
                <a:lnTo>
                  <a:pt x="3594" y="3230"/>
                </a:lnTo>
                <a:lnTo>
                  <a:pt x="3594" y="3231"/>
                </a:lnTo>
                <a:lnTo>
                  <a:pt x="3593" y="3231"/>
                </a:lnTo>
                <a:lnTo>
                  <a:pt x="3593" y="3230"/>
                </a:lnTo>
                <a:lnTo>
                  <a:pt x="3592" y="3230"/>
                </a:lnTo>
                <a:lnTo>
                  <a:pt x="3592" y="3229"/>
                </a:lnTo>
                <a:lnTo>
                  <a:pt x="3591" y="3229"/>
                </a:lnTo>
                <a:lnTo>
                  <a:pt x="3590" y="3229"/>
                </a:lnTo>
                <a:lnTo>
                  <a:pt x="3589" y="3229"/>
                </a:lnTo>
                <a:lnTo>
                  <a:pt x="3588" y="3229"/>
                </a:lnTo>
                <a:lnTo>
                  <a:pt x="3587" y="3229"/>
                </a:lnTo>
                <a:lnTo>
                  <a:pt x="3587" y="3228"/>
                </a:lnTo>
                <a:lnTo>
                  <a:pt x="3587" y="3227"/>
                </a:lnTo>
                <a:lnTo>
                  <a:pt x="3586" y="3226"/>
                </a:lnTo>
                <a:lnTo>
                  <a:pt x="3586" y="3224"/>
                </a:lnTo>
                <a:lnTo>
                  <a:pt x="3585" y="3223"/>
                </a:lnTo>
                <a:lnTo>
                  <a:pt x="3585" y="3222"/>
                </a:lnTo>
                <a:lnTo>
                  <a:pt x="3585" y="3221"/>
                </a:lnTo>
                <a:lnTo>
                  <a:pt x="3584" y="3221"/>
                </a:lnTo>
                <a:lnTo>
                  <a:pt x="3585" y="3222"/>
                </a:lnTo>
                <a:lnTo>
                  <a:pt x="3585" y="3223"/>
                </a:lnTo>
                <a:lnTo>
                  <a:pt x="3585" y="3224"/>
                </a:lnTo>
                <a:lnTo>
                  <a:pt x="3585" y="3225"/>
                </a:lnTo>
                <a:lnTo>
                  <a:pt x="3584" y="3225"/>
                </a:lnTo>
                <a:lnTo>
                  <a:pt x="3583" y="3226"/>
                </a:lnTo>
                <a:lnTo>
                  <a:pt x="3582" y="3227"/>
                </a:lnTo>
                <a:lnTo>
                  <a:pt x="3582" y="3228"/>
                </a:lnTo>
                <a:lnTo>
                  <a:pt x="3583" y="3228"/>
                </a:lnTo>
                <a:lnTo>
                  <a:pt x="3583" y="3229"/>
                </a:lnTo>
                <a:lnTo>
                  <a:pt x="3583" y="3230"/>
                </a:lnTo>
                <a:lnTo>
                  <a:pt x="3584" y="3234"/>
                </a:lnTo>
                <a:lnTo>
                  <a:pt x="3585" y="3234"/>
                </a:lnTo>
                <a:lnTo>
                  <a:pt x="3585" y="3235"/>
                </a:lnTo>
                <a:lnTo>
                  <a:pt x="3585" y="3236"/>
                </a:lnTo>
                <a:lnTo>
                  <a:pt x="3586" y="3237"/>
                </a:lnTo>
                <a:lnTo>
                  <a:pt x="3587" y="3237"/>
                </a:lnTo>
                <a:lnTo>
                  <a:pt x="3587" y="3238"/>
                </a:lnTo>
                <a:lnTo>
                  <a:pt x="3586" y="3238"/>
                </a:lnTo>
                <a:lnTo>
                  <a:pt x="3585" y="3239"/>
                </a:lnTo>
                <a:lnTo>
                  <a:pt x="3586" y="3240"/>
                </a:lnTo>
                <a:lnTo>
                  <a:pt x="3585" y="3240"/>
                </a:lnTo>
                <a:lnTo>
                  <a:pt x="3585" y="3241"/>
                </a:lnTo>
                <a:lnTo>
                  <a:pt x="3584" y="3242"/>
                </a:lnTo>
                <a:lnTo>
                  <a:pt x="3583" y="3241"/>
                </a:lnTo>
                <a:lnTo>
                  <a:pt x="3582" y="3241"/>
                </a:lnTo>
                <a:lnTo>
                  <a:pt x="3581" y="3240"/>
                </a:lnTo>
                <a:lnTo>
                  <a:pt x="3581" y="3239"/>
                </a:lnTo>
                <a:lnTo>
                  <a:pt x="3580" y="3240"/>
                </a:lnTo>
                <a:lnTo>
                  <a:pt x="3580" y="3239"/>
                </a:lnTo>
                <a:lnTo>
                  <a:pt x="3580" y="3237"/>
                </a:lnTo>
                <a:lnTo>
                  <a:pt x="3580" y="3236"/>
                </a:lnTo>
                <a:lnTo>
                  <a:pt x="3581" y="3236"/>
                </a:lnTo>
                <a:lnTo>
                  <a:pt x="3581" y="3235"/>
                </a:lnTo>
                <a:lnTo>
                  <a:pt x="3580" y="3235"/>
                </a:lnTo>
                <a:lnTo>
                  <a:pt x="3580" y="3236"/>
                </a:lnTo>
                <a:lnTo>
                  <a:pt x="3579" y="3236"/>
                </a:lnTo>
                <a:lnTo>
                  <a:pt x="3579" y="3235"/>
                </a:lnTo>
                <a:lnTo>
                  <a:pt x="3579" y="3234"/>
                </a:lnTo>
                <a:lnTo>
                  <a:pt x="3580" y="3234"/>
                </a:lnTo>
                <a:lnTo>
                  <a:pt x="3580" y="3233"/>
                </a:lnTo>
                <a:lnTo>
                  <a:pt x="3579" y="3233"/>
                </a:lnTo>
                <a:lnTo>
                  <a:pt x="3579" y="3234"/>
                </a:lnTo>
                <a:lnTo>
                  <a:pt x="3578" y="3234"/>
                </a:lnTo>
                <a:lnTo>
                  <a:pt x="3578" y="3235"/>
                </a:lnTo>
                <a:lnTo>
                  <a:pt x="3578" y="3234"/>
                </a:lnTo>
                <a:lnTo>
                  <a:pt x="3577" y="3233"/>
                </a:lnTo>
                <a:lnTo>
                  <a:pt x="3576" y="3233"/>
                </a:lnTo>
                <a:lnTo>
                  <a:pt x="3575" y="3231"/>
                </a:lnTo>
                <a:lnTo>
                  <a:pt x="3574" y="3231"/>
                </a:lnTo>
                <a:lnTo>
                  <a:pt x="3575" y="3230"/>
                </a:lnTo>
                <a:lnTo>
                  <a:pt x="3574" y="3229"/>
                </a:lnTo>
                <a:lnTo>
                  <a:pt x="3573" y="3228"/>
                </a:lnTo>
                <a:lnTo>
                  <a:pt x="3572" y="3226"/>
                </a:lnTo>
                <a:lnTo>
                  <a:pt x="3571" y="3225"/>
                </a:lnTo>
                <a:lnTo>
                  <a:pt x="3570" y="3224"/>
                </a:lnTo>
                <a:lnTo>
                  <a:pt x="3570" y="3222"/>
                </a:lnTo>
                <a:lnTo>
                  <a:pt x="3570" y="3221"/>
                </a:lnTo>
                <a:lnTo>
                  <a:pt x="3570" y="3220"/>
                </a:lnTo>
                <a:lnTo>
                  <a:pt x="3570" y="3219"/>
                </a:lnTo>
                <a:lnTo>
                  <a:pt x="3570" y="3218"/>
                </a:lnTo>
                <a:lnTo>
                  <a:pt x="3571" y="3217"/>
                </a:lnTo>
                <a:lnTo>
                  <a:pt x="3571" y="3214"/>
                </a:lnTo>
                <a:lnTo>
                  <a:pt x="3570" y="3212"/>
                </a:lnTo>
                <a:lnTo>
                  <a:pt x="3570" y="3211"/>
                </a:lnTo>
                <a:lnTo>
                  <a:pt x="3570" y="3210"/>
                </a:lnTo>
                <a:lnTo>
                  <a:pt x="3570" y="3209"/>
                </a:lnTo>
                <a:lnTo>
                  <a:pt x="3570" y="3208"/>
                </a:lnTo>
                <a:lnTo>
                  <a:pt x="3571" y="3208"/>
                </a:lnTo>
                <a:lnTo>
                  <a:pt x="3572" y="3207"/>
                </a:lnTo>
                <a:lnTo>
                  <a:pt x="3571" y="3207"/>
                </a:lnTo>
                <a:lnTo>
                  <a:pt x="3571" y="3208"/>
                </a:lnTo>
                <a:lnTo>
                  <a:pt x="3570" y="3208"/>
                </a:lnTo>
                <a:lnTo>
                  <a:pt x="3569" y="3209"/>
                </a:lnTo>
                <a:lnTo>
                  <a:pt x="3569" y="3208"/>
                </a:lnTo>
                <a:lnTo>
                  <a:pt x="3569" y="3207"/>
                </a:lnTo>
                <a:lnTo>
                  <a:pt x="3568" y="3207"/>
                </a:lnTo>
                <a:lnTo>
                  <a:pt x="3568" y="3206"/>
                </a:lnTo>
                <a:lnTo>
                  <a:pt x="3568" y="3207"/>
                </a:lnTo>
                <a:lnTo>
                  <a:pt x="3568" y="3208"/>
                </a:lnTo>
                <a:lnTo>
                  <a:pt x="3568" y="3209"/>
                </a:lnTo>
                <a:lnTo>
                  <a:pt x="3568" y="3210"/>
                </a:lnTo>
                <a:lnTo>
                  <a:pt x="3568" y="3212"/>
                </a:lnTo>
                <a:lnTo>
                  <a:pt x="3568" y="3213"/>
                </a:lnTo>
                <a:lnTo>
                  <a:pt x="3567" y="3213"/>
                </a:lnTo>
                <a:lnTo>
                  <a:pt x="3567" y="3214"/>
                </a:lnTo>
                <a:lnTo>
                  <a:pt x="3568" y="3215"/>
                </a:lnTo>
                <a:lnTo>
                  <a:pt x="3567" y="3216"/>
                </a:lnTo>
                <a:lnTo>
                  <a:pt x="3566" y="3217"/>
                </a:lnTo>
                <a:lnTo>
                  <a:pt x="3563" y="3215"/>
                </a:lnTo>
                <a:lnTo>
                  <a:pt x="3563" y="3216"/>
                </a:lnTo>
                <a:lnTo>
                  <a:pt x="3562" y="3217"/>
                </a:lnTo>
                <a:lnTo>
                  <a:pt x="3562" y="3218"/>
                </a:lnTo>
                <a:lnTo>
                  <a:pt x="3563" y="3219"/>
                </a:lnTo>
                <a:lnTo>
                  <a:pt x="3562" y="3219"/>
                </a:lnTo>
                <a:lnTo>
                  <a:pt x="3562" y="3220"/>
                </a:lnTo>
                <a:lnTo>
                  <a:pt x="3562" y="3221"/>
                </a:lnTo>
                <a:lnTo>
                  <a:pt x="3561" y="3221"/>
                </a:lnTo>
                <a:lnTo>
                  <a:pt x="3561" y="3222"/>
                </a:lnTo>
                <a:lnTo>
                  <a:pt x="3562" y="3222"/>
                </a:lnTo>
                <a:lnTo>
                  <a:pt x="3562" y="3225"/>
                </a:lnTo>
                <a:lnTo>
                  <a:pt x="3562" y="3226"/>
                </a:lnTo>
                <a:lnTo>
                  <a:pt x="3562" y="3227"/>
                </a:lnTo>
                <a:lnTo>
                  <a:pt x="3563" y="3229"/>
                </a:lnTo>
                <a:lnTo>
                  <a:pt x="3563" y="3230"/>
                </a:lnTo>
                <a:lnTo>
                  <a:pt x="3563" y="3231"/>
                </a:lnTo>
                <a:lnTo>
                  <a:pt x="3563" y="3232"/>
                </a:lnTo>
                <a:lnTo>
                  <a:pt x="3562" y="3232"/>
                </a:lnTo>
                <a:lnTo>
                  <a:pt x="3562" y="3233"/>
                </a:lnTo>
                <a:lnTo>
                  <a:pt x="3563" y="3233"/>
                </a:lnTo>
                <a:lnTo>
                  <a:pt x="3563" y="3234"/>
                </a:lnTo>
                <a:lnTo>
                  <a:pt x="3563" y="3235"/>
                </a:lnTo>
                <a:lnTo>
                  <a:pt x="3562" y="3236"/>
                </a:lnTo>
                <a:lnTo>
                  <a:pt x="3561" y="3236"/>
                </a:lnTo>
                <a:lnTo>
                  <a:pt x="3560" y="3237"/>
                </a:lnTo>
                <a:lnTo>
                  <a:pt x="3560" y="3238"/>
                </a:lnTo>
                <a:lnTo>
                  <a:pt x="3559" y="3238"/>
                </a:lnTo>
                <a:lnTo>
                  <a:pt x="3559" y="3239"/>
                </a:lnTo>
                <a:lnTo>
                  <a:pt x="3559" y="3240"/>
                </a:lnTo>
                <a:lnTo>
                  <a:pt x="3559" y="3241"/>
                </a:lnTo>
                <a:lnTo>
                  <a:pt x="3557" y="3241"/>
                </a:lnTo>
                <a:lnTo>
                  <a:pt x="3557" y="3242"/>
                </a:lnTo>
                <a:lnTo>
                  <a:pt x="3557" y="3243"/>
                </a:lnTo>
                <a:lnTo>
                  <a:pt x="3556" y="3243"/>
                </a:lnTo>
                <a:lnTo>
                  <a:pt x="3555" y="3243"/>
                </a:lnTo>
                <a:lnTo>
                  <a:pt x="3554" y="3243"/>
                </a:lnTo>
                <a:lnTo>
                  <a:pt x="3554" y="3244"/>
                </a:lnTo>
                <a:lnTo>
                  <a:pt x="3553" y="3244"/>
                </a:lnTo>
                <a:lnTo>
                  <a:pt x="3553" y="3245"/>
                </a:lnTo>
                <a:lnTo>
                  <a:pt x="3552" y="3245"/>
                </a:lnTo>
                <a:lnTo>
                  <a:pt x="3551" y="3244"/>
                </a:lnTo>
                <a:lnTo>
                  <a:pt x="3550" y="3243"/>
                </a:lnTo>
                <a:lnTo>
                  <a:pt x="3551" y="3243"/>
                </a:lnTo>
                <a:lnTo>
                  <a:pt x="3551" y="3241"/>
                </a:lnTo>
                <a:lnTo>
                  <a:pt x="3550" y="3241"/>
                </a:lnTo>
                <a:lnTo>
                  <a:pt x="3549" y="3241"/>
                </a:lnTo>
                <a:lnTo>
                  <a:pt x="3548" y="3240"/>
                </a:lnTo>
                <a:lnTo>
                  <a:pt x="3548" y="3239"/>
                </a:lnTo>
                <a:lnTo>
                  <a:pt x="3548" y="3238"/>
                </a:lnTo>
                <a:lnTo>
                  <a:pt x="3548" y="3237"/>
                </a:lnTo>
                <a:lnTo>
                  <a:pt x="3547" y="3237"/>
                </a:lnTo>
                <a:lnTo>
                  <a:pt x="3548" y="3236"/>
                </a:lnTo>
                <a:lnTo>
                  <a:pt x="3547" y="3236"/>
                </a:lnTo>
                <a:lnTo>
                  <a:pt x="3546" y="3235"/>
                </a:lnTo>
                <a:lnTo>
                  <a:pt x="3545" y="3234"/>
                </a:lnTo>
                <a:lnTo>
                  <a:pt x="3545" y="3233"/>
                </a:lnTo>
                <a:lnTo>
                  <a:pt x="3544" y="3233"/>
                </a:lnTo>
                <a:lnTo>
                  <a:pt x="3544" y="3234"/>
                </a:lnTo>
                <a:lnTo>
                  <a:pt x="3545" y="3234"/>
                </a:lnTo>
                <a:lnTo>
                  <a:pt x="3545" y="3235"/>
                </a:lnTo>
                <a:lnTo>
                  <a:pt x="3543" y="3235"/>
                </a:lnTo>
                <a:lnTo>
                  <a:pt x="3542" y="3235"/>
                </a:lnTo>
                <a:lnTo>
                  <a:pt x="3541" y="3235"/>
                </a:lnTo>
                <a:lnTo>
                  <a:pt x="3540" y="3236"/>
                </a:lnTo>
                <a:lnTo>
                  <a:pt x="3539" y="3236"/>
                </a:lnTo>
                <a:lnTo>
                  <a:pt x="3539" y="3237"/>
                </a:lnTo>
                <a:lnTo>
                  <a:pt x="3538" y="3237"/>
                </a:lnTo>
                <a:lnTo>
                  <a:pt x="3538" y="3238"/>
                </a:lnTo>
                <a:lnTo>
                  <a:pt x="3537" y="3238"/>
                </a:lnTo>
                <a:lnTo>
                  <a:pt x="3537" y="3239"/>
                </a:lnTo>
                <a:lnTo>
                  <a:pt x="3538" y="3240"/>
                </a:lnTo>
                <a:lnTo>
                  <a:pt x="3537" y="3241"/>
                </a:lnTo>
                <a:lnTo>
                  <a:pt x="3536" y="3240"/>
                </a:lnTo>
                <a:lnTo>
                  <a:pt x="3536" y="3241"/>
                </a:lnTo>
                <a:lnTo>
                  <a:pt x="3535" y="3241"/>
                </a:lnTo>
                <a:lnTo>
                  <a:pt x="3534" y="3241"/>
                </a:lnTo>
                <a:lnTo>
                  <a:pt x="3534" y="3242"/>
                </a:lnTo>
                <a:lnTo>
                  <a:pt x="3533" y="3243"/>
                </a:lnTo>
                <a:lnTo>
                  <a:pt x="3532" y="3244"/>
                </a:lnTo>
                <a:lnTo>
                  <a:pt x="3532" y="3245"/>
                </a:lnTo>
                <a:lnTo>
                  <a:pt x="3531" y="3245"/>
                </a:lnTo>
                <a:lnTo>
                  <a:pt x="3530" y="3246"/>
                </a:lnTo>
                <a:lnTo>
                  <a:pt x="3530" y="3247"/>
                </a:lnTo>
                <a:lnTo>
                  <a:pt x="3529" y="3248"/>
                </a:lnTo>
                <a:lnTo>
                  <a:pt x="3529" y="3249"/>
                </a:lnTo>
                <a:lnTo>
                  <a:pt x="3529" y="3250"/>
                </a:lnTo>
                <a:lnTo>
                  <a:pt x="3528" y="3251"/>
                </a:lnTo>
                <a:lnTo>
                  <a:pt x="3528" y="3252"/>
                </a:lnTo>
                <a:lnTo>
                  <a:pt x="3528" y="3251"/>
                </a:lnTo>
                <a:lnTo>
                  <a:pt x="3527" y="3251"/>
                </a:lnTo>
                <a:lnTo>
                  <a:pt x="3526" y="3251"/>
                </a:lnTo>
                <a:lnTo>
                  <a:pt x="3527" y="3252"/>
                </a:lnTo>
                <a:lnTo>
                  <a:pt x="3527" y="3253"/>
                </a:lnTo>
                <a:lnTo>
                  <a:pt x="3526" y="3253"/>
                </a:lnTo>
                <a:lnTo>
                  <a:pt x="3526" y="3252"/>
                </a:lnTo>
                <a:lnTo>
                  <a:pt x="3526" y="3253"/>
                </a:lnTo>
                <a:lnTo>
                  <a:pt x="3525" y="3253"/>
                </a:lnTo>
                <a:lnTo>
                  <a:pt x="3524" y="3253"/>
                </a:lnTo>
                <a:lnTo>
                  <a:pt x="3524" y="3254"/>
                </a:lnTo>
                <a:lnTo>
                  <a:pt x="3523" y="3254"/>
                </a:lnTo>
                <a:lnTo>
                  <a:pt x="3522" y="3254"/>
                </a:lnTo>
                <a:lnTo>
                  <a:pt x="3522" y="3255"/>
                </a:lnTo>
                <a:lnTo>
                  <a:pt x="3521" y="3255"/>
                </a:lnTo>
                <a:lnTo>
                  <a:pt x="3521" y="3254"/>
                </a:lnTo>
                <a:lnTo>
                  <a:pt x="3520" y="3254"/>
                </a:lnTo>
                <a:lnTo>
                  <a:pt x="3519" y="3254"/>
                </a:lnTo>
                <a:lnTo>
                  <a:pt x="3519" y="3253"/>
                </a:lnTo>
                <a:lnTo>
                  <a:pt x="3519" y="3252"/>
                </a:lnTo>
                <a:lnTo>
                  <a:pt x="3518" y="3252"/>
                </a:lnTo>
                <a:lnTo>
                  <a:pt x="3518" y="3253"/>
                </a:lnTo>
                <a:lnTo>
                  <a:pt x="3517" y="3252"/>
                </a:lnTo>
                <a:lnTo>
                  <a:pt x="3516" y="3252"/>
                </a:lnTo>
                <a:lnTo>
                  <a:pt x="3516" y="3251"/>
                </a:lnTo>
                <a:lnTo>
                  <a:pt x="3515" y="3251"/>
                </a:lnTo>
                <a:lnTo>
                  <a:pt x="3514" y="3250"/>
                </a:lnTo>
                <a:lnTo>
                  <a:pt x="3513" y="3250"/>
                </a:lnTo>
                <a:lnTo>
                  <a:pt x="3512" y="3249"/>
                </a:lnTo>
                <a:lnTo>
                  <a:pt x="3511" y="3249"/>
                </a:lnTo>
                <a:lnTo>
                  <a:pt x="3510" y="3249"/>
                </a:lnTo>
                <a:lnTo>
                  <a:pt x="3509" y="3248"/>
                </a:lnTo>
                <a:lnTo>
                  <a:pt x="3509" y="3247"/>
                </a:lnTo>
                <a:lnTo>
                  <a:pt x="3508" y="3247"/>
                </a:lnTo>
                <a:lnTo>
                  <a:pt x="3508" y="3246"/>
                </a:lnTo>
                <a:lnTo>
                  <a:pt x="3508" y="3243"/>
                </a:lnTo>
                <a:lnTo>
                  <a:pt x="3508" y="3241"/>
                </a:lnTo>
                <a:lnTo>
                  <a:pt x="3508" y="3240"/>
                </a:lnTo>
                <a:lnTo>
                  <a:pt x="3508" y="3239"/>
                </a:lnTo>
                <a:lnTo>
                  <a:pt x="3508" y="3238"/>
                </a:lnTo>
                <a:lnTo>
                  <a:pt x="3509" y="3238"/>
                </a:lnTo>
                <a:lnTo>
                  <a:pt x="3510" y="3237"/>
                </a:lnTo>
                <a:lnTo>
                  <a:pt x="3511" y="3236"/>
                </a:lnTo>
                <a:lnTo>
                  <a:pt x="3512" y="3236"/>
                </a:lnTo>
                <a:lnTo>
                  <a:pt x="3513" y="3236"/>
                </a:lnTo>
                <a:lnTo>
                  <a:pt x="3514" y="3236"/>
                </a:lnTo>
                <a:lnTo>
                  <a:pt x="3516" y="3236"/>
                </a:lnTo>
                <a:lnTo>
                  <a:pt x="3516" y="3235"/>
                </a:lnTo>
                <a:lnTo>
                  <a:pt x="3516" y="3234"/>
                </a:lnTo>
                <a:lnTo>
                  <a:pt x="3516" y="3235"/>
                </a:lnTo>
                <a:lnTo>
                  <a:pt x="3515" y="3235"/>
                </a:lnTo>
                <a:lnTo>
                  <a:pt x="3514" y="3235"/>
                </a:lnTo>
                <a:lnTo>
                  <a:pt x="3513" y="3234"/>
                </a:lnTo>
                <a:lnTo>
                  <a:pt x="3512" y="3234"/>
                </a:lnTo>
                <a:lnTo>
                  <a:pt x="3511" y="3235"/>
                </a:lnTo>
                <a:lnTo>
                  <a:pt x="3511" y="3236"/>
                </a:lnTo>
                <a:lnTo>
                  <a:pt x="3510" y="3236"/>
                </a:lnTo>
                <a:lnTo>
                  <a:pt x="3510" y="3237"/>
                </a:lnTo>
                <a:lnTo>
                  <a:pt x="3509" y="3237"/>
                </a:lnTo>
                <a:lnTo>
                  <a:pt x="3508" y="3237"/>
                </a:lnTo>
                <a:lnTo>
                  <a:pt x="3508" y="3238"/>
                </a:lnTo>
                <a:lnTo>
                  <a:pt x="3508" y="3239"/>
                </a:lnTo>
                <a:lnTo>
                  <a:pt x="3507" y="3239"/>
                </a:lnTo>
                <a:lnTo>
                  <a:pt x="3507" y="3238"/>
                </a:lnTo>
                <a:lnTo>
                  <a:pt x="3507" y="3239"/>
                </a:lnTo>
                <a:lnTo>
                  <a:pt x="3507" y="3238"/>
                </a:lnTo>
                <a:lnTo>
                  <a:pt x="3507" y="3237"/>
                </a:lnTo>
                <a:lnTo>
                  <a:pt x="3506" y="3237"/>
                </a:lnTo>
                <a:lnTo>
                  <a:pt x="3506" y="3236"/>
                </a:lnTo>
                <a:lnTo>
                  <a:pt x="3506" y="3235"/>
                </a:lnTo>
                <a:lnTo>
                  <a:pt x="3506" y="3234"/>
                </a:lnTo>
                <a:lnTo>
                  <a:pt x="3505" y="3234"/>
                </a:lnTo>
                <a:lnTo>
                  <a:pt x="3505" y="3233"/>
                </a:lnTo>
                <a:lnTo>
                  <a:pt x="3505" y="3232"/>
                </a:lnTo>
                <a:lnTo>
                  <a:pt x="3505" y="3231"/>
                </a:lnTo>
                <a:lnTo>
                  <a:pt x="3504" y="3231"/>
                </a:lnTo>
                <a:lnTo>
                  <a:pt x="3504" y="3230"/>
                </a:lnTo>
                <a:lnTo>
                  <a:pt x="3504" y="3229"/>
                </a:lnTo>
                <a:lnTo>
                  <a:pt x="3505" y="3229"/>
                </a:lnTo>
                <a:lnTo>
                  <a:pt x="3505" y="3228"/>
                </a:lnTo>
                <a:lnTo>
                  <a:pt x="3505" y="3227"/>
                </a:lnTo>
                <a:lnTo>
                  <a:pt x="3506" y="3227"/>
                </a:lnTo>
                <a:lnTo>
                  <a:pt x="3506" y="3226"/>
                </a:lnTo>
                <a:lnTo>
                  <a:pt x="3506" y="3225"/>
                </a:lnTo>
                <a:lnTo>
                  <a:pt x="3507" y="3224"/>
                </a:lnTo>
                <a:lnTo>
                  <a:pt x="3506" y="3224"/>
                </a:lnTo>
                <a:lnTo>
                  <a:pt x="3506" y="3223"/>
                </a:lnTo>
                <a:lnTo>
                  <a:pt x="3506" y="3224"/>
                </a:lnTo>
                <a:lnTo>
                  <a:pt x="3506" y="3225"/>
                </a:lnTo>
                <a:lnTo>
                  <a:pt x="3506" y="3226"/>
                </a:lnTo>
                <a:lnTo>
                  <a:pt x="3505" y="3226"/>
                </a:lnTo>
                <a:lnTo>
                  <a:pt x="3504" y="3227"/>
                </a:lnTo>
                <a:lnTo>
                  <a:pt x="3504" y="3228"/>
                </a:lnTo>
                <a:lnTo>
                  <a:pt x="3503" y="3228"/>
                </a:lnTo>
                <a:lnTo>
                  <a:pt x="3503" y="3229"/>
                </a:lnTo>
                <a:lnTo>
                  <a:pt x="3503" y="3231"/>
                </a:lnTo>
                <a:lnTo>
                  <a:pt x="3504" y="3231"/>
                </a:lnTo>
                <a:lnTo>
                  <a:pt x="3504" y="3232"/>
                </a:lnTo>
                <a:lnTo>
                  <a:pt x="3504" y="3233"/>
                </a:lnTo>
                <a:lnTo>
                  <a:pt x="3505" y="3234"/>
                </a:lnTo>
                <a:lnTo>
                  <a:pt x="3505" y="3235"/>
                </a:lnTo>
                <a:lnTo>
                  <a:pt x="3505" y="3236"/>
                </a:lnTo>
                <a:lnTo>
                  <a:pt x="3506" y="3237"/>
                </a:lnTo>
                <a:lnTo>
                  <a:pt x="3506" y="3238"/>
                </a:lnTo>
                <a:lnTo>
                  <a:pt x="3506" y="3239"/>
                </a:lnTo>
                <a:lnTo>
                  <a:pt x="3506" y="3240"/>
                </a:lnTo>
                <a:lnTo>
                  <a:pt x="3506" y="3241"/>
                </a:lnTo>
                <a:lnTo>
                  <a:pt x="3507" y="3242"/>
                </a:lnTo>
                <a:lnTo>
                  <a:pt x="3507" y="3245"/>
                </a:lnTo>
                <a:lnTo>
                  <a:pt x="3507" y="3246"/>
                </a:lnTo>
                <a:lnTo>
                  <a:pt x="3507" y="3247"/>
                </a:lnTo>
                <a:lnTo>
                  <a:pt x="3508" y="3248"/>
                </a:lnTo>
                <a:lnTo>
                  <a:pt x="3507" y="3248"/>
                </a:lnTo>
                <a:lnTo>
                  <a:pt x="3507" y="3249"/>
                </a:lnTo>
                <a:lnTo>
                  <a:pt x="3507" y="3250"/>
                </a:lnTo>
                <a:lnTo>
                  <a:pt x="3508" y="3251"/>
                </a:lnTo>
                <a:lnTo>
                  <a:pt x="3507" y="3251"/>
                </a:lnTo>
                <a:lnTo>
                  <a:pt x="3507" y="3252"/>
                </a:lnTo>
                <a:lnTo>
                  <a:pt x="3508" y="3252"/>
                </a:lnTo>
                <a:lnTo>
                  <a:pt x="3508" y="3253"/>
                </a:lnTo>
                <a:lnTo>
                  <a:pt x="3507" y="3253"/>
                </a:lnTo>
                <a:lnTo>
                  <a:pt x="3507" y="3254"/>
                </a:lnTo>
                <a:lnTo>
                  <a:pt x="3507" y="3255"/>
                </a:lnTo>
                <a:lnTo>
                  <a:pt x="3507" y="3256"/>
                </a:lnTo>
                <a:lnTo>
                  <a:pt x="3507" y="3257"/>
                </a:lnTo>
                <a:lnTo>
                  <a:pt x="3506" y="3257"/>
                </a:lnTo>
                <a:lnTo>
                  <a:pt x="3505" y="3257"/>
                </a:lnTo>
                <a:lnTo>
                  <a:pt x="3504" y="3257"/>
                </a:lnTo>
                <a:lnTo>
                  <a:pt x="3503" y="3257"/>
                </a:lnTo>
                <a:lnTo>
                  <a:pt x="3502" y="3258"/>
                </a:lnTo>
                <a:lnTo>
                  <a:pt x="3502" y="3259"/>
                </a:lnTo>
                <a:lnTo>
                  <a:pt x="3501" y="3259"/>
                </a:lnTo>
                <a:lnTo>
                  <a:pt x="3501" y="3258"/>
                </a:lnTo>
                <a:lnTo>
                  <a:pt x="3500" y="3258"/>
                </a:lnTo>
                <a:lnTo>
                  <a:pt x="3500" y="3259"/>
                </a:lnTo>
                <a:lnTo>
                  <a:pt x="3499" y="3259"/>
                </a:lnTo>
                <a:lnTo>
                  <a:pt x="3499" y="3260"/>
                </a:lnTo>
                <a:lnTo>
                  <a:pt x="3498" y="3260"/>
                </a:lnTo>
                <a:lnTo>
                  <a:pt x="3498" y="3259"/>
                </a:lnTo>
                <a:lnTo>
                  <a:pt x="3497" y="3260"/>
                </a:lnTo>
                <a:lnTo>
                  <a:pt x="3496" y="3260"/>
                </a:lnTo>
                <a:lnTo>
                  <a:pt x="3495" y="3260"/>
                </a:lnTo>
                <a:lnTo>
                  <a:pt x="3494" y="3260"/>
                </a:lnTo>
                <a:lnTo>
                  <a:pt x="3493" y="3260"/>
                </a:lnTo>
                <a:lnTo>
                  <a:pt x="3492" y="3260"/>
                </a:lnTo>
                <a:lnTo>
                  <a:pt x="3492" y="3259"/>
                </a:lnTo>
                <a:lnTo>
                  <a:pt x="3492" y="3258"/>
                </a:lnTo>
                <a:lnTo>
                  <a:pt x="3492" y="3257"/>
                </a:lnTo>
                <a:lnTo>
                  <a:pt x="3491" y="3256"/>
                </a:lnTo>
                <a:lnTo>
                  <a:pt x="3490" y="3256"/>
                </a:lnTo>
                <a:lnTo>
                  <a:pt x="3490" y="3257"/>
                </a:lnTo>
                <a:lnTo>
                  <a:pt x="3489" y="3256"/>
                </a:lnTo>
                <a:lnTo>
                  <a:pt x="3490" y="3256"/>
                </a:lnTo>
                <a:lnTo>
                  <a:pt x="3489" y="3256"/>
                </a:lnTo>
                <a:lnTo>
                  <a:pt x="3488" y="3256"/>
                </a:lnTo>
                <a:lnTo>
                  <a:pt x="3488" y="3255"/>
                </a:lnTo>
                <a:lnTo>
                  <a:pt x="3488" y="3254"/>
                </a:lnTo>
                <a:lnTo>
                  <a:pt x="3488" y="3253"/>
                </a:lnTo>
                <a:lnTo>
                  <a:pt x="3488" y="3252"/>
                </a:lnTo>
                <a:lnTo>
                  <a:pt x="3488" y="3251"/>
                </a:lnTo>
                <a:lnTo>
                  <a:pt x="3487" y="3250"/>
                </a:lnTo>
                <a:lnTo>
                  <a:pt x="3487" y="3249"/>
                </a:lnTo>
                <a:lnTo>
                  <a:pt x="3486" y="3249"/>
                </a:lnTo>
                <a:lnTo>
                  <a:pt x="3484" y="3249"/>
                </a:lnTo>
                <a:lnTo>
                  <a:pt x="3483" y="3249"/>
                </a:lnTo>
                <a:lnTo>
                  <a:pt x="3482" y="3250"/>
                </a:lnTo>
                <a:lnTo>
                  <a:pt x="3481" y="3250"/>
                </a:lnTo>
                <a:lnTo>
                  <a:pt x="3480" y="3250"/>
                </a:lnTo>
                <a:lnTo>
                  <a:pt x="3479" y="3251"/>
                </a:lnTo>
                <a:lnTo>
                  <a:pt x="3478" y="3251"/>
                </a:lnTo>
                <a:lnTo>
                  <a:pt x="3477" y="3252"/>
                </a:lnTo>
                <a:lnTo>
                  <a:pt x="3476" y="3252"/>
                </a:lnTo>
                <a:lnTo>
                  <a:pt x="3475" y="3252"/>
                </a:lnTo>
                <a:lnTo>
                  <a:pt x="3475" y="3251"/>
                </a:lnTo>
                <a:lnTo>
                  <a:pt x="3474" y="3251"/>
                </a:lnTo>
                <a:lnTo>
                  <a:pt x="3473" y="3251"/>
                </a:lnTo>
                <a:lnTo>
                  <a:pt x="3472" y="3251"/>
                </a:lnTo>
                <a:lnTo>
                  <a:pt x="3473" y="3252"/>
                </a:lnTo>
                <a:lnTo>
                  <a:pt x="3474" y="3252"/>
                </a:lnTo>
                <a:lnTo>
                  <a:pt x="3475" y="3252"/>
                </a:lnTo>
                <a:lnTo>
                  <a:pt x="3475" y="3253"/>
                </a:lnTo>
                <a:lnTo>
                  <a:pt x="3474" y="3253"/>
                </a:lnTo>
                <a:lnTo>
                  <a:pt x="3473" y="3253"/>
                </a:lnTo>
                <a:lnTo>
                  <a:pt x="3472" y="3253"/>
                </a:lnTo>
                <a:lnTo>
                  <a:pt x="3472" y="3254"/>
                </a:lnTo>
                <a:lnTo>
                  <a:pt x="3471" y="3254"/>
                </a:lnTo>
                <a:lnTo>
                  <a:pt x="3470" y="3254"/>
                </a:lnTo>
                <a:lnTo>
                  <a:pt x="3470" y="3255"/>
                </a:lnTo>
                <a:lnTo>
                  <a:pt x="3469" y="3255"/>
                </a:lnTo>
                <a:lnTo>
                  <a:pt x="3469" y="3256"/>
                </a:lnTo>
                <a:lnTo>
                  <a:pt x="3468" y="3256"/>
                </a:lnTo>
                <a:lnTo>
                  <a:pt x="3467" y="3257"/>
                </a:lnTo>
                <a:lnTo>
                  <a:pt x="3466" y="3257"/>
                </a:lnTo>
                <a:lnTo>
                  <a:pt x="3467" y="3257"/>
                </a:lnTo>
                <a:lnTo>
                  <a:pt x="3467" y="3256"/>
                </a:lnTo>
                <a:lnTo>
                  <a:pt x="3468" y="3256"/>
                </a:lnTo>
                <a:lnTo>
                  <a:pt x="3468" y="3255"/>
                </a:lnTo>
                <a:lnTo>
                  <a:pt x="3468" y="3256"/>
                </a:lnTo>
                <a:lnTo>
                  <a:pt x="3467" y="3256"/>
                </a:lnTo>
                <a:lnTo>
                  <a:pt x="3466" y="3256"/>
                </a:lnTo>
                <a:lnTo>
                  <a:pt x="3466" y="3257"/>
                </a:lnTo>
                <a:lnTo>
                  <a:pt x="3465" y="3258"/>
                </a:lnTo>
                <a:lnTo>
                  <a:pt x="3465" y="3257"/>
                </a:lnTo>
                <a:lnTo>
                  <a:pt x="3464" y="3258"/>
                </a:lnTo>
                <a:lnTo>
                  <a:pt x="3464" y="3259"/>
                </a:lnTo>
                <a:lnTo>
                  <a:pt x="3463" y="3260"/>
                </a:lnTo>
                <a:lnTo>
                  <a:pt x="3462" y="3260"/>
                </a:lnTo>
                <a:lnTo>
                  <a:pt x="3461" y="3260"/>
                </a:lnTo>
                <a:lnTo>
                  <a:pt x="3461" y="3261"/>
                </a:lnTo>
                <a:lnTo>
                  <a:pt x="3460" y="3261"/>
                </a:lnTo>
                <a:lnTo>
                  <a:pt x="3460" y="3262"/>
                </a:lnTo>
                <a:lnTo>
                  <a:pt x="3459" y="3262"/>
                </a:lnTo>
                <a:lnTo>
                  <a:pt x="3458" y="3262"/>
                </a:lnTo>
                <a:lnTo>
                  <a:pt x="3457" y="3262"/>
                </a:lnTo>
                <a:lnTo>
                  <a:pt x="3456" y="3262"/>
                </a:lnTo>
                <a:lnTo>
                  <a:pt x="3455" y="3262"/>
                </a:lnTo>
                <a:lnTo>
                  <a:pt x="3455" y="3261"/>
                </a:lnTo>
                <a:lnTo>
                  <a:pt x="3455" y="3260"/>
                </a:lnTo>
                <a:lnTo>
                  <a:pt x="3456" y="3260"/>
                </a:lnTo>
                <a:lnTo>
                  <a:pt x="3456" y="3259"/>
                </a:lnTo>
                <a:lnTo>
                  <a:pt x="3456" y="3258"/>
                </a:lnTo>
                <a:lnTo>
                  <a:pt x="3455" y="3259"/>
                </a:lnTo>
                <a:lnTo>
                  <a:pt x="3454" y="3259"/>
                </a:lnTo>
                <a:lnTo>
                  <a:pt x="3454" y="3260"/>
                </a:lnTo>
                <a:lnTo>
                  <a:pt x="3453" y="3260"/>
                </a:lnTo>
                <a:lnTo>
                  <a:pt x="3454" y="3259"/>
                </a:lnTo>
                <a:lnTo>
                  <a:pt x="3453" y="3259"/>
                </a:lnTo>
                <a:lnTo>
                  <a:pt x="3454" y="3259"/>
                </a:lnTo>
                <a:lnTo>
                  <a:pt x="3453" y="3259"/>
                </a:lnTo>
                <a:lnTo>
                  <a:pt x="3454" y="3258"/>
                </a:lnTo>
                <a:lnTo>
                  <a:pt x="3455" y="3258"/>
                </a:lnTo>
                <a:lnTo>
                  <a:pt x="3456" y="3257"/>
                </a:lnTo>
                <a:lnTo>
                  <a:pt x="3456" y="3256"/>
                </a:lnTo>
                <a:lnTo>
                  <a:pt x="3455" y="3256"/>
                </a:lnTo>
                <a:lnTo>
                  <a:pt x="3454" y="3256"/>
                </a:lnTo>
                <a:lnTo>
                  <a:pt x="3455" y="3256"/>
                </a:lnTo>
                <a:lnTo>
                  <a:pt x="3456" y="3255"/>
                </a:lnTo>
                <a:lnTo>
                  <a:pt x="3455" y="3255"/>
                </a:lnTo>
                <a:lnTo>
                  <a:pt x="3454" y="3255"/>
                </a:lnTo>
                <a:lnTo>
                  <a:pt x="3454" y="3256"/>
                </a:lnTo>
                <a:lnTo>
                  <a:pt x="3453" y="3256"/>
                </a:lnTo>
                <a:lnTo>
                  <a:pt x="3453" y="3257"/>
                </a:lnTo>
                <a:lnTo>
                  <a:pt x="3452" y="3257"/>
                </a:lnTo>
                <a:lnTo>
                  <a:pt x="3452" y="3256"/>
                </a:lnTo>
                <a:lnTo>
                  <a:pt x="3452" y="3255"/>
                </a:lnTo>
                <a:lnTo>
                  <a:pt x="3453" y="3255"/>
                </a:lnTo>
                <a:lnTo>
                  <a:pt x="3452" y="3255"/>
                </a:lnTo>
                <a:lnTo>
                  <a:pt x="3452" y="3254"/>
                </a:lnTo>
                <a:lnTo>
                  <a:pt x="3453" y="3254"/>
                </a:lnTo>
                <a:lnTo>
                  <a:pt x="3452" y="3254"/>
                </a:lnTo>
                <a:lnTo>
                  <a:pt x="3452" y="3255"/>
                </a:lnTo>
                <a:lnTo>
                  <a:pt x="3452" y="3254"/>
                </a:lnTo>
                <a:lnTo>
                  <a:pt x="3451" y="3254"/>
                </a:lnTo>
                <a:lnTo>
                  <a:pt x="3451" y="3253"/>
                </a:lnTo>
                <a:lnTo>
                  <a:pt x="3452" y="3253"/>
                </a:lnTo>
                <a:lnTo>
                  <a:pt x="3452" y="3252"/>
                </a:lnTo>
                <a:lnTo>
                  <a:pt x="3451" y="3253"/>
                </a:lnTo>
                <a:lnTo>
                  <a:pt x="3450" y="3253"/>
                </a:lnTo>
                <a:lnTo>
                  <a:pt x="3450" y="3254"/>
                </a:lnTo>
                <a:lnTo>
                  <a:pt x="3449" y="3254"/>
                </a:lnTo>
                <a:lnTo>
                  <a:pt x="3449" y="3253"/>
                </a:lnTo>
                <a:lnTo>
                  <a:pt x="3449" y="3252"/>
                </a:lnTo>
                <a:lnTo>
                  <a:pt x="3448" y="3253"/>
                </a:lnTo>
                <a:lnTo>
                  <a:pt x="3447" y="3254"/>
                </a:lnTo>
                <a:lnTo>
                  <a:pt x="3446" y="3254"/>
                </a:lnTo>
                <a:lnTo>
                  <a:pt x="3445" y="3254"/>
                </a:lnTo>
                <a:lnTo>
                  <a:pt x="3444" y="3254"/>
                </a:lnTo>
                <a:lnTo>
                  <a:pt x="3444" y="3252"/>
                </a:lnTo>
                <a:lnTo>
                  <a:pt x="3444" y="3253"/>
                </a:lnTo>
                <a:lnTo>
                  <a:pt x="3443" y="3253"/>
                </a:lnTo>
                <a:lnTo>
                  <a:pt x="3442" y="3253"/>
                </a:lnTo>
                <a:lnTo>
                  <a:pt x="3443" y="3254"/>
                </a:lnTo>
                <a:lnTo>
                  <a:pt x="3444" y="3254"/>
                </a:lnTo>
                <a:lnTo>
                  <a:pt x="3444" y="3255"/>
                </a:lnTo>
                <a:lnTo>
                  <a:pt x="3443" y="3255"/>
                </a:lnTo>
                <a:lnTo>
                  <a:pt x="3444" y="3255"/>
                </a:lnTo>
                <a:lnTo>
                  <a:pt x="3444" y="3256"/>
                </a:lnTo>
                <a:lnTo>
                  <a:pt x="3444" y="3255"/>
                </a:lnTo>
                <a:lnTo>
                  <a:pt x="3445" y="3255"/>
                </a:lnTo>
                <a:lnTo>
                  <a:pt x="3445" y="3256"/>
                </a:lnTo>
                <a:lnTo>
                  <a:pt x="3446" y="3256"/>
                </a:lnTo>
                <a:lnTo>
                  <a:pt x="3445" y="3256"/>
                </a:lnTo>
                <a:lnTo>
                  <a:pt x="3445" y="3257"/>
                </a:lnTo>
                <a:lnTo>
                  <a:pt x="3445" y="3256"/>
                </a:lnTo>
                <a:lnTo>
                  <a:pt x="3445" y="3257"/>
                </a:lnTo>
                <a:lnTo>
                  <a:pt x="3446" y="3257"/>
                </a:lnTo>
                <a:lnTo>
                  <a:pt x="3447" y="3257"/>
                </a:lnTo>
                <a:lnTo>
                  <a:pt x="3446" y="3258"/>
                </a:lnTo>
                <a:lnTo>
                  <a:pt x="3447" y="3258"/>
                </a:lnTo>
                <a:lnTo>
                  <a:pt x="3447" y="3257"/>
                </a:lnTo>
                <a:lnTo>
                  <a:pt x="3448" y="3258"/>
                </a:lnTo>
                <a:lnTo>
                  <a:pt x="3449" y="3258"/>
                </a:lnTo>
                <a:lnTo>
                  <a:pt x="3450" y="3258"/>
                </a:lnTo>
                <a:lnTo>
                  <a:pt x="3451" y="3259"/>
                </a:lnTo>
                <a:lnTo>
                  <a:pt x="3451" y="3260"/>
                </a:lnTo>
                <a:lnTo>
                  <a:pt x="3451" y="3261"/>
                </a:lnTo>
                <a:lnTo>
                  <a:pt x="3451" y="3262"/>
                </a:lnTo>
                <a:lnTo>
                  <a:pt x="3451" y="3263"/>
                </a:lnTo>
                <a:lnTo>
                  <a:pt x="3451" y="3264"/>
                </a:lnTo>
                <a:lnTo>
                  <a:pt x="3450" y="3265"/>
                </a:lnTo>
                <a:lnTo>
                  <a:pt x="3450" y="3266"/>
                </a:lnTo>
                <a:lnTo>
                  <a:pt x="3449" y="3266"/>
                </a:lnTo>
                <a:lnTo>
                  <a:pt x="3449" y="3267"/>
                </a:lnTo>
                <a:lnTo>
                  <a:pt x="3449" y="3268"/>
                </a:lnTo>
                <a:lnTo>
                  <a:pt x="3450" y="3268"/>
                </a:lnTo>
                <a:lnTo>
                  <a:pt x="3451" y="3268"/>
                </a:lnTo>
                <a:lnTo>
                  <a:pt x="3449" y="3268"/>
                </a:lnTo>
                <a:lnTo>
                  <a:pt x="3448" y="3269"/>
                </a:lnTo>
                <a:lnTo>
                  <a:pt x="3447" y="3269"/>
                </a:lnTo>
                <a:lnTo>
                  <a:pt x="3446" y="3269"/>
                </a:lnTo>
                <a:lnTo>
                  <a:pt x="3444" y="3270"/>
                </a:lnTo>
                <a:lnTo>
                  <a:pt x="3443" y="3270"/>
                </a:lnTo>
                <a:lnTo>
                  <a:pt x="3442" y="3271"/>
                </a:lnTo>
                <a:lnTo>
                  <a:pt x="3441" y="3272"/>
                </a:lnTo>
                <a:lnTo>
                  <a:pt x="3441" y="3273"/>
                </a:lnTo>
                <a:lnTo>
                  <a:pt x="3441" y="3274"/>
                </a:lnTo>
                <a:lnTo>
                  <a:pt x="3441" y="3275"/>
                </a:lnTo>
                <a:lnTo>
                  <a:pt x="3441" y="3276"/>
                </a:lnTo>
                <a:lnTo>
                  <a:pt x="3441" y="3277"/>
                </a:lnTo>
                <a:lnTo>
                  <a:pt x="3440" y="3278"/>
                </a:lnTo>
                <a:lnTo>
                  <a:pt x="3439" y="3278"/>
                </a:lnTo>
                <a:lnTo>
                  <a:pt x="3438" y="3279"/>
                </a:lnTo>
                <a:lnTo>
                  <a:pt x="3438" y="3278"/>
                </a:lnTo>
                <a:lnTo>
                  <a:pt x="3437" y="3278"/>
                </a:lnTo>
                <a:lnTo>
                  <a:pt x="3438" y="3277"/>
                </a:lnTo>
                <a:lnTo>
                  <a:pt x="3437" y="3277"/>
                </a:lnTo>
                <a:lnTo>
                  <a:pt x="3437" y="3276"/>
                </a:lnTo>
                <a:lnTo>
                  <a:pt x="3436" y="3276"/>
                </a:lnTo>
                <a:lnTo>
                  <a:pt x="3435" y="3276"/>
                </a:lnTo>
                <a:lnTo>
                  <a:pt x="3436" y="3276"/>
                </a:lnTo>
                <a:lnTo>
                  <a:pt x="3436" y="3277"/>
                </a:lnTo>
                <a:lnTo>
                  <a:pt x="3437" y="3277"/>
                </a:lnTo>
                <a:lnTo>
                  <a:pt x="3437" y="3278"/>
                </a:lnTo>
                <a:lnTo>
                  <a:pt x="3436" y="3277"/>
                </a:lnTo>
                <a:lnTo>
                  <a:pt x="3434" y="3277"/>
                </a:lnTo>
                <a:lnTo>
                  <a:pt x="3433" y="3278"/>
                </a:lnTo>
                <a:lnTo>
                  <a:pt x="3432" y="3278"/>
                </a:lnTo>
                <a:lnTo>
                  <a:pt x="3431" y="3279"/>
                </a:lnTo>
                <a:lnTo>
                  <a:pt x="3430" y="3279"/>
                </a:lnTo>
                <a:lnTo>
                  <a:pt x="3430" y="3280"/>
                </a:lnTo>
                <a:lnTo>
                  <a:pt x="3429" y="3280"/>
                </a:lnTo>
                <a:lnTo>
                  <a:pt x="3429" y="3279"/>
                </a:lnTo>
                <a:lnTo>
                  <a:pt x="3430" y="3279"/>
                </a:lnTo>
                <a:lnTo>
                  <a:pt x="3430" y="3278"/>
                </a:lnTo>
                <a:lnTo>
                  <a:pt x="3429" y="3278"/>
                </a:lnTo>
                <a:lnTo>
                  <a:pt x="3427" y="3278"/>
                </a:lnTo>
                <a:lnTo>
                  <a:pt x="3426" y="3278"/>
                </a:lnTo>
                <a:lnTo>
                  <a:pt x="3425" y="3279"/>
                </a:lnTo>
                <a:lnTo>
                  <a:pt x="3424" y="3280"/>
                </a:lnTo>
                <a:lnTo>
                  <a:pt x="3423" y="3280"/>
                </a:lnTo>
                <a:lnTo>
                  <a:pt x="3423" y="3279"/>
                </a:lnTo>
                <a:lnTo>
                  <a:pt x="3422" y="3279"/>
                </a:lnTo>
                <a:lnTo>
                  <a:pt x="3421" y="3279"/>
                </a:lnTo>
                <a:lnTo>
                  <a:pt x="3421" y="3278"/>
                </a:lnTo>
                <a:lnTo>
                  <a:pt x="3422" y="3278"/>
                </a:lnTo>
                <a:lnTo>
                  <a:pt x="3423" y="3278"/>
                </a:lnTo>
                <a:lnTo>
                  <a:pt x="3424" y="3278"/>
                </a:lnTo>
                <a:lnTo>
                  <a:pt x="3423" y="3278"/>
                </a:lnTo>
                <a:lnTo>
                  <a:pt x="3422" y="3278"/>
                </a:lnTo>
                <a:lnTo>
                  <a:pt x="3422" y="3277"/>
                </a:lnTo>
                <a:lnTo>
                  <a:pt x="3421" y="3276"/>
                </a:lnTo>
                <a:lnTo>
                  <a:pt x="3421" y="3274"/>
                </a:lnTo>
                <a:lnTo>
                  <a:pt x="3420" y="3274"/>
                </a:lnTo>
                <a:lnTo>
                  <a:pt x="3421" y="3274"/>
                </a:lnTo>
                <a:lnTo>
                  <a:pt x="3420" y="3274"/>
                </a:lnTo>
                <a:lnTo>
                  <a:pt x="3420" y="3273"/>
                </a:lnTo>
                <a:lnTo>
                  <a:pt x="3420" y="3272"/>
                </a:lnTo>
                <a:lnTo>
                  <a:pt x="3419" y="3272"/>
                </a:lnTo>
                <a:lnTo>
                  <a:pt x="3419" y="3273"/>
                </a:lnTo>
                <a:lnTo>
                  <a:pt x="3419" y="3274"/>
                </a:lnTo>
                <a:lnTo>
                  <a:pt x="3420" y="3274"/>
                </a:lnTo>
                <a:lnTo>
                  <a:pt x="3420" y="3275"/>
                </a:lnTo>
                <a:lnTo>
                  <a:pt x="3420" y="3276"/>
                </a:lnTo>
                <a:lnTo>
                  <a:pt x="3420" y="3275"/>
                </a:lnTo>
                <a:lnTo>
                  <a:pt x="3420" y="3276"/>
                </a:lnTo>
                <a:lnTo>
                  <a:pt x="3419" y="3276"/>
                </a:lnTo>
                <a:lnTo>
                  <a:pt x="3420" y="3276"/>
                </a:lnTo>
                <a:lnTo>
                  <a:pt x="3419" y="3276"/>
                </a:lnTo>
                <a:lnTo>
                  <a:pt x="3420" y="3277"/>
                </a:lnTo>
                <a:lnTo>
                  <a:pt x="3421" y="3277"/>
                </a:lnTo>
                <a:lnTo>
                  <a:pt x="3421" y="3278"/>
                </a:lnTo>
                <a:lnTo>
                  <a:pt x="3420" y="3278"/>
                </a:lnTo>
                <a:lnTo>
                  <a:pt x="3419" y="3278"/>
                </a:lnTo>
                <a:lnTo>
                  <a:pt x="3419" y="3279"/>
                </a:lnTo>
                <a:lnTo>
                  <a:pt x="3418" y="3279"/>
                </a:lnTo>
                <a:lnTo>
                  <a:pt x="3418" y="3278"/>
                </a:lnTo>
                <a:lnTo>
                  <a:pt x="3418" y="3277"/>
                </a:lnTo>
                <a:lnTo>
                  <a:pt x="3417" y="3277"/>
                </a:lnTo>
                <a:lnTo>
                  <a:pt x="3416" y="3277"/>
                </a:lnTo>
                <a:lnTo>
                  <a:pt x="3415" y="3277"/>
                </a:lnTo>
                <a:lnTo>
                  <a:pt x="3414" y="3277"/>
                </a:lnTo>
                <a:lnTo>
                  <a:pt x="3414" y="3278"/>
                </a:lnTo>
                <a:lnTo>
                  <a:pt x="3415" y="3277"/>
                </a:lnTo>
                <a:lnTo>
                  <a:pt x="3416" y="3277"/>
                </a:lnTo>
                <a:lnTo>
                  <a:pt x="3416" y="3278"/>
                </a:lnTo>
                <a:lnTo>
                  <a:pt x="3417" y="3278"/>
                </a:lnTo>
                <a:lnTo>
                  <a:pt x="3418" y="3278"/>
                </a:lnTo>
                <a:lnTo>
                  <a:pt x="3418" y="3279"/>
                </a:lnTo>
                <a:lnTo>
                  <a:pt x="3417" y="3279"/>
                </a:lnTo>
                <a:lnTo>
                  <a:pt x="3416" y="3279"/>
                </a:lnTo>
                <a:lnTo>
                  <a:pt x="3415" y="3279"/>
                </a:lnTo>
                <a:lnTo>
                  <a:pt x="3415" y="3280"/>
                </a:lnTo>
                <a:lnTo>
                  <a:pt x="3414" y="3280"/>
                </a:lnTo>
                <a:lnTo>
                  <a:pt x="3413" y="3281"/>
                </a:lnTo>
                <a:lnTo>
                  <a:pt x="3412" y="3282"/>
                </a:lnTo>
                <a:lnTo>
                  <a:pt x="3412" y="3283"/>
                </a:lnTo>
                <a:lnTo>
                  <a:pt x="3411" y="3283"/>
                </a:lnTo>
                <a:lnTo>
                  <a:pt x="3411" y="3284"/>
                </a:lnTo>
                <a:lnTo>
                  <a:pt x="3410" y="3284"/>
                </a:lnTo>
                <a:lnTo>
                  <a:pt x="3409" y="3285"/>
                </a:lnTo>
                <a:lnTo>
                  <a:pt x="3408" y="3286"/>
                </a:lnTo>
                <a:lnTo>
                  <a:pt x="3407" y="3287"/>
                </a:lnTo>
                <a:lnTo>
                  <a:pt x="3406" y="3287"/>
                </a:lnTo>
                <a:lnTo>
                  <a:pt x="3406" y="3288"/>
                </a:lnTo>
                <a:lnTo>
                  <a:pt x="3405" y="3288"/>
                </a:lnTo>
                <a:lnTo>
                  <a:pt x="3405" y="3289"/>
                </a:lnTo>
                <a:lnTo>
                  <a:pt x="3404" y="3289"/>
                </a:lnTo>
                <a:lnTo>
                  <a:pt x="3403" y="3289"/>
                </a:lnTo>
                <a:lnTo>
                  <a:pt x="3404" y="3289"/>
                </a:lnTo>
                <a:lnTo>
                  <a:pt x="3403" y="3289"/>
                </a:lnTo>
                <a:lnTo>
                  <a:pt x="3403" y="3288"/>
                </a:lnTo>
                <a:lnTo>
                  <a:pt x="3403" y="3287"/>
                </a:lnTo>
                <a:lnTo>
                  <a:pt x="3403" y="3286"/>
                </a:lnTo>
                <a:lnTo>
                  <a:pt x="3403" y="3287"/>
                </a:lnTo>
                <a:lnTo>
                  <a:pt x="3404" y="3287"/>
                </a:lnTo>
                <a:lnTo>
                  <a:pt x="3405" y="3287"/>
                </a:lnTo>
                <a:lnTo>
                  <a:pt x="3406" y="3287"/>
                </a:lnTo>
                <a:lnTo>
                  <a:pt x="3406" y="3286"/>
                </a:lnTo>
                <a:lnTo>
                  <a:pt x="3406" y="3285"/>
                </a:lnTo>
                <a:lnTo>
                  <a:pt x="3405" y="3285"/>
                </a:lnTo>
                <a:lnTo>
                  <a:pt x="3406" y="3284"/>
                </a:lnTo>
                <a:lnTo>
                  <a:pt x="3406" y="3283"/>
                </a:lnTo>
                <a:lnTo>
                  <a:pt x="3407" y="3283"/>
                </a:lnTo>
                <a:lnTo>
                  <a:pt x="3407" y="3282"/>
                </a:lnTo>
                <a:lnTo>
                  <a:pt x="3407" y="3283"/>
                </a:lnTo>
                <a:lnTo>
                  <a:pt x="3406" y="3282"/>
                </a:lnTo>
                <a:lnTo>
                  <a:pt x="3405" y="3282"/>
                </a:lnTo>
                <a:lnTo>
                  <a:pt x="3405" y="3281"/>
                </a:lnTo>
                <a:lnTo>
                  <a:pt x="3404" y="3281"/>
                </a:lnTo>
                <a:lnTo>
                  <a:pt x="3404" y="3282"/>
                </a:lnTo>
                <a:lnTo>
                  <a:pt x="3403" y="3281"/>
                </a:lnTo>
                <a:lnTo>
                  <a:pt x="3402" y="3282"/>
                </a:lnTo>
                <a:lnTo>
                  <a:pt x="3402" y="3281"/>
                </a:lnTo>
                <a:lnTo>
                  <a:pt x="3401" y="3281"/>
                </a:lnTo>
                <a:lnTo>
                  <a:pt x="3401" y="3280"/>
                </a:lnTo>
                <a:lnTo>
                  <a:pt x="3400" y="3280"/>
                </a:lnTo>
                <a:lnTo>
                  <a:pt x="3399" y="3279"/>
                </a:lnTo>
                <a:lnTo>
                  <a:pt x="3399" y="3280"/>
                </a:lnTo>
                <a:lnTo>
                  <a:pt x="3398" y="3280"/>
                </a:lnTo>
                <a:lnTo>
                  <a:pt x="3397" y="3279"/>
                </a:lnTo>
                <a:lnTo>
                  <a:pt x="3397" y="3280"/>
                </a:lnTo>
                <a:lnTo>
                  <a:pt x="3398" y="3280"/>
                </a:lnTo>
                <a:lnTo>
                  <a:pt x="3397" y="3280"/>
                </a:lnTo>
                <a:lnTo>
                  <a:pt x="3397" y="3281"/>
                </a:lnTo>
                <a:lnTo>
                  <a:pt x="3398" y="3281"/>
                </a:lnTo>
                <a:lnTo>
                  <a:pt x="3400" y="3281"/>
                </a:lnTo>
                <a:lnTo>
                  <a:pt x="3401" y="3281"/>
                </a:lnTo>
                <a:lnTo>
                  <a:pt x="3401" y="3282"/>
                </a:lnTo>
                <a:lnTo>
                  <a:pt x="3401" y="3283"/>
                </a:lnTo>
                <a:lnTo>
                  <a:pt x="3400" y="3283"/>
                </a:lnTo>
                <a:lnTo>
                  <a:pt x="3399" y="3282"/>
                </a:lnTo>
                <a:lnTo>
                  <a:pt x="3399" y="3283"/>
                </a:lnTo>
                <a:lnTo>
                  <a:pt x="3398" y="3283"/>
                </a:lnTo>
                <a:lnTo>
                  <a:pt x="3397" y="3283"/>
                </a:lnTo>
                <a:lnTo>
                  <a:pt x="3396" y="3283"/>
                </a:lnTo>
                <a:lnTo>
                  <a:pt x="3396" y="3284"/>
                </a:lnTo>
                <a:lnTo>
                  <a:pt x="3395" y="3284"/>
                </a:lnTo>
                <a:lnTo>
                  <a:pt x="3394" y="3284"/>
                </a:lnTo>
                <a:lnTo>
                  <a:pt x="3393" y="3284"/>
                </a:lnTo>
                <a:lnTo>
                  <a:pt x="3392" y="3284"/>
                </a:lnTo>
                <a:lnTo>
                  <a:pt x="3391" y="3284"/>
                </a:lnTo>
                <a:lnTo>
                  <a:pt x="3390" y="3284"/>
                </a:lnTo>
                <a:lnTo>
                  <a:pt x="3390" y="3285"/>
                </a:lnTo>
                <a:lnTo>
                  <a:pt x="3389" y="3285"/>
                </a:lnTo>
                <a:lnTo>
                  <a:pt x="3389" y="3284"/>
                </a:lnTo>
                <a:lnTo>
                  <a:pt x="3388" y="3283"/>
                </a:lnTo>
                <a:lnTo>
                  <a:pt x="3389" y="3283"/>
                </a:lnTo>
                <a:lnTo>
                  <a:pt x="3389" y="3282"/>
                </a:lnTo>
                <a:lnTo>
                  <a:pt x="3388" y="3282"/>
                </a:lnTo>
                <a:lnTo>
                  <a:pt x="3388" y="3283"/>
                </a:lnTo>
                <a:lnTo>
                  <a:pt x="3387" y="3282"/>
                </a:lnTo>
                <a:lnTo>
                  <a:pt x="3387" y="3281"/>
                </a:lnTo>
                <a:lnTo>
                  <a:pt x="3387" y="3280"/>
                </a:lnTo>
                <a:lnTo>
                  <a:pt x="3387" y="3279"/>
                </a:lnTo>
                <a:lnTo>
                  <a:pt x="3386" y="3279"/>
                </a:lnTo>
                <a:lnTo>
                  <a:pt x="3385" y="3279"/>
                </a:lnTo>
                <a:lnTo>
                  <a:pt x="3384" y="3279"/>
                </a:lnTo>
                <a:lnTo>
                  <a:pt x="3383" y="3279"/>
                </a:lnTo>
                <a:lnTo>
                  <a:pt x="3383" y="3278"/>
                </a:lnTo>
                <a:lnTo>
                  <a:pt x="3383" y="3277"/>
                </a:lnTo>
                <a:lnTo>
                  <a:pt x="3383" y="3278"/>
                </a:lnTo>
                <a:lnTo>
                  <a:pt x="3382" y="3279"/>
                </a:lnTo>
                <a:lnTo>
                  <a:pt x="3381" y="3279"/>
                </a:lnTo>
                <a:lnTo>
                  <a:pt x="3382" y="3279"/>
                </a:lnTo>
                <a:lnTo>
                  <a:pt x="3381" y="3280"/>
                </a:lnTo>
                <a:lnTo>
                  <a:pt x="3381" y="3281"/>
                </a:lnTo>
                <a:lnTo>
                  <a:pt x="3380" y="3280"/>
                </a:lnTo>
                <a:lnTo>
                  <a:pt x="3380" y="3281"/>
                </a:lnTo>
                <a:lnTo>
                  <a:pt x="3380" y="3282"/>
                </a:lnTo>
                <a:lnTo>
                  <a:pt x="3381" y="3282"/>
                </a:lnTo>
                <a:lnTo>
                  <a:pt x="3382" y="3282"/>
                </a:lnTo>
                <a:lnTo>
                  <a:pt x="3382" y="3283"/>
                </a:lnTo>
                <a:lnTo>
                  <a:pt x="3381" y="3283"/>
                </a:lnTo>
                <a:lnTo>
                  <a:pt x="3382" y="3284"/>
                </a:lnTo>
                <a:lnTo>
                  <a:pt x="3382" y="3283"/>
                </a:lnTo>
                <a:lnTo>
                  <a:pt x="3383" y="3283"/>
                </a:lnTo>
                <a:lnTo>
                  <a:pt x="3384" y="3283"/>
                </a:lnTo>
                <a:lnTo>
                  <a:pt x="3384" y="3282"/>
                </a:lnTo>
                <a:lnTo>
                  <a:pt x="3385" y="3282"/>
                </a:lnTo>
                <a:lnTo>
                  <a:pt x="3386" y="3282"/>
                </a:lnTo>
                <a:lnTo>
                  <a:pt x="3387" y="3283"/>
                </a:lnTo>
                <a:lnTo>
                  <a:pt x="3388" y="3284"/>
                </a:lnTo>
                <a:lnTo>
                  <a:pt x="3387" y="3284"/>
                </a:lnTo>
                <a:lnTo>
                  <a:pt x="3386" y="3285"/>
                </a:lnTo>
                <a:lnTo>
                  <a:pt x="3384" y="3285"/>
                </a:lnTo>
                <a:lnTo>
                  <a:pt x="3383" y="3285"/>
                </a:lnTo>
                <a:lnTo>
                  <a:pt x="3383" y="3286"/>
                </a:lnTo>
                <a:lnTo>
                  <a:pt x="3382" y="3286"/>
                </a:lnTo>
                <a:lnTo>
                  <a:pt x="3381" y="3287"/>
                </a:lnTo>
                <a:lnTo>
                  <a:pt x="3380" y="3288"/>
                </a:lnTo>
                <a:lnTo>
                  <a:pt x="3379" y="3288"/>
                </a:lnTo>
                <a:lnTo>
                  <a:pt x="3378" y="3288"/>
                </a:lnTo>
                <a:lnTo>
                  <a:pt x="3377" y="3289"/>
                </a:lnTo>
                <a:lnTo>
                  <a:pt x="3376" y="3289"/>
                </a:lnTo>
                <a:lnTo>
                  <a:pt x="3375" y="3289"/>
                </a:lnTo>
                <a:lnTo>
                  <a:pt x="3374" y="3289"/>
                </a:lnTo>
                <a:lnTo>
                  <a:pt x="3373" y="3289"/>
                </a:lnTo>
                <a:lnTo>
                  <a:pt x="3373" y="3290"/>
                </a:lnTo>
                <a:lnTo>
                  <a:pt x="3372" y="3290"/>
                </a:lnTo>
                <a:lnTo>
                  <a:pt x="3371" y="3291"/>
                </a:lnTo>
                <a:lnTo>
                  <a:pt x="3371" y="3292"/>
                </a:lnTo>
                <a:lnTo>
                  <a:pt x="3370" y="3292"/>
                </a:lnTo>
                <a:lnTo>
                  <a:pt x="3369" y="3292"/>
                </a:lnTo>
                <a:lnTo>
                  <a:pt x="3368" y="3292"/>
                </a:lnTo>
                <a:lnTo>
                  <a:pt x="3367" y="3292"/>
                </a:lnTo>
                <a:lnTo>
                  <a:pt x="3366" y="3292"/>
                </a:lnTo>
                <a:lnTo>
                  <a:pt x="3365" y="3292"/>
                </a:lnTo>
                <a:lnTo>
                  <a:pt x="3365" y="3291"/>
                </a:lnTo>
                <a:lnTo>
                  <a:pt x="3364" y="3291"/>
                </a:lnTo>
                <a:lnTo>
                  <a:pt x="3363" y="3291"/>
                </a:lnTo>
                <a:lnTo>
                  <a:pt x="3362" y="3291"/>
                </a:lnTo>
                <a:lnTo>
                  <a:pt x="3361" y="3291"/>
                </a:lnTo>
                <a:lnTo>
                  <a:pt x="3360" y="3291"/>
                </a:lnTo>
                <a:lnTo>
                  <a:pt x="3359" y="3291"/>
                </a:lnTo>
                <a:lnTo>
                  <a:pt x="3359" y="3292"/>
                </a:lnTo>
                <a:lnTo>
                  <a:pt x="3358" y="3292"/>
                </a:lnTo>
                <a:lnTo>
                  <a:pt x="3358" y="3293"/>
                </a:lnTo>
                <a:lnTo>
                  <a:pt x="3358" y="3292"/>
                </a:lnTo>
                <a:lnTo>
                  <a:pt x="3357" y="3292"/>
                </a:lnTo>
                <a:lnTo>
                  <a:pt x="3357" y="3293"/>
                </a:lnTo>
                <a:lnTo>
                  <a:pt x="3357" y="3294"/>
                </a:lnTo>
                <a:lnTo>
                  <a:pt x="3356" y="3294"/>
                </a:lnTo>
                <a:lnTo>
                  <a:pt x="3355" y="3294"/>
                </a:lnTo>
                <a:lnTo>
                  <a:pt x="3355" y="3295"/>
                </a:lnTo>
                <a:lnTo>
                  <a:pt x="3355" y="3296"/>
                </a:lnTo>
                <a:lnTo>
                  <a:pt x="3354" y="3296"/>
                </a:lnTo>
                <a:lnTo>
                  <a:pt x="3354" y="3297"/>
                </a:lnTo>
                <a:lnTo>
                  <a:pt x="3353" y="3298"/>
                </a:lnTo>
                <a:lnTo>
                  <a:pt x="3352" y="3299"/>
                </a:lnTo>
                <a:lnTo>
                  <a:pt x="3351" y="3300"/>
                </a:lnTo>
                <a:lnTo>
                  <a:pt x="3351" y="3301"/>
                </a:lnTo>
                <a:lnTo>
                  <a:pt x="3350" y="3302"/>
                </a:lnTo>
                <a:lnTo>
                  <a:pt x="3350" y="3303"/>
                </a:lnTo>
                <a:lnTo>
                  <a:pt x="3350" y="3304"/>
                </a:lnTo>
                <a:lnTo>
                  <a:pt x="3350" y="3305"/>
                </a:lnTo>
                <a:lnTo>
                  <a:pt x="3349" y="3305"/>
                </a:lnTo>
                <a:lnTo>
                  <a:pt x="3349" y="3307"/>
                </a:lnTo>
                <a:lnTo>
                  <a:pt x="3348" y="3307"/>
                </a:lnTo>
                <a:lnTo>
                  <a:pt x="3347" y="3308"/>
                </a:lnTo>
                <a:lnTo>
                  <a:pt x="3347" y="3309"/>
                </a:lnTo>
                <a:lnTo>
                  <a:pt x="3346" y="3309"/>
                </a:lnTo>
                <a:lnTo>
                  <a:pt x="3345" y="3309"/>
                </a:lnTo>
                <a:lnTo>
                  <a:pt x="3345" y="3308"/>
                </a:lnTo>
                <a:lnTo>
                  <a:pt x="3344" y="3308"/>
                </a:lnTo>
                <a:lnTo>
                  <a:pt x="3344" y="3309"/>
                </a:lnTo>
                <a:lnTo>
                  <a:pt x="3345" y="3309"/>
                </a:lnTo>
                <a:lnTo>
                  <a:pt x="3344" y="3309"/>
                </a:lnTo>
                <a:lnTo>
                  <a:pt x="3342" y="3309"/>
                </a:lnTo>
                <a:lnTo>
                  <a:pt x="3341" y="3309"/>
                </a:lnTo>
                <a:lnTo>
                  <a:pt x="3340" y="3309"/>
                </a:lnTo>
                <a:lnTo>
                  <a:pt x="3340" y="3310"/>
                </a:lnTo>
                <a:lnTo>
                  <a:pt x="3339" y="3310"/>
                </a:lnTo>
                <a:lnTo>
                  <a:pt x="3338" y="3311"/>
                </a:lnTo>
                <a:lnTo>
                  <a:pt x="3337" y="3311"/>
                </a:lnTo>
                <a:lnTo>
                  <a:pt x="3337" y="3310"/>
                </a:lnTo>
                <a:lnTo>
                  <a:pt x="3336" y="3310"/>
                </a:lnTo>
                <a:lnTo>
                  <a:pt x="3335" y="3309"/>
                </a:lnTo>
                <a:lnTo>
                  <a:pt x="3334" y="3309"/>
                </a:lnTo>
                <a:lnTo>
                  <a:pt x="3333" y="3310"/>
                </a:lnTo>
                <a:lnTo>
                  <a:pt x="3332" y="3310"/>
                </a:lnTo>
                <a:lnTo>
                  <a:pt x="3332" y="3311"/>
                </a:lnTo>
                <a:lnTo>
                  <a:pt x="3331" y="3311"/>
                </a:lnTo>
                <a:lnTo>
                  <a:pt x="3331" y="3312"/>
                </a:lnTo>
                <a:lnTo>
                  <a:pt x="3330" y="3312"/>
                </a:lnTo>
                <a:lnTo>
                  <a:pt x="3329" y="3312"/>
                </a:lnTo>
                <a:lnTo>
                  <a:pt x="3329" y="3311"/>
                </a:lnTo>
                <a:lnTo>
                  <a:pt x="3330" y="3310"/>
                </a:lnTo>
                <a:lnTo>
                  <a:pt x="3330" y="3309"/>
                </a:lnTo>
                <a:lnTo>
                  <a:pt x="3331" y="3308"/>
                </a:lnTo>
                <a:lnTo>
                  <a:pt x="3330" y="3308"/>
                </a:lnTo>
                <a:lnTo>
                  <a:pt x="3330" y="3307"/>
                </a:lnTo>
                <a:lnTo>
                  <a:pt x="3331" y="3307"/>
                </a:lnTo>
                <a:lnTo>
                  <a:pt x="3330" y="3307"/>
                </a:lnTo>
                <a:lnTo>
                  <a:pt x="3329" y="3307"/>
                </a:lnTo>
                <a:lnTo>
                  <a:pt x="3329" y="3306"/>
                </a:lnTo>
                <a:lnTo>
                  <a:pt x="3329" y="3305"/>
                </a:lnTo>
                <a:lnTo>
                  <a:pt x="3328" y="3305"/>
                </a:lnTo>
                <a:lnTo>
                  <a:pt x="3328" y="3304"/>
                </a:lnTo>
                <a:lnTo>
                  <a:pt x="3329" y="3304"/>
                </a:lnTo>
                <a:lnTo>
                  <a:pt x="3329" y="3303"/>
                </a:lnTo>
                <a:lnTo>
                  <a:pt x="3330" y="3302"/>
                </a:lnTo>
                <a:lnTo>
                  <a:pt x="3331" y="3301"/>
                </a:lnTo>
                <a:lnTo>
                  <a:pt x="3330" y="3300"/>
                </a:lnTo>
                <a:lnTo>
                  <a:pt x="3330" y="3301"/>
                </a:lnTo>
                <a:lnTo>
                  <a:pt x="3329" y="3301"/>
                </a:lnTo>
                <a:lnTo>
                  <a:pt x="3329" y="3300"/>
                </a:lnTo>
                <a:lnTo>
                  <a:pt x="3328" y="3300"/>
                </a:lnTo>
                <a:lnTo>
                  <a:pt x="3328" y="3299"/>
                </a:lnTo>
                <a:lnTo>
                  <a:pt x="3328" y="3298"/>
                </a:lnTo>
                <a:lnTo>
                  <a:pt x="3329" y="3298"/>
                </a:lnTo>
                <a:lnTo>
                  <a:pt x="3328" y="3297"/>
                </a:lnTo>
                <a:lnTo>
                  <a:pt x="3328" y="3296"/>
                </a:lnTo>
                <a:lnTo>
                  <a:pt x="3328" y="3295"/>
                </a:lnTo>
                <a:lnTo>
                  <a:pt x="3329" y="3295"/>
                </a:lnTo>
                <a:lnTo>
                  <a:pt x="3329" y="3294"/>
                </a:lnTo>
                <a:lnTo>
                  <a:pt x="3329" y="3292"/>
                </a:lnTo>
                <a:lnTo>
                  <a:pt x="3329" y="3293"/>
                </a:lnTo>
                <a:lnTo>
                  <a:pt x="3329" y="3294"/>
                </a:lnTo>
                <a:lnTo>
                  <a:pt x="3328" y="3294"/>
                </a:lnTo>
                <a:lnTo>
                  <a:pt x="3327" y="3294"/>
                </a:lnTo>
                <a:lnTo>
                  <a:pt x="3327" y="3293"/>
                </a:lnTo>
                <a:lnTo>
                  <a:pt x="3326" y="3293"/>
                </a:lnTo>
                <a:lnTo>
                  <a:pt x="3326" y="3292"/>
                </a:lnTo>
                <a:lnTo>
                  <a:pt x="3325" y="3292"/>
                </a:lnTo>
                <a:lnTo>
                  <a:pt x="3325" y="3291"/>
                </a:lnTo>
                <a:lnTo>
                  <a:pt x="3325" y="3290"/>
                </a:lnTo>
                <a:lnTo>
                  <a:pt x="3324" y="3290"/>
                </a:lnTo>
                <a:lnTo>
                  <a:pt x="3324" y="3289"/>
                </a:lnTo>
                <a:lnTo>
                  <a:pt x="3324" y="3290"/>
                </a:lnTo>
                <a:lnTo>
                  <a:pt x="3325" y="3291"/>
                </a:lnTo>
                <a:lnTo>
                  <a:pt x="3325" y="3292"/>
                </a:lnTo>
                <a:lnTo>
                  <a:pt x="3325" y="3293"/>
                </a:lnTo>
                <a:lnTo>
                  <a:pt x="3325" y="3294"/>
                </a:lnTo>
                <a:lnTo>
                  <a:pt x="3326" y="3294"/>
                </a:lnTo>
                <a:lnTo>
                  <a:pt x="3326" y="3295"/>
                </a:lnTo>
                <a:lnTo>
                  <a:pt x="3326" y="3296"/>
                </a:lnTo>
                <a:lnTo>
                  <a:pt x="3327" y="3296"/>
                </a:lnTo>
                <a:lnTo>
                  <a:pt x="3327" y="3297"/>
                </a:lnTo>
                <a:lnTo>
                  <a:pt x="3327" y="3298"/>
                </a:lnTo>
                <a:lnTo>
                  <a:pt x="3326" y="3298"/>
                </a:lnTo>
                <a:lnTo>
                  <a:pt x="3325" y="3298"/>
                </a:lnTo>
                <a:lnTo>
                  <a:pt x="3325" y="3299"/>
                </a:lnTo>
                <a:lnTo>
                  <a:pt x="3325" y="3300"/>
                </a:lnTo>
                <a:lnTo>
                  <a:pt x="3326" y="3300"/>
                </a:lnTo>
                <a:lnTo>
                  <a:pt x="3326" y="3299"/>
                </a:lnTo>
                <a:lnTo>
                  <a:pt x="3327" y="3298"/>
                </a:lnTo>
                <a:lnTo>
                  <a:pt x="3327" y="3299"/>
                </a:lnTo>
                <a:lnTo>
                  <a:pt x="3327" y="3300"/>
                </a:lnTo>
                <a:lnTo>
                  <a:pt x="3327" y="3301"/>
                </a:lnTo>
                <a:lnTo>
                  <a:pt x="3328" y="3301"/>
                </a:lnTo>
                <a:lnTo>
                  <a:pt x="3328" y="3302"/>
                </a:lnTo>
                <a:lnTo>
                  <a:pt x="3327" y="3302"/>
                </a:lnTo>
                <a:lnTo>
                  <a:pt x="3327" y="3303"/>
                </a:lnTo>
                <a:lnTo>
                  <a:pt x="3326" y="3303"/>
                </a:lnTo>
                <a:lnTo>
                  <a:pt x="3326" y="3304"/>
                </a:lnTo>
                <a:lnTo>
                  <a:pt x="3326" y="3303"/>
                </a:lnTo>
                <a:lnTo>
                  <a:pt x="3325" y="3303"/>
                </a:lnTo>
                <a:lnTo>
                  <a:pt x="3325" y="3304"/>
                </a:lnTo>
                <a:lnTo>
                  <a:pt x="3325" y="3305"/>
                </a:lnTo>
                <a:lnTo>
                  <a:pt x="3326" y="3306"/>
                </a:lnTo>
                <a:lnTo>
                  <a:pt x="3326" y="3305"/>
                </a:lnTo>
                <a:lnTo>
                  <a:pt x="3327" y="3305"/>
                </a:lnTo>
                <a:lnTo>
                  <a:pt x="3327" y="3306"/>
                </a:lnTo>
                <a:lnTo>
                  <a:pt x="3327" y="3307"/>
                </a:lnTo>
                <a:lnTo>
                  <a:pt x="3328" y="3307"/>
                </a:lnTo>
                <a:lnTo>
                  <a:pt x="3328" y="3308"/>
                </a:lnTo>
                <a:lnTo>
                  <a:pt x="3328" y="3309"/>
                </a:lnTo>
                <a:lnTo>
                  <a:pt x="3328" y="3310"/>
                </a:lnTo>
                <a:lnTo>
                  <a:pt x="3328" y="3311"/>
                </a:lnTo>
                <a:lnTo>
                  <a:pt x="3328" y="3312"/>
                </a:lnTo>
                <a:lnTo>
                  <a:pt x="3327" y="3313"/>
                </a:lnTo>
                <a:lnTo>
                  <a:pt x="3327" y="3314"/>
                </a:lnTo>
                <a:lnTo>
                  <a:pt x="3326" y="3315"/>
                </a:lnTo>
                <a:lnTo>
                  <a:pt x="3326" y="3316"/>
                </a:lnTo>
                <a:lnTo>
                  <a:pt x="3326" y="3317"/>
                </a:lnTo>
                <a:lnTo>
                  <a:pt x="3327" y="3317"/>
                </a:lnTo>
                <a:lnTo>
                  <a:pt x="3326" y="3317"/>
                </a:lnTo>
                <a:lnTo>
                  <a:pt x="3326" y="3318"/>
                </a:lnTo>
                <a:lnTo>
                  <a:pt x="3325" y="3318"/>
                </a:lnTo>
                <a:lnTo>
                  <a:pt x="3324" y="3317"/>
                </a:lnTo>
                <a:lnTo>
                  <a:pt x="3323" y="3318"/>
                </a:lnTo>
                <a:lnTo>
                  <a:pt x="3322" y="3318"/>
                </a:lnTo>
                <a:lnTo>
                  <a:pt x="3322" y="3319"/>
                </a:lnTo>
                <a:lnTo>
                  <a:pt x="3322" y="3320"/>
                </a:lnTo>
                <a:lnTo>
                  <a:pt x="3321" y="3321"/>
                </a:lnTo>
                <a:lnTo>
                  <a:pt x="3320" y="3321"/>
                </a:lnTo>
                <a:lnTo>
                  <a:pt x="3319" y="3320"/>
                </a:lnTo>
                <a:lnTo>
                  <a:pt x="3318" y="3321"/>
                </a:lnTo>
                <a:lnTo>
                  <a:pt x="3317" y="3321"/>
                </a:lnTo>
                <a:lnTo>
                  <a:pt x="3317" y="3322"/>
                </a:lnTo>
                <a:lnTo>
                  <a:pt x="3317" y="3321"/>
                </a:lnTo>
                <a:lnTo>
                  <a:pt x="3316" y="3322"/>
                </a:lnTo>
                <a:lnTo>
                  <a:pt x="3315" y="3322"/>
                </a:lnTo>
                <a:lnTo>
                  <a:pt x="3314" y="3323"/>
                </a:lnTo>
                <a:lnTo>
                  <a:pt x="3313" y="3323"/>
                </a:lnTo>
                <a:lnTo>
                  <a:pt x="3313" y="3322"/>
                </a:lnTo>
                <a:lnTo>
                  <a:pt x="3312" y="3322"/>
                </a:lnTo>
                <a:lnTo>
                  <a:pt x="3312" y="3323"/>
                </a:lnTo>
                <a:lnTo>
                  <a:pt x="3312" y="3324"/>
                </a:lnTo>
                <a:lnTo>
                  <a:pt x="3312" y="3325"/>
                </a:lnTo>
                <a:lnTo>
                  <a:pt x="3312" y="3326"/>
                </a:lnTo>
                <a:lnTo>
                  <a:pt x="3311" y="3327"/>
                </a:lnTo>
                <a:lnTo>
                  <a:pt x="3311" y="3328"/>
                </a:lnTo>
                <a:lnTo>
                  <a:pt x="3310" y="3328"/>
                </a:lnTo>
                <a:lnTo>
                  <a:pt x="3310" y="3327"/>
                </a:lnTo>
                <a:lnTo>
                  <a:pt x="3310" y="3326"/>
                </a:lnTo>
                <a:lnTo>
                  <a:pt x="3309" y="3326"/>
                </a:lnTo>
                <a:lnTo>
                  <a:pt x="3309" y="3325"/>
                </a:lnTo>
                <a:lnTo>
                  <a:pt x="3309" y="3324"/>
                </a:lnTo>
                <a:lnTo>
                  <a:pt x="3310" y="3324"/>
                </a:lnTo>
                <a:lnTo>
                  <a:pt x="3310" y="3323"/>
                </a:lnTo>
                <a:lnTo>
                  <a:pt x="3310" y="3322"/>
                </a:lnTo>
                <a:lnTo>
                  <a:pt x="3310" y="3321"/>
                </a:lnTo>
                <a:lnTo>
                  <a:pt x="3309" y="3321"/>
                </a:lnTo>
                <a:lnTo>
                  <a:pt x="3309" y="3320"/>
                </a:lnTo>
                <a:lnTo>
                  <a:pt x="3309" y="3321"/>
                </a:lnTo>
                <a:lnTo>
                  <a:pt x="3308" y="3321"/>
                </a:lnTo>
                <a:lnTo>
                  <a:pt x="3309" y="3322"/>
                </a:lnTo>
                <a:lnTo>
                  <a:pt x="3309" y="3323"/>
                </a:lnTo>
                <a:lnTo>
                  <a:pt x="3309" y="3324"/>
                </a:lnTo>
                <a:lnTo>
                  <a:pt x="3309" y="3325"/>
                </a:lnTo>
                <a:lnTo>
                  <a:pt x="3308" y="3325"/>
                </a:lnTo>
                <a:lnTo>
                  <a:pt x="3307" y="3325"/>
                </a:lnTo>
                <a:lnTo>
                  <a:pt x="3307" y="3326"/>
                </a:lnTo>
                <a:lnTo>
                  <a:pt x="3308" y="3326"/>
                </a:lnTo>
                <a:lnTo>
                  <a:pt x="3308" y="3327"/>
                </a:lnTo>
                <a:lnTo>
                  <a:pt x="3308" y="3328"/>
                </a:lnTo>
                <a:lnTo>
                  <a:pt x="3308" y="3327"/>
                </a:lnTo>
                <a:lnTo>
                  <a:pt x="3307" y="3328"/>
                </a:lnTo>
                <a:lnTo>
                  <a:pt x="3307" y="3329"/>
                </a:lnTo>
                <a:lnTo>
                  <a:pt x="3307" y="3330"/>
                </a:lnTo>
                <a:lnTo>
                  <a:pt x="3306" y="3331"/>
                </a:lnTo>
                <a:lnTo>
                  <a:pt x="3306" y="3332"/>
                </a:lnTo>
                <a:lnTo>
                  <a:pt x="3307" y="3332"/>
                </a:lnTo>
                <a:lnTo>
                  <a:pt x="3306" y="3332"/>
                </a:lnTo>
                <a:lnTo>
                  <a:pt x="3306" y="3333"/>
                </a:lnTo>
                <a:lnTo>
                  <a:pt x="3305" y="3333"/>
                </a:lnTo>
                <a:lnTo>
                  <a:pt x="3305" y="3334"/>
                </a:lnTo>
                <a:lnTo>
                  <a:pt x="3305" y="3333"/>
                </a:lnTo>
                <a:lnTo>
                  <a:pt x="3304" y="3333"/>
                </a:lnTo>
                <a:lnTo>
                  <a:pt x="3304" y="3334"/>
                </a:lnTo>
                <a:lnTo>
                  <a:pt x="3305" y="3334"/>
                </a:lnTo>
                <a:lnTo>
                  <a:pt x="3305" y="3335"/>
                </a:lnTo>
                <a:lnTo>
                  <a:pt x="3305" y="3336"/>
                </a:lnTo>
                <a:lnTo>
                  <a:pt x="3305" y="3337"/>
                </a:lnTo>
                <a:lnTo>
                  <a:pt x="3305" y="3338"/>
                </a:lnTo>
                <a:lnTo>
                  <a:pt x="3305" y="3340"/>
                </a:lnTo>
                <a:lnTo>
                  <a:pt x="3305" y="3341"/>
                </a:lnTo>
                <a:lnTo>
                  <a:pt x="3305" y="3342"/>
                </a:lnTo>
                <a:lnTo>
                  <a:pt x="3306" y="3342"/>
                </a:lnTo>
                <a:lnTo>
                  <a:pt x="3306" y="3343"/>
                </a:lnTo>
                <a:lnTo>
                  <a:pt x="3306" y="3344"/>
                </a:lnTo>
                <a:lnTo>
                  <a:pt x="3307" y="3344"/>
                </a:lnTo>
                <a:lnTo>
                  <a:pt x="3307" y="3345"/>
                </a:lnTo>
                <a:lnTo>
                  <a:pt x="3307" y="3346"/>
                </a:lnTo>
                <a:lnTo>
                  <a:pt x="3308" y="3346"/>
                </a:lnTo>
                <a:lnTo>
                  <a:pt x="3308" y="3347"/>
                </a:lnTo>
                <a:lnTo>
                  <a:pt x="3307" y="3347"/>
                </a:lnTo>
                <a:lnTo>
                  <a:pt x="3306" y="3347"/>
                </a:lnTo>
                <a:lnTo>
                  <a:pt x="3306" y="3348"/>
                </a:lnTo>
                <a:lnTo>
                  <a:pt x="3307" y="3348"/>
                </a:lnTo>
                <a:lnTo>
                  <a:pt x="3308" y="3348"/>
                </a:lnTo>
                <a:lnTo>
                  <a:pt x="3309" y="3347"/>
                </a:lnTo>
                <a:lnTo>
                  <a:pt x="3310" y="3347"/>
                </a:lnTo>
                <a:lnTo>
                  <a:pt x="3311" y="3347"/>
                </a:lnTo>
                <a:lnTo>
                  <a:pt x="3312" y="3347"/>
                </a:lnTo>
                <a:lnTo>
                  <a:pt x="3312" y="3348"/>
                </a:lnTo>
                <a:lnTo>
                  <a:pt x="3313" y="3348"/>
                </a:lnTo>
                <a:lnTo>
                  <a:pt x="3314" y="3348"/>
                </a:lnTo>
                <a:lnTo>
                  <a:pt x="3315" y="3348"/>
                </a:lnTo>
                <a:lnTo>
                  <a:pt x="3316" y="3348"/>
                </a:lnTo>
                <a:lnTo>
                  <a:pt x="3318" y="3347"/>
                </a:lnTo>
                <a:lnTo>
                  <a:pt x="3319" y="3347"/>
                </a:lnTo>
                <a:lnTo>
                  <a:pt x="3319" y="3348"/>
                </a:lnTo>
                <a:lnTo>
                  <a:pt x="3320" y="3348"/>
                </a:lnTo>
                <a:lnTo>
                  <a:pt x="3320" y="3349"/>
                </a:lnTo>
                <a:lnTo>
                  <a:pt x="3320" y="3348"/>
                </a:lnTo>
                <a:lnTo>
                  <a:pt x="3320" y="3349"/>
                </a:lnTo>
                <a:lnTo>
                  <a:pt x="3321" y="3349"/>
                </a:lnTo>
                <a:lnTo>
                  <a:pt x="3322" y="3349"/>
                </a:lnTo>
                <a:lnTo>
                  <a:pt x="3322" y="3350"/>
                </a:lnTo>
                <a:lnTo>
                  <a:pt x="3323" y="3350"/>
                </a:lnTo>
                <a:lnTo>
                  <a:pt x="3324" y="3350"/>
                </a:lnTo>
                <a:lnTo>
                  <a:pt x="3324" y="3351"/>
                </a:lnTo>
                <a:lnTo>
                  <a:pt x="3324" y="3350"/>
                </a:lnTo>
                <a:lnTo>
                  <a:pt x="3325" y="3350"/>
                </a:lnTo>
                <a:lnTo>
                  <a:pt x="3325" y="3353"/>
                </a:lnTo>
                <a:lnTo>
                  <a:pt x="3324" y="3353"/>
                </a:lnTo>
                <a:lnTo>
                  <a:pt x="3325" y="3353"/>
                </a:lnTo>
                <a:lnTo>
                  <a:pt x="3325" y="3354"/>
                </a:lnTo>
                <a:lnTo>
                  <a:pt x="3325" y="3355"/>
                </a:lnTo>
                <a:lnTo>
                  <a:pt x="3325" y="3356"/>
                </a:lnTo>
                <a:lnTo>
                  <a:pt x="3326" y="3356"/>
                </a:lnTo>
                <a:lnTo>
                  <a:pt x="3325" y="3356"/>
                </a:lnTo>
                <a:lnTo>
                  <a:pt x="3325" y="3357"/>
                </a:lnTo>
                <a:lnTo>
                  <a:pt x="3325" y="3358"/>
                </a:lnTo>
                <a:lnTo>
                  <a:pt x="3325" y="3360"/>
                </a:lnTo>
                <a:lnTo>
                  <a:pt x="3325" y="3361"/>
                </a:lnTo>
                <a:lnTo>
                  <a:pt x="3324" y="3361"/>
                </a:lnTo>
                <a:lnTo>
                  <a:pt x="3324" y="3362"/>
                </a:lnTo>
                <a:lnTo>
                  <a:pt x="3323" y="3362"/>
                </a:lnTo>
                <a:lnTo>
                  <a:pt x="3323" y="3361"/>
                </a:lnTo>
                <a:lnTo>
                  <a:pt x="3322" y="3361"/>
                </a:lnTo>
                <a:lnTo>
                  <a:pt x="3322" y="3360"/>
                </a:lnTo>
                <a:lnTo>
                  <a:pt x="3321" y="3360"/>
                </a:lnTo>
                <a:lnTo>
                  <a:pt x="3321" y="3359"/>
                </a:lnTo>
                <a:lnTo>
                  <a:pt x="3321" y="3358"/>
                </a:lnTo>
                <a:lnTo>
                  <a:pt x="3320" y="3357"/>
                </a:lnTo>
                <a:lnTo>
                  <a:pt x="3320" y="3356"/>
                </a:lnTo>
                <a:lnTo>
                  <a:pt x="3320" y="3355"/>
                </a:lnTo>
                <a:lnTo>
                  <a:pt x="3320" y="3354"/>
                </a:lnTo>
                <a:lnTo>
                  <a:pt x="3319" y="3354"/>
                </a:lnTo>
                <a:lnTo>
                  <a:pt x="3320" y="3354"/>
                </a:lnTo>
                <a:lnTo>
                  <a:pt x="3320" y="3355"/>
                </a:lnTo>
                <a:lnTo>
                  <a:pt x="3319" y="3355"/>
                </a:lnTo>
                <a:lnTo>
                  <a:pt x="3320" y="3355"/>
                </a:lnTo>
                <a:lnTo>
                  <a:pt x="3320" y="3356"/>
                </a:lnTo>
                <a:lnTo>
                  <a:pt x="3320" y="3357"/>
                </a:lnTo>
                <a:lnTo>
                  <a:pt x="3320" y="3358"/>
                </a:lnTo>
                <a:lnTo>
                  <a:pt x="3319" y="3358"/>
                </a:lnTo>
                <a:lnTo>
                  <a:pt x="3318" y="3358"/>
                </a:lnTo>
                <a:lnTo>
                  <a:pt x="3318" y="3359"/>
                </a:lnTo>
                <a:lnTo>
                  <a:pt x="3318" y="3360"/>
                </a:lnTo>
                <a:lnTo>
                  <a:pt x="3319" y="3360"/>
                </a:lnTo>
                <a:lnTo>
                  <a:pt x="3319" y="3359"/>
                </a:lnTo>
                <a:lnTo>
                  <a:pt x="3319" y="3358"/>
                </a:lnTo>
                <a:lnTo>
                  <a:pt x="3320" y="3358"/>
                </a:lnTo>
                <a:lnTo>
                  <a:pt x="3320" y="3359"/>
                </a:lnTo>
                <a:lnTo>
                  <a:pt x="3320" y="3360"/>
                </a:lnTo>
                <a:lnTo>
                  <a:pt x="3319" y="3360"/>
                </a:lnTo>
                <a:lnTo>
                  <a:pt x="3320" y="3361"/>
                </a:lnTo>
                <a:lnTo>
                  <a:pt x="3320" y="3362"/>
                </a:lnTo>
                <a:lnTo>
                  <a:pt x="3320" y="3363"/>
                </a:lnTo>
                <a:lnTo>
                  <a:pt x="3319" y="3363"/>
                </a:lnTo>
                <a:lnTo>
                  <a:pt x="3318" y="3364"/>
                </a:lnTo>
                <a:lnTo>
                  <a:pt x="3317" y="3364"/>
                </a:lnTo>
                <a:lnTo>
                  <a:pt x="3317" y="3365"/>
                </a:lnTo>
                <a:lnTo>
                  <a:pt x="3317" y="3366"/>
                </a:lnTo>
                <a:lnTo>
                  <a:pt x="3317" y="3367"/>
                </a:lnTo>
                <a:lnTo>
                  <a:pt x="3316" y="3367"/>
                </a:lnTo>
                <a:lnTo>
                  <a:pt x="3316" y="3366"/>
                </a:lnTo>
                <a:lnTo>
                  <a:pt x="3316" y="3367"/>
                </a:lnTo>
                <a:lnTo>
                  <a:pt x="3317" y="3367"/>
                </a:lnTo>
                <a:lnTo>
                  <a:pt x="3318" y="3367"/>
                </a:lnTo>
                <a:lnTo>
                  <a:pt x="3318" y="3366"/>
                </a:lnTo>
                <a:lnTo>
                  <a:pt x="3319" y="3366"/>
                </a:lnTo>
                <a:lnTo>
                  <a:pt x="3319" y="3365"/>
                </a:lnTo>
                <a:lnTo>
                  <a:pt x="3320" y="3365"/>
                </a:lnTo>
                <a:lnTo>
                  <a:pt x="3320" y="3366"/>
                </a:lnTo>
                <a:lnTo>
                  <a:pt x="3320" y="3367"/>
                </a:lnTo>
                <a:lnTo>
                  <a:pt x="3320" y="3368"/>
                </a:lnTo>
                <a:lnTo>
                  <a:pt x="3320" y="3369"/>
                </a:lnTo>
                <a:lnTo>
                  <a:pt x="3320" y="3368"/>
                </a:lnTo>
                <a:lnTo>
                  <a:pt x="3320" y="3367"/>
                </a:lnTo>
                <a:lnTo>
                  <a:pt x="3321" y="3367"/>
                </a:lnTo>
                <a:lnTo>
                  <a:pt x="3321" y="3366"/>
                </a:lnTo>
                <a:lnTo>
                  <a:pt x="3321" y="3367"/>
                </a:lnTo>
                <a:lnTo>
                  <a:pt x="3322" y="3367"/>
                </a:lnTo>
                <a:lnTo>
                  <a:pt x="3322" y="3368"/>
                </a:lnTo>
                <a:lnTo>
                  <a:pt x="3323" y="3368"/>
                </a:lnTo>
                <a:lnTo>
                  <a:pt x="3323" y="3367"/>
                </a:lnTo>
                <a:lnTo>
                  <a:pt x="3323" y="3369"/>
                </a:lnTo>
                <a:lnTo>
                  <a:pt x="3324" y="3369"/>
                </a:lnTo>
                <a:lnTo>
                  <a:pt x="3324" y="3367"/>
                </a:lnTo>
                <a:lnTo>
                  <a:pt x="3324" y="3366"/>
                </a:lnTo>
                <a:lnTo>
                  <a:pt x="3325" y="3366"/>
                </a:lnTo>
                <a:lnTo>
                  <a:pt x="3325" y="3367"/>
                </a:lnTo>
                <a:lnTo>
                  <a:pt x="3325" y="3368"/>
                </a:lnTo>
                <a:lnTo>
                  <a:pt x="3325" y="3369"/>
                </a:lnTo>
                <a:lnTo>
                  <a:pt x="3325" y="3368"/>
                </a:lnTo>
                <a:lnTo>
                  <a:pt x="3326" y="3368"/>
                </a:lnTo>
                <a:lnTo>
                  <a:pt x="3327" y="3368"/>
                </a:lnTo>
                <a:lnTo>
                  <a:pt x="3327" y="3367"/>
                </a:lnTo>
                <a:lnTo>
                  <a:pt x="3328" y="3367"/>
                </a:lnTo>
                <a:lnTo>
                  <a:pt x="3328" y="3366"/>
                </a:lnTo>
                <a:lnTo>
                  <a:pt x="3328" y="3367"/>
                </a:lnTo>
                <a:lnTo>
                  <a:pt x="3329" y="3367"/>
                </a:lnTo>
                <a:lnTo>
                  <a:pt x="3329" y="3366"/>
                </a:lnTo>
                <a:lnTo>
                  <a:pt x="3330" y="3366"/>
                </a:lnTo>
                <a:lnTo>
                  <a:pt x="3330" y="3367"/>
                </a:lnTo>
                <a:lnTo>
                  <a:pt x="3330" y="3368"/>
                </a:lnTo>
                <a:lnTo>
                  <a:pt x="3331" y="3368"/>
                </a:lnTo>
                <a:lnTo>
                  <a:pt x="3331" y="3367"/>
                </a:lnTo>
                <a:lnTo>
                  <a:pt x="3331" y="3368"/>
                </a:lnTo>
                <a:lnTo>
                  <a:pt x="3331" y="3367"/>
                </a:lnTo>
                <a:lnTo>
                  <a:pt x="3331" y="3366"/>
                </a:lnTo>
                <a:lnTo>
                  <a:pt x="3331" y="3365"/>
                </a:lnTo>
                <a:lnTo>
                  <a:pt x="3332" y="3365"/>
                </a:lnTo>
                <a:lnTo>
                  <a:pt x="3332" y="3366"/>
                </a:lnTo>
                <a:lnTo>
                  <a:pt x="3332" y="3367"/>
                </a:lnTo>
                <a:lnTo>
                  <a:pt x="3333" y="3367"/>
                </a:lnTo>
                <a:lnTo>
                  <a:pt x="3332" y="3367"/>
                </a:lnTo>
                <a:lnTo>
                  <a:pt x="3333" y="3367"/>
                </a:lnTo>
                <a:lnTo>
                  <a:pt x="3333" y="3368"/>
                </a:lnTo>
                <a:lnTo>
                  <a:pt x="3333" y="3369"/>
                </a:lnTo>
                <a:lnTo>
                  <a:pt x="3333" y="3370"/>
                </a:lnTo>
                <a:lnTo>
                  <a:pt x="3334" y="3370"/>
                </a:lnTo>
                <a:lnTo>
                  <a:pt x="3334" y="3371"/>
                </a:lnTo>
                <a:lnTo>
                  <a:pt x="3334" y="3372"/>
                </a:lnTo>
                <a:lnTo>
                  <a:pt x="3334" y="3373"/>
                </a:lnTo>
                <a:lnTo>
                  <a:pt x="3334" y="3374"/>
                </a:lnTo>
                <a:lnTo>
                  <a:pt x="3334" y="3375"/>
                </a:lnTo>
                <a:lnTo>
                  <a:pt x="3333" y="3374"/>
                </a:lnTo>
                <a:lnTo>
                  <a:pt x="3332" y="3374"/>
                </a:lnTo>
                <a:lnTo>
                  <a:pt x="3332" y="3375"/>
                </a:lnTo>
                <a:lnTo>
                  <a:pt x="3332" y="3374"/>
                </a:lnTo>
                <a:lnTo>
                  <a:pt x="3331" y="3374"/>
                </a:lnTo>
                <a:lnTo>
                  <a:pt x="3331" y="3375"/>
                </a:lnTo>
                <a:lnTo>
                  <a:pt x="3331" y="3374"/>
                </a:lnTo>
                <a:lnTo>
                  <a:pt x="3330" y="3374"/>
                </a:lnTo>
                <a:lnTo>
                  <a:pt x="3330" y="3373"/>
                </a:lnTo>
                <a:lnTo>
                  <a:pt x="3330" y="3372"/>
                </a:lnTo>
                <a:lnTo>
                  <a:pt x="3330" y="3370"/>
                </a:lnTo>
                <a:lnTo>
                  <a:pt x="3329" y="3370"/>
                </a:lnTo>
                <a:lnTo>
                  <a:pt x="3329" y="3369"/>
                </a:lnTo>
                <a:lnTo>
                  <a:pt x="3329" y="3370"/>
                </a:lnTo>
                <a:lnTo>
                  <a:pt x="3329" y="3369"/>
                </a:lnTo>
                <a:lnTo>
                  <a:pt x="3328" y="3369"/>
                </a:lnTo>
                <a:lnTo>
                  <a:pt x="3327" y="3369"/>
                </a:lnTo>
                <a:lnTo>
                  <a:pt x="3327" y="3370"/>
                </a:lnTo>
                <a:lnTo>
                  <a:pt x="3326" y="3370"/>
                </a:lnTo>
                <a:lnTo>
                  <a:pt x="3326" y="3371"/>
                </a:lnTo>
                <a:lnTo>
                  <a:pt x="3326" y="3372"/>
                </a:lnTo>
                <a:lnTo>
                  <a:pt x="3326" y="3373"/>
                </a:lnTo>
                <a:lnTo>
                  <a:pt x="3327" y="3373"/>
                </a:lnTo>
                <a:lnTo>
                  <a:pt x="3327" y="3374"/>
                </a:lnTo>
                <a:lnTo>
                  <a:pt x="3327" y="3373"/>
                </a:lnTo>
                <a:lnTo>
                  <a:pt x="3327" y="3374"/>
                </a:lnTo>
                <a:lnTo>
                  <a:pt x="3327" y="3375"/>
                </a:lnTo>
                <a:lnTo>
                  <a:pt x="3327" y="3374"/>
                </a:lnTo>
                <a:lnTo>
                  <a:pt x="3328" y="3374"/>
                </a:lnTo>
                <a:lnTo>
                  <a:pt x="3330" y="3376"/>
                </a:lnTo>
                <a:lnTo>
                  <a:pt x="3331" y="3377"/>
                </a:lnTo>
                <a:lnTo>
                  <a:pt x="3331" y="3376"/>
                </a:lnTo>
                <a:lnTo>
                  <a:pt x="3332" y="3376"/>
                </a:lnTo>
                <a:lnTo>
                  <a:pt x="3332" y="3375"/>
                </a:lnTo>
                <a:lnTo>
                  <a:pt x="3333" y="3375"/>
                </a:lnTo>
                <a:lnTo>
                  <a:pt x="3333" y="3376"/>
                </a:lnTo>
                <a:lnTo>
                  <a:pt x="3334" y="3376"/>
                </a:lnTo>
                <a:lnTo>
                  <a:pt x="3334" y="3377"/>
                </a:lnTo>
                <a:lnTo>
                  <a:pt x="3335" y="3377"/>
                </a:lnTo>
                <a:lnTo>
                  <a:pt x="3335" y="3378"/>
                </a:lnTo>
                <a:lnTo>
                  <a:pt x="3335" y="3379"/>
                </a:lnTo>
                <a:lnTo>
                  <a:pt x="3335" y="3380"/>
                </a:lnTo>
                <a:lnTo>
                  <a:pt x="3336" y="3380"/>
                </a:lnTo>
                <a:lnTo>
                  <a:pt x="3336" y="3381"/>
                </a:lnTo>
                <a:lnTo>
                  <a:pt x="3336" y="3382"/>
                </a:lnTo>
                <a:lnTo>
                  <a:pt x="3337" y="3382"/>
                </a:lnTo>
                <a:lnTo>
                  <a:pt x="3337" y="3383"/>
                </a:lnTo>
                <a:lnTo>
                  <a:pt x="3338" y="3384"/>
                </a:lnTo>
                <a:lnTo>
                  <a:pt x="3338" y="3385"/>
                </a:lnTo>
                <a:lnTo>
                  <a:pt x="3338" y="3386"/>
                </a:lnTo>
                <a:lnTo>
                  <a:pt x="3338" y="3387"/>
                </a:lnTo>
                <a:lnTo>
                  <a:pt x="3337" y="3387"/>
                </a:lnTo>
                <a:lnTo>
                  <a:pt x="3337" y="3388"/>
                </a:lnTo>
                <a:lnTo>
                  <a:pt x="3337" y="3389"/>
                </a:lnTo>
                <a:lnTo>
                  <a:pt x="3337" y="3390"/>
                </a:lnTo>
                <a:lnTo>
                  <a:pt x="3337" y="3391"/>
                </a:lnTo>
                <a:lnTo>
                  <a:pt x="3336" y="3390"/>
                </a:lnTo>
                <a:lnTo>
                  <a:pt x="3336" y="3391"/>
                </a:lnTo>
                <a:lnTo>
                  <a:pt x="3335" y="3391"/>
                </a:lnTo>
                <a:lnTo>
                  <a:pt x="3335" y="3392"/>
                </a:lnTo>
                <a:lnTo>
                  <a:pt x="3334" y="3392"/>
                </a:lnTo>
                <a:lnTo>
                  <a:pt x="3333" y="3393"/>
                </a:lnTo>
                <a:lnTo>
                  <a:pt x="3333" y="3394"/>
                </a:lnTo>
                <a:lnTo>
                  <a:pt x="3333" y="3395"/>
                </a:lnTo>
                <a:lnTo>
                  <a:pt x="3332" y="3395"/>
                </a:lnTo>
                <a:lnTo>
                  <a:pt x="3332" y="3396"/>
                </a:lnTo>
                <a:lnTo>
                  <a:pt x="3332" y="3397"/>
                </a:lnTo>
                <a:lnTo>
                  <a:pt x="3331" y="3398"/>
                </a:lnTo>
                <a:lnTo>
                  <a:pt x="3331" y="3399"/>
                </a:lnTo>
                <a:lnTo>
                  <a:pt x="3330" y="3399"/>
                </a:lnTo>
                <a:lnTo>
                  <a:pt x="3330" y="3400"/>
                </a:lnTo>
                <a:lnTo>
                  <a:pt x="3330" y="3401"/>
                </a:lnTo>
                <a:lnTo>
                  <a:pt x="3329" y="3401"/>
                </a:lnTo>
                <a:lnTo>
                  <a:pt x="3328" y="3401"/>
                </a:lnTo>
                <a:lnTo>
                  <a:pt x="3328" y="3402"/>
                </a:lnTo>
                <a:lnTo>
                  <a:pt x="3327" y="3402"/>
                </a:lnTo>
                <a:lnTo>
                  <a:pt x="3327" y="3403"/>
                </a:lnTo>
                <a:lnTo>
                  <a:pt x="3326" y="3403"/>
                </a:lnTo>
                <a:lnTo>
                  <a:pt x="3325" y="3403"/>
                </a:lnTo>
                <a:lnTo>
                  <a:pt x="3324" y="3402"/>
                </a:lnTo>
                <a:lnTo>
                  <a:pt x="3324" y="3403"/>
                </a:lnTo>
                <a:lnTo>
                  <a:pt x="3323" y="3403"/>
                </a:lnTo>
                <a:lnTo>
                  <a:pt x="3323" y="3404"/>
                </a:lnTo>
                <a:lnTo>
                  <a:pt x="3323" y="3403"/>
                </a:lnTo>
                <a:lnTo>
                  <a:pt x="3322" y="3404"/>
                </a:lnTo>
                <a:lnTo>
                  <a:pt x="3322" y="3405"/>
                </a:lnTo>
                <a:lnTo>
                  <a:pt x="3321" y="3405"/>
                </a:lnTo>
                <a:lnTo>
                  <a:pt x="3320" y="3407"/>
                </a:lnTo>
                <a:lnTo>
                  <a:pt x="3319" y="3407"/>
                </a:lnTo>
                <a:lnTo>
                  <a:pt x="3318" y="3408"/>
                </a:lnTo>
                <a:lnTo>
                  <a:pt x="3317" y="3407"/>
                </a:lnTo>
                <a:lnTo>
                  <a:pt x="3316" y="3407"/>
                </a:lnTo>
                <a:lnTo>
                  <a:pt x="3316" y="3408"/>
                </a:lnTo>
                <a:lnTo>
                  <a:pt x="3316" y="3409"/>
                </a:lnTo>
                <a:lnTo>
                  <a:pt x="3315" y="3409"/>
                </a:lnTo>
                <a:lnTo>
                  <a:pt x="3315" y="3408"/>
                </a:lnTo>
                <a:lnTo>
                  <a:pt x="3315" y="3407"/>
                </a:lnTo>
                <a:lnTo>
                  <a:pt x="3314" y="3407"/>
                </a:lnTo>
                <a:lnTo>
                  <a:pt x="3313" y="3407"/>
                </a:lnTo>
                <a:lnTo>
                  <a:pt x="3312" y="3407"/>
                </a:lnTo>
                <a:lnTo>
                  <a:pt x="3312" y="3406"/>
                </a:lnTo>
                <a:lnTo>
                  <a:pt x="3313" y="3406"/>
                </a:lnTo>
                <a:lnTo>
                  <a:pt x="3312" y="3406"/>
                </a:lnTo>
                <a:lnTo>
                  <a:pt x="3310" y="3405"/>
                </a:lnTo>
                <a:lnTo>
                  <a:pt x="3310" y="3406"/>
                </a:lnTo>
                <a:lnTo>
                  <a:pt x="3311" y="3407"/>
                </a:lnTo>
                <a:lnTo>
                  <a:pt x="3310" y="3407"/>
                </a:lnTo>
                <a:lnTo>
                  <a:pt x="3310" y="3406"/>
                </a:lnTo>
                <a:lnTo>
                  <a:pt x="3309" y="3406"/>
                </a:lnTo>
                <a:lnTo>
                  <a:pt x="3308" y="3406"/>
                </a:lnTo>
                <a:lnTo>
                  <a:pt x="3307" y="3406"/>
                </a:lnTo>
                <a:lnTo>
                  <a:pt x="3307" y="3407"/>
                </a:lnTo>
                <a:lnTo>
                  <a:pt x="3308" y="3407"/>
                </a:lnTo>
                <a:lnTo>
                  <a:pt x="3308" y="3408"/>
                </a:lnTo>
                <a:lnTo>
                  <a:pt x="3307" y="3409"/>
                </a:lnTo>
                <a:lnTo>
                  <a:pt x="3306" y="3409"/>
                </a:lnTo>
                <a:lnTo>
                  <a:pt x="3304" y="3409"/>
                </a:lnTo>
                <a:lnTo>
                  <a:pt x="3303" y="3409"/>
                </a:lnTo>
                <a:lnTo>
                  <a:pt x="3303" y="3410"/>
                </a:lnTo>
                <a:lnTo>
                  <a:pt x="3302" y="3410"/>
                </a:lnTo>
                <a:lnTo>
                  <a:pt x="3301" y="3410"/>
                </a:lnTo>
                <a:lnTo>
                  <a:pt x="3301" y="3409"/>
                </a:lnTo>
                <a:lnTo>
                  <a:pt x="3301" y="3408"/>
                </a:lnTo>
                <a:lnTo>
                  <a:pt x="3300" y="3407"/>
                </a:lnTo>
                <a:lnTo>
                  <a:pt x="3299" y="3407"/>
                </a:lnTo>
                <a:lnTo>
                  <a:pt x="3298" y="3407"/>
                </a:lnTo>
                <a:lnTo>
                  <a:pt x="3297" y="3407"/>
                </a:lnTo>
                <a:lnTo>
                  <a:pt x="3296" y="3406"/>
                </a:lnTo>
                <a:lnTo>
                  <a:pt x="3296" y="3405"/>
                </a:lnTo>
                <a:lnTo>
                  <a:pt x="3296" y="3404"/>
                </a:lnTo>
                <a:lnTo>
                  <a:pt x="3295" y="3404"/>
                </a:lnTo>
                <a:lnTo>
                  <a:pt x="3294" y="3404"/>
                </a:lnTo>
                <a:lnTo>
                  <a:pt x="3294" y="3405"/>
                </a:lnTo>
                <a:lnTo>
                  <a:pt x="3293" y="3405"/>
                </a:lnTo>
                <a:lnTo>
                  <a:pt x="3293" y="3406"/>
                </a:lnTo>
                <a:lnTo>
                  <a:pt x="3292" y="3406"/>
                </a:lnTo>
                <a:lnTo>
                  <a:pt x="3292" y="3405"/>
                </a:lnTo>
                <a:lnTo>
                  <a:pt x="3291" y="3405"/>
                </a:lnTo>
                <a:lnTo>
                  <a:pt x="3291" y="3406"/>
                </a:lnTo>
                <a:lnTo>
                  <a:pt x="3291" y="3407"/>
                </a:lnTo>
                <a:lnTo>
                  <a:pt x="3290" y="3407"/>
                </a:lnTo>
                <a:lnTo>
                  <a:pt x="3290" y="3406"/>
                </a:lnTo>
                <a:lnTo>
                  <a:pt x="3290" y="3405"/>
                </a:lnTo>
                <a:lnTo>
                  <a:pt x="3289" y="3404"/>
                </a:lnTo>
                <a:lnTo>
                  <a:pt x="3288" y="3404"/>
                </a:lnTo>
                <a:lnTo>
                  <a:pt x="3288" y="3405"/>
                </a:lnTo>
                <a:lnTo>
                  <a:pt x="3288" y="3406"/>
                </a:lnTo>
                <a:lnTo>
                  <a:pt x="3287" y="3407"/>
                </a:lnTo>
                <a:lnTo>
                  <a:pt x="3285" y="3409"/>
                </a:lnTo>
                <a:lnTo>
                  <a:pt x="3284" y="3410"/>
                </a:lnTo>
                <a:lnTo>
                  <a:pt x="3284" y="3411"/>
                </a:lnTo>
                <a:lnTo>
                  <a:pt x="3283" y="3411"/>
                </a:lnTo>
                <a:lnTo>
                  <a:pt x="3283" y="3410"/>
                </a:lnTo>
                <a:lnTo>
                  <a:pt x="3283" y="3409"/>
                </a:lnTo>
                <a:lnTo>
                  <a:pt x="3283" y="3408"/>
                </a:lnTo>
                <a:lnTo>
                  <a:pt x="3283" y="3407"/>
                </a:lnTo>
                <a:lnTo>
                  <a:pt x="3284" y="3405"/>
                </a:lnTo>
                <a:lnTo>
                  <a:pt x="3284" y="3404"/>
                </a:lnTo>
                <a:lnTo>
                  <a:pt x="3284" y="3403"/>
                </a:lnTo>
                <a:lnTo>
                  <a:pt x="3284" y="3402"/>
                </a:lnTo>
                <a:lnTo>
                  <a:pt x="3284" y="3401"/>
                </a:lnTo>
                <a:lnTo>
                  <a:pt x="3283" y="3400"/>
                </a:lnTo>
                <a:lnTo>
                  <a:pt x="3283" y="3399"/>
                </a:lnTo>
                <a:lnTo>
                  <a:pt x="3283" y="3398"/>
                </a:lnTo>
                <a:lnTo>
                  <a:pt x="3282" y="3398"/>
                </a:lnTo>
                <a:lnTo>
                  <a:pt x="3281" y="3397"/>
                </a:lnTo>
                <a:lnTo>
                  <a:pt x="3280" y="3397"/>
                </a:lnTo>
                <a:lnTo>
                  <a:pt x="3279" y="3396"/>
                </a:lnTo>
                <a:lnTo>
                  <a:pt x="3279" y="3395"/>
                </a:lnTo>
                <a:lnTo>
                  <a:pt x="3279" y="3393"/>
                </a:lnTo>
                <a:lnTo>
                  <a:pt x="3280" y="3393"/>
                </a:lnTo>
                <a:lnTo>
                  <a:pt x="3281" y="3392"/>
                </a:lnTo>
                <a:lnTo>
                  <a:pt x="3281" y="3391"/>
                </a:lnTo>
                <a:lnTo>
                  <a:pt x="3282" y="3390"/>
                </a:lnTo>
                <a:lnTo>
                  <a:pt x="3283" y="3391"/>
                </a:lnTo>
                <a:lnTo>
                  <a:pt x="3284" y="3391"/>
                </a:lnTo>
                <a:lnTo>
                  <a:pt x="3284" y="3392"/>
                </a:lnTo>
                <a:lnTo>
                  <a:pt x="3285" y="3392"/>
                </a:lnTo>
                <a:lnTo>
                  <a:pt x="3285" y="3393"/>
                </a:lnTo>
                <a:lnTo>
                  <a:pt x="3286" y="3393"/>
                </a:lnTo>
                <a:lnTo>
                  <a:pt x="3287" y="3393"/>
                </a:lnTo>
                <a:lnTo>
                  <a:pt x="3288" y="3393"/>
                </a:lnTo>
                <a:lnTo>
                  <a:pt x="3288" y="3394"/>
                </a:lnTo>
                <a:lnTo>
                  <a:pt x="3287" y="3394"/>
                </a:lnTo>
                <a:lnTo>
                  <a:pt x="3287" y="3395"/>
                </a:lnTo>
                <a:lnTo>
                  <a:pt x="3287" y="3396"/>
                </a:lnTo>
                <a:lnTo>
                  <a:pt x="3288" y="3396"/>
                </a:lnTo>
                <a:lnTo>
                  <a:pt x="3288" y="3397"/>
                </a:lnTo>
                <a:lnTo>
                  <a:pt x="3288" y="3398"/>
                </a:lnTo>
                <a:lnTo>
                  <a:pt x="3288" y="3399"/>
                </a:lnTo>
                <a:lnTo>
                  <a:pt x="3289" y="3399"/>
                </a:lnTo>
                <a:lnTo>
                  <a:pt x="3289" y="3398"/>
                </a:lnTo>
                <a:lnTo>
                  <a:pt x="3290" y="3398"/>
                </a:lnTo>
                <a:lnTo>
                  <a:pt x="3289" y="3398"/>
                </a:lnTo>
                <a:lnTo>
                  <a:pt x="3289" y="3397"/>
                </a:lnTo>
                <a:lnTo>
                  <a:pt x="3289" y="3396"/>
                </a:lnTo>
                <a:lnTo>
                  <a:pt x="3289" y="3395"/>
                </a:lnTo>
                <a:lnTo>
                  <a:pt x="3288" y="3395"/>
                </a:lnTo>
                <a:lnTo>
                  <a:pt x="3289" y="3395"/>
                </a:lnTo>
                <a:lnTo>
                  <a:pt x="3289" y="3394"/>
                </a:lnTo>
                <a:lnTo>
                  <a:pt x="3290" y="3394"/>
                </a:lnTo>
                <a:lnTo>
                  <a:pt x="3290" y="3393"/>
                </a:lnTo>
                <a:lnTo>
                  <a:pt x="3290" y="3394"/>
                </a:lnTo>
                <a:lnTo>
                  <a:pt x="3290" y="3393"/>
                </a:lnTo>
                <a:lnTo>
                  <a:pt x="3291" y="3393"/>
                </a:lnTo>
                <a:lnTo>
                  <a:pt x="3291" y="3392"/>
                </a:lnTo>
                <a:lnTo>
                  <a:pt x="3291" y="3391"/>
                </a:lnTo>
                <a:lnTo>
                  <a:pt x="3291" y="3390"/>
                </a:lnTo>
                <a:lnTo>
                  <a:pt x="3290" y="3390"/>
                </a:lnTo>
                <a:lnTo>
                  <a:pt x="3290" y="3389"/>
                </a:lnTo>
                <a:lnTo>
                  <a:pt x="3289" y="3389"/>
                </a:lnTo>
                <a:lnTo>
                  <a:pt x="3289" y="3388"/>
                </a:lnTo>
                <a:lnTo>
                  <a:pt x="3289" y="3389"/>
                </a:lnTo>
                <a:lnTo>
                  <a:pt x="3288" y="3389"/>
                </a:lnTo>
                <a:lnTo>
                  <a:pt x="3288" y="3388"/>
                </a:lnTo>
                <a:lnTo>
                  <a:pt x="3288" y="3387"/>
                </a:lnTo>
                <a:lnTo>
                  <a:pt x="3287" y="3387"/>
                </a:lnTo>
                <a:lnTo>
                  <a:pt x="3287" y="3386"/>
                </a:lnTo>
                <a:lnTo>
                  <a:pt x="3288" y="3386"/>
                </a:lnTo>
                <a:lnTo>
                  <a:pt x="3287" y="3386"/>
                </a:lnTo>
                <a:lnTo>
                  <a:pt x="3286" y="3388"/>
                </a:lnTo>
                <a:lnTo>
                  <a:pt x="3286" y="3389"/>
                </a:lnTo>
                <a:lnTo>
                  <a:pt x="3285" y="3389"/>
                </a:lnTo>
                <a:lnTo>
                  <a:pt x="3285" y="3388"/>
                </a:lnTo>
                <a:lnTo>
                  <a:pt x="3285" y="3387"/>
                </a:lnTo>
                <a:lnTo>
                  <a:pt x="3285" y="3386"/>
                </a:lnTo>
                <a:lnTo>
                  <a:pt x="3285" y="3385"/>
                </a:lnTo>
                <a:lnTo>
                  <a:pt x="3285" y="3384"/>
                </a:lnTo>
                <a:lnTo>
                  <a:pt x="3284" y="3383"/>
                </a:lnTo>
                <a:lnTo>
                  <a:pt x="3284" y="3384"/>
                </a:lnTo>
                <a:lnTo>
                  <a:pt x="3284" y="3385"/>
                </a:lnTo>
                <a:lnTo>
                  <a:pt x="3283" y="3385"/>
                </a:lnTo>
                <a:lnTo>
                  <a:pt x="3284" y="3386"/>
                </a:lnTo>
                <a:lnTo>
                  <a:pt x="3283" y="3386"/>
                </a:lnTo>
                <a:lnTo>
                  <a:pt x="3283" y="3387"/>
                </a:lnTo>
                <a:lnTo>
                  <a:pt x="3284" y="3387"/>
                </a:lnTo>
                <a:lnTo>
                  <a:pt x="3284" y="3388"/>
                </a:lnTo>
                <a:lnTo>
                  <a:pt x="3283" y="3389"/>
                </a:lnTo>
                <a:lnTo>
                  <a:pt x="3283" y="3388"/>
                </a:lnTo>
                <a:lnTo>
                  <a:pt x="3283" y="3387"/>
                </a:lnTo>
                <a:lnTo>
                  <a:pt x="3283" y="3386"/>
                </a:lnTo>
                <a:lnTo>
                  <a:pt x="3282" y="3386"/>
                </a:lnTo>
                <a:lnTo>
                  <a:pt x="3282" y="3385"/>
                </a:lnTo>
                <a:lnTo>
                  <a:pt x="3281" y="3384"/>
                </a:lnTo>
                <a:lnTo>
                  <a:pt x="3281" y="3383"/>
                </a:lnTo>
                <a:lnTo>
                  <a:pt x="3280" y="3384"/>
                </a:lnTo>
                <a:lnTo>
                  <a:pt x="3279" y="3384"/>
                </a:lnTo>
                <a:lnTo>
                  <a:pt x="3279" y="3383"/>
                </a:lnTo>
                <a:lnTo>
                  <a:pt x="3278" y="3383"/>
                </a:lnTo>
                <a:lnTo>
                  <a:pt x="3278" y="3382"/>
                </a:lnTo>
                <a:lnTo>
                  <a:pt x="3278" y="3383"/>
                </a:lnTo>
                <a:lnTo>
                  <a:pt x="3277" y="3383"/>
                </a:lnTo>
                <a:lnTo>
                  <a:pt x="3276" y="3383"/>
                </a:lnTo>
                <a:lnTo>
                  <a:pt x="3275" y="3383"/>
                </a:lnTo>
                <a:lnTo>
                  <a:pt x="3276" y="3383"/>
                </a:lnTo>
                <a:lnTo>
                  <a:pt x="3276" y="3382"/>
                </a:lnTo>
                <a:lnTo>
                  <a:pt x="3275" y="3382"/>
                </a:lnTo>
                <a:lnTo>
                  <a:pt x="3274" y="3382"/>
                </a:lnTo>
                <a:lnTo>
                  <a:pt x="3274" y="3381"/>
                </a:lnTo>
                <a:lnTo>
                  <a:pt x="3274" y="3380"/>
                </a:lnTo>
                <a:lnTo>
                  <a:pt x="3274" y="3379"/>
                </a:lnTo>
                <a:lnTo>
                  <a:pt x="3273" y="3379"/>
                </a:lnTo>
                <a:lnTo>
                  <a:pt x="3274" y="3379"/>
                </a:lnTo>
                <a:lnTo>
                  <a:pt x="3275" y="3378"/>
                </a:lnTo>
                <a:lnTo>
                  <a:pt x="3276" y="3378"/>
                </a:lnTo>
                <a:lnTo>
                  <a:pt x="3276" y="3377"/>
                </a:lnTo>
                <a:lnTo>
                  <a:pt x="3275" y="3377"/>
                </a:lnTo>
                <a:lnTo>
                  <a:pt x="3275" y="3376"/>
                </a:lnTo>
                <a:lnTo>
                  <a:pt x="3275" y="3377"/>
                </a:lnTo>
                <a:lnTo>
                  <a:pt x="3275" y="3378"/>
                </a:lnTo>
                <a:lnTo>
                  <a:pt x="3275" y="3377"/>
                </a:lnTo>
                <a:lnTo>
                  <a:pt x="3275" y="3376"/>
                </a:lnTo>
                <a:lnTo>
                  <a:pt x="3275" y="3375"/>
                </a:lnTo>
                <a:lnTo>
                  <a:pt x="3274" y="3374"/>
                </a:lnTo>
                <a:lnTo>
                  <a:pt x="3274" y="3373"/>
                </a:lnTo>
                <a:lnTo>
                  <a:pt x="3273" y="3372"/>
                </a:lnTo>
                <a:lnTo>
                  <a:pt x="3273" y="3371"/>
                </a:lnTo>
                <a:lnTo>
                  <a:pt x="3272" y="3371"/>
                </a:lnTo>
                <a:lnTo>
                  <a:pt x="3272" y="3370"/>
                </a:lnTo>
                <a:lnTo>
                  <a:pt x="3271" y="3369"/>
                </a:lnTo>
                <a:lnTo>
                  <a:pt x="3270" y="3369"/>
                </a:lnTo>
                <a:lnTo>
                  <a:pt x="3269" y="3369"/>
                </a:lnTo>
                <a:lnTo>
                  <a:pt x="3269" y="3370"/>
                </a:lnTo>
                <a:lnTo>
                  <a:pt x="3268" y="3370"/>
                </a:lnTo>
                <a:lnTo>
                  <a:pt x="3268" y="3369"/>
                </a:lnTo>
                <a:lnTo>
                  <a:pt x="3267" y="3369"/>
                </a:lnTo>
                <a:lnTo>
                  <a:pt x="3267" y="3368"/>
                </a:lnTo>
                <a:lnTo>
                  <a:pt x="3267" y="3367"/>
                </a:lnTo>
                <a:lnTo>
                  <a:pt x="3267" y="3366"/>
                </a:lnTo>
                <a:lnTo>
                  <a:pt x="3267" y="3365"/>
                </a:lnTo>
                <a:lnTo>
                  <a:pt x="3268" y="3365"/>
                </a:lnTo>
                <a:lnTo>
                  <a:pt x="3269" y="3365"/>
                </a:lnTo>
                <a:lnTo>
                  <a:pt x="3269" y="3364"/>
                </a:lnTo>
                <a:lnTo>
                  <a:pt x="3269" y="3363"/>
                </a:lnTo>
                <a:lnTo>
                  <a:pt x="3270" y="3363"/>
                </a:lnTo>
                <a:lnTo>
                  <a:pt x="3271" y="3363"/>
                </a:lnTo>
                <a:lnTo>
                  <a:pt x="3271" y="3364"/>
                </a:lnTo>
                <a:lnTo>
                  <a:pt x="3272" y="3364"/>
                </a:lnTo>
                <a:lnTo>
                  <a:pt x="3272" y="3365"/>
                </a:lnTo>
                <a:lnTo>
                  <a:pt x="3272" y="3364"/>
                </a:lnTo>
                <a:lnTo>
                  <a:pt x="3273" y="3364"/>
                </a:lnTo>
                <a:lnTo>
                  <a:pt x="3273" y="3363"/>
                </a:lnTo>
                <a:lnTo>
                  <a:pt x="3274" y="3364"/>
                </a:lnTo>
                <a:lnTo>
                  <a:pt x="3274" y="3363"/>
                </a:lnTo>
                <a:lnTo>
                  <a:pt x="3274" y="3362"/>
                </a:lnTo>
                <a:lnTo>
                  <a:pt x="3273" y="3363"/>
                </a:lnTo>
                <a:lnTo>
                  <a:pt x="3273" y="3362"/>
                </a:lnTo>
                <a:lnTo>
                  <a:pt x="3273" y="3361"/>
                </a:lnTo>
                <a:lnTo>
                  <a:pt x="3274" y="3361"/>
                </a:lnTo>
                <a:lnTo>
                  <a:pt x="3274" y="3362"/>
                </a:lnTo>
                <a:lnTo>
                  <a:pt x="3274" y="3361"/>
                </a:lnTo>
                <a:lnTo>
                  <a:pt x="3273" y="3361"/>
                </a:lnTo>
                <a:lnTo>
                  <a:pt x="3272" y="3361"/>
                </a:lnTo>
                <a:lnTo>
                  <a:pt x="3272" y="3362"/>
                </a:lnTo>
                <a:lnTo>
                  <a:pt x="3272" y="3363"/>
                </a:lnTo>
                <a:lnTo>
                  <a:pt x="3272" y="3364"/>
                </a:lnTo>
                <a:lnTo>
                  <a:pt x="3271" y="3363"/>
                </a:lnTo>
                <a:lnTo>
                  <a:pt x="3270" y="3363"/>
                </a:lnTo>
                <a:lnTo>
                  <a:pt x="3270" y="3362"/>
                </a:lnTo>
                <a:lnTo>
                  <a:pt x="3269" y="3362"/>
                </a:lnTo>
                <a:lnTo>
                  <a:pt x="3269" y="3361"/>
                </a:lnTo>
                <a:lnTo>
                  <a:pt x="3268" y="3360"/>
                </a:lnTo>
                <a:lnTo>
                  <a:pt x="3268" y="3359"/>
                </a:lnTo>
                <a:lnTo>
                  <a:pt x="3267" y="3359"/>
                </a:lnTo>
                <a:lnTo>
                  <a:pt x="3267" y="3358"/>
                </a:lnTo>
                <a:lnTo>
                  <a:pt x="3268" y="3358"/>
                </a:lnTo>
                <a:lnTo>
                  <a:pt x="3268" y="3357"/>
                </a:lnTo>
                <a:lnTo>
                  <a:pt x="3268" y="3356"/>
                </a:lnTo>
                <a:lnTo>
                  <a:pt x="3268" y="3355"/>
                </a:lnTo>
                <a:lnTo>
                  <a:pt x="3269" y="3355"/>
                </a:lnTo>
                <a:lnTo>
                  <a:pt x="3269" y="3354"/>
                </a:lnTo>
                <a:lnTo>
                  <a:pt x="3269" y="3353"/>
                </a:lnTo>
                <a:lnTo>
                  <a:pt x="3269" y="3352"/>
                </a:lnTo>
                <a:lnTo>
                  <a:pt x="3268" y="3351"/>
                </a:lnTo>
                <a:lnTo>
                  <a:pt x="3266" y="3351"/>
                </a:lnTo>
                <a:lnTo>
                  <a:pt x="3267" y="3352"/>
                </a:lnTo>
                <a:lnTo>
                  <a:pt x="3266" y="3352"/>
                </a:lnTo>
                <a:lnTo>
                  <a:pt x="3265" y="3352"/>
                </a:lnTo>
                <a:lnTo>
                  <a:pt x="3266" y="3352"/>
                </a:lnTo>
                <a:lnTo>
                  <a:pt x="3266" y="3353"/>
                </a:lnTo>
                <a:lnTo>
                  <a:pt x="3265" y="3353"/>
                </a:lnTo>
                <a:lnTo>
                  <a:pt x="3265" y="3352"/>
                </a:lnTo>
                <a:lnTo>
                  <a:pt x="3265" y="3351"/>
                </a:lnTo>
                <a:lnTo>
                  <a:pt x="3264" y="3351"/>
                </a:lnTo>
                <a:lnTo>
                  <a:pt x="3264" y="3350"/>
                </a:lnTo>
                <a:lnTo>
                  <a:pt x="3263" y="3349"/>
                </a:lnTo>
                <a:lnTo>
                  <a:pt x="3262" y="3348"/>
                </a:lnTo>
                <a:lnTo>
                  <a:pt x="3262" y="3347"/>
                </a:lnTo>
                <a:lnTo>
                  <a:pt x="3261" y="3346"/>
                </a:lnTo>
                <a:lnTo>
                  <a:pt x="3261" y="3345"/>
                </a:lnTo>
                <a:lnTo>
                  <a:pt x="3261" y="3344"/>
                </a:lnTo>
                <a:lnTo>
                  <a:pt x="3260" y="3343"/>
                </a:lnTo>
                <a:lnTo>
                  <a:pt x="3260" y="3342"/>
                </a:lnTo>
                <a:lnTo>
                  <a:pt x="3260" y="3338"/>
                </a:lnTo>
                <a:lnTo>
                  <a:pt x="3260" y="3337"/>
                </a:lnTo>
                <a:lnTo>
                  <a:pt x="3260" y="3336"/>
                </a:lnTo>
                <a:lnTo>
                  <a:pt x="3261" y="3336"/>
                </a:lnTo>
                <a:lnTo>
                  <a:pt x="3261" y="3337"/>
                </a:lnTo>
                <a:lnTo>
                  <a:pt x="3261" y="3336"/>
                </a:lnTo>
                <a:lnTo>
                  <a:pt x="3261" y="3335"/>
                </a:lnTo>
                <a:lnTo>
                  <a:pt x="3261" y="3334"/>
                </a:lnTo>
                <a:lnTo>
                  <a:pt x="3261" y="3333"/>
                </a:lnTo>
                <a:lnTo>
                  <a:pt x="3262" y="3333"/>
                </a:lnTo>
                <a:lnTo>
                  <a:pt x="3262" y="3332"/>
                </a:lnTo>
                <a:lnTo>
                  <a:pt x="3262" y="3331"/>
                </a:lnTo>
                <a:lnTo>
                  <a:pt x="3262" y="3330"/>
                </a:lnTo>
                <a:lnTo>
                  <a:pt x="3262" y="3331"/>
                </a:lnTo>
                <a:lnTo>
                  <a:pt x="3263" y="3331"/>
                </a:lnTo>
                <a:lnTo>
                  <a:pt x="3263" y="3330"/>
                </a:lnTo>
                <a:lnTo>
                  <a:pt x="3263" y="3329"/>
                </a:lnTo>
                <a:lnTo>
                  <a:pt x="3264" y="3328"/>
                </a:lnTo>
                <a:lnTo>
                  <a:pt x="3264" y="3327"/>
                </a:lnTo>
                <a:lnTo>
                  <a:pt x="3264" y="3326"/>
                </a:lnTo>
                <a:lnTo>
                  <a:pt x="3264" y="3325"/>
                </a:lnTo>
                <a:lnTo>
                  <a:pt x="3264" y="3324"/>
                </a:lnTo>
                <a:lnTo>
                  <a:pt x="3263" y="3323"/>
                </a:lnTo>
                <a:lnTo>
                  <a:pt x="3262" y="3322"/>
                </a:lnTo>
                <a:lnTo>
                  <a:pt x="3261" y="3321"/>
                </a:lnTo>
                <a:lnTo>
                  <a:pt x="3261" y="3320"/>
                </a:lnTo>
                <a:lnTo>
                  <a:pt x="3261" y="3319"/>
                </a:lnTo>
                <a:lnTo>
                  <a:pt x="3262" y="3318"/>
                </a:lnTo>
                <a:lnTo>
                  <a:pt x="3262" y="3316"/>
                </a:lnTo>
                <a:lnTo>
                  <a:pt x="3264" y="3315"/>
                </a:lnTo>
                <a:lnTo>
                  <a:pt x="3265" y="3314"/>
                </a:lnTo>
                <a:lnTo>
                  <a:pt x="3265" y="3313"/>
                </a:lnTo>
                <a:lnTo>
                  <a:pt x="3266" y="3313"/>
                </a:lnTo>
                <a:lnTo>
                  <a:pt x="3266" y="3312"/>
                </a:lnTo>
                <a:lnTo>
                  <a:pt x="3267" y="3312"/>
                </a:lnTo>
                <a:lnTo>
                  <a:pt x="3267" y="3313"/>
                </a:lnTo>
                <a:lnTo>
                  <a:pt x="3266" y="3313"/>
                </a:lnTo>
                <a:lnTo>
                  <a:pt x="3266" y="3314"/>
                </a:lnTo>
                <a:lnTo>
                  <a:pt x="3267" y="3314"/>
                </a:lnTo>
                <a:lnTo>
                  <a:pt x="3267" y="3315"/>
                </a:lnTo>
                <a:lnTo>
                  <a:pt x="3268" y="3315"/>
                </a:lnTo>
                <a:lnTo>
                  <a:pt x="3268" y="3316"/>
                </a:lnTo>
                <a:lnTo>
                  <a:pt x="3269" y="3316"/>
                </a:lnTo>
                <a:lnTo>
                  <a:pt x="3268" y="3315"/>
                </a:lnTo>
                <a:lnTo>
                  <a:pt x="3267" y="3315"/>
                </a:lnTo>
                <a:lnTo>
                  <a:pt x="3268" y="3315"/>
                </a:lnTo>
                <a:lnTo>
                  <a:pt x="3268" y="3314"/>
                </a:lnTo>
                <a:lnTo>
                  <a:pt x="3267" y="3314"/>
                </a:lnTo>
                <a:lnTo>
                  <a:pt x="3267" y="3313"/>
                </a:lnTo>
                <a:lnTo>
                  <a:pt x="3267" y="3312"/>
                </a:lnTo>
                <a:lnTo>
                  <a:pt x="3268" y="3312"/>
                </a:lnTo>
                <a:lnTo>
                  <a:pt x="3269" y="3311"/>
                </a:lnTo>
                <a:lnTo>
                  <a:pt x="3269" y="3310"/>
                </a:lnTo>
                <a:lnTo>
                  <a:pt x="3270" y="3309"/>
                </a:lnTo>
                <a:lnTo>
                  <a:pt x="3270" y="3308"/>
                </a:lnTo>
                <a:lnTo>
                  <a:pt x="3270" y="3305"/>
                </a:lnTo>
                <a:lnTo>
                  <a:pt x="3269" y="3304"/>
                </a:lnTo>
                <a:lnTo>
                  <a:pt x="3269" y="3303"/>
                </a:lnTo>
                <a:lnTo>
                  <a:pt x="3269" y="3304"/>
                </a:lnTo>
                <a:lnTo>
                  <a:pt x="3269" y="3303"/>
                </a:lnTo>
                <a:lnTo>
                  <a:pt x="3270" y="3303"/>
                </a:lnTo>
                <a:lnTo>
                  <a:pt x="3270" y="3301"/>
                </a:lnTo>
                <a:lnTo>
                  <a:pt x="3270" y="3300"/>
                </a:lnTo>
                <a:lnTo>
                  <a:pt x="3270" y="3299"/>
                </a:lnTo>
                <a:lnTo>
                  <a:pt x="3269" y="3299"/>
                </a:lnTo>
                <a:lnTo>
                  <a:pt x="3269" y="3298"/>
                </a:lnTo>
                <a:lnTo>
                  <a:pt x="3269" y="3297"/>
                </a:lnTo>
                <a:lnTo>
                  <a:pt x="3268" y="3297"/>
                </a:lnTo>
                <a:lnTo>
                  <a:pt x="3268" y="3296"/>
                </a:lnTo>
                <a:lnTo>
                  <a:pt x="3269" y="3296"/>
                </a:lnTo>
                <a:lnTo>
                  <a:pt x="3269" y="3295"/>
                </a:lnTo>
                <a:lnTo>
                  <a:pt x="3270" y="3296"/>
                </a:lnTo>
                <a:lnTo>
                  <a:pt x="3270" y="3297"/>
                </a:lnTo>
                <a:lnTo>
                  <a:pt x="3271" y="3297"/>
                </a:lnTo>
                <a:lnTo>
                  <a:pt x="3271" y="3298"/>
                </a:lnTo>
                <a:lnTo>
                  <a:pt x="3272" y="3298"/>
                </a:lnTo>
                <a:lnTo>
                  <a:pt x="3272" y="3297"/>
                </a:lnTo>
                <a:lnTo>
                  <a:pt x="3271" y="3297"/>
                </a:lnTo>
                <a:lnTo>
                  <a:pt x="3271" y="3296"/>
                </a:lnTo>
                <a:lnTo>
                  <a:pt x="3272" y="3296"/>
                </a:lnTo>
                <a:lnTo>
                  <a:pt x="3273" y="3296"/>
                </a:lnTo>
                <a:lnTo>
                  <a:pt x="3274" y="3296"/>
                </a:lnTo>
                <a:lnTo>
                  <a:pt x="3275" y="3296"/>
                </a:lnTo>
                <a:lnTo>
                  <a:pt x="3276" y="3296"/>
                </a:lnTo>
                <a:lnTo>
                  <a:pt x="3278" y="3295"/>
                </a:lnTo>
                <a:lnTo>
                  <a:pt x="3281" y="3295"/>
                </a:lnTo>
                <a:lnTo>
                  <a:pt x="3282" y="3295"/>
                </a:lnTo>
                <a:lnTo>
                  <a:pt x="3283" y="3295"/>
                </a:lnTo>
                <a:lnTo>
                  <a:pt x="3282" y="3294"/>
                </a:lnTo>
                <a:lnTo>
                  <a:pt x="3281" y="3294"/>
                </a:lnTo>
                <a:lnTo>
                  <a:pt x="3281" y="3293"/>
                </a:lnTo>
                <a:lnTo>
                  <a:pt x="3281" y="3292"/>
                </a:lnTo>
                <a:lnTo>
                  <a:pt x="3282" y="3290"/>
                </a:lnTo>
                <a:lnTo>
                  <a:pt x="3282" y="3289"/>
                </a:lnTo>
                <a:lnTo>
                  <a:pt x="3283" y="3289"/>
                </a:lnTo>
                <a:lnTo>
                  <a:pt x="3284" y="3288"/>
                </a:lnTo>
                <a:lnTo>
                  <a:pt x="3284" y="3287"/>
                </a:lnTo>
                <a:lnTo>
                  <a:pt x="3284" y="3288"/>
                </a:lnTo>
                <a:lnTo>
                  <a:pt x="3283" y="3288"/>
                </a:lnTo>
                <a:lnTo>
                  <a:pt x="3283" y="3287"/>
                </a:lnTo>
                <a:lnTo>
                  <a:pt x="3283" y="3286"/>
                </a:lnTo>
                <a:lnTo>
                  <a:pt x="3282" y="3286"/>
                </a:lnTo>
                <a:lnTo>
                  <a:pt x="3282" y="3287"/>
                </a:lnTo>
                <a:lnTo>
                  <a:pt x="3282" y="3286"/>
                </a:lnTo>
                <a:lnTo>
                  <a:pt x="3282" y="3285"/>
                </a:lnTo>
                <a:lnTo>
                  <a:pt x="3283" y="3284"/>
                </a:lnTo>
                <a:lnTo>
                  <a:pt x="3282" y="3284"/>
                </a:lnTo>
                <a:lnTo>
                  <a:pt x="3281" y="3285"/>
                </a:lnTo>
                <a:lnTo>
                  <a:pt x="3279" y="3285"/>
                </a:lnTo>
                <a:lnTo>
                  <a:pt x="3278" y="3286"/>
                </a:lnTo>
                <a:lnTo>
                  <a:pt x="3275" y="3286"/>
                </a:lnTo>
                <a:lnTo>
                  <a:pt x="3274" y="3285"/>
                </a:lnTo>
                <a:lnTo>
                  <a:pt x="3273" y="3285"/>
                </a:lnTo>
                <a:lnTo>
                  <a:pt x="3272" y="3284"/>
                </a:lnTo>
                <a:lnTo>
                  <a:pt x="3271" y="3284"/>
                </a:lnTo>
                <a:lnTo>
                  <a:pt x="3271" y="3283"/>
                </a:lnTo>
                <a:lnTo>
                  <a:pt x="3272" y="3283"/>
                </a:lnTo>
                <a:lnTo>
                  <a:pt x="3272" y="3282"/>
                </a:lnTo>
                <a:lnTo>
                  <a:pt x="3272" y="3281"/>
                </a:lnTo>
                <a:lnTo>
                  <a:pt x="3272" y="3280"/>
                </a:lnTo>
                <a:lnTo>
                  <a:pt x="3271" y="3280"/>
                </a:lnTo>
                <a:lnTo>
                  <a:pt x="3271" y="3279"/>
                </a:lnTo>
                <a:lnTo>
                  <a:pt x="3271" y="3278"/>
                </a:lnTo>
                <a:lnTo>
                  <a:pt x="3272" y="3278"/>
                </a:lnTo>
                <a:lnTo>
                  <a:pt x="3271" y="3278"/>
                </a:lnTo>
                <a:lnTo>
                  <a:pt x="3271" y="3277"/>
                </a:lnTo>
                <a:lnTo>
                  <a:pt x="3270" y="3277"/>
                </a:lnTo>
                <a:lnTo>
                  <a:pt x="3269" y="3276"/>
                </a:lnTo>
                <a:lnTo>
                  <a:pt x="3269" y="3275"/>
                </a:lnTo>
                <a:lnTo>
                  <a:pt x="3269" y="3274"/>
                </a:lnTo>
                <a:lnTo>
                  <a:pt x="3270" y="3274"/>
                </a:lnTo>
                <a:lnTo>
                  <a:pt x="3270" y="3273"/>
                </a:lnTo>
                <a:lnTo>
                  <a:pt x="3269" y="3273"/>
                </a:lnTo>
                <a:lnTo>
                  <a:pt x="3269" y="3274"/>
                </a:lnTo>
                <a:lnTo>
                  <a:pt x="3268" y="3274"/>
                </a:lnTo>
                <a:lnTo>
                  <a:pt x="3268" y="3273"/>
                </a:lnTo>
                <a:lnTo>
                  <a:pt x="3268" y="3274"/>
                </a:lnTo>
                <a:lnTo>
                  <a:pt x="3268" y="3273"/>
                </a:lnTo>
                <a:lnTo>
                  <a:pt x="3267" y="3273"/>
                </a:lnTo>
                <a:lnTo>
                  <a:pt x="3267" y="3274"/>
                </a:lnTo>
                <a:lnTo>
                  <a:pt x="3268" y="3274"/>
                </a:lnTo>
                <a:lnTo>
                  <a:pt x="3267" y="3274"/>
                </a:lnTo>
                <a:lnTo>
                  <a:pt x="3267" y="3275"/>
                </a:lnTo>
                <a:lnTo>
                  <a:pt x="3268" y="3275"/>
                </a:lnTo>
                <a:lnTo>
                  <a:pt x="3268" y="3276"/>
                </a:lnTo>
                <a:lnTo>
                  <a:pt x="3268" y="3277"/>
                </a:lnTo>
                <a:lnTo>
                  <a:pt x="3268" y="3278"/>
                </a:lnTo>
                <a:lnTo>
                  <a:pt x="3268" y="3279"/>
                </a:lnTo>
                <a:lnTo>
                  <a:pt x="3269" y="3279"/>
                </a:lnTo>
                <a:lnTo>
                  <a:pt x="3269" y="3280"/>
                </a:lnTo>
                <a:lnTo>
                  <a:pt x="3269" y="3281"/>
                </a:lnTo>
                <a:lnTo>
                  <a:pt x="3269" y="3282"/>
                </a:lnTo>
                <a:lnTo>
                  <a:pt x="3269" y="3281"/>
                </a:lnTo>
                <a:lnTo>
                  <a:pt x="3268" y="3281"/>
                </a:lnTo>
                <a:lnTo>
                  <a:pt x="3268" y="3282"/>
                </a:lnTo>
                <a:lnTo>
                  <a:pt x="3268" y="3283"/>
                </a:lnTo>
                <a:lnTo>
                  <a:pt x="3269" y="3283"/>
                </a:lnTo>
                <a:lnTo>
                  <a:pt x="3268" y="3284"/>
                </a:lnTo>
                <a:lnTo>
                  <a:pt x="3268" y="3285"/>
                </a:lnTo>
                <a:lnTo>
                  <a:pt x="3267" y="3285"/>
                </a:lnTo>
                <a:lnTo>
                  <a:pt x="3267" y="3284"/>
                </a:lnTo>
                <a:lnTo>
                  <a:pt x="3266" y="3284"/>
                </a:lnTo>
                <a:lnTo>
                  <a:pt x="3265" y="3284"/>
                </a:lnTo>
                <a:lnTo>
                  <a:pt x="3265" y="3283"/>
                </a:lnTo>
                <a:lnTo>
                  <a:pt x="3264" y="3283"/>
                </a:lnTo>
                <a:lnTo>
                  <a:pt x="3264" y="3282"/>
                </a:lnTo>
                <a:lnTo>
                  <a:pt x="3263" y="3282"/>
                </a:lnTo>
                <a:lnTo>
                  <a:pt x="3262" y="3281"/>
                </a:lnTo>
                <a:lnTo>
                  <a:pt x="3261" y="3281"/>
                </a:lnTo>
                <a:lnTo>
                  <a:pt x="3261" y="3280"/>
                </a:lnTo>
                <a:lnTo>
                  <a:pt x="3260" y="3280"/>
                </a:lnTo>
                <a:lnTo>
                  <a:pt x="3260" y="3279"/>
                </a:lnTo>
                <a:lnTo>
                  <a:pt x="3259" y="3279"/>
                </a:lnTo>
                <a:lnTo>
                  <a:pt x="3259" y="3278"/>
                </a:lnTo>
                <a:lnTo>
                  <a:pt x="3260" y="3278"/>
                </a:lnTo>
                <a:lnTo>
                  <a:pt x="3260" y="3277"/>
                </a:lnTo>
                <a:lnTo>
                  <a:pt x="3260" y="3276"/>
                </a:lnTo>
                <a:lnTo>
                  <a:pt x="3261" y="3275"/>
                </a:lnTo>
                <a:lnTo>
                  <a:pt x="3261" y="3274"/>
                </a:lnTo>
                <a:lnTo>
                  <a:pt x="3261" y="3273"/>
                </a:lnTo>
                <a:lnTo>
                  <a:pt x="3260" y="3273"/>
                </a:lnTo>
                <a:lnTo>
                  <a:pt x="3260" y="3271"/>
                </a:lnTo>
                <a:lnTo>
                  <a:pt x="3261" y="3271"/>
                </a:lnTo>
                <a:lnTo>
                  <a:pt x="3260" y="3271"/>
                </a:lnTo>
                <a:lnTo>
                  <a:pt x="3261" y="3270"/>
                </a:lnTo>
                <a:lnTo>
                  <a:pt x="3261" y="3269"/>
                </a:lnTo>
                <a:lnTo>
                  <a:pt x="3262" y="3269"/>
                </a:lnTo>
                <a:lnTo>
                  <a:pt x="3261" y="3269"/>
                </a:lnTo>
                <a:lnTo>
                  <a:pt x="3260" y="3270"/>
                </a:lnTo>
                <a:lnTo>
                  <a:pt x="3259" y="3270"/>
                </a:lnTo>
                <a:lnTo>
                  <a:pt x="3259" y="3271"/>
                </a:lnTo>
                <a:lnTo>
                  <a:pt x="3258" y="3271"/>
                </a:lnTo>
                <a:lnTo>
                  <a:pt x="3258" y="3272"/>
                </a:lnTo>
                <a:lnTo>
                  <a:pt x="3257" y="3272"/>
                </a:lnTo>
                <a:lnTo>
                  <a:pt x="3257" y="3273"/>
                </a:lnTo>
                <a:lnTo>
                  <a:pt x="3257" y="3274"/>
                </a:lnTo>
                <a:lnTo>
                  <a:pt x="3257" y="3275"/>
                </a:lnTo>
                <a:lnTo>
                  <a:pt x="3257" y="3274"/>
                </a:lnTo>
                <a:lnTo>
                  <a:pt x="3256" y="3274"/>
                </a:lnTo>
                <a:lnTo>
                  <a:pt x="3256" y="3273"/>
                </a:lnTo>
                <a:lnTo>
                  <a:pt x="3255" y="3273"/>
                </a:lnTo>
                <a:lnTo>
                  <a:pt x="3255" y="3272"/>
                </a:lnTo>
                <a:lnTo>
                  <a:pt x="3255" y="3271"/>
                </a:lnTo>
                <a:lnTo>
                  <a:pt x="3256" y="3271"/>
                </a:lnTo>
                <a:lnTo>
                  <a:pt x="3255" y="3271"/>
                </a:lnTo>
                <a:lnTo>
                  <a:pt x="3255" y="3270"/>
                </a:lnTo>
                <a:lnTo>
                  <a:pt x="3255" y="3269"/>
                </a:lnTo>
                <a:lnTo>
                  <a:pt x="3254" y="3269"/>
                </a:lnTo>
                <a:lnTo>
                  <a:pt x="3254" y="3268"/>
                </a:lnTo>
                <a:lnTo>
                  <a:pt x="3255" y="3268"/>
                </a:lnTo>
                <a:lnTo>
                  <a:pt x="3255" y="3267"/>
                </a:lnTo>
                <a:lnTo>
                  <a:pt x="3255" y="3266"/>
                </a:lnTo>
                <a:lnTo>
                  <a:pt x="3256" y="3266"/>
                </a:lnTo>
                <a:lnTo>
                  <a:pt x="3255" y="3266"/>
                </a:lnTo>
                <a:lnTo>
                  <a:pt x="3254" y="3266"/>
                </a:lnTo>
                <a:lnTo>
                  <a:pt x="3254" y="3267"/>
                </a:lnTo>
                <a:lnTo>
                  <a:pt x="3254" y="3268"/>
                </a:lnTo>
                <a:lnTo>
                  <a:pt x="3253" y="3268"/>
                </a:lnTo>
                <a:lnTo>
                  <a:pt x="3252" y="3268"/>
                </a:lnTo>
                <a:lnTo>
                  <a:pt x="3252" y="3267"/>
                </a:lnTo>
                <a:lnTo>
                  <a:pt x="3253" y="3266"/>
                </a:lnTo>
                <a:lnTo>
                  <a:pt x="3253" y="3265"/>
                </a:lnTo>
                <a:lnTo>
                  <a:pt x="3252" y="3265"/>
                </a:lnTo>
                <a:lnTo>
                  <a:pt x="3251" y="3265"/>
                </a:lnTo>
                <a:lnTo>
                  <a:pt x="3252" y="3264"/>
                </a:lnTo>
                <a:lnTo>
                  <a:pt x="3252" y="3265"/>
                </a:lnTo>
                <a:lnTo>
                  <a:pt x="3252" y="3264"/>
                </a:lnTo>
                <a:lnTo>
                  <a:pt x="3251" y="3264"/>
                </a:lnTo>
                <a:lnTo>
                  <a:pt x="3251" y="3263"/>
                </a:lnTo>
                <a:lnTo>
                  <a:pt x="3252" y="3263"/>
                </a:lnTo>
                <a:lnTo>
                  <a:pt x="3251" y="3263"/>
                </a:lnTo>
                <a:lnTo>
                  <a:pt x="3251" y="3262"/>
                </a:lnTo>
                <a:lnTo>
                  <a:pt x="3250" y="3262"/>
                </a:lnTo>
                <a:lnTo>
                  <a:pt x="3251" y="3262"/>
                </a:lnTo>
                <a:lnTo>
                  <a:pt x="3251" y="3261"/>
                </a:lnTo>
                <a:lnTo>
                  <a:pt x="3250" y="3261"/>
                </a:lnTo>
                <a:lnTo>
                  <a:pt x="3251" y="3261"/>
                </a:lnTo>
                <a:lnTo>
                  <a:pt x="3250" y="3261"/>
                </a:lnTo>
                <a:lnTo>
                  <a:pt x="3250" y="3260"/>
                </a:lnTo>
                <a:lnTo>
                  <a:pt x="3250" y="3259"/>
                </a:lnTo>
                <a:lnTo>
                  <a:pt x="3251" y="3259"/>
                </a:lnTo>
                <a:lnTo>
                  <a:pt x="3251" y="3258"/>
                </a:lnTo>
                <a:lnTo>
                  <a:pt x="3252" y="3258"/>
                </a:lnTo>
                <a:lnTo>
                  <a:pt x="3253" y="3258"/>
                </a:lnTo>
                <a:lnTo>
                  <a:pt x="3253" y="3257"/>
                </a:lnTo>
                <a:lnTo>
                  <a:pt x="3254" y="3257"/>
                </a:lnTo>
                <a:lnTo>
                  <a:pt x="3254" y="3256"/>
                </a:lnTo>
                <a:lnTo>
                  <a:pt x="3254" y="3255"/>
                </a:lnTo>
                <a:lnTo>
                  <a:pt x="3254" y="3256"/>
                </a:lnTo>
                <a:lnTo>
                  <a:pt x="3254" y="3255"/>
                </a:lnTo>
                <a:lnTo>
                  <a:pt x="3254" y="3256"/>
                </a:lnTo>
                <a:lnTo>
                  <a:pt x="3253" y="3256"/>
                </a:lnTo>
                <a:lnTo>
                  <a:pt x="3253" y="3257"/>
                </a:lnTo>
                <a:lnTo>
                  <a:pt x="3252" y="3257"/>
                </a:lnTo>
                <a:lnTo>
                  <a:pt x="3252" y="3256"/>
                </a:lnTo>
                <a:lnTo>
                  <a:pt x="3253" y="3256"/>
                </a:lnTo>
                <a:lnTo>
                  <a:pt x="3252" y="3256"/>
                </a:lnTo>
                <a:lnTo>
                  <a:pt x="3252" y="3257"/>
                </a:lnTo>
                <a:lnTo>
                  <a:pt x="3251" y="3257"/>
                </a:lnTo>
                <a:lnTo>
                  <a:pt x="3251" y="3256"/>
                </a:lnTo>
                <a:lnTo>
                  <a:pt x="3250" y="3256"/>
                </a:lnTo>
                <a:lnTo>
                  <a:pt x="3250" y="3257"/>
                </a:lnTo>
                <a:lnTo>
                  <a:pt x="3250" y="3256"/>
                </a:lnTo>
                <a:lnTo>
                  <a:pt x="3249" y="3256"/>
                </a:lnTo>
                <a:lnTo>
                  <a:pt x="3249" y="3257"/>
                </a:lnTo>
                <a:lnTo>
                  <a:pt x="3248" y="3258"/>
                </a:lnTo>
                <a:lnTo>
                  <a:pt x="3248" y="3259"/>
                </a:lnTo>
                <a:lnTo>
                  <a:pt x="3247" y="3259"/>
                </a:lnTo>
                <a:lnTo>
                  <a:pt x="3248" y="3260"/>
                </a:lnTo>
                <a:lnTo>
                  <a:pt x="3247" y="3260"/>
                </a:lnTo>
                <a:lnTo>
                  <a:pt x="3247" y="3259"/>
                </a:lnTo>
                <a:lnTo>
                  <a:pt x="3247" y="3260"/>
                </a:lnTo>
                <a:lnTo>
                  <a:pt x="3246" y="3260"/>
                </a:lnTo>
                <a:lnTo>
                  <a:pt x="3245" y="3260"/>
                </a:lnTo>
                <a:lnTo>
                  <a:pt x="3246" y="3260"/>
                </a:lnTo>
                <a:lnTo>
                  <a:pt x="3246" y="3261"/>
                </a:lnTo>
                <a:lnTo>
                  <a:pt x="3246" y="3262"/>
                </a:lnTo>
                <a:lnTo>
                  <a:pt x="3246" y="3261"/>
                </a:lnTo>
                <a:lnTo>
                  <a:pt x="3247" y="3261"/>
                </a:lnTo>
                <a:lnTo>
                  <a:pt x="3247" y="3262"/>
                </a:lnTo>
                <a:lnTo>
                  <a:pt x="3248" y="3261"/>
                </a:lnTo>
                <a:lnTo>
                  <a:pt x="3248" y="3262"/>
                </a:lnTo>
                <a:lnTo>
                  <a:pt x="3248" y="3263"/>
                </a:lnTo>
                <a:lnTo>
                  <a:pt x="3248" y="3264"/>
                </a:lnTo>
                <a:lnTo>
                  <a:pt x="3248" y="3265"/>
                </a:lnTo>
                <a:lnTo>
                  <a:pt x="3247" y="3265"/>
                </a:lnTo>
                <a:lnTo>
                  <a:pt x="3246" y="3265"/>
                </a:lnTo>
                <a:lnTo>
                  <a:pt x="3245" y="3265"/>
                </a:lnTo>
                <a:lnTo>
                  <a:pt x="3245" y="3264"/>
                </a:lnTo>
                <a:lnTo>
                  <a:pt x="3244" y="3264"/>
                </a:lnTo>
                <a:lnTo>
                  <a:pt x="3244" y="3265"/>
                </a:lnTo>
                <a:lnTo>
                  <a:pt x="3245" y="3265"/>
                </a:lnTo>
                <a:lnTo>
                  <a:pt x="3246" y="3265"/>
                </a:lnTo>
                <a:lnTo>
                  <a:pt x="3247" y="3265"/>
                </a:lnTo>
                <a:lnTo>
                  <a:pt x="3247" y="3266"/>
                </a:lnTo>
                <a:lnTo>
                  <a:pt x="3248" y="3266"/>
                </a:lnTo>
                <a:lnTo>
                  <a:pt x="3249" y="3267"/>
                </a:lnTo>
                <a:lnTo>
                  <a:pt x="3249" y="3268"/>
                </a:lnTo>
                <a:lnTo>
                  <a:pt x="3250" y="3268"/>
                </a:lnTo>
                <a:lnTo>
                  <a:pt x="3250" y="3269"/>
                </a:lnTo>
                <a:lnTo>
                  <a:pt x="3251" y="3269"/>
                </a:lnTo>
                <a:lnTo>
                  <a:pt x="3251" y="3270"/>
                </a:lnTo>
                <a:lnTo>
                  <a:pt x="3252" y="3270"/>
                </a:lnTo>
                <a:lnTo>
                  <a:pt x="3251" y="3271"/>
                </a:lnTo>
                <a:lnTo>
                  <a:pt x="3252" y="3271"/>
                </a:lnTo>
                <a:lnTo>
                  <a:pt x="3253" y="3272"/>
                </a:lnTo>
                <a:lnTo>
                  <a:pt x="3253" y="3273"/>
                </a:lnTo>
                <a:lnTo>
                  <a:pt x="3252" y="3274"/>
                </a:lnTo>
                <a:lnTo>
                  <a:pt x="3252" y="3273"/>
                </a:lnTo>
                <a:lnTo>
                  <a:pt x="3251" y="3273"/>
                </a:lnTo>
                <a:lnTo>
                  <a:pt x="3252" y="3273"/>
                </a:lnTo>
                <a:lnTo>
                  <a:pt x="3252" y="3274"/>
                </a:lnTo>
                <a:lnTo>
                  <a:pt x="3252" y="3275"/>
                </a:lnTo>
                <a:lnTo>
                  <a:pt x="3251" y="3275"/>
                </a:lnTo>
                <a:lnTo>
                  <a:pt x="3251" y="3276"/>
                </a:lnTo>
                <a:lnTo>
                  <a:pt x="3251" y="3277"/>
                </a:lnTo>
                <a:lnTo>
                  <a:pt x="3250" y="3278"/>
                </a:lnTo>
                <a:lnTo>
                  <a:pt x="3250" y="3279"/>
                </a:lnTo>
                <a:lnTo>
                  <a:pt x="3249" y="3279"/>
                </a:lnTo>
                <a:lnTo>
                  <a:pt x="3249" y="3280"/>
                </a:lnTo>
                <a:lnTo>
                  <a:pt x="3250" y="3280"/>
                </a:lnTo>
                <a:lnTo>
                  <a:pt x="3250" y="3282"/>
                </a:lnTo>
                <a:lnTo>
                  <a:pt x="3250" y="3283"/>
                </a:lnTo>
                <a:lnTo>
                  <a:pt x="3247" y="3282"/>
                </a:lnTo>
                <a:lnTo>
                  <a:pt x="3246" y="3282"/>
                </a:lnTo>
                <a:lnTo>
                  <a:pt x="3245" y="3283"/>
                </a:lnTo>
                <a:lnTo>
                  <a:pt x="3244" y="3283"/>
                </a:lnTo>
                <a:lnTo>
                  <a:pt x="3243" y="3284"/>
                </a:lnTo>
                <a:lnTo>
                  <a:pt x="3242" y="3284"/>
                </a:lnTo>
                <a:lnTo>
                  <a:pt x="3241" y="3284"/>
                </a:lnTo>
                <a:lnTo>
                  <a:pt x="3241" y="3285"/>
                </a:lnTo>
                <a:lnTo>
                  <a:pt x="3240" y="3285"/>
                </a:lnTo>
                <a:lnTo>
                  <a:pt x="3239" y="3285"/>
                </a:lnTo>
                <a:lnTo>
                  <a:pt x="3238" y="3285"/>
                </a:lnTo>
                <a:lnTo>
                  <a:pt x="3237" y="3285"/>
                </a:lnTo>
                <a:lnTo>
                  <a:pt x="3236" y="3285"/>
                </a:lnTo>
                <a:lnTo>
                  <a:pt x="3235" y="3285"/>
                </a:lnTo>
                <a:lnTo>
                  <a:pt x="3234" y="3285"/>
                </a:lnTo>
                <a:lnTo>
                  <a:pt x="3233" y="3285"/>
                </a:lnTo>
                <a:lnTo>
                  <a:pt x="3232" y="3285"/>
                </a:lnTo>
                <a:lnTo>
                  <a:pt x="3231" y="3286"/>
                </a:lnTo>
                <a:lnTo>
                  <a:pt x="3230" y="3286"/>
                </a:lnTo>
                <a:lnTo>
                  <a:pt x="3230" y="3285"/>
                </a:lnTo>
                <a:lnTo>
                  <a:pt x="3230" y="3284"/>
                </a:lnTo>
                <a:lnTo>
                  <a:pt x="3230" y="3283"/>
                </a:lnTo>
                <a:lnTo>
                  <a:pt x="3229" y="3283"/>
                </a:lnTo>
                <a:lnTo>
                  <a:pt x="3230" y="3283"/>
                </a:lnTo>
                <a:lnTo>
                  <a:pt x="3230" y="3284"/>
                </a:lnTo>
                <a:lnTo>
                  <a:pt x="3229" y="3285"/>
                </a:lnTo>
                <a:lnTo>
                  <a:pt x="3228" y="3286"/>
                </a:lnTo>
                <a:lnTo>
                  <a:pt x="3227" y="3286"/>
                </a:lnTo>
                <a:lnTo>
                  <a:pt x="3227" y="3287"/>
                </a:lnTo>
                <a:lnTo>
                  <a:pt x="3225" y="3287"/>
                </a:lnTo>
                <a:lnTo>
                  <a:pt x="3225" y="3288"/>
                </a:lnTo>
                <a:lnTo>
                  <a:pt x="3224" y="3288"/>
                </a:lnTo>
                <a:lnTo>
                  <a:pt x="3223" y="3288"/>
                </a:lnTo>
                <a:lnTo>
                  <a:pt x="3222" y="3288"/>
                </a:lnTo>
                <a:lnTo>
                  <a:pt x="3222" y="3287"/>
                </a:lnTo>
                <a:lnTo>
                  <a:pt x="3222" y="3286"/>
                </a:lnTo>
                <a:lnTo>
                  <a:pt x="3221" y="3286"/>
                </a:lnTo>
                <a:lnTo>
                  <a:pt x="3222" y="3285"/>
                </a:lnTo>
                <a:lnTo>
                  <a:pt x="3222" y="3284"/>
                </a:lnTo>
                <a:lnTo>
                  <a:pt x="3222" y="3283"/>
                </a:lnTo>
                <a:lnTo>
                  <a:pt x="3222" y="3284"/>
                </a:lnTo>
                <a:lnTo>
                  <a:pt x="3221" y="3285"/>
                </a:lnTo>
                <a:lnTo>
                  <a:pt x="3220" y="3285"/>
                </a:lnTo>
                <a:lnTo>
                  <a:pt x="3221" y="3285"/>
                </a:lnTo>
                <a:lnTo>
                  <a:pt x="3221" y="3286"/>
                </a:lnTo>
                <a:lnTo>
                  <a:pt x="3221" y="3287"/>
                </a:lnTo>
                <a:lnTo>
                  <a:pt x="3221" y="3288"/>
                </a:lnTo>
                <a:lnTo>
                  <a:pt x="3220" y="3288"/>
                </a:lnTo>
                <a:lnTo>
                  <a:pt x="3220" y="3289"/>
                </a:lnTo>
                <a:lnTo>
                  <a:pt x="3219" y="3289"/>
                </a:lnTo>
                <a:lnTo>
                  <a:pt x="3218" y="3289"/>
                </a:lnTo>
                <a:lnTo>
                  <a:pt x="3217" y="3289"/>
                </a:lnTo>
                <a:lnTo>
                  <a:pt x="3217" y="3290"/>
                </a:lnTo>
                <a:lnTo>
                  <a:pt x="3216" y="3290"/>
                </a:lnTo>
                <a:lnTo>
                  <a:pt x="3216" y="3289"/>
                </a:lnTo>
                <a:lnTo>
                  <a:pt x="3215" y="3290"/>
                </a:lnTo>
                <a:lnTo>
                  <a:pt x="3215" y="3289"/>
                </a:lnTo>
                <a:lnTo>
                  <a:pt x="3214" y="3289"/>
                </a:lnTo>
                <a:lnTo>
                  <a:pt x="3214" y="3290"/>
                </a:lnTo>
                <a:lnTo>
                  <a:pt x="3215" y="3290"/>
                </a:lnTo>
                <a:lnTo>
                  <a:pt x="3215" y="3291"/>
                </a:lnTo>
                <a:lnTo>
                  <a:pt x="3214" y="3291"/>
                </a:lnTo>
                <a:lnTo>
                  <a:pt x="3214" y="3290"/>
                </a:lnTo>
                <a:lnTo>
                  <a:pt x="3213" y="3290"/>
                </a:lnTo>
                <a:lnTo>
                  <a:pt x="3212" y="3290"/>
                </a:lnTo>
                <a:lnTo>
                  <a:pt x="3211" y="3289"/>
                </a:lnTo>
                <a:lnTo>
                  <a:pt x="3210" y="3289"/>
                </a:lnTo>
                <a:lnTo>
                  <a:pt x="3209" y="3289"/>
                </a:lnTo>
                <a:lnTo>
                  <a:pt x="3209" y="3288"/>
                </a:lnTo>
                <a:lnTo>
                  <a:pt x="3208" y="3288"/>
                </a:lnTo>
                <a:lnTo>
                  <a:pt x="3208" y="3287"/>
                </a:lnTo>
                <a:lnTo>
                  <a:pt x="3207" y="3287"/>
                </a:lnTo>
                <a:lnTo>
                  <a:pt x="3206" y="3287"/>
                </a:lnTo>
                <a:lnTo>
                  <a:pt x="3206" y="3286"/>
                </a:lnTo>
                <a:lnTo>
                  <a:pt x="3205" y="3286"/>
                </a:lnTo>
                <a:lnTo>
                  <a:pt x="3205" y="3287"/>
                </a:lnTo>
                <a:lnTo>
                  <a:pt x="3204" y="3287"/>
                </a:lnTo>
                <a:lnTo>
                  <a:pt x="3204" y="3286"/>
                </a:lnTo>
                <a:lnTo>
                  <a:pt x="3204" y="3285"/>
                </a:lnTo>
                <a:lnTo>
                  <a:pt x="3205" y="3285"/>
                </a:lnTo>
                <a:lnTo>
                  <a:pt x="3205" y="3284"/>
                </a:lnTo>
                <a:lnTo>
                  <a:pt x="3206" y="3283"/>
                </a:lnTo>
                <a:lnTo>
                  <a:pt x="3207" y="3282"/>
                </a:lnTo>
                <a:lnTo>
                  <a:pt x="3208" y="3282"/>
                </a:lnTo>
                <a:lnTo>
                  <a:pt x="3208" y="3283"/>
                </a:lnTo>
                <a:lnTo>
                  <a:pt x="3209" y="3282"/>
                </a:lnTo>
                <a:lnTo>
                  <a:pt x="3210" y="3282"/>
                </a:lnTo>
                <a:lnTo>
                  <a:pt x="3211" y="3282"/>
                </a:lnTo>
                <a:lnTo>
                  <a:pt x="3212" y="3281"/>
                </a:lnTo>
                <a:lnTo>
                  <a:pt x="3213" y="3281"/>
                </a:lnTo>
                <a:lnTo>
                  <a:pt x="3213" y="3280"/>
                </a:lnTo>
                <a:lnTo>
                  <a:pt x="3214" y="3280"/>
                </a:lnTo>
                <a:lnTo>
                  <a:pt x="3215" y="3279"/>
                </a:lnTo>
                <a:lnTo>
                  <a:pt x="3215" y="3278"/>
                </a:lnTo>
                <a:lnTo>
                  <a:pt x="3215" y="3277"/>
                </a:lnTo>
                <a:lnTo>
                  <a:pt x="3215" y="3276"/>
                </a:lnTo>
                <a:lnTo>
                  <a:pt x="3214" y="3276"/>
                </a:lnTo>
                <a:lnTo>
                  <a:pt x="3214" y="3275"/>
                </a:lnTo>
                <a:lnTo>
                  <a:pt x="3214" y="3274"/>
                </a:lnTo>
                <a:lnTo>
                  <a:pt x="3213" y="3274"/>
                </a:lnTo>
                <a:lnTo>
                  <a:pt x="3214" y="3274"/>
                </a:lnTo>
                <a:lnTo>
                  <a:pt x="3214" y="3273"/>
                </a:lnTo>
                <a:lnTo>
                  <a:pt x="3214" y="3272"/>
                </a:lnTo>
                <a:lnTo>
                  <a:pt x="3213" y="3272"/>
                </a:lnTo>
                <a:lnTo>
                  <a:pt x="3213" y="3273"/>
                </a:lnTo>
                <a:lnTo>
                  <a:pt x="3212" y="3273"/>
                </a:lnTo>
                <a:lnTo>
                  <a:pt x="3212" y="3272"/>
                </a:lnTo>
                <a:lnTo>
                  <a:pt x="3211" y="3272"/>
                </a:lnTo>
                <a:lnTo>
                  <a:pt x="3210" y="3272"/>
                </a:lnTo>
                <a:lnTo>
                  <a:pt x="3209" y="3272"/>
                </a:lnTo>
                <a:lnTo>
                  <a:pt x="3208" y="3272"/>
                </a:lnTo>
                <a:lnTo>
                  <a:pt x="3208" y="3271"/>
                </a:lnTo>
                <a:lnTo>
                  <a:pt x="3207" y="3271"/>
                </a:lnTo>
                <a:lnTo>
                  <a:pt x="3207" y="3269"/>
                </a:lnTo>
                <a:lnTo>
                  <a:pt x="3207" y="3268"/>
                </a:lnTo>
                <a:lnTo>
                  <a:pt x="3207" y="3267"/>
                </a:lnTo>
                <a:lnTo>
                  <a:pt x="3208" y="3267"/>
                </a:lnTo>
                <a:lnTo>
                  <a:pt x="3209" y="3266"/>
                </a:lnTo>
                <a:lnTo>
                  <a:pt x="3209" y="3265"/>
                </a:lnTo>
                <a:lnTo>
                  <a:pt x="3210" y="3265"/>
                </a:lnTo>
                <a:lnTo>
                  <a:pt x="3211" y="3264"/>
                </a:lnTo>
                <a:lnTo>
                  <a:pt x="3210" y="3264"/>
                </a:lnTo>
                <a:lnTo>
                  <a:pt x="3210" y="3265"/>
                </a:lnTo>
                <a:lnTo>
                  <a:pt x="3209" y="3265"/>
                </a:lnTo>
                <a:lnTo>
                  <a:pt x="3208" y="3266"/>
                </a:lnTo>
                <a:lnTo>
                  <a:pt x="3208" y="3267"/>
                </a:lnTo>
                <a:lnTo>
                  <a:pt x="3207" y="3267"/>
                </a:lnTo>
                <a:lnTo>
                  <a:pt x="3206" y="3268"/>
                </a:lnTo>
                <a:lnTo>
                  <a:pt x="3206" y="3269"/>
                </a:lnTo>
                <a:lnTo>
                  <a:pt x="3207" y="3270"/>
                </a:lnTo>
                <a:lnTo>
                  <a:pt x="3206" y="3271"/>
                </a:lnTo>
                <a:lnTo>
                  <a:pt x="3205" y="3271"/>
                </a:lnTo>
                <a:lnTo>
                  <a:pt x="3205" y="3270"/>
                </a:lnTo>
                <a:lnTo>
                  <a:pt x="3204" y="3270"/>
                </a:lnTo>
                <a:lnTo>
                  <a:pt x="3205" y="3270"/>
                </a:lnTo>
                <a:lnTo>
                  <a:pt x="3205" y="3269"/>
                </a:lnTo>
                <a:lnTo>
                  <a:pt x="3206" y="3268"/>
                </a:lnTo>
                <a:lnTo>
                  <a:pt x="3206" y="3267"/>
                </a:lnTo>
                <a:lnTo>
                  <a:pt x="3206" y="3266"/>
                </a:lnTo>
                <a:lnTo>
                  <a:pt x="3207" y="3266"/>
                </a:lnTo>
                <a:lnTo>
                  <a:pt x="3206" y="3266"/>
                </a:lnTo>
                <a:lnTo>
                  <a:pt x="3206" y="3265"/>
                </a:lnTo>
                <a:lnTo>
                  <a:pt x="3207" y="3265"/>
                </a:lnTo>
                <a:lnTo>
                  <a:pt x="3207" y="3264"/>
                </a:lnTo>
                <a:lnTo>
                  <a:pt x="3208" y="3264"/>
                </a:lnTo>
                <a:lnTo>
                  <a:pt x="3207" y="3264"/>
                </a:lnTo>
                <a:lnTo>
                  <a:pt x="3206" y="3265"/>
                </a:lnTo>
                <a:lnTo>
                  <a:pt x="3206" y="3266"/>
                </a:lnTo>
                <a:lnTo>
                  <a:pt x="3206" y="3267"/>
                </a:lnTo>
                <a:lnTo>
                  <a:pt x="3205" y="3267"/>
                </a:lnTo>
                <a:lnTo>
                  <a:pt x="3205" y="3268"/>
                </a:lnTo>
                <a:lnTo>
                  <a:pt x="3204" y="3268"/>
                </a:lnTo>
                <a:lnTo>
                  <a:pt x="3203" y="3268"/>
                </a:lnTo>
                <a:lnTo>
                  <a:pt x="3202" y="3268"/>
                </a:lnTo>
                <a:lnTo>
                  <a:pt x="3202" y="3269"/>
                </a:lnTo>
                <a:lnTo>
                  <a:pt x="3201" y="3269"/>
                </a:lnTo>
                <a:lnTo>
                  <a:pt x="3200" y="3270"/>
                </a:lnTo>
                <a:lnTo>
                  <a:pt x="3199" y="3270"/>
                </a:lnTo>
                <a:lnTo>
                  <a:pt x="3198" y="3270"/>
                </a:lnTo>
                <a:lnTo>
                  <a:pt x="3198" y="3271"/>
                </a:lnTo>
                <a:lnTo>
                  <a:pt x="3197" y="3271"/>
                </a:lnTo>
                <a:lnTo>
                  <a:pt x="3196" y="3271"/>
                </a:lnTo>
                <a:lnTo>
                  <a:pt x="3196" y="3270"/>
                </a:lnTo>
                <a:lnTo>
                  <a:pt x="3195" y="3270"/>
                </a:lnTo>
                <a:lnTo>
                  <a:pt x="3194" y="3270"/>
                </a:lnTo>
                <a:lnTo>
                  <a:pt x="3194" y="3269"/>
                </a:lnTo>
                <a:lnTo>
                  <a:pt x="3193" y="3269"/>
                </a:lnTo>
                <a:lnTo>
                  <a:pt x="3192" y="3269"/>
                </a:lnTo>
                <a:lnTo>
                  <a:pt x="3192" y="3268"/>
                </a:lnTo>
                <a:lnTo>
                  <a:pt x="3192" y="3267"/>
                </a:lnTo>
                <a:lnTo>
                  <a:pt x="3191" y="3267"/>
                </a:lnTo>
                <a:lnTo>
                  <a:pt x="3191" y="3266"/>
                </a:lnTo>
                <a:lnTo>
                  <a:pt x="3190" y="3265"/>
                </a:lnTo>
                <a:lnTo>
                  <a:pt x="3190" y="3264"/>
                </a:lnTo>
                <a:lnTo>
                  <a:pt x="3189" y="3264"/>
                </a:lnTo>
                <a:lnTo>
                  <a:pt x="3188" y="3264"/>
                </a:lnTo>
                <a:lnTo>
                  <a:pt x="3188" y="3263"/>
                </a:lnTo>
                <a:lnTo>
                  <a:pt x="3187" y="3262"/>
                </a:lnTo>
                <a:lnTo>
                  <a:pt x="3187" y="3260"/>
                </a:lnTo>
                <a:lnTo>
                  <a:pt x="3188" y="3260"/>
                </a:lnTo>
                <a:lnTo>
                  <a:pt x="3188" y="3259"/>
                </a:lnTo>
                <a:lnTo>
                  <a:pt x="3188" y="3258"/>
                </a:lnTo>
                <a:lnTo>
                  <a:pt x="3188" y="3257"/>
                </a:lnTo>
                <a:lnTo>
                  <a:pt x="3187" y="3257"/>
                </a:lnTo>
                <a:lnTo>
                  <a:pt x="3188" y="3256"/>
                </a:lnTo>
                <a:lnTo>
                  <a:pt x="3189" y="3256"/>
                </a:lnTo>
                <a:lnTo>
                  <a:pt x="3190" y="3256"/>
                </a:lnTo>
                <a:lnTo>
                  <a:pt x="3191" y="3256"/>
                </a:lnTo>
                <a:lnTo>
                  <a:pt x="3191" y="3255"/>
                </a:lnTo>
                <a:lnTo>
                  <a:pt x="3192" y="3255"/>
                </a:lnTo>
                <a:lnTo>
                  <a:pt x="3191" y="3255"/>
                </a:lnTo>
                <a:lnTo>
                  <a:pt x="3190" y="3255"/>
                </a:lnTo>
                <a:lnTo>
                  <a:pt x="3190" y="3254"/>
                </a:lnTo>
                <a:lnTo>
                  <a:pt x="3190" y="3253"/>
                </a:lnTo>
                <a:lnTo>
                  <a:pt x="3190" y="3254"/>
                </a:lnTo>
                <a:lnTo>
                  <a:pt x="3190" y="3255"/>
                </a:lnTo>
                <a:lnTo>
                  <a:pt x="3189" y="3255"/>
                </a:lnTo>
                <a:lnTo>
                  <a:pt x="3188" y="3255"/>
                </a:lnTo>
                <a:lnTo>
                  <a:pt x="3188" y="3254"/>
                </a:lnTo>
                <a:lnTo>
                  <a:pt x="3188" y="3253"/>
                </a:lnTo>
                <a:lnTo>
                  <a:pt x="3188" y="3252"/>
                </a:lnTo>
                <a:lnTo>
                  <a:pt x="3187" y="3252"/>
                </a:lnTo>
                <a:lnTo>
                  <a:pt x="3186" y="3251"/>
                </a:lnTo>
                <a:lnTo>
                  <a:pt x="3186" y="3250"/>
                </a:lnTo>
                <a:lnTo>
                  <a:pt x="3185" y="3250"/>
                </a:lnTo>
                <a:lnTo>
                  <a:pt x="3185" y="3249"/>
                </a:lnTo>
                <a:lnTo>
                  <a:pt x="3184" y="3249"/>
                </a:lnTo>
                <a:lnTo>
                  <a:pt x="3185" y="3249"/>
                </a:lnTo>
                <a:lnTo>
                  <a:pt x="3185" y="3250"/>
                </a:lnTo>
                <a:lnTo>
                  <a:pt x="3186" y="3250"/>
                </a:lnTo>
                <a:lnTo>
                  <a:pt x="3186" y="3251"/>
                </a:lnTo>
                <a:lnTo>
                  <a:pt x="3186" y="3252"/>
                </a:lnTo>
                <a:lnTo>
                  <a:pt x="3185" y="3252"/>
                </a:lnTo>
                <a:lnTo>
                  <a:pt x="3185" y="3251"/>
                </a:lnTo>
                <a:lnTo>
                  <a:pt x="3184" y="3251"/>
                </a:lnTo>
                <a:lnTo>
                  <a:pt x="3185" y="3251"/>
                </a:lnTo>
                <a:lnTo>
                  <a:pt x="3185" y="3252"/>
                </a:lnTo>
                <a:lnTo>
                  <a:pt x="3185" y="3253"/>
                </a:lnTo>
                <a:lnTo>
                  <a:pt x="3187" y="3253"/>
                </a:lnTo>
                <a:lnTo>
                  <a:pt x="3187" y="3254"/>
                </a:lnTo>
                <a:lnTo>
                  <a:pt x="3187" y="3256"/>
                </a:lnTo>
                <a:lnTo>
                  <a:pt x="3186" y="3257"/>
                </a:lnTo>
                <a:lnTo>
                  <a:pt x="3186" y="3258"/>
                </a:lnTo>
                <a:lnTo>
                  <a:pt x="3185" y="3258"/>
                </a:lnTo>
                <a:lnTo>
                  <a:pt x="3186" y="3259"/>
                </a:lnTo>
                <a:lnTo>
                  <a:pt x="3185" y="3260"/>
                </a:lnTo>
                <a:lnTo>
                  <a:pt x="3184" y="3259"/>
                </a:lnTo>
                <a:lnTo>
                  <a:pt x="3185" y="3260"/>
                </a:lnTo>
                <a:lnTo>
                  <a:pt x="3185" y="3261"/>
                </a:lnTo>
                <a:lnTo>
                  <a:pt x="3185" y="3262"/>
                </a:lnTo>
                <a:lnTo>
                  <a:pt x="3186" y="3262"/>
                </a:lnTo>
                <a:lnTo>
                  <a:pt x="3186" y="3263"/>
                </a:lnTo>
                <a:lnTo>
                  <a:pt x="3186" y="3264"/>
                </a:lnTo>
                <a:lnTo>
                  <a:pt x="3186" y="3265"/>
                </a:lnTo>
                <a:lnTo>
                  <a:pt x="3186" y="3266"/>
                </a:lnTo>
                <a:lnTo>
                  <a:pt x="3187" y="3266"/>
                </a:lnTo>
                <a:lnTo>
                  <a:pt x="3188" y="3266"/>
                </a:lnTo>
                <a:lnTo>
                  <a:pt x="3188" y="3267"/>
                </a:lnTo>
                <a:lnTo>
                  <a:pt x="3188" y="3268"/>
                </a:lnTo>
                <a:lnTo>
                  <a:pt x="3187" y="3268"/>
                </a:lnTo>
                <a:lnTo>
                  <a:pt x="3186" y="3268"/>
                </a:lnTo>
                <a:lnTo>
                  <a:pt x="3187" y="3268"/>
                </a:lnTo>
                <a:lnTo>
                  <a:pt x="3186" y="3268"/>
                </a:lnTo>
                <a:lnTo>
                  <a:pt x="3185" y="3268"/>
                </a:lnTo>
                <a:lnTo>
                  <a:pt x="3184" y="3268"/>
                </a:lnTo>
                <a:lnTo>
                  <a:pt x="3184" y="3267"/>
                </a:lnTo>
                <a:lnTo>
                  <a:pt x="3183" y="3267"/>
                </a:lnTo>
                <a:lnTo>
                  <a:pt x="3182" y="3267"/>
                </a:lnTo>
                <a:lnTo>
                  <a:pt x="3181" y="3267"/>
                </a:lnTo>
                <a:lnTo>
                  <a:pt x="3180" y="3267"/>
                </a:lnTo>
                <a:lnTo>
                  <a:pt x="3180" y="3268"/>
                </a:lnTo>
                <a:lnTo>
                  <a:pt x="3179" y="3268"/>
                </a:lnTo>
                <a:lnTo>
                  <a:pt x="3178" y="3268"/>
                </a:lnTo>
                <a:lnTo>
                  <a:pt x="3178" y="3269"/>
                </a:lnTo>
                <a:lnTo>
                  <a:pt x="3177" y="3269"/>
                </a:lnTo>
                <a:lnTo>
                  <a:pt x="3177" y="3270"/>
                </a:lnTo>
                <a:lnTo>
                  <a:pt x="3176" y="3269"/>
                </a:lnTo>
                <a:lnTo>
                  <a:pt x="3176" y="3268"/>
                </a:lnTo>
                <a:lnTo>
                  <a:pt x="3176" y="3267"/>
                </a:lnTo>
                <a:lnTo>
                  <a:pt x="3176" y="3266"/>
                </a:lnTo>
                <a:lnTo>
                  <a:pt x="3175" y="3266"/>
                </a:lnTo>
                <a:lnTo>
                  <a:pt x="3175" y="3265"/>
                </a:lnTo>
                <a:lnTo>
                  <a:pt x="3174" y="3265"/>
                </a:lnTo>
                <a:lnTo>
                  <a:pt x="3174" y="3264"/>
                </a:lnTo>
                <a:lnTo>
                  <a:pt x="3175" y="3264"/>
                </a:lnTo>
                <a:lnTo>
                  <a:pt x="3175" y="3263"/>
                </a:lnTo>
                <a:lnTo>
                  <a:pt x="3174" y="3263"/>
                </a:lnTo>
                <a:lnTo>
                  <a:pt x="3174" y="3262"/>
                </a:lnTo>
                <a:lnTo>
                  <a:pt x="3174" y="3261"/>
                </a:lnTo>
                <a:lnTo>
                  <a:pt x="3174" y="3260"/>
                </a:lnTo>
                <a:lnTo>
                  <a:pt x="3174" y="3259"/>
                </a:lnTo>
                <a:lnTo>
                  <a:pt x="3174" y="3258"/>
                </a:lnTo>
                <a:lnTo>
                  <a:pt x="3174" y="3257"/>
                </a:lnTo>
                <a:lnTo>
                  <a:pt x="3174" y="3258"/>
                </a:lnTo>
                <a:lnTo>
                  <a:pt x="3173" y="3259"/>
                </a:lnTo>
                <a:lnTo>
                  <a:pt x="3173" y="3260"/>
                </a:lnTo>
                <a:lnTo>
                  <a:pt x="3172" y="3260"/>
                </a:lnTo>
                <a:lnTo>
                  <a:pt x="3171" y="3260"/>
                </a:lnTo>
                <a:lnTo>
                  <a:pt x="3172" y="3260"/>
                </a:lnTo>
                <a:lnTo>
                  <a:pt x="3171" y="3259"/>
                </a:lnTo>
                <a:lnTo>
                  <a:pt x="3171" y="3258"/>
                </a:lnTo>
                <a:lnTo>
                  <a:pt x="3170" y="3259"/>
                </a:lnTo>
                <a:lnTo>
                  <a:pt x="3170" y="3258"/>
                </a:lnTo>
                <a:lnTo>
                  <a:pt x="3169" y="3258"/>
                </a:lnTo>
                <a:lnTo>
                  <a:pt x="3169" y="3259"/>
                </a:lnTo>
                <a:lnTo>
                  <a:pt x="3171" y="3259"/>
                </a:lnTo>
                <a:lnTo>
                  <a:pt x="3171" y="3260"/>
                </a:lnTo>
                <a:lnTo>
                  <a:pt x="3171" y="3261"/>
                </a:lnTo>
                <a:lnTo>
                  <a:pt x="3170" y="3261"/>
                </a:lnTo>
                <a:lnTo>
                  <a:pt x="3171" y="3263"/>
                </a:lnTo>
                <a:lnTo>
                  <a:pt x="3169" y="3264"/>
                </a:lnTo>
                <a:lnTo>
                  <a:pt x="3168" y="3264"/>
                </a:lnTo>
                <a:lnTo>
                  <a:pt x="3167" y="3262"/>
                </a:lnTo>
                <a:lnTo>
                  <a:pt x="3167" y="3261"/>
                </a:lnTo>
                <a:lnTo>
                  <a:pt x="3168" y="3260"/>
                </a:lnTo>
                <a:lnTo>
                  <a:pt x="3168" y="3259"/>
                </a:lnTo>
                <a:lnTo>
                  <a:pt x="3167" y="3259"/>
                </a:lnTo>
                <a:lnTo>
                  <a:pt x="3167" y="3257"/>
                </a:lnTo>
                <a:lnTo>
                  <a:pt x="3168" y="3257"/>
                </a:lnTo>
                <a:lnTo>
                  <a:pt x="3168" y="3256"/>
                </a:lnTo>
                <a:lnTo>
                  <a:pt x="3168" y="3255"/>
                </a:lnTo>
                <a:lnTo>
                  <a:pt x="3168" y="3254"/>
                </a:lnTo>
                <a:lnTo>
                  <a:pt x="3168" y="3253"/>
                </a:lnTo>
                <a:lnTo>
                  <a:pt x="3169" y="3253"/>
                </a:lnTo>
                <a:lnTo>
                  <a:pt x="3169" y="3252"/>
                </a:lnTo>
                <a:lnTo>
                  <a:pt x="3170" y="3252"/>
                </a:lnTo>
                <a:lnTo>
                  <a:pt x="3170" y="3251"/>
                </a:lnTo>
                <a:lnTo>
                  <a:pt x="3171" y="3250"/>
                </a:lnTo>
                <a:lnTo>
                  <a:pt x="3170" y="3250"/>
                </a:lnTo>
                <a:lnTo>
                  <a:pt x="3170" y="3251"/>
                </a:lnTo>
                <a:lnTo>
                  <a:pt x="3169" y="3252"/>
                </a:lnTo>
                <a:lnTo>
                  <a:pt x="3169" y="3251"/>
                </a:lnTo>
                <a:lnTo>
                  <a:pt x="3168" y="3250"/>
                </a:lnTo>
                <a:lnTo>
                  <a:pt x="3169" y="3250"/>
                </a:lnTo>
                <a:lnTo>
                  <a:pt x="3168" y="3250"/>
                </a:lnTo>
                <a:lnTo>
                  <a:pt x="3168" y="3251"/>
                </a:lnTo>
                <a:lnTo>
                  <a:pt x="3169" y="3251"/>
                </a:lnTo>
                <a:lnTo>
                  <a:pt x="3169" y="3252"/>
                </a:lnTo>
                <a:lnTo>
                  <a:pt x="3168" y="3252"/>
                </a:lnTo>
                <a:lnTo>
                  <a:pt x="3168" y="3253"/>
                </a:lnTo>
                <a:lnTo>
                  <a:pt x="3168" y="3254"/>
                </a:lnTo>
                <a:lnTo>
                  <a:pt x="3167" y="3254"/>
                </a:lnTo>
                <a:lnTo>
                  <a:pt x="3167" y="3253"/>
                </a:lnTo>
                <a:lnTo>
                  <a:pt x="3166" y="3253"/>
                </a:lnTo>
                <a:lnTo>
                  <a:pt x="3167" y="3253"/>
                </a:lnTo>
                <a:lnTo>
                  <a:pt x="3167" y="3254"/>
                </a:lnTo>
                <a:lnTo>
                  <a:pt x="3167" y="3255"/>
                </a:lnTo>
                <a:lnTo>
                  <a:pt x="3167" y="3256"/>
                </a:lnTo>
                <a:lnTo>
                  <a:pt x="3167" y="3257"/>
                </a:lnTo>
                <a:lnTo>
                  <a:pt x="3166" y="3257"/>
                </a:lnTo>
                <a:lnTo>
                  <a:pt x="3166" y="3260"/>
                </a:lnTo>
                <a:lnTo>
                  <a:pt x="3165" y="3260"/>
                </a:lnTo>
                <a:lnTo>
                  <a:pt x="3166" y="3260"/>
                </a:lnTo>
                <a:lnTo>
                  <a:pt x="3165" y="3260"/>
                </a:lnTo>
                <a:lnTo>
                  <a:pt x="3164" y="3260"/>
                </a:lnTo>
                <a:lnTo>
                  <a:pt x="3164" y="3259"/>
                </a:lnTo>
                <a:lnTo>
                  <a:pt x="3163" y="3258"/>
                </a:lnTo>
                <a:lnTo>
                  <a:pt x="3164" y="3258"/>
                </a:lnTo>
                <a:lnTo>
                  <a:pt x="3164" y="3257"/>
                </a:lnTo>
                <a:lnTo>
                  <a:pt x="3164" y="3256"/>
                </a:lnTo>
                <a:lnTo>
                  <a:pt x="3164" y="3255"/>
                </a:lnTo>
                <a:lnTo>
                  <a:pt x="3163" y="3255"/>
                </a:lnTo>
                <a:lnTo>
                  <a:pt x="3163" y="3254"/>
                </a:lnTo>
                <a:lnTo>
                  <a:pt x="3163" y="3253"/>
                </a:lnTo>
                <a:lnTo>
                  <a:pt x="3162" y="3253"/>
                </a:lnTo>
                <a:lnTo>
                  <a:pt x="3162" y="3252"/>
                </a:lnTo>
                <a:lnTo>
                  <a:pt x="3161" y="3252"/>
                </a:lnTo>
                <a:lnTo>
                  <a:pt x="3161" y="3251"/>
                </a:lnTo>
                <a:lnTo>
                  <a:pt x="3161" y="3250"/>
                </a:lnTo>
                <a:lnTo>
                  <a:pt x="3162" y="3250"/>
                </a:lnTo>
                <a:lnTo>
                  <a:pt x="3162" y="3249"/>
                </a:lnTo>
                <a:lnTo>
                  <a:pt x="3163" y="3249"/>
                </a:lnTo>
                <a:lnTo>
                  <a:pt x="3163" y="3248"/>
                </a:lnTo>
                <a:lnTo>
                  <a:pt x="3163" y="3247"/>
                </a:lnTo>
                <a:lnTo>
                  <a:pt x="3164" y="3247"/>
                </a:lnTo>
                <a:lnTo>
                  <a:pt x="3164" y="3246"/>
                </a:lnTo>
                <a:lnTo>
                  <a:pt x="3165" y="3246"/>
                </a:lnTo>
                <a:lnTo>
                  <a:pt x="3165" y="3245"/>
                </a:lnTo>
                <a:lnTo>
                  <a:pt x="3164" y="3245"/>
                </a:lnTo>
                <a:lnTo>
                  <a:pt x="3164" y="3244"/>
                </a:lnTo>
                <a:lnTo>
                  <a:pt x="3164" y="3243"/>
                </a:lnTo>
                <a:lnTo>
                  <a:pt x="3165" y="3243"/>
                </a:lnTo>
                <a:lnTo>
                  <a:pt x="3166" y="3243"/>
                </a:lnTo>
                <a:lnTo>
                  <a:pt x="3166" y="3242"/>
                </a:lnTo>
                <a:lnTo>
                  <a:pt x="3167" y="3242"/>
                </a:lnTo>
                <a:lnTo>
                  <a:pt x="3167" y="3241"/>
                </a:lnTo>
                <a:lnTo>
                  <a:pt x="3166" y="3241"/>
                </a:lnTo>
                <a:lnTo>
                  <a:pt x="3166" y="3240"/>
                </a:lnTo>
                <a:lnTo>
                  <a:pt x="3166" y="3241"/>
                </a:lnTo>
                <a:lnTo>
                  <a:pt x="3165" y="3241"/>
                </a:lnTo>
                <a:lnTo>
                  <a:pt x="3165" y="3240"/>
                </a:lnTo>
                <a:lnTo>
                  <a:pt x="3164" y="3240"/>
                </a:lnTo>
                <a:lnTo>
                  <a:pt x="3164" y="3241"/>
                </a:lnTo>
                <a:lnTo>
                  <a:pt x="3163" y="3241"/>
                </a:lnTo>
                <a:lnTo>
                  <a:pt x="3162" y="3241"/>
                </a:lnTo>
                <a:lnTo>
                  <a:pt x="3161" y="3241"/>
                </a:lnTo>
                <a:lnTo>
                  <a:pt x="3160" y="3241"/>
                </a:lnTo>
                <a:lnTo>
                  <a:pt x="3160" y="3240"/>
                </a:lnTo>
                <a:lnTo>
                  <a:pt x="3160" y="3241"/>
                </a:lnTo>
                <a:lnTo>
                  <a:pt x="3159" y="3241"/>
                </a:lnTo>
                <a:lnTo>
                  <a:pt x="3159" y="3240"/>
                </a:lnTo>
                <a:lnTo>
                  <a:pt x="3159" y="3239"/>
                </a:lnTo>
                <a:lnTo>
                  <a:pt x="3160" y="3239"/>
                </a:lnTo>
                <a:lnTo>
                  <a:pt x="3160" y="3238"/>
                </a:lnTo>
                <a:lnTo>
                  <a:pt x="3159" y="3238"/>
                </a:lnTo>
                <a:lnTo>
                  <a:pt x="3159" y="3239"/>
                </a:lnTo>
                <a:lnTo>
                  <a:pt x="3158" y="3239"/>
                </a:lnTo>
                <a:lnTo>
                  <a:pt x="3158" y="3240"/>
                </a:lnTo>
                <a:lnTo>
                  <a:pt x="3158" y="3241"/>
                </a:lnTo>
                <a:lnTo>
                  <a:pt x="3157" y="3241"/>
                </a:lnTo>
                <a:lnTo>
                  <a:pt x="3157" y="3242"/>
                </a:lnTo>
                <a:lnTo>
                  <a:pt x="3156" y="3241"/>
                </a:lnTo>
                <a:lnTo>
                  <a:pt x="3155" y="3241"/>
                </a:lnTo>
                <a:lnTo>
                  <a:pt x="3155" y="3242"/>
                </a:lnTo>
                <a:lnTo>
                  <a:pt x="3155" y="3243"/>
                </a:lnTo>
                <a:lnTo>
                  <a:pt x="3154" y="3243"/>
                </a:lnTo>
                <a:lnTo>
                  <a:pt x="3153" y="3243"/>
                </a:lnTo>
                <a:lnTo>
                  <a:pt x="3154" y="3243"/>
                </a:lnTo>
                <a:lnTo>
                  <a:pt x="3154" y="3244"/>
                </a:lnTo>
                <a:lnTo>
                  <a:pt x="3154" y="3245"/>
                </a:lnTo>
                <a:lnTo>
                  <a:pt x="3153" y="3245"/>
                </a:lnTo>
                <a:lnTo>
                  <a:pt x="3153" y="3246"/>
                </a:lnTo>
                <a:lnTo>
                  <a:pt x="3153" y="3245"/>
                </a:lnTo>
                <a:lnTo>
                  <a:pt x="3152" y="3245"/>
                </a:lnTo>
                <a:lnTo>
                  <a:pt x="3152" y="3244"/>
                </a:lnTo>
                <a:lnTo>
                  <a:pt x="3151" y="3244"/>
                </a:lnTo>
                <a:lnTo>
                  <a:pt x="3151" y="3243"/>
                </a:lnTo>
                <a:lnTo>
                  <a:pt x="3152" y="3242"/>
                </a:lnTo>
                <a:lnTo>
                  <a:pt x="3151" y="3242"/>
                </a:lnTo>
                <a:lnTo>
                  <a:pt x="3151" y="3243"/>
                </a:lnTo>
                <a:lnTo>
                  <a:pt x="3151" y="3244"/>
                </a:lnTo>
                <a:lnTo>
                  <a:pt x="3151" y="3245"/>
                </a:lnTo>
                <a:lnTo>
                  <a:pt x="3152" y="3245"/>
                </a:lnTo>
                <a:lnTo>
                  <a:pt x="3152" y="3246"/>
                </a:lnTo>
                <a:lnTo>
                  <a:pt x="3153" y="3247"/>
                </a:lnTo>
                <a:lnTo>
                  <a:pt x="3154" y="3247"/>
                </a:lnTo>
                <a:lnTo>
                  <a:pt x="3154" y="3248"/>
                </a:lnTo>
                <a:lnTo>
                  <a:pt x="3155" y="3248"/>
                </a:lnTo>
                <a:lnTo>
                  <a:pt x="3155" y="3249"/>
                </a:lnTo>
                <a:lnTo>
                  <a:pt x="3155" y="3250"/>
                </a:lnTo>
                <a:lnTo>
                  <a:pt x="3156" y="3250"/>
                </a:lnTo>
                <a:lnTo>
                  <a:pt x="3156" y="3251"/>
                </a:lnTo>
                <a:lnTo>
                  <a:pt x="3156" y="3252"/>
                </a:lnTo>
                <a:lnTo>
                  <a:pt x="3156" y="3253"/>
                </a:lnTo>
                <a:lnTo>
                  <a:pt x="3157" y="3253"/>
                </a:lnTo>
                <a:lnTo>
                  <a:pt x="3157" y="3254"/>
                </a:lnTo>
                <a:lnTo>
                  <a:pt x="3158" y="3255"/>
                </a:lnTo>
                <a:lnTo>
                  <a:pt x="3159" y="3255"/>
                </a:lnTo>
                <a:lnTo>
                  <a:pt x="3159" y="3256"/>
                </a:lnTo>
                <a:lnTo>
                  <a:pt x="3158" y="3256"/>
                </a:lnTo>
                <a:lnTo>
                  <a:pt x="3158" y="3257"/>
                </a:lnTo>
                <a:lnTo>
                  <a:pt x="3157" y="3257"/>
                </a:lnTo>
                <a:lnTo>
                  <a:pt x="3157" y="3258"/>
                </a:lnTo>
                <a:lnTo>
                  <a:pt x="3156" y="3258"/>
                </a:lnTo>
                <a:lnTo>
                  <a:pt x="3156" y="3257"/>
                </a:lnTo>
                <a:lnTo>
                  <a:pt x="3156" y="3258"/>
                </a:lnTo>
                <a:lnTo>
                  <a:pt x="3155" y="3257"/>
                </a:lnTo>
                <a:lnTo>
                  <a:pt x="3155" y="3256"/>
                </a:lnTo>
                <a:lnTo>
                  <a:pt x="3156" y="3256"/>
                </a:lnTo>
                <a:lnTo>
                  <a:pt x="3155" y="3255"/>
                </a:lnTo>
                <a:lnTo>
                  <a:pt x="3155" y="3256"/>
                </a:lnTo>
                <a:lnTo>
                  <a:pt x="3155" y="3257"/>
                </a:lnTo>
                <a:lnTo>
                  <a:pt x="3155" y="3258"/>
                </a:lnTo>
                <a:lnTo>
                  <a:pt x="3156" y="3258"/>
                </a:lnTo>
                <a:lnTo>
                  <a:pt x="3156" y="3259"/>
                </a:lnTo>
                <a:lnTo>
                  <a:pt x="3155" y="3259"/>
                </a:lnTo>
                <a:lnTo>
                  <a:pt x="3155" y="3260"/>
                </a:lnTo>
                <a:lnTo>
                  <a:pt x="3156" y="3260"/>
                </a:lnTo>
                <a:lnTo>
                  <a:pt x="3156" y="3259"/>
                </a:lnTo>
                <a:lnTo>
                  <a:pt x="3157" y="3260"/>
                </a:lnTo>
                <a:lnTo>
                  <a:pt x="3157" y="3259"/>
                </a:lnTo>
                <a:lnTo>
                  <a:pt x="3158" y="3258"/>
                </a:lnTo>
                <a:lnTo>
                  <a:pt x="3158" y="3257"/>
                </a:lnTo>
                <a:lnTo>
                  <a:pt x="3159" y="3257"/>
                </a:lnTo>
                <a:lnTo>
                  <a:pt x="3159" y="3258"/>
                </a:lnTo>
                <a:lnTo>
                  <a:pt x="3160" y="3258"/>
                </a:lnTo>
                <a:lnTo>
                  <a:pt x="3159" y="3259"/>
                </a:lnTo>
                <a:lnTo>
                  <a:pt x="3159" y="3260"/>
                </a:lnTo>
                <a:lnTo>
                  <a:pt x="3158" y="3260"/>
                </a:lnTo>
                <a:lnTo>
                  <a:pt x="3159" y="3260"/>
                </a:lnTo>
                <a:lnTo>
                  <a:pt x="3158" y="3261"/>
                </a:lnTo>
                <a:lnTo>
                  <a:pt x="3158" y="3262"/>
                </a:lnTo>
                <a:lnTo>
                  <a:pt x="3158" y="3261"/>
                </a:lnTo>
                <a:lnTo>
                  <a:pt x="3159" y="3261"/>
                </a:lnTo>
                <a:lnTo>
                  <a:pt x="3160" y="3261"/>
                </a:lnTo>
                <a:lnTo>
                  <a:pt x="3160" y="3260"/>
                </a:lnTo>
                <a:lnTo>
                  <a:pt x="3161" y="3260"/>
                </a:lnTo>
                <a:lnTo>
                  <a:pt x="3161" y="3261"/>
                </a:lnTo>
                <a:lnTo>
                  <a:pt x="3161" y="3262"/>
                </a:lnTo>
                <a:lnTo>
                  <a:pt x="3161" y="3263"/>
                </a:lnTo>
                <a:lnTo>
                  <a:pt x="3161" y="3264"/>
                </a:lnTo>
                <a:lnTo>
                  <a:pt x="3160" y="3264"/>
                </a:lnTo>
                <a:lnTo>
                  <a:pt x="3159" y="3264"/>
                </a:lnTo>
                <a:lnTo>
                  <a:pt x="3159" y="3265"/>
                </a:lnTo>
                <a:lnTo>
                  <a:pt x="3160" y="3265"/>
                </a:lnTo>
                <a:lnTo>
                  <a:pt x="3160" y="3264"/>
                </a:lnTo>
                <a:lnTo>
                  <a:pt x="3160" y="3265"/>
                </a:lnTo>
                <a:lnTo>
                  <a:pt x="3160" y="3266"/>
                </a:lnTo>
                <a:lnTo>
                  <a:pt x="3159" y="3266"/>
                </a:lnTo>
                <a:lnTo>
                  <a:pt x="3159" y="3267"/>
                </a:lnTo>
                <a:lnTo>
                  <a:pt x="3158" y="3267"/>
                </a:lnTo>
                <a:lnTo>
                  <a:pt x="3158" y="3266"/>
                </a:lnTo>
                <a:lnTo>
                  <a:pt x="3157" y="3266"/>
                </a:lnTo>
                <a:lnTo>
                  <a:pt x="3157" y="3267"/>
                </a:lnTo>
                <a:lnTo>
                  <a:pt x="3158" y="3267"/>
                </a:lnTo>
                <a:lnTo>
                  <a:pt x="3158" y="3268"/>
                </a:lnTo>
                <a:lnTo>
                  <a:pt x="3158" y="3269"/>
                </a:lnTo>
                <a:lnTo>
                  <a:pt x="3157" y="3269"/>
                </a:lnTo>
                <a:lnTo>
                  <a:pt x="3157" y="3270"/>
                </a:lnTo>
                <a:lnTo>
                  <a:pt x="3157" y="3271"/>
                </a:lnTo>
                <a:lnTo>
                  <a:pt x="3156" y="3271"/>
                </a:lnTo>
                <a:lnTo>
                  <a:pt x="3154" y="3272"/>
                </a:lnTo>
                <a:lnTo>
                  <a:pt x="3153" y="3272"/>
                </a:lnTo>
                <a:lnTo>
                  <a:pt x="3153" y="3271"/>
                </a:lnTo>
                <a:lnTo>
                  <a:pt x="3154" y="3270"/>
                </a:lnTo>
                <a:lnTo>
                  <a:pt x="3155" y="3269"/>
                </a:lnTo>
                <a:lnTo>
                  <a:pt x="3154" y="3269"/>
                </a:lnTo>
                <a:lnTo>
                  <a:pt x="3154" y="3270"/>
                </a:lnTo>
                <a:lnTo>
                  <a:pt x="3153" y="3270"/>
                </a:lnTo>
                <a:lnTo>
                  <a:pt x="3153" y="3271"/>
                </a:lnTo>
                <a:lnTo>
                  <a:pt x="3153" y="3272"/>
                </a:lnTo>
                <a:lnTo>
                  <a:pt x="3153" y="3273"/>
                </a:lnTo>
                <a:lnTo>
                  <a:pt x="3153" y="3274"/>
                </a:lnTo>
                <a:lnTo>
                  <a:pt x="3152" y="3274"/>
                </a:lnTo>
                <a:lnTo>
                  <a:pt x="3153" y="3274"/>
                </a:lnTo>
                <a:lnTo>
                  <a:pt x="3153" y="3275"/>
                </a:lnTo>
                <a:lnTo>
                  <a:pt x="3151" y="3275"/>
                </a:lnTo>
                <a:lnTo>
                  <a:pt x="3150" y="3275"/>
                </a:lnTo>
                <a:lnTo>
                  <a:pt x="3149" y="3275"/>
                </a:lnTo>
                <a:lnTo>
                  <a:pt x="3148" y="3275"/>
                </a:lnTo>
                <a:lnTo>
                  <a:pt x="3147" y="3275"/>
                </a:lnTo>
                <a:lnTo>
                  <a:pt x="3147" y="3276"/>
                </a:lnTo>
                <a:lnTo>
                  <a:pt x="3146" y="3276"/>
                </a:lnTo>
                <a:lnTo>
                  <a:pt x="3146" y="3277"/>
                </a:lnTo>
                <a:lnTo>
                  <a:pt x="3144" y="3277"/>
                </a:lnTo>
                <a:lnTo>
                  <a:pt x="3143" y="3276"/>
                </a:lnTo>
                <a:lnTo>
                  <a:pt x="3144" y="3275"/>
                </a:lnTo>
                <a:lnTo>
                  <a:pt x="3144" y="3273"/>
                </a:lnTo>
                <a:lnTo>
                  <a:pt x="3146" y="3273"/>
                </a:lnTo>
                <a:lnTo>
                  <a:pt x="3146" y="3272"/>
                </a:lnTo>
                <a:lnTo>
                  <a:pt x="3145" y="3272"/>
                </a:lnTo>
                <a:lnTo>
                  <a:pt x="3145" y="3271"/>
                </a:lnTo>
                <a:lnTo>
                  <a:pt x="3146" y="3271"/>
                </a:lnTo>
                <a:lnTo>
                  <a:pt x="3147" y="3271"/>
                </a:lnTo>
                <a:lnTo>
                  <a:pt x="3147" y="3270"/>
                </a:lnTo>
                <a:lnTo>
                  <a:pt x="3148" y="3270"/>
                </a:lnTo>
                <a:lnTo>
                  <a:pt x="3148" y="3271"/>
                </a:lnTo>
                <a:lnTo>
                  <a:pt x="3149" y="3271"/>
                </a:lnTo>
                <a:lnTo>
                  <a:pt x="3149" y="3270"/>
                </a:lnTo>
                <a:lnTo>
                  <a:pt x="3150" y="3269"/>
                </a:lnTo>
                <a:lnTo>
                  <a:pt x="3149" y="3269"/>
                </a:lnTo>
                <a:lnTo>
                  <a:pt x="3148" y="3269"/>
                </a:lnTo>
                <a:lnTo>
                  <a:pt x="3148" y="3270"/>
                </a:lnTo>
                <a:lnTo>
                  <a:pt x="3148" y="3269"/>
                </a:lnTo>
                <a:lnTo>
                  <a:pt x="3147" y="3269"/>
                </a:lnTo>
                <a:lnTo>
                  <a:pt x="3148" y="3268"/>
                </a:lnTo>
                <a:lnTo>
                  <a:pt x="3148" y="3267"/>
                </a:lnTo>
                <a:lnTo>
                  <a:pt x="3149" y="3267"/>
                </a:lnTo>
                <a:lnTo>
                  <a:pt x="3148" y="3267"/>
                </a:lnTo>
                <a:lnTo>
                  <a:pt x="3149" y="3266"/>
                </a:lnTo>
                <a:lnTo>
                  <a:pt x="3149" y="3265"/>
                </a:lnTo>
                <a:lnTo>
                  <a:pt x="3150" y="3265"/>
                </a:lnTo>
                <a:lnTo>
                  <a:pt x="3151" y="3265"/>
                </a:lnTo>
                <a:lnTo>
                  <a:pt x="3151" y="3264"/>
                </a:lnTo>
                <a:lnTo>
                  <a:pt x="3152" y="3264"/>
                </a:lnTo>
                <a:lnTo>
                  <a:pt x="3152" y="3263"/>
                </a:lnTo>
                <a:lnTo>
                  <a:pt x="3151" y="3263"/>
                </a:lnTo>
                <a:lnTo>
                  <a:pt x="3151" y="3264"/>
                </a:lnTo>
                <a:lnTo>
                  <a:pt x="3150" y="3264"/>
                </a:lnTo>
                <a:lnTo>
                  <a:pt x="3149" y="3264"/>
                </a:lnTo>
                <a:lnTo>
                  <a:pt x="3149" y="3265"/>
                </a:lnTo>
                <a:lnTo>
                  <a:pt x="3148" y="3265"/>
                </a:lnTo>
                <a:lnTo>
                  <a:pt x="3148" y="3264"/>
                </a:lnTo>
                <a:lnTo>
                  <a:pt x="3148" y="3265"/>
                </a:lnTo>
                <a:lnTo>
                  <a:pt x="3147" y="3265"/>
                </a:lnTo>
                <a:lnTo>
                  <a:pt x="3148" y="3264"/>
                </a:lnTo>
                <a:lnTo>
                  <a:pt x="3148" y="3263"/>
                </a:lnTo>
                <a:lnTo>
                  <a:pt x="3149" y="3263"/>
                </a:lnTo>
                <a:lnTo>
                  <a:pt x="3149" y="3262"/>
                </a:lnTo>
                <a:lnTo>
                  <a:pt x="3149" y="3261"/>
                </a:lnTo>
                <a:lnTo>
                  <a:pt x="3148" y="3261"/>
                </a:lnTo>
                <a:lnTo>
                  <a:pt x="3148" y="3262"/>
                </a:lnTo>
                <a:lnTo>
                  <a:pt x="3148" y="3263"/>
                </a:lnTo>
                <a:lnTo>
                  <a:pt x="3147" y="3263"/>
                </a:lnTo>
                <a:lnTo>
                  <a:pt x="3146" y="3264"/>
                </a:lnTo>
                <a:lnTo>
                  <a:pt x="3145" y="3264"/>
                </a:lnTo>
                <a:lnTo>
                  <a:pt x="3145" y="3263"/>
                </a:lnTo>
                <a:lnTo>
                  <a:pt x="3144" y="3263"/>
                </a:lnTo>
                <a:lnTo>
                  <a:pt x="3143" y="3263"/>
                </a:lnTo>
                <a:lnTo>
                  <a:pt x="3143" y="3262"/>
                </a:lnTo>
                <a:lnTo>
                  <a:pt x="3143" y="3261"/>
                </a:lnTo>
                <a:lnTo>
                  <a:pt x="3142" y="3262"/>
                </a:lnTo>
                <a:lnTo>
                  <a:pt x="3141" y="3262"/>
                </a:lnTo>
                <a:lnTo>
                  <a:pt x="3140" y="3261"/>
                </a:lnTo>
                <a:lnTo>
                  <a:pt x="3141" y="3261"/>
                </a:lnTo>
                <a:lnTo>
                  <a:pt x="3141" y="3260"/>
                </a:lnTo>
                <a:lnTo>
                  <a:pt x="3141" y="3259"/>
                </a:lnTo>
                <a:lnTo>
                  <a:pt x="3140" y="3259"/>
                </a:lnTo>
                <a:lnTo>
                  <a:pt x="3140" y="3260"/>
                </a:lnTo>
                <a:lnTo>
                  <a:pt x="3139" y="3260"/>
                </a:lnTo>
                <a:lnTo>
                  <a:pt x="3139" y="3261"/>
                </a:lnTo>
                <a:lnTo>
                  <a:pt x="3140" y="3261"/>
                </a:lnTo>
                <a:lnTo>
                  <a:pt x="3140" y="3262"/>
                </a:lnTo>
                <a:lnTo>
                  <a:pt x="3140" y="3263"/>
                </a:lnTo>
                <a:lnTo>
                  <a:pt x="3140" y="3264"/>
                </a:lnTo>
                <a:lnTo>
                  <a:pt x="3140" y="3265"/>
                </a:lnTo>
                <a:lnTo>
                  <a:pt x="3140" y="3264"/>
                </a:lnTo>
                <a:lnTo>
                  <a:pt x="3140" y="3263"/>
                </a:lnTo>
                <a:lnTo>
                  <a:pt x="3139" y="3263"/>
                </a:lnTo>
                <a:lnTo>
                  <a:pt x="3139" y="3262"/>
                </a:lnTo>
                <a:lnTo>
                  <a:pt x="3140" y="3262"/>
                </a:lnTo>
                <a:lnTo>
                  <a:pt x="3139" y="3262"/>
                </a:lnTo>
                <a:lnTo>
                  <a:pt x="3139" y="3263"/>
                </a:lnTo>
                <a:lnTo>
                  <a:pt x="3138" y="3263"/>
                </a:lnTo>
                <a:lnTo>
                  <a:pt x="3138" y="3265"/>
                </a:lnTo>
                <a:lnTo>
                  <a:pt x="3139" y="3265"/>
                </a:lnTo>
                <a:lnTo>
                  <a:pt x="3139" y="3266"/>
                </a:lnTo>
                <a:lnTo>
                  <a:pt x="3139" y="3267"/>
                </a:lnTo>
                <a:lnTo>
                  <a:pt x="3139" y="3268"/>
                </a:lnTo>
                <a:lnTo>
                  <a:pt x="3138" y="3268"/>
                </a:lnTo>
                <a:lnTo>
                  <a:pt x="3139" y="3268"/>
                </a:lnTo>
                <a:lnTo>
                  <a:pt x="3139" y="3269"/>
                </a:lnTo>
                <a:lnTo>
                  <a:pt x="3138" y="3269"/>
                </a:lnTo>
                <a:lnTo>
                  <a:pt x="3138" y="3270"/>
                </a:lnTo>
                <a:lnTo>
                  <a:pt x="3137" y="3270"/>
                </a:lnTo>
                <a:lnTo>
                  <a:pt x="3137" y="3271"/>
                </a:lnTo>
                <a:lnTo>
                  <a:pt x="3138" y="3271"/>
                </a:lnTo>
                <a:lnTo>
                  <a:pt x="3139" y="3271"/>
                </a:lnTo>
                <a:lnTo>
                  <a:pt x="3139" y="3272"/>
                </a:lnTo>
                <a:lnTo>
                  <a:pt x="3138" y="3273"/>
                </a:lnTo>
                <a:lnTo>
                  <a:pt x="3138" y="3274"/>
                </a:lnTo>
                <a:lnTo>
                  <a:pt x="3136" y="3275"/>
                </a:lnTo>
                <a:lnTo>
                  <a:pt x="3136" y="3276"/>
                </a:lnTo>
                <a:lnTo>
                  <a:pt x="3136" y="3277"/>
                </a:lnTo>
                <a:lnTo>
                  <a:pt x="3135" y="3277"/>
                </a:lnTo>
                <a:lnTo>
                  <a:pt x="3134" y="3277"/>
                </a:lnTo>
                <a:lnTo>
                  <a:pt x="3133" y="3277"/>
                </a:lnTo>
                <a:lnTo>
                  <a:pt x="3133" y="3278"/>
                </a:lnTo>
                <a:lnTo>
                  <a:pt x="3133" y="3279"/>
                </a:lnTo>
                <a:lnTo>
                  <a:pt x="3132" y="3279"/>
                </a:lnTo>
                <a:lnTo>
                  <a:pt x="3131" y="3279"/>
                </a:lnTo>
                <a:lnTo>
                  <a:pt x="3131" y="3280"/>
                </a:lnTo>
                <a:lnTo>
                  <a:pt x="3130" y="3280"/>
                </a:lnTo>
                <a:lnTo>
                  <a:pt x="3130" y="3281"/>
                </a:lnTo>
                <a:lnTo>
                  <a:pt x="3129" y="3280"/>
                </a:lnTo>
                <a:lnTo>
                  <a:pt x="3129" y="3279"/>
                </a:lnTo>
                <a:lnTo>
                  <a:pt x="3130" y="3279"/>
                </a:lnTo>
                <a:lnTo>
                  <a:pt x="3131" y="3277"/>
                </a:lnTo>
                <a:lnTo>
                  <a:pt x="3132" y="3277"/>
                </a:lnTo>
                <a:lnTo>
                  <a:pt x="3132" y="3276"/>
                </a:lnTo>
                <a:lnTo>
                  <a:pt x="3133" y="3273"/>
                </a:lnTo>
                <a:lnTo>
                  <a:pt x="3134" y="3272"/>
                </a:lnTo>
                <a:lnTo>
                  <a:pt x="3134" y="3271"/>
                </a:lnTo>
                <a:lnTo>
                  <a:pt x="3133" y="3271"/>
                </a:lnTo>
                <a:lnTo>
                  <a:pt x="3133" y="3272"/>
                </a:lnTo>
                <a:lnTo>
                  <a:pt x="3132" y="3271"/>
                </a:lnTo>
                <a:lnTo>
                  <a:pt x="3132" y="3270"/>
                </a:lnTo>
                <a:lnTo>
                  <a:pt x="3132" y="3269"/>
                </a:lnTo>
                <a:lnTo>
                  <a:pt x="3132" y="3268"/>
                </a:lnTo>
                <a:lnTo>
                  <a:pt x="3131" y="3268"/>
                </a:lnTo>
                <a:lnTo>
                  <a:pt x="3131" y="3269"/>
                </a:lnTo>
                <a:lnTo>
                  <a:pt x="3130" y="3269"/>
                </a:lnTo>
                <a:lnTo>
                  <a:pt x="3130" y="3268"/>
                </a:lnTo>
                <a:lnTo>
                  <a:pt x="3129" y="3268"/>
                </a:lnTo>
                <a:lnTo>
                  <a:pt x="3130" y="3268"/>
                </a:lnTo>
                <a:lnTo>
                  <a:pt x="3129" y="3269"/>
                </a:lnTo>
                <a:lnTo>
                  <a:pt x="3129" y="3270"/>
                </a:lnTo>
                <a:lnTo>
                  <a:pt x="3128" y="3270"/>
                </a:lnTo>
                <a:lnTo>
                  <a:pt x="3128" y="3269"/>
                </a:lnTo>
                <a:lnTo>
                  <a:pt x="3127" y="3269"/>
                </a:lnTo>
                <a:lnTo>
                  <a:pt x="3127" y="3270"/>
                </a:lnTo>
                <a:lnTo>
                  <a:pt x="3126" y="3270"/>
                </a:lnTo>
                <a:lnTo>
                  <a:pt x="3126" y="3271"/>
                </a:lnTo>
                <a:lnTo>
                  <a:pt x="3125" y="3270"/>
                </a:lnTo>
                <a:lnTo>
                  <a:pt x="3125" y="3271"/>
                </a:lnTo>
                <a:lnTo>
                  <a:pt x="3126" y="3271"/>
                </a:lnTo>
                <a:lnTo>
                  <a:pt x="3126" y="3272"/>
                </a:lnTo>
                <a:lnTo>
                  <a:pt x="3125" y="3272"/>
                </a:lnTo>
                <a:lnTo>
                  <a:pt x="3124" y="3272"/>
                </a:lnTo>
                <a:lnTo>
                  <a:pt x="3124" y="3273"/>
                </a:lnTo>
                <a:lnTo>
                  <a:pt x="3123" y="3273"/>
                </a:lnTo>
                <a:lnTo>
                  <a:pt x="3124" y="3273"/>
                </a:lnTo>
                <a:lnTo>
                  <a:pt x="3123" y="3273"/>
                </a:lnTo>
                <a:lnTo>
                  <a:pt x="3123" y="3274"/>
                </a:lnTo>
                <a:lnTo>
                  <a:pt x="3123" y="3273"/>
                </a:lnTo>
                <a:lnTo>
                  <a:pt x="3122" y="3273"/>
                </a:lnTo>
                <a:lnTo>
                  <a:pt x="3122" y="3274"/>
                </a:lnTo>
                <a:lnTo>
                  <a:pt x="3123" y="3274"/>
                </a:lnTo>
                <a:lnTo>
                  <a:pt x="3123" y="3275"/>
                </a:lnTo>
                <a:lnTo>
                  <a:pt x="3124" y="3276"/>
                </a:lnTo>
                <a:lnTo>
                  <a:pt x="3125" y="3276"/>
                </a:lnTo>
                <a:lnTo>
                  <a:pt x="3126" y="3276"/>
                </a:lnTo>
                <a:lnTo>
                  <a:pt x="3126" y="3277"/>
                </a:lnTo>
                <a:lnTo>
                  <a:pt x="3127" y="3277"/>
                </a:lnTo>
                <a:lnTo>
                  <a:pt x="3126" y="3278"/>
                </a:lnTo>
                <a:lnTo>
                  <a:pt x="3125" y="3278"/>
                </a:lnTo>
                <a:lnTo>
                  <a:pt x="3124" y="3278"/>
                </a:lnTo>
                <a:lnTo>
                  <a:pt x="3123" y="3278"/>
                </a:lnTo>
                <a:lnTo>
                  <a:pt x="3123" y="3279"/>
                </a:lnTo>
                <a:lnTo>
                  <a:pt x="3122" y="3279"/>
                </a:lnTo>
                <a:lnTo>
                  <a:pt x="3121" y="3279"/>
                </a:lnTo>
                <a:lnTo>
                  <a:pt x="3120" y="3279"/>
                </a:lnTo>
                <a:lnTo>
                  <a:pt x="3121" y="3278"/>
                </a:lnTo>
                <a:lnTo>
                  <a:pt x="3122" y="3278"/>
                </a:lnTo>
                <a:lnTo>
                  <a:pt x="3122" y="3277"/>
                </a:lnTo>
                <a:lnTo>
                  <a:pt x="3121" y="3277"/>
                </a:lnTo>
                <a:lnTo>
                  <a:pt x="3120" y="3278"/>
                </a:lnTo>
                <a:lnTo>
                  <a:pt x="3119" y="3277"/>
                </a:lnTo>
                <a:lnTo>
                  <a:pt x="3118" y="3276"/>
                </a:lnTo>
                <a:lnTo>
                  <a:pt x="3117" y="3276"/>
                </a:lnTo>
                <a:lnTo>
                  <a:pt x="3118" y="3276"/>
                </a:lnTo>
                <a:lnTo>
                  <a:pt x="3117" y="3276"/>
                </a:lnTo>
                <a:lnTo>
                  <a:pt x="3118" y="3276"/>
                </a:lnTo>
                <a:lnTo>
                  <a:pt x="3117" y="3276"/>
                </a:lnTo>
                <a:lnTo>
                  <a:pt x="3117" y="3277"/>
                </a:lnTo>
                <a:lnTo>
                  <a:pt x="3116" y="3277"/>
                </a:lnTo>
                <a:lnTo>
                  <a:pt x="3115" y="3277"/>
                </a:lnTo>
                <a:lnTo>
                  <a:pt x="3115" y="3276"/>
                </a:lnTo>
                <a:lnTo>
                  <a:pt x="3114" y="3276"/>
                </a:lnTo>
                <a:lnTo>
                  <a:pt x="3113" y="3276"/>
                </a:lnTo>
                <a:lnTo>
                  <a:pt x="3112" y="3276"/>
                </a:lnTo>
                <a:lnTo>
                  <a:pt x="3111" y="3276"/>
                </a:lnTo>
                <a:lnTo>
                  <a:pt x="3110" y="3276"/>
                </a:lnTo>
                <a:lnTo>
                  <a:pt x="3109" y="3276"/>
                </a:lnTo>
                <a:lnTo>
                  <a:pt x="3108" y="3276"/>
                </a:lnTo>
                <a:lnTo>
                  <a:pt x="3108" y="3277"/>
                </a:lnTo>
                <a:lnTo>
                  <a:pt x="3107" y="3276"/>
                </a:lnTo>
                <a:lnTo>
                  <a:pt x="3107" y="3277"/>
                </a:lnTo>
                <a:lnTo>
                  <a:pt x="3106" y="3277"/>
                </a:lnTo>
                <a:lnTo>
                  <a:pt x="3106" y="3276"/>
                </a:lnTo>
                <a:lnTo>
                  <a:pt x="3105" y="3276"/>
                </a:lnTo>
                <a:lnTo>
                  <a:pt x="3105" y="3275"/>
                </a:lnTo>
                <a:lnTo>
                  <a:pt x="3105" y="3274"/>
                </a:lnTo>
                <a:lnTo>
                  <a:pt x="3105" y="3273"/>
                </a:lnTo>
                <a:lnTo>
                  <a:pt x="3104" y="3273"/>
                </a:lnTo>
                <a:lnTo>
                  <a:pt x="3103" y="3273"/>
                </a:lnTo>
                <a:lnTo>
                  <a:pt x="3104" y="3273"/>
                </a:lnTo>
                <a:lnTo>
                  <a:pt x="3104" y="3272"/>
                </a:lnTo>
                <a:lnTo>
                  <a:pt x="3103" y="3272"/>
                </a:lnTo>
                <a:lnTo>
                  <a:pt x="3103" y="3271"/>
                </a:lnTo>
                <a:lnTo>
                  <a:pt x="3103" y="3272"/>
                </a:lnTo>
                <a:lnTo>
                  <a:pt x="3102" y="3272"/>
                </a:lnTo>
                <a:lnTo>
                  <a:pt x="3102" y="3271"/>
                </a:lnTo>
                <a:lnTo>
                  <a:pt x="3101" y="3271"/>
                </a:lnTo>
                <a:lnTo>
                  <a:pt x="3101" y="3272"/>
                </a:lnTo>
                <a:lnTo>
                  <a:pt x="3101" y="3271"/>
                </a:lnTo>
                <a:lnTo>
                  <a:pt x="3100" y="3271"/>
                </a:lnTo>
                <a:lnTo>
                  <a:pt x="3100" y="3270"/>
                </a:lnTo>
                <a:lnTo>
                  <a:pt x="3099" y="3270"/>
                </a:lnTo>
                <a:lnTo>
                  <a:pt x="3099" y="3269"/>
                </a:lnTo>
                <a:lnTo>
                  <a:pt x="3100" y="3269"/>
                </a:lnTo>
                <a:lnTo>
                  <a:pt x="3100" y="3268"/>
                </a:lnTo>
                <a:lnTo>
                  <a:pt x="3099" y="3268"/>
                </a:lnTo>
                <a:lnTo>
                  <a:pt x="3099" y="3267"/>
                </a:lnTo>
                <a:lnTo>
                  <a:pt x="3099" y="3268"/>
                </a:lnTo>
                <a:lnTo>
                  <a:pt x="3099" y="3267"/>
                </a:lnTo>
                <a:lnTo>
                  <a:pt x="3099" y="3266"/>
                </a:lnTo>
                <a:lnTo>
                  <a:pt x="3098" y="3266"/>
                </a:lnTo>
                <a:lnTo>
                  <a:pt x="3098" y="3265"/>
                </a:lnTo>
                <a:lnTo>
                  <a:pt x="3097" y="3265"/>
                </a:lnTo>
                <a:lnTo>
                  <a:pt x="3096" y="3265"/>
                </a:lnTo>
                <a:lnTo>
                  <a:pt x="3096" y="3266"/>
                </a:lnTo>
                <a:lnTo>
                  <a:pt x="3095" y="3266"/>
                </a:lnTo>
                <a:lnTo>
                  <a:pt x="3095" y="3265"/>
                </a:lnTo>
                <a:lnTo>
                  <a:pt x="3094" y="3265"/>
                </a:lnTo>
                <a:lnTo>
                  <a:pt x="3093" y="3264"/>
                </a:lnTo>
                <a:lnTo>
                  <a:pt x="3093" y="3265"/>
                </a:lnTo>
                <a:lnTo>
                  <a:pt x="3093" y="3264"/>
                </a:lnTo>
                <a:lnTo>
                  <a:pt x="3093" y="3265"/>
                </a:lnTo>
                <a:lnTo>
                  <a:pt x="3092" y="3265"/>
                </a:lnTo>
                <a:lnTo>
                  <a:pt x="3092" y="3264"/>
                </a:lnTo>
                <a:lnTo>
                  <a:pt x="3092" y="3265"/>
                </a:lnTo>
                <a:lnTo>
                  <a:pt x="3091" y="3265"/>
                </a:lnTo>
                <a:lnTo>
                  <a:pt x="3090" y="3265"/>
                </a:lnTo>
                <a:lnTo>
                  <a:pt x="3090" y="3266"/>
                </a:lnTo>
                <a:lnTo>
                  <a:pt x="3089" y="3266"/>
                </a:lnTo>
                <a:lnTo>
                  <a:pt x="3087" y="3266"/>
                </a:lnTo>
                <a:lnTo>
                  <a:pt x="3087" y="3267"/>
                </a:lnTo>
                <a:lnTo>
                  <a:pt x="3086" y="3267"/>
                </a:lnTo>
                <a:lnTo>
                  <a:pt x="3085" y="3267"/>
                </a:lnTo>
                <a:lnTo>
                  <a:pt x="3085" y="3268"/>
                </a:lnTo>
                <a:lnTo>
                  <a:pt x="3084" y="3268"/>
                </a:lnTo>
                <a:lnTo>
                  <a:pt x="3083" y="3268"/>
                </a:lnTo>
                <a:lnTo>
                  <a:pt x="3083" y="3269"/>
                </a:lnTo>
                <a:lnTo>
                  <a:pt x="3082" y="3269"/>
                </a:lnTo>
                <a:lnTo>
                  <a:pt x="3081" y="3269"/>
                </a:lnTo>
                <a:lnTo>
                  <a:pt x="3081" y="3270"/>
                </a:lnTo>
                <a:lnTo>
                  <a:pt x="3081" y="3269"/>
                </a:lnTo>
                <a:lnTo>
                  <a:pt x="3080" y="3269"/>
                </a:lnTo>
                <a:lnTo>
                  <a:pt x="3079" y="3269"/>
                </a:lnTo>
                <a:lnTo>
                  <a:pt x="3079" y="3270"/>
                </a:lnTo>
                <a:lnTo>
                  <a:pt x="3077" y="3270"/>
                </a:lnTo>
                <a:lnTo>
                  <a:pt x="3076" y="3270"/>
                </a:lnTo>
                <a:lnTo>
                  <a:pt x="3075" y="3270"/>
                </a:lnTo>
                <a:lnTo>
                  <a:pt x="3074" y="3270"/>
                </a:lnTo>
                <a:lnTo>
                  <a:pt x="3073" y="3270"/>
                </a:lnTo>
                <a:lnTo>
                  <a:pt x="3073" y="3269"/>
                </a:lnTo>
                <a:lnTo>
                  <a:pt x="3072" y="3269"/>
                </a:lnTo>
                <a:lnTo>
                  <a:pt x="3071" y="3269"/>
                </a:lnTo>
                <a:lnTo>
                  <a:pt x="3070" y="3269"/>
                </a:lnTo>
                <a:lnTo>
                  <a:pt x="3070" y="3270"/>
                </a:lnTo>
                <a:lnTo>
                  <a:pt x="3069" y="3270"/>
                </a:lnTo>
                <a:lnTo>
                  <a:pt x="3069" y="3271"/>
                </a:lnTo>
                <a:lnTo>
                  <a:pt x="3068" y="3271"/>
                </a:lnTo>
                <a:lnTo>
                  <a:pt x="3067" y="3271"/>
                </a:lnTo>
                <a:lnTo>
                  <a:pt x="3066" y="3271"/>
                </a:lnTo>
                <a:lnTo>
                  <a:pt x="3065" y="3271"/>
                </a:lnTo>
                <a:lnTo>
                  <a:pt x="3064" y="3271"/>
                </a:lnTo>
                <a:lnTo>
                  <a:pt x="3063" y="3271"/>
                </a:lnTo>
                <a:lnTo>
                  <a:pt x="3064" y="3270"/>
                </a:lnTo>
                <a:lnTo>
                  <a:pt x="3064" y="3269"/>
                </a:lnTo>
                <a:lnTo>
                  <a:pt x="3065" y="3269"/>
                </a:lnTo>
                <a:lnTo>
                  <a:pt x="3064" y="3269"/>
                </a:lnTo>
                <a:lnTo>
                  <a:pt x="3064" y="3268"/>
                </a:lnTo>
                <a:lnTo>
                  <a:pt x="3063" y="3268"/>
                </a:lnTo>
                <a:lnTo>
                  <a:pt x="3063" y="3266"/>
                </a:lnTo>
                <a:lnTo>
                  <a:pt x="3064" y="3266"/>
                </a:lnTo>
                <a:lnTo>
                  <a:pt x="3063" y="3266"/>
                </a:lnTo>
                <a:lnTo>
                  <a:pt x="3063" y="3265"/>
                </a:lnTo>
                <a:lnTo>
                  <a:pt x="3063" y="3264"/>
                </a:lnTo>
                <a:lnTo>
                  <a:pt x="3062" y="3264"/>
                </a:lnTo>
                <a:lnTo>
                  <a:pt x="3061" y="3264"/>
                </a:lnTo>
                <a:lnTo>
                  <a:pt x="3060" y="3264"/>
                </a:lnTo>
                <a:lnTo>
                  <a:pt x="3060" y="3265"/>
                </a:lnTo>
                <a:lnTo>
                  <a:pt x="3059" y="3265"/>
                </a:lnTo>
                <a:lnTo>
                  <a:pt x="3059" y="3266"/>
                </a:lnTo>
                <a:lnTo>
                  <a:pt x="3058" y="3266"/>
                </a:lnTo>
                <a:lnTo>
                  <a:pt x="3057" y="3266"/>
                </a:lnTo>
                <a:lnTo>
                  <a:pt x="3057" y="3267"/>
                </a:lnTo>
                <a:lnTo>
                  <a:pt x="3057" y="3268"/>
                </a:lnTo>
                <a:lnTo>
                  <a:pt x="3056" y="3268"/>
                </a:lnTo>
                <a:lnTo>
                  <a:pt x="3056" y="3269"/>
                </a:lnTo>
                <a:lnTo>
                  <a:pt x="3055" y="3269"/>
                </a:lnTo>
                <a:lnTo>
                  <a:pt x="3056" y="3269"/>
                </a:lnTo>
                <a:lnTo>
                  <a:pt x="3055" y="3270"/>
                </a:lnTo>
                <a:lnTo>
                  <a:pt x="3055" y="3271"/>
                </a:lnTo>
                <a:lnTo>
                  <a:pt x="3054" y="3271"/>
                </a:lnTo>
                <a:lnTo>
                  <a:pt x="3053" y="3271"/>
                </a:lnTo>
                <a:lnTo>
                  <a:pt x="3053" y="3270"/>
                </a:lnTo>
                <a:lnTo>
                  <a:pt x="3053" y="3271"/>
                </a:lnTo>
                <a:lnTo>
                  <a:pt x="3052" y="3271"/>
                </a:lnTo>
                <a:lnTo>
                  <a:pt x="3052" y="3270"/>
                </a:lnTo>
                <a:lnTo>
                  <a:pt x="3052" y="3269"/>
                </a:lnTo>
                <a:lnTo>
                  <a:pt x="3052" y="3268"/>
                </a:lnTo>
                <a:lnTo>
                  <a:pt x="3052" y="3267"/>
                </a:lnTo>
                <a:lnTo>
                  <a:pt x="3053" y="3267"/>
                </a:lnTo>
                <a:lnTo>
                  <a:pt x="3052" y="3267"/>
                </a:lnTo>
                <a:lnTo>
                  <a:pt x="3053" y="3267"/>
                </a:lnTo>
                <a:lnTo>
                  <a:pt x="3053" y="3266"/>
                </a:lnTo>
                <a:lnTo>
                  <a:pt x="3052" y="3266"/>
                </a:lnTo>
                <a:lnTo>
                  <a:pt x="3052" y="3265"/>
                </a:lnTo>
                <a:lnTo>
                  <a:pt x="3052" y="3264"/>
                </a:lnTo>
                <a:lnTo>
                  <a:pt x="3052" y="3263"/>
                </a:lnTo>
                <a:lnTo>
                  <a:pt x="3051" y="3263"/>
                </a:lnTo>
                <a:lnTo>
                  <a:pt x="3051" y="3262"/>
                </a:lnTo>
                <a:lnTo>
                  <a:pt x="3051" y="3261"/>
                </a:lnTo>
                <a:lnTo>
                  <a:pt x="3050" y="3261"/>
                </a:lnTo>
                <a:lnTo>
                  <a:pt x="3050" y="3260"/>
                </a:lnTo>
                <a:lnTo>
                  <a:pt x="3049" y="3260"/>
                </a:lnTo>
                <a:lnTo>
                  <a:pt x="3049" y="3259"/>
                </a:lnTo>
                <a:lnTo>
                  <a:pt x="3049" y="3258"/>
                </a:lnTo>
                <a:lnTo>
                  <a:pt x="3048" y="3258"/>
                </a:lnTo>
                <a:lnTo>
                  <a:pt x="3048" y="3257"/>
                </a:lnTo>
                <a:lnTo>
                  <a:pt x="3047" y="3257"/>
                </a:lnTo>
                <a:lnTo>
                  <a:pt x="3047" y="3256"/>
                </a:lnTo>
                <a:lnTo>
                  <a:pt x="3046" y="3256"/>
                </a:lnTo>
                <a:lnTo>
                  <a:pt x="3046" y="3257"/>
                </a:lnTo>
                <a:lnTo>
                  <a:pt x="3045" y="3257"/>
                </a:lnTo>
                <a:lnTo>
                  <a:pt x="3044" y="3257"/>
                </a:lnTo>
                <a:lnTo>
                  <a:pt x="3043" y="3257"/>
                </a:lnTo>
                <a:lnTo>
                  <a:pt x="3043" y="3258"/>
                </a:lnTo>
                <a:lnTo>
                  <a:pt x="3042" y="3258"/>
                </a:lnTo>
                <a:lnTo>
                  <a:pt x="3042" y="3259"/>
                </a:lnTo>
                <a:lnTo>
                  <a:pt x="3042" y="3260"/>
                </a:lnTo>
                <a:lnTo>
                  <a:pt x="3041" y="3260"/>
                </a:lnTo>
                <a:lnTo>
                  <a:pt x="3041" y="3259"/>
                </a:lnTo>
                <a:lnTo>
                  <a:pt x="3040" y="3259"/>
                </a:lnTo>
                <a:lnTo>
                  <a:pt x="3040" y="3260"/>
                </a:lnTo>
                <a:lnTo>
                  <a:pt x="3040" y="3259"/>
                </a:lnTo>
                <a:lnTo>
                  <a:pt x="3039" y="3259"/>
                </a:lnTo>
                <a:lnTo>
                  <a:pt x="3038" y="3259"/>
                </a:lnTo>
                <a:lnTo>
                  <a:pt x="3038" y="3258"/>
                </a:lnTo>
                <a:lnTo>
                  <a:pt x="3037" y="3258"/>
                </a:lnTo>
                <a:lnTo>
                  <a:pt x="3038" y="3258"/>
                </a:lnTo>
                <a:lnTo>
                  <a:pt x="3038" y="3257"/>
                </a:lnTo>
                <a:lnTo>
                  <a:pt x="3037" y="3257"/>
                </a:lnTo>
                <a:lnTo>
                  <a:pt x="3037" y="3256"/>
                </a:lnTo>
                <a:lnTo>
                  <a:pt x="3037" y="3255"/>
                </a:lnTo>
                <a:lnTo>
                  <a:pt x="3036" y="3255"/>
                </a:lnTo>
                <a:lnTo>
                  <a:pt x="3035" y="3255"/>
                </a:lnTo>
                <a:lnTo>
                  <a:pt x="3034" y="3255"/>
                </a:lnTo>
                <a:lnTo>
                  <a:pt x="3034" y="3254"/>
                </a:lnTo>
                <a:lnTo>
                  <a:pt x="3033" y="3254"/>
                </a:lnTo>
                <a:lnTo>
                  <a:pt x="3032" y="3254"/>
                </a:lnTo>
                <a:lnTo>
                  <a:pt x="3032" y="3253"/>
                </a:lnTo>
                <a:lnTo>
                  <a:pt x="3032" y="3252"/>
                </a:lnTo>
                <a:lnTo>
                  <a:pt x="3031" y="3252"/>
                </a:lnTo>
                <a:lnTo>
                  <a:pt x="3030" y="3252"/>
                </a:lnTo>
                <a:lnTo>
                  <a:pt x="3030" y="3251"/>
                </a:lnTo>
                <a:lnTo>
                  <a:pt x="3029" y="3251"/>
                </a:lnTo>
                <a:lnTo>
                  <a:pt x="3029" y="3250"/>
                </a:lnTo>
                <a:lnTo>
                  <a:pt x="3028" y="3250"/>
                </a:lnTo>
                <a:lnTo>
                  <a:pt x="3028" y="3249"/>
                </a:lnTo>
                <a:lnTo>
                  <a:pt x="3027" y="3249"/>
                </a:lnTo>
                <a:lnTo>
                  <a:pt x="3026" y="3249"/>
                </a:lnTo>
                <a:lnTo>
                  <a:pt x="3025" y="3249"/>
                </a:lnTo>
                <a:lnTo>
                  <a:pt x="3024" y="3249"/>
                </a:lnTo>
                <a:lnTo>
                  <a:pt x="3023" y="3249"/>
                </a:lnTo>
                <a:lnTo>
                  <a:pt x="3023" y="3248"/>
                </a:lnTo>
                <a:lnTo>
                  <a:pt x="3022" y="3248"/>
                </a:lnTo>
                <a:lnTo>
                  <a:pt x="3022" y="3247"/>
                </a:lnTo>
                <a:lnTo>
                  <a:pt x="3021" y="3247"/>
                </a:lnTo>
                <a:lnTo>
                  <a:pt x="3020" y="3247"/>
                </a:lnTo>
                <a:lnTo>
                  <a:pt x="3020" y="3246"/>
                </a:lnTo>
                <a:lnTo>
                  <a:pt x="3020" y="3245"/>
                </a:lnTo>
                <a:lnTo>
                  <a:pt x="3021" y="3245"/>
                </a:lnTo>
                <a:lnTo>
                  <a:pt x="3021" y="3244"/>
                </a:lnTo>
                <a:lnTo>
                  <a:pt x="3021" y="3243"/>
                </a:lnTo>
                <a:lnTo>
                  <a:pt x="3021" y="3244"/>
                </a:lnTo>
                <a:lnTo>
                  <a:pt x="3022" y="3244"/>
                </a:lnTo>
                <a:lnTo>
                  <a:pt x="3022" y="3243"/>
                </a:lnTo>
                <a:lnTo>
                  <a:pt x="3023" y="3243"/>
                </a:lnTo>
                <a:lnTo>
                  <a:pt x="3023" y="3242"/>
                </a:lnTo>
                <a:lnTo>
                  <a:pt x="3024" y="3242"/>
                </a:lnTo>
                <a:lnTo>
                  <a:pt x="3025" y="3242"/>
                </a:lnTo>
                <a:lnTo>
                  <a:pt x="3025" y="3241"/>
                </a:lnTo>
                <a:lnTo>
                  <a:pt x="3025" y="3240"/>
                </a:lnTo>
                <a:lnTo>
                  <a:pt x="3025" y="3239"/>
                </a:lnTo>
                <a:lnTo>
                  <a:pt x="3025" y="3238"/>
                </a:lnTo>
                <a:lnTo>
                  <a:pt x="3025" y="3237"/>
                </a:lnTo>
                <a:lnTo>
                  <a:pt x="3024" y="3237"/>
                </a:lnTo>
                <a:lnTo>
                  <a:pt x="3023" y="3237"/>
                </a:lnTo>
                <a:lnTo>
                  <a:pt x="3023" y="3236"/>
                </a:lnTo>
                <a:lnTo>
                  <a:pt x="3022" y="3236"/>
                </a:lnTo>
                <a:lnTo>
                  <a:pt x="3022" y="3235"/>
                </a:lnTo>
                <a:lnTo>
                  <a:pt x="3021" y="3235"/>
                </a:lnTo>
                <a:lnTo>
                  <a:pt x="3020" y="3235"/>
                </a:lnTo>
                <a:lnTo>
                  <a:pt x="3019" y="3235"/>
                </a:lnTo>
                <a:lnTo>
                  <a:pt x="3019" y="3234"/>
                </a:lnTo>
                <a:lnTo>
                  <a:pt x="3019" y="3235"/>
                </a:lnTo>
                <a:lnTo>
                  <a:pt x="3019" y="3236"/>
                </a:lnTo>
                <a:lnTo>
                  <a:pt x="3018" y="3236"/>
                </a:lnTo>
                <a:lnTo>
                  <a:pt x="3018" y="3237"/>
                </a:lnTo>
                <a:lnTo>
                  <a:pt x="3017" y="3237"/>
                </a:lnTo>
                <a:lnTo>
                  <a:pt x="3017" y="3238"/>
                </a:lnTo>
                <a:lnTo>
                  <a:pt x="3016" y="3238"/>
                </a:lnTo>
                <a:lnTo>
                  <a:pt x="3016" y="3237"/>
                </a:lnTo>
                <a:lnTo>
                  <a:pt x="3016" y="3236"/>
                </a:lnTo>
                <a:lnTo>
                  <a:pt x="3015" y="3237"/>
                </a:lnTo>
                <a:lnTo>
                  <a:pt x="3015" y="3236"/>
                </a:lnTo>
                <a:lnTo>
                  <a:pt x="3014" y="3237"/>
                </a:lnTo>
                <a:lnTo>
                  <a:pt x="3013" y="3237"/>
                </a:lnTo>
                <a:lnTo>
                  <a:pt x="3013" y="3236"/>
                </a:lnTo>
                <a:lnTo>
                  <a:pt x="3014" y="3236"/>
                </a:lnTo>
                <a:lnTo>
                  <a:pt x="3013" y="3236"/>
                </a:lnTo>
                <a:lnTo>
                  <a:pt x="3013" y="3235"/>
                </a:lnTo>
                <a:lnTo>
                  <a:pt x="3013" y="3234"/>
                </a:lnTo>
                <a:lnTo>
                  <a:pt x="3013" y="3233"/>
                </a:lnTo>
                <a:lnTo>
                  <a:pt x="3013" y="3232"/>
                </a:lnTo>
                <a:lnTo>
                  <a:pt x="3012" y="3232"/>
                </a:lnTo>
                <a:lnTo>
                  <a:pt x="3011" y="3232"/>
                </a:lnTo>
                <a:lnTo>
                  <a:pt x="3011" y="3233"/>
                </a:lnTo>
                <a:lnTo>
                  <a:pt x="3011" y="3232"/>
                </a:lnTo>
                <a:lnTo>
                  <a:pt x="3010" y="3232"/>
                </a:lnTo>
                <a:lnTo>
                  <a:pt x="3009" y="3232"/>
                </a:lnTo>
                <a:lnTo>
                  <a:pt x="3009" y="3231"/>
                </a:lnTo>
                <a:lnTo>
                  <a:pt x="3009" y="3232"/>
                </a:lnTo>
                <a:lnTo>
                  <a:pt x="3008" y="3232"/>
                </a:lnTo>
                <a:lnTo>
                  <a:pt x="3008" y="3231"/>
                </a:lnTo>
                <a:lnTo>
                  <a:pt x="3007" y="3231"/>
                </a:lnTo>
                <a:lnTo>
                  <a:pt x="3007" y="3232"/>
                </a:lnTo>
                <a:lnTo>
                  <a:pt x="3007" y="3231"/>
                </a:lnTo>
                <a:lnTo>
                  <a:pt x="3006" y="3231"/>
                </a:lnTo>
                <a:lnTo>
                  <a:pt x="3006" y="3232"/>
                </a:lnTo>
                <a:lnTo>
                  <a:pt x="3006" y="3231"/>
                </a:lnTo>
                <a:lnTo>
                  <a:pt x="3005" y="3231"/>
                </a:lnTo>
                <a:lnTo>
                  <a:pt x="3005" y="3232"/>
                </a:lnTo>
                <a:lnTo>
                  <a:pt x="3004" y="3232"/>
                </a:lnTo>
                <a:lnTo>
                  <a:pt x="3003" y="3232"/>
                </a:lnTo>
                <a:lnTo>
                  <a:pt x="3002" y="3232"/>
                </a:lnTo>
                <a:lnTo>
                  <a:pt x="3002" y="3231"/>
                </a:lnTo>
                <a:lnTo>
                  <a:pt x="3002" y="3232"/>
                </a:lnTo>
                <a:lnTo>
                  <a:pt x="3001" y="3231"/>
                </a:lnTo>
                <a:lnTo>
                  <a:pt x="3002" y="3231"/>
                </a:lnTo>
                <a:lnTo>
                  <a:pt x="3002" y="3230"/>
                </a:lnTo>
                <a:lnTo>
                  <a:pt x="3001" y="3230"/>
                </a:lnTo>
                <a:lnTo>
                  <a:pt x="3001" y="3231"/>
                </a:lnTo>
                <a:lnTo>
                  <a:pt x="3001" y="3230"/>
                </a:lnTo>
                <a:lnTo>
                  <a:pt x="3000" y="3230"/>
                </a:lnTo>
                <a:lnTo>
                  <a:pt x="3000" y="3229"/>
                </a:lnTo>
                <a:lnTo>
                  <a:pt x="2999" y="3229"/>
                </a:lnTo>
                <a:lnTo>
                  <a:pt x="2999" y="3228"/>
                </a:lnTo>
                <a:lnTo>
                  <a:pt x="2998" y="3228"/>
                </a:lnTo>
                <a:lnTo>
                  <a:pt x="2998" y="3229"/>
                </a:lnTo>
                <a:lnTo>
                  <a:pt x="2997" y="3229"/>
                </a:lnTo>
                <a:lnTo>
                  <a:pt x="2996" y="3229"/>
                </a:lnTo>
                <a:lnTo>
                  <a:pt x="2996" y="3230"/>
                </a:lnTo>
                <a:lnTo>
                  <a:pt x="2995" y="3230"/>
                </a:lnTo>
                <a:lnTo>
                  <a:pt x="2995" y="3231"/>
                </a:lnTo>
                <a:lnTo>
                  <a:pt x="2995" y="3232"/>
                </a:lnTo>
                <a:lnTo>
                  <a:pt x="2995" y="3231"/>
                </a:lnTo>
                <a:lnTo>
                  <a:pt x="2995" y="3232"/>
                </a:lnTo>
                <a:lnTo>
                  <a:pt x="2994" y="3232"/>
                </a:lnTo>
                <a:lnTo>
                  <a:pt x="2993" y="3232"/>
                </a:lnTo>
                <a:lnTo>
                  <a:pt x="2993" y="3233"/>
                </a:lnTo>
                <a:lnTo>
                  <a:pt x="2993" y="3234"/>
                </a:lnTo>
                <a:lnTo>
                  <a:pt x="2993" y="3233"/>
                </a:lnTo>
                <a:lnTo>
                  <a:pt x="2992" y="3233"/>
                </a:lnTo>
                <a:lnTo>
                  <a:pt x="2992" y="3232"/>
                </a:lnTo>
                <a:lnTo>
                  <a:pt x="2991" y="3232"/>
                </a:lnTo>
                <a:lnTo>
                  <a:pt x="2991" y="3231"/>
                </a:lnTo>
                <a:lnTo>
                  <a:pt x="2991" y="3230"/>
                </a:lnTo>
                <a:lnTo>
                  <a:pt x="2991" y="3229"/>
                </a:lnTo>
                <a:lnTo>
                  <a:pt x="2992" y="3229"/>
                </a:lnTo>
                <a:lnTo>
                  <a:pt x="2992" y="3228"/>
                </a:lnTo>
                <a:lnTo>
                  <a:pt x="2993" y="3228"/>
                </a:lnTo>
                <a:lnTo>
                  <a:pt x="2993" y="3227"/>
                </a:lnTo>
                <a:lnTo>
                  <a:pt x="2994" y="3227"/>
                </a:lnTo>
                <a:lnTo>
                  <a:pt x="2993" y="3227"/>
                </a:lnTo>
                <a:lnTo>
                  <a:pt x="2994" y="3227"/>
                </a:lnTo>
                <a:lnTo>
                  <a:pt x="2993" y="3227"/>
                </a:lnTo>
                <a:lnTo>
                  <a:pt x="2993" y="3226"/>
                </a:lnTo>
                <a:lnTo>
                  <a:pt x="2993" y="3225"/>
                </a:lnTo>
                <a:lnTo>
                  <a:pt x="2993" y="3224"/>
                </a:lnTo>
                <a:lnTo>
                  <a:pt x="2993" y="3223"/>
                </a:lnTo>
                <a:lnTo>
                  <a:pt x="2993" y="3222"/>
                </a:lnTo>
                <a:lnTo>
                  <a:pt x="2993" y="3221"/>
                </a:lnTo>
                <a:lnTo>
                  <a:pt x="2994" y="3221"/>
                </a:lnTo>
                <a:lnTo>
                  <a:pt x="2994" y="3220"/>
                </a:lnTo>
                <a:lnTo>
                  <a:pt x="2994" y="3219"/>
                </a:lnTo>
                <a:lnTo>
                  <a:pt x="2993" y="3219"/>
                </a:lnTo>
                <a:lnTo>
                  <a:pt x="2993" y="3218"/>
                </a:lnTo>
                <a:lnTo>
                  <a:pt x="2992" y="3218"/>
                </a:lnTo>
                <a:lnTo>
                  <a:pt x="2992" y="3217"/>
                </a:lnTo>
                <a:lnTo>
                  <a:pt x="2992" y="3216"/>
                </a:lnTo>
                <a:lnTo>
                  <a:pt x="2992" y="3215"/>
                </a:lnTo>
                <a:lnTo>
                  <a:pt x="2992" y="3214"/>
                </a:lnTo>
                <a:lnTo>
                  <a:pt x="2993" y="3214"/>
                </a:lnTo>
                <a:lnTo>
                  <a:pt x="2993" y="3213"/>
                </a:lnTo>
                <a:lnTo>
                  <a:pt x="2992" y="3213"/>
                </a:lnTo>
                <a:lnTo>
                  <a:pt x="2991" y="3213"/>
                </a:lnTo>
                <a:lnTo>
                  <a:pt x="2991" y="3212"/>
                </a:lnTo>
                <a:lnTo>
                  <a:pt x="2991" y="3211"/>
                </a:lnTo>
                <a:lnTo>
                  <a:pt x="2990" y="3211"/>
                </a:lnTo>
                <a:lnTo>
                  <a:pt x="2990" y="3210"/>
                </a:lnTo>
                <a:lnTo>
                  <a:pt x="2991" y="3210"/>
                </a:lnTo>
                <a:lnTo>
                  <a:pt x="2991" y="3209"/>
                </a:lnTo>
                <a:lnTo>
                  <a:pt x="2992" y="3209"/>
                </a:lnTo>
                <a:lnTo>
                  <a:pt x="2992" y="3208"/>
                </a:lnTo>
                <a:lnTo>
                  <a:pt x="2993" y="3208"/>
                </a:lnTo>
                <a:lnTo>
                  <a:pt x="2993" y="3207"/>
                </a:lnTo>
                <a:lnTo>
                  <a:pt x="2993" y="3206"/>
                </a:lnTo>
                <a:lnTo>
                  <a:pt x="2992" y="3206"/>
                </a:lnTo>
                <a:lnTo>
                  <a:pt x="2992" y="3205"/>
                </a:lnTo>
                <a:lnTo>
                  <a:pt x="2992" y="3204"/>
                </a:lnTo>
                <a:lnTo>
                  <a:pt x="2992" y="3203"/>
                </a:lnTo>
                <a:lnTo>
                  <a:pt x="2991" y="3203"/>
                </a:lnTo>
                <a:lnTo>
                  <a:pt x="2991" y="3202"/>
                </a:lnTo>
                <a:lnTo>
                  <a:pt x="2992" y="3202"/>
                </a:lnTo>
                <a:lnTo>
                  <a:pt x="2992" y="3201"/>
                </a:lnTo>
                <a:lnTo>
                  <a:pt x="2991" y="3201"/>
                </a:lnTo>
                <a:lnTo>
                  <a:pt x="2991" y="3200"/>
                </a:lnTo>
                <a:lnTo>
                  <a:pt x="2990" y="3200"/>
                </a:lnTo>
                <a:lnTo>
                  <a:pt x="2990" y="3201"/>
                </a:lnTo>
                <a:lnTo>
                  <a:pt x="2990" y="3200"/>
                </a:lnTo>
                <a:lnTo>
                  <a:pt x="2990" y="3199"/>
                </a:lnTo>
                <a:lnTo>
                  <a:pt x="2990" y="3198"/>
                </a:lnTo>
                <a:lnTo>
                  <a:pt x="2989" y="3198"/>
                </a:lnTo>
                <a:lnTo>
                  <a:pt x="2989" y="3197"/>
                </a:lnTo>
                <a:lnTo>
                  <a:pt x="2989" y="3196"/>
                </a:lnTo>
                <a:lnTo>
                  <a:pt x="2989" y="3195"/>
                </a:lnTo>
                <a:lnTo>
                  <a:pt x="2988" y="3195"/>
                </a:lnTo>
                <a:lnTo>
                  <a:pt x="2987" y="3195"/>
                </a:lnTo>
                <a:lnTo>
                  <a:pt x="2986" y="3195"/>
                </a:lnTo>
                <a:lnTo>
                  <a:pt x="2985" y="3195"/>
                </a:lnTo>
                <a:lnTo>
                  <a:pt x="2984" y="3195"/>
                </a:lnTo>
                <a:lnTo>
                  <a:pt x="2983" y="3195"/>
                </a:lnTo>
                <a:lnTo>
                  <a:pt x="2983" y="3194"/>
                </a:lnTo>
                <a:lnTo>
                  <a:pt x="2983" y="3195"/>
                </a:lnTo>
                <a:lnTo>
                  <a:pt x="2982" y="3195"/>
                </a:lnTo>
                <a:lnTo>
                  <a:pt x="2982" y="3194"/>
                </a:lnTo>
                <a:lnTo>
                  <a:pt x="2981" y="3194"/>
                </a:lnTo>
                <a:lnTo>
                  <a:pt x="2981" y="3195"/>
                </a:lnTo>
                <a:lnTo>
                  <a:pt x="2981" y="3194"/>
                </a:lnTo>
                <a:lnTo>
                  <a:pt x="2980" y="3194"/>
                </a:lnTo>
                <a:lnTo>
                  <a:pt x="2980" y="3193"/>
                </a:lnTo>
                <a:lnTo>
                  <a:pt x="2980" y="3192"/>
                </a:lnTo>
                <a:lnTo>
                  <a:pt x="2981" y="3192"/>
                </a:lnTo>
                <a:lnTo>
                  <a:pt x="2982" y="3192"/>
                </a:lnTo>
                <a:lnTo>
                  <a:pt x="2982" y="3191"/>
                </a:lnTo>
                <a:lnTo>
                  <a:pt x="2982" y="3190"/>
                </a:lnTo>
                <a:lnTo>
                  <a:pt x="2982" y="3191"/>
                </a:lnTo>
                <a:lnTo>
                  <a:pt x="2982" y="3190"/>
                </a:lnTo>
                <a:lnTo>
                  <a:pt x="2982" y="3189"/>
                </a:lnTo>
                <a:lnTo>
                  <a:pt x="2981" y="3189"/>
                </a:lnTo>
                <a:lnTo>
                  <a:pt x="2981" y="3188"/>
                </a:lnTo>
                <a:lnTo>
                  <a:pt x="2981" y="3187"/>
                </a:lnTo>
                <a:lnTo>
                  <a:pt x="2980" y="3186"/>
                </a:lnTo>
                <a:lnTo>
                  <a:pt x="2981" y="3186"/>
                </a:lnTo>
                <a:lnTo>
                  <a:pt x="2981" y="3185"/>
                </a:lnTo>
                <a:lnTo>
                  <a:pt x="2981" y="3184"/>
                </a:lnTo>
                <a:lnTo>
                  <a:pt x="2980" y="3184"/>
                </a:lnTo>
                <a:lnTo>
                  <a:pt x="2980" y="3183"/>
                </a:lnTo>
                <a:lnTo>
                  <a:pt x="2980" y="3182"/>
                </a:lnTo>
                <a:lnTo>
                  <a:pt x="2981" y="3182"/>
                </a:lnTo>
                <a:lnTo>
                  <a:pt x="2981" y="3181"/>
                </a:lnTo>
                <a:lnTo>
                  <a:pt x="2981" y="3182"/>
                </a:lnTo>
                <a:lnTo>
                  <a:pt x="2982" y="3182"/>
                </a:lnTo>
                <a:lnTo>
                  <a:pt x="2982" y="3181"/>
                </a:lnTo>
                <a:lnTo>
                  <a:pt x="2982" y="3180"/>
                </a:lnTo>
                <a:lnTo>
                  <a:pt x="2982" y="3179"/>
                </a:lnTo>
                <a:lnTo>
                  <a:pt x="2982" y="3178"/>
                </a:lnTo>
                <a:lnTo>
                  <a:pt x="2982" y="3176"/>
                </a:lnTo>
                <a:lnTo>
                  <a:pt x="2983" y="3176"/>
                </a:lnTo>
                <a:lnTo>
                  <a:pt x="2983" y="3175"/>
                </a:lnTo>
                <a:lnTo>
                  <a:pt x="2983" y="3174"/>
                </a:lnTo>
                <a:lnTo>
                  <a:pt x="2983" y="3173"/>
                </a:lnTo>
                <a:lnTo>
                  <a:pt x="2984" y="3173"/>
                </a:lnTo>
                <a:lnTo>
                  <a:pt x="2984" y="3172"/>
                </a:lnTo>
                <a:lnTo>
                  <a:pt x="2984" y="3171"/>
                </a:lnTo>
                <a:lnTo>
                  <a:pt x="2984" y="3170"/>
                </a:lnTo>
                <a:lnTo>
                  <a:pt x="2985" y="3170"/>
                </a:lnTo>
                <a:lnTo>
                  <a:pt x="2984" y="3170"/>
                </a:lnTo>
                <a:lnTo>
                  <a:pt x="2984" y="3169"/>
                </a:lnTo>
                <a:lnTo>
                  <a:pt x="2984" y="3168"/>
                </a:lnTo>
                <a:lnTo>
                  <a:pt x="2985" y="3168"/>
                </a:lnTo>
                <a:lnTo>
                  <a:pt x="2986" y="3168"/>
                </a:lnTo>
                <a:lnTo>
                  <a:pt x="2986" y="3167"/>
                </a:lnTo>
                <a:lnTo>
                  <a:pt x="2986" y="3168"/>
                </a:lnTo>
                <a:lnTo>
                  <a:pt x="2987" y="3168"/>
                </a:lnTo>
                <a:lnTo>
                  <a:pt x="2987" y="3169"/>
                </a:lnTo>
                <a:lnTo>
                  <a:pt x="2987" y="3170"/>
                </a:lnTo>
                <a:lnTo>
                  <a:pt x="2988" y="3170"/>
                </a:lnTo>
                <a:lnTo>
                  <a:pt x="2988" y="3171"/>
                </a:lnTo>
                <a:lnTo>
                  <a:pt x="2989" y="3171"/>
                </a:lnTo>
                <a:lnTo>
                  <a:pt x="2989" y="3170"/>
                </a:lnTo>
                <a:lnTo>
                  <a:pt x="2989" y="3171"/>
                </a:lnTo>
                <a:lnTo>
                  <a:pt x="2990" y="3171"/>
                </a:lnTo>
                <a:lnTo>
                  <a:pt x="2990" y="3170"/>
                </a:lnTo>
                <a:lnTo>
                  <a:pt x="2991" y="3170"/>
                </a:lnTo>
                <a:lnTo>
                  <a:pt x="2992" y="3170"/>
                </a:lnTo>
                <a:lnTo>
                  <a:pt x="2993" y="3170"/>
                </a:lnTo>
                <a:lnTo>
                  <a:pt x="2994" y="3170"/>
                </a:lnTo>
                <a:lnTo>
                  <a:pt x="2995" y="3170"/>
                </a:lnTo>
                <a:lnTo>
                  <a:pt x="2995" y="3169"/>
                </a:lnTo>
                <a:lnTo>
                  <a:pt x="2995" y="3168"/>
                </a:lnTo>
                <a:lnTo>
                  <a:pt x="2996" y="3168"/>
                </a:lnTo>
                <a:lnTo>
                  <a:pt x="2995" y="3168"/>
                </a:lnTo>
                <a:lnTo>
                  <a:pt x="2995" y="3167"/>
                </a:lnTo>
                <a:lnTo>
                  <a:pt x="2994" y="3167"/>
                </a:lnTo>
                <a:lnTo>
                  <a:pt x="2995" y="3166"/>
                </a:lnTo>
                <a:lnTo>
                  <a:pt x="2995" y="3165"/>
                </a:lnTo>
                <a:lnTo>
                  <a:pt x="2995" y="3164"/>
                </a:lnTo>
                <a:lnTo>
                  <a:pt x="2995" y="3163"/>
                </a:lnTo>
                <a:lnTo>
                  <a:pt x="2996" y="3163"/>
                </a:lnTo>
                <a:lnTo>
                  <a:pt x="2996" y="3162"/>
                </a:lnTo>
                <a:lnTo>
                  <a:pt x="2997" y="3161"/>
                </a:lnTo>
                <a:lnTo>
                  <a:pt x="2998" y="3161"/>
                </a:lnTo>
                <a:lnTo>
                  <a:pt x="2998" y="3160"/>
                </a:lnTo>
                <a:lnTo>
                  <a:pt x="2998" y="3159"/>
                </a:lnTo>
                <a:lnTo>
                  <a:pt x="2997" y="3159"/>
                </a:lnTo>
                <a:lnTo>
                  <a:pt x="2997" y="3158"/>
                </a:lnTo>
                <a:lnTo>
                  <a:pt x="2998" y="3158"/>
                </a:lnTo>
                <a:lnTo>
                  <a:pt x="2999" y="3158"/>
                </a:lnTo>
                <a:lnTo>
                  <a:pt x="2999" y="3157"/>
                </a:lnTo>
                <a:lnTo>
                  <a:pt x="3000" y="3157"/>
                </a:lnTo>
                <a:lnTo>
                  <a:pt x="2999" y="3157"/>
                </a:lnTo>
                <a:lnTo>
                  <a:pt x="2999" y="3156"/>
                </a:lnTo>
                <a:lnTo>
                  <a:pt x="2999" y="3155"/>
                </a:lnTo>
                <a:lnTo>
                  <a:pt x="2998" y="3155"/>
                </a:lnTo>
                <a:lnTo>
                  <a:pt x="2999" y="3155"/>
                </a:lnTo>
                <a:lnTo>
                  <a:pt x="2999" y="3154"/>
                </a:lnTo>
                <a:lnTo>
                  <a:pt x="2999" y="3153"/>
                </a:lnTo>
                <a:lnTo>
                  <a:pt x="3000" y="3153"/>
                </a:lnTo>
                <a:lnTo>
                  <a:pt x="3000" y="3152"/>
                </a:lnTo>
                <a:lnTo>
                  <a:pt x="3001" y="3152"/>
                </a:lnTo>
                <a:lnTo>
                  <a:pt x="3001" y="3151"/>
                </a:lnTo>
                <a:lnTo>
                  <a:pt x="3000" y="3151"/>
                </a:lnTo>
                <a:lnTo>
                  <a:pt x="3001" y="3151"/>
                </a:lnTo>
                <a:lnTo>
                  <a:pt x="3002" y="3151"/>
                </a:lnTo>
                <a:lnTo>
                  <a:pt x="3003" y="3151"/>
                </a:lnTo>
                <a:lnTo>
                  <a:pt x="3003" y="3150"/>
                </a:lnTo>
                <a:lnTo>
                  <a:pt x="3004" y="3150"/>
                </a:lnTo>
                <a:lnTo>
                  <a:pt x="3004" y="3149"/>
                </a:lnTo>
                <a:lnTo>
                  <a:pt x="3004" y="3148"/>
                </a:lnTo>
                <a:lnTo>
                  <a:pt x="3005" y="3148"/>
                </a:lnTo>
                <a:lnTo>
                  <a:pt x="3005" y="3147"/>
                </a:lnTo>
                <a:lnTo>
                  <a:pt x="3004" y="3147"/>
                </a:lnTo>
                <a:lnTo>
                  <a:pt x="3004" y="3145"/>
                </a:lnTo>
                <a:lnTo>
                  <a:pt x="3003" y="3145"/>
                </a:lnTo>
                <a:lnTo>
                  <a:pt x="3002" y="3145"/>
                </a:lnTo>
                <a:lnTo>
                  <a:pt x="3001" y="3145"/>
                </a:lnTo>
                <a:lnTo>
                  <a:pt x="3000" y="3145"/>
                </a:lnTo>
                <a:lnTo>
                  <a:pt x="2999" y="3145"/>
                </a:lnTo>
                <a:lnTo>
                  <a:pt x="2999" y="3147"/>
                </a:lnTo>
                <a:lnTo>
                  <a:pt x="2999" y="3145"/>
                </a:lnTo>
                <a:lnTo>
                  <a:pt x="2999" y="3144"/>
                </a:lnTo>
                <a:lnTo>
                  <a:pt x="2998" y="3144"/>
                </a:lnTo>
                <a:lnTo>
                  <a:pt x="2998" y="3143"/>
                </a:lnTo>
                <a:lnTo>
                  <a:pt x="2997" y="3143"/>
                </a:lnTo>
                <a:lnTo>
                  <a:pt x="2997" y="3142"/>
                </a:lnTo>
                <a:lnTo>
                  <a:pt x="2996" y="3142"/>
                </a:lnTo>
                <a:lnTo>
                  <a:pt x="2995" y="3142"/>
                </a:lnTo>
                <a:lnTo>
                  <a:pt x="2995" y="3141"/>
                </a:lnTo>
                <a:lnTo>
                  <a:pt x="2994" y="3140"/>
                </a:lnTo>
                <a:lnTo>
                  <a:pt x="2993" y="3140"/>
                </a:lnTo>
                <a:lnTo>
                  <a:pt x="2994" y="3140"/>
                </a:lnTo>
                <a:lnTo>
                  <a:pt x="2994" y="3139"/>
                </a:lnTo>
                <a:lnTo>
                  <a:pt x="2994" y="3140"/>
                </a:lnTo>
                <a:lnTo>
                  <a:pt x="2994" y="3139"/>
                </a:lnTo>
                <a:lnTo>
                  <a:pt x="2994" y="3138"/>
                </a:lnTo>
                <a:lnTo>
                  <a:pt x="2993" y="3138"/>
                </a:lnTo>
                <a:lnTo>
                  <a:pt x="2992" y="3138"/>
                </a:lnTo>
                <a:lnTo>
                  <a:pt x="2992" y="3137"/>
                </a:lnTo>
                <a:lnTo>
                  <a:pt x="2992" y="3138"/>
                </a:lnTo>
                <a:lnTo>
                  <a:pt x="2992" y="3137"/>
                </a:lnTo>
                <a:lnTo>
                  <a:pt x="2992" y="3138"/>
                </a:lnTo>
                <a:lnTo>
                  <a:pt x="2991" y="3138"/>
                </a:lnTo>
                <a:lnTo>
                  <a:pt x="2991" y="3137"/>
                </a:lnTo>
                <a:lnTo>
                  <a:pt x="2990" y="3137"/>
                </a:lnTo>
                <a:lnTo>
                  <a:pt x="2990" y="3138"/>
                </a:lnTo>
                <a:lnTo>
                  <a:pt x="2990" y="3139"/>
                </a:lnTo>
                <a:lnTo>
                  <a:pt x="2989" y="3139"/>
                </a:lnTo>
                <a:lnTo>
                  <a:pt x="2989" y="3140"/>
                </a:lnTo>
                <a:lnTo>
                  <a:pt x="2988" y="3140"/>
                </a:lnTo>
                <a:lnTo>
                  <a:pt x="2988" y="3139"/>
                </a:lnTo>
                <a:lnTo>
                  <a:pt x="2987" y="3139"/>
                </a:lnTo>
                <a:lnTo>
                  <a:pt x="2987" y="3138"/>
                </a:lnTo>
                <a:lnTo>
                  <a:pt x="2986" y="3138"/>
                </a:lnTo>
                <a:lnTo>
                  <a:pt x="2986" y="3137"/>
                </a:lnTo>
                <a:lnTo>
                  <a:pt x="2987" y="3137"/>
                </a:lnTo>
                <a:lnTo>
                  <a:pt x="2986" y="3137"/>
                </a:lnTo>
                <a:lnTo>
                  <a:pt x="2985" y="3137"/>
                </a:lnTo>
                <a:lnTo>
                  <a:pt x="2985" y="3136"/>
                </a:lnTo>
                <a:lnTo>
                  <a:pt x="2985" y="3135"/>
                </a:lnTo>
                <a:lnTo>
                  <a:pt x="2985" y="3134"/>
                </a:lnTo>
                <a:lnTo>
                  <a:pt x="2984" y="3134"/>
                </a:lnTo>
                <a:lnTo>
                  <a:pt x="2984" y="3133"/>
                </a:lnTo>
                <a:lnTo>
                  <a:pt x="2984" y="3134"/>
                </a:lnTo>
                <a:lnTo>
                  <a:pt x="2983" y="3134"/>
                </a:lnTo>
                <a:lnTo>
                  <a:pt x="2983" y="3133"/>
                </a:lnTo>
                <a:lnTo>
                  <a:pt x="2982" y="3133"/>
                </a:lnTo>
                <a:lnTo>
                  <a:pt x="2982" y="3134"/>
                </a:lnTo>
                <a:lnTo>
                  <a:pt x="2981" y="3134"/>
                </a:lnTo>
                <a:lnTo>
                  <a:pt x="2980" y="3134"/>
                </a:lnTo>
                <a:lnTo>
                  <a:pt x="2979" y="3134"/>
                </a:lnTo>
                <a:lnTo>
                  <a:pt x="2979" y="3133"/>
                </a:lnTo>
                <a:lnTo>
                  <a:pt x="2978" y="3133"/>
                </a:lnTo>
                <a:lnTo>
                  <a:pt x="2978" y="3132"/>
                </a:lnTo>
                <a:lnTo>
                  <a:pt x="2979" y="3132"/>
                </a:lnTo>
                <a:lnTo>
                  <a:pt x="2978" y="3132"/>
                </a:lnTo>
                <a:lnTo>
                  <a:pt x="2977" y="3132"/>
                </a:lnTo>
                <a:lnTo>
                  <a:pt x="2977" y="3131"/>
                </a:lnTo>
                <a:lnTo>
                  <a:pt x="2977" y="3132"/>
                </a:lnTo>
                <a:lnTo>
                  <a:pt x="2976" y="3132"/>
                </a:lnTo>
                <a:lnTo>
                  <a:pt x="2976" y="3133"/>
                </a:lnTo>
                <a:lnTo>
                  <a:pt x="2975" y="3133"/>
                </a:lnTo>
                <a:lnTo>
                  <a:pt x="2975" y="3134"/>
                </a:lnTo>
                <a:lnTo>
                  <a:pt x="2975" y="3133"/>
                </a:lnTo>
                <a:lnTo>
                  <a:pt x="2975" y="3134"/>
                </a:lnTo>
                <a:lnTo>
                  <a:pt x="2975" y="3135"/>
                </a:lnTo>
                <a:lnTo>
                  <a:pt x="2975" y="3136"/>
                </a:lnTo>
                <a:lnTo>
                  <a:pt x="2974" y="3136"/>
                </a:lnTo>
                <a:lnTo>
                  <a:pt x="2973" y="3136"/>
                </a:lnTo>
                <a:lnTo>
                  <a:pt x="2973" y="3135"/>
                </a:lnTo>
                <a:lnTo>
                  <a:pt x="2972" y="3135"/>
                </a:lnTo>
                <a:lnTo>
                  <a:pt x="2972" y="3136"/>
                </a:lnTo>
                <a:lnTo>
                  <a:pt x="2972" y="3137"/>
                </a:lnTo>
                <a:lnTo>
                  <a:pt x="2971" y="3137"/>
                </a:lnTo>
                <a:lnTo>
                  <a:pt x="2971" y="3136"/>
                </a:lnTo>
                <a:lnTo>
                  <a:pt x="2970" y="3136"/>
                </a:lnTo>
                <a:lnTo>
                  <a:pt x="2970" y="3137"/>
                </a:lnTo>
                <a:lnTo>
                  <a:pt x="2969" y="3137"/>
                </a:lnTo>
                <a:lnTo>
                  <a:pt x="2969" y="3138"/>
                </a:lnTo>
                <a:lnTo>
                  <a:pt x="2968" y="3138"/>
                </a:lnTo>
                <a:lnTo>
                  <a:pt x="2968" y="3137"/>
                </a:lnTo>
                <a:lnTo>
                  <a:pt x="2967" y="3137"/>
                </a:lnTo>
                <a:lnTo>
                  <a:pt x="2967" y="3138"/>
                </a:lnTo>
                <a:lnTo>
                  <a:pt x="2967" y="3139"/>
                </a:lnTo>
                <a:lnTo>
                  <a:pt x="2966" y="3139"/>
                </a:lnTo>
                <a:lnTo>
                  <a:pt x="2966" y="3138"/>
                </a:lnTo>
                <a:lnTo>
                  <a:pt x="2965" y="3138"/>
                </a:lnTo>
                <a:lnTo>
                  <a:pt x="2964" y="3138"/>
                </a:lnTo>
                <a:lnTo>
                  <a:pt x="2963" y="3138"/>
                </a:lnTo>
                <a:lnTo>
                  <a:pt x="2963" y="3139"/>
                </a:lnTo>
                <a:lnTo>
                  <a:pt x="2962" y="3139"/>
                </a:lnTo>
                <a:lnTo>
                  <a:pt x="2963" y="3139"/>
                </a:lnTo>
                <a:lnTo>
                  <a:pt x="2962" y="3139"/>
                </a:lnTo>
                <a:lnTo>
                  <a:pt x="2962" y="3140"/>
                </a:lnTo>
                <a:lnTo>
                  <a:pt x="2962" y="3141"/>
                </a:lnTo>
                <a:lnTo>
                  <a:pt x="2961" y="3141"/>
                </a:lnTo>
                <a:lnTo>
                  <a:pt x="2961" y="3140"/>
                </a:lnTo>
                <a:lnTo>
                  <a:pt x="2960" y="3140"/>
                </a:lnTo>
                <a:lnTo>
                  <a:pt x="2959" y="3140"/>
                </a:lnTo>
                <a:lnTo>
                  <a:pt x="2959" y="3139"/>
                </a:lnTo>
                <a:lnTo>
                  <a:pt x="2959" y="3140"/>
                </a:lnTo>
                <a:lnTo>
                  <a:pt x="2958" y="3140"/>
                </a:lnTo>
                <a:lnTo>
                  <a:pt x="2957" y="3140"/>
                </a:lnTo>
                <a:lnTo>
                  <a:pt x="2957" y="3139"/>
                </a:lnTo>
                <a:lnTo>
                  <a:pt x="2956" y="3139"/>
                </a:lnTo>
                <a:lnTo>
                  <a:pt x="2956" y="3140"/>
                </a:lnTo>
                <a:lnTo>
                  <a:pt x="2955" y="3140"/>
                </a:lnTo>
                <a:lnTo>
                  <a:pt x="2955" y="3139"/>
                </a:lnTo>
                <a:lnTo>
                  <a:pt x="2955" y="3140"/>
                </a:lnTo>
                <a:lnTo>
                  <a:pt x="2955" y="3139"/>
                </a:lnTo>
                <a:lnTo>
                  <a:pt x="2954" y="3139"/>
                </a:lnTo>
                <a:lnTo>
                  <a:pt x="2953" y="3139"/>
                </a:lnTo>
                <a:lnTo>
                  <a:pt x="2953" y="3138"/>
                </a:lnTo>
                <a:lnTo>
                  <a:pt x="2954" y="3138"/>
                </a:lnTo>
                <a:lnTo>
                  <a:pt x="2953" y="3138"/>
                </a:lnTo>
                <a:lnTo>
                  <a:pt x="2952" y="3138"/>
                </a:lnTo>
                <a:lnTo>
                  <a:pt x="2952" y="3137"/>
                </a:lnTo>
                <a:lnTo>
                  <a:pt x="2953" y="3137"/>
                </a:lnTo>
                <a:lnTo>
                  <a:pt x="2953" y="3136"/>
                </a:lnTo>
                <a:lnTo>
                  <a:pt x="2954" y="3136"/>
                </a:lnTo>
                <a:lnTo>
                  <a:pt x="2954" y="3135"/>
                </a:lnTo>
                <a:lnTo>
                  <a:pt x="2953" y="3135"/>
                </a:lnTo>
                <a:lnTo>
                  <a:pt x="2953" y="3134"/>
                </a:lnTo>
                <a:lnTo>
                  <a:pt x="2952" y="3134"/>
                </a:lnTo>
                <a:lnTo>
                  <a:pt x="2952" y="3133"/>
                </a:lnTo>
                <a:lnTo>
                  <a:pt x="2951" y="3133"/>
                </a:lnTo>
                <a:lnTo>
                  <a:pt x="2951" y="3132"/>
                </a:lnTo>
                <a:lnTo>
                  <a:pt x="2952" y="3132"/>
                </a:lnTo>
                <a:lnTo>
                  <a:pt x="2951" y="3132"/>
                </a:lnTo>
                <a:lnTo>
                  <a:pt x="2951" y="3131"/>
                </a:lnTo>
                <a:lnTo>
                  <a:pt x="2950" y="3131"/>
                </a:lnTo>
                <a:lnTo>
                  <a:pt x="2950" y="3130"/>
                </a:lnTo>
                <a:lnTo>
                  <a:pt x="2949" y="3130"/>
                </a:lnTo>
                <a:lnTo>
                  <a:pt x="2949" y="3129"/>
                </a:lnTo>
                <a:lnTo>
                  <a:pt x="2948" y="3129"/>
                </a:lnTo>
                <a:lnTo>
                  <a:pt x="2948" y="3128"/>
                </a:lnTo>
                <a:lnTo>
                  <a:pt x="2947" y="3128"/>
                </a:lnTo>
                <a:lnTo>
                  <a:pt x="2947" y="3127"/>
                </a:lnTo>
                <a:lnTo>
                  <a:pt x="2946" y="3127"/>
                </a:lnTo>
                <a:lnTo>
                  <a:pt x="2946" y="3128"/>
                </a:lnTo>
                <a:lnTo>
                  <a:pt x="2945" y="3128"/>
                </a:lnTo>
                <a:lnTo>
                  <a:pt x="2944" y="3128"/>
                </a:lnTo>
                <a:lnTo>
                  <a:pt x="2944" y="3127"/>
                </a:lnTo>
                <a:lnTo>
                  <a:pt x="2943" y="3127"/>
                </a:lnTo>
                <a:lnTo>
                  <a:pt x="2942" y="3127"/>
                </a:lnTo>
                <a:lnTo>
                  <a:pt x="2941" y="3127"/>
                </a:lnTo>
                <a:lnTo>
                  <a:pt x="2940" y="3127"/>
                </a:lnTo>
                <a:lnTo>
                  <a:pt x="2940" y="3128"/>
                </a:lnTo>
                <a:lnTo>
                  <a:pt x="2940" y="3127"/>
                </a:lnTo>
                <a:lnTo>
                  <a:pt x="2939" y="3127"/>
                </a:lnTo>
                <a:lnTo>
                  <a:pt x="2939" y="3128"/>
                </a:lnTo>
                <a:lnTo>
                  <a:pt x="2939" y="3127"/>
                </a:lnTo>
                <a:lnTo>
                  <a:pt x="2938" y="3127"/>
                </a:lnTo>
                <a:lnTo>
                  <a:pt x="2938" y="3126"/>
                </a:lnTo>
                <a:lnTo>
                  <a:pt x="2937" y="3126"/>
                </a:lnTo>
                <a:lnTo>
                  <a:pt x="2936" y="3126"/>
                </a:lnTo>
                <a:lnTo>
                  <a:pt x="2936" y="3127"/>
                </a:lnTo>
                <a:lnTo>
                  <a:pt x="2935" y="3127"/>
                </a:lnTo>
                <a:lnTo>
                  <a:pt x="2934" y="3127"/>
                </a:lnTo>
                <a:lnTo>
                  <a:pt x="2933" y="3127"/>
                </a:lnTo>
                <a:lnTo>
                  <a:pt x="2932" y="3127"/>
                </a:lnTo>
                <a:lnTo>
                  <a:pt x="2931" y="3127"/>
                </a:lnTo>
                <a:lnTo>
                  <a:pt x="2930" y="3127"/>
                </a:lnTo>
                <a:lnTo>
                  <a:pt x="2930" y="3128"/>
                </a:lnTo>
                <a:lnTo>
                  <a:pt x="2930" y="3129"/>
                </a:lnTo>
                <a:lnTo>
                  <a:pt x="2930" y="3130"/>
                </a:lnTo>
                <a:lnTo>
                  <a:pt x="2930" y="3131"/>
                </a:lnTo>
                <a:lnTo>
                  <a:pt x="2930" y="3132"/>
                </a:lnTo>
                <a:lnTo>
                  <a:pt x="2929" y="3132"/>
                </a:lnTo>
                <a:lnTo>
                  <a:pt x="2928" y="3132"/>
                </a:lnTo>
                <a:lnTo>
                  <a:pt x="2927" y="3132"/>
                </a:lnTo>
                <a:lnTo>
                  <a:pt x="2927" y="3131"/>
                </a:lnTo>
                <a:lnTo>
                  <a:pt x="2926" y="3131"/>
                </a:lnTo>
                <a:lnTo>
                  <a:pt x="2926" y="3132"/>
                </a:lnTo>
                <a:lnTo>
                  <a:pt x="2925" y="3132"/>
                </a:lnTo>
                <a:lnTo>
                  <a:pt x="2925" y="3133"/>
                </a:lnTo>
                <a:lnTo>
                  <a:pt x="2925" y="3132"/>
                </a:lnTo>
                <a:lnTo>
                  <a:pt x="2925" y="3133"/>
                </a:lnTo>
                <a:lnTo>
                  <a:pt x="2924" y="3133"/>
                </a:lnTo>
                <a:lnTo>
                  <a:pt x="2924" y="3132"/>
                </a:lnTo>
                <a:lnTo>
                  <a:pt x="2923" y="3132"/>
                </a:lnTo>
                <a:lnTo>
                  <a:pt x="2922" y="3132"/>
                </a:lnTo>
                <a:lnTo>
                  <a:pt x="2921" y="3132"/>
                </a:lnTo>
                <a:lnTo>
                  <a:pt x="2920" y="3132"/>
                </a:lnTo>
                <a:lnTo>
                  <a:pt x="2920" y="3133"/>
                </a:lnTo>
                <a:lnTo>
                  <a:pt x="2920" y="3132"/>
                </a:lnTo>
                <a:lnTo>
                  <a:pt x="2920" y="3133"/>
                </a:lnTo>
                <a:lnTo>
                  <a:pt x="2919" y="3133"/>
                </a:lnTo>
                <a:lnTo>
                  <a:pt x="2920" y="3133"/>
                </a:lnTo>
                <a:lnTo>
                  <a:pt x="2919" y="3133"/>
                </a:lnTo>
                <a:lnTo>
                  <a:pt x="2919" y="3134"/>
                </a:lnTo>
                <a:lnTo>
                  <a:pt x="2919" y="3135"/>
                </a:lnTo>
                <a:lnTo>
                  <a:pt x="2918" y="3134"/>
                </a:lnTo>
                <a:lnTo>
                  <a:pt x="2918" y="3133"/>
                </a:lnTo>
                <a:lnTo>
                  <a:pt x="2918" y="3132"/>
                </a:lnTo>
                <a:lnTo>
                  <a:pt x="2917" y="3132"/>
                </a:lnTo>
                <a:lnTo>
                  <a:pt x="2916" y="3132"/>
                </a:lnTo>
                <a:lnTo>
                  <a:pt x="2916" y="3131"/>
                </a:lnTo>
                <a:lnTo>
                  <a:pt x="2917" y="3131"/>
                </a:lnTo>
                <a:lnTo>
                  <a:pt x="2916" y="3131"/>
                </a:lnTo>
                <a:lnTo>
                  <a:pt x="2916" y="3130"/>
                </a:lnTo>
                <a:lnTo>
                  <a:pt x="2917" y="3130"/>
                </a:lnTo>
                <a:lnTo>
                  <a:pt x="2917" y="3129"/>
                </a:lnTo>
                <a:lnTo>
                  <a:pt x="2916" y="3129"/>
                </a:lnTo>
                <a:lnTo>
                  <a:pt x="2915" y="3129"/>
                </a:lnTo>
                <a:lnTo>
                  <a:pt x="2916" y="3129"/>
                </a:lnTo>
                <a:lnTo>
                  <a:pt x="2915" y="3129"/>
                </a:lnTo>
                <a:lnTo>
                  <a:pt x="2915" y="3128"/>
                </a:lnTo>
                <a:lnTo>
                  <a:pt x="2915" y="3127"/>
                </a:lnTo>
                <a:lnTo>
                  <a:pt x="2914" y="3127"/>
                </a:lnTo>
                <a:lnTo>
                  <a:pt x="2913" y="3127"/>
                </a:lnTo>
                <a:lnTo>
                  <a:pt x="2912" y="3127"/>
                </a:lnTo>
                <a:lnTo>
                  <a:pt x="2912" y="3126"/>
                </a:lnTo>
                <a:lnTo>
                  <a:pt x="2911" y="3126"/>
                </a:lnTo>
                <a:lnTo>
                  <a:pt x="2911" y="3125"/>
                </a:lnTo>
                <a:lnTo>
                  <a:pt x="2910" y="3125"/>
                </a:lnTo>
                <a:lnTo>
                  <a:pt x="2910" y="3124"/>
                </a:lnTo>
                <a:lnTo>
                  <a:pt x="2909" y="3124"/>
                </a:lnTo>
                <a:lnTo>
                  <a:pt x="2909" y="3123"/>
                </a:lnTo>
                <a:lnTo>
                  <a:pt x="2909" y="3124"/>
                </a:lnTo>
                <a:lnTo>
                  <a:pt x="2909" y="3123"/>
                </a:lnTo>
                <a:lnTo>
                  <a:pt x="2908" y="3123"/>
                </a:lnTo>
                <a:lnTo>
                  <a:pt x="2907" y="3123"/>
                </a:lnTo>
                <a:lnTo>
                  <a:pt x="2906" y="3123"/>
                </a:lnTo>
                <a:lnTo>
                  <a:pt x="2905" y="3123"/>
                </a:lnTo>
                <a:lnTo>
                  <a:pt x="2906" y="3122"/>
                </a:lnTo>
                <a:lnTo>
                  <a:pt x="2905" y="3122"/>
                </a:lnTo>
                <a:lnTo>
                  <a:pt x="2905" y="3121"/>
                </a:lnTo>
                <a:lnTo>
                  <a:pt x="2905" y="3120"/>
                </a:lnTo>
                <a:lnTo>
                  <a:pt x="2904" y="3120"/>
                </a:lnTo>
                <a:lnTo>
                  <a:pt x="2904" y="3119"/>
                </a:lnTo>
                <a:lnTo>
                  <a:pt x="2903" y="3119"/>
                </a:lnTo>
                <a:lnTo>
                  <a:pt x="2904" y="3119"/>
                </a:lnTo>
                <a:lnTo>
                  <a:pt x="2904" y="3120"/>
                </a:lnTo>
                <a:lnTo>
                  <a:pt x="2903" y="3120"/>
                </a:lnTo>
                <a:lnTo>
                  <a:pt x="2902" y="3120"/>
                </a:lnTo>
                <a:lnTo>
                  <a:pt x="2901" y="3120"/>
                </a:lnTo>
                <a:lnTo>
                  <a:pt x="2900" y="3120"/>
                </a:lnTo>
                <a:lnTo>
                  <a:pt x="2900" y="3119"/>
                </a:lnTo>
                <a:lnTo>
                  <a:pt x="2899" y="3119"/>
                </a:lnTo>
                <a:lnTo>
                  <a:pt x="2898" y="3119"/>
                </a:lnTo>
                <a:lnTo>
                  <a:pt x="2898" y="3118"/>
                </a:lnTo>
                <a:lnTo>
                  <a:pt x="2897" y="3118"/>
                </a:lnTo>
                <a:lnTo>
                  <a:pt x="2896" y="3118"/>
                </a:lnTo>
                <a:lnTo>
                  <a:pt x="2896" y="3119"/>
                </a:lnTo>
                <a:lnTo>
                  <a:pt x="2895" y="3119"/>
                </a:lnTo>
                <a:lnTo>
                  <a:pt x="2894" y="3119"/>
                </a:lnTo>
                <a:lnTo>
                  <a:pt x="2894" y="3118"/>
                </a:lnTo>
                <a:lnTo>
                  <a:pt x="2893" y="3118"/>
                </a:lnTo>
                <a:lnTo>
                  <a:pt x="2893" y="3119"/>
                </a:lnTo>
                <a:lnTo>
                  <a:pt x="2892" y="3119"/>
                </a:lnTo>
                <a:lnTo>
                  <a:pt x="2891" y="3119"/>
                </a:lnTo>
                <a:lnTo>
                  <a:pt x="2891" y="3118"/>
                </a:lnTo>
                <a:lnTo>
                  <a:pt x="2890" y="3118"/>
                </a:lnTo>
                <a:lnTo>
                  <a:pt x="2890" y="3117"/>
                </a:lnTo>
                <a:lnTo>
                  <a:pt x="2890" y="3116"/>
                </a:lnTo>
                <a:lnTo>
                  <a:pt x="2891" y="3116"/>
                </a:lnTo>
                <a:lnTo>
                  <a:pt x="2890" y="3116"/>
                </a:lnTo>
                <a:lnTo>
                  <a:pt x="2890" y="3115"/>
                </a:lnTo>
                <a:lnTo>
                  <a:pt x="2891" y="3115"/>
                </a:lnTo>
                <a:lnTo>
                  <a:pt x="2890" y="3115"/>
                </a:lnTo>
                <a:lnTo>
                  <a:pt x="2891" y="3115"/>
                </a:lnTo>
                <a:lnTo>
                  <a:pt x="2890" y="3115"/>
                </a:lnTo>
                <a:lnTo>
                  <a:pt x="2890" y="3114"/>
                </a:lnTo>
                <a:lnTo>
                  <a:pt x="2891" y="3114"/>
                </a:lnTo>
                <a:lnTo>
                  <a:pt x="2890" y="3114"/>
                </a:lnTo>
                <a:lnTo>
                  <a:pt x="2890" y="3113"/>
                </a:lnTo>
                <a:lnTo>
                  <a:pt x="2891" y="3113"/>
                </a:lnTo>
                <a:lnTo>
                  <a:pt x="2891" y="3112"/>
                </a:lnTo>
                <a:lnTo>
                  <a:pt x="2890" y="3112"/>
                </a:lnTo>
                <a:lnTo>
                  <a:pt x="2890" y="3111"/>
                </a:lnTo>
                <a:lnTo>
                  <a:pt x="2891" y="3111"/>
                </a:lnTo>
                <a:lnTo>
                  <a:pt x="2891" y="3110"/>
                </a:lnTo>
                <a:lnTo>
                  <a:pt x="2891" y="3109"/>
                </a:lnTo>
                <a:lnTo>
                  <a:pt x="2890" y="3109"/>
                </a:lnTo>
                <a:lnTo>
                  <a:pt x="2890" y="3108"/>
                </a:lnTo>
                <a:lnTo>
                  <a:pt x="2890" y="3107"/>
                </a:lnTo>
                <a:lnTo>
                  <a:pt x="2889" y="3107"/>
                </a:lnTo>
                <a:lnTo>
                  <a:pt x="2889" y="3106"/>
                </a:lnTo>
                <a:lnTo>
                  <a:pt x="2888" y="3106"/>
                </a:lnTo>
                <a:lnTo>
                  <a:pt x="2888" y="3107"/>
                </a:lnTo>
                <a:lnTo>
                  <a:pt x="2887" y="3107"/>
                </a:lnTo>
                <a:lnTo>
                  <a:pt x="2886" y="3107"/>
                </a:lnTo>
                <a:lnTo>
                  <a:pt x="2886" y="3106"/>
                </a:lnTo>
                <a:lnTo>
                  <a:pt x="2885" y="3106"/>
                </a:lnTo>
                <a:lnTo>
                  <a:pt x="2884" y="3106"/>
                </a:lnTo>
                <a:lnTo>
                  <a:pt x="2884" y="3105"/>
                </a:lnTo>
                <a:lnTo>
                  <a:pt x="2884" y="3104"/>
                </a:lnTo>
                <a:lnTo>
                  <a:pt x="2884" y="3103"/>
                </a:lnTo>
                <a:lnTo>
                  <a:pt x="2884" y="3102"/>
                </a:lnTo>
                <a:lnTo>
                  <a:pt x="2883" y="3102"/>
                </a:lnTo>
                <a:lnTo>
                  <a:pt x="2883" y="3101"/>
                </a:lnTo>
                <a:lnTo>
                  <a:pt x="2882" y="3101"/>
                </a:lnTo>
                <a:lnTo>
                  <a:pt x="2882" y="3100"/>
                </a:lnTo>
                <a:lnTo>
                  <a:pt x="2882" y="3099"/>
                </a:lnTo>
                <a:lnTo>
                  <a:pt x="2881" y="3099"/>
                </a:lnTo>
                <a:lnTo>
                  <a:pt x="2881" y="3098"/>
                </a:lnTo>
                <a:lnTo>
                  <a:pt x="2880" y="3098"/>
                </a:lnTo>
                <a:lnTo>
                  <a:pt x="2880" y="3097"/>
                </a:lnTo>
                <a:lnTo>
                  <a:pt x="2880" y="3096"/>
                </a:lnTo>
                <a:lnTo>
                  <a:pt x="2879" y="3096"/>
                </a:lnTo>
                <a:lnTo>
                  <a:pt x="2879" y="3095"/>
                </a:lnTo>
                <a:lnTo>
                  <a:pt x="2878" y="3095"/>
                </a:lnTo>
                <a:lnTo>
                  <a:pt x="2878" y="3096"/>
                </a:lnTo>
                <a:lnTo>
                  <a:pt x="2878" y="3097"/>
                </a:lnTo>
                <a:lnTo>
                  <a:pt x="2877" y="3097"/>
                </a:lnTo>
                <a:lnTo>
                  <a:pt x="2876" y="3096"/>
                </a:lnTo>
                <a:lnTo>
                  <a:pt x="2875" y="3095"/>
                </a:lnTo>
                <a:lnTo>
                  <a:pt x="2874" y="3094"/>
                </a:lnTo>
                <a:lnTo>
                  <a:pt x="2874" y="3095"/>
                </a:lnTo>
                <a:lnTo>
                  <a:pt x="2874" y="3094"/>
                </a:lnTo>
                <a:lnTo>
                  <a:pt x="2873" y="3094"/>
                </a:lnTo>
                <a:lnTo>
                  <a:pt x="2873" y="3093"/>
                </a:lnTo>
                <a:lnTo>
                  <a:pt x="2872" y="3093"/>
                </a:lnTo>
                <a:lnTo>
                  <a:pt x="2872" y="3092"/>
                </a:lnTo>
                <a:lnTo>
                  <a:pt x="2872" y="3091"/>
                </a:lnTo>
                <a:lnTo>
                  <a:pt x="2871" y="3091"/>
                </a:lnTo>
                <a:lnTo>
                  <a:pt x="2871" y="3090"/>
                </a:lnTo>
                <a:lnTo>
                  <a:pt x="2871" y="3089"/>
                </a:lnTo>
                <a:lnTo>
                  <a:pt x="2871" y="3088"/>
                </a:lnTo>
                <a:lnTo>
                  <a:pt x="2870" y="3088"/>
                </a:lnTo>
                <a:lnTo>
                  <a:pt x="2870" y="3087"/>
                </a:lnTo>
                <a:lnTo>
                  <a:pt x="2869" y="3087"/>
                </a:lnTo>
                <a:lnTo>
                  <a:pt x="2869" y="3086"/>
                </a:lnTo>
                <a:lnTo>
                  <a:pt x="2868" y="3086"/>
                </a:lnTo>
                <a:lnTo>
                  <a:pt x="2868" y="3087"/>
                </a:lnTo>
                <a:lnTo>
                  <a:pt x="2867" y="3087"/>
                </a:lnTo>
                <a:lnTo>
                  <a:pt x="2867" y="3088"/>
                </a:lnTo>
                <a:lnTo>
                  <a:pt x="2866" y="3089"/>
                </a:lnTo>
                <a:lnTo>
                  <a:pt x="2866" y="3090"/>
                </a:lnTo>
                <a:lnTo>
                  <a:pt x="2865" y="3090"/>
                </a:lnTo>
                <a:lnTo>
                  <a:pt x="2866" y="3090"/>
                </a:lnTo>
                <a:lnTo>
                  <a:pt x="2865" y="3090"/>
                </a:lnTo>
                <a:lnTo>
                  <a:pt x="2865" y="3091"/>
                </a:lnTo>
                <a:lnTo>
                  <a:pt x="2864" y="3091"/>
                </a:lnTo>
                <a:lnTo>
                  <a:pt x="2863" y="3091"/>
                </a:lnTo>
                <a:lnTo>
                  <a:pt x="2862" y="3092"/>
                </a:lnTo>
                <a:lnTo>
                  <a:pt x="2862" y="3093"/>
                </a:lnTo>
                <a:lnTo>
                  <a:pt x="2863" y="3093"/>
                </a:lnTo>
                <a:lnTo>
                  <a:pt x="2863" y="3094"/>
                </a:lnTo>
                <a:lnTo>
                  <a:pt x="2862" y="3094"/>
                </a:lnTo>
                <a:lnTo>
                  <a:pt x="2862" y="3095"/>
                </a:lnTo>
                <a:lnTo>
                  <a:pt x="2862" y="3096"/>
                </a:lnTo>
                <a:lnTo>
                  <a:pt x="2862" y="3097"/>
                </a:lnTo>
                <a:lnTo>
                  <a:pt x="2861" y="3096"/>
                </a:lnTo>
                <a:lnTo>
                  <a:pt x="2861" y="3097"/>
                </a:lnTo>
                <a:lnTo>
                  <a:pt x="2861" y="3098"/>
                </a:lnTo>
                <a:lnTo>
                  <a:pt x="2861" y="3099"/>
                </a:lnTo>
                <a:lnTo>
                  <a:pt x="2861" y="3100"/>
                </a:lnTo>
                <a:lnTo>
                  <a:pt x="2860" y="3100"/>
                </a:lnTo>
                <a:lnTo>
                  <a:pt x="2860" y="3099"/>
                </a:lnTo>
                <a:lnTo>
                  <a:pt x="2859" y="3099"/>
                </a:lnTo>
                <a:lnTo>
                  <a:pt x="2858" y="3099"/>
                </a:lnTo>
                <a:lnTo>
                  <a:pt x="2858" y="3098"/>
                </a:lnTo>
                <a:lnTo>
                  <a:pt x="2858" y="3099"/>
                </a:lnTo>
                <a:lnTo>
                  <a:pt x="2858" y="3098"/>
                </a:lnTo>
                <a:lnTo>
                  <a:pt x="2857" y="3098"/>
                </a:lnTo>
                <a:lnTo>
                  <a:pt x="2858" y="3098"/>
                </a:lnTo>
                <a:lnTo>
                  <a:pt x="2857" y="3098"/>
                </a:lnTo>
                <a:lnTo>
                  <a:pt x="2857" y="3097"/>
                </a:lnTo>
                <a:lnTo>
                  <a:pt x="2857" y="3098"/>
                </a:lnTo>
                <a:lnTo>
                  <a:pt x="2856" y="3098"/>
                </a:lnTo>
                <a:lnTo>
                  <a:pt x="2856" y="3097"/>
                </a:lnTo>
                <a:lnTo>
                  <a:pt x="2855" y="3097"/>
                </a:lnTo>
                <a:lnTo>
                  <a:pt x="2855" y="3098"/>
                </a:lnTo>
                <a:lnTo>
                  <a:pt x="2854" y="3098"/>
                </a:lnTo>
                <a:lnTo>
                  <a:pt x="2854" y="3099"/>
                </a:lnTo>
                <a:lnTo>
                  <a:pt x="2853" y="3099"/>
                </a:lnTo>
                <a:lnTo>
                  <a:pt x="2853" y="3100"/>
                </a:lnTo>
                <a:lnTo>
                  <a:pt x="2852" y="3100"/>
                </a:lnTo>
                <a:lnTo>
                  <a:pt x="2851" y="3100"/>
                </a:lnTo>
                <a:lnTo>
                  <a:pt x="2850" y="3100"/>
                </a:lnTo>
                <a:lnTo>
                  <a:pt x="2850" y="3101"/>
                </a:lnTo>
                <a:lnTo>
                  <a:pt x="2849" y="3101"/>
                </a:lnTo>
                <a:lnTo>
                  <a:pt x="2848" y="3101"/>
                </a:lnTo>
                <a:lnTo>
                  <a:pt x="2849" y="3101"/>
                </a:lnTo>
                <a:lnTo>
                  <a:pt x="2849" y="3100"/>
                </a:lnTo>
                <a:lnTo>
                  <a:pt x="2848" y="3100"/>
                </a:lnTo>
                <a:lnTo>
                  <a:pt x="2848" y="3099"/>
                </a:lnTo>
                <a:lnTo>
                  <a:pt x="2847" y="3099"/>
                </a:lnTo>
                <a:lnTo>
                  <a:pt x="2846" y="3099"/>
                </a:lnTo>
                <a:lnTo>
                  <a:pt x="2846" y="3100"/>
                </a:lnTo>
                <a:lnTo>
                  <a:pt x="2845" y="3100"/>
                </a:lnTo>
                <a:lnTo>
                  <a:pt x="2845" y="3101"/>
                </a:lnTo>
                <a:lnTo>
                  <a:pt x="2844" y="3101"/>
                </a:lnTo>
                <a:lnTo>
                  <a:pt x="2844" y="3102"/>
                </a:lnTo>
                <a:lnTo>
                  <a:pt x="2843" y="3102"/>
                </a:lnTo>
                <a:lnTo>
                  <a:pt x="2843" y="3103"/>
                </a:lnTo>
                <a:lnTo>
                  <a:pt x="2842" y="3103"/>
                </a:lnTo>
                <a:lnTo>
                  <a:pt x="2842" y="3104"/>
                </a:lnTo>
                <a:lnTo>
                  <a:pt x="2841" y="3104"/>
                </a:lnTo>
                <a:lnTo>
                  <a:pt x="2840" y="3104"/>
                </a:lnTo>
                <a:lnTo>
                  <a:pt x="2840" y="3105"/>
                </a:lnTo>
                <a:lnTo>
                  <a:pt x="2839" y="3105"/>
                </a:lnTo>
                <a:lnTo>
                  <a:pt x="2840" y="3105"/>
                </a:lnTo>
                <a:lnTo>
                  <a:pt x="2839" y="3105"/>
                </a:lnTo>
                <a:lnTo>
                  <a:pt x="2839" y="3106"/>
                </a:lnTo>
                <a:lnTo>
                  <a:pt x="2838" y="3106"/>
                </a:lnTo>
                <a:lnTo>
                  <a:pt x="2838" y="3105"/>
                </a:lnTo>
                <a:lnTo>
                  <a:pt x="2837" y="3105"/>
                </a:lnTo>
                <a:lnTo>
                  <a:pt x="2837" y="3106"/>
                </a:lnTo>
                <a:lnTo>
                  <a:pt x="2836" y="3106"/>
                </a:lnTo>
                <a:lnTo>
                  <a:pt x="2836" y="3107"/>
                </a:lnTo>
                <a:lnTo>
                  <a:pt x="2836" y="3108"/>
                </a:lnTo>
                <a:lnTo>
                  <a:pt x="2835" y="3108"/>
                </a:lnTo>
                <a:lnTo>
                  <a:pt x="2835" y="3109"/>
                </a:lnTo>
                <a:lnTo>
                  <a:pt x="2835" y="3110"/>
                </a:lnTo>
                <a:lnTo>
                  <a:pt x="2835" y="3111"/>
                </a:lnTo>
                <a:lnTo>
                  <a:pt x="2834" y="3111"/>
                </a:lnTo>
                <a:lnTo>
                  <a:pt x="2834" y="3110"/>
                </a:lnTo>
                <a:lnTo>
                  <a:pt x="2833" y="3110"/>
                </a:lnTo>
                <a:lnTo>
                  <a:pt x="2833" y="3109"/>
                </a:lnTo>
                <a:lnTo>
                  <a:pt x="2832" y="3109"/>
                </a:lnTo>
                <a:lnTo>
                  <a:pt x="2832" y="3108"/>
                </a:lnTo>
                <a:lnTo>
                  <a:pt x="2831" y="3108"/>
                </a:lnTo>
                <a:lnTo>
                  <a:pt x="2830" y="3108"/>
                </a:lnTo>
                <a:lnTo>
                  <a:pt x="2829" y="3109"/>
                </a:lnTo>
                <a:lnTo>
                  <a:pt x="2829" y="3110"/>
                </a:lnTo>
                <a:lnTo>
                  <a:pt x="2829" y="3111"/>
                </a:lnTo>
                <a:lnTo>
                  <a:pt x="2829" y="3112"/>
                </a:lnTo>
                <a:lnTo>
                  <a:pt x="2829" y="3113"/>
                </a:lnTo>
                <a:lnTo>
                  <a:pt x="2828" y="3113"/>
                </a:lnTo>
                <a:lnTo>
                  <a:pt x="2828" y="3114"/>
                </a:lnTo>
                <a:lnTo>
                  <a:pt x="2827" y="3114"/>
                </a:lnTo>
                <a:lnTo>
                  <a:pt x="2827" y="3113"/>
                </a:lnTo>
                <a:lnTo>
                  <a:pt x="2827" y="3114"/>
                </a:lnTo>
                <a:lnTo>
                  <a:pt x="2826" y="3114"/>
                </a:lnTo>
                <a:lnTo>
                  <a:pt x="2825" y="3114"/>
                </a:lnTo>
                <a:lnTo>
                  <a:pt x="2825" y="3115"/>
                </a:lnTo>
                <a:lnTo>
                  <a:pt x="2825" y="3114"/>
                </a:lnTo>
                <a:lnTo>
                  <a:pt x="2824" y="3114"/>
                </a:lnTo>
                <a:lnTo>
                  <a:pt x="2824" y="3115"/>
                </a:lnTo>
                <a:lnTo>
                  <a:pt x="2824" y="3114"/>
                </a:lnTo>
                <a:lnTo>
                  <a:pt x="2823" y="3114"/>
                </a:lnTo>
                <a:lnTo>
                  <a:pt x="2822" y="3114"/>
                </a:lnTo>
                <a:lnTo>
                  <a:pt x="2822" y="3115"/>
                </a:lnTo>
                <a:lnTo>
                  <a:pt x="2822" y="3116"/>
                </a:lnTo>
                <a:lnTo>
                  <a:pt x="2822" y="3117"/>
                </a:lnTo>
                <a:lnTo>
                  <a:pt x="2822" y="3118"/>
                </a:lnTo>
                <a:lnTo>
                  <a:pt x="2823" y="3118"/>
                </a:lnTo>
                <a:lnTo>
                  <a:pt x="2823" y="3119"/>
                </a:lnTo>
                <a:lnTo>
                  <a:pt x="2823" y="3120"/>
                </a:lnTo>
                <a:lnTo>
                  <a:pt x="2823" y="3121"/>
                </a:lnTo>
                <a:lnTo>
                  <a:pt x="2824" y="3121"/>
                </a:lnTo>
                <a:lnTo>
                  <a:pt x="2823" y="3121"/>
                </a:lnTo>
                <a:lnTo>
                  <a:pt x="2823" y="3123"/>
                </a:lnTo>
                <a:lnTo>
                  <a:pt x="2824" y="3123"/>
                </a:lnTo>
                <a:lnTo>
                  <a:pt x="2824" y="3124"/>
                </a:lnTo>
                <a:lnTo>
                  <a:pt x="2824" y="3126"/>
                </a:lnTo>
                <a:lnTo>
                  <a:pt x="2825" y="3126"/>
                </a:lnTo>
                <a:lnTo>
                  <a:pt x="2825" y="3127"/>
                </a:lnTo>
                <a:lnTo>
                  <a:pt x="2825" y="3128"/>
                </a:lnTo>
                <a:lnTo>
                  <a:pt x="2826" y="3128"/>
                </a:lnTo>
                <a:lnTo>
                  <a:pt x="2826" y="3129"/>
                </a:lnTo>
                <a:lnTo>
                  <a:pt x="2826" y="3128"/>
                </a:lnTo>
                <a:lnTo>
                  <a:pt x="2827" y="3128"/>
                </a:lnTo>
                <a:lnTo>
                  <a:pt x="2827" y="3129"/>
                </a:lnTo>
                <a:lnTo>
                  <a:pt x="2827" y="3130"/>
                </a:lnTo>
                <a:lnTo>
                  <a:pt x="2828" y="3130"/>
                </a:lnTo>
                <a:lnTo>
                  <a:pt x="2827" y="3130"/>
                </a:lnTo>
                <a:lnTo>
                  <a:pt x="2827" y="3131"/>
                </a:lnTo>
                <a:lnTo>
                  <a:pt x="2827" y="3132"/>
                </a:lnTo>
                <a:lnTo>
                  <a:pt x="2826" y="3133"/>
                </a:lnTo>
                <a:lnTo>
                  <a:pt x="2825" y="3133"/>
                </a:lnTo>
                <a:lnTo>
                  <a:pt x="2825" y="3134"/>
                </a:lnTo>
                <a:lnTo>
                  <a:pt x="2824" y="3134"/>
                </a:lnTo>
                <a:lnTo>
                  <a:pt x="2823" y="3134"/>
                </a:lnTo>
                <a:lnTo>
                  <a:pt x="2822" y="3134"/>
                </a:lnTo>
                <a:lnTo>
                  <a:pt x="2822" y="3135"/>
                </a:lnTo>
                <a:lnTo>
                  <a:pt x="2821" y="3135"/>
                </a:lnTo>
                <a:lnTo>
                  <a:pt x="2821" y="3136"/>
                </a:lnTo>
                <a:lnTo>
                  <a:pt x="2820" y="3136"/>
                </a:lnTo>
                <a:lnTo>
                  <a:pt x="2819" y="3136"/>
                </a:lnTo>
                <a:lnTo>
                  <a:pt x="2819" y="3137"/>
                </a:lnTo>
                <a:lnTo>
                  <a:pt x="2819" y="3138"/>
                </a:lnTo>
                <a:lnTo>
                  <a:pt x="2818" y="3138"/>
                </a:lnTo>
                <a:lnTo>
                  <a:pt x="2818" y="3139"/>
                </a:lnTo>
                <a:lnTo>
                  <a:pt x="2818" y="3140"/>
                </a:lnTo>
                <a:lnTo>
                  <a:pt x="2818" y="3141"/>
                </a:lnTo>
                <a:lnTo>
                  <a:pt x="2816" y="3141"/>
                </a:lnTo>
                <a:lnTo>
                  <a:pt x="2815" y="3141"/>
                </a:lnTo>
                <a:lnTo>
                  <a:pt x="2815" y="3142"/>
                </a:lnTo>
                <a:lnTo>
                  <a:pt x="2815" y="3143"/>
                </a:lnTo>
                <a:lnTo>
                  <a:pt x="2816" y="3143"/>
                </a:lnTo>
                <a:lnTo>
                  <a:pt x="2815" y="3143"/>
                </a:lnTo>
                <a:lnTo>
                  <a:pt x="2816" y="3143"/>
                </a:lnTo>
                <a:lnTo>
                  <a:pt x="2816" y="3144"/>
                </a:lnTo>
                <a:lnTo>
                  <a:pt x="2815" y="3144"/>
                </a:lnTo>
                <a:lnTo>
                  <a:pt x="2815" y="3145"/>
                </a:lnTo>
                <a:lnTo>
                  <a:pt x="2814" y="3145"/>
                </a:lnTo>
                <a:lnTo>
                  <a:pt x="2814" y="3144"/>
                </a:lnTo>
                <a:lnTo>
                  <a:pt x="2813" y="3144"/>
                </a:lnTo>
                <a:lnTo>
                  <a:pt x="2812" y="3144"/>
                </a:lnTo>
                <a:lnTo>
                  <a:pt x="2811" y="3144"/>
                </a:lnTo>
                <a:lnTo>
                  <a:pt x="2811" y="3145"/>
                </a:lnTo>
                <a:lnTo>
                  <a:pt x="2810" y="3145"/>
                </a:lnTo>
                <a:lnTo>
                  <a:pt x="2810" y="3144"/>
                </a:lnTo>
                <a:lnTo>
                  <a:pt x="2809" y="3144"/>
                </a:lnTo>
                <a:lnTo>
                  <a:pt x="2809" y="3143"/>
                </a:lnTo>
                <a:lnTo>
                  <a:pt x="2808" y="3143"/>
                </a:lnTo>
                <a:lnTo>
                  <a:pt x="2807" y="3143"/>
                </a:lnTo>
                <a:lnTo>
                  <a:pt x="2806" y="3143"/>
                </a:lnTo>
                <a:lnTo>
                  <a:pt x="2806" y="3142"/>
                </a:lnTo>
                <a:lnTo>
                  <a:pt x="2805" y="3142"/>
                </a:lnTo>
                <a:lnTo>
                  <a:pt x="2806" y="3142"/>
                </a:lnTo>
                <a:lnTo>
                  <a:pt x="2805" y="3142"/>
                </a:lnTo>
                <a:lnTo>
                  <a:pt x="2805" y="3143"/>
                </a:lnTo>
                <a:lnTo>
                  <a:pt x="2806" y="3143"/>
                </a:lnTo>
                <a:lnTo>
                  <a:pt x="2806" y="3144"/>
                </a:lnTo>
                <a:lnTo>
                  <a:pt x="2805" y="3144"/>
                </a:lnTo>
                <a:lnTo>
                  <a:pt x="2806" y="3144"/>
                </a:lnTo>
                <a:lnTo>
                  <a:pt x="2805" y="3144"/>
                </a:lnTo>
                <a:lnTo>
                  <a:pt x="2805" y="3145"/>
                </a:lnTo>
                <a:lnTo>
                  <a:pt x="2804" y="3145"/>
                </a:lnTo>
                <a:lnTo>
                  <a:pt x="2803" y="3145"/>
                </a:lnTo>
                <a:lnTo>
                  <a:pt x="2803" y="3144"/>
                </a:lnTo>
                <a:lnTo>
                  <a:pt x="2804" y="3144"/>
                </a:lnTo>
                <a:lnTo>
                  <a:pt x="2804" y="3143"/>
                </a:lnTo>
                <a:lnTo>
                  <a:pt x="2803" y="3143"/>
                </a:lnTo>
                <a:lnTo>
                  <a:pt x="2803" y="3142"/>
                </a:lnTo>
                <a:lnTo>
                  <a:pt x="2804" y="3142"/>
                </a:lnTo>
                <a:lnTo>
                  <a:pt x="2803" y="3142"/>
                </a:lnTo>
                <a:lnTo>
                  <a:pt x="2803" y="3141"/>
                </a:lnTo>
                <a:lnTo>
                  <a:pt x="2803" y="3142"/>
                </a:lnTo>
                <a:lnTo>
                  <a:pt x="2802" y="3142"/>
                </a:lnTo>
                <a:lnTo>
                  <a:pt x="2802" y="3141"/>
                </a:lnTo>
                <a:lnTo>
                  <a:pt x="2802" y="3142"/>
                </a:lnTo>
                <a:lnTo>
                  <a:pt x="2802" y="3141"/>
                </a:lnTo>
                <a:lnTo>
                  <a:pt x="2801" y="3141"/>
                </a:lnTo>
                <a:lnTo>
                  <a:pt x="2801" y="3142"/>
                </a:lnTo>
                <a:lnTo>
                  <a:pt x="2800" y="3142"/>
                </a:lnTo>
                <a:lnTo>
                  <a:pt x="2801" y="3142"/>
                </a:lnTo>
                <a:lnTo>
                  <a:pt x="2800" y="3142"/>
                </a:lnTo>
                <a:lnTo>
                  <a:pt x="2800" y="3143"/>
                </a:lnTo>
                <a:lnTo>
                  <a:pt x="2799" y="3143"/>
                </a:lnTo>
                <a:lnTo>
                  <a:pt x="2799" y="3142"/>
                </a:lnTo>
                <a:lnTo>
                  <a:pt x="2799" y="3143"/>
                </a:lnTo>
                <a:lnTo>
                  <a:pt x="2799" y="3144"/>
                </a:lnTo>
                <a:lnTo>
                  <a:pt x="2798" y="3144"/>
                </a:lnTo>
                <a:lnTo>
                  <a:pt x="2798" y="3145"/>
                </a:lnTo>
                <a:lnTo>
                  <a:pt x="2797" y="3145"/>
                </a:lnTo>
                <a:lnTo>
                  <a:pt x="2797" y="3147"/>
                </a:lnTo>
                <a:lnTo>
                  <a:pt x="2796" y="3147"/>
                </a:lnTo>
                <a:lnTo>
                  <a:pt x="2796" y="3148"/>
                </a:lnTo>
                <a:lnTo>
                  <a:pt x="2796" y="3149"/>
                </a:lnTo>
                <a:lnTo>
                  <a:pt x="2795" y="3149"/>
                </a:lnTo>
                <a:lnTo>
                  <a:pt x="2794" y="3149"/>
                </a:lnTo>
                <a:lnTo>
                  <a:pt x="2795" y="3149"/>
                </a:lnTo>
                <a:lnTo>
                  <a:pt x="2794" y="3149"/>
                </a:lnTo>
                <a:lnTo>
                  <a:pt x="2794" y="3150"/>
                </a:lnTo>
                <a:lnTo>
                  <a:pt x="2793" y="3150"/>
                </a:lnTo>
                <a:lnTo>
                  <a:pt x="2793" y="3151"/>
                </a:lnTo>
                <a:lnTo>
                  <a:pt x="2792" y="3151"/>
                </a:lnTo>
                <a:lnTo>
                  <a:pt x="2792" y="3152"/>
                </a:lnTo>
                <a:lnTo>
                  <a:pt x="2791" y="3152"/>
                </a:lnTo>
                <a:lnTo>
                  <a:pt x="2791" y="3153"/>
                </a:lnTo>
                <a:lnTo>
                  <a:pt x="2790" y="3153"/>
                </a:lnTo>
                <a:lnTo>
                  <a:pt x="2789" y="3153"/>
                </a:lnTo>
                <a:lnTo>
                  <a:pt x="2789" y="3154"/>
                </a:lnTo>
                <a:lnTo>
                  <a:pt x="2788" y="3154"/>
                </a:lnTo>
                <a:lnTo>
                  <a:pt x="2787" y="3154"/>
                </a:lnTo>
                <a:lnTo>
                  <a:pt x="2787" y="3155"/>
                </a:lnTo>
                <a:lnTo>
                  <a:pt x="2786" y="3155"/>
                </a:lnTo>
                <a:lnTo>
                  <a:pt x="2786" y="3156"/>
                </a:lnTo>
                <a:lnTo>
                  <a:pt x="2786" y="3157"/>
                </a:lnTo>
                <a:lnTo>
                  <a:pt x="2786" y="3158"/>
                </a:lnTo>
                <a:lnTo>
                  <a:pt x="2785" y="3158"/>
                </a:lnTo>
                <a:lnTo>
                  <a:pt x="2784" y="3158"/>
                </a:lnTo>
                <a:lnTo>
                  <a:pt x="2784" y="3159"/>
                </a:lnTo>
                <a:lnTo>
                  <a:pt x="2783" y="3159"/>
                </a:lnTo>
                <a:lnTo>
                  <a:pt x="2781" y="3159"/>
                </a:lnTo>
                <a:lnTo>
                  <a:pt x="2781" y="3158"/>
                </a:lnTo>
                <a:lnTo>
                  <a:pt x="2781" y="3157"/>
                </a:lnTo>
                <a:lnTo>
                  <a:pt x="2780" y="3157"/>
                </a:lnTo>
                <a:lnTo>
                  <a:pt x="2780" y="3156"/>
                </a:lnTo>
                <a:lnTo>
                  <a:pt x="2779" y="3155"/>
                </a:lnTo>
                <a:lnTo>
                  <a:pt x="2778" y="3155"/>
                </a:lnTo>
                <a:lnTo>
                  <a:pt x="2777" y="3155"/>
                </a:lnTo>
                <a:lnTo>
                  <a:pt x="2776" y="3155"/>
                </a:lnTo>
                <a:lnTo>
                  <a:pt x="2776" y="3154"/>
                </a:lnTo>
                <a:lnTo>
                  <a:pt x="2775" y="3154"/>
                </a:lnTo>
                <a:lnTo>
                  <a:pt x="2774" y="3154"/>
                </a:lnTo>
                <a:lnTo>
                  <a:pt x="2774" y="3152"/>
                </a:lnTo>
                <a:lnTo>
                  <a:pt x="2773" y="3152"/>
                </a:lnTo>
                <a:lnTo>
                  <a:pt x="2773" y="3151"/>
                </a:lnTo>
                <a:lnTo>
                  <a:pt x="2773" y="3150"/>
                </a:lnTo>
                <a:lnTo>
                  <a:pt x="2772" y="3150"/>
                </a:lnTo>
                <a:lnTo>
                  <a:pt x="2773" y="3150"/>
                </a:lnTo>
                <a:lnTo>
                  <a:pt x="2773" y="3149"/>
                </a:lnTo>
                <a:lnTo>
                  <a:pt x="2773" y="3148"/>
                </a:lnTo>
                <a:lnTo>
                  <a:pt x="2773" y="3147"/>
                </a:lnTo>
                <a:lnTo>
                  <a:pt x="2774" y="3147"/>
                </a:lnTo>
                <a:lnTo>
                  <a:pt x="2774" y="3145"/>
                </a:lnTo>
                <a:lnTo>
                  <a:pt x="2774" y="3144"/>
                </a:lnTo>
                <a:lnTo>
                  <a:pt x="2774" y="3143"/>
                </a:lnTo>
                <a:lnTo>
                  <a:pt x="2773" y="3143"/>
                </a:lnTo>
                <a:lnTo>
                  <a:pt x="2773" y="3142"/>
                </a:lnTo>
                <a:lnTo>
                  <a:pt x="2772" y="3142"/>
                </a:lnTo>
                <a:lnTo>
                  <a:pt x="2772" y="3143"/>
                </a:lnTo>
                <a:lnTo>
                  <a:pt x="2772" y="3142"/>
                </a:lnTo>
                <a:lnTo>
                  <a:pt x="2771" y="3142"/>
                </a:lnTo>
                <a:lnTo>
                  <a:pt x="2771" y="3143"/>
                </a:lnTo>
                <a:lnTo>
                  <a:pt x="2770" y="3143"/>
                </a:lnTo>
                <a:lnTo>
                  <a:pt x="2770" y="3144"/>
                </a:lnTo>
                <a:lnTo>
                  <a:pt x="2769" y="3144"/>
                </a:lnTo>
                <a:lnTo>
                  <a:pt x="2769" y="3143"/>
                </a:lnTo>
                <a:lnTo>
                  <a:pt x="2769" y="3144"/>
                </a:lnTo>
                <a:lnTo>
                  <a:pt x="2768" y="3144"/>
                </a:lnTo>
                <a:lnTo>
                  <a:pt x="2767" y="3144"/>
                </a:lnTo>
                <a:lnTo>
                  <a:pt x="2767" y="3145"/>
                </a:lnTo>
                <a:lnTo>
                  <a:pt x="2767" y="3144"/>
                </a:lnTo>
                <a:lnTo>
                  <a:pt x="2766" y="3144"/>
                </a:lnTo>
                <a:lnTo>
                  <a:pt x="2765" y="3144"/>
                </a:lnTo>
                <a:lnTo>
                  <a:pt x="2765" y="3145"/>
                </a:lnTo>
                <a:lnTo>
                  <a:pt x="2765" y="3144"/>
                </a:lnTo>
                <a:lnTo>
                  <a:pt x="2764" y="3144"/>
                </a:lnTo>
                <a:lnTo>
                  <a:pt x="2764" y="3145"/>
                </a:lnTo>
                <a:lnTo>
                  <a:pt x="2763" y="3145"/>
                </a:lnTo>
                <a:lnTo>
                  <a:pt x="2763" y="3147"/>
                </a:lnTo>
                <a:lnTo>
                  <a:pt x="2762" y="3147"/>
                </a:lnTo>
                <a:lnTo>
                  <a:pt x="2761" y="3147"/>
                </a:lnTo>
                <a:lnTo>
                  <a:pt x="2762" y="3147"/>
                </a:lnTo>
                <a:lnTo>
                  <a:pt x="2761" y="3147"/>
                </a:lnTo>
                <a:lnTo>
                  <a:pt x="2761" y="3145"/>
                </a:lnTo>
                <a:lnTo>
                  <a:pt x="2760" y="3145"/>
                </a:lnTo>
                <a:lnTo>
                  <a:pt x="2760" y="3147"/>
                </a:lnTo>
                <a:lnTo>
                  <a:pt x="2759" y="3147"/>
                </a:lnTo>
                <a:lnTo>
                  <a:pt x="2759" y="3148"/>
                </a:lnTo>
                <a:lnTo>
                  <a:pt x="2758" y="3148"/>
                </a:lnTo>
                <a:lnTo>
                  <a:pt x="2758" y="3149"/>
                </a:lnTo>
                <a:lnTo>
                  <a:pt x="2758" y="3150"/>
                </a:lnTo>
                <a:lnTo>
                  <a:pt x="2758" y="3151"/>
                </a:lnTo>
                <a:lnTo>
                  <a:pt x="2757" y="3151"/>
                </a:lnTo>
                <a:lnTo>
                  <a:pt x="2757" y="3152"/>
                </a:lnTo>
                <a:lnTo>
                  <a:pt x="2756" y="3152"/>
                </a:lnTo>
                <a:lnTo>
                  <a:pt x="2756" y="3151"/>
                </a:lnTo>
                <a:lnTo>
                  <a:pt x="2756" y="3152"/>
                </a:lnTo>
                <a:lnTo>
                  <a:pt x="2755" y="3152"/>
                </a:lnTo>
                <a:lnTo>
                  <a:pt x="2755" y="3153"/>
                </a:lnTo>
                <a:lnTo>
                  <a:pt x="2755" y="3154"/>
                </a:lnTo>
                <a:lnTo>
                  <a:pt x="2754" y="3154"/>
                </a:lnTo>
                <a:lnTo>
                  <a:pt x="2754" y="3155"/>
                </a:lnTo>
                <a:lnTo>
                  <a:pt x="2753" y="3155"/>
                </a:lnTo>
                <a:lnTo>
                  <a:pt x="2753" y="3156"/>
                </a:lnTo>
                <a:lnTo>
                  <a:pt x="2753" y="3157"/>
                </a:lnTo>
                <a:lnTo>
                  <a:pt x="2753" y="3158"/>
                </a:lnTo>
                <a:lnTo>
                  <a:pt x="2752" y="3158"/>
                </a:lnTo>
                <a:lnTo>
                  <a:pt x="2752" y="3159"/>
                </a:lnTo>
                <a:lnTo>
                  <a:pt x="2752" y="3160"/>
                </a:lnTo>
                <a:lnTo>
                  <a:pt x="2753" y="3160"/>
                </a:lnTo>
                <a:lnTo>
                  <a:pt x="2753" y="3161"/>
                </a:lnTo>
                <a:lnTo>
                  <a:pt x="2753" y="3162"/>
                </a:lnTo>
                <a:lnTo>
                  <a:pt x="2752" y="3162"/>
                </a:lnTo>
                <a:lnTo>
                  <a:pt x="2752" y="3163"/>
                </a:lnTo>
                <a:lnTo>
                  <a:pt x="2752" y="3164"/>
                </a:lnTo>
                <a:lnTo>
                  <a:pt x="2752" y="3165"/>
                </a:lnTo>
                <a:lnTo>
                  <a:pt x="2752" y="3166"/>
                </a:lnTo>
                <a:lnTo>
                  <a:pt x="2752" y="3167"/>
                </a:lnTo>
                <a:lnTo>
                  <a:pt x="2751" y="3167"/>
                </a:lnTo>
                <a:lnTo>
                  <a:pt x="2751" y="3169"/>
                </a:lnTo>
                <a:lnTo>
                  <a:pt x="2751" y="3170"/>
                </a:lnTo>
                <a:lnTo>
                  <a:pt x="2750" y="3170"/>
                </a:lnTo>
                <a:lnTo>
                  <a:pt x="2750" y="3171"/>
                </a:lnTo>
                <a:lnTo>
                  <a:pt x="2751" y="3171"/>
                </a:lnTo>
                <a:lnTo>
                  <a:pt x="2751" y="3172"/>
                </a:lnTo>
                <a:lnTo>
                  <a:pt x="2750" y="3172"/>
                </a:lnTo>
                <a:lnTo>
                  <a:pt x="2751" y="3172"/>
                </a:lnTo>
                <a:lnTo>
                  <a:pt x="2750" y="3172"/>
                </a:lnTo>
                <a:lnTo>
                  <a:pt x="2750" y="3173"/>
                </a:lnTo>
                <a:lnTo>
                  <a:pt x="2751" y="3173"/>
                </a:lnTo>
                <a:lnTo>
                  <a:pt x="2751" y="3174"/>
                </a:lnTo>
                <a:lnTo>
                  <a:pt x="2750" y="3174"/>
                </a:lnTo>
                <a:lnTo>
                  <a:pt x="2750" y="3175"/>
                </a:lnTo>
                <a:lnTo>
                  <a:pt x="2750" y="3176"/>
                </a:lnTo>
                <a:lnTo>
                  <a:pt x="2751" y="3176"/>
                </a:lnTo>
                <a:lnTo>
                  <a:pt x="2750" y="3176"/>
                </a:lnTo>
                <a:lnTo>
                  <a:pt x="2750" y="3177"/>
                </a:lnTo>
                <a:lnTo>
                  <a:pt x="2750" y="3176"/>
                </a:lnTo>
                <a:lnTo>
                  <a:pt x="2749" y="3176"/>
                </a:lnTo>
                <a:lnTo>
                  <a:pt x="2749" y="3177"/>
                </a:lnTo>
                <a:lnTo>
                  <a:pt x="2748" y="3177"/>
                </a:lnTo>
                <a:lnTo>
                  <a:pt x="2748" y="3178"/>
                </a:lnTo>
                <a:lnTo>
                  <a:pt x="2747" y="3178"/>
                </a:lnTo>
                <a:lnTo>
                  <a:pt x="2747" y="3177"/>
                </a:lnTo>
                <a:lnTo>
                  <a:pt x="2746" y="3177"/>
                </a:lnTo>
                <a:lnTo>
                  <a:pt x="2746" y="3178"/>
                </a:lnTo>
                <a:lnTo>
                  <a:pt x="2745" y="3177"/>
                </a:lnTo>
                <a:lnTo>
                  <a:pt x="2745" y="3176"/>
                </a:lnTo>
                <a:lnTo>
                  <a:pt x="2743" y="3176"/>
                </a:lnTo>
                <a:lnTo>
                  <a:pt x="2743" y="3175"/>
                </a:lnTo>
                <a:lnTo>
                  <a:pt x="2743" y="3174"/>
                </a:lnTo>
                <a:lnTo>
                  <a:pt x="2743" y="3175"/>
                </a:lnTo>
                <a:lnTo>
                  <a:pt x="2742" y="3175"/>
                </a:lnTo>
                <a:lnTo>
                  <a:pt x="2742" y="3174"/>
                </a:lnTo>
                <a:lnTo>
                  <a:pt x="2741" y="3174"/>
                </a:lnTo>
                <a:lnTo>
                  <a:pt x="2741" y="3173"/>
                </a:lnTo>
                <a:lnTo>
                  <a:pt x="2741" y="3172"/>
                </a:lnTo>
                <a:lnTo>
                  <a:pt x="2740" y="3172"/>
                </a:lnTo>
                <a:lnTo>
                  <a:pt x="2740" y="3171"/>
                </a:lnTo>
                <a:lnTo>
                  <a:pt x="2739" y="3171"/>
                </a:lnTo>
                <a:lnTo>
                  <a:pt x="2739" y="3172"/>
                </a:lnTo>
                <a:lnTo>
                  <a:pt x="2738" y="3172"/>
                </a:lnTo>
                <a:lnTo>
                  <a:pt x="2738" y="3171"/>
                </a:lnTo>
                <a:lnTo>
                  <a:pt x="2738" y="3170"/>
                </a:lnTo>
                <a:lnTo>
                  <a:pt x="2737" y="3170"/>
                </a:lnTo>
                <a:lnTo>
                  <a:pt x="2737" y="3169"/>
                </a:lnTo>
                <a:lnTo>
                  <a:pt x="2736" y="3169"/>
                </a:lnTo>
                <a:lnTo>
                  <a:pt x="2736" y="3168"/>
                </a:lnTo>
                <a:lnTo>
                  <a:pt x="2735" y="3168"/>
                </a:lnTo>
                <a:lnTo>
                  <a:pt x="2735" y="3167"/>
                </a:lnTo>
                <a:lnTo>
                  <a:pt x="2734" y="3167"/>
                </a:lnTo>
                <a:lnTo>
                  <a:pt x="2734" y="3166"/>
                </a:lnTo>
                <a:lnTo>
                  <a:pt x="2733" y="3166"/>
                </a:lnTo>
                <a:lnTo>
                  <a:pt x="2733" y="3165"/>
                </a:lnTo>
                <a:lnTo>
                  <a:pt x="2733" y="3164"/>
                </a:lnTo>
                <a:lnTo>
                  <a:pt x="2732" y="3164"/>
                </a:lnTo>
                <a:lnTo>
                  <a:pt x="2732" y="3163"/>
                </a:lnTo>
                <a:lnTo>
                  <a:pt x="2731" y="3163"/>
                </a:lnTo>
                <a:lnTo>
                  <a:pt x="2731" y="3162"/>
                </a:lnTo>
                <a:lnTo>
                  <a:pt x="2730" y="3162"/>
                </a:lnTo>
                <a:lnTo>
                  <a:pt x="2730" y="3161"/>
                </a:lnTo>
                <a:lnTo>
                  <a:pt x="2730" y="3160"/>
                </a:lnTo>
                <a:lnTo>
                  <a:pt x="2729" y="3160"/>
                </a:lnTo>
                <a:lnTo>
                  <a:pt x="2729" y="3159"/>
                </a:lnTo>
                <a:lnTo>
                  <a:pt x="2728" y="3159"/>
                </a:lnTo>
                <a:lnTo>
                  <a:pt x="2727" y="3159"/>
                </a:lnTo>
                <a:lnTo>
                  <a:pt x="2727" y="3158"/>
                </a:lnTo>
                <a:lnTo>
                  <a:pt x="2726" y="3158"/>
                </a:lnTo>
                <a:lnTo>
                  <a:pt x="2726" y="3157"/>
                </a:lnTo>
                <a:lnTo>
                  <a:pt x="2726" y="3156"/>
                </a:lnTo>
                <a:lnTo>
                  <a:pt x="2725" y="3156"/>
                </a:lnTo>
                <a:lnTo>
                  <a:pt x="2725" y="3155"/>
                </a:lnTo>
                <a:lnTo>
                  <a:pt x="2724" y="3155"/>
                </a:lnTo>
                <a:lnTo>
                  <a:pt x="2724" y="3154"/>
                </a:lnTo>
                <a:lnTo>
                  <a:pt x="2723" y="3154"/>
                </a:lnTo>
                <a:lnTo>
                  <a:pt x="2723" y="3153"/>
                </a:lnTo>
                <a:lnTo>
                  <a:pt x="2722" y="3153"/>
                </a:lnTo>
                <a:lnTo>
                  <a:pt x="2721" y="3153"/>
                </a:lnTo>
                <a:lnTo>
                  <a:pt x="2721" y="3152"/>
                </a:lnTo>
                <a:lnTo>
                  <a:pt x="2721" y="3151"/>
                </a:lnTo>
                <a:lnTo>
                  <a:pt x="2720" y="3151"/>
                </a:lnTo>
                <a:lnTo>
                  <a:pt x="2719" y="3151"/>
                </a:lnTo>
                <a:lnTo>
                  <a:pt x="2719" y="3150"/>
                </a:lnTo>
                <a:lnTo>
                  <a:pt x="2719" y="3149"/>
                </a:lnTo>
                <a:lnTo>
                  <a:pt x="2718" y="3149"/>
                </a:lnTo>
                <a:lnTo>
                  <a:pt x="2718" y="3148"/>
                </a:lnTo>
                <a:lnTo>
                  <a:pt x="2717" y="3148"/>
                </a:lnTo>
                <a:lnTo>
                  <a:pt x="2717" y="3149"/>
                </a:lnTo>
                <a:lnTo>
                  <a:pt x="2716" y="3149"/>
                </a:lnTo>
                <a:lnTo>
                  <a:pt x="2715" y="3149"/>
                </a:lnTo>
                <a:lnTo>
                  <a:pt x="2715" y="3150"/>
                </a:lnTo>
                <a:lnTo>
                  <a:pt x="2715" y="3151"/>
                </a:lnTo>
                <a:lnTo>
                  <a:pt x="2714" y="3151"/>
                </a:lnTo>
                <a:lnTo>
                  <a:pt x="2714" y="3152"/>
                </a:lnTo>
                <a:lnTo>
                  <a:pt x="2714" y="3153"/>
                </a:lnTo>
                <a:lnTo>
                  <a:pt x="2713" y="3153"/>
                </a:lnTo>
                <a:lnTo>
                  <a:pt x="2713" y="3154"/>
                </a:lnTo>
                <a:lnTo>
                  <a:pt x="2712" y="3154"/>
                </a:lnTo>
                <a:lnTo>
                  <a:pt x="2712" y="3155"/>
                </a:lnTo>
                <a:lnTo>
                  <a:pt x="2712" y="3156"/>
                </a:lnTo>
                <a:lnTo>
                  <a:pt x="2712" y="3155"/>
                </a:lnTo>
                <a:lnTo>
                  <a:pt x="2711" y="3155"/>
                </a:lnTo>
                <a:lnTo>
                  <a:pt x="2711" y="3156"/>
                </a:lnTo>
                <a:lnTo>
                  <a:pt x="2711" y="3157"/>
                </a:lnTo>
                <a:lnTo>
                  <a:pt x="2710" y="3157"/>
                </a:lnTo>
                <a:lnTo>
                  <a:pt x="2710" y="3158"/>
                </a:lnTo>
                <a:lnTo>
                  <a:pt x="2710" y="3159"/>
                </a:lnTo>
                <a:lnTo>
                  <a:pt x="2710" y="3160"/>
                </a:lnTo>
                <a:lnTo>
                  <a:pt x="2711" y="3160"/>
                </a:lnTo>
                <a:lnTo>
                  <a:pt x="2711" y="3161"/>
                </a:lnTo>
                <a:lnTo>
                  <a:pt x="2712" y="3161"/>
                </a:lnTo>
                <a:lnTo>
                  <a:pt x="2712" y="3162"/>
                </a:lnTo>
                <a:lnTo>
                  <a:pt x="2711" y="3162"/>
                </a:lnTo>
                <a:lnTo>
                  <a:pt x="2711" y="3163"/>
                </a:lnTo>
                <a:lnTo>
                  <a:pt x="2711" y="3164"/>
                </a:lnTo>
                <a:lnTo>
                  <a:pt x="2710" y="3164"/>
                </a:lnTo>
                <a:lnTo>
                  <a:pt x="2709" y="3164"/>
                </a:lnTo>
                <a:lnTo>
                  <a:pt x="2709" y="3165"/>
                </a:lnTo>
                <a:lnTo>
                  <a:pt x="2709" y="3166"/>
                </a:lnTo>
                <a:lnTo>
                  <a:pt x="2708" y="3166"/>
                </a:lnTo>
                <a:lnTo>
                  <a:pt x="2709" y="3167"/>
                </a:lnTo>
                <a:lnTo>
                  <a:pt x="2708" y="3167"/>
                </a:lnTo>
                <a:lnTo>
                  <a:pt x="2708" y="3168"/>
                </a:lnTo>
                <a:lnTo>
                  <a:pt x="2707" y="3168"/>
                </a:lnTo>
                <a:lnTo>
                  <a:pt x="2707" y="3169"/>
                </a:lnTo>
                <a:lnTo>
                  <a:pt x="2707" y="3168"/>
                </a:lnTo>
                <a:lnTo>
                  <a:pt x="2706" y="3168"/>
                </a:lnTo>
                <a:lnTo>
                  <a:pt x="2705" y="3168"/>
                </a:lnTo>
                <a:lnTo>
                  <a:pt x="2705" y="3167"/>
                </a:lnTo>
                <a:lnTo>
                  <a:pt x="2704" y="3167"/>
                </a:lnTo>
                <a:lnTo>
                  <a:pt x="2704" y="3166"/>
                </a:lnTo>
                <a:lnTo>
                  <a:pt x="2703" y="3166"/>
                </a:lnTo>
                <a:lnTo>
                  <a:pt x="2703" y="3165"/>
                </a:lnTo>
                <a:lnTo>
                  <a:pt x="2702" y="3165"/>
                </a:lnTo>
                <a:lnTo>
                  <a:pt x="2702" y="3164"/>
                </a:lnTo>
                <a:lnTo>
                  <a:pt x="2702" y="3163"/>
                </a:lnTo>
                <a:lnTo>
                  <a:pt x="2701" y="3163"/>
                </a:lnTo>
                <a:lnTo>
                  <a:pt x="2701" y="3162"/>
                </a:lnTo>
                <a:lnTo>
                  <a:pt x="2700" y="3162"/>
                </a:lnTo>
                <a:lnTo>
                  <a:pt x="2701" y="3162"/>
                </a:lnTo>
                <a:lnTo>
                  <a:pt x="2700" y="3162"/>
                </a:lnTo>
                <a:lnTo>
                  <a:pt x="2700" y="3161"/>
                </a:lnTo>
                <a:lnTo>
                  <a:pt x="2701" y="3161"/>
                </a:lnTo>
                <a:lnTo>
                  <a:pt x="2701" y="3160"/>
                </a:lnTo>
                <a:lnTo>
                  <a:pt x="2700" y="3160"/>
                </a:lnTo>
                <a:lnTo>
                  <a:pt x="2700" y="3159"/>
                </a:lnTo>
                <a:lnTo>
                  <a:pt x="2700" y="3160"/>
                </a:lnTo>
                <a:lnTo>
                  <a:pt x="2700" y="3159"/>
                </a:lnTo>
                <a:lnTo>
                  <a:pt x="2699" y="3159"/>
                </a:lnTo>
                <a:lnTo>
                  <a:pt x="2699" y="3158"/>
                </a:lnTo>
                <a:lnTo>
                  <a:pt x="2698" y="3158"/>
                </a:lnTo>
                <a:lnTo>
                  <a:pt x="2698" y="3157"/>
                </a:lnTo>
                <a:lnTo>
                  <a:pt x="2698" y="3156"/>
                </a:lnTo>
                <a:lnTo>
                  <a:pt x="2698" y="3155"/>
                </a:lnTo>
                <a:lnTo>
                  <a:pt x="2698" y="3154"/>
                </a:lnTo>
                <a:lnTo>
                  <a:pt x="2699" y="3154"/>
                </a:lnTo>
                <a:lnTo>
                  <a:pt x="2699" y="3153"/>
                </a:lnTo>
                <a:lnTo>
                  <a:pt x="2699" y="3152"/>
                </a:lnTo>
                <a:lnTo>
                  <a:pt x="2698" y="3152"/>
                </a:lnTo>
                <a:lnTo>
                  <a:pt x="2697" y="3152"/>
                </a:lnTo>
                <a:lnTo>
                  <a:pt x="2697" y="3151"/>
                </a:lnTo>
                <a:lnTo>
                  <a:pt x="2697" y="3150"/>
                </a:lnTo>
                <a:lnTo>
                  <a:pt x="2696" y="3150"/>
                </a:lnTo>
                <a:lnTo>
                  <a:pt x="2695" y="3150"/>
                </a:lnTo>
                <a:lnTo>
                  <a:pt x="2694" y="3150"/>
                </a:lnTo>
                <a:lnTo>
                  <a:pt x="2694" y="3149"/>
                </a:lnTo>
                <a:lnTo>
                  <a:pt x="2694" y="3148"/>
                </a:lnTo>
                <a:lnTo>
                  <a:pt x="2693" y="3148"/>
                </a:lnTo>
                <a:lnTo>
                  <a:pt x="2692" y="3148"/>
                </a:lnTo>
                <a:lnTo>
                  <a:pt x="2692" y="3147"/>
                </a:lnTo>
                <a:lnTo>
                  <a:pt x="2691" y="3147"/>
                </a:lnTo>
                <a:lnTo>
                  <a:pt x="2690" y="3147"/>
                </a:lnTo>
                <a:lnTo>
                  <a:pt x="2689" y="3147"/>
                </a:lnTo>
                <a:lnTo>
                  <a:pt x="2688" y="3147"/>
                </a:lnTo>
                <a:lnTo>
                  <a:pt x="2688" y="3148"/>
                </a:lnTo>
                <a:lnTo>
                  <a:pt x="2688" y="3149"/>
                </a:lnTo>
                <a:lnTo>
                  <a:pt x="2688" y="3150"/>
                </a:lnTo>
                <a:lnTo>
                  <a:pt x="2688" y="3151"/>
                </a:lnTo>
                <a:lnTo>
                  <a:pt x="2687" y="3151"/>
                </a:lnTo>
                <a:lnTo>
                  <a:pt x="2688" y="3151"/>
                </a:lnTo>
                <a:lnTo>
                  <a:pt x="2687" y="3151"/>
                </a:lnTo>
                <a:lnTo>
                  <a:pt x="2687" y="3152"/>
                </a:lnTo>
                <a:lnTo>
                  <a:pt x="2686" y="3152"/>
                </a:lnTo>
                <a:lnTo>
                  <a:pt x="2686" y="3153"/>
                </a:lnTo>
                <a:lnTo>
                  <a:pt x="2686" y="3154"/>
                </a:lnTo>
                <a:lnTo>
                  <a:pt x="2685" y="3154"/>
                </a:lnTo>
                <a:lnTo>
                  <a:pt x="2685" y="3155"/>
                </a:lnTo>
                <a:lnTo>
                  <a:pt x="2685" y="3156"/>
                </a:lnTo>
                <a:lnTo>
                  <a:pt x="2685" y="3157"/>
                </a:lnTo>
                <a:lnTo>
                  <a:pt x="2685" y="3158"/>
                </a:lnTo>
                <a:lnTo>
                  <a:pt x="2685" y="3159"/>
                </a:lnTo>
                <a:lnTo>
                  <a:pt x="2685" y="3160"/>
                </a:lnTo>
                <a:lnTo>
                  <a:pt x="2684" y="3160"/>
                </a:lnTo>
                <a:lnTo>
                  <a:pt x="2684" y="3161"/>
                </a:lnTo>
                <a:lnTo>
                  <a:pt x="2683" y="3161"/>
                </a:lnTo>
                <a:lnTo>
                  <a:pt x="2682" y="3161"/>
                </a:lnTo>
                <a:lnTo>
                  <a:pt x="2681" y="3161"/>
                </a:lnTo>
                <a:lnTo>
                  <a:pt x="2681" y="3162"/>
                </a:lnTo>
                <a:lnTo>
                  <a:pt x="2680" y="3162"/>
                </a:lnTo>
                <a:lnTo>
                  <a:pt x="2680" y="3163"/>
                </a:lnTo>
                <a:lnTo>
                  <a:pt x="2679" y="3163"/>
                </a:lnTo>
                <a:lnTo>
                  <a:pt x="2678" y="3163"/>
                </a:lnTo>
                <a:lnTo>
                  <a:pt x="2677" y="3163"/>
                </a:lnTo>
                <a:lnTo>
                  <a:pt x="2676" y="3163"/>
                </a:lnTo>
                <a:lnTo>
                  <a:pt x="2676" y="3164"/>
                </a:lnTo>
                <a:lnTo>
                  <a:pt x="2676" y="3165"/>
                </a:lnTo>
                <a:lnTo>
                  <a:pt x="2675" y="3165"/>
                </a:lnTo>
                <a:lnTo>
                  <a:pt x="2675" y="3166"/>
                </a:lnTo>
                <a:lnTo>
                  <a:pt x="2675" y="3167"/>
                </a:lnTo>
                <a:lnTo>
                  <a:pt x="2674" y="3167"/>
                </a:lnTo>
                <a:lnTo>
                  <a:pt x="2674" y="3168"/>
                </a:lnTo>
                <a:lnTo>
                  <a:pt x="2674" y="3169"/>
                </a:lnTo>
                <a:lnTo>
                  <a:pt x="2674" y="3170"/>
                </a:lnTo>
                <a:lnTo>
                  <a:pt x="2675" y="3170"/>
                </a:lnTo>
                <a:lnTo>
                  <a:pt x="2675" y="3171"/>
                </a:lnTo>
                <a:lnTo>
                  <a:pt x="2675" y="3172"/>
                </a:lnTo>
                <a:lnTo>
                  <a:pt x="2676" y="3172"/>
                </a:lnTo>
                <a:lnTo>
                  <a:pt x="2676" y="3173"/>
                </a:lnTo>
                <a:lnTo>
                  <a:pt x="2675" y="3173"/>
                </a:lnTo>
                <a:lnTo>
                  <a:pt x="2675" y="3174"/>
                </a:lnTo>
                <a:lnTo>
                  <a:pt x="2674" y="3174"/>
                </a:lnTo>
                <a:lnTo>
                  <a:pt x="2673" y="3174"/>
                </a:lnTo>
                <a:lnTo>
                  <a:pt x="2672" y="3174"/>
                </a:lnTo>
                <a:lnTo>
                  <a:pt x="2672" y="3175"/>
                </a:lnTo>
                <a:lnTo>
                  <a:pt x="2671" y="3175"/>
                </a:lnTo>
                <a:lnTo>
                  <a:pt x="2671" y="3176"/>
                </a:lnTo>
                <a:lnTo>
                  <a:pt x="2670" y="3176"/>
                </a:lnTo>
                <a:lnTo>
                  <a:pt x="2670" y="3177"/>
                </a:lnTo>
                <a:lnTo>
                  <a:pt x="2669" y="3177"/>
                </a:lnTo>
                <a:lnTo>
                  <a:pt x="2668" y="3177"/>
                </a:lnTo>
                <a:lnTo>
                  <a:pt x="2667" y="3177"/>
                </a:lnTo>
                <a:lnTo>
                  <a:pt x="2667" y="3178"/>
                </a:lnTo>
                <a:lnTo>
                  <a:pt x="2666" y="3178"/>
                </a:lnTo>
                <a:lnTo>
                  <a:pt x="2667" y="3178"/>
                </a:lnTo>
                <a:lnTo>
                  <a:pt x="2666" y="3178"/>
                </a:lnTo>
                <a:lnTo>
                  <a:pt x="2667" y="3178"/>
                </a:lnTo>
                <a:lnTo>
                  <a:pt x="2666" y="3178"/>
                </a:lnTo>
                <a:lnTo>
                  <a:pt x="2666" y="3179"/>
                </a:lnTo>
                <a:lnTo>
                  <a:pt x="2666" y="3180"/>
                </a:lnTo>
                <a:lnTo>
                  <a:pt x="2666" y="3181"/>
                </a:lnTo>
                <a:lnTo>
                  <a:pt x="2667" y="3182"/>
                </a:lnTo>
                <a:lnTo>
                  <a:pt x="2666" y="3182"/>
                </a:lnTo>
                <a:lnTo>
                  <a:pt x="2667" y="3182"/>
                </a:lnTo>
                <a:lnTo>
                  <a:pt x="2667" y="3183"/>
                </a:lnTo>
                <a:lnTo>
                  <a:pt x="2666" y="3183"/>
                </a:lnTo>
                <a:lnTo>
                  <a:pt x="2667" y="3183"/>
                </a:lnTo>
                <a:lnTo>
                  <a:pt x="2666" y="3183"/>
                </a:lnTo>
                <a:lnTo>
                  <a:pt x="2667" y="3183"/>
                </a:lnTo>
                <a:lnTo>
                  <a:pt x="2666" y="3183"/>
                </a:lnTo>
                <a:lnTo>
                  <a:pt x="2666" y="3184"/>
                </a:lnTo>
                <a:lnTo>
                  <a:pt x="2665" y="3184"/>
                </a:lnTo>
                <a:lnTo>
                  <a:pt x="2665" y="3183"/>
                </a:lnTo>
                <a:lnTo>
                  <a:pt x="2664" y="3183"/>
                </a:lnTo>
                <a:lnTo>
                  <a:pt x="2664" y="3184"/>
                </a:lnTo>
                <a:lnTo>
                  <a:pt x="2663" y="3184"/>
                </a:lnTo>
                <a:lnTo>
                  <a:pt x="2662" y="3184"/>
                </a:lnTo>
                <a:lnTo>
                  <a:pt x="2661" y="3184"/>
                </a:lnTo>
                <a:lnTo>
                  <a:pt x="2661" y="3183"/>
                </a:lnTo>
                <a:lnTo>
                  <a:pt x="2660" y="3183"/>
                </a:lnTo>
                <a:lnTo>
                  <a:pt x="2660" y="3182"/>
                </a:lnTo>
                <a:lnTo>
                  <a:pt x="2659" y="3182"/>
                </a:lnTo>
                <a:lnTo>
                  <a:pt x="2658" y="3182"/>
                </a:lnTo>
                <a:lnTo>
                  <a:pt x="2659" y="3182"/>
                </a:lnTo>
                <a:lnTo>
                  <a:pt x="2659" y="3181"/>
                </a:lnTo>
                <a:lnTo>
                  <a:pt x="2658" y="3181"/>
                </a:lnTo>
                <a:lnTo>
                  <a:pt x="2658" y="3180"/>
                </a:lnTo>
                <a:lnTo>
                  <a:pt x="2657" y="3180"/>
                </a:lnTo>
                <a:lnTo>
                  <a:pt x="2657" y="3181"/>
                </a:lnTo>
                <a:lnTo>
                  <a:pt x="2657" y="3180"/>
                </a:lnTo>
                <a:lnTo>
                  <a:pt x="2657" y="3181"/>
                </a:lnTo>
                <a:lnTo>
                  <a:pt x="2656" y="3181"/>
                </a:lnTo>
                <a:lnTo>
                  <a:pt x="2656" y="3180"/>
                </a:lnTo>
                <a:lnTo>
                  <a:pt x="2655" y="3180"/>
                </a:lnTo>
                <a:lnTo>
                  <a:pt x="2654" y="3180"/>
                </a:lnTo>
                <a:lnTo>
                  <a:pt x="2653" y="3180"/>
                </a:lnTo>
                <a:lnTo>
                  <a:pt x="2653" y="3179"/>
                </a:lnTo>
                <a:lnTo>
                  <a:pt x="2652" y="3179"/>
                </a:lnTo>
                <a:lnTo>
                  <a:pt x="2652" y="3178"/>
                </a:lnTo>
                <a:lnTo>
                  <a:pt x="2652" y="3177"/>
                </a:lnTo>
                <a:lnTo>
                  <a:pt x="2651" y="3177"/>
                </a:lnTo>
                <a:lnTo>
                  <a:pt x="2651" y="3176"/>
                </a:lnTo>
                <a:lnTo>
                  <a:pt x="2650" y="3176"/>
                </a:lnTo>
                <a:lnTo>
                  <a:pt x="2650" y="3175"/>
                </a:lnTo>
                <a:lnTo>
                  <a:pt x="2649" y="3175"/>
                </a:lnTo>
                <a:lnTo>
                  <a:pt x="2649" y="3174"/>
                </a:lnTo>
                <a:lnTo>
                  <a:pt x="2650" y="3174"/>
                </a:lnTo>
                <a:lnTo>
                  <a:pt x="2650" y="3173"/>
                </a:lnTo>
                <a:lnTo>
                  <a:pt x="2649" y="3173"/>
                </a:lnTo>
                <a:lnTo>
                  <a:pt x="2649" y="3172"/>
                </a:lnTo>
                <a:lnTo>
                  <a:pt x="2648" y="3172"/>
                </a:lnTo>
                <a:lnTo>
                  <a:pt x="2649" y="3172"/>
                </a:lnTo>
                <a:lnTo>
                  <a:pt x="2649" y="3171"/>
                </a:lnTo>
                <a:lnTo>
                  <a:pt x="2648" y="3171"/>
                </a:lnTo>
                <a:lnTo>
                  <a:pt x="2648" y="3170"/>
                </a:lnTo>
                <a:lnTo>
                  <a:pt x="2648" y="3169"/>
                </a:lnTo>
                <a:lnTo>
                  <a:pt x="2648" y="3168"/>
                </a:lnTo>
                <a:lnTo>
                  <a:pt x="2648" y="3169"/>
                </a:lnTo>
                <a:lnTo>
                  <a:pt x="2647" y="3169"/>
                </a:lnTo>
                <a:lnTo>
                  <a:pt x="2647" y="3168"/>
                </a:lnTo>
                <a:lnTo>
                  <a:pt x="2647" y="3167"/>
                </a:lnTo>
                <a:lnTo>
                  <a:pt x="2646" y="3167"/>
                </a:lnTo>
                <a:lnTo>
                  <a:pt x="2645" y="3167"/>
                </a:lnTo>
                <a:lnTo>
                  <a:pt x="2645" y="3166"/>
                </a:lnTo>
                <a:lnTo>
                  <a:pt x="2644" y="3166"/>
                </a:lnTo>
                <a:lnTo>
                  <a:pt x="2644" y="3165"/>
                </a:lnTo>
                <a:lnTo>
                  <a:pt x="2643" y="3165"/>
                </a:lnTo>
                <a:lnTo>
                  <a:pt x="2643" y="3166"/>
                </a:lnTo>
                <a:lnTo>
                  <a:pt x="2643" y="3165"/>
                </a:lnTo>
                <a:lnTo>
                  <a:pt x="2643" y="3166"/>
                </a:lnTo>
                <a:lnTo>
                  <a:pt x="2642" y="3166"/>
                </a:lnTo>
                <a:lnTo>
                  <a:pt x="2641" y="3166"/>
                </a:lnTo>
                <a:lnTo>
                  <a:pt x="2640" y="3166"/>
                </a:lnTo>
                <a:lnTo>
                  <a:pt x="2640" y="3165"/>
                </a:lnTo>
                <a:lnTo>
                  <a:pt x="2640" y="3166"/>
                </a:lnTo>
                <a:lnTo>
                  <a:pt x="2640" y="3165"/>
                </a:lnTo>
                <a:lnTo>
                  <a:pt x="2640" y="3164"/>
                </a:lnTo>
                <a:lnTo>
                  <a:pt x="2640" y="3163"/>
                </a:lnTo>
                <a:lnTo>
                  <a:pt x="2639" y="3163"/>
                </a:lnTo>
                <a:lnTo>
                  <a:pt x="2638" y="3163"/>
                </a:lnTo>
                <a:lnTo>
                  <a:pt x="2637" y="3163"/>
                </a:lnTo>
                <a:lnTo>
                  <a:pt x="2637" y="3162"/>
                </a:lnTo>
                <a:lnTo>
                  <a:pt x="2637" y="3161"/>
                </a:lnTo>
                <a:lnTo>
                  <a:pt x="2637" y="3162"/>
                </a:lnTo>
                <a:lnTo>
                  <a:pt x="2637" y="3161"/>
                </a:lnTo>
                <a:lnTo>
                  <a:pt x="2636" y="3161"/>
                </a:lnTo>
                <a:lnTo>
                  <a:pt x="2635" y="3161"/>
                </a:lnTo>
                <a:lnTo>
                  <a:pt x="2635" y="3160"/>
                </a:lnTo>
                <a:lnTo>
                  <a:pt x="2634" y="3160"/>
                </a:lnTo>
                <a:lnTo>
                  <a:pt x="2633" y="3160"/>
                </a:lnTo>
                <a:lnTo>
                  <a:pt x="2633" y="3159"/>
                </a:lnTo>
                <a:lnTo>
                  <a:pt x="2633" y="3158"/>
                </a:lnTo>
                <a:lnTo>
                  <a:pt x="2632" y="3158"/>
                </a:lnTo>
                <a:lnTo>
                  <a:pt x="2631" y="3158"/>
                </a:lnTo>
                <a:lnTo>
                  <a:pt x="2630" y="3158"/>
                </a:lnTo>
                <a:lnTo>
                  <a:pt x="2629" y="3158"/>
                </a:lnTo>
                <a:lnTo>
                  <a:pt x="2629" y="3159"/>
                </a:lnTo>
                <a:lnTo>
                  <a:pt x="2628" y="3159"/>
                </a:lnTo>
                <a:lnTo>
                  <a:pt x="2628" y="3158"/>
                </a:lnTo>
                <a:lnTo>
                  <a:pt x="2627" y="3158"/>
                </a:lnTo>
                <a:lnTo>
                  <a:pt x="2627" y="3157"/>
                </a:lnTo>
                <a:lnTo>
                  <a:pt x="2626" y="3157"/>
                </a:lnTo>
                <a:lnTo>
                  <a:pt x="2626" y="3156"/>
                </a:lnTo>
                <a:lnTo>
                  <a:pt x="2625" y="3156"/>
                </a:lnTo>
                <a:lnTo>
                  <a:pt x="2625" y="3155"/>
                </a:lnTo>
                <a:lnTo>
                  <a:pt x="2624" y="3155"/>
                </a:lnTo>
                <a:lnTo>
                  <a:pt x="2623" y="3155"/>
                </a:lnTo>
                <a:lnTo>
                  <a:pt x="2622" y="3155"/>
                </a:lnTo>
                <a:lnTo>
                  <a:pt x="2622" y="3156"/>
                </a:lnTo>
                <a:lnTo>
                  <a:pt x="2622" y="3157"/>
                </a:lnTo>
                <a:lnTo>
                  <a:pt x="2621" y="3157"/>
                </a:lnTo>
                <a:lnTo>
                  <a:pt x="2621" y="3158"/>
                </a:lnTo>
                <a:lnTo>
                  <a:pt x="2621" y="3157"/>
                </a:lnTo>
                <a:lnTo>
                  <a:pt x="2620" y="3157"/>
                </a:lnTo>
                <a:lnTo>
                  <a:pt x="2621" y="3157"/>
                </a:lnTo>
                <a:lnTo>
                  <a:pt x="2620" y="3157"/>
                </a:lnTo>
                <a:lnTo>
                  <a:pt x="2620" y="3156"/>
                </a:lnTo>
                <a:lnTo>
                  <a:pt x="2620" y="3155"/>
                </a:lnTo>
                <a:lnTo>
                  <a:pt x="2619" y="3155"/>
                </a:lnTo>
                <a:lnTo>
                  <a:pt x="2619" y="3154"/>
                </a:lnTo>
                <a:lnTo>
                  <a:pt x="2619" y="3153"/>
                </a:lnTo>
                <a:lnTo>
                  <a:pt x="2618" y="3153"/>
                </a:lnTo>
                <a:lnTo>
                  <a:pt x="2618" y="3152"/>
                </a:lnTo>
                <a:lnTo>
                  <a:pt x="2617" y="3152"/>
                </a:lnTo>
                <a:lnTo>
                  <a:pt x="2617" y="3151"/>
                </a:lnTo>
                <a:lnTo>
                  <a:pt x="2616" y="3151"/>
                </a:lnTo>
                <a:lnTo>
                  <a:pt x="2615" y="3151"/>
                </a:lnTo>
                <a:lnTo>
                  <a:pt x="2616" y="3151"/>
                </a:lnTo>
                <a:lnTo>
                  <a:pt x="2616" y="3150"/>
                </a:lnTo>
                <a:lnTo>
                  <a:pt x="2615" y="3150"/>
                </a:lnTo>
                <a:lnTo>
                  <a:pt x="2614" y="3150"/>
                </a:lnTo>
                <a:lnTo>
                  <a:pt x="2613" y="3150"/>
                </a:lnTo>
                <a:lnTo>
                  <a:pt x="2613" y="3151"/>
                </a:lnTo>
                <a:lnTo>
                  <a:pt x="2612" y="3151"/>
                </a:lnTo>
                <a:lnTo>
                  <a:pt x="2611" y="3151"/>
                </a:lnTo>
                <a:lnTo>
                  <a:pt x="2611" y="3152"/>
                </a:lnTo>
                <a:lnTo>
                  <a:pt x="2610" y="3152"/>
                </a:lnTo>
                <a:lnTo>
                  <a:pt x="2610" y="3153"/>
                </a:lnTo>
                <a:lnTo>
                  <a:pt x="2610" y="3154"/>
                </a:lnTo>
                <a:lnTo>
                  <a:pt x="2610" y="3155"/>
                </a:lnTo>
                <a:lnTo>
                  <a:pt x="2609" y="3155"/>
                </a:lnTo>
                <a:lnTo>
                  <a:pt x="2609" y="3156"/>
                </a:lnTo>
                <a:lnTo>
                  <a:pt x="2609" y="3157"/>
                </a:lnTo>
                <a:lnTo>
                  <a:pt x="2609" y="3158"/>
                </a:lnTo>
                <a:lnTo>
                  <a:pt x="2608" y="3158"/>
                </a:lnTo>
                <a:lnTo>
                  <a:pt x="2608" y="3159"/>
                </a:lnTo>
                <a:lnTo>
                  <a:pt x="2607" y="3159"/>
                </a:lnTo>
                <a:lnTo>
                  <a:pt x="2606" y="3159"/>
                </a:lnTo>
                <a:lnTo>
                  <a:pt x="2606" y="3160"/>
                </a:lnTo>
                <a:lnTo>
                  <a:pt x="2606" y="3159"/>
                </a:lnTo>
                <a:lnTo>
                  <a:pt x="2605" y="3159"/>
                </a:lnTo>
                <a:lnTo>
                  <a:pt x="2604" y="3159"/>
                </a:lnTo>
                <a:lnTo>
                  <a:pt x="2604" y="3160"/>
                </a:lnTo>
                <a:lnTo>
                  <a:pt x="2604" y="3161"/>
                </a:lnTo>
                <a:lnTo>
                  <a:pt x="2604" y="3162"/>
                </a:lnTo>
                <a:lnTo>
                  <a:pt x="2605" y="3162"/>
                </a:lnTo>
                <a:lnTo>
                  <a:pt x="2605" y="3163"/>
                </a:lnTo>
                <a:lnTo>
                  <a:pt x="2606" y="3164"/>
                </a:lnTo>
                <a:lnTo>
                  <a:pt x="2607" y="3164"/>
                </a:lnTo>
                <a:lnTo>
                  <a:pt x="2607" y="3165"/>
                </a:lnTo>
                <a:lnTo>
                  <a:pt x="2606" y="3165"/>
                </a:lnTo>
                <a:lnTo>
                  <a:pt x="2605" y="3165"/>
                </a:lnTo>
                <a:lnTo>
                  <a:pt x="2605" y="3166"/>
                </a:lnTo>
                <a:lnTo>
                  <a:pt x="2604" y="3166"/>
                </a:lnTo>
                <a:lnTo>
                  <a:pt x="2604" y="3167"/>
                </a:lnTo>
                <a:lnTo>
                  <a:pt x="2604" y="3168"/>
                </a:lnTo>
                <a:lnTo>
                  <a:pt x="2603" y="3168"/>
                </a:lnTo>
                <a:lnTo>
                  <a:pt x="2603" y="3169"/>
                </a:lnTo>
                <a:lnTo>
                  <a:pt x="2602" y="3169"/>
                </a:lnTo>
                <a:lnTo>
                  <a:pt x="2601" y="3169"/>
                </a:lnTo>
                <a:lnTo>
                  <a:pt x="2600" y="3169"/>
                </a:lnTo>
                <a:lnTo>
                  <a:pt x="2600" y="3170"/>
                </a:lnTo>
                <a:lnTo>
                  <a:pt x="2601" y="3170"/>
                </a:lnTo>
                <a:lnTo>
                  <a:pt x="2601" y="3171"/>
                </a:lnTo>
                <a:lnTo>
                  <a:pt x="2601" y="3172"/>
                </a:lnTo>
                <a:lnTo>
                  <a:pt x="2600" y="3172"/>
                </a:lnTo>
                <a:lnTo>
                  <a:pt x="2599" y="3172"/>
                </a:lnTo>
                <a:lnTo>
                  <a:pt x="2598" y="3172"/>
                </a:lnTo>
                <a:lnTo>
                  <a:pt x="2598" y="3173"/>
                </a:lnTo>
                <a:lnTo>
                  <a:pt x="2598" y="3174"/>
                </a:lnTo>
                <a:lnTo>
                  <a:pt x="2597" y="3174"/>
                </a:lnTo>
                <a:lnTo>
                  <a:pt x="2597" y="3175"/>
                </a:lnTo>
                <a:lnTo>
                  <a:pt x="2596" y="3175"/>
                </a:lnTo>
                <a:lnTo>
                  <a:pt x="2596" y="3176"/>
                </a:lnTo>
                <a:lnTo>
                  <a:pt x="2596" y="3177"/>
                </a:lnTo>
                <a:lnTo>
                  <a:pt x="2595" y="3178"/>
                </a:lnTo>
                <a:lnTo>
                  <a:pt x="2594" y="3178"/>
                </a:lnTo>
                <a:lnTo>
                  <a:pt x="2594" y="3179"/>
                </a:lnTo>
                <a:lnTo>
                  <a:pt x="2594" y="3180"/>
                </a:lnTo>
                <a:lnTo>
                  <a:pt x="2594" y="3181"/>
                </a:lnTo>
                <a:lnTo>
                  <a:pt x="2594" y="3180"/>
                </a:lnTo>
                <a:lnTo>
                  <a:pt x="2593" y="3181"/>
                </a:lnTo>
                <a:lnTo>
                  <a:pt x="2593" y="3182"/>
                </a:lnTo>
                <a:lnTo>
                  <a:pt x="2592" y="3182"/>
                </a:lnTo>
                <a:lnTo>
                  <a:pt x="2592" y="3183"/>
                </a:lnTo>
                <a:lnTo>
                  <a:pt x="2592" y="3184"/>
                </a:lnTo>
                <a:lnTo>
                  <a:pt x="2593" y="3184"/>
                </a:lnTo>
                <a:lnTo>
                  <a:pt x="2593" y="3185"/>
                </a:lnTo>
                <a:lnTo>
                  <a:pt x="2593" y="3186"/>
                </a:lnTo>
                <a:lnTo>
                  <a:pt x="2594" y="3186"/>
                </a:lnTo>
                <a:lnTo>
                  <a:pt x="2593" y="3186"/>
                </a:lnTo>
                <a:lnTo>
                  <a:pt x="2593" y="3187"/>
                </a:lnTo>
                <a:lnTo>
                  <a:pt x="2592" y="3187"/>
                </a:lnTo>
                <a:lnTo>
                  <a:pt x="2592" y="3186"/>
                </a:lnTo>
                <a:lnTo>
                  <a:pt x="2591" y="3186"/>
                </a:lnTo>
                <a:lnTo>
                  <a:pt x="2590" y="3186"/>
                </a:lnTo>
                <a:lnTo>
                  <a:pt x="2589" y="3186"/>
                </a:lnTo>
                <a:lnTo>
                  <a:pt x="2588" y="3186"/>
                </a:lnTo>
                <a:lnTo>
                  <a:pt x="2588" y="3185"/>
                </a:lnTo>
                <a:lnTo>
                  <a:pt x="2588" y="3186"/>
                </a:lnTo>
                <a:lnTo>
                  <a:pt x="2587" y="3186"/>
                </a:lnTo>
                <a:lnTo>
                  <a:pt x="2587" y="3185"/>
                </a:lnTo>
                <a:lnTo>
                  <a:pt x="2586" y="3185"/>
                </a:lnTo>
                <a:lnTo>
                  <a:pt x="2585" y="3185"/>
                </a:lnTo>
                <a:lnTo>
                  <a:pt x="2585" y="3186"/>
                </a:lnTo>
                <a:lnTo>
                  <a:pt x="2584" y="3186"/>
                </a:lnTo>
                <a:lnTo>
                  <a:pt x="2583" y="3186"/>
                </a:lnTo>
                <a:lnTo>
                  <a:pt x="2583" y="3187"/>
                </a:lnTo>
                <a:lnTo>
                  <a:pt x="2583" y="3188"/>
                </a:lnTo>
                <a:lnTo>
                  <a:pt x="2582" y="3188"/>
                </a:lnTo>
                <a:lnTo>
                  <a:pt x="2583" y="3188"/>
                </a:lnTo>
                <a:lnTo>
                  <a:pt x="2582" y="3188"/>
                </a:lnTo>
                <a:lnTo>
                  <a:pt x="2582" y="3189"/>
                </a:lnTo>
                <a:lnTo>
                  <a:pt x="2582" y="3188"/>
                </a:lnTo>
                <a:lnTo>
                  <a:pt x="2581" y="3188"/>
                </a:lnTo>
                <a:lnTo>
                  <a:pt x="2581" y="3187"/>
                </a:lnTo>
                <a:lnTo>
                  <a:pt x="2581" y="3186"/>
                </a:lnTo>
                <a:lnTo>
                  <a:pt x="2581" y="3185"/>
                </a:lnTo>
                <a:lnTo>
                  <a:pt x="2580" y="3185"/>
                </a:lnTo>
                <a:lnTo>
                  <a:pt x="2579" y="3185"/>
                </a:lnTo>
                <a:lnTo>
                  <a:pt x="2579" y="3184"/>
                </a:lnTo>
                <a:lnTo>
                  <a:pt x="2578" y="3184"/>
                </a:lnTo>
                <a:lnTo>
                  <a:pt x="2577" y="3184"/>
                </a:lnTo>
                <a:lnTo>
                  <a:pt x="2576" y="3184"/>
                </a:lnTo>
                <a:lnTo>
                  <a:pt x="2575" y="3184"/>
                </a:lnTo>
                <a:lnTo>
                  <a:pt x="2574" y="3184"/>
                </a:lnTo>
                <a:lnTo>
                  <a:pt x="2574" y="3183"/>
                </a:lnTo>
                <a:lnTo>
                  <a:pt x="2573" y="3183"/>
                </a:lnTo>
                <a:lnTo>
                  <a:pt x="2572" y="3183"/>
                </a:lnTo>
                <a:lnTo>
                  <a:pt x="2571" y="3183"/>
                </a:lnTo>
                <a:lnTo>
                  <a:pt x="2571" y="3184"/>
                </a:lnTo>
                <a:lnTo>
                  <a:pt x="2570" y="3184"/>
                </a:lnTo>
                <a:lnTo>
                  <a:pt x="2569" y="3184"/>
                </a:lnTo>
                <a:lnTo>
                  <a:pt x="2569" y="3185"/>
                </a:lnTo>
                <a:lnTo>
                  <a:pt x="2568" y="3185"/>
                </a:lnTo>
                <a:lnTo>
                  <a:pt x="2568" y="3186"/>
                </a:lnTo>
                <a:lnTo>
                  <a:pt x="2567" y="3186"/>
                </a:lnTo>
                <a:lnTo>
                  <a:pt x="2567" y="3185"/>
                </a:lnTo>
                <a:lnTo>
                  <a:pt x="2567" y="3186"/>
                </a:lnTo>
                <a:lnTo>
                  <a:pt x="2566" y="3186"/>
                </a:lnTo>
                <a:lnTo>
                  <a:pt x="2566" y="3185"/>
                </a:lnTo>
                <a:lnTo>
                  <a:pt x="2565" y="3185"/>
                </a:lnTo>
                <a:lnTo>
                  <a:pt x="2565" y="3184"/>
                </a:lnTo>
                <a:lnTo>
                  <a:pt x="2565" y="3185"/>
                </a:lnTo>
                <a:lnTo>
                  <a:pt x="2564" y="3185"/>
                </a:lnTo>
                <a:lnTo>
                  <a:pt x="2564" y="3184"/>
                </a:lnTo>
                <a:lnTo>
                  <a:pt x="2564" y="3185"/>
                </a:lnTo>
                <a:lnTo>
                  <a:pt x="2563" y="3185"/>
                </a:lnTo>
                <a:lnTo>
                  <a:pt x="2563" y="3184"/>
                </a:lnTo>
                <a:lnTo>
                  <a:pt x="2562" y="3184"/>
                </a:lnTo>
                <a:lnTo>
                  <a:pt x="2562" y="3185"/>
                </a:lnTo>
                <a:lnTo>
                  <a:pt x="2562" y="3184"/>
                </a:lnTo>
                <a:lnTo>
                  <a:pt x="2561" y="3184"/>
                </a:lnTo>
                <a:lnTo>
                  <a:pt x="2561" y="3185"/>
                </a:lnTo>
                <a:lnTo>
                  <a:pt x="2561" y="3186"/>
                </a:lnTo>
                <a:lnTo>
                  <a:pt x="2562" y="3186"/>
                </a:lnTo>
                <a:lnTo>
                  <a:pt x="2561" y="3186"/>
                </a:lnTo>
                <a:lnTo>
                  <a:pt x="2561" y="3187"/>
                </a:lnTo>
                <a:lnTo>
                  <a:pt x="2561" y="3188"/>
                </a:lnTo>
                <a:lnTo>
                  <a:pt x="2561" y="3189"/>
                </a:lnTo>
                <a:lnTo>
                  <a:pt x="2561" y="3190"/>
                </a:lnTo>
                <a:lnTo>
                  <a:pt x="2560" y="3190"/>
                </a:lnTo>
                <a:lnTo>
                  <a:pt x="2561" y="3190"/>
                </a:lnTo>
                <a:lnTo>
                  <a:pt x="2560" y="3190"/>
                </a:lnTo>
                <a:lnTo>
                  <a:pt x="2559" y="3190"/>
                </a:lnTo>
                <a:lnTo>
                  <a:pt x="2558" y="3190"/>
                </a:lnTo>
                <a:lnTo>
                  <a:pt x="2557" y="3190"/>
                </a:lnTo>
                <a:lnTo>
                  <a:pt x="2557" y="3189"/>
                </a:lnTo>
                <a:lnTo>
                  <a:pt x="2556" y="3189"/>
                </a:lnTo>
                <a:lnTo>
                  <a:pt x="2556" y="3188"/>
                </a:lnTo>
                <a:lnTo>
                  <a:pt x="2556" y="3187"/>
                </a:lnTo>
                <a:lnTo>
                  <a:pt x="2555" y="3187"/>
                </a:lnTo>
                <a:lnTo>
                  <a:pt x="2554" y="3187"/>
                </a:lnTo>
                <a:lnTo>
                  <a:pt x="2554" y="3186"/>
                </a:lnTo>
                <a:lnTo>
                  <a:pt x="2554" y="3185"/>
                </a:lnTo>
                <a:lnTo>
                  <a:pt x="2553" y="3185"/>
                </a:lnTo>
                <a:lnTo>
                  <a:pt x="2553" y="3184"/>
                </a:lnTo>
                <a:lnTo>
                  <a:pt x="2554" y="3184"/>
                </a:lnTo>
                <a:lnTo>
                  <a:pt x="2553" y="3184"/>
                </a:lnTo>
                <a:lnTo>
                  <a:pt x="2554" y="3184"/>
                </a:lnTo>
                <a:lnTo>
                  <a:pt x="2554" y="3183"/>
                </a:lnTo>
                <a:lnTo>
                  <a:pt x="2553" y="3183"/>
                </a:lnTo>
                <a:lnTo>
                  <a:pt x="2553" y="3182"/>
                </a:lnTo>
                <a:lnTo>
                  <a:pt x="2552" y="3182"/>
                </a:lnTo>
                <a:lnTo>
                  <a:pt x="2552" y="3181"/>
                </a:lnTo>
                <a:lnTo>
                  <a:pt x="2552" y="3180"/>
                </a:lnTo>
                <a:lnTo>
                  <a:pt x="2551" y="3180"/>
                </a:lnTo>
                <a:lnTo>
                  <a:pt x="2550" y="3180"/>
                </a:lnTo>
                <a:lnTo>
                  <a:pt x="2550" y="3179"/>
                </a:lnTo>
                <a:lnTo>
                  <a:pt x="2550" y="3178"/>
                </a:lnTo>
                <a:lnTo>
                  <a:pt x="2549" y="3178"/>
                </a:lnTo>
                <a:lnTo>
                  <a:pt x="2548" y="3178"/>
                </a:lnTo>
                <a:lnTo>
                  <a:pt x="2547" y="3178"/>
                </a:lnTo>
                <a:lnTo>
                  <a:pt x="2547" y="3179"/>
                </a:lnTo>
                <a:lnTo>
                  <a:pt x="2546" y="3179"/>
                </a:lnTo>
                <a:lnTo>
                  <a:pt x="2546" y="3178"/>
                </a:lnTo>
                <a:lnTo>
                  <a:pt x="2546" y="3179"/>
                </a:lnTo>
                <a:lnTo>
                  <a:pt x="2545" y="3179"/>
                </a:lnTo>
                <a:lnTo>
                  <a:pt x="2545" y="3178"/>
                </a:lnTo>
                <a:lnTo>
                  <a:pt x="2545" y="3179"/>
                </a:lnTo>
                <a:lnTo>
                  <a:pt x="2545" y="3180"/>
                </a:lnTo>
                <a:lnTo>
                  <a:pt x="2544" y="3180"/>
                </a:lnTo>
                <a:lnTo>
                  <a:pt x="2543" y="3180"/>
                </a:lnTo>
                <a:lnTo>
                  <a:pt x="2543" y="3181"/>
                </a:lnTo>
                <a:lnTo>
                  <a:pt x="2542" y="3181"/>
                </a:lnTo>
                <a:lnTo>
                  <a:pt x="2541" y="3181"/>
                </a:lnTo>
                <a:lnTo>
                  <a:pt x="2540" y="3181"/>
                </a:lnTo>
                <a:lnTo>
                  <a:pt x="2540" y="3182"/>
                </a:lnTo>
                <a:lnTo>
                  <a:pt x="2540" y="3183"/>
                </a:lnTo>
                <a:lnTo>
                  <a:pt x="2539" y="3183"/>
                </a:lnTo>
                <a:lnTo>
                  <a:pt x="2540" y="3183"/>
                </a:lnTo>
                <a:lnTo>
                  <a:pt x="2539" y="3183"/>
                </a:lnTo>
                <a:lnTo>
                  <a:pt x="2539" y="3184"/>
                </a:lnTo>
                <a:lnTo>
                  <a:pt x="2539" y="3185"/>
                </a:lnTo>
                <a:lnTo>
                  <a:pt x="2539" y="3186"/>
                </a:lnTo>
                <a:lnTo>
                  <a:pt x="2539" y="3187"/>
                </a:lnTo>
                <a:lnTo>
                  <a:pt x="2538" y="3187"/>
                </a:lnTo>
                <a:lnTo>
                  <a:pt x="2537" y="3187"/>
                </a:lnTo>
                <a:lnTo>
                  <a:pt x="2538" y="3187"/>
                </a:lnTo>
                <a:lnTo>
                  <a:pt x="2538" y="3188"/>
                </a:lnTo>
                <a:lnTo>
                  <a:pt x="2538" y="3189"/>
                </a:lnTo>
                <a:lnTo>
                  <a:pt x="2539" y="3189"/>
                </a:lnTo>
                <a:lnTo>
                  <a:pt x="2539" y="3190"/>
                </a:lnTo>
                <a:lnTo>
                  <a:pt x="2539" y="3191"/>
                </a:lnTo>
                <a:lnTo>
                  <a:pt x="2540" y="3191"/>
                </a:lnTo>
                <a:lnTo>
                  <a:pt x="2539" y="3192"/>
                </a:lnTo>
                <a:lnTo>
                  <a:pt x="2538" y="3192"/>
                </a:lnTo>
                <a:lnTo>
                  <a:pt x="2538" y="3193"/>
                </a:lnTo>
                <a:lnTo>
                  <a:pt x="2537" y="3193"/>
                </a:lnTo>
                <a:lnTo>
                  <a:pt x="2538" y="3193"/>
                </a:lnTo>
                <a:lnTo>
                  <a:pt x="2538" y="3194"/>
                </a:lnTo>
                <a:lnTo>
                  <a:pt x="2538" y="3195"/>
                </a:lnTo>
                <a:lnTo>
                  <a:pt x="2538" y="3196"/>
                </a:lnTo>
                <a:lnTo>
                  <a:pt x="2537" y="3196"/>
                </a:lnTo>
                <a:lnTo>
                  <a:pt x="2537" y="3197"/>
                </a:lnTo>
                <a:lnTo>
                  <a:pt x="2536" y="3197"/>
                </a:lnTo>
                <a:lnTo>
                  <a:pt x="2536" y="3198"/>
                </a:lnTo>
                <a:lnTo>
                  <a:pt x="2536" y="3199"/>
                </a:lnTo>
                <a:lnTo>
                  <a:pt x="2536" y="3200"/>
                </a:lnTo>
                <a:lnTo>
                  <a:pt x="2536" y="3201"/>
                </a:lnTo>
                <a:lnTo>
                  <a:pt x="2535" y="3201"/>
                </a:lnTo>
                <a:lnTo>
                  <a:pt x="2534" y="3201"/>
                </a:lnTo>
                <a:lnTo>
                  <a:pt x="2534" y="3202"/>
                </a:lnTo>
                <a:lnTo>
                  <a:pt x="2533" y="3202"/>
                </a:lnTo>
                <a:lnTo>
                  <a:pt x="2532" y="3202"/>
                </a:lnTo>
                <a:lnTo>
                  <a:pt x="2531" y="3202"/>
                </a:lnTo>
                <a:lnTo>
                  <a:pt x="2530" y="3202"/>
                </a:lnTo>
                <a:lnTo>
                  <a:pt x="2530" y="3201"/>
                </a:lnTo>
                <a:lnTo>
                  <a:pt x="2530" y="3202"/>
                </a:lnTo>
                <a:lnTo>
                  <a:pt x="2530" y="3203"/>
                </a:lnTo>
                <a:lnTo>
                  <a:pt x="2529" y="3203"/>
                </a:lnTo>
                <a:lnTo>
                  <a:pt x="2529" y="3204"/>
                </a:lnTo>
                <a:lnTo>
                  <a:pt x="2529" y="3205"/>
                </a:lnTo>
                <a:lnTo>
                  <a:pt x="2529" y="3206"/>
                </a:lnTo>
                <a:lnTo>
                  <a:pt x="2529" y="3207"/>
                </a:lnTo>
                <a:lnTo>
                  <a:pt x="2530" y="3207"/>
                </a:lnTo>
                <a:lnTo>
                  <a:pt x="2530" y="3208"/>
                </a:lnTo>
                <a:lnTo>
                  <a:pt x="2531" y="3208"/>
                </a:lnTo>
                <a:lnTo>
                  <a:pt x="2531" y="3209"/>
                </a:lnTo>
                <a:lnTo>
                  <a:pt x="2530" y="3209"/>
                </a:lnTo>
                <a:lnTo>
                  <a:pt x="2531" y="3209"/>
                </a:lnTo>
                <a:lnTo>
                  <a:pt x="2531" y="3210"/>
                </a:lnTo>
                <a:lnTo>
                  <a:pt x="2532" y="3210"/>
                </a:lnTo>
                <a:lnTo>
                  <a:pt x="2532" y="3211"/>
                </a:lnTo>
                <a:lnTo>
                  <a:pt x="2532" y="3212"/>
                </a:lnTo>
                <a:lnTo>
                  <a:pt x="2532" y="3213"/>
                </a:lnTo>
                <a:lnTo>
                  <a:pt x="2533" y="3213"/>
                </a:lnTo>
                <a:lnTo>
                  <a:pt x="2534" y="3213"/>
                </a:lnTo>
                <a:lnTo>
                  <a:pt x="2534" y="3214"/>
                </a:lnTo>
                <a:lnTo>
                  <a:pt x="2533" y="3214"/>
                </a:lnTo>
                <a:lnTo>
                  <a:pt x="2533" y="3215"/>
                </a:lnTo>
                <a:lnTo>
                  <a:pt x="2533" y="3216"/>
                </a:lnTo>
                <a:lnTo>
                  <a:pt x="2534" y="3216"/>
                </a:lnTo>
                <a:lnTo>
                  <a:pt x="2533" y="3216"/>
                </a:lnTo>
                <a:lnTo>
                  <a:pt x="2533" y="3217"/>
                </a:lnTo>
                <a:lnTo>
                  <a:pt x="2533" y="3216"/>
                </a:lnTo>
                <a:lnTo>
                  <a:pt x="2532" y="3216"/>
                </a:lnTo>
                <a:lnTo>
                  <a:pt x="2532" y="3217"/>
                </a:lnTo>
                <a:lnTo>
                  <a:pt x="2531" y="3217"/>
                </a:lnTo>
                <a:lnTo>
                  <a:pt x="2531" y="3216"/>
                </a:lnTo>
                <a:lnTo>
                  <a:pt x="2531" y="3217"/>
                </a:lnTo>
                <a:lnTo>
                  <a:pt x="2531" y="3218"/>
                </a:lnTo>
                <a:lnTo>
                  <a:pt x="2531" y="3219"/>
                </a:lnTo>
                <a:lnTo>
                  <a:pt x="2532" y="3219"/>
                </a:lnTo>
                <a:lnTo>
                  <a:pt x="2532" y="3220"/>
                </a:lnTo>
                <a:lnTo>
                  <a:pt x="2532" y="3221"/>
                </a:lnTo>
                <a:lnTo>
                  <a:pt x="2533" y="3221"/>
                </a:lnTo>
                <a:lnTo>
                  <a:pt x="2533" y="3222"/>
                </a:lnTo>
                <a:lnTo>
                  <a:pt x="2533" y="3223"/>
                </a:lnTo>
                <a:lnTo>
                  <a:pt x="2534" y="3223"/>
                </a:lnTo>
                <a:lnTo>
                  <a:pt x="2534" y="3224"/>
                </a:lnTo>
                <a:lnTo>
                  <a:pt x="2534" y="3225"/>
                </a:lnTo>
                <a:lnTo>
                  <a:pt x="2535" y="3225"/>
                </a:lnTo>
                <a:lnTo>
                  <a:pt x="2534" y="3225"/>
                </a:lnTo>
                <a:lnTo>
                  <a:pt x="2534" y="3226"/>
                </a:lnTo>
                <a:lnTo>
                  <a:pt x="2535" y="3226"/>
                </a:lnTo>
                <a:lnTo>
                  <a:pt x="2535" y="3227"/>
                </a:lnTo>
                <a:lnTo>
                  <a:pt x="2536" y="3227"/>
                </a:lnTo>
                <a:lnTo>
                  <a:pt x="2536" y="3228"/>
                </a:lnTo>
                <a:lnTo>
                  <a:pt x="2536" y="3229"/>
                </a:lnTo>
                <a:lnTo>
                  <a:pt x="2535" y="3229"/>
                </a:lnTo>
                <a:lnTo>
                  <a:pt x="2535" y="3230"/>
                </a:lnTo>
                <a:lnTo>
                  <a:pt x="2535" y="3231"/>
                </a:lnTo>
                <a:lnTo>
                  <a:pt x="2535" y="3232"/>
                </a:lnTo>
                <a:lnTo>
                  <a:pt x="2534" y="3232"/>
                </a:lnTo>
                <a:lnTo>
                  <a:pt x="2533" y="3233"/>
                </a:lnTo>
                <a:lnTo>
                  <a:pt x="2534" y="3233"/>
                </a:lnTo>
                <a:lnTo>
                  <a:pt x="2535" y="3233"/>
                </a:lnTo>
                <a:lnTo>
                  <a:pt x="2536" y="3233"/>
                </a:lnTo>
                <a:lnTo>
                  <a:pt x="2536" y="3234"/>
                </a:lnTo>
                <a:lnTo>
                  <a:pt x="2537" y="3234"/>
                </a:lnTo>
                <a:lnTo>
                  <a:pt x="2538" y="3234"/>
                </a:lnTo>
                <a:lnTo>
                  <a:pt x="2538" y="3235"/>
                </a:lnTo>
                <a:lnTo>
                  <a:pt x="2538" y="3236"/>
                </a:lnTo>
                <a:lnTo>
                  <a:pt x="2539" y="3236"/>
                </a:lnTo>
                <a:lnTo>
                  <a:pt x="2540" y="3236"/>
                </a:lnTo>
                <a:lnTo>
                  <a:pt x="2541" y="3235"/>
                </a:lnTo>
                <a:lnTo>
                  <a:pt x="2542" y="3235"/>
                </a:lnTo>
                <a:lnTo>
                  <a:pt x="2542" y="3236"/>
                </a:lnTo>
                <a:lnTo>
                  <a:pt x="2542" y="3237"/>
                </a:lnTo>
                <a:lnTo>
                  <a:pt x="2543" y="3237"/>
                </a:lnTo>
                <a:lnTo>
                  <a:pt x="2542" y="3237"/>
                </a:lnTo>
                <a:lnTo>
                  <a:pt x="2543" y="3237"/>
                </a:lnTo>
                <a:lnTo>
                  <a:pt x="2543" y="3238"/>
                </a:lnTo>
                <a:lnTo>
                  <a:pt x="2542" y="3238"/>
                </a:lnTo>
                <a:lnTo>
                  <a:pt x="2542" y="3239"/>
                </a:lnTo>
                <a:lnTo>
                  <a:pt x="2542" y="3240"/>
                </a:lnTo>
                <a:lnTo>
                  <a:pt x="2543" y="3240"/>
                </a:lnTo>
                <a:lnTo>
                  <a:pt x="2543" y="3241"/>
                </a:lnTo>
                <a:lnTo>
                  <a:pt x="2543" y="3242"/>
                </a:lnTo>
                <a:lnTo>
                  <a:pt x="2544" y="3242"/>
                </a:lnTo>
                <a:lnTo>
                  <a:pt x="2544" y="3241"/>
                </a:lnTo>
                <a:lnTo>
                  <a:pt x="2545" y="3241"/>
                </a:lnTo>
                <a:lnTo>
                  <a:pt x="2545" y="3242"/>
                </a:lnTo>
                <a:lnTo>
                  <a:pt x="2546" y="3242"/>
                </a:lnTo>
                <a:lnTo>
                  <a:pt x="2546" y="3243"/>
                </a:lnTo>
                <a:lnTo>
                  <a:pt x="2546" y="3244"/>
                </a:lnTo>
                <a:lnTo>
                  <a:pt x="2545" y="3244"/>
                </a:lnTo>
                <a:lnTo>
                  <a:pt x="2546" y="3244"/>
                </a:lnTo>
                <a:lnTo>
                  <a:pt x="2545" y="3244"/>
                </a:lnTo>
                <a:lnTo>
                  <a:pt x="2545" y="3245"/>
                </a:lnTo>
                <a:lnTo>
                  <a:pt x="2546" y="3245"/>
                </a:lnTo>
                <a:lnTo>
                  <a:pt x="2546" y="3246"/>
                </a:lnTo>
                <a:lnTo>
                  <a:pt x="2547" y="3246"/>
                </a:lnTo>
                <a:lnTo>
                  <a:pt x="2548" y="3246"/>
                </a:lnTo>
                <a:lnTo>
                  <a:pt x="2549" y="3246"/>
                </a:lnTo>
                <a:lnTo>
                  <a:pt x="2549" y="3247"/>
                </a:lnTo>
                <a:lnTo>
                  <a:pt x="2550" y="3247"/>
                </a:lnTo>
                <a:lnTo>
                  <a:pt x="2549" y="3248"/>
                </a:lnTo>
                <a:lnTo>
                  <a:pt x="2549" y="3249"/>
                </a:lnTo>
                <a:lnTo>
                  <a:pt x="2549" y="3250"/>
                </a:lnTo>
                <a:lnTo>
                  <a:pt x="2549" y="3251"/>
                </a:lnTo>
                <a:lnTo>
                  <a:pt x="2548" y="3251"/>
                </a:lnTo>
                <a:lnTo>
                  <a:pt x="2548" y="3252"/>
                </a:lnTo>
                <a:lnTo>
                  <a:pt x="2547" y="3252"/>
                </a:lnTo>
                <a:lnTo>
                  <a:pt x="2548" y="3252"/>
                </a:lnTo>
                <a:lnTo>
                  <a:pt x="2547" y="3253"/>
                </a:lnTo>
                <a:lnTo>
                  <a:pt x="2548" y="3253"/>
                </a:lnTo>
                <a:lnTo>
                  <a:pt x="2548" y="3254"/>
                </a:lnTo>
                <a:lnTo>
                  <a:pt x="2547" y="3254"/>
                </a:lnTo>
                <a:lnTo>
                  <a:pt x="2548" y="3254"/>
                </a:lnTo>
                <a:lnTo>
                  <a:pt x="2547" y="3254"/>
                </a:lnTo>
                <a:lnTo>
                  <a:pt x="2547" y="3255"/>
                </a:lnTo>
                <a:lnTo>
                  <a:pt x="2546" y="3255"/>
                </a:lnTo>
                <a:lnTo>
                  <a:pt x="2546" y="3256"/>
                </a:lnTo>
                <a:lnTo>
                  <a:pt x="2546" y="3257"/>
                </a:lnTo>
                <a:lnTo>
                  <a:pt x="2547" y="3257"/>
                </a:lnTo>
                <a:lnTo>
                  <a:pt x="2547" y="3258"/>
                </a:lnTo>
                <a:lnTo>
                  <a:pt x="2548" y="3258"/>
                </a:lnTo>
                <a:lnTo>
                  <a:pt x="2549" y="3259"/>
                </a:lnTo>
                <a:lnTo>
                  <a:pt x="2549" y="3260"/>
                </a:lnTo>
                <a:lnTo>
                  <a:pt x="2549" y="3261"/>
                </a:lnTo>
                <a:lnTo>
                  <a:pt x="2549" y="3262"/>
                </a:lnTo>
                <a:lnTo>
                  <a:pt x="2549" y="3263"/>
                </a:lnTo>
                <a:lnTo>
                  <a:pt x="2549" y="3264"/>
                </a:lnTo>
                <a:lnTo>
                  <a:pt x="2548" y="3264"/>
                </a:lnTo>
                <a:lnTo>
                  <a:pt x="2549" y="3264"/>
                </a:lnTo>
                <a:lnTo>
                  <a:pt x="2549" y="3265"/>
                </a:lnTo>
                <a:lnTo>
                  <a:pt x="2549" y="3264"/>
                </a:lnTo>
                <a:lnTo>
                  <a:pt x="2549" y="3265"/>
                </a:lnTo>
                <a:lnTo>
                  <a:pt x="2550" y="3265"/>
                </a:lnTo>
                <a:lnTo>
                  <a:pt x="2549" y="3265"/>
                </a:lnTo>
                <a:lnTo>
                  <a:pt x="2549" y="3266"/>
                </a:lnTo>
                <a:lnTo>
                  <a:pt x="2550" y="3266"/>
                </a:lnTo>
                <a:lnTo>
                  <a:pt x="2550" y="3267"/>
                </a:lnTo>
                <a:lnTo>
                  <a:pt x="2550" y="3266"/>
                </a:lnTo>
                <a:lnTo>
                  <a:pt x="2551" y="3266"/>
                </a:lnTo>
                <a:lnTo>
                  <a:pt x="2552" y="3266"/>
                </a:lnTo>
                <a:lnTo>
                  <a:pt x="2552" y="3267"/>
                </a:lnTo>
                <a:lnTo>
                  <a:pt x="2552" y="3268"/>
                </a:lnTo>
                <a:lnTo>
                  <a:pt x="2553" y="3268"/>
                </a:lnTo>
                <a:lnTo>
                  <a:pt x="2553" y="3267"/>
                </a:lnTo>
                <a:lnTo>
                  <a:pt x="2554" y="3267"/>
                </a:lnTo>
                <a:lnTo>
                  <a:pt x="2554" y="3268"/>
                </a:lnTo>
                <a:lnTo>
                  <a:pt x="2554" y="3269"/>
                </a:lnTo>
                <a:lnTo>
                  <a:pt x="2554" y="3270"/>
                </a:lnTo>
                <a:lnTo>
                  <a:pt x="2553" y="3270"/>
                </a:lnTo>
                <a:lnTo>
                  <a:pt x="2553" y="3271"/>
                </a:lnTo>
                <a:lnTo>
                  <a:pt x="2554" y="3271"/>
                </a:lnTo>
                <a:lnTo>
                  <a:pt x="2553" y="3271"/>
                </a:lnTo>
                <a:lnTo>
                  <a:pt x="2553" y="3272"/>
                </a:lnTo>
                <a:lnTo>
                  <a:pt x="2552" y="3272"/>
                </a:lnTo>
                <a:lnTo>
                  <a:pt x="2552" y="3273"/>
                </a:lnTo>
                <a:lnTo>
                  <a:pt x="2551" y="3273"/>
                </a:lnTo>
                <a:lnTo>
                  <a:pt x="2550" y="3273"/>
                </a:lnTo>
                <a:lnTo>
                  <a:pt x="2549" y="3272"/>
                </a:lnTo>
                <a:lnTo>
                  <a:pt x="2548" y="3272"/>
                </a:lnTo>
                <a:lnTo>
                  <a:pt x="2547" y="3272"/>
                </a:lnTo>
                <a:lnTo>
                  <a:pt x="2547" y="3273"/>
                </a:lnTo>
                <a:lnTo>
                  <a:pt x="2547" y="3274"/>
                </a:lnTo>
                <a:lnTo>
                  <a:pt x="2548" y="3274"/>
                </a:lnTo>
                <a:lnTo>
                  <a:pt x="2548" y="3275"/>
                </a:lnTo>
                <a:lnTo>
                  <a:pt x="2547" y="3275"/>
                </a:lnTo>
                <a:lnTo>
                  <a:pt x="2547" y="3276"/>
                </a:lnTo>
                <a:lnTo>
                  <a:pt x="2547" y="3277"/>
                </a:lnTo>
                <a:lnTo>
                  <a:pt x="2548" y="3277"/>
                </a:lnTo>
                <a:lnTo>
                  <a:pt x="2548" y="3278"/>
                </a:lnTo>
                <a:lnTo>
                  <a:pt x="2549" y="3278"/>
                </a:lnTo>
                <a:lnTo>
                  <a:pt x="2549" y="3279"/>
                </a:lnTo>
                <a:lnTo>
                  <a:pt x="2548" y="3279"/>
                </a:lnTo>
                <a:lnTo>
                  <a:pt x="2548" y="3280"/>
                </a:lnTo>
                <a:lnTo>
                  <a:pt x="2548" y="3281"/>
                </a:lnTo>
                <a:lnTo>
                  <a:pt x="2547" y="3281"/>
                </a:lnTo>
                <a:lnTo>
                  <a:pt x="2547" y="3282"/>
                </a:lnTo>
                <a:lnTo>
                  <a:pt x="2546" y="3282"/>
                </a:lnTo>
                <a:lnTo>
                  <a:pt x="2545" y="3282"/>
                </a:lnTo>
                <a:lnTo>
                  <a:pt x="2545" y="3283"/>
                </a:lnTo>
                <a:lnTo>
                  <a:pt x="2546" y="3283"/>
                </a:lnTo>
                <a:lnTo>
                  <a:pt x="2546" y="3284"/>
                </a:lnTo>
                <a:lnTo>
                  <a:pt x="2546" y="3285"/>
                </a:lnTo>
                <a:lnTo>
                  <a:pt x="2547" y="3285"/>
                </a:lnTo>
                <a:lnTo>
                  <a:pt x="2547" y="3286"/>
                </a:lnTo>
                <a:lnTo>
                  <a:pt x="2547" y="3287"/>
                </a:lnTo>
                <a:lnTo>
                  <a:pt x="2546" y="3287"/>
                </a:lnTo>
                <a:lnTo>
                  <a:pt x="2546" y="3288"/>
                </a:lnTo>
                <a:lnTo>
                  <a:pt x="2547" y="3288"/>
                </a:lnTo>
                <a:lnTo>
                  <a:pt x="2547" y="3289"/>
                </a:lnTo>
                <a:lnTo>
                  <a:pt x="2547" y="3290"/>
                </a:lnTo>
                <a:lnTo>
                  <a:pt x="2546" y="3290"/>
                </a:lnTo>
                <a:lnTo>
                  <a:pt x="2546" y="3291"/>
                </a:lnTo>
                <a:lnTo>
                  <a:pt x="2545" y="3291"/>
                </a:lnTo>
                <a:lnTo>
                  <a:pt x="2546" y="3291"/>
                </a:lnTo>
                <a:lnTo>
                  <a:pt x="2546" y="3292"/>
                </a:lnTo>
                <a:lnTo>
                  <a:pt x="2546" y="3293"/>
                </a:lnTo>
                <a:lnTo>
                  <a:pt x="2546" y="3294"/>
                </a:lnTo>
                <a:lnTo>
                  <a:pt x="2546" y="3295"/>
                </a:lnTo>
                <a:lnTo>
                  <a:pt x="2545" y="3295"/>
                </a:lnTo>
                <a:lnTo>
                  <a:pt x="2545" y="3296"/>
                </a:lnTo>
                <a:lnTo>
                  <a:pt x="2545" y="3297"/>
                </a:lnTo>
                <a:lnTo>
                  <a:pt x="2545" y="3298"/>
                </a:lnTo>
                <a:lnTo>
                  <a:pt x="2545" y="3299"/>
                </a:lnTo>
                <a:lnTo>
                  <a:pt x="2546" y="3299"/>
                </a:lnTo>
                <a:lnTo>
                  <a:pt x="2546" y="3300"/>
                </a:lnTo>
                <a:lnTo>
                  <a:pt x="2546" y="3301"/>
                </a:lnTo>
                <a:lnTo>
                  <a:pt x="2547" y="3301"/>
                </a:lnTo>
                <a:lnTo>
                  <a:pt x="2547" y="3302"/>
                </a:lnTo>
                <a:lnTo>
                  <a:pt x="2548" y="3302"/>
                </a:lnTo>
                <a:lnTo>
                  <a:pt x="2549" y="3302"/>
                </a:lnTo>
                <a:lnTo>
                  <a:pt x="2550" y="3302"/>
                </a:lnTo>
                <a:lnTo>
                  <a:pt x="2551" y="3302"/>
                </a:lnTo>
                <a:lnTo>
                  <a:pt x="2551" y="3303"/>
                </a:lnTo>
                <a:lnTo>
                  <a:pt x="2551" y="3304"/>
                </a:lnTo>
                <a:lnTo>
                  <a:pt x="2552" y="3304"/>
                </a:lnTo>
                <a:lnTo>
                  <a:pt x="2552" y="3305"/>
                </a:lnTo>
                <a:lnTo>
                  <a:pt x="2553" y="3305"/>
                </a:lnTo>
                <a:lnTo>
                  <a:pt x="2554" y="3305"/>
                </a:lnTo>
                <a:lnTo>
                  <a:pt x="2554" y="3306"/>
                </a:lnTo>
                <a:lnTo>
                  <a:pt x="2555" y="3306"/>
                </a:lnTo>
                <a:lnTo>
                  <a:pt x="2555" y="3307"/>
                </a:lnTo>
                <a:lnTo>
                  <a:pt x="2555" y="3308"/>
                </a:lnTo>
                <a:lnTo>
                  <a:pt x="2554" y="3308"/>
                </a:lnTo>
                <a:lnTo>
                  <a:pt x="2554" y="3309"/>
                </a:lnTo>
                <a:lnTo>
                  <a:pt x="2555" y="3309"/>
                </a:lnTo>
                <a:lnTo>
                  <a:pt x="2555" y="3310"/>
                </a:lnTo>
                <a:lnTo>
                  <a:pt x="2555" y="3311"/>
                </a:lnTo>
                <a:lnTo>
                  <a:pt x="2554" y="3311"/>
                </a:lnTo>
                <a:lnTo>
                  <a:pt x="2554" y="3310"/>
                </a:lnTo>
                <a:lnTo>
                  <a:pt x="2553" y="3310"/>
                </a:lnTo>
                <a:lnTo>
                  <a:pt x="2552" y="3310"/>
                </a:lnTo>
                <a:lnTo>
                  <a:pt x="2551" y="3310"/>
                </a:lnTo>
                <a:lnTo>
                  <a:pt x="2551" y="3311"/>
                </a:lnTo>
                <a:lnTo>
                  <a:pt x="2550" y="3311"/>
                </a:lnTo>
                <a:lnTo>
                  <a:pt x="2550" y="3312"/>
                </a:lnTo>
                <a:lnTo>
                  <a:pt x="2550" y="3313"/>
                </a:lnTo>
                <a:lnTo>
                  <a:pt x="2550" y="3314"/>
                </a:lnTo>
                <a:lnTo>
                  <a:pt x="2550" y="3315"/>
                </a:lnTo>
                <a:lnTo>
                  <a:pt x="2549" y="3315"/>
                </a:lnTo>
                <a:lnTo>
                  <a:pt x="2549" y="3316"/>
                </a:lnTo>
                <a:lnTo>
                  <a:pt x="2548" y="3316"/>
                </a:lnTo>
                <a:lnTo>
                  <a:pt x="2548" y="3317"/>
                </a:lnTo>
                <a:lnTo>
                  <a:pt x="2547" y="3317"/>
                </a:lnTo>
                <a:lnTo>
                  <a:pt x="2546" y="3317"/>
                </a:lnTo>
                <a:lnTo>
                  <a:pt x="2545" y="3317"/>
                </a:lnTo>
                <a:lnTo>
                  <a:pt x="2544" y="3317"/>
                </a:lnTo>
                <a:lnTo>
                  <a:pt x="2543" y="3317"/>
                </a:lnTo>
                <a:lnTo>
                  <a:pt x="2542" y="3317"/>
                </a:lnTo>
                <a:lnTo>
                  <a:pt x="2542" y="3316"/>
                </a:lnTo>
                <a:lnTo>
                  <a:pt x="2542" y="3315"/>
                </a:lnTo>
                <a:lnTo>
                  <a:pt x="2542" y="3314"/>
                </a:lnTo>
                <a:lnTo>
                  <a:pt x="2541" y="3314"/>
                </a:lnTo>
                <a:lnTo>
                  <a:pt x="2541" y="3313"/>
                </a:lnTo>
                <a:lnTo>
                  <a:pt x="2540" y="3313"/>
                </a:lnTo>
                <a:lnTo>
                  <a:pt x="2541" y="3313"/>
                </a:lnTo>
                <a:lnTo>
                  <a:pt x="2540" y="3313"/>
                </a:lnTo>
                <a:lnTo>
                  <a:pt x="2540" y="3312"/>
                </a:lnTo>
                <a:lnTo>
                  <a:pt x="2540" y="3311"/>
                </a:lnTo>
                <a:lnTo>
                  <a:pt x="2539" y="3311"/>
                </a:lnTo>
                <a:lnTo>
                  <a:pt x="2538" y="3311"/>
                </a:lnTo>
                <a:lnTo>
                  <a:pt x="2538" y="3312"/>
                </a:lnTo>
                <a:lnTo>
                  <a:pt x="2537" y="3312"/>
                </a:lnTo>
                <a:lnTo>
                  <a:pt x="2537" y="3311"/>
                </a:lnTo>
                <a:lnTo>
                  <a:pt x="2536" y="3311"/>
                </a:lnTo>
                <a:lnTo>
                  <a:pt x="2536" y="3312"/>
                </a:lnTo>
                <a:lnTo>
                  <a:pt x="2535" y="3312"/>
                </a:lnTo>
                <a:lnTo>
                  <a:pt x="2535" y="3313"/>
                </a:lnTo>
                <a:lnTo>
                  <a:pt x="2534" y="3313"/>
                </a:lnTo>
                <a:lnTo>
                  <a:pt x="2534" y="3314"/>
                </a:lnTo>
                <a:lnTo>
                  <a:pt x="2533" y="3314"/>
                </a:lnTo>
                <a:lnTo>
                  <a:pt x="2533" y="3313"/>
                </a:lnTo>
                <a:lnTo>
                  <a:pt x="2532" y="3313"/>
                </a:lnTo>
                <a:lnTo>
                  <a:pt x="2532" y="3312"/>
                </a:lnTo>
                <a:lnTo>
                  <a:pt x="2533" y="3312"/>
                </a:lnTo>
                <a:lnTo>
                  <a:pt x="2533" y="3311"/>
                </a:lnTo>
                <a:lnTo>
                  <a:pt x="2533" y="3310"/>
                </a:lnTo>
                <a:lnTo>
                  <a:pt x="2533" y="3309"/>
                </a:lnTo>
                <a:lnTo>
                  <a:pt x="2534" y="3309"/>
                </a:lnTo>
                <a:lnTo>
                  <a:pt x="2534" y="3308"/>
                </a:lnTo>
                <a:lnTo>
                  <a:pt x="2534" y="3307"/>
                </a:lnTo>
                <a:lnTo>
                  <a:pt x="2533" y="3307"/>
                </a:lnTo>
                <a:lnTo>
                  <a:pt x="2533" y="3308"/>
                </a:lnTo>
                <a:lnTo>
                  <a:pt x="2532" y="3308"/>
                </a:lnTo>
                <a:lnTo>
                  <a:pt x="2532" y="3307"/>
                </a:lnTo>
                <a:lnTo>
                  <a:pt x="2531" y="3307"/>
                </a:lnTo>
                <a:lnTo>
                  <a:pt x="2530" y="3307"/>
                </a:lnTo>
                <a:lnTo>
                  <a:pt x="2529" y="3307"/>
                </a:lnTo>
                <a:lnTo>
                  <a:pt x="2529" y="3306"/>
                </a:lnTo>
                <a:lnTo>
                  <a:pt x="2528" y="3306"/>
                </a:lnTo>
                <a:lnTo>
                  <a:pt x="2527" y="3306"/>
                </a:lnTo>
                <a:lnTo>
                  <a:pt x="2526" y="3306"/>
                </a:lnTo>
                <a:lnTo>
                  <a:pt x="2525" y="3306"/>
                </a:lnTo>
                <a:lnTo>
                  <a:pt x="2525" y="3307"/>
                </a:lnTo>
                <a:lnTo>
                  <a:pt x="2524" y="3307"/>
                </a:lnTo>
                <a:lnTo>
                  <a:pt x="2524" y="3306"/>
                </a:lnTo>
                <a:lnTo>
                  <a:pt x="2523" y="3306"/>
                </a:lnTo>
                <a:lnTo>
                  <a:pt x="2523" y="3307"/>
                </a:lnTo>
                <a:lnTo>
                  <a:pt x="2522" y="3307"/>
                </a:lnTo>
                <a:lnTo>
                  <a:pt x="2521" y="3307"/>
                </a:lnTo>
                <a:lnTo>
                  <a:pt x="2521" y="3308"/>
                </a:lnTo>
                <a:lnTo>
                  <a:pt x="2520" y="3308"/>
                </a:lnTo>
                <a:lnTo>
                  <a:pt x="2520" y="3309"/>
                </a:lnTo>
                <a:lnTo>
                  <a:pt x="2520" y="3308"/>
                </a:lnTo>
                <a:lnTo>
                  <a:pt x="2518" y="3308"/>
                </a:lnTo>
                <a:lnTo>
                  <a:pt x="2517" y="3308"/>
                </a:lnTo>
                <a:lnTo>
                  <a:pt x="2516" y="3308"/>
                </a:lnTo>
                <a:lnTo>
                  <a:pt x="2516" y="3309"/>
                </a:lnTo>
                <a:lnTo>
                  <a:pt x="2516" y="3308"/>
                </a:lnTo>
                <a:lnTo>
                  <a:pt x="2515" y="3308"/>
                </a:lnTo>
                <a:lnTo>
                  <a:pt x="2514" y="3308"/>
                </a:lnTo>
                <a:lnTo>
                  <a:pt x="2514" y="3309"/>
                </a:lnTo>
                <a:lnTo>
                  <a:pt x="2514" y="3308"/>
                </a:lnTo>
                <a:lnTo>
                  <a:pt x="2514" y="3309"/>
                </a:lnTo>
                <a:lnTo>
                  <a:pt x="2513" y="3309"/>
                </a:lnTo>
                <a:lnTo>
                  <a:pt x="2513" y="3310"/>
                </a:lnTo>
                <a:lnTo>
                  <a:pt x="2512" y="3309"/>
                </a:lnTo>
                <a:lnTo>
                  <a:pt x="2512" y="3310"/>
                </a:lnTo>
                <a:lnTo>
                  <a:pt x="2512" y="3311"/>
                </a:lnTo>
                <a:lnTo>
                  <a:pt x="2511" y="3311"/>
                </a:lnTo>
                <a:lnTo>
                  <a:pt x="2511" y="3310"/>
                </a:lnTo>
                <a:lnTo>
                  <a:pt x="2511" y="3311"/>
                </a:lnTo>
                <a:lnTo>
                  <a:pt x="2510" y="3311"/>
                </a:lnTo>
                <a:lnTo>
                  <a:pt x="2509" y="3311"/>
                </a:lnTo>
                <a:lnTo>
                  <a:pt x="2509" y="3312"/>
                </a:lnTo>
                <a:lnTo>
                  <a:pt x="2508" y="3312"/>
                </a:lnTo>
                <a:lnTo>
                  <a:pt x="2507" y="3312"/>
                </a:lnTo>
                <a:lnTo>
                  <a:pt x="2507" y="3313"/>
                </a:lnTo>
                <a:lnTo>
                  <a:pt x="2506" y="3313"/>
                </a:lnTo>
                <a:lnTo>
                  <a:pt x="2506" y="3314"/>
                </a:lnTo>
                <a:lnTo>
                  <a:pt x="2505" y="3314"/>
                </a:lnTo>
                <a:lnTo>
                  <a:pt x="2505" y="3313"/>
                </a:lnTo>
                <a:lnTo>
                  <a:pt x="2504" y="3313"/>
                </a:lnTo>
                <a:lnTo>
                  <a:pt x="2504" y="3312"/>
                </a:lnTo>
                <a:lnTo>
                  <a:pt x="2503" y="3312"/>
                </a:lnTo>
                <a:lnTo>
                  <a:pt x="2503" y="3311"/>
                </a:lnTo>
                <a:lnTo>
                  <a:pt x="2503" y="3312"/>
                </a:lnTo>
                <a:lnTo>
                  <a:pt x="2502" y="3312"/>
                </a:lnTo>
                <a:lnTo>
                  <a:pt x="2502" y="3311"/>
                </a:lnTo>
                <a:lnTo>
                  <a:pt x="2501" y="3311"/>
                </a:lnTo>
                <a:lnTo>
                  <a:pt x="2502" y="3310"/>
                </a:lnTo>
                <a:lnTo>
                  <a:pt x="2502" y="3309"/>
                </a:lnTo>
                <a:lnTo>
                  <a:pt x="2501" y="3309"/>
                </a:lnTo>
                <a:lnTo>
                  <a:pt x="2500" y="3309"/>
                </a:lnTo>
                <a:lnTo>
                  <a:pt x="2500" y="3308"/>
                </a:lnTo>
                <a:lnTo>
                  <a:pt x="2499" y="3308"/>
                </a:lnTo>
                <a:lnTo>
                  <a:pt x="2498" y="3308"/>
                </a:lnTo>
                <a:lnTo>
                  <a:pt x="2499" y="3308"/>
                </a:lnTo>
                <a:lnTo>
                  <a:pt x="2499" y="3307"/>
                </a:lnTo>
                <a:lnTo>
                  <a:pt x="2500" y="3307"/>
                </a:lnTo>
                <a:lnTo>
                  <a:pt x="2500" y="3306"/>
                </a:lnTo>
                <a:lnTo>
                  <a:pt x="2499" y="3306"/>
                </a:lnTo>
                <a:lnTo>
                  <a:pt x="2500" y="3306"/>
                </a:lnTo>
                <a:lnTo>
                  <a:pt x="2500" y="3305"/>
                </a:lnTo>
                <a:lnTo>
                  <a:pt x="2501" y="3305"/>
                </a:lnTo>
                <a:lnTo>
                  <a:pt x="2501" y="3304"/>
                </a:lnTo>
                <a:lnTo>
                  <a:pt x="2501" y="3303"/>
                </a:lnTo>
                <a:lnTo>
                  <a:pt x="2502" y="3303"/>
                </a:lnTo>
                <a:lnTo>
                  <a:pt x="2502" y="3302"/>
                </a:lnTo>
                <a:lnTo>
                  <a:pt x="2502" y="3301"/>
                </a:lnTo>
                <a:lnTo>
                  <a:pt x="2501" y="3301"/>
                </a:lnTo>
                <a:lnTo>
                  <a:pt x="2501" y="3300"/>
                </a:lnTo>
                <a:lnTo>
                  <a:pt x="2500" y="3300"/>
                </a:lnTo>
                <a:lnTo>
                  <a:pt x="2499" y="3300"/>
                </a:lnTo>
                <a:lnTo>
                  <a:pt x="2498" y="3300"/>
                </a:lnTo>
                <a:lnTo>
                  <a:pt x="2498" y="3299"/>
                </a:lnTo>
                <a:lnTo>
                  <a:pt x="2497" y="3299"/>
                </a:lnTo>
                <a:lnTo>
                  <a:pt x="2496" y="3299"/>
                </a:lnTo>
                <a:lnTo>
                  <a:pt x="2496" y="3298"/>
                </a:lnTo>
                <a:lnTo>
                  <a:pt x="2496" y="3297"/>
                </a:lnTo>
                <a:lnTo>
                  <a:pt x="2495" y="3297"/>
                </a:lnTo>
                <a:lnTo>
                  <a:pt x="2495" y="3296"/>
                </a:lnTo>
                <a:lnTo>
                  <a:pt x="2496" y="3296"/>
                </a:lnTo>
                <a:lnTo>
                  <a:pt x="2495" y="3296"/>
                </a:lnTo>
                <a:lnTo>
                  <a:pt x="2495" y="3295"/>
                </a:lnTo>
                <a:lnTo>
                  <a:pt x="2494" y="3295"/>
                </a:lnTo>
                <a:lnTo>
                  <a:pt x="2494" y="3294"/>
                </a:lnTo>
                <a:lnTo>
                  <a:pt x="2494" y="3293"/>
                </a:lnTo>
                <a:lnTo>
                  <a:pt x="2493" y="3293"/>
                </a:lnTo>
                <a:lnTo>
                  <a:pt x="2494" y="3293"/>
                </a:lnTo>
                <a:lnTo>
                  <a:pt x="2493" y="3293"/>
                </a:lnTo>
                <a:lnTo>
                  <a:pt x="2493" y="3292"/>
                </a:lnTo>
                <a:lnTo>
                  <a:pt x="2493" y="3291"/>
                </a:lnTo>
                <a:lnTo>
                  <a:pt x="2492" y="3291"/>
                </a:lnTo>
                <a:lnTo>
                  <a:pt x="2492" y="3290"/>
                </a:lnTo>
                <a:lnTo>
                  <a:pt x="2492" y="3289"/>
                </a:lnTo>
                <a:lnTo>
                  <a:pt x="2493" y="3289"/>
                </a:lnTo>
                <a:lnTo>
                  <a:pt x="2494" y="3289"/>
                </a:lnTo>
                <a:lnTo>
                  <a:pt x="2495" y="3289"/>
                </a:lnTo>
                <a:lnTo>
                  <a:pt x="2496" y="3289"/>
                </a:lnTo>
                <a:lnTo>
                  <a:pt x="2496" y="3288"/>
                </a:lnTo>
                <a:lnTo>
                  <a:pt x="2497" y="3288"/>
                </a:lnTo>
                <a:lnTo>
                  <a:pt x="2496" y="3288"/>
                </a:lnTo>
                <a:lnTo>
                  <a:pt x="2497" y="3288"/>
                </a:lnTo>
                <a:lnTo>
                  <a:pt x="2497" y="3287"/>
                </a:lnTo>
                <a:lnTo>
                  <a:pt x="2497" y="3286"/>
                </a:lnTo>
                <a:lnTo>
                  <a:pt x="2497" y="3285"/>
                </a:lnTo>
                <a:lnTo>
                  <a:pt x="2496" y="3285"/>
                </a:lnTo>
                <a:lnTo>
                  <a:pt x="2497" y="3285"/>
                </a:lnTo>
                <a:lnTo>
                  <a:pt x="2496" y="3285"/>
                </a:lnTo>
                <a:lnTo>
                  <a:pt x="2497" y="3285"/>
                </a:lnTo>
                <a:lnTo>
                  <a:pt x="2497" y="3284"/>
                </a:lnTo>
                <a:lnTo>
                  <a:pt x="2496" y="3284"/>
                </a:lnTo>
                <a:lnTo>
                  <a:pt x="2496" y="3283"/>
                </a:lnTo>
                <a:lnTo>
                  <a:pt x="2497" y="3283"/>
                </a:lnTo>
                <a:lnTo>
                  <a:pt x="2497" y="3282"/>
                </a:lnTo>
                <a:lnTo>
                  <a:pt x="2498" y="3282"/>
                </a:lnTo>
                <a:lnTo>
                  <a:pt x="2499" y="3281"/>
                </a:lnTo>
                <a:lnTo>
                  <a:pt x="2499" y="3280"/>
                </a:lnTo>
                <a:lnTo>
                  <a:pt x="2498" y="3280"/>
                </a:lnTo>
                <a:lnTo>
                  <a:pt x="2498" y="3281"/>
                </a:lnTo>
                <a:lnTo>
                  <a:pt x="2498" y="3280"/>
                </a:lnTo>
                <a:lnTo>
                  <a:pt x="2498" y="3279"/>
                </a:lnTo>
                <a:lnTo>
                  <a:pt x="2497" y="3279"/>
                </a:lnTo>
                <a:lnTo>
                  <a:pt x="2498" y="3279"/>
                </a:lnTo>
                <a:lnTo>
                  <a:pt x="2498" y="3278"/>
                </a:lnTo>
                <a:lnTo>
                  <a:pt x="2498" y="3277"/>
                </a:lnTo>
                <a:lnTo>
                  <a:pt x="2498" y="3276"/>
                </a:lnTo>
                <a:lnTo>
                  <a:pt x="2498" y="3275"/>
                </a:lnTo>
                <a:lnTo>
                  <a:pt x="2498" y="3274"/>
                </a:lnTo>
                <a:lnTo>
                  <a:pt x="2498" y="3275"/>
                </a:lnTo>
                <a:lnTo>
                  <a:pt x="2497" y="3275"/>
                </a:lnTo>
                <a:lnTo>
                  <a:pt x="2496" y="3275"/>
                </a:lnTo>
                <a:lnTo>
                  <a:pt x="2495" y="3275"/>
                </a:lnTo>
                <a:lnTo>
                  <a:pt x="2495" y="3274"/>
                </a:lnTo>
                <a:lnTo>
                  <a:pt x="2494" y="3274"/>
                </a:lnTo>
                <a:lnTo>
                  <a:pt x="2493" y="3274"/>
                </a:lnTo>
                <a:lnTo>
                  <a:pt x="2492" y="3274"/>
                </a:lnTo>
                <a:lnTo>
                  <a:pt x="2492" y="3273"/>
                </a:lnTo>
                <a:lnTo>
                  <a:pt x="2492" y="3272"/>
                </a:lnTo>
                <a:lnTo>
                  <a:pt x="2492" y="3271"/>
                </a:lnTo>
                <a:lnTo>
                  <a:pt x="2493" y="3271"/>
                </a:lnTo>
                <a:lnTo>
                  <a:pt x="2494" y="3271"/>
                </a:lnTo>
                <a:lnTo>
                  <a:pt x="2495" y="3271"/>
                </a:lnTo>
                <a:lnTo>
                  <a:pt x="2495" y="3270"/>
                </a:lnTo>
                <a:lnTo>
                  <a:pt x="2494" y="3270"/>
                </a:lnTo>
                <a:lnTo>
                  <a:pt x="2494" y="3269"/>
                </a:lnTo>
                <a:lnTo>
                  <a:pt x="2494" y="3268"/>
                </a:lnTo>
                <a:lnTo>
                  <a:pt x="2494" y="3267"/>
                </a:lnTo>
                <a:lnTo>
                  <a:pt x="2494" y="3266"/>
                </a:lnTo>
                <a:lnTo>
                  <a:pt x="2493" y="3266"/>
                </a:lnTo>
                <a:lnTo>
                  <a:pt x="2493" y="3265"/>
                </a:lnTo>
                <a:lnTo>
                  <a:pt x="2493" y="3264"/>
                </a:lnTo>
                <a:lnTo>
                  <a:pt x="2493" y="3263"/>
                </a:lnTo>
                <a:lnTo>
                  <a:pt x="2492" y="3263"/>
                </a:lnTo>
                <a:lnTo>
                  <a:pt x="2491" y="3263"/>
                </a:lnTo>
                <a:lnTo>
                  <a:pt x="2491" y="3262"/>
                </a:lnTo>
                <a:lnTo>
                  <a:pt x="2490" y="3262"/>
                </a:lnTo>
                <a:lnTo>
                  <a:pt x="2491" y="3262"/>
                </a:lnTo>
                <a:lnTo>
                  <a:pt x="2491" y="3261"/>
                </a:lnTo>
                <a:lnTo>
                  <a:pt x="2490" y="3261"/>
                </a:lnTo>
                <a:lnTo>
                  <a:pt x="2490" y="3260"/>
                </a:lnTo>
                <a:lnTo>
                  <a:pt x="2490" y="3259"/>
                </a:lnTo>
                <a:lnTo>
                  <a:pt x="2490" y="3258"/>
                </a:lnTo>
                <a:lnTo>
                  <a:pt x="2490" y="3257"/>
                </a:lnTo>
                <a:lnTo>
                  <a:pt x="2489" y="3257"/>
                </a:lnTo>
                <a:lnTo>
                  <a:pt x="2489" y="3256"/>
                </a:lnTo>
                <a:lnTo>
                  <a:pt x="2489" y="3255"/>
                </a:lnTo>
                <a:lnTo>
                  <a:pt x="2489" y="3254"/>
                </a:lnTo>
                <a:lnTo>
                  <a:pt x="2489" y="3253"/>
                </a:lnTo>
                <a:lnTo>
                  <a:pt x="2490" y="3253"/>
                </a:lnTo>
                <a:lnTo>
                  <a:pt x="2490" y="3252"/>
                </a:lnTo>
                <a:lnTo>
                  <a:pt x="2490" y="3253"/>
                </a:lnTo>
                <a:lnTo>
                  <a:pt x="2489" y="3253"/>
                </a:lnTo>
                <a:lnTo>
                  <a:pt x="2489" y="3252"/>
                </a:lnTo>
                <a:lnTo>
                  <a:pt x="2489" y="3253"/>
                </a:lnTo>
                <a:lnTo>
                  <a:pt x="2489" y="3252"/>
                </a:lnTo>
                <a:lnTo>
                  <a:pt x="2488" y="3252"/>
                </a:lnTo>
                <a:lnTo>
                  <a:pt x="2488" y="3253"/>
                </a:lnTo>
                <a:lnTo>
                  <a:pt x="2488" y="3252"/>
                </a:lnTo>
                <a:lnTo>
                  <a:pt x="2487" y="3252"/>
                </a:lnTo>
                <a:lnTo>
                  <a:pt x="2487" y="3253"/>
                </a:lnTo>
                <a:lnTo>
                  <a:pt x="2486" y="3253"/>
                </a:lnTo>
                <a:lnTo>
                  <a:pt x="2487" y="3253"/>
                </a:lnTo>
                <a:lnTo>
                  <a:pt x="2486" y="3253"/>
                </a:lnTo>
                <a:lnTo>
                  <a:pt x="2486" y="3254"/>
                </a:lnTo>
                <a:lnTo>
                  <a:pt x="2485" y="3254"/>
                </a:lnTo>
                <a:lnTo>
                  <a:pt x="2485" y="3255"/>
                </a:lnTo>
                <a:lnTo>
                  <a:pt x="2484" y="3255"/>
                </a:lnTo>
                <a:lnTo>
                  <a:pt x="2484" y="3256"/>
                </a:lnTo>
                <a:lnTo>
                  <a:pt x="2484" y="3255"/>
                </a:lnTo>
                <a:lnTo>
                  <a:pt x="2484" y="3256"/>
                </a:lnTo>
                <a:lnTo>
                  <a:pt x="2483" y="3256"/>
                </a:lnTo>
                <a:lnTo>
                  <a:pt x="2483" y="3257"/>
                </a:lnTo>
                <a:lnTo>
                  <a:pt x="2482" y="3257"/>
                </a:lnTo>
                <a:lnTo>
                  <a:pt x="2482" y="3258"/>
                </a:lnTo>
                <a:lnTo>
                  <a:pt x="2481" y="3258"/>
                </a:lnTo>
                <a:lnTo>
                  <a:pt x="2480" y="3259"/>
                </a:lnTo>
                <a:lnTo>
                  <a:pt x="2480" y="3260"/>
                </a:lnTo>
                <a:lnTo>
                  <a:pt x="2480" y="3259"/>
                </a:lnTo>
                <a:lnTo>
                  <a:pt x="2479" y="3259"/>
                </a:lnTo>
                <a:lnTo>
                  <a:pt x="2479" y="3260"/>
                </a:lnTo>
                <a:lnTo>
                  <a:pt x="2478" y="3260"/>
                </a:lnTo>
                <a:lnTo>
                  <a:pt x="2477" y="3260"/>
                </a:lnTo>
                <a:lnTo>
                  <a:pt x="2476" y="3260"/>
                </a:lnTo>
                <a:lnTo>
                  <a:pt x="2475" y="3260"/>
                </a:lnTo>
                <a:lnTo>
                  <a:pt x="2474" y="3260"/>
                </a:lnTo>
                <a:lnTo>
                  <a:pt x="2474" y="3261"/>
                </a:lnTo>
                <a:lnTo>
                  <a:pt x="2473" y="3261"/>
                </a:lnTo>
                <a:lnTo>
                  <a:pt x="2472" y="3261"/>
                </a:lnTo>
                <a:lnTo>
                  <a:pt x="2471" y="3261"/>
                </a:lnTo>
                <a:lnTo>
                  <a:pt x="2471" y="3262"/>
                </a:lnTo>
                <a:lnTo>
                  <a:pt x="2471" y="3261"/>
                </a:lnTo>
                <a:lnTo>
                  <a:pt x="2470" y="3261"/>
                </a:lnTo>
                <a:lnTo>
                  <a:pt x="2470" y="3262"/>
                </a:lnTo>
                <a:lnTo>
                  <a:pt x="2470" y="3261"/>
                </a:lnTo>
                <a:lnTo>
                  <a:pt x="2470" y="3262"/>
                </a:lnTo>
                <a:lnTo>
                  <a:pt x="2469" y="3262"/>
                </a:lnTo>
                <a:lnTo>
                  <a:pt x="2469" y="3261"/>
                </a:lnTo>
                <a:lnTo>
                  <a:pt x="2469" y="3262"/>
                </a:lnTo>
                <a:lnTo>
                  <a:pt x="2468" y="3262"/>
                </a:lnTo>
                <a:lnTo>
                  <a:pt x="2468" y="3263"/>
                </a:lnTo>
                <a:lnTo>
                  <a:pt x="2467" y="3263"/>
                </a:lnTo>
                <a:lnTo>
                  <a:pt x="2467" y="3264"/>
                </a:lnTo>
                <a:lnTo>
                  <a:pt x="2466" y="3264"/>
                </a:lnTo>
                <a:lnTo>
                  <a:pt x="2466" y="3265"/>
                </a:lnTo>
                <a:lnTo>
                  <a:pt x="2466" y="3266"/>
                </a:lnTo>
                <a:lnTo>
                  <a:pt x="2465" y="3266"/>
                </a:lnTo>
                <a:lnTo>
                  <a:pt x="2465" y="3267"/>
                </a:lnTo>
                <a:lnTo>
                  <a:pt x="2464" y="3267"/>
                </a:lnTo>
                <a:lnTo>
                  <a:pt x="2463" y="3267"/>
                </a:lnTo>
                <a:lnTo>
                  <a:pt x="2463" y="3268"/>
                </a:lnTo>
                <a:lnTo>
                  <a:pt x="2463" y="3269"/>
                </a:lnTo>
                <a:lnTo>
                  <a:pt x="2462" y="3269"/>
                </a:lnTo>
                <a:lnTo>
                  <a:pt x="2462" y="3268"/>
                </a:lnTo>
                <a:lnTo>
                  <a:pt x="2462" y="3269"/>
                </a:lnTo>
                <a:lnTo>
                  <a:pt x="2462" y="3270"/>
                </a:lnTo>
                <a:lnTo>
                  <a:pt x="2461" y="3270"/>
                </a:lnTo>
                <a:lnTo>
                  <a:pt x="2461" y="3271"/>
                </a:lnTo>
                <a:lnTo>
                  <a:pt x="2461" y="3272"/>
                </a:lnTo>
                <a:lnTo>
                  <a:pt x="2461" y="3273"/>
                </a:lnTo>
                <a:lnTo>
                  <a:pt x="2460" y="3273"/>
                </a:lnTo>
                <a:lnTo>
                  <a:pt x="2460" y="3274"/>
                </a:lnTo>
                <a:lnTo>
                  <a:pt x="2459" y="3274"/>
                </a:lnTo>
                <a:lnTo>
                  <a:pt x="2459" y="3273"/>
                </a:lnTo>
                <a:lnTo>
                  <a:pt x="2459" y="3274"/>
                </a:lnTo>
                <a:lnTo>
                  <a:pt x="2458" y="3274"/>
                </a:lnTo>
                <a:lnTo>
                  <a:pt x="2458" y="3275"/>
                </a:lnTo>
                <a:lnTo>
                  <a:pt x="2457" y="3275"/>
                </a:lnTo>
                <a:lnTo>
                  <a:pt x="2457" y="3276"/>
                </a:lnTo>
                <a:lnTo>
                  <a:pt x="2456" y="3276"/>
                </a:lnTo>
                <a:lnTo>
                  <a:pt x="2456" y="3277"/>
                </a:lnTo>
                <a:lnTo>
                  <a:pt x="2455" y="3278"/>
                </a:lnTo>
                <a:lnTo>
                  <a:pt x="2455" y="3279"/>
                </a:lnTo>
                <a:lnTo>
                  <a:pt x="2454" y="3279"/>
                </a:lnTo>
                <a:lnTo>
                  <a:pt x="2453" y="3280"/>
                </a:lnTo>
                <a:lnTo>
                  <a:pt x="2453" y="3279"/>
                </a:lnTo>
                <a:lnTo>
                  <a:pt x="2452" y="3279"/>
                </a:lnTo>
                <a:lnTo>
                  <a:pt x="2452" y="3280"/>
                </a:lnTo>
                <a:lnTo>
                  <a:pt x="2451" y="3280"/>
                </a:lnTo>
                <a:lnTo>
                  <a:pt x="2451" y="3281"/>
                </a:lnTo>
                <a:lnTo>
                  <a:pt x="2451" y="3282"/>
                </a:lnTo>
                <a:lnTo>
                  <a:pt x="2450" y="3282"/>
                </a:lnTo>
                <a:lnTo>
                  <a:pt x="2450" y="3283"/>
                </a:lnTo>
                <a:lnTo>
                  <a:pt x="2449" y="3283"/>
                </a:lnTo>
                <a:lnTo>
                  <a:pt x="2448" y="3283"/>
                </a:lnTo>
                <a:lnTo>
                  <a:pt x="2448" y="3282"/>
                </a:lnTo>
                <a:lnTo>
                  <a:pt x="2447" y="3282"/>
                </a:lnTo>
                <a:lnTo>
                  <a:pt x="2447" y="3283"/>
                </a:lnTo>
                <a:lnTo>
                  <a:pt x="2446" y="3283"/>
                </a:lnTo>
                <a:lnTo>
                  <a:pt x="2445" y="3283"/>
                </a:lnTo>
                <a:lnTo>
                  <a:pt x="2445" y="3284"/>
                </a:lnTo>
                <a:lnTo>
                  <a:pt x="2444" y="3284"/>
                </a:lnTo>
                <a:lnTo>
                  <a:pt x="2443" y="3284"/>
                </a:lnTo>
                <a:lnTo>
                  <a:pt x="2443" y="3285"/>
                </a:lnTo>
                <a:lnTo>
                  <a:pt x="2442" y="3285"/>
                </a:lnTo>
                <a:lnTo>
                  <a:pt x="2442" y="3286"/>
                </a:lnTo>
                <a:lnTo>
                  <a:pt x="2442" y="3285"/>
                </a:lnTo>
                <a:lnTo>
                  <a:pt x="2442" y="3286"/>
                </a:lnTo>
                <a:lnTo>
                  <a:pt x="2441" y="3286"/>
                </a:lnTo>
                <a:lnTo>
                  <a:pt x="2440" y="3286"/>
                </a:lnTo>
                <a:lnTo>
                  <a:pt x="2440" y="3285"/>
                </a:lnTo>
                <a:lnTo>
                  <a:pt x="2439" y="3285"/>
                </a:lnTo>
                <a:lnTo>
                  <a:pt x="2438" y="3285"/>
                </a:lnTo>
                <a:lnTo>
                  <a:pt x="2438" y="3284"/>
                </a:lnTo>
                <a:lnTo>
                  <a:pt x="2437" y="3284"/>
                </a:lnTo>
                <a:lnTo>
                  <a:pt x="2437" y="3283"/>
                </a:lnTo>
                <a:lnTo>
                  <a:pt x="2437" y="3284"/>
                </a:lnTo>
                <a:lnTo>
                  <a:pt x="2436" y="3284"/>
                </a:lnTo>
                <a:lnTo>
                  <a:pt x="2436" y="3283"/>
                </a:lnTo>
                <a:lnTo>
                  <a:pt x="2436" y="3284"/>
                </a:lnTo>
                <a:lnTo>
                  <a:pt x="2436" y="3283"/>
                </a:lnTo>
                <a:lnTo>
                  <a:pt x="2435" y="3283"/>
                </a:lnTo>
                <a:lnTo>
                  <a:pt x="2435" y="3284"/>
                </a:lnTo>
                <a:lnTo>
                  <a:pt x="2434" y="3284"/>
                </a:lnTo>
                <a:lnTo>
                  <a:pt x="2434" y="3285"/>
                </a:lnTo>
                <a:lnTo>
                  <a:pt x="2434" y="3284"/>
                </a:lnTo>
                <a:lnTo>
                  <a:pt x="2434" y="3285"/>
                </a:lnTo>
                <a:lnTo>
                  <a:pt x="2434" y="3284"/>
                </a:lnTo>
                <a:lnTo>
                  <a:pt x="2433" y="3284"/>
                </a:lnTo>
                <a:lnTo>
                  <a:pt x="2433" y="3285"/>
                </a:lnTo>
                <a:lnTo>
                  <a:pt x="2432" y="3285"/>
                </a:lnTo>
                <a:lnTo>
                  <a:pt x="2432" y="3284"/>
                </a:lnTo>
                <a:lnTo>
                  <a:pt x="2431" y="3284"/>
                </a:lnTo>
                <a:lnTo>
                  <a:pt x="2431" y="3283"/>
                </a:lnTo>
                <a:lnTo>
                  <a:pt x="2431" y="3282"/>
                </a:lnTo>
                <a:lnTo>
                  <a:pt x="2430" y="3282"/>
                </a:lnTo>
                <a:lnTo>
                  <a:pt x="2430" y="3281"/>
                </a:lnTo>
                <a:lnTo>
                  <a:pt x="2431" y="3281"/>
                </a:lnTo>
                <a:lnTo>
                  <a:pt x="2431" y="3280"/>
                </a:lnTo>
                <a:lnTo>
                  <a:pt x="2430" y="3280"/>
                </a:lnTo>
                <a:lnTo>
                  <a:pt x="2430" y="3279"/>
                </a:lnTo>
                <a:lnTo>
                  <a:pt x="2429" y="3279"/>
                </a:lnTo>
                <a:lnTo>
                  <a:pt x="2429" y="3278"/>
                </a:lnTo>
                <a:lnTo>
                  <a:pt x="2428" y="3278"/>
                </a:lnTo>
                <a:lnTo>
                  <a:pt x="2428" y="3277"/>
                </a:lnTo>
                <a:lnTo>
                  <a:pt x="2428" y="3276"/>
                </a:lnTo>
                <a:lnTo>
                  <a:pt x="2428" y="3277"/>
                </a:lnTo>
                <a:lnTo>
                  <a:pt x="2427" y="3277"/>
                </a:lnTo>
                <a:lnTo>
                  <a:pt x="2426" y="3277"/>
                </a:lnTo>
                <a:lnTo>
                  <a:pt x="2425" y="3277"/>
                </a:lnTo>
                <a:lnTo>
                  <a:pt x="2425" y="3278"/>
                </a:lnTo>
                <a:lnTo>
                  <a:pt x="2424" y="3278"/>
                </a:lnTo>
                <a:lnTo>
                  <a:pt x="2423" y="3278"/>
                </a:lnTo>
                <a:lnTo>
                  <a:pt x="2422" y="3278"/>
                </a:lnTo>
                <a:lnTo>
                  <a:pt x="2421" y="3278"/>
                </a:lnTo>
                <a:lnTo>
                  <a:pt x="2421" y="3277"/>
                </a:lnTo>
                <a:lnTo>
                  <a:pt x="2420" y="3277"/>
                </a:lnTo>
                <a:lnTo>
                  <a:pt x="2420" y="3278"/>
                </a:lnTo>
                <a:lnTo>
                  <a:pt x="2420" y="3279"/>
                </a:lnTo>
                <a:lnTo>
                  <a:pt x="2419" y="3279"/>
                </a:lnTo>
                <a:lnTo>
                  <a:pt x="2419" y="3280"/>
                </a:lnTo>
                <a:lnTo>
                  <a:pt x="2418" y="3280"/>
                </a:lnTo>
                <a:lnTo>
                  <a:pt x="2418" y="3281"/>
                </a:lnTo>
                <a:lnTo>
                  <a:pt x="2417" y="3281"/>
                </a:lnTo>
                <a:lnTo>
                  <a:pt x="2417" y="3282"/>
                </a:lnTo>
                <a:lnTo>
                  <a:pt x="2416" y="3282"/>
                </a:lnTo>
                <a:lnTo>
                  <a:pt x="2416" y="3283"/>
                </a:lnTo>
                <a:lnTo>
                  <a:pt x="2415" y="3283"/>
                </a:lnTo>
                <a:lnTo>
                  <a:pt x="2415" y="3282"/>
                </a:lnTo>
                <a:lnTo>
                  <a:pt x="2414" y="3282"/>
                </a:lnTo>
                <a:lnTo>
                  <a:pt x="2414" y="3283"/>
                </a:lnTo>
                <a:lnTo>
                  <a:pt x="2413" y="3283"/>
                </a:lnTo>
                <a:lnTo>
                  <a:pt x="2413" y="3284"/>
                </a:lnTo>
                <a:lnTo>
                  <a:pt x="2413" y="3283"/>
                </a:lnTo>
                <a:lnTo>
                  <a:pt x="2413" y="3284"/>
                </a:lnTo>
                <a:lnTo>
                  <a:pt x="2413" y="3283"/>
                </a:lnTo>
                <a:lnTo>
                  <a:pt x="2412" y="3283"/>
                </a:lnTo>
                <a:lnTo>
                  <a:pt x="2412" y="3284"/>
                </a:lnTo>
                <a:lnTo>
                  <a:pt x="2412" y="3283"/>
                </a:lnTo>
                <a:lnTo>
                  <a:pt x="2412" y="3284"/>
                </a:lnTo>
                <a:lnTo>
                  <a:pt x="2411" y="3284"/>
                </a:lnTo>
                <a:lnTo>
                  <a:pt x="2410" y="3284"/>
                </a:lnTo>
                <a:lnTo>
                  <a:pt x="2410" y="3283"/>
                </a:lnTo>
                <a:lnTo>
                  <a:pt x="2410" y="3282"/>
                </a:lnTo>
                <a:lnTo>
                  <a:pt x="2409" y="3282"/>
                </a:lnTo>
                <a:lnTo>
                  <a:pt x="2408" y="3282"/>
                </a:lnTo>
                <a:lnTo>
                  <a:pt x="2408" y="3281"/>
                </a:lnTo>
                <a:lnTo>
                  <a:pt x="2408" y="3280"/>
                </a:lnTo>
                <a:lnTo>
                  <a:pt x="2408" y="3279"/>
                </a:lnTo>
                <a:lnTo>
                  <a:pt x="2407" y="3279"/>
                </a:lnTo>
                <a:lnTo>
                  <a:pt x="2406" y="3279"/>
                </a:lnTo>
                <a:lnTo>
                  <a:pt x="2405" y="3279"/>
                </a:lnTo>
                <a:lnTo>
                  <a:pt x="2405" y="3280"/>
                </a:lnTo>
                <a:lnTo>
                  <a:pt x="2405" y="3281"/>
                </a:lnTo>
                <a:lnTo>
                  <a:pt x="2405" y="3282"/>
                </a:lnTo>
                <a:lnTo>
                  <a:pt x="2404" y="3282"/>
                </a:lnTo>
                <a:lnTo>
                  <a:pt x="2403" y="3282"/>
                </a:lnTo>
                <a:lnTo>
                  <a:pt x="2403" y="3281"/>
                </a:lnTo>
                <a:lnTo>
                  <a:pt x="2402" y="3281"/>
                </a:lnTo>
                <a:lnTo>
                  <a:pt x="2402" y="3280"/>
                </a:lnTo>
                <a:lnTo>
                  <a:pt x="2401" y="3280"/>
                </a:lnTo>
                <a:lnTo>
                  <a:pt x="2400" y="3280"/>
                </a:lnTo>
                <a:lnTo>
                  <a:pt x="2400" y="3279"/>
                </a:lnTo>
                <a:lnTo>
                  <a:pt x="2400" y="3278"/>
                </a:lnTo>
                <a:lnTo>
                  <a:pt x="2400" y="3277"/>
                </a:lnTo>
                <a:lnTo>
                  <a:pt x="2400" y="3276"/>
                </a:lnTo>
                <a:lnTo>
                  <a:pt x="2400" y="3275"/>
                </a:lnTo>
                <a:lnTo>
                  <a:pt x="2400" y="3274"/>
                </a:lnTo>
                <a:lnTo>
                  <a:pt x="2400" y="3273"/>
                </a:lnTo>
                <a:lnTo>
                  <a:pt x="2400" y="3272"/>
                </a:lnTo>
                <a:lnTo>
                  <a:pt x="2399" y="3272"/>
                </a:lnTo>
                <a:lnTo>
                  <a:pt x="2399" y="3271"/>
                </a:lnTo>
                <a:lnTo>
                  <a:pt x="2399" y="3270"/>
                </a:lnTo>
                <a:lnTo>
                  <a:pt x="2400" y="3270"/>
                </a:lnTo>
                <a:lnTo>
                  <a:pt x="2400" y="3269"/>
                </a:lnTo>
                <a:lnTo>
                  <a:pt x="2401" y="3269"/>
                </a:lnTo>
                <a:lnTo>
                  <a:pt x="2401" y="3268"/>
                </a:lnTo>
                <a:lnTo>
                  <a:pt x="2401" y="3267"/>
                </a:lnTo>
                <a:lnTo>
                  <a:pt x="2402" y="3267"/>
                </a:lnTo>
                <a:lnTo>
                  <a:pt x="2402" y="3266"/>
                </a:lnTo>
                <a:lnTo>
                  <a:pt x="2403" y="3266"/>
                </a:lnTo>
                <a:lnTo>
                  <a:pt x="2403" y="3265"/>
                </a:lnTo>
                <a:lnTo>
                  <a:pt x="2404" y="3265"/>
                </a:lnTo>
                <a:lnTo>
                  <a:pt x="2405" y="3265"/>
                </a:lnTo>
                <a:lnTo>
                  <a:pt x="2405" y="3264"/>
                </a:lnTo>
                <a:lnTo>
                  <a:pt x="2404" y="3264"/>
                </a:lnTo>
                <a:lnTo>
                  <a:pt x="2404" y="3263"/>
                </a:lnTo>
                <a:lnTo>
                  <a:pt x="2403" y="3263"/>
                </a:lnTo>
                <a:lnTo>
                  <a:pt x="2403" y="3262"/>
                </a:lnTo>
                <a:lnTo>
                  <a:pt x="2402" y="3262"/>
                </a:lnTo>
                <a:lnTo>
                  <a:pt x="2402" y="3261"/>
                </a:lnTo>
                <a:lnTo>
                  <a:pt x="2401" y="3261"/>
                </a:lnTo>
                <a:lnTo>
                  <a:pt x="2401" y="3260"/>
                </a:lnTo>
                <a:lnTo>
                  <a:pt x="2402" y="3260"/>
                </a:lnTo>
                <a:lnTo>
                  <a:pt x="2401" y="3260"/>
                </a:lnTo>
                <a:lnTo>
                  <a:pt x="2400" y="3260"/>
                </a:lnTo>
                <a:lnTo>
                  <a:pt x="2399" y="3260"/>
                </a:lnTo>
                <a:lnTo>
                  <a:pt x="2398" y="3260"/>
                </a:lnTo>
                <a:lnTo>
                  <a:pt x="2397" y="3260"/>
                </a:lnTo>
                <a:lnTo>
                  <a:pt x="2397" y="3261"/>
                </a:lnTo>
                <a:lnTo>
                  <a:pt x="2396" y="3261"/>
                </a:lnTo>
                <a:lnTo>
                  <a:pt x="2395" y="3261"/>
                </a:lnTo>
                <a:lnTo>
                  <a:pt x="2395" y="3262"/>
                </a:lnTo>
                <a:lnTo>
                  <a:pt x="2394" y="3262"/>
                </a:lnTo>
                <a:lnTo>
                  <a:pt x="2394" y="3263"/>
                </a:lnTo>
                <a:lnTo>
                  <a:pt x="2393" y="3263"/>
                </a:lnTo>
                <a:lnTo>
                  <a:pt x="2394" y="3263"/>
                </a:lnTo>
                <a:lnTo>
                  <a:pt x="2394" y="3264"/>
                </a:lnTo>
                <a:lnTo>
                  <a:pt x="2393" y="3264"/>
                </a:lnTo>
                <a:lnTo>
                  <a:pt x="2393" y="3263"/>
                </a:lnTo>
                <a:lnTo>
                  <a:pt x="2392" y="3263"/>
                </a:lnTo>
                <a:lnTo>
                  <a:pt x="2392" y="3262"/>
                </a:lnTo>
                <a:lnTo>
                  <a:pt x="2392" y="3261"/>
                </a:lnTo>
                <a:lnTo>
                  <a:pt x="2391" y="3261"/>
                </a:lnTo>
                <a:lnTo>
                  <a:pt x="2391" y="3260"/>
                </a:lnTo>
                <a:lnTo>
                  <a:pt x="2391" y="3261"/>
                </a:lnTo>
                <a:lnTo>
                  <a:pt x="2390" y="3261"/>
                </a:lnTo>
                <a:lnTo>
                  <a:pt x="2390" y="3260"/>
                </a:lnTo>
                <a:lnTo>
                  <a:pt x="2389" y="3260"/>
                </a:lnTo>
                <a:lnTo>
                  <a:pt x="2388" y="3260"/>
                </a:lnTo>
                <a:lnTo>
                  <a:pt x="2388" y="3259"/>
                </a:lnTo>
                <a:lnTo>
                  <a:pt x="2388" y="3258"/>
                </a:lnTo>
                <a:lnTo>
                  <a:pt x="2388" y="3257"/>
                </a:lnTo>
                <a:lnTo>
                  <a:pt x="2387" y="3257"/>
                </a:lnTo>
                <a:lnTo>
                  <a:pt x="2387" y="3256"/>
                </a:lnTo>
                <a:lnTo>
                  <a:pt x="2387" y="3255"/>
                </a:lnTo>
                <a:lnTo>
                  <a:pt x="2386" y="3255"/>
                </a:lnTo>
                <a:lnTo>
                  <a:pt x="2386" y="3254"/>
                </a:lnTo>
                <a:lnTo>
                  <a:pt x="2386" y="3253"/>
                </a:lnTo>
                <a:lnTo>
                  <a:pt x="2386" y="3252"/>
                </a:lnTo>
                <a:lnTo>
                  <a:pt x="2385" y="3252"/>
                </a:lnTo>
                <a:lnTo>
                  <a:pt x="2385" y="3251"/>
                </a:lnTo>
                <a:lnTo>
                  <a:pt x="2385" y="3250"/>
                </a:lnTo>
                <a:lnTo>
                  <a:pt x="2385" y="3249"/>
                </a:lnTo>
                <a:lnTo>
                  <a:pt x="2384" y="3249"/>
                </a:lnTo>
                <a:lnTo>
                  <a:pt x="2384" y="3248"/>
                </a:lnTo>
                <a:lnTo>
                  <a:pt x="2384" y="3247"/>
                </a:lnTo>
                <a:lnTo>
                  <a:pt x="2384" y="3246"/>
                </a:lnTo>
                <a:lnTo>
                  <a:pt x="2384" y="3245"/>
                </a:lnTo>
                <a:lnTo>
                  <a:pt x="2384" y="3243"/>
                </a:lnTo>
                <a:lnTo>
                  <a:pt x="2385" y="3243"/>
                </a:lnTo>
                <a:lnTo>
                  <a:pt x="2385" y="3242"/>
                </a:lnTo>
                <a:lnTo>
                  <a:pt x="2386" y="3242"/>
                </a:lnTo>
                <a:lnTo>
                  <a:pt x="2386" y="3241"/>
                </a:lnTo>
                <a:lnTo>
                  <a:pt x="2385" y="3240"/>
                </a:lnTo>
                <a:lnTo>
                  <a:pt x="2385" y="3239"/>
                </a:lnTo>
                <a:lnTo>
                  <a:pt x="2386" y="3239"/>
                </a:lnTo>
                <a:lnTo>
                  <a:pt x="2386" y="3238"/>
                </a:lnTo>
                <a:lnTo>
                  <a:pt x="2387" y="3238"/>
                </a:lnTo>
                <a:lnTo>
                  <a:pt x="2387" y="3237"/>
                </a:lnTo>
                <a:lnTo>
                  <a:pt x="2388" y="3237"/>
                </a:lnTo>
                <a:lnTo>
                  <a:pt x="2387" y="3237"/>
                </a:lnTo>
                <a:lnTo>
                  <a:pt x="2387" y="3236"/>
                </a:lnTo>
                <a:lnTo>
                  <a:pt x="2388" y="3236"/>
                </a:lnTo>
                <a:lnTo>
                  <a:pt x="2388" y="3235"/>
                </a:lnTo>
                <a:lnTo>
                  <a:pt x="2388" y="3234"/>
                </a:lnTo>
                <a:lnTo>
                  <a:pt x="2388" y="3233"/>
                </a:lnTo>
                <a:lnTo>
                  <a:pt x="2389" y="3233"/>
                </a:lnTo>
                <a:lnTo>
                  <a:pt x="2389" y="3232"/>
                </a:lnTo>
                <a:lnTo>
                  <a:pt x="2389" y="3231"/>
                </a:lnTo>
                <a:lnTo>
                  <a:pt x="2388" y="3231"/>
                </a:lnTo>
                <a:lnTo>
                  <a:pt x="2388" y="3230"/>
                </a:lnTo>
                <a:lnTo>
                  <a:pt x="2387" y="3230"/>
                </a:lnTo>
                <a:lnTo>
                  <a:pt x="2387" y="3229"/>
                </a:lnTo>
                <a:lnTo>
                  <a:pt x="2386" y="3229"/>
                </a:lnTo>
                <a:lnTo>
                  <a:pt x="2386" y="3228"/>
                </a:lnTo>
                <a:lnTo>
                  <a:pt x="2386" y="3227"/>
                </a:lnTo>
                <a:lnTo>
                  <a:pt x="2385" y="3227"/>
                </a:lnTo>
                <a:lnTo>
                  <a:pt x="2385" y="3226"/>
                </a:lnTo>
                <a:lnTo>
                  <a:pt x="2385" y="3225"/>
                </a:lnTo>
                <a:lnTo>
                  <a:pt x="2386" y="3225"/>
                </a:lnTo>
                <a:lnTo>
                  <a:pt x="2386" y="3224"/>
                </a:lnTo>
                <a:lnTo>
                  <a:pt x="2386" y="3223"/>
                </a:lnTo>
                <a:lnTo>
                  <a:pt x="2386" y="3224"/>
                </a:lnTo>
                <a:lnTo>
                  <a:pt x="2385" y="3224"/>
                </a:lnTo>
                <a:lnTo>
                  <a:pt x="2384" y="3224"/>
                </a:lnTo>
                <a:lnTo>
                  <a:pt x="2384" y="3223"/>
                </a:lnTo>
                <a:lnTo>
                  <a:pt x="2383" y="3223"/>
                </a:lnTo>
                <a:lnTo>
                  <a:pt x="2382" y="3223"/>
                </a:lnTo>
                <a:lnTo>
                  <a:pt x="2382" y="3224"/>
                </a:lnTo>
                <a:lnTo>
                  <a:pt x="2382" y="3223"/>
                </a:lnTo>
                <a:lnTo>
                  <a:pt x="2381" y="3223"/>
                </a:lnTo>
                <a:lnTo>
                  <a:pt x="2380" y="3222"/>
                </a:lnTo>
                <a:lnTo>
                  <a:pt x="2379" y="3222"/>
                </a:lnTo>
                <a:lnTo>
                  <a:pt x="2378" y="3222"/>
                </a:lnTo>
                <a:lnTo>
                  <a:pt x="2378" y="3223"/>
                </a:lnTo>
                <a:lnTo>
                  <a:pt x="2377" y="3223"/>
                </a:lnTo>
                <a:lnTo>
                  <a:pt x="2377" y="3224"/>
                </a:lnTo>
                <a:lnTo>
                  <a:pt x="2377" y="3225"/>
                </a:lnTo>
                <a:lnTo>
                  <a:pt x="2378" y="3225"/>
                </a:lnTo>
                <a:lnTo>
                  <a:pt x="2378" y="3226"/>
                </a:lnTo>
                <a:lnTo>
                  <a:pt x="2378" y="3225"/>
                </a:lnTo>
                <a:lnTo>
                  <a:pt x="2378" y="3226"/>
                </a:lnTo>
                <a:lnTo>
                  <a:pt x="2377" y="3226"/>
                </a:lnTo>
                <a:lnTo>
                  <a:pt x="2377" y="3227"/>
                </a:lnTo>
                <a:lnTo>
                  <a:pt x="2376" y="3227"/>
                </a:lnTo>
                <a:lnTo>
                  <a:pt x="2375" y="3227"/>
                </a:lnTo>
                <a:lnTo>
                  <a:pt x="2374" y="3227"/>
                </a:lnTo>
                <a:lnTo>
                  <a:pt x="2374" y="3226"/>
                </a:lnTo>
                <a:lnTo>
                  <a:pt x="2374" y="3225"/>
                </a:lnTo>
                <a:lnTo>
                  <a:pt x="2373" y="3225"/>
                </a:lnTo>
                <a:lnTo>
                  <a:pt x="2372" y="3225"/>
                </a:lnTo>
                <a:lnTo>
                  <a:pt x="2372" y="3224"/>
                </a:lnTo>
                <a:lnTo>
                  <a:pt x="2370" y="3224"/>
                </a:lnTo>
                <a:lnTo>
                  <a:pt x="2369" y="3224"/>
                </a:lnTo>
                <a:lnTo>
                  <a:pt x="2369" y="3223"/>
                </a:lnTo>
                <a:lnTo>
                  <a:pt x="2368" y="3223"/>
                </a:lnTo>
                <a:lnTo>
                  <a:pt x="2368" y="3222"/>
                </a:lnTo>
                <a:lnTo>
                  <a:pt x="2367" y="3222"/>
                </a:lnTo>
                <a:lnTo>
                  <a:pt x="2365" y="3222"/>
                </a:lnTo>
                <a:lnTo>
                  <a:pt x="2365" y="3223"/>
                </a:lnTo>
                <a:lnTo>
                  <a:pt x="2365" y="3222"/>
                </a:lnTo>
                <a:lnTo>
                  <a:pt x="2364" y="3222"/>
                </a:lnTo>
                <a:lnTo>
                  <a:pt x="2364" y="3223"/>
                </a:lnTo>
                <a:lnTo>
                  <a:pt x="2364" y="3224"/>
                </a:lnTo>
                <a:lnTo>
                  <a:pt x="2364" y="3225"/>
                </a:lnTo>
                <a:lnTo>
                  <a:pt x="2363" y="3225"/>
                </a:lnTo>
                <a:lnTo>
                  <a:pt x="2362" y="3225"/>
                </a:lnTo>
                <a:lnTo>
                  <a:pt x="2361" y="3225"/>
                </a:lnTo>
                <a:lnTo>
                  <a:pt x="2361" y="3224"/>
                </a:lnTo>
                <a:lnTo>
                  <a:pt x="2362" y="3224"/>
                </a:lnTo>
                <a:lnTo>
                  <a:pt x="2361" y="3224"/>
                </a:lnTo>
                <a:lnTo>
                  <a:pt x="2362" y="3224"/>
                </a:lnTo>
                <a:lnTo>
                  <a:pt x="2362" y="3223"/>
                </a:lnTo>
                <a:lnTo>
                  <a:pt x="2361" y="3223"/>
                </a:lnTo>
                <a:lnTo>
                  <a:pt x="2362" y="3223"/>
                </a:lnTo>
                <a:lnTo>
                  <a:pt x="2362" y="3222"/>
                </a:lnTo>
                <a:lnTo>
                  <a:pt x="2361" y="3222"/>
                </a:lnTo>
                <a:lnTo>
                  <a:pt x="2361" y="3221"/>
                </a:lnTo>
                <a:lnTo>
                  <a:pt x="2361" y="3222"/>
                </a:lnTo>
                <a:lnTo>
                  <a:pt x="2360" y="3222"/>
                </a:lnTo>
                <a:lnTo>
                  <a:pt x="2359" y="3222"/>
                </a:lnTo>
                <a:lnTo>
                  <a:pt x="2359" y="3221"/>
                </a:lnTo>
                <a:lnTo>
                  <a:pt x="2359" y="3220"/>
                </a:lnTo>
                <a:lnTo>
                  <a:pt x="2358" y="3220"/>
                </a:lnTo>
                <a:lnTo>
                  <a:pt x="2358" y="3219"/>
                </a:lnTo>
                <a:lnTo>
                  <a:pt x="2357" y="3219"/>
                </a:lnTo>
                <a:lnTo>
                  <a:pt x="2358" y="3219"/>
                </a:lnTo>
                <a:lnTo>
                  <a:pt x="2357" y="3219"/>
                </a:lnTo>
                <a:lnTo>
                  <a:pt x="2356" y="3219"/>
                </a:lnTo>
                <a:lnTo>
                  <a:pt x="2355" y="3219"/>
                </a:lnTo>
                <a:lnTo>
                  <a:pt x="2355" y="3220"/>
                </a:lnTo>
                <a:lnTo>
                  <a:pt x="2354" y="3220"/>
                </a:lnTo>
                <a:lnTo>
                  <a:pt x="2354" y="3219"/>
                </a:lnTo>
                <a:lnTo>
                  <a:pt x="2353" y="3219"/>
                </a:lnTo>
                <a:lnTo>
                  <a:pt x="2353" y="3218"/>
                </a:lnTo>
                <a:lnTo>
                  <a:pt x="2352" y="3218"/>
                </a:lnTo>
                <a:lnTo>
                  <a:pt x="2352" y="3219"/>
                </a:lnTo>
                <a:lnTo>
                  <a:pt x="2351" y="3219"/>
                </a:lnTo>
                <a:lnTo>
                  <a:pt x="2350" y="3219"/>
                </a:lnTo>
                <a:lnTo>
                  <a:pt x="2350" y="3218"/>
                </a:lnTo>
                <a:lnTo>
                  <a:pt x="2350" y="3217"/>
                </a:lnTo>
                <a:lnTo>
                  <a:pt x="2349" y="3218"/>
                </a:lnTo>
                <a:lnTo>
                  <a:pt x="2348" y="3218"/>
                </a:lnTo>
                <a:lnTo>
                  <a:pt x="2347" y="3218"/>
                </a:lnTo>
                <a:lnTo>
                  <a:pt x="2347" y="3219"/>
                </a:lnTo>
                <a:lnTo>
                  <a:pt x="2346" y="3219"/>
                </a:lnTo>
                <a:lnTo>
                  <a:pt x="2346" y="3220"/>
                </a:lnTo>
                <a:lnTo>
                  <a:pt x="2346" y="3219"/>
                </a:lnTo>
                <a:lnTo>
                  <a:pt x="2345" y="3219"/>
                </a:lnTo>
                <a:lnTo>
                  <a:pt x="2345" y="3218"/>
                </a:lnTo>
                <a:lnTo>
                  <a:pt x="2344" y="3218"/>
                </a:lnTo>
                <a:lnTo>
                  <a:pt x="2344" y="3217"/>
                </a:lnTo>
                <a:lnTo>
                  <a:pt x="2343" y="3217"/>
                </a:lnTo>
                <a:lnTo>
                  <a:pt x="2343" y="3216"/>
                </a:lnTo>
                <a:lnTo>
                  <a:pt x="2342" y="3216"/>
                </a:lnTo>
                <a:lnTo>
                  <a:pt x="2343" y="3216"/>
                </a:lnTo>
                <a:lnTo>
                  <a:pt x="2342" y="3216"/>
                </a:lnTo>
                <a:lnTo>
                  <a:pt x="2341" y="3216"/>
                </a:lnTo>
                <a:lnTo>
                  <a:pt x="2340" y="3217"/>
                </a:lnTo>
                <a:lnTo>
                  <a:pt x="2340" y="3218"/>
                </a:lnTo>
                <a:lnTo>
                  <a:pt x="2339" y="3218"/>
                </a:lnTo>
                <a:lnTo>
                  <a:pt x="2338" y="3218"/>
                </a:lnTo>
                <a:lnTo>
                  <a:pt x="2338" y="3219"/>
                </a:lnTo>
                <a:lnTo>
                  <a:pt x="2338" y="3218"/>
                </a:lnTo>
                <a:lnTo>
                  <a:pt x="2337" y="3218"/>
                </a:lnTo>
                <a:lnTo>
                  <a:pt x="2336" y="3218"/>
                </a:lnTo>
                <a:lnTo>
                  <a:pt x="2336" y="3219"/>
                </a:lnTo>
                <a:lnTo>
                  <a:pt x="2335" y="3219"/>
                </a:lnTo>
                <a:lnTo>
                  <a:pt x="2334" y="3219"/>
                </a:lnTo>
                <a:lnTo>
                  <a:pt x="2333" y="3219"/>
                </a:lnTo>
                <a:lnTo>
                  <a:pt x="2332" y="3219"/>
                </a:lnTo>
                <a:lnTo>
                  <a:pt x="2331" y="3220"/>
                </a:lnTo>
                <a:lnTo>
                  <a:pt x="2330" y="3220"/>
                </a:lnTo>
                <a:lnTo>
                  <a:pt x="2330" y="3219"/>
                </a:lnTo>
                <a:lnTo>
                  <a:pt x="2329" y="3220"/>
                </a:lnTo>
                <a:lnTo>
                  <a:pt x="2329" y="3219"/>
                </a:lnTo>
                <a:lnTo>
                  <a:pt x="2329" y="3220"/>
                </a:lnTo>
                <a:lnTo>
                  <a:pt x="2328" y="3220"/>
                </a:lnTo>
                <a:lnTo>
                  <a:pt x="2328" y="3219"/>
                </a:lnTo>
                <a:lnTo>
                  <a:pt x="2327" y="3219"/>
                </a:lnTo>
                <a:lnTo>
                  <a:pt x="2326" y="3219"/>
                </a:lnTo>
                <a:lnTo>
                  <a:pt x="2326" y="3218"/>
                </a:lnTo>
                <a:lnTo>
                  <a:pt x="2325" y="3218"/>
                </a:lnTo>
                <a:lnTo>
                  <a:pt x="2324" y="3218"/>
                </a:lnTo>
                <a:lnTo>
                  <a:pt x="2324" y="3219"/>
                </a:lnTo>
                <a:lnTo>
                  <a:pt x="2323" y="3219"/>
                </a:lnTo>
                <a:lnTo>
                  <a:pt x="2323" y="3218"/>
                </a:lnTo>
                <a:lnTo>
                  <a:pt x="2322" y="3218"/>
                </a:lnTo>
                <a:lnTo>
                  <a:pt x="2321" y="3218"/>
                </a:lnTo>
                <a:lnTo>
                  <a:pt x="2320" y="3218"/>
                </a:lnTo>
                <a:lnTo>
                  <a:pt x="2320" y="3217"/>
                </a:lnTo>
                <a:lnTo>
                  <a:pt x="2319" y="3217"/>
                </a:lnTo>
                <a:lnTo>
                  <a:pt x="2318" y="3217"/>
                </a:lnTo>
                <a:lnTo>
                  <a:pt x="2318" y="3216"/>
                </a:lnTo>
                <a:lnTo>
                  <a:pt x="2317" y="3216"/>
                </a:lnTo>
                <a:lnTo>
                  <a:pt x="2316" y="3216"/>
                </a:lnTo>
                <a:lnTo>
                  <a:pt x="2316" y="3215"/>
                </a:lnTo>
                <a:lnTo>
                  <a:pt x="2315" y="3215"/>
                </a:lnTo>
                <a:lnTo>
                  <a:pt x="2315" y="3214"/>
                </a:lnTo>
                <a:lnTo>
                  <a:pt x="2314" y="3214"/>
                </a:lnTo>
                <a:lnTo>
                  <a:pt x="2314" y="3213"/>
                </a:lnTo>
                <a:lnTo>
                  <a:pt x="2313" y="3213"/>
                </a:lnTo>
                <a:lnTo>
                  <a:pt x="2313" y="3212"/>
                </a:lnTo>
                <a:lnTo>
                  <a:pt x="2314" y="3212"/>
                </a:lnTo>
                <a:lnTo>
                  <a:pt x="2315" y="3212"/>
                </a:lnTo>
                <a:lnTo>
                  <a:pt x="2315" y="3213"/>
                </a:lnTo>
                <a:lnTo>
                  <a:pt x="2316" y="3213"/>
                </a:lnTo>
                <a:lnTo>
                  <a:pt x="2316" y="3212"/>
                </a:lnTo>
                <a:lnTo>
                  <a:pt x="2317" y="3212"/>
                </a:lnTo>
                <a:lnTo>
                  <a:pt x="2316" y="3212"/>
                </a:lnTo>
                <a:lnTo>
                  <a:pt x="2316" y="3211"/>
                </a:lnTo>
                <a:lnTo>
                  <a:pt x="2316" y="3212"/>
                </a:lnTo>
                <a:lnTo>
                  <a:pt x="2315" y="3212"/>
                </a:lnTo>
                <a:lnTo>
                  <a:pt x="2315" y="3211"/>
                </a:lnTo>
                <a:lnTo>
                  <a:pt x="2315" y="3210"/>
                </a:lnTo>
                <a:lnTo>
                  <a:pt x="2315" y="3209"/>
                </a:lnTo>
                <a:lnTo>
                  <a:pt x="2316" y="3209"/>
                </a:lnTo>
                <a:lnTo>
                  <a:pt x="2316" y="3208"/>
                </a:lnTo>
                <a:lnTo>
                  <a:pt x="2317" y="3208"/>
                </a:lnTo>
                <a:lnTo>
                  <a:pt x="2316" y="3208"/>
                </a:lnTo>
                <a:lnTo>
                  <a:pt x="2316" y="3207"/>
                </a:lnTo>
                <a:lnTo>
                  <a:pt x="2317" y="3207"/>
                </a:lnTo>
                <a:lnTo>
                  <a:pt x="2317" y="3206"/>
                </a:lnTo>
                <a:lnTo>
                  <a:pt x="2318" y="3205"/>
                </a:lnTo>
                <a:lnTo>
                  <a:pt x="2319" y="3205"/>
                </a:lnTo>
                <a:lnTo>
                  <a:pt x="2320" y="3205"/>
                </a:lnTo>
                <a:lnTo>
                  <a:pt x="2320" y="3204"/>
                </a:lnTo>
                <a:lnTo>
                  <a:pt x="2320" y="3203"/>
                </a:lnTo>
                <a:lnTo>
                  <a:pt x="2320" y="3201"/>
                </a:lnTo>
                <a:lnTo>
                  <a:pt x="2320" y="3200"/>
                </a:lnTo>
                <a:lnTo>
                  <a:pt x="2320" y="3199"/>
                </a:lnTo>
                <a:lnTo>
                  <a:pt x="2320" y="3198"/>
                </a:lnTo>
                <a:lnTo>
                  <a:pt x="2321" y="3198"/>
                </a:lnTo>
                <a:lnTo>
                  <a:pt x="2321" y="3197"/>
                </a:lnTo>
                <a:lnTo>
                  <a:pt x="2322" y="3197"/>
                </a:lnTo>
                <a:lnTo>
                  <a:pt x="2322" y="3196"/>
                </a:lnTo>
                <a:lnTo>
                  <a:pt x="2322" y="3195"/>
                </a:lnTo>
                <a:lnTo>
                  <a:pt x="2323" y="3195"/>
                </a:lnTo>
                <a:lnTo>
                  <a:pt x="2323" y="3194"/>
                </a:lnTo>
                <a:lnTo>
                  <a:pt x="2324" y="3194"/>
                </a:lnTo>
                <a:lnTo>
                  <a:pt x="2324" y="3193"/>
                </a:lnTo>
                <a:lnTo>
                  <a:pt x="2324" y="3192"/>
                </a:lnTo>
                <a:lnTo>
                  <a:pt x="2323" y="3192"/>
                </a:lnTo>
                <a:lnTo>
                  <a:pt x="2323" y="3191"/>
                </a:lnTo>
                <a:lnTo>
                  <a:pt x="2322" y="3191"/>
                </a:lnTo>
                <a:lnTo>
                  <a:pt x="2322" y="3190"/>
                </a:lnTo>
                <a:lnTo>
                  <a:pt x="2321" y="3190"/>
                </a:lnTo>
                <a:lnTo>
                  <a:pt x="2321" y="3189"/>
                </a:lnTo>
                <a:lnTo>
                  <a:pt x="2322" y="3189"/>
                </a:lnTo>
                <a:lnTo>
                  <a:pt x="2323" y="3189"/>
                </a:lnTo>
                <a:lnTo>
                  <a:pt x="2324" y="3188"/>
                </a:lnTo>
                <a:lnTo>
                  <a:pt x="2325" y="3188"/>
                </a:lnTo>
                <a:lnTo>
                  <a:pt x="2325" y="3187"/>
                </a:lnTo>
                <a:lnTo>
                  <a:pt x="2326" y="3187"/>
                </a:lnTo>
                <a:lnTo>
                  <a:pt x="2326" y="3186"/>
                </a:lnTo>
                <a:lnTo>
                  <a:pt x="2327" y="3186"/>
                </a:lnTo>
                <a:lnTo>
                  <a:pt x="2327" y="3185"/>
                </a:lnTo>
                <a:lnTo>
                  <a:pt x="2327" y="3184"/>
                </a:lnTo>
                <a:lnTo>
                  <a:pt x="2328" y="3184"/>
                </a:lnTo>
                <a:lnTo>
                  <a:pt x="2329" y="3184"/>
                </a:lnTo>
                <a:lnTo>
                  <a:pt x="2329" y="3183"/>
                </a:lnTo>
                <a:lnTo>
                  <a:pt x="2330" y="3183"/>
                </a:lnTo>
                <a:lnTo>
                  <a:pt x="2330" y="3182"/>
                </a:lnTo>
                <a:lnTo>
                  <a:pt x="2330" y="3181"/>
                </a:lnTo>
                <a:lnTo>
                  <a:pt x="2331" y="3181"/>
                </a:lnTo>
                <a:lnTo>
                  <a:pt x="2332" y="3181"/>
                </a:lnTo>
                <a:lnTo>
                  <a:pt x="2332" y="3180"/>
                </a:lnTo>
                <a:lnTo>
                  <a:pt x="2332" y="3179"/>
                </a:lnTo>
                <a:lnTo>
                  <a:pt x="2333" y="3179"/>
                </a:lnTo>
                <a:lnTo>
                  <a:pt x="2333" y="3178"/>
                </a:lnTo>
                <a:lnTo>
                  <a:pt x="2333" y="3177"/>
                </a:lnTo>
                <a:lnTo>
                  <a:pt x="2332" y="3177"/>
                </a:lnTo>
                <a:lnTo>
                  <a:pt x="2331" y="3176"/>
                </a:lnTo>
                <a:lnTo>
                  <a:pt x="2331" y="3175"/>
                </a:lnTo>
                <a:lnTo>
                  <a:pt x="2331" y="3174"/>
                </a:lnTo>
                <a:lnTo>
                  <a:pt x="2332" y="3174"/>
                </a:lnTo>
                <a:lnTo>
                  <a:pt x="2332" y="3173"/>
                </a:lnTo>
                <a:lnTo>
                  <a:pt x="2333" y="3172"/>
                </a:lnTo>
                <a:lnTo>
                  <a:pt x="2333" y="3171"/>
                </a:lnTo>
                <a:lnTo>
                  <a:pt x="2334" y="3171"/>
                </a:lnTo>
                <a:lnTo>
                  <a:pt x="2334" y="3170"/>
                </a:lnTo>
                <a:lnTo>
                  <a:pt x="2333" y="3170"/>
                </a:lnTo>
                <a:lnTo>
                  <a:pt x="2334" y="3170"/>
                </a:lnTo>
                <a:lnTo>
                  <a:pt x="2334" y="3169"/>
                </a:lnTo>
                <a:lnTo>
                  <a:pt x="2333" y="3169"/>
                </a:lnTo>
                <a:lnTo>
                  <a:pt x="2333" y="3168"/>
                </a:lnTo>
                <a:lnTo>
                  <a:pt x="2332" y="3168"/>
                </a:lnTo>
                <a:lnTo>
                  <a:pt x="2332" y="3167"/>
                </a:lnTo>
                <a:lnTo>
                  <a:pt x="2333" y="3167"/>
                </a:lnTo>
                <a:lnTo>
                  <a:pt x="2332" y="3167"/>
                </a:lnTo>
                <a:lnTo>
                  <a:pt x="2332" y="3166"/>
                </a:lnTo>
                <a:lnTo>
                  <a:pt x="2332" y="3165"/>
                </a:lnTo>
                <a:lnTo>
                  <a:pt x="2332" y="3163"/>
                </a:lnTo>
                <a:lnTo>
                  <a:pt x="2331" y="3163"/>
                </a:lnTo>
                <a:lnTo>
                  <a:pt x="2331" y="3162"/>
                </a:lnTo>
                <a:lnTo>
                  <a:pt x="2331" y="3161"/>
                </a:lnTo>
                <a:lnTo>
                  <a:pt x="2330" y="3161"/>
                </a:lnTo>
                <a:lnTo>
                  <a:pt x="2330" y="3160"/>
                </a:lnTo>
                <a:lnTo>
                  <a:pt x="2330" y="3159"/>
                </a:lnTo>
                <a:lnTo>
                  <a:pt x="2330" y="3158"/>
                </a:lnTo>
                <a:lnTo>
                  <a:pt x="2330" y="3157"/>
                </a:lnTo>
                <a:lnTo>
                  <a:pt x="2329" y="3157"/>
                </a:lnTo>
                <a:lnTo>
                  <a:pt x="2329" y="3156"/>
                </a:lnTo>
                <a:lnTo>
                  <a:pt x="2328" y="3156"/>
                </a:lnTo>
                <a:lnTo>
                  <a:pt x="2328" y="3155"/>
                </a:lnTo>
                <a:lnTo>
                  <a:pt x="2327" y="3155"/>
                </a:lnTo>
                <a:lnTo>
                  <a:pt x="2327" y="3154"/>
                </a:lnTo>
                <a:lnTo>
                  <a:pt x="2328" y="3154"/>
                </a:lnTo>
                <a:lnTo>
                  <a:pt x="2328" y="3153"/>
                </a:lnTo>
                <a:lnTo>
                  <a:pt x="2328" y="3152"/>
                </a:lnTo>
                <a:lnTo>
                  <a:pt x="2329" y="3152"/>
                </a:lnTo>
                <a:lnTo>
                  <a:pt x="2329" y="3153"/>
                </a:lnTo>
                <a:lnTo>
                  <a:pt x="2329" y="3152"/>
                </a:lnTo>
                <a:lnTo>
                  <a:pt x="2330" y="3152"/>
                </a:lnTo>
                <a:lnTo>
                  <a:pt x="2331" y="3152"/>
                </a:lnTo>
                <a:lnTo>
                  <a:pt x="2331" y="3151"/>
                </a:lnTo>
                <a:lnTo>
                  <a:pt x="2332" y="3151"/>
                </a:lnTo>
                <a:lnTo>
                  <a:pt x="2333" y="3151"/>
                </a:lnTo>
                <a:lnTo>
                  <a:pt x="2334" y="3151"/>
                </a:lnTo>
                <a:lnTo>
                  <a:pt x="2334" y="3150"/>
                </a:lnTo>
                <a:lnTo>
                  <a:pt x="2334" y="3149"/>
                </a:lnTo>
                <a:lnTo>
                  <a:pt x="2334" y="3148"/>
                </a:lnTo>
                <a:lnTo>
                  <a:pt x="2334" y="3147"/>
                </a:lnTo>
                <a:lnTo>
                  <a:pt x="2334" y="3145"/>
                </a:lnTo>
                <a:lnTo>
                  <a:pt x="2335" y="3145"/>
                </a:lnTo>
                <a:lnTo>
                  <a:pt x="2335" y="3144"/>
                </a:lnTo>
                <a:lnTo>
                  <a:pt x="2337" y="3144"/>
                </a:lnTo>
                <a:lnTo>
                  <a:pt x="2337" y="3143"/>
                </a:lnTo>
                <a:lnTo>
                  <a:pt x="2338" y="3143"/>
                </a:lnTo>
                <a:lnTo>
                  <a:pt x="2338" y="3142"/>
                </a:lnTo>
                <a:lnTo>
                  <a:pt x="2339" y="3142"/>
                </a:lnTo>
                <a:lnTo>
                  <a:pt x="2340" y="3142"/>
                </a:lnTo>
                <a:lnTo>
                  <a:pt x="2341" y="3142"/>
                </a:lnTo>
                <a:lnTo>
                  <a:pt x="2340" y="3142"/>
                </a:lnTo>
                <a:lnTo>
                  <a:pt x="2340" y="3141"/>
                </a:lnTo>
                <a:lnTo>
                  <a:pt x="2340" y="3140"/>
                </a:lnTo>
                <a:lnTo>
                  <a:pt x="2340" y="3139"/>
                </a:lnTo>
                <a:lnTo>
                  <a:pt x="2339" y="3139"/>
                </a:lnTo>
                <a:lnTo>
                  <a:pt x="2339" y="3138"/>
                </a:lnTo>
                <a:lnTo>
                  <a:pt x="2339" y="3137"/>
                </a:lnTo>
                <a:lnTo>
                  <a:pt x="2339" y="3136"/>
                </a:lnTo>
                <a:lnTo>
                  <a:pt x="2339" y="3135"/>
                </a:lnTo>
                <a:lnTo>
                  <a:pt x="2338" y="3135"/>
                </a:lnTo>
                <a:lnTo>
                  <a:pt x="2338" y="3134"/>
                </a:lnTo>
                <a:lnTo>
                  <a:pt x="2339" y="3134"/>
                </a:lnTo>
                <a:lnTo>
                  <a:pt x="2338" y="3134"/>
                </a:lnTo>
                <a:lnTo>
                  <a:pt x="2338" y="3133"/>
                </a:lnTo>
                <a:lnTo>
                  <a:pt x="2339" y="3133"/>
                </a:lnTo>
                <a:lnTo>
                  <a:pt x="2339" y="3132"/>
                </a:lnTo>
                <a:lnTo>
                  <a:pt x="2339" y="3133"/>
                </a:lnTo>
                <a:lnTo>
                  <a:pt x="2340" y="3133"/>
                </a:lnTo>
                <a:lnTo>
                  <a:pt x="2341" y="3133"/>
                </a:lnTo>
                <a:lnTo>
                  <a:pt x="2341" y="3134"/>
                </a:lnTo>
                <a:lnTo>
                  <a:pt x="2342" y="3134"/>
                </a:lnTo>
                <a:lnTo>
                  <a:pt x="2343" y="3134"/>
                </a:lnTo>
                <a:lnTo>
                  <a:pt x="2343" y="3135"/>
                </a:lnTo>
                <a:lnTo>
                  <a:pt x="2344" y="3135"/>
                </a:lnTo>
                <a:lnTo>
                  <a:pt x="2344" y="3136"/>
                </a:lnTo>
                <a:lnTo>
                  <a:pt x="2345" y="3136"/>
                </a:lnTo>
                <a:lnTo>
                  <a:pt x="2346" y="3136"/>
                </a:lnTo>
                <a:lnTo>
                  <a:pt x="2347" y="3136"/>
                </a:lnTo>
                <a:lnTo>
                  <a:pt x="2348" y="3136"/>
                </a:lnTo>
                <a:lnTo>
                  <a:pt x="2349" y="3136"/>
                </a:lnTo>
                <a:lnTo>
                  <a:pt x="2349" y="3135"/>
                </a:lnTo>
                <a:lnTo>
                  <a:pt x="2350" y="3135"/>
                </a:lnTo>
                <a:lnTo>
                  <a:pt x="2350" y="3134"/>
                </a:lnTo>
                <a:lnTo>
                  <a:pt x="2350" y="3133"/>
                </a:lnTo>
                <a:lnTo>
                  <a:pt x="2350" y="3132"/>
                </a:lnTo>
                <a:lnTo>
                  <a:pt x="2349" y="3131"/>
                </a:lnTo>
                <a:lnTo>
                  <a:pt x="2349" y="3130"/>
                </a:lnTo>
                <a:lnTo>
                  <a:pt x="2348" y="3130"/>
                </a:lnTo>
                <a:lnTo>
                  <a:pt x="2347" y="3130"/>
                </a:lnTo>
                <a:lnTo>
                  <a:pt x="2347" y="3129"/>
                </a:lnTo>
                <a:lnTo>
                  <a:pt x="2347" y="3128"/>
                </a:lnTo>
                <a:lnTo>
                  <a:pt x="2346" y="3128"/>
                </a:lnTo>
                <a:lnTo>
                  <a:pt x="2346" y="3127"/>
                </a:lnTo>
                <a:lnTo>
                  <a:pt x="2346" y="3126"/>
                </a:lnTo>
                <a:lnTo>
                  <a:pt x="2346" y="3125"/>
                </a:lnTo>
                <a:lnTo>
                  <a:pt x="2346" y="3124"/>
                </a:lnTo>
                <a:lnTo>
                  <a:pt x="2345" y="3124"/>
                </a:lnTo>
                <a:lnTo>
                  <a:pt x="2346" y="3124"/>
                </a:lnTo>
                <a:lnTo>
                  <a:pt x="2346" y="3123"/>
                </a:lnTo>
                <a:lnTo>
                  <a:pt x="2346" y="3122"/>
                </a:lnTo>
                <a:lnTo>
                  <a:pt x="2346" y="3121"/>
                </a:lnTo>
                <a:lnTo>
                  <a:pt x="2347" y="3121"/>
                </a:lnTo>
                <a:lnTo>
                  <a:pt x="2347" y="3120"/>
                </a:lnTo>
                <a:lnTo>
                  <a:pt x="2346" y="3120"/>
                </a:lnTo>
                <a:lnTo>
                  <a:pt x="2346" y="3119"/>
                </a:lnTo>
                <a:lnTo>
                  <a:pt x="2346" y="3118"/>
                </a:lnTo>
                <a:lnTo>
                  <a:pt x="2345" y="3118"/>
                </a:lnTo>
                <a:lnTo>
                  <a:pt x="2344" y="3118"/>
                </a:lnTo>
                <a:lnTo>
                  <a:pt x="2343" y="3118"/>
                </a:lnTo>
                <a:lnTo>
                  <a:pt x="2342" y="3118"/>
                </a:lnTo>
                <a:lnTo>
                  <a:pt x="2342" y="3117"/>
                </a:lnTo>
                <a:lnTo>
                  <a:pt x="2342" y="3118"/>
                </a:lnTo>
                <a:lnTo>
                  <a:pt x="2341" y="3118"/>
                </a:lnTo>
                <a:lnTo>
                  <a:pt x="2341" y="3117"/>
                </a:lnTo>
                <a:lnTo>
                  <a:pt x="2340" y="3117"/>
                </a:lnTo>
                <a:lnTo>
                  <a:pt x="2340" y="3118"/>
                </a:lnTo>
                <a:lnTo>
                  <a:pt x="2340" y="3117"/>
                </a:lnTo>
                <a:lnTo>
                  <a:pt x="2340" y="3118"/>
                </a:lnTo>
                <a:lnTo>
                  <a:pt x="2339" y="3118"/>
                </a:lnTo>
                <a:lnTo>
                  <a:pt x="2339" y="3117"/>
                </a:lnTo>
                <a:lnTo>
                  <a:pt x="2339" y="3118"/>
                </a:lnTo>
                <a:lnTo>
                  <a:pt x="2338" y="3118"/>
                </a:lnTo>
                <a:lnTo>
                  <a:pt x="2338" y="3117"/>
                </a:lnTo>
                <a:lnTo>
                  <a:pt x="2337" y="3117"/>
                </a:lnTo>
                <a:lnTo>
                  <a:pt x="2336" y="3116"/>
                </a:lnTo>
                <a:lnTo>
                  <a:pt x="2335" y="3116"/>
                </a:lnTo>
                <a:lnTo>
                  <a:pt x="2334" y="3116"/>
                </a:lnTo>
                <a:lnTo>
                  <a:pt x="2334" y="3115"/>
                </a:lnTo>
                <a:lnTo>
                  <a:pt x="2333" y="3115"/>
                </a:lnTo>
                <a:lnTo>
                  <a:pt x="2332" y="3115"/>
                </a:lnTo>
                <a:lnTo>
                  <a:pt x="2332" y="3114"/>
                </a:lnTo>
                <a:lnTo>
                  <a:pt x="2332" y="3113"/>
                </a:lnTo>
                <a:lnTo>
                  <a:pt x="2331" y="3113"/>
                </a:lnTo>
                <a:lnTo>
                  <a:pt x="2330" y="3113"/>
                </a:lnTo>
                <a:lnTo>
                  <a:pt x="2330" y="3112"/>
                </a:lnTo>
                <a:lnTo>
                  <a:pt x="2330" y="3113"/>
                </a:lnTo>
                <a:lnTo>
                  <a:pt x="2329" y="3113"/>
                </a:lnTo>
                <a:lnTo>
                  <a:pt x="2329" y="3112"/>
                </a:lnTo>
                <a:lnTo>
                  <a:pt x="2328" y="3112"/>
                </a:lnTo>
                <a:lnTo>
                  <a:pt x="2328" y="3113"/>
                </a:lnTo>
                <a:lnTo>
                  <a:pt x="2328" y="3114"/>
                </a:lnTo>
                <a:lnTo>
                  <a:pt x="2328" y="3115"/>
                </a:lnTo>
                <a:lnTo>
                  <a:pt x="2327" y="3115"/>
                </a:lnTo>
                <a:lnTo>
                  <a:pt x="2327" y="3116"/>
                </a:lnTo>
                <a:lnTo>
                  <a:pt x="2326" y="3116"/>
                </a:lnTo>
                <a:lnTo>
                  <a:pt x="2326" y="3115"/>
                </a:lnTo>
                <a:lnTo>
                  <a:pt x="2325" y="3115"/>
                </a:lnTo>
                <a:lnTo>
                  <a:pt x="2324" y="3115"/>
                </a:lnTo>
                <a:lnTo>
                  <a:pt x="2324" y="3116"/>
                </a:lnTo>
                <a:lnTo>
                  <a:pt x="2323" y="3116"/>
                </a:lnTo>
                <a:lnTo>
                  <a:pt x="2323" y="3117"/>
                </a:lnTo>
                <a:lnTo>
                  <a:pt x="2322" y="3117"/>
                </a:lnTo>
                <a:lnTo>
                  <a:pt x="2323" y="3117"/>
                </a:lnTo>
                <a:lnTo>
                  <a:pt x="2323" y="3118"/>
                </a:lnTo>
                <a:lnTo>
                  <a:pt x="2322" y="3118"/>
                </a:lnTo>
                <a:lnTo>
                  <a:pt x="2321" y="3118"/>
                </a:lnTo>
                <a:lnTo>
                  <a:pt x="2321" y="3117"/>
                </a:lnTo>
                <a:lnTo>
                  <a:pt x="2320" y="3117"/>
                </a:lnTo>
                <a:lnTo>
                  <a:pt x="2319" y="3117"/>
                </a:lnTo>
                <a:lnTo>
                  <a:pt x="2318" y="3117"/>
                </a:lnTo>
                <a:lnTo>
                  <a:pt x="2318" y="3116"/>
                </a:lnTo>
                <a:lnTo>
                  <a:pt x="2318" y="3115"/>
                </a:lnTo>
                <a:lnTo>
                  <a:pt x="2317" y="3115"/>
                </a:lnTo>
                <a:lnTo>
                  <a:pt x="2316" y="3115"/>
                </a:lnTo>
                <a:lnTo>
                  <a:pt x="2316" y="3116"/>
                </a:lnTo>
                <a:lnTo>
                  <a:pt x="2316" y="3115"/>
                </a:lnTo>
                <a:lnTo>
                  <a:pt x="2315" y="3115"/>
                </a:lnTo>
                <a:lnTo>
                  <a:pt x="2314" y="3115"/>
                </a:lnTo>
                <a:lnTo>
                  <a:pt x="2313" y="3115"/>
                </a:lnTo>
                <a:lnTo>
                  <a:pt x="2312" y="3115"/>
                </a:lnTo>
                <a:lnTo>
                  <a:pt x="2311" y="3115"/>
                </a:lnTo>
                <a:lnTo>
                  <a:pt x="2311" y="3116"/>
                </a:lnTo>
                <a:lnTo>
                  <a:pt x="2310" y="3116"/>
                </a:lnTo>
                <a:lnTo>
                  <a:pt x="2309" y="3116"/>
                </a:lnTo>
                <a:lnTo>
                  <a:pt x="2309" y="3115"/>
                </a:lnTo>
                <a:lnTo>
                  <a:pt x="2309" y="3116"/>
                </a:lnTo>
                <a:lnTo>
                  <a:pt x="2309" y="3117"/>
                </a:lnTo>
                <a:lnTo>
                  <a:pt x="2308" y="3117"/>
                </a:lnTo>
                <a:lnTo>
                  <a:pt x="2308" y="3116"/>
                </a:lnTo>
                <a:lnTo>
                  <a:pt x="2307" y="3116"/>
                </a:lnTo>
                <a:lnTo>
                  <a:pt x="2307" y="3115"/>
                </a:lnTo>
                <a:lnTo>
                  <a:pt x="2306" y="3115"/>
                </a:lnTo>
                <a:lnTo>
                  <a:pt x="2305" y="3115"/>
                </a:lnTo>
                <a:lnTo>
                  <a:pt x="2305" y="3114"/>
                </a:lnTo>
                <a:lnTo>
                  <a:pt x="2304" y="3114"/>
                </a:lnTo>
                <a:lnTo>
                  <a:pt x="2303" y="3114"/>
                </a:lnTo>
                <a:lnTo>
                  <a:pt x="2303" y="3113"/>
                </a:lnTo>
                <a:lnTo>
                  <a:pt x="2304" y="3113"/>
                </a:lnTo>
                <a:lnTo>
                  <a:pt x="2303" y="3113"/>
                </a:lnTo>
                <a:lnTo>
                  <a:pt x="2303" y="3112"/>
                </a:lnTo>
                <a:lnTo>
                  <a:pt x="2304" y="3112"/>
                </a:lnTo>
                <a:lnTo>
                  <a:pt x="2303" y="3112"/>
                </a:lnTo>
                <a:lnTo>
                  <a:pt x="2303" y="3111"/>
                </a:lnTo>
                <a:lnTo>
                  <a:pt x="2304" y="3111"/>
                </a:lnTo>
                <a:lnTo>
                  <a:pt x="2304" y="3110"/>
                </a:lnTo>
                <a:lnTo>
                  <a:pt x="2304" y="3109"/>
                </a:lnTo>
                <a:lnTo>
                  <a:pt x="2305" y="3109"/>
                </a:lnTo>
                <a:lnTo>
                  <a:pt x="2304" y="3109"/>
                </a:lnTo>
                <a:lnTo>
                  <a:pt x="2304" y="3110"/>
                </a:lnTo>
                <a:lnTo>
                  <a:pt x="2303" y="3110"/>
                </a:lnTo>
                <a:lnTo>
                  <a:pt x="2303" y="3109"/>
                </a:lnTo>
                <a:lnTo>
                  <a:pt x="2302" y="3110"/>
                </a:lnTo>
                <a:lnTo>
                  <a:pt x="2301" y="3110"/>
                </a:lnTo>
                <a:lnTo>
                  <a:pt x="2301" y="3109"/>
                </a:lnTo>
                <a:lnTo>
                  <a:pt x="2300" y="3109"/>
                </a:lnTo>
                <a:lnTo>
                  <a:pt x="2300" y="3110"/>
                </a:lnTo>
                <a:lnTo>
                  <a:pt x="2299" y="3110"/>
                </a:lnTo>
                <a:lnTo>
                  <a:pt x="2299" y="3109"/>
                </a:lnTo>
                <a:lnTo>
                  <a:pt x="2298" y="3109"/>
                </a:lnTo>
                <a:lnTo>
                  <a:pt x="2297" y="3109"/>
                </a:lnTo>
                <a:lnTo>
                  <a:pt x="2296" y="3109"/>
                </a:lnTo>
                <a:lnTo>
                  <a:pt x="2295" y="3109"/>
                </a:lnTo>
                <a:lnTo>
                  <a:pt x="2295" y="3108"/>
                </a:lnTo>
                <a:lnTo>
                  <a:pt x="2294" y="3108"/>
                </a:lnTo>
                <a:lnTo>
                  <a:pt x="2293" y="3107"/>
                </a:lnTo>
                <a:lnTo>
                  <a:pt x="2293" y="3108"/>
                </a:lnTo>
                <a:lnTo>
                  <a:pt x="2293" y="3107"/>
                </a:lnTo>
                <a:lnTo>
                  <a:pt x="2292" y="3107"/>
                </a:lnTo>
                <a:lnTo>
                  <a:pt x="2291" y="3107"/>
                </a:lnTo>
                <a:lnTo>
                  <a:pt x="2290" y="3107"/>
                </a:lnTo>
                <a:lnTo>
                  <a:pt x="2290" y="3108"/>
                </a:lnTo>
                <a:lnTo>
                  <a:pt x="2289" y="3108"/>
                </a:lnTo>
                <a:lnTo>
                  <a:pt x="2289" y="3107"/>
                </a:lnTo>
                <a:lnTo>
                  <a:pt x="2288" y="3107"/>
                </a:lnTo>
                <a:lnTo>
                  <a:pt x="2289" y="3107"/>
                </a:lnTo>
                <a:lnTo>
                  <a:pt x="2288" y="3107"/>
                </a:lnTo>
                <a:lnTo>
                  <a:pt x="2289" y="3107"/>
                </a:lnTo>
                <a:lnTo>
                  <a:pt x="2289" y="3106"/>
                </a:lnTo>
                <a:lnTo>
                  <a:pt x="2289" y="3105"/>
                </a:lnTo>
                <a:lnTo>
                  <a:pt x="2289" y="3104"/>
                </a:lnTo>
                <a:lnTo>
                  <a:pt x="2290" y="3104"/>
                </a:lnTo>
                <a:lnTo>
                  <a:pt x="2290" y="3103"/>
                </a:lnTo>
                <a:lnTo>
                  <a:pt x="2291" y="3103"/>
                </a:lnTo>
                <a:lnTo>
                  <a:pt x="2291" y="3102"/>
                </a:lnTo>
                <a:lnTo>
                  <a:pt x="2291" y="3101"/>
                </a:lnTo>
                <a:lnTo>
                  <a:pt x="2291" y="3100"/>
                </a:lnTo>
                <a:lnTo>
                  <a:pt x="2292" y="3100"/>
                </a:lnTo>
                <a:lnTo>
                  <a:pt x="2292" y="3099"/>
                </a:lnTo>
                <a:lnTo>
                  <a:pt x="2293" y="3099"/>
                </a:lnTo>
                <a:lnTo>
                  <a:pt x="2293" y="3098"/>
                </a:lnTo>
                <a:lnTo>
                  <a:pt x="2292" y="3098"/>
                </a:lnTo>
                <a:lnTo>
                  <a:pt x="2292" y="3097"/>
                </a:lnTo>
                <a:lnTo>
                  <a:pt x="2292" y="3096"/>
                </a:lnTo>
                <a:lnTo>
                  <a:pt x="2293" y="3096"/>
                </a:lnTo>
                <a:lnTo>
                  <a:pt x="2293" y="3095"/>
                </a:lnTo>
                <a:lnTo>
                  <a:pt x="2294" y="3095"/>
                </a:lnTo>
                <a:lnTo>
                  <a:pt x="2294" y="3094"/>
                </a:lnTo>
                <a:lnTo>
                  <a:pt x="2293" y="3094"/>
                </a:lnTo>
                <a:lnTo>
                  <a:pt x="2292" y="3093"/>
                </a:lnTo>
                <a:lnTo>
                  <a:pt x="2291" y="3093"/>
                </a:lnTo>
                <a:lnTo>
                  <a:pt x="2291" y="3092"/>
                </a:lnTo>
                <a:lnTo>
                  <a:pt x="2290" y="3092"/>
                </a:lnTo>
                <a:lnTo>
                  <a:pt x="2289" y="3092"/>
                </a:lnTo>
                <a:lnTo>
                  <a:pt x="2288" y="3092"/>
                </a:lnTo>
                <a:lnTo>
                  <a:pt x="2288" y="3093"/>
                </a:lnTo>
                <a:lnTo>
                  <a:pt x="2288" y="3092"/>
                </a:lnTo>
                <a:lnTo>
                  <a:pt x="2289" y="3092"/>
                </a:lnTo>
                <a:lnTo>
                  <a:pt x="2289" y="3091"/>
                </a:lnTo>
                <a:lnTo>
                  <a:pt x="2290" y="3091"/>
                </a:lnTo>
                <a:lnTo>
                  <a:pt x="2290" y="3090"/>
                </a:lnTo>
                <a:lnTo>
                  <a:pt x="2291" y="3090"/>
                </a:lnTo>
                <a:lnTo>
                  <a:pt x="2292" y="3090"/>
                </a:lnTo>
                <a:lnTo>
                  <a:pt x="2292" y="3089"/>
                </a:lnTo>
                <a:lnTo>
                  <a:pt x="2292" y="3088"/>
                </a:lnTo>
                <a:lnTo>
                  <a:pt x="2292" y="3087"/>
                </a:lnTo>
                <a:lnTo>
                  <a:pt x="2291" y="3087"/>
                </a:lnTo>
                <a:lnTo>
                  <a:pt x="2291" y="3086"/>
                </a:lnTo>
                <a:lnTo>
                  <a:pt x="2291" y="3085"/>
                </a:lnTo>
                <a:lnTo>
                  <a:pt x="2291" y="3084"/>
                </a:lnTo>
                <a:lnTo>
                  <a:pt x="2292" y="3084"/>
                </a:lnTo>
                <a:lnTo>
                  <a:pt x="2292" y="3083"/>
                </a:lnTo>
                <a:lnTo>
                  <a:pt x="2291" y="3083"/>
                </a:lnTo>
                <a:lnTo>
                  <a:pt x="2291" y="3082"/>
                </a:lnTo>
                <a:lnTo>
                  <a:pt x="2291" y="3081"/>
                </a:lnTo>
                <a:lnTo>
                  <a:pt x="2290" y="3081"/>
                </a:lnTo>
                <a:lnTo>
                  <a:pt x="2290" y="3080"/>
                </a:lnTo>
                <a:lnTo>
                  <a:pt x="2290" y="3079"/>
                </a:lnTo>
                <a:lnTo>
                  <a:pt x="2289" y="3079"/>
                </a:lnTo>
                <a:lnTo>
                  <a:pt x="2289" y="3078"/>
                </a:lnTo>
                <a:lnTo>
                  <a:pt x="2288" y="3078"/>
                </a:lnTo>
                <a:lnTo>
                  <a:pt x="2288" y="3077"/>
                </a:lnTo>
                <a:lnTo>
                  <a:pt x="2288" y="3076"/>
                </a:lnTo>
                <a:lnTo>
                  <a:pt x="2287" y="3076"/>
                </a:lnTo>
                <a:lnTo>
                  <a:pt x="2286" y="3076"/>
                </a:lnTo>
                <a:lnTo>
                  <a:pt x="2286" y="3077"/>
                </a:lnTo>
                <a:lnTo>
                  <a:pt x="2285" y="3077"/>
                </a:lnTo>
                <a:lnTo>
                  <a:pt x="2284" y="3077"/>
                </a:lnTo>
                <a:lnTo>
                  <a:pt x="2283" y="3077"/>
                </a:lnTo>
                <a:lnTo>
                  <a:pt x="2283" y="3076"/>
                </a:lnTo>
                <a:lnTo>
                  <a:pt x="2282" y="3076"/>
                </a:lnTo>
                <a:lnTo>
                  <a:pt x="2283" y="3076"/>
                </a:lnTo>
                <a:lnTo>
                  <a:pt x="2283" y="3075"/>
                </a:lnTo>
                <a:lnTo>
                  <a:pt x="2282" y="3075"/>
                </a:lnTo>
                <a:lnTo>
                  <a:pt x="2282" y="3074"/>
                </a:lnTo>
                <a:lnTo>
                  <a:pt x="2282" y="3073"/>
                </a:lnTo>
                <a:lnTo>
                  <a:pt x="2281" y="3073"/>
                </a:lnTo>
                <a:lnTo>
                  <a:pt x="2282" y="3073"/>
                </a:lnTo>
                <a:lnTo>
                  <a:pt x="2282" y="3072"/>
                </a:lnTo>
                <a:lnTo>
                  <a:pt x="2281" y="3072"/>
                </a:lnTo>
                <a:lnTo>
                  <a:pt x="2281" y="3071"/>
                </a:lnTo>
                <a:lnTo>
                  <a:pt x="2282" y="3071"/>
                </a:lnTo>
                <a:lnTo>
                  <a:pt x="2282" y="3070"/>
                </a:lnTo>
                <a:lnTo>
                  <a:pt x="2282" y="3069"/>
                </a:lnTo>
                <a:lnTo>
                  <a:pt x="2283" y="3069"/>
                </a:lnTo>
                <a:lnTo>
                  <a:pt x="2284" y="3069"/>
                </a:lnTo>
                <a:lnTo>
                  <a:pt x="2284" y="3068"/>
                </a:lnTo>
                <a:lnTo>
                  <a:pt x="2284" y="3067"/>
                </a:lnTo>
                <a:lnTo>
                  <a:pt x="2285" y="3067"/>
                </a:lnTo>
                <a:lnTo>
                  <a:pt x="2286" y="3067"/>
                </a:lnTo>
                <a:lnTo>
                  <a:pt x="2287" y="3067"/>
                </a:lnTo>
                <a:lnTo>
                  <a:pt x="2287" y="3066"/>
                </a:lnTo>
                <a:lnTo>
                  <a:pt x="2288" y="3066"/>
                </a:lnTo>
                <a:lnTo>
                  <a:pt x="2288" y="3065"/>
                </a:lnTo>
                <a:lnTo>
                  <a:pt x="2289" y="3065"/>
                </a:lnTo>
                <a:lnTo>
                  <a:pt x="2289" y="3064"/>
                </a:lnTo>
                <a:lnTo>
                  <a:pt x="2289" y="3063"/>
                </a:lnTo>
                <a:lnTo>
                  <a:pt x="2288" y="3063"/>
                </a:lnTo>
                <a:lnTo>
                  <a:pt x="2288" y="3062"/>
                </a:lnTo>
                <a:lnTo>
                  <a:pt x="2287" y="3062"/>
                </a:lnTo>
                <a:lnTo>
                  <a:pt x="2286" y="3062"/>
                </a:lnTo>
                <a:lnTo>
                  <a:pt x="2286" y="3061"/>
                </a:lnTo>
                <a:lnTo>
                  <a:pt x="2285" y="3061"/>
                </a:lnTo>
                <a:lnTo>
                  <a:pt x="2285" y="3059"/>
                </a:lnTo>
                <a:lnTo>
                  <a:pt x="2285" y="3058"/>
                </a:lnTo>
                <a:lnTo>
                  <a:pt x="2284" y="3058"/>
                </a:lnTo>
                <a:lnTo>
                  <a:pt x="2284" y="3056"/>
                </a:lnTo>
                <a:lnTo>
                  <a:pt x="2284" y="3055"/>
                </a:lnTo>
                <a:lnTo>
                  <a:pt x="2284" y="3056"/>
                </a:lnTo>
                <a:lnTo>
                  <a:pt x="2284" y="3055"/>
                </a:lnTo>
                <a:lnTo>
                  <a:pt x="2283" y="3055"/>
                </a:lnTo>
                <a:lnTo>
                  <a:pt x="2283" y="3056"/>
                </a:lnTo>
                <a:lnTo>
                  <a:pt x="2283" y="3055"/>
                </a:lnTo>
                <a:lnTo>
                  <a:pt x="2283" y="3053"/>
                </a:lnTo>
                <a:lnTo>
                  <a:pt x="2283" y="3052"/>
                </a:lnTo>
                <a:lnTo>
                  <a:pt x="2284" y="3052"/>
                </a:lnTo>
                <a:lnTo>
                  <a:pt x="2283" y="3052"/>
                </a:lnTo>
                <a:lnTo>
                  <a:pt x="2283" y="3051"/>
                </a:lnTo>
                <a:lnTo>
                  <a:pt x="2283" y="3050"/>
                </a:lnTo>
                <a:lnTo>
                  <a:pt x="2282" y="3050"/>
                </a:lnTo>
                <a:lnTo>
                  <a:pt x="2282" y="3049"/>
                </a:lnTo>
                <a:lnTo>
                  <a:pt x="2281" y="3048"/>
                </a:lnTo>
                <a:lnTo>
                  <a:pt x="2282" y="3048"/>
                </a:lnTo>
                <a:lnTo>
                  <a:pt x="2282" y="3047"/>
                </a:lnTo>
                <a:lnTo>
                  <a:pt x="2281" y="3047"/>
                </a:lnTo>
                <a:lnTo>
                  <a:pt x="2280" y="3047"/>
                </a:lnTo>
                <a:lnTo>
                  <a:pt x="2280" y="3046"/>
                </a:lnTo>
                <a:lnTo>
                  <a:pt x="2279" y="3046"/>
                </a:lnTo>
                <a:lnTo>
                  <a:pt x="2279" y="3047"/>
                </a:lnTo>
                <a:lnTo>
                  <a:pt x="2277" y="3047"/>
                </a:lnTo>
                <a:lnTo>
                  <a:pt x="2276" y="3047"/>
                </a:lnTo>
                <a:lnTo>
                  <a:pt x="2276" y="3046"/>
                </a:lnTo>
                <a:lnTo>
                  <a:pt x="2275" y="3046"/>
                </a:lnTo>
                <a:lnTo>
                  <a:pt x="2276" y="3046"/>
                </a:lnTo>
                <a:lnTo>
                  <a:pt x="2275" y="3046"/>
                </a:lnTo>
                <a:lnTo>
                  <a:pt x="2275" y="3045"/>
                </a:lnTo>
                <a:lnTo>
                  <a:pt x="2274" y="3045"/>
                </a:lnTo>
                <a:lnTo>
                  <a:pt x="2273" y="3045"/>
                </a:lnTo>
                <a:lnTo>
                  <a:pt x="2273" y="3046"/>
                </a:lnTo>
                <a:lnTo>
                  <a:pt x="2272" y="3046"/>
                </a:lnTo>
                <a:lnTo>
                  <a:pt x="2271" y="3046"/>
                </a:lnTo>
                <a:lnTo>
                  <a:pt x="2271" y="3045"/>
                </a:lnTo>
                <a:lnTo>
                  <a:pt x="2271" y="3044"/>
                </a:lnTo>
                <a:lnTo>
                  <a:pt x="2270" y="3044"/>
                </a:lnTo>
                <a:lnTo>
                  <a:pt x="2269" y="3044"/>
                </a:lnTo>
                <a:lnTo>
                  <a:pt x="2269" y="3043"/>
                </a:lnTo>
                <a:lnTo>
                  <a:pt x="2270" y="3043"/>
                </a:lnTo>
                <a:lnTo>
                  <a:pt x="2271" y="3043"/>
                </a:lnTo>
                <a:lnTo>
                  <a:pt x="2272" y="3043"/>
                </a:lnTo>
                <a:lnTo>
                  <a:pt x="2272" y="3042"/>
                </a:lnTo>
                <a:lnTo>
                  <a:pt x="2272" y="3041"/>
                </a:lnTo>
                <a:lnTo>
                  <a:pt x="2272" y="3040"/>
                </a:lnTo>
                <a:lnTo>
                  <a:pt x="2271" y="3040"/>
                </a:lnTo>
                <a:lnTo>
                  <a:pt x="2271" y="3039"/>
                </a:lnTo>
                <a:lnTo>
                  <a:pt x="2272" y="3039"/>
                </a:lnTo>
                <a:lnTo>
                  <a:pt x="2272" y="3038"/>
                </a:lnTo>
                <a:lnTo>
                  <a:pt x="2272" y="3037"/>
                </a:lnTo>
                <a:lnTo>
                  <a:pt x="2271" y="3037"/>
                </a:lnTo>
                <a:lnTo>
                  <a:pt x="2271" y="3036"/>
                </a:lnTo>
                <a:lnTo>
                  <a:pt x="2272" y="3036"/>
                </a:lnTo>
                <a:lnTo>
                  <a:pt x="2272" y="3035"/>
                </a:lnTo>
                <a:lnTo>
                  <a:pt x="2271" y="3035"/>
                </a:lnTo>
                <a:lnTo>
                  <a:pt x="2271" y="3034"/>
                </a:lnTo>
                <a:lnTo>
                  <a:pt x="2271" y="3033"/>
                </a:lnTo>
                <a:lnTo>
                  <a:pt x="2270" y="3033"/>
                </a:lnTo>
                <a:lnTo>
                  <a:pt x="2270" y="3032"/>
                </a:lnTo>
                <a:lnTo>
                  <a:pt x="2271" y="3032"/>
                </a:lnTo>
                <a:lnTo>
                  <a:pt x="2271" y="3031"/>
                </a:lnTo>
                <a:lnTo>
                  <a:pt x="2272" y="3031"/>
                </a:lnTo>
                <a:lnTo>
                  <a:pt x="2272" y="3030"/>
                </a:lnTo>
                <a:lnTo>
                  <a:pt x="2272" y="3029"/>
                </a:lnTo>
                <a:lnTo>
                  <a:pt x="2271" y="3029"/>
                </a:lnTo>
                <a:lnTo>
                  <a:pt x="2270" y="3029"/>
                </a:lnTo>
                <a:lnTo>
                  <a:pt x="2270" y="3028"/>
                </a:lnTo>
                <a:lnTo>
                  <a:pt x="2270" y="3029"/>
                </a:lnTo>
                <a:lnTo>
                  <a:pt x="2270" y="3028"/>
                </a:lnTo>
                <a:lnTo>
                  <a:pt x="2270" y="3027"/>
                </a:lnTo>
                <a:lnTo>
                  <a:pt x="2271" y="3027"/>
                </a:lnTo>
                <a:lnTo>
                  <a:pt x="2271" y="3026"/>
                </a:lnTo>
                <a:lnTo>
                  <a:pt x="2272" y="3026"/>
                </a:lnTo>
                <a:lnTo>
                  <a:pt x="2272" y="3025"/>
                </a:lnTo>
                <a:lnTo>
                  <a:pt x="2272" y="3026"/>
                </a:lnTo>
                <a:lnTo>
                  <a:pt x="2273" y="3026"/>
                </a:lnTo>
                <a:lnTo>
                  <a:pt x="2274" y="3026"/>
                </a:lnTo>
                <a:lnTo>
                  <a:pt x="2274" y="3027"/>
                </a:lnTo>
                <a:lnTo>
                  <a:pt x="2275" y="3027"/>
                </a:lnTo>
                <a:lnTo>
                  <a:pt x="2275" y="3026"/>
                </a:lnTo>
                <a:lnTo>
                  <a:pt x="2276" y="3026"/>
                </a:lnTo>
                <a:lnTo>
                  <a:pt x="2277" y="3026"/>
                </a:lnTo>
                <a:lnTo>
                  <a:pt x="2277" y="3025"/>
                </a:lnTo>
                <a:lnTo>
                  <a:pt x="2277" y="3024"/>
                </a:lnTo>
                <a:lnTo>
                  <a:pt x="2278" y="3024"/>
                </a:lnTo>
                <a:lnTo>
                  <a:pt x="2278" y="3023"/>
                </a:lnTo>
                <a:lnTo>
                  <a:pt x="2278" y="3022"/>
                </a:lnTo>
                <a:lnTo>
                  <a:pt x="2279" y="3022"/>
                </a:lnTo>
                <a:lnTo>
                  <a:pt x="2278" y="3022"/>
                </a:lnTo>
                <a:lnTo>
                  <a:pt x="2278" y="3021"/>
                </a:lnTo>
                <a:lnTo>
                  <a:pt x="2280" y="3021"/>
                </a:lnTo>
                <a:lnTo>
                  <a:pt x="2281" y="3021"/>
                </a:lnTo>
                <a:lnTo>
                  <a:pt x="2281" y="3022"/>
                </a:lnTo>
                <a:lnTo>
                  <a:pt x="2281" y="3021"/>
                </a:lnTo>
                <a:lnTo>
                  <a:pt x="2282" y="3021"/>
                </a:lnTo>
                <a:lnTo>
                  <a:pt x="2281" y="3021"/>
                </a:lnTo>
                <a:lnTo>
                  <a:pt x="2281" y="3020"/>
                </a:lnTo>
                <a:lnTo>
                  <a:pt x="2282" y="3020"/>
                </a:lnTo>
                <a:lnTo>
                  <a:pt x="2283" y="3020"/>
                </a:lnTo>
                <a:lnTo>
                  <a:pt x="2283" y="3019"/>
                </a:lnTo>
                <a:lnTo>
                  <a:pt x="2284" y="3019"/>
                </a:lnTo>
                <a:lnTo>
                  <a:pt x="2284" y="3018"/>
                </a:lnTo>
                <a:lnTo>
                  <a:pt x="2285" y="3018"/>
                </a:lnTo>
                <a:lnTo>
                  <a:pt x="2285" y="3019"/>
                </a:lnTo>
                <a:lnTo>
                  <a:pt x="2285" y="3018"/>
                </a:lnTo>
                <a:lnTo>
                  <a:pt x="2286" y="3018"/>
                </a:lnTo>
                <a:lnTo>
                  <a:pt x="2286" y="3017"/>
                </a:lnTo>
                <a:lnTo>
                  <a:pt x="2287" y="3017"/>
                </a:lnTo>
                <a:lnTo>
                  <a:pt x="2287" y="3016"/>
                </a:lnTo>
                <a:lnTo>
                  <a:pt x="2287" y="3015"/>
                </a:lnTo>
                <a:lnTo>
                  <a:pt x="2288" y="3015"/>
                </a:lnTo>
                <a:lnTo>
                  <a:pt x="2288" y="3014"/>
                </a:lnTo>
                <a:lnTo>
                  <a:pt x="2289" y="3014"/>
                </a:lnTo>
                <a:lnTo>
                  <a:pt x="2289" y="3013"/>
                </a:lnTo>
                <a:lnTo>
                  <a:pt x="2290" y="3013"/>
                </a:lnTo>
                <a:lnTo>
                  <a:pt x="2290" y="3012"/>
                </a:lnTo>
                <a:lnTo>
                  <a:pt x="2289" y="3012"/>
                </a:lnTo>
                <a:lnTo>
                  <a:pt x="2289" y="3011"/>
                </a:lnTo>
                <a:lnTo>
                  <a:pt x="2289" y="3010"/>
                </a:lnTo>
                <a:lnTo>
                  <a:pt x="2289" y="3009"/>
                </a:lnTo>
                <a:lnTo>
                  <a:pt x="2288" y="3009"/>
                </a:lnTo>
                <a:lnTo>
                  <a:pt x="2288" y="3008"/>
                </a:lnTo>
                <a:lnTo>
                  <a:pt x="2287" y="3009"/>
                </a:lnTo>
                <a:lnTo>
                  <a:pt x="2287" y="3010"/>
                </a:lnTo>
                <a:lnTo>
                  <a:pt x="2286" y="3010"/>
                </a:lnTo>
                <a:lnTo>
                  <a:pt x="2285" y="3010"/>
                </a:lnTo>
                <a:lnTo>
                  <a:pt x="2285" y="3011"/>
                </a:lnTo>
                <a:lnTo>
                  <a:pt x="2284" y="3011"/>
                </a:lnTo>
                <a:lnTo>
                  <a:pt x="2284" y="3010"/>
                </a:lnTo>
                <a:lnTo>
                  <a:pt x="2283" y="3010"/>
                </a:lnTo>
                <a:lnTo>
                  <a:pt x="2282" y="3010"/>
                </a:lnTo>
                <a:lnTo>
                  <a:pt x="2280" y="3010"/>
                </a:lnTo>
                <a:lnTo>
                  <a:pt x="2279" y="3010"/>
                </a:lnTo>
                <a:lnTo>
                  <a:pt x="2278" y="3010"/>
                </a:lnTo>
                <a:lnTo>
                  <a:pt x="2278" y="3011"/>
                </a:lnTo>
                <a:lnTo>
                  <a:pt x="2276" y="3011"/>
                </a:lnTo>
                <a:lnTo>
                  <a:pt x="2275" y="3011"/>
                </a:lnTo>
                <a:lnTo>
                  <a:pt x="2274" y="3011"/>
                </a:lnTo>
                <a:lnTo>
                  <a:pt x="2273" y="3011"/>
                </a:lnTo>
                <a:lnTo>
                  <a:pt x="2273" y="3012"/>
                </a:lnTo>
                <a:lnTo>
                  <a:pt x="2272" y="3012"/>
                </a:lnTo>
                <a:lnTo>
                  <a:pt x="2272" y="3013"/>
                </a:lnTo>
                <a:lnTo>
                  <a:pt x="2271" y="3013"/>
                </a:lnTo>
                <a:lnTo>
                  <a:pt x="2270" y="3013"/>
                </a:lnTo>
                <a:lnTo>
                  <a:pt x="2269" y="3013"/>
                </a:lnTo>
                <a:lnTo>
                  <a:pt x="2268" y="3013"/>
                </a:lnTo>
                <a:lnTo>
                  <a:pt x="2267" y="3013"/>
                </a:lnTo>
                <a:lnTo>
                  <a:pt x="2266" y="3013"/>
                </a:lnTo>
                <a:lnTo>
                  <a:pt x="2266" y="3014"/>
                </a:lnTo>
                <a:lnTo>
                  <a:pt x="2265" y="3014"/>
                </a:lnTo>
                <a:lnTo>
                  <a:pt x="2264" y="3015"/>
                </a:lnTo>
                <a:lnTo>
                  <a:pt x="2263" y="3015"/>
                </a:lnTo>
                <a:lnTo>
                  <a:pt x="2262" y="3015"/>
                </a:lnTo>
                <a:lnTo>
                  <a:pt x="2262" y="3014"/>
                </a:lnTo>
                <a:lnTo>
                  <a:pt x="2261" y="3014"/>
                </a:lnTo>
                <a:lnTo>
                  <a:pt x="2260" y="3014"/>
                </a:lnTo>
                <a:lnTo>
                  <a:pt x="2260" y="3013"/>
                </a:lnTo>
                <a:lnTo>
                  <a:pt x="2259" y="3013"/>
                </a:lnTo>
                <a:lnTo>
                  <a:pt x="2259" y="3012"/>
                </a:lnTo>
                <a:lnTo>
                  <a:pt x="2258" y="3012"/>
                </a:lnTo>
                <a:lnTo>
                  <a:pt x="2258" y="3011"/>
                </a:lnTo>
                <a:lnTo>
                  <a:pt x="2257" y="3011"/>
                </a:lnTo>
                <a:lnTo>
                  <a:pt x="2256" y="3011"/>
                </a:lnTo>
                <a:lnTo>
                  <a:pt x="2255" y="3011"/>
                </a:lnTo>
                <a:lnTo>
                  <a:pt x="2254" y="3011"/>
                </a:lnTo>
                <a:lnTo>
                  <a:pt x="2253" y="3011"/>
                </a:lnTo>
                <a:lnTo>
                  <a:pt x="2252" y="3011"/>
                </a:lnTo>
                <a:lnTo>
                  <a:pt x="2251" y="3011"/>
                </a:lnTo>
                <a:lnTo>
                  <a:pt x="2250" y="3011"/>
                </a:lnTo>
                <a:lnTo>
                  <a:pt x="2249" y="3011"/>
                </a:lnTo>
                <a:lnTo>
                  <a:pt x="2248" y="3011"/>
                </a:lnTo>
                <a:lnTo>
                  <a:pt x="2247" y="3011"/>
                </a:lnTo>
                <a:lnTo>
                  <a:pt x="2246" y="3011"/>
                </a:lnTo>
                <a:lnTo>
                  <a:pt x="2246" y="3012"/>
                </a:lnTo>
                <a:lnTo>
                  <a:pt x="2245" y="3012"/>
                </a:lnTo>
                <a:lnTo>
                  <a:pt x="2244" y="3012"/>
                </a:lnTo>
                <a:lnTo>
                  <a:pt x="2242" y="3012"/>
                </a:lnTo>
                <a:lnTo>
                  <a:pt x="2242" y="3013"/>
                </a:lnTo>
                <a:lnTo>
                  <a:pt x="2241" y="3013"/>
                </a:lnTo>
                <a:lnTo>
                  <a:pt x="2241" y="3014"/>
                </a:lnTo>
                <a:lnTo>
                  <a:pt x="2241" y="3013"/>
                </a:lnTo>
                <a:lnTo>
                  <a:pt x="2240" y="3013"/>
                </a:lnTo>
                <a:lnTo>
                  <a:pt x="2240" y="3014"/>
                </a:lnTo>
                <a:lnTo>
                  <a:pt x="2240" y="3013"/>
                </a:lnTo>
                <a:lnTo>
                  <a:pt x="2240" y="3014"/>
                </a:lnTo>
                <a:lnTo>
                  <a:pt x="2240" y="3013"/>
                </a:lnTo>
                <a:lnTo>
                  <a:pt x="2239" y="3013"/>
                </a:lnTo>
                <a:lnTo>
                  <a:pt x="2238" y="3013"/>
                </a:lnTo>
                <a:lnTo>
                  <a:pt x="2237" y="3013"/>
                </a:lnTo>
                <a:lnTo>
                  <a:pt x="2236" y="3013"/>
                </a:lnTo>
                <a:lnTo>
                  <a:pt x="2236" y="3014"/>
                </a:lnTo>
                <a:lnTo>
                  <a:pt x="2235" y="3013"/>
                </a:lnTo>
                <a:lnTo>
                  <a:pt x="2234" y="3013"/>
                </a:lnTo>
                <a:lnTo>
                  <a:pt x="2233" y="3013"/>
                </a:lnTo>
                <a:lnTo>
                  <a:pt x="2232" y="3013"/>
                </a:lnTo>
                <a:lnTo>
                  <a:pt x="2231" y="3013"/>
                </a:lnTo>
                <a:lnTo>
                  <a:pt x="2231" y="3012"/>
                </a:lnTo>
                <a:lnTo>
                  <a:pt x="2230" y="3012"/>
                </a:lnTo>
                <a:lnTo>
                  <a:pt x="2229" y="3012"/>
                </a:lnTo>
                <a:lnTo>
                  <a:pt x="2228" y="3012"/>
                </a:lnTo>
                <a:lnTo>
                  <a:pt x="2228" y="3013"/>
                </a:lnTo>
                <a:lnTo>
                  <a:pt x="2227" y="3013"/>
                </a:lnTo>
                <a:lnTo>
                  <a:pt x="2226" y="3013"/>
                </a:lnTo>
                <a:lnTo>
                  <a:pt x="2225" y="3013"/>
                </a:lnTo>
                <a:lnTo>
                  <a:pt x="2224" y="3013"/>
                </a:lnTo>
                <a:lnTo>
                  <a:pt x="2224" y="3014"/>
                </a:lnTo>
                <a:lnTo>
                  <a:pt x="2223" y="3014"/>
                </a:lnTo>
                <a:lnTo>
                  <a:pt x="2222" y="3014"/>
                </a:lnTo>
                <a:lnTo>
                  <a:pt x="2221" y="3014"/>
                </a:lnTo>
                <a:lnTo>
                  <a:pt x="2220" y="3014"/>
                </a:lnTo>
                <a:lnTo>
                  <a:pt x="2219" y="3014"/>
                </a:lnTo>
                <a:lnTo>
                  <a:pt x="2218" y="3014"/>
                </a:lnTo>
                <a:lnTo>
                  <a:pt x="2218" y="3015"/>
                </a:lnTo>
                <a:lnTo>
                  <a:pt x="2217" y="3015"/>
                </a:lnTo>
                <a:lnTo>
                  <a:pt x="2217" y="3016"/>
                </a:lnTo>
                <a:lnTo>
                  <a:pt x="2216" y="3015"/>
                </a:lnTo>
                <a:lnTo>
                  <a:pt x="2216" y="3016"/>
                </a:lnTo>
                <a:lnTo>
                  <a:pt x="2215" y="3016"/>
                </a:lnTo>
                <a:lnTo>
                  <a:pt x="2214" y="3016"/>
                </a:lnTo>
                <a:lnTo>
                  <a:pt x="2213" y="3016"/>
                </a:lnTo>
                <a:lnTo>
                  <a:pt x="2212" y="3016"/>
                </a:lnTo>
                <a:lnTo>
                  <a:pt x="2212" y="3017"/>
                </a:lnTo>
                <a:lnTo>
                  <a:pt x="2211" y="3017"/>
                </a:lnTo>
                <a:lnTo>
                  <a:pt x="2211" y="3018"/>
                </a:lnTo>
                <a:lnTo>
                  <a:pt x="2210" y="3018"/>
                </a:lnTo>
                <a:lnTo>
                  <a:pt x="2209" y="3018"/>
                </a:lnTo>
                <a:lnTo>
                  <a:pt x="2209" y="3019"/>
                </a:lnTo>
                <a:lnTo>
                  <a:pt x="2208" y="3019"/>
                </a:lnTo>
                <a:lnTo>
                  <a:pt x="2208" y="3020"/>
                </a:lnTo>
                <a:lnTo>
                  <a:pt x="2207" y="3020"/>
                </a:lnTo>
                <a:lnTo>
                  <a:pt x="2208" y="3020"/>
                </a:lnTo>
                <a:lnTo>
                  <a:pt x="2207" y="3020"/>
                </a:lnTo>
                <a:lnTo>
                  <a:pt x="2207" y="3021"/>
                </a:lnTo>
                <a:lnTo>
                  <a:pt x="2206" y="3021"/>
                </a:lnTo>
                <a:lnTo>
                  <a:pt x="2205" y="3021"/>
                </a:lnTo>
                <a:lnTo>
                  <a:pt x="2204" y="3021"/>
                </a:lnTo>
                <a:lnTo>
                  <a:pt x="2204" y="3022"/>
                </a:lnTo>
                <a:lnTo>
                  <a:pt x="2203" y="3022"/>
                </a:lnTo>
                <a:lnTo>
                  <a:pt x="2202" y="3022"/>
                </a:lnTo>
                <a:lnTo>
                  <a:pt x="2201" y="3022"/>
                </a:lnTo>
                <a:lnTo>
                  <a:pt x="2200" y="3022"/>
                </a:lnTo>
                <a:lnTo>
                  <a:pt x="2200" y="3023"/>
                </a:lnTo>
                <a:lnTo>
                  <a:pt x="2199" y="3023"/>
                </a:lnTo>
                <a:lnTo>
                  <a:pt x="2199" y="3024"/>
                </a:lnTo>
                <a:lnTo>
                  <a:pt x="2198" y="3024"/>
                </a:lnTo>
                <a:lnTo>
                  <a:pt x="2198" y="3025"/>
                </a:lnTo>
                <a:lnTo>
                  <a:pt x="2199" y="3025"/>
                </a:lnTo>
                <a:lnTo>
                  <a:pt x="2199" y="3026"/>
                </a:lnTo>
                <a:lnTo>
                  <a:pt x="2200" y="3026"/>
                </a:lnTo>
                <a:lnTo>
                  <a:pt x="2199" y="3026"/>
                </a:lnTo>
                <a:lnTo>
                  <a:pt x="2199" y="3027"/>
                </a:lnTo>
                <a:lnTo>
                  <a:pt x="2198" y="3027"/>
                </a:lnTo>
                <a:lnTo>
                  <a:pt x="2198" y="3026"/>
                </a:lnTo>
                <a:lnTo>
                  <a:pt x="2198" y="3027"/>
                </a:lnTo>
                <a:lnTo>
                  <a:pt x="2198" y="3026"/>
                </a:lnTo>
                <a:lnTo>
                  <a:pt x="2198" y="3027"/>
                </a:lnTo>
                <a:lnTo>
                  <a:pt x="2198" y="3026"/>
                </a:lnTo>
                <a:lnTo>
                  <a:pt x="2197" y="3026"/>
                </a:lnTo>
                <a:lnTo>
                  <a:pt x="2196" y="3026"/>
                </a:lnTo>
                <a:lnTo>
                  <a:pt x="2195" y="3026"/>
                </a:lnTo>
                <a:lnTo>
                  <a:pt x="2195" y="3027"/>
                </a:lnTo>
                <a:lnTo>
                  <a:pt x="2195" y="3026"/>
                </a:lnTo>
                <a:lnTo>
                  <a:pt x="2195" y="3027"/>
                </a:lnTo>
                <a:lnTo>
                  <a:pt x="2194" y="3027"/>
                </a:lnTo>
                <a:lnTo>
                  <a:pt x="2195" y="3027"/>
                </a:lnTo>
                <a:lnTo>
                  <a:pt x="2194" y="3027"/>
                </a:lnTo>
                <a:lnTo>
                  <a:pt x="2194" y="3028"/>
                </a:lnTo>
                <a:lnTo>
                  <a:pt x="2193" y="3027"/>
                </a:lnTo>
                <a:lnTo>
                  <a:pt x="2193" y="3028"/>
                </a:lnTo>
                <a:lnTo>
                  <a:pt x="2193" y="3029"/>
                </a:lnTo>
                <a:lnTo>
                  <a:pt x="2192" y="3029"/>
                </a:lnTo>
                <a:lnTo>
                  <a:pt x="2192" y="3030"/>
                </a:lnTo>
                <a:lnTo>
                  <a:pt x="2192" y="3029"/>
                </a:lnTo>
                <a:lnTo>
                  <a:pt x="2192" y="3028"/>
                </a:lnTo>
                <a:lnTo>
                  <a:pt x="2191" y="3028"/>
                </a:lnTo>
                <a:lnTo>
                  <a:pt x="2191" y="3029"/>
                </a:lnTo>
                <a:lnTo>
                  <a:pt x="2190" y="3029"/>
                </a:lnTo>
                <a:lnTo>
                  <a:pt x="2190" y="3028"/>
                </a:lnTo>
                <a:lnTo>
                  <a:pt x="2190" y="3029"/>
                </a:lnTo>
                <a:lnTo>
                  <a:pt x="2190" y="3030"/>
                </a:lnTo>
                <a:lnTo>
                  <a:pt x="2189" y="3030"/>
                </a:lnTo>
                <a:lnTo>
                  <a:pt x="2188" y="3030"/>
                </a:lnTo>
                <a:lnTo>
                  <a:pt x="2188" y="3031"/>
                </a:lnTo>
                <a:lnTo>
                  <a:pt x="2188" y="3032"/>
                </a:lnTo>
                <a:lnTo>
                  <a:pt x="2187" y="3032"/>
                </a:lnTo>
                <a:lnTo>
                  <a:pt x="2188" y="3032"/>
                </a:lnTo>
                <a:lnTo>
                  <a:pt x="2188" y="3033"/>
                </a:lnTo>
                <a:lnTo>
                  <a:pt x="2187" y="3033"/>
                </a:lnTo>
                <a:lnTo>
                  <a:pt x="2186" y="3033"/>
                </a:lnTo>
                <a:lnTo>
                  <a:pt x="2186" y="3034"/>
                </a:lnTo>
                <a:lnTo>
                  <a:pt x="2185" y="3034"/>
                </a:lnTo>
                <a:lnTo>
                  <a:pt x="2184" y="3034"/>
                </a:lnTo>
                <a:lnTo>
                  <a:pt x="2184" y="3035"/>
                </a:lnTo>
                <a:lnTo>
                  <a:pt x="2183" y="3035"/>
                </a:lnTo>
                <a:lnTo>
                  <a:pt x="2184" y="3035"/>
                </a:lnTo>
                <a:lnTo>
                  <a:pt x="2184" y="3036"/>
                </a:lnTo>
                <a:lnTo>
                  <a:pt x="2183" y="3036"/>
                </a:lnTo>
                <a:lnTo>
                  <a:pt x="2182" y="3036"/>
                </a:lnTo>
                <a:lnTo>
                  <a:pt x="2182" y="3037"/>
                </a:lnTo>
                <a:lnTo>
                  <a:pt x="2183" y="3037"/>
                </a:lnTo>
                <a:lnTo>
                  <a:pt x="2183" y="3038"/>
                </a:lnTo>
                <a:lnTo>
                  <a:pt x="2182" y="3038"/>
                </a:lnTo>
                <a:lnTo>
                  <a:pt x="2182" y="3037"/>
                </a:lnTo>
                <a:lnTo>
                  <a:pt x="2181" y="3037"/>
                </a:lnTo>
                <a:lnTo>
                  <a:pt x="2181" y="3036"/>
                </a:lnTo>
                <a:lnTo>
                  <a:pt x="2180" y="3036"/>
                </a:lnTo>
                <a:lnTo>
                  <a:pt x="2180" y="3037"/>
                </a:lnTo>
                <a:lnTo>
                  <a:pt x="2180" y="3038"/>
                </a:lnTo>
                <a:lnTo>
                  <a:pt x="2179" y="3038"/>
                </a:lnTo>
                <a:lnTo>
                  <a:pt x="2179" y="3039"/>
                </a:lnTo>
                <a:lnTo>
                  <a:pt x="2179" y="3038"/>
                </a:lnTo>
                <a:lnTo>
                  <a:pt x="2178" y="3038"/>
                </a:lnTo>
                <a:lnTo>
                  <a:pt x="2178" y="3037"/>
                </a:lnTo>
                <a:lnTo>
                  <a:pt x="2178" y="3038"/>
                </a:lnTo>
                <a:lnTo>
                  <a:pt x="2177" y="3038"/>
                </a:lnTo>
                <a:lnTo>
                  <a:pt x="2177" y="3039"/>
                </a:lnTo>
                <a:lnTo>
                  <a:pt x="2177" y="3040"/>
                </a:lnTo>
                <a:lnTo>
                  <a:pt x="2177" y="3039"/>
                </a:lnTo>
                <a:lnTo>
                  <a:pt x="2176" y="3039"/>
                </a:lnTo>
                <a:lnTo>
                  <a:pt x="2177" y="3039"/>
                </a:lnTo>
                <a:lnTo>
                  <a:pt x="2177" y="3038"/>
                </a:lnTo>
                <a:lnTo>
                  <a:pt x="2176" y="3038"/>
                </a:lnTo>
                <a:lnTo>
                  <a:pt x="2176" y="3037"/>
                </a:lnTo>
                <a:lnTo>
                  <a:pt x="2176" y="3036"/>
                </a:lnTo>
                <a:lnTo>
                  <a:pt x="2175" y="3036"/>
                </a:lnTo>
                <a:lnTo>
                  <a:pt x="2175" y="3035"/>
                </a:lnTo>
                <a:lnTo>
                  <a:pt x="2174" y="3035"/>
                </a:lnTo>
                <a:lnTo>
                  <a:pt x="2173" y="3035"/>
                </a:lnTo>
                <a:lnTo>
                  <a:pt x="2173" y="3034"/>
                </a:lnTo>
                <a:lnTo>
                  <a:pt x="2172" y="3034"/>
                </a:lnTo>
                <a:lnTo>
                  <a:pt x="2172" y="3033"/>
                </a:lnTo>
                <a:lnTo>
                  <a:pt x="2171" y="3033"/>
                </a:lnTo>
                <a:lnTo>
                  <a:pt x="2170" y="3033"/>
                </a:lnTo>
                <a:lnTo>
                  <a:pt x="2169" y="3033"/>
                </a:lnTo>
                <a:lnTo>
                  <a:pt x="2169" y="3032"/>
                </a:lnTo>
                <a:lnTo>
                  <a:pt x="2168" y="3032"/>
                </a:lnTo>
                <a:lnTo>
                  <a:pt x="2167" y="3032"/>
                </a:lnTo>
                <a:lnTo>
                  <a:pt x="2167" y="3031"/>
                </a:lnTo>
                <a:lnTo>
                  <a:pt x="2166" y="3031"/>
                </a:lnTo>
                <a:lnTo>
                  <a:pt x="2166" y="3030"/>
                </a:lnTo>
                <a:lnTo>
                  <a:pt x="2166" y="3029"/>
                </a:lnTo>
                <a:lnTo>
                  <a:pt x="2167" y="3029"/>
                </a:lnTo>
                <a:lnTo>
                  <a:pt x="2168" y="3029"/>
                </a:lnTo>
                <a:lnTo>
                  <a:pt x="2168" y="3028"/>
                </a:lnTo>
                <a:lnTo>
                  <a:pt x="2169" y="3028"/>
                </a:lnTo>
                <a:lnTo>
                  <a:pt x="2170" y="3027"/>
                </a:lnTo>
                <a:lnTo>
                  <a:pt x="2170" y="3026"/>
                </a:lnTo>
                <a:lnTo>
                  <a:pt x="2170" y="3025"/>
                </a:lnTo>
                <a:lnTo>
                  <a:pt x="2171" y="3025"/>
                </a:lnTo>
                <a:lnTo>
                  <a:pt x="2172" y="3025"/>
                </a:lnTo>
                <a:lnTo>
                  <a:pt x="2172" y="3024"/>
                </a:lnTo>
                <a:lnTo>
                  <a:pt x="2173" y="3024"/>
                </a:lnTo>
                <a:lnTo>
                  <a:pt x="2174" y="3024"/>
                </a:lnTo>
                <a:lnTo>
                  <a:pt x="2175" y="3024"/>
                </a:lnTo>
                <a:lnTo>
                  <a:pt x="2175" y="3023"/>
                </a:lnTo>
                <a:lnTo>
                  <a:pt x="2175" y="3022"/>
                </a:lnTo>
                <a:lnTo>
                  <a:pt x="2175" y="3021"/>
                </a:lnTo>
                <a:lnTo>
                  <a:pt x="2175" y="3022"/>
                </a:lnTo>
                <a:lnTo>
                  <a:pt x="2176" y="3022"/>
                </a:lnTo>
                <a:lnTo>
                  <a:pt x="2176" y="3021"/>
                </a:lnTo>
                <a:lnTo>
                  <a:pt x="2176" y="3020"/>
                </a:lnTo>
                <a:lnTo>
                  <a:pt x="2176" y="3019"/>
                </a:lnTo>
                <a:lnTo>
                  <a:pt x="2177" y="3019"/>
                </a:lnTo>
                <a:lnTo>
                  <a:pt x="2177" y="3018"/>
                </a:lnTo>
                <a:lnTo>
                  <a:pt x="2178" y="3018"/>
                </a:lnTo>
                <a:lnTo>
                  <a:pt x="2177" y="3018"/>
                </a:lnTo>
                <a:lnTo>
                  <a:pt x="2178" y="3018"/>
                </a:lnTo>
                <a:lnTo>
                  <a:pt x="2178" y="3017"/>
                </a:lnTo>
                <a:lnTo>
                  <a:pt x="2179" y="3017"/>
                </a:lnTo>
                <a:lnTo>
                  <a:pt x="2179" y="3016"/>
                </a:lnTo>
                <a:lnTo>
                  <a:pt x="2180" y="3016"/>
                </a:lnTo>
                <a:lnTo>
                  <a:pt x="2180" y="3015"/>
                </a:lnTo>
                <a:lnTo>
                  <a:pt x="2181" y="3015"/>
                </a:lnTo>
                <a:lnTo>
                  <a:pt x="2181" y="3014"/>
                </a:lnTo>
                <a:lnTo>
                  <a:pt x="2182" y="3014"/>
                </a:lnTo>
                <a:lnTo>
                  <a:pt x="2183" y="3014"/>
                </a:lnTo>
                <a:lnTo>
                  <a:pt x="2183" y="3013"/>
                </a:lnTo>
                <a:lnTo>
                  <a:pt x="2184" y="3013"/>
                </a:lnTo>
                <a:lnTo>
                  <a:pt x="2184" y="3012"/>
                </a:lnTo>
                <a:lnTo>
                  <a:pt x="2185" y="3012"/>
                </a:lnTo>
                <a:lnTo>
                  <a:pt x="2184" y="3012"/>
                </a:lnTo>
                <a:lnTo>
                  <a:pt x="2184" y="3011"/>
                </a:lnTo>
                <a:lnTo>
                  <a:pt x="2185" y="3011"/>
                </a:lnTo>
                <a:lnTo>
                  <a:pt x="2185" y="3010"/>
                </a:lnTo>
                <a:lnTo>
                  <a:pt x="2185" y="3009"/>
                </a:lnTo>
                <a:lnTo>
                  <a:pt x="2185" y="3008"/>
                </a:lnTo>
                <a:lnTo>
                  <a:pt x="2186" y="3008"/>
                </a:lnTo>
                <a:lnTo>
                  <a:pt x="2185" y="3008"/>
                </a:lnTo>
                <a:lnTo>
                  <a:pt x="2186" y="3008"/>
                </a:lnTo>
                <a:lnTo>
                  <a:pt x="2186" y="3007"/>
                </a:lnTo>
                <a:lnTo>
                  <a:pt x="2186" y="3006"/>
                </a:lnTo>
                <a:lnTo>
                  <a:pt x="2186" y="3005"/>
                </a:lnTo>
                <a:lnTo>
                  <a:pt x="2185" y="3005"/>
                </a:lnTo>
                <a:lnTo>
                  <a:pt x="2184" y="3005"/>
                </a:lnTo>
                <a:lnTo>
                  <a:pt x="2184" y="3004"/>
                </a:lnTo>
                <a:lnTo>
                  <a:pt x="2184" y="3003"/>
                </a:lnTo>
                <a:lnTo>
                  <a:pt x="2184" y="3002"/>
                </a:lnTo>
                <a:lnTo>
                  <a:pt x="2184" y="3000"/>
                </a:lnTo>
                <a:lnTo>
                  <a:pt x="2185" y="3000"/>
                </a:lnTo>
                <a:lnTo>
                  <a:pt x="2185" y="2999"/>
                </a:lnTo>
                <a:lnTo>
                  <a:pt x="2186" y="2998"/>
                </a:lnTo>
                <a:lnTo>
                  <a:pt x="2187" y="2998"/>
                </a:lnTo>
                <a:lnTo>
                  <a:pt x="2188" y="2997"/>
                </a:lnTo>
                <a:lnTo>
                  <a:pt x="2187" y="2997"/>
                </a:lnTo>
                <a:lnTo>
                  <a:pt x="2187" y="2996"/>
                </a:lnTo>
                <a:lnTo>
                  <a:pt x="2186" y="2996"/>
                </a:lnTo>
                <a:lnTo>
                  <a:pt x="2186" y="2995"/>
                </a:lnTo>
                <a:lnTo>
                  <a:pt x="2186" y="2994"/>
                </a:lnTo>
                <a:lnTo>
                  <a:pt x="2185" y="2994"/>
                </a:lnTo>
                <a:lnTo>
                  <a:pt x="2184" y="2994"/>
                </a:lnTo>
                <a:lnTo>
                  <a:pt x="2184" y="2993"/>
                </a:lnTo>
                <a:lnTo>
                  <a:pt x="2183" y="2993"/>
                </a:lnTo>
                <a:lnTo>
                  <a:pt x="2183" y="2994"/>
                </a:lnTo>
                <a:lnTo>
                  <a:pt x="2182" y="2994"/>
                </a:lnTo>
                <a:lnTo>
                  <a:pt x="2181" y="2994"/>
                </a:lnTo>
                <a:lnTo>
                  <a:pt x="2180" y="2994"/>
                </a:lnTo>
                <a:lnTo>
                  <a:pt x="2180" y="2993"/>
                </a:lnTo>
                <a:lnTo>
                  <a:pt x="2180" y="2994"/>
                </a:lnTo>
                <a:lnTo>
                  <a:pt x="2180" y="2993"/>
                </a:lnTo>
                <a:lnTo>
                  <a:pt x="2179" y="2993"/>
                </a:lnTo>
                <a:lnTo>
                  <a:pt x="2179" y="2994"/>
                </a:lnTo>
                <a:lnTo>
                  <a:pt x="2179" y="2993"/>
                </a:lnTo>
                <a:lnTo>
                  <a:pt x="2179" y="2992"/>
                </a:lnTo>
                <a:lnTo>
                  <a:pt x="2178" y="2992"/>
                </a:lnTo>
                <a:lnTo>
                  <a:pt x="2178" y="2991"/>
                </a:lnTo>
                <a:lnTo>
                  <a:pt x="2178" y="2990"/>
                </a:lnTo>
                <a:lnTo>
                  <a:pt x="2178" y="2989"/>
                </a:lnTo>
                <a:lnTo>
                  <a:pt x="2179" y="2989"/>
                </a:lnTo>
                <a:lnTo>
                  <a:pt x="2179" y="2988"/>
                </a:lnTo>
                <a:lnTo>
                  <a:pt x="2180" y="2988"/>
                </a:lnTo>
                <a:lnTo>
                  <a:pt x="2180" y="2989"/>
                </a:lnTo>
                <a:lnTo>
                  <a:pt x="2181" y="2989"/>
                </a:lnTo>
                <a:lnTo>
                  <a:pt x="2182" y="2989"/>
                </a:lnTo>
                <a:lnTo>
                  <a:pt x="2182" y="2988"/>
                </a:lnTo>
                <a:lnTo>
                  <a:pt x="2183" y="2988"/>
                </a:lnTo>
                <a:lnTo>
                  <a:pt x="2183" y="2987"/>
                </a:lnTo>
                <a:lnTo>
                  <a:pt x="2183" y="2986"/>
                </a:lnTo>
                <a:lnTo>
                  <a:pt x="2183" y="2985"/>
                </a:lnTo>
                <a:lnTo>
                  <a:pt x="2182" y="2985"/>
                </a:lnTo>
                <a:lnTo>
                  <a:pt x="2182" y="2984"/>
                </a:lnTo>
                <a:lnTo>
                  <a:pt x="2181" y="2984"/>
                </a:lnTo>
                <a:lnTo>
                  <a:pt x="2181" y="2983"/>
                </a:lnTo>
                <a:lnTo>
                  <a:pt x="2180" y="2983"/>
                </a:lnTo>
                <a:lnTo>
                  <a:pt x="2180" y="2982"/>
                </a:lnTo>
                <a:lnTo>
                  <a:pt x="2180" y="2981"/>
                </a:lnTo>
                <a:lnTo>
                  <a:pt x="2180" y="2980"/>
                </a:lnTo>
                <a:lnTo>
                  <a:pt x="2180" y="2979"/>
                </a:lnTo>
                <a:lnTo>
                  <a:pt x="2180" y="2978"/>
                </a:lnTo>
                <a:lnTo>
                  <a:pt x="2179" y="2978"/>
                </a:lnTo>
                <a:lnTo>
                  <a:pt x="2179" y="2977"/>
                </a:lnTo>
                <a:lnTo>
                  <a:pt x="2179" y="2978"/>
                </a:lnTo>
                <a:lnTo>
                  <a:pt x="2178" y="2978"/>
                </a:lnTo>
                <a:lnTo>
                  <a:pt x="2177" y="2978"/>
                </a:lnTo>
                <a:lnTo>
                  <a:pt x="2176" y="2978"/>
                </a:lnTo>
                <a:lnTo>
                  <a:pt x="2175" y="2978"/>
                </a:lnTo>
                <a:lnTo>
                  <a:pt x="2175" y="2979"/>
                </a:lnTo>
                <a:lnTo>
                  <a:pt x="2174" y="2979"/>
                </a:lnTo>
                <a:lnTo>
                  <a:pt x="2173" y="2979"/>
                </a:lnTo>
                <a:lnTo>
                  <a:pt x="2173" y="2978"/>
                </a:lnTo>
                <a:lnTo>
                  <a:pt x="2173" y="2979"/>
                </a:lnTo>
                <a:lnTo>
                  <a:pt x="2172" y="2979"/>
                </a:lnTo>
                <a:lnTo>
                  <a:pt x="2172" y="2978"/>
                </a:lnTo>
                <a:lnTo>
                  <a:pt x="2172" y="2979"/>
                </a:lnTo>
                <a:lnTo>
                  <a:pt x="2171" y="2979"/>
                </a:lnTo>
                <a:lnTo>
                  <a:pt x="2171" y="2978"/>
                </a:lnTo>
                <a:lnTo>
                  <a:pt x="2171" y="2979"/>
                </a:lnTo>
                <a:lnTo>
                  <a:pt x="2170" y="2979"/>
                </a:lnTo>
                <a:lnTo>
                  <a:pt x="2169" y="2979"/>
                </a:lnTo>
                <a:lnTo>
                  <a:pt x="2168" y="2979"/>
                </a:lnTo>
                <a:lnTo>
                  <a:pt x="2167" y="2979"/>
                </a:lnTo>
                <a:lnTo>
                  <a:pt x="2166" y="2979"/>
                </a:lnTo>
                <a:lnTo>
                  <a:pt x="2167" y="2979"/>
                </a:lnTo>
                <a:lnTo>
                  <a:pt x="2167" y="2978"/>
                </a:lnTo>
                <a:lnTo>
                  <a:pt x="2167" y="2979"/>
                </a:lnTo>
                <a:lnTo>
                  <a:pt x="2166" y="2979"/>
                </a:lnTo>
                <a:lnTo>
                  <a:pt x="2166" y="2978"/>
                </a:lnTo>
                <a:lnTo>
                  <a:pt x="2167" y="2978"/>
                </a:lnTo>
                <a:lnTo>
                  <a:pt x="2167" y="2977"/>
                </a:lnTo>
                <a:lnTo>
                  <a:pt x="2167" y="2976"/>
                </a:lnTo>
                <a:lnTo>
                  <a:pt x="2168" y="2976"/>
                </a:lnTo>
                <a:lnTo>
                  <a:pt x="2168" y="2975"/>
                </a:lnTo>
                <a:lnTo>
                  <a:pt x="2168" y="2974"/>
                </a:lnTo>
                <a:lnTo>
                  <a:pt x="2169" y="2974"/>
                </a:lnTo>
                <a:lnTo>
                  <a:pt x="2168" y="2974"/>
                </a:lnTo>
                <a:lnTo>
                  <a:pt x="2169" y="2974"/>
                </a:lnTo>
                <a:lnTo>
                  <a:pt x="2169" y="2973"/>
                </a:lnTo>
                <a:lnTo>
                  <a:pt x="2169" y="2972"/>
                </a:lnTo>
                <a:lnTo>
                  <a:pt x="2169" y="2971"/>
                </a:lnTo>
                <a:lnTo>
                  <a:pt x="2169" y="2970"/>
                </a:lnTo>
                <a:lnTo>
                  <a:pt x="2169" y="2969"/>
                </a:lnTo>
                <a:lnTo>
                  <a:pt x="2169" y="2968"/>
                </a:lnTo>
                <a:lnTo>
                  <a:pt x="2169" y="2967"/>
                </a:lnTo>
                <a:lnTo>
                  <a:pt x="2170" y="2967"/>
                </a:lnTo>
                <a:lnTo>
                  <a:pt x="2170" y="2966"/>
                </a:lnTo>
                <a:lnTo>
                  <a:pt x="2169" y="2966"/>
                </a:lnTo>
                <a:lnTo>
                  <a:pt x="2169" y="2965"/>
                </a:lnTo>
                <a:lnTo>
                  <a:pt x="2170" y="2965"/>
                </a:lnTo>
                <a:lnTo>
                  <a:pt x="2170" y="2964"/>
                </a:lnTo>
                <a:lnTo>
                  <a:pt x="2170" y="2963"/>
                </a:lnTo>
                <a:lnTo>
                  <a:pt x="2170" y="2962"/>
                </a:lnTo>
                <a:lnTo>
                  <a:pt x="2170" y="2961"/>
                </a:lnTo>
                <a:lnTo>
                  <a:pt x="2170" y="2959"/>
                </a:lnTo>
                <a:lnTo>
                  <a:pt x="2170" y="2958"/>
                </a:lnTo>
                <a:lnTo>
                  <a:pt x="2170" y="2957"/>
                </a:lnTo>
                <a:lnTo>
                  <a:pt x="2170" y="2956"/>
                </a:lnTo>
                <a:lnTo>
                  <a:pt x="2171" y="2956"/>
                </a:lnTo>
                <a:lnTo>
                  <a:pt x="2170" y="2956"/>
                </a:lnTo>
                <a:lnTo>
                  <a:pt x="2170" y="2955"/>
                </a:lnTo>
                <a:lnTo>
                  <a:pt x="2170" y="2954"/>
                </a:lnTo>
                <a:lnTo>
                  <a:pt x="2170" y="2953"/>
                </a:lnTo>
                <a:lnTo>
                  <a:pt x="2170" y="2952"/>
                </a:lnTo>
                <a:lnTo>
                  <a:pt x="2170" y="2951"/>
                </a:lnTo>
                <a:lnTo>
                  <a:pt x="2170" y="2950"/>
                </a:lnTo>
                <a:lnTo>
                  <a:pt x="2170" y="2949"/>
                </a:lnTo>
                <a:lnTo>
                  <a:pt x="2169" y="2949"/>
                </a:lnTo>
                <a:lnTo>
                  <a:pt x="2168" y="2949"/>
                </a:lnTo>
                <a:lnTo>
                  <a:pt x="2168" y="2948"/>
                </a:lnTo>
                <a:lnTo>
                  <a:pt x="2169" y="2947"/>
                </a:lnTo>
                <a:lnTo>
                  <a:pt x="2170" y="2947"/>
                </a:lnTo>
                <a:lnTo>
                  <a:pt x="2170" y="2946"/>
                </a:lnTo>
                <a:lnTo>
                  <a:pt x="2170" y="2945"/>
                </a:lnTo>
                <a:lnTo>
                  <a:pt x="2171" y="2945"/>
                </a:lnTo>
                <a:lnTo>
                  <a:pt x="2172" y="2945"/>
                </a:lnTo>
                <a:lnTo>
                  <a:pt x="2173" y="2945"/>
                </a:lnTo>
                <a:lnTo>
                  <a:pt x="2173" y="2944"/>
                </a:lnTo>
                <a:lnTo>
                  <a:pt x="2174" y="2944"/>
                </a:lnTo>
                <a:lnTo>
                  <a:pt x="2175" y="2944"/>
                </a:lnTo>
                <a:lnTo>
                  <a:pt x="2175" y="2943"/>
                </a:lnTo>
                <a:lnTo>
                  <a:pt x="2176" y="2943"/>
                </a:lnTo>
                <a:lnTo>
                  <a:pt x="2177" y="2943"/>
                </a:lnTo>
                <a:lnTo>
                  <a:pt x="2178" y="2943"/>
                </a:lnTo>
                <a:lnTo>
                  <a:pt x="2178" y="2942"/>
                </a:lnTo>
                <a:lnTo>
                  <a:pt x="2178" y="2941"/>
                </a:lnTo>
                <a:lnTo>
                  <a:pt x="2179" y="2941"/>
                </a:lnTo>
                <a:lnTo>
                  <a:pt x="2179" y="2940"/>
                </a:lnTo>
                <a:lnTo>
                  <a:pt x="2180" y="2940"/>
                </a:lnTo>
                <a:lnTo>
                  <a:pt x="2180" y="2939"/>
                </a:lnTo>
                <a:lnTo>
                  <a:pt x="2181" y="2939"/>
                </a:lnTo>
                <a:lnTo>
                  <a:pt x="2182" y="2938"/>
                </a:lnTo>
                <a:lnTo>
                  <a:pt x="2182" y="2937"/>
                </a:lnTo>
                <a:lnTo>
                  <a:pt x="2182" y="2938"/>
                </a:lnTo>
                <a:lnTo>
                  <a:pt x="2183" y="2938"/>
                </a:lnTo>
                <a:lnTo>
                  <a:pt x="2183" y="2939"/>
                </a:lnTo>
                <a:lnTo>
                  <a:pt x="2184" y="2939"/>
                </a:lnTo>
                <a:lnTo>
                  <a:pt x="2185" y="2939"/>
                </a:lnTo>
                <a:lnTo>
                  <a:pt x="2186" y="2939"/>
                </a:lnTo>
                <a:lnTo>
                  <a:pt x="2187" y="2939"/>
                </a:lnTo>
                <a:lnTo>
                  <a:pt x="2188" y="2939"/>
                </a:lnTo>
                <a:lnTo>
                  <a:pt x="2189" y="2939"/>
                </a:lnTo>
                <a:lnTo>
                  <a:pt x="2189" y="2938"/>
                </a:lnTo>
                <a:lnTo>
                  <a:pt x="2190" y="2938"/>
                </a:lnTo>
                <a:lnTo>
                  <a:pt x="2190" y="2937"/>
                </a:lnTo>
                <a:lnTo>
                  <a:pt x="2191" y="2937"/>
                </a:lnTo>
                <a:lnTo>
                  <a:pt x="2191" y="2936"/>
                </a:lnTo>
                <a:lnTo>
                  <a:pt x="2190" y="2936"/>
                </a:lnTo>
                <a:lnTo>
                  <a:pt x="2190" y="2935"/>
                </a:lnTo>
                <a:lnTo>
                  <a:pt x="2190" y="2934"/>
                </a:lnTo>
                <a:lnTo>
                  <a:pt x="2189" y="2934"/>
                </a:lnTo>
                <a:lnTo>
                  <a:pt x="2189" y="2933"/>
                </a:lnTo>
                <a:lnTo>
                  <a:pt x="2188" y="2933"/>
                </a:lnTo>
                <a:lnTo>
                  <a:pt x="2188" y="2934"/>
                </a:lnTo>
                <a:lnTo>
                  <a:pt x="2187" y="2934"/>
                </a:lnTo>
                <a:lnTo>
                  <a:pt x="2187" y="2933"/>
                </a:lnTo>
                <a:lnTo>
                  <a:pt x="2186" y="2933"/>
                </a:lnTo>
                <a:lnTo>
                  <a:pt x="2186" y="2932"/>
                </a:lnTo>
                <a:lnTo>
                  <a:pt x="2185" y="2932"/>
                </a:lnTo>
                <a:lnTo>
                  <a:pt x="2185" y="2931"/>
                </a:lnTo>
                <a:lnTo>
                  <a:pt x="2184" y="2931"/>
                </a:lnTo>
                <a:lnTo>
                  <a:pt x="2184" y="2930"/>
                </a:lnTo>
                <a:lnTo>
                  <a:pt x="2185" y="2930"/>
                </a:lnTo>
                <a:lnTo>
                  <a:pt x="2184" y="2930"/>
                </a:lnTo>
                <a:lnTo>
                  <a:pt x="2185" y="2930"/>
                </a:lnTo>
                <a:lnTo>
                  <a:pt x="2184" y="2930"/>
                </a:lnTo>
                <a:lnTo>
                  <a:pt x="2184" y="2928"/>
                </a:lnTo>
                <a:lnTo>
                  <a:pt x="2185" y="2928"/>
                </a:lnTo>
                <a:lnTo>
                  <a:pt x="2184" y="2928"/>
                </a:lnTo>
                <a:lnTo>
                  <a:pt x="2184" y="2927"/>
                </a:lnTo>
                <a:lnTo>
                  <a:pt x="2185" y="2927"/>
                </a:lnTo>
                <a:lnTo>
                  <a:pt x="2185" y="2926"/>
                </a:lnTo>
                <a:lnTo>
                  <a:pt x="2184" y="2926"/>
                </a:lnTo>
                <a:lnTo>
                  <a:pt x="2184" y="2925"/>
                </a:lnTo>
                <a:lnTo>
                  <a:pt x="2184" y="2924"/>
                </a:lnTo>
                <a:lnTo>
                  <a:pt x="2183" y="2924"/>
                </a:lnTo>
                <a:lnTo>
                  <a:pt x="2184" y="2924"/>
                </a:lnTo>
                <a:lnTo>
                  <a:pt x="2183" y="2924"/>
                </a:lnTo>
                <a:lnTo>
                  <a:pt x="2183" y="2923"/>
                </a:lnTo>
                <a:lnTo>
                  <a:pt x="2183" y="2922"/>
                </a:lnTo>
                <a:lnTo>
                  <a:pt x="2183" y="2921"/>
                </a:lnTo>
                <a:lnTo>
                  <a:pt x="2184" y="2921"/>
                </a:lnTo>
                <a:lnTo>
                  <a:pt x="2183" y="2921"/>
                </a:lnTo>
                <a:lnTo>
                  <a:pt x="2184" y="2921"/>
                </a:lnTo>
                <a:lnTo>
                  <a:pt x="2183" y="2921"/>
                </a:lnTo>
                <a:lnTo>
                  <a:pt x="2184" y="2921"/>
                </a:lnTo>
                <a:lnTo>
                  <a:pt x="2184" y="2920"/>
                </a:lnTo>
                <a:lnTo>
                  <a:pt x="2183" y="2920"/>
                </a:lnTo>
                <a:lnTo>
                  <a:pt x="2184" y="2920"/>
                </a:lnTo>
                <a:lnTo>
                  <a:pt x="2184" y="2919"/>
                </a:lnTo>
                <a:lnTo>
                  <a:pt x="2184" y="2918"/>
                </a:lnTo>
                <a:lnTo>
                  <a:pt x="2184" y="2917"/>
                </a:lnTo>
                <a:lnTo>
                  <a:pt x="2184" y="2916"/>
                </a:lnTo>
                <a:lnTo>
                  <a:pt x="2184" y="2915"/>
                </a:lnTo>
                <a:lnTo>
                  <a:pt x="2184" y="2914"/>
                </a:lnTo>
                <a:lnTo>
                  <a:pt x="2184" y="2913"/>
                </a:lnTo>
                <a:lnTo>
                  <a:pt x="2185" y="2913"/>
                </a:lnTo>
                <a:lnTo>
                  <a:pt x="2186" y="2913"/>
                </a:lnTo>
                <a:lnTo>
                  <a:pt x="2186" y="2912"/>
                </a:lnTo>
                <a:lnTo>
                  <a:pt x="2187" y="2912"/>
                </a:lnTo>
                <a:lnTo>
                  <a:pt x="2187" y="2911"/>
                </a:lnTo>
                <a:lnTo>
                  <a:pt x="2188" y="2911"/>
                </a:lnTo>
                <a:lnTo>
                  <a:pt x="2188" y="2910"/>
                </a:lnTo>
                <a:lnTo>
                  <a:pt x="2189" y="2909"/>
                </a:lnTo>
                <a:lnTo>
                  <a:pt x="2189" y="2908"/>
                </a:lnTo>
                <a:lnTo>
                  <a:pt x="2189" y="2907"/>
                </a:lnTo>
                <a:lnTo>
                  <a:pt x="2190" y="2907"/>
                </a:lnTo>
                <a:lnTo>
                  <a:pt x="2190" y="2906"/>
                </a:lnTo>
                <a:lnTo>
                  <a:pt x="2190" y="2905"/>
                </a:lnTo>
                <a:lnTo>
                  <a:pt x="2191" y="2905"/>
                </a:lnTo>
                <a:lnTo>
                  <a:pt x="2191" y="2904"/>
                </a:lnTo>
                <a:lnTo>
                  <a:pt x="2190" y="2904"/>
                </a:lnTo>
                <a:lnTo>
                  <a:pt x="2191" y="2904"/>
                </a:lnTo>
                <a:lnTo>
                  <a:pt x="2191" y="2903"/>
                </a:lnTo>
                <a:lnTo>
                  <a:pt x="2191" y="2902"/>
                </a:lnTo>
                <a:lnTo>
                  <a:pt x="2191" y="2901"/>
                </a:lnTo>
                <a:lnTo>
                  <a:pt x="2192" y="2901"/>
                </a:lnTo>
                <a:lnTo>
                  <a:pt x="2191" y="2901"/>
                </a:lnTo>
                <a:lnTo>
                  <a:pt x="2192" y="2901"/>
                </a:lnTo>
                <a:lnTo>
                  <a:pt x="2192" y="2900"/>
                </a:lnTo>
                <a:lnTo>
                  <a:pt x="2192" y="2899"/>
                </a:lnTo>
                <a:lnTo>
                  <a:pt x="2192" y="2898"/>
                </a:lnTo>
                <a:lnTo>
                  <a:pt x="2193" y="2898"/>
                </a:lnTo>
                <a:lnTo>
                  <a:pt x="2193" y="2897"/>
                </a:lnTo>
                <a:lnTo>
                  <a:pt x="2193" y="2896"/>
                </a:lnTo>
                <a:lnTo>
                  <a:pt x="2194" y="2896"/>
                </a:lnTo>
                <a:lnTo>
                  <a:pt x="2194" y="2895"/>
                </a:lnTo>
                <a:lnTo>
                  <a:pt x="2194" y="2894"/>
                </a:lnTo>
                <a:lnTo>
                  <a:pt x="2195" y="2894"/>
                </a:lnTo>
                <a:lnTo>
                  <a:pt x="2196" y="2894"/>
                </a:lnTo>
                <a:lnTo>
                  <a:pt x="2196" y="2895"/>
                </a:lnTo>
                <a:lnTo>
                  <a:pt x="2197" y="2895"/>
                </a:lnTo>
                <a:lnTo>
                  <a:pt x="2197" y="2894"/>
                </a:lnTo>
                <a:lnTo>
                  <a:pt x="2197" y="2895"/>
                </a:lnTo>
                <a:lnTo>
                  <a:pt x="2198" y="2895"/>
                </a:lnTo>
                <a:lnTo>
                  <a:pt x="2198" y="2896"/>
                </a:lnTo>
                <a:lnTo>
                  <a:pt x="2198" y="2897"/>
                </a:lnTo>
                <a:lnTo>
                  <a:pt x="2199" y="2897"/>
                </a:lnTo>
                <a:lnTo>
                  <a:pt x="2199" y="2898"/>
                </a:lnTo>
                <a:lnTo>
                  <a:pt x="2200" y="2898"/>
                </a:lnTo>
                <a:lnTo>
                  <a:pt x="2200" y="2899"/>
                </a:lnTo>
                <a:lnTo>
                  <a:pt x="2201" y="2899"/>
                </a:lnTo>
                <a:lnTo>
                  <a:pt x="2201" y="2900"/>
                </a:lnTo>
                <a:lnTo>
                  <a:pt x="2202" y="2900"/>
                </a:lnTo>
                <a:lnTo>
                  <a:pt x="2203" y="2900"/>
                </a:lnTo>
                <a:lnTo>
                  <a:pt x="2203" y="2899"/>
                </a:lnTo>
                <a:lnTo>
                  <a:pt x="2203" y="2900"/>
                </a:lnTo>
                <a:lnTo>
                  <a:pt x="2203" y="2899"/>
                </a:lnTo>
                <a:lnTo>
                  <a:pt x="2204" y="2899"/>
                </a:lnTo>
                <a:lnTo>
                  <a:pt x="2204" y="2900"/>
                </a:lnTo>
                <a:lnTo>
                  <a:pt x="2204" y="2899"/>
                </a:lnTo>
                <a:lnTo>
                  <a:pt x="2205" y="2899"/>
                </a:lnTo>
                <a:lnTo>
                  <a:pt x="2205" y="2898"/>
                </a:lnTo>
                <a:lnTo>
                  <a:pt x="2205" y="2897"/>
                </a:lnTo>
                <a:lnTo>
                  <a:pt x="2206" y="2897"/>
                </a:lnTo>
                <a:lnTo>
                  <a:pt x="2206" y="2896"/>
                </a:lnTo>
                <a:lnTo>
                  <a:pt x="2207" y="2896"/>
                </a:lnTo>
                <a:lnTo>
                  <a:pt x="2207" y="2895"/>
                </a:lnTo>
                <a:lnTo>
                  <a:pt x="2208" y="2895"/>
                </a:lnTo>
                <a:lnTo>
                  <a:pt x="2208" y="2894"/>
                </a:lnTo>
                <a:lnTo>
                  <a:pt x="2209" y="2894"/>
                </a:lnTo>
                <a:lnTo>
                  <a:pt x="2209" y="2893"/>
                </a:lnTo>
                <a:lnTo>
                  <a:pt x="2209" y="2892"/>
                </a:lnTo>
                <a:lnTo>
                  <a:pt x="2209" y="2891"/>
                </a:lnTo>
                <a:lnTo>
                  <a:pt x="2210" y="2891"/>
                </a:lnTo>
                <a:lnTo>
                  <a:pt x="2210" y="2890"/>
                </a:lnTo>
                <a:lnTo>
                  <a:pt x="2211" y="2890"/>
                </a:lnTo>
                <a:lnTo>
                  <a:pt x="2212" y="2890"/>
                </a:lnTo>
                <a:lnTo>
                  <a:pt x="2212" y="2891"/>
                </a:lnTo>
                <a:lnTo>
                  <a:pt x="2212" y="2890"/>
                </a:lnTo>
                <a:lnTo>
                  <a:pt x="2213" y="2890"/>
                </a:lnTo>
                <a:lnTo>
                  <a:pt x="2214" y="2890"/>
                </a:lnTo>
                <a:lnTo>
                  <a:pt x="2215" y="2890"/>
                </a:lnTo>
                <a:lnTo>
                  <a:pt x="2215" y="2889"/>
                </a:lnTo>
                <a:lnTo>
                  <a:pt x="2215" y="2888"/>
                </a:lnTo>
                <a:lnTo>
                  <a:pt x="2216" y="2888"/>
                </a:lnTo>
                <a:lnTo>
                  <a:pt x="2216" y="2887"/>
                </a:lnTo>
                <a:lnTo>
                  <a:pt x="2217" y="2887"/>
                </a:lnTo>
                <a:lnTo>
                  <a:pt x="2217" y="2886"/>
                </a:lnTo>
                <a:lnTo>
                  <a:pt x="2218" y="2886"/>
                </a:lnTo>
                <a:lnTo>
                  <a:pt x="2218" y="2885"/>
                </a:lnTo>
                <a:lnTo>
                  <a:pt x="2218" y="2884"/>
                </a:lnTo>
                <a:lnTo>
                  <a:pt x="2218" y="2883"/>
                </a:lnTo>
                <a:lnTo>
                  <a:pt x="2218" y="2882"/>
                </a:lnTo>
                <a:lnTo>
                  <a:pt x="2218" y="2881"/>
                </a:lnTo>
                <a:lnTo>
                  <a:pt x="2219" y="2881"/>
                </a:lnTo>
                <a:lnTo>
                  <a:pt x="2219" y="2882"/>
                </a:lnTo>
                <a:lnTo>
                  <a:pt x="2220" y="2882"/>
                </a:lnTo>
                <a:lnTo>
                  <a:pt x="2221" y="2882"/>
                </a:lnTo>
                <a:lnTo>
                  <a:pt x="2221" y="2881"/>
                </a:lnTo>
                <a:lnTo>
                  <a:pt x="2222" y="2881"/>
                </a:lnTo>
                <a:lnTo>
                  <a:pt x="2222" y="2880"/>
                </a:lnTo>
                <a:lnTo>
                  <a:pt x="2222" y="2879"/>
                </a:lnTo>
                <a:lnTo>
                  <a:pt x="2223" y="2879"/>
                </a:lnTo>
                <a:lnTo>
                  <a:pt x="2223" y="2878"/>
                </a:lnTo>
                <a:lnTo>
                  <a:pt x="2222" y="2878"/>
                </a:lnTo>
                <a:lnTo>
                  <a:pt x="2222" y="2877"/>
                </a:lnTo>
                <a:lnTo>
                  <a:pt x="2223" y="2877"/>
                </a:lnTo>
                <a:lnTo>
                  <a:pt x="2223" y="2876"/>
                </a:lnTo>
                <a:lnTo>
                  <a:pt x="2223" y="2875"/>
                </a:lnTo>
                <a:lnTo>
                  <a:pt x="2223" y="2874"/>
                </a:lnTo>
                <a:lnTo>
                  <a:pt x="2223" y="2873"/>
                </a:lnTo>
                <a:lnTo>
                  <a:pt x="2222" y="2873"/>
                </a:lnTo>
                <a:lnTo>
                  <a:pt x="2222" y="2872"/>
                </a:lnTo>
                <a:lnTo>
                  <a:pt x="2221" y="2872"/>
                </a:lnTo>
                <a:lnTo>
                  <a:pt x="2221" y="2871"/>
                </a:lnTo>
                <a:lnTo>
                  <a:pt x="2221" y="2870"/>
                </a:lnTo>
                <a:lnTo>
                  <a:pt x="2220" y="2870"/>
                </a:lnTo>
                <a:lnTo>
                  <a:pt x="2220" y="2869"/>
                </a:lnTo>
                <a:lnTo>
                  <a:pt x="2221" y="2869"/>
                </a:lnTo>
                <a:lnTo>
                  <a:pt x="2221" y="2868"/>
                </a:lnTo>
                <a:lnTo>
                  <a:pt x="2222" y="2868"/>
                </a:lnTo>
                <a:lnTo>
                  <a:pt x="2223" y="2868"/>
                </a:lnTo>
                <a:lnTo>
                  <a:pt x="2223" y="2867"/>
                </a:lnTo>
                <a:lnTo>
                  <a:pt x="2223" y="2866"/>
                </a:lnTo>
                <a:lnTo>
                  <a:pt x="2224" y="2866"/>
                </a:lnTo>
                <a:lnTo>
                  <a:pt x="2225" y="2866"/>
                </a:lnTo>
                <a:lnTo>
                  <a:pt x="2225" y="2865"/>
                </a:lnTo>
                <a:lnTo>
                  <a:pt x="2225" y="2864"/>
                </a:lnTo>
                <a:lnTo>
                  <a:pt x="2226" y="2864"/>
                </a:lnTo>
                <a:lnTo>
                  <a:pt x="2226" y="2863"/>
                </a:lnTo>
                <a:lnTo>
                  <a:pt x="2226" y="2862"/>
                </a:lnTo>
                <a:lnTo>
                  <a:pt x="2225" y="2862"/>
                </a:lnTo>
                <a:lnTo>
                  <a:pt x="2225" y="2861"/>
                </a:lnTo>
                <a:lnTo>
                  <a:pt x="2225" y="2860"/>
                </a:lnTo>
                <a:lnTo>
                  <a:pt x="2225" y="2859"/>
                </a:lnTo>
                <a:lnTo>
                  <a:pt x="2224" y="2859"/>
                </a:lnTo>
                <a:lnTo>
                  <a:pt x="2224" y="2858"/>
                </a:lnTo>
                <a:lnTo>
                  <a:pt x="2224" y="2857"/>
                </a:lnTo>
                <a:lnTo>
                  <a:pt x="2225" y="2857"/>
                </a:lnTo>
                <a:lnTo>
                  <a:pt x="2225" y="2858"/>
                </a:lnTo>
                <a:lnTo>
                  <a:pt x="2225" y="2857"/>
                </a:lnTo>
                <a:lnTo>
                  <a:pt x="2225" y="2858"/>
                </a:lnTo>
                <a:lnTo>
                  <a:pt x="2226" y="2858"/>
                </a:lnTo>
                <a:lnTo>
                  <a:pt x="2226" y="2859"/>
                </a:lnTo>
                <a:lnTo>
                  <a:pt x="2227" y="2859"/>
                </a:lnTo>
                <a:lnTo>
                  <a:pt x="2227" y="2858"/>
                </a:lnTo>
                <a:lnTo>
                  <a:pt x="2228" y="2858"/>
                </a:lnTo>
                <a:lnTo>
                  <a:pt x="2228" y="2859"/>
                </a:lnTo>
                <a:lnTo>
                  <a:pt x="2229" y="2859"/>
                </a:lnTo>
                <a:lnTo>
                  <a:pt x="2230" y="2859"/>
                </a:lnTo>
                <a:lnTo>
                  <a:pt x="2231" y="2859"/>
                </a:lnTo>
                <a:lnTo>
                  <a:pt x="2231" y="2860"/>
                </a:lnTo>
                <a:lnTo>
                  <a:pt x="2232" y="2860"/>
                </a:lnTo>
                <a:lnTo>
                  <a:pt x="2232" y="2859"/>
                </a:lnTo>
                <a:lnTo>
                  <a:pt x="2232" y="2860"/>
                </a:lnTo>
                <a:lnTo>
                  <a:pt x="2233" y="2860"/>
                </a:lnTo>
                <a:lnTo>
                  <a:pt x="2233" y="2861"/>
                </a:lnTo>
                <a:lnTo>
                  <a:pt x="2234" y="2861"/>
                </a:lnTo>
                <a:lnTo>
                  <a:pt x="2234" y="2862"/>
                </a:lnTo>
                <a:lnTo>
                  <a:pt x="2235" y="2862"/>
                </a:lnTo>
                <a:lnTo>
                  <a:pt x="2235" y="2863"/>
                </a:lnTo>
                <a:lnTo>
                  <a:pt x="2236" y="2863"/>
                </a:lnTo>
                <a:lnTo>
                  <a:pt x="2236" y="2864"/>
                </a:lnTo>
                <a:lnTo>
                  <a:pt x="2235" y="2864"/>
                </a:lnTo>
                <a:lnTo>
                  <a:pt x="2236" y="2864"/>
                </a:lnTo>
                <a:lnTo>
                  <a:pt x="2236" y="2865"/>
                </a:lnTo>
                <a:lnTo>
                  <a:pt x="2236" y="2866"/>
                </a:lnTo>
                <a:lnTo>
                  <a:pt x="2237" y="2866"/>
                </a:lnTo>
                <a:lnTo>
                  <a:pt x="2237" y="2865"/>
                </a:lnTo>
                <a:lnTo>
                  <a:pt x="2238" y="2865"/>
                </a:lnTo>
                <a:lnTo>
                  <a:pt x="2238" y="2864"/>
                </a:lnTo>
                <a:lnTo>
                  <a:pt x="2239" y="2864"/>
                </a:lnTo>
                <a:lnTo>
                  <a:pt x="2239" y="2863"/>
                </a:lnTo>
                <a:lnTo>
                  <a:pt x="2240" y="2863"/>
                </a:lnTo>
                <a:lnTo>
                  <a:pt x="2240" y="2862"/>
                </a:lnTo>
                <a:lnTo>
                  <a:pt x="2240" y="2863"/>
                </a:lnTo>
                <a:lnTo>
                  <a:pt x="2240" y="2862"/>
                </a:lnTo>
                <a:lnTo>
                  <a:pt x="2241" y="2862"/>
                </a:lnTo>
                <a:lnTo>
                  <a:pt x="2241" y="2863"/>
                </a:lnTo>
                <a:lnTo>
                  <a:pt x="2241" y="2862"/>
                </a:lnTo>
                <a:lnTo>
                  <a:pt x="2242" y="2862"/>
                </a:lnTo>
                <a:lnTo>
                  <a:pt x="2243" y="2862"/>
                </a:lnTo>
                <a:lnTo>
                  <a:pt x="2243" y="2861"/>
                </a:lnTo>
                <a:lnTo>
                  <a:pt x="2243" y="2860"/>
                </a:lnTo>
                <a:lnTo>
                  <a:pt x="2244" y="2860"/>
                </a:lnTo>
                <a:lnTo>
                  <a:pt x="2244" y="2861"/>
                </a:lnTo>
                <a:lnTo>
                  <a:pt x="2245" y="2861"/>
                </a:lnTo>
                <a:lnTo>
                  <a:pt x="2245" y="2860"/>
                </a:lnTo>
                <a:lnTo>
                  <a:pt x="2245" y="2859"/>
                </a:lnTo>
                <a:lnTo>
                  <a:pt x="2246" y="2859"/>
                </a:lnTo>
                <a:lnTo>
                  <a:pt x="2246" y="2858"/>
                </a:lnTo>
                <a:lnTo>
                  <a:pt x="2245" y="2858"/>
                </a:lnTo>
                <a:lnTo>
                  <a:pt x="2246" y="2858"/>
                </a:lnTo>
                <a:lnTo>
                  <a:pt x="2245" y="2858"/>
                </a:lnTo>
                <a:lnTo>
                  <a:pt x="2245" y="2857"/>
                </a:lnTo>
                <a:lnTo>
                  <a:pt x="2246" y="2857"/>
                </a:lnTo>
                <a:lnTo>
                  <a:pt x="2245" y="2857"/>
                </a:lnTo>
                <a:lnTo>
                  <a:pt x="2245" y="2856"/>
                </a:lnTo>
                <a:lnTo>
                  <a:pt x="2246" y="2856"/>
                </a:lnTo>
                <a:lnTo>
                  <a:pt x="2245" y="2856"/>
                </a:lnTo>
                <a:lnTo>
                  <a:pt x="2246" y="2856"/>
                </a:lnTo>
                <a:lnTo>
                  <a:pt x="2246" y="2855"/>
                </a:lnTo>
                <a:lnTo>
                  <a:pt x="2245" y="2855"/>
                </a:lnTo>
                <a:lnTo>
                  <a:pt x="2246" y="2855"/>
                </a:lnTo>
                <a:lnTo>
                  <a:pt x="2246" y="2854"/>
                </a:lnTo>
                <a:lnTo>
                  <a:pt x="2246" y="2853"/>
                </a:lnTo>
                <a:lnTo>
                  <a:pt x="2247" y="2853"/>
                </a:lnTo>
                <a:lnTo>
                  <a:pt x="2247" y="2852"/>
                </a:lnTo>
                <a:lnTo>
                  <a:pt x="2248" y="2852"/>
                </a:lnTo>
                <a:lnTo>
                  <a:pt x="2249" y="2852"/>
                </a:lnTo>
                <a:lnTo>
                  <a:pt x="2250" y="2851"/>
                </a:lnTo>
                <a:lnTo>
                  <a:pt x="2250" y="2852"/>
                </a:lnTo>
                <a:lnTo>
                  <a:pt x="2250" y="2851"/>
                </a:lnTo>
                <a:lnTo>
                  <a:pt x="2250" y="2850"/>
                </a:lnTo>
                <a:lnTo>
                  <a:pt x="2251" y="2850"/>
                </a:lnTo>
                <a:lnTo>
                  <a:pt x="2250" y="2850"/>
                </a:lnTo>
                <a:lnTo>
                  <a:pt x="2251" y="2850"/>
                </a:lnTo>
                <a:lnTo>
                  <a:pt x="2250" y="2850"/>
                </a:lnTo>
                <a:lnTo>
                  <a:pt x="2251" y="2850"/>
                </a:lnTo>
                <a:lnTo>
                  <a:pt x="2251" y="2849"/>
                </a:lnTo>
                <a:lnTo>
                  <a:pt x="2251" y="2848"/>
                </a:lnTo>
                <a:lnTo>
                  <a:pt x="2250" y="2848"/>
                </a:lnTo>
                <a:lnTo>
                  <a:pt x="2250" y="2847"/>
                </a:lnTo>
                <a:lnTo>
                  <a:pt x="2250" y="2846"/>
                </a:lnTo>
                <a:lnTo>
                  <a:pt x="2251" y="2846"/>
                </a:lnTo>
                <a:lnTo>
                  <a:pt x="2251" y="2845"/>
                </a:lnTo>
                <a:lnTo>
                  <a:pt x="2252" y="2845"/>
                </a:lnTo>
                <a:lnTo>
                  <a:pt x="2252" y="2844"/>
                </a:lnTo>
                <a:lnTo>
                  <a:pt x="2252" y="2843"/>
                </a:lnTo>
                <a:lnTo>
                  <a:pt x="2252" y="2842"/>
                </a:lnTo>
                <a:lnTo>
                  <a:pt x="2252" y="2841"/>
                </a:lnTo>
                <a:lnTo>
                  <a:pt x="2252" y="2840"/>
                </a:lnTo>
                <a:lnTo>
                  <a:pt x="2252" y="2841"/>
                </a:lnTo>
                <a:lnTo>
                  <a:pt x="2253" y="2841"/>
                </a:lnTo>
                <a:lnTo>
                  <a:pt x="2253" y="2840"/>
                </a:lnTo>
                <a:lnTo>
                  <a:pt x="2253" y="2839"/>
                </a:lnTo>
                <a:lnTo>
                  <a:pt x="2253" y="2838"/>
                </a:lnTo>
                <a:lnTo>
                  <a:pt x="2254" y="2838"/>
                </a:lnTo>
                <a:lnTo>
                  <a:pt x="2255" y="2838"/>
                </a:lnTo>
                <a:lnTo>
                  <a:pt x="2255" y="2837"/>
                </a:lnTo>
                <a:lnTo>
                  <a:pt x="2256" y="2837"/>
                </a:lnTo>
                <a:lnTo>
                  <a:pt x="2255" y="2837"/>
                </a:lnTo>
                <a:lnTo>
                  <a:pt x="2255" y="2836"/>
                </a:lnTo>
                <a:lnTo>
                  <a:pt x="2256" y="2836"/>
                </a:lnTo>
                <a:lnTo>
                  <a:pt x="2257" y="2836"/>
                </a:lnTo>
                <a:lnTo>
                  <a:pt x="2257" y="2835"/>
                </a:lnTo>
                <a:lnTo>
                  <a:pt x="2258" y="2835"/>
                </a:lnTo>
                <a:lnTo>
                  <a:pt x="2259" y="2835"/>
                </a:lnTo>
                <a:lnTo>
                  <a:pt x="2260" y="2835"/>
                </a:lnTo>
                <a:lnTo>
                  <a:pt x="2260" y="2836"/>
                </a:lnTo>
                <a:lnTo>
                  <a:pt x="2261" y="2836"/>
                </a:lnTo>
                <a:lnTo>
                  <a:pt x="2261" y="2837"/>
                </a:lnTo>
                <a:lnTo>
                  <a:pt x="2262" y="2837"/>
                </a:lnTo>
                <a:lnTo>
                  <a:pt x="2262" y="2838"/>
                </a:lnTo>
                <a:lnTo>
                  <a:pt x="2263" y="2838"/>
                </a:lnTo>
                <a:lnTo>
                  <a:pt x="2264" y="2838"/>
                </a:lnTo>
                <a:lnTo>
                  <a:pt x="2264" y="2839"/>
                </a:lnTo>
                <a:lnTo>
                  <a:pt x="2265" y="2839"/>
                </a:lnTo>
                <a:lnTo>
                  <a:pt x="2266" y="2839"/>
                </a:lnTo>
                <a:lnTo>
                  <a:pt x="2266" y="2840"/>
                </a:lnTo>
                <a:lnTo>
                  <a:pt x="2267" y="2840"/>
                </a:lnTo>
                <a:lnTo>
                  <a:pt x="2267" y="2839"/>
                </a:lnTo>
                <a:lnTo>
                  <a:pt x="2268" y="2839"/>
                </a:lnTo>
                <a:lnTo>
                  <a:pt x="2268" y="2838"/>
                </a:lnTo>
                <a:lnTo>
                  <a:pt x="2269" y="2838"/>
                </a:lnTo>
                <a:lnTo>
                  <a:pt x="2270" y="2838"/>
                </a:lnTo>
                <a:lnTo>
                  <a:pt x="2270" y="2837"/>
                </a:lnTo>
                <a:lnTo>
                  <a:pt x="2270" y="2836"/>
                </a:lnTo>
                <a:lnTo>
                  <a:pt x="2271" y="2836"/>
                </a:lnTo>
                <a:lnTo>
                  <a:pt x="2271" y="2835"/>
                </a:lnTo>
                <a:lnTo>
                  <a:pt x="2272" y="2835"/>
                </a:lnTo>
                <a:lnTo>
                  <a:pt x="2272" y="2834"/>
                </a:lnTo>
                <a:lnTo>
                  <a:pt x="2273" y="2834"/>
                </a:lnTo>
                <a:lnTo>
                  <a:pt x="2272" y="2833"/>
                </a:lnTo>
                <a:lnTo>
                  <a:pt x="2273" y="2833"/>
                </a:lnTo>
                <a:lnTo>
                  <a:pt x="2273" y="2832"/>
                </a:lnTo>
                <a:lnTo>
                  <a:pt x="2272" y="2832"/>
                </a:lnTo>
                <a:lnTo>
                  <a:pt x="2272" y="2831"/>
                </a:lnTo>
                <a:lnTo>
                  <a:pt x="2272" y="2830"/>
                </a:lnTo>
                <a:lnTo>
                  <a:pt x="2272" y="2829"/>
                </a:lnTo>
                <a:lnTo>
                  <a:pt x="2271" y="2829"/>
                </a:lnTo>
                <a:lnTo>
                  <a:pt x="2271" y="2828"/>
                </a:lnTo>
                <a:lnTo>
                  <a:pt x="2271" y="2827"/>
                </a:lnTo>
                <a:lnTo>
                  <a:pt x="2271" y="2826"/>
                </a:lnTo>
                <a:lnTo>
                  <a:pt x="2270" y="2826"/>
                </a:lnTo>
                <a:lnTo>
                  <a:pt x="2270" y="2825"/>
                </a:lnTo>
                <a:lnTo>
                  <a:pt x="2269" y="2825"/>
                </a:lnTo>
                <a:lnTo>
                  <a:pt x="2269" y="2824"/>
                </a:lnTo>
                <a:lnTo>
                  <a:pt x="2268" y="2824"/>
                </a:lnTo>
                <a:lnTo>
                  <a:pt x="2268" y="2823"/>
                </a:lnTo>
                <a:lnTo>
                  <a:pt x="2267" y="2823"/>
                </a:lnTo>
                <a:lnTo>
                  <a:pt x="2267" y="2822"/>
                </a:lnTo>
                <a:lnTo>
                  <a:pt x="2266" y="2822"/>
                </a:lnTo>
                <a:lnTo>
                  <a:pt x="2265" y="2822"/>
                </a:lnTo>
                <a:lnTo>
                  <a:pt x="2264" y="2822"/>
                </a:lnTo>
                <a:lnTo>
                  <a:pt x="2264" y="2821"/>
                </a:lnTo>
                <a:lnTo>
                  <a:pt x="2264" y="2820"/>
                </a:lnTo>
                <a:lnTo>
                  <a:pt x="2264" y="2819"/>
                </a:lnTo>
                <a:lnTo>
                  <a:pt x="2264" y="2818"/>
                </a:lnTo>
                <a:lnTo>
                  <a:pt x="2264" y="2817"/>
                </a:lnTo>
                <a:lnTo>
                  <a:pt x="2263" y="2817"/>
                </a:lnTo>
                <a:lnTo>
                  <a:pt x="2263" y="2816"/>
                </a:lnTo>
                <a:lnTo>
                  <a:pt x="2263" y="2815"/>
                </a:lnTo>
                <a:lnTo>
                  <a:pt x="2263" y="2814"/>
                </a:lnTo>
                <a:lnTo>
                  <a:pt x="2263" y="2813"/>
                </a:lnTo>
                <a:lnTo>
                  <a:pt x="2263" y="2812"/>
                </a:lnTo>
                <a:lnTo>
                  <a:pt x="2262" y="2812"/>
                </a:lnTo>
                <a:lnTo>
                  <a:pt x="2261" y="2812"/>
                </a:lnTo>
                <a:lnTo>
                  <a:pt x="2261" y="2811"/>
                </a:lnTo>
                <a:lnTo>
                  <a:pt x="2262" y="2811"/>
                </a:lnTo>
                <a:lnTo>
                  <a:pt x="2262" y="2810"/>
                </a:lnTo>
                <a:lnTo>
                  <a:pt x="2261" y="2810"/>
                </a:lnTo>
                <a:lnTo>
                  <a:pt x="2262" y="2810"/>
                </a:lnTo>
                <a:lnTo>
                  <a:pt x="2262" y="2809"/>
                </a:lnTo>
                <a:lnTo>
                  <a:pt x="2261" y="2809"/>
                </a:lnTo>
                <a:lnTo>
                  <a:pt x="2261" y="2808"/>
                </a:lnTo>
                <a:lnTo>
                  <a:pt x="2261" y="2807"/>
                </a:lnTo>
                <a:lnTo>
                  <a:pt x="2261" y="2806"/>
                </a:lnTo>
                <a:lnTo>
                  <a:pt x="2261" y="2805"/>
                </a:lnTo>
                <a:lnTo>
                  <a:pt x="2262" y="2805"/>
                </a:lnTo>
                <a:lnTo>
                  <a:pt x="2261" y="2805"/>
                </a:lnTo>
                <a:lnTo>
                  <a:pt x="2261" y="2804"/>
                </a:lnTo>
                <a:lnTo>
                  <a:pt x="2262" y="2804"/>
                </a:lnTo>
                <a:lnTo>
                  <a:pt x="2262" y="2805"/>
                </a:lnTo>
                <a:lnTo>
                  <a:pt x="2263" y="2805"/>
                </a:lnTo>
                <a:lnTo>
                  <a:pt x="2263" y="2806"/>
                </a:lnTo>
                <a:lnTo>
                  <a:pt x="2264" y="2806"/>
                </a:lnTo>
                <a:lnTo>
                  <a:pt x="2264" y="2805"/>
                </a:lnTo>
                <a:lnTo>
                  <a:pt x="2265" y="2805"/>
                </a:lnTo>
                <a:lnTo>
                  <a:pt x="2265" y="2804"/>
                </a:lnTo>
                <a:lnTo>
                  <a:pt x="2266" y="2804"/>
                </a:lnTo>
                <a:lnTo>
                  <a:pt x="2267" y="2804"/>
                </a:lnTo>
                <a:lnTo>
                  <a:pt x="2268" y="2804"/>
                </a:lnTo>
                <a:lnTo>
                  <a:pt x="2268" y="2805"/>
                </a:lnTo>
                <a:lnTo>
                  <a:pt x="2268" y="2806"/>
                </a:lnTo>
                <a:lnTo>
                  <a:pt x="2269" y="2806"/>
                </a:lnTo>
                <a:lnTo>
                  <a:pt x="2269" y="2807"/>
                </a:lnTo>
                <a:lnTo>
                  <a:pt x="2269" y="2808"/>
                </a:lnTo>
                <a:lnTo>
                  <a:pt x="2268" y="2808"/>
                </a:lnTo>
                <a:lnTo>
                  <a:pt x="2268" y="2810"/>
                </a:lnTo>
                <a:lnTo>
                  <a:pt x="2269" y="2810"/>
                </a:lnTo>
                <a:lnTo>
                  <a:pt x="2269" y="2809"/>
                </a:lnTo>
                <a:lnTo>
                  <a:pt x="2270" y="2809"/>
                </a:lnTo>
                <a:lnTo>
                  <a:pt x="2271" y="2809"/>
                </a:lnTo>
                <a:lnTo>
                  <a:pt x="2271" y="2808"/>
                </a:lnTo>
                <a:lnTo>
                  <a:pt x="2272" y="2808"/>
                </a:lnTo>
                <a:lnTo>
                  <a:pt x="2272" y="2807"/>
                </a:lnTo>
                <a:lnTo>
                  <a:pt x="2273" y="2807"/>
                </a:lnTo>
                <a:lnTo>
                  <a:pt x="2273" y="2806"/>
                </a:lnTo>
                <a:lnTo>
                  <a:pt x="2274" y="2806"/>
                </a:lnTo>
                <a:lnTo>
                  <a:pt x="2274" y="2805"/>
                </a:lnTo>
                <a:lnTo>
                  <a:pt x="2273" y="2805"/>
                </a:lnTo>
                <a:lnTo>
                  <a:pt x="2273" y="2804"/>
                </a:lnTo>
                <a:lnTo>
                  <a:pt x="2273" y="2805"/>
                </a:lnTo>
                <a:lnTo>
                  <a:pt x="2273" y="2804"/>
                </a:lnTo>
                <a:lnTo>
                  <a:pt x="2273" y="2803"/>
                </a:lnTo>
                <a:lnTo>
                  <a:pt x="2274" y="2803"/>
                </a:lnTo>
                <a:lnTo>
                  <a:pt x="2274" y="2802"/>
                </a:lnTo>
                <a:lnTo>
                  <a:pt x="2275" y="2802"/>
                </a:lnTo>
                <a:lnTo>
                  <a:pt x="2275" y="2801"/>
                </a:lnTo>
                <a:lnTo>
                  <a:pt x="2275" y="2800"/>
                </a:lnTo>
                <a:lnTo>
                  <a:pt x="2275" y="2799"/>
                </a:lnTo>
                <a:lnTo>
                  <a:pt x="2274" y="2799"/>
                </a:lnTo>
                <a:lnTo>
                  <a:pt x="2274" y="2798"/>
                </a:lnTo>
                <a:lnTo>
                  <a:pt x="2274" y="2797"/>
                </a:lnTo>
                <a:lnTo>
                  <a:pt x="2273" y="2797"/>
                </a:lnTo>
                <a:lnTo>
                  <a:pt x="2273" y="2796"/>
                </a:lnTo>
                <a:lnTo>
                  <a:pt x="2273" y="2795"/>
                </a:lnTo>
                <a:lnTo>
                  <a:pt x="2272" y="2795"/>
                </a:lnTo>
                <a:lnTo>
                  <a:pt x="2272" y="2794"/>
                </a:lnTo>
                <a:lnTo>
                  <a:pt x="2272" y="2795"/>
                </a:lnTo>
                <a:lnTo>
                  <a:pt x="2271" y="2795"/>
                </a:lnTo>
                <a:lnTo>
                  <a:pt x="2270" y="2795"/>
                </a:lnTo>
                <a:lnTo>
                  <a:pt x="2269" y="2795"/>
                </a:lnTo>
                <a:lnTo>
                  <a:pt x="2269" y="2794"/>
                </a:lnTo>
                <a:lnTo>
                  <a:pt x="2270" y="2794"/>
                </a:lnTo>
                <a:lnTo>
                  <a:pt x="2270" y="2793"/>
                </a:lnTo>
                <a:lnTo>
                  <a:pt x="2270" y="2792"/>
                </a:lnTo>
                <a:lnTo>
                  <a:pt x="2270" y="2791"/>
                </a:lnTo>
                <a:lnTo>
                  <a:pt x="2270" y="2790"/>
                </a:lnTo>
                <a:lnTo>
                  <a:pt x="2270" y="2789"/>
                </a:lnTo>
                <a:lnTo>
                  <a:pt x="2271" y="2789"/>
                </a:lnTo>
                <a:lnTo>
                  <a:pt x="2271" y="2788"/>
                </a:lnTo>
                <a:lnTo>
                  <a:pt x="2270" y="2788"/>
                </a:lnTo>
                <a:lnTo>
                  <a:pt x="2271" y="2788"/>
                </a:lnTo>
                <a:lnTo>
                  <a:pt x="2271" y="2787"/>
                </a:lnTo>
                <a:lnTo>
                  <a:pt x="2272" y="2787"/>
                </a:lnTo>
                <a:lnTo>
                  <a:pt x="2272" y="2786"/>
                </a:lnTo>
                <a:lnTo>
                  <a:pt x="2273" y="2786"/>
                </a:lnTo>
                <a:lnTo>
                  <a:pt x="2273" y="2785"/>
                </a:lnTo>
                <a:lnTo>
                  <a:pt x="2274" y="2785"/>
                </a:lnTo>
                <a:lnTo>
                  <a:pt x="2274" y="2784"/>
                </a:lnTo>
                <a:lnTo>
                  <a:pt x="2275" y="2784"/>
                </a:lnTo>
                <a:lnTo>
                  <a:pt x="2275" y="2783"/>
                </a:lnTo>
                <a:lnTo>
                  <a:pt x="2275" y="2782"/>
                </a:lnTo>
                <a:lnTo>
                  <a:pt x="2274" y="2782"/>
                </a:lnTo>
                <a:lnTo>
                  <a:pt x="2274" y="2781"/>
                </a:lnTo>
                <a:lnTo>
                  <a:pt x="2275" y="2781"/>
                </a:lnTo>
                <a:lnTo>
                  <a:pt x="2275" y="2780"/>
                </a:lnTo>
                <a:lnTo>
                  <a:pt x="2276" y="2780"/>
                </a:lnTo>
                <a:lnTo>
                  <a:pt x="2276" y="2779"/>
                </a:lnTo>
                <a:lnTo>
                  <a:pt x="2276" y="2778"/>
                </a:lnTo>
                <a:lnTo>
                  <a:pt x="2276" y="2777"/>
                </a:lnTo>
                <a:lnTo>
                  <a:pt x="2276" y="2776"/>
                </a:lnTo>
                <a:lnTo>
                  <a:pt x="2276" y="2775"/>
                </a:lnTo>
                <a:lnTo>
                  <a:pt x="2276" y="2774"/>
                </a:lnTo>
                <a:lnTo>
                  <a:pt x="2276" y="2773"/>
                </a:lnTo>
                <a:lnTo>
                  <a:pt x="2276" y="2772"/>
                </a:lnTo>
                <a:lnTo>
                  <a:pt x="2276" y="2771"/>
                </a:lnTo>
                <a:lnTo>
                  <a:pt x="2276" y="2770"/>
                </a:lnTo>
                <a:lnTo>
                  <a:pt x="2277" y="2770"/>
                </a:lnTo>
                <a:lnTo>
                  <a:pt x="2277" y="2769"/>
                </a:lnTo>
                <a:lnTo>
                  <a:pt x="2277" y="2768"/>
                </a:lnTo>
                <a:lnTo>
                  <a:pt x="2276" y="2768"/>
                </a:lnTo>
                <a:lnTo>
                  <a:pt x="2276" y="2767"/>
                </a:lnTo>
                <a:lnTo>
                  <a:pt x="2277" y="2767"/>
                </a:lnTo>
                <a:lnTo>
                  <a:pt x="2277" y="2766"/>
                </a:lnTo>
                <a:lnTo>
                  <a:pt x="2277" y="2765"/>
                </a:lnTo>
                <a:lnTo>
                  <a:pt x="2277" y="2764"/>
                </a:lnTo>
                <a:lnTo>
                  <a:pt x="2277" y="2763"/>
                </a:lnTo>
                <a:lnTo>
                  <a:pt x="2277" y="2762"/>
                </a:lnTo>
                <a:lnTo>
                  <a:pt x="2277" y="2761"/>
                </a:lnTo>
                <a:lnTo>
                  <a:pt x="2278" y="2761"/>
                </a:lnTo>
                <a:lnTo>
                  <a:pt x="2278" y="2760"/>
                </a:lnTo>
                <a:lnTo>
                  <a:pt x="2279" y="2760"/>
                </a:lnTo>
                <a:lnTo>
                  <a:pt x="2279" y="2759"/>
                </a:lnTo>
                <a:lnTo>
                  <a:pt x="2279" y="2758"/>
                </a:lnTo>
                <a:lnTo>
                  <a:pt x="2279" y="2757"/>
                </a:lnTo>
                <a:lnTo>
                  <a:pt x="2279" y="2756"/>
                </a:lnTo>
                <a:lnTo>
                  <a:pt x="2279" y="2755"/>
                </a:lnTo>
                <a:lnTo>
                  <a:pt x="2279" y="2754"/>
                </a:lnTo>
                <a:lnTo>
                  <a:pt x="2278" y="2754"/>
                </a:lnTo>
                <a:lnTo>
                  <a:pt x="2278" y="2753"/>
                </a:lnTo>
                <a:lnTo>
                  <a:pt x="2278" y="2752"/>
                </a:lnTo>
                <a:lnTo>
                  <a:pt x="2278" y="2751"/>
                </a:lnTo>
                <a:lnTo>
                  <a:pt x="2277" y="2751"/>
                </a:lnTo>
                <a:lnTo>
                  <a:pt x="2278" y="2751"/>
                </a:lnTo>
                <a:lnTo>
                  <a:pt x="2278" y="2750"/>
                </a:lnTo>
                <a:lnTo>
                  <a:pt x="2278" y="2749"/>
                </a:lnTo>
                <a:lnTo>
                  <a:pt x="2278" y="2748"/>
                </a:lnTo>
                <a:lnTo>
                  <a:pt x="2278" y="2749"/>
                </a:lnTo>
                <a:lnTo>
                  <a:pt x="2277" y="2749"/>
                </a:lnTo>
                <a:lnTo>
                  <a:pt x="2277" y="2748"/>
                </a:lnTo>
                <a:lnTo>
                  <a:pt x="2276" y="2748"/>
                </a:lnTo>
                <a:lnTo>
                  <a:pt x="2276" y="2747"/>
                </a:lnTo>
                <a:lnTo>
                  <a:pt x="2276" y="2746"/>
                </a:lnTo>
                <a:lnTo>
                  <a:pt x="2276" y="2745"/>
                </a:lnTo>
                <a:lnTo>
                  <a:pt x="2277" y="2744"/>
                </a:lnTo>
                <a:lnTo>
                  <a:pt x="2277" y="2743"/>
                </a:lnTo>
                <a:lnTo>
                  <a:pt x="2277" y="2742"/>
                </a:lnTo>
                <a:lnTo>
                  <a:pt x="2277" y="2741"/>
                </a:lnTo>
                <a:lnTo>
                  <a:pt x="2277" y="2740"/>
                </a:lnTo>
                <a:lnTo>
                  <a:pt x="2277" y="2739"/>
                </a:lnTo>
                <a:lnTo>
                  <a:pt x="2277" y="2738"/>
                </a:lnTo>
                <a:lnTo>
                  <a:pt x="2277" y="2737"/>
                </a:lnTo>
                <a:lnTo>
                  <a:pt x="2278" y="2737"/>
                </a:lnTo>
                <a:lnTo>
                  <a:pt x="2277" y="2737"/>
                </a:lnTo>
                <a:lnTo>
                  <a:pt x="2277" y="2736"/>
                </a:lnTo>
                <a:lnTo>
                  <a:pt x="2277" y="2735"/>
                </a:lnTo>
                <a:lnTo>
                  <a:pt x="2276" y="2735"/>
                </a:lnTo>
                <a:lnTo>
                  <a:pt x="2276" y="2734"/>
                </a:lnTo>
                <a:lnTo>
                  <a:pt x="2275" y="2734"/>
                </a:lnTo>
                <a:lnTo>
                  <a:pt x="2275" y="2733"/>
                </a:lnTo>
                <a:lnTo>
                  <a:pt x="2275" y="2732"/>
                </a:lnTo>
                <a:lnTo>
                  <a:pt x="2275" y="2731"/>
                </a:lnTo>
                <a:lnTo>
                  <a:pt x="2276" y="2731"/>
                </a:lnTo>
                <a:lnTo>
                  <a:pt x="2276" y="2730"/>
                </a:lnTo>
                <a:lnTo>
                  <a:pt x="2277" y="2730"/>
                </a:lnTo>
                <a:lnTo>
                  <a:pt x="2277" y="2729"/>
                </a:lnTo>
                <a:lnTo>
                  <a:pt x="2277" y="2728"/>
                </a:lnTo>
                <a:lnTo>
                  <a:pt x="2277" y="2727"/>
                </a:lnTo>
                <a:lnTo>
                  <a:pt x="2277" y="2726"/>
                </a:lnTo>
                <a:lnTo>
                  <a:pt x="2277" y="2725"/>
                </a:lnTo>
                <a:lnTo>
                  <a:pt x="2276" y="2725"/>
                </a:lnTo>
                <a:lnTo>
                  <a:pt x="2277" y="2725"/>
                </a:lnTo>
                <a:lnTo>
                  <a:pt x="2276" y="2725"/>
                </a:lnTo>
                <a:lnTo>
                  <a:pt x="2276" y="2724"/>
                </a:lnTo>
                <a:lnTo>
                  <a:pt x="2276" y="2723"/>
                </a:lnTo>
                <a:lnTo>
                  <a:pt x="2276" y="2722"/>
                </a:lnTo>
                <a:lnTo>
                  <a:pt x="2276" y="2721"/>
                </a:lnTo>
                <a:lnTo>
                  <a:pt x="2275" y="2721"/>
                </a:lnTo>
                <a:lnTo>
                  <a:pt x="2275" y="2720"/>
                </a:lnTo>
                <a:lnTo>
                  <a:pt x="2275" y="2719"/>
                </a:lnTo>
                <a:lnTo>
                  <a:pt x="2276" y="2719"/>
                </a:lnTo>
                <a:lnTo>
                  <a:pt x="2276" y="2718"/>
                </a:lnTo>
                <a:lnTo>
                  <a:pt x="2276" y="2717"/>
                </a:lnTo>
                <a:lnTo>
                  <a:pt x="2275" y="2717"/>
                </a:lnTo>
                <a:lnTo>
                  <a:pt x="2275" y="2716"/>
                </a:lnTo>
                <a:lnTo>
                  <a:pt x="2276" y="2716"/>
                </a:lnTo>
                <a:lnTo>
                  <a:pt x="2276" y="2715"/>
                </a:lnTo>
                <a:lnTo>
                  <a:pt x="2277" y="2715"/>
                </a:lnTo>
                <a:lnTo>
                  <a:pt x="2278" y="2715"/>
                </a:lnTo>
                <a:lnTo>
                  <a:pt x="2278" y="2714"/>
                </a:lnTo>
                <a:lnTo>
                  <a:pt x="2278" y="2713"/>
                </a:lnTo>
                <a:lnTo>
                  <a:pt x="2278" y="2712"/>
                </a:lnTo>
                <a:lnTo>
                  <a:pt x="2278" y="2711"/>
                </a:lnTo>
                <a:lnTo>
                  <a:pt x="2277" y="2711"/>
                </a:lnTo>
                <a:lnTo>
                  <a:pt x="2276" y="2710"/>
                </a:lnTo>
                <a:lnTo>
                  <a:pt x="2276" y="2709"/>
                </a:lnTo>
                <a:lnTo>
                  <a:pt x="2275" y="2709"/>
                </a:lnTo>
                <a:lnTo>
                  <a:pt x="2275" y="2710"/>
                </a:lnTo>
                <a:lnTo>
                  <a:pt x="2274" y="2710"/>
                </a:lnTo>
                <a:lnTo>
                  <a:pt x="2273" y="2710"/>
                </a:lnTo>
                <a:lnTo>
                  <a:pt x="2273" y="2709"/>
                </a:lnTo>
                <a:lnTo>
                  <a:pt x="2273" y="2708"/>
                </a:lnTo>
                <a:lnTo>
                  <a:pt x="2273" y="2707"/>
                </a:lnTo>
                <a:lnTo>
                  <a:pt x="2273" y="2706"/>
                </a:lnTo>
                <a:lnTo>
                  <a:pt x="2273" y="2705"/>
                </a:lnTo>
                <a:lnTo>
                  <a:pt x="2273" y="2704"/>
                </a:lnTo>
                <a:lnTo>
                  <a:pt x="2273" y="2703"/>
                </a:lnTo>
                <a:lnTo>
                  <a:pt x="2273" y="2702"/>
                </a:lnTo>
                <a:lnTo>
                  <a:pt x="2273" y="2701"/>
                </a:lnTo>
                <a:lnTo>
                  <a:pt x="2273" y="2700"/>
                </a:lnTo>
                <a:lnTo>
                  <a:pt x="2272" y="2700"/>
                </a:lnTo>
                <a:lnTo>
                  <a:pt x="2272" y="2699"/>
                </a:lnTo>
                <a:lnTo>
                  <a:pt x="2273" y="2699"/>
                </a:lnTo>
                <a:lnTo>
                  <a:pt x="2272" y="2699"/>
                </a:lnTo>
                <a:lnTo>
                  <a:pt x="2272" y="2698"/>
                </a:lnTo>
                <a:lnTo>
                  <a:pt x="2272" y="2697"/>
                </a:lnTo>
                <a:lnTo>
                  <a:pt x="2271" y="2697"/>
                </a:lnTo>
                <a:lnTo>
                  <a:pt x="2271" y="2696"/>
                </a:lnTo>
                <a:lnTo>
                  <a:pt x="2272" y="2696"/>
                </a:lnTo>
                <a:lnTo>
                  <a:pt x="2272" y="2695"/>
                </a:lnTo>
                <a:lnTo>
                  <a:pt x="2272" y="2694"/>
                </a:lnTo>
                <a:lnTo>
                  <a:pt x="2273" y="2694"/>
                </a:lnTo>
                <a:lnTo>
                  <a:pt x="2274" y="2694"/>
                </a:lnTo>
                <a:lnTo>
                  <a:pt x="2274" y="2693"/>
                </a:lnTo>
                <a:lnTo>
                  <a:pt x="2273" y="2693"/>
                </a:lnTo>
                <a:lnTo>
                  <a:pt x="2274" y="2693"/>
                </a:lnTo>
                <a:lnTo>
                  <a:pt x="2274" y="2692"/>
                </a:lnTo>
                <a:lnTo>
                  <a:pt x="2275" y="2692"/>
                </a:lnTo>
                <a:lnTo>
                  <a:pt x="2275" y="2691"/>
                </a:lnTo>
                <a:lnTo>
                  <a:pt x="2274" y="2691"/>
                </a:lnTo>
                <a:lnTo>
                  <a:pt x="2273" y="2691"/>
                </a:lnTo>
                <a:lnTo>
                  <a:pt x="2273" y="2690"/>
                </a:lnTo>
                <a:lnTo>
                  <a:pt x="2274" y="2690"/>
                </a:lnTo>
                <a:lnTo>
                  <a:pt x="2273" y="2690"/>
                </a:lnTo>
                <a:lnTo>
                  <a:pt x="2273" y="2689"/>
                </a:lnTo>
                <a:lnTo>
                  <a:pt x="2274" y="2689"/>
                </a:lnTo>
                <a:lnTo>
                  <a:pt x="2274" y="2688"/>
                </a:lnTo>
                <a:lnTo>
                  <a:pt x="2275" y="2688"/>
                </a:lnTo>
                <a:lnTo>
                  <a:pt x="2275" y="2687"/>
                </a:lnTo>
                <a:lnTo>
                  <a:pt x="2275" y="2686"/>
                </a:lnTo>
                <a:lnTo>
                  <a:pt x="2275" y="2685"/>
                </a:lnTo>
                <a:lnTo>
                  <a:pt x="2275" y="2684"/>
                </a:lnTo>
                <a:lnTo>
                  <a:pt x="2276" y="2684"/>
                </a:lnTo>
                <a:lnTo>
                  <a:pt x="2275" y="2684"/>
                </a:lnTo>
                <a:lnTo>
                  <a:pt x="2276" y="2684"/>
                </a:lnTo>
                <a:lnTo>
                  <a:pt x="2276" y="2683"/>
                </a:lnTo>
                <a:lnTo>
                  <a:pt x="2275" y="2683"/>
                </a:lnTo>
                <a:lnTo>
                  <a:pt x="2275" y="2682"/>
                </a:lnTo>
                <a:lnTo>
                  <a:pt x="2275" y="2681"/>
                </a:lnTo>
                <a:lnTo>
                  <a:pt x="2274" y="2681"/>
                </a:lnTo>
                <a:lnTo>
                  <a:pt x="2273" y="2681"/>
                </a:lnTo>
                <a:lnTo>
                  <a:pt x="2273" y="2680"/>
                </a:lnTo>
                <a:lnTo>
                  <a:pt x="2272" y="2680"/>
                </a:lnTo>
                <a:lnTo>
                  <a:pt x="2272" y="2679"/>
                </a:lnTo>
                <a:lnTo>
                  <a:pt x="2272" y="2678"/>
                </a:lnTo>
                <a:lnTo>
                  <a:pt x="2272" y="2676"/>
                </a:lnTo>
                <a:lnTo>
                  <a:pt x="2272" y="2675"/>
                </a:lnTo>
                <a:lnTo>
                  <a:pt x="2272" y="2674"/>
                </a:lnTo>
                <a:lnTo>
                  <a:pt x="2271" y="2674"/>
                </a:lnTo>
                <a:lnTo>
                  <a:pt x="2271" y="2673"/>
                </a:lnTo>
                <a:lnTo>
                  <a:pt x="2271" y="2672"/>
                </a:lnTo>
                <a:lnTo>
                  <a:pt x="2271" y="2671"/>
                </a:lnTo>
                <a:lnTo>
                  <a:pt x="2272" y="2671"/>
                </a:lnTo>
                <a:lnTo>
                  <a:pt x="2272" y="2670"/>
                </a:lnTo>
                <a:lnTo>
                  <a:pt x="2272" y="2669"/>
                </a:lnTo>
                <a:lnTo>
                  <a:pt x="2272" y="2668"/>
                </a:lnTo>
                <a:lnTo>
                  <a:pt x="2271" y="2668"/>
                </a:lnTo>
                <a:lnTo>
                  <a:pt x="2271" y="2667"/>
                </a:lnTo>
                <a:lnTo>
                  <a:pt x="2271" y="2666"/>
                </a:lnTo>
                <a:lnTo>
                  <a:pt x="2271" y="2665"/>
                </a:lnTo>
                <a:lnTo>
                  <a:pt x="2271" y="2664"/>
                </a:lnTo>
                <a:lnTo>
                  <a:pt x="2272" y="2664"/>
                </a:lnTo>
                <a:lnTo>
                  <a:pt x="2272" y="2663"/>
                </a:lnTo>
                <a:lnTo>
                  <a:pt x="2272" y="2662"/>
                </a:lnTo>
                <a:lnTo>
                  <a:pt x="2272" y="2661"/>
                </a:lnTo>
                <a:lnTo>
                  <a:pt x="2272" y="2660"/>
                </a:lnTo>
                <a:lnTo>
                  <a:pt x="2273" y="2660"/>
                </a:lnTo>
                <a:lnTo>
                  <a:pt x="2272" y="2660"/>
                </a:lnTo>
                <a:lnTo>
                  <a:pt x="2272" y="2659"/>
                </a:lnTo>
                <a:lnTo>
                  <a:pt x="2271" y="2659"/>
                </a:lnTo>
                <a:lnTo>
                  <a:pt x="2270" y="2659"/>
                </a:lnTo>
                <a:lnTo>
                  <a:pt x="2270" y="2658"/>
                </a:lnTo>
                <a:lnTo>
                  <a:pt x="2270" y="2657"/>
                </a:lnTo>
                <a:lnTo>
                  <a:pt x="2269" y="2657"/>
                </a:lnTo>
                <a:lnTo>
                  <a:pt x="2268" y="2657"/>
                </a:lnTo>
                <a:lnTo>
                  <a:pt x="2268" y="2658"/>
                </a:lnTo>
                <a:lnTo>
                  <a:pt x="2268" y="2659"/>
                </a:lnTo>
                <a:lnTo>
                  <a:pt x="2267" y="2659"/>
                </a:lnTo>
                <a:lnTo>
                  <a:pt x="2266" y="2659"/>
                </a:lnTo>
                <a:lnTo>
                  <a:pt x="2266" y="2658"/>
                </a:lnTo>
                <a:lnTo>
                  <a:pt x="2265" y="2658"/>
                </a:lnTo>
                <a:lnTo>
                  <a:pt x="2264" y="2658"/>
                </a:lnTo>
                <a:lnTo>
                  <a:pt x="2263" y="2658"/>
                </a:lnTo>
                <a:lnTo>
                  <a:pt x="2263" y="2659"/>
                </a:lnTo>
                <a:lnTo>
                  <a:pt x="2262" y="2659"/>
                </a:lnTo>
                <a:lnTo>
                  <a:pt x="2261" y="2659"/>
                </a:lnTo>
                <a:lnTo>
                  <a:pt x="2261" y="2658"/>
                </a:lnTo>
                <a:lnTo>
                  <a:pt x="2262" y="2658"/>
                </a:lnTo>
                <a:lnTo>
                  <a:pt x="2261" y="2658"/>
                </a:lnTo>
                <a:lnTo>
                  <a:pt x="2262" y="2658"/>
                </a:lnTo>
                <a:lnTo>
                  <a:pt x="2261" y="2658"/>
                </a:lnTo>
                <a:lnTo>
                  <a:pt x="2261" y="2657"/>
                </a:lnTo>
                <a:lnTo>
                  <a:pt x="2262" y="2657"/>
                </a:lnTo>
                <a:lnTo>
                  <a:pt x="2262" y="2656"/>
                </a:lnTo>
                <a:lnTo>
                  <a:pt x="2261" y="2656"/>
                </a:lnTo>
                <a:lnTo>
                  <a:pt x="2261" y="2655"/>
                </a:lnTo>
                <a:lnTo>
                  <a:pt x="2261" y="2654"/>
                </a:lnTo>
                <a:lnTo>
                  <a:pt x="2260" y="2654"/>
                </a:lnTo>
                <a:lnTo>
                  <a:pt x="2260" y="2653"/>
                </a:lnTo>
                <a:lnTo>
                  <a:pt x="2260" y="2652"/>
                </a:lnTo>
                <a:lnTo>
                  <a:pt x="2260" y="2651"/>
                </a:lnTo>
                <a:lnTo>
                  <a:pt x="2259" y="2651"/>
                </a:lnTo>
                <a:lnTo>
                  <a:pt x="2258" y="2651"/>
                </a:lnTo>
                <a:lnTo>
                  <a:pt x="2258" y="2652"/>
                </a:lnTo>
                <a:lnTo>
                  <a:pt x="2257" y="2652"/>
                </a:lnTo>
                <a:lnTo>
                  <a:pt x="2257" y="2653"/>
                </a:lnTo>
                <a:lnTo>
                  <a:pt x="2256" y="2653"/>
                </a:lnTo>
                <a:lnTo>
                  <a:pt x="2255" y="2653"/>
                </a:lnTo>
                <a:lnTo>
                  <a:pt x="2255" y="2652"/>
                </a:lnTo>
                <a:lnTo>
                  <a:pt x="2254" y="2652"/>
                </a:lnTo>
                <a:lnTo>
                  <a:pt x="2253" y="2652"/>
                </a:lnTo>
                <a:lnTo>
                  <a:pt x="2252" y="2652"/>
                </a:lnTo>
                <a:lnTo>
                  <a:pt x="2251" y="2652"/>
                </a:lnTo>
                <a:lnTo>
                  <a:pt x="2251" y="2651"/>
                </a:lnTo>
                <a:lnTo>
                  <a:pt x="2250" y="2651"/>
                </a:lnTo>
                <a:lnTo>
                  <a:pt x="2250" y="2650"/>
                </a:lnTo>
                <a:lnTo>
                  <a:pt x="2250" y="2649"/>
                </a:lnTo>
                <a:lnTo>
                  <a:pt x="2249" y="2649"/>
                </a:lnTo>
                <a:lnTo>
                  <a:pt x="2248" y="2649"/>
                </a:lnTo>
                <a:lnTo>
                  <a:pt x="2248" y="2650"/>
                </a:lnTo>
                <a:lnTo>
                  <a:pt x="2248" y="2651"/>
                </a:lnTo>
                <a:lnTo>
                  <a:pt x="2248" y="2652"/>
                </a:lnTo>
                <a:lnTo>
                  <a:pt x="2248" y="2653"/>
                </a:lnTo>
                <a:lnTo>
                  <a:pt x="2248" y="2654"/>
                </a:lnTo>
                <a:lnTo>
                  <a:pt x="2248" y="2655"/>
                </a:lnTo>
                <a:lnTo>
                  <a:pt x="2248" y="2656"/>
                </a:lnTo>
                <a:lnTo>
                  <a:pt x="2248" y="2657"/>
                </a:lnTo>
                <a:lnTo>
                  <a:pt x="2248" y="2658"/>
                </a:lnTo>
                <a:lnTo>
                  <a:pt x="2248" y="2659"/>
                </a:lnTo>
                <a:lnTo>
                  <a:pt x="2248" y="2660"/>
                </a:lnTo>
                <a:lnTo>
                  <a:pt x="2248" y="2661"/>
                </a:lnTo>
                <a:lnTo>
                  <a:pt x="2247" y="2661"/>
                </a:lnTo>
                <a:lnTo>
                  <a:pt x="2246" y="2661"/>
                </a:lnTo>
                <a:lnTo>
                  <a:pt x="2245" y="2661"/>
                </a:lnTo>
                <a:lnTo>
                  <a:pt x="2245" y="2662"/>
                </a:lnTo>
                <a:lnTo>
                  <a:pt x="2245" y="2663"/>
                </a:lnTo>
                <a:lnTo>
                  <a:pt x="2244" y="2663"/>
                </a:lnTo>
                <a:lnTo>
                  <a:pt x="2245" y="2663"/>
                </a:lnTo>
                <a:lnTo>
                  <a:pt x="2244" y="2663"/>
                </a:lnTo>
                <a:lnTo>
                  <a:pt x="2244" y="2664"/>
                </a:lnTo>
                <a:lnTo>
                  <a:pt x="2243" y="2664"/>
                </a:lnTo>
                <a:lnTo>
                  <a:pt x="2243" y="2665"/>
                </a:lnTo>
                <a:lnTo>
                  <a:pt x="2242" y="2665"/>
                </a:lnTo>
                <a:lnTo>
                  <a:pt x="2241" y="2665"/>
                </a:lnTo>
                <a:lnTo>
                  <a:pt x="2241" y="2664"/>
                </a:lnTo>
                <a:lnTo>
                  <a:pt x="2240" y="2664"/>
                </a:lnTo>
                <a:lnTo>
                  <a:pt x="2240" y="2665"/>
                </a:lnTo>
                <a:lnTo>
                  <a:pt x="2239" y="2665"/>
                </a:lnTo>
                <a:lnTo>
                  <a:pt x="2239" y="2664"/>
                </a:lnTo>
                <a:lnTo>
                  <a:pt x="2238" y="2664"/>
                </a:lnTo>
                <a:lnTo>
                  <a:pt x="2237" y="2664"/>
                </a:lnTo>
                <a:lnTo>
                  <a:pt x="2237" y="2663"/>
                </a:lnTo>
                <a:lnTo>
                  <a:pt x="2238" y="2663"/>
                </a:lnTo>
                <a:lnTo>
                  <a:pt x="2237" y="2663"/>
                </a:lnTo>
                <a:lnTo>
                  <a:pt x="2237" y="2662"/>
                </a:lnTo>
                <a:lnTo>
                  <a:pt x="2237" y="2661"/>
                </a:lnTo>
                <a:lnTo>
                  <a:pt x="2237" y="2659"/>
                </a:lnTo>
                <a:lnTo>
                  <a:pt x="2236" y="2659"/>
                </a:lnTo>
                <a:lnTo>
                  <a:pt x="2237" y="2659"/>
                </a:lnTo>
                <a:lnTo>
                  <a:pt x="2237" y="2658"/>
                </a:lnTo>
                <a:lnTo>
                  <a:pt x="2237" y="2657"/>
                </a:lnTo>
                <a:lnTo>
                  <a:pt x="2237" y="2656"/>
                </a:lnTo>
                <a:lnTo>
                  <a:pt x="2236" y="2656"/>
                </a:lnTo>
                <a:lnTo>
                  <a:pt x="2236" y="2655"/>
                </a:lnTo>
                <a:lnTo>
                  <a:pt x="2236" y="2654"/>
                </a:lnTo>
                <a:lnTo>
                  <a:pt x="2236" y="2653"/>
                </a:lnTo>
                <a:lnTo>
                  <a:pt x="2236" y="2652"/>
                </a:lnTo>
                <a:lnTo>
                  <a:pt x="2235" y="2652"/>
                </a:lnTo>
                <a:lnTo>
                  <a:pt x="2235" y="2651"/>
                </a:lnTo>
                <a:lnTo>
                  <a:pt x="2234" y="2651"/>
                </a:lnTo>
                <a:lnTo>
                  <a:pt x="2235" y="2651"/>
                </a:lnTo>
                <a:lnTo>
                  <a:pt x="2234" y="2651"/>
                </a:lnTo>
                <a:lnTo>
                  <a:pt x="2235" y="2651"/>
                </a:lnTo>
                <a:lnTo>
                  <a:pt x="2235" y="2650"/>
                </a:lnTo>
                <a:lnTo>
                  <a:pt x="2234" y="2650"/>
                </a:lnTo>
                <a:lnTo>
                  <a:pt x="2234" y="2649"/>
                </a:lnTo>
                <a:lnTo>
                  <a:pt x="2233" y="2649"/>
                </a:lnTo>
                <a:lnTo>
                  <a:pt x="2233" y="2648"/>
                </a:lnTo>
                <a:lnTo>
                  <a:pt x="2232" y="2648"/>
                </a:lnTo>
                <a:lnTo>
                  <a:pt x="2232" y="2647"/>
                </a:lnTo>
                <a:lnTo>
                  <a:pt x="2231" y="2647"/>
                </a:lnTo>
                <a:lnTo>
                  <a:pt x="2230" y="2646"/>
                </a:lnTo>
                <a:lnTo>
                  <a:pt x="2230" y="2645"/>
                </a:lnTo>
                <a:lnTo>
                  <a:pt x="2230" y="2644"/>
                </a:lnTo>
                <a:lnTo>
                  <a:pt x="2229" y="2644"/>
                </a:lnTo>
                <a:lnTo>
                  <a:pt x="2229" y="2643"/>
                </a:lnTo>
                <a:lnTo>
                  <a:pt x="2229" y="2642"/>
                </a:lnTo>
                <a:lnTo>
                  <a:pt x="2230" y="2642"/>
                </a:lnTo>
                <a:lnTo>
                  <a:pt x="2231" y="2642"/>
                </a:lnTo>
                <a:lnTo>
                  <a:pt x="2231" y="2641"/>
                </a:lnTo>
                <a:lnTo>
                  <a:pt x="2231" y="2640"/>
                </a:lnTo>
                <a:lnTo>
                  <a:pt x="2230" y="2640"/>
                </a:lnTo>
                <a:lnTo>
                  <a:pt x="2229" y="2640"/>
                </a:lnTo>
                <a:lnTo>
                  <a:pt x="2229" y="2639"/>
                </a:lnTo>
                <a:lnTo>
                  <a:pt x="2228" y="2639"/>
                </a:lnTo>
                <a:lnTo>
                  <a:pt x="2229" y="2639"/>
                </a:lnTo>
                <a:lnTo>
                  <a:pt x="2229" y="2638"/>
                </a:lnTo>
                <a:lnTo>
                  <a:pt x="2229" y="2637"/>
                </a:lnTo>
                <a:lnTo>
                  <a:pt x="2229" y="2636"/>
                </a:lnTo>
                <a:lnTo>
                  <a:pt x="2229" y="2635"/>
                </a:lnTo>
                <a:lnTo>
                  <a:pt x="2229" y="2634"/>
                </a:lnTo>
                <a:lnTo>
                  <a:pt x="2228" y="2634"/>
                </a:lnTo>
                <a:lnTo>
                  <a:pt x="2227" y="2633"/>
                </a:lnTo>
                <a:lnTo>
                  <a:pt x="2226" y="2633"/>
                </a:lnTo>
                <a:lnTo>
                  <a:pt x="2226" y="2632"/>
                </a:lnTo>
                <a:lnTo>
                  <a:pt x="2225" y="2632"/>
                </a:lnTo>
                <a:lnTo>
                  <a:pt x="2225" y="2631"/>
                </a:lnTo>
                <a:lnTo>
                  <a:pt x="2224" y="2631"/>
                </a:lnTo>
                <a:lnTo>
                  <a:pt x="2225" y="2631"/>
                </a:lnTo>
                <a:lnTo>
                  <a:pt x="2224" y="2631"/>
                </a:lnTo>
                <a:lnTo>
                  <a:pt x="2224" y="2630"/>
                </a:lnTo>
                <a:lnTo>
                  <a:pt x="2225" y="2629"/>
                </a:lnTo>
                <a:lnTo>
                  <a:pt x="2225" y="2628"/>
                </a:lnTo>
                <a:lnTo>
                  <a:pt x="2226" y="2628"/>
                </a:lnTo>
                <a:lnTo>
                  <a:pt x="2227" y="2628"/>
                </a:lnTo>
                <a:lnTo>
                  <a:pt x="2227" y="2627"/>
                </a:lnTo>
                <a:lnTo>
                  <a:pt x="2227" y="2626"/>
                </a:lnTo>
                <a:lnTo>
                  <a:pt x="2227" y="2625"/>
                </a:lnTo>
                <a:lnTo>
                  <a:pt x="2227" y="2624"/>
                </a:lnTo>
                <a:lnTo>
                  <a:pt x="2227" y="2623"/>
                </a:lnTo>
                <a:lnTo>
                  <a:pt x="2226" y="2623"/>
                </a:lnTo>
                <a:lnTo>
                  <a:pt x="2226" y="2622"/>
                </a:lnTo>
                <a:lnTo>
                  <a:pt x="2226" y="2621"/>
                </a:lnTo>
                <a:lnTo>
                  <a:pt x="2225" y="2621"/>
                </a:lnTo>
                <a:lnTo>
                  <a:pt x="2224" y="2621"/>
                </a:lnTo>
                <a:lnTo>
                  <a:pt x="2223" y="2621"/>
                </a:lnTo>
                <a:lnTo>
                  <a:pt x="2223" y="2620"/>
                </a:lnTo>
                <a:lnTo>
                  <a:pt x="2222" y="2620"/>
                </a:lnTo>
                <a:lnTo>
                  <a:pt x="2222" y="2619"/>
                </a:lnTo>
                <a:lnTo>
                  <a:pt x="2221" y="2619"/>
                </a:lnTo>
                <a:lnTo>
                  <a:pt x="2221" y="2618"/>
                </a:lnTo>
                <a:lnTo>
                  <a:pt x="2221" y="2617"/>
                </a:lnTo>
                <a:lnTo>
                  <a:pt x="2221" y="2616"/>
                </a:lnTo>
                <a:lnTo>
                  <a:pt x="2221" y="2615"/>
                </a:lnTo>
                <a:lnTo>
                  <a:pt x="2222" y="2615"/>
                </a:lnTo>
                <a:lnTo>
                  <a:pt x="2221" y="2615"/>
                </a:lnTo>
                <a:lnTo>
                  <a:pt x="2222" y="2614"/>
                </a:lnTo>
                <a:lnTo>
                  <a:pt x="2222" y="2613"/>
                </a:lnTo>
                <a:lnTo>
                  <a:pt x="2222" y="2611"/>
                </a:lnTo>
                <a:lnTo>
                  <a:pt x="2221" y="2611"/>
                </a:lnTo>
                <a:lnTo>
                  <a:pt x="2222" y="2610"/>
                </a:lnTo>
                <a:lnTo>
                  <a:pt x="2222" y="2609"/>
                </a:lnTo>
                <a:lnTo>
                  <a:pt x="2223" y="2608"/>
                </a:lnTo>
                <a:lnTo>
                  <a:pt x="2223" y="2607"/>
                </a:lnTo>
                <a:lnTo>
                  <a:pt x="2223" y="2606"/>
                </a:lnTo>
                <a:lnTo>
                  <a:pt x="2223" y="2605"/>
                </a:lnTo>
                <a:lnTo>
                  <a:pt x="2223" y="2604"/>
                </a:lnTo>
                <a:lnTo>
                  <a:pt x="2223" y="2603"/>
                </a:lnTo>
                <a:lnTo>
                  <a:pt x="2222" y="2602"/>
                </a:lnTo>
                <a:lnTo>
                  <a:pt x="2222" y="2601"/>
                </a:lnTo>
                <a:lnTo>
                  <a:pt x="2221" y="2600"/>
                </a:lnTo>
                <a:lnTo>
                  <a:pt x="2221" y="2599"/>
                </a:lnTo>
                <a:lnTo>
                  <a:pt x="2220" y="2599"/>
                </a:lnTo>
                <a:lnTo>
                  <a:pt x="2219" y="2598"/>
                </a:lnTo>
                <a:lnTo>
                  <a:pt x="2218" y="2598"/>
                </a:lnTo>
                <a:lnTo>
                  <a:pt x="2218" y="2597"/>
                </a:lnTo>
                <a:lnTo>
                  <a:pt x="2217" y="2597"/>
                </a:lnTo>
                <a:lnTo>
                  <a:pt x="2217" y="2596"/>
                </a:lnTo>
                <a:lnTo>
                  <a:pt x="2217" y="2595"/>
                </a:lnTo>
                <a:lnTo>
                  <a:pt x="2216" y="2594"/>
                </a:lnTo>
                <a:lnTo>
                  <a:pt x="2215" y="2594"/>
                </a:lnTo>
                <a:lnTo>
                  <a:pt x="2214" y="2594"/>
                </a:lnTo>
                <a:lnTo>
                  <a:pt x="2214" y="2595"/>
                </a:lnTo>
                <a:lnTo>
                  <a:pt x="2213" y="2595"/>
                </a:lnTo>
                <a:lnTo>
                  <a:pt x="2213" y="2596"/>
                </a:lnTo>
                <a:lnTo>
                  <a:pt x="2212" y="2595"/>
                </a:lnTo>
                <a:lnTo>
                  <a:pt x="2211" y="2595"/>
                </a:lnTo>
                <a:lnTo>
                  <a:pt x="2210" y="2594"/>
                </a:lnTo>
                <a:lnTo>
                  <a:pt x="2210" y="2593"/>
                </a:lnTo>
                <a:lnTo>
                  <a:pt x="2210" y="2592"/>
                </a:lnTo>
                <a:lnTo>
                  <a:pt x="2210" y="2591"/>
                </a:lnTo>
                <a:lnTo>
                  <a:pt x="2211" y="2589"/>
                </a:lnTo>
                <a:lnTo>
                  <a:pt x="2210" y="2588"/>
                </a:lnTo>
                <a:lnTo>
                  <a:pt x="2210" y="2587"/>
                </a:lnTo>
                <a:lnTo>
                  <a:pt x="2209" y="2587"/>
                </a:lnTo>
                <a:lnTo>
                  <a:pt x="2209" y="2586"/>
                </a:lnTo>
                <a:lnTo>
                  <a:pt x="2208" y="2585"/>
                </a:lnTo>
                <a:lnTo>
                  <a:pt x="2207" y="2585"/>
                </a:lnTo>
                <a:lnTo>
                  <a:pt x="2206" y="2585"/>
                </a:lnTo>
                <a:lnTo>
                  <a:pt x="2205" y="2584"/>
                </a:lnTo>
                <a:lnTo>
                  <a:pt x="2205" y="2583"/>
                </a:lnTo>
                <a:lnTo>
                  <a:pt x="2206" y="2582"/>
                </a:lnTo>
                <a:lnTo>
                  <a:pt x="2205" y="2582"/>
                </a:lnTo>
                <a:lnTo>
                  <a:pt x="2204" y="2582"/>
                </a:lnTo>
                <a:lnTo>
                  <a:pt x="2204" y="2581"/>
                </a:lnTo>
                <a:lnTo>
                  <a:pt x="2203" y="2580"/>
                </a:lnTo>
                <a:lnTo>
                  <a:pt x="2202" y="2580"/>
                </a:lnTo>
                <a:lnTo>
                  <a:pt x="2202" y="2579"/>
                </a:lnTo>
                <a:lnTo>
                  <a:pt x="2201" y="2578"/>
                </a:lnTo>
                <a:lnTo>
                  <a:pt x="2200" y="2577"/>
                </a:lnTo>
                <a:lnTo>
                  <a:pt x="2198" y="2577"/>
                </a:lnTo>
                <a:lnTo>
                  <a:pt x="2197" y="2577"/>
                </a:lnTo>
                <a:lnTo>
                  <a:pt x="2197" y="2578"/>
                </a:lnTo>
                <a:lnTo>
                  <a:pt x="2196" y="2579"/>
                </a:lnTo>
                <a:lnTo>
                  <a:pt x="2195" y="2579"/>
                </a:lnTo>
                <a:lnTo>
                  <a:pt x="2195" y="2580"/>
                </a:lnTo>
                <a:lnTo>
                  <a:pt x="2195" y="2581"/>
                </a:lnTo>
                <a:lnTo>
                  <a:pt x="2194" y="2581"/>
                </a:lnTo>
                <a:lnTo>
                  <a:pt x="2193" y="2581"/>
                </a:lnTo>
                <a:lnTo>
                  <a:pt x="2192" y="2581"/>
                </a:lnTo>
                <a:lnTo>
                  <a:pt x="2191" y="2581"/>
                </a:lnTo>
                <a:lnTo>
                  <a:pt x="2190" y="2581"/>
                </a:lnTo>
                <a:lnTo>
                  <a:pt x="2190" y="2579"/>
                </a:lnTo>
                <a:lnTo>
                  <a:pt x="2190" y="2578"/>
                </a:lnTo>
                <a:lnTo>
                  <a:pt x="2189" y="2577"/>
                </a:lnTo>
                <a:lnTo>
                  <a:pt x="2188" y="2577"/>
                </a:lnTo>
                <a:lnTo>
                  <a:pt x="2188" y="2576"/>
                </a:lnTo>
                <a:lnTo>
                  <a:pt x="2187" y="2576"/>
                </a:lnTo>
                <a:lnTo>
                  <a:pt x="2186" y="2576"/>
                </a:lnTo>
                <a:lnTo>
                  <a:pt x="2186" y="2575"/>
                </a:lnTo>
                <a:lnTo>
                  <a:pt x="2186" y="2574"/>
                </a:lnTo>
                <a:lnTo>
                  <a:pt x="2185" y="2574"/>
                </a:lnTo>
                <a:lnTo>
                  <a:pt x="2185" y="2573"/>
                </a:lnTo>
                <a:lnTo>
                  <a:pt x="2186" y="2573"/>
                </a:lnTo>
                <a:lnTo>
                  <a:pt x="2186" y="2572"/>
                </a:lnTo>
                <a:lnTo>
                  <a:pt x="2185" y="2572"/>
                </a:lnTo>
                <a:lnTo>
                  <a:pt x="2185" y="2571"/>
                </a:lnTo>
                <a:lnTo>
                  <a:pt x="2185" y="2570"/>
                </a:lnTo>
                <a:lnTo>
                  <a:pt x="2185" y="2569"/>
                </a:lnTo>
                <a:lnTo>
                  <a:pt x="2185" y="2567"/>
                </a:lnTo>
                <a:lnTo>
                  <a:pt x="2184" y="2566"/>
                </a:lnTo>
                <a:lnTo>
                  <a:pt x="2184" y="2564"/>
                </a:lnTo>
                <a:lnTo>
                  <a:pt x="2183" y="2564"/>
                </a:lnTo>
                <a:lnTo>
                  <a:pt x="2182" y="2563"/>
                </a:lnTo>
                <a:lnTo>
                  <a:pt x="2181" y="2563"/>
                </a:lnTo>
                <a:lnTo>
                  <a:pt x="2181" y="2562"/>
                </a:lnTo>
                <a:lnTo>
                  <a:pt x="2180" y="2561"/>
                </a:lnTo>
                <a:lnTo>
                  <a:pt x="2179" y="2561"/>
                </a:lnTo>
                <a:lnTo>
                  <a:pt x="2179" y="2560"/>
                </a:lnTo>
                <a:lnTo>
                  <a:pt x="2178" y="2560"/>
                </a:lnTo>
                <a:lnTo>
                  <a:pt x="2176" y="2560"/>
                </a:lnTo>
                <a:lnTo>
                  <a:pt x="2176" y="2561"/>
                </a:lnTo>
                <a:lnTo>
                  <a:pt x="2175" y="2562"/>
                </a:lnTo>
                <a:lnTo>
                  <a:pt x="2174" y="2562"/>
                </a:lnTo>
                <a:lnTo>
                  <a:pt x="2173" y="2562"/>
                </a:lnTo>
                <a:lnTo>
                  <a:pt x="2173" y="2561"/>
                </a:lnTo>
                <a:lnTo>
                  <a:pt x="2173" y="2560"/>
                </a:lnTo>
                <a:lnTo>
                  <a:pt x="2172" y="2560"/>
                </a:lnTo>
                <a:lnTo>
                  <a:pt x="2172" y="2559"/>
                </a:lnTo>
                <a:lnTo>
                  <a:pt x="2171" y="2559"/>
                </a:lnTo>
                <a:lnTo>
                  <a:pt x="2170" y="2559"/>
                </a:lnTo>
                <a:lnTo>
                  <a:pt x="2170" y="2560"/>
                </a:lnTo>
                <a:lnTo>
                  <a:pt x="2169" y="2561"/>
                </a:lnTo>
                <a:lnTo>
                  <a:pt x="2168" y="2561"/>
                </a:lnTo>
                <a:lnTo>
                  <a:pt x="2167" y="2562"/>
                </a:lnTo>
                <a:lnTo>
                  <a:pt x="2166" y="2563"/>
                </a:lnTo>
                <a:lnTo>
                  <a:pt x="2165" y="2564"/>
                </a:lnTo>
                <a:lnTo>
                  <a:pt x="2164" y="2564"/>
                </a:lnTo>
                <a:lnTo>
                  <a:pt x="2164" y="2566"/>
                </a:lnTo>
                <a:lnTo>
                  <a:pt x="2165" y="2567"/>
                </a:lnTo>
                <a:lnTo>
                  <a:pt x="2165" y="2569"/>
                </a:lnTo>
                <a:lnTo>
                  <a:pt x="2166" y="2569"/>
                </a:lnTo>
                <a:lnTo>
                  <a:pt x="2165" y="2570"/>
                </a:lnTo>
                <a:lnTo>
                  <a:pt x="2164" y="2571"/>
                </a:lnTo>
                <a:lnTo>
                  <a:pt x="2164" y="2572"/>
                </a:lnTo>
                <a:lnTo>
                  <a:pt x="2164" y="2573"/>
                </a:lnTo>
                <a:lnTo>
                  <a:pt x="2164" y="2574"/>
                </a:lnTo>
                <a:lnTo>
                  <a:pt x="2163" y="2574"/>
                </a:lnTo>
                <a:lnTo>
                  <a:pt x="2163" y="2575"/>
                </a:lnTo>
                <a:lnTo>
                  <a:pt x="2162" y="2575"/>
                </a:lnTo>
                <a:lnTo>
                  <a:pt x="2162" y="2576"/>
                </a:lnTo>
                <a:lnTo>
                  <a:pt x="2163" y="2577"/>
                </a:lnTo>
                <a:lnTo>
                  <a:pt x="2163" y="2578"/>
                </a:lnTo>
                <a:lnTo>
                  <a:pt x="2163" y="2579"/>
                </a:lnTo>
                <a:lnTo>
                  <a:pt x="2163" y="2580"/>
                </a:lnTo>
                <a:lnTo>
                  <a:pt x="2164" y="2580"/>
                </a:lnTo>
                <a:lnTo>
                  <a:pt x="2165" y="2580"/>
                </a:lnTo>
                <a:lnTo>
                  <a:pt x="2165" y="2581"/>
                </a:lnTo>
                <a:lnTo>
                  <a:pt x="2166" y="2581"/>
                </a:lnTo>
                <a:lnTo>
                  <a:pt x="2165" y="2582"/>
                </a:lnTo>
                <a:lnTo>
                  <a:pt x="2164" y="2582"/>
                </a:lnTo>
                <a:lnTo>
                  <a:pt x="2163" y="2582"/>
                </a:lnTo>
                <a:lnTo>
                  <a:pt x="2162" y="2583"/>
                </a:lnTo>
                <a:lnTo>
                  <a:pt x="2161" y="2583"/>
                </a:lnTo>
                <a:lnTo>
                  <a:pt x="2161" y="2584"/>
                </a:lnTo>
                <a:lnTo>
                  <a:pt x="2161" y="2585"/>
                </a:lnTo>
                <a:lnTo>
                  <a:pt x="2162" y="2585"/>
                </a:lnTo>
                <a:lnTo>
                  <a:pt x="2162" y="2586"/>
                </a:lnTo>
                <a:lnTo>
                  <a:pt x="2161" y="2586"/>
                </a:lnTo>
                <a:lnTo>
                  <a:pt x="2161" y="2587"/>
                </a:lnTo>
                <a:lnTo>
                  <a:pt x="2160" y="2587"/>
                </a:lnTo>
                <a:lnTo>
                  <a:pt x="2159" y="2586"/>
                </a:lnTo>
                <a:lnTo>
                  <a:pt x="2158" y="2585"/>
                </a:lnTo>
                <a:lnTo>
                  <a:pt x="2157" y="2585"/>
                </a:lnTo>
                <a:lnTo>
                  <a:pt x="2156" y="2585"/>
                </a:lnTo>
                <a:lnTo>
                  <a:pt x="2155" y="2586"/>
                </a:lnTo>
                <a:lnTo>
                  <a:pt x="2155" y="2587"/>
                </a:lnTo>
                <a:lnTo>
                  <a:pt x="2156" y="2588"/>
                </a:lnTo>
                <a:lnTo>
                  <a:pt x="2156" y="2589"/>
                </a:lnTo>
                <a:lnTo>
                  <a:pt x="2155" y="2590"/>
                </a:lnTo>
                <a:lnTo>
                  <a:pt x="2153" y="2590"/>
                </a:lnTo>
                <a:lnTo>
                  <a:pt x="2152" y="2590"/>
                </a:lnTo>
                <a:lnTo>
                  <a:pt x="2151" y="2590"/>
                </a:lnTo>
                <a:lnTo>
                  <a:pt x="2150" y="2591"/>
                </a:lnTo>
                <a:lnTo>
                  <a:pt x="2150" y="2592"/>
                </a:lnTo>
                <a:lnTo>
                  <a:pt x="2150" y="2593"/>
                </a:lnTo>
                <a:lnTo>
                  <a:pt x="2151" y="2594"/>
                </a:lnTo>
                <a:lnTo>
                  <a:pt x="2151" y="2595"/>
                </a:lnTo>
                <a:lnTo>
                  <a:pt x="2151" y="2596"/>
                </a:lnTo>
                <a:lnTo>
                  <a:pt x="2151" y="2597"/>
                </a:lnTo>
                <a:lnTo>
                  <a:pt x="2151" y="2598"/>
                </a:lnTo>
                <a:lnTo>
                  <a:pt x="2151" y="2599"/>
                </a:lnTo>
                <a:lnTo>
                  <a:pt x="2150" y="2599"/>
                </a:lnTo>
                <a:lnTo>
                  <a:pt x="2149" y="2600"/>
                </a:lnTo>
                <a:lnTo>
                  <a:pt x="2148" y="2600"/>
                </a:lnTo>
                <a:lnTo>
                  <a:pt x="2149" y="2601"/>
                </a:lnTo>
                <a:lnTo>
                  <a:pt x="2150" y="2602"/>
                </a:lnTo>
                <a:lnTo>
                  <a:pt x="2150" y="2603"/>
                </a:lnTo>
                <a:lnTo>
                  <a:pt x="2149" y="2604"/>
                </a:lnTo>
                <a:lnTo>
                  <a:pt x="2148" y="2604"/>
                </a:lnTo>
                <a:lnTo>
                  <a:pt x="2147" y="2605"/>
                </a:lnTo>
                <a:lnTo>
                  <a:pt x="2147" y="2606"/>
                </a:lnTo>
                <a:lnTo>
                  <a:pt x="2146" y="2606"/>
                </a:lnTo>
                <a:lnTo>
                  <a:pt x="2146" y="2608"/>
                </a:lnTo>
                <a:lnTo>
                  <a:pt x="2147" y="2608"/>
                </a:lnTo>
                <a:lnTo>
                  <a:pt x="2147" y="2609"/>
                </a:lnTo>
                <a:lnTo>
                  <a:pt x="2148" y="2609"/>
                </a:lnTo>
                <a:lnTo>
                  <a:pt x="2149" y="2609"/>
                </a:lnTo>
                <a:lnTo>
                  <a:pt x="2150" y="2609"/>
                </a:lnTo>
                <a:lnTo>
                  <a:pt x="2151" y="2608"/>
                </a:lnTo>
                <a:lnTo>
                  <a:pt x="2152" y="2608"/>
                </a:lnTo>
                <a:lnTo>
                  <a:pt x="2153" y="2608"/>
                </a:lnTo>
                <a:lnTo>
                  <a:pt x="2153" y="2609"/>
                </a:lnTo>
                <a:lnTo>
                  <a:pt x="2152" y="2609"/>
                </a:lnTo>
                <a:lnTo>
                  <a:pt x="2152" y="2610"/>
                </a:lnTo>
                <a:lnTo>
                  <a:pt x="2152" y="2611"/>
                </a:lnTo>
                <a:lnTo>
                  <a:pt x="2153" y="2611"/>
                </a:lnTo>
                <a:lnTo>
                  <a:pt x="2154" y="2612"/>
                </a:lnTo>
                <a:lnTo>
                  <a:pt x="2155" y="2612"/>
                </a:lnTo>
                <a:lnTo>
                  <a:pt x="2156" y="2613"/>
                </a:lnTo>
                <a:lnTo>
                  <a:pt x="2155" y="2614"/>
                </a:lnTo>
                <a:lnTo>
                  <a:pt x="2155" y="2615"/>
                </a:lnTo>
                <a:lnTo>
                  <a:pt x="2154" y="2615"/>
                </a:lnTo>
                <a:lnTo>
                  <a:pt x="2154" y="2616"/>
                </a:lnTo>
                <a:lnTo>
                  <a:pt x="2153" y="2617"/>
                </a:lnTo>
                <a:lnTo>
                  <a:pt x="2153" y="2618"/>
                </a:lnTo>
                <a:lnTo>
                  <a:pt x="2153" y="2619"/>
                </a:lnTo>
                <a:lnTo>
                  <a:pt x="2153" y="2620"/>
                </a:lnTo>
                <a:lnTo>
                  <a:pt x="2152" y="2621"/>
                </a:lnTo>
                <a:lnTo>
                  <a:pt x="2152" y="2622"/>
                </a:lnTo>
                <a:lnTo>
                  <a:pt x="2153" y="2622"/>
                </a:lnTo>
                <a:lnTo>
                  <a:pt x="2153" y="2623"/>
                </a:lnTo>
                <a:lnTo>
                  <a:pt x="2154" y="2623"/>
                </a:lnTo>
                <a:lnTo>
                  <a:pt x="2153" y="2624"/>
                </a:lnTo>
                <a:lnTo>
                  <a:pt x="2152" y="2624"/>
                </a:lnTo>
                <a:lnTo>
                  <a:pt x="2153" y="2625"/>
                </a:lnTo>
                <a:lnTo>
                  <a:pt x="2153" y="2626"/>
                </a:lnTo>
                <a:lnTo>
                  <a:pt x="2154" y="2626"/>
                </a:lnTo>
                <a:lnTo>
                  <a:pt x="2153" y="2627"/>
                </a:lnTo>
                <a:lnTo>
                  <a:pt x="2152" y="2627"/>
                </a:lnTo>
                <a:lnTo>
                  <a:pt x="2152" y="2628"/>
                </a:lnTo>
                <a:lnTo>
                  <a:pt x="2151" y="2628"/>
                </a:lnTo>
                <a:lnTo>
                  <a:pt x="2151" y="2627"/>
                </a:lnTo>
                <a:lnTo>
                  <a:pt x="2150" y="2627"/>
                </a:lnTo>
                <a:lnTo>
                  <a:pt x="2149" y="2627"/>
                </a:lnTo>
                <a:lnTo>
                  <a:pt x="2148" y="2627"/>
                </a:lnTo>
                <a:lnTo>
                  <a:pt x="2148" y="2626"/>
                </a:lnTo>
                <a:lnTo>
                  <a:pt x="2148" y="2625"/>
                </a:lnTo>
                <a:lnTo>
                  <a:pt x="2147" y="2624"/>
                </a:lnTo>
                <a:lnTo>
                  <a:pt x="2147" y="2623"/>
                </a:lnTo>
                <a:lnTo>
                  <a:pt x="2146" y="2623"/>
                </a:lnTo>
                <a:lnTo>
                  <a:pt x="2146" y="2624"/>
                </a:lnTo>
                <a:lnTo>
                  <a:pt x="2145" y="2624"/>
                </a:lnTo>
                <a:lnTo>
                  <a:pt x="2144" y="2624"/>
                </a:lnTo>
                <a:lnTo>
                  <a:pt x="2143" y="2625"/>
                </a:lnTo>
                <a:lnTo>
                  <a:pt x="2142" y="2625"/>
                </a:lnTo>
                <a:lnTo>
                  <a:pt x="2141" y="2626"/>
                </a:lnTo>
                <a:lnTo>
                  <a:pt x="2140" y="2627"/>
                </a:lnTo>
                <a:lnTo>
                  <a:pt x="2140" y="2628"/>
                </a:lnTo>
                <a:lnTo>
                  <a:pt x="2139" y="2628"/>
                </a:lnTo>
                <a:lnTo>
                  <a:pt x="2139" y="2629"/>
                </a:lnTo>
                <a:lnTo>
                  <a:pt x="2138" y="2629"/>
                </a:lnTo>
                <a:lnTo>
                  <a:pt x="2137" y="2629"/>
                </a:lnTo>
                <a:lnTo>
                  <a:pt x="2137" y="2630"/>
                </a:lnTo>
                <a:lnTo>
                  <a:pt x="2137" y="2631"/>
                </a:lnTo>
                <a:lnTo>
                  <a:pt x="2136" y="2631"/>
                </a:lnTo>
                <a:lnTo>
                  <a:pt x="2136" y="2632"/>
                </a:lnTo>
                <a:lnTo>
                  <a:pt x="2135" y="2632"/>
                </a:lnTo>
                <a:lnTo>
                  <a:pt x="2134" y="2633"/>
                </a:lnTo>
                <a:lnTo>
                  <a:pt x="2134" y="2634"/>
                </a:lnTo>
                <a:lnTo>
                  <a:pt x="2133" y="2634"/>
                </a:lnTo>
                <a:lnTo>
                  <a:pt x="2132" y="2635"/>
                </a:lnTo>
                <a:lnTo>
                  <a:pt x="2131" y="2635"/>
                </a:lnTo>
                <a:lnTo>
                  <a:pt x="2131" y="2636"/>
                </a:lnTo>
                <a:lnTo>
                  <a:pt x="2130" y="2636"/>
                </a:lnTo>
                <a:lnTo>
                  <a:pt x="2129" y="2637"/>
                </a:lnTo>
                <a:lnTo>
                  <a:pt x="2128" y="2637"/>
                </a:lnTo>
                <a:lnTo>
                  <a:pt x="2128" y="2638"/>
                </a:lnTo>
                <a:lnTo>
                  <a:pt x="2128" y="2639"/>
                </a:lnTo>
                <a:lnTo>
                  <a:pt x="2128" y="2640"/>
                </a:lnTo>
                <a:lnTo>
                  <a:pt x="2128" y="2641"/>
                </a:lnTo>
                <a:lnTo>
                  <a:pt x="2127" y="2641"/>
                </a:lnTo>
                <a:lnTo>
                  <a:pt x="2127" y="2640"/>
                </a:lnTo>
                <a:lnTo>
                  <a:pt x="2127" y="2639"/>
                </a:lnTo>
                <a:lnTo>
                  <a:pt x="2126" y="2639"/>
                </a:lnTo>
                <a:lnTo>
                  <a:pt x="2126" y="2638"/>
                </a:lnTo>
                <a:lnTo>
                  <a:pt x="2126" y="2637"/>
                </a:lnTo>
                <a:lnTo>
                  <a:pt x="2125" y="2636"/>
                </a:lnTo>
                <a:lnTo>
                  <a:pt x="2125" y="2635"/>
                </a:lnTo>
                <a:lnTo>
                  <a:pt x="2124" y="2635"/>
                </a:lnTo>
                <a:lnTo>
                  <a:pt x="2123" y="2634"/>
                </a:lnTo>
                <a:lnTo>
                  <a:pt x="2123" y="2633"/>
                </a:lnTo>
                <a:lnTo>
                  <a:pt x="2122" y="2633"/>
                </a:lnTo>
                <a:lnTo>
                  <a:pt x="2122" y="2634"/>
                </a:lnTo>
                <a:lnTo>
                  <a:pt x="2121" y="2634"/>
                </a:lnTo>
                <a:lnTo>
                  <a:pt x="2120" y="2634"/>
                </a:lnTo>
                <a:lnTo>
                  <a:pt x="2119" y="2634"/>
                </a:lnTo>
                <a:lnTo>
                  <a:pt x="2118" y="2634"/>
                </a:lnTo>
                <a:lnTo>
                  <a:pt x="2118" y="2633"/>
                </a:lnTo>
                <a:lnTo>
                  <a:pt x="2117" y="2632"/>
                </a:lnTo>
                <a:lnTo>
                  <a:pt x="2117" y="2631"/>
                </a:lnTo>
                <a:lnTo>
                  <a:pt x="2117" y="2630"/>
                </a:lnTo>
                <a:lnTo>
                  <a:pt x="2116" y="2630"/>
                </a:lnTo>
                <a:lnTo>
                  <a:pt x="2116" y="2629"/>
                </a:lnTo>
                <a:lnTo>
                  <a:pt x="2115" y="2629"/>
                </a:lnTo>
                <a:lnTo>
                  <a:pt x="2114" y="2628"/>
                </a:lnTo>
                <a:lnTo>
                  <a:pt x="2113" y="2628"/>
                </a:lnTo>
                <a:lnTo>
                  <a:pt x="2113" y="2627"/>
                </a:lnTo>
                <a:lnTo>
                  <a:pt x="2112" y="2627"/>
                </a:lnTo>
                <a:lnTo>
                  <a:pt x="2111" y="2627"/>
                </a:lnTo>
                <a:lnTo>
                  <a:pt x="2110" y="2627"/>
                </a:lnTo>
                <a:lnTo>
                  <a:pt x="2109" y="2627"/>
                </a:lnTo>
                <a:lnTo>
                  <a:pt x="2108" y="2628"/>
                </a:lnTo>
                <a:lnTo>
                  <a:pt x="2107" y="2627"/>
                </a:lnTo>
                <a:lnTo>
                  <a:pt x="2107" y="2628"/>
                </a:lnTo>
                <a:lnTo>
                  <a:pt x="2106" y="2628"/>
                </a:lnTo>
                <a:lnTo>
                  <a:pt x="2106" y="2627"/>
                </a:lnTo>
                <a:lnTo>
                  <a:pt x="2105" y="2627"/>
                </a:lnTo>
                <a:lnTo>
                  <a:pt x="2104" y="2626"/>
                </a:lnTo>
                <a:lnTo>
                  <a:pt x="2103" y="2626"/>
                </a:lnTo>
                <a:lnTo>
                  <a:pt x="2102" y="2626"/>
                </a:lnTo>
                <a:lnTo>
                  <a:pt x="2102" y="2625"/>
                </a:lnTo>
                <a:lnTo>
                  <a:pt x="2101" y="2624"/>
                </a:lnTo>
                <a:lnTo>
                  <a:pt x="2101" y="2623"/>
                </a:lnTo>
                <a:lnTo>
                  <a:pt x="2101" y="2622"/>
                </a:lnTo>
                <a:lnTo>
                  <a:pt x="2100" y="2622"/>
                </a:lnTo>
                <a:lnTo>
                  <a:pt x="2099" y="2622"/>
                </a:lnTo>
                <a:lnTo>
                  <a:pt x="2098" y="2622"/>
                </a:lnTo>
                <a:lnTo>
                  <a:pt x="2097" y="2621"/>
                </a:lnTo>
                <a:lnTo>
                  <a:pt x="2096" y="2620"/>
                </a:lnTo>
                <a:lnTo>
                  <a:pt x="2095" y="2620"/>
                </a:lnTo>
                <a:lnTo>
                  <a:pt x="2094" y="2620"/>
                </a:lnTo>
                <a:lnTo>
                  <a:pt x="2093" y="2619"/>
                </a:lnTo>
                <a:lnTo>
                  <a:pt x="2092" y="2619"/>
                </a:lnTo>
                <a:lnTo>
                  <a:pt x="2092" y="2620"/>
                </a:lnTo>
                <a:lnTo>
                  <a:pt x="2091" y="2620"/>
                </a:lnTo>
                <a:lnTo>
                  <a:pt x="2090" y="2620"/>
                </a:lnTo>
                <a:lnTo>
                  <a:pt x="2090" y="2619"/>
                </a:lnTo>
                <a:lnTo>
                  <a:pt x="2089" y="2619"/>
                </a:lnTo>
                <a:lnTo>
                  <a:pt x="2089" y="2618"/>
                </a:lnTo>
                <a:lnTo>
                  <a:pt x="2088" y="2618"/>
                </a:lnTo>
                <a:lnTo>
                  <a:pt x="2088" y="2617"/>
                </a:lnTo>
                <a:lnTo>
                  <a:pt x="2087" y="2617"/>
                </a:lnTo>
                <a:lnTo>
                  <a:pt x="2087" y="2616"/>
                </a:lnTo>
                <a:lnTo>
                  <a:pt x="2086" y="2616"/>
                </a:lnTo>
                <a:lnTo>
                  <a:pt x="2086" y="2615"/>
                </a:lnTo>
                <a:lnTo>
                  <a:pt x="2086" y="2614"/>
                </a:lnTo>
                <a:lnTo>
                  <a:pt x="2086" y="2613"/>
                </a:lnTo>
                <a:lnTo>
                  <a:pt x="2085" y="2613"/>
                </a:lnTo>
                <a:lnTo>
                  <a:pt x="2085" y="2612"/>
                </a:lnTo>
                <a:lnTo>
                  <a:pt x="2084" y="2611"/>
                </a:lnTo>
                <a:lnTo>
                  <a:pt x="2083" y="2610"/>
                </a:lnTo>
                <a:lnTo>
                  <a:pt x="2082" y="2610"/>
                </a:lnTo>
                <a:lnTo>
                  <a:pt x="2081" y="2609"/>
                </a:lnTo>
                <a:lnTo>
                  <a:pt x="2081" y="2608"/>
                </a:lnTo>
                <a:lnTo>
                  <a:pt x="2080" y="2608"/>
                </a:lnTo>
                <a:lnTo>
                  <a:pt x="2079" y="2608"/>
                </a:lnTo>
                <a:lnTo>
                  <a:pt x="2078" y="2608"/>
                </a:lnTo>
                <a:lnTo>
                  <a:pt x="2078" y="2607"/>
                </a:lnTo>
                <a:lnTo>
                  <a:pt x="2077" y="2607"/>
                </a:lnTo>
                <a:lnTo>
                  <a:pt x="2076" y="2607"/>
                </a:lnTo>
                <a:lnTo>
                  <a:pt x="2075" y="2607"/>
                </a:lnTo>
                <a:lnTo>
                  <a:pt x="2074" y="2607"/>
                </a:lnTo>
                <a:lnTo>
                  <a:pt x="2074" y="2608"/>
                </a:lnTo>
                <a:lnTo>
                  <a:pt x="2073" y="2607"/>
                </a:lnTo>
                <a:lnTo>
                  <a:pt x="2073" y="2605"/>
                </a:lnTo>
                <a:lnTo>
                  <a:pt x="2072" y="2604"/>
                </a:lnTo>
                <a:lnTo>
                  <a:pt x="2072" y="2603"/>
                </a:lnTo>
                <a:lnTo>
                  <a:pt x="2072" y="2602"/>
                </a:lnTo>
                <a:lnTo>
                  <a:pt x="2071" y="2601"/>
                </a:lnTo>
                <a:lnTo>
                  <a:pt x="2070" y="2599"/>
                </a:lnTo>
                <a:lnTo>
                  <a:pt x="2069" y="2599"/>
                </a:lnTo>
                <a:lnTo>
                  <a:pt x="2068" y="2598"/>
                </a:lnTo>
                <a:lnTo>
                  <a:pt x="2067" y="2598"/>
                </a:lnTo>
                <a:lnTo>
                  <a:pt x="2066" y="2598"/>
                </a:lnTo>
                <a:lnTo>
                  <a:pt x="2066" y="2599"/>
                </a:lnTo>
                <a:lnTo>
                  <a:pt x="2065" y="2599"/>
                </a:lnTo>
                <a:lnTo>
                  <a:pt x="2064" y="2599"/>
                </a:lnTo>
                <a:lnTo>
                  <a:pt x="2064" y="2600"/>
                </a:lnTo>
                <a:lnTo>
                  <a:pt x="2065" y="2601"/>
                </a:lnTo>
                <a:lnTo>
                  <a:pt x="2065" y="2602"/>
                </a:lnTo>
                <a:lnTo>
                  <a:pt x="2064" y="2602"/>
                </a:lnTo>
                <a:lnTo>
                  <a:pt x="2063" y="2602"/>
                </a:lnTo>
                <a:lnTo>
                  <a:pt x="2062" y="2602"/>
                </a:lnTo>
                <a:lnTo>
                  <a:pt x="2061" y="2602"/>
                </a:lnTo>
                <a:lnTo>
                  <a:pt x="2060" y="2602"/>
                </a:lnTo>
                <a:lnTo>
                  <a:pt x="2060" y="2601"/>
                </a:lnTo>
                <a:lnTo>
                  <a:pt x="2059" y="2601"/>
                </a:lnTo>
                <a:lnTo>
                  <a:pt x="2058" y="2601"/>
                </a:lnTo>
                <a:lnTo>
                  <a:pt x="2057" y="2601"/>
                </a:lnTo>
                <a:lnTo>
                  <a:pt x="2056" y="2600"/>
                </a:lnTo>
                <a:lnTo>
                  <a:pt x="2055" y="2600"/>
                </a:lnTo>
                <a:lnTo>
                  <a:pt x="2055" y="2599"/>
                </a:lnTo>
                <a:lnTo>
                  <a:pt x="2055" y="2598"/>
                </a:lnTo>
                <a:lnTo>
                  <a:pt x="2054" y="2597"/>
                </a:lnTo>
                <a:lnTo>
                  <a:pt x="2054" y="2596"/>
                </a:lnTo>
                <a:lnTo>
                  <a:pt x="2054" y="2593"/>
                </a:lnTo>
                <a:lnTo>
                  <a:pt x="2054" y="2592"/>
                </a:lnTo>
                <a:lnTo>
                  <a:pt x="2053" y="2591"/>
                </a:lnTo>
                <a:lnTo>
                  <a:pt x="2051" y="2591"/>
                </a:lnTo>
                <a:lnTo>
                  <a:pt x="2049" y="2591"/>
                </a:lnTo>
                <a:lnTo>
                  <a:pt x="2048" y="2592"/>
                </a:lnTo>
                <a:lnTo>
                  <a:pt x="2047" y="2592"/>
                </a:lnTo>
                <a:lnTo>
                  <a:pt x="2046" y="2592"/>
                </a:lnTo>
                <a:lnTo>
                  <a:pt x="2044" y="2593"/>
                </a:lnTo>
                <a:lnTo>
                  <a:pt x="2043" y="2593"/>
                </a:lnTo>
                <a:lnTo>
                  <a:pt x="2041" y="2593"/>
                </a:lnTo>
                <a:lnTo>
                  <a:pt x="2039" y="2593"/>
                </a:lnTo>
                <a:lnTo>
                  <a:pt x="2038" y="2593"/>
                </a:lnTo>
                <a:lnTo>
                  <a:pt x="2037" y="2593"/>
                </a:lnTo>
                <a:lnTo>
                  <a:pt x="2036" y="2593"/>
                </a:lnTo>
                <a:lnTo>
                  <a:pt x="2036" y="2594"/>
                </a:lnTo>
                <a:lnTo>
                  <a:pt x="2035" y="2594"/>
                </a:lnTo>
                <a:lnTo>
                  <a:pt x="2034" y="2595"/>
                </a:lnTo>
                <a:lnTo>
                  <a:pt x="2032" y="2595"/>
                </a:lnTo>
                <a:lnTo>
                  <a:pt x="2030" y="2595"/>
                </a:lnTo>
                <a:lnTo>
                  <a:pt x="2029" y="2594"/>
                </a:lnTo>
                <a:lnTo>
                  <a:pt x="2028" y="2595"/>
                </a:lnTo>
                <a:lnTo>
                  <a:pt x="2027" y="2594"/>
                </a:lnTo>
                <a:lnTo>
                  <a:pt x="2026" y="2593"/>
                </a:lnTo>
                <a:lnTo>
                  <a:pt x="2025" y="2593"/>
                </a:lnTo>
                <a:lnTo>
                  <a:pt x="2025" y="2592"/>
                </a:lnTo>
                <a:lnTo>
                  <a:pt x="2024" y="2591"/>
                </a:lnTo>
                <a:lnTo>
                  <a:pt x="2023" y="2590"/>
                </a:lnTo>
                <a:lnTo>
                  <a:pt x="2022" y="2590"/>
                </a:lnTo>
                <a:lnTo>
                  <a:pt x="2021" y="2590"/>
                </a:lnTo>
                <a:lnTo>
                  <a:pt x="2020" y="2590"/>
                </a:lnTo>
                <a:lnTo>
                  <a:pt x="2020" y="2589"/>
                </a:lnTo>
                <a:lnTo>
                  <a:pt x="2020" y="2588"/>
                </a:lnTo>
                <a:lnTo>
                  <a:pt x="2020" y="2586"/>
                </a:lnTo>
                <a:lnTo>
                  <a:pt x="2019" y="2586"/>
                </a:lnTo>
                <a:lnTo>
                  <a:pt x="2018" y="2585"/>
                </a:lnTo>
                <a:lnTo>
                  <a:pt x="2017" y="2584"/>
                </a:lnTo>
                <a:lnTo>
                  <a:pt x="2016" y="2585"/>
                </a:lnTo>
                <a:lnTo>
                  <a:pt x="2015" y="2585"/>
                </a:lnTo>
                <a:lnTo>
                  <a:pt x="2014" y="2585"/>
                </a:lnTo>
                <a:lnTo>
                  <a:pt x="2013" y="2585"/>
                </a:lnTo>
                <a:lnTo>
                  <a:pt x="2012" y="2585"/>
                </a:lnTo>
                <a:lnTo>
                  <a:pt x="2011" y="2586"/>
                </a:lnTo>
                <a:lnTo>
                  <a:pt x="2010" y="2587"/>
                </a:lnTo>
                <a:lnTo>
                  <a:pt x="2009" y="2587"/>
                </a:lnTo>
                <a:lnTo>
                  <a:pt x="2008" y="2587"/>
                </a:lnTo>
                <a:lnTo>
                  <a:pt x="2008" y="2586"/>
                </a:lnTo>
                <a:lnTo>
                  <a:pt x="2007" y="2586"/>
                </a:lnTo>
                <a:lnTo>
                  <a:pt x="2006" y="2586"/>
                </a:lnTo>
                <a:lnTo>
                  <a:pt x="2006" y="2587"/>
                </a:lnTo>
                <a:lnTo>
                  <a:pt x="2006" y="2586"/>
                </a:lnTo>
                <a:lnTo>
                  <a:pt x="2005" y="2586"/>
                </a:lnTo>
                <a:lnTo>
                  <a:pt x="2004" y="2587"/>
                </a:lnTo>
                <a:lnTo>
                  <a:pt x="2003" y="2587"/>
                </a:lnTo>
                <a:lnTo>
                  <a:pt x="2002" y="2588"/>
                </a:lnTo>
                <a:lnTo>
                  <a:pt x="2001" y="2588"/>
                </a:lnTo>
                <a:lnTo>
                  <a:pt x="2000" y="2588"/>
                </a:lnTo>
                <a:lnTo>
                  <a:pt x="1999" y="2588"/>
                </a:lnTo>
                <a:lnTo>
                  <a:pt x="1998" y="2589"/>
                </a:lnTo>
                <a:lnTo>
                  <a:pt x="1997" y="2589"/>
                </a:lnTo>
                <a:lnTo>
                  <a:pt x="1997" y="2590"/>
                </a:lnTo>
                <a:lnTo>
                  <a:pt x="1996" y="2590"/>
                </a:lnTo>
                <a:lnTo>
                  <a:pt x="1995" y="2591"/>
                </a:lnTo>
                <a:lnTo>
                  <a:pt x="1994" y="2592"/>
                </a:lnTo>
                <a:lnTo>
                  <a:pt x="1993" y="2592"/>
                </a:lnTo>
                <a:lnTo>
                  <a:pt x="1992" y="2593"/>
                </a:lnTo>
                <a:lnTo>
                  <a:pt x="1991" y="2593"/>
                </a:lnTo>
                <a:lnTo>
                  <a:pt x="1991" y="2594"/>
                </a:lnTo>
                <a:lnTo>
                  <a:pt x="1990" y="2594"/>
                </a:lnTo>
                <a:lnTo>
                  <a:pt x="1989" y="2594"/>
                </a:lnTo>
                <a:lnTo>
                  <a:pt x="1988" y="2595"/>
                </a:lnTo>
                <a:lnTo>
                  <a:pt x="1987" y="2596"/>
                </a:lnTo>
                <a:lnTo>
                  <a:pt x="1986" y="2596"/>
                </a:lnTo>
                <a:lnTo>
                  <a:pt x="1985" y="2596"/>
                </a:lnTo>
                <a:lnTo>
                  <a:pt x="1984" y="2596"/>
                </a:lnTo>
                <a:lnTo>
                  <a:pt x="1984" y="2597"/>
                </a:lnTo>
                <a:lnTo>
                  <a:pt x="1983" y="2597"/>
                </a:lnTo>
                <a:lnTo>
                  <a:pt x="1982" y="2597"/>
                </a:lnTo>
                <a:lnTo>
                  <a:pt x="1981" y="2597"/>
                </a:lnTo>
                <a:lnTo>
                  <a:pt x="1980" y="2598"/>
                </a:lnTo>
                <a:lnTo>
                  <a:pt x="1979" y="2598"/>
                </a:lnTo>
                <a:lnTo>
                  <a:pt x="1978" y="2598"/>
                </a:lnTo>
                <a:lnTo>
                  <a:pt x="1977" y="2598"/>
                </a:lnTo>
                <a:lnTo>
                  <a:pt x="1976" y="2599"/>
                </a:lnTo>
                <a:lnTo>
                  <a:pt x="1975" y="2599"/>
                </a:lnTo>
                <a:lnTo>
                  <a:pt x="1974" y="2601"/>
                </a:lnTo>
                <a:lnTo>
                  <a:pt x="1973" y="2601"/>
                </a:lnTo>
                <a:lnTo>
                  <a:pt x="1972" y="2602"/>
                </a:lnTo>
                <a:lnTo>
                  <a:pt x="1972" y="2603"/>
                </a:lnTo>
                <a:lnTo>
                  <a:pt x="1972" y="2604"/>
                </a:lnTo>
                <a:lnTo>
                  <a:pt x="1972" y="2605"/>
                </a:lnTo>
                <a:lnTo>
                  <a:pt x="1971" y="2605"/>
                </a:lnTo>
                <a:lnTo>
                  <a:pt x="1971" y="2606"/>
                </a:lnTo>
                <a:lnTo>
                  <a:pt x="1971" y="2607"/>
                </a:lnTo>
                <a:lnTo>
                  <a:pt x="1971" y="2608"/>
                </a:lnTo>
                <a:lnTo>
                  <a:pt x="1970" y="2608"/>
                </a:lnTo>
                <a:lnTo>
                  <a:pt x="1970" y="2609"/>
                </a:lnTo>
                <a:lnTo>
                  <a:pt x="1971" y="2609"/>
                </a:lnTo>
                <a:lnTo>
                  <a:pt x="1970" y="2610"/>
                </a:lnTo>
                <a:lnTo>
                  <a:pt x="1970" y="2611"/>
                </a:lnTo>
                <a:lnTo>
                  <a:pt x="1969" y="2612"/>
                </a:lnTo>
                <a:lnTo>
                  <a:pt x="1968" y="2612"/>
                </a:lnTo>
                <a:lnTo>
                  <a:pt x="1968" y="2613"/>
                </a:lnTo>
                <a:lnTo>
                  <a:pt x="1967" y="2613"/>
                </a:lnTo>
                <a:lnTo>
                  <a:pt x="1966" y="2614"/>
                </a:lnTo>
                <a:lnTo>
                  <a:pt x="1966" y="2615"/>
                </a:lnTo>
                <a:lnTo>
                  <a:pt x="1965" y="2615"/>
                </a:lnTo>
                <a:lnTo>
                  <a:pt x="1965" y="2616"/>
                </a:lnTo>
                <a:lnTo>
                  <a:pt x="1964" y="2616"/>
                </a:lnTo>
                <a:lnTo>
                  <a:pt x="1964" y="2617"/>
                </a:lnTo>
                <a:lnTo>
                  <a:pt x="1964" y="2618"/>
                </a:lnTo>
                <a:lnTo>
                  <a:pt x="1963" y="2618"/>
                </a:lnTo>
                <a:lnTo>
                  <a:pt x="1963" y="2619"/>
                </a:lnTo>
                <a:lnTo>
                  <a:pt x="1963" y="2620"/>
                </a:lnTo>
                <a:lnTo>
                  <a:pt x="1962" y="2620"/>
                </a:lnTo>
                <a:lnTo>
                  <a:pt x="1962" y="2621"/>
                </a:lnTo>
                <a:lnTo>
                  <a:pt x="1961" y="2622"/>
                </a:lnTo>
                <a:lnTo>
                  <a:pt x="1960" y="2623"/>
                </a:lnTo>
                <a:lnTo>
                  <a:pt x="1959" y="2624"/>
                </a:lnTo>
                <a:lnTo>
                  <a:pt x="1958" y="2624"/>
                </a:lnTo>
                <a:lnTo>
                  <a:pt x="1957" y="2624"/>
                </a:lnTo>
                <a:lnTo>
                  <a:pt x="1957" y="2625"/>
                </a:lnTo>
                <a:lnTo>
                  <a:pt x="1956" y="2625"/>
                </a:lnTo>
                <a:lnTo>
                  <a:pt x="1955" y="2625"/>
                </a:lnTo>
                <a:lnTo>
                  <a:pt x="1954" y="2626"/>
                </a:lnTo>
                <a:lnTo>
                  <a:pt x="1953" y="2626"/>
                </a:lnTo>
                <a:lnTo>
                  <a:pt x="1952" y="2627"/>
                </a:lnTo>
                <a:lnTo>
                  <a:pt x="1951" y="2627"/>
                </a:lnTo>
                <a:lnTo>
                  <a:pt x="1949" y="2628"/>
                </a:lnTo>
                <a:lnTo>
                  <a:pt x="1948" y="2629"/>
                </a:lnTo>
                <a:lnTo>
                  <a:pt x="1947" y="2629"/>
                </a:lnTo>
                <a:lnTo>
                  <a:pt x="1947" y="2630"/>
                </a:lnTo>
                <a:lnTo>
                  <a:pt x="1946" y="2630"/>
                </a:lnTo>
                <a:lnTo>
                  <a:pt x="1944" y="2631"/>
                </a:lnTo>
                <a:lnTo>
                  <a:pt x="1943" y="2631"/>
                </a:lnTo>
                <a:lnTo>
                  <a:pt x="1943" y="2632"/>
                </a:lnTo>
                <a:lnTo>
                  <a:pt x="1942" y="2632"/>
                </a:lnTo>
                <a:lnTo>
                  <a:pt x="1941" y="2632"/>
                </a:lnTo>
                <a:lnTo>
                  <a:pt x="1940" y="2632"/>
                </a:lnTo>
                <a:lnTo>
                  <a:pt x="1939" y="2632"/>
                </a:lnTo>
                <a:lnTo>
                  <a:pt x="1939" y="2633"/>
                </a:lnTo>
                <a:lnTo>
                  <a:pt x="1938" y="2633"/>
                </a:lnTo>
                <a:lnTo>
                  <a:pt x="1937" y="2634"/>
                </a:lnTo>
                <a:lnTo>
                  <a:pt x="1936" y="2634"/>
                </a:lnTo>
                <a:lnTo>
                  <a:pt x="1935" y="2635"/>
                </a:lnTo>
                <a:lnTo>
                  <a:pt x="1933" y="2635"/>
                </a:lnTo>
                <a:lnTo>
                  <a:pt x="1932" y="2635"/>
                </a:lnTo>
                <a:lnTo>
                  <a:pt x="1931" y="2635"/>
                </a:lnTo>
                <a:lnTo>
                  <a:pt x="1931" y="2636"/>
                </a:lnTo>
                <a:lnTo>
                  <a:pt x="1931" y="2637"/>
                </a:lnTo>
                <a:lnTo>
                  <a:pt x="1930" y="2637"/>
                </a:lnTo>
                <a:lnTo>
                  <a:pt x="1929" y="2637"/>
                </a:lnTo>
                <a:lnTo>
                  <a:pt x="1927" y="2637"/>
                </a:lnTo>
                <a:lnTo>
                  <a:pt x="1926" y="2637"/>
                </a:lnTo>
                <a:lnTo>
                  <a:pt x="1926" y="2636"/>
                </a:lnTo>
                <a:lnTo>
                  <a:pt x="1925" y="2636"/>
                </a:lnTo>
                <a:lnTo>
                  <a:pt x="1923" y="2636"/>
                </a:lnTo>
                <a:lnTo>
                  <a:pt x="1922" y="2636"/>
                </a:lnTo>
                <a:lnTo>
                  <a:pt x="1922" y="2637"/>
                </a:lnTo>
                <a:lnTo>
                  <a:pt x="1920" y="2637"/>
                </a:lnTo>
                <a:lnTo>
                  <a:pt x="1919" y="2637"/>
                </a:lnTo>
                <a:lnTo>
                  <a:pt x="1919" y="2638"/>
                </a:lnTo>
                <a:lnTo>
                  <a:pt x="1918" y="2638"/>
                </a:lnTo>
                <a:lnTo>
                  <a:pt x="1917" y="2637"/>
                </a:lnTo>
                <a:lnTo>
                  <a:pt x="1916" y="2637"/>
                </a:lnTo>
                <a:lnTo>
                  <a:pt x="1916" y="2636"/>
                </a:lnTo>
                <a:lnTo>
                  <a:pt x="1916" y="2635"/>
                </a:lnTo>
                <a:lnTo>
                  <a:pt x="1915" y="2635"/>
                </a:lnTo>
                <a:lnTo>
                  <a:pt x="1914" y="2635"/>
                </a:lnTo>
                <a:lnTo>
                  <a:pt x="1913" y="2635"/>
                </a:lnTo>
                <a:lnTo>
                  <a:pt x="1912" y="2635"/>
                </a:lnTo>
                <a:lnTo>
                  <a:pt x="1911" y="2635"/>
                </a:lnTo>
                <a:lnTo>
                  <a:pt x="1911" y="2636"/>
                </a:lnTo>
                <a:lnTo>
                  <a:pt x="1910" y="2636"/>
                </a:lnTo>
                <a:lnTo>
                  <a:pt x="1910" y="2637"/>
                </a:lnTo>
                <a:lnTo>
                  <a:pt x="1911" y="2637"/>
                </a:lnTo>
                <a:lnTo>
                  <a:pt x="1910" y="2638"/>
                </a:lnTo>
                <a:lnTo>
                  <a:pt x="1909" y="2638"/>
                </a:lnTo>
                <a:lnTo>
                  <a:pt x="1908" y="2639"/>
                </a:lnTo>
                <a:lnTo>
                  <a:pt x="1907" y="2639"/>
                </a:lnTo>
                <a:lnTo>
                  <a:pt x="1906" y="2639"/>
                </a:lnTo>
                <a:lnTo>
                  <a:pt x="1905" y="2639"/>
                </a:lnTo>
                <a:lnTo>
                  <a:pt x="1904" y="2639"/>
                </a:lnTo>
                <a:lnTo>
                  <a:pt x="1904" y="2640"/>
                </a:lnTo>
                <a:lnTo>
                  <a:pt x="1903" y="2640"/>
                </a:lnTo>
                <a:lnTo>
                  <a:pt x="1902" y="2640"/>
                </a:lnTo>
                <a:lnTo>
                  <a:pt x="1902" y="2641"/>
                </a:lnTo>
                <a:lnTo>
                  <a:pt x="1901" y="2641"/>
                </a:lnTo>
                <a:lnTo>
                  <a:pt x="1900" y="2641"/>
                </a:lnTo>
                <a:lnTo>
                  <a:pt x="1900" y="2642"/>
                </a:lnTo>
                <a:lnTo>
                  <a:pt x="1899" y="2643"/>
                </a:lnTo>
                <a:lnTo>
                  <a:pt x="1898" y="2643"/>
                </a:lnTo>
                <a:lnTo>
                  <a:pt x="1897" y="2643"/>
                </a:lnTo>
                <a:lnTo>
                  <a:pt x="1897" y="2644"/>
                </a:lnTo>
                <a:lnTo>
                  <a:pt x="1896" y="2644"/>
                </a:lnTo>
                <a:lnTo>
                  <a:pt x="1894" y="2644"/>
                </a:lnTo>
                <a:lnTo>
                  <a:pt x="1893" y="2644"/>
                </a:lnTo>
                <a:lnTo>
                  <a:pt x="1892" y="2644"/>
                </a:lnTo>
                <a:lnTo>
                  <a:pt x="1892" y="2645"/>
                </a:lnTo>
                <a:lnTo>
                  <a:pt x="1891" y="2645"/>
                </a:lnTo>
                <a:lnTo>
                  <a:pt x="1891" y="2646"/>
                </a:lnTo>
                <a:lnTo>
                  <a:pt x="1891" y="2647"/>
                </a:lnTo>
                <a:lnTo>
                  <a:pt x="1891" y="2648"/>
                </a:lnTo>
                <a:lnTo>
                  <a:pt x="1890" y="2648"/>
                </a:lnTo>
                <a:lnTo>
                  <a:pt x="1889" y="2648"/>
                </a:lnTo>
                <a:lnTo>
                  <a:pt x="1889" y="2649"/>
                </a:lnTo>
                <a:lnTo>
                  <a:pt x="1888" y="2649"/>
                </a:lnTo>
                <a:lnTo>
                  <a:pt x="1888" y="2650"/>
                </a:lnTo>
                <a:lnTo>
                  <a:pt x="1887" y="2650"/>
                </a:lnTo>
                <a:lnTo>
                  <a:pt x="1887" y="2651"/>
                </a:lnTo>
                <a:lnTo>
                  <a:pt x="1887" y="2652"/>
                </a:lnTo>
                <a:lnTo>
                  <a:pt x="1886" y="2652"/>
                </a:lnTo>
                <a:lnTo>
                  <a:pt x="1885" y="2653"/>
                </a:lnTo>
                <a:lnTo>
                  <a:pt x="1885" y="2654"/>
                </a:lnTo>
                <a:lnTo>
                  <a:pt x="1884" y="2654"/>
                </a:lnTo>
                <a:lnTo>
                  <a:pt x="1883" y="2654"/>
                </a:lnTo>
                <a:lnTo>
                  <a:pt x="1883" y="2655"/>
                </a:lnTo>
                <a:lnTo>
                  <a:pt x="1882" y="2655"/>
                </a:lnTo>
                <a:lnTo>
                  <a:pt x="1881" y="2655"/>
                </a:lnTo>
                <a:lnTo>
                  <a:pt x="1880" y="2655"/>
                </a:lnTo>
                <a:lnTo>
                  <a:pt x="1879" y="2656"/>
                </a:lnTo>
                <a:lnTo>
                  <a:pt x="1878" y="2656"/>
                </a:lnTo>
                <a:lnTo>
                  <a:pt x="1877" y="2657"/>
                </a:lnTo>
                <a:lnTo>
                  <a:pt x="1876" y="2657"/>
                </a:lnTo>
                <a:lnTo>
                  <a:pt x="1875" y="2658"/>
                </a:lnTo>
                <a:lnTo>
                  <a:pt x="1874" y="2658"/>
                </a:lnTo>
                <a:lnTo>
                  <a:pt x="1874" y="2659"/>
                </a:lnTo>
                <a:lnTo>
                  <a:pt x="1873" y="2659"/>
                </a:lnTo>
                <a:lnTo>
                  <a:pt x="1872" y="2660"/>
                </a:lnTo>
                <a:lnTo>
                  <a:pt x="1871" y="2661"/>
                </a:lnTo>
                <a:lnTo>
                  <a:pt x="1870" y="2662"/>
                </a:lnTo>
                <a:lnTo>
                  <a:pt x="1869" y="2662"/>
                </a:lnTo>
                <a:lnTo>
                  <a:pt x="1868" y="2663"/>
                </a:lnTo>
                <a:lnTo>
                  <a:pt x="1867" y="2664"/>
                </a:lnTo>
                <a:lnTo>
                  <a:pt x="1866" y="2664"/>
                </a:lnTo>
                <a:lnTo>
                  <a:pt x="1866" y="2665"/>
                </a:lnTo>
                <a:lnTo>
                  <a:pt x="1864" y="2666"/>
                </a:lnTo>
                <a:lnTo>
                  <a:pt x="1864" y="2667"/>
                </a:lnTo>
                <a:lnTo>
                  <a:pt x="1863" y="2667"/>
                </a:lnTo>
                <a:lnTo>
                  <a:pt x="1863" y="2669"/>
                </a:lnTo>
                <a:lnTo>
                  <a:pt x="1862" y="2669"/>
                </a:lnTo>
                <a:lnTo>
                  <a:pt x="1861" y="2670"/>
                </a:lnTo>
                <a:lnTo>
                  <a:pt x="1860" y="2671"/>
                </a:lnTo>
                <a:lnTo>
                  <a:pt x="1859" y="2671"/>
                </a:lnTo>
                <a:lnTo>
                  <a:pt x="1859" y="2672"/>
                </a:lnTo>
                <a:lnTo>
                  <a:pt x="1858" y="2672"/>
                </a:lnTo>
                <a:lnTo>
                  <a:pt x="1857" y="2673"/>
                </a:lnTo>
                <a:lnTo>
                  <a:pt x="1856" y="2674"/>
                </a:lnTo>
                <a:lnTo>
                  <a:pt x="1856" y="2675"/>
                </a:lnTo>
                <a:lnTo>
                  <a:pt x="1855" y="2675"/>
                </a:lnTo>
                <a:lnTo>
                  <a:pt x="1854" y="2676"/>
                </a:lnTo>
                <a:lnTo>
                  <a:pt x="1854" y="2677"/>
                </a:lnTo>
                <a:lnTo>
                  <a:pt x="1853" y="2677"/>
                </a:lnTo>
                <a:lnTo>
                  <a:pt x="1853" y="2678"/>
                </a:lnTo>
                <a:lnTo>
                  <a:pt x="1852" y="2678"/>
                </a:lnTo>
                <a:lnTo>
                  <a:pt x="1852" y="2679"/>
                </a:lnTo>
                <a:lnTo>
                  <a:pt x="1851" y="2679"/>
                </a:lnTo>
                <a:lnTo>
                  <a:pt x="1851" y="2680"/>
                </a:lnTo>
                <a:lnTo>
                  <a:pt x="1850" y="2681"/>
                </a:lnTo>
                <a:lnTo>
                  <a:pt x="1849" y="2682"/>
                </a:lnTo>
                <a:lnTo>
                  <a:pt x="1848" y="2683"/>
                </a:lnTo>
                <a:lnTo>
                  <a:pt x="1848" y="2684"/>
                </a:lnTo>
                <a:lnTo>
                  <a:pt x="1847" y="2684"/>
                </a:lnTo>
                <a:lnTo>
                  <a:pt x="1847" y="2685"/>
                </a:lnTo>
                <a:lnTo>
                  <a:pt x="1846" y="2686"/>
                </a:lnTo>
                <a:lnTo>
                  <a:pt x="1845" y="2687"/>
                </a:lnTo>
                <a:lnTo>
                  <a:pt x="1845" y="2688"/>
                </a:lnTo>
                <a:lnTo>
                  <a:pt x="1844" y="2689"/>
                </a:lnTo>
                <a:lnTo>
                  <a:pt x="1843" y="2689"/>
                </a:lnTo>
                <a:lnTo>
                  <a:pt x="1842" y="2690"/>
                </a:lnTo>
                <a:lnTo>
                  <a:pt x="1841" y="2691"/>
                </a:lnTo>
                <a:lnTo>
                  <a:pt x="1841" y="2692"/>
                </a:lnTo>
                <a:lnTo>
                  <a:pt x="1840" y="2693"/>
                </a:lnTo>
                <a:lnTo>
                  <a:pt x="1840" y="2694"/>
                </a:lnTo>
                <a:lnTo>
                  <a:pt x="1839" y="2694"/>
                </a:lnTo>
                <a:lnTo>
                  <a:pt x="1839" y="2695"/>
                </a:lnTo>
                <a:lnTo>
                  <a:pt x="1838" y="2696"/>
                </a:lnTo>
                <a:lnTo>
                  <a:pt x="1837" y="2697"/>
                </a:lnTo>
                <a:lnTo>
                  <a:pt x="1836" y="2698"/>
                </a:lnTo>
                <a:lnTo>
                  <a:pt x="1836" y="2699"/>
                </a:lnTo>
                <a:lnTo>
                  <a:pt x="1835" y="2700"/>
                </a:lnTo>
                <a:lnTo>
                  <a:pt x="1835" y="2701"/>
                </a:lnTo>
                <a:lnTo>
                  <a:pt x="1834" y="2701"/>
                </a:lnTo>
                <a:lnTo>
                  <a:pt x="1834" y="2702"/>
                </a:lnTo>
                <a:lnTo>
                  <a:pt x="1834" y="2703"/>
                </a:lnTo>
                <a:lnTo>
                  <a:pt x="1834" y="2704"/>
                </a:lnTo>
                <a:lnTo>
                  <a:pt x="1835" y="2704"/>
                </a:lnTo>
                <a:lnTo>
                  <a:pt x="1835" y="2706"/>
                </a:lnTo>
                <a:lnTo>
                  <a:pt x="1835" y="2707"/>
                </a:lnTo>
                <a:lnTo>
                  <a:pt x="1835" y="2708"/>
                </a:lnTo>
                <a:lnTo>
                  <a:pt x="1834" y="2709"/>
                </a:lnTo>
                <a:lnTo>
                  <a:pt x="1834" y="2710"/>
                </a:lnTo>
                <a:lnTo>
                  <a:pt x="1834" y="2711"/>
                </a:lnTo>
                <a:lnTo>
                  <a:pt x="1834" y="2712"/>
                </a:lnTo>
                <a:lnTo>
                  <a:pt x="1833" y="2713"/>
                </a:lnTo>
                <a:lnTo>
                  <a:pt x="1833" y="2714"/>
                </a:lnTo>
                <a:lnTo>
                  <a:pt x="1832" y="2715"/>
                </a:lnTo>
                <a:lnTo>
                  <a:pt x="1831" y="2715"/>
                </a:lnTo>
                <a:lnTo>
                  <a:pt x="1830" y="2715"/>
                </a:lnTo>
                <a:lnTo>
                  <a:pt x="1829" y="2715"/>
                </a:lnTo>
                <a:lnTo>
                  <a:pt x="1828" y="2715"/>
                </a:lnTo>
                <a:lnTo>
                  <a:pt x="1828" y="2716"/>
                </a:lnTo>
                <a:lnTo>
                  <a:pt x="1827" y="2716"/>
                </a:lnTo>
                <a:lnTo>
                  <a:pt x="1826" y="2716"/>
                </a:lnTo>
                <a:lnTo>
                  <a:pt x="1825" y="2716"/>
                </a:lnTo>
                <a:lnTo>
                  <a:pt x="1824" y="2716"/>
                </a:lnTo>
                <a:lnTo>
                  <a:pt x="1823" y="2717"/>
                </a:lnTo>
                <a:lnTo>
                  <a:pt x="1822" y="2717"/>
                </a:lnTo>
                <a:lnTo>
                  <a:pt x="1821" y="2718"/>
                </a:lnTo>
                <a:lnTo>
                  <a:pt x="1820" y="2718"/>
                </a:lnTo>
                <a:lnTo>
                  <a:pt x="1820" y="2719"/>
                </a:lnTo>
                <a:lnTo>
                  <a:pt x="1819" y="2719"/>
                </a:lnTo>
                <a:lnTo>
                  <a:pt x="1819" y="2720"/>
                </a:lnTo>
                <a:lnTo>
                  <a:pt x="1818" y="2720"/>
                </a:lnTo>
                <a:lnTo>
                  <a:pt x="1817" y="2720"/>
                </a:lnTo>
                <a:lnTo>
                  <a:pt x="1817" y="2721"/>
                </a:lnTo>
                <a:lnTo>
                  <a:pt x="1816" y="2721"/>
                </a:lnTo>
                <a:lnTo>
                  <a:pt x="1815" y="2721"/>
                </a:lnTo>
                <a:lnTo>
                  <a:pt x="1814" y="2722"/>
                </a:lnTo>
                <a:lnTo>
                  <a:pt x="1813" y="2722"/>
                </a:lnTo>
                <a:lnTo>
                  <a:pt x="1812" y="2722"/>
                </a:lnTo>
                <a:lnTo>
                  <a:pt x="1811" y="2723"/>
                </a:lnTo>
                <a:lnTo>
                  <a:pt x="1810" y="2723"/>
                </a:lnTo>
                <a:lnTo>
                  <a:pt x="1809" y="2723"/>
                </a:lnTo>
                <a:lnTo>
                  <a:pt x="1808" y="2723"/>
                </a:lnTo>
                <a:lnTo>
                  <a:pt x="1807" y="2723"/>
                </a:lnTo>
                <a:lnTo>
                  <a:pt x="1807" y="2724"/>
                </a:lnTo>
                <a:lnTo>
                  <a:pt x="1806" y="2724"/>
                </a:lnTo>
                <a:lnTo>
                  <a:pt x="1805" y="2724"/>
                </a:lnTo>
                <a:lnTo>
                  <a:pt x="1804" y="2724"/>
                </a:lnTo>
                <a:lnTo>
                  <a:pt x="1803" y="2724"/>
                </a:lnTo>
                <a:lnTo>
                  <a:pt x="1802" y="2724"/>
                </a:lnTo>
                <a:lnTo>
                  <a:pt x="1801" y="2724"/>
                </a:lnTo>
                <a:lnTo>
                  <a:pt x="1800" y="2724"/>
                </a:lnTo>
                <a:lnTo>
                  <a:pt x="1800" y="2725"/>
                </a:lnTo>
                <a:lnTo>
                  <a:pt x="1797" y="2725"/>
                </a:lnTo>
                <a:lnTo>
                  <a:pt x="1795" y="2725"/>
                </a:lnTo>
                <a:lnTo>
                  <a:pt x="1793" y="2725"/>
                </a:lnTo>
                <a:lnTo>
                  <a:pt x="1793" y="2724"/>
                </a:lnTo>
                <a:lnTo>
                  <a:pt x="1791" y="2724"/>
                </a:lnTo>
                <a:lnTo>
                  <a:pt x="1791" y="2725"/>
                </a:lnTo>
                <a:lnTo>
                  <a:pt x="1790" y="2725"/>
                </a:lnTo>
                <a:lnTo>
                  <a:pt x="1789" y="2725"/>
                </a:lnTo>
                <a:lnTo>
                  <a:pt x="1788" y="2725"/>
                </a:lnTo>
                <a:lnTo>
                  <a:pt x="1787" y="2725"/>
                </a:lnTo>
                <a:lnTo>
                  <a:pt x="1786" y="2725"/>
                </a:lnTo>
                <a:lnTo>
                  <a:pt x="1785" y="2725"/>
                </a:lnTo>
                <a:lnTo>
                  <a:pt x="1784" y="2725"/>
                </a:lnTo>
                <a:lnTo>
                  <a:pt x="1783" y="2725"/>
                </a:lnTo>
                <a:lnTo>
                  <a:pt x="1782" y="2725"/>
                </a:lnTo>
                <a:lnTo>
                  <a:pt x="1782" y="2726"/>
                </a:lnTo>
                <a:lnTo>
                  <a:pt x="1781" y="2726"/>
                </a:lnTo>
                <a:lnTo>
                  <a:pt x="1780" y="2726"/>
                </a:lnTo>
                <a:lnTo>
                  <a:pt x="1779" y="2726"/>
                </a:lnTo>
                <a:lnTo>
                  <a:pt x="1778" y="2726"/>
                </a:lnTo>
                <a:lnTo>
                  <a:pt x="1777" y="2726"/>
                </a:lnTo>
                <a:lnTo>
                  <a:pt x="1776" y="2727"/>
                </a:lnTo>
                <a:lnTo>
                  <a:pt x="1775" y="2727"/>
                </a:lnTo>
                <a:lnTo>
                  <a:pt x="1774" y="2727"/>
                </a:lnTo>
                <a:lnTo>
                  <a:pt x="1773" y="2727"/>
                </a:lnTo>
                <a:lnTo>
                  <a:pt x="1772" y="2727"/>
                </a:lnTo>
                <a:lnTo>
                  <a:pt x="1771" y="2728"/>
                </a:lnTo>
                <a:lnTo>
                  <a:pt x="1770" y="2728"/>
                </a:lnTo>
                <a:lnTo>
                  <a:pt x="1769" y="2728"/>
                </a:lnTo>
                <a:lnTo>
                  <a:pt x="1768" y="2728"/>
                </a:lnTo>
                <a:lnTo>
                  <a:pt x="1767" y="2728"/>
                </a:lnTo>
                <a:lnTo>
                  <a:pt x="1766" y="2728"/>
                </a:lnTo>
                <a:lnTo>
                  <a:pt x="1765" y="2728"/>
                </a:lnTo>
                <a:lnTo>
                  <a:pt x="1763" y="2728"/>
                </a:lnTo>
                <a:lnTo>
                  <a:pt x="1761" y="2727"/>
                </a:lnTo>
                <a:lnTo>
                  <a:pt x="1760" y="2727"/>
                </a:lnTo>
                <a:lnTo>
                  <a:pt x="1759" y="2727"/>
                </a:lnTo>
                <a:lnTo>
                  <a:pt x="1758" y="2726"/>
                </a:lnTo>
                <a:lnTo>
                  <a:pt x="1757" y="2726"/>
                </a:lnTo>
                <a:lnTo>
                  <a:pt x="1756" y="2726"/>
                </a:lnTo>
                <a:lnTo>
                  <a:pt x="1755" y="2725"/>
                </a:lnTo>
                <a:lnTo>
                  <a:pt x="1753" y="2725"/>
                </a:lnTo>
                <a:lnTo>
                  <a:pt x="1752" y="2725"/>
                </a:lnTo>
                <a:lnTo>
                  <a:pt x="1751" y="2725"/>
                </a:lnTo>
                <a:lnTo>
                  <a:pt x="1750" y="2725"/>
                </a:lnTo>
                <a:lnTo>
                  <a:pt x="1749" y="2725"/>
                </a:lnTo>
                <a:lnTo>
                  <a:pt x="1748" y="2725"/>
                </a:lnTo>
                <a:lnTo>
                  <a:pt x="1747" y="2725"/>
                </a:lnTo>
                <a:lnTo>
                  <a:pt x="1746" y="2725"/>
                </a:lnTo>
                <a:lnTo>
                  <a:pt x="1745" y="2725"/>
                </a:lnTo>
                <a:lnTo>
                  <a:pt x="1745" y="2726"/>
                </a:lnTo>
                <a:lnTo>
                  <a:pt x="1744" y="2726"/>
                </a:lnTo>
                <a:lnTo>
                  <a:pt x="1743" y="2726"/>
                </a:lnTo>
                <a:lnTo>
                  <a:pt x="1742" y="2727"/>
                </a:lnTo>
                <a:lnTo>
                  <a:pt x="1741" y="2727"/>
                </a:lnTo>
                <a:lnTo>
                  <a:pt x="1739" y="2727"/>
                </a:lnTo>
                <a:lnTo>
                  <a:pt x="1738" y="2727"/>
                </a:lnTo>
                <a:lnTo>
                  <a:pt x="1737" y="2726"/>
                </a:lnTo>
                <a:lnTo>
                  <a:pt x="1736" y="2726"/>
                </a:lnTo>
                <a:lnTo>
                  <a:pt x="1735" y="2725"/>
                </a:lnTo>
                <a:lnTo>
                  <a:pt x="1734" y="2725"/>
                </a:lnTo>
                <a:lnTo>
                  <a:pt x="1733" y="2725"/>
                </a:lnTo>
                <a:lnTo>
                  <a:pt x="1733" y="2724"/>
                </a:lnTo>
                <a:lnTo>
                  <a:pt x="1732" y="2724"/>
                </a:lnTo>
                <a:lnTo>
                  <a:pt x="1731" y="2723"/>
                </a:lnTo>
                <a:lnTo>
                  <a:pt x="1730" y="2723"/>
                </a:lnTo>
                <a:lnTo>
                  <a:pt x="1730" y="2722"/>
                </a:lnTo>
                <a:lnTo>
                  <a:pt x="1729" y="2722"/>
                </a:lnTo>
                <a:lnTo>
                  <a:pt x="1728" y="2722"/>
                </a:lnTo>
                <a:lnTo>
                  <a:pt x="1728" y="2721"/>
                </a:lnTo>
                <a:lnTo>
                  <a:pt x="1726" y="2721"/>
                </a:lnTo>
                <a:lnTo>
                  <a:pt x="1725" y="2722"/>
                </a:lnTo>
                <a:lnTo>
                  <a:pt x="1724" y="2722"/>
                </a:lnTo>
                <a:lnTo>
                  <a:pt x="1723" y="2722"/>
                </a:lnTo>
                <a:lnTo>
                  <a:pt x="1722" y="2722"/>
                </a:lnTo>
                <a:lnTo>
                  <a:pt x="1721" y="2722"/>
                </a:lnTo>
                <a:lnTo>
                  <a:pt x="1720" y="2722"/>
                </a:lnTo>
                <a:lnTo>
                  <a:pt x="1719" y="2722"/>
                </a:lnTo>
                <a:lnTo>
                  <a:pt x="1718" y="2722"/>
                </a:lnTo>
                <a:lnTo>
                  <a:pt x="1718" y="2723"/>
                </a:lnTo>
                <a:lnTo>
                  <a:pt x="1717" y="2723"/>
                </a:lnTo>
                <a:lnTo>
                  <a:pt x="1716" y="2723"/>
                </a:lnTo>
                <a:lnTo>
                  <a:pt x="1715" y="2723"/>
                </a:lnTo>
                <a:lnTo>
                  <a:pt x="1714" y="2724"/>
                </a:lnTo>
                <a:lnTo>
                  <a:pt x="1714" y="2725"/>
                </a:lnTo>
                <a:lnTo>
                  <a:pt x="1713" y="2725"/>
                </a:lnTo>
                <a:lnTo>
                  <a:pt x="1712" y="2725"/>
                </a:lnTo>
                <a:lnTo>
                  <a:pt x="1711" y="2725"/>
                </a:lnTo>
                <a:lnTo>
                  <a:pt x="1710" y="2725"/>
                </a:lnTo>
                <a:lnTo>
                  <a:pt x="1710" y="2726"/>
                </a:lnTo>
                <a:lnTo>
                  <a:pt x="1709" y="2726"/>
                </a:lnTo>
                <a:lnTo>
                  <a:pt x="1708" y="2726"/>
                </a:lnTo>
                <a:lnTo>
                  <a:pt x="1707" y="2726"/>
                </a:lnTo>
                <a:lnTo>
                  <a:pt x="1706" y="2726"/>
                </a:lnTo>
                <a:lnTo>
                  <a:pt x="1706" y="2727"/>
                </a:lnTo>
                <a:lnTo>
                  <a:pt x="1705" y="2727"/>
                </a:lnTo>
                <a:lnTo>
                  <a:pt x="1704" y="2727"/>
                </a:lnTo>
                <a:lnTo>
                  <a:pt x="1703" y="2727"/>
                </a:lnTo>
                <a:lnTo>
                  <a:pt x="1702" y="2727"/>
                </a:lnTo>
                <a:lnTo>
                  <a:pt x="1701" y="2727"/>
                </a:lnTo>
                <a:lnTo>
                  <a:pt x="1700" y="2728"/>
                </a:lnTo>
                <a:lnTo>
                  <a:pt x="1699" y="2728"/>
                </a:lnTo>
                <a:lnTo>
                  <a:pt x="1698" y="2728"/>
                </a:lnTo>
                <a:lnTo>
                  <a:pt x="1697" y="2728"/>
                </a:lnTo>
                <a:lnTo>
                  <a:pt x="1696" y="2729"/>
                </a:lnTo>
                <a:lnTo>
                  <a:pt x="1695" y="2729"/>
                </a:lnTo>
                <a:lnTo>
                  <a:pt x="1694" y="2729"/>
                </a:lnTo>
                <a:lnTo>
                  <a:pt x="1693" y="2729"/>
                </a:lnTo>
                <a:lnTo>
                  <a:pt x="1692" y="2729"/>
                </a:lnTo>
                <a:lnTo>
                  <a:pt x="1692" y="2730"/>
                </a:lnTo>
                <a:lnTo>
                  <a:pt x="1691" y="2730"/>
                </a:lnTo>
                <a:lnTo>
                  <a:pt x="1690" y="2730"/>
                </a:lnTo>
                <a:lnTo>
                  <a:pt x="1689" y="2730"/>
                </a:lnTo>
                <a:lnTo>
                  <a:pt x="1689" y="2731"/>
                </a:lnTo>
                <a:lnTo>
                  <a:pt x="1688" y="2731"/>
                </a:lnTo>
                <a:lnTo>
                  <a:pt x="1687" y="2731"/>
                </a:lnTo>
                <a:lnTo>
                  <a:pt x="1686" y="2731"/>
                </a:lnTo>
                <a:lnTo>
                  <a:pt x="1685" y="2731"/>
                </a:lnTo>
                <a:lnTo>
                  <a:pt x="1685" y="2732"/>
                </a:lnTo>
                <a:lnTo>
                  <a:pt x="1684" y="2732"/>
                </a:lnTo>
                <a:lnTo>
                  <a:pt x="1683" y="2732"/>
                </a:lnTo>
                <a:lnTo>
                  <a:pt x="1681" y="2732"/>
                </a:lnTo>
                <a:lnTo>
                  <a:pt x="1680" y="2732"/>
                </a:lnTo>
                <a:lnTo>
                  <a:pt x="1678" y="2732"/>
                </a:lnTo>
                <a:lnTo>
                  <a:pt x="1676" y="2732"/>
                </a:lnTo>
                <a:lnTo>
                  <a:pt x="1676" y="2731"/>
                </a:lnTo>
                <a:lnTo>
                  <a:pt x="1677" y="2731"/>
                </a:lnTo>
                <a:lnTo>
                  <a:pt x="1678" y="2730"/>
                </a:lnTo>
                <a:lnTo>
                  <a:pt x="1678" y="2729"/>
                </a:lnTo>
                <a:lnTo>
                  <a:pt x="1678" y="2728"/>
                </a:lnTo>
                <a:lnTo>
                  <a:pt x="1678" y="2727"/>
                </a:lnTo>
                <a:lnTo>
                  <a:pt x="1678" y="2726"/>
                </a:lnTo>
                <a:lnTo>
                  <a:pt x="1679" y="2726"/>
                </a:lnTo>
                <a:lnTo>
                  <a:pt x="1679" y="2725"/>
                </a:lnTo>
                <a:lnTo>
                  <a:pt x="1679" y="2723"/>
                </a:lnTo>
                <a:lnTo>
                  <a:pt x="1679" y="2722"/>
                </a:lnTo>
                <a:lnTo>
                  <a:pt x="1679" y="2721"/>
                </a:lnTo>
                <a:lnTo>
                  <a:pt x="1679" y="2720"/>
                </a:lnTo>
                <a:lnTo>
                  <a:pt x="1678" y="2719"/>
                </a:lnTo>
                <a:lnTo>
                  <a:pt x="1678" y="2718"/>
                </a:lnTo>
                <a:lnTo>
                  <a:pt x="1678" y="2717"/>
                </a:lnTo>
                <a:lnTo>
                  <a:pt x="1677" y="2716"/>
                </a:lnTo>
                <a:lnTo>
                  <a:pt x="1676" y="2716"/>
                </a:lnTo>
                <a:lnTo>
                  <a:pt x="1676" y="2715"/>
                </a:lnTo>
                <a:lnTo>
                  <a:pt x="1675" y="2715"/>
                </a:lnTo>
                <a:lnTo>
                  <a:pt x="1675" y="2714"/>
                </a:lnTo>
                <a:lnTo>
                  <a:pt x="1676" y="2714"/>
                </a:lnTo>
                <a:lnTo>
                  <a:pt x="1676" y="2713"/>
                </a:lnTo>
                <a:lnTo>
                  <a:pt x="1675" y="2713"/>
                </a:lnTo>
                <a:lnTo>
                  <a:pt x="1675" y="2712"/>
                </a:lnTo>
                <a:lnTo>
                  <a:pt x="1675" y="2713"/>
                </a:lnTo>
                <a:lnTo>
                  <a:pt x="1675" y="2712"/>
                </a:lnTo>
                <a:lnTo>
                  <a:pt x="1674" y="2712"/>
                </a:lnTo>
                <a:lnTo>
                  <a:pt x="1673" y="2712"/>
                </a:lnTo>
                <a:lnTo>
                  <a:pt x="1672" y="2712"/>
                </a:lnTo>
                <a:lnTo>
                  <a:pt x="1672" y="2711"/>
                </a:lnTo>
                <a:lnTo>
                  <a:pt x="1672" y="2710"/>
                </a:lnTo>
                <a:lnTo>
                  <a:pt x="1671" y="2710"/>
                </a:lnTo>
                <a:lnTo>
                  <a:pt x="1671" y="2709"/>
                </a:lnTo>
                <a:lnTo>
                  <a:pt x="1671" y="2708"/>
                </a:lnTo>
                <a:lnTo>
                  <a:pt x="1671" y="2707"/>
                </a:lnTo>
                <a:lnTo>
                  <a:pt x="1671" y="2706"/>
                </a:lnTo>
                <a:lnTo>
                  <a:pt x="1670" y="2706"/>
                </a:lnTo>
                <a:lnTo>
                  <a:pt x="1671" y="2705"/>
                </a:lnTo>
                <a:lnTo>
                  <a:pt x="1671" y="2704"/>
                </a:lnTo>
                <a:lnTo>
                  <a:pt x="1672" y="2703"/>
                </a:lnTo>
                <a:lnTo>
                  <a:pt x="1672" y="2702"/>
                </a:lnTo>
                <a:lnTo>
                  <a:pt x="1671" y="2702"/>
                </a:lnTo>
                <a:lnTo>
                  <a:pt x="1671" y="2701"/>
                </a:lnTo>
                <a:lnTo>
                  <a:pt x="1671" y="2700"/>
                </a:lnTo>
                <a:lnTo>
                  <a:pt x="1672" y="2699"/>
                </a:lnTo>
                <a:lnTo>
                  <a:pt x="1672" y="2698"/>
                </a:lnTo>
                <a:lnTo>
                  <a:pt x="1673" y="2698"/>
                </a:lnTo>
                <a:lnTo>
                  <a:pt x="1674" y="2698"/>
                </a:lnTo>
                <a:lnTo>
                  <a:pt x="1674" y="2697"/>
                </a:lnTo>
                <a:lnTo>
                  <a:pt x="1674" y="2696"/>
                </a:lnTo>
                <a:lnTo>
                  <a:pt x="1674" y="2695"/>
                </a:lnTo>
                <a:lnTo>
                  <a:pt x="1675" y="2695"/>
                </a:lnTo>
                <a:lnTo>
                  <a:pt x="1675" y="2694"/>
                </a:lnTo>
                <a:lnTo>
                  <a:pt x="1675" y="2693"/>
                </a:lnTo>
                <a:lnTo>
                  <a:pt x="1674" y="2692"/>
                </a:lnTo>
                <a:lnTo>
                  <a:pt x="1674" y="2691"/>
                </a:lnTo>
                <a:lnTo>
                  <a:pt x="1673" y="2691"/>
                </a:lnTo>
                <a:lnTo>
                  <a:pt x="1672" y="2691"/>
                </a:lnTo>
                <a:lnTo>
                  <a:pt x="1672" y="2690"/>
                </a:lnTo>
                <a:lnTo>
                  <a:pt x="1673" y="2690"/>
                </a:lnTo>
                <a:lnTo>
                  <a:pt x="1673" y="2689"/>
                </a:lnTo>
                <a:lnTo>
                  <a:pt x="1674" y="2689"/>
                </a:lnTo>
                <a:lnTo>
                  <a:pt x="1675" y="2689"/>
                </a:lnTo>
                <a:lnTo>
                  <a:pt x="1676" y="2689"/>
                </a:lnTo>
                <a:lnTo>
                  <a:pt x="1676" y="2690"/>
                </a:lnTo>
                <a:lnTo>
                  <a:pt x="1677" y="2689"/>
                </a:lnTo>
                <a:lnTo>
                  <a:pt x="1677" y="2690"/>
                </a:lnTo>
                <a:lnTo>
                  <a:pt x="1678" y="2690"/>
                </a:lnTo>
                <a:lnTo>
                  <a:pt x="1678" y="2689"/>
                </a:lnTo>
                <a:lnTo>
                  <a:pt x="1678" y="2690"/>
                </a:lnTo>
                <a:lnTo>
                  <a:pt x="1678" y="2689"/>
                </a:lnTo>
                <a:lnTo>
                  <a:pt x="1679" y="2689"/>
                </a:lnTo>
                <a:lnTo>
                  <a:pt x="1679" y="2688"/>
                </a:lnTo>
                <a:lnTo>
                  <a:pt x="1679" y="2687"/>
                </a:lnTo>
                <a:lnTo>
                  <a:pt x="1678" y="2686"/>
                </a:lnTo>
                <a:lnTo>
                  <a:pt x="1678" y="2685"/>
                </a:lnTo>
                <a:lnTo>
                  <a:pt x="1678" y="2684"/>
                </a:lnTo>
                <a:lnTo>
                  <a:pt x="1677" y="2684"/>
                </a:lnTo>
                <a:lnTo>
                  <a:pt x="1677" y="2683"/>
                </a:lnTo>
                <a:lnTo>
                  <a:pt x="1677" y="2682"/>
                </a:lnTo>
                <a:lnTo>
                  <a:pt x="1676" y="2682"/>
                </a:lnTo>
                <a:lnTo>
                  <a:pt x="1676" y="2681"/>
                </a:lnTo>
                <a:lnTo>
                  <a:pt x="1676" y="2680"/>
                </a:lnTo>
                <a:lnTo>
                  <a:pt x="1675" y="2680"/>
                </a:lnTo>
                <a:lnTo>
                  <a:pt x="1675" y="2679"/>
                </a:lnTo>
                <a:lnTo>
                  <a:pt x="1675" y="2678"/>
                </a:lnTo>
                <a:lnTo>
                  <a:pt x="1674" y="2678"/>
                </a:lnTo>
                <a:lnTo>
                  <a:pt x="1674" y="2677"/>
                </a:lnTo>
                <a:lnTo>
                  <a:pt x="1674" y="2676"/>
                </a:lnTo>
                <a:lnTo>
                  <a:pt x="1673" y="2676"/>
                </a:lnTo>
                <a:lnTo>
                  <a:pt x="1673" y="2675"/>
                </a:lnTo>
                <a:lnTo>
                  <a:pt x="1672" y="2674"/>
                </a:lnTo>
                <a:lnTo>
                  <a:pt x="1672" y="2673"/>
                </a:lnTo>
                <a:lnTo>
                  <a:pt x="1672" y="2672"/>
                </a:lnTo>
                <a:lnTo>
                  <a:pt x="1671" y="2672"/>
                </a:lnTo>
                <a:lnTo>
                  <a:pt x="1670" y="2672"/>
                </a:lnTo>
                <a:lnTo>
                  <a:pt x="1670" y="2671"/>
                </a:lnTo>
                <a:lnTo>
                  <a:pt x="1670" y="2670"/>
                </a:lnTo>
                <a:lnTo>
                  <a:pt x="1670" y="2669"/>
                </a:lnTo>
                <a:lnTo>
                  <a:pt x="1670" y="2668"/>
                </a:lnTo>
                <a:lnTo>
                  <a:pt x="1669" y="2668"/>
                </a:lnTo>
                <a:lnTo>
                  <a:pt x="1669" y="2669"/>
                </a:lnTo>
                <a:lnTo>
                  <a:pt x="1668" y="2669"/>
                </a:lnTo>
                <a:lnTo>
                  <a:pt x="1667" y="2670"/>
                </a:lnTo>
                <a:lnTo>
                  <a:pt x="1666" y="2670"/>
                </a:lnTo>
                <a:lnTo>
                  <a:pt x="1665" y="2671"/>
                </a:lnTo>
                <a:lnTo>
                  <a:pt x="1664" y="2672"/>
                </a:lnTo>
                <a:lnTo>
                  <a:pt x="1663" y="2672"/>
                </a:lnTo>
                <a:lnTo>
                  <a:pt x="1662" y="2672"/>
                </a:lnTo>
                <a:lnTo>
                  <a:pt x="1661" y="2672"/>
                </a:lnTo>
                <a:lnTo>
                  <a:pt x="1660" y="2671"/>
                </a:lnTo>
                <a:lnTo>
                  <a:pt x="1659" y="2671"/>
                </a:lnTo>
                <a:lnTo>
                  <a:pt x="1658" y="2672"/>
                </a:lnTo>
                <a:lnTo>
                  <a:pt x="1657" y="2672"/>
                </a:lnTo>
                <a:lnTo>
                  <a:pt x="1656" y="2673"/>
                </a:lnTo>
                <a:lnTo>
                  <a:pt x="1655" y="2673"/>
                </a:lnTo>
                <a:lnTo>
                  <a:pt x="1654" y="2673"/>
                </a:lnTo>
                <a:lnTo>
                  <a:pt x="1653" y="2673"/>
                </a:lnTo>
                <a:lnTo>
                  <a:pt x="1652" y="2674"/>
                </a:lnTo>
                <a:lnTo>
                  <a:pt x="1651" y="2675"/>
                </a:lnTo>
                <a:lnTo>
                  <a:pt x="1650" y="2675"/>
                </a:lnTo>
                <a:lnTo>
                  <a:pt x="1649" y="2674"/>
                </a:lnTo>
                <a:lnTo>
                  <a:pt x="1648" y="2675"/>
                </a:lnTo>
                <a:lnTo>
                  <a:pt x="1647" y="2674"/>
                </a:lnTo>
                <a:lnTo>
                  <a:pt x="1648" y="2674"/>
                </a:lnTo>
                <a:lnTo>
                  <a:pt x="1650" y="2672"/>
                </a:lnTo>
                <a:lnTo>
                  <a:pt x="1649" y="2672"/>
                </a:lnTo>
                <a:lnTo>
                  <a:pt x="1647" y="2671"/>
                </a:lnTo>
                <a:lnTo>
                  <a:pt x="1646" y="2670"/>
                </a:lnTo>
                <a:lnTo>
                  <a:pt x="1645" y="2670"/>
                </a:lnTo>
                <a:lnTo>
                  <a:pt x="1644" y="2669"/>
                </a:lnTo>
                <a:lnTo>
                  <a:pt x="1643" y="2668"/>
                </a:lnTo>
                <a:lnTo>
                  <a:pt x="1642" y="2668"/>
                </a:lnTo>
                <a:lnTo>
                  <a:pt x="1641" y="2668"/>
                </a:lnTo>
                <a:lnTo>
                  <a:pt x="1640" y="2668"/>
                </a:lnTo>
                <a:lnTo>
                  <a:pt x="1639" y="2668"/>
                </a:lnTo>
                <a:lnTo>
                  <a:pt x="1639" y="2667"/>
                </a:lnTo>
                <a:lnTo>
                  <a:pt x="1638" y="2667"/>
                </a:lnTo>
                <a:lnTo>
                  <a:pt x="1637" y="2666"/>
                </a:lnTo>
                <a:lnTo>
                  <a:pt x="1637" y="2665"/>
                </a:lnTo>
                <a:lnTo>
                  <a:pt x="1636" y="2665"/>
                </a:lnTo>
                <a:lnTo>
                  <a:pt x="1635" y="2665"/>
                </a:lnTo>
                <a:lnTo>
                  <a:pt x="1634" y="2664"/>
                </a:lnTo>
                <a:lnTo>
                  <a:pt x="1634" y="2663"/>
                </a:lnTo>
                <a:lnTo>
                  <a:pt x="1633" y="2663"/>
                </a:lnTo>
                <a:lnTo>
                  <a:pt x="1633" y="2662"/>
                </a:lnTo>
                <a:lnTo>
                  <a:pt x="1632" y="2662"/>
                </a:lnTo>
                <a:lnTo>
                  <a:pt x="1631" y="2661"/>
                </a:lnTo>
                <a:lnTo>
                  <a:pt x="1631" y="2660"/>
                </a:lnTo>
                <a:lnTo>
                  <a:pt x="1631" y="2659"/>
                </a:lnTo>
                <a:lnTo>
                  <a:pt x="1630" y="2659"/>
                </a:lnTo>
                <a:lnTo>
                  <a:pt x="1630" y="2658"/>
                </a:lnTo>
                <a:lnTo>
                  <a:pt x="1629" y="2658"/>
                </a:lnTo>
                <a:lnTo>
                  <a:pt x="1629" y="2657"/>
                </a:lnTo>
                <a:lnTo>
                  <a:pt x="1630" y="2656"/>
                </a:lnTo>
                <a:lnTo>
                  <a:pt x="1631" y="2655"/>
                </a:lnTo>
                <a:lnTo>
                  <a:pt x="1630" y="2654"/>
                </a:lnTo>
                <a:lnTo>
                  <a:pt x="1629" y="2654"/>
                </a:lnTo>
                <a:lnTo>
                  <a:pt x="1629" y="2653"/>
                </a:lnTo>
                <a:lnTo>
                  <a:pt x="1629" y="2652"/>
                </a:lnTo>
                <a:lnTo>
                  <a:pt x="1629" y="2651"/>
                </a:lnTo>
                <a:lnTo>
                  <a:pt x="1630" y="2651"/>
                </a:lnTo>
                <a:lnTo>
                  <a:pt x="1630" y="2650"/>
                </a:lnTo>
                <a:lnTo>
                  <a:pt x="1631" y="2649"/>
                </a:lnTo>
                <a:lnTo>
                  <a:pt x="1632" y="2649"/>
                </a:lnTo>
                <a:lnTo>
                  <a:pt x="1632" y="2648"/>
                </a:lnTo>
                <a:lnTo>
                  <a:pt x="1632" y="2647"/>
                </a:lnTo>
                <a:lnTo>
                  <a:pt x="1633" y="2647"/>
                </a:lnTo>
                <a:lnTo>
                  <a:pt x="1634" y="2647"/>
                </a:lnTo>
                <a:lnTo>
                  <a:pt x="1634" y="2646"/>
                </a:lnTo>
                <a:lnTo>
                  <a:pt x="1635" y="2645"/>
                </a:lnTo>
                <a:lnTo>
                  <a:pt x="1635" y="2644"/>
                </a:lnTo>
                <a:lnTo>
                  <a:pt x="1634" y="2644"/>
                </a:lnTo>
                <a:lnTo>
                  <a:pt x="1635" y="2644"/>
                </a:lnTo>
                <a:lnTo>
                  <a:pt x="1635" y="2643"/>
                </a:lnTo>
                <a:lnTo>
                  <a:pt x="1636" y="2642"/>
                </a:lnTo>
                <a:lnTo>
                  <a:pt x="1636" y="2641"/>
                </a:lnTo>
                <a:lnTo>
                  <a:pt x="1635" y="2641"/>
                </a:lnTo>
                <a:lnTo>
                  <a:pt x="1636" y="2641"/>
                </a:lnTo>
                <a:lnTo>
                  <a:pt x="1636" y="2640"/>
                </a:lnTo>
                <a:lnTo>
                  <a:pt x="1636" y="2639"/>
                </a:lnTo>
                <a:lnTo>
                  <a:pt x="1636" y="2638"/>
                </a:lnTo>
                <a:lnTo>
                  <a:pt x="1636" y="2637"/>
                </a:lnTo>
                <a:lnTo>
                  <a:pt x="1635" y="2637"/>
                </a:lnTo>
                <a:lnTo>
                  <a:pt x="1635" y="2636"/>
                </a:lnTo>
                <a:lnTo>
                  <a:pt x="1636" y="2636"/>
                </a:lnTo>
                <a:lnTo>
                  <a:pt x="1635" y="2636"/>
                </a:lnTo>
                <a:lnTo>
                  <a:pt x="1636" y="2636"/>
                </a:lnTo>
                <a:lnTo>
                  <a:pt x="1635" y="2636"/>
                </a:lnTo>
                <a:lnTo>
                  <a:pt x="1635" y="2635"/>
                </a:lnTo>
                <a:lnTo>
                  <a:pt x="1635" y="2634"/>
                </a:lnTo>
                <a:lnTo>
                  <a:pt x="1634" y="2634"/>
                </a:lnTo>
                <a:lnTo>
                  <a:pt x="1633" y="2633"/>
                </a:lnTo>
                <a:lnTo>
                  <a:pt x="1632" y="2633"/>
                </a:lnTo>
                <a:lnTo>
                  <a:pt x="1631" y="2633"/>
                </a:lnTo>
                <a:lnTo>
                  <a:pt x="1631" y="2634"/>
                </a:lnTo>
                <a:lnTo>
                  <a:pt x="1630" y="2634"/>
                </a:lnTo>
                <a:lnTo>
                  <a:pt x="1629" y="2634"/>
                </a:lnTo>
                <a:lnTo>
                  <a:pt x="1629" y="2633"/>
                </a:lnTo>
                <a:lnTo>
                  <a:pt x="1629" y="2634"/>
                </a:lnTo>
                <a:lnTo>
                  <a:pt x="1629" y="2633"/>
                </a:lnTo>
                <a:lnTo>
                  <a:pt x="1628" y="2633"/>
                </a:lnTo>
                <a:lnTo>
                  <a:pt x="1627" y="2633"/>
                </a:lnTo>
                <a:lnTo>
                  <a:pt x="1627" y="2632"/>
                </a:lnTo>
                <a:lnTo>
                  <a:pt x="1627" y="2631"/>
                </a:lnTo>
                <a:lnTo>
                  <a:pt x="1628" y="2631"/>
                </a:lnTo>
                <a:lnTo>
                  <a:pt x="1628" y="2630"/>
                </a:lnTo>
                <a:lnTo>
                  <a:pt x="1628" y="2629"/>
                </a:lnTo>
                <a:lnTo>
                  <a:pt x="1629" y="2629"/>
                </a:lnTo>
                <a:lnTo>
                  <a:pt x="1630" y="2629"/>
                </a:lnTo>
                <a:lnTo>
                  <a:pt x="1631" y="2629"/>
                </a:lnTo>
                <a:lnTo>
                  <a:pt x="1631" y="2630"/>
                </a:lnTo>
                <a:lnTo>
                  <a:pt x="1632" y="2630"/>
                </a:lnTo>
                <a:lnTo>
                  <a:pt x="1632" y="2629"/>
                </a:lnTo>
                <a:lnTo>
                  <a:pt x="1633" y="2629"/>
                </a:lnTo>
                <a:lnTo>
                  <a:pt x="1634" y="2629"/>
                </a:lnTo>
                <a:lnTo>
                  <a:pt x="1634" y="2628"/>
                </a:lnTo>
                <a:lnTo>
                  <a:pt x="1634" y="2627"/>
                </a:lnTo>
                <a:lnTo>
                  <a:pt x="1634" y="2626"/>
                </a:lnTo>
                <a:lnTo>
                  <a:pt x="1633" y="2626"/>
                </a:lnTo>
                <a:lnTo>
                  <a:pt x="1633" y="2625"/>
                </a:lnTo>
                <a:lnTo>
                  <a:pt x="1632" y="2625"/>
                </a:lnTo>
                <a:lnTo>
                  <a:pt x="1632" y="2624"/>
                </a:lnTo>
                <a:lnTo>
                  <a:pt x="1631" y="2624"/>
                </a:lnTo>
                <a:lnTo>
                  <a:pt x="1630" y="2625"/>
                </a:lnTo>
                <a:lnTo>
                  <a:pt x="1630" y="2624"/>
                </a:lnTo>
                <a:lnTo>
                  <a:pt x="1630" y="2625"/>
                </a:lnTo>
                <a:lnTo>
                  <a:pt x="1629" y="2625"/>
                </a:lnTo>
                <a:lnTo>
                  <a:pt x="1628" y="2625"/>
                </a:lnTo>
                <a:lnTo>
                  <a:pt x="1628" y="2624"/>
                </a:lnTo>
                <a:lnTo>
                  <a:pt x="1628" y="2623"/>
                </a:lnTo>
                <a:lnTo>
                  <a:pt x="1627" y="2623"/>
                </a:lnTo>
                <a:lnTo>
                  <a:pt x="1626" y="2623"/>
                </a:lnTo>
                <a:lnTo>
                  <a:pt x="1625" y="2622"/>
                </a:lnTo>
                <a:lnTo>
                  <a:pt x="1624" y="2621"/>
                </a:lnTo>
                <a:lnTo>
                  <a:pt x="1623" y="2621"/>
                </a:lnTo>
                <a:lnTo>
                  <a:pt x="1622" y="2621"/>
                </a:lnTo>
                <a:lnTo>
                  <a:pt x="1622" y="2620"/>
                </a:lnTo>
                <a:lnTo>
                  <a:pt x="1622" y="2619"/>
                </a:lnTo>
                <a:lnTo>
                  <a:pt x="1622" y="2618"/>
                </a:lnTo>
                <a:lnTo>
                  <a:pt x="1622" y="2617"/>
                </a:lnTo>
                <a:lnTo>
                  <a:pt x="1621" y="2617"/>
                </a:lnTo>
                <a:lnTo>
                  <a:pt x="1621" y="2616"/>
                </a:lnTo>
                <a:lnTo>
                  <a:pt x="1620" y="2616"/>
                </a:lnTo>
                <a:lnTo>
                  <a:pt x="1620" y="2615"/>
                </a:lnTo>
                <a:lnTo>
                  <a:pt x="1620" y="2614"/>
                </a:lnTo>
                <a:lnTo>
                  <a:pt x="1619" y="2614"/>
                </a:lnTo>
                <a:lnTo>
                  <a:pt x="1618" y="2614"/>
                </a:lnTo>
                <a:lnTo>
                  <a:pt x="1618" y="2615"/>
                </a:lnTo>
                <a:lnTo>
                  <a:pt x="1617" y="2615"/>
                </a:lnTo>
                <a:lnTo>
                  <a:pt x="1617" y="2614"/>
                </a:lnTo>
                <a:lnTo>
                  <a:pt x="1617" y="2613"/>
                </a:lnTo>
                <a:lnTo>
                  <a:pt x="1616" y="2613"/>
                </a:lnTo>
                <a:lnTo>
                  <a:pt x="1615" y="2613"/>
                </a:lnTo>
                <a:lnTo>
                  <a:pt x="1615" y="2612"/>
                </a:lnTo>
                <a:lnTo>
                  <a:pt x="1614" y="2612"/>
                </a:lnTo>
                <a:lnTo>
                  <a:pt x="1613" y="2612"/>
                </a:lnTo>
                <a:lnTo>
                  <a:pt x="1612" y="2611"/>
                </a:lnTo>
                <a:lnTo>
                  <a:pt x="1611" y="2611"/>
                </a:lnTo>
                <a:lnTo>
                  <a:pt x="1611" y="2610"/>
                </a:lnTo>
                <a:lnTo>
                  <a:pt x="1609" y="2610"/>
                </a:lnTo>
                <a:lnTo>
                  <a:pt x="1609" y="2609"/>
                </a:lnTo>
                <a:lnTo>
                  <a:pt x="1609" y="2608"/>
                </a:lnTo>
                <a:lnTo>
                  <a:pt x="1608" y="2608"/>
                </a:lnTo>
                <a:lnTo>
                  <a:pt x="1608" y="2609"/>
                </a:lnTo>
                <a:lnTo>
                  <a:pt x="1607" y="2609"/>
                </a:lnTo>
                <a:lnTo>
                  <a:pt x="1607" y="2608"/>
                </a:lnTo>
                <a:lnTo>
                  <a:pt x="1607" y="2609"/>
                </a:lnTo>
                <a:lnTo>
                  <a:pt x="1606" y="2609"/>
                </a:lnTo>
                <a:lnTo>
                  <a:pt x="1606" y="2610"/>
                </a:lnTo>
                <a:lnTo>
                  <a:pt x="1606" y="2611"/>
                </a:lnTo>
                <a:lnTo>
                  <a:pt x="1606" y="2612"/>
                </a:lnTo>
                <a:lnTo>
                  <a:pt x="1605" y="2612"/>
                </a:lnTo>
                <a:lnTo>
                  <a:pt x="1604" y="2612"/>
                </a:lnTo>
                <a:lnTo>
                  <a:pt x="1604" y="2613"/>
                </a:lnTo>
                <a:lnTo>
                  <a:pt x="1603" y="2613"/>
                </a:lnTo>
                <a:lnTo>
                  <a:pt x="1603" y="2614"/>
                </a:lnTo>
                <a:lnTo>
                  <a:pt x="1603" y="2615"/>
                </a:lnTo>
                <a:lnTo>
                  <a:pt x="1603" y="2616"/>
                </a:lnTo>
                <a:lnTo>
                  <a:pt x="1602" y="2616"/>
                </a:lnTo>
                <a:lnTo>
                  <a:pt x="1602" y="2617"/>
                </a:lnTo>
                <a:lnTo>
                  <a:pt x="1601" y="2617"/>
                </a:lnTo>
                <a:lnTo>
                  <a:pt x="1601" y="2618"/>
                </a:lnTo>
                <a:lnTo>
                  <a:pt x="1600" y="2617"/>
                </a:lnTo>
                <a:lnTo>
                  <a:pt x="1599" y="2617"/>
                </a:lnTo>
                <a:lnTo>
                  <a:pt x="1599" y="2616"/>
                </a:lnTo>
                <a:lnTo>
                  <a:pt x="1598" y="2616"/>
                </a:lnTo>
                <a:lnTo>
                  <a:pt x="1597" y="2616"/>
                </a:lnTo>
                <a:lnTo>
                  <a:pt x="1596" y="2616"/>
                </a:lnTo>
                <a:lnTo>
                  <a:pt x="1595" y="2616"/>
                </a:lnTo>
                <a:lnTo>
                  <a:pt x="1595" y="2617"/>
                </a:lnTo>
                <a:lnTo>
                  <a:pt x="1594" y="2617"/>
                </a:lnTo>
                <a:lnTo>
                  <a:pt x="1593" y="2617"/>
                </a:lnTo>
                <a:lnTo>
                  <a:pt x="1593" y="2618"/>
                </a:lnTo>
                <a:lnTo>
                  <a:pt x="1592" y="2618"/>
                </a:lnTo>
                <a:lnTo>
                  <a:pt x="1593" y="2618"/>
                </a:lnTo>
                <a:lnTo>
                  <a:pt x="1593" y="2619"/>
                </a:lnTo>
                <a:lnTo>
                  <a:pt x="1593" y="2620"/>
                </a:lnTo>
                <a:lnTo>
                  <a:pt x="1593" y="2621"/>
                </a:lnTo>
                <a:lnTo>
                  <a:pt x="1592" y="2621"/>
                </a:lnTo>
                <a:lnTo>
                  <a:pt x="1592" y="2622"/>
                </a:lnTo>
                <a:lnTo>
                  <a:pt x="1591" y="2622"/>
                </a:lnTo>
                <a:lnTo>
                  <a:pt x="1590" y="2622"/>
                </a:lnTo>
                <a:lnTo>
                  <a:pt x="1590" y="2623"/>
                </a:lnTo>
                <a:lnTo>
                  <a:pt x="1590" y="2624"/>
                </a:lnTo>
                <a:lnTo>
                  <a:pt x="1589" y="2624"/>
                </a:lnTo>
                <a:lnTo>
                  <a:pt x="1588" y="2625"/>
                </a:lnTo>
                <a:lnTo>
                  <a:pt x="1587" y="2625"/>
                </a:lnTo>
                <a:lnTo>
                  <a:pt x="1586" y="2626"/>
                </a:lnTo>
                <a:lnTo>
                  <a:pt x="1585" y="2627"/>
                </a:lnTo>
                <a:lnTo>
                  <a:pt x="1585" y="2628"/>
                </a:lnTo>
                <a:lnTo>
                  <a:pt x="1584" y="2629"/>
                </a:lnTo>
                <a:lnTo>
                  <a:pt x="1584" y="2630"/>
                </a:lnTo>
                <a:lnTo>
                  <a:pt x="1583" y="2630"/>
                </a:lnTo>
                <a:lnTo>
                  <a:pt x="1582" y="2629"/>
                </a:lnTo>
                <a:lnTo>
                  <a:pt x="1581" y="2629"/>
                </a:lnTo>
                <a:lnTo>
                  <a:pt x="1581" y="2630"/>
                </a:lnTo>
                <a:lnTo>
                  <a:pt x="1580" y="2630"/>
                </a:lnTo>
                <a:lnTo>
                  <a:pt x="1579" y="2631"/>
                </a:lnTo>
                <a:lnTo>
                  <a:pt x="1578" y="2632"/>
                </a:lnTo>
                <a:lnTo>
                  <a:pt x="1577" y="2632"/>
                </a:lnTo>
                <a:lnTo>
                  <a:pt x="1575" y="2632"/>
                </a:lnTo>
                <a:lnTo>
                  <a:pt x="1574" y="2632"/>
                </a:lnTo>
                <a:lnTo>
                  <a:pt x="1573" y="2632"/>
                </a:lnTo>
                <a:lnTo>
                  <a:pt x="1573" y="2631"/>
                </a:lnTo>
                <a:lnTo>
                  <a:pt x="1572" y="2631"/>
                </a:lnTo>
                <a:lnTo>
                  <a:pt x="1571" y="2631"/>
                </a:lnTo>
                <a:lnTo>
                  <a:pt x="1570" y="2631"/>
                </a:lnTo>
                <a:lnTo>
                  <a:pt x="1569" y="2630"/>
                </a:lnTo>
                <a:lnTo>
                  <a:pt x="1567" y="2630"/>
                </a:lnTo>
                <a:lnTo>
                  <a:pt x="1566" y="2630"/>
                </a:lnTo>
                <a:lnTo>
                  <a:pt x="1566" y="2629"/>
                </a:lnTo>
                <a:lnTo>
                  <a:pt x="1566" y="2628"/>
                </a:lnTo>
                <a:lnTo>
                  <a:pt x="1565" y="2628"/>
                </a:lnTo>
                <a:lnTo>
                  <a:pt x="1565" y="2627"/>
                </a:lnTo>
                <a:lnTo>
                  <a:pt x="1565" y="2626"/>
                </a:lnTo>
                <a:lnTo>
                  <a:pt x="1564" y="2626"/>
                </a:lnTo>
                <a:lnTo>
                  <a:pt x="1563" y="2626"/>
                </a:lnTo>
                <a:lnTo>
                  <a:pt x="1563" y="2627"/>
                </a:lnTo>
                <a:lnTo>
                  <a:pt x="1563" y="2626"/>
                </a:lnTo>
                <a:lnTo>
                  <a:pt x="1562" y="2626"/>
                </a:lnTo>
                <a:lnTo>
                  <a:pt x="1562" y="2625"/>
                </a:lnTo>
                <a:lnTo>
                  <a:pt x="1562" y="2624"/>
                </a:lnTo>
                <a:lnTo>
                  <a:pt x="1561" y="2624"/>
                </a:lnTo>
                <a:lnTo>
                  <a:pt x="1561" y="2623"/>
                </a:lnTo>
                <a:lnTo>
                  <a:pt x="1561" y="2622"/>
                </a:lnTo>
                <a:lnTo>
                  <a:pt x="1560" y="2622"/>
                </a:lnTo>
                <a:lnTo>
                  <a:pt x="1560" y="2621"/>
                </a:lnTo>
                <a:lnTo>
                  <a:pt x="1560" y="2620"/>
                </a:lnTo>
                <a:lnTo>
                  <a:pt x="1560" y="2619"/>
                </a:lnTo>
                <a:lnTo>
                  <a:pt x="1560" y="2617"/>
                </a:lnTo>
                <a:lnTo>
                  <a:pt x="1560" y="2616"/>
                </a:lnTo>
                <a:lnTo>
                  <a:pt x="1560" y="2615"/>
                </a:lnTo>
                <a:lnTo>
                  <a:pt x="1561" y="2615"/>
                </a:lnTo>
                <a:lnTo>
                  <a:pt x="1561" y="2614"/>
                </a:lnTo>
                <a:lnTo>
                  <a:pt x="1561" y="2613"/>
                </a:lnTo>
                <a:lnTo>
                  <a:pt x="1560" y="2613"/>
                </a:lnTo>
                <a:lnTo>
                  <a:pt x="1560" y="2612"/>
                </a:lnTo>
                <a:lnTo>
                  <a:pt x="1560" y="2611"/>
                </a:lnTo>
                <a:lnTo>
                  <a:pt x="1560" y="2610"/>
                </a:lnTo>
                <a:lnTo>
                  <a:pt x="1559" y="2610"/>
                </a:lnTo>
                <a:lnTo>
                  <a:pt x="1559" y="2611"/>
                </a:lnTo>
                <a:lnTo>
                  <a:pt x="1558" y="2611"/>
                </a:lnTo>
                <a:lnTo>
                  <a:pt x="1558" y="2610"/>
                </a:lnTo>
                <a:lnTo>
                  <a:pt x="1557" y="2610"/>
                </a:lnTo>
                <a:lnTo>
                  <a:pt x="1556" y="2610"/>
                </a:lnTo>
                <a:lnTo>
                  <a:pt x="1555" y="2609"/>
                </a:lnTo>
                <a:lnTo>
                  <a:pt x="1554" y="2609"/>
                </a:lnTo>
                <a:lnTo>
                  <a:pt x="1553" y="2609"/>
                </a:lnTo>
                <a:lnTo>
                  <a:pt x="1553" y="2608"/>
                </a:lnTo>
                <a:lnTo>
                  <a:pt x="1551" y="2608"/>
                </a:lnTo>
                <a:lnTo>
                  <a:pt x="1551" y="2607"/>
                </a:lnTo>
                <a:lnTo>
                  <a:pt x="1550" y="2607"/>
                </a:lnTo>
                <a:lnTo>
                  <a:pt x="1549" y="2607"/>
                </a:lnTo>
                <a:lnTo>
                  <a:pt x="1550" y="2607"/>
                </a:lnTo>
                <a:lnTo>
                  <a:pt x="1550" y="2608"/>
                </a:lnTo>
                <a:lnTo>
                  <a:pt x="1549" y="2608"/>
                </a:lnTo>
                <a:lnTo>
                  <a:pt x="1548" y="2608"/>
                </a:lnTo>
                <a:lnTo>
                  <a:pt x="1548" y="2609"/>
                </a:lnTo>
                <a:lnTo>
                  <a:pt x="1547" y="2609"/>
                </a:lnTo>
                <a:lnTo>
                  <a:pt x="1546" y="2609"/>
                </a:lnTo>
                <a:lnTo>
                  <a:pt x="1546" y="2610"/>
                </a:lnTo>
                <a:lnTo>
                  <a:pt x="1545" y="2610"/>
                </a:lnTo>
                <a:lnTo>
                  <a:pt x="1544" y="2610"/>
                </a:lnTo>
                <a:lnTo>
                  <a:pt x="1543" y="2610"/>
                </a:lnTo>
                <a:lnTo>
                  <a:pt x="1543" y="2611"/>
                </a:lnTo>
                <a:lnTo>
                  <a:pt x="1542" y="2612"/>
                </a:lnTo>
                <a:lnTo>
                  <a:pt x="1541" y="2612"/>
                </a:lnTo>
                <a:lnTo>
                  <a:pt x="1540" y="2612"/>
                </a:lnTo>
                <a:lnTo>
                  <a:pt x="1540" y="2611"/>
                </a:lnTo>
                <a:lnTo>
                  <a:pt x="1539" y="2611"/>
                </a:lnTo>
                <a:lnTo>
                  <a:pt x="1539" y="2610"/>
                </a:lnTo>
                <a:lnTo>
                  <a:pt x="1538" y="2610"/>
                </a:lnTo>
                <a:lnTo>
                  <a:pt x="1537" y="2610"/>
                </a:lnTo>
                <a:lnTo>
                  <a:pt x="1537" y="2609"/>
                </a:lnTo>
                <a:lnTo>
                  <a:pt x="1536" y="2609"/>
                </a:lnTo>
                <a:lnTo>
                  <a:pt x="1535" y="2609"/>
                </a:lnTo>
                <a:lnTo>
                  <a:pt x="1535" y="2608"/>
                </a:lnTo>
                <a:lnTo>
                  <a:pt x="1534" y="2608"/>
                </a:lnTo>
                <a:lnTo>
                  <a:pt x="1533" y="2608"/>
                </a:lnTo>
                <a:lnTo>
                  <a:pt x="1533" y="2609"/>
                </a:lnTo>
                <a:lnTo>
                  <a:pt x="1532" y="2609"/>
                </a:lnTo>
                <a:lnTo>
                  <a:pt x="1532" y="2610"/>
                </a:lnTo>
                <a:lnTo>
                  <a:pt x="1532" y="2609"/>
                </a:lnTo>
                <a:lnTo>
                  <a:pt x="1532" y="2610"/>
                </a:lnTo>
                <a:lnTo>
                  <a:pt x="1531" y="2610"/>
                </a:lnTo>
                <a:lnTo>
                  <a:pt x="1530" y="2610"/>
                </a:lnTo>
                <a:lnTo>
                  <a:pt x="1529" y="2610"/>
                </a:lnTo>
                <a:lnTo>
                  <a:pt x="1529" y="2609"/>
                </a:lnTo>
                <a:lnTo>
                  <a:pt x="1528" y="2609"/>
                </a:lnTo>
                <a:lnTo>
                  <a:pt x="1528" y="2608"/>
                </a:lnTo>
                <a:lnTo>
                  <a:pt x="1527" y="2608"/>
                </a:lnTo>
                <a:lnTo>
                  <a:pt x="1526" y="2608"/>
                </a:lnTo>
                <a:lnTo>
                  <a:pt x="1525" y="2608"/>
                </a:lnTo>
                <a:lnTo>
                  <a:pt x="1524" y="2608"/>
                </a:lnTo>
                <a:lnTo>
                  <a:pt x="1523" y="2608"/>
                </a:lnTo>
                <a:lnTo>
                  <a:pt x="1523" y="2609"/>
                </a:lnTo>
                <a:lnTo>
                  <a:pt x="1522" y="2609"/>
                </a:lnTo>
                <a:lnTo>
                  <a:pt x="1522" y="2608"/>
                </a:lnTo>
                <a:lnTo>
                  <a:pt x="1521" y="2608"/>
                </a:lnTo>
                <a:lnTo>
                  <a:pt x="1521" y="2607"/>
                </a:lnTo>
                <a:lnTo>
                  <a:pt x="1521" y="2606"/>
                </a:lnTo>
                <a:lnTo>
                  <a:pt x="1521" y="2605"/>
                </a:lnTo>
                <a:lnTo>
                  <a:pt x="1520" y="2605"/>
                </a:lnTo>
                <a:lnTo>
                  <a:pt x="1520" y="2604"/>
                </a:lnTo>
                <a:lnTo>
                  <a:pt x="1519" y="2604"/>
                </a:lnTo>
                <a:lnTo>
                  <a:pt x="1519" y="2603"/>
                </a:lnTo>
                <a:lnTo>
                  <a:pt x="1518" y="2603"/>
                </a:lnTo>
                <a:lnTo>
                  <a:pt x="1518" y="2602"/>
                </a:lnTo>
                <a:lnTo>
                  <a:pt x="1518" y="2601"/>
                </a:lnTo>
                <a:lnTo>
                  <a:pt x="1517" y="2601"/>
                </a:lnTo>
                <a:lnTo>
                  <a:pt x="1516" y="2601"/>
                </a:lnTo>
                <a:lnTo>
                  <a:pt x="1515" y="2601"/>
                </a:lnTo>
                <a:lnTo>
                  <a:pt x="1515" y="2600"/>
                </a:lnTo>
                <a:lnTo>
                  <a:pt x="1515" y="2599"/>
                </a:lnTo>
                <a:lnTo>
                  <a:pt x="1514" y="2599"/>
                </a:lnTo>
                <a:lnTo>
                  <a:pt x="1513" y="2599"/>
                </a:lnTo>
                <a:lnTo>
                  <a:pt x="1512" y="2599"/>
                </a:lnTo>
                <a:lnTo>
                  <a:pt x="1512" y="2600"/>
                </a:lnTo>
                <a:lnTo>
                  <a:pt x="1511" y="2600"/>
                </a:lnTo>
                <a:lnTo>
                  <a:pt x="1511" y="2599"/>
                </a:lnTo>
                <a:lnTo>
                  <a:pt x="1510" y="2599"/>
                </a:lnTo>
                <a:lnTo>
                  <a:pt x="1509" y="2600"/>
                </a:lnTo>
                <a:lnTo>
                  <a:pt x="1508" y="2600"/>
                </a:lnTo>
                <a:lnTo>
                  <a:pt x="1507" y="2600"/>
                </a:lnTo>
                <a:lnTo>
                  <a:pt x="1507" y="2599"/>
                </a:lnTo>
                <a:lnTo>
                  <a:pt x="1506" y="2599"/>
                </a:lnTo>
                <a:lnTo>
                  <a:pt x="1506" y="2598"/>
                </a:lnTo>
                <a:lnTo>
                  <a:pt x="1505" y="2598"/>
                </a:lnTo>
                <a:lnTo>
                  <a:pt x="1505" y="2597"/>
                </a:lnTo>
                <a:lnTo>
                  <a:pt x="1505" y="2596"/>
                </a:lnTo>
                <a:lnTo>
                  <a:pt x="1504" y="2596"/>
                </a:lnTo>
                <a:lnTo>
                  <a:pt x="1503" y="2596"/>
                </a:lnTo>
                <a:lnTo>
                  <a:pt x="1503" y="2595"/>
                </a:lnTo>
                <a:lnTo>
                  <a:pt x="1502" y="2595"/>
                </a:lnTo>
                <a:lnTo>
                  <a:pt x="1501" y="2595"/>
                </a:lnTo>
                <a:lnTo>
                  <a:pt x="1499" y="2595"/>
                </a:lnTo>
                <a:lnTo>
                  <a:pt x="1499" y="2596"/>
                </a:lnTo>
                <a:lnTo>
                  <a:pt x="1499" y="2597"/>
                </a:lnTo>
                <a:lnTo>
                  <a:pt x="1499" y="2598"/>
                </a:lnTo>
                <a:lnTo>
                  <a:pt x="1498" y="2598"/>
                </a:lnTo>
                <a:lnTo>
                  <a:pt x="1498" y="2599"/>
                </a:lnTo>
                <a:lnTo>
                  <a:pt x="1497" y="2600"/>
                </a:lnTo>
                <a:lnTo>
                  <a:pt x="1496" y="2600"/>
                </a:lnTo>
                <a:lnTo>
                  <a:pt x="1496" y="2599"/>
                </a:lnTo>
                <a:lnTo>
                  <a:pt x="1495" y="2599"/>
                </a:lnTo>
                <a:lnTo>
                  <a:pt x="1494" y="2599"/>
                </a:lnTo>
                <a:lnTo>
                  <a:pt x="1493" y="2599"/>
                </a:lnTo>
                <a:lnTo>
                  <a:pt x="1493" y="2600"/>
                </a:lnTo>
                <a:lnTo>
                  <a:pt x="1492" y="2600"/>
                </a:lnTo>
                <a:lnTo>
                  <a:pt x="1492" y="2601"/>
                </a:lnTo>
                <a:lnTo>
                  <a:pt x="1491" y="2601"/>
                </a:lnTo>
                <a:lnTo>
                  <a:pt x="1491" y="2600"/>
                </a:lnTo>
                <a:lnTo>
                  <a:pt x="1490" y="2600"/>
                </a:lnTo>
                <a:lnTo>
                  <a:pt x="1490" y="2599"/>
                </a:lnTo>
                <a:lnTo>
                  <a:pt x="1490" y="2598"/>
                </a:lnTo>
                <a:lnTo>
                  <a:pt x="1489" y="2598"/>
                </a:lnTo>
                <a:lnTo>
                  <a:pt x="1489" y="2597"/>
                </a:lnTo>
                <a:lnTo>
                  <a:pt x="1489" y="2598"/>
                </a:lnTo>
                <a:lnTo>
                  <a:pt x="1489" y="2597"/>
                </a:lnTo>
                <a:lnTo>
                  <a:pt x="1488" y="2597"/>
                </a:lnTo>
                <a:lnTo>
                  <a:pt x="1487" y="2596"/>
                </a:lnTo>
                <a:lnTo>
                  <a:pt x="1486" y="2596"/>
                </a:lnTo>
                <a:lnTo>
                  <a:pt x="1486" y="2595"/>
                </a:lnTo>
                <a:lnTo>
                  <a:pt x="1485" y="2595"/>
                </a:lnTo>
                <a:lnTo>
                  <a:pt x="1485" y="2596"/>
                </a:lnTo>
                <a:lnTo>
                  <a:pt x="1484" y="2596"/>
                </a:lnTo>
                <a:lnTo>
                  <a:pt x="1484" y="2595"/>
                </a:lnTo>
                <a:lnTo>
                  <a:pt x="1483" y="2595"/>
                </a:lnTo>
                <a:lnTo>
                  <a:pt x="1482" y="2595"/>
                </a:lnTo>
                <a:lnTo>
                  <a:pt x="1482" y="2596"/>
                </a:lnTo>
                <a:lnTo>
                  <a:pt x="1481" y="2596"/>
                </a:lnTo>
                <a:lnTo>
                  <a:pt x="1480" y="2596"/>
                </a:lnTo>
                <a:lnTo>
                  <a:pt x="1479" y="2596"/>
                </a:lnTo>
                <a:lnTo>
                  <a:pt x="1479" y="2595"/>
                </a:lnTo>
                <a:lnTo>
                  <a:pt x="1478" y="2595"/>
                </a:lnTo>
                <a:lnTo>
                  <a:pt x="1478" y="2594"/>
                </a:lnTo>
                <a:lnTo>
                  <a:pt x="1477" y="2594"/>
                </a:lnTo>
                <a:lnTo>
                  <a:pt x="1477" y="2593"/>
                </a:lnTo>
                <a:lnTo>
                  <a:pt x="1476" y="2593"/>
                </a:lnTo>
                <a:lnTo>
                  <a:pt x="1476" y="2592"/>
                </a:lnTo>
                <a:lnTo>
                  <a:pt x="1476" y="2591"/>
                </a:lnTo>
                <a:lnTo>
                  <a:pt x="1475" y="2591"/>
                </a:lnTo>
                <a:lnTo>
                  <a:pt x="1475" y="2592"/>
                </a:lnTo>
                <a:lnTo>
                  <a:pt x="1474" y="2592"/>
                </a:lnTo>
                <a:lnTo>
                  <a:pt x="1473" y="2592"/>
                </a:lnTo>
                <a:lnTo>
                  <a:pt x="1473" y="2591"/>
                </a:lnTo>
                <a:lnTo>
                  <a:pt x="1473" y="2590"/>
                </a:lnTo>
                <a:lnTo>
                  <a:pt x="1472" y="2590"/>
                </a:lnTo>
                <a:lnTo>
                  <a:pt x="1471" y="2590"/>
                </a:lnTo>
                <a:lnTo>
                  <a:pt x="1471" y="2591"/>
                </a:lnTo>
                <a:lnTo>
                  <a:pt x="1470" y="2590"/>
                </a:lnTo>
                <a:lnTo>
                  <a:pt x="1470" y="2589"/>
                </a:lnTo>
                <a:lnTo>
                  <a:pt x="1470" y="2590"/>
                </a:lnTo>
                <a:lnTo>
                  <a:pt x="1469" y="2590"/>
                </a:lnTo>
                <a:lnTo>
                  <a:pt x="1469" y="2591"/>
                </a:lnTo>
                <a:lnTo>
                  <a:pt x="1468" y="2591"/>
                </a:lnTo>
                <a:lnTo>
                  <a:pt x="1468" y="2592"/>
                </a:lnTo>
                <a:lnTo>
                  <a:pt x="1467" y="2592"/>
                </a:lnTo>
                <a:lnTo>
                  <a:pt x="1467" y="2593"/>
                </a:lnTo>
                <a:lnTo>
                  <a:pt x="1468" y="2593"/>
                </a:lnTo>
                <a:lnTo>
                  <a:pt x="1468" y="2594"/>
                </a:lnTo>
                <a:lnTo>
                  <a:pt x="1469" y="2594"/>
                </a:lnTo>
                <a:lnTo>
                  <a:pt x="1468" y="2594"/>
                </a:lnTo>
                <a:lnTo>
                  <a:pt x="1468" y="2595"/>
                </a:lnTo>
                <a:lnTo>
                  <a:pt x="1467" y="2595"/>
                </a:lnTo>
                <a:lnTo>
                  <a:pt x="1466" y="2596"/>
                </a:lnTo>
                <a:lnTo>
                  <a:pt x="1466" y="2595"/>
                </a:lnTo>
                <a:lnTo>
                  <a:pt x="1465" y="2595"/>
                </a:lnTo>
                <a:lnTo>
                  <a:pt x="1465" y="2596"/>
                </a:lnTo>
                <a:lnTo>
                  <a:pt x="1464" y="2596"/>
                </a:lnTo>
                <a:lnTo>
                  <a:pt x="1464" y="2597"/>
                </a:lnTo>
                <a:lnTo>
                  <a:pt x="1463" y="2597"/>
                </a:lnTo>
                <a:lnTo>
                  <a:pt x="1462" y="2597"/>
                </a:lnTo>
                <a:lnTo>
                  <a:pt x="1461" y="2597"/>
                </a:lnTo>
                <a:lnTo>
                  <a:pt x="1461" y="2596"/>
                </a:lnTo>
                <a:lnTo>
                  <a:pt x="1460" y="2596"/>
                </a:lnTo>
                <a:lnTo>
                  <a:pt x="1459" y="2596"/>
                </a:lnTo>
                <a:lnTo>
                  <a:pt x="1459" y="2597"/>
                </a:lnTo>
                <a:lnTo>
                  <a:pt x="1458" y="2597"/>
                </a:lnTo>
                <a:lnTo>
                  <a:pt x="1457" y="2597"/>
                </a:lnTo>
                <a:lnTo>
                  <a:pt x="1457" y="2598"/>
                </a:lnTo>
                <a:lnTo>
                  <a:pt x="1457" y="2597"/>
                </a:lnTo>
                <a:lnTo>
                  <a:pt x="1456" y="2597"/>
                </a:lnTo>
                <a:lnTo>
                  <a:pt x="1455" y="2597"/>
                </a:lnTo>
                <a:lnTo>
                  <a:pt x="1455" y="2598"/>
                </a:lnTo>
                <a:lnTo>
                  <a:pt x="1454" y="2598"/>
                </a:lnTo>
                <a:lnTo>
                  <a:pt x="1453" y="2598"/>
                </a:lnTo>
                <a:lnTo>
                  <a:pt x="1452" y="2598"/>
                </a:lnTo>
                <a:lnTo>
                  <a:pt x="1452" y="2599"/>
                </a:lnTo>
                <a:lnTo>
                  <a:pt x="1451" y="2599"/>
                </a:lnTo>
                <a:lnTo>
                  <a:pt x="1451" y="2600"/>
                </a:lnTo>
                <a:lnTo>
                  <a:pt x="1450" y="2601"/>
                </a:lnTo>
                <a:lnTo>
                  <a:pt x="1450" y="2602"/>
                </a:lnTo>
                <a:lnTo>
                  <a:pt x="1449" y="2602"/>
                </a:lnTo>
                <a:lnTo>
                  <a:pt x="1449" y="2603"/>
                </a:lnTo>
                <a:lnTo>
                  <a:pt x="1449" y="2602"/>
                </a:lnTo>
                <a:lnTo>
                  <a:pt x="1448" y="2602"/>
                </a:lnTo>
                <a:lnTo>
                  <a:pt x="1448" y="2603"/>
                </a:lnTo>
                <a:lnTo>
                  <a:pt x="1448" y="2604"/>
                </a:lnTo>
                <a:lnTo>
                  <a:pt x="1447" y="2604"/>
                </a:lnTo>
                <a:lnTo>
                  <a:pt x="1447" y="2605"/>
                </a:lnTo>
                <a:lnTo>
                  <a:pt x="1446" y="2606"/>
                </a:lnTo>
                <a:lnTo>
                  <a:pt x="1445" y="2606"/>
                </a:lnTo>
                <a:lnTo>
                  <a:pt x="1445" y="2605"/>
                </a:lnTo>
                <a:lnTo>
                  <a:pt x="1445" y="2606"/>
                </a:lnTo>
                <a:lnTo>
                  <a:pt x="1445" y="2605"/>
                </a:lnTo>
                <a:lnTo>
                  <a:pt x="1444" y="2605"/>
                </a:lnTo>
                <a:lnTo>
                  <a:pt x="1444" y="2606"/>
                </a:lnTo>
                <a:lnTo>
                  <a:pt x="1443" y="2606"/>
                </a:lnTo>
                <a:lnTo>
                  <a:pt x="1444" y="2606"/>
                </a:lnTo>
                <a:lnTo>
                  <a:pt x="1443" y="2607"/>
                </a:lnTo>
                <a:lnTo>
                  <a:pt x="1443" y="2608"/>
                </a:lnTo>
                <a:lnTo>
                  <a:pt x="1442" y="2608"/>
                </a:lnTo>
                <a:lnTo>
                  <a:pt x="1441" y="2608"/>
                </a:lnTo>
                <a:lnTo>
                  <a:pt x="1441" y="2609"/>
                </a:lnTo>
                <a:lnTo>
                  <a:pt x="1442" y="2609"/>
                </a:lnTo>
                <a:lnTo>
                  <a:pt x="1441" y="2609"/>
                </a:lnTo>
                <a:lnTo>
                  <a:pt x="1441" y="2610"/>
                </a:lnTo>
                <a:lnTo>
                  <a:pt x="1440" y="2610"/>
                </a:lnTo>
                <a:lnTo>
                  <a:pt x="1440" y="2611"/>
                </a:lnTo>
                <a:lnTo>
                  <a:pt x="1439" y="2611"/>
                </a:lnTo>
                <a:lnTo>
                  <a:pt x="1439" y="2612"/>
                </a:lnTo>
                <a:lnTo>
                  <a:pt x="1440" y="2612"/>
                </a:lnTo>
                <a:lnTo>
                  <a:pt x="1440" y="2613"/>
                </a:lnTo>
                <a:lnTo>
                  <a:pt x="1440" y="2614"/>
                </a:lnTo>
                <a:lnTo>
                  <a:pt x="1439" y="2614"/>
                </a:lnTo>
                <a:lnTo>
                  <a:pt x="1439" y="2615"/>
                </a:lnTo>
                <a:lnTo>
                  <a:pt x="1439" y="2616"/>
                </a:lnTo>
                <a:lnTo>
                  <a:pt x="1438" y="2616"/>
                </a:lnTo>
                <a:lnTo>
                  <a:pt x="1439" y="2616"/>
                </a:lnTo>
                <a:lnTo>
                  <a:pt x="1438" y="2616"/>
                </a:lnTo>
                <a:lnTo>
                  <a:pt x="1439" y="2617"/>
                </a:lnTo>
                <a:lnTo>
                  <a:pt x="1438" y="2618"/>
                </a:lnTo>
                <a:lnTo>
                  <a:pt x="1438" y="2620"/>
                </a:lnTo>
                <a:lnTo>
                  <a:pt x="1437" y="2620"/>
                </a:lnTo>
                <a:lnTo>
                  <a:pt x="1436" y="2620"/>
                </a:lnTo>
                <a:lnTo>
                  <a:pt x="1436" y="2621"/>
                </a:lnTo>
                <a:lnTo>
                  <a:pt x="1435" y="2621"/>
                </a:lnTo>
                <a:lnTo>
                  <a:pt x="1435" y="2622"/>
                </a:lnTo>
                <a:lnTo>
                  <a:pt x="1435" y="2623"/>
                </a:lnTo>
                <a:lnTo>
                  <a:pt x="1434" y="2623"/>
                </a:lnTo>
                <a:lnTo>
                  <a:pt x="1434" y="2624"/>
                </a:lnTo>
                <a:lnTo>
                  <a:pt x="1433" y="2625"/>
                </a:lnTo>
                <a:lnTo>
                  <a:pt x="1433" y="2626"/>
                </a:lnTo>
                <a:lnTo>
                  <a:pt x="1432" y="2626"/>
                </a:lnTo>
                <a:lnTo>
                  <a:pt x="1432" y="2627"/>
                </a:lnTo>
                <a:lnTo>
                  <a:pt x="1431" y="2627"/>
                </a:lnTo>
                <a:lnTo>
                  <a:pt x="1431" y="2628"/>
                </a:lnTo>
                <a:lnTo>
                  <a:pt x="1430" y="2628"/>
                </a:lnTo>
                <a:lnTo>
                  <a:pt x="1429" y="2628"/>
                </a:lnTo>
                <a:lnTo>
                  <a:pt x="1429" y="2629"/>
                </a:lnTo>
                <a:lnTo>
                  <a:pt x="1428" y="2629"/>
                </a:lnTo>
                <a:lnTo>
                  <a:pt x="1428" y="2630"/>
                </a:lnTo>
                <a:lnTo>
                  <a:pt x="1426" y="2630"/>
                </a:lnTo>
                <a:lnTo>
                  <a:pt x="1425" y="2630"/>
                </a:lnTo>
                <a:lnTo>
                  <a:pt x="1424" y="2630"/>
                </a:lnTo>
                <a:lnTo>
                  <a:pt x="1424" y="2631"/>
                </a:lnTo>
                <a:lnTo>
                  <a:pt x="1423" y="2631"/>
                </a:lnTo>
                <a:lnTo>
                  <a:pt x="1423" y="2632"/>
                </a:lnTo>
                <a:lnTo>
                  <a:pt x="1423" y="2633"/>
                </a:lnTo>
                <a:lnTo>
                  <a:pt x="1422" y="2634"/>
                </a:lnTo>
                <a:lnTo>
                  <a:pt x="1421" y="2635"/>
                </a:lnTo>
                <a:lnTo>
                  <a:pt x="1420" y="2635"/>
                </a:lnTo>
                <a:lnTo>
                  <a:pt x="1419" y="2635"/>
                </a:lnTo>
                <a:lnTo>
                  <a:pt x="1419" y="2636"/>
                </a:lnTo>
                <a:lnTo>
                  <a:pt x="1419" y="2637"/>
                </a:lnTo>
                <a:lnTo>
                  <a:pt x="1418" y="2637"/>
                </a:lnTo>
                <a:lnTo>
                  <a:pt x="1418" y="2638"/>
                </a:lnTo>
                <a:lnTo>
                  <a:pt x="1418" y="2639"/>
                </a:lnTo>
                <a:lnTo>
                  <a:pt x="1418" y="2640"/>
                </a:lnTo>
                <a:lnTo>
                  <a:pt x="1418" y="2641"/>
                </a:lnTo>
                <a:lnTo>
                  <a:pt x="1418" y="2642"/>
                </a:lnTo>
                <a:lnTo>
                  <a:pt x="1419" y="2642"/>
                </a:lnTo>
                <a:lnTo>
                  <a:pt x="1418" y="2642"/>
                </a:lnTo>
                <a:lnTo>
                  <a:pt x="1418" y="2643"/>
                </a:lnTo>
                <a:lnTo>
                  <a:pt x="1417" y="2643"/>
                </a:lnTo>
                <a:lnTo>
                  <a:pt x="1416" y="2643"/>
                </a:lnTo>
                <a:lnTo>
                  <a:pt x="1416" y="2644"/>
                </a:lnTo>
                <a:lnTo>
                  <a:pt x="1415" y="2644"/>
                </a:lnTo>
                <a:lnTo>
                  <a:pt x="1415" y="2645"/>
                </a:lnTo>
                <a:lnTo>
                  <a:pt x="1415" y="2646"/>
                </a:lnTo>
                <a:lnTo>
                  <a:pt x="1415" y="2647"/>
                </a:lnTo>
                <a:lnTo>
                  <a:pt x="1414" y="2647"/>
                </a:lnTo>
                <a:lnTo>
                  <a:pt x="1414" y="2648"/>
                </a:lnTo>
                <a:lnTo>
                  <a:pt x="1413" y="2649"/>
                </a:lnTo>
                <a:lnTo>
                  <a:pt x="1412" y="2649"/>
                </a:lnTo>
                <a:lnTo>
                  <a:pt x="1412" y="2650"/>
                </a:lnTo>
                <a:lnTo>
                  <a:pt x="1411" y="2650"/>
                </a:lnTo>
                <a:lnTo>
                  <a:pt x="1411" y="2651"/>
                </a:lnTo>
                <a:lnTo>
                  <a:pt x="1411" y="2652"/>
                </a:lnTo>
                <a:lnTo>
                  <a:pt x="1410" y="2652"/>
                </a:lnTo>
                <a:lnTo>
                  <a:pt x="1410" y="2653"/>
                </a:lnTo>
                <a:lnTo>
                  <a:pt x="1410" y="2654"/>
                </a:lnTo>
                <a:lnTo>
                  <a:pt x="1409" y="2654"/>
                </a:lnTo>
                <a:lnTo>
                  <a:pt x="1410" y="2654"/>
                </a:lnTo>
                <a:lnTo>
                  <a:pt x="1410" y="2655"/>
                </a:lnTo>
                <a:lnTo>
                  <a:pt x="1411" y="2655"/>
                </a:lnTo>
                <a:lnTo>
                  <a:pt x="1411" y="2656"/>
                </a:lnTo>
                <a:lnTo>
                  <a:pt x="1412" y="2656"/>
                </a:lnTo>
                <a:lnTo>
                  <a:pt x="1412" y="2657"/>
                </a:lnTo>
                <a:lnTo>
                  <a:pt x="1411" y="2657"/>
                </a:lnTo>
                <a:lnTo>
                  <a:pt x="1412" y="2657"/>
                </a:lnTo>
                <a:lnTo>
                  <a:pt x="1412" y="2658"/>
                </a:lnTo>
                <a:lnTo>
                  <a:pt x="1413" y="2658"/>
                </a:lnTo>
                <a:lnTo>
                  <a:pt x="1412" y="2658"/>
                </a:lnTo>
                <a:lnTo>
                  <a:pt x="1412" y="2659"/>
                </a:lnTo>
                <a:lnTo>
                  <a:pt x="1412" y="2660"/>
                </a:lnTo>
                <a:lnTo>
                  <a:pt x="1411" y="2660"/>
                </a:lnTo>
                <a:lnTo>
                  <a:pt x="1410" y="2660"/>
                </a:lnTo>
                <a:lnTo>
                  <a:pt x="1410" y="2661"/>
                </a:lnTo>
                <a:lnTo>
                  <a:pt x="1409" y="2662"/>
                </a:lnTo>
                <a:lnTo>
                  <a:pt x="1408" y="2662"/>
                </a:lnTo>
                <a:lnTo>
                  <a:pt x="1408" y="2661"/>
                </a:lnTo>
                <a:lnTo>
                  <a:pt x="1408" y="2662"/>
                </a:lnTo>
                <a:lnTo>
                  <a:pt x="1407" y="2662"/>
                </a:lnTo>
                <a:lnTo>
                  <a:pt x="1407" y="2663"/>
                </a:lnTo>
                <a:lnTo>
                  <a:pt x="1408" y="2663"/>
                </a:lnTo>
                <a:lnTo>
                  <a:pt x="1407" y="2663"/>
                </a:lnTo>
                <a:lnTo>
                  <a:pt x="1407" y="2664"/>
                </a:lnTo>
                <a:lnTo>
                  <a:pt x="1408" y="2664"/>
                </a:lnTo>
                <a:lnTo>
                  <a:pt x="1407" y="2665"/>
                </a:lnTo>
                <a:lnTo>
                  <a:pt x="1408" y="2665"/>
                </a:lnTo>
                <a:lnTo>
                  <a:pt x="1407" y="2665"/>
                </a:lnTo>
                <a:lnTo>
                  <a:pt x="1407" y="2666"/>
                </a:lnTo>
                <a:lnTo>
                  <a:pt x="1408" y="2666"/>
                </a:lnTo>
                <a:lnTo>
                  <a:pt x="1408" y="2667"/>
                </a:lnTo>
                <a:lnTo>
                  <a:pt x="1408" y="2668"/>
                </a:lnTo>
                <a:lnTo>
                  <a:pt x="1409" y="2669"/>
                </a:lnTo>
                <a:lnTo>
                  <a:pt x="1409" y="2670"/>
                </a:lnTo>
                <a:lnTo>
                  <a:pt x="1409" y="2671"/>
                </a:lnTo>
                <a:lnTo>
                  <a:pt x="1409" y="2672"/>
                </a:lnTo>
                <a:lnTo>
                  <a:pt x="1409" y="2673"/>
                </a:lnTo>
                <a:lnTo>
                  <a:pt x="1410" y="2673"/>
                </a:lnTo>
                <a:lnTo>
                  <a:pt x="1411" y="2674"/>
                </a:lnTo>
                <a:lnTo>
                  <a:pt x="1411" y="2676"/>
                </a:lnTo>
                <a:lnTo>
                  <a:pt x="1410" y="2677"/>
                </a:lnTo>
                <a:lnTo>
                  <a:pt x="1410" y="2678"/>
                </a:lnTo>
                <a:lnTo>
                  <a:pt x="1410" y="2679"/>
                </a:lnTo>
                <a:lnTo>
                  <a:pt x="1409" y="2679"/>
                </a:lnTo>
                <a:lnTo>
                  <a:pt x="1409" y="2680"/>
                </a:lnTo>
                <a:lnTo>
                  <a:pt x="1408" y="2681"/>
                </a:lnTo>
                <a:lnTo>
                  <a:pt x="1408" y="2682"/>
                </a:lnTo>
                <a:lnTo>
                  <a:pt x="1408" y="2683"/>
                </a:lnTo>
                <a:lnTo>
                  <a:pt x="1408" y="2684"/>
                </a:lnTo>
                <a:lnTo>
                  <a:pt x="1407" y="2684"/>
                </a:lnTo>
                <a:lnTo>
                  <a:pt x="1407" y="2685"/>
                </a:lnTo>
                <a:lnTo>
                  <a:pt x="1407" y="2686"/>
                </a:lnTo>
                <a:lnTo>
                  <a:pt x="1406" y="2686"/>
                </a:lnTo>
                <a:lnTo>
                  <a:pt x="1406" y="2687"/>
                </a:lnTo>
                <a:lnTo>
                  <a:pt x="1405" y="2687"/>
                </a:lnTo>
                <a:lnTo>
                  <a:pt x="1405" y="2688"/>
                </a:lnTo>
                <a:lnTo>
                  <a:pt x="1404" y="2688"/>
                </a:lnTo>
                <a:lnTo>
                  <a:pt x="1403" y="2689"/>
                </a:lnTo>
                <a:lnTo>
                  <a:pt x="1402" y="2689"/>
                </a:lnTo>
                <a:lnTo>
                  <a:pt x="1402" y="2690"/>
                </a:lnTo>
                <a:lnTo>
                  <a:pt x="1401" y="2690"/>
                </a:lnTo>
                <a:lnTo>
                  <a:pt x="1400" y="2690"/>
                </a:lnTo>
                <a:lnTo>
                  <a:pt x="1400" y="2691"/>
                </a:lnTo>
                <a:lnTo>
                  <a:pt x="1400" y="2692"/>
                </a:lnTo>
                <a:lnTo>
                  <a:pt x="1400" y="2693"/>
                </a:lnTo>
                <a:lnTo>
                  <a:pt x="1400" y="2694"/>
                </a:lnTo>
                <a:lnTo>
                  <a:pt x="1400" y="2695"/>
                </a:lnTo>
                <a:lnTo>
                  <a:pt x="1399" y="2695"/>
                </a:lnTo>
                <a:lnTo>
                  <a:pt x="1398" y="2695"/>
                </a:lnTo>
                <a:lnTo>
                  <a:pt x="1398" y="2696"/>
                </a:lnTo>
                <a:lnTo>
                  <a:pt x="1398" y="2695"/>
                </a:lnTo>
                <a:lnTo>
                  <a:pt x="1397" y="2695"/>
                </a:lnTo>
                <a:lnTo>
                  <a:pt x="1396" y="2694"/>
                </a:lnTo>
                <a:lnTo>
                  <a:pt x="1396" y="2693"/>
                </a:lnTo>
                <a:lnTo>
                  <a:pt x="1395" y="2693"/>
                </a:lnTo>
                <a:lnTo>
                  <a:pt x="1395" y="2692"/>
                </a:lnTo>
                <a:lnTo>
                  <a:pt x="1394" y="2692"/>
                </a:lnTo>
                <a:lnTo>
                  <a:pt x="1394" y="2691"/>
                </a:lnTo>
                <a:lnTo>
                  <a:pt x="1393" y="2691"/>
                </a:lnTo>
                <a:lnTo>
                  <a:pt x="1393" y="2690"/>
                </a:lnTo>
                <a:lnTo>
                  <a:pt x="1392" y="2690"/>
                </a:lnTo>
                <a:lnTo>
                  <a:pt x="1391" y="2690"/>
                </a:lnTo>
                <a:lnTo>
                  <a:pt x="1391" y="2689"/>
                </a:lnTo>
                <a:lnTo>
                  <a:pt x="1390" y="2689"/>
                </a:lnTo>
                <a:lnTo>
                  <a:pt x="1390" y="2688"/>
                </a:lnTo>
                <a:lnTo>
                  <a:pt x="1391" y="2688"/>
                </a:lnTo>
                <a:lnTo>
                  <a:pt x="1391" y="2687"/>
                </a:lnTo>
                <a:lnTo>
                  <a:pt x="1391" y="2686"/>
                </a:lnTo>
                <a:lnTo>
                  <a:pt x="1391" y="2685"/>
                </a:lnTo>
                <a:lnTo>
                  <a:pt x="1391" y="2684"/>
                </a:lnTo>
                <a:lnTo>
                  <a:pt x="1390" y="2684"/>
                </a:lnTo>
                <a:lnTo>
                  <a:pt x="1389" y="2683"/>
                </a:lnTo>
                <a:lnTo>
                  <a:pt x="1388" y="2683"/>
                </a:lnTo>
                <a:lnTo>
                  <a:pt x="1388" y="2682"/>
                </a:lnTo>
                <a:lnTo>
                  <a:pt x="1387" y="2682"/>
                </a:lnTo>
                <a:lnTo>
                  <a:pt x="1388" y="2681"/>
                </a:lnTo>
                <a:lnTo>
                  <a:pt x="1387" y="2681"/>
                </a:lnTo>
                <a:lnTo>
                  <a:pt x="1387" y="2680"/>
                </a:lnTo>
                <a:lnTo>
                  <a:pt x="1386" y="2680"/>
                </a:lnTo>
                <a:lnTo>
                  <a:pt x="1386" y="2679"/>
                </a:lnTo>
                <a:lnTo>
                  <a:pt x="1386" y="2678"/>
                </a:lnTo>
                <a:lnTo>
                  <a:pt x="1385" y="2678"/>
                </a:lnTo>
                <a:lnTo>
                  <a:pt x="1384" y="2678"/>
                </a:lnTo>
                <a:lnTo>
                  <a:pt x="1383" y="2678"/>
                </a:lnTo>
                <a:lnTo>
                  <a:pt x="1383" y="2677"/>
                </a:lnTo>
                <a:lnTo>
                  <a:pt x="1382" y="2677"/>
                </a:lnTo>
                <a:lnTo>
                  <a:pt x="1382" y="2676"/>
                </a:lnTo>
                <a:lnTo>
                  <a:pt x="1381" y="2676"/>
                </a:lnTo>
                <a:lnTo>
                  <a:pt x="1380" y="2676"/>
                </a:lnTo>
                <a:lnTo>
                  <a:pt x="1380" y="2675"/>
                </a:lnTo>
                <a:lnTo>
                  <a:pt x="1380" y="2674"/>
                </a:lnTo>
                <a:lnTo>
                  <a:pt x="1381" y="2674"/>
                </a:lnTo>
                <a:lnTo>
                  <a:pt x="1380" y="2674"/>
                </a:lnTo>
                <a:lnTo>
                  <a:pt x="1380" y="2673"/>
                </a:lnTo>
                <a:lnTo>
                  <a:pt x="1379" y="2673"/>
                </a:lnTo>
                <a:lnTo>
                  <a:pt x="1379" y="2672"/>
                </a:lnTo>
                <a:lnTo>
                  <a:pt x="1379" y="2671"/>
                </a:lnTo>
                <a:lnTo>
                  <a:pt x="1378" y="2671"/>
                </a:lnTo>
                <a:lnTo>
                  <a:pt x="1378" y="2670"/>
                </a:lnTo>
                <a:lnTo>
                  <a:pt x="1378" y="2669"/>
                </a:lnTo>
                <a:lnTo>
                  <a:pt x="1378" y="2668"/>
                </a:lnTo>
                <a:lnTo>
                  <a:pt x="1378" y="2667"/>
                </a:lnTo>
                <a:lnTo>
                  <a:pt x="1379" y="2667"/>
                </a:lnTo>
                <a:lnTo>
                  <a:pt x="1378" y="2666"/>
                </a:lnTo>
                <a:lnTo>
                  <a:pt x="1379" y="2666"/>
                </a:lnTo>
                <a:lnTo>
                  <a:pt x="1379" y="2665"/>
                </a:lnTo>
                <a:lnTo>
                  <a:pt x="1379" y="2664"/>
                </a:lnTo>
                <a:lnTo>
                  <a:pt x="1379" y="2663"/>
                </a:lnTo>
                <a:lnTo>
                  <a:pt x="1378" y="2663"/>
                </a:lnTo>
                <a:lnTo>
                  <a:pt x="1378" y="2662"/>
                </a:lnTo>
                <a:lnTo>
                  <a:pt x="1377" y="2662"/>
                </a:lnTo>
                <a:lnTo>
                  <a:pt x="1378" y="2662"/>
                </a:lnTo>
                <a:lnTo>
                  <a:pt x="1378" y="2661"/>
                </a:lnTo>
                <a:lnTo>
                  <a:pt x="1377" y="2661"/>
                </a:lnTo>
                <a:lnTo>
                  <a:pt x="1378" y="2661"/>
                </a:lnTo>
                <a:lnTo>
                  <a:pt x="1377" y="2660"/>
                </a:lnTo>
                <a:lnTo>
                  <a:pt x="1377" y="2659"/>
                </a:lnTo>
                <a:lnTo>
                  <a:pt x="1378" y="2659"/>
                </a:lnTo>
                <a:lnTo>
                  <a:pt x="1379" y="2658"/>
                </a:lnTo>
                <a:lnTo>
                  <a:pt x="1379" y="2657"/>
                </a:lnTo>
                <a:lnTo>
                  <a:pt x="1380" y="2657"/>
                </a:lnTo>
                <a:lnTo>
                  <a:pt x="1380" y="2656"/>
                </a:lnTo>
                <a:lnTo>
                  <a:pt x="1381" y="2655"/>
                </a:lnTo>
                <a:lnTo>
                  <a:pt x="1380" y="2655"/>
                </a:lnTo>
                <a:lnTo>
                  <a:pt x="1381" y="2655"/>
                </a:lnTo>
                <a:lnTo>
                  <a:pt x="1381" y="2654"/>
                </a:lnTo>
                <a:lnTo>
                  <a:pt x="1381" y="2653"/>
                </a:lnTo>
                <a:lnTo>
                  <a:pt x="1380" y="2653"/>
                </a:lnTo>
                <a:lnTo>
                  <a:pt x="1381" y="2653"/>
                </a:lnTo>
                <a:lnTo>
                  <a:pt x="1381" y="2652"/>
                </a:lnTo>
                <a:lnTo>
                  <a:pt x="1381" y="2651"/>
                </a:lnTo>
                <a:lnTo>
                  <a:pt x="1382" y="2651"/>
                </a:lnTo>
                <a:lnTo>
                  <a:pt x="1383" y="2651"/>
                </a:lnTo>
                <a:lnTo>
                  <a:pt x="1383" y="2650"/>
                </a:lnTo>
                <a:lnTo>
                  <a:pt x="1384" y="2650"/>
                </a:lnTo>
                <a:lnTo>
                  <a:pt x="1384" y="2649"/>
                </a:lnTo>
                <a:lnTo>
                  <a:pt x="1384" y="2648"/>
                </a:lnTo>
                <a:lnTo>
                  <a:pt x="1384" y="2647"/>
                </a:lnTo>
                <a:lnTo>
                  <a:pt x="1384" y="2646"/>
                </a:lnTo>
                <a:lnTo>
                  <a:pt x="1384" y="2645"/>
                </a:lnTo>
                <a:lnTo>
                  <a:pt x="1383" y="2645"/>
                </a:lnTo>
                <a:lnTo>
                  <a:pt x="1383" y="2644"/>
                </a:lnTo>
                <a:lnTo>
                  <a:pt x="1384" y="2644"/>
                </a:lnTo>
                <a:lnTo>
                  <a:pt x="1385" y="2644"/>
                </a:lnTo>
                <a:lnTo>
                  <a:pt x="1385" y="2643"/>
                </a:lnTo>
                <a:lnTo>
                  <a:pt x="1385" y="2642"/>
                </a:lnTo>
                <a:lnTo>
                  <a:pt x="1386" y="2641"/>
                </a:lnTo>
                <a:lnTo>
                  <a:pt x="1386" y="2640"/>
                </a:lnTo>
                <a:lnTo>
                  <a:pt x="1385" y="2640"/>
                </a:lnTo>
                <a:lnTo>
                  <a:pt x="1385" y="2639"/>
                </a:lnTo>
                <a:lnTo>
                  <a:pt x="1385" y="2638"/>
                </a:lnTo>
                <a:lnTo>
                  <a:pt x="1385" y="2637"/>
                </a:lnTo>
                <a:lnTo>
                  <a:pt x="1385" y="2636"/>
                </a:lnTo>
                <a:lnTo>
                  <a:pt x="1385" y="2635"/>
                </a:lnTo>
                <a:lnTo>
                  <a:pt x="1385" y="2634"/>
                </a:lnTo>
                <a:lnTo>
                  <a:pt x="1385" y="2633"/>
                </a:lnTo>
                <a:lnTo>
                  <a:pt x="1386" y="2633"/>
                </a:lnTo>
                <a:lnTo>
                  <a:pt x="1387" y="2633"/>
                </a:lnTo>
                <a:lnTo>
                  <a:pt x="1387" y="2632"/>
                </a:lnTo>
                <a:lnTo>
                  <a:pt x="1387" y="2631"/>
                </a:lnTo>
                <a:lnTo>
                  <a:pt x="1387" y="2630"/>
                </a:lnTo>
                <a:lnTo>
                  <a:pt x="1388" y="2630"/>
                </a:lnTo>
                <a:lnTo>
                  <a:pt x="1388" y="2629"/>
                </a:lnTo>
                <a:lnTo>
                  <a:pt x="1387" y="2629"/>
                </a:lnTo>
                <a:lnTo>
                  <a:pt x="1387" y="2628"/>
                </a:lnTo>
                <a:lnTo>
                  <a:pt x="1387" y="2627"/>
                </a:lnTo>
                <a:lnTo>
                  <a:pt x="1387" y="2626"/>
                </a:lnTo>
                <a:lnTo>
                  <a:pt x="1387" y="2625"/>
                </a:lnTo>
                <a:lnTo>
                  <a:pt x="1386" y="2625"/>
                </a:lnTo>
                <a:lnTo>
                  <a:pt x="1386" y="2624"/>
                </a:lnTo>
                <a:lnTo>
                  <a:pt x="1386" y="2623"/>
                </a:lnTo>
                <a:lnTo>
                  <a:pt x="1385" y="2623"/>
                </a:lnTo>
                <a:lnTo>
                  <a:pt x="1385" y="2622"/>
                </a:lnTo>
                <a:lnTo>
                  <a:pt x="1384" y="2622"/>
                </a:lnTo>
                <a:lnTo>
                  <a:pt x="1383" y="2622"/>
                </a:lnTo>
                <a:lnTo>
                  <a:pt x="1383" y="2621"/>
                </a:lnTo>
                <a:lnTo>
                  <a:pt x="1384" y="2621"/>
                </a:lnTo>
                <a:lnTo>
                  <a:pt x="1384" y="2620"/>
                </a:lnTo>
                <a:lnTo>
                  <a:pt x="1384" y="2619"/>
                </a:lnTo>
                <a:lnTo>
                  <a:pt x="1384" y="2618"/>
                </a:lnTo>
                <a:lnTo>
                  <a:pt x="1384" y="2617"/>
                </a:lnTo>
                <a:lnTo>
                  <a:pt x="1384" y="2616"/>
                </a:lnTo>
                <a:lnTo>
                  <a:pt x="1383" y="2616"/>
                </a:lnTo>
                <a:lnTo>
                  <a:pt x="1383" y="2615"/>
                </a:lnTo>
                <a:lnTo>
                  <a:pt x="1383" y="2614"/>
                </a:lnTo>
                <a:lnTo>
                  <a:pt x="1383" y="2613"/>
                </a:lnTo>
                <a:lnTo>
                  <a:pt x="1382" y="2613"/>
                </a:lnTo>
                <a:lnTo>
                  <a:pt x="1381" y="2613"/>
                </a:lnTo>
                <a:lnTo>
                  <a:pt x="1381" y="2612"/>
                </a:lnTo>
                <a:lnTo>
                  <a:pt x="1380" y="2612"/>
                </a:lnTo>
                <a:lnTo>
                  <a:pt x="1380" y="2611"/>
                </a:lnTo>
                <a:lnTo>
                  <a:pt x="1379" y="2610"/>
                </a:lnTo>
                <a:lnTo>
                  <a:pt x="1378" y="2610"/>
                </a:lnTo>
                <a:lnTo>
                  <a:pt x="1378" y="2609"/>
                </a:lnTo>
                <a:lnTo>
                  <a:pt x="1377" y="2609"/>
                </a:lnTo>
                <a:lnTo>
                  <a:pt x="1377" y="2608"/>
                </a:lnTo>
                <a:lnTo>
                  <a:pt x="1376" y="2608"/>
                </a:lnTo>
                <a:lnTo>
                  <a:pt x="1376" y="2607"/>
                </a:lnTo>
                <a:lnTo>
                  <a:pt x="1375" y="2607"/>
                </a:lnTo>
                <a:lnTo>
                  <a:pt x="1374" y="2607"/>
                </a:lnTo>
                <a:lnTo>
                  <a:pt x="1372" y="2607"/>
                </a:lnTo>
                <a:lnTo>
                  <a:pt x="1371" y="2607"/>
                </a:lnTo>
                <a:lnTo>
                  <a:pt x="1370" y="2607"/>
                </a:lnTo>
                <a:lnTo>
                  <a:pt x="1369" y="2607"/>
                </a:lnTo>
                <a:lnTo>
                  <a:pt x="1369" y="2608"/>
                </a:lnTo>
                <a:lnTo>
                  <a:pt x="1369" y="2607"/>
                </a:lnTo>
                <a:lnTo>
                  <a:pt x="1368" y="2607"/>
                </a:lnTo>
                <a:lnTo>
                  <a:pt x="1368" y="2606"/>
                </a:lnTo>
                <a:lnTo>
                  <a:pt x="1367" y="2606"/>
                </a:lnTo>
                <a:lnTo>
                  <a:pt x="1367" y="2605"/>
                </a:lnTo>
                <a:lnTo>
                  <a:pt x="1366" y="2605"/>
                </a:lnTo>
                <a:lnTo>
                  <a:pt x="1366" y="2604"/>
                </a:lnTo>
                <a:lnTo>
                  <a:pt x="1365" y="2603"/>
                </a:lnTo>
                <a:lnTo>
                  <a:pt x="1364" y="2603"/>
                </a:lnTo>
                <a:lnTo>
                  <a:pt x="1364" y="2604"/>
                </a:lnTo>
                <a:lnTo>
                  <a:pt x="1364" y="2605"/>
                </a:lnTo>
                <a:lnTo>
                  <a:pt x="1362" y="2605"/>
                </a:lnTo>
                <a:lnTo>
                  <a:pt x="1362" y="2606"/>
                </a:lnTo>
                <a:lnTo>
                  <a:pt x="1361" y="2606"/>
                </a:lnTo>
                <a:lnTo>
                  <a:pt x="1360" y="2606"/>
                </a:lnTo>
                <a:lnTo>
                  <a:pt x="1359" y="2606"/>
                </a:lnTo>
                <a:lnTo>
                  <a:pt x="1359" y="2605"/>
                </a:lnTo>
                <a:lnTo>
                  <a:pt x="1359" y="2606"/>
                </a:lnTo>
                <a:lnTo>
                  <a:pt x="1358" y="2606"/>
                </a:lnTo>
                <a:lnTo>
                  <a:pt x="1358" y="2607"/>
                </a:lnTo>
                <a:lnTo>
                  <a:pt x="1358" y="2608"/>
                </a:lnTo>
                <a:lnTo>
                  <a:pt x="1358" y="2609"/>
                </a:lnTo>
                <a:lnTo>
                  <a:pt x="1357" y="2610"/>
                </a:lnTo>
                <a:lnTo>
                  <a:pt x="1358" y="2611"/>
                </a:lnTo>
                <a:lnTo>
                  <a:pt x="1357" y="2611"/>
                </a:lnTo>
                <a:lnTo>
                  <a:pt x="1356" y="2611"/>
                </a:lnTo>
                <a:lnTo>
                  <a:pt x="1355" y="2611"/>
                </a:lnTo>
                <a:lnTo>
                  <a:pt x="1355" y="2610"/>
                </a:lnTo>
                <a:lnTo>
                  <a:pt x="1354" y="2610"/>
                </a:lnTo>
                <a:lnTo>
                  <a:pt x="1354" y="2611"/>
                </a:lnTo>
                <a:lnTo>
                  <a:pt x="1354" y="2610"/>
                </a:lnTo>
                <a:lnTo>
                  <a:pt x="1353" y="2610"/>
                </a:lnTo>
                <a:lnTo>
                  <a:pt x="1352" y="2610"/>
                </a:lnTo>
                <a:lnTo>
                  <a:pt x="1351" y="2610"/>
                </a:lnTo>
                <a:lnTo>
                  <a:pt x="1351" y="2611"/>
                </a:lnTo>
                <a:lnTo>
                  <a:pt x="1350" y="2611"/>
                </a:lnTo>
                <a:lnTo>
                  <a:pt x="1351" y="2612"/>
                </a:lnTo>
                <a:lnTo>
                  <a:pt x="1350" y="2612"/>
                </a:lnTo>
                <a:lnTo>
                  <a:pt x="1350" y="2613"/>
                </a:lnTo>
                <a:lnTo>
                  <a:pt x="1349" y="2613"/>
                </a:lnTo>
                <a:lnTo>
                  <a:pt x="1348" y="2614"/>
                </a:lnTo>
                <a:lnTo>
                  <a:pt x="1347" y="2614"/>
                </a:lnTo>
                <a:lnTo>
                  <a:pt x="1346" y="2614"/>
                </a:lnTo>
                <a:lnTo>
                  <a:pt x="1346" y="2615"/>
                </a:lnTo>
                <a:lnTo>
                  <a:pt x="1345" y="2615"/>
                </a:lnTo>
                <a:lnTo>
                  <a:pt x="1345" y="2616"/>
                </a:lnTo>
                <a:lnTo>
                  <a:pt x="1345" y="2617"/>
                </a:lnTo>
                <a:lnTo>
                  <a:pt x="1344" y="2617"/>
                </a:lnTo>
                <a:lnTo>
                  <a:pt x="1343" y="2617"/>
                </a:lnTo>
                <a:lnTo>
                  <a:pt x="1342" y="2617"/>
                </a:lnTo>
                <a:lnTo>
                  <a:pt x="1342" y="2616"/>
                </a:lnTo>
                <a:lnTo>
                  <a:pt x="1341" y="2616"/>
                </a:lnTo>
                <a:lnTo>
                  <a:pt x="1340" y="2616"/>
                </a:lnTo>
                <a:lnTo>
                  <a:pt x="1339" y="2616"/>
                </a:lnTo>
                <a:lnTo>
                  <a:pt x="1338" y="2616"/>
                </a:lnTo>
                <a:lnTo>
                  <a:pt x="1338" y="2617"/>
                </a:lnTo>
                <a:lnTo>
                  <a:pt x="1337" y="2617"/>
                </a:lnTo>
                <a:lnTo>
                  <a:pt x="1336" y="2617"/>
                </a:lnTo>
                <a:lnTo>
                  <a:pt x="1336" y="2618"/>
                </a:lnTo>
                <a:lnTo>
                  <a:pt x="1335" y="2618"/>
                </a:lnTo>
                <a:lnTo>
                  <a:pt x="1334" y="2618"/>
                </a:lnTo>
                <a:lnTo>
                  <a:pt x="1333" y="2618"/>
                </a:lnTo>
                <a:lnTo>
                  <a:pt x="1333" y="2619"/>
                </a:lnTo>
                <a:lnTo>
                  <a:pt x="1332" y="2620"/>
                </a:lnTo>
                <a:lnTo>
                  <a:pt x="1332" y="2619"/>
                </a:lnTo>
                <a:lnTo>
                  <a:pt x="1331" y="2619"/>
                </a:lnTo>
                <a:lnTo>
                  <a:pt x="1331" y="2620"/>
                </a:lnTo>
                <a:lnTo>
                  <a:pt x="1331" y="2621"/>
                </a:lnTo>
                <a:lnTo>
                  <a:pt x="1330" y="2621"/>
                </a:lnTo>
                <a:lnTo>
                  <a:pt x="1330" y="2620"/>
                </a:lnTo>
                <a:lnTo>
                  <a:pt x="1330" y="2619"/>
                </a:lnTo>
                <a:lnTo>
                  <a:pt x="1329" y="2619"/>
                </a:lnTo>
                <a:lnTo>
                  <a:pt x="1329" y="2618"/>
                </a:lnTo>
                <a:lnTo>
                  <a:pt x="1329" y="2619"/>
                </a:lnTo>
                <a:lnTo>
                  <a:pt x="1328" y="2619"/>
                </a:lnTo>
                <a:lnTo>
                  <a:pt x="1327" y="2618"/>
                </a:lnTo>
                <a:lnTo>
                  <a:pt x="1327" y="2619"/>
                </a:lnTo>
                <a:lnTo>
                  <a:pt x="1327" y="2620"/>
                </a:lnTo>
                <a:lnTo>
                  <a:pt x="1326" y="2620"/>
                </a:lnTo>
                <a:lnTo>
                  <a:pt x="1325" y="2620"/>
                </a:lnTo>
                <a:lnTo>
                  <a:pt x="1325" y="2621"/>
                </a:lnTo>
                <a:lnTo>
                  <a:pt x="1325" y="2620"/>
                </a:lnTo>
                <a:lnTo>
                  <a:pt x="1324" y="2620"/>
                </a:lnTo>
                <a:lnTo>
                  <a:pt x="1323" y="2620"/>
                </a:lnTo>
                <a:lnTo>
                  <a:pt x="1323" y="2619"/>
                </a:lnTo>
                <a:lnTo>
                  <a:pt x="1322" y="2619"/>
                </a:lnTo>
                <a:lnTo>
                  <a:pt x="1321" y="2619"/>
                </a:lnTo>
                <a:lnTo>
                  <a:pt x="1321" y="2618"/>
                </a:lnTo>
                <a:lnTo>
                  <a:pt x="1321" y="2619"/>
                </a:lnTo>
                <a:lnTo>
                  <a:pt x="1320" y="2619"/>
                </a:lnTo>
                <a:lnTo>
                  <a:pt x="1320" y="2620"/>
                </a:lnTo>
                <a:lnTo>
                  <a:pt x="1319" y="2620"/>
                </a:lnTo>
                <a:lnTo>
                  <a:pt x="1320" y="2620"/>
                </a:lnTo>
                <a:lnTo>
                  <a:pt x="1320" y="2621"/>
                </a:lnTo>
                <a:lnTo>
                  <a:pt x="1320" y="2622"/>
                </a:lnTo>
                <a:lnTo>
                  <a:pt x="1319" y="2622"/>
                </a:lnTo>
                <a:lnTo>
                  <a:pt x="1319" y="2623"/>
                </a:lnTo>
                <a:lnTo>
                  <a:pt x="1318" y="2623"/>
                </a:lnTo>
                <a:lnTo>
                  <a:pt x="1319" y="2624"/>
                </a:lnTo>
                <a:lnTo>
                  <a:pt x="1319" y="2625"/>
                </a:lnTo>
                <a:lnTo>
                  <a:pt x="1320" y="2626"/>
                </a:lnTo>
                <a:lnTo>
                  <a:pt x="1320" y="2627"/>
                </a:lnTo>
                <a:lnTo>
                  <a:pt x="1319" y="2627"/>
                </a:lnTo>
                <a:lnTo>
                  <a:pt x="1319" y="2628"/>
                </a:lnTo>
                <a:lnTo>
                  <a:pt x="1318" y="2628"/>
                </a:lnTo>
                <a:lnTo>
                  <a:pt x="1317" y="2628"/>
                </a:lnTo>
                <a:lnTo>
                  <a:pt x="1316" y="2628"/>
                </a:lnTo>
                <a:lnTo>
                  <a:pt x="1316" y="2627"/>
                </a:lnTo>
                <a:lnTo>
                  <a:pt x="1316" y="2626"/>
                </a:lnTo>
                <a:lnTo>
                  <a:pt x="1315" y="2626"/>
                </a:lnTo>
                <a:lnTo>
                  <a:pt x="1316" y="2626"/>
                </a:lnTo>
                <a:lnTo>
                  <a:pt x="1315" y="2626"/>
                </a:lnTo>
                <a:lnTo>
                  <a:pt x="1315" y="2625"/>
                </a:lnTo>
                <a:lnTo>
                  <a:pt x="1315" y="2626"/>
                </a:lnTo>
                <a:lnTo>
                  <a:pt x="1314" y="2626"/>
                </a:lnTo>
                <a:lnTo>
                  <a:pt x="1313" y="2626"/>
                </a:lnTo>
                <a:lnTo>
                  <a:pt x="1313" y="2625"/>
                </a:lnTo>
                <a:lnTo>
                  <a:pt x="1312" y="2625"/>
                </a:lnTo>
                <a:lnTo>
                  <a:pt x="1311" y="2625"/>
                </a:lnTo>
                <a:lnTo>
                  <a:pt x="1311" y="2624"/>
                </a:lnTo>
                <a:lnTo>
                  <a:pt x="1310" y="2624"/>
                </a:lnTo>
                <a:lnTo>
                  <a:pt x="1310" y="2625"/>
                </a:lnTo>
                <a:lnTo>
                  <a:pt x="1308" y="2625"/>
                </a:lnTo>
                <a:lnTo>
                  <a:pt x="1308" y="2626"/>
                </a:lnTo>
                <a:lnTo>
                  <a:pt x="1307" y="2626"/>
                </a:lnTo>
                <a:lnTo>
                  <a:pt x="1306" y="2626"/>
                </a:lnTo>
                <a:lnTo>
                  <a:pt x="1305" y="2626"/>
                </a:lnTo>
                <a:lnTo>
                  <a:pt x="1305" y="2625"/>
                </a:lnTo>
                <a:lnTo>
                  <a:pt x="1304" y="2625"/>
                </a:lnTo>
                <a:lnTo>
                  <a:pt x="1304" y="2624"/>
                </a:lnTo>
                <a:lnTo>
                  <a:pt x="1303" y="2624"/>
                </a:lnTo>
                <a:lnTo>
                  <a:pt x="1302" y="2624"/>
                </a:lnTo>
                <a:lnTo>
                  <a:pt x="1302" y="2623"/>
                </a:lnTo>
                <a:lnTo>
                  <a:pt x="1301" y="2623"/>
                </a:lnTo>
                <a:lnTo>
                  <a:pt x="1300" y="2623"/>
                </a:lnTo>
                <a:lnTo>
                  <a:pt x="1299" y="2623"/>
                </a:lnTo>
                <a:lnTo>
                  <a:pt x="1299" y="2624"/>
                </a:lnTo>
                <a:lnTo>
                  <a:pt x="1298" y="2624"/>
                </a:lnTo>
                <a:lnTo>
                  <a:pt x="1297" y="2624"/>
                </a:lnTo>
                <a:lnTo>
                  <a:pt x="1296" y="2624"/>
                </a:lnTo>
                <a:lnTo>
                  <a:pt x="1296" y="2623"/>
                </a:lnTo>
                <a:lnTo>
                  <a:pt x="1295" y="2623"/>
                </a:lnTo>
                <a:lnTo>
                  <a:pt x="1295" y="2622"/>
                </a:lnTo>
                <a:lnTo>
                  <a:pt x="1295" y="2621"/>
                </a:lnTo>
                <a:lnTo>
                  <a:pt x="1295" y="2620"/>
                </a:lnTo>
                <a:lnTo>
                  <a:pt x="1294" y="2620"/>
                </a:lnTo>
                <a:lnTo>
                  <a:pt x="1293" y="2620"/>
                </a:lnTo>
                <a:lnTo>
                  <a:pt x="1292" y="2620"/>
                </a:lnTo>
                <a:lnTo>
                  <a:pt x="1292" y="2621"/>
                </a:lnTo>
                <a:lnTo>
                  <a:pt x="1292" y="2622"/>
                </a:lnTo>
                <a:lnTo>
                  <a:pt x="1292" y="2623"/>
                </a:lnTo>
                <a:lnTo>
                  <a:pt x="1291" y="2623"/>
                </a:lnTo>
                <a:lnTo>
                  <a:pt x="1291" y="2624"/>
                </a:lnTo>
                <a:lnTo>
                  <a:pt x="1290" y="2624"/>
                </a:lnTo>
                <a:lnTo>
                  <a:pt x="1289" y="2624"/>
                </a:lnTo>
                <a:lnTo>
                  <a:pt x="1289" y="2625"/>
                </a:lnTo>
                <a:lnTo>
                  <a:pt x="1288" y="2625"/>
                </a:lnTo>
                <a:lnTo>
                  <a:pt x="1288" y="2626"/>
                </a:lnTo>
                <a:lnTo>
                  <a:pt x="1288" y="2627"/>
                </a:lnTo>
                <a:lnTo>
                  <a:pt x="1288" y="2628"/>
                </a:lnTo>
                <a:lnTo>
                  <a:pt x="1288" y="2629"/>
                </a:lnTo>
                <a:lnTo>
                  <a:pt x="1287" y="2629"/>
                </a:lnTo>
                <a:lnTo>
                  <a:pt x="1287" y="2630"/>
                </a:lnTo>
                <a:lnTo>
                  <a:pt x="1286" y="2630"/>
                </a:lnTo>
                <a:lnTo>
                  <a:pt x="1286" y="2631"/>
                </a:lnTo>
                <a:lnTo>
                  <a:pt x="1286" y="2632"/>
                </a:lnTo>
                <a:lnTo>
                  <a:pt x="1285" y="2632"/>
                </a:lnTo>
                <a:lnTo>
                  <a:pt x="1284" y="2632"/>
                </a:lnTo>
                <a:lnTo>
                  <a:pt x="1284" y="2633"/>
                </a:lnTo>
                <a:lnTo>
                  <a:pt x="1284" y="2634"/>
                </a:lnTo>
                <a:lnTo>
                  <a:pt x="1284" y="2635"/>
                </a:lnTo>
                <a:lnTo>
                  <a:pt x="1283" y="2635"/>
                </a:lnTo>
                <a:lnTo>
                  <a:pt x="1282" y="2635"/>
                </a:lnTo>
                <a:lnTo>
                  <a:pt x="1282" y="2634"/>
                </a:lnTo>
                <a:lnTo>
                  <a:pt x="1281" y="2634"/>
                </a:lnTo>
                <a:lnTo>
                  <a:pt x="1280" y="2634"/>
                </a:lnTo>
                <a:lnTo>
                  <a:pt x="1279" y="2634"/>
                </a:lnTo>
                <a:lnTo>
                  <a:pt x="1279" y="2635"/>
                </a:lnTo>
                <a:lnTo>
                  <a:pt x="1278" y="2635"/>
                </a:lnTo>
                <a:lnTo>
                  <a:pt x="1278" y="2634"/>
                </a:lnTo>
                <a:lnTo>
                  <a:pt x="1277" y="2634"/>
                </a:lnTo>
                <a:lnTo>
                  <a:pt x="1278" y="2633"/>
                </a:lnTo>
                <a:lnTo>
                  <a:pt x="1277" y="2633"/>
                </a:lnTo>
                <a:lnTo>
                  <a:pt x="1278" y="2633"/>
                </a:lnTo>
                <a:lnTo>
                  <a:pt x="1278" y="2632"/>
                </a:lnTo>
                <a:lnTo>
                  <a:pt x="1277" y="2632"/>
                </a:lnTo>
                <a:lnTo>
                  <a:pt x="1276" y="2632"/>
                </a:lnTo>
                <a:lnTo>
                  <a:pt x="1275" y="2632"/>
                </a:lnTo>
                <a:lnTo>
                  <a:pt x="1275" y="2633"/>
                </a:lnTo>
                <a:lnTo>
                  <a:pt x="1274" y="2633"/>
                </a:lnTo>
                <a:lnTo>
                  <a:pt x="1273" y="2633"/>
                </a:lnTo>
                <a:lnTo>
                  <a:pt x="1273" y="2634"/>
                </a:lnTo>
                <a:lnTo>
                  <a:pt x="1272" y="2634"/>
                </a:lnTo>
                <a:lnTo>
                  <a:pt x="1272" y="2633"/>
                </a:lnTo>
                <a:lnTo>
                  <a:pt x="1271" y="2633"/>
                </a:lnTo>
                <a:lnTo>
                  <a:pt x="1271" y="2632"/>
                </a:lnTo>
                <a:lnTo>
                  <a:pt x="1271" y="2631"/>
                </a:lnTo>
                <a:lnTo>
                  <a:pt x="1271" y="2630"/>
                </a:lnTo>
                <a:lnTo>
                  <a:pt x="1270" y="2630"/>
                </a:lnTo>
                <a:lnTo>
                  <a:pt x="1270" y="2629"/>
                </a:lnTo>
                <a:lnTo>
                  <a:pt x="1269" y="2629"/>
                </a:lnTo>
                <a:lnTo>
                  <a:pt x="1269" y="2628"/>
                </a:lnTo>
                <a:lnTo>
                  <a:pt x="1268" y="2628"/>
                </a:lnTo>
                <a:lnTo>
                  <a:pt x="1268" y="2629"/>
                </a:lnTo>
                <a:lnTo>
                  <a:pt x="1267" y="2629"/>
                </a:lnTo>
                <a:lnTo>
                  <a:pt x="1267" y="2630"/>
                </a:lnTo>
                <a:lnTo>
                  <a:pt x="1267" y="2631"/>
                </a:lnTo>
                <a:lnTo>
                  <a:pt x="1266" y="2631"/>
                </a:lnTo>
                <a:lnTo>
                  <a:pt x="1265" y="2631"/>
                </a:lnTo>
                <a:lnTo>
                  <a:pt x="1264" y="2631"/>
                </a:lnTo>
                <a:lnTo>
                  <a:pt x="1263" y="2631"/>
                </a:lnTo>
                <a:lnTo>
                  <a:pt x="1263" y="2630"/>
                </a:lnTo>
                <a:lnTo>
                  <a:pt x="1263" y="2631"/>
                </a:lnTo>
                <a:lnTo>
                  <a:pt x="1262" y="2631"/>
                </a:lnTo>
                <a:lnTo>
                  <a:pt x="1261" y="2631"/>
                </a:lnTo>
                <a:lnTo>
                  <a:pt x="1260" y="2632"/>
                </a:lnTo>
                <a:lnTo>
                  <a:pt x="1259" y="2632"/>
                </a:lnTo>
                <a:lnTo>
                  <a:pt x="1259" y="2633"/>
                </a:lnTo>
                <a:lnTo>
                  <a:pt x="1258" y="2633"/>
                </a:lnTo>
                <a:lnTo>
                  <a:pt x="1257" y="2633"/>
                </a:lnTo>
                <a:lnTo>
                  <a:pt x="1257" y="2632"/>
                </a:lnTo>
                <a:lnTo>
                  <a:pt x="1256" y="2632"/>
                </a:lnTo>
                <a:lnTo>
                  <a:pt x="1255" y="2632"/>
                </a:lnTo>
                <a:lnTo>
                  <a:pt x="1254" y="2632"/>
                </a:lnTo>
                <a:lnTo>
                  <a:pt x="1254" y="2631"/>
                </a:lnTo>
                <a:lnTo>
                  <a:pt x="1255" y="2631"/>
                </a:lnTo>
                <a:lnTo>
                  <a:pt x="1256" y="2631"/>
                </a:lnTo>
                <a:lnTo>
                  <a:pt x="1257" y="2631"/>
                </a:lnTo>
                <a:lnTo>
                  <a:pt x="1257" y="2630"/>
                </a:lnTo>
                <a:lnTo>
                  <a:pt x="1256" y="2630"/>
                </a:lnTo>
                <a:lnTo>
                  <a:pt x="1256" y="2629"/>
                </a:lnTo>
                <a:lnTo>
                  <a:pt x="1255" y="2629"/>
                </a:lnTo>
                <a:lnTo>
                  <a:pt x="1254" y="2630"/>
                </a:lnTo>
                <a:lnTo>
                  <a:pt x="1253" y="2630"/>
                </a:lnTo>
                <a:lnTo>
                  <a:pt x="1252" y="2630"/>
                </a:lnTo>
                <a:lnTo>
                  <a:pt x="1252" y="2631"/>
                </a:lnTo>
                <a:lnTo>
                  <a:pt x="1251" y="2631"/>
                </a:lnTo>
                <a:lnTo>
                  <a:pt x="1251" y="2632"/>
                </a:lnTo>
                <a:lnTo>
                  <a:pt x="1250" y="2632"/>
                </a:lnTo>
                <a:lnTo>
                  <a:pt x="1249" y="2632"/>
                </a:lnTo>
                <a:lnTo>
                  <a:pt x="1248" y="2632"/>
                </a:lnTo>
                <a:lnTo>
                  <a:pt x="1247" y="2632"/>
                </a:lnTo>
                <a:lnTo>
                  <a:pt x="1247" y="2633"/>
                </a:lnTo>
                <a:lnTo>
                  <a:pt x="1247" y="2632"/>
                </a:lnTo>
                <a:lnTo>
                  <a:pt x="1247" y="2633"/>
                </a:lnTo>
                <a:lnTo>
                  <a:pt x="1246" y="2633"/>
                </a:lnTo>
                <a:lnTo>
                  <a:pt x="1246" y="2632"/>
                </a:lnTo>
                <a:lnTo>
                  <a:pt x="1245" y="2632"/>
                </a:lnTo>
                <a:lnTo>
                  <a:pt x="1245" y="2631"/>
                </a:lnTo>
                <a:lnTo>
                  <a:pt x="1244" y="2631"/>
                </a:lnTo>
                <a:lnTo>
                  <a:pt x="1243" y="2631"/>
                </a:lnTo>
                <a:lnTo>
                  <a:pt x="1243" y="2630"/>
                </a:lnTo>
                <a:lnTo>
                  <a:pt x="1242" y="2630"/>
                </a:lnTo>
                <a:lnTo>
                  <a:pt x="1241" y="2630"/>
                </a:lnTo>
                <a:lnTo>
                  <a:pt x="1241" y="2631"/>
                </a:lnTo>
                <a:lnTo>
                  <a:pt x="1240" y="2631"/>
                </a:lnTo>
                <a:lnTo>
                  <a:pt x="1239" y="2631"/>
                </a:lnTo>
                <a:lnTo>
                  <a:pt x="1239" y="2632"/>
                </a:lnTo>
                <a:lnTo>
                  <a:pt x="1238" y="2632"/>
                </a:lnTo>
                <a:lnTo>
                  <a:pt x="1238" y="2633"/>
                </a:lnTo>
                <a:lnTo>
                  <a:pt x="1237" y="2633"/>
                </a:lnTo>
                <a:lnTo>
                  <a:pt x="1236" y="2633"/>
                </a:lnTo>
                <a:lnTo>
                  <a:pt x="1234" y="2633"/>
                </a:lnTo>
                <a:lnTo>
                  <a:pt x="1233" y="2633"/>
                </a:lnTo>
                <a:lnTo>
                  <a:pt x="1232" y="2633"/>
                </a:lnTo>
                <a:lnTo>
                  <a:pt x="1232" y="2632"/>
                </a:lnTo>
                <a:lnTo>
                  <a:pt x="1231" y="2632"/>
                </a:lnTo>
                <a:lnTo>
                  <a:pt x="1230" y="2632"/>
                </a:lnTo>
                <a:lnTo>
                  <a:pt x="1230" y="2631"/>
                </a:lnTo>
                <a:lnTo>
                  <a:pt x="1230" y="2632"/>
                </a:lnTo>
                <a:lnTo>
                  <a:pt x="1230" y="2631"/>
                </a:lnTo>
                <a:lnTo>
                  <a:pt x="1230" y="2632"/>
                </a:lnTo>
                <a:lnTo>
                  <a:pt x="1229" y="2632"/>
                </a:lnTo>
                <a:lnTo>
                  <a:pt x="1229" y="2631"/>
                </a:lnTo>
                <a:lnTo>
                  <a:pt x="1228" y="2631"/>
                </a:lnTo>
                <a:lnTo>
                  <a:pt x="1228" y="2630"/>
                </a:lnTo>
                <a:lnTo>
                  <a:pt x="1228" y="2629"/>
                </a:lnTo>
                <a:lnTo>
                  <a:pt x="1227" y="2629"/>
                </a:lnTo>
                <a:lnTo>
                  <a:pt x="1227" y="2628"/>
                </a:lnTo>
                <a:lnTo>
                  <a:pt x="1227" y="2627"/>
                </a:lnTo>
                <a:lnTo>
                  <a:pt x="1226" y="2627"/>
                </a:lnTo>
                <a:lnTo>
                  <a:pt x="1226" y="2626"/>
                </a:lnTo>
                <a:lnTo>
                  <a:pt x="1225" y="2626"/>
                </a:lnTo>
                <a:lnTo>
                  <a:pt x="1225" y="2625"/>
                </a:lnTo>
                <a:lnTo>
                  <a:pt x="1225" y="2624"/>
                </a:lnTo>
                <a:lnTo>
                  <a:pt x="1225" y="2623"/>
                </a:lnTo>
                <a:lnTo>
                  <a:pt x="1224" y="2623"/>
                </a:lnTo>
                <a:lnTo>
                  <a:pt x="1223" y="2623"/>
                </a:lnTo>
                <a:lnTo>
                  <a:pt x="1223" y="2622"/>
                </a:lnTo>
                <a:lnTo>
                  <a:pt x="1222" y="2622"/>
                </a:lnTo>
                <a:lnTo>
                  <a:pt x="1222" y="2621"/>
                </a:lnTo>
                <a:lnTo>
                  <a:pt x="1222" y="2620"/>
                </a:lnTo>
                <a:lnTo>
                  <a:pt x="1221" y="2620"/>
                </a:lnTo>
                <a:lnTo>
                  <a:pt x="1220" y="2620"/>
                </a:lnTo>
                <a:lnTo>
                  <a:pt x="1219" y="2620"/>
                </a:lnTo>
                <a:lnTo>
                  <a:pt x="1219" y="2619"/>
                </a:lnTo>
                <a:lnTo>
                  <a:pt x="1219" y="2620"/>
                </a:lnTo>
                <a:lnTo>
                  <a:pt x="1218" y="2620"/>
                </a:lnTo>
                <a:lnTo>
                  <a:pt x="1218" y="2619"/>
                </a:lnTo>
                <a:lnTo>
                  <a:pt x="1218" y="2620"/>
                </a:lnTo>
                <a:lnTo>
                  <a:pt x="1217" y="2620"/>
                </a:lnTo>
                <a:lnTo>
                  <a:pt x="1217" y="2619"/>
                </a:lnTo>
                <a:lnTo>
                  <a:pt x="1217" y="2620"/>
                </a:lnTo>
                <a:lnTo>
                  <a:pt x="1216" y="2620"/>
                </a:lnTo>
                <a:lnTo>
                  <a:pt x="1215" y="2620"/>
                </a:lnTo>
                <a:lnTo>
                  <a:pt x="1215" y="2619"/>
                </a:lnTo>
                <a:lnTo>
                  <a:pt x="1214" y="2619"/>
                </a:lnTo>
                <a:lnTo>
                  <a:pt x="1213" y="2619"/>
                </a:lnTo>
                <a:lnTo>
                  <a:pt x="1212" y="2619"/>
                </a:lnTo>
                <a:lnTo>
                  <a:pt x="1212" y="2617"/>
                </a:lnTo>
                <a:lnTo>
                  <a:pt x="1211" y="2617"/>
                </a:lnTo>
                <a:lnTo>
                  <a:pt x="1211" y="2616"/>
                </a:lnTo>
                <a:lnTo>
                  <a:pt x="1210" y="2616"/>
                </a:lnTo>
                <a:lnTo>
                  <a:pt x="1209" y="2616"/>
                </a:lnTo>
                <a:lnTo>
                  <a:pt x="1209" y="2615"/>
                </a:lnTo>
                <a:lnTo>
                  <a:pt x="1208" y="2615"/>
                </a:lnTo>
                <a:lnTo>
                  <a:pt x="1207" y="2615"/>
                </a:lnTo>
                <a:lnTo>
                  <a:pt x="1207" y="2614"/>
                </a:lnTo>
                <a:lnTo>
                  <a:pt x="1206" y="2614"/>
                </a:lnTo>
                <a:lnTo>
                  <a:pt x="1206" y="2613"/>
                </a:lnTo>
                <a:lnTo>
                  <a:pt x="1206" y="2612"/>
                </a:lnTo>
                <a:lnTo>
                  <a:pt x="1205" y="2612"/>
                </a:lnTo>
                <a:lnTo>
                  <a:pt x="1204" y="2612"/>
                </a:lnTo>
                <a:lnTo>
                  <a:pt x="1204" y="2613"/>
                </a:lnTo>
                <a:lnTo>
                  <a:pt x="1203" y="2613"/>
                </a:lnTo>
                <a:lnTo>
                  <a:pt x="1202" y="2613"/>
                </a:lnTo>
                <a:lnTo>
                  <a:pt x="1201" y="2613"/>
                </a:lnTo>
                <a:lnTo>
                  <a:pt x="1200" y="2613"/>
                </a:lnTo>
                <a:lnTo>
                  <a:pt x="1200" y="2612"/>
                </a:lnTo>
                <a:lnTo>
                  <a:pt x="1200" y="2613"/>
                </a:lnTo>
                <a:lnTo>
                  <a:pt x="1199" y="2613"/>
                </a:lnTo>
                <a:lnTo>
                  <a:pt x="1198" y="2612"/>
                </a:lnTo>
                <a:lnTo>
                  <a:pt x="1198" y="2611"/>
                </a:lnTo>
                <a:lnTo>
                  <a:pt x="1197" y="2611"/>
                </a:lnTo>
                <a:lnTo>
                  <a:pt x="1196" y="2611"/>
                </a:lnTo>
                <a:lnTo>
                  <a:pt x="1195" y="2611"/>
                </a:lnTo>
                <a:lnTo>
                  <a:pt x="1195" y="2610"/>
                </a:lnTo>
                <a:lnTo>
                  <a:pt x="1195" y="2609"/>
                </a:lnTo>
                <a:lnTo>
                  <a:pt x="1195" y="2608"/>
                </a:lnTo>
                <a:lnTo>
                  <a:pt x="1196" y="2608"/>
                </a:lnTo>
                <a:lnTo>
                  <a:pt x="1196" y="2607"/>
                </a:lnTo>
                <a:lnTo>
                  <a:pt x="1197" y="2607"/>
                </a:lnTo>
                <a:lnTo>
                  <a:pt x="1196" y="2607"/>
                </a:lnTo>
                <a:lnTo>
                  <a:pt x="1195" y="2607"/>
                </a:lnTo>
                <a:lnTo>
                  <a:pt x="1195" y="2606"/>
                </a:lnTo>
                <a:lnTo>
                  <a:pt x="1195" y="2605"/>
                </a:lnTo>
                <a:lnTo>
                  <a:pt x="1194" y="2605"/>
                </a:lnTo>
                <a:lnTo>
                  <a:pt x="1194" y="2604"/>
                </a:lnTo>
                <a:lnTo>
                  <a:pt x="1193" y="2604"/>
                </a:lnTo>
                <a:lnTo>
                  <a:pt x="1192" y="2604"/>
                </a:lnTo>
                <a:lnTo>
                  <a:pt x="1191" y="2604"/>
                </a:lnTo>
                <a:lnTo>
                  <a:pt x="1189" y="2604"/>
                </a:lnTo>
                <a:lnTo>
                  <a:pt x="1188" y="2604"/>
                </a:lnTo>
                <a:lnTo>
                  <a:pt x="1188" y="2605"/>
                </a:lnTo>
                <a:lnTo>
                  <a:pt x="1187" y="2605"/>
                </a:lnTo>
                <a:lnTo>
                  <a:pt x="1187" y="2606"/>
                </a:lnTo>
                <a:lnTo>
                  <a:pt x="1187" y="2607"/>
                </a:lnTo>
                <a:lnTo>
                  <a:pt x="1186" y="2607"/>
                </a:lnTo>
                <a:lnTo>
                  <a:pt x="1185" y="2607"/>
                </a:lnTo>
                <a:lnTo>
                  <a:pt x="1185" y="2608"/>
                </a:lnTo>
                <a:lnTo>
                  <a:pt x="1184" y="2607"/>
                </a:lnTo>
                <a:lnTo>
                  <a:pt x="1183" y="2607"/>
                </a:lnTo>
                <a:lnTo>
                  <a:pt x="1182" y="2607"/>
                </a:lnTo>
                <a:lnTo>
                  <a:pt x="1182" y="2606"/>
                </a:lnTo>
                <a:lnTo>
                  <a:pt x="1182" y="2605"/>
                </a:lnTo>
                <a:lnTo>
                  <a:pt x="1182" y="2604"/>
                </a:lnTo>
                <a:lnTo>
                  <a:pt x="1181" y="2604"/>
                </a:lnTo>
                <a:lnTo>
                  <a:pt x="1180" y="2604"/>
                </a:lnTo>
                <a:lnTo>
                  <a:pt x="1180" y="2603"/>
                </a:lnTo>
                <a:lnTo>
                  <a:pt x="1179" y="2603"/>
                </a:lnTo>
                <a:lnTo>
                  <a:pt x="1179" y="2604"/>
                </a:lnTo>
                <a:lnTo>
                  <a:pt x="1179" y="2603"/>
                </a:lnTo>
                <a:lnTo>
                  <a:pt x="1179" y="2604"/>
                </a:lnTo>
                <a:lnTo>
                  <a:pt x="1178" y="2604"/>
                </a:lnTo>
                <a:lnTo>
                  <a:pt x="1178" y="2605"/>
                </a:lnTo>
                <a:lnTo>
                  <a:pt x="1179" y="2605"/>
                </a:lnTo>
                <a:lnTo>
                  <a:pt x="1179" y="2606"/>
                </a:lnTo>
                <a:lnTo>
                  <a:pt x="1178" y="2606"/>
                </a:lnTo>
                <a:lnTo>
                  <a:pt x="1178" y="2607"/>
                </a:lnTo>
                <a:lnTo>
                  <a:pt x="1179" y="2608"/>
                </a:lnTo>
                <a:lnTo>
                  <a:pt x="1178" y="2608"/>
                </a:lnTo>
                <a:lnTo>
                  <a:pt x="1178" y="2609"/>
                </a:lnTo>
                <a:lnTo>
                  <a:pt x="1177" y="2609"/>
                </a:lnTo>
                <a:lnTo>
                  <a:pt x="1177" y="2610"/>
                </a:lnTo>
                <a:lnTo>
                  <a:pt x="1176" y="2610"/>
                </a:lnTo>
                <a:lnTo>
                  <a:pt x="1176" y="2611"/>
                </a:lnTo>
                <a:lnTo>
                  <a:pt x="1175" y="2611"/>
                </a:lnTo>
                <a:lnTo>
                  <a:pt x="1175" y="2612"/>
                </a:lnTo>
                <a:lnTo>
                  <a:pt x="1176" y="2612"/>
                </a:lnTo>
                <a:lnTo>
                  <a:pt x="1175" y="2612"/>
                </a:lnTo>
                <a:lnTo>
                  <a:pt x="1175" y="2613"/>
                </a:lnTo>
                <a:lnTo>
                  <a:pt x="1174" y="2613"/>
                </a:lnTo>
                <a:lnTo>
                  <a:pt x="1174" y="2614"/>
                </a:lnTo>
                <a:lnTo>
                  <a:pt x="1174" y="2615"/>
                </a:lnTo>
                <a:lnTo>
                  <a:pt x="1174" y="2616"/>
                </a:lnTo>
                <a:lnTo>
                  <a:pt x="1174" y="2617"/>
                </a:lnTo>
                <a:lnTo>
                  <a:pt x="1174" y="2618"/>
                </a:lnTo>
                <a:lnTo>
                  <a:pt x="1174" y="2619"/>
                </a:lnTo>
                <a:lnTo>
                  <a:pt x="1173" y="2619"/>
                </a:lnTo>
                <a:lnTo>
                  <a:pt x="1172" y="2619"/>
                </a:lnTo>
                <a:lnTo>
                  <a:pt x="1172" y="2620"/>
                </a:lnTo>
                <a:lnTo>
                  <a:pt x="1171" y="2620"/>
                </a:lnTo>
                <a:lnTo>
                  <a:pt x="1170" y="2620"/>
                </a:lnTo>
                <a:lnTo>
                  <a:pt x="1170" y="2621"/>
                </a:lnTo>
                <a:lnTo>
                  <a:pt x="1170" y="2622"/>
                </a:lnTo>
                <a:lnTo>
                  <a:pt x="1169" y="2623"/>
                </a:lnTo>
                <a:lnTo>
                  <a:pt x="1169" y="2624"/>
                </a:lnTo>
                <a:lnTo>
                  <a:pt x="1168" y="2624"/>
                </a:lnTo>
                <a:lnTo>
                  <a:pt x="1167" y="2624"/>
                </a:lnTo>
                <a:lnTo>
                  <a:pt x="1166" y="2624"/>
                </a:lnTo>
                <a:lnTo>
                  <a:pt x="1165" y="2624"/>
                </a:lnTo>
                <a:lnTo>
                  <a:pt x="1164" y="2624"/>
                </a:lnTo>
                <a:lnTo>
                  <a:pt x="1164" y="2623"/>
                </a:lnTo>
                <a:lnTo>
                  <a:pt x="1163" y="2623"/>
                </a:lnTo>
                <a:lnTo>
                  <a:pt x="1163" y="2622"/>
                </a:lnTo>
                <a:lnTo>
                  <a:pt x="1162" y="2622"/>
                </a:lnTo>
                <a:lnTo>
                  <a:pt x="1162" y="2621"/>
                </a:lnTo>
                <a:lnTo>
                  <a:pt x="1161" y="2621"/>
                </a:lnTo>
                <a:lnTo>
                  <a:pt x="1160" y="2621"/>
                </a:lnTo>
                <a:lnTo>
                  <a:pt x="1159" y="2621"/>
                </a:lnTo>
                <a:lnTo>
                  <a:pt x="1158" y="2621"/>
                </a:lnTo>
                <a:lnTo>
                  <a:pt x="1158" y="2620"/>
                </a:lnTo>
                <a:lnTo>
                  <a:pt x="1158" y="2619"/>
                </a:lnTo>
                <a:lnTo>
                  <a:pt x="1158" y="2618"/>
                </a:lnTo>
                <a:lnTo>
                  <a:pt x="1158" y="2619"/>
                </a:lnTo>
                <a:lnTo>
                  <a:pt x="1157" y="2619"/>
                </a:lnTo>
                <a:lnTo>
                  <a:pt x="1157" y="2620"/>
                </a:lnTo>
                <a:lnTo>
                  <a:pt x="1156" y="2620"/>
                </a:lnTo>
                <a:lnTo>
                  <a:pt x="1155" y="2620"/>
                </a:lnTo>
                <a:lnTo>
                  <a:pt x="1155" y="2619"/>
                </a:lnTo>
                <a:lnTo>
                  <a:pt x="1155" y="2618"/>
                </a:lnTo>
                <a:lnTo>
                  <a:pt x="1154" y="2618"/>
                </a:lnTo>
                <a:lnTo>
                  <a:pt x="1154" y="2617"/>
                </a:lnTo>
                <a:lnTo>
                  <a:pt x="1153" y="2617"/>
                </a:lnTo>
                <a:lnTo>
                  <a:pt x="1152" y="2617"/>
                </a:lnTo>
                <a:lnTo>
                  <a:pt x="1151" y="2617"/>
                </a:lnTo>
                <a:lnTo>
                  <a:pt x="1150" y="2617"/>
                </a:lnTo>
                <a:lnTo>
                  <a:pt x="1149" y="2617"/>
                </a:lnTo>
                <a:lnTo>
                  <a:pt x="1148" y="2617"/>
                </a:lnTo>
                <a:lnTo>
                  <a:pt x="1148" y="2616"/>
                </a:lnTo>
                <a:lnTo>
                  <a:pt x="1148" y="2615"/>
                </a:lnTo>
                <a:lnTo>
                  <a:pt x="1148" y="2614"/>
                </a:lnTo>
                <a:lnTo>
                  <a:pt x="1147" y="2614"/>
                </a:lnTo>
                <a:lnTo>
                  <a:pt x="1147" y="2612"/>
                </a:lnTo>
                <a:lnTo>
                  <a:pt x="1148" y="2612"/>
                </a:lnTo>
                <a:lnTo>
                  <a:pt x="1148" y="2611"/>
                </a:lnTo>
                <a:lnTo>
                  <a:pt x="1147" y="2611"/>
                </a:lnTo>
                <a:lnTo>
                  <a:pt x="1147" y="2610"/>
                </a:lnTo>
                <a:lnTo>
                  <a:pt x="1147" y="2609"/>
                </a:lnTo>
                <a:lnTo>
                  <a:pt x="1147" y="2608"/>
                </a:lnTo>
                <a:lnTo>
                  <a:pt x="1147" y="2607"/>
                </a:lnTo>
                <a:lnTo>
                  <a:pt x="1146" y="2607"/>
                </a:lnTo>
                <a:lnTo>
                  <a:pt x="1146" y="2606"/>
                </a:lnTo>
                <a:lnTo>
                  <a:pt x="1146" y="2605"/>
                </a:lnTo>
                <a:lnTo>
                  <a:pt x="1148" y="2605"/>
                </a:lnTo>
                <a:lnTo>
                  <a:pt x="1147" y="2605"/>
                </a:lnTo>
                <a:lnTo>
                  <a:pt x="1147" y="2604"/>
                </a:lnTo>
                <a:lnTo>
                  <a:pt x="1147" y="2603"/>
                </a:lnTo>
                <a:lnTo>
                  <a:pt x="1147" y="2602"/>
                </a:lnTo>
                <a:lnTo>
                  <a:pt x="1146" y="2602"/>
                </a:lnTo>
                <a:lnTo>
                  <a:pt x="1146" y="2601"/>
                </a:lnTo>
                <a:lnTo>
                  <a:pt x="1145" y="2601"/>
                </a:lnTo>
                <a:lnTo>
                  <a:pt x="1145" y="2600"/>
                </a:lnTo>
                <a:lnTo>
                  <a:pt x="1145" y="2599"/>
                </a:lnTo>
                <a:lnTo>
                  <a:pt x="1145" y="2598"/>
                </a:lnTo>
                <a:lnTo>
                  <a:pt x="1145" y="2597"/>
                </a:lnTo>
                <a:lnTo>
                  <a:pt x="1144" y="2597"/>
                </a:lnTo>
                <a:lnTo>
                  <a:pt x="1143" y="2597"/>
                </a:lnTo>
                <a:lnTo>
                  <a:pt x="1143" y="2598"/>
                </a:lnTo>
                <a:lnTo>
                  <a:pt x="1143" y="2599"/>
                </a:lnTo>
                <a:lnTo>
                  <a:pt x="1144" y="2599"/>
                </a:lnTo>
                <a:lnTo>
                  <a:pt x="1143" y="2599"/>
                </a:lnTo>
                <a:lnTo>
                  <a:pt x="1144" y="2599"/>
                </a:lnTo>
                <a:lnTo>
                  <a:pt x="1144" y="2600"/>
                </a:lnTo>
                <a:lnTo>
                  <a:pt x="1143" y="2600"/>
                </a:lnTo>
                <a:lnTo>
                  <a:pt x="1143" y="2601"/>
                </a:lnTo>
                <a:lnTo>
                  <a:pt x="1142" y="2601"/>
                </a:lnTo>
                <a:lnTo>
                  <a:pt x="1141" y="2601"/>
                </a:lnTo>
                <a:lnTo>
                  <a:pt x="1141" y="2602"/>
                </a:lnTo>
                <a:lnTo>
                  <a:pt x="1141" y="2601"/>
                </a:lnTo>
                <a:lnTo>
                  <a:pt x="1141" y="2602"/>
                </a:lnTo>
                <a:lnTo>
                  <a:pt x="1140" y="2602"/>
                </a:lnTo>
                <a:lnTo>
                  <a:pt x="1140" y="2603"/>
                </a:lnTo>
                <a:lnTo>
                  <a:pt x="1140" y="2604"/>
                </a:lnTo>
                <a:lnTo>
                  <a:pt x="1139" y="2604"/>
                </a:lnTo>
                <a:lnTo>
                  <a:pt x="1140" y="2604"/>
                </a:lnTo>
                <a:lnTo>
                  <a:pt x="1139" y="2604"/>
                </a:lnTo>
                <a:lnTo>
                  <a:pt x="1139" y="2605"/>
                </a:lnTo>
                <a:lnTo>
                  <a:pt x="1138" y="2605"/>
                </a:lnTo>
                <a:lnTo>
                  <a:pt x="1137" y="2605"/>
                </a:lnTo>
                <a:lnTo>
                  <a:pt x="1136" y="2605"/>
                </a:lnTo>
                <a:lnTo>
                  <a:pt x="1135" y="2605"/>
                </a:lnTo>
                <a:lnTo>
                  <a:pt x="1135" y="2606"/>
                </a:lnTo>
                <a:lnTo>
                  <a:pt x="1135" y="2607"/>
                </a:lnTo>
                <a:lnTo>
                  <a:pt x="1136" y="2607"/>
                </a:lnTo>
                <a:lnTo>
                  <a:pt x="1136" y="2608"/>
                </a:lnTo>
                <a:lnTo>
                  <a:pt x="1136" y="2609"/>
                </a:lnTo>
                <a:lnTo>
                  <a:pt x="1136" y="2610"/>
                </a:lnTo>
                <a:lnTo>
                  <a:pt x="1135" y="2610"/>
                </a:lnTo>
                <a:lnTo>
                  <a:pt x="1136" y="2610"/>
                </a:lnTo>
                <a:lnTo>
                  <a:pt x="1136" y="2611"/>
                </a:lnTo>
                <a:lnTo>
                  <a:pt x="1135" y="2611"/>
                </a:lnTo>
                <a:lnTo>
                  <a:pt x="1136" y="2611"/>
                </a:lnTo>
                <a:lnTo>
                  <a:pt x="1136" y="2612"/>
                </a:lnTo>
                <a:lnTo>
                  <a:pt x="1135" y="2612"/>
                </a:lnTo>
                <a:lnTo>
                  <a:pt x="1135" y="2613"/>
                </a:lnTo>
                <a:lnTo>
                  <a:pt x="1135" y="2614"/>
                </a:lnTo>
                <a:lnTo>
                  <a:pt x="1136" y="2614"/>
                </a:lnTo>
                <a:lnTo>
                  <a:pt x="1136" y="2615"/>
                </a:lnTo>
                <a:lnTo>
                  <a:pt x="1137" y="2615"/>
                </a:lnTo>
                <a:lnTo>
                  <a:pt x="1137" y="2616"/>
                </a:lnTo>
                <a:lnTo>
                  <a:pt x="1137" y="2617"/>
                </a:lnTo>
                <a:lnTo>
                  <a:pt x="1137" y="2618"/>
                </a:lnTo>
                <a:lnTo>
                  <a:pt x="1137" y="2619"/>
                </a:lnTo>
                <a:lnTo>
                  <a:pt x="1138" y="2619"/>
                </a:lnTo>
                <a:lnTo>
                  <a:pt x="1137" y="2619"/>
                </a:lnTo>
                <a:lnTo>
                  <a:pt x="1137" y="2620"/>
                </a:lnTo>
                <a:lnTo>
                  <a:pt x="1138" y="2620"/>
                </a:lnTo>
                <a:lnTo>
                  <a:pt x="1138" y="2621"/>
                </a:lnTo>
                <a:lnTo>
                  <a:pt x="1139" y="2621"/>
                </a:lnTo>
                <a:lnTo>
                  <a:pt x="1139" y="2622"/>
                </a:lnTo>
                <a:lnTo>
                  <a:pt x="1138" y="2622"/>
                </a:lnTo>
                <a:lnTo>
                  <a:pt x="1138" y="2623"/>
                </a:lnTo>
                <a:lnTo>
                  <a:pt x="1137" y="2623"/>
                </a:lnTo>
                <a:lnTo>
                  <a:pt x="1137" y="2622"/>
                </a:lnTo>
                <a:lnTo>
                  <a:pt x="1137" y="2623"/>
                </a:lnTo>
                <a:lnTo>
                  <a:pt x="1136" y="2623"/>
                </a:lnTo>
                <a:lnTo>
                  <a:pt x="1135" y="2623"/>
                </a:lnTo>
                <a:lnTo>
                  <a:pt x="1135" y="2624"/>
                </a:lnTo>
                <a:lnTo>
                  <a:pt x="1134" y="2624"/>
                </a:lnTo>
                <a:lnTo>
                  <a:pt x="1134" y="2625"/>
                </a:lnTo>
                <a:lnTo>
                  <a:pt x="1133" y="2625"/>
                </a:lnTo>
                <a:lnTo>
                  <a:pt x="1134" y="2625"/>
                </a:lnTo>
                <a:lnTo>
                  <a:pt x="1133" y="2625"/>
                </a:lnTo>
                <a:lnTo>
                  <a:pt x="1132" y="2625"/>
                </a:lnTo>
                <a:lnTo>
                  <a:pt x="1132" y="2624"/>
                </a:lnTo>
                <a:lnTo>
                  <a:pt x="1131" y="2624"/>
                </a:lnTo>
                <a:lnTo>
                  <a:pt x="1131" y="2625"/>
                </a:lnTo>
                <a:lnTo>
                  <a:pt x="1131" y="2624"/>
                </a:lnTo>
                <a:lnTo>
                  <a:pt x="1130" y="2624"/>
                </a:lnTo>
                <a:lnTo>
                  <a:pt x="1129" y="2624"/>
                </a:lnTo>
                <a:lnTo>
                  <a:pt x="1128" y="2624"/>
                </a:lnTo>
                <a:lnTo>
                  <a:pt x="1127" y="2624"/>
                </a:lnTo>
                <a:lnTo>
                  <a:pt x="1127" y="2623"/>
                </a:lnTo>
                <a:lnTo>
                  <a:pt x="1126" y="2623"/>
                </a:lnTo>
                <a:lnTo>
                  <a:pt x="1126" y="2622"/>
                </a:lnTo>
                <a:lnTo>
                  <a:pt x="1125" y="2622"/>
                </a:lnTo>
                <a:lnTo>
                  <a:pt x="1124" y="2622"/>
                </a:lnTo>
                <a:lnTo>
                  <a:pt x="1124" y="2621"/>
                </a:lnTo>
                <a:lnTo>
                  <a:pt x="1123" y="2621"/>
                </a:lnTo>
                <a:lnTo>
                  <a:pt x="1123" y="2620"/>
                </a:lnTo>
                <a:lnTo>
                  <a:pt x="1124" y="2619"/>
                </a:lnTo>
                <a:lnTo>
                  <a:pt x="1124" y="2618"/>
                </a:lnTo>
                <a:lnTo>
                  <a:pt x="1124" y="2617"/>
                </a:lnTo>
                <a:lnTo>
                  <a:pt x="1125" y="2617"/>
                </a:lnTo>
                <a:lnTo>
                  <a:pt x="1125" y="2616"/>
                </a:lnTo>
                <a:lnTo>
                  <a:pt x="1126" y="2616"/>
                </a:lnTo>
                <a:lnTo>
                  <a:pt x="1126" y="2615"/>
                </a:lnTo>
                <a:lnTo>
                  <a:pt x="1125" y="2615"/>
                </a:lnTo>
                <a:lnTo>
                  <a:pt x="1124" y="2615"/>
                </a:lnTo>
                <a:lnTo>
                  <a:pt x="1124" y="2614"/>
                </a:lnTo>
                <a:lnTo>
                  <a:pt x="1124" y="2613"/>
                </a:lnTo>
                <a:lnTo>
                  <a:pt x="1123" y="2613"/>
                </a:lnTo>
                <a:lnTo>
                  <a:pt x="1122" y="2612"/>
                </a:lnTo>
                <a:lnTo>
                  <a:pt x="1121" y="2612"/>
                </a:lnTo>
                <a:lnTo>
                  <a:pt x="1121" y="2611"/>
                </a:lnTo>
                <a:lnTo>
                  <a:pt x="1120" y="2610"/>
                </a:lnTo>
                <a:lnTo>
                  <a:pt x="1119" y="2610"/>
                </a:lnTo>
                <a:lnTo>
                  <a:pt x="1119" y="2609"/>
                </a:lnTo>
                <a:lnTo>
                  <a:pt x="1119" y="2608"/>
                </a:lnTo>
                <a:lnTo>
                  <a:pt x="1118" y="2608"/>
                </a:lnTo>
                <a:lnTo>
                  <a:pt x="1118" y="2607"/>
                </a:lnTo>
                <a:lnTo>
                  <a:pt x="1119" y="2607"/>
                </a:lnTo>
                <a:lnTo>
                  <a:pt x="1119" y="2606"/>
                </a:lnTo>
                <a:lnTo>
                  <a:pt x="1119" y="2605"/>
                </a:lnTo>
                <a:lnTo>
                  <a:pt x="1119" y="2604"/>
                </a:lnTo>
                <a:lnTo>
                  <a:pt x="1118" y="2604"/>
                </a:lnTo>
                <a:lnTo>
                  <a:pt x="1118" y="2603"/>
                </a:lnTo>
                <a:lnTo>
                  <a:pt x="1117" y="2603"/>
                </a:lnTo>
                <a:lnTo>
                  <a:pt x="1116" y="2603"/>
                </a:lnTo>
                <a:lnTo>
                  <a:pt x="1116" y="2602"/>
                </a:lnTo>
                <a:lnTo>
                  <a:pt x="1116" y="2601"/>
                </a:lnTo>
                <a:lnTo>
                  <a:pt x="1116" y="2600"/>
                </a:lnTo>
                <a:lnTo>
                  <a:pt x="1115" y="2600"/>
                </a:lnTo>
                <a:lnTo>
                  <a:pt x="1115" y="2599"/>
                </a:lnTo>
                <a:lnTo>
                  <a:pt x="1115" y="2598"/>
                </a:lnTo>
                <a:lnTo>
                  <a:pt x="1114" y="2598"/>
                </a:lnTo>
                <a:lnTo>
                  <a:pt x="1114" y="2597"/>
                </a:lnTo>
                <a:lnTo>
                  <a:pt x="1114" y="2596"/>
                </a:lnTo>
                <a:lnTo>
                  <a:pt x="1113" y="2596"/>
                </a:lnTo>
                <a:lnTo>
                  <a:pt x="1112" y="2596"/>
                </a:lnTo>
                <a:lnTo>
                  <a:pt x="1112" y="2595"/>
                </a:lnTo>
                <a:lnTo>
                  <a:pt x="1111" y="2595"/>
                </a:lnTo>
                <a:lnTo>
                  <a:pt x="1111" y="2594"/>
                </a:lnTo>
                <a:lnTo>
                  <a:pt x="1110" y="2594"/>
                </a:lnTo>
                <a:lnTo>
                  <a:pt x="1110" y="2595"/>
                </a:lnTo>
                <a:lnTo>
                  <a:pt x="1109" y="2595"/>
                </a:lnTo>
                <a:lnTo>
                  <a:pt x="1109" y="2594"/>
                </a:lnTo>
                <a:lnTo>
                  <a:pt x="1108" y="2594"/>
                </a:lnTo>
                <a:lnTo>
                  <a:pt x="1107" y="2594"/>
                </a:lnTo>
                <a:lnTo>
                  <a:pt x="1107" y="2593"/>
                </a:lnTo>
                <a:lnTo>
                  <a:pt x="1107" y="2592"/>
                </a:lnTo>
                <a:lnTo>
                  <a:pt x="1106" y="2592"/>
                </a:lnTo>
                <a:lnTo>
                  <a:pt x="1106" y="2591"/>
                </a:lnTo>
                <a:lnTo>
                  <a:pt x="1105" y="2591"/>
                </a:lnTo>
                <a:lnTo>
                  <a:pt x="1105" y="2590"/>
                </a:lnTo>
                <a:lnTo>
                  <a:pt x="1105" y="2589"/>
                </a:lnTo>
                <a:lnTo>
                  <a:pt x="1104" y="2589"/>
                </a:lnTo>
                <a:lnTo>
                  <a:pt x="1104" y="2588"/>
                </a:lnTo>
                <a:lnTo>
                  <a:pt x="1104" y="2587"/>
                </a:lnTo>
                <a:lnTo>
                  <a:pt x="1104" y="2586"/>
                </a:lnTo>
                <a:lnTo>
                  <a:pt x="1104" y="2585"/>
                </a:lnTo>
                <a:lnTo>
                  <a:pt x="1103" y="2585"/>
                </a:lnTo>
                <a:lnTo>
                  <a:pt x="1104" y="2585"/>
                </a:lnTo>
                <a:lnTo>
                  <a:pt x="1104" y="2584"/>
                </a:lnTo>
                <a:lnTo>
                  <a:pt x="1104" y="2583"/>
                </a:lnTo>
                <a:lnTo>
                  <a:pt x="1104" y="2582"/>
                </a:lnTo>
                <a:lnTo>
                  <a:pt x="1103" y="2582"/>
                </a:lnTo>
                <a:lnTo>
                  <a:pt x="1103" y="2581"/>
                </a:lnTo>
                <a:lnTo>
                  <a:pt x="1103" y="2580"/>
                </a:lnTo>
                <a:lnTo>
                  <a:pt x="1103" y="2579"/>
                </a:lnTo>
                <a:lnTo>
                  <a:pt x="1103" y="2578"/>
                </a:lnTo>
                <a:lnTo>
                  <a:pt x="1102" y="2578"/>
                </a:lnTo>
                <a:lnTo>
                  <a:pt x="1102" y="2577"/>
                </a:lnTo>
                <a:lnTo>
                  <a:pt x="1103" y="2577"/>
                </a:lnTo>
                <a:lnTo>
                  <a:pt x="1102" y="2577"/>
                </a:lnTo>
                <a:lnTo>
                  <a:pt x="1102" y="2576"/>
                </a:lnTo>
                <a:lnTo>
                  <a:pt x="1102" y="2575"/>
                </a:lnTo>
                <a:lnTo>
                  <a:pt x="1101" y="2575"/>
                </a:lnTo>
                <a:lnTo>
                  <a:pt x="1101" y="2576"/>
                </a:lnTo>
                <a:lnTo>
                  <a:pt x="1100" y="2576"/>
                </a:lnTo>
                <a:lnTo>
                  <a:pt x="1100" y="2575"/>
                </a:lnTo>
                <a:lnTo>
                  <a:pt x="1100" y="2576"/>
                </a:lnTo>
                <a:lnTo>
                  <a:pt x="1099" y="2576"/>
                </a:lnTo>
                <a:lnTo>
                  <a:pt x="1099" y="2579"/>
                </a:lnTo>
                <a:lnTo>
                  <a:pt x="1098" y="2579"/>
                </a:lnTo>
                <a:lnTo>
                  <a:pt x="1097" y="2579"/>
                </a:lnTo>
                <a:lnTo>
                  <a:pt x="1098" y="2579"/>
                </a:lnTo>
                <a:lnTo>
                  <a:pt x="1098" y="2580"/>
                </a:lnTo>
                <a:lnTo>
                  <a:pt x="1097" y="2580"/>
                </a:lnTo>
                <a:lnTo>
                  <a:pt x="1098" y="2580"/>
                </a:lnTo>
                <a:lnTo>
                  <a:pt x="1097" y="2580"/>
                </a:lnTo>
                <a:lnTo>
                  <a:pt x="1097" y="2581"/>
                </a:lnTo>
                <a:lnTo>
                  <a:pt x="1097" y="2582"/>
                </a:lnTo>
                <a:lnTo>
                  <a:pt x="1097" y="2581"/>
                </a:lnTo>
                <a:lnTo>
                  <a:pt x="1097" y="2582"/>
                </a:lnTo>
                <a:lnTo>
                  <a:pt x="1096" y="2582"/>
                </a:lnTo>
                <a:lnTo>
                  <a:pt x="1096" y="2583"/>
                </a:lnTo>
                <a:lnTo>
                  <a:pt x="1097" y="2583"/>
                </a:lnTo>
                <a:lnTo>
                  <a:pt x="1097" y="2584"/>
                </a:lnTo>
                <a:lnTo>
                  <a:pt x="1096" y="2584"/>
                </a:lnTo>
                <a:lnTo>
                  <a:pt x="1096" y="2585"/>
                </a:lnTo>
                <a:lnTo>
                  <a:pt x="1095" y="2586"/>
                </a:lnTo>
                <a:lnTo>
                  <a:pt x="1095" y="2587"/>
                </a:lnTo>
                <a:lnTo>
                  <a:pt x="1094" y="2587"/>
                </a:lnTo>
                <a:lnTo>
                  <a:pt x="1094" y="2588"/>
                </a:lnTo>
                <a:lnTo>
                  <a:pt x="1093" y="2588"/>
                </a:lnTo>
                <a:lnTo>
                  <a:pt x="1093" y="2589"/>
                </a:lnTo>
                <a:lnTo>
                  <a:pt x="1092" y="2589"/>
                </a:lnTo>
                <a:lnTo>
                  <a:pt x="1092" y="2588"/>
                </a:lnTo>
                <a:lnTo>
                  <a:pt x="1092" y="2587"/>
                </a:lnTo>
                <a:lnTo>
                  <a:pt x="1092" y="2586"/>
                </a:lnTo>
                <a:lnTo>
                  <a:pt x="1091" y="2586"/>
                </a:lnTo>
                <a:lnTo>
                  <a:pt x="1092" y="2586"/>
                </a:lnTo>
                <a:lnTo>
                  <a:pt x="1091" y="2586"/>
                </a:lnTo>
                <a:lnTo>
                  <a:pt x="1091" y="2585"/>
                </a:lnTo>
                <a:lnTo>
                  <a:pt x="1091" y="2584"/>
                </a:lnTo>
                <a:lnTo>
                  <a:pt x="1092" y="2584"/>
                </a:lnTo>
                <a:lnTo>
                  <a:pt x="1091" y="2584"/>
                </a:lnTo>
                <a:lnTo>
                  <a:pt x="1091" y="2583"/>
                </a:lnTo>
                <a:lnTo>
                  <a:pt x="1090" y="2583"/>
                </a:lnTo>
                <a:lnTo>
                  <a:pt x="1090" y="2584"/>
                </a:lnTo>
                <a:lnTo>
                  <a:pt x="1090" y="2583"/>
                </a:lnTo>
                <a:lnTo>
                  <a:pt x="1089" y="2583"/>
                </a:lnTo>
                <a:lnTo>
                  <a:pt x="1088" y="2583"/>
                </a:lnTo>
                <a:lnTo>
                  <a:pt x="1087" y="2583"/>
                </a:lnTo>
                <a:lnTo>
                  <a:pt x="1087" y="2582"/>
                </a:lnTo>
                <a:lnTo>
                  <a:pt x="1086" y="2582"/>
                </a:lnTo>
                <a:lnTo>
                  <a:pt x="1085" y="2582"/>
                </a:lnTo>
                <a:lnTo>
                  <a:pt x="1085" y="2581"/>
                </a:lnTo>
                <a:lnTo>
                  <a:pt x="1084" y="2581"/>
                </a:lnTo>
                <a:lnTo>
                  <a:pt x="1083" y="2581"/>
                </a:lnTo>
                <a:lnTo>
                  <a:pt x="1082" y="2581"/>
                </a:lnTo>
                <a:lnTo>
                  <a:pt x="1081" y="2581"/>
                </a:lnTo>
                <a:lnTo>
                  <a:pt x="1080" y="2581"/>
                </a:lnTo>
                <a:lnTo>
                  <a:pt x="1079" y="2581"/>
                </a:lnTo>
                <a:lnTo>
                  <a:pt x="1079" y="2580"/>
                </a:lnTo>
                <a:lnTo>
                  <a:pt x="1078" y="2580"/>
                </a:lnTo>
                <a:lnTo>
                  <a:pt x="1078" y="2581"/>
                </a:lnTo>
                <a:lnTo>
                  <a:pt x="1077" y="2581"/>
                </a:lnTo>
                <a:lnTo>
                  <a:pt x="1076" y="2581"/>
                </a:lnTo>
                <a:lnTo>
                  <a:pt x="1075" y="2581"/>
                </a:lnTo>
                <a:lnTo>
                  <a:pt x="1075" y="2582"/>
                </a:lnTo>
                <a:lnTo>
                  <a:pt x="1075" y="2583"/>
                </a:lnTo>
                <a:lnTo>
                  <a:pt x="1074" y="2583"/>
                </a:lnTo>
                <a:lnTo>
                  <a:pt x="1074" y="2584"/>
                </a:lnTo>
                <a:lnTo>
                  <a:pt x="1073" y="2584"/>
                </a:lnTo>
                <a:lnTo>
                  <a:pt x="1073" y="2585"/>
                </a:lnTo>
                <a:lnTo>
                  <a:pt x="1072" y="2585"/>
                </a:lnTo>
                <a:lnTo>
                  <a:pt x="1072" y="2586"/>
                </a:lnTo>
                <a:lnTo>
                  <a:pt x="1071" y="2586"/>
                </a:lnTo>
                <a:lnTo>
                  <a:pt x="1070" y="2586"/>
                </a:lnTo>
                <a:lnTo>
                  <a:pt x="1070" y="2585"/>
                </a:lnTo>
                <a:lnTo>
                  <a:pt x="1069" y="2585"/>
                </a:lnTo>
                <a:lnTo>
                  <a:pt x="1069" y="2584"/>
                </a:lnTo>
                <a:lnTo>
                  <a:pt x="1068" y="2584"/>
                </a:lnTo>
                <a:lnTo>
                  <a:pt x="1067" y="2584"/>
                </a:lnTo>
                <a:lnTo>
                  <a:pt x="1067" y="2585"/>
                </a:lnTo>
                <a:lnTo>
                  <a:pt x="1066" y="2585"/>
                </a:lnTo>
                <a:lnTo>
                  <a:pt x="1065" y="2585"/>
                </a:lnTo>
                <a:lnTo>
                  <a:pt x="1064" y="2585"/>
                </a:lnTo>
                <a:lnTo>
                  <a:pt x="1063" y="2585"/>
                </a:lnTo>
                <a:lnTo>
                  <a:pt x="1062" y="2585"/>
                </a:lnTo>
                <a:lnTo>
                  <a:pt x="1062" y="2584"/>
                </a:lnTo>
                <a:lnTo>
                  <a:pt x="1061" y="2584"/>
                </a:lnTo>
                <a:lnTo>
                  <a:pt x="1061" y="2585"/>
                </a:lnTo>
                <a:lnTo>
                  <a:pt x="1060" y="2585"/>
                </a:lnTo>
                <a:lnTo>
                  <a:pt x="1060" y="2584"/>
                </a:lnTo>
                <a:lnTo>
                  <a:pt x="1060" y="2583"/>
                </a:lnTo>
                <a:lnTo>
                  <a:pt x="1059" y="2583"/>
                </a:lnTo>
                <a:lnTo>
                  <a:pt x="1059" y="2582"/>
                </a:lnTo>
                <a:lnTo>
                  <a:pt x="1058" y="2582"/>
                </a:lnTo>
                <a:lnTo>
                  <a:pt x="1058" y="2581"/>
                </a:lnTo>
                <a:lnTo>
                  <a:pt x="1057" y="2581"/>
                </a:lnTo>
                <a:lnTo>
                  <a:pt x="1056" y="2581"/>
                </a:lnTo>
                <a:lnTo>
                  <a:pt x="1056" y="2580"/>
                </a:lnTo>
                <a:lnTo>
                  <a:pt x="1055" y="2580"/>
                </a:lnTo>
                <a:lnTo>
                  <a:pt x="1055" y="2581"/>
                </a:lnTo>
                <a:lnTo>
                  <a:pt x="1054" y="2581"/>
                </a:lnTo>
                <a:lnTo>
                  <a:pt x="1054" y="2582"/>
                </a:lnTo>
                <a:lnTo>
                  <a:pt x="1054" y="2581"/>
                </a:lnTo>
                <a:lnTo>
                  <a:pt x="1053" y="2581"/>
                </a:lnTo>
                <a:lnTo>
                  <a:pt x="1050" y="2581"/>
                </a:lnTo>
                <a:lnTo>
                  <a:pt x="1049" y="2581"/>
                </a:lnTo>
                <a:lnTo>
                  <a:pt x="1049" y="2580"/>
                </a:lnTo>
                <a:lnTo>
                  <a:pt x="1049" y="2581"/>
                </a:lnTo>
                <a:lnTo>
                  <a:pt x="1048" y="2581"/>
                </a:lnTo>
                <a:lnTo>
                  <a:pt x="1048" y="2580"/>
                </a:lnTo>
                <a:lnTo>
                  <a:pt x="1047" y="2580"/>
                </a:lnTo>
                <a:lnTo>
                  <a:pt x="1047" y="2579"/>
                </a:lnTo>
                <a:lnTo>
                  <a:pt x="1048" y="2579"/>
                </a:lnTo>
                <a:lnTo>
                  <a:pt x="1048" y="2578"/>
                </a:lnTo>
                <a:lnTo>
                  <a:pt x="1048" y="2577"/>
                </a:lnTo>
                <a:lnTo>
                  <a:pt x="1049" y="2577"/>
                </a:lnTo>
                <a:lnTo>
                  <a:pt x="1049" y="2575"/>
                </a:lnTo>
                <a:lnTo>
                  <a:pt x="1049" y="2574"/>
                </a:lnTo>
                <a:lnTo>
                  <a:pt x="1048" y="2574"/>
                </a:lnTo>
                <a:lnTo>
                  <a:pt x="1048" y="2573"/>
                </a:lnTo>
                <a:lnTo>
                  <a:pt x="1048" y="2572"/>
                </a:lnTo>
                <a:lnTo>
                  <a:pt x="1048" y="2571"/>
                </a:lnTo>
                <a:lnTo>
                  <a:pt x="1048" y="2570"/>
                </a:lnTo>
                <a:lnTo>
                  <a:pt x="1048" y="2569"/>
                </a:lnTo>
                <a:lnTo>
                  <a:pt x="1047" y="2569"/>
                </a:lnTo>
                <a:lnTo>
                  <a:pt x="1046" y="2569"/>
                </a:lnTo>
                <a:lnTo>
                  <a:pt x="1046" y="2568"/>
                </a:lnTo>
                <a:lnTo>
                  <a:pt x="1047" y="2568"/>
                </a:lnTo>
                <a:lnTo>
                  <a:pt x="1047" y="2567"/>
                </a:lnTo>
                <a:lnTo>
                  <a:pt x="1048" y="2567"/>
                </a:lnTo>
                <a:lnTo>
                  <a:pt x="1048" y="2566"/>
                </a:lnTo>
                <a:lnTo>
                  <a:pt x="1048" y="2565"/>
                </a:lnTo>
                <a:lnTo>
                  <a:pt x="1049" y="2565"/>
                </a:lnTo>
                <a:lnTo>
                  <a:pt x="1050" y="2565"/>
                </a:lnTo>
                <a:lnTo>
                  <a:pt x="1051" y="2565"/>
                </a:lnTo>
                <a:lnTo>
                  <a:pt x="1051" y="2564"/>
                </a:lnTo>
                <a:lnTo>
                  <a:pt x="1052" y="2564"/>
                </a:lnTo>
                <a:lnTo>
                  <a:pt x="1052" y="2563"/>
                </a:lnTo>
                <a:lnTo>
                  <a:pt x="1052" y="2562"/>
                </a:lnTo>
                <a:lnTo>
                  <a:pt x="1053" y="2562"/>
                </a:lnTo>
                <a:lnTo>
                  <a:pt x="1052" y="2561"/>
                </a:lnTo>
                <a:lnTo>
                  <a:pt x="1053" y="2561"/>
                </a:lnTo>
                <a:lnTo>
                  <a:pt x="1053" y="2560"/>
                </a:lnTo>
                <a:lnTo>
                  <a:pt x="1054" y="2560"/>
                </a:lnTo>
                <a:lnTo>
                  <a:pt x="1054" y="2559"/>
                </a:lnTo>
                <a:lnTo>
                  <a:pt x="1054" y="2558"/>
                </a:lnTo>
                <a:lnTo>
                  <a:pt x="1054" y="2557"/>
                </a:lnTo>
                <a:lnTo>
                  <a:pt x="1055" y="2557"/>
                </a:lnTo>
                <a:lnTo>
                  <a:pt x="1055" y="2556"/>
                </a:lnTo>
                <a:lnTo>
                  <a:pt x="1054" y="2556"/>
                </a:lnTo>
                <a:lnTo>
                  <a:pt x="1054" y="2555"/>
                </a:lnTo>
                <a:lnTo>
                  <a:pt x="1054" y="2554"/>
                </a:lnTo>
                <a:lnTo>
                  <a:pt x="1053" y="2554"/>
                </a:lnTo>
                <a:lnTo>
                  <a:pt x="1054" y="2554"/>
                </a:lnTo>
                <a:lnTo>
                  <a:pt x="1054" y="2553"/>
                </a:lnTo>
                <a:lnTo>
                  <a:pt x="1055" y="2553"/>
                </a:lnTo>
                <a:lnTo>
                  <a:pt x="1055" y="2552"/>
                </a:lnTo>
                <a:lnTo>
                  <a:pt x="1055" y="2551"/>
                </a:lnTo>
                <a:lnTo>
                  <a:pt x="1055" y="2550"/>
                </a:lnTo>
                <a:lnTo>
                  <a:pt x="1054" y="2550"/>
                </a:lnTo>
                <a:lnTo>
                  <a:pt x="1054" y="2549"/>
                </a:lnTo>
                <a:lnTo>
                  <a:pt x="1053" y="2549"/>
                </a:lnTo>
                <a:lnTo>
                  <a:pt x="1052" y="2549"/>
                </a:lnTo>
                <a:lnTo>
                  <a:pt x="1051" y="2549"/>
                </a:lnTo>
                <a:lnTo>
                  <a:pt x="1051" y="2548"/>
                </a:lnTo>
                <a:lnTo>
                  <a:pt x="1051" y="2547"/>
                </a:lnTo>
                <a:lnTo>
                  <a:pt x="1050" y="2547"/>
                </a:lnTo>
                <a:lnTo>
                  <a:pt x="1050" y="2546"/>
                </a:lnTo>
                <a:lnTo>
                  <a:pt x="1049" y="2546"/>
                </a:lnTo>
                <a:lnTo>
                  <a:pt x="1049" y="2545"/>
                </a:lnTo>
                <a:lnTo>
                  <a:pt x="1048" y="2545"/>
                </a:lnTo>
                <a:lnTo>
                  <a:pt x="1047" y="2545"/>
                </a:lnTo>
                <a:lnTo>
                  <a:pt x="1046" y="2545"/>
                </a:lnTo>
                <a:lnTo>
                  <a:pt x="1046" y="2546"/>
                </a:lnTo>
                <a:lnTo>
                  <a:pt x="1045" y="2546"/>
                </a:lnTo>
                <a:lnTo>
                  <a:pt x="1044" y="2546"/>
                </a:lnTo>
                <a:lnTo>
                  <a:pt x="1044" y="2545"/>
                </a:lnTo>
                <a:lnTo>
                  <a:pt x="1043" y="2545"/>
                </a:lnTo>
                <a:lnTo>
                  <a:pt x="1042" y="2545"/>
                </a:lnTo>
                <a:lnTo>
                  <a:pt x="1042" y="2546"/>
                </a:lnTo>
                <a:lnTo>
                  <a:pt x="1041" y="2546"/>
                </a:lnTo>
                <a:lnTo>
                  <a:pt x="1041" y="2547"/>
                </a:lnTo>
                <a:lnTo>
                  <a:pt x="1041" y="2548"/>
                </a:lnTo>
                <a:lnTo>
                  <a:pt x="1040" y="2548"/>
                </a:lnTo>
                <a:lnTo>
                  <a:pt x="1040" y="2549"/>
                </a:lnTo>
                <a:lnTo>
                  <a:pt x="1039" y="2549"/>
                </a:lnTo>
                <a:lnTo>
                  <a:pt x="1039" y="2550"/>
                </a:lnTo>
                <a:lnTo>
                  <a:pt x="1038" y="2550"/>
                </a:lnTo>
                <a:lnTo>
                  <a:pt x="1038" y="2551"/>
                </a:lnTo>
                <a:lnTo>
                  <a:pt x="1037" y="2551"/>
                </a:lnTo>
                <a:lnTo>
                  <a:pt x="1037" y="2552"/>
                </a:lnTo>
                <a:lnTo>
                  <a:pt x="1036" y="2552"/>
                </a:lnTo>
                <a:lnTo>
                  <a:pt x="1036" y="2553"/>
                </a:lnTo>
                <a:lnTo>
                  <a:pt x="1037" y="2553"/>
                </a:lnTo>
                <a:lnTo>
                  <a:pt x="1037" y="2554"/>
                </a:lnTo>
                <a:lnTo>
                  <a:pt x="1036" y="2554"/>
                </a:lnTo>
                <a:lnTo>
                  <a:pt x="1035" y="2554"/>
                </a:lnTo>
                <a:lnTo>
                  <a:pt x="1035" y="2555"/>
                </a:lnTo>
                <a:lnTo>
                  <a:pt x="1034" y="2555"/>
                </a:lnTo>
                <a:lnTo>
                  <a:pt x="1033" y="2555"/>
                </a:lnTo>
                <a:lnTo>
                  <a:pt x="1033" y="2554"/>
                </a:lnTo>
                <a:lnTo>
                  <a:pt x="1032" y="2554"/>
                </a:lnTo>
                <a:lnTo>
                  <a:pt x="1031" y="2554"/>
                </a:lnTo>
                <a:lnTo>
                  <a:pt x="1030" y="2554"/>
                </a:lnTo>
                <a:lnTo>
                  <a:pt x="1029" y="2555"/>
                </a:lnTo>
                <a:lnTo>
                  <a:pt x="1029" y="2554"/>
                </a:lnTo>
                <a:lnTo>
                  <a:pt x="1028" y="2554"/>
                </a:lnTo>
                <a:lnTo>
                  <a:pt x="1028" y="2555"/>
                </a:lnTo>
                <a:lnTo>
                  <a:pt x="1027" y="2555"/>
                </a:lnTo>
                <a:lnTo>
                  <a:pt x="1026" y="2555"/>
                </a:lnTo>
                <a:lnTo>
                  <a:pt x="1025" y="2555"/>
                </a:lnTo>
                <a:lnTo>
                  <a:pt x="1025" y="2556"/>
                </a:lnTo>
                <a:lnTo>
                  <a:pt x="1024" y="2556"/>
                </a:lnTo>
                <a:lnTo>
                  <a:pt x="1023" y="2556"/>
                </a:lnTo>
                <a:lnTo>
                  <a:pt x="1023" y="2555"/>
                </a:lnTo>
                <a:lnTo>
                  <a:pt x="1022" y="2555"/>
                </a:lnTo>
                <a:lnTo>
                  <a:pt x="1021" y="2554"/>
                </a:lnTo>
                <a:lnTo>
                  <a:pt x="1020" y="2554"/>
                </a:lnTo>
                <a:lnTo>
                  <a:pt x="1019" y="2553"/>
                </a:lnTo>
                <a:lnTo>
                  <a:pt x="1018" y="2553"/>
                </a:lnTo>
                <a:lnTo>
                  <a:pt x="1018" y="2552"/>
                </a:lnTo>
                <a:lnTo>
                  <a:pt x="1017" y="2552"/>
                </a:lnTo>
                <a:lnTo>
                  <a:pt x="1016" y="2552"/>
                </a:lnTo>
                <a:lnTo>
                  <a:pt x="1015" y="2552"/>
                </a:lnTo>
                <a:lnTo>
                  <a:pt x="1015" y="2551"/>
                </a:lnTo>
                <a:lnTo>
                  <a:pt x="1014" y="2552"/>
                </a:lnTo>
                <a:lnTo>
                  <a:pt x="1013" y="2552"/>
                </a:lnTo>
                <a:lnTo>
                  <a:pt x="1013" y="2551"/>
                </a:lnTo>
                <a:lnTo>
                  <a:pt x="1012" y="2551"/>
                </a:lnTo>
                <a:lnTo>
                  <a:pt x="1012" y="2550"/>
                </a:lnTo>
                <a:lnTo>
                  <a:pt x="1011" y="2550"/>
                </a:lnTo>
                <a:lnTo>
                  <a:pt x="1010" y="2550"/>
                </a:lnTo>
                <a:lnTo>
                  <a:pt x="1010" y="2549"/>
                </a:lnTo>
                <a:lnTo>
                  <a:pt x="1011" y="2549"/>
                </a:lnTo>
                <a:lnTo>
                  <a:pt x="1011" y="2548"/>
                </a:lnTo>
                <a:lnTo>
                  <a:pt x="1010" y="2548"/>
                </a:lnTo>
                <a:lnTo>
                  <a:pt x="1010" y="2547"/>
                </a:lnTo>
                <a:lnTo>
                  <a:pt x="1011" y="2547"/>
                </a:lnTo>
                <a:lnTo>
                  <a:pt x="1011" y="2546"/>
                </a:lnTo>
                <a:lnTo>
                  <a:pt x="1010" y="2546"/>
                </a:lnTo>
                <a:lnTo>
                  <a:pt x="1010" y="2545"/>
                </a:lnTo>
                <a:lnTo>
                  <a:pt x="1008" y="2545"/>
                </a:lnTo>
                <a:lnTo>
                  <a:pt x="1008" y="2544"/>
                </a:lnTo>
                <a:lnTo>
                  <a:pt x="1007" y="2544"/>
                </a:lnTo>
                <a:lnTo>
                  <a:pt x="1007" y="2543"/>
                </a:lnTo>
                <a:lnTo>
                  <a:pt x="1006" y="2543"/>
                </a:lnTo>
                <a:lnTo>
                  <a:pt x="1006" y="2542"/>
                </a:lnTo>
                <a:lnTo>
                  <a:pt x="1006" y="2541"/>
                </a:lnTo>
                <a:lnTo>
                  <a:pt x="1005" y="2541"/>
                </a:lnTo>
                <a:lnTo>
                  <a:pt x="1005" y="2540"/>
                </a:lnTo>
                <a:lnTo>
                  <a:pt x="1004" y="2540"/>
                </a:lnTo>
                <a:lnTo>
                  <a:pt x="1004" y="2539"/>
                </a:lnTo>
                <a:lnTo>
                  <a:pt x="1003" y="2539"/>
                </a:lnTo>
                <a:lnTo>
                  <a:pt x="1003" y="2540"/>
                </a:lnTo>
                <a:lnTo>
                  <a:pt x="1002" y="2540"/>
                </a:lnTo>
                <a:lnTo>
                  <a:pt x="1001" y="2540"/>
                </a:lnTo>
                <a:lnTo>
                  <a:pt x="1001" y="2539"/>
                </a:lnTo>
                <a:lnTo>
                  <a:pt x="1001" y="2540"/>
                </a:lnTo>
                <a:lnTo>
                  <a:pt x="1000" y="2540"/>
                </a:lnTo>
                <a:lnTo>
                  <a:pt x="999" y="2540"/>
                </a:lnTo>
                <a:lnTo>
                  <a:pt x="999" y="2539"/>
                </a:lnTo>
                <a:lnTo>
                  <a:pt x="998" y="2539"/>
                </a:lnTo>
                <a:lnTo>
                  <a:pt x="998" y="2538"/>
                </a:lnTo>
                <a:lnTo>
                  <a:pt x="997" y="2538"/>
                </a:lnTo>
                <a:lnTo>
                  <a:pt x="996" y="2538"/>
                </a:lnTo>
                <a:lnTo>
                  <a:pt x="996" y="2539"/>
                </a:lnTo>
                <a:lnTo>
                  <a:pt x="996" y="2538"/>
                </a:lnTo>
                <a:lnTo>
                  <a:pt x="995" y="2538"/>
                </a:lnTo>
                <a:lnTo>
                  <a:pt x="995" y="2539"/>
                </a:lnTo>
                <a:lnTo>
                  <a:pt x="994" y="2539"/>
                </a:lnTo>
                <a:lnTo>
                  <a:pt x="994" y="2538"/>
                </a:lnTo>
                <a:lnTo>
                  <a:pt x="993" y="2538"/>
                </a:lnTo>
                <a:lnTo>
                  <a:pt x="993" y="2539"/>
                </a:lnTo>
                <a:lnTo>
                  <a:pt x="992" y="2539"/>
                </a:lnTo>
                <a:lnTo>
                  <a:pt x="992" y="2540"/>
                </a:lnTo>
                <a:lnTo>
                  <a:pt x="991" y="2540"/>
                </a:lnTo>
                <a:lnTo>
                  <a:pt x="991" y="2539"/>
                </a:lnTo>
                <a:lnTo>
                  <a:pt x="991" y="2538"/>
                </a:lnTo>
                <a:lnTo>
                  <a:pt x="990" y="2538"/>
                </a:lnTo>
                <a:lnTo>
                  <a:pt x="989" y="2538"/>
                </a:lnTo>
                <a:lnTo>
                  <a:pt x="989" y="2537"/>
                </a:lnTo>
                <a:lnTo>
                  <a:pt x="988" y="2537"/>
                </a:lnTo>
                <a:lnTo>
                  <a:pt x="988" y="2536"/>
                </a:lnTo>
                <a:lnTo>
                  <a:pt x="987" y="2536"/>
                </a:lnTo>
                <a:lnTo>
                  <a:pt x="987" y="2535"/>
                </a:lnTo>
                <a:lnTo>
                  <a:pt x="988" y="2535"/>
                </a:lnTo>
                <a:lnTo>
                  <a:pt x="987" y="2535"/>
                </a:lnTo>
                <a:lnTo>
                  <a:pt x="987" y="2534"/>
                </a:lnTo>
                <a:lnTo>
                  <a:pt x="987" y="2533"/>
                </a:lnTo>
                <a:lnTo>
                  <a:pt x="986" y="2533"/>
                </a:lnTo>
                <a:lnTo>
                  <a:pt x="986" y="2532"/>
                </a:lnTo>
                <a:lnTo>
                  <a:pt x="986" y="2531"/>
                </a:lnTo>
                <a:lnTo>
                  <a:pt x="987" y="2531"/>
                </a:lnTo>
                <a:lnTo>
                  <a:pt x="986" y="2531"/>
                </a:lnTo>
                <a:lnTo>
                  <a:pt x="986" y="2530"/>
                </a:lnTo>
                <a:lnTo>
                  <a:pt x="985" y="2530"/>
                </a:lnTo>
                <a:lnTo>
                  <a:pt x="984" y="2530"/>
                </a:lnTo>
                <a:lnTo>
                  <a:pt x="983" y="2530"/>
                </a:lnTo>
                <a:lnTo>
                  <a:pt x="983" y="2529"/>
                </a:lnTo>
                <a:lnTo>
                  <a:pt x="984" y="2529"/>
                </a:lnTo>
                <a:lnTo>
                  <a:pt x="984" y="2528"/>
                </a:lnTo>
                <a:lnTo>
                  <a:pt x="984" y="2527"/>
                </a:lnTo>
                <a:lnTo>
                  <a:pt x="983" y="2527"/>
                </a:lnTo>
                <a:lnTo>
                  <a:pt x="982" y="2527"/>
                </a:lnTo>
                <a:lnTo>
                  <a:pt x="981" y="2527"/>
                </a:lnTo>
                <a:lnTo>
                  <a:pt x="981" y="2526"/>
                </a:lnTo>
                <a:lnTo>
                  <a:pt x="981" y="2527"/>
                </a:lnTo>
                <a:lnTo>
                  <a:pt x="980" y="2527"/>
                </a:lnTo>
                <a:lnTo>
                  <a:pt x="979" y="2527"/>
                </a:lnTo>
                <a:lnTo>
                  <a:pt x="979" y="2526"/>
                </a:lnTo>
                <a:lnTo>
                  <a:pt x="978" y="2526"/>
                </a:lnTo>
                <a:lnTo>
                  <a:pt x="977" y="2526"/>
                </a:lnTo>
                <a:lnTo>
                  <a:pt x="977" y="2527"/>
                </a:lnTo>
                <a:lnTo>
                  <a:pt x="976" y="2527"/>
                </a:lnTo>
                <a:lnTo>
                  <a:pt x="976" y="2526"/>
                </a:lnTo>
                <a:lnTo>
                  <a:pt x="975" y="2526"/>
                </a:lnTo>
                <a:lnTo>
                  <a:pt x="974" y="2526"/>
                </a:lnTo>
                <a:lnTo>
                  <a:pt x="974" y="2525"/>
                </a:lnTo>
                <a:lnTo>
                  <a:pt x="973" y="2525"/>
                </a:lnTo>
                <a:lnTo>
                  <a:pt x="973" y="2524"/>
                </a:lnTo>
                <a:lnTo>
                  <a:pt x="972" y="2524"/>
                </a:lnTo>
                <a:lnTo>
                  <a:pt x="972" y="2523"/>
                </a:lnTo>
                <a:lnTo>
                  <a:pt x="971" y="2523"/>
                </a:lnTo>
                <a:lnTo>
                  <a:pt x="970" y="2523"/>
                </a:lnTo>
                <a:lnTo>
                  <a:pt x="970" y="2524"/>
                </a:lnTo>
                <a:lnTo>
                  <a:pt x="969" y="2524"/>
                </a:lnTo>
                <a:lnTo>
                  <a:pt x="969" y="2523"/>
                </a:lnTo>
                <a:lnTo>
                  <a:pt x="968" y="2523"/>
                </a:lnTo>
                <a:lnTo>
                  <a:pt x="968" y="2522"/>
                </a:lnTo>
                <a:lnTo>
                  <a:pt x="967" y="2522"/>
                </a:lnTo>
                <a:lnTo>
                  <a:pt x="967" y="2521"/>
                </a:lnTo>
                <a:lnTo>
                  <a:pt x="967" y="2520"/>
                </a:lnTo>
                <a:lnTo>
                  <a:pt x="968" y="2520"/>
                </a:lnTo>
                <a:lnTo>
                  <a:pt x="968" y="2519"/>
                </a:lnTo>
                <a:lnTo>
                  <a:pt x="968" y="2518"/>
                </a:lnTo>
                <a:lnTo>
                  <a:pt x="968" y="2517"/>
                </a:lnTo>
                <a:lnTo>
                  <a:pt x="968" y="2516"/>
                </a:lnTo>
                <a:lnTo>
                  <a:pt x="969" y="2516"/>
                </a:lnTo>
                <a:lnTo>
                  <a:pt x="969" y="2515"/>
                </a:lnTo>
                <a:lnTo>
                  <a:pt x="969" y="2514"/>
                </a:lnTo>
                <a:lnTo>
                  <a:pt x="969" y="2513"/>
                </a:lnTo>
                <a:lnTo>
                  <a:pt x="969" y="2512"/>
                </a:lnTo>
                <a:lnTo>
                  <a:pt x="969" y="2511"/>
                </a:lnTo>
                <a:lnTo>
                  <a:pt x="970" y="2511"/>
                </a:lnTo>
                <a:lnTo>
                  <a:pt x="970" y="2510"/>
                </a:lnTo>
                <a:lnTo>
                  <a:pt x="970" y="2509"/>
                </a:lnTo>
                <a:lnTo>
                  <a:pt x="970" y="2508"/>
                </a:lnTo>
                <a:lnTo>
                  <a:pt x="969" y="2508"/>
                </a:lnTo>
                <a:lnTo>
                  <a:pt x="968" y="2508"/>
                </a:lnTo>
                <a:lnTo>
                  <a:pt x="968" y="2507"/>
                </a:lnTo>
                <a:lnTo>
                  <a:pt x="966" y="2507"/>
                </a:lnTo>
                <a:lnTo>
                  <a:pt x="966" y="2508"/>
                </a:lnTo>
                <a:lnTo>
                  <a:pt x="965" y="2508"/>
                </a:lnTo>
                <a:lnTo>
                  <a:pt x="964" y="2508"/>
                </a:lnTo>
                <a:lnTo>
                  <a:pt x="964" y="2507"/>
                </a:lnTo>
                <a:lnTo>
                  <a:pt x="964" y="2506"/>
                </a:lnTo>
                <a:lnTo>
                  <a:pt x="964" y="2505"/>
                </a:lnTo>
                <a:lnTo>
                  <a:pt x="964" y="2504"/>
                </a:lnTo>
                <a:lnTo>
                  <a:pt x="965" y="2504"/>
                </a:lnTo>
                <a:lnTo>
                  <a:pt x="965" y="2503"/>
                </a:lnTo>
                <a:lnTo>
                  <a:pt x="965" y="2502"/>
                </a:lnTo>
                <a:lnTo>
                  <a:pt x="966" y="2502"/>
                </a:lnTo>
                <a:lnTo>
                  <a:pt x="965" y="2501"/>
                </a:lnTo>
                <a:lnTo>
                  <a:pt x="965" y="2500"/>
                </a:lnTo>
                <a:lnTo>
                  <a:pt x="964" y="2500"/>
                </a:lnTo>
                <a:lnTo>
                  <a:pt x="964" y="2499"/>
                </a:lnTo>
                <a:lnTo>
                  <a:pt x="963" y="2499"/>
                </a:lnTo>
                <a:lnTo>
                  <a:pt x="963" y="2498"/>
                </a:lnTo>
                <a:lnTo>
                  <a:pt x="963" y="2497"/>
                </a:lnTo>
                <a:lnTo>
                  <a:pt x="963" y="2496"/>
                </a:lnTo>
                <a:lnTo>
                  <a:pt x="962" y="2496"/>
                </a:lnTo>
                <a:lnTo>
                  <a:pt x="962" y="2495"/>
                </a:lnTo>
                <a:lnTo>
                  <a:pt x="963" y="2495"/>
                </a:lnTo>
                <a:lnTo>
                  <a:pt x="962" y="2495"/>
                </a:lnTo>
                <a:lnTo>
                  <a:pt x="962" y="2494"/>
                </a:lnTo>
                <a:lnTo>
                  <a:pt x="962" y="2493"/>
                </a:lnTo>
                <a:lnTo>
                  <a:pt x="962" y="2492"/>
                </a:lnTo>
                <a:lnTo>
                  <a:pt x="963" y="2492"/>
                </a:lnTo>
                <a:lnTo>
                  <a:pt x="963" y="2491"/>
                </a:lnTo>
                <a:lnTo>
                  <a:pt x="964" y="2491"/>
                </a:lnTo>
                <a:lnTo>
                  <a:pt x="965" y="2491"/>
                </a:lnTo>
                <a:lnTo>
                  <a:pt x="965" y="2490"/>
                </a:lnTo>
                <a:lnTo>
                  <a:pt x="965" y="2489"/>
                </a:lnTo>
                <a:lnTo>
                  <a:pt x="966" y="2489"/>
                </a:lnTo>
                <a:lnTo>
                  <a:pt x="966" y="2488"/>
                </a:lnTo>
                <a:lnTo>
                  <a:pt x="965" y="2488"/>
                </a:lnTo>
                <a:lnTo>
                  <a:pt x="964" y="2488"/>
                </a:lnTo>
                <a:lnTo>
                  <a:pt x="963" y="2488"/>
                </a:lnTo>
                <a:lnTo>
                  <a:pt x="962" y="2488"/>
                </a:lnTo>
                <a:lnTo>
                  <a:pt x="961" y="2488"/>
                </a:lnTo>
                <a:lnTo>
                  <a:pt x="960" y="2488"/>
                </a:lnTo>
                <a:lnTo>
                  <a:pt x="959" y="2488"/>
                </a:lnTo>
                <a:lnTo>
                  <a:pt x="958" y="2488"/>
                </a:lnTo>
                <a:lnTo>
                  <a:pt x="958" y="2487"/>
                </a:lnTo>
                <a:lnTo>
                  <a:pt x="958" y="2488"/>
                </a:lnTo>
                <a:lnTo>
                  <a:pt x="958" y="2487"/>
                </a:lnTo>
                <a:lnTo>
                  <a:pt x="957" y="2487"/>
                </a:lnTo>
                <a:lnTo>
                  <a:pt x="958" y="2487"/>
                </a:lnTo>
                <a:lnTo>
                  <a:pt x="958" y="2486"/>
                </a:lnTo>
                <a:lnTo>
                  <a:pt x="958" y="2485"/>
                </a:lnTo>
                <a:lnTo>
                  <a:pt x="958" y="2484"/>
                </a:lnTo>
                <a:lnTo>
                  <a:pt x="957" y="2484"/>
                </a:lnTo>
                <a:lnTo>
                  <a:pt x="957" y="2483"/>
                </a:lnTo>
                <a:lnTo>
                  <a:pt x="956" y="2483"/>
                </a:lnTo>
                <a:lnTo>
                  <a:pt x="956" y="2482"/>
                </a:lnTo>
                <a:lnTo>
                  <a:pt x="955" y="2482"/>
                </a:lnTo>
                <a:lnTo>
                  <a:pt x="955" y="2483"/>
                </a:lnTo>
                <a:lnTo>
                  <a:pt x="954" y="2483"/>
                </a:lnTo>
                <a:lnTo>
                  <a:pt x="953" y="2483"/>
                </a:lnTo>
                <a:lnTo>
                  <a:pt x="952" y="2483"/>
                </a:lnTo>
                <a:lnTo>
                  <a:pt x="952" y="2482"/>
                </a:lnTo>
                <a:lnTo>
                  <a:pt x="951" y="2482"/>
                </a:lnTo>
                <a:lnTo>
                  <a:pt x="950" y="2482"/>
                </a:lnTo>
                <a:lnTo>
                  <a:pt x="950" y="2483"/>
                </a:lnTo>
                <a:lnTo>
                  <a:pt x="949" y="2483"/>
                </a:lnTo>
                <a:lnTo>
                  <a:pt x="948" y="2483"/>
                </a:lnTo>
                <a:lnTo>
                  <a:pt x="948" y="2482"/>
                </a:lnTo>
                <a:lnTo>
                  <a:pt x="947" y="2482"/>
                </a:lnTo>
                <a:lnTo>
                  <a:pt x="946" y="2482"/>
                </a:lnTo>
                <a:lnTo>
                  <a:pt x="947" y="2482"/>
                </a:lnTo>
                <a:lnTo>
                  <a:pt x="947" y="2481"/>
                </a:lnTo>
                <a:lnTo>
                  <a:pt x="948" y="2481"/>
                </a:lnTo>
                <a:lnTo>
                  <a:pt x="947" y="2480"/>
                </a:lnTo>
                <a:lnTo>
                  <a:pt x="946" y="2480"/>
                </a:lnTo>
                <a:lnTo>
                  <a:pt x="945" y="2479"/>
                </a:lnTo>
                <a:lnTo>
                  <a:pt x="944" y="2479"/>
                </a:lnTo>
                <a:lnTo>
                  <a:pt x="943" y="2479"/>
                </a:lnTo>
                <a:lnTo>
                  <a:pt x="943" y="2480"/>
                </a:lnTo>
                <a:lnTo>
                  <a:pt x="942" y="2480"/>
                </a:lnTo>
                <a:lnTo>
                  <a:pt x="941" y="2480"/>
                </a:lnTo>
                <a:lnTo>
                  <a:pt x="940" y="2480"/>
                </a:lnTo>
                <a:lnTo>
                  <a:pt x="939" y="2480"/>
                </a:lnTo>
                <a:lnTo>
                  <a:pt x="939" y="2479"/>
                </a:lnTo>
                <a:lnTo>
                  <a:pt x="938" y="2479"/>
                </a:lnTo>
                <a:lnTo>
                  <a:pt x="938" y="2480"/>
                </a:lnTo>
                <a:lnTo>
                  <a:pt x="937" y="2480"/>
                </a:lnTo>
                <a:lnTo>
                  <a:pt x="936" y="2480"/>
                </a:lnTo>
                <a:lnTo>
                  <a:pt x="936" y="2481"/>
                </a:lnTo>
                <a:lnTo>
                  <a:pt x="935" y="2481"/>
                </a:lnTo>
                <a:lnTo>
                  <a:pt x="934" y="2481"/>
                </a:lnTo>
                <a:lnTo>
                  <a:pt x="934" y="2482"/>
                </a:lnTo>
                <a:lnTo>
                  <a:pt x="933" y="2482"/>
                </a:lnTo>
                <a:lnTo>
                  <a:pt x="932" y="2482"/>
                </a:lnTo>
                <a:lnTo>
                  <a:pt x="931" y="2482"/>
                </a:lnTo>
                <a:lnTo>
                  <a:pt x="930" y="2482"/>
                </a:lnTo>
                <a:lnTo>
                  <a:pt x="931" y="2482"/>
                </a:lnTo>
                <a:lnTo>
                  <a:pt x="930" y="2482"/>
                </a:lnTo>
                <a:lnTo>
                  <a:pt x="930" y="2483"/>
                </a:lnTo>
                <a:lnTo>
                  <a:pt x="930" y="2484"/>
                </a:lnTo>
                <a:lnTo>
                  <a:pt x="929" y="2484"/>
                </a:lnTo>
                <a:lnTo>
                  <a:pt x="929" y="2485"/>
                </a:lnTo>
                <a:lnTo>
                  <a:pt x="929" y="2486"/>
                </a:lnTo>
                <a:lnTo>
                  <a:pt x="930" y="2486"/>
                </a:lnTo>
                <a:lnTo>
                  <a:pt x="929" y="2486"/>
                </a:lnTo>
                <a:lnTo>
                  <a:pt x="929" y="2487"/>
                </a:lnTo>
                <a:lnTo>
                  <a:pt x="928" y="2487"/>
                </a:lnTo>
                <a:lnTo>
                  <a:pt x="928" y="2488"/>
                </a:lnTo>
                <a:lnTo>
                  <a:pt x="928" y="2487"/>
                </a:lnTo>
                <a:lnTo>
                  <a:pt x="927" y="2487"/>
                </a:lnTo>
                <a:lnTo>
                  <a:pt x="927" y="2488"/>
                </a:lnTo>
                <a:lnTo>
                  <a:pt x="926" y="2488"/>
                </a:lnTo>
                <a:lnTo>
                  <a:pt x="925" y="2488"/>
                </a:lnTo>
                <a:lnTo>
                  <a:pt x="924" y="2488"/>
                </a:lnTo>
                <a:lnTo>
                  <a:pt x="923" y="2488"/>
                </a:lnTo>
                <a:lnTo>
                  <a:pt x="922" y="2488"/>
                </a:lnTo>
                <a:lnTo>
                  <a:pt x="921" y="2488"/>
                </a:lnTo>
                <a:lnTo>
                  <a:pt x="920" y="2488"/>
                </a:lnTo>
                <a:lnTo>
                  <a:pt x="920" y="2489"/>
                </a:lnTo>
                <a:lnTo>
                  <a:pt x="920" y="2490"/>
                </a:lnTo>
                <a:lnTo>
                  <a:pt x="919" y="2491"/>
                </a:lnTo>
                <a:lnTo>
                  <a:pt x="918" y="2491"/>
                </a:lnTo>
                <a:lnTo>
                  <a:pt x="917" y="2491"/>
                </a:lnTo>
                <a:lnTo>
                  <a:pt x="917" y="2492"/>
                </a:lnTo>
                <a:lnTo>
                  <a:pt x="916" y="2492"/>
                </a:lnTo>
                <a:lnTo>
                  <a:pt x="917" y="2492"/>
                </a:lnTo>
                <a:lnTo>
                  <a:pt x="917" y="2493"/>
                </a:lnTo>
                <a:lnTo>
                  <a:pt x="916" y="2493"/>
                </a:lnTo>
                <a:lnTo>
                  <a:pt x="917" y="2493"/>
                </a:lnTo>
                <a:lnTo>
                  <a:pt x="916" y="2493"/>
                </a:lnTo>
                <a:lnTo>
                  <a:pt x="917" y="2493"/>
                </a:lnTo>
                <a:lnTo>
                  <a:pt x="917" y="2494"/>
                </a:lnTo>
                <a:lnTo>
                  <a:pt x="916" y="2495"/>
                </a:lnTo>
                <a:lnTo>
                  <a:pt x="915" y="2495"/>
                </a:lnTo>
                <a:lnTo>
                  <a:pt x="915" y="2496"/>
                </a:lnTo>
                <a:lnTo>
                  <a:pt x="914" y="2496"/>
                </a:lnTo>
                <a:lnTo>
                  <a:pt x="913" y="2496"/>
                </a:lnTo>
                <a:lnTo>
                  <a:pt x="913" y="2495"/>
                </a:lnTo>
                <a:lnTo>
                  <a:pt x="913" y="2494"/>
                </a:lnTo>
                <a:lnTo>
                  <a:pt x="912" y="2494"/>
                </a:lnTo>
                <a:lnTo>
                  <a:pt x="911" y="2494"/>
                </a:lnTo>
                <a:lnTo>
                  <a:pt x="911" y="2495"/>
                </a:lnTo>
                <a:lnTo>
                  <a:pt x="910" y="2495"/>
                </a:lnTo>
                <a:lnTo>
                  <a:pt x="910" y="2494"/>
                </a:lnTo>
                <a:lnTo>
                  <a:pt x="909" y="2494"/>
                </a:lnTo>
                <a:lnTo>
                  <a:pt x="909" y="2493"/>
                </a:lnTo>
                <a:lnTo>
                  <a:pt x="909" y="2492"/>
                </a:lnTo>
                <a:lnTo>
                  <a:pt x="908" y="2492"/>
                </a:lnTo>
                <a:lnTo>
                  <a:pt x="908" y="2491"/>
                </a:lnTo>
                <a:lnTo>
                  <a:pt x="908" y="2492"/>
                </a:lnTo>
                <a:lnTo>
                  <a:pt x="907" y="2492"/>
                </a:lnTo>
                <a:lnTo>
                  <a:pt x="906" y="2492"/>
                </a:lnTo>
                <a:lnTo>
                  <a:pt x="905" y="2492"/>
                </a:lnTo>
                <a:lnTo>
                  <a:pt x="905" y="2491"/>
                </a:lnTo>
                <a:lnTo>
                  <a:pt x="904" y="2490"/>
                </a:lnTo>
                <a:lnTo>
                  <a:pt x="904" y="2489"/>
                </a:lnTo>
                <a:lnTo>
                  <a:pt x="904" y="2488"/>
                </a:lnTo>
                <a:lnTo>
                  <a:pt x="904" y="2487"/>
                </a:lnTo>
                <a:lnTo>
                  <a:pt x="904" y="2486"/>
                </a:lnTo>
                <a:lnTo>
                  <a:pt x="903" y="2486"/>
                </a:lnTo>
                <a:lnTo>
                  <a:pt x="902" y="2486"/>
                </a:lnTo>
                <a:lnTo>
                  <a:pt x="902" y="2485"/>
                </a:lnTo>
                <a:lnTo>
                  <a:pt x="901" y="2485"/>
                </a:lnTo>
                <a:lnTo>
                  <a:pt x="902" y="2485"/>
                </a:lnTo>
                <a:lnTo>
                  <a:pt x="902" y="2484"/>
                </a:lnTo>
                <a:lnTo>
                  <a:pt x="901" y="2484"/>
                </a:lnTo>
                <a:lnTo>
                  <a:pt x="900" y="2484"/>
                </a:lnTo>
                <a:lnTo>
                  <a:pt x="900" y="2485"/>
                </a:lnTo>
                <a:lnTo>
                  <a:pt x="899" y="2484"/>
                </a:lnTo>
                <a:lnTo>
                  <a:pt x="899" y="2483"/>
                </a:lnTo>
                <a:lnTo>
                  <a:pt x="898" y="2483"/>
                </a:lnTo>
                <a:lnTo>
                  <a:pt x="898" y="2482"/>
                </a:lnTo>
                <a:lnTo>
                  <a:pt x="897" y="2482"/>
                </a:lnTo>
                <a:lnTo>
                  <a:pt x="897" y="2481"/>
                </a:lnTo>
                <a:lnTo>
                  <a:pt x="897" y="2480"/>
                </a:lnTo>
                <a:lnTo>
                  <a:pt x="897" y="2479"/>
                </a:lnTo>
                <a:lnTo>
                  <a:pt x="897" y="2478"/>
                </a:lnTo>
                <a:lnTo>
                  <a:pt x="897" y="2477"/>
                </a:lnTo>
                <a:lnTo>
                  <a:pt x="896" y="2477"/>
                </a:lnTo>
                <a:lnTo>
                  <a:pt x="896" y="2476"/>
                </a:lnTo>
                <a:lnTo>
                  <a:pt x="895" y="2476"/>
                </a:lnTo>
                <a:lnTo>
                  <a:pt x="895" y="2475"/>
                </a:lnTo>
                <a:lnTo>
                  <a:pt x="894" y="2475"/>
                </a:lnTo>
                <a:lnTo>
                  <a:pt x="895" y="2475"/>
                </a:lnTo>
                <a:lnTo>
                  <a:pt x="895" y="2474"/>
                </a:lnTo>
                <a:lnTo>
                  <a:pt x="894" y="2474"/>
                </a:lnTo>
                <a:lnTo>
                  <a:pt x="895" y="2474"/>
                </a:lnTo>
                <a:lnTo>
                  <a:pt x="895" y="2473"/>
                </a:lnTo>
                <a:lnTo>
                  <a:pt x="895" y="2472"/>
                </a:lnTo>
                <a:lnTo>
                  <a:pt x="896" y="2472"/>
                </a:lnTo>
                <a:lnTo>
                  <a:pt x="896" y="2471"/>
                </a:lnTo>
                <a:lnTo>
                  <a:pt x="895" y="2471"/>
                </a:lnTo>
                <a:lnTo>
                  <a:pt x="895" y="2470"/>
                </a:lnTo>
                <a:lnTo>
                  <a:pt x="895" y="2469"/>
                </a:lnTo>
                <a:lnTo>
                  <a:pt x="894" y="2469"/>
                </a:lnTo>
                <a:lnTo>
                  <a:pt x="893" y="2469"/>
                </a:lnTo>
                <a:lnTo>
                  <a:pt x="892" y="2469"/>
                </a:lnTo>
                <a:lnTo>
                  <a:pt x="891" y="2469"/>
                </a:lnTo>
                <a:lnTo>
                  <a:pt x="891" y="2468"/>
                </a:lnTo>
                <a:lnTo>
                  <a:pt x="890" y="2468"/>
                </a:lnTo>
                <a:lnTo>
                  <a:pt x="890" y="2467"/>
                </a:lnTo>
                <a:lnTo>
                  <a:pt x="890" y="2466"/>
                </a:lnTo>
                <a:lnTo>
                  <a:pt x="889" y="2466"/>
                </a:lnTo>
                <a:lnTo>
                  <a:pt x="889" y="2465"/>
                </a:lnTo>
                <a:lnTo>
                  <a:pt x="888" y="2465"/>
                </a:lnTo>
                <a:lnTo>
                  <a:pt x="888" y="2464"/>
                </a:lnTo>
                <a:lnTo>
                  <a:pt x="889" y="2464"/>
                </a:lnTo>
                <a:lnTo>
                  <a:pt x="889" y="2463"/>
                </a:lnTo>
                <a:lnTo>
                  <a:pt x="888" y="2463"/>
                </a:lnTo>
                <a:lnTo>
                  <a:pt x="888" y="2462"/>
                </a:lnTo>
                <a:lnTo>
                  <a:pt x="889" y="2462"/>
                </a:lnTo>
                <a:lnTo>
                  <a:pt x="888" y="2462"/>
                </a:lnTo>
                <a:lnTo>
                  <a:pt x="888" y="2461"/>
                </a:lnTo>
                <a:lnTo>
                  <a:pt x="887" y="2461"/>
                </a:lnTo>
                <a:lnTo>
                  <a:pt x="886" y="2461"/>
                </a:lnTo>
                <a:lnTo>
                  <a:pt x="886" y="2460"/>
                </a:lnTo>
                <a:lnTo>
                  <a:pt x="885" y="2461"/>
                </a:lnTo>
                <a:lnTo>
                  <a:pt x="884" y="2461"/>
                </a:lnTo>
                <a:lnTo>
                  <a:pt x="883" y="2461"/>
                </a:lnTo>
                <a:lnTo>
                  <a:pt x="882" y="2461"/>
                </a:lnTo>
                <a:lnTo>
                  <a:pt x="881" y="2461"/>
                </a:lnTo>
                <a:lnTo>
                  <a:pt x="881" y="2460"/>
                </a:lnTo>
                <a:lnTo>
                  <a:pt x="881" y="2459"/>
                </a:lnTo>
                <a:lnTo>
                  <a:pt x="881" y="2458"/>
                </a:lnTo>
                <a:lnTo>
                  <a:pt x="881" y="2457"/>
                </a:lnTo>
                <a:lnTo>
                  <a:pt x="880" y="2457"/>
                </a:lnTo>
                <a:lnTo>
                  <a:pt x="880" y="2456"/>
                </a:lnTo>
                <a:lnTo>
                  <a:pt x="881" y="2456"/>
                </a:lnTo>
                <a:lnTo>
                  <a:pt x="880" y="2456"/>
                </a:lnTo>
                <a:lnTo>
                  <a:pt x="881" y="2456"/>
                </a:lnTo>
                <a:lnTo>
                  <a:pt x="882" y="2456"/>
                </a:lnTo>
                <a:lnTo>
                  <a:pt x="883" y="2456"/>
                </a:lnTo>
                <a:lnTo>
                  <a:pt x="883" y="2455"/>
                </a:lnTo>
                <a:lnTo>
                  <a:pt x="882" y="2455"/>
                </a:lnTo>
                <a:lnTo>
                  <a:pt x="882" y="2454"/>
                </a:lnTo>
                <a:lnTo>
                  <a:pt x="881" y="2454"/>
                </a:lnTo>
                <a:lnTo>
                  <a:pt x="881" y="2453"/>
                </a:lnTo>
                <a:lnTo>
                  <a:pt x="880" y="2453"/>
                </a:lnTo>
                <a:lnTo>
                  <a:pt x="880" y="2454"/>
                </a:lnTo>
                <a:lnTo>
                  <a:pt x="879" y="2454"/>
                </a:lnTo>
                <a:lnTo>
                  <a:pt x="879" y="2453"/>
                </a:lnTo>
                <a:lnTo>
                  <a:pt x="878" y="2453"/>
                </a:lnTo>
                <a:lnTo>
                  <a:pt x="877" y="2453"/>
                </a:lnTo>
                <a:lnTo>
                  <a:pt x="877" y="2452"/>
                </a:lnTo>
                <a:lnTo>
                  <a:pt x="877" y="2451"/>
                </a:lnTo>
                <a:lnTo>
                  <a:pt x="876" y="2451"/>
                </a:lnTo>
                <a:lnTo>
                  <a:pt x="876" y="2450"/>
                </a:lnTo>
                <a:lnTo>
                  <a:pt x="875" y="2450"/>
                </a:lnTo>
                <a:lnTo>
                  <a:pt x="875" y="2451"/>
                </a:lnTo>
                <a:lnTo>
                  <a:pt x="875" y="2450"/>
                </a:lnTo>
                <a:lnTo>
                  <a:pt x="874" y="2450"/>
                </a:lnTo>
                <a:lnTo>
                  <a:pt x="874" y="2451"/>
                </a:lnTo>
                <a:lnTo>
                  <a:pt x="874" y="2452"/>
                </a:lnTo>
                <a:lnTo>
                  <a:pt x="873" y="2452"/>
                </a:lnTo>
                <a:lnTo>
                  <a:pt x="872" y="2452"/>
                </a:lnTo>
                <a:lnTo>
                  <a:pt x="872" y="2451"/>
                </a:lnTo>
                <a:lnTo>
                  <a:pt x="872" y="2450"/>
                </a:lnTo>
                <a:lnTo>
                  <a:pt x="872" y="2449"/>
                </a:lnTo>
                <a:lnTo>
                  <a:pt x="871" y="2449"/>
                </a:lnTo>
                <a:lnTo>
                  <a:pt x="870" y="2449"/>
                </a:lnTo>
                <a:lnTo>
                  <a:pt x="869" y="2449"/>
                </a:lnTo>
                <a:lnTo>
                  <a:pt x="868" y="2449"/>
                </a:lnTo>
                <a:lnTo>
                  <a:pt x="868" y="2448"/>
                </a:lnTo>
                <a:lnTo>
                  <a:pt x="868" y="2449"/>
                </a:lnTo>
                <a:lnTo>
                  <a:pt x="867" y="2449"/>
                </a:lnTo>
                <a:lnTo>
                  <a:pt x="866" y="2449"/>
                </a:lnTo>
                <a:lnTo>
                  <a:pt x="866" y="2450"/>
                </a:lnTo>
                <a:lnTo>
                  <a:pt x="865" y="2450"/>
                </a:lnTo>
                <a:lnTo>
                  <a:pt x="866" y="2450"/>
                </a:lnTo>
                <a:lnTo>
                  <a:pt x="866" y="2451"/>
                </a:lnTo>
                <a:lnTo>
                  <a:pt x="865" y="2451"/>
                </a:lnTo>
                <a:lnTo>
                  <a:pt x="865" y="2450"/>
                </a:lnTo>
                <a:lnTo>
                  <a:pt x="864" y="2450"/>
                </a:lnTo>
                <a:lnTo>
                  <a:pt x="863" y="2450"/>
                </a:lnTo>
                <a:lnTo>
                  <a:pt x="863" y="2449"/>
                </a:lnTo>
                <a:lnTo>
                  <a:pt x="863" y="2448"/>
                </a:lnTo>
                <a:lnTo>
                  <a:pt x="862" y="2448"/>
                </a:lnTo>
                <a:lnTo>
                  <a:pt x="862" y="2449"/>
                </a:lnTo>
                <a:lnTo>
                  <a:pt x="862" y="2448"/>
                </a:lnTo>
                <a:lnTo>
                  <a:pt x="861" y="2448"/>
                </a:lnTo>
                <a:lnTo>
                  <a:pt x="861" y="2447"/>
                </a:lnTo>
                <a:lnTo>
                  <a:pt x="861" y="2446"/>
                </a:lnTo>
                <a:lnTo>
                  <a:pt x="860" y="2446"/>
                </a:lnTo>
                <a:lnTo>
                  <a:pt x="859" y="2446"/>
                </a:lnTo>
                <a:lnTo>
                  <a:pt x="859" y="2445"/>
                </a:lnTo>
                <a:lnTo>
                  <a:pt x="858" y="2445"/>
                </a:lnTo>
                <a:lnTo>
                  <a:pt x="858" y="2444"/>
                </a:lnTo>
                <a:lnTo>
                  <a:pt x="857" y="2444"/>
                </a:lnTo>
                <a:lnTo>
                  <a:pt x="857" y="2445"/>
                </a:lnTo>
                <a:lnTo>
                  <a:pt x="857" y="2444"/>
                </a:lnTo>
                <a:lnTo>
                  <a:pt x="857" y="2445"/>
                </a:lnTo>
                <a:lnTo>
                  <a:pt x="856" y="2444"/>
                </a:lnTo>
                <a:lnTo>
                  <a:pt x="855" y="2444"/>
                </a:lnTo>
                <a:lnTo>
                  <a:pt x="855" y="2445"/>
                </a:lnTo>
                <a:lnTo>
                  <a:pt x="854" y="2445"/>
                </a:lnTo>
                <a:lnTo>
                  <a:pt x="853" y="2445"/>
                </a:lnTo>
                <a:lnTo>
                  <a:pt x="853" y="2444"/>
                </a:lnTo>
                <a:lnTo>
                  <a:pt x="852" y="2444"/>
                </a:lnTo>
                <a:lnTo>
                  <a:pt x="852" y="2443"/>
                </a:lnTo>
                <a:lnTo>
                  <a:pt x="852" y="2442"/>
                </a:lnTo>
                <a:lnTo>
                  <a:pt x="853" y="2442"/>
                </a:lnTo>
                <a:lnTo>
                  <a:pt x="852" y="2442"/>
                </a:lnTo>
                <a:lnTo>
                  <a:pt x="852" y="2441"/>
                </a:lnTo>
                <a:lnTo>
                  <a:pt x="851" y="2441"/>
                </a:lnTo>
                <a:lnTo>
                  <a:pt x="851" y="2440"/>
                </a:lnTo>
                <a:lnTo>
                  <a:pt x="851" y="2441"/>
                </a:lnTo>
                <a:lnTo>
                  <a:pt x="850" y="2441"/>
                </a:lnTo>
                <a:lnTo>
                  <a:pt x="850" y="2440"/>
                </a:lnTo>
                <a:lnTo>
                  <a:pt x="850" y="2441"/>
                </a:lnTo>
                <a:lnTo>
                  <a:pt x="849" y="2441"/>
                </a:lnTo>
                <a:lnTo>
                  <a:pt x="848" y="2441"/>
                </a:lnTo>
                <a:lnTo>
                  <a:pt x="847" y="2441"/>
                </a:lnTo>
                <a:lnTo>
                  <a:pt x="847" y="2442"/>
                </a:lnTo>
                <a:lnTo>
                  <a:pt x="846" y="2442"/>
                </a:lnTo>
                <a:lnTo>
                  <a:pt x="845" y="2442"/>
                </a:lnTo>
                <a:lnTo>
                  <a:pt x="845" y="2443"/>
                </a:lnTo>
                <a:lnTo>
                  <a:pt x="845" y="2442"/>
                </a:lnTo>
                <a:lnTo>
                  <a:pt x="844" y="2442"/>
                </a:lnTo>
                <a:lnTo>
                  <a:pt x="843" y="2442"/>
                </a:lnTo>
                <a:lnTo>
                  <a:pt x="842" y="2442"/>
                </a:lnTo>
                <a:lnTo>
                  <a:pt x="841" y="2442"/>
                </a:lnTo>
                <a:lnTo>
                  <a:pt x="841" y="2441"/>
                </a:lnTo>
                <a:lnTo>
                  <a:pt x="841" y="2440"/>
                </a:lnTo>
                <a:lnTo>
                  <a:pt x="841" y="2439"/>
                </a:lnTo>
                <a:lnTo>
                  <a:pt x="840" y="2439"/>
                </a:lnTo>
                <a:lnTo>
                  <a:pt x="839" y="2439"/>
                </a:lnTo>
                <a:lnTo>
                  <a:pt x="838" y="2439"/>
                </a:lnTo>
                <a:lnTo>
                  <a:pt x="838" y="2438"/>
                </a:lnTo>
                <a:lnTo>
                  <a:pt x="837" y="2438"/>
                </a:lnTo>
                <a:lnTo>
                  <a:pt x="836" y="2438"/>
                </a:lnTo>
                <a:lnTo>
                  <a:pt x="836" y="2437"/>
                </a:lnTo>
                <a:lnTo>
                  <a:pt x="836" y="2436"/>
                </a:lnTo>
                <a:lnTo>
                  <a:pt x="836" y="2435"/>
                </a:lnTo>
                <a:lnTo>
                  <a:pt x="835" y="2435"/>
                </a:lnTo>
                <a:lnTo>
                  <a:pt x="835" y="2434"/>
                </a:lnTo>
                <a:lnTo>
                  <a:pt x="834" y="2434"/>
                </a:lnTo>
                <a:lnTo>
                  <a:pt x="833" y="2434"/>
                </a:lnTo>
                <a:lnTo>
                  <a:pt x="832" y="2434"/>
                </a:lnTo>
                <a:lnTo>
                  <a:pt x="831" y="2434"/>
                </a:lnTo>
                <a:lnTo>
                  <a:pt x="830" y="2434"/>
                </a:lnTo>
                <a:lnTo>
                  <a:pt x="830" y="2435"/>
                </a:lnTo>
                <a:lnTo>
                  <a:pt x="829" y="2435"/>
                </a:lnTo>
                <a:lnTo>
                  <a:pt x="829" y="2434"/>
                </a:lnTo>
                <a:lnTo>
                  <a:pt x="829" y="2433"/>
                </a:lnTo>
                <a:lnTo>
                  <a:pt x="830" y="2433"/>
                </a:lnTo>
                <a:lnTo>
                  <a:pt x="830" y="2432"/>
                </a:lnTo>
                <a:lnTo>
                  <a:pt x="830" y="2431"/>
                </a:lnTo>
                <a:lnTo>
                  <a:pt x="831" y="2431"/>
                </a:lnTo>
                <a:lnTo>
                  <a:pt x="831" y="2432"/>
                </a:lnTo>
                <a:lnTo>
                  <a:pt x="831" y="2431"/>
                </a:lnTo>
                <a:lnTo>
                  <a:pt x="832" y="2431"/>
                </a:lnTo>
                <a:lnTo>
                  <a:pt x="833" y="2431"/>
                </a:lnTo>
                <a:lnTo>
                  <a:pt x="833" y="2430"/>
                </a:lnTo>
                <a:lnTo>
                  <a:pt x="834" y="2430"/>
                </a:lnTo>
                <a:lnTo>
                  <a:pt x="834" y="2429"/>
                </a:lnTo>
                <a:lnTo>
                  <a:pt x="833" y="2429"/>
                </a:lnTo>
                <a:lnTo>
                  <a:pt x="833" y="2428"/>
                </a:lnTo>
                <a:lnTo>
                  <a:pt x="833" y="2427"/>
                </a:lnTo>
                <a:lnTo>
                  <a:pt x="832" y="2427"/>
                </a:lnTo>
                <a:lnTo>
                  <a:pt x="831" y="2427"/>
                </a:lnTo>
                <a:lnTo>
                  <a:pt x="831" y="2426"/>
                </a:lnTo>
                <a:lnTo>
                  <a:pt x="830" y="2425"/>
                </a:lnTo>
                <a:lnTo>
                  <a:pt x="829" y="2425"/>
                </a:lnTo>
                <a:lnTo>
                  <a:pt x="829" y="2426"/>
                </a:lnTo>
                <a:lnTo>
                  <a:pt x="828" y="2426"/>
                </a:lnTo>
                <a:lnTo>
                  <a:pt x="827" y="2426"/>
                </a:lnTo>
                <a:lnTo>
                  <a:pt x="826" y="2426"/>
                </a:lnTo>
                <a:lnTo>
                  <a:pt x="826" y="2427"/>
                </a:lnTo>
                <a:lnTo>
                  <a:pt x="825" y="2427"/>
                </a:lnTo>
                <a:lnTo>
                  <a:pt x="824" y="2427"/>
                </a:lnTo>
                <a:lnTo>
                  <a:pt x="823" y="2427"/>
                </a:lnTo>
                <a:lnTo>
                  <a:pt x="823" y="2426"/>
                </a:lnTo>
                <a:lnTo>
                  <a:pt x="824" y="2426"/>
                </a:lnTo>
                <a:lnTo>
                  <a:pt x="824" y="2425"/>
                </a:lnTo>
                <a:lnTo>
                  <a:pt x="825" y="2425"/>
                </a:lnTo>
                <a:lnTo>
                  <a:pt x="825" y="2424"/>
                </a:lnTo>
                <a:lnTo>
                  <a:pt x="825" y="2423"/>
                </a:lnTo>
                <a:lnTo>
                  <a:pt x="824" y="2423"/>
                </a:lnTo>
                <a:lnTo>
                  <a:pt x="823" y="2423"/>
                </a:lnTo>
                <a:lnTo>
                  <a:pt x="823" y="2422"/>
                </a:lnTo>
                <a:lnTo>
                  <a:pt x="822" y="2422"/>
                </a:lnTo>
                <a:lnTo>
                  <a:pt x="821" y="2422"/>
                </a:lnTo>
                <a:lnTo>
                  <a:pt x="821" y="2421"/>
                </a:lnTo>
                <a:lnTo>
                  <a:pt x="821" y="2420"/>
                </a:lnTo>
                <a:lnTo>
                  <a:pt x="820" y="2420"/>
                </a:lnTo>
                <a:lnTo>
                  <a:pt x="820" y="2419"/>
                </a:lnTo>
                <a:lnTo>
                  <a:pt x="820" y="2418"/>
                </a:lnTo>
                <a:lnTo>
                  <a:pt x="819" y="2418"/>
                </a:lnTo>
                <a:lnTo>
                  <a:pt x="819" y="2417"/>
                </a:lnTo>
                <a:lnTo>
                  <a:pt x="818" y="2417"/>
                </a:lnTo>
                <a:lnTo>
                  <a:pt x="818" y="2416"/>
                </a:lnTo>
                <a:lnTo>
                  <a:pt x="818" y="2415"/>
                </a:lnTo>
                <a:lnTo>
                  <a:pt x="817" y="2415"/>
                </a:lnTo>
                <a:lnTo>
                  <a:pt x="817" y="2414"/>
                </a:lnTo>
                <a:lnTo>
                  <a:pt x="816" y="2414"/>
                </a:lnTo>
                <a:lnTo>
                  <a:pt x="816" y="2413"/>
                </a:lnTo>
                <a:lnTo>
                  <a:pt x="815" y="2413"/>
                </a:lnTo>
                <a:lnTo>
                  <a:pt x="815" y="2414"/>
                </a:lnTo>
                <a:lnTo>
                  <a:pt x="814" y="2414"/>
                </a:lnTo>
                <a:lnTo>
                  <a:pt x="814" y="2415"/>
                </a:lnTo>
                <a:lnTo>
                  <a:pt x="813" y="2415"/>
                </a:lnTo>
                <a:lnTo>
                  <a:pt x="813" y="2416"/>
                </a:lnTo>
                <a:lnTo>
                  <a:pt x="812" y="2416"/>
                </a:lnTo>
                <a:lnTo>
                  <a:pt x="812" y="2415"/>
                </a:lnTo>
                <a:lnTo>
                  <a:pt x="811" y="2415"/>
                </a:lnTo>
                <a:lnTo>
                  <a:pt x="811" y="2414"/>
                </a:lnTo>
                <a:lnTo>
                  <a:pt x="810" y="2414"/>
                </a:lnTo>
                <a:lnTo>
                  <a:pt x="810" y="2413"/>
                </a:lnTo>
                <a:lnTo>
                  <a:pt x="809" y="2413"/>
                </a:lnTo>
                <a:lnTo>
                  <a:pt x="809" y="2412"/>
                </a:lnTo>
                <a:lnTo>
                  <a:pt x="808" y="2412"/>
                </a:lnTo>
                <a:lnTo>
                  <a:pt x="808" y="2413"/>
                </a:lnTo>
                <a:lnTo>
                  <a:pt x="808" y="2412"/>
                </a:lnTo>
                <a:lnTo>
                  <a:pt x="807" y="2412"/>
                </a:lnTo>
                <a:lnTo>
                  <a:pt x="807" y="2411"/>
                </a:lnTo>
                <a:lnTo>
                  <a:pt x="806" y="2411"/>
                </a:lnTo>
                <a:lnTo>
                  <a:pt x="805" y="2411"/>
                </a:lnTo>
                <a:lnTo>
                  <a:pt x="805" y="2410"/>
                </a:lnTo>
                <a:lnTo>
                  <a:pt x="804" y="2409"/>
                </a:lnTo>
                <a:lnTo>
                  <a:pt x="803" y="2409"/>
                </a:lnTo>
                <a:lnTo>
                  <a:pt x="803" y="2408"/>
                </a:lnTo>
                <a:lnTo>
                  <a:pt x="802" y="2408"/>
                </a:lnTo>
                <a:lnTo>
                  <a:pt x="802" y="2407"/>
                </a:lnTo>
                <a:lnTo>
                  <a:pt x="801" y="2407"/>
                </a:lnTo>
                <a:lnTo>
                  <a:pt x="801" y="2408"/>
                </a:lnTo>
                <a:lnTo>
                  <a:pt x="801" y="2409"/>
                </a:lnTo>
                <a:lnTo>
                  <a:pt x="800" y="2409"/>
                </a:lnTo>
                <a:lnTo>
                  <a:pt x="800" y="2408"/>
                </a:lnTo>
                <a:lnTo>
                  <a:pt x="799" y="2408"/>
                </a:lnTo>
                <a:lnTo>
                  <a:pt x="799" y="2407"/>
                </a:lnTo>
                <a:lnTo>
                  <a:pt x="798" y="2407"/>
                </a:lnTo>
                <a:lnTo>
                  <a:pt x="798" y="2406"/>
                </a:lnTo>
                <a:lnTo>
                  <a:pt x="797" y="2406"/>
                </a:lnTo>
                <a:lnTo>
                  <a:pt x="797" y="2405"/>
                </a:lnTo>
                <a:lnTo>
                  <a:pt x="796" y="2405"/>
                </a:lnTo>
                <a:lnTo>
                  <a:pt x="796" y="2406"/>
                </a:lnTo>
                <a:lnTo>
                  <a:pt x="795" y="2406"/>
                </a:lnTo>
                <a:lnTo>
                  <a:pt x="794" y="2406"/>
                </a:lnTo>
                <a:lnTo>
                  <a:pt x="793" y="2406"/>
                </a:lnTo>
                <a:lnTo>
                  <a:pt x="793" y="2405"/>
                </a:lnTo>
                <a:lnTo>
                  <a:pt x="793" y="2404"/>
                </a:lnTo>
                <a:lnTo>
                  <a:pt x="792" y="2404"/>
                </a:lnTo>
                <a:lnTo>
                  <a:pt x="791" y="2404"/>
                </a:lnTo>
                <a:lnTo>
                  <a:pt x="790" y="2404"/>
                </a:lnTo>
                <a:lnTo>
                  <a:pt x="790" y="2403"/>
                </a:lnTo>
                <a:lnTo>
                  <a:pt x="789" y="2403"/>
                </a:lnTo>
                <a:lnTo>
                  <a:pt x="789" y="2402"/>
                </a:lnTo>
                <a:lnTo>
                  <a:pt x="789" y="2403"/>
                </a:lnTo>
                <a:lnTo>
                  <a:pt x="788" y="2403"/>
                </a:lnTo>
                <a:lnTo>
                  <a:pt x="788" y="2404"/>
                </a:lnTo>
                <a:lnTo>
                  <a:pt x="788" y="2403"/>
                </a:lnTo>
                <a:lnTo>
                  <a:pt x="787" y="2403"/>
                </a:lnTo>
                <a:lnTo>
                  <a:pt x="786" y="2403"/>
                </a:lnTo>
                <a:lnTo>
                  <a:pt x="786" y="2404"/>
                </a:lnTo>
                <a:lnTo>
                  <a:pt x="786" y="2403"/>
                </a:lnTo>
                <a:lnTo>
                  <a:pt x="785" y="2403"/>
                </a:lnTo>
                <a:lnTo>
                  <a:pt x="784" y="2403"/>
                </a:lnTo>
                <a:lnTo>
                  <a:pt x="783" y="2403"/>
                </a:lnTo>
                <a:lnTo>
                  <a:pt x="783" y="2404"/>
                </a:lnTo>
                <a:lnTo>
                  <a:pt x="783" y="2403"/>
                </a:lnTo>
                <a:lnTo>
                  <a:pt x="782" y="2403"/>
                </a:lnTo>
                <a:lnTo>
                  <a:pt x="782" y="2402"/>
                </a:lnTo>
                <a:lnTo>
                  <a:pt x="782" y="2401"/>
                </a:lnTo>
                <a:lnTo>
                  <a:pt x="783" y="2401"/>
                </a:lnTo>
                <a:lnTo>
                  <a:pt x="784" y="2401"/>
                </a:lnTo>
                <a:lnTo>
                  <a:pt x="784" y="2400"/>
                </a:lnTo>
                <a:lnTo>
                  <a:pt x="783" y="2400"/>
                </a:lnTo>
                <a:lnTo>
                  <a:pt x="784" y="2400"/>
                </a:lnTo>
                <a:lnTo>
                  <a:pt x="784" y="2399"/>
                </a:lnTo>
                <a:lnTo>
                  <a:pt x="783" y="2398"/>
                </a:lnTo>
                <a:lnTo>
                  <a:pt x="783" y="2397"/>
                </a:lnTo>
                <a:lnTo>
                  <a:pt x="784" y="2397"/>
                </a:lnTo>
                <a:lnTo>
                  <a:pt x="784" y="2396"/>
                </a:lnTo>
                <a:lnTo>
                  <a:pt x="785" y="2396"/>
                </a:lnTo>
                <a:lnTo>
                  <a:pt x="785" y="2395"/>
                </a:lnTo>
                <a:lnTo>
                  <a:pt x="786" y="2395"/>
                </a:lnTo>
                <a:lnTo>
                  <a:pt x="786" y="2394"/>
                </a:lnTo>
                <a:lnTo>
                  <a:pt x="785" y="2394"/>
                </a:lnTo>
                <a:lnTo>
                  <a:pt x="784" y="2394"/>
                </a:lnTo>
                <a:lnTo>
                  <a:pt x="784" y="2393"/>
                </a:lnTo>
                <a:lnTo>
                  <a:pt x="784" y="2392"/>
                </a:lnTo>
                <a:lnTo>
                  <a:pt x="784" y="2391"/>
                </a:lnTo>
                <a:lnTo>
                  <a:pt x="783" y="2391"/>
                </a:lnTo>
                <a:lnTo>
                  <a:pt x="782" y="2391"/>
                </a:lnTo>
                <a:lnTo>
                  <a:pt x="781" y="2391"/>
                </a:lnTo>
                <a:lnTo>
                  <a:pt x="781" y="2390"/>
                </a:lnTo>
                <a:lnTo>
                  <a:pt x="780" y="2390"/>
                </a:lnTo>
                <a:lnTo>
                  <a:pt x="780" y="2389"/>
                </a:lnTo>
                <a:lnTo>
                  <a:pt x="779" y="2389"/>
                </a:lnTo>
                <a:lnTo>
                  <a:pt x="779" y="2388"/>
                </a:lnTo>
                <a:lnTo>
                  <a:pt x="779" y="2387"/>
                </a:lnTo>
                <a:lnTo>
                  <a:pt x="777" y="2387"/>
                </a:lnTo>
                <a:lnTo>
                  <a:pt x="777" y="2386"/>
                </a:lnTo>
                <a:lnTo>
                  <a:pt x="776" y="2386"/>
                </a:lnTo>
                <a:lnTo>
                  <a:pt x="776" y="2385"/>
                </a:lnTo>
                <a:lnTo>
                  <a:pt x="777" y="2385"/>
                </a:lnTo>
                <a:lnTo>
                  <a:pt x="777" y="2384"/>
                </a:lnTo>
                <a:lnTo>
                  <a:pt x="778" y="2384"/>
                </a:lnTo>
                <a:lnTo>
                  <a:pt x="778" y="2383"/>
                </a:lnTo>
                <a:lnTo>
                  <a:pt x="778" y="2382"/>
                </a:lnTo>
                <a:lnTo>
                  <a:pt x="777" y="2382"/>
                </a:lnTo>
                <a:lnTo>
                  <a:pt x="777" y="2381"/>
                </a:lnTo>
                <a:lnTo>
                  <a:pt x="778" y="2381"/>
                </a:lnTo>
                <a:lnTo>
                  <a:pt x="778" y="2380"/>
                </a:lnTo>
                <a:lnTo>
                  <a:pt x="778" y="2379"/>
                </a:lnTo>
                <a:lnTo>
                  <a:pt x="779" y="2379"/>
                </a:lnTo>
                <a:lnTo>
                  <a:pt x="778" y="2379"/>
                </a:lnTo>
                <a:lnTo>
                  <a:pt x="778" y="2378"/>
                </a:lnTo>
                <a:lnTo>
                  <a:pt x="778" y="2377"/>
                </a:lnTo>
                <a:lnTo>
                  <a:pt x="777" y="2377"/>
                </a:lnTo>
                <a:lnTo>
                  <a:pt x="777" y="2376"/>
                </a:lnTo>
                <a:lnTo>
                  <a:pt x="777" y="2375"/>
                </a:lnTo>
                <a:lnTo>
                  <a:pt x="776" y="2375"/>
                </a:lnTo>
                <a:lnTo>
                  <a:pt x="776" y="2374"/>
                </a:lnTo>
                <a:lnTo>
                  <a:pt x="775" y="2374"/>
                </a:lnTo>
                <a:lnTo>
                  <a:pt x="775" y="2373"/>
                </a:lnTo>
                <a:lnTo>
                  <a:pt x="774" y="2373"/>
                </a:lnTo>
                <a:lnTo>
                  <a:pt x="774" y="2374"/>
                </a:lnTo>
                <a:lnTo>
                  <a:pt x="773" y="2374"/>
                </a:lnTo>
                <a:lnTo>
                  <a:pt x="773" y="2375"/>
                </a:lnTo>
                <a:lnTo>
                  <a:pt x="772" y="2375"/>
                </a:lnTo>
                <a:lnTo>
                  <a:pt x="772" y="2376"/>
                </a:lnTo>
                <a:lnTo>
                  <a:pt x="771" y="2376"/>
                </a:lnTo>
                <a:lnTo>
                  <a:pt x="771" y="2375"/>
                </a:lnTo>
                <a:lnTo>
                  <a:pt x="770" y="2375"/>
                </a:lnTo>
                <a:lnTo>
                  <a:pt x="770" y="2376"/>
                </a:lnTo>
                <a:lnTo>
                  <a:pt x="770" y="2375"/>
                </a:lnTo>
                <a:lnTo>
                  <a:pt x="769" y="2375"/>
                </a:lnTo>
                <a:lnTo>
                  <a:pt x="768" y="2375"/>
                </a:lnTo>
                <a:lnTo>
                  <a:pt x="768" y="2376"/>
                </a:lnTo>
                <a:lnTo>
                  <a:pt x="768" y="2377"/>
                </a:lnTo>
                <a:lnTo>
                  <a:pt x="768" y="2376"/>
                </a:lnTo>
                <a:lnTo>
                  <a:pt x="768" y="2377"/>
                </a:lnTo>
                <a:lnTo>
                  <a:pt x="767" y="2377"/>
                </a:lnTo>
                <a:lnTo>
                  <a:pt x="766" y="2377"/>
                </a:lnTo>
                <a:lnTo>
                  <a:pt x="765" y="2377"/>
                </a:lnTo>
                <a:lnTo>
                  <a:pt x="765" y="2376"/>
                </a:lnTo>
                <a:lnTo>
                  <a:pt x="764" y="2376"/>
                </a:lnTo>
                <a:lnTo>
                  <a:pt x="764" y="2375"/>
                </a:lnTo>
                <a:lnTo>
                  <a:pt x="764" y="2376"/>
                </a:lnTo>
                <a:lnTo>
                  <a:pt x="764" y="2375"/>
                </a:lnTo>
                <a:lnTo>
                  <a:pt x="763" y="2375"/>
                </a:lnTo>
                <a:lnTo>
                  <a:pt x="764" y="2375"/>
                </a:lnTo>
                <a:lnTo>
                  <a:pt x="764" y="2374"/>
                </a:lnTo>
                <a:lnTo>
                  <a:pt x="763" y="2374"/>
                </a:lnTo>
                <a:lnTo>
                  <a:pt x="762" y="2374"/>
                </a:lnTo>
                <a:lnTo>
                  <a:pt x="762" y="2375"/>
                </a:lnTo>
                <a:lnTo>
                  <a:pt x="761" y="2375"/>
                </a:lnTo>
                <a:lnTo>
                  <a:pt x="760" y="2375"/>
                </a:lnTo>
                <a:lnTo>
                  <a:pt x="760" y="2374"/>
                </a:lnTo>
                <a:lnTo>
                  <a:pt x="759" y="2374"/>
                </a:lnTo>
                <a:lnTo>
                  <a:pt x="758" y="2374"/>
                </a:lnTo>
                <a:lnTo>
                  <a:pt x="757" y="2374"/>
                </a:lnTo>
                <a:lnTo>
                  <a:pt x="757" y="2373"/>
                </a:lnTo>
                <a:lnTo>
                  <a:pt x="756" y="2373"/>
                </a:lnTo>
                <a:lnTo>
                  <a:pt x="756" y="2372"/>
                </a:lnTo>
                <a:lnTo>
                  <a:pt x="755" y="2372"/>
                </a:lnTo>
                <a:lnTo>
                  <a:pt x="754" y="2371"/>
                </a:lnTo>
                <a:lnTo>
                  <a:pt x="754" y="2372"/>
                </a:lnTo>
                <a:lnTo>
                  <a:pt x="753" y="2372"/>
                </a:lnTo>
                <a:lnTo>
                  <a:pt x="751" y="2372"/>
                </a:lnTo>
                <a:lnTo>
                  <a:pt x="751" y="2371"/>
                </a:lnTo>
                <a:lnTo>
                  <a:pt x="750" y="2371"/>
                </a:lnTo>
                <a:lnTo>
                  <a:pt x="749" y="2371"/>
                </a:lnTo>
                <a:lnTo>
                  <a:pt x="748" y="2371"/>
                </a:lnTo>
                <a:lnTo>
                  <a:pt x="747" y="2371"/>
                </a:lnTo>
                <a:lnTo>
                  <a:pt x="746" y="2371"/>
                </a:lnTo>
                <a:lnTo>
                  <a:pt x="745" y="2371"/>
                </a:lnTo>
                <a:lnTo>
                  <a:pt x="745" y="2370"/>
                </a:lnTo>
                <a:lnTo>
                  <a:pt x="744" y="2370"/>
                </a:lnTo>
                <a:lnTo>
                  <a:pt x="743" y="2370"/>
                </a:lnTo>
                <a:lnTo>
                  <a:pt x="743" y="2369"/>
                </a:lnTo>
                <a:lnTo>
                  <a:pt x="743" y="2368"/>
                </a:lnTo>
                <a:lnTo>
                  <a:pt x="741" y="2368"/>
                </a:lnTo>
                <a:lnTo>
                  <a:pt x="741" y="2367"/>
                </a:lnTo>
                <a:lnTo>
                  <a:pt x="740" y="2367"/>
                </a:lnTo>
                <a:lnTo>
                  <a:pt x="739" y="2367"/>
                </a:lnTo>
                <a:lnTo>
                  <a:pt x="738" y="2367"/>
                </a:lnTo>
                <a:lnTo>
                  <a:pt x="738" y="2366"/>
                </a:lnTo>
                <a:lnTo>
                  <a:pt x="737" y="2366"/>
                </a:lnTo>
                <a:lnTo>
                  <a:pt x="736" y="2366"/>
                </a:lnTo>
                <a:lnTo>
                  <a:pt x="736" y="2365"/>
                </a:lnTo>
                <a:lnTo>
                  <a:pt x="735" y="2365"/>
                </a:lnTo>
                <a:lnTo>
                  <a:pt x="734" y="2365"/>
                </a:lnTo>
                <a:lnTo>
                  <a:pt x="733" y="2365"/>
                </a:lnTo>
                <a:lnTo>
                  <a:pt x="733" y="2364"/>
                </a:lnTo>
                <a:lnTo>
                  <a:pt x="733" y="2365"/>
                </a:lnTo>
                <a:lnTo>
                  <a:pt x="733" y="2366"/>
                </a:lnTo>
                <a:lnTo>
                  <a:pt x="733" y="2367"/>
                </a:lnTo>
                <a:lnTo>
                  <a:pt x="732" y="2368"/>
                </a:lnTo>
                <a:lnTo>
                  <a:pt x="731" y="2368"/>
                </a:lnTo>
                <a:lnTo>
                  <a:pt x="730" y="2368"/>
                </a:lnTo>
                <a:lnTo>
                  <a:pt x="730" y="2367"/>
                </a:lnTo>
                <a:lnTo>
                  <a:pt x="729" y="2367"/>
                </a:lnTo>
                <a:lnTo>
                  <a:pt x="729" y="2366"/>
                </a:lnTo>
                <a:lnTo>
                  <a:pt x="728" y="2366"/>
                </a:lnTo>
                <a:lnTo>
                  <a:pt x="728" y="2367"/>
                </a:lnTo>
                <a:lnTo>
                  <a:pt x="727" y="2367"/>
                </a:lnTo>
                <a:lnTo>
                  <a:pt x="727" y="2368"/>
                </a:lnTo>
                <a:lnTo>
                  <a:pt x="727" y="2369"/>
                </a:lnTo>
                <a:lnTo>
                  <a:pt x="727" y="2370"/>
                </a:lnTo>
                <a:lnTo>
                  <a:pt x="727" y="2371"/>
                </a:lnTo>
                <a:lnTo>
                  <a:pt x="727" y="2372"/>
                </a:lnTo>
                <a:lnTo>
                  <a:pt x="726" y="2372"/>
                </a:lnTo>
                <a:lnTo>
                  <a:pt x="725" y="2372"/>
                </a:lnTo>
                <a:lnTo>
                  <a:pt x="724" y="2372"/>
                </a:lnTo>
                <a:lnTo>
                  <a:pt x="724" y="2371"/>
                </a:lnTo>
                <a:lnTo>
                  <a:pt x="723" y="2371"/>
                </a:lnTo>
                <a:lnTo>
                  <a:pt x="722" y="2371"/>
                </a:lnTo>
                <a:lnTo>
                  <a:pt x="721" y="2371"/>
                </a:lnTo>
                <a:lnTo>
                  <a:pt x="720" y="2371"/>
                </a:lnTo>
                <a:lnTo>
                  <a:pt x="720" y="2370"/>
                </a:lnTo>
                <a:lnTo>
                  <a:pt x="719" y="2369"/>
                </a:lnTo>
                <a:lnTo>
                  <a:pt x="718" y="2369"/>
                </a:lnTo>
                <a:lnTo>
                  <a:pt x="718" y="2368"/>
                </a:lnTo>
                <a:lnTo>
                  <a:pt x="717" y="2368"/>
                </a:lnTo>
                <a:lnTo>
                  <a:pt x="717" y="2367"/>
                </a:lnTo>
                <a:lnTo>
                  <a:pt x="717" y="2368"/>
                </a:lnTo>
                <a:lnTo>
                  <a:pt x="716" y="2368"/>
                </a:lnTo>
                <a:lnTo>
                  <a:pt x="716" y="2367"/>
                </a:lnTo>
                <a:lnTo>
                  <a:pt x="715" y="2367"/>
                </a:lnTo>
                <a:lnTo>
                  <a:pt x="714" y="2367"/>
                </a:lnTo>
                <a:lnTo>
                  <a:pt x="714" y="2368"/>
                </a:lnTo>
                <a:lnTo>
                  <a:pt x="713" y="2368"/>
                </a:lnTo>
                <a:lnTo>
                  <a:pt x="713" y="2369"/>
                </a:lnTo>
                <a:lnTo>
                  <a:pt x="714" y="2369"/>
                </a:lnTo>
                <a:lnTo>
                  <a:pt x="713" y="2369"/>
                </a:lnTo>
                <a:lnTo>
                  <a:pt x="713" y="2370"/>
                </a:lnTo>
                <a:lnTo>
                  <a:pt x="714" y="2370"/>
                </a:lnTo>
                <a:lnTo>
                  <a:pt x="715" y="2370"/>
                </a:lnTo>
                <a:lnTo>
                  <a:pt x="715" y="2371"/>
                </a:lnTo>
                <a:lnTo>
                  <a:pt x="716" y="2371"/>
                </a:lnTo>
                <a:lnTo>
                  <a:pt x="715" y="2371"/>
                </a:lnTo>
                <a:lnTo>
                  <a:pt x="715" y="2372"/>
                </a:lnTo>
                <a:lnTo>
                  <a:pt x="714" y="2372"/>
                </a:lnTo>
                <a:lnTo>
                  <a:pt x="713" y="2372"/>
                </a:lnTo>
                <a:lnTo>
                  <a:pt x="713" y="2373"/>
                </a:lnTo>
                <a:lnTo>
                  <a:pt x="713" y="2374"/>
                </a:lnTo>
                <a:lnTo>
                  <a:pt x="714" y="2374"/>
                </a:lnTo>
                <a:lnTo>
                  <a:pt x="714" y="2375"/>
                </a:lnTo>
                <a:lnTo>
                  <a:pt x="713" y="2375"/>
                </a:lnTo>
                <a:lnTo>
                  <a:pt x="714" y="2375"/>
                </a:lnTo>
                <a:lnTo>
                  <a:pt x="714" y="2376"/>
                </a:lnTo>
                <a:lnTo>
                  <a:pt x="713" y="2376"/>
                </a:lnTo>
                <a:lnTo>
                  <a:pt x="713" y="2377"/>
                </a:lnTo>
                <a:lnTo>
                  <a:pt x="713" y="2378"/>
                </a:lnTo>
                <a:lnTo>
                  <a:pt x="714" y="2378"/>
                </a:lnTo>
                <a:lnTo>
                  <a:pt x="715" y="2378"/>
                </a:lnTo>
                <a:lnTo>
                  <a:pt x="715" y="2379"/>
                </a:lnTo>
                <a:lnTo>
                  <a:pt x="714" y="2379"/>
                </a:lnTo>
                <a:lnTo>
                  <a:pt x="714" y="2380"/>
                </a:lnTo>
                <a:lnTo>
                  <a:pt x="713" y="2380"/>
                </a:lnTo>
                <a:lnTo>
                  <a:pt x="713" y="2381"/>
                </a:lnTo>
                <a:lnTo>
                  <a:pt x="714" y="2381"/>
                </a:lnTo>
                <a:lnTo>
                  <a:pt x="715" y="2381"/>
                </a:lnTo>
                <a:lnTo>
                  <a:pt x="715" y="2382"/>
                </a:lnTo>
                <a:lnTo>
                  <a:pt x="714" y="2382"/>
                </a:lnTo>
                <a:lnTo>
                  <a:pt x="714" y="2383"/>
                </a:lnTo>
                <a:lnTo>
                  <a:pt x="714" y="2384"/>
                </a:lnTo>
                <a:lnTo>
                  <a:pt x="713" y="2384"/>
                </a:lnTo>
                <a:lnTo>
                  <a:pt x="713" y="2385"/>
                </a:lnTo>
                <a:lnTo>
                  <a:pt x="712" y="2385"/>
                </a:lnTo>
                <a:lnTo>
                  <a:pt x="713" y="2385"/>
                </a:lnTo>
                <a:lnTo>
                  <a:pt x="713" y="2386"/>
                </a:lnTo>
                <a:lnTo>
                  <a:pt x="712" y="2386"/>
                </a:lnTo>
                <a:lnTo>
                  <a:pt x="712" y="2387"/>
                </a:lnTo>
                <a:lnTo>
                  <a:pt x="713" y="2387"/>
                </a:lnTo>
                <a:lnTo>
                  <a:pt x="713" y="2388"/>
                </a:lnTo>
                <a:lnTo>
                  <a:pt x="713" y="2389"/>
                </a:lnTo>
                <a:lnTo>
                  <a:pt x="712" y="2389"/>
                </a:lnTo>
                <a:lnTo>
                  <a:pt x="712" y="2390"/>
                </a:lnTo>
                <a:lnTo>
                  <a:pt x="711" y="2390"/>
                </a:lnTo>
                <a:lnTo>
                  <a:pt x="711" y="2391"/>
                </a:lnTo>
                <a:lnTo>
                  <a:pt x="710" y="2391"/>
                </a:lnTo>
                <a:lnTo>
                  <a:pt x="710" y="2392"/>
                </a:lnTo>
                <a:lnTo>
                  <a:pt x="709" y="2392"/>
                </a:lnTo>
                <a:lnTo>
                  <a:pt x="708" y="2392"/>
                </a:lnTo>
                <a:lnTo>
                  <a:pt x="708" y="2393"/>
                </a:lnTo>
                <a:lnTo>
                  <a:pt x="708" y="2394"/>
                </a:lnTo>
                <a:lnTo>
                  <a:pt x="707" y="2394"/>
                </a:lnTo>
                <a:lnTo>
                  <a:pt x="707" y="2395"/>
                </a:lnTo>
                <a:lnTo>
                  <a:pt x="706" y="2395"/>
                </a:lnTo>
                <a:lnTo>
                  <a:pt x="705" y="2395"/>
                </a:lnTo>
                <a:lnTo>
                  <a:pt x="705" y="2394"/>
                </a:lnTo>
                <a:lnTo>
                  <a:pt x="704" y="2394"/>
                </a:lnTo>
                <a:lnTo>
                  <a:pt x="705" y="2394"/>
                </a:lnTo>
                <a:lnTo>
                  <a:pt x="704" y="2394"/>
                </a:lnTo>
                <a:lnTo>
                  <a:pt x="703" y="2394"/>
                </a:lnTo>
                <a:lnTo>
                  <a:pt x="702" y="2394"/>
                </a:lnTo>
                <a:lnTo>
                  <a:pt x="701" y="2394"/>
                </a:lnTo>
                <a:lnTo>
                  <a:pt x="701" y="2395"/>
                </a:lnTo>
                <a:lnTo>
                  <a:pt x="700" y="2395"/>
                </a:lnTo>
                <a:lnTo>
                  <a:pt x="700" y="2396"/>
                </a:lnTo>
                <a:lnTo>
                  <a:pt x="701" y="2396"/>
                </a:lnTo>
                <a:lnTo>
                  <a:pt x="701" y="2397"/>
                </a:lnTo>
                <a:lnTo>
                  <a:pt x="702" y="2397"/>
                </a:lnTo>
                <a:lnTo>
                  <a:pt x="702" y="2398"/>
                </a:lnTo>
                <a:lnTo>
                  <a:pt x="703" y="2398"/>
                </a:lnTo>
                <a:lnTo>
                  <a:pt x="703" y="2399"/>
                </a:lnTo>
                <a:lnTo>
                  <a:pt x="703" y="2400"/>
                </a:lnTo>
                <a:lnTo>
                  <a:pt x="703" y="2401"/>
                </a:lnTo>
                <a:lnTo>
                  <a:pt x="703" y="2402"/>
                </a:lnTo>
                <a:lnTo>
                  <a:pt x="703" y="2403"/>
                </a:lnTo>
                <a:lnTo>
                  <a:pt x="702" y="2403"/>
                </a:lnTo>
                <a:lnTo>
                  <a:pt x="702" y="2404"/>
                </a:lnTo>
                <a:lnTo>
                  <a:pt x="702" y="2405"/>
                </a:lnTo>
                <a:lnTo>
                  <a:pt x="702" y="2406"/>
                </a:lnTo>
                <a:lnTo>
                  <a:pt x="701" y="2406"/>
                </a:lnTo>
                <a:lnTo>
                  <a:pt x="700" y="2406"/>
                </a:lnTo>
                <a:lnTo>
                  <a:pt x="699" y="2406"/>
                </a:lnTo>
                <a:lnTo>
                  <a:pt x="699" y="2407"/>
                </a:lnTo>
                <a:lnTo>
                  <a:pt x="698" y="2407"/>
                </a:lnTo>
                <a:lnTo>
                  <a:pt x="699" y="2407"/>
                </a:lnTo>
                <a:lnTo>
                  <a:pt x="699" y="2408"/>
                </a:lnTo>
                <a:lnTo>
                  <a:pt x="700" y="2408"/>
                </a:lnTo>
                <a:lnTo>
                  <a:pt x="700" y="2409"/>
                </a:lnTo>
                <a:lnTo>
                  <a:pt x="699" y="2409"/>
                </a:lnTo>
                <a:lnTo>
                  <a:pt x="698" y="2409"/>
                </a:lnTo>
                <a:lnTo>
                  <a:pt x="698" y="2410"/>
                </a:lnTo>
                <a:lnTo>
                  <a:pt x="697" y="2410"/>
                </a:lnTo>
                <a:lnTo>
                  <a:pt x="697" y="2409"/>
                </a:lnTo>
                <a:lnTo>
                  <a:pt x="696" y="2409"/>
                </a:lnTo>
                <a:lnTo>
                  <a:pt x="696" y="2408"/>
                </a:lnTo>
                <a:lnTo>
                  <a:pt x="695" y="2408"/>
                </a:lnTo>
                <a:lnTo>
                  <a:pt x="694" y="2408"/>
                </a:lnTo>
                <a:lnTo>
                  <a:pt x="694" y="2409"/>
                </a:lnTo>
                <a:lnTo>
                  <a:pt x="693" y="2409"/>
                </a:lnTo>
                <a:lnTo>
                  <a:pt x="692" y="2409"/>
                </a:lnTo>
                <a:lnTo>
                  <a:pt x="691" y="2409"/>
                </a:lnTo>
                <a:lnTo>
                  <a:pt x="690" y="2409"/>
                </a:lnTo>
                <a:lnTo>
                  <a:pt x="689" y="2409"/>
                </a:lnTo>
                <a:lnTo>
                  <a:pt x="689" y="2408"/>
                </a:lnTo>
                <a:lnTo>
                  <a:pt x="688" y="2408"/>
                </a:lnTo>
                <a:lnTo>
                  <a:pt x="688" y="2407"/>
                </a:lnTo>
                <a:lnTo>
                  <a:pt x="687" y="2407"/>
                </a:lnTo>
                <a:lnTo>
                  <a:pt x="687" y="2406"/>
                </a:lnTo>
                <a:lnTo>
                  <a:pt x="686" y="2406"/>
                </a:lnTo>
                <a:lnTo>
                  <a:pt x="686" y="2405"/>
                </a:lnTo>
                <a:lnTo>
                  <a:pt x="685" y="2405"/>
                </a:lnTo>
                <a:lnTo>
                  <a:pt x="686" y="2404"/>
                </a:lnTo>
                <a:lnTo>
                  <a:pt x="686" y="2403"/>
                </a:lnTo>
                <a:lnTo>
                  <a:pt x="687" y="2402"/>
                </a:lnTo>
                <a:lnTo>
                  <a:pt x="687" y="2401"/>
                </a:lnTo>
                <a:lnTo>
                  <a:pt x="686" y="2401"/>
                </a:lnTo>
                <a:lnTo>
                  <a:pt x="686" y="2400"/>
                </a:lnTo>
                <a:lnTo>
                  <a:pt x="685" y="2400"/>
                </a:lnTo>
                <a:lnTo>
                  <a:pt x="684" y="2400"/>
                </a:lnTo>
                <a:lnTo>
                  <a:pt x="685" y="2400"/>
                </a:lnTo>
                <a:lnTo>
                  <a:pt x="685" y="2399"/>
                </a:lnTo>
                <a:lnTo>
                  <a:pt x="685" y="2398"/>
                </a:lnTo>
                <a:lnTo>
                  <a:pt x="684" y="2398"/>
                </a:lnTo>
                <a:lnTo>
                  <a:pt x="684" y="2397"/>
                </a:lnTo>
                <a:lnTo>
                  <a:pt x="684" y="2396"/>
                </a:lnTo>
                <a:lnTo>
                  <a:pt x="685" y="2396"/>
                </a:lnTo>
                <a:lnTo>
                  <a:pt x="684" y="2396"/>
                </a:lnTo>
                <a:lnTo>
                  <a:pt x="685" y="2396"/>
                </a:lnTo>
                <a:lnTo>
                  <a:pt x="684" y="2396"/>
                </a:lnTo>
                <a:lnTo>
                  <a:pt x="684" y="2395"/>
                </a:lnTo>
                <a:lnTo>
                  <a:pt x="685" y="2395"/>
                </a:lnTo>
                <a:lnTo>
                  <a:pt x="684" y="2395"/>
                </a:lnTo>
                <a:lnTo>
                  <a:pt x="684" y="2394"/>
                </a:lnTo>
                <a:lnTo>
                  <a:pt x="683" y="2394"/>
                </a:lnTo>
                <a:lnTo>
                  <a:pt x="683" y="2393"/>
                </a:lnTo>
                <a:lnTo>
                  <a:pt x="682" y="2393"/>
                </a:lnTo>
                <a:lnTo>
                  <a:pt x="682" y="2392"/>
                </a:lnTo>
                <a:lnTo>
                  <a:pt x="681" y="2392"/>
                </a:lnTo>
                <a:lnTo>
                  <a:pt x="681" y="2391"/>
                </a:lnTo>
                <a:lnTo>
                  <a:pt x="681" y="2390"/>
                </a:lnTo>
                <a:lnTo>
                  <a:pt x="680" y="2390"/>
                </a:lnTo>
                <a:lnTo>
                  <a:pt x="681" y="2390"/>
                </a:lnTo>
                <a:lnTo>
                  <a:pt x="681" y="2389"/>
                </a:lnTo>
                <a:lnTo>
                  <a:pt x="681" y="2388"/>
                </a:lnTo>
                <a:lnTo>
                  <a:pt x="680" y="2388"/>
                </a:lnTo>
                <a:lnTo>
                  <a:pt x="680" y="2387"/>
                </a:lnTo>
                <a:lnTo>
                  <a:pt x="679" y="2387"/>
                </a:lnTo>
                <a:lnTo>
                  <a:pt x="680" y="2386"/>
                </a:lnTo>
                <a:lnTo>
                  <a:pt x="680" y="2385"/>
                </a:lnTo>
                <a:lnTo>
                  <a:pt x="679" y="2385"/>
                </a:lnTo>
                <a:lnTo>
                  <a:pt x="679" y="2384"/>
                </a:lnTo>
                <a:lnTo>
                  <a:pt x="678" y="2384"/>
                </a:lnTo>
                <a:lnTo>
                  <a:pt x="678" y="2383"/>
                </a:lnTo>
                <a:lnTo>
                  <a:pt x="677" y="2383"/>
                </a:lnTo>
                <a:lnTo>
                  <a:pt x="676" y="2383"/>
                </a:lnTo>
                <a:lnTo>
                  <a:pt x="675" y="2383"/>
                </a:lnTo>
                <a:lnTo>
                  <a:pt x="674" y="2383"/>
                </a:lnTo>
                <a:lnTo>
                  <a:pt x="673" y="2383"/>
                </a:lnTo>
                <a:lnTo>
                  <a:pt x="672" y="2383"/>
                </a:lnTo>
                <a:lnTo>
                  <a:pt x="671" y="2383"/>
                </a:lnTo>
                <a:lnTo>
                  <a:pt x="670" y="2383"/>
                </a:lnTo>
                <a:lnTo>
                  <a:pt x="670" y="2382"/>
                </a:lnTo>
                <a:lnTo>
                  <a:pt x="671" y="2382"/>
                </a:lnTo>
                <a:lnTo>
                  <a:pt x="671" y="2381"/>
                </a:lnTo>
                <a:lnTo>
                  <a:pt x="670" y="2381"/>
                </a:lnTo>
                <a:lnTo>
                  <a:pt x="669" y="2381"/>
                </a:lnTo>
                <a:lnTo>
                  <a:pt x="669" y="2380"/>
                </a:lnTo>
                <a:lnTo>
                  <a:pt x="669" y="2379"/>
                </a:lnTo>
                <a:lnTo>
                  <a:pt x="668" y="2379"/>
                </a:lnTo>
                <a:lnTo>
                  <a:pt x="667" y="2379"/>
                </a:lnTo>
                <a:lnTo>
                  <a:pt x="667" y="2380"/>
                </a:lnTo>
                <a:lnTo>
                  <a:pt x="667" y="2379"/>
                </a:lnTo>
                <a:lnTo>
                  <a:pt x="666" y="2379"/>
                </a:lnTo>
                <a:lnTo>
                  <a:pt x="665" y="2379"/>
                </a:lnTo>
                <a:lnTo>
                  <a:pt x="665" y="2378"/>
                </a:lnTo>
                <a:lnTo>
                  <a:pt x="664" y="2378"/>
                </a:lnTo>
                <a:lnTo>
                  <a:pt x="663" y="2378"/>
                </a:lnTo>
                <a:lnTo>
                  <a:pt x="662" y="2378"/>
                </a:lnTo>
                <a:lnTo>
                  <a:pt x="661" y="2378"/>
                </a:lnTo>
                <a:lnTo>
                  <a:pt x="661" y="2377"/>
                </a:lnTo>
                <a:lnTo>
                  <a:pt x="660" y="2377"/>
                </a:lnTo>
                <a:lnTo>
                  <a:pt x="659" y="2377"/>
                </a:lnTo>
                <a:lnTo>
                  <a:pt x="659" y="2376"/>
                </a:lnTo>
                <a:lnTo>
                  <a:pt x="658" y="2376"/>
                </a:lnTo>
                <a:lnTo>
                  <a:pt x="658" y="2375"/>
                </a:lnTo>
                <a:lnTo>
                  <a:pt x="658" y="2374"/>
                </a:lnTo>
                <a:lnTo>
                  <a:pt x="657" y="2374"/>
                </a:lnTo>
                <a:lnTo>
                  <a:pt x="657" y="2373"/>
                </a:lnTo>
                <a:lnTo>
                  <a:pt x="656" y="2373"/>
                </a:lnTo>
                <a:lnTo>
                  <a:pt x="656" y="2372"/>
                </a:lnTo>
                <a:lnTo>
                  <a:pt x="655" y="2372"/>
                </a:lnTo>
                <a:lnTo>
                  <a:pt x="655" y="2371"/>
                </a:lnTo>
                <a:lnTo>
                  <a:pt x="654" y="2371"/>
                </a:lnTo>
                <a:lnTo>
                  <a:pt x="654" y="2370"/>
                </a:lnTo>
                <a:lnTo>
                  <a:pt x="653" y="2370"/>
                </a:lnTo>
                <a:lnTo>
                  <a:pt x="653" y="2369"/>
                </a:lnTo>
                <a:lnTo>
                  <a:pt x="652" y="2369"/>
                </a:lnTo>
                <a:lnTo>
                  <a:pt x="652" y="2368"/>
                </a:lnTo>
                <a:lnTo>
                  <a:pt x="651" y="2368"/>
                </a:lnTo>
                <a:lnTo>
                  <a:pt x="651" y="2367"/>
                </a:lnTo>
                <a:lnTo>
                  <a:pt x="650" y="2367"/>
                </a:lnTo>
                <a:lnTo>
                  <a:pt x="650" y="2368"/>
                </a:lnTo>
                <a:lnTo>
                  <a:pt x="649" y="2368"/>
                </a:lnTo>
                <a:lnTo>
                  <a:pt x="649" y="2367"/>
                </a:lnTo>
                <a:lnTo>
                  <a:pt x="648" y="2367"/>
                </a:lnTo>
                <a:lnTo>
                  <a:pt x="648" y="2366"/>
                </a:lnTo>
                <a:lnTo>
                  <a:pt x="647" y="2366"/>
                </a:lnTo>
                <a:lnTo>
                  <a:pt x="647" y="2365"/>
                </a:lnTo>
                <a:lnTo>
                  <a:pt x="646" y="2365"/>
                </a:lnTo>
                <a:lnTo>
                  <a:pt x="645" y="2365"/>
                </a:lnTo>
                <a:lnTo>
                  <a:pt x="645" y="2364"/>
                </a:lnTo>
                <a:lnTo>
                  <a:pt x="644" y="2364"/>
                </a:lnTo>
                <a:lnTo>
                  <a:pt x="644" y="2363"/>
                </a:lnTo>
                <a:lnTo>
                  <a:pt x="644" y="2364"/>
                </a:lnTo>
                <a:lnTo>
                  <a:pt x="644" y="2363"/>
                </a:lnTo>
                <a:lnTo>
                  <a:pt x="643" y="2363"/>
                </a:lnTo>
                <a:lnTo>
                  <a:pt x="642" y="2363"/>
                </a:lnTo>
                <a:lnTo>
                  <a:pt x="642" y="2362"/>
                </a:lnTo>
                <a:lnTo>
                  <a:pt x="641" y="2362"/>
                </a:lnTo>
                <a:lnTo>
                  <a:pt x="639" y="2362"/>
                </a:lnTo>
                <a:lnTo>
                  <a:pt x="639" y="2363"/>
                </a:lnTo>
                <a:lnTo>
                  <a:pt x="638" y="2363"/>
                </a:lnTo>
                <a:lnTo>
                  <a:pt x="637" y="2363"/>
                </a:lnTo>
                <a:lnTo>
                  <a:pt x="637" y="2364"/>
                </a:lnTo>
                <a:lnTo>
                  <a:pt x="636" y="2364"/>
                </a:lnTo>
                <a:lnTo>
                  <a:pt x="635" y="2364"/>
                </a:lnTo>
                <a:lnTo>
                  <a:pt x="635" y="2363"/>
                </a:lnTo>
                <a:lnTo>
                  <a:pt x="634" y="2363"/>
                </a:lnTo>
                <a:lnTo>
                  <a:pt x="634" y="2362"/>
                </a:lnTo>
                <a:lnTo>
                  <a:pt x="633" y="2362"/>
                </a:lnTo>
                <a:lnTo>
                  <a:pt x="633" y="2361"/>
                </a:lnTo>
                <a:lnTo>
                  <a:pt x="632" y="2361"/>
                </a:lnTo>
                <a:lnTo>
                  <a:pt x="632" y="2360"/>
                </a:lnTo>
                <a:lnTo>
                  <a:pt x="631" y="2360"/>
                </a:lnTo>
                <a:lnTo>
                  <a:pt x="631" y="2361"/>
                </a:lnTo>
                <a:lnTo>
                  <a:pt x="631" y="2360"/>
                </a:lnTo>
                <a:lnTo>
                  <a:pt x="630" y="2360"/>
                </a:lnTo>
                <a:lnTo>
                  <a:pt x="629" y="2360"/>
                </a:lnTo>
                <a:lnTo>
                  <a:pt x="628" y="2360"/>
                </a:lnTo>
                <a:lnTo>
                  <a:pt x="628" y="2359"/>
                </a:lnTo>
                <a:lnTo>
                  <a:pt x="627" y="2359"/>
                </a:lnTo>
                <a:lnTo>
                  <a:pt x="626" y="2359"/>
                </a:lnTo>
                <a:lnTo>
                  <a:pt x="626" y="2358"/>
                </a:lnTo>
                <a:lnTo>
                  <a:pt x="624" y="2358"/>
                </a:lnTo>
                <a:lnTo>
                  <a:pt x="624" y="2357"/>
                </a:lnTo>
                <a:lnTo>
                  <a:pt x="623" y="2357"/>
                </a:lnTo>
                <a:lnTo>
                  <a:pt x="624" y="2357"/>
                </a:lnTo>
                <a:lnTo>
                  <a:pt x="623" y="2357"/>
                </a:lnTo>
                <a:lnTo>
                  <a:pt x="622" y="2357"/>
                </a:lnTo>
                <a:lnTo>
                  <a:pt x="621" y="2357"/>
                </a:lnTo>
                <a:lnTo>
                  <a:pt x="620" y="2357"/>
                </a:lnTo>
                <a:lnTo>
                  <a:pt x="620" y="2356"/>
                </a:lnTo>
                <a:lnTo>
                  <a:pt x="619" y="2356"/>
                </a:lnTo>
                <a:lnTo>
                  <a:pt x="619" y="2357"/>
                </a:lnTo>
                <a:lnTo>
                  <a:pt x="618" y="2357"/>
                </a:lnTo>
                <a:lnTo>
                  <a:pt x="617" y="2357"/>
                </a:lnTo>
                <a:lnTo>
                  <a:pt x="616" y="2357"/>
                </a:lnTo>
                <a:lnTo>
                  <a:pt x="616" y="2356"/>
                </a:lnTo>
                <a:lnTo>
                  <a:pt x="616" y="2355"/>
                </a:lnTo>
                <a:lnTo>
                  <a:pt x="615" y="2355"/>
                </a:lnTo>
                <a:lnTo>
                  <a:pt x="615" y="2354"/>
                </a:lnTo>
                <a:lnTo>
                  <a:pt x="615" y="2353"/>
                </a:lnTo>
                <a:lnTo>
                  <a:pt x="614" y="2353"/>
                </a:lnTo>
                <a:lnTo>
                  <a:pt x="614" y="2352"/>
                </a:lnTo>
                <a:lnTo>
                  <a:pt x="613" y="2352"/>
                </a:lnTo>
                <a:lnTo>
                  <a:pt x="612" y="2352"/>
                </a:lnTo>
                <a:lnTo>
                  <a:pt x="611" y="2352"/>
                </a:lnTo>
                <a:lnTo>
                  <a:pt x="610" y="2352"/>
                </a:lnTo>
                <a:lnTo>
                  <a:pt x="609" y="2352"/>
                </a:lnTo>
                <a:lnTo>
                  <a:pt x="608" y="2352"/>
                </a:lnTo>
                <a:lnTo>
                  <a:pt x="608" y="2351"/>
                </a:lnTo>
                <a:lnTo>
                  <a:pt x="607" y="2351"/>
                </a:lnTo>
                <a:lnTo>
                  <a:pt x="606" y="2351"/>
                </a:lnTo>
                <a:lnTo>
                  <a:pt x="605" y="2351"/>
                </a:lnTo>
                <a:lnTo>
                  <a:pt x="605" y="2350"/>
                </a:lnTo>
                <a:lnTo>
                  <a:pt x="604" y="2350"/>
                </a:lnTo>
                <a:lnTo>
                  <a:pt x="603" y="2350"/>
                </a:lnTo>
                <a:lnTo>
                  <a:pt x="603" y="2351"/>
                </a:lnTo>
                <a:lnTo>
                  <a:pt x="602" y="2351"/>
                </a:lnTo>
                <a:lnTo>
                  <a:pt x="601" y="2351"/>
                </a:lnTo>
                <a:lnTo>
                  <a:pt x="601" y="2352"/>
                </a:lnTo>
                <a:lnTo>
                  <a:pt x="600" y="2352"/>
                </a:lnTo>
                <a:lnTo>
                  <a:pt x="600" y="2351"/>
                </a:lnTo>
                <a:lnTo>
                  <a:pt x="600" y="2352"/>
                </a:lnTo>
                <a:lnTo>
                  <a:pt x="599" y="2352"/>
                </a:lnTo>
                <a:lnTo>
                  <a:pt x="598" y="2353"/>
                </a:lnTo>
                <a:lnTo>
                  <a:pt x="597" y="2353"/>
                </a:lnTo>
                <a:lnTo>
                  <a:pt x="596" y="2353"/>
                </a:lnTo>
                <a:lnTo>
                  <a:pt x="596" y="2352"/>
                </a:lnTo>
                <a:lnTo>
                  <a:pt x="595" y="2352"/>
                </a:lnTo>
                <a:lnTo>
                  <a:pt x="594" y="2352"/>
                </a:lnTo>
                <a:lnTo>
                  <a:pt x="594" y="2351"/>
                </a:lnTo>
                <a:lnTo>
                  <a:pt x="594" y="2350"/>
                </a:lnTo>
                <a:lnTo>
                  <a:pt x="593" y="2350"/>
                </a:lnTo>
                <a:lnTo>
                  <a:pt x="593" y="2349"/>
                </a:lnTo>
                <a:lnTo>
                  <a:pt x="592" y="2349"/>
                </a:lnTo>
                <a:lnTo>
                  <a:pt x="590" y="2349"/>
                </a:lnTo>
                <a:lnTo>
                  <a:pt x="590" y="2348"/>
                </a:lnTo>
                <a:lnTo>
                  <a:pt x="589" y="2347"/>
                </a:lnTo>
                <a:lnTo>
                  <a:pt x="589" y="2346"/>
                </a:lnTo>
                <a:lnTo>
                  <a:pt x="589" y="2345"/>
                </a:lnTo>
                <a:lnTo>
                  <a:pt x="589" y="2344"/>
                </a:lnTo>
                <a:lnTo>
                  <a:pt x="588" y="2344"/>
                </a:lnTo>
                <a:lnTo>
                  <a:pt x="588" y="2343"/>
                </a:lnTo>
                <a:lnTo>
                  <a:pt x="588" y="2342"/>
                </a:lnTo>
                <a:lnTo>
                  <a:pt x="587" y="2342"/>
                </a:lnTo>
                <a:lnTo>
                  <a:pt x="586" y="2342"/>
                </a:lnTo>
                <a:lnTo>
                  <a:pt x="586" y="2341"/>
                </a:lnTo>
                <a:lnTo>
                  <a:pt x="585" y="2341"/>
                </a:lnTo>
                <a:lnTo>
                  <a:pt x="585" y="2340"/>
                </a:lnTo>
                <a:lnTo>
                  <a:pt x="584" y="2340"/>
                </a:lnTo>
                <a:lnTo>
                  <a:pt x="583" y="2340"/>
                </a:lnTo>
                <a:lnTo>
                  <a:pt x="582" y="2339"/>
                </a:lnTo>
                <a:lnTo>
                  <a:pt x="583" y="2339"/>
                </a:lnTo>
                <a:lnTo>
                  <a:pt x="583" y="2338"/>
                </a:lnTo>
                <a:lnTo>
                  <a:pt x="584" y="2338"/>
                </a:lnTo>
                <a:lnTo>
                  <a:pt x="583" y="2338"/>
                </a:lnTo>
                <a:lnTo>
                  <a:pt x="584" y="2337"/>
                </a:lnTo>
                <a:lnTo>
                  <a:pt x="583" y="2337"/>
                </a:lnTo>
                <a:lnTo>
                  <a:pt x="583" y="2336"/>
                </a:lnTo>
                <a:lnTo>
                  <a:pt x="583" y="2335"/>
                </a:lnTo>
                <a:lnTo>
                  <a:pt x="582" y="2335"/>
                </a:lnTo>
                <a:lnTo>
                  <a:pt x="582" y="2334"/>
                </a:lnTo>
                <a:lnTo>
                  <a:pt x="581" y="2334"/>
                </a:lnTo>
                <a:lnTo>
                  <a:pt x="582" y="2334"/>
                </a:lnTo>
                <a:lnTo>
                  <a:pt x="581" y="2334"/>
                </a:lnTo>
                <a:lnTo>
                  <a:pt x="581" y="2333"/>
                </a:lnTo>
                <a:lnTo>
                  <a:pt x="582" y="2333"/>
                </a:lnTo>
                <a:lnTo>
                  <a:pt x="582" y="2332"/>
                </a:lnTo>
                <a:lnTo>
                  <a:pt x="581" y="2332"/>
                </a:lnTo>
                <a:lnTo>
                  <a:pt x="581" y="2331"/>
                </a:lnTo>
                <a:lnTo>
                  <a:pt x="582" y="2331"/>
                </a:lnTo>
                <a:lnTo>
                  <a:pt x="581" y="2330"/>
                </a:lnTo>
                <a:lnTo>
                  <a:pt x="581" y="2329"/>
                </a:lnTo>
                <a:lnTo>
                  <a:pt x="580" y="2329"/>
                </a:lnTo>
                <a:lnTo>
                  <a:pt x="579" y="2329"/>
                </a:lnTo>
                <a:lnTo>
                  <a:pt x="578" y="2328"/>
                </a:lnTo>
                <a:lnTo>
                  <a:pt x="577" y="2328"/>
                </a:lnTo>
                <a:lnTo>
                  <a:pt x="576" y="2328"/>
                </a:lnTo>
                <a:lnTo>
                  <a:pt x="576" y="2327"/>
                </a:lnTo>
                <a:lnTo>
                  <a:pt x="577" y="2327"/>
                </a:lnTo>
                <a:lnTo>
                  <a:pt x="578" y="2327"/>
                </a:lnTo>
                <a:lnTo>
                  <a:pt x="578" y="2326"/>
                </a:lnTo>
                <a:lnTo>
                  <a:pt x="578" y="2325"/>
                </a:lnTo>
                <a:lnTo>
                  <a:pt x="578" y="2324"/>
                </a:lnTo>
                <a:lnTo>
                  <a:pt x="577" y="2324"/>
                </a:lnTo>
                <a:lnTo>
                  <a:pt x="576" y="2324"/>
                </a:lnTo>
                <a:lnTo>
                  <a:pt x="576" y="2323"/>
                </a:lnTo>
                <a:lnTo>
                  <a:pt x="576" y="2322"/>
                </a:lnTo>
                <a:lnTo>
                  <a:pt x="575" y="2322"/>
                </a:lnTo>
                <a:lnTo>
                  <a:pt x="574" y="2322"/>
                </a:lnTo>
                <a:lnTo>
                  <a:pt x="573" y="2322"/>
                </a:lnTo>
                <a:lnTo>
                  <a:pt x="573" y="2323"/>
                </a:lnTo>
                <a:lnTo>
                  <a:pt x="572" y="2323"/>
                </a:lnTo>
                <a:lnTo>
                  <a:pt x="571" y="2323"/>
                </a:lnTo>
                <a:lnTo>
                  <a:pt x="570" y="2323"/>
                </a:lnTo>
                <a:lnTo>
                  <a:pt x="570" y="2322"/>
                </a:lnTo>
                <a:lnTo>
                  <a:pt x="570" y="2321"/>
                </a:lnTo>
                <a:lnTo>
                  <a:pt x="569" y="2321"/>
                </a:lnTo>
                <a:lnTo>
                  <a:pt x="568" y="2320"/>
                </a:lnTo>
                <a:lnTo>
                  <a:pt x="568" y="2319"/>
                </a:lnTo>
                <a:lnTo>
                  <a:pt x="568" y="2318"/>
                </a:lnTo>
                <a:lnTo>
                  <a:pt x="567" y="2318"/>
                </a:lnTo>
                <a:lnTo>
                  <a:pt x="566" y="2317"/>
                </a:lnTo>
                <a:lnTo>
                  <a:pt x="566" y="2316"/>
                </a:lnTo>
                <a:lnTo>
                  <a:pt x="565" y="2315"/>
                </a:lnTo>
                <a:lnTo>
                  <a:pt x="565" y="2314"/>
                </a:lnTo>
                <a:lnTo>
                  <a:pt x="564" y="2314"/>
                </a:lnTo>
                <a:lnTo>
                  <a:pt x="564" y="2313"/>
                </a:lnTo>
                <a:lnTo>
                  <a:pt x="563" y="2313"/>
                </a:lnTo>
                <a:lnTo>
                  <a:pt x="563" y="2314"/>
                </a:lnTo>
                <a:lnTo>
                  <a:pt x="562" y="2314"/>
                </a:lnTo>
                <a:lnTo>
                  <a:pt x="561" y="2314"/>
                </a:lnTo>
                <a:lnTo>
                  <a:pt x="561" y="2313"/>
                </a:lnTo>
                <a:lnTo>
                  <a:pt x="560" y="2313"/>
                </a:lnTo>
                <a:lnTo>
                  <a:pt x="560" y="2312"/>
                </a:lnTo>
                <a:lnTo>
                  <a:pt x="559" y="2312"/>
                </a:lnTo>
                <a:lnTo>
                  <a:pt x="559" y="2311"/>
                </a:lnTo>
                <a:lnTo>
                  <a:pt x="558" y="2311"/>
                </a:lnTo>
                <a:lnTo>
                  <a:pt x="558" y="2310"/>
                </a:lnTo>
                <a:lnTo>
                  <a:pt x="557" y="2310"/>
                </a:lnTo>
                <a:lnTo>
                  <a:pt x="556" y="2310"/>
                </a:lnTo>
                <a:lnTo>
                  <a:pt x="556" y="2311"/>
                </a:lnTo>
                <a:lnTo>
                  <a:pt x="556" y="2312"/>
                </a:lnTo>
                <a:lnTo>
                  <a:pt x="555" y="2312"/>
                </a:lnTo>
                <a:lnTo>
                  <a:pt x="554" y="2312"/>
                </a:lnTo>
                <a:lnTo>
                  <a:pt x="553" y="2312"/>
                </a:lnTo>
                <a:lnTo>
                  <a:pt x="553" y="2313"/>
                </a:lnTo>
                <a:lnTo>
                  <a:pt x="552" y="2313"/>
                </a:lnTo>
                <a:lnTo>
                  <a:pt x="551" y="2313"/>
                </a:lnTo>
                <a:lnTo>
                  <a:pt x="551" y="2314"/>
                </a:lnTo>
                <a:lnTo>
                  <a:pt x="550" y="2314"/>
                </a:lnTo>
                <a:lnTo>
                  <a:pt x="550" y="2315"/>
                </a:lnTo>
                <a:lnTo>
                  <a:pt x="550" y="2314"/>
                </a:lnTo>
                <a:lnTo>
                  <a:pt x="549" y="2314"/>
                </a:lnTo>
                <a:lnTo>
                  <a:pt x="549" y="2313"/>
                </a:lnTo>
                <a:lnTo>
                  <a:pt x="548" y="2313"/>
                </a:lnTo>
                <a:lnTo>
                  <a:pt x="547" y="2313"/>
                </a:lnTo>
                <a:lnTo>
                  <a:pt x="547" y="2312"/>
                </a:lnTo>
                <a:lnTo>
                  <a:pt x="546" y="2312"/>
                </a:lnTo>
                <a:lnTo>
                  <a:pt x="545" y="2312"/>
                </a:lnTo>
                <a:lnTo>
                  <a:pt x="545" y="2311"/>
                </a:lnTo>
                <a:lnTo>
                  <a:pt x="544" y="2310"/>
                </a:lnTo>
                <a:lnTo>
                  <a:pt x="543" y="2309"/>
                </a:lnTo>
                <a:lnTo>
                  <a:pt x="542" y="2308"/>
                </a:lnTo>
                <a:lnTo>
                  <a:pt x="543" y="2308"/>
                </a:lnTo>
                <a:lnTo>
                  <a:pt x="543" y="2307"/>
                </a:lnTo>
                <a:lnTo>
                  <a:pt x="542" y="2307"/>
                </a:lnTo>
                <a:lnTo>
                  <a:pt x="542" y="2306"/>
                </a:lnTo>
                <a:lnTo>
                  <a:pt x="542" y="2305"/>
                </a:lnTo>
                <a:lnTo>
                  <a:pt x="541" y="2305"/>
                </a:lnTo>
                <a:lnTo>
                  <a:pt x="540" y="2305"/>
                </a:lnTo>
                <a:lnTo>
                  <a:pt x="539" y="2305"/>
                </a:lnTo>
                <a:lnTo>
                  <a:pt x="538" y="2304"/>
                </a:lnTo>
                <a:lnTo>
                  <a:pt x="538" y="2305"/>
                </a:lnTo>
                <a:lnTo>
                  <a:pt x="537" y="2305"/>
                </a:lnTo>
                <a:lnTo>
                  <a:pt x="536" y="2305"/>
                </a:lnTo>
                <a:lnTo>
                  <a:pt x="535" y="2305"/>
                </a:lnTo>
                <a:lnTo>
                  <a:pt x="535" y="2306"/>
                </a:lnTo>
                <a:lnTo>
                  <a:pt x="534" y="2306"/>
                </a:lnTo>
                <a:lnTo>
                  <a:pt x="534" y="2305"/>
                </a:lnTo>
                <a:lnTo>
                  <a:pt x="534" y="2304"/>
                </a:lnTo>
                <a:lnTo>
                  <a:pt x="534" y="2303"/>
                </a:lnTo>
                <a:lnTo>
                  <a:pt x="534" y="2302"/>
                </a:lnTo>
                <a:lnTo>
                  <a:pt x="534" y="2301"/>
                </a:lnTo>
                <a:lnTo>
                  <a:pt x="533" y="2301"/>
                </a:lnTo>
                <a:lnTo>
                  <a:pt x="533" y="2300"/>
                </a:lnTo>
                <a:lnTo>
                  <a:pt x="533" y="2301"/>
                </a:lnTo>
                <a:lnTo>
                  <a:pt x="532" y="2301"/>
                </a:lnTo>
                <a:lnTo>
                  <a:pt x="531" y="2301"/>
                </a:lnTo>
                <a:lnTo>
                  <a:pt x="530" y="2301"/>
                </a:lnTo>
                <a:lnTo>
                  <a:pt x="530" y="2302"/>
                </a:lnTo>
                <a:lnTo>
                  <a:pt x="531" y="2302"/>
                </a:lnTo>
                <a:lnTo>
                  <a:pt x="530" y="2302"/>
                </a:lnTo>
                <a:lnTo>
                  <a:pt x="530" y="2303"/>
                </a:lnTo>
                <a:lnTo>
                  <a:pt x="529" y="2303"/>
                </a:lnTo>
                <a:lnTo>
                  <a:pt x="529" y="2304"/>
                </a:lnTo>
                <a:lnTo>
                  <a:pt x="528" y="2304"/>
                </a:lnTo>
                <a:lnTo>
                  <a:pt x="528" y="2305"/>
                </a:lnTo>
                <a:lnTo>
                  <a:pt x="527" y="2305"/>
                </a:lnTo>
                <a:lnTo>
                  <a:pt x="526" y="2305"/>
                </a:lnTo>
                <a:lnTo>
                  <a:pt x="525" y="2305"/>
                </a:lnTo>
                <a:lnTo>
                  <a:pt x="525" y="2306"/>
                </a:lnTo>
                <a:lnTo>
                  <a:pt x="524" y="2306"/>
                </a:lnTo>
                <a:lnTo>
                  <a:pt x="524" y="2307"/>
                </a:lnTo>
                <a:lnTo>
                  <a:pt x="524" y="2308"/>
                </a:lnTo>
                <a:lnTo>
                  <a:pt x="525" y="2308"/>
                </a:lnTo>
                <a:lnTo>
                  <a:pt x="526" y="2308"/>
                </a:lnTo>
                <a:lnTo>
                  <a:pt x="526" y="2309"/>
                </a:lnTo>
                <a:lnTo>
                  <a:pt x="525" y="2309"/>
                </a:lnTo>
                <a:lnTo>
                  <a:pt x="525" y="2310"/>
                </a:lnTo>
                <a:lnTo>
                  <a:pt x="525" y="2311"/>
                </a:lnTo>
                <a:lnTo>
                  <a:pt x="525" y="2312"/>
                </a:lnTo>
                <a:lnTo>
                  <a:pt x="524" y="2312"/>
                </a:lnTo>
                <a:lnTo>
                  <a:pt x="523" y="2312"/>
                </a:lnTo>
                <a:lnTo>
                  <a:pt x="523" y="2311"/>
                </a:lnTo>
                <a:lnTo>
                  <a:pt x="522" y="2311"/>
                </a:lnTo>
                <a:lnTo>
                  <a:pt x="522" y="2312"/>
                </a:lnTo>
                <a:lnTo>
                  <a:pt x="521" y="2312"/>
                </a:lnTo>
                <a:lnTo>
                  <a:pt x="520" y="2312"/>
                </a:lnTo>
                <a:lnTo>
                  <a:pt x="520" y="2313"/>
                </a:lnTo>
                <a:lnTo>
                  <a:pt x="519" y="2313"/>
                </a:lnTo>
                <a:lnTo>
                  <a:pt x="518" y="2313"/>
                </a:lnTo>
                <a:lnTo>
                  <a:pt x="517" y="2313"/>
                </a:lnTo>
                <a:lnTo>
                  <a:pt x="516" y="2313"/>
                </a:lnTo>
                <a:lnTo>
                  <a:pt x="516" y="2312"/>
                </a:lnTo>
                <a:lnTo>
                  <a:pt x="515" y="2312"/>
                </a:lnTo>
                <a:lnTo>
                  <a:pt x="515" y="2311"/>
                </a:lnTo>
                <a:lnTo>
                  <a:pt x="515" y="2310"/>
                </a:lnTo>
                <a:lnTo>
                  <a:pt x="515" y="2309"/>
                </a:lnTo>
                <a:lnTo>
                  <a:pt x="514" y="2309"/>
                </a:lnTo>
                <a:lnTo>
                  <a:pt x="514" y="2308"/>
                </a:lnTo>
                <a:lnTo>
                  <a:pt x="514" y="2307"/>
                </a:lnTo>
                <a:lnTo>
                  <a:pt x="513" y="2307"/>
                </a:lnTo>
                <a:lnTo>
                  <a:pt x="513" y="2306"/>
                </a:lnTo>
                <a:lnTo>
                  <a:pt x="512" y="2306"/>
                </a:lnTo>
                <a:lnTo>
                  <a:pt x="511" y="2306"/>
                </a:lnTo>
                <a:lnTo>
                  <a:pt x="511" y="2307"/>
                </a:lnTo>
                <a:lnTo>
                  <a:pt x="510" y="2307"/>
                </a:lnTo>
                <a:lnTo>
                  <a:pt x="510" y="2308"/>
                </a:lnTo>
                <a:lnTo>
                  <a:pt x="509" y="2308"/>
                </a:lnTo>
                <a:lnTo>
                  <a:pt x="509" y="2307"/>
                </a:lnTo>
                <a:lnTo>
                  <a:pt x="508" y="2307"/>
                </a:lnTo>
                <a:lnTo>
                  <a:pt x="507" y="2307"/>
                </a:lnTo>
                <a:lnTo>
                  <a:pt x="507" y="2308"/>
                </a:lnTo>
                <a:lnTo>
                  <a:pt x="506" y="2308"/>
                </a:lnTo>
                <a:lnTo>
                  <a:pt x="505" y="2308"/>
                </a:lnTo>
                <a:lnTo>
                  <a:pt x="505" y="2309"/>
                </a:lnTo>
                <a:lnTo>
                  <a:pt x="504" y="2309"/>
                </a:lnTo>
                <a:lnTo>
                  <a:pt x="504" y="2308"/>
                </a:lnTo>
                <a:lnTo>
                  <a:pt x="504" y="2307"/>
                </a:lnTo>
                <a:lnTo>
                  <a:pt x="503" y="2307"/>
                </a:lnTo>
                <a:lnTo>
                  <a:pt x="502" y="2307"/>
                </a:lnTo>
                <a:lnTo>
                  <a:pt x="502" y="2306"/>
                </a:lnTo>
                <a:lnTo>
                  <a:pt x="502" y="2305"/>
                </a:lnTo>
                <a:lnTo>
                  <a:pt x="501" y="2305"/>
                </a:lnTo>
                <a:lnTo>
                  <a:pt x="501" y="2304"/>
                </a:lnTo>
                <a:lnTo>
                  <a:pt x="500" y="2304"/>
                </a:lnTo>
                <a:lnTo>
                  <a:pt x="499" y="2304"/>
                </a:lnTo>
                <a:lnTo>
                  <a:pt x="498" y="2304"/>
                </a:lnTo>
                <a:lnTo>
                  <a:pt x="497" y="2304"/>
                </a:lnTo>
                <a:lnTo>
                  <a:pt x="496" y="2304"/>
                </a:lnTo>
                <a:lnTo>
                  <a:pt x="496" y="2303"/>
                </a:lnTo>
                <a:lnTo>
                  <a:pt x="496" y="2302"/>
                </a:lnTo>
                <a:lnTo>
                  <a:pt x="495" y="2302"/>
                </a:lnTo>
                <a:lnTo>
                  <a:pt x="495" y="2301"/>
                </a:lnTo>
                <a:lnTo>
                  <a:pt x="495" y="2300"/>
                </a:lnTo>
                <a:lnTo>
                  <a:pt x="495" y="2299"/>
                </a:lnTo>
                <a:lnTo>
                  <a:pt x="495" y="2298"/>
                </a:lnTo>
                <a:lnTo>
                  <a:pt x="494" y="2298"/>
                </a:lnTo>
                <a:lnTo>
                  <a:pt x="494" y="2297"/>
                </a:lnTo>
                <a:lnTo>
                  <a:pt x="493" y="2297"/>
                </a:lnTo>
                <a:lnTo>
                  <a:pt x="493" y="2296"/>
                </a:lnTo>
                <a:lnTo>
                  <a:pt x="493" y="2295"/>
                </a:lnTo>
                <a:lnTo>
                  <a:pt x="494" y="2295"/>
                </a:lnTo>
                <a:lnTo>
                  <a:pt x="494" y="2294"/>
                </a:lnTo>
                <a:lnTo>
                  <a:pt x="494" y="2293"/>
                </a:lnTo>
                <a:lnTo>
                  <a:pt x="495" y="2293"/>
                </a:lnTo>
                <a:lnTo>
                  <a:pt x="495" y="2292"/>
                </a:lnTo>
                <a:lnTo>
                  <a:pt x="495" y="2291"/>
                </a:lnTo>
                <a:lnTo>
                  <a:pt x="495" y="2290"/>
                </a:lnTo>
                <a:lnTo>
                  <a:pt x="494" y="2290"/>
                </a:lnTo>
                <a:lnTo>
                  <a:pt x="494" y="2289"/>
                </a:lnTo>
                <a:lnTo>
                  <a:pt x="493" y="2289"/>
                </a:lnTo>
                <a:lnTo>
                  <a:pt x="492" y="2289"/>
                </a:lnTo>
                <a:lnTo>
                  <a:pt x="492" y="2288"/>
                </a:lnTo>
                <a:lnTo>
                  <a:pt x="491" y="2288"/>
                </a:lnTo>
                <a:lnTo>
                  <a:pt x="491" y="2287"/>
                </a:lnTo>
                <a:lnTo>
                  <a:pt x="491" y="2286"/>
                </a:lnTo>
                <a:lnTo>
                  <a:pt x="490" y="2286"/>
                </a:lnTo>
                <a:lnTo>
                  <a:pt x="490" y="2285"/>
                </a:lnTo>
                <a:lnTo>
                  <a:pt x="489" y="2285"/>
                </a:lnTo>
                <a:lnTo>
                  <a:pt x="489" y="2284"/>
                </a:lnTo>
                <a:lnTo>
                  <a:pt x="489" y="2283"/>
                </a:lnTo>
                <a:lnTo>
                  <a:pt x="489" y="2282"/>
                </a:lnTo>
                <a:lnTo>
                  <a:pt x="488" y="2282"/>
                </a:lnTo>
                <a:lnTo>
                  <a:pt x="487" y="2282"/>
                </a:lnTo>
                <a:lnTo>
                  <a:pt x="487" y="2281"/>
                </a:lnTo>
                <a:lnTo>
                  <a:pt x="486" y="2281"/>
                </a:lnTo>
                <a:lnTo>
                  <a:pt x="486" y="2280"/>
                </a:lnTo>
                <a:lnTo>
                  <a:pt x="486" y="2279"/>
                </a:lnTo>
                <a:lnTo>
                  <a:pt x="485" y="2279"/>
                </a:lnTo>
                <a:lnTo>
                  <a:pt x="485" y="2278"/>
                </a:lnTo>
                <a:lnTo>
                  <a:pt x="485" y="2277"/>
                </a:lnTo>
                <a:lnTo>
                  <a:pt x="484" y="2277"/>
                </a:lnTo>
                <a:lnTo>
                  <a:pt x="484" y="2276"/>
                </a:lnTo>
                <a:lnTo>
                  <a:pt x="483" y="2276"/>
                </a:lnTo>
                <a:lnTo>
                  <a:pt x="483" y="2277"/>
                </a:lnTo>
                <a:lnTo>
                  <a:pt x="483" y="2278"/>
                </a:lnTo>
                <a:lnTo>
                  <a:pt x="482" y="2278"/>
                </a:lnTo>
                <a:lnTo>
                  <a:pt x="481" y="2278"/>
                </a:lnTo>
                <a:lnTo>
                  <a:pt x="480" y="2278"/>
                </a:lnTo>
                <a:lnTo>
                  <a:pt x="480" y="2277"/>
                </a:lnTo>
                <a:lnTo>
                  <a:pt x="479" y="2277"/>
                </a:lnTo>
                <a:lnTo>
                  <a:pt x="478" y="2277"/>
                </a:lnTo>
                <a:lnTo>
                  <a:pt x="477" y="2277"/>
                </a:lnTo>
                <a:lnTo>
                  <a:pt x="477" y="2276"/>
                </a:lnTo>
                <a:lnTo>
                  <a:pt x="476" y="2276"/>
                </a:lnTo>
                <a:lnTo>
                  <a:pt x="476" y="2275"/>
                </a:lnTo>
                <a:lnTo>
                  <a:pt x="475" y="2275"/>
                </a:lnTo>
                <a:lnTo>
                  <a:pt x="475" y="2274"/>
                </a:lnTo>
                <a:lnTo>
                  <a:pt x="476" y="2274"/>
                </a:lnTo>
                <a:lnTo>
                  <a:pt x="475" y="2274"/>
                </a:lnTo>
                <a:lnTo>
                  <a:pt x="475" y="2273"/>
                </a:lnTo>
                <a:lnTo>
                  <a:pt x="475" y="2272"/>
                </a:lnTo>
                <a:lnTo>
                  <a:pt x="474" y="2272"/>
                </a:lnTo>
                <a:lnTo>
                  <a:pt x="474" y="2271"/>
                </a:lnTo>
                <a:lnTo>
                  <a:pt x="473" y="2271"/>
                </a:lnTo>
                <a:lnTo>
                  <a:pt x="473" y="2270"/>
                </a:lnTo>
                <a:lnTo>
                  <a:pt x="474" y="2270"/>
                </a:lnTo>
                <a:lnTo>
                  <a:pt x="474" y="2269"/>
                </a:lnTo>
                <a:lnTo>
                  <a:pt x="474" y="2268"/>
                </a:lnTo>
                <a:lnTo>
                  <a:pt x="474" y="2267"/>
                </a:lnTo>
                <a:lnTo>
                  <a:pt x="475" y="2267"/>
                </a:lnTo>
                <a:lnTo>
                  <a:pt x="475" y="2266"/>
                </a:lnTo>
                <a:lnTo>
                  <a:pt x="475" y="2265"/>
                </a:lnTo>
                <a:lnTo>
                  <a:pt x="476" y="2265"/>
                </a:lnTo>
                <a:lnTo>
                  <a:pt x="476" y="2264"/>
                </a:lnTo>
                <a:lnTo>
                  <a:pt x="477" y="2264"/>
                </a:lnTo>
                <a:lnTo>
                  <a:pt x="477" y="2263"/>
                </a:lnTo>
                <a:lnTo>
                  <a:pt x="478" y="2263"/>
                </a:lnTo>
                <a:lnTo>
                  <a:pt x="478" y="2262"/>
                </a:lnTo>
                <a:lnTo>
                  <a:pt x="477" y="2262"/>
                </a:lnTo>
                <a:lnTo>
                  <a:pt x="476" y="2262"/>
                </a:lnTo>
                <a:lnTo>
                  <a:pt x="476" y="2261"/>
                </a:lnTo>
                <a:lnTo>
                  <a:pt x="475" y="2261"/>
                </a:lnTo>
                <a:lnTo>
                  <a:pt x="475" y="2260"/>
                </a:lnTo>
                <a:lnTo>
                  <a:pt x="475" y="2259"/>
                </a:lnTo>
                <a:lnTo>
                  <a:pt x="474" y="2259"/>
                </a:lnTo>
                <a:lnTo>
                  <a:pt x="473" y="2259"/>
                </a:lnTo>
                <a:lnTo>
                  <a:pt x="473" y="2258"/>
                </a:lnTo>
                <a:lnTo>
                  <a:pt x="473" y="2259"/>
                </a:lnTo>
                <a:lnTo>
                  <a:pt x="472" y="2259"/>
                </a:lnTo>
                <a:lnTo>
                  <a:pt x="472" y="2258"/>
                </a:lnTo>
                <a:lnTo>
                  <a:pt x="471" y="2258"/>
                </a:lnTo>
                <a:lnTo>
                  <a:pt x="471" y="2257"/>
                </a:lnTo>
                <a:lnTo>
                  <a:pt x="471" y="2256"/>
                </a:lnTo>
                <a:lnTo>
                  <a:pt x="471" y="2255"/>
                </a:lnTo>
                <a:lnTo>
                  <a:pt x="471" y="2254"/>
                </a:lnTo>
                <a:lnTo>
                  <a:pt x="472" y="2254"/>
                </a:lnTo>
                <a:lnTo>
                  <a:pt x="472" y="2253"/>
                </a:lnTo>
                <a:lnTo>
                  <a:pt x="473" y="2253"/>
                </a:lnTo>
                <a:lnTo>
                  <a:pt x="474" y="2253"/>
                </a:lnTo>
                <a:lnTo>
                  <a:pt x="474" y="2252"/>
                </a:lnTo>
                <a:lnTo>
                  <a:pt x="475" y="2252"/>
                </a:lnTo>
                <a:lnTo>
                  <a:pt x="476" y="2252"/>
                </a:lnTo>
                <a:lnTo>
                  <a:pt x="476" y="2251"/>
                </a:lnTo>
                <a:lnTo>
                  <a:pt x="477" y="2251"/>
                </a:lnTo>
                <a:lnTo>
                  <a:pt x="477" y="2250"/>
                </a:lnTo>
                <a:lnTo>
                  <a:pt x="478" y="2250"/>
                </a:lnTo>
                <a:lnTo>
                  <a:pt x="478" y="2249"/>
                </a:lnTo>
                <a:lnTo>
                  <a:pt x="479" y="2249"/>
                </a:lnTo>
                <a:lnTo>
                  <a:pt x="478" y="2249"/>
                </a:lnTo>
                <a:lnTo>
                  <a:pt x="479" y="2249"/>
                </a:lnTo>
                <a:lnTo>
                  <a:pt x="480" y="2249"/>
                </a:lnTo>
                <a:lnTo>
                  <a:pt x="480" y="2248"/>
                </a:lnTo>
                <a:lnTo>
                  <a:pt x="480" y="2247"/>
                </a:lnTo>
                <a:lnTo>
                  <a:pt x="481" y="2247"/>
                </a:lnTo>
                <a:lnTo>
                  <a:pt x="482" y="2247"/>
                </a:lnTo>
                <a:lnTo>
                  <a:pt x="482" y="2246"/>
                </a:lnTo>
                <a:lnTo>
                  <a:pt x="482" y="2245"/>
                </a:lnTo>
                <a:lnTo>
                  <a:pt x="482" y="2244"/>
                </a:lnTo>
                <a:lnTo>
                  <a:pt x="481" y="2244"/>
                </a:lnTo>
                <a:lnTo>
                  <a:pt x="480" y="2244"/>
                </a:lnTo>
                <a:lnTo>
                  <a:pt x="480" y="2243"/>
                </a:lnTo>
                <a:lnTo>
                  <a:pt x="479" y="2243"/>
                </a:lnTo>
                <a:lnTo>
                  <a:pt x="479" y="2242"/>
                </a:lnTo>
                <a:lnTo>
                  <a:pt x="478" y="2242"/>
                </a:lnTo>
                <a:lnTo>
                  <a:pt x="478" y="2241"/>
                </a:lnTo>
                <a:lnTo>
                  <a:pt x="478" y="2240"/>
                </a:lnTo>
                <a:lnTo>
                  <a:pt x="478" y="2239"/>
                </a:lnTo>
                <a:lnTo>
                  <a:pt x="478" y="2238"/>
                </a:lnTo>
                <a:lnTo>
                  <a:pt x="477" y="2238"/>
                </a:lnTo>
                <a:lnTo>
                  <a:pt x="477" y="2239"/>
                </a:lnTo>
                <a:lnTo>
                  <a:pt x="476" y="2239"/>
                </a:lnTo>
                <a:lnTo>
                  <a:pt x="475" y="2239"/>
                </a:lnTo>
                <a:lnTo>
                  <a:pt x="474" y="2239"/>
                </a:lnTo>
                <a:lnTo>
                  <a:pt x="474" y="2238"/>
                </a:lnTo>
                <a:lnTo>
                  <a:pt x="473" y="2238"/>
                </a:lnTo>
                <a:lnTo>
                  <a:pt x="474" y="2238"/>
                </a:lnTo>
                <a:lnTo>
                  <a:pt x="474" y="2237"/>
                </a:lnTo>
                <a:lnTo>
                  <a:pt x="473" y="2237"/>
                </a:lnTo>
                <a:lnTo>
                  <a:pt x="473" y="2236"/>
                </a:lnTo>
                <a:lnTo>
                  <a:pt x="473" y="2235"/>
                </a:lnTo>
                <a:lnTo>
                  <a:pt x="473" y="2234"/>
                </a:lnTo>
                <a:lnTo>
                  <a:pt x="472" y="2234"/>
                </a:lnTo>
                <a:lnTo>
                  <a:pt x="472" y="2233"/>
                </a:lnTo>
                <a:lnTo>
                  <a:pt x="471" y="2233"/>
                </a:lnTo>
                <a:lnTo>
                  <a:pt x="471" y="2232"/>
                </a:lnTo>
                <a:lnTo>
                  <a:pt x="471" y="2231"/>
                </a:lnTo>
                <a:lnTo>
                  <a:pt x="471" y="2230"/>
                </a:lnTo>
                <a:lnTo>
                  <a:pt x="470" y="2229"/>
                </a:lnTo>
                <a:lnTo>
                  <a:pt x="469" y="2229"/>
                </a:lnTo>
                <a:lnTo>
                  <a:pt x="469" y="2228"/>
                </a:lnTo>
                <a:lnTo>
                  <a:pt x="468" y="2228"/>
                </a:lnTo>
                <a:lnTo>
                  <a:pt x="468" y="2227"/>
                </a:lnTo>
                <a:lnTo>
                  <a:pt x="467" y="2227"/>
                </a:lnTo>
                <a:lnTo>
                  <a:pt x="466" y="2227"/>
                </a:lnTo>
                <a:lnTo>
                  <a:pt x="466" y="2226"/>
                </a:lnTo>
                <a:lnTo>
                  <a:pt x="465" y="2226"/>
                </a:lnTo>
                <a:lnTo>
                  <a:pt x="465" y="2225"/>
                </a:lnTo>
                <a:lnTo>
                  <a:pt x="464" y="2224"/>
                </a:lnTo>
                <a:lnTo>
                  <a:pt x="464" y="2223"/>
                </a:lnTo>
                <a:lnTo>
                  <a:pt x="464" y="2222"/>
                </a:lnTo>
                <a:lnTo>
                  <a:pt x="465" y="2222"/>
                </a:lnTo>
                <a:lnTo>
                  <a:pt x="465" y="2221"/>
                </a:lnTo>
                <a:lnTo>
                  <a:pt x="466" y="2221"/>
                </a:lnTo>
                <a:lnTo>
                  <a:pt x="466" y="2220"/>
                </a:lnTo>
                <a:lnTo>
                  <a:pt x="467" y="2220"/>
                </a:lnTo>
                <a:lnTo>
                  <a:pt x="467" y="2219"/>
                </a:lnTo>
                <a:lnTo>
                  <a:pt x="468" y="2219"/>
                </a:lnTo>
                <a:lnTo>
                  <a:pt x="469" y="2218"/>
                </a:lnTo>
                <a:lnTo>
                  <a:pt x="470" y="2218"/>
                </a:lnTo>
                <a:lnTo>
                  <a:pt x="471" y="2218"/>
                </a:lnTo>
                <a:lnTo>
                  <a:pt x="471" y="2217"/>
                </a:lnTo>
                <a:lnTo>
                  <a:pt x="473" y="2217"/>
                </a:lnTo>
                <a:lnTo>
                  <a:pt x="473" y="2216"/>
                </a:lnTo>
                <a:lnTo>
                  <a:pt x="473" y="2215"/>
                </a:lnTo>
                <a:lnTo>
                  <a:pt x="474" y="2215"/>
                </a:lnTo>
                <a:lnTo>
                  <a:pt x="474" y="2214"/>
                </a:lnTo>
                <a:lnTo>
                  <a:pt x="475" y="2214"/>
                </a:lnTo>
                <a:lnTo>
                  <a:pt x="475" y="2213"/>
                </a:lnTo>
                <a:lnTo>
                  <a:pt x="475" y="2212"/>
                </a:lnTo>
                <a:lnTo>
                  <a:pt x="475" y="2211"/>
                </a:lnTo>
                <a:lnTo>
                  <a:pt x="474" y="2211"/>
                </a:lnTo>
                <a:lnTo>
                  <a:pt x="473" y="2211"/>
                </a:lnTo>
                <a:lnTo>
                  <a:pt x="473" y="2210"/>
                </a:lnTo>
                <a:lnTo>
                  <a:pt x="472" y="2210"/>
                </a:lnTo>
                <a:lnTo>
                  <a:pt x="472" y="2209"/>
                </a:lnTo>
                <a:lnTo>
                  <a:pt x="471" y="2209"/>
                </a:lnTo>
                <a:lnTo>
                  <a:pt x="471" y="2208"/>
                </a:lnTo>
                <a:lnTo>
                  <a:pt x="470" y="2208"/>
                </a:lnTo>
                <a:lnTo>
                  <a:pt x="470" y="2207"/>
                </a:lnTo>
                <a:lnTo>
                  <a:pt x="469" y="2207"/>
                </a:lnTo>
                <a:lnTo>
                  <a:pt x="469" y="2206"/>
                </a:lnTo>
                <a:lnTo>
                  <a:pt x="468" y="2206"/>
                </a:lnTo>
                <a:lnTo>
                  <a:pt x="467" y="2206"/>
                </a:lnTo>
                <a:lnTo>
                  <a:pt x="466" y="2206"/>
                </a:lnTo>
                <a:lnTo>
                  <a:pt x="466" y="2205"/>
                </a:lnTo>
                <a:lnTo>
                  <a:pt x="465" y="2206"/>
                </a:lnTo>
                <a:lnTo>
                  <a:pt x="465" y="2205"/>
                </a:lnTo>
                <a:lnTo>
                  <a:pt x="464" y="2205"/>
                </a:lnTo>
                <a:lnTo>
                  <a:pt x="464" y="2204"/>
                </a:lnTo>
                <a:lnTo>
                  <a:pt x="463" y="2204"/>
                </a:lnTo>
                <a:lnTo>
                  <a:pt x="462" y="2204"/>
                </a:lnTo>
                <a:lnTo>
                  <a:pt x="461" y="2204"/>
                </a:lnTo>
                <a:lnTo>
                  <a:pt x="461" y="2203"/>
                </a:lnTo>
                <a:lnTo>
                  <a:pt x="460" y="2203"/>
                </a:lnTo>
                <a:lnTo>
                  <a:pt x="459" y="2203"/>
                </a:lnTo>
                <a:lnTo>
                  <a:pt x="459" y="2202"/>
                </a:lnTo>
                <a:lnTo>
                  <a:pt x="459" y="2201"/>
                </a:lnTo>
                <a:lnTo>
                  <a:pt x="460" y="2201"/>
                </a:lnTo>
                <a:lnTo>
                  <a:pt x="460" y="2200"/>
                </a:lnTo>
                <a:lnTo>
                  <a:pt x="460" y="2199"/>
                </a:lnTo>
                <a:lnTo>
                  <a:pt x="459" y="2199"/>
                </a:lnTo>
                <a:lnTo>
                  <a:pt x="458" y="2199"/>
                </a:lnTo>
                <a:lnTo>
                  <a:pt x="457" y="2199"/>
                </a:lnTo>
                <a:lnTo>
                  <a:pt x="457" y="2200"/>
                </a:lnTo>
                <a:lnTo>
                  <a:pt x="457" y="2199"/>
                </a:lnTo>
                <a:lnTo>
                  <a:pt x="455" y="2199"/>
                </a:lnTo>
                <a:lnTo>
                  <a:pt x="455" y="2200"/>
                </a:lnTo>
                <a:lnTo>
                  <a:pt x="454" y="2200"/>
                </a:lnTo>
                <a:lnTo>
                  <a:pt x="454" y="2199"/>
                </a:lnTo>
                <a:lnTo>
                  <a:pt x="455" y="2199"/>
                </a:lnTo>
                <a:lnTo>
                  <a:pt x="455" y="2198"/>
                </a:lnTo>
                <a:lnTo>
                  <a:pt x="454" y="2198"/>
                </a:lnTo>
                <a:lnTo>
                  <a:pt x="454" y="2197"/>
                </a:lnTo>
                <a:lnTo>
                  <a:pt x="455" y="2197"/>
                </a:lnTo>
                <a:lnTo>
                  <a:pt x="455" y="2196"/>
                </a:lnTo>
                <a:lnTo>
                  <a:pt x="455" y="2195"/>
                </a:lnTo>
                <a:lnTo>
                  <a:pt x="454" y="2195"/>
                </a:lnTo>
                <a:lnTo>
                  <a:pt x="454" y="2194"/>
                </a:lnTo>
                <a:lnTo>
                  <a:pt x="453" y="2194"/>
                </a:lnTo>
                <a:lnTo>
                  <a:pt x="453" y="2193"/>
                </a:lnTo>
                <a:lnTo>
                  <a:pt x="452" y="2193"/>
                </a:lnTo>
                <a:lnTo>
                  <a:pt x="452" y="2192"/>
                </a:lnTo>
                <a:lnTo>
                  <a:pt x="452" y="2191"/>
                </a:lnTo>
                <a:lnTo>
                  <a:pt x="452" y="2190"/>
                </a:lnTo>
                <a:lnTo>
                  <a:pt x="451" y="2190"/>
                </a:lnTo>
                <a:lnTo>
                  <a:pt x="451" y="2191"/>
                </a:lnTo>
                <a:lnTo>
                  <a:pt x="450" y="2191"/>
                </a:lnTo>
                <a:lnTo>
                  <a:pt x="449" y="2191"/>
                </a:lnTo>
                <a:lnTo>
                  <a:pt x="449" y="2192"/>
                </a:lnTo>
                <a:lnTo>
                  <a:pt x="448" y="2192"/>
                </a:lnTo>
                <a:lnTo>
                  <a:pt x="447" y="2192"/>
                </a:lnTo>
                <a:lnTo>
                  <a:pt x="447" y="2191"/>
                </a:lnTo>
                <a:lnTo>
                  <a:pt x="446" y="2190"/>
                </a:lnTo>
                <a:lnTo>
                  <a:pt x="446" y="2189"/>
                </a:lnTo>
                <a:lnTo>
                  <a:pt x="446" y="2188"/>
                </a:lnTo>
                <a:lnTo>
                  <a:pt x="445" y="2187"/>
                </a:lnTo>
                <a:lnTo>
                  <a:pt x="446" y="2187"/>
                </a:lnTo>
                <a:lnTo>
                  <a:pt x="446" y="2186"/>
                </a:lnTo>
                <a:lnTo>
                  <a:pt x="445" y="2186"/>
                </a:lnTo>
                <a:lnTo>
                  <a:pt x="445" y="2185"/>
                </a:lnTo>
                <a:lnTo>
                  <a:pt x="444" y="2185"/>
                </a:lnTo>
                <a:lnTo>
                  <a:pt x="444" y="2184"/>
                </a:lnTo>
                <a:lnTo>
                  <a:pt x="445" y="2184"/>
                </a:lnTo>
                <a:lnTo>
                  <a:pt x="446" y="2184"/>
                </a:lnTo>
                <a:lnTo>
                  <a:pt x="446" y="2183"/>
                </a:lnTo>
                <a:lnTo>
                  <a:pt x="446" y="2182"/>
                </a:lnTo>
                <a:lnTo>
                  <a:pt x="447" y="2182"/>
                </a:lnTo>
                <a:lnTo>
                  <a:pt x="448" y="2182"/>
                </a:lnTo>
                <a:lnTo>
                  <a:pt x="448" y="2181"/>
                </a:lnTo>
                <a:lnTo>
                  <a:pt x="448" y="2180"/>
                </a:lnTo>
                <a:lnTo>
                  <a:pt x="449" y="2180"/>
                </a:lnTo>
                <a:lnTo>
                  <a:pt x="449" y="2179"/>
                </a:lnTo>
                <a:lnTo>
                  <a:pt x="450" y="2179"/>
                </a:lnTo>
                <a:lnTo>
                  <a:pt x="450" y="2178"/>
                </a:lnTo>
                <a:lnTo>
                  <a:pt x="450" y="2177"/>
                </a:lnTo>
                <a:lnTo>
                  <a:pt x="450" y="2176"/>
                </a:lnTo>
                <a:lnTo>
                  <a:pt x="451" y="2176"/>
                </a:lnTo>
                <a:lnTo>
                  <a:pt x="451" y="2175"/>
                </a:lnTo>
                <a:lnTo>
                  <a:pt x="452" y="2175"/>
                </a:lnTo>
                <a:lnTo>
                  <a:pt x="452" y="2174"/>
                </a:lnTo>
                <a:lnTo>
                  <a:pt x="451" y="2174"/>
                </a:lnTo>
                <a:lnTo>
                  <a:pt x="451" y="2173"/>
                </a:lnTo>
                <a:lnTo>
                  <a:pt x="451" y="2172"/>
                </a:lnTo>
                <a:lnTo>
                  <a:pt x="450" y="2172"/>
                </a:lnTo>
                <a:lnTo>
                  <a:pt x="450" y="2173"/>
                </a:lnTo>
                <a:lnTo>
                  <a:pt x="450" y="2172"/>
                </a:lnTo>
                <a:lnTo>
                  <a:pt x="449" y="2172"/>
                </a:lnTo>
                <a:lnTo>
                  <a:pt x="449" y="2171"/>
                </a:lnTo>
                <a:lnTo>
                  <a:pt x="449" y="2170"/>
                </a:lnTo>
                <a:lnTo>
                  <a:pt x="449" y="2169"/>
                </a:lnTo>
                <a:lnTo>
                  <a:pt x="450" y="2169"/>
                </a:lnTo>
                <a:lnTo>
                  <a:pt x="449" y="2169"/>
                </a:lnTo>
                <a:lnTo>
                  <a:pt x="449" y="2168"/>
                </a:lnTo>
                <a:lnTo>
                  <a:pt x="448" y="2168"/>
                </a:lnTo>
                <a:lnTo>
                  <a:pt x="448" y="2167"/>
                </a:lnTo>
                <a:lnTo>
                  <a:pt x="447" y="2167"/>
                </a:lnTo>
                <a:lnTo>
                  <a:pt x="447" y="2166"/>
                </a:lnTo>
                <a:lnTo>
                  <a:pt x="448" y="2165"/>
                </a:lnTo>
                <a:lnTo>
                  <a:pt x="448" y="2164"/>
                </a:lnTo>
                <a:lnTo>
                  <a:pt x="448" y="2163"/>
                </a:lnTo>
                <a:lnTo>
                  <a:pt x="448" y="2162"/>
                </a:lnTo>
                <a:lnTo>
                  <a:pt x="448" y="2160"/>
                </a:lnTo>
                <a:lnTo>
                  <a:pt x="448" y="2159"/>
                </a:lnTo>
                <a:lnTo>
                  <a:pt x="447" y="2159"/>
                </a:lnTo>
                <a:lnTo>
                  <a:pt x="446" y="2159"/>
                </a:lnTo>
                <a:lnTo>
                  <a:pt x="446" y="2158"/>
                </a:lnTo>
                <a:lnTo>
                  <a:pt x="447" y="2158"/>
                </a:lnTo>
                <a:lnTo>
                  <a:pt x="447" y="2157"/>
                </a:lnTo>
                <a:lnTo>
                  <a:pt x="446" y="2157"/>
                </a:lnTo>
                <a:lnTo>
                  <a:pt x="445" y="2157"/>
                </a:lnTo>
                <a:lnTo>
                  <a:pt x="445" y="2156"/>
                </a:lnTo>
                <a:lnTo>
                  <a:pt x="445" y="2155"/>
                </a:lnTo>
                <a:lnTo>
                  <a:pt x="444" y="2155"/>
                </a:lnTo>
                <a:lnTo>
                  <a:pt x="444" y="2154"/>
                </a:lnTo>
                <a:lnTo>
                  <a:pt x="444" y="2153"/>
                </a:lnTo>
                <a:lnTo>
                  <a:pt x="443" y="2153"/>
                </a:lnTo>
                <a:lnTo>
                  <a:pt x="443" y="2152"/>
                </a:lnTo>
                <a:lnTo>
                  <a:pt x="442" y="2152"/>
                </a:lnTo>
                <a:lnTo>
                  <a:pt x="441" y="2152"/>
                </a:lnTo>
                <a:lnTo>
                  <a:pt x="441" y="2151"/>
                </a:lnTo>
                <a:lnTo>
                  <a:pt x="441" y="2150"/>
                </a:lnTo>
                <a:lnTo>
                  <a:pt x="442" y="2150"/>
                </a:lnTo>
                <a:lnTo>
                  <a:pt x="442" y="2149"/>
                </a:lnTo>
                <a:lnTo>
                  <a:pt x="443" y="2149"/>
                </a:lnTo>
                <a:lnTo>
                  <a:pt x="443" y="2148"/>
                </a:lnTo>
                <a:lnTo>
                  <a:pt x="444" y="2148"/>
                </a:lnTo>
                <a:lnTo>
                  <a:pt x="445" y="2147"/>
                </a:lnTo>
                <a:lnTo>
                  <a:pt x="446" y="2147"/>
                </a:lnTo>
                <a:lnTo>
                  <a:pt x="447" y="2147"/>
                </a:lnTo>
                <a:lnTo>
                  <a:pt x="447" y="2146"/>
                </a:lnTo>
                <a:lnTo>
                  <a:pt x="448" y="2146"/>
                </a:lnTo>
                <a:lnTo>
                  <a:pt x="448" y="2147"/>
                </a:lnTo>
                <a:lnTo>
                  <a:pt x="449" y="2147"/>
                </a:lnTo>
                <a:lnTo>
                  <a:pt x="449" y="2146"/>
                </a:lnTo>
                <a:lnTo>
                  <a:pt x="450" y="2146"/>
                </a:lnTo>
                <a:lnTo>
                  <a:pt x="451" y="2146"/>
                </a:lnTo>
                <a:lnTo>
                  <a:pt x="451" y="2145"/>
                </a:lnTo>
                <a:lnTo>
                  <a:pt x="452" y="2145"/>
                </a:lnTo>
                <a:lnTo>
                  <a:pt x="452" y="2144"/>
                </a:lnTo>
                <a:lnTo>
                  <a:pt x="452" y="2143"/>
                </a:lnTo>
                <a:lnTo>
                  <a:pt x="453" y="2143"/>
                </a:lnTo>
                <a:lnTo>
                  <a:pt x="453" y="2142"/>
                </a:lnTo>
                <a:lnTo>
                  <a:pt x="453" y="2143"/>
                </a:lnTo>
                <a:lnTo>
                  <a:pt x="454" y="2143"/>
                </a:lnTo>
                <a:lnTo>
                  <a:pt x="455" y="2143"/>
                </a:lnTo>
                <a:lnTo>
                  <a:pt x="455" y="2142"/>
                </a:lnTo>
                <a:lnTo>
                  <a:pt x="455" y="2143"/>
                </a:lnTo>
                <a:lnTo>
                  <a:pt x="456" y="2143"/>
                </a:lnTo>
                <a:lnTo>
                  <a:pt x="456" y="2142"/>
                </a:lnTo>
                <a:lnTo>
                  <a:pt x="456" y="2143"/>
                </a:lnTo>
                <a:lnTo>
                  <a:pt x="457" y="2143"/>
                </a:lnTo>
                <a:lnTo>
                  <a:pt x="457" y="2142"/>
                </a:lnTo>
                <a:lnTo>
                  <a:pt x="458" y="2142"/>
                </a:lnTo>
                <a:lnTo>
                  <a:pt x="458" y="2141"/>
                </a:lnTo>
                <a:lnTo>
                  <a:pt x="458" y="2140"/>
                </a:lnTo>
                <a:lnTo>
                  <a:pt x="459" y="2140"/>
                </a:lnTo>
                <a:lnTo>
                  <a:pt x="460" y="2140"/>
                </a:lnTo>
                <a:lnTo>
                  <a:pt x="460" y="2141"/>
                </a:lnTo>
                <a:lnTo>
                  <a:pt x="461" y="2141"/>
                </a:lnTo>
                <a:lnTo>
                  <a:pt x="462" y="2141"/>
                </a:lnTo>
                <a:lnTo>
                  <a:pt x="463" y="2141"/>
                </a:lnTo>
                <a:lnTo>
                  <a:pt x="463" y="2140"/>
                </a:lnTo>
                <a:lnTo>
                  <a:pt x="463" y="2139"/>
                </a:lnTo>
                <a:lnTo>
                  <a:pt x="463" y="2140"/>
                </a:lnTo>
                <a:lnTo>
                  <a:pt x="463" y="2139"/>
                </a:lnTo>
                <a:lnTo>
                  <a:pt x="464" y="2139"/>
                </a:lnTo>
                <a:lnTo>
                  <a:pt x="465" y="2139"/>
                </a:lnTo>
                <a:lnTo>
                  <a:pt x="465" y="2138"/>
                </a:lnTo>
                <a:lnTo>
                  <a:pt x="466" y="2138"/>
                </a:lnTo>
                <a:lnTo>
                  <a:pt x="466" y="2137"/>
                </a:lnTo>
                <a:lnTo>
                  <a:pt x="467" y="2137"/>
                </a:lnTo>
                <a:lnTo>
                  <a:pt x="467" y="2136"/>
                </a:lnTo>
                <a:lnTo>
                  <a:pt x="468" y="2136"/>
                </a:lnTo>
                <a:lnTo>
                  <a:pt x="468" y="2135"/>
                </a:lnTo>
                <a:lnTo>
                  <a:pt x="469" y="2135"/>
                </a:lnTo>
                <a:lnTo>
                  <a:pt x="470" y="2135"/>
                </a:lnTo>
                <a:lnTo>
                  <a:pt x="470" y="2134"/>
                </a:lnTo>
                <a:lnTo>
                  <a:pt x="471" y="2134"/>
                </a:lnTo>
                <a:lnTo>
                  <a:pt x="471" y="2133"/>
                </a:lnTo>
                <a:lnTo>
                  <a:pt x="472" y="2133"/>
                </a:lnTo>
                <a:lnTo>
                  <a:pt x="473" y="2133"/>
                </a:lnTo>
                <a:lnTo>
                  <a:pt x="473" y="2134"/>
                </a:lnTo>
                <a:lnTo>
                  <a:pt x="472" y="2134"/>
                </a:lnTo>
                <a:lnTo>
                  <a:pt x="472" y="2135"/>
                </a:lnTo>
                <a:lnTo>
                  <a:pt x="473" y="2135"/>
                </a:lnTo>
                <a:lnTo>
                  <a:pt x="473" y="2136"/>
                </a:lnTo>
                <a:lnTo>
                  <a:pt x="473" y="2137"/>
                </a:lnTo>
                <a:lnTo>
                  <a:pt x="473" y="2138"/>
                </a:lnTo>
                <a:lnTo>
                  <a:pt x="472" y="2138"/>
                </a:lnTo>
                <a:lnTo>
                  <a:pt x="473" y="2138"/>
                </a:lnTo>
                <a:lnTo>
                  <a:pt x="473" y="2139"/>
                </a:lnTo>
                <a:lnTo>
                  <a:pt x="473" y="2140"/>
                </a:lnTo>
                <a:lnTo>
                  <a:pt x="474" y="2140"/>
                </a:lnTo>
                <a:lnTo>
                  <a:pt x="474" y="2141"/>
                </a:lnTo>
                <a:lnTo>
                  <a:pt x="475" y="2141"/>
                </a:lnTo>
                <a:lnTo>
                  <a:pt x="475" y="2142"/>
                </a:lnTo>
                <a:lnTo>
                  <a:pt x="476" y="2142"/>
                </a:lnTo>
                <a:lnTo>
                  <a:pt x="476" y="2143"/>
                </a:lnTo>
                <a:lnTo>
                  <a:pt x="476" y="2144"/>
                </a:lnTo>
                <a:lnTo>
                  <a:pt x="476" y="2145"/>
                </a:lnTo>
                <a:lnTo>
                  <a:pt x="476" y="2146"/>
                </a:lnTo>
                <a:lnTo>
                  <a:pt x="475" y="2146"/>
                </a:lnTo>
                <a:lnTo>
                  <a:pt x="474" y="2146"/>
                </a:lnTo>
                <a:lnTo>
                  <a:pt x="474" y="2147"/>
                </a:lnTo>
                <a:lnTo>
                  <a:pt x="474" y="2148"/>
                </a:lnTo>
                <a:lnTo>
                  <a:pt x="474" y="2149"/>
                </a:lnTo>
                <a:lnTo>
                  <a:pt x="475" y="2149"/>
                </a:lnTo>
                <a:lnTo>
                  <a:pt x="475" y="2150"/>
                </a:lnTo>
                <a:lnTo>
                  <a:pt x="475" y="2151"/>
                </a:lnTo>
                <a:lnTo>
                  <a:pt x="475" y="2152"/>
                </a:lnTo>
                <a:lnTo>
                  <a:pt x="476" y="2153"/>
                </a:lnTo>
                <a:lnTo>
                  <a:pt x="476" y="2154"/>
                </a:lnTo>
                <a:lnTo>
                  <a:pt x="476" y="2155"/>
                </a:lnTo>
                <a:lnTo>
                  <a:pt x="476" y="2156"/>
                </a:lnTo>
                <a:lnTo>
                  <a:pt x="476" y="2157"/>
                </a:lnTo>
                <a:lnTo>
                  <a:pt x="477" y="2157"/>
                </a:lnTo>
                <a:lnTo>
                  <a:pt x="478" y="2157"/>
                </a:lnTo>
                <a:lnTo>
                  <a:pt x="478" y="2158"/>
                </a:lnTo>
                <a:lnTo>
                  <a:pt x="478" y="2159"/>
                </a:lnTo>
                <a:lnTo>
                  <a:pt x="478" y="2160"/>
                </a:lnTo>
                <a:lnTo>
                  <a:pt x="479" y="2160"/>
                </a:lnTo>
                <a:lnTo>
                  <a:pt x="478" y="2160"/>
                </a:lnTo>
                <a:lnTo>
                  <a:pt x="479" y="2161"/>
                </a:lnTo>
                <a:lnTo>
                  <a:pt x="479" y="2162"/>
                </a:lnTo>
                <a:lnTo>
                  <a:pt x="479" y="2161"/>
                </a:lnTo>
                <a:lnTo>
                  <a:pt x="480" y="2161"/>
                </a:lnTo>
                <a:lnTo>
                  <a:pt x="480" y="2162"/>
                </a:lnTo>
                <a:lnTo>
                  <a:pt x="481" y="2162"/>
                </a:lnTo>
                <a:lnTo>
                  <a:pt x="481" y="2163"/>
                </a:lnTo>
                <a:lnTo>
                  <a:pt x="481" y="2164"/>
                </a:lnTo>
                <a:lnTo>
                  <a:pt x="482" y="2164"/>
                </a:lnTo>
                <a:lnTo>
                  <a:pt x="482" y="2163"/>
                </a:lnTo>
                <a:lnTo>
                  <a:pt x="483" y="2163"/>
                </a:lnTo>
                <a:lnTo>
                  <a:pt x="484" y="2163"/>
                </a:lnTo>
                <a:lnTo>
                  <a:pt x="484" y="2164"/>
                </a:lnTo>
                <a:lnTo>
                  <a:pt x="485" y="2164"/>
                </a:lnTo>
                <a:lnTo>
                  <a:pt x="485" y="2165"/>
                </a:lnTo>
                <a:lnTo>
                  <a:pt x="486" y="2165"/>
                </a:lnTo>
                <a:lnTo>
                  <a:pt x="487" y="2165"/>
                </a:lnTo>
                <a:lnTo>
                  <a:pt x="487" y="2166"/>
                </a:lnTo>
                <a:lnTo>
                  <a:pt x="487" y="2167"/>
                </a:lnTo>
                <a:lnTo>
                  <a:pt x="487" y="2168"/>
                </a:lnTo>
                <a:lnTo>
                  <a:pt x="488" y="2168"/>
                </a:lnTo>
                <a:lnTo>
                  <a:pt x="489" y="2168"/>
                </a:lnTo>
                <a:lnTo>
                  <a:pt x="490" y="2168"/>
                </a:lnTo>
                <a:lnTo>
                  <a:pt x="490" y="2169"/>
                </a:lnTo>
                <a:lnTo>
                  <a:pt x="491" y="2169"/>
                </a:lnTo>
                <a:lnTo>
                  <a:pt x="490" y="2169"/>
                </a:lnTo>
                <a:lnTo>
                  <a:pt x="491" y="2169"/>
                </a:lnTo>
                <a:lnTo>
                  <a:pt x="491" y="2170"/>
                </a:lnTo>
                <a:lnTo>
                  <a:pt x="492" y="2170"/>
                </a:lnTo>
                <a:lnTo>
                  <a:pt x="492" y="2171"/>
                </a:lnTo>
                <a:lnTo>
                  <a:pt x="493" y="2171"/>
                </a:lnTo>
                <a:lnTo>
                  <a:pt x="494" y="2171"/>
                </a:lnTo>
                <a:lnTo>
                  <a:pt x="494" y="2170"/>
                </a:lnTo>
                <a:lnTo>
                  <a:pt x="494" y="2169"/>
                </a:lnTo>
                <a:lnTo>
                  <a:pt x="495" y="2169"/>
                </a:lnTo>
                <a:lnTo>
                  <a:pt x="495" y="2168"/>
                </a:lnTo>
                <a:lnTo>
                  <a:pt x="495" y="2167"/>
                </a:lnTo>
                <a:lnTo>
                  <a:pt x="496" y="2167"/>
                </a:lnTo>
                <a:lnTo>
                  <a:pt x="497" y="2167"/>
                </a:lnTo>
                <a:lnTo>
                  <a:pt x="498" y="2167"/>
                </a:lnTo>
                <a:lnTo>
                  <a:pt x="498" y="2166"/>
                </a:lnTo>
                <a:lnTo>
                  <a:pt x="498" y="2167"/>
                </a:lnTo>
                <a:lnTo>
                  <a:pt x="499" y="2167"/>
                </a:lnTo>
                <a:lnTo>
                  <a:pt x="499" y="2166"/>
                </a:lnTo>
                <a:lnTo>
                  <a:pt x="499" y="2167"/>
                </a:lnTo>
                <a:lnTo>
                  <a:pt x="500" y="2167"/>
                </a:lnTo>
                <a:lnTo>
                  <a:pt x="500" y="2166"/>
                </a:lnTo>
                <a:lnTo>
                  <a:pt x="501" y="2166"/>
                </a:lnTo>
                <a:lnTo>
                  <a:pt x="502" y="2166"/>
                </a:lnTo>
                <a:lnTo>
                  <a:pt x="502" y="2167"/>
                </a:lnTo>
                <a:lnTo>
                  <a:pt x="503" y="2167"/>
                </a:lnTo>
                <a:lnTo>
                  <a:pt x="504" y="2167"/>
                </a:lnTo>
                <a:lnTo>
                  <a:pt x="504" y="2168"/>
                </a:lnTo>
                <a:lnTo>
                  <a:pt x="505" y="2168"/>
                </a:lnTo>
                <a:lnTo>
                  <a:pt x="505" y="2167"/>
                </a:lnTo>
                <a:lnTo>
                  <a:pt x="505" y="2166"/>
                </a:lnTo>
                <a:lnTo>
                  <a:pt x="505" y="2165"/>
                </a:lnTo>
                <a:lnTo>
                  <a:pt x="505" y="2164"/>
                </a:lnTo>
                <a:lnTo>
                  <a:pt x="506" y="2164"/>
                </a:lnTo>
                <a:lnTo>
                  <a:pt x="506" y="2163"/>
                </a:lnTo>
                <a:lnTo>
                  <a:pt x="507" y="2163"/>
                </a:lnTo>
                <a:lnTo>
                  <a:pt x="507" y="2162"/>
                </a:lnTo>
                <a:lnTo>
                  <a:pt x="507" y="2161"/>
                </a:lnTo>
                <a:lnTo>
                  <a:pt x="506" y="2161"/>
                </a:lnTo>
                <a:lnTo>
                  <a:pt x="506" y="2160"/>
                </a:lnTo>
                <a:lnTo>
                  <a:pt x="507" y="2160"/>
                </a:lnTo>
                <a:lnTo>
                  <a:pt x="507" y="2159"/>
                </a:lnTo>
                <a:lnTo>
                  <a:pt x="506" y="2159"/>
                </a:lnTo>
                <a:lnTo>
                  <a:pt x="507" y="2159"/>
                </a:lnTo>
                <a:lnTo>
                  <a:pt x="507" y="2158"/>
                </a:lnTo>
                <a:lnTo>
                  <a:pt x="508" y="2158"/>
                </a:lnTo>
                <a:lnTo>
                  <a:pt x="508" y="2157"/>
                </a:lnTo>
                <a:lnTo>
                  <a:pt x="507" y="2157"/>
                </a:lnTo>
                <a:lnTo>
                  <a:pt x="508" y="2157"/>
                </a:lnTo>
                <a:lnTo>
                  <a:pt x="508" y="2156"/>
                </a:lnTo>
                <a:lnTo>
                  <a:pt x="508" y="2157"/>
                </a:lnTo>
                <a:lnTo>
                  <a:pt x="509" y="2157"/>
                </a:lnTo>
                <a:lnTo>
                  <a:pt x="510" y="2157"/>
                </a:lnTo>
                <a:lnTo>
                  <a:pt x="510" y="2156"/>
                </a:lnTo>
                <a:lnTo>
                  <a:pt x="509" y="2156"/>
                </a:lnTo>
                <a:lnTo>
                  <a:pt x="510" y="2156"/>
                </a:lnTo>
                <a:lnTo>
                  <a:pt x="510" y="2155"/>
                </a:lnTo>
                <a:lnTo>
                  <a:pt x="511" y="2155"/>
                </a:lnTo>
                <a:lnTo>
                  <a:pt x="512" y="2155"/>
                </a:lnTo>
                <a:lnTo>
                  <a:pt x="513" y="2155"/>
                </a:lnTo>
                <a:lnTo>
                  <a:pt x="512" y="2155"/>
                </a:lnTo>
                <a:lnTo>
                  <a:pt x="512" y="2154"/>
                </a:lnTo>
                <a:lnTo>
                  <a:pt x="512" y="2153"/>
                </a:lnTo>
                <a:lnTo>
                  <a:pt x="513" y="2153"/>
                </a:lnTo>
                <a:lnTo>
                  <a:pt x="514" y="2153"/>
                </a:lnTo>
                <a:lnTo>
                  <a:pt x="515" y="2153"/>
                </a:lnTo>
                <a:lnTo>
                  <a:pt x="515" y="2154"/>
                </a:lnTo>
                <a:lnTo>
                  <a:pt x="516" y="2154"/>
                </a:lnTo>
                <a:lnTo>
                  <a:pt x="516" y="2153"/>
                </a:lnTo>
                <a:lnTo>
                  <a:pt x="516" y="2152"/>
                </a:lnTo>
                <a:lnTo>
                  <a:pt x="517" y="2152"/>
                </a:lnTo>
                <a:lnTo>
                  <a:pt x="517" y="2153"/>
                </a:lnTo>
                <a:lnTo>
                  <a:pt x="518" y="2153"/>
                </a:lnTo>
                <a:lnTo>
                  <a:pt x="518" y="2152"/>
                </a:lnTo>
                <a:lnTo>
                  <a:pt x="519" y="2152"/>
                </a:lnTo>
                <a:lnTo>
                  <a:pt x="518" y="2152"/>
                </a:lnTo>
                <a:lnTo>
                  <a:pt x="519" y="2152"/>
                </a:lnTo>
                <a:lnTo>
                  <a:pt x="519" y="2151"/>
                </a:lnTo>
                <a:lnTo>
                  <a:pt x="520" y="2151"/>
                </a:lnTo>
                <a:lnTo>
                  <a:pt x="520" y="2150"/>
                </a:lnTo>
                <a:lnTo>
                  <a:pt x="521" y="2149"/>
                </a:lnTo>
                <a:lnTo>
                  <a:pt x="520" y="2149"/>
                </a:lnTo>
                <a:lnTo>
                  <a:pt x="520" y="2148"/>
                </a:lnTo>
                <a:lnTo>
                  <a:pt x="521" y="2148"/>
                </a:lnTo>
                <a:lnTo>
                  <a:pt x="521" y="2147"/>
                </a:lnTo>
                <a:lnTo>
                  <a:pt x="521" y="2146"/>
                </a:lnTo>
                <a:lnTo>
                  <a:pt x="522" y="2146"/>
                </a:lnTo>
                <a:lnTo>
                  <a:pt x="522" y="2145"/>
                </a:lnTo>
                <a:lnTo>
                  <a:pt x="522" y="2144"/>
                </a:lnTo>
                <a:lnTo>
                  <a:pt x="523" y="2144"/>
                </a:lnTo>
                <a:lnTo>
                  <a:pt x="523" y="2143"/>
                </a:lnTo>
                <a:lnTo>
                  <a:pt x="523" y="2142"/>
                </a:lnTo>
                <a:lnTo>
                  <a:pt x="522" y="2142"/>
                </a:lnTo>
                <a:lnTo>
                  <a:pt x="522" y="2141"/>
                </a:lnTo>
                <a:lnTo>
                  <a:pt x="522" y="2140"/>
                </a:lnTo>
                <a:lnTo>
                  <a:pt x="522" y="2139"/>
                </a:lnTo>
                <a:lnTo>
                  <a:pt x="521" y="2138"/>
                </a:lnTo>
                <a:lnTo>
                  <a:pt x="521" y="2137"/>
                </a:lnTo>
                <a:lnTo>
                  <a:pt x="520" y="2137"/>
                </a:lnTo>
                <a:lnTo>
                  <a:pt x="520" y="2136"/>
                </a:lnTo>
                <a:lnTo>
                  <a:pt x="520" y="2135"/>
                </a:lnTo>
                <a:lnTo>
                  <a:pt x="521" y="2135"/>
                </a:lnTo>
                <a:lnTo>
                  <a:pt x="522" y="2134"/>
                </a:lnTo>
                <a:lnTo>
                  <a:pt x="521" y="2133"/>
                </a:lnTo>
                <a:lnTo>
                  <a:pt x="522" y="2133"/>
                </a:lnTo>
                <a:lnTo>
                  <a:pt x="522" y="2132"/>
                </a:lnTo>
                <a:lnTo>
                  <a:pt x="523" y="2132"/>
                </a:lnTo>
                <a:lnTo>
                  <a:pt x="522" y="2132"/>
                </a:lnTo>
                <a:lnTo>
                  <a:pt x="522" y="2131"/>
                </a:lnTo>
                <a:lnTo>
                  <a:pt x="523" y="2131"/>
                </a:lnTo>
                <a:lnTo>
                  <a:pt x="522" y="2131"/>
                </a:lnTo>
                <a:lnTo>
                  <a:pt x="522" y="2130"/>
                </a:lnTo>
                <a:lnTo>
                  <a:pt x="522" y="2129"/>
                </a:lnTo>
                <a:lnTo>
                  <a:pt x="521" y="2129"/>
                </a:lnTo>
                <a:lnTo>
                  <a:pt x="521" y="2128"/>
                </a:lnTo>
                <a:lnTo>
                  <a:pt x="521" y="2127"/>
                </a:lnTo>
                <a:lnTo>
                  <a:pt x="521" y="2126"/>
                </a:lnTo>
                <a:lnTo>
                  <a:pt x="520" y="2126"/>
                </a:lnTo>
                <a:lnTo>
                  <a:pt x="520" y="2125"/>
                </a:lnTo>
                <a:lnTo>
                  <a:pt x="519" y="2125"/>
                </a:lnTo>
                <a:lnTo>
                  <a:pt x="518" y="2125"/>
                </a:lnTo>
                <a:lnTo>
                  <a:pt x="517" y="2125"/>
                </a:lnTo>
                <a:lnTo>
                  <a:pt x="516" y="2125"/>
                </a:lnTo>
                <a:lnTo>
                  <a:pt x="516" y="2124"/>
                </a:lnTo>
                <a:lnTo>
                  <a:pt x="516" y="2123"/>
                </a:lnTo>
                <a:lnTo>
                  <a:pt x="516" y="2122"/>
                </a:lnTo>
                <a:lnTo>
                  <a:pt x="517" y="2122"/>
                </a:lnTo>
                <a:lnTo>
                  <a:pt x="516" y="2122"/>
                </a:lnTo>
                <a:lnTo>
                  <a:pt x="517" y="2122"/>
                </a:lnTo>
                <a:lnTo>
                  <a:pt x="517" y="2121"/>
                </a:lnTo>
                <a:lnTo>
                  <a:pt x="516" y="2121"/>
                </a:lnTo>
                <a:lnTo>
                  <a:pt x="516" y="2120"/>
                </a:lnTo>
                <a:lnTo>
                  <a:pt x="517" y="2120"/>
                </a:lnTo>
                <a:lnTo>
                  <a:pt x="517" y="2119"/>
                </a:lnTo>
                <a:lnTo>
                  <a:pt x="517" y="2118"/>
                </a:lnTo>
                <a:lnTo>
                  <a:pt x="516" y="2118"/>
                </a:lnTo>
                <a:lnTo>
                  <a:pt x="516" y="2117"/>
                </a:lnTo>
                <a:lnTo>
                  <a:pt x="517" y="2117"/>
                </a:lnTo>
                <a:lnTo>
                  <a:pt x="517" y="2116"/>
                </a:lnTo>
                <a:lnTo>
                  <a:pt x="517" y="2115"/>
                </a:lnTo>
                <a:lnTo>
                  <a:pt x="516" y="2115"/>
                </a:lnTo>
                <a:lnTo>
                  <a:pt x="516" y="2114"/>
                </a:lnTo>
                <a:lnTo>
                  <a:pt x="517" y="2114"/>
                </a:lnTo>
                <a:lnTo>
                  <a:pt x="517" y="2113"/>
                </a:lnTo>
                <a:lnTo>
                  <a:pt x="517" y="2112"/>
                </a:lnTo>
                <a:lnTo>
                  <a:pt x="517" y="2111"/>
                </a:lnTo>
                <a:lnTo>
                  <a:pt x="518" y="2111"/>
                </a:lnTo>
                <a:lnTo>
                  <a:pt x="518" y="2110"/>
                </a:lnTo>
                <a:lnTo>
                  <a:pt x="518" y="2109"/>
                </a:lnTo>
                <a:lnTo>
                  <a:pt x="519" y="2109"/>
                </a:lnTo>
                <a:lnTo>
                  <a:pt x="518" y="2109"/>
                </a:lnTo>
                <a:lnTo>
                  <a:pt x="518" y="2108"/>
                </a:lnTo>
                <a:lnTo>
                  <a:pt x="517" y="2108"/>
                </a:lnTo>
                <a:lnTo>
                  <a:pt x="517" y="2107"/>
                </a:lnTo>
                <a:lnTo>
                  <a:pt x="516" y="2107"/>
                </a:lnTo>
                <a:lnTo>
                  <a:pt x="515" y="2107"/>
                </a:lnTo>
                <a:lnTo>
                  <a:pt x="514" y="2107"/>
                </a:lnTo>
                <a:lnTo>
                  <a:pt x="514" y="2105"/>
                </a:lnTo>
                <a:lnTo>
                  <a:pt x="513" y="2105"/>
                </a:lnTo>
                <a:lnTo>
                  <a:pt x="512" y="2105"/>
                </a:lnTo>
                <a:lnTo>
                  <a:pt x="511" y="2105"/>
                </a:lnTo>
                <a:lnTo>
                  <a:pt x="512" y="2104"/>
                </a:lnTo>
                <a:lnTo>
                  <a:pt x="511" y="2104"/>
                </a:lnTo>
                <a:lnTo>
                  <a:pt x="511" y="2103"/>
                </a:lnTo>
                <a:lnTo>
                  <a:pt x="511" y="2102"/>
                </a:lnTo>
                <a:lnTo>
                  <a:pt x="510" y="2102"/>
                </a:lnTo>
                <a:lnTo>
                  <a:pt x="510" y="2101"/>
                </a:lnTo>
                <a:lnTo>
                  <a:pt x="510" y="2100"/>
                </a:lnTo>
                <a:lnTo>
                  <a:pt x="510" y="2099"/>
                </a:lnTo>
                <a:lnTo>
                  <a:pt x="510" y="2098"/>
                </a:lnTo>
                <a:lnTo>
                  <a:pt x="510" y="2097"/>
                </a:lnTo>
                <a:lnTo>
                  <a:pt x="509" y="2097"/>
                </a:lnTo>
                <a:lnTo>
                  <a:pt x="509" y="2096"/>
                </a:lnTo>
                <a:lnTo>
                  <a:pt x="509" y="2095"/>
                </a:lnTo>
                <a:lnTo>
                  <a:pt x="509" y="2094"/>
                </a:lnTo>
                <a:lnTo>
                  <a:pt x="509" y="2093"/>
                </a:lnTo>
                <a:lnTo>
                  <a:pt x="509" y="2092"/>
                </a:lnTo>
                <a:lnTo>
                  <a:pt x="509" y="2091"/>
                </a:lnTo>
                <a:lnTo>
                  <a:pt x="509" y="2090"/>
                </a:lnTo>
                <a:lnTo>
                  <a:pt x="509" y="2089"/>
                </a:lnTo>
                <a:lnTo>
                  <a:pt x="509" y="2088"/>
                </a:lnTo>
                <a:lnTo>
                  <a:pt x="510" y="2087"/>
                </a:lnTo>
                <a:lnTo>
                  <a:pt x="510" y="2086"/>
                </a:lnTo>
                <a:lnTo>
                  <a:pt x="511" y="2086"/>
                </a:lnTo>
                <a:lnTo>
                  <a:pt x="510" y="2085"/>
                </a:lnTo>
                <a:lnTo>
                  <a:pt x="509" y="2085"/>
                </a:lnTo>
                <a:lnTo>
                  <a:pt x="509" y="2084"/>
                </a:lnTo>
                <a:lnTo>
                  <a:pt x="508" y="2084"/>
                </a:lnTo>
                <a:lnTo>
                  <a:pt x="508" y="2083"/>
                </a:lnTo>
                <a:lnTo>
                  <a:pt x="507" y="2083"/>
                </a:lnTo>
                <a:lnTo>
                  <a:pt x="506" y="2083"/>
                </a:lnTo>
                <a:lnTo>
                  <a:pt x="505" y="2083"/>
                </a:lnTo>
                <a:lnTo>
                  <a:pt x="505" y="2082"/>
                </a:lnTo>
                <a:lnTo>
                  <a:pt x="504" y="2082"/>
                </a:lnTo>
                <a:lnTo>
                  <a:pt x="504" y="2081"/>
                </a:lnTo>
                <a:lnTo>
                  <a:pt x="503" y="2081"/>
                </a:lnTo>
                <a:lnTo>
                  <a:pt x="502" y="2081"/>
                </a:lnTo>
                <a:lnTo>
                  <a:pt x="502" y="2080"/>
                </a:lnTo>
                <a:lnTo>
                  <a:pt x="502" y="2079"/>
                </a:lnTo>
                <a:lnTo>
                  <a:pt x="503" y="2079"/>
                </a:lnTo>
                <a:lnTo>
                  <a:pt x="503" y="2078"/>
                </a:lnTo>
                <a:lnTo>
                  <a:pt x="502" y="2078"/>
                </a:lnTo>
                <a:lnTo>
                  <a:pt x="502" y="2077"/>
                </a:lnTo>
                <a:lnTo>
                  <a:pt x="501" y="2077"/>
                </a:lnTo>
                <a:lnTo>
                  <a:pt x="500" y="2077"/>
                </a:lnTo>
                <a:lnTo>
                  <a:pt x="500" y="2076"/>
                </a:lnTo>
                <a:lnTo>
                  <a:pt x="499" y="2076"/>
                </a:lnTo>
                <a:lnTo>
                  <a:pt x="499" y="2075"/>
                </a:lnTo>
                <a:lnTo>
                  <a:pt x="499" y="2074"/>
                </a:lnTo>
                <a:lnTo>
                  <a:pt x="499" y="2073"/>
                </a:lnTo>
                <a:lnTo>
                  <a:pt x="499" y="2072"/>
                </a:lnTo>
                <a:lnTo>
                  <a:pt x="498" y="2072"/>
                </a:lnTo>
                <a:lnTo>
                  <a:pt x="498" y="2071"/>
                </a:lnTo>
                <a:lnTo>
                  <a:pt x="498" y="2070"/>
                </a:lnTo>
                <a:lnTo>
                  <a:pt x="497" y="2070"/>
                </a:lnTo>
                <a:lnTo>
                  <a:pt x="496" y="2070"/>
                </a:lnTo>
                <a:lnTo>
                  <a:pt x="495" y="2070"/>
                </a:lnTo>
                <a:lnTo>
                  <a:pt x="494" y="2070"/>
                </a:lnTo>
                <a:lnTo>
                  <a:pt x="494" y="2069"/>
                </a:lnTo>
                <a:lnTo>
                  <a:pt x="493" y="2069"/>
                </a:lnTo>
                <a:lnTo>
                  <a:pt x="492" y="2069"/>
                </a:lnTo>
                <a:lnTo>
                  <a:pt x="492" y="2068"/>
                </a:lnTo>
                <a:lnTo>
                  <a:pt x="492" y="2067"/>
                </a:lnTo>
                <a:lnTo>
                  <a:pt x="492" y="2066"/>
                </a:lnTo>
                <a:lnTo>
                  <a:pt x="491" y="2066"/>
                </a:lnTo>
                <a:lnTo>
                  <a:pt x="492" y="2065"/>
                </a:lnTo>
                <a:lnTo>
                  <a:pt x="491" y="2065"/>
                </a:lnTo>
                <a:lnTo>
                  <a:pt x="491" y="2064"/>
                </a:lnTo>
                <a:lnTo>
                  <a:pt x="490" y="2064"/>
                </a:lnTo>
                <a:lnTo>
                  <a:pt x="489" y="2064"/>
                </a:lnTo>
                <a:lnTo>
                  <a:pt x="489" y="2063"/>
                </a:lnTo>
                <a:lnTo>
                  <a:pt x="488" y="2063"/>
                </a:lnTo>
                <a:lnTo>
                  <a:pt x="488" y="2062"/>
                </a:lnTo>
                <a:lnTo>
                  <a:pt x="487" y="2062"/>
                </a:lnTo>
                <a:lnTo>
                  <a:pt x="487" y="2061"/>
                </a:lnTo>
                <a:lnTo>
                  <a:pt x="486" y="2061"/>
                </a:lnTo>
                <a:lnTo>
                  <a:pt x="485" y="2061"/>
                </a:lnTo>
                <a:lnTo>
                  <a:pt x="484" y="2061"/>
                </a:lnTo>
                <a:lnTo>
                  <a:pt x="483" y="2061"/>
                </a:lnTo>
                <a:lnTo>
                  <a:pt x="482" y="2060"/>
                </a:lnTo>
                <a:lnTo>
                  <a:pt x="481" y="2060"/>
                </a:lnTo>
                <a:lnTo>
                  <a:pt x="481" y="2059"/>
                </a:lnTo>
                <a:lnTo>
                  <a:pt x="481" y="2058"/>
                </a:lnTo>
                <a:lnTo>
                  <a:pt x="480" y="2058"/>
                </a:lnTo>
                <a:lnTo>
                  <a:pt x="480" y="2057"/>
                </a:lnTo>
                <a:lnTo>
                  <a:pt x="479" y="2057"/>
                </a:lnTo>
                <a:lnTo>
                  <a:pt x="479" y="2056"/>
                </a:lnTo>
                <a:lnTo>
                  <a:pt x="479" y="2055"/>
                </a:lnTo>
                <a:lnTo>
                  <a:pt x="479" y="2054"/>
                </a:lnTo>
                <a:lnTo>
                  <a:pt x="478" y="2053"/>
                </a:lnTo>
                <a:lnTo>
                  <a:pt x="478" y="2052"/>
                </a:lnTo>
                <a:lnTo>
                  <a:pt x="477" y="2052"/>
                </a:lnTo>
                <a:lnTo>
                  <a:pt x="476" y="2052"/>
                </a:lnTo>
                <a:lnTo>
                  <a:pt x="476" y="2051"/>
                </a:lnTo>
                <a:lnTo>
                  <a:pt x="475" y="2050"/>
                </a:lnTo>
                <a:lnTo>
                  <a:pt x="475" y="2049"/>
                </a:lnTo>
                <a:lnTo>
                  <a:pt x="474" y="2049"/>
                </a:lnTo>
                <a:lnTo>
                  <a:pt x="474" y="2048"/>
                </a:lnTo>
                <a:lnTo>
                  <a:pt x="473" y="2048"/>
                </a:lnTo>
                <a:lnTo>
                  <a:pt x="473" y="2047"/>
                </a:lnTo>
                <a:lnTo>
                  <a:pt x="472" y="2047"/>
                </a:lnTo>
                <a:lnTo>
                  <a:pt x="472" y="2046"/>
                </a:lnTo>
                <a:lnTo>
                  <a:pt x="472" y="2045"/>
                </a:lnTo>
                <a:lnTo>
                  <a:pt x="472" y="2044"/>
                </a:lnTo>
                <a:lnTo>
                  <a:pt x="473" y="2044"/>
                </a:lnTo>
                <a:lnTo>
                  <a:pt x="473" y="2043"/>
                </a:lnTo>
                <a:lnTo>
                  <a:pt x="472" y="2043"/>
                </a:lnTo>
                <a:lnTo>
                  <a:pt x="473" y="2043"/>
                </a:lnTo>
                <a:lnTo>
                  <a:pt x="472" y="2043"/>
                </a:lnTo>
                <a:lnTo>
                  <a:pt x="472" y="2042"/>
                </a:lnTo>
                <a:lnTo>
                  <a:pt x="473" y="2042"/>
                </a:lnTo>
                <a:lnTo>
                  <a:pt x="473" y="2041"/>
                </a:lnTo>
                <a:lnTo>
                  <a:pt x="474" y="2041"/>
                </a:lnTo>
                <a:lnTo>
                  <a:pt x="474" y="2040"/>
                </a:lnTo>
                <a:lnTo>
                  <a:pt x="474" y="2039"/>
                </a:lnTo>
                <a:lnTo>
                  <a:pt x="473" y="2039"/>
                </a:lnTo>
                <a:lnTo>
                  <a:pt x="473" y="2040"/>
                </a:lnTo>
                <a:lnTo>
                  <a:pt x="472" y="2040"/>
                </a:lnTo>
                <a:lnTo>
                  <a:pt x="471" y="2040"/>
                </a:lnTo>
                <a:lnTo>
                  <a:pt x="470" y="2040"/>
                </a:lnTo>
                <a:lnTo>
                  <a:pt x="470" y="2039"/>
                </a:lnTo>
                <a:lnTo>
                  <a:pt x="469" y="2039"/>
                </a:lnTo>
                <a:lnTo>
                  <a:pt x="469" y="2038"/>
                </a:lnTo>
                <a:lnTo>
                  <a:pt x="468" y="2038"/>
                </a:lnTo>
                <a:lnTo>
                  <a:pt x="469" y="2038"/>
                </a:lnTo>
                <a:lnTo>
                  <a:pt x="469" y="2037"/>
                </a:lnTo>
                <a:lnTo>
                  <a:pt x="468" y="2037"/>
                </a:lnTo>
                <a:lnTo>
                  <a:pt x="467" y="2037"/>
                </a:lnTo>
                <a:lnTo>
                  <a:pt x="467" y="2036"/>
                </a:lnTo>
                <a:lnTo>
                  <a:pt x="467" y="2035"/>
                </a:lnTo>
                <a:lnTo>
                  <a:pt x="468" y="2035"/>
                </a:lnTo>
                <a:lnTo>
                  <a:pt x="469" y="2035"/>
                </a:lnTo>
                <a:lnTo>
                  <a:pt x="470" y="2035"/>
                </a:lnTo>
                <a:lnTo>
                  <a:pt x="470" y="2034"/>
                </a:lnTo>
                <a:lnTo>
                  <a:pt x="471" y="2034"/>
                </a:lnTo>
                <a:lnTo>
                  <a:pt x="472" y="2034"/>
                </a:lnTo>
                <a:lnTo>
                  <a:pt x="473" y="2032"/>
                </a:lnTo>
                <a:lnTo>
                  <a:pt x="474" y="2032"/>
                </a:lnTo>
                <a:lnTo>
                  <a:pt x="475" y="2031"/>
                </a:lnTo>
                <a:lnTo>
                  <a:pt x="476" y="2031"/>
                </a:lnTo>
                <a:lnTo>
                  <a:pt x="476" y="2030"/>
                </a:lnTo>
                <a:lnTo>
                  <a:pt x="477" y="2030"/>
                </a:lnTo>
                <a:lnTo>
                  <a:pt x="477" y="2029"/>
                </a:lnTo>
                <a:lnTo>
                  <a:pt x="476" y="2029"/>
                </a:lnTo>
                <a:lnTo>
                  <a:pt x="476" y="2028"/>
                </a:lnTo>
                <a:lnTo>
                  <a:pt x="476" y="2027"/>
                </a:lnTo>
                <a:lnTo>
                  <a:pt x="475" y="2027"/>
                </a:lnTo>
                <a:lnTo>
                  <a:pt x="475" y="2026"/>
                </a:lnTo>
                <a:lnTo>
                  <a:pt x="475" y="2024"/>
                </a:lnTo>
                <a:lnTo>
                  <a:pt x="474" y="2024"/>
                </a:lnTo>
                <a:lnTo>
                  <a:pt x="474" y="2023"/>
                </a:lnTo>
                <a:lnTo>
                  <a:pt x="474" y="2022"/>
                </a:lnTo>
                <a:lnTo>
                  <a:pt x="474" y="2021"/>
                </a:lnTo>
                <a:lnTo>
                  <a:pt x="474" y="2020"/>
                </a:lnTo>
                <a:lnTo>
                  <a:pt x="474" y="2019"/>
                </a:lnTo>
                <a:lnTo>
                  <a:pt x="475" y="2019"/>
                </a:lnTo>
                <a:lnTo>
                  <a:pt x="475" y="2018"/>
                </a:lnTo>
                <a:lnTo>
                  <a:pt x="475" y="2017"/>
                </a:lnTo>
                <a:lnTo>
                  <a:pt x="474" y="2017"/>
                </a:lnTo>
                <a:lnTo>
                  <a:pt x="474" y="2016"/>
                </a:lnTo>
                <a:lnTo>
                  <a:pt x="474" y="2015"/>
                </a:lnTo>
                <a:lnTo>
                  <a:pt x="474" y="2014"/>
                </a:lnTo>
                <a:lnTo>
                  <a:pt x="474" y="2013"/>
                </a:lnTo>
                <a:lnTo>
                  <a:pt x="473" y="2013"/>
                </a:lnTo>
                <a:lnTo>
                  <a:pt x="474" y="2013"/>
                </a:lnTo>
                <a:lnTo>
                  <a:pt x="474" y="2012"/>
                </a:lnTo>
                <a:lnTo>
                  <a:pt x="475" y="2012"/>
                </a:lnTo>
                <a:lnTo>
                  <a:pt x="474" y="2012"/>
                </a:lnTo>
                <a:lnTo>
                  <a:pt x="474" y="2011"/>
                </a:lnTo>
                <a:lnTo>
                  <a:pt x="475" y="2011"/>
                </a:lnTo>
                <a:lnTo>
                  <a:pt x="475" y="2010"/>
                </a:lnTo>
                <a:lnTo>
                  <a:pt x="474" y="2010"/>
                </a:lnTo>
                <a:lnTo>
                  <a:pt x="473" y="2010"/>
                </a:lnTo>
                <a:lnTo>
                  <a:pt x="473" y="2009"/>
                </a:lnTo>
                <a:lnTo>
                  <a:pt x="472" y="2009"/>
                </a:lnTo>
                <a:lnTo>
                  <a:pt x="471" y="2009"/>
                </a:lnTo>
                <a:lnTo>
                  <a:pt x="472" y="2009"/>
                </a:lnTo>
                <a:lnTo>
                  <a:pt x="472" y="2008"/>
                </a:lnTo>
                <a:lnTo>
                  <a:pt x="472" y="2007"/>
                </a:lnTo>
                <a:lnTo>
                  <a:pt x="472" y="2006"/>
                </a:lnTo>
                <a:lnTo>
                  <a:pt x="472" y="2005"/>
                </a:lnTo>
                <a:lnTo>
                  <a:pt x="472" y="2004"/>
                </a:lnTo>
                <a:lnTo>
                  <a:pt x="473" y="2004"/>
                </a:lnTo>
                <a:lnTo>
                  <a:pt x="472" y="2003"/>
                </a:lnTo>
                <a:lnTo>
                  <a:pt x="473" y="2003"/>
                </a:lnTo>
                <a:lnTo>
                  <a:pt x="473" y="2002"/>
                </a:lnTo>
                <a:lnTo>
                  <a:pt x="472" y="2002"/>
                </a:lnTo>
                <a:lnTo>
                  <a:pt x="472" y="2001"/>
                </a:lnTo>
                <a:lnTo>
                  <a:pt x="473" y="2001"/>
                </a:lnTo>
                <a:lnTo>
                  <a:pt x="472" y="2001"/>
                </a:lnTo>
                <a:lnTo>
                  <a:pt x="472" y="2000"/>
                </a:lnTo>
                <a:lnTo>
                  <a:pt x="471" y="2000"/>
                </a:lnTo>
                <a:lnTo>
                  <a:pt x="471" y="1999"/>
                </a:lnTo>
                <a:lnTo>
                  <a:pt x="471" y="2000"/>
                </a:lnTo>
                <a:lnTo>
                  <a:pt x="470" y="2000"/>
                </a:lnTo>
                <a:lnTo>
                  <a:pt x="470" y="1999"/>
                </a:lnTo>
                <a:lnTo>
                  <a:pt x="469" y="1999"/>
                </a:lnTo>
                <a:lnTo>
                  <a:pt x="469" y="1998"/>
                </a:lnTo>
                <a:lnTo>
                  <a:pt x="468" y="1998"/>
                </a:lnTo>
                <a:lnTo>
                  <a:pt x="468" y="1999"/>
                </a:lnTo>
                <a:lnTo>
                  <a:pt x="467" y="1999"/>
                </a:lnTo>
                <a:lnTo>
                  <a:pt x="466" y="1998"/>
                </a:lnTo>
                <a:lnTo>
                  <a:pt x="465" y="1998"/>
                </a:lnTo>
                <a:lnTo>
                  <a:pt x="465" y="1997"/>
                </a:lnTo>
                <a:lnTo>
                  <a:pt x="465" y="1996"/>
                </a:lnTo>
                <a:lnTo>
                  <a:pt x="465" y="1995"/>
                </a:lnTo>
                <a:lnTo>
                  <a:pt x="466" y="1995"/>
                </a:lnTo>
                <a:lnTo>
                  <a:pt x="466" y="1994"/>
                </a:lnTo>
                <a:lnTo>
                  <a:pt x="465" y="1994"/>
                </a:lnTo>
                <a:lnTo>
                  <a:pt x="465" y="1993"/>
                </a:lnTo>
                <a:lnTo>
                  <a:pt x="465" y="1992"/>
                </a:lnTo>
                <a:lnTo>
                  <a:pt x="466" y="1992"/>
                </a:lnTo>
                <a:lnTo>
                  <a:pt x="467" y="1992"/>
                </a:lnTo>
                <a:lnTo>
                  <a:pt x="467" y="1993"/>
                </a:lnTo>
                <a:lnTo>
                  <a:pt x="468" y="1993"/>
                </a:lnTo>
                <a:lnTo>
                  <a:pt x="468" y="1992"/>
                </a:lnTo>
                <a:lnTo>
                  <a:pt x="469" y="1991"/>
                </a:lnTo>
                <a:lnTo>
                  <a:pt x="470" y="1992"/>
                </a:lnTo>
                <a:lnTo>
                  <a:pt x="471" y="1992"/>
                </a:lnTo>
                <a:lnTo>
                  <a:pt x="472" y="1992"/>
                </a:lnTo>
                <a:lnTo>
                  <a:pt x="473" y="1992"/>
                </a:lnTo>
                <a:lnTo>
                  <a:pt x="473" y="1991"/>
                </a:lnTo>
                <a:lnTo>
                  <a:pt x="474" y="1991"/>
                </a:lnTo>
                <a:lnTo>
                  <a:pt x="474" y="1990"/>
                </a:lnTo>
                <a:lnTo>
                  <a:pt x="475" y="1990"/>
                </a:lnTo>
                <a:lnTo>
                  <a:pt x="475" y="1989"/>
                </a:lnTo>
                <a:lnTo>
                  <a:pt x="476" y="1989"/>
                </a:lnTo>
                <a:lnTo>
                  <a:pt x="477" y="1989"/>
                </a:lnTo>
                <a:lnTo>
                  <a:pt x="477" y="1988"/>
                </a:lnTo>
                <a:lnTo>
                  <a:pt x="477" y="1987"/>
                </a:lnTo>
                <a:lnTo>
                  <a:pt x="478" y="1987"/>
                </a:lnTo>
                <a:lnTo>
                  <a:pt x="479" y="1987"/>
                </a:lnTo>
                <a:lnTo>
                  <a:pt x="479" y="1988"/>
                </a:lnTo>
                <a:lnTo>
                  <a:pt x="480" y="1988"/>
                </a:lnTo>
                <a:lnTo>
                  <a:pt x="481" y="1988"/>
                </a:lnTo>
                <a:lnTo>
                  <a:pt x="481" y="1987"/>
                </a:lnTo>
                <a:lnTo>
                  <a:pt x="482" y="1987"/>
                </a:lnTo>
                <a:lnTo>
                  <a:pt x="482" y="1986"/>
                </a:lnTo>
                <a:lnTo>
                  <a:pt x="482" y="1987"/>
                </a:lnTo>
                <a:lnTo>
                  <a:pt x="483" y="1987"/>
                </a:lnTo>
                <a:lnTo>
                  <a:pt x="483" y="1986"/>
                </a:lnTo>
                <a:lnTo>
                  <a:pt x="483" y="1985"/>
                </a:lnTo>
                <a:lnTo>
                  <a:pt x="483" y="1984"/>
                </a:lnTo>
                <a:lnTo>
                  <a:pt x="484" y="1984"/>
                </a:lnTo>
                <a:lnTo>
                  <a:pt x="485" y="1984"/>
                </a:lnTo>
                <a:lnTo>
                  <a:pt x="485" y="1985"/>
                </a:lnTo>
                <a:lnTo>
                  <a:pt x="485" y="1986"/>
                </a:lnTo>
                <a:lnTo>
                  <a:pt x="486" y="1986"/>
                </a:lnTo>
                <a:lnTo>
                  <a:pt x="487" y="1986"/>
                </a:lnTo>
                <a:lnTo>
                  <a:pt x="487" y="1987"/>
                </a:lnTo>
                <a:lnTo>
                  <a:pt x="488" y="1987"/>
                </a:lnTo>
                <a:lnTo>
                  <a:pt x="488" y="1986"/>
                </a:lnTo>
                <a:lnTo>
                  <a:pt x="488" y="1985"/>
                </a:lnTo>
                <a:lnTo>
                  <a:pt x="489" y="1985"/>
                </a:lnTo>
                <a:lnTo>
                  <a:pt x="489" y="1984"/>
                </a:lnTo>
                <a:lnTo>
                  <a:pt x="490" y="1984"/>
                </a:lnTo>
                <a:lnTo>
                  <a:pt x="489" y="1984"/>
                </a:lnTo>
                <a:lnTo>
                  <a:pt x="489" y="1983"/>
                </a:lnTo>
                <a:lnTo>
                  <a:pt x="490" y="1982"/>
                </a:lnTo>
                <a:lnTo>
                  <a:pt x="490" y="1981"/>
                </a:lnTo>
                <a:lnTo>
                  <a:pt x="490" y="1980"/>
                </a:lnTo>
                <a:lnTo>
                  <a:pt x="490" y="1979"/>
                </a:lnTo>
                <a:lnTo>
                  <a:pt x="491" y="1979"/>
                </a:lnTo>
                <a:lnTo>
                  <a:pt x="491" y="1978"/>
                </a:lnTo>
                <a:lnTo>
                  <a:pt x="492" y="1978"/>
                </a:lnTo>
                <a:lnTo>
                  <a:pt x="492" y="1977"/>
                </a:lnTo>
                <a:lnTo>
                  <a:pt x="492" y="1976"/>
                </a:lnTo>
                <a:lnTo>
                  <a:pt x="493" y="1976"/>
                </a:lnTo>
                <a:lnTo>
                  <a:pt x="493" y="1975"/>
                </a:lnTo>
                <a:lnTo>
                  <a:pt x="493" y="1974"/>
                </a:lnTo>
                <a:lnTo>
                  <a:pt x="493" y="1973"/>
                </a:lnTo>
                <a:lnTo>
                  <a:pt x="493" y="1972"/>
                </a:lnTo>
                <a:lnTo>
                  <a:pt x="494" y="1972"/>
                </a:lnTo>
                <a:lnTo>
                  <a:pt x="493" y="1972"/>
                </a:lnTo>
                <a:lnTo>
                  <a:pt x="494" y="1972"/>
                </a:lnTo>
                <a:lnTo>
                  <a:pt x="494" y="1971"/>
                </a:lnTo>
                <a:lnTo>
                  <a:pt x="494" y="1970"/>
                </a:lnTo>
                <a:lnTo>
                  <a:pt x="494" y="1969"/>
                </a:lnTo>
                <a:lnTo>
                  <a:pt x="495" y="1969"/>
                </a:lnTo>
                <a:lnTo>
                  <a:pt x="496" y="1969"/>
                </a:lnTo>
                <a:lnTo>
                  <a:pt x="497" y="1969"/>
                </a:lnTo>
                <a:lnTo>
                  <a:pt x="499" y="1969"/>
                </a:lnTo>
                <a:lnTo>
                  <a:pt x="499" y="1968"/>
                </a:lnTo>
                <a:lnTo>
                  <a:pt x="500" y="1968"/>
                </a:lnTo>
                <a:lnTo>
                  <a:pt x="500" y="1967"/>
                </a:lnTo>
                <a:lnTo>
                  <a:pt x="499" y="1967"/>
                </a:lnTo>
                <a:lnTo>
                  <a:pt x="498" y="1967"/>
                </a:lnTo>
                <a:lnTo>
                  <a:pt x="498" y="1966"/>
                </a:lnTo>
                <a:lnTo>
                  <a:pt x="497" y="1966"/>
                </a:lnTo>
                <a:lnTo>
                  <a:pt x="496" y="1965"/>
                </a:lnTo>
                <a:lnTo>
                  <a:pt x="495" y="1965"/>
                </a:lnTo>
                <a:lnTo>
                  <a:pt x="494" y="1965"/>
                </a:lnTo>
                <a:lnTo>
                  <a:pt x="494" y="1964"/>
                </a:lnTo>
                <a:lnTo>
                  <a:pt x="493" y="1964"/>
                </a:lnTo>
                <a:lnTo>
                  <a:pt x="493" y="1963"/>
                </a:lnTo>
                <a:lnTo>
                  <a:pt x="492" y="1963"/>
                </a:lnTo>
                <a:lnTo>
                  <a:pt x="492" y="1962"/>
                </a:lnTo>
                <a:lnTo>
                  <a:pt x="493" y="1962"/>
                </a:lnTo>
                <a:lnTo>
                  <a:pt x="493" y="1961"/>
                </a:lnTo>
                <a:lnTo>
                  <a:pt x="492" y="1961"/>
                </a:lnTo>
                <a:lnTo>
                  <a:pt x="491" y="1961"/>
                </a:lnTo>
                <a:lnTo>
                  <a:pt x="491" y="1962"/>
                </a:lnTo>
                <a:lnTo>
                  <a:pt x="490" y="1962"/>
                </a:lnTo>
                <a:lnTo>
                  <a:pt x="490" y="1963"/>
                </a:lnTo>
                <a:lnTo>
                  <a:pt x="489" y="1963"/>
                </a:lnTo>
                <a:lnTo>
                  <a:pt x="489" y="1964"/>
                </a:lnTo>
                <a:lnTo>
                  <a:pt x="488" y="1964"/>
                </a:lnTo>
                <a:lnTo>
                  <a:pt x="487" y="1964"/>
                </a:lnTo>
                <a:lnTo>
                  <a:pt x="487" y="1965"/>
                </a:lnTo>
                <a:lnTo>
                  <a:pt x="486" y="1965"/>
                </a:lnTo>
                <a:lnTo>
                  <a:pt x="486" y="1964"/>
                </a:lnTo>
                <a:lnTo>
                  <a:pt x="485" y="1964"/>
                </a:lnTo>
                <a:lnTo>
                  <a:pt x="485" y="1963"/>
                </a:lnTo>
                <a:lnTo>
                  <a:pt x="484" y="1963"/>
                </a:lnTo>
                <a:lnTo>
                  <a:pt x="484" y="1962"/>
                </a:lnTo>
                <a:lnTo>
                  <a:pt x="485" y="1961"/>
                </a:lnTo>
                <a:lnTo>
                  <a:pt x="485" y="1960"/>
                </a:lnTo>
                <a:lnTo>
                  <a:pt x="484" y="1960"/>
                </a:lnTo>
                <a:lnTo>
                  <a:pt x="483" y="1960"/>
                </a:lnTo>
                <a:lnTo>
                  <a:pt x="483" y="1959"/>
                </a:lnTo>
                <a:lnTo>
                  <a:pt x="482" y="1959"/>
                </a:lnTo>
                <a:lnTo>
                  <a:pt x="482" y="1958"/>
                </a:lnTo>
                <a:lnTo>
                  <a:pt x="481" y="1958"/>
                </a:lnTo>
                <a:lnTo>
                  <a:pt x="480" y="1958"/>
                </a:lnTo>
                <a:lnTo>
                  <a:pt x="479" y="1958"/>
                </a:lnTo>
                <a:lnTo>
                  <a:pt x="479" y="1957"/>
                </a:lnTo>
                <a:lnTo>
                  <a:pt x="478" y="1957"/>
                </a:lnTo>
                <a:lnTo>
                  <a:pt x="479" y="1957"/>
                </a:lnTo>
                <a:lnTo>
                  <a:pt x="478" y="1957"/>
                </a:lnTo>
                <a:lnTo>
                  <a:pt x="478" y="1956"/>
                </a:lnTo>
                <a:lnTo>
                  <a:pt x="477" y="1956"/>
                </a:lnTo>
                <a:lnTo>
                  <a:pt x="476" y="1956"/>
                </a:lnTo>
                <a:lnTo>
                  <a:pt x="475" y="1956"/>
                </a:lnTo>
                <a:lnTo>
                  <a:pt x="474" y="1956"/>
                </a:lnTo>
                <a:lnTo>
                  <a:pt x="474" y="1955"/>
                </a:lnTo>
                <a:lnTo>
                  <a:pt x="473" y="1955"/>
                </a:lnTo>
                <a:lnTo>
                  <a:pt x="472" y="1954"/>
                </a:lnTo>
                <a:lnTo>
                  <a:pt x="473" y="1954"/>
                </a:lnTo>
                <a:lnTo>
                  <a:pt x="474" y="1954"/>
                </a:lnTo>
                <a:lnTo>
                  <a:pt x="474" y="1953"/>
                </a:lnTo>
                <a:lnTo>
                  <a:pt x="474" y="1952"/>
                </a:lnTo>
                <a:lnTo>
                  <a:pt x="474" y="1951"/>
                </a:lnTo>
                <a:lnTo>
                  <a:pt x="473" y="1951"/>
                </a:lnTo>
                <a:lnTo>
                  <a:pt x="472" y="1951"/>
                </a:lnTo>
                <a:lnTo>
                  <a:pt x="472" y="1950"/>
                </a:lnTo>
                <a:lnTo>
                  <a:pt x="471" y="1950"/>
                </a:lnTo>
                <a:lnTo>
                  <a:pt x="470" y="1950"/>
                </a:lnTo>
                <a:lnTo>
                  <a:pt x="470" y="1949"/>
                </a:lnTo>
                <a:lnTo>
                  <a:pt x="470" y="1948"/>
                </a:lnTo>
                <a:lnTo>
                  <a:pt x="470" y="1947"/>
                </a:lnTo>
                <a:lnTo>
                  <a:pt x="469" y="1947"/>
                </a:lnTo>
                <a:lnTo>
                  <a:pt x="468" y="1947"/>
                </a:lnTo>
                <a:lnTo>
                  <a:pt x="467" y="1947"/>
                </a:lnTo>
                <a:lnTo>
                  <a:pt x="466" y="1947"/>
                </a:lnTo>
                <a:lnTo>
                  <a:pt x="466" y="1946"/>
                </a:lnTo>
                <a:lnTo>
                  <a:pt x="465" y="1946"/>
                </a:lnTo>
                <a:lnTo>
                  <a:pt x="464" y="1946"/>
                </a:lnTo>
                <a:lnTo>
                  <a:pt x="463" y="1946"/>
                </a:lnTo>
                <a:lnTo>
                  <a:pt x="462" y="1946"/>
                </a:lnTo>
                <a:lnTo>
                  <a:pt x="461" y="1946"/>
                </a:lnTo>
                <a:lnTo>
                  <a:pt x="460" y="1946"/>
                </a:lnTo>
                <a:lnTo>
                  <a:pt x="460" y="1947"/>
                </a:lnTo>
                <a:lnTo>
                  <a:pt x="459" y="1947"/>
                </a:lnTo>
                <a:lnTo>
                  <a:pt x="459" y="1948"/>
                </a:lnTo>
                <a:lnTo>
                  <a:pt x="459" y="1949"/>
                </a:lnTo>
                <a:lnTo>
                  <a:pt x="458" y="1949"/>
                </a:lnTo>
                <a:lnTo>
                  <a:pt x="457" y="1949"/>
                </a:lnTo>
                <a:lnTo>
                  <a:pt x="456" y="1949"/>
                </a:lnTo>
                <a:lnTo>
                  <a:pt x="456" y="1948"/>
                </a:lnTo>
                <a:lnTo>
                  <a:pt x="456" y="1947"/>
                </a:lnTo>
                <a:lnTo>
                  <a:pt x="456" y="1946"/>
                </a:lnTo>
                <a:lnTo>
                  <a:pt x="456" y="1945"/>
                </a:lnTo>
                <a:lnTo>
                  <a:pt x="456" y="1944"/>
                </a:lnTo>
                <a:lnTo>
                  <a:pt x="456" y="1943"/>
                </a:lnTo>
                <a:lnTo>
                  <a:pt x="455" y="1943"/>
                </a:lnTo>
                <a:lnTo>
                  <a:pt x="456" y="1943"/>
                </a:lnTo>
                <a:lnTo>
                  <a:pt x="456" y="1942"/>
                </a:lnTo>
                <a:lnTo>
                  <a:pt x="456" y="1943"/>
                </a:lnTo>
                <a:lnTo>
                  <a:pt x="455" y="1943"/>
                </a:lnTo>
                <a:lnTo>
                  <a:pt x="455" y="1942"/>
                </a:lnTo>
                <a:lnTo>
                  <a:pt x="454" y="1942"/>
                </a:lnTo>
                <a:lnTo>
                  <a:pt x="453" y="1942"/>
                </a:lnTo>
                <a:lnTo>
                  <a:pt x="452" y="1942"/>
                </a:lnTo>
                <a:lnTo>
                  <a:pt x="451" y="1942"/>
                </a:lnTo>
                <a:lnTo>
                  <a:pt x="451" y="1941"/>
                </a:lnTo>
                <a:lnTo>
                  <a:pt x="450" y="1942"/>
                </a:lnTo>
                <a:lnTo>
                  <a:pt x="449" y="1942"/>
                </a:lnTo>
                <a:lnTo>
                  <a:pt x="449" y="1943"/>
                </a:lnTo>
                <a:lnTo>
                  <a:pt x="448" y="1943"/>
                </a:lnTo>
                <a:lnTo>
                  <a:pt x="447" y="1943"/>
                </a:lnTo>
                <a:lnTo>
                  <a:pt x="447" y="1944"/>
                </a:lnTo>
                <a:lnTo>
                  <a:pt x="446" y="1944"/>
                </a:lnTo>
                <a:lnTo>
                  <a:pt x="446" y="1945"/>
                </a:lnTo>
                <a:lnTo>
                  <a:pt x="446" y="1946"/>
                </a:lnTo>
                <a:lnTo>
                  <a:pt x="445" y="1946"/>
                </a:lnTo>
                <a:lnTo>
                  <a:pt x="445" y="1945"/>
                </a:lnTo>
                <a:lnTo>
                  <a:pt x="444" y="1944"/>
                </a:lnTo>
                <a:lnTo>
                  <a:pt x="444" y="1943"/>
                </a:lnTo>
                <a:lnTo>
                  <a:pt x="445" y="1943"/>
                </a:lnTo>
                <a:lnTo>
                  <a:pt x="445" y="1942"/>
                </a:lnTo>
                <a:lnTo>
                  <a:pt x="444" y="1942"/>
                </a:lnTo>
                <a:lnTo>
                  <a:pt x="444" y="1941"/>
                </a:lnTo>
                <a:lnTo>
                  <a:pt x="444" y="1940"/>
                </a:lnTo>
                <a:lnTo>
                  <a:pt x="443" y="1940"/>
                </a:lnTo>
                <a:lnTo>
                  <a:pt x="442" y="1940"/>
                </a:lnTo>
                <a:lnTo>
                  <a:pt x="442" y="1939"/>
                </a:lnTo>
                <a:lnTo>
                  <a:pt x="441" y="1939"/>
                </a:lnTo>
                <a:lnTo>
                  <a:pt x="440" y="1939"/>
                </a:lnTo>
                <a:lnTo>
                  <a:pt x="439" y="1939"/>
                </a:lnTo>
                <a:lnTo>
                  <a:pt x="438" y="1939"/>
                </a:lnTo>
                <a:lnTo>
                  <a:pt x="437" y="1939"/>
                </a:lnTo>
                <a:lnTo>
                  <a:pt x="436" y="1939"/>
                </a:lnTo>
                <a:lnTo>
                  <a:pt x="435" y="1939"/>
                </a:lnTo>
                <a:lnTo>
                  <a:pt x="435" y="1938"/>
                </a:lnTo>
                <a:lnTo>
                  <a:pt x="434" y="1938"/>
                </a:lnTo>
                <a:lnTo>
                  <a:pt x="433" y="1938"/>
                </a:lnTo>
                <a:lnTo>
                  <a:pt x="432" y="1938"/>
                </a:lnTo>
                <a:lnTo>
                  <a:pt x="431" y="1938"/>
                </a:lnTo>
                <a:lnTo>
                  <a:pt x="431" y="1937"/>
                </a:lnTo>
                <a:lnTo>
                  <a:pt x="430" y="1937"/>
                </a:lnTo>
                <a:lnTo>
                  <a:pt x="430" y="1936"/>
                </a:lnTo>
                <a:lnTo>
                  <a:pt x="430" y="1935"/>
                </a:lnTo>
                <a:lnTo>
                  <a:pt x="430" y="1934"/>
                </a:lnTo>
                <a:lnTo>
                  <a:pt x="429" y="1934"/>
                </a:lnTo>
                <a:lnTo>
                  <a:pt x="429" y="1933"/>
                </a:lnTo>
                <a:lnTo>
                  <a:pt x="430" y="1933"/>
                </a:lnTo>
                <a:lnTo>
                  <a:pt x="430" y="1932"/>
                </a:lnTo>
                <a:lnTo>
                  <a:pt x="431" y="1932"/>
                </a:lnTo>
                <a:lnTo>
                  <a:pt x="431" y="1931"/>
                </a:lnTo>
                <a:lnTo>
                  <a:pt x="430" y="1931"/>
                </a:lnTo>
                <a:lnTo>
                  <a:pt x="431" y="1931"/>
                </a:lnTo>
                <a:lnTo>
                  <a:pt x="431" y="1930"/>
                </a:lnTo>
                <a:lnTo>
                  <a:pt x="430" y="1930"/>
                </a:lnTo>
                <a:lnTo>
                  <a:pt x="431" y="1930"/>
                </a:lnTo>
                <a:lnTo>
                  <a:pt x="430" y="1930"/>
                </a:lnTo>
                <a:lnTo>
                  <a:pt x="430" y="1929"/>
                </a:lnTo>
                <a:lnTo>
                  <a:pt x="429" y="1929"/>
                </a:lnTo>
                <a:lnTo>
                  <a:pt x="428" y="1929"/>
                </a:lnTo>
                <a:lnTo>
                  <a:pt x="428" y="1928"/>
                </a:lnTo>
                <a:lnTo>
                  <a:pt x="427" y="1928"/>
                </a:lnTo>
                <a:lnTo>
                  <a:pt x="426" y="1928"/>
                </a:lnTo>
                <a:lnTo>
                  <a:pt x="425" y="1928"/>
                </a:lnTo>
                <a:lnTo>
                  <a:pt x="425" y="1927"/>
                </a:lnTo>
                <a:lnTo>
                  <a:pt x="424" y="1927"/>
                </a:lnTo>
                <a:lnTo>
                  <a:pt x="424" y="1926"/>
                </a:lnTo>
                <a:lnTo>
                  <a:pt x="424" y="1925"/>
                </a:lnTo>
                <a:lnTo>
                  <a:pt x="424" y="1924"/>
                </a:lnTo>
                <a:lnTo>
                  <a:pt x="424" y="1923"/>
                </a:lnTo>
                <a:lnTo>
                  <a:pt x="425" y="1923"/>
                </a:lnTo>
                <a:lnTo>
                  <a:pt x="425" y="1922"/>
                </a:lnTo>
                <a:lnTo>
                  <a:pt x="426" y="1922"/>
                </a:lnTo>
                <a:lnTo>
                  <a:pt x="426" y="1921"/>
                </a:lnTo>
                <a:lnTo>
                  <a:pt x="426" y="1920"/>
                </a:lnTo>
                <a:lnTo>
                  <a:pt x="426" y="1919"/>
                </a:lnTo>
                <a:lnTo>
                  <a:pt x="427" y="1919"/>
                </a:lnTo>
                <a:lnTo>
                  <a:pt x="426" y="1919"/>
                </a:lnTo>
                <a:lnTo>
                  <a:pt x="426" y="1918"/>
                </a:lnTo>
                <a:lnTo>
                  <a:pt x="426" y="1917"/>
                </a:lnTo>
                <a:lnTo>
                  <a:pt x="426" y="1916"/>
                </a:lnTo>
                <a:lnTo>
                  <a:pt x="427" y="1916"/>
                </a:lnTo>
                <a:lnTo>
                  <a:pt x="427" y="1915"/>
                </a:lnTo>
                <a:lnTo>
                  <a:pt x="427" y="1914"/>
                </a:lnTo>
                <a:lnTo>
                  <a:pt x="426" y="1914"/>
                </a:lnTo>
                <a:lnTo>
                  <a:pt x="427" y="1914"/>
                </a:lnTo>
                <a:lnTo>
                  <a:pt x="427" y="1913"/>
                </a:lnTo>
                <a:lnTo>
                  <a:pt x="427" y="1912"/>
                </a:lnTo>
                <a:lnTo>
                  <a:pt x="427" y="1911"/>
                </a:lnTo>
                <a:lnTo>
                  <a:pt x="426" y="1911"/>
                </a:lnTo>
                <a:lnTo>
                  <a:pt x="426" y="1910"/>
                </a:lnTo>
                <a:lnTo>
                  <a:pt x="425" y="1910"/>
                </a:lnTo>
                <a:lnTo>
                  <a:pt x="424" y="1910"/>
                </a:lnTo>
                <a:lnTo>
                  <a:pt x="424" y="1909"/>
                </a:lnTo>
                <a:lnTo>
                  <a:pt x="424" y="1908"/>
                </a:lnTo>
                <a:lnTo>
                  <a:pt x="423" y="1908"/>
                </a:lnTo>
                <a:lnTo>
                  <a:pt x="423" y="1907"/>
                </a:lnTo>
                <a:lnTo>
                  <a:pt x="422" y="1907"/>
                </a:lnTo>
                <a:lnTo>
                  <a:pt x="423" y="1907"/>
                </a:lnTo>
                <a:lnTo>
                  <a:pt x="422" y="1907"/>
                </a:lnTo>
                <a:lnTo>
                  <a:pt x="422" y="1906"/>
                </a:lnTo>
                <a:lnTo>
                  <a:pt x="421" y="1906"/>
                </a:lnTo>
                <a:lnTo>
                  <a:pt x="421" y="1905"/>
                </a:lnTo>
                <a:lnTo>
                  <a:pt x="422" y="1905"/>
                </a:lnTo>
                <a:lnTo>
                  <a:pt x="423" y="1904"/>
                </a:lnTo>
                <a:lnTo>
                  <a:pt x="424" y="1904"/>
                </a:lnTo>
                <a:lnTo>
                  <a:pt x="424" y="1903"/>
                </a:lnTo>
                <a:lnTo>
                  <a:pt x="424" y="1902"/>
                </a:lnTo>
                <a:lnTo>
                  <a:pt x="424" y="1901"/>
                </a:lnTo>
                <a:lnTo>
                  <a:pt x="423" y="1901"/>
                </a:lnTo>
                <a:lnTo>
                  <a:pt x="422" y="1901"/>
                </a:lnTo>
                <a:lnTo>
                  <a:pt x="422" y="1900"/>
                </a:lnTo>
                <a:lnTo>
                  <a:pt x="421" y="1900"/>
                </a:lnTo>
                <a:lnTo>
                  <a:pt x="420" y="1900"/>
                </a:lnTo>
                <a:lnTo>
                  <a:pt x="419" y="1899"/>
                </a:lnTo>
                <a:lnTo>
                  <a:pt x="419" y="1898"/>
                </a:lnTo>
                <a:lnTo>
                  <a:pt x="418" y="1898"/>
                </a:lnTo>
                <a:lnTo>
                  <a:pt x="418" y="1897"/>
                </a:lnTo>
                <a:lnTo>
                  <a:pt x="417" y="1897"/>
                </a:lnTo>
                <a:lnTo>
                  <a:pt x="417" y="1896"/>
                </a:lnTo>
                <a:lnTo>
                  <a:pt x="416" y="1896"/>
                </a:lnTo>
                <a:lnTo>
                  <a:pt x="416" y="1895"/>
                </a:lnTo>
                <a:lnTo>
                  <a:pt x="417" y="1895"/>
                </a:lnTo>
                <a:lnTo>
                  <a:pt x="417" y="1894"/>
                </a:lnTo>
                <a:lnTo>
                  <a:pt x="418" y="1894"/>
                </a:lnTo>
                <a:lnTo>
                  <a:pt x="418" y="1893"/>
                </a:lnTo>
                <a:lnTo>
                  <a:pt x="418" y="1892"/>
                </a:lnTo>
                <a:lnTo>
                  <a:pt x="419" y="1892"/>
                </a:lnTo>
                <a:lnTo>
                  <a:pt x="419" y="1891"/>
                </a:lnTo>
                <a:lnTo>
                  <a:pt x="418" y="1891"/>
                </a:lnTo>
                <a:lnTo>
                  <a:pt x="418" y="1890"/>
                </a:lnTo>
                <a:lnTo>
                  <a:pt x="417" y="1890"/>
                </a:lnTo>
                <a:lnTo>
                  <a:pt x="417" y="1889"/>
                </a:lnTo>
                <a:lnTo>
                  <a:pt x="418" y="1889"/>
                </a:lnTo>
                <a:lnTo>
                  <a:pt x="417" y="1889"/>
                </a:lnTo>
                <a:lnTo>
                  <a:pt x="417" y="1888"/>
                </a:lnTo>
                <a:lnTo>
                  <a:pt x="416" y="1888"/>
                </a:lnTo>
                <a:lnTo>
                  <a:pt x="415" y="1888"/>
                </a:lnTo>
                <a:lnTo>
                  <a:pt x="414" y="1888"/>
                </a:lnTo>
                <a:lnTo>
                  <a:pt x="413" y="1888"/>
                </a:lnTo>
                <a:lnTo>
                  <a:pt x="413" y="1889"/>
                </a:lnTo>
                <a:lnTo>
                  <a:pt x="412" y="1889"/>
                </a:lnTo>
                <a:lnTo>
                  <a:pt x="411" y="1888"/>
                </a:lnTo>
                <a:lnTo>
                  <a:pt x="411" y="1887"/>
                </a:lnTo>
                <a:lnTo>
                  <a:pt x="410" y="1887"/>
                </a:lnTo>
                <a:lnTo>
                  <a:pt x="411" y="1887"/>
                </a:lnTo>
                <a:lnTo>
                  <a:pt x="411" y="1886"/>
                </a:lnTo>
                <a:lnTo>
                  <a:pt x="411" y="1885"/>
                </a:lnTo>
                <a:lnTo>
                  <a:pt x="411" y="1884"/>
                </a:lnTo>
                <a:lnTo>
                  <a:pt x="410" y="1884"/>
                </a:lnTo>
                <a:lnTo>
                  <a:pt x="411" y="1884"/>
                </a:lnTo>
                <a:lnTo>
                  <a:pt x="411" y="1883"/>
                </a:lnTo>
                <a:lnTo>
                  <a:pt x="410" y="1883"/>
                </a:lnTo>
                <a:lnTo>
                  <a:pt x="410" y="1882"/>
                </a:lnTo>
                <a:lnTo>
                  <a:pt x="411" y="1882"/>
                </a:lnTo>
                <a:lnTo>
                  <a:pt x="411" y="1881"/>
                </a:lnTo>
                <a:lnTo>
                  <a:pt x="411" y="1880"/>
                </a:lnTo>
                <a:lnTo>
                  <a:pt x="410" y="1880"/>
                </a:lnTo>
                <a:lnTo>
                  <a:pt x="410" y="1879"/>
                </a:lnTo>
                <a:lnTo>
                  <a:pt x="409" y="1879"/>
                </a:lnTo>
                <a:lnTo>
                  <a:pt x="409" y="1878"/>
                </a:lnTo>
                <a:lnTo>
                  <a:pt x="408" y="1878"/>
                </a:lnTo>
                <a:lnTo>
                  <a:pt x="408" y="1877"/>
                </a:lnTo>
                <a:lnTo>
                  <a:pt x="407" y="1877"/>
                </a:lnTo>
                <a:lnTo>
                  <a:pt x="407" y="1876"/>
                </a:lnTo>
                <a:lnTo>
                  <a:pt x="407" y="1875"/>
                </a:lnTo>
                <a:lnTo>
                  <a:pt x="406" y="1875"/>
                </a:lnTo>
                <a:lnTo>
                  <a:pt x="406" y="1874"/>
                </a:lnTo>
                <a:lnTo>
                  <a:pt x="406" y="1873"/>
                </a:lnTo>
                <a:lnTo>
                  <a:pt x="406" y="1872"/>
                </a:lnTo>
                <a:lnTo>
                  <a:pt x="407" y="1871"/>
                </a:lnTo>
                <a:lnTo>
                  <a:pt x="407" y="1870"/>
                </a:lnTo>
                <a:lnTo>
                  <a:pt x="406" y="1870"/>
                </a:lnTo>
                <a:lnTo>
                  <a:pt x="406" y="1868"/>
                </a:lnTo>
                <a:lnTo>
                  <a:pt x="407" y="1868"/>
                </a:lnTo>
                <a:lnTo>
                  <a:pt x="407" y="1867"/>
                </a:lnTo>
                <a:lnTo>
                  <a:pt x="407" y="1866"/>
                </a:lnTo>
                <a:lnTo>
                  <a:pt x="407" y="1864"/>
                </a:lnTo>
                <a:lnTo>
                  <a:pt x="407" y="1862"/>
                </a:lnTo>
                <a:lnTo>
                  <a:pt x="408" y="1861"/>
                </a:lnTo>
                <a:lnTo>
                  <a:pt x="409" y="1861"/>
                </a:lnTo>
                <a:lnTo>
                  <a:pt x="409" y="1860"/>
                </a:lnTo>
                <a:lnTo>
                  <a:pt x="410" y="1860"/>
                </a:lnTo>
                <a:lnTo>
                  <a:pt x="410" y="1859"/>
                </a:lnTo>
                <a:lnTo>
                  <a:pt x="410" y="1858"/>
                </a:lnTo>
                <a:lnTo>
                  <a:pt x="411" y="1858"/>
                </a:lnTo>
                <a:lnTo>
                  <a:pt x="412" y="1857"/>
                </a:lnTo>
                <a:lnTo>
                  <a:pt x="413" y="1856"/>
                </a:lnTo>
                <a:lnTo>
                  <a:pt x="414" y="1856"/>
                </a:lnTo>
                <a:lnTo>
                  <a:pt x="415" y="1855"/>
                </a:lnTo>
                <a:lnTo>
                  <a:pt x="415" y="1854"/>
                </a:lnTo>
                <a:lnTo>
                  <a:pt x="415" y="1853"/>
                </a:lnTo>
                <a:lnTo>
                  <a:pt x="415" y="1852"/>
                </a:lnTo>
                <a:lnTo>
                  <a:pt x="416" y="1851"/>
                </a:lnTo>
                <a:lnTo>
                  <a:pt x="416" y="1850"/>
                </a:lnTo>
                <a:lnTo>
                  <a:pt x="417" y="1850"/>
                </a:lnTo>
                <a:lnTo>
                  <a:pt x="417" y="1849"/>
                </a:lnTo>
                <a:lnTo>
                  <a:pt x="418" y="1849"/>
                </a:lnTo>
                <a:lnTo>
                  <a:pt x="418" y="1848"/>
                </a:lnTo>
                <a:lnTo>
                  <a:pt x="417" y="1848"/>
                </a:lnTo>
                <a:lnTo>
                  <a:pt x="416" y="1849"/>
                </a:lnTo>
                <a:lnTo>
                  <a:pt x="416" y="1848"/>
                </a:lnTo>
                <a:lnTo>
                  <a:pt x="415" y="1848"/>
                </a:lnTo>
                <a:lnTo>
                  <a:pt x="414" y="1848"/>
                </a:lnTo>
                <a:lnTo>
                  <a:pt x="413" y="1848"/>
                </a:lnTo>
                <a:lnTo>
                  <a:pt x="413" y="1849"/>
                </a:lnTo>
                <a:lnTo>
                  <a:pt x="412" y="1849"/>
                </a:lnTo>
                <a:lnTo>
                  <a:pt x="411" y="1849"/>
                </a:lnTo>
                <a:lnTo>
                  <a:pt x="410" y="1849"/>
                </a:lnTo>
                <a:lnTo>
                  <a:pt x="409" y="1849"/>
                </a:lnTo>
                <a:lnTo>
                  <a:pt x="409" y="1850"/>
                </a:lnTo>
                <a:lnTo>
                  <a:pt x="409" y="1851"/>
                </a:lnTo>
                <a:lnTo>
                  <a:pt x="408" y="1851"/>
                </a:lnTo>
                <a:lnTo>
                  <a:pt x="408" y="1850"/>
                </a:lnTo>
                <a:lnTo>
                  <a:pt x="407" y="1850"/>
                </a:lnTo>
                <a:lnTo>
                  <a:pt x="407" y="1849"/>
                </a:lnTo>
                <a:lnTo>
                  <a:pt x="406" y="1849"/>
                </a:lnTo>
                <a:lnTo>
                  <a:pt x="406" y="1848"/>
                </a:lnTo>
                <a:lnTo>
                  <a:pt x="405" y="1848"/>
                </a:lnTo>
                <a:lnTo>
                  <a:pt x="405" y="1849"/>
                </a:lnTo>
                <a:lnTo>
                  <a:pt x="404" y="1849"/>
                </a:lnTo>
                <a:lnTo>
                  <a:pt x="403" y="1849"/>
                </a:lnTo>
                <a:lnTo>
                  <a:pt x="402" y="1849"/>
                </a:lnTo>
                <a:lnTo>
                  <a:pt x="401" y="1850"/>
                </a:lnTo>
                <a:lnTo>
                  <a:pt x="401" y="1849"/>
                </a:lnTo>
                <a:lnTo>
                  <a:pt x="400" y="1849"/>
                </a:lnTo>
                <a:lnTo>
                  <a:pt x="399" y="1848"/>
                </a:lnTo>
                <a:lnTo>
                  <a:pt x="398" y="1848"/>
                </a:lnTo>
                <a:lnTo>
                  <a:pt x="398" y="1849"/>
                </a:lnTo>
                <a:lnTo>
                  <a:pt x="398" y="1850"/>
                </a:lnTo>
                <a:lnTo>
                  <a:pt x="398" y="1851"/>
                </a:lnTo>
                <a:lnTo>
                  <a:pt x="397" y="1851"/>
                </a:lnTo>
                <a:lnTo>
                  <a:pt x="396" y="1851"/>
                </a:lnTo>
                <a:lnTo>
                  <a:pt x="395" y="1850"/>
                </a:lnTo>
                <a:lnTo>
                  <a:pt x="395" y="1849"/>
                </a:lnTo>
                <a:lnTo>
                  <a:pt x="394" y="1848"/>
                </a:lnTo>
                <a:lnTo>
                  <a:pt x="393" y="1848"/>
                </a:lnTo>
                <a:lnTo>
                  <a:pt x="393" y="1849"/>
                </a:lnTo>
                <a:lnTo>
                  <a:pt x="392" y="1849"/>
                </a:lnTo>
                <a:lnTo>
                  <a:pt x="391" y="1848"/>
                </a:lnTo>
                <a:lnTo>
                  <a:pt x="390" y="1847"/>
                </a:lnTo>
                <a:lnTo>
                  <a:pt x="390" y="1846"/>
                </a:lnTo>
                <a:lnTo>
                  <a:pt x="389" y="1846"/>
                </a:lnTo>
                <a:lnTo>
                  <a:pt x="389" y="1845"/>
                </a:lnTo>
                <a:lnTo>
                  <a:pt x="388" y="1846"/>
                </a:lnTo>
                <a:lnTo>
                  <a:pt x="388" y="1847"/>
                </a:lnTo>
                <a:lnTo>
                  <a:pt x="388" y="1848"/>
                </a:lnTo>
                <a:lnTo>
                  <a:pt x="387" y="1848"/>
                </a:lnTo>
                <a:lnTo>
                  <a:pt x="386" y="1848"/>
                </a:lnTo>
                <a:lnTo>
                  <a:pt x="385" y="1848"/>
                </a:lnTo>
                <a:lnTo>
                  <a:pt x="384" y="1848"/>
                </a:lnTo>
                <a:lnTo>
                  <a:pt x="383" y="1848"/>
                </a:lnTo>
                <a:lnTo>
                  <a:pt x="383" y="1849"/>
                </a:lnTo>
                <a:lnTo>
                  <a:pt x="382" y="1849"/>
                </a:lnTo>
                <a:lnTo>
                  <a:pt x="382" y="1850"/>
                </a:lnTo>
                <a:lnTo>
                  <a:pt x="381" y="1850"/>
                </a:lnTo>
                <a:lnTo>
                  <a:pt x="381" y="1851"/>
                </a:lnTo>
                <a:lnTo>
                  <a:pt x="381" y="1852"/>
                </a:lnTo>
                <a:lnTo>
                  <a:pt x="380" y="1852"/>
                </a:lnTo>
                <a:lnTo>
                  <a:pt x="379" y="1852"/>
                </a:lnTo>
                <a:lnTo>
                  <a:pt x="378" y="1852"/>
                </a:lnTo>
                <a:lnTo>
                  <a:pt x="378" y="1853"/>
                </a:lnTo>
                <a:lnTo>
                  <a:pt x="377" y="1852"/>
                </a:lnTo>
                <a:lnTo>
                  <a:pt x="375" y="1850"/>
                </a:lnTo>
                <a:lnTo>
                  <a:pt x="374" y="1850"/>
                </a:lnTo>
                <a:lnTo>
                  <a:pt x="373" y="1850"/>
                </a:lnTo>
                <a:lnTo>
                  <a:pt x="373" y="1852"/>
                </a:lnTo>
                <a:lnTo>
                  <a:pt x="372" y="1852"/>
                </a:lnTo>
                <a:lnTo>
                  <a:pt x="370" y="1851"/>
                </a:lnTo>
                <a:lnTo>
                  <a:pt x="369" y="1851"/>
                </a:lnTo>
                <a:lnTo>
                  <a:pt x="369" y="1852"/>
                </a:lnTo>
                <a:lnTo>
                  <a:pt x="368" y="1852"/>
                </a:lnTo>
                <a:lnTo>
                  <a:pt x="368" y="1851"/>
                </a:lnTo>
                <a:lnTo>
                  <a:pt x="368" y="1850"/>
                </a:lnTo>
                <a:lnTo>
                  <a:pt x="367" y="1850"/>
                </a:lnTo>
                <a:lnTo>
                  <a:pt x="366" y="1850"/>
                </a:lnTo>
                <a:lnTo>
                  <a:pt x="364" y="1849"/>
                </a:lnTo>
                <a:lnTo>
                  <a:pt x="362" y="1849"/>
                </a:lnTo>
                <a:lnTo>
                  <a:pt x="361" y="1849"/>
                </a:lnTo>
                <a:lnTo>
                  <a:pt x="360" y="1850"/>
                </a:lnTo>
                <a:lnTo>
                  <a:pt x="359" y="1850"/>
                </a:lnTo>
                <a:lnTo>
                  <a:pt x="358" y="1850"/>
                </a:lnTo>
                <a:lnTo>
                  <a:pt x="358" y="1851"/>
                </a:lnTo>
                <a:lnTo>
                  <a:pt x="357" y="1851"/>
                </a:lnTo>
                <a:lnTo>
                  <a:pt x="356" y="1851"/>
                </a:lnTo>
                <a:lnTo>
                  <a:pt x="355" y="1851"/>
                </a:lnTo>
                <a:lnTo>
                  <a:pt x="355" y="1852"/>
                </a:lnTo>
                <a:lnTo>
                  <a:pt x="354" y="1851"/>
                </a:lnTo>
                <a:lnTo>
                  <a:pt x="353" y="1851"/>
                </a:lnTo>
                <a:lnTo>
                  <a:pt x="352" y="1851"/>
                </a:lnTo>
                <a:lnTo>
                  <a:pt x="351" y="1851"/>
                </a:lnTo>
                <a:lnTo>
                  <a:pt x="350" y="1851"/>
                </a:lnTo>
                <a:lnTo>
                  <a:pt x="350" y="1850"/>
                </a:lnTo>
                <a:lnTo>
                  <a:pt x="349" y="1849"/>
                </a:lnTo>
                <a:lnTo>
                  <a:pt x="349" y="1848"/>
                </a:lnTo>
                <a:lnTo>
                  <a:pt x="348" y="1848"/>
                </a:lnTo>
                <a:lnTo>
                  <a:pt x="347" y="1848"/>
                </a:lnTo>
                <a:lnTo>
                  <a:pt x="346" y="1847"/>
                </a:lnTo>
                <a:lnTo>
                  <a:pt x="346" y="1845"/>
                </a:lnTo>
                <a:lnTo>
                  <a:pt x="345" y="1845"/>
                </a:lnTo>
                <a:lnTo>
                  <a:pt x="344" y="1844"/>
                </a:lnTo>
                <a:lnTo>
                  <a:pt x="343" y="1844"/>
                </a:lnTo>
                <a:lnTo>
                  <a:pt x="343" y="1843"/>
                </a:lnTo>
                <a:lnTo>
                  <a:pt x="341" y="1844"/>
                </a:lnTo>
                <a:lnTo>
                  <a:pt x="340" y="1844"/>
                </a:lnTo>
                <a:lnTo>
                  <a:pt x="339" y="1844"/>
                </a:lnTo>
                <a:lnTo>
                  <a:pt x="338" y="1844"/>
                </a:lnTo>
                <a:lnTo>
                  <a:pt x="337" y="1845"/>
                </a:lnTo>
                <a:lnTo>
                  <a:pt x="336" y="1845"/>
                </a:lnTo>
                <a:lnTo>
                  <a:pt x="335" y="1846"/>
                </a:lnTo>
                <a:lnTo>
                  <a:pt x="334" y="1846"/>
                </a:lnTo>
                <a:lnTo>
                  <a:pt x="333" y="1846"/>
                </a:lnTo>
                <a:lnTo>
                  <a:pt x="332" y="1845"/>
                </a:lnTo>
                <a:lnTo>
                  <a:pt x="331" y="1845"/>
                </a:lnTo>
                <a:lnTo>
                  <a:pt x="331" y="1844"/>
                </a:lnTo>
                <a:lnTo>
                  <a:pt x="330" y="1844"/>
                </a:lnTo>
                <a:lnTo>
                  <a:pt x="329" y="1844"/>
                </a:lnTo>
                <a:lnTo>
                  <a:pt x="328" y="1843"/>
                </a:lnTo>
                <a:lnTo>
                  <a:pt x="328" y="1842"/>
                </a:lnTo>
                <a:lnTo>
                  <a:pt x="327" y="1842"/>
                </a:lnTo>
                <a:lnTo>
                  <a:pt x="326" y="1841"/>
                </a:lnTo>
                <a:lnTo>
                  <a:pt x="325" y="1841"/>
                </a:lnTo>
                <a:lnTo>
                  <a:pt x="324" y="1841"/>
                </a:lnTo>
                <a:lnTo>
                  <a:pt x="323" y="1840"/>
                </a:lnTo>
                <a:lnTo>
                  <a:pt x="323" y="1839"/>
                </a:lnTo>
                <a:lnTo>
                  <a:pt x="322" y="1838"/>
                </a:lnTo>
                <a:lnTo>
                  <a:pt x="321" y="1838"/>
                </a:lnTo>
                <a:lnTo>
                  <a:pt x="320" y="1838"/>
                </a:lnTo>
                <a:lnTo>
                  <a:pt x="319" y="1838"/>
                </a:lnTo>
                <a:lnTo>
                  <a:pt x="318" y="1837"/>
                </a:lnTo>
                <a:lnTo>
                  <a:pt x="317" y="1837"/>
                </a:lnTo>
                <a:lnTo>
                  <a:pt x="316" y="1836"/>
                </a:lnTo>
                <a:lnTo>
                  <a:pt x="315" y="1837"/>
                </a:lnTo>
                <a:lnTo>
                  <a:pt x="314" y="1837"/>
                </a:lnTo>
                <a:lnTo>
                  <a:pt x="313" y="1837"/>
                </a:lnTo>
                <a:lnTo>
                  <a:pt x="313" y="1838"/>
                </a:lnTo>
                <a:lnTo>
                  <a:pt x="312" y="1838"/>
                </a:lnTo>
                <a:lnTo>
                  <a:pt x="311" y="1838"/>
                </a:lnTo>
                <a:lnTo>
                  <a:pt x="311" y="1837"/>
                </a:lnTo>
                <a:lnTo>
                  <a:pt x="310" y="1837"/>
                </a:lnTo>
                <a:lnTo>
                  <a:pt x="308" y="1837"/>
                </a:lnTo>
                <a:lnTo>
                  <a:pt x="307" y="1836"/>
                </a:lnTo>
                <a:lnTo>
                  <a:pt x="306" y="1835"/>
                </a:lnTo>
                <a:lnTo>
                  <a:pt x="306" y="1834"/>
                </a:lnTo>
                <a:lnTo>
                  <a:pt x="305" y="1833"/>
                </a:lnTo>
                <a:lnTo>
                  <a:pt x="304" y="1833"/>
                </a:lnTo>
                <a:lnTo>
                  <a:pt x="303" y="1832"/>
                </a:lnTo>
                <a:lnTo>
                  <a:pt x="302" y="1831"/>
                </a:lnTo>
                <a:lnTo>
                  <a:pt x="302" y="1830"/>
                </a:lnTo>
                <a:lnTo>
                  <a:pt x="301" y="1830"/>
                </a:lnTo>
                <a:lnTo>
                  <a:pt x="300" y="1831"/>
                </a:lnTo>
                <a:lnTo>
                  <a:pt x="299" y="1831"/>
                </a:lnTo>
                <a:lnTo>
                  <a:pt x="298" y="1831"/>
                </a:lnTo>
                <a:lnTo>
                  <a:pt x="296" y="1832"/>
                </a:lnTo>
                <a:lnTo>
                  <a:pt x="295" y="1832"/>
                </a:lnTo>
                <a:lnTo>
                  <a:pt x="294" y="1832"/>
                </a:lnTo>
                <a:lnTo>
                  <a:pt x="294" y="1831"/>
                </a:lnTo>
                <a:lnTo>
                  <a:pt x="294" y="1830"/>
                </a:lnTo>
                <a:lnTo>
                  <a:pt x="293" y="1829"/>
                </a:lnTo>
                <a:lnTo>
                  <a:pt x="292" y="1827"/>
                </a:lnTo>
                <a:lnTo>
                  <a:pt x="291" y="1827"/>
                </a:lnTo>
                <a:lnTo>
                  <a:pt x="290" y="1826"/>
                </a:lnTo>
                <a:lnTo>
                  <a:pt x="289" y="1825"/>
                </a:lnTo>
                <a:lnTo>
                  <a:pt x="288" y="1824"/>
                </a:lnTo>
                <a:lnTo>
                  <a:pt x="288" y="1822"/>
                </a:lnTo>
                <a:lnTo>
                  <a:pt x="286" y="1822"/>
                </a:lnTo>
                <a:lnTo>
                  <a:pt x="285" y="1822"/>
                </a:lnTo>
                <a:lnTo>
                  <a:pt x="284" y="1821"/>
                </a:lnTo>
                <a:lnTo>
                  <a:pt x="284" y="1820"/>
                </a:lnTo>
                <a:lnTo>
                  <a:pt x="283" y="1820"/>
                </a:lnTo>
                <a:lnTo>
                  <a:pt x="282" y="1821"/>
                </a:lnTo>
                <a:lnTo>
                  <a:pt x="281" y="1821"/>
                </a:lnTo>
                <a:lnTo>
                  <a:pt x="280" y="1820"/>
                </a:lnTo>
                <a:lnTo>
                  <a:pt x="279" y="1820"/>
                </a:lnTo>
                <a:lnTo>
                  <a:pt x="279" y="1819"/>
                </a:lnTo>
                <a:lnTo>
                  <a:pt x="278" y="1819"/>
                </a:lnTo>
                <a:lnTo>
                  <a:pt x="278" y="1818"/>
                </a:lnTo>
                <a:lnTo>
                  <a:pt x="277" y="1817"/>
                </a:lnTo>
                <a:lnTo>
                  <a:pt x="277" y="1816"/>
                </a:lnTo>
                <a:lnTo>
                  <a:pt x="277" y="1815"/>
                </a:lnTo>
                <a:lnTo>
                  <a:pt x="277" y="1814"/>
                </a:lnTo>
                <a:lnTo>
                  <a:pt x="278" y="1813"/>
                </a:lnTo>
                <a:lnTo>
                  <a:pt x="279" y="1813"/>
                </a:lnTo>
                <a:lnTo>
                  <a:pt x="279" y="1812"/>
                </a:lnTo>
                <a:lnTo>
                  <a:pt x="278" y="1812"/>
                </a:lnTo>
                <a:lnTo>
                  <a:pt x="278" y="1811"/>
                </a:lnTo>
                <a:lnTo>
                  <a:pt x="278" y="1810"/>
                </a:lnTo>
                <a:lnTo>
                  <a:pt x="278" y="1809"/>
                </a:lnTo>
                <a:lnTo>
                  <a:pt x="279" y="1808"/>
                </a:lnTo>
                <a:lnTo>
                  <a:pt x="279" y="1807"/>
                </a:lnTo>
                <a:lnTo>
                  <a:pt x="279" y="1806"/>
                </a:lnTo>
                <a:lnTo>
                  <a:pt x="277" y="1805"/>
                </a:lnTo>
                <a:lnTo>
                  <a:pt x="277" y="1804"/>
                </a:lnTo>
                <a:lnTo>
                  <a:pt x="276" y="1804"/>
                </a:lnTo>
                <a:lnTo>
                  <a:pt x="275" y="1804"/>
                </a:lnTo>
                <a:lnTo>
                  <a:pt x="275" y="1805"/>
                </a:lnTo>
                <a:lnTo>
                  <a:pt x="275" y="1806"/>
                </a:lnTo>
                <a:lnTo>
                  <a:pt x="274" y="1807"/>
                </a:lnTo>
                <a:lnTo>
                  <a:pt x="273" y="1808"/>
                </a:lnTo>
                <a:lnTo>
                  <a:pt x="272" y="1809"/>
                </a:lnTo>
                <a:lnTo>
                  <a:pt x="271" y="1808"/>
                </a:lnTo>
                <a:lnTo>
                  <a:pt x="270" y="1808"/>
                </a:lnTo>
                <a:lnTo>
                  <a:pt x="269" y="1808"/>
                </a:lnTo>
                <a:lnTo>
                  <a:pt x="268" y="1808"/>
                </a:lnTo>
                <a:lnTo>
                  <a:pt x="267" y="1808"/>
                </a:lnTo>
                <a:lnTo>
                  <a:pt x="266" y="1809"/>
                </a:lnTo>
                <a:lnTo>
                  <a:pt x="265" y="1810"/>
                </a:lnTo>
                <a:lnTo>
                  <a:pt x="265" y="1811"/>
                </a:lnTo>
                <a:lnTo>
                  <a:pt x="264" y="1812"/>
                </a:lnTo>
                <a:lnTo>
                  <a:pt x="264" y="1811"/>
                </a:lnTo>
                <a:lnTo>
                  <a:pt x="262" y="1811"/>
                </a:lnTo>
                <a:lnTo>
                  <a:pt x="260" y="1811"/>
                </a:lnTo>
                <a:lnTo>
                  <a:pt x="259" y="1811"/>
                </a:lnTo>
                <a:lnTo>
                  <a:pt x="258" y="1811"/>
                </a:lnTo>
                <a:lnTo>
                  <a:pt x="258" y="1812"/>
                </a:lnTo>
                <a:lnTo>
                  <a:pt x="258" y="1813"/>
                </a:lnTo>
                <a:lnTo>
                  <a:pt x="259" y="1814"/>
                </a:lnTo>
                <a:lnTo>
                  <a:pt x="258" y="1815"/>
                </a:lnTo>
                <a:lnTo>
                  <a:pt x="257" y="1814"/>
                </a:lnTo>
                <a:lnTo>
                  <a:pt x="255" y="1814"/>
                </a:lnTo>
                <a:lnTo>
                  <a:pt x="254" y="1814"/>
                </a:lnTo>
                <a:lnTo>
                  <a:pt x="253" y="1814"/>
                </a:lnTo>
                <a:lnTo>
                  <a:pt x="253" y="1813"/>
                </a:lnTo>
                <a:lnTo>
                  <a:pt x="252" y="1813"/>
                </a:lnTo>
                <a:lnTo>
                  <a:pt x="251" y="1813"/>
                </a:lnTo>
                <a:lnTo>
                  <a:pt x="250" y="1813"/>
                </a:lnTo>
                <a:lnTo>
                  <a:pt x="249" y="1813"/>
                </a:lnTo>
                <a:lnTo>
                  <a:pt x="247" y="1813"/>
                </a:lnTo>
                <a:lnTo>
                  <a:pt x="246" y="1813"/>
                </a:lnTo>
                <a:lnTo>
                  <a:pt x="246" y="1814"/>
                </a:lnTo>
                <a:lnTo>
                  <a:pt x="245" y="1814"/>
                </a:lnTo>
                <a:lnTo>
                  <a:pt x="241" y="1814"/>
                </a:lnTo>
                <a:lnTo>
                  <a:pt x="240" y="1814"/>
                </a:lnTo>
                <a:lnTo>
                  <a:pt x="239" y="1814"/>
                </a:lnTo>
                <a:lnTo>
                  <a:pt x="239" y="1813"/>
                </a:lnTo>
                <a:lnTo>
                  <a:pt x="239" y="1812"/>
                </a:lnTo>
                <a:lnTo>
                  <a:pt x="239" y="1811"/>
                </a:lnTo>
                <a:lnTo>
                  <a:pt x="240" y="1810"/>
                </a:lnTo>
                <a:lnTo>
                  <a:pt x="239" y="1808"/>
                </a:lnTo>
                <a:lnTo>
                  <a:pt x="240" y="1807"/>
                </a:lnTo>
                <a:lnTo>
                  <a:pt x="240" y="1806"/>
                </a:lnTo>
                <a:lnTo>
                  <a:pt x="240" y="1805"/>
                </a:lnTo>
                <a:lnTo>
                  <a:pt x="239" y="1804"/>
                </a:lnTo>
                <a:lnTo>
                  <a:pt x="239" y="1803"/>
                </a:lnTo>
                <a:lnTo>
                  <a:pt x="238" y="1802"/>
                </a:lnTo>
                <a:lnTo>
                  <a:pt x="238" y="1801"/>
                </a:lnTo>
                <a:lnTo>
                  <a:pt x="236" y="1799"/>
                </a:lnTo>
                <a:lnTo>
                  <a:pt x="235" y="1798"/>
                </a:lnTo>
                <a:lnTo>
                  <a:pt x="235" y="1797"/>
                </a:lnTo>
                <a:lnTo>
                  <a:pt x="235" y="1795"/>
                </a:lnTo>
                <a:lnTo>
                  <a:pt x="234" y="1795"/>
                </a:lnTo>
                <a:lnTo>
                  <a:pt x="234" y="1794"/>
                </a:lnTo>
                <a:lnTo>
                  <a:pt x="233" y="1794"/>
                </a:lnTo>
                <a:lnTo>
                  <a:pt x="232" y="1794"/>
                </a:lnTo>
                <a:lnTo>
                  <a:pt x="231" y="1794"/>
                </a:lnTo>
                <a:lnTo>
                  <a:pt x="230" y="1794"/>
                </a:lnTo>
                <a:lnTo>
                  <a:pt x="229" y="1794"/>
                </a:lnTo>
                <a:lnTo>
                  <a:pt x="228" y="1795"/>
                </a:lnTo>
                <a:lnTo>
                  <a:pt x="227" y="1795"/>
                </a:lnTo>
                <a:lnTo>
                  <a:pt x="226" y="1795"/>
                </a:lnTo>
                <a:lnTo>
                  <a:pt x="225" y="1795"/>
                </a:lnTo>
                <a:lnTo>
                  <a:pt x="225" y="1794"/>
                </a:lnTo>
                <a:lnTo>
                  <a:pt x="224" y="1794"/>
                </a:lnTo>
                <a:lnTo>
                  <a:pt x="224" y="1793"/>
                </a:lnTo>
                <a:lnTo>
                  <a:pt x="223" y="1793"/>
                </a:lnTo>
                <a:lnTo>
                  <a:pt x="223" y="1792"/>
                </a:lnTo>
                <a:lnTo>
                  <a:pt x="222" y="1792"/>
                </a:lnTo>
                <a:lnTo>
                  <a:pt x="222" y="1791"/>
                </a:lnTo>
                <a:lnTo>
                  <a:pt x="222" y="1790"/>
                </a:lnTo>
                <a:lnTo>
                  <a:pt x="221" y="1789"/>
                </a:lnTo>
                <a:lnTo>
                  <a:pt x="222" y="1789"/>
                </a:lnTo>
                <a:lnTo>
                  <a:pt x="222" y="1788"/>
                </a:lnTo>
                <a:lnTo>
                  <a:pt x="221" y="1788"/>
                </a:lnTo>
                <a:lnTo>
                  <a:pt x="221" y="1787"/>
                </a:lnTo>
                <a:lnTo>
                  <a:pt x="220" y="1786"/>
                </a:lnTo>
                <a:lnTo>
                  <a:pt x="221" y="1786"/>
                </a:lnTo>
                <a:lnTo>
                  <a:pt x="221" y="1785"/>
                </a:lnTo>
                <a:lnTo>
                  <a:pt x="221" y="1784"/>
                </a:lnTo>
                <a:lnTo>
                  <a:pt x="220" y="1784"/>
                </a:lnTo>
                <a:lnTo>
                  <a:pt x="219" y="1783"/>
                </a:lnTo>
                <a:lnTo>
                  <a:pt x="220" y="1783"/>
                </a:lnTo>
                <a:lnTo>
                  <a:pt x="221" y="1782"/>
                </a:lnTo>
                <a:lnTo>
                  <a:pt x="222" y="1782"/>
                </a:lnTo>
                <a:lnTo>
                  <a:pt x="223" y="1782"/>
                </a:lnTo>
                <a:lnTo>
                  <a:pt x="223" y="1781"/>
                </a:lnTo>
                <a:lnTo>
                  <a:pt x="222" y="1780"/>
                </a:lnTo>
                <a:lnTo>
                  <a:pt x="223" y="1780"/>
                </a:lnTo>
                <a:lnTo>
                  <a:pt x="225" y="1780"/>
                </a:lnTo>
                <a:lnTo>
                  <a:pt x="226" y="1780"/>
                </a:lnTo>
                <a:lnTo>
                  <a:pt x="227" y="1780"/>
                </a:lnTo>
                <a:lnTo>
                  <a:pt x="227" y="1779"/>
                </a:lnTo>
                <a:lnTo>
                  <a:pt x="227" y="1778"/>
                </a:lnTo>
                <a:lnTo>
                  <a:pt x="227" y="1776"/>
                </a:lnTo>
                <a:lnTo>
                  <a:pt x="226" y="1775"/>
                </a:lnTo>
                <a:lnTo>
                  <a:pt x="226" y="1774"/>
                </a:lnTo>
                <a:lnTo>
                  <a:pt x="226" y="1773"/>
                </a:lnTo>
                <a:lnTo>
                  <a:pt x="227" y="1773"/>
                </a:lnTo>
                <a:lnTo>
                  <a:pt x="228" y="1773"/>
                </a:lnTo>
                <a:lnTo>
                  <a:pt x="229" y="1773"/>
                </a:lnTo>
                <a:lnTo>
                  <a:pt x="230" y="1773"/>
                </a:lnTo>
                <a:lnTo>
                  <a:pt x="231" y="1773"/>
                </a:lnTo>
                <a:lnTo>
                  <a:pt x="232" y="1773"/>
                </a:lnTo>
                <a:lnTo>
                  <a:pt x="231" y="1771"/>
                </a:lnTo>
                <a:lnTo>
                  <a:pt x="230" y="1771"/>
                </a:lnTo>
                <a:lnTo>
                  <a:pt x="230" y="1770"/>
                </a:lnTo>
                <a:lnTo>
                  <a:pt x="228" y="1769"/>
                </a:lnTo>
                <a:lnTo>
                  <a:pt x="228" y="1767"/>
                </a:lnTo>
                <a:lnTo>
                  <a:pt x="227" y="1766"/>
                </a:lnTo>
                <a:lnTo>
                  <a:pt x="226" y="1765"/>
                </a:lnTo>
                <a:lnTo>
                  <a:pt x="225" y="1765"/>
                </a:lnTo>
                <a:lnTo>
                  <a:pt x="225" y="1764"/>
                </a:lnTo>
                <a:lnTo>
                  <a:pt x="224" y="1763"/>
                </a:lnTo>
                <a:lnTo>
                  <a:pt x="224" y="1762"/>
                </a:lnTo>
                <a:lnTo>
                  <a:pt x="224" y="1761"/>
                </a:lnTo>
                <a:lnTo>
                  <a:pt x="225" y="1760"/>
                </a:lnTo>
                <a:lnTo>
                  <a:pt x="225" y="1759"/>
                </a:lnTo>
                <a:lnTo>
                  <a:pt x="226" y="1759"/>
                </a:lnTo>
                <a:lnTo>
                  <a:pt x="226" y="1758"/>
                </a:lnTo>
                <a:lnTo>
                  <a:pt x="227" y="1757"/>
                </a:lnTo>
                <a:lnTo>
                  <a:pt x="228" y="1757"/>
                </a:lnTo>
                <a:lnTo>
                  <a:pt x="228" y="1756"/>
                </a:lnTo>
                <a:lnTo>
                  <a:pt x="228" y="1755"/>
                </a:lnTo>
                <a:lnTo>
                  <a:pt x="228" y="1754"/>
                </a:lnTo>
                <a:lnTo>
                  <a:pt x="228" y="1753"/>
                </a:lnTo>
                <a:lnTo>
                  <a:pt x="228" y="1752"/>
                </a:lnTo>
                <a:lnTo>
                  <a:pt x="227" y="1752"/>
                </a:lnTo>
                <a:lnTo>
                  <a:pt x="227" y="1751"/>
                </a:lnTo>
                <a:lnTo>
                  <a:pt x="226" y="1750"/>
                </a:lnTo>
                <a:lnTo>
                  <a:pt x="226" y="1749"/>
                </a:lnTo>
                <a:lnTo>
                  <a:pt x="227" y="1749"/>
                </a:lnTo>
                <a:lnTo>
                  <a:pt x="227" y="1748"/>
                </a:lnTo>
                <a:lnTo>
                  <a:pt x="226" y="1748"/>
                </a:lnTo>
                <a:lnTo>
                  <a:pt x="225" y="1748"/>
                </a:lnTo>
                <a:lnTo>
                  <a:pt x="225" y="1747"/>
                </a:lnTo>
                <a:lnTo>
                  <a:pt x="225" y="1746"/>
                </a:lnTo>
                <a:lnTo>
                  <a:pt x="225" y="1745"/>
                </a:lnTo>
                <a:lnTo>
                  <a:pt x="224" y="1745"/>
                </a:lnTo>
                <a:lnTo>
                  <a:pt x="223" y="1744"/>
                </a:lnTo>
                <a:lnTo>
                  <a:pt x="222" y="1743"/>
                </a:lnTo>
                <a:lnTo>
                  <a:pt x="222" y="1742"/>
                </a:lnTo>
                <a:lnTo>
                  <a:pt x="222" y="1741"/>
                </a:lnTo>
                <a:lnTo>
                  <a:pt x="221" y="1740"/>
                </a:lnTo>
                <a:lnTo>
                  <a:pt x="221" y="1739"/>
                </a:lnTo>
                <a:lnTo>
                  <a:pt x="219" y="1738"/>
                </a:lnTo>
                <a:lnTo>
                  <a:pt x="219" y="1737"/>
                </a:lnTo>
                <a:lnTo>
                  <a:pt x="220" y="1736"/>
                </a:lnTo>
                <a:lnTo>
                  <a:pt x="220" y="1735"/>
                </a:lnTo>
                <a:lnTo>
                  <a:pt x="219" y="1734"/>
                </a:lnTo>
                <a:lnTo>
                  <a:pt x="218" y="1733"/>
                </a:lnTo>
                <a:lnTo>
                  <a:pt x="218" y="1732"/>
                </a:lnTo>
                <a:lnTo>
                  <a:pt x="217" y="1732"/>
                </a:lnTo>
                <a:lnTo>
                  <a:pt x="216" y="1732"/>
                </a:lnTo>
                <a:lnTo>
                  <a:pt x="216" y="1731"/>
                </a:lnTo>
                <a:lnTo>
                  <a:pt x="215" y="1731"/>
                </a:lnTo>
                <a:lnTo>
                  <a:pt x="214" y="1730"/>
                </a:lnTo>
                <a:lnTo>
                  <a:pt x="214" y="1729"/>
                </a:lnTo>
                <a:lnTo>
                  <a:pt x="213" y="1728"/>
                </a:lnTo>
                <a:lnTo>
                  <a:pt x="211" y="1727"/>
                </a:lnTo>
                <a:lnTo>
                  <a:pt x="210" y="1726"/>
                </a:lnTo>
                <a:lnTo>
                  <a:pt x="209" y="1725"/>
                </a:lnTo>
                <a:lnTo>
                  <a:pt x="208" y="1725"/>
                </a:lnTo>
                <a:lnTo>
                  <a:pt x="208" y="1724"/>
                </a:lnTo>
                <a:lnTo>
                  <a:pt x="207" y="1724"/>
                </a:lnTo>
                <a:lnTo>
                  <a:pt x="206" y="1723"/>
                </a:lnTo>
                <a:lnTo>
                  <a:pt x="205" y="1723"/>
                </a:lnTo>
                <a:lnTo>
                  <a:pt x="205" y="1722"/>
                </a:lnTo>
                <a:lnTo>
                  <a:pt x="204" y="1722"/>
                </a:lnTo>
                <a:lnTo>
                  <a:pt x="203" y="1721"/>
                </a:lnTo>
                <a:lnTo>
                  <a:pt x="202" y="1720"/>
                </a:lnTo>
                <a:lnTo>
                  <a:pt x="201" y="1720"/>
                </a:lnTo>
                <a:lnTo>
                  <a:pt x="200" y="1720"/>
                </a:lnTo>
                <a:lnTo>
                  <a:pt x="199" y="1720"/>
                </a:lnTo>
                <a:lnTo>
                  <a:pt x="198" y="1720"/>
                </a:lnTo>
                <a:lnTo>
                  <a:pt x="198" y="1719"/>
                </a:lnTo>
                <a:lnTo>
                  <a:pt x="197" y="1719"/>
                </a:lnTo>
                <a:lnTo>
                  <a:pt x="196" y="1718"/>
                </a:lnTo>
                <a:lnTo>
                  <a:pt x="195" y="1718"/>
                </a:lnTo>
                <a:lnTo>
                  <a:pt x="194" y="1718"/>
                </a:lnTo>
                <a:lnTo>
                  <a:pt x="193" y="1718"/>
                </a:lnTo>
                <a:lnTo>
                  <a:pt x="191" y="1718"/>
                </a:lnTo>
                <a:lnTo>
                  <a:pt x="190" y="1718"/>
                </a:lnTo>
                <a:lnTo>
                  <a:pt x="189" y="1718"/>
                </a:lnTo>
                <a:lnTo>
                  <a:pt x="188" y="1719"/>
                </a:lnTo>
                <a:lnTo>
                  <a:pt x="187" y="1718"/>
                </a:lnTo>
                <a:lnTo>
                  <a:pt x="184" y="1718"/>
                </a:lnTo>
                <a:lnTo>
                  <a:pt x="184" y="1717"/>
                </a:lnTo>
                <a:lnTo>
                  <a:pt x="184" y="1718"/>
                </a:lnTo>
                <a:lnTo>
                  <a:pt x="183" y="1718"/>
                </a:lnTo>
                <a:lnTo>
                  <a:pt x="183" y="1719"/>
                </a:lnTo>
                <a:lnTo>
                  <a:pt x="183" y="1720"/>
                </a:lnTo>
                <a:lnTo>
                  <a:pt x="183" y="1721"/>
                </a:lnTo>
                <a:lnTo>
                  <a:pt x="183" y="1722"/>
                </a:lnTo>
                <a:lnTo>
                  <a:pt x="182" y="1722"/>
                </a:lnTo>
                <a:lnTo>
                  <a:pt x="181" y="1721"/>
                </a:lnTo>
                <a:lnTo>
                  <a:pt x="181" y="1720"/>
                </a:lnTo>
                <a:lnTo>
                  <a:pt x="180" y="1720"/>
                </a:lnTo>
                <a:lnTo>
                  <a:pt x="179" y="1721"/>
                </a:lnTo>
                <a:lnTo>
                  <a:pt x="179" y="1722"/>
                </a:lnTo>
                <a:lnTo>
                  <a:pt x="178" y="1722"/>
                </a:lnTo>
                <a:lnTo>
                  <a:pt x="177" y="1723"/>
                </a:lnTo>
                <a:lnTo>
                  <a:pt x="176" y="1722"/>
                </a:lnTo>
                <a:lnTo>
                  <a:pt x="175" y="1721"/>
                </a:lnTo>
                <a:lnTo>
                  <a:pt x="175" y="1720"/>
                </a:lnTo>
                <a:lnTo>
                  <a:pt x="175" y="1719"/>
                </a:lnTo>
                <a:lnTo>
                  <a:pt x="174" y="1718"/>
                </a:lnTo>
                <a:lnTo>
                  <a:pt x="174" y="1717"/>
                </a:lnTo>
                <a:lnTo>
                  <a:pt x="173" y="1716"/>
                </a:lnTo>
                <a:lnTo>
                  <a:pt x="173" y="1714"/>
                </a:lnTo>
                <a:lnTo>
                  <a:pt x="174" y="1714"/>
                </a:lnTo>
                <a:lnTo>
                  <a:pt x="174" y="1713"/>
                </a:lnTo>
                <a:lnTo>
                  <a:pt x="174" y="1712"/>
                </a:lnTo>
                <a:lnTo>
                  <a:pt x="174" y="1710"/>
                </a:lnTo>
                <a:lnTo>
                  <a:pt x="174" y="1709"/>
                </a:lnTo>
                <a:lnTo>
                  <a:pt x="174" y="1708"/>
                </a:lnTo>
                <a:lnTo>
                  <a:pt x="174" y="1707"/>
                </a:lnTo>
                <a:lnTo>
                  <a:pt x="173" y="1706"/>
                </a:lnTo>
                <a:lnTo>
                  <a:pt x="173" y="1705"/>
                </a:lnTo>
                <a:lnTo>
                  <a:pt x="171" y="1704"/>
                </a:lnTo>
                <a:lnTo>
                  <a:pt x="171" y="1702"/>
                </a:lnTo>
                <a:lnTo>
                  <a:pt x="171" y="1701"/>
                </a:lnTo>
                <a:lnTo>
                  <a:pt x="172" y="1701"/>
                </a:lnTo>
                <a:lnTo>
                  <a:pt x="173" y="1700"/>
                </a:lnTo>
                <a:lnTo>
                  <a:pt x="172" y="1699"/>
                </a:lnTo>
                <a:lnTo>
                  <a:pt x="171" y="1699"/>
                </a:lnTo>
                <a:lnTo>
                  <a:pt x="170" y="1699"/>
                </a:lnTo>
                <a:lnTo>
                  <a:pt x="168" y="1698"/>
                </a:lnTo>
                <a:lnTo>
                  <a:pt x="167" y="1698"/>
                </a:lnTo>
                <a:lnTo>
                  <a:pt x="166" y="1698"/>
                </a:lnTo>
                <a:lnTo>
                  <a:pt x="165" y="1697"/>
                </a:lnTo>
                <a:lnTo>
                  <a:pt x="164" y="1697"/>
                </a:lnTo>
                <a:lnTo>
                  <a:pt x="162" y="1697"/>
                </a:lnTo>
                <a:lnTo>
                  <a:pt x="161" y="1697"/>
                </a:lnTo>
                <a:lnTo>
                  <a:pt x="160" y="1697"/>
                </a:lnTo>
                <a:lnTo>
                  <a:pt x="159" y="1697"/>
                </a:lnTo>
                <a:lnTo>
                  <a:pt x="158" y="1698"/>
                </a:lnTo>
                <a:lnTo>
                  <a:pt x="157" y="1698"/>
                </a:lnTo>
                <a:lnTo>
                  <a:pt x="156" y="1697"/>
                </a:lnTo>
                <a:lnTo>
                  <a:pt x="155" y="1697"/>
                </a:lnTo>
                <a:lnTo>
                  <a:pt x="154" y="1697"/>
                </a:lnTo>
                <a:lnTo>
                  <a:pt x="153" y="1696"/>
                </a:lnTo>
                <a:lnTo>
                  <a:pt x="151" y="1696"/>
                </a:lnTo>
                <a:lnTo>
                  <a:pt x="151" y="1695"/>
                </a:lnTo>
                <a:lnTo>
                  <a:pt x="150" y="1695"/>
                </a:lnTo>
                <a:lnTo>
                  <a:pt x="150" y="1694"/>
                </a:lnTo>
                <a:lnTo>
                  <a:pt x="151" y="1693"/>
                </a:lnTo>
                <a:lnTo>
                  <a:pt x="150" y="1692"/>
                </a:lnTo>
                <a:lnTo>
                  <a:pt x="149" y="1692"/>
                </a:lnTo>
                <a:lnTo>
                  <a:pt x="149" y="1691"/>
                </a:lnTo>
                <a:lnTo>
                  <a:pt x="148" y="1691"/>
                </a:lnTo>
                <a:lnTo>
                  <a:pt x="147" y="1692"/>
                </a:lnTo>
                <a:lnTo>
                  <a:pt x="147" y="1693"/>
                </a:lnTo>
                <a:lnTo>
                  <a:pt x="146" y="1693"/>
                </a:lnTo>
                <a:lnTo>
                  <a:pt x="145" y="1693"/>
                </a:lnTo>
                <a:lnTo>
                  <a:pt x="144" y="1693"/>
                </a:lnTo>
                <a:lnTo>
                  <a:pt x="143" y="1693"/>
                </a:lnTo>
                <a:lnTo>
                  <a:pt x="142" y="1694"/>
                </a:lnTo>
                <a:lnTo>
                  <a:pt x="141" y="1694"/>
                </a:lnTo>
                <a:lnTo>
                  <a:pt x="141" y="1693"/>
                </a:lnTo>
                <a:lnTo>
                  <a:pt x="140" y="1693"/>
                </a:lnTo>
                <a:lnTo>
                  <a:pt x="139" y="1693"/>
                </a:lnTo>
                <a:lnTo>
                  <a:pt x="138" y="1693"/>
                </a:lnTo>
                <a:lnTo>
                  <a:pt x="136" y="1694"/>
                </a:lnTo>
                <a:lnTo>
                  <a:pt x="136" y="1695"/>
                </a:lnTo>
                <a:lnTo>
                  <a:pt x="134" y="1695"/>
                </a:lnTo>
                <a:lnTo>
                  <a:pt x="134" y="1694"/>
                </a:lnTo>
                <a:lnTo>
                  <a:pt x="133" y="1695"/>
                </a:lnTo>
                <a:lnTo>
                  <a:pt x="132" y="1695"/>
                </a:lnTo>
                <a:lnTo>
                  <a:pt x="131" y="1695"/>
                </a:lnTo>
                <a:lnTo>
                  <a:pt x="130" y="1695"/>
                </a:lnTo>
                <a:lnTo>
                  <a:pt x="130" y="1696"/>
                </a:lnTo>
                <a:lnTo>
                  <a:pt x="129" y="1696"/>
                </a:lnTo>
                <a:lnTo>
                  <a:pt x="129" y="1697"/>
                </a:lnTo>
                <a:lnTo>
                  <a:pt x="129" y="1698"/>
                </a:lnTo>
                <a:lnTo>
                  <a:pt x="129" y="1699"/>
                </a:lnTo>
                <a:lnTo>
                  <a:pt x="130" y="1699"/>
                </a:lnTo>
                <a:lnTo>
                  <a:pt x="130" y="1700"/>
                </a:lnTo>
                <a:lnTo>
                  <a:pt x="129" y="1700"/>
                </a:lnTo>
                <a:lnTo>
                  <a:pt x="128" y="1700"/>
                </a:lnTo>
                <a:lnTo>
                  <a:pt x="128" y="1701"/>
                </a:lnTo>
                <a:lnTo>
                  <a:pt x="127" y="1701"/>
                </a:lnTo>
                <a:lnTo>
                  <a:pt x="126" y="1701"/>
                </a:lnTo>
                <a:lnTo>
                  <a:pt x="126" y="1700"/>
                </a:lnTo>
                <a:lnTo>
                  <a:pt x="125" y="1699"/>
                </a:lnTo>
                <a:lnTo>
                  <a:pt x="125" y="1698"/>
                </a:lnTo>
                <a:lnTo>
                  <a:pt x="124" y="1697"/>
                </a:lnTo>
                <a:lnTo>
                  <a:pt x="124" y="1696"/>
                </a:lnTo>
                <a:lnTo>
                  <a:pt x="124" y="1695"/>
                </a:lnTo>
                <a:lnTo>
                  <a:pt x="123" y="1694"/>
                </a:lnTo>
                <a:lnTo>
                  <a:pt x="122" y="1693"/>
                </a:lnTo>
                <a:lnTo>
                  <a:pt x="122" y="1692"/>
                </a:lnTo>
                <a:lnTo>
                  <a:pt x="122" y="1691"/>
                </a:lnTo>
                <a:lnTo>
                  <a:pt x="122" y="1690"/>
                </a:lnTo>
                <a:lnTo>
                  <a:pt x="122" y="1689"/>
                </a:lnTo>
                <a:lnTo>
                  <a:pt x="118" y="1689"/>
                </a:lnTo>
                <a:lnTo>
                  <a:pt x="117" y="1689"/>
                </a:lnTo>
                <a:lnTo>
                  <a:pt x="117" y="1690"/>
                </a:lnTo>
                <a:lnTo>
                  <a:pt x="117" y="1691"/>
                </a:lnTo>
                <a:lnTo>
                  <a:pt x="116" y="1691"/>
                </a:lnTo>
                <a:lnTo>
                  <a:pt x="115" y="1692"/>
                </a:lnTo>
                <a:lnTo>
                  <a:pt x="114" y="1692"/>
                </a:lnTo>
                <a:lnTo>
                  <a:pt x="113" y="1692"/>
                </a:lnTo>
                <a:lnTo>
                  <a:pt x="112" y="1691"/>
                </a:lnTo>
                <a:lnTo>
                  <a:pt x="111" y="1691"/>
                </a:lnTo>
                <a:lnTo>
                  <a:pt x="110" y="1690"/>
                </a:lnTo>
                <a:lnTo>
                  <a:pt x="110" y="1689"/>
                </a:lnTo>
                <a:lnTo>
                  <a:pt x="110" y="1688"/>
                </a:lnTo>
                <a:lnTo>
                  <a:pt x="110" y="1687"/>
                </a:lnTo>
                <a:lnTo>
                  <a:pt x="109" y="1687"/>
                </a:lnTo>
                <a:lnTo>
                  <a:pt x="109" y="1686"/>
                </a:lnTo>
                <a:lnTo>
                  <a:pt x="109" y="1685"/>
                </a:lnTo>
                <a:lnTo>
                  <a:pt x="108" y="1685"/>
                </a:lnTo>
                <a:lnTo>
                  <a:pt x="107" y="1685"/>
                </a:lnTo>
                <a:lnTo>
                  <a:pt x="107" y="1686"/>
                </a:lnTo>
                <a:lnTo>
                  <a:pt x="106" y="1686"/>
                </a:lnTo>
                <a:lnTo>
                  <a:pt x="105" y="1686"/>
                </a:lnTo>
                <a:lnTo>
                  <a:pt x="104" y="1687"/>
                </a:lnTo>
                <a:lnTo>
                  <a:pt x="103" y="1687"/>
                </a:lnTo>
                <a:lnTo>
                  <a:pt x="102" y="1687"/>
                </a:lnTo>
                <a:lnTo>
                  <a:pt x="102" y="1688"/>
                </a:lnTo>
                <a:lnTo>
                  <a:pt x="101" y="1688"/>
                </a:lnTo>
                <a:lnTo>
                  <a:pt x="101" y="1689"/>
                </a:lnTo>
                <a:lnTo>
                  <a:pt x="101" y="1690"/>
                </a:lnTo>
                <a:lnTo>
                  <a:pt x="100" y="1690"/>
                </a:lnTo>
                <a:lnTo>
                  <a:pt x="99" y="1690"/>
                </a:lnTo>
                <a:lnTo>
                  <a:pt x="97" y="1691"/>
                </a:lnTo>
                <a:lnTo>
                  <a:pt x="96" y="1690"/>
                </a:lnTo>
                <a:lnTo>
                  <a:pt x="94" y="1688"/>
                </a:lnTo>
                <a:lnTo>
                  <a:pt x="94" y="1687"/>
                </a:lnTo>
                <a:lnTo>
                  <a:pt x="93" y="1686"/>
                </a:lnTo>
                <a:lnTo>
                  <a:pt x="92" y="1686"/>
                </a:lnTo>
                <a:lnTo>
                  <a:pt x="91" y="1687"/>
                </a:lnTo>
                <a:lnTo>
                  <a:pt x="91" y="1688"/>
                </a:lnTo>
                <a:lnTo>
                  <a:pt x="90" y="1687"/>
                </a:lnTo>
                <a:lnTo>
                  <a:pt x="90" y="1686"/>
                </a:lnTo>
                <a:lnTo>
                  <a:pt x="90" y="1684"/>
                </a:lnTo>
                <a:lnTo>
                  <a:pt x="90" y="1683"/>
                </a:lnTo>
                <a:lnTo>
                  <a:pt x="90" y="1682"/>
                </a:lnTo>
                <a:lnTo>
                  <a:pt x="89" y="1682"/>
                </a:lnTo>
                <a:lnTo>
                  <a:pt x="88" y="1681"/>
                </a:lnTo>
                <a:lnTo>
                  <a:pt x="87" y="1681"/>
                </a:lnTo>
                <a:lnTo>
                  <a:pt x="87" y="1680"/>
                </a:lnTo>
                <a:lnTo>
                  <a:pt x="87" y="1679"/>
                </a:lnTo>
                <a:lnTo>
                  <a:pt x="89" y="1678"/>
                </a:lnTo>
                <a:lnTo>
                  <a:pt x="89" y="1677"/>
                </a:lnTo>
                <a:lnTo>
                  <a:pt x="90" y="1676"/>
                </a:lnTo>
                <a:lnTo>
                  <a:pt x="89" y="1676"/>
                </a:lnTo>
                <a:lnTo>
                  <a:pt x="89" y="1675"/>
                </a:lnTo>
                <a:lnTo>
                  <a:pt x="88" y="1674"/>
                </a:lnTo>
                <a:lnTo>
                  <a:pt x="88" y="1673"/>
                </a:lnTo>
                <a:lnTo>
                  <a:pt x="89" y="1673"/>
                </a:lnTo>
                <a:lnTo>
                  <a:pt x="90" y="1673"/>
                </a:lnTo>
                <a:lnTo>
                  <a:pt x="90" y="1672"/>
                </a:lnTo>
                <a:lnTo>
                  <a:pt x="91" y="1671"/>
                </a:lnTo>
                <a:lnTo>
                  <a:pt x="91" y="1670"/>
                </a:lnTo>
                <a:lnTo>
                  <a:pt x="92" y="1669"/>
                </a:lnTo>
                <a:lnTo>
                  <a:pt x="93" y="1669"/>
                </a:lnTo>
                <a:lnTo>
                  <a:pt x="94" y="1669"/>
                </a:lnTo>
                <a:lnTo>
                  <a:pt x="95" y="1669"/>
                </a:lnTo>
                <a:lnTo>
                  <a:pt x="96" y="1670"/>
                </a:lnTo>
                <a:lnTo>
                  <a:pt x="97" y="1670"/>
                </a:lnTo>
                <a:lnTo>
                  <a:pt x="98" y="1670"/>
                </a:lnTo>
                <a:lnTo>
                  <a:pt x="99" y="1670"/>
                </a:lnTo>
                <a:lnTo>
                  <a:pt x="99" y="1669"/>
                </a:lnTo>
                <a:lnTo>
                  <a:pt x="99" y="1668"/>
                </a:lnTo>
                <a:lnTo>
                  <a:pt x="100" y="1668"/>
                </a:lnTo>
                <a:lnTo>
                  <a:pt x="101" y="1668"/>
                </a:lnTo>
                <a:lnTo>
                  <a:pt x="102" y="1667"/>
                </a:lnTo>
                <a:lnTo>
                  <a:pt x="103" y="1667"/>
                </a:lnTo>
                <a:lnTo>
                  <a:pt x="103" y="1668"/>
                </a:lnTo>
                <a:lnTo>
                  <a:pt x="104" y="1668"/>
                </a:lnTo>
                <a:lnTo>
                  <a:pt x="104" y="1669"/>
                </a:lnTo>
                <a:lnTo>
                  <a:pt x="104" y="1670"/>
                </a:lnTo>
                <a:lnTo>
                  <a:pt x="105" y="1670"/>
                </a:lnTo>
                <a:lnTo>
                  <a:pt x="106" y="1670"/>
                </a:lnTo>
                <a:lnTo>
                  <a:pt x="106" y="1669"/>
                </a:lnTo>
                <a:lnTo>
                  <a:pt x="107" y="1668"/>
                </a:lnTo>
                <a:lnTo>
                  <a:pt x="108" y="1667"/>
                </a:lnTo>
                <a:lnTo>
                  <a:pt x="109" y="1666"/>
                </a:lnTo>
                <a:lnTo>
                  <a:pt x="110" y="1666"/>
                </a:lnTo>
                <a:lnTo>
                  <a:pt x="110" y="1665"/>
                </a:lnTo>
                <a:lnTo>
                  <a:pt x="111" y="1665"/>
                </a:lnTo>
                <a:lnTo>
                  <a:pt x="112" y="1665"/>
                </a:lnTo>
                <a:lnTo>
                  <a:pt x="113" y="1665"/>
                </a:lnTo>
                <a:lnTo>
                  <a:pt x="113" y="1666"/>
                </a:lnTo>
                <a:lnTo>
                  <a:pt x="114" y="1666"/>
                </a:lnTo>
                <a:lnTo>
                  <a:pt x="115" y="1667"/>
                </a:lnTo>
                <a:lnTo>
                  <a:pt x="115" y="1668"/>
                </a:lnTo>
                <a:lnTo>
                  <a:pt x="116" y="1668"/>
                </a:lnTo>
                <a:lnTo>
                  <a:pt x="117" y="1669"/>
                </a:lnTo>
                <a:lnTo>
                  <a:pt x="118" y="1670"/>
                </a:lnTo>
                <a:lnTo>
                  <a:pt x="118" y="1671"/>
                </a:lnTo>
                <a:lnTo>
                  <a:pt x="118" y="1672"/>
                </a:lnTo>
                <a:lnTo>
                  <a:pt x="119" y="1672"/>
                </a:lnTo>
                <a:lnTo>
                  <a:pt x="120" y="1672"/>
                </a:lnTo>
                <a:lnTo>
                  <a:pt x="121" y="1672"/>
                </a:lnTo>
                <a:lnTo>
                  <a:pt x="122" y="1672"/>
                </a:lnTo>
                <a:lnTo>
                  <a:pt x="123" y="1672"/>
                </a:lnTo>
                <a:lnTo>
                  <a:pt x="123" y="1671"/>
                </a:lnTo>
                <a:lnTo>
                  <a:pt x="124" y="1671"/>
                </a:lnTo>
                <a:lnTo>
                  <a:pt x="125" y="1671"/>
                </a:lnTo>
                <a:lnTo>
                  <a:pt x="126" y="1670"/>
                </a:lnTo>
                <a:lnTo>
                  <a:pt x="127" y="1670"/>
                </a:lnTo>
                <a:lnTo>
                  <a:pt x="128" y="1670"/>
                </a:lnTo>
                <a:lnTo>
                  <a:pt x="128" y="1669"/>
                </a:lnTo>
                <a:lnTo>
                  <a:pt x="128" y="1668"/>
                </a:lnTo>
                <a:lnTo>
                  <a:pt x="129" y="1667"/>
                </a:lnTo>
                <a:lnTo>
                  <a:pt x="129" y="1666"/>
                </a:lnTo>
                <a:lnTo>
                  <a:pt x="129" y="1665"/>
                </a:lnTo>
                <a:lnTo>
                  <a:pt x="131" y="1665"/>
                </a:lnTo>
                <a:lnTo>
                  <a:pt x="132" y="1665"/>
                </a:lnTo>
                <a:lnTo>
                  <a:pt x="133" y="1665"/>
                </a:lnTo>
                <a:lnTo>
                  <a:pt x="134" y="1665"/>
                </a:lnTo>
                <a:lnTo>
                  <a:pt x="135" y="1665"/>
                </a:lnTo>
                <a:lnTo>
                  <a:pt x="136" y="1665"/>
                </a:lnTo>
                <a:lnTo>
                  <a:pt x="136" y="1664"/>
                </a:lnTo>
                <a:lnTo>
                  <a:pt x="137" y="1664"/>
                </a:lnTo>
                <a:lnTo>
                  <a:pt x="138" y="1664"/>
                </a:lnTo>
                <a:lnTo>
                  <a:pt x="140" y="1663"/>
                </a:lnTo>
                <a:lnTo>
                  <a:pt x="142" y="1662"/>
                </a:lnTo>
                <a:lnTo>
                  <a:pt x="143" y="1662"/>
                </a:lnTo>
                <a:lnTo>
                  <a:pt x="144" y="1662"/>
                </a:lnTo>
                <a:lnTo>
                  <a:pt x="146" y="1662"/>
                </a:lnTo>
                <a:lnTo>
                  <a:pt x="147" y="1661"/>
                </a:lnTo>
                <a:lnTo>
                  <a:pt x="147" y="1660"/>
                </a:lnTo>
                <a:lnTo>
                  <a:pt x="147" y="1659"/>
                </a:lnTo>
                <a:lnTo>
                  <a:pt x="148" y="1658"/>
                </a:lnTo>
                <a:lnTo>
                  <a:pt x="148" y="1657"/>
                </a:lnTo>
                <a:lnTo>
                  <a:pt x="148" y="1656"/>
                </a:lnTo>
                <a:lnTo>
                  <a:pt x="147" y="1656"/>
                </a:lnTo>
                <a:lnTo>
                  <a:pt x="147" y="1655"/>
                </a:lnTo>
                <a:lnTo>
                  <a:pt x="147" y="1654"/>
                </a:lnTo>
                <a:lnTo>
                  <a:pt x="148" y="1654"/>
                </a:lnTo>
                <a:lnTo>
                  <a:pt x="149" y="1653"/>
                </a:lnTo>
                <a:lnTo>
                  <a:pt x="149" y="1652"/>
                </a:lnTo>
                <a:lnTo>
                  <a:pt x="149" y="1651"/>
                </a:lnTo>
                <a:lnTo>
                  <a:pt x="147" y="1648"/>
                </a:lnTo>
                <a:lnTo>
                  <a:pt x="147" y="1647"/>
                </a:lnTo>
                <a:lnTo>
                  <a:pt x="145" y="1646"/>
                </a:lnTo>
                <a:lnTo>
                  <a:pt x="144" y="1645"/>
                </a:lnTo>
                <a:lnTo>
                  <a:pt x="143" y="1644"/>
                </a:lnTo>
                <a:lnTo>
                  <a:pt x="143" y="1643"/>
                </a:lnTo>
                <a:lnTo>
                  <a:pt x="143" y="1642"/>
                </a:lnTo>
                <a:lnTo>
                  <a:pt x="142" y="1642"/>
                </a:lnTo>
                <a:lnTo>
                  <a:pt x="141" y="1642"/>
                </a:lnTo>
                <a:lnTo>
                  <a:pt x="139" y="1643"/>
                </a:lnTo>
                <a:lnTo>
                  <a:pt x="138" y="1643"/>
                </a:lnTo>
                <a:lnTo>
                  <a:pt x="137" y="1642"/>
                </a:lnTo>
                <a:lnTo>
                  <a:pt x="136" y="1642"/>
                </a:lnTo>
                <a:lnTo>
                  <a:pt x="135" y="1642"/>
                </a:lnTo>
                <a:lnTo>
                  <a:pt x="135" y="1641"/>
                </a:lnTo>
                <a:lnTo>
                  <a:pt x="136" y="1641"/>
                </a:lnTo>
                <a:lnTo>
                  <a:pt x="136" y="1640"/>
                </a:lnTo>
                <a:lnTo>
                  <a:pt x="135" y="1640"/>
                </a:lnTo>
                <a:lnTo>
                  <a:pt x="134" y="1639"/>
                </a:lnTo>
                <a:lnTo>
                  <a:pt x="132" y="1638"/>
                </a:lnTo>
                <a:lnTo>
                  <a:pt x="131" y="1638"/>
                </a:lnTo>
                <a:lnTo>
                  <a:pt x="130" y="1637"/>
                </a:lnTo>
                <a:lnTo>
                  <a:pt x="129" y="1636"/>
                </a:lnTo>
                <a:lnTo>
                  <a:pt x="129" y="1634"/>
                </a:lnTo>
                <a:lnTo>
                  <a:pt x="129" y="1633"/>
                </a:lnTo>
                <a:lnTo>
                  <a:pt x="129" y="1632"/>
                </a:lnTo>
                <a:lnTo>
                  <a:pt x="128" y="1631"/>
                </a:lnTo>
                <a:lnTo>
                  <a:pt x="128" y="1630"/>
                </a:lnTo>
                <a:lnTo>
                  <a:pt x="127" y="1629"/>
                </a:lnTo>
                <a:lnTo>
                  <a:pt x="126" y="1627"/>
                </a:lnTo>
                <a:lnTo>
                  <a:pt x="126" y="1626"/>
                </a:lnTo>
                <a:lnTo>
                  <a:pt x="126" y="1625"/>
                </a:lnTo>
                <a:lnTo>
                  <a:pt x="127" y="1625"/>
                </a:lnTo>
                <a:lnTo>
                  <a:pt x="128" y="1625"/>
                </a:lnTo>
                <a:lnTo>
                  <a:pt x="128" y="1624"/>
                </a:lnTo>
                <a:lnTo>
                  <a:pt x="128" y="1623"/>
                </a:lnTo>
                <a:lnTo>
                  <a:pt x="128" y="1622"/>
                </a:lnTo>
                <a:lnTo>
                  <a:pt x="128" y="1621"/>
                </a:lnTo>
                <a:lnTo>
                  <a:pt x="129" y="1621"/>
                </a:lnTo>
                <a:lnTo>
                  <a:pt x="130" y="1621"/>
                </a:lnTo>
                <a:lnTo>
                  <a:pt x="131" y="1620"/>
                </a:lnTo>
                <a:lnTo>
                  <a:pt x="132" y="1619"/>
                </a:lnTo>
                <a:lnTo>
                  <a:pt x="132" y="1618"/>
                </a:lnTo>
                <a:lnTo>
                  <a:pt x="133" y="1618"/>
                </a:lnTo>
                <a:lnTo>
                  <a:pt x="133" y="1617"/>
                </a:lnTo>
                <a:lnTo>
                  <a:pt x="134" y="1617"/>
                </a:lnTo>
                <a:lnTo>
                  <a:pt x="135" y="1616"/>
                </a:lnTo>
                <a:lnTo>
                  <a:pt x="136" y="1615"/>
                </a:lnTo>
                <a:lnTo>
                  <a:pt x="136" y="1614"/>
                </a:lnTo>
                <a:lnTo>
                  <a:pt x="136" y="1613"/>
                </a:lnTo>
                <a:lnTo>
                  <a:pt x="135" y="1613"/>
                </a:lnTo>
                <a:lnTo>
                  <a:pt x="133" y="1612"/>
                </a:lnTo>
                <a:lnTo>
                  <a:pt x="132" y="1611"/>
                </a:lnTo>
                <a:lnTo>
                  <a:pt x="130" y="1610"/>
                </a:lnTo>
                <a:lnTo>
                  <a:pt x="129" y="1609"/>
                </a:lnTo>
                <a:lnTo>
                  <a:pt x="128" y="1608"/>
                </a:lnTo>
                <a:lnTo>
                  <a:pt x="128" y="1607"/>
                </a:lnTo>
                <a:lnTo>
                  <a:pt x="129" y="1606"/>
                </a:lnTo>
                <a:lnTo>
                  <a:pt x="130" y="1604"/>
                </a:lnTo>
                <a:lnTo>
                  <a:pt x="129" y="1603"/>
                </a:lnTo>
                <a:lnTo>
                  <a:pt x="129" y="1602"/>
                </a:lnTo>
                <a:lnTo>
                  <a:pt x="128" y="1601"/>
                </a:lnTo>
                <a:lnTo>
                  <a:pt x="128" y="1600"/>
                </a:lnTo>
                <a:lnTo>
                  <a:pt x="128" y="1599"/>
                </a:lnTo>
                <a:lnTo>
                  <a:pt x="128" y="1598"/>
                </a:lnTo>
                <a:lnTo>
                  <a:pt x="128" y="1597"/>
                </a:lnTo>
                <a:lnTo>
                  <a:pt x="127" y="1596"/>
                </a:lnTo>
                <a:lnTo>
                  <a:pt x="128" y="1595"/>
                </a:lnTo>
                <a:lnTo>
                  <a:pt x="128" y="1594"/>
                </a:lnTo>
                <a:lnTo>
                  <a:pt x="129" y="1592"/>
                </a:lnTo>
                <a:lnTo>
                  <a:pt x="129" y="1591"/>
                </a:lnTo>
                <a:lnTo>
                  <a:pt x="129" y="1590"/>
                </a:lnTo>
                <a:lnTo>
                  <a:pt x="129" y="1589"/>
                </a:lnTo>
                <a:lnTo>
                  <a:pt x="128" y="1589"/>
                </a:lnTo>
                <a:lnTo>
                  <a:pt x="127" y="1589"/>
                </a:lnTo>
                <a:lnTo>
                  <a:pt x="126" y="1589"/>
                </a:lnTo>
                <a:lnTo>
                  <a:pt x="125" y="1589"/>
                </a:lnTo>
                <a:lnTo>
                  <a:pt x="124" y="1589"/>
                </a:lnTo>
                <a:lnTo>
                  <a:pt x="123" y="1588"/>
                </a:lnTo>
                <a:lnTo>
                  <a:pt x="123" y="1587"/>
                </a:lnTo>
                <a:lnTo>
                  <a:pt x="123" y="1586"/>
                </a:lnTo>
                <a:lnTo>
                  <a:pt x="122" y="1585"/>
                </a:lnTo>
                <a:lnTo>
                  <a:pt x="121" y="1584"/>
                </a:lnTo>
                <a:lnTo>
                  <a:pt x="119" y="1582"/>
                </a:lnTo>
                <a:lnTo>
                  <a:pt x="119" y="1581"/>
                </a:lnTo>
                <a:lnTo>
                  <a:pt x="119" y="1580"/>
                </a:lnTo>
                <a:lnTo>
                  <a:pt x="119" y="1578"/>
                </a:lnTo>
                <a:lnTo>
                  <a:pt x="119" y="1577"/>
                </a:lnTo>
                <a:lnTo>
                  <a:pt x="118" y="1576"/>
                </a:lnTo>
                <a:lnTo>
                  <a:pt x="118" y="1574"/>
                </a:lnTo>
                <a:lnTo>
                  <a:pt x="119" y="1572"/>
                </a:lnTo>
                <a:lnTo>
                  <a:pt x="119" y="1570"/>
                </a:lnTo>
                <a:lnTo>
                  <a:pt x="119" y="1569"/>
                </a:lnTo>
                <a:lnTo>
                  <a:pt x="118" y="1567"/>
                </a:lnTo>
                <a:lnTo>
                  <a:pt x="117" y="1565"/>
                </a:lnTo>
                <a:lnTo>
                  <a:pt x="117" y="1564"/>
                </a:lnTo>
                <a:lnTo>
                  <a:pt x="117" y="1563"/>
                </a:lnTo>
                <a:lnTo>
                  <a:pt x="118" y="1563"/>
                </a:lnTo>
                <a:lnTo>
                  <a:pt x="118" y="1562"/>
                </a:lnTo>
                <a:lnTo>
                  <a:pt x="117" y="1560"/>
                </a:lnTo>
                <a:lnTo>
                  <a:pt x="117" y="1559"/>
                </a:lnTo>
                <a:lnTo>
                  <a:pt x="117" y="1558"/>
                </a:lnTo>
                <a:lnTo>
                  <a:pt x="117" y="1557"/>
                </a:lnTo>
                <a:lnTo>
                  <a:pt x="118" y="1556"/>
                </a:lnTo>
                <a:lnTo>
                  <a:pt x="119" y="1555"/>
                </a:lnTo>
                <a:lnTo>
                  <a:pt x="120" y="1555"/>
                </a:lnTo>
                <a:lnTo>
                  <a:pt x="121" y="1555"/>
                </a:lnTo>
                <a:lnTo>
                  <a:pt x="121" y="1554"/>
                </a:lnTo>
                <a:lnTo>
                  <a:pt x="121" y="1553"/>
                </a:lnTo>
                <a:lnTo>
                  <a:pt x="123" y="1551"/>
                </a:lnTo>
                <a:lnTo>
                  <a:pt x="123" y="1550"/>
                </a:lnTo>
                <a:lnTo>
                  <a:pt x="124" y="1549"/>
                </a:lnTo>
                <a:lnTo>
                  <a:pt x="124" y="1548"/>
                </a:lnTo>
                <a:lnTo>
                  <a:pt x="124" y="1547"/>
                </a:lnTo>
                <a:lnTo>
                  <a:pt x="123" y="1546"/>
                </a:lnTo>
                <a:lnTo>
                  <a:pt x="123" y="1545"/>
                </a:lnTo>
                <a:lnTo>
                  <a:pt x="123" y="1544"/>
                </a:lnTo>
                <a:lnTo>
                  <a:pt x="123" y="1543"/>
                </a:lnTo>
                <a:lnTo>
                  <a:pt x="123" y="1542"/>
                </a:lnTo>
                <a:lnTo>
                  <a:pt x="122" y="1542"/>
                </a:lnTo>
                <a:lnTo>
                  <a:pt x="122" y="1541"/>
                </a:lnTo>
                <a:lnTo>
                  <a:pt x="121" y="1541"/>
                </a:lnTo>
                <a:lnTo>
                  <a:pt x="121" y="1542"/>
                </a:lnTo>
                <a:lnTo>
                  <a:pt x="119" y="1542"/>
                </a:lnTo>
                <a:lnTo>
                  <a:pt x="119" y="1541"/>
                </a:lnTo>
                <a:lnTo>
                  <a:pt x="118" y="1540"/>
                </a:lnTo>
                <a:lnTo>
                  <a:pt x="118" y="1539"/>
                </a:lnTo>
                <a:lnTo>
                  <a:pt x="117" y="1538"/>
                </a:lnTo>
                <a:lnTo>
                  <a:pt x="116" y="1537"/>
                </a:lnTo>
                <a:lnTo>
                  <a:pt x="115" y="1537"/>
                </a:lnTo>
                <a:lnTo>
                  <a:pt x="113" y="1537"/>
                </a:lnTo>
                <a:lnTo>
                  <a:pt x="112" y="1537"/>
                </a:lnTo>
                <a:lnTo>
                  <a:pt x="111" y="1537"/>
                </a:lnTo>
                <a:lnTo>
                  <a:pt x="110" y="1537"/>
                </a:lnTo>
                <a:lnTo>
                  <a:pt x="110" y="1536"/>
                </a:lnTo>
                <a:lnTo>
                  <a:pt x="109" y="1535"/>
                </a:lnTo>
                <a:lnTo>
                  <a:pt x="108" y="1535"/>
                </a:lnTo>
                <a:lnTo>
                  <a:pt x="107" y="1534"/>
                </a:lnTo>
                <a:lnTo>
                  <a:pt x="105" y="1533"/>
                </a:lnTo>
                <a:lnTo>
                  <a:pt x="105" y="1532"/>
                </a:lnTo>
                <a:lnTo>
                  <a:pt x="103" y="1531"/>
                </a:lnTo>
                <a:lnTo>
                  <a:pt x="102" y="1530"/>
                </a:lnTo>
                <a:lnTo>
                  <a:pt x="101" y="1530"/>
                </a:lnTo>
                <a:lnTo>
                  <a:pt x="100" y="1531"/>
                </a:lnTo>
                <a:lnTo>
                  <a:pt x="99" y="1531"/>
                </a:lnTo>
                <a:lnTo>
                  <a:pt x="98" y="1530"/>
                </a:lnTo>
                <a:lnTo>
                  <a:pt x="96" y="1530"/>
                </a:lnTo>
                <a:lnTo>
                  <a:pt x="95" y="1530"/>
                </a:lnTo>
                <a:lnTo>
                  <a:pt x="94" y="1529"/>
                </a:lnTo>
                <a:lnTo>
                  <a:pt x="93" y="1528"/>
                </a:lnTo>
                <a:lnTo>
                  <a:pt x="92" y="1527"/>
                </a:lnTo>
                <a:lnTo>
                  <a:pt x="91" y="1527"/>
                </a:lnTo>
                <a:lnTo>
                  <a:pt x="89" y="1527"/>
                </a:lnTo>
                <a:lnTo>
                  <a:pt x="88" y="1527"/>
                </a:lnTo>
                <a:lnTo>
                  <a:pt x="87" y="1527"/>
                </a:lnTo>
                <a:lnTo>
                  <a:pt x="86" y="1527"/>
                </a:lnTo>
                <a:lnTo>
                  <a:pt x="84" y="1526"/>
                </a:lnTo>
                <a:lnTo>
                  <a:pt x="83" y="1526"/>
                </a:lnTo>
                <a:lnTo>
                  <a:pt x="82" y="1526"/>
                </a:lnTo>
                <a:lnTo>
                  <a:pt x="81" y="1525"/>
                </a:lnTo>
                <a:lnTo>
                  <a:pt x="80" y="1525"/>
                </a:lnTo>
                <a:lnTo>
                  <a:pt x="79" y="1525"/>
                </a:lnTo>
                <a:lnTo>
                  <a:pt x="77" y="1525"/>
                </a:lnTo>
                <a:lnTo>
                  <a:pt x="75" y="1525"/>
                </a:lnTo>
                <a:lnTo>
                  <a:pt x="74" y="1525"/>
                </a:lnTo>
                <a:lnTo>
                  <a:pt x="73" y="1525"/>
                </a:lnTo>
                <a:lnTo>
                  <a:pt x="72" y="1525"/>
                </a:lnTo>
                <a:lnTo>
                  <a:pt x="71" y="1525"/>
                </a:lnTo>
                <a:lnTo>
                  <a:pt x="70" y="1524"/>
                </a:lnTo>
                <a:lnTo>
                  <a:pt x="69" y="1525"/>
                </a:lnTo>
                <a:lnTo>
                  <a:pt x="65" y="1525"/>
                </a:lnTo>
                <a:lnTo>
                  <a:pt x="64" y="1524"/>
                </a:lnTo>
                <a:lnTo>
                  <a:pt x="63" y="1524"/>
                </a:lnTo>
                <a:lnTo>
                  <a:pt x="61" y="1524"/>
                </a:lnTo>
                <a:lnTo>
                  <a:pt x="60" y="1523"/>
                </a:lnTo>
                <a:lnTo>
                  <a:pt x="59" y="1523"/>
                </a:lnTo>
                <a:lnTo>
                  <a:pt x="58" y="1523"/>
                </a:lnTo>
                <a:lnTo>
                  <a:pt x="57" y="1524"/>
                </a:lnTo>
                <a:lnTo>
                  <a:pt x="56" y="1525"/>
                </a:lnTo>
                <a:lnTo>
                  <a:pt x="56" y="1526"/>
                </a:lnTo>
                <a:lnTo>
                  <a:pt x="56" y="1527"/>
                </a:lnTo>
                <a:lnTo>
                  <a:pt x="56" y="1528"/>
                </a:lnTo>
                <a:lnTo>
                  <a:pt x="56" y="1529"/>
                </a:lnTo>
                <a:lnTo>
                  <a:pt x="55" y="1529"/>
                </a:lnTo>
                <a:lnTo>
                  <a:pt x="54" y="1529"/>
                </a:lnTo>
                <a:lnTo>
                  <a:pt x="53" y="1529"/>
                </a:lnTo>
                <a:lnTo>
                  <a:pt x="52" y="1530"/>
                </a:lnTo>
                <a:lnTo>
                  <a:pt x="52" y="1531"/>
                </a:lnTo>
                <a:lnTo>
                  <a:pt x="51" y="1531"/>
                </a:lnTo>
                <a:lnTo>
                  <a:pt x="51" y="1532"/>
                </a:lnTo>
                <a:lnTo>
                  <a:pt x="51" y="1533"/>
                </a:lnTo>
                <a:lnTo>
                  <a:pt x="52" y="1534"/>
                </a:lnTo>
                <a:lnTo>
                  <a:pt x="53" y="1535"/>
                </a:lnTo>
                <a:lnTo>
                  <a:pt x="53" y="1536"/>
                </a:lnTo>
                <a:lnTo>
                  <a:pt x="52" y="1537"/>
                </a:lnTo>
                <a:lnTo>
                  <a:pt x="51" y="1536"/>
                </a:lnTo>
                <a:lnTo>
                  <a:pt x="50" y="1536"/>
                </a:lnTo>
                <a:lnTo>
                  <a:pt x="49" y="1536"/>
                </a:lnTo>
                <a:lnTo>
                  <a:pt x="48" y="1536"/>
                </a:lnTo>
                <a:lnTo>
                  <a:pt x="48" y="1537"/>
                </a:lnTo>
                <a:lnTo>
                  <a:pt x="47" y="1537"/>
                </a:lnTo>
                <a:lnTo>
                  <a:pt x="46" y="1538"/>
                </a:lnTo>
                <a:lnTo>
                  <a:pt x="45" y="1538"/>
                </a:lnTo>
                <a:lnTo>
                  <a:pt x="44" y="1538"/>
                </a:lnTo>
                <a:lnTo>
                  <a:pt x="43" y="1537"/>
                </a:lnTo>
                <a:lnTo>
                  <a:pt x="42" y="1537"/>
                </a:lnTo>
                <a:lnTo>
                  <a:pt x="41" y="1537"/>
                </a:lnTo>
                <a:lnTo>
                  <a:pt x="40" y="1537"/>
                </a:lnTo>
                <a:lnTo>
                  <a:pt x="39" y="1537"/>
                </a:lnTo>
                <a:lnTo>
                  <a:pt x="38" y="1537"/>
                </a:lnTo>
                <a:lnTo>
                  <a:pt x="37" y="1536"/>
                </a:lnTo>
                <a:lnTo>
                  <a:pt x="37" y="1535"/>
                </a:lnTo>
                <a:lnTo>
                  <a:pt x="36" y="1534"/>
                </a:lnTo>
                <a:lnTo>
                  <a:pt x="36" y="1533"/>
                </a:lnTo>
                <a:lnTo>
                  <a:pt x="35" y="1533"/>
                </a:lnTo>
                <a:lnTo>
                  <a:pt x="34" y="1533"/>
                </a:lnTo>
                <a:lnTo>
                  <a:pt x="33" y="1533"/>
                </a:lnTo>
                <a:lnTo>
                  <a:pt x="32" y="1532"/>
                </a:lnTo>
                <a:lnTo>
                  <a:pt x="31" y="1532"/>
                </a:lnTo>
                <a:lnTo>
                  <a:pt x="30" y="1531"/>
                </a:lnTo>
                <a:lnTo>
                  <a:pt x="29" y="1531"/>
                </a:lnTo>
                <a:lnTo>
                  <a:pt x="28" y="1530"/>
                </a:lnTo>
                <a:lnTo>
                  <a:pt x="27" y="1530"/>
                </a:lnTo>
                <a:lnTo>
                  <a:pt x="27" y="1529"/>
                </a:lnTo>
                <a:lnTo>
                  <a:pt x="28" y="1528"/>
                </a:lnTo>
                <a:lnTo>
                  <a:pt x="28" y="1527"/>
                </a:lnTo>
                <a:lnTo>
                  <a:pt x="28" y="1526"/>
                </a:lnTo>
                <a:lnTo>
                  <a:pt x="27" y="1526"/>
                </a:lnTo>
                <a:lnTo>
                  <a:pt x="27" y="1525"/>
                </a:lnTo>
                <a:lnTo>
                  <a:pt x="27" y="1524"/>
                </a:lnTo>
                <a:lnTo>
                  <a:pt x="26" y="1524"/>
                </a:lnTo>
                <a:lnTo>
                  <a:pt x="25" y="1523"/>
                </a:lnTo>
                <a:lnTo>
                  <a:pt x="25" y="1522"/>
                </a:lnTo>
                <a:lnTo>
                  <a:pt x="25" y="1521"/>
                </a:lnTo>
                <a:lnTo>
                  <a:pt x="24" y="1520"/>
                </a:lnTo>
                <a:lnTo>
                  <a:pt x="24" y="1519"/>
                </a:lnTo>
                <a:lnTo>
                  <a:pt x="23" y="1518"/>
                </a:lnTo>
                <a:lnTo>
                  <a:pt x="23" y="1517"/>
                </a:lnTo>
                <a:lnTo>
                  <a:pt x="23" y="1516"/>
                </a:lnTo>
                <a:lnTo>
                  <a:pt x="23" y="1515"/>
                </a:lnTo>
                <a:lnTo>
                  <a:pt x="23" y="1514"/>
                </a:lnTo>
                <a:lnTo>
                  <a:pt x="24" y="1514"/>
                </a:lnTo>
                <a:lnTo>
                  <a:pt x="24" y="1513"/>
                </a:lnTo>
                <a:lnTo>
                  <a:pt x="24" y="1512"/>
                </a:lnTo>
                <a:lnTo>
                  <a:pt x="23" y="1511"/>
                </a:lnTo>
                <a:lnTo>
                  <a:pt x="23" y="1510"/>
                </a:lnTo>
                <a:lnTo>
                  <a:pt x="22" y="1509"/>
                </a:lnTo>
                <a:lnTo>
                  <a:pt x="22" y="1508"/>
                </a:lnTo>
                <a:lnTo>
                  <a:pt x="21" y="1508"/>
                </a:lnTo>
                <a:lnTo>
                  <a:pt x="21" y="1507"/>
                </a:lnTo>
                <a:lnTo>
                  <a:pt x="20" y="1507"/>
                </a:lnTo>
                <a:lnTo>
                  <a:pt x="20" y="1506"/>
                </a:lnTo>
                <a:lnTo>
                  <a:pt x="19" y="1505"/>
                </a:lnTo>
                <a:lnTo>
                  <a:pt x="18" y="1505"/>
                </a:lnTo>
                <a:lnTo>
                  <a:pt x="18" y="1503"/>
                </a:lnTo>
                <a:lnTo>
                  <a:pt x="18" y="1502"/>
                </a:lnTo>
                <a:lnTo>
                  <a:pt x="18" y="1501"/>
                </a:lnTo>
                <a:lnTo>
                  <a:pt x="19" y="1501"/>
                </a:lnTo>
                <a:lnTo>
                  <a:pt x="19" y="1500"/>
                </a:lnTo>
                <a:lnTo>
                  <a:pt x="20" y="1499"/>
                </a:lnTo>
                <a:lnTo>
                  <a:pt x="21" y="1498"/>
                </a:lnTo>
                <a:lnTo>
                  <a:pt x="21" y="1497"/>
                </a:lnTo>
                <a:lnTo>
                  <a:pt x="22" y="1496"/>
                </a:lnTo>
                <a:lnTo>
                  <a:pt x="23" y="1496"/>
                </a:lnTo>
                <a:lnTo>
                  <a:pt x="24" y="1496"/>
                </a:lnTo>
                <a:lnTo>
                  <a:pt x="24" y="1495"/>
                </a:lnTo>
                <a:lnTo>
                  <a:pt x="25" y="1496"/>
                </a:lnTo>
                <a:lnTo>
                  <a:pt x="26" y="1496"/>
                </a:lnTo>
                <a:lnTo>
                  <a:pt x="27" y="1496"/>
                </a:lnTo>
                <a:lnTo>
                  <a:pt x="28" y="1496"/>
                </a:lnTo>
                <a:lnTo>
                  <a:pt x="28" y="1497"/>
                </a:lnTo>
                <a:lnTo>
                  <a:pt x="28" y="1498"/>
                </a:lnTo>
                <a:lnTo>
                  <a:pt x="29" y="1498"/>
                </a:lnTo>
                <a:lnTo>
                  <a:pt x="30" y="1497"/>
                </a:lnTo>
                <a:lnTo>
                  <a:pt x="31" y="1495"/>
                </a:lnTo>
                <a:lnTo>
                  <a:pt x="31" y="1494"/>
                </a:lnTo>
                <a:lnTo>
                  <a:pt x="31" y="1493"/>
                </a:lnTo>
                <a:lnTo>
                  <a:pt x="31" y="1491"/>
                </a:lnTo>
                <a:lnTo>
                  <a:pt x="31" y="1490"/>
                </a:lnTo>
                <a:lnTo>
                  <a:pt x="31" y="1489"/>
                </a:lnTo>
                <a:lnTo>
                  <a:pt x="30" y="1489"/>
                </a:lnTo>
                <a:lnTo>
                  <a:pt x="30" y="1487"/>
                </a:lnTo>
                <a:lnTo>
                  <a:pt x="29" y="1486"/>
                </a:lnTo>
                <a:lnTo>
                  <a:pt x="28" y="1485"/>
                </a:lnTo>
                <a:lnTo>
                  <a:pt x="27" y="1486"/>
                </a:lnTo>
                <a:lnTo>
                  <a:pt x="26" y="1486"/>
                </a:lnTo>
                <a:lnTo>
                  <a:pt x="26" y="1487"/>
                </a:lnTo>
                <a:lnTo>
                  <a:pt x="25" y="1487"/>
                </a:lnTo>
                <a:lnTo>
                  <a:pt x="24" y="1487"/>
                </a:lnTo>
                <a:lnTo>
                  <a:pt x="23" y="1487"/>
                </a:lnTo>
                <a:lnTo>
                  <a:pt x="22" y="1487"/>
                </a:lnTo>
                <a:lnTo>
                  <a:pt x="21" y="1487"/>
                </a:lnTo>
                <a:lnTo>
                  <a:pt x="21" y="1486"/>
                </a:lnTo>
                <a:lnTo>
                  <a:pt x="21" y="1485"/>
                </a:lnTo>
                <a:lnTo>
                  <a:pt x="21" y="1484"/>
                </a:lnTo>
                <a:lnTo>
                  <a:pt x="20" y="1483"/>
                </a:lnTo>
                <a:lnTo>
                  <a:pt x="20" y="1482"/>
                </a:lnTo>
                <a:lnTo>
                  <a:pt x="19" y="1482"/>
                </a:lnTo>
                <a:lnTo>
                  <a:pt x="19" y="1480"/>
                </a:lnTo>
                <a:lnTo>
                  <a:pt x="20" y="1479"/>
                </a:lnTo>
                <a:lnTo>
                  <a:pt x="20" y="1478"/>
                </a:lnTo>
                <a:lnTo>
                  <a:pt x="19" y="1478"/>
                </a:lnTo>
                <a:lnTo>
                  <a:pt x="19" y="1477"/>
                </a:lnTo>
                <a:lnTo>
                  <a:pt x="19" y="1476"/>
                </a:lnTo>
                <a:lnTo>
                  <a:pt x="18" y="1476"/>
                </a:lnTo>
                <a:lnTo>
                  <a:pt x="17" y="1475"/>
                </a:lnTo>
                <a:lnTo>
                  <a:pt x="17" y="1474"/>
                </a:lnTo>
                <a:lnTo>
                  <a:pt x="16" y="1474"/>
                </a:lnTo>
                <a:lnTo>
                  <a:pt x="15" y="1474"/>
                </a:lnTo>
                <a:lnTo>
                  <a:pt x="14" y="1474"/>
                </a:lnTo>
                <a:lnTo>
                  <a:pt x="14" y="1473"/>
                </a:lnTo>
                <a:lnTo>
                  <a:pt x="14" y="1472"/>
                </a:lnTo>
                <a:lnTo>
                  <a:pt x="14" y="1471"/>
                </a:lnTo>
                <a:lnTo>
                  <a:pt x="14" y="1470"/>
                </a:lnTo>
                <a:lnTo>
                  <a:pt x="13" y="1470"/>
                </a:lnTo>
                <a:lnTo>
                  <a:pt x="13" y="1469"/>
                </a:lnTo>
                <a:lnTo>
                  <a:pt x="12" y="1468"/>
                </a:lnTo>
                <a:lnTo>
                  <a:pt x="12" y="1467"/>
                </a:lnTo>
                <a:lnTo>
                  <a:pt x="11" y="1466"/>
                </a:lnTo>
                <a:lnTo>
                  <a:pt x="11" y="1465"/>
                </a:lnTo>
                <a:lnTo>
                  <a:pt x="10" y="1465"/>
                </a:lnTo>
                <a:lnTo>
                  <a:pt x="9" y="1465"/>
                </a:lnTo>
                <a:lnTo>
                  <a:pt x="8" y="1465"/>
                </a:lnTo>
                <a:lnTo>
                  <a:pt x="7" y="1465"/>
                </a:lnTo>
                <a:lnTo>
                  <a:pt x="6" y="1464"/>
                </a:lnTo>
                <a:lnTo>
                  <a:pt x="6" y="1463"/>
                </a:lnTo>
                <a:lnTo>
                  <a:pt x="6" y="1462"/>
                </a:lnTo>
                <a:lnTo>
                  <a:pt x="4" y="1462"/>
                </a:lnTo>
                <a:lnTo>
                  <a:pt x="4" y="1461"/>
                </a:lnTo>
                <a:lnTo>
                  <a:pt x="5" y="1461"/>
                </a:lnTo>
                <a:lnTo>
                  <a:pt x="5" y="1460"/>
                </a:lnTo>
                <a:lnTo>
                  <a:pt x="5" y="1459"/>
                </a:lnTo>
                <a:lnTo>
                  <a:pt x="4" y="1458"/>
                </a:lnTo>
                <a:lnTo>
                  <a:pt x="4" y="1457"/>
                </a:lnTo>
                <a:lnTo>
                  <a:pt x="4" y="1456"/>
                </a:lnTo>
                <a:lnTo>
                  <a:pt x="5" y="1456"/>
                </a:lnTo>
                <a:lnTo>
                  <a:pt x="5" y="1455"/>
                </a:lnTo>
                <a:lnTo>
                  <a:pt x="5" y="1454"/>
                </a:lnTo>
                <a:lnTo>
                  <a:pt x="3" y="1452"/>
                </a:lnTo>
                <a:lnTo>
                  <a:pt x="1" y="1451"/>
                </a:lnTo>
                <a:lnTo>
                  <a:pt x="0" y="1451"/>
                </a:lnTo>
                <a:lnTo>
                  <a:pt x="1" y="1450"/>
                </a:lnTo>
                <a:lnTo>
                  <a:pt x="2" y="1450"/>
                </a:lnTo>
                <a:lnTo>
                  <a:pt x="4" y="1450"/>
                </a:lnTo>
                <a:lnTo>
                  <a:pt x="5" y="1450"/>
                </a:lnTo>
                <a:lnTo>
                  <a:pt x="7" y="1449"/>
                </a:lnTo>
                <a:lnTo>
                  <a:pt x="8" y="1448"/>
                </a:lnTo>
                <a:lnTo>
                  <a:pt x="8" y="1447"/>
                </a:lnTo>
                <a:lnTo>
                  <a:pt x="9" y="1445"/>
                </a:lnTo>
                <a:lnTo>
                  <a:pt x="9" y="1444"/>
                </a:lnTo>
                <a:lnTo>
                  <a:pt x="9" y="1443"/>
                </a:lnTo>
                <a:lnTo>
                  <a:pt x="10" y="1443"/>
                </a:lnTo>
                <a:lnTo>
                  <a:pt x="11" y="1442"/>
                </a:lnTo>
                <a:lnTo>
                  <a:pt x="12" y="1441"/>
                </a:lnTo>
                <a:lnTo>
                  <a:pt x="13" y="1441"/>
                </a:lnTo>
                <a:lnTo>
                  <a:pt x="14" y="1442"/>
                </a:lnTo>
                <a:lnTo>
                  <a:pt x="16" y="1442"/>
                </a:lnTo>
                <a:lnTo>
                  <a:pt x="18" y="1442"/>
                </a:lnTo>
                <a:lnTo>
                  <a:pt x="20" y="1443"/>
                </a:lnTo>
                <a:lnTo>
                  <a:pt x="23" y="1443"/>
                </a:lnTo>
                <a:lnTo>
                  <a:pt x="25" y="1442"/>
                </a:lnTo>
                <a:lnTo>
                  <a:pt x="26" y="1442"/>
                </a:lnTo>
                <a:lnTo>
                  <a:pt x="28" y="1442"/>
                </a:lnTo>
                <a:lnTo>
                  <a:pt x="30" y="1442"/>
                </a:lnTo>
                <a:lnTo>
                  <a:pt x="32" y="1441"/>
                </a:lnTo>
                <a:lnTo>
                  <a:pt x="33" y="1441"/>
                </a:lnTo>
                <a:lnTo>
                  <a:pt x="33" y="1440"/>
                </a:lnTo>
                <a:lnTo>
                  <a:pt x="34" y="1439"/>
                </a:lnTo>
                <a:lnTo>
                  <a:pt x="34" y="1438"/>
                </a:lnTo>
                <a:lnTo>
                  <a:pt x="35" y="1437"/>
                </a:lnTo>
                <a:lnTo>
                  <a:pt x="35" y="1436"/>
                </a:lnTo>
                <a:lnTo>
                  <a:pt x="36" y="1436"/>
                </a:lnTo>
                <a:lnTo>
                  <a:pt x="36" y="1435"/>
                </a:lnTo>
                <a:lnTo>
                  <a:pt x="35" y="1434"/>
                </a:lnTo>
                <a:lnTo>
                  <a:pt x="36" y="1433"/>
                </a:lnTo>
                <a:lnTo>
                  <a:pt x="37" y="1433"/>
                </a:lnTo>
                <a:lnTo>
                  <a:pt x="37" y="1432"/>
                </a:lnTo>
                <a:lnTo>
                  <a:pt x="38" y="1432"/>
                </a:lnTo>
                <a:lnTo>
                  <a:pt x="38" y="1431"/>
                </a:lnTo>
                <a:lnTo>
                  <a:pt x="38" y="1429"/>
                </a:lnTo>
                <a:lnTo>
                  <a:pt x="39" y="1429"/>
                </a:lnTo>
                <a:lnTo>
                  <a:pt x="41" y="1429"/>
                </a:lnTo>
                <a:lnTo>
                  <a:pt x="41" y="1428"/>
                </a:lnTo>
                <a:lnTo>
                  <a:pt x="41" y="1427"/>
                </a:lnTo>
                <a:lnTo>
                  <a:pt x="41" y="1426"/>
                </a:lnTo>
                <a:lnTo>
                  <a:pt x="41" y="1425"/>
                </a:lnTo>
                <a:lnTo>
                  <a:pt x="40" y="1424"/>
                </a:lnTo>
                <a:lnTo>
                  <a:pt x="40" y="1423"/>
                </a:lnTo>
                <a:lnTo>
                  <a:pt x="40" y="1422"/>
                </a:lnTo>
                <a:lnTo>
                  <a:pt x="39" y="1421"/>
                </a:lnTo>
                <a:lnTo>
                  <a:pt x="39" y="1420"/>
                </a:lnTo>
                <a:lnTo>
                  <a:pt x="39" y="1419"/>
                </a:lnTo>
                <a:lnTo>
                  <a:pt x="39" y="1418"/>
                </a:lnTo>
                <a:lnTo>
                  <a:pt x="38" y="1417"/>
                </a:lnTo>
                <a:lnTo>
                  <a:pt x="38" y="1416"/>
                </a:lnTo>
                <a:lnTo>
                  <a:pt x="38" y="1415"/>
                </a:lnTo>
                <a:lnTo>
                  <a:pt x="37" y="1415"/>
                </a:lnTo>
                <a:lnTo>
                  <a:pt x="37" y="1414"/>
                </a:lnTo>
                <a:lnTo>
                  <a:pt x="36" y="1414"/>
                </a:lnTo>
                <a:lnTo>
                  <a:pt x="36" y="1413"/>
                </a:lnTo>
                <a:lnTo>
                  <a:pt x="35" y="1413"/>
                </a:lnTo>
                <a:lnTo>
                  <a:pt x="34" y="1413"/>
                </a:lnTo>
                <a:lnTo>
                  <a:pt x="34" y="1412"/>
                </a:lnTo>
                <a:lnTo>
                  <a:pt x="33" y="1412"/>
                </a:lnTo>
                <a:lnTo>
                  <a:pt x="32" y="1412"/>
                </a:lnTo>
                <a:lnTo>
                  <a:pt x="32" y="1413"/>
                </a:lnTo>
                <a:lnTo>
                  <a:pt x="31" y="1413"/>
                </a:lnTo>
                <a:lnTo>
                  <a:pt x="31" y="1412"/>
                </a:lnTo>
                <a:lnTo>
                  <a:pt x="31" y="1410"/>
                </a:lnTo>
                <a:lnTo>
                  <a:pt x="31" y="1408"/>
                </a:lnTo>
                <a:lnTo>
                  <a:pt x="31" y="1406"/>
                </a:lnTo>
                <a:lnTo>
                  <a:pt x="32" y="1405"/>
                </a:lnTo>
                <a:lnTo>
                  <a:pt x="33" y="1404"/>
                </a:lnTo>
                <a:lnTo>
                  <a:pt x="34" y="1403"/>
                </a:lnTo>
                <a:lnTo>
                  <a:pt x="35" y="1402"/>
                </a:lnTo>
                <a:lnTo>
                  <a:pt x="36" y="1402"/>
                </a:lnTo>
                <a:lnTo>
                  <a:pt x="36" y="1401"/>
                </a:lnTo>
                <a:lnTo>
                  <a:pt x="37" y="1401"/>
                </a:lnTo>
                <a:lnTo>
                  <a:pt x="38" y="1401"/>
                </a:lnTo>
                <a:lnTo>
                  <a:pt x="38" y="1400"/>
                </a:lnTo>
                <a:lnTo>
                  <a:pt x="38" y="1399"/>
                </a:lnTo>
                <a:lnTo>
                  <a:pt x="38" y="1398"/>
                </a:lnTo>
                <a:lnTo>
                  <a:pt x="38" y="1397"/>
                </a:lnTo>
                <a:lnTo>
                  <a:pt x="37" y="1396"/>
                </a:lnTo>
                <a:lnTo>
                  <a:pt x="37" y="1395"/>
                </a:lnTo>
                <a:lnTo>
                  <a:pt x="38" y="1394"/>
                </a:lnTo>
                <a:lnTo>
                  <a:pt x="39" y="1393"/>
                </a:lnTo>
                <a:lnTo>
                  <a:pt x="39" y="1392"/>
                </a:lnTo>
                <a:lnTo>
                  <a:pt x="40" y="1391"/>
                </a:lnTo>
                <a:lnTo>
                  <a:pt x="41" y="1391"/>
                </a:lnTo>
                <a:lnTo>
                  <a:pt x="42" y="1389"/>
                </a:lnTo>
                <a:lnTo>
                  <a:pt x="43" y="1388"/>
                </a:lnTo>
                <a:lnTo>
                  <a:pt x="43" y="1387"/>
                </a:lnTo>
                <a:lnTo>
                  <a:pt x="43" y="1386"/>
                </a:lnTo>
                <a:lnTo>
                  <a:pt x="42" y="1386"/>
                </a:lnTo>
                <a:lnTo>
                  <a:pt x="41" y="1386"/>
                </a:lnTo>
                <a:lnTo>
                  <a:pt x="40" y="1386"/>
                </a:lnTo>
                <a:lnTo>
                  <a:pt x="40" y="1385"/>
                </a:lnTo>
                <a:lnTo>
                  <a:pt x="42" y="1384"/>
                </a:lnTo>
                <a:lnTo>
                  <a:pt x="44" y="1383"/>
                </a:lnTo>
                <a:lnTo>
                  <a:pt x="45" y="1383"/>
                </a:lnTo>
                <a:lnTo>
                  <a:pt x="46" y="1382"/>
                </a:lnTo>
                <a:lnTo>
                  <a:pt x="46" y="1380"/>
                </a:lnTo>
                <a:lnTo>
                  <a:pt x="46" y="1379"/>
                </a:lnTo>
                <a:lnTo>
                  <a:pt x="47" y="1378"/>
                </a:lnTo>
                <a:lnTo>
                  <a:pt x="49" y="1378"/>
                </a:lnTo>
                <a:lnTo>
                  <a:pt x="50" y="1378"/>
                </a:lnTo>
                <a:lnTo>
                  <a:pt x="51" y="1379"/>
                </a:lnTo>
                <a:lnTo>
                  <a:pt x="52" y="1379"/>
                </a:lnTo>
                <a:lnTo>
                  <a:pt x="53" y="1379"/>
                </a:lnTo>
                <a:lnTo>
                  <a:pt x="54" y="1379"/>
                </a:lnTo>
                <a:lnTo>
                  <a:pt x="55" y="1379"/>
                </a:lnTo>
                <a:lnTo>
                  <a:pt x="56" y="1377"/>
                </a:lnTo>
                <a:lnTo>
                  <a:pt x="57" y="1377"/>
                </a:lnTo>
                <a:lnTo>
                  <a:pt x="58" y="1376"/>
                </a:lnTo>
                <a:lnTo>
                  <a:pt x="60" y="1376"/>
                </a:lnTo>
                <a:lnTo>
                  <a:pt x="62" y="1375"/>
                </a:lnTo>
                <a:lnTo>
                  <a:pt x="63" y="1375"/>
                </a:lnTo>
                <a:lnTo>
                  <a:pt x="64" y="1375"/>
                </a:lnTo>
                <a:lnTo>
                  <a:pt x="66" y="1375"/>
                </a:lnTo>
                <a:lnTo>
                  <a:pt x="68" y="1374"/>
                </a:lnTo>
                <a:lnTo>
                  <a:pt x="69" y="1374"/>
                </a:lnTo>
                <a:lnTo>
                  <a:pt x="69" y="1375"/>
                </a:lnTo>
                <a:lnTo>
                  <a:pt x="70" y="1375"/>
                </a:lnTo>
                <a:lnTo>
                  <a:pt x="70" y="1376"/>
                </a:lnTo>
                <a:lnTo>
                  <a:pt x="70" y="1377"/>
                </a:lnTo>
                <a:lnTo>
                  <a:pt x="71" y="1377"/>
                </a:lnTo>
                <a:lnTo>
                  <a:pt x="72" y="1377"/>
                </a:lnTo>
                <a:lnTo>
                  <a:pt x="72" y="1376"/>
                </a:lnTo>
                <a:lnTo>
                  <a:pt x="73" y="1376"/>
                </a:lnTo>
                <a:lnTo>
                  <a:pt x="74" y="1377"/>
                </a:lnTo>
                <a:lnTo>
                  <a:pt x="75" y="1377"/>
                </a:lnTo>
                <a:lnTo>
                  <a:pt x="76" y="1377"/>
                </a:lnTo>
                <a:lnTo>
                  <a:pt x="76" y="1378"/>
                </a:lnTo>
                <a:lnTo>
                  <a:pt x="77" y="1378"/>
                </a:lnTo>
                <a:lnTo>
                  <a:pt x="78" y="1377"/>
                </a:lnTo>
                <a:lnTo>
                  <a:pt x="81" y="1375"/>
                </a:lnTo>
                <a:lnTo>
                  <a:pt x="83" y="1374"/>
                </a:lnTo>
                <a:lnTo>
                  <a:pt x="85" y="1373"/>
                </a:lnTo>
                <a:lnTo>
                  <a:pt x="86" y="1372"/>
                </a:lnTo>
                <a:lnTo>
                  <a:pt x="87" y="1370"/>
                </a:lnTo>
                <a:lnTo>
                  <a:pt x="89" y="1369"/>
                </a:lnTo>
                <a:lnTo>
                  <a:pt x="91" y="1367"/>
                </a:lnTo>
                <a:lnTo>
                  <a:pt x="93" y="1366"/>
                </a:lnTo>
                <a:lnTo>
                  <a:pt x="94" y="1365"/>
                </a:lnTo>
                <a:lnTo>
                  <a:pt x="95" y="1365"/>
                </a:lnTo>
                <a:lnTo>
                  <a:pt x="96" y="1363"/>
                </a:lnTo>
                <a:lnTo>
                  <a:pt x="97" y="1362"/>
                </a:lnTo>
                <a:lnTo>
                  <a:pt x="98" y="1360"/>
                </a:lnTo>
                <a:lnTo>
                  <a:pt x="100" y="1359"/>
                </a:lnTo>
                <a:lnTo>
                  <a:pt x="101" y="1359"/>
                </a:lnTo>
                <a:lnTo>
                  <a:pt x="102" y="1359"/>
                </a:lnTo>
                <a:lnTo>
                  <a:pt x="103" y="1359"/>
                </a:lnTo>
                <a:lnTo>
                  <a:pt x="104" y="1360"/>
                </a:lnTo>
                <a:lnTo>
                  <a:pt x="105" y="1360"/>
                </a:lnTo>
                <a:lnTo>
                  <a:pt x="105" y="1359"/>
                </a:lnTo>
                <a:lnTo>
                  <a:pt x="107" y="1358"/>
                </a:lnTo>
                <a:lnTo>
                  <a:pt x="107" y="1357"/>
                </a:lnTo>
                <a:lnTo>
                  <a:pt x="108" y="1356"/>
                </a:lnTo>
                <a:lnTo>
                  <a:pt x="109" y="1354"/>
                </a:lnTo>
                <a:lnTo>
                  <a:pt x="108" y="1353"/>
                </a:lnTo>
                <a:lnTo>
                  <a:pt x="109" y="1352"/>
                </a:lnTo>
                <a:lnTo>
                  <a:pt x="110" y="1352"/>
                </a:lnTo>
                <a:lnTo>
                  <a:pt x="113" y="1352"/>
                </a:lnTo>
                <a:lnTo>
                  <a:pt x="114" y="1352"/>
                </a:lnTo>
                <a:lnTo>
                  <a:pt x="116" y="1352"/>
                </a:lnTo>
                <a:lnTo>
                  <a:pt x="118" y="1352"/>
                </a:lnTo>
                <a:lnTo>
                  <a:pt x="120" y="1352"/>
                </a:lnTo>
                <a:lnTo>
                  <a:pt x="121" y="1353"/>
                </a:lnTo>
                <a:lnTo>
                  <a:pt x="123" y="1354"/>
                </a:lnTo>
                <a:lnTo>
                  <a:pt x="124" y="1354"/>
                </a:lnTo>
                <a:lnTo>
                  <a:pt x="125" y="1353"/>
                </a:lnTo>
                <a:lnTo>
                  <a:pt x="126" y="1353"/>
                </a:lnTo>
                <a:lnTo>
                  <a:pt x="127" y="1353"/>
                </a:lnTo>
                <a:lnTo>
                  <a:pt x="127" y="1352"/>
                </a:lnTo>
                <a:lnTo>
                  <a:pt x="127" y="1351"/>
                </a:lnTo>
                <a:lnTo>
                  <a:pt x="125" y="1350"/>
                </a:lnTo>
                <a:lnTo>
                  <a:pt x="123" y="1349"/>
                </a:lnTo>
                <a:lnTo>
                  <a:pt x="123" y="1347"/>
                </a:lnTo>
                <a:lnTo>
                  <a:pt x="121" y="1346"/>
                </a:lnTo>
                <a:lnTo>
                  <a:pt x="120" y="1345"/>
                </a:lnTo>
                <a:lnTo>
                  <a:pt x="118" y="1343"/>
                </a:lnTo>
                <a:lnTo>
                  <a:pt x="117" y="1343"/>
                </a:lnTo>
                <a:lnTo>
                  <a:pt x="117" y="1342"/>
                </a:lnTo>
                <a:lnTo>
                  <a:pt x="117" y="1341"/>
                </a:lnTo>
                <a:lnTo>
                  <a:pt x="118" y="1341"/>
                </a:lnTo>
                <a:lnTo>
                  <a:pt x="119" y="1340"/>
                </a:lnTo>
                <a:lnTo>
                  <a:pt x="119" y="1339"/>
                </a:lnTo>
                <a:lnTo>
                  <a:pt x="119" y="1337"/>
                </a:lnTo>
                <a:lnTo>
                  <a:pt x="119" y="1336"/>
                </a:lnTo>
                <a:lnTo>
                  <a:pt x="120" y="1335"/>
                </a:lnTo>
                <a:lnTo>
                  <a:pt x="121" y="1334"/>
                </a:lnTo>
                <a:lnTo>
                  <a:pt x="122" y="1334"/>
                </a:lnTo>
                <a:lnTo>
                  <a:pt x="123" y="1335"/>
                </a:lnTo>
                <a:lnTo>
                  <a:pt x="124" y="1335"/>
                </a:lnTo>
                <a:lnTo>
                  <a:pt x="126" y="1336"/>
                </a:lnTo>
                <a:lnTo>
                  <a:pt x="127" y="1336"/>
                </a:lnTo>
                <a:lnTo>
                  <a:pt x="128" y="1337"/>
                </a:lnTo>
                <a:lnTo>
                  <a:pt x="129" y="1338"/>
                </a:lnTo>
                <a:lnTo>
                  <a:pt x="130" y="1339"/>
                </a:lnTo>
                <a:lnTo>
                  <a:pt x="132" y="1339"/>
                </a:lnTo>
                <a:lnTo>
                  <a:pt x="132" y="1340"/>
                </a:lnTo>
                <a:lnTo>
                  <a:pt x="133" y="1341"/>
                </a:lnTo>
                <a:lnTo>
                  <a:pt x="134" y="1341"/>
                </a:lnTo>
                <a:lnTo>
                  <a:pt x="135" y="1341"/>
                </a:lnTo>
                <a:lnTo>
                  <a:pt x="136" y="1340"/>
                </a:lnTo>
                <a:lnTo>
                  <a:pt x="137" y="1340"/>
                </a:lnTo>
                <a:lnTo>
                  <a:pt x="139" y="1341"/>
                </a:lnTo>
                <a:lnTo>
                  <a:pt x="140" y="1342"/>
                </a:lnTo>
                <a:lnTo>
                  <a:pt x="142" y="1342"/>
                </a:lnTo>
                <a:lnTo>
                  <a:pt x="144" y="1342"/>
                </a:lnTo>
                <a:lnTo>
                  <a:pt x="145" y="1342"/>
                </a:lnTo>
                <a:lnTo>
                  <a:pt x="147" y="1340"/>
                </a:lnTo>
                <a:lnTo>
                  <a:pt x="148" y="1340"/>
                </a:lnTo>
                <a:lnTo>
                  <a:pt x="149" y="1340"/>
                </a:lnTo>
                <a:lnTo>
                  <a:pt x="150" y="1340"/>
                </a:lnTo>
                <a:lnTo>
                  <a:pt x="150" y="1341"/>
                </a:lnTo>
                <a:lnTo>
                  <a:pt x="153" y="1341"/>
                </a:lnTo>
                <a:lnTo>
                  <a:pt x="154" y="1342"/>
                </a:lnTo>
                <a:lnTo>
                  <a:pt x="156" y="1342"/>
                </a:lnTo>
                <a:lnTo>
                  <a:pt x="157" y="1341"/>
                </a:lnTo>
                <a:lnTo>
                  <a:pt x="158" y="1340"/>
                </a:lnTo>
                <a:lnTo>
                  <a:pt x="158" y="1339"/>
                </a:lnTo>
                <a:lnTo>
                  <a:pt x="159" y="1339"/>
                </a:lnTo>
                <a:lnTo>
                  <a:pt x="159" y="1338"/>
                </a:lnTo>
                <a:lnTo>
                  <a:pt x="160" y="1338"/>
                </a:lnTo>
                <a:lnTo>
                  <a:pt x="161" y="1338"/>
                </a:lnTo>
                <a:lnTo>
                  <a:pt x="162" y="1337"/>
                </a:lnTo>
                <a:lnTo>
                  <a:pt x="163" y="1336"/>
                </a:lnTo>
                <a:lnTo>
                  <a:pt x="163" y="1335"/>
                </a:lnTo>
                <a:lnTo>
                  <a:pt x="164" y="1334"/>
                </a:lnTo>
                <a:lnTo>
                  <a:pt x="166" y="1333"/>
                </a:lnTo>
                <a:lnTo>
                  <a:pt x="167" y="1333"/>
                </a:lnTo>
                <a:lnTo>
                  <a:pt x="170" y="1331"/>
                </a:lnTo>
                <a:lnTo>
                  <a:pt x="172" y="1331"/>
                </a:lnTo>
                <a:lnTo>
                  <a:pt x="173" y="1330"/>
                </a:lnTo>
                <a:lnTo>
                  <a:pt x="174" y="1330"/>
                </a:lnTo>
                <a:lnTo>
                  <a:pt x="175" y="1329"/>
                </a:lnTo>
                <a:lnTo>
                  <a:pt x="176" y="1328"/>
                </a:lnTo>
                <a:lnTo>
                  <a:pt x="177" y="1327"/>
                </a:lnTo>
                <a:lnTo>
                  <a:pt x="178" y="1326"/>
                </a:lnTo>
                <a:lnTo>
                  <a:pt x="180" y="1324"/>
                </a:lnTo>
                <a:lnTo>
                  <a:pt x="182" y="1323"/>
                </a:lnTo>
                <a:lnTo>
                  <a:pt x="184" y="1321"/>
                </a:lnTo>
                <a:lnTo>
                  <a:pt x="185" y="1321"/>
                </a:lnTo>
                <a:lnTo>
                  <a:pt x="188" y="1320"/>
                </a:lnTo>
                <a:lnTo>
                  <a:pt x="189" y="1320"/>
                </a:lnTo>
                <a:lnTo>
                  <a:pt x="190" y="1321"/>
                </a:lnTo>
                <a:lnTo>
                  <a:pt x="191" y="1321"/>
                </a:lnTo>
                <a:lnTo>
                  <a:pt x="191" y="1322"/>
                </a:lnTo>
                <a:lnTo>
                  <a:pt x="191" y="1323"/>
                </a:lnTo>
                <a:lnTo>
                  <a:pt x="192" y="1323"/>
                </a:lnTo>
                <a:lnTo>
                  <a:pt x="192" y="1324"/>
                </a:lnTo>
                <a:lnTo>
                  <a:pt x="192" y="1325"/>
                </a:lnTo>
                <a:lnTo>
                  <a:pt x="192" y="1326"/>
                </a:lnTo>
                <a:lnTo>
                  <a:pt x="192" y="1328"/>
                </a:lnTo>
                <a:lnTo>
                  <a:pt x="192" y="1330"/>
                </a:lnTo>
                <a:lnTo>
                  <a:pt x="192" y="1331"/>
                </a:lnTo>
                <a:lnTo>
                  <a:pt x="192" y="1332"/>
                </a:lnTo>
                <a:lnTo>
                  <a:pt x="193" y="1333"/>
                </a:lnTo>
                <a:lnTo>
                  <a:pt x="193" y="1334"/>
                </a:lnTo>
                <a:lnTo>
                  <a:pt x="194" y="1335"/>
                </a:lnTo>
                <a:lnTo>
                  <a:pt x="195" y="1336"/>
                </a:lnTo>
                <a:lnTo>
                  <a:pt x="196" y="1336"/>
                </a:lnTo>
                <a:lnTo>
                  <a:pt x="197" y="1336"/>
                </a:lnTo>
                <a:lnTo>
                  <a:pt x="198" y="1337"/>
                </a:lnTo>
                <a:lnTo>
                  <a:pt x="199" y="1338"/>
                </a:lnTo>
                <a:lnTo>
                  <a:pt x="200" y="1338"/>
                </a:lnTo>
                <a:lnTo>
                  <a:pt x="201" y="1339"/>
                </a:lnTo>
                <a:lnTo>
                  <a:pt x="201" y="1340"/>
                </a:lnTo>
                <a:lnTo>
                  <a:pt x="200" y="1340"/>
                </a:lnTo>
                <a:lnTo>
                  <a:pt x="200" y="1341"/>
                </a:lnTo>
                <a:lnTo>
                  <a:pt x="200" y="1342"/>
                </a:lnTo>
                <a:lnTo>
                  <a:pt x="199" y="1343"/>
                </a:lnTo>
                <a:lnTo>
                  <a:pt x="198" y="1343"/>
                </a:lnTo>
                <a:lnTo>
                  <a:pt x="198" y="1344"/>
                </a:lnTo>
                <a:lnTo>
                  <a:pt x="197" y="1344"/>
                </a:lnTo>
                <a:lnTo>
                  <a:pt x="197" y="1345"/>
                </a:lnTo>
                <a:lnTo>
                  <a:pt x="197" y="1346"/>
                </a:lnTo>
                <a:lnTo>
                  <a:pt x="196" y="1346"/>
                </a:lnTo>
                <a:lnTo>
                  <a:pt x="196" y="1347"/>
                </a:lnTo>
                <a:lnTo>
                  <a:pt x="196" y="1349"/>
                </a:lnTo>
                <a:lnTo>
                  <a:pt x="196" y="1350"/>
                </a:lnTo>
                <a:lnTo>
                  <a:pt x="195" y="1350"/>
                </a:lnTo>
                <a:lnTo>
                  <a:pt x="196" y="1351"/>
                </a:lnTo>
                <a:lnTo>
                  <a:pt x="197" y="1352"/>
                </a:lnTo>
                <a:lnTo>
                  <a:pt x="197" y="1353"/>
                </a:lnTo>
                <a:lnTo>
                  <a:pt x="198" y="1355"/>
                </a:lnTo>
                <a:lnTo>
                  <a:pt x="199" y="1355"/>
                </a:lnTo>
                <a:lnTo>
                  <a:pt x="199" y="1356"/>
                </a:lnTo>
                <a:lnTo>
                  <a:pt x="198" y="1357"/>
                </a:lnTo>
                <a:lnTo>
                  <a:pt x="198" y="1358"/>
                </a:lnTo>
                <a:lnTo>
                  <a:pt x="199" y="1358"/>
                </a:lnTo>
                <a:lnTo>
                  <a:pt x="199" y="1359"/>
                </a:lnTo>
                <a:lnTo>
                  <a:pt x="199" y="1358"/>
                </a:lnTo>
                <a:lnTo>
                  <a:pt x="200" y="1358"/>
                </a:lnTo>
                <a:lnTo>
                  <a:pt x="201" y="1358"/>
                </a:lnTo>
                <a:lnTo>
                  <a:pt x="202" y="1357"/>
                </a:lnTo>
                <a:lnTo>
                  <a:pt x="203" y="1357"/>
                </a:lnTo>
                <a:lnTo>
                  <a:pt x="204" y="1356"/>
                </a:lnTo>
                <a:lnTo>
                  <a:pt x="205" y="1356"/>
                </a:lnTo>
                <a:lnTo>
                  <a:pt x="205" y="1357"/>
                </a:lnTo>
                <a:lnTo>
                  <a:pt x="206" y="1357"/>
                </a:lnTo>
                <a:lnTo>
                  <a:pt x="207" y="1356"/>
                </a:lnTo>
                <a:lnTo>
                  <a:pt x="209" y="1355"/>
                </a:lnTo>
                <a:lnTo>
                  <a:pt x="210" y="1354"/>
                </a:lnTo>
                <a:lnTo>
                  <a:pt x="210" y="1355"/>
                </a:lnTo>
                <a:lnTo>
                  <a:pt x="211" y="1355"/>
                </a:lnTo>
                <a:lnTo>
                  <a:pt x="212" y="1356"/>
                </a:lnTo>
                <a:lnTo>
                  <a:pt x="213" y="1356"/>
                </a:lnTo>
                <a:lnTo>
                  <a:pt x="214" y="1355"/>
                </a:lnTo>
                <a:lnTo>
                  <a:pt x="215" y="1356"/>
                </a:lnTo>
                <a:lnTo>
                  <a:pt x="216" y="1356"/>
                </a:lnTo>
                <a:lnTo>
                  <a:pt x="217" y="1356"/>
                </a:lnTo>
                <a:lnTo>
                  <a:pt x="218" y="1357"/>
                </a:lnTo>
                <a:lnTo>
                  <a:pt x="219" y="1357"/>
                </a:lnTo>
                <a:lnTo>
                  <a:pt x="219" y="1356"/>
                </a:lnTo>
                <a:lnTo>
                  <a:pt x="219" y="1355"/>
                </a:lnTo>
                <a:lnTo>
                  <a:pt x="219" y="1354"/>
                </a:lnTo>
                <a:lnTo>
                  <a:pt x="219" y="1353"/>
                </a:lnTo>
                <a:lnTo>
                  <a:pt x="220" y="1352"/>
                </a:lnTo>
                <a:lnTo>
                  <a:pt x="221" y="1351"/>
                </a:lnTo>
                <a:lnTo>
                  <a:pt x="222" y="1351"/>
                </a:lnTo>
                <a:lnTo>
                  <a:pt x="222" y="1350"/>
                </a:lnTo>
                <a:lnTo>
                  <a:pt x="221" y="1349"/>
                </a:lnTo>
                <a:lnTo>
                  <a:pt x="222" y="1349"/>
                </a:lnTo>
                <a:lnTo>
                  <a:pt x="223" y="1349"/>
                </a:lnTo>
                <a:lnTo>
                  <a:pt x="224" y="1348"/>
                </a:lnTo>
                <a:lnTo>
                  <a:pt x="225" y="1349"/>
                </a:lnTo>
                <a:lnTo>
                  <a:pt x="226" y="1350"/>
                </a:lnTo>
                <a:lnTo>
                  <a:pt x="227" y="1350"/>
                </a:lnTo>
                <a:lnTo>
                  <a:pt x="227" y="1351"/>
                </a:lnTo>
                <a:lnTo>
                  <a:pt x="228" y="1351"/>
                </a:lnTo>
                <a:lnTo>
                  <a:pt x="229" y="1351"/>
                </a:lnTo>
                <a:lnTo>
                  <a:pt x="230" y="1351"/>
                </a:lnTo>
                <a:lnTo>
                  <a:pt x="230" y="1350"/>
                </a:lnTo>
                <a:lnTo>
                  <a:pt x="229" y="1350"/>
                </a:lnTo>
                <a:lnTo>
                  <a:pt x="229" y="1349"/>
                </a:lnTo>
                <a:lnTo>
                  <a:pt x="229" y="1348"/>
                </a:lnTo>
                <a:lnTo>
                  <a:pt x="230" y="1347"/>
                </a:lnTo>
                <a:lnTo>
                  <a:pt x="231" y="1347"/>
                </a:lnTo>
                <a:lnTo>
                  <a:pt x="232" y="1347"/>
                </a:lnTo>
                <a:lnTo>
                  <a:pt x="233" y="1347"/>
                </a:lnTo>
                <a:lnTo>
                  <a:pt x="234" y="1347"/>
                </a:lnTo>
                <a:lnTo>
                  <a:pt x="235" y="1347"/>
                </a:lnTo>
                <a:lnTo>
                  <a:pt x="236" y="1347"/>
                </a:lnTo>
                <a:lnTo>
                  <a:pt x="237" y="1347"/>
                </a:lnTo>
                <a:lnTo>
                  <a:pt x="238" y="1347"/>
                </a:lnTo>
                <a:lnTo>
                  <a:pt x="240" y="1348"/>
                </a:lnTo>
                <a:lnTo>
                  <a:pt x="241" y="1348"/>
                </a:lnTo>
                <a:lnTo>
                  <a:pt x="242" y="1348"/>
                </a:lnTo>
                <a:lnTo>
                  <a:pt x="243" y="1348"/>
                </a:lnTo>
                <a:lnTo>
                  <a:pt x="244" y="1347"/>
                </a:lnTo>
                <a:lnTo>
                  <a:pt x="245" y="1346"/>
                </a:lnTo>
                <a:lnTo>
                  <a:pt x="247" y="1345"/>
                </a:lnTo>
                <a:lnTo>
                  <a:pt x="248" y="1344"/>
                </a:lnTo>
                <a:lnTo>
                  <a:pt x="249" y="1344"/>
                </a:lnTo>
                <a:lnTo>
                  <a:pt x="250" y="1342"/>
                </a:lnTo>
                <a:lnTo>
                  <a:pt x="251" y="1343"/>
                </a:lnTo>
                <a:lnTo>
                  <a:pt x="251" y="1344"/>
                </a:lnTo>
                <a:lnTo>
                  <a:pt x="251" y="1345"/>
                </a:lnTo>
                <a:lnTo>
                  <a:pt x="251" y="1346"/>
                </a:lnTo>
                <a:lnTo>
                  <a:pt x="252" y="1346"/>
                </a:lnTo>
                <a:lnTo>
                  <a:pt x="253" y="1346"/>
                </a:lnTo>
                <a:lnTo>
                  <a:pt x="254" y="1346"/>
                </a:lnTo>
                <a:lnTo>
                  <a:pt x="254" y="1347"/>
                </a:lnTo>
                <a:lnTo>
                  <a:pt x="255" y="1347"/>
                </a:lnTo>
                <a:lnTo>
                  <a:pt x="255" y="1348"/>
                </a:lnTo>
                <a:lnTo>
                  <a:pt x="255" y="1349"/>
                </a:lnTo>
                <a:lnTo>
                  <a:pt x="254" y="1350"/>
                </a:lnTo>
                <a:lnTo>
                  <a:pt x="255" y="1350"/>
                </a:lnTo>
                <a:lnTo>
                  <a:pt x="255" y="1352"/>
                </a:lnTo>
                <a:lnTo>
                  <a:pt x="256" y="1352"/>
                </a:lnTo>
                <a:lnTo>
                  <a:pt x="256" y="1353"/>
                </a:lnTo>
                <a:lnTo>
                  <a:pt x="256" y="1352"/>
                </a:lnTo>
                <a:lnTo>
                  <a:pt x="257" y="1352"/>
                </a:lnTo>
                <a:lnTo>
                  <a:pt x="257" y="1351"/>
                </a:lnTo>
                <a:lnTo>
                  <a:pt x="257" y="1350"/>
                </a:lnTo>
                <a:lnTo>
                  <a:pt x="258" y="1349"/>
                </a:lnTo>
                <a:lnTo>
                  <a:pt x="258" y="1348"/>
                </a:lnTo>
                <a:lnTo>
                  <a:pt x="259" y="1348"/>
                </a:lnTo>
                <a:lnTo>
                  <a:pt x="260" y="1348"/>
                </a:lnTo>
                <a:lnTo>
                  <a:pt x="260" y="1349"/>
                </a:lnTo>
                <a:lnTo>
                  <a:pt x="261" y="1349"/>
                </a:lnTo>
                <a:lnTo>
                  <a:pt x="262" y="1348"/>
                </a:lnTo>
                <a:lnTo>
                  <a:pt x="263" y="1348"/>
                </a:lnTo>
                <a:lnTo>
                  <a:pt x="264" y="1348"/>
                </a:lnTo>
                <a:lnTo>
                  <a:pt x="265" y="1347"/>
                </a:lnTo>
                <a:lnTo>
                  <a:pt x="267" y="1346"/>
                </a:lnTo>
                <a:lnTo>
                  <a:pt x="267" y="1345"/>
                </a:lnTo>
                <a:lnTo>
                  <a:pt x="268" y="1344"/>
                </a:lnTo>
                <a:lnTo>
                  <a:pt x="270" y="1344"/>
                </a:lnTo>
                <a:lnTo>
                  <a:pt x="271" y="1344"/>
                </a:lnTo>
                <a:lnTo>
                  <a:pt x="271" y="1343"/>
                </a:lnTo>
                <a:lnTo>
                  <a:pt x="271" y="1342"/>
                </a:lnTo>
                <a:lnTo>
                  <a:pt x="272" y="1342"/>
                </a:lnTo>
                <a:lnTo>
                  <a:pt x="273" y="1341"/>
                </a:lnTo>
                <a:lnTo>
                  <a:pt x="274" y="1340"/>
                </a:lnTo>
                <a:lnTo>
                  <a:pt x="274" y="1339"/>
                </a:lnTo>
                <a:lnTo>
                  <a:pt x="274" y="1337"/>
                </a:lnTo>
                <a:lnTo>
                  <a:pt x="274" y="1336"/>
                </a:lnTo>
                <a:lnTo>
                  <a:pt x="274" y="1335"/>
                </a:lnTo>
                <a:lnTo>
                  <a:pt x="275" y="1333"/>
                </a:lnTo>
                <a:lnTo>
                  <a:pt x="275" y="1332"/>
                </a:lnTo>
                <a:lnTo>
                  <a:pt x="277" y="1330"/>
                </a:lnTo>
                <a:lnTo>
                  <a:pt x="278" y="1329"/>
                </a:lnTo>
                <a:lnTo>
                  <a:pt x="279" y="1329"/>
                </a:lnTo>
                <a:lnTo>
                  <a:pt x="279" y="1328"/>
                </a:lnTo>
                <a:lnTo>
                  <a:pt x="280" y="1327"/>
                </a:lnTo>
                <a:lnTo>
                  <a:pt x="280" y="1326"/>
                </a:lnTo>
                <a:lnTo>
                  <a:pt x="281" y="1325"/>
                </a:lnTo>
                <a:lnTo>
                  <a:pt x="282" y="1325"/>
                </a:lnTo>
                <a:lnTo>
                  <a:pt x="283" y="1324"/>
                </a:lnTo>
                <a:lnTo>
                  <a:pt x="284" y="1324"/>
                </a:lnTo>
                <a:lnTo>
                  <a:pt x="285" y="1323"/>
                </a:lnTo>
                <a:lnTo>
                  <a:pt x="284" y="1322"/>
                </a:lnTo>
                <a:lnTo>
                  <a:pt x="284" y="1321"/>
                </a:lnTo>
                <a:lnTo>
                  <a:pt x="284" y="1320"/>
                </a:lnTo>
                <a:lnTo>
                  <a:pt x="285" y="1320"/>
                </a:lnTo>
                <a:lnTo>
                  <a:pt x="285" y="1319"/>
                </a:lnTo>
                <a:lnTo>
                  <a:pt x="285" y="1318"/>
                </a:lnTo>
                <a:lnTo>
                  <a:pt x="285" y="1317"/>
                </a:lnTo>
                <a:lnTo>
                  <a:pt x="286" y="1317"/>
                </a:lnTo>
                <a:lnTo>
                  <a:pt x="286" y="1316"/>
                </a:lnTo>
                <a:lnTo>
                  <a:pt x="285" y="1315"/>
                </a:lnTo>
                <a:lnTo>
                  <a:pt x="284" y="1314"/>
                </a:lnTo>
                <a:lnTo>
                  <a:pt x="284" y="1313"/>
                </a:lnTo>
                <a:lnTo>
                  <a:pt x="283" y="1312"/>
                </a:lnTo>
                <a:lnTo>
                  <a:pt x="283" y="1310"/>
                </a:lnTo>
                <a:lnTo>
                  <a:pt x="284" y="1309"/>
                </a:lnTo>
                <a:lnTo>
                  <a:pt x="285" y="1309"/>
                </a:lnTo>
                <a:lnTo>
                  <a:pt x="285" y="1308"/>
                </a:lnTo>
                <a:lnTo>
                  <a:pt x="286" y="1307"/>
                </a:lnTo>
                <a:lnTo>
                  <a:pt x="287" y="1307"/>
                </a:lnTo>
                <a:lnTo>
                  <a:pt x="287" y="1308"/>
                </a:lnTo>
                <a:lnTo>
                  <a:pt x="288" y="1308"/>
                </a:lnTo>
                <a:lnTo>
                  <a:pt x="288" y="1307"/>
                </a:lnTo>
                <a:lnTo>
                  <a:pt x="289" y="1306"/>
                </a:lnTo>
                <a:lnTo>
                  <a:pt x="290" y="1305"/>
                </a:lnTo>
                <a:lnTo>
                  <a:pt x="290" y="1304"/>
                </a:lnTo>
                <a:lnTo>
                  <a:pt x="291" y="1304"/>
                </a:lnTo>
                <a:lnTo>
                  <a:pt x="291" y="1303"/>
                </a:lnTo>
                <a:lnTo>
                  <a:pt x="290" y="1302"/>
                </a:lnTo>
                <a:lnTo>
                  <a:pt x="290" y="1301"/>
                </a:lnTo>
                <a:lnTo>
                  <a:pt x="291" y="1301"/>
                </a:lnTo>
                <a:lnTo>
                  <a:pt x="291" y="1300"/>
                </a:lnTo>
                <a:lnTo>
                  <a:pt x="291" y="1299"/>
                </a:lnTo>
                <a:lnTo>
                  <a:pt x="292" y="1298"/>
                </a:lnTo>
                <a:lnTo>
                  <a:pt x="292" y="1297"/>
                </a:lnTo>
                <a:lnTo>
                  <a:pt x="291" y="1297"/>
                </a:lnTo>
                <a:lnTo>
                  <a:pt x="292" y="1296"/>
                </a:lnTo>
                <a:lnTo>
                  <a:pt x="292" y="1295"/>
                </a:lnTo>
                <a:lnTo>
                  <a:pt x="292" y="1294"/>
                </a:lnTo>
                <a:lnTo>
                  <a:pt x="293" y="1293"/>
                </a:lnTo>
                <a:lnTo>
                  <a:pt x="293" y="1292"/>
                </a:lnTo>
                <a:lnTo>
                  <a:pt x="294" y="1290"/>
                </a:lnTo>
                <a:lnTo>
                  <a:pt x="295" y="1289"/>
                </a:lnTo>
                <a:lnTo>
                  <a:pt x="296" y="1289"/>
                </a:lnTo>
                <a:lnTo>
                  <a:pt x="297" y="1290"/>
                </a:lnTo>
                <a:lnTo>
                  <a:pt x="297" y="1289"/>
                </a:lnTo>
                <a:lnTo>
                  <a:pt x="298" y="1288"/>
                </a:lnTo>
                <a:lnTo>
                  <a:pt x="300" y="1288"/>
                </a:lnTo>
                <a:lnTo>
                  <a:pt x="300" y="1287"/>
                </a:lnTo>
                <a:lnTo>
                  <a:pt x="301" y="1287"/>
                </a:lnTo>
                <a:lnTo>
                  <a:pt x="302" y="1288"/>
                </a:lnTo>
                <a:lnTo>
                  <a:pt x="302" y="1287"/>
                </a:lnTo>
                <a:lnTo>
                  <a:pt x="302" y="1286"/>
                </a:lnTo>
                <a:lnTo>
                  <a:pt x="302" y="1285"/>
                </a:lnTo>
                <a:lnTo>
                  <a:pt x="303" y="1285"/>
                </a:lnTo>
                <a:lnTo>
                  <a:pt x="303" y="1284"/>
                </a:lnTo>
                <a:lnTo>
                  <a:pt x="304" y="1283"/>
                </a:lnTo>
                <a:lnTo>
                  <a:pt x="305" y="1282"/>
                </a:lnTo>
                <a:lnTo>
                  <a:pt x="306" y="1283"/>
                </a:lnTo>
                <a:lnTo>
                  <a:pt x="307" y="1283"/>
                </a:lnTo>
                <a:lnTo>
                  <a:pt x="308" y="1283"/>
                </a:lnTo>
                <a:lnTo>
                  <a:pt x="310" y="1282"/>
                </a:lnTo>
                <a:lnTo>
                  <a:pt x="311" y="1281"/>
                </a:lnTo>
                <a:lnTo>
                  <a:pt x="312" y="1281"/>
                </a:lnTo>
                <a:lnTo>
                  <a:pt x="312" y="1280"/>
                </a:lnTo>
                <a:lnTo>
                  <a:pt x="313" y="1279"/>
                </a:lnTo>
                <a:lnTo>
                  <a:pt x="314" y="1278"/>
                </a:lnTo>
                <a:lnTo>
                  <a:pt x="315" y="1278"/>
                </a:lnTo>
                <a:lnTo>
                  <a:pt x="316" y="1278"/>
                </a:lnTo>
                <a:lnTo>
                  <a:pt x="316" y="1279"/>
                </a:lnTo>
                <a:lnTo>
                  <a:pt x="317" y="1279"/>
                </a:lnTo>
                <a:lnTo>
                  <a:pt x="317" y="1280"/>
                </a:lnTo>
                <a:lnTo>
                  <a:pt x="318" y="1279"/>
                </a:lnTo>
                <a:lnTo>
                  <a:pt x="320" y="1279"/>
                </a:lnTo>
                <a:lnTo>
                  <a:pt x="322" y="1279"/>
                </a:lnTo>
                <a:lnTo>
                  <a:pt x="323" y="1279"/>
                </a:lnTo>
                <a:lnTo>
                  <a:pt x="325" y="1279"/>
                </a:lnTo>
                <a:lnTo>
                  <a:pt x="325" y="1280"/>
                </a:lnTo>
                <a:lnTo>
                  <a:pt x="325" y="1281"/>
                </a:lnTo>
                <a:lnTo>
                  <a:pt x="325" y="1282"/>
                </a:lnTo>
                <a:lnTo>
                  <a:pt x="326" y="1282"/>
                </a:lnTo>
                <a:lnTo>
                  <a:pt x="327" y="1282"/>
                </a:lnTo>
                <a:lnTo>
                  <a:pt x="328" y="1283"/>
                </a:lnTo>
                <a:lnTo>
                  <a:pt x="329" y="1283"/>
                </a:lnTo>
                <a:lnTo>
                  <a:pt x="330" y="1284"/>
                </a:lnTo>
                <a:lnTo>
                  <a:pt x="331" y="1284"/>
                </a:lnTo>
                <a:lnTo>
                  <a:pt x="332" y="1284"/>
                </a:lnTo>
                <a:lnTo>
                  <a:pt x="333" y="1284"/>
                </a:lnTo>
                <a:lnTo>
                  <a:pt x="333" y="1283"/>
                </a:lnTo>
                <a:lnTo>
                  <a:pt x="334" y="1283"/>
                </a:lnTo>
                <a:lnTo>
                  <a:pt x="335" y="1283"/>
                </a:lnTo>
                <a:lnTo>
                  <a:pt x="336" y="1282"/>
                </a:lnTo>
                <a:lnTo>
                  <a:pt x="337" y="1282"/>
                </a:lnTo>
                <a:lnTo>
                  <a:pt x="338" y="1283"/>
                </a:lnTo>
                <a:lnTo>
                  <a:pt x="339" y="1283"/>
                </a:lnTo>
                <a:lnTo>
                  <a:pt x="339" y="1284"/>
                </a:lnTo>
                <a:lnTo>
                  <a:pt x="340" y="1284"/>
                </a:lnTo>
                <a:lnTo>
                  <a:pt x="340" y="1285"/>
                </a:lnTo>
                <a:lnTo>
                  <a:pt x="342" y="1285"/>
                </a:lnTo>
                <a:lnTo>
                  <a:pt x="343" y="1284"/>
                </a:lnTo>
                <a:lnTo>
                  <a:pt x="344" y="1284"/>
                </a:lnTo>
                <a:lnTo>
                  <a:pt x="345" y="1283"/>
                </a:lnTo>
                <a:lnTo>
                  <a:pt x="346" y="1282"/>
                </a:lnTo>
                <a:lnTo>
                  <a:pt x="348" y="1282"/>
                </a:lnTo>
                <a:lnTo>
                  <a:pt x="348" y="1281"/>
                </a:lnTo>
                <a:lnTo>
                  <a:pt x="349" y="1281"/>
                </a:lnTo>
                <a:lnTo>
                  <a:pt x="350" y="1281"/>
                </a:lnTo>
                <a:lnTo>
                  <a:pt x="350" y="1282"/>
                </a:lnTo>
                <a:lnTo>
                  <a:pt x="351" y="1282"/>
                </a:lnTo>
                <a:lnTo>
                  <a:pt x="352" y="1282"/>
                </a:lnTo>
                <a:lnTo>
                  <a:pt x="353" y="1282"/>
                </a:lnTo>
                <a:lnTo>
                  <a:pt x="354" y="1282"/>
                </a:lnTo>
                <a:lnTo>
                  <a:pt x="354" y="1283"/>
                </a:lnTo>
                <a:lnTo>
                  <a:pt x="355" y="1283"/>
                </a:lnTo>
                <a:lnTo>
                  <a:pt x="356" y="1283"/>
                </a:lnTo>
                <a:lnTo>
                  <a:pt x="357" y="1283"/>
                </a:lnTo>
                <a:lnTo>
                  <a:pt x="358" y="1283"/>
                </a:lnTo>
                <a:lnTo>
                  <a:pt x="358" y="1284"/>
                </a:lnTo>
                <a:lnTo>
                  <a:pt x="358" y="1285"/>
                </a:lnTo>
                <a:lnTo>
                  <a:pt x="358" y="1286"/>
                </a:lnTo>
                <a:lnTo>
                  <a:pt x="360" y="1286"/>
                </a:lnTo>
                <a:lnTo>
                  <a:pt x="361" y="1285"/>
                </a:lnTo>
                <a:lnTo>
                  <a:pt x="363" y="1285"/>
                </a:lnTo>
                <a:lnTo>
                  <a:pt x="364" y="1285"/>
                </a:lnTo>
                <a:lnTo>
                  <a:pt x="365" y="1285"/>
                </a:lnTo>
                <a:lnTo>
                  <a:pt x="366" y="1285"/>
                </a:lnTo>
                <a:lnTo>
                  <a:pt x="367" y="1285"/>
                </a:lnTo>
                <a:lnTo>
                  <a:pt x="368" y="1285"/>
                </a:lnTo>
                <a:lnTo>
                  <a:pt x="370" y="1285"/>
                </a:lnTo>
                <a:lnTo>
                  <a:pt x="370" y="1284"/>
                </a:lnTo>
                <a:lnTo>
                  <a:pt x="371" y="1284"/>
                </a:lnTo>
                <a:lnTo>
                  <a:pt x="372" y="1284"/>
                </a:lnTo>
                <a:lnTo>
                  <a:pt x="373" y="1284"/>
                </a:lnTo>
                <a:lnTo>
                  <a:pt x="374" y="1284"/>
                </a:lnTo>
                <a:lnTo>
                  <a:pt x="375" y="1284"/>
                </a:lnTo>
                <a:lnTo>
                  <a:pt x="376" y="1284"/>
                </a:lnTo>
                <a:lnTo>
                  <a:pt x="378" y="1284"/>
                </a:lnTo>
                <a:lnTo>
                  <a:pt x="379" y="1284"/>
                </a:lnTo>
                <a:lnTo>
                  <a:pt x="380" y="1284"/>
                </a:lnTo>
                <a:lnTo>
                  <a:pt x="381" y="1284"/>
                </a:lnTo>
                <a:lnTo>
                  <a:pt x="381" y="1283"/>
                </a:lnTo>
                <a:lnTo>
                  <a:pt x="381" y="1282"/>
                </a:lnTo>
                <a:lnTo>
                  <a:pt x="382" y="1282"/>
                </a:lnTo>
                <a:lnTo>
                  <a:pt x="384" y="1283"/>
                </a:lnTo>
                <a:lnTo>
                  <a:pt x="385" y="1283"/>
                </a:lnTo>
                <a:lnTo>
                  <a:pt x="386" y="1282"/>
                </a:lnTo>
                <a:lnTo>
                  <a:pt x="386" y="1281"/>
                </a:lnTo>
                <a:lnTo>
                  <a:pt x="387" y="1280"/>
                </a:lnTo>
                <a:lnTo>
                  <a:pt x="388" y="1280"/>
                </a:lnTo>
                <a:lnTo>
                  <a:pt x="389" y="1280"/>
                </a:lnTo>
                <a:lnTo>
                  <a:pt x="390" y="1280"/>
                </a:lnTo>
                <a:lnTo>
                  <a:pt x="390" y="1279"/>
                </a:lnTo>
                <a:lnTo>
                  <a:pt x="390" y="1278"/>
                </a:lnTo>
                <a:lnTo>
                  <a:pt x="389" y="1277"/>
                </a:lnTo>
                <a:lnTo>
                  <a:pt x="388" y="1276"/>
                </a:lnTo>
                <a:lnTo>
                  <a:pt x="388" y="1275"/>
                </a:lnTo>
                <a:lnTo>
                  <a:pt x="388" y="1274"/>
                </a:lnTo>
                <a:lnTo>
                  <a:pt x="388" y="1273"/>
                </a:lnTo>
                <a:lnTo>
                  <a:pt x="388" y="1272"/>
                </a:lnTo>
                <a:lnTo>
                  <a:pt x="389" y="1272"/>
                </a:lnTo>
                <a:lnTo>
                  <a:pt x="389" y="1271"/>
                </a:lnTo>
                <a:lnTo>
                  <a:pt x="390" y="1270"/>
                </a:lnTo>
                <a:lnTo>
                  <a:pt x="391" y="1269"/>
                </a:lnTo>
                <a:lnTo>
                  <a:pt x="392" y="1269"/>
                </a:lnTo>
                <a:lnTo>
                  <a:pt x="393" y="1268"/>
                </a:lnTo>
                <a:lnTo>
                  <a:pt x="394" y="1268"/>
                </a:lnTo>
                <a:lnTo>
                  <a:pt x="395" y="1267"/>
                </a:lnTo>
                <a:lnTo>
                  <a:pt x="396" y="1267"/>
                </a:lnTo>
                <a:lnTo>
                  <a:pt x="397" y="1266"/>
                </a:lnTo>
                <a:lnTo>
                  <a:pt x="398" y="1266"/>
                </a:lnTo>
                <a:lnTo>
                  <a:pt x="399" y="1266"/>
                </a:lnTo>
                <a:lnTo>
                  <a:pt x="402" y="1266"/>
                </a:lnTo>
                <a:lnTo>
                  <a:pt x="403" y="1266"/>
                </a:lnTo>
                <a:lnTo>
                  <a:pt x="404" y="1266"/>
                </a:lnTo>
                <a:lnTo>
                  <a:pt x="405" y="1266"/>
                </a:lnTo>
                <a:lnTo>
                  <a:pt x="406" y="1265"/>
                </a:lnTo>
                <a:lnTo>
                  <a:pt x="406" y="1266"/>
                </a:lnTo>
                <a:lnTo>
                  <a:pt x="407" y="1265"/>
                </a:lnTo>
                <a:lnTo>
                  <a:pt x="408" y="1265"/>
                </a:lnTo>
                <a:lnTo>
                  <a:pt x="410" y="1265"/>
                </a:lnTo>
                <a:lnTo>
                  <a:pt x="412" y="1264"/>
                </a:lnTo>
                <a:lnTo>
                  <a:pt x="413" y="1263"/>
                </a:lnTo>
                <a:lnTo>
                  <a:pt x="415" y="1263"/>
                </a:lnTo>
                <a:lnTo>
                  <a:pt x="416" y="1263"/>
                </a:lnTo>
                <a:lnTo>
                  <a:pt x="416" y="1262"/>
                </a:lnTo>
                <a:lnTo>
                  <a:pt x="417" y="1262"/>
                </a:lnTo>
                <a:lnTo>
                  <a:pt x="417" y="1261"/>
                </a:lnTo>
                <a:lnTo>
                  <a:pt x="418" y="1261"/>
                </a:lnTo>
                <a:lnTo>
                  <a:pt x="418" y="1260"/>
                </a:lnTo>
                <a:lnTo>
                  <a:pt x="418" y="1259"/>
                </a:lnTo>
                <a:lnTo>
                  <a:pt x="419" y="1255"/>
                </a:lnTo>
                <a:lnTo>
                  <a:pt x="419" y="1253"/>
                </a:lnTo>
                <a:lnTo>
                  <a:pt x="420" y="1252"/>
                </a:lnTo>
                <a:lnTo>
                  <a:pt x="420" y="1251"/>
                </a:lnTo>
                <a:lnTo>
                  <a:pt x="420" y="1249"/>
                </a:lnTo>
                <a:lnTo>
                  <a:pt x="420" y="1248"/>
                </a:lnTo>
                <a:lnTo>
                  <a:pt x="420" y="1247"/>
                </a:lnTo>
                <a:lnTo>
                  <a:pt x="420" y="1246"/>
                </a:lnTo>
                <a:lnTo>
                  <a:pt x="422" y="1246"/>
                </a:lnTo>
                <a:lnTo>
                  <a:pt x="424" y="1245"/>
                </a:lnTo>
                <a:lnTo>
                  <a:pt x="426" y="1245"/>
                </a:lnTo>
                <a:lnTo>
                  <a:pt x="427" y="1245"/>
                </a:lnTo>
                <a:lnTo>
                  <a:pt x="430" y="1245"/>
                </a:lnTo>
                <a:lnTo>
                  <a:pt x="431" y="1245"/>
                </a:lnTo>
                <a:lnTo>
                  <a:pt x="432" y="1245"/>
                </a:lnTo>
                <a:lnTo>
                  <a:pt x="433" y="1245"/>
                </a:lnTo>
                <a:lnTo>
                  <a:pt x="434" y="1245"/>
                </a:lnTo>
                <a:lnTo>
                  <a:pt x="435" y="1245"/>
                </a:lnTo>
                <a:lnTo>
                  <a:pt x="435" y="1246"/>
                </a:lnTo>
                <a:lnTo>
                  <a:pt x="436" y="1245"/>
                </a:lnTo>
                <a:lnTo>
                  <a:pt x="437" y="1245"/>
                </a:lnTo>
                <a:lnTo>
                  <a:pt x="438" y="1245"/>
                </a:lnTo>
                <a:lnTo>
                  <a:pt x="440" y="1245"/>
                </a:lnTo>
                <a:lnTo>
                  <a:pt x="441" y="1245"/>
                </a:lnTo>
                <a:lnTo>
                  <a:pt x="441" y="1244"/>
                </a:lnTo>
                <a:lnTo>
                  <a:pt x="441" y="1243"/>
                </a:lnTo>
                <a:lnTo>
                  <a:pt x="442" y="1243"/>
                </a:lnTo>
                <a:lnTo>
                  <a:pt x="443" y="1243"/>
                </a:lnTo>
                <a:lnTo>
                  <a:pt x="444" y="1243"/>
                </a:lnTo>
                <a:lnTo>
                  <a:pt x="446" y="1243"/>
                </a:lnTo>
                <a:lnTo>
                  <a:pt x="447" y="1242"/>
                </a:lnTo>
                <a:lnTo>
                  <a:pt x="448" y="1242"/>
                </a:lnTo>
                <a:lnTo>
                  <a:pt x="449" y="1242"/>
                </a:lnTo>
                <a:lnTo>
                  <a:pt x="451" y="1241"/>
                </a:lnTo>
                <a:lnTo>
                  <a:pt x="452" y="1240"/>
                </a:lnTo>
                <a:lnTo>
                  <a:pt x="453" y="1240"/>
                </a:lnTo>
                <a:lnTo>
                  <a:pt x="454" y="1239"/>
                </a:lnTo>
                <a:lnTo>
                  <a:pt x="455" y="1238"/>
                </a:lnTo>
                <a:lnTo>
                  <a:pt x="456" y="1237"/>
                </a:lnTo>
                <a:lnTo>
                  <a:pt x="456" y="1236"/>
                </a:lnTo>
                <a:lnTo>
                  <a:pt x="457" y="1236"/>
                </a:lnTo>
                <a:lnTo>
                  <a:pt x="458" y="1236"/>
                </a:lnTo>
                <a:lnTo>
                  <a:pt x="458" y="1237"/>
                </a:lnTo>
                <a:lnTo>
                  <a:pt x="459" y="1237"/>
                </a:lnTo>
                <a:lnTo>
                  <a:pt x="460" y="1237"/>
                </a:lnTo>
                <a:lnTo>
                  <a:pt x="461" y="1236"/>
                </a:lnTo>
                <a:lnTo>
                  <a:pt x="462" y="1236"/>
                </a:lnTo>
                <a:lnTo>
                  <a:pt x="463" y="1237"/>
                </a:lnTo>
                <a:lnTo>
                  <a:pt x="464" y="1237"/>
                </a:lnTo>
                <a:lnTo>
                  <a:pt x="464" y="1236"/>
                </a:lnTo>
                <a:lnTo>
                  <a:pt x="465" y="1235"/>
                </a:lnTo>
                <a:lnTo>
                  <a:pt x="466" y="1234"/>
                </a:lnTo>
                <a:lnTo>
                  <a:pt x="467" y="1233"/>
                </a:lnTo>
                <a:lnTo>
                  <a:pt x="468" y="1233"/>
                </a:lnTo>
                <a:lnTo>
                  <a:pt x="469" y="1232"/>
                </a:lnTo>
                <a:lnTo>
                  <a:pt x="469" y="1231"/>
                </a:lnTo>
                <a:lnTo>
                  <a:pt x="468" y="1230"/>
                </a:lnTo>
                <a:lnTo>
                  <a:pt x="469" y="1229"/>
                </a:lnTo>
                <a:lnTo>
                  <a:pt x="470" y="1229"/>
                </a:lnTo>
                <a:lnTo>
                  <a:pt x="471" y="1228"/>
                </a:lnTo>
                <a:lnTo>
                  <a:pt x="473" y="1228"/>
                </a:lnTo>
                <a:lnTo>
                  <a:pt x="475" y="1228"/>
                </a:lnTo>
                <a:lnTo>
                  <a:pt x="476" y="1228"/>
                </a:lnTo>
                <a:lnTo>
                  <a:pt x="477" y="1228"/>
                </a:lnTo>
                <a:lnTo>
                  <a:pt x="477" y="1227"/>
                </a:lnTo>
                <a:lnTo>
                  <a:pt x="478" y="1227"/>
                </a:lnTo>
                <a:lnTo>
                  <a:pt x="478" y="1228"/>
                </a:lnTo>
                <a:lnTo>
                  <a:pt x="479" y="1228"/>
                </a:lnTo>
                <a:lnTo>
                  <a:pt x="480" y="1227"/>
                </a:lnTo>
                <a:lnTo>
                  <a:pt x="482" y="1226"/>
                </a:lnTo>
                <a:lnTo>
                  <a:pt x="482" y="1225"/>
                </a:lnTo>
                <a:lnTo>
                  <a:pt x="483" y="1225"/>
                </a:lnTo>
                <a:lnTo>
                  <a:pt x="483" y="1224"/>
                </a:lnTo>
                <a:lnTo>
                  <a:pt x="484" y="1224"/>
                </a:lnTo>
                <a:lnTo>
                  <a:pt x="484" y="1225"/>
                </a:lnTo>
                <a:lnTo>
                  <a:pt x="485" y="1224"/>
                </a:lnTo>
                <a:lnTo>
                  <a:pt x="486" y="1224"/>
                </a:lnTo>
                <a:lnTo>
                  <a:pt x="487" y="1223"/>
                </a:lnTo>
                <a:lnTo>
                  <a:pt x="488" y="1222"/>
                </a:lnTo>
                <a:lnTo>
                  <a:pt x="489" y="1221"/>
                </a:lnTo>
                <a:lnTo>
                  <a:pt x="489" y="1220"/>
                </a:lnTo>
                <a:lnTo>
                  <a:pt x="490" y="1220"/>
                </a:lnTo>
                <a:lnTo>
                  <a:pt x="491" y="1220"/>
                </a:lnTo>
                <a:lnTo>
                  <a:pt x="491" y="1219"/>
                </a:lnTo>
                <a:lnTo>
                  <a:pt x="492" y="1218"/>
                </a:lnTo>
                <a:lnTo>
                  <a:pt x="493" y="1218"/>
                </a:lnTo>
                <a:lnTo>
                  <a:pt x="494" y="1218"/>
                </a:lnTo>
                <a:lnTo>
                  <a:pt x="495" y="1217"/>
                </a:lnTo>
                <a:lnTo>
                  <a:pt x="496" y="1217"/>
                </a:lnTo>
                <a:lnTo>
                  <a:pt x="496" y="1218"/>
                </a:lnTo>
                <a:lnTo>
                  <a:pt x="497" y="1218"/>
                </a:lnTo>
                <a:lnTo>
                  <a:pt x="498" y="1218"/>
                </a:lnTo>
                <a:lnTo>
                  <a:pt x="499" y="1217"/>
                </a:lnTo>
                <a:lnTo>
                  <a:pt x="499" y="1216"/>
                </a:lnTo>
                <a:lnTo>
                  <a:pt x="500" y="1215"/>
                </a:lnTo>
                <a:lnTo>
                  <a:pt x="501" y="1215"/>
                </a:lnTo>
                <a:lnTo>
                  <a:pt x="502" y="1215"/>
                </a:lnTo>
                <a:lnTo>
                  <a:pt x="505" y="1214"/>
                </a:lnTo>
                <a:lnTo>
                  <a:pt x="506" y="1213"/>
                </a:lnTo>
                <a:lnTo>
                  <a:pt x="507" y="1212"/>
                </a:lnTo>
                <a:lnTo>
                  <a:pt x="508" y="1211"/>
                </a:lnTo>
                <a:lnTo>
                  <a:pt x="510" y="1211"/>
                </a:lnTo>
                <a:lnTo>
                  <a:pt x="512" y="1211"/>
                </a:lnTo>
                <a:lnTo>
                  <a:pt x="513" y="1211"/>
                </a:lnTo>
                <a:lnTo>
                  <a:pt x="514" y="1211"/>
                </a:lnTo>
                <a:lnTo>
                  <a:pt x="515" y="1211"/>
                </a:lnTo>
                <a:lnTo>
                  <a:pt x="516" y="1210"/>
                </a:lnTo>
                <a:lnTo>
                  <a:pt x="517" y="1210"/>
                </a:lnTo>
                <a:lnTo>
                  <a:pt x="517" y="1209"/>
                </a:lnTo>
                <a:lnTo>
                  <a:pt x="518" y="1208"/>
                </a:lnTo>
                <a:lnTo>
                  <a:pt x="519" y="1207"/>
                </a:lnTo>
                <a:lnTo>
                  <a:pt x="520" y="1207"/>
                </a:lnTo>
                <a:lnTo>
                  <a:pt x="520" y="1206"/>
                </a:lnTo>
                <a:lnTo>
                  <a:pt x="520" y="1205"/>
                </a:lnTo>
                <a:lnTo>
                  <a:pt x="521" y="1205"/>
                </a:lnTo>
                <a:lnTo>
                  <a:pt x="522" y="1205"/>
                </a:lnTo>
                <a:lnTo>
                  <a:pt x="523" y="1204"/>
                </a:lnTo>
                <a:lnTo>
                  <a:pt x="524" y="1203"/>
                </a:lnTo>
                <a:lnTo>
                  <a:pt x="525" y="1203"/>
                </a:lnTo>
                <a:lnTo>
                  <a:pt x="525" y="1202"/>
                </a:lnTo>
                <a:lnTo>
                  <a:pt x="526" y="1203"/>
                </a:lnTo>
                <a:lnTo>
                  <a:pt x="527" y="1203"/>
                </a:lnTo>
                <a:lnTo>
                  <a:pt x="527" y="1204"/>
                </a:lnTo>
                <a:lnTo>
                  <a:pt x="528" y="1204"/>
                </a:lnTo>
                <a:lnTo>
                  <a:pt x="528" y="1203"/>
                </a:lnTo>
                <a:lnTo>
                  <a:pt x="529" y="1203"/>
                </a:lnTo>
                <a:lnTo>
                  <a:pt x="530" y="1202"/>
                </a:lnTo>
                <a:lnTo>
                  <a:pt x="532" y="1200"/>
                </a:lnTo>
                <a:lnTo>
                  <a:pt x="533" y="1199"/>
                </a:lnTo>
                <a:lnTo>
                  <a:pt x="534" y="1199"/>
                </a:lnTo>
                <a:lnTo>
                  <a:pt x="536" y="1199"/>
                </a:lnTo>
                <a:lnTo>
                  <a:pt x="538" y="1198"/>
                </a:lnTo>
                <a:lnTo>
                  <a:pt x="539" y="1198"/>
                </a:lnTo>
                <a:lnTo>
                  <a:pt x="539" y="1199"/>
                </a:lnTo>
                <a:lnTo>
                  <a:pt x="540" y="1199"/>
                </a:lnTo>
                <a:lnTo>
                  <a:pt x="541" y="1200"/>
                </a:lnTo>
                <a:lnTo>
                  <a:pt x="542" y="1200"/>
                </a:lnTo>
                <a:lnTo>
                  <a:pt x="545" y="1200"/>
                </a:lnTo>
                <a:lnTo>
                  <a:pt x="547" y="1199"/>
                </a:lnTo>
                <a:lnTo>
                  <a:pt x="548" y="1199"/>
                </a:lnTo>
                <a:lnTo>
                  <a:pt x="550" y="1198"/>
                </a:lnTo>
                <a:lnTo>
                  <a:pt x="551" y="1197"/>
                </a:lnTo>
                <a:lnTo>
                  <a:pt x="552" y="1196"/>
                </a:lnTo>
                <a:lnTo>
                  <a:pt x="553" y="1195"/>
                </a:lnTo>
                <a:lnTo>
                  <a:pt x="554" y="1194"/>
                </a:lnTo>
                <a:lnTo>
                  <a:pt x="555" y="1194"/>
                </a:lnTo>
                <a:lnTo>
                  <a:pt x="557" y="1194"/>
                </a:lnTo>
                <a:lnTo>
                  <a:pt x="559" y="1194"/>
                </a:lnTo>
                <a:lnTo>
                  <a:pt x="560" y="1194"/>
                </a:lnTo>
                <a:lnTo>
                  <a:pt x="561" y="1193"/>
                </a:lnTo>
                <a:lnTo>
                  <a:pt x="562" y="1193"/>
                </a:lnTo>
                <a:lnTo>
                  <a:pt x="563" y="1193"/>
                </a:lnTo>
                <a:lnTo>
                  <a:pt x="564" y="1193"/>
                </a:lnTo>
                <a:lnTo>
                  <a:pt x="565" y="1194"/>
                </a:lnTo>
                <a:lnTo>
                  <a:pt x="566" y="1193"/>
                </a:lnTo>
                <a:lnTo>
                  <a:pt x="568" y="1191"/>
                </a:lnTo>
                <a:lnTo>
                  <a:pt x="568" y="1190"/>
                </a:lnTo>
                <a:lnTo>
                  <a:pt x="568" y="1189"/>
                </a:lnTo>
                <a:lnTo>
                  <a:pt x="569" y="1188"/>
                </a:lnTo>
                <a:lnTo>
                  <a:pt x="569" y="1187"/>
                </a:lnTo>
                <a:lnTo>
                  <a:pt x="570" y="1186"/>
                </a:lnTo>
                <a:lnTo>
                  <a:pt x="571" y="1186"/>
                </a:lnTo>
                <a:lnTo>
                  <a:pt x="572" y="1185"/>
                </a:lnTo>
                <a:lnTo>
                  <a:pt x="573" y="1185"/>
                </a:lnTo>
                <a:lnTo>
                  <a:pt x="573" y="1184"/>
                </a:lnTo>
                <a:lnTo>
                  <a:pt x="572" y="1183"/>
                </a:lnTo>
                <a:lnTo>
                  <a:pt x="572" y="1181"/>
                </a:lnTo>
                <a:lnTo>
                  <a:pt x="574" y="1180"/>
                </a:lnTo>
                <a:lnTo>
                  <a:pt x="575" y="1180"/>
                </a:lnTo>
                <a:lnTo>
                  <a:pt x="576" y="1179"/>
                </a:lnTo>
                <a:lnTo>
                  <a:pt x="577" y="1179"/>
                </a:lnTo>
                <a:lnTo>
                  <a:pt x="578" y="1178"/>
                </a:lnTo>
                <a:lnTo>
                  <a:pt x="581" y="1178"/>
                </a:lnTo>
                <a:lnTo>
                  <a:pt x="583" y="1179"/>
                </a:lnTo>
                <a:lnTo>
                  <a:pt x="586" y="1179"/>
                </a:lnTo>
                <a:lnTo>
                  <a:pt x="587" y="1178"/>
                </a:lnTo>
                <a:lnTo>
                  <a:pt x="589" y="1178"/>
                </a:lnTo>
                <a:lnTo>
                  <a:pt x="590" y="1178"/>
                </a:lnTo>
                <a:lnTo>
                  <a:pt x="593" y="1178"/>
                </a:lnTo>
                <a:lnTo>
                  <a:pt x="594" y="1178"/>
                </a:lnTo>
                <a:lnTo>
                  <a:pt x="596" y="1179"/>
                </a:lnTo>
                <a:lnTo>
                  <a:pt x="598" y="1179"/>
                </a:lnTo>
                <a:lnTo>
                  <a:pt x="599" y="1179"/>
                </a:lnTo>
                <a:lnTo>
                  <a:pt x="600" y="1179"/>
                </a:lnTo>
                <a:lnTo>
                  <a:pt x="600" y="1178"/>
                </a:lnTo>
                <a:lnTo>
                  <a:pt x="600" y="1177"/>
                </a:lnTo>
                <a:lnTo>
                  <a:pt x="601" y="1177"/>
                </a:lnTo>
                <a:lnTo>
                  <a:pt x="602" y="1175"/>
                </a:lnTo>
                <a:lnTo>
                  <a:pt x="603" y="1174"/>
                </a:lnTo>
                <a:lnTo>
                  <a:pt x="602" y="1173"/>
                </a:lnTo>
                <a:lnTo>
                  <a:pt x="601" y="1173"/>
                </a:lnTo>
                <a:lnTo>
                  <a:pt x="600" y="1172"/>
                </a:lnTo>
                <a:lnTo>
                  <a:pt x="600" y="1170"/>
                </a:lnTo>
                <a:lnTo>
                  <a:pt x="599" y="1168"/>
                </a:lnTo>
                <a:lnTo>
                  <a:pt x="598" y="1168"/>
                </a:lnTo>
                <a:lnTo>
                  <a:pt x="598" y="1167"/>
                </a:lnTo>
                <a:lnTo>
                  <a:pt x="599" y="1167"/>
                </a:lnTo>
                <a:lnTo>
                  <a:pt x="600" y="1167"/>
                </a:lnTo>
                <a:lnTo>
                  <a:pt x="600" y="1166"/>
                </a:lnTo>
                <a:lnTo>
                  <a:pt x="601" y="1163"/>
                </a:lnTo>
                <a:lnTo>
                  <a:pt x="601" y="1162"/>
                </a:lnTo>
                <a:lnTo>
                  <a:pt x="602" y="1162"/>
                </a:lnTo>
                <a:lnTo>
                  <a:pt x="603" y="1162"/>
                </a:lnTo>
                <a:lnTo>
                  <a:pt x="605" y="1162"/>
                </a:lnTo>
                <a:lnTo>
                  <a:pt x="607" y="1161"/>
                </a:lnTo>
                <a:lnTo>
                  <a:pt x="608" y="1160"/>
                </a:lnTo>
                <a:lnTo>
                  <a:pt x="609" y="1160"/>
                </a:lnTo>
                <a:lnTo>
                  <a:pt x="611" y="1160"/>
                </a:lnTo>
                <a:lnTo>
                  <a:pt x="611" y="1159"/>
                </a:lnTo>
                <a:lnTo>
                  <a:pt x="612" y="1158"/>
                </a:lnTo>
                <a:lnTo>
                  <a:pt x="612" y="1157"/>
                </a:lnTo>
                <a:lnTo>
                  <a:pt x="612" y="1156"/>
                </a:lnTo>
                <a:lnTo>
                  <a:pt x="612" y="1155"/>
                </a:lnTo>
                <a:lnTo>
                  <a:pt x="610" y="1154"/>
                </a:lnTo>
                <a:lnTo>
                  <a:pt x="610" y="1153"/>
                </a:lnTo>
                <a:lnTo>
                  <a:pt x="610" y="1152"/>
                </a:lnTo>
                <a:lnTo>
                  <a:pt x="611" y="1152"/>
                </a:lnTo>
                <a:lnTo>
                  <a:pt x="611" y="1151"/>
                </a:lnTo>
                <a:lnTo>
                  <a:pt x="611" y="1150"/>
                </a:lnTo>
                <a:lnTo>
                  <a:pt x="610" y="1150"/>
                </a:lnTo>
                <a:lnTo>
                  <a:pt x="609" y="1149"/>
                </a:lnTo>
                <a:lnTo>
                  <a:pt x="608" y="1148"/>
                </a:lnTo>
                <a:lnTo>
                  <a:pt x="607" y="1147"/>
                </a:lnTo>
                <a:lnTo>
                  <a:pt x="607" y="1146"/>
                </a:lnTo>
                <a:lnTo>
                  <a:pt x="607" y="1145"/>
                </a:lnTo>
                <a:lnTo>
                  <a:pt x="607" y="1143"/>
                </a:lnTo>
                <a:lnTo>
                  <a:pt x="606" y="1141"/>
                </a:lnTo>
                <a:lnTo>
                  <a:pt x="605" y="1140"/>
                </a:lnTo>
                <a:lnTo>
                  <a:pt x="604" y="1139"/>
                </a:lnTo>
                <a:lnTo>
                  <a:pt x="604" y="1138"/>
                </a:lnTo>
                <a:lnTo>
                  <a:pt x="605" y="1136"/>
                </a:lnTo>
                <a:lnTo>
                  <a:pt x="605" y="1135"/>
                </a:lnTo>
                <a:lnTo>
                  <a:pt x="606" y="1134"/>
                </a:lnTo>
                <a:lnTo>
                  <a:pt x="607" y="1133"/>
                </a:lnTo>
                <a:lnTo>
                  <a:pt x="611" y="1131"/>
                </a:lnTo>
                <a:lnTo>
                  <a:pt x="611" y="1130"/>
                </a:lnTo>
                <a:lnTo>
                  <a:pt x="610" y="1130"/>
                </a:lnTo>
                <a:lnTo>
                  <a:pt x="610" y="1131"/>
                </a:lnTo>
                <a:lnTo>
                  <a:pt x="609" y="1131"/>
                </a:lnTo>
                <a:lnTo>
                  <a:pt x="609" y="1130"/>
                </a:lnTo>
                <a:lnTo>
                  <a:pt x="608" y="1130"/>
                </a:lnTo>
                <a:lnTo>
                  <a:pt x="608" y="1129"/>
                </a:lnTo>
                <a:lnTo>
                  <a:pt x="607" y="1129"/>
                </a:lnTo>
                <a:lnTo>
                  <a:pt x="606" y="1129"/>
                </a:lnTo>
                <a:lnTo>
                  <a:pt x="606" y="1128"/>
                </a:lnTo>
                <a:lnTo>
                  <a:pt x="605" y="1127"/>
                </a:lnTo>
                <a:lnTo>
                  <a:pt x="604" y="1126"/>
                </a:lnTo>
                <a:lnTo>
                  <a:pt x="603" y="1124"/>
                </a:lnTo>
                <a:lnTo>
                  <a:pt x="602" y="1123"/>
                </a:lnTo>
                <a:lnTo>
                  <a:pt x="602" y="1122"/>
                </a:lnTo>
                <a:lnTo>
                  <a:pt x="601" y="1120"/>
                </a:lnTo>
                <a:lnTo>
                  <a:pt x="601" y="1119"/>
                </a:lnTo>
                <a:lnTo>
                  <a:pt x="601" y="1118"/>
                </a:lnTo>
                <a:lnTo>
                  <a:pt x="601" y="1117"/>
                </a:lnTo>
                <a:lnTo>
                  <a:pt x="602" y="1116"/>
                </a:lnTo>
                <a:lnTo>
                  <a:pt x="602" y="1115"/>
                </a:lnTo>
                <a:lnTo>
                  <a:pt x="602" y="1114"/>
                </a:lnTo>
                <a:lnTo>
                  <a:pt x="604" y="1113"/>
                </a:lnTo>
                <a:lnTo>
                  <a:pt x="607" y="1112"/>
                </a:lnTo>
                <a:lnTo>
                  <a:pt x="605" y="1110"/>
                </a:lnTo>
                <a:lnTo>
                  <a:pt x="609" y="1103"/>
                </a:lnTo>
                <a:lnTo>
                  <a:pt x="609" y="1099"/>
                </a:lnTo>
                <a:lnTo>
                  <a:pt x="610" y="1097"/>
                </a:lnTo>
                <a:lnTo>
                  <a:pt x="611" y="1097"/>
                </a:lnTo>
                <a:lnTo>
                  <a:pt x="612" y="1098"/>
                </a:lnTo>
                <a:lnTo>
                  <a:pt x="613" y="1098"/>
                </a:lnTo>
                <a:lnTo>
                  <a:pt x="613" y="1097"/>
                </a:lnTo>
                <a:lnTo>
                  <a:pt x="614" y="1097"/>
                </a:lnTo>
                <a:lnTo>
                  <a:pt x="615" y="1097"/>
                </a:lnTo>
                <a:lnTo>
                  <a:pt x="615" y="1098"/>
                </a:lnTo>
                <a:lnTo>
                  <a:pt x="616" y="1098"/>
                </a:lnTo>
                <a:lnTo>
                  <a:pt x="617" y="1098"/>
                </a:lnTo>
                <a:lnTo>
                  <a:pt x="618" y="1098"/>
                </a:lnTo>
                <a:lnTo>
                  <a:pt x="619" y="1098"/>
                </a:lnTo>
                <a:lnTo>
                  <a:pt x="620" y="1098"/>
                </a:lnTo>
                <a:lnTo>
                  <a:pt x="621" y="1097"/>
                </a:lnTo>
                <a:lnTo>
                  <a:pt x="622" y="1098"/>
                </a:lnTo>
                <a:lnTo>
                  <a:pt x="623" y="1097"/>
                </a:lnTo>
                <a:lnTo>
                  <a:pt x="624" y="1096"/>
                </a:lnTo>
                <a:lnTo>
                  <a:pt x="626" y="1095"/>
                </a:lnTo>
                <a:lnTo>
                  <a:pt x="627" y="1095"/>
                </a:lnTo>
                <a:lnTo>
                  <a:pt x="628" y="1095"/>
                </a:lnTo>
                <a:lnTo>
                  <a:pt x="629" y="1094"/>
                </a:lnTo>
                <a:lnTo>
                  <a:pt x="630" y="1094"/>
                </a:lnTo>
                <a:lnTo>
                  <a:pt x="631" y="1094"/>
                </a:lnTo>
                <a:lnTo>
                  <a:pt x="632" y="1093"/>
                </a:lnTo>
                <a:lnTo>
                  <a:pt x="633" y="1093"/>
                </a:lnTo>
                <a:lnTo>
                  <a:pt x="634" y="1093"/>
                </a:lnTo>
                <a:lnTo>
                  <a:pt x="635" y="1093"/>
                </a:lnTo>
                <a:lnTo>
                  <a:pt x="636" y="1093"/>
                </a:lnTo>
                <a:lnTo>
                  <a:pt x="636" y="1092"/>
                </a:lnTo>
                <a:lnTo>
                  <a:pt x="637" y="1092"/>
                </a:lnTo>
                <a:lnTo>
                  <a:pt x="638" y="1092"/>
                </a:lnTo>
                <a:lnTo>
                  <a:pt x="639" y="1092"/>
                </a:lnTo>
                <a:lnTo>
                  <a:pt x="640" y="1092"/>
                </a:lnTo>
                <a:lnTo>
                  <a:pt x="641" y="1091"/>
                </a:lnTo>
                <a:lnTo>
                  <a:pt x="640" y="1090"/>
                </a:lnTo>
                <a:lnTo>
                  <a:pt x="640" y="1089"/>
                </a:lnTo>
                <a:lnTo>
                  <a:pt x="639" y="1089"/>
                </a:lnTo>
                <a:lnTo>
                  <a:pt x="639" y="1088"/>
                </a:lnTo>
                <a:lnTo>
                  <a:pt x="637" y="1088"/>
                </a:lnTo>
                <a:lnTo>
                  <a:pt x="636" y="1087"/>
                </a:lnTo>
                <a:lnTo>
                  <a:pt x="635" y="1087"/>
                </a:lnTo>
                <a:lnTo>
                  <a:pt x="633" y="1087"/>
                </a:lnTo>
                <a:lnTo>
                  <a:pt x="632" y="1087"/>
                </a:lnTo>
                <a:lnTo>
                  <a:pt x="631" y="1086"/>
                </a:lnTo>
                <a:lnTo>
                  <a:pt x="630" y="1086"/>
                </a:lnTo>
                <a:lnTo>
                  <a:pt x="629" y="1086"/>
                </a:lnTo>
                <a:lnTo>
                  <a:pt x="628" y="1085"/>
                </a:lnTo>
                <a:lnTo>
                  <a:pt x="627" y="1084"/>
                </a:lnTo>
                <a:lnTo>
                  <a:pt x="626" y="1083"/>
                </a:lnTo>
                <a:lnTo>
                  <a:pt x="623" y="1082"/>
                </a:lnTo>
                <a:lnTo>
                  <a:pt x="622" y="1082"/>
                </a:lnTo>
                <a:lnTo>
                  <a:pt x="622" y="1081"/>
                </a:lnTo>
                <a:lnTo>
                  <a:pt x="621" y="1081"/>
                </a:lnTo>
                <a:lnTo>
                  <a:pt x="621" y="1080"/>
                </a:lnTo>
                <a:lnTo>
                  <a:pt x="620" y="1079"/>
                </a:lnTo>
                <a:lnTo>
                  <a:pt x="620" y="1078"/>
                </a:lnTo>
                <a:lnTo>
                  <a:pt x="620" y="1077"/>
                </a:lnTo>
                <a:lnTo>
                  <a:pt x="622" y="1076"/>
                </a:lnTo>
                <a:lnTo>
                  <a:pt x="623" y="1075"/>
                </a:lnTo>
                <a:lnTo>
                  <a:pt x="626" y="1074"/>
                </a:lnTo>
                <a:lnTo>
                  <a:pt x="627" y="1074"/>
                </a:lnTo>
                <a:lnTo>
                  <a:pt x="629" y="1074"/>
                </a:lnTo>
                <a:lnTo>
                  <a:pt x="630" y="1073"/>
                </a:lnTo>
                <a:lnTo>
                  <a:pt x="633" y="1072"/>
                </a:lnTo>
                <a:lnTo>
                  <a:pt x="634" y="1071"/>
                </a:lnTo>
                <a:lnTo>
                  <a:pt x="635" y="1071"/>
                </a:lnTo>
                <a:lnTo>
                  <a:pt x="637" y="1070"/>
                </a:lnTo>
                <a:lnTo>
                  <a:pt x="638" y="1069"/>
                </a:lnTo>
                <a:lnTo>
                  <a:pt x="639" y="1068"/>
                </a:lnTo>
                <a:lnTo>
                  <a:pt x="640" y="1067"/>
                </a:lnTo>
                <a:lnTo>
                  <a:pt x="641" y="1067"/>
                </a:lnTo>
                <a:lnTo>
                  <a:pt x="643" y="1066"/>
                </a:lnTo>
                <a:lnTo>
                  <a:pt x="644" y="1066"/>
                </a:lnTo>
                <a:lnTo>
                  <a:pt x="645" y="1066"/>
                </a:lnTo>
                <a:lnTo>
                  <a:pt x="647" y="1066"/>
                </a:lnTo>
                <a:lnTo>
                  <a:pt x="648" y="1066"/>
                </a:lnTo>
                <a:lnTo>
                  <a:pt x="650" y="1066"/>
                </a:lnTo>
                <a:lnTo>
                  <a:pt x="651" y="1066"/>
                </a:lnTo>
                <a:lnTo>
                  <a:pt x="651" y="1067"/>
                </a:lnTo>
                <a:lnTo>
                  <a:pt x="652" y="1067"/>
                </a:lnTo>
                <a:lnTo>
                  <a:pt x="653" y="1067"/>
                </a:lnTo>
                <a:lnTo>
                  <a:pt x="653" y="1066"/>
                </a:lnTo>
                <a:lnTo>
                  <a:pt x="654" y="1066"/>
                </a:lnTo>
                <a:lnTo>
                  <a:pt x="655" y="1066"/>
                </a:lnTo>
                <a:lnTo>
                  <a:pt x="656" y="1066"/>
                </a:lnTo>
                <a:lnTo>
                  <a:pt x="657" y="1067"/>
                </a:lnTo>
                <a:lnTo>
                  <a:pt x="658" y="1067"/>
                </a:lnTo>
                <a:lnTo>
                  <a:pt x="658" y="1066"/>
                </a:lnTo>
                <a:lnTo>
                  <a:pt x="658" y="1065"/>
                </a:lnTo>
                <a:lnTo>
                  <a:pt x="659" y="1064"/>
                </a:lnTo>
                <a:lnTo>
                  <a:pt x="659" y="1063"/>
                </a:lnTo>
                <a:lnTo>
                  <a:pt x="659" y="1062"/>
                </a:lnTo>
                <a:lnTo>
                  <a:pt x="658" y="1061"/>
                </a:lnTo>
                <a:lnTo>
                  <a:pt x="658" y="1060"/>
                </a:lnTo>
                <a:lnTo>
                  <a:pt x="658" y="1059"/>
                </a:lnTo>
                <a:lnTo>
                  <a:pt x="658" y="1056"/>
                </a:lnTo>
                <a:lnTo>
                  <a:pt x="657" y="1055"/>
                </a:lnTo>
                <a:lnTo>
                  <a:pt x="656" y="1055"/>
                </a:lnTo>
                <a:lnTo>
                  <a:pt x="656" y="1054"/>
                </a:lnTo>
                <a:lnTo>
                  <a:pt x="656" y="1053"/>
                </a:lnTo>
                <a:lnTo>
                  <a:pt x="656" y="1052"/>
                </a:lnTo>
                <a:lnTo>
                  <a:pt x="657" y="1050"/>
                </a:lnTo>
                <a:lnTo>
                  <a:pt x="657" y="1049"/>
                </a:lnTo>
                <a:lnTo>
                  <a:pt x="656" y="1049"/>
                </a:lnTo>
                <a:lnTo>
                  <a:pt x="655" y="1048"/>
                </a:lnTo>
                <a:lnTo>
                  <a:pt x="654" y="1049"/>
                </a:lnTo>
                <a:lnTo>
                  <a:pt x="653" y="1049"/>
                </a:lnTo>
                <a:lnTo>
                  <a:pt x="652" y="1049"/>
                </a:lnTo>
                <a:lnTo>
                  <a:pt x="649" y="1048"/>
                </a:lnTo>
                <a:lnTo>
                  <a:pt x="649" y="1047"/>
                </a:lnTo>
                <a:lnTo>
                  <a:pt x="649" y="1045"/>
                </a:lnTo>
                <a:lnTo>
                  <a:pt x="650" y="1044"/>
                </a:lnTo>
                <a:lnTo>
                  <a:pt x="651" y="1044"/>
                </a:lnTo>
                <a:lnTo>
                  <a:pt x="652" y="1042"/>
                </a:lnTo>
                <a:lnTo>
                  <a:pt x="653" y="1041"/>
                </a:lnTo>
                <a:lnTo>
                  <a:pt x="653" y="1040"/>
                </a:lnTo>
                <a:lnTo>
                  <a:pt x="653" y="1039"/>
                </a:lnTo>
                <a:lnTo>
                  <a:pt x="653" y="1037"/>
                </a:lnTo>
                <a:lnTo>
                  <a:pt x="654" y="1037"/>
                </a:lnTo>
                <a:lnTo>
                  <a:pt x="654" y="1036"/>
                </a:lnTo>
                <a:lnTo>
                  <a:pt x="654" y="1035"/>
                </a:lnTo>
                <a:lnTo>
                  <a:pt x="655" y="1035"/>
                </a:lnTo>
                <a:lnTo>
                  <a:pt x="655" y="1030"/>
                </a:lnTo>
                <a:lnTo>
                  <a:pt x="649" y="1021"/>
                </a:lnTo>
                <a:lnTo>
                  <a:pt x="642" y="1010"/>
                </a:lnTo>
                <a:lnTo>
                  <a:pt x="634" y="997"/>
                </a:lnTo>
                <a:lnTo>
                  <a:pt x="634" y="996"/>
                </a:lnTo>
                <a:lnTo>
                  <a:pt x="634" y="995"/>
                </a:lnTo>
                <a:lnTo>
                  <a:pt x="634" y="994"/>
                </a:lnTo>
                <a:lnTo>
                  <a:pt x="634" y="993"/>
                </a:lnTo>
                <a:lnTo>
                  <a:pt x="633" y="993"/>
                </a:lnTo>
                <a:lnTo>
                  <a:pt x="634" y="993"/>
                </a:lnTo>
                <a:lnTo>
                  <a:pt x="633" y="993"/>
                </a:lnTo>
                <a:lnTo>
                  <a:pt x="633" y="992"/>
                </a:lnTo>
                <a:lnTo>
                  <a:pt x="633" y="991"/>
                </a:lnTo>
                <a:lnTo>
                  <a:pt x="633" y="989"/>
                </a:lnTo>
                <a:lnTo>
                  <a:pt x="633" y="988"/>
                </a:lnTo>
                <a:lnTo>
                  <a:pt x="632" y="988"/>
                </a:lnTo>
                <a:lnTo>
                  <a:pt x="632" y="987"/>
                </a:lnTo>
                <a:lnTo>
                  <a:pt x="631" y="987"/>
                </a:lnTo>
                <a:lnTo>
                  <a:pt x="631" y="986"/>
                </a:lnTo>
                <a:lnTo>
                  <a:pt x="630" y="985"/>
                </a:lnTo>
                <a:lnTo>
                  <a:pt x="630" y="984"/>
                </a:lnTo>
                <a:lnTo>
                  <a:pt x="631" y="983"/>
                </a:lnTo>
                <a:lnTo>
                  <a:pt x="630" y="982"/>
                </a:lnTo>
                <a:lnTo>
                  <a:pt x="629" y="982"/>
                </a:lnTo>
                <a:lnTo>
                  <a:pt x="628" y="981"/>
                </a:lnTo>
                <a:lnTo>
                  <a:pt x="628" y="980"/>
                </a:lnTo>
                <a:lnTo>
                  <a:pt x="628" y="979"/>
                </a:lnTo>
                <a:lnTo>
                  <a:pt x="628" y="978"/>
                </a:lnTo>
                <a:lnTo>
                  <a:pt x="628" y="977"/>
                </a:lnTo>
                <a:lnTo>
                  <a:pt x="628" y="975"/>
                </a:lnTo>
                <a:lnTo>
                  <a:pt x="628" y="973"/>
                </a:lnTo>
                <a:lnTo>
                  <a:pt x="627" y="972"/>
                </a:lnTo>
                <a:lnTo>
                  <a:pt x="627" y="971"/>
                </a:lnTo>
                <a:lnTo>
                  <a:pt x="627" y="970"/>
                </a:lnTo>
                <a:lnTo>
                  <a:pt x="627" y="969"/>
                </a:lnTo>
                <a:lnTo>
                  <a:pt x="626" y="969"/>
                </a:lnTo>
                <a:lnTo>
                  <a:pt x="624" y="968"/>
                </a:lnTo>
                <a:lnTo>
                  <a:pt x="622" y="968"/>
                </a:lnTo>
                <a:lnTo>
                  <a:pt x="622" y="967"/>
                </a:lnTo>
                <a:lnTo>
                  <a:pt x="621" y="967"/>
                </a:lnTo>
                <a:lnTo>
                  <a:pt x="621" y="966"/>
                </a:lnTo>
                <a:lnTo>
                  <a:pt x="621" y="965"/>
                </a:lnTo>
                <a:lnTo>
                  <a:pt x="622" y="965"/>
                </a:lnTo>
                <a:lnTo>
                  <a:pt x="622" y="964"/>
                </a:lnTo>
                <a:lnTo>
                  <a:pt x="622" y="962"/>
                </a:lnTo>
                <a:lnTo>
                  <a:pt x="622" y="958"/>
                </a:lnTo>
                <a:lnTo>
                  <a:pt x="622" y="957"/>
                </a:lnTo>
                <a:lnTo>
                  <a:pt x="622" y="955"/>
                </a:lnTo>
                <a:lnTo>
                  <a:pt x="623" y="954"/>
                </a:lnTo>
                <a:lnTo>
                  <a:pt x="623" y="952"/>
                </a:lnTo>
                <a:lnTo>
                  <a:pt x="623" y="951"/>
                </a:lnTo>
                <a:lnTo>
                  <a:pt x="622" y="949"/>
                </a:lnTo>
                <a:lnTo>
                  <a:pt x="622" y="948"/>
                </a:lnTo>
                <a:lnTo>
                  <a:pt x="622" y="947"/>
                </a:lnTo>
                <a:lnTo>
                  <a:pt x="621" y="946"/>
                </a:lnTo>
                <a:lnTo>
                  <a:pt x="621" y="943"/>
                </a:lnTo>
                <a:lnTo>
                  <a:pt x="620" y="940"/>
                </a:lnTo>
                <a:lnTo>
                  <a:pt x="620" y="938"/>
                </a:lnTo>
                <a:lnTo>
                  <a:pt x="620" y="936"/>
                </a:lnTo>
                <a:lnTo>
                  <a:pt x="619" y="933"/>
                </a:lnTo>
                <a:lnTo>
                  <a:pt x="618" y="931"/>
                </a:lnTo>
                <a:lnTo>
                  <a:pt x="617" y="929"/>
                </a:lnTo>
                <a:lnTo>
                  <a:pt x="617" y="928"/>
                </a:lnTo>
                <a:lnTo>
                  <a:pt x="618" y="928"/>
                </a:lnTo>
                <a:lnTo>
                  <a:pt x="619" y="927"/>
                </a:lnTo>
                <a:lnTo>
                  <a:pt x="619" y="926"/>
                </a:lnTo>
                <a:lnTo>
                  <a:pt x="620" y="924"/>
                </a:lnTo>
                <a:lnTo>
                  <a:pt x="620" y="922"/>
                </a:lnTo>
                <a:lnTo>
                  <a:pt x="621" y="921"/>
                </a:lnTo>
                <a:lnTo>
                  <a:pt x="621" y="919"/>
                </a:lnTo>
                <a:lnTo>
                  <a:pt x="622" y="917"/>
                </a:lnTo>
                <a:lnTo>
                  <a:pt x="623" y="916"/>
                </a:lnTo>
                <a:lnTo>
                  <a:pt x="623" y="915"/>
                </a:lnTo>
                <a:lnTo>
                  <a:pt x="622" y="914"/>
                </a:lnTo>
                <a:lnTo>
                  <a:pt x="621" y="913"/>
                </a:lnTo>
                <a:lnTo>
                  <a:pt x="619" y="911"/>
                </a:lnTo>
                <a:lnTo>
                  <a:pt x="617" y="908"/>
                </a:lnTo>
                <a:lnTo>
                  <a:pt x="615" y="907"/>
                </a:lnTo>
                <a:lnTo>
                  <a:pt x="614" y="906"/>
                </a:lnTo>
                <a:lnTo>
                  <a:pt x="612" y="905"/>
                </a:lnTo>
                <a:lnTo>
                  <a:pt x="610" y="905"/>
                </a:lnTo>
                <a:lnTo>
                  <a:pt x="609" y="904"/>
                </a:lnTo>
                <a:lnTo>
                  <a:pt x="608" y="904"/>
                </a:lnTo>
                <a:lnTo>
                  <a:pt x="607" y="903"/>
                </a:lnTo>
                <a:lnTo>
                  <a:pt x="606" y="903"/>
                </a:lnTo>
                <a:lnTo>
                  <a:pt x="604" y="901"/>
                </a:lnTo>
                <a:lnTo>
                  <a:pt x="604" y="900"/>
                </a:lnTo>
                <a:lnTo>
                  <a:pt x="604" y="899"/>
                </a:lnTo>
                <a:lnTo>
                  <a:pt x="603" y="898"/>
                </a:lnTo>
                <a:lnTo>
                  <a:pt x="602" y="897"/>
                </a:lnTo>
                <a:lnTo>
                  <a:pt x="602" y="896"/>
                </a:lnTo>
                <a:lnTo>
                  <a:pt x="603" y="895"/>
                </a:lnTo>
                <a:lnTo>
                  <a:pt x="603" y="894"/>
                </a:lnTo>
                <a:lnTo>
                  <a:pt x="602" y="893"/>
                </a:lnTo>
                <a:lnTo>
                  <a:pt x="601" y="892"/>
                </a:lnTo>
                <a:lnTo>
                  <a:pt x="600" y="892"/>
                </a:lnTo>
                <a:lnTo>
                  <a:pt x="600" y="893"/>
                </a:lnTo>
                <a:lnTo>
                  <a:pt x="599" y="894"/>
                </a:lnTo>
                <a:lnTo>
                  <a:pt x="598" y="894"/>
                </a:lnTo>
                <a:lnTo>
                  <a:pt x="597" y="895"/>
                </a:lnTo>
                <a:lnTo>
                  <a:pt x="595" y="895"/>
                </a:lnTo>
                <a:lnTo>
                  <a:pt x="592" y="895"/>
                </a:lnTo>
                <a:lnTo>
                  <a:pt x="590" y="896"/>
                </a:lnTo>
                <a:lnTo>
                  <a:pt x="588" y="896"/>
                </a:lnTo>
                <a:lnTo>
                  <a:pt x="587" y="897"/>
                </a:lnTo>
                <a:lnTo>
                  <a:pt x="586" y="897"/>
                </a:lnTo>
                <a:lnTo>
                  <a:pt x="585" y="896"/>
                </a:lnTo>
                <a:lnTo>
                  <a:pt x="586" y="895"/>
                </a:lnTo>
                <a:lnTo>
                  <a:pt x="586" y="894"/>
                </a:lnTo>
                <a:lnTo>
                  <a:pt x="585" y="894"/>
                </a:lnTo>
                <a:lnTo>
                  <a:pt x="584" y="893"/>
                </a:lnTo>
                <a:lnTo>
                  <a:pt x="584" y="892"/>
                </a:lnTo>
                <a:lnTo>
                  <a:pt x="582" y="891"/>
                </a:lnTo>
                <a:lnTo>
                  <a:pt x="581" y="891"/>
                </a:lnTo>
                <a:lnTo>
                  <a:pt x="581" y="890"/>
                </a:lnTo>
                <a:lnTo>
                  <a:pt x="582" y="889"/>
                </a:lnTo>
                <a:lnTo>
                  <a:pt x="583" y="889"/>
                </a:lnTo>
                <a:lnTo>
                  <a:pt x="583" y="888"/>
                </a:lnTo>
                <a:lnTo>
                  <a:pt x="582" y="888"/>
                </a:lnTo>
                <a:lnTo>
                  <a:pt x="581" y="887"/>
                </a:lnTo>
                <a:lnTo>
                  <a:pt x="580" y="887"/>
                </a:lnTo>
                <a:lnTo>
                  <a:pt x="579" y="887"/>
                </a:lnTo>
                <a:lnTo>
                  <a:pt x="578" y="886"/>
                </a:lnTo>
                <a:lnTo>
                  <a:pt x="577" y="886"/>
                </a:lnTo>
                <a:lnTo>
                  <a:pt x="576" y="886"/>
                </a:lnTo>
                <a:lnTo>
                  <a:pt x="576" y="885"/>
                </a:lnTo>
                <a:lnTo>
                  <a:pt x="577" y="884"/>
                </a:lnTo>
                <a:lnTo>
                  <a:pt x="578" y="884"/>
                </a:lnTo>
                <a:lnTo>
                  <a:pt x="579" y="883"/>
                </a:lnTo>
                <a:lnTo>
                  <a:pt x="580" y="883"/>
                </a:lnTo>
                <a:lnTo>
                  <a:pt x="581" y="882"/>
                </a:lnTo>
                <a:lnTo>
                  <a:pt x="581" y="881"/>
                </a:lnTo>
                <a:lnTo>
                  <a:pt x="582" y="880"/>
                </a:lnTo>
                <a:lnTo>
                  <a:pt x="583" y="879"/>
                </a:lnTo>
                <a:lnTo>
                  <a:pt x="584" y="879"/>
                </a:lnTo>
                <a:lnTo>
                  <a:pt x="586" y="878"/>
                </a:lnTo>
                <a:lnTo>
                  <a:pt x="588" y="877"/>
                </a:lnTo>
                <a:lnTo>
                  <a:pt x="589" y="876"/>
                </a:lnTo>
                <a:lnTo>
                  <a:pt x="590" y="875"/>
                </a:lnTo>
                <a:lnTo>
                  <a:pt x="591" y="874"/>
                </a:lnTo>
                <a:lnTo>
                  <a:pt x="592" y="873"/>
                </a:lnTo>
                <a:lnTo>
                  <a:pt x="592" y="872"/>
                </a:lnTo>
                <a:lnTo>
                  <a:pt x="594" y="872"/>
                </a:lnTo>
                <a:lnTo>
                  <a:pt x="595" y="871"/>
                </a:lnTo>
                <a:lnTo>
                  <a:pt x="595" y="870"/>
                </a:lnTo>
                <a:lnTo>
                  <a:pt x="596" y="871"/>
                </a:lnTo>
                <a:lnTo>
                  <a:pt x="597" y="871"/>
                </a:lnTo>
                <a:lnTo>
                  <a:pt x="598" y="871"/>
                </a:lnTo>
                <a:lnTo>
                  <a:pt x="599" y="871"/>
                </a:lnTo>
                <a:lnTo>
                  <a:pt x="599" y="870"/>
                </a:lnTo>
                <a:lnTo>
                  <a:pt x="600" y="870"/>
                </a:lnTo>
                <a:lnTo>
                  <a:pt x="601" y="870"/>
                </a:lnTo>
                <a:lnTo>
                  <a:pt x="603" y="873"/>
                </a:lnTo>
                <a:lnTo>
                  <a:pt x="605" y="873"/>
                </a:lnTo>
                <a:lnTo>
                  <a:pt x="606" y="873"/>
                </a:lnTo>
                <a:lnTo>
                  <a:pt x="608" y="872"/>
                </a:lnTo>
                <a:lnTo>
                  <a:pt x="609" y="871"/>
                </a:lnTo>
                <a:lnTo>
                  <a:pt x="610" y="870"/>
                </a:lnTo>
                <a:lnTo>
                  <a:pt x="611" y="869"/>
                </a:lnTo>
                <a:lnTo>
                  <a:pt x="613" y="869"/>
                </a:lnTo>
                <a:lnTo>
                  <a:pt x="615" y="868"/>
                </a:lnTo>
                <a:lnTo>
                  <a:pt x="616" y="869"/>
                </a:lnTo>
                <a:lnTo>
                  <a:pt x="616" y="870"/>
                </a:lnTo>
                <a:lnTo>
                  <a:pt x="617" y="871"/>
                </a:lnTo>
                <a:lnTo>
                  <a:pt x="618" y="871"/>
                </a:lnTo>
                <a:lnTo>
                  <a:pt x="620" y="871"/>
                </a:lnTo>
                <a:lnTo>
                  <a:pt x="621" y="871"/>
                </a:lnTo>
                <a:lnTo>
                  <a:pt x="623" y="870"/>
                </a:lnTo>
                <a:lnTo>
                  <a:pt x="624" y="869"/>
                </a:lnTo>
                <a:lnTo>
                  <a:pt x="626" y="868"/>
                </a:lnTo>
                <a:lnTo>
                  <a:pt x="627" y="867"/>
                </a:lnTo>
                <a:lnTo>
                  <a:pt x="627" y="866"/>
                </a:lnTo>
                <a:lnTo>
                  <a:pt x="629" y="864"/>
                </a:lnTo>
                <a:lnTo>
                  <a:pt x="631" y="863"/>
                </a:lnTo>
                <a:lnTo>
                  <a:pt x="632" y="863"/>
                </a:lnTo>
                <a:lnTo>
                  <a:pt x="632" y="864"/>
                </a:lnTo>
                <a:lnTo>
                  <a:pt x="633" y="864"/>
                </a:lnTo>
                <a:lnTo>
                  <a:pt x="634" y="865"/>
                </a:lnTo>
                <a:lnTo>
                  <a:pt x="636" y="864"/>
                </a:lnTo>
                <a:lnTo>
                  <a:pt x="637" y="864"/>
                </a:lnTo>
                <a:lnTo>
                  <a:pt x="638" y="864"/>
                </a:lnTo>
                <a:lnTo>
                  <a:pt x="640" y="865"/>
                </a:lnTo>
                <a:lnTo>
                  <a:pt x="641" y="865"/>
                </a:lnTo>
                <a:lnTo>
                  <a:pt x="642" y="865"/>
                </a:lnTo>
                <a:lnTo>
                  <a:pt x="643" y="864"/>
                </a:lnTo>
                <a:lnTo>
                  <a:pt x="645" y="863"/>
                </a:lnTo>
                <a:lnTo>
                  <a:pt x="649" y="862"/>
                </a:lnTo>
                <a:lnTo>
                  <a:pt x="650" y="862"/>
                </a:lnTo>
                <a:lnTo>
                  <a:pt x="652" y="861"/>
                </a:lnTo>
                <a:lnTo>
                  <a:pt x="652" y="860"/>
                </a:lnTo>
                <a:lnTo>
                  <a:pt x="652" y="859"/>
                </a:lnTo>
                <a:lnTo>
                  <a:pt x="651" y="859"/>
                </a:lnTo>
                <a:lnTo>
                  <a:pt x="651" y="858"/>
                </a:lnTo>
                <a:lnTo>
                  <a:pt x="652" y="858"/>
                </a:lnTo>
                <a:lnTo>
                  <a:pt x="653" y="858"/>
                </a:lnTo>
                <a:lnTo>
                  <a:pt x="654" y="859"/>
                </a:lnTo>
                <a:lnTo>
                  <a:pt x="655" y="860"/>
                </a:lnTo>
                <a:lnTo>
                  <a:pt x="656" y="860"/>
                </a:lnTo>
                <a:lnTo>
                  <a:pt x="659" y="860"/>
                </a:lnTo>
                <a:lnTo>
                  <a:pt x="660" y="860"/>
                </a:lnTo>
                <a:lnTo>
                  <a:pt x="662" y="861"/>
                </a:lnTo>
                <a:lnTo>
                  <a:pt x="663" y="862"/>
                </a:lnTo>
                <a:lnTo>
                  <a:pt x="663" y="863"/>
                </a:lnTo>
                <a:lnTo>
                  <a:pt x="667" y="863"/>
                </a:lnTo>
                <a:lnTo>
                  <a:pt x="668" y="863"/>
                </a:lnTo>
                <a:lnTo>
                  <a:pt x="669" y="862"/>
                </a:lnTo>
                <a:lnTo>
                  <a:pt x="670" y="861"/>
                </a:lnTo>
                <a:lnTo>
                  <a:pt x="671" y="860"/>
                </a:lnTo>
                <a:lnTo>
                  <a:pt x="672" y="859"/>
                </a:lnTo>
                <a:lnTo>
                  <a:pt x="673" y="859"/>
                </a:lnTo>
                <a:lnTo>
                  <a:pt x="674" y="859"/>
                </a:lnTo>
                <a:lnTo>
                  <a:pt x="675" y="859"/>
                </a:lnTo>
                <a:lnTo>
                  <a:pt x="677" y="859"/>
                </a:lnTo>
                <a:lnTo>
                  <a:pt x="679" y="859"/>
                </a:lnTo>
                <a:lnTo>
                  <a:pt x="681" y="858"/>
                </a:lnTo>
                <a:lnTo>
                  <a:pt x="682" y="858"/>
                </a:lnTo>
                <a:lnTo>
                  <a:pt x="684" y="857"/>
                </a:lnTo>
                <a:lnTo>
                  <a:pt x="685" y="856"/>
                </a:lnTo>
                <a:lnTo>
                  <a:pt x="686" y="855"/>
                </a:lnTo>
                <a:lnTo>
                  <a:pt x="687" y="855"/>
                </a:lnTo>
                <a:lnTo>
                  <a:pt x="687" y="854"/>
                </a:lnTo>
                <a:lnTo>
                  <a:pt x="687" y="853"/>
                </a:lnTo>
                <a:lnTo>
                  <a:pt x="689" y="853"/>
                </a:lnTo>
                <a:lnTo>
                  <a:pt x="690" y="854"/>
                </a:lnTo>
                <a:lnTo>
                  <a:pt x="691" y="854"/>
                </a:lnTo>
                <a:lnTo>
                  <a:pt x="691" y="855"/>
                </a:lnTo>
                <a:lnTo>
                  <a:pt x="692" y="855"/>
                </a:lnTo>
                <a:lnTo>
                  <a:pt x="692" y="854"/>
                </a:lnTo>
                <a:lnTo>
                  <a:pt x="692" y="853"/>
                </a:lnTo>
                <a:lnTo>
                  <a:pt x="693" y="852"/>
                </a:lnTo>
                <a:lnTo>
                  <a:pt x="694" y="852"/>
                </a:lnTo>
                <a:lnTo>
                  <a:pt x="696" y="852"/>
                </a:lnTo>
                <a:lnTo>
                  <a:pt x="697" y="852"/>
                </a:lnTo>
                <a:lnTo>
                  <a:pt x="697" y="851"/>
                </a:lnTo>
                <a:lnTo>
                  <a:pt x="698" y="851"/>
                </a:lnTo>
                <a:lnTo>
                  <a:pt x="699" y="851"/>
                </a:lnTo>
                <a:lnTo>
                  <a:pt x="700" y="852"/>
                </a:lnTo>
                <a:lnTo>
                  <a:pt x="702" y="852"/>
                </a:lnTo>
                <a:lnTo>
                  <a:pt x="703" y="851"/>
                </a:lnTo>
                <a:lnTo>
                  <a:pt x="705" y="850"/>
                </a:lnTo>
                <a:lnTo>
                  <a:pt x="706" y="849"/>
                </a:lnTo>
                <a:lnTo>
                  <a:pt x="708" y="849"/>
                </a:lnTo>
                <a:lnTo>
                  <a:pt x="709" y="849"/>
                </a:lnTo>
                <a:lnTo>
                  <a:pt x="710" y="850"/>
                </a:lnTo>
                <a:lnTo>
                  <a:pt x="711" y="850"/>
                </a:lnTo>
                <a:lnTo>
                  <a:pt x="711" y="849"/>
                </a:lnTo>
                <a:lnTo>
                  <a:pt x="712" y="848"/>
                </a:lnTo>
                <a:lnTo>
                  <a:pt x="713" y="848"/>
                </a:lnTo>
                <a:lnTo>
                  <a:pt x="714" y="847"/>
                </a:lnTo>
                <a:lnTo>
                  <a:pt x="715" y="847"/>
                </a:lnTo>
                <a:lnTo>
                  <a:pt x="716" y="847"/>
                </a:lnTo>
                <a:lnTo>
                  <a:pt x="717" y="848"/>
                </a:lnTo>
                <a:lnTo>
                  <a:pt x="717" y="849"/>
                </a:lnTo>
                <a:lnTo>
                  <a:pt x="718" y="849"/>
                </a:lnTo>
                <a:lnTo>
                  <a:pt x="719" y="849"/>
                </a:lnTo>
                <a:lnTo>
                  <a:pt x="720" y="848"/>
                </a:lnTo>
                <a:lnTo>
                  <a:pt x="722" y="847"/>
                </a:lnTo>
                <a:lnTo>
                  <a:pt x="724" y="847"/>
                </a:lnTo>
                <a:lnTo>
                  <a:pt x="725" y="846"/>
                </a:lnTo>
                <a:lnTo>
                  <a:pt x="725" y="845"/>
                </a:lnTo>
                <a:lnTo>
                  <a:pt x="726" y="844"/>
                </a:lnTo>
                <a:lnTo>
                  <a:pt x="729" y="844"/>
                </a:lnTo>
                <a:lnTo>
                  <a:pt x="729" y="843"/>
                </a:lnTo>
                <a:lnTo>
                  <a:pt x="729" y="842"/>
                </a:lnTo>
                <a:lnTo>
                  <a:pt x="729" y="841"/>
                </a:lnTo>
                <a:lnTo>
                  <a:pt x="731" y="841"/>
                </a:lnTo>
                <a:lnTo>
                  <a:pt x="733" y="840"/>
                </a:lnTo>
                <a:lnTo>
                  <a:pt x="734" y="839"/>
                </a:lnTo>
                <a:lnTo>
                  <a:pt x="736" y="839"/>
                </a:lnTo>
                <a:lnTo>
                  <a:pt x="737" y="840"/>
                </a:lnTo>
                <a:lnTo>
                  <a:pt x="738" y="839"/>
                </a:lnTo>
                <a:lnTo>
                  <a:pt x="739" y="838"/>
                </a:lnTo>
                <a:lnTo>
                  <a:pt x="740" y="838"/>
                </a:lnTo>
                <a:lnTo>
                  <a:pt x="741" y="838"/>
                </a:lnTo>
                <a:lnTo>
                  <a:pt x="741" y="839"/>
                </a:lnTo>
                <a:lnTo>
                  <a:pt x="742" y="839"/>
                </a:lnTo>
                <a:lnTo>
                  <a:pt x="743" y="839"/>
                </a:lnTo>
                <a:lnTo>
                  <a:pt x="743" y="838"/>
                </a:lnTo>
                <a:lnTo>
                  <a:pt x="744" y="838"/>
                </a:lnTo>
                <a:lnTo>
                  <a:pt x="744" y="837"/>
                </a:lnTo>
                <a:lnTo>
                  <a:pt x="745" y="837"/>
                </a:lnTo>
                <a:lnTo>
                  <a:pt x="747" y="837"/>
                </a:lnTo>
                <a:lnTo>
                  <a:pt x="747" y="836"/>
                </a:lnTo>
                <a:lnTo>
                  <a:pt x="748" y="836"/>
                </a:lnTo>
                <a:lnTo>
                  <a:pt x="748" y="837"/>
                </a:lnTo>
                <a:lnTo>
                  <a:pt x="749" y="838"/>
                </a:lnTo>
                <a:lnTo>
                  <a:pt x="750" y="839"/>
                </a:lnTo>
                <a:lnTo>
                  <a:pt x="750" y="840"/>
                </a:lnTo>
                <a:lnTo>
                  <a:pt x="752" y="841"/>
                </a:lnTo>
                <a:lnTo>
                  <a:pt x="752" y="843"/>
                </a:lnTo>
                <a:lnTo>
                  <a:pt x="754" y="845"/>
                </a:lnTo>
                <a:lnTo>
                  <a:pt x="755" y="846"/>
                </a:lnTo>
                <a:lnTo>
                  <a:pt x="755" y="847"/>
                </a:lnTo>
                <a:lnTo>
                  <a:pt x="756" y="847"/>
                </a:lnTo>
                <a:lnTo>
                  <a:pt x="757" y="847"/>
                </a:lnTo>
                <a:lnTo>
                  <a:pt x="757" y="848"/>
                </a:lnTo>
                <a:lnTo>
                  <a:pt x="758" y="849"/>
                </a:lnTo>
                <a:lnTo>
                  <a:pt x="759" y="850"/>
                </a:lnTo>
                <a:lnTo>
                  <a:pt x="760" y="851"/>
                </a:lnTo>
                <a:lnTo>
                  <a:pt x="760" y="852"/>
                </a:lnTo>
                <a:lnTo>
                  <a:pt x="761" y="852"/>
                </a:lnTo>
                <a:lnTo>
                  <a:pt x="763" y="852"/>
                </a:lnTo>
                <a:lnTo>
                  <a:pt x="764" y="851"/>
                </a:lnTo>
                <a:lnTo>
                  <a:pt x="766" y="851"/>
                </a:lnTo>
                <a:lnTo>
                  <a:pt x="768" y="851"/>
                </a:lnTo>
                <a:lnTo>
                  <a:pt x="769" y="851"/>
                </a:lnTo>
                <a:lnTo>
                  <a:pt x="770" y="851"/>
                </a:lnTo>
                <a:lnTo>
                  <a:pt x="771" y="850"/>
                </a:lnTo>
                <a:lnTo>
                  <a:pt x="772" y="850"/>
                </a:lnTo>
                <a:lnTo>
                  <a:pt x="773" y="850"/>
                </a:lnTo>
                <a:lnTo>
                  <a:pt x="774" y="850"/>
                </a:lnTo>
                <a:lnTo>
                  <a:pt x="775" y="850"/>
                </a:lnTo>
                <a:lnTo>
                  <a:pt x="775" y="851"/>
                </a:lnTo>
                <a:lnTo>
                  <a:pt x="775" y="852"/>
                </a:lnTo>
                <a:lnTo>
                  <a:pt x="775" y="853"/>
                </a:lnTo>
                <a:lnTo>
                  <a:pt x="776" y="854"/>
                </a:lnTo>
                <a:lnTo>
                  <a:pt x="777" y="854"/>
                </a:lnTo>
                <a:lnTo>
                  <a:pt x="778" y="854"/>
                </a:lnTo>
                <a:lnTo>
                  <a:pt x="779" y="854"/>
                </a:lnTo>
                <a:lnTo>
                  <a:pt x="780" y="853"/>
                </a:lnTo>
                <a:lnTo>
                  <a:pt x="781" y="853"/>
                </a:lnTo>
                <a:lnTo>
                  <a:pt x="782" y="853"/>
                </a:lnTo>
                <a:lnTo>
                  <a:pt x="783" y="853"/>
                </a:lnTo>
                <a:lnTo>
                  <a:pt x="784" y="853"/>
                </a:lnTo>
                <a:lnTo>
                  <a:pt x="784" y="852"/>
                </a:lnTo>
                <a:lnTo>
                  <a:pt x="786" y="852"/>
                </a:lnTo>
                <a:lnTo>
                  <a:pt x="788" y="852"/>
                </a:lnTo>
                <a:lnTo>
                  <a:pt x="790" y="851"/>
                </a:lnTo>
                <a:lnTo>
                  <a:pt x="791" y="851"/>
                </a:lnTo>
                <a:lnTo>
                  <a:pt x="792" y="851"/>
                </a:lnTo>
                <a:lnTo>
                  <a:pt x="793" y="851"/>
                </a:lnTo>
                <a:lnTo>
                  <a:pt x="799" y="854"/>
                </a:lnTo>
                <a:lnTo>
                  <a:pt x="803" y="855"/>
                </a:lnTo>
                <a:lnTo>
                  <a:pt x="810" y="858"/>
                </a:lnTo>
                <a:lnTo>
                  <a:pt x="817" y="855"/>
                </a:lnTo>
                <a:lnTo>
                  <a:pt x="820" y="853"/>
                </a:lnTo>
                <a:lnTo>
                  <a:pt x="821" y="840"/>
                </a:lnTo>
                <a:lnTo>
                  <a:pt x="818" y="835"/>
                </a:lnTo>
                <a:lnTo>
                  <a:pt x="816" y="832"/>
                </a:lnTo>
                <a:lnTo>
                  <a:pt x="807" y="829"/>
                </a:lnTo>
                <a:lnTo>
                  <a:pt x="792" y="821"/>
                </a:lnTo>
                <a:lnTo>
                  <a:pt x="792" y="819"/>
                </a:lnTo>
                <a:lnTo>
                  <a:pt x="791" y="813"/>
                </a:lnTo>
                <a:lnTo>
                  <a:pt x="793" y="810"/>
                </a:lnTo>
                <a:lnTo>
                  <a:pt x="793" y="808"/>
                </a:lnTo>
                <a:lnTo>
                  <a:pt x="793" y="804"/>
                </a:lnTo>
                <a:lnTo>
                  <a:pt x="793" y="803"/>
                </a:lnTo>
                <a:lnTo>
                  <a:pt x="793" y="802"/>
                </a:lnTo>
                <a:lnTo>
                  <a:pt x="796" y="799"/>
                </a:lnTo>
                <a:lnTo>
                  <a:pt x="796" y="798"/>
                </a:lnTo>
                <a:lnTo>
                  <a:pt x="797" y="797"/>
                </a:lnTo>
                <a:lnTo>
                  <a:pt x="798" y="796"/>
                </a:lnTo>
                <a:lnTo>
                  <a:pt x="798" y="793"/>
                </a:lnTo>
                <a:lnTo>
                  <a:pt x="798" y="792"/>
                </a:lnTo>
                <a:lnTo>
                  <a:pt x="798" y="790"/>
                </a:lnTo>
                <a:lnTo>
                  <a:pt x="798" y="789"/>
                </a:lnTo>
                <a:lnTo>
                  <a:pt x="797" y="788"/>
                </a:lnTo>
                <a:lnTo>
                  <a:pt x="797" y="787"/>
                </a:lnTo>
                <a:lnTo>
                  <a:pt x="797" y="786"/>
                </a:lnTo>
                <a:lnTo>
                  <a:pt x="797" y="785"/>
                </a:lnTo>
                <a:lnTo>
                  <a:pt x="798" y="785"/>
                </a:lnTo>
                <a:lnTo>
                  <a:pt x="798" y="783"/>
                </a:lnTo>
                <a:lnTo>
                  <a:pt x="798" y="780"/>
                </a:lnTo>
                <a:lnTo>
                  <a:pt x="801" y="778"/>
                </a:lnTo>
                <a:lnTo>
                  <a:pt x="803" y="777"/>
                </a:lnTo>
                <a:lnTo>
                  <a:pt x="804" y="776"/>
                </a:lnTo>
                <a:lnTo>
                  <a:pt x="806" y="777"/>
                </a:lnTo>
                <a:lnTo>
                  <a:pt x="808" y="776"/>
                </a:lnTo>
                <a:lnTo>
                  <a:pt x="814" y="757"/>
                </a:lnTo>
                <a:lnTo>
                  <a:pt x="822" y="744"/>
                </a:lnTo>
                <a:lnTo>
                  <a:pt x="832" y="723"/>
                </a:lnTo>
                <a:lnTo>
                  <a:pt x="837" y="712"/>
                </a:lnTo>
                <a:lnTo>
                  <a:pt x="838" y="704"/>
                </a:lnTo>
                <a:lnTo>
                  <a:pt x="841" y="695"/>
                </a:lnTo>
                <a:lnTo>
                  <a:pt x="846" y="692"/>
                </a:lnTo>
                <a:lnTo>
                  <a:pt x="846" y="689"/>
                </a:lnTo>
                <a:lnTo>
                  <a:pt x="850" y="677"/>
                </a:lnTo>
                <a:lnTo>
                  <a:pt x="851" y="674"/>
                </a:lnTo>
                <a:lnTo>
                  <a:pt x="851" y="672"/>
                </a:lnTo>
                <a:lnTo>
                  <a:pt x="851" y="670"/>
                </a:lnTo>
                <a:lnTo>
                  <a:pt x="852" y="670"/>
                </a:lnTo>
                <a:lnTo>
                  <a:pt x="855" y="667"/>
                </a:lnTo>
                <a:lnTo>
                  <a:pt x="856" y="665"/>
                </a:lnTo>
                <a:lnTo>
                  <a:pt x="857" y="662"/>
                </a:lnTo>
                <a:lnTo>
                  <a:pt x="858" y="660"/>
                </a:lnTo>
                <a:lnTo>
                  <a:pt x="858" y="659"/>
                </a:lnTo>
                <a:lnTo>
                  <a:pt x="858" y="658"/>
                </a:lnTo>
                <a:lnTo>
                  <a:pt x="859" y="658"/>
                </a:lnTo>
                <a:lnTo>
                  <a:pt x="859" y="657"/>
                </a:lnTo>
                <a:lnTo>
                  <a:pt x="859" y="655"/>
                </a:lnTo>
                <a:lnTo>
                  <a:pt x="860" y="654"/>
                </a:lnTo>
                <a:lnTo>
                  <a:pt x="860" y="653"/>
                </a:lnTo>
                <a:lnTo>
                  <a:pt x="859" y="651"/>
                </a:lnTo>
                <a:lnTo>
                  <a:pt x="859" y="649"/>
                </a:lnTo>
                <a:lnTo>
                  <a:pt x="860" y="649"/>
                </a:lnTo>
                <a:lnTo>
                  <a:pt x="861" y="649"/>
                </a:lnTo>
                <a:lnTo>
                  <a:pt x="862" y="649"/>
                </a:lnTo>
                <a:lnTo>
                  <a:pt x="864" y="648"/>
                </a:lnTo>
                <a:lnTo>
                  <a:pt x="865" y="648"/>
                </a:lnTo>
                <a:lnTo>
                  <a:pt x="866" y="649"/>
                </a:lnTo>
                <a:lnTo>
                  <a:pt x="868" y="648"/>
                </a:lnTo>
                <a:lnTo>
                  <a:pt x="869" y="648"/>
                </a:lnTo>
                <a:lnTo>
                  <a:pt x="870" y="647"/>
                </a:lnTo>
                <a:lnTo>
                  <a:pt x="871" y="647"/>
                </a:lnTo>
                <a:lnTo>
                  <a:pt x="872" y="648"/>
                </a:lnTo>
                <a:lnTo>
                  <a:pt x="874" y="649"/>
                </a:lnTo>
                <a:lnTo>
                  <a:pt x="875" y="649"/>
                </a:lnTo>
                <a:lnTo>
                  <a:pt x="876" y="649"/>
                </a:lnTo>
                <a:lnTo>
                  <a:pt x="876" y="650"/>
                </a:lnTo>
                <a:lnTo>
                  <a:pt x="877" y="651"/>
                </a:lnTo>
                <a:lnTo>
                  <a:pt x="877" y="652"/>
                </a:lnTo>
                <a:lnTo>
                  <a:pt x="878" y="652"/>
                </a:lnTo>
                <a:lnTo>
                  <a:pt x="879" y="652"/>
                </a:lnTo>
                <a:lnTo>
                  <a:pt x="879" y="653"/>
                </a:lnTo>
                <a:lnTo>
                  <a:pt x="880" y="653"/>
                </a:lnTo>
                <a:lnTo>
                  <a:pt x="883" y="653"/>
                </a:lnTo>
                <a:lnTo>
                  <a:pt x="884" y="653"/>
                </a:lnTo>
                <a:lnTo>
                  <a:pt x="885" y="653"/>
                </a:lnTo>
                <a:lnTo>
                  <a:pt x="886" y="654"/>
                </a:lnTo>
                <a:lnTo>
                  <a:pt x="887" y="654"/>
                </a:lnTo>
                <a:lnTo>
                  <a:pt x="888" y="653"/>
                </a:lnTo>
                <a:lnTo>
                  <a:pt x="889" y="653"/>
                </a:lnTo>
                <a:lnTo>
                  <a:pt x="890" y="653"/>
                </a:lnTo>
                <a:lnTo>
                  <a:pt x="890" y="654"/>
                </a:lnTo>
                <a:lnTo>
                  <a:pt x="891" y="655"/>
                </a:lnTo>
                <a:lnTo>
                  <a:pt x="892" y="655"/>
                </a:lnTo>
                <a:lnTo>
                  <a:pt x="893" y="656"/>
                </a:lnTo>
                <a:lnTo>
                  <a:pt x="894" y="658"/>
                </a:lnTo>
                <a:lnTo>
                  <a:pt x="894" y="659"/>
                </a:lnTo>
                <a:lnTo>
                  <a:pt x="895" y="659"/>
                </a:lnTo>
                <a:lnTo>
                  <a:pt x="896" y="659"/>
                </a:lnTo>
                <a:lnTo>
                  <a:pt x="897" y="658"/>
                </a:lnTo>
                <a:lnTo>
                  <a:pt x="898" y="658"/>
                </a:lnTo>
                <a:lnTo>
                  <a:pt x="899" y="658"/>
                </a:lnTo>
                <a:lnTo>
                  <a:pt x="899" y="659"/>
                </a:lnTo>
                <a:lnTo>
                  <a:pt x="900" y="659"/>
                </a:lnTo>
                <a:lnTo>
                  <a:pt x="901" y="659"/>
                </a:lnTo>
                <a:lnTo>
                  <a:pt x="901" y="660"/>
                </a:lnTo>
                <a:lnTo>
                  <a:pt x="902" y="660"/>
                </a:lnTo>
                <a:lnTo>
                  <a:pt x="903" y="660"/>
                </a:lnTo>
                <a:lnTo>
                  <a:pt x="904" y="661"/>
                </a:lnTo>
                <a:lnTo>
                  <a:pt x="905" y="662"/>
                </a:lnTo>
                <a:lnTo>
                  <a:pt x="906" y="663"/>
                </a:lnTo>
                <a:lnTo>
                  <a:pt x="907" y="663"/>
                </a:lnTo>
                <a:lnTo>
                  <a:pt x="908" y="663"/>
                </a:lnTo>
                <a:lnTo>
                  <a:pt x="909" y="663"/>
                </a:lnTo>
                <a:lnTo>
                  <a:pt x="909" y="664"/>
                </a:lnTo>
                <a:lnTo>
                  <a:pt x="908" y="664"/>
                </a:lnTo>
                <a:lnTo>
                  <a:pt x="908" y="665"/>
                </a:lnTo>
                <a:lnTo>
                  <a:pt x="909" y="665"/>
                </a:lnTo>
                <a:lnTo>
                  <a:pt x="910" y="665"/>
                </a:lnTo>
                <a:lnTo>
                  <a:pt x="911" y="665"/>
                </a:lnTo>
                <a:lnTo>
                  <a:pt x="913" y="666"/>
                </a:lnTo>
                <a:lnTo>
                  <a:pt x="914" y="667"/>
                </a:lnTo>
                <a:lnTo>
                  <a:pt x="915" y="667"/>
                </a:lnTo>
                <a:lnTo>
                  <a:pt x="916" y="667"/>
                </a:lnTo>
                <a:lnTo>
                  <a:pt x="917" y="667"/>
                </a:lnTo>
                <a:lnTo>
                  <a:pt x="919" y="668"/>
                </a:lnTo>
                <a:lnTo>
                  <a:pt x="920" y="668"/>
                </a:lnTo>
                <a:lnTo>
                  <a:pt x="920" y="670"/>
                </a:lnTo>
                <a:lnTo>
                  <a:pt x="921" y="670"/>
                </a:lnTo>
                <a:lnTo>
                  <a:pt x="921" y="669"/>
                </a:lnTo>
                <a:lnTo>
                  <a:pt x="922" y="669"/>
                </a:lnTo>
                <a:lnTo>
                  <a:pt x="923" y="669"/>
                </a:lnTo>
                <a:lnTo>
                  <a:pt x="924" y="668"/>
                </a:lnTo>
                <a:lnTo>
                  <a:pt x="925" y="668"/>
                </a:lnTo>
                <a:lnTo>
                  <a:pt x="926" y="669"/>
                </a:lnTo>
                <a:lnTo>
                  <a:pt x="927" y="669"/>
                </a:lnTo>
                <a:lnTo>
                  <a:pt x="928" y="669"/>
                </a:lnTo>
                <a:lnTo>
                  <a:pt x="929" y="670"/>
                </a:lnTo>
                <a:lnTo>
                  <a:pt x="930" y="670"/>
                </a:lnTo>
                <a:lnTo>
                  <a:pt x="932" y="671"/>
                </a:lnTo>
                <a:lnTo>
                  <a:pt x="933" y="671"/>
                </a:lnTo>
                <a:lnTo>
                  <a:pt x="933" y="672"/>
                </a:lnTo>
                <a:lnTo>
                  <a:pt x="934" y="672"/>
                </a:lnTo>
                <a:lnTo>
                  <a:pt x="935" y="672"/>
                </a:lnTo>
                <a:lnTo>
                  <a:pt x="936" y="672"/>
                </a:lnTo>
                <a:lnTo>
                  <a:pt x="936" y="673"/>
                </a:lnTo>
                <a:lnTo>
                  <a:pt x="937" y="673"/>
                </a:lnTo>
                <a:lnTo>
                  <a:pt x="938" y="673"/>
                </a:lnTo>
                <a:lnTo>
                  <a:pt x="939" y="673"/>
                </a:lnTo>
                <a:lnTo>
                  <a:pt x="939" y="674"/>
                </a:lnTo>
                <a:lnTo>
                  <a:pt x="940" y="675"/>
                </a:lnTo>
                <a:lnTo>
                  <a:pt x="941" y="674"/>
                </a:lnTo>
                <a:lnTo>
                  <a:pt x="942" y="673"/>
                </a:lnTo>
                <a:lnTo>
                  <a:pt x="943" y="673"/>
                </a:lnTo>
                <a:lnTo>
                  <a:pt x="944" y="673"/>
                </a:lnTo>
                <a:lnTo>
                  <a:pt x="945" y="673"/>
                </a:lnTo>
                <a:lnTo>
                  <a:pt x="946" y="673"/>
                </a:lnTo>
                <a:lnTo>
                  <a:pt x="947" y="672"/>
                </a:lnTo>
                <a:lnTo>
                  <a:pt x="948" y="672"/>
                </a:lnTo>
                <a:lnTo>
                  <a:pt x="948" y="673"/>
                </a:lnTo>
                <a:lnTo>
                  <a:pt x="950" y="673"/>
                </a:lnTo>
                <a:lnTo>
                  <a:pt x="953" y="674"/>
                </a:lnTo>
                <a:lnTo>
                  <a:pt x="956" y="675"/>
                </a:lnTo>
                <a:lnTo>
                  <a:pt x="959" y="674"/>
                </a:lnTo>
                <a:lnTo>
                  <a:pt x="961" y="673"/>
                </a:lnTo>
                <a:lnTo>
                  <a:pt x="963" y="672"/>
                </a:lnTo>
                <a:lnTo>
                  <a:pt x="965" y="671"/>
                </a:lnTo>
                <a:lnTo>
                  <a:pt x="966" y="671"/>
                </a:lnTo>
                <a:lnTo>
                  <a:pt x="967" y="671"/>
                </a:lnTo>
                <a:lnTo>
                  <a:pt x="969" y="671"/>
                </a:lnTo>
                <a:lnTo>
                  <a:pt x="969" y="672"/>
                </a:lnTo>
                <a:lnTo>
                  <a:pt x="970" y="672"/>
                </a:lnTo>
                <a:lnTo>
                  <a:pt x="971" y="671"/>
                </a:lnTo>
                <a:lnTo>
                  <a:pt x="972" y="671"/>
                </a:lnTo>
                <a:lnTo>
                  <a:pt x="973" y="671"/>
                </a:lnTo>
                <a:lnTo>
                  <a:pt x="974" y="672"/>
                </a:lnTo>
                <a:lnTo>
                  <a:pt x="975" y="672"/>
                </a:lnTo>
                <a:lnTo>
                  <a:pt x="976" y="671"/>
                </a:lnTo>
                <a:lnTo>
                  <a:pt x="977" y="671"/>
                </a:lnTo>
                <a:lnTo>
                  <a:pt x="978" y="671"/>
                </a:lnTo>
                <a:lnTo>
                  <a:pt x="978" y="672"/>
                </a:lnTo>
                <a:lnTo>
                  <a:pt x="979" y="672"/>
                </a:lnTo>
                <a:lnTo>
                  <a:pt x="981" y="672"/>
                </a:lnTo>
                <a:lnTo>
                  <a:pt x="983" y="671"/>
                </a:lnTo>
                <a:lnTo>
                  <a:pt x="985" y="671"/>
                </a:lnTo>
                <a:lnTo>
                  <a:pt x="986" y="671"/>
                </a:lnTo>
                <a:lnTo>
                  <a:pt x="987" y="671"/>
                </a:lnTo>
                <a:lnTo>
                  <a:pt x="988" y="671"/>
                </a:lnTo>
                <a:lnTo>
                  <a:pt x="989" y="672"/>
                </a:lnTo>
                <a:lnTo>
                  <a:pt x="990" y="672"/>
                </a:lnTo>
                <a:lnTo>
                  <a:pt x="991" y="673"/>
                </a:lnTo>
                <a:lnTo>
                  <a:pt x="992" y="674"/>
                </a:lnTo>
                <a:lnTo>
                  <a:pt x="993" y="674"/>
                </a:lnTo>
                <a:lnTo>
                  <a:pt x="995" y="673"/>
                </a:lnTo>
                <a:lnTo>
                  <a:pt x="997" y="672"/>
                </a:lnTo>
                <a:lnTo>
                  <a:pt x="998" y="672"/>
                </a:lnTo>
                <a:lnTo>
                  <a:pt x="1000" y="672"/>
                </a:lnTo>
                <a:lnTo>
                  <a:pt x="1002" y="672"/>
                </a:lnTo>
                <a:lnTo>
                  <a:pt x="1004" y="672"/>
                </a:lnTo>
                <a:lnTo>
                  <a:pt x="1005" y="672"/>
                </a:lnTo>
                <a:lnTo>
                  <a:pt x="1006" y="671"/>
                </a:lnTo>
                <a:lnTo>
                  <a:pt x="1007" y="671"/>
                </a:lnTo>
                <a:lnTo>
                  <a:pt x="1007" y="672"/>
                </a:lnTo>
                <a:lnTo>
                  <a:pt x="1008" y="671"/>
                </a:lnTo>
                <a:lnTo>
                  <a:pt x="1009" y="671"/>
                </a:lnTo>
                <a:lnTo>
                  <a:pt x="1012" y="670"/>
                </a:lnTo>
                <a:lnTo>
                  <a:pt x="1015" y="671"/>
                </a:lnTo>
                <a:lnTo>
                  <a:pt x="1016" y="672"/>
                </a:lnTo>
                <a:lnTo>
                  <a:pt x="1017" y="673"/>
                </a:lnTo>
                <a:lnTo>
                  <a:pt x="1019" y="674"/>
                </a:lnTo>
                <a:lnTo>
                  <a:pt x="1021" y="675"/>
                </a:lnTo>
                <a:lnTo>
                  <a:pt x="1023" y="675"/>
                </a:lnTo>
                <a:lnTo>
                  <a:pt x="1024" y="676"/>
                </a:lnTo>
                <a:lnTo>
                  <a:pt x="1024" y="677"/>
                </a:lnTo>
                <a:lnTo>
                  <a:pt x="1024" y="678"/>
                </a:lnTo>
                <a:lnTo>
                  <a:pt x="1025" y="679"/>
                </a:lnTo>
                <a:lnTo>
                  <a:pt x="1029" y="682"/>
                </a:lnTo>
                <a:lnTo>
                  <a:pt x="1029" y="683"/>
                </a:lnTo>
                <a:lnTo>
                  <a:pt x="1030" y="684"/>
                </a:lnTo>
                <a:lnTo>
                  <a:pt x="1031" y="685"/>
                </a:lnTo>
                <a:lnTo>
                  <a:pt x="1032" y="685"/>
                </a:lnTo>
                <a:lnTo>
                  <a:pt x="1033" y="685"/>
                </a:lnTo>
                <a:lnTo>
                  <a:pt x="1034" y="684"/>
                </a:lnTo>
                <a:lnTo>
                  <a:pt x="1035" y="684"/>
                </a:lnTo>
                <a:lnTo>
                  <a:pt x="1035" y="683"/>
                </a:lnTo>
                <a:lnTo>
                  <a:pt x="1035" y="682"/>
                </a:lnTo>
                <a:lnTo>
                  <a:pt x="1035" y="681"/>
                </a:lnTo>
                <a:lnTo>
                  <a:pt x="1036" y="680"/>
                </a:lnTo>
                <a:lnTo>
                  <a:pt x="1037" y="679"/>
                </a:lnTo>
                <a:lnTo>
                  <a:pt x="1038" y="679"/>
                </a:lnTo>
                <a:lnTo>
                  <a:pt x="1040" y="679"/>
                </a:lnTo>
                <a:lnTo>
                  <a:pt x="1041" y="679"/>
                </a:lnTo>
                <a:lnTo>
                  <a:pt x="1043" y="678"/>
                </a:lnTo>
                <a:lnTo>
                  <a:pt x="1044" y="678"/>
                </a:lnTo>
                <a:lnTo>
                  <a:pt x="1045" y="677"/>
                </a:lnTo>
                <a:lnTo>
                  <a:pt x="1045" y="675"/>
                </a:lnTo>
                <a:lnTo>
                  <a:pt x="1049" y="673"/>
                </a:lnTo>
                <a:lnTo>
                  <a:pt x="1050" y="672"/>
                </a:lnTo>
                <a:lnTo>
                  <a:pt x="1051" y="672"/>
                </a:lnTo>
                <a:lnTo>
                  <a:pt x="1053" y="672"/>
                </a:lnTo>
                <a:lnTo>
                  <a:pt x="1053" y="671"/>
                </a:lnTo>
                <a:lnTo>
                  <a:pt x="1055" y="669"/>
                </a:lnTo>
                <a:lnTo>
                  <a:pt x="1056" y="667"/>
                </a:lnTo>
                <a:lnTo>
                  <a:pt x="1057" y="666"/>
                </a:lnTo>
                <a:lnTo>
                  <a:pt x="1059" y="666"/>
                </a:lnTo>
                <a:lnTo>
                  <a:pt x="1061" y="666"/>
                </a:lnTo>
                <a:lnTo>
                  <a:pt x="1062" y="666"/>
                </a:lnTo>
                <a:lnTo>
                  <a:pt x="1062" y="665"/>
                </a:lnTo>
                <a:lnTo>
                  <a:pt x="1062" y="664"/>
                </a:lnTo>
                <a:lnTo>
                  <a:pt x="1063" y="664"/>
                </a:lnTo>
                <a:lnTo>
                  <a:pt x="1064" y="665"/>
                </a:lnTo>
                <a:lnTo>
                  <a:pt x="1065" y="666"/>
                </a:lnTo>
                <a:lnTo>
                  <a:pt x="1066" y="666"/>
                </a:lnTo>
                <a:lnTo>
                  <a:pt x="1067" y="667"/>
                </a:lnTo>
                <a:lnTo>
                  <a:pt x="1068" y="666"/>
                </a:lnTo>
                <a:lnTo>
                  <a:pt x="1069" y="666"/>
                </a:lnTo>
                <a:lnTo>
                  <a:pt x="1070" y="666"/>
                </a:lnTo>
                <a:lnTo>
                  <a:pt x="1071" y="666"/>
                </a:lnTo>
                <a:lnTo>
                  <a:pt x="1072" y="666"/>
                </a:lnTo>
                <a:lnTo>
                  <a:pt x="1074" y="666"/>
                </a:lnTo>
                <a:lnTo>
                  <a:pt x="1076" y="665"/>
                </a:lnTo>
                <a:lnTo>
                  <a:pt x="1077" y="665"/>
                </a:lnTo>
                <a:lnTo>
                  <a:pt x="1079" y="665"/>
                </a:lnTo>
                <a:lnTo>
                  <a:pt x="1081" y="665"/>
                </a:lnTo>
                <a:lnTo>
                  <a:pt x="1082" y="666"/>
                </a:lnTo>
                <a:lnTo>
                  <a:pt x="1086" y="666"/>
                </a:lnTo>
                <a:lnTo>
                  <a:pt x="1086" y="665"/>
                </a:lnTo>
                <a:lnTo>
                  <a:pt x="1086" y="662"/>
                </a:lnTo>
                <a:lnTo>
                  <a:pt x="1086" y="661"/>
                </a:lnTo>
                <a:lnTo>
                  <a:pt x="1087" y="660"/>
                </a:lnTo>
                <a:lnTo>
                  <a:pt x="1088" y="658"/>
                </a:lnTo>
                <a:lnTo>
                  <a:pt x="1089" y="657"/>
                </a:lnTo>
                <a:lnTo>
                  <a:pt x="1095" y="651"/>
                </a:lnTo>
                <a:lnTo>
                  <a:pt x="1097" y="649"/>
                </a:lnTo>
                <a:lnTo>
                  <a:pt x="1099" y="648"/>
                </a:lnTo>
                <a:lnTo>
                  <a:pt x="1100" y="647"/>
                </a:lnTo>
                <a:lnTo>
                  <a:pt x="1100" y="646"/>
                </a:lnTo>
                <a:lnTo>
                  <a:pt x="1100" y="645"/>
                </a:lnTo>
                <a:lnTo>
                  <a:pt x="1100" y="644"/>
                </a:lnTo>
                <a:lnTo>
                  <a:pt x="1100" y="643"/>
                </a:lnTo>
                <a:lnTo>
                  <a:pt x="1100" y="642"/>
                </a:lnTo>
                <a:lnTo>
                  <a:pt x="1100" y="641"/>
                </a:lnTo>
                <a:lnTo>
                  <a:pt x="1098" y="639"/>
                </a:lnTo>
                <a:lnTo>
                  <a:pt x="1098" y="638"/>
                </a:lnTo>
                <a:lnTo>
                  <a:pt x="1098" y="637"/>
                </a:lnTo>
                <a:lnTo>
                  <a:pt x="1099" y="637"/>
                </a:lnTo>
                <a:lnTo>
                  <a:pt x="1099" y="636"/>
                </a:lnTo>
                <a:lnTo>
                  <a:pt x="1099" y="635"/>
                </a:lnTo>
                <a:lnTo>
                  <a:pt x="1100" y="634"/>
                </a:lnTo>
                <a:lnTo>
                  <a:pt x="1100" y="633"/>
                </a:lnTo>
                <a:lnTo>
                  <a:pt x="1101" y="632"/>
                </a:lnTo>
                <a:lnTo>
                  <a:pt x="1100" y="631"/>
                </a:lnTo>
                <a:lnTo>
                  <a:pt x="1100" y="629"/>
                </a:lnTo>
                <a:lnTo>
                  <a:pt x="1100" y="628"/>
                </a:lnTo>
                <a:lnTo>
                  <a:pt x="1099" y="627"/>
                </a:lnTo>
                <a:lnTo>
                  <a:pt x="1099" y="626"/>
                </a:lnTo>
                <a:lnTo>
                  <a:pt x="1098" y="626"/>
                </a:lnTo>
                <a:lnTo>
                  <a:pt x="1098" y="625"/>
                </a:lnTo>
                <a:lnTo>
                  <a:pt x="1096" y="624"/>
                </a:lnTo>
                <a:lnTo>
                  <a:pt x="1095" y="623"/>
                </a:lnTo>
                <a:lnTo>
                  <a:pt x="1095" y="622"/>
                </a:lnTo>
                <a:lnTo>
                  <a:pt x="1094" y="621"/>
                </a:lnTo>
                <a:lnTo>
                  <a:pt x="1094" y="620"/>
                </a:lnTo>
                <a:lnTo>
                  <a:pt x="1093" y="620"/>
                </a:lnTo>
                <a:lnTo>
                  <a:pt x="1093" y="619"/>
                </a:lnTo>
                <a:lnTo>
                  <a:pt x="1093" y="618"/>
                </a:lnTo>
                <a:lnTo>
                  <a:pt x="1093" y="616"/>
                </a:lnTo>
                <a:lnTo>
                  <a:pt x="1093" y="613"/>
                </a:lnTo>
                <a:lnTo>
                  <a:pt x="1092" y="611"/>
                </a:lnTo>
                <a:lnTo>
                  <a:pt x="1092" y="609"/>
                </a:lnTo>
                <a:lnTo>
                  <a:pt x="1092" y="606"/>
                </a:lnTo>
                <a:lnTo>
                  <a:pt x="1089" y="586"/>
                </a:lnTo>
                <a:lnTo>
                  <a:pt x="1088" y="575"/>
                </a:lnTo>
                <a:lnTo>
                  <a:pt x="1087" y="574"/>
                </a:lnTo>
                <a:lnTo>
                  <a:pt x="1087" y="572"/>
                </a:lnTo>
                <a:lnTo>
                  <a:pt x="1087" y="571"/>
                </a:lnTo>
                <a:lnTo>
                  <a:pt x="1086" y="570"/>
                </a:lnTo>
                <a:lnTo>
                  <a:pt x="1086" y="569"/>
                </a:lnTo>
                <a:lnTo>
                  <a:pt x="1086" y="568"/>
                </a:lnTo>
                <a:lnTo>
                  <a:pt x="1086" y="567"/>
                </a:lnTo>
                <a:lnTo>
                  <a:pt x="1085" y="567"/>
                </a:lnTo>
                <a:lnTo>
                  <a:pt x="1085" y="566"/>
                </a:lnTo>
                <a:lnTo>
                  <a:pt x="1085" y="565"/>
                </a:lnTo>
                <a:lnTo>
                  <a:pt x="1086" y="565"/>
                </a:lnTo>
                <a:lnTo>
                  <a:pt x="1086" y="564"/>
                </a:lnTo>
                <a:lnTo>
                  <a:pt x="1087" y="563"/>
                </a:lnTo>
                <a:lnTo>
                  <a:pt x="1086" y="563"/>
                </a:lnTo>
                <a:lnTo>
                  <a:pt x="1086" y="562"/>
                </a:lnTo>
                <a:lnTo>
                  <a:pt x="1086" y="561"/>
                </a:lnTo>
                <a:lnTo>
                  <a:pt x="1087" y="561"/>
                </a:lnTo>
                <a:lnTo>
                  <a:pt x="1087" y="560"/>
                </a:lnTo>
                <a:lnTo>
                  <a:pt x="1086" y="560"/>
                </a:lnTo>
                <a:lnTo>
                  <a:pt x="1087" y="560"/>
                </a:lnTo>
                <a:lnTo>
                  <a:pt x="1087" y="558"/>
                </a:lnTo>
                <a:lnTo>
                  <a:pt x="1088" y="558"/>
                </a:lnTo>
                <a:lnTo>
                  <a:pt x="1087" y="557"/>
                </a:lnTo>
                <a:lnTo>
                  <a:pt x="1087" y="556"/>
                </a:lnTo>
                <a:lnTo>
                  <a:pt x="1088" y="556"/>
                </a:lnTo>
                <a:lnTo>
                  <a:pt x="1088" y="555"/>
                </a:lnTo>
                <a:lnTo>
                  <a:pt x="1088" y="553"/>
                </a:lnTo>
                <a:lnTo>
                  <a:pt x="1089" y="553"/>
                </a:lnTo>
                <a:lnTo>
                  <a:pt x="1090" y="552"/>
                </a:lnTo>
                <a:lnTo>
                  <a:pt x="1090" y="551"/>
                </a:lnTo>
                <a:lnTo>
                  <a:pt x="1091" y="550"/>
                </a:lnTo>
                <a:lnTo>
                  <a:pt x="1091" y="549"/>
                </a:lnTo>
                <a:lnTo>
                  <a:pt x="1091" y="548"/>
                </a:lnTo>
                <a:lnTo>
                  <a:pt x="1092" y="548"/>
                </a:lnTo>
                <a:lnTo>
                  <a:pt x="1093" y="548"/>
                </a:lnTo>
                <a:lnTo>
                  <a:pt x="1094" y="548"/>
                </a:lnTo>
                <a:lnTo>
                  <a:pt x="1094" y="547"/>
                </a:lnTo>
                <a:lnTo>
                  <a:pt x="1094" y="546"/>
                </a:lnTo>
                <a:lnTo>
                  <a:pt x="1095" y="546"/>
                </a:lnTo>
                <a:lnTo>
                  <a:pt x="1095" y="545"/>
                </a:lnTo>
                <a:lnTo>
                  <a:pt x="1096" y="544"/>
                </a:lnTo>
                <a:lnTo>
                  <a:pt x="1097" y="544"/>
                </a:lnTo>
                <a:lnTo>
                  <a:pt x="1098" y="543"/>
                </a:lnTo>
                <a:lnTo>
                  <a:pt x="1099" y="542"/>
                </a:lnTo>
                <a:lnTo>
                  <a:pt x="1099" y="541"/>
                </a:lnTo>
                <a:lnTo>
                  <a:pt x="1099" y="540"/>
                </a:lnTo>
                <a:lnTo>
                  <a:pt x="1099" y="539"/>
                </a:lnTo>
                <a:lnTo>
                  <a:pt x="1100" y="539"/>
                </a:lnTo>
                <a:lnTo>
                  <a:pt x="1100" y="538"/>
                </a:lnTo>
                <a:lnTo>
                  <a:pt x="1100" y="537"/>
                </a:lnTo>
                <a:lnTo>
                  <a:pt x="1100" y="536"/>
                </a:lnTo>
                <a:lnTo>
                  <a:pt x="1100" y="535"/>
                </a:lnTo>
                <a:lnTo>
                  <a:pt x="1101" y="534"/>
                </a:lnTo>
                <a:lnTo>
                  <a:pt x="1102" y="533"/>
                </a:lnTo>
                <a:lnTo>
                  <a:pt x="1102" y="532"/>
                </a:lnTo>
                <a:lnTo>
                  <a:pt x="1103" y="531"/>
                </a:lnTo>
                <a:lnTo>
                  <a:pt x="1105" y="530"/>
                </a:lnTo>
                <a:lnTo>
                  <a:pt x="1105" y="529"/>
                </a:lnTo>
                <a:lnTo>
                  <a:pt x="1105" y="528"/>
                </a:lnTo>
                <a:lnTo>
                  <a:pt x="1106" y="528"/>
                </a:lnTo>
                <a:lnTo>
                  <a:pt x="1107" y="527"/>
                </a:lnTo>
                <a:lnTo>
                  <a:pt x="1108" y="527"/>
                </a:lnTo>
                <a:lnTo>
                  <a:pt x="1108" y="526"/>
                </a:lnTo>
                <a:lnTo>
                  <a:pt x="1109" y="526"/>
                </a:lnTo>
                <a:lnTo>
                  <a:pt x="1110" y="526"/>
                </a:lnTo>
                <a:lnTo>
                  <a:pt x="1111" y="526"/>
                </a:lnTo>
                <a:lnTo>
                  <a:pt x="1112" y="525"/>
                </a:lnTo>
                <a:lnTo>
                  <a:pt x="1113" y="525"/>
                </a:lnTo>
                <a:lnTo>
                  <a:pt x="1114" y="525"/>
                </a:lnTo>
                <a:lnTo>
                  <a:pt x="1116" y="525"/>
                </a:lnTo>
                <a:lnTo>
                  <a:pt x="1117" y="525"/>
                </a:lnTo>
                <a:lnTo>
                  <a:pt x="1118" y="525"/>
                </a:lnTo>
                <a:lnTo>
                  <a:pt x="1119" y="525"/>
                </a:lnTo>
                <a:lnTo>
                  <a:pt x="1120" y="524"/>
                </a:lnTo>
                <a:lnTo>
                  <a:pt x="1133" y="524"/>
                </a:lnTo>
                <a:lnTo>
                  <a:pt x="1148" y="525"/>
                </a:lnTo>
                <a:lnTo>
                  <a:pt x="1148" y="524"/>
                </a:lnTo>
                <a:lnTo>
                  <a:pt x="1149" y="524"/>
                </a:lnTo>
                <a:lnTo>
                  <a:pt x="1150" y="524"/>
                </a:lnTo>
                <a:lnTo>
                  <a:pt x="1150" y="523"/>
                </a:lnTo>
                <a:lnTo>
                  <a:pt x="1151" y="523"/>
                </a:lnTo>
                <a:lnTo>
                  <a:pt x="1152" y="522"/>
                </a:lnTo>
                <a:lnTo>
                  <a:pt x="1153" y="522"/>
                </a:lnTo>
                <a:lnTo>
                  <a:pt x="1153" y="521"/>
                </a:lnTo>
                <a:lnTo>
                  <a:pt x="1154" y="520"/>
                </a:lnTo>
                <a:lnTo>
                  <a:pt x="1155" y="519"/>
                </a:lnTo>
                <a:lnTo>
                  <a:pt x="1156" y="519"/>
                </a:lnTo>
                <a:lnTo>
                  <a:pt x="1157" y="519"/>
                </a:lnTo>
                <a:lnTo>
                  <a:pt x="1158" y="519"/>
                </a:lnTo>
                <a:lnTo>
                  <a:pt x="1160" y="519"/>
                </a:lnTo>
                <a:lnTo>
                  <a:pt x="1160" y="518"/>
                </a:lnTo>
                <a:lnTo>
                  <a:pt x="1161" y="518"/>
                </a:lnTo>
                <a:lnTo>
                  <a:pt x="1162" y="518"/>
                </a:lnTo>
                <a:lnTo>
                  <a:pt x="1162" y="519"/>
                </a:lnTo>
                <a:lnTo>
                  <a:pt x="1163" y="519"/>
                </a:lnTo>
                <a:lnTo>
                  <a:pt x="1163" y="520"/>
                </a:lnTo>
                <a:lnTo>
                  <a:pt x="1164" y="520"/>
                </a:lnTo>
                <a:lnTo>
                  <a:pt x="1180" y="514"/>
                </a:lnTo>
                <a:lnTo>
                  <a:pt x="1181" y="514"/>
                </a:lnTo>
                <a:lnTo>
                  <a:pt x="1181" y="513"/>
                </a:lnTo>
                <a:lnTo>
                  <a:pt x="1182" y="512"/>
                </a:lnTo>
                <a:lnTo>
                  <a:pt x="1182" y="511"/>
                </a:lnTo>
                <a:lnTo>
                  <a:pt x="1182" y="510"/>
                </a:lnTo>
                <a:lnTo>
                  <a:pt x="1182" y="509"/>
                </a:lnTo>
                <a:lnTo>
                  <a:pt x="1183" y="508"/>
                </a:lnTo>
                <a:lnTo>
                  <a:pt x="1184" y="508"/>
                </a:lnTo>
                <a:lnTo>
                  <a:pt x="1184" y="507"/>
                </a:lnTo>
                <a:lnTo>
                  <a:pt x="1185" y="507"/>
                </a:lnTo>
                <a:lnTo>
                  <a:pt x="1185" y="506"/>
                </a:lnTo>
                <a:lnTo>
                  <a:pt x="1185" y="505"/>
                </a:lnTo>
                <a:lnTo>
                  <a:pt x="1186" y="505"/>
                </a:lnTo>
                <a:lnTo>
                  <a:pt x="1188" y="504"/>
                </a:lnTo>
                <a:lnTo>
                  <a:pt x="1189" y="504"/>
                </a:lnTo>
                <a:lnTo>
                  <a:pt x="1190" y="503"/>
                </a:lnTo>
                <a:lnTo>
                  <a:pt x="1191" y="502"/>
                </a:lnTo>
                <a:lnTo>
                  <a:pt x="1191" y="501"/>
                </a:lnTo>
                <a:lnTo>
                  <a:pt x="1192" y="500"/>
                </a:lnTo>
                <a:lnTo>
                  <a:pt x="1194" y="499"/>
                </a:lnTo>
                <a:lnTo>
                  <a:pt x="1196" y="497"/>
                </a:lnTo>
                <a:lnTo>
                  <a:pt x="1197" y="496"/>
                </a:lnTo>
                <a:lnTo>
                  <a:pt x="1197" y="495"/>
                </a:lnTo>
                <a:lnTo>
                  <a:pt x="1198" y="495"/>
                </a:lnTo>
                <a:lnTo>
                  <a:pt x="1198" y="494"/>
                </a:lnTo>
                <a:lnTo>
                  <a:pt x="1198" y="493"/>
                </a:lnTo>
                <a:lnTo>
                  <a:pt x="1198" y="492"/>
                </a:lnTo>
                <a:lnTo>
                  <a:pt x="1197" y="491"/>
                </a:lnTo>
                <a:lnTo>
                  <a:pt x="1196" y="490"/>
                </a:lnTo>
                <a:lnTo>
                  <a:pt x="1196" y="488"/>
                </a:lnTo>
                <a:lnTo>
                  <a:pt x="1196" y="487"/>
                </a:lnTo>
                <a:lnTo>
                  <a:pt x="1197" y="486"/>
                </a:lnTo>
                <a:lnTo>
                  <a:pt x="1200" y="485"/>
                </a:lnTo>
                <a:lnTo>
                  <a:pt x="1201" y="484"/>
                </a:lnTo>
                <a:lnTo>
                  <a:pt x="1201" y="483"/>
                </a:lnTo>
                <a:lnTo>
                  <a:pt x="1201" y="482"/>
                </a:lnTo>
                <a:lnTo>
                  <a:pt x="1201" y="481"/>
                </a:lnTo>
                <a:lnTo>
                  <a:pt x="1200" y="481"/>
                </a:lnTo>
                <a:lnTo>
                  <a:pt x="1200" y="480"/>
                </a:lnTo>
                <a:lnTo>
                  <a:pt x="1198" y="479"/>
                </a:lnTo>
                <a:lnTo>
                  <a:pt x="1197" y="478"/>
                </a:lnTo>
                <a:lnTo>
                  <a:pt x="1196" y="477"/>
                </a:lnTo>
                <a:lnTo>
                  <a:pt x="1194" y="476"/>
                </a:lnTo>
                <a:lnTo>
                  <a:pt x="1194" y="474"/>
                </a:lnTo>
                <a:lnTo>
                  <a:pt x="1194" y="473"/>
                </a:lnTo>
                <a:lnTo>
                  <a:pt x="1194" y="472"/>
                </a:lnTo>
                <a:lnTo>
                  <a:pt x="1193" y="471"/>
                </a:lnTo>
                <a:lnTo>
                  <a:pt x="1194" y="470"/>
                </a:lnTo>
                <a:lnTo>
                  <a:pt x="1193" y="469"/>
                </a:lnTo>
                <a:lnTo>
                  <a:pt x="1194" y="468"/>
                </a:lnTo>
                <a:lnTo>
                  <a:pt x="1194" y="467"/>
                </a:lnTo>
                <a:lnTo>
                  <a:pt x="1194" y="466"/>
                </a:lnTo>
                <a:lnTo>
                  <a:pt x="1195" y="466"/>
                </a:lnTo>
                <a:lnTo>
                  <a:pt x="1195" y="465"/>
                </a:lnTo>
                <a:lnTo>
                  <a:pt x="1196" y="465"/>
                </a:lnTo>
                <a:lnTo>
                  <a:pt x="1197" y="464"/>
                </a:lnTo>
                <a:lnTo>
                  <a:pt x="1198" y="464"/>
                </a:lnTo>
                <a:lnTo>
                  <a:pt x="1199" y="463"/>
                </a:lnTo>
                <a:lnTo>
                  <a:pt x="1200" y="463"/>
                </a:lnTo>
                <a:lnTo>
                  <a:pt x="1200" y="462"/>
                </a:lnTo>
                <a:lnTo>
                  <a:pt x="1201" y="462"/>
                </a:lnTo>
                <a:lnTo>
                  <a:pt x="1202" y="462"/>
                </a:lnTo>
                <a:lnTo>
                  <a:pt x="1203" y="462"/>
                </a:lnTo>
                <a:lnTo>
                  <a:pt x="1203" y="461"/>
                </a:lnTo>
                <a:lnTo>
                  <a:pt x="1204" y="461"/>
                </a:lnTo>
                <a:lnTo>
                  <a:pt x="1204" y="460"/>
                </a:lnTo>
                <a:lnTo>
                  <a:pt x="1204" y="459"/>
                </a:lnTo>
                <a:lnTo>
                  <a:pt x="1204" y="458"/>
                </a:lnTo>
                <a:lnTo>
                  <a:pt x="1204" y="457"/>
                </a:lnTo>
                <a:lnTo>
                  <a:pt x="1204" y="456"/>
                </a:lnTo>
                <a:lnTo>
                  <a:pt x="1204" y="455"/>
                </a:lnTo>
                <a:lnTo>
                  <a:pt x="1205" y="455"/>
                </a:lnTo>
                <a:lnTo>
                  <a:pt x="1206" y="455"/>
                </a:lnTo>
                <a:lnTo>
                  <a:pt x="1206" y="454"/>
                </a:lnTo>
                <a:lnTo>
                  <a:pt x="1207" y="454"/>
                </a:lnTo>
                <a:lnTo>
                  <a:pt x="1208" y="453"/>
                </a:lnTo>
                <a:lnTo>
                  <a:pt x="1209" y="453"/>
                </a:lnTo>
                <a:lnTo>
                  <a:pt x="1210" y="453"/>
                </a:lnTo>
                <a:lnTo>
                  <a:pt x="1211" y="453"/>
                </a:lnTo>
                <a:lnTo>
                  <a:pt x="1212" y="453"/>
                </a:lnTo>
                <a:lnTo>
                  <a:pt x="1214" y="453"/>
                </a:lnTo>
                <a:lnTo>
                  <a:pt x="1215" y="453"/>
                </a:lnTo>
                <a:lnTo>
                  <a:pt x="1216" y="453"/>
                </a:lnTo>
                <a:lnTo>
                  <a:pt x="1217" y="452"/>
                </a:lnTo>
                <a:lnTo>
                  <a:pt x="1218" y="452"/>
                </a:lnTo>
                <a:lnTo>
                  <a:pt x="1219" y="452"/>
                </a:lnTo>
                <a:lnTo>
                  <a:pt x="1221" y="453"/>
                </a:lnTo>
                <a:lnTo>
                  <a:pt x="1222" y="453"/>
                </a:lnTo>
                <a:lnTo>
                  <a:pt x="1223" y="453"/>
                </a:lnTo>
                <a:lnTo>
                  <a:pt x="1225" y="453"/>
                </a:lnTo>
                <a:lnTo>
                  <a:pt x="1227" y="452"/>
                </a:lnTo>
                <a:lnTo>
                  <a:pt x="1227" y="451"/>
                </a:lnTo>
                <a:lnTo>
                  <a:pt x="1228" y="451"/>
                </a:lnTo>
                <a:lnTo>
                  <a:pt x="1230" y="451"/>
                </a:lnTo>
                <a:lnTo>
                  <a:pt x="1232" y="452"/>
                </a:lnTo>
                <a:lnTo>
                  <a:pt x="1236" y="452"/>
                </a:lnTo>
                <a:lnTo>
                  <a:pt x="1236" y="453"/>
                </a:lnTo>
                <a:lnTo>
                  <a:pt x="1239" y="455"/>
                </a:lnTo>
                <a:lnTo>
                  <a:pt x="1243" y="455"/>
                </a:lnTo>
                <a:lnTo>
                  <a:pt x="1244" y="454"/>
                </a:lnTo>
                <a:lnTo>
                  <a:pt x="1245" y="456"/>
                </a:lnTo>
                <a:lnTo>
                  <a:pt x="1247" y="456"/>
                </a:lnTo>
                <a:lnTo>
                  <a:pt x="1251" y="456"/>
                </a:lnTo>
                <a:lnTo>
                  <a:pt x="1252" y="457"/>
                </a:lnTo>
                <a:lnTo>
                  <a:pt x="1254" y="458"/>
                </a:lnTo>
                <a:lnTo>
                  <a:pt x="1255" y="459"/>
                </a:lnTo>
                <a:lnTo>
                  <a:pt x="1257" y="459"/>
                </a:lnTo>
                <a:lnTo>
                  <a:pt x="1258" y="459"/>
                </a:lnTo>
                <a:lnTo>
                  <a:pt x="1259" y="458"/>
                </a:lnTo>
                <a:lnTo>
                  <a:pt x="1260" y="458"/>
                </a:lnTo>
                <a:lnTo>
                  <a:pt x="1261" y="458"/>
                </a:lnTo>
                <a:lnTo>
                  <a:pt x="1263" y="457"/>
                </a:lnTo>
                <a:lnTo>
                  <a:pt x="1264" y="456"/>
                </a:lnTo>
                <a:lnTo>
                  <a:pt x="1263" y="455"/>
                </a:lnTo>
                <a:lnTo>
                  <a:pt x="1262" y="453"/>
                </a:lnTo>
                <a:lnTo>
                  <a:pt x="1262" y="452"/>
                </a:lnTo>
                <a:lnTo>
                  <a:pt x="1263" y="452"/>
                </a:lnTo>
                <a:lnTo>
                  <a:pt x="1266" y="452"/>
                </a:lnTo>
                <a:lnTo>
                  <a:pt x="1268" y="452"/>
                </a:lnTo>
                <a:lnTo>
                  <a:pt x="1269" y="452"/>
                </a:lnTo>
                <a:lnTo>
                  <a:pt x="1271" y="451"/>
                </a:lnTo>
                <a:lnTo>
                  <a:pt x="1272" y="451"/>
                </a:lnTo>
                <a:lnTo>
                  <a:pt x="1273" y="451"/>
                </a:lnTo>
                <a:lnTo>
                  <a:pt x="1274" y="451"/>
                </a:lnTo>
                <a:lnTo>
                  <a:pt x="1275" y="451"/>
                </a:lnTo>
                <a:lnTo>
                  <a:pt x="1276" y="451"/>
                </a:lnTo>
                <a:lnTo>
                  <a:pt x="1278" y="451"/>
                </a:lnTo>
                <a:lnTo>
                  <a:pt x="1279" y="450"/>
                </a:lnTo>
                <a:lnTo>
                  <a:pt x="1280" y="449"/>
                </a:lnTo>
                <a:lnTo>
                  <a:pt x="1281" y="449"/>
                </a:lnTo>
                <a:lnTo>
                  <a:pt x="1282" y="448"/>
                </a:lnTo>
                <a:lnTo>
                  <a:pt x="1284" y="448"/>
                </a:lnTo>
                <a:lnTo>
                  <a:pt x="1286" y="449"/>
                </a:lnTo>
                <a:lnTo>
                  <a:pt x="1287" y="449"/>
                </a:lnTo>
                <a:lnTo>
                  <a:pt x="1288" y="449"/>
                </a:lnTo>
                <a:lnTo>
                  <a:pt x="1288" y="448"/>
                </a:lnTo>
                <a:lnTo>
                  <a:pt x="1289" y="448"/>
                </a:lnTo>
                <a:lnTo>
                  <a:pt x="1290" y="448"/>
                </a:lnTo>
                <a:lnTo>
                  <a:pt x="1291" y="449"/>
                </a:lnTo>
                <a:lnTo>
                  <a:pt x="1291" y="451"/>
                </a:lnTo>
                <a:lnTo>
                  <a:pt x="1292" y="452"/>
                </a:lnTo>
                <a:lnTo>
                  <a:pt x="1293" y="452"/>
                </a:lnTo>
                <a:lnTo>
                  <a:pt x="1294" y="452"/>
                </a:lnTo>
                <a:lnTo>
                  <a:pt x="1294" y="453"/>
                </a:lnTo>
                <a:lnTo>
                  <a:pt x="1295" y="454"/>
                </a:lnTo>
                <a:lnTo>
                  <a:pt x="1296" y="455"/>
                </a:lnTo>
                <a:lnTo>
                  <a:pt x="1296" y="456"/>
                </a:lnTo>
                <a:lnTo>
                  <a:pt x="1295" y="456"/>
                </a:lnTo>
                <a:lnTo>
                  <a:pt x="1294" y="457"/>
                </a:lnTo>
                <a:lnTo>
                  <a:pt x="1294" y="458"/>
                </a:lnTo>
                <a:lnTo>
                  <a:pt x="1294" y="459"/>
                </a:lnTo>
                <a:lnTo>
                  <a:pt x="1294" y="460"/>
                </a:lnTo>
                <a:lnTo>
                  <a:pt x="1293" y="461"/>
                </a:lnTo>
                <a:lnTo>
                  <a:pt x="1293" y="462"/>
                </a:lnTo>
                <a:lnTo>
                  <a:pt x="1293" y="463"/>
                </a:lnTo>
                <a:lnTo>
                  <a:pt x="1294" y="463"/>
                </a:lnTo>
                <a:lnTo>
                  <a:pt x="1295" y="463"/>
                </a:lnTo>
                <a:lnTo>
                  <a:pt x="1296" y="463"/>
                </a:lnTo>
                <a:lnTo>
                  <a:pt x="1297" y="464"/>
                </a:lnTo>
                <a:lnTo>
                  <a:pt x="1297" y="465"/>
                </a:lnTo>
                <a:lnTo>
                  <a:pt x="1297" y="466"/>
                </a:lnTo>
                <a:lnTo>
                  <a:pt x="1297" y="467"/>
                </a:lnTo>
                <a:lnTo>
                  <a:pt x="1298" y="467"/>
                </a:lnTo>
                <a:lnTo>
                  <a:pt x="1298" y="468"/>
                </a:lnTo>
                <a:lnTo>
                  <a:pt x="1299" y="468"/>
                </a:lnTo>
                <a:lnTo>
                  <a:pt x="1299" y="469"/>
                </a:lnTo>
                <a:lnTo>
                  <a:pt x="1298" y="469"/>
                </a:lnTo>
                <a:lnTo>
                  <a:pt x="1298" y="470"/>
                </a:lnTo>
                <a:lnTo>
                  <a:pt x="1297" y="470"/>
                </a:lnTo>
                <a:lnTo>
                  <a:pt x="1296" y="470"/>
                </a:lnTo>
                <a:lnTo>
                  <a:pt x="1296" y="471"/>
                </a:lnTo>
                <a:lnTo>
                  <a:pt x="1296" y="472"/>
                </a:lnTo>
                <a:lnTo>
                  <a:pt x="1295" y="473"/>
                </a:lnTo>
                <a:lnTo>
                  <a:pt x="1294" y="472"/>
                </a:lnTo>
                <a:lnTo>
                  <a:pt x="1292" y="472"/>
                </a:lnTo>
                <a:lnTo>
                  <a:pt x="1291" y="472"/>
                </a:lnTo>
                <a:lnTo>
                  <a:pt x="1291" y="473"/>
                </a:lnTo>
                <a:lnTo>
                  <a:pt x="1290" y="474"/>
                </a:lnTo>
                <a:lnTo>
                  <a:pt x="1289" y="474"/>
                </a:lnTo>
                <a:lnTo>
                  <a:pt x="1288" y="474"/>
                </a:lnTo>
                <a:lnTo>
                  <a:pt x="1286" y="474"/>
                </a:lnTo>
                <a:lnTo>
                  <a:pt x="1286" y="476"/>
                </a:lnTo>
                <a:lnTo>
                  <a:pt x="1285" y="478"/>
                </a:lnTo>
                <a:lnTo>
                  <a:pt x="1284" y="479"/>
                </a:lnTo>
                <a:lnTo>
                  <a:pt x="1284" y="480"/>
                </a:lnTo>
                <a:lnTo>
                  <a:pt x="1285" y="480"/>
                </a:lnTo>
                <a:lnTo>
                  <a:pt x="1286" y="480"/>
                </a:lnTo>
                <a:lnTo>
                  <a:pt x="1288" y="480"/>
                </a:lnTo>
                <a:lnTo>
                  <a:pt x="1289" y="481"/>
                </a:lnTo>
                <a:lnTo>
                  <a:pt x="1289" y="482"/>
                </a:lnTo>
                <a:lnTo>
                  <a:pt x="1289" y="483"/>
                </a:lnTo>
                <a:lnTo>
                  <a:pt x="1291" y="483"/>
                </a:lnTo>
                <a:lnTo>
                  <a:pt x="1292" y="484"/>
                </a:lnTo>
                <a:lnTo>
                  <a:pt x="1292" y="485"/>
                </a:lnTo>
                <a:lnTo>
                  <a:pt x="1291" y="485"/>
                </a:lnTo>
                <a:lnTo>
                  <a:pt x="1290" y="485"/>
                </a:lnTo>
                <a:lnTo>
                  <a:pt x="1289" y="485"/>
                </a:lnTo>
                <a:lnTo>
                  <a:pt x="1290" y="485"/>
                </a:lnTo>
                <a:lnTo>
                  <a:pt x="1291" y="486"/>
                </a:lnTo>
                <a:lnTo>
                  <a:pt x="1291" y="487"/>
                </a:lnTo>
                <a:lnTo>
                  <a:pt x="1292" y="487"/>
                </a:lnTo>
                <a:lnTo>
                  <a:pt x="1294" y="487"/>
                </a:lnTo>
                <a:lnTo>
                  <a:pt x="1295" y="487"/>
                </a:lnTo>
                <a:lnTo>
                  <a:pt x="1296" y="487"/>
                </a:lnTo>
                <a:lnTo>
                  <a:pt x="1298" y="489"/>
                </a:lnTo>
                <a:lnTo>
                  <a:pt x="1300" y="490"/>
                </a:lnTo>
                <a:lnTo>
                  <a:pt x="1301" y="491"/>
                </a:lnTo>
                <a:lnTo>
                  <a:pt x="1302" y="492"/>
                </a:lnTo>
                <a:lnTo>
                  <a:pt x="1303" y="491"/>
                </a:lnTo>
                <a:lnTo>
                  <a:pt x="1304" y="490"/>
                </a:lnTo>
                <a:lnTo>
                  <a:pt x="1305" y="490"/>
                </a:lnTo>
                <a:lnTo>
                  <a:pt x="1308" y="491"/>
                </a:lnTo>
                <a:lnTo>
                  <a:pt x="1310" y="492"/>
                </a:lnTo>
                <a:lnTo>
                  <a:pt x="1311" y="493"/>
                </a:lnTo>
                <a:lnTo>
                  <a:pt x="1312" y="494"/>
                </a:lnTo>
                <a:lnTo>
                  <a:pt x="1313" y="494"/>
                </a:lnTo>
                <a:lnTo>
                  <a:pt x="1313" y="496"/>
                </a:lnTo>
                <a:lnTo>
                  <a:pt x="1314" y="496"/>
                </a:lnTo>
                <a:lnTo>
                  <a:pt x="1315" y="496"/>
                </a:lnTo>
                <a:lnTo>
                  <a:pt x="1316" y="496"/>
                </a:lnTo>
                <a:lnTo>
                  <a:pt x="1317" y="496"/>
                </a:lnTo>
                <a:lnTo>
                  <a:pt x="1316" y="497"/>
                </a:lnTo>
                <a:lnTo>
                  <a:pt x="1315" y="499"/>
                </a:lnTo>
                <a:lnTo>
                  <a:pt x="1313" y="500"/>
                </a:lnTo>
                <a:lnTo>
                  <a:pt x="1312" y="501"/>
                </a:lnTo>
                <a:lnTo>
                  <a:pt x="1310" y="502"/>
                </a:lnTo>
                <a:lnTo>
                  <a:pt x="1310" y="503"/>
                </a:lnTo>
                <a:lnTo>
                  <a:pt x="1310" y="504"/>
                </a:lnTo>
                <a:lnTo>
                  <a:pt x="1310" y="505"/>
                </a:lnTo>
                <a:lnTo>
                  <a:pt x="1309" y="505"/>
                </a:lnTo>
                <a:lnTo>
                  <a:pt x="1308" y="506"/>
                </a:lnTo>
                <a:lnTo>
                  <a:pt x="1306" y="507"/>
                </a:lnTo>
                <a:lnTo>
                  <a:pt x="1305" y="507"/>
                </a:lnTo>
                <a:lnTo>
                  <a:pt x="1304" y="508"/>
                </a:lnTo>
                <a:lnTo>
                  <a:pt x="1305" y="509"/>
                </a:lnTo>
                <a:lnTo>
                  <a:pt x="1305" y="510"/>
                </a:lnTo>
                <a:lnTo>
                  <a:pt x="1306" y="510"/>
                </a:lnTo>
                <a:lnTo>
                  <a:pt x="1306" y="511"/>
                </a:lnTo>
                <a:lnTo>
                  <a:pt x="1307" y="511"/>
                </a:lnTo>
                <a:lnTo>
                  <a:pt x="1308" y="511"/>
                </a:lnTo>
                <a:lnTo>
                  <a:pt x="1309" y="512"/>
                </a:lnTo>
                <a:lnTo>
                  <a:pt x="1310" y="512"/>
                </a:lnTo>
                <a:lnTo>
                  <a:pt x="1310" y="513"/>
                </a:lnTo>
                <a:lnTo>
                  <a:pt x="1311" y="513"/>
                </a:lnTo>
                <a:lnTo>
                  <a:pt x="1312" y="513"/>
                </a:lnTo>
                <a:lnTo>
                  <a:pt x="1313" y="513"/>
                </a:lnTo>
                <a:lnTo>
                  <a:pt x="1314" y="513"/>
                </a:lnTo>
                <a:lnTo>
                  <a:pt x="1315" y="513"/>
                </a:lnTo>
                <a:lnTo>
                  <a:pt x="1316" y="513"/>
                </a:lnTo>
                <a:lnTo>
                  <a:pt x="1317" y="513"/>
                </a:lnTo>
                <a:lnTo>
                  <a:pt x="1318" y="513"/>
                </a:lnTo>
                <a:lnTo>
                  <a:pt x="1318" y="514"/>
                </a:lnTo>
                <a:lnTo>
                  <a:pt x="1318" y="515"/>
                </a:lnTo>
                <a:lnTo>
                  <a:pt x="1319" y="515"/>
                </a:lnTo>
                <a:lnTo>
                  <a:pt x="1319" y="516"/>
                </a:lnTo>
                <a:lnTo>
                  <a:pt x="1320" y="515"/>
                </a:lnTo>
                <a:lnTo>
                  <a:pt x="1321" y="515"/>
                </a:lnTo>
                <a:lnTo>
                  <a:pt x="1324" y="517"/>
                </a:lnTo>
                <a:lnTo>
                  <a:pt x="1324" y="518"/>
                </a:lnTo>
                <a:lnTo>
                  <a:pt x="1326" y="519"/>
                </a:lnTo>
                <a:lnTo>
                  <a:pt x="1327" y="518"/>
                </a:lnTo>
                <a:lnTo>
                  <a:pt x="1328" y="518"/>
                </a:lnTo>
                <a:lnTo>
                  <a:pt x="1329" y="518"/>
                </a:lnTo>
                <a:lnTo>
                  <a:pt x="1330" y="518"/>
                </a:lnTo>
                <a:lnTo>
                  <a:pt x="1332" y="519"/>
                </a:lnTo>
                <a:lnTo>
                  <a:pt x="1335" y="520"/>
                </a:lnTo>
                <a:lnTo>
                  <a:pt x="1336" y="520"/>
                </a:lnTo>
                <a:lnTo>
                  <a:pt x="1338" y="521"/>
                </a:lnTo>
                <a:lnTo>
                  <a:pt x="1340" y="522"/>
                </a:lnTo>
                <a:lnTo>
                  <a:pt x="1340" y="523"/>
                </a:lnTo>
                <a:lnTo>
                  <a:pt x="1340" y="524"/>
                </a:lnTo>
                <a:lnTo>
                  <a:pt x="1340" y="525"/>
                </a:lnTo>
                <a:lnTo>
                  <a:pt x="1341" y="525"/>
                </a:lnTo>
                <a:lnTo>
                  <a:pt x="1342" y="526"/>
                </a:lnTo>
                <a:lnTo>
                  <a:pt x="1344" y="527"/>
                </a:lnTo>
                <a:lnTo>
                  <a:pt x="1345" y="527"/>
                </a:lnTo>
                <a:lnTo>
                  <a:pt x="1346" y="528"/>
                </a:lnTo>
                <a:lnTo>
                  <a:pt x="1347" y="529"/>
                </a:lnTo>
                <a:lnTo>
                  <a:pt x="1348" y="529"/>
                </a:lnTo>
                <a:lnTo>
                  <a:pt x="1349" y="529"/>
                </a:lnTo>
                <a:lnTo>
                  <a:pt x="1351" y="528"/>
                </a:lnTo>
                <a:lnTo>
                  <a:pt x="1352" y="527"/>
                </a:lnTo>
                <a:lnTo>
                  <a:pt x="1353" y="527"/>
                </a:lnTo>
                <a:lnTo>
                  <a:pt x="1354" y="527"/>
                </a:lnTo>
                <a:lnTo>
                  <a:pt x="1355" y="528"/>
                </a:lnTo>
                <a:lnTo>
                  <a:pt x="1355" y="529"/>
                </a:lnTo>
                <a:lnTo>
                  <a:pt x="1355" y="530"/>
                </a:lnTo>
                <a:lnTo>
                  <a:pt x="1355" y="531"/>
                </a:lnTo>
                <a:lnTo>
                  <a:pt x="1356" y="531"/>
                </a:lnTo>
                <a:lnTo>
                  <a:pt x="1356" y="532"/>
                </a:lnTo>
                <a:lnTo>
                  <a:pt x="1357" y="532"/>
                </a:lnTo>
                <a:lnTo>
                  <a:pt x="1359" y="531"/>
                </a:lnTo>
                <a:lnTo>
                  <a:pt x="1359" y="532"/>
                </a:lnTo>
                <a:lnTo>
                  <a:pt x="1359" y="533"/>
                </a:lnTo>
                <a:lnTo>
                  <a:pt x="1360" y="534"/>
                </a:lnTo>
                <a:lnTo>
                  <a:pt x="1362" y="534"/>
                </a:lnTo>
                <a:lnTo>
                  <a:pt x="1362" y="535"/>
                </a:lnTo>
                <a:lnTo>
                  <a:pt x="1362" y="536"/>
                </a:lnTo>
                <a:lnTo>
                  <a:pt x="1360" y="538"/>
                </a:lnTo>
                <a:lnTo>
                  <a:pt x="1360" y="539"/>
                </a:lnTo>
                <a:lnTo>
                  <a:pt x="1360" y="540"/>
                </a:lnTo>
                <a:lnTo>
                  <a:pt x="1359" y="540"/>
                </a:lnTo>
                <a:lnTo>
                  <a:pt x="1360" y="541"/>
                </a:lnTo>
                <a:lnTo>
                  <a:pt x="1361" y="542"/>
                </a:lnTo>
                <a:lnTo>
                  <a:pt x="1361" y="543"/>
                </a:lnTo>
                <a:lnTo>
                  <a:pt x="1361" y="544"/>
                </a:lnTo>
                <a:lnTo>
                  <a:pt x="1361" y="546"/>
                </a:lnTo>
                <a:lnTo>
                  <a:pt x="1362" y="546"/>
                </a:lnTo>
                <a:lnTo>
                  <a:pt x="1362" y="547"/>
                </a:lnTo>
                <a:lnTo>
                  <a:pt x="1363" y="547"/>
                </a:lnTo>
                <a:lnTo>
                  <a:pt x="1364" y="548"/>
                </a:lnTo>
                <a:lnTo>
                  <a:pt x="1365" y="548"/>
                </a:lnTo>
                <a:lnTo>
                  <a:pt x="1365" y="549"/>
                </a:lnTo>
                <a:lnTo>
                  <a:pt x="1365" y="550"/>
                </a:lnTo>
                <a:lnTo>
                  <a:pt x="1365" y="551"/>
                </a:lnTo>
                <a:lnTo>
                  <a:pt x="1366" y="551"/>
                </a:lnTo>
                <a:lnTo>
                  <a:pt x="1367" y="551"/>
                </a:lnTo>
                <a:lnTo>
                  <a:pt x="1369" y="551"/>
                </a:lnTo>
                <a:lnTo>
                  <a:pt x="1370" y="551"/>
                </a:lnTo>
                <a:lnTo>
                  <a:pt x="1371" y="551"/>
                </a:lnTo>
                <a:lnTo>
                  <a:pt x="1372" y="551"/>
                </a:lnTo>
                <a:lnTo>
                  <a:pt x="1372" y="552"/>
                </a:lnTo>
                <a:lnTo>
                  <a:pt x="1373" y="552"/>
                </a:lnTo>
                <a:lnTo>
                  <a:pt x="1373" y="553"/>
                </a:lnTo>
                <a:lnTo>
                  <a:pt x="1375" y="553"/>
                </a:lnTo>
                <a:lnTo>
                  <a:pt x="1376" y="554"/>
                </a:lnTo>
                <a:lnTo>
                  <a:pt x="1377" y="555"/>
                </a:lnTo>
                <a:lnTo>
                  <a:pt x="1378" y="555"/>
                </a:lnTo>
                <a:lnTo>
                  <a:pt x="1379" y="555"/>
                </a:lnTo>
                <a:lnTo>
                  <a:pt x="1380" y="556"/>
                </a:lnTo>
                <a:lnTo>
                  <a:pt x="1381" y="558"/>
                </a:lnTo>
                <a:lnTo>
                  <a:pt x="1382" y="558"/>
                </a:lnTo>
                <a:lnTo>
                  <a:pt x="1383" y="558"/>
                </a:lnTo>
                <a:lnTo>
                  <a:pt x="1384" y="558"/>
                </a:lnTo>
                <a:lnTo>
                  <a:pt x="1387" y="558"/>
                </a:lnTo>
                <a:lnTo>
                  <a:pt x="1389" y="558"/>
                </a:lnTo>
                <a:lnTo>
                  <a:pt x="1390" y="558"/>
                </a:lnTo>
                <a:lnTo>
                  <a:pt x="1392" y="558"/>
                </a:lnTo>
                <a:lnTo>
                  <a:pt x="1392" y="559"/>
                </a:lnTo>
                <a:lnTo>
                  <a:pt x="1393" y="560"/>
                </a:lnTo>
                <a:lnTo>
                  <a:pt x="1394" y="560"/>
                </a:lnTo>
                <a:lnTo>
                  <a:pt x="1397" y="562"/>
                </a:lnTo>
                <a:lnTo>
                  <a:pt x="1399" y="563"/>
                </a:lnTo>
                <a:lnTo>
                  <a:pt x="1401" y="565"/>
                </a:lnTo>
                <a:lnTo>
                  <a:pt x="1401" y="566"/>
                </a:lnTo>
                <a:lnTo>
                  <a:pt x="1401" y="567"/>
                </a:lnTo>
                <a:lnTo>
                  <a:pt x="1401" y="568"/>
                </a:lnTo>
                <a:lnTo>
                  <a:pt x="1402" y="568"/>
                </a:lnTo>
                <a:lnTo>
                  <a:pt x="1403" y="569"/>
                </a:lnTo>
                <a:lnTo>
                  <a:pt x="1403" y="570"/>
                </a:lnTo>
                <a:lnTo>
                  <a:pt x="1404" y="570"/>
                </a:lnTo>
                <a:lnTo>
                  <a:pt x="1405" y="570"/>
                </a:lnTo>
                <a:lnTo>
                  <a:pt x="1407" y="571"/>
                </a:lnTo>
                <a:lnTo>
                  <a:pt x="1409" y="570"/>
                </a:lnTo>
                <a:lnTo>
                  <a:pt x="1411" y="570"/>
                </a:lnTo>
                <a:lnTo>
                  <a:pt x="1412" y="570"/>
                </a:lnTo>
                <a:lnTo>
                  <a:pt x="1413" y="570"/>
                </a:lnTo>
                <a:lnTo>
                  <a:pt x="1414" y="570"/>
                </a:lnTo>
                <a:lnTo>
                  <a:pt x="1415" y="571"/>
                </a:lnTo>
                <a:lnTo>
                  <a:pt x="1416" y="571"/>
                </a:lnTo>
                <a:lnTo>
                  <a:pt x="1418" y="571"/>
                </a:lnTo>
                <a:lnTo>
                  <a:pt x="1420" y="571"/>
                </a:lnTo>
                <a:lnTo>
                  <a:pt x="1420" y="570"/>
                </a:lnTo>
                <a:lnTo>
                  <a:pt x="1421" y="570"/>
                </a:lnTo>
                <a:lnTo>
                  <a:pt x="1422" y="570"/>
                </a:lnTo>
                <a:lnTo>
                  <a:pt x="1423" y="570"/>
                </a:lnTo>
                <a:lnTo>
                  <a:pt x="1424" y="569"/>
                </a:lnTo>
                <a:lnTo>
                  <a:pt x="1424" y="567"/>
                </a:lnTo>
                <a:lnTo>
                  <a:pt x="1425" y="567"/>
                </a:lnTo>
                <a:lnTo>
                  <a:pt x="1427" y="566"/>
                </a:lnTo>
                <a:lnTo>
                  <a:pt x="1429" y="566"/>
                </a:lnTo>
                <a:lnTo>
                  <a:pt x="1430" y="566"/>
                </a:lnTo>
                <a:lnTo>
                  <a:pt x="1431" y="565"/>
                </a:lnTo>
                <a:lnTo>
                  <a:pt x="1432" y="564"/>
                </a:lnTo>
                <a:lnTo>
                  <a:pt x="1433" y="565"/>
                </a:lnTo>
                <a:lnTo>
                  <a:pt x="1434" y="565"/>
                </a:lnTo>
                <a:lnTo>
                  <a:pt x="1438" y="566"/>
                </a:lnTo>
                <a:lnTo>
                  <a:pt x="1440" y="566"/>
                </a:lnTo>
                <a:lnTo>
                  <a:pt x="1441" y="566"/>
                </a:lnTo>
                <a:lnTo>
                  <a:pt x="1442" y="566"/>
                </a:lnTo>
                <a:lnTo>
                  <a:pt x="1445" y="565"/>
                </a:lnTo>
                <a:lnTo>
                  <a:pt x="1447" y="565"/>
                </a:lnTo>
                <a:lnTo>
                  <a:pt x="1449" y="565"/>
                </a:lnTo>
                <a:lnTo>
                  <a:pt x="1450" y="566"/>
                </a:lnTo>
                <a:lnTo>
                  <a:pt x="1451" y="567"/>
                </a:lnTo>
                <a:lnTo>
                  <a:pt x="1451" y="568"/>
                </a:lnTo>
                <a:lnTo>
                  <a:pt x="1451" y="569"/>
                </a:lnTo>
                <a:lnTo>
                  <a:pt x="1451" y="570"/>
                </a:lnTo>
                <a:lnTo>
                  <a:pt x="1451" y="571"/>
                </a:lnTo>
                <a:lnTo>
                  <a:pt x="1451" y="572"/>
                </a:lnTo>
                <a:lnTo>
                  <a:pt x="1452" y="573"/>
                </a:lnTo>
                <a:lnTo>
                  <a:pt x="1453" y="574"/>
                </a:lnTo>
                <a:lnTo>
                  <a:pt x="1455" y="574"/>
                </a:lnTo>
                <a:lnTo>
                  <a:pt x="1456" y="575"/>
                </a:lnTo>
                <a:lnTo>
                  <a:pt x="1456" y="577"/>
                </a:lnTo>
                <a:lnTo>
                  <a:pt x="1456" y="578"/>
                </a:lnTo>
                <a:lnTo>
                  <a:pt x="1457" y="578"/>
                </a:lnTo>
                <a:lnTo>
                  <a:pt x="1459" y="579"/>
                </a:lnTo>
                <a:lnTo>
                  <a:pt x="1460" y="579"/>
                </a:lnTo>
                <a:lnTo>
                  <a:pt x="1462" y="579"/>
                </a:lnTo>
                <a:lnTo>
                  <a:pt x="1463" y="579"/>
                </a:lnTo>
                <a:lnTo>
                  <a:pt x="1464" y="580"/>
                </a:lnTo>
                <a:lnTo>
                  <a:pt x="1465" y="580"/>
                </a:lnTo>
                <a:lnTo>
                  <a:pt x="1465" y="581"/>
                </a:lnTo>
                <a:lnTo>
                  <a:pt x="1465" y="582"/>
                </a:lnTo>
                <a:lnTo>
                  <a:pt x="1465" y="583"/>
                </a:lnTo>
                <a:lnTo>
                  <a:pt x="1466" y="584"/>
                </a:lnTo>
                <a:lnTo>
                  <a:pt x="1466" y="585"/>
                </a:lnTo>
                <a:lnTo>
                  <a:pt x="1466" y="586"/>
                </a:lnTo>
                <a:lnTo>
                  <a:pt x="1467" y="586"/>
                </a:lnTo>
                <a:lnTo>
                  <a:pt x="1468" y="586"/>
                </a:lnTo>
                <a:lnTo>
                  <a:pt x="1470" y="586"/>
                </a:lnTo>
                <a:lnTo>
                  <a:pt x="1471" y="586"/>
                </a:lnTo>
                <a:lnTo>
                  <a:pt x="1472" y="586"/>
                </a:lnTo>
                <a:lnTo>
                  <a:pt x="1474" y="586"/>
                </a:lnTo>
                <a:lnTo>
                  <a:pt x="1475" y="586"/>
                </a:lnTo>
                <a:lnTo>
                  <a:pt x="1476" y="586"/>
                </a:lnTo>
                <a:lnTo>
                  <a:pt x="1477" y="586"/>
                </a:lnTo>
                <a:lnTo>
                  <a:pt x="1478" y="586"/>
                </a:lnTo>
                <a:lnTo>
                  <a:pt x="1480" y="586"/>
                </a:lnTo>
                <a:lnTo>
                  <a:pt x="1482" y="586"/>
                </a:lnTo>
                <a:lnTo>
                  <a:pt x="1483" y="586"/>
                </a:lnTo>
                <a:lnTo>
                  <a:pt x="1484" y="586"/>
                </a:lnTo>
                <a:lnTo>
                  <a:pt x="1484" y="585"/>
                </a:lnTo>
                <a:lnTo>
                  <a:pt x="1484" y="584"/>
                </a:lnTo>
                <a:lnTo>
                  <a:pt x="1484" y="583"/>
                </a:lnTo>
                <a:lnTo>
                  <a:pt x="1484" y="581"/>
                </a:lnTo>
                <a:lnTo>
                  <a:pt x="1485" y="581"/>
                </a:lnTo>
                <a:lnTo>
                  <a:pt x="1487" y="581"/>
                </a:lnTo>
                <a:lnTo>
                  <a:pt x="1488" y="581"/>
                </a:lnTo>
                <a:lnTo>
                  <a:pt x="1489" y="581"/>
                </a:lnTo>
                <a:lnTo>
                  <a:pt x="1490" y="582"/>
                </a:lnTo>
                <a:lnTo>
                  <a:pt x="1491" y="582"/>
                </a:lnTo>
                <a:lnTo>
                  <a:pt x="1492" y="582"/>
                </a:lnTo>
                <a:lnTo>
                  <a:pt x="1494" y="581"/>
                </a:lnTo>
                <a:lnTo>
                  <a:pt x="1495" y="582"/>
                </a:lnTo>
                <a:lnTo>
                  <a:pt x="1496" y="583"/>
                </a:lnTo>
                <a:lnTo>
                  <a:pt x="1495" y="585"/>
                </a:lnTo>
                <a:lnTo>
                  <a:pt x="1495" y="586"/>
                </a:lnTo>
                <a:lnTo>
                  <a:pt x="1495" y="587"/>
                </a:lnTo>
                <a:lnTo>
                  <a:pt x="1494" y="589"/>
                </a:lnTo>
                <a:lnTo>
                  <a:pt x="1495" y="590"/>
                </a:lnTo>
                <a:lnTo>
                  <a:pt x="1495" y="591"/>
                </a:lnTo>
                <a:lnTo>
                  <a:pt x="1495" y="592"/>
                </a:lnTo>
                <a:lnTo>
                  <a:pt x="1496" y="593"/>
                </a:lnTo>
                <a:lnTo>
                  <a:pt x="1497" y="594"/>
                </a:lnTo>
                <a:lnTo>
                  <a:pt x="1498" y="595"/>
                </a:lnTo>
                <a:lnTo>
                  <a:pt x="1500" y="597"/>
                </a:lnTo>
                <a:lnTo>
                  <a:pt x="1501" y="598"/>
                </a:lnTo>
                <a:lnTo>
                  <a:pt x="1504" y="597"/>
                </a:lnTo>
                <a:lnTo>
                  <a:pt x="1505" y="597"/>
                </a:lnTo>
                <a:lnTo>
                  <a:pt x="1506" y="598"/>
                </a:lnTo>
                <a:lnTo>
                  <a:pt x="1507" y="599"/>
                </a:lnTo>
                <a:lnTo>
                  <a:pt x="1508" y="599"/>
                </a:lnTo>
                <a:lnTo>
                  <a:pt x="1508" y="600"/>
                </a:lnTo>
                <a:lnTo>
                  <a:pt x="1509" y="599"/>
                </a:lnTo>
                <a:lnTo>
                  <a:pt x="1510" y="599"/>
                </a:lnTo>
                <a:lnTo>
                  <a:pt x="1511" y="599"/>
                </a:lnTo>
                <a:lnTo>
                  <a:pt x="1512" y="600"/>
                </a:lnTo>
                <a:lnTo>
                  <a:pt x="1515" y="601"/>
                </a:lnTo>
                <a:lnTo>
                  <a:pt x="1517" y="602"/>
                </a:lnTo>
                <a:lnTo>
                  <a:pt x="1519" y="603"/>
                </a:lnTo>
                <a:lnTo>
                  <a:pt x="1520" y="603"/>
                </a:lnTo>
                <a:lnTo>
                  <a:pt x="1521" y="604"/>
                </a:lnTo>
                <a:lnTo>
                  <a:pt x="1522" y="605"/>
                </a:lnTo>
                <a:lnTo>
                  <a:pt x="1523" y="605"/>
                </a:lnTo>
                <a:lnTo>
                  <a:pt x="1523" y="606"/>
                </a:lnTo>
                <a:lnTo>
                  <a:pt x="1521" y="605"/>
                </a:lnTo>
                <a:lnTo>
                  <a:pt x="1520" y="605"/>
                </a:lnTo>
                <a:lnTo>
                  <a:pt x="1520" y="606"/>
                </a:lnTo>
                <a:lnTo>
                  <a:pt x="1519" y="606"/>
                </a:lnTo>
                <a:lnTo>
                  <a:pt x="1519" y="607"/>
                </a:lnTo>
                <a:lnTo>
                  <a:pt x="1520" y="607"/>
                </a:lnTo>
                <a:lnTo>
                  <a:pt x="1520" y="608"/>
                </a:lnTo>
                <a:lnTo>
                  <a:pt x="1522" y="610"/>
                </a:lnTo>
                <a:lnTo>
                  <a:pt x="1523" y="612"/>
                </a:lnTo>
                <a:lnTo>
                  <a:pt x="1524" y="614"/>
                </a:lnTo>
                <a:lnTo>
                  <a:pt x="1524" y="615"/>
                </a:lnTo>
                <a:lnTo>
                  <a:pt x="1524" y="616"/>
                </a:lnTo>
                <a:lnTo>
                  <a:pt x="1525" y="616"/>
                </a:lnTo>
                <a:lnTo>
                  <a:pt x="1527" y="618"/>
                </a:lnTo>
                <a:lnTo>
                  <a:pt x="1529" y="619"/>
                </a:lnTo>
                <a:lnTo>
                  <a:pt x="1530" y="620"/>
                </a:lnTo>
                <a:lnTo>
                  <a:pt x="1530" y="622"/>
                </a:lnTo>
                <a:lnTo>
                  <a:pt x="1531" y="624"/>
                </a:lnTo>
                <a:lnTo>
                  <a:pt x="1531" y="625"/>
                </a:lnTo>
                <a:lnTo>
                  <a:pt x="1530" y="625"/>
                </a:lnTo>
                <a:lnTo>
                  <a:pt x="1530" y="626"/>
                </a:lnTo>
                <a:lnTo>
                  <a:pt x="1529" y="627"/>
                </a:lnTo>
                <a:lnTo>
                  <a:pt x="1530" y="628"/>
                </a:lnTo>
                <a:lnTo>
                  <a:pt x="1530" y="629"/>
                </a:lnTo>
                <a:lnTo>
                  <a:pt x="1529" y="629"/>
                </a:lnTo>
                <a:lnTo>
                  <a:pt x="1530" y="629"/>
                </a:lnTo>
                <a:lnTo>
                  <a:pt x="1530" y="630"/>
                </a:lnTo>
                <a:lnTo>
                  <a:pt x="1531" y="630"/>
                </a:lnTo>
                <a:lnTo>
                  <a:pt x="1533" y="630"/>
                </a:lnTo>
                <a:lnTo>
                  <a:pt x="1534" y="631"/>
                </a:lnTo>
                <a:lnTo>
                  <a:pt x="1535" y="631"/>
                </a:lnTo>
                <a:lnTo>
                  <a:pt x="1535" y="632"/>
                </a:lnTo>
                <a:lnTo>
                  <a:pt x="1535" y="633"/>
                </a:lnTo>
                <a:lnTo>
                  <a:pt x="1534" y="634"/>
                </a:lnTo>
                <a:lnTo>
                  <a:pt x="1533" y="635"/>
                </a:lnTo>
                <a:lnTo>
                  <a:pt x="1533" y="636"/>
                </a:lnTo>
                <a:lnTo>
                  <a:pt x="1534" y="637"/>
                </a:lnTo>
                <a:lnTo>
                  <a:pt x="1533" y="638"/>
                </a:lnTo>
                <a:lnTo>
                  <a:pt x="1532" y="638"/>
                </a:lnTo>
                <a:lnTo>
                  <a:pt x="1532" y="639"/>
                </a:lnTo>
                <a:lnTo>
                  <a:pt x="1534" y="641"/>
                </a:lnTo>
                <a:lnTo>
                  <a:pt x="1536" y="643"/>
                </a:lnTo>
                <a:lnTo>
                  <a:pt x="1537" y="646"/>
                </a:lnTo>
                <a:lnTo>
                  <a:pt x="1537" y="647"/>
                </a:lnTo>
                <a:lnTo>
                  <a:pt x="1538" y="648"/>
                </a:lnTo>
                <a:lnTo>
                  <a:pt x="1538" y="649"/>
                </a:lnTo>
                <a:lnTo>
                  <a:pt x="1539" y="650"/>
                </a:lnTo>
                <a:lnTo>
                  <a:pt x="1541" y="652"/>
                </a:lnTo>
                <a:lnTo>
                  <a:pt x="1541" y="653"/>
                </a:lnTo>
                <a:lnTo>
                  <a:pt x="1542" y="654"/>
                </a:lnTo>
                <a:lnTo>
                  <a:pt x="1544" y="655"/>
                </a:lnTo>
                <a:lnTo>
                  <a:pt x="1544" y="656"/>
                </a:lnTo>
                <a:lnTo>
                  <a:pt x="1545" y="657"/>
                </a:lnTo>
                <a:lnTo>
                  <a:pt x="1545" y="658"/>
                </a:lnTo>
                <a:lnTo>
                  <a:pt x="1546" y="658"/>
                </a:lnTo>
                <a:lnTo>
                  <a:pt x="1547" y="658"/>
                </a:lnTo>
                <a:lnTo>
                  <a:pt x="1547" y="659"/>
                </a:lnTo>
                <a:lnTo>
                  <a:pt x="1547" y="660"/>
                </a:lnTo>
                <a:lnTo>
                  <a:pt x="1548" y="661"/>
                </a:lnTo>
                <a:lnTo>
                  <a:pt x="1548" y="662"/>
                </a:lnTo>
                <a:lnTo>
                  <a:pt x="1550" y="663"/>
                </a:lnTo>
                <a:lnTo>
                  <a:pt x="1550" y="664"/>
                </a:lnTo>
                <a:lnTo>
                  <a:pt x="1551" y="665"/>
                </a:lnTo>
                <a:lnTo>
                  <a:pt x="1552" y="666"/>
                </a:lnTo>
                <a:lnTo>
                  <a:pt x="1553" y="667"/>
                </a:lnTo>
                <a:lnTo>
                  <a:pt x="1554" y="669"/>
                </a:lnTo>
                <a:lnTo>
                  <a:pt x="1555" y="669"/>
                </a:lnTo>
                <a:lnTo>
                  <a:pt x="1556" y="670"/>
                </a:lnTo>
                <a:lnTo>
                  <a:pt x="1556" y="671"/>
                </a:lnTo>
                <a:lnTo>
                  <a:pt x="1556" y="672"/>
                </a:lnTo>
                <a:lnTo>
                  <a:pt x="1557" y="672"/>
                </a:lnTo>
                <a:lnTo>
                  <a:pt x="1558" y="672"/>
                </a:lnTo>
                <a:lnTo>
                  <a:pt x="1560" y="672"/>
                </a:lnTo>
                <a:lnTo>
                  <a:pt x="1561" y="672"/>
                </a:lnTo>
                <a:lnTo>
                  <a:pt x="1562" y="672"/>
                </a:lnTo>
                <a:lnTo>
                  <a:pt x="1564" y="673"/>
                </a:lnTo>
                <a:lnTo>
                  <a:pt x="1565" y="673"/>
                </a:lnTo>
                <a:lnTo>
                  <a:pt x="1566" y="674"/>
                </a:lnTo>
                <a:lnTo>
                  <a:pt x="1567" y="675"/>
                </a:lnTo>
                <a:lnTo>
                  <a:pt x="1568" y="675"/>
                </a:lnTo>
                <a:lnTo>
                  <a:pt x="1569" y="676"/>
                </a:lnTo>
                <a:lnTo>
                  <a:pt x="1570" y="676"/>
                </a:lnTo>
                <a:lnTo>
                  <a:pt x="1571" y="677"/>
                </a:lnTo>
                <a:lnTo>
                  <a:pt x="1571" y="678"/>
                </a:lnTo>
                <a:lnTo>
                  <a:pt x="1571" y="679"/>
                </a:lnTo>
                <a:lnTo>
                  <a:pt x="1571" y="680"/>
                </a:lnTo>
                <a:lnTo>
                  <a:pt x="1571" y="681"/>
                </a:lnTo>
                <a:lnTo>
                  <a:pt x="1571" y="682"/>
                </a:lnTo>
                <a:lnTo>
                  <a:pt x="1572" y="682"/>
                </a:lnTo>
                <a:lnTo>
                  <a:pt x="1572" y="683"/>
                </a:lnTo>
                <a:lnTo>
                  <a:pt x="1574" y="683"/>
                </a:lnTo>
                <a:lnTo>
                  <a:pt x="1574" y="684"/>
                </a:lnTo>
                <a:lnTo>
                  <a:pt x="1574" y="686"/>
                </a:lnTo>
                <a:lnTo>
                  <a:pt x="1573" y="688"/>
                </a:lnTo>
                <a:lnTo>
                  <a:pt x="1573" y="689"/>
                </a:lnTo>
                <a:lnTo>
                  <a:pt x="1575" y="692"/>
                </a:lnTo>
                <a:lnTo>
                  <a:pt x="1577" y="692"/>
                </a:lnTo>
                <a:lnTo>
                  <a:pt x="1577" y="693"/>
                </a:lnTo>
                <a:lnTo>
                  <a:pt x="1578" y="694"/>
                </a:lnTo>
                <a:lnTo>
                  <a:pt x="1578" y="695"/>
                </a:lnTo>
                <a:lnTo>
                  <a:pt x="1579" y="695"/>
                </a:lnTo>
                <a:lnTo>
                  <a:pt x="1580" y="696"/>
                </a:lnTo>
                <a:lnTo>
                  <a:pt x="1580" y="697"/>
                </a:lnTo>
                <a:lnTo>
                  <a:pt x="1582" y="700"/>
                </a:lnTo>
                <a:lnTo>
                  <a:pt x="1583" y="700"/>
                </a:lnTo>
                <a:lnTo>
                  <a:pt x="1581" y="705"/>
                </a:lnTo>
                <a:lnTo>
                  <a:pt x="1580" y="711"/>
                </a:lnTo>
                <a:lnTo>
                  <a:pt x="1579" y="714"/>
                </a:lnTo>
                <a:lnTo>
                  <a:pt x="1580" y="714"/>
                </a:lnTo>
                <a:lnTo>
                  <a:pt x="1584" y="714"/>
                </a:lnTo>
                <a:lnTo>
                  <a:pt x="1584" y="715"/>
                </a:lnTo>
                <a:lnTo>
                  <a:pt x="1585" y="716"/>
                </a:lnTo>
                <a:lnTo>
                  <a:pt x="1585" y="717"/>
                </a:lnTo>
                <a:lnTo>
                  <a:pt x="1585" y="718"/>
                </a:lnTo>
                <a:lnTo>
                  <a:pt x="1584" y="719"/>
                </a:lnTo>
                <a:lnTo>
                  <a:pt x="1583" y="719"/>
                </a:lnTo>
                <a:lnTo>
                  <a:pt x="1583" y="720"/>
                </a:lnTo>
                <a:lnTo>
                  <a:pt x="1583" y="722"/>
                </a:lnTo>
                <a:lnTo>
                  <a:pt x="1581" y="723"/>
                </a:lnTo>
                <a:lnTo>
                  <a:pt x="1581" y="724"/>
                </a:lnTo>
                <a:lnTo>
                  <a:pt x="1581" y="725"/>
                </a:lnTo>
                <a:lnTo>
                  <a:pt x="1580" y="726"/>
                </a:lnTo>
                <a:lnTo>
                  <a:pt x="1580" y="729"/>
                </a:lnTo>
                <a:lnTo>
                  <a:pt x="1578" y="730"/>
                </a:lnTo>
                <a:lnTo>
                  <a:pt x="1578" y="731"/>
                </a:lnTo>
                <a:lnTo>
                  <a:pt x="1577" y="731"/>
                </a:lnTo>
                <a:lnTo>
                  <a:pt x="1577" y="732"/>
                </a:lnTo>
                <a:lnTo>
                  <a:pt x="1577" y="734"/>
                </a:lnTo>
                <a:lnTo>
                  <a:pt x="1576" y="735"/>
                </a:lnTo>
                <a:lnTo>
                  <a:pt x="1575" y="736"/>
                </a:lnTo>
                <a:lnTo>
                  <a:pt x="1573" y="738"/>
                </a:lnTo>
                <a:lnTo>
                  <a:pt x="1572" y="739"/>
                </a:lnTo>
                <a:lnTo>
                  <a:pt x="1571" y="740"/>
                </a:lnTo>
                <a:lnTo>
                  <a:pt x="1570" y="740"/>
                </a:lnTo>
                <a:lnTo>
                  <a:pt x="1570" y="741"/>
                </a:lnTo>
                <a:lnTo>
                  <a:pt x="1570" y="742"/>
                </a:lnTo>
                <a:lnTo>
                  <a:pt x="1569" y="742"/>
                </a:lnTo>
                <a:lnTo>
                  <a:pt x="1569" y="743"/>
                </a:lnTo>
                <a:lnTo>
                  <a:pt x="1570" y="745"/>
                </a:lnTo>
                <a:lnTo>
                  <a:pt x="1571" y="746"/>
                </a:lnTo>
                <a:lnTo>
                  <a:pt x="1574" y="750"/>
                </a:lnTo>
                <a:lnTo>
                  <a:pt x="1573" y="751"/>
                </a:lnTo>
                <a:lnTo>
                  <a:pt x="1576" y="758"/>
                </a:lnTo>
                <a:lnTo>
                  <a:pt x="1579" y="761"/>
                </a:lnTo>
                <a:lnTo>
                  <a:pt x="1579" y="765"/>
                </a:lnTo>
                <a:lnTo>
                  <a:pt x="1579" y="766"/>
                </a:lnTo>
                <a:lnTo>
                  <a:pt x="1579" y="767"/>
                </a:lnTo>
                <a:lnTo>
                  <a:pt x="1580" y="768"/>
                </a:lnTo>
                <a:lnTo>
                  <a:pt x="1580" y="769"/>
                </a:lnTo>
                <a:lnTo>
                  <a:pt x="1580" y="770"/>
                </a:lnTo>
                <a:lnTo>
                  <a:pt x="1580" y="771"/>
                </a:lnTo>
                <a:lnTo>
                  <a:pt x="1579" y="772"/>
                </a:lnTo>
                <a:lnTo>
                  <a:pt x="1578" y="773"/>
                </a:lnTo>
                <a:lnTo>
                  <a:pt x="1577" y="774"/>
                </a:lnTo>
                <a:lnTo>
                  <a:pt x="1572" y="778"/>
                </a:lnTo>
                <a:lnTo>
                  <a:pt x="1570" y="780"/>
                </a:lnTo>
                <a:lnTo>
                  <a:pt x="1568" y="782"/>
                </a:lnTo>
                <a:lnTo>
                  <a:pt x="1564" y="785"/>
                </a:lnTo>
                <a:lnTo>
                  <a:pt x="1558" y="794"/>
                </a:lnTo>
                <a:lnTo>
                  <a:pt x="1552" y="802"/>
                </a:lnTo>
                <a:lnTo>
                  <a:pt x="1549" y="814"/>
                </a:lnTo>
                <a:lnTo>
                  <a:pt x="1548" y="820"/>
                </a:lnTo>
                <a:lnTo>
                  <a:pt x="1548" y="823"/>
                </a:lnTo>
                <a:lnTo>
                  <a:pt x="1548" y="826"/>
                </a:lnTo>
                <a:lnTo>
                  <a:pt x="1550" y="828"/>
                </a:lnTo>
                <a:lnTo>
                  <a:pt x="1551" y="828"/>
                </a:lnTo>
                <a:lnTo>
                  <a:pt x="1553" y="829"/>
                </a:lnTo>
                <a:lnTo>
                  <a:pt x="1555" y="831"/>
                </a:lnTo>
                <a:lnTo>
                  <a:pt x="1556" y="832"/>
                </a:lnTo>
                <a:lnTo>
                  <a:pt x="1557" y="832"/>
                </a:lnTo>
                <a:lnTo>
                  <a:pt x="1558" y="835"/>
                </a:lnTo>
                <a:lnTo>
                  <a:pt x="1558" y="836"/>
                </a:lnTo>
                <a:lnTo>
                  <a:pt x="1559" y="839"/>
                </a:lnTo>
                <a:lnTo>
                  <a:pt x="1561" y="843"/>
                </a:lnTo>
                <a:lnTo>
                  <a:pt x="1561" y="845"/>
                </a:lnTo>
                <a:lnTo>
                  <a:pt x="1560" y="846"/>
                </a:lnTo>
                <a:lnTo>
                  <a:pt x="1563" y="845"/>
                </a:lnTo>
                <a:lnTo>
                  <a:pt x="1567" y="847"/>
                </a:lnTo>
                <a:lnTo>
                  <a:pt x="1569" y="851"/>
                </a:lnTo>
                <a:lnTo>
                  <a:pt x="1566" y="855"/>
                </a:lnTo>
                <a:lnTo>
                  <a:pt x="1568" y="856"/>
                </a:lnTo>
                <a:lnTo>
                  <a:pt x="1567" y="857"/>
                </a:lnTo>
                <a:lnTo>
                  <a:pt x="1575" y="856"/>
                </a:lnTo>
                <a:lnTo>
                  <a:pt x="1578" y="854"/>
                </a:lnTo>
                <a:lnTo>
                  <a:pt x="1580" y="854"/>
                </a:lnTo>
                <a:lnTo>
                  <a:pt x="1583" y="855"/>
                </a:lnTo>
                <a:lnTo>
                  <a:pt x="1585" y="854"/>
                </a:lnTo>
                <a:lnTo>
                  <a:pt x="1587" y="854"/>
                </a:lnTo>
                <a:lnTo>
                  <a:pt x="1588" y="854"/>
                </a:lnTo>
                <a:lnTo>
                  <a:pt x="1589" y="854"/>
                </a:lnTo>
                <a:lnTo>
                  <a:pt x="1591" y="855"/>
                </a:lnTo>
                <a:lnTo>
                  <a:pt x="1593" y="856"/>
                </a:lnTo>
                <a:lnTo>
                  <a:pt x="1593" y="857"/>
                </a:lnTo>
                <a:lnTo>
                  <a:pt x="1594" y="858"/>
                </a:lnTo>
                <a:lnTo>
                  <a:pt x="1595" y="859"/>
                </a:lnTo>
                <a:lnTo>
                  <a:pt x="1596" y="860"/>
                </a:lnTo>
                <a:lnTo>
                  <a:pt x="1597" y="860"/>
                </a:lnTo>
                <a:lnTo>
                  <a:pt x="1598" y="860"/>
                </a:lnTo>
                <a:lnTo>
                  <a:pt x="1599" y="861"/>
                </a:lnTo>
                <a:lnTo>
                  <a:pt x="1599" y="862"/>
                </a:lnTo>
                <a:lnTo>
                  <a:pt x="1600" y="862"/>
                </a:lnTo>
                <a:lnTo>
                  <a:pt x="1601" y="862"/>
                </a:lnTo>
                <a:lnTo>
                  <a:pt x="1603" y="862"/>
                </a:lnTo>
                <a:lnTo>
                  <a:pt x="1605" y="863"/>
                </a:lnTo>
                <a:lnTo>
                  <a:pt x="1608" y="863"/>
                </a:lnTo>
                <a:lnTo>
                  <a:pt x="1610" y="864"/>
                </a:lnTo>
                <a:lnTo>
                  <a:pt x="1612" y="865"/>
                </a:lnTo>
                <a:lnTo>
                  <a:pt x="1613" y="864"/>
                </a:lnTo>
                <a:lnTo>
                  <a:pt x="1613" y="863"/>
                </a:lnTo>
                <a:lnTo>
                  <a:pt x="1617" y="860"/>
                </a:lnTo>
                <a:lnTo>
                  <a:pt x="1618" y="860"/>
                </a:lnTo>
                <a:lnTo>
                  <a:pt x="1619" y="861"/>
                </a:lnTo>
                <a:lnTo>
                  <a:pt x="1621" y="862"/>
                </a:lnTo>
                <a:lnTo>
                  <a:pt x="1622" y="863"/>
                </a:lnTo>
                <a:lnTo>
                  <a:pt x="1623" y="865"/>
                </a:lnTo>
                <a:lnTo>
                  <a:pt x="1623" y="866"/>
                </a:lnTo>
                <a:lnTo>
                  <a:pt x="1626" y="867"/>
                </a:lnTo>
                <a:lnTo>
                  <a:pt x="1629" y="869"/>
                </a:lnTo>
                <a:lnTo>
                  <a:pt x="1630" y="868"/>
                </a:lnTo>
                <a:lnTo>
                  <a:pt x="1634" y="869"/>
                </a:lnTo>
                <a:lnTo>
                  <a:pt x="1638" y="869"/>
                </a:lnTo>
                <a:lnTo>
                  <a:pt x="1639" y="869"/>
                </a:lnTo>
                <a:lnTo>
                  <a:pt x="1642" y="869"/>
                </a:lnTo>
                <a:lnTo>
                  <a:pt x="1650" y="868"/>
                </a:lnTo>
                <a:lnTo>
                  <a:pt x="1658" y="868"/>
                </a:lnTo>
                <a:lnTo>
                  <a:pt x="1663" y="868"/>
                </a:lnTo>
                <a:lnTo>
                  <a:pt x="1665" y="868"/>
                </a:lnTo>
                <a:lnTo>
                  <a:pt x="1667" y="868"/>
                </a:lnTo>
                <a:lnTo>
                  <a:pt x="1668" y="868"/>
                </a:lnTo>
                <a:lnTo>
                  <a:pt x="1673" y="867"/>
                </a:lnTo>
                <a:lnTo>
                  <a:pt x="1677" y="868"/>
                </a:lnTo>
                <a:lnTo>
                  <a:pt x="1681" y="870"/>
                </a:lnTo>
                <a:lnTo>
                  <a:pt x="1686" y="873"/>
                </a:lnTo>
                <a:lnTo>
                  <a:pt x="1690" y="875"/>
                </a:lnTo>
                <a:lnTo>
                  <a:pt x="1691" y="874"/>
                </a:lnTo>
                <a:lnTo>
                  <a:pt x="1692" y="874"/>
                </a:lnTo>
                <a:lnTo>
                  <a:pt x="1697" y="873"/>
                </a:lnTo>
                <a:lnTo>
                  <a:pt x="1699" y="875"/>
                </a:lnTo>
                <a:lnTo>
                  <a:pt x="1705" y="874"/>
                </a:lnTo>
                <a:lnTo>
                  <a:pt x="1712" y="876"/>
                </a:lnTo>
                <a:lnTo>
                  <a:pt x="1715" y="875"/>
                </a:lnTo>
                <a:lnTo>
                  <a:pt x="1717" y="874"/>
                </a:lnTo>
                <a:lnTo>
                  <a:pt x="1719" y="874"/>
                </a:lnTo>
                <a:lnTo>
                  <a:pt x="1722" y="874"/>
                </a:lnTo>
                <a:lnTo>
                  <a:pt x="1723" y="874"/>
                </a:lnTo>
                <a:lnTo>
                  <a:pt x="1727" y="874"/>
                </a:lnTo>
                <a:lnTo>
                  <a:pt x="1730" y="873"/>
                </a:lnTo>
                <a:lnTo>
                  <a:pt x="1732" y="873"/>
                </a:lnTo>
                <a:lnTo>
                  <a:pt x="1733" y="873"/>
                </a:lnTo>
                <a:lnTo>
                  <a:pt x="1733" y="872"/>
                </a:lnTo>
                <a:lnTo>
                  <a:pt x="1734" y="872"/>
                </a:lnTo>
                <a:lnTo>
                  <a:pt x="1736" y="871"/>
                </a:lnTo>
                <a:lnTo>
                  <a:pt x="1738" y="871"/>
                </a:lnTo>
                <a:lnTo>
                  <a:pt x="1744" y="872"/>
                </a:lnTo>
                <a:lnTo>
                  <a:pt x="1747" y="871"/>
                </a:lnTo>
                <a:lnTo>
                  <a:pt x="1748" y="871"/>
                </a:lnTo>
                <a:lnTo>
                  <a:pt x="1749" y="872"/>
                </a:lnTo>
                <a:lnTo>
                  <a:pt x="1750" y="872"/>
                </a:lnTo>
                <a:lnTo>
                  <a:pt x="1751" y="872"/>
                </a:lnTo>
                <a:lnTo>
                  <a:pt x="1752" y="874"/>
                </a:lnTo>
                <a:lnTo>
                  <a:pt x="1755" y="874"/>
                </a:lnTo>
                <a:lnTo>
                  <a:pt x="1756" y="874"/>
                </a:lnTo>
                <a:lnTo>
                  <a:pt x="1756" y="875"/>
                </a:lnTo>
                <a:lnTo>
                  <a:pt x="1757" y="876"/>
                </a:lnTo>
                <a:lnTo>
                  <a:pt x="1758" y="875"/>
                </a:lnTo>
                <a:lnTo>
                  <a:pt x="1759" y="875"/>
                </a:lnTo>
                <a:lnTo>
                  <a:pt x="1760" y="875"/>
                </a:lnTo>
                <a:lnTo>
                  <a:pt x="1762" y="874"/>
                </a:lnTo>
                <a:lnTo>
                  <a:pt x="1763" y="874"/>
                </a:lnTo>
                <a:lnTo>
                  <a:pt x="1764" y="874"/>
                </a:lnTo>
                <a:lnTo>
                  <a:pt x="1766" y="875"/>
                </a:lnTo>
                <a:lnTo>
                  <a:pt x="1767" y="875"/>
                </a:lnTo>
                <a:lnTo>
                  <a:pt x="1771" y="875"/>
                </a:lnTo>
                <a:lnTo>
                  <a:pt x="1772" y="875"/>
                </a:lnTo>
                <a:lnTo>
                  <a:pt x="1773" y="874"/>
                </a:lnTo>
                <a:lnTo>
                  <a:pt x="1780" y="876"/>
                </a:lnTo>
                <a:lnTo>
                  <a:pt x="1781" y="877"/>
                </a:lnTo>
                <a:lnTo>
                  <a:pt x="1782" y="877"/>
                </a:lnTo>
                <a:lnTo>
                  <a:pt x="1784" y="878"/>
                </a:lnTo>
                <a:lnTo>
                  <a:pt x="1786" y="878"/>
                </a:lnTo>
                <a:lnTo>
                  <a:pt x="1787" y="877"/>
                </a:lnTo>
                <a:lnTo>
                  <a:pt x="1788" y="877"/>
                </a:lnTo>
                <a:lnTo>
                  <a:pt x="1789" y="877"/>
                </a:lnTo>
                <a:lnTo>
                  <a:pt x="1791" y="878"/>
                </a:lnTo>
                <a:lnTo>
                  <a:pt x="1792" y="878"/>
                </a:lnTo>
                <a:lnTo>
                  <a:pt x="1793" y="878"/>
                </a:lnTo>
                <a:lnTo>
                  <a:pt x="1794" y="878"/>
                </a:lnTo>
                <a:lnTo>
                  <a:pt x="1795" y="879"/>
                </a:lnTo>
                <a:lnTo>
                  <a:pt x="1796" y="879"/>
                </a:lnTo>
                <a:lnTo>
                  <a:pt x="1797" y="880"/>
                </a:lnTo>
                <a:lnTo>
                  <a:pt x="1798" y="881"/>
                </a:lnTo>
                <a:lnTo>
                  <a:pt x="1799" y="881"/>
                </a:lnTo>
                <a:lnTo>
                  <a:pt x="1800" y="880"/>
                </a:lnTo>
                <a:lnTo>
                  <a:pt x="1801" y="880"/>
                </a:lnTo>
                <a:lnTo>
                  <a:pt x="1802" y="880"/>
                </a:lnTo>
                <a:lnTo>
                  <a:pt x="1803" y="881"/>
                </a:lnTo>
                <a:lnTo>
                  <a:pt x="1804" y="881"/>
                </a:lnTo>
                <a:lnTo>
                  <a:pt x="1804" y="880"/>
                </a:lnTo>
                <a:lnTo>
                  <a:pt x="1804" y="879"/>
                </a:lnTo>
                <a:lnTo>
                  <a:pt x="1805" y="880"/>
                </a:lnTo>
                <a:lnTo>
                  <a:pt x="1808" y="881"/>
                </a:lnTo>
                <a:lnTo>
                  <a:pt x="1810" y="882"/>
                </a:lnTo>
                <a:lnTo>
                  <a:pt x="1812" y="883"/>
                </a:lnTo>
                <a:lnTo>
                  <a:pt x="1814" y="884"/>
                </a:lnTo>
                <a:lnTo>
                  <a:pt x="1816" y="884"/>
                </a:lnTo>
                <a:lnTo>
                  <a:pt x="1817" y="885"/>
                </a:lnTo>
                <a:lnTo>
                  <a:pt x="1819" y="885"/>
                </a:lnTo>
                <a:lnTo>
                  <a:pt x="1820" y="886"/>
                </a:lnTo>
                <a:lnTo>
                  <a:pt x="1823" y="887"/>
                </a:lnTo>
                <a:lnTo>
                  <a:pt x="1823" y="888"/>
                </a:lnTo>
                <a:lnTo>
                  <a:pt x="1823" y="889"/>
                </a:lnTo>
                <a:lnTo>
                  <a:pt x="1824" y="890"/>
                </a:lnTo>
                <a:lnTo>
                  <a:pt x="1827" y="891"/>
                </a:lnTo>
                <a:lnTo>
                  <a:pt x="1831" y="893"/>
                </a:lnTo>
                <a:lnTo>
                  <a:pt x="1833" y="894"/>
                </a:lnTo>
                <a:lnTo>
                  <a:pt x="1839" y="897"/>
                </a:lnTo>
                <a:lnTo>
                  <a:pt x="1844" y="899"/>
                </a:lnTo>
                <a:lnTo>
                  <a:pt x="1847" y="900"/>
                </a:lnTo>
                <a:lnTo>
                  <a:pt x="1854" y="903"/>
                </a:lnTo>
                <a:lnTo>
                  <a:pt x="1862" y="908"/>
                </a:lnTo>
                <a:lnTo>
                  <a:pt x="1865" y="909"/>
                </a:lnTo>
                <a:lnTo>
                  <a:pt x="1868" y="910"/>
                </a:lnTo>
                <a:lnTo>
                  <a:pt x="1869" y="911"/>
                </a:lnTo>
                <a:lnTo>
                  <a:pt x="1869" y="912"/>
                </a:lnTo>
                <a:lnTo>
                  <a:pt x="1872" y="915"/>
                </a:lnTo>
                <a:lnTo>
                  <a:pt x="1874" y="916"/>
                </a:lnTo>
                <a:lnTo>
                  <a:pt x="1878" y="918"/>
                </a:lnTo>
                <a:lnTo>
                  <a:pt x="1878" y="919"/>
                </a:lnTo>
                <a:lnTo>
                  <a:pt x="1879" y="920"/>
                </a:lnTo>
                <a:lnTo>
                  <a:pt x="1880" y="923"/>
                </a:lnTo>
                <a:lnTo>
                  <a:pt x="1880" y="924"/>
                </a:lnTo>
                <a:lnTo>
                  <a:pt x="1880" y="925"/>
                </a:lnTo>
                <a:lnTo>
                  <a:pt x="1881" y="926"/>
                </a:lnTo>
                <a:lnTo>
                  <a:pt x="1883" y="925"/>
                </a:lnTo>
                <a:lnTo>
                  <a:pt x="1885" y="925"/>
                </a:lnTo>
                <a:lnTo>
                  <a:pt x="1888" y="926"/>
                </a:lnTo>
                <a:lnTo>
                  <a:pt x="1892" y="927"/>
                </a:lnTo>
                <a:lnTo>
                  <a:pt x="1897" y="930"/>
                </a:lnTo>
                <a:lnTo>
                  <a:pt x="1903" y="932"/>
                </a:lnTo>
                <a:lnTo>
                  <a:pt x="1909" y="938"/>
                </a:lnTo>
                <a:lnTo>
                  <a:pt x="1910" y="939"/>
                </a:lnTo>
                <a:lnTo>
                  <a:pt x="1913" y="942"/>
                </a:lnTo>
                <a:lnTo>
                  <a:pt x="1914" y="944"/>
                </a:lnTo>
                <a:lnTo>
                  <a:pt x="1916" y="943"/>
                </a:lnTo>
                <a:lnTo>
                  <a:pt x="1917" y="943"/>
                </a:lnTo>
                <a:lnTo>
                  <a:pt x="1918" y="943"/>
                </a:lnTo>
                <a:lnTo>
                  <a:pt x="1920" y="944"/>
                </a:lnTo>
                <a:lnTo>
                  <a:pt x="1921" y="945"/>
                </a:lnTo>
                <a:lnTo>
                  <a:pt x="1922" y="945"/>
                </a:lnTo>
                <a:lnTo>
                  <a:pt x="1923" y="945"/>
                </a:lnTo>
                <a:lnTo>
                  <a:pt x="1924" y="946"/>
                </a:lnTo>
                <a:lnTo>
                  <a:pt x="1926" y="946"/>
                </a:lnTo>
                <a:lnTo>
                  <a:pt x="1928" y="946"/>
                </a:lnTo>
                <a:lnTo>
                  <a:pt x="1928" y="947"/>
                </a:lnTo>
                <a:lnTo>
                  <a:pt x="1929" y="947"/>
                </a:lnTo>
                <a:lnTo>
                  <a:pt x="1930" y="947"/>
                </a:lnTo>
                <a:lnTo>
                  <a:pt x="1931" y="947"/>
                </a:lnTo>
                <a:lnTo>
                  <a:pt x="1932" y="948"/>
                </a:lnTo>
                <a:lnTo>
                  <a:pt x="1933" y="948"/>
                </a:lnTo>
                <a:lnTo>
                  <a:pt x="1934" y="949"/>
                </a:lnTo>
                <a:lnTo>
                  <a:pt x="1935" y="950"/>
                </a:lnTo>
                <a:lnTo>
                  <a:pt x="1936" y="951"/>
                </a:lnTo>
                <a:lnTo>
                  <a:pt x="1938" y="952"/>
                </a:lnTo>
                <a:lnTo>
                  <a:pt x="1941" y="952"/>
                </a:lnTo>
                <a:lnTo>
                  <a:pt x="1950" y="951"/>
                </a:lnTo>
                <a:lnTo>
                  <a:pt x="1956" y="951"/>
                </a:lnTo>
                <a:lnTo>
                  <a:pt x="1967" y="949"/>
                </a:lnTo>
                <a:lnTo>
                  <a:pt x="1976" y="948"/>
                </a:lnTo>
                <a:lnTo>
                  <a:pt x="1977" y="949"/>
                </a:lnTo>
                <a:lnTo>
                  <a:pt x="1977" y="951"/>
                </a:lnTo>
                <a:lnTo>
                  <a:pt x="1975" y="953"/>
                </a:lnTo>
                <a:lnTo>
                  <a:pt x="1972" y="955"/>
                </a:lnTo>
                <a:lnTo>
                  <a:pt x="1970" y="961"/>
                </a:lnTo>
                <a:lnTo>
                  <a:pt x="1970" y="969"/>
                </a:lnTo>
                <a:lnTo>
                  <a:pt x="1968" y="976"/>
                </a:lnTo>
                <a:lnTo>
                  <a:pt x="1972" y="976"/>
                </a:lnTo>
                <a:lnTo>
                  <a:pt x="1977" y="978"/>
                </a:lnTo>
                <a:lnTo>
                  <a:pt x="1981" y="978"/>
                </a:lnTo>
                <a:lnTo>
                  <a:pt x="1986" y="978"/>
                </a:lnTo>
                <a:lnTo>
                  <a:pt x="1988" y="982"/>
                </a:lnTo>
                <a:lnTo>
                  <a:pt x="1989" y="984"/>
                </a:lnTo>
                <a:lnTo>
                  <a:pt x="1990" y="986"/>
                </a:lnTo>
                <a:lnTo>
                  <a:pt x="1991" y="988"/>
                </a:lnTo>
                <a:lnTo>
                  <a:pt x="1993" y="990"/>
                </a:lnTo>
                <a:lnTo>
                  <a:pt x="1995" y="993"/>
                </a:lnTo>
                <a:lnTo>
                  <a:pt x="1997" y="1001"/>
                </a:lnTo>
                <a:lnTo>
                  <a:pt x="1999" y="1007"/>
                </a:lnTo>
                <a:lnTo>
                  <a:pt x="2002" y="1012"/>
                </a:lnTo>
                <a:lnTo>
                  <a:pt x="2003" y="1014"/>
                </a:lnTo>
                <a:lnTo>
                  <a:pt x="2004" y="1018"/>
                </a:lnTo>
                <a:lnTo>
                  <a:pt x="2005" y="1020"/>
                </a:lnTo>
                <a:lnTo>
                  <a:pt x="2012" y="1032"/>
                </a:lnTo>
                <a:lnTo>
                  <a:pt x="2016" y="1038"/>
                </a:lnTo>
                <a:lnTo>
                  <a:pt x="2017" y="1052"/>
                </a:lnTo>
                <a:lnTo>
                  <a:pt x="2020" y="1056"/>
                </a:lnTo>
                <a:lnTo>
                  <a:pt x="2023" y="1058"/>
                </a:lnTo>
                <a:lnTo>
                  <a:pt x="2029" y="1063"/>
                </a:lnTo>
                <a:lnTo>
                  <a:pt x="2039" y="1072"/>
                </a:lnTo>
                <a:lnTo>
                  <a:pt x="2061" y="1091"/>
                </a:lnTo>
                <a:lnTo>
                  <a:pt x="2063" y="1109"/>
                </a:lnTo>
                <a:lnTo>
                  <a:pt x="2067" y="1108"/>
                </a:lnTo>
                <a:lnTo>
                  <a:pt x="2070" y="1108"/>
                </a:lnTo>
                <a:lnTo>
                  <a:pt x="2071" y="1108"/>
                </a:lnTo>
                <a:lnTo>
                  <a:pt x="2074" y="1108"/>
                </a:lnTo>
                <a:lnTo>
                  <a:pt x="2077" y="1107"/>
                </a:lnTo>
                <a:lnTo>
                  <a:pt x="2078" y="1107"/>
                </a:lnTo>
                <a:lnTo>
                  <a:pt x="2080" y="1107"/>
                </a:lnTo>
                <a:lnTo>
                  <a:pt x="2082" y="1107"/>
                </a:lnTo>
                <a:lnTo>
                  <a:pt x="2084" y="1107"/>
                </a:lnTo>
                <a:lnTo>
                  <a:pt x="2086" y="1106"/>
                </a:lnTo>
                <a:lnTo>
                  <a:pt x="2096" y="1105"/>
                </a:lnTo>
                <a:lnTo>
                  <a:pt x="2102" y="1106"/>
                </a:lnTo>
                <a:lnTo>
                  <a:pt x="2117" y="1106"/>
                </a:lnTo>
                <a:lnTo>
                  <a:pt x="2119" y="1105"/>
                </a:lnTo>
                <a:lnTo>
                  <a:pt x="2121" y="1105"/>
                </a:lnTo>
                <a:lnTo>
                  <a:pt x="2122" y="1104"/>
                </a:lnTo>
                <a:lnTo>
                  <a:pt x="2123" y="1104"/>
                </a:lnTo>
                <a:lnTo>
                  <a:pt x="2124" y="1104"/>
                </a:lnTo>
                <a:lnTo>
                  <a:pt x="2125" y="1104"/>
                </a:lnTo>
                <a:lnTo>
                  <a:pt x="2128" y="1103"/>
                </a:lnTo>
                <a:lnTo>
                  <a:pt x="2130" y="1102"/>
                </a:lnTo>
                <a:lnTo>
                  <a:pt x="2134" y="1101"/>
                </a:lnTo>
                <a:lnTo>
                  <a:pt x="2181" y="1109"/>
                </a:lnTo>
                <a:lnTo>
                  <a:pt x="2199" y="1112"/>
                </a:lnTo>
                <a:lnTo>
                  <a:pt x="2226" y="1116"/>
                </a:lnTo>
                <a:lnTo>
                  <a:pt x="2258" y="1118"/>
                </a:lnTo>
                <a:lnTo>
                  <a:pt x="2268" y="1119"/>
                </a:lnTo>
                <a:lnTo>
                  <a:pt x="2288" y="1120"/>
                </a:lnTo>
                <a:lnTo>
                  <a:pt x="2294" y="1121"/>
                </a:lnTo>
                <a:lnTo>
                  <a:pt x="2299" y="1121"/>
                </a:lnTo>
                <a:lnTo>
                  <a:pt x="2345" y="1125"/>
                </a:lnTo>
                <a:lnTo>
                  <a:pt x="2386" y="1117"/>
                </a:lnTo>
                <a:lnTo>
                  <a:pt x="2413" y="1118"/>
                </a:lnTo>
                <a:lnTo>
                  <a:pt x="2413" y="1117"/>
                </a:lnTo>
                <a:lnTo>
                  <a:pt x="2418" y="1112"/>
                </a:lnTo>
                <a:lnTo>
                  <a:pt x="2466" y="1114"/>
                </a:lnTo>
                <a:lnTo>
                  <a:pt x="2517" y="1126"/>
                </a:lnTo>
                <a:lnTo>
                  <a:pt x="2530" y="1129"/>
                </a:lnTo>
                <a:lnTo>
                  <a:pt x="2551" y="1131"/>
                </a:lnTo>
                <a:lnTo>
                  <a:pt x="2569" y="1152"/>
                </a:lnTo>
                <a:lnTo>
                  <a:pt x="2576" y="1159"/>
                </a:lnTo>
                <a:lnTo>
                  <a:pt x="2610" y="1168"/>
                </a:lnTo>
                <a:lnTo>
                  <a:pt x="2618" y="1166"/>
                </a:lnTo>
                <a:lnTo>
                  <a:pt x="2627" y="1167"/>
                </a:lnTo>
                <a:lnTo>
                  <a:pt x="2633" y="1167"/>
                </a:lnTo>
                <a:lnTo>
                  <a:pt x="2653" y="1176"/>
                </a:lnTo>
                <a:lnTo>
                  <a:pt x="2659" y="1179"/>
                </a:lnTo>
                <a:lnTo>
                  <a:pt x="2697" y="1195"/>
                </a:lnTo>
                <a:lnTo>
                  <a:pt x="2706" y="1197"/>
                </a:lnTo>
                <a:lnTo>
                  <a:pt x="2727" y="1201"/>
                </a:lnTo>
                <a:lnTo>
                  <a:pt x="2737" y="1203"/>
                </a:lnTo>
                <a:lnTo>
                  <a:pt x="2756" y="1203"/>
                </a:lnTo>
                <a:lnTo>
                  <a:pt x="2777" y="1199"/>
                </a:lnTo>
                <a:lnTo>
                  <a:pt x="2797" y="1196"/>
                </a:lnTo>
                <a:lnTo>
                  <a:pt x="2796" y="1218"/>
                </a:lnTo>
                <a:lnTo>
                  <a:pt x="2811" y="1219"/>
                </a:lnTo>
                <a:lnTo>
                  <a:pt x="2832" y="1218"/>
                </a:lnTo>
                <a:lnTo>
                  <a:pt x="2840" y="1226"/>
                </a:lnTo>
                <a:lnTo>
                  <a:pt x="2860" y="1208"/>
                </a:lnTo>
                <a:lnTo>
                  <a:pt x="2865" y="1209"/>
                </a:lnTo>
                <a:lnTo>
                  <a:pt x="2872" y="1206"/>
                </a:lnTo>
                <a:lnTo>
                  <a:pt x="2874" y="1204"/>
                </a:lnTo>
                <a:lnTo>
                  <a:pt x="2883" y="1200"/>
                </a:lnTo>
                <a:lnTo>
                  <a:pt x="2892" y="1195"/>
                </a:lnTo>
                <a:lnTo>
                  <a:pt x="2904" y="1189"/>
                </a:lnTo>
                <a:lnTo>
                  <a:pt x="2919" y="1184"/>
                </a:lnTo>
                <a:lnTo>
                  <a:pt x="2937" y="1177"/>
                </a:lnTo>
                <a:lnTo>
                  <a:pt x="2963" y="1167"/>
                </a:lnTo>
                <a:lnTo>
                  <a:pt x="2984" y="1158"/>
                </a:lnTo>
                <a:lnTo>
                  <a:pt x="3000" y="1153"/>
                </a:lnTo>
                <a:lnTo>
                  <a:pt x="3024" y="1150"/>
                </a:lnTo>
                <a:lnTo>
                  <a:pt x="3044" y="1145"/>
                </a:lnTo>
                <a:lnTo>
                  <a:pt x="3046" y="1140"/>
                </a:lnTo>
                <a:lnTo>
                  <a:pt x="3061" y="1136"/>
                </a:lnTo>
                <a:lnTo>
                  <a:pt x="3064" y="1136"/>
                </a:lnTo>
                <a:lnTo>
                  <a:pt x="3071" y="1140"/>
                </a:lnTo>
                <a:lnTo>
                  <a:pt x="3085" y="1140"/>
                </a:lnTo>
                <a:lnTo>
                  <a:pt x="3104" y="1141"/>
                </a:lnTo>
                <a:lnTo>
                  <a:pt x="3106" y="1140"/>
                </a:lnTo>
                <a:lnTo>
                  <a:pt x="3108" y="1140"/>
                </a:lnTo>
                <a:lnTo>
                  <a:pt x="3110" y="1139"/>
                </a:lnTo>
                <a:lnTo>
                  <a:pt x="3112" y="1138"/>
                </a:lnTo>
                <a:lnTo>
                  <a:pt x="3117" y="1138"/>
                </a:lnTo>
                <a:lnTo>
                  <a:pt x="3132" y="1136"/>
                </a:lnTo>
                <a:lnTo>
                  <a:pt x="3136" y="1138"/>
                </a:lnTo>
                <a:lnTo>
                  <a:pt x="3153" y="1138"/>
                </a:lnTo>
                <a:lnTo>
                  <a:pt x="3157" y="1137"/>
                </a:lnTo>
                <a:lnTo>
                  <a:pt x="3173" y="1141"/>
                </a:lnTo>
                <a:lnTo>
                  <a:pt x="3181" y="1140"/>
                </a:lnTo>
                <a:lnTo>
                  <a:pt x="3184" y="1142"/>
                </a:lnTo>
                <a:lnTo>
                  <a:pt x="3185" y="1143"/>
                </a:lnTo>
                <a:lnTo>
                  <a:pt x="3196" y="1138"/>
                </a:lnTo>
                <a:lnTo>
                  <a:pt x="3198" y="1137"/>
                </a:lnTo>
                <a:lnTo>
                  <a:pt x="3199" y="1136"/>
                </a:lnTo>
                <a:lnTo>
                  <a:pt x="3200" y="1137"/>
                </a:lnTo>
                <a:lnTo>
                  <a:pt x="3202" y="1136"/>
                </a:lnTo>
                <a:lnTo>
                  <a:pt x="3226" y="1138"/>
                </a:lnTo>
                <a:lnTo>
                  <a:pt x="3227" y="1138"/>
                </a:lnTo>
                <a:lnTo>
                  <a:pt x="3233" y="1137"/>
                </a:lnTo>
                <a:lnTo>
                  <a:pt x="3234" y="1137"/>
                </a:lnTo>
                <a:lnTo>
                  <a:pt x="3236" y="1137"/>
                </a:lnTo>
                <a:lnTo>
                  <a:pt x="3237" y="1137"/>
                </a:lnTo>
                <a:lnTo>
                  <a:pt x="3240" y="1136"/>
                </a:lnTo>
                <a:lnTo>
                  <a:pt x="3243" y="1136"/>
                </a:lnTo>
                <a:lnTo>
                  <a:pt x="3245" y="1135"/>
                </a:lnTo>
                <a:lnTo>
                  <a:pt x="3248" y="1135"/>
                </a:lnTo>
                <a:lnTo>
                  <a:pt x="3261" y="1126"/>
                </a:lnTo>
                <a:lnTo>
                  <a:pt x="3265" y="1124"/>
                </a:lnTo>
                <a:lnTo>
                  <a:pt x="3281" y="1118"/>
                </a:lnTo>
                <a:lnTo>
                  <a:pt x="3288" y="1118"/>
                </a:lnTo>
                <a:lnTo>
                  <a:pt x="3299" y="1117"/>
                </a:lnTo>
                <a:lnTo>
                  <a:pt x="3302" y="1114"/>
                </a:lnTo>
                <a:lnTo>
                  <a:pt x="3315" y="1109"/>
                </a:lnTo>
                <a:lnTo>
                  <a:pt x="3318" y="1108"/>
                </a:lnTo>
                <a:lnTo>
                  <a:pt x="3320" y="1108"/>
                </a:lnTo>
                <a:lnTo>
                  <a:pt x="3329" y="1103"/>
                </a:lnTo>
                <a:lnTo>
                  <a:pt x="3332" y="1097"/>
                </a:lnTo>
                <a:lnTo>
                  <a:pt x="3343" y="1090"/>
                </a:lnTo>
                <a:lnTo>
                  <a:pt x="3346" y="1087"/>
                </a:lnTo>
                <a:lnTo>
                  <a:pt x="3352" y="1079"/>
                </a:lnTo>
                <a:lnTo>
                  <a:pt x="3352" y="1077"/>
                </a:lnTo>
                <a:lnTo>
                  <a:pt x="3356" y="1072"/>
                </a:lnTo>
                <a:lnTo>
                  <a:pt x="3359" y="1070"/>
                </a:lnTo>
                <a:lnTo>
                  <a:pt x="3369" y="1060"/>
                </a:lnTo>
                <a:lnTo>
                  <a:pt x="3381" y="1047"/>
                </a:lnTo>
                <a:lnTo>
                  <a:pt x="3385" y="1045"/>
                </a:lnTo>
                <a:lnTo>
                  <a:pt x="3386" y="1044"/>
                </a:lnTo>
                <a:lnTo>
                  <a:pt x="3388" y="1043"/>
                </a:lnTo>
                <a:lnTo>
                  <a:pt x="3393" y="1042"/>
                </a:lnTo>
                <a:lnTo>
                  <a:pt x="3396" y="1040"/>
                </a:lnTo>
                <a:lnTo>
                  <a:pt x="3404" y="1038"/>
                </a:lnTo>
                <a:lnTo>
                  <a:pt x="3408" y="1037"/>
                </a:lnTo>
                <a:lnTo>
                  <a:pt x="3410" y="1036"/>
                </a:lnTo>
                <a:lnTo>
                  <a:pt x="3412" y="1036"/>
                </a:lnTo>
                <a:lnTo>
                  <a:pt x="3415" y="1032"/>
                </a:lnTo>
                <a:lnTo>
                  <a:pt x="3421" y="1030"/>
                </a:lnTo>
                <a:lnTo>
                  <a:pt x="3426" y="1030"/>
                </a:lnTo>
                <a:lnTo>
                  <a:pt x="3431" y="1031"/>
                </a:lnTo>
                <a:lnTo>
                  <a:pt x="3434" y="1028"/>
                </a:lnTo>
                <a:lnTo>
                  <a:pt x="3445" y="1018"/>
                </a:lnTo>
                <a:lnTo>
                  <a:pt x="3451" y="1012"/>
                </a:lnTo>
                <a:lnTo>
                  <a:pt x="3460" y="1012"/>
                </a:lnTo>
                <a:lnTo>
                  <a:pt x="3463" y="1010"/>
                </a:lnTo>
                <a:lnTo>
                  <a:pt x="3465" y="1010"/>
                </a:lnTo>
                <a:lnTo>
                  <a:pt x="3467" y="1004"/>
                </a:lnTo>
                <a:lnTo>
                  <a:pt x="3467" y="999"/>
                </a:lnTo>
                <a:lnTo>
                  <a:pt x="3466" y="996"/>
                </a:lnTo>
                <a:lnTo>
                  <a:pt x="3458" y="985"/>
                </a:lnTo>
                <a:lnTo>
                  <a:pt x="3451" y="978"/>
                </a:lnTo>
                <a:lnTo>
                  <a:pt x="3450" y="978"/>
                </a:lnTo>
                <a:lnTo>
                  <a:pt x="3447" y="977"/>
                </a:lnTo>
                <a:lnTo>
                  <a:pt x="3444" y="976"/>
                </a:lnTo>
                <a:lnTo>
                  <a:pt x="3441" y="974"/>
                </a:lnTo>
                <a:lnTo>
                  <a:pt x="3439" y="972"/>
                </a:lnTo>
                <a:lnTo>
                  <a:pt x="3438" y="970"/>
                </a:lnTo>
                <a:lnTo>
                  <a:pt x="3434" y="967"/>
                </a:lnTo>
                <a:lnTo>
                  <a:pt x="3433" y="964"/>
                </a:lnTo>
                <a:lnTo>
                  <a:pt x="3432" y="963"/>
                </a:lnTo>
                <a:lnTo>
                  <a:pt x="3430" y="961"/>
                </a:lnTo>
                <a:lnTo>
                  <a:pt x="3429" y="959"/>
                </a:lnTo>
                <a:lnTo>
                  <a:pt x="3428" y="957"/>
                </a:lnTo>
                <a:lnTo>
                  <a:pt x="3428" y="953"/>
                </a:lnTo>
                <a:lnTo>
                  <a:pt x="3428" y="951"/>
                </a:lnTo>
                <a:lnTo>
                  <a:pt x="3426" y="949"/>
                </a:lnTo>
                <a:lnTo>
                  <a:pt x="3424" y="947"/>
                </a:lnTo>
                <a:lnTo>
                  <a:pt x="3418" y="945"/>
                </a:lnTo>
                <a:lnTo>
                  <a:pt x="3417" y="942"/>
                </a:lnTo>
                <a:lnTo>
                  <a:pt x="3418" y="938"/>
                </a:lnTo>
                <a:lnTo>
                  <a:pt x="3422" y="929"/>
                </a:lnTo>
                <a:lnTo>
                  <a:pt x="3426" y="926"/>
                </a:lnTo>
                <a:lnTo>
                  <a:pt x="3428" y="922"/>
                </a:lnTo>
                <a:lnTo>
                  <a:pt x="3430" y="920"/>
                </a:lnTo>
                <a:lnTo>
                  <a:pt x="3431" y="919"/>
                </a:lnTo>
                <a:lnTo>
                  <a:pt x="3430" y="912"/>
                </a:lnTo>
                <a:lnTo>
                  <a:pt x="3432" y="906"/>
                </a:lnTo>
                <a:lnTo>
                  <a:pt x="3434" y="902"/>
                </a:lnTo>
                <a:lnTo>
                  <a:pt x="3436" y="899"/>
                </a:lnTo>
                <a:lnTo>
                  <a:pt x="3440" y="892"/>
                </a:lnTo>
                <a:lnTo>
                  <a:pt x="3443" y="889"/>
                </a:lnTo>
                <a:lnTo>
                  <a:pt x="3447" y="882"/>
                </a:lnTo>
                <a:lnTo>
                  <a:pt x="3449" y="879"/>
                </a:lnTo>
                <a:lnTo>
                  <a:pt x="3460" y="871"/>
                </a:lnTo>
                <a:lnTo>
                  <a:pt x="3465" y="869"/>
                </a:lnTo>
                <a:lnTo>
                  <a:pt x="3470" y="867"/>
                </a:lnTo>
                <a:lnTo>
                  <a:pt x="3476" y="866"/>
                </a:lnTo>
                <a:lnTo>
                  <a:pt x="3480" y="869"/>
                </a:lnTo>
                <a:lnTo>
                  <a:pt x="3506" y="870"/>
                </a:lnTo>
                <a:lnTo>
                  <a:pt x="3509" y="868"/>
                </a:lnTo>
                <a:lnTo>
                  <a:pt x="3519" y="876"/>
                </a:lnTo>
                <a:lnTo>
                  <a:pt x="3524" y="883"/>
                </a:lnTo>
                <a:lnTo>
                  <a:pt x="3534" y="888"/>
                </a:lnTo>
                <a:lnTo>
                  <a:pt x="3547" y="892"/>
                </a:lnTo>
                <a:lnTo>
                  <a:pt x="3554" y="892"/>
                </a:lnTo>
                <a:lnTo>
                  <a:pt x="3560" y="894"/>
                </a:lnTo>
                <a:lnTo>
                  <a:pt x="3562" y="894"/>
                </a:lnTo>
                <a:lnTo>
                  <a:pt x="3571" y="897"/>
                </a:lnTo>
                <a:lnTo>
                  <a:pt x="3585" y="897"/>
                </a:lnTo>
                <a:lnTo>
                  <a:pt x="3605" y="899"/>
                </a:lnTo>
                <a:lnTo>
                  <a:pt x="3609" y="901"/>
                </a:lnTo>
                <a:lnTo>
                  <a:pt x="3616" y="902"/>
                </a:lnTo>
                <a:lnTo>
                  <a:pt x="3624" y="898"/>
                </a:lnTo>
                <a:lnTo>
                  <a:pt x="3628" y="894"/>
                </a:lnTo>
                <a:lnTo>
                  <a:pt x="3632" y="891"/>
                </a:lnTo>
                <a:lnTo>
                  <a:pt x="3637" y="890"/>
                </a:lnTo>
                <a:lnTo>
                  <a:pt x="3638" y="889"/>
                </a:lnTo>
                <a:lnTo>
                  <a:pt x="3639" y="889"/>
                </a:lnTo>
                <a:lnTo>
                  <a:pt x="3640" y="888"/>
                </a:lnTo>
                <a:lnTo>
                  <a:pt x="3640" y="887"/>
                </a:lnTo>
                <a:lnTo>
                  <a:pt x="3641" y="886"/>
                </a:lnTo>
                <a:lnTo>
                  <a:pt x="3641" y="885"/>
                </a:lnTo>
                <a:lnTo>
                  <a:pt x="3642" y="885"/>
                </a:lnTo>
                <a:lnTo>
                  <a:pt x="3644" y="885"/>
                </a:lnTo>
                <a:lnTo>
                  <a:pt x="3646" y="885"/>
                </a:lnTo>
                <a:lnTo>
                  <a:pt x="3647" y="884"/>
                </a:lnTo>
                <a:lnTo>
                  <a:pt x="3651" y="884"/>
                </a:lnTo>
                <a:lnTo>
                  <a:pt x="3656" y="883"/>
                </a:lnTo>
                <a:lnTo>
                  <a:pt x="3660" y="881"/>
                </a:lnTo>
                <a:lnTo>
                  <a:pt x="3664" y="877"/>
                </a:lnTo>
                <a:lnTo>
                  <a:pt x="3664" y="876"/>
                </a:lnTo>
                <a:lnTo>
                  <a:pt x="3666" y="872"/>
                </a:lnTo>
                <a:lnTo>
                  <a:pt x="3667" y="872"/>
                </a:lnTo>
                <a:lnTo>
                  <a:pt x="3673" y="869"/>
                </a:lnTo>
                <a:lnTo>
                  <a:pt x="3680" y="864"/>
                </a:lnTo>
                <a:lnTo>
                  <a:pt x="3681" y="864"/>
                </a:lnTo>
                <a:lnTo>
                  <a:pt x="3687" y="858"/>
                </a:lnTo>
                <a:lnTo>
                  <a:pt x="3691" y="854"/>
                </a:lnTo>
                <a:lnTo>
                  <a:pt x="3692" y="853"/>
                </a:lnTo>
                <a:lnTo>
                  <a:pt x="3697" y="847"/>
                </a:lnTo>
                <a:lnTo>
                  <a:pt x="3699" y="842"/>
                </a:lnTo>
                <a:lnTo>
                  <a:pt x="3700" y="836"/>
                </a:lnTo>
                <a:lnTo>
                  <a:pt x="3717" y="831"/>
                </a:lnTo>
                <a:lnTo>
                  <a:pt x="3718" y="831"/>
                </a:lnTo>
                <a:lnTo>
                  <a:pt x="3733" y="837"/>
                </a:lnTo>
                <a:lnTo>
                  <a:pt x="3738" y="838"/>
                </a:lnTo>
                <a:lnTo>
                  <a:pt x="3741" y="837"/>
                </a:lnTo>
                <a:lnTo>
                  <a:pt x="3742" y="837"/>
                </a:lnTo>
                <a:lnTo>
                  <a:pt x="3744" y="837"/>
                </a:lnTo>
                <a:lnTo>
                  <a:pt x="3747" y="836"/>
                </a:lnTo>
                <a:lnTo>
                  <a:pt x="3749" y="836"/>
                </a:lnTo>
                <a:lnTo>
                  <a:pt x="3756" y="836"/>
                </a:lnTo>
                <a:lnTo>
                  <a:pt x="3773" y="836"/>
                </a:lnTo>
                <a:lnTo>
                  <a:pt x="3774" y="836"/>
                </a:lnTo>
                <a:lnTo>
                  <a:pt x="3790" y="832"/>
                </a:lnTo>
                <a:lnTo>
                  <a:pt x="3803" y="829"/>
                </a:lnTo>
                <a:lnTo>
                  <a:pt x="3806" y="827"/>
                </a:lnTo>
                <a:lnTo>
                  <a:pt x="3819" y="816"/>
                </a:lnTo>
                <a:lnTo>
                  <a:pt x="3825" y="811"/>
                </a:lnTo>
                <a:lnTo>
                  <a:pt x="3831" y="809"/>
                </a:lnTo>
                <a:lnTo>
                  <a:pt x="3833" y="808"/>
                </a:lnTo>
                <a:lnTo>
                  <a:pt x="3833" y="806"/>
                </a:lnTo>
                <a:lnTo>
                  <a:pt x="3835" y="806"/>
                </a:lnTo>
                <a:lnTo>
                  <a:pt x="3838" y="806"/>
                </a:lnTo>
                <a:lnTo>
                  <a:pt x="3841" y="806"/>
                </a:lnTo>
                <a:lnTo>
                  <a:pt x="3843" y="805"/>
                </a:lnTo>
                <a:lnTo>
                  <a:pt x="3846" y="805"/>
                </a:lnTo>
                <a:lnTo>
                  <a:pt x="3849" y="803"/>
                </a:lnTo>
                <a:lnTo>
                  <a:pt x="3850" y="802"/>
                </a:lnTo>
                <a:lnTo>
                  <a:pt x="3850" y="800"/>
                </a:lnTo>
                <a:lnTo>
                  <a:pt x="3852" y="799"/>
                </a:lnTo>
                <a:lnTo>
                  <a:pt x="3854" y="797"/>
                </a:lnTo>
                <a:lnTo>
                  <a:pt x="3856" y="797"/>
                </a:lnTo>
                <a:lnTo>
                  <a:pt x="3855" y="791"/>
                </a:lnTo>
                <a:lnTo>
                  <a:pt x="3856" y="790"/>
                </a:lnTo>
                <a:lnTo>
                  <a:pt x="3854" y="787"/>
                </a:lnTo>
                <a:lnTo>
                  <a:pt x="3852" y="786"/>
                </a:lnTo>
                <a:lnTo>
                  <a:pt x="3854" y="777"/>
                </a:lnTo>
                <a:lnTo>
                  <a:pt x="3857" y="774"/>
                </a:lnTo>
                <a:lnTo>
                  <a:pt x="3867" y="760"/>
                </a:lnTo>
                <a:lnTo>
                  <a:pt x="3869" y="760"/>
                </a:lnTo>
                <a:lnTo>
                  <a:pt x="3878" y="750"/>
                </a:lnTo>
                <a:lnTo>
                  <a:pt x="3881" y="748"/>
                </a:lnTo>
                <a:lnTo>
                  <a:pt x="3883" y="744"/>
                </a:lnTo>
                <a:lnTo>
                  <a:pt x="3885" y="743"/>
                </a:lnTo>
                <a:lnTo>
                  <a:pt x="3891" y="741"/>
                </a:lnTo>
                <a:lnTo>
                  <a:pt x="3898" y="740"/>
                </a:lnTo>
                <a:lnTo>
                  <a:pt x="3900" y="739"/>
                </a:lnTo>
                <a:lnTo>
                  <a:pt x="3900" y="738"/>
                </a:lnTo>
                <a:lnTo>
                  <a:pt x="3901" y="738"/>
                </a:lnTo>
                <a:lnTo>
                  <a:pt x="3903" y="738"/>
                </a:lnTo>
                <a:lnTo>
                  <a:pt x="3903" y="737"/>
                </a:lnTo>
                <a:lnTo>
                  <a:pt x="3904" y="736"/>
                </a:lnTo>
                <a:lnTo>
                  <a:pt x="3904" y="735"/>
                </a:lnTo>
                <a:lnTo>
                  <a:pt x="3905" y="735"/>
                </a:lnTo>
                <a:lnTo>
                  <a:pt x="3912" y="736"/>
                </a:lnTo>
                <a:lnTo>
                  <a:pt x="3921" y="736"/>
                </a:lnTo>
                <a:lnTo>
                  <a:pt x="3923" y="737"/>
                </a:lnTo>
                <a:lnTo>
                  <a:pt x="3928" y="737"/>
                </a:lnTo>
                <a:lnTo>
                  <a:pt x="3942" y="736"/>
                </a:lnTo>
                <a:lnTo>
                  <a:pt x="3953" y="737"/>
                </a:lnTo>
                <a:lnTo>
                  <a:pt x="3955" y="733"/>
                </a:lnTo>
                <a:lnTo>
                  <a:pt x="3954" y="731"/>
                </a:lnTo>
                <a:lnTo>
                  <a:pt x="3956" y="725"/>
                </a:lnTo>
                <a:lnTo>
                  <a:pt x="3960" y="720"/>
                </a:lnTo>
                <a:lnTo>
                  <a:pt x="3958" y="714"/>
                </a:lnTo>
                <a:lnTo>
                  <a:pt x="3961" y="714"/>
                </a:lnTo>
                <a:lnTo>
                  <a:pt x="3965" y="713"/>
                </a:lnTo>
                <a:lnTo>
                  <a:pt x="3967" y="713"/>
                </a:lnTo>
                <a:lnTo>
                  <a:pt x="3970" y="712"/>
                </a:lnTo>
                <a:lnTo>
                  <a:pt x="3972" y="713"/>
                </a:lnTo>
                <a:lnTo>
                  <a:pt x="3974" y="712"/>
                </a:lnTo>
                <a:lnTo>
                  <a:pt x="3976" y="713"/>
                </a:lnTo>
                <a:lnTo>
                  <a:pt x="3978" y="714"/>
                </a:lnTo>
                <a:lnTo>
                  <a:pt x="3978" y="715"/>
                </a:lnTo>
                <a:lnTo>
                  <a:pt x="3978" y="717"/>
                </a:lnTo>
                <a:lnTo>
                  <a:pt x="3979" y="718"/>
                </a:lnTo>
                <a:lnTo>
                  <a:pt x="3981" y="719"/>
                </a:lnTo>
                <a:lnTo>
                  <a:pt x="3983" y="721"/>
                </a:lnTo>
                <a:lnTo>
                  <a:pt x="3985" y="721"/>
                </a:lnTo>
                <a:lnTo>
                  <a:pt x="3988" y="720"/>
                </a:lnTo>
                <a:lnTo>
                  <a:pt x="3989" y="719"/>
                </a:lnTo>
                <a:lnTo>
                  <a:pt x="3990" y="719"/>
                </a:lnTo>
                <a:lnTo>
                  <a:pt x="3993" y="720"/>
                </a:lnTo>
                <a:lnTo>
                  <a:pt x="3995" y="719"/>
                </a:lnTo>
                <a:lnTo>
                  <a:pt x="3996" y="719"/>
                </a:lnTo>
                <a:lnTo>
                  <a:pt x="3998" y="718"/>
                </a:lnTo>
                <a:lnTo>
                  <a:pt x="3998" y="716"/>
                </a:lnTo>
                <a:lnTo>
                  <a:pt x="3998" y="715"/>
                </a:lnTo>
                <a:lnTo>
                  <a:pt x="4000" y="714"/>
                </a:lnTo>
                <a:lnTo>
                  <a:pt x="4001" y="714"/>
                </a:lnTo>
                <a:lnTo>
                  <a:pt x="4001" y="713"/>
                </a:lnTo>
                <a:lnTo>
                  <a:pt x="4003" y="711"/>
                </a:lnTo>
                <a:lnTo>
                  <a:pt x="4004" y="711"/>
                </a:lnTo>
                <a:lnTo>
                  <a:pt x="4006" y="711"/>
                </a:lnTo>
                <a:lnTo>
                  <a:pt x="4007" y="711"/>
                </a:lnTo>
                <a:lnTo>
                  <a:pt x="4008" y="711"/>
                </a:lnTo>
                <a:lnTo>
                  <a:pt x="4009" y="711"/>
                </a:lnTo>
                <a:lnTo>
                  <a:pt x="4010" y="709"/>
                </a:lnTo>
                <a:lnTo>
                  <a:pt x="4011" y="709"/>
                </a:lnTo>
                <a:lnTo>
                  <a:pt x="4013" y="709"/>
                </a:lnTo>
                <a:lnTo>
                  <a:pt x="4014" y="709"/>
                </a:lnTo>
                <a:lnTo>
                  <a:pt x="4015" y="709"/>
                </a:lnTo>
                <a:lnTo>
                  <a:pt x="4022" y="704"/>
                </a:lnTo>
                <a:lnTo>
                  <a:pt x="4024" y="704"/>
                </a:lnTo>
                <a:lnTo>
                  <a:pt x="4027" y="704"/>
                </a:lnTo>
                <a:lnTo>
                  <a:pt x="4028" y="704"/>
                </a:lnTo>
                <a:lnTo>
                  <a:pt x="4030" y="703"/>
                </a:lnTo>
                <a:lnTo>
                  <a:pt x="4031" y="701"/>
                </a:lnTo>
                <a:lnTo>
                  <a:pt x="4032" y="701"/>
                </a:lnTo>
                <a:lnTo>
                  <a:pt x="4035" y="701"/>
                </a:lnTo>
                <a:lnTo>
                  <a:pt x="4039" y="698"/>
                </a:lnTo>
                <a:lnTo>
                  <a:pt x="4047" y="699"/>
                </a:lnTo>
                <a:lnTo>
                  <a:pt x="4050" y="702"/>
                </a:lnTo>
                <a:lnTo>
                  <a:pt x="4063" y="703"/>
                </a:lnTo>
                <a:lnTo>
                  <a:pt x="4068" y="700"/>
                </a:lnTo>
                <a:lnTo>
                  <a:pt x="4069" y="700"/>
                </a:lnTo>
                <a:lnTo>
                  <a:pt x="4070" y="700"/>
                </a:lnTo>
                <a:lnTo>
                  <a:pt x="4071" y="703"/>
                </a:lnTo>
                <a:lnTo>
                  <a:pt x="4076" y="703"/>
                </a:lnTo>
                <a:lnTo>
                  <a:pt x="4081" y="704"/>
                </a:lnTo>
                <a:lnTo>
                  <a:pt x="4082" y="704"/>
                </a:lnTo>
                <a:lnTo>
                  <a:pt x="4082" y="703"/>
                </a:lnTo>
                <a:lnTo>
                  <a:pt x="4082" y="702"/>
                </a:lnTo>
                <a:lnTo>
                  <a:pt x="4081" y="701"/>
                </a:lnTo>
                <a:lnTo>
                  <a:pt x="4086" y="695"/>
                </a:lnTo>
                <a:lnTo>
                  <a:pt x="4089" y="695"/>
                </a:lnTo>
                <a:lnTo>
                  <a:pt x="4092" y="695"/>
                </a:lnTo>
                <a:lnTo>
                  <a:pt x="4093" y="695"/>
                </a:lnTo>
                <a:lnTo>
                  <a:pt x="4093" y="698"/>
                </a:lnTo>
                <a:lnTo>
                  <a:pt x="4093" y="699"/>
                </a:lnTo>
                <a:lnTo>
                  <a:pt x="4094" y="700"/>
                </a:lnTo>
                <a:lnTo>
                  <a:pt x="4096" y="700"/>
                </a:lnTo>
                <a:lnTo>
                  <a:pt x="4098" y="699"/>
                </a:lnTo>
                <a:lnTo>
                  <a:pt x="4101" y="698"/>
                </a:lnTo>
                <a:lnTo>
                  <a:pt x="4103" y="700"/>
                </a:lnTo>
                <a:lnTo>
                  <a:pt x="4106" y="704"/>
                </a:lnTo>
                <a:lnTo>
                  <a:pt x="4110" y="707"/>
                </a:lnTo>
                <a:lnTo>
                  <a:pt x="4111" y="708"/>
                </a:lnTo>
                <a:lnTo>
                  <a:pt x="4112" y="708"/>
                </a:lnTo>
                <a:lnTo>
                  <a:pt x="4114" y="707"/>
                </a:lnTo>
                <a:lnTo>
                  <a:pt x="4115" y="707"/>
                </a:lnTo>
                <a:lnTo>
                  <a:pt x="4119" y="708"/>
                </a:lnTo>
                <a:lnTo>
                  <a:pt x="4122" y="707"/>
                </a:lnTo>
                <a:lnTo>
                  <a:pt x="4124" y="708"/>
                </a:lnTo>
                <a:lnTo>
                  <a:pt x="4124" y="709"/>
                </a:lnTo>
                <a:lnTo>
                  <a:pt x="4126" y="710"/>
                </a:lnTo>
                <a:lnTo>
                  <a:pt x="4129" y="712"/>
                </a:lnTo>
                <a:lnTo>
                  <a:pt x="4130" y="712"/>
                </a:lnTo>
                <a:lnTo>
                  <a:pt x="4132" y="711"/>
                </a:lnTo>
                <a:lnTo>
                  <a:pt x="4133" y="711"/>
                </a:lnTo>
                <a:lnTo>
                  <a:pt x="4134" y="712"/>
                </a:lnTo>
                <a:lnTo>
                  <a:pt x="4135" y="712"/>
                </a:lnTo>
                <a:lnTo>
                  <a:pt x="4136" y="711"/>
                </a:lnTo>
                <a:lnTo>
                  <a:pt x="4139" y="709"/>
                </a:lnTo>
                <a:lnTo>
                  <a:pt x="4144" y="709"/>
                </a:lnTo>
                <a:lnTo>
                  <a:pt x="4146" y="709"/>
                </a:lnTo>
                <a:lnTo>
                  <a:pt x="4147" y="709"/>
                </a:lnTo>
                <a:lnTo>
                  <a:pt x="4151" y="709"/>
                </a:lnTo>
                <a:lnTo>
                  <a:pt x="4153" y="711"/>
                </a:lnTo>
                <a:lnTo>
                  <a:pt x="4155" y="711"/>
                </a:lnTo>
                <a:lnTo>
                  <a:pt x="4158" y="710"/>
                </a:lnTo>
                <a:lnTo>
                  <a:pt x="4159" y="710"/>
                </a:lnTo>
                <a:lnTo>
                  <a:pt x="4160" y="711"/>
                </a:lnTo>
                <a:lnTo>
                  <a:pt x="4161" y="711"/>
                </a:lnTo>
                <a:lnTo>
                  <a:pt x="4162" y="712"/>
                </a:lnTo>
                <a:lnTo>
                  <a:pt x="4162" y="713"/>
                </a:lnTo>
                <a:lnTo>
                  <a:pt x="4162" y="714"/>
                </a:lnTo>
                <a:lnTo>
                  <a:pt x="4165" y="713"/>
                </a:lnTo>
                <a:lnTo>
                  <a:pt x="4166" y="711"/>
                </a:lnTo>
                <a:lnTo>
                  <a:pt x="4167" y="711"/>
                </a:lnTo>
                <a:lnTo>
                  <a:pt x="4169" y="711"/>
                </a:lnTo>
                <a:lnTo>
                  <a:pt x="4170" y="711"/>
                </a:lnTo>
                <a:lnTo>
                  <a:pt x="4173" y="707"/>
                </a:lnTo>
                <a:lnTo>
                  <a:pt x="4173" y="705"/>
                </a:lnTo>
                <a:lnTo>
                  <a:pt x="4173" y="704"/>
                </a:lnTo>
                <a:lnTo>
                  <a:pt x="4179" y="706"/>
                </a:lnTo>
                <a:lnTo>
                  <a:pt x="4180" y="706"/>
                </a:lnTo>
                <a:lnTo>
                  <a:pt x="4183" y="705"/>
                </a:lnTo>
                <a:lnTo>
                  <a:pt x="4183" y="704"/>
                </a:lnTo>
                <a:lnTo>
                  <a:pt x="4183" y="703"/>
                </a:lnTo>
                <a:lnTo>
                  <a:pt x="4184" y="702"/>
                </a:lnTo>
                <a:lnTo>
                  <a:pt x="4185" y="701"/>
                </a:lnTo>
                <a:lnTo>
                  <a:pt x="4183" y="699"/>
                </a:lnTo>
                <a:lnTo>
                  <a:pt x="4183" y="697"/>
                </a:lnTo>
                <a:lnTo>
                  <a:pt x="4183" y="696"/>
                </a:lnTo>
                <a:lnTo>
                  <a:pt x="4182" y="695"/>
                </a:lnTo>
                <a:lnTo>
                  <a:pt x="4185" y="693"/>
                </a:lnTo>
                <a:lnTo>
                  <a:pt x="4185" y="692"/>
                </a:lnTo>
                <a:lnTo>
                  <a:pt x="4184" y="689"/>
                </a:lnTo>
                <a:lnTo>
                  <a:pt x="4184" y="688"/>
                </a:lnTo>
                <a:lnTo>
                  <a:pt x="4185" y="687"/>
                </a:lnTo>
                <a:lnTo>
                  <a:pt x="4183" y="687"/>
                </a:lnTo>
                <a:lnTo>
                  <a:pt x="4183" y="683"/>
                </a:lnTo>
                <a:lnTo>
                  <a:pt x="4184" y="681"/>
                </a:lnTo>
                <a:lnTo>
                  <a:pt x="4178" y="680"/>
                </a:lnTo>
                <a:lnTo>
                  <a:pt x="4177" y="677"/>
                </a:lnTo>
                <a:lnTo>
                  <a:pt x="4179" y="676"/>
                </a:lnTo>
                <a:lnTo>
                  <a:pt x="4178" y="675"/>
                </a:lnTo>
                <a:lnTo>
                  <a:pt x="4176" y="675"/>
                </a:lnTo>
                <a:lnTo>
                  <a:pt x="4173" y="672"/>
                </a:lnTo>
                <a:lnTo>
                  <a:pt x="4173" y="671"/>
                </a:lnTo>
                <a:lnTo>
                  <a:pt x="4172" y="670"/>
                </a:lnTo>
                <a:lnTo>
                  <a:pt x="4172" y="669"/>
                </a:lnTo>
                <a:lnTo>
                  <a:pt x="4172" y="668"/>
                </a:lnTo>
                <a:lnTo>
                  <a:pt x="4172" y="667"/>
                </a:lnTo>
                <a:lnTo>
                  <a:pt x="4173" y="666"/>
                </a:lnTo>
                <a:lnTo>
                  <a:pt x="4169" y="659"/>
                </a:lnTo>
                <a:lnTo>
                  <a:pt x="4169" y="658"/>
                </a:lnTo>
                <a:lnTo>
                  <a:pt x="4166" y="654"/>
                </a:lnTo>
                <a:lnTo>
                  <a:pt x="4166" y="653"/>
                </a:lnTo>
                <a:lnTo>
                  <a:pt x="4164" y="652"/>
                </a:lnTo>
                <a:lnTo>
                  <a:pt x="4162" y="651"/>
                </a:lnTo>
                <a:lnTo>
                  <a:pt x="4161" y="650"/>
                </a:lnTo>
                <a:lnTo>
                  <a:pt x="4160" y="648"/>
                </a:lnTo>
                <a:lnTo>
                  <a:pt x="4159" y="648"/>
                </a:lnTo>
                <a:lnTo>
                  <a:pt x="4159" y="647"/>
                </a:lnTo>
                <a:lnTo>
                  <a:pt x="4158" y="647"/>
                </a:lnTo>
                <a:lnTo>
                  <a:pt x="4157" y="646"/>
                </a:lnTo>
                <a:lnTo>
                  <a:pt x="4155" y="646"/>
                </a:lnTo>
                <a:lnTo>
                  <a:pt x="4154" y="646"/>
                </a:lnTo>
                <a:lnTo>
                  <a:pt x="4153" y="646"/>
                </a:lnTo>
                <a:lnTo>
                  <a:pt x="4152" y="646"/>
                </a:lnTo>
                <a:lnTo>
                  <a:pt x="4151" y="646"/>
                </a:lnTo>
                <a:lnTo>
                  <a:pt x="4151" y="645"/>
                </a:lnTo>
                <a:lnTo>
                  <a:pt x="4151" y="644"/>
                </a:lnTo>
                <a:lnTo>
                  <a:pt x="4152" y="644"/>
                </a:lnTo>
                <a:lnTo>
                  <a:pt x="4152" y="643"/>
                </a:lnTo>
                <a:lnTo>
                  <a:pt x="4151" y="643"/>
                </a:lnTo>
                <a:lnTo>
                  <a:pt x="4150" y="643"/>
                </a:lnTo>
                <a:lnTo>
                  <a:pt x="4151" y="643"/>
                </a:lnTo>
                <a:lnTo>
                  <a:pt x="4152" y="643"/>
                </a:lnTo>
                <a:lnTo>
                  <a:pt x="4152" y="642"/>
                </a:lnTo>
                <a:lnTo>
                  <a:pt x="4151" y="642"/>
                </a:lnTo>
                <a:lnTo>
                  <a:pt x="4151" y="643"/>
                </a:lnTo>
                <a:lnTo>
                  <a:pt x="4151" y="642"/>
                </a:lnTo>
                <a:lnTo>
                  <a:pt x="4152" y="642"/>
                </a:lnTo>
                <a:lnTo>
                  <a:pt x="4151" y="642"/>
                </a:lnTo>
                <a:lnTo>
                  <a:pt x="4151" y="641"/>
                </a:lnTo>
                <a:lnTo>
                  <a:pt x="4149" y="641"/>
                </a:lnTo>
                <a:lnTo>
                  <a:pt x="4149" y="640"/>
                </a:lnTo>
                <a:lnTo>
                  <a:pt x="4148" y="640"/>
                </a:lnTo>
                <a:lnTo>
                  <a:pt x="4148" y="639"/>
                </a:lnTo>
                <a:lnTo>
                  <a:pt x="4147" y="639"/>
                </a:lnTo>
                <a:lnTo>
                  <a:pt x="4147" y="638"/>
                </a:lnTo>
                <a:lnTo>
                  <a:pt x="4146" y="639"/>
                </a:lnTo>
                <a:lnTo>
                  <a:pt x="4146" y="638"/>
                </a:lnTo>
                <a:lnTo>
                  <a:pt x="4145" y="638"/>
                </a:lnTo>
                <a:lnTo>
                  <a:pt x="4144" y="638"/>
                </a:lnTo>
                <a:lnTo>
                  <a:pt x="4144" y="637"/>
                </a:lnTo>
                <a:lnTo>
                  <a:pt x="4143" y="637"/>
                </a:lnTo>
                <a:lnTo>
                  <a:pt x="4142" y="637"/>
                </a:lnTo>
                <a:lnTo>
                  <a:pt x="4142" y="636"/>
                </a:lnTo>
                <a:lnTo>
                  <a:pt x="4142" y="635"/>
                </a:lnTo>
                <a:lnTo>
                  <a:pt x="4142" y="636"/>
                </a:lnTo>
                <a:lnTo>
                  <a:pt x="4141" y="636"/>
                </a:lnTo>
                <a:lnTo>
                  <a:pt x="4141" y="635"/>
                </a:lnTo>
                <a:lnTo>
                  <a:pt x="4140" y="635"/>
                </a:lnTo>
                <a:lnTo>
                  <a:pt x="4140" y="634"/>
                </a:lnTo>
                <a:lnTo>
                  <a:pt x="4140" y="633"/>
                </a:lnTo>
                <a:lnTo>
                  <a:pt x="4139" y="633"/>
                </a:lnTo>
                <a:lnTo>
                  <a:pt x="4138" y="633"/>
                </a:lnTo>
                <a:lnTo>
                  <a:pt x="4139" y="633"/>
                </a:lnTo>
                <a:lnTo>
                  <a:pt x="4138" y="632"/>
                </a:lnTo>
                <a:lnTo>
                  <a:pt x="4137" y="632"/>
                </a:lnTo>
                <a:lnTo>
                  <a:pt x="4137" y="631"/>
                </a:lnTo>
                <a:lnTo>
                  <a:pt x="4136" y="631"/>
                </a:lnTo>
                <a:lnTo>
                  <a:pt x="4135" y="631"/>
                </a:lnTo>
                <a:lnTo>
                  <a:pt x="4134" y="630"/>
                </a:lnTo>
                <a:lnTo>
                  <a:pt x="4135" y="630"/>
                </a:lnTo>
                <a:lnTo>
                  <a:pt x="4134" y="630"/>
                </a:lnTo>
                <a:lnTo>
                  <a:pt x="4134" y="629"/>
                </a:lnTo>
                <a:lnTo>
                  <a:pt x="4133" y="629"/>
                </a:lnTo>
                <a:lnTo>
                  <a:pt x="4134" y="629"/>
                </a:lnTo>
                <a:lnTo>
                  <a:pt x="4134" y="628"/>
                </a:lnTo>
                <a:lnTo>
                  <a:pt x="4133" y="628"/>
                </a:lnTo>
                <a:lnTo>
                  <a:pt x="4132" y="628"/>
                </a:lnTo>
                <a:lnTo>
                  <a:pt x="4132" y="627"/>
                </a:lnTo>
                <a:lnTo>
                  <a:pt x="4132" y="628"/>
                </a:lnTo>
                <a:lnTo>
                  <a:pt x="4131" y="628"/>
                </a:lnTo>
                <a:lnTo>
                  <a:pt x="4131" y="627"/>
                </a:lnTo>
                <a:lnTo>
                  <a:pt x="4131" y="628"/>
                </a:lnTo>
                <a:lnTo>
                  <a:pt x="4130" y="628"/>
                </a:lnTo>
                <a:lnTo>
                  <a:pt x="4130" y="627"/>
                </a:lnTo>
                <a:lnTo>
                  <a:pt x="4132" y="624"/>
                </a:lnTo>
                <a:lnTo>
                  <a:pt x="4133" y="623"/>
                </a:lnTo>
                <a:lnTo>
                  <a:pt x="4131" y="622"/>
                </a:lnTo>
                <a:lnTo>
                  <a:pt x="4119" y="618"/>
                </a:lnTo>
                <a:lnTo>
                  <a:pt x="4114" y="616"/>
                </a:lnTo>
                <a:lnTo>
                  <a:pt x="4114" y="613"/>
                </a:lnTo>
                <a:lnTo>
                  <a:pt x="4113" y="609"/>
                </a:lnTo>
                <a:lnTo>
                  <a:pt x="4113" y="608"/>
                </a:lnTo>
                <a:lnTo>
                  <a:pt x="4112" y="604"/>
                </a:lnTo>
                <a:lnTo>
                  <a:pt x="4106" y="602"/>
                </a:lnTo>
                <a:lnTo>
                  <a:pt x="4101" y="600"/>
                </a:lnTo>
                <a:lnTo>
                  <a:pt x="4095" y="598"/>
                </a:lnTo>
                <a:lnTo>
                  <a:pt x="4080" y="593"/>
                </a:lnTo>
                <a:lnTo>
                  <a:pt x="4079" y="592"/>
                </a:lnTo>
                <a:lnTo>
                  <a:pt x="4070" y="581"/>
                </a:lnTo>
                <a:lnTo>
                  <a:pt x="4062" y="571"/>
                </a:lnTo>
                <a:lnTo>
                  <a:pt x="4061" y="570"/>
                </a:lnTo>
                <a:lnTo>
                  <a:pt x="4059" y="570"/>
                </a:lnTo>
                <a:lnTo>
                  <a:pt x="4052" y="569"/>
                </a:lnTo>
                <a:lnTo>
                  <a:pt x="4051" y="569"/>
                </a:lnTo>
                <a:lnTo>
                  <a:pt x="4051" y="570"/>
                </a:lnTo>
                <a:lnTo>
                  <a:pt x="4050" y="570"/>
                </a:lnTo>
                <a:lnTo>
                  <a:pt x="4050" y="569"/>
                </a:lnTo>
                <a:lnTo>
                  <a:pt x="4049" y="568"/>
                </a:lnTo>
                <a:lnTo>
                  <a:pt x="4048" y="568"/>
                </a:lnTo>
                <a:lnTo>
                  <a:pt x="4047" y="568"/>
                </a:lnTo>
                <a:lnTo>
                  <a:pt x="4046" y="568"/>
                </a:lnTo>
                <a:lnTo>
                  <a:pt x="4045" y="568"/>
                </a:lnTo>
                <a:lnTo>
                  <a:pt x="4044" y="568"/>
                </a:lnTo>
                <a:lnTo>
                  <a:pt x="4043" y="568"/>
                </a:lnTo>
                <a:lnTo>
                  <a:pt x="4043" y="569"/>
                </a:lnTo>
                <a:lnTo>
                  <a:pt x="4043" y="568"/>
                </a:lnTo>
                <a:lnTo>
                  <a:pt x="4043" y="569"/>
                </a:lnTo>
                <a:lnTo>
                  <a:pt x="4042" y="569"/>
                </a:lnTo>
                <a:lnTo>
                  <a:pt x="4041" y="569"/>
                </a:lnTo>
                <a:lnTo>
                  <a:pt x="4041" y="568"/>
                </a:lnTo>
                <a:lnTo>
                  <a:pt x="4040" y="568"/>
                </a:lnTo>
                <a:lnTo>
                  <a:pt x="4040" y="569"/>
                </a:lnTo>
                <a:lnTo>
                  <a:pt x="4039" y="568"/>
                </a:lnTo>
                <a:lnTo>
                  <a:pt x="4038" y="568"/>
                </a:lnTo>
                <a:lnTo>
                  <a:pt x="4038" y="569"/>
                </a:lnTo>
                <a:lnTo>
                  <a:pt x="4037" y="569"/>
                </a:lnTo>
                <a:lnTo>
                  <a:pt x="4036" y="568"/>
                </a:lnTo>
                <a:lnTo>
                  <a:pt x="4035" y="568"/>
                </a:lnTo>
                <a:lnTo>
                  <a:pt x="4035" y="567"/>
                </a:lnTo>
                <a:lnTo>
                  <a:pt x="4034" y="567"/>
                </a:lnTo>
                <a:lnTo>
                  <a:pt x="4033" y="567"/>
                </a:lnTo>
                <a:lnTo>
                  <a:pt x="4033" y="566"/>
                </a:lnTo>
                <a:lnTo>
                  <a:pt x="4032" y="566"/>
                </a:lnTo>
                <a:lnTo>
                  <a:pt x="4032" y="565"/>
                </a:lnTo>
                <a:lnTo>
                  <a:pt x="4031" y="565"/>
                </a:lnTo>
                <a:lnTo>
                  <a:pt x="4029" y="565"/>
                </a:lnTo>
                <a:lnTo>
                  <a:pt x="4028" y="565"/>
                </a:lnTo>
                <a:lnTo>
                  <a:pt x="4027" y="565"/>
                </a:lnTo>
                <a:lnTo>
                  <a:pt x="4027" y="564"/>
                </a:lnTo>
                <a:lnTo>
                  <a:pt x="4026" y="564"/>
                </a:lnTo>
                <a:lnTo>
                  <a:pt x="4026" y="565"/>
                </a:lnTo>
                <a:lnTo>
                  <a:pt x="4025" y="565"/>
                </a:lnTo>
                <a:lnTo>
                  <a:pt x="4024" y="566"/>
                </a:lnTo>
                <a:lnTo>
                  <a:pt x="4023" y="565"/>
                </a:lnTo>
                <a:lnTo>
                  <a:pt x="4023" y="566"/>
                </a:lnTo>
                <a:lnTo>
                  <a:pt x="4022" y="566"/>
                </a:lnTo>
                <a:lnTo>
                  <a:pt x="4022" y="565"/>
                </a:lnTo>
                <a:lnTo>
                  <a:pt x="4022" y="564"/>
                </a:lnTo>
                <a:lnTo>
                  <a:pt x="4021" y="564"/>
                </a:lnTo>
                <a:lnTo>
                  <a:pt x="4021" y="565"/>
                </a:lnTo>
                <a:lnTo>
                  <a:pt x="4020" y="565"/>
                </a:lnTo>
                <a:lnTo>
                  <a:pt x="4020" y="566"/>
                </a:lnTo>
                <a:lnTo>
                  <a:pt x="4019" y="566"/>
                </a:lnTo>
                <a:lnTo>
                  <a:pt x="4018" y="566"/>
                </a:lnTo>
                <a:lnTo>
                  <a:pt x="4018" y="567"/>
                </a:lnTo>
                <a:lnTo>
                  <a:pt x="4018" y="566"/>
                </a:lnTo>
                <a:lnTo>
                  <a:pt x="4017" y="566"/>
                </a:lnTo>
                <a:lnTo>
                  <a:pt x="4017" y="567"/>
                </a:lnTo>
                <a:lnTo>
                  <a:pt x="4016" y="567"/>
                </a:lnTo>
                <a:lnTo>
                  <a:pt x="4015" y="567"/>
                </a:lnTo>
                <a:lnTo>
                  <a:pt x="4014" y="567"/>
                </a:lnTo>
                <a:lnTo>
                  <a:pt x="4015" y="567"/>
                </a:lnTo>
                <a:lnTo>
                  <a:pt x="4015" y="568"/>
                </a:lnTo>
                <a:lnTo>
                  <a:pt x="4014" y="568"/>
                </a:lnTo>
                <a:lnTo>
                  <a:pt x="4013" y="568"/>
                </a:lnTo>
                <a:lnTo>
                  <a:pt x="4012" y="568"/>
                </a:lnTo>
                <a:lnTo>
                  <a:pt x="4011" y="568"/>
                </a:lnTo>
                <a:lnTo>
                  <a:pt x="4010" y="568"/>
                </a:lnTo>
                <a:lnTo>
                  <a:pt x="4010" y="567"/>
                </a:lnTo>
                <a:lnTo>
                  <a:pt x="4009" y="567"/>
                </a:lnTo>
                <a:lnTo>
                  <a:pt x="4008" y="568"/>
                </a:lnTo>
                <a:lnTo>
                  <a:pt x="4007" y="568"/>
                </a:lnTo>
                <a:lnTo>
                  <a:pt x="4007" y="567"/>
                </a:lnTo>
                <a:lnTo>
                  <a:pt x="4007" y="568"/>
                </a:lnTo>
                <a:lnTo>
                  <a:pt x="4006" y="568"/>
                </a:lnTo>
                <a:lnTo>
                  <a:pt x="4006" y="567"/>
                </a:lnTo>
                <a:lnTo>
                  <a:pt x="4005" y="567"/>
                </a:lnTo>
                <a:lnTo>
                  <a:pt x="4005" y="568"/>
                </a:lnTo>
                <a:lnTo>
                  <a:pt x="4004" y="568"/>
                </a:lnTo>
                <a:lnTo>
                  <a:pt x="4004" y="567"/>
                </a:lnTo>
                <a:lnTo>
                  <a:pt x="4003" y="567"/>
                </a:lnTo>
                <a:lnTo>
                  <a:pt x="4002" y="567"/>
                </a:lnTo>
                <a:lnTo>
                  <a:pt x="4001" y="566"/>
                </a:lnTo>
                <a:lnTo>
                  <a:pt x="4000" y="566"/>
                </a:lnTo>
                <a:lnTo>
                  <a:pt x="3994" y="567"/>
                </a:lnTo>
                <a:lnTo>
                  <a:pt x="3994" y="568"/>
                </a:lnTo>
                <a:lnTo>
                  <a:pt x="3993" y="568"/>
                </a:lnTo>
                <a:lnTo>
                  <a:pt x="3992" y="569"/>
                </a:lnTo>
                <a:lnTo>
                  <a:pt x="3968" y="592"/>
                </a:lnTo>
                <a:lnTo>
                  <a:pt x="3968" y="593"/>
                </a:lnTo>
                <a:lnTo>
                  <a:pt x="3967" y="594"/>
                </a:lnTo>
                <a:lnTo>
                  <a:pt x="3965" y="594"/>
                </a:lnTo>
                <a:lnTo>
                  <a:pt x="3964" y="594"/>
                </a:lnTo>
                <a:lnTo>
                  <a:pt x="3955" y="606"/>
                </a:lnTo>
                <a:lnTo>
                  <a:pt x="3929" y="587"/>
                </a:lnTo>
                <a:lnTo>
                  <a:pt x="3921" y="584"/>
                </a:lnTo>
                <a:lnTo>
                  <a:pt x="3909" y="580"/>
                </a:lnTo>
                <a:lnTo>
                  <a:pt x="3901" y="579"/>
                </a:lnTo>
                <a:lnTo>
                  <a:pt x="3891" y="580"/>
                </a:lnTo>
                <a:lnTo>
                  <a:pt x="3870" y="586"/>
                </a:lnTo>
                <a:lnTo>
                  <a:pt x="3854" y="582"/>
                </a:lnTo>
                <a:lnTo>
                  <a:pt x="3840" y="588"/>
                </a:lnTo>
                <a:lnTo>
                  <a:pt x="3831" y="598"/>
                </a:lnTo>
                <a:lnTo>
                  <a:pt x="3827" y="601"/>
                </a:lnTo>
                <a:lnTo>
                  <a:pt x="3825" y="602"/>
                </a:lnTo>
                <a:lnTo>
                  <a:pt x="3792" y="577"/>
                </a:lnTo>
                <a:lnTo>
                  <a:pt x="3791" y="569"/>
                </a:lnTo>
                <a:lnTo>
                  <a:pt x="3789" y="559"/>
                </a:lnTo>
                <a:lnTo>
                  <a:pt x="3788" y="559"/>
                </a:lnTo>
                <a:lnTo>
                  <a:pt x="3788" y="558"/>
                </a:lnTo>
                <a:lnTo>
                  <a:pt x="3788" y="557"/>
                </a:lnTo>
                <a:lnTo>
                  <a:pt x="3789" y="557"/>
                </a:lnTo>
                <a:lnTo>
                  <a:pt x="3790" y="556"/>
                </a:lnTo>
                <a:lnTo>
                  <a:pt x="3789" y="555"/>
                </a:lnTo>
                <a:lnTo>
                  <a:pt x="3788" y="555"/>
                </a:lnTo>
                <a:lnTo>
                  <a:pt x="3788" y="554"/>
                </a:lnTo>
                <a:lnTo>
                  <a:pt x="3814" y="543"/>
                </a:lnTo>
                <a:lnTo>
                  <a:pt x="3812" y="516"/>
                </a:lnTo>
                <a:lnTo>
                  <a:pt x="3837" y="486"/>
                </a:lnTo>
                <a:lnTo>
                  <a:pt x="3837" y="485"/>
                </a:lnTo>
                <a:lnTo>
                  <a:pt x="3834" y="480"/>
                </a:lnTo>
                <a:lnTo>
                  <a:pt x="3895" y="380"/>
                </a:lnTo>
                <a:lnTo>
                  <a:pt x="3910" y="387"/>
                </a:lnTo>
                <a:lnTo>
                  <a:pt x="3926" y="396"/>
                </a:lnTo>
                <a:lnTo>
                  <a:pt x="3932" y="398"/>
                </a:lnTo>
                <a:lnTo>
                  <a:pt x="3945" y="402"/>
                </a:lnTo>
                <a:lnTo>
                  <a:pt x="3964" y="402"/>
                </a:lnTo>
                <a:lnTo>
                  <a:pt x="3977" y="408"/>
                </a:lnTo>
                <a:lnTo>
                  <a:pt x="3993" y="414"/>
                </a:lnTo>
                <a:lnTo>
                  <a:pt x="3994" y="414"/>
                </a:lnTo>
                <a:lnTo>
                  <a:pt x="3994" y="413"/>
                </a:lnTo>
                <a:lnTo>
                  <a:pt x="3994" y="412"/>
                </a:lnTo>
                <a:lnTo>
                  <a:pt x="3995" y="412"/>
                </a:lnTo>
                <a:lnTo>
                  <a:pt x="3995" y="411"/>
                </a:lnTo>
                <a:lnTo>
                  <a:pt x="3996" y="411"/>
                </a:lnTo>
                <a:lnTo>
                  <a:pt x="3997" y="410"/>
                </a:lnTo>
                <a:lnTo>
                  <a:pt x="3997" y="409"/>
                </a:lnTo>
                <a:lnTo>
                  <a:pt x="3998" y="409"/>
                </a:lnTo>
                <a:lnTo>
                  <a:pt x="3998" y="408"/>
                </a:lnTo>
                <a:lnTo>
                  <a:pt x="3998" y="407"/>
                </a:lnTo>
                <a:lnTo>
                  <a:pt x="3998" y="406"/>
                </a:lnTo>
                <a:lnTo>
                  <a:pt x="3999" y="406"/>
                </a:lnTo>
                <a:lnTo>
                  <a:pt x="4000" y="406"/>
                </a:lnTo>
                <a:lnTo>
                  <a:pt x="4001" y="406"/>
                </a:lnTo>
                <a:lnTo>
                  <a:pt x="4002" y="406"/>
                </a:lnTo>
                <a:lnTo>
                  <a:pt x="4003" y="406"/>
                </a:lnTo>
                <a:lnTo>
                  <a:pt x="4004" y="406"/>
                </a:lnTo>
                <a:lnTo>
                  <a:pt x="4005" y="406"/>
                </a:lnTo>
                <a:lnTo>
                  <a:pt x="4006" y="406"/>
                </a:lnTo>
                <a:lnTo>
                  <a:pt x="4006" y="405"/>
                </a:lnTo>
                <a:lnTo>
                  <a:pt x="4006" y="404"/>
                </a:lnTo>
                <a:lnTo>
                  <a:pt x="4007" y="404"/>
                </a:lnTo>
                <a:lnTo>
                  <a:pt x="4008" y="404"/>
                </a:lnTo>
                <a:lnTo>
                  <a:pt x="4009" y="404"/>
                </a:lnTo>
                <a:lnTo>
                  <a:pt x="4008" y="404"/>
                </a:lnTo>
                <a:lnTo>
                  <a:pt x="4009" y="404"/>
                </a:lnTo>
                <a:lnTo>
                  <a:pt x="4009" y="403"/>
                </a:lnTo>
                <a:lnTo>
                  <a:pt x="4010" y="403"/>
                </a:lnTo>
                <a:lnTo>
                  <a:pt x="4010" y="404"/>
                </a:lnTo>
                <a:lnTo>
                  <a:pt x="4011" y="404"/>
                </a:lnTo>
                <a:lnTo>
                  <a:pt x="4013" y="404"/>
                </a:lnTo>
                <a:lnTo>
                  <a:pt x="4014" y="404"/>
                </a:lnTo>
                <a:lnTo>
                  <a:pt x="4015" y="404"/>
                </a:lnTo>
                <a:lnTo>
                  <a:pt x="4016" y="404"/>
                </a:lnTo>
                <a:lnTo>
                  <a:pt x="4018" y="404"/>
                </a:lnTo>
                <a:lnTo>
                  <a:pt x="4018" y="403"/>
                </a:lnTo>
                <a:lnTo>
                  <a:pt x="4019" y="402"/>
                </a:lnTo>
                <a:lnTo>
                  <a:pt x="4020" y="401"/>
                </a:lnTo>
                <a:lnTo>
                  <a:pt x="4020" y="400"/>
                </a:lnTo>
                <a:lnTo>
                  <a:pt x="4021" y="400"/>
                </a:lnTo>
                <a:lnTo>
                  <a:pt x="4021" y="399"/>
                </a:lnTo>
                <a:lnTo>
                  <a:pt x="4021" y="398"/>
                </a:lnTo>
                <a:lnTo>
                  <a:pt x="4023" y="399"/>
                </a:lnTo>
                <a:lnTo>
                  <a:pt x="4024" y="399"/>
                </a:lnTo>
                <a:lnTo>
                  <a:pt x="4024" y="400"/>
                </a:lnTo>
                <a:lnTo>
                  <a:pt x="4025" y="400"/>
                </a:lnTo>
                <a:lnTo>
                  <a:pt x="4026" y="399"/>
                </a:lnTo>
                <a:lnTo>
                  <a:pt x="4025" y="399"/>
                </a:lnTo>
                <a:lnTo>
                  <a:pt x="4026" y="399"/>
                </a:lnTo>
                <a:lnTo>
                  <a:pt x="4026" y="398"/>
                </a:lnTo>
                <a:lnTo>
                  <a:pt x="4027" y="398"/>
                </a:lnTo>
                <a:lnTo>
                  <a:pt x="4027" y="397"/>
                </a:lnTo>
                <a:lnTo>
                  <a:pt x="4026" y="397"/>
                </a:lnTo>
                <a:lnTo>
                  <a:pt x="4027" y="397"/>
                </a:lnTo>
                <a:lnTo>
                  <a:pt x="4028" y="397"/>
                </a:lnTo>
                <a:lnTo>
                  <a:pt x="4029" y="397"/>
                </a:lnTo>
                <a:lnTo>
                  <a:pt x="4029" y="396"/>
                </a:lnTo>
                <a:lnTo>
                  <a:pt x="4029" y="395"/>
                </a:lnTo>
                <a:lnTo>
                  <a:pt x="4030" y="395"/>
                </a:lnTo>
                <a:lnTo>
                  <a:pt x="4029" y="394"/>
                </a:lnTo>
                <a:lnTo>
                  <a:pt x="4030" y="393"/>
                </a:lnTo>
                <a:lnTo>
                  <a:pt x="4030" y="394"/>
                </a:lnTo>
                <a:lnTo>
                  <a:pt x="4031" y="394"/>
                </a:lnTo>
                <a:lnTo>
                  <a:pt x="4031" y="393"/>
                </a:lnTo>
                <a:lnTo>
                  <a:pt x="4031" y="392"/>
                </a:lnTo>
                <a:lnTo>
                  <a:pt x="4032" y="392"/>
                </a:lnTo>
                <a:lnTo>
                  <a:pt x="4031" y="392"/>
                </a:lnTo>
                <a:lnTo>
                  <a:pt x="4031" y="391"/>
                </a:lnTo>
                <a:lnTo>
                  <a:pt x="4033" y="391"/>
                </a:lnTo>
                <a:lnTo>
                  <a:pt x="4033" y="392"/>
                </a:lnTo>
                <a:lnTo>
                  <a:pt x="4033" y="391"/>
                </a:lnTo>
                <a:lnTo>
                  <a:pt x="4034" y="391"/>
                </a:lnTo>
                <a:lnTo>
                  <a:pt x="4036" y="391"/>
                </a:lnTo>
                <a:lnTo>
                  <a:pt x="4037" y="391"/>
                </a:lnTo>
                <a:lnTo>
                  <a:pt x="4037" y="390"/>
                </a:lnTo>
                <a:lnTo>
                  <a:pt x="4037" y="389"/>
                </a:lnTo>
                <a:lnTo>
                  <a:pt x="4037" y="390"/>
                </a:lnTo>
                <a:lnTo>
                  <a:pt x="4038" y="390"/>
                </a:lnTo>
                <a:lnTo>
                  <a:pt x="4038" y="389"/>
                </a:lnTo>
                <a:lnTo>
                  <a:pt x="4039" y="388"/>
                </a:lnTo>
                <a:lnTo>
                  <a:pt x="4038" y="388"/>
                </a:lnTo>
                <a:lnTo>
                  <a:pt x="4039" y="388"/>
                </a:lnTo>
                <a:lnTo>
                  <a:pt x="4040" y="388"/>
                </a:lnTo>
                <a:lnTo>
                  <a:pt x="4041" y="388"/>
                </a:lnTo>
                <a:lnTo>
                  <a:pt x="4042" y="388"/>
                </a:lnTo>
                <a:lnTo>
                  <a:pt x="4042" y="387"/>
                </a:lnTo>
                <a:lnTo>
                  <a:pt x="4043" y="387"/>
                </a:lnTo>
                <a:lnTo>
                  <a:pt x="4044" y="387"/>
                </a:lnTo>
                <a:lnTo>
                  <a:pt x="4045" y="387"/>
                </a:lnTo>
                <a:lnTo>
                  <a:pt x="4045" y="386"/>
                </a:lnTo>
                <a:lnTo>
                  <a:pt x="4045" y="385"/>
                </a:lnTo>
                <a:lnTo>
                  <a:pt x="4045" y="384"/>
                </a:lnTo>
                <a:lnTo>
                  <a:pt x="4046" y="385"/>
                </a:lnTo>
                <a:lnTo>
                  <a:pt x="4047" y="384"/>
                </a:lnTo>
                <a:lnTo>
                  <a:pt x="4046" y="384"/>
                </a:lnTo>
                <a:lnTo>
                  <a:pt x="4046" y="383"/>
                </a:lnTo>
                <a:lnTo>
                  <a:pt x="4045" y="383"/>
                </a:lnTo>
                <a:lnTo>
                  <a:pt x="4045" y="382"/>
                </a:lnTo>
                <a:lnTo>
                  <a:pt x="4046" y="382"/>
                </a:lnTo>
                <a:lnTo>
                  <a:pt x="4047" y="382"/>
                </a:lnTo>
                <a:lnTo>
                  <a:pt x="4047" y="383"/>
                </a:lnTo>
                <a:lnTo>
                  <a:pt x="4048" y="383"/>
                </a:lnTo>
                <a:lnTo>
                  <a:pt x="4049" y="383"/>
                </a:lnTo>
                <a:lnTo>
                  <a:pt x="4049" y="382"/>
                </a:lnTo>
                <a:lnTo>
                  <a:pt x="4050" y="382"/>
                </a:lnTo>
                <a:lnTo>
                  <a:pt x="4049" y="382"/>
                </a:lnTo>
                <a:lnTo>
                  <a:pt x="4050" y="382"/>
                </a:lnTo>
                <a:lnTo>
                  <a:pt x="4050" y="381"/>
                </a:lnTo>
                <a:lnTo>
                  <a:pt x="4051" y="382"/>
                </a:lnTo>
                <a:lnTo>
                  <a:pt x="4052" y="382"/>
                </a:lnTo>
                <a:lnTo>
                  <a:pt x="4052" y="381"/>
                </a:lnTo>
                <a:lnTo>
                  <a:pt x="4052" y="382"/>
                </a:lnTo>
                <a:lnTo>
                  <a:pt x="4053" y="382"/>
                </a:lnTo>
                <a:lnTo>
                  <a:pt x="4053" y="383"/>
                </a:lnTo>
                <a:lnTo>
                  <a:pt x="4053" y="382"/>
                </a:lnTo>
                <a:lnTo>
                  <a:pt x="4054" y="382"/>
                </a:lnTo>
                <a:lnTo>
                  <a:pt x="4053" y="381"/>
                </a:lnTo>
                <a:lnTo>
                  <a:pt x="4054" y="381"/>
                </a:lnTo>
                <a:lnTo>
                  <a:pt x="4055" y="381"/>
                </a:lnTo>
                <a:lnTo>
                  <a:pt x="4055" y="380"/>
                </a:lnTo>
                <a:lnTo>
                  <a:pt x="4054" y="380"/>
                </a:lnTo>
                <a:lnTo>
                  <a:pt x="4054" y="379"/>
                </a:lnTo>
                <a:lnTo>
                  <a:pt x="4054" y="378"/>
                </a:lnTo>
                <a:lnTo>
                  <a:pt x="4054" y="377"/>
                </a:lnTo>
                <a:lnTo>
                  <a:pt x="4055" y="377"/>
                </a:lnTo>
                <a:lnTo>
                  <a:pt x="4056" y="377"/>
                </a:lnTo>
                <a:lnTo>
                  <a:pt x="4057" y="377"/>
                </a:lnTo>
                <a:lnTo>
                  <a:pt x="4058" y="377"/>
                </a:lnTo>
                <a:lnTo>
                  <a:pt x="4058" y="376"/>
                </a:lnTo>
                <a:lnTo>
                  <a:pt x="4058" y="375"/>
                </a:lnTo>
                <a:lnTo>
                  <a:pt x="4059" y="375"/>
                </a:lnTo>
                <a:lnTo>
                  <a:pt x="4060" y="375"/>
                </a:lnTo>
                <a:lnTo>
                  <a:pt x="4060" y="374"/>
                </a:lnTo>
                <a:lnTo>
                  <a:pt x="4061" y="374"/>
                </a:lnTo>
                <a:lnTo>
                  <a:pt x="4061" y="375"/>
                </a:lnTo>
                <a:lnTo>
                  <a:pt x="4061" y="374"/>
                </a:lnTo>
                <a:lnTo>
                  <a:pt x="4060" y="374"/>
                </a:lnTo>
                <a:lnTo>
                  <a:pt x="4061" y="374"/>
                </a:lnTo>
                <a:lnTo>
                  <a:pt x="4062" y="374"/>
                </a:lnTo>
                <a:lnTo>
                  <a:pt x="4062" y="373"/>
                </a:lnTo>
                <a:lnTo>
                  <a:pt x="4061" y="373"/>
                </a:lnTo>
                <a:lnTo>
                  <a:pt x="4061" y="372"/>
                </a:lnTo>
                <a:lnTo>
                  <a:pt x="4062" y="372"/>
                </a:lnTo>
                <a:lnTo>
                  <a:pt x="4063" y="372"/>
                </a:lnTo>
                <a:lnTo>
                  <a:pt x="4064" y="372"/>
                </a:lnTo>
                <a:lnTo>
                  <a:pt x="4065" y="372"/>
                </a:lnTo>
                <a:lnTo>
                  <a:pt x="4066" y="372"/>
                </a:lnTo>
                <a:lnTo>
                  <a:pt x="4065" y="372"/>
                </a:lnTo>
                <a:lnTo>
                  <a:pt x="4065" y="371"/>
                </a:lnTo>
                <a:lnTo>
                  <a:pt x="4066" y="371"/>
                </a:lnTo>
                <a:lnTo>
                  <a:pt x="4067" y="371"/>
                </a:lnTo>
                <a:lnTo>
                  <a:pt x="4066" y="371"/>
                </a:lnTo>
                <a:lnTo>
                  <a:pt x="4066" y="370"/>
                </a:lnTo>
                <a:lnTo>
                  <a:pt x="4067" y="370"/>
                </a:lnTo>
                <a:lnTo>
                  <a:pt x="4067" y="371"/>
                </a:lnTo>
                <a:lnTo>
                  <a:pt x="4067" y="370"/>
                </a:lnTo>
                <a:lnTo>
                  <a:pt x="4068" y="370"/>
                </a:lnTo>
                <a:lnTo>
                  <a:pt x="4068" y="371"/>
                </a:lnTo>
                <a:lnTo>
                  <a:pt x="4069" y="371"/>
                </a:lnTo>
                <a:lnTo>
                  <a:pt x="4069" y="370"/>
                </a:lnTo>
                <a:lnTo>
                  <a:pt x="4070" y="370"/>
                </a:lnTo>
                <a:lnTo>
                  <a:pt x="4071" y="370"/>
                </a:lnTo>
                <a:lnTo>
                  <a:pt x="4071" y="369"/>
                </a:lnTo>
                <a:lnTo>
                  <a:pt x="4072" y="369"/>
                </a:lnTo>
                <a:lnTo>
                  <a:pt x="4073" y="369"/>
                </a:lnTo>
                <a:lnTo>
                  <a:pt x="4073" y="370"/>
                </a:lnTo>
                <a:lnTo>
                  <a:pt x="4074" y="370"/>
                </a:lnTo>
                <a:lnTo>
                  <a:pt x="4074" y="369"/>
                </a:lnTo>
                <a:lnTo>
                  <a:pt x="4074" y="370"/>
                </a:lnTo>
                <a:lnTo>
                  <a:pt x="4075" y="370"/>
                </a:lnTo>
                <a:lnTo>
                  <a:pt x="4076" y="370"/>
                </a:lnTo>
                <a:lnTo>
                  <a:pt x="4076" y="369"/>
                </a:lnTo>
                <a:lnTo>
                  <a:pt x="4077" y="369"/>
                </a:lnTo>
                <a:lnTo>
                  <a:pt x="4077" y="370"/>
                </a:lnTo>
                <a:lnTo>
                  <a:pt x="4078" y="370"/>
                </a:lnTo>
                <a:lnTo>
                  <a:pt x="4078" y="369"/>
                </a:lnTo>
                <a:lnTo>
                  <a:pt x="4079" y="369"/>
                </a:lnTo>
                <a:lnTo>
                  <a:pt x="4080" y="369"/>
                </a:lnTo>
                <a:lnTo>
                  <a:pt x="4081" y="369"/>
                </a:lnTo>
                <a:lnTo>
                  <a:pt x="4082" y="369"/>
                </a:lnTo>
                <a:lnTo>
                  <a:pt x="4081" y="369"/>
                </a:lnTo>
                <a:lnTo>
                  <a:pt x="4082" y="369"/>
                </a:lnTo>
                <a:lnTo>
                  <a:pt x="4082" y="368"/>
                </a:lnTo>
                <a:lnTo>
                  <a:pt x="4083" y="368"/>
                </a:lnTo>
                <a:lnTo>
                  <a:pt x="4084" y="368"/>
                </a:lnTo>
                <a:lnTo>
                  <a:pt x="4085" y="368"/>
                </a:lnTo>
                <a:lnTo>
                  <a:pt x="4085" y="369"/>
                </a:lnTo>
                <a:lnTo>
                  <a:pt x="4086" y="369"/>
                </a:lnTo>
                <a:lnTo>
                  <a:pt x="4086" y="368"/>
                </a:lnTo>
                <a:lnTo>
                  <a:pt x="4087" y="368"/>
                </a:lnTo>
                <a:lnTo>
                  <a:pt x="4088" y="368"/>
                </a:lnTo>
                <a:lnTo>
                  <a:pt x="4089" y="368"/>
                </a:lnTo>
                <a:lnTo>
                  <a:pt x="4089" y="367"/>
                </a:lnTo>
                <a:lnTo>
                  <a:pt x="4090" y="367"/>
                </a:lnTo>
                <a:lnTo>
                  <a:pt x="4089" y="367"/>
                </a:lnTo>
                <a:lnTo>
                  <a:pt x="4090" y="367"/>
                </a:lnTo>
                <a:lnTo>
                  <a:pt x="4091" y="367"/>
                </a:lnTo>
                <a:lnTo>
                  <a:pt x="4092" y="367"/>
                </a:lnTo>
                <a:lnTo>
                  <a:pt x="4093" y="367"/>
                </a:lnTo>
                <a:lnTo>
                  <a:pt x="4093" y="366"/>
                </a:lnTo>
                <a:lnTo>
                  <a:pt x="4094" y="366"/>
                </a:lnTo>
                <a:lnTo>
                  <a:pt x="4095" y="366"/>
                </a:lnTo>
                <a:lnTo>
                  <a:pt x="4096" y="366"/>
                </a:lnTo>
                <a:lnTo>
                  <a:pt x="4097" y="366"/>
                </a:lnTo>
                <a:lnTo>
                  <a:pt x="4098" y="366"/>
                </a:lnTo>
                <a:lnTo>
                  <a:pt x="4099" y="366"/>
                </a:lnTo>
                <a:lnTo>
                  <a:pt x="4098" y="366"/>
                </a:lnTo>
                <a:lnTo>
                  <a:pt x="4099" y="367"/>
                </a:lnTo>
                <a:lnTo>
                  <a:pt x="4099" y="366"/>
                </a:lnTo>
                <a:lnTo>
                  <a:pt x="4100" y="366"/>
                </a:lnTo>
                <a:lnTo>
                  <a:pt x="4100" y="367"/>
                </a:lnTo>
                <a:lnTo>
                  <a:pt x="4099" y="367"/>
                </a:lnTo>
                <a:lnTo>
                  <a:pt x="4100" y="367"/>
                </a:lnTo>
                <a:lnTo>
                  <a:pt x="4101" y="367"/>
                </a:lnTo>
                <a:lnTo>
                  <a:pt x="4102" y="367"/>
                </a:lnTo>
                <a:lnTo>
                  <a:pt x="4103" y="366"/>
                </a:lnTo>
                <a:lnTo>
                  <a:pt x="4104" y="366"/>
                </a:lnTo>
                <a:lnTo>
                  <a:pt x="4105" y="366"/>
                </a:lnTo>
                <a:lnTo>
                  <a:pt x="4105" y="367"/>
                </a:lnTo>
                <a:lnTo>
                  <a:pt x="4105" y="366"/>
                </a:lnTo>
                <a:lnTo>
                  <a:pt x="4106" y="366"/>
                </a:lnTo>
                <a:lnTo>
                  <a:pt x="4107" y="366"/>
                </a:lnTo>
                <a:lnTo>
                  <a:pt x="4107" y="365"/>
                </a:lnTo>
                <a:lnTo>
                  <a:pt x="4107" y="366"/>
                </a:lnTo>
                <a:lnTo>
                  <a:pt x="4108" y="366"/>
                </a:lnTo>
                <a:lnTo>
                  <a:pt x="4109" y="366"/>
                </a:lnTo>
                <a:lnTo>
                  <a:pt x="4110" y="365"/>
                </a:lnTo>
                <a:lnTo>
                  <a:pt x="4111" y="365"/>
                </a:lnTo>
                <a:lnTo>
                  <a:pt x="4111" y="364"/>
                </a:lnTo>
                <a:lnTo>
                  <a:pt x="4112" y="364"/>
                </a:lnTo>
                <a:lnTo>
                  <a:pt x="4112" y="363"/>
                </a:lnTo>
                <a:lnTo>
                  <a:pt x="4112" y="362"/>
                </a:lnTo>
                <a:lnTo>
                  <a:pt x="4113" y="362"/>
                </a:lnTo>
                <a:lnTo>
                  <a:pt x="4113" y="361"/>
                </a:lnTo>
                <a:lnTo>
                  <a:pt x="4114" y="361"/>
                </a:lnTo>
                <a:lnTo>
                  <a:pt x="4115" y="362"/>
                </a:lnTo>
                <a:lnTo>
                  <a:pt x="4115" y="361"/>
                </a:lnTo>
                <a:lnTo>
                  <a:pt x="4116" y="360"/>
                </a:lnTo>
                <a:lnTo>
                  <a:pt x="4117" y="359"/>
                </a:lnTo>
                <a:lnTo>
                  <a:pt x="4117" y="358"/>
                </a:lnTo>
                <a:lnTo>
                  <a:pt x="4118" y="358"/>
                </a:lnTo>
                <a:lnTo>
                  <a:pt x="4118" y="357"/>
                </a:lnTo>
                <a:lnTo>
                  <a:pt x="4117" y="357"/>
                </a:lnTo>
                <a:lnTo>
                  <a:pt x="4118" y="357"/>
                </a:lnTo>
                <a:lnTo>
                  <a:pt x="4118" y="356"/>
                </a:lnTo>
                <a:lnTo>
                  <a:pt x="4117" y="356"/>
                </a:lnTo>
                <a:lnTo>
                  <a:pt x="4118" y="356"/>
                </a:lnTo>
                <a:lnTo>
                  <a:pt x="4119" y="356"/>
                </a:lnTo>
                <a:lnTo>
                  <a:pt x="4120" y="356"/>
                </a:lnTo>
                <a:lnTo>
                  <a:pt x="4121" y="356"/>
                </a:lnTo>
                <a:lnTo>
                  <a:pt x="4121" y="357"/>
                </a:lnTo>
                <a:lnTo>
                  <a:pt x="4122" y="357"/>
                </a:lnTo>
                <a:lnTo>
                  <a:pt x="4122" y="356"/>
                </a:lnTo>
                <a:lnTo>
                  <a:pt x="4123" y="355"/>
                </a:lnTo>
                <a:lnTo>
                  <a:pt x="4123" y="354"/>
                </a:lnTo>
                <a:lnTo>
                  <a:pt x="4124" y="354"/>
                </a:lnTo>
                <a:lnTo>
                  <a:pt x="4125" y="354"/>
                </a:lnTo>
                <a:lnTo>
                  <a:pt x="4125" y="353"/>
                </a:lnTo>
                <a:lnTo>
                  <a:pt x="4126" y="353"/>
                </a:lnTo>
                <a:lnTo>
                  <a:pt x="4126" y="354"/>
                </a:lnTo>
                <a:lnTo>
                  <a:pt x="4127" y="353"/>
                </a:lnTo>
                <a:lnTo>
                  <a:pt x="4127" y="352"/>
                </a:lnTo>
                <a:lnTo>
                  <a:pt x="4127" y="351"/>
                </a:lnTo>
                <a:lnTo>
                  <a:pt x="4127" y="350"/>
                </a:lnTo>
                <a:lnTo>
                  <a:pt x="4128" y="350"/>
                </a:lnTo>
                <a:lnTo>
                  <a:pt x="4129" y="350"/>
                </a:lnTo>
                <a:lnTo>
                  <a:pt x="4129" y="349"/>
                </a:lnTo>
                <a:lnTo>
                  <a:pt x="4129" y="348"/>
                </a:lnTo>
                <a:lnTo>
                  <a:pt x="4131" y="348"/>
                </a:lnTo>
                <a:lnTo>
                  <a:pt x="4131" y="347"/>
                </a:lnTo>
                <a:lnTo>
                  <a:pt x="4131" y="346"/>
                </a:lnTo>
                <a:lnTo>
                  <a:pt x="4130" y="346"/>
                </a:lnTo>
                <a:lnTo>
                  <a:pt x="4131" y="346"/>
                </a:lnTo>
                <a:lnTo>
                  <a:pt x="4131" y="345"/>
                </a:lnTo>
                <a:lnTo>
                  <a:pt x="4132" y="345"/>
                </a:lnTo>
                <a:lnTo>
                  <a:pt x="4133" y="345"/>
                </a:lnTo>
                <a:lnTo>
                  <a:pt x="4132" y="344"/>
                </a:lnTo>
                <a:lnTo>
                  <a:pt x="4131" y="343"/>
                </a:lnTo>
                <a:lnTo>
                  <a:pt x="4130" y="343"/>
                </a:lnTo>
                <a:lnTo>
                  <a:pt x="4129" y="343"/>
                </a:lnTo>
                <a:lnTo>
                  <a:pt x="4129" y="342"/>
                </a:lnTo>
                <a:lnTo>
                  <a:pt x="4130" y="341"/>
                </a:lnTo>
                <a:lnTo>
                  <a:pt x="4129" y="341"/>
                </a:lnTo>
                <a:lnTo>
                  <a:pt x="4130" y="341"/>
                </a:lnTo>
                <a:lnTo>
                  <a:pt x="4130" y="340"/>
                </a:lnTo>
                <a:lnTo>
                  <a:pt x="4131" y="340"/>
                </a:lnTo>
                <a:lnTo>
                  <a:pt x="4131" y="339"/>
                </a:lnTo>
                <a:lnTo>
                  <a:pt x="4131" y="338"/>
                </a:lnTo>
                <a:lnTo>
                  <a:pt x="4131" y="339"/>
                </a:lnTo>
                <a:lnTo>
                  <a:pt x="4132" y="339"/>
                </a:lnTo>
                <a:lnTo>
                  <a:pt x="4132" y="338"/>
                </a:lnTo>
                <a:lnTo>
                  <a:pt x="4131" y="338"/>
                </a:lnTo>
                <a:lnTo>
                  <a:pt x="4130" y="338"/>
                </a:lnTo>
                <a:lnTo>
                  <a:pt x="4131" y="337"/>
                </a:lnTo>
                <a:lnTo>
                  <a:pt x="4131" y="336"/>
                </a:lnTo>
                <a:lnTo>
                  <a:pt x="4130" y="336"/>
                </a:lnTo>
                <a:lnTo>
                  <a:pt x="4130" y="335"/>
                </a:lnTo>
                <a:lnTo>
                  <a:pt x="4132" y="335"/>
                </a:lnTo>
                <a:lnTo>
                  <a:pt x="4132" y="334"/>
                </a:lnTo>
                <a:lnTo>
                  <a:pt x="4132" y="333"/>
                </a:lnTo>
                <a:lnTo>
                  <a:pt x="4133" y="333"/>
                </a:lnTo>
                <a:lnTo>
                  <a:pt x="4134" y="333"/>
                </a:lnTo>
                <a:lnTo>
                  <a:pt x="4134" y="332"/>
                </a:lnTo>
                <a:lnTo>
                  <a:pt x="4135" y="332"/>
                </a:lnTo>
                <a:lnTo>
                  <a:pt x="4135" y="331"/>
                </a:lnTo>
                <a:lnTo>
                  <a:pt x="4134" y="331"/>
                </a:lnTo>
                <a:lnTo>
                  <a:pt x="4134" y="332"/>
                </a:lnTo>
                <a:lnTo>
                  <a:pt x="4133" y="332"/>
                </a:lnTo>
                <a:lnTo>
                  <a:pt x="4133" y="331"/>
                </a:lnTo>
                <a:lnTo>
                  <a:pt x="4134" y="331"/>
                </a:lnTo>
                <a:lnTo>
                  <a:pt x="4134" y="330"/>
                </a:lnTo>
                <a:lnTo>
                  <a:pt x="4134" y="329"/>
                </a:lnTo>
                <a:lnTo>
                  <a:pt x="4133" y="329"/>
                </a:lnTo>
                <a:lnTo>
                  <a:pt x="4134" y="329"/>
                </a:lnTo>
                <a:lnTo>
                  <a:pt x="4133" y="329"/>
                </a:lnTo>
                <a:lnTo>
                  <a:pt x="4133" y="328"/>
                </a:lnTo>
                <a:lnTo>
                  <a:pt x="4132" y="328"/>
                </a:lnTo>
                <a:lnTo>
                  <a:pt x="4131" y="328"/>
                </a:lnTo>
                <a:lnTo>
                  <a:pt x="4130" y="328"/>
                </a:lnTo>
                <a:lnTo>
                  <a:pt x="4129" y="328"/>
                </a:lnTo>
                <a:lnTo>
                  <a:pt x="4129" y="329"/>
                </a:lnTo>
                <a:lnTo>
                  <a:pt x="4129" y="328"/>
                </a:lnTo>
                <a:lnTo>
                  <a:pt x="4128" y="328"/>
                </a:lnTo>
                <a:lnTo>
                  <a:pt x="4128" y="329"/>
                </a:lnTo>
                <a:lnTo>
                  <a:pt x="4127" y="329"/>
                </a:lnTo>
                <a:lnTo>
                  <a:pt x="4127" y="328"/>
                </a:lnTo>
                <a:lnTo>
                  <a:pt x="4126" y="328"/>
                </a:lnTo>
                <a:lnTo>
                  <a:pt x="4126" y="327"/>
                </a:lnTo>
                <a:lnTo>
                  <a:pt x="4125" y="327"/>
                </a:lnTo>
                <a:lnTo>
                  <a:pt x="4125" y="328"/>
                </a:lnTo>
                <a:lnTo>
                  <a:pt x="4124" y="329"/>
                </a:lnTo>
                <a:lnTo>
                  <a:pt x="4123" y="329"/>
                </a:lnTo>
                <a:lnTo>
                  <a:pt x="4124" y="329"/>
                </a:lnTo>
                <a:lnTo>
                  <a:pt x="4123" y="329"/>
                </a:lnTo>
                <a:lnTo>
                  <a:pt x="4122" y="329"/>
                </a:lnTo>
                <a:lnTo>
                  <a:pt x="4122" y="328"/>
                </a:lnTo>
                <a:lnTo>
                  <a:pt x="4122" y="327"/>
                </a:lnTo>
                <a:lnTo>
                  <a:pt x="4120" y="327"/>
                </a:lnTo>
                <a:lnTo>
                  <a:pt x="4119" y="327"/>
                </a:lnTo>
                <a:lnTo>
                  <a:pt x="4119" y="328"/>
                </a:lnTo>
                <a:lnTo>
                  <a:pt x="4118" y="329"/>
                </a:lnTo>
                <a:lnTo>
                  <a:pt x="4117" y="329"/>
                </a:lnTo>
                <a:lnTo>
                  <a:pt x="4116" y="329"/>
                </a:lnTo>
                <a:lnTo>
                  <a:pt x="4117" y="328"/>
                </a:lnTo>
                <a:lnTo>
                  <a:pt x="4118" y="328"/>
                </a:lnTo>
                <a:lnTo>
                  <a:pt x="4118" y="327"/>
                </a:lnTo>
                <a:lnTo>
                  <a:pt x="4117" y="328"/>
                </a:lnTo>
                <a:lnTo>
                  <a:pt x="4116" y="328"/>
                </a:lnTo>
                <a:lnTo>
                  <a:pt x="4115" y="328"/>
                </a:lnTo>
                <a:lnTo>
                  <a:pt x="4114" y="328"/>
                </a:lnTo>
                <a:lnTo>
                  <a:pt x="4114" y="327"/>
                </a:lnTo>
                <a:lnTo>
                  <a:pt x="4115" y="327"/>
                </a:lnTo>
                <a:lnTo>
                  <a:pt x="4116" y="327"/>
                </a:lnTo>
                <a:lnTo>
                  <a:pt x="4116" y="326"/>
                </a:lnTo>
                <a:lnTo>
                  <a:pt x="4115" y="326"/>
                </a:lnTo>
                <a:lnTo>
                  <a:pt x="4114" y="326"/>
                </a:lnTo>
                <a:lnTo>
                  <a:pt x="4114" y="325"/>
                </a:lnTo>
                <a:lnTo>
                  <a:pt x="4113" y="325"/>
                </a:lnTo>
                <a:lnTo>
                  <a:pt x="4113" y="326"/>
                </a:lnTo>
                <a:lnTo>
                  <a:pt x="4112" y="326"/>
                </a:lnTo>
                <a:lnTo>
                  <a:pt x="4112" y="325"/>
                </a:lnTo>
                <a:lnTo>
                  <a:pt x="4112" y="324"/>
                </a:lnTo>
                <a:lnTo>
                  <a:pt x="4113" y="324"/>
                </a:lnTo>
                <a:lnTo>
                  <a:pt x="4113" y="323"/>
                </a:lnTo>
                <a:lnTo>
                  <a:pt x="4114" y="323"/>
                </a:lnTo>
                <a:lnTo>
                  <a:pt x="4114" y="322"/>
                </a:lnTo>
                <a:lnTo>
                  <a:pt x="4115" y="322"/>
                </a:lnTo>
                <a:lnTo>
                  <a:pt x="4115" y="321"/>
                </a:lnTo>
                <a:lnTo>
                  <a:pt x="4116" y="321"/>
                </a:lnTo>
                <a:lnTo>
                  <a:pt x="4116" y="322"/>
                </a:lnTo>
                <a:lnTo>
                  <a:pt x="4117" y="321"/>
                </a:lnTo>
                <a:lnTo>
                  <a:pt x="4118" y="321"/>
                </a:lnTo>
                <a:lnTo>
                  <a:pt x="4118" y="322"/>
                </a:lnTo>
                <a:lnTo>
                  <a:pt x="4119" y="322"/>
                </a:lnTo>
                <a:lnTo>
                  <a:pt x="4119" y="323"/>
                </a:lnTo>
                <a:lnTo>
                  <a:pt x="4120" y="323"/>
                </a:lnTo>
                <a:lnTo>
                  <a:pt x="4120" y="322"/>
                </a:lnTo>
                <a:lnTo>
                  <a:pt x="4119" y="322"/>
                </a:lnTo>
                <a:lnTo>
                  <a:pt x="4119" y="321"/>
                </a:lnTo>
                <a:lnTo>
                  <a:pt x="4120" y="321"/>
                </a:lnTo>
                <a:lnTo>
                  <a:pt x="4121" y="321"/>
                </a:lnTo>
                <a:lnTo>
                  <a:pt x="4121" y="320"/>
                </a:lnTo>
                <a:lnTo>
                  <a:pt x="4120" y="320"/>
                </a:lnTo>
                <a:lnTo>
                  <a:pt x="4120" y="319"/>
                </a:lnTo>
                <a:lnTo>
                  <a:pt x="4121" y="319"/>
                </a:lnTo>
                <a:lnTo>
                  <a:pt x="4122" y="319"/>
                </a:lnTo>
                <a:lnTo>
                  <a:pt x="4123" y="319"/>
                </a:lnTo>
                <a:lnTo>
                  <a:pt x="4123" y="318"/>
                </a:lnTo>
                <a:lnTo>
                  <a:pt x="4122" y="318"/>
                </a:lnTo>
                <a:lnTo>
                  <a:pt x="4122" y="317"/>
                </a:lnTo>
                <a:lnTo>
                  <a:pt x="4123" y="317"/>
                </a:lnTo>
                <a:lnTo>
                  <a:pt x="4124" y="317"/>
                </a:lnTo>
                <a:lnTo>
                  <a:pt x="4124" y="316"/>
                </a:lnTo>
                <a:lnTo>
                  <a:pt x="4124" y="315"/>
                </a:lnTo>
                <a:lnTo>
                  <a:pt x="4124" y="314"/>
                </a:lnTo>
                <a:lnTo>
                  <a:pt x="4123" y="314"/>
                </a:lnTo>
                <a:lnTo>
                  <a:pt x="4122" y="314"/>
                </a:lnTo>
                <a:lnTo>
                  <a:pt x="4122" y="313"/>
                </a:lnTo>
                <a:lnTo>
                  <a:pt x="4124" y="313"/>
                </a:lnTo>
                <a:lnTo>
                  <a:pt x="4124" y="312"/>
                </a:lnTo>
                <a:lnTo>
                  <a:pt x="4124" y="311"/>
                </a:lnTo>
                <a:lnTo>
                  <a:pt x="4125" y="311"/>
                </a:lnTo>
                <a:lnTo>
                  <a:pt x="4125" y="310"/>
                </a:lnTo>
                <a:lnTo>
                  <a:pt x="4124" y="310"/>
                </a:lnTo>
                <a:lnTo>
                  <a:pt x="4124" y="309"/>
                </a:lnTo>
                <a:lnTo>
                  <a:pt x="4125" y="309"/>
                </a:lnTo>
                <a:lnTo>
                  <a:pt x="4126" y="309"/>
                </a:lnTo>
                <a:lnTo>
                  <a:pt x="4126" y="308"/>
                </a:lnTo>
                <a:lnTo>
                  <a:pt x="4125" y="307"/>
                </a:lnTo>
                <a:lnTo>
                  <a:pt x="4125" y="308"/>
                </a:lnTo>
                <a:lnTo>
                  <a:pt x="4125" y="307"/>
                </a:lnTo>
                <a:lnTo>
                  <a:pt x="4124" y="307"/>
                </a:lnTo>
                <a:lnTo>
                  <a:pt x="4125" y="307"/>
                </a:lnTo>
                <a:lnTo>
                  <a:pt x="4125" y="306"/>
                </a:lnTo>
                <a:lnTo>
                  <a:pt x="4126" y="306"/>
                </a:lnTo>
                <a:lnTo>
                  <a:pt x="4127" y="306"/>
                </a:lnTo>
                <a:lnTo>
                  <a:pt x="4127" y="305"/>
                </a:lnTo>
                <a:lnTo>
                  <a:pt x="4127" y="304"/>
                </a:lnTo>
                <a:lnTo>
                  <a:pt x="4126" y="304"/>
                </a:lnTo>
                <a:lnTo>
                  <a:pt x="4126" y="303"/>
                </a:lnTo>
                <a:lnTo>
                  <a:pt x="4127" y="302"/>
                </a:lnTo>
                <a:lnTo>
                  <a:pt x="4128" y="302"/>
                </a:lnTo>
                <a:lnTo>
                  <a:pt x="4129" y="302"/>
                </a:lnTo>
                <a:lnTo>
                  <a:pt x="4130" y="301"/>
                </a:lnTo>
                <a:lnTo>
                  <a:pt x="4131" y="301"/>
                </a:lnTo>
                <a:lnTo>
                  <a:pt x="4131" y="300"/>
                </a:lnTo>
                <a:lnTo>
                  <a:pt x="4130" y="300"/>
                </a:lnTo>
                <a:lnTo>
                  <a:pt x="4130" y="299"/>
                </a:lnTo>
                <a:lnTo>
                  <a:pt x="4131" y="299"/>
                </a:lnTo>
                <a:lnTo>
                  <a:pt x="4131" y="300"/>
                </a:lnTo>
                <a:lnTo>
                  <a:pt x="4132" y="300"/>
                </a:lnTo>
                <a:lnTo>
                  <a:pt x="4133" y="300"/>
                </a:lnTo>
                <a:lnTo>
                  <a:pt x="4134" y="299"/>
                </a:lnTo>
                <a:lnTo>
                  <a:pt x="4134" y="298"/>
                </a:lnTo>
                <a:lnTo>
                  <a:pt x="4135" y="297"/>
                </a:lnTo>
                <a:lnTo>
                  <a:pt x="4136" y="297"/>
                </a:lnTo>
                <a:lnTo>
                  <a:pt x="4136" y="296"/>
                </a:lnTo>
                <a:lnTo>
                  <a:pt x="4135" y="296"/>
                </a:lnTo>
                <a:lnTo>
                  <a:pt x="4134" y="295"/>
                </a:lnTo>
                <a:lnTo>
                  <a:pt x="4135" y="295"/>
                </a:lnTo>
                <a:lnTo>
                  <a:pt x="4137" y="295"/>
                </a:lnTo>
                <a:lnTo>
                  <a:pt x="4138" y="294"/>
                </a:lnTo>
                <a:lnTo>
                  <a:pt x="4139" y="294"/>
                </a:lnTo>
                <a:lnTo>
                  <a:pt x="4139" y="295"/>
                </a:lnTo>
                <a:lnTo>
                  <a:pt x="4140" y="294"/>
                </a:lnTo>
                <a:lnTo>
                  <a:pt x="4141" y="294"/>
                </a:lnTo>
                <a:lnTo>
                  <a:pt x="4141" y="292"/>
                </a:lnTo>
                <a:lnTo>
                  <a:pt x="4142" y="292"/>
                </a:lnTo>
                <a:lnTo>
                  <a:pt x="4142" y="291"/>
                </a:lnTo>
                <a:lnTo>
                  <a:pt x="4143" y="291"/>
                </a:lnTo>
                <a:lnTo>
                  <a:pt x="4143" y="290"/>
                </a:lnTo>
                <a:lnTo>
                  <a:pt x="4144" y="290"/>
                </a:lnTo>
                <a:lnTo>
                  <a:pt x="4144" y="289"/>
                </a:lnTo>
                <a:lnTo>
                  <a:pt x="4145" y="289"/>
                </a:lnTo>
                <a:lnTo>
                  <a:pt x="4145" y="288"/>
                </a:lnTo>
                <a:lnTo>
                  <a:pt x="4146" y="288"/>
                </a:lnTo>
                <a:lnTo>
                  <a:pt x="4145" y="287"/>
                </a:lnTo>
                <a:lnTo>
                  <a:pt x="4146" y="287"/>
                </a:lnTo>
                <a:lnTo>
                  <a:pt x="4146" y="286"/>
                </a:lnTo>
                <a:lnTo>
                  <a:pt x="4145" y="286"/>
                </a:lnTo>
                <a:lnTo>
                  <a:pt x="4145" y="285"/>
                </a:lnTo>
                <a:lnTo>
                  <a:pt x="4146" y="285"/>
                </a:lnTo>
                <a:lnTo>
                  <a:pt x="4146" y="284"/>
                </a:lnTo>
                <a:lnTo>
                  <a:pt x="4148" y="284"/>
                </a:lnTo>
                <a:lnTo>
                  <a:pt x="4147" y="284"/>
                </a:lnTo>
                <a:lnTo>
                  <a:pt x="4147" y="283"/>
                </a:lnTo>
                <a:lnTo>
                  <a:pt x="4146" y="282"/>
                </a:lnTo>
                <a:lnTo>
                  <a:pt x="4147" y="282"/>
                </a:lnTo>
                <a:lnTo>
                  <a:pt x="4147" y="281"/>
                </a:lnTo>
                <a:lnTo>
                  <a:pt x="4146" y="281"/>
                </a:lnTo>
                <a:lnTo>
                  <a:pt x="4146" y="280"/>
                </a:lnTo>
                <a:lnTo>
                  <a:pt x="4145" y="280"/>
                </a:lnTo>
                <a:lnTo>
                  <a:pt x="4145" y="279"/>
                </a:lnTo>
                <a:lnTo>
                  <a:pt x="4145" y="278"/>
                </a:lnTo>
                <a:lnTo>
                  <a:pt x="4146" y="278"/>
                </a:lnTo>
                <a:lnTo>
                  <a:pt x="4146" y="277"/>
                </a:lnTo>
                <a:lnTo>
                  <a:pt x="4146" y="276"/>
                </a:lnTo>
                <a:lnTo>
                  <a:pt x="4145" y="276"/>
                </a:lnTo>
                <a:lnTo>
                  <a:pt x="4145" y="275"/>
                </a:lnTo>
                <a:lnTo>
                  <a:pt x="4145" y="274"/>
                </a:lnTo>
                <a:lnTo>
                  <a:pt x="4146" y="274"/>
                </a:lnTo>
                <a:lnTo>
                  <a:pt x="4147" y="274"/>
                </a:lnTo>
                <a:lnTo>
                  <a:pt x="4147" y="273"/>
                </a:lnTo>
                <a:lnTo>
                  <a:pt x="4147" y="272"/>
                </a:lnTo>
                <a:lnTo>
                  <a:pt x="4148" y="272"/>
                </a:lnTo>
                <a:lnTo>
                  <a:pt x="4148" y="271"/>
                </a:lnTo>
                <a:lnTo>
                  <a:pt x="4149" y="271"/>
                </a:lnTo>
                <a:lnTo>
                  <a:pt x="4150" y="271"/>
                </a:lnTo>
                <a:lnTo>
                  <a:pt x="4150" y="270"/>
                </a:lnTo>
                <a:lnTo>
                  <a:pt x="4151" y="270"/>
                </a:lnTo>
                <a:lnTo>
                  <a:pt x="4151" y="269"/>
                </a:lnTo>
                <a:lnTo>
                  <a:pt x="4152" y="269"/>
                </a:lnTo>
                <a:lnTo>
                  <a:pt x="4152" y="268"/>
                </a:lnTo>
                <a:lnTo>
                  <a:pt x="4153" y="267"/>
                </a:lnTo>
                <a:lnTo>
                  <a:pt x="4153" y="266"/>
                </a:lnTo>
                <a:lnTo>
                  <a:pt x="4154" y="266"/>
                </a:lnTo>
                <a:lnTo>
                  <a:pt x="4154" y="265"/>
                </a:lnTo>
                <a:lnTo>
                  <a:pt x="4154" y="264"/>
                </a:lnTo>
                <a:lnTo>
                  <a:pt x="4155" y="264"/>
                </a:lnTo>
                <a:lnTo>
                  <a:pt x="4155" y="263"/>
                </a:lnTo>
                <a:lnTo>
                  <a:pt x="4156" y="263"/>
                </a:lnTo>
                <a:lnTo>
                  <a:pt x="4157" y="263"/>
                </a:lnTo>
                <a:lnTo>
                  <a:pt x="4157" y="262"/>
                </a:lnTo>
                <a:lnTo>
                  <a:pt x="4157" y="261"/>
                </a:lnTo>
                <a:lnTo>
                  <a:pt x="4158" y="261"/>
                </a:lnTo>
                <a:lnTo>
                  <a:pt x="4159" y="261"/>
                </a:lnTo>
                <a:lnTo>
                  <a:pt x="4160" y="261"/>
                </a:lnTo>
                <a:lnTo>
                  <a:pt x="4161" y="261"/>
                </a:lnTo>
                <a:lnTo>
                  <a:pt x="4162" y="261"/>
                </a:lnTo>
                <a:lnTo>
                  <a:pt x="4162" y="260"/>
                </a:lnTo>
                <a:lnTo>
                  <a:pt x="4163" y="260"/>
                </a:lnTo>
                <a:lnTo>
                  <a:pt x="4163" y="259"/>
                </a:lnTo>
                <a:lnTo>
                  <a:pt x="4162" y="259"/>
                </a:lnTo>
                <a:lnTo>
                  <a:pt x="4163" y="259"/>
                </a:lnTo>
                <a:lnTo>
                  <a:pt x="4164" y="258"/>
                </a:lnTo>
                <a:lnTo>
                  <a:pt x="4165" y="258"/>
                </a:lnTo>
                <a:lnTo>
                  <a:pt x="4165" y="257"/>
                </a:lnTo>
                <a:lnTo>
                  <a:pt x="4166" y="257"/>
                </a:lnTo>
                <a:lnTo>
                  <a:pt x="4166" y="256"/>
                </a:lnTo>
                <a:lnTo>
                  <a:pt x="4166" y="255"/>
                </a:lnTo>
                <a:lnTo>
                  <a:pt x="4165" y="255"/>
                </a:lnTo>
                <a:lnTo>
                  <a:pt x="4166" y="255"/>
                </a:lnTo>
                <a:lnTo>
                  <a:pt x="4167" y="255"/>
                </a:lnTo>
                <a:lnTo>
                  <a:pt x="4168" y="254"/>
                </a:lnTo>
                <a:lnTo>
                  <a:pt x="4167" y="254"/>
                </a:lnTo>
                <a:lnTo>
                  <a:pt x="4167" y="253"/>
                </a:lnTo>
                <a:lnTo>
                  <a:pt x="4168" y="253"/>
                </a:lnTo>
                <a:lnTo>
                  <a:pt x="4169" y="253"/>
                </a:lnTo>
                <a:lnTo>
                  <a:pt x="4169" y="252"/>
                </a:lnTo>
                <a:lnTo>
                  <a:pt x="4168" y="251"/>
                </a:lnTo>
                <a:lnTo>
                  <a:pt x="4168" y="250"/>
                </a:lnTo>
                <a:lnTo>
                  <a:pt x="4169" y="250"/>
                </a:lnTo>
                <a:lnTo>
                  <a:pt x="4170" y="250"/>
                </a:lnTo>
                <a:lnTo>
                  <a:pt x="4170" y="249"/>
                </a:lnTo>
                <a:lnTo>
                  <a:pt x="4170" y="248"/>
                </a:lnTo>
                <a:lnTo>
                  <a:pt x="4170" y="247"/>
                </a:lnTo>
                <a:lnTo>
                  <a:pt x="4171" y="247"/>
                </a:lnTo>
                <a:lnTo>
                  <a:pt x="4171" y="246"/>
                </a:lnTo>
                <a:lnTo>
                  <a:pt x="4170" y="246"/>
                </a:lnTo>
                <a:lnTo>
                  <a:pt x="4169" y="246"/>
                </a:lnTo>
                <a:lnTo>
                  <a:pt x="4169" y="245"/>
                </a:lnTo>
                <a:lnTo>
                  <a:pt x="4170" y="245"/>
                </a:lnTo>
                <a:lnTo>
                  <a:pt x="4171" y="245"/>
                </a:lnTo>
                <a:lnTo>
                  <a:pt x="4171" y="246"/>
                </a:lnTo>
                <a:lnTo>
                  <a:pt x="4171" y="245"/>
                </a:lnTo>
                <a:lnTo>
                  <a:pt x="4171" y="244"/>
                </a:lnTo>
                <a:lnTo>
                  <a:pt x="4170" y="244"/>
                </a:lnTo>
                <a:lnTo>
                  <a:pt x="4170" y="243"/>
                </a:lnTo>
                <a:lnTo>
                  <a:pt x="4170" y="242"/>
                </a:lnTo>
                <a:lnTo>
                  <a:pt x="4169" y="242"/>
                </a:lnTo>
                <a:lnTo>
                  <a:pt x="4169" y="241"/>
                </a:lnTo>
                <a:lnTo>
                  <a:pt x="4169" y="240"/>
                </a:lnTo>
                <a:lnTo>
                  <a:pt x="4170" y="240"/>
                </a:lnTo>
                <a:lnTo>
                  <a:pt x="4170" y="239"/>
                </a:lnTo>
                <a:lnTo>
                  <a:pt x="4171" y="239"/>
                </a:lnTo>
                <a:lnTo>
                  <a:pt x="4172" y="239"/>
                </a:lnTo>
                <a:lnTo>
                  <a:pt x="4172" y="240"/>
                </a:lnTo>
                <a:lnTo>
                  <a:pt x="4173" y="240"/>
                </a:lnTo>
                <a:lnTo>
                  <a:pt x="4174" y="240"/>
                </a:lnTo>
                <a:lnTo>
                  <a:pt x="4175" y="240"/>
                </a:lnTo>
                <a:lnTo>
                  <a:pt x="4175" y="239"/>
                </a:lnTo>
                <a:lnTo>
                  <a:pt x="4174" y="239"/>
                </a:lnTo>
                <a:lnTo>
                  <a:pt x="4173" y="238"/>
                </a:lnTo>
                <a:lnTo>
                  <a:pt x="4172" y="237"/>
                </a:lnTo>
                <a:lnTo>
                  <a:pt x="4173" y="236"/>
                </a:lnTo>
                <a:lnTo>
                  <a:pt x="4174" y="236"/>
                </a:lnTo>
                <a:lnTo>
                  <a:pt x="4175" y="236"/>
                </a:lnTo>
                <a:lnTo>
                  <a:pt x="4175" y="235"/>
                </a:lnTo>
                <a:lnTo>
                  <a:pt x="4174" y="235"/>
                </a:lnTo>
                <a:lnTo>
                  <a:pt x="4174" y="234"/>
                </a:lnTo>
                <a:lnTo>
                  <a:pt x="4173" y="234"/>
                </a:lnTo>
                <a:lnTo>
                  <a:pt x="4174" y="233"/>
                </a:lnTo>
                <a:lnTo>
                  <a:pt x="4175" y="233"/>
                </a:lnTo>
                <a:lnTo>
                  <a:pt x="4175" y="232"/>
                </a:lnTo>
                <a:lnTo>
                  <a:pt x="4176" y="232"/>
                </a:lnTo>
                <a:lnTo>
                  <a:pt x="4177" y="232"/>
                </a:lnTo>
                <a:lnTo>
                  <a:pt x="4178" y="232"/>
                </a:lnTo>
                <a:lnTo>
                  <a:pt x="4179" y="232"/>
                </a:lnTo>
                <a:lnTo>
                  <a:pt x="4180" y="232"/>
                </a:lnTo>
                <a:lnTo>
                  <a:pt x="4180" y="231"/>
                </a:lnTo>
                <a:lnTo>
                  <a:pt x="4180" y="230"/>
                </a:lnTo>
                <a:lnTo>
                  <a:pt x="4180" y="229"/>
                </a:lnTo>
                <a:lnTo>
                  <a:pt x="4180" y="228"/>
                </a:lnTo>
                <a:lnTo>
                  <a:pt x="4181" y="227"/>
                </a:lnTo>
                <a:lnTo>
                  <a:pt x="4182" y="227"/>
                </a:lnTo>
                <a:lnTo>
                  <a:pt x="4183" y="227"/>
                </a:lnTo>
                <a:lnTo>
                  <a:pt x="4184" y="227"/>
                </a:lnTo>
                <a:lnTo>
                  <a:pt x="4185" y="226"/>
                </a:lnTo>
                <a:lnTo>
                  <a:pt x="4186" y="226"/>
                </a:lnTo>
                <a:lnTo>
                  <a:pt x="4186" y="225"/>
                </a:lnTo>
                <a:lnTo>
                  <a:pt x="4185" y="225"/>
                </a:lnTo>
                <a:lnTo>
                  <a:pt x="4184" y="225"/>
                </a:lnTo>
                <a:lnTo>
                  <a:pt x="4184" y="224"/>
                </a:lnTo>
                <a:lnTo>
                  <a:pt x="4183" y="224"/>
                </a:lnTo>
                <a:lnTo>
                  <a:pt x="4182" y="223"/>
                </a:lnTo>
                <a:lnTo>
                  <a:pt x="4182" y="222"/>
                </a:lnTo>
                <a:lnTo>
                  <a:pt x="4183" y="222"/>
                </a:lnTo>
                <a:lnTo>
                  <a:pt x="4184" y="222"/>
                </a:lnTo>
                <a:lnTo>
                  <a:pt x="4185" y="222"/>
                </a:lnTo>
                <a:lnTo>
                  <a:pt x="4186" y="222"/>
                </a:lnTo>
                <a:lnTo>
                  <a:pt x="4187" y="222"/>
                </a:lnTo>
                <a:lnTo>
                  <a:pt x="4188" y="221"/>
                </a:lnTo>
                <a:lnTo>
                  <a:pt x="4188" y="220"/>
                </a:lnTo>
                <a:lnTo>
                  <a:pt x="4188" y="219"/>
                </a:lnTo>
                <a:lnTo>
                  <a:pt x="4188" y="218"/>
                </a:lnTo>
                <a:lnTo>
                  <a:pt x="4189" y="217"/>
                </a:lnTo>
                <a:lnTo>
                  <a:pt x="4190" y="216"/>
                </a:lnTo>
                <a:lnTo>
                  <a:pt x="4191" y="216"/>
                </a:lnTo>
                <a:lnTo>
                  <a:pt x="4191" y="215"/>
                </a:lnTo>
                <a:lnTo>
                  <a:pt x="4190" y="215"/>
                </a:lnTo>
                <a:lnTo>
                  <a:pt x="4190" y="214"/>
                </a:lnTo>
                <a:lnTo>
                  <a:pt x="4190" y="213"/>
                </a:lnTo>
                <a:lnTo>
                  <a:pt x="4189" y="213"/>
                </a:lnTo>
                <a:lnTo>
                  <a:pt x="4189" y="212"/>
                </a:lnTo>
                <a:lnTo>
                  <a:pt x="4190" y="212"/>
                </a:lnTo>
                <a:lnTo>
                  <a:pt x="4190" y="211"/>
                </a:lnTo>
                <a:lnTo>
                  <a:pt x="4189" y="211"/>
                </a:lnTo>
                <a:lnTo>
                  <a:pt x="4189" y="210"/>
                </a:lnTo>
                <a:lnTo>
                  <a:pt x="4190" y="210"/>
                </a:lnTo>
                <a:lnTo>
                  <a:pt x="4191" y="210"/>
                </a:lnTo>
                <a:lnTo>
                  <a:pt x="4191" y="209"/>
                </a:lnTo>
                <a:lnTo>
                  <a:pt x="4192" y="209"/>
                </a:lnTo>
                <a:lnTo>
                  <a:pt x="4193" y="208"/>
                </a:lnTo>
                <a:lnTo>
                  <a:pt x="4193" y="207"/>
                </a:lnTo>
                <a:lnTo>
                  <a:pt x="4193" y="206"/>
                </a:lnTo>
                <a:lnTo>
                  <a:pt x="4194" y="206"/>
                </a:lnTo>
                <a:lnTo>
                  <a:pt x="4195" y="206"/>
                </a:lnTo>
                <a:lnTo>
                  <a:pt x="4195" y="205"/>
                </a:lnTo>
                <a:lnTo>
                  <a:pt x="4195" y="204"/>
                </a:lnTo>
                <a:lnTo>
                  <a:pt x="4195" y="203"/>
                </a:lnTo>
                <a:lnTo>
                  <a:pt x="4194" y="203"/>
                </a:lnTo>
                <a:lnTo>
                  <a:pt x="4194" y="202"/>
                </a:lnTo>
                <a:lnTo>
                  <a:pt x="4194" y="201"/>
                </a:lnTo>
                <a:lnTo>
                  <a:pt x="4195" y="201"/>
                </a:lnTo>
                <a:lnTo>
                  <a:pt x="4195" y="200"/>
                </a:lnTo>
                <a:lnTo>
                  <a:pt x="4195" y="199"/>
                </a:lnTo>
                <a:lnTo>
                  <a:pt x="4196" y="199"/>
                </a:lnTo>
                <a:lnTo>
                  <a:pt x="4196" y="198"/>
                </a:lnTo>
                <a:lnTo>
                  <a:pt x="4196" y="197"/>
                </a:lnTo>
                <a:lnTo>
                  <a:pt x="4197" y="197"/>
                </a:lnTo>
                <a:lnTo>
                  <a:pt x="4197" y="196"/>
                </a:lnTo>
                <a:lnTo>
                  <a:pt x="4198" y="196"/>
                </a:lnTo>
                <a:lnTo>
                  <a:pt x="4199" y="196"/>
                </a:lnTo>
                <a:lnTo>
                  <a:pt x="4200" y="196"/>
                </a:lnTo>
                <a:lnTo>
                  <a:pt x="4200" y="195"/>
                </a:lnTo>
                <a:lnTo>
                  <a:pt x="4199" y="194"/>
                </a:lnTo>
                <a:lnTo>
                  <a:pt x="4199" y="193"/>
                </a:lnTo>
                <a:lnTo>
                  <a:pt x="4198" y="193"/>
                </a:lnTo>
                <a:lnTo>
                  <a:pt x="4199" y="193"/>
                </a:lnTo>
                <a:lnTo>
                  <a:pt x="4200" y="193"/>
                </a:lnTo>
                <a:lnTo>
                  <a:pt x="4201" y="193"/>
                </a:lnTo>
                <a:lnTo>
                  <a:pt x="4202" y="193"/>
                </a:lnTo>
                <a:lnTo>
                  <a:pt x="4203" y="193"/>
                </a:lnTo>
                <a:lnTo>
                  <a:pt x="4204" y="193"/>
                </a:lnTo>
                <a:lnTo>
                  <a:pt x="4205" y="193"/>
                </a:lnTo>
                <a:lnTo>
                  <a:pt x="4206" y="193"/>
                </a:lnTo>
                <a:lnTo>
                  <a:pt x="4207" y="193"/>
                </a:lnTo>
                <a:lnTo>
                  <a:pt x="4207" y="192"/>
                </a:lnTo>
                <a:lnTo>
                  <a:pt x="4208" y="192"/>
                </a:lnTo>
                <a:lnTo>
                  <a:pt x="4208" y="191"/>
                </a:lnTo>
                <a:lnTo>
                  <a:pt x="4209" y="191"/>
                </a:lnTo>
                <a:lnTo>
                  <a:pt x="4209" y="190"/>
                </a:lnTo>
                <a:lnTo>
                  <a:pt x="4210" y="190"/>
                </a:lnTo>
                <a:lnTo>
                  <a:pt x="4210" y="189"/>
                </a:lnTo>
                <a:lnTo>
                  <a:pt x="4211" y="189"/>
                </a:lnTo>
                <a:lnTo>
                  <a:pt x="4211" y="188"/>
                </a:lnTo>
                <a:lnTo>
                  <a:pt x="4212" y="188"/>
                </a:lnTo>
                <a:lnTo>
                  <a:pt x="4213" y="188"/>
                </a:lnTo>
                <a:lnTo>
                  <a:pt x="4214" y="188"/>
                </a:lnTo>
                <a:lnTo>
                  <a:pt x="4214" y="187"/>
                </a:lnTo>
                <a:lnTo>
                  <a:pt x="4214" y="186"/>
                </a:lnTo>
                <a:lnTo>
                  <a:pt x="4215" y="186"/>
                </a:lnTo>
                <a:lnTo>
                  <a:pt x="4215" y="185"/>
                </a:lnTo>
                <a:lnTo>
                  <a:pt x="4216" y="185"/>
                </a:lnTo>
                <a:lnTo>
                  <a:pt x="4216" y="186"/>
                </a:lnTo>
                <a:lnTo>
                  <a:pt x="4217" y="186"/>
                </a:lnTo>
                <a:lnTo>
                  <a:pt x="4217" y="185"/>
                </a:lnTo>
                <a:lnTo>
                  <a:pt x="4217" y="184"/>
                </a:lnTo>
                <a:lnTo>
                  <a:pt x="4218" y="184"/>
                </a:lnTo>
                <a:lnTo>
                  <a:pt x="4218" y="183"/>
                </a:lnTo>
                <a:lnTo>
                  <a:pt x="4219" y="182"/>
                </a:lnTo>
                <a:lnTo>
                  <a:pt x="4220" y="182"/>
                </a:lnTo>
                <a:lnTo>
                  <a:pt x="4221" y="182"/>
                </a:lnTo>
                <a:lnTo>
                  <a:pt x="4223" y="182"/>
                </a:lnTo>
                <a:lnTo>
                  <a:pt x="4223" y="181"/>
                </a:lnTo>
                <a:lnTo>
                  <a:pt x="4224" y="181"/>
                </a:lnTo>
                <a:lnTo>
                  <a:pt x="4224" y="180"/>
                </a:lnTo>
                <a:lnTo>
                  <a:pt x="4225" y="180"/>
                </a:lnTo>
                <a:lnTo>
                  <a:pt x="4225" y="179"/>
                </a:lnTo>
                <a:lnTo>
                  <a:pt x="4227" y="179"/>
                </a:lnTo>
                <a:lnTo>
                  <a:pt x="4227" y="178"/>
                </a:lnTo>
                <a:lnTo>
                  <a:pt x="4226" y="178"/>
                </a:lnTo>
                <a:lnTo>
                  <a:pt x="4226" y="177"/>
                </a:lnTo>
                <a:lnTo>
                  <a:pt x="4227" y="177"/>
                </a:lnTo>
                <a:lnTo>
                  <a:pt x="4228" y="177"/>
                </a:lnTo>
                <a:lnTo>
                  <a:pt x="4229" y="177"/>
                </a:lnTo>
                <a:lnTo>
                  <a:pt x="4230" y="177"/>
                </a:lnTo>
                <a:lnTo>
                  <a:pt x="4230" y="176"/>
                </a:lnTo>
                <a:lnTo>
                  <a:pt x="4231" y="176"/>
                </a:lnTo>
                <a:lnTo>
                  <a:pt x="4232" y="176"/>
                </a:lnTo>
                <a:lnTo>
                  <a:pt x="4233" y="176"/>
                </a:lnTo>
                <a:lnTo>
                  <a:pt x="4233" y="175"/>
                </a:lnTo>
                <a:lnTo>
                  <a:pt x="4234" y="175"/>
                </a:lnTo>
                <a:lnTo>
                  <a:pt x="4234" y="174"/>
                </a:lnTo>
                <a:lnTo>
                  <a:pt x="4234" y="173"/>
                </a:lnTo>
                <a:lnTo>
                  <a:pt x="4233" y="173"/>
                </a:lnTo>
                <a:lnTo>
                  <a:pt x="4233" y="172"/>
                </a:lnTo>
                <a:lnTo>
                  <a:pt x="4234" y="172"/>
                </a:lnTo>
                <a:lnTo>
                  <a:pt x="4235" y="172"/>
                </a:lnTo>
                <a:lnTo>
                  <a:pt x="4236" y="172"/>
                </a:lnTo>
                <a:lnTo>
                  <a:pt x="4237" y="172"/>
                </a:lnTo>
                <a:lnTo>
                  <a:pt x="4238" y="172"/>
                </a:lnTo>
                <a:lnTo>
                  <a:pt x="4239" y="172"/>
                </a:lnTo>
                <a:lnTo>
                  <a:pt x="4240" y="172"/>
                </a:lnTo>
                <a:lnTo>
                  <a:pt x="4240" y="170"/>
                </a:lnTo>
                <a:lnTo>
                  <a:pt x="4240" y="169"/>
                </a:lnTo>
                <a:lnTo>
                  <a:pt x="4241" y="169"/>
                </a:lnTo>
                <a:lnTo>
                  <a:pt x="4242" y="169"/>
                </a:lnTo>
                <a:lnTo>
                  <a:pt x="4243" y="169"/>
                </a:lnTo>
                <a:lnTo>
                  <a:pt x="4244" y="169"/>
                </a:lnTo>
                <a:lnTo>
                  <a:pt x="4245" y="169"/>
                </a:lnTo>
                <a:lnTo>
                  <a:pt x="4246" y="168"/>
                </a:lnTo>
                <a:lnTo>
                  <a:pt x="4247" y="168"/>
                </a:lnTo>
                <a:lnTo>
                  <a:pt x="4249" y="168"/>
                </a:lnTo>
                <a:lnTo>
                  <a:pt x="4250" y="168"/>
                </a:lnTo>
                <a:lnTo>
                  <a:pt x="4250" y="167"/>
                </a:lnTo>
                <a:lnTo>
                  <a:pt x="4250" y="166"/>
                </a:lnTo>
                <a:lnTo>
                  <a:pt x="4250" y="165"/>
                </a:lnTo>
                <a:lnTo>
                  <a:pt x="4250" y="164"/>
                </a:lnTo>
                <a:lnTo>
                  <a:pt x="4251" y="164"/>
                </a:lnTo>
                <a:lnTo>
                  <a:pt x="4251" y="163"/>
                </a:lnTo>
                <a:lnTo>
                  <a:pt x="4252" y="163"/>
                </a:lnTo>
                <a:lnTo>
                  <a:pt x="4253" y="163"/>
                </a:lnTo>
                <a:lnTo>
                  <a:pt x="4253" y="162"/>
                </a:lnTo>
                <a:lnTo>
                  <a:pt x="4254" y="162"/>
                </a:lnTo>
                <a:lnTo>
                  <a:pt x="4254" y="161"/>
                </a:lnTo>
                <a:lnTo>
                  <a:pt x="4255" y="161"/>
                </a:lnTo>
                <a:lnTo>
                  <a:pt x="4255" y="160"/>
                </a:lnTo>
                <a:lnTo>
                  <a:pt x="4255" y="159"/>
                </a:lnTo>
                <a:lnTo>
                  <a:pt x="4255" y="158"/>
                </a:lnTo>
                <a:lnTo>
                  <a:pt x="4254" y="158"/>
                </a:lnTo>
                <a:lnTo>
                  <a:pt x="4253" y="158"/>
                </a:lnTo>
                <a:lnTo>
                  <a:pt x="4253" y="157"/>
                </a:lnTo>
                <a:lnTo>
                  <a:pt x="4252" y="156"/>
                </a:lnTo>
                <a:lnTo>
                  <a:pt x="4253" y="155"/>
                </a:lnTo>
                <a:lnTo>
                  <a:pt x="4254" y="154"/>
                </a:lnTo>
                <a:lnTo>
                  <a:pt x="4255" y="153"/>
                </a:lnTo>
                <a:lnTo>
                  <a:pt x="4256" y="152"/>
                </a:lnTo>
                <a:lnTo>
                  <a:pt x="4257" y="152"/>
                </a:lnTo>
                <a:lnTo>
                  <a:pt x="4258" y="152"/>
                </a:lnTo>
                <a:lnTo>
                  <a:pt x="4259" y="152"/>
                </a:lnTo>
                <a:lnTo>
                  <a:pt x="4259" y="151"/>
                </a:lnTo>
                <a:lnTo>
                  <a:pt x="4258" y="151"/>
                </a:lnTo>
                <a:lnTo>
                  <a:pt x="4257" y="151"/>
                </a:lnTo>
                <a:lnTo>
                  <a:pt x="4257" y="150"/>
                </a:lnTo>
                <a:lnTo>
                  <a:pt x="4258" y="150"/>
                </a:lnTo>
                <a:lnTo>
                  <a:pt x="4259" y="150"/>
                </a:lnTo>
                <a:lnTo>
                  <a:pt x="4259" y="149"/>
                </a:lnTo>
                <a:lnTo>
                  <a:pt x="4260" y="149"/>
                </a:lnTo>
                <a:lnTo>
                  <a:pt x="4260" y="148"/>
                </a:lnTo>
                <a:lnTo>
                  <a:pt x="4260" y="147"/>
                </a:lnTo>
                <a:lnTo>
                  <a:pt x="4259" y="147"/>
                </a:lnTo>
                <a:lnTo>
                  <a:pt x="4259" y="146"/>
                </a:lnTo>
                <a:lnTo>
                  <a:pt x="4260" y="145"/>
                </a:lnTo>
                <a:lnTo>
                  <a:pt x="4261" y="145"/>
                </a:lnTo>
                <a:lnTo>
                  <a:pt x="4261" y="144"/>
                </a:lnTo>
                <a:lnTo>
                  <a:pt x="4261" y="143"/>
                </a:lnTo>
                <a:lnTo>
                  <a:pt x="4261" y="142"/>
                </a:lnTo>
                <a:lnTo>
                  <a:pt x="4260" y="142"/>
                </a:lnTo>
                <a:lnTo>
                  <a:pt x="4259" y="141"/>
                </a:lnTo>
                <a:lnTo>
                  <a:pt x="4259" y="140"/>
                </a:lnTo>
                <a:lnTo>
                  <a:pt x="4258" y="140"/>
                </a:lnTo>
                <a:lnTo>
                  <a:pt x="4258" y="139"/>
                </a:lnTo>
                <a:lnTo>
                  <a:pt x="4258" y="138"/>
                </a:lnTo>
                <a:lnTo>
                  <a:pt x="4258" y="137"/>
                </a:lnTo>
                <a:lnTo>
                  <a:pt x="4257" y="137"/>
                </a:lnTo>
                <a:lnTo>
                  <a:pt x="4258" y="137"/>
                </a:lnTo>
                <a:lnTo>
                  <a:pt x="4258" y="136"/>
                </a:lnTo>
                <a:lnTo>
                  <a:pt x="4258" y="135"/>
                </a:lnTo>
                <a:lnTo>
                  <a:pt x="4259" y="135"/>
                </a:lnTo>
                <a:lnTo>
                  <a:pt x="4259" y="134"/>
                </a:lnTo>
                <a:lnTo>
                  <a:pt x="4258" y="134"/>
                </a:lnTo>
                <a:lnTo>
                  <a:pt x="4258" y="133"/>
                </a:lnTo>
                <a:lnTo>
                  <a:pt x="4257" y="133"/>
                </a:lnTo>
                <a:lnTo>
                  <a:pt x="4256" y="133"/>
                </a:lnTo>
                <a:lnTo>
                  <a:pt x="4255" y="133"/>
                </a:lnTo>
                <a:lnTo>
                  <a:pt x="4254" y="132"/>
                </a:lnTo>
                <a:lnTo>
                  <a:pt x="4254" y="131"/>
                </a:lnTo>
                <a:lnTo>
                  <a:pt x="4253" y="130"/>
                </a:lnTo>
                <a:lnTo>
                  <a:pt x="4252" y="130"/>
                </a:lnTo>
                <a:lnTo>
                  <a:pt x="4251" y="130"/>
                </a:lnTo>
                <a:lnTo>
                  <a:pt x="4250" y="129"/>
                </a:lnTo>
                <a:lnTo>
                  <a:pt x="4249" y="129"/>
                </a:lnTo>
                <a:lnTo>
                  <a:pt x="4248" y="128"/>
                </a:lnTo>
                <a:lnTo>
                  <a:pt x="4247" y="127"/>
                </a:lnTo>
                <a:lnTo>
                  <a:pt x="4247" y="126"/>
                </a:lnTo>
                <a:lnTo>
                  <a:pt x="4247" y="125"/>
                </a:lnTo>
                <a:lnTo>
                  <a:pt x="4247" y="124"/>
                </a:lnTo>
                <a:lnTo>
                  <a:pt x="4246" y="124"/>
                </a:lnTo>
                <a:lnTo>
                  <a:pt x="4246" y="123"/>
                </a:lnTo>
                <a:lnTo>
                  <a:pt x="4247" y="123"/>
                </a:lnTo>
                <a:lnTo>
                  <a:pt x="4248" y="123"/>
                </a:lnTo>
                <a:lnTo>
                  <a:pt x="4249" y="123"/>
                </a:lnTo>
                <a:lnTo>
                  <a:pt x="4249" y="122"/>
                </a:lnTo>
                <a:lnTo>
                  <a:pt x="4249" y="121"/>
                </a:lnTo>
                <a:lnTo>
                  <a:pt x="4249" y="120"/>
                </a:lnTo>
                <a:lnTo>
                  <a:pt x="4250" y="119"/>
                </a:lnTo>
                <a:lnTo>
                  <a:pt x="4251" y="119"/>
                </a:lnTo>
                <a:lnTo>
                  <a:pt x="4251" y="118"/>
                </a:lnTo>
                <a:lnTo>
                  <a:pt x="4251" y="117"/>
                </a:lnTo>
                <a:lnTo>
                  <a:pt x="4252" y="117"/>
                </a:lnTo>
                <a:lnTo>
                  <a:pt x="4253" y="116"/>
                </a:lnTo>
                <a:lnTo>
                  <a:pt x="4253" y="115"/>
                </a:lnTo>
                <a:lnTo>
                  <a:pt x="4252" y="114"/>
                </a:lnTo>
                <a:lnTo>
                  <a:pt x="4252" y="113"/>
                </a:lnTo>
                <a:lnTo>
                  <a:pt x="4252" y="112"/>
                </a:lnTo>
                <a:lnTo>
                  <a:pt x="4253" y="111"/>
                </a:lnTo>
                <a:lnTo>
                  <a:pt x="4254" y="111"/>
                </a:lnTo>
                <a:lnTo>
                  <a:pt x="4254" y="110"/>
                </a:lnTo>
                <a:lnTo>
                  <a:pt x="4254" y="109"/>
                </a:lnTo>
                <a:lnTo>
                  <a:pt x="4253" y="109"/>
                </a:lnTo>
                <a:lnTo>
                  <a:pt x="4253" y="108"/>
                </a:lnTo>
                <a:lnTo>
                  <a:pt x="4252" y="108"/>
                </a:lnTo>
                <a:lnTo>
                  <a:pt x="4252" y="107"/>
                </a:lnTo>
                <a:lnTo>
                  <a:pt x="4253" y="107"/>
                </a:lnTo>
                <a:lnTo>
                  <a:pt x="4254" y="107"/>
                </a:lnTo>
                <a:lnTo>
                  <a:pt x="4255" y="107"/>
                </a:lnTo>
                <a:lnTo>
                  <a:pt x="4255" y="106"/>
                </a:lnTo>
                <a:lnTo>
                  <a:pt x="4256" y="106"/>
                </a:lnTo>
                <a:lnTo>
                  <a:pt x="4256" y="105"/>
                </a:lnTo>
                <a:lnTo>
                  <a:pt x="4257" y="105"/>
                </a:lnTo>
                <a:lnTo>
                  <a:pt x="4256" y="104"/>
                </a:lnTo>
                <a:lnTo>
                  <a:pt x="4255" y="104"/>
                </a:lnTo>
                <a:lnTo>
                  <a:pt x="4254" y="104"/>
                </a:lnTo>
                <a:lnTo>
                  <a:pt x="4253" y="104"/>
                </a:lnTo>
                <a:lnTo>
                  <a:pt x="4252" y="104"/>
                </a:lnTo>
                <a:lnTo>
                  <a:pt x="4252" y="103"/>
                </a:lnTo>
                <a:lnTo>
                  <a:pt x="4251" y="103"/>
                </a:lnTo>
                <a:lnTo>
                  <a:pt x="4251" y="102"/>
                </a:lnTo>
                <a:lnTo>
                  <a:pt x="4250" y="102"/>
                </a:lnTo>
                <a:lnTo>
                  <a:pt x="4249" y="102"/>
                </a:lnTo>
                <a:lnTo>
                  <a:pt x="4248" y="102"/>
                </a:lnTo>
                <a:lnTo>
                  <a:pt x="4247" y="102"/>
                </a:lnTo>
                <a:lnTo>
                  <a:pt x="4247" y="101"/>
                </a:lnTo>
                <a:lnTo>
                  <a:pt x="4246" y="101"/>
                </a:lnTo>
                <a:lnTo>
                  <a:pt x="4246" y="100"/>
                </a:lnTo>
                <a:lnTo>
                  <a:pt x="4245" y="100"/>
                </a:lnTo>
                <a:lnTo>
                  <a:pt x="4244" y="99"/>
                </a:lnTo>
                <a:lnTo>
                  <a:pt x="4242" y="99"/>
                </a:lnTo>
                <a:lnTo>
                  <a:pt x="4241" y="99"/>
                </a:lnTo>
                <a:lnTo>
                  <a:pt x="4240" y="99"/>
                </a:lnTo>
                <a:lnTo>
                  <a:pt x="4240" y="98"/>
                </a:lnTo>
                <a:lnTo>
                  <a:pt x="4239" y="98"/>
                </a:lnTo>
                <a:lnTo>
                  <a:pt x="4237" y="97"/>
                </a:lnTo>
                <a:lnTo>
                  <a:pt x="4235" y="96"/>
                </a:lnTo>
                <a:lnTo>
                  <a:pt x="4234" y="96"/>
                </a:lnTo>
                <a:lnTo>
                  <a:pt x="4234" y="95"/>
                </a:lnTo>
                <a:lnTo>
                  <a:pt x="4233" y="95"/>
                </a:lnTo>
                <a:lnTo>
                  <a:pt x="4233" y="94"/>
                </a:lnTo>
                <a:lnTo>
                  <a:pt x="4232" y="94"/>
                </a:lnTo>
                <a:lnTo>
                  <a:pt x="4231" y="94"/>
                </a:lnTo>
                <a:lnTo>
                  <a:pt x="4230" y="95"/>
                </a:lnTo>
                <a:lnTo>
                  <a:pt x="4229" y="95"/>
                </a:lnTo>
                <a:lnTo>
                  <a:pt x="4228" y="96"/>
                </a:lnTo>
                <a:lnTo>
                  <a:pt x="4227" y="97"/>
                </a:lnTo>
                <a:lnTo>
                  <a:pt x="4226" y="97"/>
                </a:lnTo>
                <a:lnTo>
                  <a:pt x="4224" y="97"/>
                </a:lnTo>
                <a:lnTo>
                  <a:pt x="4221" y="97"/>
                </a:lnTo>
                <a:lnTo>
                  <a:pt x="4219" y="97"/>
                </a:lnTo>
                <a:lnTo>
                  <a:pt x="4218" y="97"/>
                </a:lnTo>
                <a:lnTo>
                  <a:pt x="4218" y="96"/>
                </a:lnTo>
                <a:lnTo>
                  <a:pt x="4217" y="96"/>
                </a:lnTo>
                <a:lnTo>
                  <a:pt x="4216" y="96"/>
                </a:lnTo>
                <a:lnTo>
                  <a:pt x="4216" y="97"/>
                </a:lnTo>
                <a:lnTo>
                  <a:pt x="4215" y="97"/>
                </a:lnTo>
                <a:lnTo>
                  <a:pt x="4214" y="97"/>
                </a:lnTo>
                <a:lnTo>
                  <a:pt x="4214" y="98"/>
                </a:lnTo>
                <a:lnTo>
                  <a:pt x="4213" y="98"/>
                </a:lnTo>
                <a:lnTo>
                  <a:pt x="4212" y="98"/>
                </a:lnTo>
                <a:lnTo>
                  <a:pt x="4211" y="99"/>
                </a:lnTo>
                <a:lnTo>
                  <a:pt x="4210" y="100"/>
                </a:lnTo>
                <a:lnTo>
                  <a:pt x="4209" y="100"/>
                </a:lnTo>
                <a:lnTo>
                  <a:pt x="4209" y="101"/>
                </a:lnTo>
                <a:lnTo>
                  <a:pt x="4208" y="101"/>
                </a:lnTo>
                <a:lnTo>
                  <a:pt x="4207" y="101"/>
                </a:lnTo>
                <a:lnTo>
                  <a:pt x="4206" y="101"/>
                </a:lnTo>
                <a:lnTo>
                  <a:pt x="4205" y="100"/>
                </a:lnTo>
                <a:lnTo>
                  <a:pt x="4204" y="100"/>
                </a:lnTo>
                <a:lnTo>
                  <a:pt x="4202" y="100"/>
                </a:lnTo>
                <a:lnTo>
                  <a:pt x="4201" y="100"/>
                </a:lnTo>
                <a:lnTo>
                  <a:pt x="4200" y="100"/>
                </a:lnTo>
                <a:lnTo>
                  <a:pt x="4199" y="100"/>
                </a:lnTo>
                <a:lnTo>
                  <a:pt x="4198" y="100"/>
                </a:lnTo>
                <a:lnTo>
                  <a:pt x="4197" y="100"/>
                </a:lnTo>
                <a:lnTo>
                  <a:pt x="4196" y="100"/>
                </a:lnTo>
                <a:lnTo>
                  <a:pt x="4196" y="99"/>
                </a:lnTo>
                <a:lnTo>
                  <a:pt x="4195" y="99"/>
                </a:lnTo>
                <a:lnTo>
                  <a:pt x="4195" y="98"/>
                </a:lnTo>
                <a:lnTo>
                  <a:pt x="4194" y="98"/>
                </a:lnTo>
                <a:lnTo>
                  <a:pt x="4194" y="96"/>
                </a:lnTo>
                <a:lnTo>
                  <a:pt x="4194" y="95"/>
                </a:lnTo>
                <a:lnTo>
                  <a:pt x="4194" y="94"/>
                </a:lnTo>
                <a:lnTo>
                  <a:pt x="4194" y="92"/>
                </a:lnTo>
                <a:lnTo>
                  <a:pt x="4195" y="92"/>
                </a:lnTo>
                <a:lnTo>
                  <a:pt x="4195" y="91"/>
                </a:lnTo>
                <a:lnTo>
                  <a:pt x="4195" y="90"/>
                </a:lnTo>
                <a:lnTo>
                  <a:pt x="4196" y="90"/>
                </a:lnTo>
                <a:lnTo>
                  <a:pt x="4196" y="89"/>
                </a:lnTo>
                <a:lnTo>
                  <a:pt x="4197" y="89"/>
                </a:lnTo>
                <a:lnTo>
                  <a:pt x="4197" y="88"/>
                </a:lnTo>
                <a:lnTo>
                  <a:pt x="4197" y="87"/>
                </a:lnTo>
                <a:lnTo>
                  <a:pt x="4196" y="87"/>
                </a:lnTo>
                <a:lnTo>
                  <a:pt x="4196" y="86"/>
                </a:lnTo>
                <a:lnTo>
                  <a:pt x="4196" y="85"/>
                </a:lnTo>
                <a:lnTo>
                  <a:pt x="4195" y="84"/>
                </a:lnTo>
                <a:lnTo>
                  <a:pt x="4195" y="83"/>
                </a:lnTo>
                <a:lnTo>
                  <a:pt x="4194" y="82"/>
                </a:lnTo>
                <a:lnTo>
                  <a:pt x="4193" y="82"/>
                </a:lnTo>
                <a:lnTo>
                  <a:pt x="4193" y="81"/>
                </a:lnTo>
                <a:lnTo>
                  <a:pt x="4194" y="80"/>
                </a:lnTo>
                <a:lnTo>
                  <a:pt x="4197" y="80"/>
                </a:lnTo>
                <a:lnTo>
                  <a:pt x="4198" y="80"/>
                </a:lnTo>
                <a:lnTo>
                  <a:pt x="4199" y="80"/>
                </a:lnTo>
                <a:lnTo>
                  <a:pt x="4200" y="79"/>
                </a:lnTo>
                <a:lnTo>
                  <a:pt x="4200" y="78"/>
                </a:lnTo>
                <a:lnTo>
                  <a:pt x="4201" y="78"/>
                </a:lnTo>
                <a:lnTo>
                  <a:pt x="4202" y="78"/>
                </a:lnTo>
                <a:lnTo>
                  <a:pt x="4203" y="77"/>
                </a:lnTo>
                <a:lnTo>
                  <a:pt x="4204" y="77"/>
                </a:lnTo>
                <a:lnTo>
                  <a:pt x="4205" y="77"/>
                </a:lnTo>
                <a:lnTo>
                  <a:pt x="4206" y="77"/>
                </a:lnTo>
                <a:lnTo>
                  <a:pt x="4207" y="77"/>
                </a:lnTo>
                <a:lnTo>
                  <a:pt x="4208" y="77"/>
                </a:lnTo>
                <a:lnTo>
                  <a:pt x="4208" y="76"/>
                </a:lnTo>
                <a:lnTo>
                  <a:pt x="4209" y="75"/>
                </a:lnTo>
                <a:lnTo>
                  <a:pt x="4210" y="75"/>
                </a:lnTo>
                <a:lnTo>
                  <a:pt x="4210" y="74"/>
                </a:lnTo>
                <a:lnTo>
                  <a:pt x="4211" y="74"/>
                </a:lnTo>
                <a:lnTo>
                  <a:pt x="4211" y="73"/>
                </a:lnTo>
                <a:lnTo>
                  <a:pt x="4212" y="73"/>
                </a:lnTo>
                <a:lnTo>
                  <a:pt x="4213" y="73"/>
                </a:lnTo>
                <a:lnTo>
                  <a:pt x="4214" y="72"/>
                </a:lnTo>
                <a:lnTo>
                  <a:pt x="4215" y="72"/>
                </a:lnTo>
                <a:lnTo>
                  <a:pt x="4216" y="72"/>
                </a:lnTo>
                <a:lnTo>
                  <a:pt x="4217" y="72"/>
                </a:lnTo>
                <a:lnTo>
                  <a:pt x="4217" y="71"/>
                </a:lnTo>
                <a:lnTo>
                  <a:pt x="4217" y="70"/>
                </a:lnTo>
                <a:lnTo>
                  <a:pt x="4217" y="69"/>
                </a:lnTo>
                <a:lnTo>
                  <a:pt x="4218" y="69"/>
                </a:lnTo>
                <a:lnTo>
                  <a:pt x="4218" y="68"/>
                </a:lnTo>
                <a:lnTo>
                  <a:pt x="4221" y="68"/>
                </a:lnTo>
                <a:lnTo>
                  <a:pt x="4222" y="68"/>
                </a:lnTo>
                <a:lnTo>
                  <a:pt x="4222" y="67"/>
                </a:lnTo>
                <a:lnTo>
                  <a:pt x="4222" y="66"/>
                </a:lnTo>
                <a:lnTo>
                  <a:pt x="4222" y="65"/>
                </a:lnTo>
                <a:lnTo>
                  <a:pt x="4223" y="65"/>
                </a:lnTo>
                <a:lnTo>
                  <a:pt x="4223" y="64"/>
                </a:lnTo>
                <a:lnTo>
                  <a:pt x="4224" y="64"/>
                </a:lnTo>
                <a:lnTo>
                  <a:pt x="4224" y="63"/>
                </a:lnTo>
                <a:lnTo>
                  <a:pt x="4225" y="63"/>
                </a:lnTo>
                <a:lnTo>
                  <a:pt x="4226" y="63"/>
                </a:lnTo>
                <a:lnTo>
                  <a:pt x="4227" y="63"/>
                </a:lnTo>
                <a:lnTo>
                  <a:pt x="4227" y="62"/>
                </a:lnTo>
                <a:lnTo>
                  <a:pt x="4228" y="62"/>
                </a:lnTo>
                <a:lnTo>
                  <a:pt x="4228" y="61"/>
                </a:lnTo>
                <a:lnTo>
                  <a:pt x="4228" y="60"/>
                </a:lnTo>
                <a:lnTo>
                  <a:pt x="4229" y="60"/>
                </a:lnTo>
                <a:lnTo>
                  <a:pt x="4229" y="59"/>
                </a:lnTo>
                <a:lnTo>
                  <a:pt x="4230" y="58"/>
                </a:lnTo>
                <a:lnTo>
                  <a:pt x="4231" y="57"/>
                </a:lnTo>
                <a:lnTo>
                  <a:pt x="4232" y="57"/>
                </a:lnTo>
                <a:lnTo>
                  <a:pt x="4232" y="56"/>
                </a:lnTo>
                <a:lnTo>
                  <a:pt x="4233" y="56"/>
                </a:lnTo>
                <a:lnTo>
                  <a:pt x="4234" y="56"/>
                </a:lnTo>
                <a:lnTo>
                  <a:pt x="4234" y="55"/>
                </a:lnTo>
                <a:lnTo>
                  <a:pt x="4235" y="55"/>
                </a:lnTo>
                <a:lnTo>
                  <a:pt x="4236" y="55"/>
                </a:lnTo>
                <a:lnTo>
                  <a:pt x="4236" y="54"/>
                </a:lnTo>
                <a:lnTo>
                  <a:pt x="4237" y="54"/>
                </a:lnTo>
                <a:lnTo>
                  <a:pt x="4237" y="53"/>
                </a:lnTo>
                <a:lnTo>
                  <a:pt x="4238" y="53"/>
                </a:lnTo>
                <a:lnTo>
                  <a:pt x="4238" y="52"/>
                </a:lnTo>
                <a:lnTo>
                  <a:pt x="4239" y="52"/>
                </a:lnTo>
                <a:lnTo>
                  <a:pt x="4239" y="51"/>
                </a:lnTo>
                <a:lnTo>
                  <a:pt x="4240" y="50"/>
                </a:lnTo>
                <a:lnTo>
                  <a:pt x="4241" y="49"/>
                </a:lnTo>
                <a:lnTo>
                  <a:pt x="4242" y="49"/>
                </a:lnTo>
                <a:lnTo>
                  <a:pt x="4243" y="49"/>
                </a:lnTo>
                <a:lnTo>
                  <a:pt x="4244" y="49"/>
                </a:lnTo>
                <a:lnTo>
                  <a:pt x="4244" y="48"/>
                </a:lnTo>
                <a:lnTo>
                  <a:pt x="4245" y="48"/>
                </a:lnTo>
                <a:lnTo>
                  <a:pt x="4246" y="48"/>
                </a:lnTo>
                <a:lnTo>
                  <a:pt x="4246" y="47"/>
                </a:lnTo>
                <a:lnTo>
                  <a:pt x="4247" y="47"/>
                </a:lnTo>
                <a:lnTo>
                  <a:pt x="4248" y="47"/>
                </a:lnTo>
                <a:lnTo>
                  <a:pt x="4249" y="47"/>
                </a:lnTo>
                <a:lnTo>
                  <a:pt x="4249" y="46"/>
                </a:lnTo>
                <a:lnTo>
                  <a:pt x="4249" y="45"/>
                </a:lnTo>
                <a:lnTo>
                  <a:pt x="4250" y="44"/>
                </a:lnTo>
                <a:lnTo>
                  <a:pt x="4251" y="44"/>
                </a:lnTo>
                <a:lnTo>
                  <a:pt x="4252" y="43"/>
                </a:lnTo>
                <a:lnTo>
                  <a:pt x="4253" y="43"/>
                </a:lnTo>
                <a:lnTo>
                  <a:pt x="4253" y="42"/>
                </a:lnTo>
                <a:lnTo>
                  <a:pt x="4254" y="41"/>
                </a:lnTo>
                <a:lnTo>
                  <a:pt x="4253" y="41"/>
                </a:lnTo>
                <a:lnTo>
                  <a:pt x="4253" y="40"/>
                </a:lnTo>
                <a:lnTo>
                  <a:pt x="4254" y="39"/>
                </a:lnTo>
                <a:lnTo>
                  <a:pt x="4255" y="39"/>
                </a:lnTo>
                <a:lnTo>
                  <a:pt x="4255" y="38"/>
                </a:lnTo>
                <a:lnTo>
                  <a:pt x="4256" y="38"/>
                </a:lnTo>
                <a:lnTo>
                  <a:pt x="4256" y="37"/>
                </a:lnTo>
                <a:lnTo>
                  <a:pt x="4257" y="37"/>
                </a:lnTo>
                <a:lnTo>
                  <a:pt x="4258" y="36"/>
                </a:lnTo>
                <a:lnTo>
                  <a:pt x="4259" y="36"/>
                </a:lnTo>
                <a:lnTo>
                  <a:pt x="4260" y="36"/>
                </a:lnTo>
                <a:lnTo>
                  <a:pt x="4262" y="35"/>
                </a:lnTo>
                <a:lnTo>
                  <a:pt x="4263" y="34"/>
                </a:lnTo>
                <a:lnTo>
                  <a:pt x="4264" y="34"/>
                </a:lnTo>
                <a:lnTo>
                  <a:pt x="4264" y="33"/>
                </a:lnTo>
                <a:lnTo>
                  <a:pt x="4265" y="33"/>
                </a:lnTo>
                <a:lnTo>
                  <a:pt x="4266" y="33"/>
                </a:lnTo>
                <a:lnTo>
                  <a:pt x="4266" y="32"/>
                </a:lnTo>
                <a:lnTo>
                  <a:pt x="4266" y="31"/>
                </a:lnTo>
                <a:lnTo>
                  <a:pt x="4265" y="31"/>
                </a:lnTo>
                <a:lnTo>
                  <a:pt x="4264" y="31"/>
                </a:lnTo>
                <a:lnTo>
                  <a:pt x="4264" y="30"/>
                </a:lnTo>
                <a:lnTo>
                  <a:pt x="4265" y="30"/>
                </a:lnTo>
                <a:lnTo>
                  <a:pt x="4266" y="30"/>
                </a:lnTo>
                <a:lnTo>
                  <a:pt x="4267" y="30"/>
                </a:lnTo>
                <a:lnTo>
                  <a:pt x="4268" y="29"/>
                </a:lnTo>
                <a:lnTo>
                  <a:pt x="4269" y="29"/>
                </a:lnTo>
                <a:lnTo>
                  <a:pt x="4270" y="29"/>
                </a:lnTo>
                <a:lnTo>
                  <a:pt x="4270" y="28"/>
                </a:lnTo>
                <a:lnTo>
                  <a:pt x="4271" y="28"/>
                </a:lnTo>
                <a:lnTo>
                  <a:pt x="4272" y="28"/>
                </a:lnTo>
                <a:lnTo>
                  <a:pt x="4272" y="29"/>
                </a:lnTo>
                <a:lnTo>
                  <a:pt x="4272" y="28"/>
                </a:lnTo>
                <a:lnTo>
                  <a:pt x="4275" y="28"/>
                </a:lnTo>
                <a:lnTo>
                  <a:pt x="4276" y="27"/>
                </a:lnTo>
                <a:lnTo>
                  <a:pt x="4277" y="27"/>
                </a:lnTo>
                <a:lnTo>
                  <a:pt x="4278" y="27"/>
                </a:lnTo>
                <a:lnTo>
                  <a:pt x="4278" y="28"/>
                </a:lnTo>
                <a:lnTo>
                  <a:pt x="4279" y="28"/>
                </a:lnTo>
                <a:lnTo>
                  <a:pt x="4280" y="28"/>
                </a:lnTo>
                <a:lnTo>
                  <a:pt x="4281" y="28"/>
                </a:lnTo>
                <a:lnTo>
                  <a:pt x="4283" y="28"/>
                </a:lnTo>
                <a:lnTo>
                  <a:pt x="4284" y="28"/>
                </a:lnTo>
                <a:lnTo>
                  <a:pt x="4285" y="28"/>
                </a:lnTo>
                <a:lnTo>
                  <a:pt x="4286" y="28"/>
                </a:lnTo>
                <a:lnTo>
                  <a:pt x="4286" y="27"/>
                </a:lnTo>
                <a:lnTo>
                  <a:pt x="4287" y="27"/>
                </a:lnTo>
                <a:lnTo>
                  <a:pt x="4288" y="27"/>
                </a:lnTo>
                <a:lnTo>
                  <a:pt x="4289" y="26"/>
                </a:lnTo>
                <a:lnTo>
                  <a:pt x="4290" y="26"/>
                </a:lnTo>
                <a:lnTo>
                  <a:pt x="4290" y="27"/>
                </a:lnTo>
                <a:lnTo>
                  <a:pt x="4291" y="27"/>
                </a:lnTo>
                <a:lnTo>
                  <a:pt x="4291" y="28"/>
                </a:lnTo>
                <a:lnTo>
                  <a:pt x="4291" y="29"/>
                </a:lnTo>
                <a:lnTo>
                  <a:pt x="4292" y="29"/>
                </a:lnTo>
                <a:lnTo>
                  <a:pt x="4293" y="29"/>
                </a:lnTo>
                <a:lnTo>
                  <a:pt x="4294" y="29"/>
                </a:lnTo>
                <a:lnTo>
                  <a:pt x="4295" y="29"/>
                </a:lnTo>
                <a:lnTo>
                  <a:pt x="4296" y="29"/>
                </a:lnTo>
                <a:lnTo>
                  <a:pt x="4297" y="29"/>
                </a:lnTo>
                <a:lnTo>
                  <a:pt x="4298" y="29"/>
                </a:lnTo>
                <a:lnTo>
                  <a:pt x="4299" y="29"/>
                </a:lnTo>
                <a:lnTo>
                  <a:pt x="4300" y="29"/>
                </a:lnTo>
                <a:lnTo>
                  <a:pt x="4302" y="29"/>
                </a:lnTo>
                <a:lnTo>
                  <a:pt x="4303" y="29"/>
                </a:lnTo>
                <a:lnTo>
                  <a:pt x="4303" y="28"/>
                </a:lnTo>
                <a:lnTo>
                  <a:pt x="4304" y="28"/>
                </a:lnTo>
                <a:lnTo>
                  <a:pt x="4305" y="28"/>
                </a:lnTo>
                <a:lnTo>
                  <a:pt x="4306" y="28"/>
                </a:lnTo>
                <a:lnTo>
                  <a:pt x="4307" y="28"/>
                </a:lnTo>
                <a:lnTo>
                  <a:pt x="4307" y="27"/>
                </a:lnTo>
                <a:lnTo>
                  <a:pt x="4308" y="27"/>
                </a:lnTo>
                <a:lnTo>
                  <a:pt x="4309" y="27"/>
                </a:lnTo>
                <a:lnTo>
                  <a:pt x="4309" y="26"/>
                </a:lnTo>
                <a:lnTo>
                  <a:pt x="4310" y="26"/>
                </a:lnTo>
                <a:lnTo>
                  <a:pt x="4310" y="25"/>
                </a:lnTo>
                <a:lnTo>
                  <a:pt x="4311" y="25"/>
                </a:lnTo>
                <a:lnTo>
                  <a:pt x="4311" y="24"/>
                </a:lnTo>
                <a:lnTo>
                  <a:pt x="4313" y="24"/>
                </a:lnTo>
                <a:lnTo>
                  <a:pt x="4314" y="25"/>
                </a:lnTo>
                <a:lnTo>
                  <a:pt x="4316" y="25"/>
                </a:lnTo>
                <a:lnTo>
                  <a:pt x="4317" y="25"/>
                </a:lnTo>
                <a:lnTo>
                  <a:pt x="4318" y="25"/>
                </a:lnTo>
                <a:lnTo>
                  <a:pt x="4319" y="25"/>
                </a:lnTo>
                <a:lnTo>
                  <a:pt x="4319" y="24"/>
                </a:lnTo>
                <a:lnTo>
                  <a:pt x="4320" y="24"/>
                </a:lnTo>
                <a:lnTo>
                  <a:pt x="4320" y="25"/>
                </a:lnTo>
                <a:lnTo>
                  <a:pt x="4322" y="25"/>
                </a:lnTo>
                <a:lnTo>
                  <a:pt x="4322" y="24"/>
                </a:lnTo>
                <a:lnTo>
                  <a:pt x="4323" y="24"/>
                </a:lnTo>
                <a:lnTo>
                  <a:pt x="4324" y="24"/>
                </a:lnTo>
                <a:lnTo>
                  <a:pt x="4325" y="24"/>
                </a:lnTo>
                <a:lnTo>
                  <a:pt x="4325" y="23"/>
                </a:lnTo>
                <a:lnTo>
                  <a:pt x="4327" y="23"/>
                </a:lnTo>
                <a:lnTo>
                  <a:pt x="4328" y="23"/>
                </a:lnTo>
                <a:lnTo>
                  <a:pt x="4329" y="23"/>
                </a:lnTo>
                <a:lnTo>
                  <a:pt x="4330" y="23"/>
                </a:lnTo>
                <a:lnTo>
                  <a:pt x="4331" y="23"/>
                </a:lnTo>
                <a:lnTo>
                  <a:pt x="4331" y="22"/>
                </a:lnTo>
                <a:lnTo>
                  <a:pt x="4332" y="22"/>
                </a:lnTo>
                <a:lnTo>
                  <a:pt x="4333" y="22"/>
                </a:lnTo>
                <a:lnTo>
                  <a:pt x="4335" y="22"/>
                </a:lnTo>
                <a:lnTo>
                  <a:pt x="4335" y="21"/>
                </a:lnTo>
                <a:lnTo>
                  <a:pt x="4336" y="21"/>
                </a:lnTo>
                <a:lnTo>
                  <a:pt x="4337" y="21"/>
                </a:lnTo>
                <a:lnTo>
                  <a:pt x="4337" y="20"/>
                </a:lnTo>
                <a:lnTo>
                  <a:pt x="4338" y="20"/>
                </a:lnTo>
                <a:lnTo>
                  <a:pt x="4339" y="20"/>
                </a:lnTo>
                <a:lnTo>
                  <a:pt x="4340" y="20"/>
                </a:lnTo>
                <a:lnTo>
                  <a:pt x="4340" y="19"/>
                </a:lnTo>
                <a:lnTo>
                  <a:pt x="4341" y="19"/>
                </a:lnTo>
                <a:lnTo>
                  <a:pt x="4342" y="18"/>
                </a:lnTo>
                <a:lnTo>
                  <a:pt x="4343" y="18"/>
                </a:lnTo>
                <a:lnTo>
                  <a:pt x="4343" y="17"/>
                </a:lnTo>
                <a:lnTo>
                  <a:pt x="4344" y="17"/>
                </a:lnTo>
                <a:lnTo>
                  <a:pt x="4344" y="18"/>
                </a:lnTo>
                <a:lnTo>
                  <a:pt x="4345" y="18"/>
                </a:lnTo>
                <a:lnTo>
                  <a:pt x="4346" y="18"/>
                </a:lnTo>
                <a:lnTo>
                  <a:pt x="4347" y="18"/>
                </a:lnTo>
                <a:lnTo>
                  <a:pt x="4348" y="18"/>
                </a:lnTo>
                <a:lnTo>
                  <a:pt x="4349" y="18"/>
                </a:lnTo>
                <a:lnTo>
                  <a:pt x="4350" y="17"/>
                </a:lnTo>
                <a:lnTo>
                  <a:pt x="4351" y="17"/>
                </a:lnTo>
                <a:lnTo>
                  <a:pt x="4352" y="17"/>
                </a:lnTo>
                <a:lnTo>
                  <a:pt x="4352" y="16"/>
                </a:lnTo>
                <a:lnTo>
                  <a:pt x="4353" y="16"/>
                </a:lnTo>
                <a:lnTo>
                  <a:pt x="4354" y="16"/>
                </a:lnTo>
                <a:lnTo>
                  <a:pt x="4354" y="15"/>
                </a:lnTo>
                <a:lnTo>
                  <a:pt x="4355" y="15"/>
                </a:lnTo>
                <a:lnTo>
                  <a:pt x="4357" y="15"/>
                </a:lnTo>
                <a:lnTo>
                  <a:pt x="4358" y="15"/>
                </a:lnTo>
                <a:lnTo>
                  <a:pt x="4358" y="14"/>
                </a:lnTo>
                <a:lnTo>
                  <a:pt x="4359" y="14"/>
                </a:lnTo>
                <a:lnTo>
                  <a:pt x="4360" y="14"/>
                </a:lnTo>
                <a:lnTo>
                  <a:pt x="4361" y="14"/>
                </a:lnTo>
                <a:lnTo>
                  <a:pt x="4362" y="14"/>
                </a:lnTo>
                <a:lnTo>
                  <a:pt x="4364" y="14"/>
                </a:lnTo>
                <a:lnTo>
                  <a:pt x="4365" y="14"/>
                </a:lnTo>
                <a:lnTo>
                  <a:pt x="4366" y="14"/>
                </a:lnTo>
                <a:lnTo>
                  <a:pt x="4367" y="14"/>
                </a:lnTo>
                <a:lnTo>
                  <a:pt x="4368" y="14"/>
                </a:lnTo>
                <a:lnTo>
                  <a:pt x="4369" y="14"/>
                </a:lnTo>
                <a:lnTo>
                  <a:pt x="4370" y="14"/>
                </a:lnTo>
                <a:lnTo>
                  <a:pt x="4371" y="14"/>
                </a:lnTo>
                <a:lnTo>
                  <a:pt x="4372" y="14"/>
                </a:lnTo>
                <a:lnTo>
                  <a:pt x="4373" y="14"/>
                </a:lnTo>
                <a:lnTo>
                  <a:pt x="4374" y="14"/>
                </a:lnTo>
                <a:lnTo>
                  <a:pt x="4375" y="14"/>
                </a:lnTo>
                <a:lnTo>
                  <a:pt x="4376" y="15"/>
                </a:lnTo>
                <a:lnTo>
                  <a:pt x="4379" y="15"/>
                </a:lnTo>
                <a:lnTo>
                  <a:pt x="4380" y="14"/>
                </a:lnTo>
                <a:lnTo>
                  <a:pt x="4381" y="14"/>
                </a:lnTo>
                <a:lnTo>
                  <a:pt x="4382" y="14"/>
                </a:lnTo>
                <a:lnTo>
                  <a:pt x="4382" y="13"/>
                </a:lnTo>
                <a:lnTo>
                  <a:pt x="4383" y="13"/>
                </a:lnTo>
                <a:lnTo>
                  <a:pt x="4383" y="12"/>
                </a:lnTo>
                <a:lnTo>
                  <a:pt x="4384" y="11"/>
                </a:lnTo>
                <a:lnTo>
                  <a:pt x="4385" y="10"/>
                </a:lnTo>
                <a:lnTo>
                  <a:pt x="4386" y="10"/>
                </a:lnTo>
                <a:lnTo>
                  <a:pt x="4386" y="9"/>
                </a:lnTo>
                <a:lnTo>
                  <a:pt x="4387" y="9"/>
                </a:lnTo>
                <a:lnTo>
                  <a:pt x="4387" y="10"/>
                </a:lnTo>
                <a:lnTo>
                  <a:pt x="4388" y="10"/>
                </a:lnTo>
                <a:lnTo>
                  <a:pt x="4389" y="10"/>
                </a:lnTo>
                <a:lnTo>
                  <a:pt x="4390" y="10"/>
                </a:lnTo>
                <a:lnTo>
                  <a:pt x="4393" y="10"/>
                </a:lnTo>
                <a:lnTo>
                  <a:pt x="4394" y="10"/>
                </a:lnTo>
                <a:lnTo>
                  <a:pt x="4395" y="10"/>
                </a:lnTo>
                <a:lnTo>
                  <a:pt x="4396" y="9"/>
                </a:lnTo>
                <a:lnTo>
                  <a:pt x="4397" y="9"/>
                </a:lnTo>
                <a:lnTo>
                  <a:pt x="4398" y="9"/>
                </a:lnTo>
                <a:lnTo>
                  <a:pt x="4398" y="8"/>
                </a:lnTo>
                <a:lnTo>
                  <a:pt x="4399" y="8"/>
                </a:lnTo>
                <a:lnTo>
                  <a:pt x="4399" y="7"/>
                </a:lnTo>
                <a:lnTo>
                  <a:pt x="4400" y="7"/>
                </a:lnTo>
                <a:lnTo>
                  <a:pt x="4401" y="6"/>
                </a:lnTo>
                <a:lnTo>
                  <a:pt x="4402" y="6"/>
                </a:lnTo>
                <a:lnTo>
                  <a:pt x="4403" y="6"/>
                </a:lnTo>
                <a:lnTo>
                  <a:pt x="4404" y="8"/>
                </a:lnTo>
                <a:lnTo>
                  <a:pt x="4404" y="9"/>
                </a:lnTo>
                <a:lnTo>
                  <a:pt x="4405" y="10"/>
                </a:lnTo>
                <a:lnTo>
                  <a:pt x="4406" y="10"/>
                </a:lnTo>
                <a:lnTo>
                  <a:pt x="4407" y="11"/>
                </a:lnTo>
                <a:lnTo>
                  <a:pt x="4408" y="11"/>
                </a:lnTo>
                <a:lnTo>
                  <a:pt x="4408" y="12"/>
                </a:lnTo>
                <a:lnTo>
                  <a:pt x="4409" y="12"/>
                </a:lnTo>
                <a:lnTo>
                  <a:pt x="4410" y="12"/>
                </a:lnTo>
                <a:lnTo>
                  <a:pt x="4412" y="12"/>
                </a:lnTo>
                <a:lnTo>
                  <a:pt x="4413" y="12"/>
                </a:lnTo>
                <a:lnTo>
                  <a:pt x="4414" y="12"/>
                </a:lnTo>
                <a:lnTo>
                  <a:pt x="4414" y="11"/>
                </a:lnTo>
                <a:lnTo>
                  <a:pt x="4415" y="11"/>
                </a:lnTo>
                <a:lnTo>
                  <a:pt x="4416" y="11"/>
                </a:lnTo>
                <a:lnTo>
                  <a:pt x="4417" y="11"/>
                </a:lnTo>
                <a:lnTo>
                  <a:pt x="4418" y="11"/>
                </a:lnTo>
                <a:lnTo>
                  <a:pt x="4420" y="11"/>
                </a:lnTo>
                <a:lnTo>
                  <a:pt x="4421" y="11"/>
                </a:lnTo>
                <a:lnTo>
                  <a:pt x="4422" y="11"/>
                </a:lnTo>
                <a:lnTo>
                  <a:pt x="4423" y="11"/>
                </a:lnTo>
                <a:lnTo>
                  <a:pt x="4423" y="10"/>
                </a:lnTo>
                <a:lnTo>
                  <a:pt x="4424" y="10"/>
                </a:lnTo>
                <a:lnTo>
                  <a:pt x="4425" y="10"/>
                </a:lnTo>
                <a:lnTo>
                  <a:pt x="4428" y="10"/>
                </a:lnTo>
                <a:lnTo>
                  <a:pt x="4429" y="11"/>
                </a:lnTo>
                <a:lnTo>
                  <a:pt x="4430" y="11"/>
                </a:lnTo>
                <a:lnTo>
                  <a:pt x="4434" y="11"/>
                </a:lnTo>
                <a:lnTo>
                  <a:pt x="4436" y="11"/>
                </a:lnTo>
                <a:lnTo>
                  <a:pt x="4438" y="10"/>
                </a:lnTo>
                <a:lnTo>
                  <a:pt x="4439" y="10"/>
                </a:lnTo>
                <a:lnTo>
                  <a:pt x="4440" y="10"/>
                </a:lnTo>
                <a:lnTo>
                  <a:pt x="4440" y="11"/>
                </a:lnTo>
                <a:lnTo>
                  <a:pt x="4442" y="11"/>
                </a:lnTo>
                <a:lnTo>
                  <a:pt x="4443" y="11"/>
                </a:lnTo>
                <a:lnTo>
                  <a:pt x="4444" y="11"/>
                </a:lnTo>
                <a:lnTo>
                  <a:pt x="4445" y="11"/>
                </a:lnTo>
                <a:lnTo>
                  <a:pt x="4446" y="11"/>
                </a:lnTo>
                <a:lnTo>
                  <a:pt x="4449" y="11"/>
                </a:lnTo>
                <a:lnTo>
                  <a:pt x="4450" y="11"/>
                </a:lnTo>
                <a:lnTo>
                  <a:pt x="4452" y="10"/>
                </a:lnTo>
                <a:lnTo>
                  <a:pt x="4453" y="10"/>
                </a:lnTo>
                <a:lnTo>
                  <a:pt x="4454" y="10"/>
                </a:lnTo>
                <a:lnTo>
                  <a:pt x="4454" y="9"/>
                </a:lnTo>
                <a:lnTo>
                  <a:pt x="4455" y="9"/>
                </a:lnTo>
                <a:lnTo>
                  <a:pt x="4456" y="8"/>
                </a:lnTo>
                <a:lnTo>
                  <a:pt x="4459" y="8"/>
                </a:lnTo>
                <a:lnTo>
                  <a:pt x="4460" y="8"/>
                </a:lnTo>
                <a:lnTo>
                  <a:pt x="4460" y="7"/>
                </a:lnTo>
                <a:lnTo>
                  <a:pt x="4461" y="7"/>
                </a:lnTo>
                <a:lnTo>
                  <a:pt x="4462" y="7"/>
                </a:lnTo>
                <a:lnTo>
                  <a:pt x="4463" y="7"/>
                </a:lnTo>
                <a:lnTo>
                  <a:pt x="4464" y="7"/>
                </a:lnTo>
                <a:lnTo>
                  <a:pt x="4464" y="6"/>
                </a:lnTo>
                <a:lnTo>
                  <a:pt x="4465" y="6"/>
                </a:lnTo>
                <a:lnTo>
                  <a:pt x="4466" y="6"/>
                </a:lnTo>
                <a:lnTo>
                  <a:pt x="4467" y="6"/>
                </a:lnTo>
                <a:lnTo>
                  <a:pt x="4469" y="6"/>
                </a:lnTo>
                <a:lnTo>
                  <a:pt x="4470" y="6"/>
                </a:lnTo>
                <a:lnTo>
                  <a:pt x="4471" y="6"/>
                </a:lnTo>
                <a:lnTo>
                  <a:pt x="4472" y="6"/>
                </a:lnTo>
                <a:lnTo>
                  <a:pt x="4472" y="7"/>
                </a:lnTo>
                <a:lnTo>
                  <a:pt x="4473" y="7"/>
                </a:lnTo>
                <a:lnTo>
                  <a:pt x="4475" y="7"/>
                </a:lnTo>
                <a:lnTo>
                  <a:pt x="4475" y="6"/>
                </a:lnTo>
                <a:lnTo>
                  <a:pt x="4476" y="6"/>
                </a:lnTo>
                <a:lnTo>
                  <a:pt x="4477" y="6"/>
                </a:lnTo>
                <a:lnTo>
                  <a:pt x="4477" y="5"/>
                </a:lnTo>
                <a:lnTo>
                  <a:pt x="4478" y="5"/>
                </a:lnTo>
                <a:lnTo>
                  <a:pt x="4479" y="4"/>
                </a:lnTo>
                <a:lnTo>
                  <a:pt x="4479" y="3"/>
                </a:lnTo>
                <a:lnTo>
                  <a:pt x="4480" y="3"/>
                </a:lnTo>
                <a:lnTo>
                  <a:pt x="4480" y="2"/>
                </a:lnTo>
                <a:lnTo>
                  <a:pt x="4481" y="2"/>
                </a:lnTo>
                <a:lnTo>
                  <a:pt x="4482" y="2"/>
                </a:lnTo>
                <a:lnTo>
                  <a:pt x="4482" y="1"/>
                </a:lnTo>
                <a:lnTo>
                  <a:pt x="4483" y="1"/>
                </a:lnTo>
                <a:lnTo>
                  <a:pt x="4485" y="0"/>
                </a:lnTo>
                <a:lnTo>
                  <a:pt x="4487" y="0"/>
                </a:lnTo>
                <a:lnTo>
                  <a:pt x="4488" y="0"/>
                </a:lnTo>
                <a:lnTo>
                  <a:pt x="4489" y="1"/>
                </a:lnTo>
                <a:lnTo>
                  <a:pt x="4490" y="1"/>
                </a:lnTo>
                <a:lnTo>
                  <a:pt x="4491" y="2"/>
                </a:lnTo>
                <a:lnTo>
                  <a:pt x="4493" y="2"/>
                </a:lnTo>
                <a:lnTo>
                  <a:pt x="4496" y="3"/>
                </a:lnTo>
                <a:lnTo>
                  <a:pt x="4498" y="3"/>
                </a:lnTo>
                <a:lnTo>
                  <a:pt x="4499" y="3"/>
                </a:lnTo>
                <a:lnTo>
                  <a:pt x="4500" y="3"/>
                </a:lnTo>
                <a:lnTo>
                  <a:pt x="4502" y="3"/>
                </a:lnTo>
                <a:lnTo>
                  <a:pt x="4503" y="4"/>
                </a:lnTo>
                <a:lnTo>
                  <a:pt x="4503" y="5"/>
                </a:lnTo>
                <a:lnTo>
                  <a:pt x="4503" y="6"/>
                </a:lnTo>
                <a:lnTo>
                  <a:pt x="4504" y="7"/>
                </a:lnTo>
                <a:lnTo>
                  <a:pt x="4505" y="7"/>
                </a:lnTo>
                <a:lnTo>
                  <a:pt x="4506" y="7"/>
                </a:lnTo>
                <a:lnTo>
                  <a:pt x="4507" y="7"/>
                </a:lnTo>
                <a:lnTo>
                  <a:pt x="4507" y="6"/>
                </a:lnTo>
                <a:lnTo>
                  <a:pt x="4507" y="5"/>
                </a:lnTo>
                <a:lnTo>
                  <a:pt x="4506" y="5"/>
                </a:lnTo>
                <a:lnTo>
                  <a:pt x="4505" y="5"/>
                </a:lnTo>
                <a:lnTo>
                  <a:pt x="4505" y="4"/>
                </a:lnTo>
                <a:lnTo>
                  <a:pt x="4505" y="3"/>
                </a:lnTo>
                <a:lnTo>
                  <a:pt x="4505" y="2"/>
                </a:lnTo>
                <a:lnTo>
                  <a:pt x="4506" y="2"/>
                </a:lnTo>
                <a:lnTo>
                  <a:pt x="4506" y="1"/>
                </a:lnTo>
                <a:lnTo>
                  <a:pt x="4507" y="1"/>
                </a:lnTo>
                <a:lnTo>
                  <a:pt x="4508" y="1"/>
                </a:lnTo>
                <a:lnTo>
                  <a:pt x="4509" y="1"/>
                </a:lnTo>
                <a:lnTo>
                  <a:pt x="4510" y="1"/>
                </a:lnTo>
                <a:lnTo>
                  <a:pt x="4510" y="2"/>
                </a:lnTo>
                <a:lnTo>
                  <a:pt x="4511" y="2"/>
                </a:lnTo>
                <a:lnTo>
                  <a:pt x="4511" y="3"/>
                </a:lnTo>
                <a:lnTo>
                  <a:pt x="4511" y="4"/>
                </a:lnTo>
                <a:lnTo>
                  <a:pt x="4510" y="4"/>
                </a:lnTo>
                <a:lnTo>
                  <a:pt x="4510" y="5"/>
                </a:lnTo>
                <a:lnTo>
                  <a:pt x="4509" y="5"/>
                </a:lnTo>
                <a:lnTo>
                  <a:pt x="4509" y="6"/>
                </a:lnTo>
                <a:lnTo>
                  <a:pt x="4508" y="6"/>
                </a:lnTo>
                <a:lnTo>
                  <a:pt x="4509" y="6"/>
                </a:lnTo>
                <a:lnTo>
                  <a:pt x="4509" y="7"/>
                </a:lnTo>
                <a:lnTo>
                  <a:pt x="4510" y="7"/>
                </a:lnTo>
                <a:lnTo>
                  <a:pt x="4511" y="7"/>
                </a:lnTo>
                <a:lnTo>
                  <a:pt x="4512" y="7"/>
                </a:lnTo>
                <a:lnTo>
                  <a:pt x="4512" y="6"/>
                </a:lnTo>
                <a:lnTo>
                  <a:pt x="4513" y="6"/>
                </a:lnTo>
                <a:lnTo>
                  <a:pt x="4513" y="5"/>
                </a:lnTo>
                <a:lnTo>
                  <a:pt x="4513" y="4"/>
                </a:lnTo>
                <a:lnTo>
                  <a:pt x="4514" y="4"/>
                </a:lnTo>
                <a:lnTo>
                  <a:pt x="4514" y="3"/>
                </a:lnTo>
                <a:lnTo>
                  <a:pt x="4514" y="2"/>
                </a:lnTo>
                <a:lnTo>
                  <a:pt x="4514" y="1"/>
                </a:lnTo>
                <a:lnTo>
                  <a:pt x="4515" y="1"/>
                </a:lnTo>
                <a:lnTo>
                  <a:pt x="451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7" name=""/>
          <p:cNvSpPr/>
          <p:nvPr/>
        </p:nvSpPr>
        <p:spPr>
          <a:xfrm>
            <a:off x="2368080" y="3995280"/>
            <a:ext cx="5040" cy="2160"/>
          </a:xfrm>
          <a:custGeom>
            <a:avLst/>
            <a:gdLst/>
            <a:ahLst/>
            <a:rect l="0" t="0" r="r" b="b"/>
            <a:pathLst>
              <a:path fill="none" w="14" h="6">
                <a:moveTo>
                  <a:pt x="0" y="6"/>
                </a:moveTo>
                <a:lnTo>
                  <a:pt x="3" y="6"/>
                </a:lnTo>
                <a:lnTo>
                  <a:pt x="6" y="4"/>
                </a:lnTo>
                <a:lnTo>
                  <a:pt x="9" y="3"/>
                </a:lnTo>
                <a:lnTo>
                  <a:pt x="11" y="2"/>
                </a:lnTo>
                <a:lnTo>
                  <a:pt x="1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8" name=""/>
          <p:cNvSpPr/>
          <p:nvPr/>
        </p:nvSpPr>
        <p:spPr>
          <a:xfrm>
            <a:off x="2359080" y="3997800"/>
            <a:ext cx="5040" cy="720"/>
          </a:xfrm>
          <a:custGeom>
            <a:avLst/>
            <a:gdLst/>
            <a:ahLst/>
            <a:rect l="0" t="0" r="r" b="b"/>
            <a:pathLst>
              <a:path fill="none" w="14" h="2">
                <a:moveTo>
                  <a:pt x="0" y="2"/>
                </a:moveTo>
                <a:lnTo>
                  <a:pt x="2" y="2"/>
                </a:lnTo>
                <a:lnTo>
                  <a:pt x="4" y="2"/>
                </a:lnTo>
                <a:lnTo>
                  <a:pt x="7" y="2"/>
                </a:lnTo>
                <a:lnTo>
                  <a:pt x="9" y="0"/>
                </a:lnTo>
                <a:lnTo>
                  <a:pt x="12" y="0"/>
                </a:lnTo>
                <a:lnTo>
                  <a:pt x="1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9" name=""/>
          <p:cNvSpPr/>
          <p:nvPr/>
        </p:nvSpPr>
        <p:spPr>
          <a:xfrm>
            <a:off x="2347560" y="3999240"/>
            <a:ext cx="4680" cy="2160"/>
          </a:xfrm>
          <a:custGeom>
            <a:avLst/>
            <a:gdLst/>
            <a:ahLst/>
            <a:rect l="0" t="0" r="r" b="b"/>
            <a:pathLst>
              <a:path fill="none" w="13" h="6">
                <a:moveTo>
                  <a:pt x="0" y="6"/>
                </a:moveTo>
                <a:lnTo>
                  <a:pt x="2" y="5"/>
                </a:lnTo>
                <a:lnTo>
                  <a:pt x="5" y="2"/>
                </a:lnTo>
                <a:lnTo>
                  <a:pt x="6" y="2"/>
                </a:lnTo>
                <a:lnTo>
                  <a:pt x="7" y="1"/>
                </a:lnTo>
                <a:lnTo>
                  <a:pt x="10" y="1"/>
                </a:lnTo>
                <a:lnTo>
                  <a:pt x="11" y="0"/>
                </a:lnTo>
                <a:lnTo>
                  <a:pt x="1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0" name=""/>
          <p:cNvSpPr/>
          <p:nvPr/>
        </p:nvSpPr>
        <p:spPr>
          <a:xfrm>
            <a:off x="2340360" y="4002480"/>
            <a:ext cx="4320" cy="2160"/>
          </a:xfrm>
          <a:custGeom>
            <a:avLst/>
            <a:gdLst/>
            <a:ahLst/>
            <a:rect l="0" t="0" r="r" b="b"/>
            <a:pathLst>
              <a:path fill="none" w="12" h="6">
                <a:moveTo>
                  <a:pt x="0" y="6"/>
                </a:moveTo>
                <a:lnTo>
                  <a:pt x="2" y="6"/>
                </a:lnTo>
                <a:lnTo>
                  <a:pt x="3" y="6"/>
                </a:lnTo>
                <a:lnTo>
                  <a:pt x="5" y="5"/>
                </a:lnTo>
                <a:lnTo>
                  <a:pt x="8" y="3"/>
                </a:lnTo>
                <a:lnTo>
                  <a:pt x="10" y="2"/>
                </a:lnTo>
                <a:lnTo>
                  <a:pt x="12" y="1"/>
                </a:lnTo>
                <a:lnTo>
                  <a:pt x="1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1" name=""/>
          <p:cNvSpPr/>
          <p:nvPr/>
        </p:nvSpPr>
        <p:spPr>
          <a:xfrm>
            <a:off x="2333520" y="4004640"/>
            <a:ext cx="3240" cy="1440"/>
          </a:xfrm>
          <a:custGeom>
            <a:avLst/>
            <a:gdLst/>
            <a:ahLst/>
            <a:rect l="0" t="0" r="r" b="b"/>
            <a:pathLst>
              <a:path fill="none" w="9" h="4">
                <a:moveTo>
                  <a:pt x="0" y="4"/>
                </a:moveTo>
                <a:lnTo>
                  <a:pt x="1" y="4"/>
                </a:lnTo>
                <a:lnTo>
                  <a:pt x="3" y="4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8" y="0"/>
                </a:lnTo>
                <a:lnTo>
                  <a:pt x="9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2" name=""/>
          <p:cNvSpPr/>
          <p:nvPr/>
        </p:nvSpPr>
        <p:spPr>
          <a:xfrm flipV="1">
            <a:off x="2363760" y="4230360"/>
            <a:ext cx="9360" cy="4104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3" name=""/>
          <p:cNvSpPr/>
          <p:nvPr/>
        </p:nvSpPr>
        <p:spPr>
          <a:xfrm flipV="1">
            <a:off x="2320560" y="4336200"/>
            <a:ext cx="24120" cy="327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4" name=""/>
          <p:cNvSpPr/>
          <p:nvPr/>
        </p:nvSpPr>
        <p:spPr>
          <a:xfrm>
            <a:off x="2177640" y="4370040"/>
            <a:ext cx="3600" cy="1440"/>
          </a:xfrm>
          <a:custGeom>
            <a:avLst/>
            <a:gdLst/>
            <a:ahLst/>
            <a:rect l="0" t="0" r="r" b="b"/>
            <a:pathLst>
              <a:path fill="none" w="10" h="4">
                <a:moveTo>
                  <a:pt x="0" y="4"/>
                </a:moveTo>
                <a:lnTo>
                  <a:pt x="1" y="2"/>
                </a:lnTo>
                <a:lnTo>
                  <a:pt x="2" y="2"/>
                </a:lnTo>
                <a:lnTo>
                  <a:pt x="4" y="0"/>
                </a:lnTo>
                <a:lnTo>
                  <a:pt x="5" y="0"/>
                </a:lnTo>
                <a:lnTo>
                  <a:pt x="6" y="2"/>
                </a:lnTo>
                <a:lnTo>
                  <a:pt x="7" y="2"/>
                </a:lnTo>
                <a:lnTo>
                  <a:pt x="9" y="2"/>
                </a:lnTo>
                <a:lnTo>
                  <a:pt x="1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5" name=""/>
          <p:cNvSpPr/>
          <p:nvPr/>
        </p:nvSpPr>
        <p:spPr>
          <a:xfrm>
            <a:off x="2175480" y="43718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6" name=""/>
          <p:cNvSpPr/>
          <p:nvPr/>
        </p:nvSpPr>
        <p:spPr>
          <a:xfrm>
            <a:off x="2177640" y="4372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7" name=""/>
          <p:cNvSpPr/>
          <p:nvPr/>
        </p:nvSpPr>
        <p:spPr>
          <a:xfrm>
            <a:off x="2178360" y="4372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8" name=""/>
          <p:cNvSpPr/>
          <p:nvPr/>
        </p:nvSpPr>
        <p:spPr>
          <a:xfrm flipV="1">
            <a:off x="2177640" y="43722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9" name=""/>
          <p:cNvSpPr/>
          <p:nvPr/>
        </p:nvSpPr>
        <p:spPr>
          <a:xfrm>
            <a:off x="2175480" y="43725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0" name=""/>
          <p:cNvSpPr/>
          <p:nvPr/>
        </p:nvSpPr>
        <p:spPr>
          <a:xfrm>
            <a:off x="2178720" y="4372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1" name=""/>
          <p:cNvSpPr/>
          <p:nvPr/>
        </p:nvSpPr>
        <p:spPr>
          <a:xfrm>
            <a:off x="2175840" y="4372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2" name=""/>
          <p:cNvSpPr/>
          <p:nvPr/>
        </p:nvSpPr>
        <p:spPr>
          <a:xfrm>
            <a:off x="2175480" y="437292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0" y="0"/>
                </a:move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3" name=""/>
          <p:cNvSpPr/>
          <p:nvPr/>
        </p:nvSpPr>
        <p:spPr>
          <a:xfrm>
            <a:off x="2176920" y="4370760"/>
            <a:ext cx="6120" cy="7200"/>
          </a:xfrm>
          <a:custGeom>
            <a:avLst/>
            <a:gdLst/>
            <a:ahLst/>
            <a:rect l="0" t="0" r="r" b="b"/>
            <a:pathLst>
              <a:path fill="none" w="17" h="20">
                <a:moveTo>
                  <a:pt x="2" y="19"/>
                </a:moveTo>
                <a:lnTo>
                  <a:pt x="3" y="19"/>
                </a:lnTo>
                <a:lnTo>
                  <a:pt x="4" y="19"/>
                </a:lnTo>
                <a:lnTo>
                  <a:pt x="5" y="20"/>
                </a:lnTo>
                <a:lnTo>
                  <a:pt x="5" y="19"/>
                </a:lnTo>
                <a:lnTo>
                  <a:pt x="7" y="19"/>
                </a:lnTo>
                <a:lnTo>
                  <a:pt x="8" y="19"/>
                </a:lnTo>
                <a:lnTo>
                  <a:pt x="9" y="19"/>
                </a:lnTo>
                <a:lnTo>
                  <a:pt x="10" y="17"/>
                </a:lnTo>
                <a:lnTo>
                  <a:pt x="11" y="17"/>
                </a:lnTo>
                <a:lnTo>
                  <a:pt x="12" y="17"/>
                </a:lnTo>
                <a:lnTo>
                  <a:pt x="12" y="16"/>
                </a:lnTo>
                <a:lnTo>
                  <a:pt x="13" y="16"/>
                </a:lnTo>
                <a:lnTo>
                  <a:pt x="13" y="15"/>
                </a:lnTo>
                <a:lnTo>
                  <a:pt x="14" y="14"/>
                </a:lnTo>
                <a:lnTo>
                  <a:pt x="15" y="13"/>
                </a:lnTo>
                <a:lnTo>
                  <a:pt x="15" y="12"/>
                </a:lnTo>
                <a:lnTo>
                  <a:pt x="16" y="11"/>
                </a:lnTo>
                <a:lnTo>
                  <a:pt x="16" y="10"/>
                </a:lnTo>
                <a:lnTo>
                  <a:pt x="16" y="9"/>
                </a:lnTo>
                <a:lnTo>
                  <a:pt x="17" y="9"/>
                </a:lnTo>
                <a:lnTo>
                  <a:pt x="17" y="8"/>
                </a:lnTo>
                <a:lnTo>
                  <a:pt x="17" y="7"/>
                </a:lnTo>
                <a:lnTo>
                  <a:pt x="17" y="6"/>
                </a:lnTo>
                <a:lnTo>
                  <a:pt x="17" y="5"/>
                </a:lnTo>
                <a:lnTo>
                  <a:pt x="16" y="4"/>
                </a:lnTo>
                <a:lnTo>
                  <a:pt x="16" y="3"/>
                </a:lnTo>
                <a:lnTo>
                  <a:pt x="16" y="2"/>
                </a:lnTo>
                <a:lnTo>
                  <a:pt x="15" y="1"/>
                </a:lnTo>
                <a:lnTo>
                  <a:pt x="15" y="0"/>
                </a:lnTo>
                <a:lnTo>
                  <a:pt x="14" y="0"/>
                </a:lnTo>
                <a:lnTo>
                  <a:pt x="13" y="0"/>
                </a:lnTo>
                <a:lnTo>
                  <a:pt x="13" y="1"/>
                </a:lnTo>
                <a:lnTo>
                  <a:pt x="14" y="2"/>
                </a:lnTo>
                <a:lnTo>
                  <a:pt x="14" y="3"/>
                </a:lnTo>
                <a:lnTo>
                  <a:pt x="15" y="4"/>
                </a:lnTo>
                <a:lnTo>
                  <a:pt x="15" y="5"/>
                </a:lnTo>
                <a:lnTo>
                  <a:pt x="15" y="6"/>
                </a:lnTo>
                <a:lnTo>
                  <a:pt x="15" y="9"/>
                </a:lnTo>
                <a:lnTo>
                  <a:pt x="15" y="10"/>
                </a:lnTo>
                <a:lnTo>
                  <a:pt x="14" y="10"/>
                </a:lnTo>
                <a:lnTo>
                  <a:pt x="14" y="11"/>
                </a:lnTo>
                <a:lnTo>
                  <a:pt x="13" y="12"/>
                </a:lnTo>
                <a:lnTo>
                  <a:pt x="12" y="13"/>
                </a:lnTo>
                <a:lnTo>
                  <a:pt x="12" y="14"/>
                </a:lnTo>
                <a:lnTo>
                  <a:pt x="11" y="15"/>
                </a:lnTo>
                <a:lnTo>
                  <a:pt x="10" y="16"/>
                </a:lnTo>
                <a:lnTo>
                  <a:pt x="9" y="16"/>
                </a:lnTo>
                <a:lnTo>
                  <a:pt x="8" y="16"/>
                </a:lnTo>
                <a:lnTo>
                  <a:pt x="7" y="16"/>
                </a:lnTo>
                <a:lnTo>
                  <a:pt x="7" y="17"/>
                </a:lnTo>
                <a:lnTo>
                  <a:pt x="5" y="17"/>
                </a:lnTo>
                <a:lnTo>
                  <a:pt x="4" y="17"/>
                </a:lnTo>
                <a:lnTo>
                  <a:pt x="3" y="17"/>
                </a:lnTo>
                <a:lnTo>
                  <a:pt x="2" y="17"/>
                </a:lnTo>
                <a:lnTo>
                  <a:pt x="1" y="15"/>
                </a:lnTo>
                <a:lnTo>
                  <a:pt x="0" y="15"/>
                </a:lnTo>
                <a:lnTo>
                  <a:pt x="0" y="16"/>
                </a:lnTo>
                <a:lnTo>
                  <a:pt x="0" y="17"/>
                </a:lnTo>
                <a:lnTo>
                  <a:pt x="1" y="19"/>
                </a:lnTo>
                <a:lnTo>
                  <a:pt x="2" y="1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2160" rIns="5040" bIns="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4" name=""/>
          <p:cNvSpPr/>
          <p:nvPr/>
        </p:nvSpPr>
        <p:spPr>
          <a:xfrm>
            <a:off x="2265480" y="4434840"/>
            <a:ext cx="18000" cy="37440"/>
          </a:xfrm>
          <a:custGeom>
            <a:avLst/>
            <a:gdLst/>
            <a:ahLst/>
            <a:rect l="0" t="0" r="r" b="b"/>
            <a:pathLst>
              <a:path fill="none" w="50" h="104">
                <a:moveTo>
                  <a:pt x="0" y="104"/>
                </a:moveTo>
                <a:lnTo>
                  <a:pt x="1" y="101"/>
                </a:lnTo>
                <a:lnTo>
                  <a:pt x="2" y="98"/>
                </a:lnTo>
                <a:lnTo>
                  <a:pt x="5" y="95"/>
                </a:lnTo>
                <a:lnTo>
                  <a:pt x="6" y="90"/>
                </a:lnTo>
                <a:lnTo>
                  <a:pt x="8" y="86"/>
                </a:lnTo>
                <a:lnTo>
                  <a:pt x="10" y="82"/>
                </a:lnTo>
                <a:lnTo>
                  <a:pt x="12" y="78"/>
                </a:lnTo>
                <a:lnTo>
                  <a:pt x="14" y="74"/>
                </a:lnTo>
                <a:lnTo>
                  <a:pt x="15" y="70"/>
                </a:lnTo>
                <a:lnTo>
                  <a:pt x="17" y="67"/>
                </a:lnTo>
                <a:lnTo>
                  <a:pt x="19" y="63"/>
                </a:lnTo>
                <a:lnTo>
                  <a:pt x="21" y="58"/>
                </a:lnTo>
                <a:lnTo>
                  <a:pt x="23" y="54"/>
                </a:lnTo>
                <a:lnTo>
                  <a:pt x="25" y="50"/>
                </a:lnTo>
                <a:lnTo>
                  <a:pt x="26" y="48"/>
                </a:lnTo>
                <a:lnTo>
                  <a:pt x="28" y="44"/>
                </a:lnTo>
                <a:lnTo>
                  <a:pt x="29" y="42"/>
                </a:lnTo>
                <a:lnTo>
                  <a:pt x="32" y="36"/>
                </a:lnTo>
                <a:lnTo>
                  <a:pt x="35" y="31"/>
                </a:lnTo>
                <a:lnTo>
                  <a:pt x="37" y="26"/>
                </a:lnTo>
                <a:lnTo>
                  <a:pt x="39" y="22"/>
                </a:lnTo>
                <a:lnTo>
                  <a:pt x="41" y="18"/>
                </a:lnTo>
                <a:lnTo>
                  <a:pt x="44" y="13"/>
                </a:lnTo>
                <a:lnTo>
                  <a:pt x="46" y="8"/>
                </a:lnTo>
                <a:lnTo>
                  <a:pt x="48" y="4"/>
                </a:lnTo>
                <a:lnTo>
                  <a:pt x="5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5" name=""/>
          <p:cNvSpPr/>
          <p:nvPr/>
        </p:nvSpPr>
        <p:spPr>
          <a:xfrm>
            <a:off x="2112120" y="453708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0" y="4"/>
                </a:move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6" y="0"/>
                </a:lnTo>
                <a:lnTo>
                  <a:pt x="7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6" name=""/>
          <p:cNvSpPr/>
          <p:nvPr/>
        </p:nvSpPr>
        <p:spPr>
          <a:xfrm>
            <a:off x="2109600" y="45381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2"/>
                </a:move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7" name=""/>
          <p:cNvSpPr/>
          <p:nvPr/>
        </p:nvSpPr>
        <p:spPr>
          <a:xfrm>
            <a:off x="2112120" y="4538160"/>
            <a:ext cx="2880" cy="1080"/>
          </a:xfrm>
          <a:custGeom>
            <a:avLst/>
            <a:gdLst/>
            <a:ahLst/>
            <a:rect l="0" t="0" r="r" b="b"/>
            <a:pathLst>
              <a:path fill="none" w="8" h="3">
                <a:moveTo>
                  <a:pt x="8" y="0"/>
                </a:moveTo>
                <a:lnTo>
                  <a:pt x="6" y="2"/>
                </a:lnTo>
                <a:lnTo>
                  <a:pt x="5" y="3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8" name=""/>
          <p:cNvSpPr/>
          <p:nvPr/>
        </p:nvSpPr>
        <p:spPr>
          <a:xfrm>
            <a:off x="2109960" y="453888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3" y="0"/>
                </a:moveTo>
                <a:lnTo>
                  <a:pt x="2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9" name=""/>
          <p:cNvSpPr/>
          <p:nvPr/>
        </p:nvSpPr>
        <p:spPr>
          <a:xfrm>
            <a:off x="2107440" y="453852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0" y="4"/>
                </a:moveTo>
                <a:lnTo>
                  <a:pt x="1" y="4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0" name=""/>
          <p:cNvSpPr/>
          <p:nvPr/>
        </p:nvSpPr>
        <p:spPr>
          <a:xfrm>
            <a:off x="2107440" y="453924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0"/>
                </a:moveTo>
                <a:lnTo>
                  <a:pt x="5" y="1"/>
                </a:lnTo>
                <a:lnTo>
                  <a:pt x="3" y="1"/>
                </a:lnTo>
                <a:lnTo>
                  <a:pt x="2" y="3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1" name=""/>
          <p:cNvSpPr/>
          <p:nvPr/>
        </p:nvSpPr>
        <p:spPr>
          <a:xfrm>
            <a:off x="2098800" y="4541400"/>
            <a:ext cx="6480" cy="1800"/>
          </a:xfrm>
          <a:custGeom>
            <a:avLst/>
            <a:gdLst/>
            <a:ahLst/>
            <a:rect l="0" t="0" r="r" b="b"/>
            <a:pathLst>
              <a:path fill="none" w="18" h="5">
                <a:moveTo>
                  <a:pt x="0" y="5"/>
                </a:moveTo>
                <a:lnTo>
                  <a:pt x="1" y="4"/>
                </a:lnTo>
                <a:lnTo>
                  <a:pt x="2" y="3"/>
                </a:lnTo>
                <a:lnTo>
                  <a:pt x="3" y="3"/>
                </a:lnTo>
                <a:lnTo>
                  <a:pt x="5" y="4"/>
                </a:lnTo>
                <a:lnTo>
                  <a:pt x="6" y="3"/>
                </a:lnTo>
                <a:lnTo>
                  <a:pt x="8" y="3"/>
                </a:lnTo>
                <a:lnTo>
                  <a:pt x="11" y="3"/>
                </a:lnTo>
                <a:lnTo>
                  <a:pt x="13" y="3"/>
                </a:lnTo>
                <a:lnTo>
                  <a:pt x="14" y="3"/>
                </a:lnTo>
                <a:lnTo>
                  <a:pt x="16" y="1"/>
                </a:lnTo>
                <a:lnTo>
                  <a:pt x="17" y="0"/>
                </a:lnTo>
                <a:lnTo>
                  <a:pt x="18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2" name=""/>
          <p:cNvSpPr/>
          <p:nvPr/>
        </p:nvSpPr>
        <p:spPr>
          <a:xfrm>
            <a:off x="2099160" y="4542120"/>
            <a:ext cx="6120" cy="2520"/>
          </a:xfrm>
          <a:custGeom>
            <a:avLst/>
            <a:gdLst/>
            <a:ahLst/>
            <a:rect l="0" t="0" r="r" b="b"/>
            <a:pathLst>
              <a:path fill="none" w="17" h="7">
                <a:moveTo>
                  <a:pt x="17" y="0"/>
                </a:moveTo>
                <a:lnTo>
                  <a:pt x="16" y="2"/>
                </a:lnTo>
                <a:lnTo>
                  <a:pt x="15" y="3"/>
                </a:lnTo>
                <a:lnTo>
                  <a:pt x="14" y="3"/>
                </a:lnTo>
                <a:lnTo>
                  <a:pt x="13" y="3"/>
                </a:lnTo>
                <a:lnTo>
                  <a:pt x="12" y="4"/>
                </a:lnTo>
                <a:lnTo>
                  <a:pt x="11" y="4"/>
                </a:lnTo>
                <a:lnTo>
                  <a:pt x="10" y="5"/>
                </a:lnTo>
                <a:lnTo>
                  <a:pt x="9" y="7"/>
                </a:lnTo>
                <a:lnTo>
                  <a:pt x="8" y="7"/>
                </a:lnTo>
                <a:lnTo>
                  <a:pt x="7" y="5"/>
                </a:lnTo>
                <a:lnTo>
                  <a:pt x="5" y="5"/>
                </a:lnTo>
                <a:lnTo>
                  <a:pt x="3" y="5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3" name=""/>
          <p:cNvSpPr/>
          <p:nvPr/>
        </p:nvSpPr>
        <p:spPr>
          <a:xfrm>
            <a:off x="2093760" y="4543200"/>
            <a:ext cx="4320" cy="1080"/>
          </a:xfrm>
          <a:custGeom>
            <a:avLst/>
            <a:gdLst/>
            <a:ahLst/>
            <a:rect l="0" t="0" r="r" b="b"/>
            <a:pathLst>
              <a:path fill="none" w="12" h="3">
                <a:moveTo>
                  <a:pt x="0" y="3"/>
                </a:moveTo>
                <a:lnTo>
                  <a:pt x="1" y="3"/>
                </a:lnTo>
                <a:lnTo>
                  <a:pt x="3" y="3"/>
                </a:lnTo>
                <a:lnTo>
                  <a:pt x="4" y="2"/>
                </a:lnTo>
                <a:lnTo>
                  <a:pt x="6" y="2"/>
                </a:lnTo>
                <a:lnTo>
                  <a:pt x="8" y="2"/>
                </a:lnTo>
                <a:lnTo>
                  <a:pt x="10" y="0"/>
                </a:lnTo>
                <a:lnTo>
                  <a:pt x="11" y="0"/>
                </a:lnTo>
                <a:lnTo>
                  <a:pt x="1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4" name=""/>
          <p:cNvSpPr/>
          <p:nvPr/>
        </p:nvSpPr>
        <p:spPr>
          <a:xfrm>
            <a:off x="2094120" y="4544280"/>
            <a:ext cx="3960" cy="720"/>
          </a:xfrm>
          <a:custGeom>
            <a:avLst/>
            <a:gdLst/>
            <a:ahLst/>
            <a:rect l="0" t="0" r="r" b="b"/>
            <a:pathLst>
              <a:path fill="none" w="11" h="2">
                <a:moveTo>
                  <a:pt x="11" y="0"/>
                </a:moveTo>
                <a:lnTo>
                  <a:pt x="10" y="0"/>
                </a:lnTo>
                <a:lnTo>
                  <a:pt x="9" y="2"/>
                </a:lnTo>
                <a:lnTo>
                  <a:pt x="6" y="2"/>
                </a:lnTo>
                <a:lnTo>
                  <a:pt x="5" y="2"/>
                </a:lnTo>
                <a:lnTo>
                  <a:pt x="4" y="2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5" name=""/>
          <p:cNvSpPr/>
          <p:nvPr/>
        </p:nvSpPr>
        <p:spPr>
          <a:xfrm>
            <a:off x="2116440" y="4542480"/>
            <a:ext cx="1800" cy="3240"/>
          </a:xfrm>
          <a:custGeom>
            <a:avLst/>
            <a:gdLst/>
            <a:ahLst/>
            <a:rect l="0" t="0" r="r" b="b"/>
            <a:pathLst>
              <a:path fill="none" w="5" h="9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4" y="1"/>
                </a:lnTo>
                <a:lnTo>
                  <a:pt x="5" y="3"/>
                </a:lnTo>
                <a:lnTo>
                  <a:pt x="5" y="4"/>
                </a:lnTo>
                <a:lnTo>
                  <a:pt x="5" y="5"/>
                </a:lnTo>
                <a:lnTo>
                  <a:pt x="5" y="7"/>
                </a:lnTo>
                <a:lnTo>
                  <a:pt x="5" y="8"/>
                </a:lnTo>
                <a:lnTo>
                  <a:pt x="4" y="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6" name=""/>
          <p:cNvSpPr/>
          <p:nvPr/>
        </p:nvSpPr>
        <p:spPr>
          <a:xfrm>
            <a:off x="2115720" y="4542480"/>
            <a:ext cx="1800" cy="3600"/>
          </a:xfrm>
          <a:custGeom>
            <a:avLst/>
            <a:gdLst/>
            <a:ahLst/>
            <a:rect l="0" t="0" r="r" b="b"/>
            <a:pathLst>
              <a:path fill="none" w="5" h="10">
                <a:moveTo>
                  <a:pt x="5" y="10"/>
                </a:moveTo>
                <a:lnTo>
                  <a:pt x="5" y="9"/>
                </a:lnTo>
                <a:lnTo>
                  <a:pt x="5" y="8"/>
                </a:lnTo>
                <a:lnTo>
                  <a:pt x="4" y="7"/>
                </a:lnTo>
                <a:lnTo>
                  <a:pt x="4" y="4"/>
                </a:lnTo>
                <a:lnTo>
                  <a:pt x="1" y="3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7" name=""/>
          <p:cNvSpPr/>
          <p:nvPr/>
        </p:nvSpPr>
        <p:spPr>
          <a:xfrm>
            <a:off x="2089080" y="4545720"/>
            <a:ext cx="2880" cy="1440"/>
          </a:xfrm>
          <a:custGeom>
            <a:avLst/>
            <a:gdLst/>
            <a:ahLst/>
            <a:rect l="0" t="0" r="r" b="b"/>
            <a:pathLst>
              <a:path fill="none" w="8" h="4">
                <a:moveTo>
                  <a:pt x="0" y="4"/>
                </a:moveTo>
                <a:lnTo>
                  <a:pt x="1" y="3"/>
                </a:lnTo>
                <a:lnTo>
                  <a:pt x="3" y="1"/>
                </a:lnTo>
                <a:lnTo>
                  <a:pt x="5" y="1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8" name=""/>
          <p:cNvSpPr/>
          <p:nvPr/>
        </p:nvSpPr>
        <p:spPr>
          <a:xfrm>
            <a:off x="2089440" y="4546440"/>
            <a:ext cx="3240" cy="1440"/>
          </a:xfrm>
          <a:custGeom>
            <a:avLst/>
            <a:gdLst/>
            <a:ahLst/>
            <a:rect l="0" t="0" r="r" b="b"/>
            <a:pathLst>
              <a:path fill="none" w="9" h="4">
                <a:moveTo>
                  <a:pt x="9" y="0"/>
                </a:moveTo>
                <a:lnTo>
                  <a:pt x="8" y="0"/>
                </a:lnTo>
                <a:lnTo>
                  <a:pt x="8" y="1"/>
                </a:lnTo>
                <a:lnTo>
                  <a:pt x="6" y="1"/>
                </a:lnTo>
                <a:lnTo>
                  <a:pt x="5" y="1"/>
                </a:lnTo>
                <a:lnTo>
                  <a:pt x="4" y="1"/>
                </a:lnTo>
                <a:lnTo>
                  <a:pt x="2" y="1"/>
                </a:lnTo>
                <a:lnTo>
                  <a:pt x="1" y="3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9" name=""/>
          <p:cNvSpPr/>
          <p:nvPr/>
        </p:nvSpPr>
        <p:spPr>
          <a:xfrm>
            <a:off x="2115000" y="454788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0" name=""/>
          <p:cNvSpPr/>
          <p:nvPr/>
        </p:nvSpPr>
        <p:spPr>
          <a:xfrm>
            <a:off x="2114640" y="4547880"/>
            <a:ext cx="0" cy="1080"/>
          </a:xfrm>
          <a:custGeom>
            <a:avLst/>
            <a:gdLst/>
            <a:ahLst/>
            <a:rect l="0" t="0" r="r" b="b"/>
            <a:pathLst>
              <a:path fill="none" w="0" h="3">
                <a:moveTo>
                  <a:pt x="0" y="3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1" name=""/>
          <p:cNvSpPr/>
          <p:nvPr/>
        </p:nvSpPr>
        <p:spPr>
          <a:xfrm>
            <a:off x="2086200" y="45489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4"/>
                </a:moveTo>
                <a:lnTo>
                  <a:pt x="1" y="4"/>
                </a:lnTo>
                <a:lnTo>
                  <a:pt x="1" y="1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2" name=""/>
          <p:cNvSpPr/>
          <p:nvPr/>
        </p:nvSpPr>
        <p:spPr>
          <a:xfrm>
            <a:off x="2086560" y="454932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0"/>
                </a:moveTo>
                <a:lnTo>
                  <a:pt x="3" y="0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3" name=""/>
          <p:cNvSpPr/>
          <p:nvPr/>
        </p:nvSpPr>
        <p:spPr>
          <a:xfrm flipV="1">
            <a:off x="2084760" y="4551120"/>
            <a:ext cx="720" cy="72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4" name=""/>
          <p:cNvSpPr/>
          <p:nvPr/>
        </p:nvSpPr>
        <p:spPr>
          <a:xfrm>
            <a:off x="2113200" y="4549320"/>
            <a:ext cx="1440" cy="2880"/>
          </a:xfrm>
          <a:custGeom>
            <a:avLst/>
            <a:gdLst/>
            <a:ahLst/>
            <a:rect l="0" t="0" r="r" b="b"/>
            <a:pathLst>
              <a:path fill="none" w="4" h="8">
                <a:moveTo>
                  <a:pt x="0" y="0"/>
                </a:moveTo>
                <a:lnTo>
                  <a:pt x="2" y="0"/>
                </a:lnTo>
                <a:lnTo>
                  <a:pt x="2" y="1"/>
                </a:lnTo>
                <a:lnTo>
                  <a:pt x="4" y="4"/>
                </a:lnTo>
                <a:lnTo>
                  <a:pt x="4" y="5"/>
                </a:lnTo>
                <a:lnTo>
                  <a:pt x="2" y="7"/>
                </a:lnTo>
                <a:lnTo>
                  <a:pt x="2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5" name=""/>
          <p:cNvSpPr/>
          <p:nvPr/>
        </p:nvSpPr>
        <p:spPr>
          <a:xfrm>
            <a:off x="2085120" y="455148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2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6" name=""/>
          <p:cNvSpPr/>
          <p:nvPr/>
        </p:nvSpPr>
        <p:spPr>
          <a:xfrm>
            <a:off x="2112480" y="4549320"/>
            <a:ext cx="1440" cy="2880"/>
          </a:xfrm>
          <a:custGeom>
            <a:avLst/>
            <a:gdLst/>
            <a:ahLst/>
            <a:rect l="0" t="0" r="r" b="b"/>
            <a:pathLst>
              <a:path fill="none" w="4" h="8">
                <a:moveTo>
                  <a:pt x="4" y="8"/>
                </a:moveTo>
                <a:lnTo>
                  <a:pt x="2" y="7"/>
                </a:lnTo>
                <a:lnTo>
                  <a:pt x="2" y="5"/>
                </a:lnTo>
                <a:lnTo>
                  <a:pt x="0" y="4"/>
                </a:lnTo>
                <a:lnTo>
                  <a:pt x="0" y="3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7" name=""/>
          <p:cNvSpPr/>
          <p:nvPr/>
        </p:nvSpPr>
        <p:spPr>
          <a:xfrm>
            <a:off x="2111400" y="455112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0"/>
                </a:move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8" name=""/>
          <p:cNvSpPr/>
          <p:nvPr/>
        </p:nvSpPr>
        <p:spPr>
          <a:xfrm>
            <a:off x="2111040" y="455112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2" y="5"/>
                </a:move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9" name=""/>
          <p:cNvSpPr/>
          <p:nvPr/>
        </p:nvSpPr>
        <p:spPr>
          <a:xfrm>
            <a:off x="2084400" y="45540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0" name=""/>
          <p:cNvSpPr/>
          <p:nvPr/>
        </p:nvSpPr>
        <p:spPr>
          <a:xfrm>
            <a:off x="2084760" y="4553640"/>
            <a:ext cx="0" cy="1080"/>
          </a:xfrm>
          <a:custGeom>
            <a:avLst/>
            <a:gdLst/>
            <a:ahLst/>
            <a:rect l="0" t="0" r="r" b="b"/>
            <a:pathLst>
              <a:path fill="none" w="0" h="3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1" name=""/>
          <p:cNvSpPr/>
          <p:nvPr/>
        </p:nvSpPr>
        <p:spPr>
          <a:xfrm>
            <a:off x="2109240" y="45565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0" y="3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2" name=""/>
          <p:cNvSpPr/>
          <p:nvPr/>
        </p:nvSpPr>
        <p:spPr>
          <a:xfrm>
            <a:off x="2109600" y="45568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0"/>
                </a:move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3" name=""/>
          <p:cNvSpPr/>
          <p:nvPr/>
        </p:nvSpPr>
        <p:spPr>
          <a:xfrm>
            <a:off x="2084040" y="455724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1" y="3"/>
                </a:move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4" name=""/>
          <p:cNvSpPr/>
          <p:nvPr/>
        </p:nvSpPr>
        <p:spPr>
          <a:xfrm>
            <a:off x="2084400" y="45576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0"/>
                </a:moveTo>
                <a:lnTo>
                  <a:pt x="1" y="1"/>
                </a:lnTo>
                <a:lnTo>
                  <a:pt x="1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5" name=""/>
          <p:cNvSpPr/>
          <p:nvPr/>
        </p:nvSpPr>
        <p:spPr>
          <a:xfrm>
            <a:off x="2106360" y="4559040"/>
            <a:ext cx="2160" cy="720"/>
          </a:xfrm>
          <a:custGeom>
            <a:avLst/>
            <a:gdLst/>
            <a:ahLst/>
            <a:rect l="0" t="0" r="r" b="b"/>
            <a:pathLst>
              <a:path fill="none" w="6" h="2">
                <a:moveTo>
                  <a:pt x="0" y="2"/>
                </a:moveTo>
                <a:lnTo>
                  <a:pt x="2" y="2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6" name=""/>
          <p:cNvSpPr/>
          <p:nvPr/>
        </p:nvSpPr>
        <p:spPr>
          <a:xfrm>
            <a:off x="2106720" y="45594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4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7" name=""/>
          <p:cNvSpPr/>
          <p:nvPr/>
        </p:nvSpPr>
        <p:spPr>
          <a:xfrm>
            <a:off x="2079000" y="455940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3" y="1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8" name=""/>
          <p:cNvSpPr/>
          <p:nvPr/>
        </p:nvSpPr>
        <p:spPr>
          <a:xfrm>
            <a:off x="2100600" y="45601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9" name=""/>
          <p:cNvSpPr/>
          <p:nvPr/>
        </p:nvSpPr>
        <p:spPr>
          <a:xfrm>
            <a:off x="2100600" y="456048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3" y="1"/>
                </a:move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0" name=""/>
          <p:cNvSpPr/>
          <p:nvPr/>
        </p:nvSpPr>
        <p:spPr>
          <a:xfrm>
            <a:off x="2077920" y="45597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4"/>
                </a:moveTo>
                <a:lnTo>
                  <a:pt x="4" y="4"/>
                </a:ln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1" name=""/>
          <p:cNvSpPr/>
          <p:nvPr/>
        </p:nvSpPr>
        <p:spPr>
          <a:xfrm>
            <a:off x="2096280" y="45622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0" y="0"/>
                </a:moveTo>
                <a:lnTo>
                  <a:pt x="2" y="1"/>
                </a:lnTo>
                <a:lnTo>
                  <a:pt x="4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2" name=""/>
          <p:cNvSpPr/>
          <p:nvPr/>
        </p:nvSpPr>
        <p:spPr>
          <a:xfrm>
            <a:off x="2095920" y="45626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3" name=""/>
          <p:cNvSpPr/>
          <p:nvPr/>
        </p:nvSpPr>
        <p:spPr>
          <a:xfrm>
            <a:off x="2080080" y="456264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5" y="3"/>
                </a:lnTo>
                <a:lnTo>
                  <a:pt x="5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4" name=""/>
          <p:cNvSpPr/>
          <p:nvPr/>
        </p:nvSpPr>
        <p:spPr>
          <a:xfrm>
            <a:off x="2079720" y="45630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5"/>
                </a:move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5" name=""/>
          <p:cNvSpPr/>
          <p:nvPr/>
        </p:nvSpPr>
        <p:spPr>
          <a:xfrm>
            <a:off x="2082600" y="45644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4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6" name=""/>
          <p:cNvSpPr/>
          <p:nvPr/>
        </p:nvSpPr>
        <p:spPr>
          <a:xfrm>
            <a:off x="2082600" y="45648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5"/>
                </a:move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7" name=""/>
          <p:cNvSpPr/>
          <p:nvPr/>
        </p:nvSpPr>
        <p:spPr>
          <a:xfrm>
            <a:off x="2093040" y="45662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0"/>
                </a:moveTo>
                <a:lnTo>
                  <a:pt x="2" y="0"/>
                </a:lnTo>
                <a:lnTo>
                  <a:pt x="3" y="2"/>
                </a:lnTo>
                <a:lnTo>
                  <a:pt x="5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8" name=""/>
          <p:cNvSpPr/>
          <p:nvPr/>
        </p:nvSpPr>
        <p:spPr>
          <a:xfrm>
            <a:off x="2086920" y="4566240"/>
            <a:ext cx="2880" cy="1440"/>
          </a:xfrm>
          <a:custGeom>
            <a:avLst/>
            <a:gdLst/>
            <a:ahLst/>
            <a:rect l="0" t="0" r="r" b="b"/>
            <a:pathLst>
              <a:path fill="none" w="8" h="4">
                <a:moveTo>
                  <a:pt x="0" y="0"/>
                </a:moveTo>
                <a:lnTo>
                  <a:pt x="2" y="0"/>
                </a:lnTo>
                <a:lnTo>
                  <a:pt x="4" y="2"/>
                </a:lnTo>
                <a:lnTo>
                  <a:pt x="6" y="2"/>
                </a:lnTo>
                <a:lnTo>
                  <a:pt x="8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9" name=""/>
          <p:cNvSpPr/>
          <p:nvPr/>
        </p:nvSpPr>
        <p:spPr>
          <a:xfrm>
            <a:off x="2093040" y="45666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2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0" name=""/>
          <p:cNvSpPr/>
          <p:nvPr/>
        </p:nvSpPr>
        <p:spPr>
          <a:xfrm>
            <a:off x="2086920" y="45669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4"/>
                </a:moveTo>
                <a:lnTo>
                  <a:pt x="5" y="4"/>
                </a:lnTo>
                <a:lnTo>
                  <a:pt x="4" y="4"/>
                </a:lnTo>
                <a:lnTo>
                  <a:pt x="2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1" name=""/>
          <p:cNvSpPr/>
          <p:nvPr/>
        </p:nvSpPr>
        <p:spPr>
          <a:xfrm>
            <a:off x="2208600" y="4574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2" name=""/>
          <p:cNvSpPr/>
          <p:nvPr/>
        </p:nvSpPr>
        <p:spPr>
          <a:xfrm>
            <a:off x="1935360" y="4538880"/>
            <a:ext cx="18360" cy="38520"/>
          </a:xfrm>
          <a:custGeom>
            <a:avLst/>
            <a:gdLst/>
            <a:ahLst/>
            <a:rect l="0" t="0" r="r" b="b"/>
            <a:pathLst>
              <a:path fill="none" w="51" h="107">
                <a:moveTo>
                  <a:pt x="0" y="0"/>
                </a:moveTo>
                <a:lnTo>
                  <a:pt x="3" y="4"/>
                </a:lnTo>
                <a:lnTo>
                  <a:pt x="6" y="9"/>
                </a:lnTo>
                <a:lnTo>
                  <a:pt x="9" y="14"/>
                </a:lnTo>
                <a:lnTo>
                  <a:pt x="12" y="17"/>
                </a:lnTo>
                <a:lnTo>
                  <a:pt x="13" y="20"/>
                </a:lnTo>
                <a:lnTo>
                  <a:pt x="16" y="24"/>
                </a:lnTo>
                <a:lnTo>
                  <a:pt x="20" y="29"/>
                </a:lnTo>
                <a:lnTo>
                  <a:pt x="22" y="33"/>
                </a:lnTo>
                <a:lnTo>
                  <a:pt x="25" y="37"/>
                </a:lnTo>
                <a:lnTo>
                  <a:pt x="27" y="41"/>
                </a:lnTo>
                <a:lnTo>
                  <a:pt x="30" y="45"/>
                </a:lnTo>
                <a:lnTo>
                  <a:pt x="31" y="48"/>
                </a:lnTo>
                <a:lnTo>
                  <a:pt x="33" y="52"/>
                </a:lnTo>
                <a:lnTo>
                  <a:pt x="35" y="56"/>
                </a:lnTo>
                <a:lnTo>
                  <a:pt x="37" y="61"/>
                </a:lnTo>
                <a:lnTo>
                  <a:pt x="38" y="65"/>
                </a:lnTo>
                <a:lnTo>
                  <a:pt x="42" y="71"/>
                </a:lnTo>
                <a:lnTo>
                  <a:pt x="44" y="78"/>
                </a:lnTo>
                <a:lnTo>
                  <a:pt x="45" y="82"/>
                </a:lnTo>
                <a:lnTo>
                  <a:pt x="46" y="86"/>
                </a:lnTo>
                <a:lnTo>
                  <a:pt x="48" y="91"/>
                </a:lnTo>
                <a:lnTo>
                  <a:pt x="49" y="96"/>
                </a:lnTo>
                <a:lnTo>
                  <a:pt x="50" y="101"/>
                </a:lnTo>
                <a:lnTo>
                  <a:pt x="50" y="105"/>
                </a:lnTo>
                <a:lnTo>
                  <a:pt x="51" y="10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3" name=""/>
          <p:cNvSpPr/>
          <p:nvPr/>
        </p:nvSpPr>
        <p:spPr>
          <a:xfrm>
            <a:off x="2212200" y="457740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0"/>
                </a:move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4" name=""/>
          <p:cNvSpPr/>
          <p:nvPr/>
        </p:nvSpPr>
        <p:spPr>
          <a:xfrm>
            <a:off x="2211120" y="4578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5" name=""/>
          <p:cNvSpPr/>
          <p:nvPr/>
        </p:nvSpPr>
        <p:spPr>
          <a:xfrm>
            <a:off x="2208240" y="4574880"/>
            <a:ext cx="4680" cy="4320"/>
          </a:xfrm>
          <a:custGeom>
            <a:avLst/>
            <a:gdLst/>
            <a:ahLst/>
            <a:rect l="0" t="0" r="r" b="b"/>
            <a:pathLst>
              <a:path fill="none" w="13" h="12">
                <a:moveTo>
                  <a:pt x="6" y="12"/>
                </a:moveTo>
                <a:lnTo>
                  <a:pt x="5" y="11"/>
                </a:lnTo>
                <a:lnTo>
                  <a:pt x="4" y="11"/>
                </a:lnTo>
                <a:lnTo>
                  <a:pt x="3" y="11"/>
                </a:lnTo>
                <a:lnTo>
                  <a:pt x="2" y="11"/>
                </a:lnTo>
                <a:lnTo>
                  <a:pt x="2" y="10"/>
                </a:lnTo>
                <a:lnTo>
                  <a:pt x="2" y="9"/>
                </a:lnTo>
                <a:lnTo>
                  <a:pt x="0" y="7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1"/>
                </a:lnTo>
                <a:lnTo>
                  <a:pt x="5" y="2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7" y="6"/>
                </a:lnTo>
                <a:lnTo>
                  <a:pt x="8" y="6"/>
                </a:lnTo>
                <a:lnTo>
                  <a:pt x="8" y="7"/>
                </a:lnTo>
                <a:lnTo>
                  <a:pt x="10" y="8"/>
                </a:lnTo>
                <a:lnTo>
                  <a:pt x="11" y="8"/>
                </a:lnTo>
                <a:lnTo>
                  <a:pt x="13" y="8"/>
                </a:lnTo>
                <a:lnTo>
                  <a:pt x="11" y="10"/>
                </a:lnTo>
                <a:lnTo>
                  <a:pt x="10" y="1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720" rIns="504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6" name=""/>
          <p:cNvSpPr/>
          <p:nvPr/>
        </p:nvSpPr>
        <p:spPr>
          <a:xfrm>
            <a:off x="2210400" y="4578840"/>
            <a:ext cx="1080" cy="0"/>
          </a:xfrm>
          <a:custGeom>
            <a:avLst/>
            <a:gdLst/>
            <a:ahLst/>
            <a:rect l="0" t="0" r="r" b="b"/>
            <a:pathLst>
              <a:path fill="none" w="3" h="0">
                <a:moveTo>
                  <a:pt x="3" y="0"/>
                </a:move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7" name=""/>
          <p:cNvSpPr/>
          <p:nvPr/>
        </p:nvSpPr>
        <p:spPr>
          <a:xfrm>
            <a:off x="2207880" y="4574160"/>
            <a:ext cx="4680" cy="5040"/>
          </a:xfrm>
          <a:custGeom>
            <a:avLst/>
            <a:gdLst/>
            <a:ahLst/>
            <a:rect l="0" t="0" r="r" b="b"/>
            <a:pathLst>
              <a:path fill="none" w="13" h="14">
                <a:moveTo>
                  <a:pt x="4" y="14"/>
                </a:moveTo>
                <a:lnTo>
                  <a:pt x="3" y="14"/>
                </a:lnTo>
                <a:lnTo>
                  <a:pt x="2" y="14"/>
                </a:lnTo>
                <a:lnTo>
                  <a:pt x="1" y="14"/>
                </a:lnTo>
                <a:lnTo>
                  <a:pt x="1" y="13"/>
                </a:lnTo>
                <a:lnTo>
                  <a:pt x="0" y="12"/>
                </a:lnTo>
                <a:lnTo>
                  <a:pt x="0" y="11"/>
                </a:lnTo>
                <a:lnTo>
                  <a:pt x="0" y="10"/>
                </a:lnTo>
                <a:lnTo>
                  <a:pt x="0" y="8"/>
                </a:lnTo>
                <a:lnTo>
                  <a:pt x="0" y="6"/>
                </a:lnTo>
                <a:lnTo>
                  <a:pt x="0" y="5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1"/>
                </a:lnTo>
                <a:lnTo>
                  <a:pt x="5" y="2"/>
                </a:lnTo>
                <a:lnTo>
                  <a:pt x="6" y="3"/>
                </a:lnTo>
                <a:lnTo>
                  <a:pt x="6" y="5"/>
                </a:lnTo>
                <a:lnTo>
                  <a:pt x="8" y="6"/>
                </a:lnTo>
                <a:lnTo>
                  <a:pt x="9" y="6"/>
                </a:lnTo>
                <a:lnTo>
                  <a:pt x="10" y="7"/>
                </a:lnTo>
                <a:lnTo>
                  <a:pt x="12" y="7"/>
                </a:lnTo>
                <a:lnTo>
                  <a:pt x="13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0" rIns="504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8" name=""/>
          <p:cNvSpPr/>
          <p:nvPr/>
        </p:nvSpPr>
        <p:spPr>
          <a:xfrm>
            <a:off x="2251800" y="4545000"/>
            <a:ext cx="360" cy="37800"/>
          </a:xfrm>
          <a:custGeom>
            <a:avLst/>
            <a:gdLst/>
            <a:ahLst/>
            <a:rect l="0" t="0" r="r" b="b"/>
            <a:pathLst>
              <a:path fill="none" w="1" h="105">
                <a:moveTo>
                  <a:pt x="0" y="105"/>
                </a:moveTo>
                <a:lnTo>
                  <a:pt x="0" y="103"/>
                </a:lnTo>
                <a:lnTo>
                  <a:pt x="0" y="100"/>
                </a:lnTo>
                <a:lnTo>
                  <a:pt x="0" y="96"/>
                </a:lnTo>
                <a:lnTo>
                  <a:pt x="0" y="92"/>
                </a:lnTo>
                <a:lnTo>
                  <a:pt x="0" y="88"/>
                </a:lnTo>
                <a:lnTo>
                  <a:pt x="0" y="84"/>
                </a:lnTo>
                <a:lnTo>
                  <a:pt x="0" y="77"/>
                </a:lnTo>
                <a:lnTo>
                  <a:pt x="0" y="65"/>
                </a:lnTo>
                <a:lnTo>
                  <a:pt x="0" y="59"/>
                </a:lnTo>
                <a:lnTo>
                  <a:pt x="0" y="53"/>
                </a:lnTo>
                <a:lnTo>
                  <a:pt x="1" y="49"/>
                </a:lnTo>
                <a:lnTo>
                  <a:pt x="0" y="43"/>
                </a:lnTo>
                <a:lnTo>
                  <a:pt x="0" y="36"/>
                </a:lnTo>
                <a:lnTo>
                  <a:pt x="0" y="31"/>
                </a:lnTo>
                <a:lnTo>
                  <a:pt x="0" y="26"/>
                </a:lnTo>
                <a:lnTo>
                  <a:pt x="1" y="16"/>
                </a:lnTo>
                <a:lnTo>
                  <a:pt x="1" y="1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9" name=""/>
          <p:cNvSpPr/>
          <p:nvPr/>
        </p:nvSpPr>
        <p:spPr>
          <a:xfrm>
            <a:off x="2099880" y="47131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2"/>
                </a:move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0" name=""/>
          <p:cNvSpPr/>
          <p:nvPr/>
        </p:nvSpPr>
        <p:spPr>
          <a:xfrm>
            <a:off x="2099160" y="47134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1" name=""/>
          <p:cNvSpPr/>
          <p:nvPr/>
        </p:nvSpPr>
        <p:spPr>
          <a:xfrm>
            <a:off x="2098800" y="471348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0" y="2"/>
                </a:moveTo>
                <a:lnTo>
                  <a:pt x="2" y="2"/>
                </a:ln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2" name=""/>
          <p:cNvSpPr/>
          <p:nvPr/>
        </p:nvSpPr>
        <p:spPr>
          <a:xfrm>
            <a:off x="2098440" y="47142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3" name=""/>
          <p:cNvSpPr/>
          <p:nvPr/>
        </p:nvSpPr>
        <p:spPr>
          <a:xfrm>
            <a:off x="2098080" y="47142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4" name=""/>
          <p:cNvSpPr/>
          <p:nvPr/>
        </p:nvSpPr>
        <p:spPr>
          <a:xfrm>
            <a:off x="2097000" y="47156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3"/>
                </a:move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5" name=""/>
          <p:cNvSpPr/>
          <p:nvPr/>
        </p:nvSpPr>
        <p:spPr>
          <a:xfrm>
            <a:off x="1960200" y="4684680"/>
            <a:ext cx="8640" cy="36720"/>
          </a:xfrm>
          <a:custGeom>
            <a:avLst/>
            <a:gdLst/>
            <a:ahLst/>
            <a:rect l="0" t="0" r="r" b="b"/>
            <a:pathLst>
              <a:path fill="none" w="24" h="102">
                <a:moveTo>
                  <a:pt x="24" y="0"/>
                </a:moveTo>
                <a:lnTo>
                  <a:pt x="24" y="5"/>
                </a:lnTo>
                <a:lnTo>
                  <a:pt x="24" y="9"/>
                </a:lnTo>
                <a:lnTo>
                  <a:pt x="24" y="13"/>
                </a:lnTo>
                <a:lnTo>
                  <a:pt x="24" y="18"/>
                </a:lnTo>
                <a:lnTo>
                  <a:pt x="24" y="23"/>
                </a:lnTo>
                <a:lnTo>
                  <a:pt x="24" y="28"/>
                </a:lnTo>
                <a:lnTo>
                  <a:pt x="23" y="32"/>
                </a:lnTo>
                <a:lnTo>
                  <a:pt x="23" y="37"/>
                </a:lnTo>
                <a:lnTo>
                  <a:pt x="22" y="43"/>
                </a:lnTo>
                <a:lnTo>
                  <a:pt x="21" y="49"/>
                </a:lnTo>
                <a:lnTo>
                  <a:pt x="20" y="56"/>
                </a:lnTo>
                <a:lnTo>
                  <a:pt x="17" y="61"/>
                </a:lnTo>
                <a:lnTo>
                  <a:pt x="16" y="66"/>
                </a:lnTo>
                <a:lnTo>
                  <a:pt x="15" y="71"/>
                </a:lnTo>
                <a:lnTo>
                  <a:pt x="13" y="75"/>
                </a:lnTo>
                <a:lnTo>
                  <a:pt x="12" y="77"/>
                </a:lnTo>
                <a:lnTo>
                  <a:pt x="11" y="81"/>
                </a:lnTo>
                <a:lnTo>
                  <a:pt x="10" y="84"/>
                </a:lnTo>
                <a:lnTo>
                  <a:pt x="7" y="89"/>
                </a:lnTo>
                <a:lnTo>
                  <a:pt x="5" y="92"/>
                </a:lnTo>
                <a:lnTo>
                  <a:pt x="3" y="96"/>
                </a:lnTo>
                <a:lnTo>
                  <a:pt x="2" y="99"/>
                </a:lnTo>
                <a:lnTo>
                  <a:pt x="1" y="100"/>
                </a:lnTo>
                <a:lnTo>
                  <a:pt x="0" y="10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6" name=""/>
          <p:cNvSpPr/>
          <p:nvPr/>
        </p:nvSpPr>
        <p:spPr>
          <a:xfrm>
            <a:off x="2113200" y="47246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4"/>
                </a:moveTo>
                <a:lnTo>
                  <a:pt x="3" y="4"/>
                </a:lnTo>
                <a:lnTo>
                  <a:pt x="5" y="4"/>
                </a:lnTo>
                <a:lnTo>
                  <a:pt x="5" y="2"/>
                </a:ln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lnTo>
                  <a:pt x="2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7" name=""/>
          <p:cNvSpPr/>
          <p:nvPr/>
        </p:nvSpPr>
        <p:spPr>
          <a:xfrm>
            <a:off x="2180880" y="472500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0" y="0"/>
                </a:moveTo>
                <a:lnTo>
                  <a:pt x="1" y="0"/>
                </a:lnTo>
                <a:lnTo>
                  <a:pt x="3" y="1"/>
                </a:lnTo>
                <a:lnTo>
                  <a:pt x="5" y="2"/>
                </a:lnTo>
                <a:lnTo>
                  <a:pt x="6" y="3"/>
                </a:lnTo>
                <a:lnTo>
                  <a:pt x="6" y="5"/>
                </a:lnTo>
                <a:lnTo>
                  <a:pt x="5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8" name=""/>
          <p:cNvSpPr/>
          <p:nvPr/>
        </p:nvSpPr>
        <p:spPr>
          <a:xfrm>
            <a:off x="2180520" y="47260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5"/>
                </a:moveTo>
                <a:lnTo>
                  <a:pt x="4" y="4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9" name=""/>
          <p:cNvSpPr/>
          <p:nvPr/>
        </p:nvSpPr>
        <p:spPr>
          <a:xfrm>
            <a:off x="2120760" y="47275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0" name=""/>
          <p:cNvSpPr/>
          <p:nvPr/>
        </p:nvSpPr>
        <p:spPr>
          <a:xfrm>
            <a:off x="2099520" y="47275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1" name=""/>
          <p:cNvSpPr/>
          <p:nvPr/>
        </p:nvSpPr>
        <p:spPr>
          <a:xfrm flipV="1">
            <a:off x="2096280" y="47278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2" name=""/>
          <p:cNvSpPr/>
          <p:nvPr/>
        </p:nvSpPr>
        <p:spPr>
          <a:xfrm>
            <a:off x="2120400" y="47271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lnTo>
                  <a:pt x="2" y="3"/>
                </a:lnTo>
                <a:lnTo>
                  <a:pt x="2" y="4"/>
                </a:lnTo>
                <a:lnTo>
                  <a:pt x="4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3" name=""/>
          <p:cNvSpPr/>
          <p:nvPr/>
        </p:nvSpPr>
        <p:spPr>
          <a:xfrm>
            <a:off x="2121120" y="472716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3"/>
                </a:move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4" name=""/>
          <p:cNvSpPr/>
          <p:nvPr/>
        </p:nvSpPr>
        <p:spPr>
          <a:xfrm>
            <a:off x="2095920" y="472788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5" name=""/>
          <p:cNvSpPr/>
          <p:nvPr/>
        </p:nvSpPr>
        <p:spPr>
          <a:xfrm>
            <a:off x="2095200" y="4728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6" name=""/>
          <p:cNvSpPr/>
          <p:nvPr/>
        </p:nvSpPr>
        <p:spPr>
          <a:xfrm flipH="1">
            <a:off x="2094840" y="47286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7" name=""/>
          <p:cNvSpPr/>
          <p:nvPr/>
        </p:nvSpPr>
        <p:spPr>
          <a:xfrm>
            <a:off x="2095200" y="47286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8" name=""/>
          <p:cNvSpPr/>
          <p:nvPr/>
        </p:nvSpPr>
        <p:spPr>
          <a:xfrm>
            <a:off x="2094840" y="47286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9" name=""/>
          <p:cNvSpPr/>
          <p:nvPr/>
        </p:nvSpPr>
        <p:spPr>
          <a:xfrm>
            <a:off x="2097000" y="47286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0" name=""/>
          <p:cNvSpPr/>
          <p:nvPr/>
        </p:nvSpPr>
        <p:spPr>
          <a:xfrm>
            <a:off x="2098080" y="4728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2" y="4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1" name=""/>
          <p:cNvSpPr/>
          <p:nvPr/>
        </p:nvSpPr>
        <p:spPr>
          <a:xfrm>
            <a:off x="2097000" y="4728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2" name=""/>
          <p:cNvSpPr/>
          <p:nvPr/>
        </p:nvSpPr>
        <p:spPr>
          <a:xfrm>
            <a:off x="2097000" y="47286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3" name=""/>
          <p:cNvSpPr/>
          <p:nvPr/>
        </p:nvSpPr>
        <p:spPr>
          <a:xfrm>
            <a:off x="2093760" y="4728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4" name=""/>
          <p:cNvSpPr/>
          <p:nvPr/>
        </p:nvSpPr>
        <p:spPr>
          <a:xfrm>
            <a:off x="2091600" y="47336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5" name=""/>
          <p:cNvSpPr/>
          <p:nvPr/>
        </p:nvSpPr>
        <p:spPr>
          <a:xfrm>
            <a:off x="2235240" y="4694040"/>
            <a:ext cx="14400" cy="39960"/>
          </a:xfrm>
          <a:custGeom>
            <a:avLst/>
            <a:gdLst/>
            <a:ahLst/>
            <a:rect l="0" t="0" r="r" b="b"/>
            <a:pathLst>
              <a:path fill="none" w="40" h="111">
                <a:moveTo>
                  <a:pt x="0" y="111"/>
                </a:moveTo>
                <a:lnTo>
                  <a:pt x="2" y="106"/>
                </a:lnTo>
                <a:lnTo>
                  <a:pt x="4" y="103"/>
                </a:lnTo>
                <a:lnTo>
                  <a:pt x="6" y="99"/>
                </a:lnTo>
                <a:lnTo>
                  <a:pt x="8" y="94"/>
                </a:lnTo>
                <a:lnTo>
                  <a:pt x="9" y="90"/>
                </a:lnTo>
                <a:lnTo>
                  <a:pt x="11" y="86"/>
                </a:lnTo>
                <a:lnTo>
                  <a:pt x="14" y="82"/>
                </a:lnTo>
                <a:lnTo>
                  <a:pt x="18" y="72"/>
                </a:lnTo>
                <a:lnTo>
                  <a:pt x="19" y="69"/>
                </a:lnTo>
                <a:lnTo>
                  <a:pt x="22" y="63"/>
                </a:lnTo>
                <a:lnTo>
                  <a:pt x="24" y="58"/>
                </a:lnTo>
                <a:lnTo>
                  <a:pt x="25" y="54"/>
                </a:lnTo>
                <a:lnTo>
                  <a:pt x="27" y="48"/>
                </a:lnTo>
                <a:lnTo>
                  <a:pt x="28" y="44"/>
                </a:lnTo>
                <a:lnTo>
                  <a:pt x="30" y="39"/>
                </a:lnTo>
                <a:lnTo>
                  <a:pt x="31" y="34"/>
                </a:lnTo>
                <a:lnTo>
                  <a:pt x="33" y="30"/>
                </a:lnTo>
                <a:lnTo>
                  <a:pt x="34" y="24"/>
                </a:lnTo>
                <a:lnTo>
                  <a:pt x="35" y="22"/>
                </a:lnTo>
                <a:lnTo>
                  <a:pt x="36" y="19"/>
                </a:lnTo>
                <a:lnTo>
                  <a:pt x="37" y="13"/>
                </a:lnTo>
                <a:lnTo>
                  <a:pt x="38" y="9"/>
                </a:lnTo>
                <a:lnTo>
                  <a:pt x="39" y="5"/>
                </a:lnTo>
                <a:lnTo>
                  <a:pt x="4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6" name=""/>
          <p:cNvSpPr/>
          <p:nvPr/>
        </p:nvSpPr>
        <p:spPr>
          <a:xfrm>
            <a:off x="2091600" y="47340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7" name=""/>
          <p:cNvSpPr/>
          <p:nvPr/>
        </p:nvSpPr>
        <p:spPr>
          <a:xfrm flipH="1">
            <a:off x="2091240" y="47343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8" name=""/>
          <p:cNvSpPr/>
          <p:nvPr/>
        </p:nvSpPr>
        <p:spPr>
          <a:xfrm>
            <a:off x="2090880" y="47336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3"/>
                </a:moveTo>
                <a:lnTo>
                  <a:pt x="0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9" name=""/>
          <p:cNvSpPr/>
          <p:nvPr/>
        </p:nvSpPr>
        <p:spPr>
          <a:xfrm flipV="1">
            <a:off x="2091960" y="47340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0" name=""/>
          <p:cNvSpPr/>
          <p:nvPr/>
        </p:nvSpPr>
        <p:spPr>
          <a:xfrm>
            <a:off x="2117880" y="47336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3"/>
                </a:moveTo>
                <a:lnTo>
                  <a:pt x="3" y="3"/>
                </a:lnTo>
                <a:lnTo>
                  <a:pt x="3" y="1"/>
                </a:lnTo>
                <a:lnTo>
                  <a:pt x="3" y="0"/>
                </a:lnTo>
                <a:lnTo>
                  <a:pt x="1" y="0"/>
                </a:lnTo>
                <a:lnTo>
                  <a:pt x="1" y="1"/>
                </a:lnTo>
                <a:lnTo>
                  <a:pt x="0" y="3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1" name=""/>
          <p:cNvSpPr/>
          <p:nvPr/>
        </p:nvSpPr>
        <p:spPr>
          <a:xfrm>
            <a:off x="2091240" y="47347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2" name=""/>
          <p:cNvSpPr/>
          <p:nvPr/>
        </p:nvSpPr>
        <p:spPr>
          <a:xfrm>
            <a:off x="2090160" y="473328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3"/>
                </a:moveTo>
                <a:lnTo>
                  <a:pt x="6" y="1"/>
                </a:lnTo>
                <a:lnTo>
                  <a:pt x="5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3"/>
                </a:lnTo>
                <a:lnTo>
                  <a:pt x="0" y="4"/>
                </a:lnTo>
                <a:lnTo>
                  <a:pt x="1" y="5"/>
                </a:lnTo>
                <a:lnTo>
                  <a:pt x="2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3" name=""/>
          <p:cNvSpPr/>
          <p:nvPr/>
        </p:nvSpPr>
        <p:spPr>
          <a:xfrm flipV="1">
            <a:off x="2118240" y="47347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4" name=""/>
          <p:cNvSpPr/>
          <p:nvPr/>
        </p:nvSpPr>
        <p:spPr>
          <a:xfrm>
            <a:off x="2117520" y="47347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5" name=""/>
          <p:cNvSpPr/>
          <p:nvPr/>
        </p:nvSpPr>
        <p:spPr>
          <a:xfrm>
            <a:off x="2116440" y="473544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6" name=""/>
          <p:cNvSpPr/>
          <p:nvPr/>
        </p:nvSpPr>
        <p:spPr>
          <a:xfrm>
            <a:off x="2116440" y="4735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7" name=""/>
          <p:cNvSpPr/>
          <p:nvPr/>
        </p:nvSpPr>
        <p:spPr>
          <a:xfrm>
            <a:off x="2178000" y="473544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8" name=""/>
          <p:cNvSpPr/>
          <p:nvPr/>
        </p:nvSpPr>
        <p:spPr>
          <a:xfrm>
            <a:off x="2147400" y="47358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3" y="3"/>
                </a:lnTo>
                <a:lnTo>
                  <a:pt x="4" y="3"/>
                </a:lnTo>
                <a:lnTo>
                  <a:pt x="4" y="1"/>
                </a:ln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9" name=""/>
          <p:cNvSpPr/>
          <p:nvPr/>
        </p:nvSpPr>
        <p:spPr>
          <a:xfrm>
            <a:off x="2147040" y="4736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0" name=""/>
          <p:cNvSpPr/>
          <p:nvPr/>
        </p:nvSpPr>
        <p:spPr>
          <a:xfrm>
            <a:off x="2146680" y="473616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0" y="0"/>
                </a:moveTo>
                <a:lnTo>
                  <a:pt x="0" y="2"/>
                </a:lnTo>
                <a:lnTo>
                  <a:pt x="0" y="3"/>
                </a:lnTo>
                <a:lnTo>
                  <a:pt x="1" y="4"/>
                </a:lnTo>
                <a:lnTo>
                  <a:pt x="1" y="6"/>
                </a:lnTo>
                <a:lnTo>
                  <a:pt x="2" y="6"/>
                </a:lnTo>
                <a:lnTo>
                  <a:pt x="4" y="6"/>
                </a:lnTo>
                <a:lnTo>
                  <a:pt x="4" y="4"/>
                </a:lnTo>
                <a:lnTo>
                  <a:pt x="2" y="2"/>
                </a:ln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1" name=""/>
          <p:cNvSpPr/>
          <p:nvPr/>
        </p:nvSpPr>
        <p:spPr>
          <a:xfrm>
            <a:off x="2178360" y="473616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7" y="0"/>
                </a:moveTo>
                <a:lnTo>
                  <a:pt x="6" y="3"/>
                </a:lnTo>
                <a:lnTo>
                  <a:pt x="5" y="4"/>
                </a:lnTo>
                <a:lnTo>
                  <a:pt x="3" y="5"/>
                </a:lnTo>
                <a:lnTo>
                  <a:pt x="1" y="5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2" name=""/>
          <p:cNvSpPr/>
          <p:nvPr/>
        </p:nvSpPr>
        <p:spPr>
          <a:xfrm flipH="1">
            <a:off x="2106000" y="47383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3" name=""/>
          <p:cNvSpPr/>
          <p:nvPr/>
        </p:nvSpPr>
        <p:spPr>
          <a:xfrm>
            <a:off x="2210760" y="4736160"/>
            <a:ext cx="1440" cy="2520"/>
          </a:xfrm>
          <a:custGeom>
            <a:avLst/>
            <a:gdLst/>
            <a:ahLst/>
            <a:rect l="0" t="0" r="r" b="b"/>
            <a:pathLst>
              <a:path fill="none" w="4" h="7">
                <a:moveTo>
                  <a:pt x="0" y="0"/>
                </a:moveTo>
                <a:lnTo>
                  <a:pt x="1" y="0"/>
                </a:lnTo>
                <a:lnTo>
                  <a:pt x="3" y="1"/>
                </a:lnTo>
                <a:lnTo>
                  <a:pt x="4" y="3"/>
                </a:lnTo>
                <a:lnTo>
                  <a:pt x="4" y="6"/>
                </a:lnTo>
                <a:lnTo>
                  <a:pt x="3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4" name=""/>
          <p:cNvSpPr/>
          <p:nvPr/>
        </p:nvSpPr>
        <p:spPr>
          <a:xfrm>
            <a:off x="2106000" y="47386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5" name=""/>
          <p:cNvSpPr/>
          <p:nvPr/>
        </p:nvSpPr>
        <p:spPr>
          <a:xfrm>
            <a:off x="2210040" y="4736880"/>
            <a:ext cx="1440" cy="2880"/>
          </a:xfrm>
          <a:custGeom>
            <a:avLst/>
            <a:gdLst/>
            <a:ahLst/>
            <a:rect l="0" t="0" r="r" b="b"/>
            <a:pathLst>
              <a:path fill="none" w="4" h="8">
                <a:moveTo>
                  <a:pt x="4" y="8"/>
                </a:moveTo>
                <a:lnTo>
                  <a:pt x="2" y="7"/>
                </a:lnTo>
                <a:lnTo>
                  <a:pt x="0" y="6"/>
                </a:lnTo>
                <a:lnTo>
                  <a:pt x="0" y="4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6" name=""/>
          <p:cNvSpPr/>
          <p:nvPr/>
        </p:nvSpPr>
        <p:spPr>
          <a:xfrm>
            <a:off x="2106000" y="4739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7" name=""/>
          <p:cNvSpPr/>
          <p:nvPr/>
        </p:nvSpPr>
        <p:spPr>
          <a:xfrm>
            <a:off x="2106000" y="47394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8" name=""/>
          <p:cNvSpPr/>
          <p:nvPr/>
        </p:nvSpPr>
        <p:spPr>
          <a:xfrm>
            <a:off x="2098800" y="47397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9" name=""/>
          <p:cNvSpPr/>
          <p:nvPr/>
        </p:nvSpPr>
        <p:spPr>
          <a:xfrm flipH="1">
            <a:off x="2104560" y="47401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0" name=""/>
          <p:cNvSpPr/>
          <p:nvPr/>
        </p:nvSpPr>
        <p:spPr>
          <a:xfrm>
            <a:off x="2146320" y="4740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1" name=""/>
          <p:cNvSpPr/>
          <p:nvPr/>
        </p:nvSpPr>
        <p:spPr>
          <a:xfrm>
            <a:off x="2099160" y="4740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2" name=""/>
          <p:cNvSpPr/>
          <p:nvPr/>
        </p:nvSpPr>
        <p:spPr>
          <a:xfrm>
            <a:off x="2104560" y="47404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3" name=""/>
          <p:cNvSpPr/>
          <p:nvPr/>
        </p:nvSpPr>
        <p:spPr>
          <a:xfrm>
            <a:off x="2145960" y="47397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1"/>
                </a:moveTo>
                <a:lnTo>
                  <a:pt x="0" y="2"/>
                </a:lnTo>
                <a:lnTo>
                  <a:pt x="1" y="4"/>
                </a:lnTo>
                <a:lnTo>
                  <a:pt x="3" y="4"/>
                </a:lnTo>
                <a:lnTo>
                  <a:pt x="4" y="2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4" name=""/>
          <p:cNvSpPr/>
          <p:nvPr/>
        </p:nvSpPr>
        <p:spPr>
          <a:xfrm>
            <a:off x="2098080" y="47404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3"/>
                </a:lnTo>
                <a:lnTo>
                  <a:pt x="2" y="5"/>
                </a:lnTo>
                <a:lnTo>
                  <a:pt x="2" y="3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5" name=""/>
          <p:cNvSpPr/>
          <p:nvPr/>
        </p:nvSpPr>
        <p:spPr>
          <a:xfrm flipH="1">
            <a:off x="2102400" y="47415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6" name=""/>
          <p:cNvSpPr/>
          <p:nvPr/>
        </p:nvSpPr>
        <p:spPr>
          <a:xfrm>
            <a:off x="2102400" y="474192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7" name=""/>
          <p:cNvSpPr/>
          <p:nvPr/>
        </p:nvSpPr>
        <p:spPr>
          <a:xfrm>
            <a:off x="2101320" y="47419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8" name=""/>
          <p:cNvSpPr/>
          <p:nvPr/>
        </p:nvSpPr>
        <p:spPr>
          <a:xfrm>
            <a:off x="2101320" y="47419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9" name=""/>
          <p:cNvSpPr/>
          <p:nvPr/>
        </p:nvSpPr>
        <p:spPr>
          <a:xfrm>
            <a:off x="2191320" y="4739040"/>
            <a:ext cx="7920" cy="3960"/>
          </a:xfrm>
          <a:custGeom>
            <a:avLst/>
            <a:gdLst/>
            <a:ahLst/>
            <a:rect l="0" t="0" r="r" b="b"/>
            <a:pathLst>
              <a:path fill="none" w="22" h="11">
                <a:moveTo>
                  <a:pt x="0" y="2"/>
                </a:moveTo>
                <a:lnTo>
                  <a:pt x="5" y="2"/>
                </a:lnTo>
                <a:lnTo>
                  <a:pt x="7" y="0"/>
                </a:lnTo>
                <a:lnTo>
                  <a:pt x="10" y="0"/>
                </a:lnTo>
                <a:lnTo>
                  <a:pt x="15" y="0"/>
                </a:lnTo>
                <a:lnTo>
                  <a:pt x="18" y="3"/>
                </a:lnTo>
                <a:lnTo>
                  <a:pt x="20" y="4"/>
                </a:lnTo>
                <a:lnTo>
                  <a:pt x="21" y="6"/>
                </a:lnTo>
                <a:lnTo>
                  <a:pt x="22" y="9"/>
                </a:lnTo>
                <a:lnTo>
                  <a:pt x="22" y="1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0" name=""/>
          <p:cNvSpPr/>
          <p:nvPr/>
        </p:nvSpPr>
        <p:spPr>
          <a:xfrm>
            <a:off x="2157840" y="4741920"/>
            <a:ext cx="1800" cy="3240"/>
          </a:xfrm>
          <a:custGeom>
            <a:avLst/>
            <a:gdLst/>
            <a:ahLst/>
            <a:rect l="0" t="0" r="r" b="b"/>
            <a:pathLst>
              <a:path fill="none" w="5" h="9">
                <a:moveTo>
                  <a:pt x="0" y="9"/>
                </a:moveTo>
                <a:lnTo>
                  <a:pt x="0" y="5"/>
                </a:lnTo>
                <a:lnTo>
                  <a:pt x="2" y="3"/>
                </a:lnTo>
                <a:lnTo>
                  <a:pt x="5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1" name=""/>
          <p:cNvSpPr/>
          <p:nvPr/>
        </p:nvSpPr>
        <p:spPr>
          <a:xfrm>
            <a:off x="2189880" y="4740840"/>
            <a:ext cx="9000" cy="3960"/>
          </a:xfrm>
          <a:custGeom>
            <a:avLst/>
            <a:gdLst/>
            <a:ahLst/>
            <a:rect l="0" t="0" r="r" b="b"/>
            <a:pathLst>
              <a:path fill="none" w="25" h="11">
                <a:moveTo>
                  <a:pt x="25" y="10"/>
                </a:moveTo>
                <a:lnTo>
                  <a:pt x="21" y="11"/>
                </a:lnTo>
                <a:lnTo>
                  <a:pt x="19" y="10"/>
                </a:lnTo>
                <a:lnTo>
                  <a:pt x="15" y="8"/>
                </a:lnTo>
                <a:lnTo>
                  <a:pt x="11" y="7"/>
                </a:lnTo>
                <a:lnTo>
                  <a:pt x="8" y="6"/>
                </a:lnTo>
                <a:lnTo>
                  <a:pt x="5" y="5"/>
                </a:lnTo>
                <a:lnTo>
                  <a:pt x="2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2" name=""/>
          <p:cNvSpPr/>
          <p:nvPr/>
        </p:nvSpPr>
        <p:spPr>
          <a:xfrm>
            <a:off x="2158920" y="4742280"/>
            <a:ext cx="1440" cy="2520"/>
          </a:xfrm>
          <a:custGeom>
            <a:avLst/>
            <a:gdLst/>
            <a:ahLst/>
            <a:rect l="0" t="0" r="r" b="b"/>
            <a:pathLst>
              <a:path fill="none" w="4" h="7">
                <a:moveTo>
                  <a:pt x="4" y="0"/>
                </a:moveTo>
                <a:lnTo>
                  <a:pt x="4" y="3"/>
                </a:lnTo>
                <a:lnTo>
                  <a:pt x="3" y="4"/>
                </a:lnTo>
                <a:lnTo>
                  <a:pt x="3" y="7"/>
                </a:lnTo>
                <a:lnTo>
                  <a:pt x="0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3" name=""/>
          <p:cNvSpPr/>
          <p:nvPr/>
        </p:nvSpPr>
        <p:spPr>
          <a:xfrm>
            <a:off x="2145600" y="474696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0" y="2"/>
                </a:lnTo>
                <a:lnTo>
                  <a:pt x="2" y="3"/>
                </a:ln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4" name=""/>
          <p:cNvSpPr/>
          <p:nvPr/>
        </p:nvSpPr>
        <p:spPr>
          <a:xfrm>
            <a:off x="2143440" y="474732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3"/>
                </a:move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5" name=""/>
          <p:cNvSpPr/>
          <p:nvPr/>
        </p:nvSpPr>
        <p:spPr>
          <a:xfrm>
            <a:off x="2142720" y="474804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2" y="2"/>
                </a:moveTo>
                <a:lnTo>
                  <a:pt x="0" y="3"/>
                </a:lnTo>
                <a:lnTo>
                  <a:pt x="2" y="4"/>
                </a:lnTo>
                <a:lnTo>
                  <a:pt x="2" y="6"/>
                </a:lnTo>
                <a:lnTo>
                  <a:pt x="4" y="4"/>
                </a:lnTo>
                <a:lnTo>
                  <a:pt x="4" y="3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6" name=""/>
          <p:cNvSpPr/>
          <p:nvPr/>
        </p:nvSpPr>
        <p:spPr>
          <a:xfrm>
            <a:off x="2143800" y="47498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7" name=""/>
          <p:cNvSpPr/>
          <p:nvPr/>
        </p:nvSpPr>
        <p:spPr>
          <a:xfrm>
            <a:off x="2144880" y="47494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4"/>
                </a:move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3" y="1"/>
                </a:lnTo>
                <a:lnTo>
                  <a:pt x="5" y="1"/>
                </a:ln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8" name=""/>
          <p:cNvSpPr/>
          <p:nvPr/>
        </p:nvSpPr>
        <p:spPr>
          <a:xfrm>
            <a:off x="2106000" y="47516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2"/>
                </a:move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9" name=""/>
          <p:cNvSpPr/>
          <p:nvPr/>
        </p:nvSpPr>
        <p:spPr>
          <a:xfrm flipH="1">
            <a:off x="2100960" y="47527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0" name=""/>
          <p:cNvSpPr/>
          <p:nvPr/>
        </p:nvSpPr>
        <p:spPr>
          <a:xfrm>
            <a:off x="2100960" y="4752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1" name=""/>
          <p:cNvSpPr/>
          <p:nvPr/>
        </p:nvSpPr>
        <p:spPr>
          <a:xfrm>
            <a:off x="2103120" y="4752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2" name=""/>
          <p:cNvSpPr/>
          <p:nvPr/>
        </p:nvSpPr>
        <p:spPr>
          <a:xfrm>
            <a:off x="2099160" y="47530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3" name=""/>
          <p:cNvSpPr/>
          <p:nvPr/>
        </p:nvSpPr>
        <p:spPr>
          <a:xfrm>
            <a:off x="2103120" y="47527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4" name=""/>
          <p:cNvSpPr/>
          <p:nvPr/>
        </p:nvSpPr>
        <p:spPr>
          <a:xfrm>
            <a:off x="2099160" y="47527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4"/>
                </a:moveTo>
                <a:lnTo>
                  <a:pt x="1" y="4"/>
                </a:lnTo>
                <a:lnTo>
                  <a:pt x="3" y="2"/>
                </a:lnTo>
                <a:lnTo>
                  <a:pt x="3" y="0"/>
                </a:lnTo>
                <a:lnTo>
                  <a:pt x="1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5" name=""/>
          <p:cNvSpPr/>
          <p:nvPr/>
        </p:nvSpPr>
        <p:spPr>
          <a:xfrm>
            <a:off x="2111040" y="47538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6" name=""/>
          <p:cNvSpPr/>
          <p:nvPr/>
        </p:nvSpPr>
        <p:spPr>
          <a:xfrm>
            <a:off x="2110320" y="47530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1"/>
                </a:moveTo>
                <a:lnTo>
                  <a:pt x="4" y="0"/>
                </a:lnTo>
                <a:lnTo>
                  <a:pt x="3" y="0"/>
                </a:lnTo>
                <a:lnTo>
                  <a:pt x="3" y="1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7" name=""/>
          <p:cNvSpPr/>
          <p:nvPr/>
        </p:nvSpPr>
        <p:spPr>
          <a:xfrm>
            <a:off x="2110680" y="4754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8" name=""/>
          <p:cNvSpPr/>
          <p:nvPr/>
        </p:nvSpPr>
        <p:spPr>
          <a:xfrm>
            <a:off x="2167560" y="4752360"/>
            <a:ext cx="3600" cy="2520"/>
          </a:xfrm>
          <a:custGeom>
            <a:avLst/>
            <a:gdLst/>
            <a:ahLst/>
            <a:rect l="0" t="0" r="r" b="b"/>
            <a:pathLst>
              <a:path fill="none" w="10" h="7">
                <a:moveTo>
                  <a:pt x="0" y="7"/>
                </a:moveTo>
                <a:lnTo>
                  <a:pt x="1" y="6"/>
                </a:lnTo>
                <a:lnTo>
                  <a:pt x="2" y="4"/>
                </a:lnTo>
                <a:lnTo>
                  <a:pt x="4" y="1"/>
                </a:lnTo>
                <a:lnTo>
                  <a:pt x="7" y="1"/>
                </a:lnTo>
                <a:lnTo>
                  <a:pt x="9" y="0"/>
                </a:lnTo>
                <a:lnTo>
                  <a:pt x="1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9" name=""/>
          <p:cNvSpPr/>
          <p:nvPr/>
        </p:nvSpPr>
        <p:spPr>
          <a:xfrm>
            <a:off x="2110680" y="4754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0" name=""/>
          <p:cNvSpPr/>
          <p:nvPr/>
        </p:nvSpPr>
        <p:spPr>
          <a:xfrm>
            <a:off x="2110320" y="4754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1" name=""/>
          <p:cNvSpPr/>
          <p:nvPr/>
        </p:nvSpPr>
        <p:spPr>
          <a:xfrm>
            <a:off x="2110320" y="47552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2" name=""/>
          <p:cNvSpPr/>
          <p:nvPr/>
        </p:nvSpPr>
        <p:spPr>
          <a:xfrm>
            <a:off x="2167920" y="4754880"/>
            <a:ext cx="3960" cy="2160"/>
          </a:xfrm>
          <a:custGeom>
            <a:avLst/>
            <a:gdLst/>
            <a:ahLst/>
            <a:rect l="0" t="0" r="r" b="b"/>
            <a:pathLst>
              <a:path fill="none" w="11" h="6">
                <a:moveTo>
                  <a:pt x="11" y="0"/>
                </a:moveTo>
                <a:lnTo>
                  <a:pt x="10" y="1"/>
                </a:lnTo>
                <a:lnTo>
                  <a:pt x="10" y="4"/>
                </a:lnTo>
                <a:lnTo>
                  <a:pt x="8" y="6"/>
                </a:lnTo>
                <a:lnTo>
                  <a:pt x="5" y="6"/>
                </a:lnTo>
                <a:lnTo>
                  <a:pt x="2" y="6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3" name=""/>
          <p:cNvSpPr/>
          <p:nvPr/>
        </p:nvSpPr>
        <p:spPr>
          <a:xfrm>
            <a:off x="2075040" y="47577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4" name=""/>
          <p:cNvSpPr/>
          <p:nvPr/>
        </p:nvSpPr>
        <p:spPr>
          <a:xfrm>
            <a:off x="2132280" y="47577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5" name=""/>
          <p:cNvSpPr/>
          <p:nvPr/>
        </p:nvSpPr>
        <p:spPr>
          <a:xfrm flipV="1">
            <a:off x="2095200" y="47592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6" name=""/>
          <p:cNvSpPr/>
          <p:nvPr/>
        </p:nvSpPr>
        <p:spPr>
          <a:xfrm>
            <a:off x="2094840" y="47592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7" name=""/>
          <p:cNvSpPr/>
          <p:nvPr/>
        </p:nvSpPr>
        <p:spPr>
          <a:xfrm flipH="1">
            <a:off x="2129760" y="47599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8" name=""/>
          <p:cNvSpPr/>
          <p:nvPr/>
        </p:nvSpPr>
        <p:spPr>
          <a:xfrm>
            <a:off x="2099160" y="47599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9" name=""/>
          <p:cNvSpPr/>
          <p:nvPr/>
        </p:nvSpPr>
        <p:spPr>
          <a:xfrm>
            <a:off x="2099520" y="47602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0" name=""/>
          <p:cNvSpPr/>
          <p:nvPr/>
        </p:nvSpPr>
        <p:spPr>
          <a:xfrm>
            <a:off x="2130120" y="4759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1" name=""/>
          <p:cNvSpPr/>
          <p:nvPr/>
        </p:nvSpPr>
        <p:spPr>
          <a:xfrm>
            <a:off x="2099160" y="4760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2" name=""/>
          <p:cNvSpPr/>
          <p:nvPr/>
        </p:nvSpPr>
        <p:spPr>
          <a:xfrm>
            <a:off x="2130480" y="47606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3" name=""/>
          <p:cNvSpPr/>
          <p:nvPr/>
        </p:nvSpPr>
        <p:spPr>
          <a:xfrm>
            <a:off x="2130480" y="475992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2" y="5"/>
                </a:moveTo>
                <a:lnTo>
                  <a:pt x="2" y="3"/>
                </a:ln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4" name=""/>
          <p:cNvSpPr/>
          <p:nvPr/>
        </p:nvSpPr>
        <p:spPr>
          <a:xfrm>
            <a:off x="2130120" y="476028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5" name=""/>
          <p:cNvSpPr/>
          <p:nvPr/>
        </p:nvSpPr>
        <p:spPr>
          <a:xfrm>
            <a:off x="2095920" y="47610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6" name=""/>
          <p:cNvSpPr/>
          <p:nvPr/>
        </p:nvSpPr>
        <p:spPr>
          <a:xfrm>
            <a:off x="2129760" y="476028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7" name=""/>
          <p:cNvSpPr/>
          <p:nvPr/>
        </p:nvSpPr>
        <p:spPr>
          <a:xfrm>
            <a:off x="2156400" y="476208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8" name=""/>
          <p:cNvSpPr/>
          <p:nvPr/>
        </p:nvSpPr>
        <p:spPr>
          <a:xfrm>
            <a:off x="2196720" y="4761720"/>
            <a:ext cx="1080" cy="2880"/>
          </a:xfrm>
          <a:custGeom>
            <a:avLst/>
            <a:gdLst/>
            <a:ahLst/>
            <a:rect l="0" t="0" r="r" b="b"/>
            <a:pathLst>
              <a:path fill="none" w="3" h="8">
                <a:moveTo>
                  <a:pt x="0" y="0"/>
                </a:moveTo>
                <a:lnTo>
                  <a:pt x="2" y="1"/>
                </a:lnTo>
                <a:lnTo>
                  <a:pt x="3" y="2"/>
                </a:lnTo>
                <a:lnTo>
                  <a:pt x="3" y="4"/>
                </a:lnTo>
                <a:lnTo>
                  <a:pt x="3" y="7"/>
                </a:lnTo>
                <a:lnTo>
                  <a:pt x="3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9" name=""/>
          <p:cNvSpPr/>
          <p:nvPr/>
        </p:nvSpPr>
        <p:spPr>
          <a:xfrm>
            <a:off x="2195640" y="4762080"/>
            <a:ext cx="1080" cy="2520"/>
          </a:xfrm>
          <a:custGeom>
            <a:avLst/>
            <a:gdLst/>
            <a:ahLst/>
            <a:rect l="0" t="0" r="r" b="b"/>
            <a:pathLst>
              <a:path fill="none" w="3" h="7">
                <a:moveTo>
                  <a:pt x="3" y="7"/>
                </a:moveTo>
                <a:lnTo>
                  <a:pt x="1" y="7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0" name=""/>
          <p:cNvSpPr/>
          <p:nvPr/>
        </p:nvSpPr>
        <p:spPr>
          <a:xfrm>
            <a:off x="2088720" y="476604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1" name=""/>
          <p:cNvSpPr/>
          <p:nvPr/>
        </p:nvSpPr>
        <p:spPr>
          <a:xfrm>
            <a:off x="2088720" y="47664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0"/>
                </a:move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2" name=""/>
          <p:cNvSpPr/>
          <p:nvPr/>
        </p:nvSpPr>
        <p:spPr>
          <a:xfrm>
            <a:off x="2082600" y="4763160"/>
            <a:ext cx="2160" cy="5040"/>
          </a:xfrm>
          <a:custGeom>
            <a:avLst/>
            <a:gdLst/>
            <a:ahLst/>
            <a:rect l="0" t="0" r="r" b="b"/>
            <a:pathLst>
              <a:path fill="none" w="6" h="14">
                <a:moveTo>
                  <a:pt x="0" y="13"/>
                </a:moveTo>
                <a:lnTo>
                  <a:pt x="2" y="12"/>
                </a:lnTo>
                <a:lnTo>
                  <a:pt x="2" y="11"/>
                </a:lnTo>
                <a:lnTo>
                  <a:pt x="2" y="8"/>
                </a:lnTo>
                <a:lnTo>
                  <a:pt x="3" y="6"/>
                </a:lnTo>
                <a:lnTo>
                  <a:pt x="3" y="4"/>
                </a:lnTo>
                <a:lnTo>
                  <a:pt x="3" y="3"/>
                </a:lnTo>
                <a:lnTo>
                  <a:pt x="3" y="2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6" y="1"/>
                </a:lnTo>
                <a:lnTo>
                  <a:pt x="6" y="3"/>
                </a:lnTo>
                <a:lnTo>
                  <a:pt x="6" y="4"/>
                </a:lnTo>
                <a:lnTo>
                  <a:pt x="6" y="5"/>
                </a:lnTo>
                <a:lnTo>
                  <a:pt x="6" y="7"/>
                </a:lnTo>
                <a:lnTo>
                  <a:pt x="6" y="9"/>
                </a:lnTo>
                <a:lnTo>
                  <a:pt x="4" y="11"/>
                </a:lnTo>
                <a:lnTo>
                  <a:pt x="4" y="12"/>
                </a:lnTo>
                <a:lnTo>
                  <a:pt x="4" y="14"/>
                </a:lnTo>
                <a:lnTo>
                  <a:pt x="3" y="14"/>
                </a:lnTo>
                <a:lnTo>
                  <a:pt x="2" y="14"/>
                </a:lnTo>
                <a:lnTo>
                  <a:pt x="0" y="14"/>
                </a:lnTo>
                <a:lnTo>
                  <a:pt x="0" y="1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0" rIns="504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3" name=""/>
          <p:cNvSpPr/>
          <p:nvPr/>
        </p:nvSpPr>
        <p:spPr>
          <a:xfrm>
            <a:off x="2107800" y="47682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1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4" name=""/>
          <p:cNvSpPr/>
          <p:nvPr/>
        </p:nvSpPr>
        <p:spPr>
          <a:xfrm>
            <a:off x="2107080" y="47678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4" y="0"/>
                </a:lnTo>
                <a:lnTo>
                  <a:pt x="3" y="0"/>
                </a:lnTo>
                <a:lnTo>
                  <a:pt x="1" y="2"/>
                </a:lnTo>
                <a:lnTo>
                  <a:pt x="0" y="4"/>
                </a:lnTo>
                <a:lnTo>
                  <a:pt x="1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5" name=""/>
          <p:cNvSpPr/>
          <p:nvPr/>
        </p:nvSpPr>
        <p:spPr>
          <a:xfrm>
            <a:off x="2107440" y="47685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6" name=""/>
          <p:cNvSpPr/>
          <p:nvPr/>
        </p:nvSpPr>
        <p:spPr>
          <a:xfrm>
            <a:off x="2108520" y="47674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4" y="4"/>
                </a:lnTo>
                <a:lnTo>
                  <a:pt x="4" y="3"/>
                </a:lnTo>
                <a:lnTo>
                  <a:pt x="4" y="2"/>
                </a:lnTo>
                <a:lnTo>
                  <a:pt x="4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7" name=""/>
          <p:cNvSpPr/>
          <p:nvPr/>
        </p:nvSpPr>
        <p:spPr>
          <a:xfrm>
            <a:off x="2106360" y="47685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8" name=""/>
          <p:cNvSpPr/>
          <p:nvPr/>
        </p:nvSpPr>
        <p:spPr>
          <a:xfrm>
            <a:off x="2105640" y="47689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0"/>
                </a:moveTo>
                <a:lnTo>
                  <a:pt x="0" y="0"/>
                </a:lnTo>
                <a:lnTo>
                  <a:pt x="0" y="2"/>
                </a:lnTo>
                <a:lnTo>
                  <a:pt x="0" y="4"/>
                </a:lnTo>
                <a:lnTo>
                  <a:pt x="1" y="4"/>
                </a:lnTo>
                <a:lnTo>
                  <a:pt x="3" y="2"/>
                </a:lnTo>
                <a:lnTo>
                  <a:pt x="3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9" name=""/>
          <p:cNvSpPr/>
          <p:nvPr/>
        </p:nvSpPr>
        <p:spPr>
          <a:xfrm>
            <a:off x="2108160" y="4768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2" y="4"/>
                </a:lnTo>
                <a:lnTo>
                  <a:pt x="4" y="3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0" name=""/>
          <p:cNvSpPr/>
          <p:nvPr/>
        </p:nvSpPr>
        <p:spPr>
          <a:xfrm>
            <a:off x="2136600" y="477072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1" name=""/>
          <p:cNvSpPr/>
          <p:nvPr/>
        </p:nvSpPr>
        <p:spPr>
          <a:xfrm>
            <a:off x="2137320" y="4770720"/>
            <a:ext cx="1080" cy="0"/>
          </a:xfrm>
          <a:custGeom>
            <a:avLst/>
            <a:gdLst/>
            <a:ahLst/>
            <a:rect l="0" t="0" r="r" b="b"/>
            <a:pathLst>
              <a:path fill="none" w="3" h="0">
                <a:moveTo>
                  <a:pt x="3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2" name=""/>
          <p:cNvSpPr/>
          <p:nvPr/>
        </p:nvSpPr>
        <p:spPr>
          <a:xfrm>
            <a:off x="2104200" y="477000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0"/>
                </a:move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3" name=""/>
          <p:cNvSpPr/>
          <p:nvPr/>
        </p:nvSpPr>
        <p:spPr>
          <a:xfrm>
            <a:off x="2136600" y="4771080"/>
            <a:ext cx="72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4" name=""/>
          <p:cNvSpPr/>
          <p:nvPr/>
        </p:nvSpPr>
        <p:spPr>
          <a:xfrm>
            <a:off x="2137680" y="47710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5" name=""/>
          <p:cNvSpPr/>
          <p:nvPr/>
        </p:nvSpPr>
        <p:spPr>
          <a:xfrm>
            <a:off x="2138400" y="47707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6" name=""/>
          <p:cNvSpPr/>
          <p:nvPr/>
        </p:nvSpPr>
        <p:spPr>
          <a:xfrm>
            <a:off x="2103120" y="47703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1"/>
                </a:lnTo>
                <a:lnTo>
                  <a:pt x="0" y="1"/>
                </a:lnTo>
                <a:lnTo>
                  <a:pt x="0" y="3"/>
                </a:lnTo>
                <a:lnTo>
                  <a:pt x="0" y="4"/>
                </a:lnTo>
                <a:lnTo>
                  <a:pt x="2" y="4"/>
                </a:lnTo>
                <a:lnTo>
                  <a:pt x="4" y="4"/>
                </a:lnTo>
                <a:lnTo>
                  <a:pt x="4" y="3"/>
                </a:lnTo>
                <a:lnTo>
                  <a:pt x="4" y="1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7" name=""/>
          <p:cNvSpPr/>
          <p:nvPr/>
        </p:nvSpPr>
        <p:spPr>
          <a:xfrm>
            <a:off x="2136240" y="477072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1" y="0"/>
                </a:move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8" name=""/>
          <p:cNvSpPr/>
          <p:nvPr/>
        </p:nvSpPr>
        <p:spPr>
          <a:xfrm>
            <a:off x="2105640" y="4771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9" name=""/>
          <p:cNvSpPr/>
          <p:nvPr/>
        </p:nvSpPr>
        <p:spPr>
          <a:xfrm>
            <a:off x="2136600" y="477108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0" name=""/>
          <p:cNvSpPr/>
          <p:nvPr/>
        </p:nvSpPr>
        <p:spPr>
          <a:xfrm>
            <a:off x="2098440" y="47710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1" name=""/>
          <p:cNvSpPr/>
          <p:nvPr/>
        </p:nvSpPr>
        <p:spPr>
          <a:xfrm>
            <a:off x="2102040" y="477108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1"/>
                </a:moveTo>
                <a:lnTo>
                  <a:pt x="0" y="3"/>
                </a:lnTo>
                <a:lnTo>
                  <a:pt x="1" y="3"/>
                </a:lnTo>
                <a:lnTo>
                  <a:pt x="3" y="3"/>
                </a:lnTo>
                <a:lnTo>
                  <a:pt x="3" y="1"/>
                </a:ln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2" name=""/>
          <p:cNvSpPr/>
          <p:nvPr/>
        </p:nvSpPr>
        <p:spPr>
          <a:xfrm>
            <a:off x="2106360" y="47710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2"/>
                </a:moveTo>
                <a:lnTo>
                  <a:pt x="0" y="4"/>
                </a:lnTo>
                <a:lnTo>
                  <a:pt x="2" y="4"/>
                </a:lnTo>
                <a:lnTo>
                  <a:pt x="4" y="4"/>
                </a:lnTo>
                <a:lnTo>
                  <a:pt x="4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3" name=""/>
          <p:cNvSpPr/>
          <p:nvPr/>
        </p:nvSpPr>
        <p:spPr>
          <a:xfrm>
            <a:off x="2105280" y="47710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0"/>
                </a:move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  <a:lnTo>
                  <a:pt x="2" y="4"/>
                </a:lnTo>
                <a:lnTo>
                  <a:pt x="3" y="3"/>
                </a:ln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4" name=""/>
          <p:cNvSpPr/>
          <p:nvPr/>
        </p:nvSpPr>
        <p:spPr>
          <a:xfrm>
            <a:off x="2098440" y="47718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5" name=""/>
          <p:cNvSpPr/>
          <p:nvPr/>
        </p:nvSpPr>
        <p:spPr>
          <a:xfrm>
            <a:off x="2138400" y="4771080"/>
            <a:ext cx="0" cy="1080"/>
          </a:xfrm>
          <a:custGeom>
            <a:avLst/>
            <a:gdLst/>
            <a:ahLst/>
            <a:rect l="0" t="0" r="r" b="b"/>
            <a:pathLst>
              <a:path fill="none" w="0" h="3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6" name=""/>
          <p:cNvSpPr/>
          <p:nvPr/>
        </p:nvSpPr>
        <p:spPr>
          <a:xfrm>
            <a:off x="2099880" y="47714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7" name=""/>
          <p:cNvSpPr/>
          <p:nvPr/>
        </p:nvSpPr>
        <p:spPr>
          <a:xfrm>
            <a:off x="2138760" y="477144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8" name=""/>
          <p:cNvSpPr/>
          <p:nvPr/>
        </p:nvSpPr>
        <p:spPr>
          <a:xfrm>
            <a:off x="2137680" y="47721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9" name=""/>
          <p:cNvSpPr/>
          <p:nvPr/>
        </p:nvSpPr>
        <p:spPr>
          <a:xfrm flipH="1">
            <a:off x="2136960" y="47725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0" name=""/>
          <p:cNvSpPr/>
          <p:nvPr/>
        </p:nvSpPr>
        <p:spPr>
          <a:xfrm>
            <a:off x="2104560" y="47718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2"/>
                </a:moveTo>
                <a:lnTo>
                  <a:pt x="2" y="2"/>
                </a:lnTo>
                <a:lnTo>
                  <a:pt x="2" y="4"/>
                </a:lnTo>
                <a:lnTo>
                  <a:pt x="4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1" name=""/>
          <p:cNvSpPr/>
          <p:nvPr/>
        </p:nvSpPr>
        <p:spPr>
          <a:xfrm>
            <a:off x="2097720" y="47714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2"/>
                </a:move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3"/>
                </a:lnTo>
                <a:lnTo>
                  <a:pt x="2" y="5"/>
                </a:lnTo>
                <a:lnTo>
                  <a:pt x="4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2" name=""/>
          <p:cNvSpPr/>
          <p:nvPr/>
        </p:nvSpPr>
        <p:spPr>
          <a:xfrm>
            <a:off x="2136600" y="47718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3" name=""/>
          <p:cNvSpPr/>
          <p:nvPr/>
        </p:nvSpPr>
        <p:spPr>
          <a:xfrm>
            <a:off x="2136240" y="477180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4" name=""/>
          <p:cNvSpPr/>
          <p:nvPr/>
        </p:nvSpPr>
        <p:spPr>
          <a:xfrm>
            <a:off x="2097000" y="47718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0"/>
                </a:ln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5" name=""/>
          <p:cNvSpPr/>
          <p:nvPr/>
        </p:nvSpPr>
        <p:spPr>
          <a:xfrm>
            <a:off x="2137680" y="47725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0"/>
                </a:move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6" name=""/>
          <p:cNvSpPr/>
          <p:nvPr/>
        </p:nvSpPr>
        <p:spPr>
          <a:xfrm>
            <a:off x="2136600" y="47725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0"/>
                </a:moveTo>
                <a:lnTo>
                  <a:pt x="1" y="0"/>
                </a:lnTo>
                <a:lnTo>
                  <a:pt x="2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7" name=""/>
          <p:cNvSpPr/>
          <p:nvPr/>
        </p:nvSpPr>
        <p:spPr>
          <a:xfrm>
            <a:off x="2096280" y="47725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8" name=""/>
          <p:cNvSpPr/>
          <p:nvPr/>
        </p:nvSpPr>
        <p:spPr>
          <a:xfrm>
            <a:off x="2103480" y="47725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0"/>
                </a:moveTo>
                <a:lnTo>
                  <a:pt x="0" y="1"/>
                </a:lnTo>
                <a:lnTo>
                  <a:pt x="1" y="3"/>
                </a:lnTo>
                <a:lnTo>
                  <a:pt x="1" y="4"/>
                </a:lnTo>
                <a:lnTo>
                  <a:pt x="3" y="4"/>
                </a:lnTo>
                <a:lnTo>
                  <a:pt x="3" y="3"/>
                </a:lnTo>
                <a:lnTo>
                  <a:pt x="3" y="1"/>
                </a:lnTo>
                <a:lnTo>
                  <a:pt x="3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9" name=""/>
          <p:cNvSpPr/>
          <p:nvPr/>
        </p:nvSpPr>
        <p:spPr>
          <a:xfrm>
            <a:off x="2095920" y="47728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0"/>
                </a:moveTo>
                <a:lnTo>
                  <a:pt x="2" y="2"/>
                </a:lnTo>
                <a:lnTo>
                  <a:pt x="0" y="3"/>
                </a:lnTo>
                <a:lnTo>
                  <a:pt x="2" y="5"/>
                </a:lnTo>
                <a:lnTo>
                  <a:pt x="4" y="3"/>
                </a:lnTo>
                <a:lnTo>
                  <a:pt x="4" y="2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0" name=""/>
          <p:cNvSpPr/>
          <p:nvPr/>
        </p:nvSpPr>
        <p:spPr>
          <a:xfrm>
            <a:off x="2103120" y="47732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1" name=""/>
          <p:cNvSpPr/>
          <p:nvPr/>
        </p:nvSpPr>
        <p:spPr>
          <a:xfrm>
            <a:off x="2102040" y="47739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lnTo>
                  <a:pt x="4" y="3"/>
                </a:lnTo>
                <a:lnTo>
                  <a:pt x="4" y="1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2" name=""/>
          <p:cNvSpPr/>
          <p:nvPr/>
        </p:nvSpPr>
        <p:spPr>
          <a:xfrm>
            <a:off x="2167560" y="47739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3" name=""/>
          <p:cNvSpPr/>
          <p:nvPr/>
        </p:nvSpPr>
        <p:spPr>
          <a:xfrm>
            <a:off x="2166120" y="477432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2" y="1"/>
                </a:moveTo>
                <a:lnTo>
                  <a:pt x="2" y="2"/>
                </a:lnTo>
                <a:lnTo>
                  <a:pt x="2" y="4"/>
                </a:lnTo>
                <a:lnTo>
                  <a:pt x="2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4" name=""/>
          <p:cNvSpPr/>
          <p:nvPr/>
        </p:nvSpPr>
        <p:spPr>
          <a:xfrm>
            <a:off x="2100240" y="47750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5" name=""/>
          <p:cNvSpPr/>
          <p:nvPr/>
        </p:nvSpPr>
        <p:spPr>
          <a:xfrm>
            <a:off x="2169720" y="477576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6" name=""/>
          <p:cNvSpPr/>
          <p:nvPr/>
        </p:nvSpPr>
        <p:spPr>
          <a:xfrm>
            <a:off x="2169720" y="477612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7" name=""/>
          <p:cNvSpPr/>
          <p:nvPr/>
        </p:nvSpPr>
        <p:spPr>
          <a:xfrm>
            <a:off x="2098800" y="47757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2"/>
                </a:move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8" name=""/>
          <p:cNvSpPr/>
          <p:nvPr/>
        </p:nvSpPr>
        <p:spPr>
          <a:xfrm>
            <a:off x="2170440" y="47761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9" name=""/>
          <p:cNvSpPr/>
          <p:nvPr/>
        </p:nvSpPr>
        <p:spPr>
          <a:xfrm>
            <a:off x="2095560" y="47764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0" y="0"/>
                </a:moveTo>
                <a:lnTo>
                  <a:pt x="0" y="2"/>
                </a:lnTo>
                <a:lnTo>
                  <a:pt x="2" y="3"/>
                </a:lnTo>
                <a:lnTo>
                  <a:pt x="4" y="3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0" name=""/>
          <p:cNvSpPr/>
          <p:nvPr/>
        </p:nvSpPr>
        <p:spPr>
          <a:xfrm>
            <a:off x="2172240" y="477684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1" name=""/>
          <p:cNvSpPr/>
          <p:nvPr/>
        </p:nvSpPr>
        <p:spPr>
          <a:xfrm>
            <a:off x="2147760" y="4774680"/>
            <a:ext cx="2160" cy="3240"/>
          </a:xfrm>
          <a:custGeom>
            <a:avLst/>
            <a:gdLst/>
            <a:ahLst/>
            <a:rect l="0" t="0" r="r" b="b"/>
            <a:pathLst>
              <a:path fill="none" w="6" h="9">
                <a:moveTo>
                  <a:pt x="0" y="9"/>
                </a:moveTo>
                <a:lnTo>
                  <a:pt x="0" y="7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2"/>
                </a:lnTo>
                <a:lnTo>
                  <a:pt x="5" y="4"/>
                </a:lnTo>
                <a:lnTo>
                  <a:pt x="5" y="5"/>
                </a:lnTo>
                <a:lnTo>
                  <a:pt x="5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2" name=""/>
          <p:cNvSpPr/>
          <p:nvPr/>
        </p:nvSpPr>
        <p:spPr>
          <a:xfrm>
            <a:off x="2171880" y="477720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3" name=""/>
          <p:cNvSpPr/>
          <p:nvPr/>
        </p:nvSpPr>
        <p:spPr>
          <a:xfrm>
            <a:off x="2148120" y="4775400"/>
            <a:ext cx="1080" cy="3240"/>
          </a:xfrm>
          <a:custGeom>
            <a:avLst/>
            <a:gdLst/>
            <a:ahLst/>
            <a:rect l="0" t="0" r="r" b="b"/>
            <a:pathLst>
              <a:path fill="none" w="3" h="9">
                <a:moveTo>
                  <a:pt x="0" y="6"/>
                </a:moveTo>
                <a:lnTo>
                  <a:pt x="0" y="4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3" y="2"/>
                </a:lnTo>
                <a:lnTo>
                  <a:pt x="3" y="4"/>
                </a:lnTo>
                <a:lnTo>
                  <a:pt x="3" y="5"/>
                </a:lnTo>
                <a:lnTo>
                  <a:pt x="1" y="5"/>
                </a:lnTo>
                <a:lnTo>
                  <a:pt x="1" y="6"/>
                </a:lnTo>
                <a:lnTo>
                  <a:pt x="1" y="7"/>
                </a:lnTo>
                <a:lnTo>
                  <a:pt x="1" y="9"/>
                </a:lnTo>
                <a:lnTo>
                  <a:pt x="1" y="8"/>
                </a:lnTo>
                <a:lnTo>
                  <a:pt x="1" y="7"/>
                </a:lnTo>
                <a:lnTo>
                  <a:pt x="0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4" name=""/>
          <p:cNvSpPr/>
          <p:nvPr/>
        </p:nvSpPr>
        <p:spPr>
          <a:xfrm>
            <a:off x="2096280" y="47779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0"/>
                </a:moveTo>
                <a:lnTo>
                  <a:pt x="0" y="1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3" y="5"/>
                </a:lnTo>
                <a:lnTo>
                  <a:pt x="4" y="4"/>
                </a:lnTo>
                <a:lnTo>
                  <a:pt x="4" y="3"/>
                </a:lnTo>
                <a:lnTo>
                  <a:pt x="3" y="1"/>
                </a:ln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5" name=""/>
          <p:cNvSpPr/>
          <p:nvPr/>
        </p:nvSpPr>
        <p:spPr>
          <a:xfrm>
            <a:off x="2147760" y="4777200"/>
            <a:ext cx="1440" cy="2520"/>
          </a:xfrm>
          <a:custGeom>
            <a:avLst/>
            <a:gdLst/>
            <a:ahLst/>
            <a:rect l="0" t="0" r="r" b="b"/>
            <a:pathLst>
              <a:path fill="none" w="4" h="7">
                <a:moveTo>
                  <a:pt x="4" y="0"/>
                </a:moveTo>
                <a:lnTo>
                  <a:pt x="4" y="1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1" y="4"/>
                </a:lnTo>
                <a:lnTo>
                  <a:pt x="1" y="3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6" name=""/>
          <p:cNvSpPr/>
          <p:nvPr/>
        </p:nvSpPr>
        <p:spPr>
          <a:xfrm>
            <a:off x="2055960" y="477900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7" name=""/>
          <p:cNvSpPr/>
          <p:nvPr/>
        </p:nvSpPr>
        <p:spPr>
          <a:xfrm>
            <a:off x="2054520" y="47793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8" name=""/>
          <p:cNvSpPr/>
          <p:nvPr/>
        </p:nvSpPr>
        <p:spPr>
          <a:xfrm>
            <a:off x="2055240" y="47793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1"/>
                </a:move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9" name=""/>
          <p:cNvSpPr/>
          <p:nvPr/>
        </p:nvSpPr>
        <p:spPr>
          <a:xfrm>
            <a:off x="2055960" y="47797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0" name=""/>
          <p:cNvSpPr/>
          <p:nvPr/>
        </p:nvSpPr>
        <p:spPr>
          <a:xfrm>
            <a:off x="2053080" y="4780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1" name=""/>
          <p:cNvSpPr/>
          <p:nvPr/>
        </p:nvSpPr>
        <p:spPr>
          <a:xfrm>
            <a:off x="2053800" y="47800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2" name=""/>
          <p:cNvSpPr/>
          <p:nvPr/>
        </p:nvSpPr>
        <p:spPr>
          <a:xfrm>
            <a:off x="2053080" y="47808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3" name=""/>
          <p:cNvSpPr/>
          <p:nvPr/>
        </p:nvSpPr>
        <p:spPr>
          <a:xfrm>
            <a:off x="2053080" y="47808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4" name=""/>
          <p:cNvSpPr/>
          <p:nvPr/>
        </p:nvSpPr>
        <p:spPr>
          <a:xfrm>
            <a:off x="2157840" y="47818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5" name=""/>
          <p:cNvSpPr/>
          <p:nvPr/>
        </p:nvSpPr>
        <p:spPr>
          <a:xfrm>
            <a:off x="2051280" y="4782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6" name=""/>
          <p:cNvSpPr/>
          <p:nvPr/>
        </p:nvSpPr>
        <p:spPr>
          <a:xfrm>
            <a:off x="2051280" y="4782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7" name=""/>
          <p:cNvSpPr/>
          <p:nvPr/>
        </p:nvSpPr>
        <p:spPr>
          <a:xfrm>
            <a:off x="2051640" y="47822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0"/>
                </a:moveTo>
                <a:lnTo>
                  <a:pt x="4" y="2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8" name=""/>
          <p:cNvSpPr/>
          <p:nvPr/>
        </p:nvSpPr>
        <p:spPr>
          <a:xfrm>
            <a:off x="2051280" y="47836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9" name=""/>
          <p:cNvSpPr/>
          <p:nvPr/>
        </p:nvSpPr>
        <p:spPr>
          <a:xfrm>
            <a:off x="2050560" y="47833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3"/>
                </a:move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1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0" name=""/>
          <p:cNvSpPr/>
          <p:nvPr/>
        </p:nvSpPr>
        <p:spPr>
          <a:xfrm>
            <a:off x="2181960" y="47872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1" y="0"/>
                </a:move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1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1" name=""/>
          <p:cNvSpPr/>
          <p:nvPr/>
        </p:nvSpPr>
        <p:spPr>
          <a:xfrm>
            <a:off x="2134080" y="47898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1"/>
                </a:ln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2" name=""/>
          <p:cNvSpPr/>
          <p:nvPr/>
        </p:nvSpPr>
        <p:spPr>
          <a:xfrm>
            <a:off x="2133720" y="4788720"/>
            <a:ext cx="1800" cy="2880"/>
          </a:xfrm>
          <a:custGeom>
            <a:avLst/>
            <a:gdLst/>
            <a:ahLst/>
            <a:rect l="0" t="0" r="r" b="b"/>
            <a:pathLst>
              <a:path fill="none" w="5" h="8">
                <a:moveTo>
                  <a:pt x="1" y="0"/>
                </a:moveTo>
                <a:lnTo>
                  <a:pt x="1" y="1"/>
                </a:lnTo>
                <a:lnTo>
                  <a:pt x="0" y="2"/>
                </a:lnTo>
                <a:lnTo>
                  <a:pt x="0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2" y="7"/>
                </a:lnTo>
                <a:lnTo>
                  <a:pt x="2" y="8"/>
                </a:lnTo>
                <a:lnTo>
                  <a:pt x="4" y="8"/>
                </a:lnTo>
                <a:lnTo>
                  <a:pt x="5" y="7"/>
                </a:lnTo>
                <a:lnTo>
                  <a:pt x="5" y="6"/>
                </a:lnTo>
                <a:lnTo>
                  <a:pt x="4" y="5"/>
                </a:lnTo>
                <a:lnTo>
                  <a:pt x="4" y="2"/>
                </a:lnTo>
                <a:lnTo>
                  <a:pt x="2" y="2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3" name=""/>
          <p:cNvSpPr/>
          <p:nvPr/>
        </p:nvSpPr>
        <p:spPr>
          <a:xfrm>
            <a:off x="2150640" y="47916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4" name=""/>
          <p:cNvSpPr/>
          <p:nvPr/>
        </p:nvSpPr>
        <p:spPr>
          <a:xfrm>
            <a:off x="2150640" y="47919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5" name=""/>
          <p:cNvSpPr/>
          <p:nvPr/>
        </p:nvSpPr>
        <p:spPr>
          <a:xfrm>
            <a:off x="2149920" y="4791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6" name=""/>
          <p:cNvSpPr/>
          <p:nvPr/>
        </p:nvSpPr>
        <p:spPr>
          <a:xfrm>
            <a:off x="2150280" y="47919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7" name=""/>
          <p:cNvSpPr/>
          <p:nvPr/>
        </p:nvSpPr>
        <p:spPr>
          <a:xfrm flipH="1">
            <a:off x="2151000" y="47919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8" name=""/>
          <p:cNvSpPr/>
          <p:nvPr/>
        </p:nvSpPr>
        <p:spPr>
          <a:xfrm flipH="1">
            <a:off x="2150280" y="47923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9" name=""/>
          <p:cNvSpPr/>
          <p:nvPr/>
        </p:nvSpPr>
        <p:spPr>
          <a:xfrm>
            <a:off x="2149920" y="4791600"/>
            <a:ext cx="2160" cy="1080"/>
          </a:xfrm>
          <a:custGeom>
            <a:avLst/>
            <a:gdLst/>
            <a:ahLst/>
            <a:rect l="0" t="0" r="r" b="b"/>
            <a:pathLst>
              <a:path fill="none" w="6" h="3">
                <a:moveTo>
                  <a:pt x="5" y="0"/>
                </a:moveTo>
                <a:lnTo>
                  <a:pt x="5" y="2"/>
                </a:lnTo>
                <a:lnTo>
                  <a:pt x="6" y="2"/>
                </a:ln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0" name=""/>
          <p:cNvSpPr/>
          <p:nvPr/>
        </p:nvSpPr>
        <p:spPr>
          <a:xfrm>
            <a:off x="2167560" y="4797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1" name=""/>
          <p:cNvSpPr/>
          <p:nvPr/>
        </p:nvSpPr>
        <p:spPr>
          <a:xfrm>
            <a:off x="2167200" y="479736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3" y="0"/>
                </a:moveTo>
                <a:lnTo>
                  <a:pt x="5" y="0"/>
                </a:lnTo>
                <a:lnTo>
                  <a:pt x="5" y="2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2" name=""/>
          <p:cNvSpPr/>
          <p:nvPr/>
        </p:nvSpPr>
        <p:spPr>
          <a:xfrm>
            <a:off x="2175480" y="4801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3" name=""/>
          <p:cNvSpPr/>
          <p:nvPr/>
        </p:nvSpPr>
        <p:spPr>
          <a:xfrm>
            <a:off x="2175120" y="480168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0"/>
                </a:move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4" name=""/>
          <p:cNvSpPr/>
          <p:nvPr/>
        </p:nvSpPr>
        <p:spPr>
          <a:xfrm>
            <a:off x="2078280" y="4803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5" name=""/>
          <p:cNvSpPr/>
          <p:nvPr/>
        </p:nvSpPr>
        <p:spPr>
          <a:xfrm>
            <a:off x="2076120" y="4803120"/>
            <a:ext cx="3240" cy="2880"/>
          </a:xfrm>
          <a:custGeom>
            <a:avLst/>
            <a:gdLst/>
            <a:ahLst/>
            <a:rect l="0" t="0" r="r" b="b"/>
            <a:pathLst>
              <a:path fill="none" w="9" h="8">
                <a:moveTo>
                  <a:pt x="7" y="2"/>
                </a:moveTo>
                <a:lnTo>
                  <a:pt x="6" y="2"/>
                </a:lnTo>
                <a:lnTo>
                  <a:pt x="3" y="3"/>
                </a:lnTo>
                <a:lnTo>
                  <a:pt x="2" y="3"/>
                </a:lnTo>
                <a:lnTo>
                  <a:pt x="1" y="4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8"/>
                </a:lnTo>
                <a:lnTo>
                  <a:pt x="1" y="8"/>
                </a:lnTo>
                <a:lnTo>
                  <a:pt x="2" y="6"/>
                </a:lnTo>
                <a:lnTo>
                  <a:pt x="3" y="6"/>
                </a:lnTo>
                <a:lnTo>
                  <a:pt x="4" y="6"/>
                </a:lnTo>
                <a:lnTo>
                  <a:pt x="6" y="4"/>
                </a:lnTo>
                <a:lnTo>
                  <a:pt x="7" y="4"/>
                </a:lnTo>
                <a:lnTo>
                  <a:pt x="8" y="3"/>
                </a:lnTo>
                <a:lnTo>
                  <a:pt x="9" y="3"/>
                </a:lnTo>
                <a:lnTo>
                  <a:pt x="9" y="2"/>
                </a:lnTo>
                <a:lnTo>
                  <a:pt x="8" y="0"/>
                </a:lnTo>
                <a:lnTo>
                  <a:pt x="7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6" name=""/>
          <p:cNvSpPr/>
          <p:nvPr/>
        </p:nvSpPr>
        <p:spPr>
          <a:xfrm>
            <a:off x="2034720" y="48060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7" name=""/>
          <p:cNvSpPr/>
          <p:nvPr/>
        </p:nvSpPr>
        <p:spPr>
          <a:xfrm>
            <a:off x="2050200" y="48070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8" name=""/>
          <p:cNvSpPr/>
          <p:nvPr/>
        </p:nvSpPr>
        <p:spPr>
          <a:xfrm>
            <a:off x="2161440" y="48070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9" name=""/>
          <p:cNvSpPr/>
          <p:nvPr/>
        </p:nvSpPr>
        <p:spPr>
          <a:xfrm>
            <a:off x="2050920" y="4807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0" name=""/>
          <p:cNvSpPr/>
          <p:nvPr/>
        </p:nvSpPr>
        <p:spPr>
          <a:xfrm>
            <a:off x="2161800" y="480708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1" y="0"/>
                </a:move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1" name=""/>
          <p:cNvSpPr/>
          <p:nvPr/>
        </p:nvSpPr>
        <p:spPr>
          <a:xfrm flipV="1">
            <a:off x="2161440" y="480744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2" name=""/>
          <p:cNvSpPr/>
          <p:nvPr/>
        </p:nvSpPr>
        <p:spPr>
          <a:xfrm>
            <a:off x="2030400" y="48074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3" name=""/>
          <p:cNvSpPr/>
          <p:nvPr/>
        </p:nvSpPr>
        <p:spPr>
          <a:xfrm>
            <a:off x="2049480" y="480672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6" y="2"/>
                </a:lnTo>
                <a:lnTo>
                  <a:pt x="6" y="4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4" name=""/>
          <p:cNvSpPr/>
          <p:nvPr/>
        </p:nvSpPr>
        <p:spPr>
          <a:xfrm>
            <a:off x="2161440" y="48078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5" name=""/>
          <p:cNvSpPr/>
          <p:nvPr/>
        </p:nvSpPr>
        <p:spPr>
          <a:xfrm>
            <a:off x="2031120" y="48085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6" name=""/>
          <p:cNvSpPr/>
          <p:nvPr/>
        </p:nvSpPr>
        <p:spPr>
          <a:xfrm>
            <a:off x="2030760" y="480816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3"/>
                </a:moveTo>
                <a:lnTo>
                  <a:pt x="1" y="3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1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7" name=""/>
          <p:cNvSpPr/>
          <p:nvPr/>
        </p:nvSpPr>
        <p:spPr>
          <a:xfrm>
            <a:off x="2107800" y="480852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2" y="3"/>
                </a:moveTo>
                <a:lnTo>
                  <a:pt x="1" y="3"/>
                </a:lnTo>
                <a:lnTo>
                  <a:pt x="0" y="3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8" name=""/>
          <p:cNvSpPr/>
          <p:nvPr/>
        </p:nvSpPr>
        <p:spPr>
          <a:xfrm>
            <a:off x="2028960" y="480780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0" y="4"/>
                </a:moveTo>
                <a:lnTo>
                  <a:pt x="0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2"/>
                </a:lnTo>
                <a:lnTo>
                  <a:pt x="2" y="4"/>
                </a:lnTo>
                <a:lnTo>
                  <a:pt x="2" y="5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9" name=""/>
          <p:cNvSpPr/>
          <p:nvPr/>
        </p:nvSpPr>
        <p:spPr>
          <a:xfrm>
            <a:off x="2087280" y="48081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1"/>
                </a:move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  <a:lnTo>
                  <a:pt x="2" y="4"/>
                </a:lnTo>
                <a:lnTo>
                  <a:pt x="2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0" name=""/>
          <p:cNvSpPr/>
          <p:nvPr/>
        </p:nvSpPr>
        <p:spPr>
          <a:xfrm>
            <a:off x="2084760" y="48085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0"/>
                </a:move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3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1" name=""/>
          <p:cNvSpPr/>
          <p:nvPr/>
        </p:nvSpPr>
        <p:spPr>
          <a:xfrm>
            <a:off x="2040480" y="48096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2" name=""/>
          <p:cNvSpPr/>
          <p:nvPr/>
        </p:nvSpPr>
        <p:spPr>
          <a:xfrm>
            <a:off x="2086560" y="48092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3" name=""/>
          <p:cNvSpPr/>
          <p:nvPr/>
        </p:nvSpPr>
        <p:spPr>
          <a:xfrm>
            <a:off x="2029320" y="48092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1" y="0"/>
                </a:move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4" y="2"/>
                </a:lnTo>
                <a:lnTo>
                  <a:pt x="4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4" name=""/>
          <p:cNvSpPr/>
          <p:nvPr/>
        </p:nvSpPr>
        <p:spPr>
          <a:xfrm>
            <a:off x="2086920" y="4809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5" name=""/>
          <p:cNvSpPr/>
          <p:nvPr/>
        </p:nvSpPr>
        <p:spPr>
          <a:xfrm>
            <a:off x="2107440" y="480816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0" y="6"/>
                </a:moveTo>
                <a:lnTo>
                  <a:pt x="0" y="5"/>
                </a:lnTo>
                <a:lnTo>
                  <a:pt x="1" y="4"/>
                </a:lnTo>
                <a:lnTo>
                  <a:pt x="2" y="3"/>
                </a:lnTo>
                <a:lnTo>
                  <a:pt x="2" y="1"/>
                </a:lnTo>
                <a:lnTo>
                  <a:pt x="4" y="0"/>
                </a:lnTo>
                <a:lnTo>
                  <a:pt x="6" y="1"/>
                </a:lnTo>
                <a:lnTo>
                  <a:pt x="7" y="3"/>
                </a:lnTo>
                <a:lnTo>
                  <a:pt x="6" y="4"/>
                </a:lnTo>
                <a:lnTo>
                  <a:pt x="4" y="5"/>
                </a:lnTo>
                <a:lnTo>
                  <a:pt x="3" y="5"/>
                </a:lnTo>
                <a:lnTo>
                  <a:pt x="2" y="5"/>
                </a:lnTo>
                <a:lnTo>
                  <a:pt x="2" y="6"/>
                </a:lnTo>
                <a:lnTo>
                  <a:pt x="1" y="6"/>
                </a:lnTo>
                <a:lnTo>
                  <a:pt x="0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6" name=""/>
          <p:cNvSpPr/>
          <p:nvPr/>
        </p:nvSpPr>
        <p:spPr>
          <a:xfrm>
            <a:off x="2087280" y="48096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7" name=""/>
          <p:cNvSpPr/>
          <p:nvPr/>
        </p:nvSpPr>
        <p:spPr>
          <a:xfrm>
            <a:off x="2043360" y="48099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8" name=""/>
          <p:cNvSpPr/>
          <p:nvPr/>
        </p:nvSpPr>
        <p:spPr>
          <a:xfrm>
            <a:off x="2041200" y="481032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9" name=""/>
          <p:cNvSpPr/>
          <p:nvPr/>
        </p:nvSpPr>
        <p:spPr>
          <a:xfrm>
            <a:off x="2041560" y="481032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10" name=""/>
          <p:cNvSpPr/>
          <p:nvPr/>
        </p:nvSpPr>
        <p:spPr>
          <a:xfrm>
            <a:off x="2040120" y="4808880"/>
            <a:ext cx="3960" cy="2160"/>
          </a:xfrm>
          <a:custGeom>
            <a:avLst/>
            <a:gdLst/>
            <a:ahLst/>
            <a:rect l="0" t="0" r="r" b="b"/>
            <a:pathLst>
              <a:path fill="none" w="11" h="6">
                <a:moveTo>
                  <a:pt x="1" y="1"/>
                </a:move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6" y="0"/>
                </a:lnTo>
                <a:lnTo>
                  <a:pt x="6" y="1"/>
                </a:lnTo>
                <a:lnTo>
                  <a:pt x="7" y="2"/>
                </a:lnTo>
                <a:lnTo>
                  <a:pt x="9" y="2"/>
                </a:lnTo>
                <a:lnTo>
                  <a:pt x="10" y="2"/>
                </a:lnTo>
                <a:lnTo>
                  <a:pt x="10" y="3"/>
                </a:lnTo>
                <a:lnTo>
                  <a:pt x="11" y="3"/>
                </a:lnTo>
                <a:lnTo>
                  <a:pt x="11" y="5"/>
                </a:lnTo>
                <a:lnTo>
                  <a:pt x="10" y="6"/>
                </a:lnTo>
                <a:lnTo>
                  <a:pt x="9" y="6"/>
                </a:lnTo>
                <a:lnTo>
                  <a:pt x="7" y="6"/>
                </a:lnTo>
                <a:lnTo>
                  <a:pt x="6" y="6"/>
                </a:lnTo>
                <a:lnTo>
                  <a:pt x="5" y="6"/>
                </a:lnTo>
                <a:lnTo>
                  <a:pt x="4" y="6"/>
                </a:lnTo>
                <a:lnTo>
                  <a:pt x="3" y="6"/>
                </a:lnTo>
                <a:lnTo>
                  <a:pt x="2" y="5"/>
                </a:lnTo>
                <a:lnTo>
                  <a:pt x="1" y="5"/>
                </a:lnTo>
                <a:lnTo>
                  <a:pt x="1" y="3"/>
                </a:lnTo>
                <a:lnTo>
                  <a:pt x="0" y="2"/>
                </a:lnTo>
                <a:lnTo>
                  <a:pt x="1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11" name=""/>
          <p:cNvSpPr/>
          <p:nvPr/>
        </p:nvSpPr>
        <p:spPr>
          <a:xfrm>
            <a:off x="2087640" y="4810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12" name=""/>
          <p:cNvSpPr/>
          <p:nvPr/>
        </p:nvSpPr>
        <p:spPr>
          <a:xfrm>
            <a:off x="2088000" y="48106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13" name=""/>
          <p:cNvSpPr/>
          <p:nvPr/>
        </p:nvSpPr>
        <p:spPr>
          <a:xfrm>
            <a:off x="2088000" y="4808520"/>
            <a:ext cx="2520" cy="3960"/>
          </a:xfrm>
          <a:custGeom>
            <a:avLst/>
            <a:gdLst/>
            <a:ahLst/>
            <a:rect l="0" t="0" r="r" b="b"/>
            <a:pathLst>
              <a:path fill="none" w="7" h="11">
                <a:moveTo>
                  <a:pt x="0" y="3"/>
                </a:moveTo>
                <a:lnTo>
                  <a:pt x="1" y="6"/>
                </a:lnTo>
                <a:lnTo>
                  <a:pt x="2" y="7"/>
                </a:lnTo>
                <a:lnTo>
                  <a:pt x="3" y="8"/>
                </a:lnTo>
                <a:lnTo>
                  <a:pt x="3" y="9"/>
                </a:lnTo>
                <a:lnTo>
                  <a:pt x="2" y="9"/>
                </a:lnTo>
                <a:lnTo>
                  <a:pt x="1" y="9"/>
                </a:lnTo>
                <a:lnTo>
                  <a:pt x="1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6" y="10"/>
                </a:lnTo>
                <a:lnTo>
                  <a:pt x="7" y="9"/>
                </a:lnTo>
                <a:lnTo>
                  <a:pt x="6" y="7"/>
                </a:lnTo>
                <a:lnTo>
                  <a:pt x="4" y="6"/>
                </a:lnTo>
                <a:lnTo>
                  <a:pt x="4" y="5"/>
                </a:lnTo>
                <a:lnTo>
                  <a:pt x="3" y="3"/>
                </a:lnTo>
                <a:lnTo>
                  <a:pt x="2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14" name=""/>
          <p:cNvSpPr/>
          <p:nvPr/>
        </p:nvSpPr>
        <p:spPr>
          <a:xfrm>
            <a:off x="2094120" y="4812120"/>
            <a:ext cx="2520" cy="3240"/>
          </a:xfrm>
          <a:custGeom>
            <a:avLst/>
            <a:gdLst/>
            <a:ahLst/>
            <a:rect l="0" t="0" r="r" b="b"/>
            <a:pathLst>
              <a:path fill="none" w="7" h="9">
                <a:moveTo>
                  <a:pt x="4" y="9"/>
                </a:moveTo>
                <a:lnTo>
                  <a:pt x="3" y="9"/>
                </a:lnTo>
                <a:lnTo>
                  <a:pt x="3" y="8"/>
                </a:lnTo>
                <a:lnTo>
                  <a:pt x="2" y="7"/>
                </a:lnTo>
                <a:lnTo>
                  <a:pt x="2" y="6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2"/>
                </a:lnTo>
                <a:lnTo>
                  <a:pt x="5" y="3"/>
                </a:lnTo>
                <a:lnTo>
                  <a:pt x="7" y="3"/>
                </a:lnTo>
                <a:lnTo>
                  <a:pt x="7" y="6"/>
                </a:lnTo>
                <a:lnTo>
                  <a:pt x="7" y="7"/>
                </a:lnTo>
                <a:lnTo>
                  <a:pt x="5" y="8"/>
                </a:lnTo>
                <a:lnTo>
                  <a:pt x="5" y="7"/>
                </a:lnTo>
                <a:lnTo>
                  <a:pt x="5" y="6"/>
                </a:lnTo>
                <a:lnTo>
                  <a:pt x="4" y="4"/>
                </a:lnTo>
                <a:lnTo>
                  <a:pt x="4" y="3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4" y="6"/>
                </a:lnTo>
                <a:lnTo>
                  <a:pt x="4" y="7"/>
                </a:lnTo>
                <a:lnTo>
                  <a:pt x="4" y="8"/>
                </a:lnTo>
                <a:lnTo>
                  <a:pt x="4" y="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15" name=""/>
          <p:cNvSpPr/>
          <p:nvPr/>
        </p:nvSpPr>
        <p:spPr>
          <a:xfrm flipH="1">
            <a:off x="2019960" y="481680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16" name=""/>
          <p:cNvSpPr/>
          <p:nvPr/>
        </p:nvSpPr>
        <p:spPr>
          <a:xfrm>
            <a:off x="2011320" y="48160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4"/>
                </a:moveTo>
                <a:lnTo>
                  <a:pt x="0" y="3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17" name=""/>
          <p:cNvSpPr/>
          <p:nvPr/>
        </p:nvSpPr>
        <p:spPr>
          <a:xfrm>
            <a:off x="2019960" y="4817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18" name=""/>
          <p:cNvSpPr/>
          <p:nvPr/>
        </p:nvSpPr>
        <p:spPr>
          <a:xfrm flipV="1">
            <a:off x="2020680" y="48171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19" name=""/>
          <p:cNvSpPr/>
          <p:nvPr/>
        </p:nvSpPr>
        <p:spPr>
          <a:xfrm>
            <a:off x="2019960" y="48171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0"/>
                </a:moveTo>
                <a:lnTo>
                  <a:pt x="0" y="1"/>
                </a:lnTo>
                <a:lnTo>
                  <a:pt x="1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0" name=""/>
          <p:cNvSpPr/>
          <p:nvPr/>
        </p:nvSpPr>
        <p:spPr>
          <a:xfrm>
            <a:off x="2126160" y="4827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1" name=""/>
          <p:cNvSpPr/>
          <p:nvPr/>
        </p:nvSpPr>
        <p:spPr>
          <a:xfrm>
            <a:off x="2126880" y="482724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1" y="0"/>
                </a:moveTo>
                <a:lnTo>
                  <a:pt x="2" y="2"/>
                </a:lnTo>
                <a:lnTo>
                  <a:pt x="3" y="2"/>
                </a:lnTo>
                <a:lnTo>
                  <a:pt x="6" y="2"/>
                </a:lnTo>
                <a:lnTo>
                  <a:pt x="7" y="2"/>
                </a:lnTo>
                <a:lnTo>
                  <a:pt x="7" y="4"/>
                </a:lnTo>
                <a:lnTo>
                  <a:pt x="6" y="4"/>
                </a:lnTo>
                <a:lnTo>
                  <a:pt x="4" y="4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2" name=""/>
          <p:cNvSpPr/>
          <p:nvPr/>
        </p:nvSpPr>
        <p:spPr>
          <a:xfrm>
            <a:off x="2125080" y="4826520"/>
            <a:ext cx="4680" cy="2160"/>
          </a:xfrm>
          <a:custGeom>
            <a:avLst/>
            <a:gdLst/>
            <a:ahLst/>
            <a:rect l="0" t="0" r="r" b="b"/>
            <a:pathLst>
              <a:path fill="none" w="13" h="6">
                <a:moveTo>
                  <a:pt x="0" y="1"/>
                </a:move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  <a:lnTo>
                  <a:pt x="8" y="2"/>
                </a:lnTo>
                <a:lnTo>
                  <a:pt x="10" y="2"/>
                </a:lnTo>
                <a:lnTo>
                  <a:pt x="11" y="2"/>
                </a:lnTo>
                <a:lnTo>
                  <a:pt x="12" y="2"/>
                </a:lnTo>
                <a:lnTo>
                  <a:pt x="13" y="2"/>
                </a:lnTo>
                <a:lnTo>
                  <a:pt x="13" y="4"/>
                </a:lnTo>
                <a:lnTo>
                  <a:pt x="13" y="5"/>
                </a:lnTo>
                <a:lnTo>
                  <a:pt x="12" y="6"/>
                </a:lnTo>
                <a:lnTo>
                  <a:pt x="11" y="6"/>
                </a:lnTo>
                <a:lnTo>
                  <a:pt x="10" y="6"/>
                </a:lnTo>
                <a:lnTo>
                  <a:pt x="9" y="6"/>
                </a:lnTo>
                <a:lnTo>
                  <a:pt x="6" y="5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1" y="2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3" name=""/>
          <p:cNvSpPr/>
          <p:nvPr/>
        </p:nvSpPr>
        <p:spPr>
          <a:xfrm>
            <a:off x="1962360" y="4828320"/>
            <a:ext cx="2160" cy="1080"/>
          </a:xfrm>
          <a:custGeom>
            <a:avLst/>
            <a:gdLst/>
            <a:ahLst/>
            <a:rect l="0" t="0" r="r" b="b"/>
            <a:pathLst>
              <a:path fill="none" w="6" h="3">
                <a:moveTo>
                  <a:pt x="0" y="3"/>
                </a:move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4" name=""/>
          <p:cNvSpPr/>
          <p:nvPr/>
        </p:nvSpPr>
        <p:spPr>
          <a:xfrm>
            <a:off x="2067120" y="48294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5" name=""/>
          <p:cNvSpPr/>
          <p:nvPr/>
        </p:nvSpPr>
        <p:spPr>
          <a:xfrm>
            <a:off x="2067480" y="48297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6" name=""/>
          <p:cNvSpPr/>
          <p:nvPr/>
        </p:nvSpPr>
        <p:spPr>
          <a:xfrm>
            <a:off x="1962360" y="4829040"/>
            <a:ext cx="2880" cy="1440"/>
          </a:xfrm>
          <a:custGeom>
            <a:avLst/>
            <a:gdLst/>
            <a:ahLst/>
            <a:rect l="0" t="0" r="r" b="b"/>
            <a:pathLst>
              <a:path fill="none" w="8" h="4">
                <a:moveTo>
                  <a:pt x="8" y="0"/>
                </a:moveTo>
                <a:lnTo>
                  <a:pt x="8" y="2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7" name=""/>
          <p:cNvSpPr/>
          <p:nvPr/>
        </p:nvSpPr>
        <p:spPr>
          <a:xfrm>
            <a:off x="2067120" y="48315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8" name=""/>
          <p:cNvSpPr/>
          <p:nvPr/>
        </p:nvSpPr>
        <p:spPr>
          <a:xfrm>
            <a:off x="2110320" y="48326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9" name=""/>
          <p:cNvSpPr/>
          <p:nvPr/>
        </p:nvSpPr>
        <p:spPr>
          <a:xfrm>
            <a:off x="2109960" y="483300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0" y="0"/>
                </a:moveTo>
                <a:lnTo>
                  <a:pt x="1" y="2"/>
                </a:lnTo>
                <a:lnTo>
                  <a:pt x="2" y="2"/>
                </a:lnTo>
                <a:lnTo>
                  <a:pt x="4" y="2"/>
                </a:lnTo>
                <a:lnTo>
                  <a:pt x="5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30" name=""/>
          <p:cNvSpPr/>
          <p:nvPr/>
        </p:nvSpPr>
        <p:spPr>
          <a:xfrm>
            <a:off x="2066400" y="48340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31" name=""/>
          <p:cNvSpPr/>
          <p:nvPr/>
        </p:nvSpPr>
        <p:spPr>
          <a:xfrm>
            <a:off x="2066040" y="48344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32" name=""/>
          <p:cNvSpPr/>
          <p:nvPr/>
        </p:nvSpPr>
        <p:spPr>
          <a:xfrm>
            <a:off x="1972800" y="4833720"/>
            <a:ext cx="5040" cy="1800"/>
          </a:xfrm>
          <a:custGeom>
            <a:avLst/>
            <a:gdLst/>
            <a:ahLst/>
            <a:rect l="0" t="0" r="r" b="b"/>
            <a:pathLst>
              <a:path fill="none" w="14" h="5">
                <a:moveTo>
                  <a:pt x="0" y="5"/>
                </a:moveTo>
                <a:lnTo>
                  <a:pt x="1" y="4"/>
                </a:lnTo>
                <a:lnTo>
                  <a:pt x="2" y="2"/>
                </a:lnTo>
                <a:lnTo>
                  <a:pt x="4" y="1"/>
                </a:lnTo>
                <a:lnTo>
                  <a:pt x="7" y="0"/>
                </a:lnTo>
                <a:lnTo>
                  <a:pt x="10" y="0"/>
                </a:lnTo>
                <a:lnTo>
                  <a:pt x="12" y="1"/>
                </a:lnTo>
                <a:lnTo>
                  <a:pt x="14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33" name=""/>
          <p:cNvSpPr/>
          <p:nvPr/>
        </p:nvSpPr>
        <p:spPr>
          <a:xfrm>
            <a:off x="2106360" y="483516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34" name=""/>
          <p:cNvSpPr/>
          <p:nvPr/>
        </p:nvSpPr>
        <p:spPr>
          <a:xfrm>
            <a:off x="2104920" y="4835520"/>
            <a:ext cx="1080" cy="0"/>
          </a:xfrm>
          <a:custGeom>
            <a:avLst/>
            <a:gdLst/>
            <a:ahLst/>
            <a:rect l="0" t="0" r="r" b="b"/>
            <a:pathLst>
              <a:path fill="none" w="3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35" name=""/>
          <p:cNvSpPr/>
          <p:nvPr/>
        </p:nvSpPr>
        <p:spPr>
          <a:xfrm>
            <a:off x="2106720" y="48348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3" y="0"/>
                </a:moveTo>
                <a:lnTo>
                  <a:pt x="5" y="0"/>
                </a:lnTo>
                <a:lnTo>
                  <a:pt x="5" y="2"/>
                </a:lnTo>
                <a:lnTo>
                  <a:pt x="3" y="3"/>
                </a:lnTo>
                <a:lnTo>
                  <a:pt x="2" y="3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36" name=""/>
          <p:cNvSpPr/>
          <p:nvPr/>
        </p:nvSpPr>
        <p:spPr>
          <a:xfrm>
            <a:off x="2065320" y="48355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37" name=""/>
          <p:cNvSpPr/>
          <p:nvPr/>
        </p:nvSpPr>
        <p:spPr>
          <a:xfrm>
            <a:off x="2064960" y="48358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38" name=""/>
          <p:cNvSpPr/>
          <p:nvPr/>
        </p:nvSpPr>
        <p:spPr>
          <a:xfrm>
            <a:off x="2103840" y="48358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39" name=""/>
          <p:cNvSpPr/>
          <p:nvPr/>
        </p:nvSpPr>
        <p:spPr>
          <a:xfrm>
            <a:off x="2104920" y="483588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5" y="0"/>
                </a:moveTo>
                <a:lnTo>
                  <a:pt x="4" y="0"/>
                </a:ln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0" name=""/>
          <p:cNvSpPr/>
          <p:nvPr/>
        </p:nvSpPr>
        <p:spPr>
          <a:xfrm>
            <a:off x="2063880" y="4829400"/>
            <a:ext cx="4320" cy="7560"/>
          </a:xfrm>
          <a:custGeom>
            <a:avLst/>
            <a:gdLst/>
            <a:ahLst/>
            <a:rect l="0" t="0" r="r" b="b"/>
            <a:pathLst>
              <a:path fill="none" w="12" h="21">
                <a:moveTo>
                  <a:pt x="3" y="18"/>
                </a:moveTo>
                <a:lnTo>
                  <a:pt x="4" y="16"/>
                </a:lnTo>
                <a:lnTo>
                  <a:pt x="4" y="14"/>
                </a:lnTo>
                <a:lnTo>
                  <a:pt x="5" y="13"/>
                </a:lnTo>
                <a:lnTo>
                  <a:pt x="6" y="13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8" y="12"/>
                </a:lnTo>
                <a:lnTo>
                  <a:pt x="7" y="13"/>
                </a:lnTo>
                <a:lnTo>
                  <a:pt x="6" y="14"/>
                </a:lnTo>
                <a:lnTo>
                  <a:pt x="6" y="16"/>
                </a:lnTo>
                <a:lnTo>
                  <a:pt x="5" y="17"/>
                </a:lnTo>
                <a:lnTo>
                  <a:pt x="5" y="18"/>
                </a:lnTo>
                <a:lnTo>
                  <a:pt x="4" y="18"/>
                </a:lnTo>
                <a:lnTo>
                  <a:pt x="4" y="19"/>
                </a:lnTo>
                <a:lnTo>
                  <a:pt x="3" y="20"/>
                </a:lnTo>
                <a:lnTo>
                  <a:pt x="3" y="21"/>
                </a:lnTo>
                <a:lnTo>
                  <a:pt x="4" y="20"/>
                </a:lnTo>
                <a:lnTo>
                  <a:pt x="6" y="19"/>
                </a:lnTo>
                <a:lnTo>
                  <a:pt x="6" y="18"/>
                </a:lnTo>
                <a:lnTo>
                  <a:pt x="7" y="17"/>
                </a:lnTo>
                <a:lnTo>
                  <a:pt x="8" y="16"/>
                </a:lnTo>
                <a:lnTo>
                  <a:pt x="9" y="14"/>
                </a:lnTo>
                <a:lnTo>
                  <a:pt x="9" y="13"/>
                </a:lnTo>
                <a:lnTo>
                  <a:pt x="10" y="11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lnTo>
                  <a:pt x="12" y="3"/>
                </a:lnTo>
                <a:lnTo>
                  <a:pt x="12" y="1"/>
                </a:lnTo>
                <a:lnTo>
                  <a:pt x="11" y="1"/>
                </a:lnTo>
                <a:lnTo>
                  <a:pt x="11" y="0"/>
                </a:lnTo>
                <a:lnTo>
                  <a:pt x="10" y="0"/>
                </a:lnTo>
                <a:lnTo>
                  <a:pt x="9" y="0"/>
                </a:lnTo>
                <a:lnTo>
                  <a:pt x="9" y="1"/>
                </a:lnTo>
                <a:lnTo>
                  <a:pt x="9" y="2"/>
                </a:lnTo>
                <a:lnTo>
                  <a:pt x="9" y="3"/>
                </a:lnTo>
                <a:lnTo>
                  <a:pt x="9" y="4"/>
                </a:lnTo>
                <a:lnTo>
                  <a:pt x="9" y="5"/>
                </a:lnTo>
                <a:lnTo>
                  <a:pt x="9" y="6"/>
                </a:lnTo>
                <a:lnTo>
                  <a:pt x="9" y="7"/>
                </a:lnTo>
                <a:lnTo>
                  <a:pt x="9" y="8"/>
                </a:lnTo>
                <a:lnTo>
                  <a:pt x="8" y="8"/>
                </a:lnTo>
                <a:lnTo>
                  <a:pt x="7" y="9"/>
                </a:lnTo>
                <a:lnTo>
                  <a:pt x="6" y="10"/>
                </a:lnTo>
                <a:lnTo>
                  <a:pt x="6" y="11"/>
                </a:lnTo>
                <a:lnTo>
                  <a:pt x="5" y="12"/>
                </a:lnTo>
                <a:lnTo>
                  <a:pt x="4" y="13"/>
                </a:lnTo>
                <a:lnTo>
                  <a:pt x="3" y="14"/>
                </a:lnTo>
                <a:lnTo>
                  <a:pt x="3" y="16"/>
                </a:lnTo>
                <a:lnTo>
                  <a:pt x="1" y="18"/>
                </a:lnTo>
                <a:lnTo>
                  <a:pt x="0" y="19"/>
                </a:lnTo>
                <a:lnTo>
                  <a:pt x="1" y="20"/>
                </a:lnTo>
                <a:lnTo>
                  <a:pt x="1" y="19"/>
                </a:lnTo>
                <a:lnTo>
                  <a:pt x="1" y="1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2520" rIns="504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1" name=""/>
          <p:cNvSpPr/>
          <p:nvPr/>
        </p:nvSpPr>
        <p:spPr>
          <a:xfrm>
            <a:off x="2103840" y="483624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0" y="1"/>
                </a:moveTo>
                <a:lnTo>
                  <a:pt x="2" y="1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2" name=""/>
          <p:cNvSpPr/>
          <p:nvPr/>
        </p:nvSpPr>
        <p:spPr>
          <a:xfrm>
            <a:off x="2063520" y="48362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3" name=""/>
          <p:cNvSpPr/>
          <p:nvPr/>
        </p:nvSpPr>
        <p:spPr>
          <a:xfrm>
            <a:off x="2112840" y="483480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3" y="0"/>
                </a:moveTo>
                <a:lnTo>
                  <a:pt x="4" y="1"/>
                </a:lnTo>
                <a:lnTo>
                  <a:pt x="4" y="2"/>
                </a:lnTo>
                <a:lnTo>
                  <a:pt x="6" y="4"/>
                </a:lnTo>
                <a:lnTo>
                  <a:pt x="6" y="6"/>
                </a:lnTo>
                <a:lnTo>
                  <a:pt x="4" y="6"/>
                </a:lnTo>
                <a:lnTo>
                  <a:pt x="2" y="6"/>
                </a:lnTo>
                <a:lnTo>
                  <a:pt x="0" y="5"/>
                </a:lnTo>
                <a:lnTo>
                  <a:pt x="2" y="5"/>
                </a:lnTo>
                <a:lnTo>
                  <a:pt x="3" y="4"/>
                </a:lnTo>
                <a:lnTo>
                  <a:pt x="2" y="2"/>
                </a:lnTo>
                <a:lnTo>
                  <a:pt x="2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4" name=""/>
          <p:cNvSpPr/>
          <p:nvPr/>
        </p:nvSpPr>
        <p:spPr>
          <a:xfrm>
            <a:off x="2064240" y="48366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5" name=""/>
          <p:cNvSpPr/>
          <p:nvPr/>
        </p:nvSpPr>
        <p:spPr>
          <a:xfrm>
            <a:off x="2091240" y="48362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1" y="0"/>
                </a:moveTo>
                <a:lnTo>
                  <a:pt x="0" y="2"/>
                </a:lnTo>
                <a:lnTo>
                  <a:pt x="1" y="3"/>
                </a:lnTo>
                <a:lnTo>
                  <a:pt x="1" y="5"/>
                </a:lnTo>
                <a:lnTo>
                  <a:pt x="3" y="3"/>
                </a:lnTo>
                <a:lnTo>
                  <a:pt x="4" y="2"/>
                </a:lnTo>
                <a:lnTo>
                  <a:pt x="3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6" name=""/>
          <p:cNvSpPr/>
          <p:nvPr/>
        </p:nvSpPr>
        <p:spPr>
          <a:xfrm>
            <a:off x="1972080" y="4835160"/>
            <a:ext cx="6120" cy="2880"/>
          </a:xfrm>
          <a:custGeom>
            <a:avLst/>
            <a:gdLst/>
            <a:ahLst/>
            <a:rect l="0" t="0" r="r" b="b"/>
            <a:pathLst>
              <a:path fill="none" w="17" h="8">
                <a:moveTo>
                  <a:pt x="17" y="0"/>
                </a:moveTo>
                <a:lnTo>
                  <a:pt x="16" y="1"/>
                </a:lnTo>
                <a:lnTo>
                  <a:pt x="16" y="2"/>
                </a:lnTo>
                <a:lnTo>
                  <a:pt x="15" y="3"/>
                </a:lnTo>
                <a:lnTo>
                  <a:pt x="14" y="5"/>
                </a:lnTo>
                <a:lnTo>
                  <a:pt x="13" y="7"/>
                </a:lnTo>
                <a:lnTo>
                  <a:pt x="11" y="8"/>
                </a:lnTo>
                <a:lnTo>
                  <a:pt x="8" y="8"/>
                </a:lnTo>
                <a:lnTo>
                  <a:pt x="4" y="8"/>
                </a:lnTo>
                <a:lnTo>
                  <a:pt x="1" y="8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7" name=""/>
          <p:cNvSpPr/>
          <p:nvPr/>
        </p:nvSpPr>
        <p:spPr>
          <a:xfrm>
            <a:off x="2062800" y="48376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8" name=""/>
          <p:cNvSpPr/>
          <p:nvPr/>
        </p:nvSpPr>
        <p:spPr>
          <a:xfrm>
            <a:off x="2062440" y="483624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3" y="1"/>
                </a:move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1" y="5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2" y="6"/>
                </a:lnTo>
                <a:lnTo>
                  <a:pt x="3" y="5"/>
                </a:lnTo>
                <a:lnTo>
                  <a:pt x="5" y="3"/>
                </a:lnTo>
                <a:lnTo>
                  <a:pt x="6" y="2"/>
                </a:lnTo>
                <a:lnTo>
                  <a:pt x="7" y="2"/>
                </a:lnTo>
                <a:lnTo>
                  <a:pt x="7" y="1"/>
                </a:lnTo>
                <a:lnTo>
                  <a:pt x="7" y="0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9" name=""/>
          <p:cNvSpPr/>
          <p:nvPr/>
        </p:nvSpPr>
        <p:spPr>
          <a:xfrm>
            <a:off x="2084400" y="483984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0" y="5"/>
                </a:move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2"/>
                </a:lnTo>
                <a:lnTo>
                  <a:pt x="5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0" name=""/>
          <p:cNvSpPr/>
          <p:nvPr/>
        </p:nvSpPr>
        <p:spPr>
          <a:xfrm>
            <a:off x="2085120" y="48412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1" name=""/>
          <p:cNvSpPr/>
          <p:nvPr/>
        </p:nvSpPr>
        <p:spPr>
          <a:xfrm>
            <a:off x="1977120" y="4838760"/>
            <a:ext cx="720" cy="3600"/>
          </a:xfrm>
          <a:custGeom>
            <a:avLst/>
            <a:gdLst/>
            <a:ahLst/>
            <a:rect l="0" t="0" r="r" b="b"/>
            <a:pathLst>
              <a:path fill="none" w="2" h="10">
                <a:moveTo>
                  <a:pt x="2" y="10"/>
                </a:moveTo>
                <a:lnTo>
                  <a:pt x="2" y="9"/>
                </a:lnTo>
                <a:lnTo>
                  <a:pt x="0" y="6"/>
                </a:lnTo>
                <a:lnTo>
                  <a:pt x="0" y="4"/>
                </a:lnTo>
                <a:lnTo>
                  <a:pt x="0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2" name=""/>
          <p:cNvSpPr/>
          <p:nvPr/>
        </p:nvSpPr>
        <p:spPr>
          <a:xfrm>
            <a:off x="1977840" y="4838040"/>
            <a:ext cx="1800" cy="4320"/>
          </a:xfrm>
          <a:custGeom>
            <a:avLst/>
            <a:gdLst/>
            <a:ahLst/>
            <a:rect l="0" t="0" r="r" b="b"/>
            <a:pathLst>
              <a:path fill="none" w="5" h="12">
                <a:moveTo>
                  <a:pt x="0" y="0"/>
                </a:moveTo>
                <a:lnTo>
                  <a:pt x="2" y="1"/>
                </a:lnTo>
                <a:lnTo>
                  <a:pt x="3" y="2"/>
                </a:lnTo>
                <a:lnTo>
                  <a:pt x="5" y="4"/>
                </a:lnTo>
                <a:lnTo>
                  <a:pt x="5" y="9"/>
                </a:lnTo>
                <a:lnTo>
                  <a:pt x="3" y="11"/>
                </a:lnTo>
                <a:lnTo>
                  <a:pt x="3" y="1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720" rIns="504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3" name=""/>
          <p:cNvSpPr/>
          <p:nvPr/>
        </p:nvSpPr>
        <p:spPr>
          <a:xfrm>
            <a:off x="2084400" y="484092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5" y="0"/>
                </a:moveTo>
                <a:lnTo>
                  <a:pt x="6" y="2"/>
                </a:lnTo>
                <a:lnTo>
                  <a:pt x="6" y="3"/>
                </a:lnTo>
                <a:lnTo>
                  <a:pt x="7" y="4"/>
                </a:lnTo>
                <a:lnTo>
                  <a:pt x="7" y="5"/>
                </a:lnTo>
                <a:lnTo>
                  <a:pt x="7" y="6"/>
                </a:lnTo>
                <a:lnTo>
                  <a:pt x="6" y="6"/>
                </a:lnTo>
                <a:lnTo>
                  <a:pt x="5" y="6"/>
                </a:lnTo>
                <a:lnTo>
                  <a:pt x="5" y="5"/>
                </a:lnTo>
                <a:lnTo>
                  <a:pt x="4" y="5"/>
                </a:lnTo>
                <a:lnTo>
                  <a:pt x="4" y="4"/>
                </a:lnTo>
                <a:lnTo>
                  <a:pt x="2" y="3"/>
                </a:lnTo>
                <a:lnTo>
                  <a:pt x="2" y="2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4" name=""/>
          <p:cNvSpPr/>
          <p:nvPr/>
        </p:nvSpPr>
        <p:spPr>
          <a:xfrm>
            <a:off x="1955520" y="4842000"/>
            <a:ext cx="2880" cy="2520"/>
          </a:xfrm>
          <a:custGeom>
            <a:avLst/>
            <a:gdLst/>
            <a:ahLst/>
            <a:rect l="0" t="0" r="r" b="b"/>
            <a:pathLst>
              <a:path fill="none" w="8" h="7">
                <a:moveTo>
                  <a:pt x="0" y="7"/>
                </a:moveTo>
                <a:lnTo>
                  <a:pt x="1" y="4"/>
                </a:lnTo>
                <a:lnTo>
                  <a:pt x="2" y="2"/>
                </a:lnTo>
                <a:lnTo>
                  <a:pt x="3" y="1"/>
                </a:lnTo>
                <a:lnTo>
                  <a:pt x="7" y="0"/>
                </a:lnTo>
                <a:lnTo>
                  <a:pt x="8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5" name=""/>
          <p:cNvSpPr/>
          <p:nvPr/>
        </p:nvSpPr>
        <p:spPr>
          <a:xfrm>
            <a:off x="2011320" y="4842720"/>
            <a:ext cx="3240" cy="1800"/>
          </a:xfrm>
          <a:custGeom>
            <a:avLst/>
            <a:gdLst/>
            <a:ahLst/>
            <a:rect l="0" t="0" r="r" b="b"/>
            <a:pathLst>
              <a:path fill="none" w="9" h="5">
                <a:moveTo>
                  <a:pt x="0" y="1"/>
                </a:moveTo>
                <a:lnTo>
                  <a:pt x="1" y="0"/>
                </a:lnTo>
                <a:lnTo>
                  <a:pt x="4" y="0"/>
                </a:lnTo>
                <a:lnTo>
                  <a:pt x="5" y="0"/>
                </a:lnTo>
                <a:lnTo>
                  <a:pt x="7" y="0"/>
                </a:lnTo>
                <a:lnTo>
                  <a:pt x="8" y="1"/>
                </a:lnTo>
                <a:lnTo>
                  <a:pt x="8" y="3"/>
                </a:lnTo>
                <a:lnTo>
                  <a:pt x="9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6" name=""/>
          <p:cNvSpPr/>
          <p:nvPr/>
        </p:nvSpPr>
        <p:spPr>
          <a:xfrm>
            <a:off x="2011320" y="4844160"/>
            <a:ext cx="2880" cy="1080"/>
          </a:xfrm>
          <a:custGeom>
            <a:avLst/>
            <a:gdLst/>
            <a:ahLst/>
            <a:rect l="0" t="0" r="r" b="b"/>
            <a:pathLst>
              <a:path fill="none" w="8" h="3">
                <a:moveTo>
                  <a:pt x="8" y="3"/>
                </a:moveTo>
                <a:lnTo>
                  <a:pt x="7" y="3"/>
                </a:lnTo>
                <a:lnTo>
                  <a:pt x="7" y="2"/>
                </a:lnTo>
                <a:lnTo>
                  <a:pt x="6" y="0"/>
                </a:lnTo>
                <a:lnTo>
                  <a:pt x="5" y="0"/>
                </a:lnTo>
                <a:lnTo>
                  <a:pt x="3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7" name=""/>
          <p:cNvSpPr/>
          <p:nvPr/>
        </p:nvSpPr>
        <p:spPr>
          <a:xfrm>
            <a:off x="1955880" y="4842360"/>
            <a:ext cx="3600" cy="3240"/>
          </a:xfrm>
          <a:custGeom>
            <a:avLst/>
            <a:gdLst/>
            <a:ahLst/>
            <a:rect l="0" t="0" r="r" b="b"/>
            <a:pathLst>
              <a:path fill="none" w="10" h="9">
                <a:moveTo>
                  <a:pt x="10" y="0"/>
                </a:moveTo>
                <a:lnTo>
                  <a:pt x="10" y="4"/>
                </a:lnTo>
                <a:lnTo>
                  <a:pt x="9" y="6"/>
                </a:lnTo>
                <a:lnTo>
                  <a:pt x="7" y="7"/>
                </a:lnTo>
                <a:lnTo>
                  <a:pt x="6" y="9"/>
                </a:lnTo>
                <a:lnTo>
                  <a:pt x="4" y="9"/>
                </a:lnTo>
                <a:lnTo>
                  <a:pt x="0" y="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8" name=""/>
          <p:cNvSpPr/>
          <p:nvPr/>
        </p:nvSpPr>
        <p:spPr>
          <a:xfrm>
            <a:off x="2052000" y="4845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9" name=""/>
          <p:cNvSpPr/>
          <p:nvPr/>
        </p:nvSpPr>
        <p:spPr>
          <a:xfrm>
            <a:off x="2052000" y="48456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0"/>
                </a:move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0" name=""/>
          <p:cNvSpPr/>
          <p:nvPr/>
        </p:nvSpPr>
        <p:spPr>
          <a:xfrm>
            <a:off x="1972080" y="4847040"/>
            <a:ext cx="3600" cy="2160"/>
          </a:xfrm>
          <a:custGeom>
            <a:avLst/>
            <a:gdLst/>
            <a:ahLst/>
            <a:rect l="0" t="0" r="r" b="b"/>
            <a:pathLst>
              <a:path fill="none" w="10" h="6">
                <a:moveTo>
                  <a:pt x="0" y="6"/>
                </a:moveTo>
                <a:lnTo>
                  <a:pt x="1" y="5"/>
                </a:lnTo>
                <a:lnTo>
                  <a:pt x="2" y="3"/>
                </a:lnTo>
                <a:lnTo>
                  <a:pt x="4" y="0"/>
                </a:lnTo>
                <a:lnTo>
                  <a:pt x="7" y="0"/>
                </a:lnTo>
                <a:lnTo>
                  <a:pt x="8" y="0"/>
                </a:lnTo>
                <a:lnTo>
                  <a:pt x="1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1" name=""/>
          <p:cNvSpPr/>
          <p:nvPr/>
        </p:nvSpPr>
        <p:spPr>
          <a:xfrm>
            <a:off x="1972440" y="4848120"/>
            <a:ext cx="3240" cy="2880"/>
          </a:xfrm>
          <a:custGeom>
            <a:avLst/>
            <a:gdLst/>
            <a:ahLst/>
            <a:rect l="0" t="0" r="r" b="b"/>
            <a:pathLst>
              <a:path fill="none" w="9" h="8">
                <a:moveTo>
                  <a:pt x="9" y="0"/>
                </a:moveTo>
                <a:lnTo>
                  <a:pt x="8" y="3"/>
                </a:lnTo>
                <a:lnTo>
                  <a:pt x="7" y="4"/>
                </a:lnTo>
                <a:lnTo>
                  <a:pt x="6" y="5"/>
                </a:lnTo>
                <a:lnTo>
                  <a:pt x="3" y="6"/>
                </a:lnTo>
                <a:lnTo>
                  <a:pt x="1" y="8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2" name=""/>
          <p:cNvSpPr/>
          <p:nvPr/>
        </p:nvSpPr>
        <p:spPr>
          <a:xfrm>
            <a:off x="2012400" y="4850640"/>
            <a:ext cx="2520" cy="2880"/>
          </a:xfrm>
          <a:custGeom>
            <a:avLst/>
            <a:gdLst/>
            <a:ahLst/>
            <a:rect l="0" t="0" r="r" b="b"/>
            <a:pathLst>
              <a:path fill="none" w="7" h="8">
                <a:moveTo>
                  <a:pt x="0" y="8"/>
                </a:moveTo>
                <a:lnTo>
                  <a:pt x="1" y="7"/>
                </a:lnTo>
                <a:lnTo>
                  <a:pt x="1" y="6"/>
                </a:lnTo>
                <a:lnTo>
                  <a:pt x="1" y="4"/>
                </a:lnTo>
                <a:lnTo>
                  <a:pt x="2" y="3"/>
                </a:lnTo>
                <a:lnTo>
                  <a:pt x="4" y="2"/>
                </a:lnTo>
                <a:lnTo>
                  <a:pt x="5" y="1"/>
                </a:lnTo>
                <a:lnTo>
                  <a:pt x="6" y="0"/>
                </a:lnTo>
                <a:lnTo>
                  <a:pt x="7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3" name=""/>
          <p:cNvSpPr/>
          <p:nvPr/>
        </p:nvSpPr>
        <p:spPr>
          <a:xfrm>
            <a:off x="2012760" y="4851360"/>
            <a:ext cx="2880" cy="2880"/>
          </a:xfrm>
          <a:custGeom>
            <a:avLst/>
            <a:gdLst/>
            <a:ahLst/>
            <a:rect l="0" t="0" r="r" b="b"/>
            <a:pathLst>
              <a:path fill="none" w="8" h="8">
                <a:moveTo>
                  <a:pt x="8" y="0"/>
                </a:moveTo>
                <a:lnTo>
                  <a:pt x="8" y="1"/>
                </a:lnTo>
                <a:lnTo>
                  <a:pt x="7" y="2"/>
                </a:lnTo>
                <a:lnTo>
                  <a:pt x="6" y="5"/>
                </a:lnTo>
                <a:lnTo>
                  <a:pt x="5" y="5"/>
                </a:lnTo>
                <a:lnTo>
                  <a:pt x="2" y="6"/>
                </a:lnTo>
                <a:lnTo>
                  <a:pt x="1" y="7"/>
                </a:lnTo>
                <a:lnTo>
                  <a:pt x="0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4" name=""/>
          <p:cNvSpPr/>
          <p:nvPr/>
        </p:nvSpPr>
        <p:spPr>
          <a:xfrm>
            <a:off x="2079720" y="485388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3" y="0"/>
                </a:move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5" name=""/>
          <p:cNvSpPr/>
          <p:nvPr/>
        </p:nvSpPr>
        <p:spPr>
          <a:xfrm>
            <a:off x="2080080" y="4853520"/>
            <a:ext cx="2520" cy="1080"/>
          </a:xfrm>
          <a:custGeom>
            <a:avLst/>
            <a:gdLst/>
            <a:ahLst/>
            <a:rect l="0" t="0" r="r" b="b"/>
            <a:pathLst>
              <a:path fill="none" w="7" h="3">
                <a:moveTo>
                  <a:pt x="0" y="3"/>
                </a:moveTo>
                <a:lnTo>
                  <a:pt x="1" y="3"/>
                </a:lnTo>
                <a:lnTo>
                  <a:pt x="2" y="3"/>
                </a:lnTo>
                <a:lnTo>
                  <a:pt x="4" y="3"/>
                </a:lnTo>
                <a:lnTo>
                  <a:pt x="6" y="2"/>
                </a:lnTo>
                <a:lnTo>
                  <a:pt x="7" y="2"/>
                </a:lnTo>
                <a:lnTo>
                  <a:pt x="6" y="3"/>
                </a:lnTo>
                <a:lnTo>
                  <a:pt x="7" y="3"/>
                </a:lnTo>
                <a:lnTo>
                  <a:pt x="7" y="2"/>
                </a:lnTo>
                <a:lnTo>
                  <a:pt x="6" y="0"/>
                </a:lnTo>
                <a:lnTo>
                  <a:pt x="5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6" name=""/>
          <p:cNvSpPr/>
          <p:nvPr/>
        </p:nvSpPr>
        <p:spPr>
          <a:xfrm>
            <a:off x="2080080" y="4854240"/>
            <a:ext cx="1440" cy="360"/>
          </a:xfrm>
          <a:custGeom>
            <a:avLst/>
            <a:gdLst/>
            <a:ahLst/>
            <a:rect l="0" t="0" r="r" b="b"/>
            <a:pathLst>
              <a:path fill="none" w="4" h="1">
                <a:moveTo>
                  <a:pt x="4" y="0"/>
                </a:moveTo>
                <a:lnTo>
                  <a:pt x="3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7" name=""/>
          <p:cNvSpPr/>
          <p:nvPr/>
        </p:nvSpPr>
        <p:spPr>
          <a:xfrm>
            <a:off x="2079720" y="4854600"/>
            <a:ext cx="1800" cy="360"/>
          </a:xfrm>
          <a:custGeom>
            <a:avLst/>
            <a:gdLst/>
            <a:ahLst/>
            <a:rect l="0" t="0" r="r" b="b"/>
            <a:pathLst>
              <a:path fill="none" w="5" h="1">
                <a:moveTo>
                  <a:pt x="5" y="0"/>
                </a:move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8" name=""/>
          <p:cNvSpPr/>
          <p:nvPr/>
        </p:nvSpPr>
        <p:spPr>
          <a:xfrm>
            <a:off x="2085120" y="48538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3"/>
                </a:moveTo>
                <a:lnTo>
                  <a:pt x="0" y="4"/>
                </a:lnTo>
                <a:lnTo>
                  <a:pt x="2" y="4"/>
                </a:lnTo>
                <a:lnTo>
                  <a:pt x="4" y="4"/>
                </a:lnTo>
                <a:lnTo>
                  <a:pt x="4" y="3"/>
                </a:lnTo>
                <a:lnTo>
                  <a:pt x="4" y="1"/>
                </a:ln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9" name=""/>
          <p:cNvSpPr/>
          <p:nvPr/>
        </p:nvSpPr>
        <p:spPr>
          <a:xfrm>
            <a:off x="1946880" y="4856760"/>
            <a:ext cx="2520" cy="1080"/>
          </a:xfrm>
          <a:custGeom>
            <a:avLst/>
            <a:gdLst/>
            <a:ahLst/>
            <a:rect l="0" t="0" r="r" b="b"/>
            <a:pathLst>
              <a:path fill="none" w="7" h="3">
                <a:moveTo>
                  <a:pt x="0" y="3"/>
                </a:moveTo>
                <a:lnTo>
                  <a:pt x="3" y="0"/>
                </a:lnTo>
                <a:lnTo>
                  <a:pt x="4" y="0"/>
                </a:lnTo>
                <a:lnTo>
                  <a:pt x="7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0" name=""/>
          <p:cNvSpPr/>
          <p:nvPr/>
        </p:nvSpPr>
        <p:spPr>
          <a:xfrm>
            <a:off x="1951920" y="4856760"/>
            <a:ext cx="4680" cy="2160"/>
          </a:xfrm>
          <a:custGeom>
            <a:avLst/>
            <a:gdLst/>
            <a:ahLst/>
            <a:rect l="0" t="0" r="r" b="b"/>
            <a:pathLst>
              <a:path fill="none" w="13" h="6">
                <a:moveTo>
                  <a:pt x="0" y="0"/>
                </a:moveTo>
                <a:lnTo>
                  <a:pt x="2" y="0"/>
                </a:lnTo>
                <a:lnTo>
                  <a:pt x="4" y="1"/>
                </a:lnTo>
                <a:lnTo>
                  <a:pt x="6" y="2"/>
                </a:lnTo>
                <a:lnTo>
                  <a:pt x="9" y="2"/>
                </a:lnTo>
                <a:lnTo>
                  <a:pt x="10" y="2"/>
                </a:lnTo>
                <a:lnTo>
                  <a:pt x="12" y="4"/>
                </a:lnTo>
                <a:lnTo>
                  <a:pt x="12" y="5"/>
                </a:lnTo>
                <a:lnTo>
                  <a:pt x="13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1" name=""/>
          <p:cNvSpPr/>
          <p:nvPr/>
        </p:nvSpPr>
        <p:spPr>
          <a:xfrm>
            <a:off x="2007720" y="4854960"/>
            <a:ext cx="1440" cy="4320"/>
          </a:xfrm>
          <a:custGeom>
            <a:avLst/>
            <a:gdLst/>
            <a:ahLst/>
            <a:rect l="0" t="0" r="r" b="b"/>
            <a:pathLst>
              <a:path fill="none" w="4" h="12">
                <a:moveTo>
                  <a:pt x="0" y="12"/>
                </a:move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  <a:lnTo>
                  <a:pt x="0" y="5"/>
                </a:lnTo>
                <a:lnTo>
                  <a:pt x="1" y="3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720" rIns="504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2" name=""/>
          <p:cNvSpPr/>
          <p:nvPr/>
        </p:nvSpPr>
        <p:spPr>
          <a:xfrm>
            <a:off x="2008440" y="4855320"/>
            <a:ext cx="1440" cy="3600"/>
          </a:xfrm>
          <a:custGeom>
            <a:avLst/>
            <a:gdLst/>
            <a:ahLst/>
            <a:rect l="0" t="0" r="r" b="b"/>
            <a:pathLst>
              <a:path fill="none" w="4" h="10">
                <a:moveTo>
                  <a:pt x="3" y="0"/>
                </a:moveTo>
                <a:lnTo>
                  <a:pt x="4" y="1"/>
                </a:lnTo>
                <a:lnTo>
                  <a:pt x="4" y="3"/>
                </a:lnTo>
                <a:lnTo>
                  <a:pt x="3" y="4"/>
                </a:lnTo>
                <a:lnTo>
                  <a:pt x="3" y="7"/>
                </a:lnTo>
                <a:lnTo>
                  <a:pt x="1" y="8"/>
                </a:lnTo>
                <a:lnTo>
                  <a:pt x="0" y="1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3" name=""/>
          <p:cNvSpPr/>
          <p:nvPr/>
        </p:nvSpPr>
        <p:spPr>
          <a:xfrm>
            <a:off x="1947960" y="4858920"/>
            <a:ext cx="2520" cy="720"/>
          </a:xfrm>
          <a:custGeom>
            <a:avLst/>
            <a:gdLst/>
            <a:ahLst/>
            <a:rect l="0" t="0" r="r" b="b"/>
            <a:pathLst>
              <a:path fill="none" w="7" h="2">
                <a:moveTo>
                  <a:pt x="7" y="0"/>
                </a:moveTo>
                <a:lnTo>
                  <a:pt x="6" y="0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4" name=""/>
          <p:cNvSpPr/>
          <p:nvPr/>
        </p:nvSpPr>
        <p:spPr>
          <a:xfrm>
            <a:off x="1952280" y="4858920"/>
            <a:ext cx="4320" cy="1080"/>
          </a:xfrm>
          <a:custGeom>
            <a:avLst/>
            <a:gdLst/>
            <a:ahLst/>
            <a:rect l="0" t="0" r="r" b="b"/>
            <a:pathLst>
              <a:path fill="none" w="12" h="3">
                <a:moveTo>
                  <a:pt x="12" y="1"/>
                </a:moveTo>
                <a:lnTo>
                  <a:pt x="11" y="3"/>
                </a:lnTo>
                <a:lnTo>
                  <a:pt x="9" y="3"/>
                </a:lnTo>
                <a:lnTo>
                  <a:pt x="8" y="3"/>
                </a:lnTo>
                <a:lnTo>
                  <a:pt x="5" y="1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5" name=""/>
          <p:cNvSpPr/>
          <p:nvPr/>
        </p:nvSpPr>
        <p:spPr>
          <a:xfrm>
            <a:off x="1944000" y="485820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0" y="7"/>
                </a:moveTo>
                <a:lnTo>
                  <a:pt x="3" y="4"/>
                </a:lnTo>
                <a:lnTo>
                  <a:pt x="4" y="2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6" name=""/>
          <p:cNvSpPr/>
          <p:nvPr/>
        </p:nvSpPr>
        <p:spPr>
          <a:xfrm>
            <a:off x="1945080" y="485964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6" y="0"/>
                </a:moveTo>
                <a:lnTo>
                  <a:pt x="6" y="1"/>
                </a:lnTo>
                <a:lnTo>
                  <a:pt x="4" y="4"/>
                </a:lnTo>
                <a:lnTo>
                  <a:pt x="2" y="5"/>
                </a:lnTo>
                <a:lnTo>
                  <a:pt x="1" y="6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7" name=""/>
          <p:cNvSpPr/>
          <p:nvPr/>
        </p:nvSpPr>
        <p:spPr>
          <a:xfrm flipV="1">
            <a:off x="2082600" y="48625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8" name=""/>
          <p:cNvSpPr/>
          <p:nvPr/>
        </p:nvSpPr>
        <p:spPr>
          <a:xfrm>
            <a:off x="2082240" y="48628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9" name=""/>
          <p:cNvSpPr/>
          <p:nvPr/>
        </p:nvSpPr>
        <p:spPr>
          <a:xfrm>
            <a:off x="2080800" y="486252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0"/>
                </a:moveTo>
                <a:lnTo>
                  <a:pt x="5" y="0"/>
                </a:lnTo>
                <a:lnTo>
                  <a:pt x="3" y="0"/>
                </a:lnTo>
                <a:lnTo>
                  <a:pt x="1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0" name=""/>
          <p:cNvSpPr/>
          <p:nvPr/>
        </p:nvSpPr>
        <p:spPr>
          <a:xfrm>
            <a:off x="2080800" y="486324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5" y="0"/>
                </a:moveTo>
                <a:lnTo>
                  <a:pt x="4" y="0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1" name=""/>
          <p:cNvSpPr/>
          <p:nvPr/>
        </p:nvSpPr>
        <p:spPr>
          <a:xfrm>
            <a:off x="2138040" y="4841280"/>
            <a:ext cx="23040" cy="30960"/>
          </a:xfrm>
          <a:custGeom>
            <a:avLst/>
            <a:gdLst/>
            <a:ahLst/>
            <a:rect l="0" t="0" r="r" b="b"/>
            <a:pathLst>
              <a:path fill="none" w="64" h="86">
                <a:moveTo>
                  <a:pt x="0" y="86"/>
                </a:moveTo>
                <a:lnTo>
                  <a:pt x="1" y="84"/>
                </a:lnTo>
                <a:lnTo>
                  <a:pt x="2" y="82"/>
                </a:lnTo>
                <a:lnTo>
                  <a:pt x="5" y="78"/>
                </a:lnTo>
                <a:lnTo>
                  <a:pt x="7" y="75"/>
                </a:lnTo>
                <a:lnTo>
                  <a:pt x="10" y="71"/>
                </a:lnTo>
                <a:lnTo>
                  <a:pt x="12" y="68"/>
                </a:lnTo>
                <a:lnTo>
                  <a:pt x="15" y="64"/>
                </a:lnTo>
                <a:lnTo>
                  <a:pt x="18" y="60"/>
                </a:lnTo>
                <a:lnTo>
                  <a:pt x="21" y="57"/>
                </a:lnTo>
                <a:lnTo>
                  <a:pt x="24" y="52"/>
                </a:lnTo>
                <a:lnTo>
                  <a:pt x="28" y="48"/>
                </a:lnTo>
                <a:lnTo>
                  <a:pt x="31" y="44"/>
                </a:lnTo>
                <a:lnTo>
                  <a:pt x="34" y="40"/>
                </a:lnTo>
                <a:lnTo>
                  <a:pt x="36" y="35"/>
                </a:lnTo>
                <a:lnTo>
                  <a:pt x="39" y="31"/>
                </a:lnTo>
                <a:lnTo>
                  <a:pt x="42" y="28"/>
                </a:lnTo>
                <a:lnTo>
                  <a:pt x="47" y="23"/>
                </a:lnTo>
                <a:lnTo>
                  <a:pt x="50" y="18"/>
                </a:lnTo>
                <a:lnTo>
                  <a:pt x="52" y="15"/>
                </a:lnTo>
                <a:lnTo>
                  <a:pt x="55" y="11"/>
                </a:lnTo>
                <a:lnTo>
                  <a:pt x="57" y="8"/>
                </a:lnTo>
                <a:lnTo>
                  <a:pt x="59" y="6"/>
                </a:lnTo>
                <a:lnTo>
                  <a:pt x="62" y="2"/>
                </a:lnTo>
                <a:lnTo>
                  <a:pt x="6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2" name=""/>
          <p:cNvSpPr/>
          <p:nvPr/>
        </p:nvSpPr>
        <p:spPr>
          <a:xfrm>
            <a:off x="2074680" y="48798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3" name=""/>
          <p:cNvSpPr/>
          <p:nvPr/>
        </p:nvSpPr>
        <p:spPr>
          <a:xfrm>
            <a:off x="2074320" y="48790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1"/>
                </a:move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0" y="4"/>
                </a:lnTo>
                <a:lnTo>
                  <a:pt x="2" y="4"/>
                </a:lnTo>
                <a:lnTo>
                  <a:pt x="3" y="3"/>
                </a:lnTo>
                <a:lnTo>
                  <a:pt x="3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4" name=""/>
          <p:cNvSpPr/>
          <p:nvPr/>
        </p:nvSpPr>
        <p:spPr>
          <a:xfrm>
            <a:off x="2063160" y="49017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5" name=""/>
          <p:cNvSpPr/>
          <p:nvPr/>
        </p:nvSpPr>
        <p:spPr>
          <a:xfrm>
            <a:off x="2062800" y="4902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6" name=""/>
          <p:cNvSpPr/>
          <p:nvPr/>
        </p:nvSpPr>
        <p:spPr>
          <a:xfrm>
            <a:off x="1899720" y="4874760"/>
            <a:ext cx="3600" cy="39600"/>
          </a:xfrm>
          <a:custGeom>
            <a:avLst/>
            <a:gdLst/>
            <a:ahLst/>
            <a:rect l="0" t="0" r="r" b="b"/>
            <a:pathLst>
              <a:path fill="none" w="10" h="110">
                <a:moveTo>
                  <a:pt x="4" y="0"/>
                </a:moveTo>
                <a:lnTo>
                  <a:pt x="3" y="4"/>
                </a:lnTo>
                <a:lnTo>
                  <a:pt x="3" y="7"/>
                </a:lnTo>
                <a:lnTo>
                  <a:pt x="1" y="14"/>
                </a:lnTo>
                <a:lnTo>
                  <a:pt x="1" y="20"/>
                </a:lnTo>
                <a:lnTo>
                  <a:pt x="1" y="24"/>
                </a:lnTo>
                <a:lnTo>
                  <a:pt x="1" y="29"/>
                </a:lnTo>
                <a:lnTo>
                  <a:pt x="0" y="36"/>
                </a:lnTo>
                <a:lnTo>
                  <a:pt x="0" y="40"/>
                </a:lnTo>
                <a:lnTo>
                  <a:pt x="0" y="44"/>
                </a:lnTo>
                <a:lnTo>
                  <a:pt x="0" y="50"/>
                </a:lnTo>
                <a:lnTo>
                  <a:pt x="0" y="56"/>
                </a:lnTo>
                <a:lnTo>
                  <a:pt x="1" y="62"/>
                </a:lnTo>
                <a:lnTo>
                  <a:pt x="3" y="69"/>
                </a:lnTo>
                <a:lnTo>
                  <a:pt x="3" y="72"/>
                </a:lnTo>
                <a:lnTo>
                  <a:pt x="3" y="77"/>
                </a:lnTo>
                <a:lnTo>
                  <a:pt x="4" y="82"/>
                </a:lnTo>
                <a:lnTo>
                  <a:pt x="5" y="86"/>
                </a:lnTo>
                <a:lnTo>
                  <a:pt x="6" y="91"/>
                </a:lnTo>
                <a:lnTo>
                  <a:pt x="6" y="97"/>
                </a:lnTo>
                <a:lnTo>
                  <a:pt x="7" y="100"/>
                </a:lnTo>
                <a:lnTo>
                  <a:pt x="8" y="103"/>
                </a:lnTo>
                <a:lnTo>
                  <a:pt x="9" y="106"/>
                </a:lnTo>
                <a:lnTo>
                  <a:pt x="10" y="11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7" name=""/>
          <p:cNvSpPr/>
          <p:nvPr/>
        </p:nvSpPr>
        <p:spPr>
          <a:xfrm>
            <a:off x="2039040" y="4915080"/>
            <a:ext cx="720" cy="3600"/>
          </a:xfrm>
          <a:custGeom>
            <a:avLst/>
            <a:gdLst/>
            <a:ahLst/>
            <a:rect l="0" t="0" r="r" b="b"/>
            <a:pathLst>
              <a:path fill="none" w="2" h="10">
                <a:moveTo>
                  <a:pt x="2" y="10"/>
                </a:moveTo>
                <a:lnTo>
                  <a:pt x="0" y="10"/>
                </a:lnTo>
                <a:lnTo>
                  <a:pt x="0" y="8"/>
                </a:lnTo>
                <a:lnTo>
                  <a:pt x="0" y="3"/>
                </a:lnTo>
                <a:lnTo>
                  <a:pt x="2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8" name=""/>
          <p:cNvSpPr/>
          <p:nvPr/>
        </p:nvSpPr>
        <p:spPr>
          <a:xfrm>
            <a:off x="2040120" y="4915080"/>
            <a:ext cx="720" cy="3600"/>
          </a:xfrm>
          <a:custGeom>
            <a:avLst/>
            <a:gdLst/>
            <a:ahLst/>
            <a:rect l="0" t="0" r="r" b="b"/>
            <a:pathLst>
              <a:path fill="none" w="2" h="10">
                <a:moveTo>
                  <a:pt x="0" y="0"/>
                </a:moveTo>
                <a:lnTo>
                  <a:pt x="2" y="1"/>
                </a:lnTo>
                <a:lnTo>
                  <a:pt x="2" y="2"/>
                </a:lnTo>
                <a:lnTo>
                  <a:pt x="2" y="4"/>
                </a:lnTo>
                <a:lnTo>
                  <a:pt x="2" y="6"/>
                </a:lnTo>
                <a:lnTo>
                  <a:pt x="2" y="8"/>
                </a:lnTo>
                <a:lnTo>
                  <a:pt x="2" y="10"/>
                </a:lnTo>
                <a:lnTo>
                  <a:pt x="0" y="1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9" name=""/>
          <p:cNvSpPr/>
          <p:nvPr/>
        </p:nvSpPr>
        <p:spPr>
          <a:xfrm>
            <a:off x="2039040" y="492048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0" y="5"/>
                </a:moveTo>
                <a:lnTo>
                  <a:pt x="1" y="4"/>
                </a:lnTo>
                <a:lnTo>
                  <a:pt x="2" y="1"/>
                </a:lnTo>
                <a:lnTo>
                  <a:pt x="4" y="0"/>
                </a:lnTo>
                <a:lnTo>
                  <a:pt x="5" y="0"/>
                </a:lnTo>
                <a:lnTo>
                  <a:pt x="6" y="1"/>
                </a:lnTo>
                <a:lnTo>
                  <a:pt x="7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0" name=""/>
          <p:cNvSpPr/>
          <p:nvPr/>
        </p:nvSpPr>
        <p:spPr>
          <a:xfrm>
            <a:off x="2039400" y="492264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0"/>
                </a:moveTo>
                <a:lnTo>
                  <a:pt x="6" y="3"/>
                </a:lnTo>
                <a:lnTo>
                  <a:pt x="5" y="5"/>
                </a:lnTo>
                <a:lnTo>
                  <a:pt x="4" y="5"/>
                </a:lnTo>
                <a:lnTo>
                  <a:pt x="2" y="5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1" name=""/>
          <p:cNvSpPr/>
          <p:nvPr/>
        </p:nvSpPr>
        <p:spPr>
          <a:xfrm>
            <a:off x="2037600" y="4922640"/>
            <a:ext cx="720" cy="2520"/>
          </a:xfrm>
          <a:custGeom>
            <a:avLst/>
            <a:gdLst/>
            <a:ahLst/>
            <a:rect l="0" t="0" r="r" b="b"/>
            <a:pathLst>
              <a:path fill="none" w="2" h="7">
                <a:moveTo>
                  <a:pt x="2" y="7"/>
                </a:moveTo>
                <a:lnTo>
                  <a:pt x="0" y="7"/>
                </a:lnTo>
                <a:lnTo>
                  <a:pt x="0" y="5"/>
                </a:lnTo>
                <a:lnTo>
                  <a:pt x="0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2" name=""/>
          <p:cNvSpPr/>
          <p:nvPr/>
        </p:nvSpPr>
        <p:spPr>
          <a:xfrm>
            <a:off x="2036160" y="492516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1" y="7"/>
                </a:moveTo>
                <a:lnTo>
                  <a:pt x="0" y="5"/>
                </a:lnTo>
                <a:lnTo>
                  <a:pt x="0" y="3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5" y="2"/>
                </a:lnTo>
                <a:lnTo>
                  <a:pt x="5" y="3"/>
                </a:lnTo>
                <a:lnTo>
                  <a:pt x="6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3" name=""/>
          <p:cNvSpPr/>
          <p:nvPr/>
        </p:nvSpPr>
        <p:spPr>
          <a:xfrm>
            <a:off x="2033640" y="492804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0" y="5"/>
                </a:moveTo>
                <a:lnTo>
                  <a:pt x="0" y="3"/>
                </a:lnTo>
                <a:lnTo>
                  <a:pt x="1" y="2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4" name=""/>
          <p:cNvSpPr/>
          <p:nvPr/>
        </p:nvSpPr>
        <p:spPr>
          <a:xfrm>
            <a:off x="2040480" y="4925880"/>
            <a:ext cx="1440" cy="3960"/>
          </a:xfrm>
          <a:custGeom>
            <a:avLst/>
            <a:gdLst/>
            <a:ahLst/>
            <a:rect l="0" t="0" r="r" b="b"/>
            <a:pathLst>
              <a:path fill="none" w="4" h="11">
                <a:moveTo>
                  <a:pt x="0" y="0"/>
                </a:moveTo>
                <a:lnTo>
                  <a:pt x="2" y="1"/>
                </a:lnTo>
                <a:lnTo>
                  <a:pt x="2" y="3"/>
                </a:lnTo>
                <a:lnTo>
                  <a:pt x="4" y="6"/>
                </a:lnTo>
                <a:lnTo>
                  <a:pt x="4" y="7"/>
                </a:lnTo>
                <a:lnTo>
                  <a:pt x="2" y="8"/>
                </a:lnTo>
                <a:lnTo>
                  <a:pt x="2" y="9"/>
                </a:lnTo>
                <a:lnTo>
                  <a:pt x="0" y="1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5" name=""/>
          <p:cNvSpPr/>
          <p:nvPr/>
        </p:nvSpPr>
        <p:spPr>
          <a:xfrm>
            <a:off x="2037240" y="4932360"/>
            <a:ext cx="3960" cy="1440"/>
          </a:xfrm>
          <a:custGeom>
            <a:avLst/>
            <a:gdLst/>
            <a:ahLst/>
            <a:rect l="0" t="0" r="r" b="b"/>
            <a:pathLst>
              <a:path fill="none" w="11" h="4">
                <a:moveTo>
                  <a:pt x="0" y="1"/>
                </a:moveTo>
                <a:lnTo>
                  <a:pt x="2" y="1"/>
                </a:lnTo>
                <a:lnTo>
                  <a:pt x="4" y="0"/>
                </a:lnTo>
                <a:lnTo>
                  <a:pt x="6" y="0"/>
                </a:lnTo>
                <a:lnTo>
                  <a:pt x="8" y="1"/>
                </a:lnTo>
                <a:lnTo>
                  <a:pt x="11" y="3"/>
                </a:lnTo>
                <a:lnTo>
                  <a:pt x="11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6" name=""/>
          <p:cNvSpPr/>
          <p:nvPr/>
        </p:nvSpPr>
        <p:spPr>
          <a:xfrm>
            <a:off x="2037600" y="4933440"/>
            <a:ext cx="3240" cy="1440"/>
          </a:xfrm>
          <a:custGeom>
            <a:avLst/>
            <a:gdLst/>
            <a:ahLst/>
            <a:rect l="0" t="0" r="r" b="b"/>
            <a:pathLst>
              <a:path fill="none" w="9" h="4">
                <a:moveTo>
                  <a:pt x="9" y="3"/>
                </a:moveTo>
                <a:lnTo>
                  <a:pt x="7" y="4"/>
                </a:lnTo>
                <a:lnTo>
                  <a:pt x="6" y="4"/>
                </a:lnTo>
                <a:lnTo>
                  <a:pt x="4" y="4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7" name=""/>
          <p:cNvSpPr/>
          <p:nvPr/>
        </p:nvSpPr>
        <p:spPr>
          <a:xfrm>
            <a:off x="2043720" y="49370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8" name=""/>
          <p:cNvSpPr/>
          <p:nvPr/>
        </p:nvSpPr>
        <p:spPr>
          <a:xfrm>
            <a:off x="2031840" y="49885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1"/>
                </a:move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9" name=""/>
          <p:cNvSpPr/>
          <p:nvPr/>
        </p:nvSpPr>
        <p:spPr>
          <a:xfrm>
            <a:off x="2031840" y="49921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2" y="0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0" name=""/>
          <p:cNvSpPr/>
          <p:nvPr/>
        </p:nvSpPr>
        <p:spPr>
          <a:xfrm>
            <a:off x="2024280" y="4992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2" y="4"/>
                </a:lnTo>
                <a:lnTo>
                  <a:pt x="4" y="4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1" name=""/>
          <p:cNvSpPr/>
          <p:nvPr/>
        </p:nvSpPr>
        <p:spPr>
          <a:xfrm>
            <a:off x="2016360" y="4997520"/>
            <a:ext cx="34560" cy="12600"/>
          </a:xfrm>
          <a:custGeom>
            <a:avLst/>
            <a:gdLst/>
            <a:ahLst/>
            <a:rect l="0" t="0" r="r" b="b"/>
            <a:pathLst>
              <a:path fill="none" w="96" h="35">
                <a:moveTo>
                  <a:pt x="0" y="35"/>
                </a:moveTo>
                <a:lnTo>
                  <a:pt x="5" y="34"/>
                </a:lnTo>
                <a:lnTo>
                  <a:pt x="11" y="32"/>
                </a:lnTo>
                <a:lnTo>
                  <a:pt x="17" y="31"/>
                </a:lnTo>
                <a:lnTo>
                  <a:pt x="24" y="29"/>
                </a:lnTo>
                <a:lnTo>
                  <a:pt x="28" y="28"/>
                </a:lnTo>
                <a:lnTo>
                  <a:pt x="33" y="26"/>
                </a:lnTo>
                <a:lnTo>
                  <a:pt x="39" y="25"/>
                </a:lnTo>
                <a:lnTo>
                  <a:pt x="45" y="23"/>
                </a:lnTo>
                <a:lnTo>
                  <a:pt x="51" y="21"/>
                </a:lnTo>
                <a:lnTo>
                  <a:pt x="58" y="19"/>
                </a:lnTo>
                <a:lnTo>
                  <a:pt x="64" y="17"/>
                </a:lnTo>
                <a:lnTo>
                  <a:pt x="68" y="15"/>
                </a:lnTo>
                <a:lnTo>
                  <a:pt x="72" y="14"/>
                </a:lnTo>
                <a:lnTo>
                  <a:pt x="76" y="12"/>
                </a:lnTo>
                <a:lnTo>
                  <a:pt x="81" y="9"/>
                </a:lnTo>
                <a:lnTo>
                  <a:pt x="84" y="6"/>
                </a:lnTo>
                <a:lnTo>
                  <a:pt x="89" y="4"/>
                </a:lnTo>
                <a:lnTo>
                  <a:pt x="93" y="2"/>
                </a:lnTo>
                <a:lnTo>
                  <a:pt x="9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2" name=""/>
          <p:cNvSpPr txBox="1"/>
          <p:nvPr/>
        </p:nvSpPr>
        <p:spPr>
          <a:xfrm>
            <a:off x="855360" y="2647080"/>
            <a:ext cx="87624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404040"/>
                </a:solidFill>
                <a:effectLst/>
                <a:uFillTx/>
                <a:latin typeface="Arial"/>
                <a:ea typeface="Arial"/>
              </a:rPr>
              <a:t>46% within support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3" name=""/>
          <p:cNvSpPr/>
          <p:nvPr/>
        </p:nvSpPr>
        <p:spPr>
          <a:xfrm>
            <a:off x="4474440" y="1480320"/>
            <a:ext cx="68040" cy="60120"/>
          </a:xfrm>
          <a:custGeom>
            <a:avLst/>
            <a:gdLst/>
            <a:ahLst/>
            <a:rect l="0" t="0" r="r" b="b"/>
            <a:pathLst>
              <a:path w="189" h="167">
                <a:moveTo>
                  <a:pt x="114" y="2"/>
                </a:moveTo>
                <a:lnTo>
                  <a:pt x="115" y="2"/>
                </a:lnTo>
                <a:lnTo>
                  <a:pt x="115" y="3"/>
                </a:lnTo>
                <a:lnTo>
                  <a:pt x="116" y="3"/>
                </a:lnTo>
                <a:lnTo>
                  <a:pt x="115" y="3"/>
                </a:lnTo>
                <a:lnTo>
                  <a:pt x="115" y="4"/>
                </a:lnTo>
                <a:lnTo>
                  <a:pt x="116" y="4"/>
                </a:lnTo>
                <a:lnTo>
                  <a:pt x="115" y="6"/>
                </a:lnTo>
                <a:lnTo>
                  <a:pt x="114" y="6"/>
                </a:lnTo>
                <a:lnTo>
                  <a:pt x="114" y="8"/>
                </a:lnTo>
                <a:lnTo>
                  <a:pt x="114" y="9"/>
                </a:lnTo>
                <a:lnTo>
                  <a:pt x="114" y="10"/>
                </a:lnTo>
                <a:lnTo>
                  <a:pt x="115" y="10"/>
                </a:lnTo>
                <a:lnTo>
                  <a:pt x="115" y="11"/>
                </a:lnTo>
                <a:lnTo>
                  <a:pt x="116" y="12"/>
                </a:lnTo>
                <a:lnTo>
                  <a:pt x="116" y="13"/>
                </a:lnTo>
                <a:lnTo>
                  <a:pt x="117" y="14"/>
                </a:lnTo>
                <a:lnTo>
                  <a:pt x="118" y="14"/>
                </a:lnTo>
                <a:lnTo>
                  <a:pt x="117" y="14"/>
                </a:lnTo>
                <a:lnTo>
                  <a:pt x="117" y="15"/>
                </a:lnTo>
                <a:lnTo>
                  <a:pt x="117" y="16"/>
                </a:lnTo>
                <a:lnTo>
                  <a:pt x="118" y="16"/>
                </a:lnTo>
                <a:lnTo>
                  <a:pt x="119" y="17"/>
                </a:lnTo>
                <a:lnTo>
                  <a:pt x="121" y="17"/>
                </a:lnTo>
                <a:lnTo>
                  <a:pt x="121" y="18"/>
                </a:lnTo>
                <a:lnTo>
                  <a:pt x="121" y="19"/>
                </a:lnTo>
                <a:lnTo>
                  <a:pt x="122" y="19"/>
                </a:lnTo>
                <a:lnTo>
                  <a:pt x="122" y="18"/>
                </a:lnTo>
                <a:lnTo>
                  <a:pt x="123" y="19"/>
                </a:lnTo>
                <a:lnTo>
                  <a:pt x="124" y="20"/>
                </a:lnTo>
                <a:lnTo>
                  <a:pt x="125" y="21"/>
                </a:lnTo>
                <a:lnTo>
                  <a:pt x="125" y="22"/>
                </a:lnTo>
                <a:lnTo>
                  <a:pt x="125" y="23"/>
                </a:lnTo>
                <a:lnTo>
                  <a:pt x="126" y="22"/>
                </a:lnTo>
                <a:lnTo>
                  <a:pt x="127" y="22"/>
                </a:lnTo>
                <a:lnTo>
                  <a:pt x="128" y="23"/>
                </a:lnTo>
                <a:lnTo>
                  <a:pt x="129" y="23"/>
                </a:lnTo>
                <a:lnTo>
                  <a:pt x="130" y="23"/>
                </a:lnTo>
                <a:lnTo>
                  <a:pt x="130" y="24"/>
                </a:lnTo>
                <a:lnTo>
                  <a:pt x="132" y="25"/>
                </a:lnTo>
                <a:lnTo>
                  <a:pt x="132" y="26"/>
                </a:lnTo>
                <a:lnTo>
                  <a:pt x="132" y="27"/>
                </a:lnTo>
                <a:lnTo>
                  <a:pt x="133" y="27"/>
                </a:lnTo>
                <a:lnTo>
                  <a:pt x="134" y="27"/>
                </a:lnTo>
                <a:lnTo>
                  <a:pt x="134" y="28"/>
                </a:lnTo>
                <a:lnTo>
                  <a:pt x="133" y="29"/>
                </a:lnTo>
                <a:lnTo>
                  <a:pt x="134" y="29"/>
                </a:lnTo>
                <a:lnTo>
                  <a:pt x="135" y="29"/>
                </a:lnTo>
                <a:lnTo>
                  <a:pt x="136" y="29"/>
                </a:lnTo>
                <a:lnTo>
                  <a:pt x="136" y="30"/>
                </a:lnTo>
                <a:lnTo>
                  <a:pt x="136" y="31"/>
                </a:lnTo>
                <a:lnTo>
                  <a:pt x="136" y="32"/>
                </a:lnTo>
                <a:lnTo>
                  <a:pt x="137" y="33"/>
                </a:lnTo>
                <a:lnTo>
                  <a:pt x="138" y="34"/>
                </a:lnTo>
                <a:lnTo>
                  <a:pt x="139" y="35"/>
                </a:lnTo>
                <a:lnTo>
                  <a:pt x="140" y="36"/>
                </a:lnTo>
                <a:lnTo>
                  <a:pt x="141" y="37"/>
                </a:lnTo>
                <a:lnTo>
                  <a:pt x="142" y="37"/>
                </a:lnTo>
                <a:lnTo>
                  <a:pt x="143" y="37"/>
                </a:lnTo>
                <a:lnTo>
                  <a:pt x="145" y="38"/>
                </a:lnTo>
                <a:lnTo>
                  <a:pt x="146" y="37"/>
                </a:lnTo>
                <a:lnTo>
                  <a:pt x="147" y="37"/>
                </a:lnTo>
                <a:lnTo>
                  <a:pt x="148" y="37"/>
                </a:lnTo>
                <a:lnTo>
                  <a:pt x="149" y="37"/>
                </a:lnTo>
                <a:lnTo>
                  <a:pt x="150" y="37"/>
                </a:lnTo>
                <a:lnTo>
                  <a:pt x="152" y="36"/>
                </a:lnTo>
                <a:lnTo>
                  <a:pt x="153" y="36"/>
                </a:lnTo>
                <a:lnTo>
                  <a:pt x="153" y="37"/>
                </a:lnTo>
                <a:lnTo>
                  <a:pt x="155" y="37"/>
                </a:lnTo>
                <a:lnTo>
                  <a:pt x="160" y="37"/>
                </a:lnTo>
                <a:lnTo>
                  <a:pt x="161" y="38"/>
                </a:lnTo>
                <a:lnTo>
                  <a:pt x="162" y="38"/>
                </a:lnTo>
                <a:lnTo>
                  <a:pt x="163" y="39"/>
                </a:lnTo>
                <a:lnTo>
                  <a:pt x="164" y="39"/>
                </a:lnTo>
                <a:lnTo>
                  <a:pt x="165" y="40"/>
                </a:lnTo>
                <a:lnTo>
                  <a:pt x="166" y="39"/>
                </a:lnTo>
                <a:lnTo>
                  <a:pt x="167" y="40"/>
                </a:lnTo>
                <a:lnTo>
                  <a:pt x="168" y="41"/>
                </a:lnTo>
                <a:lnTo>
                  <a:pt x="169" y="41"/>
                </a:lnTo>
                <a:lnTo>
                  <a:pt x="171" y="41"/>
                </a:lnTo>
                <a:lnTo>
                  <a:pt x="172" y="41"/>
                </a:lnTo>
                <a:lnTo>
                  <a:pt x="173" y="41"/>
                </a:lnTo>
                <a:lnTo>
                  <a:pt x="173" y="40"/>
                </a:lnTo>
                <a:lnTo>
                  <a:pt x="174" y="40"/>
                </a:lnTo>
                <a:lnTo>
                  <a:pt x="175" y="40"/>
                </a:lnTo>
                <a:lnTo>
                  <a:pt x="176" y="40"/>
                </a:lnTo>
                <a:lnTo>
                  <a:pt x="177" y="39"/>
                </a:lnTo>
                <a:lnTo>
                  <a:pt x="178" y="39"/>
                </a:lnTo>
                <a:lnTo>
                  <a:pt x="180" y="38"/>
                </a:lnTo>
                <a:lnTo>
                  <a:pt x="181" y="39"/>
                </a:lnTo>
                <a:lnTo>
                  <a:pt x="183" y="40"/>
                </a:lnTo>
                <a:lnTo>
                  <a:pt x="185" y="40"/>
                </a:lnTo>
                <a:lnTo>
                  <a:pt x="186" y="39"/>
                </a:lnTo>
                <a:lnTo>
                  <a:pt x="187" y="40"/>
                </a:lnTo>
                <a:lnTo>
                  <a:pt x="188" y="40"/>
                </a:lnTo>
                <a:lnTo>
                  <a:pt x="189" y="41"/>
                </a:lnTo>
                <a:lnTo>
                  <a:pt x="189" y="42"/>
                </a:lnTo>
                <a:lnTo>
                  <a:pt x="188" y="42"/>
                </a:lnTo>
                <a:lnTo>
                  <a:pt x="188" y="43"/>
                </a:lnTo>
                <a:lnTo>
                  <a:pt x="188" y="44"/>
                </a:lnTo>
                <a:lnTo>
                  <a:pt x="187" y="44"/>
                </a:lnTo>
                <a:lnTo>
                  <a:pt x="186" y="44"/>
                </a:lnTo>
                <a:lnTo>
                  <a:pt x="186" y="43"/>
                </a:lnTo>
                <a:lnTo>
                  <a:pt x="185" y="43"/>
                </a:lnTo>
                <a:lnTo>
                  <a:pt x="185" y="42"/>
                </a:lnTo>
                <a:lnTo>
                  <a:pt x="184" y="42"/>
                </a:lnTo>
                <a:lnTo>
                  <a:pt x="183" y="42"/>
                </a:lnTo>
                <a:lnTo>
                  <a:pt x="183" y="43"/>
                </a:lnTo>
                <a:lnTo>
                  <a:pt x="184" y="44"/>
                </a:lnTo>
                <a:lnTo>
                  <a:pt x="183" y="44"/>
                </a:lnTo>
                <a:lnTo>
                  <a:pt x="183" y="45"/>
                </a:lnTo>
                <a:lnTo>
                  <a:pt x="182" y="45"/>
                </a:lnTo>
                <a:lnTo>
                  <a:pt x="182" y="44"/>
                </a:lnTo>
                <a:lnTo>
                  <a:pt x="181" y="44"/>
                </a:lnTo>
                <a:lnTo>
                  <a:pt x="181" y="43"/>
                </a:lnTo>
                <a:lnTo>
                  <a:pt x="181" y="44"/>
                </a:lnTo>
                <a:lnTo>
                  <a:pt x="181" y="45"/>
                </a:lnTo>
                <a:lnTo>
                  <a:pt x="181" y="46"/>
                </a:lnTo>
                <a:lnTo>
                  <a:pt x="180" y="46"/>
                </a:lnTo>
                <a:lnTo>
                  <a:pt x="180" y="47"/>
                </a:lnTo>
                <a:lnTo>
                  <a:pt x="181" y="49"/>
                </a:lnTo>
                <a:lnTo>
                  <a:pt x="182" y="49"/>
                </a:lnTo>
                <a:lnTo>
                  <a:pt x="182" y="50"/>
                </a:lnTo>
                <a:lnTo>
                  <a:pt x="181" y="50"/>
                </a:lnTo>
                <a:lnTo>
                  <a:pt x="181" y="51"/>
                </a:lnTo>
                <a:lnTo>
                  <a:pt x="180" y="50"/>
                </a:lnTo>
                <a:lnTo>
                  <a:pt x="179" y="50"/>
                </a:lnTo>
                <a:lnTo>
                  <a:pt x="178" y="51"/>
                </a:lnTo>
                <a:lnTo>
                  <a:pt x="177" y="51"/>
                </a:lnTo>
                <a:lnTo>
                  <a:pt x="175" y="50"/>
                </a:lnTo>
                <a:lnTo>
                  <a:pt x="174" y="49"/>
                </a:lnTo>
                <a:lnTo>
                  <a:pt x="173" y="49"/>
                </a:lnTo>
                <a:lnTo>
                  <a:pt x="172" y="50"/>
                </a:lnTo>
                <a:lnTo>
                  <a:pt x="171" y="50"/>
                </a:lnTo>
                <a:lnTo>
                  <a:pt x="170" y="51"/>
                </a:lnTo>
                <a:lnTo>
                  <a:pt x="169" y="51"/>
                </a:lnTo>
                <a:lnTo>
                  <a:pt x="168" y="51"/>
                </a:lnTo>
                <a:lnTo>
                  <a:pt x="167" y="51"/>
                </a:lnTo>
                <a:lnTo>
                  <a:pt x="165" y="53"/>
                </a:lnTo>
                <a:lnTo>
                  <a:pt x="166" y="55"/>
                </a:lnTo>
                <a:lnTo>
                  <a:pt x="166" y="56"/>
                </a:lnTo>
                <a:lnTo>
                  <a:pt x="167" y="56"/>
                </a:lnTo>
                <a:lnTo>
                  <a:pt x="165" y="56"/>
                </a:lnTo>
                <a:lnTo>
                  <a:pt x="164" y="56"/>
                </a:lnTo>
                <a:lnTo>
                  <a:pt x="163" y="56"/>
                </a:lnTo>
                <a:lnTo>
                  <a:pt x="162" y="56"/>
                </a:lnTo>
                <a:lnTo>
                  <a:pt x="162" y="58"/>
                </a:lnTo>
                <a:lnTo>
                  <a:pt x="163" y="58"/>
                </a:lnTo>
                <a:lnTo>
                  <a:pt x="163" y="59"/>
                </a:lnTo>
                <a:lnTo>
                  <a:pt x="163" y="60"/>
                </a:lnTo>
                <a:lnTo>
                  <a:pt x="164" y="61"/>
                </a:lnTo>
                <a:lnTo>
                  <a:pt x="164" y="62"/>
                </a:lnTo>
                <a:lnTo>
                  <a:pt x="165" y="62"/>
                </a:lnTo>
                <a:lnTo>
                  <a:pt x="166" y="64"/>
                </a:lnTo>
                <a:lnTo>
                  <a:pt x="165" y="65"/>
                </a:lnTo>
                <a:lnTo>
                  <a:pt x="164" y="66"/>
                </a:lnTo>
                <a:lnTo>
                  <a:pt x="164" y="68"/>
                </a:lnTo>
                <a:lnTo>
                  <a:pt x="163" y="69"/>
                </a:lnTo>
                <a:lnTo>
                  <a:pt x="163" y="70"/>
                </a:lnTo>
                <a:lnTo>
                  <a:pt x="163" y="71"/>
                </a:lnTo>
                <a:lnTo>
                  <a:pt x="164" y="71"/>
                </a:lnTo>
                <a:lnTo>
                  <a:pt x="165" y="71"/>
                </a:lnTo>
                <a:lnTo>
                  <a:pt x="165" y="72"/>
                </a:lnTo>
                <a:lnTo>
                  <a:pt x="166" y="72"/>
                </a:lnTo>
                <a:lnTo>
                  <a:pt x="166" y="73"/>
                </a:lnTo>
                <a:lnTo>
                  <a:pt x="166" y="74"/>
                </a:lnTo>
                <a:lnTo>
                  <a:pt x="167" y="74"/>
                </a:lnTo>
                <a:lnTo>
                  <a:pt x="167" y="75"/>
                </a:lnTo>
                <a:lnTo>
                  <a:pt x="168" y="75"/>
                </a:lnTo>
                <a:lnTo>
                  <a:pt x="167" y="75"/>
                </a:lnTo>
                <a:lnTo>
                  <a:pt x="167" y="76"/>
                </a:lnTo>
                <a:lnTo>
                  <a:pt x="168" y="77"/>
                </a:lnTo>
                <a:lnTo>
                  <a:pt x="169" y="78"/>
                </a:lnTo>
                <a:lnTo>
                  <a:pt x="169" y="79"/>
                </a:lnTo>
                <a:lnTo>
                  <a:pt x="169" y="80"/>
                </a:lnTo>
                <a:lnTo>
                  <a:pt x="170" y="80"/>
                </a:lnTo>
                <a:lnTo>
                  <a:pt x="171" y="80"/>
                </a:lnTo>
                <a:lnTo>
                  <a:pt x="172" y="80"/>
                </a:lnTo>
                <a:lnTo>
                  <a:pt x="172" y="79"/>
                </a:lnTo>
                <a:lnTo>
                  <a:pt x="173" y="79"/>
                </a:lnTo>
                <a:lnTo>
                  <a:pt x="173" y="80"/>
                </a:lnTo>
                <a:lnTo>
                  <a:pt x="173" y="81"/>
                </a:lnTo>
                <a:lnTo>
                  <a:pt x="174" y="82"/>
                </a:lnTo>
                <a:lnTo>
                  <a:pt x="174" y="83"/>
                </a:lnTo>
                <a:lnTo>
                  <a:pt x="173" y="83"/>
                </a:lnTo>
                <a:lnTo>
                  <a:pt x="174" y="83"/>
                </a:lnTo>
                <a:lnTo>
                  <a:pt x="174" y="84"/>
                </a:lnTo>
                <a:lnTo>
                  <a:pt x="174" y="85"/>
                </a:lnTo>
                <a:lnTo>
                  <a:pt x="175" y="85"/>
                </a:lnTo>
                <a:lnTo>
                  <a:pt x="176" y="85"/>
                </a:lnTo>
                <a:lnTo>
                  <a:pt x="177" y="85"/>
                </a:lnTo>
                <a:lnTo>
                  <a:pt x="178" y="85"/>
                </a:lnTo>
                <a:lnTo>
                  <a:pt x="178" y="86"/>
                </a:lnTo>
                <a:lnTo>
                  <a:pt x="177" y="86"/>
                </a:lnTo>
                <a:lnTo>
                  <a:pt x="177" y="87"/>
                </a:lnTo>
                <a:lnTo>
                  <a:pt x="178" y="88"/>
                </a:lnTo>
                <a:lnTo>
                  <a:pt x="177" y="88"/>
                </a:lnTo>
                <a:lnTo>
                  <a:pt x="177" y="89"/>
                </a:lnTo>
                <a:lnTo>
                  <a:pt x="178" y="90"/>
                </a:lnTo>
                <a:lnTo>
                  <a:pt x="178" y="89"/>
                </a:lnTo>
                <a:lnTo>
                  <a:pt x="179" y="89"/>
                </a:lnTo>
                <a:lnTo>
                  <a:pt x="180" y="90"/>
                </a:lnTo>
                <a:lnTo>
                  <a:pt x="179" y="90"/>
                </a:lnTo>
                <a:lnTo>
                  <a:pt x="178" y="91"/>
                </a:lnTo>
                <a:lnTo>
                  <a:pt x="177" y="91"/>
                </a:lnTo>
                <a:lnTo>
                  <a:pt x="176" y="91"/>
                </a:lnTo>
                <a:lnTo>
                  <a:pt x="175" y="91"/>
                </a:lnTo>
                <a:lnTo>
                  <a:pt x="174" y="91"/>
                </a:lnTo>
                <a:lnTo>
                  <a:pt x="175" y="91"/>
                </a:lnTo>
                <a:lnTo>
                  <a:pt x="175" y="93"/>
                </a:lnTo>
                <a:lnTo>
                  <a:pt x="175" y="94"/>
                </a:lnTo>
                <a:lnTo>
                  <a:pt x="175" y="95"/>
                </a:lnTo>
                <a:lnTo>
                  <a:pt x="174" y="95"/>
                </a:lnTo>
                <a:lnTo>
                  <a:pt x="173" y="95"/>
                </a:lnTo>
                <a:lnTo>
                  <a:pt x="172" y="95"/>
                </a:lnTo>
                <a:lnTo>
                  <a:pt x="172" y="94"/>
                </a:lnTo>
                <a:lnTo>
                  <a:pt x="171" y="94"/>
                </a:lnTo>
                <a:lnTo>
                  <a:pt x="171" y="95"/>
                </a:lnTo>
                <a:lnTo>
                  <a:pt x="170" y="95"/>
                </a:lnTo>
                <a:lnTo>
                  <a:pt x="170" y="97"/>
                </a:lnTo>
                <a:lnTo>
                  <a:pt x="170" y="98"/>
                </a:lnTo>
                <a:lnTo>
                  <a:pt x="169" y="97"/>
                </a:lnTo>
                <a:lnTo>
                  <a:pt x="168" y="97"/>
                </a:lnTo>
                <a:lnTo>
                  <a:pt x="168" y="98"/>
                </a:lnTo>
                <a:lnTo>
                  <a:pt x="167" y="98"/>
                </a:lnTo>
                <a:lnTo>
                  <a:pt x="166" y="98"/>
                </a:lnTo>
                <a:lnTo>
                  <a:pt x="165" y="98"/>
                </a:lnTo>
                <a:lnTo>
                  <a:pt x="164" y="98"/>
                </a:lnTo>
                <a:lnTo>
                  <a:pt x="163" y="99"/>
                </a:lnTo>
                <a:lnTo>
                  <a:pt x="163" y="100"/>
                </a:lnTo>
                <a:lnTo>
                  <a:pt x="162" y="100"/>
                </a:lnTo>
                <a:lnTo>
                  <a:pt x="162" y="101"/>
                </a:lnTo>
                <a:lnTo>
                  <a:pt x="161" y="102"/>
                </a:lnTo>
                <a:lnTo>
                  <a:pt x="162" y="102"/>
                </a:lnTo>
                <a:lnTo>
                  <a:pt x="161" y="102"/>
                </a:lnTo>
                <a:lnTo>
                  <a:pt x="161" y="103"/>
                </a:lnTo>
                <a:lnTo>
                  <a:pt x="160" y="102"/>
                </a:lnTo>
                <a:lnTo>
                  <a:pt x="160" y="101"/>
                </a:lnTo>
                <a:lnTo>
                  <a:pt x="159" y="101"/>
                </a:lnTo>
                <a:lnTo>
                  <a:pt x="159" y="102"/>
                </a:lnTo>
                <a:lnTo>
                  <a:pt x="160" y="102"/>
                </a:lnTo>
                <a:lnTo>
                  <a:pt x="159" y="102"/>
                </a:lnTo>
                <a:lnTo>
                  <a:pt x="159" y="103"/>
                </a:lnTo>
                <a:lnTo>
                  <a:pt x="159" y="102"/>
                </a:lnTo>
                <a:lnTo>
                  <a:pt x="158" y="102"/>
                </a:lnTo>
                <a:lnTo>
                  <a:pt x="157" y="102"/>
                </a:lnTo>
                <a:lnTo>
                  <a:pt x="157" y="103"/>
                </a:lnTo>
                <a:lnTo>
                  <a:pt x="156" y="103"/>
                </a:lnTo>
                <a:lnTo>
                  <a:pt x="155" y="103"/>
                </a:lnTo>
                <a:lnTo>
                  <a:pt x="154" y="103"/>
                </a:lnTo>
                <a:lnTo>
                  <a:pt x="154" y="102"/>
                </a:lnTo>
                <a:lnTo>
                  <a:pt x="152" y="102"/>
                </a:lnTo>
                <a:lnTo>
                  <a:pt x="150" y="102"/>
                </a:lnTo>
                <a:lnTo>
                  <a:pt x="150" y="103"/>
                </a:lnTo>
                <a:lnTo>
                  <a:pt x="149" y="103"/>
                </a:lnTo>
                <a:lnTo>
                  <a:pt x="148" y="103"/>
                </a:lnTo>
                <a:lnTo>
                  <a:pt x="148" y="104"/>
                </a:lnTo>
                <a:lnTo>
                  <a:pt x="147" y="105"/>
                </a:lnTo>
                <a:lnTo>
                  <a:pt x="146" y="105"/>
                </a:lnTo>
                <a:lnTo>
                  <a:pt x="145" y="106"/>
                </a:lnTo>
                <a:lnTo>
                  <a:pt x="145" y="107"/>
                </a:lnTo>
                <a:lnTo>
                  <a:pt x="143" y="107"/>
                </a:lnTo>
                <a:lnTo>
                  <a:pt x="143" y="106"/>
                </a:lnTo>
                <a:lnTo>
                  <a:pt x="142" y="106"/>
                </a:lnTo>
                <a:lnTo>
                  <a:pt x="141" y="106"/>
                </a:lnTo>
                <a:lnTo>
                  <a:pt x="140" y="105"/>
                </a:lnTo>
                <a:lnTo>
                  <a:pt x="139" y="104"/>
                </a:lnTo>
                <a:lnTo>
                  <a:pt x="139" y="105"/>
                </a:lnTo>
                <a:lnTo>
                  <a:pt x="138" y="105"/>
                </a:lnTo>
                <a:lnTo>
                  <a:pt x="137" y="105"/>
                </a:lnTo>
                <a:lnTo>
                  <a:pt x="137" y="104"/>
                </a:lnTo>
                <a:lnTo>
                  <a:pt x="136" y="105"/>
                </a:lnTo>
                <a:lnTo>
                  <a:pt x="135" y="105"/>
                </a:lnTo>
                <a:lnTo>
                  <a:pt x="135" y="104"/>
                </a:lnTo>
                <a:lnTo>
                  <a:pt x="134" y="105"/>
                </a:lnTo>
                <a:lnTo>
                  <a:pt x="133" y="105"/>
                </a:lnTo>
                <a:lnTo>
                  <a:pt x="132" y="105"/>
                </a:lnTo>
                <a:lnTo>
                  <a:pt x="131" y="106"/>
                </a:lnTo>
                <a:lnTo>
                  <a:pt x="131" y="105"/>
                </a:lnTo>
                <a:lnTo>
                  <a:pt x="130" y="104"/>
                </a:lnTo>
                <a:lnTo>
                  <a:pt x="129" y="104"/>
                </a:lnTo>
                <a:lnTo>
                  <a:pt x="128" y="104"/>
                </a:lnTo>
                <a:lnTo>
                  <a:pt x="127" y="105"/>
                </a:lnTo>
                <a:lnTo>
                  <a:pt x="127" y="106"/>
                </a:lnTo>
                <a:lnTo>
                  <a:pt x="126" y="107"/>
                </a:lnTo>
                <a:lnTo>
                  <a:pt x="125" y="107"/>
                </a:lnTo>
                <a:lnTo>
                  <a:pt x="124" y="106"/>
                </a:lnTo>
                <a:lnTo>
                  <a:pt x="123" y="106"/>
                </a:lnTo>
                <a:lnTo>
                  <a:pt x="123" y="107"/>
                </a:lnTo>
                <a:lnTo>
                  <a:pt x="122" y="108"/>
                </a:lnTo>
                <a:lnTo>
                  <a:pt x="122" y="109"/>
                </a:lnTo>
                <a:lnTo>
                  <a:pt x="123" y="109"/>
                </a:lnTo>
                <a:lnTo>
                  <a:pt x="123" y="111"/>
                </a:lnTo>
                <a:lnTo>
                  <a:pt x="122" y="111"/>
                </a:lnTo>
                <a:lnTo>
                  <a:pt x="122" y="112"/>
                </a:lnTo>
                <a:lnTo>
                  <a:pt x="121" y="112"/>
                </a:lnTo>
                <a:lnTo>
                  <a:pt x="121" y="113"/>
                </a:lnTo>
                <a:lnTo>
                  <a:pt x="121" y="114"/>
                </a:lnTo>
                <a:lnTo>
                  <a:pt x="122" y="114"/>
                </a:lnTo>
                <a:lnTo>
                  <a:pt x="122" y="115"/>
                </a:lnTo>
                <a:lnTo>
                  <a:pt x="122" y="114"/>
                </a:lnTo>
                <a:lnTo>
                  <a:pt x="123" y="114"/>
                </a:lnTo>
                <a:lnTo>
                  <a:pt x="123" y="115"/>
                </a:lnTo>
                <a:lnTo>
                  <a:pt x="123" y="116"/>
                </a:lnTo>
                <a:lnTo>
                  <a:pt x="123" y="119"/>
                </a:lnTo>
                <a:lnTo>
                  <a:pt x="123" y="120"/>
                </a:lnTo>
                <a:lnTo>
                  <a:pt x="124" y="121"/>
                </a:lnTo>
                <a:lnTo>
                  <a:pt x="124" y="122"/>
                </a:lnTo>
                <a:lnTo>
                  <a:pt x="125" y="122"/>
                </a:lnTo>
                <a:lnTo>
                  <a:pt x="125" y="121"/>
                </a:lnTo>
                <a:lnTo>
                  <a:pt x="126" y="121"/>
                </a:lnTo>
                <a:lnTo>
                  <a:pt x="126" y="122"/>
                </a:lnTo>
                <a:lnTo>
                  <a:pt x="127" y="122"/>
                </a:lnTo>
                <a:lnTo>
                  <a:pt x="128" y="123"/>
                </a:lnTo>
                <a:lnTo>
                  <a:pt x="128" y="124"/>
                </a:lnTo>
                <a:lnTo>
                  <a:pt x="129" y="124"/>
                </a:lnTo>
                <a:lnTo>
                  <a:pt x="130" y="125"/>
                </a:lnTo>
                <a:lnTo>
                  <a:pt x="131" y="125"/>
                </a:lnTo>
                <a:lnTo>
                  <a:pt x="132" y="125"/>
                </a:lnTo>
                <a:lnTo>
                  <a:pt x="133" y="126"/>
                </a:lnTo>
                <a:lnTo>
                  <a:pt x="133" y="127"/>
                </a:lnTo>
                <a:lnTo>
                  <a:pt x="134" y="127"/>
                </a:lnTo>
                <a:lnTo>
                  <a:pt x="135" y="127"/>
                </a:lnTo>
                <a:lnTo>
                  <a:pt x="134" y="126"/>
                </a:lnTo>
                <a:lnTo>
                  <a:pt x="134" y="125"/>
                </a:lnTo>
                <a:lnTo>
                  <a:pt x="135" y="125"/>
                </a:lnTo>
                <a:lnTo>
                  <a:pt x="136" y="125"/>
                </a:lnTo>
                <a:lnTo>
                  <a:pt x="136" y="126"/>
                </a:lnTo>
                <a:lnTo>
                  <a:pt x="136" y="127"/>
                </a:lnTo>
                <a:lnTo>
                  <a:pt x="136" y="128"/>
                </a:lnTo>
                <a:lnTo>
                  <a:pt x="136" y="129"/>
                </a:lnTo>
                <a:lnTo>
                  <a:pt x="137" y="129"/>
                </a:lnTo>
                <a:lnTo>
                  <a:pt x="137" y="130"/>
                </a:lnTo>
                <a:lnTo>
                  <a:pt x="137" y="131"/>
                </a:lnTo>
                <a:lnTo>
                  <a:pt x="138" y="131"/>
                </a:lnTo>
                <a:lnTo>
                  <a:pt x="138" y="132"/>
                </a:lnTo>
                <a:lnTo>
                  <a:pt x="136" y="132"/>
                </a:lnTo>
                <a:lnTo>
                  <a:pt x="135" y="133"/>
                </a:lnTo>
                <a:lnTo>
                  <a:pt x="135" y="134"/>
                </a:lnTo>
                <a:lnTo>
                  <a:pt x="134" y="134"/>
                </a:lnTo>
                <a:lnTo>
                  <a:pt x="134" y="135"/>
                </a:lnTo>
                <a:lnTo>
                  <a:pt x="135" y="135"/>
                </a:lnTo>
                <a:lnTo>
                  <a:pt x="135" y="136"/>
                </a:lnTo>
                <a:lnTo>
                  <a:pt x="135" y="137"/>
                </a:lnTo>
                <a:lnTo>
                  <a:pt x="134" y="137"/>
                </a:lnTo>
                <a:lnTo>
                  <a:pt x="134" y="138"/>
                </a:lnTo>
                <a:lnTo>
                  <a:pt x="133" y="138"/>
                </a:lnTo>
                <a:lnTo>
                  <a:pt x="132" y="138"/>
                </a:lnTo>
                <a:lnTo>
                  <a:pt x="132" y="139"/>
                </a:lnTo>
                <a:lnTo>
                  <a:pt x="133" y="139"/>
                </a:lnTo>
                <a:lnTo>
                  <a:pt x="133" y="140"/>
                </a:lnTo>
                <a:lnTo>
                  <a:pt x="133" y="141"/>
                </a:lnTo>
                <a:lnTo>
                  <a:pt x="134" y="141"/>
                </a:lnTo>
                <a:lnTo>
                  <a:pt x="134" y="142"/>
                </a:lnTo>
                <a:lnTo>
                  <a:pt x="135" y="142"/>
                </a:lnTo>
                <a:lnTo>
                  <a:pt x="134" y="142"/>
                </a:lnTo>
                <a:lnTo>
                  <a:pt x="135" y="143"/>
                </a:lnTo>
                <a:lnTo>
                  <a:pt x="134" y="143"/>
                </a:lnTo>
                <a:lnTo>
                  <a:pt x="133" y="143"/>
                </a:lnTo>
                <a:lnTo>
                  <a:pt x="132" y="143"/>
                </a:lnTo>
                <a:lnTo>
                  <a:pt x="131" y="143"/>
                </a:lnTo>
                <a:lnTo>
                  <a:pt x="131" y="144"/>
                </a:lnTo>
                <a:lnTo>
                  <a:pt x="130" y="144"/>
                </a:lnTo>
                <a:lnTo>
                  <a:pt x="129" y="144"/>
                </a:lnTo>
                <a:lnTo>
                  <a:pt x="129" y="145"/>
                </a:lnTo>
                <a:lnTo>
                  <a:pt x="130" y="145"/>
                </a:lnTo>
                <a:lnTo>
                  <a:pt x="129" y="145"/>
                </a:lnTo>
                <a:lnTo>
                  <a:pt x="128" y="146"/>
                </a:lnTo>
                <a:lnTo>
                  <a:pt x="127" y="146"/>
                </a:lnTo>
                <a:lnTo>
                  <a:pt x="127" y="147"/>
                </a:lnTo>
                <a:lnTo>
                  <a:pt x="128" y="147"/>
                </a:lnTo>
                <a:lnTo>
                  <a:pt x="128" y="148"/>
                </a:lnTo>
                <a:lnTo>
                  <a:pt x="128" y="149"/>
                </a:lnTo>
                <a:lnTo>
                  <a:pt x="127" y="149"/>
                </a:lnTo>
                <a:lnTo>
                  <a:pt x="126" y="149"/>
                </a:lnTo>
                <a:lnTo>
                  <a:pt x="125" y="149"/>
                </a:lnTo>
                <a:lnTo>
                  <a:pt x="124" y="150"/>
                </a:lnTo>
                <a:lnTo>
                  <a:pt x="124" y="151"/>
                </a:lnTo>
                <a:lnTo>
                  <a:pt x="123" y="151"/>
                </a:lnTo>
                <a:lnTo>
                  <a:pt x="123" y="150"/>
                </a:lnTo>
                <a:lnTo>
                  <a:pt x="122" y="150"/>
                </a:lnTo>
                <a:lnTo>
                  <a:pt x="122" y="149"/>
                </a:lnTo>
                <a:lnTo>
                  <a:pt x="121" y="149"/>
                </a:lnTo>
                <a:lnTo>
                  <a:pt x="120" y="149"/>
                </a:lnTo>
                <a:lnTo>
                  <a:pt x="119" y="149"/>
                </a:lnTo>
                <a:lnTo>
                  <a:pt x="118" y="148"/>
                </a:lnTo>
                <a:lnTo>
                  <a:pt x="117" y="149"/>
                </a:lnTo>
                <a:lnTo>
                  <a:pt x="116" y="149"/>
                </a:lnTo>
                <a:lnTo>
                  <a:pt x="116" y="148"/>
                </a:lnTo>
                <a:lnTo>
                  <a:pt x="116" y="149"/>
                </a:lnTo>
                <a:lnTo>
                  <a:pt x="116" y="150"/>
                </a:lnTo>
                <a:lnTo>
                  <a:pt x="117" y="150"/>
                </a:lnTo>
                <a:lnTo>
                  <a:pt x="118" y="151"/>
                </a:lnTo>
                <a:lnTo>
                  <a:pt x="117" y="152"/>
                </a:lnTo>
                <a:lnTo>
                  <a:pt x="116" y="152"/>
                </a:lnTo>
                <a:lnTo>
                  <a:pt x="116" y="151"/>
                </a:lnTo>
                <a:lnTo>
                  <a:pt x="115" y="151"/>
                </a:lnTo>
                <a:lnTo>
                  <a:pt x="114" y="150"/>
                </a:lnTo>
                <a:lnTo>
                  <a:pt x="113" y="150"/>
                </a:lnTo>
                <a:lnTo>
                  <a:pt x="112" y="150"/>
                </a:lnTo>
                <a:lnTo>
                  <a:pt x="112" y="151"/>
                </a:lnTo>
                <a:lnTo>
                  <a:pt x="111" y="151"/>
                </a:lnTo>
                <a:lnTo>
                  <a:pt x="111" y="150"/>
                </a:lnTo>
                <a:lnTo>
                  <a:pt x="110" y="150"/>
                </a:lnTo>
                <a:lnTo>
                  <a:pt x="110" y="151"/>
                </a:lnTo>
                <a:lnTo>
                  <a:pt x="109" y="151"/>
                </a:lnTo>
                <a:lnTo>
                  <a:pt x="109" y="150"/>
                </a:lnTo>
                <a:lnTo>
                  <a:pt x="108" y="150"/>
                </a:lnTo>
                <a:lnTo>
                  <a:pt x="108" y="149"/>
                </a:lnTo>
                <a:lnTo>
                  <a:pt x="108" y="148"/>
                </a:lnTo>
                <a:lnTo>
                  <a:pt x="107" y="148"/>
                </a:lnTo>
                <a:lnTo>
                  <a:pt x="107" y="149"/>
                </a:lnTo>
                <a:lnTo>
                  <a:pt x="106" y="149"/>
                </a:lnTo>
                <a:lnTo>
                  <a:pt x="106" y="148"/>
                </a:lnTo>
                <a:lnTo>
                  <a:pt x="105" y="148"/>
                </a:lnTo>
                <a:lnTo>
                  <a:pt x="105" y="149"/>
                </a:lnTo>
                <a:lnTo>
                  <a:pt x="104" y="148"/>
                </a:lnTo>
                <a:lnTo>
                  <a:pt x="104" y="149"/>
                </a:lnTo>
                <a:lnTo>
                  <a:pt x="104" y="150"/>
                </a:lnTo>
                <a:lnTo>
                  <a:pt x="103" y="151"/>
                </a:lnTo>
                <a:lnTo>
                  <a:pt x="102" y="151"/>
                </a:lnTo>
                <a:lnTo>
                  <a:pt x="102" y="150"/>
                </a:lnTo>
                <a:lnTo>
                  <a:pt x="102" y="151"/>
                </a:lnTo>
                <a:lnTo>
                  <a:pt x="101" y="151"/>
                </a:lnTo>
                <a:lnTo>
                  <a:pt x="100" y="151"/>
                </a:lnTo>
                <a:lnTo>
                  <a:pt x="100" y="152"/>
                </a:lnTo>
                <a:lnTo>
                  <a:pt x="100" y="153"/>
                </a:lnTo>
                <a:lnTo>
                  <a:pt x="100" y="154"/>
                </a:lnTo>
                <a:lnTo>
                  <a:pt x="99" y="154"/>
                </a:lnTo>
                <a:lnTo>
                  <a:pt x="99" y="155"/>
                </a:lnTo>
                <a:lnTo>
                  <a:pt x="99" y="156"/>
                </a:lnTo>
                <a:lnTo>
                  <a:pt x="98" y="156"/>
                </a:lnTo>
                <a:lnTo>
                  <a:pt x="97" y="156"/>
                </a:lnTo>
                <a:lnTo>
                  <a:pt x="97" y="155"/>
                </a:lnTo>
                <a:lnTo>
                  <a:pt x="95" y="155"/>
                </a:lnTo>
                <a:lnTo>
                  <a:pt x="95" y="156"/>
                </a:lnTo>
                <a:lnTo>
                  <a:pt x="96" y="156"/>
                </a:lnTo>
                <a:lnTo>
                  <a:pt x="96" y="157"/>
                </a:lnTo>
                <a:lnTo>
                  <a:pt x="95" y="157"/>
                </a:lnTo>
                <a:lnTo>
                  <a:pt x="95" y="158"/>
                </a:lnTo>
                <a:lnTo>
                  <a:pt x="94" y="158"/>
                </a:lnTo>
                <a:lnTo>
                  <a:pt x="92" y="158"/>
                </a:lnTo>
                <a:lnTo>
                  <a:pt x="93" y="159"/>
                </a:lnTo>
                <a:lnTo>
                  <a:pt x="93" y="160"/>
                </a:lnTo>
                <a:lnTo>
                  <a:pt x="92" y="160"/>
                </a:lnTo>
                <a:lnTo>
                  <a:pt x="91" y="160"/>
                </a:lnTo>
                <a:lnTo>
                  <a:pt x="91" y="159"/>
                </a:lnTo>
                <a:lnTo>
                  <a:pt x="91" y="158"/>
                </a:lnTo>
                <a:lnTo>
                  <a:pt x="90" y="158"/>
                </a:lnTo>
                <a:lnTo>
                  <a:pt x="89" y="158"/>
                </a:lnTo>
                <a:lnTo>
                  <a:pt x="89" y="159"/>
                </a:lnTo>
                <a:lnTo>
                  <a:pt x="90" y="160"/>
                </a:lnTo>
                <a:lnTo>
                  <a:pt x="91" y="160"/>
                </a:lnTo>
                <a:lnTo>
                  <a:pt x="91" y="161"/>
                </a:lnTo>
                <a:lnTo>
                  <a:pt x="90" y="161"/>
                </a:lnTo>
                <a:lnTo>
                  <a:pt x="90" y="162"/>
                </a:lnTo>
                <a:lnTo>
                  <a:pt x="90" y="163"/>
                </a:lnTo>
                <a:lnTo>
                  <a:pt x="91" y="162"/>
                </a:lnTo>
                <a:lnTo>
                  <a:pt x="92" y="163"/>
                </a:lnTo>
                <a:lnTo>
                  <a:pt x="91" y="163"/>
                </a:lnTo>
                <a:lnTo>
                  <a:pt x="92" y="163"/>
                </a:lnTo>
                <a:lnTo>
                  <a:pt x="92" y="162"/>
                </a:lnTo>
                <a:lnTo>
                  <a:pt x="93" y="163"/>
                </a:lnTo>
                <a:lnTo>
                  <a:pt x="93" y="164"/>
                </a:lnTo>
                <a:lnTo>
                  <a:pt x="93" y="165"/>
                </a:lnTo>
                <a:lnTo>
                  <a:pt x="94" y="165"/>
                </a:lnTo>
                <a:lnTo>
                  <a:pt x="94" y="166"/>
                </a:lnTo>
                <a:lnTo>
                  <a:pt x="93" y="166"/>
                </a:lnTo>
                <a:lnTo>
                  <a:pt x="92" y="166"/>
                </a:lnTo>
                <a:lnTo>
                  <a:pt x="92" y="167"/>
                </a:lnTo>
                <a:lnTo>
                  <a:pt x="92" y="166"/>
                </a:lnTo>
                <a:lnTo>
                  <a:pt x="91" y="166"/>
                </a:lnTo>
                <a:lnTo>
                  <a:pt x="89" y="166"/>
                </a:lnTo>
                <a:lnTo>
                  <a:pt x="88" y="166"/>
                </a:lnTo>
                <a:lnTo>
                  <a:pt x="87" y="166"/>
                </a:lnTo>
                <a:lnTo>
                  <a:pt x="86" y="166"/>
                </a:lnTo>
                <a:lnTo>
                  <a:pt x="85" y="166"/>
                </a:lnTo>
                <a:lnTo>
                  <a:pt x="85" y="165"/>
                </a:lnTo>
                <a:lnTo>
                  <a:pt x="83" y="165"/>
                </a:lnTo>
                <a:lnTo>
                  <a:pt x="82" y="164"/>
                </a:lnTo>
                <a:lnTo>
                  <a:pt x="81" y="164"/>
                </a:lnTo>
                <a:lnTo>
                  <a:pt x="81" y="163"/>
                </a:lnTo>
                <a:lnTo>
                  <a:pt x="80" y="162"/>
                </a:lnTo>
                <a:lnTo>
                  <a:pt x="81" y="162"/>
                </a:lnTo>
                <a:lnTo>
                  <a:pt x="80" y="162"/>
                </a:lnTo>
                <a:lnTo>
                  <a:pt x="79" y="162"/>
                </a:lnTo>
                <a:lnTo>
                  <a:pt x="78" y="162"/>
                </a:lnTo>
                <a:lnTo>
                  <a:pt x="77" y="161"/>
                </a:lnTo>
                <a:lnTo>
                  <a:pt x="76" y="161"/>
                </a:lnTo>
                <a:lnTo>
                  <a:pt x="76" y="160"/>
                </a:lnTo>
                <a:lnTo>
                  <a:pt x="75" y="160"/>
                </a:lnTo>
                <a:lnTo>
                  <a:pt x="75" y="159"/>
                </a:lnTo>
                <a:lnTo>
                  <a:pt x="75" y="158"/>
                </a:lnTo>
                <a:lnTo>
                  <a:pt x="75" y="157"/>
                </a:lnTo>
                <a:lnTo>
                  <a:pt x="75" y="156"/>
                </a:lnTo>
                <a:lnTo>
                  <a:pt x="75" y="155"/>
                </a:lnTo>
                <a:lnTo>
                  <a:pt x="73" y="154"/>
                </a:lnTo>
                <a:lnTo>
                  <a:pt x="72" y="154"/>
                </a:lnTo>
                <a:lnTo>
                  <a:pt x="72" y="153"/>
                </a:lnTo>
                <a:lnTo>
                  <a:pt x="71" y="153"/>
                </a:lnTo>
                <a:lnTo>
                  <a:pt x="70" y="152"/>
                </a:lnTo>
                <a:lnTo>
                  <a:pt x="69" y="152"/>
                </a:lnTo>
                <a:lnTo>
                  <a:pt x="70" y="152"/>
                </a:lnTo>
                <a:lnTo>
                  <a:pt x="69" y="152"/>
                </a:lnTo>
                <a:lnTo>
                  <a:pt x="68" y="151"/>
                </a:lnTo>
                <a:lnTo>
                  <a:pt x="68" y="152"/>
                </a:lnTo>
                <a:lnTo>
                  <a:pt x="67" y="152"/>
                </a:lnTo>
                <a:lnTo>
                  <a:pt x="66" y="152"/>
                </a:lnTo>
                <a:lnTo>
                  <a:pt x="65" y="153"/>
                </a:lnTo>
                <a:lnTo>
                  <a:pt x="65" y="154"/>
                </a:lnTo>
                <a:lnTo>
                  <a:pt x="65" y="153"/>
                </a:lnTo>
                <a:lnTo>
                  <a:pt x="65" y="154"/>
                </a:lnTo>
                <a:lnTo>
                  <a:pt x="64" y="154"/>
                </a:lnTo>
                <a:lnTo>
                  <a:pt x="63" y="154"/>
                </a:lnTo>
                <a:lnTo>
                  <a:pt x="63" y="153"/>
                </a:lnTo>
                <a:lnTo>
                  <a:pt x="62" y="153"/>
                </a:lnTo>
                <a:lnTo>
                  <a:pt x="62" y="154"/>
                </a:lnTo>
                <a:lnTo>
                  <a:pt x="61" y="154"/>
                </a:lnTo>
                <a:lnTo>
                  <a:pt x="61" y="153"/>
                </a:lnTo>
                <a:lnTo>
                  <a:pt x="60" y="153"/>
                </a:lnTo>
                <a:lnTo>
                  <a:pt x="59" y="153"/>
                </a:lnTo>
                <a:lnTo>
                  <a:pt x="57" y="153"/>
                </a:lnTo>
                <a:lnTo>
                  <a:pt x="55" y="154"/>
                </a:lnTo>
                <a:lnTo>
                  <a:pt x="55" y="153"/>
                </a:lnTo>
                <a:lnTo>
                  <a:pt x="54" y="153"/>
                </a:lnTo>
                <a:lnTo>
                  <a:pt x="54" y="152"/>
                </a:lnTo>
                <a:lnTo>
                  <a:pt x="53" y="152"/>
                </a:lnTo>
                <a:lnTo>
                  <a:pt x="53" y="153"/>
                </a:lnTo>
                <a:lnTo>
                  <a:pt x="52" y="153"/>
                </a:lnTo>
                <a:lnTo>
                  <a:pt x="51" y="153"/>
                </a:lnTo>
                <a:lnTo>
                  <a:pt x="52" y="152"/>
                </a:lnTo>
                <a:lnTo>
                  <a:pt x="51" y="152"/>
                </a:lnTo>
                <a:lnTo>
                  <a:pt x="51" y="151"/>
                </a:lnTo>
                <a:lnTo>
                  <a:pt x="50" y="151"/>
                </a:lnTo>
                <a:lnTo>
                  <a:pt x="50" y="153"/>
                </a:lnTo>
                <a:lnTo>
                  <a:pt x="49" y="154"/>
                </a:lnTo>
                <a:lnTo>
                  <a:pt x="48" y="155"/>
                </a:lnTo>
                <a:lnTo>
                  <a:pt x="48" y="154"/>
                </a:lnTo>
                <a:lnTo>
                  <a:pt x="47" y="154"/>
                </a:lnTo>
                <a:lnTo>
                  <a:pt x="47" y="153"/>
                </a:lnTo>
                <a:lnTo>
                  <a:pt x="46" y="153"/>
                </a:lnTo>
                <a:lnTo>
                  <a:pt x="46" y="152"/>
                </a:lnTo>
                <a:lnTo>
                  <a:pt x="45" y="151"/>
                </a:lnTo>
                <a:lnTo>
                  <a:pt x="44" y="151"/>
                </a:lnTo>
                <a:lnTo>
                  <a:pt x="44" y="150"/>
                </a:lnTo>
                <a:lnTo>
                  <a:pt x="43" y="152"/>
                </a:lnTo>
                <a:lnTo>
                  <a:pt x="44" y="152"/>
                </a:lnTo>
                <a:lnTo>
                  <a:pt x="44" y="153"/>
                </a:lnTo>
                <a:lnTo>
                  <a:pt x="44" y="154"/>
                </a:lnTo>
                <a:lnTo>
                  <a:pt x="43" y="154"/>
                </a:lnTo>
                <a:lnTo>
                  <a:pt x="42" y="154"/>
                </a:lnTo>
                <a:lnTo>
                  <a:pt x="42" y="155"/>
                </a:lnTo>
                <a:lnTo>
                  <a:pt x="42" y="156"/>
                </a:lnTo>
                <a:lnTo>
                  <a:pt x="41" y="156"/>
                </a:lnTo>
                <a:lnTo>
                  <a:pt x="40" y="156"/>
                </a:lnTo>
                <a:lnTo>
                  <a:pt x="39" y="156"/>
                </a:lnTo>
                <a:lnTo>
                  <a:pt x="39" y="155"/>
                </a:lnTo>
                <a:lnTo>
                  <a:pt x="38" y="156"/>
                </a:lnTo>
                <a:lnTo>
                  <a:pt x="37" y="157"/>
                </a:lnTo>
                <a:lnTo>
                  <a:pt x="36" y="157"/>
                </a:lnTo>
                <a:lnTo>
                  <a:pt x="36" y="158"/>
                </a:lnTo>
                <a:lnTo>
                  <a:pt x="35" y="158"/>
                </a:lnTo>
                <a:lnTo>
                  <a:pt x="36" y="159"/>
                </a:lnTo>
                <a:lnTo>
                  <a:pt x="36" y="160"/>
                </a:lnTo>
                <a:lnTo>
                  <a:pt x="36" y="159"/>
                </a:lnTo>
                <a:lnTo>
                  <a:pt x="37" y="160"/>
                </a:lnTo>
                <a:lnTo>
                  <a:pt x="36" y="160"/>
                </a:lnTo>
                <a:lnTo>
                  <a:pt x="34" y="160"/>
                </a:lnTo>
                <a:lnTo>
                  <a:pt x="32" y="160"/>
                </a:lnTo>
                <a:lnTo>
                  <a:pt x="32" y="159"/>
                </a:lnTo>
                <a:lnTo>
                  <a:pt x="31" y="159"/>
                </a:lnTo>
                <a:lnTo>
                  <a:pt x="31" y="160"/>
                </a:lnTo>
                <a:lnTo>
                  <a:pt x="31" y="159"/>
                </a:lnTo>
                <a:lnTo>
                  <a:pt x="30" y="159"/>
                </a:lnTo>
                <a:lnTo>
                  <a:pt x="29" y="159"/>
                </a:lnTo>
                <a:lnTo>
                  <a:pt x="29" y="158"/>
                </a:lnTo>
                <a:lnTo>
                  <a:pt x="29" y="157"/>
                </a:lnTo>
                <a:lnTo>
                  <a:pt x="28" y="157"/>
                </a:lnTo>
                <a:lnTo>
                  <a:pt x="28" y="156"/>
                </a:lnTo>
                <a:lnTo>
                  <a:pt x="27" y="156"/>
                </a:lnTo>
                <a:lnTo>
                  <a:pt x="27" y="155"/>
                </a:lnTo>
                <a:lnTo>
                  <a:pt x="26" y="155"/>
                </a:lnTo>
                <a:lnTo>
                  <a:pt x="25" y="154"/>
                </a:lnTo>
                <a:lnTo>
                  <a:pt x="24" y="154"/>
                </a:lnTo>
                <a:lnTo>
                  <a:pt x="25" y="154"/>
                </a:lnTo>
                <a:lnTo>
                  <a:pt x="25" y="153"/>
                </a:lnTo>
                <a:lnTo>
                  <a:pt x="24" y="153"/>
                </a:lnTo>
                <a:lnTo>
                  <a:pt x="24" y="152"/>
                </a:lnTo>
                <a:lnTo>
                  <a:pt x="24" y="151"/>
                </a:lnTo>
                <a:lnTo>
                  <a:pt x="24" y="150"/>
                </a:lnTo>
                <a:lnTo>
                  <a:pt x="23" y="150"/>
                </a:lnTo>
                <a:lnTo>
                  <a:pt x="22" y="150"/>
                </a:lnTo>
                <a:lnTo>
                  <a:pt x="22" y="149"/>
                </a:lnTo>
                <a:lnTo>
                  <a:pt x="22" y="150"/>
                </a:lnTo>
                <a:lnTo>
                  <a:pt x="21" y="150"/>
                </a:lnTo>
                <a:lnTo>
                  <a:pt x="21" y="151"/>
                </a:lnTo>
                <a:lnTo>
                  <a:pt x="20" y="151"/>
                </a:lnTo>
                <a:lnTo>
                  <a:pt x="20" y="150"/>
                </a:lnTo>
                <a:lnTo>
                  <a:pt x="19" y="150"/>
                </a:lnTo>
                <a:lnTo>
                  <a:pt x="19" y="151"/>
                </a:lnTo>
                <a:lnTo>
                  <a:pt x="18" y="151"/>
                </a:lnTo>
                <a:lnTo>
                  <a:pt x="18" y="150"/>
                </a:lnTo>
                <a:lnTo>
                  <a:pt x="17" y="150"/>
                </a:lnTo>
                <a:lnTo>
                  <a:pt x="16" y="150"/>
                </a:lnTo>
                <a:lnTo>
                  <a:pt x="16" y="151"/>
                </a:lnTo>
                <a:lnTo>
                  <a:pt x="15" y="151"/>
                </a:lnTo>
                <a:lnTo>
                  <a:pt x="15" y="152"/>
                </a:lnTo>
                <a:lnTo>
                  <a:pt x="14" y="152"/>
                </a:lnTo>
                <a:lnTo>
                  <a:pt x="13" y="151"/>
                </a:lnTo>
                <a:lnTo>
                  <a:pt x="13" y="150"/>
                </a:lnTo>
                <a:lnTo>
                  <a:pt x="12" y="150"/>
                </a:lnTo>
                <a:lnTo>
                  <a:pt x="11" y="149"/>
                </a:lnTo>
                <a:lnTo>
                  <a:pt x="10" y="149"/>
                </a:lnTo>
                <a:lnTo>
                  <a:pt x="10" y="150"/>
                </a:lnTo>
                <a:lnTo>
                  <a:pt x="8" y="151"/>
                </a:lnTo>
                <a:lnTo>
                  <a:pt x="8" y="150"/>
                </a:lnTo>
                <a:lnTo>
                  <a:pt x="8" y="149"/>
                </a:lnTo>
                <a:lnTo>
                  <a:pt x="9" y="148"/>
                </a:lnTo>
                <a:lnTo>
                  <a:pt x="9" y="147"/>
                </a:lnTo>
                <a:lnTo>
                  <a:pt x="9" y="146"/>
                </a:lnTo>
                <a:lnTo>
                  <a:pt x="8" y="146"/>
                </a:lnTo>
                <a:lnTo>
                  <a:pt x="7" y="145"/>
                </a:lnTo>
                <a:lnTo>
                  <a:pt x="6" y="145"/>
                </a:lnTo>
                <a:lnTo>
                  <a:pt x="6" y="146"/>
                </a:lnTo>
                <a:lnTo>
                  <a:pt x="5" y="145"/>
                </a:lnTo>
                <a:lnTo>
                  <a:pt x="5" y="144"/>
                </a:lnTo>
                <a:lnTo>
                  <a:pt x="6" y="144"/>
                </a:lnTo>
                <a:lnTo>
                  <a:pt x="6" y="143"/>
                </a:lnTo>
                <a:lnTo>
                  <a:pt x="5" y="143"/>
                </a:lnTo>
                <a:lnTo>
                  <a:pt x="6" y="142"/>
                </a:lnTo>
                <a:lnTo>
                  <a:pt x="7" y="141"/>
                </a:lnTo>
                <a:lnTo>
                  <a:pt x="6" y="140"/>
                </a:lnTo>
                <a:lnTo>
                  <a:pt x="6" y="139"/>
                </a:lnTo>
                <a:lnTo>
                  <a:pt x="6" y="138"/>
                </a:lnTo>
                <a:lnTo>
                  <a:pt x="6" y="137"/>
                </a:lnTo>
                <a:lnTo>
                  <a:pt x="6" y="136"/>
                </a:lnTo>
                <a:lnTo>
                  <a:pt x="5" y="136"/>
                </a:lnTo>
                <a:lnTo>
                  <a:pt x="4" y="136"/>
                </a:lnTo>
                <a:lnTo>
                  <a:pt x="3" y="136"/>
                </a:lnTo>
                <a:lnTo>
                  <a:pt x="2" y="135"/>
                </a:lnTo>
                <a:lnTo>
                  <a:pt x="1" y="135"/>
                </a:lnTo>
                <a:lnTo>
                  <a:pt x="1" y="134"/>
                </a:lnTo>
                <a:lnTo>
                  <a:pt x="1" y="133"/>
                </a:lnTo>
                <a:lnTo>
                  <a:pt x="0" y="133"/>
                </a:lnTo>
                <a:lnTo>
                  <a:pt x="1" y="133"/>
                </a:lnTo>
                <a:lnTo>
                  <a:pt x="1" y="132"/>
                </a:lnTo>
                <a:lnTo>
                  <a:pt x="2" y="132"/>
                </a:lnTo>
                <a:lnTo>
                  <a:pt x="3" y="132"/>
                </a:lnTo>
                <a:lnTo>
                  <a:pt x="4" y="131"/>
                </a:lnTo>
                <a:lnTo>
                  <a:pt x="5" y="131"/>
                </a:lnTo>
                <a:lnTo>
                  <a:pt x="5" y="130"/>
                </a:lnTo>
                <a:lnTo>
                  <a:pt x="6" y="131"/>
                </a:lnTo>
                <a:lnTo>
                  <a:pt x="7" y="131"/>
                </a:lnTo>
                <a:lnTo>
                  <a:pt x="7" y="132"/>
                </a:lnTo>
                <a:lnTo>
                  <a:pt x="8" y="131"/>
                </a:lnTo>
                <a:lnTo>
                  <a:pt x="9" y="131"/>
                </a:lnTo>
                <a:lnTo>
                  <a:pt x="10" y="131"/>
                </a:lnTo>
                <a:lnTo>
                  <a:pt x="11" y="131"/>
                </a:lnTo>
                <a:lnTo>
                  <a:pt x="12" y="131"/>
                </a:lnTo>
                <a:lnTo>
                  <a:pt x="13" y="130"/>
                </a:lnTo>
                <a:lnTo>
                  <a:pt x="13" y="129"/>
                </a:lnTo>
                <a:lnTo>
                  <a:pt x="13" y="128"/>
                </a:lnTo>
                <a:lnTo>
                  <a:pt x="12" y="128"/>
                </a:lnTo>
                <a:lnTo>
                  <a:pt x="11" y="128"/>
                </a:lnTo>
                <a:lnTo>
                  <a:pt x="11" y="127"/>
                </a:lnTo>
                <a:lnTo>
                  <a:pt x="10" y="127"/>
                </a:lnTo>
                <a:lnTo>
                  <a:pt x="9" y="127"/>
                </a:lnTo>
                <a:lnTo>
                  <a:pt x="9" y="126"/>
                </a:lnTo>
                <a:lnTo>
                  <a:pt x="8" y="126"/>
                </a:lnTo>
                <a:lnTo>
                  <a:pt x="8" y="125"/>
                </a:lnTo>
                <a:lnTo>
                  <a:pt x="9" y="124"/>
                </a:lnTo>
                <a:lnTo>
                  <a:pt x="9" y="123"/>
                </a:lnTo>
                <a:lnTo>
                  <a:pt x="9" y="122"/>
                </a:lnTo>
                <a:lnTo>
                  <a:pt x="8" y="122"/>
                </a:lnTo>
                <a:lnTo>
                  <a:pt x="8" y="121"/>
                </a:lnTo>
                <a:lnTo>
                  <a:pt x="9" y="120"/>
                </a:lnTo>
                <a:lnTo>
                  <a:pt x="8" y="119"/>
                </a:lnTo>
                <a:lnTo>
                  <a:pt x="7" y="119"/>
                </a:lnTo>
                <a:lnTo>
                  <a:pt x="7" y="118"/>
                </a:lnTo>
                <a:lnTo>
                  <a:pt x="6" y="118"/>
                </a:lnTo>
                <a:lnTo>
                  <a:pt x="5" y="117"/>
                </a:lnTo>
                <a:lnTo>
                  <a:pt x="5" y="116"/>
                </a:lnTo>
                <a:lnTo>
                  <a:pt x="4" y="116"/>
                </a:lnTo>
                <a:lnTo>
                  <a:pt x="3" y="116"/>
                </a:lnTo>
                <a:lnTo>
                  <a:pt x="3" y="115"/>
                </a:lnTo>
                <a:lnTo>
                  <a:pt x="2" y="115"/>
                </a:lnTo>
                <a:lnTo>
                  <a:pt x="1" y="115"/>
                </a:lnTo>
                <a:lnTo>
                  <a:pt x="0" y="115"/>
                </a:lnTo>
                <a:lnTo>
                  <a:pt x="0" y="114"/>
                </a:lnTo>
                <a:lnTo>
                  <a:pt x="0" y="113"/>
                </a:lnTo>
                <a:lnTo>
                  <a:pt x="0" y="112"/>
                </a:lnTo>
                <a:lnTo>
                  <a:pt x="0" y="111"/>
                </a:lnTo>
                <a:lnTo>
                  <a:pt x="1" y="111"/>
                </a:lnTo>
                <a:lnTo>
                  <a:pt x="1" y="110"/>
                </a:lnTo>
                <a:lnTo>
                  <a:pt x="2" y="110"/>
                </a:lnTo>
                <a:lnTo>
                  <a:pt x="2" y="109"/>
                </a:lnTo>
                <a:lnTo>
                  <a:pt x="2" y="108"/>
                </a:lnTo>
                <a:lnTo>
                  <a:pt x="2" y="107"/>
                </a:lnTo>
                <a:lnTo>
                  <a:pt x="3" y="107"/>
                </a:lnTo>
                <a:lnTo>
                  <a:pt x="3" y="106"/>
                </a:lnTo>
                <a:lnTo>
                  <a:pt x="4" y="106"/>
                </a:lnTo>
                <a:lnTo>
                  <a:pt x="5" y="106"/>
                </a:lnTo>
                <a:lnTo>
                  <a:pt x="5" y="105"/>
                </a:lnTo>
                <a:lnTo>
                  <a:pt x="6" y="105"/>
                </a:lnTo>
                <a:lnTo>
                  <a:pt x="6" y="104"/>
                </a:lnTo>
                <a:lnTo>
                  <a:pt x="7" y="104"/>
                </a:lnTo>
                <a:lnTo>
                  <a:pt x="7" y="103"/>
                </a:lnTo>
                <a:lnTo>
                  <a:pt x="8" y="103"/>
                </a:lnTo>
                <a:lnTo>
                  <a:pt x="9" y="102"/>
                </a:lnTo>
                <a:lnTo>
                  <a:pt x="10" y="102"/>
                </a:lnTo>
                <a:lnTo>
                  <a:pt x="11" y="102"/>
                </a:lnTo>
                <a:lnTo>
                  <a:pt x="12" y="101"/>
                </a:lnTo>
                <a:lnTo>
                  <a:pt x="12" y="100"/>
                </a:lnTo>
                <a:lnTo>
                  <a:pt x="13" y="100"/>
                </a:lnTo>
                <a:lnTo>
                  <a:pt x="14" y="100"/>
                </a:lnTo>
                <a:lnTo>
                  <a:pt x="15" y="100"/>
                </a:lnTo>
                <a:lnTo>
                  <a:pt x="15" y="99"/>
                </a:lnTo>
                <a:lnTo>
                  <a:pt x="15" y="98"/>
                </a:lnTo>
                <a:lnTo>
                  <a:pt x="16" y="97"/>
                </a:lnTo>
                <a:lnTo>
                  <a:pt x="17" y="97"/>
                </a:lnTo>
                <a:lnTo>
                  <a:pt x="19" y="98"/>
                </a:lnTo>
                <a:lnTo>
                  <a:pt x="20" y="98"/>
                </a:lnTo>
                <a:lnTo>
                  <a:pt x="20" y="97"/>
                </a:lnTo>
                <a:lnTo>
                  <a:pt x="20" y="95"/>
                </a:lnTo>
                <a:lnTo>
                  <a:pt x="21" y="95"/>
                </a:lnTo>
                <a:lnTo>
                  <a:pt x="22" y="95"/>
                </a:lnTo>
                <a:lnTo>
                  <a:pt x="23" y="95"/>
                </a:lnTo>
                <a:lnTo>
                  <a:pt x="24" y="95"/>
                </a:lnTo>
                <a:lnTo>
                  <a:pt x="25" y="97"/>
                </a:lnTo>
                <a:lnTo>
                  <a:pt x="25" y="95"/>
                </a:lnTo>
                <a:lnTo>
                  <a:pt x="26" y="95"/>
                </a:lnTo>
                <a:lnTo>
                  <a:pt x="27" y="95"/>
                </a:lnTo>
                <a:lnTo>
                  <a:pt x="28" y="95"/>
                </a:lnTo>
                <a:lnTo>
                  <a:pt x="29" y="95"/>
                </a:lnTo>
                <a:lnTo>
                  <a:pt x="30" y="94"/>
                </a:lnTo>
                <a:lnTo>
                  <a:pt x="30" y="93"/>
                </a:lnTo>
                <a:lnTo>
                  <a:pt x="29" y="93"/>
                </a:lnTo>
                <a:lnTo>
                  <a:pt x="30" y="92"/>
                </a:lnTo>
                <a:lnTo>
                  <a:pt x="31" y="91"/>
                </a:lnTo>
                <a:lnTo>
                  <a:pt x="32" y="91"/>
                </a:lnTo>
                <a:lnTo>
                  <a:pt x="33" y="90"/>
                </a:lnTo>
                <a:lnTo>
                  <a:pt x="33" y="91"/>
                </a:lnTo>
                <a:lnTo>
                  <a:pt x="33" y="92"/>
                </a:lnTo>
                <a:lnTo>
                  <a:pt x="34" y="92"/>
                </a:lnTo>
                <a:lnTo>
                  <a:pt x="34" y="93"/>
                </a:lnTo>
                <a:lnTo>
                  <a:pt x="36" y="93"/>
                </a:lnTo>
                <a:lnTo>
                  <a:pt x="37" y="93"/>
                </a:lnTo>
                <a:lnTo>
                  <a:pt x="37" y="94"/>
                </a:lnTo>
                <a:lnTo>
                  <a:pt x="38" y="94"/>
                </a:lnTo>
                <a:lnTo>
                  <a:pt x="38" y="93"/>
                </a:lnTo>
                <a:lnTo>
                  <a:pt x="39" y="93"/>
                </a:lnTo>
                <a:lnTo>
                  <a:pt x="38" y="92"/>
                </a:lnTo>
                <a:lnTo>
                  <a:pt x="38" y="91"/>
                </a:lnTo>
                <a:lnTo>
                  <a:pt x="39" y="90"/>
                </a:lnTo>
                <a:lnTo>
                  <a:pt x="38" y="90"/>
                </a:lnTo>
                <a:lnTo>
                  <a:pt x="39" y="89"/>
                </a:lnTo>
                <a:lnTo>
                  <a:pt x="39" y="90"/>
                </a:lnTo>
                <a:lnTo>
                  <a:pt x="40" y="90"/>
                </a:lnTo>
                <a:lnTo>
                  <a:pt x="41" y="88"/>
                </a:lnTo>
                <a:lnTo>
                  <a:pt x="41" y="87"/>
                </a:lnTo>
                <a:lnTo>
                  <a:pt x="41" y="86"/>
                </a:lnTo>
                <a:lnTo>
                  <a:pt x="42" y="85"/>
                </a:lnTo>
                <a:lnTo>
                  <a:pt x="43" y="85"/>
                </a:lnTo>
                <a:lnTo>
                  <a:pt x="44" y="85"/>
                </a:lnTo>
                <a:lnTo>
                  <a:pt x="44" y="84"/>
                </a:lnTo>
                <a:lnTo>
                  <a:pt x="44" y="83"/>
                </a:lnTo>
                <a:lnTo>
                  <a:pt x="45" y="83"/>
                </a:lnTo>
                <a:lnTo>
                  <a:pt x="46" y="83"/>
                </a:lnTo>
                <a:lnTo>
                  <a:pt x="47" y="83"/>
                </a:lnTo>
                <a:lnTo>
                  <a:pt x="48" y="82"/>
                </a:lnTo>
                <a:lnTo>
                  <a:pt x="49" y="82"/>
                </a:lnTo>
                <a:lnTo>
                  <a:pt x="48" y="81"/>
                </a:lnTo>
                <a:lnTo>
                  <a:pt x="48" y="80"/>
                </a:lnTo>
                <a:lnTo>
                  <a:pt x="47" y="80"/>
                </a:lnTo>
                <a:lnTo>
                  <a:pt x="47" y="79"/>
                </a:lnTo>
                <a:lnTo>
                  <a:pt x="47" y="78"/>
                </a:lnTo>
                <a:lnTo>
                  <a:pt x="46" y="78"/>
                </a:lnTo>
                <a:lnTo>
                  <a:pt x="46" y="77"/>
                </a:lnTo>
                <a:lnTo>
                  <a:pt x="45" y="76"/>
                </a:lnTo>
                <a:lnTo>
                  <a:pt x="45" y="75"/>
                </a:lnTo>
                <a:lnTo>
                  <a:pt x="45" y="74"/>
                </a:lnTo>
                <a:lnTo>
                  <a:pt x="45" y="73"/>
                </a:lnTo>
                <a:lnTo>
                  <a:pt x="44" y="72"/>
                </a:lnTo>
                <a:lnTo>
                  <a:pt x="43" y="72"/>
                </a:lnTo>
                <a:lnTo>
                  <a:pt x="42" y="72"/>
                </a:lnTo>
                <a:lnTo>
                  <a:pt x="41" y="72"/>
                </a:lnTo>
                <a:lnTo>
                  <a:pt x="40" y="72"/>
                </a:lnTo>
                <a:lnTo>
                  <a:pt x="39" y="72"/>
                </a:lnTo>
                <a:lnTo>
                  <a:pt x="39" y="71"/>
                </a:lnTo>
                <a:lnTo>
                  <a:pt x="39" y="70"/>
                </a:lnTo>
                <a:lnTo>
                  <a:pt x="38" y="70"/>
                </a:lnTo>
                <a:lnTo>
                  <a:pt x="37" y="70"/>
                </a:lnTo>
                <a:lnTo>
                  <a:pt x="37" y="69"/>
                </a:lnTo>
                <a:lnTo>
                  <a:pt x="33" y="65"/>
                </a:lnTo>
                <a:lnTo>
                  <a:pt x="32" y="63"/>
                </a:lnTo>
                <a:lnTo>
                  <a:pt x="32" y="64"/>
                </a:lnTo>
                <a:lnTo>
                  <a:pt x="31" y="63"/>
                </a:lnTo>
                <a:lnTo>
                  <a:pt x="31" y="62"/>
                </a:lnTo>
                <a:lnTo>
                  <a:pt x="31" y="61"/>
                </a:lnTo>
                <a:lnTo>
                  <a:pt x="31" y="60"/>
                </a:lnTo>
                <a:lnTo>
                  <a:pt x="32" y="59"/>
                </a:lnTo>
                <a:lnTo>
                  <a:pt x="32" y="58"/>
                </a:lnTo>
                <a:lnTo>
                  <a:pt x="31" y="58"/>
                </a:lnTo>
                <a:lnTo>
                  <a:pt x="30" y="58"/>
                </a:lnTo>
                <a:lnTo>
                  <a:pt x="29" y="58"/>
                </a:lnTo>
                <a:lnTo>
                  <a:pt x="28" y="58"/>
                </a:lnTo>
                <a:lnTo>
                  <a:pt x="28" y="57"/>
                </a:lnTo>
                <a:lnTo>
                  <a:pt x="28" y="56"/>
                </a:lnTo>
                <a:lnTo>
                  <a:pt x="29" y="56"/>
                </a:lnTo>
                <a:lnTo>
                  <a:pt x="29" y="55"/>
                </a:lnTo>
                <a:lnTo>
                  <a:pt x="29" y="54"/>
                </a:lnTo>
                <a:lnTo>
                  <a:pt x="30" y="53"/>
                </a:lnTo>
                <a:lnTo>
                  <a:pt x="31" y="53"/>
                </a:lnTo>
                <a:lnTo>
                  <a:pt x="32" y="52"/>
                </a:lnTo>
                <a:lnTo>
                  <a:pt x="33" y="52"/>
                </a:lnTo>
                <a:lnTo>
                  <a:pt x="33" y="51"/>
                </a:lnTo>
                <a:lnTo>
                  <a:pt x="34" y="52"/>
                </a:lnTo>
                <a:lnTo>
                  <a:pt x="35" y="52"/>
                </a:lnTo>
                <a:lnTo>
                  <a:pt x="36" y="52"/>
                </a:lnTo>
                <a:lnTo>
                  <a:pt x="36" y="51"/>
                </a:lnTo>
                <a:lnTo>
                  <a:pt x="36" y="49"/>
                </a:lnTo>
                <a:lnTo>
                  <a:pt x="36" y="48"/>
                </a:lnTo>
                <a:lnTo>
                  <a:pt x="37" y="48"/>
                </a:lnTo>
                <a:lnTo>
                  <a:pt x="38" y="48"/>
                </a:lnTo>
                <a:lnTo>
                  <a:pt x="39" y="48"/>
                </a:lnTo>
                <a:lnTo>
                  <a:pt x="41" y="48"/>
                </a:lnTo>
                <a:lnTo>
                  <a:pt x="42" y="48"/>
                </a:lnTo>
                <a:lnTo>
                  <a:pt x="42" y="47"/>
                </a:lnTo>
                <a:lnTo>
                  <a:pt x="43" y="46"/>
                </a:lnTo>
                <a:lnTo>
                  <a:pt x="45" y="46"/>
                </a:lnTo>
                <a:lnTo>
                  <a:pt x="46" y="46"/>
                </a:lnTo>
                <a:lnTo>
                  <a:pt x="48" y="46"/>
                </a:lnTo>
                <a:lnTo>
                  <a:pt x="48" y="47"/>
                </a:lnTo>
                <a:lnTo>
                  <a:pt x="49" y="47"/>
                </a:lnTo>
                <a:lnTo>
                  <a:pt x="49" y="48"/>
                </a:lnTo>
                <a:lnTo>
                  <a:pt x="50" y="48"/>
                </a:lnTo>
                <a:lnTo>
                  <a:pt x="49" y="48"/>
                </a:lnTo>
                <a:lnTo>
                  <a:pt x="50" y="48"/>
                </a:lnTo>
                <a:lnTo>
                  <a:pt x="50" y="49"/>
                </a:lnTo>
                <a:lnTo>
                  <a:pt x="51" y="49"/>
                </a:lnTo>
                <a:lnTo>
                  <a:pt x="53" y="48"/>
                </a:lnTo>
                <a:lnTo>
                  <a:pt x="53" y="47"/>
                </a:lnTo>
                <a:lnTo>
                  <a:pt x="54" y="47"/>
                </a:lnTo>
                <a:lnTo>
                  <a:pt x="54" y="48"/>
                </a:lnTo>
                <a:lnTo>
                  <a:pt x="55" y="48"/>
                </a:lnTo>
                <a:lnTo>
                  <a:pt x="56" y="47"/>
                </a:lnTo>
                <a:lnTo>
                  <a:pt x="57" y="46"/>
                </a:lnTo>
                <a:lnTo>
                  <a:pt x="58" y="46"/>
                </a:lnTo>
                <a:lnTo>
                  <a:pt x="59" y="45"/>
                </a:lnTo>
                <a:lnTo>
                  <a:pt x="60" y="45"/>
                </a:lnTo>
                <a:lnTo>
                  <a:pt x="60" y="44"/>
                </a:lnTo>
                <a:lnTo>
                  <a:pt x="61" y="44"/>
                </a:lnTo>
                <a:lnTo>
                  <a:pt x="61" y="45"/>
                </a:lnTo>
                <a:lnTo>
                  <a:pt x="62" y="44"/>
                </a:lnTo>
                <a:lnTo>
                  <a:pt x="63" y="44"/>
                </a:lnTo>
                <a:lnTo>
                  <a:pt x="62" y="44"/>
                </a:lnTo>
                <a:lnTo>
                  <a:pt x="62" y="43"/>
                </a:lnTo>
                <a:lnTo>
                  <a:pt x="62" y="42"/>
                </a:lnTo>
                <a:lnTo>
                  <a:pt x="63" y="42"/>
                </a:lnTo>
                <a:lnTo>
                  <a:pt x="64" y="41"/>
                </a:lnTo>
                <a:lnTo>
                  <a:pt x="65" y="41"/>
                </a:lnTo>
                <a:lnTo>
                  <a:pt x="67" y="41"/>
                </a:lnTo>
                <a:lnTo>
                  <a:pt x="67" y="39"/>
                </a:lnTo>
                <a:lnTo>
                  <a:pt x="67" y="38"/>
                </a:lnTo>
                <a:lnTo>
                  <a:pt x="68" y="36"/>
                </a:lnTo>
                <a:lnTo>
                  <a:pt x="69" y="35"/>
                </a:lnTo>
                <a:lnTo>
                  <a:pt x="69" y="34"/>
                </a:lnTo>
                <a:lnTo>
                  <a:pt x="70" y="34"/>
                </a:lnTo>
                <a:lnTo>
                  <a:pt x="72" y="32"/>
                </a:lnTo>
                <a:lnTo>
                  <a:pt x="72" y="31"/>
                </a:lnTo>
                <a:lnTo>
                  <a:pt x="72" y="30"/>
                </a:lnTo>
                <a:lnTo>
                  <a:pt x="73" y="30"/>
                </a:lnTo>
                <a:lnTo>
                  <a:pt x="73" y="29"/>
                </a:lnTo>
                <a:lnTo>
                  <a:pt x="75" y="28"/>
                </a:lnTo>
                <a:lnTo>
                  <a:pt x="76" y="28"/>
                </a:lnTo>
                <a:lnTo>
                  <a:pt x="77" y="29"/>
                </a:lnTo>
                <a:lnTo>
                  <a:pt x="77" y="30"/>
                </a:lnTo>
                <a:lnTo>
                  <a:pt x="77" y="31"/>
                </a:lnTo>
                <a:lnTo>
                  <a:pt x="78" y="31"/>
                </a:lnTo>
                <a:lnTo>
                  <a:pt x="79" y="31"/>
                </a:lnTo>
                <a:lnTo>
                  <a:pt x="80" y="31"/>
                </a:lnTo>
                <a:lnTo>
                  <a:pt x="81" y="32"/>
                </a:lnTo>
                <a:lnTo>
                  <a:pt x="81" y="31"/>
                </a:lnTo>
                <a:lnTo>
                  <a:pt x="81" y="30"/>
                </a:lnTo>
                <a:lnTo>
                  <a:pt x="82" y="30"/>
                </a:lnTo>
                <a:lnTo>
                  <a:pt x="84" y="30"/>
                </a:lnTo>
                <a:lnTo>
                  <a:pt x="87" y="30"/>
                </a:lnTo>
                <a:lnTo>
                  <a:pt x="88" y="29"/>
                </a:lnTo>
                <a:lnTo>
                  <a:pt x="89" y="29"/>
                </a:lnTo>
                <a:lnTo>
                  <a:pt x="90" y="29"/>
                </a:lnTo>
                <a:lnTo>
                  <a:pt x="90" y="30"/>
                </a:lnTo>
                <a:lnTo>
                  <a:pt x="91" y="30"/>
                </a:lnTo>
                <a:lnTo>
                  <a:pt x="93" y="30"/>
                </a:lnTo>
                <a:lnTo>
                  <a:pt x="94" y="30"/>
                </a:lnTo>
                <a:lnTo>
                  <a:pt x="95" y="30"/>
                </a:lnTo>
                <a:lnTo>
                  <a:pt x="95" y="29"/>
                </a:lnTo>
                <a:lnTo>
                  <a:pt x="94" y="29"/>
                </a:lnTo>
                <a:lnTo>
                  <a:pt x="94" y="28"/>
                </a:lnTo>
                <a:lnTo>
                  <a:pt x="94" y="27"/>
                </a:lnTo>
                <a:lnTo>
                  <a:pt x="93" y="27"/>
                </a:lnTo>
                <a:lnTo>
                  <a:pt x="93" y="26"/>
                </a:lnTo>
                <a:lnTo>
                  <a:pt x="93" y="25"/>
                </a:lnTo>
                <a:lnTo>
                  <a:pt x="92" y="25"/>
                </a:lnTo>
                <a:lnTo>
                  <a:pt x="91" y="25"/>
                </a:lnTo>
                <a:lnTo>
                  <a:pt x="90" y="24"/>
                </a:lnTo>
                <a:lnTo>
                  <a:pt x="89" y="24"/>
                </a:lnTo>
                <a:lnTo>
                  <a:pt x="89" y="23"/>
                </a:lnTo>
                <a:lnTo>
                  <a:pt x="89" y="22"/>
                </a:lnTo>
                <a:lnTo>
                  <a:pt x="87" y="20"/>
                </a:lnTo>
                <a:lnTo>
                  <a:pt x="86" y="19"/>
                </a:lnTo>
                <a:lnTo>
                  <a:pt x="86" y="18"/>
                </a:lnTo>
                <a:lnTo>
                  <a:pt x="85" y="18"/>
                </a:lnTo>
                <a:lnTo>
                  <a:pt x="84" y="17"/>
                </a:lnTo>
                <a:lnTo>
                  <a:pt x="83" y="16"/>
                </a:lnTo>
                <a:lnTo>
                  <a:pt x="83" y="14"/>
                </a:lnTo>
                <a:lnTo>
                  <a:pt x="83" y="13"/>
                </a:lnTo>
                <a:lnTo>
                  <a:pt x="84" y="13"/>
                </a:lnTo>
                <a:lnTo>
                  <a:pt x="85" y="13"/>
                </a:lnTo>
                <a:lnTo>
                  <a:pt x="86" y="13"/>
                </a:lnTo>
                <a:lnTo>
                  <a:pt x="86" y="12"/>
                </a:lnTo>
                <a:lnTo>
                  <a:pt x="87" y="13"/>
                </a:lnTo>
                <a:lnTo>
                  <a:pt x="87" y="14"/>
                </a:lnTo>
                <a:lnTo>
                  <a:pt x="88" y="15"/>
                </a:lnTo>
                <a:lnTo>
                  <a:pt x="89" y="16"/>
                </a:lnTo>
                <a:lnTo>
                  <a:pt x="90" y="17"/>
                </a:lnTo>
                <a:lnTo>
                  <a:pt x="90" y="16"/>
                </a:lnTo>
                <a:lnTo>
                  <a:pt x="91" y="16"/>
                </a:lnTo>
                <a:lnTo>
                  <a:pt x="92" y="17"/>
                </a:lnTo>
                <a:lnTo>
                  <a:pt x="93" y="17"/>
                </a:lnTo>
                <a:lnTo>
                  <a:pt x="94" y="17"/>
                </a:lnTo>
                <a:lnTo>
                  <a:pt x="95" y="17"/>
                </a:lnTo>
                <a:lnTo>
                  <a:pt x="96" y="17"/>
                </a:lnTo>
                <a:lnTo>
                  <a:pt x="96" y="16"/>
                </a:lnTo>
                <a:lnTo>
                  <a:pt x="95" y="15"/>
                </a:lnTo>
                <a:lnTo>
                  <a:pt x="95" y="14"/>
                </a:lnTo>
                <a:lnTo>
                  <a:pt x="94" y="13"/>
                </a:lnTo>
                <a:lnTo>
                  <a:pt x="93" y="11"/>
                </a:lnTo>
                <a:lnTo>
                  <a:pt x="93" y="10"/>
                </a:lnTo>
                <a:lnTo>
                  <a:pt x="93" y="9"/>
                </a:lnTo>
                <a:lnTo>
                  <a:pt x="94" y="9"/>
                </a:lnTo>
                <a:lnTo>
                  <a:pt x="95" y="8"/>
                </a:lnTo>
                <a:lnTo>
                  <a:pt x="96" y="8"/>
                </a:lnTo>
                <a:lnTo>
                  <a:pt x="97" y="9"/>
                </a:lnTo>
                <a:lnTo>
                  <a:pt x="98" y="9"/>
                </a:lnTo>
                <a:lnTo>
                  <a:pt x="99" y="9"/>
                </a:lnTo>
                <a:lnTo>
                  <a:pt x="100" y="8"/>
                </a:lnTo>
                <a:lnTo>
                  <a:pt x="101" y="8"/>
                </a:lnTo>
                <a:lnTo>
                  <a:pt x="102" y="8"/>
                </a:lnTo>
                <a:lnTo>
                  <a:pt x="103" y="8"/>
                </a:lnTo>
                <a:lnTo>
                  <a:pt x="103" y="7"/>
                </a:lnTo>
                <a:lnTo>
                  <a:pt x="104" y="7"/>
                </a:lnTo>
                <a:lnTo>
                  <a:pt x="105" y="8"/>
                </a:lnTo>
                <a:lnTo>
                  <a:pt x="106" y="9"/>
                </a:lnTo>
                <a:lnTo>
                  <a:pt x="107" y="9"/>
                </a:lnTo>
                <a:lnTo>
                  <a:pt x="108" y="8"/>
                </a:lnTo>
                <a:lnTo>
                  <a:pt x="108" y="6"/>
                </a:lnTo>
                <a:lnTo>
                  <a:pt x="109" y="5"/>
                </a:lnTo>
                <a:lnTo>
                  <a:pt x="109" y="4"/>
                </a:lnTo>
                <a:lnTo>
                  <a:pt x="109" y="3"/>
                </a:lnTo>
                <a:lnTo>
                  <a:pt x="108" y="3"/>
                </a:lnTo>
                <a:lnTo>
                  <a:pt x="108" y="2"/>
                </a:lnTo>
                <a:lnTo>
                  <a:pt x="108" y="1"/>
                </a:lnTo>
                <a:lnTo>
                  <a:pt x="110" y="0"/>
                </a:lnTo>
                <a:lnTo>
                  <a:pt x="111" y="0"/>
                </a:lnTo>
                <a:lnTo>
                  <a:pt x="112" y="1"/>
                </a:lnTo>
                <a:lnTo>
                  <a:pt x="113" y="2"/>
                </a:lnTo>
                <a:lnTo>
                  <a:pt x="11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4" name=""/>
          <p:cNvSpPr/>
          <p:nvPr/>
        </p:nvSpPr>
        <p:spPr>
          <a:xfrm>
            <a:off x="4516200" y="1510200"/>
            <a:ext cx="44280" cy="62640"/>
          </a:xfrm>
          <a:custGeom>
            <a:avLst/>
            <a:gdLst/>
            <a:ahLst/>
            <a:rect l="0" t="0" r="r" b="b"/>
            <a:pathLst>
              <a:path w="123" h="174">
                <a:moveTo>
                  <a:pt x="66" y="0"/>
                </a:moveTo>
                <a:lnTo>
                  <a:pt x="68" y="0"/>
                </a:lnTo>
                <a:lnTo>
                  <a:pt x="68" y="1"/>
                </a:lnTo>
                <a:lnTo>
                  <a:pt x="69" y="1"/>
                </a:lnTo>
                <a:lnTo>
                  <a:pt x="71" y="2"/>
                </a:lnTo>
                <a:lnTo>
                  <a:pt x="72" y="2"/>
                </a:lnTo>
                <a:lnTo>
                  <a:pt x="73" y="2"/>
                </a:lnTo>
                <a:lnTo>
                  <a:pt x="74" y="2"/>
                </a:lnTo>
                <a:lnTo>
                  <a:pt x="75" y="2"/>
                </a:lnTo>
                <a:lnTo>
                  <a:pt x="76" y="2"/>
                </a:lnTo>
                <a:lnTo>
                  <a:pt x="77" y="2"/>
                </a:lnTo>
                <a:lnTo>
                  <a:pt x="77" y="3"/>
                </a:lnTo>
                <a:lnTo>
                  <a:pt x="77" y="4"/>
                </a:lnTo>
                <a:lnTo>
                  <a:pt x="77" y="5"/>
                </a:lnTo>
                <a:lnTo>
                  <a:pt x="77" y="6"/>
                </a:lnTo>
                <a:lnTo>
                  <a:pt x="78" y="6"/>
                </a:lnTo>
                <a:lnTo>
                  <a:pt x="77" y="6"/>
                </a:lnTo>
                <a:lnTo>
                  <a:pt x="78" y="7"/>
                </a:lnTo>
                <a:lnTo>
                  <a:pt x="79" y="8"/>
                </a:lnTo>
                <a:lnTo>
                  <a:pt x="80" y="8"/>
                </a:lnTo>
                <a:lnTo>
                  <a:pt x="80" y="9"/>
                </a:lnTo>
                <a:lnTo>
                  <a:pt x="82" y="10"/>
                </a:lnTo>
                <a:lnTo>
                  <a:pt x="84" y="11"/>
                </a:lnTo>
                <a:lnTo>
                  <a:pt x="84" y="12"/>
                </a:lnTo>
                <a:lnTo>
                  <a:pt x="85" y="12"/>
                </a:lnTo>
                <a:lnTo>
                  <a:pt x="86" y="12"/>
                </a:lnTo>
                <a:lnTo>
                  <a:pt x="86" y="13"/>
                </a:lnTo>
                <a:lnTo>
                  <a:pt x="86" y="14"/>
                </a:lnTo>
                <a:lnTo>
                  <a:pt x="86" y="15"/>
                </a:lnTo>
                <a:lnTo>
                  <a:pt x="85" y="15"/>
                </a:lnTo>
                <a:lnTo>
                  <a:pt x="85" y="16"/>
                </a:lnTo>
                <a:lnTo>
                  <a:pt x="86" y="16"/>
                </a:lnTo>
                <a:lnTo>
                  <a:pt x="87" y="16"/>
                </a:lnTo>
                <a:lnTo>
                  <a:pt x="88" y="16"/>
                </a:lnTo>
                <a:lnTo>
                  <a:pt x="88" y="17"/>
                </a:lnTo>
                <a:lnTo>
                  <a:pt x="89" y="17"/>
                </a:lnTo>
                <a:lnTo>
                  <a:pt x="89" y="16"/>
                </a:lnTo>
                <a:lnTo>
                  <a:pt x="90" y="16"/>
                </a:lnTo>
                <a:lnTo>
                  <a:pt x="91" y="16"/>
                </a:lnTo>
                <a:lnTo>
                  <a:pt x="91" y="17"/>
                </a:lnTo>
                <a:lnTo>
                  <a:pt x="92" y="18"/>
                </a:lnTo>
                <a:lnTo>
                  <a:pt x="93" y="18"/>
                </a:lnTo>
                <a:lnTo>
                  <a:pt x="94" y="18"/>
                </a:lnTo>
                <a:lnTo>
                  <a:pt x="94" y="17"/>
                </a:lnTo>
                <a:lnTo>
                  <a:pt x="95" y="17"/>
                </a:lnTo>
                <a:lnTo>
                  <a:pt x="95" y="18"/>
                </a:lnTo>
                <a:lnTo>
                  <a:pt x="95" y="19"/>
                </a:lnTo>
                <a:lnTo>
                  <a:pt x="96" y="19"/>
                </a:lnTo>
                <a:lnTo>
                  <a:pt x="97" y="20"/>
                </a:lnTo>
                <a:lnTo>
                  <a:pt x="96" y="20"/>
                </a:lnTo>
                <a:lnTo>
                  <a:pt x="96" y="21"/>
                </a:lnTo>
                <a:lnTo>
                  <a:pt x="95" y="21"/>
                </a:lnTo>
                <a:lnTo>
                  <a:pt x="94" y="21"/>
                </a:lnTo>
                <a:lnTo>
                  <a:pt x="94" y="22"/>
                </a:lnTo>
                <a:lnTo>
                  <a:pt x="94" y="24"/>
                </a:lnTo>
                <a:lnTo>
                  <a:pt x="95" y="24"/>
                </a:lnTo>
                <a:lnTo>
                  <a:pt x="96" y="24"/>
                </a:lnTo>
                <a:lnTo>
                  <a:pt x="96" y="23"/>
                </a:lnTo>
                <a:lnTo>
                  <a:pt x="97" y="23"/>
                </a:lnTo>
                <a:lnTo>
                  <a:pt x="97" y="24"/>
                </a:lnTo>
                <a:lnTo>
                  <a:pt x="98" y="24"/>
                </a:lnTo>
                <a:lnTo>
                  <a:pt x="98" y="25"/>
                </a:lnTo>
                <a:lnTo>
                  <a:pt x="98" y="26"/>
                </a:lnTo>
                <a:lnTo>
                  <a:pt x="99" y="26"/>
                </a:lnTo>
                <a:lnTo>
                  <a:pt x="98" y="26"/>
                </a:lnTo>
                <a:lnTo>
                  <a:pt x="98" y="27"/>
                </a:lnTo>
                <a:lnTo>
                  <a:pt x="98" y="28"/>
                </a:lnTo>
                <a:lnTo>
                  <a:pt x="97" y="29"/>
                </a:lnTo>
                <a:lnTo>
                  <a:pt x="96" y="28"/>
                </a:lnTo>
                <a:lnTo>
                  <a:pt x="95" y="29"/>
                </a:lnTo>
                <a:lnTo>
                  <a:pt x="94" y="29"/>
                </a:lnTo>
                <a:lnTo>
                  <a:pt x="94" y="28"/>
                </a:lnTo>
                <a:lnTo>
                  <a:pt x="93" y="28"/>
                </a:lnTo>
                <a:lnTo>
                  <a:pt x="93" y="29"/>
                </a:lnTo>
                <a:lnTo>
                  <a:pt x="92" y="28"/>
                </a:lnTo>
                <a:lnTo>
                  <a:pt x="91" y="27"/>
                </a:lnTo>
                <a:lnTo>
                  <a:pt x="90" y="27"/>
                </a:lnTo>
                <a:lnTo>
                  <a:pt x="89" y="27"/>
                </a:lnTo>
                <a:lnTo>
                  <a:pt x="88" y="28"/>
                </a:lnTo>
                <a:lnTo>
                  <a:pt x="88" y="29"/>
                </a:lnTo>
                <a:lnTo>
                  <a:pt x="87" y="29"/>
                </a:lnTo>
                <a:lnTo>
                  <a:pt x="86" y="29"/>
                </a:lnTo>
                <a:lnTo>
                  <a:pt x="86" y="28"/>
                </a:lnTo>
                <a:lnTo>
                  <a:pt x="85" y="28"/>
                </a:lnTo>
                <a:lnTo>
                  <a:pt x="84" y="29"/>
                </a:lnTo>
                <a:lnTo>
                  <a:pt x="82" y="29"/>
                </a:lnTo>
                <a:lnTo>
                  <a:pt x="81" y="28"/>
                </a:lnTo>
                <a:lnTo>
                  <a:pt x="81" y="27"/>
                </a:lnTo>
                <a:lnTo>
                  <a:pt x="80" y="26"/>
                </a:lnTo>
                <a:lnTo>
                  <a:pt x="79" y="26"/>
                </a:lnTo>
                <a:lnTo>
                  <a:pt x="78" y="26"/>
                </a:lnTo>
                <a:lnTo>
                  <a:pt x="77" y="26"/>
                </a:lnTo>
                <a:lnTo>
                  <a:pt x="77" y="27"/>
                </a:lnTo>
                <a:lnTo>
                  <a:pt x="77" y="26"/>
                </a:lnTo>
                <a:lnTo>
                  <a:pt x="76" y="26"/>
                </a:lnTo>
                <a:lnTo>
                  <a:pt x="75" y="26"/>
                </a:lnTo>
                <a:lnTo>
                  <a:pt x="74" y="26"/>
                </a:lnTo>
                <a:lnTo>
                  <a:pt x="74" y="27"/>
                </a:lnTo>
                <a:lnTo>
                  <a:pt x="75" y="27"/>
                </a:lnTo>
                <a:lnTo>
                  <a:pt x="75" y="28"/>
                </a:lnTo>
                <a:lnTo>
                  <a:pt x="74" y="29"/>
                </a:lnTo>
                <a:lnTo>
                  <a:pt x="74" y="30"/>
                </a:lnTo>
                <a:lnTo>
                  <a:pt x="74" y="31"/>
                </a:lnTo>
                <a:lnTo>
                  <a:pt x="73" y="31"/>
                </a:lnTo>
                <a:lnTo>
                  <a:pt x="72" y="31"/>
                </a:lnTo>
                <a:lnTo>
                  <a:pt x="72" y="32"/>
                </a:lnTo>
                <a:lnTo>
                  <a:pt x="72" y="33"/>
                </a:lnTo>
                <a:lnTo>
                  <a:pt x="73" y="33"/>
                </a:lnTo>
                <a:lnTo>
                  <a:pt x="73" y="34"/>
                </a:lnTo>
                <a:lnTo>
                  <a:pt x="72" y="34"/>
                </a:lnTo>
                <a:lnTo>
                  <a:pt x="71" y="34"/>
                </a:lnTo>
                <a:lnTo>
                  <a:pt x="72" y="34"/>
                </a:lnTo>
                <a:lnTo>
                  <a:pt x="72" y="35"/>
                </a:lnTo>
                <a:lnTo>
                  <a:pt x="71" y="35"/>
                </a:lnTo>
                <a:lnTo>
                  <a:pt x="71" y="36"/>
                </a:lnTo>
                <a:lnTo>
                  <a:pt x="72" y="36"/>
                </a:lnTo>
                <a:lnTo>
                  <a:pt x="72" y="37"/>
                </a:lnTo>
                <a:lnTo>
                  <a:pt x="72" y="36"/>
                </a:lnTo>
                <a:lnTo>
                  <a:pt x="73" y="36"/>
                </a:lnTo>
                <a:lnTo>
                  <a:pt x="73" y="37"/>
                </a:lnTo>
                <a:lnTo>
                  <a:pt x="73" y="39"/>
                </a:lnTo>
                <a:lnTo>
                  <a:pt x="74" y="41"/>
                </a:lnTo>
                <a:lnTo>
                  <a:pt x="75" y="42"/>
                </a:lnTo>
                <a:lnTo>
                  <a:pt x="75" y="43"/>
                </a:lnTo>
                <a:lnTo>
                  <a:pt x="75" y="45"/>
                </a:lnTo>
                <a:lnTo>
                  <a:pt x="76" y="46"/>
                </a:lnTo>
                <a:lnTo>
                  <a:pt x="77" y="47"/>
                </a:lnTo>
                <a:lnTo>
                  <a:pt x="76" y="48"/>
                </a:lnTo>
                <a:lnTo>
                  <a:pt x="76" y="49"/>
                </a:lnTo>
                <a:lnTo>
                  <a:pt x="75" y="49"/>
                </a:lnTo>
                <a:lnTo>
                  <a:pt x="75" y="50"/>
                </a:lnTo>
                <a:lnTo>
                  <a:pt x="76" y="50"/>
                </a:lnTo>
                <a:lnTo>
                  <a:pt x="76" y="51"/>
                </a:lnTo>
                <a:lnTo>
                  <a:pt x="75" y="51"/>
                </a:lnTo>
                <a:lnTo>
                  <a:pt x="74" y="51"/>
                </a:lnTo>
                <a:lnTo>
                  <a:pt x="75" y="51"/>
                </a:lnTo>
                <a:lnTo>
                  <a:pt x="76" y="51"/>
                </a:lnTo>
                <a:lnTo>
                  <a:pt x="76" y="52"/>
                </a:lnTo>
                <a:lnTo>
                  <a:pt x="77" y="52"/>
                </a:lnTo>
                <a:lnTo>
                  <a:pt x="77" y="51"/>
                </a:lnTo>
                <a:lnTo>
                  <a:pt x="77" y="52"/>
                </a:lnTo>
                <a:lnTo>
                  <a:pt x="78" y="52"/>
                </a:lnTo>
                <a:lnTo>
                  <a:pt x="79" y="52"/>
                </a:lnTo>
                <a:lnTo>
                  <a:pt x="79" y="53"/>
                </a:lnTo>
                <a:lnTo>
                  <a:pt x="80" y="53"/>
                </a:lnTo>
                <a:lnTo>
                  <a:pt x="79" y="53"/>
                </a:lnTo>
                <a:lnTo>
                  <a:pt x="80" y="53"/>
                </a:lnTo>
                <a:lnTo>
                  <a:pt x="80" y="54"/>
                </a:lnTo>
                <a:lnTo>
                  <a:pt x="79" y="54"/>
                </a:lnTo>
                <a:lnTo>
                  <a:pt x="79" y="53"/>
                </a:lnTo>
                <a:lnTo>
                  <a:pt x="79" y="54"/>
                </a:lnTo>
                <a:lnTo>
                  <a:pt x="78" y="54"/>
                </a:lnTo>
                <a:lnTo>
                  <a:pt x="78" y="55"/>
                </a:lnTo>
                <a:lnTo>
                  <a:pt x="79" y="55"/>
                </a:lnTo>
                <a:lnTo>
                  <a:pt x="79" y="56"/>
                </a:lnTo>
                <a:lnTo>
                  <a:pt x="80" y="57"/>
                </a:lnTo>
                <a:lnTo>
                  <a:pt x="81" y="57"/>
                </a:lnTo>
                <a:lnTo>
                  <a:pt x="82" y="57"/>
                </a:lnTo>
                <a:lnTo>
                  <a:pt x="84" y="57"/>
                </a:lnTo>
                <a:lnTo>
                  <a:pt x="84" y="58"/>
                </a:lnTo>
                <a:lnTo>
                  <a:pt x="85" y="57"/>
                </a:lnTo>
                <a:lnTo>
                  <a:pt x="85" y="58"/>
                </a:lnTo>
                <a:lnTo>
                  <a:pt x="85" y="59"/>
                </a:lnTo>
                <a:lnTo>
                  <a:pt x="86" y="59"/>
                </a:lnTo>
                <a:lnTo>
                  <a:pt x="86" y="60"/>
                </a:lnTo>
                <a:lnTo>
                  <a:pt x="86" y="61"/>
                </a:lnTo>
                <a:lnTo>
                  <a:pt x="87" y="61"/>
                </a:lnTo>
                <a:lnTo>
                  <a:pt x="87" y="62"/>
                </a:lnTo>
                <a:lnTo>
                  <a:pt x="87" y="63"/>
                </a:lnTo>
                <a:lnTo>
                  <a:pt x="87" y="64"/>
                </a:lnTo>
                <a:lnTo>
                  <a:pt x="86" y="64"/>
                </a:lnTo>
                <a:lnTo>
                  <a:pt x="86" y="63"/>
                </a:lnTo>
                <a:lnTo>
                  <a:pt x="86" y="64"/>
                </a:lnTo>
                <a:lnTo>
                  <a:pt x="86" y="65"/>
                </a:lnTo>
                <a:lnTo>
                  <a:pt x="85" y="65"/>
                </a:lnTo>
                <a:lnTo>
                  <a:pt x="85" y="66"/>
                </a:lnTo>
                <a:lnTo>
                  <a:pt x="84" y="66"/>
                </a:lnTo>
                <a:lnTo>
                  <a:pt x="84" y="67"/>
                </a:lnTo>
                <a:lnTo>
                  <a:pt x="82" y="67"/>
                </a:lnTo>
                <a:lnTo>
                  <a:pt x="82" y="68"/>
                </a:lnTo>
                <a:lnTo>
                  <a:pt x="84" y="68"/>
                </a:lnTo>
                <a:lnTo>
                  <a:pt x="84" y="67"/>
                </a:lnTo>
                <a:lnTo>
                  <a:pt x="84" y="68"/>
                </a:lnTo>
                <a:lnTo>
                  <a:pt x="85" y="68"/>
                </a:lnTo>
                <a:lnTo>
                  <a:pt x="86" y="68"/>
                </a:lnTo>
                <a:lnTo>
                  <a:pt x="86" y="69"/>
                </a:lnTo>
                <a:lnTo>
                  <a:pt x="86" y="70"/>
                </a:lnTo>
                <a:lnTo>
                  <a:pt x="87" y="70"/>
                </a:lnTo>
                <a:lnTo>
                  <a:pt x="87" y="69"/>
                </a:lnTo>
                <a:lnTo>
                  <a:pt x="88" y="69"/>
                </a:lnTo>
                <a:lnTo>
                  <a:pt x="89" y="69"/>
                </a:lnTo>
                <a:lnTo>
                  <a:pt x="89" y="70"/>
                </a:lnTo>
                <a:lnTo>
                  <a:pt x="90" y="70"/>
                </a:lnTo>
                <a:lnTo>
                  <a:pt x="91" y="70"/>
                </a:lnTo>
                <a:lnTo>
                  <a:pt x="91" y="71"/>
                </a:lnTo>
                <a:lnTo>
                  <a:pt x="90" y="71"/>
                </a:lnTo>
                <a:lnTo>
                  <a:pt x="89" y="71"/>
                </a:lnTo>
                <a:lnTo>
                  <a:pt x="89" y="72"/>
                </a:lnTo>
                <a:lnTo>
                  <a:pt x="90" y="72"/>
                </a:lnTo>
                <a:lnTo>
                  <a:pt x="90" y="73"/>
                </a:lnTo>
                <a:lnTo>
                  <a:pt x="91" y="73"/>
                </a:lnTo>
                <a:lnTo>
                  <a:pt x="91" y="74"/>
                </a:lnTo>
                <a:lnTo>
                  <a:pt x="91" y="75"/>
                </a:lnTo>
                <a:lnTo>
                  <a:pt x="92" y="74"/>
                </a:lnTo>
                <a:lnTo>
                  <a:pt x="93" y="74"/>
                </a:lnTo>
                <a:lnTo>
                  <a:pt x="93" y="73"/>
                </a:lnTo>
                <a:lnTo>
                  <a:pt x="94" y="73"/>
                </a:lnTo>
                <a:lnTo>
                  <a:pt x="94" y="72"/>
                </a:lnTo>
                <a:lnTo>
                  <a:pt x="93" y="72"/>
                </a:lnTo>
                <a:lnTo>
                  <a:pt x="93" y="71"/>
                </a:lnTo>
                <a:lnTo>
                  <a:pt x="93" y="70"/>
                </a:lnTo>
                <a:lnTo>
                  <a:pt x="94" y="70"/>
                </a:lnTo>
                <a:lnTo>
                  <a:pt x="95" y="70"/>
                </a:lnTo>
                <a:lnTo>
                  <a:pt x="95" y="69"/>
                </a:lnTo>
                <a:lnTo>
                  <a:pt x="94" y="68"/>
                </a:lnTo>
                <a:lnTo>
                  <a:pt x="94" y="69"/>
                </a:lnTo>
                <a:lnTo>
                  <a:pt x="95" y="68"/>
                </a:lnTo>
                <a:lnTo>
                  <a:pt x="96" y="68"/>
                </a:lnTo>
                <a:lnTo>
                  <a:pt x="97" y="68"/>
                </a:lnTo>
                <a:lnTo>
                  <a:pt x="98" y="68"/>
                </a:lnTo>
                <a:lnTo>
                  <a:pt x="98" y="67"/>
                </a:lnTo>
                <a:lnTo>
                  <a:pt x="99" y="67"/>
                </a:lnTo>
                <a:lnTo>
                  <a:pt x="100" y="68"/>
                </a:lnTo>
                <a:lnTo>
                  <a:pt x="101" y="68"/>
                </a:lnTo>
                <a:lnTo>
                  <a:pt x="102" y="69"/>
                </a:lnTo>
                <a:lnTo>
                  <a:pt x="103" y="69"/>
                </a:lnTo>
                <a:lnTo>
                  <a:pt x="103" y="68"/>
                </a:lnTo>
                <a:lnTo>
                  <a:pt x="103" y="69"/>
                </a:lnTo>
                <a:lnTo>
                  <a:pt x="104" y="69"/>
                </a:lnTo>
                <a:lnTo>
                  <a:pt x="104" y="68"/>
                </a:lnTo>
                <a:lnTo>
                  <a:pt x="105" y="68"/>
                </a:lnTo>
                <a:lnTo>
                  <a:pt x="105" y="67"/>
                </a:lnTo>
                <a:lnTo>
                  <a:pt x="106" y="68"/>
                </a:lnTo>
                <a:lnTo>
                  <a:pt x="106" y="69"/>
                </a:lnTo>
                <a:lnTo>
                  <a:pt x="107" y="69"/>
                </a:lnTo>
                <a:lnTo>
                  <a:pt x="107" y="68"/>
                </a:lnTo>
                <a:lnTo>
                  <a:pt x="108" y="69"/>
                </a:lnTo>
                <a:lnTo>
                  <a:pt x="108" y="68"/>
                </a:lnTo>
                <a:lnTo>
                  <a:pt x="109" y="69"/>
                </a:lnTo>
                <a:lnTo>
                  <a:pt x="110" y="69"/>
                </a:lnTo>
                <a:lnTo>
                  <a:pt x="109" y="69"/>
                </a:lnTo>
                <a:lnTo>
                  <a:pt x="110" y="69"/>
                </a:lnTo>
                <a:lnTo>
                  <a:pt x="110" y="70"/>
                </a:lnTo>
                <a:lnTo>
                  <a:pt x="111" y="70"/>
                </a:lnTo>
                <a:lnTo>
                  <a:pt x="111" y="71"/>
                </a:lnTo>
                <a:lnTo>
                  <a:pt x="110" y="71"/>
                </a:lnTo>
                <a:lnTo>
                  <a:pt x="110" y="72"/>
                </a:lnTo>
                <a:lnTo>
                  <a:pt x="109" y="73"/>
                </a:lnTo>
                <a:lnTo>
                  <a:pt x="109" y="74"/>
                </a:lnTo>
                <a:lnTo>
                  <a:pt x="108" y="74"/>
                </a:lnTo>
                <a:lnTo>
                  <a:pt x="109" y="75"/>
                </a:lnTo>
                <a:lnTo>
                  <a:pt x="109" y="76"/>
                </a:lnTo>
                <a:lnTo>
                  <a:pt x="109" y="77"/>
                </a:lnTo>
                <a:lnTo>
                  <a:pt x="108" y="77"/>
                </a:lnTo>
                <a:lnTo>
                  <a:pt x="108" y="78"/>
                </a:lnTo>
                <a:lnTo>
                  <a:pt x="108" y="79"/>
                </a:lnTo>
                <a:lnTo>
                  <a:pt x="107" y="79"/>
                </a:lnTo>
                <a:lnTo>
                  <a:pt x="108" y="79"/>
                </a:lnTo>
                <a:lnTo>
                  <a:pt x="108" y="80"/>
                </a:lnTo>
                <a:lnTo>
                  <a:pt x="108" y="81"/>
                </a:lnTo>
                <a:lnTo>
                  <a:pt x="107" y="81"/>
                </a:lnTo>
                <a:lnTo>
                  <a:pt x="106" y="81"/>
                </a:lnTo>
                <a:lnTo>
                  <a:pt x="106" y="82"/>
                </a:lnTo>
                <a:lnTo>
                  <a:pt x="105" y="82"/>
                </a:lnTo>
                <a:lnTo>
                  <a:pt x="105" y="86"/>
                </a:lnTo>
                <a:lnTo>
                  <a:pt x="105" y="87"/>
                </a:lnTo>
                <a:lnTo>
                  <a:pt x="103" y="87"/>
                </a:lnTo>
                <a:lnTo>
                  <a:pt x="103" y="88"/>
                </a:lnTo>
                <a:lnTo>
                  <a:pt x="104" y="88"/>
                </a:lnTo>
                <a:lnTo>
                  <a:pt x="105" y="88"/>
                </a:lnTo>
                <a:lnTo>
                  <a:pt x="104" y="89"/>
                </a:lnTo>
                <a:lnTo>
                  <a:pt x="104" y="90"/>
                </a:lnTo>
                <a:lnTo>
                  <a:pt x="105" y="90"/>
                </a:lnTo>
                <a:lnTo>
                  <a:pt x="105" y="91"/>
                </a:lnTo>
                <a:lnTo>
                  <a:pt x="104" y="91"/>
                </a:lnTo>
                <a:lnTo>
                  <a:pt x="104" y="90"/>
                </a:lnTo>
                <a:lnTo>
                  <a:pt x="103" y="90"/>
                </a:lnTo>
                <a:lnTo>
                  <a:pt x="102" y="90"/>
                </a:lnTo>
                <a:lnTo>
                  <a:pt x="101" y="90"/>
                </a:lnTo>
                <a:lnTo>
                  <a:pt x="100" y="91"/>
                </a:lnTo>
                <a:lnTo>
                  <a:pt x="99" y="91"/>
                </a:lnTo>
                <a:lnTo>
                  <a:pt x="99" y="92"/>
                </a:lnTo>
                <a:lnTo>
                  <a:pt x="100" y="93"/>
                </a:lnTo>
                <a:lnTo>
                  <a:pt x="101" y="93"/>
                </a:lnTo>
                <a:lnTo>
                  <a:pt x="101" y="92"/>
                </a:lnTo>
                <a:lnTo>
                  <a:pt x="102" y="92"/>
                </a:lnTo>
                <a:lnTo>
                  <a:pt x="102" y="93"/>
                </a:lnTo>
                <a:lnTo>
                  <a:pt x="103" y="93"/>
                </a:lnTo>
                <a:lnTo>
                  <a:pt x="103" y="92"/>
                </a:lnTo>
                <a:lnTo>
                  <a:pt x="104" y="92"/>
                </a:lnTo>
                <a:lnTo>
                  <a:pt x="103" y="91"/>
                </a:lnTo>
                <a:lnTo>
                  <a:pt x="104" y="91"/>
                </a:lnTo>
                <a:lnTo>
                  <a:pt x="104" y="92"/>
                </a:lnTo>
                <a:lnTo>
                  <a:pt x="105" y="92"/>
                </a:lnTo>
                <a:lnTo>
                  <a:pt x="104" y="92"/>
                </a:lnTo>
                <a:lnTo>
                  <a:pt x="104" y="93"/>
                </a:lnTo>
                <a:lnTo>
                  <a:pt x="104" y="94"/>
                </a:lnTo>
                <a:lnTo>
                  <a:pt x="103" y="94"/>
                </a:lnTo>
                <a:lnTo>
                  <a:pt x="103" y="95"/>
                </a:lnTo>
                <a:lnTo>
                  <a:pt x="104" y="95"/>
                </a:lnTo>
                <a:lnTo>
                  <a:pt x="105" y="95"/>
                </a:lnTo>
                <a:lnTo>
                  <a:pt x="106" y="95"/>
                </a:lnTo>
                <a:lnTo>
                  <a:pt x="107" y="95"/>
                </a:lnTo>
                <a:lnTo>
                  <a:pt x="107" y="96"/>
                </a:lnTo>
                <a:lnTo>
                  <a:pt x="108" y="96"/>
                </a:lnTo>
                <a:lnTo>
                  <a:pt x="108" y="97"/>
                </a:lnTo>
                <a:lnTo>
                  <a:pt x="109" y="97"/>
                </a:lnTo>
                <a:lnTo>
                  <a:pt x="109" y="96"/>
                </a:lnTo>
                <a:lnTo>
                  <a:pt x="110" y="96"/>
                </a:lnTo>
                <a:lnTo>
                  <a:pt x="111" y="96"/>
                </a:lnTo>
                <a:lnTo>
                  <a:pt x="112" y="96"/>
                </a:lnTo>
                <a:lnTo>
                  <a:pt x="113" y="97"/>
                </a:lnTo>
                <a:lnTo>
                  <a:pt x="114" y="97"/>
                </a:lnTo>
                <a:lnTo>
                  <a:pt x="115" y="97"/>
                </a:lnTo>
                <a:lnTo>
                  <a:pt x="114" y="97"/>
                </a:lnTo>
                <a:lnTo>
                  <a:pt x="115" y="97"/>
                </a:lnTo>
                <a:lnTo>
                  <a:pt x="115" y="98"/>
                </a:lnTo>
                <a:lnTo>
                  <a:pt x="116" y="99"/>
                </a:lnTo>
                <a:lnTo>
                  <a:pt x="117" y="99"/>
                </a:lnTo>
                <a:lnTo>
                  <a:pt x="116" y="99"/>
                </a:lnTo>
                <a:lnTo>
                  <a:pt x="117" y="99"/>
                </a:lnTo>
                <a:lnTo>
                  <a:pt x="118" y="99"/>
                </a:lnTo>
                <a:lnTo>
                  <a:pt x="118" y="100"/>
                </a:lnTo>
                <a:lnTo>
                  <a:pt x="119" y="100"/>
                </a:lnTo>
                <a:lnTo>
                  <a:pt x="119" y="99"/>
                </a:lnTo>
                <a:lnTo>
                  <a:pt x="120" y="99"/>
                </a:lnTo>
                <a:lnTo>
                  <a:pt x="120" y="100"/>
                </a:lnTo>
                <a:lnTo>
                  <a:pt x="120" y="101"/>
                </a:lnTo>
                <a:lnTo>
                  <a:pt x="120" y="102"/>
                </a:lnTo>
                <a:lnTo>
                  <a:pt x="121" y="102"/>
                </a:lnTo>
                <a:lnTo>
                  <a:pt x="122" y="102"/>
                </a:lnTo>
                <a:lnTo>
                  <a:pt x="122" y="103"/>
                </a:lnTo>
                <a:lnTo>
                  <a:pt x="123" y="103"/>
                </a:lnTo>
                <a:lnTo>
                  <a:pt x="123" y="105"/>
                </a:lnTo>
                <a:lnTo>
                  <a:pt x="122" y="105"/>
                </a:lnTo>
                <a:lnTo>
                  <a:pt x="121" y="105"/>
                </a:lnTo>
                <a:lnTo>
                  <a:pt x="120" y="105"/>
                </a:lnTo>
                <a:lnTo>
                  <a:pt x="120" y="106"/>
                </a:lnTo>
                <a:lnTo>
                  <a:pt x="118" y="106"/>
                </a:lnTo>
                <a:lnTo>
                  <a:pt x="117" y="106"/>
                </a:lnTo>
                <a:lnTo>
                  <a:pt x="116" y="106"/>
                </a:lnTo>
                <a:lnTo>
                  <a:pt x="115" y="106"/>
                </a:lnTo>
                <a:lnTo>
                  <a:pt x="115" y="107"/>
                </a:lnTo>
                <a:lnTo>
                  <a:pt x="114" y="107"/>
                </a:lnTo>
                <a:lnTo>
                  <a:pt x="112" y="107"/>
                </a:lnTo>
                <a:lnTo>
                  <a:pt x="113" y="108"/>
                </a:lnTo>
                <a:lnTo>
                  <a:pt x="113" y="110"/>
                </a:lnTo>
                <a:lnTo>
                  <a:pt x="112" y="111"/>
                </a:lnTo>
                <a:lnTo>
                  <a:pt x="111" y="107"/>
                </a:lnTo>
                <a:lnTo>
                  <a:pt x="110" y="108"/>
                </a:lnTo>
                <a:lnTo>
                  <a:pt x="106" y="109"/>
                </a:lnTo>
                <a:lnTo>
                  <a:pt x="107" y="111"/>
                </a:lnTo>
                <a:lnTo>
                  <a:pt x="107" y="112"/>
                </a:lnTo>
                <a:lnTo>
                  <a:pt x="106" y="112"/>
                </a:lnTo>
                <a:lnTo>
                  <a:pt x="106" y="111"/>
                </a:lnTo>
                <a:lnTo>
                  <a:pt x="106" y="110"/>
                </a:lnTo>
                <a:lnTo>
                  <a:pt x="105" y="110"/>
                </a:lnTo>
                <a:lnTo>
                  <a:pt x="105" y="111"/>
                </a:lnTo>
                <a:lnTo>
                  <a:pt x="106" y="111"/>
                </a:lnTo>
                <a:lnTo>
                  <a:pt x="106" y="112"/>
                </a:lnTo>
                <a:lnTo>
                  <a:pt x="105" y="111"/>
                </a:lnTo>
                <a:lnTo>
                  <a:pt x="105" y="110"/>
                </a:lnTo>
                <a:lnTo>
                  <a:pt x="104" y="110"/>
                </a:lnTo>
                <a:lnTo>
                  <a:pt x="105" y="111"/>
                </a:lnTo>
                <a:lnTo>
                  <a:pt x="105" y="112"/>
                </a:lnTo>
                <a:lnTo>
                  <a:pt x="104" y="111"/>
                </a:lnTo>
                <a:lnTo>
                  <a:pt x="104" y="110"/>
                </a:lnTo>
                <a:lnTo>
                  <a:pt x="103" y="110"/>
                </a:lnTo>
                <a:lnTo>
                  <a:pt x="103" y="111"/>
                </a:lnTo>
                <a:lnTo>
                  <a:pt x="102" y="111"/>
                </a:lnTo>
                <a:lnTo>
                  <a:pt x="102" y="112"/>
                </a:lnTo>
                <a:lnTo>
                  <a:pt x="103" y="112"/>
                </a:lnTo>
                <a:lnTo>
                  <a:pt x="102" y="112"/>
                </a:lnTo>
                <a:lnTo>
                  <a:pt x="101" y="112"/>
                </a:lnTo>
                <a:lnTo>
                  <a:pt x="101" y="113"/>
                </a:lnTo>
                <a:lnTo>
                  <a:pt x="101" y="114"/>
                </a:lnTo>
                <a:lnTo>
                  <a:pt x="100" y="114"/>
                </a:lnTo>
                <a:lnTo>
                  <a:pt x="99" y="114"/>
                </a:lnTo>
                <a:lnTo>
                  <a:pt x="98" y="115"/>
                </a:lnTo>
                <a:lnTo>
                  <a:pt x="100" y="116"/>
                </a:lnTo>
                <a:lnTo>
                  <a:pt x="103" y="118"/>
                </a:lnTo>
                <a:lnTo>
                  <a:pt x="103" y="119"/>
                </a:lnTo>
                <a:lnTo>
                  <a:pt x="101" y="121"/>
                </a:lnTo>
                <a:lnTo>
                  <a:pt x="99" y="121"/>
                </a:lnTo>
                <a:lnTo>
                  <a:pt x="98" y="120"/>
                </a:lnTo>
                <a:lnTo>
                  <a:pt x="95" y="119"/>
                </a:lnTo>
                <a:lnTo>
                  <a:pt x="94" y="119"/>
                </a:lnTo>
                <a:lnTo>
                  <a:pt x="93" y="119"/>
                </a:lnTo>
                <a:lnTo>
                  <a:pt x="93" y="120"/>
                </a:lnTo>
                <a:lnTo>
                  <a:pt x="94" y="121"/>
                </a:lnTo>
                <a:lnTo>
                  <a:pt x="95" y="121"/>
                </a:lnTo>
                <a:lnTo>
                  <a:pt x="97" y="122"/>
                </a:lnTo>
                <a:lnTo>
                  <a:pt x="98" y="122"/>
                </a:lnTo>
                <a:lnTo>
                  <a:pt x="100" y="123"/>
                </a:lnTo>
                <a:lnTo>
                  <a:pt x="101" y="127"/>
                </a:lnTo>
                <a:lnTo>
                  <a:pt x="102" y="127"/>
                </a:lnTo>
                <a:lnTo>
                  <a:pt x="102" y="128"/>
                </a:lnTo>
                <a:lnTo>
                  <a:pt x="103" y="128"/>
                </a:lnTo>
                <a:lnTo>
                  <a:pt x="103" y="129"/>
                </a:lnTo>
                <a:lnTo>
                  <a:pt x="102" y="129"/>
                </a:lnTo>
                <a:lnTo>
                  <a:pt x="102" y="130"/>
                </a:lnTo>
                <a:lnTo>
                  <a:pt x="102" y="131"/>
                </a:lnTo>
                <a:lnTo>
                  <a:pt x="102" y="132"/>
                </a:lnTo>
                <a:lnTo>
                  <a:pt x="101" y="131"/>
                </a:lnTo>
                <a:lnTo>
                  <a:pt x="100" y="131"/>
                </a:lnTo>
                <a:lnTo>
                  <a:pt x="99" y="130"/>
                </a:lnTo>
                <a:lnTo>
                  <a:pt x="98" y="129"/>
                </a:lnTo>
                <a:lnTo>
                  <a:pt x="98" y="128"/>
                </a:lnTo>
                <a:lnTo>
                  <a:pt x="97" y="124"/>
                </a:lnTo>
                <a:lnTo>
                  <a:pt x="96" y="124"/>
                </a:lnTo>
                <a:lnTo>
                  <a:pt x="96" y="125"/>
                </a:lnTo>
                <a:lnTo>
                  <a:pt x="97" y="126"/>
                </a:lnTo>
                <a:lnTo>
                  <a:pt x="97" y="127"/>
                </a:lnTo>
                <a:lnTo>
                  <a:pt x="97" y="128"/>
                </a:lnTo>
                <a:lnTo>
                  <a:pt x="97" y="129"/>
                </a:lnTo>
                <a:lnTo>
                  <a:pt x="98" y="130"/>
                </a:lnTo>
                <a:lnTo>
                  <a:pt x="98" y="131"/>
                </a:lnTo>
                <a:lnTo>
                  <a:pt x="98" y="132"/>
                </a:lnTo>
                <a:lnTo>
                  <a:pt x="97" y="131"/>
                </a:lnTo>
                <a:lnTo>
                  <a:pt x="96" y="131"/>
                </a:lnTo>
                <a:lnTo>
                  <a:pt x="95" y="130"/>
                </a:lnTo>
                <a:lnTo>
                  <a:pt x="94" y="130"/>
                </a:lnTo>
                <a:lnTo>
                  <a:pt x="93" y="130"/>
                </a:lnTo>
                <a:lnTo>
                  <a:pt x="92" y="130"/>
                </a:lnTo>
                <a:lnTo>
                  <a:pt x="92" y="129"/>
                </a:lnTo>
                <a:lnTo>
                  <a:pt x="92" y="130"/>
                </a:lnTo>
                <a:lnTo>
                  <a:pt x="93" y="131"/>
                </a:lnTo>
                <a:lnTo>
                  <a:pt x="94" y="131"/>
                </a:lnTo>
                <a:lnTo>
                  <a:pt x="95" y="131"/>
                </a:lnTo>
                <a:lnTo>
                  <a:pt x="95" y="132"/>
                </a:lnTo>
                <a:lnTo>
                  <a:pt x="96" y="132"/>
                </a:lnTo>
                <a:lnTo>
                  <a:pt x="97" y="132"/>
                </a:lnTo>
                <a:lnTo>
                  <a:pt x="98" y="132"/>
                </a:lnTo>
                <a:lnTo>
                  <a:pt x="99" y="132"/>
                </a:lnTo>
                <a:lnTo>
                  <a:pt x="100" y="133"/>
                </a:lnTo>
                <a:lnTo>
                  <a:pt x="101" y="133"/>
                </a:lnTo>
                <a:lnTo>
                  <a:pt x="103" y="134"/>
                </a:lnTo>
                <a:lnTo>
                  <a:pt x="104" y="134"/>
                </a:lnTo>
                <a:lnTo>
                  <a:pt x="103" y="134"/>
                </a:lnTo>
                <a:lnTo>
                  <a:pt x="107" y="134"/>
                </a:lnTo>
                <a:lnTo>
                  <a:pt x="106" y="135"/>
                </a:lnTo>
                <a:lnTo>
                  <a:pt x="106" y="136"/>
                </a:lnTo>
                <a:lnTo>
                  <a:pt x="101" y="135"/>
                </a:lnTo>
                <a:lnTo>
                  <a:pt x="95" y="133"/>
                </a:lnTo>
                <a:lnTo>
                  <a:pt x="94" y="133"/>
                </a:lnTo>
                <a:lnTo>
                  <a:pt x="93" y="132"/>
                </a:lnTo>
                <a:lnTo>
                  <a:pt x="92" y="131"/>
                </a:lnTo>
                <a:lnTo>
                  <a:pt x="92" y="130"/>
                </a:lnTo>
                <a:lnTo>
                  <a:pt x="91" y="130"/>
                </a:lnTo>
                <a:lnTo>
                  <a:pt x="91" y="131"/>
                </a:lnTo>
                <a:lnTo>
                  <a:pt x="92" y="132"/>
                </a:lnTo>
                <a:lnTo>
                  <a:pt x="92" y="133"/>
                </a:lnTo>
                <a:lnTo>
                  <a:pt x="93" y="133"/>
                </a:lnTo>
                <a:lnTo>
                  <a:pt x="94" y="133"/>
                </a:lnTo>
                <a:lnTo>
                  <a:pt x="94" y="134"/>
                </a:lnTo>
                <a:lnTo>
                  <a:pt x="96" y="134"/>
                </a:lnTo>
                <a:lnTo>
                  <a:pt x="97" y="134"/>
                </a:lnTo>
                <a:lnTo>
                  <a:pt x="96" y="136"/>
                </a:lnTo>
                <a:lnTo>
                  <a:pt x="98" y="137"/>
                </a:lnTo>
                <a:lnTo>
                  <a:pt x="98" y="135"/>
                </a:lnTo>
                <a:lnTo>
                  <a:pt x="101" y="136"/>
                </a:lnTo>
                <a:lnTo>
                  <a:pt x="101" y="138"/>
                </a:lnTo>
                <a:lnTo>
                  <a:pt x="102" y="138"/>
                </a:lnTo>
                <a:lnTo>
                  <a:pt x="102" y="136"/>
                </a:lnTo>
                <a:lnTo>
                  <a:pt x="105" y="137"/>
                </a:lnTo>
                <a:lnTo>
                  <a:pt x="103" y="140"/>
                </a:lnTo>
                <a:lnTo>
                  <a:pt x="102" y="141"/>
                </a:lnTo>
                <a:lnTo>
                  <a:pt x="104" y="142"/>
                </a:lnTo>
                <a:lnTo>
                  <a:pt x="103" y="143"/>
                </a:lnTo>
                <a:lnTo>
                  <a:pt x="100" y="142"/>
                </a:lnTo>
                <a:lnTo>
                  <a:pt x="100" y="141"/>
                </a:lnTo>
                <a:lnTo>
                  <a:pt x="99" y="141"/>
                </a:lnTo>
                <a:lnTo>
                  <a:pt x="97" y="141"/>
                </a:lnTo>
                <a:lnTo>
                  <a:pt x="94" y="139"/>
                </a:lnTo>
                <a:lnTo>
                  <a:pt x="93" y="140"/>
                </a:lnTo>
                <a:lnTo>
                  <a:pt x="92" y="140"/>
                </a:lnTo>
                <a:lnTo>
                  <a:pt x="91" y="140"/>
                </a:lnTo>
                <a:lnTo>
                  <a:pt x="89" y="139"/>
                </a:lnTo>
                <a:lnTo>
                  <a:pt x="89" y="140"/>
                </a:lnTo>
                <a:lnTo>
                  <a:pt x="90" y="140"/>
                </a:lnTo>
                <a:lnTo>
                  <a:pt x="91" y="141"/>
                </a:lnTo>
                <a:lnTo>
                  <a:pt x="92" y="141"/>
                </a:lnTo>
                <a:lnTo>
                  <a:pt x="93" y="141"/>
                </a:lnTo>
                <a:lnTo>
                  <a:pt x="95" y="142"/>
                </a:lnTo>
                <a:lnTo>
                  <a:pt x="95" y="144"/>
                </a:lnTo>
                <a:lnTo>
                  <a:pt x="93" y="143"/>
                </a:lnTo>
                <a:lnTo>
                  <a:pt x="90" y="142"/>
                </a:lnTo>
                <a:lnTo>
                  <a:pt x="89" y="143"/>
                </a:lnTo>
                <a:lnTo>
                  <a:pt x="94" y="145"/>
                </a:lnTo>
                <a:lnTo>
                  <a:pt x="93" y="146"/>
                </a:lnTo>
                <a:lnTo>
                  <a:pt x="91" y="146"/>
                </a:lnTo>
                <a:lnTo>
                  <a:pt x="88" y="145"/>
                </a:lnTo>
                <a:lnTo>
                  <a:pt x="87" y="145"/>
                </a:lnTo>
                <a:lnTo>
                  <a:pt x="86" y="144"/>
                </a:lnTo>
                <a:lnTo>
                  <a:pt x="85" y="144"/>
                </a:lnTo>
                <a:lnTo>
                  <a:pt x="84" y="145"/>
                </a:lnTo>
                <a:lnTo>
                  <a:pt x="82" y="145"/>
                </a:lnTo>
                <a:lnTo>
                  <a:pt x="81" y="147"/>
                </a:lnTo>
                <a:lnTo>
                  <a:pt x="80" y="148"/>
                </a:lnTo>
                <a:lnTo>
                  <a:pt x="80" y="149"/>
                </a:lnTo>
                <a:lnTo>
                  <a:pt x="80" y="150"/>
                </a:lnTo>
                <a:lnTo>
                  <a:pt x="79" y="150"/>
                </a:lnTo>
                <a:lnTo>
                  <a:pt x="79" y="151"/>
                </a:lnTo>
                <a:lnTo>
                  <a:pt x="79" y="152"/>
                </a:lnTo>
                <a:lnTo>
                  <a:pt x="80" y="152"/>
                </a:lnTo>
                <a:lnTo>
                  <a:pt x="80" y="153"/>
                </a:lnTo>
                <a:lnTo>
                  <a:pt x="79" y="153"/>
                </a:lnTo>
                <a:lnTo>
                  <a:pt x="80" y="154"/>
                </a:lnTo>
                <a:lnTo>
                  <a:pt x="81" y="154"/>
                </a:lnTo>
                <a:lnTo>
                  <a:pt x="81" y="158"/>
                </a:lnTo>
                <a:lnTo>
                  <a:pt x="84" y="158"/>
                </a:lnTo>
                <a:lnTo>
                  <a:pt x="84" y="155"/>
                </a:lnTo>
                <a:lnTo>
                  <a:pt x="85" y="154"/>
                </a:lnTo>
                <a:lnTo>
                  <a:pt x="89" y="154"/>
                </a:lnTo>
                <a:lnTo>
                  <a:pt x="89" y="157"/>
                </a:lnTo>
                <a:lnTo>
                  <a:pt x="91" y="157"/>
                </a:lnTo>
                <a:lnTo>
                  <a:pt x="91" y="154"/>
                </a:lnTo>
                <a:lnTo>
                  <a:pt x="92" y="154"/>
                </a:lnTo>
                <a:lnTo>
                  <a:pt x="92" y="163"/>
                </a:lnTo>
                <a:lnTo>
                  <a:pt x="81" y="163"/>
                </a:lnTo>
                <a:lnTo>
                  <a:pt x="81" y="162"/>
                </a:lnTo>
                <a:lnTo>
                  <a:pt x="79" y="162"/>
                </a:lnTo>
                <a:lnTo>
                  <a:pt x="79" y="163"/>
                </a:lnTo>
                <a:lnTo>
                  <a:pt x="79" y="164"/>
                </a:lnTo>
                <a:lnTo>
                  <a:pt x="79" y="166"/>
                </a:lnTo>
                <a:lnTo>
                  <a:pt x="80" y="166"/>
                </a:lnTo>
                <a:lnTo>
                  <a:pt x="81" y="166"/>
                </a:lnTo>
                <a:lnTo>
                  <a:pt x="81" y="167"/>
                </a:lnTo>
                <a:lnTo>
                  <a:pt x="81" y="168"/>
                </a:lnTo>
                <a:lnTo>
                  <a:pt x="80" y="168"/>
                </a:lnTo>
                <a:lnTo>
                  <a:pt x="79" y="168"/>
                </a:lnTo>
                <a:lnTo>
                  <a:pt x="78" y="168"/>
                </a:lnTo>
                <a:lnTo>
                  <a:pt x="78" y="169"/>
                </a:lnTo>
                <a:lnTo>
                  <a:pt x="77" y="169"/>
                </a:lnTo>
                <a:lnTo>
                  <a:pt x="76" y="169"/>
                </a:lnTo>
                <a:lnTo>
                  <a:pt x="76" y="168"/>
                </a:lnTo>
                <a:lnTo>
                  <a:pt x="75" y="168"/>
                </a:lnTo>
                <a:lnTo>
                  <a:pt x="75" y="169"/>
                </a:lnTo>
                <a:lnTo>
                  <a:pt x="74" y="169"/>
                </a:lnTo>
                <a:lnTo>
                  <a:pt x="75" y="169"/>
                </a:lnTo>
                <a:lnTo>
                  <a:pt x="73" y="170"/>
                </a:lnTo>
                <a:lnTo>
                  <a:pt x="73" y="169"/>
                </a:lnTo>
                <a:lnTo>
                  <a:pt x="73" y="168"/>
                </a:lnTo>
                <a:lnTo>
                  <a:pt x="73" y="169"/>
                </a:lnTo>
                <a:lnTo>
                  <a:pt x="72" y="169"/>
                </a:lnTo>
                <a:lnTo>
                  <a:pt x="71" y="168"/>
                </a:lnTo>
                <a:lnTo>
                  <a:pt x="70" y="168"/>
                </a:lnTo>
                <a:lnTo>
                  <a:pt x="69" y="168"/>
                </a:lnTo>
                <a:lnTo>
                  <a:pt x="69" y="169"/>
                </a:lnTo>
                <a:lnTo>
                  <a:pt x="68" y="169"/>
                </a:lnTo>
                <a:lnTo>
                  <a:pt x="67" y="169"/>
                </a:lnTo>
                <a:lnTo>
                  <a:pt x="66" y="169"/>
                </a:lnTo>
                <a:lnTo>
                  <a:pt x="65" y="169"/>
                </a:lnTo>
                <a:lnTo>
                  <a:pt x="65" y="170"/>
                </a:lnTo>
                <a:lnTo>
                  <a:pt x="64" y="170"/>
                </a:lnTo>
                <a:lnTo>
                  <a:pt x="64" y="171"/>
                </a:lnTo>
                <a:lnTo>
                  <a:pt x="63" y="171"/>
                </a:lnTo>
                <a:lnTo>
                  <a:pt x="63" y="170"/>
                </a:lnTo>
                <a:lnTo>
                  <a:pt x="62" y="171"/>
                </a:lnTo>
                <a:lnTo>
                  <a:pt x="63" y="171"/>
                </a:lnTo>
                <a:lnTo>
                  <a:pt x="62" y="172"/>
                </a:lnTo>
                <a:lnTo>
                  <a:pt x="62" y="173"/>
                </a:lnTo>
                <a:lnTo>
                  <a:pt x="61" y="173"/>
                </a:lnTo>
                <a:lnTo>
                  <a:pt x="60" y="173"/>
                </a:lnTo>
                <a:lnTo>
                  <a:pt x="59" y="173"/>
                </a:lnTo>
                <a:lnTo>
                  <a:pt x="59" y="172"/>
                </a:lnTo>
                <a:lnTo>
                  <a:pt x="58" y="172"/>
                </a:lnTo>
                <a:lnTo>
                  <a:pt x="58" y="173"/>
                </a:lnTo>
                <a:lnTo>
                  <a:pt x="57" y="174"/>
                </a:lnTo>
                <a:lnTo>
                  <a:pt x="57" y="173"/>
                </a:lnTo>
                <a:lnTo>
                  <a:pt x="56" y="173"/>
                </a:lnTo>
                <a:lnTo>
                  <a:pt x="55" y="173"/>
                </a:lnTo>
                <a:lnTo>
                  <a:pt x="55" y="174"/>
                </a:lnTo>
                <a:lnTo>
                  <a:pt x="54" y="174"/>
                </a:lnTo>
                <a:lnTo>
                  <a:pt x="53" y="174"/>
                </a:lnTo>
                <a:lnTo>
                  <a:pt x="53" y="173"/>
                </a:lnTo>
                <a:lnTo>
                  <a:pt x="52" y="173"/>
                </a:lnTo>
                <a:lnTo>
                  <a:pt x="52" y="174"/>
                </a:lnTo>
                <a:lnTo>
                  <a:pt x="51" y="174"/>
                </a:lnTo>
                <a:lnTo>
                  <a:pt x="50" y="174"/>
                </a:lnTo>
                <a:lnTo>
                  <a:pt x="49" y="174"/>
                </a:lnTo>
                <a:lnTo>
                  <a:pt x="48" y="173"/>
                </a:lnTo>
                <a:lnTo>
                  <a:pt x="47" y="172"/>
                </a:lnTo>
                <a:lnTo>
                  <a:pt x="48" y="172"/>
                </a:lnTo>
                <a:lnTo>
                  <a:pt x="49" y="172"/>
                </a:lnTo>
                <a:lnTo>
                  <a:pt x="49" y="171"/>
                </a:lnTo>
                <a:lnTo>
                  <a:pt x="48" y="171"/>
                </a:lnTo>
                <a:lnTo>
                  <a:pt x="48" y="172"/>
                </a:lnTo>
                <a:lnTo>
                  <a:pt x="47" y="171"/>
                </a:lnTo>
                <a:lnTo>
                  <a:pt x="48" y="170"/>
                </a:lnTo>
                <a:lnTo>
                  <a:pt x="49" y="170"/>
                </a:lnTo>
                <a:lnTo>
                  <a:pt x="49" y="169"/>
                </a:lnTo>
                <a:lnTo>
                  <a:pt x="49" y="168"/>
                </a:lnTo>
                <a:lnTo>
                  <a:pt x="48" y="168"/>
                </a:lnTo>
                <a:lnTo>
                  <a:pt x="47" y="168"/>
                </a:lnTo>
                <a:lnTo>
                  <a:pt x="47" y="167"/>
                </a:lnTo>
                <a:lnTo>
                  <a:pt x="46" y="167"/>
                </a:lnTo>
                <a:lnTo>
                  <a:pt x="46" y="166"/>
                </a:lnTo>
                <a:lnTo>
                  <a:pt x="47" y="166"/>
                </a:lnTo>
                <a:lnTo>
                  <a:pt x="47" y="165"/>
                </a:lnTo>
                <a:lnTo>
                  <a:pt x="46" y="165"/>
                </a:lnTo>
                <a:lnTo>
                  <a:pt x="45" y="165"/>
                </a:lnTo>
                <a:lnTo>
                  <a:pt x="45" y="166"/>
                </a:lnTo>
                <a:lnTo>
                  <a:pt x="45" y="167"/>
                </a:lnTo>
                <a:lnTo>
                  <a:pt x="44" y="167"/>
                </a:lnTo>
                <a:lnTo>
                  <a:pt x="44" y="168"/>
                </a:lnTo>
                <a:lnTo>
                  <a:pt x="43" y="168"/>
                </a:lnTo>
                <a:lnTo>
                  <a:pt x="42" y="168"/>
                </a:lnTo>
                <a:lnTo>
                  <a:pt x="41" y="168"/>
                </a:lnTo>
                <a:lnTo>
                  <a:pt x="40" y="168"/>
                </a:lnTo>
                <a:lnTo>
                  <a:pt x="39" y="168"/>
                </a:lnTo>
                <a:lnTo>
                  <a:pt x="39" y="169"/>
                </a:lnTo>
                <a:lnTo>
                  <a:pt x="38" y="170"/>
                </a:lnTo>
                <a:lnTo>
                  <a:pt x="37" y="170"/>
                </a:lnTo>
                <a:lnTo>
                  <a:pt x="37" y="171"/>
                </a:lnTo>
                <a:lnTo>
                  <a:pt x="36" y="171"/>
                </a:lnTo>
                <a:lnTo>
                  <a:pt x="35" y="171"/>
                </a:lnTo>
                <a:lnTo>
                  <a:pt x="35" y="170"/>
                </a:lnTo>
                <a:lnTo>
                  <a:pt x="34" y="170"/>
                </a:lnTo>
                <a:lnTo>
                  <a:pt x="34" y="169"/>
                </a:lnTo>
                <a:lnTo>
                  <a:pt x="33" y="169"/>
                </a:lnTo>
                <a:lnTo>
                  <a:pt x="32" y="169"/>
                </a:lnTo>
                <a:lnTo>
                  <a:pt x="32" y="168"/>
                </a:lnTo>
                <a:lnTo>
                  <a:pt x="32" y="167"/>
                </a:lnTo>
                <a:lnTo>
                  <a:pt x="32" y="166"/>
                </a:lnTo>
                <a:lnTo>
                  <a:pt x="31" y="166"/>
                </a:lnTo>
                <a:lnTo>
                  <a:pt x="31" y="165"/>
                </a:lnTo>
                <a:lnTo>
                  <a:pt x="31" y="164"/>
                </a:lnTo>
                <a:lnTo>
                  <a:pt x="31" y="163"/>
                </a:lnTo>
                <a:lnTo>
                  <a:pt x="32" y="162"/>
                </a:lnTo>
                <a:lnTo>
                  <a:pt x="31" y="161"/>
                </a:lnTo>
                <a:lnTo>
                  <a:pt x="30" y="161"/>
                </a:lnTo>
                <a:lnTo>
                  <a:pt x="30" y="160"/>
                </a:lnTo>
                <a:lnTo>
                  <a:pt x="30" y="161"/>
                </a:lnTo>
                <a:lnTo>
                  <a:pt x="29" y="161"/>
                </a:lnTo>
                <a:lnTo>
                  <a:pt x="29" y="160"/>
                </a:lnTo>
                <a:lnTo>
                  <a:pt x="30" y="160"/>
                </a:lnTo>
                <a:lnTo>
                  <a:pt x="30" y="159"/>
                </a:lnTo>
                <a:lnTo>
                  <a:pt x="27" y="159"/>
                </a:lnTo>
                <a:lnTo>
                  <a:pt x="27" y="160"/>
                </a:lnTo>
                <a:lnTo>
                  <a:pt x="27" y="161"/>
                </a:lnTo>
                <a:lnTo>
                  <a:pt x="26" y="161"/>
                </a:lnTo>
                <a:lnTo>
                  <a:pt x="25" y="160"/>
                </a:lnTo>
                <a:lnTo>
                  <a:pt x="22" y="161"/>
                </a:lnTo>
                <a:lnTo>
                  <a:pt x="21" y="161"/>
                </a:lnTo>
                <a:lnTo>
                  <a:pt x="20" y="161"/>
                </a:lnTo>
                <a:lnTo>
                  <a:pt x="19" y="161"/>
                </a:lnTo>
                <a:lnTo>
                  <a:pt x="19" y="162"/>
                </a:lnTo>
                <a:lnTo>
                  <a:pt x="19" y="161"/>
                </a:lnTo>
                <a:lnTo>
                  <a:pt x="18" y="161"/>
                </a:lnTo>
                <a:lnTo>
                  <a:pt x="17" y="161"/>
                </a:lnTo>
                <a:lnTo>
                  <a:pt x="17" y="162"/>
                </a:lnTo>
                <a:lnTo>
                  <a:pt x="15" y="162"/>
                </a:lnTo>
                <a:lnTo>
                  <a:pt x="15" y="161"/>
                </a:lnTo>
                <a:lnTo>
                  <a:pt x="15" y="160"/>
                </a:lnTo>
                <a:lnTo>
                  <a:pt x="14" y="160"/>
                </a:lnTo>
                <a:lnTo>
                  <a:pt x="15" y="160"/>
                </a:lnTo>
                <a:lnTo>
                  <a:pt x="14" y="160"/>
                </a:lnTo>
                <a:lnTo>
                  <a:pt x="14" y="159"/>
                </a:lnTo>
                <a:lnTo>
                  <a:pt x="15" y="158"/>
                </a:lnTo>
                <a:lnTo>
                  <a:pt x="14" y="158"/>
                </a:lnTo>
                <a:lnTo>
                  <a:pt x="14" y="157"/>
                </a:lnTo>
                <a:lnTo>
                  <a:pt x="14" y="156"/>
                </a:lnTo>
                <a:lnTo>
                  <a:pt x="14" y="155"/>
                </a:lnTo>
                <a:lnTo>
                  <a:pt x="13" y="155"/>
                </a:lnTo>
                <a:lnTo>
                  <a:pt x="12" y="155"/>
                </a:lnTo>
                <a:lnTo>
                  <a:pt x="11" y="155"/>
                </a:lnTo>
                <a:lnTo>
                  <a:pt x="9" y="155"/>
                </a:lnTo>
                <a:lnTo>
                  <a:pt x="8" y="155"/>
                </a:lnTo>
                <a:lnTo>
                  <a:pt x="7" y="155"/>
                </a:lnTo>
                <a:lnTo>
                  <a:pt x="7" y="156"/>
                </a:lnTo>
                <a:lnTo>
                  <a:pt x="7" y="155"/>
                </a:lnTo>
                <a:lnTo>
                  <a:pt x="6" y="155"/>
                </a:lnTo>
                <a:lnTo>
                  <a:pt x="5" y="155"/>
                </a:lnTo>
                <a:lnTo>
                  <a:pt x="4" y="154"/>
                </a:lnTo>
                <a:lnTo>
                  <a:pt x="3" y="154"/>
                </a:lnTo>
                <a:lnTo>
                  <a:pt x="3" y="153"/>
                </a:lnTo>
                <a:lnTo>
                  <a:pt x="3" y="152"/>
                </a:lnTo>
                <a:lnTo>
                  <a:pt x="4" y="151"/>
                </a:lnTo>
                <a:lnTo>
                  <a:pt x="3" y="151"/>
                </a:lnTo>
                <a:lnTo>
                  <a:pt x="2" y="151"/>
                </a:lnTo>
                <a:lnTo>
                  <a:pt x="2" y="150"/>
                </a:lnTo>
                <a:lnTo>
                  <a:pt x="3" y="150"/>
                </a:lnTo>
                <a:lnTo>
                  <a:pt x="3" y="149"/>
                </a:lnTo>
                <a:lnTo>
                  <a:pt x="2" y="149"/>
                </a:lnTo>
                <a:lnTo>
                  <a:pt x="3" y="149"/>
                </a:lnTo>
                <a:lnTo>
                  <a:pt x="2" y="149"/>
                </a:lnTo>
                <a:lnTo>
                  <a:pt x="2" y="148"/>
                </a:lnTo>
                <a:lnTo>
                  <a:pt x="3" y="148"/>
                </a:lnTo>
                <a:lnTo>
                  <a:pt x="3" y="147"/>
                </a:lnTo>
                <a:lnTo>
                  <a:pt x="3" y="146"/>
                </a:lnTo>
                <a:lnTo>
                  <a:pt x="3" y="145"/>
                </a:lnTo>
                <a:lnTo>
                  <a:pt x="3" y="144"/>
                </a:lnTo>
                <a:lnTo>
                  <a:pt x="1" y="144"/>
                </a:lnTo>
                <a:lnTo>
                  <a:pt x="1" y="142"/>
                </a:lnTo>
                <a:lnTo>
                  <a:pt x="1" y="141"/>
                </a:lnTo>
                <a:lnTo>
                  <a:pt x="1" y="139"/>
                </a:lnTo>
                <a:lnTo>
                  <a:pt x="0" y="139"/>
                </a:lnTo>
                <a:lnTo>
                  <a:pt x="0" y="136"/>
                </a:lnTo>
                <a:lnTo>
                  <a:pt x="0" y="135"/>
                </a:lnTo>
                <a:lnTo>
                  <a:pt x="1" y="134"/>
                </a:lnTo>
                <a:lnTo>
                  <a:pt x="1" y="133"/>
                </a:lnTo>
                <a:lnTo>
                  <a:pt x="1" y="132"/>
                </a:lnTo>
                <a:lnTo>
                  <a:pt x="2" y="131"/>
                </a:lnTo>
                <a:lnTo>
                  <a:pt x="3" y="130"/>
                </a:lnTo>
                <a:lnTo>
                  <a:pt x="3" y="129"/>
                </a:lnTo>
                <a:lnTo>
                  <a:pt x="4" y="129"/>
                </a:lnTo>
                <a:lnTo>
                  <a:pt x="4" y="128"/>
                </a:lnTo>
                <a:lnTo>
                  <a:pt x="4" y="127"/>
                </a:lnTo>
                <a:lnTo>
                  <a:pt x="4" y="126"/>
                </a:lnTo>
                <a:lnTo>
                  <a:pt x="4" y="125"/>
                </a:lnTo>
                <a:lnTo>
                  <a:pt x="3" y="125"/>
                </a:lnTo>
                <a:lnTo>
                  <a:pt x="4" y="124"/>
                </a:lnTo>
                <a:lnTo>
                  <a:pt x="5" y="124"/>
                </a:lnTo>
                <a:lnTo>
                  <a:pt x="6" y="124"/>
                </a:lnTo>
                <a:lnTo>
                  <a:pt x="6" y="123"/>
                </a:lnTo>
                <a:lnTo>
                  <a:pt x="7" y="123"/>
                </a:lnTo>
                <a:lnTo>
                  <a:pt x="8" y="123"/>
                </a:lnTo>
                <a:lnTo>
                  <a:pt x="7" y="123"/>
                </a:lnTo>
                <a:lnTo>
                  <a:pt x="6" y="124"/>
                </a:lnTo>
                <a:lnTo>
                  <a:pt x="7" y="124"/>
                </a:lnTo>
                <a:lnTo>
                  <a:pt x="7" y="123"/>
                </a:lnTo>
                <a:lnTo>
                  <a:pt x="8" y="123"/>
                </a:lnTo>
                <a:lnTo>
                  <a:pt x="8" y="124"/>
                </a:lnTo>
                <a:lnTo>
                  <a:pt x="9" y="124"/>
                </a:lnTo>
                <a:lnTo>
                  <a:pt x="10" y="124"/>
                </a:lnTo>
                <a:lnTo>
                  <a:pt x="11" y="124"/>
                </a:lnTo>
                <a:lnTo>
                  <a:pt x="11" y="123"/>
                </a:lnTo>
                <a:lnTo>
                  <a:pt x="12" y="123"/>
                </a:lnTo>
                <a:lnTo>
                  <a:pt x="12" y="124"/>
                </a:lnTo>
                <a:lnTo>
                  <a:pt x="13" y="124"/>
                </a:lnTo>
                <a:lnTo>
                  <a:pt x="14" y="123"/>
                </a:lnTo>
                <a:lnTo>
                  <a:pt x="14" y="122"/>
                </a:lnTo>
                <a:lnTo>
                  <a:pt x="15" y="122"/>
                </a:lnTo>
                <a:lnTo>
                  <a:pt x="15" y="121"/>
                </a:lnTo>
                <a:lnTo>
                  <a:pt x="16" y="121"/>
                </a:lnTo>
                <a:lnTo>
                  <a:pt x="16" y="120"/>
                </a:lnTo>
                <a:lnTo>
                  <a:pt x="17" y="120"/>
                </a:lnTo>
                <a:lnTo>
                  <a:pt x="17" y="118"/>
                </a:lnTo>
                <a:lnTo>
                  <a:pt x="18" y="118"/>
                </a:lnTo>
                <a:lnTo>
                  <a:pt x="19" y="118"/>
                </a:lnTo>
                <a:lnTo>
                  <a:pt x="19" y="117"/>
                </a:lnTo>
                <a:lnTo>
                  <a:pt x="19" y="116"/>
                </a:lnTo>
                <a:lnTo>
                  <a:pt x="19" y="115"/>
                </a:lnTo>
                <a:lnTo>
                  <a:pt x="18" y="115"/>
                </a:lnTo>
                <a:lnTo>
                  <a:pt x="18" y="114"/>
                </a:lnTo>
                <a:lnTo>
                  <a:pt x="17" y="113"/>
                </a:lnTo>
                <a:lnTo>
                  <a:pt x="16" y="113"/>
                </a:lnTo>
                <a:lnTo>
                  <a:pt x="14" y="113"/>
                </a:lnTo>
                <a:lnTo>
                  <a:pt x="14" y="111"/>
                </a:lnTo>
                <a:lnTo>
                  <a:pt x="14" y="110"/>
                </a:lnTo>
                <a:lnTo>
                  <a:pt x="14" y="109"/>
                </a:lnTo>
                <a:lnTo>
                  <a:pt x="14" y="108"/>
                </a:lnTo>
                <a:lnTo>
                  <a:pt x="13" y="108"/>
                </a:lnTo>
                <a:lnTo>
                  <a:pt x="13" y="107"/>
                </a:lnTo>
                <a:lnTo>
                  <a:pt x="14" y="107"/>
                </a:lnTo>
                <a:lnTo>
                  <a:pt x="15" y="107"/>
                </a:lnTo>
                <a:lnTo>
                  <a:pt x="15" y="105"/>
                </a:lnTo>
                <a:lnTo>
                  <a:pt x="15" y="106"/>
                </a:lnTo>
                <a:lnTo>
                  <a:pt x="16" y="106"/>
                </a:lnTo>
                <a:lnTo>
                  <a:pt x="16" y="105"/>
                </a:lnTo>
                <a:lnTo>
                  <a:pt x="15" y="104"/>
                </a:lnTo>
                <a:lnTo>
                  <a:pt x="15" y="103"/>
                </a:lnTo>
                <a:lnTo>
                  <a:pt x="15" y="102"/>
                </a:lnTo>
                <a:lnTo>
                  <a:pt x="14" y="101"/>
                </a:lnTo>
                <a:lnTo>
                  <a:pt x="15" y="101"/>
                </a:lnTo>
                <a:lnTo>
                  <a:pt x="15" y="100"/>
                </a:lnTo>
                <a:lnTo>
                  <a:pt x="14" y="100"/>
                </a:lnTo>
                <a:lnTo>
                  <a:pt x="14" y="99"/>
                </a:lnTo>
                <a:lnTo>
                  <a:pt x="14" y="98"/>
                </a:lnTo>
                <a:lnTo>
                  <a:pt x="15" y="98"/>
                </a:lnTo>
                <a:lnTo>
                  <a:pt x="16" y="98"/>
                </a:lnTo>
                <a:lnTo>
                  <a:pt x="16" y="97"/>
                </a:lnTo>
                <a:lnTo>
                  <a:pt x="16" y="96"/>
                </a:lnTo>
                <a:lnTo>
                  <a:pt x="16" y="95"/>
                </a:lnTo>
                <a:lnTo>
                  <a:pt x="16" y="94"/>
                </a:lnTo>
                <a:lnTo>
                  <a:pt x="15" y="94"/>
                </a:lnTo>
                <a:lnTo>
                  <a:pt x="14" y="94"/>
                </a:lnTo>
                <a:lnTo>
                  <a:pt x="14" y="93"/>
                </a:lnTo>
                <a:lnTo>
                  <a:pt x="15" y="93"/>
                </a:lnTo>
                <a:lnTo>
                  <a:pt x="14" y="92"/>
                </a:lnTo>
                <a:lnTo>
                  <a:pt x="13" y="92"/>
                </a:lnTo>
                <a:lnTo>
                  <a:pt x="13" y="93"/>
                </a:lnTo>
                <a:lnTo>
                  <a:pt x="12" y="94"/>
                </a:lnTo>
                <a:lnTo>
                  <a:pt x="11" y="94"/>
                </a:lnTo>
                <a:lnTo>
                  <a:pt x="10" y="94"/>
                </a:lnTo>
                <a:lnTo>
                  <a:pt x="10" y="93"/>
                </a:lnTo>
                <a:lnTo>
                  <a:pt x="10" y="92"/>
                </a:lnTo>
                <a:lnTo>
                  <a:pt x="11" y="92"/>
                </a:lnTo>
                <a:lnTo>
                  <a:pt x="11" y="91"/>
                </a:lnTo>
                <a:lnTo>
                  <a:pt x="11" y="92"/>
                </a:lnTo>
                <a:lnTo>
                  <a:pt x="10" y="92"/>
                </a:lnTo>
                <a:lnTo>
                  <a:pt x="10" y="91"/>
                </a:lnTo>
                <a:lnTo>
                  <a:pt x="11" y="91"/>
                </a:lnTo>
                <a:lnTo>
                  <a:pt x="12" y="90"/>
                </a:lnTo>
                <a:lnTo>
                  <a:pt x="11" y="89"/>
                </a:lnTo>
                <a:lnTo>
                  <a:pt x="11" y="88"/>
                </a:lnTo>
                <a:lnTo>
                  <a:pt x="11" y="87"/>
                </a:lnTo>
                <a:lnTo>
                  <a:pt x="12" y="87"/>
                </a:lnTo>
                <a:lnTo>
                  <a:pt x="13" y="87"/>
                </a:lnTo>
                <a:lnTo>
                  <a:pt x="13" y="86"/>
                </a:lnTo>
                <a:lnTo>
                  <a:pt x="14" y="85"/>
                </a:lnTo>
                <a:lnTo>
                  <a:pt x="15" y="84"/>
                </a:lnTo>
                <a:lnTo>
                  <a:pt x="14" y="84"/>
                </a:lnTo>
                <a:lnTo>
                  <a:pt x="13" y="84"/>
                </a:lnTo>
                <a:lnTo>
                  <a:pt x="12" y="84"/>
                </a:lnTo>
                <a:lnTo>
                  <a:pt x="11" y="84"/>
                </a:lnTo>
                <a:lnTo>
                  <a:pt x="10" y="84"/>
                </a:lnTo>
                <a:lnTo>
                  <a:pt x="10" y="83"/>
                </a:lnTo>
                <a:lnTo>
                  <a:pt x="9" y="83"/>
                </a:lnTo>
                <a:lnTo>
                  <a:pt x="8" y="83"/>
                </a:lnTo>
                <a:lnTo>
                  <a:pt x="7" y="83"/>
                </a:lnTo>
                <a:lnTo>
                  <a:pt x="8" y="83"/>
                </a:lnTo>
                <a:lnTo>
                  <a:pt x="8" y="82"/>
                </a:lnTo>
                <a:lnTo>
                  <a:pt x="7" y="81"/>
                </a:lnTo>
                <a:lnTo>
                  <a:pt x="7" y="80"/>
                </a:lnTo>
                <a:lnTo>
                  <a:pt x="8" y="80"/>
                </a:lnTo>
                <a:lnTo>
                  <a:pt x="10" y="80"/>
                </a:lnTo>
                <a:lnTo>
                  <a:pt x="10" y="79"/>
                </a:lnTo>
                <a:lnTo>
                  <a:pt x="9" y="78"/>
                </a:lnTo>
                <a:lnTo>
                  <a:pt x="9" y="77"/>
                </a:lnTo>
                <a:lnTo>
                  <a:pt x="10" y="77"/>
                </a:lnTo>
                <a:lnTo>
                  <a:pt x="10" y="76"/>
                </a:lnTo>
                <a:lnTo>
                  <a:pt x="10" y="75"/>
                </a:lnTo>
                <a:lnTo>
                  <a:pt x="10" y="74"/>
                </a:lnTo>
                <a:lnTo>
                  <a:pt x="10" y="75"/>
                </a:lnTo>
                <a:lnTo>
                  <a:pt x="9" y="75"/>
                </a:lnTo>
                <a:lnTo>
                  <a:pt x="8" y="75"/>
                </a:lnTo>
                <a:lnTo>
                  <a:pt x="8" y="74"/>
                </a:lnTo>
                <a:lnTo>
                  <a:pt x="7" y="73"/>
                </a:lnTo>
                <a:lnTo>
                  <a:pt x="7" y="72"/>
                </a:lnTo>
                <a:lnTo>
                  <a:pt x="8" y="71"/>
                </a:lnTo>
                <a:lnTo>
                  <a:pt x="9" y="71"/>
                </a:lnTo>
                <a:lnTo>
                  <a:pt x="9" y="70"/>
                </a:lnTo>
                <a:lnTo>
                  <a:pt x="8" y="69"/>
                </a:lnTo>
                <a:lnTo>
                  <a:pt x="8" y="68"/>
                </a:lnTo>
                <a:lnTo>
                  <a:pt x="9" y="68"/>
                </a:lnTo>
                <a:lnTo>
                  <a:pt x="8" y="67"/>
                </a:lnTo>
                <a:lnTo>
                  <a:pt x="9" y="67"/>
                </a:lnTo>
                <a:lnTo>
                  <a:pt x="8" y="67"/>
                </a:lnTo>
                <a:lnTo>
                  <a:pt x="9" y="67"/>
                </a:lnTo>
                <a:lnTo>
                  <a:pt x="9" y="66"/>
                </a:lnTo>
                <a:lnTo>
                  <a:pt x="10" y="66"/>
                </a:lnTo>
                <a:lnTo>
                  <a:pt x="11" y="66"/>
                </a:lnTo>
                <a:lnTo>
                  <a:pt x="11" y="65"/>
                </a:lnTo>
                <a:lnTo>
                  <a:pt x="11" y="64"/>
                </a:lnTo>
                <a:lnTo>
                  <a:pt x="10" y="64"/>
                </a:lnTo>
                <a:lnTo>
                  <a:pt x="10" y="63"/>
                </a:lnTo>
                <a:lnTo>
                  <a:pt x="11" y="63"/>
                </a:lnTo>
                <a:lnTo>
                  <a:pt x="12" y="62"/>
                </a:lnTo>
                <a:lnTo>
                  <a:pt x="13" y="62"/>
                </a:lnTo>
                <a:lnTo>
                  <a:pt x="12" y="62"/>
                </a:lnTo>
                <a:lnTo>
                  <a:pt x="12" y="61"/>
                </a:lnTo>
                <a:lnTo>
                  <a:pt x="13" y="61"/>
                </a:lnTo>
                <a:lnTo>
                  <a:pt x="14" y="61"/>
                </a:lnTo>
                <a:lnTo>
                  <a:pt x="14" y="60"/>
                </a:lnTo>
                <a:lnTo>
                  <a:pt x="15" y="60"/>
                </a:lnTo>
                <a:lnTo>
                  <a:pt x="16" y="60"/>
                </a:lnTo>
                <a:lnTo>
                  <a:pt x="17" y="60"/>
                </a:lnTo>
                <a:lnTo>
                  <a:pt x="18" y="60"/>
                </a:lnTo>
                <a:lnTo>
                  <a:pt x="17" y="59"/>
                </a:lnTo>
                <a:lnTo>
                  <a:pt x="18" y="59"/>
                </a:lnTo>
                <a:lnTo>
                  <a:pt x="17" y="59"/>
                </a:lnTo>
                <a:lnTo>
                  <a:pt x="18" y="59"/>
                </a:lnTo>
                <a:lnTo>
                  <a:pt x="18" y="58"/>
                </a:lnTo>
                <a:lnTo>
                  <a:pt x="18" y="57"/>
                </a:lnTo>
                <a:lnTo>
                  <a:pt x="19" y="57"/>
                </a:lnTo>
                <a:lnTo>
                  <a:pt x="20" y="57"/>
                </a:lnTo>
                <a:lnTo>
                  <a:pt x="21" y="57"/>
                </a:lnTo>
                <a:lnTo>
                  <a:pt x="22" y="57"/>
                </a:lnTo>
                <a:lnTo>
                  <a:pt x="22" y="58"/>
                </a:lnTo>
                <a:lnTo>
                  <a:pt x="21" y="59"/>
                </a:lnTo>
                <a:lnTo>
                  <a:pt x="21" y="60"/>
                </a:lnTo>
                <a:lnTo>
                  <a:pt x="22" y="60"/>
                </a:lnTo>
                <a:lnTo>
                  <a:pt x="22" y="61"/>
                </a:lnTo>
                <a:lnTo>
                  <a:pt x="22" y="62"/>
                </a:lnTo>
                <a:lnTo>
                  <a:pt x="22" y="63"/>
                </a:lnTo>
                <a:lnTo>
                  <a:pt x="23" y="63"/>
                </a:lnTo>
                <a:lnTo>
                  <a:pt x="24" y="63"/>
                </a:lnTo>
                <a:lnTo>
                  <a:pt x="24" y="64"/>
                </a:lnTo>
                <a:lnTo>
                  <a:pt x="25" y="63"/>
                </a:lnTo>
                <a:lnTo>
                  <a:pt x="26" y="63"/>
                </a:lnTo>
                <a:lnTo>
                  <a:pt x="27" y="63"/>
                </a:lnTo>
                <a:lnTo>
                  <a:pt x="27" y="62"/>
                </a:lnTo>
                <a:lnTo>
                  <a:pt x="28" y="62"/>
                </a:lnTo>
                <a:lnTo>
                  <a:pt x="29" y="62"/>
                </a:lnTo>
                <a:lnTo>
                  <a:pt x="30" y="63"/>
                </a:lnTo>
                <a:lnTo>
                  <a:pt x="31" y="63"/>
                </a:lnTo>
                <a:lnTo>
                  <a:pt x="33" y="64"/>
                </a:lnTo>
                <a:lnTo>
                  <a:pt x="34" y="64"/>
                </a:lnTo>
                <a:lnTo>
                  <a:pt x="35" y="65"/>
                </a:lnTo>
                <a:lnTo>
                  <a:pt x="36" y="65"/>
                </a:lnTo>
                <a:lnTo>
                  <a:pt x="37" y="66"/>
                </a:lnTo>
                <a:lnTo>
                  <a:pt x="38" y="66"/>
                </a:lnTo>
                <a:lnTo>
                  <a:pt x="39" y="66"/>
                </a:lnTo>
                <a:lnTo>
                  <a:pt x="39" y="65"/>
                </a:lnTo>
                <a:lnTo>
                  <a:pt x="40" y="65"/>
                </a:lnTo>
                <a:lnTo>
                  <a:pt x="39" y="65"/>
                </a:lnTo>
                <a:lnTo>
                  <a:pt x="40" y="64"/>
                </a:lnTo>
                <a:lnTo>
                  <a:pt x="41" y="64"/>
                </a:lnTo>
                <a:lnTo>
                  <a:pt x="42" y="63"/>
                </a:lnTo>
                <a:lnTo>
                  <a:pt x="41" y="63"/>
                </a:lnTo>
                <a:lnTo>
                  <a:pt x="41" y="62"/>
                </a:lnTo>
                <a:lnTo>
                  <a:pt x="40" y="61"/>
                </a:lnTo>
                <a:lnTo>
                  <a:pt x="41" y="61"/>
                </a:lnTo>
                <a:lnTo>
                  <a:pt x="41" y="60"/>
                </a:lnTo>
                <a:lnTo>
                  <a:pt x="41" y="59"/>
                </a:lnTo>
                <a:lnTo>
                  <a:pt x="41" y="58"/>
                </a:lnTo>
                <a:lnTo>
                  <a:pt x="41" y="57"/>
                </a:lnTo>
                <a:lnTo>
                  <a:pt x="41" y="56"/>
                </a:lnTo>
                <a:lnTo>
                  <a:pt x="41" y="55"/>
                </a:lnTo>
                <a:lnTo>
                  <a:pt x="41" y="56"/>
                </a:lnTo>
                <a:lnTo>
                  <a:pt x="40" y="55"/>
                </a:lnTo>
                <a:lnTo>
                  <a:pt x="40" y="54"/>
                </a:lnTo>
                <a:lnTo>
                  <a:pt x="41" y="54"/>
                </a:lnTo>
                <a:lnTo>
                  <a:pt x="41" y="53"/>
                </a:lnTo>
                <a:lnTo>
                  <a:pt x="40" y="53"/>
                </a:lnTo>
                <a:lnTo>
                  <a:pt x="41" y="52"/>
                </a:lnTo>
                <a:lnTo>
                  <a:pt x="42" y="52"/>
                </a:lnTo>
                <a:lnTo>
                  <a:pt x="43" y="52"/>
                </a:lnTo>
                <a:lnTo>
                  <a:pt x="44" y="51"/>
                </a:lnTo>
                <a:lnTo>
                  <a:pt x="43" y="50"/>
                </a:lnTo>
                <a:lnTo>
                  <a:pt x="43" y="49"/>
                </a:lnTo>
                <a:lnTo>
                  <a:pt x="42" y="49"/>
                </a:lnTo>
                <a:lnTo>
                  <a:pt x="42" y="48"/>
                </a:lnTo>
                <a:lnTo>
                  <a:pt x="41" y="47"/>
                </a:lnTo>
                <a:lnTo>
                  <a:pt x="40" y="47"/>
                </a:lnTo>
                <a:lnTo>
                  <a:pt x="40" y="48"/>
                </a:lnTo>
                <a:lnTo>
                  <a:pt x="40" y="46"/>
                </a:lnTo>
                <a:lnTo>
                  <a:pt x="40" y="45"/>
                </a:lnTo>
                <a:lnTo>
                  <a:pt x="41" y="45"/>
                </a:lnTo>
                <a:lnTo>
                  <a:pt x="42" y="43"/>
                </a:lnTo>
                <a:lnTo>
                  <a:pt x="43" y="43"/>
                </a:lnTo>
                <a:lnTo>
                  <a:pt x="43" y="45"/>
                </a:lnTo>
                <a:lnTo>
                  <a:pt x="43" y="43"/>
                </a:lnTo>
                <a:lnTo>
                  <a:pt x="45" y="43"/>
                </a:lnTo>
                <a:lnTo>
                  <a:pt x="46" y="43"/>
                </a:lnTo>
                <a:lnTo>
                  <a:pt x="47" y="43"/>
                </a:lnTo>
                <a:lnTo>
                  <a:pt x="48" y="43"/>
                </a:lnTo>
                <a:lnTo>
                  <a:pt x="49" y="43"/>
                </a:lnTo>
                <a:lnTo>
                  <a:pt x="49" y="42"/>
                </a:lnTo>
                <a:lnTo>
                  <a:pt x="49" y="41"/>
                </a:lnTo>
                <a:lnTo>
                  <a:pt x="49" y="40"/>
                </a:lnTo>
                <a:lnTo>
                  <a:pt x="48" y="40"/>
                </a:lnTo>
                <a:lnTo>
                  <a:pt x="47" y="40"/>
                </a:lnTo>
                <a:lnTo>
                  <a:pt x="47" y="41"/>
                </a:lnTo>
                <a:lnTo>
                  <a:pt x="46" y="41"/>
                </a:lnTo>
                <a:lnTo>
                  <a:pt x="46" y="40"/>
                </a:lnTo>
                <a:lnTo>
                  <a:pt x="45" y="40"/>
                </a:lnTo>
                <a:lnTo>
                  <a:pt x="44" y="40"/>
                </a:lnTo>
                <a:lnTo>
                  <a:pt x="43" y="40"/>
                </a:lnTo>
                <a:lnTo>
                  <a:pt x="43" y="39"/>
                </a:lnTo>
                <a:lnTo>
                  <a:pt x="42" y="40"/>
                </a:lnTo>
                <a:lnTo>
                  <a:pt x="42" y="39"/>
                </a:lnTo>
                <a:lnTo>
                  <a:pt x="41" y="39"/>
                </a:lnTo>
                <a:lnTo>
                  <a:pt x="42" y="39"/>
                </a:lnTo>
                <a:lnTo>
                  <a:pt x="41" y="38"/>
                </a:lnTo>
                <a:lnTo>
                  <a:pt x="41" y="39"/>
                </a:lnTo>
                <a:lnTo>
                  <a:pt x="41" y="38"/>
                </a:lnTo>
                <a:lnTo>
                  <a:pt x="40" y="38"/>
                </a:lnTo>
                <a:lnTo>
                  <a:pt x="40" y="37"/>
                </a:lnTo>
                <a:lnTo>
                  <a:pt x="39" y="36"/>
                </a:lnTo>
                <a:lnTo>
                  <a:pt x="40" y="35"/>
                </a:lnTo>
                <a:lnTo>
                  <a:pt x="39" y="35"/>
                </a:lnTo>
                <a:lnTo>
                  <a:pt x="39" y="34"/>
                </a:lnTo>
                <a:lnTo>
                  <a:pt x="39" y="32"/>
                </a:lnTo>
                <a:lnTo>
                  <a:pt x="40" y="32"/>
                </a:lnTo>
                <a:lnTo>
                  <a:pt x="40" y="31"/>
                </a:lnTo>
                <a:lnTo>
                  <a:pt x="39" y="31"/>
                </a:lnTo>
                <a:lnTo>
                  <a:pt x="40" y="31"/>
                </a:lnTo>
                <a:lnTo>
                  <a:pt x="41" y="31"/>
                </a:lnTo>
                <a:lnTo>
                  <a:pt x="41" y="30"/>
                </a:lnTo>
                <a:lnTo>
                  <a:pt x="41" y="29"/>
                </a:lnTo>
                <a:lnTo>
                  <a:pt x="42" y="30"/>
                </a:lnTo>
                <a:lnTo>
                  <a:pt x="42" y="29"/>
                </a:lnTo>
                <a:lnTo>
                  <a:pt x="42" y="28"/>
                </a:lnTo>
                <a:lnTo>
                  <a:pt x="43" y="28"/>
                </a:lnTo>
                <a:lnTo>
                  <a:pt x="43" y="27"/>
                </a:lnTo>
                <a:lnTo>
                  <a:pt x="44" y="27"/>
                </a:lnTo>
                <a:lnTo>
                  <a:pt x="44" y="26"/>
                </a:lnTo>
                <a:lnTo>
                  <a:pt x="44" y="25"/>
                </a:lnTo>
                <a:lnTo>
                  <a:pt x="43" y="24"/>
                </a:lnTo>
                <a:lnTo>
                  <a:pt x="43" y="23"/>
                </a:lnTo>
                <a:lnTo>
                  <a:pt x="43" y="22"/>
                </a:lnTo>
                <a:lnTo>
                  <a:pt x="43" y="21"/>
                </a:lnTo>
                <a:lnTo>
                  <a:pt x="42" y="20"/>
                </a:lnTo>
                <a:lnTo>
                  <a:pt x="42" y="19"/>
                </a:lnTo>
                <a:lnTo>
                  <a:pt x="43" y="19"/>
                </a:lnTo>
                <a:lnTo>
                  <a:pt x="45" y="19"/>
                </a:lnTo>
                <a:lnTo>
                  <a:pt x="46" y="19"/>
                </a:lnTo>
                <a:lnTo>
                  <a:pt x="45" y="18"/>
                </a:lnTo>
                <a:lnTo>
                  <a:pt x="45" y="17"/>
                </a:lnTo>
                <a:lnTo>
                  <a:pt x="45" y="16"/>
                </a:lnTo>
                <a:lnTo>
                  <a:pt x="46" y="16"/>
                </a:lnTo>
                <a:lnTo>
                  <a:pt x="46" y="15"/>
                </a:lnTo>
                <a:lnTo>
                  <a:pt x="47" y="14"/>
                </a:lnTo>
                <a:lnTo>
                  <a:pt x="48" y="14"/>
                </a:lnTo>
                <a:lnTo>
                  <a:pt x="49" y="14"/>
                </a:lnTo>
                <a:lnTo>
                  <a:pt x="50" y="14"/>
                </a:lnTo>
                <a:lnTo>
                  <a:pt x="51" y="14"/>
                </a:lnTo>
                <a:lnTo>
                  <a:pt x="51" y="13"/>
                </a:lnTo>
                <a:lnTo>
                  <a:pt x="52" y="13"/>
                </a:lnTo>
                <a:lnTo>
                  <a:pt x="53" y="14"/>
                </a:lnTo>
                <a:lnTo>
                  <a:pt x="53" y="13"/>
                </a:lnTo>
                <a:lnTo>
                  <a:pt x="53" y="12"/>
                </a:lnTo>
                <a:lnTo>
                  <a:pt x="54" y="12"/>
                </a:lnTo>
                <a:lnTo>
                  <a:pt x="54" y="11"/>
                </a:lnTo>
                <a:lnTo>
                  <a:pt x="55" y="11"/>
                </a:lnTo>
                <a:lnTo>
                  <a:pt x="55" y="12"/>
                </a:lnTo>
                <a:lnTo>
                  <a:pt x="56" y="12"/>
                </a:lnTo>
                <a:lnTo>
                  <a:pt x="57" y="12"/>
                </a:lnTo>
                <a:lnTo>
                  <a:pt x="58" y="12"/>
                </a:lnTo>
                <a:lnTo>
                  <a:pt x="58" y="11"/>
                </a:lnTo>
                <a:lnTo>
                  <a:pt x="58" y="10"/>
                </a:lnTo>
                <a:lnTo>
                  <a:pt x="58" y="8"/>
                </a:lnTo>
                <a:lnTo>
                  <a:pt x="57" y="8"/>
                </a:lnTo>
                <a:lnTo>
                  <a:pt x="58" y="8"/>
                </a:lnTo>
                <a:lnTo>
                  <a:pt x="59" y="8"/>
                </a:lnTo>
                <a:lnTo>
                  <a:pt x="60" y="8"/>
                </a:lnTo>
                <a:lnTo>
                  <a:pt x="61" y="8"/>
                </a:lnTo>
                <a:lnTo>
                  <a:pt x="62" y="7"/>
                </a:lnTo>
                <a:lnTo>
                  <a:pt x="63" y="7"/>
                </a:lnTo>
                <a:lnTo>
                  <a:pt x="62" y="6"/>
                </a:lnTo>
                <a:lnTo>
                  <a:pt x="61" y="6"/>
                </a:lnTo>
                <a:lnTo>
                  <a:pt x="61" y="7"/>
                </a:lnTo>
                <a:lnTo>
                  <a:pt x="60" y="6"/>
                </a:lnTo>
                <a:lnTo>
                  <a:pt x="60" y="5"/>
                </a:lnTo>
                <a:lnTo>
                  <a:pt x="61" y="5"/>
                </a:lnTo>
                <a:lnTo>
                  <a:pt x="60" y="4"/>
                </a:lnTo>
                <a:lnTo>
                  <a:pt x="60" y="3"/>
                </a:lnTo>
                <a:lnTo>
                  <a:pt x="61" y="3"/>
                </a:lnTo>
                <a:lnTo>
                  <a:pt x="61" y="2"/>
                </a:lnTo>
                <a:lnTo>
                  <a:pt x="62" y="2"/>
                </a:lnTo>
                <a:lnTo>
                  <a:pt x="63" y="2"/>
                </a:lnTo>
                <a:lnTo>
                  <a:pt x="63" y="1"/>
                </a:lnTo>
                <a:lnTo>
                  <a:pt x="63" y="0"/>
                </a:lnTo>
                <a:lnTo>
                  <a:pt x="64" y="0"/>
                </a:lnTo>
                <a:lnTo>
                  <a:pt x="65" y="0"/>
                </a:lnTo>
                <a:lnTo>
                  <a:pt x="6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5" name=""/>
          <p:cNvSpPr/>
          <p:nvPr/>
        </p:nvSpPr>
        <p:spPr>
          <a:xfrm>
            <a:off x="4585680" y="155160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3"/>
                </a:moveTo>
                <a:lnTo>
                  <a:pt x="0" y="2"/>
                </a:lnTo>
                <a:lnTo>
                  <a:pt x="2" y="0"/>
                </a:lnTo>
                <a:lnTo>
                  <a:pt x="2" y="3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6" name=""/>
          <p:cNvSpPr/>
          <p:nvPr/>
        </p:nvSpPr>
        <p:spPr>
          <a:xfrm>
            <a:off x="4584240" y="155052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4"/>
                </a:move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5" y="0"/>
                </a:lnTo>
                <a:lnTo>
                  <a:pt x="5" y="1"/>
                </a:lnTo>
                <a:lnTo>
                  <a:pt x="5" y="2"/>
                </a:lnTo>
                <a:lnTo>
                  <a:pt x="3" y="4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7" name=""/>
          <p:cNvSpPr/>
          <p:nvPr/>
        </p:nvSpPr>
        <p:spPr>
          <a:xfrm>
            <a:off x="4410720" y="1423080"/>
            <a:ext cx="207720" cy="242280"/>
          </a:xfrm>
          <a:custGeom>
            <a:avLst/>
            <a:gdLst/>
            <a:ahLst/>
            <a:rect l="0" t="0" r="r" b="b"/>
            <a:pathLst>
              <a:path w="577" h="673">
                <a:moveTo>
                  <a:pt x="392" y="1"/>
                </a:moveTo>
                <a:lnTo>
                  <a:pt x="392" y="2"/>
                </a:lnTo>
                <a:lnTo>
                  <a:pt x="391" y="3"/>
                </a:lnTo>
                <a:lnTo>
                  <a:pt x="393" y="4"/>
                </a:lnTo>
                <a:lnTo>
                  <a:pt x="395" y="6"/>
                </a:lnTo>
                <a:lnTo>
                  <a:pt x="396" y="7"/>
                </a:lnTo>
                <a:lnTo>
                  <a:pt x="396" y="8"/>
                </a:lnTo>
                <a:lnTo>
                  <a:pt x="397" y="8"/>
                </a:lnTo>
                <a:lnTo>
                  <a:pt x="398" y="10"/>
                </a:lnTo>
                <a:lnTo>
                  <a:pt x="398" y="12"/>
                </a:lnTo>
                <a:lnTo>
                  <a:pt x="399" y="13"/>
                </a:lnTo>
                <a:lnTo>
                  <a:pt x="400" y="13"/>
                </a:lnTo>
                <a:lnTo>
                  <a:pt x="401" y="13"/>
                </a:lnTo>
                <a:lnTo>
                  <a:pt x="401" y="14"/>
                </a:lnTo>
                <a:lnTo>
                  <a:pt x="403" y="14"/>
                </a:lnTo>
                <a:lnTo>
                  <a:pt x="403" y="15"/>
                </a:lnTo>
                <a:lnTo>
                  <a:pt x="404" y="15"/>
                </a:lnTo>
                <a:lnTo>
                  <a:pt x="405" y="16"/>
                </a:lnTo>
                <a:lnTo>
                  <a:pt x="405" y="17"/>
                </a:lnTo>
                <a:lnTo>
                  <a:pt x="407" y="19"/>
                </a:lnTo>
                <a:lnTo>
                  <a:pt x="408" y="19"/>
                </a:lnTo>
                <a:lnTo>
                  <a:pt x="409" y="20"/>
                </a:lnTo>
                <a:lnTo>
                  <a:pt x="410" y="20"/>
                </a:lnTo>
                <a:lnTo>
                  <a:pt x="410" y="21"/>
                </a:lnTo>
                <a:lnTo>
                  <a:pt x="411" y="21"/>
                </a:lnTo>
                <a:lnTo>
                  <a:pt x="411" y="22"/>
                </a:lnTo>
                <a:lnTo>
                  <a:pt x="412" y="22"/>
                </a:lnTo>
                <a:lnTo>
                  <a:pt x="412" y="23"/>
                </a:lnTo>
                <a:lnTo>
                  <a:pt x="413" y="24"/>
                </a:lnTo>
                <a:lnTo>
                  <a:pt x="413" y="25"/>
                </a:lnTo>
                <a:lnTo>
                  <a:pt x="412" y="25"/>
                </a:lnTo>
                <a:lnTo>
                  <a:pt x="412" y="26"/>
                </a:lnTo>
                <a:lnTo>
                  <a:pt x="411" y="27"/>
                </a:lnTo>
                <a:lnTo>
                  <a:pt x="411" y="28"/>
                </a:lnTo>
                <a:lnTo>
                  <a:pt x="411" y="29"/>
                </a:lnTo>
                <a:lnTo>
                  <a:pt x="412" y="29"/>
                </a:lnTo>
                <a:lnTo>
                  <a:pt x="412" y="30"/>
                </a:lnTo>
                <a:lnTo>
                  <a:pt x="413" y="30"/>
                </a:lnTo>
                <a:lnTo>
                  <a:pt x="413" y="31"/>
                </a:lnTo>
                <a:lnTo>
                  <a:pt x="412" y="31"/>
                </a:lnTo>
                <a:lnTo>
                  <a:pt x="413" y="31"/>
                </a:lnTo>
                <a:lnTo>
                  <a:pt x="414" y="31"/>
                </a:lnTo>
                <a:lnTo>
                  <a:pt x="415" y="32"/>
                </a:lnTo>
                <a:lnTo>
                  <a:pt x="415" y="33"/>
                </a:lnTo>
                <a:lnTo>
                  <a:pt x="415" y="34"/>
                </a:lnTo>
                <a:lnTo>
                  <a:pt x="414" y="35"/>
                </a:lnTo>
                <a:lnTo>
                  <a:pt x="413" y="35"/>
                </a:lnTo>
                <a:lnTo>
                  <a:pt x="412" y="35"/>
                </a:lnTo>
                <a:lnTo>
                  <a:pt x="412" y="36"/>
                </a:lnTo>
                <a:lnTo>
                  <a:pt x="411" y="36"/>
                </a:lnTo>
                <a:lnTo>
                  <a:pt x="411" y="37"/>
                </a:lnTo>
                <a:lnTo>
                  <a:pt x="410" y="37"/>
                </a:lnTo>
                <a:lnTo>
                  <a:pt x="409" y="37"/>
                </a:lnTo>
                <a:lnTo>
                  <a:pt x="407" y="38"/>
                </a:lnTo>
                <a:lnTo>
                  <a:pt x="407" y="39"/>
                </a:lnTo>
                <a:lnTo>
                  <a:pt x="408" y="39"/>
                </a:lnTo>
                <a:lnTo>
                  <a:pt x="409" y="39"/>
                </a:lnTo>
                <a:lnTo>
                  <a:pt x="410" y="40"/>
                </a:lnTo>
                <a:lnTo>
                  <a:pt x="411" y="41"/>
                </a:lnTo>
                <a:lnTo>
                  <a:pt x="412" y="41"/>
                </a:lnTo>
                <a:lnTo>
                  <a:pt x="412" y="42"/>
                </a:lnTo>
                <a:lnTo>
                  <a:pt x="413" y="42"/>
                </a:lnTo>
                <a:lnTo>
                  <a:pt x="413" y="43"/>
                </a:lnTo>
                <a:lnTo>
                  <a:pt x="414" y="43"/>
                </a:lnTo>
                <a:lnTo>
                  <a:pt x="414" y="44"/>
                </a:lnTo>
                <a:lnTo>
                  <a:pt x="415" y="43"/>
                </a:lnTo>
                <a:lnTo>
                  <a:pt x="416" y="44"/>
                </a:lnTo>
                <a:lnTo>
                  <a:pt x="417" y="44"/>
                </a:lnTo>
                <a:lnTo>
                  <a:pt x="419" y="45"/>
                </a:lnTo>
                <a:lnTo>
                  <a:pt x="420" y="46"/>
                </a:lnTo>
                <a:lnTo>
                  <a:pt x="421" y="46"/>
                </a:lnTo>
                <a:lnTo>
                  <a:pt x="420" y="47"/>
                </a:lnTo>
                <a:lnTo>
                  <a:pt x="419" y="48"/>
                </a:lnTo>
                <a:lnTo>
                  <a:pt x="419" y="49"/>
                </a:lnTo>
                <a:lnTo>
                  <a:pt x="419" y="50"/>
                </a:lnTo>
                <a:lnTo>
                  <a:pt x="419" y="51"/>
                </a:lnTo>
                <a:lnTo>
                  <a:pt x="418" y="51"/>
                </a:lnTo>
                <a:lnTo>
                  <a:pt x="418" y="52"/>
                </a:lnTo>
                <a:lnTo>
                  <a:pt x="419" y="52"/>
                </a:lnTo>
                <a:lnTo>
                  <a:pt x="420" y="53"/>
                </a:lnTo>
                <a:lnTo>
                  <a:pt x="421" y="53"/>
                </a:lnTo>
                <a:lnTo>
                  <a:pt x="422" y="53"/>
                </a:lnTo>
                <a:lnTo>
                  <a:pt x="423" y="54"/>
                </a:lnTo>
                <a:lnTo>
                  <a:pt x="424" y="54"/>
                </a:lnTo>
                <a:lnTo>
                  <a:pt x="425" y="55"/>
                </a:lnTo>
                <a:lnTo>
                  <a:pt x="424" y="55"/>
                </a:lnTo>
                <a:lnTo>
                  <a:pt x="424" y="56"/>
                </a:lnTo>
                <a:lnTo>
                  <a:pt x="424" y="57"/>
                </a:lnTo>
                <a:lnTo>
                  <a:pt x="423" y="57"/>
                </a:lnTo>
                <a:lnTo>
                  <a:pt x="423" y="56"/>
                </a:lnTo>
                <a:lnTo>
                  <a:pt x="422" y="56"/>
                </a:lnTo>
                <a:lnTo>
                  <a:pt x="422" y="57"/>
                </a:lnTo>
                <a:lnTo>
                  <a:pt x="423" y="57"/>
                </a:lnTo>
                <a:lnTo>
                  <a:pt x="423" y="58"/>
                </a:lnTo>
                <a:lnTo>
                  <a:pt x="422" y="59"/>
                </a:lnTo>
                <a:lnTo>
                  <a:pt x="421" y="59"/>
                </a:lnTo>
                <a:lnTo>
                  <a:pt x="420" y="59"/>
                </a:lnTo>
                <a:lnTo>
                  <a:pt x="421" y="59"/>
                </a:lnTo>
                <a:lnTo>
                  <a:pt x="423" y="60"/>
                </a:lnTo>
                <a:lnTo>
                  <a:pt x="424" y="60"/>
                </a:lnTo>
                <a:lnTo>
                  <a:pt x="425" y="60"/>
                </a:lnTo>
                <a:lnTo>
                  <a:pt x="428" y="60"/>
                </a:lnTo>
                <a:lnTo>
                  <a:pt x="429" y="59"/>
                </a:lnTo>
                <a:lnTo>
                  <a:pt x="429" y="58"/>
                </a:lnTo>
                <a:lnTo>
                  <a:pt x="430" y="58"/>
                </a:lnTo>
                <a:lnTo>
                  <a:pt x="430" y="57"/>
                </a:lnTo>
                <a:lnTo>
                  <a:pt x="430" y="56"/>
                </a:lnTo>
                <a:lnTo>
                  <a:pt x="430" y="55"/>
                </a:lnTo>
                <a:lnTo>
                  <a:pt x="431" y="54"/>
                </a:lnTo>
                <a:lnTo>
                  <a:pt x="432" y="54"/>
                </a:lnTo>
                <a:lnTo>
                  <a:pt x="433" y="54"/>
                </a:lnTo>
                <a:lnTo>
                  <a:pt x="434" y="54"/>
                </a:lnTo>
                <a:lnTo>
                  <a:pt x="434" y="55"/>
                </a:lnTo>
                <a:lnTo>
                  <a:pt x="435" y="56"/>
                </a:lnTo>
                <a:lnTo>
                  <a:pt x="436" y="57"/>
                </a:lnTo>
                <a:lnTo>
                  <a:pt x="437" y="57"/>
                </a:lnTo>
                <a:lnTo>
                  <a:pt x="437" y="58"/>
                </a:lnTo>
                <a:lnTo>
                  <a:pt x="436" y="59"/>
                </a:lnTo>
                <a:lnTo>
                  <a:pt x="436" y="60"/>
                </a:lnTo>
                <a:lnTo>
                  <a:pt x="435" y="60"/>
                </a:lnTo>
                <a:lnTo>
                  <a:pt x="434" y="61"/>
                </a:lnTo>
                <a:lnTo>
                  <a:pt x="432" y="61"/>
                </a:lnTo>
                <a:lnTo>
                  <a:pt x="431" y="62"/>
                </a:lnTo>
                <a:lnTo>
                  <a:pt x="432" y="62"/>
                </a:lnTo>
                <a:lnTo>
                  <a:pt x="433" y="62"/>
                </a:lnTo>
                <a:lnTo>
                  <a:pt x="434" y="62"/>
                </a:lnTo>
                <a:lnTo>
                  <a:pt x="436" y="62"/>
                </a:lnTo>
                <a:lnTo>
                  <a:pt x="437" y="63"/>
                </a:lnTo>
                <a:lnTo>
                  <a:pt x="437" y="64"/>
                </a:lnTo>
                <a:lnTo>
                  <a:pt x="438" y="64"/>
                </a:lnTo>
                <a:lnTo>
                  <a:pt x="438" y="65"/>
                </a:lnTo>
                <a:lnTo>
                  <a:pt x="438" y="66"/>
                </a:lnTo>
                <a:lnTo>
                  <a:pt x="437" y="66"/>
                </a:lnTo>
                <a:lnTo>
                  <a:pt x="437" y="67"/>
                </a:lnTo>
                <a:lnTo>
                  <a:pt x="438" y="67"/>
                </a:lnTo>
                <a:lnTo>
                  <a:pt x="437" y="68"/>
                </a:lnTo>
                <a:lnTo>
                  <a:pt x="437" y="69"/>
                </a:lnTo>
                <a:lnTo>
                  <a:pt x="436" y="70"/>
                </a:lnTo>
                <a:lnTo>
                  <a:pt x="435" y="70"/>
                </a:lnTo>
                <a:lnTo>
                  <a:pt x="434" y="70"/>
                </a:lnTo>
                <a:lnTo>
                  <a:pt x="434" y="71"/>
                </a:lnTo>
                <a:lnTo>
                  <a:pt x="434" y="72"/>
                </a:lnTo>
                <a:lnTo>
                  <a:pt x="435" y="72"/>
                </a:lnTo>
                <a:lnTo>
                  <a:pt x="436" y="72"/>
                </a:lnTo>
                <a:lnTo>
                  <a:pt x="437" y="73"/>
                </a:lnTo>
                <a:lnTo>
                  <a:pt x="437" y="74"/>
                </a:lnTo>
                <a:lnTo>
                  <a:pt x="439" y="75"/>
                </a:lnTo>
                <a:lnTo>
                  <a:pt x="440" y="75"/>
                </a:lnTo>
                <a:lnTo>
                  <a:pt x="440" y="76"/>
                </a:lnTo>
                <a:lnTo>
                  <a:pt x="440" y="77"/>
                </a:lnTo>
                <a:lnTo>
                  <a:pt x="440" y="78"/>
                </a:lnTo>
                <a:lnTo>
                  <a:pt x="441" y="78"/>
                </a:lnTo>
                <a:lnTo>
                  <a:pt x="441" y="79"/>
                </a:lnTo>
                <a:lnTo>
                  <a:pt x="440" y="79"/>
                </a:lnTo>
                <a:lnTo>
                  <a:pt x="440" y="80"/>
                </a:lnTo>
                <a:lnTo>
                  <a:pt x="439" y="81"/>
                </a:lnTo>
                <a:lnTo>
                  <a:pt x="438" y="82"/>
                </a:lnTo>
                <a:lnTo>
                  <a:pt x="438" y="83"/>
                </a:lnTo>
                <a:lnTo>
                  <a:pt x="438" y="84"/>
                </a:lnTo>
                <a:lnTo>
                  <a:pt x="438" y="85"/>
                </a:lnTo>
                <a:lnTo>
                  <a:pt x="438" y="86"/>
                </a:lnTo>
                <a:lnTo>
                  <a:pt x="437" y="86"/>
                </a:lnTo>
                <a:lnTo>
                  <a:pt x="436" y="86"/>
                </a:lnTo>
                <a:lnTo>
                  <a:pt x="436" y="87"/>
                </a:lnTo>
                <a:lnTo>
                  <a:pt x="435" y="87"/>
                </a:lnTo>
                <a:lnTo>
                  <a:pt x="435" y="88"/>
                </a:lnTo>
                <a:lnTo>
                  <a:pt x="433" y="88"/>
                </a:lnTo>
                <a:lnTo>
                  <a:pt x="433" y="87"/>
                </a:lnTo>
                <a:lnTo>
                  <a:pt x="432" y="86"/>
                </a:lnTo>
                <a:lnTo>
                  <a:pt x="432" y="85"/>
                </a:lnTo>
                <a:lnTo>
                  <a:pt x="432" y="84"/>
                </a:lnTo>
                <a:lnTo>
                  <a:pt x="431" y="82"/>
                </a:lnTo>
                <a:lnTo>
                  <a:pt x="430" y="82"/>
                </a:lnTo>
                <a:lnTo>
                  <a:pt x="429" y="82"/>
                </a:lnTo>
                <a:lnTo>
                  <a:pt x="428" y="83"/>
                </a:lnTo>
                <a:lnTo>
                  <a:pt x="427" y="82"/>
                </a:lnTo>
                <a:lnTo>
                  <a:pt x="425" y="83"/>
                </a:lnTo>
                <a:lnTo>
                  <a:pt x="424" y="83"/>
                </a:lnTo>
                <a:lnTo>
                  <a:pt x="424" y="84"/>
                </a:lnTo>
                <a:lnTo>
                  <a:pt x="423" y="84"/>
                </a:lnTo>
                <a:lnTo>
                  <a:pt x="423" y="85"/>
                </a:lnTo>
                <a:lnTo>
                  <a:pt x="424" y="85"/>
                </a:lnTo>
                <a:lnTo>
                  <a:pt x="423" y="85"/>
                </a:lnTo>
                <a:lnTo>
                  <a:pt x="423" y="86"/>
                </a:lnTo>
                <a:lnTo>
                  <a:pt x="422" y="87"/>
                </a:lnTo>
                <a:lnTo>
                  <a:pt x="423" y="88"/>
                </a:lnTo>
                <a:lnTo>
                  <a:pt x="423" y="89"/>
                </a:lnTo>
                <a:lnTo>
                  <a:pt x="423" y="90"/>
                </a:lnTo>
                <a:lnTo>
                  <a:pt x="422" y="90"/>
                </a:lnTo>
                <a:lnTo>
                  <a:pt x="422" y="91"/>
                </a:lnTo>
                <a:lnTo>
                  <a:pt x="423" y="91"/>
                </a:lnTo>
                <a:lnTo>
                  <a:pt x="424" y="91"/>
                </a:lnTo>
                <a:lnTo>
                  <a:pt x="424" y="92"/>
                </a:lnTo>
                <a:lnTo>
                  <a:pt x="424" y="93"/>
                </a:lnTo>
                <a:lnTo>
                  <a:pt x="425" y="93"/>
                </a:lnTo>
                <a:lnTo>
                  <a:pt x="425" y="94"/>
                </a:lnTo>
                <a:lnTo>
                  <a:pt x="425" y="95"/>
                </a:lnTo>
                <a:lnTo>
                  <a:pt x="425" y="96"/>
                </a:lnTo>
                <a:lnTo>
                  <a:pt x="426" y="96"/>
                </a:lnTo>
                <a:lnTo>
                  <a:pt x="426" y="97"/>
                </a:lnTo>
                <a:lnTo>
                  <a:pt x="427" y="98"/>
                </a:lnTo>
                <a:lnTo>
                  <a:pt x="428" y="98"/>
                </a:lnTo>
                <a:lnTo>
                  <a:pt x="428" y="99"/>
                </a:lnTo>
                <a:lnTo>
                  <a:pt x="429" y="99"/>
                </a:lnTo>
                <a:lnTo>
                  <a:pt x="429" y="100"/>
                </a:lnTo>
                <a:lnTo>
                  <a:pt x="429" y="99"/>
                </a:lnTo>
                <a:lnTo>
                  <a:pt x="429" y="100"/>
                </a:lnTo>
                <a:lnTo>
                  <a:pt x="430" y="100"/>
                </a:lnTo>
                <a:lnTo>
                  <a:pt x="430" y="101"/>
                </a:lnTo>
                <a:lnTo>
                  <a:pt x="429" y="101"/>
                </a:lnTo>
                <a:lnTo>
                  <a:pt x="429" y="102"/>
                </a:lnTo>
                <a:lnTo>
                  <a:pt x="430" y="103"/>
                </a:lnTo>
                <a:lnTo>
                  <a:pt x="430" y="105"/>
                </a:lnTo>
                <a:lnTo>
                  <a:pt x="431" y="105"/>
                </a:lnTo>
                <a:lnTo>
                  <a:pt x="431" y="106"/>
                </a:lnTo>
                <a:lnTo>
                  <a:pt x="433" y="106"/>
                </a:lnTo>
                <a:lnTo>
                  <a:pt x="434" y="106"/>
                </a:lnTo>
                <a:lnTo>
                  <a:pt x="434" y="107"/>
                </a:lnTo>
                <a:lnTo>
                  <a:pt x="435" y="107"/>
                </a:lnTo>
                <a:lnTo>
                  <a:pt x="436" y="107"/>
                </a:lnTo>
                <a:lnTo>
                  <a:pt x="436" y="108"/>
                </a:lnTo>
                <a:lnTo>
                  <a:pt x="437" y="108"/>
                </a:lnTo>
                <a:lnTo>
                  <a:pt x="437" y="107"/>
                </a:lnTo>
                <a:lnTo>
                  <a:pt x="438" y="108"/>
                </a:lnTo>
                <a:lnTo>
                  <a:pt x="439" y="108"/>
                </a:lnTo>
                <a:lnTo>
                  <a:pt x="438" y="108"/>
                </a:lnTo>
                <a:lnTo>
                  <a:pt x="438" y="109"/>
                </a:lnTo>
                <a:lnTo>
                  <a:pt x="438" y="110"/>
                </a:lnTo>
                <a:lnTo>
                  <a:pt x="438" y="111"/>
                </a:lnTo>
                <a:lnTo>
                  <a:pt x="438" y="112"/>
                </a:lnTo>
                <a:lnTo>
                  <a:pt x="439" y="112"/>
                </a:lnTo>
                <a:lnTo>
                  <a:pt x="439" y="113"/>
                </a:lnTo>
                <a:lnTo>
                  <a:pt x="439" y="114"/>
                </a:lnTo>
                <a:lnTo>
                  <a:pt x="438" y="114"/>
                </a:lnTo>
                <a:lnTo>
                  <a:pt x="437" y="115"/>
                </a:lnTo>
                <a:lnTo>
                  <a:pt x="438" y="116"/>
                </a:lnTo>
                <a:lnTo>
                  <a:pt x="437" y="116"/>
                </a:lnTo>
                <a:lnTo>
                  <a:pt x="435" y="116"/>
                </a:lnTo>
                <a:lnTo>
                  <a:pt x="435" y="117"/>
                </a:lnTo>
                <a:lnTo>
                  <a:pt x="434" y="118"/>
                </a:lnTo>
                <a:lnTo>
                  <a:pt x="435" y="118"/>
                </a:lnTo>
                <a:lnTo>
                  <a:pt x="436" y="118"/>
                </a:lnTo>
                <a:lnTo>
                  <a:pt x="437" y="118"/>
                </a:lnTo>
                <a:lnTo>
                  <a:pt x="439" y="119"/>
                </a:lnTo>
                <a:lnTo>
                  <a:pt x="440" y="119"/>
                </a:lnTo>
                <a:lnTo>
                  <a:pt x="441" y="120"/>
                </a:lnTo>
                <a:lnTo>
                  <a:pt x="441" y="121"/>
                </a:lnTo>
                <a:lnTo>
                  <a:pt x="442" y="122"/>
                </a:lnTo>
                <a:lnTo>
                  <a:pt x="442" y="123"/>
                </a:lnTo>
                <a:lnTo>
                  <a:pt x="442" y="124"/>
                </a:lnTo>
                <a:lnTo>
                  <a:pt x="442" y="125"/>
                </a:lnTo>
                <a:lnTo>
                  <a:pt x="443" y="126"/>
                </a:lnTo>
                <a:lnTo>
                  <a:pt x="442" y="127"/>
                </a:lnTo>
                <a:lnTo>
                  <a:pt x="441" y="127"/>
                </a:lnTo>
                <a:lnTo>
                  <a:pt x="441" y="128"/>
                </a:lnTo>
                <a:lnTo>
                  <a:pt x="442" y="128"/>
                </a:lnTo>
                <a:lnTo>
                  <a:pt x="442" y="129"/>
                </a:lnTo>
                <a:lnTo>
                  <a:pt x="442" y="130"/>
                </a:lnTo>
                <a:lnTo>
                  <a:pt x="442" y="131"/>
                </a:lnTo>
                <a:lnTo>
                  <a:pt x="443" y="132"/>
                </a:lnTo>
                <a:lnTo>
                  <a:pt x="443" y="133"/>
                </a:lnTo>
                <a:lnTo>
                  <a:pt x="444" y="133"/>
                </a:lnTo>
                <a:lnTo>
                  <a:pt x="444" y="134"/>
                </a:lnTo>
                <a:lnTo>
                  <a:pt x="445" y="134"/>
                </a:lnTo>
                <a:lnTo>
                  <a:pt x="446" y="134"/>
                </a:lnTo>
                <a:lnTo>
                  <a:pt x="446" y="133"/>
                </a:lnTo>
                <a:lnTo>
                  <a:pt x="447" y="133"/>
                </a:lnTo>
                <a:lnTo>
                  <a:pt x="448" y="133"/>
                </a:lnTo>
                <a:lnTo>
                  <a:pt x="448" y="132"/>
                </a:lnTo>
                <a:lnTo>
                  <a:pt x="447" y="132"/>
                </a:lnTo>
                <a:lnTo>
                  <a:pt x="447" y="131"/>
                </a:lnTo>
                <a:lnTo>
                  <a:pt x="448" y="131"/>
                </a:lnTo>
                <a:lnTo>
                  <a:pt x="449" y="131"/>
                </a:lnTo>
                <a:lnTo>
                  <a:pt x="450" y="131"/>
                </a:lnTo>
                <a:lnTo>
                  <a:pt x="451" y="131"/>
                </a:lnTo>
                <a:lnTo>
                  <a:pt x="451" y="130"/>
                </a:lnTo>
                <a:lnTo>
                  <a:pt x="452" y="130"/>
                </a:lnTo>
                <a:lnTo>
                  <a:pt x="454" y="130"/>
                </a:lnTo>
                <a:lnTo>
                  <a:pt x="457" y="130"/>
                </a:lnTo>
                <a:lnTo>
                  <a:pt x="457" y="129"/>
                </a:lnTo>
                <a:lnTo>
                  <a:pt x="458" y="129"/>
                </a:lnTo>
                <a:lnTo>
                  <a:pt x="459" y="130"/>
                </a:lnTo>
                <a:lnTo>
                  <a:pt x="460" y="129"/>
                </a:lnTo>
                <a:lnTo>
                  <a:pt x="461" y="129"/>
                </a:lnTo>
                <a:lnTo>
                  <a:pt x="462" y="129"/>
                </a:lnTo>
                <a:lnTo>
                  <a:pt x="463" y="129"/>
                </a:lnTo>
                <a:lnTo>
                  <a:pt x="464" y="130"/>
                </a:lnTo>
                <a:lnTo>
                  <a:pt x="465" y="130"/>
                </a:lnTo>
                <a:lnTo>
                  <a:pt x="466" y="130"/>
                </a:lnTo>
                <a:lnTo>
                  <a:pt x="469" y="130"/>
                </a:lnTo>
                <a:lnTo>
                  <a:pt x="470" y="130"/>
                </a:lnTo>
                <a:lnTo>
                  <a:pt x="470" y="129"/>
                </a:lnTo>
                <a:lnTo>
                  <a:pt x="471" y="130"/>
                </a:lnTo>
                <a:lnTo>
                  <a:pt x="472" y="130"/>
                </a:lnTo>
                <a:lnTo>
                  <a:pt x="472" y="131"/>
                </a:lnTo>
                <a:lnTo>
                  <a:pt x="473" y="131"/>
                </a:lnTo>
                <a:lnTo>
                  <a:pt x="474" y="131"/>
                </a:lnTo>
                <a:lnTo>
                  <a:pt x="474" y="132"/>
                </a:lnTo>
                <a:lnTo>
                  <a:pt x="475" y="132"/>
                </a:lnTo>
                <a:lnTo>
                  <a:pt x="476" y="132"/>
                </a:lnTo>
                <a:lnTo>
                  <a:pt x="477" y="132"/>
                </a:lnTo>
                <a:lnTo>
                  <a:pt x="478" y="132"/>
                </a:lnTo>
                <a:lnTo>
                  <a:pt x="479" y="132"/>
                </a:lnTo>
                <a:lnTo>
                  <a:pt x="479" y="131"/>
                </a:lnTo>
                <a:lnTo>
                  <a:pt x="479" y="130"/>
                </a:lnTo>
                <a:lnTo>
                  <a:pt x="480" y="129"/>
                </a:lnTo>
                <a:lnTo>
                  <a:pt x="481" y="129"/>
                </a:lnTo>
                <a:lnTo>
                  <a:pt x="482" y="128"/>
                </a:lnTo>
                <a:lnTo>
                  <a:pt x="483" y="128"/>
                </a:lnTo>
                <a:lnTo>
                  <a:pt x="484" y="128"/>
                </a:lnTo>
                <a:lnTo>
                  <a:pt x="484" y="127"/>
                </a:lnTo>
                <a:lnTo>
                  <a:pt x="485" y="128"/>
                </a:lnTo>
                <a:lnTo>
                  <a:pt x="485" y="127"/>
                </a:lnTo>
                <a:lnTo>
                  <a:pt x="486" y="127"/>
                </a:lnTo>
                <a:lnTo>
                  <a:pt x="486" y="126"/>
                </a:lnTo>
                <a:lnTo>
                  <a:pt x="486" y="128"/>
                </a:lnTo>
                <a:lnTo>
                  <a:pt x="486" y="129"/>
                </a:lnTo>
                <a:lnTo>
                  <a:pt x="487" y="131"/>
                </a:lnTo>
                <a:lnTo>
                  <a:pt x="488" y="132"/>
                </a:lnTo>
                <a:lnTo>
                  <a:pt x="488" y="133"/>
                </a:lnTo>
                <a:lnTo>
                  <a:pt x="488" y="134"/>
                </a:lnTo>
                <a:lnTo>
                  <a:pt x="489" y="134"/>
                </a:lnTo>
                <a:lnTo>
                  <a:pt x="490" y="134"/>
                </a:lnTo>
                <a:lnTo>
                  <a:pt x="491" y="134"/>
                </a:lnTo>
                <a:lnTo>
                  <a:pt x="491" y="135"/>
                </a:lnTo>
                <a:lnTo>
                  <a:pt x="492" y="135"/>
                </a:lnTo>
                <a:lnTo>
                  <a:pt x="492" y="134"/>
                </a:lnTo>
                <a:lnTo>
                  <a:pt x="493" y="134"/>
                </a:lnTo>
                <a:lnTo>
                  <a:pt x="494" y="134"/>
                </a:lnTo>
                <a:lnTo>
                  <a:pt x="494" y="135"/>
                </a:lnTo>
                <a:lnTo>
                  <a:pt x="494" y="134"/>
                </a:lnTo>
                <a:lnTo>
                  <a:pt x="495" y="134"/>
                </a:lnTo>
                <a:lnTo>
                  <a:pt x="496" y="133"/>
                </a:lnTo>
                <a:lnTo>
                  <a:pt x="497" y="134"/>
                </a:lnTo>
                <a:lnTo>
                  <a:pt x="498" y="134"/>
                </a:lnTo>
                <a:lnTo>
                  <a:pt x="499" y="134"/>
                </a:lnTo>
                <a:lnTo>
                  <a:pt x="501" y="134"/>
                </a:lnTo>
                <a:lnTo>
                  <a:pt x="502" y="134"/>
                </a:lnTo>
                <a:lnTo>
                  <a:pt x="503" y="135"/>
                </a:lnTo>
                <a:lnTo>
                  <a:pt x="504" y="135"/>
                </a:lnTo>
                <a:lnTo>
                  <a:pt x="505" y="135"/>
                </a:lnTo>
                <a:lnTo>
                  <a:pt x="506" y="135"/>
                </a:lnTo>
                <a:lnTo>
                  <a:pt x="507" y="135"/>
                </a:lnTo>
                <a:lnTo>
                  <a:pt x="508" y="135"/>
                </a:lnTo>
                <a:lnTo>
                  <a:pt x="509" y="135"/>
                </a:lnTo>
                <a:lnTo>
                  <a:pt x="511" y="135"/>
                </a:lnTo>
                <a:lnTo>
                  <a:pt x="512" y="135"/>
                </a:lnTo>
                <a:lnTo>
                  <a:pt x="513" y="135"/>
                </a:lnTo>
                <a:lnTo>
                  <a:pt x="514" y="135"/>
                </a:lnTo>
                <a:lnTo>
                  <a:pt x="516" y="136"/>
                </a:lnTo>
                <a:lnTo>
                  <a:pt x="517" y="136"/>
                </a:lnTo>
                <a:lnTo>
                  <a:pt x="518" y="136"/>
                </a:lnTo>
                <a:lnTo>
                  <a:pt x="519" y="136"/>
                </a:lnTo>
                <a:lnTo>
                  <a:pt x="519" y="135"/>
                </a:lnTo>
                <a:lnTo>
                  <a:pt x="519" y="134"/>
                </a:lnTo>
                <a:lnTo>
                  <a:pt x="520" y="134"/>
                </a:lnTo>
                <a:lnTo>
                  <a:pt x="521" y="134"/>
                </a:lnTo>
                <a:lnTo>
                  <a:pt x="522" y="134"/>
                </a:lnTo>
                <a:lnTo>
                  <a:pt x="523" y="136"/>
                </a:lnTo>
                <a:lnTo>
                  <a:pt x="523" y="137"/>
                </a:lnTo>
                <a:lnTo>
                  <a:pt x="522" y="138"/>
                </a:lnTo>
                <a:lnTo>
                  <a:pt x="521" y="139"/>
                </a:lnTo>
                <a:lnTo>
                  <a:pt x="520" y="139"/>
                </a:lnTo>
                <a:lnTo>
                  <a:pt x="519" y="141"/>
                </a:lnTo>
                <a:lnTo>
                  <a:pt x="519" y="142"/>
                </a:lnTo>
                <a:lnTo>
                  <a:pt x="518" y="143"/>
                </a:lnTo>
                <a:lnTo>
                  <a:pt x="517" y="143"/>
                </a:lnTo>
                <a:lnTo>
                  <a:pt x="516" y="142"/>
                </a:lnTo>
                <a:lnTo>
                  <a:pt x="516" y="143"/>
                </a:lnTo>
                <a:lnTo>
                  <a:pt x="515" y="143"/>
                </a:lnTo>
                <a:lnTo>
                  <a:pt x="516" y="144"/>
                </a:lnTo>
                <a:lnTo>
                  <a:pt x="516" y="145"/>
                </a:lnTo>
                <a:lnTo>
                  <a:pt x="517" y="145"/>
                </a:lnTo>
                <a:lnTo>
                  <a:pt x="518" y="145"/>
                </a:lnTo>
                <a:lnTo>
                  <a:pt x="518" y="146"/>
                </a:lnTo>
                <a:lnTo>
                  <a:pt x="517" y="146"/>
                </a:lnTo>
                <a:lnTo>
                  <a:pt x="514" y="148"/>
                </a:lnTo>
                <a:lnTo>
                  <a:pt x="513" y="149"/>
                </a:lnTo>
                <a:lnTo>
                  <a:pt x="513" y="150"/>
                </a:lnTo>
                <a:lnTo>
                  <a:pt x="512" y="151"/>
                </a:lnTo>
                <a:lnTo>
                  <a:pt x="511" y="151"/>
                </a:lnTo>
                <a:lnTo>
                  <a:pt x="509" y="152"/>
                </a:lnTo>
                <a:lnTo>
                  <a:pt x="508" y="152"/>
                </a:lnTo>
                <a:lnTo>
                  <a:pt x="507" y="152"/>
                </a:lnTo>
                <a:lnTo>
                  <a:pt x="508" y="153"/>
                </a:lnTo>
                <a:lnTo>
                  <a:pt x="508" y="154"/>
                </a:lnTo>
                <a:lnTo>
                  <a:pt x="507" y="155"/>
                </a:lnTo>
                <a:lnTo>
                  <a:pt x="507" y="156"/>
                </a:lnTo>
                <a:lnTo>
                  <a:pt x="507" y="157"/>
                </a:lnTo>
                <a:lnTo>
                  <a:pt x="507" y="158"/>
                </a:lnTo>
                <a:lnTo>
                  <a:pt x="506" y="158"/>
                </a:lnTo>
                <a:lnTo>
                  <a:pt x="505" y="158"/>
                </a:lnTo>
                <a:lnTo>
                  <a:pt x="505" y="157"/>
                </a:lnTo>
                <a:lnTo>
                  <a:pt x="504" y="157"/>
                </a:lnTo>
                <a:lnTo>
                  <a:pt x="504" y="158"/>
                </a:lnTo>
                <a:lnTo>
                  <a:pt x="504" y="159"/>
                </a:lnTo>
                <a:lnTo>
                  <a:pt x="503" y="159"/>
                </a:lnTo>
                <a:lnTo>
                  <a:pt x="502" y="159"/>
                </a:lnTo>
                <a:lnTo>
                  <a:pt x="501" y="158"/>
                </a:lnTo>
                <a:lnTo>
                  <a:pt x="500" y="158"/>
                </a:lnTo>
                <a:lnTo>
                  <a:pt x="499" y="158"/>
                </a:lnTo>
                <a:lnTo>
                  <a:pt x="499" y="157"/>
                </a:lnTo>
                <a:lnTo>
                  <a:pt x="497" y="157"/>
                </a:lnTo>
                <a:lnTo>
                  <a:pt x="497" y="158"/>
                </a:lnTo>
                <a:lnTo>
                  <a:pt x="496" y="158"/>
                </a:lnTo>
                <a:lnTo>
                  <a:pt x="496" y="159"/>
                </a:lnTo>
                <a:lnTo>
                  <a:pt x="495" y="159"/>
                </a:lnTo>
                <a:lnTo>
                  <a:pt x="495" y="160"/>
                </a:lnTo>
                <a:lnTo>
                  <a:pt x="494" y="160"/>
                </a:lnTo>
                <a:lnTo>
                  <a:pt x="494" y="162"/>
                </a:lnTo>
                <a:lnTo>
                  <a:pt x="495" y="163"/>
                </a:lnTo>
                <a:lnTo>
                  <a:pt x="496" y="164"/>
                </a:lnTo>
                <a:lnTo>
                  <a:pt x="496" y="163"/>
                </a:lnTo>
                <a:lnTo>
                  <a:pt x="497" y="164"/>
                </a:lnTo>
                <a:lnTo>
                  <a:pt x="498" y="164"/>
                </a:lnTo>
                <a:lnTo>
                  <a:pt x="499" y="164"/>
                </a:lnTo>
                <a:lnTo>
                  <a:pt x="499" y="165"/>
                </a:lnTo>
                <a:lnTo>
                  <a:pt x="499" y="164"/>
                </a:lnTo>
                <a:lnTo>
                  <a:pt x="500" y="164"/>
                </a:lnTo>
                <a:lnTo>
                  <a:pt x="502" y="165"/>
                </a:lnTo>
                <a:lnTo>
                  <a:pt x="502" y="167"/>
                </a:lnTo>
                <a:lnTo>
                  <a:pt x="501" y="167"/>
                </a:lnTo>
                <a:lnTo>
                  <a:pt x="500" y="169"/>
                </a:lnTo>
                <a:lnTo>
                  <a:pt x="499" y="169"/>
                </a:lnTo>
                <a:lnTo>
                  <a:pt x="498" y="169"/>
                </a:lnTo>
                <a:lnTo>
                  <a:pt x="498" y="170"/>
                </a:lnTo>
                <a:lnTo>
                  <a:pt x="495" y="170"/>
                </a:lnTo>
                <a:lnTo>
                  <a:pt x="495" y="169"/>
                </a:lnTo>
                <a:lnTo>
                  <a:pt x="494" y="169"/>
                </a:lnTo>
                <a:lnTo>
                  <a:pt x="493" y="169"/>
                </a:lnTo>
                <a:lnTo>
                  <a:pt x="491" y="169"/>
                </a:lnTo>
                <a:lnTo>
                  <a:pt x="491" y="170"/>
                </a:lnTo>
                <a:lnTo>
                  <a:pt x="491" y="171"/>
                </a:lnTo>
                <a:lnTo>
                  <a:pt x="491" y="172"/>
                </a:lnTo>
                <a:lnTo>
                  <a:pt x="491" y="173"/>
                </a:lnTo>
                <a:lnTo>
                  <a:pt x="490" y="173"/>
                </a:lnTo>
                <a:lnTo>
                  <a:pt x="490" y="174"/>
                </a:lnTo>
                <a:lnTo>
                  <a:pt x="490" y="176"/>
                </a:lnTo>
                <a:lnTo>
                  <a:pt x="490" y="178"/>
                </a:lnTo>
                <a:lnTo>
                  <a:pt x="490" y="179"/>
                </a:lnTo>
                <a:lnTo>
                  <a:pt x="489" y="179"/>
                </a:lnTo>
                <a:lnTo>
                  <a:pt x="489" y="180"/>
                </a:lnTo>
                <a:lnTo>
                  <a:pt x="488" y="181"/>
                </a:lnTo>
                <a:lnTo>
                  <a:pt x="487" y="182"/>
                </a:lnTo>
                <a:lnTo>
                  <a:pt x="487" y="183"/>
                </a:lnTo>
                <a:lnTo>
                  <a:pt x="487" y="184"/>
                </a:lnTo>
                <a:lnTo>
                  <a:pt x="486" y="184"/>
                </a:lnTo>
                <a:lnTo>
                  <a:pt x="487" y="186"/>
                </a:lnTo>
                <a:lnTo>
                  <a:pt x="488" y="186"/>
                </a:lnTo>
                <a:lnTo>
                  <a:pt x="488" y="187"/>
                </a:lnTo>
                <a:lnTo>
                  <a:pt x="489" y="187"/>
                </a:lnTo>
                <a:lnTo>
                  <a:pt x="489" y="188"/>
                </a:lnTo>
                <a:lnTo>
                  <a:pt x="490" y="188"/>
                </a:lnTo>
                <a:lnTo>
                  <a:pt x="491" y="188"/>
                </a:lnTo>
                <a:lnTo>
                  <a:pt x="492" y="188"/>
                </a:lnTo>
                <a:lnTo>
                  <a:pt x="492" y="189"/>
                </a:lnTo>
                <a:lnTo>
                  <a:pt x="491" y="190"/>
                </a:lnTo>
                <a:lnTo>
                  <a:pt x="491" y="191"/>
                </a:lnTo>
                <a:lnTo>
                  <a:pt x="492" y="190"/>
                </a:lnTo>
                <a:lnTo>
                  <a:pt x="493" y="191"/>
                </a:lnTo>
                <a:lnTo>
                  <a:pt x="494" y="191"/>
                </a:lnTo>
                <a:lnTo>
                  <a:pt x="495" y="191"/>
                </a:lnTo>
                <a:lnTo>
                  <a:pt x="496" y="191"/>
                </a:lnTo>
                <a:lnTo>
                  <a:pt x="496" y="192"/>
                </a:lnTo>
                <a:lnTo>
                  <a:pt x="496" y="193"/>
                </a:lnTo>
                <a:lnTo>
                  <a:pt x="496" y="194"/>
                </a:lnTo>
                <a:lnTo>
                  <a:pt x="497" y="194"/>
                </a:lnTo>
                <a:lnTo>
                  <a:pt x="498" y="195"/>
                </a:lnTo>
                <a:lnTo>
                  <a:pt x="499" y="196"/>
                </a:lnTo>
                <a:lnTo>
                  <a:pt x="500" y="196"/>
                </a:lnTo>
                <a:lnTo>
                  <a:pt x="500" y="197"/>
                </a:lnTo>
                <a:lnTo>
                  <a:pt x="501" y="197"/>
                </a:lnTo>
                <a:lnTo>
                  <a:pt x="502" y="197"/>
                </a:lnTo>
                <a:lnTo>
                  <a:pt x="503" y="197"/>
                </a:lnTo>
                <a:lnTo>
                  <a:pt x="504" y="198"/>
                </a:lnTo>
                <a:lnTo>
                  <a:pt x="505" y="199"/>
                </a:lnTo>
                <a:lnTo>
                  <a:pt x="505" y="200"/>
                </a:lnTo>
                <a:lnTo>
                  <a:pt x="506" y="200"/>
                </a:lnTo>
                <a:lnTo>
                  <a:pt x="506" y="199"/>
                </a:lnTo>
                <a:lnTo>
                  <a:pt x="507" y="198"/>
                </a:lnTo>
                <a:lnTo>
                  <a:pt x="508" y="198"/>
                </a:lnTo>
                <a:lnTo>
                  <a:pt x="508" y="199"/>
                </a:lnTo>
                <a:lnTo>
                  <a:pt x="510" y="200"/>
                </a:lnTo>
                <a:lnTo>
                  <a:pt x="511" y="199"/>
                </a:lnTo>
                <a:lnTo>
                  <a:pt x="512" y="198"/>
                </a:lnTo>
                <a:lnTo>
                  <a:pt x="513" y="198"/>
                </a:lnTo>
                <a:lnTo>
                  <a:pt x="514" y="197"/>
                </a:lnTo>
                <a:lnTo>
                  <a:pt x="515" y="197"/>
                </a:lnTo>
                <a:lnTo>
                  <a:pt x="516" y="197"/>
                </a:lnTo>
                <a:lnTo>
                  <a:pt x="517" y="199"/>
                </a:lnTo>
                <a:lnTo>
                  <a:pt x="517" y="200"/>
                </a:lnTo>
                <a:lnTo>
                  <a:pt x="516" y="201"/>
                </a:lnTo>
                <a:lnTo>
                  <a:pt x="515" y="201"/>
                </a:lnTo>
                <a:lnTo>
                  <a:pt x="514" y="201"/>
                </a:lnTo>
                <a:lnTo>
                  <a:pt x="514" y="202"/>
                </a:lnTo>
                <a:lnTo>
                  <a:pt x="513" y="203"/>
                </a:lnTo>
                <a:lnTo>
                  <a:pt x="514" y="203"/>
                </a:lnTo>
                <a:lnTo>
                  <a:pt x="514" y="204"/>
                </a:lnTo>
                <a:lnTo>
                  <a:pt x="514" y="205"/>
                </a:lnTo>
                <a:lnTo>
                  <a:pt x="514" y="206"/>
                </a:lnTo>
                <a:lnTo>
                  <a:pt x="515" y="206"/>
                </a:lnTo>
                <a:lnTo>
                  <a:pt x="516" y="205"/>
                </a:lnTo>
                <a:lnTo>
                  <a:pt x="517" y="205"/>
                </a:lnTo>
                <a:lnTo>
                  <a:pt x="517" y="206"/>
                </a:lnTo>
                <a:lnTo>
                  <a:pt x="518" y="206"/>
                </a:lnTo>
                <a:lnTo>
                  <a:pt x="519" y="205"/>
                </a:lnTo>
                <a:lnTo>
                  <a:pt x="521" y="206"/>
                </a:lnTo>
                <a:lnTo>
                  <a:pt x="522" y="206"/>
                </a:lnTo>
                <a:lnTo>
                  <a:pt x="522" y="207"/>
                </a:lnTo>
                <a:lnTo>
                  <a:pt x="521" y="207"/>
                </a:lnTo>
                <a:lnTo>
                  <a:pt x="520" y="208"/>
                </a:lnTo>
                <a:lnTo>
                  <a:pt x="520" y="209"/>
                </a:lnTo>
                <a:lnTo>
                  <a:pt x="521" y="209"/>
                </a:lnTo>
                <a:lnTo>
                  <a:pt x="521" y="210"/>
                </a:lnTo>
                <a:lnTo>
                  <a:pt x="521" y="211"/>
                </a:lnTo>
                <a:lnTo>
                  <a:pt x="522" y="211"/>
                </a:lnTo>
                <a:lnTo>
                  <a:pt x="523" y="211"/>
                </a:lnTo>
                <a:lnTo>
                  <a:pt x="523" y="212"/>
                </a:lnTo>
                <a:lnTo>
                  <a:pt x="524" y="213"/>
                </a:lnTo>
                <a:lnTo>
                  <a:pt x="525" y="213"/>
                </a:lnTo>
                <a:lnTo>
                  <a:pt x="525" y="212"/>
                </a:lnTo>
                <a:lnTo>
                  <a:pt x="526" y="213"/>
                </a:lnTo>
                <a:lnTo>
                  <a:pt x="527" y="213"/>
                </a:lnTo>
                <a:lnTo>
                  <a:pt x="527" y="214"/>
                </a:lnTo>
                <a:lnTo>
                  <a:pt x="528" y="214"/>
                </a:lnTo>
                <a:lnTo>
                  <a:pt x="529" y="213"/>
                </a:lnTo>
                <a:lnTo>
                  <a:pt x="530" y="213"/>
                </a:lnTo>
                <a:lnTo>
                  <a:pt x="531" y="213"/>
                </a:lnTo>
                <a:lnTo>
                  <a:pt x="532" y="212"/>
                </a:lnTo>
                <a:lnTo>
                  <a:pt x="533" y="212"/>
                </a:lnTo>
                <a:lnTo>
                  <a:pt x="534" y="212"/>
                </a:lnTo>
                <a:lnTo>
                  <a:pt x="534" y="211"/>
                </a:lnTo>
                <a:lnTo>
                  <a:pt x="535" y="211"/>
                </a:lnTo>
                <a:lnTo>
                  <a:pt x="535" y="212"/>
                </a:lnTo>
                <a:lnTo>
                  <a:pt x="536" y="212"/>
                </a:lnTo>
                <a:lnTo>
                  <a:pt x="535" y="212"/>
                </a:lnTo>
                <a:lnTo>
                  <a:pt x="535" y="213"/>
                </a:lnTo>
                <a:lnTo>
                  <a:pt x="535" y="214"/>
                </a:lnTo>
                <a:lnTo>
                  <a:pt x="536" y="214"/>
                </a:lnTo>
                <a:lnTo>
                  <a:pt x="537" y="213"/>
                </a:lnTo>
                <a:lnTo>
                  <a:pt x="538" y="212"/>
                </a:lnTo>
                <a:lnTo>
                  <a:pt x="539" y="212"/>
                </a:lnTo>
                <a:lnTo>
                  <a:pt x="540" y="212"/>
                </a:lnTo>
                <a:lnTo>
                  <a:pt x="540" y="213"/>
                </a:lnTo>
                <a:lnTo>
                  <a:pt x="541" y="213"/>
                </a:lnTo>
                <a:lnTo>
                  <a:pt x="542" y="213"/>
                </a:lnTo>
                <a:lnTo>
                  <a:pt x="543" y="213"/>
                </a:lnTo>
                <a:lnTo>
                  <a:pt x="544" y="213"/>
                </a:lnTo>
                <a:lnTo>
                  <a:pt x="545" y="212"/>
                </a:lnTo>
                <a:lnTo>
                  <a:pt x="546" y="211"/>
                </a:lnTo>
                <a:lnTo>
                  <a:pt x="547" y="212"/>
                </a:lnTo>
                <a:lnTo>
                  <a:pt x="548" y="212"/>
                </a:lnTo>
                <a:lnTo>
                  <a:pt x="548" y="211"/>
                </a:lnTo>
                <a:lnTo>
                  <a:pt x="549" y="211"/>
                </a:lnTo>
                <a:lnTo>
                  <a:pt x="549" y="212"/>
                </a:lnTo>
                <a:lnTo>
                  <a:pt x="550" y="213"/>
                </a:lnTo>
                <a:lnTo>
                  <a:pt x="551" y="213"/>
                </a:lnTo>
                <a:lnTo>
                  <a:pt x="551" y="214"/>
                </a:lnTo>
                <a:lnTo>
                  <a:pt x="550" y="214"/>
                </a:lnTo>
                <a:lnTo>
                  <a:pt x="550" y="215"/>
                </a:lnTo>
                <a:lnTo>
                  <a:pt x="549" y="215"/>
                </a:lnTo>
                <a:lnTo>
                  <a:pt x="550" y="216"/>
                </a:lnTo>
                <a:lnTo>
                  <a:pt x="551" y="216"/>
                </a:lnTo>
                <a:lnTo>
                  <a:pt x="551" y="218"/>
                </a:lnTo>
                <a:lnTo>
                  <a:pt x="552" y="219"/>
                </a:lnTo>
                <a:lnTo>
                  <a:pt x="553" y="219"/>
                </a:lnTo>
                <a:lnTo>
                  <a:pt x="554" y="220"/>
                </a:lnTo>
                <a:lnTo>
                  <a:pt x="554" y="222"/>
                </a:lnTo>
                <a:lnTo>
                  <a:pt x="554" y="223"/>
                </a:lnTo>
                <a:lnTo>
                  <a:pt x="553" y="223"/>
                </a:lnTo>
                <a:lnTo>
                  <a:pt x="553" y="224"/>
                </a:lnTo>
                <a:lnTo>
                  <a:pt x="554" y="224"/>
                </a:lnTo>
                <a:lnTo>
                  <a:pt x="554" y="225"/>
                </a:lnTo>
                <a:lnTo>
                  <a:pt x="554" y="226"/>
                </a:lnTo>
                <a:lnTo>
                  <a:pt x="554" y="227"/>
                </a:lnTo>
                <a:lnTo>
                  <a:pt x="553" y="228"/>
                </a:lnTo>
                <a:lnTo>
                  <a:pt x="552" y="229"/>
                </a:lnTo>
                <a:lnTo>
                  <a:pt x="553" y="229"/>
                </a:lnTo>
                <a:lnTo>
                  <a:pt x="553" y="230"/>
                </a:lnTo>
                <a:lnTo>
                  <a:pt x="554" y="230"/>
                </a:lnTo>
                <a:lnTo>
                  <a:pt x="554" y="231"/>
                </a:lnTo>
                <a:lnTo>
                  <a:pt x="554" y="232"/>
                </a:lnTo>
                <a:lnTo>
                  <a:pt x="553" y="232"/>
                </a:lnTo>
                <a:lnTo>
                  <a:pt x="553" y="233"/>
                </a:lnTo>
                <a:lnTo>
                  <a:pt x="554" y="233"/>
                </a:lnTo>
                <a:lnTo>
                  <a:pt x="555" y="234"/>
                </a:lnTo>
                <a:lnTo>
                  <a:pt x="555" y="235"/>
                </a:lnTo>
                <a:lnTo>
                  <a:pt x="556" y="235"/>
                </a:lnTo>
                <a:lnTo>
                  <a:pt x="555" y="236"/>
                </a:lnTo>
                <a:lnTo>
                  <a:pt x="556" y="236"/>
                </a:lnTo>
                <a:lnTo>
                  <a:pt x="556" y="237"/>
                </a:lnTo>
                <a:lnTo>
                  <a:pt x="557" y="237"/>
                </a:lnTo>
                <a:lnTo>
                  <a:pt x="558" y="238"/>
                </a:lnTo>
                <a:lnTo>
                  <a:pt x="559" y="240"/>
                </a:lnTo>
                <a:lnTo>
                  <a:pt x="558" y="241"/>
                </a:lnTo>
                <a:lnTo>
                  <a:pt x="558" y="242"/>
                </a:lnTo>
                <a:lnTo>
                  <a:pt x="557" y="242"/>
                </a:lnTo>
                <a:lnTo>
                  <a:pt x="557" y="243"/>
                </a:lnTo>
                <a:lnTo>
                  <a:pt x="557" y="244"/>
                </a:lnTo>
                <a:lnTo>
                  <a:pt x="556" y="244"/>
                </a:lnTo>
                <a:lnTo>
                  <a:pt x="556" y="245"/>
                </a:lnTo>
                <a:lnTo>
                  <a:pt x="557" y="245"/>
                </a:lnTo>
                <a:lnTo>
                  <a:pt x="558" y="244"/>
                </a:lnTo>
                <a:lnTo>
                  <a:pt x="559" y="244"/>
                </a:lnTo>
                <a:lnTo>
                  <a:pt x="560" y="243"/>
                </a:lnTo>
                <a:lnTo>
                  <a:pt x="561" y="243"/>
                </a:lnTo>
                <a:lnTo>
                  <a:pt x="561" y="244"/>
                </a:lnTo>
                <a:lnTo>
                  <a:pt x="561" y="245"/>
                </a:lnTo>
                <a:lnTo>
                  <a:pt x="563" y="246"/>
                </a:lnTo>
                <a:lnTo>
                  <a:pt x="564" y="247"/>
                </a:lnTo>
                <a:lnTo>
                  <a:pt x="564" y="248"/>
                </a:lnTo>
                <a:lnTo>
                  <a:pt x="565" y="248"/>
                </a:lnTo>
                <a:lnTo>
                  <a:pt x="565" y="247"/>
                </a:lnTo>
                <a:lnTo>
                  <a:pt x="566" y="246"/>
                </a:lnTo>
                <a:lnTo>
                  <a:pt x="567" y="246"/>
                </a:lnTo>
                <a:lnTo>
                  <a:pt x="568" y="248"/>
                </a:lnTo>
                <a:lnTo>
                  <a:pt x="568" y="249"/>
                </a:lnTo>
                <a:lnTo>
                  <a:pt x="568" y="250"/>
                </a:lnTo>
                <a:lnTo>
                  <a:pt x="569" y="252"/>
                </a:lnTo>
                <a:lnTo>
                  <a:pt x="569" y="253"/>
                </a:lnTo>
                <a:lnTo>
                  <a:pt x="569" y="254"/>
                </a:lnTo>
                <a:lnTo>
                  <a:pt x="568" y="254"/>
                </a:lnTo>
                <a:lnTo>
                  <a:pt x="568" y="255"/>
                </a:lnTo>
                <a:lnTo>
                  <a:pt x="568" y="256"/>
                </a:lnTo>
                <a:lnTo>
                  <a:pt x="567" y="256"/>
                </a:lnTo>
                <a:lnTo>
                  <a:pt x="566" y="257"/>
                </a:lnTo>
                <a:lnTo>
                  <a:pt x="567" y="257"/>
                </a:lnTo>
                <a:lnTo>
                  <a:pt x="568" y="258"/>
                </a:lnTo>
                <a:lnTo>
                  <a:pt x="569" y="259"/>
                </a:lnTo>
                <a:lnTo>
                  <a:pt x="569" y="260"/>
                </a:lnTo>
                <a:lnTo>
                  <a:pt x="569" y="261"/>
                </a:lnTo>
                <a:lnTo>
                  <a:pt x="570" y="263"/>
                </a:lnTo>
                <a:lnTo>
                  <a:pt x="570" y="262"/>
                </a:lnTo>
                <a:lnTo>
                  <a:pt x="570" y="263"/>
                </a:lnTo>
                <a:lnTo>
                  <a:pt x="571" y="263"/>
                </a:lnTo>
                <a:lnTo>
                  <a:pt x="572" y="264"/>
                </a:lnTo>
                <a:lnTo>
                  <a:pt x="573" y="263"/>
                </a:lnTo>
                <a:lnTo>
                  <a:pt x="573" y="262"/>
                </a:lnTo>
                <a:lnTo>
                  <a:pt x="574" y="262"/>
                </a:lnTo>
                <a:lnTo>
                  <a:pt x="574" y="263"/>
                </a:lnTo>
                <a:lnTo>
                  <a:pt x="576" y="263"/>
                </a:lnTo>
                <a:lnTo>
                  <a:pt x="576" y="264"/>
                </a:lnTo>
                <a:lnTo>
                  <a:pt x="577" y="264"/>
                </a:lnTo>
                <a:lnTo>
                  <a:pt x="577" y="266"/>
                </a:lnTo>
                <a:lnTo>
                  <a:pt x="576" y="266"/>
                </a:lnTo>
                <a:lnTo>
                  <a:pt x="576" y="267"/>
                </a:lnTo>
                <a:lnTo>
                  <a:pt x="576" y="268"/>
                </a:lnTo>
                <a:lnTo>
                  <a:pt x="577" y="268"/>
                </a:lnTo>
                <a:lnTo>
                  <a:pt x="577" y="269"/>
                </a:lnTo>
                <a:lnTo>
                  <a:pt x="576" y="269"/>
                </a:lnTo>
                <a:lnTo>
                  <a:pt x="575" y="269"/>
                </a:lnTo>
                <a:lnTo>
                  <a:pt x="574" y="269"/>
                </a:lnTo>
                <a:lnTo>
                  <a:pt x="573" y="270"/>
                </a:lnTo>
                <a:lnTo>
                  <a:pt x="572" y="270"/>
                </a:lnTo>
                <a:lnTo>
                  <a:pt x="572" y="271"/>
                </a:lnTo>
                <a:lnTo>
                  <a:pt x="572" y="272"/>
                </a:lnTo>
                <a:lnTo>
                  <a:pt x="571" y="272"/>
                </a:lnTo>
                <a:lnTo>
                  <a:pt x="568" y="272"/>
                </a:lnTo>
                <a:lnTo>
                  <a:pt x="567" y="273"/>
                </a:lnTo>
                <a:lnTo>
                  <a:pt x="566" y="273"/>
                </a:lnTo>
                <a:lnTo>
                  <a:pt x="565" y="273"/>
                </a:lnTo>
                <a:lnTo>
                  <a:pt x="565" y="274"/>
                </a:lnTo>
                <a:lnTo>
                  <a:pt x="564" y="274"/>
                </a:lnTo>
                <a:lnTo>
                  <a:pt x="563" y="274"/>
                </a:lnTo>
                <a:lnTo>
                  <a:pt x="563" y="275"/>
                </a:lnTo>
                <a:lnTo>
                  <a:pt x="562" y="275"/>
                </a:lnTo>
                <a:lnTo>
                  <a:pt x="561" y="274"/>
                </a:lnTo>
                <a:lnTo>
                  <a:pt x="560" y="275"/>
                </a:lnTo>
                <a:lnTo>
                  <a:pt x="559" y="275"/>
                </a:lnTo>
                <a:lnTo>
                  <a:pt x="558" y="275"/>
                </a:lnTo>
                <a:lnTo>
                  <a:pt x="557" y="276"/>
                </a:lnTo>
                <a:lnTo>
                  <a:pt x="556" y="277"/>
                </a:lnTo>
                <a:lnTo>
                  <a:pt x="555" y="277"/>
                </a:lnTo>
                <a:lnTo>
                  <a:pt x="554" y="277"/>
                </a:lnTo>
                <a:lnTo>
                  <a:pt x="553" y="277"/>
                </a:lnTo>
                <a:lnTo>
                  <a:pt x="553" y="278"/>
                </a:lnTo>
                <a:lnTo>
                  <a:pt x="552" y="278"/>
                </a:lnTo>
                <a:lnTo>
                  <a:pt x="552" y="277"/>
                </a:lnTo>
                <a:lnTo>
                  <a:pt x="551" y="277"/>
                </a:lnTo>
                <a:lnTo>
                  <a:pt x="549" y="278"/>
                </a:lnTo>
                <a:lnTo>
                  <a:pt x="549" y="279"/>
                </a:lnTo>
                <a:lnTo>
                  <a:pt x="548" y="279"/>
                </a:lnTo>
                <a:lnTo>
                  <a:pt x="548" y="280"/>
                </a:lnTo>
                <a:lnTo>
                  <a:pt x="548" y="281"/>
                </a:lnTo>
                <a:lnTo>
                  <a:pt x="547" y="283"/>
                </a:lnTo>
                <a:lnTo>
                  <a:pt x="547" y="284"/>
                </a:lnTo>
                <a:lnTo>
                  <a:pt x="547" y="285"/>
                </a:lnTo>
                <a:lnTo>
                  <a:pt x="547" y="284"/>
                </a:lnTo>
                <a:lnTo>
                  <a:pt x="548" y="284"/>
                </a:lnTo>
                <a:lnTo>
                  <a:pt x="548" y="285"/>
                </a:lnTo>
                <a:lnTo>
                  <a:pt x="549" y="285"/>
                </a:lnTo>
                <a:lnTo>
                  <a:pt x="548" y="285"/>
                </a:lnTo>
                <a:lnTo>
                  <a:pt x="548" y="286"/>
                </a:lnTo>
                <a:lnTo>
                  <a:pt x="549" y="287"/>
                </a:lnTo>
                <a:lnTo>
                  <a:pt x="548" y="287"/>
                </a:lnTo>
                <a:lnTo>
                  <a:pt x="548" y="286"/>
                </a:lnTo>
                <a:lnTo>
                  <a:pt x="546" y="287"/>
                </a:lnTo>
                <a:lnTo>
                  <a:pt x="546" y="286"/>
                </a:lnTo>
                <a:lnTo>
                  <a:pt x="545" y="287"/>
                </a:lnTo>
                <a:lnTo>
                  <a:pt x="543" y="287"/>
                </a:lnTo>
                <a:lnTo>
                  <a:pt x="542" y="287"/>
                </a:lnTo>
                <a:lnTo>
                  <a:pt x="541" y="288"/>
                </a:lnTo>
                <a:lnTo>
                  <a:pt x="540" y="288"/>
                </a:lnTo>
                <a:lnTo>
                  <a:pt x="539" y="289"/>
                </a:lnTo>
                <a:lnTo>
                  <a:pt x="538" y="290"/>
                </a:lnTo>
                <a:lnTo>
                  <a:pt x="537" y="291"/>
                </a:lnTo>
                <a:lnTo>
                  <a:pt x="536" y="292"/>
                </a:lnTo>
                <a:lnTo>
                  <a:pt x="535" y="292"/>
                </a:lnTo>
                <a:lnTo>
                  <a:pt x="534" y="293"/>
                </a:lnTo>
                <a:lnTo>
                  <a:pt x="533" y="294"/>
                </a:lnTo>
                <a:lnTo>
                  <a:pt x="533" y="295"/>
                </a:lnTo>
                <a:lnTo>
                  <a:pt x="532" y="296"/>
                </a:lnTo>
                <a:lnTo>
                  <a:pt x="531" y="297"/>
                </a:lnTo>
                <a:lnTo>
                  <a:pt x="531" y="298"/>
                </a:lnTo>
                <a:lnTo>
                  <a:pt x="530" y="300"/>
                </a:lnTo>
                <a:lnTo>
                  <a:pt x="530" y="301"/>
                </a:lnTo>
                <a:lnTo>
                  <a:pt x="529" y="302"/>
                </a:lnTo>
                <a:lnTo>
                  <a:pt x="529" y="303"/>
                </a:lnTo>
                <a:lnTo>
                  <a:pt x="529" y="305"/>
                </a:lnTo>
                <a:lnTo>
                  <a:pt x="528" y="305"/>
                </a:lnTo>
                <a:lnTo>
                  <a:pt x="528" y="306"/>
                </a:lnTo>
                <a:lnTo>
                  <a:pt x="527" y="308"/>
                </a:lnTo>
                <a:lnTo>
                  <a:pt x="527" y="310"/>
                </a:lnTo>
                <a:lnTo>
                  <a:pt x="526" y="311"/>
                </a:lnTo>
                <a:lnTo>
                  <a:pt x="526" y="312"/>
                </a:lnTo>
                <a:lnTo>
                  <a:pt x="525" y="313"/>
                </a:lnTo>
                <a:lnTo>
                  <a:pt x="525" y="314"/>
                </a:lnTo>
                <a:lnTo>
                  <a:pt x="524" y="316"/>
                </a:lnTo>
                <a:lnTo>
                  <a:pt x="524" y="318"/>
                </a:lnTo>
                <a:lnTo>
                  <a:pt x="524" y="320"/>
                </a:lnTo>
                <a:lnTo>
                  <a:pt x="525" y="320"/>
                </a:lnTo>
                <a:lnTo>
                  <a:pt x="526" y="321"/>
                </a:lnTo>
                <a:lnTo>
                  <a:pt x="527" y="322"/>
                </a:lnTo>
                <a:lnTo>
                  <a:pt x="527" y="323"/>
                </a:lnTo>
                <a:lnTo>
                  <a:pt x="528" y="325"/>
                </a:lnTo>
                <a:lnTo>
                  <a:pt x="528" y="326"/>
                </a:lnTo>
                <a:lnTo>
                  <a:pt x="527" y="326"/>
                </a:lnTo>
                <a:lnTo>
                  <a:pt x="526" y="326"/>
                </a:lnTo>
                <a:lnTo>
                  <a:pt x="527" y="326"/>
                </a:lnTo>
                <a:lnTo>
                  <a:pt x="527" y="327"/>
                </a:lnTo>
                <a:lnTo>
                  <a:pt x="527" y="326"/>
                </a:lnTo>
                <a:lnTo>
                  <a:pt x="528" y="326"/>
                </a:lnTo>
                <a:lnTo>
                  <a:pt x="528" y="327"/>
                </a:lnTo>
                <a:lnTo>
                  <a:pt x="527" y="328"/>
                </a:lnTo>
                <a:lnTo>
                  <a:pt x="526" y="328"/>
                </a:lnTo>
                <a:lnTo>
                  <a:pt x="526" y="329"/>
                </a:lnTo>
                <a:lnTo>
                  <a:pt x="527" y="329"/>
                </a:lnTo>
                <a:lnTo>
                  <a:pt x="526" y="330"/>
                </a:lnTo>
                <a:lnTo>
                  <a:pt x="525" y="331"/>
                </a:lnTo>
                <a:lnTo>
                  <a:pt x="524" y="331"/>
                </a:lnTo>
                <a:lnTo>
                  <a:pt x="525" y="331"/>
                </a:lnTo>
                <a:lnTo>
                  <a:pt x="525" y="332"/>
                </a:lnTo>
                <a:lnTo>
                  <a:pt x="524" y="332"/>
                </a:lnTo>
                <a:lnTo>
                  <a:pt x="523" y="333"/>
                </a:lnTo>
                <a:lnTo>
                  <a:pt x="522" y="333"/>
                </a:lnTo>
                <a:lnTo>
                  <a:pt x="521" y="333"/>
                </a:lnTo>
                <a:lnTo>
                  <a:pt x="520" y="333"/>
                </a:lnTo>
                <a:lnTo>
                  <a:pt x="519" y="334"/>
                </a:lnTo>
                <a:lnTo>
                  <a:pt x="519" y="333"/>
                </a:lnTo>
                <a:lnTo>
                  <a:pt x="519" y="332"/>
                </a:lnTo>
                <a:lnTo>
                  <a:pt x="518" y="333"/>
                </a:lnTo>
                <a:lnTo>
                  <a:pt x="518" y="332"/>
                </a:lnTo>
                <a:lnTo>
                  <a:pt x="517" y="333"/>
                </a:lnTo>
                <a:lnTo>
                  <a:pt x="516" y="334"/>
                </a:lnTo>
                <a:lnTo>
                  <a:pt x="515" y="336"/>
                </a:lnTo>
                <a:lnTo>
                  <a:pt x="513" y="338"/>
                </a:lnTo>
                <a:lnTo>
                  <a:pt x="513" y="339"/>
                </a:lnTo>
                <a:lnTo>
                  <a:pt x="512" y="339"/>
                </a:lnTo>
                <a:lnTo>
                  <a:pt x="512" y="340"/>
                </a:lnTo>
                <a:lnTo>
                  <a:pt x="512" y="341"/>
                </a:lnTo>
                <a:lnTo>
                  <a:pt x="511" y="341"/>
                </a:lnTo>
                <a:lnTo>
                  <a:pt x="510" y="342"/>
                </a:lnTo>
                <a:lnTo>
                  <a:pt x="509" y="343"/>
                </a:lnTo>
                <a:lnTo>
                  <a:pt x="509" y="344"/>
                </a:lnTo>
                <a:lnTo>
                  <a:pt x="508" y="344"/>
                </a:lnTo>
                <a:lnTo>
                  <a:pt x="509" y="345"/>
                </a:lnTo>
                <a:lnTo>
                  <a:pt x="509" y="346"/>
                </a:lnTo>
                <a:lnTo>
                  <a:pt x="508" y="347"/>
                </a:lnTo>
                <a:lnTo>
                  <a:pt x="507" y="347"/>
                </a:lnTo>
                <a:lnTo>
                  <a:pt x="505" y="348"/>
                </a:lnTo>
                <a:lnTo>
                  <a:pt x="503" y="350"/>
                </a:lnTo>
                <a:lnTo>
                  <a:pt x="503" y="351"/>
                </a:lnTo>
                <a:lnTo>
                  <a:pt x="504" y="351"/>
                </a:lnTo>
                <a:lnTo>
                  <a:pt x="503" y="352"/>
                </a:lnTo>
                <a:lnTo>
                  <a:pt x="503" y="351"/>
                </a:lnTo>
                <a:lnTo>
                  <a:pt x="500" y="352"/>
                </a:lnTo>
                <a:lnTo>
                  <a:pt x="499" y="351"/>
                </a:lnTo>
                <a:lnTo>
                  <a:pt x="499" y="352"/>
                </a:lnTo>
                <a:lnTo>
                  <a:pt x="498" y="352"/>
                </a:lnTo>
                <a:lnTo>
                  <a:pt x="498" y="353"/>
                </a:lnTo>
                <a:lnTo>
                  <a:pt x="497" y="354"/>
                </a:lnTo>
                <a:lnTo>
                  <a:pt x="495" y="355"/>
                </a:lnTo>
                <a:lnTo>
                  <a:pt x="494" y="356"/>
                </a:lnTo>
                <a:lnTo>
                  <a:pt x="494" y="357"/>
                </a:lnTo>
                <a:lnTo>
                  <a:pt x="493" y="357"/>
                </a:lnTo>
                <a:lnTo>
                  <a:pt x="491" y="358"/>
                </a:lnTo>
                <a:lnTo>
                  <a:pt x="490" y="357"/>
                </a:lnTo>
                <a:lnTo>
                  <a:pt x="491" y="356"/>
                </a:lnTo>
                <a:lnTo>
                  <a:pt x="492" y="355"/>
                </a:lnTo>
                <a:lnTo>
                  <a:pt x="493" y="354"/>
                </a:lnTo>
                <a:lnTo>
                  <a:pt x="495" y="353"/>
                </a:lnTo>
                <a:lnTo>
                  <a:pt x="496" y="352"/>
                </a:lnTo>
                <a:lnTo>
                  <a:pt x="498" y="351"/>
                </a:lnTo>
                <a:lnTo>
                  <a:pt x="499" y="351"/>
                </a:lnTo>
                <a:lnTo>
                  <a:pt x="499" y="350"/>
                </a:lnTo>
                <a:lnTo>
                  <a:pt x="498" y="351"/>
                </a:lnTo>
                <a:lnTo>
                  <a:pt x="497" y="351"/>
                </a:lnTo>
                <a:lnTo>
                  <a:pt x="496" y="351"/>
                </a:lnTo>
                <a:lnTo>
                  <a:pt x="495" y="351"/>
                </a:lnTo>
                <a:lnTo>
                  <a:pt x="495" y="352"/>
                </a:lnTo>
                <a:lnTo>
                  <a:pt x="495" y="351"/>
                </a:lnTo>
                <a:lnTo>
                  <a:pt x="494" y="352"/>
                </a:lnTo>
                <a:lnTo>
                  <a:pt x="493" y="352"/>
                </a:lnTo>
                <a:lnTo>
                  <a:pt x="492" y="353"/>
                </a:lnTo>
                <a:lnTo>
                  <a:pt x="491" y="353"/>
                </a:lnTo>
                <a:lnTo>
                  <a:pt x="490" y="353"/>
                </a:lnTo>
                <a:lnTo>
                  <a:pt x="490" y="354"/>
                </a:lnTo>
                <a:lnTo>
                  <a:pt x="489" y="354"/>
                </a:lnTo>
                <a:lnTo>
                  <a:pt x="489" y="353"/>
                </a:lnTo>
                <a:lnTo>
                  <a:pt x="488" y="353"/>
                </a:lnTo>
                <a:lnTo>
                  <a:pt x="488" y="352"/>
                </a:lnTo>
                <a:lnTo>
                  <a:pt x="489" y="352"/>
                </a:lnTo>
                <a:lnTo>
                  <a:pt x="489" y="351"/>
                </a:lnTo>
                <a:lnTo>
                  <a:pt x="488" y="351"/>
                </a:lnTo>
                <a:lnTo>
                  <a:pt x="488" y="350"/>
                </a:lnTo>
                <a:lnTo>
                  <a:pt x="488" y="349"/>
                </a:lnTo>
                <a:lnTo>
                  <a:pt x="487" y="348"/>
                </a:lnTo>
                <a:lnTo>
                  <a:pt x="488" y="348"/>
                </a:lnTo>
                <a:lnTo>
                  <a:pt x="487" y="348"/>
                </a:lnTo>
                <a:lnTo>
                  <a:pt x="488" y="351"/>
                </a:lnTo>
                <a:lnTo>
                  <a:pt x="488" y="352"/>
                </a:lnTo>
                <a:lnTo>
                  <a:pt x="488" y="351"/>
                </a:lnTo>
                <a:lnTo>
                  <a:pt x="487" y="352"/>
                </a:lnTo>
                <a:lnTo>
                  <a:pt x="487" y="353"/>
                </a:lnTo>
                <a:lnTo>
                  <a:pt x="485" y="354"/>
                </a:lnTo>
                <a:lnTo>
                  <a:pt x="484" y="354"/>
                </a:lnTo>
                <a:lnTo>
                  <a:pt x="483" y="355"/>
                </a:lnTo>
                <a:lnTo>
                  <a:pt x="483" y="356"/>
                </a:lnTo>
                <a:lnTo>
                  <a:pt x="482" y="356"/>
                </a:lnTo>
                <a:lnTo>
                  <a:pt x="480" y="356"/>
                </a:lnTo>
                <a:lnTo>
                  <a:pt x="478" y="356"/>
                </a:lnTo>
                <a:lnTo>
                  <a:pt x="475" y="356"/>
                </a:lnTo>
                <a:lnTo>
                  <a:pt x="474" y="355"/>
                </a:lnTo>
                <a:lnTo>
                  <a:pt x="474" y="356"/>
                </a:lnTo>
                <a:lnTo>
                  <a:pt x="473" y="355"/>
                </a:lnTo>
                <a:lnTo>
                  <a:pt x="472" y="355"/>
                </a:lnTo>
                <a:lnTo>
                  <a:pt x="472" y="354"/>
                </a:lnTo>
                <a:lnTo>
                  <a:pt x="471" y="354"/>
                </a:lnTo>
                <a:lnTo>
                  <a:pt x="469" y="354"/>
                </a:lnTo>
                <a:lnTo>
                  <a:pt x="468" y="354"/>
                </a:lnTo>
                <a:lnTo>
                  <a:pt x="467" y="354"/>
                </a:lnTo>
                <a:lnTo>
                  <a:pt x="466" y="354"/>
                </a:lnTo>
                <a:lnTo>
                  <a:pt x="467" y="354"/>
                </a:lnTo>
                <a:lnTo>
                  <a:pt x="466" y="354"/>
                </a:lnTo>
                <a:lnTo>
                  <a:pt x="465" y="354"/>
                </a:lnTo>
                <a:lnTo>
                  <a:pt x="464" y="355"/>
                </a:lnTo>
                <a:lnTo>
                  <a:pt x="462" y="355"/>
                </a:lnTo>
                <a:lnTo>
                  <a:pt x="461" y="355"/>
                </a:lnTo>
                <a:lnTo>
                  <a:pt x="460" y="355"/>
                </a:lnTo>
                <a:lnTo>
                  <a:pt x="459" y="355"/>
                </a:lnTo>
                <a:lnTo>
                  <a:pt x="459" y="354"/>
                </a:lnTo>
                <a:lnTo>
                  <a:pt x="459" y="355"/>
                </a:lnTo>
                <a:lnTo>
                  <a:pt x="460" y="356"/>
                </a:lnTo>
                <a:lnTo>
                  <a:pt x="462" y="358"/>
                </a:lnTo>
                <a:lnTo>
                  <a:pt x="462" y="359"/>
                </a:lnTo>
                <a:lnTo>
                  <a:pt x="461" y="359"/>
                </a:lnTo>
                <a:lnTo>
                  <a:pt x="459" y="358"/>
                </a:lnTo>
                <a:lnTo>
                  <a:pt x="458" y="359"/>
                </a:lnTo>
                <a:lnTo>
                  <a:pt x="460" y="359"/>
                </a:lnTo>
                <a:lnTo>
                  <a:pt x="460" y="360"/>
                </a:lnTo>
                <a:lnTo>
                  <a:pt x="459" y="360"/>
                </a:lnTo>
                <a:lnTo>
                  <a:pt x="459" y="361"/>
                </a:lnTo>
                <a:lnTo>
                  <a:pt x="456" y="359"/>
                </a:lnTo>
                <a:lnTo>
                  <a:pt x="456" y="360"/>
                </a:lnTo>
                <a:lnTo>
                  <a:pt x="455" y="360"/>
                </a:lnTo>
                <a:lnTo>
                  <a:pt x="456" y="360"/>
                </a:lnTo>
                <a:lnTo>
                  <a:pt x="457" y="361"/>
                </a:lnTo>
                <a:lnTo>
                  <a:pt x="456" y="362"/>
                </a:lnTo>
                <a:lnTo>
                  <a:pt x="455" y="362"/>
                </a:lnTo>
                <a:lnTo>
                  <a:pt x="454" y="361"/>
                </a:lnTo>
                <a:lnTo>
                  <a:pt x="453" y="361"/>
                </a:lnTo>
                <a:lnTo>
                  <a:pt x="453" y="362"/>
                </a:lnTo>
                <a:lnTo>
                  <a:pt x="453" y="363"/>
                </a:lnTo>
                <a:lnTo>
                  <a:pt x="454" y="364"/>
                </a:lnTo>
                <a:lnTo>
                  <a:pt x="453" y="364"/>
                </a:lnTo>
                <a:lnTo>
                  <a:pt x="454" y="365"/>
                </a:lnTo>
                <a:lnTo>
                  <a:pt x="455" y="365"/>
                </a:lnTo>
                <a:lnTo>
                  <a:pt x="458" y="365"/>
                </a:lnTo>
                <a:lnTo>
                  <a:pt x="458" y="366"/>
                </a:lnTo>
                <a:lnTo>
                  <a:pt x="459" y="367"/>
                </a:lnTo>
                <a:lnTo>
                  <a:pt x="460" y="368"/>
                </a:lnTo>
                <a:lnTo>
                  <a:pt x="460" y="369"/>
                </a:lnTo>
                <a:lnTo>
                  <a:pt x="461" y="370"/>
                </a:lnTo>
                <a:lnTo>
                  <a:pt x="462" y="371"/>
                </a:lnTo>
                <a:lnTo>
                  <a:pt x="462" y="370"/>
                </a:lnTo>
                <a:lnTo>
                  <a:pt x="463" y="369"/>
                </a:lnTo>
                <a:lnTo>
                  <a:pt x="466" y="367"/>
                </a:lnTo>
                <a:lnTo>
                  <a:pt x="466" y="366"/>
                </a:lnTo>
                <a:lnTo>
                  <a:pt x="467" y="366"/>
                </a:lnTo>
                <a:lnTo>
                  <a:pt x="467" y="365"/>
                </a:lnTo>
                <a:lnTo>
                  <a:pt x="467" y="364"/>
                </a:lnTo>
                <a:lnTo>
                  <a:pt x="466" y="363"/>
                </a:lnTo>
                <a:lnTo>
                  <a:pt x="468" y="362"/>
                </a:lnTo>
                <a:lnTo>
                  <a:pt x="469" y="364"/>
                </a:lnTo>
                <a:lnTo>
                  <a:pt x="469" y="365"/>
                </a:lnTo>
                <a:lnTo>
                  <a:pt x="467" y="368"/>
                </a:lnTo>
                <a:lnTo>
                  <a:pt x="466" y="370"/>
                </a:lnTo>
                <a:lnTo>
                  <a:pt x="464" y="372"/>
                </a:lnTo>
                <a:lnTo>
                  <a:pt x="464" y="373"/>
                </a:lnTo>
                <a:lnTo>
                  <a:pt x="463" y="373"/>
                </a:lnTo>
                <a:lnTo>
                  <a:pt x="461" y="375"/>
                </a:lnTo>
                <a:lnTo>
                  <a:pt x="460" y="376"/>
                </a:lnTo>
                <a:lnTo>
                  <a:pt x="457" y="378"/>
                </a:lnTo>
                <a:lnTo>
                  <a:pt x="456" y="378"/>
                </a:lnTo>
                <a:lnTo>
                  <a:pt x="454" y="376"/>
                </a:lnTo>
                <a:lnTo>
                  <a:pt x="455" y="376"/>
                </a:lnTo>
                <a:lnTo>
                  <a:pt x="455" y="375"/>
                </a:lnTo>
                <a:lnTo>
                  <a:pt x="454" y="374"/>
                </a:lnTo>
                <a:lnTo>
                  <a:pt x="453" y="373"/>
                </a:lnTo>
                <a:lnTo>
                  <a:pt x="453" y="369"/>
                </a:lnTo>
                <a:lnTo>
                  <a:pt x="452" y="368"/>
                </a:lnTo>
                <a:lnTo>
                  <a:pt x="451" y="368"/>
                </a:lnTo>
                <a:lnTo>
                  <a:pt x="452" y="369"/>
                </a:lnTo>
                <a:lnTo>
                  <a:pt x="452" y="375"/>
                </a:lnTo>
                <a:lnTo>
                  <a:pt x="451" y="375"/>
                </a:lnTo>
                <a:lnTo>
                  <a:pt x="450" y="374"/>
                </a:lnTo>
                <a:lnTo>
                  <a:pt x="449" y="374"/>
                </a:lnTo>
                <a:lnTo>
                  <a:pt x="448" y="374"/>
                </a:lnTo>
                <a:lnTo>
                  <a:pt x="448" y="369"/>
                </a:lnTo>
                <a:lnTo>
                  <a:pt x="449" y="368"/>
                </a:lnTo>
                <a:lnTo>
                  <a:pt x="450" y="367"/>
                </a:lnTo>
                <a:lnTo>
                  <a:pt x="451" y="367"/>
                </a:lnTo>
                <a:lnTo>
                  <a:pt x="451" y="366"/>
                </a:lnTo>
                <a:lnTo>
                  <a:pt x="452" y="366"/>
                </a:lnTo>
                <a:lnTo>
                  <a:pt x="453" y="365"/>
                </a:lnTo>
                <a:lnTo>
                  <a:pt x="454" y="365"/>
                </a:lnTo>
                <a:lnTo>
                  <a:pt x="453" y="365"/>
                </a:lnTo>
                <a:lnTo>
                  <a:pt x="453" y="364"/>
                </a:lnTo>
                <a:lnTo>
                  <a:pt x="453" y="365"/>
                </a:lnTo>
                <a:lnTo>
                  <a:pt x="452" y="365"/>
                </a:lnTo>
                <a:lnTo>
                  <a:pt x="450" y="366"/>
                </a:lnTo>
                <a:lnTo>
                  <a:pt x="448" y="367"/>
                </a:lnTo>
                <a:lnTo>
                  <a:pt x="448" y="368"/>
                </a:lnTo>
                <a:lnTo>
                  <a:pt x="447" y="369"/>
                </a:lnTo>
                <a:lnTo>
                  <a:pt x="447" y="370"/>
                </a:lnTo>
                <a:lnTo>
                  <a:pt x="447" y="373"/>
                </a:lnTo>
                <a:lnTo>
                  <a:pt x="445" y="372"/>
                </a:lnTo>
                <a:lnTo>
                  <a:pt x="444" y="372"/>
                </a:lnTo>
                <a:lnTo>
                  <a:pt x="444" y="367"/>
                </a:lnTo>
                <a:lnTo>
                  <a:pt x="444" y="366"/>
                </a:lnTo>
                <a:lnTo>
                  <a:pt x="443" y="366"/>
                </a:lnTo>
                <a:lnTo>
                  <a:pt x="443" y="367"/>
                </a:lnTo>
                <a:lnTo>
                  <a:pt x="442" y="367"/>
                </a:lnTo>
                <a:lnTo>
                  <a:pt x="442" y="368"/>
                </a:lnTo>
                <a:lnTo>
                  <a:pt x="441" y="367"/>
                </a:lnTo>
                <a:lnTo>
                  <a:pt x="440" y="367"/>
                </a:lnTo>
                <a:lnTo>
                  <a:pt x="439" y="367"/>
                </a:lnTo>
                <a:lnTo>
                  <a:pt x="438" y="366"/>
                </a:lnTo>
                <a:lnTo>
                  <a:pt x="438" y="365"/>
                </a:lnTo>
                <a:lnTo>
                  <a:pt x="438" y="366"/>
                </a:lnTo>
                <a:lnTo>
                  <a:pt x="436" y="366"/>
                </a:lnTo>
                <a:lnTo>
                  <a:pt x="435" y="365"/>
                </a:lnTo>
                <a:lnTo>
                  <a:pt x="435" y="366"/>
                </a:lnTo>
                <a:lnTo>
                  <a:pt x="434" y="366"/>
                </a:lnTo>
                <a:lnTo>
                  <a:pt x="433" y="365"/>
                </a:lnTo>
                <a:lnTo>
                  <a:pt x="431" y="364"/>
                </a:lnTo>
                <a:lnTo>
                  <a:pt x="430" y="363"/>
                </a:lnTo>
                <a:lnTo>
                  <a:pt x="429" y="362"/>
                </a:lnTo>
                <a:lnTo>
                  <a:pt x="428" y="360"/>
                </a:lnTo>
                <a:lnTo>
                  <a:pt x="427" y="359"/>
                </a:lnTo>
                <a:lnTo>
                  <a:pt x="427" y="358"/>
                </a:lnTo>
                <a:lnTo>
                  <a:pt x="426" y="357"/>
                </a:lnTo>
                <a:lnTo>
                  <a:pt x="426" y="356"/>
                </a:lnTo>
                <a:lnTo>
                  <a:pt x="425" y="356"/>
                </a:lnTo>
                <a:lnTo>
                  <a:pt x="425" y="355"/>
                </a:lnTo>
                <a:lnTo>
                  <a:pt x="424" y="354"/>
                </a:lnTo>
                <a:lnTo>
                  <a:pt x="423" y="353"/>
                </a:lnTo>
                <a:lnTo>
                  <a:pt x="424" y="353"/>
                </a:lnTo>
                <a:lnTo>
                  <a:pt x="423" y="352"/>
                </a:lnTo>
                <a:lnTo>
                  <a:pt x="422" y="352"/>
                </a:lnTo>
                <a:lnTo>
                  <a:pt x="422" y="351"/>
                </a:lnTo>
                <a:lnTo>
                  <a:pt x="421" y="350"/>
                </a:lnTo>
                <a:lnTo>
                  <a:pt x="420" y="350"/>
                </a:lnTo>
                <a:lnTo>
                  <a:pt x="419" y="350"/>
                </a:lnTo>
                <a:lnTo>
                  <a:pt x="420" y="349"/>
                </a:lnTo>
                <a:lnTo>
                  <a:pt x="419" y="349"/>
                </a:lnTo>
                <a:lnTo>
                  <a:pt x="418" y="348"/>
                </a:lnTo>
                <a:lnTo>
                  <a:pt x="417" y="348"/>
                </a:lnTo>
                <a:lnTo>
                  <a:pt x="417" y="347"/>
                </a:lnTo>
                <a:lnTo>
                  <a:pt x="416" y="347"/>
                </a:lnTo>
                <a:lnTo>
                  <a:pt x="416" y="348"/>
                </a:lnTo>
                <a:lnTo>
                  <a:pt x="415" y="348"/>
                </a:lnTo>
                <a:lnTo>
                  <a:pt x="414" y="348"/>
                </a:lnTo>
                <a:lnTo>
                  <a:pt x="413" y="348"/>
                </a:lnTo>
                <a:lnTo>
                  <a:pt x="413" y="347"/>
                </a:lnTo>
                <a:lnTo>
                  <a:pt x="413" y="346"/>
                </a:lnTo>
                <a:lnTo>
                  <a:pt x="414" y="346"/>
                </a:lnTo>
                <a:lnTo>
                  <a:pt x="415" y="346"/>
                </a:lnTo>
                <a:lnTo>
                  <a:pt x="416" y="346"/>
                </a:lnTo>
                <a:lnTo>
                  <a:pt x="416" y="344"/>
                </a:lnTo>
                <a:lnTo>
                  <a:pt x="415" y="344"/>
                </a:lnTo>
                <a:lnTo>
                  <a:pt x="415" y="343"/>
                </a:lnTo>
                <a:lnTo>
                  <a:pt x="414" y="343"/>
                </a:lnTo>
                <a:lnTo>
                  <a:pt x="413" y="343"/>
                </a:lnTo>
                <a:lnTo>
                  <a:pt x="413" y="342"/>
                </a:lnTo>
                <a:lnTo>
                  <a:pt x="413" y="341"/>
                </a:lnTo>
                <a:lnTo>
                  <a:pt x="413" y="340"/>
                </a:lnTo>
                <a:lnTo>
                  <a:pt x="412" y="340"/>
                </a:lnTo>
                <a:lnTo>
                  <a:pt x="412" y="341"/>
                </a:lnTo>
                <a:lnTo>
                  <a:pt x="411" y="341"/>
                </a:lnTo>
                <a:lnTo>
                  <a:pt x="411" y="340"/>
                </a:lnTo>
                <a:lnTo>
                  <a:pt x="410" y="340"/>
                </a:lnTo>
                <a:lnTo>
                  <a:pt x="409" y="340"/>
                </a:lnTo>
                <a:lnTo>
                  <a:pt x="410" y="340"/>
                </a:lnTo>
                <a:lnTo>
                  <a:pt x="409" y="340"/>
                </a:lnTo>
                <a:lnTo>
                  <a:pt x="408" y="339"/>
                </a:lnTo>
                <a:lnTo>
                  <a:pt x="408" y="338"/>
                </a:lnTo>
                <a:lnTo>
                  <a:pt x="407" y="338"/>
                </a:lnTo>
                <a:lnTo>
                  <a:pt x="408" y="338"/>
                </a:lnTo>
                <a:lnTo>
                  <a:pt x="407" y="338"/>
                </a:lnTo>
                <a:lnTo>
                  <a:pt x="406" y="338"/>
                </a:lnTo>
                <a:lnTo>
                  <a:pt x="405" y="337"/>
                </a:lnTo>
                <a:lnTo>
                  <a:pt x="404" y="337"/>
                </a:lnTo>
                <a:lnTo>
                  <a:pt x="403" y="337"/>
                </a:lnTo>
                <a:lnTo>
                  <a:pt x="402" y="337"/>
                </a:lnTo>
                <a:lnTo>
                  <a:pt x="402" y="338"/>
                </a:lnTo>
                <a:lnTo>
                  <a:pt x="401" y="338"/>
                </a:lnTo>
                <a:lnTo>
                  <a:pt x="401" y="337"/>
                </a:lnTo>
                <a:lnTo>
                  <a:pt x="400" y="337"/>
                </a:lnTo>
                <a:lnTo>
                  <a:pt x="400" y="336"/>
                </a:lnTo>
                <a:lnTo>
                  <a:pt x="399" y="336"/>
                </a:lnTo>
                <a:lnTo>
                  <a:pt x="398" y="336"/>
                </a:lnTo>
                <a:lnTo>
                  <a:pt x="397" y="336"/>
                </a:lnTo>
                <a:lnTo>
                  <a:pt x="396" y="336"/>
                </a:lnTo>
                <a:lnTo>
                  <a:pt x="396" y="335"/>
                </a:lnTo>
                <a:lnTo>
                  <a:pt x="397" y="335"/>
                </a:lnTo>
                <a:lnTo>
                  <a:pt x="397" y="334"/>
                </a:lnTo>
                <a:lnTo>
                  <a:pt x="397" y="333"/>
                </a:lnTo>
                <a:lnTo>
                  <a:pt x="398" y="333"/>
                </a:lnTo>
                <a:lnTo>
                  <a:pt x="397" y="333"/>
                </a:lnTo>
                <a:lnTo>
                  <a:pt x="397" y="332"/>
                </a:lnTo>
                <a:lnTo>
                  <a:pt x="396" y="332"/>
                </a:lnTo>
                <a:lnTo>
                  <a:pt x="397" y="333"/>
                </a:lnTo>
                <a:lnTo>
                  <a:pt x="396" y="333"/>
                </a:lnTo>
                <a:lnTo>
                  <a:pt x="396" y="334"/>
                </a:lnTo>
                <a:lnTo>
                  <a:pt x="395" y="334"/>
                </a:lnTo>
                <a:lnTo>
                  <a:pt x="395" y="333"/>
                </a:lnTo>
                <a:lnTo>
                  <a:pt x="394" y="333"/>
                </a:lnTo>
                <a:lnTo>
                  <a:pt x="394" y="334"/>
                </a:lnTo>
                <a:lnTo>
                  <a:pt x="393" y="334"/>
                </a:lnTo>
                <a:lnTo>
                  <a:pt x="392" y="333"/>
                </a:lnTo>
                <a:lnTo>
                  <a:pt x="392" y="332"/>
                </a:lnTo>
                <a:lnTo>
                  <a:pt x="393" y="332"/>
                </a:lnTo>
                <a:lnTo>
                  <a:pt x="394" y="331"/>
                </a:lnTo>
                <a:lnTo>
                  <a:pt x="395" y="331"/>
                </a:lnTo>
                <a:lnTo>
                  <a:pt x="396" y="331"/>
                </a:lnTo>
                <a:lnTo>
                  <a:pt x="397" y="331"/>
                </a:lnTo>
                <a:lnTo>
                  <a:pt x="397" y="332"/>
                </a:lnTo>
                <a:lnTo>
                  <a:pt x="398" y="332"/>
                </a:lnTo>
                <a:lnTo>
                  <a:pt x="398" y="331"/>
                </a:lnTo>
                <a:lnTo>
                  <a:pt x="397" y="331"/>
                </a:lnTo>
                <a:lnTo>
                  <a:pt x="397" y="330"/>
                </a:lnTo>
                <a:lnTo>
                  <a:pt x="398" y="329"/>
                </a:lnTo>
                <a:lnTo>
                  <a:pt x="397" y="329"/>
                </a:lnTo>
                <a:lnTo>
                  <a:pt x="396" y="329"/>
                </a:lnTo>
                <a:lnTo>
                  <a:pt x="396" y="328"/>
                </a:lnTo>
                <a:lnTo>
                  <a:pt x="398" y="328"/>
                </a:lnTo>
                <a:lnTo>
                  <a:pt x="398" y="327"/>
                </a:lnTo>
                <a:lnTo>
                  <a:pt x="398" y="323"/>
                </a:lnTo>
                <a:lnTo>
                  <a:pt x="399" y="323"/>
                </a:lnTo>
                <a:lnTo>
                  <a:pt x="399" y="322"/>
                </a:lnTo>
                <a:lnTo>
                  <a:pt x="400" y="322"/>
                </a:lnTo>
                <a:lnTo>
                  <a:pt x="401" y="322"/>
                </a:lnTo>
                <a:lnTo>
                  <a:pt x="401" y="321"/>
                </a:lnTo>
                <a:lnTo>
                  <a:pt x="401" y="320"/>
                </a:lnTo>
                <a:lnTo>
                  <a:pt x="400" y="320"/>
                </a:lnTo>
                <a:lnTo>
                  <a:pt x="401" y="320"/>
                </a:lnTo>
                <a:lnTo>
                  <a:pt x="401" y="319"/>
                </a:lnTo>
                <a:lnTo>
                  <a:pt x="401" y="318"/>
                </a:lnTo>
                <a:lnTo>
                  <a:pt x="402" y="318"/>
                </a:lnTo>
                <a:lnTo>
                  <a:pt x="402" y="317"/>
                </a:lnTo>
                <a:lnTo>
                  <a:pt x="402" y="316"/>
                </a:lnTo>
                <a:lnTo>
                  <a:pt x="401" y="315"/>
                </a:lnTo>
                <a:lnTo>
                  <a:pt x="402" y="315"/>
                </a:lnTo>
                <a:lnTo>
                  <a:pt x="402" y="314"/>
                </a:lnTo>
                <a:lnTo>
                  <a:pt x="403" y="313"/>
                </a:lnTo>
                <a:lnTo>
                  <a:pt x="403" y="312"/>
                </a:lnTo>
                <a:lnTo>
                  <a:pt x="404" y="312"/>
                </a:lnTo>
                <a:lnTo>
                  <a:pt x="404" y="311"/>
                </a:lnTo>
                <a:lnTo>
                  <a:pt x="403" y="311"/>
                </a:lnTo>
                <a:lnTo>
                  <a:pt x="403" y="310"/>
                </a:lnTo>
                <a:lnTo>
                  <a:pt x="402" y="310"/>
                </a:lnTo>
                <a:lnTo>
                  <a:pt x="403" y="310"/>
                </a:lnTo>
                <a:lnTo>
                  <a:pt x="402" y="310"/>
                </a:lnTo>
                <a:lnTo>
                  <a:pt x="401" y="309"/>
                </a:lnTo>
                <a:lnTo>
                  <a:pt x="401" y="310"/>
                </a:lnTo>
                <a:lnTo>
                  <a:pt x="400" y="309"/>
                </a:lnTo>
                <a:lnTo>
                  <a:pt x="400" y="310"/>
                </a:lnTo>
                <a:lnTo>
                  <a:pt x="399" y="310"/>
                </a:lnTo>
                <a:lnTo>
                  <a:pt x="399" y="309"/>
                </a:lnTo>
                <a:lnTo>
                  <a:pt x="398" y="308"/>
                </a:lnTo>
                <a:lnTo>
                  <a:pt x="398" y="309"/>
                </a:lnTo>
                <a:lnTo>
                  <a:pt x="397" y="309"/>
                </a:lnTo>
                <a:lnTo>
                  <a:pt x="397" y="310"/>
                </a:lnTo>
                <a:lnTo>
                  <a:pt x="396" y="310"/>
                </a:lnTo>
                <a:lnTo>
                  <a:pt x="396" y="309"/>
                </a:lnTo>
                <a:lnTo>
                  <a:pt x="396" y="310"/>
                </a:lnTo>
                <a:lnTo>
                  <a:pt x="395" y="310"/>
                </a:lnTo>
                <a:lnTo>
                  <a:pt x="394" y="309"/>
                </a:lnTo>
                <a:lnTo>
                  <a:pt x="393" y="309"/>
                </a:lnTo>
                <a:lnTo>
                  <a:pt x="392" y="308"/>
                </a:lnTo>
                <a:lnTo>
                  <a:pt x="391" y="308"/>
                </a:lnTo>
                <a:lnTo>
                  <a:pt x="391" y="309"/>
                </a:lnTo>
                <a:lnTo>
                  <a:pt x="390" y="309"/>
                </a:lnTo>
                <a:lnTo>
                  <a:pt x="389" y="309"/>
                </a:lnTo>
                <a:lnTo>
                  <a:pt x="388" y="309"/>
                </a:lnTo>
                <a:lnTo>
                  <a:pt x="387" y="310"/>
                </a:lnTo>
                <a:lnTo>
                  <a:pt x="387" y="309"/>
                </a:lnTo>
                <a:lnTo>
                  <a:pt x="388" y="310"/>
                </a:lnTo>
                <a:lnTo>
                  <a:pt x="388" y="311"/>
                </a:lnTo>
                <a:lnTo>
                  <a:pt x="387" y="311"/>
                </a:lnTo>
                <a:lnTo>
                  <a:pt x="386" y="311"/>
                </a:lnTo>
                <a:lnTo>
                  <a:pt x="386" y="312"/>
                </a:lnTo>
                <a:lnTo>
                  <a:pt x="386" y="313"/>
                </a:lnTo>
                <a:lnTo>
                  <a:pt x="387" y="313"/>
                </a:lnTo>
                <a:lnTo>
                  <a:pt x="387" y="314"/>
                </a:lnTo>
                <a:lnTo>
                  <a:pt x="386" y="314"/>
                </a:lnTo>
                <a:lnTo>
                  <a:pt x="386" y="315"/>
                </a:lnTo>
                <a:lnTo>
                  <a:pt x="385" y="315"/>
                </a:lnTo>
                <a:lnTo>
                  <a:pt x="384" y="316"/>
                </a:lnTo>
                <a:lnTo>
                  <a:pt x="384" y="315"/>
                </a:lnTo>
                <a:lnTo>
                  <a:pt x="384" y="314"/>
                </a:lnTo>
                <a:lnTo>
                  <a:pt x="383" y="314"/>
                </a:lnTo>
                <a:lnTo>
                  <a:pt x="383" y="313"/>
                </a:lnTo>
                <a:lnTo>
                  <a:pt x="382" y="313"/>
                </a:lnTo>
                <a:lnTo>
                  <a:pt x="382" y="312"/>
                </a:lnTo>
                <a:lnTo>
                  <a:pt x="383" y="312"/>
                </a:lnTo>
                <a:lnTo>
                  <a:pt x="384" y="312"/>
                </a:lnTo>
                <a:lnTo>
                  <a:pt x="384" y="311"/>
                </a:lnTo>
                <a:lnTo>
                  <a:pt x="383" y="311"/>
                </a:lnTo>
                <a:lnTo>
                  <a:pt x="382" y="311"/>
                </a:lnTo>
                <a:lnTo>
                  <a:pt x="382" y="310"/>
                </a:lnTo>
                <a:lnTo>
                  <a:pt x="381" y="310"/>
                </a:lnTo>
                <a:lnTo>
                  <a:pt x="380" y="310"/>
                </a:lnTo>
                <a:lnTo>
                  <a:pt x="380" y="311"/>
                </a:lnTo>
                <a:lnTo>
                  <a:pt x="379" y="311"/>
                </a:lnTo>
                <a:lnTo>
                  <a:pt x="379" y="310"/>
                </a:lnTo>
                <a:lnTo>
                  <a:pt x="379" y="309"/>
                </a:lnTo>
                <a:lnTo>
                  <a:pt x="378" y="309"/>
                </a:lnTo>
                <a:lnTo>
                  <a:pt x="377" y="309"/>
                </a:lnTo>
                <a:lnTo>
                  <a:pt x="377" y="308"/>
                </a:lnTo>
                <a:lnTo>
                  <a:pt x="377" y="309"/>
                </a:lnTo>
                <a:lnTo>
                  <a:pt x="376" y="309"/>
                </a:lnTo>
                <a:lnTo>
                  <a:pt x="376" y="308"/>
                </a:lnTo>
                <a:lnTo>
                  <a:pt x="377" y="308"/>
                </a:lnTo>
                <a:lnTo>
                  <a:pt x="377" y="307"/>
                </a:lnTo>
                <a:lnTo>
                  <a:pt x="378" y="307"/>
                </a:lnTo>
                <a:lnTo>
                  <a:pt x="378" y="306"/>
                </a:lnTo>
                <a:lnTo>
                  <a:pt x="379" y="306"/>
                </a:lnTo>
                <a:lnTo>
                  <a:pt x="379" y="305"/>
                </a:lnTo>
                <a:lnTo>
                  <a:pt x="379" y="304"/>
                </a:lnTo>
                <a:lnTo>
                  <a:pt x="379" y="305"/>
                </a:lnTo>
                <a:lnTo>
                  <a:pt x="380" y="305"/>
                </a:lnTo>
                <a:lnTo>
                  <a:pt x="380" y="304"/>
                </a:lnTo>
                <a:lnTo>
                  <a:pt x="380" y="303"/>
                </a:lnTo>
                <a:lnTo>
                  <a:pt x="380" y="302"/>
                </a:lnTo>
                <a:lnTo>
                  <a:pt x="379" y="302"/>
                </a:lnTo>
                <a:lnTo>
                  <a:pt x="379" y="301"/>
                </a:lnTo>
                <a:lnTo>
                  <a:pt x="379" y="300"/>
                </a:lnTo>
                <a:lnTo>
                  <a:pt x="378" y="300"/>
                </a:lnTo>
                <a:lnTo>
                  <a:pt x="378" y="299"/>
                </a:lnTo>
                <a:lnTo>
                  <a:pt x="378" y="298"/>
                </a:lnTo>
                <a:lnTo>
                  <a:pt x="377" y="299"/>
                </a:lnTo>
                <a:lnTo>
                  <a:pt x="377" y="298"/>
                </a:lnTo>
                <a:lnTo>
                  <a:pt x="376" y="298"/>
                </a:lnTo>
                <a:lnTo>
                  <a:pt x="375" y="298"/>
                </a:lnTo>
                <a:lnTo>
                  <a:pt x="374" y="298"/>
                </a:lnTo>
                <a:lnTo>
                  <a:pt x="373" y="297"/>
                </a:lnTo>
                <a:lnTo>
                  <a:pt x="373" y="296"/>
                </a:lnTo>
                <a:lnTo>
                  <a:pt x="372" y="296"/>
                </a:lnTo>
                <a:lnTo>
                  <a:pt x="372" y="295"/>
                </a:lnTo>
                <a:lnTo>
                  <a:pt x="373" y="295"/>
                </a:lnTo>
                <a:lnTo>
                  <a:pt x="373" y="294"/>
                </a:lnTo>
                <a:lnTo>
                  <a:pt x="373" y="295"/>
                </a:lnTo>
                <a:lnTo>
                  <a:pt x="374" y="295"/>
                </a:lnTo>
                <a:lnTo>
                  <a:pt x="374" y="294"/>
                </a:lnTo>
                <a:lnTo>
                  <a:pt x="373" y="294"/>
                </a:lnTo>
                <a:lnTo>
                  <a:pt x="374" y="294"/>
                </a:lnTo>
                <a:lnTo>
                  <a:pt x="373" y="294"/>
                </a:lnTo>
                <a:lnTo>
                  <a:pt x="373" y="293"/>
                </a:lnTo>
                <a:lnTo>
                  <a:pt x="372" y="293"/>
                </a:lnTo>
                <a:lnTo>
                  <a:pt x="371" y="293"/>
                </a:lnTo>
                <a:lnTo>
                  <a:pt x="371" y="292"/>
                </a:lnTo>
                <a:lnTo>
                  <a:pt x="371" y="293"/>
                </a:lnTo>
                <a:lnTo>
                  <a:pt x="370" y="293"/>
                </a:lnTo>
                <a:lnTo>
                  <a:pt x="370" y="292"/>
                </a:lnTo>
                <a:lnTo>
                  <a:pt x="369" y="292"/>
                </a:lnTo>
                <a:lnTo>
                  <a:pt x="368" y="292"/>
                </a:lnTo>
                <a:lnTo>
                  <a:pt x="369" y="292"/>
                </a:lnTo>
                <a:lnTo>
                  <a:pt x="370" y="292"/>
                </a:lnTo>
                <a:lnTo>
                  <a:pt x="370" y="291"/>
                </a:lnTo>
                <a:lnTo>
                  <a:pt x="369" y="291"/>
                </a:lnTo>
                <a:lnTo>
                  <a:pt x="369" y="290"/>
                </a:lnTo>
                <a:lnTo>
                  <a:pt x="370" y="290"/>
                </a:lnTo>
                <a:lnTo>
                  <a:pt x="370" y="289"/>
                </a:lnTo>
                <a:lnTo>
                  <a:pt x="371" y="288"/>
                </a:lnTo>
                <a:lnTo>
                  <a:pt x="370" y="287"/>
                </a:lnTo>
                <a:lnTo>
                  <a:pt x="369" y="286"/>
                </a:lnTo>
                <a:lnTo>
                  <a:pt x="369" y="285"/>
                </a:lnTo>
                <a:lnTo>
                  <a:pt x="369" y="284"/>
                </a:lnTo>
                <a:lnTo>
                  <a:pt x="368" y="283"/>
                </a:lnTo>
                <a:lnTo>
                  <a:pt x="367" y="281"/>
                </a:lnTo>
                <a:lnTo>
                  <a:pt x="367" y="279"/>
                </a:lnTo>
                <a:lnTo>
                  <a:pt x="367" y="278"/>
                </a:lnTo>
                <a:lnTo>
                  <a:pt x="366" y="278"/>
                </a:lnTo>
                <a:lnTo>
                  <a:pt x="366" y="279"/>
                </a:lnTo>
                <a:lnTo>
                  <a:pt x="366" y="278"/>
                </a:lnTo>
                <a:lnTo>
                  <a:pt x="365" y="278"/>
                </a:lnTo>
                <a:lnTo>
                  <a:pt x="365" y="277"/>
                </a:lnTo>
                <a:lnTo>
                  <a:pt x="366" y="277"/>
                </a:lnTo>
                <a:lnTo>
                  <a:pt x="366" y="276"/>
                </a:lnTo>
                <a:lnTo>
                  <a:pt x="365" y="276"/>
                </a:lnTo>
                <a:lnTo>
                  <a:pt x="366" y="276"/>
                </a:lnTo>
                <a:lnTo>
                  <a:pt x="367" y="276"/>
                </a:lnTo>
                <a:lnTo>
                  <a:pt x="367" y="275"/>
                </a:lnTo>
                <a:lnTo>
                  <a:pt x="366" y="275"/>
                </a:lnTo>
                <a:lnTo>
                  <a:pt x="366" y="274"/>
                </a:lnTo>
                <a:lnTo>
                  <a:pt x="366" y="273"/>
                </a:lnTo>
                <a:lnTo>
                  <a:pt x="367" y="273"/>
                </a:lnTo>
                <a:lnTo>
                  <a:pt x="368" y="273"/>
                </a:lnTo>
                <a:lnTo>
                  <a:pt x="368" y="272"/>
                </a:lnTo>
                <a:lnTo>
                  <a:pt x="368" y="271"/>
                </a:lnTo>
                <a:lnTo>
                  <a:pt x="369" y="270"/>
                </a:lnTo>
                <a:lnTo>
                  <a:pt x="369" y="269"/>
                </a:lnTo>
                <a:lnTo>
                  <a:pt x="368" y="269"/>
                </a:lnTo>
                <a:lnTo>
                  <a:pt x="368" y="268"/>
                </a:lnTo>
                <a:lnTo>
                  <a:pt x="369" y="268"/>
                </a:lnTo>
                <a:lnTo>
                  <a:pt x="370" y="268"/>
                </a:lnTo>
                <a:lnTo>
                  <a:pt x="371" y="268"/>
                </a:lnTo>
                <a:lnTo>
                  <a:pt x="371" y="269"/>
                </a:lnTo>
                <a:lnTo>
                  <a:pt x="371" y="268"/>
                </a:lnTo>
                <a:lnTo>
                  <a:pt x="372" y="268"/>
                </a:lnTo>
                <a:lnTo>
                  <a:pt x="373" y="268"/>
                </a:lnTo>
                <a:lnTo>
                  <a:pt x="374" y="268"/>
                </a:lnTo>
                <a:lnTo>
                  <a:pt x="375" y="269"/>
                </a:lnTo>
                <a:lnTo>
                  <a:pt x="375" y="270"/>
                </a:lnTo>
                <a:lnTo>
                  <a:pt x="376" y="271"/>
                </a:lnTo>
                <a:lnTo>
                  <a:pt x="377" y="271"/>
                </a:lnTo>
                <a:lnTo>
                  <a:pt x="378" y="270"/>
                </a:lnTo>
                <a:lnTo>
                  <a:pt x="379" y="270"/>
                </a:lnTo>
                <a:lnTo>
                  <a:pt x="379" y="271"/>
                </a:lnTo>
                <a:lnTo>
                  <a:pt x="380" y="271"/>
                </a:lnTo>
                <a:lnTo>
                  <a:pt x="381" y="271"/>
                </a:lnTo>
                <a:lnTo>
                  <a:pt x="381" y="270"/>
                </a:lnTo>
                <a:lnTo>
                  <a:pt x="382" y="269"/>
                </a:lnTo>
                <a:lnTo>
                  <a:pt x="383" y="269"/>
                </a:lnTo>
                <a:lnTo>
                  <a:pt x="384" y="269"/>
                </a:lnTo>
                <a:lnTo>
                  <a:pt x="385" y="270"/>
                </a:lnTo>
                <a:lnTo>
                  <a:pt x="386" y="271"/>
                </a:lnTo>
                <a:lnTo>
                  <a:pt x="386" y="270"/>
                </a:lnTo>
                <a:lnTo>
                  <a:pt x="387" y="270"/>
                </a:lnTo>
                <a:lnTo>
                  <a:pt x="387" y="271"/>
                </a:lnTo>
                <a:lnTo>
                  <a:pt x="388" y="271"/>
                </a:lnTo>
                <a:lnTo>
                  <a:pt x="389" y="270"/>
                </a:lnTo>
                <a:lnTo>
                  <a:pt x="390" y="271"/>
                </a:lnTo>
                <a:lnTo>
                  <a:pt x="391" y="270"/>
                </a:lnTo>
                <a:lnTo>
                  <a:pt x="391" y="269"/>
                </a:lnTo>
                <a:lnTo>
                  <a:pt x="391" y="268"/>
                </a:lnTo>
                <a:lnTo>
                  <a:pt x="392" y="268"/>
                </a:lnTo>
                <a:lnTo>
                  <a:pt x="391" y="268"/>
                </a:lnTo>
                <a:lnTo>
                  <a:pt x="391" y="267"/>
                </a:lnTo>
                <a:lnTo>
                  <a:pt x="391" y="266"/>
                </a:lnTo>
                <a:lnTo>
                  <a:pt x="390" y="266"/>
                </a:lnTo>
                <a:lnTo>
                  <a:pt x="390" y="265"/>
                </a:lnTo>
                <a:lnTo>
                  <a:pt x="389" y="265"/>
                </a:lnTo>
                <a:lnTo>
                  <a:pt x="389" y="266"/>
                </a:lnTo>
                <a:lnTo>
                  <a:pt x="388" y="266"/>
                </a:lnTo>
                <a:lnTo>
                  <a:pt x="387" y="266"/>
                </a:lnTo>
                <a:lnTo>
                  <a:pt x="387" y="264"/>
                </a:lnTo>
                <a:lnTo>
                  <a:pt x="387" y="263"/>
                </a:lnTo>
                <a:lnTo>
                  <a:pt x="388" y="263"/>
                </a:lnTo>
                <a:lnTo>
                  <a:pt x="389" y="263"/>
                </a:lnTo>
                <a:lnTo>
                  <a:pt x="389" y="262"/>
                </a:lnTo>
                <a:lnTo>
                  <a:pt x="390" y="262"/>
                </a:lnTo>
                <a:lnTo>
                  <a:pt x="389" y="261"/>
                </a:lnTo>
                <a:lnTo>
                  <a:pt x="388" y="261"/>
                </a:lnTo>
                <a:lnTo>
                  <a:pt x="388" y="260"/>
                </a:lnTo>
                <a:lnTo>
                  <a:pt x="388" y="259"/>
                </a:lnTo>
                <a:lnTo>
                  <a:pt x="387" y="259"/>
                </a:lnTo>
                <a:lnTo>
                  <a:pt x="387" y="260"/>
                </a:lnTo>
                <a:lnTo>
                  <a:pt x="386" y="260"/>
                </a:lnTo>
                <a:lnTo>
                  <a:pt x="385" y="260"/>
                </a:lnTo>
                <a:lnTo>
                  <a:pt x="384" y="259"/>
                </a:lnTo>
                <a:lnTo>
                  <a:pt x="384" y="258"/>
                </a:lnTo>
                <a:lnTo>
                  <a:pt x="383" y="258"/>
                </a:lnTo>
                <a:lnTo>
                  <a:pt x="382" y="258"/>
                </a:lnTo>
                <a:lnTo>
                  <a:pt x="382" y="259"/>
                </a:lnTo>
                <a:lnTo>
                  <a:pt x="381" y="259"/>
                </a:lnTo>
                <a:lnTo>
                  <a:pt x="381" y="258"/>
                </a:lnTo>
                <a:lnTo>
                  <a:pt x="380" y="258"/>
                </a:lnTo>
                <a:lnTo>
                  <a:pt x="379" y="258"/>
                </a:lnTo>
                <a:lnTo>
                  <a:pt x="378" y="258"/>
                </a:lnTo>
                <a:lnTo>
                  <a:pt x="378" y="257"/>
                </a:lnTo>
                <a:lnTo>
                  <a:pt x="379" y="257"/>
                </a:lnTo>
                <a:lnTo>
                  <a:pt x="379" y="256"/>
                </a:lnTo>
                <a:lnTo>
                  <a:pt x="379" y="255"/>
                </a:lnTo>
                <a:lnTo>
                  <a:pt x="379" y="254"/>
                </a:lnTo>
                <a:lnTo>
                  <a:pt x="378" y="254"/>
                </a:lnTo>
                <a:lnTo>
                  <a:pt x="377" y="254"/>
                </a:lnTo>
                <a:lnTo>
                  <a:pt x="377" y="253"/>
                </a:lnTo>
                <a:lnTo>
                  <a:pt x="376" y="252"/>
                </a:lnTo>
                <a:lnTo>
                  <a:pt x="374" y="251"/>
                </a:lnTo>
                <a:lnTo>
                  <a:pt x="374" y="250"/>
                </a:lnTo>
                <a:lnTo>
                  <a:pt x="373" y="250"/>
                </a:lnTo>
                <a:lnTo>
                  <a:pt x="372" y="249"/>
                </a:lnTo>
                <a:lnTo>
                  <a:pt x="371" y="248"/>
                </a:lnTo>
                <a:lnTo>
                  <a:pt x="372" y="248"/>
                </a:lnTo>
                <a:lnTo>
                  <a:pt x="371" y="248"/>
                </a:lnTo>
                <a:lnTo>
                  <a:pt x="371" y="247"/>
                </a:lnTo>
                <a:lnTo>
                  <a:pt x="371" y="246"/>
                </a:lnTo>
                <a:lnTo>
                  <a:pt x="371" y="245"/>
                </a:lnTo>
                <a:lnTo>
                  <a:pt x="371" y="244"/>
                </a:lnTo>
                <a:lnTo>
                  <a:pt x="370" y="244"/>
                </a:lnTo>
                <a:lnTo>
                  <a:pt x="369" y="244"/>
                </a:lnTo>
                <a:lnTo>
                  <a:pt x="368" y="244"/>
                </a:lnTo>
                <a:lnTo>
                  <a:pt x="367" y="244"/>
                </a:lnTo>
                <a:lnTo>
                  <a:pt x="366" y="244"/>
                </a:lnTo>
                <a:lnTo>
                  <a:pt x="365" y="244"/>
                </a:lnTo>
                <a:lnTo>
                  <a:pt x="363" y="243"/>
                </a:lnTo>
                <a:lnTo>
                  <a:pt x="362" y="243"/>
                </a:lnTo>
                <a:lnTo>
                  <a:pt x="362" y="242"/>
                </a:lnTo>
                <a:lnTo>
                  <a:pt x="360" y="242"/>
                </a:lnTo>
                <a:lnTo>
                  <a:pt x="359" y="242"/>
                </a:lnTo>
                <a:lnTo>
                  <a:pt x="358" y="242"/>
                </a:lnTo>
                <a:lnTo>
                  <a:pt x="357" y="242"/>
                </a:lnTo>
                <a:lnTo>
                  <a:pt x="357" y="243"/>
                </a:lnTo>
                <a:lnTo>
                  <a:pt x="357" y="244"/>
                </a:lnTo>
                <a:lnTo>
                  <a:pt x="356" y="244"/>
                </a:lnTo>
                <a:lnTo>
                  <a:pt x="355" y="244"/>
                </a:lnTo>
                <a:lnTo>
                  <a:pt x="354" y="244"/>
                </a:lnTo>
                <a:lnTo>
                  <a:pt x="353" y="244"/>
                </a:lnTo>
                <a:lnTo>
                  <a:pt x="352" y="244"/>
                </a:lnTo>
                <a:lnTo>
                  <a:pt x="351" y="244"/>
                </a:lnTo>
                <a:lnTo>
                  <a:pt x="351" y="243"/>
                </a:lnTo>
                <a:lnTo>
                  <a:pt x="351" y="242"/>
                </a:lnTo>
                <a:lnTo>
                  <a:pt x="350" y="242"/>
                </a:lnTo>
                <a:lnTo>
                  <a:pt x="351" y="242"/>
                </a:lnTo>
                <a:lnTo>
                  <a:pt x="351" y="241"/>
                </a:lnTo>
                <a:lnTo>
                  <a:pt x="350" y="240"/>
                </a:lnTo>
                <a:lnTo>
                  <a:pt x="350" y="239"/>
                </a:lnTo>
                <a:lnTo>
                  <a:pt x="350" y="238"/>
                </a:lnTo>
                <a:lnTo>
                  <a:pt x="349" y="238"/>
                </a:lnTo>
                <a:lnTo>
                  <a:pt x="349" y="239"/>
                </a:lnTo>
                <a:lnTo>
                  <a:pt x="348" y="239"/>
                </a:lnTo>
                <a:lnTo>
                  <a:pt x="347" y="239"/>
                </a:lnTo>
                <a:lnTo>
                  <a:pt x="346" y="239"/>
                </a:lnTo>
                <a:lnTo>
                  <a:pt x="346" y="238"/>
                </a:lnTo>
                <a:lnTo>
                  <a:pt x="346" y="237"/>
                </a:lnTo>
                <a:lnTo>
                  <a:pt x="345" y="236"/>
                </a:lnTo>
                <a:lnTo>
                  <a:pt x="344" y="235"/>
                </a:lnTo>
                <a:lnTo>
                  <a:pt x="344" y="234"/>
                </a:lnTo>
                <a:lnTo>
                  <a:pt x="345" y="234"/>
                </a:lnTo>
                <a:lnTo>
                  <a:pt x="344" y="234"/>
                </a:lnTo>
                <a:lnTo>
                  <a:pt x="344" y="233"/>
                </a:lnTo>
                <a:lnTo>
                  <a:pt x="343" y="233"/>
                </a:lnTo>
                <a:lnTo>
                  <a:pt x="343" y="232"/>
                </a:lnTo>
                <a:lnTo>
                  <a:pt x="343" y="231"/>
                </a:lnTo>
                <a:lnTo>
                  <a:pt x="342" y="231"/>
                </a:lnTo>
                <a:lnTo>
                  <a:pt x="342" y="230"/>
                </a:lnTo>
                <a:lnTo>
                  <a:pt x="341" y="230"/>
                </a:lnTo>
                <a:lnTo>
                  <a:pt x="340" y="230"/>
                </a:lnTo>
                <a:lnTo>
                  <a:pt x="340" y="229"/>
                </a:lnTo>
                <a:lnTo>
                  <a:pt x="340" y="228"/>
                </a:lnTo>
                <a:lnTo>
                  <a:pt x="341" y="227"/>
                </a:lnTo>
                <a:lnTo>
                  <a:pt x="341" y="225"/>
                </a:lnTo>
                <a:lnTo>
                  <a:pt x="342" y="224"/>
                </a:lnTo>
                <a:lnTo>
                  <a:pt x="343" y="223"/>
                </a:lnTo>
                <a:lnTo>
                  <a:pt x="342" y="221"/>
                </a:lnTo>
                <a:lnTo>
                  <a:pt x="341" y="221"/>
                </a:lnTo>
                <a:lnTo>
                  <a:pt x="341" y="220"/>
                </a:lnTo>
                <a:lnTo>
                  <a:pt x="340" y="219"/>
                </a:lnTo>
                <a:lnTo>
                  <a:pt x="340" y="218"/>
                </a:lnTo>
                <a:lnTo>
                  <a:pt x="340" y="217"/>
                </a:lnTo>
                <a:lnTo>
                  <a:pt x="339" y="217"/>
                </a:lnTo>
                <a:lnTo>
                  <a:pt x="339" y="215"/>
                </a:lnTo>
                <a:lnTo>
                  <a:pt x="340" y="215"/>
                </a:lnTo>
                <a:lnTo>
                  <a:pt x="341" y="215"/>
                </a:lnTo>
                <a:lnTo>
                  <a:pt x="342" y="215"/>
                </a:lnTo>
                <a:lnTo>
                  <a:pt x="344" y="215"/>
                </a:lnTo>
                <a:lnTo>
                  <a:pt x="343" y="215"/>
                </a:lnTo>
                <a:lnTo>
                  <a:pt x="343" y="214"/>
                </a:lnTo>
                <a:lnTo>
                  <a:pt x="342" y="212"/>
                </a:lnTo>
                <a:lnTo>
                  <a:pt x="344" y="210"/>
                </a:lnTo>
                <a:lnTo>
                  <a:pt x="345" y="210"/>
                </a:lnTo>
                <a:lnTo>
                  <a:pt x="346" y="210"/>
                </a:lnTo>
                <a:lnTo>
                  <a:pt x="347" y="210"/>
                </a:lnTo>
                <a:lnTo>
                  <a:pt x="348" y="209"/>
                </a:lnTo>
                <a:lnTo>
                  <a:pt x="349" y="209"/>
                </a:lnTo>
                <a:lnTo>
                  <a:pt x="350" y="208"/>
                </a:lnTo>
                <a:lnTo>
                  <a:pt x="351" y="208"/>
                </a:lnTo>
                <a:lnTo>
                  <a:pt x="352" y="209"/>
                </a:lnTo>
                <a:lnTo>
                  <a:pt x="354" y="210"/>
                </a:lnTo>
                <a:lnTo>
                  <a:pt x="355" y="210"/>
                </a:lnTo>
                <a:lnTo>
                  <a:pt x="356" y="209"/>
                </a:lnTo>
                <a:lnTo>
                  <a:pt x="357" y="209"/>
                </a:lnTo>
                <a:lnTo>
                  <a:pt x="358" y="210"/>
                </a:lnTo>
                <a:lnTo>
                  <a:pt x="358" y="209"/>
                </a:lnTo>
                <a:lnTo>
                  <a:pt x="359" y="209"/>
                </a:lnTo>
                <a:lnTo>
                  <a:pt x="359" y="208"/>
                </a:lnTo>
                <a:lnTo>
                  <a:pt x="358" y="208"/>
                </a:lnTo>
                <a:lnTo>
                  <a:pt x="357" y="206"/>
                </a:lnTo>
                <a:lnTo>
                  <a:pt x="357" y="205"/>
                </a:lnTo>
                <a:lnTo>
                  <a:pt x="358" y="205"/>
                </a:lnTo>
                <a:lnTo>
                  <a:pt x="358" y="204"/>
                </a:lnTo>
                <a:lnTo>
                  <a:pt x="358" y="203"/>
                </a:lnTo>
                <a:lnTo>
                  <a:pt x="358" y="202"/>
                </a:lnTo>
                <a:lnTo>
                  <a:pt x="358" y="203"/>
                </a:lnTo>
                <a:lnTo>
                  <a:pt x="359" y="203"/>
                </a:lnTo>
                <a:lnTo>
                  <a:pt x="359" y="204"/>
                </a:lnTo>
                <a:lnTo>
                  <a:pt x="360" y="204"/>
                </a:lnTo>
                <a:lnTo>
                  <a:pt x="360" y="203"/>
                </a:lnTo>
                <a:lnTo>
                  <a:pt x="361" y="203"/>
                </a:lnTo>
                <a:lnTo>
                  <a:pt x="360" y="202"/>
                </a:lnTo>
                <a:lnTo>
                  <a:pt x="360" y="201"/>
                </a:lnTo>
                <a:lnTo>
                  <a:pt x="361" y="201"/>
                </a:lnTo>
                <a:lnTo>
                  <a:pt x="362" y="201"/>
                </a:lnTo>
                <a:lnTo>
                  <a:pt x="362" y="202"/>
                </a:lnTo>
                <a:lnTo>
                  <a:pt x="363" y="202"/>
                </a:lnTo>
                <a:lnTo>
                  <a:pt x="363" y="203"/>
                </a:lnTo>
                <a:lnTo>
                  <a:pt x="364" y="203"/>
                </a:lnTo>
                <a:lnTo>
                  <a:pt x="365" y="203"/>
                </a:lnTo>
                <a:lnTo>
                  <a:pt x="365" y="202"/>
                </a:lnTo>
                <a:lnTo>
                  <a:pt x="365" y="201"/>
                </a:lnTo>
                <a:lnTo>
                  <a:pt x="366" y="201"/>
                </a:lnTo>
                <a:lnTo>
                  <a:pt x="366" y="200"/>
                </a:lnTo>
                <a:lnTo>
                  <a:pt x="365" y="199"/>
                </a:lnTo>
                <a:lnTo>
                  <a:pt x="364" y="199"/>
                </a:lnTo>
                <a:lnTo>
                  <a:pt x="363" y="198"/>
                </a:lnTo>
                <a:lnTo>
                  <a:pt x="362" y="199"/>
                </a:lnTo>
                <a:lnTo>
                  <a:pt x="360" y="199"/>
                </a:lnTo>
                <a:lnTo>
                  <a:pt x="358" y="198"/>
                </a:lnTo>
                <a:lnTo>
                  <a:pt x="357" y="197"/>
                </a:lnTo>
                <a:lnTo>
                  <a:pt x="355" y="198"/>
                </a:lnTo>
                <a:lnTo>
                  <a:pt x="354" y="198"/>
                </a:lnTo>
                <a:lnTo>
                  <a:pt x="353" y="199"/>
                </a:lnTo>
                <a:lnTo>
                  <a:pt x="352" y="199"/>
                </a:lnTo>
                <a:lnTo>
                  <a:pt x="351" y="199"/>
                </a:lnTo>
                <a:lnTo>
                  <a:pt x="350" y="199"/>
                </a:lnTo>
                <a:lnTo>
                  <a:pt x="350" y="200"/>
                </a:lnTo>
                <a:lnTo>
                  <a:pt x="349" y="200"/>
                </a:lnTo>
                <a:lnTo>
                  <a:pt x="348" y="200"/>
                </a:lnTo>
                <a:lnTo>
                  <a:pt x="346" y="200"/>
                </a:lnTo>
                <a:lnTo>
                  <a:pt x="345" y="200"/>
                </a:lnTo>
                <a:lnTo>
                  <a:pt x="344" y="199"/>
                </a:lnTo>
                <a:lnTo>
                  <a:pt x="343" y="198"/>
                </a:lnTo>
                <a:lnTo>
                  <a:pt x="342" y="199"/>
                </a:lnTo>
                <a:lnTo>
                  <a:pt x="341" y="198"/>
                </a:lnTo>
                <a:lnTo>
                  <a:pt x="340" y="198"/>
                </a:lnTo>
                <a:lnTo>
                  <a:pt x="339" y="197"/>
                </a:lnTo>
                <a:lnTo>
                  <a:pt x="338" y="197"/>
                </a:lnTo>
                <a:lnTo>
                  <a:pt x="337" y="196"/>
                </a:lnTo>
                <a:lnTo>
                  <a:pt x="332" y="196"/>
                </a:lnTo>
                <a:lnTo>
                  <a:pt x="330" y="196"/>
                </a:lnTo>
                <a:lnTo>
                  <a:pt x="330" y="195"/>
                </a:lnTo>
                <a:lnTo>
                  <a:pt x="329" y="195"/>
                </a:lnTo>
                <a:lnTo>
                  <a:pt x="327" y="196"/>
                </a:lnTo>
                <a:lnTo>
                  <a:pt x="326" y="196"/>
                </a:lnTo>
                <a:lnTo>
                  <a:pt x="325" y="196"/>
                </a:lnTo>
                <a:lnTo>
                  <a:pt x="324" y="196"/>
                </a:lnTo>
                <a:lnTo>
                  <a:pt x="323" y="196"/>
                </a:lnTo>
                <a:lnTo>
                  <a:pt x="322" y="197"/>
                </a:lnTo>
                <a:lnTo>
                  <a:pt x="320" y="196"/>
                </a:lnTo>
                <a:lnTo>
                  <a:pt x="319" y="196"/>
                </a:lnTo>
                <a:lnTo>
                  <a:pt x="318" y="196"/>
                </a:lnTo>
                <a:lnTo>
                  <a:pt x="317" y="195"/>
                </a:lnTo>
                <a:lnTo>
                  <a:pt x="316" y="194"/>
                </a:lnTo>
                <a:lnTo>
                  <a:pt x="315" y="193"/>
                </a:lnTo>
                <a:lnTo>
                  <a:pt x="314" y="192"/>
                </a:lnTo>
                <a:lnTo>
                  <a:pt x="313" y="191"/>
                </a:lnTo>
                <a:lnTo>
                  <a:pt x="313" y="190"/>
                </a:lnTo>
                <a:lnTo>
                  <a:pt x="313" y="189"/>
                </a:lnTo>
                <a:lnTo>
                  <a:pt x="313" y="188"/>
                </a:lnTo>
                <a:lnTo>
                  <a:pt x="312" y="188"/>
                </a:lnTo>
                <a:lnTo>
                  <a:pt x="311" y="188"/>
                </a:lnTo>
                <a:lnTo>
                  <a:pt x="310" y="188"/>
                </a:lnTo>
                <a:lnTo>
                  <a:pt x="311" y="187"/>
                </a:lnTo>
                <a:lnTo>
                  <a:pt x="311" y="186"/>
                </a:lnTo>
                <a:lnTo>
                  <a:pt x="310" y="186"/>
                </a:lnTo>
                <a:lnTo>
                  <a:pt x="309" y="186"/>
                </a:lnTo>
                <a:lnTo>
                  <a:pt x="309" y="185"/>
                </a:lnTo>
                <a:lnTo>
                  <a:pt x="309" y="184"/>
                </a:lnTo>
                <a:lnTo>
                  <a:pt x="307" y="183"/>
                </a:lnTo>
                <a:lnTo>
                  <a:pt x="307" y="182"/>
                </a:lnTo>
                <a:lnTo>
                  <a:pt x="306" y="182"/>
                </a:lnTo>
                <a:lnTo>
                  <a:pt x="305" y="182"/>
                </a:lnTo>
                <a:lnTo>
                  <a:pt x="304" y="181"/>
                </a:lnTo>
                <a:lnTo>
                  <a:pt x="303" y="181"/>
                </a:lnTo>
                <a:lnTo>
                  <a:pt x="302" y="182"/>
                </a:lnTo>
                <a:lnTo>
                  <a:pt x="302" y="181"/>
                </a:lnTo>
                <a:lnTo>
                  <a:pt x="302" y="180"/>
                </a:lnTo>
                <a:lnTo>
                  <a:pt x="301" y="179"/>
                </a:lnTo>
                <a:lnTo>
                  <a:pt x="300" y="178"/>
                </a:lnTo>
                <a:lnTo>
                  <a:pt x="299" y="177"/>
                </a:lnTo>
                <a:lnTo>
                  <a:pt x="299" y="178"/>
                </a:lnTo>
                <a:lnTo>
                  <a:pt x="298" y="178"/>
                </a:lnTo>
                <a:lnTo>
                  <a:pt x="298" y="177"/>
                </a:lnTo>
                <a:lnTo>
                  <a:pt x="298" y="176"/>
                </a:lnTo>
                <a:lnTo>
                  <a:pt x="296" y="176"/>
                </a:lnTo>
                <a:lnTo>
                  <a:pt x="295" y="175"/>
                </a:lnTo>
                <a:lnTo>
                  <a:pt x="294" y="175"/>
                </a:lnTo>
                <a:lnTo>
                  <a:pt x="294" y="174"/>
                </a:lnTo>
                <a:lnTo>
                  <a:pt x="294" y="173"/>
                </a:lnTo>
                <a:lnTo>
                  <a:pt x="295" y="173"/>
                </a:lnTo>
                <a:lnTo>
                  <a:pt x="294" y="173"/>
                </a:lnTo>
                <a:lnTo>
                  <a:pt x="293" y="172"/>
                </a:lnTo>
                <a:lnTo>
                  <a:pt x="293" y="171"/>
                </a:lnTo>
                <a:lnTo>
                  <a:pt x="292" y="170"/>
                </a:lnTo>
                <a:lnTo>
                  <a:pt x="292" y="169"/>
                </a:lnTo>
                <a:lnTo>
                  <a:pt x="291" y="169"/>
                </a:lnTo>
                <a:lnTo>
                  <a:pt x="291" y="168"/>
                </a:lnTo>
                <a:lnTo>
                  <a:pt x="291" y="167"/>
                </a:lnTo>
                <a:lnTo>
                  <a:pt x="291" y="165"/>
                </a:lnTo>
                <a:lnTo>
                  <a:pt x="292" y="165"/>
                </a:lnTo>
                <a:lnTo>
                  <a:pt x="293" y="163"/>
                </a:lnTo>
                <a:lnTo>
                  <a:pt x="292" y="163"/>
                </a:lnTo>
                <a:lnTo>
                  <a:pt x="292" y="162"/>
                </a:lnTo>
                <a:lnTo>
                  <a:pt x="293" y="162"/>
                </a:lnTo>
                <a:lnTo>
                  <a:pt x="292" y="162"/>
                </a:lnTo>
                <a:lnTo>
                  <a:pt x="292" y="161"/>
                </a:lnTo>
                <a:lnTo>
                  <a:pt x="291" y="161"/>
                </a:lnTo>
                <a:lnTo>
                  <a:pt x="290" y="161"/>
                </a:lnTo>
                <a:lnTo>
                  <a:pt x="289" y="160"/>
                </a:lnTo>
                <a:lnTo>
                  <a:pt x="288" y="159"/>
                </a:lnTo>
                <a:lnTo>
                  <a:pt x="287" y="159"/>
                </a:lnTo>
                <a:lnTo>
                  <a:pt x="285" y="160"/>
                </a:lnTo>
                <a:lnTo>
                  <a:pt x="285" y="161"/>
                </a:lnTo>
                <a:lnTo>
                  <a:pt x="285" y="162"/>
                </a:lnTo>
                <a:lnTo>
                  <a:pt x="286" y="162"/>
                </a:lnTo>
                <a:lnTo>
                  <a:pt x="286" y="163"/>
                </a:lnTo>
                <a:lnTo>
                  <a:pt x="286" y="164"/>
                </a:lnTo>
                <a:lnTo>
                  <a:pt x="285" y="165"/>
                </a:lnTo>
                <a:lnTo>
                  <a:pt x="285" y="167"/>
                </a:lnTo>
                <a:lnTo>
                  <a:pt x="284" y="168"/>
                </a:lnTo>
                <a:lnTo>
                  <a:pt x="283" y="168"/>
                </a:lnTo>
                <a:lnTo>
                  <a:pt x="282" y="167"/>
                </a:lnTo>
                <a:lnTo>
                  <a:pt x="281" y="166"/>
                </a:lnTo>
                <a:lnTo>
                  <a:pt x="280" y="166"/>
                </a:lnTo>
                <a:lnTo>
                  <a:pt x="280" y="167"/>
                </a:lnTo>
                <a:lnTo>
                  <a:pt x="279" y="167"/>
                </a:lnTo>
                <a:lnTo>
                  <a:pt x="278" y="167"/>
                </a:lnTo>
                <a:lnTo>
                  <a:pt x="277" y="167"/>
                </a:lnTo>
                <a:lnTo>
                  <a:pt x="276" y="168"/>
                </a:lnTo>
                <a:lnTo>
                  <a:pt x="275" y="168"/>
                </a:lnTo>
                <a:lnTo>
                  <a:pt x="274" y="168"/>
                </a:lnTo>
                <a:lnTo>
                  <a:pt x="273" y="167"/>
                </a:lnTo>
                <a:lnTo>
                  <a:pt x="272" y="167"/>
                </a:lnTo>
                <a:lnTo>
                  <a:pt x="271" y="168"/>
                </a:lnTo>
                <a:lnTo>
                  <a:pt x="270" y="168"/>
                </a:lnTo>
                <a:lnTo>
                  <a:pt x="270" y="169"/>
                </a:lnTo>
                <a:lnTo>
                  <a:pt x="270" y="170"/>
                </a:lnTo>
                <a:lnTo>
                  <a:pt x="271" y="172"/>
                </a:lnTo>
                <a:lnTo>
                  <a:pt x="272" y="173"/>
                </a:lnTo>
                <a:lnTo>
                  <a:pt x="272" y="174"/>
                </a:lnTo>
                <a:lnTo>
                  <a:pt x="273" y="175"/>
                </a:lnTo>
                <a:lnTo>
                  <a:pt x="273" y="176"/>
                </a:lnTo>
                <a:lnTo>
                  <a:pt x="272" y="176"/>
                </a:lnTo>
                <a:lnTo>
                  <a:pt x="271" y="176"/>
                </a:lnTo>
                <a:lnTo>
                  <a:pt x="270" y="176"/>
                </a:lnTo>
                <a:lnTo>
                  <a:pt x="269" y="176"/>
                </a:lnTo>
                <a:lnTo>
                  <a:pt x="268" y="175"/>
                </a:lnTo>
                <a:lnTo>
                  <a:pt x="267" y="175"/>
                </a:lnTo>
                <a:lnTo>
                  <a:pt x="267" y="176"/>
                </a:lnTo>
                <a:lnTo>
                  <a:pt x="266" y="175"/>
                </a:lnTo>
                <a:lnTo>
                  <a:pt x="265" y="174"/>
                </a:lnTo>
                <a:lnTo>
                  <a:pt x="264" y="173"/>
                </a:lnTo>
                <a:lnTo>
                  <a:pt x="264" y="172"/>
                </a:lnTo>
                <a:lnTo>
                  <a:pt x="263" y="171"/>
                </a:lnTo>
                <a:lnTo>
                  <a:pt x="263" y="172"/>
                </a:lnTo>
                <a:lnTo>
                  <a:pt x="262" y="172"/>
                </a:lnTo>
                <a:lnTo>
                  <a:pt x="261" y="172"/>
                </a:lnTo>
                <a:lnTo>
                  <a:pt x="260" y="172"/>
                </a:lnTo>
                <a:lnTo>
                  <a:pt x="260" y="173"/>
                </a:lnTo>
                <a:lnTo>
                  <a:pt x="260" y="175"/>
                </a:lnTo>
                <a:lnTo>
                  <a:pt x="261" y="176"/>
                </a:lnTo>
                <a:lnTo>
                  <a:pt x="262" y="177"/>
                </a:lnTo>
                <a:lnTo>
                  <a:pt x="263" y="177"/>
                </a:lnTo>
                <a:lnTo>
                  <a:pt x="263" y="178"/>
                </a:lnTo>
                <a:lnTo>
                  <a:pt x="264" y="179"/>
                </a:lnTo>
                <a:lnTo>
                  <a:pt x="266" y="181"/>
                </a:lnTo>
                <a:lnTo>
                  <a:pt x="266" y="182"/>
                </a:lnTo>
                <a:lnTo>
                  <a:pt x="266" y="183"/>
                </a:lnTo>
                <a:lnTo>
                  <a:pt x="267" y="183"/>
                </a:lnTo>
                <a:lnTo>
                  <a:pt x="268" y="184"/>
                </a:lnTo>
                <a:lnTo>
                  <a:pt x="269" y="184"/>
                </a:lnTo>
                <a:lnTo>
                  <a:pt x="270" y="184"/>
                </a:lnTo>
                <a:lnTo>
                  <a:pt x="270" y="185"/>
                </a:lnTo>
                <a:lnTo>
                  <a:pt x="270" y="186"/>
                </a:lnTo>
                <a:lnTo>
                  <a:pt x="271" y="186"/>
                </a:lnTo>
                <a:lnTo>
                  <a:pt x="271" y="187"/>
                </a:lnTo>
                <a:lnTo>
                  <a:pt x="271" y="188"/>
                </a:lnTo>
                <a:lnTo>
                  <a:pt x="272" y="188"/>
                </a:lnTo>
                <a:lnTo>
                  <a:pt x="272" y="189"/>
                </a:lnTo>
                <a:lnTo>
                  <a:pt x="271" y="189"/>
                </a:lnTo>
                <a:lnTo>
                  <a:pt x="270" y="189"/>
                </a:lnTo>
                <a:lnTo>
                  <a:pt x="268" y="189"/>
                </a:lnTo>
                <a:lnTo>
                  <a:pt x="267" y="189"/>
                </a:lnTo>
                <a:lnTo>
                  <a:pt x="267" y="188"/>
                </a:lnTo>
                <a:lnTo>
                  <a:pt x="266" y="188"/>
                </a:lnTo>
                <a:lnTo>
                  <a:pt x="265" y="188"/>
                </a:lnTo>
                <a:lnTo>
                  <a:pt x="264" y="189"/>
                </a:lnTo>
                <a:lnTo>
                  <a:pt x="261" y="189"/>
                </a:lnTo>
                <a:lnTo>
                  <a:pt x="259" y="189"/>
                </a:lnTo>
                <a:lnTo>
                  <a:pt x="258" y="189"/>
                </a:lnTo>
                <a:lnTo>
                  <a:pt x="258" y="190"/>
                </a:lnTo>
                <a:lnTo>
                  <a:pt x="258" y="191"/>
                </a:lnTo>
                <a:lnTo>
                  <a:pt x="257" y="190"/>
                </a:lnTo>
                <a:lnTo>
                  <a:pt x="256" y="190"/>
                </a:lnTo>
                <a:lnTo>
                  <a:pt x="255" y="190"/>
                </a:lnTo>
                <a:lnTo>
                  <a:pt x="254" y="190"/>
                </a:lnTo>
                <a:lnTo>
                  <a:pt x="254" y="189"/>
                </a:lnTo>
                <a:lnTo>
                  <a:pt x="254" y="188"/>
                </a:lnTo>
                <a:lnTo>
                  <a:pt x="253" y="187"/>
                </a:lnTo>
                <a:lnTo>
                  <a:pt x="252" y="187"/>
                </a:lnTo>
                <a:lnTo>
                  <a:pt x="251" y="188"/>
                </a:lnTo>
                <a:lnTo>
                  <a:pt x="251" y="189"/>
                </a:lnTo>
                <a:lnTo>
                  <a:pt x="250" y="189"/>
                </a:lnTo>
                <a:lnTo>
                  <a:pt x="250" y="190"/>
                </a:lnTo>
                <a:lnTo>
                  <a:pt x="250" y="191"/>
                </a:lnTo>
                <a:lnTo>
                  <a:pt x="248" y="193"/>
                </a:lnTo>
                <a:lnTo>
                  <a:pt x="247" y="193"/>
                </a:lnTo>
                <a:lnTo>
                  <a:pt x="247" y="194"/>
                </a:lnTo>
                <a:lnTo>
                  <a:pt x="246" y="195"/>
                </a:lnTo>
                <a:lnTo>
                  <a:pt x="245" y="197"/>
                </a:lnTo>
                <a:lnTo>
                  <a:pt x="245" y="198"/>
                </a:lnTo>
                <a:lnTo>
                  <a:pt x="245" y="200"/>
                </a:lnTo>
                <a:lnTo>
                  <a:pt x="243" y="200"/>
                </a:lnTo>
                <a:lnTo>
                  <a:pt x="242" y="200"/>
                </a:lnTo>
                <a:lnTo>
                  <a:pt x="241" y="201"/>
                </a:lnTo>
                <a:lnTo>
                  <a:pt x="240" y="201"/>
                </a:lnTo>
                <a:lnTo>
                  <a:pt x="240" y="202"/>
                </a:lnTo>
                <a:lnTo>
                  <a:pt x="240" y="203"/>
                </a:lnTo>
                <a:lnTo>
                  <a:pt x="241" y="203"/>
                </a:lnTo>
                <a:lnTo>
                  <a:pt x="240" y="203"/>
                </a:lnTo>
                <a:lnTo>
                  <a:pt x="239" y="204"/>
                </a:lnTo>
                <a:lnTo>
                  <a:pt x="239" y="203"/>
                </a:lnTo>
                <a:lnTo>
                  <a:pt x="238" y="203"/>
                </a:lnTo>
                <a:lnTo>
                  <a:pt x="238" y="204"/>
                </a:lnTo>
                <a:lnTo>
                  <a:pt x="237" y="204"/>
                </a:lnTo>
                <a:lnTo>
                  <a:pt x="236" y="205"/>
                </a:lnTo>
                <a:lnTo>
                  <a:pt x="235" y="205"/>
                </a:lnTo>
                <a:lnTo>
                  <a:pt x="234" y="206"/>
                </a:lnTo>
                <a:lnTo>
                  <a:pt x="233" y="207"/>
                </a:lnTo>
                <a:lnTo>
                  <a:pt x="232" y="207"/>
                </a:lnTo>
                <a:lnTo>
                  <a:pt x="232" y="206"/>
                </a:lnTo>
                <a:lnTo>
                  <a:pt x="231" y="206"/>
                </a:lnTo>
                <a:lnTo>
                  <a:pt x="231" y="207"/>
                </a:lnTo>
                <a:lnTo>
                  <a:pt x="229" y="208"/>
                </a:lnTo>
                <a:lnTo>
                  <a:pt x="228" y="208"/>
                </a:lnTo>
                <a:lnTo>
                  <a:pt x="228" y="207"/>
                </a:lnTo>
                <a:lnTo>
                  <a:pt x="227" y="207"/>
                </a:lnTo>
                <a:lnTo>
                  <a:pt x="228" y="207"/>
                </a:lnTo>
                <a:lnTo>
                  <a:pt x="227" y="207"/>
                </a:lnTo>
                <a:lnTo>
                  <a:pt x="227" y="206"/>
                </a:lnTo>
                <a:lnTo>
                  <a:pt x="226" y="206"/>
                </a:lnTo>
                <a:lnTo>
                  <a:pt x="226" y="205"/>
                </a:lnTo>
                <a:lnTo>
                  <a:pt x="224" y="205"/>
                </a:lnTo>
                <a:lnTo>
                  <a:pt x="223" y="205"/>
                </a:lnTo>
                <a:lnTo>
                  <a:pt x="221" y="205"/>
                </a:lnTo>
                <a:lnTo>
                  <a:pt x="220" y="206"/>
                </a:lnTo>
                <a:lnTo>
                  <a:pt x="220" y="207"/>
                </a:lnTo>
                <a:lnTo>
                  <a:pt x="219" y="207"/>
                </a:lnTo>
                <a:lnTo>
                  <a:pt x="217" y="207"/>
                </a:lnTo>
                <a:lnTo>
                  <a:pt x="216" y="207"/>
                </a:lnTo>
                <a:lnTo>
                  <a:pt x="215" y="207"/>
                </a:lnTo>
                <a:lnTo>
                  <a:pt x="214" y="207"/>
                </a:lnTo>
                <a:lnTo>
                  <a:pt x="214" y="208"/>
                </a:lnTo>
                <a:lnTo>
                  <a:pt x="214" y="210"/>
                </a:lnTo>
                <a:lnTo>
                  <a:pt x="214" y="211"/>
                </a:lnTo>
                <a:lnTo>
                  <a:pt x="213" y="211"/>
                </a:lnTo>
                <a:lnTo>
                  <a:pt x="212" y="211"/>
                </a:lnTo>
                <a:lnTo>
                  <a:pt x="211" y="210"/>
                </a:lnTo>
                <a:lnTo>
                  <a:pt x="211" y="211"/>
                </a:lnTo>
                <a:lnTo>
                  <a:pt x="210" y="211"/>
                </a:lnTo>
                <a:lnTo>
                  <a:pt x="209" y="212"/>
                </a:lnTo>
                <a:lnTo>
                  <a:pt x="208" y="212"/>
                </a:lnTo>
                <a:lnTo>
                  <a:pt x="207" y="213"/>
                </a:lnTo>
                <a:lnTo>
                  <a:pt x="207" y="214"/>
                </a:lnTo>
                <a:lnTo>
                  <a:pt x="207" y="215"/>
                </a:lnTo>
                <a:lnTo>
                  <a:pt x="206" y="215"/>
                </a:lnTo>
                <a:lnTo>
                  <a:pt x="206" y="216"/>
                </a:lnTo>
                <a:lnTo>
                  <a:pt x="206" y="217"/>
                </a:lnTo>
                <a:lnTo>
                  <a:pt x="207" y="217"/>
                </a:lnTo>
                <a:lnTo>
                  <a:pt x="208" y="217"/>
                </a:lnTo>
                <a:lnTo>
                  <a:pt x="209" y="217"/>
                </a:lnTo>
                <a:lnTo>
                  <a:pt x="210" y="217"/>
                </a:lnTo>
                <a:lnTo>
                  <a:pt x="210" y="218"/>
                </a:lnTo>
                <a:lnTo>
                  <a:pt x="209" y="219"/>
                </a:lnTo>
                <a:lnTo>
                  <a:pt x="209" y="220"/>
                </a:lnTo>
                <a:lnTo>
                  <a:pt x="209" y="221"/>
                </a:lnTo>
                <a:lnTo>
                  <a:pt x="209" y="222"/>
                </a:lnTo>
                <a:lnTo>
                  <a:pt x="210" y="223"/>
                </a:lnTo>
                <a:lnTo>
                  <a:pt x="210" y="222"/>
                </a:lnTo>
                <a:lnTo>
                  <a:pt x="211" y="224"/>
                </a:lnTo>
                <a:lnTo>
                  <a:pt x="215" y="228"/>
                </a:lnTo>
                <a:lnTo>
                  <a:pt x="215" y="229"/>
                </a:lnTo>
                <a:lnTo>
                  <a:pt x="216" y="229"/>
                </a:lnTo>
                <a:lnTo>
                  <a:pt x="217" y="229"/>
                </a:lnTo>
                <a:lnTo>
                  <a:pt x="217" y="230"/>
                </a:lnTo>
                <a:lnTo>
                  <a:pt x="217" y="231"/>
                </a:lnTo>
                <a:lnTo>
                  <a:pt x="218" y="231"/>
                </a:lnTo>
                <a:lnTo>
                  <a:pt x="219" y="231"/>
                </a:lnTo>
                <a:lnTo>
                  <a:pt x="220" y="231"/>
                </a:lnTo>
                <a:lnTo>
                  <a:pt x="221" y="231"/>
                </a:lnTo>
                <a:lnTo>
                  <a:pt x="222" y="231"/>
                </a:lnTo>
                <a:lnTo>
                  <a:pt x="223" y="232"/>
                </a:lnTo>
                <a:lnTo>
                  <a:pt x="223" y="233"/>
                </a:lnTo>
                <a:lnTo>
                  <a:pt x="223" y="234"/>
                </a:lnTo>
                <a:lnTo>
                  <a:pt x="223" y="235"/>
                </a:lnTo>
                <a:lnTo>
                  <a:pt x="224" y="236"/>
                </a:lnTo>
                <a:lnTo>
                  <a:pt x="224" y="237"/>
                </a:lnTo>
                <a:lnTo>
                  <a:pt x="225" y="237"/>
                </a:lnTo>
                <a:lnTo>
                  <a:pt x="225" y="238"/>
                </a:lnTo>
                <a:lnTo>
                  <a:pt x="225" y="239"/>
                </a:lnTo>
                <a:lnTo>
                  <a:pt x="226" y="239"/>
                </a:lnTo>
                <a:lnTo>
                  <a:pt x="226" y="240"/>
                </a:lnTo>
                <a:lnTo>
                  <a:pt x="227" y="241"/>
                </a:lnTo>
                <a:lnTo>
                  <a:pt x="226" y="241"/>
                </a:lnTo>
                <a:lnTo>
                  <a:pt x="225" y="242"/>
                </a:lnTo>
                <a:lnTo>
                  <a:pt x="224" y="242"/>
                </a:lnTo>
                <a:lnTo>
                  <a:pt x="223" y="242"/>
                </a:lnTo>
                <a:lnTo>
                  <a:pt x="222" y="242"/>
                </a:lnTo>
                <a:lnTo>
                  <a:pt x="222" y="243"/>
                </a:lnTo>
                <a:lnTo>
                  <a:pt x="222" y="244"/>
                </a:lnTo>
                <a:lnTo>
                  <a:pt x="221" y="244"/>
                </a:lnTo>
                <a:lnTo>
                  <a:pt x="220" y="244"/>
                </a:lnTo>
                <a:lnTo>
                  <a:pt x="219" y="245"/>
                </a:lnTo>
                <a:lnTo>
                  <a:pt x="219" y="246"/>
                </a:lnTo>
                <a:lnTo>
                  <a:pt x="219" y="247"/>
                </a:lnTo>
                <a:lnTo>
                  <a:pt x="218" y="249"/>
                </a:lnTo>
                <a:lnTo>
                  <a:pt x="217" y="249"/>
                </a:lnTo>
                <a:lnTo>
                  <a:pt x="217" y="248"/>
                </a:lnTo>
                <a:lnTo>
                  <a:pt x="216" y="249"/>
                </a:lnTo>
                <a:lnTo>
                  <a:pt x="217" y="249"/>
                </a:lnTo>
                <a:lnTo>
                  <a:pt x="216" y="250"/>
                </a:lnTo>
                <a:lnTo>
                  <a:pt x="216" y="251"/>
                </a:lnTo>
                <a:lnTo>
                  <a:pt x="217" y="252"/>
                </a:lnTo>
                <a:lnTo>
                  <a:pt x="216" y="252"/>
                </a:lnTo>
                <a:lnTo>
                  <a:pt x="216" y="253"/>
                </a:lnTo>
                <a:lnTo>
                  <a:pt x="215" y="253"/>
                </a:lnTo>
                <a:lnTo>
                  <a:pt x="215" y="252"/>
                </a:lnTo>
                <a:lnTo>
                  <a:pt x="214" y="252"/>
                </a:lnTo>
                <a:lnTo>
                  <a:pt x="212" y="252"/>
                </a:lnTo>
                <a:lnTo>
                  <a:pt x="212" y="251"/>
                </a:lnTo>
                <a:lnTo>
                  <a:pt x="211" y="251"/>
                </a:lnTo>
                <a:lnTo>
                  <a:pt x="211" y="250"/>
                </a:lnTo>
                <a:lnTo>
                  <a:pt x="211" y="249"/>
                </a:lnTo>
                <a:lnTo>
                  <a:pt x="210" y="250"/>
                </a:lnTo>
                <a:lnTo>
                  <a:pt x="209" y="250"/>
                </a:lnTo>
                <a:lnTo>
                  <a:pt x="208" y="251"/>
                </a:lnTo>
                <a:lnTo>
                  <a:pt x="207" y="252"/>
                </a:lnTo>
                <a:lnTo>
                  <a:pt x="208" y="252"/>
                </a:lnTo>
                <a:lnTo>
                  <a:pt x="208" y="253"/>
                </a:lnTo>
                <a:lnTo>
                  <a:pt x="207" y="254"/>
                </a:lnTo>
                <a:lnTo>
                  <a:pt x="206" y="254"/>
                </a:lnTo>
                <a:lnTo>
                  <a:pt x="205" y="254"/>
                </a:lnTo>
                <a:lnTo>
                  <a:pt x="204" y="254"/>
                </a:lnTo>
                <a:lnTo>
                  <a:pt x="203" y="254"/>
                </a:lnTo>
                <a:lnTo>
                  <a:pt x="203" y="255"/>
                </a:lnTo>
                <a:lnTo>
                  <a:pt x="202" y="254"/>
                </a:lnTo>
                <a:lnTo>
                  <a:pt x="201" y="254"/>
                </a:lnTo>
                <a:lnTo>
                  <a:pt x="200" y="254"/>
                </a:lnTo>
                <a:lnTo>
                  <a:pt x="199" y="254"/>
                </a:lnTo>
                <a:lnTo>
                  <a:pt x="198" y="254"/>
                </a:lnTo>
                <a:lnTo>
                  <a:pt x="198" y="255"/>
                </a:lnTo>
                <a:lnTo>
                  <a:pt x="198" y="256"/>
                </a:lnTo>
                <a:lnTo>
                  <a:pt x="197" y="256"/>
                </a:lnTo>
                <a:lnTo>
                  <a:pt x="195" y="255"/>
                </a:lnTo>
                <a:lnTo>
                  <a:pt x="194" y="255"/>
                </a:lnTo>
                <a:lnTo>
                  <a:pt x="193" y="256"/>
                </a:lnTo>
                <a:lnTo>
                  <a:pt x="193" y="257"/>
                </a:lnTo>
                <a:lnTo>
                  <a:pt x="193" y="258"/>
                </a:lnTo>
                <a:lnTo>
                  <a:pt x="192" y="258"/>
                </a:lnTo>
                <a:lnTo>
                  <a:pt x="191" y="258"/>
                </a:lnTo>
                <a:lnTo>
                  <a:pt x="190" y="258"/>
                </a:lnTo>
                <a:lnTo>
                  <a:pt x="190" y="259"/>
                </a:lnTo>
                <a:lnTo>
                  <a:pt x="189" y="260"/>
                </a:lnTo>
                <a:lnTo>
                  <a:pt x="188" y="260"/>
                </a:lnTo>
                <a:lnTo>
                  <a:pt x="187" y="260"/>
                </a:lnTo>
                <a:lnTo>
                  <a:pt x="186" y="261"/>
                </a:lnTo>
                <a:lnTo>
                  <a:pt x="185" y="261"/>
                </a:lnTo>
                <a:lnTo>
                  <a:pt x="185" y="262"/>
                </a:lnTo>
                <a:lnTo>
                  <a:pt x="184" y="262"/>
                </a:lnTo>
                <a:lnTo>
                  <a:pt x="184" y="263"/>
                </a:lnTo>
                <a:lnTo>
                  <a:pt x="183" y="263"/>
                </a:lnTo>
                <a:lnTo>
                  <a:pt x="183" y="264"/>
                </a:lnTo>
                <a:lnTo>
                  <a:pt x="182" y="264"/>
                </a:lnTo>
                <a:lnTo>
                  <a:pt x="181" y="264"/>
                </a:lnTo>
                <a:lnTo>
                  <a:pt x="181" y="265"/>
                </a:lnTo>
                <a:lnTo>
                  <a:pt x="180" y="265"/>
                </a:lnTo>
                <a:lnTo>
                  <a:pt x="180" y="266"/>
                </a:lnTo>
                <a:lnTo>
                  <a:pt x="180" y="267"/>
                </a:lnTo>
                <a:lnTo>
                  <a:pt x="180" y="268"/>
                </a:lnTo>
                <a:lnTo>
                  <a:pt x="179" y="268"/>
                </a:lnTo>
                <a:lnTo>
                  <a:pt x="179" y="269"/>
                </a:lnTo>
                <a:lnTo>
                  <a:pt x="178" y="269"/>
                </a:lnTo>
                <a:lnTo>
                  <a:pt x="178" y="270"/>
                </a:lnTo>
                <a:lnTo>
                  <a:pt x="178" y="271"/>
                </a:lnTo>
                <a:lnTo>
                  <a:pt x="178" y="272"/>
                </a:lnTo>
                <a:lnTo>
                  <a:pt x="178" y="273"/>
                </a:lnTo>
                <a:lnTo>
                  <a:pt x="179" y="273"/>
                </a:lnTo>
                <a:lnTo>
                  <a:pt x="180" y="273"/>
                </a:lnTo>
                <a:lnTo>
                  <a:pt x="181" y="273"/>
                </a:lnTo>
                <a:lnTo>
                  <a:pt x="181" y="274"/>
                </a:lnTo>
                <a:lnTo>
                  <a:pt x="182" y="274"/>
                </a:lnTo>
                <a:lnTo>
                  <a:pt x="183" y="274"/>
                </a:lnTo>
                <a:lnTo>
                  <a:pt x="183" y="275"/>
                </a:lnTo>
                <a:lnTo>
                  <a:pt x="184" y="276"/>
                </a:lnTo>
                <a:lnTo>
                  <a:pt x="185" y="276"/>
                </a:lnTo>
                <a:lnTo>
                  <a:pt x="185" y="277"/>
                </a:lnTo>
                <a:lnTo>
                  <a:pt x="186" y="277"/>
                </a:lnTo>
                <a:lnTo>
                  <a:pt x="187" y="278"/>
                </a:lnTo>
                <a:lnTo>
                  <a:pt x="186" y="279"/>
                </a:lnTo>
                <a:lnTo>
                  <a:pt x="186" y="280"/>
                </a:lnTo>
                <a:lnTo>
                  <a:pt x="187" y="280"/>
                </a:lnTo>
                <a:lnTo>
                  <a:pt x="187" y="281"/>
                </a:lnTo>
                <a:lnTo>
                  <a:pt x="187" y="282"/>
                </a:lnTo>
                <a:lnTo>
                  <a:pt x="186" y="283"/>
                </a:lnTo>
                <a:lnTo>
                  <a:pt x="186" y="284"/>
                </a:lnTo>
                <a:lnTo>
                  <a:pt x="187" y="284"/>
                </a:lnTo>
                <a:lnTo>
                  <a:pt x="187" y="285"/>
                </a:lnTo>
                <a:lnTo>
                  <a:pt x="188" y="285"/>
                </a:lnTo>
                <a:lnTo>
                  <a:pt x="189" y="285"/>
                </a:lnTo>
                <a:lnTo>
                  <a:pt x="189" y="286"/>
                </a:lnTo>
                <a:lnTo>
                  <a:pt x="190" y="286"/>
                </a:lnTo>
                <a:lnTo>
                  <a:pt x="191" y="286"/>
                </a:lnTo>
                <a:lnTo>
                  <a:pt x="191" y="287"/>
                </a:lnTo>
                <a:lnTo>
                  <a:pt x="191" y="288"/>
                </a:lnTo>
                <a:lnTo>
                  <a:pt x="190" y="289"/>
                </a:lnTo>
                <a:lnTo>
                  <a:pt x="189" y="289"/>
                </a:lnTo>
                <a:lnTo>
                  <a:pt x="188" y="289"/>
                </a:lnTo>
                <a:lnTo>
                  <a:pt x="187" y="289"/>
                </a:lnTo>
                <a:lnTo>
                  <a:pt x="186" y="289"/>
                </a:lnTo>
                <a:lnTo>
                  <a:pt x="185" y="290"/>
                </a:lnTo>
                <a:lnTo>
                  <a:pt x="185" y="289"/>
                </a:lnTo>
                <a:lnTo>
                  <a:pt x="184" y="289"/>
                </a:lnTo>
                <a:lnTo>
                  <a:pt x="183" y="288"/>
                </a:lnTo>
                <a:lnTo>
                  <a:pt x="183" y="289"/>
                </a:lnTo>
                <a:lnTo>
                  <a:pt x="182" y="289"/>
                </a:lnTo>
                <a:lnTo>
                  <a:pt x="181" y="290"/>
                </a:lnTo>
                <a:lnTo>
                  <a:pt x="180" y="290"/>
                </a:lnTo>
                <a:lnTo>
                  <a:pt x="179" y="290"/>
                </a:lnTo>
                <a:lnTo>
                  <a:pt x="179" y="291"/>
                </a:lnTo>
                <a:lnTo>
                  <a:pt x="178" y="291"/>
                </a:lnTo>
                <a:lnTo>
                  <a:pt x="179" y="291"/>
                </a:lnTo>
                <a:lnTo>
                  <a:pt x="179" y="292"/>
                </a:lnTo>
                <a:lnTo>
                  <a:pt x="179" y="293"/>
                </a:lnTo>
                <a:lnTo>
                  <a:pt x="180" y="293"/>
                </a:lnTo>
                <a:lnTo>
                  <a:pt x="181" y="294"/>
                </a:lnTo>
                <a:lnTo>
                  <a:pt x="182" y="294"/>
                </a:lnTo>
                <a:lnTo>
                  <a:pt x="183" y="294"/>
                </a:lnTo>
                <a:lnTo>
                  <a:pt x="184" y="294"/>
                </a:lnTo>
                <a:lnTo>
                  <a:pt x="184" y="295"/>
                </a:lnTo>
                <a:lnTo>
                  <a:pt x="184" y="296"/>
                </a:lnTo>
                <a:lnTo>
                  <a:pt x="184" y="297"/>
                </a:lnTo>
                <a:lnTo>
                  <a:pt x="184" y="298"/>
                </a:lnTo>
                <a:lnTo>
                  <a:pt x="185" y="299"/>
                </a:lnTo>
                <a:lnTo>
                  <a:pt x="184" y="300"/>
                </a:lnTo>
                <a:lnTo>
                  <a:pt x="183" y="301"/>
                </a:lnTo>
                <a:lnTo>
                  <a:pt x="184" y="301"/>
                </a:lnTo>
                <a:lnTo>
                  <a:pt x="184" y="302"/>
                </a:lnTo>
                <a:lnTo>
                  <a:pt x="183" y="302"/>
                </a:lnTo>
                <a:lnTo>
                  <a:pt x="183" y="303"/>
                </a:lnTo>
                <a:lnTo>
                  <a:pt x="184" y="304"/>
                </a:lnTo>
                <a:lnTo>
                  <a:pt x="184" y="303"/>
                </a:lnTo>
                <a:lnTo>
                  <a:pt x="185" y="303"/>
                </a:lnTo>
                <a:lnTo>
                  <a:pt x="186" y="304"/>
                </a:lnTo>
                <a:lnTo>
                  <a:pt x="187" y="304"/>
                </a:lnTo>
                <a:lnTo>
                  <a:pt x="187" y="305"/>
                </a:lnTo>
                <a:lnTo>
                  <a:pt x="187" y="306"/>
                </a:lnTo>
                <a:lnTo>
                  <a:pt x="186" y="307"/>
                </a:lnTo>
                <a:lnTo>
                  <a:pt x="186" y="308"/>
                </a:lnTo>
                <a:lnTo>
                  <a:pt x="186" y="309"/>
                </a:lnTo>
                <a:lnTo>
                  <a:pt x="188" y="308"/>
                </a:lnTo>
                <a:lnTo>
                  <a:pt x="188" y="307"/>
                </a:lnTo>
                <a:lnTo>
                  <a:pt x="189" y="307"/>
                </a:lnTo>
                <a:lnTo>
                  <a:pt x="190" y="308"/>
                </a:lnTo>
                <a:lnTo>
                  <a:pt x="191" y="308"/>
                </a:lnTo>
                <a:lnTo>
                  <a:pt x="191" y="309"/>
                </a:lnTo>
                <a:lnTo>
                  <a:pt x="192" y="310"/>
                </a:lnTo>
                <a:lnTo>
                  <a:pt x="193" y="310"/>
                </a:lnTo>
                <a:lnTo>
                  <a:pt x="193" y="309"/>
                </a:lnTo>
                <a:lnTo>
                  <a:pt x="194" y="309"/>
                </a:lnTo>
                <a:lnTo>
                  <a:pt x="194" y="308"/>
                </a:lnTo>
                <a:lnTo>
                  <a:pt x="195" y="308"/>
                </a:lnTo>
                <a:lnTo>
                  <a:pt x="196" y="308"/>
                </a:lnTo>
                <a:lnTo>
                  <a:pt x="196" y="309"/>
                </a:lnTo>
                <a:lnTo>
                  <a:pt x="197" y="309"/>
                </a:lnTo>
                <a:lnTo>
                  <a:pt x="197" y="308"/>
                </a:lnTo>
                <a:lnTo>
                  <a:pt x="198" y="308"/>
                </a:lnTo>
                <a:lnTo>
                  <a:pt x="198" y="309"/>
                </a:lnTo>
                <a:lnTo>
                  <a:pt x="199" y="309"/>
                </a:lnTo>
                <a:lnTo>
                  <a:pt x="199" y="308"/>
                </a:lnTo>
                <a:lnTo>
                  <a:pt x="200" y="308"/>
                </a:lnTo>
                <a:lnTo>
                  <a:pt x="200" y="307"/>
                </a:lnTo>
                <a:lnTo>
                  <a:pt x="200" y="308"/>
                </a:lnTo>
                <a:lnTo>
                  <a:pt x="201" y="308"/>
                </a:lnTo>
                <a:lnTo>
                  <a:pt x="202" y="308"/>
                </a:lnTo>
                <a:lnTo>
                  <a:pt x="202" y="309"/>
                </a:lnTo>
                <a:lnTo>
                  <a:pt x="202" y="310"/>
                </a:lnTo>
                <a:lnTo>
                  <a:pt x="202" y="311"/>
                </a:lnTo>
                <a:lnTo>
                  <a:pt x="203" y="311"/>
                </a:lnTo>
                <a:lnTo>
                  <a:pt x="203" y="312"/>
                </a:lnTo>
                <a:lnTo>
                  <a:pt x="202" y="312"/>
                </a:lnTo>
                <a:lnTo>
                  <a:pt x="203" y="312"/>
                </a:lnTo>
                <a:lnTo>
                  <a:pt x="204" y="313"/>
                </a:lnTo>
                <a:lnTo>
                  <a:pt x="205" y="313"/>
                </a:lnTo>
                <a:lnTo>
                  <a:pt x="205" y="314"/>
                </a:lnTo>
                <a:lnTo>
                  <a:pt x="206" y="314"/>
                </a:lnTo>
                <a:lnTo>
                  <a:pt x="206" y="315"/>
                </a:lnTo>
                <a:lnTo>
                  <a:pt x="207" y="315"/>
                </a:lnTo>
                <a:lnTo>
                  <a:pt x="207" y="316"/>
                </a:lnTo>
                <a:lnTo>
                  <a:pt x="207" y="317"/>
                </a:lnTo>
                <a:lnTo>
                  <a:pt x="208" y="317"/>
                </a:lnTo>
                <a:lnTo>
                  <a:pt x="209" y="317"/>
                </a:lnTo>
                <a:lnTo>
                  <a:pt x="209" y="318"/>
                </a:lnTo>
                <a:lnTo>
                  <a:pt x="209" y="317"/>
                </a:lnTo>
                <a:lnTo>
                  <a:pt x="210" y="317"/>
                </a:lnTo>
                <a:lnTo>
                  <a:pt x="210" y="318"/>
                </a:lnTo>
                <a:lnTo>
                  <a:pt x="212" y="318"/>
                </a:lnTo>
                <a:lnTo>
                  <a:pt x="214" y="318"/>
                </a:lnTo>
                <a:lnTo>
                  <a:pt x="215" y="318"/>
                </a:lnTo>
                <a:lnTo>
                  <a:pt x="214" y="317"/>
                </a:lnTo>
                <a:lnTo>
                  <a:pt x="214" y="318"/>
                </a:lnTo>
                <a:lnTo>
                  <a:pt x="214" y="317"/>
                </a:lnTo>
                <a:lnTo>
                  <a:pt x="213" y="316"/>
                </a:lnTo>
                <a:lnTo>
                  <a:pt x="214" y="316"/>
                </a:lnTo>
                <a:lnTo>
                  <a:pt x="214" y="315"/>
                </a:lnTo>
                <a:lnTo>
                  <a:pt x="215" y="315"/>
                </a:lnTo>
                <a:lnTo>
                  <a:pt x="216" y="314"/>
                </a:lnTo>
                <a:lnTo>
                  <a:pt x="217" y="313"/>
                </a:lnTo>
                <a:lnTo>
                  <a:pt x="217" y="314"/>
                </a:lnTo>
                <a:lnTo>
                  <a:pt x="218" y="314"/>
                </a:lnTo>
                <a:lnTo>
                  <a:pt x="219" y="314"/>
                </a:lnTo>
                <a:lnTo>
                  <a:pt x="220" y="314"/>
                </a:lnTo>
                <a:lnTo>
                  <a:pt x="220" y="313"/>
                </a:lnTo>
                <a:lnTo>
                  <a:pt x="220" y="312"/>
                </a:lnTo>
                <a:lnTo>
                  <a:pt x="221" y="312"/>
                </a:lnTo>
                <a:lnTo>
                  <a:pt x="222" y="312"/>
                </a:lnTo>
                <a:lnTo>
                  <a:pt x="222" y="311"/>
                </a:lnTo>
                <a:lnTo>
                  <a:pt x="222" y="310"/>
                </a:lnTo>
                <a:lnTo>
                  <a:pt x="221" y="310"/>
                </a:lnTo>
                <a:lnTo>
                  <a:pt x="222" y="308"/>
                </a:lnTo>
                <a:lnTo>
                  <a:pt x="222" y="309"/>
                </a:lnTo>
                <a:lnTo>
                  <a:pt x="223" y="309"/>
                </a:lnTo>
                <a:lnTo>
                  <a:pt x="224" y="310"/>
                </a:lnTo>
                <a:lnTo>
                  <a:pt x="224" y="311"/>
                </a:lnTo>
                <a:lnTo>
                  <a:pt x="225" y="311"/>
                </a:lnTo>
                <a:lnTo>
                  <a:pt x="225" y="312"/>
                </a:lnTo>
                <a:lnTo>
                  <a:pt x="226" y="312"/>
                </a:lnTo>
                <a:lnTo>
                  <a:pt x="226" y="313"/>
                </a:lnTo>
                <a:lnTo>
                  <a:pt x="227" y="312"/>
                </a:lnTo>
                <a:lnTo>
                  <a:pt x="228" y="311"/>
                </a:lnTo>
                <a:lnTo>
                  <a:pt x="228" y="309"/>
                </a:lnTo>
                <a:lnTo>
                  <a:pt x="229" y="309"/>
                </a:lnTo>
                <a:lnTo>
                  <a:pt x="229" y="310"/>
                </a:lnTo>
                <a:lnTo>
                  <a:pt x="230" y="310"/>
                </a:lnTo>
                <a:lnTo>
                  <a:pt x="229" y="311"/>
                </a:lnTo>
                <a:lnTo>
                  <a:pt x="230" y="311"/>
                </a:lnTo>
                <a:lnTo>
                  <a:pt x="231" y="311"/>
                </a:lnTo>
                <a:lnTo>
                  <a:pt x="231" y="310"/>
                </a:lnTo>
                <a:lnTo>
                  <a:pt x="232" y="310"/>
                </a:lnTo>
                <a:lnTo>
                  <a:pt x="232" y="311"/>
                </a:lnTo>
                <a:lnTo>
                  <a:pt x="233" y="311"/>
                </a:lnTo>
                <a:lnTo>
                  <a:pt x="233" y="312"/>
                </a:lnTo>
                <a:lnTo>
                  <a:pt x="235" y="311"/>
                </a:lnTo>
                <a:lnTo>
                  <a:pt x="237" y="311"/>
                </a:lnTo>
                <a:lnTo>
                  <a:pt x="238" y="311"/>
                </a:lnTo>
                <a:lnTo>
                  <a:pt x="239" y="311"/>
                </a:lnTo>
                <a:lnTo>
                  <a:pt x="239" y="312"/>
                </a:lnTo>
                <a:lnTo>
                  <a:pt x="240" y="312"/>
                </a:lnTo>
                <a:lnTo>
                  <a:pt x="240" y="311"/>
                </a:lnTo>
                <a:lnTo>
                  <a:pt x="241" y="311"/>
                </a:lnTo>
                <a:lnTo>
                  <a:pt x="241" y="312"/>
                </a:lnTo>
                <a:lnTo>
                  <a:pt x="242" y="312"/>
                </a:lnTo>
                <a:lnTo>
                  <a:pt x="243" y="312"/>
                </a:lnTo>
                <a:lnTo>
                  <a:pt x="243" y="311"/>
                </a:lnTo>
                <a:lnTo>
                  <a:pt x="243" y="312"/>
                </a:lnTo>
                <a:lnTo>
                  <a:pt x="243" y="311"/>
                </a:lnTo>
                <a:lnTo>
                  <a:pt x="244" y="310"/>
                </a:lnTo>
                <a:lnTo>
                  <a:pt x="245" y="310"/>
                </a:lnTo>
                <a:lnTo>
                  <a:pt x="246" y="310"/>
                </a:lnTo>
                <a:lnTo>
                  <a:pt x="246" y="309"/>
                </a:lnTo>
                <a:lnTo>
                  <a:pt x="247" y="310"/>
                </a:lnTo>
                <a:lnTo>
                  <a:pt x="248" y="310"/>
                </a:lnTo>
                <a:lnTo>
                  <a:pt x="247" y="310"/>
                </a:lnTo>
                <a:lnTo>
                  <a:pt x="248" y="310"/>
                </a:lnTo>
                <a:lnTo>
                  <a:pt x="249" y="311"/>
                </a:lnTo>
                <a:lnTo>
                  <a:pt x="250" y="311"/>
                </a:lnTo>
                <a:lnTo>
                  <a:pt x="250" y="312"/>
                </a:lnTo>
                <a:lnTo>
                  <a:pt x="251" y="312"/>
                </a:lnTo>
                <a:lnTo>
                  <a:pt x="252" y="313"/>
                </a:lnTo>
                <a:lnTo>
                  <a:pt x="252" y="314"/>
                </a:lnTo>
                <a:lnTo>
                  <a:pt x="252" y="315"/>
                </a:lnTo>
                <a:lnTo>
                  <a:pt x="252" y="316"/>
                </a:lnTo>
                <a:lnTo>
                  <a:pt x="252" y="317"/>
                </a:lnTo>
                <a:lnTo>
                  <a:pt x="252" y="318"/>
                </a:lnTo>
                <a:lnTo>
                  <a:pt x="253" y="318"/>
                </a:lnTo>
                <a:lnTo>
                  <a:pt x="253" y="319"/>
                </a:lnTo>
                <a:lnTo>
                  <a:pt x="254" y="319"/>
                </a:lnTo>
                <a:lnTo>
                  <a:pt x="255" y="320"/>
                </a:lnTo>
                <a:lnTo>
                  <a:pt x="256" y="320"/>
                </a:lnTo>
                <a:lnTo>
                  <a:pt x="257" y="320"/>
                </a:lnTo>
                <a:lnTo>
                  <a:pt x="258" y="320"/>
                </a:lnTo>
                <a:lnTo>
                  <a:pt x="257" y="320"/>
                </a:lnTo>
                <a:lnTo>
                  <a:pt x="258" y="321"/>
                </a:lnTo>
                <a:lnTo>
                  <a:pt x="258" y="322"/>
                </a:lnTo>
                <a:lnTo>
                  <a:pt x="259" y="322"/>
                </a:lnTo>
                <a:lnTo>
                  <a:pt x="260" y="323"/>
                </a:lnTo>
                <a:lnTo>
                  <a:pt x="262" y="323"/>
                </a:lnTo>
                <a:lnTo>
                  <a:pt x="262" y="324"/>
                </a:lnTo>
                <a:lnTo>
                  <a:pt x="263" y="324"/>
                </a:lnTo>
                <a:lnTo>
                  <a:pt x="264" y="324"/>
                </a:lnTo>
                <a:lnTo>
                  <a:pt x="265" y="324"/>
                </a:lnTo>
                <a:lnTo>
                  <a:pt x="266" y="324"/>
                </a:lnTo>
                <a:lnTo>
                  <a:pt x="268" y="324"/>
                </a:lnTo>
                <a:lnTo>
                  <a:pt x="269" y="324"/>
                </a:lnTo>
                <a:lnTo>
                  <a:pt x="269" y="325"/>
                </a:lnTo>
                <a:lnTo>
                  <a:pt x="269" y="324"/>
                </a:lnTo>
                <a:lnTo>
                  <a:pt x="270" y="324"/>
                </a:lnTo>
                <a:lnTo>
                  <a:pt x="271" y="324"/>
                </a:lnTo>
                <a:lnTo>
                  <a:pt x="271" y="323"/>
                </a:lnTo>
                <a:lnTo>
                  <a:pt x="270" y="323"/>
                </a:lnTo>
                <a:lnTo>
                  <a:pt x="270" y="322"/>
                </a:lnTo>
                <a:lnTo>
                  <a:pt x="270" y="321"/>
                </a:lnTo>
                <a:lnTo>
                  <a:pt x="269" y="320"/>
                </a:lnTo>
                <a:lnTo>
                  <a:pt x="269" y="321"/>
                </a:lnTo>
                <a:lnTo>
                  <a:pt x="268" y="321"/>
                </a:lnTo>
                <a:lnTo>
                  <a:pt x="269" y="321"/>
                </a:lnTo>
                <a:lnTo>
                  <a:pt x="268" y="320"/>
                </a:lnTo>
                <a:lnTo>
                  <a:pt x="267" y="321"/>
                </a:lnTo>
                <a:lnTo>
                  <a:pt x="267" y="320"/>
                </a:lnTo>
                <a:lnTo>
                  <a:pt x="267" y="319"/>
                </a:lnTo>
                <a:lnTo>
                  <a:pt x="268" y="319"/>
                </a:lnTo>
                <a:lnTo>
                  <a:pt x="268" y="318"/>
                </a:lnTo>
                <a:lnTo>
                  <a:pt x="267" y="318"/>
                </a:lnTo>
                <a:lnTo>
                  <a:pt x="266" y="317"/>
                </a:lnTo>
                <a:lnTo>
                  <a:pt x="266" y="316"/>
                </a:lnTo>
                <a:lnTo>
                  <a:pt x="267" y="316"/>
                </a:lnTo>
                <a:lnTo>
                  <a:pt x="268" y="316"/>
                </a:lnTo>
                <a:lnTo>
                  <a:pt x="268" y="317"/>
                </a:lnTo>
                <a:lnTo>
                  <a:pt x="268" y="318"/>
                </a:lnTo>
                <a:lnTo>
                  <a:pt x="269" y="318"/>
                </a:lnTo>
                <a:lnTo>
                  <a:pt x="270" y="318"/>
                </a:lnTo>
                <a:lnTo>
                  <a:pt x="270" y="317"/>
                </a:lnTo>
                <a:lnTo>
                  <a:pt x="269" y="316"/>
                </a:lnTo>
                <a:lnTo>
                  <a:pt x="271" y="316"/>
                </a:lnTo>
                <a:lnTo>
                  <a:pt x="272" y="316"/>
                </a:lnTo>
                <a:lnTo>
                  <a:pt x="272" y="315"/>
                </a:lnTo>
                <a:lnTo>
                  <a:pt x="273" y="315"/>
                </a:lnTo>
                <a:lnTo>
                  <a:pt x="273" y="314"/>
                </a:lnTo>
                <a:lnTo>
                  <a:pt x="272" y="314"/>
                </a:lnTo>
                <a:lnTo>
                  <a:pt x="272" y="313"/>
                </a:lnTo>
                <a:lnTo>
                  <a:pt x="274" y="313"/>
                </a:lnTo>
                <a:lnTo>
                  <a:pt x="274" y="314"/>
                </a:lnTo>
                <a:lnTo>
                  <a:pt x="275" y="314"/>
                </a:lnTo>
                <a:lnTo>
                  <a:pt x="276" y="314"/>
                </a:lnTo>
                <a:lnTo>
                  <a:pt x="276" y="313"/>
                </a:lnTo>
                <a:lnTo>
                  <a:pt x="276" y="312"/>
                </a:lnTo>
                <a:lnTo>
                  <a:pt x="277" y="312"/>
                </a:lnTo>
                <a:lnTo>
                  <a:pt x="277" y="311"/>
                </a:lnTo>
                <a:lnTo>
                  <a:pt x="277" y="310"/>
                </a:lnTo>
                <a:lnTo>
                  <a:pt x="277" y="309"/>
                </a:lnTo>
                <a:lnTo>
                  <a:pt x="278" y="309"/>
                </a:lnTo>
                <a:lnTo>
                  <a:pt x="279" y="309"/>
                </a:lnTo>
                <a:lnTo>
                  <a:pt x="279" y="308"/>
                </a:lnTo>
                <a:lnTo>
                  <a:pt x="279" y="309"/>
                </a:lnTo>
                <a:lnTo>
                  <a:pt x="280" y="309"/>
                </a:lnTo>
                <a:lnTo>
                  <a:pt x="281" y="308"/>
                </a:lnTo>
                <a:lnTo>
                  <a:pt x="281" y="307"/>
                </a:lnTo>
                <a:lnTo>
                  <a:pt x="281" y="306"/>
                </a:lnTo>
                <a:lnTo>
                  <a:pt x="282" y="307"/>
                </a:lnTo>
                <a:lnTo>
                  <a:pt x="282" y="306"/>
                </a:lnTo>
                <a:lnTo>
                  <a:pt x="283" y="306"/>
                </a:lnTo>
                <a:lnTo>
                  <a:pt x="283" y="307"/>
                </a:lnTo>
                <a:lnTo>
                  <a:pt x="284" y="307"/>
                </a:lnTo>
                <a:lnTo>
                  <a:pt x="284" y="306"/>
                </a:lnTo>
                <a:lnTo>
                  <a:pt x="285" y="306"/>
                </a:lnTo>
                <a:lnTo>
                  <a:pt x="285" y="307"/>
                </a:lnTo>
                <a:lnTo>
                  <a:pt x="285" y="308"/>
                </a:lnTo>
                <a:lnTo>
                  <a:pt x="286" y="308"/>
                </a:lnTo>
                <a:lnTo>
                  <a:pt x="286" y="309"/>
                </a:lnTo>
                <a:lnTo>
                  <a:pt x="287" y="309"/>
                </a:lnTo>
                <a:lnTo>
                  <a:pt x="287" y="308"/>
                </a:lnTo>
                <a:lnTo>
                  <a:pt x="288" y="308"/>
                </a:lnTo>
                <a:lnTo>
                  <a:pt x="288" y="309"/>
                </a:lnTo>
                <a:lnTo>
                  <a:pt x="289" y="309"/>
                </a:lnTo>
                <a:lnTo>
                  <a:pt x="289" y="308"/>
                </a:lnTo>
                <a:lnTo>
                  <a:pt x="290" y="308"/>
                </a:lnTo>
                <a:lnTo>
                  <a:pt x="291" y="308"/>
                </a:lnTo>
                <a:lnTo>
                  <a:pt x="292" y="309"/>
                </a:lnTo>
                <a:lnTo>
                  <a:pt x="293" y="309"/>
                </a:lnTo>
                <a:lnTo>
                  <a:pt x="293" y="310"/>
                </a:lnTo>
                <a:lnTo>
                  <a:pt x="294" y="310"/>
                </a:lnTo>
                <a:lnTo>
                  <a:pt x="295" y="309"/>
                </a:lnTo>
                <a:lnTo>
                  <a:pt x="294" y="308"/>
                </a:lnTo>
                <a:lnTo>
                  <a:pt x="293" y="308"/>
                </a:lnTo>
                <a:lnTo>
                  <a:pt x="293" y="307"/>
                </a:lnTo>
                <a:lnTo>
                  <a:pt x="293" y="306"/>
                </a:lnTo>
                <a:lnTo>
                  <a:pt x="293" y="307"/>
                </a:lnTo>
                <a:lnTo>
                  <a:pt x="294" y="307"/>
                </a:lnTo>
                <a:lnTo>
                  <a:pt x="295" y="306"/>
                </a:lnTo>
                <a:lnTo>
                  <a:pt x="296" y="307"/>
                </a:lnTo>
                <a:lnTo>
                  <a:pt x="297" y="307"/>
                </a:lnTo>
                <a:lnTo>
                  <a:pt x="298" y="307"/>
                </a:lnTo>
                <a:lnTo>
                  <a:pt x="299" y="307"/>
                </a:lnTo>
                <a:lnTo>
                  <a:pt x="299" y="308"/>
                </a:lnTo>
                <a:lnTo>
                  <a:pt x="300" y="308"/>
                </a:lnTo>
                <a:lnTo>
                  <a:pt x="300" y="309"/>
                </a:lnTo>
                <a:lnTo>
                  <a:pt x="301" y="309"/>
                </a:lnTo>
                <a:lnTo>
                  <a:pt x="301" y="308"/>
                </a:lnTo>
                <a:lnTo>
                  <a:pt x="302" y="307"/>
                </a:lnTo>
                <a:lnTo>
                  <a:pt x="303" y="307"/>
                </a:lnTo>
                <a:lnTo>
                  <a:pt x="303" y="308"/>
                </a:lnTo>
                <a:lnTo>
                  <a:pt x="302" y="308"/>
                </a:lnTo>
                <a:lnTo>
                  <a:pt x="303" y="308"/>
                </a:lnTo>
                <a:lnTo>
                  <a:pt x="302" y="308"/>
                </a:lnTo>
                <a:lnTo>
                  <a:pt x="303" y="309"/>
                </a:lnTo>
                <a:lnTo>
                  <a:pt x="302" y="309"/>
                </a:lnTo>
                <a:lnTo>
                  <a:pt x="302" y="310"/>
                </a:lnTo>
                <a:lnTo>
                  <a:pt x="303" y="311"/>
                </a:lnTo>
                <a:lnTo>
                  <a:pt x="303" y="312"/>
                </a:lnTo>
                <a:lnTo>
                  <a:pt x="302" y="312"/>
                </a:lnTo>
                <a:lnTo>
                  <a:pt x="301" y="313"/>
                </a:lnTo>
                <a:lnTo>
                  <a:pt x="301" y="314"/>
                </a:lnTo>
                <a:lnTo>
                  <a:pt x="302" y="315"/>
                </a:lnTo>
                <a:lnTo>
                  <a:pt x="302" y="316"/>
                </a:lnTo>
                <a:lnTo>
                  <a:pt x="303" y="316"/>
                </a:lnTo>
                <a:lnTo>
                  <a:pt x="304" y="316"/>
                </a:lnTo>
                <a:lnTo>
                  <a:pt x="304" y="315"/>
                </a:lnTo>
                <a:lnTo>
                  <a:pt x="304" y="316"/>
                </a:lnTo>
                <a:lnTo>
                  <a:pt x="304" y="317"/>
                </a:lnTo>
                <a:lnTo>
                  <a:pt x="304" y="318"/>
                </a:lnTo>
                <a:lnTo>
                  <a:pt x="303" y="318"/>
                </a:lnTo>
                <a:lnTo>
                  <a:pt x="303" y="319"/>
                </a:lnTo>
                <a:lnTo>
                  <a:pt x="304" y="320"/>
                </a:lnTo>
                <a:lnTo>
                  <a:pt x="304" y="321"/>
                </a:lnTo>
                <a:lnTo>
                  <a:pt x="302" y="321"/>
                </a:lnTo>
                <a:lnTo>
                  <a:pt x="301" y="321"/>
                </a:lnTo>
                <a:lnTo>
                  <a:pt x="301" y="322"/>
                </a:lnTo>
                <a:lnTo>
                  <a:pt x="302" y="323"/>
                </a:lnTo>
                <a:lnTo>
                  <a:pt x="302" y="324"/>
                </a:lnTo>
                <a:lnTo>
                  <a:pt x="301" y="324"/>
                </a:lnTo>
                <a:lnTo>
                  <a:pt x="302" y="324"/>
                </a:lnTo>
                <a:lnTo>
                  <a:pt x="303" y="324"/>
                </a:lnTo>
                <a:lnTo>
                  <a:pt x="304" y="324"/>
                </a:lnTo>
                <a:lnTo>
                  <a:pt x="304" y="325"/>
                </a:lnTo>
                <a:lnTo>
                  <a:pt x="305" y="325"/>
                </a:lnTo>
                <a:lnTo>
                  <a:pt x="306" y="325"/>
                </a:lnTo>
                <a:lnTo>
                  <a:pt x="307" y="325"/>
                </a:lnTo>
                <a:lnTo>
                  <a:pt x="308" y="325"/>
                </a:lnTo>
                <a:lnTo>
                  <a:pt x="309" y="325"/>
                </a:lnTo>
                <a:lnTo>
                  <a:pt x="308" y="326"/>
                </a:lnTo>
                <a:lnTo>
                  <a:pt x="307" y="327"/>
                </a:lnTo>
                <a:lnTo>
                  <a:pt x="307" y="328"/>
                </a:lnTo>
                <a:lnTo>
                  <a:pt x="306" y="328"/>
                </a:lnTo>
                <a:lnTo>
                  <a:pt x="305" y="328"/>
                </a:lnTo>
                <a:lnTo>
                  <a:pt x="305" y="329"/>
                </a:lnTo>
                <a:lnTo>
                  <a:pt x="305" y="330"/>
                </a:lnTo>
                <a:lnTo>
                  <a:pt x="306" y="331"/>
                </a:lnTo>
                <a:lnTo>
                  <a:pt x="305" y="332"/>
                </a:lnTo>
                <a:lnTo>
                  <a:pt x="304" y="332"/>
                </a:lnTo>
                <a:lnTo>
                  <a:pt x="304" y="333"/>
                </a:lnTo>
                <a:lnTo>
                  <a:pt x="305" y="333"/>
                </a:lnTo>
                <a:lnTo>
                  <a:pt x="305" y="332"/>
                </a:lnTo>
                <a:lnTo>
                  <a:pt x="305" y="333"/>
                </a:lnTo>
                <a:lnTo>
                  <a:pt x="304" y="333"/>
                </a:lnTo>
                <a:lnTo>
                  <a:pt x="304" y="334"/>
                </a:lnTo>
                <a:lnTo>
                  <a:pt x="304" y="335"/>
                </a:lnTo>
                <a:lnTo>
                  <a:pt x="305" y="335"/>
                </a:lnTo>
                <a:lnTo>
                  <a:pt x="306" y="335"/>
                </a:lnTo>
                <a:lnTo>
                  <a:pt x="307" y="334"/>
                </a:lnTo>
                <a:lnTo>
                  <a:pt x="307" y="333"/>
                </a:lnTo>
                <a:lnTo>
                  <a:pt x="308" y="333"/>
                </a:lnTo>
                <a:lnTo>
                  <a:pt x="309" y="334"/>
                </a:lnTo>
                <a:lnTo>
                  <a:pt x="308" y="334"/>
                </a:lnTo>
                <a:lnTo>
                  <a:pt x="308" y="335"/>
                </a:lnTo>
                <a:lnTo>
                  <a:pt x="309" y="335"/>
                </a:lnTo>
                <a:lnTo>
                  <a:pt x="310" y="335"/>
                </a:lnTo>
                <a:lnTo>
                  <a:pt x="310" y="336"/>
                </a:lnTo>
                <a:lnTo>
                  <a:pt x="310" y="337"/>
                </a:lnTo>
                <a:lnTo>
                  <a:pt x="310" y="338"/>
                </a:lnTo>
                <a:lnTo>
                  <a:pt x="310" y="339"/>
                </a:lnTo>
                <a:lnTo>
                  <a:pt x="309" y="339"/>
                </a:lnTo>
                <a:lnTo>
                  <a:pt x="308" y="339"/>
                </a:lnTo>
                <a:lnTo>
                  <a:pt x="308" y="340"/>
                </a:lnTo>
                <a:lnTo>
                  <a:pt x="308" y="341"/>
                </a:lnTo>
                <a:lnTo>
                  <a:pt x="309" y="341"/>
                </a:lnTo>
                <a:lnTo>
                  <a:pt x="309" y="342"/>
                </a:lnTo>
                <a:lnTo>
                  <a:pt x="308" y="342"/>
                </a:lnTo>
                <a:lnTo>
                  <a:pt x="309" y="343"/>
                </a:lnTo>
                <a:lnTo>
                  <a:pt x="309" y="344"/>
                </a:lnTo>
                <a:lnTo>
                  <a:pt x="309" y="345"/>
                </a:lnTo>
                <a:lnTo>
                  <a:pt x="310" y="346"/>
                </a:lnTo>
                <a:lnTo>
                  <a:pt x="310" y="347"/>
                </a:lnTo>
                <a:lnTo>
                  <a:pt x="309" y="347"/>
                </a:lnTo>
                <a:lnTo>
                  <a:pt x="309" y="346"/>
                </a:lnTo>
                <a:lnTo>
                  <a:pt x="309" y="348"/>
                </a:lnTo>
                <a:lnTo>
                  <a:pt x="308" y="348"/>
                </a:lnTo>
                <a:lnTo>
                  <a:pt x="307" y="348"/>
                </a:lnTo>
                <a:lnTo>
                  <a:pt x="307" y="349"/>
                </a:lnTo>
                <a:lnTo>
                  <a:pt x="308" y="349"/>
                </a:lnTo>
                <a:lnTo>
                  <a:pt x="308" y="350"/>
                </a:lnTo>
                <a:lnTo>
                  <a:pt x="308" y="351"/>
                </a:lnTo>
                <a:lnTo>
                  <a:pt x="308" y="352"/>
                </a:lnTo>
                <a:lnTo>
                  <a:pt x="308" y="354"/>
                </a:lnTo>
                <a:lnTo>
                  <a:pt x="310" y="354"/>
                </a:lnTo>
                <a:lnTo>
                  <a:pt x="311" y="354"/>
                </a:lnTo>
                <a:lnTo>
                  <a:pt x="312" y="355"/>
                </a:lnTo>
                <a:lnTo>
                  <a:pt x="312" y="356"/>
                </a:lnTo>
                <a:lnTo>
                  <a:pt x="313" y="356"/>
                </a:lnTo>
                <a:lnTo>
                  <a:pt x="313" y="357"/>
                </a:lnTo>
                <a:lnTo>
                  <a:pt x="313" y="358"/>
                </a:lnTo>
                <a:lnTo>
                  <a:pt x="313" y="359"/>
                </a:lnTo>
                <a:lnTo>
                  <a:pt x="312" y="359"/>
                </a:lnTo>
                <a:lnTo>
                  <a:pt x="311" y="359"/>
                </a:lnTo>
                <a:lnTo>
                  <a:pt x="311" y="361"/>
                </a:lnTo>
                <a:lnTo>
                  <a:pt x="310" y="361"/>
                </a:lnTo>
                <a:lnTo>
                  <a:pt x="310" y="362"/>
                </a:lnTo>
                <a:lnTo>
                  <a:pt x="309" y="362"/>
                </a:lnTo>
                <a:lnTo>
                  <a:pt x="309" y="363"/>
                </a:lnTo>
                <a:lnTo>
                  <a:pt x="308" y="363"/>
                </a:lnTo>
                <a:lnTo>
                  <a:pt x="308" y="364"/>
                </a:lnTo>
                <a:lnTo>
                  <a:pt x="307" y="365"/>
                </a:lnTo>
                <a:lnTo>
                  <a:pt x="306" y="365"/>
                </a:lnTo>
                <a:lnTo>
                  <a:pt x="306" y="364"/>
                </a:lnTo>
                <a:lnTo>
                  <a:pt x="305" y="364"/>
                </a:lnTo>
                <a:lnTo>
                  <a:pt x="305" y="365"/>
                </a:lnTo>
                <a:lnTo>
                  <a:pt x="304" y="365"/>
                </a:lnTo>
                <a:lnTo>
                  <a:pt x="303" y="365"/>
                </a:lnTo>
                <a:lnTo>
                  <a:pt x="302" y="365"/>
                </a:lnTo>
                <a:lnTo>
                  <a:pt x="302" y="364"/>
                </a:lnTo>
                <a:lnTo>
                  <a:pt x="301" y="364"/>
                </a:lnTo>
                <a:lnTo>
                  <a:pt x="301" y="365"/>
                </a:lnTo>
                <a:lnTo>
                  <a:pt x="300" y="365"/>
                </a:lnTo>
                <a:lnTo>
                  <a:pt x="301" y="364"/>
                </a:lnTo>
                <a:lnTo>
                  <a:pt x="302" y="364"/>
                </a:lnTo>
                <a:lnTo>
                  <a:pt x="301" y="364"/>
                </a:lnTo>
                <a:lnTo>
                  <a:pt x="300" y="364"/>
                </a:lnTo>
                <a:lnTo>
                  <a:pt x="300" y="365"/>
                </a:lnTo>
                <a:lnTo>
                  <a:pt x="299" y="365"/>
                </a:lnTo>
                <a:lnTo>
                  <a:pt x="298" y="365"/>
                </a:lnTo>
                <a:lnTo>
                  <a:pt x="297" y="366"/>
                </a:lnTo>
                <a:lnTo>
                  <a:pt x="298" y="366"/>
                </a:lnTo>
                <a:lnTo>
                  <a:pt x="298" y="367"/>
                </a:lnTo>
                <a:lnTo>
                  <a:pt x="298" y="368"/>
                </a:lnTo>
                <a:lnTo>
                  <a:pt x="298" y="369"/>
                </a:lnTo>
                <a:lnTo>
                  <a:pt x="298" y="370"/>
                </a:lnTo>
                <a:lnTo>
                  <a:pt x="297" y="370"/>
                </a:lnTo>
                <a:lnTo>
                  <a:pt x="297" y="371"/>
                </a:lnTo>
                <a:lnTo>
                  <a:pt x="296" y="372"/>
                </a:lnTo>
                <a:lnTo>
                  <a:pt x="295" y="373"/>
                </a:lnTo>
                <a:lnTo>
                  <a:pt x="295" y="374"/>
                </a:lnTo>
                <a:lnTo>
                  <a:pt x="295" y="375"/>
                </a:lnTo>
                <a:lnTo>
                  <a:pt x="294" y="376"/>
                </a:lnTo>
                <a:lnTo>
                  <a:pt x="294" y="377"/>
                </a:lnTo>
                <a:lnTo>
                  <a:pt x="294" y="380"/>
                </a:lnTo>
                <a:lnTo>
                  <a:pt x="295" y="380"/>
                </a:lnTo>
                <a:lnTo>
                  <a:pt x="295" y="382"/>
                </a:lnTo>
                <a:lnTo>
                  <a:pt x="295" y="383"/>
                </a:lnTo>
                <a:lnTo>
                  <a:pt x="295" y="385"/>
                </a:lnTo>
                <a:lnTo>
                  <a:pt x="297" y="385"/>
                </a:lnTo>
                <a:lnTo>
                  <a:pt x="297" y="386"/>
                </a:lnTo>
                <a:lnTo>
                  <a:pt x="297" y="387"/>
                </a:lnTo>
                <a:lnTo>
                  <a:pt x="297" y="388"/>
                </a:lnTo>
                <a:lnTo>
                  <a:pt x="297" y="389"/>
                </a:lnTo>
                <a:lnTo>
                  <a:pt x="296" y="389"/>
                </a:lnTo>
                <a:lnTo>
                  <a:pt x="296" y="390"/>
                </a:lnTo>
                <a:lnTo>
                  <a:pt x="297" y="390"/>
                </a:lnTo>
                <a:lnTo>
                  <a:pt x="296" y="390"/>
                </a:lnTo>
                <a:lnTo>
                  <a:pt x="297" y="390"/>
                </a:lnTo>
                <a:lnTo>
                  <a:pt x="297" y="391"/>
                </a:lnTo>
                <a:lnTo>
                  <a:pt x="296" y="391"/>
                </a:lnTo>
                <a:lnTo>
                  <a:pt x="296" y="392"/>
                </a:lnTo>
                <a:lnTo>
                  <a:pt x="297" y="392"/>
                </a:lnTo>
                <a:lnTo>
                  <a:pt x="298" y="392"/>
                </a:lnTo>
                <a:lnTo>
                  <a:pt x="297" y="393"/>
                </a:lnTo>
                <a:lnTo>
                  <a:pt x="297" y="394"/>
                </a:lnTo>
                <a:lnTo>
                  <a:pt x="297" y="395"/>
                </a:lnTo>
                <a:lnTo>
                  <a:pt x="298" y="395"/>
                </a:lnTo>
                <a:lnTo>
                  <a:pt x="299" y="396"/>
                </a:lnTo>
                <a:lnTo>
                  <a:pt x="300" y="396"/>
                </a:lnTo>
                <a:lnTo>
                  <a:pt x="301" y="396"/>
                </a:lnTo>
                <a:lnTo>
                  <a:pt x="301" y="397"/>
                </a:lnTo>
                <a:lnTo>
                  <a:pt x="301" y="396"/>
                </a:lnTo>
                <a:lnTo>
                  <a:pt x="302" y="396"/>
                </a:lnTo>
                <a:lnTo>
                  <a:pt x="303" y="396"/>
                </a:lnTo>
                <a:lnTo>
                  <a:pt x="305" y="396"/>
                </a:lnTo>
                <a:lnTo>
                  <a:pt x="306" y="396"/>
                </a:lnTo>
                <a:lnTo>
                  <a:pt x="307" y="396"/>
                </a:lnTo>
                <a:lnTo>
                  <a:pt x="308" y="396"/>
                </a:lnTo>
                <a:lnTo>
                  <a:pt x="308" y="397"/>
                </a:lnTo>
                <a:lnTo>
                  <a:pt x="308" y="398"/>
                </a:lnTo>
                <a:lnTo>
                  <a:pt x="308" y="399"/>
                </a:lnTo>
                <a:lnTo>
                  <a:pt x="309" y="399"/>
                </a:lnTo>
                <a:lnTo>
                  <a:pt x="308" y="400"/>
                </a:lnTo>
                <a:lnTo>
                  <a:pt x="308" y="401"/>
                </a:lnTo>
                <a:lnTo>
                  <a:pt x="309" y="401"/>
                </a:lnTo>
                <a:lnTo>
                  <a:pt x="308" y="401"/>
                </a:lnTo>
                <a:lnTo>
                  <a:pt x="309" y="401"/>
                </a:lnTo>
                <a:lnTo>
                  <a:pt x="309" y="402"/>
                </a:lnTo>
                <a:lnTo>
                  <a:pt x="309" y="403"/>
                </a:lnTo>
                <a:lnTo>
                  <a:pt x="311" y="403"/>
                </a:lnTo>
                <a:lnTo>
                  <a:pt x="311" y="402"/>
                </a:lnTo>
                <a:lnTo>
                  <a:pt x="312" y="402"/>
                </a:lnTo>
                <a:lnTo>
                  <a:pt x="313" y="402"/>
                </a:lnTo>
                <a:lnTo>
                  <a:pt x="313" y="403"/>
                </a:lnTo>
                <a:lnTo>
                  <a:pt x="313" y="402"/>
                </a:lnTo>
                <a:lnTo>
                  <a:pt x="314" y="402"/>
                </a:lnTo>
                <a:lnTo>
                  <a:pt x="315" y="402"/>
                </a:lnTo>
                <a:lnTo>
                  <a:pt x="316" y="402"/>
                </a:lnTo>
                <a:lnTo>
                  <a:pt x="319" y="401"/>
                </a:lnTo>
                <a:lnTo>
                  <a:pt x="320" y="402"/>
                </a:lnTo>
                <a:lnTo>
                  <a:pt x="321" y="402"/>
                </a:lnTo>
                <a:lnTo>
                  <a:pt x="321" y="401"/>
                </a:lnTo>
                <a:lnTo>
                  <a:pt x="321" y="400"/>
                </a:lnTo>
                <a:lnTo>
                  <a:pt x="324" y="400"/>
                </a:lnTo>
                <a:lnTo>
                  <a:pt x="324" y="401"/>
                </a:lnTo>
                <a:lnTo>
                  <a:pt x="323" y="401"/>
                </a:lnTo>
                <a:lnTo>
                  <a:pt x="323" y="402"/>
                </a:lnTo>
                <a:lnTo>
                  <a:pt x="324" y="402"/>
                </a:lnTo>
                <a:lnTo>
                  <a:pt x="324" y="401"/>
                </a:lnTo>
                <a:lnTo>
                  <a:pt x="324" y="402"/>
                </a:lnTo>
                <a:lnTo>
                  <a:pt x="325" y="402"/>
                </a:lnTo>
                <a:lnTo>
                  <a:pt x="326" y="403"/>
                </a:lnTo>
                <a:lnTo>
                  <a:pt x="325" y="404"/>
                </a:lnTo>
                <a:lnTo>
                  <a:pt x="325" y="405"/>
                </a:lnTo>
                <a:lnTo>
                  <a:pt x="325" y="406"/>
                </a:lnTo>
                <a:lnTo>
                  <a:pt x="325" y="407"/>
                </a:lnTo>
                <a:lnTo>
                  <a:pt x="326" y="407"/>
                </a:lnTo>
                <a:lnTo>
                  <a:pt x="326" y="408"/>
                </a:lnTo>
                <a:lnTo>
                  <a:pt x="326" y="410"/>
                </a:lnTo>
                <a:lnTo>
                  <a:pt x="326" y="411"/>
                </a:lnTo>
                <a:lnTo>
                  <a:pt x="327" y="411"/>
                </a:lnTo>
                <a:lnTo>
                  <a:pt x="328" y="411"/>
                </a:lnTo>
                <a:lnTo>
                  <a:pt x="328" y="412"/>
                </a:lnTo>
                <a:lnTo>
                  <a:pt x="329" y="412"/>
                </a:lnTo>
                <a:lnTo>
                  <a:pt x="329" y="413"/>
                </a:lnTo>
                <a:lnTo>
                  <a:pt x="330" y="413"/>
                </a:lnTo>
                <a:lnTo>
                  <a:pt x="331" y="413"/>
                </a:lnTo>
                <a:lnTo>
                  <a:pt x="331" y="412"/>
                </a:lnTo>
                <a:lnTo>
                  <a:pt x="332" y="412"/>
                </a:lnTo>
                <a:lnTo>
                  <a:pt x="333" y="411"/>
                </a:lnTo>
                <a:lnTo>
                  <a:pt x="333" y="410"/>
                </a:lnTo>
                <a:lnTo>
                  <a:pt x="334" y="410"/>
                </a:lnTo>
                <a:lnTo>
                  <a:pt x="335" y="410"/>
                </a:lnTo>
                <a:lnTo>
                  <a:pt x="336" y="410"/>
                </a:lnTo>
                <a:lnTo>
                  <a:pt x="337" y="410"/>
                </a:lnTo>
                <a:lnTo>
                  <a:pt x="338" y="410"/>
                </a:lnTo>
                <a:lnTo>
                  <a:pt x="338" y="408"/>
                </a:lnTo>
                <a:lnTo>
                  <a:pt x="339" y="408"/>
                </a:lnTo>
                <a:lnTo>
                  <a:pt x="339" y="407"/>
                </a:lnTo>
                <a:lnTo>
                  <a:pt x="339" y="406"/>
                </a:lnTo>
                <a:lnTo>
                  <a:pt x="340" y="406"/>
                </a:lnTo>
                <a:lnTo>
                  <a:pt x="341" y="406"/>
                </a:lnTo>
                <a:lnTo>
                  <a:pt x="341" y="407"/>
                </a:lnTo>
                <a:lnTo>
                  <a:pt x="340" y="407"/>
                </a:lnTo>
                <a:lnTo>
                  <a:pt x="340" y="408"/>
                </a:lnTo>
                <a:lnTo>
                  <a:pt x="341" y="408"/>
                </a:lnTo>
                <a:lnTo>
                  <a:pt x="341" y="410"/>
                </a:lnTo>
                <a:lnTo>
                  <a:pt x="342" y="410"/>
                </a:lnTo>
                <a:lnTo>
                  <a:pt x="343" y="410"/>
                </a:lnTo>
                <a:lnTo>
                  <a:pt x="343" y="411"/>
                </a:lnTo>
                <a:lnTo>
                  <a:pt x="343" y="412"/>
                </a:lnTo>
                <a:lnTo>
                  <a:pt x="342" y="412"/>
                </a:lnTo>
                <a:lnTo>
                  <a:pt x="341" y="413"/>
                </a:lnTo>
                <a:lnTo>
                  <a:pt x="342" y="414"/>
                </a:lnTo>
                <a:lnTo>
                  <a:pt x="342" y="413"/>
                </a:lnTo>
                <a:lnTo>
                  <a:pt x="343" y="413"/>
                </a:lnTo>
                <a:lnTo>
                  <a:pt x="343" y="414"/>
                </a:lnTo>
                <a:lnTo>
                  <a:pt x="342" y="414"/>
                </a:lnTo>
                <a:lnTo>
                  <a:pt x="341" y="414"/>
                </a:lnTo>
                <a:lnTo>
                  <a:pt x="342" y="415"/>
                </a:lnTo>
                <a:lnTo>
                  <a:pt x="343" y="416"/>
                </a:lnTo>
                <a:lnTo>
                  <a:pt x="344" y="416"/>
                </a:lnTo>
                <a:lnTo>
                  <a:pt x="345" y="416"/>
                </a:lnTo>
                <a:lnTo>
                  <a:pt x="346" y="416"/>
                </a:lnTo>
                <a:lnTo>
                  <a:pt x="346" y="415"/>
                </a:lnTo>
                <a:lnTo>
                  <a:pt x="347" y="415"/>
                </a:lnTo>
                <a:lnTo>
                  <a:pt x="347" y="416"/>
                </a:lnTo>
                <a:lnTo>
                  <a:pt x="348" y="416"/>
                </a:lnTo>
                <a:lnTo>
                  <a:pt x="349" y="416"/>
                </a:lnTo>
                <a:lnTo>
                  <a:pt x="349" y="415"/>
                </a:lnTo>
                <a:lnTo>
                  <a:pt x="350" y="415"/>
                </a:lnTo>
                <a:lnTo>
                  <a:pt x="351" y="415"/>
                </a:lnTo>
                <a:lnTo>
                  <a:pt x="351" y="416"/>
                </a:lnTo>
                <a:lnTo>
                  <a:pt x="352" y="415"/>
                </a:lnTo>
                <a:lnTo>
                  <a:pt x="352" y="414"/>
                </a:lnTo>
                <a:lnTo>
                  <a:pt x="353" y="414"/>
                </a:lnTo>
                <a:lnTo>
                  <a:pt x="353" y="415"/>
                </a:lnTo>
                <a:lnTo>
                  <a:pt x="354" y="415"/>
                </a:lnTo>
                <a:lnTo>
                  <a:pt x="355" y="415"/>
                </a:lnTo>
                <a:lnTo>
                  <a:pt x="356" y="415"/>
                </a:lnTo>
                <a:lnTo>
                  <a:pt x="356" y="414"/>
                </a:lnTo>
                <a:lnTo>
                  <a:pt x="357" y="413"/>
                </a:lnTo>
                <a:lnTo>
                  <a:pt x="356" y="413"/>
                </a:lnTo>
                <a:lnTo>
                  <a:pt x="357" y="412"/>
                </a:lnTo>
                <a:lnTo>
                  <a:pt x="357" y="413"/>
                </a:lnTo>
                <a:lnTo>
                  <a:pt x="358" y="413"/>
                </a:lnTo>
                <a:lnTo>
                  <a:pt x="358" y="412"/>
                </a:lnTo>
                <a:lnTo>
                  <a:pt x="359" y="412"/>
                </a:lnTo>
                <a:lnTo>
                  <a:pt x="359" y="411"/>
                </a:lnTo>
                <a:lnTo>
                  <a:pt x="360" y="411"/>
                </a:lnTo>
                <a:lnTo>
                  <a:pt x="361" y="411"/>
                </a:lnTo>
                <a:lnTo>
                  <a:pt x="362" y="411"/>
                </a:lnTo>
                <a:lnTo>
                  <a:pt x="363" y="411"/>
                </a:lnTo>
                <a:lnTo>
                  <a:pt x="363" y="410"/>
                </a:lnTo>
                <a:lnTo>
                  <a:pt x="364" y="410"/>
                </a:lnTo>
                <a:lnTo>
                  <a:pt x="365" y="410"/>
                </a:lnTo>
                <a:lnTo>
                  <a:pt x="366" y="411"/>
                </a:lnTo>
                <a:lnTo>
                  <a:pt x="367" y="411"/>
                </a:lnTo>
                <a:lnTo>
                  <a:pt x="367" y="410"/>
                </a:lnTo>
                <a:lnTo>
                  <a:pt x="367" y="411"/>
                </a:lnTo>
                <a:lnTo>
                  <a:pt x="367" y="412"/>
                </a:lnTo>
                <a:lnTo>
                  <a:pt x="369" y="411"/>
                </a:lnTo>
                <a:lnTo>
                  <a:pt x="368" y="411"/>
                </a:lnTo>
                <a:lnTo>
                  <a:pt x="369" y="411"/>
                </a:lnTo>
                <a:lnTo>
                  <a:pt x="369" y="410"/>
                </a:lnTo>
                <a:lnTo>
                  <a:pt x="370" y="410"/>
                </a:lnTo>
                <a:lnTo>
                  <a:pt x="370" y="411"/>
                </a:lnTo>
                <a:lnTo>
                  <a:pt x="371" y="411"/>
                </a:lnTo>
                <a:lnTo>
                  <a:pt x="372" y="411"/>
                </a:lnTo>
                <a:lnTo>
                  <a:pt x="372" y="410"/>
                </a:lnTo>
                <a:lnTo>
                  <a:pt x="373" y="410"/>
                </a:lnTo>
                <a:lnTo>
                  <a:pt x="373" y="411"/>
                </a:lnTo>
                <a:lnTo>
                  <a:pt x="374" y="412"/>
                </a:lnTo>
                <a:lnTo>
                  <a:pt x="374" y="413"/>
                </a:lnTo>
                <a:lnTo>
                  <a:pt x="374" y="414"/>
                </a:lnTo>
                <a:lnTo>
                  <a:pt x="374" y="415"/>
                </a:lnTo>
                <a:lnTo>
                  <a:pt x="375" y="416"/>
                </a:lnTo>
                <a:lnTo>
                  <a:pt x="375" y="417"/>
                </a:lnTo>
                <a:lnTo>
                  <a:pt x="376" y="418"/>
                </a:lnTo>
                <a:lnTo>
                  <a:pt x="377" y="420"/>
                </a:lnTo>
                <a:lnTo>
                  <a:pt x="377" y="421"/>
                </a:lnTo>
                <a:lnTo>
                  <a:pt x="377" y="422"/>
                </a:lnTo>
                <a:lnTo>
                  <a:pt x="377" y="423"/>
                </a:lnTo>
                <a:lnTo>
                  <a:pt x="378" y="423"/>
                </a:lnTo>
                <a:lnTo>
                  <a:pt x="378" y="424"/>
                </a:lnTo>
                <a:lnTo>
                  <a:pt x="379" y="425"/>
                </a:lnTo>
                <a:lnTo>
                  <a:pt x="380" y="426"/>
                </a:lnTo>
                <a:lnTo>
                  <a:pt x="380" y="427"/>
                </a:lnTo>
                <a:lnTo>
                  <a:pt x="381" y="428"/>
                </a:lnTo>
                <a:lnTo>
                  <a:pt x="382" y="429"/>
                </a:lnTo>
                <a:lnTo>
                  <a:pt x="382" y="430"/>
                </a:lnTo>
                <a:lnTo>
                  <a:pt x="382" y="431"/>
                </a:lnTo>
                <a:lnTo>
                  <a:pt x="383" y="432"/>
                </a:lnTo>
                <a:lnTo>
                  <a:pt x="384" y="433"/>
                </a:lnTo>
                <a:lnTo>
                  <a:pt x="385" y="434"/>
                </a:lnTo>
                <a:lnTo>
                  <a:pt x="385" y="435"/>
                </a:lnTo>
                <a:lnTo>
                  <a:pt x="386" y="435"/>
                </a:lnTo>
                <a:lnTo>
                  <a:pt x="386" y="436"/>
                </a:lnTo>
                <a:lnTo>
                  <a:pt x="386" y="437"/>
                </a:lnTo>
                <a:lnTo>
                  <a:pt x="387" y="437"/>
                </a:lnTo>
                <a:lnTo>
                  <a:pt x="386" y="437"/>
                </a:lnTo>
                <a:lnTo>
                  <a:pt x="387" y="438"/>
                </a:lnTo>
                <a:lnTo>
                  <a:pt x="388" y="438"/>
                </a:lnTo>
                <a:lnTo>
                  <a:pt x="389" y="439"/>
                </a:lnTo>
                <a:lnTo>
                  <a:pt x="389" y="440"/>
                </a:lnTo>
                <a:lnTo>
                  <a:pt x="390" y="439"/>
                </a:lnTo>
                <a:lnTo>
                  <a:pt x="389" y="439"/>
                </a:lnTo>
                <a:lnTo>
                  <a:pt x="390" y="438"/>
                </a:lnTo>
                <a:lnTo>
                  <a:pt x="391" y="437"/>
                </a:lnTo>
                <a:lnTo>
                  <a:pt x="391" y="438"/>
                </a:lnTo>
                <a:lnTo>
                  <a:pt x="393" y="437"/>
                </a:lnTo>
                <a:lnTo>
                  <a:pt x="394" y="438"/>
                </a:lnTo>
                <a:lnTo>
                  <a:pt x="395" y="436"/>
                </a:lnTo>
                <a:lnTo>
                  <a:pt x="397" y="437"/>
                </a:lnTo>
                <a:lnTo>
                  <a:pt x="395" y="439"/>
                </a:lnTo>
                <a:lnTo>
                  <a:pt x="395" y="440"/>
                </a:lnTo>
                <a:lnTo>
                  <a:pt x="396" y="440"/>
                </a:lnTo>
                <a:lnTo>
                  <a:pt x="399" y="437"/>
                </a:lnTo>
                <a:lnTo>
                  <a:pt x="402" y="436"/>
                </a:lnTo>
                <a:lnTo>
                  <a:pt x="404" y="435"/>
                </a:lnTo>
                <a:lnTo>
                  <a:pt x="405" y="436"/>
                </a:lnTo>
                <a:lnTo>
                  <a:pt x="403" y="437"/>
                </a:lnTo>
                <a:lnTo>
                  <a:pt x="403" y="438"/>
                </a:lnTo>
                <a:lnTo>
                  <a:pt x="402" y="438"/>
                </a:lnTo>
                <a:lnTo>
                  <a:pt x="401" y="439"/>
                </a:lnTo>
                <a:lnTo>
                  <a:pt x="399" y="439"/>
                </a:lnTo>
                <a:lnTo>
                  <a:pt x="398" y="440"/>
                </a:lnTo>
                <a:lnTo>
                  <a:pt x="400" y="441"/>
                </a:lnTo>
                <a:lnTo>
                  <a:pt x="400" y="440"/>
                </a:lnTo>
                <a:lnTo>
                  <a:pt x="401" y="441"/>
                </a:lnTo>
                <a:lnTo>
                  <a:pt x="402" y="440"/>
                </a:lnTo>
                <a:lnTo>
                  <a:pt x="401" y="441"/>
                </a:lnTo>
                <a:lnTo>
                  <a:pt x="400" y="442"/>
                </a:lnTo>
                <a:lnTo>
                  <a:pt x="397" y="444"/>
                </a:lnTo>
                <a:lnTo>
                  <a:pt x="396" y="445"/>
                </a:lnTo>
                <a:lnTo>
                  <a:pt x="397" y="445"/>
                </a:lnTo>
                <a:lnTo>
                  <a:pt x="397" y="446"/>
                </a:lnTo>
                <a:lnTo>
                  <a:pt x="396" y="446"/>
                </a:lnTo>
                <a:lnTo>
                  <a:pt x="395" y="446"/>
                </a:lnTo>
                <a:lnTo>
                  <a:pt x="394" y="446"/>
                </a:lnTo>
                <a:lnTo>
                  <a:pt x="393" y="445"/>
                </a:lnTo>
                <a:lnTo>
                  <a:pt x="392" y="445"/>
                </a:lnTo>
                <a:lnTo>
                  <a:pt x="392" y="446"/>
                </a:lnTo>
                <a:lnTo>
                  <a:pt x="391" y="446"/>
                </a:lnTo>
                <a:lnTo>
                  <a:pt x="392" y="446"/>
                </a:lnTo>
                <a:lnTo>
                  <a:pt x="393" y="448"/>
                </a:lnTo>
                <a:lnTo>
                  <a:pt x="393" y="449"/>
                </a:lnTo>
                <a:lnTo>
                  <a:pt x="393" y="450"/>
                </a:lnTo>
                <a:lnTo>
                  <a:pt x="392" y="450"/>
                </a:lnTo>
                <a:lnTo>
                  <a:pt x="393" y="451"/>
                </a:lnTo>
                <a:lnTo>
                  <a:pt x="392" y="452"/>
                </a:lnTo>
                <a:lnTo>
                  <a:pt x="391" y="452"/>
                </a:lnTo>
                <a:lnTo>
                  <a:pt x="391" y="453"/>
                </a:lnTo>
                <a:lnTo>
                  <a:pt x="392" y="453"/>
                </a:lnTo>
                <a:lnTo>
                  <a:pt x="392" y="454"/>
                </a:lnTo>
                <a:lnTo>
                  <a:pt x="391" y="454"/>
                </a:lnTo>
                <a:lnTo>
                  <a:pt x="391" y="455"/>
                </a:lnTo>
                <a:lnTo>
                  <a:pt x="392" y="455"/>
                </a:lnTo>
                <a:lnTo>
                  <a:pt x="392" y="456"/>
                </a:lnTo>
                <a:lnTo>
                  <a:pt x="391" y="456"/>
                </a:lnTo>
                <a:lnTo>
                  <a:pt x="390" y="456"/>
                </a:lnTo>
                <a:lnTo>
                  <a:pt x="389" y="456"/>
                </a:lnTo>
                <a:lnTo>
                  <a:pt x="389" y="457"/>
                </a:lnTo>
                <a:lnTo>
                  <a:pt x="389" y="458"/>
                </a:lnTo>
                <a:lnTo>
                  <a:pt x="389" y="459"/>
                </a:lnTo>
                <a:lnTo>
                  <a:pt x="390" y="459"/>
                </a:lnTo>
                <a:lnTo>
                  <a:pt x="389" y="460"/>
                </a:lnTo>
                <a:lnTo>
                  <a:pt x="388" y="460"/>
                </a:lnTo>
                <a:lnTo>
                  <a:pt x="387" y="460"/>
                </a:lnTo>
                <a:lnTo>
                  <a:pt x="387" y="461"/>
                </a:lnTo>
                <a:lnTo>
                  <a:pt x="386" y="462"/>
                </a:lnTo>
                <a:lnTo>
                  <a:pt x="386" y="463"/>
                </a:lnTo>
                <a:lnTo>
                  <a:pt x="386" y="464"/>
                </a:lnTo>
                <a:lnTo>
                  <a:pt x="385" y="464"/>
                </a:lnTo>
                <a:lnTo>
                  <a:pt x="384" y="465"/>
                </a:lnTo>
                <a:lnTo>
                  <a:pt x="383" y="465"/>
                </a:lnTo>
                <a:lnTo>
                  <a:pt x="382" y="465"/>
                </a:lnTo>
                <a:lnTo>
                  <a:pt x="381" y="465"/>
                </a:lnTo>
                <a:lnTo>
                  <a:pt x="380" y="465"/>
                </a:lnTo>
                <a:lnTo>
                  <a:pt x="380" y="466"/>
                </a:lnTo>
                <a:lnTo>
                  <a:pt x="378" y="466"/>
                </a:lnTo>
                <a:lnTo>
                  <a:pt x="377" y="466"/>
                </a:lnTo>
                <a:lnTo>
                  <a:pt x="376" y="466"/>
                </a:lnTo>
                <a:lnTo>
                  <a:pt x="375" y="466"/>
                </a:lnTo>
                <a:lnTo>
                  <a:pt x="374" y="466"/>
                </a:lnTo>
                <a:lnTo>
                  <a:pt x="373" y="466"/>
                </a:lnTo>
                <a:lnTo>
                  <a:pt x="372" y="466"/>
                </a:lnTo>
                <a:lnTo>
                  <a:pt x="372" y="467"/>
                </a:lnTo>
                <a:lnTo>
                  <a:pt x="371" y="467"/>
                </a:lnTo>
                <a:lnTo>
                  <a:pt x="370" y="467"/>
                </a:lnTo>
                <a:lnTo>
                  <a:pt x="370" y="468"/>
                </a:lnTo>
                <a:lnTo>
                  <a:pt x="370" y="469"/>
                </a:lnTo>
                <a:lnTo>
                  <a:pt x="370" y="470"/>
                </a:lnTo>
                <a:lnTo>
                  <a:pt x="369" y="470"/>
                </a:lnTo>
                <a:lnTo>
                  <a:pt x="369" y="471"/>
                </a:lnTo>
                <a:lnTo>
                  <a:pt x="369" y="472"/>
                </a:lnTo>
                <a:lnTo>
                  <a:pt x="368" y="473"/>
                </a:lnTo>
                <a:lnTo>
                  <a:pt x="367" y="474"/>
                </a:lnTo>
                <a:lnTo>
                  <a:pt x="367" y="475"/>
                </a:lnTo>
                <a:lnTo>
                  <a:pt x="367" y="477"/>
                </a:lnTo>
                <a:lnTo>
                  <a:pt x="366" y="478"/>
                </a:lnTo>
                <a:lnTo>
                  <a:pt x="366" y="479"/>
                </a:lnTo>
                <a:lnTo>
                  <a:pt x="365" y="480"/>
                </a:lnTo>
                <a:lnTo>
                  <a:pt x="364" y="481"/>
                </a:lnTo>
                <a:lnTo>
                  <a:pt x="363" y="482"/>
                </a:lnTo>
                <a:lnTo>
                  <a:pt x="362" y="483"/>
                </a:lnTo>
                <a:lnTo>
                  <a:pt x="362" y="484"/>
                </a:lnTo>
                <a:lnTo>
                  <a:pt x="359" y="488"/>
                </a:lnTo>
                <a:lnTo>
                  <a:pt x="358" y="489"/>
                </a:lnTo>
                <a:lnTo>
                  <a:pt x="357" y="489"/>
                </a:lnTo>
                <a:lnTo>
                  <a:pt x="356" y="489"/>
                </a:lnTo>
                <a:lnTo>
                  <a:pt x="354" y="488"/>
                </a:lnTo>
                <a:lnTo>
                  <a:pt x="353" y="488"/>
                </a:lnTo>
                <a:lnTo>
                  <a:pt x="352" y="488"/>
                </a:lnTo>
                <a:lnTo>
                  <a:pt x="351" y="488"/>
                </a:lnTo>
                <a:lnTo>
                  <a:pt x="351" y="487"/>
                </a:lnTo>
                <a:lnTo>
                  <a:pt x="349" y="487"/>
                </a:lnTo>
                <a:lnTo>
                  <a:pt x="348" y="488"/>
                </a:lnTo>
                <a:lnTo>
                  <a:pt x="347" y="488"/>
                </a:lnTo>
                <a:lnTo>
                  <a:pt x="347" y="489"/>
                </a:lnTo>
                <a:lnTo>
                  <a:pt x="346" y="489"/>
                </a:lnTo>
                <a:lnTo>
                  <a:pt x="344" y="490"/>
                </a:lnTo>
                <a:lnTo>
                  <a:pt x="343" y="490"/>
                </a:lnTo>
                <a:lnTo>
                  <a:pt x="342" y="489"/>
                </a:lnTo>
                <a:lnTo>
                  <a:pt x="341" y="489"/>
                </a:lnTo>
                <a:lnTo>
                  <a:pt x="338" y="489"/>
                </a:lnTo>
                <a:lnTo>
                  <a:pt x="337" y="489"/>
                </a:lnTo>
                <a:lnTo>
                  <a:pt x="336" y="489"/>
                </a:lnTo>
                <a:lnTo>
                  <a:pt x="335" y="489"/>
                </a:lnTo>
                <a:lnTo>
                  <a:pt x="335" y="490"/>
                </a:lnTo>
                <a:lnTo>
                  <a:pt x="333" y="490"/>
                </a:lnTo>
                <a:lnTo>
                  <a:pt x="332" y="489"/>
                </a:lnTo>
                <a:lnTo>
                  <a:pt x="330" y="489"/>
                </a:lnTo>
                <a:lnTo>
                  <a:pt x="329" y="489"/>
                </a:lnTo>
                <a:lnTo>
                  <a:pt x="328" y="489"/>
                </a:lnTo>
                <a:lnTo>
                  <a:pt x="327" y="489"/>
                </a:lnTo>
                <a:lnTo>
                  <a:pt x="326" y="489"/>
                </a:lnTo>
                <a:lnTo>
                  <a:pt x="325" y="489"/>
                </a:lnTo>
                <a:lnTo>
                  <a:pt x="324" y="489"/>
                </a:lnTo>
                <a:lnTo>
                  <a:pt x="323" y="490"/>
                </a:lnTo>
                <a:lnTo>
                  <a:pt x="322" y="490"/>
                </a:lnTo>
                <a:lnTo>
                  <a:pt x="320" y="490"/>
                </a:lnTo>
                <a:lnTo>
                  <a:pt x="319" y="490"/>
                </a:lnTo>
                <a:lnTo>
                  <a:pt x="318" y="489"/>
                </a:lnTo>
                <a:lnTo>
                  <a:pt x="316" y="489"/>
                </a:lnTo>
                <a:lnTo>
                  <a:pt x="316" y="490"/>
                </a:lnTo>
                <a:lnTo>
                  <a:pt x="315" y="490"/>
                </a:lnTo>
                <a:lnTo>
                  <a:pt x="315" y="489"/>
                </a:lnTo>
                <a:lnTo>
                  <a:pt x="313" y="489"/>
                </a:lnTo>
                <a:lnTo>
                  <a:pt x="312" y="489"/>
                </a:lnTo>
                <a:lnTo>
                  <a:pt x="311" y="489"/>
                </a:lnTo>
                <a:lnTo>
                  <a:pt x="310" y="489"/>
                </a:lnTo>
                <a:lnTo>
                  <a:pt x="309" y="489"/>
                </a:lnTo>
                <a:lnTo>
                  <a:pt x="306" y="490"/>
                </a:lnTo>
                <a:lnTo>
                  <a:pt x="305" y="490"/>
                </a:lnTo>
                <a:lnTo>
                  <a:pt x="304" y="489"/>
                </a:lnTo>
                <a:lnTo>
                  <a:pt x="303" y="489"/>
                </a:lnTo>
                <a:lnTo>
                  <a:pt x="302" y="489"/>
                </a:lnTo>
                <a:lnTo>
                  <a:pt x="301" y="489"/>
                </a:lnTo>
                <a:lnTo>
                  <a:pt x="301" y="490"/>
                </a:lnTo>
                <a:lnTo>
                  <a:pt x="301" y="491"/>
                </a:lnTo>
                <a:lnTo>
                  <a:pt x="300" y="491"/>
                </a:lnTo>
                <a:lnTo>
                  <a:pt x="300" y="492"/>
                </a:lnTo>
                <a:lnTo>
                  <a:pt x="299" y="493"/>
                </a:lnTo>
                <a:lnTo>
                  <a:pt x="298" y="493"/>
                </a:lnTo>
                <a:lnTo>
                  <a:pt x="298" y="494"/>
                </a:lnTo>
                <a:lnTo>
                  <a:pt x="298" y="495"/>
                </a:lnTo>
                <a:lnTo>
                  <a:pt x="298" y="497"/>
                </a:lnTo>
                <a:lnTo>
                  <a:pt x="297" y="497"/>
                </a:lnTo>
                <a:lnTo>
                  <a:pt x="297" y="498"/>
                </a:lnTo>
                <a:lnTo>
                  <a:pt x="296" y="498"/>
                </a:lnTo>
                <a:lnTo>
                  <a:pt x="296" y="497"/>
                </a:lnTo>
                <a:lnTo>
                  <a:pt x="295" y="497"/>
                </a:lnTo>
                <a:lnTo>
                  <a:pt x="295" y="498"/>
                </a:lnTo>
                <a:lnTo>
                  <a:pt x="295" y="499"/>
                </a:lnTo>
                <a:lnTo>
                  <a:pt x="295" y="500"/>
                </a:lnTo>
                <a:lnTo>
                  <a:pt x="294" y="500"/>
                </a:lnTo>
                <a:lnTo>
                  <a:pt x="293" y="500"/>
                </a:lnTo>
                <a:lnTo>
                  <a:pt x="293" y="501"/>
                </a:lnTo>
                <a:lnTo>
                  <a:pt x="292" y="501"/>
                </a:lnTo>
                <a:lnTo>
                  <a:pt x="291" y="501"/>
                </a:lnTo>
                <a:lnTo>
                  <a:pt x="291" y="502"/>
                </a:lnTo>
                <a:lnTo>
                  <a:pt x="290" y="504"/>
                </a:lnTo>
                <a:lnTo>
                  <a:pt x="290" y="505"/>
                </a:lnTo>
                <a:lnTo>
                  <a:pt x="289" y="505"/>
                </a:lnTo>
                <a:lnTo>
                  <a:pt x="289" y="506"/>
                </a:lnTo>
                <a:lnTo>
                  <a:pt x="288" y="506"/>
                </a:lnTo>
                <a:lnTo>
                  <a:pt x="287" y="506"/>
                </a:lnTo>
                <a:lnTo>
                  <a:pt x="287" y="507"/>
                </a:lnTo>
                <a:lnTo>
                  <a:pt x="288" y="507"/>
                </a:lnTo>
                <a:lnTo>
                  <a:pt x="287" y="508"/>
                </a:lnTo>
                <a:lnTo>
                  <a:pt x="286" y="509"/>
                </a:lnTo>
                <a:lnTo>
                  <a:pt x="286" y="510"/>
                </a:lnTo>
                <a:lnTo>
                  <a:pt x="285" y="510"/>
                </a:lnTo>
                <a:lnTo>
                  <a:pt x="285" y="511"/>
                </a:lnTo>
                <a:lnTo>
                  <a:pt x="284" y="512"/>
                </a:lnTo>
                <a:lnTo>
                  <a:pt x="283" y="512"/>
                </a:lnTo>
                <a:lnTo>
                  <a:pt x="282" y="513"/>
                </a:lnTo>
                <a:lnTo>
                  <a:pt x="281" y="514"/>
                </a:lnTo>
                <a:lnTo>
                  <a:pt x="281" y="515"/>
                </a:lnTo>
                <a:lnTo>
                  <a:pt x="280" y="515"/>
                </a:lnTo>
                <a:lnTo>
                  <a:pt x="279" y="516"/>
                </a:lnTo>
                <a:lnTo>
                  <a:pt x="279" y="517"/>
                </a:lnTo>
                <a:lnTo>
                  <a:pt x="277" y="518"/>
                </a:lnTo>
                <a:lnTo>
                  <a:pt x="276" y="519"/>
                </a:lnTo>
                <a:lnTo>
                  <a:pt x="276" y="520"/>
                </a:lnTo>
                <a:lnTo>
                  <a:pt x="275" y="520"/>
                </a:lnTo>
                <a:lnTo>
                  <a:pt x="275" y="521"/>
                </a:lnTo>
                <a:lnTo>
                  <a:pt x="274" y="522"/>
                </a:lnTo>
                <a:lnTo>
                  <a:pt x="273" y="522"/>
                </a:lnTo>
                <a:lnTo>
                  <a:pt x="272" y="522"/>
                </a:lnTo>
                <a:lnTo>
                  <a:pt x="271" y="523"/>
                </a:lnTo>
                <a:lnTo>
                  <a:pt x="270" y="524"/>
                </a:lnTo>
                <a:lnTo>
                  <a:pt x="270" y="526"/>
                </a:lnTo>
                <a:lnTo>
                  <a:pt x="269" y="527"/>
                </a:lnTo>
                <a:lnTo>
                  <a:pt x="268" y="526"/>
                </a:lnTo>
                <a:lnTo>
                  <a:pt x="267" y="525"/>
                </a:lnTo>
                <a:lnTo>
                  <a:pt x="267" y="524"/>
                </a:lnTo>
                <a:lnTo>
                  <a:pt x="266" y="524"/>
                </a:lnTo>
                <a:lnTo>
                  <a:pt x="266" y="523"/>
                </a:lnTo>
                <a:lnTo>
                  <a:pt x="265" y="523"/>
                </a:lnTo>
                <a:lnTo>
                  <a:pt x="264" y="523"/>
                </a:lnTo>
                <a:lnTo>
                  <a:pt x="265" y="523"/>
                </a:lnTo>
                <a:lnTo>
                  <a:pt x="265" y="522"/>
                </a:lnTo>
                <a:lnTo>
                  <a:pt x="264" y="522"/>
                </a:lnTo>
                <a:lnTo>
                  <a:pt x="263" y="522"/>
                </a:lnTo>
                <a:lnTo>
                  <a:pt x="263" y="521"/>
                </a:lnTo>
                <a:lnTo>
                  <a:pt x="263" y="520"/>
                </a:lnTo>
                <a:lnTo>
                  <a:pt x="264" y="520"/>
                </a:lnTo>
                <a:lnTo>
                  <a:pt x="264" y="518"/>
                </a:lnTo>
                <a:lnTo>
                  <a:pt x="263" y="518"/>
                </a:lnTo>
                <a:lnTo>
                  <a:pt x="263" y="517"/>
                </a:lnTo>
                <a:lnTo>
                  <a:pt x="262" y="517"/>
                </a:lnTo>
                <a:lnTo>
                  <a:pt x="262" y="518"/>
                </a:lnTo>
                <a:lnTo>
                  <a:pt x="261" y="518"/>
                </a:lnTo>
                <a:lnTo>
                  <a:pt x="261" y="517"/>
                </a:lnTo>
                <a:lnTo>
                  <a:pt x="260" y="517"/>
                </a:lnTo>
                <a:lnTo>
                  <a:pt x="260" y="516"/>
                </a:lnTo>
                <a:lnTo>
                  <a:pt x="259" y="516"/>
                </a:lnTo>
                <a:lnTo>
                  <a:pt x="260" y="516"/>
                </a:lnTo>
                <a:lnTo>
                  <a:pt x="260" y="517"/>
                </a:lnTo>
                <a:lnTo>
                  <a:pt x="259" y="517"/>
                </a:lnTo>
                <a:lnTo>
                  <a:pt x="258" y="517"/>
                </a:lnTo>
                <a:lnTo>
                  <a:pt x="258" y="518"/>
                </a:lnTo>
                <a:lnTo>
                  <a:pt x="257" y="518"/>
                </a:lnTo>
                <a:lnTo>
                  <a:pt x="257" y="517"/>
                </a:lnTo>
                <a:lnTo>
                  <a:pt x="257" y="518"/>
                </a:lnTo>
                <a:lnTo>
                  <a:pt x="256" y="518"/>
                </a:lnTo>
                <a:lnTo>
                  <a:pt x="256" y="519"/>
                </a:lnTo>
                <a:lnTo>
                  <a:pt x="256" y="520"/>
                </a:lnTo>
                <a:lnTo>
                  <a:pt x="256" y="521"/>
                </a:lnTo>
                <a:lnTo>
                  <a:pt x="256" y="522"/>
                </a:lnTo>
                <a:lnTo>
                  <a:pt x="255" y="522"/>
                </a:lnTo>
                <a:lnTo>
                  <a:pt x="255" y="523"/>
                </a:lnTo>
                <a:lnTo>
                  <a:pt x="256" y="523"/>
                </a:lnTo>
                <a:lnTo>
                  <a:pt x="256" y="524"/>
                </a:lnTo>
                <a:lnTo>
                  <a:pt x="255" y="524"/>
                </a:lnTo>
                <a:lnTo>
                  <a:pt x="256" y="525"/>
                </a:lnTo>
                <a:lnTo>
                  <a:pt x="256" y="524"/>
                </a:lnTo>
                <a:lnTo>
                  <a:pt x="256" y="525"/>
                </a:lnTo>
                <a:lnTo>
                  <a:pt x="255" y="525"/>
                </a:lnTo>
                <a:lnTo>
                  <a:pt x="255" y="526"/>
                </a:lnTo>
                <a:lnTo>
                  <a:pt x="256" y="526"/>
                </a:lnTo>
                <a:lnTo>
                  <a:pt x="255" y="526"/>
                </a:lnTo>
                <a:lnTo>
                  <a:pt x="254" y="526"/>
                </a:lnTo>
                <a:lnTo>
                  <a:pt x="254" y="527"/>
                </a:lnTo>
                <a:lnTo>
                  <a:pt x="255" y="527"/>
                </a:lnTo>
                <a:lnTo>
                  <a:pt x="255" y="528"/>
                </a:lnTo>
                <a:lnTo>
                  <a:pt x="254" y="528"/>
                </a:lnTo>
                <a:lnTo>
                  <a:pt x="254" y="527"/>
                </a:lnTo>
                <a:lnTo>
                  <a:pt x="254" y="526"/>
                </a:lnTo>
                <a:lnTo>
                  <a:pt x="253" y="526"/>
                </a:lnTo>
                <a:lnTo>
                  <a:pt x="252" y="526"/>
                </a:lnTo>
                <a:lnTo>
                  <a:pt x="252" y="525"/>
                </a:lnTo>
                <a:lnTo>
                  <a:pt x="251" y="525"/>
                </a:lnTo>
                <a:lnTo>
                  <a:pt x="251" y="526"/>
                </a:lnTo>
                <a:lnTo>
                  <a:pt x="250" y="526"/>
                </a:lnTo>
                <a:lnTo>
                  <a:pt x="250" y="527"/>
                </a:lnTo>
                <a:lnTo>
                  <a:pt x="250" y="528"/>
                </a:lnTo>
                <a:lnTo>
                  <a:pt x="251" y="528"/>
                </a:lnTo>
                <a:lnTo>
                  <a:pt x="252" y="529"/>
                </a:lnTo>
                <a:lnTo>
                  <a:pt x="252" y="530"/>
                </a:lnTo>
                <a:lnTo>
                  <a:pt x="251" y="530"/>
                </a:lnTo>
                <a:lnTo>
                  <a:pt x="250" y="531"/>
                </a:lnTo>
                <a:lnTo>
                  <a:pt x="250" y="532"/>
                </a:lnTo>
                <a:lnTo>
                  <a:pt x="251" y="532"/>
                </a:lnTo>
                <a:lnTo>
                  <a:pt x="252" y="532"/>
                </a:lnTo>
                <a:lnTo>
                  <a:pt x="253" y="532"/>
                </a:lnTo>
                <a:lnTo>
                  <a:pt x="254" y="531"/>
                </a:lnTo>
                <a:lnTo>
                  <a:pt x="254" y="532"/>
                </a:lnTo>
                <a:lnTo>
                  <a:pt x="253" y="532"/>
                </a:lnTo>
                <a:lnTo>
                  <a:pt x="254" y="532"/>
                </a:lnTo>
                <a:lnTo>
                  <a:pt x="254" y="533"/>
                </a:lnTo>
                <a:lnTo>
                  <a:pt x="254" y="532"/>
                </a:lnTo>
                <a:lnTo>
                  <a:pt x="254" y="533"/>
                </a:lnTo>
                <a:lnTo>
                  <a:pt x="255" y="533"/>
                </a:lnTo>
                <a:lnTo>
                  <a:pt x="254" y="533"/>
                </a:lnTo>
                <a:lnTo>
                  <a:pt x="255" y="534"/>
                </a:lnTo>
                <a:lnTo>
                  <a:pt x="256" y="534"/>
                </a:lnTo>
                <a:lnTo>
                  <a:pt x="255" y="534"/>
                </a:lnTo>
                <a:lnTo>
                  <a:pt x="255" y="535"/>
                </a:lnTo>
                <a:lnTo>
                  <a:pt x="254" y="535"/>
                </a:lnTo>
                <a:lnTo>
                  <a:pt x="254" y="536"/>
                </a:lnTo>
                <a:lnTo>
                  <a:pt x="253" y="536"/>
                </a:lnTo>
                <a:lnTo>
                  <a:pt x="253" y="537"/>
                </a:lnTo>
                <a:lnTo>
                  <a:pt x="252" y="537"/>
                </a:lnTo>
                <a:lnTo>
                  <a:pt x="251" y="538"/>
                </a:lnTo>
                <a:lnTo>
                  <a:pt x="251" y="539"/>
                </a:lnTo>
                <a:lnTo>
                  <a:pt x="251" y="538"/>
                </a:lnTo>
                <a:lnTo>
                  <a:pt x="250" y="538"/>
                </a:lnTo>
                <a:lnTo>
                  <a:pt x="249" y="538"/>
                </a:lnTo>
                <a:lnTo>
                  <a:pt x="247" y="538"/>
                </a:lnTo>
                <a:lnTo>
                  <a:pt x="246" y="538"/>
                </a:lnTo>
                <a:lnTo>
                  <a:pt x="245" y="536"/>
                </a:lnTo>
                <a:lnTo>
                  <a:pt x="244" y="536"/>
                </a:lnTo>
                <a:lnTo>
                  <a:pt x="243" y="537"/>
                </a:lnTo>
                <a:lnTo>
                  <a:pt x="241" y="537"/>
                </a:lnTo>
                <a:lnTo>
                  <a:pt x="240" y="537"/>
                </a:lnTo>
                <a:lnTo>
                  <a:pt x="240" y="538"/>
                </a:lnTo>
                <a:lnTo>
                  <a:pt x="239" y="538"/>
                </a:lnTo>
                <a:lnTo>
                  <a:pt x="238" y="537"/>
                </a:lnTo>
                <a:lnTo>
                  <a:pt x="237" y="537"/>
                </a:lnTo>
                <a:lnTo>
                  <a:pt x="236" y="538"/>
                </a:lnTo>
                <a:lnTo>
                  <a:pt x="235" y="538"/>
                </a:lnTo>
                <a:lnTo>
                  <a:pt x="235" y="539"/>
                </a:lnTo>
                <a:lnTo>
                  <a:pt x="234" y="539"/>
                </a:lnTo>
                <a:lnTo>
                  <a:pt x="233" y="539"/>
                </a:lnTo>
                <a:lnTo>
                  <a:pt x="231" y="540"/>
                </a:lnTo>
                <a:lnTo>
                  <a:pt x="229" y="541"/>
                </a:lnTo>
                <a:lnTo>
                  <a:pt x="229" y="540"/>
                </a:lnTo>
                <a:lnTo>
                  <a:pt x="228" y="541"/>
                </a:lnTo>
                <a:lnTo>
                  <a:pt x="228" y="542"/>
                </a:lnTo>
                <a:lnTo>
                  <a:pt x="228" y="543"/>
                </a:lnTo>
                <a:lnTo>
                  <a:pt x="228" y="544"/>
                </a:lnTo>
                <a:lnTo>
                  <a:pt x="228" y="545"/>
                </a:lnTo>
                <a:lnTo>
                  <a:pt x="227" y="545"/>
                </a:lnTo>
                <a:lnTo>
                  <a:pt x="227" y="546"/>
                </a:lnTo>
                <a:lnTo>
                  <a:pt x="227" y="547"/>
                </a:lnTo>
                <a:lnTo>
                  <a:pt x="228" y="547"/>
                </a:lnTo>
                <a:lnTo>
                  <a:pt x="228" y="548"/>
                </a:lnTo>
                <a:lnTo>
                  <a:pt x="227" y="549"/>
                </a:lnTo>
                <a:lnTo>
                  <a:pt x="227" y="550"/>
                </a:lnTo>
                <a:lnTo>
                  <a:pt x="227" y="551"/>
                </a:lnTo>
                <a:lnTo>
                  <a:pt x="226" y="552"/>
                </a:lnTo>
                <a:lnTo>
                  <a:pt x="225" y="552"/>
                </a:lnTo>
                <a:lnTo>
                  <a:pt x="224" y="552"/>
                </a:lnTo>
                <a:lnTo>
                  <a:pt x="223" y="553"/>
                </a:lnTo>
                <a:lnTo>
                  <a:pt x="222" y="554"/>
                </a:lnTo>
                <a:lnTo>
                  <a:pt x="222" y="555"/>
                </a:lnTo>
                <a:lnTo>
                  <a:pt x="221" y="556"/>
                </a:lnTo>
                <a:lnTo>
                  <a:pt x="222" y="557"/>
                </a:lnTo>
                <a:lnTo>
                  <a:pt x="221" y="558"/>
                </a:lnTo>
                <a:lnTo>
                  <a:pt x="221" y="559"/>
                </a:lnTo>
                <a:lnTo>
                  <a:pt x="220" y="559"/>
                </a:lnTo>
                <a:lnTo>
                  <a:pt x="219" y="559"/>
                </a:lnTo>
                <a:lnTo>
                  <a:pt x="219" y="560"/>
                </a:lnTo>
                <a:lnTo>
                  <a:pt x="219" y="561"/>
                </a:lnTo>
                <a:lnTo>
                  <a:pt x="219" y="562"/>
                </a:lnTo>
                <a:lnTo>
                  <a:pt x="219" y="563"/>
                </a:lnTo>
                <a:lnTo>
                  <a:pt x="219" y="564"/>
                </a:lnTo>
                <a:lnTo>
                  <a:pt x="219" y="565"/>
                </a:lnTo>
                <a:lnTo>
                  <a:pt x="218" y="566"/>
                </a:lnTo>
                <a:lnTo>
                  <a:pt x="218" y="567"/>
                </a:lnTo>
                <a:lnTo>
                  <a:pt x="218" y="568"/>
                </a:lnTo>
                <a:lnTo>
                  <a:pt x="217" y="569"/>
                </a:lnTo>
                <a:lnTo>
                  <a:pt x="216" y="569"/>
                </a:lnTo>
                <a:lnTo>
                  <a:pt x="216" y="570"/>
                </a:lnTo>
                <a:lnTo>
                  <a:pt x="215" y="570"/>
                </a:lnTo>
                <a:lnTo>
                  <a:pt x="215" y="571"/>
                </a:lnTo>
                <a:lnTo>
                  <a:pt x="214" y="572"/>
                </a:lnTo>
                <a:lnTo>
                  <a:pt x="213" y="572"/>
                </a:lnTo>
                <a:lnTo>
                  <a:pt x="213" y="573"/>
                </a:lnTo>
                <a:lnTo>
                  <a:pt x="213" y="574"/>
                </a:lnTo>
                <a:lnTo>
                  <a:pt x="212" y="574"/>
                </a:lnTo>
                <a:lnTo>
                  <a:pt x="213" y="574"/>
                </a:lnTo>
                <a:lnTo>
                  <a:pt x="212" y="575"/>
                </a:lnTo>
                <a:lnTo>
                  <a:pt x="211" y="575"/>
                </a:lnTo>
                <a:lnTo>
                  <a:pt x="210" y="576"/>
                </a:lnTo>
                <a:lnTo>
                  <a:pt x="210" y="577"/>
                </a:lnTo>
                <a:lnTo>
                  <a:pt x="211" y="577"/>
                </a:lnTo>
                <a:lnTo>
                  <a:pt x="211" y="578"/>
                </a:lnTo>
                <a:lnTo>
                  <a:pt x="210" y="578"/>
                </a:lnTo>
                <a:lnTo>
                  <a:pt x="210" y="579"/>
                </a:lnTo>
                <a:lnTo>
                  <a:pt x="211" y="579"/>
                </a:lnTo>
                <a:lnTo>
                  <a:pt x="211" y="578"/>
                </a:lnTo>
                <a:lnTo>
                  <a:pt x="211" y="579"/>
                </a:lnTo>
                <a:lnTo>
                  <a:pt x="211" y="580"/>
                </a:lnTo>
                <a:lnTo>
                  <a:pt x="210" y="581"/>
                </a:lnTo>
                <a:lnTo>
                  <a:pt x="209" y="582"/>
                </a:lnTo>
                <a:lnTo>
                  <a:pt x="208" y="582"/>
                </a:lnTo>
                <a:lnTo>
                  <a:pt x="209" y="582"/>
                </a:lnTo>
                <a:lnTo>
                  <a:pt x="209" y="583"/>
                </a:lnTo>
                <a:lnTo>
                  <a:pt x="208" y="583"/>
                </a:lnTo>
                <a:lnTo>
                  <a:pt x="209" y="584"/>
                </a:lnTo>
                <a:lnTo>
                  <a:pt x="209" y="585"/>
                </a:lnTo>
                <a:lnTo>
                  <a:pt x="208" y="585"/>
                </a:lnTo>
                <a:lnTo>
                  <a:pt x="207" y="585"/>
                </a:lnTo>
                <a:lnTo>
                  <a:pt x="206" y="586"/>
                </a:lnTo>
                <a:lnTo>
                  <a:pt x="205" y="586"/>
                </a:lnTo>
                <a:lnTo>
                  <a:pt x="205" y="587"/>
                </a:lnTo>
                <a:lnTo>
                  <a:pt x="204" y="587"/>
                </a:lnTo>
                <a:lnTo>
                  <a:pt x="204" y="588"/>
                </a:lnTo>
                <a:lnTo>
                  <a:pt x="203" y="588"/>
                </a:lnTo>
                <a:lnTo>
                  <a:pt x="203" y="589"/>
                </a:lnTo>
                <a:lnTo>
                  <a:pt x="203" y="590"/>
                </a:lnTo>
                <a:lnTo>
                  <a:pt x="202" y="591"/>
                </a:lnTo>
                <a:lnTo>
                  <a:pt x="202" y="592"/>
                </a:lnTo>
                <a:lnTo>
                  <a:pt x="202" y="593"/>
                </a:lnTo>
                <a:lnTo>
                  <a:pt x="202" y="594"/>
                </a:lnTo>
                <a:lnTo>
                  <a:pt x="201" y="595"/>
                </a:lnTo>
                <a:lnTo>
                  <a:pt x="200" y="595"/>
                </a:lnTo>
                <a:lnTo>
                  <a:pt x="199" y="595"/>
                </a:lnTo>
                <a:lnTo>
                  <a:pt x="198" y="595"/>
                </a:lnTo>
                <a:lnTo>
                  <a:pt x="198" y="596"/>
                </a:lnTo>
                <a:lnTo>
                  <a:pt x="197" y="596"/>
                </a:lnTo>
                <a:lnTo>
                  <a:pt x="196" y="596"/>
                </a:lnTo>
                <a:lnTo>
                  <a:pt x="196" y="597"/>
                </a:lnTo>
                <a:lnTo>
                  <a:pt x="195" y="597"/>
                </a:lnTo>
                <a:lnTo>
                  <a:pt x="194" y="597"/>
                </a:lnTo>
                <a:lnTo>
                  <a:pt x="193" y="598"/>
                </a:lnTo>
                <a:lnTo>
                  <a:pt x="192" y="598"/>
                </a:lnTo>
                <a:lnTo>
                  <a:pt x="191" y="598"/>
                </a:lnTo>
                <a:lnTo>
                  <a:pt x="190" y="598"/>
                </a:lnTo>
                <a:lnTo>
                  <a:pt x="188" y="599"/>
                </a:lnTo>
                <a:lnTo>
                  <a:pt x="187" y="599"/>
                </a:lnTo>
                <a:lnTo>
                  <a:pt x="187" y="600"/>
                </a:lnTo>
                <a:lnTo>
                  <a:pt x="186" y="599"/>
                </a:lnTo>
                <a:lnTo>
                  <a:pt x="184" y="600"/>
                </a:lnTo>
                <a:lnTo>
                  <a:pt x="183" y="600"/>
                </a:lnTo>
                <a:lnTo>
                  <a:pt x="183" y="601"/>
                </a:lnTo>
                <a:lnTo>
                  <a:pt x="183" y="602"/>
                </a:lnTo>
                <a:lnTo>
                  <a:pt x="182" y="602"/>
                </a:lnTo>
                <a:lnTo>
                  <a:pt x="182" y="603"/>
                </a:lnTo>
                <a:lnTo>
                  <a:pt x="181" y="603"/>
                </a:lnTo>
                <a:lnTo>
                  <a:pt x="181" y="604"/>
                </a:lnTo>
                <a:lnTo>
                  <a:pt x="180" y="605"/>
                </a:lnTo>
                <a:lnTo>
                  <a:pt x="180" y="606"/>
                </a:lnTo>
                <a:lnTo>
                  <a:pt x="180" y="607"/>
                </a:lnTo>
                <a:lnTo>
                  <a:pt x="179" y="607"/>
                </a:lnTo>
                <a:lnTo>
                  <a:pt x="178" y="607"/>
                </a:lnTo>
                <a:lnTo>
                  <a:pt x="178" y="608"/>
                </a:lnTo>
                <a:lnTo>
                  <a:pt x="177" y="608"/>
                </a:lnTo>
                <a:lnTo>
                  <a:pt x="178" y="608"/>
                </a:lnTo>
                <a:lnTo>
                  <a:pt x="177" y="608"/>
                </a:lnTo>
                <a:lnTo>
                  <a:pt x="177" y="609"/>
                </a:lnTo>
                <a:lnTo>
                  <a:pt x="176" y="609"/>
                </a:lnTo>
                <a:lnTo>
                  <a:pt x="177" y="609"/>
                </a:lnTo>
                <a:lnTo>
                  <a:pt x="176" y="610"/>
                </a:lnTo>
                <a:lnTo>
                  <a:pt x="175" y="610"/>
                </a:lnTo>
                <a:lnTo>
                  <a:pt x="174" y="611"/>
                </a:lnTo>
                <a:lnTo>
                  <a:pt x="175" y="611"/>
                </a:lnTo>
                <a:lnTo>
                  <a:pt x="175" y="612"/>
                </a:lnTo>
                <a:lnTo>
                  <a:pt x="174" y="613"/>
                </a:lnTo>
                <a:lnTo>
                  <a:pt x="173" y="613"/>
                </a:lnTo>
                <a:lnTo>
                  <a:pt x="173" y="614"/>
                </a:lnTo>
                <a:lnTo>
                  <a:pt x="172" y="614"/>
                </a:lnTo>
                <a:lnTo>
                  <a:pt x="172" y="613"/>
                </a:lnTo>
                <a:lnTo>
                  <a:pt x="171" y="614"/>
                </a:lnTo>
                <a:lnTo>
                  <a:pt x="171" y="615"/>
                </a:lnTo>
                <a:lnTo>
                  <a:pt x="171" y="616"/>
                </a:lnTo>
                <a:lnTo>
                  <a:pt x="170" y="616"/>
                </a:lnTo>
                <a:lnTo>
                  <a:pt x="170" y="617"/>
                </a:lnTo>
                <a:lnTo>
                  <a:pt x="170" y="618"/>
                </a:lnTo>
                <a:lnTo>
                  <a:pt x="170" y="619"/>
                </a:lnTo>
                <a:lnTo>
                  <a:pt x="170" y="620"/>
                </a:lnTo>
                <a:lnTo>
                  <a:pt x="170" y="621"/>
                </a:lnTo>
                <a:lnTo>
                  <a:pt x="169" y="622"/>
                </a:lnTo>
                <a:lnTo>
                  <a:pt x="168" y="623"/>
                </a:lnTo>
                <a:lnTo>
                  <a:pt x="167" y="624"/>
                </a:lnTo>
                <a:lnTo>
                  <a:pt x="166" y="625"/>
                </a:lnTo>
                <a:lnTo>
                  <a:pt x="166" y="626"/>
                </a:lnTo>
                <a:lnTo>
                  <a:pt x="166" y="627"/>
                </a:lnTo>
                <a:lnTo>
                  <a:pt x="165" y="627"/>
                </a:lnTo>
                <a:lnTo>
                  <a:pt x="165" y="628"/>
                </a:lnTo>
                <a:lnTo>
                  <a:pt x="165" y="629"/>
                </a:lnTo>
                <a:lnTo>
                  <a:pt x="166" y="629"/>
                </a:lnTo>
                <a:lnTo>
                  <a:pt x="166" y="630"/>
                </a:lnTo>
                <a:lnTo>
                  <a:pt x="166" y="631"/>
                </a:lnTo>
                <a:lnTo>
                  <a:pt x="167" y="630"/>
                </a:lnTo>
                <a:lnTo>
                  <a:pt x="167" y="631"/>
                </a:lnTo>
                <a:lnTo>
                  <a:pt x="168" y="631"/>
                </a:lnTo>
                <a:lnTo>
                  <a:pt x="168" y="632"/>
                </a:lnTo>
                <a:lnTo>
                  <a:pt x="168" y="633"/>
                </a:lnTo>
                <a:lnTo>
                  <a:pt x="168" y="634"/>
                </a:lnTo>
                <a:lnTo>
                  <a:pt x="167" y="634"/>
                </a:lnTo>
                <a:lnTo>
                  <a:pt x="167" y="635"/>
                </a:lnTo>
                <a:lnTo>
                  <a:pt x="166" y="635"/>
                </a:lnTo>
                <a:lnTo>
                  <a:pt x="166" y="636"/>
                </a:lnTo>
                <a:lnTo>
                  <a:pt x="167" y="636"/>
                </a:lnTo>
                <a:lnTo>
                  <a:pt x="168" y="636"/>
                </a:lnTo>
                <a:lnTo>
                  <a:pt x="169" y="637"/>
                </a:lnTo>
                <a:lnTo>
                  <a:pt x="170" y="637"/>
                </a:lnTo>
                <a:lnTo>
                  <a:pt x="171" y="637"/>
                </a:lnTo>
                <a:lnTo>
                  <a:pt x="171" y="638"/>
                </a:lnTo>
                <a:lnTo>
                  <a:pt x="170" y="638"/>
                </a:lnTo>
                <a:lnTo>
                  <a:pt x="170" y="639"/>
                </a:lnTo>
                <a:lnTo>
                  <a:pt x="170" y="640"/>
                </a:lnTo>
                <a:lnTo>
                  <a:pt x="171" y="640"/>
                </a:lnTo>
                <a:lnTo>
                  <a:pt x="171" y="641"/>
                </a:lnTo>
                <a:lnTo>
                  <a:pt x="171" y="642"/>
                </a:lnTo>
                <a:lnTo>
                  <a:pt x="172" y="642"/>
                </a:lnTo>
                <a:lnTo>
                  <a:pt x="173" y="642"/>
                </a:lnTo>
                <a:lnTo>
                  <a:pt x="173" y="644"/>
                </a:lnTo>
                <a:lnTo>
                  <a:pt x="173" y="645"/>
                </a:lnTo>
                <a:lnTo>
                  <a:pt x="172" y="645"/>
                </a:lnTo>
                <a:lnTo>
                  <a:pt x="171" y="645"/>
                </a:lnTo>
                <a:lnTo>
                  <a:pt x="171" y="646"/>
                </a:lnTo>
                <a:lnTo>
                  <a:pt x="172" y="646"/>
                </a:lnTo>
                <a:lnTo>
                  <a:pt x="173" y="646"/>
                </a:lnTo>
                <a:lnTo>
                  <a:pt x="174" y="645"/>
                </a:lnTo>
                <a:lnTo>
                  <a:pt x="175" y="645"/>
                </a:lnTo>
                <a:lnTo>
                  <a:pt x="176" y="645"/>
                </a:lnTo>
                <a:lnTo>
                  <a:pt x="176" y="644"/>
                </a:lnTo>
                <a:lnTo>
                  <a:pt x="177" y="644"/>
                </a:lnTo>
                <a:lnTo>
                  <a:pt x="178" y="645"/>
                </a:lnTo>
                <a:lnTo>
                  <a:pt x="178" y="646"/>
                </a:lnTo>
                <a:lnTo>
                  <a:pt x="178" y="647"/>
                </a:lnTo>
                <a:lnTo>
                  <a:pt x="177" y="648"/>
                </a:lnTo>
                <a:lnTo>
                  <a:pt x="178" y="648"/>
                </a:lnTo>
                <a:lnTo>
                  <a:pt x="179" y="649"/>
                </a:lnTo>
                <a:lnTo>
                  <a:pt x="178" y="649"/>
                </a:lnTo>
                <a:lnTo>
                  <a:pt x="179" y="649"/>
                </a:lnTo>
                <a:lnTo>
                  <a:pt x="180" y="650"/>
                </a:lnTo>
                <a:lnTo>
                  <a:pt x="181" y="649"/>
                </a:lnTo>
                <a:lnTo>
                  <a:pt x="181" y="650"/>
                </a:lnTo>
                <a:lnTo>
                  <a:pt x="182" y="650"/>
                </a:lnTo>
                <a:lnTo>
                  <a:pt x="182" y="651"/>
                </a:lnTo>
                <a:lnTo>
                  <a:pt x="182" y="652"/>
                </a:lnTo>
                <a:lnTo>
                  <a:pt x="183" y="652"/>
                </a:lnTo>
                <a:lnTo>
                  <a:pt x="183" y="653"/>
                </a:lnTo>
                <a:lnTo>
                  <a:pt x="183" y="654"/>
                </a:lnTo>
                <a:lnTo>
                  <a:pt x="183" y="655"/>
                </a:lnTo>
                <a:lnTo>
                  <a:pt x="182" y="655"/>
                </a:lnTo>
                <a:lnTo>
                  <a:pt x="182" y="656"/>
                </a:lnTo>
                <a:lnTo>
                  <a:pt x="183" y="656"/>
                </a:lnTo>
                <a:lnTo>
                  <a:pt x="183" y="657"/>
                </a:lnTo>
                <a:lnTo>
                  <a:pt x="183" y="658"/>
                </a:lnTo>
                <a:lnTo>
                  <a:pt x="182" y="658"/>
                </a:lnTo>
                <a:lnTo>
                  <a:pt x="183" y="658"/>
                </a:lnTo>
                <a:lnTo>
                  <a:pt x="183" y="659"/>
                </a:lnTo>
                <a:lnTo>
                  <a:pt x="183" y="660"/>
                </a:lnTo>
                <a:lnTo>
                  <a:pt x="183" y="661"/>
                </a:lnTo>
                <a:lnTo>
                  <a:pt x="183" y="662"/>
                </a:lnTo>
                <a:lnTo>
                  <a:pt x="184" y="662"/>
                </a:lnTo>
                <a:lnTo>
                  <a:pt x="183" y="663"/>
                </a:lnTo>
                <a:lnTo>
                  <a:pt x="183" y="662"/>
                </a:lnTo>
                <a:lnTo>
                  <a:pt x="183" y="663"/>
                </a:lnTo>
                <a:lnTo>
                  <a:pt x="183" y="662"/>
                </a:lnTo>
                <a:lnTo>
                  <a:pt x="182" y="662"/>
                </a:lnTo>
                <a:lnTo>
                  <a:pt x="182" y="661"/>
                </a:lnTo>
                <a:lnTo>
                  <a:pt x="182" y="660"/>
                </a:lnTo>
                <a:lnTo>
                  <a:pt x="181" y="660"/>
                </a:lnTo>
                <a:lnTo>
                  <a:pt x="180" y="660"/>
                </a:lnTo>
                <a:lnTo>
                  <a:pt x="180" y="661"/>
                </a:lnTo>
                <a:lnTo>
                  <a:pt x="180" y="662"/>
                </a:lnTo>
                <a:lnTo>
                  <a:pt x="180" y="663"/>
                </a:lnTo>
                <a:lnTo>
                  <a:pt x="179" y="663"/>
                </a:lnTo>
                <a:lnTo>
                  <a:pt x="178" y="663"/>
                </a:lnTo>
                <a:lnTo>
                  <a:pt x="178" y="664"/>
                </a:lnTo>
                <a:lnTo>
                  <a:pt x="177" y="664"/>
                </a:lnTo>
                <a:lnTo>
                  <a:pt x="176" y="663"/>
                </a:lnTo>
                <a:lnTo>
                  <a:pt x="176" y="662"/>
                </a:lnTo>
                <a:lnTo>
                  <a:pt x="176" y="661"/>
                </a:lnTo>
                <a:lnTo>
                  <a:pt x="176" y="662"/>
                </a:lnTo>
                <a:lnTo>
                  <a:pt x="176" y="663"/>
                </a:lnTo>
                <a:lnTo>
                  <a:pt x="176" y="664"/>
                </a:lnTo>
                <a:lnTo>
                  <a:pt x="175" y="664"/>
                </a:lnTo>
                <a:lnTo>
                  <a:pt x="174" y="664"/>
                </a:lnTo>
                <a:lnTo>
                  <a:pt x="173" y="665"/>
                </a:lnTo>
                <a:lnTo>
                  <a:pt x="173" y="666"/>
                </a:lnTo>
                <a:lnTo>
                  <a:pt x="174" y="666"/>
                </a:lnTo>
                <a:lnTo>
                  <a:pt x="173" y="666"/>
                </a:lnTo>
                <a:lnTo>
                  <a:pt x="173" y="667"/>
                </a:lnTo>
                <a:lnTo>
                  <a:pt x="173" y="668"/>
                </a:lnTo>
                <a:lnTo>
                  <a:pt x="172" y="668"/>
                </a:lnTo>
                <a:lnTo>
                  <a:pt x="171" y="669"/>
                </a:lnTo>
                <a:lnTo>
                  <a:pt x="170" y="669"/>
                </a:lnTo>
                <a:lnTo>
                  <a:pt x="170" y="668"/>
                </a:lnTo>
                <a:lnTo>
                  <a:pt x="169" y="668"/>
                </a:lnTo>
                <a:lnTo>
                  <a:pt x="169" y="669"/>
                </a:lnTo>
                <a:lnTo>
                  <a:pt x="168" y="669"/>
                </a:lnTo>
                <a:lnTo>
                  <a:pt x="167" y="668"/>
                </a:lnTo>
                <a:lnTo>
                  <a:pt x="166" y="667"/>
                </a:lnTo>
                <a:lnTo>
                  <a:pt x="166" y="666"/>
                </a:lnTo>
                <a:lnTo>
                  <a:pt x="167" y="666"/>
                </a:lnTo>
                <a:lnTo>
                  <a:pt x="167" y="665"/>
                </a:lnTo>
                <a:lnTo>
                  <a:pt x="167" y="664"/>
                </a:lnTo>
                <a:lnTo>
                  <a:pt x="166" y="664"/>
                </a:lnTo>
                <a:lnTo>
                  <a:pt x="165" y="664"/>
                </a:lnTo>
                <a:lnTo>
                  <a:pt x="164" y="664"/>
                </a:lnTo>
                <a:lnTo>
                  <a:pt x="164" y="663"/>
                </a:lnTo>
                <a:lnTo>
                  <a:pt x="164" y="662"/>
                </a:lnTo>
                <a:lnTo>
                  <a:pt x="163" y="661"/>
                </a:lnTo>
                <a:lnTo>
                  <a:pt x="163" y="660"/>
                </a:lnTo>
                <a:lnTo>
                  <a:pt x="163" y="659"/>
                </a:lnTo>
                <a:lnTo>
                  <a:pt x="162" y="659"/>
                </a:lnTo>
                <a:lnTo>
                  <a:pt x="162" y="658"/>
                </a:lnTo>
                <a:lnTo>
                  <a:pt x="161" y="658"/>
                </a:lnTo>
                <a:lnTo>
                  <a:pt x="161" y="657"/>
                </a:lnTo>
                <a:lnTo>
                  <a:pt x="160" y="657"/>
                </a:lnTo>
                <a:lnTo>
                  <a:pt x="160" y="658"/>
                </a:lnTo>
                <a:lnTo>
                  <a:pt x="159" y="657"/>
                </a:lnTo>
                <a:lnTo>
                  <a:pt x="158" y="657"/>
                </a:lnTo>
                <a:lnTo>
                  <a:pt x="158" y="656"/>
                </a:lnTo>
                <a:lnTo>
                  <a:pt x="157" y="656"/>
                </a:lnTo>
                <a:lnTo>
                  <a:pt x="158" y="656"/>
                </a:lnTo>
                <a:lnTo>
                  <a:pt x="158" y="657"/>
                </a:lnTo>
                <a:lnTo>
                  <a:pt x="157" y="657"/>
                </a:lnTo>
                <a:lnTo>
                  <a:pt x="156" y="658"/>
                </a:lnTo>
                <a:lnTo>
                  <a:pt x="155" y="658"/>
                </a:lnTo>
                <a:lnTo>
                  <a:pt x="154" y="658"/>
                </a:lnTo>
                <a:lnTo>
                  <a:pt x="155" y="658"/>
                </a:lnTo>
                <a:lnTo>
                  <a:pt x="154" y="658"/>
                </a:lnTo>
                <a:lnTo>
                  <a:pt x="154" y="657"/>
                </a:lnTo>
                <a:lnTo>
                  <a:pt x="153" y="657"/>
                </a:lnTo>
                <a:lnTo>
                  <a:pt x="153" y="656"/>
                </a:lnTo>
                <a:lnTo>
                  <a:pt x="152" y="656"/>
                </a:lnTo>
                <a:lnTo>
                  <a:pt x="151" y="656"/>
                </a:lnTo>
                <a:lnTo>
                  <a:pt x="151" y="657"/>
                </a:lnTo>
                <a:lnTo>
                  <a:pt x="150" y="657"/>
                </a:lnTo>
                <a:lnTo>
                  <a:pt x="150" y="658"/>
                </a:lnTo>
                <a:lnTo>
                  <a:pt x="149" y="658"/>
                </a:lnTo>
                <a:lnTo>
                  <a:pt x="148" y="659"/>
                </a:lnTo>
                <a:lnTo>
                  <a:pt x="149" y="659"/>
                </a:lnTo>
                <a:lnTo>
                  <a:pt x="149" y="660"/>
                </a:lnTo>
                <a:lnTo>
                  <a:pt x="148" y="660"/>
                </a:lnTo>
                <a:lnTo>
                  <a:pt x="147" y="660"/>
                </a:lnTo>
                <a:lnTo>
                  <a:pt x="146" y="659"/>
                </a:lnTo>
                <a:lnTo>
                  <a:pt x="145" y="659"/>
                </a:lnTo>
                <a:lnTo>
                  <a:pt x="145" y="660"/>
                </a:lnTo>
                <a:lnTo>
                  <a:pt x="145" y="661"/>
                </a:lnTo>
                <a:lnTo>
                  <a:pt x="144" y="661"/>
                </a:lnTo>
                <a:lnTo>
                  <a:pt x="144" y="662"/>
                </a:lnTo>
                <a:lnTo>
                  <a:pt x="144" y="663"/>
                </a:lnTo>
                <a:lnTo>
                  <a:pt x="144" y="664"/>
                </a:lnTo>
                <a:lnTo>
                  <a:pt x="144" y="665"/>
                </a:lnTo>
                <a:lnTo>
                  <a:pt x="144" y="666"/>
                </a:lnTo>
                <a:lnTo>
                  <a:pt x="143" y="667"/>
                </a:lnTo>
                <a:lnTo>
                  <a:pt x="143" y="668"/>
                </a:lnTo>
                <a:lnTo>
                  <a:pt x="142" y="668"/>
                </a:lnTo>
                <a:lnTo>
                  <a:pt x="141" y="669"/>
                </a:lnTo>
                <a:lnTo>
                  <a:pt x="140" y="670"/>
                </a:lnTo>
                <a:lnTo>
                  <a:pt x="141" y="670"/>
                </a:lnTo>
                <a:lnTo>
                  <a:pt x="140" y="671"/>
                </a:lnTo>
                <a:lnTo>
                  <a:pt x="139" y="671"/>
                </a:lnTo>
                <a:lnTo>
                  <a:pt x="138" y="671"/>
                </a:lnTo>
                <a:lnTo>
                  <a:pt x="137" y="671"/>
                </a:lnTo>
                <a:lnTo>
                  <a:pt x="136" y="671"/>
                </a:lnTo>
                <a:lnTo>
                  <a:pt x="135" y="671"/>
                </a:lnTo>
                <a:lnTo>
                  <a:pt x="134" y="672"/>
                </a:lnTo>
                <a:lnTo>
                  <a:pt x="133" y="672"/>
                </a:lnTo>
                <a:lnTo>
                  <a:pt x="133" y="673"/>
                </a:lnTo>
                <a:lnTo>
                  <a:pt x="131" y="673"/>
                </a:lnTo>
                <a:lnTo>
                  <a:pt x="131" y="671"/>
                </a:lnTo>
                <a:lnTo>
                  <a:pt x="133" y="671"/>
                </a:lnTo>
                <a:lnTo>
                  <a:pt x="133" y="670"/>
                </a:lnTo>
                <a:lnTo>
                  <a:pt x="133" y="669"/>
                </a:lnTo>
                <a:lnTo>
                  <a:pt x="133" y="668"/>
                </a:lnTo>
                <a:lnTo>
                  <a:pt x="133" y="667"/>
                </a:lnTo>
                <a:lnTo>
                  <a:pt x="131" y="667"/>
                </a:lnTo>
                <a:lnTo>
                  <a:pt x="131" y="666"/>
                </a:lnTo>
                <a:lnTo>
                  <a:pt x="130" y="666"/>
                </a:lnTo>
                <a:lnTo>
                  <a:pt x="130" y="665"/>
                </a:lnTo>
                <a:lnTo>
                  <a:pt x="131" y="665"/>
                </a:lnTo>
                <a:lnTo>
                  <a:pt x="131" y="664"/>
                </a:lnTo>
                <a:lnTo>
                  <a:pt x="131" y="663"/>
                </a:lnTo>
                <a:lnTo>
                  <a:pt x="130" y="663"/>
                </a:lnTo>
                <a:lnTo>
                  <a:pt x="129" y="663"/>
                </a:lnTo>
                <a:lnTo>
                  <a:pt x="128" y="663"/>
                </a:lnTo>
                <a:lnTo>
                  <a:pt x="127" y="663"/>
                </a:lnTo>
                <a:lnTo>
                  <a:pt x="126" y="663"/>
                </a:lnTo>
                <a:lnTo>
                  <a:pt x="126" y="664"/>
                </a:lnTo>
                <a:lnTo>
                  <a:pt x="126" y="665"/>
                </a:lnTo>
                <a:lnTo>
                  <a:pt x="125" y="665"/>
                </a:lnTo>
                <a:lnTo>
                  <a:pt x="125" y="664"/>
                </a:lnTo>
                <a:lnTo>
                  <a:pt x="124" y="664"/>
                </a:lnTo>
                <a:lnTo>
                  <a:pt x="123" y="665"/>
                </a:lnTo>
                <a:lnTo>
                  <a:pt x="122" y="665"/>
                </a:lnTo>
                <a:lnTo>
                  <a:pt x="121" y="664"/>
                </a:lnTo>
                <a:lnTo>
                  <a:pt x="120" y="664"/>
                </a:lnTo>
                <a:lnTo>
                  <a:pt x="119" y="664"/>
                </a:lnTo>
                <a:lnTo>
                  <a:pt x="119" y="665"/>
                </a:lnTo>
                <a:lnTo>
                  <a:pt x="118" y="665"/>
                </a:lnTo>
                <a:lnTo>
                  <a:pt x="117" y="665"/>
                </a:lnTo>
                <a:lnTo>
                  <a:pt x="118" y="664"/>
                </a:lnTo>
                <a:lnTo>
                  <a:pt x="117" y="664"/>
                </a:lnTo>
                <a:lnTo>
                  <a:pt x="116" y="664"/>
                </a:lnTo>
                <a:lnTo>
                  <a:pt x="116" y="663"/>
                </a:lnTo>
                <a:lnTo>
                  <a:pt x="116" y="662"/>
                </a:lnTo>
                <a:lnTo>
                  <a:pt x="115" y="662"/>
                </a:lnTo>
                <a:lnTo>
                  <a:pt x="114" y="662"/>
                </a:lnTo>
                <a:lnTo>
                  <a:pt x="114" y="663"/>
                </a:lnTo>
                <a:lnTo>
                  <a:pt x="113" y="663"/>
                </a:lnTo>
                <a:lnTo>
                  <a:pt x="112" y="663"/>
                </a:lnTo>
                <a:lnTo>
                  <a:pt x="111" y="663"/>
                </a:lnTo>
                <a:lnTo>
                  <a:pt x="111" y="664"/>
                </a:lnTo>
                <a:lnTo>
                  <a:pt x="110" y="663"/>
                </a:lnTo>
                <a:lnTo>
                  <a:pt x="108" y="663"/>
                </a:lnTo>
                <a:lnTo>
                  <a:pt x="108" y="664"/>
                </a:lnTo>
                <a:lnTo>
                  <a:pt x="107" y="664"/>
                </a:lnTo>
                <a:lnTo>
                  <a:pt x="106" y="664"/>
                </a:lnTo>
                <a:lnTo>
                  <a:pt x="106" y="665"/>
                </a:lnTo>
                <a:lnTo>
                  <a:pt x="105" y="665"/>
                </a:lnTo>
                <a:lnTo>
                  <a:pt x="104" y="665"/>
                </a:lnTo>
                <a:lnTo>
                  <a:pt x="104" y="664"/>
                </a:lnTo>
                <a:lnTo>
                  <a:pt x="103" y="665"/>
                </a:lnTo>
                <a:lnTo>
                  <a:pt x="102" y="665"/>
                </a:lnTo>
                <a:lnTo>
                  <a:pt x="102" y="666"/>
                </a:lnTo>
                <a:lnTo>
                  <a:pt x="101" y="666"/>
                </a:lnTo>
                <a:lnTo>
                  <a:pt x="101" y="665"/>
                </a:lnTo>
                <a:lnTo>
                  <a:pt x="102" y="665"/>
                </a:lnTo>
                <a:lnTo>
                  <a:pt x="102" y="664"/>
                </a:lnTo>
                <a:lnTo>
                  <a:pt x="101" y="664"/>
                </a:lnTo>
                <a:lnTo>
                  <a:pt x="101" y="663"/>
                </a:lnTo>
                <a:lnTo>
                  <a:pt x="100" y="663"/>
                </a:lnTo>
                <a:lnTo>
                  <a:pt x="100" y="662"/>
                </a:lnTo>
                <a:lnTo>
                  <a:pt x="99" y="662"/>
                </a:lnTo>
                <a:lnTo>
                  <a:pt x="98" y="662"/>
                </a:lnTo>
                <a:lnTo>
                  <a:pt x="97" y="662"/>
                </a:lnTo>
                <a:lnTo>
                  <a:pt x="97" y="661"/>
                </a:lnTo>
                <a:lnTo>
                  <a:pt x="97" y="660"/>
                </a:lnTo>
                <a:lnTo>
                  <a:pt x="96" y="660"/>
                </a:lnTo>
                <a:lnTo>
                  <a:pt x="95" y="660"/>
                </a:lnTo>
                <a:lnTo>
                  <a:pt x="95" y="661"/>
                </a:lnTo>
                <a:lnTo>
                  <a:pt x="95" y="660"/>
                </a:lnTo>
                <a:lnTo>
                  <a:pt x="94" y="660"/>
                </a:lnTo>
                <a:lnTo>
                  <a:pt x="93" y="660"/>
                </a:lnTo>
                <a:lnTo>
                  <a:pt x="92" y="659"/>
                </a:lnTo>
                <a:lnTo>
                  <a:pt x="92" y="660"/>
                </a:lnTo>
                <a:lnTo>
                  <a:pt x="91" y="659"/>
                </a:lnTo>
                <a:lnTo>
                  <a:pt x="91" y="658"/>
                </a:lnTo>
                <a:lnTo>
                  <a:pt x="90" y="658"/>
                </a:lnTo>
                <a:lnTo>
                  <a:pt x="90" y="657"/>
                </a:lnTo>
                <a:lnTo>
                  <a:pt x="90" y="656"/>
                </a:lnTo>
                <a:lnTo>
                  <a:pt x="89" y="656"/>
                </a:lnTo>
                <a:lnTo>
                  <a:pt x="88" y="657"/>
                </a:lnTo>
                <a:lnTo>
                  <a:pt x="87" y="657"/>
                </a:lnTo>
                <a:lnTo>
                  <a:pt x="86" y="657"/>
                </a:lnTo>
                <a:lnTo>
                  <a:pt x="86" y="656"/>
                </a:lnTo>
                <a:lnTo>
                  <a:pt x="86" y="655"/>
                </a:lnTo>
                <a:lnTo>
                  <a:pt x="85" y="654"/>
                </a:lnTo>
                <a:lnTo>
                  <a:pt x="85" y="655"/>
                </a:lnTo>
                <a:lnTo>
                  <a:pt x="84" y="655"/>
                </a:lnTo>
                <a:lnTo>
                  <a:pt x="83" y="655"/>
                </a:lnTo>
                <a:lnTo>
                  <a:pt x="82" y="655"/>
                </a:lnTo>
                <a:lnTo>
                  <a:pt x="82" y="654"/>
                </a:lnTo>
                <a:lnTo>
                  <a:pt x="81" y="654"/>
                </a:lnTo>
                <a:lnTo>
                  <a:pt x="81" y="653"/>
                </a:lnTo>
                <a:lnTo>
                  <a:pt x="80" y="653"/>
                </a:lnTo>
                <a:lnTo>
                  <a:pt x="80" y="652"/>
                </a:lnTo>
                <a:lnTo>
                  <a:pt x="78" y="652"/>
                </a:lnTo>
                <a:lnTo>
                  <a:pt x="77" y="652"/>
                </a:lnTo>
                <a:lnTo>
                  <a:pt x="76" y="652"/>
                </a:lnTo>
                <a:lnTo>
                  <a:pt x="75" y="652"/>
                </a:lnTo>
                <a:lnTo>
                  <a:pt x="73" y="652"/>
                </a:lnTo>
                <a:lnTo>
                  <a:pt x="73" y="651"/>
                </a:lnTo>
                <a:lnTo>
                  <a:pt x="72" y="651"/>
                </a:lnTo>
                <a:lnTo>
                  <a:pt x="71" y="651"/>
                </a:lnTo>
                <a:lnTo>
                  <a:pt x="71" y="652"/>
                </a:lnTo>
                <a:lnTo>
                  <a:pt x="70" y="652"/>
                </a:lnTo>
                <a:lnTo>
                  <a:pt x="69" y="651"/>
                </a:lnTo>
                <a:lnTo>
                  <a:pt x="69" y="650"/>
                </a:lnTo>
                <a:lnTo>
                  <a:pt x="68" y="650"/>
                </a:lnTo>
                <a:lnTo>
                  <a:pt x="67" y="650"/>
                </a:lnTo>
                <a:lnTo>
                  <a:pt x="67" y="651"/>
                </a:lnTo>
                <a:lnTo>
                  <a:pt x="67" y="652"/>
                </a:lnTo>
                <a:lnTo>
                  <a:pt x="67" y="653"/>
                </a:lnTo>
                <a:lnTo>
                  <a:pt x="66" y="653"/>
                </a:lnTo>
                <a:lnTo>
                  <a:pt x="66" y="652"/>
                </a:lnTo>
                <a:lnTo>
                  <a:pt x="65" y="652"/>
                </a:lnTo>
                <a:lnTo>
                  <a:pt x="65" y="653"/>
                </a:lnTo>
                <a:lnTo>
                  <a:pt x="64" y="653"/>
                </a:lnTo>
                <a:lnTo>
                  <a:pt x="64" y="652"/>
                </a:lnTo>
                <a:lnTo>
                  <a:pt x="64" y="651"/>
                </a:lnTo>
                <a:lnTo>
                  <a:pt x="64" y="650"/>
                </a:lnTo>
                <a:lnTo>
                  <a:pt x="63" y="650"/>
                </a:lnTo>
                <a:lnTo>
                  <a:pt x="62" y="650"/>
                </a:lnTo>
                <a:lnTo>
                  <a:pt x="61" y="649"/>
                </a:lnTo>
                <a:lnTo>
                  <a:pt x="60" y="649"/>
                </a:lnTo>
                <a:lnTo>
                  <a:pt x="60" y="650"/>
                </a:lnTo>
                <a:lnTo>
                  <a:pt x="59" y="650"/>
                </a:lnTo>
                <a:lnTo>
                  <a:pt x="58" y="650"/>
                </a:lnTo>
                <a:lnTo>
                  <a:pt x="57" y="649"/>
                </a:lnTo>
                <a:lnTo>
                  <a:pt x="57" y="650"/>
                </a:lnTo>
                <a:lnTo>
                  <a:pt x="56" y="650"/>
                </a:lnTo>
                <a:lnTo>
                  <a:pt x="54" y="650"/>
                </a:lnTo>
                <a:lnTo>
                  <a:pt x="54" y="649"/>
                </a:lnTo>
                <a:lnTo>
                  <a:pt x="54" y="648"/>
                </a:lnTo>
                <a:lnTo>
                  <a:pt x="53" y="648"/>
                </a:lnTo>
                <a:lnTo>
                  <a:pt x="52" y="647"/>
                </a:lnTo>
                <a:lnTo>
                  <a:pt x="53" y="646"/>
                </a:lnTo>
                <a:lnTo>
                  <a:pt x="54" y="646"/>
                </a:lnTo>
                <a:lnTo>
                  <a:pt x="54" y="645"/>
                </a:lnTo>
                <a:lnTo>
                  <a:pt x="54" y="644"/>
                </a:lnTo>
                <a:lnTo>
                  <a:pt x="53" y="644"/>
                </a:lnTo>
                <a:lnTo>
                  <a:pt x="52" y="644"/>
                </a:lnTo>
                <a:lnTo>
                  <a:pt x="51" y="644"/>
                </a:lnTo>
                <a:lnTo>
                  <a:pt x="51" y="645"/>
                </a:lnTo>
                <a:lnTo>
                  <a:pt x="51" y="644"/>
                </a:lnTo>
                <a:lnTo>
                  <a:pt x="51" y="643"/>
                </a:lnTo>
                <a:lnTo>
                  <a:pt x="51" y="642"/>
                </a:lnTo>
                <a:lnTo>
                  <a:pt x="52" y="642"/>
                </a:lnTo>
                <a:lnTo>
                  <a:pt x="51" y="642"/>
                </a:lnTo>
                <a:lnTo>
                  <a:pt x="51" y="641"/>
                </a:lnTo>
                <a:lnTo>
                  <a:pt x="50" y="641"/>
                </a:lnTo>
                <a:lnTo>
                  <a:pt x="50" y="642"/>
                </a:lnTo>
                <a:lnTo>
                  <a:pt x="50" y="643"/>
                </a:lnTo>
                <a:lnTo>
                  <a:pt x="49" y="643"/>
                </a:lnTo>
                <a:lnTo>
                  <a:pt x="49" y="642"/>
                </a:lnTo>
                <a:lnTo>
                  <a:pt x="48" y="642"/>
                </a:lnTo>
                <a:lnTo>
                  <a:pt x="48" y="641"/>
                </a:lnTo>
                <a:lnTo>
                  <a:pt x="47" y="641"/>
                </a:lnTo>
                <a:lnTo>
                  <a:pt x="46" y="641"/>
                </a:lnTo>
                <a:lnTo>
                  <a:pt x="46" y="642"/>
                </a:lnTo>
                <a:lnTo>
                  <a:pt x="47" y="642"/>
                </a:lnTo>
                <a:lnTo>
                  <a:pt x="48" y="643"/>
                </a:lnTo>
                <a:lnTo>
                  <a:pt x="49" y="643"/>
                </a:lnTo>
                <a:lnTo>
                  <a:pt x="49" y="644"/>
                </a:lnTo>
                <a:lnTo>
                  <a:pt x="48" y="645"/>
                </a:lnTo>
                <a:lnTo>
                  <a:pt x="47" y="645"/>
                </a:lnTo>
                <a:lnTo>
                  <a:pt x="47" y="644"/>
                </a:lnTo>
                <a:lnTo>
                  <a:pt x="46" y="644"/>
                </a:lnTo>
                <a:lnTo>
                  <a:pt x="46" y="643"/>
                </a:lnTo>
                <a:lnTo>
                  <a:pt x="45" y="642"/>
                </a:lnTo>
                <a:lnTo>
                  <a:pt x="45" y="641"/>
                </a:lnTo>
                <a:lnTo>
                  <a:pt x="44" y="641"/>
                </a:lnTo>
                <a:lnTo>
                  <a:pt x="44" y="642"/>
                </a:lnTo>
                <a:lnTo>
                  <a:pt x="45" y="642"/>
                </a:lnTo>
                <a:lnTo>
                  <a:pt x="45" y="643"/>
                </a:lnTo>
                <a:lnTo>
                  <a:pt x="44" y="643"/>
                </a:lnTo>
                <a:lnTo>
                  <a:pt x="43" y="643"/>
                </a:lnTo>
                <a:lnTo>
                  <a:pt x="43" y="644"/>
                </a:lnTo>
                <a:lnTo>
                  <a:pt x="43" y="645"/>
                </a:lnTo>
                <a:lnTo>
                  <a:pt x="41" y="645"/>
                </a:lnTo>
                <a:lnTo>
                  <a:pt x="41" y="646"/>
                </a:lnTo>
                <a:lnTo>
                  <a:pt x="40" y="646"/>
                </a:lnTo>
                <a:lnTo>
                  <a:pt x="40" y="645"/>
                </a:lnTo>
                <a:lnTo>
                  <a:pt x="39" y="642"/>
                </a:lnTo>
                <a:lnTo>
                  <a:pt x="38" y="642"/>
                </a:lnTo>
                <a:lnTo>
                  <a:pt x="38" y="641"/>
                </a:lnTo>
                <a:lnTo>
                  <a:pt x="37" y="642"/>
                </a:lnTo>
                <a:lnTo>
                  <a:pt x="36" y="642"/>
                </a:lnTo>
                <a:lnTo>
                  <a:pt x="35" y="642"/>
                </a:lnTo>
                <a:lnTo>
                  <a:pt x="35" y="643"/>
                </a:lnTo>
                <a:lnTo>
                  <a:pt x="36" y="644"/>
                </a:lnTo>
                <a:lnTo>
                  <a:pt x="35" y="644"/>
                </a:lnTo>
                <a:lnTo>
                  <a:pt x="34" y="644"/>
                </a:lnTo>
                <a:lnTo>
                  <a:pt x="33" y="644"/>
                </a:lnTo>
                <a:lnTo>
                  <a:pt x="32" y="644"/>
                </a:lnTo>
                <a:lnTo>
                  <a:pt x="31" y="643"/>
                </a:lnTo>
                <a:lnTo>
                  <a:pt x="31" y="642"/>
                </a:lnTo>
                <a:lnTo>
                  <a:pt x="30" y="642"/>
                </a:lnTo>
                <a:lnTo>
                  <a:pt x="29" y="642"/>
                </a:lnTo>
                <a:lnTo>
                  <a:pt x="28" y="642"/>
                </a:lnTo>
                <a:lnTo>
                  <a:pt x="27" y="641"/>
                </a:lnTo>
                <a:lnTo>
                  <a:pt x="26" y="640"/>
                </a:lnTo>
                <a:lnTo>
                  <a:pt x="25" y="640"/>
                </a:lnTo>
                <a:lnTo>
                  <a:pt x="25" y="641"/>
                </a:lnTo>
                <a:lnTo>
                  <a:pt x="25" y="640"/>
                </a:lnTo>
                <a:lnTo>
                  <a:pt x="26" y="640"/>
                </a:lnTo>
                <a:lnTo>
                  <a:pt x="25" y="639"/>
                </a:lnTo>
                <a:lnTo>
                  <a:pt x="24" y="639"/>
                </a:lnTo>
                <a:lnTo>
                  <a:pt x="24" y="637"/>
                </a:lnTo>
                <a:lnTo>
                  <a:pt x="23" y="636"/>
                </a:lnTo>
                <a:lnTo>
                  <a:pt x="23" y="634"/>
                </a:lnTo>
                <a:lnTo>
                  <a:pt x="22" y="634"/>
                </a:lnTo>
                <a:lnTo>
                  <a:pt x="21" y="634"/>
                </a:lnTo>
                <a:lnTo>
                  <a:pt x="20" y="634"/>
                </a:lnTo>
                <a:lnTo>
                  <a:pt x="18" y="634"/>
                </a:lnTo>
                <a:lnTo>
                  <a:pt x="16" y="632"/>
                </a:lnTo>
                <a:lnTo>
                  <a:pt x="15" y="631"/>
                </a:lnTo>
                <a:lnTo>
                  <a:pt x="14" y="631"/>
                </a:lnTo>
                <a:lnTo>
                  <a:pt x="13" y="631"/>
                </a:lnTo>
                <a:lnTo>
                  <a:pt x="12" y="631"/>
                </a:lnTo>
                <a:lnTo>
                  <a:pt x="11" y="631"/>
                </a:lnTo>
                <a:lnTo>
                  <a:pt x="11" y="629"/>
                </a:lnTo>
                <a:lnTo>
                  <a:pt x="11" y="628"/>
                </a:lnTo>
                <a:lnTo>
                  <a:pt x="9" y="627"/>
                </a:lnTo>
                <a:lnTo>
                  <a:pt x="8" y="627"/>
                </a:lnTo>
                <a:lnTo>
                  <a:pt x="9" y="626"/>
                </a:lnTo>
                <a:lnTo>
                  <a:pt x="9" y="624"/>
                </a:lnTo>
                <a:lnTo>
                  <a:pt x="9" y="623"/>
                </a:lnTo>
                <a:lnTo>
                  <a:pt x="8" y="623"/>
                </a:lnTo>
                <a:lnTo>
                  <a:pt x="7" y="623"/>
                </a:lnTo>
                <a:lnTo>
                  <a:pt x="8" y="622"/>
                </a:lnTo>
                <a:lnTo>
                  <a:pt x="10" y="622"/>
                </a:lnTo>
                <a:lnTo>
                  <a:pt x="11" y="622"/>
                </a:lnTo>
                <a:lnTo>
                  <a:pt x="12" y="622"/>
                </a:lnTo>
                <a:lnTo>
                  <a:pt x="12" y="620"/>
                </a:lnTo>
                <a:lnTo>
                  <a:pt x="10" y="619"/>
                </a:lnTo>
                <a:lnTo>
                  <a:pt x="8" y="618"/>
                </a:lnTo>
                <a:lnTo>
                  <a:pt x="7" y="617"/>
                </a:lnTo>
                <a:lnTo>
                  <a:pt x="7" y="616"/>
                </a:lnTo>
                <a:lnTo>
                  <a:pt x="8" y="615"/>
                </a:lnTo>
                <a:lnTo>
                  <a:pt x="8" y="614"/>
                </a:lnTo>
                <a:lnTo>
                  <a:pt x="7" y="614"/>
                </a:lnTo>
                <a:lnTo>
                  <a:pt x="6" y="614"/>
                </a:lnTo>
                <a:lnTo>
                  <a:pt x="2" y="613"/>
                </a:lnTo>
                <a:lnTo>
                  <a:pt x="2" y="612"/>
                </a:lnTo>
                <a:lnTo>
                  <a:pt x="1" y="611"/>
                </a:lnTo>
                <a:lnTo>
                  <a:pt x="1" y="610"/>
                </a:lnTo>
                <a:lnTo>
                  <a:pt x="2" y="610"/>
                </a:lnTo>
                <a:lnTo>
                  <a:pt x="3" y="609"/>
                </a:lnTo>
                <a:lnTo>
                  <a:pt x="5" y="607"/>
                </a:lnTo>
                <a:lnTo>
                  <a:pt x="5" y="606"/>
                </a:lnTo>
                <a:lnTo>
                  <a:pt x="4" y="605"/>
                </a:lnTo>
                <a:lnTo>
                  <a:pt x="3" y="605"/>
                </a:lnTo>
                <a:lnTo>
                  <a:pt x="2" y="606"/>
                </a:lnTo>
                <a:lnTo>
                  <a:pt x="1" y="606"/>
                </a:lnTo>
                <a:lnTo>
                  <a:pt x="0" y="605"/>
                </a:lnTo>
                <a:lnTo>
                  <a:pt x="0" y="604"/>
                </a:lnTo>
                <a:lnTo>
                  <a:pt x="2" y="602"/>
                </a:lnTo>
                <a:lnTo>
                  <a:pt x="3" y="602"/>
                </a:lnTo>
                <a:lnTo>
                  <a:pt x="4" y="602"/>
                </a:lnTo>
                <a:lnTo>
                  <a:pt x="5" y="603"/>
                </a:lnTo>
                <a:lnTo>
                  <a:pt x="6" y="603"/>
                </a:lnTo>
                <a:lnTo>
                  <a:pt x="7" y="602"/>
                </a:lnTo>
                <a:lnTo>
                  <a:pt x="7" y="601"/>
                </a:lnTo>
                <a:lnTo>
                  <a:pt x="10" y="600"/>
                </a:lnTo>
                <a:lnTo>
                  <a:pt x="11" y="600"/>
                </a:lnTo>
                <a:lnTo>
                  <a:pt x="10" y="600"/>
                </a:lnTo>
                <a:lnTo>
                  <a:pt x="11" y="600"/>
                </a:lnTo>
                <a:lnTo>
                  <a:pt x="11" y="601"/>
                </a:lnTo>
                <a:lnTo>
                  <a:pt x="12" y="601"/>
                </a:lnTo>
                <a:lnTo>
                  <a:pt x="14" y="600"/>
                </a:lnTo>
                <a:lnTo>
                  <a:pt x="16" y="598"/>
                </a:lnTo>
                <a:lnTo>
                  <a:pt x="18" y="597"/>
                </a:lnTo>
                <a:lnTo>
                  <a:pt x="19" y="597"/>
                </a:lnTo>
                <a:lnTo>
                  <a:pt x="19" y="596"/>
                </a:lnTo>
                <a:lnTo>
                  <a:pt x="19" y="595"/>
                </a:lnTo>
                <a:lnTo>
                  <a:pt x="20" y="593"/>
                </a:lnTo>
                <a:lnTo>
                  <a:pt x="19" y="593"/>
                </a:lnTo>
                <a:lnTo>
                  <a:pt x="19" y="591"/>
                </a:lnTo>
                <a:lnTo>
                  <a:pt x="19" y="590"/>
                </a:lnTo>
                <a:lnTo>
                  <a:pt x="20" y="589"/>
                </a:lnTo>
                <a:lnTo>
                  <a:pt x="21" y="588"/>
                </a:lnTo>
                <a:lnTo>
                  <a:pt x="21" y="587"/>
                </a:lnTo>
                <a:lnTo>
                  <a:pt x="22" y="587"/>
                </a:lnTo>
                <a:lnTo>
                  <a:pt x="24" y="587"/>
                </a:lnTo>
                <a:lnTo>
                  <a:pt x="24" y="588"/>
                </a:lnTo>
                <a:lnTo>
                  <a:pt x="24" y="589"/>
                </a:lnTo>
                <a:lnTo>
                  <a:pt x="24" y="590"/>
                </a:lnTo>
                <a:lnTo>
                  <a:pt x="25" y="591"/>
                </a:lnTo>
                <a:lnTo>
                  <a:pt x="26" y="591"/>
                </a:lnTo>
                <a:lnTo>
                  <a:pt x="26" y="590"/>
                </a:lnTo>
                <a:lnTo>
                  <a:pt x="27" y="590"/>
                </a:lnTo>
                <a:lnTo>
                  <a:pt x="29" y="589"/>
                </a:lnTo>
                <a:lnTo>
                  <a:pt x="30" y="589"/>
                </a:lnTo>
                <a:lnTo>
                  <a:pt x="30" y="588"/>
                </a:lnTo>
                <a:lnTo>
                  <a:pt x="30" y="587"/>
                </a:lnTo>
                <a:lnTo>
                  <a:pt x="29" y="585"/>
                </a:lnTo>
                <a:lnTo>
                  <a:pt x="29" y="584"/>
                </a:lnTo>
                <a:lnTo>
                  <a:pt x="28" y="582"/>
                </a:lnTo>
                <a:lnTo>
                  <a:pt x="27" y="580"/>
                </a:lnTo>
                <a:lnTo>
                  <a:pt x="27" y="579"/>
                </a:lnTo>
                <a:lnTo>
                  <a:pt x="28" y="579"/>
                </a:lnTo>
                <a:lnTo>
                  <a:pt x="29" y="577"/>
                </a:lnTo>
                <a:lnTo>
                  <a:pt x="30" y="576"/>
                </a:lnTo>
                <a:lnTo>
                  <a:pt x="29" y="575"/>
                </a:lnTo>
                <a:lnTo>
                  <a:pt x="28" y="575"/>
                </a:lnTo>
                <a:lnTo>
                  <a:pt x="28" y="574"/>
                </a:lnTo>
                <a:lnTo>
                  <a:pt x="27" y="574"/>
                </a:lnTo>
                <a:lnTo>
                  <a:pt x="28" y="574"/>
                </a:lnTo>
                <a:lnTo>
                  <a:pt x="28" y="573"/>
                </a:lnTo>
                <a:lnTo>
                  <a:pt x="29" y="572"/>
                </a:lnTo>
                <a:lnTo>
                  <a:pt x="29" y="571"/>
                </a:lnTo>
                <a:lnTo>
                  <a:pt x="30" y="570"/>
                </a:lnTo>
                <a:lnTo>
                  <a:pt x="29" y="570"/>
                </a:lnTo>
                <a:lnTo>
                  <a:pt x="29" y="569"/>
                </a:lnTo>
                <a:lnTo>
                  <a:pt x="29" y="570"/>
                </a:lnTo>
                <a:lnTo>
                  <a:pt x="28" y="569"/>
                </a:lnTo>
                <a:lnTo>
                  <a:pt x="27" y="568"/>
                </a:lnTo>
                <a:lnTo>
                  <a:pt x="27" y="567"/>
                </a:lnTo>
                <a:lnTo>
                  <a:pt x="27" y="566"/>
                </a:lnTo>
                <a:lnTo>
                  <a:pt x="28" y="566"/>
                </a:lnTo>
                <a:lnTo>
                  <a:pt x="28" y="565"/>
                </a:lnTo>
                <a:lnTo>
                  <a:pt x="28" y="563"/>
                </a:lnTo>
                <a:lnTo>
                  <a:pt x="28" y="562"/>
                </a:lnTo>
                <a:lnTo>
                  <a:pt x="28" y="561"/>
                </a:lnTo>
                <a:lnTo>
                  <a:pt x="28" y="560"/>
                </a:lnTo>
                <a:lnTo>
                  <a:pt x="29" y="560"/>
                </a:lnTo>
                <a:lnTo>
                  <a:pt x="29" y="559"/>
                </a:lnTo>
                <a:lnTo>
                  <a:pt x="30" y="560"/>
                </a:lnTo>
                <a:lnTo>
                  <a:pt x="31" y="559"/>
                </a:lnTo>
                <a:lnTo>
                  <a:pt x="31" y="558"/>
                </a:lnTo>
                <a:lnTo>
                  <a:pt x="33" y="558"/>
                </a:lnTo>
                <a:lnTo>
                  <a:pt x="34" y="557"/>
                </a:lnTo>
                <a:lnTo>
                  <a:pt x="34" y="556"/>
                </a:lnTo>
                <a:lnTo>
                  <a:pt x="36" y="553"/>
                </a:lnTo>
                <a:lnTo>
                  <a:pt x="38" y="550"/>
                </a:lnTo>
                <a:lnTo>
                  <a:pt x="38" y="549"/>
                </a:lnTo>
                <a:lnTo>
                  <a:pt x="38" y="548"/>
                </a:lnTo>
                <a:lnTo>
                  <a:pt x="38" y="547"/>
                </a:lnTo>
                <a:lnTo>
                  <a:pt x="39" y="547"/>
                </a:lnTo>
                <a:lnTo>
                  <a:pt x="39" y="544"/>
                </a:lnTo>
                <a:lnTo>
                  <a:pt x="39" y="543"/>
                </a:lnTo>
                <a:lnTo>
                  <a:pt x="40" y="543"/>
                </a:lnTo>
                <a:lnTo>
                  <a:pt x="41" y="542"/>
                </a:lnTo>
                <a:lnTo>
                  <a:pt x="41" y="541"/>
                </a:lnTo>
                <a:lnTo>
                  <a:pt x="41" y="540"/>
                </a:lnTo>
                <a:lnTo>
                  <a:pt x="42" y="540"/>
                </a:lnTo>
                <a:lnTo>
                  <a:pt x="43" y="540"/>
                </a:lnTo>
                <a:lnTo>
                  <a:pt x="43" y="541"/>
                </a:lnTo>
                <a:lnTo>
                  <a:pt x="44" y="541"/>
                </a:lnTo>
                <a:lnTo>
                  <a:pt x="44" y="540"/>
                </a:lnTo>
                <a:lnTo>
                  <a:pt x="45" y="540"/>
                </a:lnTo>
                <a:lnTo>
                  <a:pt x="45" y="539"/>
                </a:lnTo>
                <a:lnTo>
                  <a:pt x="44" y="539"/>
                </a:lnTo>
                <a:lnTo>
                  <a:pt x="44" y="538"/>
                </a:lnTo>
                <a:lnTo>
                  <a:pt x="45" y="538"/>
                </a:lnTo>
                <a:lnTo>
                  <a:pt x="44" y="537"/>
                </a:lnTo>
                <a:lnTo>
                  <a:pt x="45" y="536"/>
                </a:lnTo>
                <a:lnTo>
                  <a:pt x="46" y="535"/>
                </a:lnTo>
                <a:lnTo>
                  <a:pt x="46" y="534"/>
                </a:lnTo>
                <a:lnTo>
                  <a:pt x="48" y="533"/>
                </a:lnTo>
                <a:lnTo>
                  <a:pt x="48" y="532"/>
                </a:lnTo>
                <a:lnTo>
                  <a:pt x="49" y="533"/>
                </a:lnTo>
                <a:lnTo>
                  <a:pt x="50" y="533"/>
                </a:lnTo>
                <a:lnTo>
                  <a:pt x="50" y="532"/>
                </a:lnTo>
                <a:lnTo>
                  <a:pt x="51" y="531"/>
                </a:lnTo>
                <a:lnTo>
                  <a:pt x="51" y="530"/>
                </a:lnTo>
                <a:lnTo>
                  <a:pt x="52" y="529"/>
                </a:lnTo>
                <a:lnTo>
                  <a:pt x="52" y="528"/>
                </a:lnTo>
                <a:lnTo>
                  <a:pt x="51" y="528"/>
                </a:lnTo>
                <a:lnTo>
                  <a:pt x="51" y="527"/>
                </a:lnTo>
                <a:lnTo>
                  <a:pt x="52" y="526"/>
                </a:lnTo>
                <a:lnTo>
                  <a:pt x="53" y="525"/>
                </a:lnTo>
                <a:lnTo>
                  <a:pt x="53" y="524"/>
                </a:lnTo>
                <a:lnTo>
                  <a:pt x="54" y="523"/>
                </a:lnTo>
                <a:lnTo>
                  <a:pt x="55" y="523"/>
                </a:lnTo>
                <a:lnTo>
                  <a:pt x="55" y="522"/>
                </a:lnTo>
                <a:lnTo>
                  <a:pt x="55" y="521"/>
                </a:lnTo>
                <a:lnTo>
                  <a:pt x="56" y="521"/>
                </a:lnTo>
                <a:lnTo>
                  <a:pt x="56" y="520"/>
                </a:lnTo>
                <a:lnTo>
                  <a:pt x="57" y="520"/>
                </a:lnTo>
                <a:lnTo>
                  <a:pt x="57" y="519"/>
                </a:lnTo>
                <a:lnTo>
                  <a:pt x="57" y="518"/>
                </a:lnTo>
                <a:lnTo>
                  <a:pt x="57" y="517"/>
                </a:lnTo>
                <a:lnTo>
                  <a:pt x="58" y="517"/>
                </a:lnTo>
                <a:lnTo>
                  <a:pt x="58" y="516"/>
                </a:lnTo>
                <a:lnTo>
                  <a:pt x="59" y="516"/>
                </a:lnTo>
                <a:lnTo>
                  <a:pt x="59" y="515"/>
                </a:lnTo>
                <a:lnTo>
                  <a:pt x="60" y="514"/>
                </a:lnTo>
                <a:lnTo>
                  <a:pt x="60" y="513"/>
                </a:lnTo>
                <a:lnTo>
                  <a:pt x="59" y="513"/>
                </a:lnTo>
                <a:lnTo>
                  <a:pt x="59" y="512"/>
                </a:lnTo>
                <a:lnTo>
                  <a:pt x="58" y="512"/>
                </a:lnTo>
                <a:lnTo>
                  <a:pt x="59" y="512"/>
                </a:lnTo>
                <a:lnTo>
                  <a:pt x="59" y="511"/>
                </a:lnTo>
                <a:lnTo>
                  <a:pt x="59" y="510"/>
                </a:lnTo>
                <a:lnTo>
                  <a:pt x="60" y="510"/>
                </a:lnTo>
                <a:lnTo>
                  <a:pt x="61" y="510"/>
                </a:lnTo>
                <a:lnTo>
                  <a:pt x="61" y="509"/>
                </a:lnTo>
                <a:lnTo>
                  <a:pt x="61" y="507"/>
                </a:lnTo>
                <a:lnTo>
                  <a:pt x="61" y="506"/>
                </a:lnTo>
                <a:lnTo>
                  <a:pt x="60" y="504"/>
                </a:lnTo>
                <a:lnTo>
                  <a:pt x="59" y="504"/>
                </a:lnTo>
                <a:lnTo>
                  <a:pt x="59" y="503"/>
                </a:lnTo>
                <a:lnTo>
                  <a:pt x="58" y="503"/>
                </a:lnTo>
                <a:lnTo>
                  <a:pt x="58" y="502"/>
                </a:lnTo>
                <a:lnTo>
                  <a:pt x="58" y="503"/>
                </a:lnTo>
                <a:lnTo>
                  <a:pt x="57" y="503"/>
                </a:lnTo>
                <a:lnTo>
                  <a:pt x="56" y="502"/>
                </a:lnTo>
                <a:lnTo>
                  <a:pt x="55" y="502"/>
                </a:lnTo>
                <a:lnTo>
                  <a:pt x="54" y="502"/>
                </a:lnTo>
                <a:lnTo>
                  <a:pt x="54" y="501"/>
                </a:lnTo>
                <a:lnTo>
                  <a:pt x="53" y="501"/>
                </a:lnTo>
                <a:lnTo>
                  <a:pt x="52" y="501"/>
                </a:lnTo>
                <a:lnTo>
                  <a:pt x="52" y="502"/>
                </a:lnTo>
                <a:lnTo>
                  <a:pt x="51" y="502"/>
                </a:lnTo>
                <a:lnTo>
                  <a:pt x="50" y="502"/>
                </a:lnTo>
                <a:lnTo>
                  <a:pt x="49" y="502"/>
                </a:lnTo>
                <a:lnTo>
                  <a:pt x="49" y="503"/>
                </a:lnTo>
                <a:lnTo>
                  <a:pt x="48" y="503"/>
                </a:lnTo>
                <a:lnTo>
                  <a:pt x="48" y="502"/>
                </a:lnTo>
                <a:lnTo>
                  <a:pt x="48" y="500"/>
                </a:lnTo>
                <a:lnTo>
                  <a:pt x="49" y="500"/>
                </a:lnTo>
                <a:lnTo>
                  <a:pt x="49" y="499"/>
                </a:lnTo>
                <a:lnTo>
                  <a:pt x="50" y="499"/>
                </a:lnTo>
                <a:lnTo>
                  <a:pt x="51" y="499"/>
                </a:lnTo>
                <a:lnTo>
                  <a:pt x="52" y="499"/>
                </a:lnTo>
                <a:lnTo>
                  <a:pt x="52" y="498"/>
                </a:lnTo>
                <a:lnTo>
                  <a:pt x="53" y="497"/>
                </a:lnTo>
                <a:lnTo>
                  <a:pt x="52" y="497"/>
                </a:lnTo>
                <a:lnTo>
                  <a:pt x="52" y="496"/>
                </a:lnTo>
                <a:lnTo>
                  <a:pt x="53" y="495"/>
                </a:lnTo>
                <a:lnTo>
                  <a:pt x="52" y="495"/>
                </a:lnTo>
                <a:lnTo>
                  <a:pt x="51" y="494"/>
                </a:lnTo>
                <a:lnTo>
                  <a:pt x="50" y="494"/>
                </a:lnTo>
                <a:lnTo>
                  <a:pt x="50" y="493"/>
                </a:lnTo>
                <a:lnTo>
                  <a:pt x="50" y="492"/>
                </a:lnTo>
                <a:lnTo>
                  <a:pt x="48" y="492"/>
                </a:lnTo>
                <a:lnTo>
                  <a:pt x="47" y="492"/>
                </a:lnTo>
                <a:lnTo>
                  <a:pt x="46" y="492"/>
                </a:lnTo>
                <a:lnTo>
                  <a:pt x="45" y="491"/>
                </a:lnTo>
                <a:lnTo>
                  <a:pt x="45" y="489"/>
                </a:lnTo>
                <a:lnTo>
                  <a:pt x="46" y="488"/>
                </a:lnTo>
                <a:lnTo>
                  <a:pt x="46" y="487"/>
                </a:lnTo>
                <a:lnTo>
                  <a:pt x="46" y="486"/>
                </a:lnTo>
                <a:lnTo>
                  <a:pt x="44" y="482"/>
                </a:lnTo>
                <a:lnTo>
                  <a:pt x="44" y="481"/>
                </a:lnTo>
                <a:lnTo>
                  <a:pt x="43" y="481"/>
                </a:lnTo>
                <a:lnTo>
                  <a:pt x="42" y="479"/>
                </a:lnTo>
                <a:lnTo>
                  <a:pt x="42" y="478"/>
                </a:lnTo>
                <a:lnTo>
                  <a:pt x="39" y="475"/>
                </a:lnTo>
                <a:lnTo>
                  <a:pt x="39" y="474"/>
                </a:lnTo>
                <a:lnTo>
                  <a:pt x="38" y="474"/>
                </a:lnTo>
                <a:lnTo>
                  <a:pt x="37" y="474"/>
                </a:lnTo>
                <a:lnTo>
                  <a:pt x="36" y="473"/>
                </a:lnTo>
                <a:lnTo>
                  <a:pt x="37" y="472"/>
                </a:lnTo>
                <a:lnTo>
                  <a:pt x="38" y="467"/>
                </a:lnTo>
                <a:lnTo>
                  <a:pt x="36" y="465"/>
                </a:lnTo>
                <a:lnTo>
                  <a:pt x="35" y="465"/>
                </a:lnTo>
                <a:lnTo>
                  <a:pt x="34" y="463"/>
                </a:lnTo>
                <a:lnTo>
                  <a:pt x="33" y="462"/>
                </a:lnTo>
                <a:lnTo>
                  <a:pt x="32" y="462"/>
                </a:lnTo>
                <a:lnTo>
                  <a:pt x="32" y="461"/>
                </a:lnTo>
                <a:lnTo>
                  <a:pt x="32" y="460"/>
                </a:lnTo>
                <a:lnTo>
                  <a:pt x="33" y="459"/>
                </a:lnTo>
                <a:lnTo>
                  <a:pt x="34" y="457"/>
                </a:lnTo>
                <a:lnTo>
                  <a:pt x="34" y="456"/>
                </a:lnTo>
                <a:lnTo>
                  <a:pt x="32" y="456"/>
                </a:lnTo>
                <a:lnTo>
                  <a:pt x="31" y="456"/>
                </a:lnTo>
                <a:lnTo>
                  <a:pt x="31" y="457"/>
                </a:lnTo>
                <a:lnTo>
                  <a:pt x="30" y="457"/>
                </a:lnTo>
                <a:lnTo>
                  <a:pt x="29" y="456"/>
                </a:lnTo>
                <a:lnTo>
                  <a:pt x="26" y="456"/>
                </a:lnTo>
                <a:lnTo>
                  <a:pt x="24" y="454"/>
                </a:lnTo>
                <a:lnTo>
                  <a:pt x="23" y="452"/>
                </a:lnTo>
                <a:lnTo>
                  <a:pt x="22" y="452"/>
                </a:lnTo>
                <a:lnTo>
                  <a:pt x="21" y="452"/>
                </a:lnTo>
                <a:lnTo>
                  <a:pt x="20" y="452"/>
                </a:lnTo>
                <a:lnTo>
                  <a:pt x="19" y="451"/>
                </a:lnTo>
                <a:lnTo>
                  <a:pt x="18" y="451"/>
                </a:lnTo>
                <a:lnTo>
                  <a:pt x="18" y="450"/>
                </a:lnTo>
                <a:lnTo>
                  <a:pt x="17" y="449"/>
                </a:lnTo>
                <a:lnTo>
                  <a:pt x="15" y="449"/>
                </a:lnTo>
                <a:lnTo>
                  <a:pt x="12" y="449"/>
                </a:lnTo>
                <a:lnTo>
                  <a:pt x="11" y="449"/>
                </a:lnTo>
                <a:lnTo>
                  <a:pt x="10" y="449"/>
                </a:lnTo>
                <a:lnTo>
                  <a:pt x="9" y="449"/>
                </a:lnTo>
                <a:lnTo>
                  <a:pt x="7" y="447"/>
                </a:lnTo>
                <a:lnTo>
                  <a:pt x="7" y="446"/>
                </a:lnTo>
                <a:lnTo>
                  <a:pt x="7" y="444"/>
                </a:lnTo>
                <a:lnTo>
                  <a:pt x="8" y="441"/>
                </a:lnTo>
                <a:lnTo>
                  <a:pt x="8" y="440"/>
                </a:lnTo>
                <a:lnTo>
                  <a:pt x="9" y="439"/>
                </a:lnTo>
                <a:lnTo>
                  <a:pt x="9" y="438"/>
                </a:lnTo>
                <a:lnTo>
                  <a:pt x="8" y="438"/>
                </a:lnTo>
                <a:lnTo>
                  <a:pt x="8" y="437"/>
                </a:lnTo>
                <a:lnTo>
                  <a:pt x="7" y="437"/>
                </a:lnTo>
                <a:lnTo>
                  <a:pt x="7" y="436"/>
                </a:lnTo>
                <a:lnTo>
                  <a:pt x="6" y="436"/>
                </a:lnTo>
                <a:lnTo>
                  <a:pt x="6" y="435"/>
                </a:lnTo>
                <a:lnTo>
                  <a:pt x="7" y="430"/>
                </a:lnTo>
                <a:lnTo>
                  <a:pt x="8" y="430"/>
                </a:lnTo>
                <a:lnTo>
                  <a:pt x="9" y="430"/>
                </a:lnTo>
                <a:lnTo>
                  <a:pt x="10" y="428"/>
                </a:lnTo>
                <a:lnTo>
                  <a:pt x="10" y="427"/>
                </a:lnTo>
                <a:lnTo>
                  <a:pt x="11" y="426"/>
                </a:lnTo>
                <a:lnTo>
                  <a:pt x="12" y="426"/>
                </a:lnTo>
                <a:lnTo>
                  <a:pt x="11" y="426"/>
                </a:lnTo>
                <a:lnTo>
                  <a:pt x="11" y="425"/>
                </a:lnTo>
                <a:lnTo>
                  <a:pt x="10" y="425"/>
                </a:lnTo>
                <a:lnTo>
                  <a:pt x="10" y="424"/>
                </a:lnTo>
                <a:lnTo>
                  <a:pt x="9" y="424"/>
                </a:lnTo>
                <a:lnTo>
                  <a:pt x="8" y="423"/>
                </a:lnTo>
                <a:lnTo>
                  <a:pt x="8" y="422"/>
                </a:lnTo>
                <a:lnTo>
                  <a:pt x="8" y="421"/>
                </a:lnTo>
                <a:lnTo>
                  <a:pt x="8" y="420"/>
                </a:lnTo>
                <a:lnTo>
                  <a:pt x="9" y="420"/>
                </a:lnTo>
                <a:lnTo>
                  <a:pt x="9" y="418"/>
                </a:lnTo>
                <a:lnTo>
                  <a:pt x="9" y="417"/>
                </a:lnTo>
                <a:lnTo>
                  <a:pt x="8" y="416"/>
                </a:lnTo>
                <a:lnTo>
                  <a:pt x="9" y="416"/>
                </a:lnTo>
                <a:lnTo>
                  <a:pt x="10" y="415"/>
                </a:lnTo>
                <a:lnTo>
                  <a:pt x="11" y="414"/>
                </a:lnTo>
                <a:lnTo>
                  <a:pt x="12" y="414"/>
                </a:lnTo>
                <a:lnTo>
                  <a:pt x="13" y="412"/>
                </a:lnTo>
                <a:lnTo>
                  <a:pt x="14" y="412"/>
                </a:lnTo>
                <a:lnTo>
                  <a:pt x="13" y="411"/>
                </a:lnTo>
                <a:lnTo>
                  <a:pt x="13" y="410"/>
                </a:lnTo>
                <a:lnTo>
                  <a:pt x="13" y="408"/>
                </a:lnTo>
                <a:lnTo>
                  <a:pt x="13" y="407"/>
                </a:lnTo>
                <a:lnTo>
                  <a:pt x="14" y="406"/>
                </a:lnTo>
                <a:lnTo>
                  <a:pt x="15" y="405"/>
                </a:lnTo>
                <a:lnTo>
                  <a:pt x="16" y="405"/>
                </a:lnTo>
                <a:lnTo>
                  <a:pt x="18" y="406"/>
                </a:lnTo>
                <a:lnTo>
                  <a:pt x="19" y="406"/>
                </a:lnTo>
                <a:lnTo>
                  <a:pt x="20" y="406"/>
                </a:lnTo>
                <a:lnTo>
                  <a:pt x="22" y="405"/>
                </a:lnTo>
                <a:lnTo>
                  <a:pt x="23" y="404"/>
                </a:lnTo>
                <a:lnTo>
                  <a:pt x="23" y="403"/>
                </a:lnTo>
                <a:lnTo>
                  <a:pt x="23" y="402"/>
                </a:lnTo>
                <a:lnTo>
                  <a:pt x="23" y="401"/>
                </a:lnTo>
                <a:lnTo>
                  <a:pt x="23" y="399"/>
                </a:lnTo>
                <a:lnTo>
                  <a:pt x="24" y="399"/>
                </a:lnTo>
                <a:lnTo>
                  <a:pt x="24" y="400"/>
                </a:lnTo>
                <a:lnTo>
                  <a:pt x="25" y="400"/>
                </a:lnTo>
                <a:lnTo>
                  <a:pt x="26" y="401"/>
                </a:lnTo>
                <a:lnTo>
                  <a:pt x="27" y="400"/>
                </a:lnTo>
                <a:lnTo>
                  <a:pt x="28" y="399"/>
                </a:lnTo>
                <a:lnTo>
                  <a:pt x="28" y="398"/>
                </a:lnTo>
                <a:lnTo>
                  <a:pt x="30" y="395"/>
                </a:lnTo>
                <a:lnTo>
                  <a:pt x="30" y="394"/>
                </a:lnTo>
                <a:lnTo>
                  <a:pt x="31" y="394"/>
                </a:lnTo>
                <a:lnTo>
                  <a:pt x="32" y="394"/>
                </a:lnTo>
                <a:lnTo>
                  <a:pt x="33" y="395"/>
                </a:lnTo>
                <a:lnTo>
                  <a:pt x="33" y="394"/>
                </a:lnTo>
                <a:lnTo>
                  <a:pt x="33" y="392"/>
                </a:lnTo>
                <a:lnTo>
                  <a:pt x="33" y="391"/>
                </a:lnTo>
                <a:lnTo>
                  <a:pt x="34" y="390"/>
                </a:lnTo>
                <a:lnTo>
                  <a:pt x="35" y="389"/>
                </a:lnTo>
                <a:lnTo>
                  <a:pt x="36" y="388"/>
                </a:lnTo>
                <a:lnTo>
                  <a:pt x="35" y="387"/>
                </a:lnTo>
                <a:lnTo>
                  <a:pt x="35" y="386"/>
                </a:lnTo>
                <a:lnTo>
                  <a:pt x="34" y="386"/>
                </a:lnTo>
                <a:lnTo>
                  <a:pt x="33" y="386"/>
                </a:lnTo>
                <a:lnTo>
                  <a:pt x="32" y="386"/>
                </a:lnTo>
                <a:lnTo>
                  <a:pt x="31" y="385"/>
                </a:lnTo>
                <a:lnTo>
                  <a:pt x="31" y="384"/>
                </a:lnTo>
                <a:lnTo>
                  <a:pt x="30" y="384"/>
                </a:lnTo>
                <a:lnTo>
                  <a:pt x="30" y="383"/>
                </a:lnTo>
                <a:lnTo>
                  <a:pt x="29" y="383"/>
                </a:lnTo>
                <a:lnTo>
                  <a:pt x="29" y="382"/>
                </a:lnTo>
                <a:lnTo>
                  <a:pt x="28" y="381"/>
                </a:lnTo>
                <a:lnTo>
                  <a:pt x="28" y="379"/>
                </a:lnTo>
                <a:lnTo>
                  <a:pt x="28" y="377"/>
                </a:lnTo>
                <a:lnTo>
                  <a:pt x="28" y="376"/>
                </a:lnTo>
                <a:lnTo>
                  <a:pt x="27" y="374"/>
                </a:lnTo>
                <a:lnTo>
                  <a:pt x="28" y="372"/>
                </a:lnTo>
                <a:lnTo>
                  <a:pt x="28" y="371"/>
                </a:lnTo>
                <a:lnTo>
                  <a:pt x="29" y="370"/>
                </a:lnTo>
                <a:lnTo>
                  <a:pt x="29" y="371"/>
                </a:lnTo>
                <a:lnTo>
                  <a:pt x="30" y="371"/>
                </a:lnTo>
                <a:lnTo>
                  <a:pt x="31" y="371"/>
                </a:lnTo>
                <a:lnTo>
                  <a:pt x="32" y="371"/>
                </a:lnTo>
                <a:lnTo>
                  <a:pt x="32" y="370"/>
                </a:lnTo>
                <a:lnTo>
                  <a:pt x="32" y="369"/>
                </a:lnTo>
                <a:lnTo>
                  <a:pt x="33" y="368"/>
                </a:lnTo>
                <a:lnTo>
                  <a:pt x="34" y="368"/>
                </a:lnTo>
                <a:lnTo>
                  <a:pt x="35" y="367"/>
                </a:lnTo>
                <a:lnTo>
                  <a:pt x="37" y="366"/>
                </a:lnTo>
                <a:lnTo>
                  <a:pt x="38" y="364"/>
                </a:lnTo>
                <a:lnTo>
                  <a:pt x="38" y="363"/>
                </a:lnTo>
                <a:lnTo>
                  <a:pt x="39" y="363"/>
                </a:lnTo>
                <a:lnTo>
                  <a:pt x="40" y="363"/>
                </a:lnTo>
                <a:lnTo>
                  <a:pt x="41" y="363"/>
                </a:lnTo>
                <a:lnTo>
                  <a:pt x="42" y="363"/>
                </a:lnTo>
                <a:lnTo>
                  <a:pt x="42" y="362"/>
                </a:lnTo>
                <a:lnTo>
                  <a:pt x="43" y="362"/>
                </a:lnTo>
                <a:lnTo>
                  <a:pt x="43" y="361"/>
                </a:lnTo>
                <a:lnTo>
                  <a:pt x="44" y="360"/>
                </a:lnTo>
                <a:lnTo>
                  <a:pt x="45" y="360"/>
                </a:lnTo>
                <a:lnTo>
                  <a:pt x="46" y="360"/>
                </a:lnTo>
                <a:lnTo>
                  <a:pt x="47" y="361"/>
                </a:lnTo>
                <a:lnTo>
                  <a:pt x="48" y="360"/>
                </a:lnTo>
                <a:lnTo>
                  <a:pt x="48" y="359"/>
                </a:lnTo>
                <a:lnTo>
                  <a:pt x="49" y="358"/>
                </a:lnTo>
                <a:lnTo>
                  <a:pt x="50" y="357"/>
                </a:lnTo>
                <a:lnTo>
                  <a:pt x="51" y="357"/>
                </a:lnTo>
                <a:lnTo>
                  <a:pt x="52" y="357"/>
                </a:lnTo>
                <a:lnTo>
                  <a:pt x="52" y="356"/>
                </a:lnTo>
                <a:lnTo>
                  <a:pt x="53" y="356"/>
                </a:lnTo>
                <a:lnTo>
                  <a:pt x="53" y="357"/>
                </a:lnTo>
                <a:lnTo>
                  <a:pt x="53" y="358"/>
                </a:lnTo>
                <a:lnTo>
                  <a:pt x="54" y="359"/>
                </a:lnTo>
                <a:lnTo>
                  <a:pt x="55" y="360"/>
                </a:lnTo>
                <a:lnTo>
                  <a:pt x="54" y="360"/>
                </a:lnTo>
                <a:lnTo>
                  <a:pt x="55" y="360"/>
                </a:lnTo>
                <a:lnTo>
                  <a:pt x="56" y="360"/>
                </a:lnTo>
                <a:lnTo>
                  <a:pt x="56" y="361"/>
                </a:lnTo>
                <a:lnTo>
                  <a:pt x="57" y="361"/>
                </a:lnTo>
                <a:lnTo>
                  <a:pt x="58" y="362"/>
                </a:lnTo>
                <a:lnTo>
                  <a:pt x="58" y="363"/>
                </a:lnTo>
                <a:lnTo>
                  <a:pt x="59" y="363"/>
                </a:lnTo>
                <a:lnTo>
                  <a:pt x="58" y="363"/>
                </a:lnTo>
                <a:lnTo>
                  <a:pt x="59" y="363"/>
                </a:lnTo>
                <a:lnTo>
                  <a:pt x="59" y="364"/>
                </a:lnTo>
                <a:lnTo>
                  <a:pt x="60" y="365"/>
                </a:lnTo>
                <a:lnTo>
                  <a:pt x="61" y="365"/>
                </a:lnTo>
                <a:lnTo>
                  <a:pt x="62" y="365"/>
                </a:lnTo>
                <a:lnTo>
                  <a:pt x="63" y="365"/>
                </a:lnTo>
                <a:lnTo>
                  <a:pt x="63" y="364"/>
                </a:lnTo>
                <a:lnTo>
                  <a:pt x="64" y="364"/>
                </a:lnTo>
                <a:lnTo>
                  <a:pt x="64" y="363"/>
                </a:lnTo>
                <a:lnTo>
                  <a:pt x="64" y="364"/>
                </a:lnTo>
                <a:lnTo>
                  <a:pt x="65" y="365"/>
                </a:lnTo>
                <a:lnTo>
                  <a:pt x="66" y="365"/>
                </a:lnTo>
                <a:lnTo>
                  <a:pt x="67" y="365"/>
                </a:lnTo>
                <a:lnTo>
                  <a:pt x="68" y="365"/>
                </a:lnTo>
                <a:lnTo>
                  <a:pt x="68" y="364"/>
                </a:lnTo>
                <a:lnTo>
                  <a:pt x="68" y="363"/>
                </a:lnTo>
                <a:lnTo>
                  <a:pt x="69" y="363"/>
                </a:lnTo>
                <a:lnTo>
                  <a:pt x="70" y="363"/>
                </a:lnTo>
                <a:lnTo>
                  <a:pt x="71" y="363"/>
                </a:lnTo>
                <a:lnTo>
                  <a:pt x="71" y="362"/>
                </a:lnTo>
                <a:lnTo>
                  <a:pt x="72" y="362"/>
                </a:lnTo>
                <a:lnTo>
                  <a:pt x="72" y="363"/>
                </a:lnTo>
                <a:lnTo>
                  <a:pt x="73" y="363"/>
                </a:lnTo>
                <a:lnTo>
                  <a:pt x="73" y="362"/>
                </a:lnTo>
                <a:lnTo>
                  <a:pt x="74" y="362"/>
                </a:lnTo>
                <a:lnTo>
                  <a:pt x="75" y="362"/>
                </a:lnTo>
                <a:lnTo>
                  <a:pt x="76" y="362"/>
                </a:lnTo>
                <a:lnTo>
                  <a:pt x="77" y="362"/>
                </a:lnTo>
                <a:lnTo>
                  <a:pt x="77" y="363"/>
                </a:lnTo>
                <a:lnTo>
                  <a:pt x="78" y="363"/>
                </a:lnTo>
                <a:lnTo>
                  <a:pt x="78" y="362"/>
                </a:lnTo>
                <a:lnTo>
                  <a:pt x="79" y="362"/>
                </a:lnTo>
                <a:lnTo>
                  <a:pt x="80" y="362"/>
                </a:lnTo>
                <a:lnTo>
                  <a:pt x="81" y="361"/>
                </a:lnTo>
                <a:lnTo>
                  <a:pt x="81" y="360"/>
                </a:lnTo>
                <a:lnTo>
                  <a:pt x="81" y="359"/>
                </a:lnTo>
                <a:lnTo>
                  <a:pt x="82" y="359"/>
                </a:lnTo>
                <a:lnTo>
                  <a:pt x="82" y="358"/>
                </a:lnTo>
                <a:lnTo>
                  <a:pt x="82" y="357"/>
                </a:lnTo>
                <a:lnTo>
                  <a:pt x="81" y="357"/>
                </a:lnTo>
                <a:lnTo>
                  <a:pt x="81" y="356"/>
                </a:lnTo>
                <a:lnTo>
                  <a:pt x="82" y="355"/>
                </a:lnTo>
                <a:lnTo>
                  <a:pt x="83" y="355"/>
                </a:lnTo>
                <a:lnTo>
                  <a:pt x="82" y="354"/>
                </a:lnTo>
                <a:lnTo>
                  <a:pt x="83" y="353"/>
                </a:lnTo>
                <a:lnTo>
                  <a:pt x="83" y="352"/>
                </a:lnTo>
                <a:lnTo>
                  <a:pt x="84" y="352"/>
                </a:lnTo>
                <a:lnTo>
                  <a:pt x="85" y="352"/>
                </a:lnTo>
                <a:lnTo>
                  <a:pt x="86" y="352"/>
                </a:lnTo>
                <a:lnTo>
                  <a:pt x="87" y="352"/>
                </a:lnTo>
                <a:lnTo>
                  <a:pt x="88" y="352"/>
                </a:lnTo>
                <a:lnTo>
                  <a:pt x="89" y="352"/>
                </a:lnTo>
                <a:lnTo>
                  <a:pt x="89" y="351"/>
                </a:lnTo>
                <a:lnTo>
                  <a:pt x="89" y="350"/>
                </a:lnTo>
                <a:lnTo>
                  <a:pt x="90" y="350"/>
                </a:lnTo>
                <a:lnTo>
                  <a:pt x="90" y="351"/>
                </a:lnTo>
                <a:lnTo>
                  <a:pt x="91" y="350"/>
                </a:lnTo>
                <a:lnTo>
                  <a:pt x="91" y="349"/>
                </a:lnTo>
                <a:lnTo>
                  <a:pt x="91" y="348"/>
                </a:lnTo>
                <a:lnTo>
                  <a:pt x="91" y="347"/>
                </a:lnTo>
                <a:lnTo>
                  <a:pt x="90" y="347"/>
                </a:lnTo>
                <a:lnTo>
                  <a:pt x="89" y="347"/>
                </a:lnTo>
                <a:lnTo>
                  <a:pt x="89" y="346"/>
                </a:lnTo>
                <a:lnTo>
                  <a:pt x="88" y="347"/>
                </a:lnTo>
                <a:lnTo>
                  <a:pt x="87" y="346"/>
                </a:lnTo>
                <a:lnTo>
                  <a:pt x="86" y="345"/>
                </a:lnTo>
                <a:lnTo>
                  <a:pt x="87" y="345"/>
                </a:lnTo>
                <a:lnTo>
                  <a:pt x="87" y="344"/>
                </a:lnTo>
                <a:lnTo>
                  <a:pt x="88" y="344"/>
                </a:lnTo>
                <a:lnTo>
                  <a:pt x="88" y="343"/>
                </a:lnTo>
                <a:lnTo>
                  <a:pt x="87" y="342"/>
                </a:lnTo>
                <a:lnTo>
                  <a:pt x="87" y="341"/>
                </a:lnTo>
                <a:lnTo>
                  <a:pt x="87" y="340"/>
                </a:lnTo>
                <a:lnTo>
                  <a:pt x="88" y="340"/>
                </a:lnTo>
                <a:lnTo>
                  <a:pt x="88" y="339"/>
                </a:lnTo>
                <a:lnTo>
                  <a:pt x="87" y="339"/>
                </a:lnTo>
                <a:lnTo>
                  <a:pt x="88" y="338"/>
                </a:lnTo>
                <a:lnTo>
                  <a:pt x="88" y="337"/>
                </a:lnTo>
                <a:lnTo>
                  <a:pt x="89" y="337"/>
                </a:lnTo>
                <a:lnTo>
                  <a:pt x="89" y="336"/>
                </a:lnTo>
                <a:lnTo>
                  <a:pt x="90" y="336"/>
                </a:lnTo>
                <a:lnTo>
                  <a:pt x="91" y="336"/>
                </a:lnTo>
                <a:lnTo>
                  <a:pt x="91" y="335"/>
                </a:lnTo>
                <a:lnTo>
                  <a:pt x="92" y="335"/>
                </a:lnTo>
                <a:lnTo>
                  <a:pt x="92" y="334"/>
                </a:lnTo>
                <a:lnTo>
                  <a:pt x="91" y="334"/>
                </a:lnTo>
                <a:lnTo>
                  <a:pt x="91" y="333"/>
                </a:lnTo>
                <a:lnTo>
                  <a:pt x="91" y="332"/>
                </a:lnTo>
                <a:lnTo>
                  <a:pt x="91" y="331"/>
                </a:lnTo>
                <a:lnTo>
                  <a:pt x="91" y="330"/>
                </a:lnTo>
                <a:lnTo>
                  <a:pt x="91" y="329"/>
                </a:lnTo>
                <a:lnTo>
                  <a:pt x="92" y="328"/>
                </a:lnTo>
                <a:lnTo>
                  <a:pt x="92" y="327"/>
                </a:lnTo>
                <a:lnTo>
                  <a:pt x="93" y="326"/>
                </a:lnTo>
                <a:lnTo>
                  <a:pt x="93" y="325"/>
                </a:lnTo>
                <a:lnTo>
                  <a:pt x="94" y="324"/>
                </a:lnTo>
                <a:lnTo>
                  <a:pt x="94" y="323"/>
                </a:lnTo>
                <a:lnTo>
                  <a:pt x="94" y="322"/>
                </a:lnTo>
                <a:lnTo>
                  <a:pt x="94" y="321"/>
                </a:lnTo>
                <a:lnTo>
                  <a:pt x="95" y="321"/>
                </a:lnTo>
                <a:lnTo>
                  <a:pt x="96" y="320"/>
                </a:lnTo>
                <a:lnTo>
                  <a:pt x="97" y="320"/>
                </a:lnTo>
                <a:lnTo>
                  <a:pt x="97" y="319"/>
                </a:lnTo>
                <a:lnTo>
                  <a:pt x="97" y="318"/>
                </a:lnTo>
                <a:lnTo>
                  <a:pt x="97" y="317"/>
                </a:lnTo>
                <a:lnTo>
                  <a:pt x="98" y="316"/>
                </a:lnTo>
                <a:lnTo>
                  <a:pt x="99" y="316"/>
                </a:lnTo>
                <a:lnTo>
                  <a:pt x="99" y="314"/>
                </a:lnTo>
                <a:lnTo>
                  <a:pt x="99" y="313"/>
                </a:lnTo>
                <a:lnTo>
                  <a:pt x="99" y="312"/>
                </a:lnTo>
                <a:lnTo>
                  <a:pt x="100" y="312"/>
                </a:lnTo>
                <a:lnTo>
                  <a:pt x="100" y="311"/>
                </a:lnTo>
                <a:lnTo>
                  <a:pt x="99" y="310"/>
                </a:lnTo>
                <a:lnTo>
                  <a:pt x="97" y="311"/>
                </a:lnTo>
                <a:lnTo>
                  <a:pt x="97" y="312"/>
                </a:lnTo>
                <a:lnTo>
                  <a:pt x="96" y="312"/>
                </a:lnTo>
                <a:lnTo>
                  <a:pt x="95" y="312"/>
                </a:lnTo>
                <a:lnTo>
                  <a:pt x="95" y="311"/>
                </a:lnTo>
                <a:lnTo>
                  <a:pt x="94" y="310"/>
                </a:lnTo>
                <a:lnTo>
                  <a:pt x="94" y="309"/>
                </a:lnTo>
                <a:lnTo>
                  <a:pt x="94" y="308"/>
                </a:lnTo>
                <a:lnTo>
                  <a:pt x="93" y="308"/>
                </a:lnTo>
                <a:lnTo>
                  <a:pt x="92" y="308"/>
                </a:lnTo>
                <a:lnTo>
                  <a:pt x="90" y="307"/>
                </a:lnTo>
                <a:lnTo>
                  <a:pt x="89" y="308"/>
                </a:lnTo>
                <a:lnTo>
                  <a:pt x="88" y="308"/>
                </a:lnTo>
                <a:lnTo>
                  <a:pt x="87" y="307"/>
                </a:lnTo>
                <a:lnTo>
                  <a:pt x="87" y="306"/>
                </a:lnTo>
                <a:lnTo>
                  <a:pt x="86" y="305"/>
                </a:lnTo>
                <a:lnTo>
                  <a:pt x="86" y="304"/>
                </a:lnTo>
                <a:lnTo>
                  <a:pt x="85" y="304"/>
                </a:lnTo>
                <a:lnTo>
                  <a:pt x="85" y="303"/>
                </a:lnTo>
                <a:lnTo>
                  <a:pt x="85" y="302"/>
                </a:lnTo>
                <a:lnTo>
                  <a:pt x="85" y="301"/>
                </a:lnTo>
                <a:lnTo>
                  <a:pt x="85" y="300"/>
                </a:lnTo>
                <a:lnTo>
                  <a:pt x="85" y="299"/>
                </a:lnTo>
                <a:lnTo>
                  <a:pt x="85" y="298"/>
                </a:lnTo>
                <a:lnTo>
                  <a:pt x="85" y="297"/>
                </a:lnTo>
                <a:lnTo>
                  <a:pt x="85" y="296"/>
                </a:lnTo>
                <a:lnTo>
                  <a:pt x="85" y="295"/>
                </a:lnTo>
                <a:lnTo>
                  <a:pt x="85" y="294"/>
                </a:lnTo>
                <a:lnTo>
                  <a:pt x="86" y="293"/>
                </a:lnTo>
                <a:lnTo>
                  <a:pt x="86" y="292"/>
                </a:lnTo>
                <a:lnTo>
                  <a:pt x="85" y="292"/>
                </a:lnTo>
                <a:lnTo>
                  <a:pt x="85" y="291"/>
                </a:lnTo>
                <a:lnTo>
                  <a:pt x="86" y="291"/>
                </a:lnTo>
                <a:lnTo>
                  <a:pt x="86" y="290"/>
                </a:lnTo>
                <a:lnTo>
                  <a:pt x="85" y="290"/>
                </a:lnTo>
                <a:lnTo>
                  <a:pt x="85" y="289"/>
                </a:lnTo>
                <a:lnTo>
                  <a:pt x="84" y="288"/>
                </a:lnTo>
                <a:lnTo>
                  <a:pt x="84" y="287"/>
                </a:lnTo>
                <a:lnTo>
                  <a:pt x="84" y="286"/>
                </a:lnTo>
                <a:lnTo>
                  <a:pt x="85" y="286"/>
                </a:lnTo>
                <a:lnTo>
                  <a:pt x="85" y="285"/>
                </a:lnTo>
                <a:lnTo>
                  <a:pt x="85" y="284"/>
                </a:lnTo>
                <a:lnTo>
                  <a:pt x="84" y="284"/>
                </a:lnTo>
                <a:lnTo>
                  <a:pt x="84" y="283"/>
                </a:lnTo>
                <a:lnTo>
                  <a:pt x="85" y="282"/>
                </a:lnTo>
                <a:lnTo>
                  <a:pt x="84" y="282"/>
                </a:lnTo>
                <a:lnTo>
                  <a:pt x="84" y="281"/>
                </a:lnTo>
                <a:lnTo>
                  <a:pt x="83" y="281"/>
                </a:lnTo>
                <a:lnTo>
                  <a:pt x="82" y="281"/>
                </a:lnTo>
                <a:lnTo>
                  <a:pt x="81" y="281"/>
                </a:lnTo>
                <a:lnTo>
                  <a:pt x="80" y="282"/>
                </a:lnTo>
                <a:lnTo>
                  <a:pt x="79" y="282"/>
                </a:lnTo>
                <a:lnTo>
                  <a:pt x="78" y="281"/>
                </a:lnTo>
                <a:lnTo>
                  <a:pt x="78" y="282"/>
                </a:lnTo>
                <a:lnTo>
                  <a:pt x="77" y="282"/>
                </a:lnTo>
                <a:lnTo>
                  <a:pt x="76" y="282"/>
                </a:lnTo>
                <a:lnTo>
                  <a:pt x="75" y="282"/>
                </a:lnTo>
                <a:lnTo>
                  <a:pt x="74" y="282"/>
                </a:lnTo>
                <a:lnTo>
                  <a:pt x="74" y="281"/>
                </a:lnTo>
                <a:lnTo>
                  <a:pt x="73" y="281"/>
                </a:lnTo>
                <a:lnTo>
                  <a:pt x="72" y="281"/>
                </a:lnTo>
                <a:lnTo>
                  <a:pt x="71" y="281"/>
                </a:lnTo>
                <a:lnTo>
                  <a:pt x="71" y="282"/>
                </a:lnTo>
                <a:lnTo>
                  <a:pt x="70" y="282"/>
                </a:lnTo>
                <a:lnTo>
                  <a:pt x="69" y="282"/>
                </a:lnTo>
                <a:lnTo>
                  <a:pt x="69" y="283"/>
                </a:lnTo>
                <a:lnTo>
                  <a:pt x="69" y="282"/>
                </a:lnTo>
                <a:lnTo>
                  <a:pt x="68" y="282"/>
                </a:lnTo>
                <a:lnTo>
                  <a:pt x="67" y="281"/>
                </a:lnTo>
                <a:lnTo>
                  <a:pt x="67" y="280"/>
                </a:lnTo>
                <a:lnTo>
                  <a:pt x="66" y="280"/>
                </a:lnTo>
                <a:lnTo>
                  <a:pt x="67" y="280"/>
                </a:lnTo>
                <a:lnTo>
                  <a:pt x="67" y="279"/>
                </a:lnTo>
                <a:lnTo>
                  <a:pt x="68" y="279"/>
                </a:lnTo>
                <a:lnTo>
                  <a:pt x="69" y="278"/>
                </a:lnTo>
                <a:lnTo>
                  <a:pt x="69" y="277"/>
                </a:lnTo>
                <a:lnTo>
                  <a:pt x="68" y="277"/>
                </a:lnTo>
                <a:lnTo>
                  <a:pt x="68" y="276"/>
                </a:lnTo>
                <a:lnTo>
                  <a:pt x="67" y="276"/>
                </a:lnTo>
                <a:lnTo>
                  <a:pt x="67" y="277"/>
                </a:lnTo>
                <a:lnTo>
                  <a:pt x="66" y="277"/>
                </a:lnTo>
                <a:lnTo>
                  <a:pt x="65" y="277"/>
                </a:lnTo>
                <a:lnTo>
                  <a:pt x="65" y="278"/>
                </a:lnTo>
                <a:lnTo>
                  <a:pt x="64" y="278"/>
                </a:lnTo>
                <a:lnTo>
                  <a:pt x="63" y="278"/>
                </a:lnTo>
                <a:lnTo>
                  <a:pt x="62" y="278"/>
                </a:lnTo>
                <a:lnTo>
                  <a:pt x="61" y="278"/>
                </a:lnTo>
                <a:lnTo>
                  <a:pt x="60" y="278"/>
                </a:lnTo>
                <a:lnTo>
                  <a:pt x="60" y="277"/>
                </a:lnTo>
                <a:lnTo>
                  <a:pt x="59" y="277"/>
                </a:lnTo>
                <a:lnTo>
                  <a:pt x="58" y="277"/>
                </a:lnTo>
                <a:lnTo>
                  <a:pt x="57" y="277"/>
                </a:lnTo>
                <a:lnTo>
                  <a:pt x="56" y="277"/>
                </a:lnTo>
                <a:lnTo>
                  <a:pt x="55" y="276"/>
                </a:lnTo>
                <a:lnTo>
                  <a:pt x="54" y="276"/>
                </a:lnTo>
                <a:lnTo>
                  <a:pt x="53" y="276"/>
                </a:lnTo>
                <a:lnTo>
                  <a:pt x="53" y="275"/>
                </a:lnTo>
                <a:lnTo>
                  <a:pt x="52" y="275"/>
                </a:lnTo>
                <a:lnTo>
                  <a:pt x="52" y="274"/>
                </a:lnTo>
                <a:lnTo>
                  <a:pt x="52" y="273"/>
                </a:lnTo>
                <a:lnTo>
                  <a:pt x="51" y="273"/>
                </a:lnTo>
                <a:lnTo>
                  <a:pt x="51" y="272"/>
                </a:lnTo>
                <a:lnTo>
                  <a:pt x="51" y="271"/>
                </a:lnTo>
                <a:lnTo>
                  <a:pt x="51" y="270"/>
                </a:lnTo>
                <a:lnTo>
                  <a:pt x="51" y="269"/>
                </a:lnTo>
                <a:lnTo>
                  <a:pt x="50" y="269"/>
                </a:lnTo>
                <a:lnTo>
                  <a:pt x="49" y="269"/>
                </a:lnTo>
                <a:lnTo>
                  <a:pt x="49" y="268"/>
                </a:lnTo>
                <a:lnTo>
                  <a:pt x="49" y="269"/>
                </a:lnTo>
                <a:lnTo>
                  <a:pt x="49" y="268"/>
                </a:lnTo>
                <a:lnTo>
                  <a:pt x="48" y="268"/>
                </a:lnTo>
                <a:lnTo>
                  <a:pt x="45" y="268"/>
                </a:lnTo>
                <a:lnTo>
                  <a:pt x="45" y="267"/>
                </a:lnTo>
                <a:lnTo>
                  <a:pt x="44" y="267"/>
                </a:lnTo>
                <a:lnTo>
                  <a:pt x="43" y="267"/>
                </a:lnTo>
                <a:lnTo>
                  <a:pt x="42" y="267"/>
                </a:lnTo>
                <a:lnTo>
                  <a:pt x="41" y="267"/>
                </a:lnTo>
                <a:lnTo>
                  <a:pt x="40" y="267"/>
                </a:lnTo>
                <a:lnTo>
                  <a:pt x="40" y="266"/>
                </a:lnTo>
                <a:lnTo>
                  <a:pt x="41" y="266"/>
                </a:lnTo>
                <a:lnTo>
                  <a:pt x="41" y="265"/>
                </a:lnTo>
                <a:lnTo>
                  <a:pt x="42" y="265"/>
                </a:lnTo>
                <a:lnTo>
                  <a:pt x="43" y="265"/>
                </a:lnTo>
                <a:lnTo>
                  <a:pt x="44" y="265"/>
                </a:lnTo>
                <a:lnTo>
                  <a:pt x="45" y="265"/>
                </a:lnTo>
                <a:lnTo>
                  <a:pt x="45" y="264"/>
                </a:lnTo>
                <a:lnTo>
                  <a:pt x="45" y="263"/>
                </a:lnTo>
                <a:lnTo>
                  <a:pt x="46" y="263"/>
                </a:lnTo>
                <a:lnTo>
                  <a:pt x="46" y="262"/>
                </a:lnTo>
                <a:lnTo>
                  <a:pt x="46" y="261"/>
                </a:lnTo>
                <a:lnTo>
                  <a:pt x="47" y="261"/>
                </a:lnTo>
                <a:lnTo>
                  <a:pt x="47" y="260"/>
                </a:lnTo>
                <a:lnTo>
                  <a:pt x="47" y="258"/>
                </a:lnTo>
                <a:lnTo>
                  <a:pt x="46" y="258"/>
                </a:lnTo>
                <a:lnTo>
                  <a:pt x="46" y="257"/>
                </a:lnTo>
                <a:lnTo>
                  <a:pt x="47" y="256"/>
                </a:lnTo>
                <a:lnTo>
                  <a:pt x="48" y="256"/>
                </a:lnTo>
                <a:lnTo>
                  <a:pt x="49" y="257"/>
                </a:lnTo>
                <a:lnTo>
                  <a:pt x="50" y="257"/>
                </a:lnTo>
                <a:lnTo>
                  <a:pt x="50" y="258"/>
                </a:lnTo>
                <a:lnTo>
                  <a:pt x="51" y="258"/>
                </a:lnTo>
                <a:lnTo>
                  <a:pt x="52" y="259"/>
                </a:lnTo>
                <a:lnTo>
                  <a:pt x="52" y="260"/>
                </a:lnTo>
                <a:lnTo>
                  <a:pt x="52" y="261"/>
                </a:lnTo>
                <a:lnTo>
                  <a:pt x="52" y="262"/>
                </a:lnTo>
                <a:lnTo>
                  <a:pt x="53" y="262"/>
                </a:lnTo>
                <a:lnTo>
                  <a:pt x="53" y="261"/>
                </a:lnTo>
                <a:lnTo>
                  <a:pt x="54" y="261"/>
                </a:lnTo>
                <a:lnTo>
                  <a:pt x="55" y="261"/>
                </a:lnTo>
                <a:lnTo>
                  <a:pt x="56" y="261"/>
                </a:lnTo>
                <a:lnTo>
                  <a:pt x="56" y="260"/>
                </a:lnTo>
                <a:lnTo>
                  <a:pt x="57" y="260"/>
                </a:lnTo>
                <a:lnTo>
                  <a:pt x="57" y="259"/>
                </a:lnTo>
                <a:lnTo>
                  <a:pt x="57" y="258"/>
                </a:lnTo>
                <a:lnTo>
                  <a:pt x="58" y="258"/>
                </a:lnTo>
                <a:lnTo>
                  <a:pt x="58" y="257"/>
                </a:lnTo>
                <a:lnTo>
                  <a:pt x="58" y="256"/>
                </a:lnTo>
                <a:lnTo>
                  <a:pt x="57" y="256"/>
                </a:lnTo>
                <a:lnTo>
                  <a:pt x="57" y="255"/>
                </a:lnTo>
                <a:lnTo>
                  <a:pt x="56" y="255"/>
                </a:lnTo>
                <a:lnTo>
                  <a:pt x="56" y="254"/>
                </a:lnTo>
                <a:lnTo>
                  <a:pt x="56" y="253"/>
                </a:lnTo>
                <a:lnTo>
                  <a:pt x="56" y="252"/>
                </a:lnTo>
                <a:lnTo>
                  <a:pt x="55" y="252"/>
                </a:lnTo>
                <a:lnTo>
                  <a:pt x="55" y="251"/>
                </a:lnTo>
                <a:lnTo>
                  <a:pt x="55" y="250"/>
                </a:lnTo>
                <a:lnTo>
                  <a:pt x="55" y="249"/>
                </a:lnTo>
                <a:lnTo>
                  <a:pt x="54" y="249"/>
                </a:lnTo>
                <a:lnTo>
                  <a:pt x="55" y="249"/>
                </a:lnTo>
                <a:lnTo>
                  <a:pt x="56" y="249"/>
                </a:lnTo>
                <a:lnTo>
                  <a:pt x="56" y="248"/>
                </a:lnTo>
                <a:lnTo>
                  <a:pt x="57" y="248"/>
                </a:lnTo>
                <a:lnTo>
                  <a:pt x="58" y="248"/>
                </a:lnTo>
                <a:lnTo>
                  <a:pt x="60" y="248"/>
                </a:lnTo>
                <a:lnTo>
                  <a:pt x="60" y="249"/>
                </a:lnTo>
                <a:lnTo>
                  <a:pt x="59" y="249"/>
                </a:lnTo>
                <a:lnTo>
                  <a:pt x="60" y="249"/>
                </a:lnTo>
                <a:lnTo>
                  <a:pt x="60" y="250"/>
                </a:lnTo>
                <a:lnTo>
                  <a:pt x="61" y="250"/>
                </a:lnTo>
                <a:lnTo>
                  <a:pt x="62" y="250"/>
                </a:lnTo>
                <a:lnTo>
                  <a:pt x="63" y="249"/>
                </a:lnTo>
                <a:lnTo>
                  <a:pt x="64" y="248"/>
                </a:lnTo>
                <a:lnTo>
                  <a:pt x="65" y="248"/>
                </a:lnTo>
                <a:lnTo>
                  <a:pt x="66" y="248"/>
                </a:lnTo>
                <a:lnTo>
                  <a:pt x="67" y="248"/>
                </a:lnTo>
                <a:lnTo>
                  <a:pt x="68" y="248"/>
                </a:lnTo>
                <a:lnTo>
                  <a:pt x="68" y="247"/>
                </a:lnTo>
                <a:lnTo>
                  <a:pt x="69" y="247"/>
                </a:lnTo>
                <a:lnTo>
                  <a:pt x="69" y="248"/>
                </a:lnTo>
                <a:lnTo>
                  <a:pt x="70" y="247"/>
                </a:lnTo>
                <a:lnTo>
                  <a:pt x="69" y="246"/>
                </a:lnTo>
                <a:lnTo>
                  <a:pt x="70" y="246"/>
                </a:lnTo>
                <a:lnTo>
                  <a:pt x="70" y="245"/>
                </a:lnTo>
                <a:lnTo>
                  <a:pt x="71" y="245"/>
                </a:lnTo>
                <a:lnTo>
                  <a:pt x="71" y="244"/>
                </a:lnTo>
                <a:lnTo>
                  <a:pt x="72" y="244"/>
                </a:lnTo>
                <a:lnTo>
                  <a:pt x="72" y="243"/>
                </a:lnTo>
                <a:lnTo>
                  <a:pt x="73" y="244"/>
                </a:lnTo>
                <a:lnTo>
                  <a:pt x="73" y="245"/>
                </a:lnTo>
                <a:lnTo>
                  <a:pt x="74" y="245"/>
                </a:lnTo>
                <a:lnTo>
                  <a:pt x="74" y="244"/>
                </a:lnTo>
                <a:lnTo>
                  <a:pt x="75" y="244"/>
                </a:lnTo>
                <a:lnTo>
                  <a:pt x="76" y="244"/>
                </a:lnTo>
                <a:lnTo>
                  <a:pt x="77" y="243"/>
                </a:lnTo>
                <a:lnTo>
                  <a:pt x="78" y="243"/>
                </a:lnTo>
                <a:lnTo>
                  <a:pt x="79" y="243"/>
                </a:lnTo>
                <a:lnTo>
                  <a:pt x="80" y="242"/>
                </a:lnTo>
                <a:lnTo>
                  <a:pt x="81" y="242"/>
                </a:lnTo>
                <a:lnTo>
                  <a:pt x="82" y="243"/>
                </a:lnTo>
                <a:lnTo>
                  <a:pt x="83" y="243"/>
                </a:lnTo>
                <a:lnTo>
                  <a:pt x="86" y="243"/>
                </a:lnTo>
                <a:lnTo>
                  <a:pt x="86" y="242"/>
                </a:lnTo>
                <a:lnTo>
                  <a:pt x="88" y="242"/>
                </a:lnTo>
                <a:lnTo>
                  <a:pt x="90" y="242"/>
                </a:lnTo>
                <a:lnTo>
                  <a:pt x="91" y="241"/>
                </a:lnTo>
                <a:lnTo>
                  <a:pt x="92" y="240"/>
                </a:lnTo>
                <a:lnTo>
                  <a:pt x="93" y="240"/>
                </a:lnTo>
                <a:lnTo>
                  <a:pt x="93" y="239"/>
                </a:lnTo>
                <a:lnTo>
                  <a:pt x="93" y="238"/>
                </a:lnTo>
                <a:lnTo>
                  <a:pt x="94" y="237"/>
                </a:lnTo>
                <a:lnTo>
                  <a:pt x="95" y="237"/>
                </a:lnTo>
                <a:lnTo>
                  <a:pt x="95" y="236"/>
                </a:lnTo>
                <a:lnTo>
                  <a:pt x="96" y="235"/>
                </a:lnTo>
                <a:lnTo>
                  <a:pt x="96" y="234"/>
                </a:lnTo>
                <a:lnTo>
                  <a:pt x="96" y="233"/>
                </a:lnTo>
                <a:lnTo>
                  <a:pt x="97" y="233"/>
                </a:lnTo>
                <a:lnTo>
                  <a:pt x="96" y="232"/>
                </a:lnTo>
                <a:lnTo>
                  <a:pt x="95" y="232"/>
                </a:lnTo>
                <a:lnTo>
                  <a:pt x="95" y="231"/>
                </a:lnTo>
                <a:lnTo>
                  <a:pt x="94" y="231"/>
                </a:lnTo>
                <a:lnTo>
                  <a:pt x="93" y="232"/>
                </a:lnTo>
                <a:lnTo>
                  <a:pt x="92" y="232"/>
                </a:lnTo>
                <a:lnTo>
                  <a:pt x="91" y="232"/>
                </a:lnTo>
                <a:lnTo>
                  <a:pt x="90" y="231"/>
                </a:lnTo>
                <a:lnTo>
                  <a:pt x="89" y="230"/>
                </a:lnTo>
                <a:lnTo>
                  <a:pt x="88" y="230"/>
                </a:lnTo>
                <a:lnTo>
                  <a:pt x="87" y="230"/>
                </a:lnTo>
                <a:lnTo>
                  <a:pt x="86" y="230"/>
                </a:lnTo>
                <a:lnTo>
                  <a:pt x="85" y="231"/>
                </a:lnTo>
                <a:lnTo>
                  <a:pt x="85" y="232"/>
                </a:lnTo>
                <a:lnTo>
                  <a:pt x="84" y="232"/>
                </a:lnTo>
                <a:lnTo>
                  <a:pt x="83" y="231"/>
                </a:lnTo>
                <a:lnTo>
                  <a:pt x="82" y="231"/>
                </a:lnTo>
                <a:lnTo>
                  <a:pt x="81" y="230"/>
                </a:lnTo>
                <a:lnTo>
                  <a:pt x="80" y="230"/>
                </a:lnTo>
                <a:lnTo>
                  <a:pt x="79" y="230"/>
                </a:lnTo>
                <a:lnTo>
                  <a:pt x="77" y="231"/>
                </a:lnTo>
                <a:lnTo>
                  <a:pt x="77" y="230"/>
                </a:lnTo>
                <a:lnTo>
                  <a:pt x="76" y="230"/>
                </a:lnTo>
                <a:lnTo>
                  <a:pt x="76" y="229"/>
                </a:lnTo>
                <a:lnTo>
                  <a:pt x="76" y="228"/>
                </a:lnTo>
                <a:lnTo>
                  <a:pt x="76" y="227"/>
                </a:lnTo>
                <a:lnTo>
                  <a:pt x="75" y="227"/>
                </a:lnTo>
                <a:lnTo>
                  <a:pt x="75" y="226"/>
                </a:lnTo>
                <a:lnTo>
                  <a:pt x="75" y="225"/>
                </a:lnTo>
                <a:lnTo>
                  <a:pt x="74" y="224"/>
                </a:lnTo>
                <a:lnTo>
                  <a:pt x="75" y="223"/>
                </a:lnTo>
                <a:lnTo>
                  <a:pt x="75" y="222"/>
                </a:lnTo>
                <a:lnTo>
                  <a:pt x="74" y="222"/>
                </a:lnTo>
                <a:lnTo>
                  <a:pt x="74" y="221"/>
                </a:lnTo>
                <a:lnTo>
                  <a:pt x="73" y="221"/>
                </a:lnTo>
                <a:lnTo>
                  <a:pt x="73" y="220"/>
                </a:lnTo>
                <a:lnTo>
                  <a:pt x="73" y="219"/>
                </a:lnTo>
                <a:lnTo>
                  <a:pt x="73" y="218"/>
                </a:lnTo>
                <a:lnTo>
                  <a:pt x="73" y="217"/>
                </a:lnTo>
                <a:lnTo>
                  <a:pt x="74" y="217"/>
                </a:lnTo>
                <a:lnTo>
                  <a:pt x="74" y="215"/>
                </a:lnTo>
                <a:lnTo>
                  <a:pt x="74" y="214"/>
                </a:lnTo>
                <a:lnTo>
                  <a:pt x="75" y="214"/>
                </a:lnTo>
                <a:lnTo>
                  <a:pt x="75" y="213"/>
                </a:lnTo>
                <a:lnTo>
                  <a:pt x="75" y="212"/>
                </a:lnTo>
                <a:lnTo>
                  <a:pt x="75" y="211"/>
                </a:lnTo>
                <a:lnTo>
                  <a:pt x="74" y="211"/>
                </a:lnTo>
                <a:lnTo>
                  <a:pt x="73" y="211"/>
                </a:lnTo>
                <a:lnTo>
                  <a:pt x="73" y="209"/>
                </a:lnTo>
                <a:lnTo>
                  <a:pt x="73" y="208"/>
                </a:lnTo>
                <a:lnTo>
                  <a:pt x="74" y="208"/>
                </a:lnTo>
                <a:lnTo>
                  <a:pt x="74" y="207"/>
                </a:lnTo>
                <a:lnTo>
                  <a:pt x="73" y="206"/>
                </a:lnTo>
                <a:lnTo>
                  <a:pt x="72" y="205"/>
                </a:lnTo>
                <a:lnTo>
                  <a:pt x="71" y="206"/>
                </a:lnTo>
                <a:lnTo>
                  <a:pt x="70" y="206"/>
                </a:lnTo>
                <a:lnTo>
                  <a:pt x="69" y="206"/>
                </a:lnTo>
                <a:lnTo>
                  <a:pt x="69" y="205"/>
                </a:lnTo>
                <a:lnTo>
                  <a:pt x="68" y="204"/>
                </a:lnTo>
                <a:lnTo>
                  <a:pt x="67" y="203"/>
                </a:lnTo>
                <a:lnTo>
                  <a:pt x="68" y="203"/>
                </a:lnTo>
                <a:lnTo>
                  <a:pt x="68" y="202"/>
                </a:lnTo>
                <a:lnTo>
                  <a:pt x="67" y="202"/>
                </a:lnTo>
                <a:lnTo>
                  <a:pt x="67" y="201"/>
                </a:lnTo>
                <a:lnTo>
                  <a:pt x="66" y="200"/>
                </a:lnTo>
                <a:lnTo>
                  <a:pt x="65" y="198"/>
                </a:lnTo>
                <a:lnTo>
                  <a:pt x="64" y="198"/>
                </a:lnTo>
                <a:lnTo>
                  <a:pt x="64" y="197"/>
                </a:lnTo>
                <a:lnTo>
                  <a:pt x="64" y="196"/>
                </a:lnTo>
                <a:lnTo>
                  <a:pt x="63" y="196"/>
                </a:lnTo>
                <a:lnTo>
                  <a:pt x="63" y="195"/>
                </a:lnTo>
                <a:lnTo>
                  <a:pt x="63" y="194"/>
                </a:lnTo>
                <a:lnTo>
                  <a:pt x="62" y="194"/>
                </a:lnTo>
                <a:lnTo>
                  <a:pt x="62" y="193"/>
                </a:lnTo>
                <a:lnTo>
                  <a:pt x="61" y="192"/>
                </a:lnTo>
                <a:lnTo>
                  <a:pt x="61" y="191"/>
                </a:lnTo>
                <a:lnTo>
                  <a:pt x="60" y="191"/>
                </a:lnTo>
                <a:lnTo>
                  <a:pt x="59" y="191"/>
                </a:lnTo>
                <a:lnTo>
                  <a:pt x="58" y="190"/>
                </a:lnTo>
                <a:lnTo>
                  <a:pt x="58" y="189"/>
                </a:lnTo>
                <a:lnTo>
                  <a:pt x="58" y="188"/>
                </a:lnTo>
                <a:lnTo>
                  <a:pt x="58" y="187"/>
                </a:lnTo>
                <a:lnTo>
                  <a:pt x="58" y="186"/>
                </a:lnTo>
                <a:lnTo>
                  <a:pt x="57" y="186"/>
                </a:lnTo>
                <a:lnTo>
                  <a:pt x="56" y="186"/>
                </a:lnTo>
                <a:lnTo>
                  <a:pt x="56" y="187"/>
                </a:lnTo>
                <a:lnTo>
                  <a:pt x="55" y="187"/>
                </a:lnTo>
                <a:lnTo>
                  <a:pt x="55" y="186"/>
                </a:lnTo>
                <a:lnTo>
                  <a:pt x="54" y="185"/>
                </a:lnTo>
                <a:lnTo>
                  <a:pt x="54" y="184"/>
                </a:lnTo>
                <a:lnTo>
                  <a:pt x="53" y="183"/>
                </a:lnTo>
                <a:lnTo>
                  <a:pt x="53" y="182"/>
                </a:lnTo>
                <a:lnTo>
                  <a:pt x="54" y="181"/>
                </a:lnTo>
                <a:lnTo>
                  <a:pt x="55" y="180"/>
                </a:lnTo>
                <a:lnTo>
                  <a:pt x="54" y="180"/>
                </a:lnTo>
                <a:lnTo>
                  <a:pt x="53" y="179"/>
                </a:lnTo>
                <a:lnTo>
                  <a:pt x="53" y="177"/>
                </a:lnTo>
                <a:lnTo>
                  <a:pt x="53" y="176"/>
                </a:lnTo>
                <a:lnTo>
                  <a:pt x="52" y="175"/>
                </a:lnTo>
                <a:lnTo>
                  <a:pt x="52" y="174"/>
                </a:lnTo>
                <a:lnTo>
                  <a:pt x="53" y="173"/>
                </a:lnTo>
                <a:lnTo>
                  <a:pt x="54" y="173"/>
                </a:lnTo>
                <a:lnTo>
                  <a:pt x="53" y="173"/>
                </a:lnTo>
                <a:lnTo>
                  <a:pt x="53" y="172"/>
                </a:lnTo>
                <a:lnTo>
                  <a:pt x="51" y="172"/>
                </a:lnTo>
                <a:lnTo>
                  <a:pt x="50" y="172"/>
                </a:lnTo>
                <a:lnTo>
                  <a:pt x="49" y="172"/>
                </a:lnTo>
                <a:lnTo>
                  <a:pt x="49" y="171"/>
                </a:lnTo>
                <a:lnTo>
                  <a:pt x="48" y="171"/>
                </a:lnTo>
                <a:lnTo>
                  <a:pt x="48" y="172"/>
                </a:lnTo>
                <a:lnTo>
                  <a:pt x="47" y="172"/>
                </a:lnTo>
                <a:lnTo>
                  <a:pt x="47" y="171"/>
                </a:lnTo>
                <a:lnTo>
                  <a:pt x="47" y="170"/>
                </a:lnTo>
                <a:lnTo>
                  <a:pt x="47" y="169"/>
                </a:lnTo>
                <a:lnTo>
                  <a:pt x="47" y="167"/>
                </a:lnTo>
                <a:lnTo>
                  <a:pt x="46" y="166"/>
                </a:lnTo>
                <a:lnTo>
                  <a:pt x="46" y="167"/>
                </a:lnTo>
                <a:lnTo>
                  <a:pt x="45" y="167"/>
                </a:lnTo>
                <a:lnTo>
                  <a:pt x="45" y="166"/>
                </a:lnTo>
                <a:lnTo>
                  <a:pt x="45" y="165"/>
                </a:lnTo>
                <a:lnTo>
                  <a:pt x="44" y="165"/>
                </a:lnTo>
                <a:lnTo>
                  <a:pt x="43" y="165"/>
                </a:lnTo>
                <a:lnTo>
                  <a:pt x="42" y="164"/>
                </a:lnTo>
                <a:lnTo>
                  <a:pt x="41" y="163"/>
                </a:lnTo>
                <a:lnTo>
                  <a:pt x="41" y="162"/>
                </a:lnTo>
                <a:lnTo>
                  <a:pt x="41" y="161"/>
                </a:lnTo>
                <a:lnTo>
                  <a:pt x="39" y="161"/>
                </a:lnTo>
                <a:lnTo>
                  <a:pt x="39" y="160"/>
                </a:lnTo>
                <a:lnTo>
                  <a:pt x="38" y="160"/>
                </a:lnTo>
                <a:lnTo>
                  <a:pt x="37" y="159"/>
                </a:lnTo>
                <a:lnTo>
                  <a:pt x="37" y="158"/>
                </a:lnTo>
                <a:lnTo>
                  <a:pt x="36" y="157"/>
                </a:lnTo>
                <a:lnTo>
                  <a:pt x="35" y="157"/>
                </a:lnTo>
                <a:lnTo>
                  <a:pt x="34" y="158"/>
                </a:lnTo>
                <a:lnTo>
                  <a:pt x="33" y="156"/>
                </a:lnTo>
                <a:lnTo>
                  <a:pt x="33" y="155"/>
                </a:lnTo>
                <a:lnTo>
                  <a:pt x="34" y="154"/>
                </a:lnTo>
                <a:lnTo>
                  <a:pt x="36" y="154"/>
                </a:lnTo>
                <a:lnTo>
                  <a:pt x="38" y="155"/>
                </a:lnTo>
                <a:lnTo>
                  <a:pt x="38" y="154"/>
                </a:lnTo>
                <a:lnTo>
                  <a:pt x="37" y="154"/>
                </a:lnTo>
                <a:lnTo>
                  <a:pt x="38" y="153"/>
                </a:lnTo>
                <a:lnTo>
                  <a:pt x="38" y="152"/>
                </a:lnTo>
                <a:lnTo>
                  <a:pt x="39" y="152"/>
                </a:lnTo>
                <a:lnTo>
                  <a:pt x="40" y="151"/>
                </a:lnTo>
                <a:lnTo>
                  <a:pt x="40" y="150"/>
                </a:lnTo>
                <a:lnTo>
                  <a:pt x="41" y="148"/>
                </a:lnTo>
                <a:lnTo>
                  <a:pt x="42" y="148"/>
                </a:lnTo>
                <a:lnTo>
                  <a:pt x="43" y="148"/>
                </a:lnTo>
                <a:lnTo>
                  <a:pt x="43" y="147"/>
                </a:lnTo>
                <a:lnTo>
                  <a:pt x="44" y="147"/>
                </a:lnTo>
                <a:lnTo>
                  <a:pt x="44" y="148"/>
                </a:lnTo>
                <a:lnTo>
                  <a:pt x="45" y="148"/>
                </a:lnTo>
                <a:lnTo>
                  <a:pt x="46" y="148"/>
                </a:lnTo>
                <a:lnTo>
                  <a:pt x="46" y="147"/>
                </a:lnTo>
                <a:lnTo>
                  <a:pt x="47" y="147"/>
                </a:lnTo>
                <a:lnTo>
                  <a:pt x="48" y="147"/>
                </a:lnTo>
                <a:lnTo>
                  <a:pt x="49" y="147"/>
                </a:lnTo>
                <a:lnTo>
                  <a:pt x="49" y="146"/>
                </a:lnTo>
                <a:lnTo>
                  <a:pt x="49" y="145"/>
                </a:lnTo>
                <a:lnTo>
                  <a:pt x="49" y="144"/>
                </a:lnTo>
                <a:lnTo>
                  <a:pt x="49" y="143"/>
                </a:lnTo>
                <a:lnTo>
                  <a:pt x="50" y="143"/>
                </a:lnTo>
                <a:lnTo>
                  <a:pt x="50" y="142"/>
                </a:lnTo>
                <a:lnTo>
                  <a:pt x="49" y="141"/>
                </a:lnTo>
                <a:lnTo>
                  <a:pt x="49" y="140"/>
                </a:lnTo>
                <a:lnTo>
                  <a:pt x="49" y="139"/>
                </a:lnTo>
                <a:lnTo>
                  <a:pt x="48" y="139"/>
                </a:lnTo>
                <a:lnTo>
                  <a:pt x="48" y="138"/>
                </a:lnTo>
                <a:lnTo>
                  <a:pt x="47" y="138"/>
                </a:lnTo>
                <a:lnTo>
                  <a:pt x="46" y="138"/>
                </a:lnTo>
                <a:lnTo>
                  <a:pt x="46" y="139"/>
                </a:lnTo>
                <a:lnTo>
                  <a:pt x="46" y="141"/>
                </a:lnTo>
                <a:lnTo>
                  <a:pt x="45" y="141"/>
                </a:lnTo>
                <a:lnTo>
                  <a:pt x="45" y="140"/>
                </a:lnTo>
                <a:lnTo>
                  <a:pt x="45" y="139"/>
                </a:lnTo>
                <a:lnTo>
                  <a:pt x="44" y="139"/>
                </a:lnTo>
                <a:lnTo>
                  <a:pt x="44" y="138"/>
                </a:lnTo>
                <a:lnTo>
                  <a:pt x="44" y="137"/>
                </a:lnTo>
                <a:lnTo>
                  <a:pt x="45" y="137"/>
                </a:lnTo>
                <a:lnTo>
                  <a:pt x="45" y="136"/>
                </a:lnTo>
                <a:lnTo>
                  <a:pt x="44" y="136"/>
                </a:lnTo>
                <a:lnTo>
                  <a:pt x="43" y="135"/>
                </a:lnTo>
                <a:lnTo>
                  <a:pt x="42" y="135"/>
                </a:lnTo>
                <a:lnTo>
                  <a:pt x="42" y="136"/>
                </a:lnTo>
                <a:lnTo>
                  <a:pt x="41" y="135"/>
                </a:lnTo>
                <a:lnTo>
                  <a:pt x="40" y="135"/>
                </a:lnTo>
                <a:lnTo>
                  <a:pt x="40" y="134"/>
                </a:lnTo>
                <a:lnTo>
                  <a:pt x="40" y="133"/>
                </a:lnTo>
                <a:lnTo>
                  <a:pt x="39" y="133"/>
                </a:lnTo>
                <a:lnTo>
                  <a:pt x="40" y="133"/>
                </a:lnTo>
                <a:lnTo>
                  <a:pt x="41" y="132"/>
                </a:lnTo>
                <a:lnTo>
                  <a:pt x="42" y="132"/>
                </a:lnTo>
                <a:lnTo>
                  <a:pt x="41" y="131"/>
                </a:lnTo>
                <a:lnTo>
                  <a:pt x="42" y="131"/>
                </a:lnTo>
                <a:lnTo>
                  <a:pt x="42" y="130"/>
                </a:lnTo>
                <a:lnTo>
                  <a:pt x="42" y="129"/>
                </a:lnTo>
                <a:lnTo>
                  <a:pt x="43" y="129"/>
                </a:lnTo>
                <a:lnTo>
                  <a:pt x="43" y="128"/>
                </a:lnTo>
                <a:lnTo>
                  <a:pt x="43" y="127"/>
                </a:lnTo>
                <a:lnTo>
                  <a:pt x="43" y="126"/>
                </a:lnTo>
                <a:lnTo>
                  <a:pt x="43" y="125"/>
                </a:lnTo>
                <a:lnTo>
                  <a:pt x="42" y="125"/>
                </a:lnTo>
                <a:lnTo>
                  <a:pt x="41" y="124"/>
                </a:lnTo>
                <a:lnTo>
                  <a:pt x="40" y="124"/>
                </a:lnTo>
                <a:lnTo>
                  <a:pt x="39" y="124"/>
                </a:lnTo>
                <a:lnTo>
                  <a:pt x="37" y="123"/>
                </a:lnTo>
                <a:lnTo>
                  <a:pt x="37" y="122"/>
                </a:lnTo>
                <a:lnTo>
                  <a:pt x="38" y="121"/>
                </a:lnTo>
                <a:lnTo>
                  <a:pt x="38" y="120"/>
                </a:lnTo>
                <a:lnTo>
                  <a:pt x="39" y="120"/>
                </a:lnTo>
                <a:lnTo>
                  <a:pt x="40" y="120"/>
                </a:lnTo>
                <a:lnTo>
                  <a:pt x="41" y="120"/>
                </a:lnTo>
                <a:lnTo>
                  <a:pt x="41" y="119"/>
                </a:lnTo>
                <a:lnTo>
                  <a:pt x="41" y="118"/>
                </a:lnTo>
                <a:lnTo>
                  <a:pt x="42" y="118"/>
                </a:lnTo>
                <a:lnTo>
                  <a:pt x="42" y="117"/>
                </a:lnTo>
                <a:lnTo>
                  <a:pt x="42" y="116"/>
                </a:lnTo>
                <a:lnTo>
                  <a:pt x="43" y="116"/>
                </a:lnTo>
                <a:lnTo>
                  <a:pt x="44" y="116"/>
                </a:lnTo>
                <a:lnTo>
                  <a:pt x="45" y="115"/>
                </a:lnTo>
                <a:lnTo>
                  <a:pt x="46" y="115"/>
                </a:lnTo>
                <a:lnTo>
                  <a:pt x="46" y="114"/>
                </a:lnTo>
                <a:lnTo>
                  <a:pt x="47" y="114"/>
                </a:lnTo>
                <a:lnTo>
                  <a:pt x="47" y="113"/>
                </a:lnTo>
                <a:lnTo>
                  <a:pt x="48" y="113"/>
                </a:lnTo>
                <a:lnTo>
                  <a:pt x="49" y="113"/>
                </a:lnTo>
                <a:lnTo>
                  <a:pt x="49" y="112"/>
                </a:lnTo>
                <a:lnTo>
                  <a:pt x="50" y="112"/>
                </a:lnTo>
                <a:lnTo>
                  <a:pt x="51" y="112"/>
                </a:lnTo>
                <a:lnTo>
                  <a:pt x="51" y="111"/>
                </a:lnTo>
                <a:lnTo>
                  <a:pt x="52" y="111"/>
                </a:lnTo>
                <a:lnTo>
                  <a:pt x="53" y="111"/>
                </a:lnTo>
                <a:lnTo>
                  <a:pt x="53" y="112"/>
                </a:lnTo>
                <a:lnTo>
                  <a:pt x="54" y="112"/>
                </a:lnTo>
                <a:lnTo>
                  <a:pt x="54" y="111"/>
                </a:lnTo>
                <a:lnTo>
                  <a:pt x="55" y="111"/>
                </a:lnTo>
                <a:lnTo>
                  <a:pt x="56" y="111"/>
                </a:lnTo>
                <a:lnTo>
                  <a:pt x="58" y="110"/>
                </a:lnTo>
                <a:lnTo>
                  <a:pt x="59" y="110"/>
                </a:lnTo>
                <a:lnTo>
                  <a:pt x="60" y="111"/>
                </a:lnTo>
                <a:lnTo>
                  <a:pt x="61" y="111"/>
                </a:lnTo>
                <a:lnTo>
                  <a:pt x="62" y="111"/>
                </a:lnTo>
                <a:lnTo>
                  <a:pt x="63" y="112"/>
                </a:lnTo>
                <a:lnTo>
                  <a:pt x="64" y="112"/>
                </a:lnTo>
                <a:lnTo>
                  <a:pt x="67" y="112"/>
                </a:lnTo>
                <a:lnTo>
                  <a:pt x="67" y="113"/>
                </a:lnTo>
                <a:lnTo>
                  <a:pt x="68" y="113"/>
                </a:lnTo>
                <a:lnTo>
                  <a:pt x="69" y="113"/>
                </a:lnTo>
                <a:lnTo>
                  <a:pt x="69" y="110"/>
                </a:lnTo>
                <a:lnTo>
                  <a:pt x="69" y="108"/>
                </a:lnTo>
                <a:lnTo>
                  <a:pt x="69" y="107"/>
                </a:lnTo>
                <a:lnTo>
                  <a:pt x="68" y="107"/>
                </a:lnTo>
                <a:lnTo>
                  <a:pt x="68" y="106"/>
                </a:lnTo>
                <a:lnTo>
                  <a:pt x="69" y="106"/>
                </a:lnTo>
                <a:lnTo>
                  <a:pt x="70" y="104"/>
                </a:lnTo>
                <a:lnTo>
                  <a:pt x="69" y="104"/>
                </a:lnTo>
                <a:lnTo>
                  <a:pt x="69" y="103"/>
                </a:lnTo>
                <a:lnTo>
                  <a:pt x="69" y="102"/>
                </a:lnTo>
                <a:lnTo>
                  <a:pt x="71" y="102"/>
                </a:lnTo>
                <a:lnTo>
                  <a:pt x="71" y="101"/>
                </a:lnTo>
                <a:lnTo>
                  <a:pt x="70" y="99"/>
                </a:lnTo>
                <a:lnTo>
                  <a:pt x="69" y="97"/>
                </a:lnTo>
                <a:lnTo>
                  <a:pt x="69" y="96"/>
                </a:lnTo>
                <a:lnTo>
                  <a:pt x="68" y="96"/>
                </a:lnTo>
                <a:lnTo>
                  <a:pt x="68" y="95"/>
                </a:lnTo>
                <a:lnTo>
                  <a:pt x="68" y="94"/>
                </a:lnTo>
                <a:lnTo>
                  <a:pt x="69" y="94"/>
                </a:lnTo>
                <a:lnTo>
                  <a:pt x="70" y="94"/>
                </a:lnTo>
                <a:lnTo>
                  <a:pt x="69" y="93"/>
                </a:lnTo>
                <a:lnTo>
                  <a:pt x="70" y="93"/>
                </a:lnTo>
                <a:lnTo>
                  <a:pt x="69" y="92"/>
                </a:lnTo>
                <a:lnTo>
                  <a:pt x="69" y="91"/>
                </a:lnTo>
                <a:lnTo>
                  <a:pt x="67" y="90"/>
                </a:lnTo>
                <a:lnTo>
                  <a:pt x="68" y="89"/>
                </a:lnTo>
                <a:lnTo>
                  <a:pt x="68" y="88"/>
                </a:lnTo>
                <a:lnTo>
                  <a:pt x="67" y="88"/>
                </a:lnTo>
                <a:lnTo>
                  <a:pt x="67" y="87"/>
                </a:lnTo>
                <a:lnTo>
                  <a:pt x="67" y="86"/>
                </a:lnTo>
                <a:lnTo>
                  <a:pt x="66" y="86"/>
                </a:lnTo>
                <a:lnTo>
                  <a:pt x="66" y="85"/>
                </a:lnTo>
                <a:lnTo>
                  <a:pt x="67" y="85"/>
                </a:lnTo>
                <a:lnTo>
                  <a:pt x="67" y="84"/>
                </a:lnTo>
                <a:lnTo>
                  <a:pt x="68" y="83"/>
                </a:lnTo>
                <a:lnTo>
                  <a:pt x="69" y="83"/>
                </a:lnTo>
                <a:lnTo>
                  <a:pt x="69" y="82"/>
                </a:lnTo>
                <a:lnTo>
                  <a:pt x="70" y="81"/>
                </a:lnTo>
                <a:lnTo>
                  <a:pt x="70" y="80"/>
                </a:lnTo>
                <a:lnTo>
                  <a:pt x="72" y="79"/>
                </a:lnTo>
                <a:lnTo>
                  <a:pt x="73" y="79"/>
                </a:lnTo>
                <a:lnTo>
                  <a:pt x="74" y="78"/>
                </a:lnTo>
                <a:lnTo>
                  <a:pt x="74" y="77"/>
                </a:lnTo>
                <a:lnTo>
                  <a:pt x="75" y="76"/>
                </a:lnTo>
                <a:lnTo>
                  <a:pt x="75" y="75"/>
                </a:lnTo>
                <a:lnTo>
                  <a:pt x="76" y="74"/>
                </a:lnTo>
                <a:lnTo>
                  <a:pt x="77" y="74"/>
                </a:lnTo>
                <a:lnTo>
                  <a:pt x="77" y="73"/>
                </a:lnTo>
                <a:lnTo>
                  <a:pt x="78" y="72"/>
                </a:lnTo>
                <a:lnTo>
                  <a:pt x="78" y="71"/>
                </a:lnTo>
                <a:lnTo>
                  <a:pt x="78" y="70"/>
                </a:lnTo>
                <a:lnTo>
                  <a:pt x="79" y="70"/>
                </a:lnTo>
                <a:lnTo>
                  <a:pt x="79" y="71"/>
                </a:lnTo>
                <a:lnTo>
                  <a:pt x="80" y="71"/>
                </a:lnTo>
                <a:lnTo>
                  <a:pt x="80" y="70"/>
                </a:lnTo>
                <a:lnTo>
                  <a:pt x="80" y="69"/>
                </a:lnTo>
                <a:lnTo>
                  <a:pt x="80" y="68"/>
                </a:lnTo>
                <a:lnTo>
                  <a:pt x="81" y="68"/>
                </a:lnTo>
                <a:lnTo>
                  <a:pt x="82" y="68"/>
                </a:lnTo>
                <a:lnTo>
                  <a:pt x="83" y="68"/>
                </a:lnTo>
                <a:lnTo>
                  <a:pt x="84" y="68"/>
                </a:lnTo>
                <a:lnTo>
                  <a:pt x="85" y="68"/>
                </a:lnTo>
                <a:lnTo>
                  <a:pt x="85" y="69"/>
                </a:lnTo>
                <a:lnTo>
                  <a:pt x="86" y="69"/>
                </a:lnTo>
                <a:lnTo>
                  <a:pt x="87" y="69"/>
                </a:lnTo>
                <a:lnTo>
                  <a:pt x="88" y="69"/>
                </a:lnTo>
                <a:lnTo>
                  <a:pt x="90" y="68"/>
                </a:lnTo>
                <a:lnTo>
                  <a:pt x="91" y="68"/>
                </a:lnTo>
                <a:lnTo>
                  <a:pt x="92" y="68"/>
                </a:lnTo>
                <a:lnTo>
                  <a:pt x="92" y="67"/>
                </a:lnTo>
                <a:lnTo>
                  <a:pt x="93" y="67"/>
                </a:lnTo>
                <a:lnTo>
                  <a:pt x="93" y="66"/>
                </a:lnTo>
                <a:lnTo>
                  <a:pt x="94" y="66"/>
                </a:lnTo>
                <a:lnTo>
                  <a:pt x="95" y="66"/>
                </a:lnTo>
                <a:lnTo>
                  <a:pt x="95" y="65"/>
                </a:lnTo>
                <a:lnTo>
                  <a:pt x="94" y="64"/>
                </a:lnTo>
                <a:lnTo>
                  <a:pt x="93" y="64"/>
                </a:lnTo>
                <a:lnTo>
                  <a:pt x="92" y="63"/>
                </a:lnTo>
                <a:lnTo>
                  <a:pt x="92" y="62"/>
                </a:lnTo>
                <a:lnTo>
                  <a:pt x="92" y="61"/>
                </a:lnTo>
                <a:lnTo>
                  <a:pt x="91" y="61"/>
                </a:lnTo>
                <a:lnTo>
                  <a:pt x="90" y="60"/>
                </a:lnTo>
                <a:lnTo>
                  <a:pt x="90" y="59"/>
                </a:lnTo>
                <a:lnTo>
                  <a:pt x="91" y="59"/>
                </a:lnTo>
                <a:lnTo>
                  <a:pt x="91" y="58"/>
                </a:lnTo>
                <a:lnTo>
                  <a:pt x="92" y="57"/>
                </a:lnTo>
                <a:lnTo>
                  <a:pt x="93" y="57"/>
                </a:lnTo>
                <a:lnTo>
                  <a:pt x="94" y="56"/>
                </a:lnTo>
                <a:lnTo>
                  <a:pt x="94" y="55"/>
                </a:lnTo>
                <a:lnTo>
                  <a:pt x="94" y="54"/>
                </a:lnTo>
                <a:lnTo>
                  <a:pt x="94" y="53"/>
                </a:lnTo>
                <a:lnTo>
                  <a:pt x="95" y="52"/>
                </a:lnTo>
                <a:lnTo>
                  <a:pt x="95" y="51"/>
                </a:lnTo>
                <a:lnTo>
                  <a:pt x="98" y="51"/>
                </a:lnTo>
                <a:lnTo>
                  <a:pt x="99" y="51"/>
                </a:lnTo>
                <a:lnTo>
                  <a:pt x="99" y="50"/>
                </a:lnTo>
                <a:lnTo>
                  <a:pt x="101" y="50"/>
                </a:lnTo>
                <a:lnTo>
                  <a:pt x="102" y="50"/>
                </a:lnTo>
                <a:lnTo>
                  <a:pt x="103" y="50"/>
                </a:lnTo>
                <a:lnTo>
                  <a:pt x="104" y="50"/>
                </a:lnTo>
                <a:lnTo>
                  <a:pt x="105" y="51"/>
                </a:lnTo>
                <a:lnTo>
                  <a:pt x="106" y="51"/>
                </a:lnTo>
                <a:lnTo>
                  <a:pt x="106" y="52"/>
                </a:lnTo>
                <a:lnTo>
                  <a:pt x="107" y="52"/>
                </a:lnTo>
                <a:lnTo>
                  <a:pt x="108" y="52"/>
                </a:lnTo>
                <a:lnTo>
                  <a:pt x="109" y="51"/>
                </a:lnTo>
                <a:lnTo>
                  <a:pt x="110" y="51"/>
                </a:lnTo>
                <a:lnTo>
                  <a:pt x="111" y="51"/>
                </a:lnTo>
                <a:lnTo>
                  <a:pt x="112" y="51"/>
                </a:lnTo>
                <a:lnTo>
                  <a:pt x="114" y="51"/>
                </a:lnTo>
                <a:lnTo>
                  <a:pt x="115" y="51"/>
                </a:lnTo>
                <a:lnTo>
                  <a:pt x="116" y="51"/>
                </a:lnTo>
                <a:lnTo>
                  <a:pt x="117" y="51"/>
                </a:lnTo>
                <a:lnTo>
                  <a:pt x="118" y="51"/>
                </a:lnTo>
                <a:lnTo>
                  <a:pt x="118" y="50"/>
                </a:lnTo>
                <a:lnTo>
                  <a:pt x="119" y="50"/>
                </a:lnTo>
                <a:lnTo>
                  <a:pt x="120" y="50"/>
                </a:lnTo>
                <a:lnTo>
                  <a:pt x="120" y="49"/>
                </a:lnTo>
                <a:lnTo>
                  <a:pt x="120" y="48"/>
                </a:lnTo>
                <a:lnTo>
                  <a:pt x="123" y="48"/>
                </a:lnTo>
                <a:lnTo>
                  <a:pt x="123" y="49"/>
                </a:lnTo>
                <a:lnTo>
                  <a:pt x="124" y="50"/>
                </a:lnTo>
                <a:lnTo>
                  <a:pt x="125" y="51"/>
                </a:lnTo>
                <a:lnTo>
                  <a:pt x="126" y="53"/>
                </a:lnTo>
                <a:lnTo>
                  <a:pt x="126" y="54"/>
                </a:lnTo>
                <a:lnTo>
                  <a:pt x="126" y="55"/>
                </a:lnTo>
                <a:lnTo>
                  <a:pt x="126" y="56"/>
                </a:lnTo>
                <a:lnTo>
                  <a:pt x="126" y="58"/>
                </a:lnTo>
                <a:lnTo>
                  <a:pt x="127" y="58"/>
                </a:lnTo>
                <a:lnTo>
                  <a:pt x="127" y="59"/>
                </a:lnTo>
                <a:lnTo>
                  <a:pt x="128" y="59"/>
                </a:lnTo>
                <a:lnTo>
                  <a:pt x="129" y="60"/>
                </a:lnTo>
                <a:lnTo>
                  <a:pt x="128" y="61"/>
                </a:lnTo>
                <a:lnTo>
                  <a:pt x="127" y="61"/>
                </a:lnTo>
                <a:lnTo>
                  <a:pt x="128" y="61"/>
                </a:lnTo>
                <a:lnTo>
                  <a:pt x="129" y="62"/>
                </a:lnTo>
                <a:lnTo>
                  <a:pt x="130" y="62"/>
                </a:lnTo>
                <a:lnTo>
                  <a:pt x="130" y="63"/>
                </a:lnTo>
                <a:lnTo>
                  <a:pt x="131" y="63"/>
                </a:lnTo>
                <a:lnTo>
                  <a:pt x="131" y="65"/>
                </a:lnTo>
                <a:lnTo>
                  <a:pt x="131" y="66"/>
                </a:lnTo>
                <a:lnTo>
                  <a:pt x="131" y="67"/>
                </a:lnTo>
                <a:lnTo>
                  <a:pt x="133" y="68"/>
                </a:lnTo>
                <a:lnTo>
                  <a:pt x="134" y="69"/>
                </a:lnTo>
                <a:lnTo>
                  <a:pt x="134" y="70"/>
                </a:lnTo>
                <a:lnTo>
                  <a:pt x="133" y="70"/>
                </a:lnTo>
                <a:lnTo>
                  <a:pt x="131" y="70"/>
                </a:lnTo>
                <a:lnTo>
                  <a:pt x="131" y="71"/>
                </a:lnTo>
                <a:lnTo>
                  <a:pt x="131" y="72"/>
                </a:lnTo>
                <a:lnTo>
                  <a:pt x="133" y="72"/>
                </a:lnTo>
                <a:lnTo>
                  <a:pt x="133" y="73"/>
                </a:lnTo>
                <a:lnTo>
                  <a:pt x="133" y="74"/>
                </a:lnTo>
                <a:lnTo>
                  <a:pt x="131" y="75"/>
                </a:lnTo>
                <a:lnTo>
                  <a:pt x="131" y="76"/>
                </a:lnTo>
                <a:lnTo>
                  <a:pt x="131" y="78"/>
                </a:lnTo>
                <a:lnTo>
                  <a:pt x="133" y="78"/>
                </a:lnTo>
                <a:lnTo>
                  <a:pt x="134" y="78"/>
                </a:lnTo>
                <a:lnTo>
                  <a:pt x="134" y="79"/>
                </a:lnTo>
                <a:lnTo>
                  <a:pt x="133" y="80"/>
                </a:lnTo>
                <a:lnTo>
                  <a:pt x="133" y="81"/>
                </a:lnTo>
                <a:lnTo>
                  <a:pt x="131" y="82"/>
                </a:lnTo>
                <a:lnTo>
                  <a:pt x="129" y="82"/>
                </a:lnTo>
                <a:lnTo>
                  <a:pt x="128" y="82"/>
                </a:lnTo>
                <a:lnTo>
                  <a:pt x="127" y="82"/>
                </a:lnTo>
                <a:lnTo>
                  <a:pt x="127" y="83"/>
                </a:lnTo>
                <a:lnTo>
                  <a:pt x="127" y="84"/>
                </a:lnTo>
                <a:lnTo>
                  <a:pt x="128" y="85"/>
                </a:lnTo>
                <a:lnTo>
                  <a:pt x="129" y="85"/>
                </a:lnTo>
                <a:lnTo>
                  <a:pt x="130" y="88"/>
                </a:lnTo>
                <a:lnTo>
                  <a:pt x="130" y="89"/>
                </a:lnTo>
                <a:lnTo>
                  <a:pt x="130" y="90"/>
                </a:lnTo>
                <a:lnTo>
                  <a:pt x="130" y="92"/>
                </a:lnTo>
                <a:lnTo>
                  <a:pt x="130" y="94"/>
                </a:lnTo>
                <a:lnTo>
                  <a:pt x="130" y="95"/>
                </a:lnTo>
                <a:lnTo>
                  <a:pt x="130" y="96"/>
                </a:lnTo>
                <a:lnTo>
                  <a:pt x="130" y="97"/>
                </a:lnTo>
                <a:lnTo>
                  <a:pt x="130" y="98"/>
                </a:lnTo>
                <a:lnTo>
                  <a:pt x="130" y="99"/>
                </a:lnTo>
                <a:lnTo>
                  <a:pt x="130" y="100"/>
                </a:lnTo>
                <a:lnTo>
                  <a:pt x="129" y="101"/>
                </a:lnTo>
                <a:lnTo>
                  <a:pt x="128" y="101"/>
                </a:lnTo>
                <a:lnTo>
                  <a:pt x="128" y="102"/>
                </a:lnTo>
                <a:lnTo>
                  <a:pt x="127" y="103"/>
                </a:lnTo>
                <a:lnTo>
                  <a:pt x="127" y="104"/>
                </a:lnTo>
                <a:lnTo>
                  <a:pt x="126" y="104"/>
                </a:lnTo>
                <a:lnTo>
                  <a:pt x="127" y="104"/>
                </a:lnTo>
                <a:lnTo>
                  <a:pt x="128" y="104"/>
                </a:lnTo>
                <a:lnTo>
                  <a:pt x="128" y="103"/>
                </a:lnTo>
                <a:lnTo>
                  <a:pt x="129" y="103"/>
                </a:lnTo>
                <a:lnTo>
                  <a:pt x="133" y="103"/>
                </a:lnTo>
                <a:lnTo>
                  <a:pt x="134" y="103"/>
                </a:lnTo>
                <a:lnTo>
                  <a:pt x="136" y="103"/>
                </a:lnTo>
                <a:lnTo>
                  <a:pt x="137" y="103"/>
                </a:lnTo>
                <a:lnTo>
                  <a:pt x="138" y="103"/>
                </a:lnTo>
                <a:lnTo>
                  <a:pt x="139" y="103"/>
                </a:lnTo>
                <a:lnTo>
                  <a:pt x="140" y="103"/>
                </a:lnTo>
                <a:lnTo>
                  <a:pt x="141" y="103"/>
                </a:lnTo>
                <a:lnTo>
                  <a:pt x="142" y="103"/>
                </a:lnTo>
                <a:lnTo>
                  <a:pt x="143" y="104"/>
                </a:lnTo>
                <a:lnTo>
                  <a:pt x="144" y="104"/>
                </a:lnTo>
                <a:lnTo>
                  <a:pt x="145" y="104"/>
                </a:lnTo>
                <a:lnTo>
                  <a:pt x="146" y="104"/>
                </a:lnTo>
                <a:lnTo>
                  <a:pt x="146" y="103"/>
                </a:lnTo>
                <a:lnTo>
                  <a:pt x="147" y="103"/>
                </a:lnTo>
                <a:lnTo>
                  <a:pt x="148" y="102"/>
                </a:lnTo>
                <a:lnTo>
                  <a:pt x="149" y="102"/>
                </a:lnTo>
                <a:lnTo>
                  <a:pt x="150" y="102"/>
                </a:lnTo>
                <a:lnTo>
                  <a:pt x="150" y="103"/>
                </a:lnTo>
                <a:lnTo>
                  <a:pt x="152" y="102"/>
                </a:lnTo>
                <a:lnTo>
                  <a:pt x="153" y="102"/>
                </a:lnTo>
                <a:lnTo>
                  <a:pt x="153" y="103"/>
                </a:lnTo>
                <a:lnTo>
                  <a:pt x="153" y="104"/>
                </a:lnTo>
                <a:lnTo>
                  <a:pt x="155" y="104"/>
                </a:lnTo>
                <a:lnTo>
                  <a:pt x="157" y="104"/>
                </a:lnTo>
                <a:lnTo>
                  <a:pt x="158" y="104"/>
                </a:lnTo>
                <a:lnTo>
                  <a:pt x="158" y="106"/>
                </a:lnTo>
                <a:lnTo>
                  <a:pt x="158" y="107"/>
                </a:lnTo>
                <a:lnTo>
                  <a:pt x="159" y="107"/>
                </a:lnTo>
                <a:lnTo>
                  <a:pt x="161" y="106"/>
                </a:lnTo>
                <a:lnTo>
                  <a:pt x="162" y="106"/>
                </a:lnTo>
                <a:lnTo>
                  <a:pt x="163" y="106"/>
                </a:lnTo>
                <a:lnTo>
                  <a:pt x="164" y="105"/>
                </a:lnTo>
                <a:lnTo>
                  <a:pt x="164" y="104"/>
                </a:lnTo>
                <a:lnTo>
                  <a:pt x="164" y="103"/>
                </a:lnTo>
                <a:lnTo>
                  <a:pt x="163" y="103"/>
                </a:lnTo>
                <a:lnTo>
                  <a:pt x="163" y="102"/>
                </a:lnTo>
                <a:lnTo>
                  <a:pt x="165" y="102"/>
                </a:lnTo>
                <a:lnTo>
                  <a:pt x="166" y="103"/>
                </a:lnTo>
                <a:lnTo>
                  <a:pt x="167" y="104"/>
                </a:lnTo>
                <a:lnTo>
                  <a:pt x="167" y="105"/>
                </a:lnTo>
                <a:lnTo>
                  <a:pt x="168" y="105"/>
                </a:lnTo>
                <a:lnTo>
                  <a:pt x="169" y="105"/>
                </a:lnTo>
                <a:lnTo>
                  <a:pt x="170" y="105"/>
                </a:lnTo>
                <a:lnTo>
                  <a:pt x="172" y="105"/>
                </a:lnTo>
                <a:lnTo>
                  <a:pt x="173" y="105"/>
                </a:lnTo>
                <a:lnTo>
                  <a:pt x="173" y="104"/>
                </a:lnTo>
                <a:lnTo>
                  <a:pt x="174" y="104"/>
                </a:lnTo>
                <a:lnTo>
                  <a:pt x="173" y="104"/>
                </a:lnTo>
                <a:lnTo>
                  <a:pt x="173" y="103"/>
                </a:lnTo>
                <a:lnTo>
                  <a:pt x="172" y="103"/>
                </a:lnTo>
                <a:lnTo>
                  <a:pt x="172" y="102"/>
                </a:lnTo>
                <a:lnTo>
                  <a:pt x="171" y="101"/>
                </a:lnTo>
                <a:lnTo>
                  <a:pt x="171" y="100"/>
                </a:lnTo>
                <a:lnTo>
                  <a:pt x="171" y="99"/>
                </a:lnTo>
                <a:lnTo>
                  <a:pt x="172" y="98"/>
                </a:lnTo>
                <a:lnTo>
                  <a:pt x="172" y="97"/>
                </a:lnTo>
                <a:lnTo>
                  <a:pt x="171" y="97"/>
                </a:lnTo>
                <a:lnTo>
                  <a:pt x="170" y="97"/>
                </a:lnTo>
                <a:lnTo>
                  <a:pt x="170" y="96"/>
                </a:lnTo>
                <a:lnTo>
                  <a:pt x="169" y="96"/>
                </a:lnTo>
                <a:lnTo>
                  <a:pt x="168" y="95"/>
                </a:lnTo>
                <a:lnTo>
                  <a:pt x="168" y="94"/>
                </a:lnTo>
                <a:lnTo>
                  <a:pt x="168" y="93"/>
                </a:lnTo>
                <a:lnTo>
                  <a:pt x="169" y="93"/>
                </a:lnTo>
                <a:lnTo>
                  <a:pt x="170" y="93"/>
                </a:lnTo>
                <a:lnTo>
                  <a:pt x="172" y="92"/>
                </a:lnTo>
                <a:lnTo>
                  <a:pt x="173" y="92"/>
                </a:lnTo>
                <a:lnTo>
                  <a:pt x="175" y="91"/>
                </a:lnTo>
                <a:lnTo>
                  <a:pt x="176" y="91"/>
                </a:lnTo>
                <a:lnTo>
                  <a:pt x="177" y="91"/>
                </a:lnTo>
                <a:lnTo>
                  <a:pt x="178" y="90"/>
                </a:lnTo>
                <a:lnTo>
                  <a:pt x="179" y="90"/>
                </a:lnTo>
                <a:lnTo>
                  <a:pt x="179" y="89"/>
                </a:lnTo>
                <a:lnTo>
                  <a:pt x="180" y="89"/>
                </a:lnTo>
                <a:lnTo>
                  <a:pt x="181" y="89"/>
                </a:lnTo>
                <a:lnTo>
                  <a:pt x="184" y="88"/>
                </a:lnTo>
                <a:lnTo>
                  <a:pt x="185" y="88"/>
                </a:lnTo>
                <a:lnTo>
                  <a:pt x="185" y="87"/>
                </a:lnTo>
                <a:lnTo>
                  <a:pt x="186" y="87"/>
                </a:lnTo>
                <a:lnTo>
                  <a:pt x="187" y="87"/>
                </a:lnTo>
                <a:lnTo>
                  <a:pt x="188" y="87"/>
                </a:lnTo>
                <a:lnTo>
                  <a:pt x="189" y="86"/>
                </a:lnTo>
                <a:lnTo>
                  <a:pt x="190" y="85"/>
                </a:lnTo>
                <a:lnTo>
                  <a:pt x="191" y="85"/>
                </a:lnTo>
                <a:lnTo>
                  <a:pt x="191" y="84"/>
                </a:lnTo>
                <a:lnTo>
                  <a:pt x="191" y="85"/>
                </a:lnTo>
                <a:lnTo>
                  <a:pt x="192" y="84"/>
                </a:lnTo>
                <a:lnTo>
                  <a:pt x="193" y="83"/>
                </a:lnTo>
                <a:lnTo>
                  <a:pt x="195" y="82"/>
                </a:lnTo>
                <a:lnTo>
                  <a:pt x="196" y="82"/>
                </a:lnTo>
                <a:lnTo>
                  <a:pt x="197" y="81"/>
                </a:lnTo>
                <a:lnTo>
                  <a:pt x="198" y="81"/>
                </a:lnTo>
                <a:lnTo>
                  <a:pt x="199" y="80"/>
                </a:lnTo>
                <a:lnTo>
                  <a:pt x="203" y="78"/>
                </a:lnTo>
                <a:lnTo>
                  <a:pt x="204" y="77"/>
                </a:lnTo>
                <a:lnTo>
                  <a:pt x="205" y="76"/>
                </a:lnTo>
                <a:lnTo>
                  <a:pt x="205" y="75"/>
                </a:lnTo>
                <a:lnTo>
                  <a:pt x="206" y="74"/>
                </a:lnTo>
                <a:lnTo>
                  <a:pt x="207" y="74"/>
                </a:lnTo>
                <a:lnTo>
                  <a:pt x="207" y="75"/>
                </a:lnTo>
                <a:lnTo>
                  <a:pt x="208" y="75"/>
                </a:lnTo>
                <a:lnTo>
                  <a:pt x="209" y="75"/>
                </a:lnTo>
                <a:lnTo>
                  <a:pt x="211" y="73"/>
                </a:lnTo>
                <a:lnTo>
                  <a:pt x="211" y="72"/>
                </a:lnTo>
                <a:lnTo>
                  <a:pt x="213" y="72"/>
                </a:lnTo>
                <a:lnTo>
                  <a:pt x="213" y="71"/>
                </a:lnTo>
                <a:lnTo>
                  <a:pt x="214" y="71"/>
                </a:lnTo>
                <a:lnTo>
                  <a:pt x="214" y="70"/>
                </a:lnTo>
                <a:lnTo>
                  <a:pt x="216" y="69"/>
                </a:lnTo>
                <a:lnTo>
                  <a:pt x="216" y="70"/>
                </a:lnTo>
                <a:lnTo>
                  <a:pt x="218" y="70"/>
                </a:lnTo>
                <a:lnTo>
                  <a:pt x="219" y="70"/>
                </a:lnTo>
                <a:lnTo>
                  <a:pt x="220" y="69"/>
                </a:lnTo>
                <a:lnTo>
                  <a:pt x="221" y="69"/>
                </a:lnTo>
                <a:lnTo>
                  <a:pt x="222" y="69"/>
                </a:lnTo>
                <a:lnTo>
                  <a:pt x="222" y="68"/>
                </a:lnTo>
                <a:lnTo>
                  <a:pt x="223" y="68"/>
                </a:lnTo>
                <a:lnTo>
                  <a:pt x="223" y="69"/>
                </a:lnTo>
                <a:lnTo>
                  <a:pt x="223" y="70"/>
                </a:lnTo>
                <a:lnTo>
                  <a:pt x="223" y="71"/>
                </a:lnTo>
                <a:lnTo>
                  <a:pt x="224" y="71"/>
                </a:lnTo>
                <a:lnTo>
                  <a:pt x="224" y="72"/>
                </a:lnTo>
                <a:lnTo>
                  <a:pt x="225" y="73"/>
                </a:lnTo>
                <a:lnTo>
                  <a:pt x="225" y="74"/>
                </a:lnTo>
                <a:lnTo>
                  <a:pt x="225" y="75"/>
                </a:lnTo>
                <a:lnTo>
                  <a:pt x="226" y="75"/>
                </a:lnTo>
                <a:lnTo>
                  <a:pt x="226" y="76"/>
                </a:lnTo>
                <a:lnTo>
                  <a:pt x="226" y="77"/>
                </a:lnTo>
                <a:lnTo>
                  <a:pt x="227" y="77"/>
                </a:lnTo>
                <a:lnTo>
                  <a:pt x="228" y="78"/>
                </a:lnTo>
                <a:lnTo>
                  <a:pt x="229" y="79"/>
                </a:lnTo>
                <a:lnTo>
                  <a:pt x="230" y="81"/>
                </a:lnTo>
                <a:lnTo>
                  <a:pt x="230" y="82"/>
                </a:lnTo>
                <a:lnTo>
                  <a:pt x="230" y="83"/>
                </a:lnTo>
                <a:lnTo>
                  <a:pt x="230" y="84"/>
                </a:lnTo>
                <a:lnTo>
                  <a:pt x="231" y="84"/>
                </a:lnTo>
                <a:lnTo>
                  <a:pt x="231" y="85"/>
                </a:lnTo>
                <a:lnTo>
                  <a:pt x="231" y="86"/>
                </a:lnTo>
                <a:lnTo>
                  <a:pt x="233" y="86"/>
                </a:lnTo>
                <a:lnTo>
                  <a:pt x="233" y="85"/>
                </a:lnTo>
                <a:lnTo>
                  <a:pt x="235" y="85"/>
                </a:lnTo>
                <a:lnTo>
                  <a:pt x="237" y="86"/>
                </a:lnTo>
                <a:lnTo>
                  <a:pt x="239" y="86"/>
                </a:lnTo>
                <a:lnTo>
                  <a:pt x="239" y="85"/>
                </a:lnTo>
                <a:lnTo>
                  <a:pt x="240" y="85"/>
                </a:lnTo>
                <a:lnTo>
                  <a:pt x="241" y="84"/>
                </a:lnTo>
                <a:lnTo>
                  <a:pt x="241" y="83"/>
                </a:lnTo>
                <a:lnTo>
                  <a:pt x="241" y="82"/>
                </a:lnTo>
                <a:lnTo>
                  <a:pt x="240" y="81"/>
                </a:lnTo>
                <a:lnTo>
                  <a:pt x="239" y="81"/>
                </a:lnTo>
                <a:lnTo>
                  <a:pt x="239" y="80"/>
                </a:lnTo>
                <a:lnTo>
                  <a:pt x="239" y="79"/>
                </a:lnTo>
                <a:lnTo>
                  <a:pt x="240" y="78"/>
                </a:lnTo>
                <a:lnTo>
                  <a:pt x="241" y="77"/>
                </a:lnTo>
                <a:lnTo>
                  <a:pt x="242" y="76"/>
                </a:lnTo>
                <a:lnTo>
                  <a:pt x="243" y="77"/>
                </a:lnTo>
                <a:lnTo>
                  <a:pt x="244" y="77"/>
                </a:lnTo>
                <a:lnTo>
                  <a:pt x="245" y="77"/>
                </a:lnTo>
                <a:lnTo>
                  <a:pt x="245" y="76"/>
                </a:lnTo>
                <a:lnTo>
                  <a:pt x="246" y="76"/>
                </a:lnTo>
                <a:lnTo>
                  <a:pt x="246" y="77"/>
                </a:lnTo>
                <a:lnTo>
                  <a:pt x="247" y="77"/>
                </a:lnTo>
                <a:lnTo>
                  <a:pt x="248" y="77"/>
                </a:lnTo>
                <a:lnTo>
                  <a:pt x="248" y="76"/>
                </a:lnTo>
                <a:lnTo>
                  <a:pt x="249" y="75"/>
                </a:lnTo>
                <a:lnTo>
                  <a:pt x="249" y="74"/>
                </a:lnTo>
                <a:lnTo>
                  <a:pt x="249" y="73"/>
                </a:lnTo>
                <a:lnTo>
                  <a:pt x="250" y="72"/>
                </a:lnTo>
                <a:lnTo>
                  <a:pt x="250" y="71"/>
                </a:lnTo>
                <a:lnTo>
                  <a:pt x="250" y="70"/>
                </a:lnTo>
                <a:lnTo>
                  <a:pt x="251" y="69"/>
                </a:lnTo>
                <a:lnTo>
                  <a:pt x="252" y="69"/>
                </a:lnTo>
                <a:lnTo>
                  <a:pt x="253" y="68"/>
                </a:lnTo>
                <a:lnTo>
                  <a:pt x="254" y="68"/>
                </a:lnTo>
                <a:lnTo>
                  <a:pt x="255" y="67"/>
                </a:lnTo>
                <a:lnTo>
                  <a:pt x="256" y="66"/>
                </a:lnTo>
                <a:lnTo>
                  <a:pt x="257" y="66"/>
                </a:lnTo>
                <a:lnTo>
                  <a:pt x="258" y="66"/>
                </a:lnTo>
                <a:lnTo>
                  <a:pt x="258" y="65"/>
                </a:lnTo>
                <a:lnTo>
                  <a:pt x="258" y="64"/>
                </a:lnTo>
                <a:lnTo>
                  <a:pt x="259" y="63"/>
                </a:lnTo>
                <a:lnTo>
                  <a:pt x="259" y="62"/>
                </a:lnTo>
                <a:lnTo>
                  <a:pt x="260" y="62"/>
                </a:lnTo>
                <a:lnTo>
                  <a:pt x="261" y="62"/>
                </a:lnTo>
                <a:lnTo>
                  <a:pt x="262" y="62"/>
                </a:lnTo>
                <a:lnTo>
                  <a:pt x="263" y="62"/>
                </a:lnTo>
                <a:lnTo>
                  <a:pt x="264" y="62"/>
                </a:lnTo>
                <a:lnTo>
                  <a:pt x="264" y="63"/>
                </a:lnTo>
                <a:lnTo>
                  <a:pt x="265" y="63"/>
                </a:lnTo>
                <a:lnTo>
                  <a:pt x="266" y="63"/>
                </a:lnTo>
                <a:lnTo>
                  <a:pt x="267" y="64"/>
                </a:lnTo>
                <a:lnTo>
                  <a:pt x="268" y="64"/>
                </a:lnTo>
                <a:lnTo>
                  <a:pt x="268" y="65"/>
                </a:lnTo>
                <a:lnTo>
                  <a:pt x="267" y="66"/>
                </a:lnTo>
                <a:lnTo>
                  <a:pt x="267" y="67"/>
                </a:lnTo>
                <a:lnTo>
                  <a:pt x="266" y="68"/>
                </a:lnTo>
                <a:lnTo>
                  <a:pt x="265" y="68"/>
                </a:lnTo>
                <a:lnTo>
                  <a:pt x="265" y="69"/>
                </a:lnTo>
                <a:lnTo>
                  <a:pt x="266" y="69"/>
                </a:lnTo>
                <a:lnTo>
                  <a:pt x="267" y="69"/>
                </a:lnTo>
                <a:lnTo>
                  <a:pt x="268" y="69"/>
                </a:lnTo>
                <a:lnTo>
                  <a:pt x="269" y="69"/>
                </a:lnTo>
                <a:lnTo>
                  <a:pt x="271" y="68"/>
                </a:lnTo>
                <a:lnTo>
                  <a:pt x="272" y="68"/>
                </a:lnTo>
                <a:lnTo>
                  <a:pt x="273" y="67"/>
                </a:lnTo>
                <a:lnTo>
                  <a:pt x="274" y="66"/>
                </a:lnTo>
                <a:lnTo>
                  <a:pt x="274" y="65"/>
                </a:lnTo>
                <a:lnTo>
                  <a:pt x="275" y="65"/>
                </a:lnTo>
                <a:lnTo>
                  <a:pt x="276" y="66"/>
                </a:lnTo>
                <a:lnTo>
                  <a:pt x="277" y="67"/>
                </a:lnTo>
                <a:lnTo>
                  <a:pt x="278" y="68"/>
                </a:lnTo>
                <a:lnTo>
                  <a:pt x="278" y="69"/>
                </a:lnTo>
                <a:lnTo>
                  <a:pt x="279" y="70"/>
                </a:lnTo>
                <a:lnTo>
                  <a:pt x="280" y="70"/>
                </a:lnTo>
                <a:lnTo>
                  <a:pt x="281" y="70"/>
                </a:lnTo>
                <a:lnTo>
                  <a:pt x="282" y="70"/>
                </a:lnTo>
                <a:lnTo>
                  <a:pt x="282" y="71"/>
                </a:lnTo>
                <a:lnTo>
                  <a:pt x="283" y="71"/>
                </a:lnTo>
                <a:lnTo>
                  <a:pt x="283" y="70"/>
                </a:lnTo>
                <a:lnTo>
                  <a:pt x="284" y="70"/>
                </a:lnTo>
                <a:lnTo>
                  <a:pt x="285" y="70"/>
                </a:lnTo>
                <a:lnTo>
                  <a:pt x="286" y="70"/>
                </a:lnTo>
                <a:lnTo>
                  <a:pt x="287" y="70"/>
                </a:lnTo>
                <a:lnTo>
                  <a:pt x="288" y="70"/>
                </a:lnTo>
                <a:lnTo>
                  <a:pt x="288" y="69"/>
                </a:lnTo>
                <a:lnTo>
                  <a:pt x="289" y="69"/>
                </a:lnTo>
                <a:lnTo>
                  <a:pt x="290" y="69"/>
                </a:lnTo>
                <a:lnTo>
                  <a:pt x="292" y="69"/>
                </a:lnTo>
                <a:lnTo>
                  <a:pt x="292" y="68"/>
                </a:lnTo>
                <a:lnTo>
                  <a:pt x="295" y="68"/>
                </a:lnTo>
                <a:lnTo>
                  <a:pt x="296" y="67"/>
                </a:lnTo>
                <a:lnTo>
                  <a:pt x="296" y="66"/>
                </a:lnTo>
                <a:lnTo>
                  <a:pt x="297" y="65"/>
                </a:lnTo>
                <a:lnTo>
                  <a:pt x="298" y="64"/>
                </a:lnTo>
                <a:lnTo>
                  <a:pt x="299" y="64"/>
                </a:lnTo>
                <a:lnTo>
                  <a:pt x="300" y="64"/>
                </a:lnTo>
                <a:lnTo>
                  <a:pt x="299" y="64"/>
                </a:lnTo>
                <a:lnTo>
                  <a:pt x="299" y="65"/>
                </a:lnTo>
                <a:lnTo>
                  <a:pt x="301" y="66"/>
                </a:lnTo>
                <a:lnTo>
                  <a:pt x="304" y="64"/>
                </a:lnTo>
                <a:lnTo>
                  <a:pt x="305" y="64"/>
                </a:lnTo>
                <a:lnTo>
                  <a:pt x="305" y="63"/>
                </a:lnTo>
                <a:lnTo>
                  <a:pt x="306" y="63"/>
                </a:lnTo>
                <a:lnTo>
                  <a:pt x="307" y="63"/>
                </a:lnTo>
                <a:lnTo>
                  <a:pt x="309" y="62"/>
                </a:lnTo>
                <a:lnTo>
                  <a:pt x="309" y="61"/>
                </a:lnTo>
                <a:lnTo>
                  <a:pt x="309" y="60"/>
                </a:lnTo>
                <a:lnTo>
                  <a:pt x="309" y="58"/>
                </a:lnTo>
                <a:lnTo>
                  <a:pt x="310" y="58"/>
                </a:lnTo>
                <a:lnTo>
                  <a:pt x="310" y="57"/>
                </a:lnTo>
                <a:lnTo>
                  <a:pt x="309" y="56"/>
                </a:lnTo>
                <a:lnTo>
                  <a:pt x="309" y="55"/>
                </a:lnTo>
                <a:lnTo>
                  <a:pt x="310" y="55"/>
                </a:lnTo>
                <a:lnTo>
                  <a:pt x="310" y="54"/>
                </a:lnTo>
                <a:lnTo>
                  <a:pt x="310" y="53"/>
                </a:lnTo>
                <a:lnTo>
                  <a:pt x="310" y="52"/>
                </a:lnTo>
                <a:lnTo>
                  <a:pt x="309" y="52"/>
                </a:lnTo>
                <a:lnTo>
                  <a:pt x="309" y="51"/>
                </a:lnTo>
                <a:lnTo>
                  <a:pt x="308" y="51"/>
                </a:lnTo>
                <a:lnTo>
                  <a:pt x="308" y="50"/>
                </a:lnTo>
                <a:lnTo>
                  <a:pt x="309" y="50"/>
                </a:lnTo>
                <a:lnTo>
                  <a:pt x="308" y="50"/>
                </a:lnTo>
                <a:lnTo>
                  <a:pt x="307" y="49"/>
                </a:lnTo>
                <a:lnTo>
                  <a:pt x="307" y="48"/>
                </a:lnTo>
                <a:lnTo>
                  <a:pt x="306" y="47"/>
                </a:lnTo>
                <a:lnTo>
                  <a:pt x="304" y="47"/>
                </a:lnTo>
                <a:lnTo>
                  <a:pt x="303" y="46"/>
                </a:lnTo>
                <a:lnTo>
                  <a:pt x="303" y="45"/>
                </a:lnTo>
                <a:lnTo>
                  <a:pt x="301" y="44"/>
                </a:lnTo>
                <a:lnTo>
                  <a:pt x="301" y="43"/>
                </a:lnTo>
                <a:lnTo>
                  <a:pt x="301" y="42"/>
                </a:lnTo>
                <a:lnTo>
                  <a:pt x="300" y="42"/>
                </a:lnTo>
                <a:lnTo>
                  <a:pt x="301" y="42"/>
                </a:lnTo>
                <a:lnTo>
                  <a:pt x="302" y="42"/>
                </a:lnTo>
                <a:lnTo>
                  <a:pt x="303" y="43"/>
                </a:lnTo>
                <a:lnTo>
                  <a:pt x="304" y="43"/>
                </a:lnTo>
                <a:lnTo>
                  <a:pt x="305" y="43"/>
                </a:lnTo>
                <a:lnTo>
                  <a:pt x="306" y="43"/>
                </a:lnTo>
                <a:lnTo>
                  <a:pt x="307" y="43"/>
                </a:lnTo>
                <a:lnTo>
                  <a:pt x="307" y="44"/>
                </a:lnTo>
                <a:lnTo>
                  <a:pt x="308" y="44"/>
                </a:lnTo>
                <a:lnTo>
                  <a:pt x="309" y="43"/>
                </a:lnTo>
                <a:lnTo>
                  <a:pt x="310" y="43"/>
                </a:lnTo>
                <a:lnTo>
                  <a:pt x="310" y="44"/>
                </a:lnTo>
                <a:lnTo>
                  <a:pt x="311" y="44"/>
                </a:lnTo>
                <a:lnTo>
                  <a:pt x="312" y="44"/>
                </a:lnTo>
                <a:lnTo>
                  <a:pt x="313" y="43"/>
                </a:lnTo>
                <a:lnTo>
                  <a:pt x="313" y="42"/>
                </a:lnTo>
                <a:lnTo>
                  <a:pt x="313" y="41"/>
                </a:lnTo>
                <a:lnTo>
                  <a:pt x="312" y="41"/>
                </a:lnTo>
                <a:lnTo>
                  <a:pt x="312" y="40"/>
                </a:lnTo>
                <a:lnTo>
                  <a:pt x="313" y="40"/>
                </a:lnTo>
                <a:lnTo>
                  <a:pt x="313" y="39"/>
                </a:lnTo>
                <a:lnTo>
                  <a:pt x="312" y="39"/>
                </a:lnTo>
                <a:lnTo>
                  <a:pt x="311" y="39"/>
                </a:lnTo>
                <a:lnTo>
                  <a:pt x="311" y="38"/>
                </a:lnTo>
                <a:lnTo>
                  <a:pt x="311" y="37"/>
                </a:lnTo>
                <a:lnTo>
                  <a:pt x="312" y="36"/>
                </a:lnTo>
                <a:lnTo>
                  <a:pt x="312" y="34"/>
                </a:lnTo>
                <a:lnTo>
                  <a:pt x="311" y="32"/>
                </a:lnTo>
                <a:lnTo>
                  <a:pt x="311" y="31"/>
                </a:lnTo>
                <a:lnTo>
                  <a:pt x="310" y="29"/>
                </a:lnTo>
                <a:lnTo>
                  <a:pt x="309" y="27"/>
                </a:lnTo>
                <a:lnTo>
                  <a:pt x="310" y="26"/>
                </a:lnTo>
                <a:lnTo>
                  <a:pt x="310" y="25"/>
                </a:lnTo>
                <a:lnTo>
                  <a:pt x="311" y="24"/>
                </a:lnTo>
                <a:lnTo>
                  <a:pt x="310" y="24"/>
                </a:lnTo>
                <a:lnTo>
                  <a:pt x="311" y="23"/>
                </a:lnTo>
                <a:lnTo>
                  <a:pt x="312" y="23"/>
                </a:lnTo>
                <a:lnTo>
                  <a:pt x="314" y="22"/>
                </a:lnTo>
                <a:lnTo>
                  <a:pt x="314" y="21"/>
                </a:lnTo>
                <a:lnTo>
                  <a:pt x="316" y="20"/>
                </a:lnTo>
                <a:lnTo>
                  <a:pt x="317" y="19"/>
                </a:lnTo>
                <a:lnTo>
                  <a:pt x="318" y="19"/>
                </a:lnTo>
                <a:lnTo>
                  <a:pt x="319" y="20"/>
                </a:lnTo>
                <a:lnTo>
                  <a:pt x="320" y="20"/>
                </a:lnTo>
                <a:lnTo>
                  <a:pt x="320" y="19"/>
                </a:lnTo>
                <a:lnTo>
                  <a:pt x="321" y="18"/>
                </a:lnTo>
                <a:lnTo>
                  <a:pt x="321" y="17"/>
                </a:lnTo>
                <a:lnTo>
                  <a:pt x="322" y="16"/>
                </a:lnTo>
                <a:lnTo>
                  <a:pt x="323" y="16"/>
                </a:lnTo>
                <a:lnTo>
                  <a:pt x="324" y="16"/>
                </a:lnTo>
                <a:lnTo>
                  <a:pt x="324" y="17"/>
                </a:lnTo>
                <a:lnTo>
                  <a:pt x="326" y="16"/>
                </a:lnTo>
                <a:lnTo>
                  <a:pt x="327" y="16"/>
                </a:lnTo>
                <a:lnTo>
                  <a:pt x="327" y="15"/>
                </a:lnTo>
                <a:lnTo>
                  <a:pt x="328" y="14"/>
                </a:lnTo>
                <a:lnTo>
                  <a:pt x="329" y="14"/>
                </a:lnTo>
                <a:lnTo>
                  <a:pt x="330" y="14"/>
                </a:lnTo>
                <a:lnTo>
                  <a:pt x="330" y="15"/>
                </a:lnTo>
                <a:lnTo>
                  <a:pt x="331" y="15"/>
                </a:lnTo>
                <a:lnTo>
                  <a:pt x="334" y="15"/>
                </a:lnTo>
                <a:lnTo>
                  <a:pt x="334" y="16"/>
                </a:lnTo>
                <a:lnTo>
                  <a:pt x="336" y="16"/>
                </a:lnTo>
                <a:lnTo>
                  <a:pt x="338" y="15"/>
                </a:lnTo>
                <a:lnTo>
                  <a:pt x="339" y="15"/>
                </a:lnTo>
                <a:lnTo>
                  <a:pt x="342" y="15"/>
                </a:lnTo>
                <a:lnTo>
                  <a:pt x="343" y="15"/>
                </a:lnTo>
                <a:lnTo>
                  <a:pt x="344" y="14"/>
                </a:lnTo>
                <a:lnTo>
                  <a:pt x="345" y="14"/>
                </a:lnTo>
                <a:lnTo>
                  <a:pt x="346" y="14"/>
                </a:lnTo>
                <a:lnTo>
                  <a:pt x="347" y="15"/>
                </a:lnTo>
                <a:lnTo>
                  <a:pt x="349" y="15"/>
                </a:lnTo>
                <a:lnTo>
                  <a:pt x="349" y="16"/>
                </a:lnTo>
                <a:lnTo>
                  <a:pt x="350" y="16"/>
                </a:lnTo>
                <a:lnTo>
                  <a:pt x="351" y="16"/>
                </a:lnTo>
                <a:lnTo>
                  <a:pt x="352" y="16"/>
                </a:lnTo>
                <a:lnTo>
                  <a:pt x="355" y="16"/>
                </a:lnTo>
                <a:lnTo>
                  <a:pt x="356" y="15"/>
                </a:lnTo>
                <a:lnTo>
                  <a:pt x="357" y="15"/>
                </a:lnTo>
                <a:lnTo>
                  <a:pt x="357" y="14"/>
                </a:lnTo>
                <a:lnTo>
                  <a:pt x="357" y="13"/>
                </a:lnTo>
                <a:lnTo>
                  <a:pt x="357" y="12"/>
                </a:lnTo>
                <a:lnTo>
                  <a:pt x="357" y="11"/>
                </a:lnTo>
                <a:lnTo>
                  <a:pt x="357" y="10"/>
                </a:lnTo>
                <a:lnTo>
                  <a:pt x="356" y="10"/>
                </a:lnTo>
                <a:lnTo>
                  <a:pt x="355" y="10"/>
                </a:lnTo>
                <a:lnTo>
                  <a:pt x="355" y="9"/>
                </a:lnTo>
                <a:lnTo>
                  <a:pt x="355" y="8"/>
                </a:lnTo>
                <a:lnTo>
                  <a:pt x="356" y="8"/>
                </a:lnTo>
                <a:lnTo>
                  <a:pt x="357" y="8"/>
                </a:lnTo>
                <a:lnTo>
                  <a:pt x="358" y="7"/>
                </a:lnTo>
                <a:lnTo>
                  <a:pt x="359" y="6"/>
                </a:lnTo>
                <a:lnTo>
                  <a:pt x="359" y="5"/>
                </a:lnTo>
                <a:lnTo>
                  <a:pt x="359" y="4"/>
                </a:lnTo>
                <a:lnTo>
                  <a:pt x="359" y="3"/>
                </a:lnTo>
                <a:lnTo>
                  <a:pt x="360" y="3"/>
                </a:lnTo>
                <a:lnTo>
                  <a:pt x="361" y="3"/>
                </a:lnTo>
                <a:lnTo>
                  <a:pt x="361" y="2"/>
                </a:lnTo>
                <a:lnTo>
                  <a:pt x="362" y="2"/>
                </a:lnTo>
                <a:lnTo>
                  <a:pt x="363" y="2"/>
                </a:lnTo>
                <a:lnTo>
                  <a:pt x="364" y="2"/>
                </a:lnTo>
                <a:lnTo>
                  <a:pt x="366" y="2"/>
                </a:lnTo>
                <a:lnTo>
                  <a:pt x="367" y="2"/>
                </a:lnTo>
                <a:lnTo>
                  <a:pt x="367" y="3"/>
                </a:lnTo>
                <a:lnTo>
                  <a:pt x="368" y="3"/>
                </a:lnTo>
                <a:lnTo>
                  <a:pt x="368" y="2"/>
                </a:lnTo>
                <a:lnTo>
                  <a:pt x="368" y="1"/>
                </a:lnTo>
                <a:lnTo>
                  <a:pt x="369" y="1"/>
                </a:lnTo>
                <a:lnTo>
                  <a:pt x="371" y="1"/>
                </a:lnTo>
                <a:lnTo>
                  <a:pt x="373" y="1"/>
                </a:lnTo>
                <a:lnTo>
                  <a:pt x="374" y="1"/>
                </a:lnTo>
                <a:lnTo>
                  <a:pt x="374" y="2"/>
                </a:lnTo>
                <a:lnTo>
                  <a:pt x="375" y="2"/>
                </a:lnTo>
                <a:lnTo>
                  <a:pt x="375" y="3"/>
                </a:lnTo>
                <a:lnTo>
                  <a:pt x="377" y="3"/>
                </a:lnTo>
                <a:lnTo>
                  <a:pt x="378" y="3"/>
                </a:lnTo>
                <a:lnTo>
                  <a:pt x="379" y="3"/>
                </a:lnTo>
                <a:lnTo>
                  <a:pt x="380" y="4"/>
                </a:lnTo>
                <a:lnTo>
                  <a:pt x="380" y="3"/>
                </a:lnTo>
                <a:lnTo>
                  <a:pt x="381" y="3"/>
                </a:lnTo>
                <a:lnTo>
                  <a:pt x="382" y="3"/>
                </a:lnTo>
                <a:lnTo>
                  <a:pt x="382" y="4"/>
                </a:lnTo>
                <a:lnTo>
                  <a:pt x="383" y="3"/>
                </a:lnTo>
                <a:lnTo>
                  <a:pt x="384" y="3"/>
                </a:lnTo>
                <a:lnTo>
                  <a:pt x="385" y="2"/>
                </a:lnTo>
                <a:lnTo>
                  <a:pt x="386" y="2"/>
                </a:lnTo>
                <a:lnTo>
                  <a:pt x="387" y="2"/>
                </a:lnTo>
                <a:lnTo>
                  <a:pt x="388" y="2"/>
                </a:lnTo>
                <a:lnTo>
                  <a:pt x="388" y="1"/>
                </a:lnTo>
                <a:lnTo>
                  <a:pt x="390" y="1"/>
                </a:lnTo>
                <a:lnTo>
                  <a:pt x="391" y="0"/>
                </a:lnTo>
                <a:lnTo>
                  <a:pt x="392" y="0"/>
                </a:lnTo>
                <a:lnTo>
                  <a:pt x="393" y="0"/>
                </a:lnTo>
                <a:lnTo>
                  <a:pt x="39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8" name=""/>
          <p:cNvSpPr/>
          <p:nvPr/>
        </p:nvSpPr>
        <p:spPr>
          <a:xfrm>
            <a:off x="4517640" y="1516320"/>
            <a:ext cx="16560" cy="17640"/>
          </a:xfrm>
          <a:custGeom>
            <a:avLst/>
            <a:gdLst/>
            <a:ahLst/>
            <a:rect l="0" t="0" r="r" b="b"/>
            <a:pathLst>
              <a:path w="46" h="49">
                <a:moveTo>
                  <a:pt x="41" y="2"/>
                </a:moveTo>
                <a:lnTo>
                  <a:pt x="41" y="1"/>
                </a:lnTo>
                <a:lnTo>
                  <a:pt x="42" y="1"/>
                </a:lnTo>
                <a:lnTo>
                  <a:pt x="41" y="1"/>
                </a:lnTo>
                <a:lnTo>
                  <a:pt x="42" y="0"/>
                </a:lnTo>
                <a:lnTo>
                  <a:pt x="42" y="1"/>
                </a:lnTo>
                <a:lnTo>
                  <a:pt x="43" y="2"/>
                </a:lnTo>
                <a:lnTo>
                  <a:pt x="42" y="2"/>
                </a:lnTo>
                <a:lnTo>
                  <a:pt x="40" y="2"/>
                </a:lnTo>
                <a:lnTo>
                  <a:pt x="39" y="2"/>
                </a:lnTo>
                <a:lnTo>
                  <a:pt x="39" y="3"/>
                </a:lnTo>
                <a:lnTo>
                  <a:pt x="40" y="4"/>
                </a:lnTo>
                <a:lnTo>
                  <a:pt x="40" y="5"/>
                </a:lnTo>
                <a:lnTo>
                  <a:pt x="40" y="6"/>
                </a:lnTo>
                <a:lnTo>
                  <a:pt x="40" y="7"/>
                </a:lnTo>
                <a:lnTo>
                  <a:pt x="41" y="8"/>
                </a:lnTo>
                <a:lnTo>
                  <a:pt x="41" y="9"/>
                </a:lnTo>
                <a:lnTo>
                  <a:pt x="41" y="10"/>
                </a:lnTo>
                <a:lnTo>
                  <a:pt x="40" y="10"/>
                </a:lnTo>
                <a:lnTo>
                  <a:pt x="40" y="11"/>
                </a:lnTo>
                <a:lnTo>
                  <a:pt x="39" y="11"/>
                </a:lnTo>
                <a:lnTo>
                  <a:pt x="39" y="12"/>
                </a:lnTo>
                <a:lnTo>
                  <a:pt x="39" y="13"/>
                </a:lnTo>
                <a:lnTo>
                  <a:pt x="38" y="12"/>
                </a:lnTo>
                <a:lnTo>
                  <a:pt x="38" y="13"/>
                </a:lnTo>
                <a:lnTo>
                  <a:pt x="38" y="14"/>
                </a:lnTo>
                <a:lnTo>
                  <a:pt x="37" y="14"/>
                </a:lnTo>
                <a:lnTo>
                  <a:pt x="36" y="14"/>
                </a:lnTo>
                <a:lnTo>
                  <a:pt x="37" y="14"/>
                </a:lnTo>
                <a:lnTo>
                  <a:pt x="37" y="15"/>
                </a:lnTo>
                <a:lnTo>
                  <a:pt x="36" y="15"/>
                </a:lnTo>
                <a:lnTo>
                  <a:pt x="36" y="17"/>
                </a:lnTo>
                <a:lnTo>
                  <a:pt x="36" y="18"/>
                </a:lnTo>
                <a:lnTo>
                  <a:pt x="37" y="18"/>
                </a:lnTo>
                <a:lnTo>
                  <a:pt x="36" y="19"/>
                </a:lnTo>
                <a:lnTo>
                  <a:pt x="37" y="20"/>
                </a:lnTo>
                <a:lnTo>
                  <a:pt x="37" y="21"/>
                </a:lnTo>
                <a:lnTo>
                  <a:pt x="38" y="21"/>
                </a:lnTo>
                <a:lnTo>
                  <a:pt x="38" y="22"/>
                </a:lnTo>
                <a:lnTo>
                  <a:pt x="38" y="21"/>
                </a:lnTo>
                <a:lnTo>
                  <a:pt x="39" y="22"/>
                </a:lnTo>
                <a:lnTo>
                  <a:pt x="38" y="22"/>
                </a:lnTo>
                <a:lnTo>
                  <a:pt x="39" y="22"/>
                </a:lnTo>
                <a:lnTo>
                  <a:pt x="39" y="23"/>
                </a:lnTo>
                <a:lnTo>
                  <a:pt x="40" y="22"/>
                </a:lnTo>
                <a:lnTo>
                  <a:pt x="40" y="23"/>
                </a:lnTo>
                <a:lnTo>
                  <a:pt x="41" y="23"/>
                </a:lnTo>
                <a:lnTo>
                  <a:pt x="42" y="23"/>
                </a:lnTo>
                <a:lnTo>
                  <a:pt x="43" y="23"/>
                </a:lnTo>
                <a:lnTo>
                  <a:pt x="43" y="24"/>
                </a:lnTo>
                <a:lnTo>
                  <a:pt x="44" y="24"/>
                </a:lnTo>
                <a:lnTo>
                  <a:pt x="44" y="23"/>
                </a:lnTo>
                <a:lnTo>
                  <a:pt x="45" y="23"/>
                </a:lnTo>
                <a:lnTo>
                  <a:pt x="46" y="23"/>
                </a:lnTo>
                <a:lnTo>
                  <a:pt x="46" y="24"/>
                </a:lnTo>
                <a:lnTo>
                  <a:pt x="46" y="25"/>
                </a:lnTo>
                <a:lnTo>
                  <a:pt x="46" y="26"/>
                </a:lnTo>
                <a:lnTo>
                  <a:pt x="45" y="26"/>
                </a:lnTo>
                <a:lnTo>
                  <a:pt x="44" y="26"/>
                </a:lnTo>
                <a:lnTo>
                  <a:pt x="43" y="26"/>
                </a:lnTo>
                <a:lnTo>
                  <a:pt x="42" y="26"/>
                </a:lnTo>
                <a:lnTo>
                  <a:pt x="40" y="26"/>
                </a:lnTo>
                <a:lnTo>
                  <a:pt x="40" y="27"/>
                </a:lnTo>
                <a:lnTo>
                  <a:pt x="40" y="26"/>
                </a:lnTo>
                <a:lnTo>
                  <a:pt x="39" y="26"/>
                </a:lnTo>
                <a:lnTo>
                  <a:pt x="38" y="27"/>
                </a:lnTo>
                <a:lnTo>
                  <a:pt x="37" y="27"/>
                </a:lnTo>
                <a:lnTo>
                  <a:pt x="37" y="28"/>
                </a:lnTo>
                <a:lnTo>
                  <a:pt x="37" y="30"/>
                </a:lnTo>
                <a:lnTo>
                  <a:pt x="37" y="29"/>
                </a:lnTo>
                <a:lnTo>
                  <a:pt x="38" y="29"/>
                </a:lnTo>
                <a:lnTo>
                  <a:pt x="39" y="30"/>
                </a:lnTo>
                <a:lnTo>
                  <a:pt x="39" y="31"/>
                </a:lnTo>
                <a:lnTo>
                  <a:pt x="40" y="31"/>
                </a:lnTo>
                <a:lnTo>
                  <a:pt x="40" y="32"/>
                </a:lnTo>
                <a:lnTo>
                  <a:pt x="41" y="33"/>
                </a:lnTo>
                <a:lnTo>
                  <a:pt x="40" y="34"/>
                </a:lnTo>
                <a:lnTo>
                  <a:pt x="39" y="34"/>
                </a:lnTo>
                <a:lnTo>
                  <a:pt x="38" y="34"/>
                </a:lnTo>
                <a:lnTo>
                  <a:pt x="37" y="35"/>
                </a:lnTo>
                <a:lnTo>
                  <a:pt x="38" y="35"/>
                </a:lnTo>
                <a:lnTo>
                  <a:pt x="38" y="36"/>
                </a:lnTo>
                <a:lnTo>
                  <a:pt x="37" y="36"/>
                </a:lnTo>
                <a:lnTo>
                  <a:pt x="37" y="37"/>
                </a:lnTo>
                <a:lnTo>
                  <a:pt x="38" y="38"/>
                </a:lnTo>
                <a:lnTo>
                  <a:pt x="38" y="37"/>
                </a:lnTo>
                <a:lnTo>
                  <a:pt x="38" y="38"/>
                </a:lnTo>
                <a:lnTo>
                  <a:pt x="38" y="39"/>
                </a:lnTo>
                <a:lnTo>
                  <a:pt x="38" y="40"/>
                </a:lnTo>
                <a:lnTo>
                  <a:pt x="38" y="41"/>
                </a:lnTo>
                <a:lnTo>
                  <a:pt x="38" y="43"/>
                </a:lnTo>
                <a:lnTo>
                  <a:pt x="38" y="44"/>
                </a:lnTo>
                <a:lnTo>
                  <a:pt x="37" y="44"/>
                </a:lnTo>
                <a:lnTo>
                  <a:pt x="38" y="45"/>
                </a:lnTo>
                <a:lnTo>
                  <a:pt x="38" y="46"/>
                </a:lnTo>
                <a:lnTo>
                  <a:pt x="39" y="46"/>
                </a:lnTo>
                <a:lnTo>
                  <a:pt x="38" y="47"/>
                </a:lnTo>
                <a:lnTo>
                  <a:pt x="37" y="47"/>
                </a:lnTo>
                <a:lnTo>
                  <a:pt x="36" y="48"/>
                </a:lnTo>
                <a:lnTo>
                  <a:pt x="37" y="48"/>
                </a:lnTo>
                <a:lnTo>
                  <a:pt x="36" y="48"/>
                </a:lnTo>
                <a:lnTo>
                  <a:pt x="36" y="49"/>
                </a:lnTo>
                <a:lnTo>
                  <a:pt x="35" y="49"/>
                </a:lnTo>
                <a:lnTo>
                  <a:pt x="34" y="49"/>
                </a:lnTo>
                <a:lnTo>
                  <a:pt x="33" y="48"/>
                </a:lnTo>
                <a:lnTo>
                  <a:pt x="32" y="48"/>
                </a:lnTo>
                <a:lnTo>
                  <a:pt x="31" y="47"/>
                </a:lnTo>
                <a:lnTo>
                  <a:pt x="30" y="47"/>
                </a:lnTo>
                <a:lnTo>
                  <a:pt x="27" y="46"/>
                </a:lnTo>
                <a:lnTo>
                  <a:pt x="26" y="46"/>
                </a:lnTo>
                <a:lnTo>
                  <a:pt x="25" y="45"/>
                </a:lnTo>
                <a:lnTo>
                  <a:pt x="24" y="45"/>
                </a:lnTo>
                <a:lnTo>
                  <a:pt x="23" y="45"/>
                </a:lnTo>
                <a:lnTo>
                  <a:pt x="23" y="46"/>
                </a:lnTo>
                <a:lnTo>
                  <a:pt x="22" y="46"/>
                </a:lnTo>
                <a:lnTo>
                  <a:pt x="21" y="46"/>
                </a:lnTo>
                <a:lnTo>
                  <a:pt x="20" y="47"/>
                </a:lnTo>
                <a:lnTo>
                  <a:pt x="20" y="46"/>
                </a:lnTo>
                <a:lnTo>
                  <a:pt x="19" y="46"/>
                </a:lnTo>
                <a:lnTo>
                  <a:pt x="18" y="46"/>
                </a:lnTo>
                <a:lnTo>
                  <a:pt x="18" y="45"/>
                </a:lnTo>
                <a:lnTo>
                  <a:pt x="18" y="44"/>
                </a:lnTo>
                <a:lnTo>
                  <a:pt x="18" y="43"/>
                </a:lnTo>
                <a:lnTo>
                  <a:pt x="17" y="43"/>
                </a:lnTo>
                <a:lnTo>
                  <a:pt x="17" y="41"/>
                </a:lnTo>
                <a:lnTo>
                  <a:pt x="18" y="40"/>
                </a:lnTo>
                <a:lnTo>
                  <a:pt x="18" y="39"/>
                </a:lnTo>
                <a:lnTo>
                  <a:pt x="17" y="39"/>
                </a:lnTo>
                <a:lnTo>
                  <a:pt x="16" y="39"/>
                </a:lnTo>
                <a:lnTo>
                  <a:pt x="15" y="39"/>
                </a:lnTo>
                <a:lnTo>
                  <a:pt x="14" y="39"/>
                </a:lnTo>
                <a:lnTo>
                  <a:pt x="14" y="40"/>
                </a:lnTo>
                <a:lnTo>
                  <a:pt x="14" y="41"/>
                </a:lnTo>
                <a:lnTo>
                  <a:pt x="13" y="41"/>
                </a:lnTo>
                <a:lnTo>
                  <a:pt x="13" y="40"/>
                </a:lnTo>
                <a:lnTo>
                  <a:pt x="12" y="40"/>
                </a:lnTo>
                <a:lnTo>
                  <a:pt x="12" y="39"/>
                </a:lnTo>
                <a:lnTo>
                  <a:pt x="12" y="38"/>
                </a:lnTo>
                <a:lnTo>
                  <a:pt x="11" y="38"/>
                </a:lnTo>
                <a:lnTo>
                  <a:pt x="11" y="37"/>
                </a:lnTo>
                <a:lnTo>
                  <a:pt x="12" y="37"/>
                </a:lnTo>
                <a:lnTo>
                  <a:pt x="13" y="37"/>
                </a:lnTo>
                <a:lnTo>
                  <a:pt x="13" y="36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3" y="34"/>
                </a:lnTo>
                <a:lnTo>
                  <a:pt x="13" y="33"/>
                </a:lnTo>
                <a:lnTo>
                  <a:pt x="14" y="33"/>
                </a:lnTo>
                <a:lnTo>
                  <a:pt x="14" y="32"/>
                </a:lnTo>
                <a:lnTo>
                  <a:pt x="15" y="31"/>
                </a:lnTo>
                <a:lnTo>
                  <a:pt x="17" y="31"/>
                </a:lnTo>
                <a:lnTo>
                  <a:pt x="17" y="30"/>
                </a:lnTo>
                <a:lnTo>
                  <a:pt x="16" y="30"/>
                </a:lnTo>
                <a:lnTo>
                  <a:pt x="16" y="29"/>
                </a:lnTo>
                <a:lnTo>
                  <a:pt x="16" y="28"/>
                </a:lnTo>
                <a:lnTo>
                  <a:pt x="15" y="28"/>
                </a:lnTo>
                <a:lnTo>
                  <a:pt x="15" y="27"/>
                </a:lnTo>
                <a:lnTo>
                  <a:pt x="15" y="26"/>
                </a:lnTo>
                <a:lnTo>
                  <a:pt x="15" y="25"/>
                </a:lnTo>
                <a:lnTo>
                  <a:pt x="15" y="24"/>
                </a:lnTo>
                <a:lnTo>
                  <a:pt x="14" y="24"/>
                </a:lnTo>
                <a:lnTo>
                  <a:pt x="13" y="24"/>
                </a:lnTo>
                <a:lnTo>
                  <a:pt x="13" y="25"/>
                </a:lnTo>
                <a:lnTo>
                  <a:pt x="14" y="26"/>
                </a:lnTo>
                <a:lnTo>
                  <a:pt x="13" y="26"/>
                </a:lnTo>
                <a:lnTo>
                  <a:pt x="12" y="26"/>
                </a:lnTo>
                <a:lnTo>
                  <a:pt x="12" y="25"/>
                </a:lnTo>
                <a:lnTo>
                  <a:pt x="11" y="24"/>
                </a:lnTo>
                <a:lnTo>
                  <a:pt x="10" y="24"/>
                </a:lnTo>
                <a:lnTo>
                  <a:pt x="9" y="24"/>
                </a:lnTo>
                <a:lnTo>
                  <a:pt x="8" y="23"/>
                </a:lnTo>
                <a:lnTo>
                  <a:pt x="7" y="23"/>
                </a:lnTo>
                <a:lnTo>
                  <a:pt x="7" y="22"/>
                </a:lnTo>
                <a:lnTo>
                  <a:pt x="6" y="21"/>
                </a:lnTo>
                <a:lnTo>
                  <a:pt x="5" y="21"/>
                </a:lnTo>
                <a:lnTo>
                  <a:pt x="5" y="20"/>
                </a:lnTo>
                <a:lnTo>
                  <a:pt x="4" y="20"/>
                </a:lnTo>
                <a:lnTo>
                  <a:pt x="4" y="21"/>
                </a:lnTo>
                <a:lnTo>
                  <a:pt x="3" y="21"/>
                </a:lnTo>
                <a:lnTo>
                  <a:pt x="3" y="20"/>
                </a:lnTo>
                <a:lnTo>
                  <a:pt x="2" y="19"/>
                </a:lnTo>
                <a:lnTo>
                  <a:pt x="2" y="18"/>
                </a:lnTo>
                <a:lnTo>
                  <a:pt x="2" y="15"/>
                </a:lnTo>
                <a:lnTo>
                  <a:pt x="2" y="14"/>
                </a:lnTo>
                <a:lnTo>
                  <a:pt x="2" y="13"/>
                </a:lnTo>
                <a:lnTo>
                  <a:pt x="1" y="13"/>
                </a:lnTo>
                <a:lnTo>
                  <a:pt x="1" y="14"/>
                </a:lnTo>
                <a:lnTo>
                  <a:pt x="1" y="13"/>
                </a:lnTo>
                <a:lnTo>
                  <a:pt x="0" y="13"/>
                </a:lnTo>
                <a:lnTo>
                  <a:pt x="0" y="12"/>
                </a:lnTo>
                <a:lnTo>
                  <a:pt x="0" y="11"/>
                </a:lnTo>
                <a:lnTo>
                  <a:pt x="1" y="11"/>
                </a:lnTo>
                <a:lnTo>
                  <a:pt x="1" y="10"/>
                </a:lnTo>
                <a:lnTo>
                  <a:pt x="2" y="10"/>
                </a:lnTo>
                <a:lnTo>
                  <a:pt x="2" y="8"/>
                </a:lnTo>
                <a:lnTo>
                  <a:pt x="1" y="8"/>
                </a:lnTo>
                <a:lnTo>
                  <a:pt x="1" y="7"/>
                </a:lnTo>
                <a:lnTo>
                  <a:pt x="2" y="6"/>
                </a:lnTo>
                <a:lnTo>
                  <a:pt x="2" y="5"/>
                </a:lnTo>
                <a:lnTo>
                  <a:pt x="3" y="5"/>
                </a:lnTo>
                <a:lnTo>
                  <a:pt x="4" y="6"/>
                </a:lnTo>
                <a:lnTo>
                  <a:pt x="5" y="6"/>
                </a:lnTo>
                <a:lnTo>
                  <a:pt x="6" y="5"/>
                </a:lnTo>
                <a:lnTo>
                  <a:pt x="6" y="4"/>
                </a:lnTo>
                <a:lnTo>
                  <a:pt x="7" y="3"/>
                </a:lnTo>
                <a:lnTo>
                  <a:pt x="8" y="3"/>
                </a:lnTo>
                <a:lnTo>
                  <a:pt x="9" y="3"/>
                </a:lnTo>
                <a:lnTo>
                  <a:pt x="10" y="4"/>
                </a:lnTo>
                <a:lnTo>
                  <a:pt x="10" y="5"/>
                </a:lnTo>
                <a:lnTo>
                  <a:pt x="11" y="4"/>
                </a:lnTo>
                <a:lnTo>
                  <a:pt x="12" y="4"/>
                </a:lnTo>
                <a:lnTo>
                  <a:pt x="13" y="4"/>
                </a:lnTo>
                <a:lnTo>
                  <a:pt x="14" y="3"/>
                </a:lnTo>
                <a:lnTo>
                  <a:pt x="14" y="4"/>
                </a:lnTo>
                <a:lnTo>
                  <a:pt x="15" y="4"/>
                </a:lnTo>
                <a:lnTo>
                  <a:pt x="16" y="3"/>
                </a:lnTo>
                <a:lnTo>
                  <a:pt x="16" y="4"/>
                </a:lnTo>
                <a:lnTo>
                  <a:pt x="17" y="4"/>
                </a:lnTo>
                <a:lnTo>
                  <a:pt x="18" y="4"/>
                </a:lnTo>
                <a:lnTo>
                  <a:pt x="18" y="3"/>
                </a:lnTo>
                <a:lnTo>
                  <a:pt x="19" y="4"/>
                </a:lnTo>
                <a:lnTo>
                  <a:pt x="20" y="5"/>
                </a:lnTo>
                <a:lnTo>
                  <a:pt x="21" y="5"/>
                </a:lnTo>
                <a:lnTo>
                  <a:pt x="22" y="5"/>
                </a:lnTo>
                <a:lnTo>
                  <a:pt x="22" y="6"/>
                </a:lnTo>
                <a:lnTo>
                  <a:pt x="24" y="6"/>
                </a:lnTo>
                <a:lnTo>
                  <a:pt x="24" y="5"/>
                </a:lnTo>
                <a:lnTo>
                  <a:pt x="25" y="4"/>
                </a:lnTo>
                <a:lnTo>
                  <a:pt x="26" y="4"/>
                </a:lnTo>
                <a:lnTo>
                  <a:pt x="27" y="3"/>
                </a:lnTo>
                <a:lnTo>
                  <a:pt x="27" y="2"/>
                </a:lnTo>
                <a:lnTo>
                  <a:pt x="28" y="2"/>
                </a:lnTo>
                <a:lnTo>
                  <a:pt x="30" y="2"/>
                </a:lnTo>
                <a:lnTo>
                  <a:pt x="30" y="1"/>
                </a:lnTo>
                <a:lnTo>
                  <a:pt x="32" y="1"/>
                </a:lnTo>
                <a:lnTo>
                  <a:pt x="34" y="1"/>
                </a:lnTo>
                <a:lnTo>
                  <a:pt x="34" y="2"/>
                </a:lnTo>
                <a:lnTo>
                  <a:pt x="35" y="2"/>
                </a:lnTo>
                <a:lnTo>
                  <a:pt x="36" y="2"/>
                </a:lnTo>
                <a:lnTo>
                  <a:pt x="37" y="2"/>
                </a:lnTo>
                <a:lnTo>
                  <a:pt x="37" y="1"/>
                </a:lnTo>
                <a:lnTo>
                  <a:pt x="38" y="1"/>
                </a:lnTo>
                <a:lnTo>
                  <a:pt x="39" y="1"/>
                </a:lnTo>
                <a:lnTo>
                  <a:pt x="39" y="2"/>
                </a:lnTo>
                <a:lnTo>
                  <a:pt x="39" y="1"/>
                </a:lnTo>
                <a:lnTo>
                  <a:pt x="40" y="1"/>
                </a:lnTo>
                <a:lnTo>
                  <a:pt x="39" y="1"/>
                </a:lnTo>
                <a:lnTo>
                  <a:pt x="39" y="0"/>
                </a:lnTo>
                <a:lnTo>
                  <a:pt x="40" y="0"/>
                </a:lnTo>
                <a:lnTo>
                  <a:pt x="40" y="1"/>
                </a:lnTo>
                <a:lnTo>
                  <a:pt x="4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9" name=""/>
          <p:cNvSpPr/>
          <p:nvPr/>
        </p:nvSpPr>
        <p:spPr>
          <a:xfrm>
            <a:off x="4305960" y="1491840"/>
            <a:ext cx="141120" cy="227520"/>
          </a:xfrm>
          <a:custGeom>
            <a:avLst/>
            <a:gdLst/>
            <a:ahLst/>
            <a:rect l="0" t="0" r="r" b="b"/>
            <a:pathLst>
              <a:path w="392" h="632">
                <a:moveTo>
                  <a:pt x="354" y="1"/>
                </a:moveTo>
                <a:lnTo>
                  <a:pt x="354" y="2"/>
                </a:lnTo>
                <a:lnTo>
                  <a:pt x="354" y="3"/>
                </a:lnTo>
                <a:lnTo>
                  <a:pt x="355" y="3"/>
                </a:lnTo>
                <a:lnTo>
                  <a:pt x="355" y="4"/>
                </a:lnTo>
                <a:lnTo>
                  <a:pt x="355" y="5"/>
                </a:lnTo>
                <a:lnTo>
                  <a:pt x="356" y="5"/>
                </a:lnTo>
                <a:lnTo>
                  <a:pt x="356" y="6"/>
                </a:lnTo>
                <a:lnTo>
                  <a:pt x="356" y="7"/>
                </a:lnTo>
                <a:lnTo>
                  <a:pt x="357" y="7"/>
                </a:lnTo>
                <a:lnTo>
                  <a:pt x="358" y="9"/>
                </a:lnTo>
                <a:lnTo>
                  <a:pt x="359" y="10"/>
                </a:lnTo>
                <a:lnTo>
                  <a:pt x="359" y="11"/>
                </a:lnTo>
                <a:lnTo>
                  <a:pt x="360" y="11"/>
                </a:lnTo>
                <a:lnTo>
                  <a:pt x="360" y="12"/>
                </a:lnTo>
                <a:lnTo>
                  <a:pt x="359" y="12"/>
                </a:lnTo>
                <a:lnTo>
                  <a:pt x="360" y="13"/>
                </a:lnTo>
                <a:lnTo>
                  <a:pt x="361" y="14"/>
                </a:lnTo>
                <a:lnTo>
                  <a:pt x="361" y="15"/>
                </a:lnTo>
                <a:lnTo>
                  <a:pt x="362" y="15"/>
                </a:lnTo>
                <a:lnTo>
                  <a:pt x="363" y="15"/>
                </a:lnTo>
                <a:lnTo>
                  <a:pt x="364" y="14"/>
                </a:lnTo>
                <a:lnTo>
                  <a:pt x="365" y="15"/>
                </a:lnTo>
                <a:lnTo>
                  <a:pt x="366" y="16"/>
                </a:lnTo>
                <a:lnTo>
                  <a:pt x="366" y="17"/>
                </a:lnTo>
                <a:lnTo>
                  <a:pt x="365" y="17"/>
                </a:lnTo>
                <a:lnTo>
                  <a:pt x="365" y="18"/>
                </a:lnTo>
                <a:lnTo>
                  <a:pt x="365" y="20"/>
                </a:lnTo>
                <a:lnTo>
                  <a:pt x="366" y="20"/>
                </a:lnTo>
                <a:lnTo>
                  <a:pt x="367" y="20"/>
                </a:lnTo>
                <a:lnTo>
                  <a:pt x="367" y="21"/>
                </a:lnTo>
                <a:lnTo>
                  <a:pt x="367" y="22"/>
                </a:lnTo>
                <a:lnTo>
                  <a:pt x="367" y="23"/>
                </a:lnTo>
                <a:lnTo>
                  <a:pt x="366" y="23"/>
                </a:lnTo>
                <a:lnTo>
                  <a:pt x="366" y="24"/>
                </a:lnTo>
                <a:lnTo>
                  <a:pt x="366" y="26"/>
                </a:lnTo>
                <a:lnTo>
                  <a:pt x="365" y="26"/>
                </a:lnTo>
                <a:lnTo>
                  <a:pt x="365" y="27"/>
                </a:lnTo>
                <a:lnTo>
                  <a:pt x="365" y="28"/>
                </a:lnTo>
                <a:lnTo>
                  <a:pt x="365" y="29"/>
                </a:lnTo>
                <a:lnTo>
                  <a:pt x="365" y="30"/>
                </a:lnTo>
                <a:lnTo>
                  <a:pt x="366" y="30"/>
                </a:lnTo>
                <a:lnTo>
                  <a:pt x="366" y="31"/>
                </a:lnTo>
                <a:lnTo>
                  <a:pt x="367" y="31"/>
                </a:lnTo>
                <a:lnTo>
                  <a:pt x="367" y="32"/>
                </a:lnTo>
                <a:lnTo>
                  <a:pt x="366" y="33"/>
                </a:lnTo>
                <a:lnTo>
                  <a:pt x="367" y="34"/>
                </a:lnTo>
                <a:lnTo>
                  <a:pt x="367" y="35"/>
                </a:lnTo>
                <a:lnTo>
                  <a:pt x="367" y="36"/>
                </a:lnTo>
                <a:lnTo>
                  <a:pt x="368" y="36"/>
                </a:lnTo>
                <a:lnTo>
                  <a:pt x="368" y="37"/>
                </a:lnTo>
                <a:lnTo>
                  <a:pt x="368" y="38"/>
                </a:lnTo>
                <a:lnTo>
                  <a:pt x="368" y="39"/>
                </a:lnTo>
                <a:lnTo>
                  <a:pt x="369" y="39"/>
                </a:lnTo>
                <a:lnTo>
                  <a:pt x="369" y="40"/>
                </a:lnTo>
                <a:lnTo>
                  <a:pt x="371" y="39"/>
                </a:lnTo>
                <a:lnTo>
                  <a:pt x="372" y="39"/>
                </a:lnTo>
                <a:lnTo>
                  <a:pt x="373" y="39"/>
                </a:lnTo>
                <a:lnTo>
                  <a:pt x="374" y="40"/>
                </a:lnTo>
                <a:lnTo>
                  <a:pt x="375" y="40"/>
                </a:lnTo>
                <a:lnTo>
                  <a:pt x="376" y="41"/>
                </a:lnTo>
                <a:lnTo>
                  <a:pt x="377" y="41"/>
                </a:lnTo>
                <a:lnTo>
                  <a:pt x="377" y="40"/>
                </a:lnTo>
                <a:lnTo>
                  <a:pt x="378" y="39"/>
                </a:lnTo>
                <a:lnTo>
                  <a:pt x="379" y="39"/>
                </a:lnTo>
                <a:lnTo>
                  <a:pt x="380" y="39"/>
                </a:lnTo>
                <a:lnTo>
                  <a:pt x="381" y="39"/>
                </a:lnTo>
                <a:lnTo>
                  <a:pt x="382" y="40"/>
                </a:lnTo>
                <a:lnTo>
                  <a:pt x="383" y="41"/>
                </a:lnTo>
                <a:lnTo>
                  <a:pt x="384" y="41"/>
                </a:lnTo>
                <a:lnTo>
                  <a:pt x="385" y="41"/>
                </a:lnTo>
                <a:lnTo>
                  <a:pt x="386" y="40"/>
                </a:lnTo>
                <a:lnTo>
                  <a:pt x="387" y="40"/>
                </a:lnTo>
                <a:lnTo>
                  <a:pt x="387" y="41"/>
                </a:lnTo>
                <a:lnTo>
                  <a:pt x="388" y="41"/>
                </a:lnTo>
                <a:lnTo>
                  <a:pt x="389" y="42"/>
                </a:lnTo>
                <a:lnTo>
                  <a:pt x="388" y="42"/>
                </a:lnTo>
                <a:lnTo>
                  <a:pt x="388" y="43"/>
                </a:lnTo>
                <a:lnTo>
                  <a:pt x="388" y="44"/>
                </a:lnTo>
                <a:lnTo>
                  <a:pt x="387" y="45"/>
                </a:lnTo>
                <a:lnTo>
                  <a:pt x="387" y="46"/>
                </a:lnTo>
                <a:lnTo>
                  <a:pt x="386" y="46"/>
                </a:lnTo>
                <a:lnTo>
                  <a:pt x="385" y="47"/>
                </a:lnTo>
                <a:lnTo>
                  <a:pt x="385" y="48"/>
                </a:lnTo>
                <a:lnTo>
                  <a:pt x="385" y="49"/>
                </a:lnTo>
                <a:lnTo>
                  <a:pt x="384" y="49"/>
                </a:lnTo>
                <a:lnTo>
                  <a:pt x="383" y="50"/>
                </a:lnTo>
                <a:lnTo>
                  <a:pt x="382" y="51"/>
                </a:lnTo>
                <a:lnTo>
                  <a:pt x="380" y="51"/>
                </a:lnTo>
                <a:lnTo>
                  <a:pt x="378" y="51"/>
                </a:lnTo>
                <a:lnTo>
                  <a:pt x="378" y="52"/>
                </a:lnTo>
                <a:lnTo>
                  <a:pt x="375" y="52"/>
                </a:lnTo>
                <a:lnTo>
                  <a:pt x="374" y="52"/>
                </a:lnTo>
                <a:lnTo>
                  <a:pt x="373" y="51"/>
                </a:lnTo>
                <a:lnTo>
                  <a:pt x="372" y="51"/>
                </a:lnTo>
                <a:lnTo>
                  <a:pt x="371" y="52"/>
                </a:lnTo>
                <a:lnTo>
                  <a:pt x="370" y="52"/>
                </a:lnTo>
                <a:lnTo>
                  <a:pt x="369" y="52"/>
                </a:lnTo>
                <a:lnTo>
                  <a:pt x="368" y="53"/>
                </a:lnTo>
                <a:lnTo>
                  <a:pt x="367" y="53"/>
                </a:lnTo>
                <a:lnTo>
                  <a:pt x="366" y="53"/>
                </a:lnTo>
                <a:lnTo>
                  <a:pt x="366" y="54"/>
                </a:lnTo>
                <a:lnTo>
                  <a:pt x="365" y="54"/>
                </a:lnTo>
                <a:lnTo>
                  <a:pt x="365" y="53"/>
                </a:lnTo>
                <a:lnTo>
                  <a:pt x="364" y="52"/>
                </a:lnTo>
                <a:lnTo>
                  <a:pt x="364" y="53"/>
                </a:lnTo>
                <a:lnTo>
                  <a:pt x="363" y="53"/>
                </a:lnTo>
                <a:lnTo>
                  <a:pt x="363" y="54"/>
                </a:lnTo>
                <a:lnTo>
                  <a:pt x="362" y="54"/>
                </a:lnTo>
                <a:lnTo>
                  <a:pt x="362" y="55"/>
                </a:lnTo>
                <a:lnTo>
                  <a:pt x="361" y="55"/>
                </a:lnTo>
                <a:lnTo>
                  <a:pt x="362" y="56"/>
                </a:lnTo>
                <a:lnTo>
                  <a:pt x="361" y="57"/>
                </a:lnTo>
                <a:lnTo>
                  <a:pt x="361" y="56"/>
                </a:lnTo>
                <a:lnTo>
                  <a:pt x="360" y="56"/>
                </a:lnTo>
                <a:lnTo>
                  <a:pt x="360" y="57"/>
                </a:lnTo>
                <a:lnTo>
                  <a:pt x="359" y="57"/>
                </a:lnTo>
                <a:lnTo>
                  <a:pt x="358" y="57"/>
                </a:lnTo>
                <a:lnTo>
                  <a:pt x="357" y="57"/>
                </a:lnTo>
                <a:lnTo>
                  <a:pt x="356" y="57"/>
                </a:lnTo>
                <a:lnTo>
                  <a:pt x="355" y="58"/>
                </a:lnTo>
                <a:lnTo>
                  <a:pt x="354" y="59"/>
                </a:lnTo>
                <a:lnTo>
                  <a:pt x="353" y="59"/>
                </a:lnTo>
                <a:lnTo>
                  <a:pt x="352" y="59"/>
                </a:lnTo>
                <a:lnTo>
                  <a:pt x="352" y="58"/>
                </a:lnTo>
                <a:lnTo>
                  <a:pt x="351" y="58"/>
                </a:lnTo>
                <a:lnTo>
                  <a:pt x="352" y="58"/>
                </a:lnTo>
                <a:lnTo>
                  <a:pt x="352" y="57"/>
                </a:lnTo>
                <a:lnTo>
                  <a:pt x="350" y="57"/>
                </a:lnTo>
                <a:lnTo>
                  <a:pt x="349" y="57"/>
                </a:lnTo>
                <a:lnTo>
                  <a:pt x="348" y="57"/>
                </a:lnTo>
                <a:lnTo>
                  <a:pt x="348" y="58"/>
                </a:lnTo>
                <a:lnTo>
                  <a:pt x="347" y="58"/>
                </a:lnTo>
                <a:lnTo>
                  <a:pt x="346" y="58"/>
                </a:lnTo>
                <a:lnTo>
                  <a:pt x="347" y="58"/>
                </a:lnTo>
                <a:lnTo>
                  <a:pt x="347" y="59"/>
                </a:lnTo>
                <a:lnTo>
                  <a:pt x="347" y="60"/>
                </a:lnTo>
                <a:lnTo>
                  <a:pt x="347" y="61"/>
                </a:lnTo>
                <a:lnTo>
                  <a:pt x="348" y="61"/>
                </a:lnTo>
                <a:lnTo>
                  <a:pt x="348" y="62"/>
                </a:lnTo>
                <a:lnTo>
                  <a:pt x="348" y="63"/>
                </a:lnTo>
                <a:lnTo>
                  <a:pt x="348" y="64"/>
                </a:lnTo>
                <a:lnTo>
                  <a:pt x="349" y="64"/>
                </a:lnTo>
                <a:lnTo>
                  <a:pt x="349" y="65"/>
                </a:lnTo>
                <a:lnTo>
                  <a:pt x="350" y="65"/>
                </a:lnTo>
                <a:lnTo>
                  <a:pt x="350" y="66"/>
                </a:lnTo>
                <a:lnTo>
                  <a:pt x="350" y="67"/>
                </a:lnTo>
                <a:lnTo>
                  <a:pt x="349" y="67"/>
                </a:lnTo>
                <a:lnTo>
                  <a:pt x="349" y="68"/>
                </a:lnTo>
                <a:lnTo>
                  <a:pt x="349" y="69"/>
                </a:lnTo>
                <a:lnTo>
                  <a:pt x="348" y="69"/>
                </a:lnTo>
                <a:lnTo>
                  <a:pt x="348" y="70"/>
                </a:lnTo>
                <a:lnTo>
                  <a:pt x="347" y="70"/>
                </a:lnTo>
                <a:lnTo>
                  <a:pt x="346" y="70"/>
                </a:lnTo>
                <a:lnTo>
                  <a:pt x="345" y="70"/>
                </a:lnTo>
                <a:lnTo>
                  <a:pt x="345" y="71"/>
                </a:lnTo>
                <a:lnTo>
                  <a:pt x="344" y="71"/>
                </a:lnTo>
                <a:lnTo>
                  <a:pt x="344" y="70"/>
                </a:lnTo>
                <a:lnTo>
                  <a:pt x="344" y="69"/>
                </a:lnTo>
                <a:lnTo>
                  <a:pt x="344" y="68"/>
                </a:lnTo>
                <a:lnTo>
                  <a:pt x="343" y="67"/>
                </a:lnTo>
                <a:lnTo>
                  <a:pt x="342" y="67"/>
                </a:lnTo>
                <a:lnTo>
                  <a:pt x="342" y="66"/>
                </a:lnTo>
                <a:lnTo>
                  <a:pt x="341" y="66"/>
                </a:lnTo>
                <a:lnTo>
                  <a:pt x="340" y="65"/>
                </a:lnTo>
                <a:lnTo>
                  <a:pt x="339" y="65"/>
                </a:lnTo>
                <a:lnTo>
                  <a:pt x="338" y="66"/>
                </a:lnTo>
                <a:lnTo>
                  <a:pt x="338" y="67"/>
                </a:lnTo>
                <a:lnTo>
                  <a:pt x="339" y="67"/>
                </a:lnTo>
                <a:lnTo>
                  <a:pt x="339" y="69"/>
                </a:lnTo>
                <a:lnTo>
                  <a:pt x="339" y="70"/>
                </a:lnTo>
                <a:lnTo>
                  <a:pt x="338" y="70"/>
                </a:lnTo>
                <a:lnTo>
                  <a:pt x="338" y="71"/>
                </a:lnTo>
                <a:lnTo>
                  <a:pt x="338" y="72"/>
                </a:lnTo>
                <a:lnTo>
                  <a:pt x="337" y="72"/>
                </a:lnTo>
                <a:lnTo>
                  <a:pt x="337" y="73"/>
                </a:lnTo>
                <a:lnTo>
                  <a:pt x="337" y="74"/>
                </a:lnTo>
                <a:lnTo>
                  <a:pt x="336" y="74"/>
                </a:lnTo>
                <a:lnTo>
                  <a:pt x="335" y="74"/>
                </a:lnTo>
                <a:lnTo>
                  <a:pt x="334" y="74"/>
                </a:lnTo>
                <a:lnTo>
                  <a:pt x="333" y="74"/>
                </a:lnTo>
                <a:lnTo>
                  <a:pt x="333" y="75"/>
                </a:lnTo>
                <a:lnTo>
                  <a:pt x="332" y="75"/>
                </a:lnTo>
                <a:lnTo>
                  <a:pt x="332" y="76"/>
                </a:lnTo>
                <a:lnTo>
                  <a:pt x="333" y="76"/>
                </a:lnTo>
                <a:lnTo>
                  <a:pt x="334" y="76"/>
                </a:lnTo>
                <a:lnTo>
                  <a:pt x="335" y="76"/>
                </a:lnTo>
                <a:lnTo>
                  <a:pt x="336" y="76"/>
                </a:lnTo>
                <a:lnTo>
                  <a:pt x="337" y="76"/>
                </a:lnTo>
                <a:lnTo>
                  <a:pt x="337" y="77"/>
                </a:lnTo>
                <a:lnTo>
                  <a:pt x="340" y="77"/>
                </a:lnTo>
                <a:lnTo>
                  <a:pt x="341" y="77"/>
                </a:lnTo>
                <a:lnTo>
                  <a:pt x="341" y="78"/>
                </a:lnTo>
                <a:lnTo>
                  <a:pt x="341" y="77"/>
                </a:lnTo>
                <a:lnTo>
                  <a:pt x="341" y="78"/>
                </a:lnTo>
                <a:lnTo>
                  <a:pt x="342" y="78"/>
                </a:lnTo>
                <a:lnTo>
                  <a:pt x="343" y="78"/>
                </a:lnTo>
                <a:lnTo>
                  <a:pt x="343" y="79"/>
                </a:lnTo>
                <a:lnTo>
                  <a:pt x="343" y="80"/>
                </a:lnTo>
                <a:lnTo>
                  <a:pt x="343" y="81"/>
                </a:lnTo>
                <a:lnTo>
                  <a:pt x="343" y="82"/>
                </a:lnTo>
                <a:lnTo>
                  <a:pt x="344" y="82"/>
                </a:lnTo>
                <a:lnTo>
                  <a:pt x="344" y="83"/>
                </a:lnTo>
                <a:lnTo>
                  <a:pt x="344" y="84"/>
                </a:lnTo>
                <a:lnTo>
                  <a:pt x="345" y="84"/>
                </a:lnTo>
                <a:lnTo>
                  <a:pt x="345" y="85"/>
                </a:lnTo>
                <a:lnTo>
                  <a:pt x="346" y="85"/>
                </a:lnTo>
                <a:lnTo>
                  <a:pt x="347" y="85"/>
                </a:lnTo>
                <a:lnTo>
                  <a:pt x="348" y="86"/>
                </a:lnTo>
                <a:lnTo>
                  <a:pt x="349" y="86"/>
                </a:lnTo>
                <a:lnTo>
                  <a:pt x="350" y="86"/>
                </a:lnTo>
                <a:lnTo>
                  <a:pt x="351" y="86"/>
                </a:lnTo>
                <a:lnTo>
                  <a:pt x="352" y="86"/>
                </a:lnTo>
                <a:lnTo>
                  <a:pt x="352" y="87"/>
                </a:lnTo>
                <a:lnTo>
                  <a:pt x="353" y="87"/>
                </a:lnTo>
                <a:lnTo>
                  <a:pt x="354" y="87"/>
                </a:lnTo>
                <a:lnTo>
                  <a:pt x="355" y="87"/>
                </a:lnTo>
                <a:lnTo>
                  <a:pt x="356" y="87"/>
                </a:lnTo>
                <a:lnTo>
                  <a:pt x="357" y="87"/>
                </a:lnTo>
                <a:lnTo>
                  <a:pt x="357" y="86"/>
                </a:lnTo>
                <a:lnTo>
                  <a:pt x="358" y="86"/>
                </a:lnTo>
                <a:lnTo>
                  <a:pt x="359" y="86"/>
                </a:lnTo>
                <a:lnTo>
                  <a:pt x="359" y="85"/>
                </a:lnTo>
                <a:lnTo>
                  <a:pt x="360" y="85"/>
                </a:lnTo>
                <a:lnTo>
                  <a:pt x="360" y="86"/>
                </a:lnTo>
                <a:lnTo>
                  <a:pt x="361" y="86"/>
                </a:lnTo>
                <a:lnTo>
                  <a:pt x="361" y="87"/>
                </a:lnTo>
                <a:lnTo>
                  <a:pt x="360" y="88"/>
                </a:lnTo>
                <a:lnTo>
                  <a:pt x="359" y="88"/>
                </a:lnTo>
                <a:lnTo>
                  <a:pt x="359" y="89"/>
                </a:lnTo>
                <a:lnTo>
                  <a:pt x="358" y="89"/>
                </a:lnTo>
                <a:lnTo>
                  <a:pt x="359" y="89"/>
                </a:lnTo>
                <a:lnTo>
                  <a:pt x="359" y="90"/>
                </a:lnTo>
                <a:lnTo>
                  <a:pt x="360" y="91"/>
                </a:lnTo>
                <a:lnTo>
                  <a:pt x="361" y="91"/>
                </a:lnTo>
                <a:lnTo>
                  <a:pt x="361" y="92"/>
                </a:lnTo>
                <a:lnTo>
                  <a:pt x="361" y="91"/>
                </a:lnTo>
                <a:lnTo>
                  <a:pt x="362" y="91"/>
                </a:lnTo>
                <a:lnTo>
                  <a:pt x="363" y="91"/>
                </a:lnTo>
                <a:lnTo>
                  <a:pt x="363" y="90"/>
                </a:lnTo>
                <a:lnTo>
                  <a:pt x="364" y="90"/>
                </a:lnTo>
                <a:lnTo>
                  <a:pt x="365" y="90"/>
                </a:lnTo>
                <a:lnTo>
                  <a:pt x="366" y="90"/>
                </a:lnTo>
                <a:lnTo>
                  <a:pt x="366" y="91"/>
                </a:lnTo>
                <a:lnTo>
                  <a:pt x="367" y="91"/>
                </a:lnTo>
                <a:lnTo>
                  <a:pt x="368" y="91"/>
                </a:lnTo>
                <a:lnTo>
                  <a:pt x="369" y="91"/>
                </a:lnTo>
                <a:lnTo>
                  <a:pt x="370" y="91"/>
                </a:lnTo>
                <a:lnTo>
                  <a:pt x="370" y="90"/>
                </a:lnTo>
                <a:lnTo>
                  <a:pt x="371" y="91"/>
                </a:lnTo>
                <a:lnTo>
                  <a:pt x="372" y="91"/>
                </a:lnTo>
                <a:lnTo>
                  <a:pt x="373" y="90"/>
                </a:lnTo>
                <a:lnTo>
                  <a:pt x="374" y="90"/>
                </a:lnTo>
                <a:lnTo>
                  <a:pt x="375" y="90"/>
                </a:lnTo>
                <a:lnTo>
                  <a:pt x="376" y="90"/>
                </a:lnTo>
                <a:lnTo>
                  <a:pt x="376" y="91"/>
                </a:lnTo>
                <a:lnTo>
                  <a:pt x="377" y="91"/>
                </a:lnTo>
                <a:lnTo>
                  <a:pt x="376" y="92"/>
                </a:lnTo>
                <a:lnTo>
                  <a:pt x="376" y="93"/>
                </a:lnTo>
                <a:lnTo>
                  <a:pt x="377" y="93"/>
                </a:lnTo>
                <a:lnTo>
                  <a:pt x="377" y="94"/>
                </a:lnTo>
                <a:lnTo>
                  <a:pt x="377" y="95"/>
                </a:lnTo>
                <a:lnTo>
                  <a:pt x="376" y="95"/>
                </a:lnTo>
                <a:lnTo>
                  <a:pt x="376" y="96"/>
                </a:lnTo>
                <a:lnTo>
                  <a:pt x="376" y="97"/>
                </a:lnTo>
                <a:lnTo>
                  <a:pt x="377" y="98"/>
                </a:lnTo>
                <a:lnTo>
                  <a:pt x="377" y="99"/>
                </a:lnTo>
                <a:lnTo>
                  <a:pt x="378" y="99"/>
                </a:lnTo>
                <a:lnTo>
                  <a:pt x="378" y="100"/>
                </a:lnTo>
                <a:lnTo>
                  <a:pt x="377" y="100"/>
                </a:lnTo>
                <a:lnTo>
                  <a:pt x="377" y="101"/>
                </a:lnTo>
                <a:lnTo>
                  <a:pt x="378" y="101"/>
                </a:lnTo>
                <a:lnTo>
                  <a:pt x="378" y="102"/>
                </a:lnTo>
                <a:lnTo>
                  <a:pt x="377" y="103"/>
                </a:lnTo>
                <a:lnTo>
                  <a:pt x="377" y="104"/>
                </a:lnTo>
                <a:lnTo>
                  <a:pt x="377" y="105"/>
                </a:lnTo>
                <a:lnTo>
                  <a:pt x="377" y="106"/>
                </a:lnTo>
                <a:lnTo>
                  <a:pt x="377" y="107"/>
                </a:lnTo>
                <a:lnTo>
                  <a:pt x="377" y="108"/>
                </a:lnTo>
                <a:lnTo>
                  <a:pt x="377" y="109"/>
                </a:lnTo>
                <a:lnTo>
                  <a:pt x="377" y="110"/>
                </a:lnTo>
                <a:lnTo>
                  <a:pt x="377" y="111"/>
                </a:lnTo>
                <a:lnTo>
                  <a:pt x="377" y="112"/>
                </a:lnTo>
                <a:lnTo>
                  <a:pt x="377" y="113"/>
                </a:lnTo>
                <a:lnTo>
                  <a:pt x="378" y="113"/>
                </a:lnTo>
                <a:lnTo>
                  <a:pt x="378" y="114"/>
                </a:lnTo>
                <a:lnTo>
                  <a:pt x="379" y="115"/>
                </a:lnTo>
                <a:lnTo>
                  <a:pt x="379" y="116"/>
                </a:lnTo>
                <a:lnTo>
                  <a:pt x="380" y="117"/>
                </a:lnTo>
                <a:lnTo>
                  <a:pt x="381" y="117"/>
                </a:lnTo>
                <a:lnTo>
                  <a:pt x="382" y="116"/>
                </a:lnTo>
                <a:lnTo>
                  <a:pt x="384" y="117"/>
                </a:lnTo>
                <a:lnTo>
                  <a:pt x="385" y="117"/>
                </a:lnTo>
                <a:lnTo>
                  <a:pt x="386" y="117"/>
                </a:lnTo>
                <a:lnTo>
                  <a:pt x="386" y="118"/>
                </a:lnTo>
                <a:lnTo>
                  <a:pt x="386" y="119"/>
                </a:lnTo>
                <a:lnTo>
                  <a:pt x="387" y="120"/>
                </a:lnTo>
                <a:lnTo>
                  <a:pt x="387" y="121"/>
                </a:lnTo>
                <a:lnTo>
                  <a:pt x="388" y="121"/>
                </a:lnTo>
                <a:lnTo>
                  <a:pt x="389" y="121"/>
                </a:lnTo>
                <a:lnTo>
                  <a:pt x="389" y="120"/>
                </a:lnTo>
                <a:lnTo>
                  <a:pt x="391" y="119"/>
                </a:lnTo>
                <a:lnTo>
                  <a:pt x="392" y="120"/>
                </a:lnTo>
                <a:lnTo>
                  <a:pt x="392" y="121"/>
                </a:lnTo>
                <a:lnTo>
                  <a:pt x="391" y="121"/>
                </a:lnTo>
                <a:lnTo>
                  <a:pt x="391" y="122"/>
                </a:lnTo>
                <a:lnTo>
                  <a:pt x="391" y="123"/>
                </a:lnTo>
                <a:lnTo>
                  <a:pt x="391" y="125"/>
                </a:lnTo>
                <a:lnTo>
                  <a:pt x="390" y="125"/>
                </a:lnTo>
                <a:lnTo>
                  <a:pt x="389" y="126"/>
                </a:lnTo>
                <a:lnTo>
                  <a:pt x="389" y="127"/>
                </a:lnTo>
                <a:lnTo>
                  <a:pt x="389" y="128"/>
                </a:lnTo>
                <a:lnTo>
                  <a:pt x="389" y="129"/>
                </a:lnTo>
                <a:lnTo>
                  <a:pt x="388" y="129"/>
                </a:lnTo>
                <a:lnTo>
                  <a:pt x="387" y="130"/>
                </a:lnTo>
                <a:lnTo>
                  <a:pt x="386" y="130"/>
                </a:lnTo>
                <a:lnTo>
                  <a:pt x="386" y="131"/>
                </a:lnTo>
                <a:lnTo>
                  <a:pt x="386" y="132"/>
                </a:lnTo>
                <a:lnTo>
                  <a:pt x="386" y="133"/>
                </a:lnTo>
                <a:lnTo>
                  <a:pt x="385" y="134"/>
                </a:lnTo>
                <a:lnTo>
                  <a:pt x="385" y="135"/>
                </a:lnTo>
                <a:lnTo>
                  <a:pt x="384" y="136"/>
                </a:lnTo>
                <a:lnTo>
                  <a:pt x="384" y="137"/>
                </a:lnTo>
                <a:lnTo>
                  <a:pt x="383" y="138"/>
                </a:lnTo>
                <a:lnTo>
                  <a:pt x="383" y="139"/>
                </a:lnTo>
                <a:lnTo>
                  <a:pt x="383" y="140"/>
                </a:lnTo>
                <a:lnTo>
                  <a:pt x="383" y="141"/>
                </a:lnTo>
                <a:lnTo>
                  <a:pt x="383" y="142"/>
                </a:lnTo>
                <a:lnTo>
                  <a:pt x="383" y="143"/>
                </a:lnTo>
                <a:lnTo>
                  <a:pt x="384" y="143"/>
                </a:lnTo>
                <a:lnTo>
                  <a:pt x="384" y="144"/>
                </a:lnTo>
                <a:lnTo>
                  <a:pt x="383" y="144"/>
                </a:lnTo>
                <a:lnTo>
                  <a:pt x="383" y="145"/>
                </a:lnTo>
                <a:lnTo>
                  <a:pt x="382" y="145"/>
                </a:lnTo>
                <a:lnTo>
                  <a:pt x="381" y="145"/>
                </a:lnTo>
                <a:lnTo>
                  <a:pt x="381" y="146"/>
                </a:lnTo>
                <a:lnTo>
                  <a:pt x="380" y="146"/>
                </a:lnTo>
                <a:lnTo>
                  <a:pt x="380" y="147"/>
                </a:lnTo>
                <a:lnTo>
                  <a:pt x="379" y="148"/>
                </a:lnTo>
                <a:lnTo>
                  <a:pt x="380" y="148"/>
                </a:lnTo>
                <a:lnTo>
                  <a:pt x="380" y="149"/>
                </a:lnTo>
                <a:lnTo>
                  <a:pt x="379" y="149"/>
                </a:lnTo>
                <a:lnTo>
                  <a:pt x="379" y="150"/>
                </a:lnTo>
                <a:lnTo>
                  <a:pt x="379" y="151"/>
                </a:lnTo>
                <a:lnTo>
                  <a:pt x="380" y="152"/>
                </a:lnTo>
                <a:lnTo>
                  <a:pt x="380" y="153"/>
                </a:lnTo>
                <a:lnTo>
                  <a:pt x="379" y="153"/>
                </a:lnTo>
                <a:lnTo>
                  <a:pt x="379" y="154"/>
                </a:lnTo>
                <a:lnTo>
                  <a:pt x="378" y="154"/>
                </a:lnTo>
                <a:lnTo>
                  <a:pt x="379" y="155"/>
                </a:lnTo>
                <a:lnTo>
                  <a:pt x="380" y="156"/>
                </a:lnTo>
                <a:lnTo>
                  <a:pt x="381" y="155"/>
                </a:lnTo>
                <a:lnTo>
                  <a:pt x="381" y="156"/>
                </a:lnTo>
                <a:lnTo>
                  <a:pt x="382" y="156"/>
                </a:lnTo>
                <a:lnTo>
                  <a:pt x="383" y="156"/>
                </a:lnTo>
                <a:lnTo>
                  <a:pt x="383" y="157"/>
                </a:lnTo>
                <a:lnTo>
                  <a:pt x="383" y="158"/>
                </a:lnTo>
                <a:lnTo>
                  <a:pt x="383" y="159"/>
                </a:lnTo>
                <a:lnTo>
                  <a:pt x="382" y="160"/>
                </a:lnTo>
                <a:lnTo>
                  <a:pt x="382" y="159"/>
                </a:lnTo>
                <a:lnTo>
                  <a:pt x="381" y="159"/>
                </a:lnTo>
                <a:lnTo>
                  <a:pt x="381" y="160"/>
                </a:lnTo>
                <a:lnTo>
                  <a:pt x="381" y="161"/>
                </a:lnTo>
                <a:lnTo>
                  <a:pt x="380" y="161"/>
                </a:lnTo>
                <a:lnTo>
                  <a:pt x="379" y="161"/>
                </a:lnTo>
                <a:lnTo>
                  <a:pt x="378" y="161"/>
                </a:lnTo>
                <a:lnTo>
                  <a:pt x="377" y="161"/>
                </a:lnTo>
                <a:lnTo>
                  <a:pt x="376" y="161"/>
                </a:lnTo>
                <a:lnTo>
                  <a:pt x="375" y="161"/>
                </a:lnTo>
                <a:lnTo>
                  <a:pt x="375" y="162"/>
                </a:lnTo>
                <a:lnTo>
                  <a:pt x="374" y="163"/>
                </a:lnTo>
                <a:lnTo>
                  <a:pt x="375" y="164"/>
                </a:lnTo>
                <a:lnTo>
                  <a:pt x="374" y="164"/>
                </a:lnTo>
                <a:lnTo>
                  <a:pt x="373" y="165"/>
                </a:lnTo>
                <a:lnTo>
                  <a:pt x="373" y="166"/>
                </a:lnTo>
                <a:lnTo>
                  <a:pt x="374" y="166"/>
                </a:lnTo>
                <a:lnTo>
                  <a:pt x="374" y="167"/>
                </a:lnTo>
                <a:lnTo>
                  <a:pt x="374" y="168"/>
                </a:lnTo>
                <a:lnTo>
                  <a:pt x="373" y="168"/>
                </a:lnTo>
                <a:lnTo>
                  <a:pt x="373" y="169"/>
                </a:lnTo>
                <a:lnTo>
                  <a:pt x="373" y="170"/>
                </a:lnTo>
                <a:lnTo>
                  <a:pt x="372" y="171"/>
                </a:lnTo>
                <a:lnTo>
                  <a:pt x="371" y="171"/>
                </a:lnTo>
                <a:lnTo>
                  <a:pt x="370" y="171"/>
                </a:lnTo>
                <a:lnTo>
                  <a:pt x="370" y="172"/>
                </a:lnTo>
                <a:lnTo>
                  <a:pt x="369" y="172"/>
                </a:lnTo>
                <a:lnTo>
                  <a:pt x="369" y="171"/>
                </a:lnTo>
                <a:lnTo>
                  <a:pt x="368" y="171"/>
                </a:lnTo>
                <a:lnTo>
                  <a:pt x="367" y="171"/>
                </a:lnTo>
                <a:lnTo>
                  <a:pt x="366" y="171"/>
                </a:lnTo>
                <a:lnTo>
                  <a:pt x="365" y="171"/>
                </a:lnTo>
                <a:lnTo>
                  <a:pt x="365" y="172"/>
                </a:lnTo>
                <a:lnTo>
                  <a:pt x="364" y="172"/>
                </a:lnTo>
                <a:lnTo>
                  <a:pt x="364" y="171"/>
                </a:lnTo>
                <a:lnTo>
                  <a:pt x="363" y="171"/>
                </a:lnTo>
                <a:lnTo>
                  <a:pt x="363" y="172"/>
                </a:lnTo>
                <a:lnTo>
                  <a:pt x="362" y="172"/>
                </a:lnTo>
                <a:lnTo>
                  <a:pt x="361" y="172"/>
                </a:lnTo>
                <a:lnTo>
                  <a:pt x="360" y="172"/>
                </a:lnTo>
                <a:lnTo>
                  <a:pt x="360" y="173"/>
                </a:lnTo>
                <a:lnTo>
                  <a:pt x="360" y="174"/>
                </a:lnTo>
                <a:lnTo>
                  <a:pt x="359" y="174"/>
                </a:lnTo>
                <a:lnTo>
                  <a:pt x="358" y="174"/>
                </a:lnTo>
                <a:lnTo>
                  <a:pt x="357" y="174"/>
                </a:lnTo>
                <a:lnTo>
                  <a:pt x="356" y="173"/>
                </a:lnTo>
                <a:lnTo>
                  <a:pt x="356" y="172"/>
                </a:lnTo>
                <a:lnTo>
                  <a:pt x="356" y="173"/>
                </a:lnTo>
                <a:lnTo>
                  <a:pt x="355" y="173"/>
                </a:lnTo>
                <a:lnTo>
                  <a:pt x="355" y="174"/>
                </a:lnTo>
                <a:lnTo>
                  <a:pt x="354" y="174"/>
                </a:lnTo>
                <a:lnTo>
                  <a:pt x="353" y="174"/>
                </a:lnTo>
                <a:lnTo>
                  <a:pt x="352" y="174"/>
                </a:lnTo>
                <a:lnTo>
                  <a:pt x="351" y="173"/>
                </a:lnTo>
                <a:lnTo>
                  <a:pt x="351" y="172"/>
                </a:lnTo>
                <a:lnTo>
                  <a:pt x="350" y="172"/>
                </a:lnTo>
                <a:lnTo>
                  <a:pt x="351" y="172"/>
                </a:lnTo>
                <a:lnTo>
                  <a:pt x="350" y="172"/>
                </a:lnTo>
                <a:lnTo>
                  <a:pt x="350" y="171"/>
                </a:lnTo>
                <a:lnTo>
                  <a:pt x="349" y="170"/>
                </a:lnTo>
                <a:lnTo>
                  <a:pt x="348" y="170"/>
                </a:lnTo>
                <a:lnTo>
                  <a:pt x="348" y="169"/>
                </a:lnTo>
                <a:lnTo>
                  <a:pt x="347" y="169"/>
                </a:lnTo>
                <a:lnTo>
                  <a:pt x="346" y="169"/>
                </a:lnTo>
                <a:lnTo>
                  <a:pt x="347" y="169"/>
                </a:lnTo>
                <a:lnTo>
                  <a:pt x="346" y="168"/>
                </a:lnTo>
                <a:lnTo>
                  <a:pt x="345" y="167"/>
                </a:lnTo>
                <a:lnTo>
                  <a:pt x="345" y="166"/>
                </a:lnTo>
                <a:lnTo>
                  <a:pt x="345" y="165"/>
                </a:lnTo>
                <a:lnTo>
                  <a:pt x="344" y="165"/>
                </a:lnTo>
                <a:lnTo>
                  <a:pt x="344" y="166"/>
                </a:lnTo>
                <a:lnTo>
                  <a:pt x="343" y="166"/>
                </a:lnTo>
                <a:lnTo>
                  <a:pt x="342" y="166"/>
                </a:lnTo>
                <a:lnTo>
                  <a:pt x="341" y="167"/>
                </a:lnTo>
                <a:lnTo>
                  <a:pt x="340" y="168"/>
                </a:lnTo>
                <a:lnTo>
                  <a:pt x="340" y="169"/>
                </a:lnTo>
                <a:lnTo>
                  <a:pt x="339" y="170"/>
                </a:lnTo>
                <a:lnTo>
                  <a:pt x="338" y="169"/>
                </a:lnTo>
                <a:lnTo>
                  <a:pt x="337" y="169"/>
                </a:lnTo>
                <a:lnTo>
                  <a:pt x="336" y="169"/>
                </a:lnTo>
                <a:lnTo>
                  <a:pt x="335" y="170"/>
                </a:lnTo>
                <a:lnTo>
                  <a:pt x="335" y="171"/>
                </a:lnTo>
                <a:lnTo>
                  <a:pt x="334" y="171"/>
                </a:lnTo>
                <a:lnTo>
                  <a:pt x="334" y="172"/>
                </a:lnTo>
                <a:lnTo>
                  <a:pt x="333" y="172"/>
                </a:lnTo>
                <a:lnTo>
                  <a:pt x="332" y="172"/>
                </a:lnTo>
                <a:lnTo>
                  <a:pt x="331" y="172"/>
                </a:lnTo>
                <a:lnTo>
                  <a:pt x="330" y="172"/>
                </a:lnTo>
                <a:lnTo>
                  <a:pt x="330" y="173"/>
                </a:lnTo>
                <a:lnTo>
                  <a:pt x="329" y="175"/>
                </a:lnTo>
                <a:lnTo>
                  <a:pt x="327" y="176"/>
                </a:lnTo>
                <a:lnTo>
                  <a:pt x="326" y="177"/>
                </a:lnTo>
                <a:lnTo>
                  <a:pt x="325" y="177"/>
                </a:lnTo>
                <a:lnTo>
                  <a:pt x="323" y="178"/>
                </a:lnTo>
                <a:lnTo>
                  <a:pt x="323" y="179"/>
                </a:lnTo>
                <a:lnTo>
                  <a:pt x="323" y="180"/>
                </a:lnTo>
                <a:lnTo>
                  <a:pt x="322" y="180"/>
                </a:lnTo>
                <a:lnTo>
                  <a:pt x="321" y="180"/>
                </a:lnTo>
                <a:lnTo>
                  <a:pt x="320" y="180"/>
                </a:lnTo>
                <a:lnTo>
                  <a:pt x="320" y="179"/>
                </a:lnTo>
                <a:lnTo>
                  <a:pt x="319" y="180"/>
                </a:lnTo>
                <a:lnTo>
                  <a:pt x="319" y="181"/>
                </a:lnTo>
                <a:lnTo>
                  <a:pt x="318" y="183"/>
                </a:lnTo>
                <a:lnTo>
                  <a:pt x="319" y="185"/>
                </a:lnTo>
                <a:lnTo>
                  <a:pt x="319" y="186"/>
                </a:lnTo>
                <a:lnTo>
                  <a:pt x="319" y="188"/>
                </a:lnTo>
                <a:lnTo>
                  <a:pt x="319" y="190"/>
                </a:lnTo>
                <a:lnTo>
                  <a:pt x="320" y="191"/>
                </a:lnTo>
                <a:lnTo>
                  <a:pt x="320" y="192"/>
                </a:lnTo>
                <a:lnTo>
                  <a:pt x="321" y="192"/>
                </a:lnTo>
                <a:lnTo>
                  <a:pt x="321" y="193"/>
                </a:lnTo>
                <a:lnTo>
                  <a:pt x="322" y="193"/>
                </a:lnTo>
                <a:lnTo>
                  <a:pt x="322" y="194"/>
                </a:lnTo>
                <a:lnTo>
                  <a:pt x="323" y="195"/>
                </a:lnTo>
                <a:lnTo>
                  <a:pt x="325" y="195"/>
                </a:lnTo>
                <a:lnTo>
                  <a:pt x="326" y="195"/>
                </a:lnTo>
                <a:lnTo>
                  <a:pt x="327" y="195"/>
                </a:lnTo>
                <a:lnTo>
                  <a:pt x="327" y="196"/>
                </a:lnTo>
                <a:lnTo>
                  <a:pt x="328" y="197"/>
                </a:lnTo>
                <a:lnTo>
                  <a:pt x="327" y="198"/>
                </a:lnTo>
                <a:lnTo>
                  <a:pt x="326" y="199"/>
                </a:lnTo>
                <a:lnTo>
                  <a:pt x="325" y="200"/>
                </a:lnTo>
                <a:lnTo>
                  <a:pt x="325" y="201"/>
                </a:lnTo>
                <a:lnTo>
                  <a:pt x="325" y="203"/>
                </a:lnTo>
                <a:lnTo>
                  <a:pt x="325" y="204"/>
                </a:lnTo>
                <a:lnTo>
                  <a:pt x="323" y="203"/>
                </a:lnTo>
                <a:lnTo>
                  <a:pt x="322" y="203"/>
                </a:lnTo>
                <a:lnTo>
                  <a:pt x="321" y="203"/>
                </a:lnTo>
                <a:lnTo>
                  <a:pt x="321" y="204"/>
                </a:lnTo>
                <a:lnTo>
                  <a:pt x="319" y="207"/>
                </a:lnTo>
                <a:lnTo>
                  <a:pt x="319" y="208"/>
                </a:lnTo>
                <a:lnTo>
                  <a:pt x="318" y="209"/>
                </a:lnTo>
                <a:lnTo>
                  <a:pt x="317" y="210"/>
                </a:lnTo>
                <a:lnTo>
                  <a:pt x="316" y="209"/>
                </a:lnTo>
                <a:lnTo>
                  <a:pt x="315" y="209"/>
                </a:lnTo>
                <a:lnTo>
                  <a:pt x="315" y="208"/>
                </a:lnTo>
                <a:lnTo>
                  <a:pt x="314" y="208"/>
                </a:lnTo>
                <a:lnTo>
                  <a:pt x="314" y="210"/>
                </a:lnTo>
                <a:lnTo>
                  <a:pt x="314" y="211"/>
                </a:lnTo>
                <a:lnTo>
                  <a:pt x="314" y="212"/>
                </a:lnTo>
                <a:lnTo>
                  <a:pt x="314" y="213"/>
                </a:lnTo>
                <a:lnTo>
                  <a:pt x="313" y="214"/>
                </a:lnTo>
                <a:lnTo>
                  <a:pt x="311" y="215"/>
                </a:lnTo>
                <a:lnTo>
                  <a:pt x="310" y="215"/>
                </a:lnTo>
                <a:lnTo>
                  <a:pt x="309" y="215"/>
                </a:lnTo>
                <a:lnTo>
                  <a:pt x="307" y="214"/>
                </a:lnTo>
                <a:lnTo>
                  <a:pt x="306" y="214"/>
                </a:lnTo>
                <a:lnTo>
                  <a:pt x="305" y="215"/>
                </a:lnTo>
                <a:lnTo>
                  <a:pt x="304" y="216"/>
                </a:lnTo>
                <a:lnTo>
                  <a:pt x="304" y="217"/>
                </a:lnTo>
                <a:lnTo>
                  <a:pt x="304" y="218"/>
                </a:lnTo>
                <a:lnTo>
                  <a:pt x="304" y="219"/>
                </a:lnTo>
                <a:lnTo>
                  <a:pt x="305" y="220"/>
                </a:lnTo>
                <a:lnTo>
                  <a:pt x="304" y="220"/>
                </a:lnTo>
                <a:lnTo>
                  <a:pt x="303" y="222"/>
                </a:lnTo>
                <a:lnTo>
                  <a:pt x="302" y="222"/>
                </a:lnTo>
                <a:lnTo>
                  <a:pt x="301" y="223"/>
                </a:lnTo>
                <a:lnTo>
                  <a:pt x="300" y="224"/>
                </a:lnTo>
                <a:lnTo>
                  <a:pt x="299" y="224"/>
                </a:lnTo>
                <a:lnTo>
                  <a:pt x="300" y="225"/>
                </a:lnTo>
                <a:lnTo>
                  <a:pt x="300" y="226"/>
                </a:lnTo>
                <a:lnTo>
                  <a:pt x="300" y="228"/>
                </a:lnTo>
                <a:lnTo>
                  <a:pt x="299" y="228"/>
                </a:lnTo>
                <a:lnTo>
                  <a:pt x="299" y="229"/>
                </a:lnTo>
                <a:lnTo>
                  <a:pt x="299" y="230"/>
                </a:lnTo>
                <a:lnTo>
                  <a:pt x="299" y="231"/>
                </a:lnTo>
                <a:lnTo>
                  <a:pt x="300" y="232"/>
                </a:lnTo>
                <a:lnTo>
                  <a:pt x="301" y="232"/>
                </a:lnTo>
                <a:lnTo>
                  <a:pt x="301" y="233"/>
                </a:lnTo>
                <a:lnTo>
                  <a:pt x="302" y="233"/>
                </a:lnTo>
                <a:lnTo>
                  <a:pt x="302" y="234"/>
                </a:lnTo>
                <a:lnTo>
                  <a:pt x="303" y="234"/>
                </a:lnTo>
                <a:lnTo>
                  <a:pt x="302" y="234"/>
                </a:lnTo>
                <a:lnTo>
                  <a:pt x="301" y="235"/>
                </a:lnTo>
                <a:lnTo>
                  <a:pt x="301" y="236"/>
                </a:lnTo>
                <a:lnTo>
                  <a:pt x="300" y="238"/>
                </a:lnTo>
                <a:lnTo>
                  <a:pt x="299" y="238"/>
                </a:lnTo>
                <a:lnTo>
                  <a:pt x="298" y="238"/>
                </a:lnTo>
                <a:lnTo>
                  <a:pt x="297" y="243"/>
                </a:lnTo>
                <a:lnTo>
                  <a:pt x="297" y="244"/>
                </a:lnTo>
                <a:lnTo>
                  <a:pt x="298" y="244"/>
                </a:lnTo>
                <a:lnTo>
                  <a:pt x="298" y="245"/>
                </a:lnTo>
                <a:lnTo>
                  <a:pt x="299" y="245"/>
                </a:lnTo>
                <a:lnTo>
                  <a:pt x="299" y="246"/>
                </a:lnTo>
                <a:lnTo>
                  <a:pt x="300" y="246"/>
                </a:lnTo>
                <a:lnTo>
                  <a:pt x="300" y="247"/>
                </a:lnTo>
                <a:lnTo>
                  <a:pt x="299" y="248"/>
                </a:lnTo>
                <a:lnTo>
                  <a:pt x="299" y="249"/>
                </a:lnTo>
                <a:lnTo>
                  <a:pt x="298" y="252"/>
                </a:lnTo>
                <a:lnTo>
                  <a:pt x="298" y="254"/>
                </a:lnTo>
                <a:lnTo>
                  <a:pt x="298" y="255"/>
                </a:lnTo>
                <a:lnTo>
                  <a:pt x="300" y="257"/>
                </a:lnTo>
                <a:lnTo>
                  <a:pt x="301" y="257"/>
                </a:lnTo>
                <a:lnTo>
                  <a:pt x="302" y="257"/>
                </a:lnTo>
                <a:lnTo>
                  <a:pt x="303" y="257"/>
                </a:lnTo>
                <a:lnTo>
                  <a:pt x="306" y="257"/>
                </a:lnTo>
                <a:lnTo>
                  <a:pt x="308" y="257"/>
                </a:lnTo>
                <a:lnTo>
                  <a:pt x="309" y="258"/>
                </a:lnTo>
                <a:lnTo>
                  <a:pt x="309" y="259"/>
                </a:lnTo>
                <a:lnTo>
                  <a:pt x="310" y="259"/>
                </a:lnTo>
                <a:lnTo>
                  <a:pt x="311" y="260"/>
                </a:lnTo>
                <a:lnTo>
                  <a:pt x="312" y="260"/>
                </a:lnTo>
                <a:lnTo>
                  <a:pt x="313" y="260"/>
                </a:lnTo>
                <a:lnTo>
                  <a:pt x="314" y="260"/>
                </a:lnTo>
                <a:lnTo>
                  <a:pt x="315" y="262"/>
                </a:lnTo>
                <a:lnTo>
                  <a:pt x="317" y="264"/>
                </a:lnTo>
                <a:lnTo>
                  <a:pt x="320" y="264"/>
                </a:lnTo>
                <a:lnTo>
                  <a:pt x="321" y="265"/>
                </a:lnTo>
                <a:lnTo>
                  <a:pt x="322" y="265"/>
                </a:lnTo>
                <a:lnTo>
                  <a:pt x="322" y="264"/>
                </a:lnTo>
                <a:lnTo>
                  <a:pt x="323" y="264"/>
                </a:lnTo>
                <a:lnTo>
                  <a:pt x="326" y="264"/>
                </a:lnTo>
                <a:lnTo>
                  <a:pt x="326" y="265"/>
                </a:lnTo>
                <a:lnTo>
                  <a:pt x="325" y="267"/>
                </a:lnTo>
                <a:lnTo>
                  <a:pt x="323" y="268"/>
                </a:lnTo>
                <a:lnTo>
                  <a:pt x="323" y="269"/>
                </a:lnTo>
                <a:lnTo>
                  <a:pt x="323" y="270"/>
                </a:lnTo>
                <a:lnTo>
                  <a:pt x="325" y="270"/>
                </a:lnTo>
                <a:lnTo>
                  <a:pt x="326" y="271"/>
                </a:lnTo>
                <a:lnTo>
                  <a:pt x="327" y="273"/>
                </a:lnTo>
                <a:lnTo>
                  <a:pt x="328" y="273"/>
                </a:lnTo>
                <a:lnTo>
                  <a:pt x="330" y="275"/>
                </a:lnTo>
                <a:lnTo>
                  <a:pt x="329" y="280"/>
                </a:lnTo>
                <a:lnTo>
                  <a:pt x="328" y="281"/>
                </a:lnTo>
                <a:lnTo>
                  <a:pt x="329" y="282"/>
                </a:lnTo>
                <a:lnTo>
                  <a:pt x="330" y="282"/>
                </a:lnTo>
                <a:lnTo>
                  <a:pt x="331" y="282"/>
                </a:lnTo>
                <a:lnTo>
                  <a:pt x="331" y="283"/>
                </a:lnTo>
                <a:lnTo>
                  <a:pt x="334" y="286"/>
                </a:lnTo>
                <a:lnTo>
                  <a:pt x="334" y="287"/>
                </a:lnTo>
                <a:lnTo>
                  <a:pt x="335" y="289"/>
                </a:lnTo>
                <a:lnTo>
                  <a:pt x="336" y="289"/>
                </a:lnTo>
                <a:lnTo>
                  <a:pt x="336" y="290"/>
                </a:lnTo>
                <a:lnTo>
                  <a:pt x="338" y="294"/>
                </a:lnTo>
                <a:lnTo>
                  <a:pt x="338" y="295"/>
                </a:lnTo>
                <a:lnTo>
                  <a:pt x="338" y="296"/>
                </a:lnTo>
                <a:lnTo>
                  <a:pt x="337" y="297"/>
                </a:lnTo>
                <a:lnTo>
                  <a:pt x="337" y="299"/>
                </a:lnTo>
                <a:lnTo>
                  <a:pt x="338" y="300"/>
                </a:lnTo>
                <a:lnTo>
                  <a:pt x="339" y="300"/>
                </a:lnTo>
                <a:lnTo>
                  <a:pt x="340" y="300"/>
                </a:lnTo>
                <a:lnTo>
                  <a:pt x="342" y="300"/>
                </a:lnTo>
                <a:lnTo>
                  <a:pt x="342" y="301"/>
                </a:lnTo>
                <a:lnTo>
                  <a:pt x="342" y="302"/>
                </a:lnTo>
                <a:lnTo>
                  <a:pt x="343" y="302"/>
                </a:lnTo>
                <a:lnTo>
                  <a:pt x="344" y="303"/>
                </a:lnTo>
                <a:lnTo>
                  <a:pt x="345" y="303"/>
                </a:lnTo>
                <a:lnTo>
                  <a:pt x="344" y="304"/>
                </a:lnTo>
                <a:lnTo>
                  <a:pt x="344" y="305"/>
                </a:lnTo>
                <a:lnTo>
                  <a:pt x="345" y="305"/>
                </a:lnTo>
                <a:lnTo>
                  <a:pt x="344" y="306"/>
                </a:lnTo>
                <a:lnTo>
                  <a:pt x="344" y="307"/>
                </a:lnTo>
                <a:lnTo>
                  <a:pt x="343" y="307"/>
                </a:lnTo>
                <a:lnTo>
                  <a:pt x="342" y="307"/>
                </a:lnTo>
                <a:lnTo>
                  <a:pt x="341" y="307"/>
                </a:lnTo>
                <a:lnTo>
                  <a:pt x="341" y="308"/>
                </a:lnTo>
                <a:lnTo>
                  <a:pt x="340" y="308"/>
                </a:lnTo>
                <a:lnTo>
                  <a:pt x="340" y="310"/>
                </a:lnTo>
                <a:lnTo>
                  <a:pt x="340" y="311"/>
                </a:lnTo>
                <a:lnTo>
                  <a:pt x="341" y="311"/>
                </a:lnTo>
                <a:lnTo>
                  <a:pt x="341" y="310"/>
                </a:lnTo>
                <a:lnTo>
                  <a:pt x="342" y="310"/>
                </a:lnTo>
                <a:lnTo>
                  <a:pt x="343" y="310"/>
                </a:lnTo>
                <a:lnTo>
                  <a:pt x="344" y="310"/>
                </a:lnTo>
                <a:lnTo>
                  <a:pt x="344" y="309"/>
                </a:lnTo>
                <a:lnTo>
                  <a:pt x="345" y="309"/>
                </a:lnTo>
                <a:lnTo>
                  <a:pt x="346" y="309"/>
                </a:lnTo>
                <a:lnTo>
                  <a:pt x="346" y="310"/>
                </a:lnTo>
                <a:lnTo>
                  <a:pt x="347" y="310"/>
                </a:lnTo>
                <a:lnTo>
                  <a:pt x="348" y="310"/>
                </a:lnTo>
                <a:lnTo>
                  <a:pt x="349" y="311"/>
                </a:lnTo>
                <a:lnTo>
                  <a:pt x="350" y="311"/>
                </a:lnTo>
                <a:lnTo>
                  <a:pt x="350" y="310"/>
                </a:lnTo>
                <a:lnTo>
                  <a:pt x="350" y="311"/>
                </a:lnTo>
                <a:lnTo>
                  <a:pt x="351" y="311"/>
                </a:lnTo>
                <a:lnTo>
                  <a:pt x="351" y="312"/>
                </a:lnTo>
                <a:lnTo>
                  <a:pt x="352" y="312"/>
                </a:lnTo>
                <a:lnTo>
                  <a:pt x="353" y="314"/>
                </a:lnTo>
                <a:lnTo>
                  <a:pt x="353" y="315"/>
                </a:lnTo>
                <a:lnTo>
                  <a:pt x="353" y="317"/>
                </a:lnTo>
                <a:lnTo>
                  <a:pt x="353" y="318"/>
                </a:lnTo>
                <a:lnTo>
                  <a:pt x="352" y="318"/>
                </a:lnTo>
                <a:lnTo>
                  <a:pt x="351" y="318"/>
                </a:lnTo>
                <a:lnTo>
                  <a:pt x="351" y="319"/>
                </a:lnTo>
                <a:lnTo>
                  <a:pt x="351" y="320"/>
                </a:lnTo>
                <a:lnTo>
                  <a:pt x="350" y="320"/>
                </a:lnTo>
                <a:lnTo>
                  <a:pt x="351" y="320"/>
                </a:lnTo>
                <a:lnTo>
                  <a:pt x="351" y="321"/>
                </a:lnTo>
                <a:lnTo>
                  <a:pt x="352" y="321"/>
                </a:lnTo>
                <a:lnTo>
                  <a:pt x="352" y="322"/>
                </a:lnTo>
                <a:lnTo>
                  <a:pt x="351" y="323"/>
                </a:lnTo>
                <a:lnTo>
                  <a:pt x="351" y="324"/>
                </a:lnTo>
                <a:lnTo>
                  <a:pt x="350" y="324"/>
                </a:lnTo>
                <a:lnTo>
                  <a:pt x="350" y="325"/>
                </a:lnTo>
                <a:lnTo>
                  <a:pt x="349" y="325"/>
                </a:lnTo>
                <a:lnTo>
                  <a:pt x="349" y="326"/>
                </a:lnTo>
                <a:lnTo>
                  <a:pt x="349" y="327"/>
                </a:lnTo>
                <a:lnTo>
                  <a:pt x="349" y="328"/>
                </a:lnTo>
                <a:lnTo>
                  <a:pt x="348" y="328"/>
                </a:lnTo>
                <a:lnTo>
                  <a:pt x="348" y="329"/>
                </a:lnTo>
                <a:lnTo>
                  <a:pt x="347" y="329"/>
                </a:lnTo>
                <a:lnTo>
                  <a:pt x="347" y="330"/>
                </a:lnTo>
                <a:lnTo>
                  <a:pt x="347" y="331"/>
                </a:lnTo>
                <a:lnTo>
                  <a:pt x="346" y="331"/>
                </a:lnTo>
                <a:lnTo>
                  <a:pt x="345" y="332"/>
                </a:lnTo>
                <a:lnTo>
                  <a:pt x="345" y="333"/>
                </a:lnTo>
                <a:lnTo>
                  <a:pt x="344" y="334"/>
                </a:lnTo>
                <a:lnTo>
                  <a:pt x="343" y="335"/>
                </a:lnTo>
                <a:lnTo>
                  <a:pt x="343" y="336"/>
                </a:lnTo>
                <a:lnTo>
                  <a:pt x="344" y="336"/>
                </a:lnTo>
                <a:lnTo>
                  <a:pt x="344" y="337"/>
                </a:lnTo>
                <a:lnTo>
                  <a:pt x="343" y="338"/>
                </a:lnTo>
                <a:lnTo>
                  <a:pt x="343" y="339"/>
                </a:lnTo>
                <a:lnTo>
                  <a:pt x="342" y="340"/>
                </a:lnTo>
                <a:lnTo>
                  <a:pt x="342" y="341"/>
                </a:lnTo>
                <a:lnTo>
                  <a:pt x="341" y="341"/>
                </a:lnTo>
                <a:lnTo>
                  <a:pt x="340" y="340"/>
                </a:lnTo>
                <a:lnTo>
                  <a:pt x="340" y="341"/>
                </a:lnTo>
                <a:lnTo>
                  <a:pt x="338" y="342"/>
                </a:lnTo>
                <a:lnTo>
                  <a:pt x="338" y="343"/>
                </a:lnTo>
                <a:lnTo>
                  <a:pt x="337" y="344"/>
                </a:lnTo>
                <a:lnTo>
                  <a:pt x="336" y="345"/>
                </a:lnTo>
                <a:lnTo>
                  <a:pt x="337" y="346"/>
                </a:lnTo>
                <a:lnTo>
                  <a:pt x="336" y="346"/>
                </a:lnTo>
                <a:lnTo>
                  <a:pt x="336" y="347"/>
                </a:lnTo>
                <a:lnTo>
                  <a:pt x="337" y="347"/>
                </a:lnTo>
                <a:lnTo>
                  <a:pt x="337" y="348"/>
                </a:lnTo>
                <a:lnTo>
                  <a:pt x="336" y="348"/>
                </a:lnTo>
                <a:lnTo>
                  <a:pt x="336" y="349"/>
                </a:lnTo>
                <a:lnTo>
                  <a:pt x="335" y="349"/>
                </a:lnTo>
                <a:lnTo>
                  <a:pt x="335" y="348"/>
                </a:lnTo>
                <a:lnTo>
                  <a:pt x="334" y="348"/>
                </a:lnTo>
                <a:lnTo>
                  <a:pt x="333" y="348"/>
                </a:lnTo>
                <a:lnTo>
                  <a:pt x="333" y="349"/>
                </a:lnTo>
                <a:lnTo>
                  <a:pt x="333" y="350"/>
                </a:lnTo>
                <a:lnTo>
                  <a:pt x="332" y="351"/>
                </a:lnTo>
                <a:lnTo>
                  <a:pt x="331" y="351"/>
                </a:lnTo>
                <a:lnTo>
                  <a:pt x="331" y="352"/>
                </a:lnTo>
                <a:lnTo>
                  <a:pt x="331" y="355"/>
                </a:lnTo>
                <a:lnTo>
                  <a:pt x="330" y="355"/>
                </a:lnTo>
                <a:lnTo>
                  <a:pt x="330" y="356"/>
                </a:lnTo>
                <a:lnTo>
                  <a:pt x="330" y="357"/>
                </a:lnTo>
                <a:lnTo>
                  <a:pt x="330" y="358"/>
                </a:lnTo>
                <a:lnTo>
                  <a:pt x="328" y="361"/>
                </a:lnTo>
                <a:lnTo>
                  <a:pt x="326" y="364"/>
                </a:lnTo>
                <a:lnTo>
                  <a:pt x="326" y="365"/>
                </a:lnTo>
                <a:lnTo>
                  <a:pt x="325" y="366"/>
                </a:lnTo>
                <a:lnTo>
                  <a:pt x="322" y="366"/>
                </a:lnTo>
                <a:lnTo>
                  <a:pt x="322" y="367"/>
                </a:lnTo>
                <a:lnTo>
                  <a:pt x="321" y="368"/>
                </a:lnTo>
                <a:lnTo>
                  <a:pt x="320" y="367"/>
                </a:lnTo>
                <a:lnTo>
                  <a:pt x="320" y="368"/>
                </a:lnTo>
                <a:lnTo>
                  <a:pt x="319" y="368"/>
                </a:lnTo>
                <a:lnTo>
                  <a:pt x="319" y="369"/>
                </a:lnTo>
                <a:lnTo>
                  <a:pt x="319" y="370"/>
                </a:lnTo>
                <a:lnTo>
                  <a:pt x="319" y="371"/>
                </a:lnTo>
                <a:lnTo>
                  <a:pt x="319" y="373"/>
                </a:lnTo>
                <a:lnTo>
                  <a:pt x="319" y="374"/>
                </a:lnTo>
                <a:lnTo>
                  <a:pt x="318" y="374"/>
                </a:lnTo>
                <a:lnTo>
                  <a:pt x="318" y="375"/>
                </a:lnTo>
                <a:lnTo>
                  <a:pt x="318" y="376"/>
                </a:lnTo>
                <a:lnTo>
                  <a:pt x="319" y="377"/>
                </a:lnTo>
                <a:lnTo>
                  <a:pt x="320" y="378"/>
                </a:lnTo>
                <a:lnTo>
                  <a:pt x="320" y="377"/>
                </a:lnTo>
                <a:lnTo>
                  <a:pt x="320" y="378"/>
                </a:lnTo>
                <a:lnTo>
                  <a:pt x="321" y="378"/>
                </a:lnTo>
                <a:lnTo>
                  <a:pt x="320" y="379"/>
                </a:lnTo>
                <a:lnTo>
                  <a:pt x="320" y="380"/>
                </a:lnTo>
                <a:lnTo>
                  <a:pt x="319" y="381"/>
                </a:lnTo>
                <a:lnTo>
                  <a:pt x="319" y="382"/>
                </a:lnTo>
                <a:lnTo>
                  <a:pt x="318" y="382"/>
                </a:lnTo>
                <a:lnTo>
                  <a:pt x="319" y="382"/>
                </a:lnTo>
                <a:lnTo>
                  <a:pt x="319" y="383"/>
                </a:lnTo>
                <a:lnTo>
                  <a:pt x="320" y="383"/>
                </a:lnTo>
                <a:lnTo>
                  <a:pt x="321" y="384"/>
                </a:lnTo>
                <a:lnTo>
                  <a:pt x="320" y="385"/>
                </a:lnTo>
                <a:lnTo>
                  <a:pt x="319" y="387"/>
                </a:lnTo>
                <a:lnTo>
                  <a:pt x="318" y="387"/>
                </a:lnTo>
                <a:lnTo>
                  <a:pt x="318" y="388"/>
                </a:lnTo>
                <a:lnTo>
                  <a:pt x="319" y="390"/>
                </a:lnTo>
                <a:lnTo>
                  <a:pt x="320" y="392"/>
                </a:lnTo>
                <a:lnTo>
                  <a:pt x="320" y="393"/>
                </a:lnTo>
                <a:lnTo>
                  <a:pt x="321" y="395"/>
                </a:lnTo>
                <a:lnTo>
                  <a:pt x="321" y="396"/>
                </a:lnTo>
                <a:lnTo>
                  <a:pt x="321" y="397"/>
                </a:lnTo>
                <a:lnTo>
                  <a:pt x="320" y="397"/>
                </a:lnTo>
                <a:lnTo>
                  <a:pt x="318" y="398"/>
                </a:lnTo>
                <a:lnTo>
                  <a:pt x="317" y="398"/>
                </a:lnTo>
                <a:lnTo>
                  <a:pt x="317" y="399"/>
                </a:lnTo>
                <a:lnTo>
                  <a:pt x="316" y="399"/>
                </a:lnTo>
                <a:lnTo>
                  <a:pt x="315" y="398"/>
                </a:lnTo>
                <a:lnTo>
                  <a:pt x="315" y="397"/>
                </a:lnTo>
                <a:lnTo>
                  <a:pt x="315" y="396"/>
                </a:lnTo>
                <a:lnTo>
                  <a:pt x="315" y="395"/>
                </a:lnTo>
                <a:lnTo>
                  <a:pt x="313" y="395"/>
                </a:lnTo>
                <a:lnTo>
                  <a:pt x="312" y="395"/>
                </a:lnTo>
                <a:lnTo>
                  <a:pt x="312" y="396"/>
                </a:lnTo>
                <a:lnTo>
                  <a:pt x="311" y="397"/>
                </a:lnTo>
                <a:lnTo>
                  <a:pt x="310" y="398"/>
                </a:lnTo>
                <a:lnTo>
                  <a:pt x="310" y="399"/>
                </a:lnTo>
                <a:lnTo>
                  <a:pt x="310" y="401"/>
                </a:lnTo>
                <a:lnTo>
                  <a:pt x="311" y="401"/>
                </a:lnTo>
                <a:lnTo>
                  <a:pt x="310" y="403"/>
                </a:lnTo>
                <a:lnTo>
                  <a:pt x="310" y="404"/>
                </a:lnTo>
                <a:lnTo>
                  <a:pt x="310" y="405"/>
                </a:lnTo>
                <a:lnTo>
                  <a:pt x="309" y="405"/>
                </a:lnTo>
                <a:lnTo>
                  <a:pt x="307" y="406"/>
                </a:lnTo>
                <a:lnTo>
                  <a:pt x="305" y="408"/>
                </a:lnTo>
                <a:lnTo>
                  <a:pt x="303" y="409"/>
                </a:lnTo>
                <a:lnTo>
                  <a:pt x="302" y="409"/>
                </a:lnTo>
                <a:lnTo>
                  <a:pt x="302" y="408"/>
                </a:lnTo>
                <a:lnTo>
                  <a:pt x="301" y="408"/>
                </a:lnTo>
                <a:lnTo>
                  <a:pt x="302" y="408"/>
                </a:lnTo>
                <a:lnTo>
                  <a:pt x="301" y="408"/>
                </a:lnTo>
                <a:lnTo>
                  <a:pt x="298" y="409"/>
                </a:lnTo>
                <a:lnTo>
                  <a:pt x="298" y="410"/>
                </a:lnTo>
                <a:lnTo>
                  <a:pt x="297" y="411"/>
                </a:lnTo>
                <a:lnTo>
                  <a:pt x="296" y="411"/>
                </a:lnTo>
                <a:lnTo>
                  <a:pt x="295" y="410"/>
                </a:lnTo>
                <a:lnTo>
                  <a:pt x="294" y="410"/>
                </a:lnTo>
                <a:lnTo>
                  <a:pt x="293" y="410"/>
                </a:lnTo>
                <a:lnTo>
                  <a:pt x="291" y="412"/>
                </a:lnTo>
                <a:lnTo>
                  <a:pt x="291" y="413"/>
                </a:lnTo>
                <a:lnTo>
                  <a:pt x="292" y="414"/>
                </a:lnTo>
                <a:lnTo>
                  <a:pt x="293" y="414"/>
                </a:lnTo>
                <a:lnTo>
                  <a:pt x="294" y="413"/>
                </a:lnTo>
                <a:lnTo>
                  <a:pt x="295" y="413"/>
                </a:lnTo>
                <a:lnTo>
                  <a:pt x="296" y="414"/>
                </a:lnTo>
                <a:lnTo>
                  <a:pt x="296" y="415"/>
                </a:lnTo>
                <a:lnTo>
                  <a:pt x="294" y="417"/>
                </a:lnTo>
                <a:lnTo>
                  <a:pt x="293" y="418"/>
                </a:lnTo>
                <a:lnTo>
                  <a:pt x="292" y="418"/>
                </a:lnTo>
                <a:lnTo>
                  <a:pt x="292" y="419"/>
                </a:lnTo>
                <a:lnTo>
                  <a:pt x="293" y="420"/>
                </a:lnTo>
                <a:lnTo>
                  <a:pt x="293" y="421"/>
                </a:lnTo>
                <a:lnTo>
                  <a:pt x="297" y="422"/>
                </a:lnTo>
                <a:lnTo>
                  <a:pt x="298" y="422"/>
                </a:lnTo>
                <a:lnTo>
                  <a:pt x="299" y="422"/>
                </a:lnTo>
                <a:lnTo>
                  <a:pt x="299" y="423"/>
                </a:lnTo>
                <a:lnTo>
                  <a:pt x="298" y="424"/>
                </a:lnTo>
                <a:lnTo>
                  <a:pt x="298" y="425"/>
                </a:lnTo>
                <a:lnTo>
                  <a:pt x="299" y="426"/>
                </a:lnTo>
                <a:lnTo>
                  <a:pt x="301" y="427"/>
                </a:lnTo>
                <a:lnTo>
                  <a:pt x="303" y="428"/>
                </a:lnTo>
                <a:lnTo>
                  <a:pt x="303" y="430"/>
                </a:lnTo>
                <a:lnTo>
                  <a:pt x="302" y="430"/>
                </a:lnTo>
                <a:lnTo>
                  <a:pt x="301" y="430"/>
                </a:lnTo>
                <a:lnTo>
                  <a:pt x="299" y="430"/>
                </a:lnTo>
                <a:lnTo>
                  <a:pt x="298" y="431"/>
                </a:lnTo>
                <a:lnTo>
                  <a:pt x="299" y="431"/>
                </a:lnTo>
                <a:lnTo>
                  <a:pt x="300" y="431"/>
                </a:lnTo>
                <a:lnTo>
                  <a:pt x="300" y="432"/>
                </a:lnTo>
                <a:lnTo>
                  <a:pt x="300" y="434"/>
                </a:lnTo>
                <a:lnTo>
                  <a:pt x="299" y="435"/>
                </a:lnTo>
                <a:lnTo>
                  <a:pt x="300" y="435"/>
                </a:lnTo>
                <a:lnTo>
                  <a:pt x="302" y="436"/>
                </a:lnTo>
                <a:lnTo>
                  <a:pt x="302" y="437"/>
                </a:lnTo>
                <a:lnTo>
                  <a:pt x="302" y="439"/>
                </a:lnTo>
                <a:lnTo>
                  <a:pt x="303" y="439"/>
                </a:lnTo>
                <a:lnTo>
                  <a:pt x="304" y="439"/>
                </a:lnTo>
                <a:lnTo>
                  <a:pt x="305" y="439"/>
                </a:lnTo>
                <a:lnTo>
                  <a:pt x="306" y="439"/>
                </a:lnTo>
                <a:lnTo>
                  <a:pt x="307" y="440"/>
                </a:lnTo>
                <a:lnTo>
                  <a:pt x="309" y="442"/>
                </a:lnTo>
                <a:lnTo>
                  <a:pt x="311" y="442"/>
                </a:lnTo>
                <a:lnTo>
                  <a:pt x="312" y="442"/>
                </a:lnTo>
                <a:lnTo>
                  <a:pt x="313" y="442"/>
                </a:lnTo>
                <a:lnTo>
                  <a:pt x="314" y="442"/>
                </a:lnTo>
                <a:lnTo>
                  <a:pt x="314" y="444"/>
                </a:lnTo>
                <a:lnTo>
                  <a:pt x="315" y="445"/>
                </a:lnTo>
                <a:lnTo>
                  <a:pt x="315" y="447"/>
                </a:lnTo>
                <a:lnTo>
                  <a:pt x="316" y="447"/>
                </a:lnTo>
                <a:lnTo>
                  <a:pt x="317" y="448"/>
                </a:lnTo>
                <a:lnTo>
                  <a:pt x="316" y="448"/>
                </a:lnTo>
                <a:lnTo>
                  <a:pt x="316" y="449"/>
                </a:lnTo>
                <a:lnTo>
                  <a:pt x="315" y="451"/>
                </a:lnTo>
                <a:lnTo>
                  <a:pt x="316" y="452"/>
                </a:lnTo>
                <a:lnTo>
                  <a:pt x="316" y="453"/>
                </a:lnTo>
                <a:lnTo>
                  <a:pt x="315" y="454"/>
                </a:lnTo>
                <a:lnTo>
                  <a:pt x="314" y="455"/>
                </a:lnTo>
                <a:lnTo>
                  <a:pt x="313" y="455"/>
                </a:lnTo>
                <a:lnTo>
                  <a:pt x="314" y="457"/>
                </a:lnTo>
                <a:lnTo>
                  <a:pt x="314" y="458"/>
                </a:lnTo>
                <a:lnTo>
                  <a:pt x="314" y="459"/>
                </a:lnTo>
                <a:lnTo>
                  <a:pt x="313" y="459"/>
                </a:lnTo>
                <a:lnTo>
                  <a:pt x="312" y="460"/>
                </a:lnTo>
                <a:lnTo>
                  <a:pt x="313" y="460"/>
                </a:lnTo>
                <a:lnTo>
                  <a:pt x="312" y="462"/>
                </a:lnTo>
                <a:lnTo>
                  <a:pt x="312" y="464"/>
                </a:lnTo>
                <a:lnTo>
                  <a:pt x="313" y="464"/>
                </a:lnTo>
                <a:lnTo>
                  <a:pt x="313" y="465"/>
                </a:lnTo>
                <a:lnTo>
                  <a:pt x="312" y="465"/>
                </a:lnTo>
                <a:lnTo>
                  <a:pt x="311" y="466"/>
                </a:lnTo>
                <a:lnTo>
                  <a:pt x="312" y="466"/>
                </a:lnTo>
                <a:lnTo>
                  <a:pt x="312" y="467"/>
                </a:lnTo>
                <a:lnTo>
                  <a:pt x="310" y="468"/>
                </a:lnTo>
                <a:lnTo>
                  <a:pt x="309" y="468"/>
                </a:lnTo>
                <a:lnTo>
                  <a:pt x="308" y="468"/>
                </a:lnTo>
                <a:lnTo>
                  <a:pt x="309" y="469"/>
                </a:lnTo>
                <a:lnTo>
                  <a:pt x="310" y="469"/>
                </a:lnTo>
                <a:lnTo>
                  <a:pt x="311" y="469"/>
                </a:lnTo>
                <a:lnTo>
                  <a:pt x="312" y="470"/>
                </a:lnTo>
                <a:lnTo>
                  <a:pt x="313" y="470"/>
                </a:lnTo>
                <a:lnTo>
                  <a:pt x="313" y="471"/>
                </a:lnTo>
                <a:lnTo>
                  <a:pt x="314" y="472"/>
                </a:lnTo>
                <a:lnTo>
                  <a:pt x="313" y="473"/>
                </a:lnTo>
                <a:lnTo>
                  <a:pt x="312" y="473"/>
                </a:lnTo>
                <a:lnTo>
                  <a:pt x="311" y="473"/>
                </a:lnTo>
                <a:lnTo>
                  <a:pt x="310" y="473"/>
                </a:lnTo>
                <a:lnTo>
                  <a:pt x="310" y="474"/>
                </a:lnTo>
                <a:lnTo>
                  <a:pt x="311" y="476"/>
                </a:lnTo>
                <a:lnTo>
                  <a:pt x="311" y="478"/>
                </a:lnTo>
                <a:lnTo>
                  <a:pt x="311" y="479"/>
                </a:lnTo>
                <a:lnTo>
                  <a:pt x="311" y="480"/>
                </a:lnTo>
                <a:lnTo>
                  <a:pt x="310" y="480"/>
                </a:lnTo>
                <a:lnTo>
                  <a:pt x="310" y="481"/>
                </a:lnTo>
                <a:lnTo>
                  <a:pt x="309" y="481"/>
                </a:lnTo>
                <a:lnTo>
                  <a:pt x="309" y="482"/>
                </a:lnTo>
                <a:lnTo>
                  <a:pt x="309" y="483"/>
                </a:lnTo>
                <a:lnTo>
                  <a:pt x="310" y="483"/>
                </a:lnTo>
                <a:lnTo>
                  <a:pt x="311" y="483"/>
                </a:lnTo>
                <a:lnTo>
                  <a:pt x="312" y="483"/>
                </a:lnTo>
                <a:lnTo>
                  <a:pt x="313" y="483"/>
                </a:lnTo>
                <a:lnTo>
                  <a:pt x="313" y="484"/>
                </a:lnTo>
                <a:lnTo>
                  <a:pt x="312" y="485"/>
                </a:lnTo>
                <a:lnTo>
                  <a:pt x="313" y="486"/>
                </a:lnTo>
                <a:lnTo>
                  <a:pt x="313" y="487"/>
                </a:lnTo>
                <a:lnTo>
                  <a:pt x="312" y="487"/>
                </a:lnTo>
                <a:lnTo>
                  <a:pt x="311" y="487"/>
                </a:lnTo>
                <a:lnTo>
                  <a:pt x="310" y="487"/>
                </a:lnTo>
                <a:lnTo>
                  <a:pt x="309" y="487"/>
                </a:lnTo>
                <a:lnTo>
                  <a:pt x="308" y="486"/>
                </a:lnTo>
                <a:lnTo>
                  <a:pt x="308" y="487"/>
                </a:lnTo>
                <a:lnTo>
                  <a:pt x="307" y="487"/>
                </a:lnTo>
                <a:lnTo>
                  <a:pt x="306" y="487"/>
                </a:lnTo>
                <a:lnTo>
                  <a:pt x="306" y="488"/>
                </a:lnTo>
                <a:lnTo>
                  <a:pt x="307" y="488"/>
                </a:lnTo>
                <a:lnTo>
                  <a:pt x="307" y="489"/>
                </a:lnTo>
                <a:lnTo>
                  <a:pt x="308" y="489"/>
                </a:lnTo>
                <a:lnTo>
                  <a:pt x="308" y="490"/>
                </a:lnTo>
                <a:lnTo>
                  <a:pt x="308" y="491"/>
                </a:lnTo>
                <a:lnTo>
                  <a:pt x="309" y="491"/>
                </a:lnTo>
                <a:lnTo>
                  <a:pt x="309" y="493"/>
                </a:lnTo>
                <a:lnTo>
                  <a:pt x="308" y="493"/>
                </a:lnTo>
                <a:lnTo>
                  <a:pt x="307" y="493"/>
                </a:lnTo>
                <a:lnTo>
                  <a:pt x="307" y="494"/>
                </a:lnTo>
                <a:lnTo>
                  <a:pt x="308" y="494"/>
                </a:lnTo>
                <a:lnTo>
                  <a:pt x="308" y="495"/>
                </a:lnTo>
                <a:lnTo>
                  <a:pt x="308" y="496"/>
                </a:lnTo>
                <a:lnTo>
                  <a:pt x="308" y="497"/>
                </a:lnTo>
                <a:lnTo>
                  <a:pt x="308" y="498"/>
                </a:lnTo>
                <a:lnTo>
                  <a:pt x="307" y="498"/>
                </a:lnTo>
                <a:lnTo>
                  <a:pt x="307" y="499"/>
                </a:lnTo>
                <a:lnTo>
                  <a:pt x="307" y="500"/>
                </a:lnTo>
                <a:lnTo>
                  <a:pt x="308" y="501"/>
                </a:lnTo>
                <a:lnTo>
                  <a:pt x="308" y="500"/>
                </a:lnTo>
                <a:lnTo>
                  <a:pt x="309" y="501"/>
                </a:lnTo>
                <a:lnTo>
                  <a:pt x="309" y="502"/>
                </a:lnTo>
                <a:lnTo>
                  <a:pt x="309" y="503"/>
                </a:lnTo>
                <a:lnTo>
                  <a:pt x="308" y="503"/>
                </a:lnTo>
                <a:lnTo>
                  <a:pt x="308" y="504"/>
                </a:lnTo>
                <a:lnTo>
                  <a:pt x="307" y="504"/>
                </a:lnTo>
                <a:lnTo>
                  <a:pt x="307" y="503"/>
                </a:lnTo>
                <a:lnTo>
                  <a:pt x="306" y="503"/>
                </a:lnTo>
                <a:lnTo>
                  <a:pt x="305" y="503"/>
                </a:lnTo>
                <a:lnTo>
                  <a:pt x="304" y="504"/>
                </a:lnTo>
                <a:lnTo>
                  <a:pt x="303" y="504"/>
                </a:lnTo>
                <a:lnTo>
                  <a:pt x="303" y="503"/>
                </a:lnTo>
                <a:lnTo>
                  <a:pt x="302" y="503"/>
                </a:lnTo>
                <a:lnTo>
                  <a:pt x="302" y="504"/>
                </a:lnTo>
                <a:lnTo>
                  <a:pt x="303" y="505"/>
                </a:lnTo>
                <a:lnTo>
                  <a:pt x="302" y="505"/>
                </a:lnTo>
                <a:lnTo>
                  <a:pt x="302" y="506"/>
                </a:lnTo>
                <a:lnTo>
                  <a:pt x="303" y="506"/>
                </a:lnTo>
                <a:lnTo>
                  <a:pt x="304" y="506"/>
                </a:lnTo>
                <a:lnTo>
                  <a:pt x="304" y="507"/>
                </a:lnTo>
                <a:lnTo>
                  <a:pt x="303" y="507"/>
                </a:lnTo>
                <a:lnTo>
                  <a:pt x="302" y="507"/>
                </a:lnTo>
                <a:lnTo>
                  <a:pt x="302" y="508"/>
                </a:lnTo>
                <a:lnTo>
                  <a:pt x="303" y="508"/>
                </a:lnTo>
                <a:lnTo>
                  <a:pt x="304" y="509"/>
                </a:lnTo>
                <a:lnTo>
                  <a:pt x="304" y="510"/>
                </a:lnTo>
                <a:lnTo>
                  <a:pt x="303" y="511"/>
                </a:lnTo>
                <a:lnTo>
                  <a:pt x="303" y="512"/>
                </a:lnTo>
                <a:lnTo>
                  <a:pt x="303" y="513"/>
                </a:lnTo>
                <a:lnTo>
                  <a:pt x="303" y="514"/>
                </a:lnTo>
                <a:lnTo>
                  <a:pt x="304" y="514"/>
                </a:lnTo>
                <a:lnTo>
                  <a:pt x="304" y="515"/>
                </a:lnTo>
                <a:lnTo>
                  <a:pt x="303" y="515"/>
                </a:lnTo>
                <a:lnTo>
                  <a:pt x="304" y="515"/>
                </a:lnTo>
                <a:lnTo>
                  <a:pt x="304" y="516"/>
                </a:lnTo>
                <a:lnTo>
                  <a:pt x="304" y="517"/>
                </a:lnTo>
                <a:lnTo>
                  <a:pt x="303" y="517"/>
                </a:lnTo>
                <a:lnTo>
                  <a:pt x="304" y="518"/>
                </a:lnTo>
                <a:lnTo>
                  <a:pt x="305" y="518"/>
                </a:lnTo>
                <a:lnTo>
                  <a:pt x="306" y="519"/>
                </a:lnTo>
                <a:lnTo>
                  <a:pt x="305" y="520"/>
                </a:lnTo>
                <a:lnTo>
                  <a:pt x="306" y="521"/>
                </a:lnTo>
                <a:lnTo>
                  <a:pt x="306" y="522"/>
                </a:lnTo>
                <a:lnTo>
                  <a:pt x="306" y="523"/>
                </a:lnTo>
                <a:lnTo>
                  <a:pt x="305" y="523"/>
                </a:lnTo>
                <a:lnTo>
                  <a:pt x="304" y="523"/>
                </a:lnTo>
                <a:lnTo>
                  <a:pt x="303" y="523"/>
                </a:lnTo>
                <a:lnTo>
                  <a:pt x="302" y="523"/>
                </a:lnTo>
                <a:lnTo>
                  <a:pt x="301" y="523"/>
                </a:lnTo>
                <a:lnTo>
                  <a:pt x="300" y="522"/>
                </a:lnTo>
                <a:lnTo>
                  <a:pt x="300" y="521"/>
                </a:lnTo>
                <a:lnTo>
                  <a:pt x="299" y="521"/>
                </a:lnTo>
                <a:lnTo>
                  <a:pt x="299" y="522"/>
                </a:lnTo>
                <a:lnTo>
                  <a:pt x="299" y="523"/>
                </a:lnTo>
                <a:lnTo>
                  <a:pt x="299" y="524"/>
                </a:lnTo>
                <a:lnTo>
                  <a:pt x="300" y="524"/>
                </a:lnTo>
                <a:lnTo>
                  <a:pt x="299" y="525"/>
                </a:lnTo>
                <a:lnTo>
                  <a:pt x="298" y="526"/>
                </a:lnTo>
                <a:lnTo>
                  <a:pt x="298" y="527"/>
                </a:lnTo>
                <a:lnTo>
                  <a:pt x="297" y="527"/>
                </a:lnTo>
                <a:lnTo>
                  <a:pt x="296" y="528"/>
                </a:lnTo>
                <a:lnTo>
                  <a:pt x="296" y="529"/>
                </a:lnTo>
                <a:lnTo>
                  <a:pt x="295" y="529"/>
                </a:lnTo>
                <a:lnTo>
                  <a:pt x="295" y="530"/>
                </a:lnTo>
                <a:lnTo>
                  <a:pt x="295" y="531"/>
                </a:lnTo>
                <a:lnTo>
                  <a:pt x="295" y="532"/>
                </a:lnTo>
                <a:lnTo>
                  <a:pt x="294" y="532"/>
                </a:lnTo>
                <a:lnTo>
                  <a:pt x="294" y="533"/>
                </a:lnTo>
                <a:lnTo>
                  <a:pt x="294" y="534"/>
                </a:lnTo>
                <a:lnTo>
                  <a:pt x="295" y="534"/>
                </a:lnTo>
                <a:lnTo>
                  <a:pt x="295" y="535"/>
                </a:lnTo>
                <a:lnTo>
                  <a:pt x="294" y="535"/>
                </a:lnTo>
                <a:lnTo>
                  <a:pt x="293" y="535"/>
                </a:lnTo>
                <a:lnTo>
                  <a:pt x="292" y="535"/>
                </a:lnTo>
                <a:lnTo>
                  <a:pt x="293" y="535"/>
                </a:lnTo>
                <a:lnTo>
                  <a:pt x="292" y="536"/>
                </a:lnTo>
                <a:lnTo>
                  <a:pt x="291" y="536"/>
                </a:lnTo>
                <a:lnTo>
                  <a:pt x="291" y="535"/>
                </a:lnTo>
                <a:lnTo>
                  <a:pt x="290" y="536"/>
                </a:lnTo>
                <a:lnTo>
                  <a:pt x="289" y="536"/>
                </a:lnTo>
                <a:lnTo>
                  <a:pt x="288" y="536"/>
                </a:lnTo>
                <a:lnTo>
                  <a:pt x="287" y="536"/>
                </a:lnTo>
                <a:lnTo>
                  <a:pt x="286" y="536"/>
                </a:lnTo>
                <a:lnTo>
                  <a:pt x="286" y="535"/>
                </a:lnTo>
                <a:lnTo>
                  <a:pt x="286" y="536"/>
                </a:lnTo>
                <a:lnTo>
                  <a:pt x="285" y="536"/>
                </a:lnTo>
                <a:lnTo>
                  <a:pt x="284" y="536"/>
                </a:lnTo>
                <a:lnTo>
                  <a:pt x="284" y="537"/>
                </a:lnTo>
                <a:lnTo>
                  <a:pt x="284" y="538"/>
                </a:lnTo>
                <a:lnTo>
                  <a:pt x="283" y="538"/>
                </a:lnTo>
                <a:lnTo>
                  <a:pt x="282" y="539"/>
                </a:lnTo>
                <a:lnTo>
                  <a:pt x="281" y="539"/>
                </a:lnTo>
                <a:lnTo>
                  <a:pt x="281" y="540"/>
                </a:lnTo>
                <a:lnTo>
                  <a:pt x="280" y="540"/>
                </a:lnTo>
                <a:lnTo>
                  <a:pt x="279" y="540"/>
                </a:lnTo>
                <a:lnTo>
                  <a:pt x="279" y="539"/>
                </a:lnTo>
                <a:lnTo>
                  <a:pt x="278" y="539"/>
                </a:lnTo>
                <a:lnTo>
                  <a:pt x="277" y="539"/>
                </a:lnTo>
                <a:lnTo>
                  <a:pt x="276" y="540"/>
                </a:lnTo>
                <a:lnTo>
                  <a:pt x="277" y="540"/>
                </a:lnTo>
                <a:lnTo>
                  <a:pt x="278" y="540"/>
                </a:lnTo>
                <a:lnTo>
                  <a:pt x="278" y="541"/>
                </a:lnTo>
                <a:lnTo>
                  <a:pt x="279" y="541"/>
                </a:lnTo>
                <a:lnTo>
                  <a:pt x="278" y="542"/>
                </a:lnTo>
                <a:lnTo>
                  <a:pt x="278" y="541"/>
                </a:lnTo>
                <a:lnTo>
                  <a:pt x="277" y="541"/>
                </a:lnTo>
                <a:lnTo>
                  <a:pt x="277" y="542"/>
                </a:lnTo>
                <a:lnTo>
                  <a:pt x="276" y="542"/>
                </a:lnTo>
                <a:lnTo>
                  <a:pt x="276" y="543"/>
                </a:lnTo>
                <a:lnTo>
                  <a:pt x="276" y="544"/>
                </a:lnTo>
                <a:lnTo>
                  <a:pt x="277" y="544"/>
                </a:lnTo>
                <a:lnTo>
                  <a:pt x="277" y="545"/>
                </a:lnTo>
                <a:lnTo>
                  <a:pt x="276" y="545"/>
                </a:lnTo>
                <a:lnTo>
                  <a:pt x="276" y="544"/>
                </a:lnTo>
                <a:lnTo>
                  <a:pt x="275" y="544"/>
                </a:lnTo>
                <a:lnTo>
                  <a:pt x="275" y="543"/>
                </a:lnTo>
                <a:lnTo>
                  <a:pt x="274" y="543"/>
                </a:lnTo>
                <a:lnTo>
                  <a:pt x="273" y="543"/>
                </a:lnTo>
                <a:lnTo>
                  <a:pt x="272" y="543"/>
                </a:lnTo>
                <a:lnTo>
                  <a:pt x="271" y="542"/>
                </a:lnTo>
                <a:lnTo>
                  <a:pt x="270" y="542"/>
                </a:lnTo>
                <a:lnTo>
                  <a:pt x="269" y="542"/>
                </a:lnTo>
                <a:lnTo>
                  <a:pt x="268" y="542"/>
                </a:lnTo>
                <a:lnTo>
                  <a:pt x="267" y="542"/>
                </a:lnTo>
                <a:lnTo>
                  <a:pt x="266" y="543"/>
                </a:lnTo>
                <a:lnTo>
                  <a:pt x="267" y="544"/>
                </a:lnTo>
                <a:lnTo>
                  <a:pt x="266" y="544"/>
                </a:lnTo>
                <a:lnTo>
                  <a:pt x="266" y="545"/>
                </a:lnTo>
                <a:lnTo>
                  <a:pt x="266" y="546"/>
                </a:lnTo>
                <a:lnTo>
                  <a:pt x="265" y="546"/>
                </a:lnTo>
                <a:lnTo>
                  <a:pt x="264" y="546"/>
                </a:lnTo>
                <a:lnTo>
                  <a:pt x="265" y="547"/>
                </a:lnTo>
                <a:lnTo>
                  <a:pt x="265" y="548"/>
                </a:lnTo>
                <a:lnTo>
                  <a:pt x="264" y="548"/>
                </a:lnTo>
                <a:lnTo>
                  <a:pt x="264" y="549"/>
                </a:lnTo>
                <a:lnTo>
                  <a:pt x="263" y="549"/>
                </a:lnTo>
                <a:lnTo>
                  <a:pt x="263" y="550"/>
                </a:lnTo>
                <a:lnTo>
                  <a:pt x="263" y="551"/>
                </a:lnTo>
                <a:lnTo>
                  <a:pt x="263" y="552"/>
                </a:lnTo>
                <a:lnTo>
                  <a:pt x="262" y="552"/>
                </a:lnTo>
                <a:lnTo>
                  <a:pt x="262" y="553"/>
                </a:lnTo>
                <a:lnTo>
                  <a:pt x="262" y="554"/>
                </a:lnTo>
                <a:lnTo>
                  <a:pt x="261" y="554"/>
                </a:lnTo>
                <a:lnTo>
                  <a:pt x="260" y="554"/>
                </a:lnTo>
                <a:lnTo>
                  <a:pt x="259" y="554"/>
                </a:lnTo>
                <a:lnTo>
                  <a:pt x="259" y="553"/>
                </a:lnTo>
                <a:lnTo>
                  <a:pt x="258" y="553"/>
                </a:lnTo>
                <a:lnTo>
                  <a:pt x="258" y="554"/>
                </a:lnTo>
                <a:lnTo>
                  <a:pt x="257" y="553"/>
                </a:lnTo>
                <a:lnTo>
                  <a:pt x="256" y="552"/>
                </a:lnTo>
                <a:lnTo>
                  <a:pt x="255" y="552"/>
                </a:lnTo>
                <a:lnTo>
                  <a:pt x="254" y="552"/>
                </a:lnTo>
                <a:lnTo>
                  <a:pt x="253" y="551"/>
                </a:lnTo>
                <a:lnTo>
                  <a:pt x="252" y="551"/>
                </a:lnTo>
                <a:lnTo>
                  <a:pt x="252" y="552"/>
                </a:lnTo>
                <a:lnTo>
                  <a:pt x="251" y="551"/>
                </a:lnTo>
                <a:lnTo>
                  <a:pt x="250" y="551"/>
                </a:lnTo>
                <a:lnTo>
                  <a:pt x="249" y="551"/>
                </a:lnTo>
                <a:lnTo>
                  <a:pt x="248" y="551"/>
                </a:lnTo>
                <a:lnTo>
                  <a:pt x="248" y="552"/>
                </a:lnTo>
                <a:lnTo>
                  <a:pt x="249" y="552"/>
                </a:lnTo>
                <a:lnTo>
                  <a:pt x="248" y="553"/>
                </a:lnTo>
                <a:lnTo>
                  <a:pt x="248" y="554"/>
                </a:lnTo>
                <a:lnTo>
                  <a:pt x="248" y="556"/>
                </a:lnTo>
                <a:lnTo>
                  <a:pt x="249" y="557"/>
                </a:lnTo>
                <a:lnTo>
                  <a:pt x="249" y="558"/>
                </a:lnTo>
                <a:lnTo>
                  <a:pt x="248" y="558"/>
                </a:lnTo>
                <a:lnTo>
                  <a:pt x="248" y="559"/>
                </a:lnTo>
                <a:lnTo>
                  <a:pt x="247" y="558"/>
                </a:lnTo>
                <a:lnTo>
                  <a:pt x="246" y="558"/>
                </a:lnTo>
                <a:lnTo>
                  <a:pt x="245" y="559"/>
                </a:lnTo>
                <a:lnTo>
                  <a:pt x="244" y="559"/>
                </a:lnTo>
                <a:lnTo>
                  <a:pt x="243" y="559"/>
                </a:lnTo>
                <a:lnTo>
                  <a:pt x="244" y="559"/>
                </a:lnTo>
                <a:lnTo>
                  <a:pt x="244" y="560"/>
                </a:lnTo>
                <a:lnTo>
                  <a:pt x="244" y="561"/>
                </a:lnTo>
                <a:lnTo>
                  <a:pt x="243" y="561"/>
                </a:lnTo>
                <a:lnTo>
                  <a:pt x="243" y="562"/>
                </a:lnTo>
                <a:lnTo>
                  <a:pt x="243" y="563"/>
                </a:lnTo>
                <a:lnTo>
                  <a:pt x="242" y="563"/>
                </a:lnTo>
                <a:lnTo>
                  <a:pt x="241" y="563"/>
                </a:lnTo>
                <a:lnTo>
                  <a:pt x="239" y="563"/>
                </a:lnTo>
                <a:lnTo>
                  <a:pt x="238" y="563"/>
                </a:lnTo>
                <a:lnTo>
                  <a:pt x="237" y="563"/>
                </a:lnTo>
                <a:lnTo>
                  <a:pt x="236" y="562"/>
                </a:lnTo>
                <a:lnTo>
                  <a:pt x="235" y="562"/>
                </a:lnTo>
                <a:lnTo>
                  <a:pt x="234" y="562"/>
                </a:lnTo>
                <a:lnTo>
                  <a:pt x="233" y="562"/>
                </a:lnTo>
                <a:lnTo>
                  <a:pt x="233" y="563"/>
                </a:lnTo>
                <a:lnTo>
                  <a:pt x="232" y="564"/>
                </a:lnTo>
                <a:lnTo>
                  <a:pt x="231" y="564"/>
                </a:lnTo>
                <a:lnTo>
                  <a:pt x="231" y="563"/>
                </a:lnTo>
                <a:lnTo>
                  <a:pt x="230" y="563"/>
                </a:lnTo>
                <a:lnTo>
                  <a:pt x="229" y="564"/>
                </a:lnTo>
                <a:lnTo>
                  <a:pt x="230" y="564"/>
                </a:lnTo>
                <a:lnTo>
                  <a:pt x="230" y="565"/>
                </a:lnTo>
                <a:lnTo>
                  <a:pt x="229" y="566"/>
                </a:lnTo>
                <a:lnTo>
                  <a:pt x="228" y="566"/>
                </a:lnTo>
                <a:lnTo>
                  <a:pt x="228" y="567"/>
                </a:lnTo>
                <a:lnTo>
                  <a:pt x="227" y="567"/>
                </a:lnTo>
                <a:lnTo>
                  <a:pt x="226" y="567"/>
                </a:lnTo>
                <a:lnTo>
                  <a:pt x="226" y="566"/>
                </a:lnTo>
                <a:lnTo>
                  <a:pt x="225" y="566"/>
                </a:lnTo>
                <a:lnTo>
                  <a:pt x="225" y="567"/>
                </a:lnTo>
                <a:lnTo>
                  <a:pt x="224" y="567"/>
                </a:lnTo>
                <a:lnTo>
                  <a:pt x="224" y="568"/>
                </a:lnTo>
                <a:lnTo>
                  <a:pt x="224" y="569"/>
                </a:lnTo>
                <a:lnTo>
                  <a:pt x="223" y="569"/>
                </a:lnTo>
                <a:lnTo>
                  <a:pt x="223" y="568"/>
                </a:lnTo>
                <a:lnTo>
                  <a:pt x="223" y="566"/>
                </a:lnTo>
                <a:lnTo>
                  <a:pt x="222" y="566"/>
                </a:lnTo>
                <a:lnTo>
                  <a:pt x="221" y="565"/>
                </a:lnTo>
                <a:lnTo>
                  <a:pt x="221" y="564"/>
                </a:lnTo>
                <a:lnTo>
                  <a:pt x="220" y="564"/>
                </a:lnTo>
                <a:lnTo>
                  <a:pt x="219" y="564"/>
                </a:lnTo>
                <a:lnTo>
                  <a:pt x="219" y="563"/>
                </a:lnTo>
                <a:lnTo>
                  <a:pt x="218" y="563"/>
                </a:lnTo>
                <a:lnTo>
                  <a:pt x="218" y="562"/>
                </a:lnTo>
                <a:lnTo>
                  <a:pt x="218" y="561"/>
                </a:lnTo>
                <a:lnTo>
                  <a:pt x="217" y="561"/>
                </a:lnTo>
                <a:lnTo>
                  <a:pt x="216" y="561"/>
                </a:lnTo>
                <a:lnTo>
                  <a:pt x="216" y="560"/>
                </a:lnTo>
                <a:lnTo>
                  <a:pt x="216" y="561"/>
                </a:lnTo>
                <a:lnTo>
                  <a:pt x="215" y="562"/>
                </a:lnTo>
                <a:lnTo>
                  <a:pt x="215" y="563"/>
                </a:lnTo>
                <a:lnTo>
                  <a:pt x="216" y="563"/>
                </a:lnTo>
                <a:lnTo>
                  <a:pt x="217" y="563"/>
                </a:lnTo>
                <a:lnTo>
                  <a:pt x="217" y="564"/>
                </a:lnTo>
                <a:lnTo>
                  <a:pt x="216" y="564"/>
                </a:lnTo>
                <a:lnTo>
                  <a:pt x="216" y="565"/>
                </a:lnTo>
                <a:lnTo>
                  <a:pt x="215" y="565"/>
                </a:lnTo>
                <a:lnTo>
                  <a:pt x="214" y="565"/>
                </a:lnTo>
                <a:lnTo>
                  <a:pt x="213" y="565"/>
                </a:lnTo>
                <a:lnTo>
                  <a:pt x="211" y="565"/>
                </a:lnTo>
                <a:lnTo>
                  <a:pt x="211" y="566"/>
                </a:lnTo>
                <a:lnTo>
                  <a:pt x="210" y="566"/>
                </a:lnTo>
                <a:lnTo>
                  <a:pt x="209" y="566"/>
                </a:lnTo>
                <a:lnTo>
                  <a:pt x="208" y="565"/>
                </a:lnTo>
                <a:lnTo>
                  <a:pt x="207" y="565"/>
                </a:lnTo>
                <a:lnTo>
                  <a:pt x="206" y="566"/>
                </a:lnTo>
                <a:lnTo>
                  <a:pt x="205" y="565"/>
                </a:lnTo>
                <a:lnTo>
                  <a:pt x="204" y="565"/>
                </a:lnTo>
                <a:lnTo>
                  <a:pt x="204" y="564"/>
                </a:lnTo>
                <a:lnTo>
                  <a:pt x="203" y="564"/>
                </a:lnTo>
                <a:lnTo>
                  <a:pt x="203" y="565"/>
                </a:lnTo>
                <a:lnTo>
                  <a:pt x="202" y="565"/>
                </a:lnTo>
                <a:lnTo>
                  <a:pt x="202" y="564"/>
                </a:lnTo>
                <a:lnTo>
                  <a:pt x="201" y="564"/>
                </a:lnTo>
                <a:lnTo>
                  <a:pt x="200" y="565"/>
                </a:lnTo>
                <a:lnTo>
                  <a:pt x="200" y="564"/>
                </a:lnTo>
                <a:lnTo>
                  <a:pt x="198" y="564"/>
                </a:lnTo>
                <a:lnTo>
                  <a:pt x="197" y="564"/>
                </a:lnTo>
                <a:lnTo>
                  <a:pt x="197" y="563"/>
                </a:lnTo>
                <a:lnTo>
                  <a:pt x="196" y="563"/>
                </a:lnTo>
                <a:lnTo>
                  <a:pt x="195" y="563"/>
                </a:lnTo>
                <a:lnTo>
                  <a:pt x="194" y="563"/>
                </a:lnTo>
                <a:lnTo>
                  <a:pt x="194" y="564"/>
                </a:lnTo>
                <a:lnTo>
                  <a:pt x="192" y="566"/>
                </a:lnTo>
                <a:lnTo>
                  <a:pt x="192" y="565"/>
                </a:lnTo>
                <a:lnTo>
                  <a:pt x="191" y="565"/>
                </a:lnTo>
                <a:lnTo>
                  <a:pt x="190" y="565"/>
                </a:lnTo>
                <a:lnTo>
                  <a:pt x="190" y="566"/>
                </a:lnTo>
                <a:lnTo>
                  <a:pt x="189" y="565"/>
                </a:lnTo>
                <a:lnTo>
                  <a:pt x="188" y="565"/>
                </a:lnTo>
                <a:lnTo>
                  <a:pt x="187" y="565"/>
                </a:lnTo>
                <a:lnTo>
                  <a:pt x="186" y="565"/>
                </a:lnTo>
                <a:lnTo>
                  <a:pt x="186" y="566"/>
                </a:lnTo>
                <a:lnTo>
                  <a:pt x="185" y="566"/>
                </a:lnTo>
                <a:lnTo>
                  <a:pt x="185" y="565"/>
                </a:lnTo>
                <a:lnTo>
                  <a:pt x="186" y="564"/>
                </a:lnTo>
                <a:lnTo>
                  <a:pt x="186" y="563"/>
                </a:lnTo>
                <a:lnTo>
                  <a:pt x="187" y="563"/>
                </a:lnTo>
                <a:lnTo>
                  <a:pt x="187" y="562"/>
                </a:lnTo>
                <a:lnTo>
                  <a:pt x="186" y="562"/>
                </a:lnTo>
                <a:lnTo>
                  <a:pt x="185" y="562"/>
                </a:lnTo>
                <a:lnTo>
                  <a:pt x="184" y="562"/>
                </a:lnTo>
                <a:lnTo>
                  <a:pt x="183" y="563"/>
                </a:lnTo>
                <a:lnTo>
                  <a:pt x="182" y="563"/>
                </a:lnTo>
                <a:lnTo>
                  <a:pt x="182" y="564"/>
                </a:lnTo>
                <a:lnTo>
                  <a:pt x="181" y="564"/>
                </a:lnTo>
                <a:lnTo>
                  <a:pt x="180" y="564"/>
                </a:lnTo>
                <a:lnTo>
                  <a:pt x="179" y="564"/>
                </a:lnTo>
                <a:lnTo>
                  <a:pt x="179" y="563"/>
                </a:lnTo>
                <a:lnTo>
                  <a:pt x="178" y="563"/>
                </a:lnTo>
                <a:lnTo>
                  <a:pt x="178" y="562"/>
                </a:lnTo>
                <a:lnTo>
                  <a:pt x="177" y="562"/>
                </a:lnTo>
                <a:lnTo>
                  <a:pt x="175" y="561"/>
                </a:lnTo>
                <a:lnTo>
                  <a:pt x="174" y="561"/>
                </a:lnTo>
                <a:lnTo>
                  <a:pt x="173" y="561"/>
                </a:lnTo>
                <a:lnTo>
                  <a:pt x="173" y="560"/>
                </a:lnTo>
                <a:lnTo>
                  <a:pt x="172" y="560"/>
                </a:lnTo>
                <a:lnTo>
                  <a:pt x="171" y="560"/>
                </a:lnTo>
                <a:lnTo>
                  <a:pt x="170" y="561"/>
                </a:lnTo>
                <a:lnTo>
                  <a:pt x="169" y="561"/>
                </a:lnTo>
                <a:lnTo>
                  <a:pt x="170" y="560"/>
                </a:lnTo>
                <a:lnTo>
                  <a:pt x="169" y="560"/>
                </a:lnTo>
                <a:lnTo>
                  <a:pt x="168" y="560"/>
                </a:lnTo>
                <a:lnTo>
                  <a:pt x="168" y="559"/>
                </a:lnTo>
                <a:lnTo>
                  <a:pt x="166" y="560"/>
                </a:lnTo>
                <a:lnTo>
                  <a:pt x="165" y="559"/>
                </a:lnTo>
                <a:lnTo>
                  <a:pt x="164" y="559"/>
                </a:lnTo>
                <a:lnTo>
                  <a:pt x="164" y="560"/>
                </a:lnTo>
                <a:lnTo>
                  <a:pt x="165" y="561"/>
                </a:lnTo>
                <a:lnTo>
                  <a:pt x="166" y="562"/>
                </a:lnTo>
                <a:lnTo>
                  <a:pt x="166" y="563"/>
                </a:lnTo>
                <a:lnTo>
                  <a:pt x="166" y="564"/>
                </a:lnTo>
                <a:lnTo>
                  <a:pt x="167" y="565"/>
                </a:lnTo>
                <a:lnTo>
                  <a:pt x="167" y="566"/>
                </a:lnTo>
                <a:lnTo>
                  <a:pt x="166" y="566"/>
                </a:lnTo>
                <a:lnTo>
                  <a:pt x="165" y="566"/>
                </a:lnTo>
                <a:lnTo>
                  <a:pt x="165" y="567"/>
                </a:lnTo>
                <a:lnTo>
                  <a:pt x="164" y="567"/>
                </a:lnTo>
                <a:lnTo>
                  <a:pt x="163" y="567"/>
                </a:lnTo>
                <a:lnTo>
                  <a:pt x="163" y="568"/>
                </a:lnTo>
                <a:lnTo>
                  <a:pt x="163" y="569"/>
                </a:lnTo>
                <a:lnTo>
                  <a:pt x="164" y="571"/>
                </a:lnTo>
                <a:lnTo>
                  <a:pt x="165" y="571"/>
                </a:lnTo>
                <a:lnTo>
                  <a:pt x="165" y="572"/>
                </a:lnTo>
                <a:lnTo>
                  <a:pt x="165" y="573"/>
                </a:lnTo>
                <a:lnTo>
                  <a:pt x="165" y="574"/>
                </a:lnTo>
                <a:lnTo>
                  <a:pt x="165" y="575"/>
                </a:lnTo>
                <a:lnTo>
                  <a:pt x="165" y="576"/>
                </a:lnTo>
                <a:lnTo>
                  <a:pt x="165" y="577"/>
                </a:lnTo>
                <a:lnTo>
                  <a:pt x="165" y="578"/>
                </a:lnTo>
                <a:lnTo>
                  <a:pt x="164" y="578"/>
                </a:lnTo>
                <a:lnTo>
                  <a:pt x="164" y="579"/>
                </a:lnTo>
                <a:lnTo>
                  <a:pt x="165" y="579"/>
                </a:lnTo>
                <a:lnTo>
                  <a:pt x="165" y="580"/>
                </a:lnTo>
                <a:lnTo>
                  <a:pt x="165" y="583"/>
                </a:lnTo>
                <a:lnTo>
                  <a:pt x="165" y="584"/>
                </a:lnTo>
                <a:lnTo>
                  <a:pt x="164" y="584"/>
                </a:lnTo>
                <a:lnTo>
                  <a:pt x="163" y="584"/>
                </a:lnTo>
                <a:lnTo>
                  <a:pt x="162" y="583"/>
                </a:lnTo>
                <a:lnTo>
                  <a:pt x="161" y="583"/>
                </a:lnTo>
                <a:lnTo>
                  <a:pt x="161" y="582"/>
                </a:lnTo>
                <a:lnTo>
                  <a:pt x="160" y="582"/>
                </a:lnTo>
                <a:lnTo>
                  <a:pt x="159" y="582"/>
                </a:lnTo>
                <a:lnTo>
                  <a:pt x="158" y="582"/>
                </a:lnTo>
                <a:lnTo>
                  <a:pt x="157" y="582"/>
                </a:lnTo>
                <a:lnTo>
                  <a:pt x="157" y="580"/>
                </a:lnTo>
                <a:lnTo>
                  <a:pt x="156" y="580"/>
                </a:lnTo>
                <a:lnTo>
                  <a:pt x="155" y="580"/>
                </a:lnTo>
                <a:lnTo>
                  <a:pt x="155" y="579"/>
                </a:lnTo>
                <a:lnTo>
                  <a:pt x="153" y="579"/>
                </a:lnTo>
                <a:lnTo>
                  <a:pt x="153" y="580"/>
                </a:lnTo>
                <a:lnTo>
                  <a:pt x="152" y="580"/>
                </a:lnTo>
                <a:lnTo>
                  <a:pt x="152" y="582"/>
                </a:lnTo>
                <a:lnTo>
                  <a:pt x="151" y="580"/>
                </a:lnTo>
                <a:lnTo>
                  <a:pt x="150" y="580"/>
                </a:lnTo>
                <a:lnTo>
                  <a:pt x="149" y="582"/>
                </a:lnTo>
                <a:lnTo>
                  <a:pt x="148" y="582"/>
                </a:lnTo>
                <a:lnTo>
                  <a:pt x="148" y="580"/>
                </a:lnTo>
                <a:lnTo>
                  <a:pt x="147" y="580"/>
                </a:lnTo>
                <a:lnTo>
                  <a:pt x="146" y="580"/>
                </a:lnTo>
                <a:lnTo>
                  <a:pt x="145" y="582"/>
                </a:lnTo>
                <a:lnTo>
                  <a:pt x="144" y="582"/>
                </a:lnTo>
                <a:lnTo>
                  <a:pt x="143" y="582"/>
                </a:lnTo>
                <a:lnTo>
                  <a:pt x="142" y="582"/>
                </a:lnTo>
                <a:lnTo>
                  <a:pt x="142" y="583"/>
                </a:lnTo>
                <a:lnTo>
                  <a:pt x="142" y="585"/>
                </a:lnTo>
                <a:lnTo>
                  <a:pt x="142" y="586"/>
                </a:lnTo>
                <a:lnTo>
                  <a:pt x="141" y="586"/>
                </a:lnTo>
                <a:lnTo>
                  <a:pt x="140" y="586"/>
                </a:lnTo>
                <a:lnTo>
                  <a:pt x="139" y="586"/>
                </a:lnTo>
                <a:lnTo>
                  <a:pt x="139" y="587"/>
                </a:lnTo>
                <a:lnTo>
                  <a:pt x="138" y="587"/>
                </a:lnTo>
                <a:lnTo>
                  <a:pt x="137" y="587"/>
                </a:lnTo>
                <a:lnTo>
                  <a:pt x="136" y="587"/>
                </a:lnTo>
                <a:lnTo>
                  <a:pt x="136" y="588"/>
                </a:lnTo>
                <a:lnTo>
                  <a:pt x="135" y="589"/>
                </a:lnTo>
                <a:lnTo>
                  <a:pt x="134" y="589"/>
                </a:lnTo>
                <a:lnTo>
                  <a:pt x="133" y="589"/>
                </a:lnTo>
                <a:lnTo>
                  <a:pt x="132" y="589"/>
                </a:lnTo>
                <a:lnTo>
                  <a:pt x="131" y="590"/>
                </a:lnTo>
                <a:lnTo>
                  <a:pt x="130" y="590"/>
                </a:lnTo>
                <a:lnTo>
                  <a:pt x="129" y="590"/>
                </a:lnTo>
                <a:lnTo>
                  <a:pt x="129" y="591"/>
                </a:lnTo>
                <a:lnTo>
                  <a:pt x="130" y="591"/>
                </a:lnTo>
                <a:lnTo>
                  <a:pt x="130" y="592"/>
                </a:lnTo>
                <a:lnTo>
                  <a:pt x="131" y="594"/>
                </a:lnTo>
                <a:lnTo>
                  <a:pt x="130" y="594"/>
                </a:lnTo>
                <a:lnTo>
                  <a:pt x="129" y="595"/>
                </a:lnTo>
                <a:lnTo>
                  <a:pt x="128" y="595"/>
                </a:lnTo>
                <a:lnTo>
                  <a:pt x="127" y="595"/>
                </a:lnTo>
                <a:lnTo>
                  <a:pt x="127" y="596"/>
                </a:lnTo>
                <a:lnTo>
                  <a:pt x="126" y="596"/>
                </a:lnTo>
                <a:lnTo>
                  <a:pt x="126" y="597"/>
                </a:lnTo>
                <a:lnTo>
                  <a:pt x="125" y="597"/>
                </a:lnTo>
                <a:lnTo>
                  <a:pt x="125" y="598"/>
                </a:lnTo>
                <a:lnTo>
                  <a:pt x="125" y="599"/>
                </a:lnTo>
                <a:lnTo>
                  <a:pt x="125" y="600"/>
                </a:lnTo>
                <a:lnTo>
                  <a:pt x="124" y="600"/>
                </a:lnTo>
                <a:lnTo>
                  <a:pt x="123" y="600"/>
                </a:lnTo>
                <a:lnTo>
                  <a:pt x="123" y="601"/>
                </a:lnTo>
                <a:lnTo>
                  <a:pt x="123" y="602"/>
                </a:lnTo>
                <a:lnTo>
                  <a:pt x="122" y="603"/>
                </a:lnTo>
                <a:lnTo>
                  <a:pt x="122" y="604"/>
                </a:lnTo>
                <a:lnTo>
                  <a:pt x="121" y="605"/>
                </a:lnTo>
                <a:lnTo>
                  <a:pt x="120" y="605"/>
                </a:lnTo>
                <a:lnTo>
                  <a:pt x="120" y="604"/>
                </a:lnTo>
                <a:lnTo>
                  <a:pt x="119" y="604"/>
                </a:lnTo>
                <a:lnTo>
                  <a:pt x="118" y="604"/>
                </a:lnTo>
                <a:lnTo>
                  <a:pt x="117" y="604"/>
                </a:lnTo>
                <a:lnTo>
                  <a:pt x="116" y="605"/>
                </a:lnTo>
                <a:lnTo>
                  <a:pt x="115" y="605"/>
                </a:lnTo>
                <a:lnTo>
                  <a:pt x="115" y="606"/>
                </a:lnTo>
                <a:lnTo>
                  <a:pt x="114" y="606"/>
                </a:lnTo>
                <a:lnTo>
                  <a:pt x="113" y="607"/>
                </a:lnTo>
                <a:lnTo>
                  <a:pt x="112" y="607"/>
                </a:lnTo>
                <a:lnTo>
                  <a:pt x="111" y="607"/>
                </a:lnTo>
                <a:lnTo>
                  <a:pt x="111" y="606"/>
                </a:lnTo>
                <a:lnTo>
                  <a:pt x="110" y="606"/>
                </a:lnTo>
                <a:lnTo>
                  <a:pt x="109" y="605"/>
                </a:lnTo>
                <a:lnTo>
                  <a:pt x="109" y="606"/>
                </a:lnTo>
                <a:lnTo>
                  <a:pt x="108" y="606"/>
                </a:lnTo>
                <a:lnTo>
                  <a:pt x="107" y="607"/>
                </a:lnTo>
                <a:lnTo>
                  <a:pt x="107" y="606"/>
                </a:lnTo>
                <a:lnTo>
                  <a:pt x="106" y="607"/>
                </a:lnTo>
                <a:lnTo>
                  <a:pt x="106" y="608"/>
                </a:lnTo>
                <a:lnTo>
                  <a:pt x="105" y="608"/>
                </a:lnTo>
                <a:lnTo>
                  <a:pt x="104" y="608"/>
                </a:lnTo>
                <a:lnTo>
                  <a:pt x="103" y="607"/>
                </a:lnTo>
                <a:lnTo>
                  <a:pt x="102" y="607"/>
                </a:lnTo>
                <a:lnTo>
                  <a:pt x="101" y="607"/>
                </a:lnTo>
                <a:lnTo>
                  <a:pt x="101" y="606"/>
                </a:lnTo>
                <a:lnTo>
                  <a:pt x="100" y="606"/>
                </a:lnTo>
                <a:lnTo>
                  <a:pt x="99" y="606"/>
                </a:lnTo>
                <a:lnTo>
                  <a:pt x="99" y="607"/>
                </a:lnTo>
                <a:lnTo>
                  <a:pt x="98" y="607"/>
                </a:lnTo>
                <a:lnTo>
                  <a:pt x="97" y="608"/>
                </a:lnTo>
                <a:lnTo>
                  <a:pt x="96" y="608"/>
                </a:lnTo>
                <a:lnTo>
                  <a:pt x="96" y="609"/>
                </a:lnTo>
                <a:lnTo>
                  <a:pt x="95" y="609"/>
                </a:lnTo>
                <a:lnTo>
                  <a:pt x="95" y="608"/>
                </a:lnTo>
                <a:lnTo>
                  <a:pt x="94" y="608"/>
                </a:lnTo>
                <a:lnTo>
                  <a:pt x="93" y="608"/>
                </a:lnTo>
                <a:lnTo>
                  <a:pt x="93" y="607"/>
                </a:lnTo>
                <a:lnTo>
                  <a:pt x="92" y="607"/>
                </a:lnTo>
                <a:lnTo>
                  <a:pt x="92" y="608"/>
                </a:lnTo>
                <a:lnTo>
                  <a:pt x="92" y="609"/>
                </a:lnTo>
                <a:lnTo>
                  <a:pt x="91" y="609"/>
                </a:lnTo>
                <a:lnTo>
                  <a:pt x="91" y="610"/>
                </a:lnTo>
                <a:lnTo>
                  <a:pt x="90" y="610"/>
                </a:lnTo>
                <a:lnTo>
                  <a:pt x="89" y="610"/>
                </a:lnTo>
                <a:lnTo>
                  <a:pt x="88" y="609"/>
                </a:lnTo>
                <a:lnTo>
                  <a:pt x="87" y="609"/>
                </a:lnTo>
                <a:lnTo>
                  <a:pt x="86" y="609"/>
                </a:lnTo>
                <a:lnTo>
                  <a:pt x="85" y="609"/>
                </a:lnTo>
                <a:lnTo>
                  <a:pt x="85" y="608"/>
                </a:lnTo>
                <a:lnTo>
                  <a:pt x="84" y="608"/>
                </a:lnTo>
                <a:lnTo>
                  <a:pt x="83" y="608"/>
                </a:lnTo>
                <a:lnTo>
                  <a:pt x="82" y="610"/>
                </a:lnTo>
                <a:lnTo>
                  <a:pt x="81" y="610"/>
                </a:lnTo>
                <a:lnTo>
                  <a:pt x="81" y="611"/>
                </a:lnTo>
                <a:lnTo>
                  <a:pt x="81" y="612"/>
                </a:lnTo>
                <a:lnTo>
                  <a:pt x="80" y="613"/>
                </a:lnTo>
                <a:lnTo>
                  <a:pt x="80" y="614"/>
                </a:lnTo>
                <a:lnTo>
                  <a:pt x="79" y="614"/>
                </a:lnTo>
                <a:lnTo>
                  <a:pt x="78" y="614"/>
                </a:lnTo>
                <a:lnTo>
                  <a:pt x="77" y="614"/>
                </a:lnTo>
                <a:lnTo>
                  <a:pt x="75" y="614"/>
                </a:lnTo>
                <a:lnTo>
                  <a:pt x="74" y="614"/>
                </a:lnTo>
                <a:lnTo>
                  <a:pt x="74" y="615"/>
                </a:lnTo>
                <a:lnTo>
                  <a:pt x="72" y="615"/>
                </a:lnTo>
                <a:lnTo>
                  <a:pt x="72" y="616"/>
                </a:lnTo>
                <a:lnTo>
                  <a:pt x="71" y="616"/>
                </a:lnTo>
                <a:lnTo>
                  <a:pt x="70" y="617"/>
                </a:lnTo>
                <a:lnTo>
                  <a:pt x="69" y="618"/>
                </a:lnTo>
                <a:lnTo>
                  <a:pt x="68" y="618"/>
                </a:lnTo>
                <a:lnTo>
                  <a:pt x="68" y="619"/>
                </a:lnTo>
                <a:lnTo>
                  <a:pt x="67" y="619"/>
                </a:lnTo>
                <a:lnTo>
                  <a:pt x="67" y="620"/>
                </a:lnTo>
                <a:lnTo>
                  <a:pt x="66" y="620"/>
                </a:lnTo>
                <a:lnTo>
                  <a:pt x="66" y="619"/>
                </a:lnTo>
                <a:lnTo>
                  <a:pt x="66" y="618"/>
                </a:lnTo>
                <a:lnTo>
                  <a:pt x="65" y="617"/>
                </a:lnTo>
                <a:lnTo>
                  <a:pt x="64" y="617"/>
                </a:lnTo>
                <a:lnTo>
                  <a:pt x="64" y="616"/>
                </a:lnTo>
                <a:lnTo>
                  <a:pt x="63" y="616"/>
                </a:lnTo>
                <a:lnTo>
                  <a:pt x="62" y="617"/>
                </a:lnTo>
                <a:lnTo>
                  <a:pt x="62" y="618"/>
                </a:lnTo>
                <a:lnTo>
                  <a:pt x="62" y="619"/>
                </a:lnTo>
                <a:lnTo>
                  <a:pt x="61" y="619"/>
                </a:lnTo>
                <a:lnTo>
                  <a:pt x="61" y="620"/>
                </a:lnTo>
                <a:lnTo>
                  <a:pt x="61" y="621"/>
                </a:lnTo>
                <a:lnTo>
                  <a:pt x="61" y="622"/>
                </a:lnTo>
                <a:lnTo>
                  <a:pt x="60" y="624"/>
                </a:lnTo>
                <a:lnTo>
                  <a:pt x="59" y="625"/>
                </a:lnTo>
                <a:lnTo>
                  <a:pt x="58" y="626"/>
                </a:lnTo>
                <a:lnTo>
                  <a:pt x="57" y="626"/>
                </a:lnTo>
                <a:lnTo>
                  <a:pt x="56" y="626"/>
                </a:lnTo>
                <a:lnTo>
                  <a:pt x="55" y="626"/>
                </a:lnTo>
                <a:lnTo>
                  <a:pt x="55" y="627"/>
                </a:lnTo>
                <a:lnTo>
                  <a:pt x="55" y="628"/>
                </a:lnTo>
                <a:lnTo>
                  <a:pt x="54" y="628"/>
                </a:lnTo>
                <a:lnTo>
                  <a:pt x="53" y="628"/>
                </a:lnTo>
                <a:lnTo>
                  <a:pt x="52" y="627"/>
                </a:lnTo>
                <a:lnTo>
                  <a:pt x="52" y="626"/>
                </a:lnTo>
                <a:lnTo>
                  <a:pt x="51" y="625"/>
                </a:lnTo>
                <a:lnTo>
                  <a:pt x="50" y="625"/>
                </a:lnTo>
                <a:lnTo>
                  <a:pt x="49" y="624"/>
                </a:lnTo>
                <a:lnTo>
                  <a:pt x="47" y="624"/>
                </a:lnTo>
                <a:lnTo>
                  <a:pt x="47" y="625"/>
                </a:lnTo>
                <a:lnTo>
                  <a:pt x="46" y="625"/>
                </a:lnTo>
                <a:lnTo>
                  <a:pt x="46" y="626"/>
                </a:lnTo>
                <a:lnTo>
                  <a:pt x="45" y="626"/>
                </a:lnTo>
                <a:lnTo>
                  <a:pt x="45" y="627"/>
                </a:lnTo>
                <a:lnTo>
                  <a:pt x="44" y="627"/>
                </a:lnTo>
                <a:lnTo>
                  <a:pt x="44" y="628"/>
                </a:lnTo>
                <a:lnTo>
                  <a:pt x="44" y="629"/>
                </a:lnTo>
                <a:lnTo>
                  <a:pt x="43" y="629"/>
                </a:lnTo>
                <a:lnTo>
                  <a:pt x="42" y="629"/>
                </a:lnTo>
                <a:lnTo>
                  <a:pt x="41" y="629"/>
                </a:lnTo>
                <a:lnTo>
                  <a:pt x="41" y="630"/>
                </a:lnTo>
                <a:lnTo>
                  <a:pt x="40" y="631"/>
                </a:lnTo>
                <a:lnTo>
                  <a:pt x="39" y="631"/>
                </a:lnTo>
                <a:lnTo>
                  <a:pt x="38" y="631"/>
                </a:lnTo>
                <a:lnTo>
                  <a:pt x="38" y="630"/>
                </a:lnTo>
                <a:lnTo>
                  <a:pt x="37" y="630"/>
                </a:lnTo>
                <a:lnTo>
                  <a:pt x="36" y="630"/>
                </a:lnTo>
                <a:lnTo>
                  <a:pt x="36" y="629"/>
                </a:lnTo>
                <a:lnTo>
                  <a:pt x="35" y="629"/>
                </a:lnTo>
                <a:lnTo>
                  <a:pt x="34" y="629"/>
                </a:lnTo>
                <a:lnTo>
                  <a:pt x="33" y="629"/>
                </a:lnTo>
                <a:lnTo>
                  <a:pt x="33" y="630"/>
                </a:lnTo>
                <a:lnTo>
                  <a:pt x="32" y="630"/>
                </a:lnTo>
                <a:lnTo>
                  <a:pt x="32" y="631"/>
                </a:lnTo>
                <a:lnTo>
                  <a:pt x="31" y="631"/>
                </a:lnTo>
                <a:lnTo>
                  <a:pt x="30" y="631"/>
                </a:lnTo>
                <a:lnTo>
                  <a:pt x="29" y="631"/>
                </a:lnTo>
                <a:lnTo>
                  <a:pt x="28" y="631"/>
                </a:lnTo>
                <a:lnTo>
                  <a:pt x="28" y="632"/>
                </a:lnTo>
                <a:lnTo>
                  <a:pt x="27" y="632"/>
                </a:lnTo>
                <a:lnTo>
                  <a:pt x="27" y="631"/>
                </a:lnTo>
                <a:lnTo>
                  <a:pt x="26" y="631"/>
                </a:lnTo>
                <a:lnTo>
                  <a:pt x="26" y="630"/>
                </a:lnTo>
                <a:lnTo>
                  <a:pt x="25" y="630"/>
                </a:lnTo>
                <a:lnTo>
                  <a:pt x="24" y="630"/>
                </a:lnTo>
                <a:lnTo>
                  <a:pt x="24" y="629"/>
                </a:lnTo>
                <a:lnTo>
                  <a:pt x="23" y="629"/>
                </a:lnTo>
                <a:lnTo>
                  <a:pt x="23" y="628"/>
                </a:lnTo>
                <a:lnTo>
                  <a:pt x="22" y="628"/>
                </a:lnTo>
                <a:lnTo>
                  <a:pt x="21" y="628"/>
                </a:lnTo>
                <a:lnTo>
                  <a:pt x="21" y="629"/>
                </a:lnTo>
                <a:lnTo>
                  <a:pt x="20" y="629"/>
                </a:lnTo>
                <a:lnTo>
                  <a:pt x="19" y="630"/>
                </a:lnTo>
                <a:lnTo>
                  <a:pt x="18" y="630"/>
                </a:lnTo>
                <a:lnTo>
                  <a:pt x="18" y="631"/>
                </a:lnTo>
                <a:lnTo>
                  <a:pt x="17" y="631"/>
                </a:lnTo>
                <a:lnTo>
                  <a:pt x="16" y="631"/>
                </a:lnTo>
                <a:lnTo>
                  <a:pt x="15" y="631"/>
                </a:lnTo>
                <a:lnTo>
                  <a:pt x="15" y="630"/>
                </a:lnTo>
                <a:lnTo>
                  <a:pt x="14" y="630"/>
                </a:lnTo>
                <a:lnTo>
                  <a:pt x="13" y="630"/>
                </a:lnTo>
                <a:lnTo>
                  <a:pt x="12" y="629"/>
                </a:lnTo>
                <a:lnTo>
                  <a:pt x="11" y="629"/>
                </a:lnTo>
                <a:lnTo>
                  <a:pt x="7" y="629"/>
                </a:lnTo>
                <a:lnTo>
                  <a:pt x="6" y="629"/>
                </a:lnTo>
                <a:lnTo>
                  <a:pt x="5" y="629"/>
                </a:lnTo>
                <a:lnTo>
                  <a:pt x="5" y="628"/>
                </a:lnTo>
                <a:lnTo>
                  <a:pt x="4" y="628"/>
                </a:lnTo>
                <a:lnTo>
                  <a:pt x="3" y="628"/>
                </a:lnTo>
                <a:lnTo>
                  <a:pt x="3" y="627"/>
                </a:lnTo>
                <a:lnTo>
                  <a:pt x="2" y="627"/>
                </a:lnTo>
                <a:lnTo>
                  <a:pt x="2" y="626"/>
                </a:lnTo>
                <a:lnTo>
                  <a:pt x="1" y="625"/>
                </a:lnTo>
                <a:lnTo>
                  <a:pt x="1" y="624"/>
                </a:lnTo>
                <a:lnTo>
                  <a:pt x="1" y="623"/>
                </a:lnTo>
                <a:lnTo>
                  <a:pt x="1" y="622"/>
                </a:lnTo>
                <a:lnTo>
                  <a:pt x="1" y="621"/>
                </a:lnTo>
                <a:lnTo>
                  <a:pt x="1" y="620"/>
                </a:lnTo>
                <a:lnTo>
                  <a:pt x="2" y="620"/>
                </a:lnTo>
                <a:lnTo>
                  <a:pt x="2" y="619"/>
                </a:lnTo>
                <a:lnTo>
                  <a:pt x="2" y="618"/>
                </a:lnTo>
                <a:lnTo>
                  <a:pt x="2" y="617"/>
                </a:lnTo>
                <a:lnTo>
                  <a:pt x="2" y="616"/>
                </a:lnTo>
                <a:lnTo>
                  <a:pt x="2" y="612"/>
                </a:lnTo>
                <a:lnTo>
                  <a:pt x="2" y="611"/>
                </a:lnTo>
                <a:lnTo>
                  <a:pt x="2" y="610"/>
                </a:lnTo>
                <a:lnTo>
                  <a:pt x="2" y="609"/>
                </a:lnTo>
                <a:lnTo>
                  <a:pt x="2" y="607"/>
                </a:lnTo>
                <a:lnTo>
                  <a:pt x="2" y="606"/>
                </a:lnTo>
                <a:lnTo>
                  <a:pt x="1" y="606"/>
                </a:lnTo>
                <a:lnTo>
                  <a:pt x="1" y="605"/>
                </a:lnTo>
                <a:lnTo>
                  <a:pt x="1" y="604"/>
                </a:lnTo>
                <a:lnTo>
                  <a:pt x="1" y="603"/>
                </a:lnTo>
                <a:lnTo>
                  <a:pt x="1" y="602"/>
                </a:lnTo>
                <a:lnTo>
                  <a:pt x="1" y="601"/>
                </a:lnTo>
                <a:lnTo>
                  <a:pt x="1" y="600"/>
                </a:lnTo>
                <a:lnTo>
                  <a:pt x="0" y="599"/>
                </a:lnTo>
                <a:lnTo>
                  <a:pt x="0" y="597"/>
                </a:lnTo>
                <a:lnTo>
                  <a:pt x="1" y="597"/>
                </a:lnTo>
                <a:lnTo>
                  <a:pt x="1" y="596"/>
                </a:lnTo>
                <a:lnTo>
                  <a:pt x="1" y="595"/>
                </a:lnTo>
                <a:lnTo>
                  <a:pt x="2" y="595"/>
                </a:lnTo>
                <a:lnTo>
                  <a:pt x="2" y="594"/>
                </a:lnTo>
                <a:lnTo>
                  <a:pt x="3" y="594"/>
                </a:lnTo>
                <a:lnTo>
                  <a:pt x="4" y="593"/>
                </a:lnTo>
                <a:lnTo>
                  <a:pt x="4" y="592"/>
                </a:lnTo>
                <a:lnTo>
                  <a:pt x="4" y="591"/>
                </a:lnTo>
                <a:lnTo>
                  <a:pt x="5" y="591"/>
                </a:lnTo>
                <a:lnTo>
                  <a:pt x="5" y="590"/>
                </a:lnTo>
                <a:lnTo>
                  <a:pt x="6" y="590"/>
                </a:lnTo>
                <a:lnTo>
                  <a:pt x="7" y="589"/>
                </a:lnTo>
                <a:lnTo>
                  <a:pt x="7" y="588"/>
                </a:lnTo>
                <a:lnTo>
                  <a:pt x="7" y="587"/>
                </a:lnTo>
                <a:lnTo>
                  <a:pt x="7" y="586"/>
                </a:lnTo>
                <a:lnTo>
                  <a:pt x="8" y="586"/>
                </a:lnTo>
                <a:lnTo>
                  <a:pt x="9" y="586"/>
                </a:lnTo>
                <a:lnTo>
                  <a:pt x="9" y="585"/>
                </a:lnTo>
                <a:lnTo>
                  <a:pt x="10" y="584"/>
                </a:lnTo>
                <a:lnTo>
                  <a:pt x="10" y="583"/>
                </a:lnTo>
                <a:lnTo>
                  <a:pt x="10" y="582"/>
                </a:lnTo>
                <a:lnTo>
                  <a:pt x="9" y="580"/>
                </a:lnTo>
                <a:lnTo>
                  <a:pt x="9" y="579"/>
                </a:lnTo>
                <a:lnTo>
                  <a:pt x="10" y="579"/>
                </a:lnTo>
                <a:lnTo>
                  <a:pt x="11" y="579"/>
                </a:lnTo>
                <a:lnTo>
                  <a:pt x="11" y="578"/>
                </a:lnTo>
                <a:lnTo>
                  <a:pt x="12" y="577"/>
                </a:lnTo>
                <a:lnTo>
                  <a:pt x="12" y="576"/>
                </a:lnTo>
                <a:lnTo>
                  <a:pt x="13" y="574"/>
                </a:lnTo>
                <a:lnTo>
                  <a:pt x="13" y="573"/>
                </a:lnTo>
                <a:lnTo>
                  <a:pt x="12" y="573"/>
                </a:lnTo>
                <a:lnTo>
                  <a:pt x="12" y="572"/>
                </a:lnTo>
                <a:lnTo>
                  <a:pt x="12" y="571"/>
                </a:lnTo>
                <a:lnTo>
                  <a:pt x="12" y="570"/>
                </a:lnTo>
                <a:lnTo>
                  <a:pt x="12" y="568"/>
                </a:lnTo>
                <a:lnTo>
                  <a:pt x="12" y="567"/>
                </a:lnTo>
                <a:lnTo>
                  <a:pt x="12" y="566"/>
                </a:lnTo>
                <a:lnTo>
                  <a:pt x="13" y="565"/>
                </a:lnTo>
                <a:lnTo>
                  <a:pt x="13" y="564"/>
                </a:lnTo>
                <a:lnTo>
                  <a:pt x="13" y="563"/>
                </a:lnTo>
                <a:lnTo>
                  <a:pt x="13" y="562"/>
                </a:lnTo>
                <a:lnTo>
                  <a:pt x="13" y="561"/>
                </a:lnTo>
                <a:lnTo>
                  <a:pt x="14" y="560"/>
                </a:lnTo>
                <a:lnTo>
                  <a:pt x="14" y="559"/>
                </a:lnTo>
                <a:lnTo>
                  <a:pt x="15" y="559"/>
                </a:lnTo>
                <a:lnTo>
                  <a:pt x="16" y="558"/>
                </a:lnTo>
                <a:lnTo>
                  <a:pt x="16" y="557"/>
                </a:lnTo>
                <a:lnTo>
                  <a:pt x="17" y="557"/>
                </a:lnTo>
                <a:lnTo>
                  <a:pt x="17" y="556"/>
                </a:lnTo>
                <a:lnTo>
                  <a:pt x="16" y="556"/>
                </a:lnTo>
                <a:lnTo>
                  <a:pt x="16" y="555"/>
                </a:lnTo>
                <a:lnTo>
                  <a:pt x="17" y="555"/>
                </a:lnTo>
                <a:lnTo>
                  <a:pt x="17" y="554"/>
                </a:lnTo>
                <a:lnTo>
                  <a:pt x="17" y="553"/>
                </a:lnTo>
                <a:lnTo>
                  <a:pt x="17" y="552"/>
                </a:lnTo>
                <a:lnTo>
                  <a:pt x="18" y="552"/>
                </a:lnTo>
                <a:lnTo>
                  <a:pt x="18" y="551"/>
                </a:lnTo>
                <a:lnTo>
                  <a:pt x="19" y="550"/>
                </a:lnTo>
                <a:lnTo>
                  <a:pt x="19" y="549"/>
                </a:lnTo>
                <a:lnTo>
                  <a:pt x="19" y="548"/>
                </a:lnTo>
                <a:lnTo>
                  <a:pt x="20" y="548"/>
                </a:lnTo>
                <a:lnTo>
                  <a:pt x="20" y="547"/>
                </a:lnTo>
                <a:lnTo>
                  <a:pt x="21" y="547"/>
                </a:lnTo>
                <a:lnTo>
                  <a:pt x="22" y="547"/>
                </a:lnTo>
                <a:lnTo>
                  <a:pt x="22" y="546"/>
                </a:lnTo>
                <a:lnTo>
                  <a:pt x="22" y="545"/>
                </a:lnTo>
                <a:lnTo>
                  <a:pt x="23" y="544"/>
                </a:lnTo>
                <a:lnTo>
                  <a:pt x="24" y="544"/>
                </a:lnTo>
                <a:lnTo>
                  <a:pt x="25" y="543"/>
                </a:lnTo>
                <a:lnTo>
                  <a:pt x="26" y="543"/>
                </a:lnTo>
                <a:lnTo>
                  <a:pt x="27" y="541"/>
                </a:lnTo>
                <a:lnTo>
                  <a:pt x="27" y="540"/>
                </a:lnTo>
                <a:lnTo>
                  <a:pt x="28" y="540"/>
                </a:lnTo>
                <a:lnTo>
                  <a:pt x="28" y="539"/>
                </a:lnTo>
                <a:lnTo>
                  <a:pt x="28" y="538"/>
                </a:lnTo>
                <a:lnTo>
                  <a:pt x="29" y="538"/>
                </a:lnTo>
                <a:lnTo>
                  <a:pt x="29" y="537"/>
                </a:lnTo>
                <a:lnTo>
                  <a:pt x="29" y="536"/>
                </a:lnTo>
                <a:lnTo>
                  <a:pt x="29" y="535"/>
                </a:lnTo>
                <a:lnTo>
                  <a:pt x="30" y="535"/>
                </a:lnTo>
                <a:lnTo>
                  <a:pt x="30" y="534"/>
                </a:lnTo>
                <a:lnTo>
                  <a:pt x="30" y="533"/>
                </a:lnTo>
                <a:lnTo>
                  <a:pt x="31" y="532"/>
                </a:lnTo>
                <a:lnTo>
                  <a:pt x="31" y="531"/>
                </a:lnTo>
                <a:lnTo>
                  <a:pt x="32" y="531"/>
                </a:lnTo>
                <a:lnTo>
                  <a:pt x="32" y="530"/>
                </a:lnTo>
                <a:lnTo>
                  <a:pt x="33" y="530"/>
                </a:lnTo>
                <a:lnTo>
                  <a:pt x="34" y="530"/>
                </a:lnTo>
                <a:lnTo>
                  <a:pt x="34" y="528"/>
                </a:lnTo>
                <a:lnTo>
                  <a:pt x="34" y="527"/>
                </a:lnTo>
                <a:lnTo>
                  <a:pt x="34" y="526"/>
                </a:lnTo>
                <a:lnTo>
                  <a:pt x="34" y="525"/>
                </a:lnTo>
                <a:lnTo>
                  <a:pt x="35" y="524"/>
                </a:lnTo>
                <a:lnTo>
                  <a:pt x="35" y="522"/>
                </a:lnTo>
                <a:lnTo>
                  <a:pt x="34" y="522"/>
                </a:lnTo>
                <a:lnTo>
                  <a:pt x="34" y="521"/>
                </a:lnTo>
                <a:lnTo>
                  <a:pt x="34" y="520"/>
                </a:lnTo>
                <a:lnTo>
                  <a:pt x="33" y="520"/>
                </a:lnTo>
                <a:lnTo>
                  <a:pt x="32" y="520"/>
                </a:lnTo>
                <a:lnTo>
                  <a:pt x="32" y="519"/>
                </a:lnTo>
                <a:lnTo>
                  <a:pt x="33" y="519"/>
                </a:lnTo>
                <a:lnTo>
                  <a:pt x="33" y="518"/>
                </a:lnTo>
                <a:lnTo>
                  <a:pt x="32" y="518"/>
                </a:lnTo>
                <a:lnTo>
                  <a:pt x="32" y="517"/>
                </a:lnTo>
                <a:lnTo>
                  <a:pt x="31" y="516"/>
                </a:lnTo>
                <a:lnTo>
                  <a:pt x="31" y="515"/>
                </a:lnTo>
                <a:lnTo>
                  <a:pt x="31" y="514"/>
                </a:lnTo>
                <a:lnTo>
                  <a:pt x="31" y="512"/>
                </a:lnTo>
                <a:lnTo>
                  <a:pt x="31" y="511"/>
                </a:lnTo>
                <a:lnTo>
                  <a:pt x="31" y="510"/>
                </a:lnTo>
                <a:lnTo>
                  <a:pt x="31" y="509"/>
                </a:lnTo>
                <a:lnTo>
                  <a:pt x="30" y="508"/>
                </a:lnTo>
                <a:lnTo>
                  <a:pt x="30" y="507"/>
                </a:lnTo>
                <a:lnTo>
                  <a:pt x="31" y="506"/>
                </a:lnTo>
                <a:lnTo>
                  <a:pt x="30" y="504"/>
                </a:lnTo>
                <a:lnTo>
                  <a:pt x="29" y="503"/>
                </a:lnTo>
                <a:lnTo>
                  <a:pt x="29" y="502"/>
                </a:lnTo>
                <a:lnTo>
                  <a:pt x="29" y="501"/>
                </a:lnTo>
                <a:lnTo>
                  <a:pt x="29" y="500"/>
                </a:lnTo>
                <a:lnTo>
                  <a:pt x="29" y="499"/>
                </a:lnTo>
                <a:lnTo>
                  <a:pt x="29" y="498"/>
                </a:lnTo>
                <a:lnTo>
                  <a:pt x="28" y="498"/>
                </a:lnTo>
                <a:lnTo>
                  <a:pt x="27" y="498"/>
                </a:lnTo>
                <a:lnTo>
                  <a:pt x="26" y="498"/>
                </a:lnTo>
                <a:lnTo>
                  <a:pt x="25" y="498"/>
                </a:lnTo>
                <a:lnTo>
                  <a:pt x="25" y="497"/>
                </a:lnTo>
                <a:lnTo>
                  <a:pt x="26" y="497"/>
                </a:lnTo>
                <a:lnTo>
                  <a:pt x="26" y="496"/>
                </a:lnTo>
                <a:lnTo>
                  <a:pt x="26" y="495"/>
                </a:lnTo>
                <a:lnTo>
                  <a:pt x="26" y="494"/>
                </a:lnTo>
                <a:lnTo>
                  <a:pt x="26" y="493"/>
                </a:lnTo>
                <a:lnTo>
                  <a:pt x="25" y="493"/>
                </a:lnTo>
                <a:lnTo>
                  <a:pt x="25" y="492"/>
                </a:lnTo>
                <a:lnTo>
                  <a:pt x="25" y="491"/>
                </a:lnTo>
                <a:lnTo>
                  <a:pt x="25" y="490"/>
                </a:lnTo>
                <a:lnTo>
                  <a:pt x="26" y="490"/>
                </a:lnTo>
                <a:lnTo>
                  <a:pt x="26" y="489"/>
                </a:lnTo>
                <a:lnTo>
                  <a:pt x="26" y="488"/>
                </a:lnTo>
                <a:lnTo>
                  <a:pt x="25" y="488"/>
                </a:lnTo>
                <a:lnTo>
                  <a:pt x="24" y="488"/>
                </a:lnTo>
                <a:lnTo>
                  <a:pt x="24" y="487"/>
                </a:lnTo>
                <a:lnTo>
                  <a:pt x="23" y="486"/>
                </a:lnTo>
                <a:lnTo>
                  <a:pt x="24" y="486"/>
                </a:lnTo>
                <a:lnTo>
                  <a:pt x="24" y="485"/>
                </a:lnTo>
                <a:lnTo>
                  <a:pt x="24" y="484"/>
                </a:lnTo>
                <a:lnTo>
                  <a:pt x="24" y="483"/>
                </a:lnTo>
                <a:lnTo>
                  <a:pt x="24" y="482"/>
                </a:lnTo>
                <a:lnTo>
                  <a:pt x="23" y="482"/>
                </a:lnTo>
                <a:lnTo>
                  <a:pt x="23" y="481"/>
                </a:lnTo>
                <a:lnTo>
                  <a:pt x="23" y="480"/>
                </a:lnTo>
                <a:lnTo>
                  <a:pt x="22" y="480"/>
                </a:lnTo>
                <a:lnTo>
                  <a:pt x="22" y="479"/>
                </a:lnTo>
                <a:lnTo>
                  <a:pt x="22" y="478"/>
                </a:lnTo>
                <a:lnTo>
                  <a:pt x="21" y="478"/>
                </a:lnTo>
                <a:lnTo>
                  <a:pt x="22" y="478"/>
                </a:lnTo>
                <a:lnTo>
                  <a:pt x="22" y="477"/>
                </a:lnTo>
                <a:lnTo>
                  <a:pt x="22" y="476"/>
                </a:lnTo>
                <a:lnTo>
                  <a:pt x="21" y="476"/>
                </a:lnTo>
                <a:lnTo>
                  <a:pt x="21" y="475"/>
                </a:lnTo>
                <a:lnTo>
                  <a:pt x="20" y="475"/>
                </a:lnTo>
                <a:lnTo>
                  <a:pt x="20" y="474"/>
                </a:lnTo>
                <a:lnTo>
                  <a:pt x="20" y="473"/>
                </a:lnTo>
                <a:lnTo>
                  <a:pt x="20" y="472"/>
                </a:lnTo>
                <a:lnTo>
                  <a:pt x="20" y="470"/>
                </a:lnTo>
                <a:lnTo>
                  <a:pt x="19" y="469"/>
                </a:lnTo>
                <a:lnTo>
                  <a:pt x="19" y="468"/>
                </a:lnTo>
                <a:lnTo>
                  <a:pt x="20" y="468"/>
                </a:lnTo>
                <a:lnTo>
                  <a:pt x="20" y="467"/>
                </a:lnTo>
                <a:lnTo>
                  <a:pt x="20" y="466"/>
                </a:lnTo>
                <a:lnTo>
                  <a:pt x="21" y="466"/>
                </a:lnTo>
                <a:lnTo>
                  <a:pt x="21" y="465"/>
                </a:lnTo>
                <a:lnTo>
                  <a:pt x="20" y="465"/>
                </a:lnTo>
                <a:lnTo>
                  <a:pt x="20" y="464"/>
                </a:lnTo>
                <a:lnTo>
                  <a:pt x="20" y="463"/>
                </a:lnTo>
                <a:lnTo>
                  <a:pt x="21" y="462"/>
                </a:lnTo>
                <a:lnTo>
                  <a:pt x="21" y="461"/>
                </a:lnTo>
                <a:lnTo>
                  <a:pt x="22" y="461"/>
                </a:lnTo>
                <a:lnTo>
                  <a:pt x="22" y="460"/>
                </a:lnTo>
                <a:lnTo>
                  <a:pt x="22" y="459"/>
                </a:lnTo>
                <a:lnTo>
                  <a:pt x="22" y="458"/>
                </a:lnTo>
                <a:lnTo>
                  <a:pt x="22" y="457"/>
                </a:lnTo>
                <a:lnTo>
                  <a:pt x="22" y="456"/>
                </a:lnTo>
                <a:lnTo>
                  <a:pt x="21" y="456"/>
                </a:lnTo>
                <a:lnTo>
                  <a:pt x="21" y="455"/>
                </a:lnTo>
                <a:lnTo>
                  <a:pt x="22" y="455"/>
                </a:lnTo>
                <a:lnTo>
                  <a:pt x="22" y="454"/>
                </a:lnTo>
                <a:lnTo>
                  <a:pt x="21" y="453"/>
                </a:lnTo>
                <a:lnTo>
                  <a:pt x="21" y="452"/>
                </a:lnTo>
                <a:lnTo>
                  <a:pt x="21" y="451"/>
                </a:lnTo>
                <a:lnTo>
                  <a:pt x="21" y="450"/>
                </a:lnTo>
                <a:lnTo>
                  <a:pt x="22" y="449"/>
                </a:lnTo>
                <a:lnTo>
                  <a:pt x="21" y="448"/>
                </a:lnTo>
                <a:lnTo>
                  <a:pt x="22" y="448"/>
                </a:lnTo>
                <a:lnTo>
                  <a:pt x="22" y="447"/>
                </a:lnTo>
                <a:lnTo>
                  <a:pt x="23" y="445"/>
                </a:lnTo>
                <a:lnTo>
                  <a:pt x="23" y="444"/>
                </a:lnTo>
                <a:lnTo>
                  <a:pt x="24" y="443"/>
                </a:lnTo>
                <a:lnTo>
                  <a:pt x="23" y="443"/>
                </a:lnTo>
                <a:lnTo>
                  <a:pt x="23" y="442"/>
                </a:lnTo>
                <a:lnTo>
                  <a:pt x="23" y="441"/>
                </a:lnTo>
                <a:lnTo>
                  <a:pt x="22" y="441"/>
                </a:lnTo>
                <a:lnTo>
                  <a:pt x="22" y="440"/>
                </a:lnTo>
                <a:lnTo>
                  <a:pt x="22" y="439"/>
                </a:lnTo>
                <a:lnTo>
                  <a:pt x="23" y="438"/>
                </a:lnTo>
                <a:lnTo>
                  <a:pt x="24" y="437"/>
                </a:lnTo>
                <a:lnTo>
                  <a:pt x="24" y="436"/>
                </a:lnTo>
                <a:lnTo>
                  <a:pt x="25" y="436"/>
                </a:lnTo>
                <a:lnTo>
                  <a:pt x="25" y="435"/>
                </a:lnTo>
                <a:lnTo>
                  <a:pt x="24" y="434"/>
                </a:lnTo>
                <a:lnTo>
                  <a:pt x="24" y="433"/>
                </a:lnTo>
                <a:lnTo>
                  <a:pt x="24" y="432"/>
                </a:lnTo>
                <a:lnTo>
                  <a:pt x="24" y="431"/>
                </a:lnTo>
                <a:lnTo>
                  <a:pt x="24" y="430"/>
                </a:lnTo>
                <a:lnTo>
                  <a:pt x="23" y="430"/>
                </a:lnTo>
                <a:lnTo>
                  <a:pt x="23" y="429"/>
                </a:lnTo>
                <a:lnTo>
                  <a:pt x="23" y="428"/>
                </a:lnTo>
                <a:lnTo>
                  <a:pt x="24" y="428"/>
                </a:lnTo>
                <a:lnTo>
                  <a:pt x="24" y="427"/>
                </a:lnTo>
                <a:lnTo>
                  <a:pt x="24" y="426"/>
                </a:lnTo>
                <a:lnTo>
                  <a:pt x="23" y="426"/>
                </a:lnTo>
                <a:lnTo>
                  <a:pt x="23" y="425"/>
                </a:lnTo>
                <a:lnTo>
                  <a:pt x="22" y="425"/>
                </a:lnTo>
                <a:lnTo>
                  <a:pt x="21" y="424"/>
                </a:lnTo>
                <a:lnTo>
                  <a:pt x="20" y="423"/>
                </a:lnTo>
                <a:lnTo>
                  <a:pt x="19" y="422"/>
                </a:lnTo>
                <a:lnTo>
                  <a:pt x="18" y="420"/>
                </a:lnTo>
                <a:lnTo>
                  <a:pt x="18" y="419"/>
                </a:lnTo>
                <a:lnTo>
                  <a:pt x="17" y="418"/>
                </a:lnTo>
                <a:lnTo>
                  <a:pt x="16" y="418"/>
                </a:lnTo>
                <a:lnTo>
                  <a:pt x="16" y="417"/>
                </a:lnTo>
                <a:lnTo>
                  <a:pt x="15" y="417"/>
                </a:lnTo>
                <a:lnTo>
                  <a:pt x="14" y="416"/>
                </a:lnTo>
                <a:lnTo>
                  <a:pt x="14" y="415"/>
                </a:lnTo>
                <a:lnTo>
                  <a:pt x="15" y="415"/>
                </a:lnTo>
                <a:lnTo>
                  <a:pt x="15" y="414"/>
                </a:lnTo>
                <a:lnTo>
                  <a:pt x="16" y="414"/>
                </a:lnTo>
                <a:lnTo>
                  <a:pt x="16" y="415"/>
                </a:lnTo>
                <a:lnTo>
                  <a:pt x="17" y="415"/>
                </a:lnTo>
                <a:lnTo>
                  <a:pt x="17" y="416"/>
                </a:lnTo>
                <a:lnTo>
                  <a:pt x="18" y="416"/>
                </a:lnTo>
                <a:lnTo>
                  <a:pt x="19" y="416"/>
                </a:lnTo>
                <a:lnTo>
                  <a:pt x="19" y="415"/>
                </a:lnTo>
                <a:lnTo>
                  <a:pt x="18" y="415"/>
                </a:lnTo>
                <a:lnTo>
                  <a:pt x="18" y="414"/>
                </a:lnTo>
                <a:lnTo>
                  <a:pt x="18" y="413"/>
                </a:lnTo>
                <a:lnTo>
                  <a:pt x="20" y="412"/>
                </a:lnTo>
                <a:lnTo>
                  <a:pt x="20" y="411"/>
                </a:lnTo>
                <a:lnTo>
                  <a:pt x="20" y="410"/>
                </a:lnTo>
                <a:lnTo>
                  <a:pt x="19" y="410"/>
                </a:lnTo>
                <a:lnTo>
                  <a:pt x="18" y="410"/>
                </a:lnTo>
                <a:lnTo>
                  <a:pt x="18" y="411"/>
                </a:lnTo>
                <a:lnTo>
                  <a:pt x="17" y="412"/>
                </a:lnTo>
                <a:lnTo>
                  <a:pt x="17" y="411"/>
                </a:lnTo>
                <a:lnTo>
                  <a:pt x="17" y="410"/>
                </a:lnTo>
                <a:lnTo>
                  <a:pt x="18" y="410"/>
                </a:lnTo>
                <a:lnTo>
                  <a:pt x="18" y="409"/>
                </a:lnTo>
                <a:lnTo>
                  <a:pt x="17" y="408"/>
                </a:lnTo>
                <a:lnTo>
                  <a:pt x="16" y="408"/>
                </a:lnTo>
                <a:lnTo>
                  <a:pt x="14" y="408"/>
                </a:lnTo>
                <a:lnTo>
                  <a:pt x="14" y="407"/>
                </a:lnTo>
                <a:lnTo>
                  <a:pt x="14" y="406"/>
                </a:lnTo>
                <a:lnTo>
                  <a:pt x="15" y="407"/>
                </a:lnTo>
                <a:lnTo>
                  <a:pt x="16" y="406"/>
                </a:lnTo>
                <a:lnTo>
                  <a:pt x="17" y="404"/>
                </a:lnTo>
                <a:lnTo>
                  <a:pt x="17" y="403"/>
                </a:lnTo>
                <a:lnTo>
                  <a:pt x="17" y="402"/>
                </a:lnTo>
                <a:lnTo>
                  <a:pt x="16" y="402"/>
                </a:lnTo>
                <a:lnTo>
                  <a:pt x="16" y="401"/>
                </a:lnTo>
                <a:lnTo>
                  <a:pt x="17" y="401"/>
                </a:lnTo>
                <a:lnTo>
                  <a:pt x="17" y="400"/>
                </a:lnTo>
                <a:lnTo>
                  <a:pt x="17" y="399"/>
                </a:lnTo>
                <a:lnTo>
                  <a:pt x="17" y="398"/>
                </a:lnTo>
                <a:lnTo>
                  <a:pt x="17" y="397"/>
                </a:lnTo>
                <a:lnTo>
                  <a:pt x="16" y="397"/>
                </a:lnTo>
                <a:lnTo>
                  <a:pt x="14" y="397"/>
                </a:lnTo>
                <a:lnTo>
                  <a:pt x="13" y="397"/>
                </a:lnTo>
                <a:lnTo>
                  <a:pt x="13" y="396"/>
                </a:lnTo>
                <a:lnTo>
                  <a:pt x="13" y="395"/>
                </a:lnTo>
                <a:lnTo>
                  <a:pt x="15" y="395"/>
                </a:lnTo>
                <a:lnTo>
                  <a:pt x="16" y="395"/>
                </a:lnTo>
                <a:lnTo>
                  <a:pt x="16" y="394"/>
                </a:lnTo>
                <a:lnTo>
                  <a:pt x="16" y="393"/>
                </a:lnTo>
                <a:lnTo>
                  <a:pt x="16" y="392"/>
                </a:lnTo>
                <a:lnTo>
                  <a:pt x="16" y="391"/>
                </a:lnTo>
                <a:lnTo>
                  <a:pt x="17" y="390"/>
                </a:lnTo>
                <a:lnTo>
                  <a:pt x="17" y="388"/>
                </a:lnTo>
                <a:lnTo>
                  <a:pt x="17" y="387"/>
                </a:lnTo>
                <a:lnTo>
                  <a:pt x="17" y="386"/>
                </a:lnTo>
                <a:lnTo>
                  <a:pt x="16" y="385"/>
                </a:lnTo>
                <a:lnTo>
                  <a:pt x="16" y="384"/>
                </a:lnTo>
                <a:lnTo>
                  <a:pt x="15" y="384"/>
                </a:lnTo>
                <a:lnTo>
                  <a:pt x="14" y="384"/>
                </a:lnTo>
                <a:lnTo>
                  <a:pt x="14" y="383"/>
                </a:lnTo>
                <a:lnTo>
                  <a:pt x="13" y="383"/>
                </a:lnTo>
                <a:lnTo>
                  <a:pt x="13" y="382"/>
                </a:lnTo>
                <a:lnTo>
                  <a:pt x="13" y="381"/>
                </a:lnTo>
                <a:lnTo>
                  <a:pt x="14" y="381"/>
                </a:lnTo>
                <a:lnTo>
                  <a:pt x="15" y="381"/>
                </a:lnTo>
                <a:lnTo>
                  <a:pt x="16" y="381"/>
                </a:lnTo>
                <a:lnTo>
                  <a:pt x="17" y="382"/>
                </a:lnTo>
                <a:lnTo>
                  <a:pt x="17" y="383"/>
                </a:lnTo>
                <a:lnTo>
                  <a:pt x="18" y="383"/>
                </a:lnTo>
                <a:lnTo>
                  <a:pt x="19" y="383"/>
                </a:lnTo>
                <a:lnTo>
                  <a:pt x="20" y="382"/>
                </a:lnTo>
                <a:lnTo>
                  <a:pt x="20" y="381"/>
                </a:lnTo>
                <a:lnTo>
                  <a:pt x="19" y="381"/>
                </a:lnTo>
                <a:lnTo>
                  <a:pt x="18" y="381"/>
                </a:lnTo>
                <a:lnTo>
                  <a:pt x="17" y="381"/>
                </a:lnTo>
                <a:lnTo>
                  <a:pt x="17" y="380"/>
                </a:lnTo>
                <a:lnTo>
                  <a:pt x="17" y="379"/>
                </a:lnTo>
                <a:lnTo>
                  <a:pt x="18" y="379"/>
                </a:lnTo>
                <a:lnTo>
                  <a:pt x="19" y="379"/>
                </a:lnTo>
                <a:lnTo>
                  <a:pt x="20" y="379"/>
                </a:lnTo>
                <a:lnTo>
                  <a:pt x="21" y="379"/>
                </a:lnTo>
                <a:lnTo>
                  <a:pt x="21" y="378"/>
                </a:lnTo>
                <a:lnTo>
                  <a:pt x="22" y="377"/>
                </a:lnTo>
                <a:lnTo>
                  <a:pt x="23" y="376"/>
                </a:lnTo>
                <a:lnTo>
                  <a:pt x="24" y="375"/>
                </a:lnTo>
                <a:lnTo>
                  <a:pt x="24" y="374"/>
                </a:lnTo>
                <a:lnTo>
                  <a:pt x="25" y="374"/>
                </a:lnTo>
                <a:lnTo>
                  <a:pt x="26" y="373"/>
                </a:lnTo>
                <a:lnTo>
                  <a:pt x="27" y="373"/>
                </a:lnTo>
                <a:lnTo>
                  <a:pt x="27" y="372"/>
                </a:lnTo>
                <a:lnTo>
                  <a:pt x="27" y="371"/>
                </a:lnTo>
                <a:lnTo>
                  <a:pt x="27" y="370"/>
                </a:lnTo>
                <a:lnTo>
                  <a:pt x="27" y="369"/>
                </a:lnTo>
                <a:lnTo>
                  <a:pt x="28" y="369"/>
                </a:lnTo>
                <a:lnTo>
                  <a:pt x="28" y="368"/>
                </a:lnTo>
                <a:lnTo>
                  <a:pt x="29" y="368"/>
                </a:lnTo>
                <a:lnTo>
                  <a:pt x="30" y="367"/>
                </a:lnTo>
                <a:lnTo>
                  <a:pt x="31" y="366"/>
                </a:lnTo>
                <a:lnTo>
                  <a:pt x="32" y="365"/>
                </a:lnTo>
                <a:lnTo>
                  <a:pt x="32" y="364"/>
                </a:lnTo>
                <a:lnTo>
                  <a:pt x="33" y="364"/>
                </a:lnTo>
                <a:lnTo>
                  <a:pt x="33" y="363"/>
                </a:lnTo>
                <a:lnTo>
                  <a:pt x="34" y="363"/>
                </a:lnTo>
                <a:lnTo>
                  <a:pt x="34" y="362"/>
                </a:lnTo>
                <a:lnTo>
                  <a:pt x="35" y="361"/>
                </a:lnTo>
                <a:lnTo>
                  <a:pt x="36" y="360"/>
                </a:lnTo>
                <a:lnTo>
                  <a:pt x="36" y="359"/>
                </a:lnTo>
                <a:lnTo>
                  <a:pt x="37" y="359"/>
                </a:lnTo>
                <a:lnTo>
                  <a:pt x="37" y="358"/>
                </a:lnTo>
                <a:lnTo>
                  <a:pt x="38" y="357"/>
                </a:lnTo>
                <a:lnTo>
                  <a:pt x="38" y="356"/>
                </a:lnTo>
                <a:lnTo>
                  <a:pt x="38" y="355"/>
                </a:lnTo>
                <a:lnTo>
                  <a:pt x="39" y="355"/>
                </a:lnTo>
                <a:lnTo>
                  <a:pt x="40" y="355"/>
                </a:lnTo>
                <a:lnTo>
                  <a:pt x="41" y="355"/>
                </a:lnTo>
                <a:lnTo>
                  <a:pt x="41" y="354"/>
                </a:lnTo>
                <a:lnTo>
                  <a:pt x="41" y="353"/>
                </a:lnTo>
                <a:lnTo>
                  <a:pt x="40" y="352"/>
                </a:lnTo>
                <a:lnTo>
                  <a:pt x="40" y="351"/>
                </a:lnTo>
                <a:lnTo>
                  <a:pt x="41" y="351"/>
                </a:lnTo>
                <a:lnTo>
                  <a:pt x="42" y="350"/>
                </a:lnTo>
                <a:lnTo>
                  <a:pt x="42" y="349"/>
                </a:lnTo>
                <a:lnTo>
                  <a:pt x="42" y="348"/>
                </a:lnTo>
                <a:lnTo>
                  <a:pt x="42" y="347"/>
                </a:lnTo>
                <a:lnTo>
                  <a:pt x="41" y="347"/>
                </a:lnTo>
                <a:lnTo>
                  <a:pt x="39" y="347"/>
                </a:lnTo>
                <a:lnTo>
                  <a:pt x="38" y="347"/>
                </a:lnTo>
                <a:lnTo>
                  <a:pt x="37" y="347"/>
                </a:lnTo>
                <a:lnTo>
                  <a:pt x="37" y="346"/>
                </a:lnTo>
                <a:lnTo>
                  <a:pt x="36" y="345"/>
                </a:lnTo>
                <a:lnTo>
                  <a:pt x="36" y="343"/>
                </a:lnTo>
                <a:lnTo>
                  <a:pt x="36" y="342"/>
                </a:lnTo>
                <a:lnTo>
                  <a:pt x="37" y="340"/>
                </a:lnTo>
                <a:lnTo>
                  <a:pt x="37" y="339"/>
                </a:lnTo>
                <a:lnTo>
                  <a:pt x="38" y="339"/>
                </a:lnTo>
                <a:lnTo>
                  <a:pt x="38" y="338"/>
                </a:lnTo>
                <a:lnTo>
                  <a:pt x="39" y="338"/>
                </a:lnTo>
                <a:lnTo>
                  <a:pt x="40" y="338"/>
                </a:lnTo>
                <a:lnTo>
                  <a:pt x="41" y="338"/>
                </a:lnTo>
                <a:lnTo>
                  <a:pt x="42" y="338"/>
                </a:lnTo>
                <a:lnTo>
                  <a:pt x="44" y="338"/>
                </a:lnTo>
                <a:lnTo>
                  <a:pt x="45" y="338"/>
                </a:lnTo>
                <a:lnTo>
                  <a:pt x="46" y="337"/>
                </a:lnTo>
                <a:lnTo>
                  <a:pt x="47" y="337"/>
                </a:lnTo>
                <a:lnTo>
                  <a:pt x="48" y="335"/>
                </a:lnTo>
                <a:lnTo>
                  <a:pt x="48" y="334"/>
                </a:lnTo>
                <a:lnTo>
                  <a:pt x="47" y="334"/>
                </a:lnTo>
                <a:lnTo>
                  <a:pt x="47" y="332"/>
                </a:lnTo>
                <a:lnTo>
                  <a:pt x="48" y="332"/>
                </a:lnTo>
                <a:lnTo>
                  <a:pt x="48" y="331"/>
                </a:lnTo>
                <a:lnTo>
                  <a:pt x="49" y="331"/>
                </a:lnTo>
                <a:lnTo>
                  <a:pt x="49" y="330"/>
                </a:lnTo>
                <a:lnTo>
                  <a:pt x="49" y="329"/>
                </a:lnTo>
                <a:lnTo>
                  <a:pt x="49" y="328"/>
                </a:lnTo>
                <a:lnTo>
                  <a:pt x="50" y="327"/>
                </a:lnTo>
                <a:lnTo>
                  <a:pt x="51" y="326"/>
                </a:lnTo>
                <a:lnTo>
                  <a:pt x="51" y="325"/>
                </a:lnTo>
                <a:lnTo>
                  <a:pt x="50" y="325"/>
                </a:lnTo>
                <a:lnTo>
                  <a:pt x="50" y="324"/>
                </a:lnTo>
                <a:lnTo>
                  <a:pt x="49" y="324"/>
                </a:lnTo>
                <a:lnTo>
                  <a:pt x="49" y="323"/>
                </a:lnTo>
                <a:lnTo>
                  <a:pt x="49" y="322"/>
                </a:lnTo>
                <a:lnTo>
                  <a:pt x="49" y="321"/>
                </a:lnTo>
                <a:lnTo>
                  <a:pt x="49" y="320"/>
                </a:lnTo>
                <a:lnTo>
                  <a:pt x="48" y="320"/>
                </a:lnTo>
                <a:lnTo>
                  <a:pt x="48" y="319"/>
                </a:lnTo>
                <a:lnTo>
                  <a:pt x="48" y="318"/>
                </a:lnTo>
                <a:lnTo>
                  <a:pt x="48" y="317"/>
                </a:lnTo>
                <a:lnTo>
                  <a:pt x="49" y="317"/>
                </a:lnTo>
                <a:lnTo>
                  <a:pt x="50" y="317"/>
                </a:lnTo>
                <a:lnTo>
                  <a:pt x="51" y="316"/>
                </a:lnTo>
                <a:lnTo>
                  <a:pt x="51" y="315"/>
                </a:lnTo>
                <a:lnTo>
                  <a:pt x="50" y="315"/>
                </a:lnTo>
                <a:lnTo>
                  <a:pt x="49" y="314"/>
                </a:lnTo>
                <a:lnTo>
                  <a:pt x="48" y="314"/>
                </a:lnTo>
                <a:lnTo>
                  <a:pt x="48" y="313"/>
                </a:lnTo>
                <a:lnTo>
                  <a:pt x="47" y="313"/>
                </a:lnTo>
                <a:lnTo>
                  <a:pt x="46" y="313"/>
                </a:lnTo>
                <a:lnTo>
                  <a:pt x="45" y="313"/>
                </a:lnTo>
                <a:lnTo>
                  <a:pt x="44" y="312"/>
                </a:lnTo>
                <a:lnTo>
                  <a:pt x="43" y="312"/>
                </a:lnTo>
                <a:lnTo>
                  <a:pt x="43" y="311"/>
                </a:lnTo>
                <a:lnTo>
                  <a:pt x="42" y="311"/>
                </a:lnTo>
                <a:lnTo>
                  <a:pt x="42" y="310"/>
                </a:lnTo>
                <a:lnTo>
                  <a:pt x="43" y="310"/>
                </a:lnTo>
                <a:lnTo>
                  <a:pt x="43" y="309"/>
                </a:lnTo>
                <a:lnTo>
                  <a:pt x="44" y="309"/>
                </a:lnTo>
                <a:lnTo>
                  <a:pt x="45" y="309"/>
                </a:lnTo>
                <a:lnTo>
                  <a:pt x="47" y="308"/>
                </a:lnTo>
                <a:lnTo>
                  <a:pt x="47" y="307"/>
                </a:lnTo>
                <a:lnTo>
                  <a:pt x="48" y="307"/>
                </a:lnTo>
                <a:lnTo>
                  <a:pt x="47" y="307"/>
                </a:lnTo>
                <a:lnTo>
                  <a:pt x="47" y="306"/>
                </a:lnTo>
                <a:lnTo>
                  <a:pt x="46" y="305"/>
                </a:lnTo>
                <a:lnTo>
                  <a:pt x="44" y="304"/>
                </a:lnTo>
                <a:lnTo>
                  <a:pt x="42" y="303"/>
                </a:lnTo>
                <a:lnTo>
                  <a:pt x="41" y="303"/>
                </a:lnTo>
                <a:lnTo>
                  <a:pt x="40" y="303"/>
                </a:lnTo>
                <a:lnTo>
                  <a:pt x="40" y="302"/>
                </a:lnTo>
                <a:lnTo>
                  <a:pt x="39" y="302"/>
                </a:lnTo>
                <a:lnTo>
                  <a:pt x="40" y="302"/>
                </a:lnTo>
                <a:lnTo>
                  <a:pt x="40" y="301"/>
                </a:lnTo>
                <a:lnTo>
                  <a:pt x="39" y="301"/>
                </a:lnTo>
                <a:lnTo>
                  <a:pt x="38" y="299"/>
                </a:lnTo>
                <a:lnTo>
                  <a:pt x="37" y="297"/>
                </a:lnTo>
                <a:lnTo>
                  <a:pt x="36" y="295"/>
                </a:lnTo>
                <a:lnTo>
                  <a:pt x="35" y="294"/>
                </a:lnTo>
                <a:lnTo>
                  <a:pt x="35" y="293"/>
                </a:lnTo>
                <a:lnTo>
                  <a:pt x="34" y="292"/>
                </a:lnTo>
                <a:lnTo>
                  <a:pt x="33" y="290"/>
                </a:lnTo>
                <a:lnTo>
                  <a:pt x="33" y="289"/>
                </a:lnTo>
                <a:lnTo>
                  <a:pt x="32" y="289"/>
                </a:lnTo>
                <a:lnTo>
                  <a:pt x="31" y="288"/>
                </a:lnTo>
                <a:lnTo>
                  <a:pt x="30" y="287"/>
                </a:lnTo>
                <a:lnTo>
                  <a:pt x="29" y="287"/>
                </a:lnTo>
                <a:lnTo>
                  <a:pt x="28" y="287"/>
                </a:lnTo>
                <a:lnTo>
                  <a:pt x="27" y="286"/>
                </a:lnTo>
                <a:lnTo>
                  <a:pt x="26" y="286"/>
                </a:lnTo>
                <a:lnTo>
                  <a:pt x="26" y="285"/>
                </a:lnTo>
                <a:lnTo>
                  <a:pt x="26" y="284"/>
                </a:lnTo>
                <a:lnTo>
                  <a:pt x="26" y="283"/>
                </a:lnTo>
                <a:lnTo>
                  <a:pt x="27" y="282"/>
                </a:lnTo>
                <a:lnTo>
                  <a:pt x="26" y="281"/>
                </a:lnTo>
                <a:lnTo>
                  <a:pt x="26" y="280"/>
                </a:lnTo>
                <a:lnTo>
                  <a:pt x="25" y="280"/>
                </a:lnTo>
                <a:lnTo>
                  <a:pt x="25" y="279"/>
                </a:lnTo>
                <a:lnTo>
                  <a:pt x="24" y="278"/>
                </a:lnTo>
                <a:lnTo>
                  <a:pt x="24" y="277"/>
                </a:lnTo>
                <a:lnTo>
                  <a:pt x="25" y="277"/>
                </a:lnTo>
                <a:lnTo>
                  <a:pt x="25" y="276"/>
                </a:lnTo>
                <a:lnTo>
                  <a:pt x="25" y="275"/>
                </a:lnTo>
                <a:lnTo>
                  <a:pt x="25" y="274"/>
                </a:lnTo>
                <a:lnTo>
                  <a:pt x="25" y="273"/>
                </a:lnTo>
                <a:lnTo>
                  <a:pt x="24" y="273"/>
                </a:lnTo>
                <a:lnTo>
                  <a:pt x="24" y="272"/>
                </a:lnTo>
                <a:lnTo>
                  <a:pt x="24" y="271"/>
                </a:lnTo>
                <a:lnTo>
                  <a:pt x="25" y="271"/>
                </a:lnTo>
                <a:lnTo>
                  <a:pt x="26" y="269"/>
                </a:lnTo>
                <a:lnTo>
                  <a:pt x="26" y="268"/>
                </a:lnTo>
                <a:lnTo>
                  <a:pt x="26" y="267"/>
                </a:lnTo>
                <a:lnTo>
                  <a:pt x="25" y="267"/>
                </a:lnTo>
                <a:lnTo>
                  <a:pt x="25" y="266"/>
                </a:lnTo>
                <a:lnTo>
                  <a:pt x="25" y="265"/>
                </a:lnTo>
                <a:lnTo>
                  <a:pt x="25" y="262"/>
                </a:lnTo>
                <a:lnTo>
                  <a:pt x="25" y="261"/>
                </a:lnTo>
                <a:lnTo>
                  <a:pt x="26" y="261"/>
                </a:lnTo>
                <a:lnTo>
                  <a:pt x="26" y="260"/>
                </a:lnTo>
                <a:lnTo>
                  <a:pt x="27" y="260"/>
                </a:lnTo>
                <a:lnTo>
                  <a:pt x="27" y="259"/>
                </a:lnTo>
                <a:lnTo>
                  <a:pt x="28" y="259"/>
                </a:lnTo>
                <a:lnTo>
                  <a:pt x="28" y="260"/>
                </a:lnTo>
                <a:lnTo>
                  <a:pt x="29" y="260"/>
                </a:lnTo>
                <a:lnTo>
                  <a:pt x="30" y="260"/>
                </a:lnTo>
                <a:lnTo>
                  <a:pt x="30" y="259"/>
                </a:lnTo>
                <a:lnTo>
                  <a:pt x="30" y="258"/>
                </a:lnTo>
                <a:lnTo>
                  <a:pt x="30" y="257"/>
                </a:lnTo>
                <a:lnTo>
                  <a:pt x="30" y="256"/>
                </a:lnTo>
                <a:lnTo>
                  <a:pt x="31" y="255"/>
                </a:lnTo>
                <a:lnTo>
                  <a:pt x="31" y="254"/>
                </a:lnTo>
                <a:lnTo>
                  <a:pt x="31" y="253"/>
                </a:lnTo>
                <a:lnTo>
                  <a:pt x="31" y="252"/>
                </a:lnTo>
                <a:lnTo>
                  <a:pt x="31" y="251"/>
                </a:lnTo>
                <a:lnTo>
                  <a:pt x="31" y="250"/>
                </a:lnTo>
                <a:lnTo>
                  <a:pt x="32" y="250"/>
                </a:lnTo>
                <a:lnTo>
                  <a:pt x="33" y="250"/>
                </a:lnTo>
                <a:lnTo>
                  <a:pt x="34" y="250"/>
                </a:lnTo>
                <a:lnTo>
                  <a:pt x="35" y="250"/>
                </a:lnTo>
                <a:lnTo>
                  <a:pt x="37" y="250"/>
                </a:lnTo>
                <a:lnTo>
                  <a:pt x="38" y="250"/>
                </a:lnTo>
                <a:lnTo>
                  <a:pt x="39" y="249"/>
                </a:lnTo>
                <a:lnTo>
                  <a:pt x="40" y="249"/>
                </a:lnTo>
                <a:lnTo>
                  <a:pt x="40" y="248"/>
                </a:lnTo>
                <a:lnTo>
                  <a:pt x="41" y="247"/>
                </a:lnTo>
                <a:lnTo>
                  <a:pt x="42" y="246"/>
                </a:lnTo>
                <a:lnTo>
                  <a:pt x="44" y="245"/>
                </a:lnTo>
                <a:lnTo>
                  <a:pt x="45" y="245"/>
                </a:lnTo>
                <a:lnTo>
                  <a:pt x="46" y="244"/>
                </a:lnTo>
                <a:lnTo>
                  <a:pt x="47" y="244"/>
                </a:lnTo>
                <a:lnTo>
                  <a:pt x="47" y="243"/>
                </a:lnTo>
                <a:lnTo>
                  <a:pt x="47" y="242"/>
                </a:lnTo>
                <a:lnTo>
                  <a:pt x="47" y="241"/>
                </a:lnTo>
                <a:lnTo>
                  <a:pt x="48" y="238"/>
                </a:lnTo>
                <a:lnTo>
                  <a:pt x="50" y="236"/>
                </a:lnTo>
                <a:lnTo>
                  <a:pt x="50" y="235"/>
                </a:lnTo>
                <a:lnTo>
                  <a:pt x="51" y="235"/>
                </a:lnTo>
                <a:lnTo>
                  <a:pt x="52" y="235"/>
                </a:lnTo>
                <a:lnTo>
                  <a:pt x="53" y="235"/>
                </a:lnTo>
                <a:lnTo>
                  <a:pt x="54" y="235"/>
                </a:lnTo>
                <a:lnTo>
                  <a:pt x="54" y="236"/>
                </a:lnTo>
                <a:lnTo>
                  <a:pt x="55" y="236"/>
                </a:lnTo>
                <a:lnTo>
                  <a:pt x="56" y="236"/>
                </a:lnTo>
                <a:lnTo>
                  <a:pt x="57" y="235"/>
                </a:lnTo>
                <a:lnTo>
                  <a:pt x="58" y="235"/>
                </a:lnTo>
                <a:lnTo>
                  <a:pt x="58" y="234"/>
                </a:lnTo>
                <a:lnTo>
                  <a:pt x="58" y="233"/>
                </a:lnTo>
                <a:lnTo>
                  <a:pt x="58" y="232"/>
                </a:lnTo>
                <a:lnTo>
                  <a:pt x="58" y="231"/>
                </a:lnTo>
                <a:lnTo>
                  <a:pt x="58" y="230"/>
                </a:lnTo>
                <a:lnTo>
                  <a:pt x="57" y="229"/>
                </a:lnTo>
                <a:lnTo>
                  <a:pt x="58" y="229"/>
                </a:lnTo>
                <a:lnTo>
                  <a:pt x="58" y="228"/>
                </a:lnTo>
                <a:lnTo>
                  <a:pt x="59" y="228"/>
                </a:lnTo>
                <a:lnTo>
                  <a:pt x="59" y="229"/>
                </a:lnTo>
                <a:lnTo>
                  <a:pt x="60" y="229"/>
                </a:lnTo>
                <a:lnTo>
                  <a:pt x="60" y="228"/>
                </a:lnTo>
                <a:lnTo>
                  <a:pt x="61" y="228"/>
                </a:lnTo>
                <a:lnTo>
                  <a:pt x="61" y="227"/>
                </a:lnTo>
                <a:lnTo>
                  <a:pt x="61" y="226"/>
                </a:lnTo>
                <a:lnTo>
                  <a:pt x="61" y="225"/>
                </a:lnTo>
                <a:lnTo>
                  <a:pt x="61" y="224"/>
                </a:lnTo>
                <a:lnTo>
                  <a:pt x="61" y="223"/>
                </a:lnTo>
                <a:lnTo>
                  <a:pt x="62" y="223"/>
                </a:lnTo>
                <a:lnTo>
                  <a:pt x="62" y="222"/>
                </a:lnTo>
                <a:lnTo>
                  <a:pt x="61" y="222"/>
                </a:lnTo>
                <a:lnTo>
                  <a:pt x="61" y="221"/>
                </a:lnTo>
                <a:lnTo>
                  <a:pt x="60" y="221"/>
                </a:lnTo>
                <a:lnTo>
                  <a:pt x="60" y="220"/>
                </a:lnTo>
                <a:lnTo>
                  <a:pt x="59" y="219"/>
                </a:lnTo>
                <a:lnTo>
                  <a:pt x="58" y="218"/>
                </a:lnTo>
                <a:lnTo>
                  <a:pt x="58" y="217"/>
                </a:lnTo>
                <a:lnTo>
                  <a:pt x="59" y="217"/>
                </a:lnTo>
                <a:lnTo>
                  <a:pt x="59" y="216"/>
                </a:lnTo>
                <a:lnTo>
                  <a:pt x="59" y="215"/>
                </a:lnTo>
                <a:lnTo>
                  <a:pt x="60" y="215"/>
                </a:lnTo>
                <a:lnTo>
                  <a:pt x="60" y="214"/>
                </a:lnTo>
                <a:lnTo>
                  <a:pt x="60" y="213"/>
                </a:lnTo>
                <a:lnTo>
                  <a:pt x="61" y="213"/>
                </a:lnTo>
                <a:lnTo>
                  <a:pt x="62" y="213"/>
                </a:lnTo>
                <a:lnTo>
                  <a:pt x="62" y="212"/>
                </a:lnTo>
                <a:lnTo>
                  <a:pt x="62" y="211"/>
                </a:lnTo>
                <a:lnTo>
                  <a:pt x="61" y="211"/>
                </a:lnTo>
                <a:lnTo>
                  <a:pt x="61" y="210"/>
                </a:lnTo>
                <a:lnTo>
                  <a:pt x="62" y="209"/>
                </a:lnTo>
                <a:lnTo>
                  <a:pt x="62" y="208"/>
                </a:lnTo>
                <a:lnTo>
                  <a:pt x="63" y="208"/>
                </a:lnTo>
                <a:lnTo>
                  <a:pt x="64" y="208"/>
                </a:lnTo>
                <a:lnTo>
                  <a:pt x="64" y="207"/>
                </a:lnTo>
                <a:lnTo>
                  <a:pt x="65" y="206"/>
                </a:lnTo>
                <a:lnTo>
                  <a:pt x="65" y="205"/>
                </a:lnTo>
                <a:lnTo>
                  <a:pt x="66" y="204"/>
                </a:lnTo>
                <a:lnTo>
                  <a:pt x="66" y="203"/>
                </a:lnTo>
                <a:lnTo>
                  <a:pt x="65" y="203"/>
                </a:lnTo>
                <a:lnTo>
                  <a:pt x="65" y="202"/>
                </a:lnTo>
                <a:lnTo>
                  <a:pt x="66" y="201"/>
                </a:lnTo>
                <a:lnTo>
                  <a:pt x="67" y="201"/>
                </a:lnTo>
                <a:lnTo>
                  <a:pt x="67" y="200"/>
                </a:lnTo>
                <a:lnTo>
                  <a:pt x="68" y="200"/>
                </a:lnTo>
                <a:lnTo>
                  <a:pt x="68" y="199"/>
                </a:lnTo>
                <a:lnTo>
                  <a:pt x="68" y="198"/>
                </a:lnTo>
                <a:lnTo>
                  <a:pt x="69" y="198"/>
                </a:lnTo>
                <a:lnTo>
                  <a:pt x="69" y="197"/>
                </a:lnTo>
                <a:lnTo>
                  <a:pt x="69" y="196"/>
                </a:lnTo>
                <a:lnTo>
                  <a:pt x="70" y="196"/>
                </a:lnTo>
                <a:lnTo>
                  <a:pt x="70" y="195"/>
                </a:lnTo>
                <a:lnTo>
                  <a:pt x="70" y="194"/>
                </a:lnTo>
                <a:lnTo>
                  <a:pt x="69" y="193"/>
                </a:lnTo>
                <a:lnTo>
                  <a:pt x="69" y="192"/>
                </a:lnTo>
                <a:lnTo>
                  <a:pt x="70" y="192"/>
                </a:lnTo>
                <a:lnTo>
                  <a:pt x="70" y="191"/>
                </a:lnTo>
                <a:lnTo>
                  <a:pt x="71" y="191"/>
                </a:lnTo>
                <a:lnTo>
                  <a:pt x="71" y="190"/>
                </a:lnTo>
                <a:lnTo>
                  <a:pt x="70" y="188"/>
                </a:lnTo>
                <a:lnTo>
                  <a:pt x="70" y="186"/>
                </a:lnTo>
                <a:lnTo>
                  <a:pt x="69" y="184"/>
                </a:lnTo>
                <a:lnTo>
                  <a:pt x="69" y="183"/>
                </a:lnTo>
                <a:lnTo>
                  <a:pt x="68" y="183"/>
                </a:lnTo>
                <a:lnTo>
                  <a:pt x="68" y="182"/>
                </a:lnTo>
                <a:lnTo>
                  <a:pt x="67" y="182"/>
                </a:lnTo>
                <a:lnTo>
                  <a:pt x="68" y="182"/>
                </a:lnTo>
                <a:lnTo>
                  <a:pt x="68" y="181"/>
                </a:lnTo>
                <a:lnTo>
                  <a:pt x="68" y="180"/>
                </a:lnTo>
                <a:lnTo>
                  <a:pt x="69" y="180"/>
                </a:lnTo>
                <a:lnTo>
                  <a:pt x="69" y="179"/>
                </a:lnTo>
                <a:lnTo>
                  <a:pt x="72" y="177"/>
                </a:lnTo>
                <a:lnTo>
                  <a:pt x="73" y="177"/>
                </a:lnTo>
                <a:lnTo>
                  <a:pt x="74" y="177"/>
                </a:lnTo>
                <a:lnTo>
                  <a:pt x="76" y="177"/>
                </a:lnTo>
                <a:lnTo>
                  <a:pt x="76" y="176"/>
                </a:lnTo>
                <a:lnTo>
                  <a:pt x="77" y="176"/>
                </a:lnTo>
                <a:lnTo>
                  <a:pt x="78" y="176"/>
                </a:lnTo>
                <a:lnTo>
                  <a:pt x="78" y="175"/>
                </a:lnTo>
                <a:lnTo>
                  <a:pt x="79" y="175"/>
                </a:lnTo>
                <a:lnTo>
                  <a:pt x="80" y="174"/>
                </a:lnTo>
                <a:lnTo>
                  <a:pt x="82" y="172"/>
                </a:lnTo>
                <a:lnTo>
                  <a:pt x="82" y="171"/>
                </a:lnTo>
                <a:lnTo>
                  <a:pt x="82" y="169"/>
                </a:lnTo>
                <a:lnTo>
                  <a:pt x="83" y="169"/>
                </a:lnTo>
                <a:lnTo>
                  <a:pt x="83" y="168"/>
                </a:lnTo>
                <a:lnTo>
                  <a:pt x="84" y="168"/>
                </a:lnTo>
                <a:lnTo>
                  <a:pt x="84" y="167"/>
                </a:lnTo>
                <a:lnTo>
                  <a:pt x="84" y="166"/>
                </a:lnTo>
                <a:lnTo>
                  <a:pt x="85" y="165"/>
                </a:lnTo>
                <a:lnTo>
                  <a:pt x="85" y="164"/>
                </a:lnTo>
                <a:lnTo>
                  <a:pt x="84" y="164"/>
                </a:lnTo>
                <a:lnTo>
                  <a:pt x="84" y="163"/>
                </a:lnTo>
                <a:lnTo>
                  <a:pt x="85" y="162"/>
                </a:lnTo>
                <a:lnTo>
                  <a:pt x="85" y="161"/>
                </a:lnTo>
                <a:lnTo>
                  <a:pt x="86" y="161"/>
                </a:lnTo>
                <a:lnTo>
                  <a:pt x="86" y="160"/>
                </a:lnTo>
                <a:lnTo>
                  <a:pt x="86" y="159"/>
                </a:lnTo>
                <a:lnTo>
                  <a:pt x="87" y="158"/>
                </a:lnTo>
                <a:lnTo>
                  <a:pt x="87" y="157"/>
                </a:lnTo>
                <a:lnTo>
                  <a:pt x="87" y="156"/>
                </a:lnTo>
                <a:lnTo>
                  <a:pt x="88" y="156"/>
                </a:lnTo>
                <a:lnTo>
                  <a:pt x="88" y="155"/>
                </a:lnTo>
                <a:lnTo>
                  <a:pt x="89" y="155"/>
                </a:lnTo>
                <a:lnTo>
                  <a:pt x="89" y="154"/>
                </a:lnTo>
                <a:lnTo>
                  <a:pt x="89" y="153"/>
                </a:lnTo>
                <a:lnTo>
                  <a:pt x="89" y="152"/>
                </a:lnTo>
                <a:lnTo>
                  <a:pt x="89" y="151"/>
                </a:lnTo>
                <a:lnTo>
                  <a:pt x="90" y="150"/>
                </a:lnTo>
                <a:lnTo>
                  <a:pt x="90" y="149"/>
                </a:lnTo>
                <a:lnTo>
                  <a:pt x="91" y="149"/>
                </a:lnTo>
                <a:lnTo>
                  <a:pt x="92" y="148"/>
                </a:lnTo>
                <a:lnTo>
                  <a:pt x="90" y="148"/>
                </a:lnTo>
                <a:lnTo>
                  <a:pt x="89" y="148"/>
                </a:lnTo>
                <a:lnTo>
                  <a:pt x="88" y="148"/>
                </a:lnTo>
                <a:lnTo>
                  <a:pt x="87" y="147"/>
                </a:lnTo>
                <a:lnTo>
                  <a:pt x="86" y="147"/>
                </a:lnTo>
                <a:lnTo>
                  <a:pt x="85" y="146"/>
                </a:lnTo>
                <a:lnTo>
                  <a:pt x="85" y="145"/>
                </a:lnTo>
                <a:lnTo>
                  <a:pt x="86" y="145"/>
                </a:lnTo>
                <a:lnTo>
                  <a:pt x="87" y="144"/>
                </a:lnTo>
                <a:lnTo>
                  <a:pt x="87" y="143"/>
                </a:lnTo>
                <a:lnTo>
                  <a:pt x="86" y="143"/>
                </a:lnTo>
                <a:lnTo>
                  <a:pt x="85" y="143"/>
                </a:lnTo>
                <a:lnTo>
                  <a:pt x="85" y="144"/>
                </a:lnTo>
                <a:lnTo>
                  <a:pt x="84" y="144"/>
                </a:lnTo>
                <a:lnTo>
                  <a:pt x="84" y="145"/>
                </a:lnTo>
                <a:lnTo>
                  <a:pt x="83" y="145"/>
                </a:lnTo>
                <a:lnTo>
                  <a:pt x="83" y="144"/>
                </a:lnTo>
                <a:lnTo>
                  <a:pt x="83" y="143"/>
                </a:lnTo>
                <a:lnTo>
                  <a:pt x="84" y="142"/>
                </a:lnTo>
                <a:lnTo>
                  <a:pt x="83" y="142"/>
                </a:lnTo>
                <a:lnTo>
                  <a:pt x="83" y="141"/>
                </a:lnTo>
                <a:lnTo>
                  <a:pt x="82" y="141"/>
                </a:lnTo>
                <a:lnTo>
                  <a:pt x="81" y="141"/>
                </a:lnTo>
                <a:lnTo>
                  <a:pt x="80" y="141"/>
                </a:lnTo>
                <a:lnTo>
                  <a:pt x="79" y="141"/>
                </a:lnTo>
                <a:lnTo>
                  <a:pt x="80" y="141"/>
                </a:lnTo>
                <a:lnTo>
                  <a:pt x="80" y="140"/>
                </a:lnTo>
                <a:lnTo>
                  <a:pt x="81" y="139"/>
                </a:lnTo>
                <a:lnTo>
                  <a:pt x="82" y="138"/>
                </a:lnTo>
                <a:lnTo>
                  <a:pt x="82" y="137"/>
                </a:lnTo>
                <a:lnTo>
                  <a:pt x="83" y="137"/>
                </a:lnTo>
                <a:lnTo>
                  <a:pt x="83" y="136"/>
                </a:lnTo>
                <a:lnTo>
                  <a:pt x="84" y="136"/>
                </a:lnTo>
                <a:lnTo>
                  <a:pt x="85" y="136"/>
                </a:lnTo>
                <a:lnTo>
                  <a:pt x="86" y="136"/>
                </a:lnTo>
                <a:lnTo>
                  <a:pt x="87" y="136"/>
                </a:lnTo>
                <a:lnTo>
                  <a:pt x="88" y="136"/>
                </a:lnTo>
                <a:lnTo>
                  <a:pt x="88" y="135"/>
                </a:lnTo>
                <a:lnTo>
                  <a:pt x="89" y="135"/>
                </a:lnTo>
                <a:lnTo>
                  <a:pt x="89" y="136"/>
                </a:lnTo>
                <a:lnTo>
                  <a:pt x="90" y="136"/>
                </a:lnTo>
                <a:lnTo>
                  <a:pt x="90" y="135"/>
                </a:lnTo>
                <a:lnTo>
                  <a:pt x="92" y="135"/>
                </a:lnTo>
                <a:lnTo>
                  <a:pt x="93" y="135"/>
                </a:lnTo>
                <a:lnTo>
                  <a:pt x="93" y="136"/>
                </a:lnTo>
                <a:lnTo>
                  <a:pt x="94" y="136"/>
                </a:lnTo>
                <a:lnTo>
                  <a:pt x="95" y="136"/>
                </a:lnTo>
                <a:lnTo>
                  <a:pt x="96" y="136"/>
                </a:lnTo>
                <a:lnTo>
                  <a:pt x="98" y="136"/>
                </a:lnTo>
                <a:lnTo>
                  <a:pt x="100" y="136"/>
                </a:lnTo>
                <a:lnTo>
                  <a:pt x="101" y="135"/>
                </a:lnTo>
                <a:lnTo>
                  <a:pt x="102" y="135"/>
                </a:lnTo>
                <a:lnTo>
                  <a:pt x="102" y="134"/>
                </a:lnTo>
                <a:lnTo>
                  <a:pt x="102" y="133"/>
                </a:lnTo>
                <a:lnTo>
                  <a:pt x="102" y="131"/>
                </a:lnTo>
                <a:lnTo>
                  <a:pt x="103" y="130"/>
                </a:lnTo>
                <a:lnTo>
                  <a:pt x="104" y="129"/>
                </a:lnTo>
                <a:lnTo>
                  <a:pt x="105" y="128"/>
                </a:lnTo>
                <a:lnTo>
                  <a:pt x="106" y="128"/>
                </a:lnTo>
                <a:lnTo>
                  <a:pt x="107" y="128"/>
                </a:lnTo>
                <a:lnTo>
                  <a:pt x="108" y="127"/>
                </a:lnTo>
                <a:lnTo>
                  <a:pt x="108" y="126"/>
                </a:lnTo>
                <a:lnTo>
                  <a:pt x="108" y="125"/>
                </a:lnTo>
                <a:lnTo>
                  <a:pt x="108" y="124"/>
                </a:lnTo>
                <a:lnTo>
                  <a:pt x="107" y="124"/>
                </a:lnTo>
                <a:lnTo>
                  <a:pt x="107" y="123"/>
                </a:lnTo>
                <a:lnTo>
                  <a:pt x="108" y="122"/>
                </a:lnTo>
                <a:lnTo>
                  <a:pt x="108" y="120"/>
                </a:lnTo>
                <a:lnTo>
                  <a:pt x="109" y="119"/>
                </a:lnTo>
                <a:lnTo>
                  <a:pt x="109" y="118"/>
                </a:lnTo>
                <a:lnTo>
                  <a:pt x="109" y="117"/>
                </a:lnTo>
                <a:lnTo>
                  <a:pt x="108" y="117"/>
                </a:lnTo>
                <a:lnTo>
                  <a:pt x="108" y="116"/>
                </a:lnTo>
                <a:lnTo>
                  <a:pt x="108" y="115"/>
                </a:lnTo>
                <a:lnTo>
                  <a:pt x="109" y="115"/>
                </a:lnTo>
                <a:lnTo>
                  <a:pt x="110" y="116"/>
                </a:lnTo>
                <a:lnTo>
                  <a:pt x="110" y="117"/>
                </a:lnTo>
                <a:lnTo>
                  <a:pt x="111" y="117"/>
                </a:lnTo>
                <a:lnTo>
                  <a:pt x="111" y="115"/>
                </a:lnTo>
                <a:lnTo>
                  <a:pt x="110" y="115"/>
                </a:lnTo>
                <a:lnTo>
                  <a:pt x="109" y="114"/>
                </a:lnTo>
                <a:lnTo>
                  <a:pt x="109" y="113"/>
                </a:lnTo>
                <a:lnTo>
                  <a:pt x="110" y="113"/>
                </a:lnTo>
                <a:lnTo>
                  <a:pt x="111" y="113"/>
                </a:lnTo>
                <a:lnTo>
                  <a:pt x="112" y="112"/>
                </a:lnTo>
                <a:lnTo>
                  <a:pt x="113" y="112"/>
                </a:lnTo>
                <a:lnTo>
                  <a:pt x="114" y="111"/>
                </a:lnTo>
                <a:lnTo>
                  <a:pt x="115" y="111"/>
                </a:lnTo>
                <a:lnTo>
                  <a:pt x="116" y="111"/>
                </a:lnTo>
                <a:lnTo>
                  <a:pt x="117" y="111"/>
                </a:lnTo>
                <a:lnTo>
                  <a:pt x="117" y="112"/>
                </a:lnTo>
                <a:lnTo>
                  <a:pt x="118" y="112"/>
                </a:lnTo>
                <a:lnTo>
                  <a:pt x="121" y="113"/>
                </a:lnTo>
                <a:lnTo>
                  <a:pt x="122" y="113"/>
                </a:lnTo>
                <a:lnTo>
                  <a:pt x="123" y="113"/>
                </a:lnTo>
                <a:lnTo>
                  <a:pt x="125" y="114"/>
                </a:lnTo>
                <a:lnTo>
                  <a:pt x="126" y="114"/>
                </a:lnTo>
                <a:lnTo>
                  <a:pt x="126" y="113"/>
                </a:lnTo>
                <a:lnTo>
                  <a:pt x="127" y="113"/>
                </a:lnTo>
                <a:lnTo>
                  <a:pt x="128" y="114"/>
                </a:lnTo>
                <a:lnTo>
                  <a:pt x="129" y="114"/>
                </a:lnTo>
                <a:lnTo>
                  <a:pt x="131" y="114"/>
                </a:lnTo>
                <a:lnTo>
                  <a:pt x="132" y="115"/>
                </a:lnTo>
                <a:lnTo>
                  <a:pt x="133" y="116"/>
                </a:lnTo>
                <a:lnTo>
                  <a:pt x="134" y="116"/>
                </a:lnTo>
                <a:lnTo>
                  <a:pt x="134" y="117"/>
                </a:lnTo>
                <a:lnTo>
                  <a:pt x="137" y="118"/>
                </a:lnTo>
                <a:lnTo>
                  <a:pt x="139" y="119"/>
                </a:lnTo>
                <a:lnTo>
                  <a:pt x="140" y="119"/>
                </a:lnTo>
                <a:lnTo>
                  <a:pt x="142" y="118"/>
                </a:lnTo>
                <a:lnTo>
                  <a:pt x="143" y="117"/>
                </a:lnTo>
                <a:lnTo>
                  <a:pt x="143" y="116"/>
                </a:lnTo>
                <a:lnTo>
                  <a:pt x="144" y="116"/>
                </a:lnTo>
                <a:lnTo>
                  <a:pt x="144" y="115"/>
                </a:lnTo>
                <a:lnTo>
                  <a:pt x="145" y="115"/>
                </a:lnTo>
                <a:lnTo>
                  <a:pt x="146" y="116"/>
                </a:lnTo>
                <a:lnTo>
                  <a:pt x="147" y="116"/>
                </a:lnTo>
                <a:lnTo>
                  <a:pt x="148" y="117"/>
                </a:lnTo>
                <a:lnTo>
                  <a:pt x="149" y="117"/>
                </a:lnTo>
                <a:lnTo>
                  <a:pt x="149" y="116"/>
                </a:lnTo>
                <a:lnTo>
                  <a:pt x="150" y="116"/>
                </a:lnTo>
                <a:lnTo>
                  <a:pt x="151" y="116"/>
                </a:lnTo>
                <a:lnTo>
                  <a:pt x="152" y="116"/>
                </a:lnTo>
                <a:lnTo>
                  <a:pt x="153" y="117"/>
                </a:lnTo>
                <a:lnTo>
                  <a:pt x="153" y="116"/>
                </a:lnTo>
                <a:lnTo>
                  <a:pt x="153" y="114"/>
                </a:lnTo>
                <a:lnTo>
                  <a:pt x="154" y="113"/>
                </a:lnTo>
                <a:lnTo>
                  <a:pt x="153" y="112"/>
                </a:lnTo>
                <a:lnTo>
                  <a:pt x="153" y="111"/>
                </a:lnTo>
                <a:lnTo>
                  <a:pt x="155" y="109"/>
                </a:lnTo>
                <a:lnTo>
                  <a:pt x="156" y="108"/>
                </a:lnTo>
                <a:lnTo>
                  <a:pt x="157" y="106"/>
                </a:lnTo>
                <a:lnTo>
                  <a:pt x="156" y="105"/>
                </a:lnTo>
                <a:lnTo>
                  <a:pt x="156" y="102"/>
                </a:lnTo>
                <a:lnTo>
                  <a:pt x="157" y="98"/>
                </a:lnTo>
                <a:lnTo>
                  <a:pt x="158" y="96"/>
                </a:lnTo>
                <a:lnTo>
                  <a:pt x="160" y="95"/>
                </a:lnTo>
                <a:lnTo>
                  <a:pt x="161" y="93"/>
                </a:lnTo>
                <a:lnTo>
                  <a:pt x="162" y="92"/>
                </a:lnTo>
                <a:lnTo>
                  <a:pt x="163" y="91"/>
                </a:lnTo>
                <a:lnTo>
                  <a:pt x="163" y="89"/>
                </a:lnTo>
                <a:lnTo>
                  <a:pt x="163" y="88"/>
                </a:lnTo>
                <a:lnTo>
                  <a:pt x="164" y="87"/>
                </a:lnTo>
                <a:lnTo>
                  <a:pt x="165" y="86"/>
                </a:lnTo>
                <a:lnTo>
                  <a:pt x="166" y="85"/>
                </a:lnTo>
                <a:lnTo>
                  <a:pt x="166" y="84"/>
                </a:lnTo>
                <a:lnTo>
                  <a:pt x="167" y="84"/>
                </a:lnTo>
                <a:lnTo>
                  <a:pt x="167" y="83"/>
                </a:lnTo>
                <a:lnTo>
                  <a:pt x="168" y="82"/>
                </a:lnTo>
                <a:lnTo>
                  <a:pt x="168" y="81"/>
                </a:lnTo>
                <a:lnTo>
                  <a:pt x="169" y="80"/>
                </a:lnTo>
                <a:lnTo>
                  <a:pt x="170" y="79"/>
                </a:lnTo>
                <a:lnTo>
                  <a:pt x="170" y="78"/>
                </a:lnTo>
                <a:lnTo>
                  <a:pt x="171" y="78"/>
                </a:lnTo>
                <a:lnTo>
                  <a:pt x="171" y="77"/>
                </a:lnTo>
                <a:lnTo>
                  <a:pt x="171" y="76"/>
                </a:lnTo>
                <a:lnTo>
                  <a:pt x="171" y="75"/>
                </a:lnTo>
                <a:lnTo>
                  <a:pt x="172" y="75"/>
                </a:lnTo>
                <a:lnTo>
                  <a:pt x="172" y="74"/>
                </a:lnTo>
                <a:lnTo>
                  <a:pt x="173" y="73"/>
                </a:lnTo>
                <a:lnTo>
                  <a:pt x="174" y="72"/>
                </a:lnTo>
                <a:lnTo>
                  <a:pt x="175" y="71"/>
                </a:lnTo>
                <a:lnTo>
                  <a:pt x="176" y="70"/>
                </a:lnTo>
                <a:lnTo>
                  <a:pt x="176" y="69"/>
                </a:lnTo>
                <a:lnTo>
                  <a:pt x="176" y="68"/>
                </a:lnTo>
                <a:lnTo>
                  <a:pt x="177" y="67"/>
                </a:lnTo>
                <a:lnTo>
                  <a:pt x="178" y="66"/>
                </a:lnTo>
                <a:lnTo>
                  <a:pt x="179" y="65"/>
                </a:lnTo>
                <a:lnTo>
                  <a:pt x="179" y="64"/>
                </a:lnTo>
                <a:lnTo>
                  <a:pt x="179" y="63"/>
                </a:lnTo>
                <a:lnTo>
                  <a:pt x="180" y="63"/>
                </a:lnTo>
                <a:lnTo>
                  <a:pt x="180" y="62"/>
                </a:lnTo>
                <a:lnTo>
                  <a:pt x="180" y="61"/>
                </a:lnTo>
                <a:lnTo>
                  <a:pt x="180" y="60"/>
                </a:lnTo>
                <a:lnTo>
                  <a:pt x="180" y="59"/>
                </a:lnTo>
                <a:lnTo>
                  <a:pt x="181" y="59"/>
                </a:lnTo>
                <a:lnTo>
                  <a:pt x="182" y="58"/>
                </a:lnTo>
                <a:lnTo>
                  <a:pt x="183" y="58"/>
                </a:lnTo>
                <a:lnTo>
                  <a:pt x="184" y="57"/>
                </a:lnTo>
                <a:lnTo>
                  <a:pt x="185" y="57"/>
                </a:lnTo>
                <a:lnTo>
                  <a:pt x="185" y="56"/>
                </a:lnTo>
                <a:lnTo>
                  <a:pt x="186" y="55"/>
                </a:lnTo>
                <a:lnTo>
                  <a:pt x="186" y="54"/>
                </a:lnTo>
                <a:lnTo>
                  <a:pt x="185" y="54"/>
                </a:lnTo>
                <a:lnTo>
                  <a:pt x="186" y="53"/>
                </a:lnTo>
                <a:lnTo>
                  <a:pt x="187" y="52"/>
                </a:lnTo>
                <a:lnTo>
                  <a:pt x="187" y="51"/>
                </a:lnTo>
                <a:lnTo>
                  <a:pt x="187" y="50"/>
                </a:lnTo>
                <a:lnTo>
                  <a:pt x="188" y="50"/>
                </a:lnTo>
                <a:lnTo>
                  <a:pt x="189" y="50"/>
                </a:lnTo>
                <a:lnTo>
                  <a:pt x="190" y="51"/>
                </a:lnTo>
                <a:lnTo>
                  <a:pt x="191" y="51"/>
                </a:lnTo>
                <a:lnTo>
                  <a:pt x="192" y="50"/>
                </a:lnTo>
                <a:lnTo>
                  <a:pt x="195" y="48"/>
                </a:lnTo>
                <a:lnTo>
                  <a:pt x="196" y="47"/>
                </a:lnTo>
                <a:lnTo>
                  <a:pt x="197" y="47"/>
                </a:lnTo>
                <a:lnTo>
                  <a:pt x="200" y="46"/>
                </a:lnTo>
                <a:lnTo>
                  <a:pt x="201" y="46"/>
                </a:lnTo>
                <a:lnTo>
                  <a:pt x="204" y="48"/>
                </a:lnTo>
                <a:lnTo>
                  <a:pt x="207" y="50"/>
                </a:lnTo>
                <a:lnTo>
                  <a:pt x="208" y="50"/>
                </a:lnTo>
                <a:lnTo>
                  <a:pt x="210" y="50"/>
                </a:lnTo>
                <a:lnTo>
                  <a:pt x="210" y="51"/>
                </a:lnTo>
                <a:lnTo>
                  <a:pt x="211" y="51"/>
                </a:lnTo>
                <a:lnTo>
                  <a:pt x="214" y="52"/>
                </a:lnTo>
                <a:lnTo>
                  <a:pt x="215" y="52"/>
                </a:lnTo>
                <a:lnTo>
                  <a:pt x="216" y="52"/>
                </a:lnTo>
                <a:lnTo>
                  <a:pt x="216" y="53"/>
                </a:lnTo>
                <a:lnTo>
                  <a:pt x="217" y="53"/>
                </a:lnTo>
                <a:lnTo>
                  <a:pt x="217" y="54"/>
                </a:lnTo>
                <a:lnTo>
                  <a:pt x="218" y="54"/>
                </a:lnTo>
                <a:lnTo>
                  <a:pt x="219" y="55"/>
                </a:lnTo>
                <a:lnTo>
                  <a:pt x="220" y="55"/>
                </a:lnTo>
                <a:lnTo>
                  <a:pt x="220" y="56"/>
                </a:lnTo>
                <a:lnTo>
                  <a:pt x="221" y="57"/>
                </a:lnTo>
                <a:lnTo>
                  <a:pt x="222" y="57"/>
                </a:lnTo>
                <a:lnTo>
                  <a:pt x="223" y="58"/>
                </a:lnTo>
                <a:lnTo>
                  <a:pt x="225" y="60"/>
                </a:lnTo>
                <a:lnTo>
                  <a:pt x="226" y="60"/>
                </a:lnTo>
                <a:lnTo>
                  <a:pt x="227" y="60"/>
                </a:lnTo>
                <a:lnTo>
                  <a:pt x="228" y="60"/>
                </a:lnTo>
                <a:lnTo>
                  <a:pt x="230" y="59"/>
                </a:lnTo>
                <a:lnTo>
                  <a:pt x="231" y="58"/>
                </a:lnTo>
                <a:lnTo>
                  <a:pt x="232" y="58"/>
                </a:lnTo>
                <a:lnTo>
                  <a:pt x="233" y="57"/>
                </a:lnTo>
                <a:lnTo>
                  <a:pt x="236" y="56"/>
                </a:lnTo>
                <a:lnTo>
                  <a:pt x="236" y="55"/>
                </a:lnTo>
                <a:lnTo>
                  <a:pt x="237" y="55"/>
                </a:lnTo>
                <a:lnTo>
                  <a:pt x="237" y="54"/>
                </a:lnTo>
                <a:lnTo>
                  <a:pt x="237" y="53"/>
                </a:lnTo>
                <a:lnTo>
                  <a:pt x="237" y="52"/>
                </a:lnTo>
                <a:lnTo>
                  <a:pt x="238" y="52"/>
                </a:lnTo>
                <a:lnTo>
                  <a:pt x="238" y="51"/>
                </a:lnTo>
                <a:lnTo>
                  <a:pt x="238" y="50"/>
                </a:lnTo>
                <a:lnTo>
                  <a:pt x="239" y="49"/>
                </a:lnTo>
                <a:lnTo>
                  <a:pt x="239" y="48"/>
                </a:lnTo>
                <a:lnTo>
                  <a:pt x="239" y="47"/>
                </a:lnTo>
                <a:lnTo>
                  <a:pt x="240" y="47"/>
                </a:lnTo>
                <a:lnTo>
                  <a:pt x="240" y="46"/>
                </a:lnTo>
                <a:lnTo>
                  <a:pt x="240" y="45"/>
                </a:lnTo>
                <a:lnTo>
                  <a:pt x="240" y="44"/>
                </a:lnTo>
                <a:lnTo>
                  <a:pt x="240" y="43"/>
                </a:lnTo>
                <a:lnTo>
                  <a:pt x="241" y="43"/>
                </a:lnTo>
                <a:lnTo>
                  <a:pt x="242" y="43"/>
                </a:lnTo>
                <a:lnTo>
                  <a:pt x="242" y="42"/>
                </a:lnTo>
                <a:lnTo>
                  <a:pt x="243" y="42"/>
                </a:lnTo>
                <a:lnTo>
                  <a:pt x="244" y="42"/>
                </a:lnTo>
                <a:lnTo>
                  <a:pt x="245" y="42"/>
                </a:lnTo>
                <a:lnTo>
                  <a:pt x="245" y="41"/>
                </a:lnTo>
                <a:lnTo>
                  <a:pt x="246" y="41"/>
                </a:lnTo>
                <a:lnTo>
                  <a:pt x="247" y="41"/>
                </a:lnTo>
                <a:lnTo>
                  <a:pt x="248" y="41"/>
                </a:lnTo>
                <a:lnTo>
                  <a:pt x="248" y="40"/>
                </a:lnTo>
                <a:lnTo>
                  <a:pt x="249" y="40"/>
                </a:lnTo>
                <a:lnTo>
                  <a:pt x="250" y="40"/>
                </a:lnTo>
                <a:lnTo>
                  <a:pt x="251" y="40"/>
                </a:lnTo>
                <a:lnTo>
                  <a:pt x="252" y="39"/>
                </a:lnTo>
                <a:lnTo>
                  <a:pt x="254" y="39"/>
                </a:lnTo>
                <a:lnTo>
                  <a:pt x="255" y="39"/>
                </a:lnTo>
                <a:lnTo>
                  <a:pt x="256" y="39"/>
                </a:lnTo>
                <a:lnTo>
                  <a:pt x="257" y="39"/>
                </a:lnTo>
                <a:lnTo>
                  <a:pt x="258" y="39"/>
                </a:lnTo>
                <a:lnTo>
                  <a:pt x="259" y="38"/>
                </a:lnTo>
                <a:lnTo>
                  <a:pt x="260" y="38"/>
                </a:lnTo>
                <a:lnTo>
                  <a:pt x="261" y="38"/>
                </a:lnTo>
                <a:lnTo>
                  <a:pt x="262" y="38"/>
                </a:lnTo>
                <a:lnTo>
                  <a:pt x="262" y="37"/>
                </a:lnTo>
                <a:lnTo>
                  <a:pt x="263" y="37"/>
                </a:lnTo>
                <a:lnTo>
                  <a:pt x="264" y="37"/>
                </a:lnTo>
                <a:lnTo>
                  <a:pt x="265" y="37"/>
                </a:lnTo>
                <a:lnTo>
                  <a:pt x="265" y="36"/>
                </a:lnTo>
                <a:lnTo>
                  <a:pt x="266" y="36"/>
                </a:lnTo>
                <a:lnTo>
                  <a:pt x="267" y="36"/>
                </a:lnTo>
                <a:lnTo>
                  <a:pt x="268" y="36"/>
                </a:lnTo>
                <a:lnTo>
                  <a:pt x="269" y="36"/>
                </a:lnTo>
                <a:lnTo>
                  <a:pt x="270" y="36"/>
                </a:lnTo>
                <a:lnTo>
                  <a:pt x="270" y="35"/>
                </a:lnTo>
                <a:lnTo>
                  <a:pt x="271" y="35"/>
                </a:lnTo>
                <a:lnTo>
                  <a:pt x="272" y="35"/>
                </a:lnTo>
                <a:lnTo>
                  <a:pt x="272" y="34"/>
                </a:lnTo>
                <a:lnTo>
                  <a:pt x="273" y="34"/>
                </a:lnTo>
                <a:lnTo>
                  <a:pt x="273" y="35"/>
                </a:lnTo>
                <a:lnTo>
                  <a:pt x="273" y="36"/>
                </a:lnTo>
                <a:lnTo>
                  <a:pt x="274" y="36"/>
                </a:lnTo>
                <a:lnTo>
                  <a:pt x="274" y="37"/>
                </a:lnTo>
                <a:lnTo>
                  <a:pt x="275" y="37"/>
                </a:lnTo>
                <a:lnTo>
                  <a:pt x="275" y="38"/>
                </a:lnTo>
                <a:lnTo>
                  <a:pt x="275" y="39"/>
                </a:lnTo>
                <a:lnTo>
                  <a:pt x="276" y="40"/>
                </a:lnTo>
                <a:lnTo>
                  <a:pt x="276" y="41"/>
                </a:lnTo>
                <a:lnTo>
                  <a:pt x="277" y="42"/>
                </a:lnTo>
                <a:lnTo>
                  <a:pt x="277" y="43"/>
                </a:lnTo>
                <a:lnTo>
                  <a:pt x="278" y="44"/>
                </a:lnTo>
                <a:lnTo>
                  <a:pt x="279" y="44"/>
                </a:lnTo>
                <a:lnTo>
                  <a:pt x="280" y="44"/>
                </a:lnTo>
                <a:lnTo>
                  <a:pt x="282" y="44"/>
                </a:lnTo>
                <a:lnTo>
                  <a:pt x="282" y="45"/>
                </a:lnTo>
                <a:lnTo>
                  <a:pt x="283" y="45"/>
                </a:lnTo>
                <a:lnTo>
                  <a:pt x="285" y="44"/>
                </a:lnTo>
                <a:lnTo>
                  <a:pt x="286" y="44"/>
                </a:lnTo>
                <a:lnTo>
                  <a:pt x="287" y="44"/>
                </a:lnTo>
                <a:lnTo>
                  <a:pt x="288" y="44"/>
                </a:lnTo>
                <a:lnTo>
                  <a:pt x="289" y="44"/>
                </a:lnTo>
                <a:lnTo>
                  <a:pt x="290" y="44"/>
                </a:lnTo>
                <a:lnTo>
                  <a:pt x="290" y="43"/>
                </a:lnTo>
                <a:lnTo>
                  <a:pt x="291" y="43"/>
                </a:lnTo>
                <a:lnTo>
                  <a:pt x="292" y="43"/>
                </a:lnTo>
                <a:lnTo>
                  <a:pt x="293" y="43"/>
                </a:lnTo>
                <a:lnTo>
                  <a:pt x="294" y="43"/>
                </a:lnTo>
                <a:lnTo>
                  <a:pt x="295" y="42"/>
                </a:lnTo>
                <a:lnTo>
                  <a:pt x="296" y="42"/>
                </a:lnTo>
                <a:lnTo>
                  <a:pt x="297" y="42"/>
                </a:lnTo>
                <a:lnTo>
                  <a:pt x="297" y="43"/>
                </a:lnTo>
                <a:lnTo>
                  <a:pt x="298" y="43"/>
                </a:lnTo>
                <a:lnTo>
                  <a:pt x="298" y="42"/>
                </a:lnTo>
                <a:lnTo>
                  <a:pt x="299" y="42"/>
                </a:lnTo>
                <a:lnTo>
                  <a:pt x="300" y="41"/>
                </a:lnTo>
                <a:lnTo>
                  <a:pt x="301" y="41"/>
                </a:lnTo>
                <a:lnTo>
                  <a:pt x="302" y="40"/>
                </a:lnTo>
                <a:lnTo>
                  <a:pt x="303" y="38"/>
                </a:lnTo>
                <a:lnTo>
                  <a:pt x="304" y="38"/>
                </a:lnTo>
                <a:lnTo>
                  <a:pt x="305" y="37"/>
                </a:lnTo>
                <a:lnTo>
                  <a:pt x="306" y="36"/>
                </a:lnTo>
                <a:lnTo>
                  <a:pt x="306" y="35"/>
                </a:lnTo>
                <a:lnTo>
                  <a:pt x="307" y="35"/>
                </a:lnTo>
                <a:lnTo>
                  <a:pt x="308" y="35"/>
                </a:lnTo>
                <a:lnTo>
                  <a:pt x="309" y="34"/>
                </a:lnTo>
                <a:lnTo>
                  <a:pt x="310" y="34"/>
                </a:lnTo>
                <a:lnTo>
                  <a:pt x="310" y="33"/>
                </a:lnTo>
                <a:lnTo>
                  <a:pt x="310" y="32"/>
                </a:lnTo>
                <a:lnTo>
                  <a:pt x="311" y="32"/>
                </a:lnTo>
                <a:lnTo>
                  <a:pt x="311" y="31"/>
                </a:lnTo>
                <a:lnTo>
                  <a:pt x="312" y="31"/>
                </a:lnTo>
                <a:lnTo>
                  <a:pt x="314" y="30"/>
                </a:lnTo>
                <a:lnTo>
                  <a:pt x="315" y="29"/>
                </a:lnTo>
                <a:lnTo>
                  <a:pt x="316" y="29"/>
                </a:lnTo>
                <a:lnTo>
                  <a:pt x="317" y="29"/>
                </a:lnTo>
                <a:lnTo>
                  <a:pt x="318" y="28"/>
                </a:lnTo>
                <a:lnTo>
                  <a:pt x="319" y="27"/>
                </a:lnTo>
                <a:lnTo>
                  <a:pt x="320" y="27"/>
                </a:lnTo>
                <a:lnTo>
                  <a:pt x="320" y="26"/>
                </a:lnTo>
                <a:lnTo>
                  <a:pt x="320" y="25"/>
                </a:lnTo>
                <a:lnTo>
                  <a:pt x="321" y="25"/>
                </a:lnTo>
                <a:lnTo>
                  <a:pt x="321" y="23"/>
                </a:lnTo>
                <a:lnTo>
                  <a:pt x="322" y="24"/>
                </a:lnTo>
                <a:lnTo>
                  <a:pt x="322" y="25"/>
                </a:lnTo>
                <a:lnTo>
                  <a:pt x="323" y="25"/>
                </a:lnTo>
                <a:lnTo>
                  <a:pt x="325" y="25"/>
                </a:lnTo>
                <a:lnTo>
                  <a:pt x="325" y="26"/>
                </a:lnTo>
                <a:lnTo>
                  <a:pt x="326" y="27"/>
                </a:lnTo>
                <a:lnTo>
                  <a:pt x="326" y="28"/>
                </a:lnTo>
                <a:lnTo>
                  <a:pt x="327" y="28"/>
                </a:lnTo>
                <a:lnTo>
                  <a:pt x="328" y="29"/>
                </a:lnTo>
                <a:lnTo>
                  <a:pt x="328" y="30"/>
                </a:lnTo>
                <a:lnTo>
                  <a:pt x="329" y="30"/>
                </a:lnTo>
                <a:lnTo>
                  <a:pt x="329" y="31"/>
                </a:lnTo>
                <a:lnTo>
                  <a:pt x="330" y="30"/>
                </a:lnTo>
                <a:lnTo>
                  <a:pt x="331" y="29"/>
                </a:lnTo>
                <a:lnTo>
                  <a:pt x="332" y="29"/>
                </a:lnTo>
                <a:lnTo>
                  <a:pt x="332" y="28"/>
                </a:lnTo>
                <a:lnTo>
                  <a:pt x="332" y="27"/>
                </a:lnTo>
                <a:lnTo>
                  <a:pt x="333" y="27"/>
                </a:lnTo>
                <a:lnTo>
                  <a:pt x="333" y="26"/>
                </a:lnTo>
                <a:lnTo>
                  <a:pt x="334" y="26"/>
                </a:lnTo>
                <a:lnTo>
                  <a:pt x="334" y="27"/>
                </a:lnTo>
                <a:lnTo>
                  <a:pt x="334" y="26"/>
                </a:lnTo>
                <a:lnTo>
                  <a:pt x="335" y="25"/>
                </a:lnTo>
                <a:lnTo>
                  <a:pt x="335" y="24"/>
                </a:lnTo>
                <a:lnTo>
                  <a:pt x="336" y="24"/>
                </a:lnTo>
                <a:lnTo>
                  <a:pt x="336" y="23"/>
                </a:lnTo>
                <a:lnTo>
                  <a:pt x="337" y="23"/>
                </a:lnTo>
                <a:lnTo>
                  <a:pt x="338" y="23"/>
                </a:lnTo>
                <a:lnTo>
                  <a:pt x="339" y="23"/>
                </a:lnTo>
                <a:lnTo>
                  <a:pt x="341" y="23"/>
                </a:lnTo>
                <a:lnTo>
                  <a:pt x="342" y="23"/>
                </a:lnTo>
                <a:lnTo>
                  <a:pt x="343" y="23"/>
                </a:lnTo>
                <a:lnTo>
                  <a:pt x="344" y="23"/>
                </a:lnTo>
                <a:lnTo>
                  <a:pt x="345" y="23"/>
                </a:lnTo>
                <a:lnTo>
                  <a:pt x="347" y="21"/>
                </a:lnTo>
                <a:lnTo>
                  <a:pt x="348" y="20"/>
                </a:lnTo>
                <a:lnTo>
                  <a:pt x="348" y="19"/>
                </a:lnTo>
                <a:lnTo>
                  <a:pt x="347" y="19"/>
                </a:lnTo>
                <a:lnTo>
                  <a:pt x="348" y="17"/>
                </a:lnTo>
                <a:lnTo>
                  <a:pt x="347" y="17"/>
                </a:lnTo>
                <a:lnTo>
                  <a:pt x="346" y="17"/>
                </a:lnTo>
                <a:lnTo>
                  <a:pt x="346" y="16"/>
                </a:lnTo>
                <a:lnTo>
                  <a:pt x="345" y="15"/>
                </a:lnTo>
                <a:lnTo>
                  <a:pt x="344" y="15"/>
                </a:lnTo>
                <a:lnTo>
                  <a:pt x="344" y="14"/>
                </a:lnTo>
                <a:lnTo>
                  <a:pt x="345" y="13"/>
                </a:lnTo>
                <a:lnTo>
                  <a:pt x="346" y="12"/>
                </a:lnTo>
                <a:lnTo>
                  <a:pt x="346" y="11"/>
                </a:lnTo>
                <a:lnTo>
                  <a:pt x="347" y="11"/>
                </a:lnTo>
                <a:lnTo>
                  <a:pt x="346" y="11"/>
                </a:lnTo>
                <a:lnTo>
                  <a:pt x="346" y="10"/>
                </a:lnTo>
                <a:lnTo>
                  <a:pt x="347" y="9"/>
                </a:lnTo>
                <a:lnTo>
                  <a:pt x="347" y="8"/>
                </a:lnTo>
                <a:lnTo>
                  <a:pt x="347" y="7"/>
                </a:lnTo>
                <a:lnTo>
                  <a:pt x="347" y="6"/>
                </a:lnTo>
                <a:lnTo>
                  <a:pt x="346" y="5"/>
                </a:lnTo>
                <a:lnTo>
                  <a:pt x="346" y="3"/>
                </a:lnTo>
                <a:lnTo>
                  <a:pt x="346" y="2"/>
                </a:lnTo>
                <a:lnTo>
                  <a:pt x="347" y="2"/>
                </a:lnTo>
                <a:lnTo>
                  <a:pt x="348" y="2"/>
                </a:lnTo>
                <a:lnTo>
                  <a:pt x="348" y="1"/>
                </a:lnTo>
                <a:lnTo>
                  <a:pt x="349" y="1"/>
                </a:lnTo>
                <a:lnTo>
                  <a:pt x="350" y="1"/>
                </a:lnTo>
                <a:lnTo>
                  <a:pt x="351" y="1"/>
                </a:lnTo>
                <a:lnTo>
                  <a:pt x="352" y="1"/>
                </a:lnTo>
                <a:lnTo>
                  <a:pt x="352" y="0"/>
                </a:lnTo>
                <a:lnTo>
                  <a:pt x="353" y="0"/>
                </a:lnTo>
                <a:lnTo>
                  <a:pt x="353" y="1"/>
                </a:lnTo>
                <a:lnTo>
                  <a:pt x="35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0" name=""/>
          <p:cNvSpPr/>
          <p:nvPr/>
        </p:nvSpPr>
        <p:spPr>
          <a:xfrm>
            <a:off x="3882600" y="1028520"/>
            <a:ext cx="937440" cy="586800"/>
          </a:xfrm>
          <a:custGeom>
            <a:avLst/>
            <a:gdLst/>
            <a:ahLst/>
            <a:rect l="0" t="0" r="r" b="b"/>
            <a:pathLst>
              <a:path w="2604" h="1630">
                <a:moveTo>
                  <a:pt x="2193" y="0"/>
                </a:moveTo>
                <a:lnTo>
                  <a:pt x="2193" y="1"/>
                </a:lnTo>
                <a:lnTo>
                  <a:pt x="2193" y="2"/>
                </a:lnTo>
                <a:lnTo>
                  <a:pt x="2194" y="2"/>
                </a:lnTo>
                <a:lnTo>
                  <a:pt x="2194" y="1"/>
                </a:lnTo>
                <a:lnTo>
                  <a:pt x="2195" y="1"/>
                </a:lnTo>
                <a:lnTo>
                  <a:pt x="2195" y="2"/>
                </a:lnTo>
                <a:lnTo>
                  <a:pt x="2196" y="2"/>
                </a:lnTo>
                <a:lnTo>
                  <a:pt x="2196" y="3"/>
                </a:lnTo>
                <a:lnTo>
                  <a:pt x="2197" y="3"/>
                </a:lnTo>
                <a:lnTo>
                  <a:pt x="2197" y="4"/>
                </a:lnTo>
                <a:lnTo>
                  <a:pt x="2198" y="4"/>
                </a:lnTo>
                <a:lnTo>
                  <a:pt x="2199" y="4"/>
                </a:lnTo>
                <a:lnTo>
                  <a:pt x="2199" y="3"/>
                </a:lnTo>
                <a:lnTo>
                  <a:pt x="2199" y="4"/>
                </a:lnTo>
                <a:lnTo>
                  <a:pt x="2200" y="5"/>
                </a:lnTo>
                <a:lnTo>
                  <a:pt x="2201" y="5"/>
                </a:lnTo>
                <a:lnTo>
                  <a:pt x="2201" y="6"/>
                </a:lnTo>
                <a:lnTo>
                  <a:pt x="2202" y="7"/>
                </a:lnTo>
                <a:lnTo>
                  <a:pt x="2203" y="7"/>
                </a:lnTo>
                <a:lnTo>
                  <a:pt x="2204" y="7"/>
                </a:lnTo>
                <a:lnTo>
                  <a:pt x="2205" y="7"/>
                </a:lnTo>
                <a:lnTo>
                  <a:pt x="2206" y="7"/>
                </a:lnTo>
                <a:lnTo>
                  <a:pt x="2206" y="8"/>
                </a:lnTo>
                <a:lnTo>
                  <a:pt x="2207" y="8"/>
                </a:lnTo>
                <a:lnTo>
                  <a:pt x="2207" y="9"/>
                </a:lnTo>
                <a:lnTo>
                  <a:pt x="2208" y="9"/>
                </a:lnTo>
                <a:lnTo>
                  <a:pt x="2208" y="10"/>
                </a:lnTo>
                <a:lnTo>
                  <a:pt x="2209" y="10"/>
                </a:lnTo>
                <a:lnTo>
                  <a:pt x="2208" y="11"/>
                </a:lnTo>
                <a:lnTo>
                  <a:pt x="2208" y="12"/>
                </a:lnTo>
                <a:lnTo>
                  <a:pt x="2208" y="13"/>
                </a:lnTo>
                <a:lnTo>
                  <a:pt x="2208" y="14"/>
                </a:lnTo>
                <a:lnTo>
                  <a:pt x="2207" y="14"/>
                </a:lnTo>
                <a:lnTo>
                  <a:pt x="2206" y="14"/>
                </a:lnTo>
                <a:lnTo>
                  <a:pt x="2206" y="15"/>
                </a:lnTo>
                <a:lnTo>
                  <a:pt x="2206" y="16"/>
                </a:lnTo>
                <a:lnTo>
                  <a:pt x="2207" y="16"/>
                </a:lnTo>
                <a:lnTo>
                  <a:pt x="2207" y="17"/>
                </a:lnTo>
                <a:lnTo>
                  <a:pt x="2208" y="17"/>
                </a:lnTo>
                <a:lnTo>
                  <a:pt x="2209" y="17"/>
                </a:lnTo>
                <a:lnTo>
                  <a:pt x="2210" y="17"/>
                </a:lnTo>
                <a:lnTo>
                  <a:pt x="2210" y="18"/>
                </a:lnTo>
                <a:lnTo>
                  <a:pt x="2211" y="18"/>
                </a:lnTo>
                <a:lnTo>
                  <a:pt x="2212" y="19"/>
                </a:lnTo>
                <a:lnTo>
                  <a:pt x="2213" y="19"/>
                </a:lnTo>
                <a:lnTo>
                  <a:pt x="2214" y="19"/>
                </a:lnTo>
                <a:lnTo>
                  <a:pt x="2215" y="19"/>
                </a:lnTo>
                <a:lnTo>
                  <a:pt x="2216" y="19"/>
                </a:lnTo>
                <a:lnTo>
                  <a:pt x="2216" y="20"/>
                </a:lnTo>
                <a:lnTo>
                  <a:pt x="2216" y="21"/>
                </a:lnTo>
                <a:lnTo>
                  <a:pt x="2217" y="21"/>
                </a:lnTo>
                <a:lnTo>
                  <a:pt x="2217" y="22"/>
                </a:lnTo>
                <a:lnTo>
                  <a:pt x="2218" y="22"/>
                </a:lnTo>
                <a:lnTo>
                  <a:pt x="2217" y="22"/>
                </a:lnTo>
                <a:lnTo>
                  <a:pt x="2217" y="23"/>
                </a:lnTo>
                <a:lnTo>
                  <a:pt x="2218" y="23"/>
                </a:lnTo>
                <a:lnTo>
                  <a:pt x="2218" y="24"/>
                </a:lnTo>
                <a:lnTo>
                  <a:pt x="2217" y="24"/>
                </a:lnTo>
                <a:lnTo>
                  <a:pt x="2217" y="25"/>
                </a:lnTo>
                <a:lnTo>
                  <a:pt x="2218" y="26"/>
                </a:lnTo>
                <a:lnTo>
                  <a:pt x="2219" y="26"/>
                </a:lnTo>
                <a:lnTo>
                  <a:pt x="2220" y="26"/>
                </a:lnTo>
                <a:lnTo>
                  <a:pt x="2220" y="27"/>
                </a:lnTo>
                <a:lnTo>
                  <a:pt x="2221" y="27"/>
                </a:lnTo>
                <a:lnTo>
                  <a:pt x="2221" y="28"/>
                </a:lnTo>
                <a:lnTo>
                  <a:pt x="2220" y="28"/>
                </a:lnTo>
                <a:lnTo>
                  <a:pt x="2220" y="29"/>
                </a:lnTo>
                <a:lnTo>
                  <a:pt x="2219" y="29"/>
                </a:lnTo>
                <a:lnTo>
                  <a:pt x="2219" y="30"/>
                </a:lnTo>
                <a:lnTo>
                  <a:pt x="2218" y="30"/>
                </a:lnTo>
                <a:lnTo>
                  <a:pt x="2218" y="31"/>
                </a:lnTo>
                <a:lnTo>
                  <a:pt x="2218" y="32"/>
                </a:lnTo>
                <a:lnTo>
                  <a:pt x="2217" y="32"/>
                </a:lnTo>
                <a:lnTo>
                  <a:pt x="2216" y="33"/>
                </a:lnTo>
                <a:lnTo>
                  <a:pt x="2215" y="34"/>
                </a:lnTo>
                <a:lnTo>
                  <a:pt x="2214" y="34"/>
                </a:lnTo>
                <a:lnTo>
                  <a:pt x="2213" y="34"/>
                </a:lnTo>
                <a:lnTo>
                  <a:pt x="2211" y="34"/>
                </a:lnTo>
                <a:lnTo>
                  <a:pt x="2212" y="35"/>
                </a:lnTo>
                <a:lnTo>
                  <a:pt x="2211" y="35"/>
                </a:lnTo>
                <a:lnTo>
                  <a:pt x="2211" y="36"/>
                </a:lnTo>
                <a:lnTo>
                  <a:pt x="2210" y="37"/>
                </a:lnTo>
                <a:lnTo>
                  <a:pt x="2209" y="38"/>
                </a:lnTo>
                <a:lnTo>
                  <a:pt x="2209" y="39"/>
                </a:lnTo>
                <a:lnTo>
                  <a:pt x="2208" y="39"/>
                </a:lnTo>
                <a:lnTo>
                  <a:pt x="2208" y="40"/>
                </a:lnTo>
                <a:lnTo>
                  <a:pt x="2208" y="41"/>
                </a:lnTo>
                <a:lnTo>
                  <a:pt x="2207" y="42"/>
                </a:lnTo>
                <a:lnTo>
                  <a:pt x="2207" y="43"/>
                </a:lnTo>
                <a:lnTo>
                  <a:pt x="2206" y="43"/>
                </a:lnTo>
                <a:lnTo>
                  <a:pt x="2205" y="43"/>
                </a:lnTo>
                <a:lnTo>
                  <a:pt x="2205" y="44"/>
                </a:lnTo>
                <a:lnTo>
                  <a:pt x="2204" y="44"/>
                </a:lnTo>
                <a:lnTo>
                  <a:pt x="2204" y="45"/>
                </a:lnTo>
                <a:lnTo>
                  <a:pt x="2203" y="45"/>
                </a:lnTo>
                <a:lnTo>
                  <a:pt x="2202" y="45"/>
                </a:lnTo>
                <a:lnTo>
                  <a:pt x="2203" y="45"/>
                </a:lnTo>
                <a:lnTo>
                  <a:pt x="2203" y="46"/>
                </a:lnTo>
                <a:lnTo>
                  <a:pt x="2202" y="46"/>
                </a:lnTo>
                <a:lnTo>
                  <a:pt x="2202" y="47"/>
                </a:lnTo>
                <a:lnTo>
                  <a:pt x="2202" y="48"/>
                </a:lnTo>
                <a:lnTo>
                  <a:pt x="2203" y="48"/>
                </a:lnTo>
                <a:lnTo>
                  <a:pt x="2203" y="49"/>
                </a:lnTo>
                <a:lnTo>
                  <a:pt x="2202" y="49"/>
                </a:lnTo>
                <a:lnTo>
                  <a:pt x="2202" y="50"/>
                </a:lnTo>
                <a:lnTo>
                  <a:pt x="2201" y="50"/>
                </a:lnTo>
                <a:lnTo>
                  <a:pt x="2201" y="51"/>
                </a:lnTo>
                <a:lnTo>
                  <a:pt x="2201" y="52"/>
                </a:lnTo>
                <a:lnTo>
                  <a:pt x="2200" y="52"/>
                </a:lnTo>
                <a:lnTo>
                  <a:pt x="2199" y="53"/>
                </a:lnTo>
                <a:lnTo>
                  <a:pt x="2198" y="53"/>
                </a:lnTo>
                <a:lnTo>
                  <a:pt x="2197" y="53"/>
                </a:lnTo>
                <a:lnTo>
                  <a:pt x="2196" y="54"/>
                </a:lnTo>
                <a:lnTo>
                  <a:pt x="2195" y="55"/>
                </a:lnTo>
                <a:lnTo>
                  <a:pt x="2194" y="56"/>
                </a:lnTo>
                <a:lnTo>
                  <a:pt x="2193" y="56"/>
                </a:lnTo>
                <a:lnTo>
                  <a:pt x="2193" y="57"/>
                </a:lnTo>
                <a:lnTo>
                  <a:pt x="2190" y="57"/>
                </a:lnTo>
                <a:lnTo>
                  <a:pt x="2190" y="58"/>
                </a:lnTo>
                <a:lnTo>
                  <a:pt x="2189" y="59"/>
                </a:lnTo>
                <a:lnTo>
                  <a:pt x="2189" y="60"/>
                </a:lnTo>
                <a:lnTo>
                  <a:pt x="2188" y="60"/>
                </a:lnTo>
                <a:lnTo>
                  <a:pt x="2188" y="61"/>
                </a:lnTo>
                <a:lnTo>
                  <a:pt x="2187" y="62"/>
                </a:lnTo>
                <a:lnTo>
                  <a:pt x="2186" y="62"/>
                </a:lnTo>
                <a:lnTo>
                  <a:pt x="2185" y="64"/>
                </a:lnTo>
                <a:lnTo>
                  <a:pt x="2184" y="64"/>
                </a:lnTo>
                <a:lnTo>
                  <a:pt x="2183" y="65"/>
                </a:lnTo>
                <a:lnTo>
                  <a:pt x="2182" y="65"/>
                </a:lnTo>
                <a:lnTo>
                  <a:pt x="2182" y="66"/>
                </a:lnTo>
                <a:lnTo>
                  <a:pt x="2181" y="66"/>
                </a:lnTo>
                <a:lnTo>
                  <a:pt x="2180" y="67"/>
                </a:lnTo>
                <a:lnTo>
                  <a:pt x="2178" y="67"/>
                </a:lnTo>
                <a:lnTo>
                  <a:pt x="2176" y="67"/>
                </a:lnTo>
                <a:lnTo>
                  <a:pt x="2175" y="67"/>
                </a:lnTo>
                <a:lnTo>
                  <a:pt x="2175" y="68"/>
                </a:lnTo>
                <a:lnTo>
                  <a:pt x="2174" y="68"/>
                </a:lnTo>
                <a:lnTo>
                  <a:pt x="2173" y="69"/>
                </a:lnTo>
                <a:lnTo>
                  <a:pt x="2174" y="69"/>
                </a:lnTo>
                <a:lnTo>
                  <a:pt x="2174" y="70"/>
                </a:lnTo>
                <a:lnTo>
                  <a:pt x="2173" y="70"/>
                </a:lnTo>
                <a:lnTo>
                  <a:pt x="2172" y="70"/>
                </a:lnTo>
                <a:lnTo>
                  <a:pt x="2172" y="71"/>
                </a:lnTo>
                <a:lnTo>
                  <a:pt x="2171" y="71"/>
                </a:lnTo>
                <a:lnTo>
                  <a:pt x="2170" y="71"/>
                </a:lnTo>
                <a:lnTo>
                  <a:pt x="2170" y="72"/>
                </a:lnTo>
                <a:lnTo>
                  <a:pt x="2169" y="72"/>
                </a:lnTo>
                <a:lnTo>
                  <a:pt x="2169" y="73"/>
                </a:lnTo>
                <a:lnTo>
                  <a:pt x="2168" y="73"/>
                </a:lnTo>
                <a:lnTo>
                  <a:pt x="2167" y="73"/>
                </a:lnTo>
                <a:lnTo>
                  <a:pt x="2167" y="74"/>
                </a:lnTo>
                <a:lnTo>
                  <a:pt x="2166" y="74"/>
                </a:lnTo>
                <a:lnTo>
                  <a:pt x="2165" y="74"/>
                </a:lnTo>
                <a:lnTo>
                  <a:pt x="2165" y="75"/>
                </a:lnTo>
                <a:lnTo>
                  <a:pt x="2164" y="75"/>
                </a:lnTo>
                <a:lnTo>
                  <a:pt x="2165" y="76"/>
                </a:lnTo>
                <a:lnTo>
                  <a:pt x="2166" y="77"/>
                </a:lnTo>
                <a:lnTo>
                  <a:pt x="2168" y="77"/>
                </a:lnTo>
                <a:lnTo>
                  <a:pt x="2169" y="77"/>
                </a:lnTo>
                <a:lnTo>
                  <a:pt x="2170" y="77"/>
                </a:lnTo>
                <a:lnTo>
                  <a:pt x="2171" y="77"/>
                </a:lnTo>
                <a:lnTo>
                  <a:pt x="2172" y="76"/>
                </a:lnTo>
                <a:lnTo>
                  <a:pt x="2175" y="77"/>
                </a:lnTo>
                <a:lnTo>
                  <a:pt x="2176" y="77"/>
                </a:lnTo>
                <a:lnTo>
                  <a:pt x="2176" y="78"/>
                </a:lnTo>
                <a:lnTo>
                  <a:pt x="2177" y="78"/>
                </a:lnTo>
                <a:lnTo>
                  <a:pt x="2177" y="80"/>
                </a:lnTo>
                <a:lnTo>
                  <a:pt x="2178" y="80"/>
                </a:lnTo>
                <a:lnTo>
                  <a:pt x="2178" y="81"/>
                </a:lnTo>
                <a:lnTo>
                  <a:pt x="2179" y="81"/>
                </a:lnTo>
                <a:lnTo>
                  <a:pt x="2179" y="82"/>
                </a:lnTo>
                <a:lnTo>
                  <a:pt x="2180" y="82"/>
                </a:lnTo>
                <a:lnTo>
                  <a:pt x="2181" y="82"/>
                </a:lnTo>
                <a:lnTo>
                  <a:pt x="2182" y="82"/>
                </a:lnTo>
                <a:lnTo>
                  <a:pt x="2182" y="83"/>
                </a:lnTo>
                <a:lnTo>
                  <a:pt x="2183" y="83"/>
                </a:lnTo>
                <a:lnTo>
                  <a:pt x="2184" y="83"/>
                </a:lnTo>
                <a:lnTo>
                  <a:pt x="2184" y="84"/>
                </a:lnTo>
                <a:lnTo>
                  <a:pt x="2185" y="85"/>
                </a:lnTo>
                <a:lnTo>
                  <a:pt x="2186" y="85"/>
                </a:lnTo>
                <a:lnTo>
                  <a:pt x="2187" y="86"/>
                </a:lnTo>
                <a:lnTo>
                  <a:pt x="2188" y="86"/>
                </a:lnTo>
                <a:lnTo>
                  <a:pt x="2189" y="86"/>
                </a:lnTo>
                <a:lnTo>
                  <a:pt x="2189" y="87"/>
                </a:lnTo>
                <a:lnTo>
                  <a:pt x="2190" y="87"/>
                </a:lnTo>
                <a:lnTo>
                  <a:pt x="2191" y="87"/>
                </a:lnTo>
                <a:lnTo>
                  <a:pt x="2192" y="87"/>
                </a:lnTo>
                <a:lnTo>
                  <a:pt x="2193" y="87"/>
                </a:lnTo>
                <a:lnTo>
                  <a:pt x="2193" y="88"/>
                </a:lnTo>
                <a:lnTo>
                  <a:pt x="2194" y="89"/>
                </a:lnTo>
                <a:lnTo>
                  <a:pt x="2195" y="90"/>
                </a:lnTo>
                <a:lnTo>
                  <a:pt x="2196" y="90"/>
                </a:lnTo>
                <a:lnTo>
                  <a:pt x="2196" y="89"/>
                </a:lnTo>
                <a:lnTo>
                  <a:pt x="2197" y="89"/>
                </a:lnTo>
                <a:lnTo>
                  <a:pt x="2198" y="89"/>
                </a:lnTo>
                <a:lnTo>
                  <a:pt x="2199" y="90"/>
                </a:lnTo>
                <a:lnTo>
                  <a:pt x="2200" y="90"/>
                </a:lnTo>
                <a:lnTo>
                  <a:pt x="2200" y="91"/>
                </a:lnTo>
                <a:lnTo>
                  <a:pt x="2201" y="91"/>
                </a:lnTo>
                <a:lnTo>
                  <a:pt x="2202" y="91"/>
                </a:lnTo>
                <a:lnTo>
                  <a:pt x="2203" y="91"/>
                </a:lnTo>
                <a:lnTo>
                  <a:pt x="2204" y="91"/>
                </a:lnTo>
                <a:lnTo>
                  <a:pt x="2205" y="91"/>
                </a:lnTo>
                <a:lnTo>
                  <a:pt x="2206" y="91"/>
                </a:lnTo>
                <a:lnTo>
                  <a:pt x="2206" y="92"/>
                </a:lnTo>
                <a:lnTo>
                  <a:pt x="2207" y="92"/>
                </a:lnTo>
                <a:lnTo>
                  <a:pt x="2208" y="92"/>
                </a:lnTo>
                <a:lnTo>
                  <a:pt x="2209" y="93"/>
                </a:lnTo>
                <a:lnTo>
                  <a:pt x="2208" y="94"/>
                </a:lnTo>
                <a:lnTo>
                  <a:pt x="2207" y="95"/>
                </a:lnTo>
                <a:lnTo>
                  <a:pt x="2207" y="96"/>
                </a:lnTo>
                <a:lnTo>
                  <a:pt x="2207" y="97"/>
                </a:lnTo>
                <a:lnTo>
                  <a:pt x="2208" y="97"/>
                </a:lnTo>
                <a:lnTo>
                  <a:pt x="2209" y="98"/>
                </a:lnTo>
                <a:lnTo>
                  <a:pt x="2210" y="98"/>
                </a:lnTo>
                <a:lnTo>
                  <a:pt x="2210" y="99"/>
                </a:lnTo>
                <a:lnTo>
                  <a:pt x="2210" y="100"/>
                </a:lnTo>
                <a:lnTo>
                  <a:pt x="2211" y="100"/>
                </a:lnTo>
                <a:lnTo>
                  <a:pt x="2212" y="100"/>
                </a:lnTo>
                <a:lnTo>
                  <a:pt x="2212" y="101"/>
                </a:lnTo>
                <a:lnTo>
                  <a:pt x="2212" y="102"/>
                </a:lnTo>
                <a:lnTo>
                  <a:pt x="2212" y="104"/>
                </a:lnTo>
                <a:lnTo>
                  <a:pt x="2213" y="104"/>
                </a:lnTo>
                <a:lnTo>
                  <a:pt x="2214" y="104"/>
                </a:lnTo>
                <a:lnTo>
                  <a:pt x="2215" y="104"/>
                </a:lnTo>
                <a:lnTo>
                  <a:pt x="2215" y="105"/>
                </a:lnTo>
                <a:lnTo>
                  <a:pt x="2216" y="105"/>
                </a:lnTo>
                <a:lnTo>
                  <a:pt x="2217" y="105"/>
                </a:lnTo>
                <a:lnTo>
                  <a:pt x="2218" y="106"/>
                </a:lnTo>
                <a:lnTo>
                  <a:pt x="2219" y="106"/>
                </a:lnTo>
                <a:lnTo>
                  <a:pt x="2220" y="106"/>
                </a:lnTo>
                <a:lnTo>
                  <a:pt x="2221" y="106"/>
                </a:lnTo>
                <a:lnTo>
                  <a:pt x="2221" y="107"/>
                </a:lnTo>
                <a:lnTo>
                  <a:pt x="2222" y="107"/>
                </a:lnTo>
                <a:lnTo>
                  <a:pt x="2223" y="107"/>
                </a:lnTo>
                <a:lnTo>
                  <a:pt x="2224" y="107"/>
                </a:lnTo>
                <a:lnTo>
                  <a:pt x="2225" y="107"/>
                </a:lnTo>
                <a:lnTo>
                  <a:pt x="2226" y="107"/>
                </a:lnTo>
                <a:lnTo>
                  <a:pt x="2227" y="107"/>
                </a:lnTo>
                <a:lnTo>
                  <a:pt x="2229" y="107"/>
                </a:lnTo>
                <a:lnTo>
                  <a:pt x="2231" y="107"/>
                </a:lnTo>
                <a:lnTo>
                  <a:pt x="2232" y="107"/>
                </a:lnTo>
                <a:lnTo>
                  <a:pt x="2232" y="106"/>
                </a:lnTo>
                <a:lnTo>
                  <a:pt x="2233" y="104"/>
                </a:lnTo>
                <a:lnTo>
                  <a:pt x="2234" y="104"/>
                </a:lnTo>
                <a:lnTo>
                  <a:pt x="2234" y="103"/>
                </a:lnTo>
                <a:lnTo>
                  <a:pt x="2235" y="103"/>
                </a:lnTo>
                <a:lnTo>
                  <a:pt x="2235" y="102"/>
                </a:lnTo>
                <a:lnTo>
                  <a:pt x="2236" y="101"/>
                </a:lnTo>
                <a:lnTo>
                  <a:pt x="2237" y="101"/>
                </a:lnTo>
                <a:lnTo>
                  <a:pt x="2238" y="99"/>
                </a:lnTo>
                <a:lnTo>
                  <a:pt x="2239" y="99"/>
                </a:lnTo>
                <a:lnTo>
                  <a:pt x="2240" y="99"/>
                </a:lnTo>
                <a:lnTo>
                  <a:pt x="2240" y="98"/>
                </a:lnTo>
                <a:lnTo>
                  <a:pt x="2241" y="97"/>
                </a:lnTo>
                <a:lnTo>
                  <a:pt x="2242" y="96"/>
                </a:lnTo>
                <a:lnTo>
                  <a:pt x="2241" y="96"/>
                </a:lnTo>
                <a:lnTo>
                  <a:pt x="2241" y="95"/>
                </a:lnTo>
                <a:lnTo>
                  <a:pt x="2241" y="94"/>
                </a:lnTo>
                <a:lnTo>
                  <a:pt x="2242" y="94"/>
                </a:lnTo>
                <a:lnTo>
                  <a:pt x="2243" y="94"/>
                </a:lnTo>
                <a:lnTo>
                  <a:pt x="2243" y="93"/>
                </a:lnTo>
                <a:lnTo>
                  <a:pt x="2244" y="93"/>
                </a:lnTo>
                <a:lnTo>
                  <a:pt x="2245" y="93"/>
                </a:lnTo>
                <a:lnTo>
                  <a:pt x="2245" y="92"/>
                </a:lnTo>
                <a:lnTo>
                  <a:pt x="2245" y="91"/>
                </a:lnTo>
                <a:lnTo>
                  <a:pt x="2246" y="91"/>
                </a:lnTo>
                <a:lnTo>
                  <a:pt x="2247" y="90"/>
                </a:lnTo>
                <a:lnTo>
                  <a:pt x="2248" y="89"/>
                </a:lnTo>
                <a:lnTo>
                  <a:pt x="2248" y="88"/>
                </a:lnTo>
                <a:lnTo>
                  <a:pt x="2249" y="88"/>
                </a:lnTo>
                <a:lnTo>
                  <a:pt x="2249" y="87"/>
                </a:lnTo>
                <a:lnTo>
                  <a:pt x="2250" y="87"/>
                </a:lnTo>
                <a:lnTo>
                  <a:pt x="2249" y="87"/>
                </a:lnTo>
                <a:lnTo>
                  <a:pt x="2250" y="86"/>
                </a:lnTo>
                <a:lnTo>
                  <a:pt x="2250" y="84"/>
                </a:lnTo>
                <a:lnTo>
                  <a:pt x="2251" y="84"/>
                </a:lnTo>
                <a:lnTo>
                  <a:pt x="2251" y="83"/>
                </a:lnTo>
                <a:lnTo>
                  <a:pt x="2252" y="83"/>
                </a:lnTo>
                <a:lnTo>
                  <a:pt x="2252" y="84"/>
                </a:lnTo>
                <a:lnTo>
                  <a:pt x="2253" y="85"/>
                </a:lnTo>
                <a:lnTo>
                  <a:pt x="2253" y="86"/>
                </a:lnTo>
                <a:lnTo>
                  <a:pt x="2253" y="87"/>
                </a:lnTo>
                <a:lnTo>
                  <a:pt x="2254" y="87"/>
                </a:lnTo>
                <a:lnTo>
                  <a:pt x="2255" y="87"/>
                </a:lnTo>
                <a:lnTo>
                  <a:pt x="2255" y="88"/>
                </a:lnTo>
                <a:lnTo>
                  <a:pt x="2256" y="88"/>
                </a:lnTo>
                <a:lnTo>
                  <a:pt x="2257" y="88"/>
                </a:lnTo>
                <a:lnTo>
                  <a:pt x="2258" y="88"/>
                </a:lnTo>
                <a:lnTo>
                  <a:pt x="2261" y="88"/>
                </a:lnTo>
                <a:lnTo>
                  <a:pt x="2262" y="88"/>
                </a:lnTo>
                <a:lnTo>
                  <a:pt x="2263" y="88"/>
                </a:lnTo>
                <a:lnTo>
                  <a:pt x="2263" y="87"/>
                </a:lnTo>
                <a:lnTo>
                  <a:pt x="2264" y="87"/>
                </a:lnTo>
                <a:lnTo>
                  <a:pt x="2265" y="87"/>
                </a:lnTo>
                <a:lnTo>
                  <a:pt x="2266" y="88"/>
                </a:lnTo>
                <a:lnTo>
                  <a:pt x="2266" y="89"/>
                </a:lnTo>
                <a:lnTo>
                  <a:pt x="2267" y="89"/>
                </a:lnTo>
                <a:lnTo>
                  <a:pt x="2267" y="90"/>
                </a:lnTo>
                <a:lnTo>
                  <a:pt x="2267" y="91"/>
                </a:lnTo>
                <a:lnTo>
                  <a:pt x="2267" y="92"/>
                </a:lnTo>
                <a:lnTo>
                  <a:pt x="2268" y="93"/>
                </a:lnTo>
                <a:lnTo>
                  <a:pt x="2268" y="94"/>
                </a:lnTo>
                <a:lnTo>
                  <a:pt x="2269" y="94"/>
                </a:lnTo>
                <a:lnTo>
                  <a:pt x="2270" y="94"/>
                </a:lnTo>
                <a:lnTo>
                  <a:pt x="2271" y="94"/>
                </a:lnTo>
                <a:lnTo>
                  <a:pt x="2271" y="95"/>
                </a:lnTo>
                <a:lnTo>
                  <a:pt x="2271" y="96"/>
                </a:lnTo>
                <a:lnTo>
                  <a:pt x="2273" y="96"/>
                </a:lnTo>
                <a:lnTo>
                  <a:pt x="2273" y="97"/>
                </a:lnTo>
                <a:lnTo>
                  <a:pt x="2274" y="97"/>
                </a:lnTo>
                <a:lnTo>
                  <a:pt x="2274" y="98"/>
                </a:lnTo>
                <a:lnTo>
                  <a:pt x="2275" y="98"/>
                </a:lnTo>
                <a:lnTo>
                  <a:pt x="2275" y="97"/>
                </a:lnTo>
                <a:lnTo>
                  <a:pt x="2276" y="97"/>
                </a:lnTo>
                <a:lnTo>
                  <a:pt x="2277" y="97"/>
                </a:lnTo>
                <a:lnTo>
                  <a:pt x="2277" y="96"/>
                </a:lnTo>
                <a:lnTo>
                  <a:pt x="2278" y="97"/>
                </a:lnTo>
                <a:lnTo>
                  <a:pt x="2278" y="98"/>
                </a:lnTo>
                <a:lnTo>
                  <a:pt x="2279" y="98"/>
                </a:lnTo>
                <a:lnTo>
                  <a:pt x="2278" y="98"/>
                </a:lnTo>
                <a:lnTo>
                  <a:pt x="2278" y="99"/>
                </a:lnTo>
                <a:lnTo>
                  <a:pt x="2279" y="99"/>
                </a:lnTo>
                <a:lnTo>
                  <a:pt x="2279" y="100"/>
                </a:lnTo>
                <a:lnTo>
                  <a:pt x="2280" y="100"/>
                </a:lnTo>
                <a:lnTo>
                  <a:pt x="2281" y="100"/>
                </a:lnTo>
                <a:lnTo>
                  <a:pt x="2281" y="101"/>
                </a:lnTo>
                <a:lnTo>
                  <a:pt x="2280" y="101"/>
                </a:lnTo>
                <a:lnTo>
                  <a:pt x="2280" y="102"/>
                </a:lnTo>
                <a:lnTo>
                  <a:pt x="2281" y="102"/>
                </a:lnTo>
                <a:lnTo>
                  <a:pt x="2280" y="102"/>
                </a:lnTo>
                <a:lnTo>
                  <a:pt x="2280" y="103"/>
                </a:lnTo>
                <a:lnTo>
                  <a:pt x="2280" y="104"/>
                </a:lnTo>
                <a:lnTo>
                  <a:pt x="2281" y="104"/>
                </a:lnTo>
                <a:lnTo>
                  <a:pt x="2280" y="105"/>
                </a:lnTo>
                <a:lnTo>
                  <a:pt x="2280" y="106"/>
                </a:lnTo>
                <a:lnTo>
                  <a:pt x="2281" y="106"/>
                </a:lnTo>
                <a:lnTo>
                  <a:pt x="2282" y="106"/>
                </a:lnTo>
                <a:lnTo>
                  <a:pt x="2282" y="107"/>
                </a:lnTo>
                <a:lnTo>
                  <a:pt x="2283" y="107"/>
                </a:lnTo>
                <a:lnTo>
                  <a:pt x="2284" y="107"/>
                </a:lnTo>
                <a:lnTo>
                  <a:pt x="2285" y="107"/>
                </a:lnTo>
                <a:lnTo>
                  <a:pt x="2286" y="107"/>
                </a:lnTo>
                <a:lnTo>
                  <a:pt x="2287" y="107"/>
                </a:lnTo>
                <a:lnTo>
                  <a:pt x="2288" y="107"/>
                </a:lnTo>
                <a:lnTo>
                  <a:pt x="2289" y="107"/>
                </a:lnTo>
                <a:lnTo>
                  <a:pt x="2290" y="108"/>
                </a:lnTo>
                <a:lnTo>
                  <a:pt x="2290" y="109"/>
                </a:lnTo>
                <a:lnTo>
                  <a:pt x="2292" y="109"/>
                </a:lnTo>
                <a:lnTo>
                  <a:pt x="2293" y="109"/>
                </a:lnTo>
                <a:lnTo>
                  <a:pt x="2294" y="108"/>
                </a:lnTo>
                <a:lnTo>
                  <a:pt x="2295" y="108"/>
                </a:lnTo>
                <a:lnTo>
                  <a:pt x="2296" y="108"/>
                </a:lnTo>
                <a:lnTo>
                  <a:pt x="2297" y="108"/>
                </a:lnTo>
                <a:lnTo>
                  <a:pt x="2297" y="107"/>
                </a:lnTo>
                <a:lnTo>
                  <a:pt x="2298" y="108"/>
                </a:lnTo>
                <a:lnTo>
                  <a:pt x="2299" y="108"/>
                </a:lnTo>
                <a:lnTo>
                  <a:pt x="2300" y="109"/>
                </a:lnTo>
                <a:lnTo>
                  <a:pt x="2300" y="110"/>
                </a:lnTo>
                <a:lnTo>
                  <a:pt x="2301" y="110"/>
                </a:lnTo>
                <a:lnTo>
                  <a:pt x="2302" y="110"/>
                </a:lnTo>
                <a:lnTo>
                  <a:pt x="2303" y="110"/>
                </a:lnTo>
                <a:lnTo>
                  <a:pt x="2304" y="110"/>
                </a:lnTo>
                <a:lnTo>
                  <a:pt x="2305" y="110"/>
                </a:lnTo>
                <a:lnTo>
                  <a:pt x="2306" y="109"/>
                </a:lnTo>
                <a:lnTo>
                  <a:pt x="2307" y="109"/>
                </a:lnTo>
                <a:lnTo>
                  <a:pt x="2307" y="110"/>
                </a:lnTo>
                <a:lnTo>
                  <a:pt x="2308" y="110"/>
                </a:lnTo>
                <a:lnTo>
                  <a:pt x="2309" y="110"/>
                </a:lnTo>
                <a:lnTo>
                  <a:pt x="2309" y="111"/>
                </a:lnTo>
                <a:lnTo>
                  <a:pt x="2308" y="112"/>
                </a:lnTo>
                <a:lnTo>
                  <a:pt x="2307" y="112"/>
                </a:lnTo>
                <a:lnTo>
                  <a:pt x="2306" y="113"/>
                </a:lnTo>
                <a:lnTo>
                  <a:pt x="2306" y="114"/>
                </a:lnTo>
                <a:lnTo>
                  <a:pt x="2307" y="114"/>
                </a:lnTo>
                <a:lnTo>
                  <a:pt x="2307" y="115"/>
                </a:lnTo>
                <a:lnTo>
                  <a:pt x="2307" y="116"/>
                </a:lnTo>
                <a:lnTo>
                  <a:pt x="2307" y="117"/>
                </a:lnTo>
                <a:lnTo>
                  <a:pt x="2307" y="118"/>
                </a:lnTo>
                <a:lnTo>
                  <a:pt x="2306" y="118"/>
                </a:lnTo>
                <a:lnTo>
                  <a:pt x="2306" y="119"/>
                </a:lnTo>
                <a:lnTo>
                  <a:pt x="2305" y="119"/>
                </a:lnTo>
                <a:lnTo>
                  <a:pt x="2304" y="119"/>
                </a:lnTo>
                <a:lnTo>
                  <a:pt x="2304" y="120"/>
                </a:lnTo>
                <a:lnTo>
                  <a:pt x="2304" y="121"/>
                </a:lnTo>
                <a:lnTo>
                  <a:pt x="2303" y="121"/>
                </a:lnTo>
                <a:lnTo>
                  <a:pt x="2302" y="121"/>
                </a:lnTo>
                <a:lnTo>
                  <a:pt x="2301" y="121"/>
                </a:lnTo>
                <a:lnTo>
                  <a:pt x="2300" y="121"/>
                </a:lnTo>
                <a:lnTo>
                  <a:pt x="2300" y="122"/>
                </a:lnTo>
                <a:lnTo>
                  <a:pt x="2299" y="122"/>
                </a:lnTo>
                <a:lnTo>
                  <a:pt x="2297" y="122"/>
                </a:lnTo>
                <a:lnTo>
                  <a:pt x="2295" y="122"/>
                </a:lnTo>
                <a:lnTo>
                  <a:pt x="2294" y="123"/>
                </a:lnTo>
                <a:lnTo>
                  <a:pt x="2294" y="124"/>
                </a:lnTo>
                <a:lnTo>
                  <a:pt x="2295" y="124"/>
                </a:lnTo>
                <a:lnTo>
                  <a:pt x="2295" y="125"/>
                </a:lnTo>
                <a:lnTo>
                  <a:pt x="2296" y="125"/>
                </a:lnTo>
                <a:lnTo>
                  <a:pt x="2296" y="126"/>
                </a:lnTo>
                <a:lnTo>
                  <a:pt x="2295" y="126"/>
                </a:lnTo>
                <a:lnTo>
                  <a:pt x="2295" y="127"/>
                </a:lnTo>
                <a:lnTo>
                  <a:pt x="2294" y="129"/>
                </a:lnTo>
                <a:lnTo>
                  <a:pt x="2294" y="130"/>
                </a:lnTo>
                <a:lnTo>
                  <a:pt x="2296" y="130"/>
                </a:lnTo>
                <a:lnTo>
                  <a:pt x="2297" y="131"/>
                </a:lnTo>
                <a:lnTo>
                  <a:pt x="2296" y="131"/>
                </a:lnTo>
                <a:lnTo>
                  <a:pt x="2296" y="132"/>
                </a:lnTo>
                <a:lnTo>
                  <a:pt x="2296" y="133"/>
                </a:lnTo>
                <a:lnTo>
                  <a:pt x="2296" y="134"/>
                </a:lnTo>
                <a:lnTo>
                  <a:pt x="2297" y="134"/>
                </a:lnTo>
                <a:lnTo>
                  <a:pt x="2298" y="134"/>
                </a:lnTo>
                <a:lnTo>
                  <a:pt x="2297" y="134"/>
                </a:lnTo>
                <a:lnTo>
                  <a:pt x="2297" y="135"/>
                </a:lnTo>
                <a:lnTo>
                  <a:pt x="2297" y="136"/>
                </a:lnTo>
                <a:lnTo>
                  <a:pt x="2297" y="137"/>
                </a:lnTo>
                <a:lnTo>
                  <a:pt x="2298" y="137"/>
                </a:lnTo>
                <a:lnTo>
                  <a:pt x="2298" y="138"/>
                </a:lnTo>
                <a:lnTo>
                  <a:pt x="2298" y="139"/>
                </a:lnTo>
                <a:lnTo>
                  <a:pt x="2299" y="139"/>
                </a:lnTo>
                <a:lnTo>
                  <a:pt x="2300" y="139"/>
                </a:lnTo>
                <a:lnTo>
                  <a:pt x="2301" y="139"/>
                </a:lnTo>
                <a:lnTo>
                  <a:pt x="2302" y="139"/>
                </a:lnTo>
                <a:lnTo>
                  <a:pt x="2303" y="140"/>
                </a:lnTo>
                <a:lnTo>
                  <a:pt x="2303" y="141"/>
                </a:lnTo>
                <a:lnTo>
                  <a:pt x="2302" y="141"/>
                </a:lnTo>
                <a:lnTo>
                  <a:pt x="2302" y="142"/>
                </a:lnTo>
                <a:lnTo>
                  <a:pt x="2303" y="143"/>
                </a:lnTo>
                <a:lnTo>
                  <a:pt x="2303" y="144"/>
                </a:lnTo>
                <a:lnTo>
                  <a:pt x="2303" y="145"/>
                </a:lnTo>
                <a:lnTo>
                  <a:pt x="2302" y="145"/>
                </a:lnTo>
                <a:lnTo>
                  <a:pt x="2302" y="146"/>
                </a:lnTo>
                <a:lnTo>
                  <a:pt x="2300" y="148"/>
                </a:lnTo>
                <a:lnTo>
                  <a:pt x="2301" y="148"/>
                </a:lnTo>
                <a:lnTo>
                  <a:pt x="2302" y="148"/>
                </a:lnTo>
                <a:lnTo>
                  <a:pt x="2302" y="149"/>
                </a:lnTo>
                <a:lnTo>
                  <a:pt x="2303" y="149"/>
                </a:lnTo>
                <a:lnTo>
                  <a:pt x="2303" y="150"/>
                </a:lnTo>
                <a:lnTo>
                  <a:pt x="2303" y="151"/>
                </a:lnTo>
                <a:lnTo>
                  <a:pt x="2304" y="151"/>
                </a:lnTo>
                <a:lnTo>
                  <a:pt x="2303" y="153"/>
                </a:lnTo>
                <a:lnTo>
                  <a:pt x="2304" y="154"/>
                </a:lnTo>
                <a:lnTo>
                  <a:pt x="2305" y="156"/>
                </a:lnTo>
                <a:lnTo>
                  <a:pt x="2306" y="157"/>
                </a:lnTo>
                <a:lnTo>
                  <a:pt x="2306" y="158"/>
                </a:lnTo>
                <a:lnTo>
                  <a:pt x="2307" y="160"/>
                </a:lnTo>
                <a:lnTo>
                  <a:pt x="2305" y="162"/>
                </a:lnTo>
                <a:lnTo>
                  <a:pt x="2305" y="163"/>
                </a:lnTo>
                <a:lnTo>
                  <a:pt x="2306" y="163"/>
                </a:lnTo>
                <a:lnTo>
                  <a:pt x="2307" y="164"/>
                </a:lnTo>
                <a:lnTo>
                  <a:pt x="2307" y="165"/>
                </a:lnTo>
                <a:lnTo>
                  <a:pt x="2308" y="168"/>
                </a:lnTo>
                <a:lnTo>
                  <a:pt x="2309" y="169"/>
                </a:lnTo>
                <a:lnTo>
                  <a:pt x="2310" y="170"/>
                </a:lnTo>
                <a:lnTo>
                  <a:pt x="2310" y="171"/>
                </a:lnTo>
                <a:lnTo>
                  <a:pt x="2311" y="171"/>
                </a:lnTo>
                <a:lnTo>
                  <a:pt x="2311" y="173"/>
                </a:lnTo>
                <a:lnTo>
                  <a:pt x="2312" y="174"/>
                </a:lnTo>
                <a:lnTo>
                  <a:pt x="2313" y="174"/>
                </a:lnTo>
                <a:lnTo>
                  <a:pt x="2314" y="176"/>
                </a:lnTo>
                <a:lnTo>
                  <a:pt x="2315" y="177"/>
                </a:lnTo>
                <a:lnTo>
                  <a:pt x="2314" y="177"/>
                </a:lnTo>
                <a:lnTo>
                  <a:pt x="2313" y="177"/>
                </a:lnTo>
                <a:lnTo>
                  <a:pt x="2313" y="178"/>
                </a:lnTo>
                <a:lnTo>
                  <a:pt x="2312" y="179"/>
                </a:lnTo>
                <a:lnTo>
                  <a:pt x="2313" y="180"/>
                </a:lnTo>
                <a:lnTo>
                  <a:pt x="2315" y="180"/>
                </a:lnTo>
                <a:lnTo>
                  <a:pt x="2317" y="182"/>
                </a:lnTo>
                <a:lnTo>
                  <a:pt x="2317" y="184"/>
                </a:lnTo>
                <a:lnTo>
                  <a:pt x="2316" y="184"/>
                </a:lnTo>
                <a:lnTo>
                  <a:pt x="2315" y="184"/>
                </a:lnTo>
                <a:lnTo>
                  <a:pt x="2314" y="185"/>
                </a:lnTo>
                <a:lnTo>
                  <a:pt x="2315" y="186"/>
                </a:lnTo>
                <a:lnTo>
                  <a:pt x="2316" y="186"/>
                </a:lnTo>
                <a:lnTo>
                  <a:pt x="2317" y="186"/>
                </a:lnTo>
                <a:lnTo>
                  <a:pt x="2317" y="187"/>
                </a:lnTo>
                <a:lnTo>
                  <a:pt x="2317" y="188"/>
                </a:lnTo>
                <a:lnTo>
                  <a:pt x="2317" y="189"/>
                </a:lnTo>
                <a:lnTo>
                  <a:pt x="2316" y="189"/>
                </a:lnTo>
                <a:lnTo>
                  <a:pt x="2315" y="189"/>
                </a:lnTo>
                <a:lnTo>
                  <a:pt x="2315" y="190"/>
                </a:lnTo>
                <a:lnTo>
                  <a:pt x="2315" y="191"/>
                </a:lnTo>
                <a:lnTo>
                  <a:pt x="2316" y="191"/>
                </a:lnTo>
                <a:lnTo>
                  <a:pt x="2316" y="192"/>
                </a:lnTo>
                <a:lnTo>
                  <a:pt x="2316" y="193"/>
                </a:lnTo>
                <a:lnTo>
                  <a:pt x="2318" y="193"/>
                </a:lnTo>
                <a:lnTo>
                  <a:pt x="2319" y="193"/>
                </a:lnTo>
                <a:lnTo>
                  <a:pt x="2318" y="194"/>
                </a:lnTo>
                <a:lnTo>
                  <a:pt x="2318" y="195"/>
                </a:lnTo>
                <a:lnTo>
                  <a:pt x="2318" y="196"/>
                </a:lnTo>
                <a:lnTo>
                  <a:pt x="2319" y="196"/>
                </a:lnTo>
                <a:lnTo>
                  <a:pt x="2320" y="197"/>
                </a:lnTo>
                <a:lnTo>
                  <a:pt x="2321" y="197"/>
                </a:lnTo>
                <a:lnTo>
                  <a:pt x="2322" y="197"/>
                </a:lnTo>
                <a:lnTo>
                  <a:pt x="2323" y="197"/>
                </a:lnTo>
                <a:lnTo>
                  <a:pt x="2323" y="198"/>
                </a:lnTo>
                <a:lnTo>
                  <a:pt x="2324" y="199"/>
                </a:lnTo>
                <a:lnTo>
                  <a:pt x="2325" y="199"/>
                </a:lnTo>
                <a:lnTo>
                  <a:pt x="2324" y="200"/>
                </a:lnTo>
                <a:lnTo>
                  <a:pt x="2324" y="201"/>
                </a:lnTo>
                <a:lnTo>
                  <a:pt x="2324" y="202"/>
                </a:lnTo>
                <a:lnTo>
                  <a:pt x="2324" y="203"/>
                </a:lnTo>
                <a:lnTo>
                  <a:pt x="2325" y="203"/>
                </a:lnTo>
                <a:lnTo>
                  <a:pt x="2325" y="204"/>
                </a:lnTo>
                <a:lnTo>
                  <a:pt x="2325" y="205"/>
                </a:lnTo>
                <a:lnTo>
                  <a:pt x="2326" y="205"/>
                </a:lnTo>
                <a:lnTo>
                  <a:pt x="2327" y="207"/>
                </a:lnTo>
                <a:lnTo>
                  <a:pt x="2328" y="207"/>
                </a:lnTo>
                <a:lnTo>
                  <a:pt x="2329" y="207"/>
                </a:lnTo>
                <a:lnTo>
                  <a:pt x="2329" y="206"/>
                </a:lnTo>
                <a:lnTo>
                  <a:pt x="2330" y="206"/>
                </a:lnTo>
                <a:lnTo>
                  <a:pt x="2334" y="206"/>
                </a:lnTo>
                <a:lnTo>
                  <a:pt x="2335" y="206"/>
                </a:lnTo>
                <a:lnTo>
                  <a:pt x="2335" y="207"/>
                </a:lnTo>
                <a:lnTo>
                  <a:pt x="2336" y="207"/>
                </a:lnTo>
                <a:lnTo>
                  <a:pt x="2337" y="207"/>
                </a:lnTo>
                <a:lnTo>
                  <a:pt x="2338" y="208"/>
                </a:lnTo>
                <a:lnTo>
                  <a:pt x="2339" y="208"/>
                </a:lnTo>
                <a:lnTo>
                  <a:pt x="2340" y="208"/>
                </a:lnTo>
                <a:lnTo>
                  <a:pt x="2341" y="207"/>
                </a:lnTo>
                <a:lnTo>
                  <a:pt x="2341" y="208"/>
                </a:lnTo>
                <a:lnTo>
                  <a:pt x="2342" y="208"/>
                </a:lnTo>
                <a:lnTo>
                  <a:pt x="2342" y="209"/>
                </a:lnTo>
                <a:lnTo>
                  <a:pt x="2343" y="209"/>
                </a:lnTo>
                <a:lnTo>
                  <a:pt x="2344" y="210"/>
                </a:lnTo>
                <a:lnTo>
                  <a:pt x="2347" y="210"/>
                </a:lnTo>
                <a:lnTo>
                  <a:pt x="2348" y="210"/>
                </a:lnTo>
                <a:lnTo>
                  <a:pt x="2349" y="211"/>
                </a:lnTo>
                <a:lnTo>
                  <a:pt x="2350" y="212"/>
                </a:lnTo>
                <a:lnTo>
                  <a:pt x="2351" y="212"/>
                </a:lnTo>
                <a:lnTo>
                  <a:pt x="2352" y="213"/>
                </a:lnTo>
                <a:lnTo>
                  <a:pt x="2353" y="213"/>
                </a:lnTo>
                <a:lnTo>
                  <a:pt x="2354" y="212"/>
                </a:lnTo>
                <a:lnTo>
                  <a:pt x="2355" y="212"/>
                </a:lnTo>
                <a:lnTo>
                  <a:pt x="2355" y="211"/>
                </a:lnTo>
                <a:lnTo>
                  <a:pt x="2356" y="211"/>
                </a:lnTo>
                <a:lnTo>
                  <a:pt x="2358" y="211"/>
                </a:lnTo>
                <a:lnTo>
                  <a:pt x="2359" y="211"/>
                </a:lnTo>
                <a:lnTo>
                  <a:pt x="2360" y="211"/>
                </a:lnTo>
                <a:lnTo>
                  <a:pt x="2360" y="212"/>
                </a:lnTo>
                <a:lnTo>
                  <a:pt x="2361" y="212"/>
                </a:lnTo>
                <a:lnTo>
                  <a:pt x="2362" y="211"/>
                </a:lnTo>
                <a:lnTo>
                  <a:pt x="2363" y="211"/>
                </a:lnTo>
                <a:lnTo>
                  <a:pt x="2363" y="210"/>
                </a:lnTo>
                <a:lnTo>
                  <a:pt x="2364" y="210"/>
                </a:lnTo>
                <a:lnTo>
                  <a:pt x="2365" y="210"/>
                </a:lnTo>
                <a:lnTo>
                  <a:pt x="2365" y="211"/>
                </a:lnTo>
                <a:lnTo>
                  <a:pt x="2366" y="211"/>
                </a:lnTo>
                <a:lnTo>
                  <a:pt x="2368" y="211"/>
                </a:lnTo>
                <a:lnTo>
                  <a:pt x="2368" y="209"/>
                </a:lnTo>
                <a:lnTo>
                  <a:pt x="2369" y="209"/>
                </a:lnTo>
                <a:lnTo>
                  <a:pt x="2372" y="208"/>
                </a:lnTo>
                <a:lnTo>
                  <a:pt x="2373" y="209"/>
                </a:lnTo>
                <a:lnTo>
                  <a:pt x="2375" y="209"/>
                </a:lnTo>
                <a:lnTo>
                  <a:pt x="2376" y="209"/>
                </a:lnTo>
                <a:lnTo>
                  <a:pt x="2377" y="209"/>
                </a:lnTo>
                <a:lnTo>
                  <a:pt x="2378" y="209"/>
                </a:lnTo>
                <a:lnTo>
                  <a:pt x="2379" y="209"/>
                </a:lnTo>
                <a:lnTo>
                  <a:pt x="2380" y="208"/>
                </a:lnTo>
                <a:lnTo>
                  <a:pt x="2380" y="207"/>
                </a:lnTo>
                <a:lnTo>
                  <a:pt x="2381" y="207"/>
                </a:lnTo>
                <a:lnTo>
                  <a:pt x="2382" y="207"/>
                </a:lnTo>
                <a:lnTo>
                  <a:pt x="2384" y="206"/>
                </a:lnTo>
                <a:lnTo>
                  <a:pt x="2385" y="206"/>
                </a:lnTo>
                <a:lnTo>
                  <a:pt x="2385" y="205"/>
                </a:lnTo>
                <a:lnTo>
                  <a:pt x="2386" y="205"/>
                </a:lnTo>
                <a:lnTo>
                  <a:pt x="2386" y="206"/>
                </a:lnTo>
                <a:lnTo>
                  <a:pt x="2387" y="206"/>
                </a:lnTo>
                <a:lnTo>
                  <a:pt x="2387" y="205"/>
                </a:lnTo>
                <a:lnTo>
                  <a:pt x="2387" y="204"/>
                </a:lnTo>
                <a:lnTo>
                  <a:pt x="2387" y="203"/>
                </a:lnTo>
                <a:lnTo>
                  <a:pt x="2388" y="203"/>
                </a:lnTo>
                <a:lnTo>
                  <a:pt x="2389" y="202"/>
                </a:lnTo>
                <a:lnTo>
                  <a:pt x="2389" y="201"/>
                </a:lnTo>
                <a:lnTo>
                  <a:pt x="2389" y="200"/>
                </a:lnTo>
                <a:lnTo>
                  <a:pt x="2391" y="198"/>
                </a:lnTo>
                <a:lnTo>
                  <a:pt x="2392" y="198"/>
                </a:lnTo>
                <a:lnTo>
                  <a:pt x="2393" y="198"/>
                </a:lnTo>
                <a:lnTo>
                  <a:pt x="2393" y="199"/>
                </a:lnTo>
                <a:lnTo>
                  <a:pt x="2395" y="200"/>
                </a:lnTo>
                <a:lnTo>
                  <a:pt x="2397" y="201"/>
                </a:lnTo>
                <a:lnTo>
                  <a:pt x="2399" y="202"/>
                </a:lnTo>
                <a:lnTo>
                  <a:pt x="2401" y="201"/>
                </a:lnTo>
                <a:lnTo>
                  <a:pt x="2402" y="201"/>
                </a:lnTo>
                <a:lnTo>
                  <a:pt x="2403" y="201"/>
                </a:lnTo>
                <a:lnTo>
                  <a:pt x="2404" y="201"/>
                </a:lnTo>
                <a:lnTo>
                  <a:pt x="2404" y="202"/>
                </a:lnTo>
                <a:lnTo>
                  <a:pt x="2405" y="202"/>
                </a:lnTo>
                <a:lnTo>
                  <a:pt x="2405" y="203"/>
                </a:lnTo>
                <a:lnTo>
                  <a:pt x="2405" y="204"/>
                </a:lnTo>
                <a:lnTo>
                  <a:pt x="2406" y="204"/>
                </a:lnTo>
                <a:lnTo>
                  <a:pt x="2408" y="206"/>
                </a:lnTo>
                <a:lnTo>
                  <a:pt x="2410" y="207"/>
                </a:lnTo>
                <a:lnTo>
                  <a:pt x="2411" y="208"/>
                </a:lnTo>
                <a:lnTo>
                  <a:pt x="2411" y="207"/>
                </a:lnTo>
                <a:lnTo>
                  <a:pt x="2413" y="206"/>
                </a:lnTo>
                <a:lnTo>
                  <a:pt x="2415" y="205"/>
                </a:lnTo>
                <a:lnTo>
                  <a:pt x="2416" y="205"/>
                </a:lnTo>
                <a:lnTo>
                  <a:pt x="2417" y="205"/>
                </a:lnTo>
                <a:lnTo>
                  <a:pt x="2418" y="205"/>
                </a:lnTo>
                <a:lnTo>
                  <a:pt x="2419" y="205"/>
                </a:lnTo>
                <a:lnTo>
                  <a:pt x="2419" y="206"/>
                </a:lnTo>
                <a:lnTo>
                  <a:pt x="2420" y="206"/>
                </a:lnTo>
                <a:lnTo>
                  <a:pt x="2421" y="206"/>
                </a:lnTo>
                <a:lnTo>
                  <a:pt x="2422" y="206"/>
                </a:lnTo>
                <a:lnTo>
                  <a:pt x="2423" y="206"/>
                </a:lnTo>
                <a:lnTo>
                  <a:pt x="2424" y="206"/>
                </a:lnTo>
                <a:lnTo>
                  <a:pt x="2425" y="205"/>
                </a:lnTo>
                <a:lnTo>
                  <a:pt x="2425" y="204"/>
                </a:lnTo>
                <a:lnTo>
                  <a:pt x="2426" y="204"/>
                </a:lnTo>
                <a:lnTo>
                  <a:pt x="2428" y="203"/>
                </a:lnTo>
                <a:lnTo>
                  <a:pt x="2429" y="204"/>
                </a:lnTo>
                <a:lnTo>
                  <a:pt x="2430" y="204"/>
                </a:lnTo>
                <a:lnTo>
                  <a:pt x="2431" y="203"/>
                </a:lnTo>
                <a:lnTo>
                  <a:pt x="2432" y="204"/>
                </a:lnTo>
                <a:lnTo>
                  <a:pt x="2433" y="204"/>
                </a:lnTo>
                <a:lnTo>
                  <a:pt x="2434" y="204"/>
                </a:lnTo>
                <a:lnTo>
                  <a:pt x="2435" y="203"/>
                </a:lnTo>
                <a:lnTo>
                  <a:pt x="2436" y="203"/>
                </a:lnTo>
                <a:lnTo>
                  <a:pt x="2437" y="203"/>
                </a:lnTo>
                <a:lnTo>
                  <a:pt x="2439" y="203"/>
                </a:lnTo>
                <a:lnTo>
                  <a:pt x="2440" y="204"/>
                </a:lnTo>
                <a:lnTo>
                  <a:pt x="2441" y="205"/>
                </a:lnTo>
                <a:lnTo>
                  <a:pt x="2442" y="206"/>
                </a:lnTo>
                <a:lnTo>
                  <a:pt x="2443" y="207"/>
                </a:lnTo>
                <a:lnTo>
                  <a:pt x="2444" y="208"/>
                </a:lnTo>
                <a:lnTo>
                  <a:pt x="2445" y="208"/>
                </a:lnTo>
                <a:lnTo>
                  <a:pt x="2445" y="209"/>
                </a:lnTo>
                <a:lnTo>
                  <a:pt x="2446" y="209"/>
                </a:lnTo>
                <a:lnTo>
                  <a:pt x="2447" y="208"/>
                </a:lnTo>
                <a:lnTo>
                  <a:pt x="2448" y="209"/>
                </a:lnTo>
                <a:lnTo>
                  <a:pt x="2448" y="210"/>
                </a:lnTo>
                <a:lnTo>
                  <a:pt x="2449" y="211"/>
                </a:lnTo>
                <a:lnTo>
                  <a:pt x="2449" y="210"/>
                </a:lnTo>
                <a:lnTo>
                  <a:pt x="2452" y="210"/>
                </a:lnTo>
                <a:lnTo>
                  <a:pt x="2453" y="210"/>
                </a:lnTo>
                <a:lnTo>
                  <a:pt x="2454" y="211"/>
                </a:lnTo>
                <a:lnTo>
                  <a:pt x="2454" y="210"/>
                </a:lnTo>
                <a:lnTo>
                  <a:pt x="2455" y="209"/>
                </a:lnTo>
                <a:lnTo>
                  <a:pt x="2455" y="208"/>
                </a:lnTo>
                <a:lnTo>
                  <a:pt x="2456" y="208"/>
                </a:lnTo>
                <a:lnTo>
                  <a:pt x="2456" y="207"/>
                </a:lnTo>
                <a:lnTo>
                  <a:pt x="2456" y="205"/>
                </a:lnTo>
                <a:lnTo>
                  <a:pt x="2456" y="204"/>
                </a:lnTo>
                <a:lnTo>
                  <a:pt x="2456" y="203"/>
                </a:lnTo>
                <a:lnTo>
                  <a:pt x="2456" y="202"/>
                </a:lnTo>
                <a:lnTo>
                  <a:pt x="2457" y="202"/>
                </a:lnTo>
                <a:lnTo>
                  <a:pt x="2458" y="202"/>
                </a:lnTo>
                <a:lnTo>
                  <a:pt x="2458" y="201"/>
                </a:lnTo>
                <a:lnTo>
                  <a:pt x="2459" y="201"/>
                </a:lnTo>
                <a:lnTo>
                  <a:pt x="2460" y="201"/>
                </a:lnTo>
                <a:lnTo>
                  <a:pt x="2461" y="201"/>
                </a:lnTo>
                <a:lnTo>
                  <a:pt x="2461" y="200"/>
                </a:lnTo>
                <a:lnTo>
                  <a:pt x="2462" y="199"/>
                </a:lnTo>
                <a:lnTo>
                  <a:pt x="2463" y="199"/>
                </a:lnTo>
                <a:lnTo>
                  <a:pt x="2464" y="200"/>
                </a:lnTo>
                <a:lnTo>
                  <a:pt x="2466" y="200"/>
                </a:lnTo>
                <a:lnTo>
                  <a:pt x="2467" y="200"/>
                </a:lnTo>
                <a:lnTo>
                  <a:pt x="2468" y="200"/>
                </a:lnTo>
                <a:lnTo>
                  <a:pt x="2469" y="201"/>
                </a:lnTo>
                <a:lnTo>
                  <a:pt x="2470" y="201"/>
                </a:lnTo>
                <a:lnTo>
                  <a:pt x="2470" y="202"/>
                </a:lnTo>
                <a:lnTo>
                  <a:pt x="2471" y="202"/>
                </a:lnTo>
                <a:lnTo>
                  <a:pt x="2471" y="203"/>
                </a:lnTo>
                <a:lnTo>
                  <a:pt x="2472" y="203"/>
                </a:lnTo>
                <a:lnTo>
                  <a:pt x="2473" y="204"/>
                </a:lnTo>
                <a:lnTo>
                  <a:pt x="2474" y="205"/>
                </a:lnTo>
                <a:lnTo>
                  <a:pt x="2475" y="205"/>
                </a:lnTo>
                <a:lnTo>
                  <a:pt x="2476" y="204"/>
                </a:lnTo>
                <a:lnTo>
                  <a:pt x="2477" y="204"/>
                </a:lnTo>
                <a:lnTo>
                  <a:pt x="2478" y="204"/>
                </a:lnTo>
                <a:lnTo>
                  <a:pt x="2482" y="204"/>
                </a:lnTo>
                <a:lnTo>
                  <a:pt x="2484" y="203"/>
                </a:lnTo>
                <a:lnTo>
                  <a:pt x="2485" y="202"/>
                </a:lnTo>
                <a:lnTo>
                  <a:pt x="2486" y="202"/>
                </a:lnTo>
                <a:lnTo>
                  <a:pt x="2486" y="201"/>
                </a:lnTo>
                <a:lnTo>
                  <a:pt x="2485" y="201"/>
                </a:lnTo>
                <a:lnTo>
                  <a:pt x="2485" y="200"/>
                </a:lnTo>
                <a:lnTo>
                  <a:pt x="2486" y="200"/>
                </a:lnTo>
                <a:lnTo>
                  <a:pt x="2488" y="198"/>
                </a:lnTo>
                <a:lnTo>
                  <a:pt x="2489" y="198"/>
                </a:lnTo>
                <a:lnTo>
                  <a:pt x="2490" y="199"/>
                </a:lnTo>
                <a:lnTo>
                  <a:pt x="2491" y="199"/>
                </a:lnTo>
                <a:lnTo>
                  <a:pt x="2493" y="199"/>
                </a:lnTo>
                <a:lnTo>
                  <a:pt x="2494" y="200"/>
                </a:lnTo>
                <a:lnTo>
                  <a:pt x="2496" y="200"/>
                </a:lnTo>
                <a:lnTo>
                  <a:pt x="2497" y="199"/>
                </a:lnTo>
                <a:lnTo>
                  <a:pt x="2497" y="198"/>
                </a:lnTo>
                <a:lnTo>
                  <a:pt x="2497" y="197"/>
                </a:lnTo>
                <a:lnTo>
                  <a:pt x="2498" y="196"/>
                </a:lnTo>
                <a:lnTo>
                  <a:pt x="2499" y="195"/>
                </a:lnTo>
                <a:lnTo>
                  <a:pt x="2500" y="194"/>
                </a:lnTo>
                <a:lnTo>
                  <a:pt x="2501" y="194"/>
                </a:lnTo>
                <a:lnTo>
                  <a:pt x="2502" y="194"/>
                </a:lnTo>
                <a:lnTo>
                  <a:pt x="2503" y="193"/>
                </a:lnTo>
                <a:lnTo>
                  <a:pt x="2502" y="192"/>
                </a:lnTo>
                <a:lnTo>
                  <a:pt x="2501" y="191"/>
                </a:lnTo>
                <a:lnTo>
                  <a:pt x="2501" y="190"/>
                </a:lnTo>
                <a:lnTo>
                  <a:pt x="2500" y="189"/>
                </a:lnTo>
                <a:lnTo>
                  <a:pt x="2500" y="188"/>
                </a:lnTo>
                <a:lnTo>
                  <a:pt x="2501" y="187"/>
                </a:lnTo>
                <a:lnTo>
                  <a:pt x="2502" y="187"/>
                </a:lnTo>
                <a:lnTo>
                  <a:pt x="2503" y="187"/>
                </a:lnTo>
                <a:lnTo>
                  <a:pt x="2504" y="187"/>
                </a:lnTo>
                <a:lnTo>
                  <a:pt x="2505" y="187"/>
                </a:lnTo>
                <a:lnTo>
                  <a:pt x="2506" y="187"/>
                </a:lnTo>
                <a:lnTo>
                  <a:pt x="2507" y="186"/>
                </a:lnTo>
                <a:lnTo>
                  <a:pt x="2507" y="185"/>
                </a:lnTo>
                <a:lnTo>
                  <a:pt x="2509" y="185"/>
                </a:lnTo>
                <a:lnTo>
                  <a:pt x="2510" y="184"/>
                </a:lnTo>
                <a:lnTo>
                  <a:pt x="2512" y="184"/>
                </a:lnTo>
                <a:lnTo>
                  <a:pt x="2512" y="185"/>
                </a:lnTo>
                <a:lnTo>
                  <a:pt x="2513" y="184"/>
                </a:lnTo>
                <a:lnTo>
                  <a:pt x="2513" y="183"/>
                </a:lnTo>
                <a:lnTo>
                  <a:pt x="2513" y="182"/>
                </a:lnTo>
                <a:lnTo>
                  <a:pt x="2514" y="182"/>
                </a:lnTo>
                <a:lnTo>
                  <a:pt x="2515" y="182"/>
                </a:lnTo>
                <a:lnTo>
                  <a:pt x="2514" y="181"/>
                </a:lnTo>
                <a:lnTo>
                  <a:pt x="2513" y="179"/>
                </a:lnTo>
                <a:lnTo>
                  <a:pt x="2513" y="177"/>
                </a:lnTo>
                <a:lnTo>
                  <a:pt x="2514" y="175"/>
                </a:lnTo>
                <a:lnTo>
                  <a:pt x="2515" y="173"/>
                </a:lnTo>
                <a:lnTo>
                  <a:pt x="2516" y="173"/>
                </a:lnTo>
                <a:lnTo>
                  <a:pt x="2516" y="172"/>
                </a:lnTo>
                <a:lnTo>
                  <a:pt x="2517" y="171"/>
                </a:lnTo>
                <a:lnTo>
                  <a:pt x="2518" y="171"/>
                </a:lnTo>
                <a:lnTo>
                  <a:pt x="2519" y="171"/>
                </a:lnTo>
                <a:lnTo>
                  <a:pt x="2519" y="172"/>
                </a:lnTo>
                <a:lnTo>
                  <a:pt x="2519" y="174"/>
                </a:lnTo>
                <a:lnTo>
                  <a:pt x="2520" y="174"/>
                </a:lnTo>
                <a:lnTo>
                  <a:pt x="2521" y="174"/>
                </a:lnTo>
                <a:lnTo>
                  <a:pt x="2521" y="173"/>
                </a:lnTo>
                <a:lnTo>
                  <a:pt x="2523" y="173"/>
                </a:lnTo>
                <a:lnTo>
                  <a:pt x="2525" y="174"/>
                </a:lnTo>
                <a:lnTo>
                  <a:pt x="2526" y="174"/>
                </a:lnTo>
                <a:lnTo>
                  <a:pt x="2527" y="174"/>
                </a:lnTo>
                <a:lnTo>
                  <a:pt x="2528" y="173"/>
                </a:lnTo>
                <a:lnTo>
                  <a:pt x="2529" y="173"/>
                </a:lnTo>
                <a:lnTo>
                  <a:pt x="2530" y="174"/>
                </a:lnTo>
                <a:lnTo>
                  <a:pt x="2531" y="174"/>
                </a:lnTo>
                <a:lnTo>
                  <a:pt x="2532" y="174"/>
                </a:lnTo>
                <a:lnTo>
                  <a:pt x="2532" y="173"/>
                </a:lnTo>
                <a:lnTo>
                  <a:pt x="2533" y="173"/>
                </a:lnTo>
                <a:lnTo>
                  <a:pt x="2533" y="174"/>
                </a:lnTo>
                <a:lnTo>
                  <a:pt x="2534" y="174"/>
                </a:lnTo>
                <a:lnTo>
                  <a:pt x="2534" y="175"/>
                </a:lnTo>
                <a:lnTo>
                  <a:pt x="2535" y="175"/>
                </a:lnTo>
                <a:lnTo>
                  <a:pt x="2535" y="176"/>
                </a:lnTo>
                <a:lnTo>
                  <a:pt x="2536" y="176"/>
                </a:lnTo>
                <a:lnTo>
                  <a:pt x="2537" y="175"/>
                </a:lnTo>
                <a:lnTo>
                  <a:pt x="2538" y="175"/>
                </a:lnTo>
                <a:lnTo>
                  <a:pt x="2540" y="175"/>
                </a:lnTo>
                <a:lnTo>
                  <a:pt x="2541" y="175"/>
                </a:lnTo>
                <a:lnTo>
                  <a:pt x="2541" y="176"/>
                </a:lnTo>
                <a:lnTo>
                  <a:pt x="2541" y="177"/>
                </a:lnTo>
                <a:lnTo>
                  <a:pt x="2542" y="177"/>
                </a:lnTo>
                <a:lnTo>
                  <a:pt x="2542" y="178"/>
                </a:lnTo>
                <a:lnTo>
                  <a:pt x="2542" y="179"/>
                </a:lnTo>
                <a:lnTo>
                  <a:pt x="2544" y="180"/>
                </a:lnTo>
                <a:lnTo>
                  <a:pt x="2545" y="181"/>
                </a:lnTo>
                <a:lnTo>
                  <a:pt x="2546" y="181"/>
                </a:lnTo>
                <a:lnTo>
                  <a:pt x="2546" y="182"/>
                </a:lnTo>
                <a:lnTo>
                  <a:pt x="2547" y="182"/>
                </a:lnTo>
                <a:lnTo>
                  <a:pt x="2548" y="183"/>
                </a:lnTo>
                <a:lnTo>
                  <a:pt x="2549" y="183"/>
                </a:lnTo>
                <a:lnTo>
                  <a:pt x="2549" y="184"/>
                </a:lnTo>
                <a:lnTo>
                  <a:pt x="2550" y="184"/>
                </a:lnTo>
                <a:lnTo>
                  <a:pt x="2550" y="185"/>
                </a:lnTo>
                <a:lnTo>
                  <a:pt x="2551" y="185"/>
                </a:lnTo>
                <a:lnTo>
                  <a:pt x="2552" y="186"/>
                </a:lnTo>
                <a:lnTo>
                  <a:pt x="2553" y="187"/>
                </a:lnTo>
                <a:lnTo>
                  <a:pt x="2554" y="188"/>
                </a:lnTo>
                <a:lnTo>
                  <a:pt x="2555" y="188"/>
                </a:lnTo>
                <a:lnTo>
                  <a:pt x="2555" y="189"/>
                </a:lnTo>
                <a:lnTo>
                  <a:pt x="2556" y="189"/>
                </a:lnTo>
                <a:lnTo>
                  <a:pt x="2557" y="190"/>
                </a:lnTo>
                <a:lnTo>
                  <a:pt x="2557" y="191"/>
                </a:lnTo>
                <a:lnTo>
                  <a:pt x="2558" y="191"/>
                </a:lnTo>
                <a:lnTo>
                  <a:pt x="2559" y="192"/>
                </a:lnTo>
                <a:lnTo>
                  <a:pt x="2560" y="192"/>
                </a:lnTo>
                <a:lnTo>
                  <a:pt x="2560" y="193"/>
                </a:lnTo>
                <a:lnTo>
                  <a:pt x="2559" y="194"/>
                </a:lnTo>
                <a:lnTo>
                  <a:pt x="2560" y="195"/>
                </a:lnTo>
                <a:lnTo>
                  <a:pt x="2561" y="195"/>
                </a:lnTo>
                <a:lnTo>
                  <a:pt x="2561" y="196"/>
                </a:lnTo>
                <a:lnTo>
                  <a:pt x="2562" y="196"/>
                </a:lnTo>
                <a:lnTo>
                  <a:pt x="2562" y="197"/>
                </a:lnTo>
                <a:lnTo>
                  <a:pt x="2563" y="198"/>
                </a:lnTo>
                <a:lnTo>
                  <a:pt x="2564" y="198"/>
                </a:lnTo>
                <a:lnTo>
                  <a:pt x="2563" y="198"/>
                </a:lnTo>
                <a:lnTo>
                  <a:pt x="2563" y="199"/>
                </a:lnTo>
                <a:lnTo>
                  <a:pt x="2564" y="199"/>
                </a:lnTo>
                <a:lnTo>
                  <a:pt x="2564" y="200"/>
                </a:lnTo>
                <a:lnTo>
                  <a:pt x="2565" y="200"/>
                </a:lnTo>
                <a:lnTo>
                  <a:pt x="2566" y="201"/>
                </a:lnTo>
                <a:lnTo>
                  <a:pt x="2565" y="201"/>
                </a:lnTo>
                <a:lnTo>
                  <a:pt x="2566" y="201"/>
                </a:lnTo>
                <a:lnTo>
                  <a:pt x="2566" y="202"/>
                </a:lnTo>
                <a:lnTo>
                  <a:pt x="2567" y="202"/>
                </a:lnTo>
                <a:lnTo>
                  <a:pt x="2567" y="203"/>
                </a:lnTo>
                <a:lnTo>
                  <a:pt x="2568" y="203"/>
                </a:lnTo>
                <a:lnTo>
                  <a:pt x="2568" y="204"/>
                </a:lnTo>
                <a:lnTo>
                  <a:pt x="2569" y="204"/>
                </a:lnTo>
                <a:lnTo>
                  <a:pt x="2570" y="204"/>
                </a:lnTo>
                <a:lnTo>
                  <a:pt x="2570" y="205"/>
                </a:lnTo>
                <a:lnTo>
                  <a:pt x="2571" y="205"/>
                </a:lnTo>
                <a:lnTo>
                  <a:pt x="2571" y="206"/>
                </a:lnTo>
                <a:lnTo>
                  <a:pt x="2572" y="207"/>
                </a:lnTo>
                <a:lnTo>
                  <a:pt x="2571" y="207"/>
                </a:lnTo>
                <a:lnTo>
                  <a:pt x="2572" y="208"/>
                </a:lnTo>
                <a:lnTo>
                  <a:pt x="2573" y="208"/>
                </a:lnTo>
                <a:lnTo>
                  <a:pt x="2573" y="209"/>
                </a:lnTo>
                <a:lnTo>
                  <a:pt x="2574" y="209"/>
                </a:lnTo>
                <a:lnTo>
                  <a:pt x="2575" y="211"/>
                </a:lnTo>
                <a:lnTo>
                  <a:pt x="2576" y="212"/>
                </a:lnTo>
                <a:lnTo>
                  <a:pt x="2576" y="213"/>
                </a:lnTo>
                <a:lnTo>
                  <a:pt x="2577" y="213"/>
                </a:lnTo>
                <a:lnTo>
                  <a:pt x="2576" y="214"/>
                </a:lnTo>
                <a:lnTo>
                  <a:pt x="2575" y="214"/>
                </a:lnTo>
                <a:lnTo>
                  <a:pt x="2575" y="215"/>
                </a:lnTo>
                <a:lnTo>
                  <a:pt x="2576" y="215"/>
                </a:lnTo>
                <a:lnTo>
                  <a:pt x="2577" y="215"/>
                </a:lnTo>
                <a:lnTo>
                  <a:pt x="2578" y="215"/>
                </a:lnTo>
                <a:lnTo>
                  <a:pt x="2579" y="215"/>
                </a:lnTo>
                <a:lnTo>
                  <a:pt x="2579" y="216"/>
                </a:lnTo>
                <a:lnTo>
                  <a:pt x="2580" y="216"/>
                </a:lnTo>
                <a:lnTo>
                  <a:pt x="2581" y="215"/>
                </a:lnTo>
                <a:lnTo>
                  <a:pt x="2582" y="215"/>
                </a:lnTo>
                <a:lnTo>
                  <a:pt x="2583" y="216"/>
                </a:lnTo>
                <a:lnTo>
                  <a:pt x="2584" y="216"/>
                </a:lnTo>
                <a:lnTo>
                  <a:pt x="2583" y="216"/>
                </a:lnTo>
                <a:lnTo>
                  <a:pt x="2583" y="217"/>
                </a:lnTo>
                <a:lnTo>
                  <a:pt x="2584" y="217"/>
                </a:lnTo>
                <a:lnTo>
                  <a:pt x="2585" y="217"/>
                </a:lnTo>
                <a:lnTo>
                  <a:pt x="2584" y="218"/>
                </a:lnTo>
                <a:lnTo>
                  <a:pt x="2585" y="218"/>
                </a:lnTo>
                <a:lnTo>
                  <a:pt x="2585" y="219"/>
                </a:lnTo>
                <a:lnTo>
                  <a:pt x="2585" y="220"/>
                </a:lnTo>
                <a:lnTo>
                  <a:pt x="2586" y="220"/>
                </a:lnTo>
                <a:lnTo>
                  <a:pt x="2585" y="221"/>
                </a:lnTo>
                <a:lnTo>
                  <a:pt x="2586" y="222"/>
                </a:lnTo>
                <a:lnTo>
                  <a:pt x="2587" y="222"/>
                </a:lnTo>
                <a:lnTo>
                  <a:pt x="2586" y="223"/>
                </a:lnTo>
                <a:lnTo>
                  <a:pt x="2585" y="223"/>
                </a:lnTo>
                <a:lnTo>
                  <a:pt x="2585" y="224"/>
                </a:lnTo>
                <a:lnTo>
                  <a:pt x="2586" y="224"/>
                </a:lnTo>
                <a:lnTo>
                  <a:pt x="2588" y="224"/>
                </a:lnTo>
                <a:lnTo>
                  <a:pt x="2588" y="225"/>
                </a:lnTo>
                <a:lnTo>
                  <a:pt x="2589" y="224"/>
                </a:lnTo>
                <a:lnTo>
                  <a:pt x="2590" y="224"/>
                </a:lnTo>
                <a:lnTo>
                  <a:pt x="2591" y="225"/>
                </a:lnTo>
                <a:lnTo>
                  <a:pt x="2590" y="225"/>
                </a:lnTo>
                <a:lnTo>
                  <a:pt x="2591" y="225"/>
                </a:lnTo>
                <a:lnTo>
                  <a:pt x="2592" y="225"/>
                </a:lnTo>
                <a:lnTo>
                  <a:pt x="2591" y="225"/>
                </a:lnTo>
                <a:lnTo>
                  <a:pt x="2591" y="226"/>
                </a:lnTo>
                <a:lnTo>
                  <a:pt x="2592" y="227"/>
                </a:lnTo>
                <a:lnTo>
                  <a:pt x="2593" y="227"/>
                </a:lnTo>
                <a:lnTo>
                  <a:pt x="2594" y="227"/>
                </a:lnTo>
                <a:lnTo>
                  <a:pt x="2595" y="226"/>
                </a:lnTo>
                <a:lnTo>
                  <a:pt x="2596" y="226"/>
                </a:lnTo>
                <a:lnTo>
                  <a:pt x="2596" y="227"/>
                </a:lnTo>
                <a:lnTo>
                  <a:pt x="2597" y="227"/>
                </a:lnTo>
                <a:lnTo>
                  <a:pt x="2597" y="226"/>
                </a:lnTo>
                <a:lnTo>
                  <a:pt x="2597" y="227"/>
                </a:lnTo>
                <a:lnTo>
                  <a:pt x="2597" y="228"/>
                </a:lnTo>
                <a:lnTo>
                  <a:pt x="2597" y="229"/>
                </a:lnTo>
                <a:lnTo>
                  <a:pt x="2597" y="228"/>
                </a:lnTo>
                <a:lnTo>
                  <a:pt x="2596" y="228"/>
                </a:lnTo>
                <a:lnTo>
                  <a:pt x="2596" y="229"/>
                </a:lnTo>
                <a:lnTo>
                  <a:pt x="2596" y="230"/>
                </a:lnTo>
                <a:lnTo>
                  <a:pt x="2597" y="229"/>
                </a:lnTo>
                <a:lnTo>
                  <a:pt x="2597" y="230"/>
                </a:lnTo>
                <a:lnTo>
                  <a:pt x="2596" y="230"/>
                </a:lnTo>
                <a:lnTo>
                  <a:pt x="2597" y="230"/>
                </a:lnTo>
                <a:lnTo>
                  <a:pt x="2597" y="231"/>
                </a:lnTo>
                <a:lnTo>
                  <a:pt x="2598" y="231"/>
                </a:lnTo>
                <a:lnTo>
                  <a:pt x="2599" y="231"/>
                </a:lnTo>
                <a:lnTo>
                  <a:pt x="2600" y="231"/>
                </a:lnTo>
                <a:lnTo>
                  <a:pt x="2599" y="232"/>
                </a:lnTo>
                <a:lnTo>
                  <a:pt x="2598" y="232"/>
                </a:lnTo>
                <a:lnTo>
                  <a:pt x="2598" y="233"/>
                </a:lnTo>
                <a:lnTo>
                  <a:pt x="2600" y="233"/>
                </a:lnTo>
                <a:lnTo>
                  <a:pt x="2601" y="233"/>
                </a:lnTo>
                <a:lnTo>
                  <a:pt x="2601" y="234"/>
                </a:lnTo>
                <a:lnTo>
                  <a:pt x="2602" y="234"/>
                </a:lnTo>
                <a:lnTo>
                  <a:pt x="2603" y="234"/>
                </a:lnTo>
                <a:lnTo>
                  <a:pt x="2603" y="235"/>
                </a:lnTo>
                <a:lnTo>
                  <a:pt x="2602" y="235"/>
                </a:lnTo>
                <a:lnTo>
                  <a:pt x="2601" y="235"/>
                </a:lnTo>
                <a:lnTo>
                  <a:pt x="2602" y="235"/>
                </a:lnTo>
                <a:lnTo>
                  <a:pt x="2602" y="236"/>
                </a:lnTo>
                <a:lnTo>
                  <a:pt x="2602" y="237"/>
                </a:lnTo>
                <a:lnTo>
                  <a:pt x="2601" y="237"/>
                </a:lnTo>
                <a:lnTo>
                  <a:pt x="2601" y="238"/>
                </a:lnTo>
                <a:lnTo>
                  <a:pt x="2602" y="239"/>
                </a:lnTo>
                <a:lnTo>
                  <a:pt x="2602" y="240"/>
                </a:lnTo>
                <a:lnTo>
                  <a:pt x="2601" y="240"/>
                </a:lnTo>
                <a:lnTo>
                  <a:pt x="2602" y="241"/>
                </a:lnTo>
                <a:lnTo>
                  <a:pt x="2603" y="241"/>
                </a:lnTo>
                <a:lnTo>
                  <a:pt x="2604" y="241"/>
                </a:lnTo>
                <a:lnTo>
                  <a:pt x="2604" y="240"/>
                </a:lnTo>
                <a:lnTo>
                  <a:pt x="2604" y="241"/>
                </a:lnTo>
                <a:lnTo>
                  <a:pt x="2604" y="242"/>
                </a:lnTo>
                <a:lnTo>
                  <a:pt x="2603" y="243"/>
                </a:lnTo>
                <a:lnTo>
                  <a:pt x="2602" y="244"/>
                </a:lnTo>
                <a:lnTo>
                  <a:pt x="2602" y="245"/>
                </a:lnTo>
                <a:lnTo>
                  <a:pt x="2602" y="246"/>
                </a:lnTo>
                <a:lnTo>
                  <a:pt x="2601" y="246"/>
                </a:lnTo>
                <a:lnTo>
                  <a:pt x="2601" y="245"/>
                </a:lnTo>
                <a:lnTo>
                  <a:pt x="2600" y="246"/>
                </a:lnTo>
                <a:lnTo>
                  <a:pt x="2599" y="246"/>
                </a:lnTo>
                <a:lnTo>
                  <a:pt x="2599" y="247"/>
                </a:lnTo>
                <a:lnTo>
                  <a:pt x="2600" y="247"/>
                </a:lnTo>
                <a:lnTo>
                  <a:pt x="2600" y="248"/>
                </a:lnTo>
                <a:lnTo>
                  <a:pt x="2600" y="249"/>
                </a:lnTo>
                <a:lnTo>
                  <a:pt x="2599" y="248"/>
                </a:lnTo>
                <a:lnTo>
                  <a:pt x="2598" y="248"/>
                </a:lnTo>
                <a:lnTo>
                  <a:pt x="2597" y="248"/>
                </a:lnTo>
                <a:lnTo>
                  <a:pt x="2597" y="249"/>
                </a:lnTo>
                <a:lnTo>
                  <a:pt x="2598" y="249"/>
                </a:lnTo>
                <a:lnTo>
                  <a:pt x="2597" y="249"/>
                </a:lnTo>
                <a:lnTo>
                  <a:pt x="2597" y="250"/>
                </a:lnTo>
                <a:lnTo>
                  <a:pt x="2598" y="250"/>
                </a:lnTo>
                <a:lnTo>
                  <a:pt x="2598" y="251"/>
                </a:lnTo>
                <a:lnTo>
                  <a:pt x="2597" y="251"/>
                </a:lnTo>
                <a:lnTo>
                  <a:pt x="2597" y="252"/>
                </a:lnTo>
                <a:lnTo>
                  <a:pt x="2596" y="252"/>
                </a:lnTo>
                <a:lnTo>
                  <a:pt x="2596" y="251"/>
                </a:lnTo>
                <a:lnTo>
                  <a:pt x="2595" y="251"/>
                </a:lnTo>
                <a:lnTo>
                  <a:pt x="2595" y="250"/>
                </a:lnTo>
                <a:lnTo>
                  <a:pt x="2595" y="249"/>
                </a:lnTo>
                <a:lnTo>
                  <a:pt x="2594" y="249"/>
                </a:lnTo>
                <a:lnTo>
                  <a:pt x="2594" y="250"/>
                </a:lnTo>
                <a:lnTo>
                  <a:pt x="2593" y="251"/>
                </a:lnTo>
                <a:lnTo>
                  <a:pt x="2593" y="252"/>
                </a:lnTo>
                <a:lnTo>
                  <a:pt x="2592" y="252"/>
                </a:lnTo>
                <a:lnTo>
                  <a:pt x="2593" y="252"/>
                </a:lnTo>
                <a:lnTo>
                  <a:pt x="2594" y="252"/>
                </a:lnTo>
                <a:lnTo>
                  <a:pt x="2594" y="253"/>
                </a:lnTo>
                <a:lnTo>
                  <a:pt x="2593" y="253"/>
                </a:lnTo>
                <a:lnTo>
                  <a:pt x="2591" y="253"/>
                </a:lnTo>
                <a:lnTo>
                  <a:pt x="2591" y="254"/>
                </a:lnTo>
                <a:lnTo>
                  <a:pt x="2591" y="253"/>
                </a:lnTo>
                <a:lnTo>
                  <a:pt x="2590" y="253"/>
                </a:lnTo>
                <a:lnTo>
                  <a:pt x="2589" y="253"/>
                </a:lnTo>
                <a:lnTo>
                  <a:pt x="2588" y="253"/>
                </a:lnTo>
                <a:lnTo>
                  <a:pt x="2589" y="253"/>
                </a:lnTo>
                <a:lnTo>
                  <a:pt x="2590" y="254"/>
                </a:lnTo>
                <a:lnTo>
                  <a:pt x="2591" y="254"/>
                </a:lnTo>
                <a:lnTo>
                  <a:pt x="2591" y="255"/>
                </a:lnTo>
                <a:lnTo>
                  <a:pt x="2590" y="256"/>
                </a:lnTo>
                <a:lnTo>
                  <a:pt x="2589" y="256"/>
                </a:lnTo>
                <a:lnTo>
                  <a:pt x="2589" y="257"/>
                </a:lnTo>
                <a:lnTo>
                  <a:pt x="2588" y="257"/>
                </a:lnTo>
                <a:lnTo>
                  <a:pt x="2587" y="257"/>
                </a:lnTo>
                <a:lnTo>
                  <a:pt x="2587" y="258"/>
                </a:lnTo>
                <a:lnTo>
                  <a:pt x="2588" y="258"/>
                </a:lnTo>
                <a:lnTo>
                  <a:pt x="2587" y="259"/>
                </a:lnTo>
                <a:lnTo>
                  <a:pt x="2586" y="259"/>
                </a:lnTo>
                <a:lnTo>
                  <a:pt x="2586" y="260"/>
                </a:lnTo>
                <a:lnTo>
                  <a:pt x="2585" y="260"/>
                </a:lnTo>
                <a:lnTo>
                  <a:pt x="2584" y="260"/>
                </a:lnTo>
                <a:lnTo>
                  <a:pt x="2583" y="259"/>
                </a:lnTo>
                <a:lnTo>
                  <a:pt x="2583" y="260"/>
                </a:lnTo>
                <a:lnTo>
                  <a:pt x="2582" y="260"/>
                </a:lnTo>
                <a:lnTo>
                  <a:pt x="2582" y="261"/>
                </a:lnTo>
                <a:lnTo>
                  <a:pt x="2583" y="261"/>
                </a:lnTo>
                <a:lnTo>
                  <a:pt x="2584" y="262"/>
                </a:lnTo>
                <a:lnTo>
                  <a:pt x="2583" y="263"/>
                </a:lnTo>
                <a:lnTo>
                  <a:pt x="2582" y="263"/>
                </a:lnTo>
                <a:lnTo>
                  <a:pt x="2581" y="262"/>
                </a:lnTo>
                <a:lnTo>
                  <a:pt x="2580" y="262"/>
                </a:lnTo>
                <a:lnTo>
                  <a:pt x="2579" y="262"/>
                </a:lnTo>
                <a:lnTo>
                  <a:pt x="2578" y="262"/>
                </a:lnTo>
                <a:lnTo>
                  <a:pt x="2577" y="263"/>
                </a:lnTo>
                <a:lnTo>
                  <a:pt x="2576" y="263"/>
                </a:lnTo>
                <a:lnTo>
                  <a:pt x="2576" y="264"/>
                </a:lnTo>
                <a:lnTo>
                  <a:pt x="2576" y="265"/>
                </a:lnTo>
                <a:lnTo>
                  <a:pt x="2577" y="265"/>
                </a:lnTo>
                <a:lnTo>
                  <a:pt x="2577" y="264"/>
                </a:lnTo>
                <a:lnTo>
                  <a:pt x="2578" y="264"/>
                </a:lnTo>
                <a:lnTo>
                  <a:pt x="2579" y="265"/>
                </a:lnTo>
                <a:lnTo>
                  <a:pt x="2579" y="266"/>
                </a:lnTo>
                <a:lnTo>
                  <a:pt x="2578" y="266"/>
                </a:lnTo>
                <a:lnTo>
                  <a:pt x="2578" y="267"/>
                </a:lnTo>
                <a:lnTo>
                  <a:pt x="2579" y="267"/>
                </a:lnTo>
                <a:lnTo>
                  <a:pt x="2580" y="268"/>
                </a:lnTo>
                <a:lnTo>
                  <a:pt x="2581" y="268"/>
                </a:lnTo>
                <a:lnTo>
                  <a:pt x="2582" y="268"/>
                </a:lnTo>
                <a:lnTo>
                  <a:pt x="2582" y="269"/>
                </a:lnTo>
                <a:lnTo>
                  <a:pt x="2582" y="270"/>
                </a:lnTo>
                <a:lnTo>
                  <a:pt x="2581" y="270"/>
                </a:lnTo>
                <a:lnTo>
                  <a:pt x="2581" y="271"/>
                </a:lnTo>
                <a:lnTo>
                  <a:pt x="2580" y="271"/>
                </a:lnTo>
                <a:lnTo>
                  <a:pt x="2579" y="271"/>
                </a:lnTo>
                <a:lnTo>
                  <a:pt x="2578" y="271"/>
                </a:lnTo>
                <a:lnTo>
                  <a:pt x="2579" y="272"/>
                </a:lnTo>
                <a:lnTo>
                  <a:pt x="2580" y="273"/>
                </a:lnTo>
                <a:lnTo>
                  <a:pt x="2580" y="274"/>
                </a:lnTo>
                <a:lnTo>
                  <a:pt x="2579" y="274"/>
                </a:lnTo>
                <a:lnTo>
                  <a:pt x="2579" y="275"/>
                </a:lnTo>
                <a:lnTo>
                  <a:pt x="2579" y="276"/>
                </a:lnTo>
                <a:lnTo>
                  <a:pt x="2580" y="276"/>
                </a:lnTo>
                <a:lnTo>
                  <a:pt x="2580" y="277"/>
                </a:lnTo>
                <a:lnTo>
                  <a:pt x="2581" y="277"/>
                </a:lnTo>
                <a:lnTo>
                  <a:pt x="2581" y="278"/>
                </a:lnTo>
                <a:lnTo>
                  <a:pt x="2581" y="279"/>
                </a:lnTo>
                <a:lnTo>
                  <a:pt x="2580" y="279"/>
                </a:lnTo>
                <a:lnTo>
                  <a:pt x="2581" y="279"/>
                </a:lnTo>
                <a:lnTo>
                  <a:pt x="2581" y="280"/>
                </a:lnTo>
                <a:lnTo>
                  <a:pt x="2581" y="281"/>
                </a:lnTo>
                <a:lnTo>
                  <a:pt x="2582" y="282"/>
                </a:lnTo>
                <a:lnTo>
                  <a:pt x="2582" y="283"/>
                </a:lnTo>
                <a:lnTo>
                  <a:pt x="2582" y="284"/>
                </a:lnTo>
                <a:lnTo>
                  <a:pt x="2582" y="285"/>
                </a:lnTo>
                <a:lnTo>
                  <a:pt x="2581" y="285"/>
                </a:lnTo>
                <a:lnTo>
                  <a:pt x="2580" y="285"/>
                </a:lnTo>
                <a:lnTo>
                  <a:pt x="2580" y="286"/>
                </a:lnTo>
                <a:lnTo>
                  <a:pt x="2579" y="286"/>
                </a:lnTo>
                <a:lnTo>
                  <a:pt x="2578" y="287"/>
                </a:lnTo>
                <a:lnTo>
                  <a:pt x="2578" y="286"/>
                </a:lnTo>
                <a:lnTo>
                  <a:pt x="2577" y="286"/>
                </a:lnTo>
                <a:lnTo>
                  <a:pt x="2577" y="287"/>
                </a:lnTo>
                <a:lnTo>
                  <a:pt x="2577" y="288"/>
                </a:lnTo>
                <a:lnTo>
                  <a:pt x="2576" y="288"/>
                </a:lnTo>
                <a:lnTo>
                  <a:pt x="2577" y="288"/>
                </a:lnTo>
                <a:lnTo>
                  <a:pt x="2576" y="288"/>
                </a:lnTo>
                <a:lnTo>
                  <a:pt x="2576" y="289"/>
                </a:lnTo>
                <a:lnTo>
                  <a:pt x="2575" y="289"/>
                </a:lnTo>
                <a:lnTo>
                  <a:pt x="2574" y="289"/>
                </a:lnTo>
                <a:lnTo>
                  <a:pt x="2574" y="288"/>
                </a:lnTo>
                <a:lnTo>
                  <a:pt x="2575" y="288"/>
                </a:lnTo>
                <a:lnTo>
                  <a:pt x="2575" y="287"/>
                </a:lnTo>
                <a:lnTo>
                  <a:pt x="2574" y="287"/>
                </a:lnTo>
                <a:lnTo>
                  <a:pt x="2573" y="288"/>
                </a:lnTo>
                <a:lnTo>
                  <a:pt x="2572" y="288"/>
                </a:lnTo>
                <a:lnTo>
                  <a:pt x="2572" y="289"/>
                </a:lnTo>
                <a:lnTo>
                  <a:pt x="2571" y="290"/>
                </a:lnTo>
                <a:lnTo>
                  <a:pt x="2570" y="290"/>
                </a:lnTo>
                <a:lnTo>
                  <a:pt x="2569" y="290"/>
                </a:lnTo>
                <a:lnTo>
                  <a:pt x="2569" y="291"/>
                </a:lnTo>
                <a:lnTo>
                  <a:pt x="2570" y="291"/>
                </a:lnTo>
                <a:lnTo>
                  <a:pt x="2571" y="291"/>
                </a:lnTo>
                <a:lnTo>
                  <a:pt x="2570" y="291"/>
                </a:lnTo>
                <a:lnTo>
                  <a:pt x="2570" y="292"/>
                </a:lnTo>
                <a:lnTo>
                  <a:pt x="2570" y="291"/>
                </a:lnTo>
                <a:lnTo>
                  <a:pt x="2570" y="292"/>
                </a:lnTo>
                <a:lnTo>
                  <a:pt x="2569" y="292"/>
                </a:lnTo>
                <a:lnTo>
                  <a:pt x="2568" y="292"/>
                </a:lnTo>
                <a:lnTo>
                  <a:pt x="2567" y="292"/>
                </a:lnTo>
                <a:lnTo>
                  <a:pt x="2567" y="293"/>
                </a:lnTo>
                <a:lnTo>
                  <a:pt x="2566" y="293"/>
                </a:lnTo>
                <a:lnTo>
                  <a:pt x="2566" y="294"/>
                </a:lnTo>
                <a:lnTo>
                  <a:pt x="2566" y="295"/>
                </a:lnTo>
                <a:lnTo>
                  <a:pt x="2565" y="295"/>
                </a:lnTo>
                <a:lnTo>
                  <a:pt x="2563" y="295"/>
                </a:lnTo>
                <a:lnTo>
                  <a:pt x="2561" y="294"/>
                </a:lnTo>
                <a:lnTo>
                  <a:pt x="2561" y="295"/>
                </a:lnTo>
                <a:lnTo>
                  <a:pt x="2560" y="295"/>
                </a:lnTo>
                <a:lnTo>
                  <a:pt x="2560" y="296"/>
                </a:lnTo>
                <a:lnTo>
                  <a:pt x="2560" y="295"/>
                </a:lnTo>
                <a:lnTo>
                  <a:pt x="2560" y="296"/>
                </a:lnTo>
                <a:lnTo>
                  <a:pt x="2561" y="296"/>
                </a:lnTo>
                <a:lnTo>
                  <a:pt x="2560" y="296"/>
                </a:lnTo>
                <a:lnTo>
                  <a:pt x="2559" y="296"/>
                </a:lnTo>
                <a:lnTo>
                  <a:pt x="2558" y="296"/>
                </a:lnTo>
                <a:lnTo>
                  <a:pt x="2558" y="297"/>
                </a:lnTo>
                <a:lnTo>
                  <a:pt x="2559" y="297"/>
                </a:lnTo>
                <a:lnTo>
                  <a:pt x="2559" y="298"/>
                </a:lnTo>
                <a:lnTo>
                  <a:pt x="2560" y="298"/>
                </a:lnTo>
                <a:lnTo>
                  <a:pt x="2560" y="299"/>
                </a:lnTo>
                <a:lnTo>
                  <a:pt x="2560" y="300"/>
                </a:lnTo>
                <a:lnTo>
                  <a:pt x="2559" y="300"/>
                </a:lnTo>
                <a:lnTo>
                  <a:pt x="2559" y="299"/>
                </a:lnTo>
                <a:lnTo>
                  <a:pt x="2558" y="299"/>
                </a:lnTo>
                <a:lnTo>
                  <a:pt x="2557" y="298"/>
                </a:lnTo>
                <a:lnTo>
                  <a:pt x="2556" y="298"/>
                </a:lnTo>
                <a:lnTo>
                  <a:pt x="2555" y="298"/>
                </a:lnTo>
                <a:lnTo>
                  <a:pt x="2555" y="299"/>
                </a:lnTo>
                <a:lnTo>
                  <a:pt x="2554" y="299"/>
                </a:lnTo>
                <a:lnTo>
                  <a:pt x="2555" y="299"/>
                </a:lnTo>
                <a:lnTo>
                  <a:pt x="2555" y="300"/>
                </a:lnTo>
                <a:lnTo>
                  <a:pt x="2556" y="301"/>
                </a:lnTo>
                <a:lnTo>
                  <a:pt x="2556" y="302"/>
                </a:lnTo>
                <a:lnTo>
                  <a:pt x="2555" y="302"/>
                </a:lnTo>
                <a:lnTo>
                  <a:pt x="2555" y="303"/>
                </a:lnTo>
                <a:lnTo>
                  <a:pt x="2554" y="303"/>
                </a:lnTo>
                <a:lnTo>
                  <a:pt x="2555" y="303"/>
                </a:lnTo>
                <a:lnTo>
                  <a:pt x="2555" y="304"/>
                </a:lnTo>
                <a:lnTo>
                  <a:pt x="2556" y="304"/>
                </a:lnTo>
                <a:lnTo>
                  <a:pt x="2556" y="303"/>
                </a:lnTo>
                <a:lnTo>
                  <a:pt x="2556" y="304"/>
                </a:lnTo>
                <a:lnTo>
                  <a:pt x="2557" y="304"/>
                </a:lnTo>
                <a:lnTo>
                  <a:pt x="2556" y="305"/>
                </a:lnTo>
                <a:lnTo>
                  <a:pt x="2555" y="305"/>
                </a:lnTo>
                <a:lnTo>
                  <a:pt x="2554" y="305"/>
                </a:lnTo>
                <a:lnTo>
                  <a:pt x="2554" y="306"/>
                </a:lnTo>
                <a:lnTo>
                  <a:pt x="2555" y="307"/>
                </a:lnTo>
                <a:lnTo>
                  <a:pt x="2555" y="308"/>
                </a:lnTo>
                <a:lnTo>
                  <a:pt x="2554" y="308"/>
                </a:lnTo>
                <a:lnTo>
                  <a:pt x="2554" y="307"/>
                </a:lnTo>
                <a:lnTo>
                  <a:pt x="2553" y="308"/>
                </a:lnTo>
                <a:lnTo>
                  <a:pt x="2554" y="308"/>
                </a:lnTo>
                <a:lnTo>
                  <a:pt x="2554" y="309"/>
                </a:lnTo>
                <a:lnTo>
                  <a:pt x="2555" y="309"/>
                </a:lnTo>
                <a:lnTo>
                  <a:pt x="2554" y="309"/>
                </a:lnTo>
                <a:lnTo>
                  <a:pt x="2553" y="309"/>
                </a:lnTo>
                <a:lnTo>
                  <a:pt x="2552" y="309"/>
                </a:lnTo>
                <a:lnTo>
                  <a:pt x="2551" y="309"/>
                </a:lnTo>
                <a:lnTo>
                  <a:pt x="2551" y="310"/>
                </a:lnTo>
                <a:lnTo>
                  <a:pt x="2550" y="310"/>
                </a:lnTo>
                <a:lnTo>
                  <a:pt x="2550" y="311"/>
                </a:lnTo>
                <a:lnTo>
                  <a:pt x="2550" y="310"/>
                </a:lnTo>
                <a:lnTo>
                  <a:pt x="2549" y="310"/>
                </a:lnTo>
                <a:lnTo>
                  <a:pt x="2549" y="312"/>
                </a:lnTo>
                <a:lnTo>
                  <a:pt x="2550" y="312"/>
                </a:lnTo>
                <a:lnTo>
                  <a:pt x="2550" y="313"/>
                </a:lnTo>
                <a:lnTo>
                  <a:pt x="2550" y="314"/>
                </a:lnTo>
                <a:lnTo>
                  <a:pt x="2549" y="314"/>
                </a:lnTo>
                <a:lnTo>
                  <a:pt x="2549" y="313"/>
                </a:lnTo>
                <a:lnTo>
                  <a:pt x="2548" y="313"/>
                </a:lnTo>
                <a:lnTo>
                  <a:pt x="2548" y="314"/>
                </a:lnTo>
                <a:lnTo>
                  <a:pt x="2547" y="314"/>
                </a:lnTo>
                <a:lnTo>
                  <a:pt x="2548" y="315"/>
                </a:lnTo>
                <a:lnTo>
                  <a:pt x="2548" y="316"/>
                </a:lnTo>
                <a:lnTo>
                  <a:pt x="2548" y="317"/>
                </a:lnTo>
                <a:lnTo>
                  <a:pt x="2549" y="317"/>
                </a:lnTo>
                <a:lnTo>
                  <a:pt x="2549" y="318"/>
                </a:lnTo>
                <a:lnTo>
                  <a:pt x="2548" y="317"/>
                </a:lnTo>
                <a:lnTo>
                  <a:pt x="2547" y="317"/>
                </a:lnTo>
                <a:lnTo>
                  <a:pt x="2547" y="318"/>
                </a:lnTo>
                <a:lnTo>
                  <a:pt x="2548" y="318"/>
                </a:lnTo>
                <a:lnTo>
                  <a:pt x="2548" y="319"/>
                </a:lnTo>
                <a:lnTo>
                  <a:pt x="2548" y="320"/>
                </a:lnTo>
                <a:lnTo>
                  <a:pt x="2547" y="320"/>
                </a:lnTo>
                <a:lnTo>
                  <a:pt x="2546" y="320"/>
                </a:lnTo>
                <a:lnTo>
                  <a:pt x="2546" y="321"/>
                </a:lnTo>
                <a:lnTo>
                  <a:pt x="2545" y="321"/>
                </a:lnTo>
                <a:lnTo>
                  <a:pt x="2544" y="321"/>
                </a:lnTo>
                <a:lnTo>
                  <a:pt x="2543" y="320"/>
                </a:lnTo>
                <a:lnTo>
                  <a:pt x="2543" y="321"/>
                </a:lnTo>
                <a:lnTo>
                  <a:pt x="2542" y="321"/>
                </a:lnTo>
                <a:lnTo>
                  <a:pt x="2542" y="322"/>
                </a:lnTo>
                <a:lnTo>
                  <a:pt x="2542" y="323"/>
                </a:lnTo>
                <a:lnTo>
                  <a:pt x="2541" y="323"/>
                </a:lnTo>
                <a:lnTo>
                  <a:pt x="2541" y="324"/>
                </a:lnTo>
                <a:lnTo>
                  <a:pt x="2540" y="324"/>
                </a:lnTo>
                <a:lnTo>
                  <a:pt x="2539" y="324"/>
                </a:lnTo>
                <a:lnTo>
                  <a:pt x="2538" y="324"/>
                </a:lnTo>
                <a:lnTo>
                  <a:pt x="2538" y="325"/>
                </a:lnTo>
                <a:lnTo>
                  <a:pt x="2539" y="325"/>
                </a:lnTo>
                <a:lnTo>
                  <a:pt x="2540" y="326"/>
                </a:lnTo>
                <a:lnTo>
                  <a:pt x="2541" y="326"/>
                </a:lnTo>
                <a:lnTo>
                  <a:pt x="2542" y="326"/>
                </a:lnTo>
                <a:lnTo>
                  <a:pt x="2542" y="327"/>
                </a:lnTo>
                <a:lnTo>
                  <a:pt x="2541" y="327"/>
                </a:lnTo>
                <a:lnTo>
                  <a:pt x="2540" y="327"/>
                </a:lnTo>
                <a:lnTo>
                  <a:pt x="2539" y="327"/>
                </a:lnTo>
                <a:lnTo>
                  <a:pt x="2537" y="327"/>
                </a:lnTo>
                <a:lnTo>
                  <a:pt x="2537" y="328"/>
                </a:lnTo>
                <a:lnTo>
                  <a:pt x="2537" y="329"/>
                </a:lnTo>
                <a:lnTo>
                  <a:pt x="2536" y="329"/>
                </a:lnTo>
                <a:lnTo>
                  <a:pt x="2536" y="328"/>
                </a:lnTo>
                <a:lnTo>
                  <a:pt x="2536" y="327"/>
                </a:lnTo>
                <a:lnTo>
                  <a:pt x="2536" y="326"/>
                </a:lnTo>
                <a:lnTo>
                  <a:pt x="2535" y="326"/>
                </a:lnTo>
                <a:lnTo>
                  <a:pt x="2535" y="327"/>
                </a:lnTo>
                <a:lnTo>
                  <a:pt x="2534" y="327"/>
                </a:lnTo>
                <a:lnTo>
                  <a:pt x="2533" y="328"/>
                </a:lnTo>
                <a:lnTo>
                  <a:pt x="2533" y="329"/>
                </a:lnTo>
                <a:lnTo>
                  <a:pt x="2533" y="330"/>
                </a:lnTo>
                <a:lnTo>
                  <a:pt x="2532" y="330"/>
                </a:lnTo>
                <a:lnTo>
                  <a:pt x="2531" y="330"/>
                </a:lnTo>
                <a:lnTo>
                  <a:pt x="2531" y="331"/>
                </a:lnTo>
                <a:lnTo>
                  <a:pt x="2532" y="331"/>
                </a:lnTo>
                <a:lnTo>
                  <a:pt x="2533" y="331"/>
                </a:lnTo>
                <a:lnTo>
                  <a:pt x="2534" y="331"/>
                </a:lnTo>
                <a:lnTo>
                  <a:pt x="2534" y="332"/>
                </a:lnTo>
                <a:lnTo>
                  <a:pt x="2533" y="332"/>
                </a:lnTo>
                <a:lnTo>
                  <a:pt x="2532" y="332"/>
                </a:lnTo>
                <a:lnTo>
                  <a:pt x="2532" y="333"/>
                </a:lnTo>
                <a:lnTo>
                  <a:pt x="2533" y="333"/>
                </a:lnTo>
                <a:lnTo>
                  <a:pt x="2533" y="334"/>
                </a:lnTo>
                <a:lnTo>
                  <a:pt x="2534" y="334"/>
                </a:lnTo>
                <a:lnTo>
                  <a:pt x="2535" y="334"/>
                </a:lnTo>
                <a:lnTo>
                  <a:pt x="2536" y="334"/>
                </a:lnTo>
                <a:lnTo>
                  <a:pt x="2537" y="334"/>
                </a:lnTo>
                <a:lnTo>
                  <a:pt x="2538" y="334"/>
                </a:lnTo>
                <a:lnTo>
                  <a:pt x="2538" y="335"/>
                </a:lnTo>
                <a:lnTo>
                  <a:pt x="2537" y="336"/>
                </a:lnTo>
                <a:lnTo>
                  <a:pt x="2536" y="336"/>
                </a:lnTo>
                <a:lnTo>
                  <a:pt x="2535" y="336"/>
                </a:lnTo>
                <a:lnTo>
                  <a:pt x="2534" y="336"/>
                </a:lnTo>
                <a:lnTo>
                  <a:pt x="2534" y="335"/>
                </a:lnTo>
                <a:lnTo>
                  <a:pt x="2533" y="335"/>
                </a:lnTo>
                <a:lnTo>
                  <a:pt x="2532" y="335"/>
                </a:lnTo>
                <a:lnTo>
                  <a:pt x="2532" y="336"/>
                </a:lnTo>
                <a:lnTo>
                  <a:pt x="2531" y="336"/>
                </a:lnTo>
                <a:lnTo>
                  <a:pt x="2530" y="336"/>
                </a:lnTo>
                <a:lnTo>
                  <a:pt x="2530" y="337"/>
                </a:lnTo>
                <a:lnTo>
                  <a:pt x="2531" y="337"/>
                </a:lnTo>
                <a:lnTo>
                  <a:pt x="2532" y="337"/>
                </a:lnTo>
                <a:lnTo>
                  <a:pt x="2533" y="337"/>
                </a:lnTo>
                <a:lnTo>
                  <a:pt x="2534" y="337"/>
                </a:lnTo>
                <a:lnTo>
                  <a:pt x="2534" y="338"/>
                </a:lnTo>
                <a:lnTo>
                  <a:pt x="2534" y="339"/>
                </a:lnTo>
                <a:lnTo>
                  <a:pt x="2535" y="339"/>
                </a:lnTo>
                <a:lnTo>
                  <a:pt x="2534" y="339"/>
                </a:lnTo>
                <a:lnTo>
                  <a:pt x="2534" y="340"/>
                </a:lnTo>
                <a:lnTo>
                  <a:pt x="2534" y="341"/>
                </a:lnTo>
                <a:lnTo>
                  <a:pt x="2533" y="341"/>
                </a:lnTo>
                <a:lnTo>
                  <a:pt x="2532" y="341"/>
                </a:lnTo>
                <a:lnTo>
                  <a:pt x="2531" y="341"/>
                </a:lnTo>
                <a:lnTo>
                  <a:pt x="2530" y="341"/>
                </a:lnTo>
                <a:lnTo>
                  <a:pt x="2530" y="342"/>
                </a:lnTo>
                <a:lnTo>
                  <a:pt x="2529" y="342"/>
                </a:lnTo>
                <a:lnTo>
                  <a:pt x="2529" y="343"/>
                </a:lnTo>
                <a:lnTo>
                  <a:pt x="2530" y="343"/>
                </a:lnTo>
                <a:lnTo>
                  <a:pt x="2530" y="344"/>
                </a:lnTo>
                <a:lnTo>
                  <a:pt x="2529" y="344"/>
                </a:lnTo>
                <a:lnTo>
                  <a:pt x="2529" y="345"/>
                </a:lnTo>
                <a:lnTo>
                  <a:pt x="2528" y="345"/>
                </a:lnTo>
                <a:lnTo>
                  <a:pt x="2527" y="345"/>
                </a:lnTo>
                <a:lnTo>
                  <a:pt x="2526" y="345"/>
                </a:lnTo>
                <a:lnTo>
                  <a:pt x="2525" y="345"/>
                </a:lnTo>
                <a:lnTo>
                  <a:pt x="2524" y="345"/>
                </a:lnTo>
                <a:lnTo>
                  <a:pt x="2524" y="346"/>
                </a:lnTo>
                <a:lnTo>
                  <a:pt x="2525" y="346"/>
                </a:lnTo>
                <a:lnTo>
                  <a:pt x="2525" y="347"/>
                </a:lnTo>
                <a:lnTo>
                  <a:pt x="2526" y="347"/>
                </a:lnTo>
                <a:lnTo>
                  <a:pt x="2526" y="348"/>
                </a:lnTo>
                <a:lnTo>
                  <a:pt x="2527" y="348"/>
                </a:lnTo>
                <a:lnTo>
                  <a:pt x="2527" y="349"/>
                </a:lnTo>
                <a:lnTo>
                  <a:pt x="2528" y="349"/>
                </a:lnTo>
                <a:lnTo>
                  <a:pt x="2527" y="349"/>
                </a:lnTo>
                <a:lnTo>
                  <a:pt x="2527" y="350"/>
                </a:lnTo>
                <a:lnTo>
                  <a:pt x="2527" y="351"/>
                </a:lnTo>
                <a:lnTo>
                  <a:pt x="2528" y="351"/>
                </a:lnTo>
                <a:lnTo>
                  <a:pt x="2529" y="352"/>
                </a:lnTo>
                <a:lnTo>
                  <a:pt x="2529" y="353"/>
                </a:lnTo>
                <a:lnTo>
                  <a:pt x="2530" y="354"/>
                </a:lnTo>
                <a:lnTo>
                  <a:pt x="2528" y="354"/>
                </a:lnTo>
                <a:lnTo>
                  <a:pt x="2528" y="355"/>
                </a:lnTo>
                <a:lnTo>
                  <a:pt x="2528" y="356"/>
                </a:lnTo>
                <a:lnTo>
                  <a:pt x="2529" y="356"/>
                </a:lnTo>
                <a:lnTo>
                  <a:pt x="2529" y="357"/>
                </a:lnTo>
                <a:lnTo>
                  <a:pt x="2528" y="357"/>
                </a:lnTo>
                <a:lnTo>
                  <a:pt x="2527" y="358"/>
                </a:lnTo>
                <a:lnTo>
                  <a:pt x="2526" y="358"/>
                </a:lnTo>
                <a:lnTo>
                  <a:pt x="2525" y="358"/>
                </a:lnTo>
                <a:lnTo>
                  <a:pt x="2524" y="358"/>
                </a:lnTo>
                <a:lnTo>
                  <a:pt x="2524" y="359"/>
                </a:lnTo>
                <a:lnTo>
                  <a:pt x="2524" y="360"/>
                </a:lnTo>
                <a:lnTo>
                  <a:pt x="2525" y="360"/>
                </a:lnTo>
                <a:lnTo>
                  <a:pt x="2526" y="360"/>
                </a:lnTo>
                <a:lnTo>
                  <a:pt x="2526" y="361"/>
                </a:lnTo>
                <a:lnTo>
                  <a:pt x="2527" y="361"/>
                </a:lnTo>
                <a:lnTo>
                  <a:pt x="2528" y="361"/>
                </a:lnTo>
                <a:lnTo>
                  <a:pt x="2528" y="362"/>
                </a:lnTo>
                <a:lnTo>
                  <a:pt x="2528" y="363"/>
                </a:lnTo>
                <a:lnTo>
                  <a:pt x="2528" y="364"/>
                </a:lnTo>
                <a:lnTo>
                  <a:pt x="2528" y="365"/>
                </a:lnTo>
                <a:lnTo>
                  <a:pt x="2528" y="366"/>
                </a:lnTo>
                <a:lnTo>
                  <a:pt x="2527" y="366"/>
                </a:lnTo>
                <a:lnTo>
                  <a:pt x="2527" y="367"/>
                </a:lnTo>
                <a:lnTo>
                  <a:pt x="2526" y="367"/>
                </a:lnTo>
                <a:lnTo>
                  <a:pt x="2526" y="368"/>
                </a:lnTo>
                <a:lnTo>
                  <a:pt x="2527" y="368"/>
                </a:lnTo>
                <a:lnTo>
                  <a:pt x="2527" y="369"/>
                </a:lnTo>
                <a:lnTo>
                  <a:pt x="2528" y="369"/>
                </a:lnTo>
                <a:lnTo>
                  <a:pt x="2527" y="370"/>
                </a:lnTo>
                <a:lnTo>
                  <a:pt x="2527" y="371"/>
                </a:lnTo>
                <a:lnTo>
                  <a:pt x="2527" y="372"/>
                </a:lnTo>
                <a:lnTo>
                  <a:pt x="2527" y="374"/>
                </a:lnTo>
                <a:lnTo>
                  <a:pt x="2527" y="375"/>
                </a:lnTo>
                <a:lnTo>
                  <a:pt x="2526" y="376"/>
                </a:lnTo>
                <a:lnTo>
                  <a:pt x="2526" y="377"/>
                </a:lnTo>
                <a:lnTo>
                  <a:pt x="2525" y="377"/>
                </a:lnTo>
                <a:lnTo>
                  <a:pt x="2526" y="377"/>
                </a:lnTo>
                <a:lnTo>
                  <a:pt x="2526" y="378"/>
                </a:lnTo>
                <a:lnTo>
                  <a:pt x="2525" y="378"/>
                </a:lnTo>
                <a:lnTo>
                  <a:pt x="2525" y="379"/>
                </a:lnTo>
                <a:lnTo>
                  <a:pt x="2524" y="378"/>
                </a:lnTo>
                <a:lnTo>
                  <a:pt x="2524" y="377"/>
                </a:lnTo>
                <a:lnTo>
                  <a:pt x="2525" y="377"/>
                </a:lnTo>
                <a:lnTo>
                  <a:pt x="2525" y="376"/>
                </a:lnTo>
                <a:lnTo>
                  <a:pt x="2524" y="376"/>
                </a:lnTo>
                <a:lnTo>
                  <a:pt x="2523" y="375"/>
                </a:lnTo>
                <a:lnTo>
                  <a:pt x="2522" y="375"/>
                </a:lnTo>
                <a:lnTo>
                  <a:pt x="2521" y="374"/>
                </a:lnTo>
                <a:lnTo>
                  <a:pt x="2520" y="374"/>
                </a:lnTo>
                <a:lnTo>
                  <a:pt x="2519" y="375"/>
                </a:lnTo>
                <a:lnTo>
                  <a:pt x="2519" y="376"/>
                </a:lnTo>
                <a:lnTo>
                  <a:pt x="2519" y="377"/>
                </a:lnTo>
                <a:lnTo>
                  <a:pt x="2519" y="378"/>
                </a:lnTo>
                <a:lnTo>
                  <a:pt x="2520" y="378"/>
                </a:lnTo>
                <a:lnTo>
                  <a:pt x="2520" y="379"/>
                </a:lnTo>
                <a:lnTo>
                  <a:pt x="2521" y="380"/>
                </a:lnTo>
                <a:lnTo>
                  <a:pt x="2522" y="380"/>
                </a:lnTo>
                <a:lnTo>
                  <a:pt x="2523" y="380"/>
                </a:lnTo>
                <a:lnTo>
                  <a:pt x="2523" y="379"/>
                </a:lnTo>
                <a:lnTo>
                  <a:pt x="2523" y="380"/>
                </a:lnTo>
                <a:lnTo>
                  <a:pt x="2524" y="380"/>
                </a:lnTo>
                <a:lnTo>
                  <a:pt x="2525" y="381"/>
                </a:lnTo>
                <a:lnTo>
                  <a:pt x="2526" y="381"/>
                </a:lnTo>
                <a:lnTo>
                  <a:pt x="2526" y="382"/>
                </a:lnTo>
                <a:lnTo>
                  <a:pt x="2527" y="383"/>
                </a:lnTo>
                <a:lnTo>
                  <a:pt x="2528" y="382"/>
                </a:lnTo>
                <a:lnTo>
                  <a:pt x="2529" y="382"/>
                </a:lnTo>
                <a:lnTo>
                  <a:pt x="2529" y="383"/>
                </a:lnTo>
                <a:lnTo>
                  <a:pt x="2528" y="383"/>
                </a:lnTo>
                <a:lnTo>
                  <a:pt x="2528" y="384"/>
                </a:lnTo>
                <a:lnTo>
                  <a:pt x="2529" y="384"/>
                </a:lnTo>
                <a:lnTo>
                  <a:pt x="2528" y="384"/>
                </a:lnTo>
                <a:lnTo>
                  <a:pt x="2528" y="385"/>
                </a:lnTo>
                <a:lnTo>
                  <a:pt x="2527" y="385"/>
                </a:lnTo>
                <a:lnTo>
                  <a:pt x="2528" y="386"/>
                </a:lnTo>
                <a:lnTo>
                  <a:pt x="2529" y="386"/>
                </a:lnTo>
                <a:lnTo>
                  <a:pt x="2529" y="387"/>
                </a:lnTo>
                <a:lnTo>
                  <a:pt x="2529" y="388"/>
                </a:lnTo>
                <a:lnTo>
                  <a:pt x="2528" y="388"/>
                </a:lnTo>
                <a:lnTo>
                  <a:pt x="2527" y="388"/>
                </a:lnTo>
                <a:lnTo>
                  <a:pt x="2527" y="389"/>
                </a:lnTo>
                <a:lnTo>
                  <a:pt x="2528" y="390"/>
                </a:lnTo>
                <a:lnTo>
                  <a:pt x="2528" y="391"/>
                </a:lnTo>
                <a:lnTo>
                  <a:pt x="2528" y="392"/>
                </a:lnTo>
                <a:lnTo>
                  <a:pt x="2529" y="392"/>
                </a:lnTo>
                <a:lnTo>
                  <a:pt x="2530" y="392"/>
                </a:lnTo>
                <a:lnTo>
                  <a:pt x="2529" y="392"/>
                </a:lnTo>
                <a:lnTo>
                  <a:pt x="2529" y="393"/>
                </a:lnTo>
                <a:lnTo>
                  <a:pt x="2528" y="393"/>
                </a:lnTo>
                <a:lnTo>
                  <a:pt x="2529" y="394"/>
                </a:lnTo>
                <a:lnTo>
                  <a:pt x="2531" y="396"/>
                </a:lnTo>
                <a:lnTo>
                  <a:pt x="2532" y="396"/>
                </a:lnTo>
                <a:lnTo>
                  <a:pt x="2532" y="397"/>
                </a:lnTo>
                <a:lnTo>
                  <a:pt x="2532" y="398"/>
                </a:lnTo>
                <a:lnTo>
                  <a:pt x="2531" y="398"/>
                </a:lnTo>
                <a:lnTo>
                  <a:pt x="2531" y="399"/>
                </a:lnTo>
                <a:lnTo>
                  <a:pt x="2531" y="400"/>
                </a:lnTo>
                <a:lnTo>
                  <a:pt x="2531" y="401"/>
                </a:lnTo>
                <a:lnTo>
                  <a:pt x="2531" y="402"/>
                </a:lnTo>
                <a:lnTo>
                  <a:pt x="2531" y="403"/>
                </a:lnTo>
                <a:lnTo>
                  <a:pt x="2532" y="403"/>
                </a:lnTo>
                <a:lnTo>
                  <a:pt x="2532" y="404"/>
                </a:lnTo>
                <a:lnTo>
                  <a:pt x="2533" y="404"/>
                </a:lnTo>
                <a:lnTo>
                  <a:pt x="2533" y="405"/>
                </a:lnTo>
                <a:lnTo>
                  <a:pt x="2532" y="405"/>
                </a:lnTo>
                <a:lnTo>
                  <a:pt x="2532" y="406"/>
                </a:lnTo>
                <a:lnTo>
                  <a:pt x="2533" y="406"/>
                </a:lnTo>
                <a:lnTo>
                  <a:pt x="2532" y="406"/>
                </a:lnTo>
                <a:lnTo>
                  <a:pt x="2531" y="406"/>
                </a:lnTo>
                <a:lnTo>
                  <a:pt x="2531" y="407"/>
                </a:lnTo>
                <a:lnTo>
                  <a:pt x="2531" y="408"/>
                </a:lnTo>
                <a:lnTo>
                  <a:pt x="2531" y="409"/>
                </a:lnTo>
                <a:lnTo>
                  <a:pt x="2530" y="409"/>
                </a:lnTo>
                <a:lnTo>
                  <a:pt x="2530" y="410"/>
                </a:lnTo>
                <a:lnTo>
                  <a:pt x="2531" y="410"/>
                </a:lnTo>
                <a:lnTo>
                  <a:pt x="2531" y="411"/>
                </a:lnTo>
                <a:lnTo>
                  <a:pt x="2530" y="411"/>
                </a:lnTo>
                <a:lnTo>
                  <a:pt x="2529" y="412"/>
                </a:lnTo>
                <a:lnTo>
                  <a:pt x="2529" y="413"/>
                </a:lnTo>
                <a:lnTo>
                  <a:pt x="2528" y="413"/>
                </a:lnTo>
                <a:lnTo>
                  <a:pt x="2528" y="414"/>
                </a:lnTo>
                <a:lnTo>
                  <a:pt x="2527" y="414"/>
                </a:lnTo>
                <a:lnTo>
                  <a:pt x="2527" y="415"/>
                </a:lnTo>
                <a:lnTo>
                  <a:pt x="2528" y="415"/>
                </a:lnTo>
                <a:lnTo>
                  <a:pt x="2528" y="416"/>
                </a:lnTo>
                <a:lnTo>
                  <a:pt x="2527" y="416"/>
                </a:lnTo>
                <a:lnTo>
                  <a:pt x="2527" y="417"/>
                </a:lnTo>
                <a:lnTo>
                  <a:pt x="2528" y="417"/>
                </a:lnTo>
                <a:lnTo>
                  <a:pt x="2529" y="417"/>
                </a:lnTo>
                <a:lnTo>
                  <a:pt x="2528" y="417"/>
                </a:lnTo>
                <a:lnTo>
                  <a:pt x="2527" y="417"/>
                </a:lnTo>
                <a:lnTo>
                  <a:pt x="2527" y="418"/>
                </a:lnTo>
                <a:lnTo>
                  <a:pt x="2528" y="418"/>
                </a:lnTo>
                <a:lnTo>
                  <a:pt x="2528" y="419"/>
                </a:lnTo>
                <a:lnTo>
                  <a:pt x="2528" y="420"/>
                </a:lnTo>
                <a:lnTo>
                  <a:pt x="2528" y="421"/>
                </a:lnTo>
                <a:lnTo>
                  <a:pt x="2528" y="422"/>
                </a:lnTo>
                <a:lnTo>
                  <a:pt x="2527" y="422"/>
                </a:lnTo>
                <a:lnTo>
                  <a:pt x="2527" y="423"/>
                </a:lnTo>
                <a:lnTo>
                  <a:pt x="2527" y="424"/>
                </a:lnTo>
                <a:lnTo>
                  <a:pt x="2526" y="424"/>
                </a:lnTo>
                <a:lnTo>
                  <a:pt x="2525" y="424"/>
                </a:lnTo>
                <a:lnTo>
                  <a:pt x="2524" y="424"/>
                </a:lnTo>
                <a:lnTo>
                  <a:pt x="2524" y="425"/>
                </a:lnTo>
                <a:lnTo>
                  <a:pt x="2523" y="426"/>
                </a:lnTo>
                <a:lnTo>
                  <a:pt x="2522" y="426"/>
                </a:lnTo>
                <a:lnTo>
                  <a:pt x="2522" y="427"/>
                </a:lnTo>
                <a:lnTo>
                  <a:pt x="2522" y="428"/>
                </a:lnTo>
                <a:lnTo>
                  <a:pt x="2521" y="428"/>
                </a:lnTo>
                <a:lnTo>
                  <a:pt x="2521" y="429"/>
                </a:lnTo>
                <a:lnTo>
                  <a:pt x="2520" y="429"/>
                </a:lnTo>
                <a:lnTo>
                  <a:pt x="2519" y="429"/>
                </a:lnTo>
                <a:lnTo>
                  <a:pt x="2519" y="430"/>
                </a:lnTo>
                <a:lnTo>
                  <a:pt x="2518" y="430"/>
                </a:lnTo>
                <a:lnTo>
                  <a:pt x="2517" y="430"/>
                </a:lnTo>
                <a:lnTo>
                  <a:pt x="2516" y="430"/>
                </a:lnTo>
                <a:lnTo>
                  <a:pt x="2515" y="429"/>
                </a:lnTo>
                <a:lnTo>
                  <a:pt x="2514" y="429"/>
                </a:lnTo>
                <a:lnTo>
                  <a:pt x="2513" y="429"/>
                </a:lnTo>
                <a:lnTo>
                  <a:pt x="2513" y="428"/>
                </a:lnTo>
                <a:lnTo>
                  <a:pt x="2512" y="428"/>
                </a:lnTo>
                <a:lnTo>
                  <a:pt x="2511" y="428"/>
                </a:lnTo>
                <a:lnTo>
                  <a:pt x="2511" y="427"/>
                </a:lnTo>
                <a:lnTo>
                  <a:pt x="2511" y="426"/>
                </a:lnTo>
                <a:lnTo>
                  <a:pt x="2511" y="425"/>
                </a:lnTo>
                <a:lnTo>
                  <a:pt x="2510" y="425"/>
                </a:lnTo>
                <a:lnTo>
                  <a:pt x="2509" y="426"/>
                </a:lnTo>
                <a:lnTo>
                  <a:pt x="2509" y="425"/>
                </a:lnTo>
                <a:lnTo>
                  <a:pt x="2508" y="425"/>
                </a:lnTo>
                <a:lnTo>
                  <a:pt x="2507" y="426"/>
                </a:lnTo>
                <a:lnTo>
                  <a:pt x="2506" y="427"/>
                </a:lnTo>
                <a:lnTo>
                  <a:pt x="2505" y="426"/>
                </a:lnTo>
                <a:lnTo>
                  <a:pt x="2504" y="426"/>
                </a:lnTo>
                <a:lnTo>
                  <a:pt x="2503" y="426"/>
                </a:lnTo>
                <a:lnTo>
                  <a:pt x="2502" y="426"/>
                </a:lnTo>
                <a:lnTo>
                  <a:pt x="2501" y="425"/>
                </a:lnTo>
                <a:lnTo>
                  <a:pt x="2500" y="425"/>
                </a:lnTo>
                <a:lnTo>
                  <a:pt x="2500" y="424"/>
                </a:lnTo>
                <a:lnTo>
                  <a:pt x="2499" y="424"/>
                </a:lnTo>
                <a:lnTo>
                  <a:pt x="2498" y="425"/>
                </a:lnTo>
                <a:lnTo>
                  <a:pt x="2497" y="425"/>
                </a:lnTo>
                <a:lnTo>
                  <a:pt x="2496" y="426"/>
                </a:lnTo>
                <a:lnTo>
                  <a:pt x="2495" y="426"/>
                </a:lnTo>
                <a:lnTo>
                  <a:pt x="2495" y="427"/>
                </a:lnTo>
                <a:lnTo>
                  <a:pt x="2495" y="428"/>
                </a:lnTo>
                <a:lnTo>
                  <a:pt x="2494" y="428"/>
                </a:lnTo>
                <a:lnTo>
                  <a:pt x="2494" y="429"/>
                </a:lnTo>
                <a:lnTo>
                  <a:pt x="2494" y="430"/>
                </a:lnTo>
                <a:lnTo>
                  <a:pt x="2493" y="430"/>
                </a:lnTo>
                <a:lnTo>
                  <a:pt x="2493" y="431"/>
                </a:lnTo>
                <a:lnTo>
                  <a:pt x="2492" y="431"/>
                </a:lnTo>
                <a:lnTo>
                  <a:pt x="2491" y="431"/>
                </a:lnTo>
                <a:lnTo>
                  <a:pt x="2490" y="431"/>
                </a:lnTo>
                <a:lnTo>
                  <a:pt x="2490" y="432"/>
                </a:lnTo>
                <a:lnTo>
                  <a:pt x="2491" y="433"/>
                </a:lnTo>
                <a:lnTo>
                  <a:pt x="2491" y="434"/>
                </a:lnTo>
                <a:lnTo>
                  <a:pt x="2492" y="434"/>
                </a:lnTo>
                <a:lnTo>
                  <a:pt x="2492" y="435"/>
                </a:lnTo>
                <a:lnTo>
                  <a:pt x="2492" y="436"/>
                </a:lnTo>
                <a:lnTo>
                  <a:pt x="2491" y="437"/>
                </a:lnTo>
                <a:lnTo>
                  <a:pt x="2491" y="438"/>
                </a:lnTo>
                <a:lnTo>
                  <a:pt x="2492" y="438"/>
                </a:lnTo>
                <a:lnTo>
                  <a:pt x="2492" y="439"/>
                </a:lnTo>
                <a:lnTo>
                  <a:pt x="2491" y="439"/>
                </a:lnTo>
                <a:lnTo>
                  <a:pt x="2491" y="440"/>
                </a:lnTo>
                <a:lnTo>
                  <a:pt x="2491" y="441"/>
                </a:lnTo>
                <a:lnTo>
                  <a:pt x="2490" y="441"/>
                </a:lnTo>
                <a:lnTo>
                  <a:pt x="2490" y="442"/>
                </a:lnTo>
                <a:lnTo>
                  <a:pt x="2489" y="443"/>
                </a:lnTo>
                <a:lnTo>
                  <a:pt x="2488" y="443"/>
                </a:lnTo>
                <a:lnTo>
                  <a:pt x="2487" y="445"/>
                </a:lnTo>
                <a:lnTo>
                  <a:pt x="2486" y="445"/>
                </a:lnTo>
                <a:lnTo>
                  <a:pt x="2486" y="446"/>
                </a:lnTo>
                <a:lnTo>
                  <a:pt x="2485" y="448"/>
                </a:lnTo>
                <a:lnTo>
                  <a:pt x="2485" y="449"/>
                </a:lnTo>
                <a:lnTo>
                  <a:pt x="2485" y="450"/>
                </a:lnTo>
                <a:lnTo>
                  <a:pt x="2486" y="450"/>
                </a:lnTo>
                <a:lnTo>
                  <a:pt x="2485" y="450"/>
                </a:lnTo>
                <a:lnTo>
                  <a:pt x="2485" y="451"/>
                </a:lnTo>
                <a:lnTo>
                  <a:pt x="2482" y="451"/>
                </a:lnTo>
                <a:lnTo>
                  <a:pt x="2482" y="452"/>
                </a:lnTo>
                <a:lnTo>
                  <a:pt x="2482" y="453"/>
                </a:lnTo>
                <a:lnTo>
                  <a:pt x="2481" y="454"/>
                </a:lnTo>
                <a:lnTo>
                  <a:pt x="2482" y="455"/>
                </a:lnTo>
                <a:lnTo>
                  <a:pt x="2482" y="456"/>
                </a:lnTo>
                <a:lnTo>
                  <a:pt x="2481" y="457"/>
                </a:lnTo>
                <a:lnTo>
                  <a:pt x="2480" y="459"/>
                </a:lnTo>
                <a:lnTo>
                  <a:pt x="2479" y="459"/>
                </a:lnTo>
                <a:lnTo>
                  <a:pt x="2478" y="459"/>
                </a:lnTo>
                <a:lnTo>
                  <a:pt x="2477" y="460"/>
                </a:lnTo>
                <a:lnTo>
                  <a:pt x="2476" y="460"/>
                </a:lnTo>
                <a:lnTo>
                  <a:pt x="2476" y="461"/>
                </a:lnTo>
                <a:lnTo>
                  <a:pt x="2476" y="462"/>
                </a:lnTo>
                <a:lnTo>
                  <a:pt x="2476" y="463"/>
                </a:lnTo>
                <a:lnTo>
                  <a:pt x="2476" y="464"/>
                </a:lnTo>
                <a:lnTo>
                  <a:pt x="2476" y="465"/>
                </a:lnTo>
                <a:lnTo>
                  <a:pt x="2476" y="466"/>
                </a:lnTo>
                <a:lnTo>
                  <a:pt x="2475" y="466"/>
                </a:lnTo>
                <a:lnTo>
                  <a:pt x="2474" y="467"/>
                </a:lnTo>
                <a:lnTo>
                  <a:pt x="2474" y="468"/>
                </a:lnTo>
                <a:lnTo>
                  <a:pt x="2473" y="468"/>
                </a:lnTo>
                <a:lnTo>
                  <a:pt x="2473" y="469"/>
                </a:lnTo>
                <a:lnTo>
                  <a:pt x="2473" y="470"/>
                </a:lnTo>
                <a:lnTo>
                  <a:pt x="2473" y="472"/>
                </a:lnTo>
                <a:lnTo>
                  <a:pt x="2474" y="473"/>
                </a:lnTo>
                <a:lnTo>
                  <a:pt x="2474" y="474"/>
                </a:lnTo>
                <a:lnTo>
                  <a:pt x="2473" y="476"/>
                </a:lnTo>
                <a:lnTo>
                  <a:pt x="2473" y="477"/>
                </a:lnTo>
                <a:lnTo>
                  <a:pt x="2472" y="478"/>
                </a:lnTo>
                <a:lnTo>
                  <a:pt x="2472" y="480"/>
                </a:lnTo>
                <a:lnTo>
                  <a:pt x="2472" y="481"/>
                </a:lnTo>
                <a:lnTo>
                  <a:pt x="2471" y="481"/>
                </a:lnTo>
                <a:lnTo>
                  <a:pt x="2471" y="482"/>
                </a:lnTo>
                <a:lnTo>
                  <a:pt x="2470" y="482"/>
                </a:lnTo>
                <a:lnTo>
                  <a:pt x="2470" y="483"/>
                </a:lnTo>
                <a:lnTo>
                  <a:pt x="2469" y="485"/>
                </a:lnTo>
                <a:lnTo>
                  <a:pt x="2468" y="485"/>
                </a:lnTo>
                <a:lnTo>
                  <a:pt x="2467" y="486"/>
                </a:lnTo>
                <a:lnTo>
                  <a:pt x="2466" y="486"/>
                </a:lnTo>
                <a:lnTo>
                  <a:pt x="2465" y="488"/>
                </a:lnTo>
                <a:lnTo>
                  <a:pt x="2465" y="490"/>
                </a:lnTo>
                <a:lnTo>
                  <a:pt x="2466" y="490"/>
                </a:lnTo>
                <a:lnTo>
                  <a:pt x="2467" y="490"/>
                </a:lnTo>
                <a:lnTo>
                  <a:pt x="2467" y="491"/>
                </a:lnTo>
                <a:lnTo>
                  <a:pt x="2467" y="492"/>
                </a:lnTo>
                <a:lnTo>
                  <a:pt x="2466" y="492"/>
                </a:lnTo>
                <a:lnTo>
                  <a:pt x="2466" y="493"/>
                </a:lnTo>
                <a:lnTo>
                  <a:pt x="2466" y="494"/>
                </a:lnTo>
                <a:lnTo>
                  <a:pt x="2466" y="495"/>
                </a:lnTo>
                <a:lnTo>
                  <a:pt x="2466" y="497"/>
                </a:lnTo>
                <a:lnTo>
                  <a:pt x="2467" y="497"/>
                </a:lnTo>
                <a:lnTo>
                  <a:pt x="2468" y="497"/>
                </a:lnTo>
                <a:lnTo>
                  <a:pt x="2468" y="498"/>
                </a:lnTo>
                <a:lnTo>
                  <a:pt x="2467" y="498"/>
                </a:lnTo>
                <a:lnTo>
                  <a:pt x="2466" y="498"/>
                </a:lnTo>
                <a:lnTo>
                  <a:pt x="2466" y="499"/>
                </a:lnTo>
                <a:lnTo>
                  <a:pt x="2465" y="499"/>
                </a:lnTo>
                <a:lnTo>
                  <a:pt x="2464" y="499"/>
                </a:lnTo>
                <a:lnTo>
                  <a:pt x="2463" y="500"/>
                </a:lnTo>
                <a:lnTo>
                  <a:pt x="2464" y="501"/>
                </a:lnTo>
                <a:lnTo>
                  <a:pt x="2465" y="501"/>
                </a:lnTo>
                <a:lnTo>
                  <a:pt x="2465" y="502"/>
                </a:lnTo>
                <a:lnTo>
                  <a:pt x="2465" y="503"/>
                </a:lnTo>
                <a:lnTo>
                  <a:pt x="2464" y="503"/>
                </a:lnTo>
                <a:lnTo>
                  <a:pt x="2464" y="504"/>
                </a:lnTo>
                <a:lnTo>
                  <a:pt x="2465" y="504"/>
                </a:lnTo>
                <a:lnTo>
                  <a:pt x="2464" y="504"/>
                </a:lnTo>
                <a:lnTo>
                  <a:pt x="2464" y="505"/>
                </a:lnTo>
                <a:lnTo>
                  <a:pt x="2465" y="505"/>
                </a:lnTo>
                <a:lnTo>
                  <a:pt x="2465" y="506"/>
                </a:lnTo>
                <a:lnTo>
                  <a:pt x="2464" y="506"/>
                </a:lnTo>
                <a:lnTo>
                  <a:pt x="2464" y="507"/>
                </a:lnTo>
                <a:lnTo>
                  <a:pt x="2465" y="508"/>
                </a:lnTo>
                <a:lnTo>
                  <a:pt x="2466" y="508"/>
                </a:lnTo>
                <a:lnTo>
                  <a:pt x="2467" y="508"/>
                </a:lnTo>
                <a:lnTo>
                  <a:pt x="2467" y="509"/>
                </a:lnTo>
                <a:lnTo>
                  <a:pt x="2467" y="510"/>
                </a:lnTo>
                <a:lnTo>
                  <a:pt x="2467" y="511"/>
                </a:lnTo>
                <a:lnTo>
                  <a:pt x="2466" y="511"/>
                </a:lnTo>
                <a:lnTo>
                  <a:pt x="2467" y="511"/>
                </a:lnTo>
                <a:lnTo>
                  <a:pt x="2467" y="512"/>
                </a:lnTo>
                <a:lnTo>
                  <a:pt x="2468" y="512"/>
                </a:lnTo>
                <a:lnTo>
                  <a:pt x="2468" y="513"/>
                </a:lnTo>
                <a:lnTo>
                  <a:pt x="2469" y="513"/>
                </a:lnTo>
                <a:lnTo>
                  <a:pt x="2469" y="514"/>
                </a:lnTo>
                <a:lnTo>
                  <a:pt x="2470" y="514"/>
                </a:lnTo>
                <a:lnTo>
                  <a:pt x="2470" y="515"/>
                </a:lnTo>
                <a:lnTo>
                  <a:pt x="2469" y="515"/>
                </a:lnTo>
                <a:lnTo>
                  <a:pt x="2469" y="516"/>
                </a:lnTo>
                <a:lnTo>
                  <a:pt x="2468" y="516"/>
                </a:lnTo>
                <a:lnTo>
                  <a:pt x="2468" y="517"/>
                </a:lnTo>
                <a:lnTo>
                  <a:pt x="2468" y="518"/>
                </a:lnTo>
                <a:lnTo>
                  <a:pt x="2469" y="518"/>
                </a:lnTo>
                <a:lnTo>
                  <a:pt x="2470" y="518"/>
                </a:lnTo>
                <a:lnTo>
                  <a:pt x="2470" y="519"/>
                </a:lnTo>
                <a:lnTo>
                  <a:pt x="2470" y="520"/>
                </a:lnTo>
                <a:lnTo>
                  <a:pt x="2469" y="520"/>
                </a:lnTo>
                <a:lnTo>
                  <a:pt x="2468" y="521"/>
                </a:lnTo>
                <a:lnTo>
                  <a:pt x="2468" y="522"/>
                </a:lnTo>
                <a:lnTo>
                  <a:pt x="2468" y="523"/>
                </a:lnTo>
                <a:lnTo>
                  <a:pt x="2467" y="523"/>
                </a:lnTo>
                <a:lnTo>
                  <a:pt x="2467" y="524"/>
                </a:lnTo>
                <a:lnTo>
                  <a:pt x="2466" y="525"/>
                </a:lnTo>
                <a:lnTo>
                  <a:pt x="2466" y="526"/>
                </a:lnTo>
                <a:lnTo>
                  <a:pt x="2465" y="526"/>
                </a:lnTo>
                <a:lnTo>
                  <a:pt x="2464" y="526"/>
                </a:lnTo>
                <a:lnTo>
                  <a:pt x="2464" y="527"/>
                </a:lnTo>
                <a:lnTo>
                  <a:pt x="2465" y="527"/>
                </a:lnTo>
                <a:lnTo>
                  <a:pt x="2465" y="528"/>
                </a:lnTo>
                <a:lnTo>
                  <a:pt x="2464" y="528"/>
                </a:lnTo>
                <a:lnTo>
                  <a:pt x="2464" y="529"/>
                </a:lnTo>
                <a:lnTo>
                  <a:pt x="2465" y="529"/>
                </a:lnTo>
                <a:lnTo>
                  <a:pt x="2465" y="530"/>
                </a:lnTo>
                <a:lnTo>
                  <a:pt x="2465" y="531"/>
                </a:lnTo>
                <a:lnTo>
                  <a:pt x="2464" y="531"/>
                </a:lnTo>
                <a:lnTo>
                  <a:pt x="2463" y="532"/>
                </a:lnTo>
                <a:lnTo>
                  <a:pt x="2463" y="533"/>
                </a:lnTo>
                <a:lnTo>
                  <a:pt x="2462" y="533"/>
                </a:lnTo>
                <a:lnTo>
                  <a:pt x="2462" y="532"/>
                </a:lnTo>
                <a:lnTo>
                  <a:pt x="2461" y="532"/>
                </a:lnTo>
                <a:lnTo>
                  <a:pt x="2461" y="533"/>
                </a:lnTo>
                <a:lnTo>
                  <a:pt x="2460" y="533"/>
                </a:lnTo>
                <a:lnTo>
                  <a:pt x="2461" y="533"/>
                </a:lnTo>
                <a:lnTo>
                  <a:pt x="2461" y="534"/>
                </a:lnTo>
                <a:lnTo>
                  <a:pt x="2460" y="535"/>
                </a:lnTo>
                <a:lnTo>
                  <a:pt x="2459" y="536"/>
                </a:lnTo>
                <a:lnTo>
                  <a:pt x="2459" y="535"/>
                </a:lnTo>
                <a:lnTo>
                  <a:pt x="2458" y="535"/>
                </a:lnTo>
                <a:lnTo>
                  <a:pt x="2457" y="536"/>
                </a:lnTo>
                <a:lnTo>
                  <a:pt x="2457" y="537"/>
                </a:lnTo>
                <a:lnTo>
                  <a:pt x="2456" y="537"/>
                </a:lnTo>
                <a:lnTo>
                  <a:pt x="2456" y="536"/>
                </a:lnTo>
                <a:lnTo>
                  <a:pt x="2455" y="536"/>
                </a:lnTo>
                <a:lnTo>
                  <a:pt x="2456" y="536"/>
                </a:lnTo>
                <a:lnTo>
                  <a:pt x="2455" y="535"/>
                </a:lnTo>
                <a:lnTo>
                  <a:pt x="2456" y="535"/>
                </a:lnTo>
                <a:lnTo>
                  <a:pt x="2457" y="535"/>
                </a:lnTo>
                <a:lnTo>
                  <a:pt x="2457" y="534"/>
                </a:lnTo>
                <a:lnTo>
                  <a:pt x="2457" y="533"/>
                </a:lnTo>
                <a:lnTo>
                  <a:pt x="2456" y="533"/>
                </a:lnTo>
                <a:lnTo>
                  <a:pt x="2457" y="532"/>
                </a:lnTo>
                <a:lnTo>
                  <a:pt x="2458" y="532"/>
                </a:lnTo>
                <a:lnTo>
                  <a:pt x="2460" y="532"/>
                </a:lnTo>
                <a:lnTo>
                  <a:pt x="2460" y="531"/>
                </a:lnTo>
                <a:lnTo>
                  <a:pt x="2459" y="530"/>
                </a:lnTo>
                <a:lnTo>
                  <a:pt x="2459" y="529"/>
                </a:lnTo>
                <a:lnTo>
                  <a:pt x="2460" y="529"/>
                </a:lnTo>
                <a:lnTo>
                  <a:pt x="2461" y="529"/>
                </a:lnTo>
                <a:lnTo>
                  <a:pt x="2461" y="528"/>
                </a:lnTo>
                <a:lnTo>
                  <a:pt x="2460" y="528"/>
                </a:lnTo>
                <a:lnTo>
                  <a:pt x="2459" y="528"/>
                </a:lnTo>
                <a:lnTo>
                  <a:pt x="2460" y="528"/>
                </a:lnTo>
                <a:lnTo>
                  <a:pt x="2460" y="527"/>
                </a:lnTo>
                <a:lnTo>
                  <a:pt x="2459" y="527"/>
                </a:lnTo>
                <a:lnTo>
                  <a:pt x="2459" y="528"/>
                </a:lnTo>
                <a:lnTo>
                  <a:pt x="2458" y="528"/>
                </a:lnTo>
                <a:lnTo>
                  <a:pt x="2458" y="527"/>
                </a:lnTo>
                <a:lnTo>
                  <a:pt x="2457" y="527"/>
                </a:lnTo>
                <a:lnTo>
                  <a:pt x="2456" y="527"/>
                </a:lnTo>
                <a:lnTo>
                  <a:pt x="2455" y="526"/>
                </a:lnTo>
                <a:lnTo>
                  <a:pt x="2455" y="525"/>
                </a:lnTo>
                <a:lnTo>
                  <a:pt x="2455" y="524"/>
                </a:lnTo>
                <a:lnTo>
                  <a:pt x="2454" y="524"/>
                </a:lnTo>
                <a:lnTo>
                  <a:pt x="2454" y="523"/>
                </a:lnTo>
                <a:lnTo>
                  <a:pt x="2455" y="523"/>
                </a:lnTo>
                <a:lnTo>
                  <a:pt x="2456" y="523"/>
                </a:lnTo>
                <a:lnTo>
                  <a:pt x="2456" y="522"/>
                </a:lnTo>
                <a:lnTo>
                  <a:pt x="2456" y="521"/>
                </a:lnTo>
                <a:lnTo>
                  <a:pt x="2456" y="520"/>
                </a:lnTo>
                <a:lnTo>
                  <a:pt x="2455" y="520"/>
                </a:lnTo>
                <a:lnTo>
                  <a:pt x="2454" y="520"/>
                </a:lnTo>
                <a:lnTo>
                  <a:pt x="2453" y="519"/>
                </a:lnTo>
                <a:lnTo>
                  <a:pt x="2454" y="519"/>
                </a:lnTo>
                <a:lnTo>
                  <a:pt x="2454" y="518"/>
                </a:lnTo>
                <a:lnTo>
                  <a:pt x="2453" y="518"/>
                </a:lnTo>
                <a:lnTo>
                  <a:pt x="2453" y="517"/>
                </a:lnTo>
                <a:lnTo>
                  <a:pt x="2452" y="517"/>
                </a:lnTo>
                <a:lnTo>
                  <a:pt x="2451" y="517"/>
                </a:lnTo>
                <a:lnTo>
                  <a:pt x="2451" y="516"/>
                </a:lnTo>
                <a:lnTo>
                  <a:pt x="2450" y="515"/>
                </a:lnTo>
                <a:lnTo>
                  <a:pt x="2449" y="515"/>
                </a:lnTo>
                <a:lnTo>
                  <a:pt x="2449" y="514"/>
                </a:lnTo>
                <a:lnTo>
                  <a:pt x="2450" y="514"/>
                </a:lnTo>
                <a:lnTo>
                  <a:pt x="2449" y="513"/>
                </a:lnTo>
                <a:lnTo>
                  <a:pt x="2448" y="513"/>
                </a:lnTo>
                <a:lnTo>
                  <a:pt x="2448" y="512"/>
                </a:lnTo>
                <a:lnTo>
                  <a:pt x="2448" y="511"/>
                </a:lnTo>
                <a:lnTo>
                  <a:pt x="2447" y="511"/>
                </a:lnTo>
                <a:lnTo>
                  <a:pt x="2447" y="510"/>
                </a:lnTo>
                <a:lnTo>
                  <a:pt x="2446" y="510"/>
                </a:lnTo>
                <a:lnTo>
                  <a:pt x="2446" y="509"/>
                </a:lnTo>
                <a:lnTo>
                  <a:pt x="2447" y="509"/>
                </a:lnTo>
                <a:lnTo>
                  <a:pt x="2446" y="508"/>
                </a:lnTo>
                <a:lnTo>
                  <a:pt x="2446" y="507"/>
                </a:lnTo>
                <a:lnTo>
                  <a:pt x="2447" y="507"/>
                </a:lnTo>
                <a:lnTo>
                  <a:pt x="2447" y="506"/>
                </a:lnTo>
                <a:lnTo>
                  <a:pt x="2447" y="505"/>
                </a:lnTo>
                <a:lnTo>
                  <a:pt x="2446" y="505"/>
                </a:lnTo>
                <a:lnTo>
                  <a:pt x="2446" y="504"/>
                </a:lnTo>
                <a:lnTo>
                  <a:pt x="2445" y="504"/>
                </a:lnTo>
                <a:lnTo>
                  <a:pt x="2445" y="503"/>
                </a:lnTo>
                <a:lnTo>
                  <a:pt x="2446" y="503"/>
                </a:lnTo>
                <a:lnTo>
                  <a:pt x="2446" y="502"/>
                </a:lnTo>
                <a:lnTo>
                  <a:pt x="2447" y="502"/>
                </a:lnTo>
                <a:lnTo>
                  <a:pt x="2448" y="501"/>
                </a:lnTo>
                <a:lnTo>
                  <a:pt x="2447" y="501"/>
                </a:lnTo>
                <a:lnTo>
                  <a:pt x="2446" y="500"/>
                </a:lnTo>
                <a:lnTo>
                  <a:pt x="2445" y="499"/>
                </a:lnTo>
                <a:lnTo>
                  <a:pt x="2445" y="498"/>
                </a:lnTo>
                <a:lnTo>
                  <a:pt x="2445" y="497"/>
                </a:lnTo>
                <a:lnTo>
                  <a:pt x="2446" y="497"/>
                </a:lnTo>
                <a:lnTo>
                  <a:pt x="2446" y="496"/>
                </a:lnTo>
                <a:lnTo>
                  <a:pt x="2446" y="495"/>
                </a:lnTo>
                <a:lnTo>
                  <a:pt x="2445" y="495"/>
                </a:lnTo>
                <a:lnTo>
                  <a:pt x="2445" y="494"/>
                </a:lnTo>
                <a:lnTo>
                  <a:pt x="2445" y="493"/>
                </a:lnTo>
                <a:lnTo>
                  <a:pt x="2445" y="492"/>
                </a:lnTo>
                <a:lnTo>
                  <a:pt x="2444" y="492"/>
                </a:lnTo>
                <a:lnTo>
                  <a:pt x="2443" y="492"/>
                </a:lnTo>
                <a:lnTo>
                  <a:pt x="2443" y="491"/>
                </a:lnTo>
                <a:lnTo>
                  <a:pt x="2442" y="491"/>
                </a:lnTo>
                <a:lnTo>
                  <a:pt x="2441" y="491"/>
                </a:lnTo>
                <a:lnTo>
                  <a:pt x="2439" y="492"/>
                </a:lnTo>
                <a:lnTo>
                  <a:pt x="2438" y="493"/>
                </a:lnTo>
                <a:lnTo>
                  <a:pt x="2434" y="496"/>
                </a:lnTo>
                <a:lnTo>
                  <a:pt x="2431" y="497"/>
                </a:lnTo>
                <a:lnTo>
                  <a:pt x="2430" y="498"/>
                </a:lnTo>
                <a:lnTo>
                  <a:pt x="2429" y="498"/>
                </a:lnTo>
                <a:lnTo>
                  <a:pt x="2429" y="499"/>
                </a:lnTo>
                <a:lnTo>
                  <a:pt x="2427" y="500"/>
                </a:lnTo>
                <a:lnTo>
                  <a:pt x="2426" y="500"/>
                </a:lnTo>
                <a:lnTo>
                  <a:pt x="2425" y="501"/>
                </a:lnTo>
                <a:lnTo>
                  <a:pt x="2424" y="501"/>
                </a:lnTo>
                <a:lnTo>
                  <a:pt x="2424" y="502"/>
                </a:lnTo>
                <a:lnTo>
                  <a:pt x="2423" y="502"/>
                </a:lnTo>
                <a:lnTo>
                  <a:pt x="2422" y="503"/>
                </a:lnTo>
                <a:lnTo>
                  <a:pt x="2422" y="504"/>
                </a:lnTo>
                <a:lnTo>
                  <a:pt x="2420" y="505"/>
                </a:lnTo>
                <a:lnTo>
                  <a:pt x="2418" y="506"/>
                </a:lnTo>
                <a:lnTo>
                  <a:pt x="2415" y="509"/>
                </a:lnTo>
                <a:lnTo>
                  <a:pt x="2414" y="510"/>
                </a:lnTo>
                <a:lnTo>
                  <a:pt x="2411" y="512"/>
                </a:lnTo>
                <a:lnTo>
                  <a:pt x="2410" y="514"/>
                </a:lnTo>
                <a:lnTo>
                  <a:pt x="2409" y="514"/>
                </a:lnTo>
                <a:lnTo>
                  <a:pt x="2408" y="515"/>
                </a:lnTo>
                <a:lnTo>
                  <a:pt x="2407" y="516"/>
                </a:lnTo>
                <a:lnTo>
                  <a:pt x="2405" y="517"/>
                </a:lnTo>
                <a:lnTo>
                  <a:pt x="2405" y="518"/>
                </a:lnTo>
                <a:lnTo>
                  <a:pt x="2403" y="519"/>
                </a:lnTo>
                <a:lnTo>
                  <a:pt x="2402" y="520"/>
                </a:lnTo>
                <a:lnTo>
                  <a:pt x="2400" y="522"/>
                </a:lnTo>
                <a:lnTo>
                  <a:pt x="2398" y="523"/>
                </a:lnTo>
                <a:lnTo>
                  <a:pt x="2396" y="525"/>
                </a:lnTo>
                <a:lnTo>
                  <a:pt x="2395" y="525"/>
                </a:lnTo>
                <a:lnTo>
                  <a:pt x="2394" y="526"/>
                </a:lnTo>
                <a:lnTo>
                  <a:pt x="2393" y="528"/>
                </a:lnTo>
                <a:lnTo>
                  <a:pt x="2391" y="529"/>
                </a:lnTo>
                <a:lnTo>
                  <a:pt x="2391" y="530"/>
                </a:lnTo>
                <a:lnTo>
                  <a:pt x="2390" y="531"/>
                </a:lnTo>
                <a:lnTo>
                  <a:pt x="2389" y="531"/>
                </a:lnTo>
                <a:lnTo>
                  <a:pt x="2388" y="532"/>
                </a:lnTo>
                <a:lnTo>
                  <a:pt x="2387" y="534"/>
                </a:lnTo>
                <a:lnTo>
                  <a:pt x="2385" y="535"/>
                </a:lnTo>
                <a:lnTo>
                  <a:pt x="2383" y="538"/>
                </a:lnTo>
                <a:lnTo>
                  <a:pt x="2382" y="539"/>
                </a:lnTo>
                <a:lnTo>
                  <a:pt x="2380" y="540"/>
                </a:lnTo>
                <a:lnTo>
                  <a:pt x="2379" y="541"/>
                </a:lnTo>
                <a:lnTo>
                  <a:pt x="2378" y="542"/>
                </a:lnTo>
                <a:lnTo>
                  <a:pt x="2376" y="543"/>
                </a:lnTo>
                <a:lnTo>
                  <a:pt x="2373" y="544"/>
                </a:lnTo>
                <a:lnTo>
                  <a:pt x="2371" y="545"/>
                </a:lnTo>
                <a:lnTo>
                  <a:pt x="2370" y="545"/>
                </a:lnTo>
                <a:lnTo>
                  <a:pt x="2369" y="545"/>
                </a:lnTo>
                <a:lnTo>
                  <a:pt x="2367" y="546"/>
                </a:lnTo>
                <a:lnTo>
                  <a:pt x="2365" y="547"/>
                </a:lnTo>
                <a:lnTo>
                  <a:pt x="2364" y="547"/>
                </a:lnTo>
                <a:lnTo>
                  <a:pt x="2361" y="548"/>
                </a:lnTo>
                <a:lnTo>
                  <a:pt x="2360" y="549"/>
                </a:lnTo>
                <a:lnTo>
                  <a:pt x="2359" y="549"/>
                </a:lnTo>
                <a:lnTo>
                  <a:pt x="2358" y="549"/>
                </a:lnTo>
                <a:lnTo>
                  <a:pt x="2357" y="549"/>
                </a:lnTo>
                <a:lnTo>
                  <a:pt x="2356" y="549"/>
                </a:lnTo>
                <a:lnTo>
                  <a:pt x="2356" y="550"/>
                </a:lnTo>
                <a:lnTo>
                  <a:pt x="2355" y="550"/>
                </a:lnTo>
                <a:lnTo>
                  <a:pt x="2354" y="551"/>
                </a:lnTo>
                <a:lnTo>
                  <a:pt x="2353" y="551"/>
                </a:lnTo>
                <a:lnTo>
                  <a:pt x="2353" y="553"/>
                </a:lnTo>
                <a:lnTo>
                  <a:pt x="2352" y="554"/>
                </a:lnTo>
                <a:lnTo>
                  <a:pt x="2351" y="556"/>
                </a:lnTo>
                <a:lnTo>
                  <a:pt x="2351" y="557"/>
                </a:lnTo>
                <a:lnTo>
                  <a:pt x="2351" y="558"/>
                </a:lnTo>
                <a:lnTo>
                  <a:pt x="2349" y="560"/>
                </a:lnTo>
                <a:lnTo>
                  <a:pt x="2349" y="561"/>
                </a:lnTo>
                <a:lnTo>
                  <a:pt x="2348" y="562"/>
                </a:lnTo>
                <a:lnTo>
                  <a:pt x="2347" y="563"/>
                </a:lnTo>
                <a:lnTo>
                  <a:pt x="2346" y="564"/>
                </a:lnTo>
                <a:lnTo>
                  <a:pt x="2345" y="565"/>
                </a:lnTo>
                <a:lnTo>
                  <a:pt x="2343" y="568"/>
                </a:lnTo>
                <a:lnTo>
                  <a:pt x="2341" y="568"/>
                </a:lnTo>
                <a:lnTo>
                  <a:pt x="2340" y="568"/>
                </a:lnTo>
                <a:lnTo>
                  <a:pt x="2338" y="569"/>
                </a:lnTo>
                <a:lnTo>
                  <a:pt x="2335" y="570"/>
                </a:lnTo>
                <a:lnTo>
                  <a:pt x="2334" y="570"/>
                </a:lnTo>
                <a:lnTo>
                  <a:pt x="2332" y="571"/>
                </a:lnTo>
                <a:lnTo>
                  <a:pt x="2331" y="571"/>
                </a:lnTo>
                <a:lnTo>
                  <a:pt x="2330" y="572"/>
                </a:lnTo>
                <a:lnTo>
                  <a:pt x="2329" y="572"/>
                </a:lnTo>
                <a:lnTo>
                  <a:pt x="2328" y="573"/>
                </a:lnTo>
                <a:lnTo>
                  <a:pt x="2326" y="574"/>
                </a:lnTo>
                <a:lnTo>
                  <a:pt x="2324" y="575"/>
                </a:lnTo>
                <a:lnTo>
                  <a:pt x="2323" y="576"/>
                </a:lnTo>
                <a:lnTo>
                  <a:pt x="2322" y="576"/>
                </a:lnTo>
                <a:lnTo>
                  <a:pt x="2320" y="577"/>
                </a:lnTo>
                <a:lnTo>
                  <a:pt x="2317" y="578"/>
                </a:lnTo>
                <a:lnTo>
                  <a:pt x="2315" y="578"/>
                </a:lnTo>
                <a:lnTo>
                  <a:pt x="2314" y="578"/>
                </a:lnTo>
                <a:lnTo>
                  <a:pt x="2314" y="579"/>
                </a:lnTo>
                <a:lnTo>
                  <a:pt x="2313" y="580"/>
                </a:lnTo>
                <a:lnTo>
                  <a:pt x="2312" y="580"/>
                </a:lnTo>
                <a:lnTo>
                  <a:pt x="2310" y="582"/>
                </a:lnTo>
                <a:lnTo>
                  <a:pt x="2309" y="583"/>
                </a:lnTo>
                <a:lnTo>
                  <a:pt x="2308" y="583"/>
                </a:lnTo>
                <a:lnTo>
                  <a:pt x="2308" y="584"/>
                </a:lnTo>
                <a:lnTo>
                  <a:pt x="2307" y="584"/>
                </a:lnTo>
                <a:lnTo>
                  <a:pt x="2306" y="585"/>
                </a:lnTo>
                <a:lnTo>
                  <a:pt x="2304" y="586"/>
                </a:lnTo>
                <a:lnTo>
                  <a:pt x="2299" y="588"/>
                </a:lnTo>
                <a:lnTo>
                  <a:pt x="2296" y="589"/>
                </a:lnTo>
                <a:lnTo>
                  <a:pt x="2294" y="590"/>
                </a:lnTo>
                <a:lnTo>
                  <a:pt x="2291" y="592"/>
                </a:lnTo>
                <a:lnTo>
                  <a:pt x="2290" y="593"/>
                </a:lnTo>
                <a:lnTo>
                  <a:pt x="2289" y="593"/>
                </a:lnTo>
                <a:lnTo>
                  <a:pt x="2288" y="595"/>
                </a:lnTo>
                <a:lnTo>
                  <a:pt x="2287" y="596"/>
                </a:lnTo>
                <a:lnTo>
                  <a:pt x="2286" y="597"/>
                </a:lnTo>
                <a:lnTo>
                  <a:pt x="2286" y="598"/>
                </a:lnTo>
                <a:lnTo>
                  <a:pt x="2286" y="600"/>
                </a:lnTo>
                <a:lnTo>
                  <a:pt x="2285" y="601"/>
                </a:lnTo>
                <a:lnTo>
                  <a:pt x="2284" y="602"/>
                </a:lnTo>
                <a:lnTo>
                  <a:pt x="2284" y="605"/>
                </a:lnTo>
                <a:lnTo>
                  <a:pt x="2284" y="606"/>
                </a:lnTo>
                <a:lnTo>
                  <a:pt x="2283" y="606"/>
                </a:lnTo>
                <a:lnTo>
                  <a:pt x="2283" y="607"/>
                </a:lnTo>
                <a:lnTo>
                  <a:pt x="2282" y="608"/>
                </a:lnTo>
                <a:lnTo>
                  <a:pt x="2279" y="609"/>
                </a:lnTo>
                <a:lnTo>
                  <a:pt x="2278" y="610"/>
                </a:lnTo>
                <a:lnTo>
                  <a:pt x="2277" y="610"/>
                </a:lnTo>
                <a:lnTo>
                  <a:pt x="2277" y="611"/>
                </a:lnTo>
                <a:lnTo>
                  <a:pt x="2276" y="611"/>
                </a:lnTo>
                <a:lnTo>
                  <a:pt x="2275" y="612"/>
                </a:lnTo>
                <a:lnTo>
                  <a:pt x="2275" y="613"/>
                </a:lnTo>
                <a:lnTo>
                  <a:pt x="2275" y="614"/>
                </a:lnTo>
                <a:lnTo>
                  <a:pt x="2276" y="614"/>
                </a:lnTo>
                <a:lnTo>
                  <a:pt x="2277" y="615"/>
                </a:lnTo>
                <a:lnTo>
                  <a:pt x="2276" y="615"/>
                </a:lnTo>
                <a:lnTo>
                  <a:pt x="2276" y="616"/>
                </a:lnTo>
                <a:lnTo>
                  <a:pt x="2277" y="616"/>
                </a:lnTo>
                <a:lnTo>
                  <a:pt x="2277" y="617"/>
                </a:lnTo>
                <a:lnTo>
                  <a:pt x="2278" y="617"/>
                </a:lnTo>
                <a:lnTo>
                  <a:pt x="2278" y="616"/>
                </a:lnTo>
                <a:lnTo>
                  <a:pt x="2278" y="617"/>
                </a:lnTo>
                <a:lnTo>
                  <a:pt x="2279" y="617"/>
                </a:lnTo>
                <a:lnTo>
                  <a:pt x="2278" y="617"/>
                </a:lnTo>
                <a:lnTo>
                  <a:pt x="2279" y="617"/>
                </a:lnTo>
                <a:lnTo>
                  <a:pt x="2279" y="618"/>
                </a:lnTo>
                <a:lnTo>
                  <a:pt x="2279" y="617"/>
                </a:lnTo>
                <a:lnTo>
                  <a:pt x="2279" y="618"/>
                </a:lnTo>
                <a:lnTo>
                  <a:pt x="2279" y="619"/>
                </a:lnTo>
                <a:lnTo>
                  <a:pt x="2279" y="620"/>
                </a:lnTo>
                <a:lnTo>
                  <a:pt x="2280" y="620"/>
                </a:lnTo>
                <a:lnTo>
                  <a:pt x="2280" y="621"/>
                </a:lnTo>
                <a:lnTo>
                  <a:pt x="2281" y="621"/>
                </a:lnTo>
                <a:lnTo>
                  <a:pt x="2282" y="621"/>
                </a:lnTo>
                <a:lnTo>
                  <a:pt x="2283" y="622"/>
                </a:lnTo>
                <a:lnTo>
                  <a:pt x="2283" y="623"/>
                </a:lnTo>
                <a:lnTo>
                  <a:pt x="2284" y="623"/>
                </a:lnTo>
                <a:lnTo>
                  <a:pt x="2284" y="624"/>
                </a:lnTo>
                <a:lnTo>
                  <a:pt x="2284" y="625"/>
                </a:lnTo>
                <a:lnTo>
                  <a:pt x="2285" y="626"/>
                </a:lnTo>
                <a:lnTo>
                  <a:pt x="2285" y="627"/>
                </a:lnTo>
                <a:lnTo>
                  <a:pt x="2286" y="627"/>
                </a:lnTo>
                <a:lnTo>
                  <a:pt x="2286" y="628"/>
                </a:lnTo>
                <a:lnTo>
                  <a:pt x="2287" y="628"/>
                </a:lnTo>
                <a:lnTo>
                  <a:pt x="2287" y="629"/>
                </a:lnTo>
                <a:lnTo>
                  <a:pt x="2287" y="630"/>
                </a:lnTo>
                <a:lnTo>
                  <a:pt x="2288" y="630"/>
                </a:lnTo>
                <a:lnTo>
                  <a:pt x="2288" y="631"/>
                </a:lnTo>
                <a:lnTo>
                  <a:pt x="2289" y="631"/>
                </a:lnTo>
                <a:lnTo>
                  <a:pt x="2290" y="631"/>
                </a:lnTo>
                <a:lnTo>
                  <a:pt x="2290" y="632"/>
                </a:lnTo>
                <a:lnTo>
                  <a:pt x="2291" y="632"/>
                </a:lnTo>
                <a:lnTo>
                  <a:pt x="2292" y="632"/>
                </a:lnTo>
                <a:lnTo>
                  <a:pt x="2293" y="634"/>
                </a:lnTo>
                <a:lnTo>
                  <a:pt x="2292" y="634"/>
                </a:lnTo>
                <a:lnTo>
                  <a:pt x="2293" y="634"/>
                </a:lnTo>
                <a:lnTo>
                  <a:pt x="2293" y="635"/>
                </a:lnTo>
                <a:lnTo>
                  <a:pt x="2294" y="636"/>
                </a:lnTo>
                <a:lnTo>
                  <a:pt x="2295" y="636"/>
                </a:lnTo>
                <a:lnTo>
                  <a:pt x="2296" y="637"/>
                </a:lnTo>
                <a:lnTo>
                  <a:pt x="2297" y="637"/>
                </a:lnTo>
                <a:lnTo>
                  <a:pt x="2298" y="638"/>
                </a:lnTo>
                <a:lnTo>
                  <a:pt x="2299" y="638"/>
                </a:lnTo>
                <a:lnTo>
                  <a:pt x="2300" y="638"/>
                </a:lnTo>
                <a:lnTo>
                  <a:pt x="2301" y="638"/>
                </a:lnTo>
                <a:lnTo>
                  <a:pt x="2303" y="638"/>
                </a:lnTo>
                <a:lnTo>
                  <a:pt x="2304" y="639"/>
                </a:lnTo>
                <a:lnTo>
                  <a:pt x="2304" y="640"/>
                </a:lnTo>
                <a:lnTo>
                  <a:pt x="2305" y="639"/>
                </a:lnTo>
                <a:lnTo>
                  <a:pt x="2305" y="640"/>
                </a:lnTo>
                <a:lnTo>
                  <a:pt x="2307" y="640"/>
                </a:lnTo>
                <a:lnTo>
                  <a:pt x="2308" y="640"/>
                </a:lnTo>
                <a:lnTo>
                  <a:pt x="2309" y="640"/>
                </a:lnTo>
                <a:lnTo>
                  <a:pt x="2310" y="640"/>
                </a:lnTo>
                <a:lnTo>
                  <a:pt x="2311" y="641"/>
                </a:lnTo>
                <a:lnTo>
                  <a:pt x="2312" y="641"/>
                </a:lnTo>
                <a:lnTo>
                  <a:pt x="2313" y="641"/>
                </a:lnTo>
                <a:lnTo>
                  <a:pt x="2314" y="641"/>
                </a:lnTo>
                <a:lnTo>
                  <a:pt x="2314" y="640"/>
                </a:lnTo>
                <a:lnTo>
                  <a:pt x="2314" y="641"/>
                </a:lnTo>
                <a:lnTo>
                  <a:pt x="2315" y="642"/>
                </a:lnTo>
                <a:lnTo>
                  <a:pt x="2314" y="642"/>
                </a:lnTo>
                <a:lnTo>
                  <a:pt x="2314" y="643"/>
                </a:lnTo>
                <a:lnTo>
                  <a:pt x="2313" y="643"/>
                </a:lnTo>
                <a:lnTo>
                  <a:pt x="2313" y="644"/>
                </a:lnTo>
                <a:lnTo>
                  <a:pt x="2311" y="644"/>
                </a:lnTo>
                <a:lnTo>
                  <a:pt x="2311" y="645"/>
                </a:lnTo>
                <a:lnTo>
                  <a:pt x="2310" y="645"/>
                </a:lnTo>
                <a:lnTo>
                  <a:pt x="2310" y="646"/>
                </a:lnTo>
                <a:lnTo>
                  <a:pt x="2309" y="646"/>
                </a:lnTo>
                <a:lnTo>
                  <a:pt x="2308" y="647"/>
                </a:lnTo>
                <a:lnTo>
                  <a:pt x="2308" y="649"/>
                </a:lnTo>
                <a:lnTo>
                  <a:pt x="2307" y="649"/>
                </a:lnTo>
                <a:lnTo>
                  <a:pt x="2307" y="650"/>
                </a:lnTo>
                <a:lnTo>
                  <a:pt x="2308" y="651"/>
                </a:lnTo>
                <a:lnTo>
                  <a:pt x="2308" y="652"/>
                </a:lnTo>
                <a:lnTo>
                  <a:pt x="2309" y="652"/>
                </a:lnTo>
                <a:lnTo>
                  <a:pt x="2309" y="653"/>
                </a:lnTo>
                <a:lnTo>
                  <a:pt x="2309" y="654"/>
                </a:lnTo>
                <a:lnTo>
                  <a:pt x="2310" y="654"/>
                </a:lnTo>
                <a:lnTo>
                  <a:pt x="2311" y="654"/>
                </a:lnTo>
                <a:lnTo>
                  <a:pt x="2312" y="654"/>
                </a:lnTo>
                <a:lnTo>
                  <a:pt x="2313" y="654"/>
                </a:lnTo>
                <a:lnTo>
                  <a:pt x="2314" y="654"/>
                </a:lnTo>
                <a:lnTo>
                  <a:pt x="2314" y="653"/>
                </a:lnTo>
                <a:lnTo>
                  <a:pt x="2315" y="653"/>
                </a:lnTo>
                <a:lnTo>
                  <a:pt x="2316" y="653"/>
                </a:lnTo>
                <a:lnTo>
                  <a:pt x="2316" y="652"/>
                </a:lnTo>
                <a:lnTo>
                  <a:pt x="2317" y="653"/>
                </a:lnTo>
                <a:lnTo>
                  <a:pt x="2317" y="652"/>
                </a:lnTo>
                <a:lnTo>
                  <a:pt x="2318" y="652"/>
                </a:lnTo>
                <a:lnTo>
                  <a:pt x="2318" y="653"/>
                </a:lnTo>
                <a:lnTo>
                  <a:pt x="2318" y="654"/>
                </a:lnTo>
                <a:lnTo>
                  <a:pt x="2318" y="655"/>
                </a:lnTo>
                <a:lnTo>
                  <a:pt x="2318" y="656"/>
                </a:lnTo>
                <a:lnTo>
                  <a:pt x="2318" y="657"/>
                </a:lnTo>
                <a:lnTo>
                  <a:pt x="2318" y="658"/>
                </a:lnTo>
                <a:lnTo>
                  <a:pt x="2317" y="659"/>
                </a:lnTo>
                <a:lnTo>
                  <a:pt x="2317" y="660"/>
                </a:lnTo>
                <a:lnTo>
                  <a:pt x="2318" y="661"/>
                </a:lnTo>
                <a:lnTo>
                  <a:pt x="2318" y="662"/>
                </a:lnTo>
                <a:lnTo>
                  <a:pt x="2319" y="662"/>
                </a:lnTo>
                <a:lnTo>
                  <a:pt x="2318" y="663"/>
                </a:lnTo>
                <a:lnTo>
                  <a:pt x="2319" y="663"/>
                </a:lnTo>
                <a:lnTo>
                  <a:pt x="2319" y="664"/>
                </a:lnTo>
                <a:lnTo>
                  <a:pt x="2318" y="664"/>
                </a:lnTo>
                <a:lnTo>
                  <a:pt x="2318" y="665"/>
                </a:lnTo>
                <a:lnTo>
                  <a:pt x="2319" y="666"/>
                </a:lnTo>
                <a:lnTo>
                  <a:pt x="2319" y="667"/>
                </a:lnTo>
                <a:lnTo>
                  <a:pt x="2320" y="668"/>
                </a:lnTo>
                <a:lnTo>
                  <a:pt x="2321" y="668"/>
                </a:lnTo>
                <a:lnTo>
                  <a:pt x="2321" y="669"/>
                </a:lnTo>
                <a:lnTo>
                  <a:pt x="2321" y="670"/>
                </a:lnTo>
                <a:lnTo>
                  <a:pt x="2322" y="670"/>
                </a:lnTo>
                <a:lnTo>
                  <a:pt x="2322" y="669"/>
                </a:lnTo>
                <a:lnTo>
                  <a:pt x="2322" y="670"/>
                </a:lnTo>
                <a:lnTo>
                  <a:pt x="2323" y="670"/>
                </a:lnTo>
                <a:lnTo>
                  <a:pt x="2324" y="671"/>
                </a:lnTo>
                <a:lnTo>
                  <a:pt x="2325" y="671"/>
                </a:lnTo>
                <a:lnTo>
                  <a:pt x="2326" y="672"/>
                </a:lnTo>
                <a:lnTo>
                  <a:pt x="2327" y="672"/>
                </a:lnTo>
                <a:lnTo>
                  <a:pt x="2327" y="673"/>
                </a:lnTo>
                <a:lnTo>
                  <a:pt x="2327" y="674"/>
                </a:lnTo>
                <a:lnTo>
                  <a:pt x="2328" y="674"/>
                </a:lnTo>
                <a:lnTo>
                  <a:pt x="2328" y="675"/>
                </a:lnTo>
                <a:lnTo>
                  <a:pt x="2328" y="676"/>
                </a:lnTo>
                <a:lnTo>
                  <a:pt x="2329" y="676"/>
                </a:lnTo>
                <a:lnTo>
                  <a:pt x="2330" y="676"/>
                </a:lnTo>
                <a:lnTo>
                  <a:pt x="2331" y="676"/>
                </a:lnTo>
                <a:lnTo>
                  <a:pt x="2331" y="675"/>
                </a:lnTo>
                <a:lnTo>
                  <a:pt x="2332" y="675"/>
                </a:lnTo>
                <a:lnTo>
                  <a:pt x="2333" y="674"/>
                </a:lnTo>
                <a:lnTo>
                  <a:pt x="2333" y="675"/>
                </a:lnTo>
                <a:lnTo>
                  <a:pt x="2333" y="674"/>
                </a:lnTo>
                <a:lnTo>
                  <a:pt x="2334" y="674"/>
                </a:lnTo>
                <a:lnTo>
                  <a:pt x="2335" y="674"/>
                </a:lnTo>
                <a:lnTo>
                  <a:pt x="2336" y="674"/>
                </a:lnTo>
                <a:lnTo>
                  <a:pt x="2336" y="675"/>
                </a:lnTo>
                <a:lnTo>
                  <a:pt x="2337" y="675"/>
                </a:lnTo>
                <a:lnTo>
                  <a:pt x="2338" y="675"/>
                </a:lnTo>
                <a:lnTo>
                  <a:pt x="2339" y="675"/>
                </a:lnTo>
                <a:lnTo>
                  <a:pt x="2340" y="674"/>
                </a:lnTo>
                <a:lnTo>
                  <a:pt x="2341" y="674"/>
                </a:lnTo>
                <a:lnTo>
                  <a:pt x="2343" y="673"/>
                </a:lnTo>
                <a:lnTo>
                  <a:pt x="2344" y="673"/>
                </a:lnTo>
                <a:lnTo>
                  <a:pt x="2344" y="672"/>
                </a:lnTo>
                <a:lnTo>
                  <a:pt x="2344" y="671"/>
                </a:lnTo>
                <a:lnTo>
                  <a:pt x="2344" y="670"/>
                </a:lnTo>
                <a:lnTo>
                  <a:pt x="2344" y="669"/>
                </a:lnTo>
                <a:lnTo>
                  <a:pt x="2345" y="669"/>
                </a:lnTo>
                <a:lnTo>
                  <a:pt x="2345" y="668"/>
                </a:lnTo>
                <a:lnTo>
                  <a:pt x="2346" y="668"/>
                </a:lnTo>
                <a:lnTo>
                  <a:pt x="2346" y="667"/>
                </a:lnTo>
                <a:lnTo>
                  <a:pt x="2346" y="666"/>
                </a:lnTo>
                <a:lnTo>
                  <a:pt x="2347" y="666"/>
                </a:lnTo>
                <a:lnTo>
                  <a:pt x="2348" y="666"/>
                </a:lnTo>
                <a:lnTo>
                  <a:pt x="2348" y="665"/>
                </a:lnTo>
                <a:lnTo>
                  <a:pt x="2347" y="665"/>
                </a:lnTo>
                <a:lnTo>
                  <a:pt x="2347" y="664"/>
                </a:lnTo>
                <a:lnTo>
                  <a:pt x="2347" y="663"/>
                </a:lnTo>
                <a:lnTo>
                  <a:pt x="2348" y="662"/>
                </a:lnTo>
                <a:lnTo>
                  <a:pt x="2349" y="662"/>
                </a:lnTo>
                <a:lnTo>
                  <a:pt x="2350" y="663"/>
                </a:lnTo>
                <a:lnTo>
                  <a:pt x="2350" y="662"/>
                </a:lnTo>
                <a:lnTo>
                  <a:pt x="2351" y="662"/>
                </a:lnTo>
                <a:lnTo>
                  <a:pt x="2352" y="662"/>
                </a:lnTo>
                <a:lnTo>
                  <a:pt x="2353" y="662"/>
                </a:lnTo>
                <a:lnTo>
                  <a:pt x="2354" y="662"/>
                </a:lnTo>
                <a:lnTo>
                  <a:pt x="2353" y="662"/>
                </a:lnTo>
                <a:lnTo>
                  <a:pt x="2354" y="662"/>
                </a:lnTo>
                <a:lnTo>
                  <a:pt x="2354" y="661"/>
                </a:lnTo>
                <a:lnTo>
                  <a:pt x="2355" y="662"/>
                </a:lnTo>
                <a:lnTo>
                  <a:pt x="2356" y="662"/>
                </a:lnTo>
                <a:lnTo>
                  <a:pt x="2356" y="663"/>
                </a:lnTo>
                <a:lnTo>
                  <a:pt x="2357" y="663"/>
                </a:lnTo>
                <a:lnTo>
                  <a:pt x="2357" y="664"/>
                </a:lnTo>
                <a:lnTo>
                  <a:pt x="2357" y="665"/>
                </a:lnTo>
                <a:lnTo>
                  <a:pt x="2358" y="665"/>
                </a:lnTo>
                <a:lnTo>
                  <a:pt x="2359" y="665"/>
                </a:lnTo>
                <a:lnTo>
                  <a:pt x="2360" y="665"/>
                </a:lnTo>
                <a:lnTo>
                  <a:pt x="2360" y="664"/>
                </a:lnTo>
                <a:lnTo>
                  <a:pt x="2360" y="665"/>
                </a:lnTo>
                <a:lnTo>
                  <a:pt x="2360" y="664"/>
                </a:lnTo>
                <a:lnTo>
                  <a:pt x="2361" y="664"/>
                </a:lnTo>
                <a:lnTo>
                  <a:pt x="2363" y="659"/>
                </a:lnTo>
                <a:lnTo>
                  <a:pt x="2364" y="657"/>
                </a:lnTo>
                <a:lnTo>
                  <a:pt x="2364" y="656"/>
                </a:lnTo>
                <a:lnTo>
                  <a:pt x="2364" y="654"/>
                </a:lnTo>
                <a:lnTo>
                  <a:pt x="2363" y="654"/>
                </a:lnTo>
                <a:lnTo>
                  <a:pt x="2363" y="653"/>
                </a:lnTo>
                <a:lnTo>
                  <a:pt x="2362" y="653"/>
                </a:lnTo>
                <a:lnTo>
                  <a:pt x="2362" y="652"/>
                </a:lnTo>
                <a:lnTo>
                  <a:pt x="2361" y="652"/>
                </a:lnTo>
                <a:lnTo>
                  <a:pt x="2360" y="651"/>
                </a:lnTo>
                <a:lnTo>
                  <a:pt x="2359" y="651"/>
                </a:lnTo>
                <a:lnTo>
                  <a:pt x="2357" y="651"/>
                </a:lnTo>
                <a:lnTo>
                  <a:pt x="2355" y="651"/>
                </a:lnTo>
                <a:lnTo>
                  <a:pt x="2355" y="650"/>
                </a:lnTo>
                <a:lnTo>
                  <a:pt x="2355" y="649"/>
                </a:lnTo>
                <a:lnTo>
                  <a:pt x="2354" y="649"/>
                </a:lnTo>
                <a:lnTo>
                  <a:pt x="2355" y="648"/>
                </a:lnTo>
                <a:lnTo>
                  <a:pt x="2357" y="649"/>
                </a:lnTo>
                <a:lnTo>
                  <a:pt x="2358" y="649"/>
                </a:lnTo>
                <a:lnTo>
                  <a:pt x="2359" y="650"/>
                </a:lnTo>
                <a:lnTo>
                  <a:pt x="2360" y="650"/>
                </a:lnTo>
                <a:lnTo>
                  <a:pt x="2360" y="651"/>
                </a:lnTo>
                <a:lnTo>
                  <a:pt x="2361" y="652"/>
                </a:lnTo>
                <a:lnTo>
                  <a:pt x="2362" y="652"/>
                </a:lnTo>
                <a:lnTo>
                  <a:pt x="2363" y="653"/>
                </a:lnTo>
                <a:lnTo>
                  <a:pt x="2363" y="654"/>
                </a:lnTo>
                <a:lnTo>
                  <a:pt x="2364" y="654"/>
                </a:lnTo>
                <a:lnTo>
                  <a:pt x="2365" y="654"/>
                </a:lnTo>
                <a:lnTo>
                  <a:pt x="2366" y="654"/>
                </a:lnTo>
                <a:lnTo>
                  <a:pt x="2367" y="654"/>
                </a:lnTo>
                <a:lnTo>
                  <a:pt x="2368" y="654"/>
                </a:lnTo>
                <a:lnTo>
                  <a:pt x="2368" y="653"/>
                </a:lnTo>
                <a:lnTo>
                  <a:pt x="2369" y="653"/>
                </a:lnTo>
                <a:lnTo>
                  <a:pt x="2370" y="653"/>
                </a:lnTo>
                <a:lnTo>
                  <a:pt x="2370" y="652"/>
                </a:lnTo>
                <a:lnTo>
                  <a:pt x="2371" y="653"/>
                </a:lnTo>
                <a:lnTo>
                  <a:pt x="2371" y="652"/>
                </a:lnTo>
                <a:lnTo>
                  <a:pt x="2372" y="653"/>
                </a:lnTo>
                <a:lnTo>
                  <a:pt x="2374" y="653"/>
                </a:lnTo>
                <a:lnTo>
                  <a:pt x="2374" y="652"/>
                </a:lnTo>
                <a:lnTo>
                  <a:pt x="2375" y="652"/>
                </a:lnTo>
                <a:lnTo>
                  <a:pt x="2375" y="654"/>
                </a:lnTo>
                <a:lnTo>
                  <a:pt x="2375" y="655"/>
                </a:lnTo>
                <a:lnTo>
                  <a:pt x="2375" y="656"/>
                </a:lnTo>
                <a:lnTo>
                  <a:pt x="2374" y="656"/>
                </a:lnTo>
                <a:lnTo>
                  <a:pt x="2374" y="657"/>
                </a:lnTo>
                <a:lnTo>
                  <a:pt x="2373" y="657"/>
                </a:lnTo>
                <a:lnTo>
                  <a:pt x="2373" y="658"/>
                </a:lnTo>
                <a:lnTo>
                  <a:pt x="2373" y="659"/>
                </a:lnTo>
                <a:lnTo>
                  <a:pt x="2372" y="659"/>
                </a:lnTo>
                <a:lnTo>
                  <a:pt x="2372" y="661"/>
                </a:lnTo>
                <a:lnTo>
                  <a:pt x="2372" y="662"/>
                </a:lnTo>
                <a:lnTo>
                  <a:pt x="2371" y="662"/>
                </a:lnTo>
                <a:lnTo>
                  <a:pt x="2371" y="664"/>
                </a:lnTo>
                <a:lnTo>
                  <a:pt x="2372" y="664"/>
                </a:lnTo>
                <a:lnTo>
                  <a:pt x="2372" y="665"/>
                </a:lnTo>
                <a:lnTo>
                  <a:pt x="2373" y="665"/>
                </a:lnTo>
                <a:lnTo>
                  <a:pt x="2375" y="665"/>
                </a:lnTo>
                <a:lnTo>
                  <a:pt x="2376" y="665"/>
                </a:lnTo>
                <a:lnTo>
                  <a:pt x="2377" y="665"/>
                </a:lnTo>
                <a:lnTo>
                  <a:pt x="2378" y="666"/>
                </a:lnTo>
                <a:lnTo>
                  <a:pt x="2378" y="665"/>
                </a:lnTo>
                <a:lnTo>
                  <a:pt x="2379" y="665"/>
                </a:lnTo>
                <a:lnTo>
                  <a:pt x="2379" y="664"/>
                </a:lnTo>
                <a:lnTo>
                  <a:pt x="2379" y="663"/>
                </a:lnTo>
                <a:lnTo>
                  <a:pt x="2379" y="662"/>
                </a:lnTo>
                <a:lnTo>
                  <a:pt x="2379" y="661"/>
                </a:lnTo>
                <a:lnTo>
                  <a:pt x="2379" y="659"/>
                </a:lnTo>
                <a:lnTo>
                  <a:pt x="2380" y="659"/>
                </a:lnTo>
                <a:lnTo>
                  <a:pt x="2382" y="659"/>
                </a:lnTo>
                <a:lnTo>
                  <a:pt x="2382" y="660"/>
                </a:lnTo>
                <a:lnTo>
                  <a:pt x="2382" y="661"/>
                </a:lnTo>
                <a:lnTo>
                  <a:pt x="2381" y="661"/>
                </a:lnTo>
                <a:lnTo>
                  <a:pt x="2381" y="662"/>
                </a:lnTo>
                <a:lnTo>
                  <a:pt x="2382" y="662"/>
                </a:lnTo>
                <a:lnTo>
                  <a:pt x="2383" y="663"/>
                </a:lnTo>
                <a:lnTo>
                  <a:pt x="2384" y="663"/>
                </a:lnTo>
                <a:lnTo>
                  <a:pt x="2384" y="664"/>
                </a:lnTo>
                <a:lnTo>
                  <a:pt x="2383" y="664"/>
                </a:lnTo>
                <a:lnTo>
                  <a:pt x="2382" y="664"/>
                </a:lnTo>
                <a:lnTo>
                  <a:pt x="2382" y="665"/>
                </a:lnTo>
                <a:lnTo>
                  <a:pt x="2381" y="665"/>
                </a:lnTo>
                <a:lnTo>
                  <a:pt x="2380" y="665"/>
                </a:lnTo>
                <a:lnTo>
                  <a:pt x="2380" y="666"/>
                </a:lnTo>
                <a:lnTo>
                  <a:pt x="2381" y="666"/>
                </a:lnTo>
                <a:lnTo>
                  <a:pt x="2381" y="667"/>
                </a:lnTo>
                <a:lnTo>
                  <a:pt x="2382" y="667"/>
                </a:lnTo>
                <a:lnTo>
                  <a:pt x="2385" y="667"/>
                </a:lnTo>
                <a:lnTo>
                  <a:pt x="2384" y="667"/>
                </a:lnTo>
                <a:lnTo>
                  <a:pt x="2384" y="668"/>
                </a:lnTo>
                <a:lnTo>
                  <a:pt x="2384" y="669"/>
                </a:lnTo>
                <a:lnTo>
                  <a:pt x="2384" y="670"/>
                </a:lnTo>
                <a:lnTo>
                  <a:pt x="2384" y="672"/>
                </a:lnTo>
                <a:lnTo>
                  <a:pt x="2384" y="673"/>
                </a:lnTo>
                <a:lnTo>
                  <a:pt x="2384" y="674"/>
                </a:lnTo>
                <a:lnTo>
                  <a:pt x="2384" y="675"/>
                </a:lnTo>
                <a:lnTo>
                  <a:pt x="2384" y="676"/>
                </a:lnTo>
                <a:lnTo>
                  <a:pt x="2383" y="676"/>
                </a:lnTo>
                <a:lnTo>
                  <a:pt x="2382" y="678"/>
                </a:lnTo>
                <a:lnTo>
                  <a:pt x="2382" y="679"/>
                </a:lnTo>
                <a:lnTo>
                  <a:pt x="2382" y="680"/>
                </a:lnTo>
                <a:lnTo>
                  <a:pt x="2379" y="680"/>
                </a:lnTo>
                <a:lnTo>
                  <a:pt x="2376" y="680"/>
                </a:lnTo>
                <a:lnTo>
                  <a:pt x="2374" y="680"/>
                </a:lnTo>
                <a:lnTo>
                  <a:pt x="2373" y="680"/>
                </a:lnTo>
                <a:lnTo>
                  <a:pt x="2370" y="680"/>
                </a:lnTo>
                <a:lnTo>
                  <a:pt x="2366" y="680"/>
                </a:lnTo>
                <a:lnTo>
                  <a:pt x="2365" y="680"/>
                </a:lnTo>
                <a:lnTo>
                  <a:pt x="2361" y="681"/>
                </a:lnTo>
                <a:lnTo>
                  <a:pt x="2360" y="681"/>
                </a:lnTo>
                <a:lnTo>
                  <a:pt x="2359" y="681"/>
                </a:lnTo>
                <a:lnTo>
                  <a:pt x="2358" y="681"/>
                </a:lnTo>
                <a:lnTo>
                  <a:pt x="2358" y="682"/>
                </a:lnTo>
                <a:lnTo>
                  <a:pt x="2357" y="682"/>
                </a:lnTo>
                <a:lnTo>
                  <a:pt x="2356" y="682"/>
                </a:lnTo>
                <a:lnTo>
                  <a:pt x="2355" y="682"/>
                </a:lnTo>
                <a:lnTo>
                  <a:pt x="2354" y="682"/>
                </a:lnTo>
                <a:lnTo>
                  <a:pt x="2353" y="682"/>
                </a:lnTo>
                <a:lnTo>
                  <a:pt x="2352" y="682"/>
                </a:lnTo>
                <a:lnTo>
                  <a:pt x="2352" y="683"/>
                </a:lnTo>
                <a:lnTo>
                  <a:pt x="2352" y="684"/>
                </a:lnTo>
                <a:lnTo>
                  <a:pt x="2353" y="684"/>
                </a:lnTo>
                <a:lnTo>
                  <a:pt x="2352" y="685"/>
                </a:lnTo>
                <a:lnTo>
                  <a:pt x="2353" y="686"/>
                </a:lnTo>
                <a:lnTo>
                  <a:pt x="2353" y="687"/>
                </a:lnTo>
                <a:lnTo>
                  <a:pt x="2352" y="687"/>
                </a:lnTo>
                <a:lnTo>
                  <a:pt x="2351" y="687"/>
                </a:lnTo>
                <a:lnTo>
                  <a:pt x="2351" y="688"/>
                </a:lnTo>
                <a:lnTo>
                  <a:pt x="2349" y="688"/>
                </a:lnTo>
                <a:lnTo>
                  <a:pt x="2350" y="689"/>
                </a:lnTo>
                <a:lnTo>
                  <a:pt x="2349" y="689"/>
                </a:lnTo>
                <a:lnTo>
                  <a:pt x="2348" y="690"/>
                </a:lnTo>
                <a:lnTo>
                  <a:pt x="2348" y="689"/>
                </a:lnTo>
                <a:lnTo>
                  <a:pt x="2347" y="690"/>
                </a:lnTo>
                <a:lnTo>
                  <a:pt x="2346" y="690"/>
                </a:lnTo>
                <a:lnTo>
                  <a:pt x="2346" y="689"/>
                </a:lnTo>
                <a:lnTo>
                  <a:pt x="2344" y="687"/>
                </a:lnTo>
                <a:lnTo>
                  <a:pt x="2342" y="687"/>
                </a:lnTo>
                <a:lnTo>
                  <a:pt x="2341" y="687"/>
                </a:lnTo>
                <a:lnTo>
                  <a:pt x="2340" y="688"/>
                </a:lnTo>
                <a:lnTo>
                  <a:pt x="2339" y="688"/>
                </a:lnTo>
                <a:lnTo>
                  <a:pt x="2338" y="688"/>
                </a:lnTo>
                <a:lnTo>
                  <a:pt x="2337" y="688"/>
                </a:lnTo>
                <a:lnTo>
                  <a:pt x="2336" y="688"/>
                </a:lnTo>
                <a:lnTo>
                  <a:pt x="2337" y="689"/>
                </a:lnTo>
                <a:lnTo>
                  <a:pt x="2335" y="690"/>
                </a:lnTo>
                <a:lnTo>
                  <a:pt x="2335" y="688"/>
                </a:lnTo>
                <a:lnTo>
                  <a:pt x="2335" y="687"/>
                </a:lnTo>
                <a:lnTo>
                  <a:pt x="2334" y="686"/>
                </a:lnTo>
                <a:lnTo>
                  <a:pt x="2332" y="687"/>
                </a:lnTo>
                <a:lnTo>
                  <a:pt x="2332" y="688"/>
                </a:lnTo>
                <a:lnTo>
                  <a:pt x="2332" y="689"/>
                </a:lnTo>
                <a:lnTo>
                  <a:pt x="2332" y="691"/>
                </a:lnTo>
                <a:lnTo>
                  <a:pt x="2330" y="691"/>
                </a:lnTo>
                <a:lnTo>
                  <a:pt x="2328" y="691"/>
                </a:lnTo>
                <a:lnTo>
                  <a:pt x="2328" y="692"/>
                </a:lnTo>
                <a:lnTo>
                  <a:pt x="2328" y="695"/>
                </a:lnTo>
                <a:lnTo>
                  <a:pt x="2328" y="696"/>
                </a:lnTo>
                <a:lnTo>
                  <a:pt x="2328" y="703"/>
                </a:lnTo>
                <a:lnTo>
                  <a:pt x="2328" y="704"/>
                </a:lnTo>
                <a:lnTo>
                  <a:pt x="2328" y="705"/>
                </a:lnTo>
                <a:lnTo>
                  <a:pt x="2328" y="706"/>
                </a:lnTo>
                <a:lnTo>
                  <a:pt x="2336" y="715"/>
                </a:lnTo>
                <a:lnTo>
                  <a:pt x="2340" y="719"/>
                </a:lnTo>
                <a:lnTo>
                  <a:pt x="2344" y="725"/>
                </a:lnTo>
                <a:lnTo>
                  <a:pt x="2342" y="725"/>
                </a:lnTo>
                <a:lnTo>
                  <a:pt x="2340" y="727"/>
                </a:lnTo>
                <a:lnTo>
                  <a:pt x="2339" y="728"/>
                </a:lnTo>
                <a:lnTo>
                  <a:pt x="2339" y="732"/>
                </a:lnTo>
                <a:lnTo>
                  <a:pt x="2337" y="732"/>
                </a:lnTo>
                <a:lnTo>
                  <a:pt x="2337" y="733"/>
                </a:lnTo>
                <a:lnTo>
                  <a:pt x="2338" y="737"/>
                </a:lnTo>
                <a:lnTo>
                  <a:pt x="2334" y="737"/>
                </a:lnTo>
                <a:lnTo>
                  <a:pt x="2332" y="740"/>
                </a:lnTo>
                <a:lnTo>
                  <a:pt x="2328" y="740"/>
                </a:lnTo>
                <a:lnTo>
                  <a:pt x="2324" y="741"/>
                </a:lnTo>
                <a:lnTo>
                  <a:pt x="2309" y="742"/>
                </a:lnTo>
                <a:lnTo>
                  <a:pt x="2312" y="759"/>
                </a:lnTo>
                <a:lnTo>
                  <a:pt x="2312" y="760"/>
                </a:lnTo>
                <a:lnTo>
                  <a:pt x="2312" y="761"/>
                </a:lnTo>
                <a:lnTo>
                  <a:pt x="2311" y="761"/>
                </a:lnTo>
                <a:lnTo>
                  <a:pt x="2311" y="762"/>
                </a:lnTo>
                <a:lnTo>
                  <a:pt x="2309" y="765"/>
                </a:lnTo>
                <a:lnTo>
                  <a:pt x="2307" y="765"/>
                </a:lnTo>
                <a:lnTo>
                  <a:pt x="2306" y="766"/>
                </a:lnTo>
                <a:lnTo>
                  <a:pt x="2305" y="767"/>
                </a:lnTo>
                <a:lnTo>
                  <a:pt x="2306" y="769"/>
                </a:lnTo>
                <a:lnTo>
                  <a:pt x="2307" y="770"/>
                </a:lnTo>
                <a:lnTo>
                  <a:pt x="2307" y="771"/>
                </a:lnTo>
                <a:lnTo>
                  <a:pt x="2308" y="771"/>
                </a:lnTo>
                <a:lnTo>
                  <a:pt x="2308" y="772"/>
                </a:lnTo>
                <a:lnTo>
                  <a:pt x="2308" y="773"/>
                </a:lnTo>
                <a:lnTo>
                  <a:pt x="2309" y="773"/>
                </a:lnTo>
                <a:lnTo>
                  <a:pt x="2309" y="774"/>
                </a:lnTo>
                <a:lnTo>
                  <a:pt x="2307" y="775"/>
                </a:lnTo>
                <a:lnTo>
                  <a:pt x="2307" y="776"/>
                </a:lnTo>
                <a:lnTo>
                  <a:pt x="2306" y="776"/>
                </a:lnTo>
                <a:lnTo>
                  <a:pt x="2306" y="777"/>
                </a:lnTo>
                <a:lnTo>
                  <a:pt x="2305" y="777"/>
                </a:lnTo>
                <a:lnTo>
                  <a:pt x="2306" y="778"/>
                </a:lnTo>
                <a:lnTo>
                  <a:pt x="2305" y="779"/>
                </a:lnTo>
                <a:lnTo>
                  <a:pt x="2305" y="780"/>
                </a:lnTo>
                <a:lnTo>
                  <a:pt x="2304" y="780"/>
                </a:lnTo>
                <a:lnTo>
                  <a:pt x="2301" y="780"/>
                </a:lnTo>
                <a:lnTo>
                  <a:pt x="2298" y="781"/>
                </a:lnTo>
                <a:lnTo>
                  <a:pt x="2298" y="779"/>
                </a:lnTo>
                <a:lnTo>
                  <a:pt x="2297" y="779"/>
                </a:lnTo>
                <a:lnTo>
                  <a:pt x="2297" y="778"/>
                </a:lnTo>
                <a:lnTo>
                  <a:pt x="2297" y="777"/>
                </a:lnTo>
                <a:lnTo>
                  <a:pt x="2296" y="777"/>
                </a:lnTo>
                <a:lnTo>
                  <a:pt x="2296" y="776"/>
                </a:lnTo>
                <a:lnTo>
                  <a:pt x="2296" y="775"/>
                </a:lnTo>
                <a:lnTo>
                  <a:pt x="2295" y="774"/>
                </a:lnTo>
                <a:lnTo>
                  <a:pt x="2292" y="773"/>
                </a:lnTo>
                <a:lnTo>
                  <a:pt x="2290" y="771"/>
                </a:lnTo>
                <a:lnTo>
                  <a:pt x="2289" y="770"/>
                </a:lnTo>
                <a:lnTo>
                  <a:pt x="2289" y="769"/>
                </a:lnTo>
                <a:lnTo>
                  <a:pt x="2288" y="769"/>
                </a:lnTo>
                <a:lnTo>
                  <a:pt x="2288" y="768"/>
                </a:lnTo>
                <a:lnTo>
                  <a:pt x="2287" y="768"/>
                </a:lnTo>
                <a:lnTo>
                  <a:pt x="2287" y="769"/>
                </a:lnTo>
                <a:lnTo>
                  <a:pt x="2286" y="769"/>
                </a:lnTo>
                <a:lnTo>
                  <a:pt x="2285" y="770"/>
                </a:lnTo>
                <a:lnTo>
                  <a:pt x="2285" y="771"/>
                </a:lnTo>
                <a:lnTo>
                  <a:pt x="2285" y="772"/>
                </a:lnTo>
                <a:lnTo>
                  <a:pt x="2284" y="772"/>
                </a:lnTo>
                <a:lnTo>
                  <a:pt x="2283" y="772"/>
                </a:lnTo>
                <a:lnTo>
                  <a:pt x="2283" y="771"/>
                </a:lnTo>
                <a:lnTo>
                  <a:pt x="2283" y="770"/>
                </a:lnTo>
                <a:lnTo>
                  <a:pt x="2283" y="769"/>
                </a:lnTo>
                <a:lnTo>
                  <a:pt x="2283" y="768"/>
                </a:lnTo>
                <a:lnTo>
                  <a:pt x="2283" y="767"/>
                </a:lnTo>
                <a:lnTo>
                  <a:pt x="2282" y="767"/>
                </a:lnTo>
                <a:lnTo>
                  <a:pt x="2282" y="766"/>
                </a:lnTo>
                <a:lnTo>
                  <a:pt x="2282" y="765"/>
                </a:lnTo>
                <a:lnTo>
                  <a:pt x="2282" y="764"/>
                </a:lnTo>
                <a:lnTo>
                  <a:pt x="2281" y="763"/>
                </a:lnTo>
                <a:lnTo>
                  <a:pt x="2280" y="762"/>
                </a:lnTo>
                <a:lnTo>
                  <a:pt x="2278" y="758"/>
                </a:lnTo>
                <a:lnTo>
                  <a:pt x="2272" y="758"/>
                </a:lnTo>
                <a:lnTo>
                  <a:pt x="2271" y="758"/>
                </a:lnTo>
                <a:lnTo>
                  <a:pt x="2270" y="758"/>
                </a:lnTo>
                <a:lnTo>
                  <a:pt x="2270" y="760"/>
                </a:lnTo>
                <a:lnTo>
                  <a:pt x="2270" y="762"/>
                </a:lnTo>
                <a:lnTo>
                  <a:pt x="2271" y="764"/>
                </a:lnTo>
                <a:lnTo>
                  <a:pt x="2271" y="765"/>
                </a:lnTo>
                <a:lnTo>
                  <a:pt x="2269" y="765"/>
                </a:lnTo>
                <a:lnTo>
                  <a:pt x="2268" y="764"/>
                </a:lnTo>
                <a:lnTo>
                  <a:pt x="2268" y="765"/>
                </a:lnTo>
                <a:lnTo>
                  <a:pt x="2267" y="766"/>
                </a:lnTo>
                <a:lnTo>
                  <a:pt x="2266" y="766"/>
                </a:lnTo>
                <a:lnTo>
                  <a:pt x="2266" y="767"/>
                </a:lnTo>
                <a:lnTo>
                  <a:pt x="2265" y="767"/>
                </a:lnTo>
                <a:lnTo>
                  <a:pt x="2265" y="768"/>
                </a:lnTo>
                <a:lnTo>
                  <a:pt x="2266" y="768"/>
                </a:lnTo>
                <a:lnTo>
                  <a:pt x="2265" y="768"/>
                </a:lnTo>
                <a:lnTo>
                  <a:pt x="2264" y="769"/>
                </a:lnTo>
                <a:lnTo>
                  <a:pt x="2265" y="769"/>
                </a:lnTo>
                <a:lnTo>
                  <a:pt x="2264" y="769"/>
                </a:lnTo>
                <a:lnTo>
                  <a:pt x="2263" y="769"/>
                </a:lnTo>
                <a:lnTo>
                  <a:pt x="2263" y="770"/>
                </a:lnTo>
                <a:lnTo>
                  <a:pt x="2262" y="770"/>
                </a:lnTo>
                <a:lnTo>
                  <a:pt x="2261" y="771"/>
                </a:lnTo>
                <a:lnTo>
                  <a:pt x="2260" y="771"/>
                </a:lnTo>
                <a:lnTo>
                  <a:pt x="2260" y="770"/>
                </a:lnTo>
                <a:lnTo>
                  <a:pt x="2260" y="769"/>
                </a:lnTo>
                <a:lnTo>
                  <a:pt x="2259" y="768"/>
                </a:lnTo>
                <a:lnTo>
                  <a:pt x="2259" y="767"/>
                </a:lnTo>
                <a:lnTo>
                  <a:pt x="2258" y="767"/>
                </a:lnTo>
                <a:lnTo>
                  <a:pt x="2257" y="767"/>
                </a:lnTo>
                <a:lnTo>
                  <a:pt x="2257" y="766"/>
                </a:lnTo>
                <a:lnTo>
                  <a:pt x="2256" y="765"/>
                </a:lnTo>
                <a:lnTo>
                  <a:pt x="2255" y="765"/>
                </a:lnTo>
                <a:lnTo>
                  <a:pt x="2254" y="765"/>
                </a:lnTo>
                <a:lnTo>
                  <a:pt x="2254" y="764"/>
                </a:lnTo>
                <a:lnTo>
                  <a:pt x="2253" y="764"/>
                </a:lnTo>
                <a:lnTo>
                  <a:pt x="2252" y="764"/>
                </a:lnTo>
                <a:lnTo>
                  <a:pt x="2251" y="764"/>
                </a:lnTo>
                <a:lnTo>
                  <a:pt x="2250" y="763"/>
                </a:lnTo>
                <a:lnTo>
                  <a:pt x="2249" y="763"/>
                </a:lnTo>
                <a:lnTo>
                  <a:pt x="2248" y="763"/>
                </a:lnTo>
                <a:lnTo>
                  <a:pt x="2247" y="762"/>
                </a:lnTo>
                <a:lnTo>
                  <a:pt x="2247" y="763"/>
                </a:lnTo>
                <a:lnTo>
                  <a:pt x="2247" y="762"/>
                </a:lnTo>
                <a:lnTo>
                  <a:pt x="2246" y="762"/>
                </a:lnTo>
                <a:lnTo>
                  <a:pt x="2245" y="761"/>
                </a:lnTo>
                <a:lnTo>
                  <a:pt x="2245" y="760"/>
                </a:lnTo>
                <a:lnTo>
                  <a:pt x="2245" y="759"/>
                </a:lnTo>
                <a:lnTo>
                  <a:pt x="2245" y="758"/>
                </a:lnTo>
                <a:lnTo>
                  <a:pt x="2244" y="758"/>
                </a:lnTo>
                <a:lnTo>
                  <a:pt x="2244" y="757"/>
                </a:lnTo>
                <a:lnTo>
                  <a:pt x="2243" y="757"/>
                </a:lnTo>
                <a:lnTo>
                  <a:pt x="2242" y="757"/>
                </a:lnTo>
                <a:lnTo>
                  <a:pt x="2242" y="756"/>
                </a:lnTo>
                <a:lnTo>
                  <a:pt x="2241" y="755"/>
                </a:lnTo>
                <a:lnTo>
                  <a:pt x="2241" y="754"/>
                </a:lnTo>
                <a:lnTo>
                  <a:pt x="2240" y="754"/>
                </a:lnTo>
                <a:lnTo>
                  <a:pt x="2239" y="754"/>
                </a:lnTo>
                <a:lnTo>
                  <a:pt x="2238" y="753"/>
                </a:lnTo>
                <a:lnTo>
                  <a:pt x="2238" y="752"/>
                </a:lnTo>
                <a:lnTo>
                  <a:pt x="2237" y="752"/>
                </a:lnTo>
                <a:lnTo>
                  <a:pt x="2237" y="753"/>
                </a:lnTo>
                <a:lnTo>
                  <a:pt x="2236" y="753"/>
                </a:lnTo>
                <a:lnTo>
                  <a:pt x="2235" y="752"/>
                </a:lnTo>
                <a:lnTo>
                  <a:pt x="2234" y="752"/>
                </a:lnTo>
                <a:lnTo>
                  <a:pt x="2234" y="751"/>
                </a:lnTo>
                <a:lnTo>
                  <a:pt x="2233" y="751"/>
                </a:lnTo>
                <a:lnTo>
                  <a:pt x="2232" y="751"/>
                </a:lnTo>
                <a:lnTo>
                  <a:pt x="2231" y="751"/>
                </a:lnTo>
                <a:lnTo>
                  <a:pt x="2231" y="750"/>
                </a:lnTo>
                <a:lnTo>
                  <a:pt x="2230" y="749"/>
                </a:lnTo>
                <a:lnTo>
                  <a:pt x="2229" y="749"/>
                </a:lnTo>
                <a:lnTo>
                  <a:pt x="2228" y="749"/>
                </a:lnTo>
                <a:lnTo>
                  <a:pt x="2228" y="750"/>
                </a:lnTo>
                <a:lnTo>
                  <a:pt x="2227" y="750"/>
                </a:lnTo>
                <a:lnTo>
                  <a:pt x="2226" y="750"/>
                </a:lnTo>
                <a:lnTo>
                  <a:pt x="2225" y="750"/>
                </a:lnTo>
                <a:lnTo>
                  <a:pt x="2225" y="749"/>
                </a:lnTo>
                <a:lnTo>
                  <a:pt x="2224" y="748"/>
                </a:lnTo>
                <a:lnTo>
                  <a:pt x="2223" y="748"/>
                </a:lnTo>
                <a:lnTo>
                  <a:pt x="2223" y="747"/>
                </a:lnTo>
                <a:lnTo>
                  <a:pt x="2222" y="748"/>
                </a:lnTo>
                <a:lnTo>
                  <a:pt x="2222" y="747"/>
                </a:lnTo>
                <a:lnTo>
                  <a:pt x="2221" y="748"/>
                </a:lnTo>
                <a:lnTo>
                  <a:pt x="2221" y="747"/>
                </a:lnTo>
                <a:lnTo>
                  <a:pt x="2221" y="748"/>
                </a:lnTo>
                <a:lnTo>
                  <a:pt x="2220" y="748"/>
                </a:lnTo>
                <a:lnTo>
                  <a:pt x="2220" y="749"/>
                </a:lnTo>
                <a:lnTo>
                  <a:pt x="2219" y="749"/>
                </a:lnTo>
                <a:lnTo>
                  <a:pt x="2218" y="749"/>
                </a:lnTo>
                <a:lnTo>
                  <a:pt x="2218" y="750"/>
                </a:lnTo>
                <a:lnTo>
                  <a:pt x="2217" y="750"/>
                </a:lnTo>
                <a:lnTo>
                  <a:pt x="2216" y="750"/>
                </a:lnTo>
                <a:lnTo>
                  <a:pt x="2216" y="751"/>
                </a:lnTo>
                <a:lnTo>
                  <a:pt x="2216" y="752"/>
                </a:lnTo>
                <a:lnTo>
                  <a:pt x="2217" y="752"/>
                </a:lnTo>
                <a:lnTo>
                  <a:pt x="2217" y="751"/>
                </a:lnTo>
                <a:lnTo>
                  <a:pt x="2218" y="751"/>
                </a:lnTo>
                <a:lnTo>
                  <a:pt x="2218" y="752"/>
                </a:lnTo>
                <a:lnTo>
                  <a:pt x="2219" y="752"/>
                </a:lnTo>
                <a:lnTo>
                  <a:pt x="2219" y="753"/>
                </a:lnTo>
                <a:lnTo>
                  <a:pt x="2220" y="753"/>
                </a:lnTo>
                <a:lnTo>
                  <a:pt x="2220" y="754"/>
                </a:lnTo>
                <a:lnTo>
                  <a:pt x="2220" y="755"/>
                </a:lnTo>
                <a:lnTo>
                  <a:pt x="2220" y="756"/>
                </a:lnTo>
                <a:lnTo>
                  <a:pt x="2220" y="757"/>
                </a:lnTo>
                <a:lnTo>
                  <a:pt x="2221" y="757"/>
                </a:lnTo>
                <a:lnTo>
                  <a:pt x="2221" y="758"/>
                </a:lnTo>
                <a:lnTo>
                  <a:pt x="2221" y="759"/>
                </a:lnTo>
                <a:lnTo>
                  <a:pt x="2220" y="760"/>
                </a:lnTo>
                <a:lnTo>
                  <a:pt x="2220" y="761"/>
                </a:lnTo>
                <a:lnTo>
                  <a:pt x="2220" y="762"/>
                </a:lnTo>
                <a:lnTo>
                  <a:pt x="2221" y="762"/>
                </a:lnTo>
                <a:lnTo>
                  <a:pt x="2220" y="762"/>
                </a:lnTo>
                <a:lnTo>
                  <a:pt x="2221" y="763"/>
                </a:lnTo>
                <a:lnTo>
                  <a:pt x="2220" y="763"/>
                </a:lnTo>
                <a:lnTo>
                  <a:pt x="2219" y="763"/>
                </a:lnTo>
                <a:lnTo>
                  <a:pt x="2219" y="764"/>
                </a:lnTo>
                <a:lnTo>
                  <a:pt x="2218" y="764"/>
                </a:lnTo>
                <a:lnTo>
                  <a:pt x="2218" y="765"/>
                </a:lnTo>
                <a:lnTo>
                  <a:pt x="2217" y="765"/>
                </a:lnTo>
                <a:lnTo>
                  <a:pt x="2217" y="766"/>
                </a:lnTo>
                <a:lnTo>
                  <a:pt x="2216" y="767"/>
                </a:lnTo>
                <a:lnTo>
                  <a:pt x="2217" y="767"/>
                </a:lnTo>
                <a:lnTo>
                  <a:pt x="2217" y="768"/>
                </a:lnTo>
                <a:lnTo>
                  <a:pt x="2216" y="769"/>
                </a:lnTo>
                <a:lnTo>
                  <a:pt x="2215" y="769"/>
                </a:lnTo>
                <a:lnTo>
                  <a:pt x="2215" y="770"/>
                </a:lnTo>
                <a:lnTo>
                  <a:pt x="2215" y="771"/>
                </a:lnTo>
                <a:lnTo>
                  <a:pt x="2214" y="771"/>
                </a:lnTo>
                <a:lnTo>
                  <a:pt x="2214" y="772"/>
                </a:lnTo>
                <a:lnTo>
                  <a:pt x="2213" y="772"/>
                </a:lnTo>
                <a:lnTo>
                  <a:pt x="2213" y="771"/>
                </a:lnTo>
                <a:lnTo>
                  <a:pt x="2212" y="771"/>
                </a:lnTo>
                <a:lnTo>
                  <a:pt x="2213" y="772"/>
                </a:lnTo>
                <a:lnTo>
                  <a:pt x="2212" y="772"/>
                </a:lnTo>
                <a:lnTo>
                  <a:pt x="2211" y="773"/>
                </a:lnTo>
                <a:lnTo>
                  <a:pt x="2210" y="774"/>
                </a:lnTo>
                <a:lnTo>
                  <a:pt x="2209" y="774"/>
                </a:lnTo>
                <a:lnTo>
                  <a:pt x="2208" y="774"/>
                </a:lnTo>
                <a:lnTo>
                  <a:pt x="2207" y="774"/>
                </a:lnTo>
                <a:lnTo>
                  <a:pt x="2207" y="773"/>
                </a:lnTo>
                <a:lnTo>
                  <a:pt x="2207" y="774"/>
                </a:lnTo>
                <a:lnTo>
                  <a:pt x="2206" y="774"/>
                </a:lnTo>
                <a:lnTo>
                  <a:pt x="2206" y="775"/>
                </a:lnTo>
                <a:lnTo>
                  <a:pt x="2205" y="775"/>
                </a:lnTo>
                <a:lnTo>
                  <a:pt x="2206" y="776"/>
                </a:lnTo>
                <a:lnTo>
                  <a:pt x="2207" y="776"/>
                </a:lnTo>
                <a:lnTo>
                  <a:pt x="2208" y="777"/>
                </a:lnTo>
                <a:lnTo>
                  <a:pt x="2207" y="777"/>
                </a:lnTo>
                <a:lnTo>
                  <a:pt x="2207" y="778"/>
                </a:lnTo>
                <a:lnTo>
                  <a:pt x="2208" y="778"/>
                </a:lnTo>
                <a:lnTo>
                  <a:pt x="2208" y="779"/>
                </a:lnTo>
                <a:lnTo>
                  <a:pt x="2209" y="779"/>
                </a:lnTo>
                <a:lnTo>
                  <a:pt x="2212" y="781"/>
                </a:lnTo>
                <a:lnTo>
                  <a:pt x="2213" y="781"/>
                </a:lnTo>
                <a:lnTo>
                  <a:pt x="2214" y="781"/>
                </a:lnTo>
                <a:lnTo>
                  <a:pt x="2215" y="781"/>
                </a:lnTo>
                <a:lnTo>
                  <a:pt x="2216" y="782"/>
                </a:lnTo>
                <a:lnTo>
                  <a:pt x="2216" y="781"/>
                </a:lnTo>
                <a:lnTo>
                  <a:pt x="2218" y="781"/>
                </a:lnTo>
                <a:lnTo>
                  <a:pt x="2219" y="782"/>
                </a:lnTo>
                <a:lnTo>
                  <a:pt x="2220" y="782"/>
                </a:lnTo>
                <a:lnTo>
                  <a:pt x="2220" y="781"/>
                </a:lnTo>
                <a:lnTo>
                  <a:pt x="2221" y="781"/>
                </a:lnTo>
                <a:lnTo>
                  <a:pt x="2220" y="781"/>
                </a:lnTo>
                <a:lnTo>
                  <a:pt x="2221" y="780"/>
                </a:lnTo>
                <a:lnTo>
                  <a:pt x="2222" y="780"/>
                </a:lnTo>
                <a:lnTo>
                  <a:pt x="2223" y="779"/>
                </a:lnTo>
                <a:lnTo>
                  <a:pt x="2224" y="779"/>
                </a:lnTo>
                <a:lnTo>
                  <a:pt x="2225" y="779"/>
                </a:lnTo>
                <a:lnTo>
                  <a:pt x="2226" y="779"/>
                </a:lnTo>
                <a:lnTo>
                  <a:pt x="2228" y="779"/>
                </a:lnTo>
                <a:lnTo>
                  <a:pt x="2230" y="779"/>
                </a:lnTo>
                <a:lnTo>
                  <a:pt x="2231" y="779"/>
                </a:lnTo>
                <a:lnTo>
                  <a:pt x="2232" y="779"/>
                </a:lnTo>
                <a:lnTo>
                  <a:pt x="2233" y="779"/>
                </a:lnTo>
                <a:lnTo>
                  <a:pt x="2233" y="780"/>
                </a:lnTo>
                <a:lnTo>
                  <a:pt x="2235" y="781"/>
                </a:lnTo>
                <a:lnTo>
                  <a:pt x="2235" y="783"/>
                </a:lnTo>
                <a:lnTo>
                  <a:pt x="2236" y="785"/>
                </a:lnTo>
                <a:lnTo>
                  <a:pt x="2237" y="787"/>
                </a:lnTo>
                <a:lnTo>
                  <a:pt x="2238" y="789"/>
                </a:lnTo>
                <a:lnTo>
                  <a:pt x="2237" y="790"/>
                </a:lnTo>
                <a:lnTo>
                  <a:pt x="2237" y="791"/>
                </a:lnTo>
                <a:lnTo>
                  <a:pt x="2236" y="791"/>
                </a:lnTo>
                <a:lnTo>
                  <a:pt x="2235" y="791"/>
                </a:lnTo>
                <a:lnTo>
                  <a:pt x="2234" y="791"/>
                </a:lnTo>
                <a:lnTo>
                  <a:pt x="2235" y="793"/>
                </a:lnTo>
                <a:lnTo>
                  <a:pt x="2235" y="794"/>
                </a:lnTo>
                <a:lnTo>
                  <a:pt x="2235" y="795"/>
                </a:lnTo>
                <a:lnTo>
                  <a:pt x="2236" y="795"/>
                </a:lnTo>
                <a:lnTo>
                  <a:pt x="2237" y="796"/>
                </a:lnTo>
                <a:lnTo>
                  <a:pt x="2237" y="797"/>
                </a:lnTo>
                <a:lnTo>
                  <a:pt x="2238" y="799"/>
                </a:lnTo>
                <a:lnTo>
                  <a:pt x="2238" y="800"/>
                </a:lnTo>
                <a:lnTo>
                  <a:pt x="2238" y="801"/>
                </a:lnTo>
                <a:lnTo>
                  <a:pt x="2239" y="802"/>
                </a:lnTo>
                <a:lnTo>
                  <a:pt x="2240" y="802"/>
                </a:lnTo>
                <a:lnTo>
                  <a:pt x="2241" y="803"/>
                </a:lnTo>
                <a:lnTo>
                  <a:pt x="2243" y="804"/>
                </a:lnTo>
                <a:lnTo>
                  <a:pt x="2245" y="805"/>
                </a:lnTo>
                <a:lnTo>
                  <a:pt x="2247" y="805"/>
                </a:lnTo>
                <a:lnTo>
                  <a:pt x="2248" y="806"/>
                </a:lnTo>
                <a:lnTo>
                  <a:pt x="2250" y="806"/>
                </a:lnTo>
                <a:lnTo>
                  <a:pt x="2252" y="807"/>
                </a:lnTo>
                <a:lnTo>
                  <a:pt x="2253" y="808"/>
                </a:lnTo>
                <a:lnTo>
                  <a:pt x="2253" y="809"/>
                </a:lnTo>
                <a:lnTo>
                  <a:pt x="2254" y="810"/>
                </a:lnTo>
                <a:lnTo>
                  <a:pt x="2251" y="813"/>
                </a:lnTo>
                <a:lnTo>
                  <a:pt x="2251" y="814"/>
                </a:lnTo>
                <a:lnTo>
                  <a:pt x="2251" y="815"/>
                </a:lnTo>
                <a:lnTo>
                  <a:pt x="2250" y="814"/>
                </a:lnTo>
                <a:lnTo>
                  <a:pt x="2250" y="816"/>
                </a:lnTo>
                <a:lnTo>
                  <a:pt x="2250" y="817"/>
                </a:lnTo>
                <a:lnTo>
                  <a:pt x="2250" y="819"/>
                </a:lnTo>
                <a:lnTo>
                  <a:pt x="2250" y="820"/>
                </a:lnTo>
                <a:lnTo>
                  <a:pt x="2250" y="821"/>
                </a:lnTo>
                <a:lnTo>
                  <a:pt x="2251" y="821"/>
                </a:lnTo>
                <a:lnTo>
                  <a:pt x="2251" y="822"/>
                </a:lnTo>
                <a:lnTo>
                  <a:pt x="2257" y="824"/>
                </a:lnTo>
                <a:lnTo>
                  <a:pt x="2259" y="824"/>
                </a:lnTo>
                <a:lnTo>
                  <a:pt x="2259" y="825"/>
                </a:lnTo>
                <a:lnTo>
                  <a:pt x="2259" y="827"/>
                </a:lnTo>
                <a:lnTo>
                  <a:pt x="2258" y="831"/>
                </a:lnTo>
                <a:lnTo>
                  <a:pt x="2257" y="832"/>
                </a:lnTo>
                <a:lnTo>
                  <a:pt x="2255" y="834"/>
                </a:lnTo>
                <a:lnTo>
                  <a:pt x="2250" y="834"/>
                </a:lnTo>
                <a:lnTo>
                  <a:pt x="2250" y="835"/>
                </a:lnTo>
                <a:lnTo>
                  <a:pt x="2249" y="836"/>
                </a:lnTo>
                <a:lnTo>
                  <a:pt x="2247" y="838"/>
                </a:lnTo>
                <a:lnTo>
                  <a:pt x="2248" y="842"/>
                </a:lnTo>
                <a:lnTo>
                  <a:pt x="2248" y="845"/>
                </a:lnTo>
                <a:lnTo>
                  <a:pt x="2247" y="847"/>
                </a:lnTo>
                <a:lnTo>
                  <a:pt x="2246" y="850"/>
                </a:lnTo>
                <a:lnTo>
                  <a:pt x="2244" y="852"/>
                </a:lnTo>
                <a:lnTo>
                  <a:pt x="2245" y="857"/>
                </a:lnTo>
                <a:lnTo>
                  <a:pt x="2245" y="861"/>
                </a:lnTo>
                <a:lnTo>
                  <a:pt x="2244" y="861"/>
                </a:lnTo>
                <a:lnTo>
                  <a:pt x="2243" y="861"/>
                </a:lnTo>
                <a:lnTo>
                  <a:pt x="2242" y="861"/>
                </a:lnTo>
                <a:lnTo>
                  <a:pt x="2241" y="863"/>
                </a:lnTo>
                <a:lnTo>
                  <a:pt x="2242" y="863"/>
                </a:lnTo>
                <a:lnTo>
                  <a:pt x="2242" y="864"/>
                </a:lnTo>
                <a:lnTo>
                  <a:pt x="2243" y="864"/>
                </a:lnTo>
                <a:lnTo>
                  <a:pt x="2244" y="864"/>
                </a:lnTo>
                <a:lnTo>
                  <a:pt x="2244" y="865"/>
                </a:lnTo>
                <a:lnTo>
                  <a:pt x="2244" y="866"/>
                </a:lnTo>
                <a:lnTo>
                  <a:pt x="2244" y="867"/>
                </a:lnTo>
                <a:lnTo>
                  <a:pt x="2245" y="867"/>
                </a:lnTo>
                <a:lnTo>
                  <a:pt x="2245" y="868"/>
                </a:lnTo>
                <a:lnTo>
                  <a:pt x="2245" y="869"/>
                </a:lnTo>
                <a:lnTo>
                  <a:pt x="2246" y="870"/>
                </a:lnTo>
                <a:lnTo>
                  <a:pt x="2246" y="871"/>
                </a:lnTo>
                <a:lnTo>
                  <a:pt x="2246" y="872"/>
                </a:lnTo>
                <a:lnTo>
                  <a:pt x="2246" y="873"/>
                </a:lnTo>
                <a:lnTo>
                  <a:pt x="2246" y="874"/>
                </a:lnTo>
                <a:lnTo>
                  <a:pt x="2246" y="875"/>
                </a:lnTo>
                <a:lnTo>
                  <a:pt x="2248" y="875"/>
                </a:lnTo>
                <a:lnTo>
                  <a:pt x="2249" y="875"/>
                </a:lnTo>
                <a:lnTo>
                  <a:pt x="2252" y="875"/>
                </a:lnTo>
                <a:lnTo>
                  <a:pt x="2253" y="876"/>
                </a:lnTo>
                <a:lnTo>
                  <a:pt x="2252" y="876"/>
                </a:lnTo>
                <a:lnTo>
                  <a:pt x="2251" y="876"/>
                </a:lnTo>
                <a:lnTo>
                  <a:pt x="2250" y="878"/>
                </a:lnTo>
                <a:lnTo>
                  <a:pt x="2250" y="877"/>
                </a:lnTo>
                <a:lnTo>
                  <a:pt x="2249" y="877"/>
                </a:lnTo>
                <a:lnTo>
                  <a:pt x="2248" y="876"/>
                </a:lnTo>
                <a:lnTo>
                  <a:pt x="2247" y="876"/>
                </a:lnTo>
                <a:lnTo>
                  <a:pt x="2246" y="878"/>
                </a:lnTo>
                <a:lnTo>
                  <a:pt x="2247" y="879"/>
                </a:lnTo>
                <a:lnTo>
                  <a:pt x="2248" y="879"/>
                </a:lnTo>
                <a:lnTo>
                  <a:pt x="2250" y="879"/>
                </a:lnTo>
                <a:lnTo>
                  <a:pt x="2251" y="878"/>
                </a:lnTo>
                <a:lnTo>
                  <a:pt x="2252" y="880"/>
                </a:lnTo>
                <a:lnTo>
                  <a:pt x="2251" y="880"/>
                </a:lnTo>
                <a:lnTo>
                  <a:pt x="2252" y="881"/>
                </a:lnTo>
                <a:lnTo>
                  <a:pt x="2251" y="881"/>
                </a:lnTo>
                <a:lnTo>
                  <a:pt x="2249" y="882"/>
                </a:lnTo>
                <a:lnTo>
                  <a:pt x="2248" y="883"/>
                </a:lnTo>
                <a:lnTo>
                  <a:pt x="2248" y="884"/>
                </a:lnTo>
                <a:lnTo>
                  <a:pt x="2247" y="886"/>
                </a:lnTo>
                <a:lnTo>
                  <a:pt x="2247" y="888"/>
                </a:lnTo>
                <a:lnTo>
                  <a:pt x="2248" y="892"/>
                </a:lnTo>
                <a:lnTo>
                  <a:pt x="2249" y="893"/>
                </a:lnTo>
                <a:lnTo>
                  <a:pt x="2250" y="894"/>
                </a:lnTo>
                <a:lnTo>
                  <a:pt x="2249" y="896"/>
                </a:lnTo>
                <a:lnTo>
                  <a:pt x="2252" y="897"/>
                </a:lnTo>
                <a:lnTo>
                  <a:pt x="2255" y="897"/>
                </a:lnTo>
                <a:lnTo>
                  <a:pt x="2255" y="898"/>
                </a:lnTo>
                <a:lnTo>
                  <a:pt x="2256" y="898"/>
                </a:lnTo>
                <a:lnTo>
                  <a:pt x="2256" y="899"/>
                </a:lnTo>
                <a:lnTo>
                  <a:pt x="2257" y="899"/>
                </a:lnTo>
                <a:lnTo>
                  <a:pt x="2257" y="900"/>
                </a:lnTo>
                <a:lnTo>
                  <a:pt x="2258" y="901"/>
                </a:lnTo>
                <a:lnTo>
                  <a:pt x="2258" y="902"/>
                </a:lnTo>
                <a:lnTo>
                  <a:pt x="2258" y="904"/>
                </a:lnTo>
                <a:lnTo>
                  <a:pt x="2257" y="904"/>
                </a:lnTo>
                <a:lnTo>
                  <a:pt x="2258" y="906"/>
                </a:lnTo>
                <a:lnTo>
                  <a:pt x="2259" y="906"/>
                </a:lnTo>
                <a:lnTo>
                  <a:pt x="2261" y="906"/>
                </a:lnTo>
                <a:lnTo>
                  <a:pt x="2262" y="906"/>
                </a:lnTo>
                <a:lnTo>
                  <a:pt x="2263" y="906"/>
                </a:lnTo>
                <a:lnTo>
                  <a:pt x="2264" y="911"/>
                </a:lnTo>
                <a:lnTo>
                  <a:pt x="2264" y="913"/>
                </a:lnTo>
                <a:lnTo>
                  <a:pt x="2264" y="923"/>
                </a:lnTo>
                <a:lnTo>
                  <a:pt x="2262" y="927"/>
                </a:lnTo>
                <a:lnTo>
                  <a:pt x="2261" y="927"/>
                </a:lnTo>
                <a:lnTo>
                  <a:pt x="2262" y="928"/>
                </a:lnTo>
                <a:lnTo>
                  <a:pt x="2264" y="930"/>
                </a:lnTo>
                <a:lnTo>
                  <a:pt x="2266" y="931"/>
                </a:lnTo>
                <a:lnTo>
                  <a:pt x="2268" y="931"/>
                </a:lnTo>
                <a:lnTo>
                  <a:pt x="2271" y="930"/>
                </a:lnTo>
                <a:lnTo>
                  <a:pt x="2281" y="930"/>
                </a:lnTo>
                <a:lnTo>
                  <a:pt x="2282" y="930"/>
                </a:lnTo>
                <a:lnTo>
                  <a:pt x="2283" y="929"/>
                </a:lnTo>
                <a:lnTo>
                  <a:pt x="2284" y="929"/>
                </a:lnTo>
                <a:lnTo>
                  <a:pt x="2286" y="929"/>
                </a:lnTo>
                <a:lnTo>
                  <a:pt x="2288" y="928"/>
                </a:lnTo>
                <a:lnTo>
                  <a:pt x="2290" y="927"/>
                </a:lnTo>
                <a:lnTo>
                  <a:pt x="2291" y="927"/>
                </a:lnTo>
                <a:lnTo>
                  <a:pt x="2295" y="926"/>
                </a:lnTo>
                <a:lnTo>
                  <a:pt x="2298" y="925"/>
                </a:lnTo>
                <a:lnTo>
                  <a:pt x="2300" y="924"/>
                </a:lnTo>
                <a:lnTo>
                  <a:pt x="2300" y="922"/>
                </a:lnTo>
                <a:lnTo>
                  <a:pt x="2301" y="922"/>
                </a:lnTo>
                <a:lnTo>
                  <a:pt x="2301" y="921"/>
                </a:lnTo>
                <a:lnTo>
                  <a:pt x="2303" y="920"/>
                </a:lnTo>
                <a:lnTo>
                  <a:pt x="2304" y="918"/>
                </a:lnTo>
                <a:lnTo>
                  <a:pt x="2305" y="918"/>
                </a:lnTo>
                <a:lnTo>
                  <a:pt x="2306" y="917"/>
                </a:lnTo>
                <a:lnTo>
                  <a:pt x="2307" y="916"/>
                </a:lnTo>
                <a:lnTo>
                  <a:pt x="2314" y="914"/>
                </a:lnTo>
                <a:lnTo>
                  <a:pt x="2315" y="914"/>
                </a:lnTo>
                <a:lnTo>
                  <a:pt x="2316" y="913"/>
                </a:lnTo>
                <a:lnTo>
                  <a:pt x="2318" y="912"/>
                </a:lnTo>
                <a:lnTo>
                  <a:pt x="2319" y="911"/>
                </a:lnTo>
                <a:lnTo>
                  <a:pt x="2320" y="911"/>
                </a:lnTo>
                <a:lnTo>
                  <a:pt x="2320" y="910"/>
                </a:lnTo>
                <a:lnTo>
                  <a:pt x="2321" y="910"/>
                </a:lnTo>
                <a:lnTo>
                  <a:pt x="2322" y="909"/>
                </a:lnTo>
                <a:lnTo>
                  <a:pt x="2323" y="909"/>
                </a:lnTo>
                <a:lnTo>
                  <a:pt x="2324" y="908"/>
                </a:lnTo>
                <a:lnTo>
                  <a:pt x="2325" y="908"/>
                </a:lnTo>
                <a:lnTo>
                  <a:pt x="2326" y="906"/>
                </a:lnTo>
                <a:lnTo>
                  <a:pt x="2328" y="906"/>
                </a:lnTo>
                <a:lnTo>
                  <a:pt x="2330" y="904"/>
                </a:lnTo>
                <a:lnTo>
                  <a:pt x="2331" y="904"/>
                </a:lnTo>
                <a:lnTo>
                  <a:pt x="2332" y="903"/>
                </a:lnTo>
                <a:lnTo>
                  <a:pt x="2334" y="903"/>
                </a:lnTo>
                <a:lnTo>
                  <a:pt x="2335" y="903"/>
                </a:lnTo>
                <a:lnTo>
                  <a:pt x="2336" y="903"/>
                </a:lnTo>
                <a:lnTo>
                  <a:pt x="2337" y="903"/>
                </a:lnTo>
                <a:lnTo>
                  <a:pt x="2338" y="902"/>
                </a:lnTo>
                <a:lnTo>
                  <a:pt x="2339" y="902"/>
                </a:lnTo>
                <a:lnTo>
                  <a:pt x="2340" y="903"/>
                </a:lnTo>
                <a:lnTo>
                  <a:pt x="2339" y="903"/>
                </a:lnTo>
                <a:lnTo>
                  <a:pt x="2340" y="903"/>
                </a:lnTo>
                <a:lnTo>
                  <a:pt x="2340" y="904"/>
                </a:lnTo>
                <a:lnTo>
                  <a:pt x="2340" y="905"/>
                </a:lnTo>
                <a:lnTo>
                  <a:pt x="2339" y="906"/>
                </a:lnTo>
                <a:lnTo>
                  <a:pt x="2339" y="907"/>
                </a:lnTo>
                <a:lnTo>
                  <a:pt x="2340" y="907"/>
                </a:lnTo>
                <a:lnTo>
                  <a:pt x="2339" y="908"/>
                </a:lnTo>
                <a:lnTo>
                  <a:pt x="2340" y="911"/>
                </a:lnTo>
                <a:lnTo>
                  <a:pt x="2340" y="912"/>
                </a:lnTo>
                <a:lnTo>
                  <a:pt x="2340" y="913"/>
                </a:lnTo>
                <a:lnTo>
                  <a:pt x="2339" y="913"/>
                </a:lnTo>
                <a:lnTo>
                  <a:pt x="2338" y="913"/>
                </a:lnTo>
                <a:lnTo>
                  <a:pt x="2338" y="914"/>
                </a:lnTo>
                <a:lnTo>
                  <a:pt x="2339" y="917"/>
                </a:lnTo>
                <a:lnTo>
                  <a:pt x="2339" y="918"/>
                </a:lnTo>
                <a:lnTo>
                  <a:pt x="2341" y="918"/>
                </a:lnTo>
                <a:lnTo>
                  <a:pt x="2343" y="919"/>
                </a:lnTo>
                <a:lnTo>
                  <a:pt x="2344" y="919"/>
                </a:lnTo>
                <a:lnTo>
                  <a:pt x="2345" y="919"/>
                </a:lnTo>
                <a:lnTo>
                  <a:pt x="2346" y="920"/>
                </a:lnTo>
                <a:lnTo>
                  <a:pt x="2347" y="921"/>
                </a:lnTo>
                <a:lnTo>
                  <a:pt x="2349" y="924"/>
                </a:lnTo>
                <a:lnTo>
                  <a:pt x="2352" y="929"/>
                </a:lnTo>
                <a:lnTo>
                  <a:pt x="2353" y="933"/>
                </a:lnTo>
                <a:lnTo>
                  <a:pt x="2354" y="933"/>
                </a:lnTo>
                <a:lnTo>
                  <a:pt x="2354" y="934"/>
                </a:lnTo>
                <a:lnTo>
                  <a:pt x="2355" y="935"/>
                </a:lnTo>
                <a:lnTo>
                  <a:pt x="2356" y="935"/>
                </a:lnTo>
                <a:lnTo>
                  <a:pt x="2356" y="936"/>
                </a:lnTo>
                <a:lnTo>
                  <a:pt x="2357" y="936"/>
                </a:lnTo>
                <a:lnTo>
                  <a:pt x="2362" y="938"/>
                </a:lnTo>
                <a:lnTo>
                  <a:pt x="2363" y="938"/>
                </a:lnTo>
                <a:lnTo>
                  <a:pt x="2362" y="938"/>
                </a:lnTo>
                <a:lnTo>
                  <a:pt x="2362" y="939"/>
                </a:lnTo>
                <a:lnTo>
                  <a:pt x="2362" y="938"/>
                </a:lnTo>
                <a:lnTo>
                  <a:pt x="2362" y="939"/>
                </a:lnTo>
                <a:lnTo>
                  <a:pt x="2362" y="940"/>
                </a:lnTo>
                <a:lnTo>
                  <a:pt x="2361" y="941"/>
                </a:lnTo>
                <a:lnTo>
                  <a:pt x="2360" y="941"/>
                </a:lnTo>
                <a:lnTo>
                  <a:pt x="2360" y="942"/>
                </a:lnTo>
                <a:lnTo>
                  <a:pt x="2360" y="943"/>
                </a:lnTo>
                <a:lnTo>
                  <a:pt x="2359" y="943"/>
                </a:lnTo>
                <a:lnTo>
                  <a:pt x="2359" y="944"/>
                </a:lnTo>
                <a:lnTo>
                  <a:pt x="2359" y="945"/>
                </a:lnTo>
                <a:lnTo>
                  <a:pt x="2359" y="946"/>
                </a:lnTo>
                <a:lnTo>
                  <a:pt x="2358" y="946"/>
                </a:lnTo>
                <a:lnTo>
                  <a:pt x="2358" y="945"/>
                </a:lnTo>
                <a:lnTo>
                  <a:pt x="2358" y="946"/>
                </a:lnTo>
                <a:lnTo>
                  <a:pt x="2357" y="946"/>
                </a:lnTo>
                <a:lnTo>
                  <a:pt x="2357" y="947"/>
                </a:lnTo>
                <a:lnTo>
                  <a:pt x="2357" y="948"/>
                </a:lnTo>
                <a:lnTo>
                  <a:pt x="2357" y="949"/>
                </a:lnTo>
                <a:lnTo>
                  <a:pt x="2356" y="949"/>
                </a:lnTo>
                <a:lnTo>
                  <a:pt x="2357" y="950"/>
                </a:lnTo>
                <a:lnTo>
                  <a:pt x="2357" y="951"/>
                </a:lnTo>
                <a:lnTo>
                  <a:pt x="2357" y="952"/>
                </a:lnTo>
                <a:lnTo>
                  <a:pt x="2358" y="952"/>
                </a:lnTo>
                <a:lnTo>
                  <a:pt x="2359" y="952"/>
                </a:lnTo>
                <a:lnTo>
                  <a:pt x="2360" y="953"/>
                </a:lnTo>
                <a:lnTo>
                  <a:pt x="2361" y="954"/>
                </a:lnTo>
                <a:lnTo>
                  <a:pt x="2361" y="955"/>
                </a:lnTo>
                <a:lnTo>
                  <a:pt x="2362" y="956"/>
                </a:lnTo>
                <a:lnTo>
                  <a:pt x="2363" y="956"/>
                </a:lnTo>
                <a:lnTo>
                  <a:pt x="2363" y="957"/>
                </a:lnTo>
                <a:lnTo>
                  <a:pt x="2362" y="957"/>
                </a:lnTo>
                <a:lnTo>
                  <a:pt x="2362" y="958"/>
                </a:lnTo>
                <a:lnTo>
                  <a:pt x="2362" y="959"/>
                </a:lnTo>
                <a:lnTo>
                  <a:pt x="2362" y="960"/>
                </a:lnTo>
                <a:lnTo>
                  <a:pt x="2363" y="960"/>
                </a:lnTo>
                <a:lnTo>
                  <a:pt x="2364" y="960"/>
                </a:lnTo>
                <a:lnTo>
                  <a:pt x="2364" y="961"/>
                </a:lnTo>
                <a:lnTo>
                  <a:pt x="2365" y="961"/>
                </a:lnTo>
                <a:lnTo>
                  <a:pt x="2365" y="962"/>
                </a:lnTo>
                <a:lnTo>
                  <a:pt x="2366" y="963"/>
                </a:lnTo>
                <a:lnTo>
                  <a:pt x="2367" y="964"/>
                </a:lnTo>
                <a:lnTo>
                  <a:pt x="2367" y="965"/>
                </a:lnTo>
                <a:lnTo>
                  <a:pt x="2367" y="966"/>
                </a:lnTo>
                <a:lnTo>
                  <a:pt x="2367" y="967"/>
                </a:lnTo>
                <a:lnTo>
                  <a:pt x="2368" y="967"/>
                </a:lnTo>
                <a:lnTo>
                  <a:pt x="2369" y="967"/>
                </a:lnTo>
                <a:lnTo>
                  <a:pt x="2369" y="968"/>
                </a:lnTo>
                <a:lnTo>
                  <a:pt x="2370" y="969"/>
                </a:lnTo>
                <a:lnTo>
                  <a:pt x="2370" y="970"/>
                </a:lnTo>
                <a:lnTo>
                  <a:pt x="2370" y="971"/>
                </a:lnTo>
                <a:lnTo>
                  <a:pt x="2369" y="971"/>
                </a:lnTo>
                <a:lnTo>
                  <a:pt x="2369" y="973"/>
                </a:lnTo>
                <a:lnTo>
                  <a:pt x="2370" y="973"/>
                </a:lnTo>
                <a:lnTo>
                  <a:pt x="2370" y="974"/>
                </a:lnTo>
                <a:lnTo>
                  <a:pt x="2371" y="975"/>
                </a:lnTo>
                <a:lnTo>
                  <a:pt x="2371" y="976"/>
                </a:lnTo>
                <a:lnTo>
                  <a:pt x="2372" y="976"/>
                </a:lnTo>
                <a:lnTo>
                  <a:pt x="2372" y="977"/>
                </a:lnTo>
                <a:lnTo>
                  <a:pt x="2372" y="978"/>
                </a:lnTo>
                <a:lnTo>
                  <a:pt x="2371" y="979"/>
                </a:lnTo>
                <a:lnTo>
                  <a:pt x="2371" y="980"/>
                </a:lnTo>
                <a:lnTo>
                  <a:pt x="2371" y="981"/>
                </a:lnTo>
                <a:lnTo>
                  <a:pt x="2371" y="982"/>
                </a:lnTo>
                <a:lnTo>
                  <a:pt x="2372" y="982"/>
                </a:lnTo>
                <a:lnTo>
                  <a:pt x="2374" y="984"/>
                </a:lnTo>
                <a:lnTo>
                  <a:pt x="2374" y="985"/>
                </a:lnTo>
                <a:lnTo>
                  <a:pt x="2375" y="985"/>
                </a:lnTo>
                <a:lnTo>
                  <a:pt x="2375" y="986"/>
                </a:lnTo>
                <a:lnTo>
                  <a:pt x="2375" y="987"/>
                </a:lnTo>
                <a:lnTo>
                  <a:pt x="2374" y="987"/>
                </a:lnTo>
                <a:lnTo>
                  <a:pt x="2375" y="988"/>
                </a:lnTo>
                <a:lnTo>
                  <a:pt x="2375" y="989"/>
                </a:lnTo>
                <a:lnTo>
                  <a:pt x="2375" y="990"/>
                </a:lnTo>
                <a:lnTo>
                  <a:pt x="2376" y="990"/>
                </a:lnTo>
                <a:lnTo>
                  <a:pt x="2376" y="991"/>
                </a:lnTo>
                <a:lnTo>
                  <a:pt x="2376" y="992"/>
                </a:lnTo>
                <a:lnTo>
                  <a:pt x="2375" y="992"/>
                </a:lnTo>
                <a:lnTo>
                  <a:pt x="2375" y="993"/>
                </a:lnTo>
                <a:lnTo>
                  <a:pt x="2374" y="993"/>
                </a:lnTo>
                <a:lnTo>
                  <a:pt x="2373" y="993"/>
                </a:lnTo>
                <a:lnTo>
                  <a:pt x="2373" y="994"/>
                </a:lnTo>
                <a:lnTo>
                  <a:pt x="2374" y="995"/>
                </a:lnTo>
                <a:lnTo>
                  <a:pt x="2374" y="996"/>
                </a:lnTo>
                <a:lnTo>
                  <a:pt x="2373" y="996"/>
                </a:lnTo>
                <a:lnTo>
                  <a:pt x="2372" y="996"/>
                </a:lnTo>
                <a:lnTo>
                  <a:pt x="2372" y="997"/>
                </a:lnTo>
                <a:lnTo>
                  <a:pt x="2371" y="997"/>
                </a:lnTo>
                <a:lnTo>
                  <a:pt x="2370" y="997"/>
                </a:lnTo>
                <a:lnTo>
                  <a:pt x="2369" y="997"/>
                </a:lnTo>
                <a:lnTo>
                  <a:pt x="2367" y="996"/>
                </a:lnTo>
                <a:lnTo>
                  <a:pt x="2366" y="996"/>
                </a:lnTo>
                <a:lnTo>
                  <a:pt x="2366" y="995"/>
                </a:lnTo>
                <a:lnTo>
                  <a:pt x="2366" y="994"/>
                </a:lnTo>
                <a:lnTo>
                  <a:pt x="2366" y="995"/>
                </a:lnTo>
                <a:lnTo>
                  <a:pt x="2366" y="996"/>
                </a:lnTo>
                <a:lnTo>
                  <a:pt x="2365" y="996"/>
                </a:lnTo>
                <a:lnTo>
                  <a:pt x="2366" y="996"/>
                </a:lnTo>
                <a:lnTo>
                  <a:pt x="2367" y="998"/>
                </a:lnTo>
                <a:lnTo>
                  <a:pt x="2368" y="998"/>
                </a:lnTo>
                <a:lnTo>
                  <a:pt x="2369" y="999"/>
                </a:lnTo>
                <a:lnTo>
                  <a:pt x="2369" y="1000"/>
                </a:lnTo>
                <a:lnTo>
                  <a:pt x="2369" y="1001"/>
                </a:lnTo>
                <a:lnTo>
                  <a:pt x="2368" y="1001"/>
                </a:lnTo>
                <a:lnTo>
                  <a:pt x="2367" y="1001"/>
                </a:lnTo>
                <a:lnTo>
                  <a:pt x="2366" y="1001"/>
                </a:lnTo>
                <a:lnTo>
                  <a:pt x="2366" y="1000"/>
                </a:lnTo>
                <a:lnTo>
                  <a:pt x="2365" y="1000"/>
                </a:lnTo>
                <a:lnTo>
                  <a:pt x="2364" y="1000"/>
                </a:lnTo>
                <a:lnTo>
                  <a:pt x="2363" y="1000"/>
                </a:lnTo>
                <a:lnTo>
                  <a:pt x="2362" y="999"/>
                </a:lnTo>
                <a:lnTo>
                  <a:pt x="2361" y="999"/>
                </a:lnTo>
                <a:lnTo>
                  <a:pt x="2360" y="999"/>
                </a:lnTo>
                <a:lnTo>
                  <a:pt x="2359" y="999"/>
                </a:lnTo>
                <a:lnTo>
                  <a:pt x="2358" y="999"/>
                </a:lnTo>
                <a:lnTo>
                  <a:pt x="2357" y="1000"/>
                </a:lnTo>
                <a:lnTo>
                  <a:pt x="2356" y="1000"/>
                </a:lnTo>
                <a:lnTo>
                  <a:pt x="2355" y="1000"/>
                </a:lnTo>
                <a:lnTo>
                  <a:pt x="2355" y="1001"/>
                </a:lnTo>
                <a:lnTo>
                  <a:pt x="2355" y="1002"/>
                </a:lnTo>
                <a:lnTo>
                  <a:pt x="2356" y="1003"/>
                </a:lnTo>
                <a:lnTo>
                  <a:pt x="2357" y="1003"/>
                </a:lnTo>
                <a:lnTo>
                  <a:pt x="2357" y="1004"/>
                </a:lnTo>
                <a:lnTo>
                  <a:pt x="2357" y="1005"/>
                </a:lnTo>
                <a:lnTo>
                  <a:pt x="2357" y="1006"/>
                </a:lnTo>
                <a:lnTo>
                  <a:pt x="2356" y="1007"/>
                </a:lnTo>
                <a:lnTo>
                  <a:pt x="2357" y="1007"/>
                </a:lnTo>
                <a:lnTo>
                  <a:pt x="2358" y="1008"/>
                </a:lnTo>
                <a:lnTo>
                  <a:pt x="2360" y="1007"/>
                </a:lnTo>
                <a:lnTo>
                  <a:pt x="2361" y="1008"/>
                </a:lnTo>
                <a:lnTo>
                  <a:pt x="2362" y="1008"/>
                </a:lnTo>
                <a:lnTo>
                  <a:pt x="2362" y="1009"/>
                </a:lnTo>
                <a:lnTo>
                  <a:pt x="2362" y="1010"/>
                </a:lnTo>
                <a:lnTo>
                  <a:pt x="2363" y="1010"/>
                </a:lnTo>
                <a:lnTo>
                  <a:pt x="2363" y="1011"/>
                </a:lnTo>
                <a:lnTo>
                  <a:pt x="2363" y="1012"/>
                </a:lnTo>
                <a:lnTo>
                  <a:pt x="2364" y="1013"/>
                </a:lnTo>
                <a:lnTo>
                  <a:pt x="2365" y="1013"/>
                </a:lnTo>
                <a:lnTo>
                  <a:pt x="2365" y="1015"/>
                </a:lnTo>
                <a:lnTo>
                  <a:pt x="2367" y="1014"/>
                </a:lnTo>
                <a:lnTo>
                  <a:pt x="2367" y="1013"/>
                </a:lnTo>
                <a:lnTo>
                  <a:pt x="2367" y="1012"/>
                </a:lnTo>
                <a:lnTo>
                  <a:pt x="2371" y="1011"/>
                </a:lnTo>
                <a:lnTo>
                  <a:pt x="2372" y="1012"/>
                </a:lnTo>
                <a:lnTo>
                  <a:pt x="2372" y="1013"/>
                </a:lnTo>
                <a:lnTo>
                  <a:pt x="2373" y="1014"/>
                </a:lnTo>
                <a:lnTo>
                  <a:pt x="2374" y="1015"/>
                </a:lnTo>
                <a:lnTo>
                  <a:pt x="2374" y="1016"/>
                </a:lnTo>
                <a:lnTo>
                  <a:pt x="2375" y="1016"/>
                </a:lnTo>
                <a:lnTo>
                  <a:pt x="2376" y="1015"/>
                </a:lnTo>
                <a:lnTo>
                  <a:pt x="2377" y="1015"/>
                </a:lnTo>
                <a:lnTo>
                  <a:pt x="2377" y="1014"/>
                </a:lnTo>
                <a:lnTo>
                  <a:pt x="2377" y="1015"/>
                </a:lnTo>
                <a:lnTo>
                  <a:pt x="2378" y="1015"/>
                </a:lnTo>
                <a:lnTo>
                  <a:pt x="2378" y="1016"/>
                </a:lnTo>
                <a:lnTo>
                  <a:pt x="2379" y="1016"/>
                </a:lnTo>
                <a:lnTo>
                  <a:pt x="2379" y="1017"/>
                </a:lnTo>
                <a:lnTo>
                  <a:pt x="2380" y="1018"/>
                </a:lnTo>
                <a:lnTo>
                  <a:pt x="2380" y="1019"/>
                </a:lnTo>
                <a:lnTo>
                  <a:pt x="2381" y="1019"/>
                </a:lnTo>
                <a:lnTo>
                  <a:pt x="2382" y="1019"/>
                </a:lnTo>
                <a:lnTo>
                  <a:pt x="2383" y="1019"/>
                </a:lnTo>
                <a:lnTo>
                  <a:pt x="2384" y="1019"/>
                </a:lnTo>
                <a:lnTo>
                  <a:pt x="2386" y="1019"/>
                </a:lnTo>
                <a:lnTo>
                  <a:pt x="2388" y="1019"/>
                </a:lnTo>
                <a:lnTo>
                  <a:pt x="2390" y="1019"/>
                </a:lnTo>
                <a:lnTo>
                  <a:pt x="2391" y="1019"/>
                </a:lnTo>
                <a:lnTo>
                  <a:pt x="2391" y="1020"/>
                </a:lnTo>
                <a:lnTo>
                  <a:pt x="2391" y="1021"/>
                </a:lnTo>
                <a:lnTo>
                  <a:pt x="2392" y="1022"/>
                </a:lnTo>
                <a:lnTo>
                  <a:pt x="2392" y="1023"/>
                </a:lnTo>
                <a:lnTo>
                  <a:pt x="2391" y="1023"/>
                </a:lnTo>
                <a:lnTo>
                  <a:pt x="2391" y="1024"/>
                </a:lnTo>
                <a:lnTo>
                  <a:pt x="2392" y="1024"/>
                </a:lnTo>
                <a:lnTo>
                  <a:pt x="2392" y="1025"/>
                </a:lnTo>
                <a:lnTo>
                  <a:pt x="2391" y="1025"/>
                </a:lnTo>
                <a:lnTo>
                  <a:pt x="2391" y="1026"/>
                </a:lnTo>
                <a:lnTo>
                  <a:pt x="2390" y="1027"/>
                </a:lnTo>
                <a:lnTo>
                  <a:pt x="2390" y="1028"/>
                </a:lnTo>
                <a:lnTo>
                  <a:pt x="2391" y="1028"/>
                </a:lnTo>
                <a:lnTo>
                  <a:pt x="2391" y="1029"/>
                </a:lnTo>
                <a:lnTo>
                  <a:pt x="2390" y="1029"/>
                </a:lnTo>
                <a:lnTo>
                  <a:pt x="2389" y="1029"/>
                </a:lnTo>
                <a:lnTo>
                  <a:pt x="2388" y="1029"/>
                </a:lnTo>
                <a:lnTo>
                  <a:pt x="2387" y="1030"/>
                </a:lnTo>
                <a:lnTo>
                  <a:pt x="2387" y="1031"/>
                </a:lnTo>
                <a:lnTo>
                  <a:pt x="2388" y="1031"/>
                </a:lnTo>
                <a:lnTo>
                  <a:pt x="2388" y="1032"/>
                </a:lnTo>
                <a:lnTo>
                  <a:pt x="2388" y="1033"/>
                </a:lnTo>
                <a:lnTo>
                  <a:pt x="2388" y="1034"/>
                </a:lnTo>
                <a:lnTo>
                  <a:pt x="2389" y="1034"/>
                </a:lnTo>
                <a:lnTo>
                  <a:pt x="2388" y="1034"/>
                </a:lnTo>
                <a:lnTo>
                  <a:pt x="2387" y="1034"/>
                </a:lnTo>
                <a:lnTo>
                  <a:pt x="2386" y="1035"/>
                </a:lnTo>
                <a:lnTo>
                  <a:pt x="2386" y="1036"/>
                </a:lnTo>
                <a:lnTo>
                  <a:pt x="2387" y="1037"/>
                </a:lnTo>
                <a:lnTo>
                  <a:pt x="2388" y="1037"/>
                </a:lnTo>
                <a:lnTo>
                  <a:pt x="2388" y="1038"/>
                </a:lnTo>
                <a:lnTo>
                  <a:pt x="2388" y="1039"/>
                </a:lnTo>
                <a:lnTo>
                  <a:pt x="2387" y="1039"/>
                </a:lnTo>
                <a:lnTo>
                  <a:pt x="2386" y="1039"/>
                </a:lnTo>
                <a:lnTo>
                  <a:pt x="2386" y="1040"/>
                </a:lnTo>
                <a:lnTo>
                  <a:pt x="2387" y="1041"/>
                </a:lnTo>
                <a:lnTo>
                  <a:pt x="2386" y="1041"/>
                </a:lnTo>
                <a:lnTo>
                  <a:pt x="2386" y="1042"/>
                </a:lnTo>
                <a:lnTo>
                  <a:pt x="2385" y="1042"/>
                </a:lnTo>
                <a:lnTo>
                  <a:pt x="2385" y="1043"/>
                </a:lnTo>
                <a:lnTo>
                  <a:pt x="2385" y="1044"/>
                </a:lnTo>
                <a:lnTo>
                  <a:pt x="2384" y="1045"/>
                </a:lnTo>
                <a:lnTo>
                  <a:pt x="2384" y="1046"/>
                </a:lnTo>
                <a:lnTo>
                  <a:pt x="2384" y="1048"/>
                </a:lnTo>
                <a:lnTo>
                  <a:pt x="2384" y="1049"/>
                </a:lnTo>
                <a:lnTo>
                  <a:pt x="2383" y="1049"/>
                </a:lnTo>
                <a:lnTo>
                  <a:pt x="2382" y="1050"/>
                </a:lnTo>
                <a:lnTo>
                  <a:pt x="2382" y="1051"/>
                </a:lnTo>
                <a:lnTo>
                  <a:pt x="2383" y="1052"/>
                </a:lnTo>
                <a:lnTo>
                  <a:pt x="2382" y="1052"/>
                </a:lnTo>
                <a:lnTo>
                  <a:pt x="2381" y="1053"/>
                </a:lnTo>
                <a:lnTo>
                  <a:pt x="2380" y="1053"/>
                </a:lnTo>
                <a:lnTo>
                  <a:pt x="2380" y="1055"/>
                </a:lnTo>
                <a:lnTo>
                  <a:pt x="2380" y="1056"/>
                </a:lnTo>
                <a:lnTo>
                  <a:pt x="2379" y="1056"/>
                </a:lnTo>
                <a:lnTo>
                  <a:pt x="2378" y="1056"/>
                </a:lnTo>
                <a:lnTo>
                  <a:pt x="2377" y="1056"/>
                </a:lnTo>
                <a:lnTo>
                  <a:pt x="2376" y="1056"/>
                </a:lnTo>
                <a:lnTo>
                  <a:pt x="2375" y="1056"/>
                </a:lnTo>
                <a:lnTo>
                  <a:pt x="2375" y="1055"/>
                </a:lnTo>
                <a:lnTo>
                  <a:pt x="2374" y="1055"/>
                </a:lnTo>
                <a:lnTo>
                  <a:pt x="2374" y="1054"/>
                </a:lnTo>
                <a:lnTo>
                  <a:pt x="2373" y="1055"/>
                </a:lnTo>
                <a:lnTo>
                  <a:pt x="2373" y="1054"/>
                </a:lnTo>
                <a:lnTo>
                  <a:pt x="2372" y="1054"/>
                </a:lnTo>
                <a:lnTo>
                  <a:pt x="2372" y="1053"/>
                </a:lnTo>
                <a:lnTo>
                  <a:pt x="2371" y="1053"/>
                </a:lnTo>
                <a:lnTo>
                  <a:pt x="2370" y="1053"/>
                </a:lnTo>
                <a:lnTo>
                  <a:pt x="2369" y="1053"/>
                </a:lnTo>
                <a:lnTo>
                  <a:pt x="2368" y="1053"/>
                </a:lnTo>
                <a:lnTo>
                  <a:pt x="2367" y="1054"/>
                </a:lnTo>
                <a:lnTo>
                  <a:pt x="2366" y="1054"/>
                </a:lnTo>
                <a:lnTo>
                  <a:pt x="2365" y="1054"/>
                </a:lnTo>
                <a:lnTo>
                  <a:pt x="2364" y="1054"/>
                </a:lnTo>
                <a:lnTo>
                  <a:pt x="2364" y="1055"/>
                </a:lnTo>
                <a:lnTo>
                  <a:pt x="2363" y="1055"/>
                </a:lnTo>
                <a:lnTo>
                  <a:pt x="2362" y="1055"/>
                </a:lnTo>
                <a:lnTo>
                  <a:pt x="2361" y="1056"/>
                </a:lnTo>
                <a:lnTo>
                  <a:pt x="2359" y="1056"/>
                </a:lnTo>
                <a:lnTo>
                  <a:pt x="2358" y="1056"/>
                </a:lnTo>
                <a:lnTo>
                  <a:pt x="2357" y="1056"/>
                </a:lnTo>
                <a:lnTo>
                  <a:pt x="2357" y="1057"/>
                </a:lnTo>
                <a:lnTo>
                  <a:pt x="2356" y="1057"/>
                </a:lnTo>
                <a:lnTo>
                  <a:pt x="2354" y="1057"/>
                </a:lnTo>
                <a:lnTo>
                  <a:pt x="2353" y="1057"/>
                </a:lnTo>
                <a:lnTo>
                  <a:pt x="2352" y="1057"/>
                </a:lnTo>
                <a:lnTo>
                  <a:pt x="2351" y="1058"/>
                </a:lnTo>
                <a:lnTo>
                  <a:pt x="2350" y="1058"/>
                </a:lnTo>
                <a:lnTo>
                  <a:pt x="2350" y="1059"/>
                </a:lnTo>
                <a:lnTo>
                  <a:pt x="2349" y="1060"/>
                </a:lnTo>
                <a:lnTo>
                  <a:pt x="2348" y="1060"/>
                </a:lnTo>
                <a:lnTo>
                  <a:pt x="2349" y="1060"/>
                </a:lnTo>
                <a:lnTo>
                  <a:pt x="2348" y="1061"/>
                </a:lnTo>
                <a:lnTo>
                  <a:pt x="2347" y="1062"/>
                </a:lnTo>
                <a:lnTo>
                  <a:pt x="2346" y="1062"/>
                </a:lnTo>
                <a:lnTo>
                  <a:pt x="2346" y="1063"/>
                </a:lnTo>
                <a:lnTo>
                  <a:pt x="2344" y="1064"/>
                </a:lnTo>
                <a:lnTo>
                  <a:pt x="2344" y="1065"/>
                </a:lnTo>
                <a:lnTo>
                  <a:pt x="2344" y="1066"/>
                </a:lnTo>
                <a:lnTo>
                  <a:pt x="2344" y="1067"/>
                </a:lnTo>
                <a:lnTo>
                  <a:pt x="2344" y="1068"/>
                </a:lnTo>
                <a:lnTo>
                  <a:pt x="2344" y="1069"/>
                </a:lnTo>
                <a:lnTo>
                  <a:pt x="2344" y="1070"/>
                </a:lnTo>
                <a:lnTo>
                  <a:pt x="2343" y="1070"/>
                </a:lnTo>
                <a:lnTo>
                  <a:pt x="2343" y="1071"/>
                </a:lnTo>
                <a:lnTo>
                  <a:pt x="2343" y="1072"/>
                </a:lnTo>
                <a:lnTo>
                  <a:pt x="2344" y="1073"/>
                </a:lnTo>
                <a:lnTo>
                  <a:pt x="2344" y="1072"/>
                </a:lnTo>
                <a:lnTo>
                  <a:pt x="2345" y="1072"/>
                </a:lnTo>
                <a:lnTo>
                  <a:pt x="2346" y="1073"/>
                </a:lnTo>
                <a:lnTo>
                  <a:pt x="2347" y="1074"/>
                </a:lnTo>
                <a:lnTo>
                  <a:pt x="2348" y="1074"/>
                </a:lnTo>
                <a:lnTo>
                  <a:pt x="2348" y="1075"/>
                </a:lnTo>
                <a:lnTo>
                  <a:pt x="2347" y="1075"/>
                </a:lnTo>
                <a:lnTo>
                  <a:pt x="2346" y="1075"/>
                </a:lnTo>
                <a:lnTo>
                  <a:pt x="2345" y="1075"/>
                </a:lnTo>
                <a:lnTo>
                  <a:pt x="2344" y="1075"/>
                </a:lnTo>
                <a:lnTo>
                  <a:pt x="2343" y="1076"/>
                </a:lnTo>
                <a:lnTo>
                  <a:pt x="2342" y="1076"/>
                </a:lnTo>
                <a:lnTo>
                  <a:pt x="2341" y="1077"/>
                </a:lnTo>
                <a:lnTo>
                  <a:pt x="2340" y="1077"/>
                </a:lnTo>
                <a:lnTo>
                  <a:pt x="2339" y="1077"/>
                </a:lnTo>
                <a:lnTo>
                  <a:pt x="2338" y="1077"/>
                </a:lnTo>
                <a:lnTo>
                  <a:pt x="2337" y="1078"/>
                </a:lnTo>
                <a:lnTo>
                  <a:pt x="2336" y="1078"/>
                </a:lnTo>
                <a:lnTo>
                  <a:pt x="2335" y="1079"/>
                </a:lnTo>
                <a:lnTo>
                  <a:pt x="2334" y="1079"/>
                </a:lnTo>
                <a:lnTo>
                  <a:pt x="2333" y="1080"/>
                </a:lnTo>
                <a:lnTo>
                  <a:pt x="2333" y="1081"/>
                </a:lnTo>
                <a:lnTo>
                  <a:pt x="2332" y="1080"/>
                </a:lnTo>
                <a:lnTo>
                  <a:pt x="2331" y="1081"/>
                </a:lnTo>
                <a:lnTo>
                  <a:pt x="2330" y="1080"/>
                </a:lnTo>
                <a:lnTo>
                  <a:pt x="2329" y="1080"/>
                </a:lnTo>
                <a:lnTo>
                  <a:pt x="2328" y="1080"/>
                </a:lnTo>
                <a:lnTo>
                  <a:pt x="2327" y="1080"/>
                </a:lnTo>
                <a:lnTo>
                  <a:pt x="2326" y="1080"/>
                </a:lnTo>
                <a:lnTo>
                  <a:pt x="2325" y="1080"/>
                </a:lnTo>
                <a:lnTo>
                  <a:pt x="2325" y="1081"/>
                </a:lnTo>
                <a:lnTo>
                  <a:pt x="2324" y="1082"/>
                </a:lnTo>
                <a:lnTo>
                  <a:pt x="2323" y="1082"/>
                </a:lnTo>
                <a:lnTo>
                  <a:pt x="2322" y="1081"/>
                </a:lnTo>
                <a:lnTo>
                  <a:pt x="2321" y="1081"/>
                </a:lnTo>
                <a:lnTo>
                  <a:pt x="2321" y="1080"/>
                </a:lnTo>
                <a:lnTo>
                  <a:pt x="2319" y="1080"/>
                </a:lnTo>
                <a:lnTo>
                  <a:pt x="2318" y="1080"/>
                </a:lnTo>
                <a:lnTo>
                  <a:pt x="2317" y="1080"/>
                </a:lnTo>
                <a:lnTo>
                  <a:pt x="2317" y="1081"/>
                </a:lnTo>
                <a:lnTo>
                  <a:pt x="2317" y="1082"/>
                </a:lnTo>
                <a:lnTo>
                  <a:pt x="2317" y="1083"/>
                </a:lnTo>
                <a:lnTo>
                  <a:pt x="2316" y="1083"/>
                </a:lnTo>
                <a:lnTo>
                  <a:pt x="2316" y="1084"/>
                </a:lnTo>
                <a:lnTo>
                  <a:pt x="2315" y="1085"/>
                </a:lnTo>
                <a:lnTo>
                  <a:pt x="2315" y="1086"/>
                </a:lnTo>
                <a:lnTo>
                  <a:pt x="2315" y="1087"/>
                </a:lnTo>
                <a:lnTo>
                  <a:pt x="2314" y="1087"/>
                </a:lnTo>
                <a:lnTo>
                  <a:pt x="2314" y="1086"/>
                </a:lnTo>
                <a:lnTo>
                  <a:pt x="2314" y="1085"/>
                </a:lnTo>
                <a:lnTo>
                  <a:pt x="2313" y="1086"/>
                </a:lnTo>
                <a:lnTo>
                  <a:pt x="2312" y="1085"/>
                </a:lnTo>
                <a:lnTo>
                  <a:pt x="2311" y="1084"/>
                </a:lnTo>
                <a:lnTo>
                  <a:pt x="2310" y="1083"/>
                </a:lnTo>
                <a:lnTo>
                  <a:pt x="2309" y="1084"/>
                </a:lnTo>
                <a:lnTo>
                  <a:pt x="2309" y="1083"/>
                </a:lnTo>
                <a:lnTo>
                  <a:pt x="2308" y="1082"/>
                </a:lnTo>
                <a:lnTo>
                  <a:pt x="2307" y="1081"/>
                </a:lnTo>
                <a:lnTo>
                  <a:pt x="2307" y="1082"/>
                </a:lnTo>
                <a:lnTo>
                  <a:pt x="2306" y="1081"/>
                </a:lnTo>
                <a:lnTo>
                  <a:pt x="2305" y="1081"/>
                </a:lnTo>
                <a:lnTo>
                  <a:pt x="2304" y="1080"/>
                </a:lnTo>
                <a:lnTo>
                  <a:pt x="2304" y="1079"/>
                </a:lnTo>
                <a:lnTo>
                  <a:pt x="2303" y="1079"/>
                </a:lnTo>
                <a:lnTo>
                  <a:pt x="2302" y="1079"/>
                </a:lnTo>
                <a:lnTo>
                  <a:pt x="2301" y="1079"/>
                </a:lnTo>
                <a:lnTo>
                  <a:pt x="2299" y="1079"/>
                </a:lnTo>
                <a:lnTo>
                  <a:pt x="2298" y="1079"/>
                </a:lnTo>
                <a:lnTo>
                  <a:pt x="2297" y="1079"/>
                </a:lnTo>
                <a:lnTo>
                  <a:pt x="2296" y="1079"/>
                </a:lnTo>
                <a:lnTo>
                  <a:pt x="2296" y="1080"/>
                </a:lnTo>
                <a:lnTo>
                  <a:pt x="2295" y="1080"/>
                </a:lnTo>
                <a:lnTo>
                  <a:pt x="2294" y="1080"/>
                </a:lnTo>
                <a:lnTo>
                  <a:pt x="2293" y="1080"/>
                </a:lnTo>
                <a:lnTo>
                  <a:pt x="2293" y="1079"/>
                </a:lnTo>
                <a:lnTo>
                  <a:pt x="2292" y="1079"/>
                </a:lnTo>
                <a:lnTo>
                  <a:pt x="2291" y="1079"/>
                </a:lnTo>
                <a:lnTo>
                  <a:pt x="2290" y="1079"/>
                </a:lnTo>
                <a:lnTo>
                  <a:pt x="2290" y="1078"/>
                </a:lnTo>
                <a:lnTo>
                  <a:pt x="2289" y="1077"/>
                </a:lnTo>
                <a:lnTo>
                  <a:pt x="2289" y="1076"/>
                </a:lnTo>
                <a:lnTo>
                  <a:pt x="2289" y="1075"/>
                </a:lnTo>
                <a:lnTo>
                  <a:pt x="2288" y="1075"/>
                </a:lnTo>
                <a:lnTo>
                  <a:pt x="2287" y="1074"/>
                </a:lnTo>
                <a:lnTo>
                  <a:pt x="2286" y="1074"/>
                </a:lnTo>
                <a:lnTo>
                  <a:pt x="2285" y="1074"/>
                </a:lnTo>
                <a:lnTo>
                  <a:pt x="2284" y="1074"/>
                </a:lnTo>
                <a:lnTo>
                  <a:pt x="2283" y="1074"/>
                </a:lnTo>
                <a:lnTo>
                  <a:pt x="2281" y="1074"/>
                </a:lnTo>
                <a:lnTo>
                  <a:pt x="2280" y="1074"/>
                </a:lnTo>
                <a:lnTo>
                  <a:pt x="2279" y="1073"/>
                </a:lnTo>
                <a:lnTo>
                  <a:pt x="2278" y="1073"/>
                </a:lnTo>
                <a:lnTo>
                  <a:pt x="2277" y="1073"/>
                </a:lnTo>
                <a:lnTo>
                  <a:pt x="2275" y="1073"/>
                </a:lnTo>
                <a:lnTo>
                  <a:pt x="2274" y="1073"/>
                </a:lnTo>
                <a:lnTo>
                  <a:pt x="2273" y="1073"/>
                </a:lnTo>
                <a:lnTo>
                  <a:pt x="2272" y="1074"/>
                </a:lnTo>
                <a:lnTo>
                  <a:pt x="2271" y="1074"/>
                </a:lnTo>
                <a:lnTo>
                  <a:pt x="2270" y="1074"/>
                </a:lnTo>
                <a:lnTo>
                  <a:pt x="2269" y="1074"/>
                </a:lnTo>
                <a:lnTo>
                  <a:pt x="2269" y="1075"/>
                </a:lnTo>
                <a:lnTo>
                  <a:pt x="2269" y="1076"/>
                </a:lnTo>
                <a:lnTo>
                  <a:pt x="2270" y="1076"/>
                </a:lnTo>
                <a:lnTo>
                  <a:pt x="2270" y="1077"/>
                </a:lnTo>
                <a:lnTo>
                  <a:pt x="2270" y="1078"/>
                </a:lnTo>
                <a:lnTo>
                  <a:pt x="2270" y="1079"/>
                </a:lnTo>
                <a:lnTo>
                  <a:pt x="2271" y="1080"/>
                </a:lnTo>
                <a:lnTo>
                  <a:pt x="2272" y="1080"/>
                </a:lnTo>
                <a:lnTo>
                  <a:pt x="2273" y="1080"/>
                </a:lnTo>
                <a:lnTo>
                  <a:pt x="2274" y="1080"/>
                </a:lnTo>
                <a:lnTo>
                  <a:pt x="2275" y="1080"/>
                </a:lnTo>
                <a:lnTo>
                  <a:pt x="2277" y="1080"/>
                </a:lnTo>
                <a:lnTo>
                  <a:pt x="2278" y="1080"/>
                </a:lnTo>
                <a:lnTo>
                  <a:pt x="2279" y="1080"/>
                </a:lnTo>
                <a:lnTo>
                  <a:pt x="2279" y="1081"/>
                </a:lnTo>
                <a:lnTo>
                  <a:pt x="2279" y="1082"/>
                </a:lnTo>
                <a:lnTo>
                  <a:pt x="2278" y="1082"/>
                </a:lnTo>
                <a:lnTo>
                  <a:pt x="2278" y="1083"/>
                </a:lnTo>
                <a:lnTo>
                  <a:pt x="2277" y="1083"/>
                </a:lnTo>
                <a:lnTo>
                  <a:pt x="2277" y="1084"/>
                </a:lnTo>
                <a:lnTo>
                  <a:pt x="2277" y="1085"/>
                </a:lnTo>
                <a:lnTo>
                  <a:pt x="2276" y="1085"/>
                </a:lnTo>
                <a:lnTo>
                  <a:pt x="2275" y="1085"/>
                </a:lnTo>
                <a:lnTo>
                  <a:pt x="2275" y="1086"/>
                </a:lnTo>
                <a:lnTo>
                  <a:pt x="2274" y="1086"/>
                </a:lnTo>
                <a:lnTo>
                  <a:pt x="2273" y="1086"/>
                </a:lnTo>
                <a:lnTo>
                  <a:pt x="2273" y="1087"/>
                </a:lnTo>
                <a:lnTo>
                  <a:pt x="2273" y="1088"/>
                </a:lnTo>
                <a:lnTo>
                  <a:pt x="2273" y="1089"/>
                </a:lnTo>
                <a:lnTo>
                  <a:pt x="2271" y="1089"/>
                </a:lnTo>
                <a:lnTo>
                  <a:pt x="2270" y="1089"/>
                </a:lnTo>
                <a:lnTo>
                  <a:pt x="2269" y="1090"/>
                </a:lnTo>
                <a:lnTo>
                  <a:pt x="2268" y="1090"/>
                </a:lnTo>
                <a:lnTo>
                  <a:pt x="2268" y="1091"/>
                </a:lnTo>
                <a:lnTo>
                  <a:pt x="2268" y="1090"/>
                </a:lnTo>
                <a:lnTo>
                  <a:pt x="2267" y="1089"/>
                </a:lnTo>
                <a:lnTo>
                  <a:pt x="2266" y="1089"/>
                </a:lnTo>
                <a:lnTo>
                  <a:pt x="2265" y="1089"/>
                </a:lnTo>
                <a:lnTo>
                  <a:pt x="2265" y="1088"/>
                </a:lnTo>
                <a:lnTo>
                  <a:pt x="2264" y="1088"/>
                </a:lnTo>
                <a:lnTo>
                  <a:pt x="2263" y="1088"/>
                </a:lnTo>
                <a:lnTo>
                  <a:pt x="2262" y="1088"/>
                </a:lnTo>
                <a:lnTo>
                  <a:pt x="2261" y="1088"/>
                </a:lnTo>
                <a:lnTo>
                  <a:pt x="2261" y="1087"/>
                </a:lnTo>
                <a:lnTo>
                  <a:pt x="2260" y="1087"/>
                </a:lnTo>
                <a:lnTo>
                  <a:pt x="2259" y="1086"/>
                </a:lnTo>
                <a:lnTo>
                  <a:pt x="2258" y="1085"/>
                </a:lnTo>
                <a:lnTo>
                  <a:pt x="2257" y="1085"/>
                </a:lnTo>
                <a:lnTo>
                  <a:pt x="2256" y="1085"/>
                </a:lnTo>
                <a:lnTo>
                  <a:pt x="2256" y="1084"/>
                </a:lnTo>
                <a:lnTo>
                  <a:pt x="2256" y="1085"/>
                </a:lnTo>
                <a:lnTo>
                  <a:pt x="2256" y="1086"/>
                </a:lnTo>
                <a:lnTo>
                  <a:pt x="2256" y="1087"/>
                </a:lnTo>
                <a:lnTo>
                  <a:pt x="2256" y="1088"/>
                </a:lnTo>
                <a:lnTo>
                  <a:pt x="2256" y="1089"/>
                </a:lnTo>
                <a:lnTo>
                  <a:pt x="2255" y="1090"/>
                </a:lnTo>
                <a:lnTo>
                  <a:pt x="2255" y="1089"/>
                </a:lnTo>
                <a:lnTo>
                  <a:pt x="2255" y="1088"/>
                </a:lnTo>
                <a:lnTo>
                  <a:pt x="2254" y="1088"/>
                </a:lnTo>
                <a:lnTo>
                  <a:pt x="2254" y="1089"/>
                </a:lnTo>
                <a:lnTo>
                  <a:pt x="2253" y="1089"/>
                </a:lnTo>
                <a:lnTo>
                  <a:pt x="2251" y="1089"/>
                </a:lnTo>
                <a:lnTo>
                  <a:pt x="2250" y="1089"/>
                </a:lnTo>
                <a:lnTo>
                  <a:pt x="2250" y="1088"/>
                </a:lnTo>
                <a:lnTo>
                  <a:pt x="2249" y="1088"/>
                </a:lnTo>
                <a:lnTo>
                  <a:pt x="2248" y="1088"/>
                </a:lnTo>
                <a:lnTo>
                  <a:pt x="2247" y="1087"/>
                </a:lnTo>
                <a:lnTo>
                  <a:pt x="2246" y="1087"/>
                </a:lnTo>
                <a:lnTo>
                  <a:pt x="2245" y="1087"/>
                </a:lnTo>
                <a:lnTo>
                  <a:pt x="2244" y="1087"/>
                </a:lnTo>
                <a:lnTo>
                  <a:pt x="2244" y="1086"/>
                </a:lnTo>
                <a:lnTo>
                  <a:pt x="2243" y="1085"/>
                </a:lnTo>
                <a:lnTo>
                  <a:pt x="2242" y="1086"/>
                </a:lnTo>
                <a:lnTo>
                  <a:pt x="2241" y="1087"/>
                </a:lnTo>
                <a:lnTo>
                  <a:pt x="2240" y="1087"/>
                </a:lnTo>
                <a:lnTo>
                  <a:pt x="2239" y="1087"/>
                </a:lnTo>
                <a:lnTo>
                  <a:pt x="2238" y="1087"/>
                </a:lnTo>
                <a:lnTo>
                  <a:pt x="2237" y="1087"/>
                </a:lnTo>
                <a:lnTo>
                  <a:pt x="2236" y="1087"/>
                </a:lnTo>
                <a:lnTo>
                  <a:pt x="2236" y="1088"/>
                </a:lnTo>
                <a:lnTo>
                  <a:pt x="2237" y="1088"/>
                </a:lnTo>
                <a:lnTo>
                  <a:pt x="2236" y="1088"/>
                </a:lnTo>
                <a:lnTo>
                  <a:pt x="2235" y="1088"/>
                </a:lnTo>
                <a:lnTo>
                  <a:pt x="2235" y="1087"/>
                </a:lnTo>
                <a:lnTo>
                  <a:pt x="2235" y="1088"/>
                </a:lnTo>
                <a:lnTo>
                  <a:pt x="2234" y="1088"/>
                </a:lnTo>
                <a:lnTo>
                  <a:pt x="2234" y="1089"/>
                </a:lnTo>
                <a:lnTo>
                  <a:pt x="2233" y="1089"/>
                </a:lnTo>
                <a:lnTo>
                  <a:pt x="2232" y="1089"/>
                </a:lnTo>
                <a:lnTo>
                  <a:pt x="2232" y="1090"/>
                </a:lnTo>
                <a:lnTo>
                  <a:pt x="2232" y="1091"/>
                </a:lnTo>
                <a:lnTo>
                  <a:pt x="2231" y="1091"/>
                </a:lnTo>
                <a:lnTo>
                  <a:pt x="2230" y="1092"/>
                </a:lnTo>
                <a:lnTo>
                  <a:pt x="2230" y="1093"/>
                </a:lnTo>
                <a:lnTo>
                  <a:pt x="2230" y="1094"/>
                </a:lnTo>
                <a:lnTo>
                  <a:pt x="2229" y="1094"/>
                </a:lnTo>
                <a:lnTo>
                  <a:pt x="2229" y="1095"/>
                </a:lnTo>
                <a:lnTo>
                  <a:pt x="2230" y="1095"/>
                </a:lnTo>
                <a:lnTo>
                  <a:pt x="2229" y="1095"/>
                </a:lnTo>
                <a:lnTo>
                  <a:pt x="2229" y="1096"/>
                </a:lnTo>
                <a:lnTo>
                  <a:pt x="2230" y="1097"/>
                </a:lnTo>
                <a:lnTo>
                  <a:pt x="2230" y="1098"/>
                </a:lnTo>
                <a:lnTo>
                  <a:pt x="2230" y="1099"/>
                </a:lnTo>
                <a:lnTo>
                  <a:pt x="2229" y="1099"/>
                </a:lnTo>
                <a:lnTo>
                  <a:pt x="2229" y="1098"/>
                </a:lnTo>
                <a:lnTo>
                  <a:pt x="2228" y="1098"/>
                </a:lnTo>
                <a:lnTo>
                  <a:pt x="2228" y="1099"/>
                </a:lnTo>
                <a:lnTo>
                  <a:pt x="2229" y="1100"/>
                </a:lnTo>
                <a:lnTo>
                  <a:pt x="2229" y="1101"/>
                </a:lnTo>
                <a:lnTo>
                  <a:pt x="2228" y="1102"/>
                </a:lnTo>
                <a:lnTo>
                  <a:pt x="2227" y="1102"/>
                </a:lnTo>
                <a:lnTo>
                  <a:pt x="2226" y="1102"/>
                </a:lnTo>
                <a:lnTo>
                  <a:pt x="2225" y="1102"/>
                </a:lnTo>
                <a:lnTo>
                  <a:pt x="2225" y="1103"/>
                </a:lnTo>
                <a:lnTo>
                  <a:pt x="2225" y="1104"/>
                </a:lnTo>
                <a:lnTo>
                  <a:pt x="2226" y="1104"/>
                </a:lnTo>
                <a:lnTo>
                  <a:pt x="2225" y="1104"/>
                </a:lnTo>
                <a:lnTo>
                  <a:pt x="2226" y="1104"/>
                </a:lnTo>
                <a:lnTo>
                  <a:pt x="2226" y="1105"/>
                </a:lnTo>
                <a:lnTo>
                  <a:pt x="2225" y="1105"/>
                </a:lnTo>
                <a:lnTo>
                  <a:pt x="2225" y="1104"/>
                </a:lnTo>
                <a:lnTo>
                  <a:pt x="2224" y="1104"/>
                </a:lnTo>
                <a:lnTo>
                  <a:pt x="2224" y="1105"/>
                </a:lnTo>
                <a:lnTo>
                  <a:pt x="2223" y="1104"/>
                </a:lnTo>
                <a:lnTo>
                  <a:pt x="2222" y="1104"/>
                </a:lnTo>
                <a:lnTo>
                  <a:pt x="2222" y="1105"/>
                </a:lnTo>
                <a:lnTo>
                  <a:pt x="2222" y="1106"/>
                </a:lnTo>
                <a:lnTo>
                  <a:pt x="2221" y="1106"/>
                </a:lnTo>
                <a:lnTo>
                  <a:pt x="2221" y="1107"/>
                </a:lnTo>
                <a:lnTo>
                  <a:pt x="2221" y="1108"/>
                </a:lnTo>
                <a:lnTo>
                  <a:pt x="2220" y="1108"/>
                </a:lnTo>
                <a:lnTo>
                  <a:pt x="2220" y="1107"/>
                </a:lnTo>
                <a:lnTo>
                  <a:pt x="2219" y="1108"/>
                </a:lnTo>
                <a:lnTo>
                  <a:pt x="2218" y="1108"/>
                </a:lnTo>
                <a:lnTo>
                  <a:pt x="2216" y="1109"/>
                </a:lnTo>
                <a:lnTo>
                  <a:pt x="2215" y="1109"/>
                </a:lnTo>
                <a:lnTo>
                  <a:pt x="2215" y="1110"/>
                </a:lnTo>
                <a:lnTo>
                  <a:pt x="2214" y="1110"/>
                </a:lnTo>
                <a:lnTo>
                  <a:pt x="2214" y="1111"/>
                </a:lnTo>
                <a:lnTo>
                  <a:pt x="2213" y="1112"/>
                </a:lnTo>
                <a:lnTo>
                  <a:pt x="2212" y="1113"/>
                </a:lnTo>
                <a:lnTo>
                  <a:pt x="2212" y="1114"/>
                </a:lnTo>
                <a:lnTo>
                  <a:pt x="2211" y="1114"/>
                </a:lnTo>
                <a:lnTo>
                  <a:pt x="2210" y="1114"/>
                </a:lnTo>
                <a:lnTo>
                  <a:pt x="2209" y="1114"/>
                </a:lnTo>
                <a:lnTo>
                  <a:pt x="2208" y="1114"/>
                </a:lnTo>
                <a:lnTo>
                  <a:pt x="2207" y="1114"/>
                </a:lnTo>
                <a:lnTo>
                  <a:pt x="2206" y="1113"/>
                </a:lnTo>
                <a:lnTo>
                  <a:pt x="2205" y="1112"/>
                </a:lnTo>
                <a:lnTo>
                  <a:pt x="2205" y="1111"/>
                </a:lnTo>
                <a:lnTo>
                  <a:pt x="2205" y="1110"/>
                </a:lnTo>
                <a:lnTo>
                  <a:pt x="2204" y="1110"/>
                </a:lnTo>
                <a:lnTo>
                  <a:pt x="2203" y="1110"/>
                </a:lnTo>
                <a:lnTo>
                  <a:pt x="2202" y="1109"/>
                </a:lnTo>
                <a:lnTo>
                  <a:pt x="2202" y="1108"/>
                </a:lnTo>
                <a:lnTo>
                  <a:pt x="2202" y="1107"/>
                </a:lnTo>
                <a:lnTo>
                  <a:pt x="2202" y="1106"/>
                </a:lnTo>
                <a:lnTo>
                  <a:pt x="2201" y="1107"/>
                </a:lnTo>
                <a:lnTo>
                  <a:pt x="2201" y="1108"/>
                </a:lnTo>
                <a:lnTo>
                  <a:pt x="2200" y="1108"/>
                </a:lnTo>
                <a:lnTo>
                  <a:pt x="2200" y="1109"/>
                </a:lnTo>
                <a:lnTo>
                  <a:pt x="2199" y="1109"/>
                </a:lnTo>
                <a:lnTo>
                  <a:pt x="2198" y="1109"/>
                </a:lnTo>
                <a:lnTo>
                  <a:pt x="2197" y="1109"/>
                </a:lnTo>
                <a:lnTo>
                  <a:pt x="2196" y="1109"/>
                </a:lnTo>
                <a:lnTo>
                  <a:pt x="2195" y="1110"/>
                </a:lnTo>
                <a:lnTo>
                  <a:pt x="2194" y="1109"/>
                </a:lnTo>
                <a:lnTo>
                  <a:pt x="2193" y="1109"/>
                </a:lnTo>
                <a:lnTo>
                  <a:pt x="2193" y="1110"/>
                </a:lnTo>
                <a:lnTo>
                  <a:pt x="2192" y="1109"/>
                </a:lnTo>
                <a:lnTo>
                  <a:pt x="2191" y="1109"/>
                </a:lnTo>
                <a:lnTo>
                  <a:pt x="2191" y="1108"/>
                </a:lnTo>
                <a:lnTo>
                  <a:pt x="2190" y="1108"/>
                </a:lnTo>
                <a:lnTo>
                  <a:pt x="2190" y="1109"/>
                </a:lnTo>
                <a:lnTo>
                  <a:pt x="2190" y="1110"/>
                </a:lnTo>
                <a:lnTo>
                  <a:pt x="2189" y="1110"/>
                </a:lnTo>
                <a:lnTo>
                  <a:pt x="2188" y="1110"/>
                </a:lnTo>
                <a:lnTo>
                  <a:pt x="2187" y="1110"/>
                </a:lnTo>
                <a:lnTo>
                  <a:pt x="2187" y="1111"/>
                </a:lnTo>
                <a:lnTo>
                  <a:pt x="2186" y="1111"/>
                </a:lnTo>
                <a:lnTo>
                  <a:pt x="2186" y="1110"/>
                </a:lnTo>
                <a:lnTo>
                  <a:pt x="2185" y="1110"/>
                </a:lnTo>
                <a:lnTo>
                  <a:pt x="2185" y="1109"/>
                </a:lnTo>
                <a:lnTo>
                  <a:pt x="2185" y="1110"/>
                </a:lnTo>
                <a:lnTo>
                  <a:pt x="2185" y="1111"/>
                </a:lnTo>
                <a:lnTo>
                  <a:pt x="2184" y="1111"/>
                </a:lnTo>
                <a:lnTo>
                  <a:pt x="2183" y="1110"/>
                </a:lnTo>
                <a:lnTo>
                  <a:pt x="2183" y="1111"/>
                </a:lnTo>
                <a:lnTo>
                  <a:pt x="2182" y="1111"/>
                </a:lnTo>
                <a:lnTo>
                  <a:pt x="2182" y="1112"/>
                </a:lnTo>
                <a:lnTo>
                  <a:pt x="2182" y="1113"/>
                </a:lnTo>
                <a:lnTo>
                  <a:pt x="2181" y="1113"/>
                </a:lnTo>
                <a:lnTo>
                  <a:pt x="2181" y="1112"/>
                </a:lnTo>
                <a:lnTo>
                  <a:pt x="2180" y="1112"/>
                </a:lnTo>
                <a:lnTo>
                  <a:pt x="2179" y="1112"/>
                </a:lnTo>
                <a:lnTo>
                  <a:pt x="2179" y="1113"/>
                </a:lnTo>
                <a:lnTo>
                  <a:pt x="2178" y="1113"/>
                </a:lnTo>
                <a:lnTo>
                  <a:pt x="2177" y="1114"/>
                </a:lnTo>
                <a:lnTo>
                  <a:pt x="2176" y="1114"/>
                </a:lnTo>
                <a:lnTo>
                  <a:pt x="2175" y="1114"/>
                </a:lnTo>
                <a:lnTo>
                  <a:pt x="2175" y="1115"/>
                </a:lnTo>
                <a:lnTo>
                  <a:pt x="2176" y="1115"/>
                </a:lnTo>
                <a:lnTo>
                  <a:pt x="2176" y="1116"/>
                </a:lnTo>
                <a:lnTo>
                  <a:pt x="2175" y="1116"/>
                </a:lnTo>
                <a:lnTo>
                  <a:pt x="2175" y="1117"/>
                </a:lnTo>
                <a:lnTo>
                  <a:pt x="2175" y="1118"/>
                </a:lnTo>
                <a:lnTo>
                  <a:pt x="2174" y="1118"/>
                </a:lnTo>
                <a:lnTo>
                  <a:pt x="2174" y="1119"/>
                </a:lnTo>
                <a:lnTo>
                  <a:pt x="2173" y="1119"/>
                </a:lnTo>
                <a:lnTo>
                  <a:pt x="2173" y="1120"/>
                </a:lnTo>
                <a:lnTo>
                  <a:pt x="2172" y="1120"/>
                </a:lnTo>
                <a:lnTo>
                  <a:pt x="2171" y="1120"/>
                </a:lnTo>
                <a:lnTo>
                  <a:pt x="2170" y="1120"/>
                </a:lnTo>
                <a:lnTo>
                  <a:pt x="2170" y="1121"/>
                </a:lnTo>
                <a:lnTo>
                  <a:pt x="2169" y="1121"/>
                </a:lnTo>
                <a:lnTo>
                  <a:pt x="2168" y="1121"/>
                </a:lnTo>
                <a:lnTo>
                  <a:pt x="2167" y="1121"/>
                </a:lnTo>
                <a:lnTo>
                  <a:pt x="2167" y="1122"/>
                </a:lnTo>
                <a:lnTo>
                  <a:pt x="2166" y="1122"/>
                </a:lnTo>
                <a:lnTo>
                  <a:pt x="2166" y="1123"/>
                </a:lnTo>
                <a:lnTo>
                  <a:pt x="2165" y="1123"/>
                </a:lnTo>
                <a:lnTo>
                  <a:pt x="2164" y="1123"/>
                </a:lnTo>
                <a:lnTo>
                  <a:pt x="2164" y="1124"/>
                </a:lnTo>
                <a:lnTo>
                  <a:pt x="2164" y="1125"/>
                </a:lnTo>
                <a:lnTo>
                  <a:pt x="2163" y="1126"/>
                </a:lnTo>
                <a:lnTo>
                  <a:pt x="2162" y="1127"/>
                </a:lnTo>
                <a:lnTo>
                  <a:pt x="2161" y="1127"/>
                </a:lnTo>
                <a:lnTo>
                  <a:pt x="2161" y="1128"/>
                </a:lnTo>
                <a:lnTo>
                  <a:pt x="2160" y="1129"/>
                </a:lnTo>
                <a:lnTo>
                  <a:pt x="2160" y="1128"/>
                </a:lnTo>
                <a:lnTo>
                  <a:pt x="2159" y="1128"/>
                </a:lnTo>
                <a:lnTo>
                  <a:pt x="2159" y="1129"/>
                </a:lnTo>
                <a:lnTo>
                  <a:pt x="2159" y="1130"/>
                </a:lnTo>
                <a:lnTo>
                  <a:pt x="2158" y="1130"/>
                </a:lnTo>
                <a:lnTo>
                  <a:pt x="2158" y="1131"/>
                </a:lnTo>
                <a:lnTo>
                  <a:pt x="2157" y="1131"/>
                </a:lnTo>
                <a:lnTo>
                  <a:pt x="2157" y="1130"/>
                </a:lnTo>
                <a:lnTo>
                  <a:pt x="2156" y="1130"/>
                </a:lnTo>
                <a:lnTo>
                  <a:pt x="2156" y="1131"/>
                </a:lnTo>
                <a:lnTo>
                  <a:pt x="2155" y="1131"/>
                </a:lnTo>
                <a:lnTo>
                  <a:pt x="2154" y="1132"/>
                </a:lnTo>
                <a:lnTo>
                  <a:pt x="2154" y="1133"/>
                </a:lnTo>
                <a:lnTo>
                  <a:pt x="2153" y="1133"/>
                </a:lnTo>
                <a:lnTo>
                  <a:pt x="2152" y="1133"/>
                </a:lnTo>
                <a:lnTo>
                  <a:pt x="2150" y="1133"/>
                </a:lnTo>
                <a:lnTo>
                  <a:pt x="2151" y="1134"/>
                </a:lnTo>
                <a:lnTo>
                  <a:pt x="2150" y="1134"/>
                </a:lnTo>
                <a:lnTo>
                  <a:pt x="2149" y="1134"/>
                </a:lnTo>
                <a:lnTo>
                  <a:pt x="2149" y="1133"/>
                </a:lnTo>
                <a:lnTo>
                  <a:pt x="2148" y="1133"/>
                </a:lnTo>
                <a:lnTo>
                  <a:pt x="2148" y="1132"/>
                </a:lnTo>
                <a:lnTo>
                  <a:pt x="2148" y="1133"/>
                </a:lnTo>
                <a:lnTo>
                  <a:pt x="2147" y="1133"/>
                </a:lnTo>
                <a:lnTo>
                  <a:pt x="2147" y="1132"/>
                </a:lnTo>
                <a:lnTo>
                  <a:pt x="2145" y="1132"/>
                </a:lnTo>
                <a:lnTo>
                  <a:pt x="2144" y="1132"/>
                </a:lnTo>
                <a:lnTo>
                  <a:pt x="2144" y="1131"/>
                </a:lnTo>
                <a:lnTo>
                  <a:pt x="2143" y="1131"/>
                </a:lnTo>
                <a:lnTo>
                  <a:pt x="2142" y="1131"/>
                </a:lnTo>
                <a:lnTo>
                  <a:pt x="2141" y="1131"/>
                </a:lnTo>
                <a:lnTo>
                  <a:pt x="2140" y="1131"/>
                </a:lnTo>
                <a:lnTo>
                  <a:pt x="2139" y="1131"/>
                </a:lnTo>
                <a:lnTo>
                  <a:pt x="2139" y="1132"/>
                </a:lnTo>
                <a:lnTo>
                  <a:pt x="2138" y="1132"/>
                </a:lnTo>
                <a:lnTo>
                  <a:pt x="2138" y="1131"/>
                </a:lnTo>
                <a:lnTo>
                  <a:pt x="2137" y="1131"/>
                </a:lnTo>
                <a:lnTo>
                  <a:pt x="2137" y="1132"/>
                </a:lnTo>
                <a:lnTo>
                  <a:pt x="2138" y="1133"/>
                </a:lnTo>
                <a:lnTo>
                  <a:pt x="2138" y="1134"/>
                </a:lnTo>
                <a:lnTo>
                  <a:pt x="2137" y="1134"/>
                </a:lnTo>
                <a:lnTo>
                  <a:pt x="2136" y="1134"/>
                </a:lnTo>
                <a:lnTo>
                  <a:pt x="2136" y="1133"/>
                </a:lnTo>
                <a:lnTo>
                  <a:pt x="2135" y="1133"/>
                </a:lnTo>
                <a:lnTo>
                  <a:pt x="2135" y="1134"/>
                </a:lnTo>
                <a:lnTo>
                  <a:pt x="2135" y="1133"/>
                </a:lnTo>
                <a:lnTo>
                  <a:pt x="2134" y="1133"/>
                </a:lnTo>
                <a:lnTo>
                  <a:pt x="2134" y="1134"/>
                </a:lnTo>
                <a:lnTo>
                  <a:pt x="2133" y="1134"/>
                </a:lnTo>
                <a:lnTo>
                  <a:pt x="2132" y="1134"/>
                </a:lnTo>
                <a:lnTo>
                  <a:pt x="2132" y="1133"/>
                </a:lnTo>
                <a:lnTo>
                  <a:pt x="2131" y="1135"/>
                </a:lnTo>
                <a:lnTo>
                  <a:pt x="2132" y="1135"/>
                </a:lnTo>
                <a:lnTo>
                  <a:pt x="2132" y="1136"/>
                </a:lnTo>
                <a:lnTo>
                  <a:pt x="2131" y="1136"/>
                </a:lnTo>
                <a:lnTo>
                  <a:pt x="2131" y="1135"/>
                </a:lnTo>
                <a:lnTo>
                  <a:pt x="2130" y="1135"/>
                </a:lnTo>
                <a:lnTo>
                  <a:pt x="2129" y="1135"/>
                </a:lnTo>
                <a:lnTo>
                  <a:pt x="2129" y="1136"/>
                </a:lnTo>
                <a:lnTo>
                  <a:pt x="2129" y="1137"/>
                </a:lnTo>
                <a:lnTo>
                  <a:pt x="2128" y="1137"/>
                </a:lnTo>
                <a:lnTo>
                  <a:pt x="2127" y="1137"/>
                </a:lnTo>
                <a:lnTo>
                  <a:pt x="2126" y="1137"/>
                </a:lnTo>
                <a:lnTo>
                  <a:pt x="2125" y="1136"/>
                </a:lnTo>
                <a:lnTo>
                  <a:pt x="2124" y="1136"/>
                </a:lnTo>
                <a:lnTo>
                  <a:pt x="2123" y="1136"/>
                </a:lnTo>
                <a:lnTo>
                  <a:pt x="2123" y="1137"/>
                </a:lnTo>
                <a:lnTo>
                  <a:pt x="2123" y="1138"/>
                </a:lnTo>
                <a:lnTo>
                  <a:pt x="2123" y="1139"/>
                </a:lnTo>
                <a:lnTo>
                  <a:pt x="2122" y="1139"/>
                </a:lnTo>
                <a:lnTo>
                  <a:pt x="2122" y="1138"/>
                </a:lnTo>
                <a:lnTo>
                  <a:pt x="2121" y="1138"/>
                </a:lnTo>
                <a:lnTo>
                  <a:pt x="2121" y="1139"/>
                </a:lnTo>
                <a:lnTo>
                  <a:pt x="2120" y="1139"/>
                </a:lnTo>
                <a:lnTo>
                  <a:pt x="2120" y="1140"/>
                </a:lnTo>
                <a:lnTo>
                  <a:pt x="2119" y="1141"/>
                </a:lnTo>
                <a:lnTo>
                  <a:pt x="2118" y="1141"/>
                </a:lnTo>
                <a:lnTo>
                  <a:pt x="2117" y="1141"/>
                </a:lnTo>
                <a:lnTo>
                  <a:pt x="2116" y="1141"/>
                </a:lnTo>
                <a:lnTo>
                  <a:pt x="2116" y="1142"/>
                </a:lnTo>
                <a:lnTo>
                  <a:pt x="2115" y="1142"/>
                </a:lnTo>
                <a:lnTo>
                  <a:pt x="2115" y="1143"/>
                </a:lnTo>
                <a:lnTo>
                  <a:pt x="2114" y="1143"/>
                </a:lnTo>
                <a:lnTo>
                  <a:pt x="2113" y="1143"/>
                </a:lnTo>
                <a:lnTo>
                  <a:pt x="2112" y="1143"/>
                </a:lnTo>
                <a:lnTo>
                  <a:pt x="2112" y="1142"/>
                </a:lnTo>
                <a:lnTo>
                  <a:pt x="2111" y="1142"/>
                </a:lnTo>
                <a:lnTo>
                  <a:pt x="2110" y="1142"/>
                </a:lnTo>
                <a:lnTo>
                  <a:pt x="2110" y="1143"/>
                </a:lnTo>
                <a:lnTo>
                  <a:pt x="2109" y="1143"/>
                </a:lnTo>
                <a:lnTo>
                  <a:pt x="2109" y="1144"/>
                </a:lnTo>
                <a:lnTo>
                  <a:pt x="2108" y="1144"/>
                </a:lnTo>
                <a:lnTo>
                  <a:pt x="2108" y="1145"/>
                </a:lnTo>
                <a:lnTo>
                  <a:pt x="2107" y="1145"/>
                </a:lnTo>
                <a:lnTo>
                  <a:pt x="2107" y="1144"/>
                </a:lnTo>
                <a:lnTo>
                  <a:pt x="2106" y="1144"/>
                </a:lnTo>
                <a:lnTo>
                  <a:pt x="2106" y="1145"/>
                </a:lnTo>
                <a:lnTo>
                  <a:pt x="2105" y="1145"/>
                </a:lnTo>
                <a:lnTo>
                  <a:pt x="2105" y="1146"/>
                </a:lnTo>
                <a:lnTo>
                  <a:pt x="2104" y="1145"/>
                </a:lnTo>
                <a:lnTo>
                  <a:pt x="2104" y="1146"/>
                </a:lnTo>
                <a:lnTo>
                  <a:pt x="2103" y="1146"/>
                </a:lnTo>
                <a:lnTo>
                  <a:pt x="2102" y="1147"/>
                </a:lnTo>
                <a:lnTo>
                  <a:pt x="2101" y="1147"/>
                </a:lnTo>
                <a:lnTo>
                  <a:pt x="2100" y="1148"/>
                </a:lnTo>
                <a:lnTo>
                  <a:pt x="2099" y="1148"/>
                </a:lnTo>
                <a:lnTo>
                  <a:pt x="2100" y="1149"/>
                </a:lnTo>
                <a:lnTo>
                  <a:pt x="2100" y="1150"/>
                </a:lnTo>
                <a:lnTo>
                  <a:pt x="2101" y="1150"/>
                </a:lnTo>
                <a:lnTo>
                  <a:pt x="2101" y="1149"/>
                </a:lnTo>
                <a:lnTo>
                  <a:pt x="2102" y="1149"/>
                </a:lnTo>
                <a:lnTo>
                  <a:pt x="2102" y="1150"/>
                </a:lnTo>
                <a:lnTo>
                  <a:pt x="2101" y="1150"/>
                </a:lnTo>
                <a:lnTo>
                  <a:pt x="2101" y="1151"/>
                </a:lnTo>
                <a:lnTo>
                  <a:pt x="2102" y="1151"/>
                </a:lnTo>
                <a:lnTo>
                  <a:pt x="2102" y="1152"/>
                </a:lnTo>
                <a:lnTo>
                  <a:pt x="2101" y="1152"/>
                </a:lnTo>
                <a:lnTo>
                  <a:pt x="2101" y="1153"/>
                </a:lnTo>
                <a:lnTo>
                  <a:pt x="2100" y="1153"/>
                </a:lnTo>
                <a:lnTo>
                  <a:pt x="2099" y="1153"/>
                </a:lnTo>
                <a:lnTo>
                  <a:pt x="2098" y="1153"/>
                </a:lnTo>
                <a:lnTo>
                  <a:pt x="2098" y="1154"/>
                </a:lnTo>
                <a:lnTo>
                  <a:pt x="2098" y="1155"/>
                </a:lnTo>
                <a:lnTo>
                  <a:pt x="2098" y="1156"/>
                </a:lnTo>
                <a:lnTo>
                  <a:pt x="2098" y="1157"/>
                </a:lnTo>
                <a:lnTo>
                  <a:pt x="2098" y="1158"/>
                </a:lnTo>
                <a:lnTo>
                  <a:pt x="2097" y="1158"/>
                </a:lnTo>
                <a:lnTo>
                  <a:pt x="2097" y="1159"/>
                </a:lnTo>
                <a:lnTo>
                  <a:pt x="2096" y="1159"/>
                </a:lnTo>
                <a:lnTo>
                  <a:pt x="2096" y="1158"/>
                </a:lnTo>
                <a:lnTo>
                  <a:pt x="2096" y="1159"/>
                </a:lnTo>
                <a:lnTo>
                  <a:pt x="2095" y="1159"/>
                </a:lnTo>
                <a:lnTo>
                  <a:pt x="2094" y="1160"/>
                </a:lnTo>
                <a:lnTo>
                  <a:pt x="2095" y="1160"/>
                </a:lnTo>
                <a:lnTo>
                  <a:pt x="2095" y="1161"/>
                </a:lnTo>
                <a:lnTo>
                  <a:pt x="2094" y="1161"/>
                </a:lnTo>
                <a:lnTo>
                  <a:pt x="2093" y="1161"/>
                </a:lnTo>
                <a:lnTo>
                  <a:pt x="2092" y="1161"/>
                </a:lnTo>
                <a:lnTo>
                  <a:pt x="2092" y="1160"/>
                </a:lnTo>
                <a:lnTo>
                  <a:pt x="2091" y="1160"/>
                </a:lnTo>
                <a:lnTo>
                  <a:pt x="2090" y="1160"/>
                </a:lnTo>
                <a:lnTo>
                  <a:pt x="2090" y="1161"/>
                </a:lnTo>
                <a:lnTo>
                  <a:pt x="2089" y="1161"/>
                </a:lnTo>
                <a:lnTo>
                  <a:pt x="2088" y="1161"/>
                </a:lnTo>
                <a:lnTo>
                  <a:pt x="2087" y="1162"/>
                </a:lnTo>
                <a:lnTo>
                  <a:pt x="2088" y="1162"/>
                </a:lnTo>
                <a:lnTo>
                  <a:pt x="2087" y="1163"/>
                </a:lnTo>
                <a:lnTo>
                  <a:pt x="2086" y="1164"/>
                </a:lnTo>
                <a:lnTo>
                  <a:pt x="2085" y="1164"/>
                </a:lnTo>
                <a:lnTo>
                  <a:pt x="2085" y="1165"/>
                </a:lnTo>
                <a:lnTo>
                  <a:pt x="2086" y="1165"/>
                </a:lnTo>
                <a:lnTo>
                  <a:pt x="2086" y="1166"/>
                </a:lnTo>
                <a:lnTo>
                  <a:pt x="2085" y="1167"/>
                </a:lnTo>
                <a:lnTo>
                  <a:pt x="2084" y="1167"/>
                </a:lnTo>
                <a:lnTo>
                  <a:pt x="2085" y="1166"/>
                </a:lnTo>
                <a:lnTo>
                  <a:pt x="2084" y="1166"/>
                </a:lnTo>
                <a:lnTo>
                  <a:pt x="2083" y="1166"/>
                </a:lnTo>
                <a:lnTo>
                  <a:pt x="2083" y="1167"/>
                </a:lnTo>
                <a:lnTo>
                  <a:pt x="2083" y="1168"/>
                </a:lnTo>
                <a:lnTo>
                  <a:pt x="2083" y="1167"/>
                </a:lnTo>
                <a:lnTo>
                  <a:pt x="2082" y="1167"/>
                </a:lnTo>
                <a:lnTo>
                  <a:pt x="2081" y="1168"/>
                </a:lnTo>
                <a:lnTo>
                  <a:pt x="2082" y="1168"/>
                </a:lnTo>
                <a:lnTo>
                  <a:pt x="2082" y="1169"/>
                </a:lnTo>
                <a:lnTo>
                  <a:pt x="2081" y="1169"/>
                </a:lnTo>
                <a:lnTo>
                  <a:pt x="2082" y="1170"/>
                </a:lnTo>
                <a:lnTo>
                  <a:pt x="2082" y="1169"/>
                </a:lnTo>
                <a:lnTo>
                  <a:pt x="2083" y="1169"/>
                </a:lnTo>
                <a:lnTo>
                  <a:pt x="2083" y="1170"/>
                </a:lnTo>
                <a:lnTo>
                  <a:pt x="2084" y="1171"/>
                </a:lnTo>
                <a:lnTo>
                  <a:pt x="2083" y="1171"/>
                </a:lnTo>
                <a:lnTo>
                  <a:pt x="2082" y="1171"/>
                </a:lnTo>
                <a:lnTo>
                  <a:pt x="2080" y="1171"/>
                </a:lnTo>
                <a:lnTo>
                  <a:pt x="2079" y="1171"/>
                </a:lnTo>
                <a:lnTo>
                  <a:pt x="2079" y="1172"/>
                </a:lnTo>
                <a:lnTo>
                  <a:pt x="2078" y="1173"/>
                </a:lnTo>
                <a:lnTo>
                  <a:pt x="2078" y="1174"/>
                </a:lnTo>
                <a:lnTo>
                  <a:pt x="2077" y="1174"/>
                </a:lnTo>
                <a:lnTo>
                  <a:pt x="2076" y="1174"/>
                </a:lnTo>
                <a:lnTo>
                  <a:pt x="2075" y="1175"/>
                </a:lnTo>
                <a:lnTo>
                  <a:pt x="2074" y="1175"/>
                </a:lnTo>
                <a:lnTo>
                  <a:pt x="2074" y="1176"/>
                </a:lnTo>
                <a:lnTo>
                  <a:pt x="2074" y="1177"/>
                </a:lnTo>
                <a:lnTo>
                  <a:pt x="2073" y="1178"/>
                </a:lnTo>
                <a:lnTo>
                  <a:pt x="2072" y="1178"/>
                </a:lnTo>
                <a:lnTo>
                  <a:pt x="2072" y="1179"/>
                </a:lnTo>
                <a:lnTo>
                  <a:pt x="2072" y="1180"/>
                </a:lnTo>
                <a:lnTo>
                  <a:pt x="2071" y="1180"/>
                </a:lnTo>
                <a:lnTo>
                  <a:pt x="2071" y="1181"/>
                </a:lnTo>
                <a:lnTo>
                  <a:pt x="2070" y="1181"/>
                </a:lnTo>
                <a:lnTo>
                  <a:pt x="2070" y="1182"/>
                </a:lnTo>
                <a:lnTo>
                  <a:pt x="2069" y="1182"/>
                </a:lnTo>
                <a:lnTo>
                  <a:pt x="2069" y="1183"/>
                </a:lnTo>
                <a:lnTo>
                  <a:pt x="2069" y="1184"/>
                </a:lnTo>
                <a:lnTo>
                  <a:pt x="2069" y="1185"/>
                </a:lnTo>
                <a:lnTo>
                  <a:pt x="2068" y="1185"/>
                </a:lnTo>
                <a:lnTo>
                  <a:pt x="2069" y="1185"/>
                </a:lnTo>
                <a:lnTo>
                  <a:pt x="2069" y="1186"/>
                </a:lnTo>
                <a:lnTo>
                  <a:pt x="2070" y="1187"/>
                </a:lnTo>
                <a:lnTo>
                  <a:pt x="2069" y="1187"/>
                </a:lnTo>
                <a:lnTo>
                  <a:pt x="2068" y="1188"/>
                </a:lnTo>
                <a:lnTo>
                  <a:pt x="2068" y="1189"/>
                </a:lnTo>
                <a:lnTo>
                  <a:pt x="2067" y="1189"/>
                </a:lnTo>
                <a:lnTo>
                  <a:pt x="2067" y="1190"/>
                </a:lnTo>
                <a:lnTo>
                  <a:pt x="2066" y="1190"/>
                </a:lnTo>
                <a:lnTo>
                  <a:pt x="2065" y="1190"/>
                </a:lnTo>
                <a:lnTo>
                  <a:pt x="2064" y="1190"/>
                </a:lnTo>
                <a:lnTo>
                  <a:pt x="2063" y="1190"/>
                </a:lnTo>
                <a:lnTo>
                  <a:pt x="2062" y="1189"/>
                </a:lnTo>
                <a:lnTo>
                  <a:pt x="2061" y="1189"/>
                </a:lnTo>
                <a:lnTo>
                  <a:pt x="2060" y="1189"/>
                </a:lnTo>
                <a:lnTo>
                  <a:pt x="2060" y="1188"/>
                </a:lnTo>
                <a:lnTo>
                  <a:pt x="2060" y="1187"/>
                </a:lnTo>
                <a:lnTo>
                  <a:pt x="2060" y="1186"/>
                </a:lnTo>
                <a:lnTo>
                  <a:pt x="2060" y="1185"/>
                </a:lnTo>
                <a:lnTo>
                  <a:pt x="2060" y="1184"/>
                </a:lnTo>
                <a:lnTo>
                  <a:pt x="2061" y="1184"/>
                </a:lnTo>
                <a:lnTo>
                  <a:pt x="2060" y="1184"/>
                </a:lnTo>
                <a:lnTo>
                  <a:pt x="2060" y="1183"/>
                </a:lnTo>
                <a:lnTo>
                  <a:pt x="2061" y="1183"/>
                </a:lnTo>
                <a:lnTo>
                  <a:pt x="2062" y="1183"/>
                </a:lnTo>
                <a:lnTo>
                  <a:pt x="2062" y="1182"/>
                </a:lnTo>
                <a:lnTo>
                  <a:pt x="2061" y="1182"/>
                </a:lnTo>
                <a:lnTo>
                  <a:pt x="2060" y="1182"/>
                </a:lnTo>
                <a:lnTo>
                  <a:pt x="2060" y="1181"/>
                </a:lnTo>
                <a:lnTo>
                  <a:pt x="2061" y="1181"/>
                </a:lnTo>
                <a:lnTo>
                  <a:pt x="2061" y="1180"/>
                </a:lnTo>
                <a:lnTo>
                  <a:pt x="2061" y="1179"/>
                </a:lnTo>
                <a:lnTo>
                  <a:pt x="2061" y="1178"/>
                </a:lnTo>
                <a:lnTo>
                  <a:pt x="2061" y="1177"/>
                </a:lnTo>
                <a:lnTo>
                  <a:pt x="2062" y="1177"/>
                </a:lnTo>
                <a:lnTo>
                  <a:pt x="2061" y="1177"/>
                </a:lnTo>
                <a:lnTo>
                  <a:pt x="2060" y="1178"/>
                </a:lnTo>
                <a:lnTo>
                  <a:pt x="2059" y="1178"/>
                </a:lnTo>
                <a:lnTo>
                  <a:pt x="2059" y="1177"/>
                </a:lnTo>
                <a:lnTo>
                  <a:pt x="2059" y="1176"/>
                </a:lnTo>
                <a:lnTo>
                  <a:pt x="2058" y="1176"/>
                </a:lnTo>
                <a:lnTo>
                  <a:pt x="2058" y="1174"/>
                </a:lnTo>
                <a:lnTo>
                  <a:pt x="2057" y="1173"/>
                </a:lnTo>
                <a:lnTo>
                  <a:pt x="2057" y="1172"/>
                </a:lnTo>
                <a:lnTo>
                  <a:pt x="2056" y="1172"/>
                </a:lnTo>
                <a:lnTo>
                  <a:pt x="2056" y="1171"/>
                </a:lnTo>
                <a:lnTo>
                  <a:pt x="2057" y="1170"/>
                </a:lnTo>
                <a:lnTo>
                  <a:pt x="2055" y="1168"/>
                </a:lnTo>
                <a:lnTo>
                  <a:pt x="2053" y="1167"/>
                </a:lnTo>
                <a:lnTo>
                  <a:pt x="2053" y="1166"/>
                </a:lnTo>
                <a:lnTo>
                  <a:pt x="2054" y="1165"/>
                </a:lnTo>
                <a:lnTo>
                  <a:pt x="2054" y="1163"/>
                </a:lnTo>
                <a:lnTo>
                  <a:pt x="2053" y="1162"/>
                </a:lnTo>
                <a:lnTo>
                  <a:pt x="2053" y="1161"/>
                </a:lnTo>
                <a:lnTo>
                  <a:pt x="2052" y="1161"/>
                </a:lnTo>
                <a:lnTo>
                  <a:pt x="2051" y="1160"/>
                </a:lnTo>
                <a:lnTo>
                  <a:pt x="2051" y="1159"/>
                </a:lnTo>
                <a:lnTo>
                  <a:pt x="2050" y="1159"/>
                </a:lnTo>
                <a:lnTo>
                  <a:pt x="2050" y="1158"/>
                </a:lnTo>
                <a:lnTo>
                  <a:pt x="2049" y="1158"/>
                </a:lnTo>
                <a:lnTo>
                  <a:pt x="2048" y="1157"/>
                </a:lnTo>
                <a:lnTo>
                  <a:pt x="2048" y="1156"/>
                </a:lnTo>
                <a:lnTo>
                  <a:pt x="2048" y="1154"/>
                </a:lnTo>
                <a:lnTo>
                  <a:pt x="2047" y="1154"/>
                </a:lnTo>
                <a:lnTo>
                  <a:pt x="2047" y="1153"/>
                </a:lnTo>
                <a:lnTo>
                  <a:pt x="2046" y="1152"/>
                </a:lnTo>
                <a:lnTo>
                  <a:pt x="2044" y="1149"/>
                </a:lnTo>
                <a:lnTo>
                  <a:pt x="2044" y="1150"/>
                </a:lnTo>
                <a:lnTo>
                  <a:pt x="2044" y="1149"/>
                </a:lnTo>
                <a:lnTo>
                  <a:pt x="2043" y="1149"/>
                </a:lnTo>
                <a:lnTo>
                  <a:pt x="2043" y="1148"/>
                </a:lnTo>
                <a:lnTo>
                  <a:pt x="2043" y="1147"/>
                </a:lnTo>
                <a:lnTo>
                  <a:pt x="2042" y="1147"/>
                </a:lnTo>
                <a:lnTo>
                  <a:pt x="2042" y="1145"/>
                </a:lnTo>
                <a:lnTo>
                  <a:pt x="2042" y="1144"/>
                </a:lnTo>
                <a:lnTo>
                  <a:pt x="2043" y="1144"/>
                </a:lnTo>
                <a:lnTo>
                  <a:pt x="2044" y="1143"/>
                </a:lnTo>
                <a:lnTo>
                  <a:pt x="2044" y="1142"/>
                </a:lnTo>
                <a:lnTo>
                  <a:pt x="2044" y="1141"/>
                </a:lnTo>
                <a:lnTo>
                  <a:pt x="2045" y="1141"/>
                </a:lnTo>
                <a:lnTo>
                  <a:pt x="2045" y="1140"/>
                </a:lnTo>
                <a:lnTo>
                  <a:pt x="2044" y="1140"/>
                </a:lnTo>
                <a:lnTo>
                  <a:pt x="2044" y="1139"/>
                </a:lnTo>
                <a:lnTo>
                  <a:pt x="2044" y="1138"/>
                </a:lnTo>
                <a:lnTo>
                  <a:pt x="2043" y="1138"/>
                </a:lnTo>
                <a:lnTo>
                  <a:pt x="2043" y="1137"/>
                </a:lnTo>
                <a:lnTo>
                  <a:pt x="2042" y="1137"/>
                </a:lnTo>
                <a:lnTo>
                  <a:pt x="2041" y="1137"/>
                </a:lnTo>
                <a:lnTo>
                  <a:pt x="2040" y="1138"/>
                </a:lnTo>
                <a:lnTo>
                  <a:pt x="2040" y="1137"/>
                </a:lnTo>
                <a:lnTo>
                  <a:pt x="2039" y="1137"/>
                </a:lnTo>
                <a:lnTo>
                  <a:pt x="2038" y="1137"/>
                </a:lnTo>
                <a:lnTo>
                  <a:pt x="2037" y="1138"/>
                </a:lnTo>
                <a:lnTo>
                  <a:pt x="2036" y="1138"/>
                </a:lnTo>
                <a:lnTo>
                  <a:pt x="2036" y="1137"/>
                </a:lnTo>
                <a:lnTo>
                  <a:pt x="2035" y="1137"/>
                </a:lnTo>
                <a:lnTo>
                  <a:pt x="2034" y="1137"/>
                </a:lnTo>
                <a:lnTo>
                  <a:pt x="2033" y="1137"/>
                </a:lnTo>
                <a:lnTo>
                  <a:pt x="2033" y="1136"/>
                </a:lnTo>
                <a:lnTo>
                  <a:pt x="2033" y="1137"/>
                </a:lnTo>
                <a:lnTo>
                  <a:pt x="2032" y="1137"/>
                </a:lnTo>
                <a:lnTo>
                  <a:pt x="2032" y="1136"/>
                </a:lnTo>
                <a:lnTo>
                  <a:pt x="2031" y="1136"/>
                </a:lnTo>
                <a:lnTo>
                  <a:pt x="2029" y="1135"/>
                </a:lnTo>
                <a:lnTo>
                  <a:pt x="2028" y="1135"/>
                </a:lnTo>
                <a:lnTo>
                  <a:pt x="2028" y="1134"/>
                </a:lnTo>
                <a:lnTo>
                  <a:pt x="2028" y="1135"/>
                </a:lnTo>
                <a:lnTo>
                  <a:pt x="2027" y="1135"/>
                </a:lnTo>
                <a:lnTo>
                  <a:pt x="2026" y="1135"/>
                </a:lnTo>
                <a:lnTo>
                  <a:pt x="2025" y="1135"/>
                </a:lnTo>
                <a:lnTo>
                  <a:pt x="2025" y="1134"/>
                </a:lnTo>
                <a:lnTo>
                  <a:pt x="2024" y="1134"/>
                </a:lnTo>
                <a:lnTo>
                  <a:pt x="2024" y="1133"/>
                </a:lnTo>
                <a:lnTo>
                  <a:pt x="2023" y="1133"/>
                </a:lnTo>
                <a:lnTo>
                  <a:pt x="2022" y="1132"/>
                </a:lnTo>
                <a:lnTo>
                  <a:pt x="2022" y="1131"/>
                </a:lnTo>
                <a:lnTo>
                  <a:pt x="2021" y="1131"/>
                </a:lnTo>
                <a:lnTo>
                  <a:pt x="2020" y="1131"/>
                </a:lnTo>
                <a:lnTo>
                  <a:pt x="2020" y="1130"/>
                </a:lnTo>
                <a:lnTo>
                  <a:pt x="2019" y="1130"/>
                </a:lnTo>
                <a:lnTo>
                  <a:pt x="2018" y="1130"/>
                </a:lnTo>
                <a:lnTo>
                  <a:pt x="2019" y="1130"/>
                </a:lnTo>
                <a:lnTo>
                  <a:pt x="2019" y="1129"/>
                </a:lnTo>
                <a:lnTo>
                  <a:pt x="2018" y="1129"/>
                </a:lnTo>
                <a:lnTo>
                  <a:pt x="2017" y="1129"/>
                </a:lnTo>
                <a:lnTo>
                  <a:pt x="2016" y="1129"/>
                </a:lnTo>
                <a:lnTo>
                  <a:pt x="2016" y="1128"/>
                </a:lnTo>
                <a:lnTo>
                  <a:pt x="2017" y="1126"/>
                </a:lnTo>
                <a:lnTo>
                  <a:pt x="2018" y="1126"/>
                </a:lnTo>
                <a:lnTo>
                  <a:pt x="2018" y="1125"/>
                </a:lnTo>
                <a:lnTo>
                  <a:pt x="2019" y="1125"/>
                </a:lnTo>
                <a:lnTo>
                  <a:pt x="2019" y="1123"/>
                </a:lnTo>
                <a:lnTo>
                  <a:pt x="2019" y="1122"/>
                </a:lnTo>
                <a:lnTo>
                  <a:pt x="2018" y="1122"/>
                </a:lnTo>
                <a:lnTo>
                  <a:pt x="2017" y="1122"/>
                </a:lnTo>
                <a:lnTo>
                  <a:pt x="2016" y="1122"/>
                </a:lnTo>
                <a:lnTo>
                  <a:pt x="2015" y="1121"/>
                </a:lnTo>
                <a:lnTo>
                  <a:pt x="2014" y="1121"/>
                </a:lnTo>
                <a:lnTo>
                  <a:pt x="2014" y="1120"/>
                </a:lnTo>
                <a:lnTo>
                  <a:pt x="2013" y="1120"/>
                </a:lnTo>
                <a:lnTo>
                  <a:pt x="2013" y="1119"/>
                </a:lnTo>
                <a:lnTo>
                  <a:pt x="2012" y="1119"/>
                </a:lnTo>
                <a:lnTo>
                  <a:pt x="2012" y="1120"/>
                </a:lnTo>
                <a:lnTo>
                  <a:pt x="2012" y="1121"/>
                </a:lnTo>
                <a:lnTo>
                  <a:pt x="2012" y="1122"/>
                </a:lnTo>
                <a:lnTo>
                  <a:pt x="2011" y="1122"/>
                </a:lnTo>
                <a:lnTo>
                  <a:pt x="2011" y="1123"/>
                </a:lnTo>
                <a:lnTo>
                  <a:pt x="2010" y="1124"/>
                </a:lnTo>
                <a:lnTo>
                  <a:pt x="2008" y="1125"/>
                </a:lnTo>
                <a:lnTo>
                  <a:pt x="2007" y="1125"/>
                </a:lnTo>
                <a:lnTo>
                  <a:pt x="2006" y="1126"/>
                </a:lnTo>
                <a:lnTo>
                  <a:pt x="2006" y="1127"/>
                </a:lnTo>
                <a:lnTo>
                  <a:pt x="2005" y="1127"/>
                </a:lnTo>
                <a:lnTo>
                  <a:pt x="2005" y="1128"/>
                </a:lnTo>
                <a:lnTo>
                  <a:pt x="2004" y="1128"/>
                </a:lnTo>
                <a:lnTo>
                  <a:pt x="2003" y="1128"/>
                </a:lnTo>
                <a:lnTo>
                  <a:pt x="2002" y="1128"/>
                </a:lnTo>
                <a:lnTo>
                  <a:pt x="2001" y="1128"/>
                </a:lnTo>
                <a:lnTo>
                  <a:pt x="2000" y="1128"/>
                </a:lnTo>
                <a:lnTo>
                  <a:pt x="1999" y="1128"/>
                </a:lnTo>
                <a:lnTo>
                  <a:pt x="1998" y="1128"/>
                </a:lnTo>
                <a:lnTo>
                  <a:pt x="1998" y="1129"/>
                </a:lnTo>
                <a:lnTo>
                  <a:pt x="1997" y="1129"/>
                </a:lnTo>
                <a:lnTo>
                  <a:pt x="1997" y="1130"/>
                </a:lnTo>
                <a:lnTo>
                  <a:pt x="1995" y="1131"/>
                </a:lnTo>
                <a:lnTo>
                  <a:pt x="1995" y="1132"/>
                </a:lnTo>
                <a:lnTo>
                  <a:pt x="1994" y="1132"/>
                </a:lnTo>
                <a:lnTo>
                  <a:pt x="1993" y="1132"/>
                </a:lnTo>
                <a:lnTo>
                  <a:pt x="1992" y="1133"/>
                </a:lnTo>
                <a:lnTo>
                  <a:pt x="1992" y="1134"/>
                </a:lnTo>
                <a:lnTo>
                  <a:pt x="1992" y="1135"/>
                </a:lnTo>
                <a:lnTo>
                  <a:pt x="1991" y="1136"/>
                </a:lnTo>
                <a:lnTo>
                  <a:pt x="1990" y="1137"/>
                </a:lnTo>
                <a:lnTo>
                  <a:pt x="1989" y="1138"/>
                </a:lnTo>
                <a:lnTo>
                  <a:pt x="1989" y="1139"/>
                </a:lnTo>
                <a:lnTo>
                  <a:pt x="1989" y="1140"/>
                </a:lnTo>
                <a:lnTo>
                  <a:pt x="1991" y="1140"/>
                </a:lnTo>
                <a:lnTo>
                  <a:pt x="1992" y="1140"/>
                </a:lnTo>
                <a:lnTo>
                  <a:pt x="1992" y="1141"/>
                </a:lnTo>
                <a:lnTo>
                  <a:pt x="1993" y="1142"/>
                </a:lnTo>
                <a:lnTo>
                  <a:pt x="1993" y="1143"/>
                </a:lnTo>
                <a:lnTo>
                  <a:pt x="1993" y="1144"/>
                </a:lnTo>
                <a:lnTo>
                  <a:pt x="1994" y="1144"/>
                </a:lnTo>
                <a:lnTo>
                  <a:pt x="1995" y="1144"/>
                </a:lnTo>
                <a:lnTo>
                  <a:pt x="1995" y="1145"/>
                </a:lnTo>
                <a:lnTo>
                  <a:pt x="1994" y="1145"/>
                </a:lnTo>
                <a:lnTo>
                  <a:pt x="1995" y="1146"/>
                </a:lnTo>
                <a:lnTo>
                  <a:pt x="1995" y="1147"/>
                </a:lnTo>
                <a:lnTo>
                  <a:pt x="1996" y="1147"/>
                </a:lnTo>
                <a:lnTo>
                  <a:pt x="1997" y="1147"/>
                </a:lnTo>
                <a:lnTo>
                  <a:pt x="1998" y="1147"/>
                </a:lnTo>
                <a:lnTo>
                  <a:pt x="2000" y="1148"/>
                </a:lnTo>
                <a:lnTo>
                  <a:pt x="2001" y="1148"/>
                </a:lnTo>
                <a:lnTo>
                  <a:pt x="2001" y="1149"/>
                </a:lnTo>
                <a:lnTo>
                  <a:pt x="2002" y="1150"/>
                </a:lnTo>
                <a:lnTo>
                  <a:pt x="2001" y="1151"/>
                </a:lnTo>
                <a:lnTo>
                  <a:pt x="2001" y="1152"/>
                </a:lnTo>
                <a:lnTo>
                  <a:pt x="2001" y="1153"/>
                </a:lnTo>
                <a:lnTo>
                  <a:pt x="2002" y="1154"/>
                </a:lnTo>
                <a:lnTo>
                  <a:pt x="2001" y="1155"/>
                </a:lnTo>
                <a:lnTo>
                  <a:pt x="2001" y="1156"/>
                </a:lnTo>
                <a:lnTo>
                  <a:pt x="2001" y="1157"/>
                </a:lnTo>
                <a:lnTo>
                  <a:pt x="2000" y="1158"/>
                </a:lnTo>
                <a:lnTo>
                  <a:pt x="2000" y="1159"/>
                </a:lnTo>
                <a:lnTo>
                  <a:pt x="1999" y="1159"/>
                </a:lnTo>
                <a:lnTo>
                  <a:pt x="1999" y="1160"/>
                </a:lnTo>
                <a:lnTo>
                  <a:pt x="1998" y="1160"/>
                </a:lnTo>
                <a:lnTo>
                  <a:pt x="1998" y="1161"/>
                </a:lnTo>
                <a:lnTo>
                  <a:pt x="1997" y="1161"/>
                </a:lnTo>
                <a:lnTo>
                  <a:pt x="1997" y="1162"/>
                </a:lnTo>
                <a:lnTo>
                  <a:pt x="1996" y="1162"/>
                </a:lnTo>
                <a:lnTo>
                  <a:pt x="1997" y="1163"/>
                </a:lnTo>
                <a:lnTo>
                  <a:pt x="1997" y="1164"/>
                </a:lnTo>
                <a:lnTo>
                  <a:pt x="1997" y="1165"/>
                </a:lnTo>
                <a:lnTo>
                  <a:pt x="1996" y="1165"/>
                </a:lnTo>
                <a:lnTo>
                  <a:pt x="1996" y="1166"/>
                </a:lnTo>
                <a:lnTo>
                  <a:pt x="1997" y="1166"/>
                </a:lnTo>
                <a:lnTo>
                  <a:pt x="1997" y="1167"/>
                </a:lnTo>
                <a:lnTo>
                  <a:pt x="1997" y="1169"/>
                </a:lnTo>
                <a:lnTo>
                  <a:pt x="1997" y="1170"/>
                </a:lnTo>
                <a:lnTo>
                  <a:pt x="1996" y="1170"/>
                </a:lnTo>
                <a:lnTo>
                  <a:pt x="1996" y="1171"/>
                </a:lnTo>
                <a:lnTo>
                  <a:pt x="1997" y="1171"/>
                </a:lnTo>
                <a:lnTo>
                  <a:pt x="1997" y="1172"/>
                </a:lnTo>
                <a:lnTo>
                  <a:pt x="1997" y="1173"/>
                </a:lnTo>
                <a:lnTo>
                  <a:pt x="1997" y="1174"/>
                </a:lnTo>
                <a:lnTo>
                  <a:pt x="1996" y="1174"/>
                </a:lnTo>
                <a:lnTo>
                  <a:pt x="1997" y="1175"/>
                </a:lnTo>
                <a:lnTo>
                  <a:pt x="1996" y="1175"/>
                </a:lnTo>
                <a:lnTo>
                  <a:pt x="1996" y="1176"/>
                </a:lnTo>
                <a:lnTo>
                  <a:pt x="1996" y="1177"/>
                </a:lnTo>
                <a:lnTo>
                  <a:pt x="1996" y="1178"/>
                </a:lnTo>
                <a:lnTo>
                  <a:pt x="1995" y="1179"/>
                </a:lnTo>
                <a:lnTo>
                  <a:pt x="1995" y="1180"/>
                </a:lnTo>
                <a:lnTo>
                  <a:pt x="1994" y="1180"/>
                </a:lnTo>
                <a:lnTo>
                  <a:pt x="1993" y="1181"/>
                </a:lnTo>
                <a:lnTo>
                  <a:pt x="1993" y="1182"/>
                </a:lnTo>
                <a:lnTo>
                  <a:pt x="1994" y="1182"/>
                </a:lnTo>
                <a:lnTo>
                  <a:pt x="1994" y="1183"/>
                </a:lnTo>
                <a:lnTo>
                  <a:pt x="1995" y="1183"/>
                </a:lnTo>
                <a:lnTo>
                  <a:pt x="1996" y="1183"/>
                </a:lnTo>
                <a:lnTo>
                  <a:pt x="1995" y="1185"/>
                </a:lnTo>
                <a:lnTo>
                  <a:pt x="1994" y="1185"/>
                </a:lnTo>
                <a:lnTo>
                  <a:pt x="1994" y="1186"/>
                </a:lnTo>
                <a:lnTo>
                  <a:pt x="1995" y="1186"/>
                </a:lnTo>
                <a:lnTo>
                  <a:pt x="1996" y="1186"/>
                </a:lnTo>
                <a:lnTo>
                  <a:pt x="1996" y="1187"/>
                </a:lnTo>
                <a:lnTo>
                  <a:pt x="1995" y="1187"/>
                </a:lnTo>
                <a:lnTo>
                  <a:pt x="1995" y="1188"/>
                </a:lnTo>
                <a:lnTo>
                  <a:pt x="1994" y="1189"/>
                </a:lnTo>
                <a:lnTo>
                  <a:pt x="1994" y="1191"/>
                </a:lnTo>
                <a:lnTo>
                  <a:pt x="1995" y="1191"/>
                </a:lnTo>
                <a:lnTo>
                  <a:pt x="1995" y="1192"/>
                </a:lnTo>
                <a:lnTo>
                  <a:pt x="1995" y="1193"/>
                </a:lnTo>
                <a:lnTo>
                  <a:pt x="1995" y="1194"/>
                </a:lnTo>
                <a:lnTo>
                  <a:pt x="1995" y="1195"/>
                </a:lnTo>
                <a:lnTo>
                  <a:pt x="1995" y="1196"/>
                </a:lnTo>
                <a:lnTo>
                  <a:pt x="1996" y="1196"/>
                </a:lnTo>
                <a:lnTo>
                  <a:pt x="1997" y="1197"/>
                </a:lnTo>
                <a:lnTo>
                  <a:pt x="1998" y="1198"/>
                </a:lnTo>
                <a:lnTo>
                  <a:pt x="1998" y="1199"/>
                </a:lnTo>
                <a:lnTo>
                  <a:pt x="1999" y="1199"/>
                </a:lnTo>
                <a:lnTo>
                  <a:pt x="2000" y="1199"/>
                </a:lnTo>
                <a:lnTo>
                  <a:pt x="2002" y="1200"/>
                </a:lnTo>
                <a:lnTo>
                  <a:pt x="2003" y="1200"/>
                </a:lnTo>
                <a:lnTo>
                  <a:pt x="2004" y="1201"/>
                </a:lnTo>
                <a:lnTo>
                  <a:pt x="2005" y="1201"/>
                </a:lnTo>
                <a:lnTo>
                  <a:pt x="2005" y="1202"/>
                </a:lnTo>
                <a:lnTo>
                  <a:pt x="2004" y="1202"/>
                </a:lnTo>
                <a:lnTo>
                  <a:pt x="2005" y="1203"/>
                </a:lnTo>
                <a:lnTo>
                  <a:pt x="2005" y="1204"/>
                </a:lnTo>
                <a:lnTo>
                  <a:pt x="2004" y="1204"/>
                </a:lnTo>
                <a:lnTo>
                  <a:pt x="2003" y="1204"/>
                </a:lnTo>
                <a:lnTo>
                  <a:pt x="2002" y="1204"/>
                </a:lnTo>
                <a:lnTo>
                  <a:pt x="2000" y="1204"/>
                </a:lnTo>
                <a:lnTo>
                  <a:pt x="2000" y="1205"/>
                </a:lnTo>
                <a:lnTo>
                  <a:pt x="2000" y="1206"/>
                </a:lnTo>
                <a:lnTo>
                  <a:pt x="2001" y="1206"/>
                </a:lnTo>
                <a:lnTo>
                  <a:pt x="2001" y="1207"/>
                </a:lnTo>
                <a:lnTo>
                  <a:pt x="2002" y="1207"/>
                </a:lnTo>
                <a:lnTo>
                  <a:pt x="2002" y="1208"/>
                </a:lnTo>
                <a:lnTo>
                  <a:pt x="2004" y="1209"/>
                </a:lnTo>
                <a:lnTo>
                  <a:pt x="2004" y="1210"/>
                </a:lnTo>
                <a:lnTo>
                  <a:pt x="2003" y="1210"/>
                </a:lnTo>
                <a:lnTo>
                  <a:pt x="2003" y="1211"/>
                </a:lnTo>
                <a:lnTo>
                  <a:pt x="2003" y="1212"/>
                </a:lnTo>
                <a:lnTo>
                  <a:pt x="2004" y="1212"/>
                </a:lnTo>
                <a:lnTo>
                  <a:pt x="2003" y="1213"/>
                </a:lnTo>
                <a:lnTo>
                  <a:pt x="2002" y="1213"/>
                </a:lnTo>
                <a:lnTo>
                  <a:pt x="2002" y="1214"/>
                </a:lnTo>
                <a:lnTo>
                  <a:pt x="2001" y="1214"/>
                </a:lnTo>
                <a:lnTo>
                  <a:pt x="2001" y="1215"/>
                </a:lnTo>
                <a:lnTo>
                  <a:pt x="2001" y="1217"/>
                </a:lnTo>
                <a:lnTo>
                  <a:pt x="2001" y="1218"/>
                </a:lnTo>
                <a:lnTo>
                  <a:pt x="2001" y="1219"/>
                </a:lnTo>
                <a:lnTo>
                  <a:pt x="2001" y="1220"/>
                </a:lnTo>
                <a:lnTo>
                  <a:pt x="2000" y="1219"/>
                </a:lnTo>
                <a:lnTo>
                  <a:pt x="2000" y="1220"/>
                </a:lnTo>
                <a:lnTo>
                  <a:pt x="1999" y="1220"/>
                </a:lnTo>
                <a:lnTo>
                  <a:pt x="1997" y="1220"/>
                </a:lnTo>
                <a:lnTo>
                  <a:pt x="1996" y="1221"/>
                </a:lnTo>
                <a:lnTo>
                  <a:pt x="1995" y="1222"/>
                </a:lnTo>
                <a:lnTo>
                  <a:pt x="1996" y="1222"/>
                </a:lnTo>
                <a:lnTo>
                  <a:pt x="1997" y="1223"/>
                </a:lnTo>
                <a:lnTo>
                  <a:pt x="1997" y="1224"/>
                </a:lnTo>
                <a:lnTo>
                  <a:pt x="1996" y="1225"/>
                </a:lnTo>
                <a:lnTo>
                  <a:pt x="1996" y="1226"/>
                </a:lnTo>
                <a:lnTo>
                  <a:pt x="1997" y="1226"/>
                </a:lnTo>
                <a:lnTo>
                  <a:pt x="1997" y="1227"/>
                </a:lnTo>
                <a:lnTo>
                  <a:pt x="1997" y="1228"/>
                </a:lnTo>
                <a:lnTo>
                  <a:pt x="1996" y="1229"/>
                </a:lnTo>
                <a:lnTo>
                  <a:pt x="1996" y="1228"/>
                </a:lnTo>
                <a:lnTo>
                  <a:pt x="1996" y="1227"/>
                </a:lnTo>
                <a:lnTo>
                  <a:pt x="1995" y="1227"/>
                </a:lnTo>
                <a:lnTo>
                  <a:pt x="1995" y="1228"/>
                </a:lnTo>
                <a:lnTo>
                  <a:pt x="1995" y="1229"/>
                </a:lnTo>
                <a:lnTo>
                  <a:pt x="1994" y="1229"/>
                </a:lnTo>
                <a:lnTo>
                  <a:pt x="1993" y="1229"/>
                </a:lnTo>
                <a:lnTo>
                  <a:pt x="1992" y="1229"/>
                </a:lnTo>
                <a:lnTo>
                  <a:pt x="1991" y="1229"/>
                </a:lnTo>
                <a:lnTo>
                  <a:pt x="1990" y="1229"/>
                </a:lnTo>
                <a:lnTo>
                  <a:pt x="1989" y="1230"/>
                </a:lnTo>
                <a:lnTo>
                  <a:pt x="1989" y="1231"/>
                </a:lnTo>
                <a:lnTo>
                  <a:pt x="1988" y="1231"/>
                </a:lnTo>
                <a:lnTo>
                  <a:pt x="1987" y="1231"/>
                </a:lnTo>
                <a:lnTo>
                  <a:pt x="1986" y="1231"/>
                </a:lnTo>
                <a:lnTo>
                  <a:pt x="1986" y="1232"/>
                </a:lnTo>
                <a:lnTo>
                  <a:pt x="1986" y="1233"/>
                </a:lnTo>
                <a:lnTo>
                  <a:pt x="1985" y="1233"/>
                </a:lnTo>
                <a:lnTo>
                  <a:pt x="1984" y="1233"/>
                </a:lnTo>
                <a:lnTo>
                  <a:pt x="1983" y="1233"/>
                </a:lnTo>
                <a:lnTo>
                  <a:pt x="1981" y="1232"/>
                </a:lnTo>
                <a:lnTo>
                  <a:pt x="1980" y="1232"/>
                </a:lnTo>
                <a:lnTo>
                  <a:pt x="1979" y="1232"/>
                </a:lnTo>
                <a:lnTo>
                  <a:pt x="1978" y="1232"/>
                </a:lnTo>
                <a:lnTo>
                  <a:pt x="1976" y="1232"/>
                </a:lnTo>
                <a:lnTo>
                  <a:pt x="1975" y="1232"/>
                </a:lnTo>
                <a:lnTo>
                  <a:pt x="1974" y="1232"/>
                </a:lnTo>
                <a:lnTo>
                  <a:pt x="1973" y="1232"/>
                </a:lnTo>
                <a:lnTo>
                  <a:pt x="1972" y="1232"/>
                </a:lnTo>
                <a:lnTo>
                  <a:pt x="1971" y="1232"/>
                </a:lnTo>
                <a:lnTo>
                  <a:pt x="1970" y="1232"/>
                </a:lnTo>
                <a:lnTo>
                  <a:pt x="1969" y="1231"/>
                </a:lnTo>
                <a:lnTo>
                  <a:pt x="1968" y="1231"/>
                </a:lnTo>
                <a:lnTo>
                  <a:pt x="1966" y="1231"/>
                </a:lnTo>
                <a:lnTo>
                  <a:pt x="1965" y="1231"/>
                </a:lnTo>
                <a:lnTo>
                  <a:pt x="1964" y="1231"/>
                </a:lnTo>
                <a:lnTo>
                  <a:pt x="1963" y="1230"/>
                </a:lnTo>
                <a:lnTo>
                  <a:pt x="1962" y="1231"/>
                </a:lnTo>
                <a:lnTo>
                  <a:pt x="1961" y="1231"/>
                </a:lnTo>
                <a:lnTo>
                  <a:pt x="1961" y="1232"/>
                </a:lnTo>
                <a:lnTo>
                  <a:pt x="1961" y="1231"/>
                </a:lnTo>
                <a:lnTo>
                  <a:pt x="1960" y="1231"/>
                </a:lnTo>
                <a:lnTo>
                  <a:pt x="1959" y="1231"/>
                </a:lnTo>
                <a:lnTo>
                  <a:pt x="1959" y="1232"/>
                </a:lnTo>
                <a:lnTo>
                  <a:pt x="1958" y="1232"/>
                </a:lnTo>
                <a:lnTo>
                  <a:pt x="1958" y="1231"/>
                </a:lnTo>
                <a:lnTo>
                  <a:pt x="1957" y="1231"/>
                </a:lnTo>
                <a:lnTo>
                  <a:pt x="1956" y="1231"/>
                </a:lnTo>
                <a:lnTo>
                  <a:pt x="1955" y="1231"/>
                </a:lnTo>
                <a:lnTo>
                  <a:pt x="1955" y="1230"/>
                </a:lnTo>
                <a:lnTo>
                  <a:pt x="1955" y="1229"/>
                </a:lnTo>
                <a:lnTo>
                  <a:pt x="1954" y="1228"/>
                </a:lnTo>
                <a:lnTo>
                  <a:pt x="1953" y="1226"/>
                </a:lnTo>
                <a:lnTo>
                  <a:pt x="1953" y="1225"/>
                </a:lnTo>
                <a:lnTo>
                  <a:pt x="1953" y="1223"/>
                </a:lnTo>
                <a:lnTo>
                  <a:pt x="1953" y="1224"/>
                </a:lnTo>
                <a:lnTo>
                  <a:pt x="1952" y="1224"/>
                </a:lnTo>
                <a:lnTo>
                  <a:pt x="1952" y="1225"/>
                </a:lnTo>
                <a:lnTo>
                  <a:pt x="1951" y="1224"/>
                </a:lnTo>
                <a:lnTo>
                  <a:pt x="1951" y="1225"/>
                </a:lnTo>
                <a:lnTo>
                  <a:pt x="1950" y="1225"/>
                </a:lnTo>
                <a:lnTo>
                  <a:pt x="1949" y="1225"/>
                </a:lnTo>
                <a:lnTo>
                  <a:pt x="1948" y="1226"/>
                </a:lnTo>
                <a:lnTo>
                  <a:pt x="1947" y="1226"/>
                </a:lnTo>
                <a:lnTo>
                  <a:pt x="1946" y="1227"/>
                </a:lnTo>
                <a:lnTo>
                  <a:pt x="1946" y="1228"/>
                </a:lnTo>
                <a:lnTo>
                  <a:pt x="1946" y="1229"/>
                </a:lnTo>
                <a:lnTo>
                  <a:pt x="1945" y="1229"/>
                </a:lnTo>
                <a:lnTo>
                  <a:pt x="1944" y="1229"/>
                </a:lnTo>
                <a:lnTo>
                  <a:pt x="1943" y="1229"/>
                </a:lnTo>
                <a:lnTo>
                  <a:pt x="1942" y="1229"/>
                </a:lnTo>
                <a:lnTo>
                  <a:pt x="1941" y="1229"/>
                </a:lnTo>
                <a:lnTo>
                  <a:pt x="1941" y="1228"/>
                </a:lnTo>
                <a:lnTo>
                  <a:pt x="1940" y="1228"/>
                </a:lnTo>
                <a:lnTo>
                  <a:pt x="1939" y="1228"/>
                </a:lnTo>
                <a:lnTo>
                  <a:pt x="1939" y="1227"/>
                </a:lnTo>
                <a:lnTo>
                  <a:pt x="1938" y="1227"/>
                </a:lnTo>
                <a:lnTo>
                  <a:pt x="1937" y="1226"/>
                </a:lnTo>
                <a:lnTo>
                  <a:pt x="1937" y="1227"/>
                </a:lnTo>
                <a:lnTo>
                  <a:pt x="1936" y="1227"/>
                </a:lnTo>
                <a:lnTo>
                  <a:pt x="1933" y="1227"/>
                </a:lnTo>
                <a:lnTo>
                  <a:pt x="1932" y="1227"/>
                </a:lnTo>
                <a:lnTo>
                  <a:pt x="1931" y="1227"/>
                </a:lnTo>
                <a:lnTo>
                  <a:pt x="1930" y="1226"/>
                </a:lnTo>
                <a:lnTo>
                  <a:pt x="1929" y="1226"/>
                </a:lnTo>
                <a:lnTo>
                  <a:pt x="1928" y="1226"/>
                </a:lnTo>
                <a:lnTo>
                  <a:pt x="1927" y="1226"/>
                </a:lnTo>
                <a:lnTo>
                  <a:pt x="1926" y="1227"/>
                </a:lnTo>
                <a:lnTo>
                  <a:pt x="1925" y="1226"/>
                </a:lnTo>
                <a:lnTo>
                  <a:pt x="1924" y="1226"/>
                </a:lnTo>
                <a:lnTo>
                  <a:pt x="1924" y="1227"/>
                </a:lnTo>
                <a:lnTo>
                  <a:pt x="1921" y="1227"/>
                </a:lnTo>
                <a:lnTo>
                  <a:pt x="1919" y="1227"/>
                </a:lnTo>
                <a:lnTo>
                  <a:pt x="1918" y="1227"/>
                </a:lnTo>
                <a:lnTo>
                  <a:pt x="1918" y="1228"/>
                </a:lnTo>
                <a:lnTo>
                  <a:pt x="1917" y="1228"/>
                </a:lnTo>
                <a:lnTo>
                  <a:pt x="1916" y="1228"/>
                </a:lnTo>
                <a:lnTo>
                  <a:pt x="1915" y="1228"/>
                </a:lnTo>
                <a:lnTo>
                  <a:pt x="1914" y="1228"/>
                </a:lnTo>
                <a:lnTo>
                  <a:pt x="1914" y="1229"/>
                </a:lnTo>
                <a:lnTo>
                  <a:pt x="1915" y="1229"/>
                </a:lnTo>
                <a:lnTo>
                  <a:pt x="1915" y="1230"/>
                </a:lnTo>
                <a:lnTo>
                  <a:pt x="1914" y="1230"/>
                </a:lnTo>
                <a:lnTo>
                  <a:pt x="1913" y="1230"/>
                </a:lnTo>
                <a:lnTo>
                  <a:pt x="1913" y="1231"/>
                </a:lnTo>
                <a:lnTo>
                  <a:pt x="1912" y="1231"/>
                </a:lnTo>
                <a:lnTo>
                  <a:pt x="1911" y="1231"/>
                </a:lnTo>
                <a:lnTo>
                  <a:pt x="1911" y="1230"/>
                </a:lnTo>
                <a:lnTo>
                  <a:pt x="1910" y="1230"/>
                </a:lnTo>
                <a:lnTo>
                  <a:pt x="1910" y="1229"/>
                </a:lnTo>
                <a:lnTo>
                  <a:pt x="1909" y="1228"/>
                </a:lnTo>
                <a:lnTo>
                  <a:pt x="1909" y="1227"/>
                </a:lnTo>
                <a:lnTo>
                  <a:pt x="1909" y="1226"/>
                </a:lnTo>
                <a:lnTo>
                  <a:pt x="1909" y="1225"/>
                </a:lnTo>
                <a:lnTo>
                  <a:pt x="1908" y="1225"/>
                </a:lnTo>
                <a:lnTo>
                  <a:pt x="1908" y="1224"/>
                </a:lnTo>
                <a:lnTo>
                  <a:pt x="1909" y="1224"/>
                </a:lnTo>
                <a:lnTo>
                  <a:pt x="1910" y="1223"/>
                </a:lnTo>
                <a:lnTo>
                  <a:pt x="1909" y="1222"/>
                </a:lnTo>
                <a:lnTo>
                  <a:pt x="1909" y="1221"/>
                </a:lnTo>
                <a:lnTo>
                  <a:pt x="1909" y="1220"/>
                </a:lnTo>
                <a:lnTo>
                  <a:pt x="1909" y="1219"/>
                </a:lnTo>
                <a:lnTo>
                  <a:pt x="1908" y="1218"/>
                </a:lnTo>
                <a:lnTo>
                  <a:pt x="1908" y="1217"/>
                </a:lnTo>
                <a:lnTo>
                  <a:pt x="1907" y="1215"/>
                </a:lnTo>
                <a:lnTo>
                  <a:pt x="1906" y="1215"/>
                </a:lnTo>
                <a:lnTo>
                  <a:pt x="1904" y="1214"/>
                </a:lnTo>
                <a:lnTo>
                  <a:pt x="1903" y="1214"/>
                </a:lnTo>
                <a:lnTo>
                  <a:pt x="1902" y="1214"/>
                </a:lnTo>
                <a:lnTo>
                  <a:pt x="1901" y="1214"/>
                </a:lnTo>
                <a:lnTo>
                  <a:pt x="1902" y="1213"/>
                </a:lnTo>
                <a:lnTo>
                  <a:pt x="1902" y="1212"/>
                </a:lnTo>
                <a:lnTo>
                  <a:pt x="1904" y="1212"/>
                </a:lnTo>
                <a:lnTo>
                  <a:pt x="1905" y="1212"/>
                </a:lnTo>
                <a:lnTo>
                  <a:pt x="1904" y="1211"/>
                </a:lnTo>
                <a:lnTo>
                  <a:pt x="1905" y="1210"/>
                </a:lnTo>
                <a:lnTo>
                  <a:pt x="1906" y="1210"/>
                </a:lnTo>
                <a:lnTo>
                  <a:pt x="1906" y="1209"/>
                </a:lnTo>
                <a:lnTo>
                  <a:pt x="1906" y="1208"/>
                </a:lnTo>
                <a:lnTo>
                  <a:pt x="1905" y="1208"/>
                </a:lnTo>
                <a:lnTo>
                  <a:pt x="1905" y="1207"/>
                </a:lnTo>
                <a:lnTo>
                  <a:pt x="1905" y="1206"/>
                </a:lnTo>
                <a:lnTo>
                  <a:pt x="1905" y="1205"/>
                </a:lnTo>
                <a:lnTo>
                  <a:pt x="1905" y="1204"/>
                </a:lnTo>
                <a:lnTo>
                  <a:pt x="1906" y="1204"/>
                </a:lnTo>
                <a:lnTo>
                  <a:pt x="1905" y="1204"/>
                </a:lnTo>
                <a:lnTo>
                  <a:pt x="1904" y="1203"/>
                </a:lnTo>
                <a:lnTo>
                  <a:pt x="1904" y="1204"/>
                </a:lnTo>
                <a:lnTo>
                  <a:pt x="1903" y="1204"/>
                </a:lnTo>
                <a:lnTo>
                  <a:pt x="1903" y="1203"/>
                </a:lnTo>
                <a:lnTo>
                  <a:pt x="1902" y="1203"/>
                </a:lnTo>
                <a:lnTo>
                  <a:pt x="1901" y="1203"/>
                </a:lnTo>
                <a:lnTo>
                  <a:pt x="1901" y="1202"/>
                </a:lnTo>
                <a:lnTo>
                  <a:pt x="1900" y="1202"/>
                </a:lnTo>
                <a:lnTo>
                  <a:pt x="1898" y="1202"/>
                </a:lnTo>
                <a:lnTo>
                  <a:pt x="1898" y="1201"/>
                </a:lnTo>
                <a:lnTo>
                  <a:pt x="1897" y="1201"/>
                </a:lnTo>
                <a:lnTo>
                  <a:pt x="1897" y="1199"/>
                </a:lnTo>
                <a:lnTo>
                  <a:pt x="1896" y="1198"/>
                </a:lnTo>
                <a:lnTo>
                  <a:pt x="1896" y="1197"/>
                </a:lnTo>
                <a:lnTo>
                  <a:pt x="1897" y="1197"/>
                </a:lnTo>
                <a:lnTo>
                  <a:pt x="1897" y="1196"/>
                </a:lnTo>
                <a:lnTo>
                  <a:pt x="1896" y="1196"/>
                </a:lnTo>
                <a:lnTo>
                  <a:pt x="1896" y="1195"/>
                </a:lnTo>
                <a:lnTo>
                  <a:pt x="1896" y="1196"/>
                </a:lnTo>
                <a:lnTo>
                  <a:pt x="1896" y="1195"/>
                </a:lnTo>
                <a:lnTo>
                  <a:pt x="1895" y="1195"/>
                </a:lnTo>
                <a:lnTo>
                  <a:pt x="1895" y="1194"/>
                </a:lnTo>
                <a:lnTo>
                  <a:pt x="1894" y="1194"/>
                </a:lnTo>
                <a:lnTo>
                  <a:pt x="1893" y="1193"/>
                </a:lnTo>
                <a:lnTo>
                  <a:pt x="1893" y="1192"/>
                </a:lnTo>
                <a:lnTo>
                  <a:pt x="1892" y="1192"/>
                </a:lnTo>
                <a:lnTo>
                  <a:pt x="1892" y="1191"/>
                </a:lnTo>
                <a:lnTo>
                  <a:pt x="1892" y="1190"/>
                </a:lnTo>
                <a:lnTo>
                  <a:pt x="1892" y="1189"/>
                </a:lnTo>
                <a:lnTo>
                  <a:pt x="1891" y="1189"/>
                </a:lnTo>
                <a:lnTo>
                  <a:pt x="1891" y="1188"/>
                </a:lnTo>
                <a:lnTo>
                  <a:pt x="1891" y="1187"/>
                </a:lnTo>
                <a:lnTo>
                  <a:pt x="1890" y="1187"/>
                </a:lnTo>
                <a:lnTo>
                  <a:pt x="1889" y="1187"/>
                </a:lnTo>
                <a:lnTo>
                  <a:pt x="1889" y="1186"/>
                </a:lnTo>
                <a:lnTo>
                  <a:pt x="1890" y="1186"/>
                </a:lnTo>
                <a:lnTo>
                  <a:pt x="1890" y="1185"/>
                </a:lnTo>
                <a:lnTo>
                  <a:pt x="1890" y="1184"/>
                </a:lnTo>
                <a:lnTo>
                  <a:pt x="1889" y="1183"/>
                </a:lnTo>
                <a:lnTo>
                  <a:pt x="1890" y="1182"/>
                </a:lnTo>
                <a:lnTo>
                  <a:pt x="1890" y="1181"/>
                </a:lnTo>
                <a:lnTo>
                  <a:pt x="1891" y="1181"/>
                </a:lnTo>
                <a:lnTo>
                  <a:pt x="1890" y="1181"/>
                </a:lnTo>
                <a:lnTo>
                  <a:pt x="1890" y="1180"/>
                </a:lnTo>
                <a:lnTo>
                  <a:pt x="1891" y="1180"/>
                </a:lnTo>
                <a:lnTo>
                  <a:pt x="1891" y="1179"/>
                </a:lnTo>
                <a:lnTo>
                  <a:pt x="1892" y="1179"/>
                </a:lnTo>
                <a:lnTo>
                  <a:pt x="1894" y="1178"/>
                </a:lnTo>
                <a:lnTo>
                  <a:pt x="1895" y="1179"/>
                </a:lnTo>
                <a:lnTo>
                  <a:pt x="1896" y="1178"/>
                </a:lnTo>
                <a:lnTo>
                  <a:pt x="1897" y="1178"/>
                </a:lnTo>
                <a:lnTo>
                  <a:pt x="1898" y="1178"/>
                </a:lnTo>
                <a:lnTo>
                  <a:pt x="1899" y="1180"/>
                </a:lnTo>
                <a:lnTo>
                  <a:pt x="1899" y="1181"/>
                </a:lnTo>
                <a:lnTo>
                  <a:pt x="1899" y="1182"/>
                </a:lnTo>
                <a:lnTo>
                  <a:pt x="1900" y="1183"/>
                </a:lnTo>
                <a:lnTo>
                  <a:pt x="1900" y="1184"/>
                </a:lnTo>
                <a:lnTo>
                  <a:pt x="1902" y="1184"/>
                </a:lnTo>
                <a:lnTo>
                  <a:pt x="1902" y="1183"/>
                </a:lnTo>
                <a:lnTo>
                  <a:pt x="1903" y="1183"/>
                </a:lnTo>
                <a:lnTo>
                  <a:pt x="1903" y="1182"/>
                </a:lnTo>
                <a:lnTo>
                  <a:pt x="1904" y="1182"/>
                </a:lnTo>
                <a:lnTo>
                  <a:pt x="1905" y="1182"/>
                </a:lnTo>
                <a:lnTo>
                  <a:pt x="1905" y="1181"/>
                </a:lnTo>
                <a:lnTo>
                  <a:pt x="1905" y="1180"/>
                </a:lnTo>
                <a:lnTo>
                  <a:pt x="1905" y="1179"/>
                </a:lnTo>
                <a:lnTo>
                  <a:pt x="1905" y="1178"/>
                </a:lnTo>
                <a:lnTo>
                  <a:pt x="1906" y="1177"/>
                </a:lnTo>
                <a:lnTo>
                  <a:pt x="1907" y="1176"/>
                </a:lnTo>
                <a:lnTo>
                  <a:pt x="1907" y="1175"/>
                </a:lnTo>
                <a:lnTo>
                  <a:pt x="1908" y="1175"/>
                </a:lnTo>
                <a:lnTo>
                  <a:pt x="1908" y="1174"/>
                </a:lnTo>
                <a:lnTo>
                  <a:pt x="1907" y="1174"/>
                </a:lnTo>
                <a:lnTo>
                  <a:pt x="1907" y="1173"/>
                </a:lnTo>
                <a:lnTo>
                  <a:pt x="1907" y="1172"/>
                </a:lnTo>
                <a:lnTo>
                  <a:pt x="1907" y="1171"/>
                </a:lnTo>
                <a:lnTo>
                  <a:pt x="1906" y="1171"/>
                </a:lnTo>
                <a:lnTo>
                  <a:pt x="1904" y="1170"/>
                </a:lnTo>
                <a:lnTo>
                  <a:pt x="1904" y="1169"/>
                </a:lnTo>
                <a:lnTo>
                  <a:pt x="1903" y="1168"/>
                </a:lnTo>
                <a:lnTo>
                  <a:pt x="1902" y="1168"/>
                </a:lnTo>
                <a:lnTo>
                  <a:pt x="1901" y="1168"/>
                </a:lnTo>
                <a:lnTo>
                  <a:pt x="1901" y="1167"/>
                </a:lnTo>
                <a:lnTo>
                  <a:pt x="1901" y="1166"/>
                </a:lnTo>
                <a:lnTo>
                  <a:pt x="1902" y="1166"/>
                </a:lnTo>
                <a:lnTo>
                  <a:pt x="1903" y="1166"/>
                </a:lnTo>
                <a:lnTo>
                  <a:pt x="1904" y="1165"/>
                </a:lnTo>
                <a:lnTo>
                  <a:pt x="1904" y="1164"/>
                </a:lnTo>
                <a:lnTo>
                  <a:pt x="1905" y="1163"/>
                </a:lnTo>
                <a:lnTo>
                  <a:pt x="1904" y="1163"/>
                </a:lnTo>
                <a:lnTo>
                  <a:pt x="1904" y="1162"/>
                </a:lnTo>
                <a:lnTo>
                  <a:pt x="1905" y="1162"/>
                </a:lnTo>
                <a:lnTo>
                  <a:pt x="1905" y="1161"/>
                </a:lnTo>
                <a:lnTo>
                  <a:pt x="1905" y="1160"/>
                </a:lnTo>
                <a:lnTo>
                  <a:pt x="1904" y="1160"/>
                </a:lnTo>
                <a:lnTo>
                  <a:pt x="1904" y="1159"/>
                </a:lnTo>
                <a:lnTo>
                  <a:pt x="1903" y="1158"/>
                </a:lnTo>
                <a:lnTo>
                  <a:pt x="1901" y="1158"/>
                </a:lnTo>
                <a:lnTo>
                  <a:pt x="1900" y="1158"/>
                </a:lnTo>
                <a:lnTo>
                  <a:pt x="1899" y="1158"/>
                </a:lnTo>
                <a:lnTo>
                  <a:pt x="1898" y="1158"/>
                </a:lnTo>
                <a:lnTo>
                  <a:pt x="1899" y="1157"/>
                </a:lnTo>
                <a:lnTo>
                  <a:pt x="1901" y="1157"/>
                </a:lnTo>
                <a:lnTo>
                  <a:pt x="1902" y="1156"/>
                </a:lnTo>
                <a:lnTo>
                  <a:pt x="1903" y="1156"/>
                </a:lnTo>
                <a:lnTo>
                  <a:pt x="1903" y="1155"/>
                </a:lnTo>
                <a:lnTo>
                  <a:pt x="1904" y="1154"/>
                </a:lnTo>
                <a:lnTo>
                  <a:pt x="1904" y="1153"/>
                </a:lnTo>
                <a:lnTo>
                  <a:pt x="1903" y="1153"/>
                </a:lnTo>
                <a:lnTo>
                  <a:pt x="1902" y="1152"/>
                </a:lnTo>
                <a:lnTo>
                  <a:pt x="1901" y="1151"/>
                </a:lnTo>
                <a:lnTo>
                  <a:pt x="1901" y="1150"/>
                </a:lnTo>
                <a:lnTo>
                  <a:pt x="1900" y="1150"/>
                </a:lnTo>
                <a:lnTo>
                  <a:pt x="1899" y="1150"/>
                </a:lnTo>
                <a:lnTo>
                  <a:pt x="1898" y="1150"/>
                </a:lnTo>
                <a:lnTo>
                  <a:pt x="1897" y="1151"/>
                </a:lnTo>
                <a:lnTo>
                  <a:pt x="1897" y="1152"/>
                </a:lnTo>
                <a:lnTo>
                  <a:pt x="1897" y="1153"/>
                </a:lnTo>
                <a:lnTo>
                  <a:pt x="1897" y="1154"/>
                </a:lnTo>
                <a:lnTo>
                  <a:pt x="1896" y="1154"/>
                </a:lnTo>
                <a:lnTo>
                  <a:pt x="1896" y="1155"/>
                </a:lnTo>
                <a:lnTo>
                  <a:pt x="1895" y="1156"/>
                </a:lnTo>
                <a:lnTo>
                  <a:pt x="1892" y="1156"/>
                </a:lnTo>
                <a:lnTo>
                  <a:pt x="1891" y="1156"/>
                </a:lnTo>
                <a:lnTo>
                  <a:pt x="1890" y="1156"/>
                </a:lnTo>
                <a:lnTo>
                  <a:pt x="1888" y="1155"/>
                </a:lnTo>
                <a:lnTo>
                  <a:pt x="1887" y="1155"/>
                </a:lnTo>
                <a:lnTo>
                  <a:pt x="1888" y="1155"/>
                </a:lnTo>
                <a:lnTo>
                  <a:pt x="1889" y="1155"/>
                </a:lnTo>
                <a:lnTo>
                  <a:pt x="1890" y="1154"/>
                </a:lnTo>
                <a:lnTo>
                  <a:pt x="1890" y="1153"/>
                </a:lnTo>
                <a:lnTo>
                  <a:pt x="1889" y="1153"/>
                </a:lnTo>
                <a:lnTo>
                  <a:pt x="1889" y="1152"/>
                </a:lnTo>
                <a:lnTo>
                  <a:pt x="1890" y="1152"/>
                </a:lnTo>
                <a:lnTo>
                  <a:pt x="1890" y="1153"/>
                </a:lnTo>
                <a:lnTo>
                  <a:pt x="1891" y="1153"/>
                </a:lnTo>
                <a:lnTo>
                  <a:pt x="1891" y="1152"/>
                </a:lnTo>
                <a:lnTo>
                  <a:pt x="1891" y="1151"/>
                </a:lnTo>
                <a:lnTo>
                  <a:pt x="1892" y="1151"/>
                </a:lnTo>
                <a:lnTo>
                  <a:pt x="1891" y="1150"/>
                </a:lnTo>
                <a:lnTo>
                  <a:pt x="1890" y="1150"/>
                </a:lnTo>
                <a:lnTo>
                  <a:pt x="1889" y="1149"/>
                </a:lnTo>
                <a:lnTo>
                  <a:pt x="1888" y="1149"/>
                </a:lnTo>
                <a:lnTo>
                  <a:pt x="1887" y="1149"/>
                </a:lnTo>
                <a:lnTo>
                  <a:pt x="1886" y="1148"/>
                </a:lnTo>
                <a:lnTo>
                  <a:pt x="1885" y="1148"/>
                </a:lnTo>
                <a:lnTo>
                  <a:pt x="1885" y="1147"/>
                </a:lnTo>
                <a:lnTo>
                  <a:pt x="1886" y="1147"/>
                </a:lnTo>
                <a:lnTo>
                  <a:pt x="1886" y="1146"/>
                </a:lnTo>
                <a:lnTo>
                  <a:pt x="1886" y="1145"/>
                </a:lnTo>
                <a:lnTo>
                  <a:pt x="1886" y="1144"/>
                </a:lnTo>
                <a:lnTo>
                  <a:pt x="1887" y="1143"/>
                </a:lnTo>
                <a:lnTo>
                  <a:pt x="1888" y="1142"/>
                </a:lnTo>
                <a:lnTo>
                  <a:pt x="1887" y="1142"/>
                </a:lnTo>
                <a:lnTo>
                  <a:pt x="1886" y="1141"/>
                </a:lnTo>
                <a:lnTo>
                  <a:pt x="1884" y="1140"/>
                </a:lnTo>
                <a:lnTo>
                  <a:pt x="1883" y="1140"/>
                </a:lnTo>
                <a:lnTo>
                  <a:pt x="1882" y="1139"/>
                </a:lnTo>
                <a:lnTo>
                  <a:pt x="1881" y="1140"/>
                </a:lnTo>
                <a:lnTo>
                  <a:pt x="1881" y="1139"/>
                </a:lnTo>
                <a:lnTo>
                  <a:pt x="1880" y="1139"/>
                </a:lnTo>
                <a:lnTo>
                  <a:pt x="1880" y="1138"/>
                </a:lnTo>
                <a:lnTo>
                  <a:pt x="1879" y="1138"/>
                </a:lnTo>
                <a:lnTo>
                  <a:pt x="1879" y="1137"/>
                </a:lnTo>
                <a:lnTo>
                  <a:pt x="1878" y="1137"/>
                </a:lnTo>
                <a:lnTo>
                  <a:pt x="1877" y="1136"/>
                </a:lnTo>
                <a:lnTo>
                  <a:pt x="1876" y="1135"/>
                </a:lnTo>
                <a:lnTo>
                  <a:pt x="1875" y="1135"/>
                </a:lnTo>
                <a:lnTo>
                  <a:pt x="1874" y="1135"/>
                </a:lnTo>
                <a:lnTo>
                  <a:pt x="1874" y="1134"/>
                </a:lnTo>
                <a:lnTo>
                  <a:pt x="1876" y="1133"/>
                </a:lnTo>
                <a:lnTo>
                  <a:pt x="1877" y="1133"/>
                </a:lnTo>
                <a:lnTo>
                  <a:pt x="1878" y="1133"/>
                </a:lnTo>
                <a:lnTo>
                  <a:pt x="1878" y="1132"/>
                </a:lnTo>
                <a:lnTo>
                  <a:pt x="1879" y="1132"/>
                </a:lnTo>
                <a:lnTo>
                  <a:pt x="1879" y="1131"/>
                </a:lnTo>
                <a:lnTo>
                  <a:pt x="1880" y="1131"/>
                </a:lnTo>
                <a:lnTo>
                  <a:pt x="1881" y="1131"/>
                </a:lnTo>
                <a:lnTo>
                  <a:pt x="1882" y="1130"/>
                </a:lnTo>
                <a:lnTo>
                  <a:pt x="1882" y="1129"/>
                </a:lnTo>
                <a:lnTo>
                  <a:pt x="1882" y="1128"/>
                </a:lnTo>
                <a:lnTo>
                  <a:pt x="1881" y="1127"/>
                </a:lnTo>
                <a:lnTo>
                  <a:pt x="1880" y="1127"/>
                </a:lnTo>
                <a:lnTo>
                  <a:pt x="1879" y="1127"/>
                </a:lnTo>
                <a:lnTo>
                  <a:pt x="1880" y="1127"/>
                </a:lnTo>
                <a:lnTo>
                  <a:pt x="1880" y="1126"/>
                </a:lnTo>
                <a:lnTo>
                  <a:pt x="1879" y="1126"/>
                </a:lnTo>
                <a:lnTo>
                  <a:pt x="1879" y="1125"/>
                </a:lnTo>
                <a:lnTo>
                  <a:pt x="1878" y="1125"/>
                </a:lnTo>
                <a:lnTo>
                  <a:pt x="1878" y="1124"/>
                </a:lnTo>
                <a:lnTo>
                  <a:pt x="1878" y="1123"/>
                </a:lnTo>
                <a:lnTo>
                  <a:pt x="1879" y="1122"/>
                </a:lnTo>
                <a:lnTo>
                  <a:pt x="1879" y="1121"/>
                </a:lnTo>
                <a:lnTo>
                  <a:pt x="1880" y="1121"/>
                </a:lnTo>
                <a:lnTo>
                  <a:pt x="1880" y="1120"/>
                </a:lnTo>
                <a:lnTo>
                  <a:pt x="1879" y="1119"/>
                </a:lnTo>
                <a:lnTo>
                  <a:pt x="1879" y="1118"/>
                </a:lnTo>
                <a:lnTo>
                  <a:pt x="1878" y="1118"/>
                </a:lnTo>
                <a:lnTo>
                  <a:pt x="1878" y="1117"/>
                </a:lnTo>
                <a:lnTo>
                  <a:pt x="1877" y="1117"/>
                </a:lnTo>
                <a:lnTo>
                  <a:pt x="1877" y="1116"/>
                </a:lnTo>
                <a:lnTo>
                  <a:pt x="1876" y="1116"/>
                </a:lnTo>
                <a:lnTo>
                  <a:pt x="1875" y="1115"/>
                </a:lnTo>
                <a:lnTo>
                  <a:pt x="1874" y="1115"/>
                </a:lnTo>
                <a:lnTo>
                  <a:pt x="1872" y="1113"/>
                </a:lnTo>
                <a:lnTo>
                  <a:pt x="1872" y="1112"/>
                </a:lnTo>
                <a:lnTo>
                  <a:pt x="1871" y="1111"/>
                </a:lnTo>
                <a:lnTo>
                  <a:pt x="1870" y="1111"/>
                </a:lnTo>
                <a:lnTo>
                  <a:pt x="1870" y="1110"/>
                </a:lnTo>
                <a:lnTo>
                  <a:pt x="1868" y="1110"/>
                </a:lnTo>
                <a:lnTo>
                  <a:pt x="1868" y="1109"/>
                </a:lnTo>
                <a:lnTo>
                  <a:pt x="1867" y="1109"/>
                </a:lnTo>
                <a:lnTo>
                  <a:pt x="1866" y="1109"/>
                </a:lnTo>
                <a:lnTo>
                  <a:pt x="1865" y="1108"/>
                </a:lnTo>
                <a:lnTo>
                  <a:pt x="1865" y="1106"/>
                </a:lnTo>
                <a:lnTo>
                  <a:pt x="1864" y="1104"/>
                </a:lnTo>
                <a:lnTo>
                  <a:pt x="1863" y="1104"/>
                </a:lnTo>
                <a:lnTo>
                  <a:pt x="1863" y="1103"/>
                </a:lnTo>
                <a:lnTo>
                  <a:pt x="1862" y="1102"/>
                </a:lnTo>
                <a:lnTo>
                  <a:pt x="1860" y="1100"/>
                </a:lnTo>
                <a:lnTo>
                  <a:pt x="1858" y="1099"/>
                </a:lnTo>
                <a:lnTo>
                  <a:pt x="1859" y="1098"/>
                </a:lnTo>
                <a:lnTo>
                  <a:pt x="1859" y="1097"/>
                </a:lnTo>
                <a:lnTo>
                  <a:pt x="1860" y="1096"/>
                </a:lnTo>
                <a:lnTo>
                  <a:pt x="1859" y="1096"/>
                </a:lnTo>
                <a:lnTo>
                  <a:pt x="1858" y="1096"/>
                </a:lnTo>
                <a:lnTo>
                  <a:pt x="1857" y="1097"/>
                </a:lnTo>
                <a:lnTo>
                  <a:pt x="1855" y="1097"/>
                </a:lnTo>
                <a:lnTo>
                  <a:pt x="1855" y="1098"/>
                </a:lnTo>
                <a:lnTo>
                  <a:pt x="1854" y="1098"/>
                </a:lnTo>
                <a:lnTo>
                  <a:pt x="1853" y="1098"/>
                </a:lnTo>
                <a:lnTo>
                  <a:pt x="1852" y="1098"/>
                </a:lnTo>
                <a:lnTo>
                  <a:pt x="1851" y="1099"/>
                </a:lnTo>
                <a:lnTo>
                  <a:pt x="1850" y="1099"/>
                </a:lnTo>
                <a:lnTo>
                  <a:pt x="1849" y="1100"/>
                </a:lnTo>
                <a:lnTo>
                  <a:pt x="1849" y="1099"/>
                </a:lnTo>
                <a:lnTo>
                  <a:pt x="1848" y="1099"/>
                </a:lnTo>
                <a:lnTo>
                  <a:pt x="1847" y="1099"/>
                </a:lnTo>
                <a:lnTo>
                  <a:pt x="1847" y="1100"/>
                </a:lnTo>
                <a:lnTo>
                  <a:pt x="1846" y="1099"/>
                </a:lnTo>
                <a:lnTo>
                  <a:pt x="1845" y="1099"/>
                </a:lnTo>
                <a:lnTo>
                  <a:pt x="1844" y="1099"/>
                </a:lnTo>
                <a:lnTo>
                  <a:pt x="1842" y="1099"/>
                </a:lnTo>
                <a:lnTo>
                  <a:pt x="1842" y="1098"/>
                </a:lnTo>
                <a:lnTo>
                  <a:pt x="1841" y="1098"/>
                </a:lnTo>
                <a:lnTo>
                  <a:pt x="1841" y="1097"/>
                </a:lnTo>
                <a:lnTo>
                  <a:pt x="1840" y="1097"/>
                </a:lnTo>
                <a:lnTo>
                  <a:pt x="1838" y="1097"/>
                </a:lnTo>
                <a:lnTo>
                  <a:pt x="1836" y="1097"/>
                </a:lnTo>
                <a:lnTo>
                  <a:pt x="1835" y="1097"/>
                </a:lnTo>
                <a:lnTo>
                  <a:pt x="1835" y="1098"/>
                </a:lnTo>
                <a:lnTo>
                  <a:pt x="1835" y="1099"/>
                </a:lnTo>
                <a:lnTo>
                  <a:pt x="1834" y="1099"/>
                </a:lnTo>
                <a:lnTo>
                  <a:pt x="1834" y="1098"/>
                </a:lnTo>
                <a:lnTo>
                  <a:pt x="1833" y="1098"/>
                </a:lnTo>
                <a:lnTo>
                  <a:pt x="1831" y="1098"/>
                </a:lnTo>
                <a:lnTo>
                  <a:pt x="1830" y="1098"/>
                </a:lnTo>
                <a:lnTo>
                  <a:pt x="1829" y="1098"/>
                </a:lnTo>
                <a:lnTo>
                  <a:pt x="1828" y="1098"/>
                </a:lnTo>
                <a:lnTo>
                  <a:pt x="1828" y="1099"/>
                </a:lnTo>
                <a:lnTo>
                  <a:pt x="1827" y="1099"/>
                </a:lnTo>
                <a:lnTo>
                  <a:pt x="1826" y="1099"/>
                </a:lnTo>
                <a:lnTo>
                  <a:pt x="1826" y="1100"/>
                </a:lnTo>
                <a:lnTo>
                  <a:pt x="1826" y="1101"/>
                </a:lnTo>
                <a:lnTo>
                  <a:pt x="1826" y="1102"/>
                </a:lnTo>
                <a:lnTo>
                  <a:pt x="1825" y="1103"/>
                </a:lnTo>
                <a:lnTo>
                  <a:pt x="1824" y="1104"/>
                </a:lnTo>
                <a:lnTo>
                  <a:pt x="1823" y="1104"/>
                </a:lnTo>
                <a:lnTo>
                  <a:pt x="1822" y="1104"/>
                </a:lnTo>
                <a:lnTo>
                  <a:pt x="1822" y="1105"/>
                </a:lnTo>
                <a:lnTo>
                  <a:pt x="1822" y="1106"/>
                </a:lnTo>
                <a:lnTo>
                  <a:pt x="1823" y="1106"/>
                </a:lnTo>
                <a:lnTo>
                  <a:pt x="1824" y="1106"/>
                </a:lnTo>
                <a:lnTo>
                  <a:pt x="1824" y="1107"/>
                </a:lnTo>
                <a:lnTo>
                  <a:pt x="1824" y="1108"/>
                </a:lnTo>
                <a:lnTo>
                  <a:pt x="1824" y="1109"/>
                </a:lnTo>
                <a:lnTo>
                  <a:pt x="1824" y="1110"/>
                </a:lnTo>
                <a:lnTo>
                  <a:pt x="1824" y="1111"/>
                </a:lnTo>
                <a:lnTo>
                  <a:pt x="1823" y="1111"/>
                </a:lnTo>
                <a:lnTo>
                  <a:pt x="1822" y="1112"/>
                </a:lnTo>
                <a:lnTo>
                  <a:pt x="1819" y="1112"/>
                </a:lnTo>
                <a:lnTo>
                  <a:pt x="1818" y="1112"/>
                </a:lnTo>
                <a:lnTo>
                  <a:pt x="1817" y="1112"/>
                </a:lnTo>
                <a:lnTo>
                  <a:pt x="1816" y="1112"/>
                </a:lnTo>
                <a:lnTo>
                  <a:pt x="1816" y="1111"/>
                </a:lnTo>
                <a:lnTo>
                  <a:pt x="1814" y="1111"/>
                </a:lnTo>
                <a:lnTo>
                  <a:pt x="1813" y="1110"/>
                </a:lnTo>
                <a:lnTo>
                  <a:pt x="1812" y="1110"/>
                </a:lnTo>
                <a:lnTo>
                  <a:pt x="1811" y="1110"/>
                </a:lnTo>
                <a:lnTo>
                  <a:pt x="1810" y="1111"/>
                </a:lnTo>
                <a:lnTo>
                  <a:pt x="1809" y="1111"/>
                </a:lnTo>
                <a:lnTo>
                  <a:pt x="1806" y="1111"/>
                </a:lnTo>
                <a:lnTo>
                  <a:pt x="1805" y="1111"/>
                </a:lnTo>
                <a:lnTo>
                  <a:pt x="1803" y="1112"/>
                </a:lnTo>
                <a:lnTo>
                  <a:pt x="1801" y="1112"/>
                </a:lnTo>
                <a:lnTo>
                  <a:pt x="1801" y="1111"/>
                </a:lnTo>
                <a:lnTo>
                  <a:pt x="1798" y="1111"/>
                </a:lnTo>
                <a:lnTo>
                  <a:pt x="1797" y="1111"/>
                </a:lnTo>
                <a:lnTo>
                  <a:pt x="1797" y="1110"/>
                </a:lnTo>
                <a:lnTo>
                  <a:pt x="1796" y="1110"/>
                </a:lnTo>
                <a:lnTo>
                  <a:pt x="1795" y="1110"/>
                </a:lnTo>
                <a:lnTo>
                  <a:pt x="1794" y="1111"/>
                </a:lnTo>
                <a:lnTo>
                  <a:pt x="1794" y="1112"/>
                </a:lnTo>
                <a:lnTo>
                  <a:pt x="1793" y="1112"/>
                </a:lnTo>
                <a:lnTo>
                  <a:pt x="1791" y="1113"/>
                </a:lnTo>
                <a:lnTo>
                  <a:pt x="1791" y="1112"/>
                </a:lnTo>
                <a:lnTo>
                  <a:pt x="1790" y="1112"/>
                </a:lnTo>
                <a:lnTo>
                  <a:pt x="1789" y="1112"/>
                </a:lnTo>
                <a:lnTo>
                  <a:pt x="1788" y="1113"/>
                </a:lnTo>
                <a:lnTo>
                  <a:pt x="1788" y="1114"/>
                </a:lnTo>
                <a:lnTo>
                  <a:pt x="1787" y="1115"/>
                </a:lnTo>
                <a:lnTo>
                  <a:pt x="1787" y="1116"/>
                </a:lnTo>
                <a:lnTo>
                  <a:pt x="1786" y="1116"/>
                </a:lnTo>
                <a:lnTo>
                  <a:pt x="1785" y="1115"/>
                </a:lnTo>
                <a:lnTo>
                  <a:pt x="1784" y="1115"/>
                </a:lnTo>
                <a:lnTo>
                  <a:pt x="1783" y="1116"/>
                </a:lnTo>
                <a:lnTo>
                  <a:pt x="1781" y="1117"/>
                </a:lnTo>
                <a:lnTo>
                  <a:pt x="1781" y="1118"/>
                </a:lnTo>
                <a:lnTo>
                  <a:pt x="1779" y="1119"/>
                </a:lnTo>
                <a:lnTo>
                  <a:pt x="1778" y="1119"/>
                </a:lnTo>
                <a:lnTo>
                  <a:pt x="1777" y="1120"/>
                </a:lnTo>
                <a:lnTo>
                  <a:pt x="1778" y="1120"/>
                </a:lnTo>
                <a:lnTo>
                  <a:pt x="1777" y="1121"/>
                </a:lnTo>
                <a:lnTo>
                  <a:pt x="1777" y="1122"/>
                </a:lnTo>
                <a:lnTo>
                  <a:pt x="1776" y="1123"/>
                </a:lnTo>
                <a:lnTo>
                  <a:pt x="1777" y="1125"/>
                </a:lnTo>
                <a:lnTo>
                  <a:pt x="1778" y="1127"/>
                </a:lnTo>
                <a:lnTo>
                  <a:pt x="1778" y="1128"/>
                </a:lnTo>
                <a:lnTo>
                  <a:pt x="1779" y="1130"/>
                </a:lnTo>
                <a:lnTo>
                  <a:pt x="1779" y="1132"/>
                </a:lnTo>
                <a:lnTo>
                  <a:pt x="1778" y="1133"/>
                </a:lnTo>
                <a:lnTo>
                  <a:pt x="1778" y="1134"/>
                </a:lnTo>
                <a:lnTo>
                  <a:pt x="1778" y="1135"/>
                </a:lnTo>
                <a:lnTo>
                  <a:pt x="1779" y="1135"/>
                </a:lnTo>
                <a:lnTo>
                  <a:pt x="1780" y="1135"/>
                </a:lnTo>
                <a:lnTo>
                  <a:pt x="1780" y="1136"/>
                </a:lnTo>
                <a:lnTo>
                  <a:pt x="1779" y="1136"/>
                </a:lnTo>
                <a:lnTo>
                  <a:pt x="1779" y="1137"/>
                </a:lnTo>
                <a:lnTo>
                  <a:pt x="1780" y="1137"/>
                </a:lnTo>
                <a:lnTo>
                  <a:pt x="1780" y="1138"/>
                </a:lnTo>
                <a:lnTo>
                  <a:pt x="1780" y="1139"/>
                </a:lnTo>
                <a:lnTo>
                  <a:pt x="1779" y="1140"/>
                </a:lnTo>
                <a:lnTo>
                  <a:pt x="1778" y="1140"/>
                </a:lnTo>
                <a:lnTo>
                  <a:pt x="1777" y="1140"/>
                </a:lnTo>
                <a:lnTo>
                  <a:pt x="1777" y="1139"/>
                </a:lnTo>
                <a:lnTo>
                  <a:pt x="1776" y="1139"/>
                </a:lnTo>
                <a:lnTo>
                  <a:pt x="1775" y="1140"/>
                </a:lnTo>
                <a:lnTo>
                  <a:pt x="1774" y="1140"/>
                </a:lnTo>
                <a:lnTo>
                  <a:pt x="1774" y="1139"/>
                </a:lnTo>
                <a:lnTo>
                  <a:pt x="1773" y="1139"/>
                </a:lnTo>
                <a:lnTo>
                  <a:pt x="1772" y="1139"/>
                </a:lnTo>
                <a:lnTo>
                  <a:pt x="1771" y="1139"/>
                </a:lnTo>
                <a:lnTo>
                  <a:pt x="1770" y="1139"/>
                </a:lnTo>
                <a:lnTo>
                  <a:pt x="1769" y="1138"/>
                </a:lnTo>
                <a:lnTo>
                  <a:pt x="1768" y="1138"/>
                </a:lnTo>
                <a:lnTo>
                  <a:pt x="1767" y="1138"/>
                </a:lnTo>
                <a:lnTo>
                  <a:pt x="1768" y="1138"/>
                </a:lnTo>
                <a:lnTo>
                  <a:pt x="1768" y="1139"/>
                </a:lnTo>
                <a:lnTo>
                  <a:pt x="1768" y="1140"/>
                </a:lnTo>
                <a:lnTo>
                  <a:pt x="1770" y="1141"/>
                </a:lnTo>
                <a:lnTo>
                  <a:pt x="1770" y="1142"/>
                </a:lnTo>
                <a:lnTo>
                  <a:pt x="1771" y="1143"/>
                </a:lnTo>
                <a:lnTo>
                  <a:pt x="1773" y="1143"/>
                </a:lnTo>
                <a:lnTo>
                  <a:pt x="1774" y="1144"/>
                </a:lnTo>
                <a:lnTo>
                  <a:pt x="1774" y="1145"/>
                </a:lnTo>
                <a:lnTo>
                  <a:pt x="1775" y="1146"/>
                </a:lnTo>
                <a:lnTo>
                  <a:pt x="1776" y="1146"/>
                </a:lnTo>
                <a:lnTo>
                  <a:pt x="1775" y="1146"/>
                </a:lnTo>
                <a:lnTo>
                  <a:pt x="1775" y="1147"/>
                </a:lnTo>
                <a:lnTo>
                  <a:pt x="1776" y="1147"/>
                </a:lnTo>
                <a:lnTo>
                  <a:pt x="1776" y="1148"/>
                </a:lnTo>
                <a:lnTo>
                  <a:pt x="1777" y="1148"/>
                </a:lnTo>
                <a:lnTo>
                  <a:pt x="1777" y="1149"/>
                </a:lnTo>
                <a:lnTo>
                  <a:pt x="1777" y="1150"/>
                </a:lnTo>
                <a:lnTo>
                  <a:pt x="1777" y="1151"/>
                </a:lnTo>
                <a:lnTo>
                  <a:pt x="1776" y="1151"/>
                </a:lnTo>
                <a:lnTo>
                  <a:pt x="1776" y="1152"/>
                </a:lnTo>
                <a:lnTo>
                  <a:pt x="1777" y="1153"/>
                </a:lnTo>
                <a:lnTo>
                  <a:pt x="1777" y="1154"/>
                </a:lnTo>
                <a:lnTo>
                  <a:pt x="1776" y="1154"/>
                </a:lnTo>
                <a:lnTo>
                  <a:pt x="1776" y="1156"/>
                </a:lnTo>
                <a:lnTo>
                  <a:pt x="1776" y="1157"/>
                </a:lnTo>
                <a:lnTo>
                  <a:pt x="1776" y="1158"/>
                </a:lnTo>
                <a:lnTo>
                  <a:pt x="1774" y="1159"/>
                </a:lnTo>
                <a:lnTo>
                  <a:pt x="1773" y="1159"/>
                </a:lnTo>
                <a:lnTo>
                  <a:pt x="1772" y="1159"/>
                </a:lnTo>
                <a:lnTo>
                  <a:pt x="1772" y="1160"/>
                </a:lnTo>
                <a:lnTo>
                  <a:pt x="1771" y="1160"/>
                </a:lnTo>
                <a:lnTo>
                  <a:pt x="1768" y="1162"/>
                </a:lnTo>
                <a:lnTo>
                  <a:pt x="1766" y="1161"/>
                </a:lnTo>
                <a:lnTo>
                  <a:pt x="1766" y="1160"/>
                </a:lnTo>
                <a:lnTo>
                  <a:pt x="1767" y="1160"/>
                </a:lnTo>
                <a:lnTo>
                  <a:pt x="1766" y="1160"/>
                </a:lnTo>
                <a:lnTo>
                  <a:pt x="1765" y="1160"/>
                </a:lnTo>
                <a:lnTo>
                  <a:pt x="1764" y="1161"/>
                </a:lnTo>
                <a:lnTo>
                  <a:pt x="1763" y="1162"/>
                </a:lnTo>
                <a:lnTo>
                  <a:pt x="1763" y="1163"/>
                </a:lnTo>
                <a:lnTo>
                  <a:pt x="1762" y="1164"/>
                </a:lnTo>
                <a:lnTo>
                  <a:pt x="1759" y="1164"/>
                </a:lnTo>
                <a:lnTo>
                  <a:pt x="1759" y="1165"/>
                </a:lnTo>
                <a:lnTo>
                  <a:pt x="1757" y="1165"/>
                </a:lnTo>
                <a:lnTo>
                  <a:pt x="1756" y="1165"/>
                </a:lnTo>
                <a:lnTo>
                  <a:pt x="1755" y="1165"/>
                </a:lnTo>
                <a:lnTo>
                  <a:pt x="1755" y="1166"/>
                </a:lnTo>
                <a:lnTo>
                  <a:pt x="1754" y="1166"/>
                </a:lnTo>
                <a:lnTo>
                  <a:pt x="1753" y="1166"/>
                </a:lnTo>
                <a:lnTo>
                  <a:pt x="1752" y="1166"/>
                </a:lnTo>
                <a:lnTo>
                  <a:pt x="1751" y="1166"/>
                </a:lnTo>
                <a:lnTo>
                  <a:pt x="1750" y="1166"/>
                </a:lnTo>
                <a:lnTo>
                  <a:pt x="1750" y="1167"/>
                </a:lnTo>
                <a:lnTo>
                  <a:pt x="1749" y="1167"/>
                </a:lnTo>
                <a:lnTo>
                  <a:pt x="1749" y="1166"/>
                </a:lnTo>
                <a:lnTo>
                  <a:pt x="1748" y="1166"/>
                </a:lnTo>
                <a:lnTo>
                  <a:pt x="1747" y="1166"/>
                </a:lnTo>
                <a:lnTo>
                  <a:pt x="1746" y="1166"/>
                </a:lnTo>
                <a:lnTo>
                  <a:pt x="1745" y="1165"/>
                </a:lnTo>
                <a:lnTo>
                  <a:pt x="1745" y="1164"/>
                </a:lnTo>
                <a:lnTo>
                  <a:pt x="1744" y="1163"/>
                </a:lnTo>
                <a:lnTo>
                  <a:pt x="1743" y="1162"/>
                </a:lnTo>
                <a:lnTo>
                  <a:pt x="1742" y="1161"/>
                </a:lnTo>
                <a:lnTo>
                  <a:pt x="1741" y="1161"/>
                </a:lnTo>
                <a:lnTo>
                  <a:pt x="1741" y="1162"/>
                </a:lnTo>
                <a:lnTo>
                  <a:pt x="1740" y="1163"/>
                </a:lnTo>
                <a:lnTo>
                  <a:pt x="1739" y="1164"/>
                </a:lnTo>
                <a:lnTo>
                  <a:pt x="1738" y="1164"/>
                </a:lnTo>
                <a:lnTo>
                  <a:pt x="1736" y="1165"/>
                </a:lnTo>
                <a:lnTo>
                  <a:pt x="1735" y="1165"/>
                </a:lnTo>
                <a:lnTo>
                  <a:pt x="1734" y="1165"/>
                </a:lnTo>
                <a:lnTo>
                  <a:pt x="1733" y="1165"/>
                </a:lnTo>
                <a:lnTo>
                  <a:pt x="1732" y="1165"/>
                </a:lnTo>
                <a:lnTo>
                  <a:pt x="1732" y="1164"/>
                </a:lnTo>
                <a:lnTo>
                  <a:pt x="1733" y="1164"/>
                </a:lnTo>
                <a:lnTo>
                  <a:pt x="1734" y="1163"/>
                </a:lnTo>
                <a:lnTo>
                  <a:pt x="1734" y="1162"/>
                </a:lnTo>
                <a:lnTo>
                  <a:pt x="1735" y="1161"/>
                </a:lnTo>
                <a:lnTo>
                  <a:pt x="1735" y="1160"/>
                </a:lnTo>
                <a:lnTo>
                  <a:pt x="1734" y="1160"/>
                </a:lnTo>
                <a:lnTo>
                  <a:pt x="1733" y="1159"/>
                </a:lnTo>
                <a:lnTo>
                  <a:pt x="1732" y="1159"/>
                </a:lnTo>
                <a:lnTo>
                  <a:pt x="1731" y="1159"/>
                </a:lnTo>
                <a:lnTo>
                  <a:pt x="1731" y="1158"/>
                </a:lnTo>
                <a:lnTo>
                  <a:pt x="1730" y="1158"/>
                </a:lnTo>
                <a:lnTo>
                  <a:pt x="1729" y="1158"/>
                </a:lnTo>
                <a:lnTo>
                  <a:pt x="1728" y="1158"/>
                </a:lnTo>
                <a:lnTo>
                  <a:pt x="1727" y="1158"/>
                </a:lnTo>
                <a:lnTo>
                  <a:pt x="1726" y="1158"/>
                </a:lnTo>
                <a:lnTo>
                  <a:pt x="1726" y="1159"/>
                </a:lnTo>
                <a:lnTo>
                  <a:pt x="1725" y="1160"/>
                </a:lnTo>
                <a:lnTo>
                  <a:pt x="1725" y="1161"/>
                </a:lnTo>
                <a:lnTo>
                  <a:pt x="1725" y="1162"/>
                </a:lnTo>
                <a:lnTo>
                  <a:pt x="1724" y="1162"/>
                </a:lnTo>
                <a:lnTo>
                  <a:pt x="1723" y="1162"/>
                </a:lnTo>
                <a:lnTo>
                  <a:pt x="1722" y="1163"/>
                </a:lnTo>
                <a:lnTo>
                  <a:pt x="1721" y="1164"/>
                </a:lnTo>
                <a:lnTo>
                  <a:pt x="1720" y="1164"/>
                </a:lnTo>
                <a:lnTo>
                  <a:pt x="1719" y="1165"/>
                </a:lnTo>
                <a:lnTo>
                  <a:pt x="1718" y="1165"/>
                </a:lnTo>
                <a:lnTo>
                  <a:pt x="1717" y="1166"/>
                </a:lnTo>
                <a:lnTo>
                  <a:pt x="1717" y="1167"/>
                </a:lnTo>
                <a:lnTo>
                  <a:pt x="1717" y="1168"/>
                </a:lnTo>
                <a:lnTo>
                  <a:pt x="1716" y="1169"/>
                </a:lnTo>
                <a:lnTo>
                  <a:pt x="1716" y="1170"/>
                </a:lnTo>
                <a:lnTo>
                  <a:pt x="1716" y="1171"/>
                </a:lnTo>
                <a:lnTo>
                  <a:pt x="1715" y="1172"/>
                </a:lnTo>
                <a:lnTo>
                  <a:pt x="1715" y="1173"/>
                </a:lnTo>
                <a:lnTo>
                  <a:pt x="1714" y="1173"/>
                </a:lnTo>
                <a:lnTo>
                  <a:pt x="1713" y="1173"/>
                </a:lnTo>
                <a:lnTo>
                  <a:pt x="1713" y="1172"/>
                </a:lnTo>
                <a:lnTo>
                  <a:pt x="1712" y="1172"/>
                </a:lnTo>
                <a:lnTo>
                  <a:pt x="1712" y="1173"/>
                </a:lnTo>
                <a:lnTo>
                  <a:pt x="1711" y="1173"/>
                </a:lnTo>
                <a:lnTo>
                  <a:pt x="1710" y="1173"/>
                </a:lnTo>
                <a:lnTo>
                  <a:pt x="1709" y="1172"/>
                </a:lnTo>
                <a:lnTo>
                  <a:pt x="1708" y="1173"/>
                </a:lnTo>
                <a:lnTo>
                  <a:pt x="1707" y="1174"/>
                </a:lnTo>
                <a:lnTo>
                  <a:pt x="1706" y="1175"/>
                </a:lnTo>
                <a:lnTo>
                  <a:pt x="1706" y="1176"/>
                </a:lnTo>
                <a:lnTo>
                  <a:pt x="1706" y="1177"/>
                </a:lnTo>
                <a:lnTo>
                  <a:pt x="1707" y="1177"/>
                </a:lnTo>
                <a:lnTo>
                  <a:pt x="1708" y="1178"/>
                </a:lnTo>
                <a:lnTo>
                  <a:pt x="1708" y="1179"/>
                </a:lnTo>
                <a:lnTo>
                  <a:pt x="1708" y="1180"/>
                </a:lnTo>
                <a:lnTo>
                  <a:pt x="1707" y="1181"/>
                </a:lnTo>
                <a:lnTo>
                  <a:pt x="1706" y="1181"/>
                </a:lnTo>
                <a:lnTo>
                  <a:pt x="1706" y="1182"/>
                </a:lnTo>
                <a:lnTo>
                  <a:pt x="1704" y="1182"/>
                </a:lnTo>
                <a:lnTo>
                  <a:pt x="1702" y="1181"/>
                </a:lnTo>
                <a:lnTo>
                  <a:pt x="1700" y="1181"/>
                </a:lnTo>
                <a:lnTo>
                  <a:pt x="1700" y="1182"/>
                </a:lnTo>
                <a:lnTo>
                  <a:pt x="1698" y="1182"/>
                </a:lnTo>
                <a:lnTo>
                  <a:pt x="1698" y="1181"/>
                </a:lnTo>
                <a:lnTo>
                  <a:pt x="1698" y="1180"/>
                </a:lnTo>
                <a:lnTo>
                  <a:pt x="1697" y="1180"/>
                </a:lnTo>
                <a:lnTo>
                  <a:pt x="1697" y="1179"/>
                </a:lnTo>
                <a:lnTo>
                  <a:pt x="1697" y="1178"/>
                </a:lnTo>
                <a:lnTo>
                  <a:pt x="1697" y="1177"/>
                </a:lnTo>
                <a:lnTo>
                  <a:pt x="1696" y="1175"/>
                </a:lnTo>
                <a:lnTo>
                  <a:pt x="1695" y="1174"/>
                </a:lnTo>
                <a:lnTo>
                  <a:pt x="1694" y="1173"/>
                </a:lnTo>
                <a:lnTo>
                  <a:pt x="1693" y="1173"/>
                </a:lnTo>
                <a:lnTo>
                  <a:pt x="1693" y="1172"/>
                </a:lnTo>
                <a:lnTo>
                  <a:pt x="1693" y="1171"/>
                </a:lnTo>
                <a:lnTo>
                  <a:pt x="1692" y="1171"/>
                </a:lnTo>
                <a:lnTo>
                  <a:pt x="1692" y="1170"/>
                </a:lnTo>
                <a:lnTo>
                  <a:pt x="1692" y="1169"/>
                </a:lnTo>
                <a:lnTo>
                  <a:pt x="1691" y="1168"/>
                </a:lnTo>
                <a:lnTo>
                  <a:pt x="1691" y="1167"/>
                </a:lnTo>
                <a:lnTo>
                  <a:pt x="1690" y="1167"/>
                </a:lnTo>
                <a:lnTo>
                  <a:pt x="1690" y="1166"/>
                </a:lnTo>
                <a:lnTo>
                  <a:pt x="1690" y="1165"/>
                </a:lnTo>
                <a:lnTo>
                  <a:pt x="1690" y="1164"/>
                </a:lnTo>
                <a:lnTo>
                  <a:pt x="1689" y="1164"/>
                </a:lnTo>
                <a:lnTo>
                  <a:pt x="1689" y="1165"/>
                </a:lnTo>
                <a:lnTo>
                  <a:pt x="1688" y="1165"/>
                </a:lnTo>
                <a:lnTo>
                  <a:pt x="1687" y="1165"/>
                </a:lnTo>
                <a:lnTo>
                  <a:pt x="1686" y="1166"/>
                </a:lnTo>
                <a:lnTo>
                  <a:pt x="1685" y="1166"/>
                </a:lnTo>
                <a:lnTo>
                  <a:pt x="1683" y="1166"/>
                </a:lnTo>
                <a:lnTo>
                  <a:pt x="1683" y="1165"/>
                </a:lnTo>
                <a:lnTo>
                  <a:pt x="1681" y="1166"/>
                </a:lnTo>
                <a:lnTo>
                  <a:pt x="1681" y="1167"/>
                </a:lnTo>
                <a:lnTo>
                  <a:pt x="1680" y="1167"/>
                </a:lnTo>
                <a:lnTo>
                  <a:pt x="1680" y="1168"/>
                </a:lnTo>
                <a:lnTo>
                  <a:pt x="1678" y="1168"/>
                </a:lnTo>
                <a:lnTo>
                  <a:pt x="1678" y="1169"/>
                </a:lnTo>
                <a:lnTo>
                  <a:pt x="1676" y="1171"/>
                </a:lnTo>
                <a:lnTo>
                  <a:pt x="1675" y="1171"/>
                </a:lnTo>
                <a:lnTo>
                  <a:pt x="1674" y="1171"/>
                </a:lnTo>
                <a:lnTo>
                  <a:pt x="1674" y="1170"/>
                </a:lnTo>
                <a:lnTo>
                  <a:pt x="1673" y="1170"/>
                </a:lnTo>
                <a:lnTo>
                  <a:pt x="1672" y="1171"/>
                </a:lnTo>
                <a:lnTo>
                  <a:pt x="1672" y="1172"/>
                </a:lnTo>
                <a:lnTo>
                  <a:pt x="1671" y="1173"/>
                </a:lnTo>
                <a:lnTo>
                  <a:pt x="1670" y="1174"/>
                </a:lnTo>
                <a:lnTo>
                  <a:pt x="1666" y="1176"/>
                </a:lnTo>
                <a:lnTo>
                  <a:pt x="1665" y="1177"/>
                </a:lnTo>
                <a:lnTo>
                  <a:pt x="1664" y="1177"/>
                </a:lnTo>
                <a:lnTo>
                  <a:pt x="1663" y="1178"/>
                </a:lnTo>
                <a:lnTo>
                  <a:pt x="1662" y="1178"/>
                </a:lnTo>
                <a:lnTo>
                  <a:pt x="1660" y="1179"/>
                </a:lnTo>
                <a:lnTo>
                  <a:pt x="1659" y="1180"/>
                </a:lnTo>
                <a:lnTo>
                  <a:pt x="1658" y="1181"/>
                </a:lnTo>
                <a:lnTo>
                  <a:pt x="1658" y="1180"/>
                </a:lnTo>
                <a:lnTo>
                  <a:pt x="1658" y="1181"/>
                </a:lnTo>
                <a:lnTo>
                  <a:pt x="1657" y="1181"/>
                </a:lnTo>
                <a:lnTo>
                  <a:pt x="1656" y="1182"/>
                </a:lnTo>
                <a:lnTo>
                  <a:pt x="1655" y="1183"/>
                </a:lnTo>
                <a:lnTo>
                  <a:pt x="1654" y="1183"/>
                </a:lnTo>
                <a:lnTo>
                  <a:pt x="1653" y="1183"/>
                </a:lnTo>
                <a:lnTo>
                  <a:pt x="1652" y="1183"/>
                </a:lnTo>
                <a:lnTo>
                  <a:pt x="1652" y="1184"/>
                </a:lnTo>
                <a:lnTo>
                  <a:pt x="1651" y="1184"/>
                </a:lnTo>
                <a:lnTo>
                  <a:pt x="1648" y="1185"/>
                </a:lnTo>
                <a:lnTo>
                  <a:pt x="1647" y="1185"/>
                </a:lnTo>
                <a:lnTo>
                  <a:pt x="1646" y="1185"/>
                </a:lnTo>
                <a:lnTo>
                  <a:pt x="1646" y="1186"/>
                </a:lnTo>
                <a:lnTo>
                  <a:pt x="1645" y="1186"/>
                </a:lnTo>
                <a:lnTo>
                  <a:pt x="1644" y="1187"/>
                </a:lnTo>
                <a:lnTo>
                  <a:pt x="1643" y="1187"/>
                </a:lnTo>
                <a:lnTo>
                  <a:pt x="1642" y="1187"/>
                </a:lnTo>
                <a:lnTo>
                  <a:pt x="1640" y="1188"/>
                </a:lnTo>
                <a:lnTo>
                  <a:pt x="1639" y="1188"/>
                </a:lnTo>
                <a:lnTo>
                  <a:pt x="1637" y="1189"/>
                </a:lnTo>
                <a:lnTo>
                  <a:pt x="1636" y="1189"/>
                </a:lnTo>
                <a:lnTo>
                  <a:pt x="1635" y="1189"/>
                </a:lnTo>
                <a:lnTo>
                  <a:pt x="1635" y="1190"/>
                </a:lnTo>
                <a:lnTo>
                  <a:pt x="1635" y="1191"/>
                </a:lnTo>
                <a:lnTo>
                  <a:pt x="1636" y="1192"/>
                </a:lnTo>
                <a:lnTo>
                  <a:pt x="1637" y="1192"/>
                </a:lnTo>
                <a:lnTo>
                  <a:pt x="1637" y="1193"/>
                </a:lnTo>
                <a:lnTo>
                  <a:pt x="1638" y="1193"/>
                </a:lnTo>
                <a:lnTo>
                  <a:pt x="1639" y="1193"/>
                </a:lnTo>
                <a:lnTo>
                  <a:pt x="1639" y="1194"/>
                </a:lnTo>
                <a:lnTo>
                  <a:pt x="1638" y="1195"/>
                </a:lnTo>
                <a:lnTo>
                  <a:pt x="1638" y="1196"/>
                </a:lnTo>
                <a:lnTo>
                  <a:pt x="1638" y="1197"/>
                </a:lnTo>
                <a:lnTo>
                  <a:pt x="1639" y="1198"/>
                </a:lnTo>
                <a:lnTo>
                  <a:pt x="1639" y="1199"/>
                </a:lnTo>
                <a:lnTo>
                  <a:pt x="1640" y="1199"/>
                </a:lnTo>
                <a:lnTo>
                  <a:pt x="1640" y="1200"/>
                </a:lnTo>
                <a:lnTo>
                  <a:pt x="1641" y="1200"/>
                </a:lnTo>
                <a:lnTo>
                  <a:pt x="1640" y="1200"/>
                </a:lnTo>
                <a:lnTo>
                  <a:pt x="1640" y="1201"/>
                </a:lnTo>
                <a:lnTo>
                  <a:pt x="1639" y="1201"/>
                </a:lnTo>
                <a:lnTo>
                  <a:pt x="1637" y="1201"/>
                </a:lnTo>
                <a:lnTo>
                  <a:pt x="1636" y="1201"/>
                </a:lnTo>
                <a:lnTo>
                  <a:pt x="1635" y="1201"/>
                </a:lnTo>
                <a:lnTo>
                  <a:pt x="1634" y="1201"/>
                </a:lnTo>
                <a:lnTo>
                  <a:pt x="1634" y="1200"/>
                </a:lnTo>
                <a:lnTo>
                  <a:pt x="1633" y="1199"/>
                </a:lnTo>
                <a:lnTo>
                  <a:pt x="1632" y="1198"/>
                </a:lnTo>
                <a:lnTo>
                  <a:pt x="1630" y="1198"/>
                </a:lnTo>
                <a:lnTo>
                  <a:pt x="1630" y="1199"/>
                </a:lnTo>
                <a:lnTo>
                  <a:pt x="1631" y="1199"/>
                </a:lnTo>
                <a:lnTo>
                  <a:pt x="1631" y="1200"/>
                </a:lnTo>
                <a:lnTo>
                  <a:pt x="1631" y="1201"/>
                </a:lnTo>
                <a:lnTo>
                  <a:pt x="1630" y="1202"/>
                </a:lnTo>
                <a:lnTo>
                  <a:pt x="1629" y="1202"/>
                </a:lnTo>
                <a:lnTo>
                  <a:pt x="1628" y="1202"/>
                </a:lnTo>
                <a:lnTo>
                  <a:pt x="1626" y="1203"/>
                </a:lnTo>
                <a:lnTo>
                  <a:pt x="1625" y="1203"/>
                </a:lnTo>
                <a:lnTo>
                  <a:pt x="1625" y="1202"/>
                </a:lnTo>
                <a:lnTo>
                  <a:pt x="1625" y="1200"/>
                </a:lnTo>
                <a:lnTo>
                  <a:pt x="1624" y="1200"/>
                </a:lnTo>
                <a:lnTo>
                  <a:pt x="1622" y="1200"/>
                </a:lnTo>
                <a:lnTo>
                  <a:pt x="1620" y="1200"/>
                </a:lnTo>
                <a:lnTo>
                  <a:pt x="1620" y="1199"/>
                </a:lnTo>
                <a:lnTo>
                  <a:pt x="1620" y="1198"/>
                </a:lnTo>
                <a:lnTo>
                  <a:pt x="1619" y="1198"/>
                </a:lnTo>
                <a:lnTo>
                  <a:pt x="1617" y="1199"/>
                </a:lnTo>
                <a:lnTo>
                  <a:pt x="1617" y="1198"/>
                </a:lnTo>
                <a:lnTo>
                  <a:pt x="1616" y="1198"/>
                </a:lnTo>
                <a:lnTo>
                  <a:pt x="1615" y="1198"/>
                </a:lnTo>
                <a:lnTo>
                  <a:pt x="1614" y="1199"/>
                </a:lnTo>
                <a:lnTo>
                  <a:pt x="1613" y="1199"/>
                </a:lnTo>
                <a:lnTo>
                  <a:pt x="1613" y="1200"/>
                </a:lnTo>
                <a:lnTo>
                  <a:pt x="1612" y="1200"/>
                </a:lnTo>
                <a:lnTo>
                  <a:pt x="1611" y="1200"/>
                </a:lnTo>
                <a:lnTo>
                  <a:pt x="1610" y="1200"/>
                </a:lnTo>
                <a:lnTo>
                  <a:pt x="1609" y="1199"/>
                </a:lnTo>
                <a:lnTo>
                  <a:pt x="1608" y="1199"/>
                </a:lnTo>
                <a:lnTo>
                  <a:pt x="1607" y="1199"/>
                </a:lnTo>
                <a:lnTo>
                  <a:pt x="1606" y="1199"/>
                </a:lnTo>
                <a:lnTo>
                  <a:pt x="1605" y="1199"/>
                </a:lnTo>
                <a:lnTo>
                  <a:pt x="1604" y="1199"/>
                </a:lnTo>
                <a:lnTo>
                  <a:pt x="1603" y="1199"/>
                </a:lnTo>
                <a:lnTo>
                  <a:pt x="1601" y="1199"/>
                </a:lnTo>
                <a:lnTo>
                  <a:pt x="1600" y="1199"/>
                </a:lnTo>
                <a:lnTo>
                  <a:pt x="1597" y="1199"/>
                </a:lnTo>
                <a:lnTo>
                  <a:pt x="1596" y="1199"/>
                </a:lnTo>
                <a:lnTo>
                  <a:pt x="1596" y="1200"/>
                </a:lnTo>
                <a:lnTo>
                  <a:pt x="1595" y="1200"/>
                </a:lnTo>
                <a:lnTo>
                  <a:pt x="1594" y="1200"/>
                </a:lnTo>
                <a:lnTo>
                  <a:pt x="1595" y="1200"/>
                </a:lnTo>
                <a:lnTo>
                  <a:pt x="1595" y="1199"/>
                </a:lnTo>
                <a:lnTo>
                  <a:pt x="1596" y="1198"/>
                </a:lnTo>
                <a:lnTo>
                  <a:pt x="1596" y="1197"/>
                </a:lnTo>
                <a:lnTo>
                  <a:pt x="1597" y="1197"/>
                </a:lnTo>
                <a:lnTo>
                  <a:pt x="1598" y="1196"/>
                </a:lnTo>
                <a:lnTo>
                  <a:pt x="1598" y="1195"/>
                </a:lnTo>
                <a:lnTo>
                  <a:pt x="1598" y="1194"/>
                </a:lnTo>
                <a:lnTo>
                  <a:pt x="1598" y="1193"/>
                </a:lnTo>
                <a:lnTo>
                  <a:pt x="1598" y="1192"/>
                </a:lnTo>
                <a:lnTo>
                  <a:pt x="1598" y="1191"/>
                </a:lnTo>
                <a:lnTo>
                  <a:pt x="1598" y="1190"/>
                </a:lnTo>
                <a:lnTo>
                  <a:pt x="1598" y="1188"/>
                </a:lnTo>
                <a:lnTo>
                  <a:pt x="1598" y="1186"/>
                </a:lnTo>
                <a:lnTo>
                  <a:pt x="1598" y="1185"/>
                </a:lnTo>
                <a:lnTo>
                  <a:pt x="1598" y="1184"/>
                </a:lnTo>
                <a:lnTo>
                  <a:pt x="1597" y="1181"/>
                </a:lnTo>
                <a:lnTo>
                  <a:pt x="1596" y="1181"/>
                </a:lnTo>
                <a:lnTo>
                  <a:pt x="1595" y="1180"/>
                </a:lnTo>
                <a:lnTo>
                  <a:pt x="1595" y="1179"/>
                </a:lnTo>
                <a:lnTo>
                  <a:pt x="1595" y="1178"/>
                </a:lnTo>
                <a:lnTo>
                  <a:pt x="1596" y="1178"/>
                </a:lnTo>
                <a:lnTo>
                  <a:pt x="1597" y="1178"/>
                </a:lnTo>
                <a:lnTo>
                  <a:pt x="1599" y="1178"/>
                </a:lnTo>
                <a:lnTo>
                  <a:pt x="1600" y="1177"/>
                </a:lnTo>
                <a:lnTo>
                  <a:pt x="1600" y="1176"/>
                </a:lnTo>
                <a:lnTo>
                  <a:pt x="1601" y="1175"/>
                </a:lnTo>
                <a:lnTo>
                  <a:pt x="1601" y="1174"/>
                </a:lnTo>
                <a:lnTo>
                  <a:pt x="1600" y="1174"/>
                </a:lnTo>
                <a:lnTo>
                  <a:pt x="1599" y="1174"/>
                </a:lnTo>
                <a:lnTo>
                  <a:pt x="1599" y="1172"/>
                </a:lnTo>
                <a:lnTo>
                  <a:pt x="1599" y="1171"/>
                </a:lnTo>
                <a:lnTo>
                  <a:pt x="1600" y="1170"/>
                </a:lnTo>
                <a:lnTo>
                  <a:pt x="1600" y="1169"/>
                </a:lnTo>
                <a:lnTo>
                  <a:pt x="1600" y="1168"/>
                </a:lnTo>
                <a:lnTo>
                  <a:pt x="1599" y="1168"/>
                </a:lnTo>
                <a:lnTo>
                  <a:pt x="1599" y="1167"/>
                </a:lnTo>
                <a:lnTo>
                  <a:pt x="1599" y="1166"/>
                </a:lnTo>
                <a:lnTo>
                  <a:pt x="1600" y="1166"/>
                </a:lnTo>
                <a:lnTo>
                  <a:pt x="1601" y="1166"/>
                </a:lnTo>
                <a:lnTo>
                  <a:pt x="1601" y="1165"/>
                </a:lnTo>
                <a:lnTo>
                  <a:pt x="1600" y="1164"/>
                </a:lnTo>
                <a:lnTo>
                  <a:pt x="1599" y="1163"/>
                </a:lnTo>
                <a:lnTo>
                  <a:pt x="1599" y="1162"/>
                </a:lnTo>
                <a:lnTo>
                  <a:pt x="1599" y="1161"/>
                </a:lnTo>
                <a:lnTo>
                  <a:pt x="1599" y="1159"/>
                </a:lnTo>
                <a:lnTo>
                  <a:pt x="1598" y="1159"/>
                </a:lnTo>
                <a:lnTo>
                  <a:pt x="1598" y="1158"/>
                </a:lnTo>
                <a:lnTo>
                  <a:pt x="1597" y="1158"/>
                </a:lnTo>
                <a:lnTo>
                  <a:pt x="1596" y="1157"/>
                </a:lnTo>
                <a:lnTo>
                  <a:pt x="1595" y="1157"/>
                </a:lnTo>
                <a:lnTo>
                  <a:pt x="1596" y="1157"/>
                </a:lnTo>
                <a:lnTo>
                  <a:pt x="1597" y="1156"/>
                </a:lnTo>
                <a:lnTo>
                  <a:pt x="1596" y="1155"/>
                </a:lnTo>
                <a:lnTo>
                  <a:pt x="1595" y="1155"/>
                </a:lnTo>
                <a:lnTo>
                  <a:pt x="1595" y="1154"/>
                </a:lnTo>
                <a:lnTo>
                  <a:pt x="1594" y="1154"/>
                </a:lnTo>
                <a:lnTo>
                  <a:pt x="1594" y="1152"/>
                </a:lnTo>
                <a:lnTo>
                  <a:pt x="1594" y="1151"/>
                </a:lnTo>
                <a:lnTo>
                  <a:pt x="1594" y="1150"/>
                </a:lnTo>
                <a:lnTo>
                  <a:pt x="1594" y="1149"/>
                </a:lnTo>
                <a:lnTo>
                  <a:pt x="1593" y="1147"/>
                </a:lnTo>
                <a:lnTo>
                  <a:pt x="1592" y="1146"/>
                </a:lnTo>
                <a:lnTo>
                  <a:pt x="1591" y="1145"/>
                </a:lnTo>
                <a:lnTo>
                  <a:pt x="1591" y="1144"/>
                </a:lnTo>
                <a:lnTo>
                  <a:pt x="1588" y="1144"/>
                </a:lnTo>
                <a:lnTo>
                  <a:pt x="1588" y="1145"/>
                </a:lnTo>
                <a:lnTo>
                  <a:pt x="1588" y="1146"/>
                </a:lnTo>
                <a:lnTo>
                  <a:pt x="1587" y="1146"/>
                </a:lnTo>
                <a:lnTo>
                  <a:pt x="1586" y="1146"/>
                </a:lnTo>
                <a:lnTo>
                  <a:pt x="1586" y="1147"/>
                </a:lnTo>
                <a:lnTo>
                  <a:pt x="1585" y="1147"/>
                </a:lnTo>
                <a:lnTo>
                  <a:pt x="1584" y="1147"/>
                </a:lnTo>
                <a:lnTo>
                  <a:pt x="1583" y="1147"/>
                </a:lnTo>
                <a:lnTo>
                  <a:pt x="1582" y="1147"/>
                </a:lnTo>
                <a:lnTo>
                  <a:pt x="1580" y="1147"/>
                </a:lnTo>
                <a:lnTo>
                  <a:pt x="1579" y="1147"/>
                </a:lnTo>
                <a:lnTo>
                  <a:pt x="1578" y="1147"/>
                </a:lnTo>
                <a:lnTo>
                  <a:pt x="1577" y="1147"/>
                </a:lnTo>
                <a:lnTo>
                  <a:pt x="1576" y="1148"/>
                </a:lnTo>
                <a:lnTo>
                  <a:pt x="1575" y="1148"/>
                </a:lnTo>
                <a:lnTo>
                  <a:pt x="1574" y="1148"/>
                </a:lnTo>
                <a:lnTo>
                  <a:pt x="1574" y="1147"/>
                </a:lnTo>
                <a:lnTo>
                  <a:pt x="1573" y="1147"/>
                </a:lnTo>
                <a:lnTo>
                  <a:pt x="1572" y="1146"/>
                </a:lnTo>
                <a:lnTo>
                  <a:pt x="1571" y="1146"/>
                </a:lnTo>
                <a:lnTo>
                  <a:pt x="1570" y="1146"/>
                </a:lnTo>
                <a:lnTo>
                  <a:pt x="1569" y="1146"/>
                </a:lnTo>
                <a:lnTo>
                  <a:pt x="1567" y="1146"/>
                </a:lnTo>
                <a:lnTo>
                  <a:pt x="1567" y="1147"/>
                </a:lnTo>
                <a:lnTo>
                  <a:pt x="1566" y="1147"/>
                </a:lnTo>
                <a:lnTo>
                  <a:pt x="1563" y="1147"/>
                </a:lnTo>
                <a:lnTo>
                  <a:pt x="1563" y="1148"/>
                </a:lnTo>
                <a:lnTo>
                  <a:pt x="1562" y="1149"/>
                </a:lnTo>
                <a:lnTo>
                  <a:pt x="1562" y="1150"/>
                </a:lnTo>
                <a:lnTo>
                  <a:pt x="1562" y="1151"/>
                </a:lnTo>
                <a:lnTo>
                  <a:pt x="1562" y="1152"/>
                </a:lnTo>
                <a:lnTo>
                  <a:pt x="1561" y="1153"/>
                </a:lnTo>
                <a:lnTo>
                  <a:pt x="1560" y="1153"/>
                </a:lnTo>
                <a:lnTo>
                  <a:pt x="1559" y="1154"/>
                </a:lnTo>
                <a:lnTo>
                  <a:pt x="1559" y="1155"/>
                </a:lnTo>
                <a:lnTo>
                  <a:pt x="1558" y="1155"/>
                </a:lnTo>
                <a:lnTo>
                  <a:pt x="1558" y="1156"/>
                </a:lnTo>
                <a:lnTo>
                  <a:pt x="1559" y="1157"/>
                </a:lnTo>
                <a:lnTo>
                  <a:pt x="1560" y="1157"/>
                </a:lnTo>
                <a:lnTo>
                  <a:pt x="1560" y="1158"/>
                </a:lnTo>
                <a:lnTo>
                  <a:pt x="1560" y="1159"/>
                </a:lnTo>
                <a:lnTo>
                  <a:pt x="1561" y="1160"/>
                </a:lnTo>
                <a:lnTo>
                  <a:pt x="1562" y="1160"/>
                </a:lnTo>
                <a:lnTo>
                  <a:pt x="1563" y="1161"/>
                </a:lnTo>
                <a:lnTo>
                  <a:pt x="1563" y="1162"/>
                </a:lnTo>
                <a:lnTo>
                  <a:pt x="1562" y="1162"/>
                </a:lnTo>
                <a:lnTo>
                  <a:pt x="1561" y="1162"/>
                </a:lnTo>
                <a:lnTo>
                  <a:pt x="1561" y="1163"/>
                </a:lnTo>
                <a:lnTo>
                  <a:pt x="1560" y="1163"/>
                </a:lnTo>
                <a:lnTo>
                  <a:pt x="1560" y="1164"/>
                </a:lnTo>
                <a:lnTo>
                  <a:pt x="1559" y="1164"/>
                </a:lnTo>
                <a:lnTo>
                  <a:pt x="1558" y="1164"/>
                </a:lnTo>
                <a:lnTo>
                  <a:pt x="1556" y="1165"/>
                </a:lnTo>
                <a:lnTo>
                  <a:pt x="1555" y="1165"/>
                </a:lnTo>
                <a:lnTo>
                  <a:pt x="1554" y="1165"/>
                </a:lnTo>
                <a:lnTo>
                  <a:pt x="1553" y="1165"/>
                </a:lnTo>
                <a:lnTo>
                  <a:pt x="1553" y="1164"/>
                </a:lnTo>
                <a:lnTo>
                  <a:pt x="1552" y="1164"/>
                </a:lnTo>
                <a:lnTo>
                  <a:pt x="1551" y="1164"/>
                </a:lnTo>
                <a:lnTo>
                  <a:pt x="1550" y="1164"/>
                </a:lnTo>
                <a:lnTo>
                  <a:pt x="1549" y="1164"/>
                </a:lnTo>
                <a:lnTo>
                  <a:pt x="1548" y="1164"/>
                </a:lnTo>
                <a:lnTo>
                  <a:pt x="1548" y="1165"/>
                </a:lnTo>
                <a:lnTo>
                  <a:pt x="1548" y="1166"/>
                </a:lnTo>
                <a:lnTo>
                  <a:pt x="1548" y="1167"/>
                </a:lnTo>
                <a:lnTo>
                  <a:pt x="1547" y="1167"/>
                </a:lnTo>
                <a:lnTo>
                  <a:pt x="1547" y="1166"/>
                </a:lnTo>
                <a:lnTo>
                  <a:pt x="1546" y="1166"/>
                </a:lnTo>
                <a:lnTo>
                  <a:pt x="1546" y="1167"/>
                </a:lnTo>
                <a:lnTo>
                  <a:pt x="1546" y="1168"/>
                </a:lnTo>
                <a:lnTo>
                  <a:pt x="1545" y="1169"/>
                </a:lnTo>
                <a:lnTo>
                  <a:pt x="1545" y="1170"/>
                </a:lnTo>
                <a:lnTo>
                  <a:pt x="1544" y="1170"/>
                </a:lnTo>
                <a:lnTo>
                  <a:pt x="1543" y="1171"/>
                </a:lnTo>
                <a:lnTo>
                  <a:pt x="1543" y="1172"/>
                </a:lnTo>
                <a:lnTo>
                  <a:pt x="1542" y="1173"/>
                </a:lnTo>
                <a:lnTo>
                  <a:pt x="1542" y="1174"/>
                </a:lnTo>
                <a:lnTo>
                  <a:pt x="1541" y="1175"/>
                </a:lnTo>
                <a:lnTo>
                  <a:pt x="1540" y="1175"/>
                </a:lnTo>
                <a:lnTo>
                  <a:pt x="1538" y="1176"/>
                </a:lnTo>
                <a:lnTo>
                  <a:pt x="1538" y="1177"/>
                </a:lnTo>
                <a:lnTo>
                  <a:pt x="1537" y="1178"/>
                </a:lnTo>
                <a:lnTo>
                  <a:pt x="1537" y="1179"/>
                </a:lnTo>
                <a:lnTo>
                  <a:pt x="1536" y="1179"/>
                </a:lnTo>
                <a:lnTo>
                  <a:pt x="1535" y="1180"/>
                </a:lnTo>
                <a:lnTo>
                  <a:pt x="1535" y="1181"/>
                </a:lnTo>
                <a:lnTo>
                  <a:pt x="1534" y="1181"/>
                </a:lnTo>
                <a:lnTo>
                  <a:pt x="1534" y="1182"/>
                </a:lnTo>
                <a:lnTo>
                  <a:pt x="1535" y="1182"/>
                </a:lnTo>
                <a:lnTo>
                  <a:pt x="1535" y="1183"/>
                </a:lnTo>
                <a:lnTo>
                  <a:pt x="1535" y="1184"/>
                </a:lnTo>
                <a:lnTo>
                  <a:pt x="1536" y="1184"/>
                </a:lnTo>
                <a:lnTo>
                  <a:pt x="1536" y="1185"/>
                </a:lnTo>
                <a:lnTo>
                  <a:pt x="1535" y="1186"/>
                </a:lnTo>
                <a:lnTo>
                  <a:pt x="1537" y="1187"/>
                </a:lnTo>
                <a:lnTo>
                  <a:pt x="1537" y="1188"/>
                </a:lnTo>
                <a:lnTo>
                  <a:pt x="1538" y="1189"/>
                </a:lnTo>
                <a:lnTo>
                  <a:pt x="1537" y="1189"/>
                </a:lnTo>
                <a:lnTo>
                  <a:pt x="1538" y="1190"/>
                </a:lnTo>
                <a:lnTo>
                  <a:pt x="1537" y="1190"/>
                </a:lnTo>
                <a:lnTo>
                  <a:pt x="1536" y="1190"/>
                </a:lnTo>
                <a:lnTo>
                  <a:pt x="1536" y="1191"/>
                </a:lnTo>
                <a:lnTo>
                  <a:pt x="1536" y="1192"/>
                </a:lnTo>
                <a:lnTo>
                  <a:pt x="1537" y="1192"/>
                </a:lnTo>
                <a:lnTo>
                  <a:pt x="1537" y="1193"/>
                </a:lnTo>
                <a:lnTo>
                  <a:pt x="1538" y="1195"/>
                </a:lnTo>
                <a:lnTo>
                  <a:pt x="1539" y="1197"/>
                </a:lnTo>
                <a:lnTo>
                  <a:pt x="1539" y="1198"/>
                </a:lnTo>
                <a:lnTo>
                  <a:pt x="1537" y="1198"/>
                </a:lnTo>
                <a:lnTo>
                  <a:pt x="1537" y="1199"/>
                </a:lnTo>
                <a:lnTo>
                  <a:pt x="1537" y="1200"/>
                </a:lnTo>
                <a:lnTo>
                  <a:pt x="1538" y="1200"/>
                </a:lnTo>
                <a:lnTo>
                  <a:pt x="1537" y="1202"/>
                </a:lnTo>
                <a:lnTo>
                  <a:pt x="1536" y="1202"/>
                </a:lnTo>
                <a:lnTo>
                  <a:pt x="1536" y="1203"/>
                </a:lnTo>
                <a:lnTo>
                  <a:pt x="1537" y="1203"/>
                </a:lnTo>
                <a:lnTo>
                  <a:pt x="1537" y="1204"/>
                </a:lnTo>
                <a:lnTo>
                  <a:pt x="1537" y="1206"/>
                </a:lnTo>
                <a:lnTo>
                  <a:pt x="1537" y="1209"/>
                </a:lnTo>
                <a:lnTo>
                  <a:pt x="1536" y="1209"/>
                </a:lnTo>
                <a:lnTo>
                  <a:pt x="1535" y="1209"/>
                </a:lnTo>
                <a:lnTo>
                  <a:pt x="1535" y="1208"/>
                </a:lnTo>
                <a:lnTo>
                  <a:pt x="1532" y="1208"/>
                </a:lnTo>
                <a:lnTo>
                  <a:pt x="1531" y="1208"/>
                </a:lnTo>
                <a:lnTo>
                  <a:pt x="1530" y="1207"/>
                </a:lnTo>
                <a:lnTo>
                  <a:pt x="1529" y="1207"/>
                </a:lnTo>
                <a:lnTo>
                  <a:pt x="1528" y="1207"/>
                </a:lnTo>
                <a:lnTo>
                  <a:pt x="1527" y="1206"/>
                </a:lnTo>
                <a:lnTo>
                  <a:pt x="1526" y="1206"/>
                </a:lnTo>
                <a:lnTo>
                  <a:pt x="1524" y="1207"/>
                </a:lnTo>
                <a:lnTo>
                  <a:pt x="1523" y="1207"/>
                </a:lnTo>
                <a:lnTo>
                  <a:pt x="1522" y="1207"/>
                </a:lnTo>
                <a:lnTo>
                  <a:pt x="1522" y="1208"/>
                </a:lnTo>
                <a:lnTo>
                  <a:pt x="1521" y="1208"/>
                </a:lnTo>
                <a:lnTo>
                  <a:pt x="1521" y="1207"/>
                </a:lnTo>
                <a:lnTo>
                  <a:pt x="1520" y="1207"/>
                </a:lnTo>
                <a:lnTo>
                  <a:pt x="1519" y="1207"/>
                </a:lnTo>
                <a:lnTo>
                  <a:pt x="1519" y="1208"/>
                </a:lnTo>
                <a:lnTo>
                  <a:pt x="1518" y="1208"/>
                </a:lnTo>
                <a:lnTo>
                  <a:pt x="1517" y="1208"/>
                </a:lnTo>
                <a:lnTo>
                  <a:pt x="1517" y="1209"/>
                </a:lnTo>
                <a:lnTo>
                  <a:pt x="1516" y="1209"/>
                </a:lnTo>
                <a:lnTo>
                  <a:pt x="1515" y="1209"/>
                </a:lnTo>
                <a:lnTo>
                  <a:pt x="1515" y="1210"/>
                </a:lnTo>
                <a:lnTo>
                  <a:pt x="1514" y="1210"/>
                </a:lnTo>
                <a:lnTo>
                  <a:pt x="1514" y="1211"/>
                </a:lnTo>
                <a:lnTo>
                  <a:pt x="1513" y="1211"/>
                </a:lnTo>
                <a:lnTo>
                  <a:pt x="1512" y="1212"/>
                </a:lnTo>
                <a:lnTo>
                  <a:pt x="1511" y="1212"/>
                </a:lnTo>
                <a:lnTo>
                  <a:pt x="1510" y="1212"/>
                </a:lnTo>
                <a:lnTo>
                  <a:pt x="1510" y="1213"/>
                </a:lnTo>
                <a:lnTo>
                  <a:pt x="1510" y="1214"/>
                </a:lnTo>
                <a:lnTo>
                  <a:pt x="1509" y="1214"/>
                </a:lnTo>
                <a:lnTo>
                  <a:pt x="1509" y="1215"/>
                </a:lnTo>
                <a:lnTo>
                  <a:pt x="1509" y="1217"/>
                </a:lnTo>
                <a:lnTo>
                  <a:pt x="1508" y="1217"/>
                </a:lnTo>
                <a:lnTo>
                  <a:pt x="1507" y="1217"/>
                </a:lnTo>
                <a:lnTo>
                  <a:pt x="1506" y="1217"/>
                </a:lnTo>
                <a:lnTo>
                  <a:pt x="1506" y="1218"/>
                </a:lnTo>
                <a:lnTo>
                  <a:pt x="1505" y="1219"/>
                </a:lnTo>
                <a:lnTo>
                  <a:pt x="1505" y="1220"/>
                </a:lnTo>
                <a:lnTo>
                  <a:pt x="1507" y="1221"/>
                </a:lnTo>
                <a:lnTo>
                  <a:pt x="1508" y="1221"/>
                </a:lnTo>
                <a:lnTo>
                  <a:pt x="1509" y="1221"/>
                </a:lnTo>
                <a:lnTo>
                  <a:pt x="1510" y="1222"/>
                </a:lnTo>
                <a:lnTo>
                  <a:pt x="1511" y="1222"/>
                </a:lnTo>
                <a:lnTo>
                  <a:pt x="1511" y="1223"/>
                </a:lnTo>
                <a:lnTo>
                  <a:pt x="1511" y="1224"/>
                </a:lnTo>
                <a:lnTo>
                  <a:pt x="1511" y="1225"/>
                </a:lnTo>
                <a:lnTo>
                  <a:pt x="1511" y="1226"/>
                </a:lnTo>
                <a:lnTo>
                  <a:pt x="1510" y="1226"/>
                </a:lnTo>
                <a:lnTo>
                  <a:pt x="1510" y="1227"/>
                </a:lnTo>
                <a:lnTo>
                  <a:pt x="1510" y="1228"/>
                </a:lnTo>
                <a:lnTo>
                  <a:pt x="1509" y="1228"/>
                </a:lnTo>
                <a:lnTo>
                  <a:pt x="1510" y="1229"/>
                </a:lnTo>
                <a:lnTo>
                  <a:pt x="1509" y="1229"/>
                </a:lnTo>
                <a:lnTo>
                  <a:pt x="1508" y="1230"/>
                </a:lnTo>
                <a:lnTo>
                  <a:pt x="1507" y="1230"/>
                </a:lnTo>
                <a:lnTo>
                  <a:pt x="1508" y="1230"/>
                </a:lnTo>
                <a:lnTo>
                  <a:pt x="1508" y="1231"/>
                </a:lnTo>
                <a:lnTo>
                  <a:pt x="1508" y="1232"/>
                </a:lnTo>
                <a:lnTo>
                  <a:pt x="1509" y="1232"/>
                </a:lnTo>
                <a:lnTo>
                  <a:pt x="1510" y="1233"/>
                </a:lnTo>
                <a:lnTo>
                  <a:pt x="1510" y="1232"/>
                </a:lnTo>
                <a:lnTo>
                  <a:pt x="1511" y="1232"/>
                </a:lnTo>
                <a:lnTo>
                  <a:pt x="1512" y="1233"/>
                </a:lnTo>
                <a:lnTo>
                  <a:pt x="1513" y="1233"/>
                </a:lnTo>
                <a:lnTo>
                  <a:pt x="1513" y="1234"/>
                </a:lnTo>
                <a:lnTo>
                  <a:pt x="1512" y="1234"/>
                </a:lnTo>
                <a:lnTo>
                  <a:pt x="1512" y="1235"/>
                </a:lnTo>
                <a:lnTo>
                  <a:pt x="1512" y="1236"/>
                </a:lnTo>
                <a:lnTo>
                  <a:pt x="1513" y="1236"/>
                </a:lnTo>
                <a:lnTo>
                  <a:pt x="1513" y="1237"/>
                </a:lnTo>
                <a:lnTo>
                  <a:pt x="1513" y="1238"/>
                </a:lnTo>
                <a:lnTo>
                  <a:pt x="1514" y="1238"/>
                </a:lnTo>
                <a:lnTo>
                  <a:pt x="1514" y="1236"/>
                </a:lnTo>
                <a:lnTo>
                  <a:pt x="1514" y="1235"/>
                </a:lnTo>
                <a:lnTo>
                  <a:pt x="1515" y="1235"/>
                </a:lnTo>
                <a:lnTo>
                  <a:pt x="1516" y="1235"/>
                </a:lnTo>
                <a:lnTo>
                  <a:pt x="1516" y="1236"/>
                </a:lnTo>
                <a:lnTo>
                  <a:pt x="1517" y="1236"/>
                </a:lnTo>
                <a:lnTo>
                  <a:pt x="1517" y="1237"/>
                </a:lnTo>
                <a:lnTo>
                  <a:pt x="1517" y="1238"/>
                </a:lnTo>
                <a:lnTo>
                  <a:pt x="1518" y="1239"/>
                </a:lnTo>
                <a:lnTo>
                  <a:pt x="1518" y="1240"/>
                </a:lnTo>
                <a:lnTo>
                  <a:pt x="1517" y="1240"/>
                </a:lnTo>
                <a:lnTo>
                  <a:pt x="1517" y="1241"/>
                </a:lnTo>
                <a:lnTo>
                  <a:pt x="1517" y="1242"/>
                </a:lnTo>
                <a:lnTo>
                  <a:pt x="1517" y="1243"/>
                </a:lnTo>
                <a:lnTo>
                  <a:pt x="1517" y="1244"/>
                </a:lnTo>
                <a:lnTo>
                  <a:pt x="1516" y="1244"/>
                </a:lnTo>
                <a:lnTo>
                  <a:pt x="1515" y="1244"/>
                </a:lnTo>
                <a:lnTo>
                  <a:pt x="1514" y="1244"/>
                </a:lnTo>
                <a:lnTo>
                  <a:pt x="1514" y="1245"/>
                </a:lnTo>
                <a:lnTo>
                  <a:pt x="1513" y="1245"/>
                </a:lnTo>
                <a:lnTo>
                  <a:pt x="1512" y="1245"/>
                </a:lnTo>
                <a:lnTo>
                  <a:pt x="1512" y="1244"/>
                </a:lnTo>
                <a:lnTo>
                  <a:pt x="1511" y="1244"/>
                </a:lnTo>
                <a:lnTo>
                  <a:pt x="1511" y="1245"/>
                </a:lnTo>
                <a:lnTo>
                  <a:pt x="1510" y="1245"/>
                </a:lnTo>
                <a:lnTo>
                  <a:pt x="1509" y="1245"/>
                </a:lnTo>
                <a:lnTo>
                  <a:pt x="1508" y="1247"/>
                </a:lnTo>
                <a:lnTo>
                  <a:pt x="1508" y="1248"/>
                </a:lnTo>
                <a:lnTo>
                  <a:pt x="1507" y="1249"/>
                </a:lnTo>
                <a:lnTo>
                  <a:pt x="1506" y="1249"/>
                </a:lnTo>
                <a:lnTo>
                  <a:pt x="1506" y="1250"/>
                </a:lnTo>
                <a:lnTo>
                  <a:pt x="1505" y="1251"/>
                </a:lnTo>
                <a:lnTo>
                  <a:pt x="1506" y="1251"/>
                </a:lnTo>
                <a:lnTo>
                  <a:pt x="1506" y="1252"/>
                </a:lnTo>
                <a:lnTo>
                  <a:pt x="1504" y="1251"/>
                </a:lnTo>
                <a:lnTo>
                  <a:pt x="1502" y="1251"/>
                </a:lnTo>
                <a:lnTo>
                  <a:pt x="1501" y="1252"/>
                </a:lnTo>
                <a:lnTo>
                  <a:pt x="1501" y="1253"/>
                </a:lnTo>
                <a:lnTo>
                  <a:pt x="1502" y="1255"/>
                </a:lnTo>
                <a:lnTo>
                  <a:pt x="1503" y="1254"/>
                </a:lnTo>
                <a:lnTo>
                  <a:pt x="1504" y="1254"/>
                </a:lnTo>
                <a:lnTo>
                  <a:pt x="1505" y="1255"/>
                </a:lnTo>
                <a:lnTo>
                  <a:pt x="1505" y="1256"/>
                </a:lnTo>
                <a:lnTo>
                  <a:pt x="1506" y="1257"/>
                </a:lnTo>
                <a:lnTo>
                  <a:pt x="1507" y="1257"/>
                </a:lnTo>
                <a:lnTo>
                  <a:pt x="1507" y="1258"/>
                </a:lnTo>
                <a:lnTo>
                  <a:pt x="1509" y="1258"/>
                </a:lnTo>
                <a:lnTo>
                  <a:pt x="1509" y="1259"/>
                </a:lnTo>
                <a:lnTo>
                  <a:pt x="1509" y="1260"/>
                </a:lnTo>
                <a:lnTo>
                  <a:pt x="1510" y="1261"/>
                </a:lnTo>
                <a:lnTo>
                  <a:pt x="1511" y="1262"/>
                </a:lnTo>
                <a:lnTo>
                  <a:pt x="1512" y="1262"/>
                </a:lnTo>
                <a:lnTo>
                  <a:pt x="1513" y="1262"/>
                </a:lnTo>
                <a:lnTo>
                  <a:pt x="1513" y="1263"/>
                </a:lnTo>
                <a:lnTo>
                  <a:pt x="1513" y="1264"/>
                </a:lnTo>
                <a:lnTo>
                  <a:pt x="1514" y="1264"/>
                </a:lnTo>
                <a:lnTo>
                  <a:pt x="1514" y="1263"/>
                </a:lnTo>
                <a:lnTo>
                  <a:pt x="1515" y="1264"/>
                </a:lnTo>
                <a:lnTo>
                  <a:pt x="1515" y="1266"/>
                </a:lnTo>
                <a:lnTo>
                  <a:pt x="1515" y="1267"/>
                </a:lnTo>
                <a:lnTo>
                  <a:pt x="1515" y="1268"/>
                </a:lnTo>
                <a:lnTo>
                  <a:pt x="1515" y="1269"/>
                </a:lnTo>
                <a:lnTo>
                  <a:pt x="1516" y="1269"/>
                </a:lnTo>
                <a:lnTo>
                  <a:pt x="1516" y="1268"/>
                </a:lnTo>
                <a:lnTo>
                  <a:pt x="1517" y="1268"/>
                </a:lnTo>
                <a:lnTo>
                  <a:pt x="1517" y="1269"/>
                </a:lnTo>
                <a:lnTo>
                  <a:pt x="1518" y="1269"/>
                </a:lnTo>
                <a:lnTo>
                  <a:pt x="1519" y="1269"/>
                </a:lnTo>
                <a:lnTo>
                  <a:pt x="1521" y="1269"/>
                </a:lnTo>
                <a:lnTo>
                  <a:pt x="1521" y="1270"/>
                </a:lnTo>
                <a:lnTo>
                  <a:pt x="1522" y="1270"/>
                </a:lnTo>
                <a:lnTo>
                  <a:pt x="1521" y="1270"/>
                </a:lnTo>
                <a:lnTo>
                  <a:pt x="1520" y="1271"/>
                </a:lnTo>
                <a:lnTo>
                  <a:pt x="1520" y="1272"/>
                </a:lnTo>
                <a:lnTo>
                  <a:pt x="1521" y="1273"/>
                </a:lnTo>
                <a:lnTo>
                  <a:pt x="1521" y="1274"/>
                </a:lnTo>
                <a:lnTo>
                  <a:pt x="1521" y="1276"/>
                </a:lnTo>
                <a:lnTo>
                  <a:pt x="1522" y="1277"/>
                </a:lnTo>
                <a:lnTo>
                  <a:pt x="1523" y="1277"/>
                </a:lnTo>
                <a:lnTo>
                  <a:pt x="1522" y="1278"/>
                </a:lnTo>
                <a:lnTo>
                  <a:pt x="1521" y="1279"/>
                </a:lnTo>
                <a:lnTo>
                  <a:pt x="1521" y="1280"/>
                </a:lnTo>
                <a:lnTo>
                  <a:pt x="1522" y="1281"/>
                </a:lnTo>
                <a:lnTo>
                  <a:pt x="1522" y="1282"/>
                </a:lnTo>
                <a:lnTo>
                  <a:pt x="1523" y="1283"/>
                </a:lnTo>
                <a:lnTo>
                  <a:pt x="1523" y="1284"/>
                </a:lnTo>
                <a:lnTo>
                  <a:pt x="1524" y="1284"/>
                </a:lnTo>
                <a:lnTo>
                  <a:pt x="1524" y="1283"/>
                </a:lnTo>
                <a:lnTo>
                  <a:pt x="1525" y="1283"/>
                </a:lnTo>
                <a:lnTo>
                  <a:pt x="1526" y="1283"/>
                </a:lnTo>
                <a:lnTo>
                  <a:pt x="1526" y="1284"/>
                </a:lnTo>
                <a:lnTo>
                  <a:pt x="1526" y="1285"/>
                </a:lnTo>
                <a:lnTo>
                  <a:pt x="1526" y="1286"/>
                </a:lnTo>
                <a:lnTo>
                  <a:pt x="1526" y="1287"/>
                </a:lnTo>
                <a:lnTo>
                  <a:pt x="1527" y="1288"/>
                </a:lnTo>
                <a:lnTo>
                  <a:pt x="1528" y="1288"/>
                </a:lnTo>
                <a:lnTo>
                  <a:pt x="1529" y="1288"/>
                </a:lnTo>
                <a:lnTo>
                  <a:pt x="1528" y="1288"/>
                </a:lnTo>
                <a:lnTo>
                  <a:pt x="1528" y="1289"/>
                </a:lnTo>
                <a:lnTo>
                  <a:pt x="1527" y="1289"/>
                </a:lnTo>
                <a:lnTo>
                  <a:pt x="1526" y="1289"/>
                </a:lnTo>
                <a:lnTo>
                  <a:pt x="1525" y="1289"/>
                </a:lnTo>
                <a:lnTo>
                  <a:pt x="1524" y="1289"/>
                </a:lnTo>
                <a:lnTo>
                  <a:pt x="1524" y="1290"/>
                </a:lnTo>
                <a:lnTo>
                  <a:pt x="1523" y="1290"/>
                </a:lnTo>
                <a:lnTo>
                  <a:pt x="1522" y="1290"/>
                </a:lnTo>
                <a:lnTo>
                  <a:pt x="1522" y="1291"/>
                </a:lnTo>
                <a:lnTo>
                  <a:pt x="1522" y="1293"/>
                </a:lnTo>
                <a:lnTo>
                  <a:pt x="1523" y="1294"/>
                </a:lnTo>
                <a:lnTo>
                  <a:pt x="1523" y="1295"/>
                </a:lnTo>
                <a:lnTo>
                  <a:pt x="1523" y="1296"/>
                </a:lnTo>
                <a:lnTo>
                  <a:pt x="1523" y="1297"/>
                </a:lnTo>
                <a:lnTo>
                  <a:pt x="1522" y="1298"/>
                </a:lnTo>
                <a:lnTo>
                  <a:pt x="1522" y="1299"/>
                </a:lnTo>
                <a:lnTo>
                  <a:pt x="1523" y="1299"/>
                </a:lnTo>
                <a:lnTo>
                  <a:pt x="1522" y="1299"/>
                </a:lnTo>
                <a:lnTo>
                  <a:pt x="1522" y="1300"/>
                </a:lnTo>
                <a:lnTo>
                  <a:pt x="1521" y="1301"/>
                </a:lnTo>
                <a:lnTo>
                  <a:pt x="1520" y="1302"/>
                </a:lnTo>
                <a:lnTo>
                  <a:pt x="1520" y="1303"/>
                </a:lnTo>
                <a:lnTo>
                  <a:pt x="1521" y="1303"/>
                </a:lnTo>
                <a:lnTo>
                  <a:pt x="1522" y="1304"/>
                </a:lnTo>
                <a:lnTo>
                  <a:pt x="1522" y="1305"/>
                </a:lnTo>
                <a:lnTo>
                  <a:pt x="1523" y="1305"/>
                </a:lnTo>
                <a:lnTo>
                  <a:pt x="1524" y="1305"/>
                </a:lnTo>
                <a:lnTo>
                  <a:pt x="1523" y="1307"/>
                </a:lnTo>
                <a:lnTo>
                  <a:pt x="1524" y="1307"/>
                </a:lnTo>
                <a:lnTo>
                  <a:pt x="1524" y="1308"/>
                </a:lnTo>
                <a:lnTo>
                  <a:pt x="1523" y="1309"/>
                </a:lnTo>
                <a:lnTo>
                  <a:pt x="1521" y="1311"/>
                </a:lnTo>
                <a:lnTo>
                  <a:pt x="1520" y="1311"/>
                </a:lnTo>
                <a:lnTo>
                  <a:pt x="1519" y="1311"/>
                </a:lnTo>
                <a:lnTo>
                  <a:pt x="1518" y="1311"/>
                </a:lnTo>
                <a:lnTo>
                  <a:pt x="1517" y="1311"/>
                </a:lnTo>
                <a:lnTo>
                  <a:pt x="1515" y="1311"/>
                </a:lnTo>
                <a:lnTo>
                  <a:pt x="1514" y="1311"/>
                </a:lnTo>
                <a:lnTo>
                  <a:pt x="1513" y="1311"/>
                </a:lnTo>
                <a:lnTo>
                  <a:pt x="1512" y="1311"/>
                </a:lnTo>
                <a:lnTo>
                  <a:pt x="1512" y="1312"/>
                </a:lnTo>
                <a:lnTo>
                  <a:pt x="1511" y="1312"/>
                </a:lnTo>
                <a:lnTo>
                  <a:pt x="1511" y="1313"/>
                </a:lnTo>
                <a:lnTo>
                  <a:pt x="1510" y="1314"/>
                </a:lnTo>
                <a:lnTo>
                  <a:pt x="1510" y="1315"/>
                </a:lnTo>
                <a:lnTo>
                  <a:pt x="1510" y="1314"/>
                </a:lnTo>
                <a:lnTo>
                  <a:pt x="1509" y="1314"/>
                </a:lnTo>
                <a:lnTo>
                  <a:pt x="1509" y="1315"/>
                </a:lnTo>
                <a:lnTo>
                  <a:pt x="1508" y="1315"/>
                </a:lnTo>
                <a:lnTo>
                  <a:pt x="1508" y="1316"/>
                </a:lnTo>
                <a:lnTo>
                  <a:pt x="1508" y="1317"/>
                </a:lnTo>
                <a:lnTo>
                  <a:pt x="1507" y="1317"/>
                </a:lnTo>
                <a:lnTo>
                  <a:pt x="1506" y="1318"/>
                </a:lnTo>
                <a:lnTo>
                  <a:pt x="1505" y="1319"/>
                </a:lnTo>
                <a:lnTo>
                  <a:pt x="1505" y="1318"/>
                </a:lnTo>
                <a:lnTo>
                  <a:pt x="1504" y="1318"/>
                </a:lnTo>
                <a:lnTo>
                  <a:pt x="1504" y="1317"/>
                </a:lnTo>
                <a:lnTo>
                  <a:pt x="1503" y="1316"/>
                </a:lnTo>
                <a:lnTo>
                  <a:pt x="1502" y="1316"/>
                </a:lnTo>
                <a:lnTo>
                  <a:pt x="1502" y="1315"/>
                </a:lnTo>
                <a:lnTo>
                  <a:pt x="1501" y="1314"/>
                </a:lnTo>
                <a:lnTo>
                  <a:pt x="1501" y="1313"/>
                </a:lnTo>
                <a:lnTo>
                  <a:pt x="1500" y="1313"/>
                </a:lnTo>
                <a:lnTo>
                  <a:pt x="1499" y="1313"/>
                </a:lnTo>
                <a:lnTo>
                  <a:pt x="1499" y="1312"/>
                </a:lnTo>
                <a:lnTo>
                  <a:pt x="1498" y="1311"/>
                </a:lnTo>
                <a:lnTo>
                  <a:pt x="1498" y="1313"/>
                </a:lnTo>
                <a:lnTo>
                  <a:pt x="1497" y="1313"/>
                </a:lnTo>
                <a:lnTo>
                  <a:pt x="1497" y="1314"/>
                </a:lnTo>
                <a:lnTo>
                  <a:pt x="1497" y="1315"/>
                </a:lnTo>
                <a:lnTo>
                  <a:pt x="1496" y="1315"/>
                </a:lnTo>
                <a:lnTo>
                  <a:pt x="1495" y="1316"/>
                </a:lnTo>
                <a:lnTo>
                  <a:pt x="1494" y="1317"/>
                </a:lnTo>
                <a:lnTo>
                  <a:pt x="1493" y="1317"/>
                </a:lnTo>
                <a:lnTo>
                  <a:pt x="1492" y="1317"/>
                </a:lnTo>
                <a:lnTo>
                  <a:pt x="1491" y="1318"/>
                </a:lnTo>
                <a:lnTo>
                  <a:pt x="1489" y="1319"/>
                </a:lnTo>
                <a:lnTo>
                  <a:pt x="1488" y="1319"/>
                </a:lnTo>
                <a:lnTo>
                  <a:pt x="1488" y="1320"/>
                </a:lnTo>
                <a:lnTo>
                  <a:pt x="1487" y="1320"/>
                </a:lnTo>
                <a:lnTo>
                  <a:pt x="1487" y="1321"/>
                </a:lnTo>
                <a:lnTo>
                  <a:pt x="1487" y="1322"/>
                </a:lnTo>
                <a:lnTo>
                  <a:pt x="1486" y="1322"/>
                </a:lnTo>
                <a:lnTo>
                  <a:pt x="1485" y="1323"/>
                </a:lnTo>
                <a:lnTo>
                  <a:pt x="1484" y="1323"/>
                </a:lnTo>
                <a:lnTo>
                  <a:pt x="1483" y="1323"/>
                </a:lnTo>
                <a:lnTo>
                  <a:pt x="1483" y="1324"/>
                </a:lnTo>
                <a:lnTo>
                  <a:pt x="1482" y="1325"/>
                </a:lnTo>
                <a:lnTo>
                  <a:pt x="1481" y="1326"/>
                </a:lnTo>
                <a:lnTo>
                  <a:pt x="1480" y="1326"/>
                </a:lnTo>
                <a:lnTo>
                  <a:pt x="1479" y="1328"/>
                </a:lnTo>
                <a:lnTo>
                  <a:pt x="1478" y="1329"/>
                </a:lnTo>
                <a:lnTo>
                  <a:pt x="1477" y="1329"/>
                </a:lnTo>
                <a:lnTo>
                  <a:pt x="1476" y="1330"/>
                </a:lnTo>
                <a:lnTo>
                  <a:pt x="1475" y="1330"/>
                </a:lnTo>
                <a:lnTo>
                  <a:pt x="1475" y="1331"/>
                </a:lnTo>
                <a:lnTo>
                  <a:pt x="1474" y="1331"/>
                </a:lnTo>
                <a:lnTo>
                  <a:pt x="1474" y="1330"/>
                </a:lnTo>
                <a:lnTo>
                  <a:pt x="1473" y="1330"/>
                </a:lnTo>
                <a:lnTo>
                  <a:pt x="1472" y="1330"/>
                </a:lnTo>
                <a:lnTo>
                  <a:pt x="1471" y="1331"/>
                </a:lnTo>
                <a:lnTo>
                  <a:pt x="1470" y="1331"/>
                </a:lnTo>
                <a:lnTo>
                  <a:pt x="1469" y="1331"/>
                </a:lnTo>
                <a:lnTo>
                  <a:pt x="1468" y="1331"/>
                </a:lnTo>
                <a:lnTo>
                  <a:pt x="1467" y="1331"/>
                </a:lnTo>
                <a:lnTo>
                  <a:pt x="1467" y="1332"/>
                </a:lnTo>
                <a:lnTo>
                  <a:pt x="1466" y="1332"/>
                </a:lnTo>
                <a:lnTo>
                  <a:pt x="1465" y="1332"/>
                </a:lnTo>
                <a:lnTo>
                  <a:pt x="1464" y="1332"/>
                </a:lnTo>
                <a:lnTo>
                  <a:pt x="1463" y="1332"/>
                </a:lnTo>
                <a:lnTo>
                  <a:pt x="1462" y="1332"/>
                </a:lnTo>
                <a:lnTo>
                  <a:pt x="1460" y="1333"/>
                </a:lnTo>
                <a:lnTo>
                  <a:pt x="1459" y="1333"/>
                </a:lnTo>
                <a:lnTo>
                  <a:pt x="1459" y="1332"/>
                </a:lnTo>
                <a:lnTo>
                  <a:pt x="1457" y="1332"/>
                </a:lnTo>
                <a:lnTo>
                  <a:pt x="1456" y="1332"/>
                </a:lnTo>
                <a:lnTo>
                  <a:pt x="1455" y="1332"/>
                </a:lnTo>
                <a:lnTo>
                  <a:pt x="1454" y="1331"/>
                </a:lnTo>
                <a:lnTo>
                  <a:pt x="1454" y="1330"/>
                </a:lnTo>
                <a:lnTo>
                  <a:pt x="1453" y="1329"/>
                </a:lnTo>
                <a:lnTo>
                  <a:pt x="1453" y="1328"/>
                </a:lnTo>
                <a:lnTo>
                  <a:pt x="1452" y="1327"/>
                </a:lnTo>
                <a:lnTo>
                  <a:pt x="1452" y="1326"/>
                </a:lnTo>
                <a:lnTo>
                  <a:pt x="1452" y="1325"/>
                </a:lnTo>
                <a:lnTo>
                  <a:pt x="1451" y="1325"/>
                </a:lnTo>
                <a:lnTo>
                  <a:pt x="1451" y="1324"/>
                </a:lnTo>
                <a:lnTo>
                  <a:pt x="1450" y="1324"/>
                </a:lnTo>
                <a:lnTo>
                  <a:pt x="1450" y="1323"/>
                </a:lnTo>
                <a:lnTo>
                  <a:pt x="1450" y="1322"/>
                </a:lnTo>
                <a:lnTo>
                  <a:pt x="1449" y="1322"/>
                </a:lnTo>
                <a:lnTo>
                  <a:pt x="1449" y="1323"/>
                </a:lnTo>
                <a:lnTo>
                  <a:pt x="1448" y="1323"/>
                </a:lnTo>
                <a:lnTo>
                  <a:pt x="1447" y="1323"/>
                </a:lnTo>
                <a:lnTo>
                  <a:pt x="1447" y="1324"/>
                </a:lnTo>
                <a:lnTo>
                  <a:pt x="1446" y="1324"/>
                </a:lnTo>
                <a:lnTo>
                  <a:pt x="1445" y="1324"/>
                </a:lnTo>
                <a:lnTo>
                  <a:pt x="1444" y="1324"/>
                </a:lnTo>
                <a:lnTo>
                  <a:pt x="1443" y="1324"/>
                </a:lnTo>
                <a:lnTo>
                  <a:pt x="1442" y="1324"/>
                </a:lnTo>
                <a:lnTo>
                  <a:pt x="1442" y="1325"/>
                </a:lnTo>
                <a:lnTo>
                  <a:pt x="1441" y="1325"/>
                </a:lnTo>
                <a:lnTo>
                  <a:pt x="1440" y="1325"/>
                </a:lnTo>
                <a:lnTo>
                  <a:pt x="1439" y="1325"/>
                </a:lnTo>
                <a:lnTo>
                  <a:pt x="1439" y="1326"/>
                </a:lnTo>
                <a:lnTo>
                  <a:pt x="1438" y="1326"/>
                </a:lnTo>
                <a:lnTo>
                  <a:pt x="1437" y="1326"/>
                </a:lnTo>
                <a:lnTo>
                  <a:pt x="1436" y="1326"/>
                </a:lnTo>
                <a:lnTo>
                  <a:pt x="1435" y="1327"/>
                </a:lnTo>
                <a:lnTo>
                  <a:pt x="1434" y="1327"/>
                </a:lnTo>
                <a:lnTo>
                  <a:pt x="1433" y="1327"/>
                </a:lnTo>
                <a:lnTo>
                  <a:pt x="1432" y="1327"/>
                </a:lnTo>
                <a:lnTo>
                  <a:pt x="1431" y="1327"/>
                </a:lnTo>
                <a:lnTo>
                  <a:pt x="1429" y="1327"/>
                </a:lnTo>
                <a:lnTo>
                  <a:pt x="1428" y="1328"/>
                </a:lnTo>
                <a:lnTo>
                  <a:pt x="1427" y="1328"/>
                </a:lnTo>
                <a:lnTo>
                  <a:pt x="1426" y="1328"/>
                </a:lnTo>
                <a:lnTo>
                  <a:pt x="1425" y="1328"/>
                </a:lnTo>
                <a:lnTo>
                  <a:pt x="1425" y="1329"/>
                </a:lnTo>
                <a:lnTo>
                  <a:pt x="1424" y="1329"/>
                </a:lnTo>
                <a:lnTo>
                  <a:pt x="1423" y="1329"/>
                </a:lnTo>
                <a:lnTo>
                  <a:pt x="1422" y="1329"/>
                </a:lnTo>
                <a:lnTo>
                  <a:pt x="1422" y="1330"/>
                </a:lnTo>
                <a:lnTo>
                  <a:pt x="1421" y="1330"/>
                </a:lnTo>
                <a:lnTo>
                  <a:pt x="1420" y="1330"/>
                </a:lnTo>
                <a:lnTo>
                  <a:pt x="1419" y="1330"/>
                </a:lnTo>
                <a:lnTo>
                  <a:pt x="1419" y="1331"/>
                </a:lnTo>
                <a:lnTo>
                  <a:pt x="1418" y="1331"/>
                </a:lnTo>
                <a:lnTo>
                  <a:pt x="1417" y="1331"/>
                </a:lnTo>
                <a:lnTo>
                  <a:pt x="1417" y="1332"/>
                </a:lnTo>
                <a:lnTo>
                  <a:pt x="1417" y="1333"/>
                </a:lnTo>
                <a:lnTo>
                  <a:pt x="1417" y="1334"/>
                </a:lnTo>
                <a:lnTo>
                  <a:pt x="1417" y="1335"/>
                </a:lnTo>
                <a:lnTo>
                  <a:pt x="1416" y="1335"/>
                </a:lnTo>
                <a:lnTo>
                  <a:pt x="1416" y="1336"/>
                </a:lnTo>
                <a:lnTo>
                  <a:pt x="1416" y="1337"/>
                </a:lnTo>
                <a:lnTo>
                  <a:pt x="1415" y="1338"/>
                </a:lnTo>
                <a:lnTo>
                  <a:pt x="1415" y="1339"/>
                </a:lnTo>
                <a:lnTo>
                  <a:pt x="1415" y="1340"/>
                </a:lnTo>
                <a:lnTo>
                  <a:pt x="1414" y="1340"/>
                </a:lnTo>
                <a:lnTo>
                  <a:pt x="1414" y="1341"/>
                </a:lnTo>
                <a:lnTo>
                  <a:pt x="1414" y="1342"/>
                </a:lnTo>
                <a:lnTo>
                  <a:pt x="1414" y="1343"/>
                </a:lnTo>
                <a:lnTo>
                  <a:pt x="1413" y="1343"/>
                </a:lnTo>
                <a:lnTo>
                  <a:pt x="1413" y="1344"/>
                </a:lnTo>
                <a:lnTo>
                  <a:pt x="1410" y="1345"/>
                </a:lnTo>
                <a:lnTo>
                  <a:pt x="1409" y="1346"/>
                </a:lnTo>
                <a:lnTo>
                  <a:pt x="1408" y="1346"/>
                </a:lnTo>
                <a:lnTo>
                  <a:pt x="1407" y="1347"/>
                </a:lnTo>
                <a:lnTo>
                  <a:pt x="1405" y="1348"/>
                </a:lnTo>
                <a:lnTo>
                  <a:pt x="1404" y="1348"/>
                </a:lnTo>
                <a:lnTo>
                  <a:pt x="1403" y="1348"/>
                </a:lnTo>
                <a:lnTo>
                  <a:pt x="1402" y="1348"/>
                </a:lnTo>
                <a:lnTo>
                  <a:pt x="1400" y="1346"/>
                </a:lnTo>
                <a:lnTo>
                  <a:pt x="1399" y="1345"/>
                </a:lnTo>
                <a:lnTo>
                  <a:pt x="1398" y="1345"/>
                </a:lnTo>
                <a:lnTo>
                  <a:pt x="1397" y="1344"/>
                </a:lnTo>
                <a:lnTo>
                  <a:pt x="1397" y="1343"/>
                </a:lnTo>
                <a:lnTo>
                  <a:pt x="1396" y="1343"/>
                </a:lnTo>
                <a:lnTo>
                  <a:pt x="1395" y="1342"/>
                </a:lnTo>
                <a:lnTo>
                  <a:pt x="1394" y="1342"/>
                </a:lnTo>
                <a:lnTo>
                  <a:pt x="1394" y="1341"/>
                </a:lnTo>
                <a:lnTo>
                  <a:pt x="1393" y="1341"/>
                </a:lnTo>
                <a:lnTo>
                  <a:pt x="1393" y="1340"/>
                </a:lnTo>
                <a:lnTo>
                  <a:pt x="1392" y="1340"/>
                </a:lnTo>
                <a:lnTo>
                  <a:pt x="1391" y="1340"/>
                </a:lnTo>
                <a:lnTo>
                  <a:pt x="1388" y="1339"/>
                </a:lnTo>
                <a:lnTo>
                  <a:pt x="1387" y="1339"/>
                </a:lnTo>
                <a:lnTo>
                  <a:pt x="1387" y="1338"/>
                </a:lnTo>
                <a:lnTo>
                  <a:pt x="1385" y="1338"/>
                </a:lnTo>
                <a:lnTo>
                  <a:pt x="1384" y="1338"/>
                </a:lnTo>
                <a:lnTo>
                  <a:pt x="1381" y="1336"/>
                </a:lnTo>
                <a:lnTo>
                  <a:pt x="1378" y="1334"/>
                </a:lnTo>
                <a:lnTo>
                  <a:pt x="1377" y="1334"/>
                </a:lnTo>
                <a:lnTo>
                  <a:pt x="1374" y="1335"/>
                </a:lnTo>
                <a:lnTo>
                  <a:pt x="1373" y="1335"/>
                </a:lnTo>
                <a:lnTo>
                  <a:pt x="1372" y="1336"/>
                </a:lnTo>
                <a:lnTo>
                  <a:pt x="1369" y="1338"/>
                </a:lnTo>
                <a:lnTo>
                  <a:pt x="1368" y="1339"/>
                </a:lnTo>
                <a:lnTo>
                  <a:pt x="1367" y="1339"/>
                </a:lnTo>
                <a:lnTo>
                  <a:pt x="1366" y="1338"/>
                </a:lnTo>
                <a:lnTo>
                  <a:pt x="1365" y="1338"/>
                </a:lnTo>
                <a:lnTo>
                  <a:pt x="1364" y="1338"/>
                </a:lnTo>
                <a:lnTo>
                  <a:pt x="1364" y="1339"/>
                </a:lnTo>
                <a:lnTo>
                  <a:pt x="1364" y="1340"/>
                </a:lnTo>
                <a:lnTo>
                  <a:pt x="1363" y="1341"/>
                </a:lnTo>
                <a:lnTo>
                  <a:pt x="1362" y="1342"/>
                </a:lnTo>
                <a:lnTo>
                  <a:pt x="1363" y="1342"/>
                </a:lnTo>
                <a:lnTo>
                  <a:pt x="1363" y="1343"/>
                </a:lnTo>
                <a:lnTo>
                  <a:pt x="1362" y="1344"/>
                </a:lnTo>
                <a:lnTo>
                  <a:pt x="1362" y="1345"/>
                </a:lnTo>
                <a:lnTo>
                  <a:pt x="1361" y="1345"/>
                </a:lnTo>
                <a:lnTo>
                  <a:pt x="1360" y="1346"/>
                </a:lnTo>
                <a:lnTo>
                  <a:pt x="1359" y="1346"/>
                </a:lnTo>
                <a:lnTo>
                  <a:pt x="1358" y="1347"/>
                </a:lnTo>
                <a:lnTo>
                  <a:pt x="1357" y="1347"/>
                </a:lnTo>
                <a:lnTo>
                  <a:pt x="1357" y="1348"/>
                </a:lnTo>
                <a:lnTo>
                  <a:pt x="1357" y="1349"/>
                </a:lnTo>
                <a:lnTo>
                  <a:pt x="1357" y="1350"/>
                </a:lnTo>
                <a:lnTo>
                  <a:pt x="1357" y="1351"/>
                </a:lnTo>
                <a:lnTo>
                  <a:pt x="1356" y="1351"/>
                </a:lnTo>
                <a:lnTo>
                  <a:pt x="1356" y="1352"/>
                </a:lnTo>
                <a:lnTo>
                  <a:pt x="1356" y="1353"/>
                </a:lnTo>
                <a:lnTo>
                  <a:pt x="1355" y="1354"/>
                </a:lnTo>
                <a:lnTo>
                  <a:pt x="1354" y="1355"/>
                </a:lnTo>
                <a:lnTo>
                  <a:pt x="1353" y="1356"/>
                </a:lnTo>
                <a:lnTo>
                  <a:pt x="1353" y="1357"/>
                </a:lnTo>
                <a:lnTo>
                  <a:pt x="1353" y="1358"/>
                </a:lnTo>
                <a:lnTo>
                  <a:pt x="1352" y="1359"/>
                </a:lnTo>
                <a:lnTo>
                  <a:pt x="1351" y="1360"/>
                </a:lnTo>
                <a:lnTo>
                  <a:pt x="1350" y="1361"/>
                </a:lnTo>
                <a:lnTo>
                  <a:pt x="1349" y="1362"/>
                </a:lnTo>
                <a:lnTo>
                  <a:pt x="1349" y="1363"/>
                </a:lnTo>
                <a:lnTo>
                  <a:pt x="1348" y="1363"/>
                </a:lnTo>
                <a:lnTo>
                  <a:pt x="1348" y="1364"/>
                </a:lnTo>
                <a:lnTo>
                  <a:pt x="1348" y="1365"/>
                </a:lnTo>
                <a:lnTo>
                  <a:pt x="1348" y="1366"/>
                </a:lnTo>
                <a:lnTo>
                  <a:pt x="1347" y="1366"/>
                </a:lnTo>
                <a:lnTo>
                  <a:pt x="1347" y="1367"/>
                </a:lnTo>
                <a:lnTo>
                  <a:pt x="1346" y="1368"/>
                </a:lnTo>
                <a:lnTo>
                  <a:pt x="1345" y="1369"/>
                </a:lnTo>
                <a:lnTo>
                  <a:pt x="1345" y="1370"/>
                </a:lnTo>
                <a:lnTo>
                  <a:pt x="1344" y="1371"/>
                </a:lnTo>
                <a:lnTo>
                  <a:pt x="1344" y="1372"/>
                </a:lnTo>
                <a:lnTo>
                  <a:pt x="1343" y="1372"/>
                </a:lnTo>
                <a:lnTo>
                  <a:pt x="1343" y="1373"/>
                </a:lnTo>
                <a:lnTo>
                  <a:pt x="1342" y="1374"/>
                </a:lnTo>
                <a:lnTo>
                  <a:pt x="1341" y="1375"/>
                </a:lnTo>
                <a:lnTo>
                  <a:pt x="1340" y="1376"/>
                </a:lnTo>
                <a:lnTo>
                  <a:pt x="1340" y="1377"/>
                </a:lnTo>
                <a:lnTo>
                  <a:pt x="1340" y="1379"/>
                </a:lnTo>
                <a:lnTo>
                  <a:pt x="1339" y="1380"/>
                </a:lnTo>
                <a:lnTo>
                  <a:pt x="1338" y="1381"/>
                </a:lnTo>
                <a:lnTo>
                  <a:pt x="1337" y="1383"/>
                </a:lnTo>
                <a:lnTo>
                  <a:pt x="1335" y="1384"/>
                </a:lnTo>
                <a:lnTo>
                  <a:pt x="1334" y="1386"/>
                </a:lnTo>
                <a:lnTo>
                  <a:pt x="1333" y="1390"/>
                </a:lnTo>
                <a:lnTo>
                  <a:pt x="1333" y="1393"/>
                </a:lnTo>
                <a:lnTo>
                  <a:pt x="1334" y="1394"/>
                </a:lnTo>
                <a:lnTo>
                  <a:pt x="1333" y="1396"/>
                </a:lnTo>
                <a:lnTo>
                  <a:pt x="1332" y="1397"/>
                </a:lnTo>
                <a:lnTo>
                  <a:pt x="1330" y="1399"/>
                </a:lnTo>
                <a:lnTo>
                  <a:pt x="1330" y="1400"/>
                </a:lnTo>
                <a:lnTo>
                  <a:pt x="1331" y="1401"/>
                </a:lnTo>
                <a:lnTo>
                  <a:pt x="1330" y="1402"/>
                </a:lnTo>
                <a:lnTo>
                  <a:pt x="1330" y="1404"/>
                </a:lnTo>
                <a:lnTo>
                  <a:pt x="1330" y="1405"/>
                </a:lnTo>
                <a:lnTo>
                  <a:pt x="1329" y="1404"/>
                </a:lnTo>
                <a:lnTo>
                  <a:pt x="1328" y="1404"/>
                </a:lnTo>
                <a:lnTo>
                  <a:pt x="1327" y="1404"/>
                </a:lnTo>
                <a:lnTo>
                  <a:pt x="1326" y="1404"/>
                </a:lnTo>
                <a:lnTo>
                  <a:pt x="1326" y="1405"/>
                </a:lnTo>
                <a:lnTo>
                  <a:pt x="1325" y="1405"/>
                </a:lnTo>
                <a:lnTo>
                  <a:pt x="1324" y="1404"/>
                </a:lnTo>
                <a:lnTo>
                  <a:pt x="1323" y="1404"/>
                </a:lnTo>
                <a:lnTo>
                  <a:pt x="1322" y="1403"/>
                </a:lnTo>
                <a:lnTo>
                  <a:pt x="1321" y="1403"/>
                </a:lnTo>
                <a:lnTo>
                  <a:pt x="1321" y="1404"/>
                </a:lnTo>
                <a:lnTo>
                  <a:pt x="1320" y="1404"/>
                </a:lnTo>
                <a:lnTo>
                  <a:pt x="1320" y="1405"/>
                </a:lnTo>
                <a:lnTo>
                  <a:pt x="1319" y="1406"/>
                </a:lnTo>
                <a:lnTo>
                  <a:pt x="1317" y="1407"/>
                </a:lnTo>
                <a:lnTo>
                  <a:pt x="1316" y="1407"/>
                </a:lnTo>
                <a:lnTo>
                  <a:pt x="1314" y="1406"/>
                </a:lnTo>
                <a:lnTo>
                  <a:pt x="1311" y="1405"/>
                </a:lnTo>
                <a:lnTo>
                  <a:pt x="1311" y="1404"/>
                </a:lnTo>
                <a:lnTo>
                  <a:pt x="1310" y="1404"/>
                </a:lnTo>
                <a:lnTo>
                  <a:pt x="1309" y="1403"/>
                </a:lnTo>
                <a:lnTo>
                  <a:pt x="1308" y="1402"/>
                </a:lnTo>
                <a:lnTo>
                  <a:pt x="1306" y="1402"/>
                </a:lnTo>
                <a:lnTo>
                  <a:pt x="1305" y="1402"/>
                </a:lnTo>
                <a:lnTo>
                  <a:pt x="1304" y="1401"/>
                </a:lnTo>
                <a:lnTo>
                  <a:pt x="1303" y="1401"/>
                </a:lnTo>
                <a:lnTo>
                  <a:pt x="1303" y="1402"/>
                </a:lnTo>
                <a:lnTo>
                  <a:pt x="1302" y="1402"/>
                </a:lnTo>
                <a:lnTo>
                  <a:pt x="1300" y="1401"/>
                </a:lnTo>
                <a:lnTo>
                  <a:pt x="1299" y="1401"/>
                </a:lnTo>
                <a:lnTo>
                  <a:pt x="1298" y="1401"/>
                </a:lnTo>
                <a:lnTo>
                  <a:pt x="1295" y="1400"/>
                </a:lnTo>
                <a:lnTo>
                  <a:pt x="1294" y="1400"/>
                </a:lnTo>
                <a:lnTo>
                  <a:pt x="1294" y="1399"/>
                </a:lnTo>
                <a:lnTo>
                  <a:pt x="1293" y="1399"/>
                </a:lnTo>
                <a:lnTo>
                  <a:pt x="1292" y="1399"/>
                </a:lnTo>
                <a:lnTo>
                  <a:pt x="1291" y="1399"/>
                </a:lnTo>
                <a:lnTo>
                  <a:pt x="1290" y="1400"/>
                </a:lnTo>
                <a:lnTo>
                  <a:pt x="1289" y="1400"/>
                </a:lnTo>
                <a:lnTo>
                  <a:pt x="1288" y="1401"/>
                </a:lnTo>
                <a:lnTo>
                  <a:pt x="1287" y="1401"/>
                </a:lnTo>
                <a:lnTo>
                  <a:pt x="1286" y="1401"/>
                </a:lnTo>
                <a:lnTo>
                  <a:pt x="1286" y="1402"/>
                </a:lnTo>
                <a:lnTo>
                  <a:pt x="1287" y="1403"/>
                </a:lnTo>
                <a:lnTo>
                  <a:pt x="1288" y="1403"/>
                </a:lnTo>
                <a:lnTo>
                  <a:pt x="1288" y="1405"/>
                </a:lnTo>
                <a:lnTo>
                  <a:pt x="1287" y="1405"/>
                </a:lnTo>
                <a:lnTo>
                  <a:pt x="1287" y="1404"/>
                </a:lnTo>
                <a:lnTo>
                  <a:pt x="1286" y="1403"/>
                </a:lnTo>
                <a:lnTo>
                  <a:pt x="1285" y="1403"/>
                </a:lnTo>
                <a:lnTo>
                  <a:pt x="1285" y="1404"/>
                </a:lnTo>
                <a:lnTo>
                  <a:pt x="1285" y="1405"/>
                </a:lnTo>
                <a:lnTo>
                  <a:pt x="1286" y="1405"/>
                </a:lnTo>
                <a:lnTo>
                  <a:pt x="1286" y="1406"/>
                </a:lnTo>
                <a:lnTo>
                  <a:pt x="1286" y="1407"/>
                </a:lnTo>
                <a:lnTo>
                  <a:pt x="1285" y="1408"/>
                </a:lnTo>
                <a:lnTo>
                  <a:pt x="1285" y="1410"/>
                </a:lnTo>
                <a:lnTo>
                  <a:pt x="1284" y="1411"/>
                </a:lnTo>
                <a:lnTo>
                  <a:pt x="1284" y="1412"/>
                </a:lnTo>
                <a:lnTo>
                  <a:pt x="1285" y="1412"/>
                </a:lnTo>
                <a:lnTo>
                  <a:pt x="1285" y="1413"/>
                </a:lnTo>
                <a:lnTo>
                  <a:pt x="1285" y="1414"/>
                </a:lnTo>
                <a:lnTo>
                  <a:pt x="1285" y="1415"/>
                </a:lnTo>
                <a:lnTo>
                  <a:pt x="1284" y="1416"/>
                </a:lnTo>
                <a:lnTo>
                  <a:pt x="1283" y="1416"/>
                </a:lnTo>
                <a:lnTo>
                  <a:pt x="1282" y="1416"/>
                </a:lnTo>
                <a:lnTo>
                  <a:pt x="1281" y="1417"/>
                </a:lnTo>
                <a:lnTo>
                  <a:pt x="1280" y="1418"/>
                </a:lnTo>
                <a:lnTo>
                  <a:pt x="1279" y="1419"/>
                </a:lnTo>
                <a:lnTo>
                  <a:pt x="1279" y="1421"/>
                </a:lnTo>
                <a:lnTo>
                  <a:pt x="1279" y="1422"/>
                </a:lnTo>
                <a:lnTo>
                  <a:pt x="1279" y="1423"/>
                </a:lnTo>
                <a:lnTo>
                  <a:pt x="1278" y="1423"/>
                </a:lnTo>
                <a:lnTo>
                  <a:pt x="1277" y="1424"/>
                </a:lnTo>
                <a:lnTo>
                  <a:pt x="1275" y="1424"/>
                </a:lnTo>
                <a:lnTo>
                  <a:pt x="1273" y="1424"/>
                </a:lnTo>
                <a:lnTo>
                  <a:pt x="1272" y="1424"/>
                </a:lnTo>
                <a:lnTo>
                  <a:pt x="1271" y="1424"/>
                </a:lnTo>
                <a:lnTo>
                  <a:pt x="1270" y="1424"/>
                </a:lnTo>
                <a:lnTo>
                  <a:pt x="1270" y="1423"/>
                </a:lnTo>
                <a:lnTo>
                  <a:pt x="1269" y="1423"/>
                </a:lnTo>
                <a:lnTo>
                  <a:pt x="1267" y="1423"/>
                </a:lnTo>
                <a:lnTo>
                  <a:pt x="1267" y="1424"/>
                </a:lnTo>
                <a:lnTo>
                  <a:pt x="1266" y="1424"/>
                </a:lnTo>
                <a:lnTo>
                  <a:pt x="1266" y="1423"/>
                </a:lnTo>
                <a:lnTo>
                  <a:pt x="1265" y="1423"/>
                </a:lnTo>
                <a:lnTo>
                  <a:pt x="1265" y="1424"/>
                </a:lnTo>
                <a:lnTo>
                  <a:pt x="1264" y="1424"/>
                </a:lnTo>
                <a:lnTo>
                  <a:pt x="1263" y="1424"/>
                </a:lnTo>
                <a:lnTo>
                  <a:pt x="1262" y="1424"/>
                </a:lnTo>
                <a:lnTo>
                  <a:pt x="1261" y="1424"/>
                </a:lnTo>
                <a:lnTo>
                  <a:pt x="1260" y="1424"/>
                </a:lnTo>
                <a:lnTo>
                  <a:pt x="1260" y="1425"/>
                </a:lnTo>
                <a:lnTo>
                  <a:pt x="1259" y="1425"/>
                </a:lnTo>
                <a:lnTo>
                  <a:pt x="1259" y="1426"/>
                </a:lnTo>
                <a:lnTo>
                  <a:pt x="1258" y="1427"/>
                </a:lnTo>
                <a:lnTo>
                  <a:pt x="1257" y="1428"/>
                </a:lnTo>
                <a:lnTo>
                  <a:pt x="1257" y="1429"/>
                </a:lnTo>
                <a:lnTo>
                  <a:pt x="1256" y="1429"/>
                </a:lnTo>
                <a:lnTo>
                  <a:pt x="1257" y="1429"/>
                </a:lnTo>
                <a:lnTo>
                  <a:pt x="1257" y="1430"/>
                </a:lnTo>
                <a:lnTo>
                  <a:pt x="1256" y="1430"/>
                </a:lnTo>
                <a:lnTo>
                  <a:pt x="1255" y="1430"/>
                </a:lnTo>
                <a:lnTo>
                  <a:pt x="1254" y="1429"/>
                </a:lnTo>
                <a:lnTo>
                  <a:pt x="1254" y="1428"/>
                </a:lnTo>
                <a:lnTo>
                  <a:pt x="1255" y="1426"/>
                </a:lnTo>
                <a:lnTo>
                  <a:pt x="1255" y="1425"/>
                </a:lnTo>
                <a:lnTo>
                  <a:pt x="1254" y="1425"/>
                </a:lnTo>
                <a:lnTo>
                  <a:pt x="1253" y="1425"/>
                </a:lnTo>
                <a:lnTo>
                  <a:pt x="1253" y="1426"/>
                </a:lnTo>
                <a:lnTo>
                  <a:pt x="1252" y="1426"/>
                </a:lnTo>
                <a:lnTo>
                  <a:pt x="1252" y="1425"/>
                </a:lnTo>
                <a:lnTo>
                  <a:pt x="1251" y="1423"/>
                </a:lnTo>
                <a:lnTo>
                  <a:pt x="1252" y="1421"/>
                </a:lnTo>
                <a:lnTo>
                  <a:pt x="1253" y="1421"/>
                </a:lnTo>
                <a:lnTo>
                  <a:pt x="1253" y="1420"/>
                </a:lnTo>
                <a:lnTo>
                  <a:pt x="1254" y="1420"/>
                </a:lnTo>
                <a:lnTo>
                  <a:pt x="1255" y="1418"/>
                </a:lnTo>
                <a:lnTo>
                  <a:pt x="1255" y="1417"/>
                </a:lnTo>
                <a:lnTo>
                  <a:pt x="1256" y="1416"/>
                </a:lnTo>
                <a:lnTo>
                  <a:pt x="1257" y="1414"/>
                </a:lnTo>
                <a:lnTo>
                  <a:pt x="1259" y="1413"/>
                </a:lnTo>
                <a:lnTo>
                  <a:pt x="1260" y="1413"/>
                </a:lnTo>
                <a:lnTo>
                  <a:pt x="1260" y="1412"/>
                </a:lnTo>
                <a:lnTo>
                  <a:pt x="1260" y="1409"/>
                </a:lnTo>
                <a:lnTo>
                  <a:pt x="1260" y="1408"/>
                </a:lnTo>
                <a:lnTo>
                  <a:pt x="1259" y="1407"/>
                </a:lnTo>
                <a:lnTo>
                  <a:pt x="1258" y="1407"/>
                </a:lnTo>
                <a:lnTo>
                  <a:pt x="1257" y="1408"/>
                </a:lnTo>
                <a:lnTo>
                  <a:pt x="1257" y="1409"/>
                </a:lnTo>
                <a:lnTo>
                  <a:pt x="1256" y="1410"/>
                </a:lnTo>
                <a:lnTo>
                  <a:pt x="1255" y="1410"/>
                </a:lnTo>
                <a:lnTo>
                  <a:pt x="1254" y="1410"/>
                </a:lnTo>
                <a:lnTo>
                  <a:pt x="1251" y="1410"/>
                </a:lnTo>
                <a:lnTo>
                  <a:pt x="1249" y="1410"/>
                </a:lnTo>
                <a:lnTo>
                  <a:pt x="1247" y="1410"/>
                </a:lnTo>
                <a:lnTo>
                  <a:pt x="1246" y="1411"/>
                </a:lnTo>
                <a:lnTo>
                  <a:pt x="1246" y="1412"/>
                </a:lnTo>
                <a:lnTo>
                  <a:pt x="1245" y="1413"/>
                </a:lnTo>
                <a:lnTo>
                  <a:pt x="1243" y="1414"/>
                </a:lnTo>
                <a:lnTo>
                  <a:pt x="1239" y="1415"/>
                </a:lnTo>
                <a:lnTo>
                  <a:pt x="1238" y="1415"/>
                </a:lnTo>
                <a:lnTo>
                  <a:pt x="1237" y="1415"/>
                </a:lnTo>
                <a:lnTo>
                  <a:pt x="1236" y="1415"/>
                </a:lnTo>
                <a:lnTo>
                  <a:pt x="1234" y="1417"/>
                </a:lnTo>
                <a:lnTo>
                  <a:pt x="1232" y="1420"/>
                </a:lnTo>
                <a:lnTo>
                  <a:pt x="1231" y="1422"/>
                </a:lnTo>
                <a:lnTo>
                  <a:pt x="1230" y="1422"/>
                </a:lnTo>
                <a:lnTo>
                  <a:pt x="1229" y="1424"/>
                </a:lnTo>
                <a:lnTo>
                  <a:pt x="1228" y="1425"/>
                </a:lnTo>
                <a:lnTo>
                  <a:pt x="1227" y="1426"/>
                </a:lnTo>
                <a:lnTo>
                  <a:pt x="1227" y="1427"/>
                </a:lnTo>
                <a:lnTo>
                  <a:pt x="1225" y="1428"/>
                </a:lnTo>
                <a:lnTo>
                  <a:pt x="1223" y="1430"/>
                </a:lnTo>
                <a:lnTo>
                  <a:pt x="1223" y="1431"/>
                </a:lnTo>
                <a:lnTo>
                  <a:pt x="1222" y="1436"/>
                </a:lnTo>
                <a:lnTo>
                  <a:pt x="1220" y="1439"/>
                </a:lnTo>
                <a:lnTo>
                  <a:pt x="1219" y="1439"/>
                </a:lnTo>
                <a:lnTo>
                  <a:pt x="1218" y="1439"/>
                </a:lnTo>
                <a:lnTo>
                  <a:pt x="1213" y="1440"/>
                </a:lnTo>
                <a:lnTo>
                  <a:pt x="1212" y="1439"/>
                </a:lnTo>
                <a:lnTo>
                  <a:pt x="1210" y="1438"/>
                </a:lnTo>
                <a:lnTo>
                  <a:pt x="1209" y="1436"/>
                </a:lnTo>
                <a:lnTo>
                  <a:pt x="1208" y="1435"/>
                </a:lnTo>
                <a:lnTo>
                  <a:pt x="1207" y="1434"/>
                </a:lnTo>
                <a:lnTo>
                  <a:pt x="1208" y="1433"/>
                </a:lnTo>
                <a:lnTo>
                  <a:pt x="1206" y="1431"/>
                </a:lnTo>
                <a:lnTo>
                  <a:pt x="1205" y="1429"/>
                </a:lnTo>
                <a:lnTo>
                  <a:pt x="1203" y="1428"/>
                </a:lnTo>
                <a:lnTo>
                  <a:pt x="1202" y="1428"/>
                </a:lnTo>
                <a:lnTo>
                  <a:pt x="1202" y="1429"/>
                </a:lnTo>
                <a:lnTo>
                  <a:pt x="1202" y="1430"/>
                </a:lnTo>
                <a:lnTo>
                  <a:pt x="1201" y="1430"/>
                </a:lnTo>
                <a:lnTo>
                  <a:pt x="1200" y="1430"/>
                </a:lnTo>
                <a:lnTo>
                  <a:pt x="1199" y="1430"/>
                </a:lnTo>
                <a:lnTo>
                  <a:pt x="1199" y="1429"/>
                </a:lnTo>
                <a:lnTo>
                  <a:pt x="1198" y="1428"/>
                </a:lnTo>
                <a:lnTo>
                  <a:pt x="1197" y="1428"/>
                </a:lnTo>
                <a:lnTo>
                  <a:pt x="1196" y="1428"/>
                </a:lnTo>
                <a:lnTo>
                  <a:pt x="1195" y="1428"/>
                </a:lnTo>
                <a:lnTo>
                  <a:pt x="1194" y="1430"/>
                </a:lnTo>
                <a:lnTo>
                  <a:pt x="1194" y="1431"/>
                </a:lnTo>
                <a:lnTo>
                  <a:pt x="1194" y="1432"/>
                </a:lnTo>
                <a:lnTo>
                  <a:pt x="1195" y="1432"/>
                </a:lnTo>
                <a:lnTo>
                  <a:pt x="1193" y="1434"/>
                </a:lnTo>
                <a:lnTo>
                  <a:pt x="1192" y="1435"/>
                </a:lnTo>
                <a:lnTo>
                  <a:pt x="1191" y="1435"/>
                </a:lnTo>
                <a:lnTo>
                  <a:pt x="1191" y="1434"/>
                </a:lnTo>
                <a:lnTo>
                  <a:pt x="1190" y="1434"/>
                </a:lnTo>
                <a:lnTo>
                  <a:pt x="1190" y="1433"/>
                </a:lnTo>
                <a:lnTo>
                  <a:pt x="1189" y="1433"/>
                </a:lnTo>
                <a:lnTo>
                  <a:pt x="1188" y="1433"/>
                </a:lnTo>
                <a:lnTo>
                  <a:pt x="1187" y="1432"/>
                </a:lnTo>
                <a:lnTo>
                  <a:pt x="1186" y="1432"/>
                </a:lnTo>
                <a:lnTo>
                  <a:pt x="1185" y="1431"/>
                </a:lnTo>
                <a:lnTo>
                  <a:pt x="1185" y="1430"/>
                </a:lnTo>
                <a:lnTo>
                  <a:pt x="1184" y="1429"/>
                </a:lnTo>
                <a:lnTo>
                  <a:pt x="1183" y="1429"/>
                </a:lnTo>
                <a:lnTo>
                  <a:pt x="1183" y="1428"/>
                </a:lnTo>
                <a:lnTo>
                  <a:pt x="1182" y="1427"/>
                </a:lnTo>
                <a:lnTo>
                  <a:pt x="1181" y="1426"/>
                </a:lnTo>
                <a:lnTo>
                  <a:pt x="1180" y="1426"/>
                </a:lnTo>
                <a:lnTo>
                  <a:pt x="1181" y="1425"/>
                </a:lnTo>
                <a:lnTo>
                  <a:pt x="1181" y="1424"/>
                </a:lnTo>
                <a:lnTo>
                  <a:pt x="1181" y="1423"/>
                </a:lnTo>
                <a:lnTo>
                  <a:pt x="1179" y="1423"/>
                </a:lnTo>
                <a:lnTo>
                  <a:pt x="1178" y="1424"/>
                </a:lnTo>
                <a:lnTo>
                  <a:pt x="1178" y="1423"/>
                </a:lnTo>
                <a:lnTo>
                  <a:pt x="1177" y="1423"/>
                </a:lnTo>
                <a:lnTo>
                  <a:pt x="1177" y="1422"/>
                </a:lnTo>
                <a:lnTo>
                  <a:pt x="1176" y="1422"/>
                </a:lnTo>
                <a:lnTo>
                  <a:pt x="1174" y="1422"/>
                </a:lnTo>
                <a:lnTo>
                  <a:pt x="1170" y="1420"/>
                </a:lnTo>
                <a:lnTo>
                  <a:pt x="1169" y="1420"/>
                </a:lnTo>
                <a:lnTo>
                  <a:pt x="1168" y="1421"/>
                </a:lnTo>
                <a:lnTo>
                  <a:pt x="1168" y="1423"/>
                </a:lnTo>
                <a:lnTo>
                  <a:pt x="1168" y="1425"/>
                </a:lnTo>
                <a:lnTo>
                  <a:pt x="1168" y="1427"/>
                </a:lnTo>
                <a:lnTo>
                  <a:pt x="1169" y="1427"/>
                </a:lnTo>
                <a:lnTo>
                  <a:pt x="1170" y="1427"/>
                </a:lnTo>
                <a:lnTo>
                  <a:pt x="1171" y="1427"/>
                </a:lnTo>
                <a:lnTo>
                  <a:pt x="1171" y="1428"/>
                </a:lnTo>
                <a:lnTo>
                  <a:pt x="1171" y="1429"/>
                </a:lnTo>
                <a:lnTo>
                  <a:pt x="1172" y="1429"/>
                </a:lnTo>
                <a:lnTo>
                  <a:pt x="1173" y="1430"/>
                </a:lnTo>
                <a:lnTo>
                  <a:pt x="1173" y="1431"/>
                </a:lnTo>
                <a:lnTo>
                  <a:pt x="1173" y="1433"/>
                </a:lnTo>
                <a:lnTo>
                  <a:pt x="1174" y="1433"/>
                </a:lnTo>
                <a:lnTo>
                  <a:pt x="1174" y="1434"/>
                </a:lnTo>
                <a:lnTo>
                  <a:pt x="1175" y="1436"/>
                </a:lnTo>
                <a:lnTo>
                  <a:pt x="1175" y="1437"/>
                </a:lnTo>
                <a:lnTo>
                  <a:pt x="1175" y="1438"/>
                </a:lnTo>
                <a:lnTo>
                  <a:pt x="1176" y="1438"/>
                </a:lnTo>
                <a:lnTo>
                  <a:pt x="1175" y="1438"/>
                </a:lnTo>
                <a:lnTo>
                  <a:pt x="1174" y="1438"/>
                </a:lnTo>
                <a:lnTo>
                  <a:pt x="1173" y="1438"/>
                </a:lnTo>
                <a:lnTo>
                  <a:pt x="1169" y="1440"/>
                </a:lnTo>
                <a:lnTo>
                  <a:pt x="1166" y="1441"/>
                </a:lnTo>
                <a:lnTo>
                  <a:pt x="1166" y="1442"/>
                </a:lnTo>
                <a:lnTo>
                  <a:pt x="1165" y="1442"/>
                </a:lnTo>
                <a:lnTo>
                  <a:pt x="1164" y="1443"/>
                </a:lnTo>
                <a:lnTo>
                  <a:pt x="1164" y="1444"/>
                </a:lnTo>
                <a:lnTo>
                  <a:pt x="1162" y="1444"/>
                </a:lnTo>
                <a:lnTo>
                  <a:pt x="1161" y="1444"/>
                </a:lnTo>
                <a:lnTo>
                  <a:pt x="1160" y="1445"/>
                </a:lnTo>
                <a:lnTo>
                  <a:pt x="1159" y="1445"/>
                </a:lnTo>
                <a:lnTo>
                  <a:pt x="1157" y="1445"/>
                </a:lnTo>
                <a:lnTo>
                  <a:pt x="1156" y="1446"/>
                </a:lnTo>
                <a:lnTo>
                  <a:pt x="1156" y="1445"/>
                </a:lnTo>
                <a:lnTo>
                  <a:pt x="1153" y="1445"/>
                </a:lnTo>
                <a:lnTo>
                  <a:pt x="1152" y="1444"/>
                </a:lnTo>
                <a:lnTo>
                  <a:pt x="1151" y="1444"/>
                </a:lnTo>
                <a:lnTo>
                  <a:pt x="1151" y="1443"/>
                </a:lnTo>
                <a:lnTo>
                  <a:pt x="1151" y="1442"/>
                </a:lnTo>
                <a:lnTo>
                  <a:pt x="1150" y="1441"/>
                </a:lnTo>
                <a:lnTo>
                  <a:pt x="1148" y="1439"/>
                </a:lnTo>
                <a:lnTo>
                  <a:pt x="1147" y="1439"/>
                </a:lnTo>
                <a:lnTo>
                  <a:pt x="1146" y="1440"/>
                </a:lnTo>
                <a:lnTo>
                  <a:pt x="1145" y="1441"/>
                </a:lnTo>
                <a:lnTo>
                  <a:pt x="1145" y="1442"/>
                </a:lnTo>
                <a:lnTo>
                  <a:pt x="1146" y="1443"/>
                </a:lnTo>
                <a:lnTo>
                  <a:pt x="1147" y="1444"/>
                </a:lnTo>
                <a:lnTo>
                  <a:pt x="1149" y="1445"/>
                </a:lnTo>
                <a:lnTo>
                  <a:pt x="1152" y="1447"/>
                </a:lnTo>
                <a:lnTo>
                  <a:pt x="1153" y="1447"/>
                </a:lnTo>
                <a:lnTo>
                  <a:pt x="1153" y="1448"/>
                </a:lnTo>
                <a:lnTo>
                  <a:pt x="1152" y="1448"/>
                </a:lnTo>
                <a:lnTo>
                  <a:pt x="1152" y="1449"/>
                </a:lnTo>
                <a:lnTo>
                  <a:pt x="1151" y="1449"/>
                </a:lnTo>
                <a:lnTo>
                  <a:pt x="1150" y="1450"/>
                </a:lnTo>
                <a:lnTo>
                  <a:pt x="1147" y="1452"/>
                </a:lnTo>
                <a:lnTo>
                  <a:pt x="1147" y="1453"/>
                </a:lnTo>
                <a:lnTo>
                  <a:pt x="1148" y="1453"/>
                </a:lnTo>
                <a:lnTo>
                  <a:pt x="1148" y="1454"/>
                </a:lnTo>
                <a:lnTo>
                  <a:pt x="1148" y="1455"/>
                </a:lnTo>
                <a:lnTo>
                  <a:pt x="1148" y="1456"/>
                </a:lnTo>
                <a:lnTo>
                  <a:pt x="1147" y="1456"/>
                </a:lnTo>
                <a:lnTo>
                  <a:pt x="1147" y="1457"/>
                </a:lnTo>
                <a:lnTo>
                  <a:pt x="1146" y="1457"/>
                </a:lnTo>
                <a:lnTo>
                  <a:pt x="1146" y="1458"/>
                </a:lnTo>
                <a:lnTo>
                  <a:pt x="1145" y="1458"/>
                </a:lnTo>
                <a:lnTo>
                  <a:pt x="1145" y="1457"/>
                </a:lnTo>
                <a:lnTo>
                  <a:pt x="1144" y="1457"/>
                </a:lnTo>
                <a:lnTo>
                  <a:pt x="1143" y="1457"/>
                </a:lnTo>
                <a:lnTo>
                  <a:pt x="1143" y="1458"/>
                </a:lnTo>
                <a:lnTo>
                  <a:pt x="1142" y="1458"/>
                </a:lnTo>
                <a:lnTo>
                  <a:pt x="1141" y="1458"/>
                </a:lnTo>
                <a:lnTo>
                  <a:pt x="1141" y="1459"/>
                </a:lnTo>
                <a:lnTo>
                  <a:pt x="1140" y="1459"/>
                </a:lnTo>
                <a:lnTo>
                  <a:pt x="1136" y="1460"/>
                </a:lnTo>
                <a:lnTo>
                  <a:pt x="1136" y="1461"/>
                </a:lnTo>
                <a:lnTo>
                  <a:pt x="1135" y="1461"/>
                </a:lnTo>
                <a:lnTo>
                  <a:pt x="1134" y="1462"/>
                </a:lnTo>
                <a:lnTo>
                  <a:pt x="1133" y="1462"/>
                </a:lnTo>
                <a:lnTo>
                  <a:pt x="1132" y="1465"/>
                </a:lnTo>
                <a:lnTo>
                  <a:pt x="1129" y="1465"/>
                </a:lnTo>
                <a:lnTo>
                  <a:pt x="1129" y="1467"/>
                </a:lnTo>
                <a:lnTo>
                  <a:pt x="1128" y="1470"/>
                </a:lnTo>
                <a:lnTo>
                  <a:pt x="1128" y="1473"/>
                </a:lnTo>
                <a:lnTo>
                  <a:pt x="1127" y="1475"/>
                </a:lnTo>
                <a:lnTo>
                  <a:pt x="1126" y="1476"/>
                </a:lnTo>
                <a:lnTo>
                  <a:pt x="1125" y="1479"/>
                </a:lnTo>
                <a:lnTo>
                  <a:pt x="1124" y="1479"/>
                </a:lnTo>
                <a:lnTo>
                  <a:pt x="1123" y="1481"/>
                </a:lnTo>
                <a:lnTo>
                  <a:pt x="1121" y="1482"/>
                </a:lnTo>
                <a:lnTo>
                  <a:pt x="1119" y="1484"/>
                </a:lnTo>
                <a:lnTo>
                  <a:pt x="1116" y="1487"/>
                </a:lnTo>
                <a:lnTo>
                  <a:pt x="1115" y="1487"/>
                </a:lnTo>
                <a:lnTo>
                  <a:pt x="1114" y="1486"/>
                </a:lnTo>
                <a:lnTo>
                  <a:pt x="1113" y="1484"/>
                </a:lnTo>
                <a:lnTo>
                  <a:pt x="1112" y="1484"/>
                </a:lnTo>
                <a:lnTo>
                  <a:pt x="1109" y="1487"/>
                </a:lnTo>
                <a:lnTo>
                  <a:pt x="1107" y="1489"/>
                </a:lnTo>
                <a:lnTo>
                  <a:pt x="1106" y="1489"/>
                </a:lnTo>
                <a:lnTo>
                  <a:pt x="1104" y="1493"/>
                </a:lnTo>
                <a:lnTo>
                  <a:pt x="1103" y="1495"/>
                </a:lnTo>
                <a:lnTo>
                  <a:pt x="1100" y="1496"/>
                </a:lnTo>
                <a:lnTo>
                  <a:pt x="1099" y="1497"/>
                </a:lnTo>
                <a:lnTo>
                  <a:pt x="1098" y="1497"/>
                </a:lnTo>
                <a:lnTo>
                  <a:pt x="1097" y="1497"/>
                </a:lnTo>
                <a:lnTo>
                  <a:pt x="1097" y="1498"/>
                </a:lnTo>
                <a:lnTo>
                  <a:pt x="1096" y="1499"/>
                </a:lnTo>
                <a:lnTo>
                  <a:pt x="1095" y="1501"/>
                </a:lnTo>
                <a:lnTo>
                  <a:pt x="1096" y="1501"/>
                </a:lnTo>
                <a:lnTo>
                  <a:pt x="1096" y="1502"/>
                </a:lnTo>
                <a:lnTo>
                  <a:pt x="1098" y="1505"/>
                </a:lnTo>
                <a:lnTo>
                  <a:pt x="1097" y="1506"/>
                </a:lnTo>
                <a:lnTo>
                  <a:pt x="1096" y="1507"/>
                </a:lnTo>
                <a:lnTo>
                  <a:pt x="1095" y="1507"/>
                </a:lnTo>
                <a:lnTo>
                  <a:pt x="1094" y="1506"/>
                </a:lnTo>
                <a:lnTo>
                  <a:pt x="1093" y="1506"/>
                </a:lnTo>
                <a:lnTo>
                  <a:pt x="1092" y="1506"/>
                </a:lnTo>
                <a:lnTo>
                  <a:pt x="1091" y="1506"/>
                </a:lnTo>
                <a:lnTo>
                  <a:pt x="1090" y="1506"/>
                </a:lnTo>
                <a:lnTo>
                  <a:pt x="1089" y="1507"/>
                </a:lnTo>
                <a:lnTo>
                  <a:pt x="1089" y="1508"/>
                </a:lnTo>
                <a:lnTo>
                  <a:pt x="1088" y="1508"/>
                </a:lnTo>
                <a:lnTo>
                  <a:pt x="1085" y="1512"/>
                </a:lnTo>
                <a:lnTo>
                  <a:pt x="1083" y="1515"/>
                </a:lnTo>
                <a:lnTo>
                  <a:pt x="1080" y="1517"/>
                </a:lnTo>
                <a:lnTo>
                  <a:pt x="1078" y="1520"/>
                </a:lnTo>
                <a:lnTo>
                  <a:pt x="1077" y="1521"/>
                </a:lnTo>
                <a:lnTo>
                  <a:pt x="1075" y="1522"/>
                </a:lnTo>
                <a:lnTo>
                  <a:pt x="1071" y="1525"/>
                </a:lnTo>
                <a:lnTo>
                  <a:pt x="1071" y="1526"/>
                </a:lnTo>
                <a:lnTo>
                  <a:pt x="1072" y="1527"/>
                </a:lnTo>
                <a:lnTo>
                  <a:pt x="1072" y="1528"/>
                </a:lnTo>
                <a:lnTo>
                  <a:pt x="1069" y="1531"/>
                </a:lnTo>
                <a:lnTo>
                  <a:pt x="1069" y="1532"/>
                </a:lnTo>
                <a:lnTo>
                  <a:pt x="1068" y="1532"/>
                </a:lnTo>
                <a:lnTo>
                  <a:pt x="1067" y="1532"/>
                </a:lnTo>
                <a:lnTo>
                  <a:pt x="1065" y="1538"/>
                </a:lnTo>
                <a:lnTo>
                  <a:pt x="1064" y="1539"/>
                </a:lnTo>
                <a:lnTo>
                  <a:pt x="1064" y="1540"/>
                </a:lnTo>
                <a:lnTo>
                  <a:pt x="1063" y="1541"/>
                </a:lnTo>
                <a:lnTo>
                  <a:pt x="1063" y="1542"/>
                </a:lnTo>
                <a:lnTo>
                  <a:pt x="1064" y="1543"/>
                </a:lnTo>
                <a:lnTo>
                  <a:pt x="1064" y="1544"/>
                </a:lnTo>
                <a:lnTo>
                  <a:pt x="1063" y="1545"/>
                </a:lnTo>
                <a:lnTo>
                  <a:pt x="1063" y="1546"/>
                </a:lnTo>
                <a:lnTo>
                  <a:pt x="1062" y="1546"/>
                </a:lnTo>
                <a:lnTo>
                  <a:pt x="1061" y="1547"/>
                </a:lnTo>
                <a:lnTo>
                  <a:pt x="1061" y="1551"/>
                </a:lnTo>
                <a:lnTo>
                  <a:pt x="1062" y="1552"/>
                </a:lnTo>
                <a:lnTo>
                  <a:pt x="1063" y="1553"/>
                </a:lnTo>
                <a:lnTo>
                  <a:pt x="1064" y="1554"/>
                </a:lnTo>
                <a:lnTo>
                  <a:pt x="1067" y="1555"/>
                </a:lnTo>
                <a:lnTo>
                  <a:pt x="1068" y="1556"/>
                </a:lnTo>
                <a:lnTo>
                  <a:pt x="1070" y="1558"/>
                </a:lnTo>
                <a:lnTo>
                  <a:pt x="1072" y="1559"/>
                </a:lnTo>
                <a:lnTo>
                  <a:pt x="1072" y="1560"/>
                </a:lnTo>
                <a:lnTo>
                  <a:pt x="1071" y="1561"/>
                </a:lnTo>
                <a:lnTo>
                  <a:pt x="1071" y="1562"/>
                </a:lnTo>
                <a:lnTo>
                  <a:pt x="1070" y="1564"/>
                </a:lnTo>
                <a:lnTo>
                  <a:pt x="1071" y="1564"/>
                </a:lnTo>
                <a:lnTo>
                  <a:pt x="1071" y="1565"/>
                </a:lnTo>
                <a:lnTo>
                  <a:pt x="1072" y="1566"/>
                </a:lnTo>
                <a:lnTo>
                  <a:pt x="1072" y="1567"/>
                </a:lnTo>
                <a:lnTo>
                  <a:pt x="1070" y="1569"/>
                </a:lnTo>
                <a:lnTo>
                  <a:pt x="1069" y="1570"/>
                </a:lnTo>
                <a:lnTo>
                  <a:pt x="1068" y="1571"/>
                </a:lnTo>
                <a:lnTo>
                  <a:pt x="1066" y="1573"/>
                </a:lnTo>
                <a:lnTo>
                  <a:pt x="1065" y="1573"/>
                </a:lnTo>
                <a:lnTo>
                  <a:pt x="1064" y="1574"/>
                </a:lnTo>
                <a:lnTo>
                  <a:pt x="1065" y="1575"/>
                </a:lnTo>
                <a:lnTo>
                  <a:pt x="1064" y="1575"/>
                </a:lnTo>
                <a:lnTo>
                  <a:pt x="1064" y="1576"/>
                </a:lnTo>
                <a:lnTo>
                  <a:pt x="1061" y="1577"/>
                </a:lnTo>
                <a:lnTo>
                  <a:pt x="1060" y="1577"/>
                </a:lnTo>
                <a:lnTo>
                  <a:pt x="1060" y="1576"/>
                </a:lnTo>
                <a:lnTo>
                  <a:pt x="1059" y="1575"/>
                </a:lnTo>
                <a:lnTo>
                  <a:pt x="1057" y="1572"/>
                </a:lnTo>
                <a:lnTo>
                  <a:pt x="1057" y="1571"/>
                </a:lnTo>
                <a:lnTo>
                  <a:pt x="1056" y="1570"/>
                </a:lnTo>
                <a:lnTo>
                  <a:pt x="1056" y="1569"/>
                </a:lnTo>
                <a:lnTo>
                  <a:pt x="1055" y="1566"/>
                </a:lnTo>
                <a:lnTo>
                  <a:pt x="1052" y="1564"/>
                </a:lnTo>
                <a:lnTo>
                  <a:pt x="1051" y="1564"/>
                </a:lnTo>
                <a:lnTo>
                  <a:pt x="1048" y="1564"/>
                </a:lnTo>
                <a:lnTo>
                  <a:pt x="1049" y="1566"/>
                </a:lnTo>
                <a:lnTo>
                  <a:pt x="1050" y="1567"/>
                </a:lnTo>
                <a:lnTo>
                  <a:pt x="1050" y="1568"/>
                </a:lnTo>
                <a:lnTo>
                  <a:pt x="1051" y="1571"/>
                </a:lnTo>
                <a:lnTo>
                  <a:pt x="1050" y="1571"/>
                </a:lnTo>
                <a:lnTo>
                  <a:pt x="1048" y="1575"/>
                </a:lnTo>
                <a:lnTo>
                  <a:pt x="1048" y="1577"/>
                </a:lnTo>
                <a:lnTo>
                  <a:pt x="1047" y="1581"/>
                </a:lnTo>
                <a:lnTo>
                  <a:pt x="1047" y="1583"/>
                </a:lnTo>
                <a:lnTo>
                  <a:pt x="1048" y="1586"/>
                </a:lnTo>
                <a:lnTo>
                  <a:pt x="1048" y="1589"/>
                </a:lnTo>
                <a:lnTo>
                  <a:pt x="1048" y="1590"/>
                </a:lnTo>
                <a:lnTo>
                  <a:pt x="1048" y="1591"/>
                </a:lnTo>
                <a:lnTo>
                  <a:pt x="1048" y="1592"/>
                </a:lnTo>
                <a:lnTo>
                  <a:pt x="1047" y="1593"/>
                </a:lnTo>
                <a:lnTo>
                  <a:pt x="1047" y="1594"/>
                </a:lnTo>
                <a:lnTo>
                  <a:pt x="1047" y="1596"/>
                </a:lnTo>
                <a:lnTo>
                  <a:pt x="1047" y="1597"/>
                </a:lnTo>
                <a:lnTo>
                  <a:pt x="1047" y="1598"/>
                </a:lnTo>
                <a:lnTo>
                  <a:pt x="1047" y="1599"/>
                </a:lnTo>
                <a:lnTo>
                  <a:pt x="1047" y="1600"/>
                </a:lnTo>
                <a:lnTo>
                  <a:pt x="1047" y="1601"/>
                </a:lnTo>
                <a:lnTo>
                  <a:pt x="1046" y="1602"/>
                </a:lnTo>
                <a:lnTo>
                  <a:pt x="1045" y="1602"/>
                </a:lnTo>
                <a:lnTo>
                  <a:pt x="1044" y="1602"/>
                </a:lnTo>
                <a:lnTo>
                  <a:pt x="1043" y="1601"/>
                </a:lnTo>
                <a:lnTo>
                  <a:pt x="1042" y="1601"/>
                </a:lnTo>
                <a:lnTo>
                  <a:pt x="1041" y="1601"/>
                </a:lnTo>
                <a:lnTo>
                  <a:pt x="1040" y="1602"/>
                </a:lnTo>
                <a:lnTo>
                  <a:pt x="1039" y="1603"/>
                </a:lnTo>
                <a:lnTo>
                  <a:pt x="1038" y="1603"/>
                </a:lnTo>
                <a:lnTo>
                  <a:pt x="1038" y="1604"/>
                </a:lnTo>
                <a:lnTo>
                  <a:pt x="1036" y="1604"/>
                </a:lnTo>
                <a:lnTo>
                  <a:pt x="1033" y="1605"/>
                </a:lnTo>
                <a:lnTo>
                  <a:pt x="1031" y="1604"/>
                </a:lnTo>
                <a:lnTo>
                  <a:pt x="1030" y="1604"/>
                </a:lnTo>
                <a:lnTo>
                  <a:pt x="1029" y="1603"/>
                </a:lnTo>
                <a:lnTo>
                  <a:pt x="1027" y="1602"/>
                </a:lnTo>
                <a:lnTo>
                  <a:pt x="1026" y="1602"/>
                </a:lnTo>
                <a:lnTo>
                  <a:pt x="1026" y="1601"/>
                </a:lnTo>
                <a:lnTo>
                  <a:pt x="1025" y="1601"/>
                </a:lnTo>
                <a:lnTo>
                  <a:pt x="1024" y="1601"/>
                </a:lnTo>
                <a:lnTo>
                  <a:pt x="1020" y="1602"/>
                </a:lnTo>
                <a:lnTo>
                  <a:pt x="1019" y="1603"/>
                </a:lnTo>
                <a:lnTo>
                  <a:pt x="1018" y="1603"/>
                </a:lnTo>
                <a:lnTo>
                  <a:pt x="1016" y="1604"/>
                </a:lnTo>
                <a:lnTo>
                  <a:pt x="1015" y="1605"/>
                </a:lnTo>
                <a:lnTo>
                  <a:pt x="1013" y="1605"/>
                </a:lnTo>
                <a:lnTo>
                  <a:pt x="1012" y="1605"/>
                </a:lnTo>
                <a:lnTo>
                  <a:pt x="1009" y="1606"/>
                </a:lnTo>
                <a:lnTo>
                  <a:pt x="1007" y="1607"/>
                </a:lnTo>
                <a:lnTo>
                  <a:pt x="1006" y="1607"/>
                </a:lnTo>
                <a:lnTo>
                  <a:pt x="1004" y="1606"/>
                </a:lnTo>
                <a:lnTo>
                  <a:pt x="1003" y="1606"/>
                </a:lnTo>
                <a:lnTo>
                  <a:pt x="1003" y="1605"/>
                </a:lnTo>
                <a:lnTo>
                  <a:pt x="1002" y="1604"/>
                </a:lnTo>
                <a:lnTo>
                  <a:pt x="1000" y="1604"/>
                </a:lnTo>
                <a:lnTo>
                  <a:pt x="998" y="1603"/>
                </a:lnTo>
                <a:lnTo>
                  <a:pt x="995" y="1604"/>
                </a:lnTo>
                <a:lnTo>
                  <a:pt x="994" y="1605"/>
                </a:lnTo>
                <a:lnTo>
                  <a:pt x="993" y="1607"/>
                </a:lnTo>
                <a:lnTo>
                  <a:pt x="990" y="1608"/>
                </a:lnTo>
                <a:lnTo>
                  <a:pt x="989" y="1608"/>
                </a:lnTo>
                <a:lnTo>
                  <a:pt x="988" y="1608"/>
                </a:lnTo>
                <a:lnTo>
                  <a:pt x="987" y="1607"/>
                </a:lnTo>
                <a:lnTo>
                  <a:pt x="986" y="1606"/>
                </a:lnTo>
                <a:lnTo>
                  <a:pt x="984" y="1606"/>
                </a:lnTo>
                <a:lnTo>
                  <a:pt x="983" y="1606"/>
                </a:lnTo>
                <a:lnTo>
                  <a:pt x="981" y="1605"/>
                </a:lnTo>
                <a:lnTo>
                  <a:pt x="979" y="1605"/>
                </a:lnTo>
                <a:lnTo>
                  <a:pt x="978" y="1605"/>
                </a:lnTo>
                <a:lnTo>
                  <a:pt x="977" y="1604"/>
                </a:lnTo>
                <a:lnTo>
                  <a:pt x="977" y="1603"/>
                </a:lnTo>
                <a:lnTo>
                  <a:pt x="978" y="1602"/>
                </a:lnTo>
                <a:lnTo>
                  <a:pt x="978" y="1601"/>
                </a:lnTo>
                <a:lnTo>
                  <a:pt x="978" y="1600"/>
                </a:lnTo>
                <a:lnTo>
                  <a:pt x="977" y="1597"/>
                </a:lnTo>
                <a:lnTo>
                  <a:pt x="977" y="1596"/>
                </a:lnTo>
                <a:lnTo>
                  <a:pt x="976" y="1596"/>
                </a:lnTo>
                <a:lnTo>
                  <a:pt x="975" y="1596"/>
                </a:lnTo>
                <a:lnTo>
                  <a:pt x="976" y="1595"/>
                </a:lnTo>
                <a:lnTo>
                  <a:pt x="974" y="1593"/>
                </a:lnTo>
                <a:lnTo>
                  <a:pt x="974" y="1591"/>
                </a:lnTo>
                <a:lnTo>
                  <a:pt x="970" y="1590"/>
                </a:lnTo>
                <a:lnTo>
                  <a:pt x="969" y="1589"/>
                </a:lnTo>
                <a:lnTo>
                  <a:pt x="967" y="1588"/>
                </a:lnTo>
                <a:lnTo>
                  <a:pt x="966" y="1588"/>
                </a:lnTo>
                <a:lnTo>
                  <a:pt x="966" y="1589"/>
                </a:lnTo>
                <a:lnTo>
                  <a:pt x="963" y="1587"/>
                </a:lnTo>
                <a:lnTo>
                  <a:pt x="962" y="1587"/>
                </a:lnTo>
                <a:lnTo>
                  <a:pt x="961" y="1586"/>
                </a:lnTo>
                <a:lnTo>
                  <a:pt x="960" y="1586"/>
                </a:lnTo>
                <a:lnTo>
                  <a:pt x="960" y="1587"/>
                </a:lnTo>
                <a:lnTo>
                  <a:pt x="958" y="1586"/>
                </a:lnTo>
                <a:lnTo>
                  <a:pt x="957" y="1586"/>
                </a:lnTo>
                <a:lnTo>
                  <a:pt x="956" y="1586"/>
                </a:lnTo>
                <a:lnTo>
                  <a:pt x="954" y="1585"/>
                </a:lnTo>
                <a:lnTo>
                  <a:pt x="953" y="1585"/>
                </a:lnTo>
                <a:lnTo>
                  <a:pt x="952" y="1585"/>
                </a:lnTo>
                <a:lnTo>
                  <a:pt x="950" y="1583"/>
                </a:lnTo>
                <a:lnTo>
                  <a:pt x="948" y="1582"/>
                </a:lnTo>
                <a:lnTo>
                  <a:pt x="949" y="1581"/>
                </a:lnTo>
                <a:lnTo>
                  <a:pt x="948" y="1581"/>
                </a:lnTo>
                <a:lnTo>
                  <a:pt x="947" y="1582"/>
                </a:lnTo>
                <a:lnTo>
                  <a:pt x="945" y="1583"/>
                </a:lnTo>
                <a:lnTo>
                  <a:pt x="944" y="1583"/>
                </a:lnTo>
                <a:lnTo>
                  <a:pt x="943" y="1582"/>
                </a:lnTo>
                <a:lnTo>
                  <a:pt x="937" y="1580"/>
                </a:lnTo>
                <a:lnTo>
                  <a:pt x="936" y="1580"/>
                </a:lnTo>
                <a:lnTo>
                  <a:pt x="931" y="1576"/>
                </a:lnTo>
                <a:lnTo>
                  <a:pt x="930" y="1575"/>
                </a:lnTo>
                <a:lnTo>
                  <a:pt x="928" y="1575"/>
                </a:lnTo>
                <a:lnTo>
                  <a:pt x="926" y="1575"/>
                </a:lnTo>
                <a:lnTo>
                  <a:pt x="925" y="1576"/>
                </a:lnTo>
                <a:lnTo>
                  <a:pt x="923" y="1575"/>
                </a:lnTo>
                <a:lnTo>
                  <a:pt x="922" y="1574"/>
                </a:lnTo>
                <a:lnTo>
                  <a:pt x="923" y="1573"/>
                </a:lnTo>
                <a:lnTo>
                  <a:pt x="925" y="1570"/>
                </a:lnTo>
                <a:lnTo>
                  <a:pt x="925" y="1569"/>
                </a:lnTo>
                <a:lnTo>
                  <a:pt x="924" y="1569"/>
                </a:lnTo>
                <a:lnTo>
                  <a:pt x="922" y="1568"/>
                </a:lnTo>
                <a:lnTo>
                  <a:pt x="920" y="1566"/>
                </a:lnTo>
                <a:lnTo>
                  <a:pt x="919" y="1566"/>
                </a:lnTo>
                <a:lnTo>
                  <a:pt x="919" y="1565"/>
                </a:lnTo>
                <a:lnTo>
                  <a:pt x="917" y="1564"/>
                </a:lnTo>
                <a:lnTo>
                  <a:pt x="917" y="1563"/>
                </a:lnTo>
                <a:lnTo>
                  <a:pt x="916" y="1563"/>
                </a:lnTo>
                <a:lnTo>
                  <a:pt x="916" y="1561"/>
                </a:lnTo>
                <a:lnTo>
                  <a:pt x="915" y="1560"/>
                </a:lnTo>
                <a:lnTo>
                  <a:pt x="914" y="1560"/>
                </a:lnTo>
                <a:lnTo>
                  <a:pt x="912" y="1559"/>
                </a:lnTo>
                <a:lnTo>
                  <a:pt x="911" y="1559"/>
                </a:lnTo>
                <a:lnTo>
                  <a:pt x="910" y="1559"/>
                </a:lnTo>
                <a:lnTo>
                  <a:pt x="909" y="1558"/>
                </a:lnTo>
                <a:lnTo>
                  <a:pt x="908" y="1558"/>
                </a:lnTo>
                <a:lnTo>
                  <a:pt x="907" y="1558"/>
                </a:lnTo>
                <a:lnTo>
                  <a:pt x="906" y="1557"/>
                </a:lnTo>
                <a:lnTo>
                  <a:pt x="905" y="1557"/>
                </a:lnTo>
                <a:lnTo>
                  <a:pt x="904" y="1556"/>
                </a:lnTo>
                <a:lnTo>
                  <a:pt x="903" y="1555"/>
                </a:lnTo>
                <a:lnTo>
                  <a:pt x="902" y="1554"/>
                </a:lnTo>
                <a:lnTo>
                  <a:pt x="902" y="1553"/>
                </a:lnTo>
                <a:lnTo>
                  <a:pt x="901" y="1553"/>
                </a:lnTo>
                <a:lnTo>
                  <a:pt x="900" y="1553"/>
                </a:lnTo>
                <a:lnTo>
                  <a:pt x="899" y="1553"/>
                </a:lnTo>
                <a:lnTo>
                  <a:pt x="898" y="1553"/>
                </a:lnTo>
                <a:lnTo>
                  <a:pt x="897" y="1553"/>
                </a:lnTo>
                <a:lnTo>
                  <a:pt x="897" y="1554"/>
                </a:lnTo>
                <a:lnTo>
                  <a:pt x="896" y="1555"/>
                </a:lnTo>
                <a:lnTo>
                  <a:pt x="889" y="1556"/>
                </a:lnTo>
                <a:lnTo>
                  <a:pt x="888" y="1557"/>
                </a:lnTo>
                <a:lnTo>
                  <a:pt x="885" y="1557"/>
                </a:lnTo>
                <a:lnTo>
                  <a:pt x="881" y="1556"/>
                </a:lnTo>
                <a:lnTo>
                  <a:pt x="880" y="1556"/>
                </a:lnTo>
                <a:lnTo>
                  <a:pt x="877" y="1555"/>
                </a:lnTo>
                <a:lnTo>
                  <a:pt x="876" y="1554"/>
                </a:lnTo>
                <a:lnTo>
                  <a:pt x="875" y="1554"/>
                </a:lnTo>
                <a:lnTo>
                  <a:pt x="874" y="1554"/>
                </a:lnTo>
                <a:lnTo>
                  <a:pt x="873" y="1554"/>
                </a:lnTo>
                <a:lnTo>
                  <a:pt x="872" y="1553"/>
                </a:lnTo>
                <a:lnTo>
                  <a:pt x="871" y="1553"/>
                </a:lnTo>
                <a:lnTo>
                  <a:pt x="870" y="1553"/>
                </a:lnTo>
                <a:lnTo>
                  <a:pt x="869" y="1553"/>
                </a:lnTo>
                <a:lnTo>
                  <a:pt x="869" y="1552"/>
                </a:lnTo>
                <a:lnTo>
                  <a:pt x="868" y="1552"/>
                </a:lnTo>
                <a:lnTo>
                  <a:pt x="865" y="1552"/>
                </a:lnTo>
                <a:lnTo>
                  <a:pt x="864" y="1551"/>
                </a:lnTo>
                <a:lnTo>
                  <a:pt x="863" y="1551"/>
                </a:lnTo>
                <a:lnTo>
                  <a:pt x="862" y="1550"/>
                </a:lnTo>
                <a:lnTo>
                  <a:pt x="862" y="1549"/>
                </a:lnTo>
                <a:lnTo>
                  <a:pt x="860" y="1548"/>
                </a:lnTo>
                <a:lnTo>
                  <a:pt x="859" y="1548"/>
                </a:lnTo>
                <a:lnTo>
                  <a:pt x="858" y="1547"/>
                </a:lnTo>
                <a:lnTo>
                  <a:pt x="857" y="1547"/>
                </a:lnTo>
                <a:lnTo>
                  <a:pt x="855" y="1546"/>
                </a:lnTo>
                <a:lnTo>
                  <a:pt x="854" y="1546"/>
                </a:lnTo>
                <a:lnTo>
                  <a:pt x="853" y="1546"/>
                </a:lnTo>
                <a:lnTo>
                  <a:pt x="851" y="1545"/>
                </a:lnTo>
                <a:lnTo>
                  <a:pt x="850" y="1545"/>
                </a:lnTo>
                <a:lnTo>
                  <a:pt x="848" y="1544"/>
                </a:lnTo>
                <a:lnTo>
                  <a:pt x="847" y="1543"/>
                </a:lnTo>
                <a:lnTo>
                  <a:pt x="845" y="1542"/>
                </a:lnTo>
                <a:lnTo>
                  <a:pt x="844" y="1542"/>
                </a:lnTo>
                <a:lnTo>
                  <a:pt x="843" y="1540"/>
                </a:lnTo>
                <a:lnTo>
                  <a:pt x="842" y="1539"/>
                </a:lnTo>
                <a:lnTo>
                  <a:pt x="841" y="1539"/>
                </a:lnTo>
                <a:lnTo>
                  <a:pt x="840" y="1538"/>
                </a:lnTo>
                <a:lnTo>
                  <a:pt x="839" y="1538"/>
                </a:lnTo>
                <a:lnTo>
                  <a:pt x="839" y="1537"/>
                </a:lnTo>
                <a:lnTo>
                  <a:pt x="838" y="1536"/>
                </a:lnTo>
                <a:lnTo>
                  <a:pt x="849" y="1529"/>
                </a:lnTo>
                <a:lnTo>
                  <a:pt x="853" y="1521"/>
                </a:lnTo>
                <a:lnTo>
                  <a:pt x="854" y="1518"/>
                </a:lnTo>
                <a:lnTo>
                  <a:pt x="854" y="1515"/>
                </a:lnTo>
                <a:lnTo>
                  <a:pt x="855" y="1508"/>
                </a:lnTo>
                <a:lnTo>
                  <a:pt x="857" y="1501"/>
                </a:lnTo>
                <a:lnTo>
                  <a:pt x="858" y="1496"/>
                </a:lnTo>
                <a:lnTo>
                  <a:pt x="863" y="1493"/>
                </a:lnTo>
                <a:lnTo>
                  <a:pt x="863" y="1492"/>
                </a:lnTo>
                <a:lnTo>
                  <a:pt x="867" y="1487"/>
                </a:lnTo>
                <a:lnTo>
                  <a:pt x="869" y="1483"/>
                </a:lnTo>
                <a:lnTo>
                  <a:pt x="881" y="1472"/>
                </a:lnTo>
                <a:lnTo>
                  <a:pt x="882" y="1464"/>
                </a:lnTo>
                <a:lnTo>
                  <a:pt x="882" y="1462"/>
                </a:lnTo>
                <a:lnTo>
                  <a:pt x="882" y="1461"/>
                </a:lnTo>
                <a:lnTo>
                  <a:pt x="881" y="1461"/>
                </a:lnTo>
                <a:lnTo>
                  <a:pt x="880" y="1460"/>
                </a:lnTo>
                <a:lnTo>
                  <a:pt x="879" y="1459"/>
                </a:lnTo>
                <a:lnTo>
                  <a:pt x="878" y="1459"/>
                </a:lnTo>
                <a:lnTo>
                  <a:pt x="877" y="1459"/>
                </a:lnTo>
                <a:lnTo>
                  <a:pt x="876" y="1458"/>
                </a:lnTo>
                <a:lnTo>
                  <a:pt x="874" y="1458"/>
                </a:lnTo>
                <a:lnTo>
                  <a:pt x="873" y="1457"/>
                </a:lnTo>
                <a:lnTo>
                  <a:pt x="872" y="1456"/>
                </a:lnTo>
                <a:lnTo>
                  <a:pt x="872" y="1455"/>
                </a:lnTo>
                <a:lnTo>
                  <a:pt x="871" y="1454"/>
                </a:lnTo>
                <a:lnTo>
                  <a:pt x="871" y="1453"/>
                </a:lnTo>
                <a:lnTo>
                  <a:pt x="871" y="1452"/>
                </a:lnTo>
                <a:lnTo>
                  <a:pt x="871" y="1451"/>
                </a:lnTo>
                <a:lnTo>
                  <a:pt x="870" y="1451"/>
                </a:lnTo>
                <a:lnTo>
                  <a:pt x="870" y="1450"/>
                </a:lnTo>
                <a:lnTo>
                  <a:pt x="870" y="1449"/>
                </a:lnTo>
                <a:lnTo>
                  <a:pt x="870" y="1448"/>
                </a:lnTo>
                <a:lnTo>
                  <a:pt x="869" y="1448"/>
                </a:lnTo>
                <a:lnTo>
                  <a:pt x="869" y="1447"/>
                </a:lnTo>
                <a:lnTo>
                  <a:pt x="869" y="1446"/>
                </a:lnTo>
                <a:lnTo>
                  <a:pt x="869" y="1445"/>
                </a:lnTo>
                <a:lnTo>
                  <a:pt x="868" y="1445"/>
                </a:lnTo>
                <a:lnTo>
                  <a:pt x="868" y="1444"/>
                </a:lnTo>
                <a:lnTo>
                  <a:pt x="867" y="1444"/>
                </a:lnTo>
                <a:lnTo>
                  <a:pt x="867" y="1443"/>
                </a:lnTo>
                <a:lnTo>
                  <a:pt x="866" y="1442"/>
                </a:lnTo>
                <a:lnTo>
                  <a:pt x="866" y="1441"/>
                </a:lnTo>
                <a:lnTo>
                  <a:pt x="867" y="1441"/>
                </a:lnTo>
                <a:lnTo>
                  <a:pt x="867" y="1440"/>
                </a:lnTo>
                <a:lnTo>
                  <a:pt x="867" y="1439"/>
                </a:lnTo>
                <a:lnTo>
                  <a:pt x="867" y="1438"/>
                </a:lnTo>
                <a:lnTo>
                  <a:pt x="867" y="1437"/>
                </a:lnTo>
                <a:lnTo>
                  <a:pt x="867" y="1436"/>
                </a:lnTo>
                <a:lnTo>
                  <a:pt x="868" y="1435"/>
                </a:lnTo>
                <a:lnTo>
                  <a:pt x="868" y="1434"/>
                </a:lnTo>
                <a:lnTo>
                  <a:pt x="867" y="1434"/>
                </a:lnTo>
                <a:lnTo>
                  <a:pt x="867" y="1433"/>
                </a:lnTo>
                <a:lnTo>
                  <a:pt x="866" y="1433"/>
                </a:lnTo>
                <a:lnTo>
                  <a:pt x="867" y="1432"/>
                </a:lnTo>
                <a:lnTo>
                  <a:pt x="867" y="1431"/>
                </a:lnTo>
                <a:lnTo>
                  <a:pt x="866" y="1430"/>
                </a:lnTo>
                <a:lnTo>
                  <a:pt x="866" y="1429"/>
                </a:lnTo>
                <a:lnTo>
                  <a:pt x="865" y="1429"/>
                </a:lnTo>
                <a:lnTo>
                  <a:pt x="863" y="1429"/>
                </a:lnTo>
                <a:lnTo>
                  <a:pt x="863" y="1428"/>
                </a:lnTo>
                <a:lnTo>
                  <a:pt x="863" y="1427"/>
                </a:lnTo>
                <a:lnTo>
                  <a:pt x="861" y="1428"/>
                </a:lnTo>
                <a:lnTo>
                  <a:pt x="858" y="1429"/>
                </a:lnTo>
                <a:lnTo>
                  <a:pt x="857" y="1429"/>
                </a:lnTo>
                <a:lnTo>
                  <a:pt x="857" y="1430"/>
                </a:lnTo>
                <a:lnTo>
                  <a:pt x="856" y="1430"/>
                </a:lnTo>
                <a:lnTo>
                  <a:pt x="856" y="1431"/>
                </a:lnTo>
                <a:lnTo>
                  <a:pt x="855" y="1431"/>
                </a:lnTo>
                <a:lnTo>
                  <a:pt x="853" y="1430"/>
                </a:lnTo>
                <a:lnTo>
                  <a:pt x="852" y="1430"/>
                </a:lnTo>
                <a:lnTo>
                  <a:pt x="852" y="1429"/>
                </a:lnTo>
                <a:lnTo>
                  <a:pt x="851" y="1429"/>
                </a:lnTo>
                <a:lnTo>
                  <a:pt x="849" y="1429"/>
                </a:lnTo>
                <a:lnTo>
                  <a:pt x="847" y="1432"/>
                </a:lnTo>
                <a:lnTo>
                  <a:pt x="845" y="1433"/>
                </a:lnTo>
                <a:lnTo>
                  <a:pt x="843" y="1436"/>
                </a:lnTo>
                <a:lnTo>
                  <a:pt x="841" y="1439"/>
                </a:lnTo>
                <a:lnTo>
                  <a:pt x="839" y="1439"/>
                </a:lnTo>
                <a:lnTo>
                  <a:pt x="838" y="1438"/>
                </a:lnTo>
                <a:lnTo>
                  <a:pt x="836" y="1438"/>
                </a:lnTo>
                <a:lnTo>
                  <a:pt x="835" y="1438"/>
                </a:lnTo>
                <a:lnTo>
                  <a:pt x="834" y="1438"/>
                </a:lnTo>
                <a:lnTo>
                  <a:pt x="834" y="1437"/>
                </a:lnTo>
                <a:lnTo>
                  <a:pt x="831" y="1438"/>
                </a:lnTo>
                <a:lnTo>
                  <a:pt x="828" y="1438"/>
                </a:lnTo>
                <a:lnTo>
                  <a:pt x="827" y="1438"/>
                </a:lnTo>
                <a:lnTo>
                  <a:pt x="826" y="1438"/>
                </a:lnTo>
                <a:lnTo>
                  <a:pt x="824" y="1438"/>
                </a:lnTo>
                <a:lnTo>
                  <a:pt x="824" y="1439"/>
                </a:lnTo>
                <a:lnTo>
                  <a:pt x="823" y="1439"/>
                </a:lnTo>
                <a:lnTo>
                  <a:pt x="822" y="1439"/>
                </a:lnTo>
                <a:lnTo>
                  <a:pt x="821" y="1439"/>
                </a:lnTo>
                <a:lnTo>
                  <a:pt x="820" y="1439"/>
                </a:lnTo>
                <a:lnTo>
                  <a:pt x="820" y="1440"/>
                </a:lnTo>
                <a:lnTo>
                  <a:pt x="820" y="1441"/>
                </a:lnTo>
                <a:lnTo>
                  <a:pt x="820" y="1442"/>
                </a:lnTo>
                <a:lnTo>
                  <a:pt x="820" y="1443"/>
                </a:lnTo>
                <a:lnTo>
                  <a:pt x="821" y="1443"/>
                </a:lnTo>
                <a:lnTo>
                  <a:pt x="821" y="1444"/>
                </a:lnTo>
                <a:lnTo>
                  <a:pt x="821" y="1445"/>
                </a:lnTo>
                <a:lnTo>
                  <a:pt x="820" y="1445"/>
                </a:lnTo>
                <a:lnTo>
                  <a:pt x="820" y="1446"/>
                </a:lnTo>
                <a:lnTo>
                  <a:pt x="820" y="1447"/>
                </a:lnTo>
                <a:lnTo>
                  <a:pt x="821" y="1447"/>
                </a:lnTo>
                <a:lnTo>
                  <a:pt x="821" y="1448"/>
                </a:lnTo>
                <a:lnTo>
                  <a:pt x="821" y="1451"/>
                </a:lnTo>
                <a:lnTo>
                  <a:pt x="821" y="1452"/>
                </a:lnTo>
                <a:lnTo>
                  <a:pt x="821" y="1453"/>
                </a:lnTo>
                <a:lnTo>
                  <a:pt x="820" y="1453"/>
                </a:lnTo>
                <a:lnTo>
                  <a:pt x="819" y="1453"/>
                </a:lnTo>
                <a:lnTo>
                  <a:pt x="818" y="1453"/>
                </a:lnTo>
                <a:lnTo>
                  <a:pt x="816" y="1453"/>
                </a:lnTo>
                <a:lnTo>
                  <a:pt x="815" y="1453"/>
                </a:lnTo>
                <a:lnTo>
                  <a:pt x="814" y="1453"/>
                </a:lnTo>
                <a:lnTo>
                  <a:pt x="813" y="1453"/>
                </a:lnTo>
                <a:lnTo>
                  <a:pt x="812" y="1452"/>
                </a:lnTo>
                <a:lnTo>
                  <a:pt x="811" y="1452"/>
                </a:lnTo>
                <a:lnTo>
                  <a:pt x="810" y="1451"/>
                </a:lnTo>
                <a:lnTo>
                  <a:pt x="809" y="1451"/>
                </a:lnTo>
                <a:lnTo>
                  <a:pt x="808" y="1451"/>
                </a:lnTo>
                <a:lnTo>
                  <a:pt x="808" y="1452"/>
                </a:lnTo>
                <a:lnTo>
                  <a:pt x="807" y="1453"/>
                </a:lnTo>
                <a:lnTo>
                  <a:pt x="806" y="1454"/>
                </a:lnTo>
                <a:lnTo>
                  <a:pt x="805" y="1454"/>
                </a:lnTo>
                <a:lnTo>
                  <a:pt x="805" y="1455"/>
                </a:lnTo>
                <a:lnTo>
                  <a:pt x="805" y="1456"/>
                </a:lnTo>
                <a:lnTo>
                  <a:pt x="805" y="1457"/>
                </a:lnTo>
                <a:lnTo>
                  <a:pt x="804" y="1458"/>
                </a:lnTo>
                <a:lnTo>
                  <a:pt x="804" y="1459"/>
                </a:lnTo>
                <a:lnTo>
                  <a:pt x="803" y="1460"/>
                </a:lnTo>
                <a:lnTo>
                  <a:pt x="803" y="1461"/>
                </a:lnTo>
                <a:lnTo>
                  <a:pt x="802" y="1462"/>
                </a:lnTo>
                <a:lnTo>
                  <a:pt x="803" y="1462"/>
                </a:lnTo>
                <a:lnTo>
                  <a:pt x="803" y="1463"/>
                </a:lnTo>
                <a:lnTo>
                  <a:pt x="802" y="1463"/>
                </a:lnTo>
                <a:lnTo>
                  <a:pt x="802" y="1464"/>
                </a:lnTo>
                <a:lnTo>
                  <a:pt x="803" y="1465"/>
                </a:lnTo>
                <a:lnTo>
                  <a:pt x="803" y="1466"/>
                </a:lnTo>
                <a:lnTo>
                  <a:pt x="802" y="1467"/>
                </a:lnTo>
                <a:lnTo>
                  <a:pt x="801" y="1468"/>
                </a:lnTo>
                <a:lnTo>
                  <a:pt x="800" y="1469"/>
                </a:lnTo>
                <a:lnTo>
                  <a:pt x="800" y="1470"/>
                </a:lnTo>
                <a:lnTo>
                  <a:pt x="799" y="1471"/>
                </a:lnTo>
                <a:lnTo>
                  <a:pt x="798" y="1471"/>
                </a:lnTo>
                <a:lnTo>
                  <a:pt x="797" y="1472"/>
                </a:lnTo>
                <a:lnTo>
                  <a:pt x="796" y="1473"/>
                </a:lnTo>
                <a:lnTo>
                  <a:pt x="795" y="1473"/>
                </a:lnTo>
                <a:lnTo>
                  <a:pt x="795" y="1474"/>
                </a:lnTo>
                <a:lnTo>
                  <a:pt x="795" y="1475"/>
                </a:lnTo>
                <a:lnTo>
                  <a:pt x="794" y="1475"/>
                </a:lnTo>
                <a:lnTo>
                  <a:pt x="792" y="1477"/>
                </a:lnTo>
                <a:lnTo>
                  <a:pt x="792" y="1478"/>
                </a:lnTo>
                <a:lnTo>
                  <a:pt x="793" y="1479"/>
                </a:lnTo>
                <a:lnTo>
                  <a:pt x="793" y="1480"/>
                </a:lnTo>
                <a:lnTo>
                  <a:pt x="794" y="1480"/>
                </a:lnTo>
                <a:lnTo>
                  <a:pt x="795" y="1480"/>
                </a:lnTo>
                <a:lnTo>
                  <a:pt x="795" y="1481"/>
                </a:lnTo>
                <a:lnTo>
                  <a:pt x="794" y="1482"/>
                </a:lnTo>
                <a:lnTo>
                  <a:pt x="793" y="1482"/>
                </a:lnTo>
                <a:lnTo>
                  <a:pt x="793" y="1483"/>
                </a:lnTo>
                <a:lnTo>
                  <a:pt x="790" y="1485"/>
                </a:lnTo>
                <a:lnTo>
                  <a:pt x="789" y="1486"/>
                </a:lnTo>
                <a:lnTo>
                  <a:pt x="789" y="1487"/>
                </a:lnTo>
                <a:lnTo>
                  <a:pt x="787" y="1488"/>
                </a:lnTo>
                <a:lnTo>
                  <a:pt x="786" y="1488"/>
                </a:lnTo>
                <a:lnTo>
                  <a:pt x="786" y="1489"/>
                </a:lnTo>
                <a:lnTo>
                  <a:pt x="786" y="1490"/>
                </a:lnTo>
                <a:lnTo>
                  <a:pt x="786" y="1491"/>
                </a:lnTo>
                <a:lnTo>
                  <a:pt x="786" y="1492"/>
                </a:lnTo>
                <a:lnTo>
                  <a:pt x="786" y="1493"/>
                </a:lnTo>
                <a:lnTo>
                  <a:pt x="787" y="1493"/>
                </a:lnTo>
                <a:lnTo>
                  <a:pt x="787" y="1494"/>
                </a:lnTo>
                <a:lnTo>
                  <a:pt x="786" y="1495"/>
                </a:lnTo>
                <a:lnTo>
                  <a:pt x="785" y="1495"/>
                </a:lnTo>
                <a:lnTo>
                  <a:pt x="785" y="1496"/>
                </a:lnTo>
                <a:lnTo>
                  <a:pt x="785" y="1497"/>
                </a:lnTo>
                <a:lnTo>
                  <a:pt x="785" y="1498"/>
                </a:lnTo>
                <a:lnTo>
                  <a:pt x="785" y="1499"/>
                </a:lnTo>
                <a:lnTo>
                  <a:pt x="784" y="1500"/>
                </a:lnTo>
                <a:lnTo>
                  <a:pt x="783" y="1500"/>
                </a:lnTo>
                <a:lnTo>
                  <a:pt x="783" y="1501"/>
                </a:lnTo>
                <a:lnTo>
                  <a:pt x="784" y="1502"/>
                </a:lnTo>
                <a:lnTo>
                  <a:pt x="783" y="1502"/>
                </a:lnTo>
                <a:lnTo>
                  <a:pt x="782" y="1502"/>
                </a:lnTo>
                <a:lnTo>
                  <a:pt x="782" y="1504"/>
                </a:lnTo>
                <a:lnTo>
                  <a:pt x="782" y="1505"/>
                </a:lnTo>
                <a:lnTo>
                  <a:pt x="782" y="1506"/>
                </a:lnTo>
                <a:lnTo>
                  <a:pt x="782" y="1507"/>
                </a:lnTo>
                <a:lnTo>
                  <a:pt x="783" y="1507"/>
                </a:lnTo>
                <a:lnTo>
                  <a:pt x="783" y="1508"/>
                </a:lnTo>
                <a:lnTo>
                  <a:pt x="784" y="1508"/>
                </a:lnTo>
                <a:lnTo>
                  <a:pt x="784" y="1509"/>
                </a:lnTo>
                <a:lnTo>
                  <a:pt x="784" y="1510"/>
                </a:lnTo>
                <a:lnTo>
                  <a:pt x="783" y="1510"/>
                </a:lnTo>
                <a:lnTo>
                  <a:pt x="782" y="1510"/>
                </a:lnTo>
                <a:lnTo>
                  <a:pt x="782" y="1511"/>
                </a:lnTo>
                <a:lnTo>
                  <a:pt x="782" y="1512"/>
                </a:lnTo>
                <a:lnTo>
                  <a:pt x="782" y="1513"/>
                </a:lnTo>
                <a:lnTo>
                  <a:pt x="783" y="1513"/>
                </a:lnTo>
                <a:lnTo>
                  <a:pt x="783" y="1514"/>
                </a:lnTo>
                <a:lnTo>
                  <a:pt x="783" y="1515"/>
                </a:lnTo>
                <a:lnTo>
                  <a:pt x="782" y="1515"/>
                </a:lnTo>
                <a:lnTo>
                  <a:pt x="782" y="1516"/>
                </a:lnTo>
                <a:lnTo>
                  <a:pt x="781" y="1516"/>
                </a:lnTo>
                <a:lnTo>
                  <a:pt x="781" y="1517"/>
                </a:lnTo>
                <a:lnTo>
                  <a:pt x="781" y="1518"/>
                </a:lnTo>
                <a:lnTo>
                  <a:pt x="780" y="1519"/>
                </a:lnTo>
                <a:lnTo>
                  <a:pt x="780" y="1520"/>
                </a:lnTo>
                <a:lnTo>
                  <a:pt x="780" y="1521"/>
                </a:lnTo>
                <a:lnTo>
                  <a:pt x="780" y="1522"/>
                </a:lnTo>
                <a:lnTo>
                  <a:pt x="781" y="1522"/>
                </a:lnTo>
                <a:lnTo>
                  <a:pt x="781" y="1523"/>
                </a:lnTo>
                <a:lnTo>
                  <a:pt x="781" y="1524"/>
                </a:lnTo>
                <a:lnTo>
                  <a:pt x="781" y="1525"/>
                </a:lnTo>
                <a:lnTo>
                  <a:pt x="780" y="1525"/>
                </a:lnTo>
                <a:lnTo>
                  <a:pt x="780" y="1524"/>
                </a:lnTo>
                <a:lnTo>
                  <a:pt x="779" y="1525"/>
                </a:lnTo>
                <a:lnTo>
                  <a:pt x="779" y="1526"/>
                </a:lnTo>
                <a:lnTo>
                  <a:pt x="779" y="1527"/>
                </a:lnTo>
                <a:lnTo>
                  <a:pt x="780" y="1528"/>
                </a:lnTo>
                <a:lnTo>
                  <a:pt x="780" y="1529"/>
                </a:lnTo>
                <a:lnTo>
                  <a:pt x="780" y="1530"/>
                </a:lnTo>
                <a:lnTo>
                  <a:pt x="779" y="1530"/>
                </a:lnTo>
                <a:lnTo>
                  <a:pt x="779" y="1531"/>
                </a:lnTo>
                <a:lnTo>
                  <a:pt x="779" y="1532"/>
                </a:lnTo>
                <a:lnTo>
                  <a:pt x="779" y="1534"/>
                </a:lnTo>
                <a:lnTo>
                  <a:pt x="780" y="1534"/>
                </a:lnTo>
                <a:lnTo>
                  <a:pt x="780" y="1535"/>
                </a:lnTo>
                <a:lnTo>
                  <a:pt x="781" y="1536"/>
                </a:lnTo>
                <a:lnTo>
                  <a:pt x="781" y="1537"/>
                </a:lnTo>
                <a:lnTo>
                  <a:pt x="782" y="1537"/>
                </a:lnTo>
                <a:lnTo>
                  <a:pt x="783" y="1539"/>
                </a:lnTo>
                <a:lnTo>
                  <a:pt x="783" y="1540"/>
                </a:lnTo>
                <a:lnTo>
                  <a:pt x="782" y="1542"/>
                </a:lnTo>
                <a:lnTo>
                  <a:pt x="781" y="1543"/>
                </a:lnTo>
                <a:lnTo>
                  <a:pt x="781" y="1544"/>
                </a:lnTo>
                <a:lnTo>
                  <a:pt x="781" y="1545"/>
                </a:lnTo>
                <a:lnTo>
                  <a:pt x="780" y="1545"/>
                </a:lnTo>
                <a:lnTo>
                  <a:pt x="780" y="1546"/>
                </a:lnTo>
                <a:lnTo>
                  <a:pt x="779" y="1547"/>
                </a:lnTo>
                <a:lnTo>
                  <a:pt x="777" y="1547"/>
                </a:lnTo>
                <a:lnTo>
                  <a:pt x="775" y="1548"/>
                </a:lnTo>
                <a:lnTo>
                  <a:pt x="775" y="1549"/>
                </a:lnTo>
                <a:lnTo>
                  <a:pt x="775" y="1552"/>
                </a:lnTo>
                <a:lnTo>
                  <a:pt x="774" y="1553"/>
                </a:lnTo>
                <a:lnTo>
                  <a:pt x="774" y="1554"/>
                </a:lnTo>
                <a:lnTo>
                  <a:pt x="774" y="1557"/>
                </a:lnTo>
                <a:lnTo>
                  <a:pt x="775" y="1559"/>
                </a:lnTo>
                <a:lnTo>
                  <a:pt x="775" y="1561"/>
                </a:lnTo>
                <a:lnTo>
                  <a:pt x="776" y="1561"/>
                </a:lnTo>
                <a:lnTo>
                  <a:pt x="776" y="1562"/>
                </a:lnTo>
                <a:lnTo>
                  <a:pt x="777" y="1563"/>
                </a:lnTo>
                <a:lnTo>
                  <a:pt x="777" y="1564"/>
                </a:lnTo>
                <a:lnTo>
                  <a:pt x="778" y="1565"/>
                </a:lnTo>
                <a:lnTo>
                  <a:pt x="779" y="1566"/>
                </a:lnTo>
                <a:lnTo>
                  <a:pt x="780" y="1567"/>
                </a:lnTo>
                <a:lnTo>
                  <a:pt x="781" y="1568"/>
                </a:lnTo>
                <a:lnTo>
                  <a:pt x="781" y="1569"/>
                </a:lnTo>
                <a:lnTo>
                  <a:pt x="780" y="1569"/>
                </a:lnTo>
                <a:lnTo>
                  <a:pt x="780" y="1570"/>
                </a:lnTo>
                <a:lnTo>
                  <a:pt x="778" y="1573"/>
                </a:lnTo>
                <a:lnTo>
                  <a:pt x="777" y="1573"/>
                </a:lnTo>
                <a:lnTo>
                  <a:pt x="777" y="1574"/>
                </a:lnTo>
                <a:lnTo>
                  <a:pt x="777" y="1575"/>
                </a:lnTo>
                <a:lnTo>
                  <a:pt x="777" y="1576"/>
                </a:lnTo>
                <a:lnTo>
                  <a:pt x="777" y="1577"/>
                </a:lnTo>
                <a:lnTo>
                  <a:pt x="777" y="1578"/>
                </a:lnTo>
                <a:lnTo>
                  <a:pt x="777" y="1579"/>
                </a:lnTo>
                <a:lnTo>
                  <a:pt x="777" y="1580"/>
                </a:lnTo>
                <a:lnTo>
                  <a:pt x="777" y="1581"/>
                </a:lnTo>
                <a:lnTo>
                  <a:pt x="778" y="1582"/>
                </a:lnTo>
                <a:lnTo>
                  <a:pt x="777" y="1583"/>
                </a:lnTo>
                <a:lnTo>
                  <a:pt x="777" y="1584"/>
                </a:lnTo>
                <a:lnTo>
                  <a:pt x="776" y="1585"/>
                </a:lnTo>
                <a:lnTo>
                  <a:pt x="775" y="1586"/>
                </a:lnTo>
                <a:lnTo>
                  <a:pt x="774" y="1588"/>
                </a:lnTo>
                <a:lnTo>
                  <a:pt x="775" y="1588"/>
                </a:lnTo>
                <a:lnTo>
                  <a:pt x="775" y="1589"/>
                </a:lnTo>
                <a:lnTo>
                  <a:pt x="774" y="1590"/>
                </a:lnTo>
                <a:lnTo>
                  <a:pt x="773" y="1590"/>
                </a:lnTo>
                <a:lnTo>
                  <a:pt x="772" y="1590"/>
                </a:lnTo>
                <a:lnTo>
                  <a:pt x="771" y="1590"/>
                </a:lnTo>
                <a:lnTo>
                  <a:pt x="769" y="1591"/>
                </a:lnTo>
                <a:lnTo>
                  <a:pt x="768" y="1591"/>
                </a:lnTo>
                <a:lnTo>
                  <a:pt x="767" y="1592"/>
                </a:lnTo>
                <a:lnTo>
                  <a:pt x="766" y="1592"/>
                </a:lnTo>
                <a:lnTo>
                  <a:pt x="765" y="1593"/>
                </a:lnTo>
                <a:lnTo>
                  <a:pt x="764" y="1593"/>
                </a:lnTo>
                <a:lnTo>
                  <a:pt x="764" y="1592"/>
                </a:lnTo>
                <a:lnTo>
                  <a:pt x="763" y="1592"/>
                </a:lnTo>
                <a:lnTo>
                  <a:pt x="762" y="1592"/>
                </a:lnTo>
                <a:lnTo>
                  <a:pt x="761" y="1592"/>
                </a:lnTo>
                <a:lnTo>
                  <a:pt x="760" y="1594"/>
                </a:lnTo>
                <a:lnTo>
                  <a:pt x="760" y="1598"/>
                </a:lnTo>
                <a:lnTo>
                  <a:pt x="759" y="1599"/>
                </a:lnTo>
                <a:lnTo>
                  <a:pt x="757" y="1599"/>
                </a:lnTo>
                <a:lnTo>
                  <a:pt x="757" y="1600"/>
                </a:lnTo>
                <a:lnTo>
                  <a:pt x="755" y="1600"/>
                </a:lnTo>
                <a:lnTo>
                  <a:pt x="750" y="1600"/>
                </a:lnTo>
                <a:lnTo>
                  <a:pt x="747" y="1600"/>
                </a:lnTo>
                <a:lnTo>
                  <a:pt x="745" y="1600"/>
                </a:lnTo>
                <a:lnTo>
                  <a:pt x="740" y="1599"/>
                </a:lnTo>
                <a:lnTo>
                  <a:pt x="738" y="1598"/>
                </a:lnTo>
                <a:lnTo>
                  <a:pt x="734" y="1599"/>
                </a:lnTo>
                <a:lnTo>
                  <a:pt x="729" y="1601"/>
                </a:lnTo>
                <a:lnTo>
                  <a:pt x="726" y="1603"/>
                </a:lnTo>
                <a:lnTo>
                  <a:pt x="723" y="1603"/>
                </a:lnTo>
                <a:lnTo>
                  <a:pt x="721" y="1604"/>
                </a:lnTo>
                <a:lnTo>
                  <a:pt x="719" y="1604"/>
                </a:lnTo>
                <a:lnTo>
                  <a:pt x="713" y="1608"/>
                </a:lnTo>
                <a:lnTo>
                  <a:pt x="708" y="1612"/>
                </a:lnTo>
                <a:lnTo>
                  <a:pt x="707" y="1612"/>
                </a:lnTo>
                <a:lnTo>
                  <a:pt x="705" y="1612"/>
                </a:lnTo>
                <a:lnTo>
                  <a:pt x="698" y="1613"/>
                </a:lnTo>
                <a:lnTo>
                  <a:pt x="696" y="1613"/>
                </a:lnTo>
                <a:lnTo>
                  <a:pt x="693" y="1613"/>
                </a:lnTo>
                <a:lnTo>
                  <a:pt x="690" y="1615"/>
                </a:lnTo>
                <a:lnTo>
                  <a:pt x="687" y="1616"/>
                </a:lnTo>
                <a:lnTo>
                  <a:pt x="683" y="1617"/>
                </a:lnTo>
                <a:lnTo>
                  <a:pt x="670" y="1618"/>
                </a:lnTo>
                <a:lnTo>
                  <a:pt x="660" y="1619"/>
                </a:lnTo>
                <a:lnTo>
                  <a:pt x="654" y="1619"/>
                </a:lnTo>
                <a:lnTo>
                  <a:pt x="653" y="1619"/>
                </a:lnTo>
                <a:lnTo>
                  <a:pt x="652" y="1622"/>
                </a:lnTo>
                <a:lnTo>
                  <a:pt x="652" y="1624"/>
                </a:lnTo>
                <a:lnTo>
                  <a:pt x="650" y="1624"/>
                </a:lnTo>
                <a:lnTo>
                  <a:pt x="649" y="1624"/>
                </a:lnTo>
                <a:lnTo>
                  <a:pt x="648" y="1624"/>
                </a:lnTo>
                <a:lnTo>
                  <a:pt x="648" y="1625"/>
                </a:lnTo>
                <a:lnTo>
                  <a:pt x="647" y="1625"/>
                </a:lnTo>
                <a:lnTo>
                  <a:pt x="646" y="1626"/>
                </a:lnTo>
                <a:lnTo>
                  <a:pt x="645" y="1626"/>
                </a:lnTo>
                <a:lnTo>
                  <a:pt x="644" y="1626"/>
                </a:lnTo>
                <a:lnTo>
                  <a:pt x="642" y="1626"/>
                </a:lnTo>
                <a:lnTo>
                  <a:pt x="641" y="1628"/>
                </a:lnTo>
                <a:lnTo>
                  <a:pt x="641" y="1627"/>
                </a:lnTo>
                <a:lnTo>
                  <a:pt x="636" y="1629"/>
                </a:lnTo>
                <a:lnTo>
                  <a:pt x="631" y="1630"/>
                </a:lnTo>
                <a:lnTo>
                  <a:pt x="622" y="1623"/>
                </a:lnTo>
                <a:lnTo>
                  <a:pt x="615" y="1618"/>
                </a:lnTo>
                <a:lnTo>
                  <a:pt x="609" y="1613"/>
                </a:lnTo>
                <a:lnTo>
                  <a:pt x="603" y="1609"/>
                </a:lnTo>
                <a:lnTo>
                  <a:pt x="601" y="1605"/>
                </a:lnTo>
                <a:lnTo>
                  <a:pt x="598" y="1603"/>
                </a:lnTo>
                <a:lnTo>
                  <a:pt x="586" y="1591"/>
                </a:lnTo>
                <a:lnTo>
                  <a:pt x="571" y="1586"/>
                </a:lnTo>
                <a:lnTo>
                  <a:pt x="570" y="1586"/>
                </a:lnTo>
                <a:lnTo>
                  <a:pt x="562" y="1584"/>
                </a:lnTo>
                <a:lnTo>
                  <a:pt x="561" y="1583"/>
                </a:lnTo>
                <a:lnTo>
                  <a:pt x="560" y="1581"/>
                </a:lnTo>
                <a:lnTo>
                  <a:pt x="560" y="1580"/>
                </a:lnTo>
                <a:lnTo>
                  <a:pt x="560" y="1579"/>
                </a:lnTo>
                <a:lnTo>
                  <a:pt x="560" y="1578"/>
                </a:lnTo>
                <a:lnTo>
                  <a:pt x="560" y="1577"/>
                </a:lnTo>
                <a:lnTo>
                  <a:pt x="560" y="1576"/>
                </a:lnTo>
                <a:lnTo>
                  <a:pt x="559" y="1574"/>
                </a:lnTo>
                <a:lnTo>
                  <a:pt x="559" y="1573"/>
                </a:lnTo>
                <a:lnTo>
                  <a:pt x="558" y="1572"/>
                </a:lnTo>
                <a:lnTo>
                  <a:pt x="558" y="1569"/>
                </a:lnTo>
                <a:lnTo>
                  <a:pt x="557" y="1567"/>
                </a:lnTo>
                <a:lnTo>
                  <a:pt x="557" y="1566"/>
                </a:lnTo>
                <a:lnTo>
                  <a:pt x="557" y="1565"/>
                </a:lnTo>
                <a:lnTo>
                  <a:pt x="557" y="1564"/>
                </a:lnTo>
                <a:lnTo>
                  <a:pt x="557" y="1562"/>
                </a:lnTo>
                <a:lnTo>
                  <a:pt x="558" y="1560"/>
                </a:lnTo>
                <a:lnTo>
                  <a:pt x="569" y="1555"/>
                </a:lnTo>
                <a:lnTo>
                  <a:pt x="575" y="1553"/>
                </a:lnTo>
                <a:lnTo>
                  <a:pt x="567" y="1535"/>
                </a:lnTo>
                <a:lnTo>
                  <a:pt x="567" y="1533"/>
                </a:lnTo>
                <a:lnTo>
                  <a:pt x="565" y="1530"/>
                </a:lnTo>
                <a:lnTo>
                  <a:pt x="563" y="1529"/>
                </a:lnTo>
                <a:lnTo>
                  <a:pt x="562" y="1528"/>
                </a:lnTo>
                <a:lnTo>
                  <a:pt x="570" y="1523"/>
                </a:lnTo>
                <a:lnTo>
                  <a:pt x="577" y="1519"/>
                </a:lnTo>
                <a:lnTo>
                  <a:pt x="602" y="1503"/>
                </a:lnTo>
                <a:lnTo>
                  <a:pt x="606" y="1498"/>
                </a:lnTo>
                <a:lnTo>
                  <a:pt x="607" y="1495"/>
                </a:lnTo>
                <a:lnTo>
                  <a:pt x="608" y="1495"/>
                </a:lnTo>
                <a:lnTo>
                  <a:pt x="609" y="1493"/>
                </a:lnTo>
                <a:lnTo>
                  <a:pt x="615" y="1483"/>
                </a:lnTo>
                <a:lnTo>
                  <a:pt x="618" y="1478"/>
                </a:lnTo>
                <a:lnTo>
                  <a:pt x="630" y="1473"/>
                </a:lnTo>
                <a:lnTo>
                  <a:pt x="633" y="1468"/>
                </a:lnTo>
                <a:lnTo>
                  <a:pt x="632" y="1467"/>
                </a:lnTo>
                <a:lnTo>
                  <a:pt x="632" y="1466"/>
                </a:lnTo>
                <a:lnTo>
                  <a:pt x="632" y="1462"/>
                </a:lnTo>
                <a:lnTo>
                  <a:pt x="632" y="1461"/>
                </a:lnTo>
                <a:lnTo>
                  <a:pt x="633" y="1460"/>
                </a:lnTo>
                <a:lnTo>
                  <a:pt x="633" y="1458"/>
                </a:lnTo>
                <a:lnTo>
                  <a:pt x="631" y="1451"/>
                </a:lnTo>
                <a:lnTo>
                  <a:pt x="624" y="1442"/>
                </a:lnTo>
                <a:lnTo>
                  <a:pt x="619" y="1436"/>
                </a:lnTo>
                <a:lnTo>
                  <a:pt x="620" y="1433"/>
                </a:lnTo>
                <a:lnTo>
                  <a:pt x="623" y="1424"/>
                </a:lnTo>
                <a:lnTo>
                  <a:pt x="615" y="1421"/>
                </a:lnTo>
                <a:lnTo>
                  <a:pt x="610" y="1420"/>
                </a:lnTo>
                <a:lnTo>
                  <a:pt x="601" y="1420"/>
                </a:lnTo>
                <a:lnTo>
                  <a:pt x="568" y="1429"/>
                </a:lnTo>
                <a:lnTo>
                  <a:pt x="557" y="1433"/>
                </a:lnTo>
                <a:lnTo>
                  <a:pt x="556" y="1433"/>
                </a:lnTo>
                <a:lnTo>
                  <a:pt x="551" y="1437"/>
                </a:lnTo>
                <a:lnTo>
                  <a:pt x="548" y="1440"/>
                </a:lnTo>
                <a:lnTo>
                  <a:pt x="545" y="1442"/>
                </a:lnTo>
                <a:lnTo>
                  <a:pt x="540" y="1446"/>
                </a:lnTo>
                <a:lnTo>
                  <a:pt x="537" y="1447"/>
                </a:lnTo>
                <a:lnTo>
                  <a:pt x="526" y="1457"/>
                </a:lnTo>
                <a:lnTo>
                  <a:pt x="525" y="1457"/>
                </a:lnTo>
                <a:lnTo>
                  <a:pt x="515" y="1454"/>
                </a:lnTo>
                <a:lnTo>
                  <a:pt x="507" y="1453"/>
                </a:lnTo>
                <a:lnTo>
                  <a:pt x="489" y="1449"/>
                </a:lnTo>
                <a:lnTo>
                  <a:pt x="481" y="1444"/>
                </a:lnTo>
                <a:lnTo>
                  <a:pt x="478" y="1442"/>
                </a:lnTo>
                <a:lnTo>
                  <a:pt x="476" y="1441"/>
                </a:lnTo>
                <a:lnTo>
                  <a:pt x="466" y="1443"/>
                </a:lnTo>
                <a:lnTo>
                  <a:pt x="460" y="1447"/>
                </a:lnTo>
                <a:lnTo>
                  <a:pt x="448" y="1450"/>
                </a:lnTo>
                <a:lnTo>
                  <a:pt x="435" y="1453"/>
                </a:lnTo>
                <a:lnTo>
                  <a:pt x="421" y="1457"/>
                </a:lnTo>
                <a:lnTo>
                  <a:pt x="419" y="1457"/>
                </a:lnTo>
                <a:lnTo>
                  <a:pt x="429" y="1466"/>
                </a:lnTo>
                <a:lnTo>
                  <a:pt x="430" y="1467"/>
                </a:lnTo>
                <a:lnTo>
                  <a:pt x="433" y="1470"/>
                </a:lnTo>
                <a:lnTo>
                  <a:pt x="435" y="1472"/>
                </a:lnTo>
                <a:lnTo>
                  <a:pt x="441" y="1478"/>
                </a:lnTo>
                <a:lnTo>
                  <a:pt x="435" y="1482"/>
                </a:lnTo>
                <a:lnTo>
                  <a:pt x="429" y="1486"/>
                </a:lnTo>
                <a:lnTo>
                  <a:pt x="422" y="1496"/>
                </a:lnTo>
                <a:lnTo>
                  <a:pt x="416" y="1501"/>
                </a:lnTo>
                <a:lnTo>
                  <a:pt x="415" y="1501"/>
                </a:lnTo>
                <a:lnTo>
                  <a:pt x="414" y="1502"/>
                </a:lnTo>
                <a:lnTo>
                  <a:pt x="413" y="1501"/>
                </a:lnTo>
                <a:lnTo>
                  <a:pt x="413" y="1500"/>
                </a:lnTo>
                <a:lnTo>
                  <a:pt x="412" y="1500"/>
                </a:lnTo>
                <a:lnTo>
                  <a:pt x="411" y="1500"/>
                </a:lnTo>
                <a:lnTo>
                  <a:pt x="410" y="1500"/>
                </a:lnTo>
                <a:lnTo>
                  <a:pt x="409" y="1500"/>
                </a:lnTo>
                <a:lnTo>
                  <a:pt x="409" y="1499"/>
                </a:lnTo>
                <a:lnTo>
                  <a:pt x="408" y="1499"/>
                </a:lnTo>
                <a:lnTo>
                  <a:pt x="407" y="1499"/>
                </a:lnTo>
                <a:lnTo>
                  <a:pt x="406" y="1499"/>
                </a:lnTo>
                <a:lnTo>
                  <a:pt x="405" y="1499"/>
                </a:lnTo>
                <a:lnTo>
                  <a:pt x="404" y="1499"/>
                </a:lnTo>
                <a:lnTo>
                  <a:pt x="403" y="1499"/>
                </a:lnTo>
                <a:lnTo>
                  <a:pt x="403" y="1500"/>
                </a:lnTo>
                <a:lnTo>
                  <a:pt x="402" y="1500"/>
                </a:lnTo>
                <a:lnTo>
                  <a:pt x="402" y="1501"/>
                </a:lnTo>
                <a:lnTo>
                  <a:pt x="401" y="1501"/>
                </a:lnTo>
                <a:lnTo>
                  <a:pt x="401" y="1502"/>
                </a:lnTo>
                <a:lnTo>
                  <a:pt x="400" y="1502"/>
                </a:lnTo>
                <a:lnTo>
                  <a:pt x="399" y="1502"/>
                </a:lnTo>
                <a:lnTo>
                  <a:pt x="399" y="1503"/>
                </a:lnTo>
                <a:lnTo>
                  <a:pt x="398" y="1501"/>
                </a:lnTo>
                <a:lnTo>
                  <a:pt x="396" y="1498"/>
                </a:lnTo>
                <a:lnTo>
                  <a:pt x="395" y="1496"/>
                </a:lnTo>
                <a:lnTo>
                  <a:pt x="390" y="1495"/>
                </a:lnTo>
                <a:lnTo>
                  <a:pt x="390" y="1494"/>
                </a:lnTo>
                <a:lnTo>
                  <a:pt x="389" y="1494"/>
                </a:lnTo>
                <a:lnTo>
                  <a:pt x="388" y="1494"/>
                </a:lnTo>
                <a:lnTo>
                  <a:pt x="387" y="1494"/>
                </a:lnTo>
                <a:lnTo>
                  <a:pt x="387" y="1493"/>
                </a:lnTo>
                <a:lnTo>
                  <a:pt x="386" y="1493"/>
                </a:lnTo>
                <a:lnTo>
                  <a:pt x="385" y="1492"/>
                </a:lnTo>
                <a:lnTo>
                  <a:pt x="384" y="1492"/>
                </a:lnTo>
                <a:lnTo>
                  <a:pt x="383" y="1491"/>
                </a:lnTo>
                <a:lnTo>
                  <a:pt x="382" y="1491"/>
                </a:lnTo>
                <a:lnTo>
                  <a:pt x="381" y="1491"/>
                </a:lnTo>
                <a:lnTo>
                  <a:pt x="381" y="1490"/>
                </a:lnTo>
                <a:lnTo>
                  <a:pt x="380" y="1490"/>
                </a:lnTo>
                <a:lnTo>
                  <a:pt x="379" y="1490"/>
                </a:lnTo>
                <a:lnTo>
                  <a:pt x="379" y="1491"/>
                </a:lnTo>
                <a:lnTo>
                  <a:pt x="379" y="1490"/>
                </a:lnTo>
                <a:lnTo>
                  <a:pt x="378" y="1490"/>
                </a:lnTo>
                <a:lnTo>
                  <a:pt x="377" y="1490"/>
                </a:lnTo>
                <a:lnTo>
                  <a:pt x="376" y="1490"/>
                </a:lnTo>
                <a:lnTo>
                  <a:pt x="375" y="1490"/>
                </a:lnTo>
                <a:lnTo>
                  <a:pt x="374" y="1490"/>
                </a:lnTo>
                <a:lnTo>
                  <a:pt x="374" y="1489"/>
                </a:lnTo>
                <a:lnTo>
                  <a:pt x="373" y="1489"/>
                </a:lnTo>
                <a:lnTo>
                  <a:pt x="372" y="1489"/>
                </a:lnTo>
                <a:lnTo>
                  <a:pt x="372" y="1488"/>
                </a:lnTo>
                <a:lnTo>
                  <a:pt x="372" y="1487"/>
                </a:lnTo>
                <a:lnTo>
                  <a:pt x="373" y="1487"/>
                </a:lnTo>
                <a:lnTo>
                  <a:pt x="374" y="1487"/>
                </a:lnTo>
                <a:lnTo>
                  <a:pt x="374" y="1486"/>
                </a:lnTo>
                <a:lnTo>
                  <a:pt x="375" y="1487"/>
                </a:lnTo>
                <a:lnTo>
                  <a:pt x="375" y="1486"/>
                </a:lnTo>
                <a:lnTo>
                  <a:pt x="375" y="1485"/>
                </a:lnTo>
                <a:lnTo>
                  <a:pt x="376" y="1485"/>
                </a:lnTo>
                <a:lnTo>
                  <a:pt x="375" y="1485"/>
                </a:lnTo>
                <a:lnTo>
                  <a:pt x="375" y="1484"/>
                </a:lnTo>
                <a:lnTo>
                  <a:pt x="375" y="1483"/>
                </a:lnTo>
                <a:lnTo>
                  <a:pt x="375" y="1482"/>
                </a:lnTo>
                <a:lnTo>
                  <a:pt x="372" y="1482"/>
                </a:lnTo>
                <a:lnTo>
                  <a:pt x="370" y="1482"/>
                </a:lnTo>
                <a:lnTo>
                  <a:pt x="368" y="1481"/>
                </a:lnTo>
                <a:lnTo>
                  <a:pt x="366" y="1481"/>
                </a:lnTo>
                <a:lnTo>
                  <a:pt x="366" y="1478"/>
                </a:lnTo>
                <a:lnTo>
                  <a:pt x="366" y="1477"/>
                </a:lnTo>
                <a:lnTo>
                  <a:pt x="366" y="1476"/>
                </a:lnTo>
                <a:lnTo>
                  <a:pt x="364" y="1475"/>
                </a:lnTo>
                <a:lnTo>
                  <a:pt x="362" y="1472"/>
                </a:lnTo>
                <a:lnTo>
                  <a:pt x="363" y="1471"/>
                </a:lnTo>
                <a:lnTo>
                  <a:pt x="363" y="1470"/>
                </a:lnTo>
                <a:lnTo>
                  <a:pt x="364" y="1468"/>
                </a:lnTo>
                <a:lnTo>
                  <a:pt x="364" y="1467"/>
                </a:lnTo>
                <a:lnTo>
                  <a:pt x="365" y="1465"/>
                </a:lnTo>
                <a:lnTo>
                  <a:pt x="361" y="1467"/>
                </a:lnTo>
                <a:lnTo>
                  <a:pt x="360" y="1467"/>
                </a:lnTo>
                <a:lnTo>
                  <a:pt x="356" y="1469"/>
                </a:lnTo>
                <a:lnTo>
                  <a:pt x="348" y="1471"/>
                </a:lnTo>
                <a:lnTo>
                  <a:pt x="343" y="1472"/>
                </a:lnTo>
                <a:lnTo>
                  <a:pt x="342" y="1472"/>
                </a:lnTo>
                <a:lnTo>
                  <a:pt x="341" y="1473"/>
                </a:lnTo>
                <a:lnTo>
                  <a:pt x="341" y="1472"/>
                </a:lnTo>
                <a:lnTo>
                  <a:pt x="342" y="1472"/>
                </a:lnTo>
                <a:lnTo>
                  <a:pt x="342" y="1471"/>
                </a:lnTo>
                <a:lnTo>
                  <a:pt x="342" y="1470"/>
                </a:lnTo>
                <a:lnTo>
                  <a:pt x="342" y="1469"/>
                </a:lnTo>
                <a:lnTo>
                  <a:pt x="342" y="1468"/>
                </a:lnTo>
                <a:lnTo>
                  <a:pt x="341" y="1467"/>
                </a:lnTo>
                <a:lnTo>
                  <a:pt x="341" y="1466"/>
                </a:lnTo>
                <a:lnTo>
                  <a:pt x="338" y="1465"/>
                </a:lnTo>
                <a:lnTo>
                  <a:pt x="336" y="1464"/>
                </a:lnTo>
                <a:lnTo>
                  <a:pt x="334" y="1467"/>
                </a:lnTo>
                <a:lnTo>
                  <a:pt x="333" y="1467"/>
                </a:lnTo>
                <a:lnTo>
                  <a:pt x="332" y="1466"/>
                </a:lnTo>
                <a:lnTo>
                  <a:pt x="331" y="1465"/>
                </a:lnTo>
                <a:lnTo>
                  <a:pt x="330" y="1465"/>
                </a:lnTo>
                <a:lnTo>
                  <a:pt x="330" y="1464"/>
                </a:lnTo>
                <a:lnTo>
                  <a:pt x="329" y="1464"/>
                </a:lnTo>
                <a:lnTo>
                  <a:pt x="329" y="1463"/>
                </a:lnTo>
                <a:lnTo>
                  <a:pt x="329" y="1460"/>
                </a:lnTo>
                <a:lnTo>
                  <a:pt x="329" y="1459"/>
                </a:lnTo>
                <a:lnTo>
                  <a:pt x="332" y="1456"/>
                </a:lnTo>
                <a:lnTo>
                  <a:pt x="333" y="1456"/>
                </a:lnTo>
                <a:lnTo>
                  <a:pt x="333" y="1455"/>
                </a:lnTo>
                <a:lnTo>
                  <a:pt x="332" y="1455"/>
                </a:lnTo>
                <a:lnTo>
                  <a:pt x="333" y="1454"/>
                </a:lnTo>
                <a:lnTo>
                  <a:pt x="332" y="1454"/>
                </a:lnTo>
                <a:lnTo>
                  <a:pt x="332" y="1453"/>
                </a:lnTo>
                <a:lnTo>
                  <a:pt x="332" y="1452"/>
                </a:lnTo>
                <a:lnTo>
                  <a:pt x="331" y="1451"/>
                </a:lnTo>
                <a:lnTo>
                  <a:pt x="331" y="1450"/>
                </a:lnTo>
                <a:lnTo>
                  <a:pt x="331" y="1449"/>
                </a:lnTo>
                <a:lnTo>
                  <a:pt x="331" y="1448"/>
                </a:lnTo>
                <a:lnTo>
                  <a:pt x="331" y="1447"/>
                </a:lnTo>
                <a:lnTo>
                  <a:pt x="330" y="1447"/>
                </a:lnTo>
                <a:lnTo>
                  <a:pt x="330" y="1446"/>
                </a:lnTo>
                <a:lnTo>
                  <a:pt x="330" y="1442"/>
                </a:lnTo>
                <a:lnTo>
                  <a:pt x="330" y="1441"/>
                </a:lnTo>
                <a:lnTo>
                  <a:pt x="330" y="1437"/>
                </a:lnTo>
                <a:lnTo>
                  <a:pt x="330" y="1431"/>
                </a:lnTo>
                <a:lnTo>
                  <a:pt x="329" y="1425"/>
                </a:lnTo>
                <a:lnTo>
                  <a:pt x="322" y="1425"/>
                </a:lnTo>
                <a:lnTo>
                  <a:pt x="321" y="1426"/>
                </a:lnTo>
                <a:lnTo>
                  <a:pt x="320" y="1426"/>
                </a:lnTo>
                <a:lnTo>
                  <a:pt x="319" y="1425"/>
                </a:lnTo>
                <a:lnTo>
                  <a:pt x="318" y="1425"/>
                </a:lnTo>
                <a:lnTo>
                  <a:pt x="318" y="1426"/>
                </a:lnTo>
                <a:lnTo>
                  <a:pt x="317" y="1426"/>
                </a:lnTo>
                <a:lnTo>
                  <a:pt x="316" y="1426"/>
                </a:lnTo>
                <a:lnTo>
                  <a:pt x="314" y="1427"/>
                </a:lnTo>
                <a:lnTo>
                  <a:pt x="313" y="1427"/>
                </a:lnTo>
                <a:lnTo>
                  <a:pt x="312" y="1427"/>
                </a:lnTo>
                <a:lnTo>
                  <a:pt x="311" y="1427"/>
                </a:lnTo>
                <a:lnTo>
                  <a:pt x="308" y="1427"/>
                </a:lnTo>
                <a:lnTo>
                  <a:pt x="307" y="1427"/>
                </a:lnTo>
                <a:lnTo>
                  <a:pt x="306" y="1427"/>
                </a:lnTo>
                <a:lnTo>
                  <a:pt x="305" y="1427"/>
                </a:lnTo>
                <a:lnTo>
                  <a:pt x="305" y="1426"/>
                </a:lnTo>
                <a:lnTo>
                  <a:pt x="304" y="1426"/>
                </a:lnTo>
                <a:lnTo>
                  <a:pt x="303" y="1426"/>
                </a:lnTo>
                <a:lnTo>
                  <a:pt x="302" y="1426"/>
                </a:lnTo>
                <a:lnTo>
                  <a:pt x="301" y="1426"/>
                </a:lnTo>
                <a:lnTo>
                  <a:pt x="299" y="1426"/>
                </a:lnTo>
                <a:lnTo>
                  <a:pt x="299" y="1418"/>
                </a:lnTo>
                <a:lnTo>
                  <a:pt x="294" y="1417"/>
                </a:lnTo>
                <a:lnTo>
                  <a:pt x="284" y="1415"/>
                </a:lnTo>
                <a:lnTo>
                  <a:pt x="282" y="1408"/>
                </a:lnTo>
                <a:lnTo>
                  <a:pt x="283" y="1405"/>
                </a:lnTo>
                <a:lnTo>
                  <a:pt x="278" y="1399"/>
                </a:lnTo>
                <a:lnTo>
                  <a:pt x="278" y="1398"/>
                </a:lnTo>
                <a:lnTo>
                  <a:pt x="277" y="1397"/>
                </a:lnTo>
                <a:lnTo>
                  <a:pt x="265" y="1395"/>
                </a:lnTo>
                <a:lnTo>
                  <a:pt x="258" y="1389"/>
                </a:lnTo>
                <a:lnTo>
                  <a:pt x="251" y="1388"/>
                </a:lnTo>
                <a:lnTo>
                  <a:pt x="246" y="1386"/>
                </a:lnTo>
                <a:lnTo>
                  <a:pt x="244" y="1385"/>
                </a:lnTo>
                <a:lnTo>
                  <a:pt x="238" y="1379"/>
                </a:lnTo>
                <a:lnTo>
                  <a:pt x="238" y="1378"/>
                </a:lnTo>
                <a:lnTo>
                  <a:pt x="237" y="1378"/>
                </a:lnTo>
                <a:lnTo>
                  <a:pt x="234" y="1378"/>
                </a:lnTo>
                <a:lnTo>
                  <a:pt x="233" y="1378"/>
                </a:lnTo>
                <a:lnTo>
                  <a:pt x="232" y="1378"/>
                </a:lnTo>
                <a:lnTo>
                  <a:pt x="231" y="1377"/>
                </a:lnTo>
                <a:lnTo>
                  <a:pt x="230" y="1377"/>
                </a:lnTo>
                <a:lnTo>
                  <a:pt x="228" y="1377"/>
                </a:lnTo>
                <a:lnTo>
                  <a:pt x="227" y="1376"/>
                </a:lnTo>
                <a:lnTo>
                  <a:pt x="226" y="1376"/>
                </a:lnTo>
                <a:lnTo>
                  <a:pt x="225" y="1376"/>
                </a:lnTo>
                <a:lnTo>
                  <a:pt x="224" y="1376"/>
                </a:lnTo>
                <a:lnTo>
                  <a:pt x="223" y="1376"/>
                </a:lnTo>
                <a:lnTo>
                  <a:pt x="205" y="1377"/>
                </a:lnTo>
                <a:lnTo>
                  <a:pt x="204" y="1376"/>
                </a:lnTo>
                <a:lnTo>
                  <a:pt x="205" y="1375"/>
                </a:lnTo>
                <a:lnTo>
                  <a:pt x="206" y="1375"/>
                </a:lnTo>
                <a:lnTo>
                  <a:pt x="207" y="1375"/>
                </a:lnTo>
                <a:lnTo>
                  <a:pt x="207" y="1376"/>
                </a:lnTo>
                <a:lnTo>
                  <a:pt x="208" y="1376"/>
                </a:lnTo>
                <a:lnTo>
                  <a:pt x="209" y="1377"/>
                </a:lnTo>
                <a:lnTo>
                  <a:pt x="210" y="1377"/>
                </a:lnTo>
                <a:lnTo>
                  <a:pt x="211" y="1376"/>
                </a:lnTo>
                <a:lnTo>
                  <a:pt x="212" y="1376"/>
                </a:lnTo>
                <a:lnTo>
                  <a:pt x="213" y="1376"/>
                </a:lnTo>
                <a:lnTo>
                  <a:pt x="213" y="1375"/>
                </a:lnTo>
                <a:lnTo>
                  <a:pt x="214" y="1375"/>
                </a:lnTo>
                <a:lnTo>
                  <a:pt x="215" y="1374"/>
                </a:lnTo>
                <a:lnTo>
                  <a:pt x="217" y="1373"/>
                </a:lnTo>
                <a:lnTo>
                  <a:pt x="219" y="1372"/>
                </a:lnTo>
                <a:lnTo>
                  <a:pt x="220" y="1372"/>
                </a:lnTo>
                <a:lnTo>
                  <a:pt x="221" y="1372"/>
                </a:lnTo>
                <a:lnTo>
                  <a:pt x="221" y="1371"/>
                </a:lnTo>
                <a:lnTo>
                  <a:pt x="222" y="1371"/>
                </a:lnTo>
                <a:lnTo>
                  <a:pt x="224" y="1370"/>
                </a:lnTo>
                <a:lnTo>
                  <a:pt x="225" y="1370"/>
                </a:lnTo>
                <a:lnTo>
                  <a:pt x="226" y="1369"/>
                </a:lnTo>
                <a:lnTo>
                  <a:pt x="227" y="1369"/>
                </a:lnTo>
                <a:lnTo>
                  <a:pt x="228" y="1368"/>
                </a:lnTo>
                <a:lnTo>
                  <a:pt x="229" y="1367"/>
                </a:lnTo>
                <a:lnTo>
                  <a:pt x="230" y="1367"/>
                </a:lnTo>
                <a:lnTo>
                  <a:pt x="230" y="1366"/>
                </a:lnTo>
                <a:lnTo>
                  <a:pt x="231" y="1366"/>
                </a:lnTo>
                <a:lnTo>
                  <a:pt x="232" y="1365"/>
                </a:lnTo>
                <a:lnTo>
                  <a:pt x="232" y="1364"/>
                </a:lnTo>
                <a:lnTo>
                  <a:pt x="234" y="1364"/>
                </a:lnTo>
                <a:lnTo>
                  <a:pt x="235" y="1364"/>
                </a:lnTo>
                <a:lnTo>
                  <a:pt x="236" y="1364"/>
                </a:lnTo>
                <a:lnTo>
                  <a:pt x="237" y="1364"/>
                </a:lnTo>
                <a:lnTo>
                  <a:pt x="238" y="1363"/>
                </a:lnTo>
                <a:lnTo>
                  <a:pt x="239" y="1363"/>
                </a:lnTo>
                <a:lnTo>
                  <a:pt x="240" y="1363"/>
                </a:lnTo>
                <a:lnTo>
                  <a:pt x="241" y="1363"/>
                </a:lnTo>
                <a:lnTo>
                  <a:pt x="242" y="1363"/>
                </a:lnTo>
                <a:lnTo>
                  <a:pt x="243" y="1362"/>
                </a:lnTo>
                <a:lnTo>
                  <a:pt x="244" y="1361"/>
                </a:lnTo>
                <a:lnTo>
                  <a:pt x="245" y="1361"/>
                </a:lnTo>
                <a:lnTo>
                  <a:pt x="245" y="1360"/>
                </a:lnTo>
                <a:lnTo>
                  <a:pt x="246" y="1360"/>
                </a:lnTo>
                <a:lnTo>
                  <a:pt x="246" y="1359"/>
                </a:lnTo>
                <a:lnTo>
                  <a:pt x="247" y="1359"/>
                </a:lnTo>
                <a:lnTo>
                  <a:pt x="248" y="1358"/>
                </a:lnTo>
                <a:lnTo>
                  <a:pt x="248" y="1357"/>
                </a:lnTo>
                <a:lnTo>
                  <a:pt x="249" y="1356"/>
                </a:lnTo>
                <a:lnTo>
                  <a:pt x="249" y="1355"/>
                </a:lnTo>
                <a:lnTo>
                  <a:pt x="249" y="1354"/>
                </a:lnTo>
                <a:lnTo>
                  <a:pt x="249" y="1353"/>
                </a:lnTo>
                <a:lnTo>
                  <a:pt x="250" y="1353"/>
                </a:lnTo>
                <a:lnTo>
                  <a:pt x="250" y="1352"/>
                </a:lnTo>
                <a:lnTo>
                  <a:pt x="250" y="1351"/>
                </a:lnTo>
                <a:lnTo>
                  <a:pt x="250" y="1350"/>
                </a:lnTo>
                <a:lnTo>
                  <a:pt x="251" y="1349"/>
                </a:lnTo>
                <a:lnTo>
                  <a:pt x="251" y="1348"/>
                </a:lnTo>
                <a:lnTo>
                  <a:pt x="252" y="1348"/>
                </a:lnTo>
                <a:lnTo>
                  <a:pt x="252" y="1347"/>
                </a:lnTo>
                <a:lnTo>
                  <a:pt x="253" y="1346"/>
                </a:lnTo>
                <a:lnTo>
                  <a:pt x="254" y="1345"/>
                </a:lnTo>
                <a:lnTo>
                  <a:pt x="255" y="1344"/>
                </a:lnTo>
                <a:lnTo>
                  <a:pt x="256" y="1344"/>
                </a:lnTo>
                <a:lnTo>
                  <a:pt x="257" y="1343"/>
                </a:lnTo>
                <a:lnTo>
                  <a:pt x="258" y="1343"/>
                </a:lnTo>
                <a:lnTo>
                  <a:pt x="259" y="1342"/>
                </a:lnTo>
                <a:lnTo>
                  <a:pt x="261" y="1341"/>
                </a:lnTo>
                <a:lnTo>
                  <a:pt x="262" y="1340"/>
                </a:lnTo>
                <a:lnTo>
                  <a:pt x="265" y="1339"/>
                </a:lnTo>
                <a:lnTo>
                  <a:pt x="266" y="1338"/>
                </a:lnTo>
                <a:lnTo>
                  <a:pt x="267" y="1337"/>
                </a:lnTo>
                <a:lnTo>
                  <a:pt x="268" y="1337"/>
                </a:lnTo>
                <a:lnTo>
                  <a:pt x="269" y="1337"/>
                </a:lnTo>
                <a:lnTo>
                  <a:pt x="270" y="1336"/>
                </a:lnTo>
                <a:lnTo>
                  <a:pt x="270" y="1309"/>
                </a:lnTo>
                <a:lnTo>
                  <a:pt x="276" y="1301"/>
                </a:lnTo>
                <a:lnTo>
                  <a:pt x="276" y="1296"/>
                </a:lnTo>
                <a:lnTo>
                  <a:pt x="276" y="1291"/>
                </a:lnTo>
                <a:lnTo>
                  <a:pt x="275" y="1290"/>
                </a:lnTo>
                <a:lnTo>
                  <a:pt x="268" y="1281"/>
                </a:lnTo>
                <a:lnTo>
                  <a:pt x="267" y="1279"/>
                </a:lnTo>
                <a:lnTo>
                  <a:pt x="264" y="1275"/>
                </a:lnTo>
                <a:lnTo>
                  <a:pt x="260" y="1272"/>
                </a:lnTo>
                <a:lnTo>
                  <a:pt x="255" y="1272"/>
                </a:lnTo>
                <a:lnTo>
                  <a:pt x="253" y="1272"/>
                </a:lnTo>
                <a:lnTo>
                  <a:pt x="239" y="1270"/>
                </a:lnTo>
                <a:lnTo>
                  <a:pt x="232" y="1270"/>
                </a:lnTo>
                <a:lnTo>
                  <a:pt x="225" y="1269"/>
                </a:lnTo>
                <a:lnTo>
                  <a:pt x="215" y="1278"/>
                </a:lnTo>
                <a:lnTo>
                  <a:pt x="204" y="1278"/>
                </a:lnTo>
                <a:lnTo>
                  <a:pt x="197" y="1277"/>
                </a:lnTo>
                <a:lnTo>
                  <a:pt x="190" y="1277"/>
                </a:lnTo>
                <a:lnTo>
                  <a:pt x="187" y="1277"/>
                </a:lnTo>
                <a:lnTo>
                  <a:pt x="180" y="1277"/>
                </a:lnTo>
                <a:lnTo>
                  <a:pt x="180" y="1279"/>
                </a:lnTo>
                <a:lnTo>
                  <a:pt x="180" y="1288"/>
                </a:lnTo>
                <a:lnTo>
                  <a:pt x="176" y="1292"/>
                </a:lnTo>
                <a:lnTo>
                  <a:pt x="175" y="1292"/>
                </a:lnTo>
                <a:lnTo>
                  <a:pt x="175" y="1294"/>
                </a:lnTo>
                <a:lnTo>
                  <a:pt x="174" y="1295"/>
                </a:lnTo>
                <a:lnTo>
                  <a:pt x="174" y="1296"/>
                </a:lnTo>
                <a:lnTo>
                  <a:pt x="173" y="1295"/>
                </a:lnTo>
                <a:lnTo>
                  <a:pt x="172" y="1295"/>
                </a:lnTo>
                <a:lnTo>
                  <a:pt x="171" y="1295"/>
                </a:lnTo>
                <a:lnTo>
                  <a:pt x="170" y="1294"/>
                </a:lnTo>
                <a:lnTo>
                  <a:pt x="169" y="1294"/>
                </a:lnTo>
                <a:lnTo>
                  <a:pt x="168" y="1294"/>
                </a:lnTo>
                <a:lnTo>
                  <a:pt x="167" y="1292"/>
                </a:lnTo>
                <a:lnTo>
                  <a:pt x="166" y="1290"/>
                </a:lnTo>
                <a:lnTo>
                  <a:pt x="166" y="1289"/>
                </a:lnTo>
                <a:lnTo>
                  <a:pt x="165" y="1289"/>
                </a:lnTo>
                <a:lnTo>
                  <a:pt x="165" y="1287"/>
                </a:lnTo>
                <a:lnTo>
                  <a:pt x="164" y="1286"/>
                </a:lnTo>
                <a:lnTo>
                  <a:pt x="163" y="1285"/>
                </a:lnTo>
                <a:lnTo>
                  <a:pt x="161" y="1285"/>
                </a:lnTo>
                <a:lnTo>
                  <a:pt x="160" y="1286"/>
                </a:lnTo>
                <a:lnTo>
                  <a:pt x="158" y="1287"/>
                </a:lnTo>
                <a:lnTo>
                  <a:pt x="157" y="1287"/>
                </a:lnTo>
                <a:lnTo>
                  <a:pt x="156" y="1288"/>
                </a:lnTo>
                <a:lnTo>
                  <a:pt x="155" y="1288"/>
                </a:lnTo>
                <a:lnTo>
                  <a:pt x="154" y="1288"/>
                </a:lnTo>
                <a:lnTo>
                  <a:pt x="153" y="1289"/>
                </a:lnTo>
                <a:lnTo>
                  <a:pt x="151" y="1290"/>
                </a:lnTo>
                <a:lnTo>
                  <a:pt x="149" y="1291"/>
                </a:lnTo>
                <a:lnTo>
                  <a:pt x="147" y="1292"/>
                </a:lnTo>
                <a:lnTo>
                  <a:pt x="146" y="1292"/>
                </a:lnTo>
                <a:lnTo>
                  <a:pt x="146" y="1294"/>
                </a:lnTo>
                <a:lnTo>
                  <a:pt x="145" y="1294"/>
                </a:lnTo>
                <a:lnTo>
                  <a:pt x="145" y="1295"/>
                </a:lnTo>
                <a:lnTo>
                  <a:pt x="146" y="1295"/>
                </a:lnTo>
                <a:lnTo>
                  <a:pt x="146" y="1296"/>
                </a:lnTo>
                <a:lnTo>
                  <a:pt x="146" y="1297"/>
                </a:lnTo>
                <a:lnTo>
                  <a:pt x="147" y="1297"/>
                </a:lnTo>
                <a:lnTo>
                  <a:pt x="147" y="1298"/>
                </a:lnTo>
                <a:lnTo>
                  <a:pt x="147" y="1299"/>
                </a:lnTo>
                <a:lnTo>
                  <a:pt x="146" y="1299"/>
                </a:lnTo>
                <a:lnTo>
                  <a:pt x="146" y="1300"/>
                </a:lnTo>
                <a:lnTo>
                  <a:pt x="146" y="1301"/>
                </a:lnTo>
                <a:lnTo>
                  <a:pt x="147" y="1302"/>
                </a:lnTo>
                <a:lnTo>
                  <a:pt x="147" y="1303"/>
                </a:lnTo>
                <a:lnTo>
                  <a:pt x="146" y="1302"/>
                </a:lnTo>
                <a:lnTo>
                  <a:pt x="145" y="1301"/>
                </a:lnTo>
                <a:lnTo>
                  <a:pt x="144" y="1300"/>
                </a:lnTo>
                <a:lnTo>
                  <a:pt x="143" y="1299"/>
                </a:lnTo>
                <a:lnTo>
                  <a:pt x="142" y="1299"/>
                </a:lnTo>
                <a:lnTo>
                  <a:pt x="140" y="1298"/>
                </a:lnTo>
                <a:lnTo>
                  <a:pt x="140" y="1297"/>
                </a:lnTo>
                <a:lnTo>
                  <a:pt x="139" y="1297"/>
                </a:lnTo>
                <a:lnTo>
                  <a:pt x="138" y="1296"/>
                </a:lnTo>
                <a:lnTo>
                  <a:pt x="137" y="1295"/>
                </a:lnTo>
                <a:lnTo>
                  <a:pt x="137" y="1294"/>
                </a:lnTo>
                <a:lnTo>
                  <a:pt x="136" y="1294"/>
                </a:lnTo>
                <a:lnTo>
                  <a:pt x="136" y="1293"/>
                </a:lnTo>
                <a:lnTo>
                  <a:pt x="136" y="1292"/>
                </a:lnTo>
                <a:lnTo>
                  <a:pt x="136" y="1290"/>
                </a:lnTo>
                <a:lnTo>
                  <a:pt x="135" y="1289"/>
                </a:lnTo>
                <a:lnTo>
                  <a:pt x="135" y="1287"/>
                </a:lnTo>
                <a:lnTo>
                  <a:pt x="135" y="1286"/>
                </a:lnTo>
                <a:lnTo>
                  <a:pt x="134" y="1286"/>
                </a:lnTo>
                <a:lnTo>
                  <a:pt x="133" y="1286"/>
                </a:lnTo>
                <a:lnTo>
                  <a:pt x="132" y="1286"/>
                </a:lnTo>
                <a:lnTo>
                  <a:pt x="131" y="1287"/>
                </a:lnTo>
                <a:lnTo>
                  <a:pt x="130" y="1287"/>
                </a:lnTo>
                <a:lnTo>
                  <a:pt x="128" y="1288"/>
                </a:lnTo>
                <a:lnTo>
                  <a:pt x="126" y="1288"/>
                </a:lnTo>
                <a:lnTo>
                  <a:pt x="126" y="1289"/>
                </a:lnTo>
                <a:lnTo>
                  <a:pt x="127" y="1290"/>
                </a:lnTo>
                <a:lnTo>
                  <a:pt x="128" y="1291"/>
                </a:lnTo>
                <a:lnTo>
                  <a:pt x="129" y="1292"/>
                </a:lnTo>
                <a:lnTo>
                  <a:pt x="129" y="1293"/>
                </a:lnTo>
                <a:lnTo>
                  <a:pt x="130" y="1293"/>
                </a:lnTo>
                <a:lnTo>
                  <a:pt x="130" y="1294"/>
                </a:lnTo>
                <a:lnTo>
                  <a:pt x="131" y="1295"/>
                </a:lnTo>
                <a:lnTo>
                  <a:pt x="130" y="1296"/>
                </a:lnTo>
                <a:lnTo>
                  <a:pt x="129" y="1296"/>
                </a:lnTo>
                <a:lnTo>
                  <a:pt x="128" y="1296"/>
                </a:lnTo>
                <a:lnTo>
                  <a:pt x="128" y="1297"/>
                </a:lnTo>
                <a:lnTo>
                  <a:pt x="126" y="1297"/>
                </a:lnTo>
                <a:lnTo>
                  <a:pt x="125" y="1298"/>
                </a:lnTo>
                <a:lnTo>
                  <a:pt x="123" y="1299"/>
                </a:lnTo>
                <a:lnTo>
                  <a:pt x="121" y="1300"/>
                </a:lnTo>
                <a:lnTo>
                  <a:pt x="120" y="1300"/>
                </a:lnTo>
                <a:lnTo>
                  <a:pt x="119" y="1300"/>
                </a:lnTo>
                <a:lnTo>
                  <a:pt x="113" y="1303"/>
                </a:lnTo>
                <a:lnTo>
                  <a:pt x="105" y="1307"/>
                </a:lnTo>
                <a:lnTo>
                  <a:pt x="105" y="1304"/>
                </a:lnTo>
                <a:lnTo>
                  <a:pt x="105" y="1300"/>
                </a:lnTo>
                <a:lnTo>
                  <a:pt x="105" y="1296"/>
                </a:lnTo>
                <a:lnTo>
                  <a:pt x="105" y="1295"/>
                </a:lnTo>
                <a:lnTo>
                  <a:pt x="105" y="1294"/>
                </a:lnTo>
                <a:lnTo>
                  <a:pt x="105" y="1290"/>
                </a:lnTo>
                <a:lnTo>
                  <a:pt x="105" y="1287"/>
                </a:lnTo>
                <a:lnTo>
                  <a:pt x="105" y="1286"/>
                </a:lnTo>
                <a:lnTo>
                  <a:pt x="105" y="1282"/>
                </a:lnTo>
                <a:lnTo>
                  <a:pt x="105" y="1281"/>
                </a:lnTo>
                <a:lnTo>
                  <a:pt x="105" y="1277"/>
                </a:lnTo>
                <a:lnTo>
                  <a:pt x="104" y="1276"/>
                </a:lnTo>
                <a:lnTo>
                  <a:pt x="104" y="1271"/>
                </a:lnTo>
                <a:lnTo>
                  <a:pt x="103" y="1270"/>
                </a:lnTo>
                <a:lnTo>
                  <a:pt x="101" y="1269"/>
                </a:lnTo>
                <a:lnTo>
                  <a:pt x="99" y="1269"/>
                </a:lnTo>
                <a:lnTo>
                  <a:pt x="98" y="1269"/>
                </a:lnTo>
                <a:lnTo>
                  <a:pt x="97" y="1269"/>
                </a:lnTo>
                <a:lnTo>
                  <a:pt x="96" y="1267"/>
                </a:lnTo>
                <a:lnTo>
                  <a:pt x="95" y="1267"/>
                </a:lnTo>
                <a:lnTo>
                  <a:pt x="94" y="1266"/>
                </a:lnTo>
                <a:lnTo>
                  <a:pt x="93" y="1265"/>
                </a:lnTo>
                <a:lnTo>
                  <a:pt x="92" y="1265"/>
                </a:lnTo>
                <a:lnTo>
                  <a:pt x="91" y="1264"/>
                </a:lnTo>
                <a:lnTo>
                  <a:pt x="90" y="1263"/>
                </a:lnTo>
                <a:lnTo>
                  <a:pt x="88" y="1263"/>
                </a:lnTo>
                <a:lnTo>
                  <a:pt x="87" y="1262"/>
                </a:lnTo>
                <a:lnTo>
                  <a:pt x="86" y="1261"/>
                </a:lnTo>
                <a:lnTo>
                  <a:pt x="85" y="1261"/>
                </a:lnTo>
                <a:lnTo>
                  <a:pt x="83" y="1259"/>
                </a:lnTo>
                <a:lnTo>
                  <a:pt x="80" y="1257"/>
                </a:lnTo>
                <a:lnTo>
                  <a:pt x="78" y="1257"/>
                </a:lnTo>
                <a:lnTo>
                  <a:pt x="75" y="1254"/>
                </a:lnTo>
                <a:lnTo>
                  <a:pt x="74" y="1254"/>
                </a:lnTo>
                <a:lnTo>
                  <a:pt x="72" y="1252"/>
                </a:lnTo>
                <a:lnTo>
                  <a:pt x="66" y="1246"/>
                </a:lnTo>
                <a:lnTo>
                  <a:pt x="66" y="1245"/>
                </a:lnTo>
                <a:lnTo>
                  <a:pt x="52" y="1230"/>
                </a:lnTo>
                <a:lnTo>
                  <a:pt x="51" y="1228"/>
                </a:lnTo>
                <a:lnTo>
                  <a:pt x="50" y="1228"/>
                </a:lnTo>
                <a:lnTo>
                  <a:pt x="41" y="1217"/>
                </a:lnTo>
                <a:lnTo>
                  <a:pt x="41" y="1215"/>
                </a:lnTo>
                <a:lnTo>
                  <a:pt x="41" y="1214"/>
                </a:lnTo>
                <a:lnTo>
                  <a:pt x="40" y="1214"/>
                </a:lnTo>
                <a:lnTo>
                  <a:pt x="40" y="1213"/>
                </a:lnTo>
                <a:lnTo>
                  <a:pt x="41" y="1211"/>
                </a:lnTo>
                <a:lnTo>
                  <a:pt x="42" y="1211"/>
                </a:lnTo>
                <a:lnTo>
                  <a:pt x="42" y="1210"/>
                </a:lnTo>
                <a:lnTo>
                  <a:pt x="43" y="1210"/>
                </a:lnTo>
                <a:lnTo>
                  <a:pt x="43" y="1209"/>
                </a:lnTo>
                <a:lnTo>
                  <a:pt x="44" y="1209"/>
                </a:lnTo>
                <a:lnTo>
                  <a:pt x="44" y="1208"/>
                </a:lnTo>
                <a:lnTo>
                  <a:pt x="45" y="1208"/>
                </a:lnTo>
                <a:lnTo>
                  <a:pt x="46" y="1207"/>
                </a:lnTo>
                <a:lnTo>
                  <a:pt x="47" y="1206"/>
                </a:lnTo>
                <a:lnTo>
                  <a:pt x="48" y="1205"/>
                </a:lnTo>
                <a:lnTo>
                  <a:pt x="50" y="1204"/>
                </a:lnTo>
                <a:lnTo>
                  <a:pt x="50" y="1203"/>
                </a:lnTo>
                <a:lnTo>
                  <a:pt x="51" y="1203"/>
                </a:lnTo>
                <a:lnTo>
                  <a:pt x="52" y="1202"/>
                </a:lnTo>
                <a:lnTo>
                  <a:pt x="54" y="1200"/>
                </a:lnTo>
                <a:lnTo>
                  <a:pt x="55" y="1199"/>
                </a:lnTo>
                <a:lnTo>
                  <a:pt x="56" y="1199"/>
                </a:lnTo>
                <a:lnTo>
                  <a:pt x="56" y="1198"/>
                </a:lnTo>
                <a:lnTo>
                  <a:pt x="57" y="1197"/>
                </a:lnTo>
                <a:lnTo>
                  <a:pt x="58" y="1196"/>
                </a:lnTo>
                <a:lnTo>
                  <a:pt x="60" y="1195"/>
                </a:lnTo>
                <a:lnTo>
                  <a:pt x="61" y="1194"/>
                </a:lnTo>
                <a:lnTo>
                  <a:pt x="60" y="1194"/>
                </a:lnTo>
                <a:lnTo>
                  <a:pt x="60" y="1193"/>
                </a:lnTo>
                <a:lnTo>
                  <a:pt x="59" y="1192"/>
                </a:lnTo>
                <a:lnTo>
                  <a:pt x="59" y="1191"/>
                </a:lnTo>
                <a:lnTo>
                  <a:pt x="59" y="1190"/>
                </a:lnTo>
                <a:lnTo>
                  <a:pt x="58" y="1189"/>
                </a:lnTo>
                <a:lnTo>
                  <a:pt x="58" y="1188"/>
                </a:lnTo>
                <a:lnTo>
                  <a:pt x="57" y="1188"/>
                </a:lnTo>
                <a:lnTo>
                  <a:pt x="57" y="1187"/>
                </a:lnTo>
                <a:lnTo>
                  <a:pt x="56" y="1186"/>
                </a:lnTo>
                <a:lnTo>
                  <a:pt x="56" y="1185"/>
                </a:lnTo>
                <a:lnTo>
                  <a:pt x="55" y="1184"/>
                </a:lnTo>
                <a:lnTo>
                  <a:pt x="55" y="1183"/>
                </a:lnTo>
                <a:lnTo>
                  <a:pt x="54" y="1182"/>
                </a:lnTo>
                <a:lnTo>
                  <a:pt x="54" y="1181"/>
                </a:lnTo>
                <a:lnTo>
                  <a:pt x="53" y="1180"/>
                </a:lnTo>
                <a:lnTo>
                  <a:pt x="53" y="1178"/>
                </a:lnTo>
                <a:lnTo>
                  <a:pt x="52" y="1178"/>
                </a:lnTo>
                <a:lnTo>
                  <a:pt x="52" y="1177"/>
                </a:lnTo>
                <a:lnTo>
                  <a:pt x="51" y="1176"/>
                </a:lnTo>
                <a:lnTo>
                  <a:pt x="51" y="1175"/>
                </a:lnTo>
                <a:lnTo>
                  <a:pt x="50" y="1174"/>
                </a:lnTo>
                <a:lnTo>
                  <a:pt x="50" y="1173"/>
                </a:lnTo>
                <a:lnTo>
                  <a:pt x="49" y="1172"/>
                </a:lnTo>
                <a:lnTo>
                  <a:pt x="49" y="1171"/>
                </a:lnTo>
                <a:lnTo>
                  <a:pt x="48" y="1170"/>
                </a:lnTo>
                <a:lnTo>
                  <a:pt x="47" y="1169"/>
                </a:lnTo>
                <a:lnTo>
                  <a:pt x="47" y="1168"/>
                </a:lnTo>
                <a:lnTo>
                  <a:pt x="46" y="1167"/>
                </a:lnTo>
                <a:lnTo>
                  <a:pt x="46" y="1166"/>
                </a:lnTo>
                <a:lnTo>
                  <a:pt x="45" y="1164"/>
                </a:lnTo>
                <a:lnTo>
                  <a:pt x="44" y="1163"/>
                </a:lnTo>
                <a:lnTo>
                  <a:pt x="44" y="1162"/>
                </a:lnTo>
                <a:lnTo>
                  <a:pt x="44" y="1161"/>
                </a:lnTo>
                <a:lnTo>
                  <a:pt x="43" y="1160"/>
                </a:lnTo>
                <a:lnTo>
                  <a:pt x="42" y="1159"/>
                </a:lnTo>
                <a:lnTo>
                  <a:pt x="42" y="1158"/>
                </a:lnTo>
                <a:lnTo>
                  <a:pt x="41" y="1157"/>
                </a:lnTo>
                <a:lnTo>
                  <a:pt x="41" y="1156"/>
                </a:lnTo>
                <a:lnTo>
                  <a:pt x="39" y="1152"/>
                </a:lnTo>
                <a:lnTo>
                  <a:pt x="38" y="1151"/>
                </a:lnTo>
                <a:lnTo>
                  <a:pt x="37" y="1148"/>
                </a:lnTo>
                <a:lnTo>
                  <a:pt x="36" y="1147"/>
                </a:lnTo>
                <a:lnTo>
                  <a:pt x="36" y="1146"/>
                </a:lnTo>
                <a:lnTo>
                  <a:pt x="35" y="1146"/>
                </a:lnTo>
                <a:lnTo>
                  <a:pt x="33" y="1142"/>
                </a:lnTo>
                <a:lnTo>
                  <a:pt x="33" y="1140"/>
                </a:lnTo>
                <a:lnTo>
                  <a:pt x="30" y="1136"/>
                </a:lnTo>
                <a:lnTo>
                  <a:pt x="29" y="1134"/>
                </a:lnTo>
                <a:lnTo>
                  <a:pt x="28" y="1132"/>
                </a:lnTo>
                <a:lnTo>
                  <a:pt x="27" y="1129"/>
                </a:lnTo>
                <a:lnTo>
                  <a:pt x="26" y="1128"/>
                </a:lnTo>
                <a:lnTo>
                  <a:pt x="25" y="1127"/>
                </a:lnTo>
                <a:lnTo>
                  <a:pt x="25" y="1126"/>
                </a:lnTo>
                <a:lnTo>
                  <a:pt x="24" y="1125"/>
                </a:lnTo>
                <a:lnTo>
                  <a:pt x="24" y="1124"/>
                </a:lnTo>
                <a:lnTo>
                  <a:pt x="15" y="1108"/>
                </a:lnTo>
                <a:lnTo>
                  <a:pt x="7" y="1093"/>
                </a:lnTo>
                <a:lnTo>
                  <a:pt x="6" y="1091"/>
                </a:lnTo>
                <a:lnTo>
                  <a:pt x="6" y="1090"/>
                </a:lnTo>
                <a:lnTo>
                  <a:pt x="1" y="1081"/>
                </a:lnTo>
                <a:lnTo>
                  <a:pt x="0" y="1078"/>
                </a:lnTo>
                <a:lnTo>
                  <a:pt x="47" y="1085"/>
                </a:lnTo>
                <a:lnTo>
                  <a:pt x="64" y="1088"/>
                </a:lnTo>
                <a:lnTo>
                  <a:pt x="92" y="1092"/>
                </a:lnTo>
                <a:lnTo>
                  <a:pt x="123" y="1094"/>
                </a:lnTo>
                <a:lnTo>
                  <a:pt x="133" y="1095"/>
                </a:lnTo>
                <a:lnTo>
                  <a:pt x="154" y="1097"/>
                </a:lnTo>
                <a:lnTo>
                  <a:pt x="160" y="1097"/>
                </a:lnTo>
                <a:lnTo>
                  <a:pt x="165" y="1097"/>
                </a:lnTo>
                <a:lnTo>
                  <a:pt x="210" y="1101"/>
                </a:lnTo>
                <a:lnTo>
                  <a:pt x="252" y="1093"/>
                </a:lnTo>
                <a:lnTo>
                  <a:pt x="279" y="1094"/>
                </a:lnTo>
                <a:lnTo>
                  <a:pt x="279" y="1093"/>
                </a:lnTo>
                <a:lnTo>
                  <a:pt x="284" y="1088"/>
                </a:lnTo>
                <a:lnTo>
                  <a:pt x="331" y="1090"/>
                </a:lnTo>
                <a:lnTo>
                  <a:pt x="383" y="1102"/>
                </a:lnTo>
                <a:lnTo>
                  <a:pt x="396" y="1105"/>
                </a:lnTo>
                <a:lnTo>
                  <a:pt x="417" y="1107"/>
                </a:lnTo>
                <a:lnTo>
                  <a:pt x="435" y="1128"/>
                </a:lnTo>
                <a:lnTo>
                  <a:pt x="442" y="1136"/>
                </a:lnTo>
                <a:lnTo>
                  <a:pt x="475" y="1144"/>
                </a:lnTo>
                <a:lnTo>
                  <a:pt x="484" y="1142"/>
                </a:lnTo>
                <a:lnTo>
                  <a:pt x="493" y="1143"/>
                </a:lnTo>
                <a:lnTo>
                  <a:pt x="499" y="1143"/>
                </a:lnTo>
                <a:lnTo>
                  <a:pt x="518" y="1152"/>
                </a:lnTo>
                <a:lnTo>
                  <a:pt x="525" y="1155"/>
                </a:lnTo>
                <a:lnTo>
                  <a:pt x="563" y="1171"/>
                </a:lnTo>
                <a:lnTo>
                  <a:pt x="572" y="1173"/>
                </a:lnTo>
                <a:lnTo>
                  <a:pt x="592" y="1177"/>
                </a:lnTo>
                <a:lnTo>
                  <a:pt x="602" y="1179"/>
                </a:lnTo>
                <a:lnTo>
                  <a:pt x="622" y="1179"/>
                </a:lnTo>
                <a:lnTo>
                  <a:pt x="642" y="1175"/>
                </a:lnTo>
                <a:lnTo>
                  <a:pt x="662" y="1172"/>
                </a:lnTo>
                <a:lnTo>
                  <a:pt x="662" y="1194"/>
                </a:lnTo>
                <a:lnTo>
                  <a:pt x="677" y="1195"/>
                </a:lnTo>
                <a:lnTo>
                  <a:pt x="698" y="1195"/>
                </a:lnTo>
                <a:lnTo>
                  <a:pt x="706" y="1202"/>
                </a:lnTo>
                <a:lnTo>
                  <a:pt x="725" y="1185"/>
                </a:lnTo>
                <a:lnTo>
                  <a:pt x="731" y="1185"/>
                </a:lnTo>
                <a:lnTo>
                  <a:pt x="737" y="1182"/>
                </a:lnTo>
                <a:lnTo>
                  <a:pt x="739" y="1180"/>
                </a:lnTo>
                <a:lnTo>
                  <a:pt x="748" y="1176"/>
                </a:lnTo>
                <a:lnTo>
                  <a:pt x="758" y="1171"/>
                </a:lnTo>
                <a:lnTo>
                  <a:pt x="770" y="1165"/>
                </a:lnTo>
                <a:lnTo>
                  <a:pt x="785" y="1160"/>
                </a:lnTo>
                <a:lnTo>
                  <a:pt x="802" y="1153"/>
                </a:lnTo>
                <a:lnTo>
                  <a:pt x="828" y="1143"/>
                </a:lnTo>
                <a:lnTo>
                  <a:pt x="850" y="1134"/>
                </a:lnTo>
                <a:lnTo>
                  <a:pt x="866" y="1129"/>
                </a:lnTo>
                <a:lnTo>
                  <a:pt x="890" y="1126"/>
                </a:lnTo>
                <a:lnTo>
                  <a:pt x="910" y="1121"/>
                </a:lnTo>
                <a:lnTo>
                  <a:pt x="911" y="1117"/>
                </a:lnTo>
                <a:lnTo>
                  <a:pt x="927" y="1112"/>
                </a:lnTo>
                <a:lnTo>
                  <a:pt x="931" y="1112"/>
                </a:lnTo>
                <a:lnTo>
                  <a:pt x="937" y="1116"/>
                </a:lnTo>
                <a:lnTo>
                  <a:pt x="952" y="1116"/>
                </a:lnTo>
                <a:lnTo>
                  <a:pt x="970" y="1117"/>
                </a:lnTo>
                <a:lnTo>
                  <a:pt x="973" y="1116"/>
                </a:lnTo>
                <a:lnTo>
                  <a:pt x="975" y="1116"/>
                </a:lnTo>
                <a:lnTo>
                  <a:pt x="977" y="1116"/>
                </a:lnTo>
                <a:lnTo>
                  <a:pt x="978" y="1115"/>
                </a:lnTo>
                <a:lnTo>
                  <a:pt x="984" y="1114"/>
                </a:lnTo>
                <a:lnTo>
                  <a:pt x="998" y="1112"/>
                </a:lnTo>
                <a:lnTo>
                  <a:pt x="1003" y="1114"/>
                </a:lnTo>
                <a:lnTo>
                  <a:pt x="1019" y="1114"/>
                </a:lnTo>
                <a:lnTo>
                  <a:pt x="1024" y="1114"/>
                </a:lnTo>
                <a:lnTo>
                  <a:pt x="1039" y="1117"/>
                </a:lnTo>
                <a:lnTo>
                  <a:pt x="1048" y="1117"/>
                </a:lnTo>
                <a:lnTo>
                  <a:pt x="1051" y="1118"/>
                </a:lnTo>
                <a:lnTo>
                  <a:pt x="1052" y="1119"/>
                </a:lnTo>
                <a:lnTo>
                  <a:pt x="1062" y="1114"/>
                </a:lnTo>
                <a:lnTo>
                  <a:pt x="1066" y="1113"/>
                </a:lnTo>
                <a:lnTo>
                  <a:pt x="1067" y="1113"/>
                </a:lnTo>
                <a:lnTo>
                  <a:pt x="1068" y="1112"/>
                </a:lnTo>
                <a:lnTo>
                  <a:pt x="1088" y="1114"/>
                </a:lnTo>
                <a:lnTo>
                  <a:pt x="1092" y="1115"/>
                </a:lnTo>
                <a:lnTo>
                  <a:pt x="1094" y="1114"/>
                </a:lnTo>
                <a:lnTo>
                  <a:pt x="1100" y="1113"/>
                </a:lnTo>
                <a:lnTo>
                  <a:pt x="1101" y="1113"/>
                </a:lnTo>
                <a:lnTo>
                  <a:pt x="1102" y="1113"/>
                </a:lnTo>
                <a:lnTo>
                  <a:pt x="1103" y="1113"/>
                </a:lnTo>
                <a:lnTo>
                  <a:pt x="1106" y="1113"/>
                </a:lnTo>
                <a:lnTo>
                  <a:pt x="1110" y="1112"/>
                </a:lnTo>
                <a:lnTo>
                  <a:pt x="1111" y="1111"/>
                </a:lnTo>
                <a:lnTo>
                  <a:pt x="1113" y="1111"/>
                </a:lnTo>
                <a:lnTo>
                  <a:pt x="1115" y="1111"/>
                </a:lnTo>
                <a:lnTo>
                  <a:pt x="1128" y="1102"/>
                </a:lnTo>
                <a:lnTo>
                  <a:pt x="1131" y="1100"/>
                </a:lnTo>
                <a:lnTo>
                  <a:pt x="1148" y="1094"/>
                </a:lnTo>
                <a:lnTo>
                  <a:pt x="1154" y="1094"/>
                </a:lnTo>
                <a:lnTo>
                  <a:pt x="1166" y="1094"/>
                </a:lnTo>
                <a:lnTo>
                  <a:pt x="1169" y="1090"/>
                </a:lnTo>
                <a:lnTo>
                  <a:pt x="1172" y="1089"/>
                </a:lnTo>
                <a:lnTo>
                  <a:pt x="1181" y="1086"/>
                </a:lnTo>
                <a:lnTo>
                  <a:pt x="1184" y="1085"/>
                </a:lnTo>
                <a:lnTo>
                  <a:pt x="1187" y="1084"/>
                </a:lnTo>
                <a:lnTo>
                  <a:pt x="1196" y="1079"/>
                </a:lnTo>
                <a:lnTo>
                  <a:pt x="1198" y="1073"/>
                </a:lnTo>
                <a:lnTo>
                  <a:pt x="1209" y="1066"/>
                </a:lnTo>
                <a:lnTo>
                  <a:pt x="1213" y="1063"/>
                </a:lnTo>
                <a:lnTo>
                  <a:pt x="1218" y="1055"/>
                </a:lnTo>
                <a:lnTo>
                  <a:pt x="1218" y="1053"/>
                </a:lnTo>
                <a:lnTo>
                  <a:pt x="1222" y="1048"/>
                </a:lnTo>
                <a:lnTo>
                  <a:pt x="1226" y="1046"/>
                </a:lnTo>
                <a:lnTo>
                  <a:pt x="1236" y="1036"/>
                </a:lnTo>
                <a:lnTo>
                  <a:pt x="1248" y="1023"/>
                </a:lnTo>
                <a:lnTo>
                  <a:pt x="1252" y="1021"/>
                </a:lnTo>
                <a:lnTo>
                  <a:pt x="1252" y="1020"/>
                </a:lnTo>
                <a:lnTo>
                  <a:pt x="1254" y="1020"/>
                </a:lnTo>
                <a:lnTo>
                  <a:pt x="1259" y="1018"/>
                </a:lnTo>
                <a:lnTo>
                  <a:pt x="1263" y="1016"/>
                </a:lnTo>
                <a:lnTo>
                  <a:pt x="1270" y="1014"/>
                </a:lnTo>
                <a:lnTo>
                  <a:pt x="1275" y="1013"/>
                </a:lnTo>
                <a:lnTo>
                  <a:pt x="1277" y="1013"/>
                </a:lnTo>
                <a:lnTo>
                  <a:pt x="1278" y="1012"/>
                </a:lnTo>
                <a:lnTo>
                  <a:pt x="1282" y="1008"/>
                </a:lnTo>
                <a:lnTo>
                  <a:pt x="1287" y="1006"/>
                </a:lnTo>
                <a:lnTo>
                  <a:pt x="1292" y="1007"/>
                </a:lnTo>
                <a:lnTo>
                  <a:pt x="1297" y="1007"/>
                </a:lnTo>
                <a:lnTo>
                  <a:pt x="1301" y="1004"/>
                </a:lnTo>
                <a:lnTo>
                  <a:pt x="1312" y="994"/>
                </a:lnTo>
                <a:lnTo>
                  <a:pt x="1318" y="988"/>
                </a:lnTo>
                <a:lnTo>
                  <a:pt x="1327" y="988"/>
                </a:lnTo>
                <a:lnTo>
                  <a:pt x="1330" y="986"/>
                </a:lnTo>
                <a:lnTo>
                  <a:pt x="1332" y="986"/>
                </a:lnTo>
                <a:lnTo>
                  <a:pt x="1333" y="980"/>
                </a:lnTo>
                <a:lnTo>
                  <a:pt x="1333" y="975"/>
                </a:lnTo>
                <a:lnTo>
                  <a:pt x="1333" y="973"/>
                </a:lnTo>
                <a:lnTo>
                  <a:pt x="1325" y="961"/>
                </a:lnTo>
                <a:lnTo>
                  <a:pt x="1317" y="954"/>
                </a:lnTo>
                <a:lnTo>
                  <a:pt x="1314" y="953"/>
                </a:lnTo>
                <a:lnTo>
                  <a:pt x="1311" y="952"/>
                </a:lnTo>
                <a:lnTo>
                  <a:pt x="1308" y="950"/>
                </a:lnTo>
                <a:lnTo>
                  <a:pt x="1306" y="948"/>
                </a:lnTo>
                <a:lnTo>
                  <a:pt x="1304" y="946"/>
                </a:lnTo>
                <a:lnTo>
                  <a:pt x="1301" y="943"/>
                </a:lnTo>
                <a:lnTo>
                  <a:pt x="1300" y="941"/>
                </a:lnTo>
                <a:lnTo>
                  <a:pt x="1298" y="939"/>
                </a:lnTo>
                <a:lnTo>
                  <a:pt x="1297" y="938"/>
                </a:lnTo>
                <a:lnTo>
                  <a:pt x="1296" y="936"/>
                </a:lnTo>
                <a:lnTo>
                  <a:pt x="1295" y="933"/>
                </a:lnTo>
                <a:lnTo>
                  <a:pt x="1294" y="929"/>
                </a:lnTo>
                <a:lnTo>
                  <a:pt x="1294" y="927"/>
                </a:lnTo>
                <a:lnTo>
                  <a:pt x="1293" y="925"/>
                </a:lnTo>
                <a:lnTo>
                  <a:pt x="1290" y="924"/>
                </a:lnTo>
                <a:lnTo>
                  <a:pt x="1285" y="922"/>
                </a:lnTo>
                <a:lnTo>
                  <a:pt x="1284" y="918"/>
                </a:lnTo>
                <a:lnTo>
                  <a:pt x="1285" y="914"/>
                </a:lnTo>
                <a:lnTo>
                  <a:pt x="1289" y="905"/>
                </a:lnTo>
                <a:lnTo>
                  <a:pt x="1293" y="902"/>
                </a:lnTo>
                <a:lnTo>
                  <a:pt x="1294" y="898"/>
                </a:lnTo>
                <a:lnTo>
                  <a:pt x="1297" y="897"/>
                </a:lnTo>
                <a:lnTo>
                  <a:pt x="1297" y="896"/>
                </a:lnTo>
                <a:lnTo>
                  <a:pt x="1297" y="888"/>
                </a:lnTo>
                <a:lnTo>
                  <a:pt x="1299" y="882"/>
                </a:lnTo>
                <a:lnTo>
                  <a:pt x="1301" y="878"/>
                </a:lnTo>
                <a:lnTo>
                  <a:pt x="1302" y="875"/>
                </a:lnTo>
                <a:lnTo>
                  <a:pt x="1307" y="869"/>
                </a:lnTo>
                <a:lnTo>
                  <a:pt x="1309" y="866"/>
                </a:lnTo>
                <a:lnTo>
                  <a:pt x="1313" y="858"/>
                </a:lnTo>
                <a:lnTo>
                  <a:pt x="1316" y="855"/>
                </a:lnTo>
                <a:lnTo>
                  <a:pt x="1326" y="847"/>
                </a:lnTo>
                <a:lnTo>
                  <a:pt x="1332" y="845"/>
                </a:lnTo>
                <a:lnTo>
                  <a:pt x="1337" y="843"/>
                </a:lnTo>
                <a:lnTo>
                  <a:pt x="1343" y="843"/>
                </a:lnTo>
                <a:lnTo>
                  <a:pt x="1347" y="845"/>
                </a:lnTo>
                <a:lnTo>
                  <a:pt x="1372" y="846"/>
                </a:lnTo>
                <a:lnTo>
                  <a:pt x="1375" y="845"/>
                </a:lnTo>
                <a:lnTo>
                  <a:pt x="1385" y="852"/>
                </a:lnTo>
                <a:lnTo>
                  <a:pt x="1391" y="859"/>
                </a:lnTo>
                <a:lnTo>
                  <a:pt x="1400" y="864"/>
                </a:lnTo>
                <a:lnTo>
                  <a:pt x="1413" y="868"/>
                </a:lnTo>
                <a:lnTo>
                  <a:pt x="1420" y="868"/>
                </a:lnTo>
                <a:lnTo>
                  <a:pt x="1427" y="870"/>
                </a:lnTo>
                <a:lnTo>
                  <a:pt x="1428" y="870"/>
                </a:lnTo>
                <a:lnTo>
                  <a:pt x="1438" y="873"/>
                </a:lnTo>
                <a:lnTo>
                  <a:pt x="1452" y="874"/>
                </a:lnTo>
                <a:lnTo>
                  <a:pt x="1472" y="875"/>
                </a:lnTo>
                <a:lnTo>
                  <a:pt x="1475" y="877"/>
                </a:lnTo>
                <a:lnTo>
                  <a:pt x="1483" y="878"/>
                </a:lnTo>
                <a:lnTo>
                  <a:pt x="1491" y="874"/>
                </a:lnTo>
                <a:lnTo>
                  <a:pt x="1494" y="871"/>
                </a:lnTo>
                <a:lnTo>
                  <a:pt x="1498" y="867"/>
                </a:lnTo>
                <a:lnTo>
                  <a:pt x="1504" y="866"/>
                </a:lnTo>
                <a:lnTo>
                  <a:pt x="1505" y="865"/>
                </a:lnTo>
                <a:lnTo>
                  <a:pt x="1506" y="865"/>
                </a:lnTo>
                <a:lnTo>
                  <a:pt x="1506" y="864"/>
                </a:lnTo>
                <a:lnTo>
                  <a:pt x="1507" y="863"/>
                </a:lnTo>
                <a:lnTo>
                  <a:pt x="1508" y="863"/>
                </a:lnTo>
                <a:lnTo>
                  <a:pt x="1508" y="861"/>
                </a:lnTo>
                <a:lnTo>
                  <a:pt x="1509" y="861"/>
                </a:lnTo>
                <a:lnTo>
                  <a:pt x="1511" y="861"/>
                </a:lnTo>
                <a:lnTo>
                  <a:pt x="1512" y="861"/>
                </a:lnTo>
                <a:lnTo>
                  <a:pt x="1513" y="860"/>
                </a:lnTo>
                <a:lnTo>
                  <a:pt x="1517" y="860"/>
                </a:lnTo>
                <a:lnTo>
                  <a:pt x="1522" y="859"/>
                </a:lnTo>
                <a:lnTo>
                  <a:pt x="1527" y="857"/>
                </a:lnTo>
                <a:lnTo>
                  <a:pt x="1531" y="853"/>
                </a:lnTo>
                <a:lnTo>
                  <a:pt x="1531" y="852"/>
                </a:lnTo>
                <a:lnTo>
                  <a:pt x="1533" y="848"/>
                </a:lnTo>
                <a:lnTo>
                  <a:pt x="1534" y="848"/>
                </a:lnTo>
                <a:lnTo>
                  <a:pt x="1539" y="845"/>
                </a:lnTo>
                <a:lnTo>
                  <a:pt x="1546" y="840"/>
                </a:lnTo>
                <a:lnTo>
                  <a:pt x="1547" y="840"/>
                </a:lnTo>
                <a:lnTo>
                  <a:pt x="1548" y="840"/>
                </a:lnTo>
                <a:lnTo>
                  <a:pt x="1553" y="834"/>
                </a:lnTo>
                <a:lnTo>
                  <a:pt x="1558" y="831"/>
                </a:lnTo>
                <a:lnTo>
                  <a:pt x="1559" y="829"/>
                </a:lnTo>
                <a:lnTo>
                  <a:pt x="1564" y="823"/>
                </a:lnTo>
                <a:lnTo>
                  <a:pt x="1565" y="819"/>
                </a:lnTo>
                <a:lnTo>
                  <a:pt x="1566" y="813"/>
                </a:lnTo>
                <a:lnTo>
                  <a:pt x="1584" y="807"/>
                </a:lnTo>
                <a:lnTo>
                  <a:pt x="1584" y="808"/>
                </a:lnTo>
                <a:lnTo>
                  <a:pt x="1600" y="813"/>
                </a:lnTo>
                <a:lnTo>
                  <a:pt x="1604" y="814"/>
                </a:lnTo>
                <a:lnTo>
                  <a:pt x="1607" y="813"/>
                </a:lnTo>
                <a:lnTo>
                  <a:pt x="1608" y="813"/>
                </a:lnTo>
                <a:lnTo>
                  <a:pt x="1609" y="813"/>
                </a:lnTo>
                <a:lnTo>
                  <a:pt x="1611" y="813"/>
                </a:lnTo>
                <a:lnTo>
                  <a:pt x="1614" y="813"/>
                </a:lnTo>
                <a:lnTo>
                  <a:pt x="1616" y="812"/>
                </a:lnTo>
                <a:lnTo>
                  <a:pt x="1622" y="812"/>
                </a:lnTo>
                <a:lnTo>
                  <a:pt x="1639" y="812"/>
                </a:lnTo>
                <a:lnTo>
                  <a:pt x="1641" y="812"/>
                </a:lnTo>
                <a:lnTo>
                  <a:pt x="1657" y="808"/>
                </a:lnTo>
                <a:lnTo>
                  <a:pt x="1669" y="805"/>
                </a:lnTo>
                <a:lnTo>
                  <a:pt x="1673" y="803"/>
                </a:lnTo>
                <a:lnTo>
                  <a:pt x="1686" y="793"/>
                </a:lnTo>
                <a:lnTo>
                  <a:pt x="1691" y="787"/>
                </a:lnTo>
                <a:lnTo>
                  <a:pt x="1697" y="785"/>
                </a:lnTo>
                <a:lnTo>
                  <a:pt x="1699" y="785"/>
                </a:lnTo>
                <a:lnTo>
                  <a:pt x="1700" y="782"/>
                </a:lnTo>
                <a:lnTo>
                  <a:pt x="1701" y="782"/>
                </a:lnTo>
                <a:lnTo>
                  <a:pt x="1705" y="782"/>
                </a:lnTo>
                <a:lnTo>
                  <a:pt x="1708" y="783"/>
                </a:lnTo>
                <a:lnTo>
                  <a:pt x="1709" y="782"/>
                </a:lnTo>
                <a:lnTo>
                  <a:pt x="1713" y="782"/>
                </a:lnTo>
                <a:lnTo>
                  <a:pt x="1715" y="779"/>
                </a:lnTo>
                <a:lnTo>
                  <a:pt x="1716" y="778"/>
                </a:lnTo>
                <a:lnTo>
                  <a:pt x="1717" y="776"/>
                </a:lnTo>
                <a:lnTo>
                  <a:pt x="1718" y="775"/>
                </a:lnTo>
                <a:lnTo>
                  <a:pt x="1721" y="773"/>
                </a:lnTo>
                <a:lnTo>
                  <a:pt x="1723" y="773"/>
                </a:lnTo>
                <a:lnTo>
                  <a:pt x="1722" y="767"/>
                </a:lnTo>
                <a:lnTo>
                  <a:pt x="1723" y="766"/>
                </a:lnTo>
                <a:lnTo>
                  <a:pt x="1721" y="764"/>
                </a:lnTo>
                <a:lnTo>
                  <a:pt x="1718" y="763"/>
                </a:lnTo>
                <a:lnTo>
                  <a:pt x="1721" y="753"/>
                </a:lnTo>
                <a:lnTo>
                  <a:pt x="1724" y="750"/>
                </a:lnTo>
                <a:lnTo>
                  <a:pt x="1734" y="737"/>
                </a:lnTo>
                <a:lnTo>
                  <a:pt x="1736" y="736"/>
                </a:lnTo>
                <a:lnTo>
                  <a:pt x="1745" y="727"/>
                </a:lnTo>
                <a:lnTo>
                  <a:pt x="1748" y="724"/>
                </a:lnTo>
                <a:lnTo>
                  <a:pt x="1750" y="720"/>
                </a:lnTo>
                <a:lnTo>
                  <a:pt x="1751" y="719"/>
                </a:lnTo>
                <a:lnTo>
                  <a:pt x="1758" y="717"/>
                </a:lnTo>
                <a:lnTo>
                  <a:pt x="1764" y="716"/>
                </a:lnTo>
                <a:lnTo>
                  <a:pt x="1766" y="716"/>
                </a:lnTo>
                <a:lnTo>
                  <a:pt x="1767" y="715"/>
                </a:lnTo>
                <a:lnTo>
                  <a:pt x="1768" y="714"/>
                </a:lnTo>
                <a:lnTo>
                  <a:pt x="1769" y="714"/>
                </a:lnTo>
                <a:lnTo>
                  <a:pt x="1770" y="714"/>
                </a:lnTo>
                <a:lnTo>
                  <a:pt x="1771" y="712"/>
                </a:lnTo>
                <a:lnTo>
                  <a:pt x="1771" y="711"/>
                </a:lnTo>
                <a:lnTo>
                  <a:pt x="1772" y="711"/>
                </a:lnTo>
                <a:lnTo>
                  <a:pt x="1778" y="712"/>
                </a:lnTo>
                <a:lnTo>
                  <a:pt x="1787" y="713"/>
                </a:lnTo>
                <a:lnTo>
                  <a:pt x="1789" y="713"/>
                </a:lnTo>
                <a:lnTo>
                  <a:pt x="1795" y="713"/>
                </a:lnTo>
                <a:lnTo>
                  <a:pt x="1809" y="713"/>
                </a:lnTo>
                <a:lnTo>
                  <a:pt x="1820" y="713"/>
                </a:lnTo>
                <a:lnTo>
                  <a:pt x="1821" y="709"/>
                </a:lnTo>
                <a:lnTo>
                  <a:pt x="1820" y="707"/>
                </a:lnTo>
                <a:lnTo>
                  <a:pt x="1822" y="702"/>
                </a:lnTo>
                <a:lnTo>
                  <a:pt x="1827" y="696"/>
                </a:lnTo>
                <a:lnTo>
                  <a:pt x="1824" y="691"/>
                </a:lnTo>
                <a:lnTo>
                  <a:pt x="1827" y="690"/>
                </a:lnTo>
                <a:lnTo>
                  <a:pt x="1831" y="689"/>
                </a:lnTo>
                <a:lnTo>
                  <a:pt x="1833" y="689"/>
                </a:lnTo>
                <a:lnTo>
                  <a:pt x="1836" y="689"/>
                </a:lnTo>
                <a:lnTo>
                  <a:pt x="1839" y="689"/>
                </a:lnTo>
                <a:lnTo>
                  <a:pt x="1840" y="688"/>
                </a:lnTo>
                <a:lnTo>
                  <a:pt x="1843" y="689"/>
                </a:lnTo>
                <a:lnTo>
                  <a:pt x="1844" y="690"/>
                </a:lnTo>
                <a:lnTo>
                  <a:pt x="1845" y="691"/>
                </a:lnTo>
                <a:lnTo>
                  <a:pt x="1845" y="693"/>
                </a:lnTo>
                <a:lnTo>
                  <a:pt x="1845" y="694"/>
                </a:lnTo>
                <a:lnTo>
                  <a:pt x="1847" y="696"/>
                </a:lnTo>
                <a:lnTo>
                  <a:pt x="1850" y="697"/>
                </a:lnTo>
                <a:lnTo>
                  <a:pt x="1852" y="697"/>
                </a:lnTo>
                <a:lnTo>
                  <a:pt x="1854" y="697"/>
                </a:lnTo>
                <a:lnTo>
                  <a:pt x="1856" y="696"/>
                </a:lnTo>
                <a:lnTo>
                  <a:pt x="1856" y="695"/>
                </a:lnTo>
                <a:lnTo>
                  <a:pt x="1857" y="695"/>
                </a:lnTo>
                <a:lnTo>
                  <a:pt x="1860" y="696"/>
                </a:lnTo>
                <a:lnTo>
                  <a:pt x="1861" y="696"/>
                </a:lnTo>
                <a:lnTo>
                  <a:pt x="1863" y="695"/>
                </a:lnTo>
                <a:lnTo>
                  <a:pt x="1864" y="695"/>
                </a:lnTo>
                <a:lnTo>
                  <a:pt x="1865" y="694"/>
                </a:lnTo>
                <a:lnTo>
                  <a:pt x="1864" y="692"/>
                </a:lnTo>
                <a:lnTo>
                  <a:pt x="1865" y="691"/>
                </a:lnTo>
                <a:lnTo>
                  <a:pt x="1867" y="691"/>
                </a:lnTo>
                <a:lnTo>
                  <a:pt x="1867" y="690"/>
                </a:lnTo>
                <a:lnTo>
                  <a:pt x="1868" y="689"/>
                </a:lnTo>
                <a:lnTo>
                  <a:pt x="1869" y="688"/>
                </a:lnTo>
                <a:lnTo>
                  <a:pt x="1870" y="687"/>
                </a:lnTo>
                <a:lnTo>
                  <a:pt x="1872" y="687"/>
                </a:lnTo>
                <a:lnTo>
                  <a:pt x="1874" y="687"/>
                </a:lnTo>
                <a:lnTo>
                  <a:pt x="1875" y="687"/>
                </a:lnTo>
                <a:lnTo>
                  <a:pt x="1876" y="687"/>
                </a:lnTo>
                <a:lnTo>
                  <a:pt x="1876" y="685"/>
                </a:lnTo>
                <a:lnTo>
                  <a:pt x="1877" y="685"/>
                </a:lnTo>
                <a:lnTo>
                  <a:pt x="1880" y="686"/>
                </a:lnTo>
                <a:lnTo>
                  <a:pt x="1881" y="686"/>
                </a:lnTo>
                <a:lnTo>
                  <a:pt x="1882" y="685"/>
                </a:lnTo>
                <a:lnTo>
                  <a:pt x="1888" y="681"/>
                </a:lnTo>
                <a:lnTo>
                  <a:pt x="1890" y="680"/>
                </a:lnTo>
                <a:lnTo>
                  <a:pt x="1893" y="680"/>
                </a:lnTo>
                <a:lnTo>
                  <a:pt x="1895" y="680"/>
                </a:lnTo>
                <a:lnTo>
                  <a:pt x="1897" y="679"/>
                </a:lnTo>
                <a:lnTo>
                  <a:pt x="1898" y="678"/>
                </a:lnTo>
                <a:lnTo>
                  <a:pt x="1899" y="677"/>
                </a:lnTo>
                <a:lnTo>
                  <a:pt x="1902" y="677"/>
                </a:lnTo>
                <a:lnTo>
                  <a:pt x="1905" y="674"/>
                </a:lnTo>
                <a:lnTo>
                  <a:pt x="1914" y="676"/>
                </a:lnTo>
                <a:lnTo>
                  <a:pt x="1917" y="678"/>
                </a:lnTo>
                <a:lnTo>
                  <a:pt x="1930" y="679"/>
                </a:lnTo>
                <a:lnTo>
                  <a:pt x="1934" y="676"/>
                </a:lnTo>
                <a:lnTo>
                  <a:pt x="1936" y="676"/>
                </a:lnTo>
                <a:lnTo>
                  <a:pt x="1936" y="677"/>
                </a:lnTo>
                <a:lnTo>
                  <a:pt x="1938" y="679"/>
                </a:lnTo>
                <a:lnTo>
                  <a:pt x="1942" y="679"/>
                </a:lnTo>
                <a:lnTo>
                  <a:pt x="1948" y="680"/>
                </a:lnTo>
                <a:lnTo>
                  <a:pt x="1949" y="680"/>
                </a:lnTo>
                <a:lnTo>
                  <a:pt x="1949" y="679"/>
                </a:lnTo>
                <a:lnTo>
                  <a:pt x="1949" y="678"/>
                </a:lnTo>
                <a:lnTo>
                  <a:pt x="1948" y="677"/>
                </a:lnTo>
                <a:lnTo>
                  <a:pt x="1953" y="671"/>
                </a:lnTo>
                <a:lnTo>
                  <a:pt x="1956" y="671"/>
                </a:lnTo>
                <a:lnTo>
                  <a:pt x="1958" y="671"/>
                </a:lnTo>
                <a:lnTo>
                  <a:pt x="1959" y="671"/>
                </a:lnTo>
                <a:lnTo>
                  <a:pt x="1960" y="672"/>
                </a:lnTo>
                <a:lnTo>
                  <a:pt x="1960" y="674"/>
                </a:lnTo>
                <a:lnTo>
                  <a:pt x="1959" y="675"/>
                </a:lnTo>
                <a:lnTo>
                  <a:pt x="1960" y="676"/>
                </a:lnTo>
                <a:lnTo>
                  <a:pt x="1962" y="676"/>
                </a:lnTo>
                <a:lnTo>
                  <a:pt x="1964" y="675"/>
                </a:lnTo>
                <a:lnTo>
                  <a:pt x="1968" y="674"/>
                </a:lnTo>
                <a:lnTo>
                  <a:pt x="1969" y="676"/>
                </a:lnTo>
                <a:lnTo>
                  <a:pt x="1973" y="680"/>
                </a:lnTo>
                <a:lnTo>
                  <a:pt x="1976" y="684"/>
                </a:lnTo>
                <a:lnTo>
                  <a:pt x="1978" y="684"/>
                </a:lnTo>
                <a:lnTo>
                  <a:pt x="1981" y="683"/>
                </a:lnTo>
                <a:lnTo>
                  <a:pt x="1985" y="684"/>
                </a:lnTo>
                <a:lnTo>
                  <a:pt x="1989" y="684"/>
                </a:lnTo>
                <a:lnTo>
                  <a:pt x="1991" y="684"/>
                </a:lnTo>
                <a:lnTo>
                  <a:pt x="1991" y="685"/>
                </a:lnTo>
                <a:lnTo>
                  <a:pt x="1993" y="686"/>
                </a:lnTo>
                <a:lnTo>
                  <a:pt x="1995" y="688"/>
                </a:lnTo>
                <a:lnTo>
                  <a:pt x="1996" y="688"/>
                </a:lnTo>
                <a:lnTo>
                  <a:pt x="1998" y="687"/>
                </a:lnTo>
                <a:lnTo>
                  <a:pt x="1999" y="687"/>
                </a:lnTo>
                <a:lnTo>
                  <a:pt x="2000" y="687"/>
                </a:lnTo>
                <a:lnTo>
                  <a:pt x="2000" y="688"/>
                </a:lnTo>
                <a:lnTo>
                  <a:pt x="2002" y="688"/>
                </a:lnTo>
                <a:lnTo>
                  <a:pt x="2003" y="687"/>
                </a:lnTo>
                <a:lnTo>
                  <a:pt x="2006" y="685"/>
                </a:lnTo>
                <a:lnTo>
                  <a:pt x="2011" y="686"/>
                </a:lnTo>
                <a:lnTo>
                  <a:pt x="2012" y="685"/>
                </a:lnTo>
                <a:lnTo>
                  <a:pt x="2014" y="685"/>
                </a:lnTo>
                <a:lnTo>
                  <a:pt x="2017" y="685"/>
                </a:lnTo>
                <a:lnTo>
                  <a:pt x="2019" y="687"/>
                </a:lnTo>
                <a:lnTo>
                  <a:pt x="2022" y="687"/>
                </a:lnTo>
                <a:lnTo>
                  <a:pt x="2025" y="686"/>
                </a:lnTo>
                <a:lnTo>
                  <a:pt x="2026" y="687"/>
                </a:lnTo>
                <a:lnTo>
                  <a:pt x="2028" y="687"/>
                </a:lnTo>
                <a:lnTo>
                  <a:pt x="2028" y="688"/>
                </a:lnTo>
                <a:lnTo>
                  <a:pt x="2028" y="689"/>
                </a:lnTo>
                <a:lnTo>
                  <a:pt x="2028" y="690"/>
                </a:lnTo>
                <a:lnTo>
                  <a:pt x="2032" y="689"/>
                </a:lnTo>
                <a:lnTo>
                  <a:pt x="2033" y="687"/>
                </a:lnTo>
                <a:lnTo>
                  <a:pt x="2034" y="687"/>
                </a:lnTo>
                <a:lnTo>
                  <a:pt x="2036" y="687"/>
                </a:lnTo>
                <a:lnTo>
                  <a:pt x="2037" y="687"/>
                </a:lnTo>
                <a:lnTo>
                  <a:pt x="2040" y="683"/>
                </a:lnTo>
                <a:lnTo>
                  <a:pt x="2040" y="681"/>
                </a:lnTo>
                <a:lnTo>
                  <a:pt x="2039" y="680"/>
                </a:lnTo>
                <a:lnTo>
                  <a:pt x="2046" y="682"/>
                </a:lnTo>
                <a:lnTo>
                  <a:pt x="2047" y="682"/>
                </a:lnTo>
                <a:lnTo>
                  <a:pt x="2049" y="682"/>
                </a:lnTo>
                <a:lnTo>
                  <a:pt x="2049" y="680"/>
                </a:lnTo>
                <a:lnTo>
                  <a:pt x="2050" y="679"/>
                </a:lnTo>
                <a:lnTo>
                  <a:pt x="2051" y="678"/>
                </a:lnTo>
                <a:lnTo>
                  <a:pt x="2051" y="677"/>
                </a:lnTo>
                <a:lnTo>
                  <a:pt x="2050" y="675"/>
                </a:lnTo>
                <a:lnTo>
                  <a:pt x="2049" y="673"/>
                </a:lnTo>
                <a:lnTo>
                  <a:pt x="2049" y="672"/>
                </a:lnTo>
                <a:lnTo>
                  <a:pt x="2051" y="669"/>
                </a:lnTo>
                <a:lnTo>
                  <a:pt x="2051" y="668"/>
                </a:lnTo>
                <a:lnTo>
                  <a:pt x="2050" y="666"/>
                </a:lnTo>
                <a:lnTo>
                  <a:pt x="2051" y="664"/>
                </a:lnTo>
                <a:lnTo>
                  <a:pt x="2051" y="663"/>
                </a:lnTo>
                <a:lnTo>
                  <a:pt x="2050" y="663"/>
                </a:lnTo>
                <a:lnTo>
                  <a:pt x="2050" y="659"/>
                </a:lnTo>
                <a:lnTo>
                  <a:pt x="2051" y="657"/>
                </a:lnTo>
                <a:lnTo>
                  <a:pt x="2044" y="656"/>
                </a:lnTo>
                <a:lnTo>
                  <a:pt x="2044" y="653"/>
                </a:lnTo>
                <a:lnTo>
                  <a:pt x="2046" y="652"/>
                </a:lnTo>
                <a:lnTo>
                  <a:pt x="2044" y="652"/>
                </a:lnTo>
                <a:lnTo>
                  <a:pt x="2043" y="651"/>
                </a:lnTo>
                <a:lnTo>
                  <a:pt x="2040" y="648"/>
                </a:lnTo>
                <a:lnTo>
                  <a:pt x="2039" y="646"/>
                </a:lnTo>
                <a:lnTo>
                  <a:pt x="2038" y="645"/>
                </a:lnTo>
                <a:lnTo>
                  <a:pt x="2038" y="644"/>
                </a:lnTo>
                <a:lnTo>
                  <a:pt x="2038" y="643"/>
                </a:lnTo>
                <a:lnTo>
                  <a:pt x="2040" y="642"/>
                </a:lnTo>
                <a:lnTo>
                  <a:pt x="2036" y="635"/>
                </a:lnTo>
                <a:lnTo>
                  <a:pt x="2035" y="634"/>
                </a:lnTo>
                <a:lnTo>
                  <a:pt x="2033" y="630"/>
                </a:lnTo>
                <a:lnTo>
                  <a:pt x="2032" y="630"/>
                </a:lnTo>
                <a:lnTo>
                  <a:pt x="2032" y="629"/>
                </a:lnTo>
                <a:lnTo>
                  <a:pt x="2030" y="628"/>
                </a:lnTo>
                <a:lnTo>
                  <a:pt x="2029" y="627"/>
                </a:lnTo>
                <a:lnTo>
                  <a:pt x="2028" y="626"/>
                </a:lnTo>
                <a:lnTo>
                  <a:pt x="2026" y="624"/>
                </a:lnTo>
                <a:lnTo>
                  <a:pt x="2026" y="623"/>
                </a:lnTo>
                <a:lnTo>
                  <a:pt x="2025" y="623"/>
                </a:lnTo>
                <a:lnTo>
                  <a:pt x="2024" y="622"/>
                </a:lnTo>
                <a:lnTo>
                  <a:pt x="2023" y="622"/>
                </a:lnTo>
                <a:lnTo>
                  <a:pt x="2022" y="622"/>
                </a:lnTo>
                <a:lnTo>
                  <a:pt x="2021" y="622"/>
                </a:lnTo>
                <a:lnTo>
                  <a:pt x="2020" y="622"/>
                </a:lnTo>
                <a:lnTo>
                  <a:pt x="2019" y="622"/>
                </a:lnTo>
                <a:lnTo>
                  <a:pt x="2018" y="622"/>
                </a:lnTo>
                <a:lnTo>
                  <a:pt x="2017" y="622"/>
                </a:lnTo>
                <a:lnTo>
                  <a:pt x="2017" y="621"/>
                </a:lnTo>
                <a:lnTo>
                  <a:pt x="2018" y="621"/>
                </a:lnTo>
                <a:lnTo>
                  <a:pt x="2018" y="620"/>
                </a:lnTo>
                <a:lnTo>
                  <a:pt x="2018" y="619"/>
                </a:lnTo>
                <a:lnTo>
                  <a:pt x="2018" y="620"/>
                </a:lnTo>
                <a:lnTo>
                  <a:pt x="2017" y="619"/>
                </a:lnTo>
                <a:lnTo>
                  <a:pt x="2018" y="619"/>
                </a:lnTo>
                <a:lnTo>
                  <a:pt x="2018" y="618"/>
                </a:lnTo>
                <a:lnTo>
                  <a:pt x="2018" y="619"/>
                </a:lnTo>
                <a:lnTo>
                  <a:pt x="2017" y="619"/>
                </a:lnTo>
                <a:lnTo>
                  <a:pt x="2017" y="618"/>
                </a:lnTo>
                <a:lnTo>
                  <a:pt x="2018" y="618"/>
                </a:lnTo>
                <a:lnTo>
                  <a:pt x="2017" y="618"/>
                </a:lnTo>
                <a:lnTo>
                  <a:pt x="2017" y="617"/>
                </a:lnTo>
                <a:lnTo>
                  <a:pt x="2016" y="617"/>
                </a:lnTo>
                <a:lnTo>
                  <a:pt x="2015" y="617"/>
                </a:lnTo>
                <a:lnTo>
                  <a:pt x="2016" y="616"/>
                </a:lnTo>
                <a:lnTo>
                  <a:pt x="2015" y="616"/>
                </a:lnTo>
                <a:lnTo>
                  <a:pt x="2015" y="617"/>
                </a:lnTo>
                <a:lnTo>
                  <a:pt x="2014" y="617"/>
                </a:lnTo>
                <a:lnTo>
                  <a:pt x="2014" y="616"/>
                </a:lnTo>
                <a:lnTo>
                  <a:pt x="2015" y="616"/>
                </a:lnTo>
                <a:lnTo>
                  <a:pt x="2015" y="615"/>
                </a:lnTo>
                <a:lnTo>
                  <a:pt x="2014" y="615"/>
                </a:lnTo>
                <a:lnTo>
                  <a:pt x="2013" y="615"/>
                </a:lnTo>
                <a:lnTo>
                  <a:pt x="2013" y="614"/>
                </a:lnTo>
                <a:lnTo>
                  <a:pt x="2012" y="614"/>
                </a:lnTo>
                <a:lnTo>
                  <a:pt x="2012" y="615"/>
                </a:lnTo>
                <a:lnTo>
                  <a:pt x="2012" y="614"/>
                </a:lnTo>
                <a:lnTo>
                  <a:pt x="2011" y="614"/>
                </a:lnTo>
                <a:lnTo>
                  <a:pt x="2012" y="614"/>
                </a:lnTo>
                <a:lnTo>
                  <a:pt x="2011" y="614"/>
                </a:lnTo>
                <a:lnTo>
                  <a:pt x="2010" y="614"/>
                </a:lnTo>
                <a:lnTo>
                  <a:pt x="2011" y="614"/>
                </a:lnTo>
                <a:lnTo>
                  <a:pt x="2010" y="614"/>
                </a:lnTo>
                <a:lnTo>
                  <a:pt x="2011" y="614"/>
                </a:lnTo>
                <a:lnTo>
                  <a:pt x="2011" y="613"/>
                </a:lnTo>
                <a:lnTo>
                  <a:pt x="2010" y="613"/>
                </a:lnTo>
                <a:lnTo>
                  <a:pt x="2009" y="613"/>
                </a:lnTo>
                <a:lnTo>
                  <a:pt x="2009" y="612"/>
                </a:lnTo>
                <a:lnTo>
                  <a:pt x="2008" y="612"/>
                </a:lnTo>
                <a:lnTo>
                  <a:pt x="2009" y="612"/>
                </a:lnTo>
                <a:lnTo>
                  <a:pt x="2008" y="612"/>
                </a:lnTo>
                <a:lnTo>
                  <a:pt x="2008" y="611"/>
                </a:lnTo>
                <a:lnTo>
                  <a:pt x="2007" y="611"/>
                </a:lnTo>
                <a:lnTo>
                  <a:pt x="2007" y="610"/>
                </a:lnTo>
                <a:lnTo>
                  <a:pt x="2006" y="609"/>
                </a:lnTo>
                <a:lnTo>
                  <a:pt x="2005" y="609"/>
                </a:lnTo>
                <a:lnTo>
                  <a:pt x="2005" y="608"/>
                </a:lnTo>
                <a:lnTo>
                  <a:pt x="2004" y="608"/>
                </a:lnTo>
                <a:lnTo>
                  <a:pt x="2003" y="608"/>
                </a:lnTo>
                <a:lnTo>
                  <a:pt x="2002" y="607"/>
                </a:lnTo>
                <a:lnTo>
                  <a:pt x="2001" y="607"/>
                </a:lnTo>
                <a:lnTo>
                  <a:pt x="2001" y="606"/>
                </a:lnTo>
                <a:lnTo>
                  <a:pt x="2000" y="606"/>
                </a:lnTo>
                <a:lnTo>
                  <a:pt x="2001" y="606"/>
                </a:lnTo>
                <a:lnTo>
                  <a:pt x="2000" y="606"/>
                </a:lnTo>
                <a:lnTo>
                  <a:pt x="2000" y="605"/>
                </a:lnTo>
                <a:lnTo>
                  <a:pt x="2000" y="604"/>
                </a:lnTo>
                <a:lnTo>
                  <a:pt x="1999" y="604"/>
                </a:lnTo>
                <a:lnTo>
                  <a:pt x="1998" y="604"/>
                </a:lnTo>
                <a:lnTo>
                  <a:pt x="1999" y="604"/>
                </a:lnTo>
                <a:lnTo>
                  <a:pt x="1998" y="604"/>
                </a:lnTo>
                <a:lnTo>
                  <a:pt x="1998" y="603"/>
                </a:lnTo>
                <a:lnTo>
                  <a:pt x="1998" y="604"/>
                </a:lnTo>
                <a:lnTo>
                  <a:pt x="1997" y="604"/>
                </a:lnTo>
                <a:lnTo>
                  <a:pt x="1996" y="604"/>
                </a:lnTo>
                <a:lnTo>
                  <a:pt x="1996" y="603"/>
                </a:lnTo>
                <a:lnTo>
                  <a:pt x="1999" y="600"/>
                </a:lnTo>
                <a:lnTo>
                  <a:pt x="2000" y="599"/>
                </a:lnTo>
                <a:lnTo>
                  <a:pt x="1997" y="598"/>
                </a:lnTo>
                <a:lnTo>
                  <a:pt x="1985" y="595"/>
                </a:lnTo>
                <a:lnTo>
                  <a:pt x="1985" y="594"/>
                </a:lnTo>
                <a:lnTo>
                  <a:pt x="1980" y="592"/>
                </a:lnTo>
                <a:lnTo>
                  <a:pt x="1980" y="590"/>
                </a:lnTo>
                <a:lnTo>
                  <a:pt x="1979" y="585"/>
                </a:lnTo>
                <a:lnTo>
                  <a:pt x="1979" y="584"/>
                </a:lnTo>
                <a:lnTo>
                  <a:pt x="1979" y="580"/>
                </a:lnTo>
                <a:lnTo>
                  <a:pt x="1968" y="576"/>
                </a:lnTo>
                <a:lnTo>
                  <a:pt x="1962" y="574"/>
                </a:lnTo>
                <a:lnTo>
                  <a:pt x="1947" y="569"/>
                </a:lnTo>
                <a:lnTo>
                  <a:pt x="1946" y="568"/>
                </a:lnTo>
                <a:lnTo>
                  <a:pt x="1937" y="557"/>
                </a:lnTo>
                <a:lnTo>
                  <a:pt x="1929" y="547"/>
                </a:lnTo>
                <a:lnTo>
                  <a:pt x="1928" y="546"/>
                </a:lnTo>
                <a:lnTo>
                  <a:pt x="1926" y="546"/>
                </a:lnTo>
                <a:lnTo>
                  <a:pt x="1918" y="546"/>
                </a:lnTo>
                <a:lnTo>
                  <a:pt x="1918" y="545"/>
                </a:lnTo>
                <a:lnTo>
                  <a:pt x="1917" y="546"/>
                </a:lnTo>
                <a:lnTo>
                  <a:pt x="1916" y="546"/>
                </a:lnTo>
                <a:lnTo>
                  <a:pt x="1917" y="546"/>
                </a:lnTo>
                <a:lnTo>
                  <a:pt x="1917" y="545"/>
                </a:lnTo>
                <a:lnTo>
                  <a:pt x="1916" y="545"/>
                </a:lnTo>
                <a:lnTo>
                  <a:pt x="1916" y="544"/>
                </a:lnTo>
                <a:lnTo>
                  <a:pt x="1915" y="544"/>
                </a:lnTo>
                <a:lnTo>
                  <a:pt x="1914" y="544"/>
                </a:lnTo>
                <a:lnTo>
                  <a:pt x="1913" y="544"/>
                </a:lnTo>
                <a:lnTo>
                  <a:pt x="1912" y="544"/>
                </a:lnTo>
                <a:lnTo>
                  <a:pt x="1911" y="544"/>
                </a:lnTo>
                <a:lnTo>
                  <a:pt x="1910" y="544"/>
                </a:lnTo>
                <a:lnTo>
                  <a:pt x="1909" y="544"/>
                </a:lnTo>
                <a:lnTo>
                  <a:pt x="1910" y="544"/>
                </a:lnTo>
                <a:lnTo>
                  <a:pt x="1910" y="545"/>
                </a:lnTo>
                <a:lnTo>
                  <a:pt x="1909" y="545"/>
                </a:lnTo>
                <a:lnTo>
                  <a:pt x="1908" y="545"/>
                </a:lnTo>
                <a:lnTo>
                  <a:pt x="1907" y="545"/>
                </a:lnTo>
                <a:lnTo>
                  <a:pt x="1906" y="545"/>
                </a:lnTo>
                <a:lnTo>
                  <a:pt x="1906" y="544"/>
                </a:lnTo>
                <a:lnTo>
                  <a:pt x="1905" y="544"/>
                </a:lnTo>
                <a:lnTo>
                  <a:pt x="1905" y="545"/>
                </a:lnTo>
                <a:lnTo>
                  <a:pt x="1904" y="545"/>
                </a:lnTo>
                <a:lnTo>
                  <a:pt x="1903" y="545"/>
                </a:lnTo>
                <a:lnTo>
                  <a:pt x="1903" y="544"/>
                </a:lnTo>
                <a:lnTo>
                  <a:pt x="1902" y="544"/>
                </a:lnTo>
                <a:lnTo>
                  <a:pt x="1901" y="543"/>
                </a:lnTo>
                <a:lnTo>
                  <a:pt x="1901" y="544"/>
                </a:lnTo>
                <a:lnTo>
                  <a:pt x="1901" y="543"/>
                </a:lnTo>
                <a:lnTo>
                  <a:pt x="1900" y="543"/>
                </a:lnTo>
                <a:lnTo>
                  <a:pt x="1899" y="543"/>
                </a:lnTo>
                <a:lnTo>
                  <a:pt x="1899" y="542"/>
                </a:lnTo>
                <a:lnTo>
                  <a:pt x="1898" y="542"/>
                </a:lnTo>
                <a:lnTo>
                  <a:pt x="1899" y="542"/>
                </a:lnTo>
                <a:lnTo>
                  <a:pt x="1898" y="541"/>
                </a:lnTo>
                <a:lnTo>
                  <a:pt x="1897" y="541"/>
                </a:lnTo>
                <a:lnTo>
                  <a:pt x="1896" y="541"/>
                </a:lnTo>
                <a:lnTo>
                  <a:pt x="1895" y="541"/>
                </a:lnTo>
                <a:lnTo>
                  <a:pt x="1894" y="541"/>
                </a:lnTo>
                <a:lnTo>
                  <a:pt x="1893" y="541"/>
                </a:lnTo>
                <a:lnTo>
                  <a:pt x="1893" y="540"/>
                </a:lnTo>
                <a:lnTo>
                  <a:pt x="1892" y="541"/>
                </a:lnTo>
                <a:lnTo>
                  <a:pt x="1891" y="541"/>
                </a:lnTo>
                <a:lnTo>
                  <a:pt x="1890" y="542"/>
                </a:lnTo>
                <a:lnTo>
                  <a:pt x="1889" y="542"/>
                </a:lnTo>
                <a:lnTo>
                  <a:pt x="1889" y="541"/>
                </a:lnTo>
                <a:lnTo>
                  <a:pt x="1888" y="541"/>
                </a:lnTo>
                <a:lnTo>
                  <a:pt x="1887" y="541"/>
                </a:lnTo>
                <a:lnTo>
                  <a:pt x="1887" y="542"/>
                </a:lnTo>
                <a:lnTo>
                  <a:pt x="1886" y="542"/>
                </a:lnTo>
                <a:lnTo>
                  <a:pt x="1885" y="542"/>
                </a:lnTo>
                <a:lnTo>
                  <a:pt x="1885" y="543"/>
                </a:lnTo>
                <a:lnTo>
                  <a:pt x="1884" y="543"/>
                </a:lnTo>
                <a:lnTo>
                  <a:pt x="1884" y="542"/>
                </a:lnTo>
                <a:lnTo>
                  <a:pt x="1884" y="543"/>
                </a:lnTo>
                <a:lnTo>
                  <a:pt x="1883" y="543"/>
                </a:lnTo>
                <a:lnTo>
                  <a:pt x="1882" y="543"/>
                </a:lnTo>
                <a:lnTo>
                  <a:pt x="1881" y="543"/>
                </a:lnTo>
                <a:lnTo>
                  <a:pt x="1881" y="544"/>
                </a:lnTo>
                <a:lnTo>
                  <a:pt x="1880" y="544"/>
                </a:lnTo>
                <a:lnTo>
                  <a:pt x="1879" y="544"/>
                </a:lnTo>
                <a:lnTo>
                  <a:pt x="1878" y="544"/>
                </a:lnTo>
                <a:lnTo>
                  <a:pt x="1877" y="544"/>
                </a:lnTo>
                <a:lnTo>
                  <a:pt x="1876" y="544"/>
                </a:lnTo>
                <a:lnTo>
                  <a:pt x="1875" y="544"/>
                </a:lnTo>
                <a:lnTo>
                  <a:pt x="1874" y="544"/>
                </a:lnTo>
                <a:lnTo>
                  <a:pt x="1873" y="544"/>
                </a:lnTo>
                <a:lnTo>
                  <a:pt x="1874" y="544"/>
                </a:lnTo>
                <a:lnTo>
                  <a:pt x="1873" y="544"/>
                </a:lnTo>
                <a:lnTo>
                  <a:pt x="1872" y="544"/>
                </a:lnTo>
                <a:lnTo>
                  <a:pt x="1871" y="544"/>
                </a:lnTo>
                <a:lnTo>
                  <a:pt x="1870" y="544"/>
                </a:lnTo>
                <a:lnTo>
                  <a:pt x="1870" y="543"/>
                </a:lnTo>
                <a:lnTo>
                  <a:pt x="1869" y="543"/>
                </a:lnTo>
                <a:lnTo>
                  <a:pt x="1868" y="543"/>
                </a:lnTo>
                <a:lnTo>
                  <a:pt x="1867" y="543"/>
                </a:lnTo>
                <a:lnTo>
                  <a:pt x="1860" y="544"/>
                </a:lnTo>
                <a:lnTo>
                  <a:pt x="1859" y="545"/>
                </a:lnTo>
                <a:lnTo>
                  <a:pt x="1858" y="545"/>
                </a:lnTo>
                <a:lnTo>
                  <a:pt x="1834" y="568"/>
                </a:lnTo>
                <a:lnTo>
                  <a:pt x="1834" y="569"/>
                </a:lnTo>
                <a:lnTo>
                  <a:pt x="1833" y="570"/>
                </a:lnTo>
                <a:lnTo>
                  <a:pt x="1831" y="570"/>
                </a:lnTo>
                <a:lnTo>
                  <a:pt x="1831" y="571"/>
                </a:lnTo>
                <a:lnTo>
                  <a:pt x="1821" y="582"/>
                </a:lnTo>
                <a:lnTo>
                  <a:pt x="1795" y="564"/>
                </a:lnTo>
                <a:lnTo>
                  <a:pt x="1787" y="561"/>
                </a:lnTo>
                <a:lnTo>
                  <a:pt x="1776" y="556"/>
                </a:lnTo>
                <a:lnTo>
                  <a:pt x="1768" y="556"/>
                </a:lnTo>
                <a:lnTo>
                  <a:pt x="1757" y="557"/>
                </a:lnTo>
                <a:lnTo>
                  <a:pt x="1737" y="562"/>
                </a:lnTo>
                <a:lnTo>
                  <a:pt x="1721" y="558"/>
                </a:lnTo>
                <a:lnTo>
                  <a:pt x="1707" y="564"/>
                </a:lnTo>
                <a:lnTo>
                  <a:pt x="1694" y="577"/>
                </a:lnTo>
                <a:lnTo>
                  <a:pt x="1691" y="578"/>
                </a:lnTo>
                <a:lnTo>
                  <a:pt x="1659" y="553"/>
                </a:lnTo>
                <a:lnTo>
                  <a:pt x="1658" y="549"/>
                </a:lnTo>
                <a:lnTo>
                  <a:pt x="1658" y="545"/>
                </a:lnTo>
                <a:lnTo>
                  <a:pt x="1657" y="540"/>
                </a:lnTo>
                <a:lnTo>
                  <a:pt x="1656" y="535"/>
                </a:lnTo>
                <a:lnTo>
                  <a:pt x="1655" y="535"/>
                </a:lnTo>
                <a:lnTo>
                  <a:pt x="1655" y="534"/>
                </a:lnTo>
                <a:lnTo>
                  <a:pt x="1656" y="533"/>
                </a:lnTo>
                <a:lnTo>
                  <a:pt x="1656" y="532"/>
                </a:lnTo>
                <a:lnTo>
                  <a:pt x="1656" y="531"/>
                </a:lnTo>
                <a:lnTo>
                  <a:pt x="1655" y="531"/>
                </a:lnTo>
                <a:lnTo>
                  <a:pt x="1655" y="530"/>
                </a:lnTo>
                <a:lnTo>
                  <a:pt x="1680" y="519"/>
                </a:lnTo>
                <a:lnTo>
                  <a:pt x="1678" y="492"/>
                </a:lnTo>
                <a:lnTo>
                  <a:pt x="1703" y="462"/>
                </a:lnTo>
                <a:lnTo>
                  <a:pt x="1704" y="461"/>
                </a:lnTo>
                <a:lnTo>
                  <a:pt x="1701" y="456"/>
                </a:lnTo>
                <a:lnTo>
                  <a:pt x="1762" y="356"/>
                </a:lnTo>
                <a:lnTo>
                  <a:pt x="1776" y="364"/>
                </a:lnTo>
                <a:lnTo>
                  <a:pt x="1792" y="372"/>
                </a:lnTo>
                <a:lnTo>
                  <a:pt x="1799" y="374"/>
                </a:lnTo>
                <a:lnTo>
                  <a:pt x="1812" y="378"/>
                </a:lnTo>
                <a:lnTo>
                  <a:pt x="1830" y="379"/>
                </a:lnTo>
                <a:lnTo>
                  <a:pt x="1844" y="384"/>
                </a:lnTo>
                <a:lnTo>
                  <a:pt x="1860" y="390"/>
                </a:lnTo>
                <a:lnTo>
                  <a:pt x="1861" y="390"/>
                </a:lnTo>
                <a:lnTo>
                  <a:pt x="1860" y="390"/>
                </a:lnTo>
                <a:lnTo>
                  <a:pt x="1860" y="389"/>
                </a:lnTo>
                <a:lnTo>
                  <a:pt x="1860" y="388"/>
                </a:lnTo>
                <a:lnTo>
                  <a:pt x="1861" y="388"/>
                </a:lnTo>
                <a:lnTo>
                  <a:pt x="1862" y="388"/>
                </a:lnTo>
                <a:lnTo>
                  <a:pt x="1862" y="387"/>
                </a:lnTo>
                <a:lnTo>
                  <a:pt x="1863" y="387"/>
                </a:lnTo>
                <a:lnTo>
                  <a:pt x="1864" y="386"/>
                </a:lnTo>
                <a:lnTo>
                  <a:pt x="1863" y="386"/>
                </a:lnTo>
                <a:lnTo>
                  <a:pt x="1863" y="385"/>
                </a:lnTo>
                <a:lnTo>
                  <a:pt x="1864" y="385"/>
                </a:lnTo>
                <a:lnTo>
                  <a:pt x="1865" y="385"/>
                </a:lnTo>
                <a:lnTo>
                  <a:pt x="1865" y="384"/>
                </a:lnTo>
                <a:lnTo>
                  <a:pt x="1865" y="383"/>
                </a:lnTo>
                <a:lnTo>
                  <a:pt x="1865" y="382"/>
                </a:lnTo>
                <a:lnTo>
                  <a:pt x="1866" y="382"/>
                </a:lnTo>
                <a:lnTo>
                  <a:pt x="1867" y="382"/>
                </a:lnTo>
                <a:lnTo>
                  <a:pt x="1868" y="382"/>
                </a:lnTo>
                <a:lnTo>
                  <a:pt x="1869" y="382"/>
                </a:lnTo>
                <a:lnTo>
                  <a:pt x="1870" y="382"/>
                </a:lnTo>
                <a:lnTo>
                  <a:pt x="1871" y="382"/>
                </a:lnTo>
                <a:lnTo>
                  <a:pt x="1872" y="382"/>
                </a:lnTo>
                <a:lnTo>
                  <a:pt x="1873" y="382"/>
                </a:lnTo>
                <a:lnTo>
                  <a:pt x="1873" y="381"/>
                </a:lnTo>
                <a:lnTo>
                  <a:pt x="1874" y="380"/>
                </a:lnTo>
                <a:lnTo>
                  <a:pt x="1874" y="381"/>
                </a:lnTo>
                <a:lnTo>
                  <a:pt x="1875" y="381"/>
                </a:lnTo>
                <a:lnTo>
                  <a:pt x="1875" y="380"/>
                </a:lnTo>
                <a:lnTo>
                  <a:pt x="1876" y="379"/>
                </a:lnTo>
                <a:lnTo>
                  <a:pt x="1877" y="379"/>
                </a:lnTo>
                <a:lnTo>
                  <a:pt x="1877" y="380"/>
                </a:lnTo>
                <a:lnTo>
                  <a:pt x="1878" y="380"/>
                </a:lnTo>
                <a:lnTo>
                  <a:pt x="1879" y="380"/>
                </a:lnTo>
                <a:lnTo>
                  <a:pt x="1880" y="380"/>
                </a:lnTo>
                <a:lnTo>
                  <a:pt x="1881" y="381"/>
                </a:lnTo>
                <a:lnTo>
                  <a:pt x="1882" y="381"/>
                </a:lnTo>
                <a:lnTo>
                  <a:pt x="1882" y="380"/>
                </a:lnTo>
                <a:lnTo>
                  <a:pt x="1883" y="380"/>
                </a:lnTo>
                <a:lnTo>
                  <a:pt x="1884" y="380"/>
                </a:lnTo>
                <a:lnTo>
                  <a:pt x="1885" y="379"/>
                </a:lnTo>
                <a:lnTo>
                  <a:pt x="1885" y="378"/>
                </a:lnTo>
                <a:lnTo>
                  <a:pt x="1886" y="378"/>
                </a:lnTo>
                <a:lnTo>
                  <a:pt x="1886" y="377"/>
                </a:lnTo>
                <a:lnTo>
                  <a:pt x="1886" y="376"/>
                </a:lnTo>
                <a:lnTo>
                  <a:pt x="1887" y="376"/>
                </a:lnTo>
                <a:lnTo>
                  <a:pt x="1888" y="376"/>
                </a:lnTo>
                <a:lnTo>
                  <a:pt x="1888" y="374"/>
                </a:lnTo>
                <a:lnTo>
                  <a:pt x="1889" y="375"/>
                </a:lnTo>
                <a:lnTo>
                  <a:pt x="1890" y="375"/>
                </a:lnTo>
                <a:lnTo>
                  <a:pt x="1891" y="376"/>
                </a:lnTo>
                <a:lnTo>
                  <a:pt x="1892" y="376"/>
                </a:lnTo>
                <a:lnTo>
                  <a:pt x="1892" y="375"/>
                </a:lnTo>
                <a:lnTo>
                  <a:pt x="1892" y="374"/>
                </a:lnTo>
                <a:lnTo>
                  <a:pt x="1893" y="374"/>
                </a:lnTo>
                <a:lnTo>
                  <a:pt x="1893" y="373"/>
                </a:lnTo>
                <a:lnTo>
                  <a:pt x="1894" y="373"/>
                </a:lnTo>
                <a:lnTo>
                  <a:pt x="1894" y="374"/>
                </a:lnTo>
                <a:lnTo>
                  <a:pt x="1894" y="373"/>
                </a:lnTo>
                <a:lnTo>
                  <a:pt x="1895" y="373"/>
                </a:lnTo>
                <a:lnTo>
                  <a:pt x="1896" y="372"/>
                </a:lnTo>
                <a:lnTo>
                  <a:pt x="1896" y="371"/>
                </a:lnTo>
                <a:lnTo>
                  <a:pt x="1896" y="370"/>
                </a:lnTo>
                <a:lnTo>
                  <a:pt x="1897" y="370"/>
                </a:lnTo>
                <a:lnTo>
                  <a:pt x="1898" y="370"/>
                </a:lnTo>
                <a:lnTo>
                  <a:pt x="1898" y="369"/>
                </a:lnTo>
                <a:lnTo>
                  <a:pt x="1898" y="368"/>
                </a:lnTo>
                <a:lnTo>
                  <a:pt x="1899" y="368"/>
                </a:lnTo>
                <a:lnTo>
                  <a:pt x="1898" y="368"/>
                </a:lnTo>
                <a:lnTo>
                  <a:pt x="1899" y="368"/>
                </a:lnTo>
                <a:lnTo>
                  <a:pt x="1900" y="368"/>
                </a:lnTo>
                <a:lnTo>
                  <a:pt x="1900" y="367"/>
                </a:lnTo>
                <a:lnTo>
                  <a:pt x="1901" y="367"/>
                </a:lnTo>
                <a:lnTo>
                  <a:pt x="1902" y="367"/>
                </a:lnTo>
                <a:lnTo>
                  <a:pt x="1903" y="367"/>
                </a:lnTo>
                <a:lnTo>
                  <a:pt x="1904" y="366"/>
                </a:lnTo>
                <a:lnTo>
                  <a:pt x="1903" y="366"/>
                </a:lnTo>
                <a:lnTo>
                  <a:pt x="1904" y="366"/>
                </a:lnTo>
                <a:lnTo>
                  <a:pt x="1904" y="365"/>
                </a:lnTo>
                <a:lnTo>
                  <a:pt x="1905" y="365"/>
                </a:lnTo>
                <a:lnTo>
                  <a:pt x="1905" y="364"/>
                </a:lnTo>
                <a:lnTo>
                  <a:pt x="1906" y="364"/>
                </a:lnTo>
                <a:lnTo>
                  <a:pt x="1906" y="365"/>
                </a:lnTo>
                <a:lnTo>
                  <a:pt x="1907" y="365"/>
                </a:lnTo>
                <a:lnTo>
                  <a:pt x="1907" y="364"/>
                </a:lnTo>
                <a:lnTo>
                  <a:pt x="1908" y="364"/>
                </a:lnTo>
                <a:lnTo>
                  <a:pt x="1908" y="363"/>
                </a:lnTo>
                <a:lnTo>
                  <a:pt x="1909" y="363"/>
                </a:lnTo>
                <a:lnTo>
                  <a:pt x="1909" y="364"/>
                </a:lnTo>
                <a:lnTo>
                  <a:pt x="1910" y="364"/>
                </a:lnTo>
                <a:lnTo>
                  <a:pt x="1910" y="363"/>
                </a:lnTo>
                <a:lnTo>
                  <a:pt x="1911" y="363"/>
                </a:lnTo>
                <a:lnTo>
                  <a:pt x="1912" y="363"/>
                </a:lnTo>
                <a:lnTo>
                  <a:pt x="1911" y="363"/>
                </a:lnTo>
                <a:lnTo>
                  <a:pt x="1911" y="362"/>
                </a:lnTo>
                <a:lnTo>
                  <a:pt x="1912" y="362"/>
                </a:lnTo>
                <a:lnTo>
                  <a:pt x="1912" y="361"/>
                </a:lnTo>
                <a:lnTo>
                  <a:pt x="1913" y="361"/>
                </a:lnTo>
                <a:lnTo>
                  <a:pt x="1913" y="360"/>
                </a:lnTo>
                <a:lnTo>
                  <a:pt x="1912" y="360"/>
                </a:lnTo>
                <a:lnTo>
                  <a:pt x="1913" y="360"/>
                </a:lnTo>
                <a:lnTo>
                  <a:pt x="1912" y="359"/>
                </a:lnTo>
                <a:lnTo>
                  <a:pt x="1912" y="358"/>
                </a:lnTo>
                <a:lnTo>
                  <a:pt x="1913" y="358"/>
                </a:lnTo>
                <a:lnTo>
                  <a:pt x="1914" y="358"/>
                </a:lnTo>
                <a:lnTo>
                  <a:pt x="1914" y="359"/>
                </a:lnTo>
                <a:lnTo>
                  <a:pt x="1915" y="359"/>
                </a:lnTo>
                <a:lnTo>
                  <a:pt x="1916" y="359"/>
                </a:lnTo>
                <a:lnTo>
                  <a:pt x="1916" y="358"/>
                </a:lnTo>
                <a:lnTo>
                  <a:pt x="1917" y="358"/>
                </a:lnTo>
                <a:lnTo>
                  <a:pt x="1918" y="358"/>
                </a:lnTo>
                <a:lnTo>
                  <a:pt x="1919" y="357"/>
                </a:lnTo>
                <a:lnTo>
                  <a:pt x="1919" y="358"/>
                </a:lnTo>
                <a:lnTo>
                  <a:pt x="1919" y="359"/>
                </a:lnTo>
                <a:lnTo>
                  <a:pt x="1920" y="358"/>
                </a:lnTo>
                <a:lnTo>
                  <a:pt x="1920" y="357"/>
                </a:lnTo>
                <a:lnTo>
                  <a:pt x="1921" y="357"/>
                </a:lnTo>
                <a:lnTo>
                  <a:pt x="1922" y="357"/>
                </a:lnTo>
                <a:lnTo>
                  <a:pt x="1922" y="356"/>
                </a:lnTo>
                <a:lnTo>
                  <a:pt x="1921" y="356"/>
                </a:lnTo>
                <a:lnTo>
                  <a:pt x="1921" y="355"/>
                </a:lnTo>
                <a:lnTo>
                  <a:pt x="1921" y="354"/>
                </a:lnTo>
                <a:lnTo>
                  <a:pt x="1922" y="353"/>
                </a:lnTo>
                <a:lnTo>
                  <a:pt x="1923" y="353"/>
                </a:lnTo>
                <a:lnTo>
                  <a:pt x="1924" y="353"/>
                </a:lnTo>
                <a:lnTo>
                  <a:pt x="1924" y="352"/>
                </a:lnTo>
                <a:lnTo>
                  <a:pt x="1925" y="352"/>
                </a:lnTo>
                <a:lnTo>
                  <a:pt x="1924" y="352"/>
                </a:lnTo>
                <a:lnTo>
                  <a:pt x="1925" y="352"/>
                </a:lnTo>
                <a:lnTo>
                  <a:pt x="1924" y="352"/>
                </a:lnTo>
                <a:lnTo>
                  <a:pt x="1924" y="351"/>
                </a:lnTo>
                <a:lnTo>
                  <a:pt x="1925" y="351"/>
                </a:lnTo>
                <a:lnTo>
                  <a:pt x="1926" y="351"/>
                </a:lnTo>
                <a:lnTo>
                  <a:pt x="1927" y="350"/>
                </a:lnTo>
                <a:lnTo>
                  <a:pt x="1927" y="351"/>
                </a:lnTo>
                <a:lnTo>
                  <a:pt x="1928" y="351"/>
                </a:lnTo>
                <a:lnTo>
                  <a:pt x="1927" y="350"/>
                </a:lnTo>
                <a:lnTo>
                  <a:pt x="1928" y="350"/>
                </a:lnTo>
                <a:lnTo>
                  <a:pt x="1928" y="349"/>
                </a:lnTo>
                <a:lnTo>
                  <a:pt x="1927" y="349"/>
                </a:lnTo>
                <a:lnTo>
                  <a:pt x="1928" y="349"/>
                </a:lnTo>
                <a:lnTo>
                  <a:pt x="1928" y="348"/>
                </a:lnTo>
                <a:lnTo>
                  <a:pt x="1929" y="348"/>
                </a:lnTo>
                <a:lnTo>
                  <a:pt x="1930" y="348"/>
                </a:lnTo>
                <a:lnTo>
                  <a:pt x="1931" y="348"/>
                </a:lnTo>
                <a:lnTo>
                  <a:pt x="1932" y="348"/>
                </a:lnTo>
                <a:lnTo>
                  <a:pt x="1932" y="347"/>
                </a:lnTo>
                <a:lnTo>
                  <a:pt x="1933" y="347"/>
                </a:lnTo>
                <a:lnTo>
                  <a:pt x="1932" y="346"/>
                </a:lnTo>
                <a:lnTo>
                  <a:pt x="1933" y="346"/>
                </a:lnTo>
                <a:lnTo>
                  <a:pt x="1934" y="346"/>
                </a:lnTo>
                <a:lnTo>
                  <a:pt x="1933" y="347"/>
                </a:lnTo>
                <a:lnTo>
                  <a:pt x="1934" y="347"/>
                </a:lnTo>
                <a:lnTo>
                  <a:pt x="1935" y="347"/>
                </a:lnTo>
                <a:lnTo>
                  <a:pt x="1936" y="347"/>
                </a:lnTo>
                <a:lnTo>
                  <a:pt x="1936" y="346"/>
                </a:lnTo>
                <a:lnTo>
                  <a:pt x="1935" y="346"/>
                </a:lnTo>
                <a:lnTo>
                  <a:pt x="1936" y="346"/>
                </a:lnTo>
                <a:lnTo>
                  <a:pt x="1937" y="346"/>
                </a:lnTo>
                <a:lnTo>
                  <a:pt x="1936" y="346"/>
                </a:lnTo>
                <a:lnTo>
                  <a:pt x="1937" y="346"/>
                </a:lnTo>
                <a:lnTo>
                  <a:pt x="1938" y="346"/>
                </a:lnTo>
                <a:lnTo>
                  <a:pt x="1939" y="345"/>
                </a:lnTo>
                <a:lnTo>
                  <a:pt x="1939" y="346"/>
                </a:lnTo>
                <a:lnTo>
                  <a:pt x="1940" y="346"/>
                </a:lnTo>
                <a:lnTo>
                  <a:pt x="1941" y="346"/>
                </a:lnTo>
                <a:lnTo>
                  <a:pt x="1940" y="346"/>
                </a:lnTo>
                <a:lnTo>
                  <a:pt x="1941" y="346"/>
                </a:lnTo>
                <a:lnTo>
                  <a:pt x="1942" y="346"/>
                </a:lnTo>
                <a:lnTo>
                  <a:pt x="1943" y="346"/>
                </a:lnTo>
                <a:lnTo>
                  <a:pt x="1944" y="346"/>
                </a:lnTo>
                <a:lnTo>
                  <a:pt x="1945" y="346"/>
                </a:lnTo>
                <a:lnTo>
                  <a:pt x="1945" y="345"/>
                </a:lnTo>
                <a:lnTo>
                  <a:pt x="1946" y="345"/>
                </a:lnTo>
                <a:lnTo>
                  <a:pt x="1947" y="345"/>
                </a:lnTo>
                <a:lnTo>
                  <a:pt x="1948" y="345"/>
                </a:lnTo>
                <a:lnTo>
                  <a:pt x="1949" y="345"/>
                </a:lnTo>
                <a:lnTo>
                  <a:pt x="1949" y="344"/>
                </a:lnTo>
                <a:lnTo>
                  <a:pt x="1950" y="344"/>
                </a:lnTo>
                <a:lnTo>
                  <a:pt x="1951" y="344"/>
                </a:lnTo>
                <a:lnTo>
                  <a:pt x="1951" y="345"/>
                </a:lnTo>
                <a:lnTo>
                  <a:pt x="1952" y="345"/>
                </a:lnTo>
                <a:lnTo>
                  <a:pt x="1952" y="344"/>
                </a:lnTo>
                <a:lnTo>
                  <a:pt x="1953" y="344"/>
                </a:lnTo>
                <a:lnTo>
                  <a:pt x="1954" y="344"/>
                </a:lnTo>
                <a:lnTo>
                  <a:pt x="1955" y="344"/>
                </a:lnTo>
                <a:lnTo>
                  <a:pt x="1956" y="343"/>
                </a:lnTo>
                <a:lnTo>
                  <a:pt x="1957" y="343"/>
                </a:lnTo>
                <a:lnTo>
                  <a:pt x="1958" y="343"/>
                </a:lnTo>
                <a:lnTo>
                  <a:pt x="1959" y="343"/>
                </a:lnTo>
                <a:lnTo>
                  <a:pt x="1960" y="343"/>
                </a:lnTo>
                <a:lnTo>
                  <a:pt x="1960" y="342"/>
                </a:lnTo>
                <a:lnTo>
                  <a:pt x="1961" y="342"/>
                </a:lnTo>
                <a:lnTo>
                  <a:pt x="1962" y="342"/>
                </a:lnTo>
                <a:lnTo>
                  <a:pt x="1963" y="342"/>
                </a:lnTo>
                <a:lnTo>
                  <a:pt x="1964" y="342"/>
                </a:lnTo>
                <a:lnTo>
                  <a:pt x="1965" y="342"/>
                </a:lnTo>
                <a:lnTo>
                  <a:pt x="1964" y="342"/>
                </a:lnTo>
                <a:lnTo>
                  <a:pt x="1965" y="342"/>
                </a:lnTo>
                <a:lnTo>
                  <a:pt x="1965" y="343"/>
                </a:lnTo>
                <a:lnTo>
                  <a:pt x="1966" y="343"/>
                </a:lnTo>
                <a:lnTo>
                  <a:pt x="1966" y="342"/>
                </a:lnTo>
                <a:lnTo>
                  <a:pt x="1966" y="343"/>
                </a:lnTo>
                <a:lnTo>
                  <a:pt x="1967" y="343"/>
                </a:lnTo>
                <a:lnTo>
                  <a:pt x="1969" y="343"/>
                </a:lnTo>
                <a:lnTo>
                  <a:pt x="1970" y="342"/>
                </a:lnTo>
                <a:lnTo>
                  <a:pt x="1971" y="342"/>
                </a:lnTo>
                <a:lnTo>
                  <a:pt x="1971" y="343"/>
                </a:lnTo>
                <a:lnTo>
                  <a:pt x="1972" y="343"/>
                </a:lnTo>
                <a:lnTo>
                  <a:pt x="1972" y="342"/>
                </a:lnTo>
                <a:lnTo>
                  <a:pt x="1973" y="342"/>
                </a:lnTo>
                <a:lnTo>
                  <a:pt x="1974" y="342"/>
                </a:lnTo>
                <a:lnTo>
                  <a:pt x="1975" y="342"/>
                </a:lnTo>
                <a:lnTo>
                  <a:pt x="1976" y="342"/>
                </a:lnTo>
                <a:lnTo>
                  <a:pt x="1976" y="341"/>
                </a:lnTo>
                <a:lnTo>
                  <a:pt x="1977" y="341"/>
                </a:lnTo>
                <a:lnTo>
                  <a:pt x="1978" y="341"/>
                </a:lnTo>
                <a:lnTo>
                  <a:pt x="1978" y="340"/>
                </a:lnTo>
                <a:lnTo>
                  <a:pt x="1978" y="339"/>
                </a:lnTo>
                <a:lnTo>
                  <a:pt x="1979" y="338"/>
                </a:lnTo>
                <a:lnTo>
                  <a:pt x="1980" y="338"/>
                </a:lnTo>
                <a:lnTo>
                  <a:pt x="1980" y="337"/>
                </a:lnTo>
                <a:lnTo>
                  <a:pt x="1981" y="338"/>
                </a:lnTo>
                <a:lnTo>
                  <a:pt x="1982" y="338"/>
                </a:lnTo>
                <a:lnTo>
                  <a:pt x="1982" y="337"/>
                </a:lnTo>
                <a:lnTo>
                  <a:pt x="1983" y="336"/>
                </a:lnTo>
                <a:lnTo>
                  <a:pt x="1983" y="335"/>
                </a:lnTo>
                <a:lnTo>
                  <a:pt x="1983" y="334"/>
                </a:lnTo>
                <a:lnTo>
                  <a:pt x="1984" y="334"/>
                </a:lnTo>
                <a:lnTo>
                  <a:pt x="1985" y="334"/>
                </a:lnTo>
                <a:lnTo>
                  <a:pt x="1984" y="334"/>
                </a:lnTo>
                <a:lnTo>
                  <a:pt x="1984" y="333"/>
                </a:lnTo>
                <a:lnTo>
                  <a:pt x="1984" y="332"/>
                </a:lnTo>
                <a:lnTo>
                  <a:pt x="1985" y="332"/>
                </a:lnTo>
                <a:lnTo>
                  <a:pt x="1986" y="332"/>
                </a:lnTo>
                <a:lnTo>
                  <a:pt x="1986" y="333"/>
                </a:lnTo>
                <a:lnTo>
                  <a:pt x="1987" y="333"/>
                </a:lnTo>
                <a:lnTo>
                  <a:pt x="1988" y="333"/>
                </a:lnTo>
                <a:lnTo>
                  <a:pt x="1989" y="332"/>
                </a:lnTo>
                <a:lnTo>
                  <a:pt x="1989" y="331"/>
                </a:lnTo>
                <a:lnTo>
                  <a:pt x="1990" y="331"/>
                </a:lnTo>
                <a:lnTo>
                  <a:pt x="1990" y="330"/>
                </a:lnTo>
                <a:lnTo>
                  <a:pt x="1991" y="330"/>
                </a:lnTo>
                <a:lnTo>
                  <a:pt x="1992" y="330"/>
                </a:lnTo>
                <a:lnTo>
                  <a:pt x="1992" y="329"/>
                </a:lnTo>
                <a:lnTo>
                  <a:pt x="1992" y="330"/>
                </a:lnTo>
                <a:lnTo>
                  <a:pt x="1993" y="330"/>
                </a:lnTo>
                <a:lnTo>
                  <a:pt x="1993" y="329"/>
                </a:lnTo>
                <a:lnTo>
                  <a:pt x="1994" y="328"/>
                </a:lnTo>
                <a:lnTo>
                  <a:pt x="1993" y="327"/>
                </a:lnTo>
                <a:lnTo>
                  <a:pt x="1994" y="327"/>
                </a:lnTo>
                <a:lnTo>
                  <a:pt x="1995" y="327"/>
                </a:lnTo>
                <a:lnTo>
                  <a:pt x="1995" y="326"/>
                </a:lnTo>
                <a:lnTo>
                  <a:pt x="1996" y="326"/>
                </a:lnTo>
                <a:lnTo>
                  <a:pt x="1996" y="325"/>
                </a:lnTo>
                <a:lnTo>
                  <a:pt x="1995" y="325"/>
                </a:lnTo>
                <a:lnTo>
                  <a:pt x="1995" y="324"/>
                </a:lnTo>
                <a:lnTo>
                  <a:pt x="1996" y="324"/>
                </a:lnTo>
                <a:lnTo>
                  <a:pt x="1998" y="324"/>
                </a:lnTo>
                <a:lnTo>
                  <a:pt x="1998" y="323"/>
                </a:lnTo>
                <a:lnTo>
                  <a:pt x="1997" y="323"/>
                </a:lnTo>
                <a:lnTo>
                  <a:pt x="1997" y="322"/>
                </a:lnTo>
                <a:lnTo>
                  <a:pt x="1998" y="321"/>
                </a:lnTo>
                <a:lnTo>
                  <a:pt x="1999" y="321"/>
                </a:lnTo>
                <a:lnTo>
                  <a:pt x="1999" y="320"/>
                </a:lnTo>
                <a:lnTo>
                  <a:pt x="1998" y="320"/>
                </a:lnTo>
                <a:lnTo>
                  <a:pt x="1997" y="319"/>
                </a:lnTo>
                <a:lnTo>
                  <a:pt x="1996" y="319"/>
                </a:lnTo>
                <a:lnTo>
                  <a:pt x="1996" y="318"/>
                </a:lnTo>
                <a:lnTo>
                  <a:pt x="1996" y="317"/>
                </a:lnTo>
                <a:lnTo>
                  <a:pt x="1996" y="316"/>
                </a:lnTo>
                <a:lnTo>
                  <a:pt x="1997" y="316"/>
                </a:lnTo>
                <a:lnTo>
                  <a:pt x="1998" y="316"/>
                </a:lnTo>
                <a:lnTo>
                  <a:pt x="1997" y="316"/>
                </a:lnTo>
                <a:lnTo>
                  <a:pt x="1997" y="315"/>
                </a:lnTo>
                <a:lnTo>
                  <a:pt x="1997" y="314"/>
                </a:lnTo>
                <a:lnTo>
                  <a:pt x="1998" y="314"/>
                </a:lnTo>
                <a:lnTo>
                  <a:pt x="1998" y="315"/>
                </a:lnTo>
                <a:lnTo>
                  <a:pt x="1998" y="314"/>
                </a:lnTo>
                <a:lnTo>
                  <a:pt x="1997" y="314"/>
                </a:lnTo>
                <a:lnTo>
                  <a:pt x="1997" y="313"/>
                </a:lnTo>
                <a:lnTo>
                  <a:pt x="1998" y="313"/>
                </a:lnTo>
                <a:lnTo>
                  <a:pt x="1998" y="312"/>
                </a:lnTo>
                <a:lnTo>
                  <a:pt x="1997" y="312"/>
                </a:lnTo>
                <a:lnTo>
                  <a:pt x="1997" y="313"/>
                </a:lnTo>
                <a:lnTo>
                  <a:pt x="1997" y="312"/>
                </a:lnTo>
                <a:lnTo>
                  <a:pt x="1996" y="312"/>
                </a:lnTo>
                <a:lnTo>
                  <a:pt x="1997" y="312"/>
                </a:lnTo>
                <a:lnTo>
                  <a:pt x="1999" y="312"/>
                </a:lnTo>
                <a:lnTo>
                  <a:pt x="1999" y="311"/>
                </a:lnTo>
                <a:lnTo>
                  <a:pt x="1998" y="311"/>
                </a:lnTo>
                <a:lnTo>
                  <a:pt x="1998" y="310"/>
                </a:lnTo>
                <a:lnTo>
                  <a:pt x="1999" y="310"/>
                </a:lnTo>
                <a:lnTo>
                  <a:pt x="1999" y="309"/>
                </a:lnTo>
                <a:lnTo>
                  <a:pt x="2000" y="309"/>
                </a:lnTo>
                <a:lnTo>
                  <a:pt x="2001" y="309"/>
                </a:lnTo>
                <a:lnTo>
                  <a:pt x="2001" y="308"/>
                </a:lnTo>
                <a:lnTo>
                  <a:pt x="2002" y="308"/>
                </a:lnTo>
                <a:lnTo>
                  <a:pt x="2001" y="308"/>
                </a:lnTo>
                <a:lnTo>
                  <a:pt x="2000" y="308"/>
                </a:lnTo>
                <a:lnTo>
                  <a:pt x="1999" y="307"/>
                </a:lnTo>
                <a:lnTo>
                  <a:pt x="2000" y="307"/>
                </a:lnTo>
                <a:lnTo>
                  <a:pt x="2000" y="306"/>
                </a:lnTo>
                <a:lnTo>
                  <a:pt x="1999" y="305"/>
                </a:lnTo>
                <a:lnTo>
                  <a:pt x="2000" y="305"/>
                </a:lnTo>
                <a:lnTo>
                  <a:pt x="1999" y="305"/>
                </a:lnTo>
                <a:lnTo>
                  <a:pt x="1999" y="304"/>
                </a:lnTo>
                <a:lnTo>
                  <a:pt x="1998" y="304"/>
                </a:lnTo>
                <a:lnTo>
                  <a:pt x="1997" y="304"/>
                </a:lnTo>
                <a:lnTo>
                  <a:pt x="1996" y="304"/>
                </a:lnTo>
                <a:lnTo>
                  <a:pt x="1996" y="305"/>
                </a:lnTo>
                <a:lnTo>
                  <a:pt x="1995" y="305"/>
                </a:lnTo>
                <a:lnTo>
                  <a:pt x="1995" y="304"/>
                </a:lnTo>
                <a:lnTo>
                  <a:pt x="1994" y="304"/>
                </a:lnTo>
                <a:lnTo>
                  <a:pt x="1994" y="305"/>
                </a:lnTo>
                <a:lnTo>
                  <a:pt x="1995" y="305"/>
                </a:lnTo>
                <a:lnTo>
                  <a:pt x="1994" y="305"/>
                </a:lnTo>
                <a:lnTo>
                  <a:pt x="1994" y="304"/>
                </a:lnTo>
                <a:lnTo>
                  <a:pt x="1993" y="304"/>
                </a:lnTo>
                <a:lnTo>
                  <a:pt x="1992" y="304"/>
                </a:lnTo>
                <a:lnTo>
                  <a:pt x="1992" y="303"/>
                </a:lnTo>
                <a:lnTo>
                  <a:pt x="1992" y="304"/>
                </a:lnTo>
                <a:lnTo>
                  <a:pt x="1991" y="304"/>
                </a:lnTo>
                <a:lnTo>
                  <a:pt x="1991" y="305"/>
                </a:lnTo>
                <a:lnTo>
                  <a:pt x="1990" y="305"/>
                </a:lnTo>
                <a:lnTo>
                  <a:pt x="1990" y="306"/>
                </a:lnTo>
                <a:lnTo>
                  <a:pt x="1988" y="305"/>
                </a:lnTo>
                <a:lnTo>
                  <a:pt x="1988" y="304"/>
                </a:lnTo>
                <a:lnTo>
                  <a:pt x="1988" y="303"/>
                </a:lnTo>
                <a:lnTo>
                  <a:pt x="1987" y="304"/>
                </a:lnTo>
                <a:lnTo>
                  <a:pt x="1986" y="304"/>
                </a:lnTo>
                <a:lnTo>
                  <a:pt x="1985" y="304"/>
                </a:lnTo>
                <a:lnTo>
                  <a:pt x="1984" y="305"/>
                </a:lnTo>
                <a:lnTo>
                  <a:pt x="1983" y="305"/>
                </a:lnTo>
                <a:lnTo>
                  <a:pt x="1983" y="304"/>
                </a:lnTo>
                <a:lnTo>
                  <a:pt x="1984" y="304"/>
                </a:lnTo>
                <a:lnTo>
                  <a:pt x="1985" y="304"/>
                </a:lnTo>
                <a:lnTo>
                  <a:pt x="1984" y="304"/>
                </a:lnTo>
                <a:lnTo>
                  <a:pt x="1983" y="304"/>
                </a:lnTo>
                <a:lnTo>
                  <a:pt x="1982" y="304"/>
                </a:lnTo>
                <a:lnTo>
                  <a:pt x="1981" y="304"/>
                </a:lnTo>
                <a:lnTo>
                  <a:pt x="1981" y="303"/>
                </a:lnTo>
                <a:lnTo>
                  <a:pt x="1982" y="303"/>
                </a:lnTo>
                <a:lnTo>
                  <a:pt x="1983" y="303"/>
                </a:lnTo>
                <a:lnTo>
                  <a:pt x="1983" y="302"/>
                </a:lnTo>
                <a:lnTo>
                  <a:pt x="1981" y="302"/>
                </a:lnTo>
                <a:lnTo>
                  <a:pt x="1981" y="301"/>
                </a:lnTo>
                <a:lnTo>
                  <a:pt x="1980" y="301"/>
                </a:lnTo>
                <a:lnTo>
                  <a:pt x="1980" y="302"/>
                </a:lnTo>
                <a:lnTo>
                  <a:pt x="1979" y="302"/>
                </a:lnTo>
                <a:lnTo>
                  <a:pt x="1978" y="301"/>
                </a:lnTo>
                <a:lnTo>
                  <a:pt x="1979" y="300"/>
                </a:lnTo>
                <a:lnTo>
                  <a:pt x="1980" y="300"/>
                </a:lnTo>
                <a:lnTo>
                  <a:pt x="1980" y="299"/>
                </a:lnTo>
                <a:lnTo>
                  <a:pt x="1981" y="299"/>
                </a:lnTo>
                <a:lnTo>
                  <a:pt x="1982" y="299"/>
                </a:lnTo>
                <a:lnTo>
                  <a:pt x="1982" y="298"/>
                </a:lnTo>
                <a:lnTo>
                  <a:pt x="1983" y="298"/>
                </a:lnTo>
                <a:lnTo>
                  <a:pt x="1984" y="298"/>
                </a:lnTo>
                <a:lnTo>
                  <a:pt x="1985" y="298"/>
                </a:lnTo>
                <a:lnTo>
                  <a:pt x="1985" y="299"/>
                </a:lnTo>
                <a:lnTo>
                  <a:pt x="1986" y="299"/>
                </a:lnTo>
                <a:lnTo>
                  <a:pt x="1986" y="298"/>
                </a:lnTo>
                <a:lnTo>
                  <a:pt x="1986" y="297"/>
                </a:lnTo>
                <a:lnTo>
                  <a:pt x="1987" y="297"/>
                </a:lnTo>
                <a:lnTo>
                  <a:pt x="1987" y="296"/>
                </a:lnTo>
                <a:lnTo>
                  <a:pt x="1987" y="295"/>
                </a:lnTo>
                <a:lnTo>
                  <a:pt x="1988" y="295"/>
                </a:lnTo>
                <a:lnTo>
                  <a:pt x="1989" y="296"/>
                </a:lnTo>
                <a:lnTo>
                  <a:pt x="1989" y="295"/>
                </a:lnTo>
                <a:lnTo>
                  <a:pt x="1990" y="295"/>
                </a:lnTo>
                <a:lnTo>
                  <a:pt x="1989" y="294"/>
                </a:lnTo>
                <a:lnTo>
                  <a:pt x="1989" y="293"/>
                </a:lnTo>
                <a:lnTo>
                  <a:pt x="1990" y="293"/>
                </a:lnTo>
                <a:lnTo>
                  <a:pt x="1991" y="293"/>
                </a:lnTo>
                <a:lnTo>
                  <a:pt x="1991" y="292"/>
                </a:lnTo>
                <a:lnTo>
                  <a:pt x="1990" y="291"/>
                </a:lnTo>
                <a:lnTo>
                  <a:pt x="1991" y="291"/>
                </a:lnTo>
                <a:lnTo>
                  <a:pt x="1990" y="290"/>
                </a:lnTo>
                <a:lnTo>
                  <a:pt x="1988" y="290"/>
                </a:lnTo>
                <a:lnTo>
                  <a:pt x="1988" y="289"/>
                </a:lnTo>
                <a:lnTo>
                  <a:pt x="1989" y="289"/>
                </a:lnTo>
                <a:lnTo>
                  <a:pt x="1990" y="289"/>
                </a:lnTo>
                <a:lnTo>
                  <a:pt x="1991" y="289"/>
                </a:lnTo>
                <a:lnTo>
                  <a:pt x="1991" y="288"/>
                </a:lnTo>
                <a:lnTo>
                  <a:pt x="1991" y="287"/>
                </a:lnTo>
                <a:lnTo>
                  <a:pt x="1991" y="286"/>
                </a:lnTo>
                <a:lnTo>
                  <a:pt x="1991" y="285"/>
                </a:lnTo>
                <a:lnTo>
                  <a:pt x="1992" y="285"/>
                </a:lnTo>
                <a:lnTo>
                  <a:pt x="1992" y="284"/>
                </a:lnTo>
                <a:lnTo>
                  <a:pt x="1991" y="284"/>
                </a:lnTo>
                <a:lnTo>
                  <a:pt x="1991" y="283"/>
                </a:lnTo>
                <a:lnTo>
                  <a:pt x="1991" y="282"/>
                </a:lnTo>
                <a:lnTo>
                  <a:pt x="1992" y="282"/>
                </a:lnTo>
                <a:lnTo>
                  <a:pt x="1992" y="283"/>
                </a:lnTo>
                <a:lnTo>
                  <a:pt x="1993" y="282"/>
                </a:lnTo>
                <a:lnTo>
                  <a:pt x="1994" y="282"/>
                </a:lnTo>
                <a:lnTo>
                  <a:pt x="1994" y="281"/>
                </a:lnTo>
                <a:lnTo>
                  <a:pt x="1993" y="281"/>
                </a:lnTo>
                <a:lnTo>
                  <a:pt x="1993" y="280"/>
                </a:lnTo>
                <a:lnTo>
                  <a:pt x="1992" y="279"/>
                </a:lnTo>
                <a:lnTo>
                  <a:pt x="1993" y="279"/>
                </a:lnTo>
                <a:lnTo>
                  <a:pt x="1993" y="278"/>
                </a:lnTo>
                <a:lnTo>
                  <a:pt x="1994" y="278"/>
                </a:lnTo>
                <a:lnTo>
                  <a:pt x="1995" y="278"/>
                </a:lnTo>
                <a:lnTo>
                  <a:pt x="1996" y="277"/>
                </a:lnTo>
                <a:lnTo>
                  <a:pt x="1997" y="277"/>
                </a:lnTo>
                <a:lnTo>
                  <a:pt x="1997" y="276"/>
                </a:lnTo>
                <a:lnTo>
                  <a:pt x="1997" y="275"/>
                </a:lnTo>
                <a:lnTo>
                  <a:pt x="1998" y="275"/>
                </a:lnTo>
                <a:lnTo>
                  <a:pt x="1998" y="276"/>
                </a:lnTo>
                <a:lnTo>
                  <a:pt x="1999" y="276"/>
                </a:lnTo>
                <a:lnTo>
                  <a:pt x="2000" y="276"/>
                </a:lnTo>
                <a:lnTo>
                  <a:pt x="2000" y="275"/>
                </a:lnTo>
                <a:lnTo>
                  <a:pt x="2001" y="275"/>
                </a:lnTo>
                <a:lnTo>
                  <a:pt x="2001" y="274"/>
                </a:lnTo>
                <a:lnTo>
                  <a:pt x="2001" y="273"/>
                </a:lnTo>
                <a:lnTo>
                  <a:pt x="2002" y="273"/>
                </a:lnTo>
                <a:lnTo>
                  <a:pt x="2002" y="272"/>
                </a:lnTo>
                <a:lnTo>
                  <a:pt x="2001" y="272"/>
                </a:lnTo>
                <a:lnTo>
                  <a:pt x="2001" y="271"/>
                </a:lnTo>
                <a:lnTo>
                  <a:pt x="2002" y="271"/>
                </a:lnTo>
                <a:lnTo>
                  <a:pt x="2004" y="271"/>
                </a:lnTo>
                <a:lnTo>
                  <a:pt x="2005" y="271"/>
                </a:lnTo>
                <a:lnTo>
                  <a:pt x="2006" y="271"/>
                </a:lnTo>
                <a:lnTo>
                  <a:pt x="2007" y="270"/>
                </a:lnTo>
                <a:lnTo>
                  <a:pt x="2008" y="270"/>
                </a:lnTo>
                <a:lnTo>
                  <a:pt x="2008" y="269"/>
                </a:lnTo>
                <a:lnTo>
                  <a:pt x="2007" y="269"/>
                </a:lnTo>
                <a:lnTo>
                  <a:pt x="2007" y="268"/>
                </a:lnTo>
                <a:lnTo>
                  <a:pt x="2008" y="268"/>
                </a:lnTo>
                <a:lnTo>
                  <a:pt x="2009" y="268"/>
                </a:lnTo>
                <a:lnTo>
                  <a:pt x="2009" y="267"/>
                </a:lnTo>
                <a:lnTo>
                  <a:pt x="2010" y="267"/>
                </a:lnTo>
                <a:lnTo>
                  <a:pt x="2010" y="266"/>
                </a:lnTo>
                <a:lnTo>
                  <a:pt x="2010" y="265"/>
                </a:lnTo>
                <a:lnTo>
                  <a:pt x="2011" y="265"/>
                </a:lnTo>
                <a:lnTo>
                  <a:pt x="2012" y="265"/>
                </a:lnTo>
                <a:lnTo>
                  <a:pt x="2012" y="264"/>
                </a:lnTo>
                <a:lnTo>
                  <a:pt x="2012" y="263"/>
                </a:lnTo>
                <a:lnTo>
                  <a:pt x="2013" y="263"/>
                </a:lnTo>
                <a:lnTo>
                  <a:pt x="2013" y="262"/>
                </a:lnTo>
                <a:lnTo>
                  <a:pt x="2012" y="262"/>
                </a:lnTo>
                <a:lnTo>
                  <a:pt x="2012" y="261"/>
                </a:lnTo>
                <a:lnTo>
                  <a:pt x="2013" y="261"/>
                </a:lnTo>
                <a:lnTo>
                  <a:pt x="2012" y="261"/>
                </a:lnTo>
                <a:lnTo>
                  <a:pt x="2012" y="260"/>
                </a:lnTo>
                <a:lnTo>
                  <a:pt x="2013" y="260"/>
                </a:lnTo>
                <a:lnTo>
                  <a:pt x="2014" y="260"/>
                </a:lnTo>
                <a:lnTo>
                  <a:pt x="2013" y="260"/>
                </a:lnTo>
                <a:lnTo>
                  <a:pt x="2013" y="259"/>
                </a:lnTo>
                <a:lnTo>
                  <a:pt x="2013" y="258"/>
                </a:lnTo>
                <a:lnTo>
                  <a:pt x="2013" y="257"/>
                </a:lnTo>
                <a:lnTo>
                  <a:pt x="2012" y="257"/>
                </a:lnTo>
                <a:lnTo>
                  <a:pt x="2012" y="256"/>
                </a:lnTo>
                <a:lnTo>
                  <a:pt x="2012" y="254"/>
                </a:lnTo>
                <a:lnTo>
                  <a:pt x="2012" y="253"/>
                </a:lnTo>
                <a:lnTo>
                  <a:pt x="2012" y="252"/>
                </a:lnTo>
                <a:lnTo>
                  <a:pt x="2011" y="252"/>
                </a:lnTo>
                <a:lnTo>
                  <a:pt x="2011" y="251"/>
                </a:lnTo>
                <a:lnTo>
                  <a:pt x="2012" y="251"/>
                </a:lnTo>
                <a:lnTo>
                  <a:pt x="2012" y="250"/>
                </a:lnTo>
                <a:lnTo>
                  <a:pt x="2013" y="250"/>
                </a:lnTo>
                <a:lnTo>
                  <a:pt x="2013" y="249"/>
                </a:lnTo>
                <a:lnTo>
                  <a:pt x="2014" y="249"/>
                </a:lnTo>
                <a:lnTo>
                  <a:pt x="2014" y="248"/>
                </a:lnTo>
                <a:lnTo>
                  <a:pt x="2015" y="248"/>
                </a:lnTo>
                <a:lnTo>
                  <a:pt x="2015" y="247"/>
                </a:lnTo>
                <a:lnTo>
                  <a:pt x="2016" y="247"/>
                </a:lnTo>
                <a:lnTo>
                  <a:pt x="2017" y="247"/>
                </a:lnTo>
                <a:lnTo>
                  <a:pt x="2017" y="246"/>
                </a:lnTo>
                <a:lnTo>
                  <a:pt x="2018" y="246"/>
                </a:lnTo>
                <a:lnTo>
                  <a:pt x="2018" y="245"/>
                </a:lnTo>
                <a:lnTo>
                  <a:pt x="2019" y="245"/>
                </a:lnTo>
                <a:lnTo>
                  <a:pt x="2019" y="244"/>
                </a:lnTo>
                <a:lnTo>
                  <a:pt x="2019" y="243"/>
                </a:lnTo>
                <a:lnTo>
                  <a:pt x="2020" y="243"/>
                </a:lnTo>
                <a:lnTo>
                  <a:pt x="2020" y="242"/>
                </a:lnTo>
                <a:lnTo>
                  <a:pt x="2020" y="241"/>
                </a:lnTo>
                <a:lnTo>
                  <a:pt x="2021" y="240"/>
                </a:lnTo>
                <a:lnTo>
                  <a:pt x="2022" y="240"/>
                </a:lnTo>
                <a:lnTo>
                  <a:pt x="2023" y="239"/>
                </a:lnTo>
                <a:lnTo>
                  <a:pt x="2024" y="239"/>
                </a:lnTo>
                <a:lnTo>
                  <a:pt x="2024" y="238"/>
                </a:lnTo>
                <a:lnTo>
                  <a:pt x="2024" y="237"/>
                </a:lnTo>
                <a:lnTo>
                  <a:pt x="2025" y="237"/>
                </a:lnTo>
                <a:lnTo>
                  <a:pt x="2026" y="237"/>
                </a:lnTo>
                <a:lnTo>
                  <a:pt x="2027" y="237"/>
                </a:lnTo>
                <a:lnTo>
                  <a:pt x="2028" y="237"/>
                </a:lnTo>
                <a:lnTo>
                  <a:pt x="2029" y="236"/>
                </a:lnTo>
                <a:lnTo>
                  <a:pt x="2029" y="235"/>
                </a:lnTo>
                <a:lnTo>
                  <a:pt x="2028" y="235"/>
                </a:lnTo>
                <a:lnTo>
                  <a:pt x="2029" y="235"/>
                </a:lnTo>
                <a:lnTo>
                  <a:pt x="2030" y="235"/>
                </a:lnTo>
                <a:lnTo>
                  <a:pt x="2030" y="234"/>
                </a:lnTo>
                <a:lnTo>
                  <a:pt x="2031" y="234"/>
                </a:lnTo>
                <a:lnTo>
                  <a:pt x="2032" y="234"/>
                </a:lnTo>
                <a:lnTo>
                  <a:pt x="2032" y="233"/>
                </a:lnTo>
                <a:lnTo>
                  <a:pt x="2033" y="232"/>
                </a:lnTo>
                <a:lnTo>
                  <a:pt x="2032" y="231"/>
                </a:lnTo>
                <a:lnTo>
                  <a:pt x="2034" y="231"/>
                </a:lnTo>
                <a:lnTo>
                  <a:pt x="2034" y="230"/>
                </a:lnTo>
                <a:lnTo>
                  <a:pt x="2034" y="229"/>
                </a:lnTo>
                <a:lnTo>
                  <a:pt x="2036" y="229"/>
                </a:lnTo>
                <a:lnTo>
                  <a:pt x="2036" y="228"/>
                </a:lnTo>
                <a:lnTo>
                  <a:pt x="2035" y="228"/>
                </a:lnTo>
                <a:lnTo>
                  <a:pt x="2035" y="227"/>
                </a:lnTo>
                <a:lnTo>
                  <a:pt x="2035" y="226"/>
                </a:lnTo>
                <a:lnTo>
                  <a:pt x="2037" y="226"/>
                </a:lnTo>
                <a:lnTo>
                  <a:pt x="2037" y="225"/>
                </a:lnTo>
                <a:lnTo>
                  <a:pt x="2037" y="224"/>
                </a:lnTo>
                <a:lnTo>
                  <a:pt x="2037" y="223"/>
                </a:lnTo>
                <a:lnTo>
                  <a:pt x="2038" y="223"/>
                </a:lnTo>
                <a:lnTo>
                  <a:pt x="2037" y="222"/>
                </a:lnTo>
                <a:lnTo>
                  <a:pt x="2036" y="222"/>
                </a:lnTo>
                <a:lnTo>
                  <a:pt x="2035" y="222"/>
                </a:lnTo>
                <a:lnTo>
                  <a:pt x="2036" y="222"/>
                </a:lnTo>
                <a:lnTo>
                  <a:pt x="2036" y="221"/>
                </a:lnTo>
                <a:lnTo>
                  <a:pt x="2037" y="221"/>
                </a:lnTo>
                <a:lnTo>
                  <a:pt x="2037" y="222"/>
                </a:lnTo>
                <a:lnTo>
                  <a:pt x="2038" y="222"/>
                </a:lnTo>
                <a:lnTo>
                  <a:pt x="2038" y="221"/>
                </a:lnTo>
                <a:lnTo>
                  <a:pt x="2038" y="220"/>
                </a:lnTo>
                <a:lnTo>
                  <a:pt x="2037" y="220"/>
                </a:lnTo>
                <a:lnTo>
                  <a:pt x="2037" y="219"/>
                </a:lnTo>
                <a:lnTo>
                  <a:pt x="2036" y="219"/>
                </a:lnTo>
                <a:lnTo>
                  <a:pt x="2036" y="218"/>
                </a:lnTo>
                <a:lnTo>
                  <a:pt x="2036" y="217"/>
                </a:lnTo>
                <a:lnTo>
                  <a:pt x="2035" y="217"/>
                </a:lnTo>
                <a:lnTo>
                  <a:pt x="2036" y="217"/>
                </a:lnTo>
                <a:lnTo>
                  <a:pt x="2036" y="216"/>
                </a:lnTo>
                <a:lnTo>
                  <a:pt x="2037" y="216"/>
                </a:lnTo>
                <a:lnTo>
                  <a:pt x="2037" y="215"/>
                </a:lnTo>
                <a:lnTo>
                  <a:pt x="2038" y="215"/>
                </a:lnTo>
                <a:lnTo>
                  <a:pt x="2038" y="216"/>
                </a:lnTo>
                <a:lnTo>
                  <a:pt x="2039" y="216"/>
                </a:lnTo>
                <a:lnTo>
                  <a:pt x="2040" y="216"/>
                </a:lnTo>
                <a:lnTo>
                  <a:pt x="2041" y="217"/>
                </a:lnTo>
                <a:lnTo>
                  <a:pt x="2041" y="216"/>
                </a:lnTo>
                <a:lnTo>
                  <a:pt x="2041" y="215"/>
                </a:lnTo>
                <a:lnTo>
                  <a:pt x="2040" y="215"/>
                </a:lnTo>
                <a:lnTo>
                  <a:pt x="2039" y="214"/>
                </a:lnTo>
                <a:lnTo>
                  <a:pt x="2039" y="213"/>
                </a:lnTo>
                <a:lnTo>
                  <a:pt x="2040" y="212"/>
                </a:lnTo>
                <a:lnTo>
                  <a:pt x="2041" y="212"/>
                </a:lnTo>
                <a:lnTo>
                  <a:pt x="2042" y="212"/>
                </a:lnTo>
                <a:lnTo>
                  <a:pt x="2041" y="211"/>
                </a:lnTo>
                <a:lnTo>
                  <a:pt x="2040" y="211"/>
                </a:lnTo>
                <a:lnTo>
                  <a:pt x="2040" y="210"/>
                </a:lnTo>
                <a:lnTo>
                  <a:pt x="2040" y="209"/>
                </a:lnTo>
                <a:lnTo>
                  <a:pt x="2041" y="209"/>
                </a:lnTo>
                <a:lnTo>
                  <a:pt x="2042" y="209"/>
                </a:lnTo>
                <a:lnTo>
                  <a:pt x="2043" y="208"/>
                </a:lnTo>
                <a:lnTo>
                  <a:pt x="2044" y="208"/>
                </a:lnTo>
                <a:lnTo>
                  <a:pt x="2046" y="208"/>
                </a:lnTo>
                <a:lnTo>
                  <a:pt x="2047" y="208"/>
                </a:lnTo>
                <a:lnTo>
                  <a:pt x="2047" y="207"/>
                </a:lnTo>
                <a:lnTo>
                  <a:pt x="2047" y="206"/>
                </a:lnTo>
                <a:lnTo>
                  <a:pt x="2047" y="205"/>
                </a:lnTo>
                <a:lnTo>
                  <a:pt x="2046" y="205"/>
                </a:lnTo>
                <a:lnTo>
                  <a:pt x="2047" y="205"/>
                </a:lnTo>
                <a:lnTo>
                  <a:pt x="2047" y="204"/>
                </a:lnTo>
                <a:lnTo>
                  <a:pt x="2047" y="203"/>
                </a:lnTo>
                <a:lnTo>
                  <a:pt x="2048" y="203"/>
                </a:lnTo>
                <a:lnTo>
                  <a:pt x="2049" y="203"/>
                </a:lnTo>
                <a:lnTo>
                  <a:pt x="2050" y="203"/>
                </a:lnTo>
                <a:lnTo>
                  <a:pt x="2051" y="203"/>
                </a:lnTo>
                <a:lnTo>
                  <a:pt x="2052" y="202"/>
                </a:lnTo>
                <a:lnTo>
                  <a:pt x="2052" y="201"/>
                </a:lnTo>
                <a:lnTo>
                  <a:pt x="2051" y="201"/>
                </a:lnTo>
                <a:lnTo>
                  <a:pt x="2050" y="201"/>
                </a:lnTo>
                <a:lnTo>
                  <a:pt x="2050" y="200"/>
                </a:lnTo>
                <a:lnTo>
                  <a:pt x="2049" y="200"/>
                </a:lnTo>
                <a:lnTo>
                  <a:pt x="2049" y="199"/>
                </a:lnTo>
                <a:lnTo>
                  <a:pt x="2049" y="198"/>
                </a:lnTo>
                <a:lnTo>
                  <a:pt x="2050" y="198"/>
                </a:lnTo>
                <a:lnTo>
                  <a:pt x="2051" y="198"/>
                </a:lnTo>
                <a:lnTo>
                  <a:pt x="2052" y="198"/>
                </a:lnTo>
                <a:lnTo>
                  <a:pt x="2053" y="198"/>
                </a:lnTo>
                <a:lnTo>
                  <a:pt x="2054" y="198"/>
                </a:lnTo>
                <a:lnTo>
                  <a:pt x="2055" y="198"/>
                </a:lnTo>
                <a:lnTo>
                  <a:pt x="2055" y="197"/>
                </a:lnTo>
                <a:lnTo>
                  <a:pt x="2055" y="196"/>
                </a:lnTo>
                <a:lnTo>
                  <a:pt x="2055" y="195"/>
                </a:lnTo>
                <a:lnTo>
                  <a:pt x="2055" y="194"/>
                </a:lnTo>
                <a:lnTo>
                  <a:pt x="2055" y="193"/>
                </a:lnTo>
                <a:lnTo>
                  <a:pt x="2056" y="193"/>
                </a:lnTo>
                <a:lnTo>
                  <a:pt x="2057" y="193"/>
                </a:lnTo>
                <a:lnTo>
                  <a:pt x="2057" y="192"/>
                </a:lnTo>
                <a:lnTo>
                  <a:pt x="2057" y="191"/>
                </a:lnTo>
                <a:lnTo>
                  <a:pt x="2057" y="190"/>
                </a:lnTo>
                <a:lnTo>
                  <a:pt x="2056" y="190"/>
                </a:lnTo>
                <a:lnTo>
                  <a:pt x="2056" y="189"/>
                </a:lnTo>
                <a:lnTo>
                  <a:pt x="2056" y="188"/>
                </a:lnTo>
                <a:lnTo>
                  <a:pt x="2056" y="187"/>
                </a:lnTo>
                <a:lnTo>
                  <a:pt x="2056" y="186"/>
                </a:lnTo>
                <a:lnTo>
                  <a:pt x="2057" y="186"/>
                </a:lnTo>
                <a:lnTo>
                  <a:pt x="2058" y="186"/>
                </a:lnTo>
                <a:lnTo>
                  <a:pt x="2058" y="185"/>
                </a:lnTo>
                <a:lnTo>
                  <a:pt x="2059" y="185"/>
                </a:lnTo>
                <a:lnTo>
                  <a:pt x="2060" y="184"/>
                </a:lnTo>
                <a:lnTo>
                  <a:pt x="2060" y="183"/>
                </a:lnTo>
                <a:lnTo>
                  <a:pt x="2061" y="183"/>
                </a:lnTo>
                <a:lnTo>
                  <a:pt x="2061" y="182"/>
                </a:lnTo>
                <a:lnTo>
                  <a:pt x="2062" y="182"/>
                </a:lnTo>
                <a:lnTo>
                  <a:pt x="2062" y="181"/>
                </a:lnTo>
                <a:lnTo>
                  <a:pt x="2062" y="180"/>
                </a:lnTo>
                <a:lnTo>
                  <a:pt x="2061" y="180"/>
                </a:lnTo>
                <a:lnTo>
                  <a:pt x="2061" y="179"/>
                </a:lnTo>
                <a:lnTo>
                  <a:pt x="2060" y="179"/>
                </a:lnTo>
                <a:lnTo>
                  <a:pt x="2060" y="178"/>
                </a:lnTo>
                <a:lnTo>
                  <a:pt x="2061" y="178"/>
                </a:lnTo>
                <a:lnTo>
                  <a:pt x="2061" y="177"/>
                </a:lnTo>
                <a:lnTo>
                  <a:pt x="2062" y="177"/>
                </a:lnTo>
                <a:lnTo>
                  <a:pt x="2062" y="176"/>
                </a:lnTo>
                <a:lnTo>
                  <a:pt x="2062" y="175"/>
                </a:lnTo>
                <a:lnTo>
                  <a:pt x="2063" y="175"/>
                </a:lnTo>
                <a:lnTo>
                  <a:pt x="2062" y="175"/>
                </a:lnTo>
                <a:lnTo>
                  <a:pt x="2062" y="174"/>
                </a:lnTo>
                <a:lnTo>
                  <a:pt x="2063" y="174"/>
                </a:lnTo>
                <a:lnTo>
                  <a:pt x="2063" y="173"/>
                </a:lnTo>
                <a:lnTo>
                  <a:pt x="2064" y="173"/>
                </a:lnTo>
                <a:lnTo>
                  <a:pt x="2065" y="173"/>
                </a:lnTo>
                <a:lnTo>
                  <a:pt x="2065" y="172"/>
                </a:lnTo>
                <a:lnTo>
                  <a:pt x="2066" y="172"/>
                </a:lnTo>
                <a:lnTo>
                  <a:pt x="2066" y="171"/>
                </a:lnTo>
                <a:lnTo>
                  <a:pt x="2066" y="170"/>
                </a:lnTo>
                <a:lnTo>
                  <a:pt x="2065" y="170"/>
                </a:lnTo>
                <a:lnTo>
                  <a:pt x="2065" y="169"/>
                </a:lnTo>
                <a:lnTo>
                  <a:pt x="2066" y="169"/>
                </a:lnTo>
                <a:lnTo>
                  <a:pt x="2067" y="169"/>
                </a:lnTo>
                <a:lnTo>
                  <a:pt x="2068" y="169"/>
                </a:lnTo>
                <a:lnTo>
                  <a:pt x="2068" y="170"/>
                </a:lnTo>
                <a:lnTo>
                  <a:pt x="2069" y="170"/>
                </a:lnTo>
                <a:lnTo>
                  <a:pt x="2069" y="169"/>
                </a:lnTo>
                <a:lnTo>
                  <a:pt x="2070" y="169"/>
                </a:lnTo>
                <a:lnTo>
                  <a:pt x="2070" y="170"/>
                </a:lnTo>
                <a:lnTo>
                  <a:pt x="2070" y="169"/>
                </a:lnTo>
                <a:lnTo>
                  <a:pt x="2071" y="169"/>
                </a:lnTo>
                <a:lnTo>
                  <a:pt x="2072" y="169"/>
                </a:lnTo>
                <a:lnTo>
                  <a:pt x="2073" y="169"/>
                </a:lnTo>
                <a:lnTo>
                  <a:pt x="2073" y="168"/>
                </a:lnTo>
                <a:lnTo>
                  <a:pt x="2074" y="168"/>
                </a:lnTo>
                <a:lnTo>
                  <a:pt x="2075" y="168"/>
                </a:lnTo>
                <a:lnTo>
                  <a:pt x="2075" y="167"/>
                </a:lnTo>
                <a:lnTo>
                  <a:pt x="2076" y="166"/>
                </a:lnTo>
                <a:lnTo>
                  <a:pt x="2077" y="166"/>
                </a:lnTo>
                <a:lnTo>
                  <a:pt x="2077" y="165"/>
                </a:lnTo>
                <a:lnTo>
                  <a:pt x="2078" y="165"/>
                </a:lnTo>
                <a:lnTo>
                  <a:pt x="2078" y="164"/>
                </a:lnTo>
                <a:lnTo>
                  <a:pt x="2079" y="164"/>
                </a:lnTo>
                <a:lnTo>
                  <a:pt x="2080" y="164"/>
                </a:lnTo>
                <a:lnTo>
                  <a:pt x="2080" y="163"/>
                </a:lnTo>
                <a:lnTo>
                  <a:pt x="2081" y="163"/>
                </a:lnTo>
                <a:lnTo>
                  <a:pt x="2081" y="162"/>
                </a:lnTo>
                <a:lnTo>
                  <a:pt x="2082" y="162"/>
                </a:lnTo>
                <a:lnTo>
                  <a:pt x="2083" y="162"/>
                </a:lnTo>
                <a:lnTo>
                  <a:pt x="2084" y="162"/>
                </a:lnTo>
                <a:lnTo>
                  <a:pt x="2084" y="161"/>
                </a:lnTo>
                <a:lnTo>
                  <a:pt x="2084" y="160"/>
                </a:lnTo>
                <a:lnTo>
                  <a:pt x="2085" y="160"/>
                </a:lnTo>
                <a:lnTo>
                  <a:pt x="2085" y="159"/>
                </a:lnTo>
                <a:lnTo>
                  <a:pt x="2085" y="158"/>
                </a:lnTo>
                <a:lnTo>
                  <a:pt x="2086" y="158"/>
                </a:lnTo>
                <a:lnTo>
                  <a:pt x="2087" y="158"/>
                </a:lnTo>
                <a:lnTo>
                  <a:pt x="2088" y="158"/>
                </a:lnTo>
                <a:lnTo>
                  <a:pt x="2090" y="158"/>
                </a:lnTo>
                <a:lnTo>
                  <a:pt x="2090" y="157"/>
                </a:lnTo>
                <a:lnTo>
                  <a:pt x="2091" y="156"/>
                </a:lnTo>
                <a:lnTo>
                  <a:pt x="2093" y="156"/>
                </a:lnTo>
                <a:lnTo>
                  <a:pt x="2093" y="155"/>
                </a:lnTo>
                <a:lnTo>
                  <a:pt x="2094" y="155"/>
                </a:lnTo>
                <a:lnTo>
                  <a:pt x="2093" y="155"/>
                </a:lnTo>
                <a:lnTo>
                  <a:pt x="2093" y="154"/>
                </a:lnTo>
                <a:lnTo>
                  <a:pt x="2093" y="153"/>
                </a:lnTo>
                <a:lnTo>
                  <a:pt x="2094" y="153"/>
                </a:lnTo>
                <a:lnTo>
                  <a:pt x="2096" y="153"/>
                </a:lnTo>
                <a:lnTo>
                  <a:pt x="2097" y="153"/>
                </a:lnTo>
                <a:lnTo>
                  <a:pt x="2097" y="152"/>
                </a:lnTo>
                <a:lnTo>
                  <a:pt x="2098" y="152"/>
                </a:lnTo>
                <a:lnTo>
                  <a:pt x="2099" y="152"/>
                </a:lnTo>
                <a:lnTo>
                  <a:pt x="2100" y="152"/>
                </a:lnTo>
                <a:lnTo>
                  <a:pt x="2100" y="151"/>
                </a:lnTo>
                <a:lnTo>
                  <a:pt x="2101" y="151"/>
                </a:lnTo>
                <a:lnTo>
                  <a:pt x="2101" y="150"/>
                </a:lnTo>
                <a:lnTo>
                  <a:pt x="2100" y="150"/>
                </a:lnTo>
                <a:lnTo>
                  <a:pt x="2100" y="149"/>
                </a:lnTo>
                <a:lnTo>
                  <a:pt x="2100" y="148"/>
                </a:lnTo>
                <a:lnTo>
                  <a:pt x="2101" y="148"/>
                </a:lnTo>
                <a:lnTo>
                  <a:pt x="2102" y="148"/>
                </a:lnTo>
                <a:lnTo>
                  <a:pt x="2103" y="148"/>
                </a:lnTo>
                <a:lnTo>
                  <a:pt x="2104" y="148"/>
                </a:lnTo>
                <a:lnTo>
                  <a:pt x="2105" y="148"/>
                </a:lnTo>
                <a:lnTo>
                  <a:pt x="2105" y="149"/>
                </a:lnTo>
                <a:lnTo>
                  <a:pt x="2106" y="149"/>
                </a:lnTo>
                <a:lnTo>
                  <a:pt x="2106" y="148"/>
                </a:lnTo>
                <a:lnTo>
                  <a:pt x="2107" y="148"/>
                </a:lnTo>
                <a:lnTo>
                  <a:pt x="2107" y="147"/>
                </a:lnTo>
                <a:lnTo>
                  <a:pt x="2107" y="146"/>
                </a:lnTo>
                <a:lnTo>
                  <a:pt x="2106" y="146"/>
                </a:lnTo>
                <a:lnTo>
                  <a:pt x="2107" y="145"/>
                </a:lnTo>
                <a:lnTo>
                  <a:pt x="2108" y="145"/>
                </a:lnTo>
                <a:lnTo>
                  <a:pt x="2109" y="145"/>
                </a:lnTo>
                <a:lnTo>
                  <a:pt x="2110" y="145"/>
                </a:lnTo>
                <a:lnTo>
                  <a:pt x="2111" y="145"/>
                </a:lnTo>
                <a:lnTo>
                  <a:pt x="2112" y="145"/>
                </a:lnTo>
                <a:lnTo>
                  <a:pt x="2113" y="145"/>
                </a:lnTo>
                <a:lnTo>
                  <a:pt x="2113" y="144"/>
                </a:lnTo>
                <a:lnTo>
                  <a:pt x="2115" y="144"/>
                </a:lnTo>
                <a:lnTo>
                  <a:pt x="2116" y="144"/>
                </a:lnTo>
                <a:lnTo>
                  <a:pt x="2117" y="144"/>
                </a:lnTo>
                <a:lnTo>
                  <a:pt x="2117" y="143"/>
                </a:lnTo>
                <a:lnTo>
                  <a:pt x="2117" y="142"/>
                </a:lnTo>
                <a:lnTo>
                  <a:pt x="2117" y="141"/>
                </a:lnTo>
                <a:lnTo>
                  <a:pt x="2117" y="140"/>
                </a:lnTo>
                <a:lnTo>
                  <a:pt x="2118" y="140"/>
                </a:lnTo>
                <a:lnTo>
                  <a:pt x="2118" y="139"/>
                </a:lnTo>
                <a:lnTo>
                  <a:pt x="2119" y="139"/>
                </a:lnTo>
                <a:lnTo>
                  <a:pt x="2120" y="139"/>
                </a:lnTo>
                <a:lnTo>
                  <a:pt x="2120" y="138"/>
                </a:lnTo>
                <a:lnTo>
                  <a:pt x="2121" y="138"/>
                </a:lnTo>
                <a:lnTo>
                  <a:pt x="2121" y="137"/>
                </a:lnTo>
                <a:lnTo>
                  <a:pt x="2121" y="136"/>
                </a:lnTo>
                <a:lnTo>
                  <a:pt x="2122" y="136"/>
                </a:lnTo>
                <a:lnTo>
                  <a:pt x="2122" y="135"/>
                </a:lnTo>
                <a:lnTo>
                  <a:pt x="2122" y="134"/>
                </a:lnTo>
                <a:lnTo>
                  <a:pt x="2121" y="134"/>
                </a:lnTo>
                <a:lnTo>
                  <a:pt x="2120" y="134"/>
                </a:lnTo>
                <a:lnTo>
                  <a:pt x="2119" y="133"/>
                </a:lnTo>
                <a:lnTo>
                  <a:pt x="2119" y="132"/>
                </a:lnTo>
                <a:lnTo>
                  <a:pt x="2119" y="131"/>
                </a:lnTo>
                <a:lnTo>
                  <a:pt x="2120" y="130"/>
                </a:lnTo>
                <a:lnTo>
                  <a:pt x="2121" y="129"/>
                </a:lnTo>
                <a:lnTo>
                  <a:pt x="2122" y="129"/>
                </a:lnTo>
                <a:lnTo>
                  <a:pt x="2123" y="128"/>
                </a:lnTo>
                <a:lnTo>
                  <a:pt x="2124" y="128"/>
                </a:lnTo>
                <a:lnTo>
                  <a:pt x="2125" y="128"/>
                </a:lnTo>
                <a:lnTo>
                  <a:pt x="2125" y="127"/>
                </a:lnTo>
                <a:lnTo>
                  <a:pt x="2124" y="127"/>
                </a:lnTo>
                <a:lnTo>
                  <a:pt x="2124" y="126"/>
                </a:lnTo>
                <a:lnTo>
                  <a:pt x="2125" y="126"/>
                </a:lnTo>
                <a:lnTo>
                  <a:pt x="2126" y="126"/>
                </a:lnTo>
                <a:lnTo>
                  <a:pt x="2126" y="125"/>
                </a:lnTo>
                <a:lnTo>
                  <a:pt x="2126" y="124"/>
                </a:lnTo>
                <a:lnTo>
                  <a:pt x="2126" y="123"/>
                </a:lnTo>
                <a:lnTo>
                  <a:pt x="2126" y="122"/>
                </a:lnTo>
                <a:lnTo>
                  <a:pt x="2126" y="121"/>
                </a:lnTo>
                <a:lnTo>
                  <a:pt x="2127" y="121"/>
                </a:lnTo>
                <a:lnTo>
                  <a:pt x="2128" y="120"/>
                </a:lnTo>
                <a:lnTo>
                  <a:pt x="2128" y="119"/>
                </a:lnTo>
                <a:lnTo>
                  <a:pt x="2127" y="119"/>
                </a:lnTo>
                <a:lnTo>
                  <a:pt x="2127" y="118"/>
                </a:lnTo>
                <a:lnTo>
                  <a:pt x="2126" y="118"/>
                </a:lnTo>
                <a:lnTo>
                  <a:pt x="2126" y="117"/>
                </a:lnTo>
                <a:lnTo>
                  <a:pt x="2125" y="116"/>
                </a:lnTo>
                <a:lnTo>
                  <a:pt x="2125" y="115"/>
                </a:lnTo>
                <a:lnTo>
                  <a:pt x="2124" y="115"/>
                </a:lnTo>
                <a:lnTo>
                  <a:pt x="2124" y="114"/>
                </a:lnTo>
                <a:lnTo>
                  <a:pt x="2124" y="113"/>
                </a:lnTo>
                <a:lnTo>
                  <a:pt x="2125" y="112"/>
                </a:lnTo>
                <a:lnTo>
                  <a:pt x="2125" y="111"/>
                </a:lnTo>
                <a:lnTo>
                  <a:pt x="2126" y="111"/>
                </a:lnTo>
                <a:lnTo>
                  <a:pt x="2126" y="110"/>
                </a:lnTo>
                <a:lnTo>
                  <a:pt x="2125" y="110"/>
                </a:lnTo>
                <a:lnTo>
                  <a:pt x="2124" y="110"/>
                </a:lnTo>
                <a:lnTo>
                  <a:pt x="2124" y="109"/>
                </a:lnTo>
                <a:lnTo>
                  <a:pt x="2123" y="109"/>
                </a:lnTo>
                <a:lnTo>
                  <a:pt x="2123" y="110"/>
                </a:lnTo>
                <a:lnTo>
                  <a:pt x="2122" y="110"/>
                </a:lnTo>
                <a:lnTo>
                  <a:pt x="2122" y="109"/>
                </a:lnTo>
                <a:lnTo>
                  <a:pt x="2121" y="109"/>
                </a:lnTo>
                <a:lnTo>
                  <a:pt x="2121" y="108"/>
                </a:lnTo>
                <a:lnTo>
                  <a:pt x="2121" y="107"/>
                </a:lnTo>
                <a:lnTo>
                  <a:pt x="2120" y="107"/>
                </a:lnTo>
                <a:lnTo>
                  <a:pt x="2119" y="106"/>
                </a:lnTo>
                <a:lnTo>
                  <a:pt x="2118" y="106"/>
                </a:lnTo>
                <a:lnTo>
                  <a:pt x="2117" y="106"/>
                </a:lnTo>
                <a:lnTo>
                  <a:pt x="2116" y="105"/>
                </a:lnTo>
                <a:lnTo>
                  <a:pt x="2115" y="104"/>
                </a:lnTo>
                <a:lnTo>
                  <a:pt x="2114" y="104"/>
                </a:lnTo>
                <a:lnTo>
                  <a:pt x="2114" y="103"/>
                </a:lnTo>
                <a:lnTo>
                  <a:pt x="2114" y="102"/>
                </a:lnTo>
                <a:lnTo>
                  <a:pt x="2114" y="101"/>
                </a:lnTo>
                <a:lnTo>
                  <a:pt x="2113" y="101"/>
                </a:lnTo>
                <a:lnTo>
                  <a:pt x="2113" y="100"/>
                </a:lnTo>
                <a:lnTo>
                  <a:pt x="2113" y="99"/>
                </a:lnTo>
                <a:lnTo>
                  <a:pt x="2114" y="99"/>
                </a:lnTo>
                <a:lnTo>
                  <a:pt x="2115" y="99"/>
                </a:lnTo>
                <a:lnTo>
                  <a:pt x="2116" y="99"/>
                </a:lnTo>
                <a:lnTo>
                  <a:pt x="2116" y="98"/>
                </a:lnTo>
                <a:lnTo>
                  <a:pt x="2116" y="97"/>
                </a:lnTo>
                <a:lnTo>
                  <a:pt x="2115" y="97"/>
                </a:lnTo>
                <a:lnTo>
                  <a:pt x="2115" y="96"/>
                </a:lnTo>
                <a:lnTo>
                  <a:pt x="2116" y="95"/>
                </a:lnTo>
                <a:lnTo>
                  <a:pt x="2117" y="95"/>
                </a:lnTo>
                <a:lnTo>
                  <a:pt x="2117" y="94"/>
                </a:lnTo>
                <a:lnTo>
                  <a:pt x="2118" y="94"/>
                </a:lnTo>
                <a:lnTo>
                  <a:pt x="2118" y="93"/>
                </a:lnTo>
                <a:lnTo>
                  <a:pt x="2119" y="93"/>
                </a:lnTo>
                <a:lnTo>
                  <a:pt x="2119" y="92"/>
                </a:lnTo>
                <a:lnTo>
                  <a:pt x="2119" y="91"/>
                </a:lnTo>
                <a:lnTo>
                  <a:pt x="2119" y="90"/>
                </a:lnTo>
                <a:lnTo>
                  <a:pt x="2119" y="89"/>
                </a:lnTo>
                <a:lnTo>
                  <a:pt x="2119" y="88"/>
                </a:lnTo>
                <a:lnTo>
                  <a:pt x="2120" y="87"/>
                </a:lnTo>
                <a:lnTo>
                  <a:pt x="2120" y="86"/>
                </a:lnTo>
                <a:lnTo>
                  <a:pt x="2121" y="86"/>
                </a:lnTo>
                <a:lnTo>
                  <a:pt x="2120" y="85"/>
                </a:lnTo>
                <a:lnTo>
                  <a:pt x="2119" y="85"/>
                </a:lnTo>
                <a:lnTo>
                  <a:pt x="2119" y="84"/>
                </a:lnTo>
                <a:lnTo>
                  <a:pt x="2120" y="83"/>
                </a:lnTo>
                <a:lnTo>
                  <a:pt x="2121" y="83"/>
                </a:lnTo>
                <a:lnTo>
                  <a:pt x="2122" y="82"/>
                </a:lnTo>
                <a:lnTo>
                  <a:pt x="2123" y="82"/>
                </a:lnTo>
                <a:lnTo>
                  <a:pt x="2123" y="81"/>
                </a:lnTo>
                <a:lnTo>
                  <a:pt x="2123" y="80"/>
                </a:lnTo>
                <a:lnTo>
                  <a:pt x="2122" y="80"/>
                </a:lnTo>
                <a:lnTo>
                  <a:pt x="2121" y="80"/>
                </a:lnTo>
                <a:lnTo>
                  <a:pt x="2120" y="80"/>
                </a:lnTo>
                <a:lnTo>
                  <a:pt x="2119" y="80"/>
                </a:lnTo>
                <a:lnTo>
                  <a:pt x="2118" y="80"/>
                </a:lnTo>
                <a:lnTo>
                  <a:pt x="2118" y="79"/>
                </a:lnTo>
                <a:lnTo>
                  <a:pt x="2117" y="78"/>
                </a:lnTo>
                <a:lnTo>
                  <a:pt x="2116" y="78"/>
                </a:lnTo>
                <a:lnTo>
                  <a:pt x="2115" y="78"/>
                </a:lnTo>
                <a:lnTo>
                  <a:pt x="2114" y="78"/>
                </a:lnTo>
                <a:lnTo>
                  <a:pt x="2113" y="78"/>
                </a:lnTo>
                <a:lnTo>
                  <a:pt x="2113" y="77"/>
                </a:lnTo>
                <a:lnTo>
                  <a:pt x="2112" y="77"/>
                </a:lnTo>
                <a:lnTo>
                  <a:pt x="2112" y="76"/>
                </a:lnTo>
                <a:lnTo>
                  <a:pt x="2111" y="76"/>
                </a:lnTo>
                <a:lnTo>
                  <a:pt x="2108" y="76"/>
                </a:lnTo>
                <a:lnTo>
                  <a:pt x="2108" y="75"/>
                </a:lnTo>
                <a:lnTo>
                  <a:pt x="2107" y="75"/>
                </a:lnTo>
                <a:lnTo>
                  <a:pt x="2106" y="74"/>
                </a:lnTo>
                <a:lnTo>
                  <a:pt x="2104" y="73"/>
                </a:lnTo>
                <a:lnTo>
                  <a:pt x="2103" y="73"/>
                </a:lnTo>
                <a:lnTo>
                  <a:pt x="2101" y="72"/>
                </a:lnTo>
                <a:lnTo>
                  <a:pt x="2100" y="71"/>
                </a:lnTo>
                <a:lnTo>
                  <a:pt x="2099" y="70"/>
                </a:lnTo>
                <a:lnTo>
                  <a:pt x="2098" y="70"/>
                </a:lnTo>
                <a:lnTo>
                  <a:pt x="2097" y="71"/>
                </a:lnTo>
                <a:lnTo>
                  <a:pt x="2096" y="71"/>
                </a:lnTo>
                <a:lnTo>
                  <a:pt x="2096" y="72"/>
                </a:lnTo>
                <a:lnTo>
                  <a:pt x="2095" y="72"/>
                </a:lnTo>
                <a:lnTo>
                  <a:pt x="2094" y="72"/>
                </a:lnTo>
                <a:lnTo>
                  <a:pt x="2094" y="73"/>
                </a:lnTo>
                <a:lnTo>
                  <a:pt x="2093" y="73"/>
                </a:lnTo>
                <a:lnTo>
                  <a:pt x="2091" y="73"/>
                </a:lnTo>
                <a:lnTo>
                  <a:pt x="2090" y="73"/>
                </a:lnTo>
                <a:lnTo>
                  <a:pt x="2089" y="73"/>
                </a:lnTo>
                <a:lnTo>
                  <a:pt x="2088" y="73"/>
                </a:lnTo>
                <a:lnTo>
                  <a:pt x="2085" y="73"/>
                </a:lnTo>
                <a:lnTo>
                  <a:pt x="2084" y="73"/>
                </a:lnTo>
                <a:lnTo>
                  <a:pt x="2084" y="72"/>
                </a:lnTo>
                <a:lnTo>
                  <a:pt x="2083" y="72"/>
                </a:lnTo>
                <a:lnTo>
                  <a:pt x="2082" y="73"/>
                </a:lnTo>
                <a:lnTo>
                  <a:pt x="2081" y="73"/>
                </a:lnTo>
                <a:lnTo>
                  <a:pt x="2081" y="74"/>
                </a:lnTo>
                <a:lnTo>
                  <a:pt x="2080" y="74"/>
                </a:lnTo>
                <a:lnTo>
                  <a:pt x="2079" y="74"/>
                </a:lnTo>
                <a:lnTo>
                  <a:pt x="2079" y="75"/>
                </a:lnTo>
                <a:lnTo>
                  <a:pt x="2078" y="75"/>
                </a:lnTo>
                <a:lnTo>
                  <a:pt x="2077" y="75"/>
                </a:lnTo>
                <a:lnTo>
                  <a:pt x="2077" y="76"/>
                </a:lnTo>
                <a:lnTo>
                  <a:pt x="2076" y="76"/>
                </a:lnTo>
                <a:lnTo>
                  <a:pt x="2075" y="77"/>
                </a:lnTo>
                <a:lnTo>
                  <a:pt x="2074" y="77"/>
                </a:lnTo>
                <a:lnTo>
                  <a:pt x="2073" y="77"/>
                </a:lnTo>
                <a:lnTo>
                  <a:pt x="2071" y="77"/>
                </a:lnTo>
                <a:lnTo>
                  <a:pt x="2071" y="76"/>
                </a:lnTo>
                <a:lnTo>
                  <a:pt x="2070" y="76"/>
                </a:lnTo>
                <a:lnTo>
                  <a:pt x="2069" y="76"/>
                </a:lnTo>
                <a:lnTo>
                  <a:pt x="2068" y="76"/>
                </a:lnTo>
                <a:lnTo>
                  <a:pt x="2067" y="76"/>
                </a:lnTo>
                <a:lnTo>
                  <a:pt x="2066" y="76"/>
                </a:lnTo>
                <a:lnTo>
                  <a:pt x="2064" y="76"/>
                </a:lnTo>
                <a:lnTo>
                  <a:pt x="2063" y="76"/>
                </a:lnTo>
                <a:lnTo>
                  <a:pt x="2062" y="76"/>
                </a:lnTo>
                <a:lnTo>
                  <a:pt x="2062" y="75"/>
                </a:lnTo>
                <a:lnTo>
                  <a:pt x="2061" y="75"/>
                </a:lnTo>
                <a:lnTo>
                  <a:pt x="2061" y="74"/>
                </a:lnTo>
                <a:lnTo>
                  <a:pt x="2061" y="73"/>
                </a:lnTo>
                <a:lnTo>
                  <a:pt x="2061" y="72"/>
                </a:lnTo>
                <a:lnTo>
                  <a:pt x="2060" y="72"/>
                </a:lnTo>
                <a:lnTo>
                  <a:pt x="2060" y="71"/>
                </a:lnTo>
                <a:lnTo>
                  <a:pt x="2060" y="70"/>
                </a:lnTo>
                <a:lnTo>
                  <a:pt x="2061" y="69"/>
                </a:lnTo>
                <a:lnTo>
                  <a:pt x="2061" y="68"/>
                </a:lnTo>
                <a:lnTo>
                  <a:pt x="2061" y="67"/>
                </a:lnTo>
                <a:lnTo>
                  <a:pt x="2062" y="66"/>
                </a:lnTo>
                <a:lnTo>
                  <a:pt x="2063" y="65"/>
                </a:lnTo>
                <a:lnTo>
                  <a:pt x="2063" y="64"/>
                </a:lnTo>
                <a:lnTo>
                  <a:pt x="2063" y="63"/>
                </a:lnTo>
                <a:lnTo>
                  <a:pt x="2062" y="63"/>
                </a:lnTo>
                <a:lnTo>
                  <a:pt x="2062" y="62"/>
                </a:lnTo>
                <a:lnTo>
                  <a:pt x="2062" y="61"/>
                </a:lnTo>
                <a:lnTo>
                  <a:pt x="2062" y="60"/>
                </a:lnTo>
                <a:lnTo>
                  <a:pt x="2061" y="59"/>
                </a:lnTo>
                <a:lnTo>
                  <a:pt x="2060" y="59"/>
                </a:lnTo>
                <a:lnTo>
                  <a:pt x="2060" y="58"/>
                </a:lnTo>
                <a:lnTo>
                  <a:pt x="2060" y="57"/>
                </a:lnTo>
                <a:lnTo>
                  <a:pt x="2061" y="56"/>
                </a:lnTo>
                <a:lnTo>
                  <a:pt x="2062" y="56"/>
                </a:lnTo>
                <a:lnTo>
                  <a:pt x="2062" y="57"/>
                </a:lnTo>
                <a:lnTo>
                  <a:pt x="2063" y="57"/>
                </a:lnTo>
                <a:lnTo>
                  <a:pt x="2063" y="56"/>
                </a:lnTo>
                <a:lnTo>
                  <a:pt x="2064" y="56"/>
                </a:lnTo>
                <a:lnTo>
                  <a:pt x="2065" y="56"/>
                </a:lnTo>
                <a:lnTo>
                  <a:pt x="2066" y="56"/>
                </a:lnTo>
                <a:lnTo>
                  <a:pt x="2066" y="55"/>
                </a:lnTo>
                <a:lnTo>
                  <a:pt x="2067" y="55"/>
                </a:lnTo>
                <a:lnTo>
                  <a:pt x="2067" y="54"/>
                </a:lnTo>
                <a:lnTo>
                  <a:pt x="2068" y="54"/>
                </a:lnTo>
                <a:lnTo>
                  <a:pt x="2069" y="54"/>
                </a:lnTo>
                <a:lnTo>
                  <a:pt x="2069" y="53"/>
                </a:lnTo>
                <a:lnTo>
                  <a:pt x="2070" y="53"/>
                </a:lnTo>
                <a:lnTo>
                  <a:pt x="2072" y="53"/>
                </a:lnTo>
                <a:lnTo>
                  <a:pt x="2073" y="54"/>
                </a:lnTo>
                <a:lnTo>
                  <a:pt x="2074" y="54"/>
                </a:lnTo>
                <a:lnTo>
                  <a:pt x="2074" y="53"/>
                </a:lnTo>
                <a:lnTo>
                  <a:pt x="2075" y="53"/>
                </a:lnTo>
                <a:lnTo>
                  <a:pt x="2075" y="52"/>
                </a:lnTo>
                <a:lnTo>
                  <a:pt x="2075" y="51"/>
                </a:lnTo>
                <a:lnTo>
                  <a:pt x="2076" y="51"/>
                </a:lnTo>
                <a:lnTo>
                  <a:pt x="2077" y="51"/>
                </a:lnTo>
                <a:lnTo>
                  <a:pt x="2077" y="50"/>
                </a:lnTo>
                <a:lnTo>
                  <a:pt x="2078" y="50"/>
                </a:lnTo>
                <a:lnTo>
                  <a:pt x="2079" y="49"/>
                </a:lnTo>
                <a:lnTo>
                  <a:pt x="2080" y="49"/>
                </a:lnTo>
                <a:lnTo>
                  <a:pt x="2081" y="49"/>
                </a:lnTo>
                <a:lnTo>
                  <a:pt x="2081" y="48"/>
                </a:lnTo>
                <a:lnTo>
                  <a:pt x="2082" y="48"/>
                </a:lnTo>
                <a:lnTo>
                  <a:pt x="2083" y="48"/>
                </a:lnTo>
                <a:lnTo>
                  <a:pt x="2084" y="47"/>
                </a:lnTo>
                <a:lnTo>
                  <a:pt x="2084" y="46"/>
                </a:lnTo>
                <a:lnTo>
                  <a:pt x="2084" y="45"/>
                </a:lnTo>
                <a:lnTo>
                  <a:pt x="2085" y="44"/>
                </a:lnTo>
                <a:lnTo>
                  <a:pt x="2088" y="44"/>
                </a:lnTo>
                <a:lnTo>
                  <a:pt x="2089" y="44"/>
                </a:lnTo>
                <a:lnTo>
                  <a:pt x="2089" y="43"/>
                </a:lnTo>
                <a:lnTo>
                  <a:pt x="2088" y="43"/>
                </a:lnTo>
                <a:lnTo>
                  <a:pt x="2088" y="42"/>
                </a:lnTo>
                <a:lnTo>
                  <a:pt x="2089" y="42"/>
                </a:lnTo>
                <a:lnTo>
                  <a:pt x="2089" y="41"/>
                </a:lnTo>
                <a:lnTo>
                  <a:pt x="2089" y="40"/>
                </a:lnTo>
                <a:lnTo>
                  <a:pt x="2090" y="40"/>
                </a:lnTo>
                <a:lnTo>
                  <a:pt x="2091" y="40"/>
                </a:lnTo>
                <a:lnTo>
                  <a:pt x="2091" y="39"/>
                </a:lnTo>
                <a:lnTo>
                  <a:pt x="2091" y="40"/>
                </a:lnTo>
                <a:lnTo>
                  <a:pt x="2092" y="40"/>
                </a:lnTo>
                <a:lnTo>
                  <a:pt x="2092" y="39"/>
                </a:lnTo>
                <a:lnTo>
                  <a:pt x="2093" y="39"/>
                </a:lnTo>
                <a:lnTo>
                  <a:pt x="2094" y="38"/>
                </a:lnTo>
                <a:lnTo>
                  <a:pt x="2095" y="38"/>
                </a:lnTo>
                <a:lnTo>
                  <a:pt x="2095" y="37"/>
                </a:lnTo>
                <a:lnTo>
                  <a:pt x="2095" y="36"/>
                </a:lnTo>
                <a:lnTo>
                  <a:pt x="2096" y="35"/>
                </a:lnTo>
                <a:lnTo>
                  <a:pt x="2097" y="34"/>
                </a:lnTo>
                <a:lnTo>
                  <a:pt x="2097" y="33"/>
                </a:lnTo>
                <a:lnTo>
                  <a:pt x="2098" y="33"/>
                </a:lnTo>
                <a:lnTo>
                  <a:pt x="2099" y="33"/>
                </a:lnTo>
                <a:lnTo>
                  <a:pt x="2099" y="32"/>
                </a:lnTo>
                <a:lnTo>
                  <a:pt x="2100" y="32"/>
                </a:lnTo>
                <a:lnTo>
                  <a:pt x="2101" y="32"/>
                </a:lnTo>
                <a:lnTo>
                  <a:pt x="2102" y="31"/>
                </a:lnTo>
                <a:lnTo>
                  <a:pt x="2103" y="31"/>
                </a:lnTo>
                <a:lnTo>
                  <a:pt x="2103" y="30"/>
                </a:lnTo>
                <a:lnTo>
                  <a:pt x="2104" y="30"/>
                </a:lnTo>
                <a:lnTo>
                  <a:pt x="2104" y="29"/>
                </a:lnTo>
                <a:lnTo>
                  <a:pt x="2105" y="29"/>
                </a:lnTo>
                <a:lnTo>
                  <a:pt x="2105" y="28"/>
                </a:lnTo>
                <a:lnTo>
                  <a:pt x="2106" y="27"/>
                </a:lnTo>
                <a:lnTo>
                  <a:pt x="2106" y="26"/>
                </a:lnTo>
                <a:lnTo>
                  <a:pt x="2107" y="26"/>
                </a:lnTo>
                <a:lnTo>
                  <a:pt x="2108" y="26"/>
                </a:lnTo>
                <a:lnTo>
                  <a:pt x="2108" y="25"/>
                </a:lnTo>
                <a:lnTo>
                  <a:pt x="2109" y="25"/>
                </a:lnTo>
                <a:lnTo>
                  <a:pt x="2110" y="25"/>
                </a:lnTo>
                <a:lnTo>
                  <a:pt x="2111" y="25"/>
                </a:lnTo>
                <a:lnTo>
                  <a:pt x="2111" y="24"/>
                </a:lnTo>
                <a:lnTo>
                  <a:pt x="2112" y="24"/>
                </a:lnTo>
                <a:lnTo>
                  <a:pt x="2113" y="24"/>
                </a:lnTo>
                <a:lnTo>
                  <a:pt x="2114" y="24"/>
                </a:lnTo>
                <a:lnTo>
                  <a:pt x="2114" y="23"/>
                </a:lnTo>
                <a:lnTo>
                  <a:pt x="2115" y="23"/>
                </a:lnTo>
                <a:lnTo>
                  <a:pt x="2115" y="22"/>
                </a:lnTo>
                <a:lnTo>
                  <a:pt x="2116" y="22"/>
                </a:lnTo>
                <a:lnTo>
                  <a:pt x="2116" y="21"/>
                </a:lnTo>
                <a:lnTo>
                  <a:pt x="2116" y="20"/>
                </a:lnTo>
                <a:lnTo>
                  <a:pt x="2117" y="20"/>
                </a:lnTo>
                <a:lnTo>
                  <a:pt x="2118" y="20"/>
                </a:lnTo>
                <a:lnTo>
                  <a:pt x="2119" y="20"/>
                </a:lnTo>
                <a:lnTo>
                  <a:pt x="2119" y="19"/>
                </a:lnTo>
                <a:lnTo>
                  <a:pt x="2120" y="19"/>
                </a:lnTo>
                <a:lnTo>
                  <a:pt x="2120" y="18"/>
                </a:lnTo>
                <a:lnTo>
                  <a:pt x="2119" y="18"/>
                </a:lnTo>
                <a:lnTo>
                  <a:pt x="2120" y="18"/>
                </a:lnTo>
                <a:lnTo>
                  <a:pt x="2120" y="17"/>
                </a:lnTo>
                <a:lnTo>
                  <a:pt x="2119" y="16"/>
                </a:lnTo>
                <a:lnTo>
                  <a:pt x="2120" y="16"/>
                </a:lnTo>
                <a:lnTo>
                  <a:pt x="2121" y="16"/>
                </a:lnTo>
                <a:lnTo>
                  <a:pt x="2121" y="15"/>
                </a:lnTo>
                <a:lnTo>
                  <a:pt x="2122" y="15"/>
                </a:lnTo>
                <a:lnTo>
                  <a:pt x="2122" y="14"/>
                </a:lnTo>
                <a:lnTo>
                  <a:pt x="2123" y="14"/>
                </a:lnTo>
                <a:lnTo>
                  <a:pt x="2123" y="13"/>
                </a:lnTo>
                <a:lnTo>
                  <a:pt x="2124" y="13"/>
                </a:lnTo>
                <a:lnTo>
                  <a:pt x="2125" y="12"/>
                </a:lnTo>
                <a:lnTo>
                  <a:pt x="2126" y="12"/>
                </a:lnTo>
                <a:lnTo>
                  <a:pt x="2127" y="12"/>
                </a:lnTo>
                <a:lnTo>
                  <a:pt x="2128" y="11"/>
                </a:lnTo>
                <a:lnTo>
                  <a:pt x="2129" y="11"/>
                </a:lnTo>
                <a:lnTo>
                  <a:pt x="2129" y="10"/>
                </a:lnTo>
                <a:lnTo>
                  <a:pt x="2130" y="10"/>
                </a:lnTo>
                <a:lnTo>
                  <a:pt x="2131" y="9"/>
                </a:lnTo>
                <a:lnTo>
                  <a:pt x="2132" y="9"/>
                </a:lnTo>
                <a:lnTo>
                  <a:pt x="2132" y="10"/>
                </a:lnTo>
                <a:lnTo>
                  <a:pt x="2133" y="10"/>
                </a:lnTo>
                <a:lnTo>
                  <a:pt x="2133" y="9"/>
                </a:lnTo>
                <a:lnTo>
                  <a:pt x="2133" y="8"/>
                </a:lnTo>
                <a:lnTo>
                  <a:pt x="2132" y="8"/>
                </a:lnTo>
                <a:lnTo>
                  <a:pt x="2132" y="7"/>
                </a:lnTo>
                <a:lnTo>
                  <a:pt x="2131" y="7"/>
                </a:lnTo>
                <a:lnTo>
                  <a:pt x="2131" y="6"/>
                </a:lnTo>
                <a:lnTo>
                  <a:pt x="2132" y="6"/>
                </a:lnTo>
                <a:lnTo>
                  <a:pt x="2133" y="6"/>
                </a:lnTo>
                <a:lnTo>
                  <a:pt x="2134" y="6"/>
                </a:lnTo>
                <a:lnTo>
                  <a:pt x="2135" y="6"/>
                </a:lnTo>
                <a:lnTo>
                  <a:pt x="2135" y="5"/>
                </a:lnTo>
                <a:lnTo>
                  <a:pt x="2136" y="5"/>
                </a:lnTo>
                <a:lnTo>
                  <a:pt x="2137" y="5"/>
                </a:lnTo>
                <a:lnTo>
                  <a:pt x="2137" y="4"/>
                </a:lnTo>
                <a:lnTo>
                  <a:pt x="2138" y="4"/>
                </a:lnTo>
                <a:lnTo>
                  <a:pt x="2139" y="5"/>
                </a:lnTo>
                <a:lnTo>
                  <a:pt x="2140" y="5"/>
                </a:lnTo>
                <a:lnTo>
                  <a:pt x="2141" y="5"/>
                </a:lnTo>
                <a:lnTo>
                  <a:pt x="2141" y="4"/>
                </a:lnTo>
                <a:lnTo>
                  <a:pt x="2142" y="4"/>
                </a:lnTo>
                <a:lnTo>
                  <a:pt x="2143" y="4"/>
                </a:lnTo>
                <a:lnTo>
                  <a:pt x="2143" y="3"/>
                </a:lnTo>
                <a:lnTo>
                  <a:pt x="2144" y="4"/>
                </a:lnTo>
                <a:lnTo>
                  <a:pt x="2145" y="4"/>
                </a:lnTo>
                <a:lnTo>
                  <a:pt x="2146" y="4"/>
                </a:lnTo>
                <a:lnTo>
                  <a:pt x="2147" y="4"/>
                </a:lnTo>
                <a:lnTo>
                  <a:pt x="2150" y="4"/>
                </a:lnTo>
                <a:lnTo>
                  <a:pt x="2152" y="4"/>
                </a:lnTo>
                <a:lnTo>
                  <a:pt x="2153" y="4"/>
                </a:lnTo>
                <a:lnTo>
                  <a:pt x="2153" y="3"/>
                </a:lnTo>
                <a:lnTo>
                  <a:pt x="2154" y="3"/>
                </a:lnTo>
                <a:lnTo>
                  <a:pt x="2155" y="3"/>
                </a:lnTo>
                <a:lnTo>
                  <a:pt x="2156" y="3"/>
                </a:lnTo>
                <a:lnTo>
                  <a:pt x="2157" y="4"/>
                </a:lnTo>
                <a:lnTo>
                  <a:pt x="2158" y="4"/>
                </a:lnTo>
                <a:lnTo>
                  <a:pt x="2158" y="5"/>
                </a:lnTo>
                <a:lnTo>
                  <a:pt x="2159" y="6"/>
                </a:lnTo>
                <a:lnTo>
                  <a:pt x="2160" y="6"/>
                </a:lnTo>
                <a:lnTo>
                  <a:pt x="2160" y="5"/>
                </a:lnTo>
                <a:lnTo>
                  <a:pt x="2161" y="5"/>
                </a:lnTo>
                <a:lnTo>
                  <a:pt x="2162" y="5"/>
                </a:lnTo>
                <a:lnTo>
                  <a:pt x="2163" y="5"/>
                </a:lnTo>
                <a:lnTo>
                  <a:pt x="2164" y="5"/>
                </a:lnTo>
                <a:lnTo>
                  <a:pt x="2165" y="5"/>
                </a:lnTo>
                <a:lnTo>
                  <a:pt x="2167" y="5"/>
                </a:lnTo>
                <a:lnTo>
                  <a:pt x="2168" y="5"/>
                </a:lnTo>
                <a:lnTo>
                  <a:pt x="2169" y="5"/>
                </a:lnTo>
                <a:lnTo>
                  <a:pt x="2170" y="4"/>
                </a:lnTo>
                <a:lnTo>
                  <a:pt x="2171" y="4"/>
                </a:lnTo>
                <a:lnTo>
                  <a:pt x="2172" y="4"/>
                </a:lnTo>
                <a:lnTo>
                  <a:pt x="2173" y="4"/>
                </a:lnTo>
                <a:lnTo>
                  <a:pt x="2174" y="4"/>
                </a:lnTo>
                <a:lnTo>
                  <a:pt x="2174" y="3"/>
                </a:lnTo>
                <a:lnTo>
                  <a:pt x="2175" y="3"/>
                </a:lnTo>
                <a:lnTo>
                  <a:pt x="2175" y="2"/>
                </a:lnTo>
                <a:lnTo>
                  <a:pt x="2176" y="2"/>
                </a:lnTo>
                <a:lnTo>
                  <a:pt x="2176" y="1"/>
                </a:lnTo>
                <a:lnTo>
                  <a:pt x="2177" y="1"/>
                </a:lnTo>
                <a:lnTo>
                  <a:pt x="2178" y="1"/>
                </a:lnTo>
                <a:lnTo>
                  <a:pt x="2180" y="1"/>
                </a:lnTo>
                <a:lnTo>
                  <a:pt x="2181" y="1"/>
                </a:lnTo>
                <a:lnTo>
                  <a:pt x="2182" y="1"/>
                </a:lnTo>
                <a:lnTo>
                  <a:pt x="2183" y="1"/>
                </a:lnTo>
                <a:lnTo>
                  <a:pt x="2184" y="1"/>
                </a:lnTo>
                <a:lnTo>
                  <a:pt x="2185" y="1"/>
                </a:lnTo>
                <a:lnTo>
                  <a:pt x="2186" y="1"/>
                </a:lnTo>
                <a:lnTo>
                  <a:pt x="2187" y="1"/>
                </a:lnTo>
                <a:lnTo>
                  <a:pt x="2188" y="1"/>
                </a:lnTo>
                <a:lnTo>
                  <a:pt x="2189" y="0"/>
                </a:lnTo>
                <a:lnTo>
                  <a:pt x="2190" y="0"/>
                </a:lnTo>
                <a:lnTo>
                  <a:pt x="2191" y="0"/>
                </a:lnTo>
                <a:lnTo>
                  <a:pt x="2192" y="0"/>
                </a:lnTo>
                <a:lnTo>
                  <a:pt x="219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1" name=""/>
          <p:cNvSpPr/>
          <p:nvPr/>
        </p:nvSpPr>
        <p:spPr>
          <a:xfrm>
            <a:off x="4762080" y="15206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2" name=""/>
          <p:cNvSpPr/>
          <p:nvPr/>
        </p:nvSpPr>
        <p:spPr>
          <a:xfrm>
            <a:off x="4762080" y="15206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3" name=""/>
          <p:cNvSpPr/>
          <p:nvPr/>
        </p:nvSpPr>
        <p:spPr>
          <a:xfrm>
            <a:off x="4762080" y="15206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4" name=""/>
          <p:cNvSpPr/>
          <p:nvPr/>
        </p:nvSpPr>
        <p:spPr>
          <a:xfrm>
            <a:off x="4762080" y="15206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5" name=""/>
          <p:cNvSpPr/>
          <p:nvPr/>
        </p:nvSpPr>
        <p:spPr>
          <a:xfrm>
            <a:off x="4768200" y="15138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6" name=""/>
          <p:cNvSpPr/>
          <p:nvPr/>
        </p:nvSpPr>
        <p:spPr>
          <a:xfrm>
            <a:off x="4773240" y="15084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7" name=""/>
          <p:cNvSpPr/>
          <p:nvPr/>
        </p:nvSpPr>
        <p:spPr>
          <a:xfrm>
            <a:off x="4773240" y="150840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8" name=""/>
          <p:cNvSpPr/>
          <p:nvPr/>
        </p:nvSpPr>
        <p:spPr>
          <a:xfrm>
            <a:off x="4773960" y="1508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9" name=""/>
          <p:cNvSpPr/>
          <p:nvPr/>
        </p:nvSpPr>
        <p:spPr>
          <a:xfrm>
            <a:off x="4758120" y="1485720"/>
            <a:ext cx="60480" cy="41040"/>
          </a:xfrm>
          <a:custGeom>
            <a:avLst/>
            <a:gdLst/>
            <a:ahLst/>
            <a:rect l="0" t="0" r="r" b="b"/>
            <a:pathLst>
              <a:path w="168" h="114">
                <a:moveTo>
                  <a:pt x="11" y="98"/>
                </a:moveTo>
                <a:lnTo>
                  <a:pt x="11" y="99"/>
                </a:lnTo>
                <a:lnTo>
                  <a:pt x="11" y="100"/>
                </a:lnTo>
                <a:lnTo>
                  <a:pt x="12" y="100"/>
                </a:lnTo>
                <a:lnTo>
                  <a:pt x="11" y="100"/>
                </a:lnTo>
                <a:lnTo>
                  <a:pt x="11" y="101"/>
                </a:lnTo>
                <a:lnTo>
                  <a:pt x="11" y="102"/>
                </a:lnTo>
                <a:lnTo>
                  <a:pt x="11" y="101"/>
                </a:lnTo>
                <a:lnTo>
                  <a:pt x="12" y="101"/>
                </a:lnTo>
                <a:lnTo>
                  <a:pt x="12" y="100"/>
                </a:lnTo>
                <a:lnTo>
                  <a:pt x="13" y="100"/>
                </a:lnTo>
                <a:lnTo>
                  <a:pt x="14" y="99"/>
                </a:lnTo>
                <a:lnTo>
                  <a:pt x="15" y="99"/>
                </a:lnTo>
                <a:lnTo>
                  <a:pt x="16" y="99"/>
                </a:lnTo>
                <a:lnTo>
                  <a:pt x="16" y="98"/>
                </a:lnTo>
                <a:lnTo>
                  <a:pt x="16" y="97"/>
                </a:lnTo>
                <a:lnTo>
                  <a:pt x="16" y="96"/>
                </a:lnTo>
                <a:lnTo>
                  <a:pt x="16" y="97"/>
                </a:lnTo>
                <a:lnTo>
                  <a:pt x="17" y="97"/>
                </a:lnTo>
                <a:lnTo>
                  <a:pt x="17" y="96"/>
                </a:lnTo>
                <a:lnTo>
                  <a:pt x="17" y="95"/>
                </a:lnTo>
                <a:lnTo>
                  <a:pt x="18" y="95"/>
                </a:lnTo>
                <a:lnTo>
                  <a:pt x="18" y="94"/>
                </a:lnTo>
                <a:lnTo>
                  <a:pt x="18" y="93"/>
                </a:lnTo>
                <a:lnTo>
                  <a:pt x="18" y="92"/>
                </a:lnTo>
                <a:lnTo>
                  <a:pt x="17" y="91"/>
                </a:lnTo>
                <a:lnTo>
                  <a:pt x="17" y="90"/>
                </a:lnTo>
                <a:lnTo>
                  <a:pt x="16" y="90"/>
                </a:lnTo>
                <a:lnTo>
                  <a:pt x="15" y="90"/>
                </a:lnTo>
                <a:lnTo>
                  <a:pt x="15" y="89"/>
                </a:lnTo>
                <a:lnTo>
                  <a:pt x="15" y="88"/>
                </a:lnTo>
                <a:lnTo>
                  <a:pt x="16" y="88"/>
                </a:lnTo>
                <a:lnTo>
                  <a:pt x="16" y="87"/>
                </a:lnTo>
                <a:lnTo>
                  <a:pt x="16" y="86"/>
                </a:lnTo>
                <a:lnTo>
                  <a:pt x="17" y="86"/>
                </a:lnTo>
                <a:lnTo>
                  <a:pt x="17" y="85"/>
                </a:lnTo>
                <a:lnTo>
                  <a:pt x="18" y="85"/>
                </a:lnTo>
                <a:lnTo>
                  <a:pt x="18" y="84"/>
                </a:lnTo>
                <a:lnTo>
                  <a:pt x="19" y="84"/>
                </a:lnTo>
                <a:lnTo>
                  <a:pt x="19" y="83"/>
                </a:lnTo>
                <a:lnTo>
                  <a:pt x="20" y="83"/>
                </a:lnTo>
                <a:lnTo>
                  <a:pt x="20" y="82"/>
                </a:lnTo>
                <a:lnTo>
                  <a:pt x="21" y="82"/>
                </a:lnTo>
                <a:lnTo>
                  <a:pt x="21" y="81"/>
                </a:lnTo>
                <a:lnTo>
                  <a:pt x="22" y="81"/>
                </a:lnTo>
                <a:lnTo>
                  <a:pt x="22" y="80"/>
                </a:lnTo>
                <a:lnTo>
                  <a:pt x="23" y="80"/>
                </a:lnTo>
                <a:lnTo>
                  <a:pt x="24" y="80"/>
                </a:lnTo>
                <a:lnTo>
                  <a:pt x="24" y="79"/>
                </a:lnTo>
                <a:lnTo>
                  <a:pt x="24" y="78"/>
                </a:lnTo>
                <a:lnTo>
                  <a:pt x="25" y="78"/>
                </a:lnTo>
                <a:lnTo>
                  <a:pt x="25" y="77"/>
                </a:lnTo>
                <a:lnTo>
                  <a:pt x="26" y="77"/>
                </a:lnTo>
                <a:lnTo>
                  <a:pt x="27" y="77"/>
                </a:lnTo>
                <a:lnTo>
                  <a:pt x="27" y="76"/>
                </a:lnTo>
                <a:lnTo>
                  <a:pt x="28" y="76"/>
                </a:lnTo>
                <a:lnTo>
                  <a:pt x="28" y="77"/>
                </a:lnTo>
                <a:lnTo>
                  <a:pt x="27" y="77"/>
                </a:lnTo>
                <a:lnTo>
                  <a:pt x="27" y="76"/>
                </a:lnTo>
                <a:lnTo>
                  <a:pt x="27" y="77"/>
                </a:lnTo>
                <a:lnTo>
                  <a:pt x="28" y="77"/>
                </a:lnTo>
                <a:lnTo>
                  <a:pt x="29" y="77"/>
                </a:lnTo>
                <a:lnTo>
                  <a:pt x="29" y="76"/>
                </a:lnTo>
                <a:lnTo>
                  <a:pt x="29" y="75"/>
                </a:lnTo>
                <a:lnTo>
                  <a:pt x="30" y="75"/>
                </a:lnTo>
                <a:lnTo>
                  <a:pt x="30" y="74"/>
                </a:lnTo>
                <a:lnTo>
                  <a:pt x="31" y="74"/>
                </a:lnTo>
                <a:lnTo>
                  <a:pt x="31" y="72"/>
                </a:lnTo>
                <a:lnTo>
                  <a:pt x="32" y="72"/>
                </a:lnTo>
                <a:lnTo>
                  <a:pt x="33" y="72"/>
                </a:lnTo>
                <a:lnTo>
                  <a:pt x="33" y="71"/>
                </a:lnTo>
                <a:lnTo>
                  <a:pt x="34" y="71"/>
                </a:lnTo>
                <a:lnTo>
                  <a:pt x="34" y="70"/>
                </a:lnTo>
                <a:lnTo>
                  <a:pt x="34" y="69"/>
                </a:lnTo>
                <a:lnTo>
                  <a:pt x="35" y="69"/>
                </a:lnTo>
                <a:lnTo>
                  <a:pt x="35" y="68"/>
                </a:lnTo>
                <a:lnTo>
                  <a:pt x="36" y="68"/>
                </a:lnTo>
                <a:lnTo>
                  <a:pt x="36" y="67"/>
                </a:lnTo>
                <a:lnTo>
                  <a:pt x="37" y="67"/>
                </a:lnTo>
                <a:lnTo>
                  <a:pt x="37" y="66"/>
                </a:lnTo>
                <a:lnTo>
                  <a:pt x="38" y="66"/>
                </a:lnTo>
                <a:lnTo>
                  <a:pt x="39" y="66"/>
                </a:lnTo>
                <a:lnTo>
                  <a:pt x="39" y="65"/>
                </a:lnTo>
                <a:lnTo>
                  <a:pt x="40" y="65"/>
                </a:lnTo>
                <a:lnTo>
                  <a:pt x="40" y="64"/>
                </a:lnTo>
                <a:lnTo>
                  <a:pt x="41" y="64"/>
                </a:lnTo>
                <a:lnTo>
                  <a:pt x="42" y="64"/>
                </a:lnTo>
                <a:lnTo>
                  <a:pt x="42" y="63"/>
                </a:lnTo>
                <a:lnTo>
                  <a:pt x="42" y="64"/>
                </a:lnTo>
                <a:lnTo>
                  <a:pt x="41" y="64"/>
                </a:lnTo>
                <a:lnTo>
                  <a:pt x="42" y="64"/>
                </a:lnTo>
                <a:lnTo>
                  <a:pt x="43" y="64"/>
                </a:lnTo>
                <a:lnTo>
                  <a:pt x="43" y="63"/>
                </a:lnTo>
                <a:lnTo>
                  <a:pt x="44" y="63"/>
                </a:lnTo>
                <a:lnTo>
                  <a:pt x="45" y="63"/>
                </a:lnTo>
                <a:lnTo>
                  <a:pt x="46" y="63"/>
                </a:lnTo>
                <a:lnTo>
                  <a:pt x="46" y="62"/>
                </a:lnTo>
                <a:lnTo>
                  <a:pt x="46" y="63"/>
                </a:lnTo>
                <a:lnTo>
                  <a:pt x="46" y="62"/>
                </a:lnTo>
                <a:lnTo>
                  <a:pt x="47" y="62"/>
                </a:lnTo>
                <a:lnTo>
                  <a:pt x="48" y="62"/>
                </a:lnTo>
                <a:lnTo>
                  <a:pt x="48" y="61"/>
                </a:lnTo>
                <a:lnTo>
                  <a:pt x="48" y="62"/>
                </a:lnTo>
                <a:lnTo>
                  <a:pt x="48" y="61"/>
                </a:lnTo>
                <a:lnTo>
                  <a:pt x="49" y="61"/>
                </a:lnTo>
                <a:lnTo>
                  <a:pt x="48" y="61"/>
                </a:lnTo>
                <a:lnTo>
                  <a:pt x="49" y="61"/>
                </a:lnTo>
                <a:lnTo>
                  <a:pt x="50" y="61"/>
                </a:lnTo>
                <a:lnTo>
                  <a:pt x="50" y="60"/>
                </a:lnTo>
                <a:lnTo>
                  <a:pt x="51" y="60"/>
                </a:lnTo>
                <a:lnTo>
                  <a:pt x="51" y="59"/>
                </a:lnTo>
                <a:lnTo>
                  <a:pt x="51" y="57"/>
                </a:lnTo>
                <a:lnTo>
                  <a:pt x="51" y="56"/>
                </a:lnTo>
                <a:lnTo>
                  <a:pt x="51" y="55"/>
                </a:lnTo>
                <a:lnTo>
                  <a:pt x="52" y="55"/>
                </a:lnTo>
                <a:lnTo>
                  <a:pt x="53" y="54"/>
                </a:lnTo>
                <a:lnTo>
                  <a:pt x="54" y="54"/>
                </a:lnTo>
                <a:lnTo>
                  <a:pt x="54" y="53"/>
                </a:lnTo>
                <a:lnTo>
                  <a:pt x="55" y="53"/>
                </a:lnTo>
                <a:lnTo>
                  <a:pt x="56" y="53"/>
                </a:lnTo>
                <a:lnTo>
                  <a:pt x="56" y="52"/>
                </a:lnTo>
                <a:lnTo>
                  <a:pt x="57" y="52"/>
                </a:lnTo>
                <a:lnTo>
                  <a:pt x="58" y="52"/>
                </a:lnTo>
                <a:lnTo>
                  <a:pt x="58" y="51"/>
                </a:lnTo>
                <a:lnTo>
                  <a:pt x="59" y="51"/>
                </a:lnTo>
                <a:lnTo>
                  <a:pt x="59" y="50"/>
                </a:lnTo>
                <a:lnTo>
                  <a:pt x="61" y="50"/>
                </a:lnTo>
                <a:lnTo>
                  <a:pt x="62" y="50"/>
                </a:lnTo>
                <a:lnTo>
                  <a:pt x="62" y="49"/>
                </a:lnTo>
                <a:lnTo>
                  <a:pt x="63" y="49"/>
                </a:lnTo>
                <a:lnTo>
                  <a:pt x="64" y="48"/>
                </a:lnTo>
                <a:lnTo>
                  <a:pt x="65" y="47"/>
                </a:lnTo>
                <a:lnTo>
                  <a:pt x="65" y="46"/>
                </a:lnTo>
                <a:lnTo>
                  <a:pt x="66" y="45"/>
                </a:lnTo>
                <a:lnTo>
                  <a:pt x="67" y="44"/>
                </a:lnTo>
                <a:lnTo>
                  <a:pt x="68" y="44"/>
                </a:lnTo>
                <a:lnTo>
                  <a:pt x="68" y="45"/>
                </a:lnTo>
                <a:lnTo>
                  <a:pt x="68" y="46"/>
                </a:lnTo>
                <a:lnTo>
                  <a:pt x="68" y="47"/>
                </a:lnTo>
                <a:lnTo>
                  <a:pt x="69" y="47"/>
                </a:lnTo>
                <a:lnTo>
                  <a:pt x="70" y="47"/>
                </a:lnTo>
                <a:lnTo>
                  <a:pt x="71" y="47"/>
                </a:lnTo>
                <a:lnTo>
                  <a:pt x="72" y="47"/>
                </a:lnTo>
                <a:lnTo>
                  <a:pt x="72" y="46"/>
                </a:lnTo>
                <a:lnTo>
                  <a:pt x="73" y="46"/>
                </a:lnTo>
                <a:lnTo>
                  <a:pt x="73" y="45"/>
                </a:lnTo>
                <a:lnTo>
                  <a:pt x="74" y="45"/>
                </a:lnTo>
                <a:lnTo>
                  <a:pt x="75" y="45"/>
                </a:lnTo>
                <a:lnTo>
                  <a:pt x="74" y="45"/>
                </a:lnTo>
                <a:lnTo>
                  <a:pt x="75" y="45"/>
                </a:lnTo>
                <a:lnTo>
                  <a:pt x="76" y="45"/>
                </a:lnTo>
                <a:lnTo>
                  <a:pt x="77" y="45"/>
                </a:lnTo>
                <a:lnTo>
                  <a:pt x="77" y="46"/>
                </a:lnTo>
                <a:lnTo>
                  <a:pt x="77" y="45"/>
                </a:lnTo>
                <a:lnTo>
                  <a:pt x="78" y="45"/>
                </a:lnTo>
                <a:lnTo>
                  <a:pt x="78" y="46"/>
                </a:lnTo>
                <a:lnTo>
                  <a:pt x="77" y="46"/>
                </a:lnTo>
                <a:lnTo>
                  <a:pt x="78" y="46"/>
                </a:lnTo>
                <a:lnTo>
                  <a:pt x="78" y="47"/>
                </a:lnTo>
                <a:lnTo>
                  <a:pt x="78" y="46"/>
                </a:lnTo>
                <a:lnTo>
                  <a:pt x="79" y="46"/>
                </a:lnTo>
                <a:lnTo>
                  <a:pt x="79" y="45"/>
                </a:lnTo>
                <a:lnTo>
                  <a:pt x="79" y="44"/>
                </a:lnTo>
                <a:lnTo>
                  <a:pt x="78" y="44"/>
                </a:lnTo>
                <a:lnTo>
                  <a:pt x="77" y="44"/>
                </a:lnTo>
                <a:lnTo>
                  <a:pt x="76" y="44"/>
                </a:lnTo>
                <a:lnTo>
                  <a:pt x="76" y="43"/>
                </a:lnTo>
                <a:lnTo>
                  <a:pt x="76" y="44"/>
                </a:lnTo>
                <a:lnTo>
                  <a:pt x="76" y="43"/>
                </a:lnTo>
                <a:lnTo>
                  <a:pt x="76" y="41"/>
                </a:lnTo>
                <a:lnTo>
                  <a:pt x="76" y="40"/>
                </a:lnTo>
                <a:lnTo>
                  <a:pt x="77" y="39"/>
                </a:lnTo>
                <a:lnTo>
                  <a:pt x="78" y="38"/>
                </a:lnTo>
                <a:lnTo>
                  <a:pt x="79" y="38"/>
                </a:lnTo>
                <a:lnTo>
                  <a:pt x="80" y="37"/>
                </a:lnTo>
                <a:lnTo>
                  <a:pt x="79" y="37"/>
                </a:lnTo>
                <a:lnTo>
                  <a:pt x="79" y="36"/>
                </a:lnTo>
                <a:lnTo>
                  <a:pt x="78" y="36"/>
                </a:lnTo>
                <a:lnTo>
                  <a:pt x="79" y="36"/>
                </a:lnTo>
                <a:lnTo>
                  <a:pt x="80" y="36"/>
                </a:lnTo>
                <a:lnTo>
                  <a:pt x="80" y="37"/>
                </a:lnTo>
                <a:lnTo>
                  <a:pt x="81" y="37"/>
                </a:lnTo>
                <a:lnTo>
                  <a:pt x="82" y="37"/>
                </a:lnTo>
                <a:lnTo>
                  <a:pt x="82" y="36"/>
                </a:lnTo>
                <a:lnTo>
                  <a:pt x="83" y="36"/>
                </a:lnTo>
                <a:lnTo>
                  <a:pt x="82" y="36"/>
                </a:lnTo>
                <a:lnTo>
                  <a:pt x="82" y="35"/>
                </a:lnTo>
                <a:lnTo>
                  <a:pt x="81" y="35"/>
                </a:lnTo>
                <a:lnTo>
                  <a:pt x="81" y="34"/>
                </a:lnTo>
                <a:lnTo>
                  <a:pt x="82" y="34"/>
                </a:lnTo>
                <a:lnTo>
                  <a:pt x="82" y="33"/>
                </a:lnTo>
                <a:lnTo>
                  <a:pt x="82" y="32"/>
                </a:lnTo>
                <a:lnTo>
                  <a:pt x="82" y="33"/>
                </a:lnTo>
                <a:lnTo>
                  <a:pt x="82" y="34"/>
                </a:lnTo>
                <a:lnTo>
                  <a:pt x="82" y="35"/>
                </a:lnTo>
                <a:lnTo>
                  <a:pt x="83" y="35"/>
                </a:lnTo>
                <a:lnTo>
                  <a:pt x="84" y="35"/>
                </a:lnTo>
                <a:lnTo>
                  <a:pt x="83" y="35"/>
                </a:lnTo>
                <a:lnTo>
                  <a:pt x="83" y="36"/>
                </a:lnTo>
                <a:lnTo>
                  <a:pt x="84" y="36"/>
                </a:lnTo>
                <a:lnTo>
                  <a:pt x="85" y="36"/>
                </a:lnTo>
                <a:lnTo>
                  <a:pt x="85" y="35"/>
                </a:lnTo>
                <a:lnTo>
                  <a:pt x="85" y="36"/>
                </a:lnTo>
                <a:lnTo>
                  <a:pt x="86" y="35"/>
                </a:lnTo>
                <a:lnTo>
                  <a:pt x="87" y="35"/>
                </a:lnTo>
                <a:lnTo>
                  <a:pt x="87" y="34"/>
                </a:lnTo>
                <a:lnTo>
                  <a:pt x="86" y="34"/>
                </a:lnTo>
                <a:lnTo>
                  <a:pt x="86" y="33"/>
                </a:lnTo>
                <a:lnTo>
                  <a:pt x="87" y="33"/>
                </a:lnTo>
                <a:lnTo>
                  <a:pt x="87" y="34"/>
                </a:lnTo>
                <a:lnTo>
                  <a:pt x="88" y="34"/>
                </a:lnTo>
                <a:lnTo>
                  <a:pt x="88" y="33"/>
                </a:lnTo>
                <a:lnTo>
                  <a:pt x="89" y="33"/>
                </a:lnTo>
                <a:lnTo>
                  <a:pt x="90" y="33"/>
                </a:lnTo>
                <a:lnTo>
                  <a:pt x="91" y="32"/>
                </a:lnTo>
                <a:lnTo>
                  <a:pt x="91" y="31"/>
                </a:lnTo>
                <a:lnTo>
                  <a:pt x="92" y="31"/>
                </a:lnTo>
                <a:lnTo>
                  <a:pt x="93" y="31"/>
                </a:lnTo>
                <a:lnTo>
                  <a:pt x="92" y="30"/>
                </a:lnTo>
                <a:lnTo>
                  <a:pt x="93" y="30"/>
                </a:lnTo>
                <a:lnTo>
                  <a:pt x="92" y="29"/>
                </a:lnTo>
                <a:lnTo>
                  <a:pt x="91" y="28"/>
                </a:lnTo>
                <a:lnTo>
                  <a:pt x="91" y="27"/>
                </a:lnTo>
                <a:lnTo>
                  <a:pt x="92" y="27"/>
                </a:lnTo>
                <a:lnTo>
                  <a:pt x="92" y="26"/>
                </a:lnTo>
                <a:lnTo>
                  <a:pt x="93" y="27"/>
                </a:lnTo>
                <a:lnTo>
                  <a:pt x="92" y="27"/>
                </a:lnTo>
                <a:lnTo>
                  <a:pt x="92" y="28"/>
                </a:lnTo>
                <a:lnTo>
                  <a:pt x="93" y="29"/>
                </a:lnTo>
                <a:lnTo>
                  <a:pt x="93" y="30"/>
                </a:lnTo>
                <a:lnTo>
                  <a:pt x="94" y="30"/>
                </a:lnTo>
                <a:lnTo>
                  <a:pt x="94" y="31"/>
                </a:lnTo>
                <a:lnTo>
                  <a:pt x="94" y="30"/>
                </a:lnTo>
                <a:lnTo>
                  <a:pt x="95" y="30"/>
                </a:lnTo>
                <a:lnTo>
                  <a:pt x="96" y="30"/>
                </a:lnTo>
                <a:lnTo>
                  <a:pt x="96" y="31"/>
                </a:lnTo>
                <a:lnTo>
                  <a:pt x="97" y="31"/>
                </a:lnTo>
                <a:lnTo>
                  <a:pt x="97" y="30"/>
                </a:lnTo>
                <a:lnTo>
                  <a:pt x="99" y="30"/>
                </a:lnTo>
                <a:lnTo>
                  <a:pt x="100" y="30"/>
                </a:lnTo>
                <a:lnTo>
                  <a:pt x="99" y="30"/>
                </a:lnTo>
                <a:lnTo>
                  <a:pt x="100" y="30"/>
                </a:lnTo>
                <a:lnTo>
                  <a:pt x="100" y="29"/>
                </a:lnTo>
                <a:lnTo>
                  <a:pt x="99" y="30"/>
                </a:lnTo>
                <a:lnTo>
                  <a:pt x="99" y="29"/>
                </a:lnTo>
                <a:lnTo>
                  <a:pt x="100" y="29"/>
                </a:lnTo>
                <a:lnTo>
                  <a:pt x="99" y="29"/>
                </a:lnTo>
                <a:lnTo>
                  <a:pt x="99" y="28"/>
                </a:lnTo>
                <a:lnTo>
                  <a:pt x="100" y="28"/>
                </a:lnTo>
                <a:lnTo>
                  <a:pt x="100" y="27"/>
                </a:lnTo>
                <a:lnTo>
                  <a:pt x="100" y="26"/>
                </a:lnTo>
                <a:lnTo>
                  <a:pt x="101" y="26"/>
                </a:lnTo>
                <a:lnTo>
                  <a:pt x="102" y="26"/>
                </a:lnTo>
                <a:lnTo>
                  <a:pt x="103" y="26"/>
                </a:lnTo>
                <a:lnTo>
                  <a:pt x="104" y="26"/>
                </a:lnTo>
                <a:lnTo>
                  <a:pt x="104" y="27"/>
                </a:lnTo>
                <a:lnTo>
                  <a:pt x="105" y="27"/>
                </a:lnTo>
                <a:lnTo>
                  <a:pt x="105" y="28"/>
                </a:lnTo>
                <a:lnTo>
                  <a:pt x="106" y="28"/>
                </a:lnTo>
                <a:lnTo>
                  <a:pt x="107" y="28"/>
                </a:lnTo>
                <a:lnTo>
                  <a:pt x="107" y="27"/>
                </a:lnTo>
                <a:lnTo>
                  <a:pt x="108" y="27"/>
                </a:lnTo>
                <a:lnTo>
                  <a:pt x="109" y="27"/>
                </a:lnTo>
                <a:lnTo>
                  <a:pt x="109" y="26"/>
                </a:lnTo>
                <a:lnTo>
                  <a:pt x="110" y="26"/>
                </a:lnTo>
                <a:lnTo>
                  <a:pt x="110" y="27"/>
                </a:lnTo>
                <a:lnTo>
                  <a:pt x="111" y="27"/>
                </a:lnTo>
                <a:lnTo>
                  <a:pt x="111" y="28"/>
                </a:lnTo>
                <a:lnTo>
                  <a:pt x="111" y="29"/>
                </a:lnTo>
                <a:lnTo>
                  <a:pt x="112" y="29"/>
                </a:lnTo>
                <a:lnTo>
                  <a:pt x="113" y="29"/>
                </a:lnTo>
                <a:lnTo>
                  <a:pt x="114" y="29"/>
                </a:lnTo>
                <a:lnTo>
                  <a:pt x="113" y="28"/>
                </a:lnTo>
                <a:lnTo>
                  <a:pt x="114" y="28"/>
                </a:lnTo>
                <a:lnTo>
                  <a:pt x="113" y="28"/>
                </a:lnTo>
                <a:lnTo>
                  <a:pt x="113" y="27"/>
                </a:lnTo>
                <a:lnTo>
                  <a:pt x="113" y="26"/>
                </a:lnTo>
                <a:lnTo>
                  <a:pt x="113" y="25"/>
                </a:lnTo>
                <a:lnTo>
                  <a:pt x="114" y="25"/>
                </a:lnTo>
                <a:lnTo>
                  <a:pt x="114" y="24"/>
                </a:lnTo>
                <a:lnTo>
                  <a:pt x="114" y="25"/>
                </a:lnTo>
                <a:lnTo>
                  <a:pt x="114" y="24"/>
                </a:lnTo>
                <a:lnTo>
                  <a:pt x="114" y="25"/>
                </a:lnTo>
                <a:lnTo>
                  <a:pt x="115" y="25"/>
                </a:lnTo>
                <a:lnTo>
                  <a:pt x="115" y="24"/>
                </a:lnTo>
                <a:lnTo>
                  <a:pt x="115" y="23"/>
                </a:lnTo>
                <a:lnTo>
                  <a:pt x="116" y="24"/>
                </a:lnTo>
                <a:lnTo>
                  <a:pt x="115" y="25"/>
                </a:lnTo>
                <a:lnTo>
                  <a:pt x="116" y="25"/>
                </a:lnTo>
                <a:lnTo>
                  <a:pt x="116" y="24"/>
                </a:lnTo>
                <a:lnTo>
                  <a:pt x="117" y="24"/>
                </a:lnTo>
                <a:lnTo>
                  <a:pt x="117" y="22"/>
                </a:lnTo>
                <a:lnTo>
                  <a:pt x="117" y="21"/>
                </a:lnTo>
                <a:lnTo>
                  <a:pt x="118" y="21"/>
                </a:lnTo>
                <a:lnTo>
                  <a:pt x="118" y="20"/>
                </a:lnTo>
                <a:lnTo>
                  <a:pt x="119" y="20"/>
                </a:lnTo>
                <a:lnTo>
                  <a:pt x="119" y="19"/>
                </a:lnTo>
                <a:lnTo>
                  <a:pt x="120" y="19"/>
                </a:lnTo>
                <a:lnTo>
                  <a:pt x="121" y="19"/>
                </a:lnTo>
                <a:lnTo>
                  <a:pt x="122" y="19"/>
                </a:lnTo>
                <a:lnTo>
                  <a:pt x="122" y="20"/>
                </a:lnTo>
                <a:lnTo>
                  <a:pt x="123" y="20"/>
                </a:lnTo>
                <a:lnTo>
                  <a:pt x="124" y="20"/>
                </a:lnTo>
                <a:lnTo>
                  <a:pt x="124" y="19"/>
                </a:lnTo>
                <a:lnTo>
                  <a:pt x="124" y="18"/>
                </a:lnTo>
                <a:lnTo>
                  <a:pt x="124" y="17"/>
                </a:lnTo>
                <a:lnTo>
                  <a:pt x="124" y="18"/>
                </a:lnTo>
                <a:lnTo>
                  <a:pt x="125" y="19"/>
                </a:lnTo>
                <a:lnTo>
                  <a:pt x="125" y="18"/>
                </a:lnTo>
                <a:lnTo>
                  <a:pt x="125" y="17"/>
                </a:lnTo>
                <a:lnTo>
                  <a:pt x="125" y="16"/>
                </a:lnTo>
                <a:lnTo>
                  <a:pt x="126" y="15"/>
                </a:lnTo>
                <a:lnTo>
                  <a:pt x="126" y="14"/>
                </a:lnTo>
                <a:lnTo>
                  <a:pt x="127" y="14"/>
                </a:lnTo>
                <a:lnTo>
                  <a:pt x="128" y="13"/>
                </a:lnTo>
                <a:lnTo>
                  <a:pt x="129" y="13"/>
                </a:lnTo>
                <a:lnTo>
                  <a:pt x="129" y="14"/>
                </a:lnTo>
                <a:lnTo>
                  <a:pt x="130" y="14"/>
                </a:lnTo>
                <a:lnTo>
                  <a:pt x="130" y="13"/>
                </a:lnTo>
                <a:lnTo>
                  <a:pt x="130" y="14"/>
                </a:lnTo>
                <a:lnTo>
                  <a:pt x="130" y="15"/>
                </a:lnTo>
                <a:lnTo>
                  <a:pt x="130" y="16"/>
                </a:lnTo>
                <a:lnTo>
                  <a:pt x="131" y="16"/>
                </a:lnTo>
                <a:lnTo>
                  <a:pt x="132" y="16"/>
                </a:lnTo>
                <a:lnTo>
                  <a:pt x="133" y="15"/>
                </a:lnTo>
                <a:lnTo>
                  <a:pt x="134" y="15"/>
                </a:lnTo>
                <a:lnTo>
                  <a:pt x="135" y="15"/>
                </a:lnTo>
                <a:lnTo>
                  <a:pt x="136" y="15"/>
                </a:lnTo>
                <a:lnTo>
                  <a:pt x="137" y="15"/>
                </a:lnTo>
                <a:lnTo>
                  <a:pt x="138" y="15"/>
                </a:lnTo>
                <a:lnTo>
                  <a:pt x="138" y="14"/>
                </a:lnTo>
                <a:lnTo>
                  <a:pt x="137" y="14"/>
                </a:lnTo>
                <a:lnTo>
                  <a:pt x="137" y="13"/>
                </a:lnTo>
                <a:lnTo>
                  <a:pt x="136" y="13"/>
                </a:lnTo>
                <a:lnTo>
                  <a:pt x="135" y="13"/>
                </a:lnTo>
                <a:lnTo>
                  <a:pt x="134" y="13"/>
                </a:lnTo>
                <a:lnTo>
                  <a:pt x="133" y="12"/>
                </a:lnTo>
                <a:lnTo>
                  <a:pt x="133" y="11"/>
                </a:lnTo>
                <a:lnTo>
                  <a:pt x="133" y="10"/>
                </a:lnTo>
                <a:lnTo>
                  <a:pt x="134" y="10"/>
                </a:lnTo>
                <a:lnTo>
                  <a:pt x="134" y="9"/>
                </a:lnTo>
                <a:lnTo>
                  <a:pt x="135" y="9"/>
                </a:lnTo>
                <a:lnTo>
                  <a:pt x="136" y="8"/>
                </a:lnTo>
                <a:lnTo>
                  <a:pt x="137" y="8"/>
                </a:lnTo>
                <a:lnTo>
                  <a:pt x="137" y="7"/>
                </a:lnTo>
                <a:lnTo>
                  <a:pt x="138" y="7"/>
                </a:lnTo>
                <a:lnTo>
                  <a:pt x="138" y="6"/>
                </a:lnTo>
                <a:lnTo>
                  <a:pt x="139" y="6"/>
                </a:lnTo>
                <a:lnTo>
                  <a:pt x="139" y="5"/>
                </a:lnTo>
                <a:lnTo>
                  <a:pt x="140" y="5"/>
                </a:lnTo>
                <a:lnTo>
                  <a:pt x="141" y="4"/>
                </a:lnTo>
                <a:lnTo>
                  <a:pt x="142" y="4"/>
                </a:lnTo>
                <a:lnTo>
                  <a:pt x="142" y="5"/>
                </a:lnTo>
                <a:lnTo>
                  <a:pt x="142" y="4"/>
                </a:lnTo>
                <a:lnTo>
                  <a:pt x="142" y="5"/>
                </a:lnTo>
                <a:lnTo>
                  <a:pt x="143" y="4"/>
                </a:lnTo>
                <a:lnTo>
                  <a:pt x="144" y="4"/>
                </a:lnTo>
                <a:lnTo>
                  <a:pt x="144" y="3"/>
                </a:lnTo>
                <a:lnTo>
                  <a:pt x="145" y="3"/>
                </a:lnTo>
                <a:lnTo>
                  <a:pt x="145" y="2"/>
                </a:lnTo>
                <a:lnTo>
                  <a:pt x="147" y="2"/>
                </a:lnTo>
                <a:lnTo>
                  <a:pt x="147" y="3"/>
                </a:lnTo>
                <a:lnTo>
                  <a:pt x="148" y="3"/>
                </a:lnTo>
                <a:lnTo>
                  <a:pt x="148" y="4"/>
                </a:lnTo>
                <a:lnTo>
                  <a:pt x="148" y="5"/>
                </a:lnTo>
                <a:lnTo>
                  <a:pt x="149" y="5"/>
                </a:lnTo>
                <a:lnTo>
                  <a:pt x="150" y="5"/>
                </a:lnTo>
                <a:lnTo>
                  <a:pt x="150" y="4"/>
                </a:lnTo>
                <a:lnTo>
                  <a:pt x="151" y="4"/>
                </a:lnTo>
                <a:lnTo>
                  <a:pt x="152" y="4"/>
                </a:lnTo>
                <a:lnTo>
                  <a:pt x="152" y="3"/>
                </a:lnTo>
                <a:lnTo>
                  <a:pt x="153" y="3"/>
                </a:lnTo>
                <a:lnTo>
                  <a:pt x="154" y="2"/>
                </a:lnTo>
                <a:lnTo>
                  <a:pt x="154" y="1"/>
                </a:lnTo>
                <a:lnTo>
                  <a:pt x="155" y="1"/>
                </a:lnTo>
                <a:lnTo>
                  <a:pt x="156" y="1"/>
                </a:lnTo>
                <a:lnTo>
                  <a:pt x="156" y="2"/>
                </a:lnTo>
                <a:lnTo>
                  <a:pt x="157" y="2"/>
                </a:lnTo>
                <a:lnTo>
                  <a:pt x="157" y="1"/>
                </a:lnTo>
                <a:lnTo>
                  <a:pt x="158" y="1"/>
                </a:lnTo>
                <a:lnTo>
                  <a:pt x="158" y="0"/>
                </a:lnTo>
                <a:lnTo>
                  <a:pt x="159" y="0"/>
                </a:lnTo>
                <a:lnTo>
                  <a:pt x="159" y="1"/>
                </a:lnTo>
                <a:lnTo>
                  <a:pt x="158" y="2"/>
                </a:lnTo>
                <a:lnTo>
                  <a:pt x="158" y="3"/>
                </a:lnTo>
                <a:lnTo>
                  <a:pt x="159" y="3"/>
                </a:lnTo>
                <a:lnTo>
                  <a:pt x="159" y="4"/>
                </a:lnTo>
                <a:lnTo>
                  <a:pt x="160" y="4"/>
                </a:lnTo>
                <a:lnTo>
                  <a:pt x="162" y="4"/>
                </a:lnTo>
                <a:lnTo>
                  <a:pt x="162" y="3"/>
                </a:lnTo>
                <a:lnTo>
                  <a:pt x="163" y="3"/>
                </a:lnTo>
                <a:lnTo>
                  <a:pt x="163" y="2"/>
                </a:lnTo>
                <a:lnTo>
                  <a:pt x="163" y="1"/>
                </a:lnTo>
                <a:lnTo>
                  <a:pt x="164" y="1"/>
                </a:lnTo>
                <a:lnTo>
                  <a:pt x="165" y="1"/>
                </a:lnTo>
                <a:lnTo>
                  <a:pt x="165" y="2"/>
                </a:lnTo>
                <a:lnTo>
                  <a:pt x="166" y="2"/>
                </a:lnTo>
                <a:lnTo>
                  <a:pt x="167" y="1"/>
                </a:lnTo>
                <a:lnTo>
                  <a:pt x="168" y="1"/>
                </a:lnTo>
                <a:lnTo>
                  <a:pt x="168" y="2"/>
                </a:lnTo>
                <a:lnTo>
                  <a:pt x="167" y="2"/>
                </a:lnTo>
                <a:lnTo>
                  <a:pt x="166" y="2"/>
                </a:lnTo>
                <a:lnTo>
                  <a:pt x="166" y="3"/>
                </a:lnTo>
                <a:lnTo>
                  <a:pt x="166" y="2"/>
                </a:lnTo>
                <a:lnTo>
                  <a:pt x="165" y="2"/>
                </a:lnTo>
                <a:lnTo>
                  <a:pt x="164" y="2"/>
                </a:lnTo>
                <a:lnTo>
                  <a:pt x="164" y="1"/>
                </a:lnTo>
                <a:lnTo>
                  <a:pt x="163" y="1"/>
                </a:lnTo>
                <a:lnTo>
                  <a:pt x="163" y="2"/>
                </a:lnTo>
                <a:lnTo>
                  <a:pt x="163" y="3"/>
                </a:lnTo>
                <a:lnTo>
                  <a:pt x="162" y="3"/>
                </a:lnTo>
                <a:lnTo>
                  <a:pt x="162" y="4"/>
                </a:lnTo>
                <a:lnTo>
                  <a:pt x="161" y="4"/>
                </a:lnTo>
                <a:lnTo>
                  <a:pt x="160" y="4"/>
                </a:lnTo>
                <a:lnTo>
                  <a:pt x="159" y="4"/>
                </a:lnTo>
                <a:lnTo>
                  <a:pt x="158" y="3"/>
                </a:lnTo>
                <a:lnTo>
                  <a:pt x="158" y="2"/>
                </a:lnTo>
                <a:lnTo>
                  <a:pt x="158" y="1"/>
                </a:lnTo>
                <a:lnTo>
                  <a:pt x="158" y="2"/>
                </a:lnTo>
                <a:lnTo>
                  <a:pt x="157" y="2"/>
                </a:lnTo>
                <a:lnTo>
                  <a:pt x="156" y="2"/>
                </a:lnTo>
                <a:lnTo>
                  <a:pt x="156" y="1"/>
                </a:lnTo>
                <a:lnTo>
                  <a:pt x="155" y="1"/>
                </a:lnTo>
                <a:lnTo>
                  <a:pt x="154" y="1"/>
                </a:lnTo>
                <a:lnTo>
                  <a:pt x="154" y="2"/>
                </a:lnTo>
                <a:lnTo>
                  <a:pt x="154" y="3"/>
                </a:lnTo>
                <a:lnTo>
                  <a:pt x="153" y="3"/>
                </a:lnTo>
                <a:lnTo>
                  <a:pt x="153" y="4"/>
                </a:lnTo>
                <a:lnTo>
                  <a:pt x="152" y="4"/>
                </a:lnTo>
                <a:lnTo>
                  <a:pt x="151" y="4"/>
                </a:lnTo>
                <a:lnTo>
                  <a:pt x="151" y="5"/>
                </a:lnTo>
                <a:lnTo>
                  <a:pt x="150" y="5"/>
                </a:lnTo>
                <a:lnTo>
                  <a:pt x="149" y="5"/>
                </a:lnTo>
                <a:lnTo>
                  <a:pt x="149" y="6"/>
                </a:lnTo>
                <a:lnTo>
                  <a:pt x="149" y="5"/>
                </a:lnTo>
                <a:lnTo>
                  <a:pt x="148" y="5"/>
                </a:lnTo>
                <a:lnTo>
                  <a:pt x="148" y="4"/>
                </a:lnTo>
                <a:lnTo>
                  <a:pt x="148" y="3"/>
                </a:lnTo>
                <a:lnTo>
                  <a:pt x="147" y="3"/>
                </a:lnTo>
                <a:lnTo>
                  <a:pt x="146" y="3"/>
                </a:lnTo>
                <a:lnTo>
                  <a:pt x="146" y="2"/>
                </a:lnTo>
                <a:lnTo>
                  <a:pt x="145" y="2"/>
                </a:lnTo>
                <a:lnTo>
                  <a:pt x="145" y="3"/>
                </a:lnTo>
                <a:lnTo>
                  <a:pt x="144" y="4"/>
                </a:lnTo>
                <a:lnTo>
                  <a:pt x="145" y="4"/>
                </a:lnTo>
                <a:lnTo>
                  <a:pt x="144" y="4"/>
                </a:lnTo>
                <a:lnTo>
                  <a:pt x="144" y="5"/>
                </a:lnTo>
                <a:lnTo>
                  <a:pt x="145" y="5"/>
                </a:lnTo>
                <a:lnTo>
                  <a:pt x="145" y="4"/>
                </a:lnTo>
                <a:lnTo>
                  <a:pt x="145" y="5"/>
                </a:lnTo>
                <a:lnTo>
                  <a:pt x="144" y="5"/>
                </a:lnTo>
                <a:lnTo>
                  <a:pt x="143" y="5"/>
                </a:lnTo>
                <a:lnTo>
                  <a:pt x="142" y="5"/>
                </a:lnTo>
                <a:lnTo>
                  <a:pt x="141" y="5"/>
                </a:lnTo>
                <a:lnTo>
                  <a:pt x="141" y="6"/>
                </a:lnTo>
                <a:lnTo>
                  <a:pt x="140" y="6"/>
                </a:lnTo>
                <a:lnTo>
                  <a:pt x="139" y="6"/>
                </a:lnTo>
                <a:lnTo>
                  <a:pt x="139" y="7"/>
                </a:lnTo>
                <a:lnTo>
                  <a:pt x="139" y="8"/>
                </a:lnTo>
                <a:lnTo>
                  <a:pt x="138" y="8"/>
                </a:lnTo>
                <a:lnTo>
                  <a:pt x="137" y="9"/>
                </a:lnTo>
                <a:lnTo>
                  <a:pt x="136" y="9"/>
                </a:lnTo>
                <a:lnTo>
                  <a:pt x="136" y="10"/>
                </a:lnTo>
                <a:lnTo>
                  <a:pt x="135" y="10"/>
                </a:lnTo>
                <a:lnTo>
                  <a:pt x="134" y="10"/>
                </a:lnTo>
                <a:lnTo>
                  <a:pt x="134" y="11"/>
                </a:lnTo>
                <a:lnTo>
                  <a:pt x="134" y="12"/>
                </a:lnTo>
                <a:lnTo>
                  <a:pt x="135" y="12"/>
                </a:lnTo>
                <a:lnTo>
                  <a:pt x="136" y="12"/>
                </a:lnTo>
                <a:lnTo>
                  <a:pt x="137" y="12"/>
                </a:lnTo>
                <a:lnTo>
                  <a:pt x="137" y="13"/>
                </a:lnTo>
                <a:lnTo>
                  <a:pt x="138" y="13"/>
                </a:lnTo>
                <a:lnTo>
                  <a:pt x="138" y="14"/>
                </a:lnTo>
                <a:lnTo>
                  <a:pt x="138" y="15"/>
                </a:lnTo>
                <a:lnTo>
                  <a:pt x="138" y="16"/>
                </a:lnTo>
                <a:lnTo>
                  <a:pt x="137" y="16"/>
                </a:lnTo>
                <a:lnTo>
                  <a:pt x="136" y="16"/>
                </a:lnTo>
                <a:lnTo>
                  <a:pt x="134" y="16"/>
                </a:lnTo>
                <a:lnTo>
                  <a:pt x="133" y="16"/>
                </a:lnTo>
                <a:lnTo>
                  <a:pt x="132" y="16"/>
                </a:lnTo>
                <a:lnTo>
                  <a:pt x="131" y="16"/>
                </a:lnTo>
                <a:lnTo>
                  <a:pt x="130" y="17"/>
                </a:lnTo>
                <a:lnTo>
                  <a:pt x="130" y="16"/>
                </a:lnTo>
                <a:lnTo>
                  <a:pt x="129" y="16"/>
                </a:lnTo>
                <a:lnTo>
                  <a:pt x="129" y="15"/>
                </a:lnTo>
                <a:lnTo>
                  <a:pt x="128" y="15"/>
                </a:lnTo>
                <a:lnTo>
                  <a:pt x="127" y="15"/>
                </a:lnTo>
                <a:lnTo>
                  <a:pt x="126" y="15"/>
                </a:lnTo>
                <a:lnTo>
                  <a:pt x="126" y="17"/>
                </a:lnTo>
                <a:lnTo>
                  <a:pt x="126" y="18"/>
                </a:lnTo>
                <a:lnTo>
                  <a:pt x="126" y="19"/>
                </a:lnTo>
                <a:lnTo>
                  <a:pt x="125" y="19"/>
                </a:lnTo>
                <a:lnTo>
                  <a:pt x="125" y="20"/>
                </a:lnTo>
                <a:lnTo>
                  <a:pt x="124" y="20"/>
                </a:lnTo>
                <a:lnTo>
                  <a:pt x="124" y="21"/>
                </a:lnTo>
                <a:lnTo>
                  <a:pt x="123" y="21"/>
                </a:lnTo>
                <a:lnTo>
                  <a:pt x="122" y="21"/>
                </a:lnTo>
                <a:lnTo>
                  <a:pt x="122" y="20"/>
                </a:lnTo>
                <a:lnTo>
                  <a:pt x="121" y="20"/>
                </a:lnTo>
                <a:lnTo>
                  <a:pt x="120" y="20"/>
                </a:lnTo>
                <a:lnTo>
                  <a:pt x="119" y="20"/>
                </a:lnTo>
                <a:lnTo>
                  <a:pt x="119" y="21"/>
                </a:lnTo>
                <a:lnTo>
                  <a:pt x="118" y="21"/>
                </a:lnTo>
                <a:lnTo>
                  <a:pt x="118" y="22"/>
                </a:lnTo>
                <a:lnTo>
                  <a:pt x="118" y="23"/>
                </a:lnTo>
                <a:lnTo>
                  <a:pt x="117" y="23"/>
                </a:lnTo>
                <a:lnTo>
                  <a:pt x="118" y="23"/>
                </a:lnTo>
                <a:lnTo>
                  <a:pt x="117" y="23"/>
                </a:lnTo>
                <a:lnTo>
                  <a:pt x="118" y="23"/>
                </a:lnTo>
                <a:lnTo>
                  <a:pt x="117" y="23"/>
                </a:lnTo>
                <a:lnTo>
                  <a:pt x="118" y="23"/>
                </a:lnTo>
                <a:lnTo>
                  <a:pt x="118" y="24"/>
                </a:lnTo>
                <a:lnTo>
                  <a:pt x="117" y="24"/>
                </a:lnTo>
                <a:lnTo>
                  <a:pt x="118" y="24"/>
                </a:lnTo>
                <a:lnTo>
                  <a:pt x="117" y="24"/>
                </a:lnTo>
                <a:lnTo>
                  <a:pt x="117" y="25"/>
                </a:lnTo>
                <a:lnTo>
                  <a:pt x="117" y="26"/>
                </a:lnTo>
                <a:lnTo>
                  <a:pt x="116" y="26"/>
                </a:lnTo>
                <a:lnTo>
                  <a:pt x="115" y="26"/>
                </a:lnTo>
                <a:lnTo>
                  <a:pt x="115" y="25"/>
                </a:lnTo>
                <a:lnTo>
                  <a:pt x="114" y="25"/>
                </a:lnTo>
                <a:lnTo>
                  <a:pt x="114" y="26"/>
                </a:lnTo>
                <a:lnTo>
                  <a:pt x="114" y="27"/>
                </a:lnTo>
                <a:lnTo>
                  <a:pt x="114" y="28"/>
                </a:lnTo>
                <a:lnTo>
                  <a:pt x="114" y="29"/>
                </a:lnTo>
                <a:lnTo>
                  <a:pt x="114" y="30"/>
                </a:lnTo>
                <a:lnTo>
                  <a:pt x="113" y="30"/>
                </a:lnTo>
                <a:lnTo>
                  <a:pt x="112" y="30"/>
                </a:lnTo>
                <a:lnTo>
                  <a:pt x="111" y="30"/>
                </a:lnTo>
                <a:lnTo>
                  <a:pt x="111" y="29"/>
                </a:lnTo>
                <a:lnTo>
                  <a:pt x="110" y="29"/>
                </a:lnTo>
                <a:lnTo>
                  <a:pt x="110" y="28"/>
                </a:lnTo>
                <a:lnTo>
                  <a:pt x="110" y="27"/>
                </a:lnTo>
                <a:lnTo>
                  <a:pt x="109" y="27"/>
                </a:lnTo>
                <a:lnTo>
                  <a:pt x="108" y="28"/>
                </a:lnTo>
                <a:lnTo>
                  <a:pt x="107" y="28"/>
                </a:lnTo>
                <a:lnTo>
                  <a:pt x="106" y="29"/>
                </a:lnTo>
                <a:lnTo>
                  <a:pt x="105" y="29"/>
                </a:lnTo>
                <a:lnTo>
                  <a:pt x="105" y="28"/>
                </a:lnTo>
                <a:lnTo>
                  <a:pt x="104" y="28"/>
                </a:lnTo>
                <a:lnTo>
                  <a:pt x="103" y="28"/>
                </a:lnTo>
                <a:lnTo>
                  <a:pt x="103" y="27"/>
                </a:lnTo>
                <a:lnTo>
                  <a:pt x="102" y="27"/>
                </a:lnTo>
                <a:lnTo>
                  <a:pt x="101" y="27"/>
                </a:lnTo>
                <a:lnTo>
                  <a:pt x="101" y="28"/>
                </a:lnTo>
                <a:lnTo>
                  <a:pt x="102" y="28"/>
                </a:lnTo>
                <a:lnTo>
                  <a:pt x="101" y="28"/>
                </a:lnTo>
                <a:lnTo>
                  <a:pt x="101" y="30"/>
                </a:lnTo>
                <a:lnTo>
                  <a:pt x="100" y="30"/>
                </a:lnTo>
                <a:lnTo>
                  <a:pt x="100" y="31"/>
                </a:lnTo>
                <a:lnTo>
                  <a:pt x="99" y="31"/>
                </a:lnTo>
                <a:lnTo>
                  <a:pt x="99" y="32"/>
                </a:lnTo>
                <a:lnTo>
                  <a:pt x="99" y="31"/>
                </a:lnTo>
                <a:lnTo>
                  <a:pt x="100" y="32"/>
                </a:lnTo>
                <a:lnTo>
                  <a:pt x="99" y="33"/>
                </a:lnTo>
                <a:lnTo>
                  <a:pt x="99" y="32"/>
                </a:lnTo>
                <a:lnTo>
                  <a:pt x="98" y="32"/>
                </a:lnTo>
                <a:lnTo>
                  <a:pt x="97" y="32"/>
                </a:lnTo>
                <a:lnTo>
                  <a:pt x="96" y="32"/>
                </a:lnTo>
                <a:lnTo>
                  <a:pt x="95" y="32"/>
                </a:lnTo>
                <a:lnTo>
                  <a:pt x="94" y="32"/>
                </a:lnTo>
                <a:lnTo>
                  <a:pt x="94" y="33"/>
                </a:lnTo>
                <a:lnTo>
                  <a:pt x="93" y="33"/>
                </a:lnTo>
                <a:lnTo>
                  <a:pt x="92" y="33"/>
                </a:lnTo>
                <a:lnTo>
                  <a:pt x="91" y="33"/>
                </a:lnTo>
                <a:lnTo>
                  <a:pt x="90" y="34"/>
                </a:lnTo>
                <a:lnTo>
                  <a:pt x="89" y="34"/>
                </a:lnTo>
                <a:lnTo>
                  <a:pt x="89" y="35"/>
                </a:lnTo>
                <a:lnTo>
                  <a:pt x="88" y="35"/>
                </a:lnTo>
                <a:lnTo>
                  <a:pt x="88" y="36"/>
                </a:lnTo>
                <a:lnTo>
                  <a:pt x="87" y="36"/>
                </a:lnTo>
                <a:lnTo>
                  <a:pt x="86" y="36"/>
                </a:lnTo>
                <a:lnTo>
                  <a:pt x="86" y="37"/>
                </a:lnTo>
                <a:lnTo>
                  <a:pt x="87" y="37"/>
                </a:lnTo>
                <a:lnTo>
                  <a:pt x="88" y="37"/>
                </a:lnTo>
                <a:lnTo>
                  <a:pt x="87" y="37"/>
                </a:lnTo>
                <a:lnTo>
                  <a:pt x="86" y="37"/>
                </a:lnTo>
                <a:lnTo>
                  <a:pt x="85" y="37"/>
                </a:lnTo>
                <a:lnTo>
                  <a:pt x="84" y="37"/>
                </a:lnTo>
                <a:lnTo>
                  <a:pt x="83" y="38"/>
                </a:lnTo>
                <a:lnTo>
                  <a:pt x="82" y="38"/>
                </a:lnTo>
                <a:lnTo>
                  <a:pt x="82" y="39"/>
                </a:lnTo>
                <a:lnTo>
                  <a:pt x="83" y="39"/>
                </a:lnTo>
                <a:lnTo>
                  <a:pt x="84" y="39"/>
                </a:lnTo>
                <a:lnTo>
                  <a:pt x="84" y="40"/>
                </a:lnTo>
                <a:lnTo>
                  <a:pt x="83" y="39"/>
                </a:lnTo>
                <a:lnTo>
                  <a:pt x="82" y="39"/>
                </a:lnTo>
                <a:lnTo>
                  <a:pt x="81" y="39"/>
                </a:lnTo>
                <a:lnTo>
                  <a:pt x="80" y="39"/>
                </a:lnTo>
                <a:lnTo>
                  <a:pt x="79" y="39"/>
                </a:lnTo>
                <a:lnTo>
                  <a:pt x="78" y="40"/>
                </a:lnTo>
                <a:lnTo>
                  <a:pt x="77" y="40"/>
                </a:lnTo>
                <a:lnTo>
                  <a:pt x="78" y="40"/>
                </a:lnTo>
                <a:lnTo>
                  <a:pt x="77" y="40"/>
                </a:lnTo>
                <a:lnTo>
                  <a:pt x="77" y="41"/>
                </a:lnTo>
                <a:lnTo>
                  <a:pt x="77" y="42"/>
                </a:lnTo>
                <a:lnTo>
                  <a:pt x="78" y="42"/>
                </a:lnTo>
                <a:lnTo>
                  <a:pt x="79" y="43"/>
                </a:lnTo>
                <a:lnTo>
                  <a:pt x="80" y="43"/>
                </a:lnTo>
                <a:lnTo>
                  <a:pt x="81" y="43"/>
                </a:lnTo>
                <a:lnTo>
                  <a:pt x="82" y="43"/>
                </a:lnTo>
                <a:lnTo>
                  <a:pt x="82" y="44"/>
                </a:lnTo>
                <a:lnTo>
                  <a:pt x="83" y="44"/>
                </a:lnTo>
                <a:lnTo>
                  <a:pt x="83" y="45"/>
                </a:lnTo>
                <a:lnTo>
                  <a:pt x="82" y="45"/>
                </a:lnTo>
                <a:lnTo>
                  <a:pt x="81" y="45"/>
                </a:lnTo>
                <a:lnTo>
                  <a:pt x="81" y="46"/>
                </a:lnTo>
                <a:lnTo>
                  <a:pt x="80" y="47"/>
                </a:lnTo>
                <a:lnTo>
                  <a:pt x="79" y="47"/>
                </a:lnTo>
                <a:lnTo>
                  <a:pt x="78" y="47"/>
                </a:lnTo>
                <a:lnTo>
                  <a:pt x="77" y="47"/>
                </a:lnTo>
                <a:lnTo>
                  <a:pt x="76" y="47"/>
                </a:lnTo>
                <a:lnTo>
                  <a:pt x="76" y="46"/>
                </a:lnTo>
                <a:lnTo>
                  <a:pt x="75" y="46"/>
                </a:lnTo>
                <a:lnTo>
                  <a:pt x="74" y="46"/>
                </a:lnTo>
                <a:lnTo>
                  <a:pt x="73" y="46"/>
                </a:lnTo>
                <a:lnTo>
                  <a:pt x="73" y="47"/>
                </a:lnTo>
                <a:lnTo>
                  <a:pt x="73" y="46"/>
                </a:lnTo>
                <a:lnTo>
                  <a:pt x="73" y="47"/>
                </a:lnTo>
                <a:lnTo>
                  <a:pt x="72" y="47"/>
                </a:lnTo>
                <a:lnTo>
                  <a:pt x="71" y="47"/>
                </a:lnTo>
                <a:lnTo>
                  <a:pt x="70" y="47"/>
                </a:lnTo>
                <a:lnTo>
                  <a:pt x="69" y="47"/>
                </a:lnTo>
                <a:lnTo>
                  <a:pt x="68" y="47"/>
                </a:lnTo>
                <a:lnTo>
                  <a:pt x="68" y="46"/>
                </a:lnTo>
                <a:lnTo>
                  <a:pt x="68" y="45"/>
                </a:lnTo>
                <a:lnTo>
                  <a:pt x="67" y="45"/>
                </a:lnTo>
                <a:lnTo>
                  <a:pt x="66" y="45"/>
                </a:lnTo>
                <a:lnTo>
                  <a:pt x="66" y="46"/>
                </a:lnTo>
                <a:lnTo>
                  <a:pt x="66" y="47"/>
                </a:lnTo>
                <a:lnTo>
                  <a:pt x="65" y="47"/>
                </a:lnTo>
                <a:lnTo>
                  <a:pt x="65" y="48"/>
                </a:lnTo>
                <a:lnTo>
                  <a:pt x="64" y="48"/>
                </a:lnTo>
                <a:lnTo>
                  <a:pt x="64" y="49"/>
                </a:lnTo>
                <a:lnTo>
                  <a:pt x="64" y="50"/>
                </a:lnTo>
                <a:lnTo>
                  <a:pt x="63" y="50"/>
                </a:lnTo>
                <a:lnTo>
                  <a:pt x="63" y="51"/>
                </a:lnTo>
                <a:lnTo>
                  <a:pt x="62" y="51"/>
                </a:lnTo>
                <a:lnTo>
                  <a:pt x="61" y="52"/>
                </a:lnTo>
                <a:lnTo>
                  <a:pt x="59" y="52"/>
                </a:lnTo>
                <a:lnTo>
                  <a:pt x="59" y="53"/>
                </a:lnTo>
                <a:lnTo>
                  <a:pt x="58" y="53"/>
                </a:lnTo>
                <a:lnTo>
                  <a:pt x="57" y="53"/>
                </a:lnTo>
                <a:lnTo>
                  <a:pt x="57" y="54"/>
                </a:lnTo>
                <a:lnTo>
                  <a:pt x="56" y="54"/>
                </a:lnTo>
                <a:lnTo>
                  <a:pt x="55" y="54"/>
                </a:lnTo>
                <a:lnTo>
                  <a:pt x="54" y="54"/>
                </a:lnTo>
                <a:lnTo>
                  <a:pt x="54" y="55"/>
                </a:lnTo>
                <a:lnTo>
                  <a:pt x="53" y="55"/>
                </a:lnTo>
                <a:lnTo>
                  <a:pt x="53" y="56"/>
                </a:lnTo>
                <a:lnTo>
                  <a:pt x="52" y="56"/>
                </a:lnTo>
                <a:lnTo>
                  <a:pt x="52" y="57"/>
                </a:lnTo>
                <a:lnTo>
                  <a:pt x="51" y="57"/>
                </a:lnTo>
                <a:lnTo>
                  <a:pt x="51" y="58"/>
                </a:lnTo>
                <a:lnTo>
                  <a:pt x="52" y="58"/>
                </a:lnTo>
                <a:lnTo>
                  <a:pt x="51" y="58"/>
                </a:lnTo>
                <a:lnTo>
                  <a:pt x="51" y="59"/>
                </a:lnTo>
                <a:lnTo>
                  <a:pt x="51" y="60"/>
                </a:lnTo>
                <a:lnTo>
                  <a:pt x="51" y="61"/>
                </a:lnTo>
                <a:lnTo>
                  <a:pt x="50" y="61"/>
                </a:lnTo>
                <a:lnTo>
                  <a:pt x="49" y="61"/>
                </a:lnTo>
                <a:lnTo>
                  <a:pt x="50" y="61"/>
                </a:lnTo>
                <a:lnTo>
                  <a:pt x="49" y="61"/>
                </a:lnTo>
                <a:lnTo>
                  <a:pt x="49" y="62"/>
                </a:lnTo>
                <a:lnTo>
                  <a:pt x="48" y="62"/>
                </a:lnTo>
                <a:lnTo>
                  <a:pt x="47" y="62"/>
                </a:lnTo>
                <a:lnTo>
                  <a:pt x="47" y="63"/>
                </a:lnTo>
                <a:lnTo>
                  <a:pt x="46" y="63"/>
                </a:lnTo>
                <a:lnTo>
                  <a:pt x="45" y="63"/>
                </a:lnTo>
                <a:lnTo>
                  <a:pt x="44" y="63"/>
                </a:lnTo>
                <a:lnTo>
                  <a:pt x="44" y="64"/>
                </a:lnTo>
                <a:lnTo>
                  <a:pt x="43" y="64"/>
                </a:lnTo>
                <a:lnTo>
                  <a:pt x="42" y="64"/>
                </a:lnTo>
                <a:lnTo>
                  <a:pt x="41" y="64"/>
                </a:lnTo>
                <a:lnTo>
                  <a:pt x="40" y="65"/>
                </a:lnTo>
                <a:lnTo>
                  <a:pt x="39" y="65"/>
                </a:lnTo>
                <a:lnTo>
                  <a:pt x="39" y="66"/>
                </a:lnTo>
                <a:lnTo>
                  <a:pt x="39" y="65"/>
                </a:lnTo>
                <a:lnTo>
                  <a:pt x="39" y="66"/>
                </a:lnTo>
                <a:lnTo>
                  <a:pt x="38" y="66"/>
                </a:lnTo>
                <a:lnTo>
                  <a:pt x="38" y="67"/>
                </a:lnTo>
                <a:lnTo>
                  <a:pt x="38" y="68"/>
                </a:lnTo>
                <a:lnTo>
                  <a:pt x="38" y="69"/>
                </a:lnTo>
                <a:lnTo>
                  <a:pt x="38" y="70"/>
                </a:lnTo>
                <a:lnTo>
                  <a:pt x="37" y="70"/>
                </a:lnTo>
                <a:lnTo>
                  <a:pt x="36" y="70"/>
                </a:lnTo>
                <a:lnTo>
                  <a:pt x="36" y="71"/>
                </a:lnTo>
                <a:lnTo>
                  <a:pt x="35" y="71"/>
                </a:lnTo>
                <a:lnTo>
                  <a:pt x="34" y="71"/>
                </a:lnTo>
                <a:lnTo>
                  <a:pt x="34" y="72"/>
                </a:lnTo>
                <a:lnTo>
                  <a:pt x="33" y="72"/>
                </a:lnTo>
                <a:lnTo>
                  <a:pt x="32" y="72"/>
                </a:lnTo>
                <a:lnTo>
                  <a:pt x="31" y="72"/>
                </a:lnTo>
                <a:lnTo>
                  <a:pt x="31" y="74"/>
                </a:lnTo>
                <a:lnTo>
                  <a:pt x="32" y="74"/>
                </a:lnTo>
                <a:lnTo>
                  <a:pt x="32" y="76"/>
                </a:lnTo>
                <a:lnTo>
                  <a:pt x="32" y="77"/>
                </a:lnTo>
                <a:lnTo>
                  <a:pt x="32" y="78"/>
                </a:lnTo>
                <a:lnTo>
                  <a:pt x="30" y="78"/>
                </a:lnTo>
                <a:lnTo>
                  <a:pt x="29" y="78"/>
                </a:lnTo>
                <a:lnTo>
                  <a:pt x="30" y="78"/>
                </a:lnTo>
                <a:lnTo>
                  <a:pt x="30" y="77"/>
                </a:lnTo>
                <a:lnTo>
                  <a:pt x="30" y="78"/>
                </a:lnTo>
                <a:lnTo>
                  <a:pt x="30" y="77"/>
                </a:lnTo>
                <a:lnTo>
                  <a:pt x="30" y="78"/>
                </a:lnTo>
                <a:lnTo>
                  <a:pt x="32" y="78"/>
                </a:lnTo>
                <a:lnTo>
                  <a:pt x="32" y="77"/>
                </a:lnTo>
                <a:lnTo>
                  <a:pt x="32" y="76"/>
                </a:lnTo>
                <a:lnTo>
                  <a:pt x="32" y="74"/>
                </a:lnTo>
                <a:lnTo>
                  <a:pt x="31" y="74"/>
                </a:lnTo>
                <a:lnTo>
                  <a:pt x="31" y="72"/>
                </a:lnTo>
                <a:lnTo>
                  <a:pt x="31" y="74"/>
                </a:lnTo>
                <a:lnTo>
                  <a:pt x="30" y="75"/>
                </a:lnTo>
                <a:lnTo>
                  <a:pt x="29" y="75"/>
                </a:lnTo>
                <a:lnTo>
                  <a:pt x="29" y="76"/>
                </a:lnTo>
                <a:lnTo>
                  <a:pt x="29" y="75"/>
                </a:lnTo>
                <a:lnTo>
                  <a:pt x="29" y="76"/>
                </a:lnTo>
                <a:lnTo>
                  <a:pt x="29" y="77"/>
                </a:lnTo>
                <a:lnTo>
                  <a:pt x="28" y="77"/>
                </a:lnTo>
                <a:lnTo>
                  <a:pt x="27" y="77"/>
                </a:lnTo>
                <a:lnTo>
                  <a:pt x="26" y="77"/>
                </a:lnTo>
                <a:lnTo>
                  <a:pt x="26" y="78"/>
                </a:lnTo>
                <a:lnTo>
                  <a:pt x="26" y="79"/>
                </a:lnTo>
                <a:lnTo>
                  <a:pt x="25" y="79"/>
                </a:lnTo>
                <a:lnTo>
                  <a:pt x="25" y="80"/>
                </a:lnTo>
                <a:lnTo>
                  <a:pt x="24" y="80"/>
                </a:lnTo>
                <a:lnTo>
                  <a:pt x="23" y="80"/>
                </a:lnTo>
                <a:lnTo>
                  <a:pt x="23" y="81"/>
                </a:lnTo>
                <a:lnTo>
                  <a:pt x="22" y="81"/>
                </a:lnTo>
                <a:lnTo>
                  <a:pt x="21" y="81"/>
                </a:lnTo>
                <a:lnTo>
                  <a:pt x="21" y="82"/>
                </a:lnTo>
                <a:lnTo>
                  <a:pt x="22" y="82"/>
                </a:lnTo>
                <a:lnTo>
                  <a:pt x="23" y="82"/>
                </a:lnTo>
                <a:lnTo>
                  <a:pt x="24" y="82"/>
                </a:lnTo>
                <a:lnTo>
                  <a:pt x="24" y="81"/>
                </a:lnTo>
                <a:lnTo>
                  <a:pt x="25" y="81"/>
                </a:lnTo>
                <a:lnTo>
                  <a:pt x="26" y="81"/>
                </a:lnTo>
                <a:lnTo>
                  <a:pt x="27" y="81"/>
                </a:lnTo>
                <a:lnTo>
                  <a:pt x="27" y="80"/>
                </a:lnTo>
                <a:lnTo>
                  <a:pt x="27" y="79"/>
                </a:lnTo>
                <a:lnTo>
                  <a:pt x="28" y="79"/>
                </a:lnTo>
                <a:lnTo>
                  <a:pt x="28" y="78"/>
                </a:lnTo>
                <a:lnTo>
                  <a:pt x="27" y="78"/>
                </a:lnTo>
                <a:lnTo>
                  <a:pt x="28" y="78"/>
                </a:lnTo>
                <a:lnTo>
                  <a:pt x="27" y="78"/>
                </a:lnTo>
                <a:lnTo>
                  <a:pt x="28" y="78"/>
                </a:lnTo>
                <a:lnTo>
                  <a:pt x="28" y="79"/>
                </a:lnTo>
                <a:lnTo>
                  <a:pt x="27" y="80"/>
                </a:lnTo>
                <a:lnTo>
                  <a:pt x="27" y="81"/>
                </a:lnTo>
                <a:lnTo>
                  <a:pt x="26" y="81"/>
                </a:lnTo>
                <a:lnTo>
                  <a:pt x="26" y="82"/>
                </a:lnTo>
                <a:lnTo>
                  <a:pt x="25" y="82"/>
                </a:lnTo>
                <a:lnTo>
                  <a:pt x="24" y="82"/>
                </a:lnTo>
                <a:lnTo>
                  <a:pt x="24" y="83"/>
                </a:lnTo>
                <a:lnTo>
                  <a:pt x="23" y="83"/>
                </a:lnTo>
                <a:lnTo>
                  <a:pt x="21" y="83"/>
                </a:lnTo>
                <a:lnTo>
                  <a:pt x="20" y="83"/>
                </a:lnTo>
                <a:lnTo>
                  <a:pt x="20" y="84"/>
                </a:lnTo>
                <a:lnTo>
                  <a:pt x="19" y="85"/>
                </a:lnTo>
                <a:lnTo>
                  <a:pt x="18" y="85"/>
                </a:lnTo>
                <a:lnTo>
                  <a:pt x="18" y="86"/>
                </a:lnTo>
                <a:lnTo>
                  <a:pt x="18" y="87"/>
                </a:lnTo>
                <a:lnTo>
                  <a:pt x="19" y="87"/>
                </a:lnTo>
                <a:lnTo>
                  <a:pt x="19" y="88"/>
                </a:lnTo>
                <a:lnTo>
                  <a:pt x="19" y="89"/>
                </a:lnTo>
                <a:lnTo>
                  <a:pt x="19" y="90"/>
                </a:lnTo>
                <a:lnTo>
                  <a:pt x="19" y="91"/>
                </a:lnTo>
                <a:lnTo>
                  <a:pt x="19" y="93"/>
                </a:lnTo>
                <a:lnTo>
                  <a:pt x="19" y="94"/>
                </a:lnTo>
                <a:lnTo>
                  <a:pt x="18" y="94"/>
                </a:lnTo>
                <a:lnTo>
                  <a:pt x="18" y="95"/>
                </a:lnTo>
                <a:lnTo>
                  <a:pt x="18" y="96"/>
                </a:lnTo>
                <a:lnTo>
                  <a:pt x="18" y="98"/>
                </a:lnTo>
                <a:lnTo>
                  <a:pt x="18" y="99"/>
                </a:lnTo>
                <a:lnTo>
                  <a:pt x="18" y="100"/>
                </a:lnTo>
                <a:lnTo>
                  <a:pt x="18" y="99"/>
                </a:lnTo>
                <a:lnTo>
                  <a:pt x="17" y="99"/>
                </a:lnTo>
                <a:lnTo>
                  <a:pt x="17" y="100"/>
                </a:lnTo>
                <a:lnTo>
                  <a:pt x="16" y="100"/>
                </a:lnTo>
                <a:lnTo>
                  <a:pt x="16" y="101"/>
                </a:lnTo>
                <a:lnTo>
                  <a:pt x="15" y="101"/>
                </a:lnTo>
                <a:lnTo>
                  <a:pt x="16" y="101"/>
                </a:lnTo>
                <a:lnTo>
                  <a:pt x="17" y="101"/>
                </a:lnTo>
                <a:lnTo>
                  <a:pt x="17" y="100"/>
                </a:lnTo>
                <a:lnTo>
                  <a:pt x="17" y="101"/>
                </a:lnTo>
                <a:lnTo>
                  <a:pt x="16" y="101"/>
                </a:lnTo>
                <a:lnTo>
                  <a:pt x="15" y="101"/>
                </a:lnTo>
                <a:lnTo>
                  <a:pt x="15" y="102"/>
                </a:lnTo>
                <a:lnTo>
                  <a:pt x="14" y="102"/>
                </a:lnTo>
                <a:lnTo>
                  <a:pt x="14" y="103"/>
                </a:lnTo>
                <a:lnTo>
                  <a:pt x="13" y="103"/>
                </a:lnTo>
                <a:lnTo>
                  <a:pt x="13" y="104"/>
                </a:lnTo>
                <a:lnTo>
                  <a:pt x="14" y="105"/>
                </a:lnTo>
                <a:lnTo>
                  <a:pt x="14" y="106"/>
                </a:lnTo>
                <a:lnTo>
                  <a:pt x="15" y="106"/>
                </a:lnTo>
                <a:lnTo>
                  <a:pt x="16" y="106"/>
                </a:lnTo>
                <a:lnTo>
                  <a:pt x="16" y="107"/>
                </a:lnTo>
                <a:lnTo>
                  <a:pt x="16" y="108"/>
                </a:lnTo>
                <a:lnTo>
                  <a:pt x="17" y="108"/>
                </a:lnTo>
                <a:lnTo>
                  <a:pt x="17" y="109"/>
                </a:lnTo>
                <a:lnTo>
                  <a:pt x="17" y="110"/>
                </a:lnTo>
                <a:lnTo>
                  <a:pt x="18" y="111"/>
                </a:lnTo>
                <a:lnTo>
                  <a:pt x="19" y="111"/>
                </a:lnTo>
                <a:lnTo>
                  <a:pt x="19" y="110"/>
                </a:lnTo>
                <a:lnTo>
                  <a:pt x="18" y="110"/>
                </a:lnTo>
                <a:lnTo>
                  <a:pt x="18" y="109"/>
                </a:lnTo>
                <a:lnTo>
                  <a:pt x="18" y="108"/>
                </a:lnTo>
                <a:lnTo>
                  <a:pt x="18" y="107"/>
                </a:lnTo>
                <a:lnTo>
                  <a:pt x="17" y="107"/>
                </a:lnTo>
                <a:lnTo>
                  <a:pt x="17" y="106"/>
                </a:lnTo>
                <a:lnTo>
                  <a:pt x="16" y="106"/>
                </a:lnTo>
                <a:lnTo>
                  <a:pt x="16" y="105"/>
                </a:lnTo>
                <a:lnTo>
                  <a:pt x="16" y="106"/>
                </a:lnTo>
                <a:lnTo>
                  <a:pt x="17" y="106"/>
                </a:lnTo>
                <a:lnTo>
                  <a:pt x="17" y="107"/>
                </a:lnTo>
                <a:lnTo>
                  <a:pt x="18" y="107"/>
                </a:lnTo>
                <a:lnTo>
                  <a:pt x="18" y="108"/>
                </a:lnTo>
                <a:lnTo>
                  <a:pt x="18" y="109"/>
                </a:lnTo>
                <a:lnTo>
                  <a:pt x="18" y="110"/>
                </a:lnTo>
                <a:lnTo>
                  <a:pt x="19" y="111"/>
                </a:lnTo>
                <a:lnTo>
                  <a:pt x="19" y="110"/>
                </a:lnTo>
                <a:lnTo>
                  <a:pt x="19" y="111"/>
                </a:lnTo>
                <a:lnTo>
                  <a:pt x="20" y="111"/>
                </a:lnTo>
                <a:lnTo>
                  <a:pt x="20" y="110"/>
                </a:lnTo>
                <a:lnTo>
                  <a:pt x="20" y="109"/>
                </a:lnTo>
                <a:lnTo>
                  <a:pt x="20" y="108"/>
                </a:lnTo>
                <a:lnTo>
                  <a:pt x="20" y="107"/>
                </a:lnTo>
                <a:lnTo>
                  <a:pt x="19" y="107"/>
                </a:lnTo>
                <a:lnTo>
                  <a:pt x="20" y="107"/>
                </a:lnTo>
                <a:lnTo>
                  <a:pt x="20" y="108"/>
                </a:lnTo>
                <a:lnTo>
                  <a:pt x="20" y="109"/>
                </a:lnTo>
                <a:lnTo>
                  <a:pt x="20" y="110"/>
                </a:lnTo>
                <a:lnTo>
                  <a:pt x="21" y="110"/>
                </a:lnTo>
                <a:lnTo>
                  <a:pt x="21" y="111"/>
                </a:lnTo>
                <a:lnTo>
                  <a:pt x="22" y="111"/>
                </a:lnTo>
                <a:lnTo>
                  <a:pt x="22" y="112"/>
                </a:lnTo>
                <a:lnTo>
                  <a:pt x="23" y="112"/>
                </a:lnTo>
                <a:lnTo>
                  <a:pt x="23" y="113"/>
                </a:lnTo>
                <a:lnTo>
                  <a:pt x="22" y="113"/>
                </a:lnTo>
                <a:lnTo>
                  <a:pt x="22" y="114"/>
                </a:lnTo>
                <a:lnTo>
                  <a:pt x="20" y="114"/>
                </a:lnTo>
                <a:lnTo>
                  <a:pt x="19" y="114"/>
                </a:lnTo>
                <a:lnTo>
                  <a:pt x="18" y="114"/>
                </a:lnTo>
                <a:lnTo>
                  <a:pt x="17" y="114"/>
                </a:lnTo>
                <a:lnTo>
                  <a:pt x="16" y="114"/>
                </a:lnTo>
                <a:lnTo>
                  <a:pt x="15" y="114"/>
                </a:lnTo>
                <a:lnTo>
                  <a:pt x="14" y="113"/>
                </a:lnTo>
                <a:lnTo>
                  <a:pt x="13" y="113"/>
                </a:lnTo>
                <a:lnTo>
                  <a:pt x="12" y="113"/>
                </a:lnTo>
                <a:lnTo>
                  <a:pt x="10" y="113"/>
                </a:lnTo>
                <a:lnTo>
                  <a:pt x="9" y="113"/>
                </a:lnTo>
                <a:lnTo>
                  <a:pt x="9" y="112"/>
                </a:lnTo>
                <a:lnTo>
                  <a:pt x="10" y="112"/>
                </a:lnTo>
                <a:lnTo>
                  <a:pt x="10" y="111"/>
                </a:lnTo>
                <a:lnTo>
                  <a:pt x="9" y="111"/>
                </a:lnTo>
                <a:lnTo>
                  <a:pt x="9" y="110"/>
                </a:lnTo>
                <a:lnTo>
                  <a:pt x="9" y="109"/>
                </a:lnTo>
                <a:lnTo>
                  <a:pt x="9" y="108"/>
                </a:lnTo>
                <a:lnTo>
                  <a:pt x="9" y="107"/>
                </a:lnTo>
                <a:lnTo>
                  <a:pt x="10" y="107"/>
                </a:lnTo>
                <a:lnTo>
                  <a:pt x="10" y="106"/>
                </a:lnTo>
                <a:lnTo>
                  <a:pt x="10" y="105"/>
                </a:lnTo>
                <a:lnTo>
                  <a:pt x="10" y="104"/>
                </a:lnTo>
                <a:lnTo>
                  <a:pt x="10" y="103"/>
                </a:lnTo>
                <a:lnTo>
                  <a:pt x="11" y="103"/>
                </a:lnTo>
                <a:lnTo>
                  <a:pt x="11" y="102"/>
                </a:lnTo>
                <a:lnTo>
                  <a:pt x="10" y="102"/>
                </a:lnTo>
                <a:lnTo>
                  <a:pt x="9" y="101"/>
                </a:lnTo>
                <a:lnTo>
                  <a:pt x="9" y="102"/>
                </a:lnTo>
                <a:lnTo>
                  <a:pt x="8" y="102"/>
                </a:lnTo>
                <a:lnTo>
                  <a:pt x="7" y="102"/>
                </a:lnTo>
                <a:lnTo>
                  <a:pt x="6" y="102"/>
                </a:lnTo>
                <a:lnTo>
                  <a:pt x="6" y="103"/>
                </a:lnTo>
                <a:lnTo>
                  <a:pt x="5" y="103"/>
                </a:lnTo>
                <a:lnTo>
                  <a:pt x="5" y="104"/>
                </a:lnTo>
                <a:lnTo>
                  <a:pt x="5" y="105"/>
                </a:lnTo>
                <a:lnTo>
                  <a:pt x="5" y="106"/>
                </a:lnTo>
                <a:lnTo>
                  <a:pt x="5" y="108"/>
                </a:lnTo>
                <a:lnTo>
                  <a:pt x="5" y="109"/>
                </a:lnTo>
                <a:lnTo>
                  <a:pt x="5" y="110"/>
                </a:lnTo>
                <a:lnTo>
                  <a:pt x="4" y="111"/>
                </a:lnTo>
                <a:lnTo>
                  <a:pt x="3" y="111"/>
                </a:lnTo>
                <a:lnTo>
                  <a:pt x="3" y="112"/>
                </a:lnTo>
                <a:lnTo>
                  <a:pt x="2" y="112"/>
                </a:lnTo>
                <a:lnTo>
                  <a:pt x="0" y="112"/>
                </a:lnTo>
                <a:lnTo>
                  <a:pt x="0" y="111"/>
                </a:lnTo>
                <a:lnTo>
                  <a:pt x="1" y="111"/>
                </a:lnTo>
                <a:lnTo>
                  <a:pt x="1" y="110"/>
                </a:lnTo>
                <a:lnTo>
                  <a:pt x="2" y="110"/>
                </a:lnTo>
                <a:lnTo>
                  <a:pt x="3" y="109"/>
                </a:lnTo>
                <a:lnTo>
                  <a:pt x="4" y="109"/>
                </a:lnTo>
                <a:lnTo>
                  <a:pt x="4" y="108"/>
                </a:lnTo>
                <a:lnTo>
                  <a:pt x="4" y="106"/>
                </a:lnTo>
                <a:lnTo>
                  <a:pt x="5" y="105"/>
                </a:lnTo>
                <a:lnTo>
                  <a:pt x="5" y="104"/>
                </a:lnTo>
                <a:lnTo>
                  <a:pt x="5" y="103"/>
                </a:lnTo>
                <a:lnTo>
                  <a:pt x="6" y="102"/>
                </a:lnTo>
                <a:lnTo>
                  <a:pt x="7" y="102"/>
                </a:lnTo>
                <a:lnTo>
                  <a:pt x="8" y="102"/>
                </a:lnTo>
                <a:lnTo>
                  <a:pt x="8" y="101"/>
                </a:lnTo>
                <a:lnTo>
                  <a:pt x="9" y="101"/>
                </a:lnTo>
                <a:lnTo>
                  <a:pt x="10" y="101"/>
                </a:lnTo>
                <a:lnTo>
                  <a:pt x="10" y="102"/>
                </a:lnTo>
                <a:lnTo>
                  <a:pt x="10" y="101"/>
                </a:lnTo>
                <a:lnTo>
                  <a:pt x="11" y="101"/>
                </a:lnTo>
                <a:lnTo>
                  <a:pt x="11" y="100"/>
                </a:lnTo>
                <a:lnTo>
                  <a:pt x="12" y="100"/>
                </a:lnTo>
                <a:lnTo>
                  <a:pt x="11" y="100"/>
                </a:lnTo>
                <a:lnTo>
                  <a:pt x="11" y="99"/>
                </a:lnTo>
                <a:lnTo>
                  <a:pt x="11" y="98"/>
                </a:lnTo>
                <a:moveTo>
                  <a:pt x="17" y="111"/>
                </a:moveTo>
                <a:lnTo>
                  <a:pt x="16" y="110"/>
                </a:lnTo>
                <a:lnTo>
                  <a:pt x="16" y="111"/>
                </a:lnTo>
                <a:lnTo>
                  <a:pt x="17" y="111"/>
                </a:lnTo>
                <a:moveTo>
                  <a:pt x="12" y="104"/>
                </a:moveTo>
                <a:lnTo>
                  <a:pt x="12" y="103"/>
                </a:lnTo>
                <a:lnTo>
                  <a:pt x="13" y="103"/>
                </a:lnTo>
                <a:lnTo>
                  <a:pt x="13" y="102"/>
                </a:lnTo>
                <a:lnTo>
                  <a:pt x="12" y="102"/>
                </a:lnTo>
                <a:lnTo>
                  <a:pt x="12" y="103"/>
                </a:lnTo>
                <a:lnTo>
                  <a:pt x="12" y="104"/>
                </a:lnTo>
                <a:moveTo>
                  <a:pt x="15" y="100"/>
                </a:moveTo>
                <a:lnTo>
                  <a:pt x="14" y="100"/>
                </a:lnTo>
                <a:lnTo>
                  <a:pt x="14" y="101"/>
                </a:lnTo>
                <a:lnTo>
                  <a:pt x="15" y="101"/>
                </a:lnTo>
                <a:lnTo>
                  <a:pt x="15" y="100"/>
                </a:lnTo>
                <a:moveTo>
                  <a:pt x="18" y="88"/>
                </a:moveTo>
                <a:lnTo>
                  <a:pt x="17" y="88"/>
                </a:lnTo>
                <a:lnTo>
                  <a:pt x="17" y="87"/>
                </a:lnTo>
                <a:lnTo>
                  <a:pt x="17" y="86"/>
                </a:lnTo>
                <a:lnTo>
                  <a:pt x="17" y="87"/>
                </a:lnTo>
                <a:lnTo>
                  <a:pt x="16" y="87"/>
                </a:lnTo>
                <a:lnTo>
                  <a:pt x="16" y="88"/>
                </a:lnTo>
                <a:lnTo>
                  <a:pt x="16" y="89"/>
                </a:lnTo>
                <a:lnTo>
                  <a:pt x="16" y="90"/>
                </a:lnTo>
                <a:lnTo>
                  <a:pt x="17" y="90"/>
                </a:lnTo>
                <a:lnTo>
                  <a:pt x="18" y="90"/>
                </a:lnTo>
                <a:lnTo>
                  <a:pt x="18" y="89"/>
                </a:lnTo>
                <a:lnTo>
                  <a:pt x="18" y="88"/>
                </a:lnTo>
                <a:moveTo>
                  <a:pt x="19" y="88"/>
                </a:moveTo>
                <a:lnTo>
                  <a:pt x="19" y="87"/>
                </a:lnTo>
                <a:lnTo>
                  <a:pt x="18" y="87"/>
                </a:lnTo>
                <a:lnTo>
                  <a:pt x="18" y="88"/>
                </a:lnTo>
                <a:lnTo>
                  <a:pt x="19" y="88"/>
                </a:lnTo>
                <a:moveTo>
                  <a:pt x="25" y="79"/>
                </a:moveTo>
                <a:lnTo>
                  <a:pt x="24" y="79"/>
                </a:lnTo>
                <a:lnTo>
                  <a:pt x="24" y="80"/>
                </a:lnTo>
                <a:lnTo>
                  <a:pt x="25" y="80"/>
                </a:lnTo>
                <a:lnTo>
                  <a:pt x="25" y="79"/>
                </a:lnTo>
                <a:moveTo>
                  <a:pt x="26" y="79"/>
                </a:moveTo>
                <a:lnTo>
                  <a:pt x="26" y="78"/>
                </a:lnTo>
                <a:lnTo>
                  <a:pt x="26" y="79"/>
                </a:lnTo>
                <a:lnTo>
                  <a:pt x="25" y="79"/>
                </a:lnTo>
                <a:lnTo>
                  <a:pt x="26" y="79"/>
                </a:lnTo>
                <a:moveTo>
                  <a:pt x="27" y="77"/>
                </a:moveTo>
                <a:lnTo>
                  <a:pt x="26" y="77"/>
                </a:lnTo>
                <a:lnTo>
                  <a:pt x="27" y="77"/>
                </a:lnTo>
                <a:moveTo>
                  <a:pt x="35" y="71"/>
                </a:moveTo>
                <a:lnTo>
                  <a:pt x="36" y="71"/>
                </a:lnTo>
                <a:lnTo>
                  <a:pt x="36" y="70"/>
                </a:lnTo>
                <a:lnTo>
                  <a:pt x="37" y="70"/>
                </a:lnTo>
                <a:lnTo>
                  <a:pt x="37" y="69"/>
                </a:lnTo>
                <a:lnTo>
                  <a:pt x="38" y="69"/>
                </a:lnTo>
                <a:lnTo>
                  <a:pt x="38" y="68"/>
                </a:lnTo>
                <a:lnTo>
                  <a:pt x="37" y="68"/>
                </a:lnTo>
                <a:lnTo>
                  <a:pt x="36" y="68"/>
                </a:lnTo>
                <a:lnTo>
                  <a:pt x="35" y="68"/>
                </a:lnTo>
                <a:lnTo>
                  <a:pt x="35" y="69"/>
                </a:lnTo>
                <a:lnTo>
                  <a:pt x="35" y="70"/>
                </a:lnTo>
                <a:lnTo>
                  <a:pt x="35" y="71"/>
                </a:lnTo>
                <a:moveTo>
                  <a:pt x="37" y="68"/>
                </a:moveTo>
                <a:lnTo>
                  <a:pt x="37" y="67"/>
                </a:lnTo>
                <a:lnTo>
                  <a:pt x="36" y="67"/>
                </a:lnTo>
                <a:lnTo>
                  <a:pt x="36" y="68"/>
                </a:lnTo>
                <a:lnTo>
                  <a:pt x="37" y="68"/>
                </a:lnTo>
                <a:moveTo>
                  <a:pt x="37" y="68"/>
                </a:moveTo>
                <a:lnTo>
                  <a:pt x="38" y="68"/>
                </a:lnTo>
                <a:lnTo>
                  <a:pt x="38" y="67"/>
                </a:lnTo>
                <a:lnTo>
                  <a:pt x="38" y="66"/>
                </a:lnTo>
                <a:lnTo>
                  <a:pt x="38" y="67"/>
                </a:lnTo>
                <a:lnTo>
                  <a:pt x="37" y="67"/>
                </a:lnTo>
                <a:lnTo>
                  <a:pt x="37" y="68"/>
                </a:lnTo>
                <a:moveTo>
                  <a:pt x="47" y="62"/>
                </a:moveTo>
                <a:lnTo>
                  <a:pt x="46" y="62"/>
                </a:lnTo>
                <a:lnTo>
                  <a:pt x="46" y="63"/>
                </a:lnTo>
                <a:lnTo>
                  <a:pt x="46" y="62"/>
                </a:lnTo>
                <a:lnTo>
                  <a:pt x="47" y="62"/>
                </a:lnTo>
                <a:moveTo>
                  <a:pt x="50" y="61"/>
                </a:moveTo>
                <a:lnTo>
                  <a:pt x="51" y="61"/>
                </a:lnTo>
                <a:lnTo>
                  <a:pt x="51" y="60"/>
                </a:lnTo>
                <a:lnTo>
                  <a:pt x="50" y="60"/>
                </a:lnTo>
                <a:lnTo>
                  <a:pt x="51" y="60"/>
                </a:lnTo>
                <a:lnTo>
                  <a:pt x="50" y="60"/>
                </a:lnTo>
                <a:lnTo>
                  <a:pt x="50" y="61"/>
                </a:lnTo>
                <a:moveTo>
                  <a:pt x="64" y="49"/>
                </a:moveTo>
                <a:lnTo>
                  <a:pt x="63" y="49"/>
                </a:lnTo>
                <a:lnTo>
                  <a:pt x="63" y="50"/>
                </a:lnTo>
                <a:lnTo>
                  <a:pt x="64" y="49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0" name=""/>
          <p:cNvSpPr/>
          <p:nvPr/>
        </p:nvSpPr>
        <p:spPr>
          <a:xfrm>
            <a:off x="4833720" y="1454760"/>
            <a:ext cx="8640" cy="14400"/>
          </a:xfrm>
          <a:custGeom>
            <a:avLst/>
            <a:gdLst/>
            <a:ahLst/>
            <a:rect l="0" t="0" r="r" b="b"/>
            <a:pathLst>
              <a:path w="24" h="40">
                <a:moveTo>
                  <a:pt x="23" y="1"/>
                </a:moveTo>
                <a:lnTo>
                  <a:pt x="23" y="2"/>
                </a:lnTo>
                <a:lnTo>
                  <a:pt x="24" y="2"/>
                </a:lnTo>
                <a:lnTo>
                  <a:pt x="24" y="3"/>
                </a:lnTo>
                <a:lnTo>
                  <a:pt x="23" y="3"/>
                </a:lnTo>
                <a:lnTo>
                  <a:pt x="23" y="2"/>
                </a:lnTo>
                <a:lnTo>
                  <a:pt x="22" y="2"/>
                </a:lnTo>
                <a:lnTo>
                  <a:pt x="21" y="1"/>
                </a:lnTo>
                <a:lnTo>
                  <a:pt x="20" y="1"/>
                </a:lnTo>
                <a:lnTo>
                  <a:pt x="19" y="1"/>
                </a:lnTo>
                <a:lnTo>
                  <a:pt x="19" y="2"/>
                </a:lnTo>
                <a:lnTo>
                  <a:pt x="20" y="2"/>
                </a:lnTo>
                <a:lnTo>
                  <a:pt x="20" y="3"/>
                </a:lnTo>
                <a:lnTo>
                  <a:pt x="21" y="3"/>
                </a:lnTo>
                <a:lnTo>
                  <a:pt x="22" y="3"/>
                </a:lnTo>
                <a:lnTo>
                  <a:pt x="23" y="4"/>
                </a:lnTo>
                <a:lnTo>
                  <a:pt x="22" y="4"/>
                </a:lnTo>
                <a:lnTo>
                  <a:pt x="22" y="5"/>
                </a:lnTo>
                <a:lnTo>
                  <a:pt x="21" y="7"/>
                </a:lnTo>
                <a:lnTo>
                  <a:pt x="20" y="8"/>
                </a:lnTo>
                <a:lnTo>
                  <a:pt x="19" y="8"/>
                </a:lnTo>
                <a:lnTo>
                  <a:pt x="18" y="9"/>
                </a:lnTo>
                <a:lnTo>
                  <a:pt x="19" y="9"/>
                </a:lnTo>
                <a:lnTo>
                  <a:pt x="19" y="10"/>
                </a:lnTo>
                <a:lnTo>
                  <a:pt x="19" y="11"/>
                </a:lnTo>
                <a:lnTo>
                  <a:pt x="18" y="11"/>
                </a:lnTo>
                <a:lnTo>
                  <a:pt x="16" y="11"/>
                </a:lnTo>
                <a:lnTo>
                  <a:pt x="16" y="10"/>
                </a:lnTo>
                <a:lnTo>
                  <a:pt x="15" y="11"/>
                </a:lnTo>
                <a:lnTo>
                  <a:pt x="15" y="12"/>
                </a:lnTo>
                <a:lnTo>
                  <a:pt x="14" y="12"/>
                </a:lnTo>
                <a:lnTo>
                  <a:pt x="13" y="12"/>
                </a:lnTo>
                <a:lnTo>
                  <a:pt x="13" y="11"/>
                </a:lnTo>
                <a:lnTo>
                  <a:pt x="12" y="11"/>
                </a:lnTo>
                <a:lnTo>
                  <a:pt x="11" y="10"/>
                </a:lnTo>
                <a:lnTo>
                  <a:pt x="10" y="10"/>
                </a:lnTo>
                <a:lnTo>
                  <a:pt x="10" y="11"/>
                </a:lnTo>
                <a:lnTo>
                  <a:pt x="10" y="12"/>
                </a:lnTo>
                <a:lnTo>
                  <a:pt x="11" y="12"/>
                </a:lnTo>
                <a:lnTo>
                  <a:pt x="11" y="13"/>
                </a:lnTo>
                <a:lnTo>
                  <a:pt x="10" y="13"/>
                </a:lnTo>
                <a:lnTo>
                  <a:pt x="9" y="14"/>
                </a:lnTo>
                <a:lnTo>
                  <a:pt x="9" y="15"/>
                </a:lnTo>
                <a:lnTo>
                  <a:pt x="8" y="16"/>
                </a:lnTo>
                <a:lnTo>
                  <a:pt x="7" y="16"/>
                </a:lnTo>
                <a:lnTo>
                  <a:pt x="6" y="16"/>
                </a:lnTo>
                <a:lnTo>
                  <a:pt x="7" y="17"/>
                </a:lnTo>
                <a:lnTo>
                  <a:pt x="7" y="18"/>
                </a:lnTo>
                <a:lnTo>
                  <a:pt x="8" y="19"/>
                </a:lnTo>
                <a:lnTo>
                  <a:pt x="8" y="20"/>
                </a:lnTo>
                <a:lnTo>
                  <a:pt x="9" y="20"/>
                </a:lnTo>
                <a:lnTo>
                  <a:pt x="9" y="21"/>
                </a:lnTo>
                <a:lnTo>
                  <a:pt x="9" y="22"/>
                </a:lnTo>
                <a:lnTo>
                  <a:pt x="8" y="22"/>
                </a:lnTo>
                <a:lnTo>
                  <a:pt x="8" y="23"/>
                </a:lnTo>
                <a:lnTo>
                  <a:pt x="7" y="23"/>
                </a:lnTo>
                <a:lnTo>
                  <a:pt x="7" y="24"/>
                </a:lnTo>
                <a:lnTo>
                  <a:pt x="6" y="25"/>
                </a:lnTo>
                <a:lnTo>
                  <a:pt x="6" y="26"/>
                </a:lnTo>
                <a:lnTo>
                  <a:pt x="5" y="27"/>
                </a:lnTo>
                <a:lnTo>
                  <a:pt x="5" y="28"/>
                </a:lnTo>
                <a:lnTo>
                  <a:pt x="6" y="28"/>
                </a:lnTo>
                <a:lnTo>
                  <a:pt x="6" y="29"/>
                </a:lnTo>
                <a:lnTo>
                  <a:pt x="5" y="29"/>
                </a:lnTo>
                <a:lnTo>
                  <a:pt x="4" y="30"/>
                </a:lnTo>
                <a:lnTo>
                  <a:pt x="3" y="31"/>
                </a:lnTo>
                <a:lnTo>
                  <a:pt x="3" y="32"/>
                </a:lnTo>
                <a:lnTo>
                  <a:pt x="2" y="32"/>
                </a:lnTo>
                <a:lnTo>
                  <a:pt x="2" y="33"/>
                </a:lnTo>
                <a:lnTo>
                  <a:pt x="1" y="33"/>
                </a:lnTo>
                <a:lnTo>
                  <a:pt x="1" y="34"/>
                </a:lnTo>
                <a:lnTo>
                  <a:pt x="2" y="34"/>
                </a:lnTo>
                <a:lnTo>
                  <a:pt x="3" y="34"/>
                </a:lnTo>
                <a:lnTo>
                  <a:pt x="2" y="35"/>
                </a:lnTo>
                <a:lnTo>
                  <a:pt x="2" y="36"/>
                </a:lnTo>
                <a:lnTo>
                  <a:pt x="2" y="37"/>
                </a:lnTo>
                <a:lnTo>
                  <a:pt x="1" y="38"/>
                </a:lnTo>
                <a:lnTo>
                  <a:pt x="2" y="38"/>
                </a:lnTo>
                <a:lnTo>
                  <a:pt x="3" y="37"/>
                </a:lnTo>
                <a:lnTo>
                  <a:pt x="3" y="38"/>
                </a:lnTo>
                <a:lnTo>
                  <a:pt x="2" y="38"/>
                </a:lnTo>
                <a:lnTo>
                  <a:pt x="2" y="39"/>
                </a:lnTo>
                <a:lnTo>
                  <a:pt x="1" y="40"/>
                </a:lnTo>
                <a:lnTo>
                  <a:pt x="1" y="39"/>
                </a:lnTo>
                <a:lnTo>
                  <a:pt x="0" y="38"/>
                </a:lnTo>
                <a:lnTo>
                  <a:pt x="0" y="37"/>
                </a:lnTo>
                <a:lnTo>
                  <a:pt x="0" y="36"/>
                </a:lnTo>
                <a:lnTo>
                  <a:pt x="0" y="35"/>
                </a:lnTo>
                <a:lnTo>
                  <a:pt x="0" y="34"/>
                </a:lnTo>
                <a:lnTo>
                  <a:pt x="1" y="33"/>
                </a:lnTo>
                <a:lnTo>
                  <a:pt x="1" y="32"/>
                </a:lnTo>
                <a:lnTo>
                  <a:pt x="2" y="31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28"/>
                </a:lnTo>
                <a:lnTo>
                  <a:pt x="4" y="28"/>
                </a:lnTo>
                <a:lnTo>
                  <a:pt x="4" y="27"/>
                </a:lnTo>
                <a:lnTo>
                  <a:pt x="4" y="26"/>
                </a:lnTo>
                <a:lnTo>
                  <a:pt x="5" y="26"/>
                </a:lnTo>
                <a:lnTo>
                  <a:pt x="4" y="25"/>
                </a:lnTo>
                <a:lnTo>
                  <a:pt x="4" y="24"/>
                </a:lnTo>
                <a:lnTo>
                  <a:pt x="5" y="24"/>
                </a:lnTo>
                <a:lnTo>
                  <a:pt x="5" y="23"/>
                </a:lnTo>
                <a:lnTo>
                  <a:pt x="5" y="22"/>
                </a:lnTo>
                <a:lnTo>
                  <a:pt x="6" y="22"/>
                </a:lnTo>
                <a:lnTo>
                  <a:pt x="7" y="22"/>
                </a:lnTo>
                <a:lnTo>
                  <a:pt x="7" y="21"/>
                </a:lnTo>
                <a:lnTo>
                  <a:pt x="8" y="21"/>
                </a:lnTo>
                <a:lnTo>
                  <a:pt x="7" y="20"/>
                </a:lnTo>
                <a:lnTo>
                  <a:pt x="7" y="19"/>
                </a:lnTo>
                <a:lnTo>
                  <a:pt x="7" y="18"/>
                </a:lnTo>
                <a:lnTo>
                  <a:pt x="6" y="18"/>
                </a:lnTo>
                <a:lnTo>
                  <a:pt x="6" y="17"/>
                </a:lnTo>
                <a:lnTo>
                  <a:pt x="6" y="16"/>
                </a:lnTo>
                <a:lnTo>
                  <a:pt x="6" y="15"/>
                </a:lnTo>
                <a:lnTo>
                  <a:pt x="7" y="15"/>
                </a:lnTo>
                <a:lnTo>
                  <a:pt x="8" y="14"/>
                </a:lnTo>
                <a:lnTo>
                  <a:pt x="8" y="15"/>
                </a:lnTo>
                <a:lnTo>
                  <a:pt x="8" y="14"/>
                </a:lnTo>
                <a:lnTo>
                  <a:pt x="9" y="14"/>
                </a:lnTo>
                <a:lnTo>
                  <a:pt x="9" y="13"/>
                </a:lnTo>
                <a:lnTo>
                  <a:pt x="10" y="13"/>
                </a:lnTo>
                <a:lnTo>
                  <a:pt x="10" y="11"/>
                </a:lnTo>
                <a:lnTo>
                  <a:pt x="9" y="11"/>
                </a:lnTo>
                <a:lnTo>
                  <a:pt x="10" y="11"/>
                </a:lnTo>
                <a:lnTo>
                  <a:pt x="10" y="10"/>
                </a:lnTo>
                <a:lnTo>
                  <a:pt x="10" y="9"/>
                </a:lnTo>
                <a:lnTo>
                  <a:pt x="11" y="9"/>
                </a:lnTo>
                <a:lnTo>
                  <a:pt x="12" y="9"/>
                </a:lnTo>
                <a:lnTo>
                  <a:pt x="12" y="10"/>
                </a:lnTo>
                <a:lnTo>
                  <a:pt x="13" y="11"/>
                </a:lnTo>
                <a:lnTo>
                  <a:pt x="14" y="11"/>
                </a:lnTo>
                <a:lnTo>
                  <a:pt x="15" y="10"/>
                </a:lnTo>
                <a:lnTo>
                  <a:pt x="16" y="10"/>
                </a:lnTo>
                <a:lnTo>
                  <a:pt x="18" y="10"/>
                </a:lnTo>
                <a:lnTo>
                  <a:pt x="18" y="9"/>
                </a:lnTo>
                <a:lnTo>
                  <a:pt x="18" y="8"/>
                </a:lnTo>
                <a:lnTo>
                  <a:pt x="19" y="8"/>
                </a:lnTo>
                <a:lnTo>
                  <a:pt x="20" y="8"/>
                </a:lnTo>
                <a:lnTo>
                  <a:pt x="20" y="7"/>
                </a:lnTo>
                <a:lnTo>
                  <a:pt x="21" y="5"/>
                </a:lnTo>
                <a:lnTo>
                  <a:pt x="21" y="4"/>
                </a:lnTo>
                <a:lnTo>
                  <a:pt x="20" y="4"/>
                </a:lnTo>
                <a:lnTo>
                  <a:pt x="19" y="3"/>
                </a:lnTo>
                <a:lnTo>
                  <a:pt x="18" y="3"/>
                </a:lnTo>
                <a:lnTo>
                  <a:pt x="18" y="2"/>
                </a:lnTo>
                <a:lnTo>
                  <a:pt x="18" y="1"/>
                </a:lnTo>
                <a:lnTo>
                  <a:pt x="19" y="0"/>
                </a:lnTo>
                <a:lnTo>
                  <a:pt x="20" y="0"/>
                </a:lnTo>
                <a:lnTo>
                  <a:pt x="21" y="0"/>
                </a:lnTo>
                <a:lnTo>
                  <a:pt x="21" y="1"/>
                </a:lnTo>
                <a:lnTo>
                  <a:pt x="22" y="1"/>
                </a:lnTo>
                <a:lnTo>
                  <a:pt x="2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1" name=""/>
          <p:cNvSpPr/>
          <p:nvPr/>
        </p:nvSpPr>
        <p:spPr>
          <a:xfrm>
            <a:off x="4954680" y="1413000"/>
            <a:ext cx="13680" cy="17640"/>
          </a:xfrm>
          <a:custGeom>
            <a:avLst/>
            <a:gdLst/>
            <a:ahLst/>
            <a:rect l="0" t="0" r="r" b="b"/>
            <a:pathLst>
              <a:path w="38" h="49">
                <a:moveTo>
                  <a:pt x="2" y="3"/>
                </a:moveTo>
                <a:lnTo>
                  <a:pt x="2" y="4"/>
                </a:lnTo>
                <a:lnTo>
                  <a:pt x="3" y="4"/>
                </a:lnTo>
                <a:lnTo>
                  <a:pt x="3" y="5"/>
                </a:lnTo>
                <a:lnTo>
                  <a:pt x="3" y="6"/>
                </a:lnTo>
                <a:lnTo>
                  <a:pt x="2" y="6"/>
                </a:lnTo>
                <a:lnTo>
                  <a:pt x="2" y="8"/>
                </a:lnTo>
                <a:lnTo>
                  <a:pt x="1" y="8"/>
                </a:lnTo>
                <a:lnTo>
                  <a:pt x="2" y="8"/>
                </a:lnTo>
                <a:lnTo>
                  <a:pt x="1" y="9"/>
                </a:lnTo>
                <a:lnTo>
                  <a:pt x="1" y="10"/>
                </a:lnTo>
                <a:lnTo>
                  <a:pt x="0" y="10"/>
                </a:lnTo>
                <a:lnTo>
                  <a:pt x="0" y="11"/>
                </a:lnTo>
                <a:lnTo>
                  <a:pt x="1" y="11"/>
                </a:lnTo>
                <a:lnTo>
                  <a:pt x="1" y="12"/>
                </a:lnTo>
                <a:lnTo>
                  <a:pt x="2" y="12"/>
                </a:lnTo>
                <a:lnTo>
                  <a:pt x="2" y="13"/>
                </a:lnTo>
                <a:lnTo>
                  <a:pt x="2" y="14"/>
                </a:lnTo>
                <a:lnTo>
                  <a:pt x="1" y="14"/>
                </a:lnTo>
                <a:lnTo>
                  <a:pt x="1" y="15"/>
                </a:lnTo>
                <a:lnTo>
                  <a:pt x="1" y="16"/>
                </a:lnTo>
                <a:lnTo>
                  <a:pt x="2" y="17"/>
                </a:lnTo>
                <a:lnTo>
                  <a:pt x="2" y="18"/>
                </a:lnTo>
                <a:lnTo>
                  <a:pt x="3" y="18"/>
                </a:lnTo>
                <a:lnTo>
                  <a:pt x="2" y="18"/>
                </a:lnTo>
                <a:lnTo>
                  <a:pt x="2" y="19"/>
                </a:lnTo>
                <a:lnTo>
                  <a:pt x="3" y="19"/>
                </a:lnTo>
                <a:lnTo>
                  <a:pt x="4" y="19"/>
                </a:lnTo>
                <a:lnTo>
                  <a:pt x="5" y="19"/>
                </a:lnTo>
                <a:lnTo>
                  <a:pt x="6" y="19"/>
                </a:lnTo>
                <a:lnTo>
                  <a:pt x="6" y="20"/>
                </a:lnTo>
                <a:lnTo>
                  <a:pt x="7" y="20"/>
                </a:lnTo>
                <a:lnTo>
                  <a:pt x="7" y="21"/>
                </a:lnTo>
                <a:lnTo>
                  <a:pt x="7" y="22"/>
                </a:lnTo>
                <a:lnTo>
                  <a:pt x="7" y="23"/>
                </a:lnTo>
                <a:lnTo>
                  <a:pt x="8" y="23"/>
                </a:lnTo>
                <a:lnTo>
                  <a:pt x="8" y="24"/>
                </a:lnTo>
                <a:lnTo>
                  <a:pt x="9" y="24"/>
                </a:lnTo>
                <a:lnTo>
                  <a:pt x="9" y="25"/>
                </a:lnTo>
                <a:lnTo>
                  <a:pt x="10" y="25"/>
                </a:lnTo>
                <a:lnTo>
                  <a:pt x="11" y="25"/>
                </a:lnTo>
                <a:lnTo>
                  <a:pt x="12" y="26"/>
                </a:lnTo>
                <a:lnTo>
                  <a:pt x="12" y="27"/>
                </a:lnTo>
                <a:lnTo>
                  <a:pt x="13" y="27"/>
                </a:lnTo>
                <a:lnTo>
                  <a:pt x="13" y="28"/>
                </a:lnTo>
                <a:lnTo>
                  <a:pt x="14" y="28"/>
                </a:lnTo>
                <a:lnTo>
                  <a:pt x="14" y="29"/>
                </a:lnTo>
                <a:lnTo>
                  <a:pt x="14" y="30"/>
                </a:lnTo>
                <a:lnTo>
                  <a:pt x="15" y="29"/>
                </a:lnTo>
                <a:lnTo>
                  <a:pt x="16" y="29"/>
                </a:lnTo>
                <a:lnTo>
                  <a:pt x="16" y="28"/>
                </a:lnTo>
                <a:lnTo>
                  <a:pt x="17" y="28"/>
                </a:lnTo>
                <a:lnTo>
                  <a:pt x="18" y="28"/>
                </a:lnTo>
                <a:lnTo>
                  <a:pt x="18" y="29"/>
                </a:lnTo>
                <a:lnTo>
                  <a:pt x="19" y="29"/>
                </a:lnTo>
                <a:lnTo>
                  <a:pt x="19" y="30"/>
                </a:lnTo>
                <a:lnTo>
                  <a:pt x="19" y="31"/>
                </a:lnTo>
                <a:lnTo>
                  <a:pt x="18" y="31"/>
                </a:lnTo>
                <a:lnTo>
                  <a:pt x="18" y="32"/>
                </a:lnTo>
                <a:lnTo>
                  <a:pt x="17" y="32"/>
                </a:lnTo>
                <a:lnTo>
                  <a:pt x="17" y="33"/>
                </a:lnTo>
                <a:lnTo>
                  <a:pt x="18" y="33"/>
                </a:lnTo>
                <a:lnTo>
                  <a:pt x="18" y="34"/>
                </a:lnTo>
                <a:lnTo>
                  <a:pt x="19" y="35"/>
                </a:lnTo>
                <a:lnTo>
                  <a:pt x="21" y="35"/>
                </a:lnTo>
                <a:lnTo>
                  <a:pt x="22" y="35"/>
                </a:lnTo>
                <a:lnTo>
                  <a:pt x="23" y="34"/>
                </a:lnTo>
                <a:lnTo>
                  <a:pt x="24" y="34"/>
                </a:lnTo>
                <a:lnTo>
                  <a:pt x="24" y="33"/>
                </a:lnTo>
                <a:lnTo>
                  <a:pt x="24" y="32"/>
                </a:lnTo>
                <a:lnTo>
                  <a:pt x="23" y="32"/>
                </a:lnTo>
                <a:lnTo>
                  <a:pt x="23" y="31"/>
                </a:lnTo>
                <a:lnTo>
                  <a:pt x="22" y="31"/>
                </a:lnTo>
                <a:lnTo>
                  <a:pt x="22" y="30"/>
                </a:lnTo>
                <a:lnTo>
                  <a:pt x="22" y="29"/>
                </a:lnTo>
                <a:lnTo>
                  <a:pt x="23" y="29"/>
                </a:lnTo>
                <a:lnTo>
                  <a:pt x="23" y="28"/>
                </a:lnTo>
                <a:lnTo>
                  <a:pt x="24" y="28"/>
                </a:lnTo>
                <a:lnTo>
                  <a:pt x="24" y="27"/>
                </a:lnTo>
                <a:lnTo>
                  <a:pt x="25" y="27"/>
                </a:lnTo>
                <a:lnTo>
                  <a:pt x="26" y="27"/>
                </a:lnTo>
                <a:lnTo>
                  <a:pt x="27" y="28"/>
                </a:lnTo>
                <a:lnTo>
                  <a:pt x="28" y="28"/>
                </a:lnTo>
                <a:lnTo>
                  <a:pt x="28" y="29"/>
                </a:lnTo>
                <a:lnTo>
                  <a:pt x="28" y="30"/>
                </a:lnTo>
                <a:lnTo>
                  <a:pt x="27" y="30"/>
                </a:lnTo>
                <a:lnTo>
                  <a:pt x="27" y="31"/>
                </a:lnTo>
                <a:lnTo>
                  <a:pt x="27" y="32"/>
                </a:lnTo>
                <a:lnTo>
                  <a:pt x="28" y="32"/>
                </a:lnTo>
                <a:lnTo>
                  <a:pt x="28" y="33"/>
                </a:lnTo>
                <a:lnTo>
                  <a:pt x="28" y="35"/>
                </a:lnTo>
                <a:lnTo>
                  <a:pt x="28" y="37"/>
                </a:lnTo>
                <a:lnTo>
                  <a:pt x="29" y="37"/>
                </a:lnTo>
                <a:lnTo>
                  <a:pt x="30" y="38"/>
                </a:lnTo>
                <a:lnTo>
                  <a:pt x="31" y="39"/>
                </a:lnTo>
                <a:lnTo>
                  <a:pt x="31" y="40"/>
                </a:lnTo>
                <a:lnTo>
                  <a:pt x="30" y="40"/>
                </a:lnTo>
                <a:lnTo>
                  <a:pt x="30" y="41"/>
                </a:lnTo>
                <a:lnTo>
                  <a:pt x="31" y="42"/>
                </a:lnTo>
                <a:lnTo>
                  <a:pt x="32" y="42"/>
                </a:lnTo>
                <a:lnTo>
                  <a:pt x="33" y="42"/>
                </a:lnTo>
                <a:lnTo>
                  <a:pt x="33" y="43"/>
                </a:lnTo>
                <a:lnTo>
                  <a:pt x="34" y="43"/>
                </a:lnTo>
                <a:lnTo>
                  <a:pt x="33" y="44"/>
                </a:lnTo>
                <a:lnTo>
                  <a:pt x="32" y="45"/>
                </a:lnTo>
                <a:lnTo>
                  <a:pt x="32" y="47"/>
                </a:lnTo>
                <a:lnTo>
                  <a:pt x="32" y="48"/>
                </a:lnTo>
                <a:lnTo>
                  <a:pt x="33" y="48"/>
                </a:lnTo>
                <a:lnTo>
                  <a:pt x="34" y="48"/>
                </a:lnTo>
                <a:lnTo>
                  <a:pt x="35" y="48"/>
                </a:lnTo>
                <a:lnTo>
                  <a:pt x="36" y="48"/>
                </a:lnTo>
                <a:lnTo>
                  <a:pt x="37" y="48"/>
                </a:lnTo>
                <a:lnTo>
                  <a:pt x="37" y="49"/>
                </a:lnTo>
                <a:lnTo>
                  <a:pt x="38" y="49"/>
                </a:lnTo>
                <a:lnTo>
                  <a:pt x="37" y="49"/>
                </a:lnTo>
                <a:lnTo>
                  <a:pt x="36" y="48"/>
                </a:lnTo>
                <a:lnTo>
                  <a:pt x="35" y="48"/>
                </a:lnTo>
                <a:lnTo>
                  <a:pt x="34" y="48"/>
                </a:lnTo>
                <a:lnTo>
                  <a:pt x="33" y="48"/>
                </a:lnTo>
                <a:lnTo>
                  <a:pt x="32" y="48"/>
                </a:lnTo>
                <a:lnTo>
                  <a:pt x="32" y="47"/>
                </a:lnTo>
                <a:lnTo>
                  <a:pt x="31" y="46"/>
                </a:lnTo>
                <a:lnTo>
                  <a:pt x="31" y="45"/>
                </a:lnTo>
                <a:lnTo>
                  <a:pt x="31" y="44"/>
                </a:lnTo>
                <a:lnTo>
                  <a:pt x="32" y="44"/>
                </a:lnTo>
                <a:lnTo>
                  <a:pt x="32" y="43"/>
                </a:lnTo>
                <a:lnTo>
                  <a:pt x="32" y="42"/>
                </a:lnTo>
                <a:lnTo>
                  <a:pt x="31" y="42"/>
                </a:lnTo>
                <a:lnTo>
                  <a:pt x="30" y="42"/>
                </a:lnTo>
                <a:lnTo>
                  <a:pt x="30" y="41"/>
                </a:lnTo>
                <a:lnTo>
                  <a:pt x="30" y="40"/>
                </a:lnTo>
                <a:lnTo>
                  <a:pt x="30" y="39"/>
                </a:lnTo>
                <a:lnTo>
                  <a:pt x="29" y="39"/>
                </a:lnTo>
                <a:lnTo>
                  <a:pt x="29" y="38"/>
                </a:lnTo>
                <a:lnTo>
                  <a:pt x="29" y="37"/>
                </a:lnTo>
                <a:lnTo>
                  <a:pt x="28" y="37"/>
                </a:lnTo>
                <a:lnTo>
                  <a:pt x="28" y="35"/>
                </a:lnTo>
                <a:lnTo>
                  <a:pt x="28" y="34"/>
                </a:lnTo>
                <a:lnTo>
                  <a:pt x="28" y="33"/>
                </a:lnTo>
                <a:lnTo>
                  <a:pt x="28" y="32"/>
                </a:lnTo>
                <a:lnTo>
                  <a:pt x="27" y="32"/>
                </a:lnTo>
                <a:lnTo>
                  <a:pt x="27" y="31"/>
                </a:lnTo>
                <a:lnTo>
                  <a:pt x="28" y="29"/>
                </a:lnTo>
                <a:lnTo>
                  <a:pt x="27" y="28"/>
                </a:lnTo>
                <a:lnTo>
                  <a:pt x="26" y="28"/>
                </a:lnTo>
                <a:lnTo>
                  <a:pt x="25" y="28"/>
                </a:lnTo>
                <a:lnTo>
                  <a:pt x="24" y="28"/>
                </a:lnTo>
                <a:lnTo>
                  <a:pt x="23" y="29"/>
                </a:lnTo>
                <a:lnTo>
                  <a:pt x="23" y="30"/>
                </a:lnTo>
                <a:lnTo>
                  <a:pt x="23" y="31"/>
                </a:lnTo>
                <a:lnTo>
                  <a:pt x="24" y="32"/>
                </a:lnTo>
                <a:lnTo>
                  <a:pt x="24" y="33"/>
                </a:lnTo>
                <a:lnTo>
                  <a:pt x="24" y="34"/>
                </a:lnTo>
                <a:lnTo>
                  <a:pt x="23" y="35"/>
                </a:lnTo>
                <a:lnTo>
                  <a:pt x="22" y="35"/>
                </a:lnTo>
                <a:lnTo>
                  <a:pt x="21" y="35"/>
                </a:lnTo>
                <a:lnTo>
                  <a:pt x="19" y="35"/>
                </a:lnTo>
                <a:lnTo>
                  <a:pt x="18" y="34"/>
                </a:lnTo>
                <a:lnTo>
                  <a:pt x="17" y="33"/>
                </a:lnTo>
                <a:lnTo>
                  <a:pt x="17" y="32"/>
                </a:lnTo>
                <a:lnTo>
                  <a:pt x="18" y="31"/>
                </a:lnTo>
                <a:lnTo>
                  <a:pt x="19" y="30"/>
                </a:lnTo>
                <a:lnTo>
                  <a:pt x="19" y="29"/>
                </a:lnTo>
                <a:lnTo>
                  <a:pt x="18" y="29"/>
                </a:lnTo>
                <a:lnTo>
                  <a:pt x="18" y="28"/>
                </a:lnTo>
                <a:lnTo>
                  <a:pt x="17" y="28"/>
                </a:lnTo>
                <a:lnTo>
                  <a:pt x="17" y="29"/>
                </a:lnTo>
                <a:lnTo>
                  <a:pt x="16" y="29"/>
                </a:lnTo>
                <a:lnTo>
                  <a:pt x="16" y="30"/>
                </a:lnTo>
                <a:lnTo>
                  <a:pt x="15" y="30"/>
                </a:lnTo>
                <a:lnTo>
                  <a:pt x="14" y="30"/>
                </a:lnTo>
                <a:lnTo>
                  <a:pt x="13" y="29"/>
                </a:lnTo>
                <a:lnTo>
                  <a:pt x="14" y="29"/>
                </a:lnTo>
                <a:lnTo>
                  <a:pt x="13" y="29"/>
                </a:lnTo>
                <a:lnTo>
                  <a:pt x="13" y="28"/>
                </a:lnTo>
                <a:lnTo>
                  <a:pt x="13" y="27"/>
                </a:lnTo>
                <a:lnTo>
                  <a:pt x="12" y="27"/>
                </a:lnTo>
                <a:lnTo>
                  <a:pt x="12" y="26"/>
                </a:lnTo>
                <a:lnTo>
                  <a:pt x="11" y="26"/>
                </a:lnTo>
                <a:lnTo>
                  <a:pt x="10" y="25"/>
                </a:lnTo>
                <a:lnTo>
                  <a:pt x="9" y="25"/>
                </a:lnTo>
                <a:lnTo>
                  <a:pt x="8" y="25"/>
                </a:lnTo>
                <a:lnTo>
                  <a:pt x="8" y="24"/>
                </a:lnTo>
                <a:lnTo>
                  <a:pt x="7" y="24"/>
                </a:lnTo>
                <a:lnTo>
                  <a:pt x="7" y="23"/>
                </a:lnTo>
                <a:lnTo>
                  <a:pt x="7" y="22"/>
                </a:lnTo>
                <a:lnTo>
                  <a:pt x="6" y="21"/>
                </a:lnTo>
                <a:lnTo>
                  <a:pt x="6" y="20"/>
                </a:lnTo>
                <a:lnTo>
                  <a:pt x="5" y="19"/>
                </a:lnTo>
                <a:lnTo>
                  <a:pt x="4" y="19"/>
                </a:lnTo>
                <a:lnTo>
                  <a:pt x="3" y="19"/>
                </a:lnTo>
                <a:lnTo>
                  <a:pt x="2" y="19"/>
                </a:lnTo>
                <a:lnTo>
                  <a:pt x="2" y="18"/>
                </a:lnTo>
                <a:lnTo>
                  <a:pt x="2" y="17"/>
                </a:lnTo>
                <a:lnTo>
                  <a:pt x="1" y="16"/>
                </a:lnTo>
                <a:lnTo>
                  <a:pt x="1" y="15"/>
                </a:lnTo>
                <a:lnTo>
                  <a:pt x="1" y="14"/>
                </a:lnTo>
                <a:lnTo>
                  <a:pt x="2" y="13"/>
                </a:lnTo>
                <a:lnTo>
                  <a:pt x="1" y="12"/>
                </a:lnTo>
                <a:lnTo>
                  <a:pt x="1" y="11"/>
                </a:ln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1" y="9"/>
                </a:lnTo>
                <a:lnTo>
                  <a:pt x="1" y="8"/>
                </a:lnTo>
                <a:lnTo>
                  <a:pt x="1" y="7"/>
                </a:lnTo>
                <a:lnTo>
                  <a:pt x="1" y="6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moveTo>
                  <a:pt x="32" y="46"/>
                </a:moveTo>
                <a:lnTo>
                  <a:pt x="32" y="45"/>
                </a:lnTo>
                <a:lnTo>
                  <a:pt x="32" y="44"/>
                </a:lnTo>
                <a:lnTo>
                  <a:pt x="32" y="45"/>
                </a:lnTo>
                <a:lnTo>
                  <a:pt x="32" y="46"/>
                </a:lnTo>
                <a:moveTo>
                  <a:pt x="32" y="44"/>
                </a:moveTo>
                <a:lnTo>
                  <a:pt x="33" y="44"/>
                </a:lnTo>
                <a:lnTo>
                  <a:pt x="33" y="43"/>
                </a:lnTo>
                <a:lnTo>
                  <a:pt x="32" y="42"/>
                </a:lnTo>
                <a:lnTo>
                  <a:pt x="32" y="43"/>
                </a:lnTo>
                <a:lnTo>
                  <a:pt x="32" y="44"/>
                </a:lnTo>
                <a:moveTo>
                  <a:pt x="30" y="40"/>
                </a:moveTo>
                <a:lnTo>
                  <a:pt x="30" y="39"/>
                </a:lnTo>
                <a:lnTo>
                  <a:pt x="30" y="38"/>
                </a:lnTo>
                <a:lnTo>
                  <a:pt x="29" y="38"/>
                </a:lnTo>
                <a:lnTo>
                  <a:pt x="30" y="39"/>
                </a:lnTo>
                <a:lnTo>
                  <a:pt x="30" y="40"/>
                </a:lnTo>
                <a:moveTo>
                  <a:pt x="25" y="27"/>
                </a:moveTo>
                <a:lnTo>
                  <a:pt x="25" y="28"/>
                </a:lnTo>
                <a:lnTo>
                  <a:pt x="26" y="28"/>
                </a:lnTo>
                <a:lnTo>
                  <a:pt x="26" y="27"/>
                </a:lnTo>
                <a:lnTo>
                  <a:pt x="25" y="27"/>
                </a:lnTo>
                <a:moveTo>
                  <a:pt x="2" y="17"/>
                </a:moveTo>
                <a:lnTo>
                  <a:pt x="2" y="17"/>
                </a:lnTo>
                <a:moveTo>
                  <a:pt x="1" y="14"/>
                </a:moveTo>
                <a:lnTo>
                  <a:pt x="1" y="14"/>
                </a:lnTo>
                <a:moveTo>
                  <a:pt x="1" y="8"/>
                </a:moveTo>
                <a:lnTo>
                  <a:pt x="1" y="7"/>
                </a:lnTo>
                <a:lnTo>
                  <a:pt x="2" y="7"/>
                </a:lnTo>
                <a:lnTo>
                  <a:pt x="1" y="7"/>
                </a:lnTo>
                <a:lnTo>
                  <a:pt x="1" y="8"/>
                </a:lnTo>
                <a:moveTo>
                  <a:pt x="4" y="2"/>
                </a:moveTo>
                <a:lnTo>
                  <a:pt x="3" y="2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2" name=""/>
          <p:cNvSpPr/>
          <p:nvPr/>
        </p:nvSpPr>
        <p:spPr>
          <a:xfrm>
            <a:off x="4656240" y="15609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3" name=""/>
          <p:cNvSpPr/>
          <p:nvPr/>
        </p:nvSpPr>
        <p:spPr>
          <a:xfrm>
            <a:off x="4682160" y="15602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1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4" name=""/>
          <p:cNvSpPr/>
          <p:nvPr/>
        </p:nvSpPr>
        <p:spPr>
          <a:xfrm>
            <a:off x="4682160" y="1559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5" name=""/>
          <p:cNvSpPr/>
          <p:nvPr/>
        </p:nvSpPr>
        <p:spPr>
          <a:xfrm>
            <a:off x="4654440" y="15577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6" name=""/>
          <p:cNvSpPr/>
          <p:nvPr/>
        </p:nvSpPr>
        <p:spPr>
          <a:xfrm>
            <a:off x="4660560" y="15526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7" name=""/>
          <p:cNvSpPr/>
          <p:nvPr/>
        </p:nvSpPr>
        <p:spPr>
          <a:xfrm>
            <a:off x="4662720" y="15523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8" name=""/>
          <p:cNvSpPr/>
          <p:nvPr/>
        </p:nvSpPr>
        <p:spPr>
          <a:xfrm>
            <a:off x="4700880" y="15494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9" name=""/>
          <p:cNvSpPr/>
          <p:nvPr/>
        </p:nvSpPr>
        <p:spPr>
          <a:xfrm>
            <a:off x="4698000" y="1548360"/>
            <a:ext cx="3240" cy="2880"/>
          </a:xfrm>
          <a:custGeom>
            <a:avLst/>
            <a:gdLst/>
            <a:ahLst/>
            <a:rect l="0" t="0" r="r" b="b"/>
            <a:pathLst>
              <a:path w="9" h="8">
                <a:moveTo>
                  <a:pt x="8" y="0"/>
                </a:moveTo>
                <a:lnTo>
                  <a:pt x="7" y="2"/>
                </a:lnTo>
                <a:lnTo>
                  <a:pt x="8" y="2"/>
                </a:lnTo>
                <a:lnTo>
                  <a:pt x="7" y="2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8" y="5"/>
                </a:lnTo>
                <a:lnTo>
                  <a:pt x="8" y="6"/>
                </a:lnTo>
                <a:lnTo>
                  <a:pt x="7" y="6"/>
                </a:lnTo>
                <a:lnTo>
                  <a:pt x="6" y="6"/>
                </a:lnTo>
                <a:lnTo>
                  <a:pt x="7" y="6"/>
                </a:lnTo>
                <a:lnTo>
                  <a:pt x="7" y="5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6" y="6"/>
                </a:lnTo>
                <a:lnTo>
                  <a:pt x="5" y="6"/>
                </a:lnTo>
                <a:lnTo>
                  <a:pt x="5" y="7"/>
                </a:lnTo>
                <a:lnTo>
                  <a:pt x="4" y="8"/>
                </a:lnTo>
                <a:lnTo>
                  <a:pt x="3" y="8"/>
                </a:lnTo>
                <a:lnTo>
                  <a:pt x="3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3" y="4"/>
                </a:lnTo>
                <a:lnTo>
                  <a:pt x="3" y="3"/>
                </a:lnTo>
                <a:lnTo>
                  <a:pt x="4" y="3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8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0" name=""/>
          <p:cNvSpPr/>
          <p:nvPr/>
        </p:nvSpPr>
        <p:spPr>
          <a:xfrm>
            <a:off x="4673880" y="1549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1" name=""/>
          <p:cNvSpPr/>
          <p:nvPr/>
        </p:nvSpPr>
        <p:spPr>
          <a:xfrm>
            <a:off x="4669920" y="15487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1" y="0"/>
                </a:moveTo>
                <a:lnTo>
                  <a:pt x="1" y="2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2" name=""/>
          <p:cNvSpPr/>
          <p:nvPr/>
        </p:nvSpPr>
        <p:spPr>
          <a:xfrm>
            <a:off x="4671000" y="15487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3" name=""/>
          <p:cNvSpPr/>
          <p:nvPr/>
        </p:nvSpPr>
        <p:spPr>
          <a:xfrm>
            <a:off x="4697640" y="1548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4" name=""/>
          <p:cNvSpPr/>
          <p:nvPr/>
        </p:nvSpPr>
        <p:spPr>
          <a:xfrm>
            <a:off x="4701240" y="15476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3" y="2"/>
                </a:lnTo>
                <a:lnTo>
                  <a:pt x="1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5" name=""/>
          <p:cNvSpPr/>
          <p:nvPr/>
        </p:nvSpPr>
        <p:spPr>
          <a:xfrm>
            <a:off x="4703760" y="1547640"/>
            <a:ext cx="2160" cy="720"/>
          </a:xfrm>
          <a:custGeom>
            <a:avLst/>
            <a:gdLst/>
            <a:ahLst/>
            <a:rect l="0" t="0" r="r" b="b"/>
            <a:pathLst>
              <a:path w="6" h="2">
                <a:moveTo>
                  <a:pt x="6" y="2"/>
                </a:move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6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6" name=""/>
          <p:cNvSpPr/>
          <p:nvPr/>
        </p:nvSpPr>
        <p:spPr>
          <a:xfrm>
            <a:off x="4701240" y="15462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7" name=""/>
          <p:cNvSpPr/>
          <p:nvPr/>
        </p:nvSpPr>
        <p:spPr>
          <a:xfrm>
            <a:off x="4696920" y="15458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4" y="0"/>
                </a:lnTo>
                <a:lnTo>
                  <a:pt x="4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8" name=""/>
          <p:cNvSpPr/>
          <p:nvPr/>
        </p:nvSpPr>
        <p:spPr>
          <a:xfrm>
            <a:off x="4698000" y="15436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0"/>
                </a:move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9" name=""/>
          <p:cNvSpPr/>
          <p:nvPr/>
        </p:nvSpPr>
        <p:spPr>
          <a:xfrm>
            <a:off x="4642920" y="15044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0" name=""/>
          <p:cNvSpPr/>
          <p:nvPr/>
        </p:nvSpPr>
        <p:spPr>
          <a:xfrm>
            <a:off x="4647960" y="150048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6" y="4"/>
                </a:move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3"/>
                </a:lnTo>
                <a:lnTo>
                  <a:pt x="3" y="3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6" y="3"/>
                </a:lnTo>
                <a:lnTo>
                  <a:pt x="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1" name=""/>
          <p:cNvSpPr/>
          <p:nvPr/>
        </p:nvSpPr>
        <p:spPr>
          <a:xfrm>
            <a:off x="4585320" y="1391040"/>
            <a:ext cx="225720" cy="175680"/>
          </a:xfrm>
          <a:custGeom>
            <a:avLst/>
            <a:gdLst/>
            <a:ahLst/>
            <a:rect l="0" t="0" r="r" b="b"/>
            <a:pathLst>
              <a:path w="627" h="488">
                <a:moveTo>
                  <a:pt x="450" y="2"/>
                </a:moveTo>
                <a:lnTo>
                  <a:pt x="451" y="2"/>
                </a:lnTo>
                <a:lnTo>
                  <a:pt x="451" y="1"/>
                </a:lnTo>
                <a:lnTo>
                  <a:pt x="451" y="2"/>
                </a:lnTo>
                <a:lnTo>
                  <a:pt x="452" y="2"/>
                </a:lnTo>
                <a:lnTo>
                  <a:pt x="453" y="2"/>
                </a:lnTo>
                <a:lnTo>
                  <a:pt x="453" y="3"/>
                </a:lnTo>
                <a:lnTo>
                  <a:pt x="454" y="4"/>
                </a:lnTo>
                <a:lnTo>
                  <a:pt x="453" y="5"/>
                </a:lnTo>
                <a:lnTo>
                  <a:pt x="452" y="6"/>
                </a:lnTo>
                <a:lnTo>
                  <a:pt x="452" y="7"/>
                </a:lnTo>
                <a:lnTo>
                  <a:pt x="452" y="8"/>
                </a:lnTo>
                <a:lnTo>
                  <a:pt x="453" y="8"/>
                </a:lnTo>
                <a:lnTo>
                  <a:pt x="453" y="9"/>
                </a:lnTo>
                <a:lnTo>
                  <a:pt x="454" y="9"/>
                </a:lnTo>
                <a:lnTo>
                  <a:pt x="456" y="10"/>
                </a:lnTo>
                <a:lnTo>
                  <a:pt x="456" y="11"/>
                </a:lnTo>
                <a:lnTo>
                  <a:pt x="457" y="11"/>
                </a:lnTo>
                <a:lnTo>
                  <a:pt x="457" y="12"/>
                </a:lnTo>
                <a:lnTo>
                  <a:pt x="456" y="13"/>
                </a:lnTo>
                <a:lnTo>
                  <a:pt x="457" y="13"/>
                </a:lnTo>
                <a:lnTo>
                  <a:pt x="458" y="13"/>
                </a:lnTo>
                <a:lnTo>
                  <a:pt x="459" y="13"/>
                </a:lnTo>
                <a:lnTo>
                  <a:pt x="460" y="14"/>
                </a:lnTo>
                <a:lnTo>
                  <a:pt x="461" y="14"/>
                </a:lnTo>
                <a:lnTo>
                  <a:pt x="462" y="15"/>
                </a:lnTo>
                <a:lnTo>
                  <a:pt x="463" y="16"/>
                </a:lnTo>
                <a:lnTo>
                  <a:pt x="464" y="17"/>
                </a:lnTo>
                <a:lnTo>
                  <a:pt x="465" y="18"/>
                </a:lnTo>
                <a:lnTo>
                  <a:pt x="465" y="19"/>
                </a:lnTo>
                <a:lnTo>
                  <a:pt x="466" y="19"/>
                </a:lnTo>
                <a:lnTo>
                  <a:pt x="466" y="20"/>
                </a:lnTo>
                <a:lnTo>
                  <a:pt x="467" y="20"/>
                </a:lnTo>
                <a:lnTo>
                  <a:pt x="468" y="20"/>
                </a:lnTo>
                <a:lnTo>
                  <a:pt x="468" y="21"/>
                </a:lnTo>
                <a:lnTo>
                  <a:pt x="469" y="21"/>
                </a:lnTo>
                <a:lnTo>
                  <a:pt x="470" y="20"/>
                </a:lnTo>
                <a:lnTo>
                  <a:pt x="471" y="20"/>
                </a:lnTo>
                <a:lnTo>
                  <a:pt x="472" y="20"/>
                </a:lnTo>
                <a:lnTo>
                  <a:pt x="473" y="20"/>
                </a:lnTo>
                <a:lnTo>
                  <a:pt x="474" y="20"/>
                </a:lnTo>
                <a:lnTo>
                  <a:pt x="475" y="20"/>
                </a:lnTo>
                <a:lnTo>
                  <a:pt x="475" y="21"/>
                </a:lnTo>
                <a:lnTo>
                  <a:pt x="474" y="21"/>
                </a:lnTo>
                <a:lnTo>
                  <a:pt x="475" y="21"/>
                </a:lnTo>
                <a:lnTo>
                  <a:pt x="476" y="21"/>
                </a:lnTo>
                <a:lnTo>
                  <a:pt x="476" y="22"/>
                </a:lnTo>
                <a:lnTo>
                  <a:pt x="476" y="23"/>
                </a:lnTo>
                <a:lnTo>
                  <a:pt x="476" y="25"/>
                </a:lnTo>
                <a:lnTo>
                  <a:pt x="477" y="25"/>
                </a:lnTo>
                <a:lnTo>
                  <a:pt x="477" y="24"/>
                </a:lnTo>
                <a:lnTo>
                  <a:pt x="478" y="24"/>
                </a:lnTo>
                <a:lnTo>
                  <a:pt x="479" y="24"/>
                </a:lnTo>
                <a:lnTo>
                  <a:pt x="480" y="24"/>
                </a:lnTo>
                <a:lnTo>
                  <a:pt x="480" y="25"/>
                </a:lnTo>
                <a:lnTo>
                  <a:pt x="481" y="25"/>
                </a:lnTo>
                <a:lnTo>
                  <a:pt x="482" y="25"/>
                </a:lnTo>
                <a:lnTo>
                  <a:pt x="483" y="25"/>
                </a:lnTo>
                <a:lnTo>
                  <a:pt x="484" y="24"/>
                </a:lnTo>
                <a:lnTo>
                  <a:pt x="485" y="24"/>
                </a:lnTo>
                <a:lnTo>
                  <a:pt x="485" y="25"/>
                </a:lnTo>
                <a:lnTo>
                  <a:pt x="486" y="25"/>
                </a:lnTo>
                <a:lnTo>
                  <a:pt x="486" y="26"/>
                </a:lnTo>
                <a:lnTo>
                  <a:pt x="488" y="26"/>
                </a:lnTo>
                <a:lnTo>
                  <a:pt x="490" y="26"/>
                </a:lnTo>
                <a:lnTo>
                  <a:pt x="491" y="26"/>
                </a:lnTo>
                <a:lnTo>
                  <a:pt x="491" y="27"/>
                </a:lnTo>
                <a:lnTo>
                  <a:pt x="491" y="28"/>
                </a:lnTo>
                <a:lnTo>
                  <a:pt x="491" y="29"/>
                </a:lnTo>
                <a:lnTo>
                  <a:pt x="491" y="30"/>
                </a:lnTo>
                <a:lnTo>
                  <a:pt x="491" y="31"/>
                </a:lnTo>
                <a:lnTo>
                  <a:pt x="490" y="31"/>
                </a:lnTo>
                <a:lnTo>
                  <a:pt x="490" y="32"/>
                </a:lnTo>
                <a:lnTo>
                  <a:pt x="491" y="32"/>
                </a:lnTo>
                <a:lnTo>
                  <a:pt x="491" y="33"/>
                </a:lnTo>
                <a:lnTo>
                  <a:pt x="492" y="33"/>
                </a:lnTo>
                <a:lnTo>
                  <a:pt x="493" y="34"/>
                </a:lnTo>
                <a:lnTo>
                  <a:pt x="494" y="34"/>
                </a:lnTo>
                <a:lnTo>
                  <a:pt x="495" y="35"/>
                </a:lnTo>
                <a:lnTo>
                  <a:pt x="496" y="36"/>
                </a:lnTo>
                <a:lnTo>
                  <a:pt x="496" y="37"/>
                </a:lnTo>
                <a:lnTo>
                  <a:pt x="497" y="37"/>
                </a:lnTo>
                <a:lnTo>
                  <a:pt x="498" y="37"/>
                </a:lnTo>
                <a:lnTo>
                  <a:pt x="499" y="38"/>
                </a:lnTo>
                <a:lnTo>
                  <a:pt x="499" y="39"/>
                </a:lnTo>
                <a:lnTo>
                  <a:pt x="500" y="39"/>
                </a:lnTo>
                <a:lnTo>
                  <a:pt x="501" y="39"/>
                </a:lnTo>
                <a:lnTo>
                  <a:pt x="501" y="40"/>
                </a:lnTo>
                <a:lnTo>
                  <a:pt x="501" y="41"/>
                </a:lnTo>
                <a:lnTo>
                  <a:pt x="503" y="41"/>
                </a:lnTo>
                <a:lnTo>
                  <a:pt x="503" y="42"/>
                </a:lnTo>
                <a:lnTo>
                  <a:pt x="504" y="42"/>
                </a:lnTo>
                <a:lnTo>
                  <a:pt x="504" y="43"/>
                </a:lnTo>
                <a:lnTo>
                  <a:pt x="503" y="43"/>
                </a:lnTo>
                <a:lnTo>
                  <a:pt x="501" y="45"/>
                </a:lnTo>
                <a:lnTo>
                  <a:pt x="501" y="46"/>
                </a:lnTo>
                <a:lnTo>
                  <a:pt x="500" y="47"/>
                </a:lnTo>
                <a:lnTo>
                  <a:pt x="499" y="47"/>
                </a:lnTo>
                <a:lnTo>
                  <a:pt x="499" y="48"/>
                </a:lnTo>
                <a:lnTo>
                  <a:pt x="498" y="48"/>
                </a:lnTo>
                <a:lnTo>
                  <a:pt x="497" y="49"/>
                </a:lnTo>
                <a:lnTo>
                  <a:pt x="496" y="49"/>
                </a:lnTo>
                <a:lnTo>
                  <a:pt x="496" y="50"/>
                </a:lnTo>
                <a:lnTo>
                  <a:pt x="496" y="51"/>
                </a:lnTo>
                <a:lnTo>
                  <a:pt x="497" y="51"/>
                </a:lnTo>
                <a:lnTo>
                  <a:pt x="497" y="52"/>
                </a:lnTo>
                <a:lnTo>
                  <a:pt x="498" y="52"/>
                </a:lnTo>
                <a:lnTo>
                  <a:pt x="499" y="53"/>
                </a:lnTo>
                <a:lnTo>
                  <a:pt x="500" y="53"/>
                </a:lnTo>
                <a:lnTo>
                  <a:pt x="501" y="53"/>
                </a:lnTo>
                <a:lnTo>
                  <a:pt x="502" y="53"/>
                </a:lnTo>
                <a:lnTo>
                  <a:pt x="503" y="52"/>
                </a:lnTo>
                <a:lnTo>
                  <a:pt x="504" y="52"/>
                </a:lnTo>
                <a:lnTo>
                  <a:pt x="504" y="53"/>
                </a:lnTo>
                <a:lnTo>
                  <a:pt x="505" y="53"/>
                </a:lnTo>
                <a:lnTo>
                  <a:pt x="505" y="54"/>
                </a:lnTo>
                <a:lnTo>
                  <a:pt x="505" y="55"/>
                </a:lnTo>
                <a:lnTo>
                  <a:pt x="505" y="56"/>
                </a:lnTo>
                <a:lnTo>
                  <a:pt x="505" y="57"/>
                </a:lnTo>
                <a:lnTo>
                  <a:pt x="504" y="57"/>
                </a:lnTo>
                <a:lnTo>
                  <a:pt x="503" y="58"/>
                </a:lnTo>
                <a:lnTo>
                  <a:pt x="502" y="58"/>
                </a:lnTo>
                <a:lnTo>
                  <a:pt x="501" y="58"/>
                </a:lnTo>
                <a:lnTo>
                  <a:pt x="501" y="59"/>
                </a:lnTo>
                <a:lnTo>
                  <a:pt x="500" y="59"/>
                </a:lnTo>
                <a:lnTo>
                  <a:pt x="499" y="60"/>
                </a:lnTo>
                <a:lnTo>
                  <a:pt x="499" y="61"/>
                </a:lnTo>
                <a:lnTo>
                  <a:pt x="499" y="62"/>
                </a:lnTo>
                <a:lnTo>
                  <a:pt x="500" y="62"/>
                </a:lnTo>
                <a:lnTo>
                  <a:pt x="501" y="62"/>
                </a:lnTo>
                <a:lnTo>
                  <a:pt x="502" y="62"/>
                </a:lnTo>
                <a:lnTo>
                  <a:pt x="503" y="62"/>
                </a:lnTo>
                <a:lnTo>
                  <a:pt x="504" y="62"/>
                </a:lnTo>
                <a:lnTo>
                  <a:pt x="504" y="63"/>
                </a:lnTo>
                <a:lnTo>
                  <a:pt x="504" y="62"/>
                </a:lnTo>
                <a:lnTo>
                  <a:pt x="505" y="62"/>
                </a:lnTo>
                <a:lnTo>
                  <a:pt x="505" y="64"/>
                </a:lnTo>
                <a:lnTo>
                  <a:pt x="506" y="64"/>
                </a:lnTo>
                <a:lnTo>
                  <a:pt x="506" y="65"/>
                </a:lnTo>
                <a:lnTo>
                  <a:pt x="507" y="65"/>
                </a:lnTo>
                <a:lnTo>
                  <a:pt x="507" y="66"/>
                </a:lnTo>
                <a:lnTo>
                  <a:pt x="506" y="66"/>
                </a:lnTo>
                <a:lnTo>
                  <a:pt x="506" y="67"/>
                </a:lnTo>
                <a:lnTo>
                  <a:pt x="507" y="67"/>
                </a:lnTo>
                <a:lnTo>
                  <a:pt x="506" y="67"/>
                </a:lnTo>
                <a:lnTo>
                  <a:pt x="506" y="68"/>
                </a:lnTo>
                <a:lnTo>
                  <a:pt x="507" y="68"/>
                </a:lnTo>
                <a:lnTo>
                  <a:pt x="508" y="68"/>
                </a:lnTo>
                <a:lnTo>
                  <a:pt x="508" y="67"/>
                </a:lnTo>
                <a:lnTo>
                  <a:pt x="508" y="66"/>
                </a:lnTo>
                <a:lnTo>
                  <a:pt x="508" y="65"/>
                </a:lnTo>
                <a:lnTo>
                  <a:pt x="509" y="65"/>
                </a:lnTo>
                <a:lnTo>
                  <a:pt x="509" y="64"/>
                </a:lnTo>
                <a:lnTo>
                  <a:pt x="510" y="64"/>
                </a:lnTo>
                <a:lnTo>
                  <a:pt x="511" y="64"/>
                </a:lnTo>
                <a:lnTo>
                  <a:pt x="512" y="63"/>
                </a:lnTo>
                <a:lnTo>
                  <a:pt x="513" y="63"/>
                </a:lnTo>
                <a:lnTo>
                  <a:pt x="514" y="63"/>
                </a:lnTo>
                <a:lnTo>
                  <a:pt x="515" y="62"/>
                </a:lnTo>
                <a:lnTo>
                  <a:pt x="514" y="62"/>
                </a:lnTo>
                <a:lnTo>
                  <a:pt x="515" y="62"/>
                </a:lnTo>
                <a:lnTo>
                  <a:pt x="516" y="61"/>
                </a:lnTo>
                <a:lnTo>
                  <a:pt x="517" y="61"/>
                </a:lnTo>
                <a:lnTo>
                  <a:pt x="517" y="60"/>
                </a:lnTo>
                <a:lnTo>
                  <a:pt x="518" y="60"/>
                </a:lnTo>
                <a:lnTo>
                  <a:pt x="518" y="59"/>
                </a:lnTo>
                <a:lnTo>
                  <a:pt x="519" y="59"/>
                </a:lnTo>
                <a:lnTo>
                  <a:pt x="519" y="58"/>
                </a:lnTo>
                <a:lnTo>
                  <a:pt x="520" y="58"/>
                </a:lnTo>
                <a:lnTo>
                  <a:pt x="520" y="57"/>
                </a:lnTo>
                <a:lnTo>
                  <a:pt x="520" y="56"/>
                </a:lnTo>
                <a:lnTo>
                  <a:pt x="521" y="56"/>
                </a:lnTo>
                <a:lnTo>
                  <a:pt x="522" y="56"/>
                </a:lnTo>
                <a:lnTo>
                  <a:pt x="522" y="55"/>
                </a:lnTo>
                <a:lnTo>
                  <a:pt x="523" y="55"/>
                </a:lnTo>
                <a:lnTo>
                  <a:pt x="523" y="54"/>
                </a:lnTo>
                <a:lnTo>
                  <a:pt x="523" y="53"/>
                </a:lnTo>
                <a:lnTo>
                  <a:pt x="524" y="52"/>
                </a:lnTo>
                <a:lnTo>
                  <a:pt x="525" y="53"/>
                </a:lnTo>
                <a:lnTo>
                  <a:pt x="525" y="52"/>
                </a:lnTo>
                <a:lnTo>
                  <a:pt x="525" y="51"/>
                </a:lnTo>
                <a:lnTo>
                  <a:pt x="526" y="51"/>
                </a:lnTo>
                <a:lnTo>
                  <a:pt x="526" y="50"/>
                </a:lnTo>
                <a:lnTo>
                  <a:pt x="527" y="50"/>
                </a:lnTo>
                <a:lnTo>
                  <a:pt x="527" y="49"/>
                </a:lnTo>
                <a:lnTo>
                  <a:pt x="527" y="48"/>
                </a:lnTo>
                <a:lnTo>
                  <a:pt x="526" y="47"/>
                </a:lnTo>
                <a:lnTo>
                  <a:pt x="527" y="46"/>
                </a:lnTo>
                <a:lnTo>
                  <a:pt x="527" y="45"/>
                </a:lnTo>
                <a:lnTo>
                  <a:pt x="528" y="44"/>
                </a:lnTo>
                <a:lnTo>
                  <a:pt x="529" y="43"/>
                </a:lnTo>
                <a:lnTo>
                  <a:pt x="530" y="43"/>
                </a:lnTo>
                <a:lnTo>
                  <a:pt x="532" y="43"/>
                </a:lnTo>
                <a:lnTo>
                  <a:pt x="533" y="43"/>
                </a:lnTo>
                <a:lnTo>
                  <a:pt x="534" y="42"/>
                </a:lnTo>
                <a:lnTo>
                  <a:pt x="534" y="41"/>
                </a:lnTo>
                <a:lnTo>
                  <a:pt x="535" y="40"/>
                </a:lnTo>
                <a:lnTo>
                  <a:pt x="536" y="40"/>
                </a:lnTo>
                <a:lnTo>
                  <a:pt x="536" y="39"/>
                </a:lnTo>
                <a:lnTo>
                  <a:pt x="536" y="38"/>
                </a:lnTo>
                <a:lnTo>
                  <a:pt x="537" y="38"/>
                </a:lnTo>
                <a:lnTo>
                  <a:pt x="538" y="37"/>
                </a:lnTo>
                <a:lnTo>
                  <a:pt x="538" y="38"/>
                </a:lnTo>
                <a:lnTo>
                  <a:pt x="539" y="38"/>
                </a:lnTo>
                <a:lnTo>
                  <a:pt x="540" y="38"/>
                </a:lnTo>
                <a:lnTo>
                  <a:pt x="540" y="37"/>
                </a:lnTo>
                <a:lnTo>
                  <a:pt x="541" y="37"/>
                </a:lnTo>
                <a:lnTo>
                  <a:pt x="542" y="37"/>
                </a:lnTo>
                <a:lnTo>
                  <a:pt x="543" y="38"/>
                </a:lnTo>
                <a:lnTo>
                  <a:pt x="544" y="37"/>
                </a:lnTo>
                <a:lnTo>
                  <a:pt x="545" y="36"/>
                </a:lnTo>
                <a:lnTo>
                  <a:pt x="546" y="36"/>
                </a:lnTo>
                <a:lnTo>
                  <a:pt x="546" y="37"/>
                </a:lnTo>
                <a:lnTo>
                  <a:pt x="546" y="38"/>
                </a:lnTo>
                <a:lnTo>
                  <a:pt x="546" y="39"/>
                </a:lnTo>
                <a:lnTo>
                  <a:pt x="545" y="39"/>
                </a:lnTo>
                <a:lnTo>
                  <a:pt x="545" y="40"/>
                </a:lnTo>
                <a:lnTo>
                  <a:pt x="545" y="41"/>
                </a:lnTo>
                <a:lnTo>
                  <a:pt x="546" y="41"/>
                </a:lnTo>
                <a:lnTo>
                  <a:pt x="546" y="42"/>
                </a:lnTo>
                <a:lnTo>
                  <a:pt x="546" y="43"/>
                </a:lnTo>
                <a:lnTo>
                  <a:pt x="545" y="43"/>
                </a:lnTo>
                <a:lnTo>
                  <a:pt x="544" y="44"/>
                </a:lnTo>
                <a:lnTo>
                  <a:pt x="543" y="44"/>
                </a:lnTo>
                <a:lnTo>
                  <a:pt x="543" y="45"/>
                </a:lnTo>
                <a:lnTo>
                  <a:pt x="543" y="46"/>
                </a:lnTo>
                <a:lnTo>
                  <a:pt x="542" y="46"/>
                </a:lnTo>
                <a:lnTo>
                  <a:pt x="541" y="47"/>
                </a:lnTo>
                <a:lnTo>
                  <a:pt x="542" y="48"/>
                </a:lnTo>
                <a:lnTo>
                  <a:pt x="543" y="48"/>
                </a:lnTo>
                <a:lnTo>
                  <a:pt x="543" y="49"/>
                </a:lnTo>
                <a:lnTo>
                  <a:pt x="543" y="50"/>
                </a:lnTo>
                <a:lnTo>
                  <a:pt x="543" y="51"/>
                </a:lnTo>
                <a:lnTo>
                  <a:pt x="544" y="51"/>
                </a:lnTo>
                <a:lnTo>
                  <a:pt x="544" y="52"/>
                </a:lnTo>
                <a:lnTo>
                  <a:pt x="544" y="53"/>
                </a:lnTo>
                <a:lnTo>
                  <a:pt x="544" y="55"/>
                </a:lnTo>
                <a:lnTo>
                  <a:pt x="544" y="56"/>
                </a:lnTo>
                <a:lnTo>
                  <a:pt x="544" y="57"/>
                </a:lnTo>
                <a:lnTo>
                  <a:pt x="544" y="58"/>
                </a:lnTo>
                <a:lnTo>
                  <a:pt x="543" y="59"/>
                </a:lnTo>
                <a:lnTo>
                  <a:pt x="543" y="60"/>
                </a:lnTo>
                <a:lnTo>
                  <a:pt x="542" y="60"/>
                </a:lnTo>
                <a:lnTo>
                  <a:pt x="542" y="61"/>
                </a:lnTo>
                <a:lnTo>
                  <a:pt x="543" y="61"/>
                </a:lnTo>
                <a:lnTo>
                  <a:pt x="543" y="62"/>
                </a:lnTo>
                <a:lnTo>
                  <a:pt x="542" y="63"/>
                </a:lnTo>
                <a:lnTo>
                  <a:pt x="543" y="64"/>
                </a:lnTo>
                <a:lnTo>
                  <a:pt x="543" y="65"/>
                </a:lnTo>
                <a:lnTo>
                  <a:pt x="543" y="66"/>
                </a:lnTo>
                <a:lnTo>
                  <a:pt x="543" y="67"/>
                </a:lnTo>
                <a:lnTo>
                  <a:pt x="543" y="68"/>
                </a:lnTo>
                <a:lnTo>
                  <a:pt x="543" y="69"/>
                </a:lnTo>
                <a:lnTo>
                  <a:pt x="544" y="69"/>
                </a:lnTo>
                <a:lnTo>
                  <a:pt x="544" y="70"/>
                </a:lnTo>
                <a:lnTo>
                  <a:pt x="544" y="71"/>
                </a:lnTo>
                <a:lnTo>
                  <a:pt x="545" y="71"/>
                </a:lnTo>
                <a:lnTo>
                  <a:pt x="546" y="71"/>
                </a:lnTo>
                <a:lnTo>
                  <a:pt x="546" y="72"/>
                </a:lnTo>
                <a:lnTo>
                  <a:pt x="547" y="72"/>
                </a:lnTo>
                <a:lnTo>
                  <a:pt x="547" y="71"/>
                </a:lnTo>
                <a:lnTo>
                  <a:pt x="548" y="71"/>
                </a:lnTo>
                <a:lnTo>
                  <a:pt x="548" y="70"/>
                </a:lnTo>
                <a:lnTo>
                  <a:pt x="548" y="69"/>
                </a:lnTo>
                <a:lnTo>
                  <a:pt x="549" y="69"/>
                </a:lnTo>
                <a:lnTo>
                  <a:pt x="549" y="68"/>
                </a:lnTo>
                <a:lnTo>
                  <a:pt x="550" y="68"/>
                </a:lnTo>
                <a:lnTo>
                  <a:pt x="550" y="69"/>
                </a:lnTo>
                <a:lnTo>
                  <a:pt x="551" y="70"/>
                </a:lnTo>
                <a:lnTo>
                  <a:pt x="552" y="70"/>
                </a:lnTo>
                <a:lnTo>
                  <a:pt x="553" y="70"/>
                </a:lnTo>
                <a:lnTo>
                  <a:pt x="554" y="70"/>
                </a:lnTo>
                <a:lnTo>
                  <a:pt x="554" y="72"/>
                </a:lnTo>
                <a:lnTo>
                  <a:pt x="555" y="72"/>
                </a:lnTo>
                <a:lnTo>
                  <a:pt x="555" y="73"/>
                </a:lnTo>
                <a:lnTo>
                  <a:pt x="555" y="74"/>
                </a:lnTo>
                <a:lnTo>
                  <a:pt x="554" y="74"/>
                </a:lnTo>
                <a:lnTo>
                  <a:pt x="554" y="75"/>
                </a:lnTo>
                <a:lnTo>
                  <a:pt x="555" y="75"/>
                </a:lnTo>
                <a:lnTo>
                  <a:pt x="555" y="76"/>
                </a:lnTo>
                <a:lnTo>
                  <a:pt x="555" y="77"/>
                </a:lnTo>
                <a:lnTo>
                  <a:pt x="555" y="78"/>
                </a:lnTo>
                <a:lnTo>
                  <a:pt x="554" y="78"/>
                </a:lnTo>
                <a:lnTo>
                  <a:pt x="553" y="78"/>
                </a:lnTo>
                <a:lnTo>
                  <a:pt x="553" y="79"/>
                </a:lnTo>
                <a:lnTo>
                  <a:pt x="554" y="79"/>
                </a:lnTo>
                <a:lnTo>
                  <a:pt x="554" y="80"/>
                </a:lnTo>
                <a:lnTo>
                  <a:pt x="555" y="81"/>
                </a:lnTo>
                <a:lnTo>
                  <a:pt x="554" y="82"/>
                </a:lnTo>
                <a:lnTo>
                  <a:pt x="553" y="82"/>
                </a:lnTo>
                <a:lnTo>
                  <a:pt x="553" y="83"/>
                </a:lnTo>
                <a:lnTo>
                  <a:pt x="554" y="83"/>
                </a:lnTo>
                <a:lnTo>
                  <a:pt x="555" y="83"/>
                </a:lnTo>
                <a:lnTo>
                  <a:pt x="555" y="84"/>
                </a:lnTo>
                <a:lnTo>
                  <a:pt x="556" y="84"/>
                </a:lnTo>
                <a:lnTo>
                  <a:pt x="557" y="84"/>
                </a:lnTo>
                <a:lnTo>
                  <a:pt x="557" y="85"/>
                </a:lnTo>
                <a:lnTo>
                  <a:pt x="557" y="86"/>
                </a:lnTo>
                <a:lnTo>
                  <a:pt x="557" y="87"/>
                </a:lnTo>
                <a:lnTo>
                  <a:pt x="557" y="88"/>
                </a:lnTo>
                <a:lnTo>
                  <a:pt x="558" y="88"/>
                </a:lnTo>
                <a:lnTo>
                  <a:pt x="558" y="89"/>
                </a:lnTo>
                <a:lnTo>
                  <a:pt x="559" y="89"/>
                </a:lnTo>
                <a:lnTo>
                  <a:pt x="560" y="89"/>
                </a:lnTo>
                <a:lnTo>
                  <a:pt x="561" y="89"/>
                </a:lnTo>
                <a:lnTo>
                  <a:pt x="561" y="88"/>
                </a:lnTo>
                <a:lnTo>
                  <a:pt x="561" y="89"/>
                </a:lnTo>
                <a:lnTo>
                  <a:pt x="562" y="89"/>
                </a:lnTo>
                <a:lnTo>
                  <a:pt x="562" y="88"/>
                </a:lnTo>
                <a:lnTo>
                  <a:pt x="563" y="88"/>
                </a:lnTo>
                <a:lnTo>
                  <a:pt x="564" y="88"/>
                </a:lnTo>
                <a:lnTo>
                  <a:pt x="564" y="89"/>
                </a:lnTo>
                <a:lnTo>
                  <a:pt x="565" y="89"/>
                </a:lnTo>
                <a:lnTo>
                  <a:pt x="565" y="90"/>
                </a:lnTo>
                <a:lnTo>
                  <a:pt x="564" y="90"/>
                </a:lnTo>
                <a:lnTo>
                  <a:pt x="564" y="91"/>
                </a:lnTo>
                <a:lnTo>
                  <a:pt x="563" y="91"/>
                </a:lnTo>
                <a:lnTo>
                  <a:pt x="563" y="92"/>
                </a:lnTo>
                <a:lnTo>
                  <a:pt x="564" y="92"/>
                </a:lnTo>
                <a:lnTo>
                  <a:pt x="564" y="93"/>
                </a:lnTo>
                <a:lnTo>
                  <a:pt x="564" y="94"/>
                </a:lnTo>
                <a:lnTo>
                  <a:pt x="563" y="94"/>
                </a:lnTo>
                <a:lnTo>
                  <a:pt x="563" y="95"/>
                </a:lnTo>
                <a:lnTo>
                  <a:pt x="563" y="96"/>
                </a:lnTo>
                <a:lnTo>
                  <a:pt x="563" y="97"/>
                </a:lnTo>
                <a:lnTo>
                  <a:pt x="562" y="97"/>
                </a:lnTo>
                <a:lnTo>
                  <a:pt x="562" y="98"/>
                </a:lnTo>
                <a:lnTo>
                  <a:pt x="563" y="98"/>
                </a:lnTo>
                <a:lnTo>
                  <a:pt x="563" y="99"/>
                </a:lnTo>
                <a:lnTo>
                  <a:pt x="564" y="99"/>
                </a:lnTo>
                <a:lnTo>
                  <a:pt x="564" y="100"/>
                </a:lnTo>
                <a:lnTo>
                  <a:pt x="563" y="100"/>
                </a:lnTo>
                <a:lnTo>
                  <a:pt x="563" y="101"/>
                </a:lnTo>
                <a:lnTo>
                  <a:pt x="562" y="101"/>
                </a:lnTo>
                <a:lnTo>
                  <a:pt x="563" y="101"/>
                </a:lnTo>
                <a:lnTo>
                  <a:pt x="564" y="101"/>
                </a:lnTo>
                <a:lnTo>
                  <a:pt x="564" y="102"/>
                </a:lnTo>
                <a:lnTo>
                  <a:pt x="565" y="102"/>
                </a:lnTo>
                <a:lnTo>
                  <a:pt x="565" y="103"/>
                </a:lnTo>
                <a:lnTo>
                  <a:pt x="566" y="103"/>
                </a:lnTo>
                <a:lnTo>
                  <a:pt x="565" y="103"/>
                </a:lnTo>
                <a:lnTo>
                  <a:pt x="566" y="103"/>
                </a:lnTo>
                <a:lnTo>
                  <a:pt x="566" y="104"/>
                </a:lnTo>
                <a:lnTo>
                  <a:pt x="567" y="104"/>
                </a:lnTo>
                <a:lnTo>
                  <a:pt x="568" y="104"/>
                </a:lnTo>
                <a:lnTo>
                  <a:pt x="568" y="105"/>
                </a:lnTo>
                <a:lnTo>
                  <a:pt x="569" y="105"/>
                </a:lnTo>
                <a:lnTo>
                  <a:pt x="569" y="106"/>
                </a:lnTo>
                <a:lnTo>
                  <a:pt x="568" y="106"/>
                </a:lnTo>
                <a:lnTo>
                  <a:pt x="568" y="107"/>
                </a:lnTo>
                <a:lnTo>
                  <a:pt x="569" y="107"/>
                </a:lnTo>
                <a:lnTo>
                  <a:pt x="570" y="107"/>
                </a:lnTo>
                <a:lnTo>
                  <a:pt x="570" y="108"/>
                </a:lnTo>
                <a:lnTo>
                  <a:pt x="571" y="108"/>
                </a:lnTo>
                <a:lnTo>
                  <a:pt x="572" y="108"/>
                </a:lnTo>
                <a:lnTo>
                  <a:pt x="573" y="109"/>
                </a:lnTo>
                <a:lnTo>
                  <a:pt x="572" y="110"/>
                </a:lnTo>
                <a:lnTo>
                  <a:pt x="573" y="110"/>
                </a:lnTo>
                <a:lnTo>
                  <a:pt x="573" y="111"/>
                </a:lnTo>
                <a:lnTo>
                  <a:pt x="573" y="112"/>
                </a:lnTo>
                <a:lnTo>
                  <a:pt x="572" y="112"/>
                </a:lnTo>
                <a:lnTo>
                  <a:pt x="572" y="113"/>
                </a:lnTo>
                <a:lnTo>
                  <a:pt x="573" y="113"/>
                </a:lnTo>
                <a:lnTo>
                  <a:pt x="574" y="114"/>
                </a:lnTo>
                <a:lnTo>
                  <a:pt x="574" y="115"/>
                </a:lnTo>
                <a:lnTo>
                  <a:pt x="573" y="115"/>
                </a:lnTo>
                <a:lnTo>
                  <a:pt x="572" y="116"/>
                </a:lnTo>
                <a:lnTo>
                  <a:pt x="571" y="116"/>
                </a:lnTo>
                <a:lnTo>
                  <a:pt x="571" y="117"/>
                </a:lnTo>
                <a:lnTo>
                  <a:pt x="572" y="117"/>
                </a:lnTo>
                <a:lnTo>
                  <a:pt x="572" y="118"/>
                </a:lnTo>
                <a:lnTo>
                  <a:pt x="572" y="119"/>
                </a:lnTo>
                <a:lnTo>
                  <a:pt x="571" y="119"/>
                </a:lnTo>
                <a:lnTo>
                  <a:pt x="571" y="120"/>
                </a:lnTo>
                <a:lnTo>
                  <a:pt x="571" y="121"/>
                </a:lnTo>
                <a:lnTo>
                  <a:pt x="572" y="121"/>
                </a:lnTo>
                <a:lnTo>
                  <a:pt x="573" y="121"/>
                </a:lnTo>
                <a:lnTo>
                  <a:pt x="574" y="121"/>
                </a:lnTo>
                <a:lnTo>
                  <a:pt x="575" y="121"/>
                </a:lnTo>
                <a:lnTo>
                  <a:pt x="576" y="121"/>
                </a:lnTo>
                <a:lnTo>
                  <a:pt x="577" y="121"/>
                </a:lnTo>
                <a:lnTo>
                  <a:pt x="577" y="120"/>
                </a:lnTo>
                <a:lnTo>
                  <a:pt x="578" y="120"/>
                </a:lnTo>
                <a:lnTo>
                  <a:pt x="578" y="121"/>
                </a:lnTo>
                <a:lnTo>
                  <a:pt x="579" y="121"/>
                </a:lnTo>
                <a:lnTo>
                  <a:pt x="579" y="120"/>
                </a:lnTo>
                <a:lnTo>
                  <a:pt x="580" y="121"/>
                </a:lnTo>
                <a:lnTo>
                  <a:pt x="581" y="121"/>
                </a:lnTo>
                <a:lnTo>
                  <a:pt x="581" y="122"/>
                </a:lnTo>
                <a:lnTo>
                  <a:pt x="582" y="122"/>
                </a:lnTo>
                <a:lnTo>
                  <a:pt x="583" y="123"/>
                </a:lnTo>
                <a:lnTo>
                  <a:pt x="582" y="123"/>
                </a:lnTo>
                <a:lnTo>
                  <a:pt x="582" y="124"/>
                </a:lnTo>
                <a:lnTo>
                  <a:pt x="581" y="124"/>
                </a:lnTo>
                <a:lnTo>
                  <a:pt x="581" y="125"/>
                </a:lnTo>
                <a:lnTo>
                  <a:pt x="581" y="126"/>
                </a:lnTo>
                <a:lnTo>
                  <a:pt x="582" y="126"/>
                </a:lnTo>
                <a:lnTo>
                  <a:pt x="582" y="127"/>
                </a:lnTo>
                <a:lnTo>
                  <a:pt x="581" y="128"/>
                </a:lnTo>
                <a:lnTo>
                  <a:pt x="581" y="129"/>
                </a:lnTo>
                <a:lnTo>
                  <a:pt x="582" y="129"/>
                </a:lnTo>
                <a:lnTo>
                  <a:pt x="583" y="129"/>
                </a:lnTo>
                <a:lnTo>
                  <a:pt x="584" y="129"/>
                </a:lnTo>
                <a:lnTo>
                  <a:pt x="584" y="130"/>
                </a:lnTo>
                <a:lnTo>
                  <a:pt x="583" y="130"/>
                </a:lnTo>
                <a:lnTo>
                  <a:pt x="583" y="131"/>
                </a:lnTo>
                <a:lnTo>
                  <a:pt x="583" y="132"/>
                </a:lnTo>
                <a:lnTo>
                  <a:pt x="582" y="132"/>
                </a:lnTo>
                <a:lnTo>
                  <a:pt x="582" y="133"/>
                </a:lnTo>
                <a:lnTo>
                  <a:pt x="582" y="134"/>
                </a:lnTo>
                <a:lnTo>
                  <a:pt x="581" y="134"/>
                </a:lnTo>
                <a:lnTo>
                  <a:pt x="581" y="135"/>
                </a:lnTo>
                <a:lnTo>
                  <a:pt x="582" y="135"/>
                </a:lnTo>
                <a:lnTo>
                  <a:pt x="582" y="134"/>
                </a:lnTo>
                <a:lnTo>
                  <a:pt x="583" y="134"/>
                </a:lnTo>
                <a:lnTo>
                  <a:pt x="583" y="133"/>
                </a:lnTo>
                <a:lnTo>
                  <a:pt x="584" y="132"/>
                </a:lnTo>
                <a:lnTo>
                  <a:pt x="584" y="133"/>
                </a:lnTo>
                <a:lnTo>
                  <a:pt x="584" y="134"/>
                </a:lnTo>
                <a:lnTo>
                  <a:pt x="584" y="135"/>
                </a:lnTo>
                <a:lnTo>
                  <a:pt x="584" y="136"/>
                </a:lnTo>
                <a:lnTo>
                  <a:pt x="583" y="136"/>
                </a:lnTo>
                <a:lnTo>
                  <a:pt x="583" y="137"/>
                </a:lnTo>
                <a:lnTo>
                  <a:pt x="584" y="137"/>
                </a:lnTo>
                <a:lnTo>
                  <a:pt x="584" y="138"/>
                </a:lnTo>
                <a:lnTo>
                  <a:pt x="586" y="138"/>
                </a:lnTo>
                <a:lnTo>
                  <a:pt x="586" y="137"/>
                </a:lnTo>
                <a:lnTo>
                  <a:pt x="587" y="137"/>
                </a:lnTo>
                <a:lnTo>
                  <a:pt x="587" y="138"/>
                </a:lnTo>
                <a:lnTo>
                  <a:pt x="588" y="137"/>
                </a:lnTo>
                <a:lnTo>
                  <a:pt x="587" y="137"/>
                </a:lnTo>
                <a:lnTo>
                  <a:pt x="587" y="136"/>
                </a:lnTo>
                <a:lnTo>
                  <a:pt x="588" y="136"/>
                </a:lnTo>
                <a:lnTo>
                  <a:pt x="588" y="135"/>
                </a:lnTo>
                <a:lnTo>
                  <a:pt x="588" y="134"/>
                </a:lnTo>
                <a:lnTo>
                  <a:pt x="589" y="134"/>
                </a:lnTo>
                <a:lnTo>
                  <a:pt x="589" y="133"/>
                </a:lnTo>
                <a:lnTo>
                  <a:pt x="589" y="134"/>
                </a:lnTo>
                <a:lnTo>
                  <a:pt x="590" y="134"/>
                </a:lnTo>
                <a:lnTo>
                  <a:pt x="591" y="134"/>
                </a:lnTo>
                <a:lnTo>
                  <a:pt x="591" y="135"/>
                </a:lnTo>
                <a:lnTo>
                  <a:pt x="592" y="135"/>
                </a:lnTo>
                <a:lnTo>
                  <a:pt x="592" y="136"/>
                </a:lnTo>
                <a:lnTo>
                  <a:pt x="593" y="136"/>
                </a:lnTo>
                <a:lnTo>
                  <a:pt x="594" y="136"/>
                </a:lnTo>
                <a:lnTo>
                  <a:pt x="595" y="137"/>
                </a:lnTo>
                <a:lnTo>
                  <a:pt x="596" y="137"/>
                </a:lnTo>
                <a:lnTo>
                  <a:pt x="596" y="136"/>
                </a:lnTo>
                <a:lnTo>
                  <a:pt x="597" y="136"/>
                </a:lnTo>
                <a:lnTo>
                  <a:pt x="598" y="136"/>
                </a:lnTo>
                <a:lnTo>
                  <a:pt x="598" y="137"/>
                </a:lnTo>
                <a:lnTo>
                  <a:pt x="599" y="137"/>
                </a:lnTo>
                <a:lnTo>
                  <a:pt x="599" y="138"/>
                </a:lnTo>
                <a:lnTo>
                  <a:pt x="600" y="138"/>
                </a:lnTo>
                <a:lnTo>
                  <a:pt x="600" y="139"/>
                </a:lnTo>
                <a:lnTo>
                  <a:pt x="599" y="139"/>
                </a:lnTo>
                <a:lnTo>
                  <a:pt x="598" y="140"/>
                </a:lnTo>
                <a:lnTo>
                  <a:pt x="598" y="141"/>
                </a:lnTo>
                <a:lnTo>
                  <a:pt x="597" y="141"/>
                </a:lnTo>
                <a:lnTo>
                  <a:pt x="597" y="142"/>
                </a:lnTo>
                <a:lnTo>
                  <a:pt x="596" y="142"/>
                </a:lnTo>
                <a:lnTo>
                  <a:pt x="594" y="142"/>
                </a:lnTo>
                <a:lnTo>
                  <a:pt x="593" y="142"/>
                </a:lnTo>
                <a:lnTo>
                  <a:pt x="593" y="143"/>
                </a:lnTo>
                <a:lnTo>
                  <a:pt x="594" y="143"/>
                </a:lnTo>
                <a:lnTo>
                  <a:pt x="594" y="144"/>
                </a:lnTo>
                <a:lnTo>
                  <a:pt x="594" y="145"/>
                </a:lnTo>
                <a:lnTo>
                  <a:pt x="593" y="145"/>
                </a:lnTo>
                <a:lnTo>
                  <a:pt x="593" y="146"/>
                </a:lnTo>
                <a:lnTo>
                  <a:pt x="592" y="146"/>
                </a:lnTo>
                <a:lnTo>
                  <a:pt x="592" y="147"/>
                </a:lnTo>
                <a:lnTo>
                  <a:pt x="591" y="148"/>
                </a:lnTo>
                <a:lnTo>
                  <a:pt x="590" y="149"/>
                </a:lnTo>
                <a:lnTo>
                  <a:pt x="589" y="150"/>
                </a:lnTo>
                <a:lnTo>
                  <a:pt x="588" y="150"/>
                </a:lnTo>
                <a:lnTo>
                  <a:pt x="588" y="151"/>
                </a:lnTo>
                <a:lnTo>
                  <a:pt x="589" y="151"/>
                </a:lnTo>
                <a:lnTo>
                  <a:pt x="589" y="152"/>
                </a:lnTo>
                <a:lnTo>
                  <a:pt x="588" y="152"/>
                </a:lnTo>
                <a:lnTo>
                  <a:pt x="587" y="152"/>
                </a:lnTo>
                <a:lnTo>
                  <a:pt x="586" y="152"/>
                </a:lnTo>
                <a:lnTo>
                  <a:pt x="586" y="153"/>
                </a:lnTo>
                <a:lnTo>
                  <a:pt x="586" y="154"/>
                </a:lnTo>
                <a:lnTo>
                  <a:pt x="585" y="154"/>
                </a:lnTo>
                <a:lnTo>
                  <a:pt x="584" y="154"/>
                </a:lnTo>
                <a:lnTo>
                  <a:pt x="584" y="155"/>
                </a:lnTo>
                <a:lnTo>
                  <a:pt x="583" y="155"/>
                </a:lnTo>
                <a:lnTo>
                  <a:pt x="583" y="156"/>
                </a:lnTo>
                <a:lnTo>
                  <a:pt x="582" y="156"/>
                </a:lnTo>
                <a:lnTo>
                  <a:pt x="583" y="157"/>
                </a:lnTo>
                <a:lnTo>
                  <a:pt x="584" y="157"/>
                </a:lnTo>
                <a:lnTo>
                  <a:pt x="584" y="158"/>
                </a:lnTo>
                <a:lnTo>
                  <a:pt x="586" y="158"/>
                </a:lnTo>
                <a:lnTo>
                  <a:pt x="587" y="158"/>
                </a:lnTo>
                <a:lnTo>
                  <a:pt x="587" y="159"/>
                </a:lnTo>
                <a:lnTo>
                  <a:pt x="587" y="160"/>
                </a:lnTo>
                <a:lnTo>
                  <a:pt x="587" y="159"/>
                </a:lnTo>
                <a:lnTo>
                  <a:pt x="586" y="159"/>
                </a:lnTo>
                <a:lnTo>
                  <a:pt x="585" y="159"/>
                </a:lnTo>
                <a:lnTo>
                  <a:pt x="583" y="160"/>
                </a:lnTo>
                <a:lnTo>
                  <a:pt x="583" y="162"/>
                </a:lnTo>
                <a:lnTo>
                  <a:pt x="583" y="163"/>
                </a:lnTo>
                <a:lnTo>
                  <a:pt x="583" y="164"/>
                </a:lnTo>
                <a:lnTo>
                  <a:pt x="582" y="164"/>
                </a:lnTo>
                <a:lnTo>
                  <a:pt x="582" y="165"/>
                </a:lnTo>
                <a:lnTo>
                  <a:pt x="583" y="165"/>
                </a:lnTo>
                <a:lnTo>
                  <a:pt x="583" y="166"/>
                </a:lnTo>
                <a:lnTo>
                  <a:pt x="583" y="167"/>
                </a:lnTo>
                <a:lnTo>
                  <a:pt x="582" y="167"/>
                </a:lnTo>
                <a:lnTo>
                  <a:pt x="582" y="168"/>
                </a:lnTo>
                <a:lnTo>
                  <a:pt x="582" y="169"/>
                </a:lnTo>
                <a:lnTo>
                  <a:pt x="582" y="170"/>
                </a:lnTo>
                <a:lnTo>
                  <a:pt x="582" y="171"/>
                </a:lnTo>
                <a:lnTo>
                  <a:pt x="583" y="171"/>
                </a:lnTo>
                <a:lnTo>
                  <a:pt x="583" y="172"/>
                </a:lnTo>
                <a:lnTo>
                  <a:pt x="584" y="173"/>
                </a:lnTo>
                <a:lnTo>
                  <a:pt x="584" y="174"/>
                </a:lnTo>
                <a:lnTo>
                  <a:pt x="585" y="175"/>
                </a:lnTo>
                <a:lnTo>
                  <a:pt x="585" y="176"/>
                </a:lnTo>
                <a:lnTo>
                  <a:pt x="585" y="177"/>
                </a:lnTo>
                <a:lnTo>
                  <a:pt x="585" y="178"/>
                </a:lnTo>
                <a:lnTo>
                  <a:pt x="586" y="178"/>
                </a:lnTo>
                <a:lnTo>
                  <a:pt x="586" y="179"/>
                </a:lnTo>
                <a:lnTo>
                  <a:pt x="586" y="180"/>
                </a:lnTo>
                <a:lnTo>
                  <a:pt x="586" y="181"/>
                </a:lnTo>
                <a:lnTo>
                  <a:pt x="586" y="182"/>
                </a:lnTo>
                <a:lnTo>
                  <a:pt x="585" y="183"/>
                </a:lnTo>
                <a:lnTo>
                  <a:pt x="584" y="185"/>
                </a:lnTo>
                <a:lnTo>
                  <a:pt x="585" y="186"/>
                </a:lnTo>
                <a:lnTo>
                  <a:pt x="586" y="186"/>
                </a:lnTo>
                <a:lnTo>
                  <a:pt x="587" y="185"/>
                </a:lnTo>
                <a:lnTo>
                  <a:pt x="588" y="185"/>
                </a:lnTo>
                <a:lnTo>
                  <a:pt x="589" y="185"/>
                </a:lnTo>
                <a:lnTo>
                  <a:pt x="590" y="184"/>
                </a:lnTo>
                <a:lnTo>
                  <a:pt x="591" y="184"/>
                </a:lnTo>
                <a:lnTo>
                  <a:pt x="592" y="184"/>
                </a:lnTo>
                <a:lnTo>
                  <a:pt x="593" y="184"/>
                </a:lnTo>
                <a:lnTo>
                  <a:pt x="594" y="184"/>
                </a:lnTo>
                <a:lnTo>
                  <a:pt x="594" y="185"/>
                </a:lnTo>
                <a:lnTo>
                  <a:pt x="595" y="185"/>
                </a:lnTo>
                <a:lnTo>
                  <a:pt x="595" y="186"/>
                </a:lnTo>
                <a:lnTo>
                  <a:pt x="595" y="185"/>
                </a:lnTo>
                <a:lnTo>
                  <a:pt x="596" y="185"/>
                </a:lnTo>
                <a:lnTo>
                  <a:pt x="596" y="186"/>
                </a:lnTo>
                <a:lnTo>
                  <a:pt x="596" y="187"/>
                </a:lnTo>
                <a:lnTo>
                  <a:pt x="597" y="187"/>
                </a:lnTo>
                <a:lnTo>
                  <a:pt x="596" y="187"/>
                </a:lnTo>
                <a:lnTo>
                  <a:pt x="597" y="189"/>
                </a:lnTo>
                <a:lnTo>
                  <a:pt x="598" y="189"/>
                </a:lnTo>
                <a:lnTo>
                  <a:pt x="598" y="190"/>
                </a:lnTo>
                <a:lnTo>
                  <a:pt x="597" y="190"/>
                </a:lnTo>
                <a:lnTo>
                  <a:pt x="597" y="191"/>
                </a:lnTo>
                <a:lnTo>
                  <a:pt x="597" y="192"/>
                </a:lnTo>
                <a:lnTo>
                  <a:pt x="596" y="192"/>
                </a:lnTo>
                <a:lnTo>
                  <a:pt x="596" y="193"/>
                </a:lnTo>
                <a:lnTo>
                  <a:pt x="596" y="194"/>
                </a:lnTo>
                <a:lnTo>
                  <a:pt x="597" y="195"/>
                </a:lnTo>
                <a:lnTo>
                  <a:pt x="598" y="195"/>
                </a:lnTo>
                <a:lnTo>
                  <a:pt x="597" y="195"/>
                </a:lnTo>
                <a:lnTo>
                  <a:pt x="597" y="196"/>
                </a:lnTo>
                <a:lnTo>
                  <a:pt x="598" y="196"/>
                </a:lnTo>
                <a:lnTo>
                  <a:pt x="598" y="197"/>
                </a:lnTo>
                <a:lnTo>
                  <a:pt x="599" y="197"/>
                </a:lnTo>
                <a:lnTo>
                  <a:pt x="599" y="198"/>
                </a:lnTo>
                <a:lnTo>
                  <a:pt x="599" y="199"/>
                </a:lnTo>
                <a:lnTo>
                  <a:pt x="600" y="199"/>
                </a:lnTo>
                <a:lnTo>
                  <a:pt x="600" y="200"/>
                </a:lnTo>
                <a:lnTo>
                  <a:pt x="601" y="200"/>
                </a:lnTo>
                <a:lnTo>
                  <a:pt x="601" y="201"/>
                </a:lnTo>
                <a:lnTo>
                  <a:pt x="600" y="201"/>
                </a:lnTo>
                <a:lnTo>
                  <a:pt x="600" y="202"/>
                </a:lnTo>
                <a:lnTo>
                  <a:pt x="600" y="203"/>
                </a:lnTo>
                <a:lnTo>
                  <a:pt x="601" y="203"/>
                </a:lnTo>
                <a:lnTo>
                  <a:pt x="602" y="204"/>
                </a:lnTo>
                <a:lnTo>
                  <a:pt x="602" y="205"/>
                </a:lnTo>
                <a:lnTo>
                  <a:pt x="602" y="206"/>
                </a:lnTo>
                <a:lnTo>
                  <a:pt x="603" y="206"/>
                </a:lnTo>
                <a:lnTo>
                  <a:pt x="603" y="205"/>
                </a:lnTo>
                <a:lnTo>
                  <a:pt x="603" y="206"/>
                </a:lnTo>
                <a:lnTo>
                  <a:pt x="604" y="206"/>
                </a:lnTo>
                <a:lnTo>
                  <a:pt x="604" y="205"/>
                </a:lnTo>
                <a:lnTo>
                  <a:pt x="604" y="206"/>
                </a:lnTo>
                <a:lnTo>
                  <a:pt x="605" y="206"/>
                </a:lnTo>
                <a:lnTo>
                  <a:pt x="605" y="207"/>
                </a:lnTo>
                <a:lnTo>
                  <a:pt x="604" y="207"/>
                </a:lnTo>
                <a:lnTo>
                  <a:pt x="604" y="208"/>
                </a:lnTo>
                <a:lnTo>
                  <a:pt x="604" y="209"/>
                </a:lnTo>
                <a:lnTo>
                  <a:pt x="604" y="210"/>
                </a:lnTo>
                <a:lnTo>
                  <a:pt x="604" y="211"/>
                </a:lnTo>
                <a:lnTo>
                  <a:pt x="605" y="211"/>
                </a:lnTo>
                <a:lnTo>
                  <a:pt x="605" y="212"/>
                </a:lnTo>
                <a:lnTo>
                  <a:pt x="606" y="212"/>
                </a:lnTo>
                <a:lnTo>
                  <a:pt x="606" y="213"/>
                </a:lnTo>
                <a:lnTo>
                  <a:pt x="605" y="213"/>
                </a:lnTo>
                <a:lnTo>
                  <a:pt x="605" y="214"/>
                </a:lnTo>
                <a:lnTo>
                  <a:pt x="605" y="213"/>
                </a:lnTo>
                <a:lnTo>
                  <a:pt x="606" y="214"/>
                </a:lnTo>
                <a:lnTo>
                  <a:pt x="607" y="214"/>
                </a:lnTo>
                <a:lnTo>
                  <a:pt x="608" y="214"/>
                </a:lnTo>
                <a:lnTo>
                  <a:pt x="609" y="215"/>
                </a:lnTo>
                <a:lnTo>
                  <a:pt x="609" y="216"/>
                </a:lnTo>
                <a:lnTo>
                  <a:pt x="608" y="216"/>
                </a:lnTo>
                <a:lnTo>
                  <a:pt x="608" y="217"/>
                </a:lnTo>
                <a:lnTo>
                  <a:pt x="609" y="217"/>
                </a:lnTo>
                <a:lnTo>
                  <a:pt x="610" y="217"/>
                </a:lnTo>
                <a:lnTo>
                  <a:pt x="611" y="217"/>
                </a:lnTo>
                <a:lnTo>
                  <a:pt x="611" y="218"/>
                </a:lnTo>
                <a:lnTo>
                  <a:pt x="612" y="219"/>
                </a:lnTo>
                <a:lnTo>
                  <a:pt x="613" y="219"/>
                </a:lnTo>
                <a:lnTo>
                  <a:pt x="613" y="220"/>
                </a:lnTo>
                <a:lnTo>
                  <a:pt x="613" y="221"/>
                </a:lnTo>
                <a:lnTo>
                  <a:pt x="613" y="222"/>
                </a:lnTo>
                <a:lnTo>
                  <a:pt x="612" y="222"/>
                </a:lnTo>
                <a:lnTo>
                  <a:pt x="612" y="223"/>
                </a:lnTo>
                <a:lnTo>
                  <a:pt x="613" y="223"/>
                </a:lnTo>
                <a:lnTo>
                  <a:pt x="613" y="224"/>
                </a:lnTo>
                <a:lnTo>
                  <a:pt x="614" y="224"/>
                </a:lnTo>
                <a:lnTo>
                  <a:pt x="614" y="225"/>
                </a:lnTo>
                <a:lnTo>
                  <a:pt x="613" y="225"/>
                </a:lnTo>
                <a:lnTo>
                  <a:pt x="613" y="226"/>
                </a:lnTo>
                <a:lnTo>
                  <a:pt x="614" y="226"/>
                </a:lnTo>
                <a:lnTo>
                  <a:pt x="614" y="227"/>
                </a:lnTo>
                <a:lnTo>
                  <a:pt x="615" y="227"/>
                </a:lnTo>
                <a:lnTo>
                  <a:pt x="616" y="227"/>
                </a:lnTo>
                <a:lnTo>
                  <a:pt x="616" y="226"/>
                </a:lnTo>
                <a:lnTo>
                  <a:pt x="617" y="226"/>
                </a:lnTo>
                <a:lnTo>
                  <a:pt x="618" y="226"/>
                </a:lnTo>
                <a:lnTo>
                  <a:pt x="618" y="227"/>
                </a:lnTo>
                <a:lnTo>
                  <a:pt x="618" y="228"/>
                </a:lnTo>
                <a:lnTo>
                  <a:pt x="618" y="229"/>
                </a:lnTo>
                <a:lnTo>
                  <a:pt x="619" y="229"/>
                </a:lnTo>
                <a:lnTo>
                  <a:pt x="620" y="229"/>
                </a:lnTo>
                <a:lnTo>
                  <a:pt x="620" y="230"/>
                </a:lnTo>
                <a:lnTo>
                  <a:pt x="621" y="230"/>
                </a:lnTo>
                <a:lnTo>
                  <a:pt x="622" y="229"/>
                </a:lnTo>
                <a:lnTo>
                  <a:pt x="623" y="229"/>
                </a:lnTo>
                <a:lnTo>
                  <a:pt x="623" y="230"/>
                </a:lnTo>
                <a:lnTo>
                  <a:pt x="624" y="230"/>
                </a:lnTo>
                <a:lnTo>
                  <a:pt x="624" y="231"/>
                </a:lnTo>
                <a:lnTo>
                  <a:pt x="623" y="232"/>
                </a:lnTo>
                <a:lnTo>
                  <a:pt x="623" y="233"/>
                </a:lnTo>
                <a:lnTo>
                  <a:pt x="622" y="234"/>
                </a:lnTo>
                <a:lnTo>
                  <a:pt x="622" y="235"/>
                </a:lnTo>
                <a:lnTo>
                  <a:pt x="622" y="236"/>
                </a:lnTo>
                <a:lnTo>
                  <a:pt x="623" y="236"/>
                </a:lnTo>
                <a:lnTo>
                  <a:pt x="624" y="237"/>
                </a:lnTo>
                <a:lnTo>
                  <a:pt x="625" y="237"/>
                </a:lnTo>
                <a:lnTo>
                  <a:pt x="626" y="237"/>
                </a:lnTo>
                <a:lnTo>
                  <a:pt x="627" y="237"/>
                </a:lnTo>
                <a:lnTo>
                  <a:pt x="626" y="238"/>
                </a:lnTo>
                <a:lnTo>
                  <a:pt x="626" y="239"/>
                </a:lnTo>
                <a:lnTo>
                  <a:pt x="625" y="239"/>
                </a:lnTo>
                <a:lnTo>
                  <a:pt x="625" y="240"/>
                </a:lnTo>
                <a:lnTo>
                  <a:pt x="624" y="240"/>
                </a:lnTo>
                <a:lnTo>
                  <a:pt x="624" y="241"/>
                </a:lnTo>
                <a:lnTo>
                  <a:pt x="623" y="242"/>
                </a:lnTo>
                <a:lnTo>
                  <a:pt x="622" y="242"/>
                </a:lnTo>
                <a:lnTo>
                  <a:pt x="621" y="242"/>
                </a:lnTo>
                <a:lnTo>
                  <a:pt x="621" y="243"/>
                </a:lnTo>
                <a:lnTo>
                  <a:pt x="620" y="243"/>
                </a:lnTo>
                <a:lnTo>
                  <a:pt x="620" y="244"/>
                </a:lnTo>
                <a:lnTo>
                  <a:pt x="620" y="245"/>
                </a:lnTo>
                <a:lnTo>
                  <a:pt x="621" y="245"/>
                </a:lnTo>
                <a:lnTo>
                  <a:pt x="622" y="245"/>
                </a:lnTo>
                <a:lnTo>
                  <a:pt x="622" y="246"/>
                </a:lnTo>
                <a:lnTo>
                  <a:pt x="622" y="247"/>
                </a:lnTo>
                <a:lnTo>
                  <a:pt x="622" y="248"/>
                </a:lnTo>
                <a:lnTo>
                  <a:pt x="621" y="248"/>
                </a:lnTo>
                <a:lnTo>
                  <a:pt x="621" y="249"/>
                </a:lnTo>
                <a:lnTo>
                  <a:pt x="620" y="250"/>
                </a:lnTo>
                <a:lnTo>
                  <a:pt x="620" y="251"/>
                </a:lnTo>
                <a:lnTo>
                  <a:pt x="619" y="251"/>
                </a:lnTo>
                <a:lnTo>
                  <a:pt x="619" y="252"/>
                </a:lnTo>
                <a:lnTo>
                  <a:pt x="618" y="252"/>
                </a:lnTo>
                <a:lnTo>
                  <a:pt x="617" y="252"/>
                </a:lnTo>
                <a:lnTo>
                  <a:pt x="617" y="253"/>
                </a:lnTo>
                <a:lnTo>
                  <a:pt x="618" y="253"/>
                </a:lnTo>
                <a:lnTo>
                  <a:pt x="617" y="253"/>
                </a:lnTo>
                <a:lnTo>
                  <a:pt x="617" y="254"/>
                </a:lnTo>
                <a:lnTo>
                  <a:pt x="617" y="255"/>
                </a:lnTo>
                <a:lnTo>
                  <a:pt x="617" y="256"/>
                </a:lnTo>
                <a:lnTo>
                  <a:pt x="617" y="257"/>
                </a:lnTo>
                <a:lnTo>
                  <a:pt x="616" y="257"/>
                </a:lnTo>
                <a:lnTo>
                  <a:pt x="615" y="257"/>
                </a:lnTo>
                <a:lnTo>
                  <a:pt x="614" y="257"/>
                </a:lnTo>
                <a:lnTo>
                  <a:pt x="614" y="258"/>
                </a:lnTo>
                <a:lnTo>
                  <a:pt x="614" y="259"/>
                </a:lnTo>
                <a:lnTo>
                  <a:pt x="613" y="260"/>
                </a:lnTo>
                <a:lnTo>
                  <a:pt x="612" y="260"/>
                </a:lnTo>
                <a:lnTo>
                  <a:pt x="611" y="260"/>
                </a:lnTo>
                <a:lnTo>
                  <a:pt x="611" y="261"/>
                </a:lnTo>
                <a:lnTo>
                  <a:pt x="610" y="261"/>
                </a:lnTo>
                <a:lnTo>
                  <a:pt x="609" y="261"/>
                </a:lnTo>
                <a:lnTo>
                  <a:pt x="609" y="262"/>
                </a:lnTo>
                <a:lnTo>
                  <a:pt x="609" y="263"/>
                </a:lnTo>
                <a:lnTo>
                  <a:pt x="608" y="264"/>
                </a:lnTo>
                <a:lnTo>
                  <a:pt x="608" y="265"/>
                </a:lnTo>
                <a:lnTo>
                  <a:pt x="609" y="265"/>
                </a:lnTo>
                <a:lnTo>
                  <a:pt x="610" y="265"/>
                </a:lnTo>
                <a:lnTo>
                  <a:pt x="610" y="264"/>
                </a:lnTo>
                <a:lnTo>
                  <a:pt x="611" y="264"/>
                </a:lnTo>
                <a:lnTo>
                  <a:pt x="612" y="264"/>
                </a:lnTo>
                <a:lnTo>
                  <a:pt x="613" y="264"/>
                </a:lnTo>
                <a:lnTo>
                  <a:pt x="614" y="264"/>
                </a:lnTo>
                <a:lnTo>
                  <a:pt x="614" y="263"/>
                </a:lnTo>
                <a:lnTo>
                  <a:pt x="615" y="263"/>
                </a:lnTo>
                <a:lnTo>
                  <a:pt x="615" y="264"/>
                </a:lnTo>
                <a:lnTo>
                  <a:pt x="616" y="264"/>
                </a:lnTo>
                <a:lnTo>
                  <a:pt x="617" y="264"/>
                </a:lnTo>
                <a:lnTo>
                  <a:pt x="617" y="265"/>
                </a:lnTo>
                <a:lnTo>
                  <a:pt x="618" y="265"/>
                </a:lnTo>
                <a:lnTo>
                  <a:pt x="618" y="266"/>
                </a:lnTo>
                <a:lnTo>
                  <a:pt x="619" y="266"/>
                </a:lnTo>
                <a:lnTo>
                  <a:pt x="619" y="267"/>
                </a:lnTo>
                <a:lnTo>
                  <a:pt x="619" y="268"/>
                </a:lnTo>
                <a:lnTo>
                  <a:pt x="619" y="269"/>
                </a:lnTo>
                <a:lnTo>
                  <a:pt x="618" y="269"/>
                </a:lnTo>
                <a:lnTo>
                  <a:pt x="618" y="270"/>
                </a:lnTo>
                <a:lnTo>
                  <a:pt x="617" y="270"/>
                </a:lnTo>
                <a:lnTo>
                  <a:pt x="617" y="271"/>
                </a:lnTo>
                <a:lnTo>
                  <a:pt x="616" y="271"/>
                </a:lnTo>
                <a:lnTo>
                  <a:pt x="615" y="272"/>
                </a:lnTo>
                <a:lnTo>
                  <a:pt x="614" y="272"/>
                </a:lnTo>
                <a:lnTo>
                  <a:pt x="614" y="273"/>
                </a:lnTo>
                <a:lnTo>
                  <a:pt x="613" y="273"/>
                </a:lnTo>
                <a:lnTo>
                  <a:pt x="613" y="274"/>
                </a:lnTo>
                <a:lnTo>
                  <a:pt x="613" y="275"/>
                </a:lnTo>
                <a:lnTo>
                  <a:pt x="614" y="277"/>
                </a:lnTo>
                <a:lnTo>
                  <a:pt x="615" y="277"/>
                </a:lnTo>
                <a:lnTo>
                  <a:pt x="616" y="277"/>
                </a:lnTo>
                <a:lnTo>
                  <a:pt x="617" y="277"/>
                </a:lnTo>
                <a:lnTo>
                  <a:pt x="617" y="278"/>
                </a:lnTo>
                <a:lnTo>
                  <a:pt x="618" y="278"/>
                </a:lnTo>
                <a:lnTo>
                  <a:pt x="618" y="279"/>
                </a:lnTo>
                <a:lnTo>
                  <a:pt x="617" y="279"/>
                </a:lnTo>
                <a:lnTo>
                  <a:pt x="616" y="279"/>
                </a:lnTo>
                <a:lnTo>
                  <a:pt x="615" y="279"/>
                </a:lnTo>
                <a:lnTo>
                  <a:pt x="614" y="279"/>
                </a:lnTo>
                <a:lnTo>
                  <a:pt x="613" y="279"/>
                </a:lnTo>
                <a:lnTo>
                  <a:pt x="612" y="280"/>
                </a:lnTo>
                <a:lnTo>
                  <a:pt x="611" y="280"/>
                </a:lnTo>
                <a:lnTo>
                  <a:pt x="610" y="280"/>
                </a:lnTo>
                <a:lnTo>
                  <a:pt x="610" y="279"/>
                </a:lnTo>
                <a:lnTo>
                  <a:pt x="610" y="278"/>
                </a:lnTo>
                <a:lnTo>
                  <a:pt x="610" y="277"/>
                </a:lnTo>
                <a:lnTo>
                  <a:pt x="610" y="278"/>
                </a:lnTo>
                <a:lnTo>
                  <a:pt x="609" y="278"/>
                </a:lnTo>
                <a:lnTo>
                  <a:pt x="609" y="277"/>
                </a:lnTo>
                <a:lnTo>
                  <a:pt x="608" y="277"/>
                </a:lnTo>
                <a:lnTo>
                  <a:pt x="607" y="278"/>
                </a:lnTo>
                <a:lnTo>
                  <a:pt x="606" y="278"/>
                </a:lnTo>
                <a:lnTo>
                  <a:pt x="606" y="279"/>
                </a:lnTo>
                <a:lnTo>
                  <a:pt x="605" y="280"/>
                </a:lnTo>
                <a:lnTo>
                  <a:pt x="605" y="281"/>
                </a:lnTo>
                <a:lnTo>
                  <a:pt x="605" y="282"/>
                </a:lnTo>
                <a:lnTo>
                  <a:pt x="605" y="283"/>
                </a:lnTo>
                <a:lnTo>
                  <a:pt x="604" y="282"/>
                </a:lnTo>
                <a:lnTo>
                  <a:pt x="604" y="281"/>
                </a:lnTo>
                <a:lnTo>
                  <a:pt x="604" y="282"/>
                </a:lnTo>
                <a:lnTo>
                  <a:pt x="604" y="283"/>
                </a:lnTo>
                <a:lnTo>
                  <a:pt x="604" y="284"/>
                </a:lnTo>
                <a:lnTo>
                  <a:pt x="603" y="284"/>
                </a:lnTo>
                <a:lnTo>
                  <a:pt x="602" y="284"/>
                </a:lnTo>
                <a:lnTo>
                  <a:pt x="602" y="283"/>
                </a:lnTo>
                <a:lnTo>
                  <a:pt x="601" y="283"/>
                </a:lnTo>
                <a:lnTo>
                  <a:pt x="600" y="283"/>
                </a:lnTo>
                <a:lnTo>
                  <a:pt x="599" y="283"/>
                </a:lnTo>
                <a:lnTo>
                  <a:pt x="599" y="284"/>
                </a:lnTo>
                <a:lnTo>
                  <a:pt x="598" y="284"/>
                </a:lnTo>
                <a:lnTo>
                  <a:pt x="598" y="285"/>
                </a:lnTo>
                <a:lnTo>
                  <a:pt x="597" y="285"/>
                </a:lnTo>
                <a:lnTo>
                  <a:pt x="597" y="286"/>
                </a:lnTo>
                <a:lnTo>
                  <a:pt x="597" y="288"/>
                </a:lnTo>
                <a:lnTo>
                  <a:pt x="596" y="288"/>
                </a:lnTo>
                <a:lnTo>
                  <a:pt x="596" y="289"/>
                </a:lnTo>
                <a:lnTo>
                  <a:pt x="595" y="289"/>
                </a:lnTo>
                <a:lnTo>
                  <a:pt x="596" y="288"/>
                </a:lnTo>
                <a:lnTo>
                  <a:pt x="595" y="287"/>
                </a:lnTo>
                <a:lnTo>
                  <a:pt x="595" y="288"/>
                </a:lnTo>
                <a:lnTo>
                  <a:pt x="595" y="289"/>
                </a:lnTo>
                <a:lnTo>
                  <a:pt x="594" y="289"/>
                </a:lnTo>
                <a:lnTo>
                  <a:pt x="594" y="288"/>
                </a:lnTo>
                <a:lnTo>
                  <a:pt x="594" y="289"/>
                </a:lnTo>
                <a:lnTo>
                  <a:pt x="594" y="288"/>
                </a:lnTo>
                <a:lnTo>
                  <a:pt x="594" y="289"/>
                </a:lnTo>
                <a:lnTo>
                  <a:pt x="593" y="289"/>
                </a:lnTo>
                <a:lnTo>
                  <a:pt x="593" y="290"/>
                </a:lnTo>
                <a:lnTo>
                  <a:pt x="593" y="291"/>
                </a:lnTo>
                <a:lnTo>
                  <a:pt x="593" y="292"/>
                </a:lnTo>
                <a:lnTo>
                  <a:pt x="594" y="292"/>
                </a:lnTo>
                <a:lnTo>
                  <a:pt x="593" y="292"/>
                </a:lnTo>
                <a:lnTo>
                  <a:pt x="594" y="293"/>
                </a:lnTo>
                <a:lnTo>
                  <a:pt x="593" y="293"/>
                </a:lnTo>
                <a:lnTo>
                  <a:pt x="592" y="293"/>
                </a:lnTo>
                <a:lnTo>
                  <a:pt x="591" y="293"/>
                </a:lnTo>
                <a:lnTo>
                  <a:pt x="591" y="292"/>
                </a:lnTo>
                <a:lnTo>
                  <a:pt x="591" y="291"/>
                </a:lnTo>
                <a:lnTo>
                  <a:pt x="590" y="291"/>
                </a:lnTo>
                <a:lnTo>
                  <a:pt x="590" y="290"/>
                </a:lnTo>
                <a:lnTo>
                  <a:pt x="589" y="290"/>
                </a:lnTo>
                <a:lnTo>
                  <a:pt x="589" y="291"/>
                </a:lnTo>
                <a:lnTo>
                  <a:pt x="588" y="291"/>
                </a:lnTo>
                <a:lnTo>
                  <a:pt x="587" y="291"/>
                </a:lnTo>
                <a:lnTo>
                  <a:pt x="587" y="292"/>
                </a:lnTo>
                <a:lnTo>
                  <a:pt x="586" y="292"/>
                </a:lnTo>
                <a:lnTo>
                  <a:pt x="585" y="292"/>
                </a:lnTo>
                <a:lnTo>
                  <a:pt x="585" y="291"/>
                </a:lnTo>
                <a:lnTo>
                  <a:pt x="584" y="291"/>
                </a:lnTo>
                <a:lnTo>
                  <a:pt x="584" y="290"/>
                </a:lnTo>
                <a:lnTo>
                  <a:pt x="583" y="290"/>
                </a:lnTo>
                <a:lnTo>
                  <a:pt x="582" y="290"/>
                </a:lnTo>
                <a:lnTo>
                  <a:pt x="581" y="290"/>
                </a:lnTo>
                <a:lnTo>
                  <a:pt x="580" y="290"/>
                </a:lnTo>
                <a:lnTo>
                  <a:pt x="580" y="291"/>
                </a:lnTo>
                <a:lnTo>
                  <a:pt x="580" y="292"/>
                </a:lnTo>
                <a:lnTo>
                  <a:pt x="579" y="292"/>
                </a:lnTo>
                <a:lnTo>
                  <a:pt x="579" y="293"/>
                </a:lnTo>
                <a:lnTo>
                  <a:pt x="580" y="293"/>
                </a:lnTo>
                <a:lnTo>
                  <a:pt x="579" y="293"/>
                </a:lnTo>
                <a:lnTo>
                  <a:pt x="579" y="294"/>
                </a:lnTo>
                <a:lnTo>
                  <a:pt x="580" y="293"/>
                </a:lnTo>
                <a:lnTo>
                  <a:pt x="580" y="294"/>
                </a:lnTo>
                <a:lnTo>
                  <a:pt x="579" y="294"/>
                </a:lnTo>
                <a:lnTo>
                  <a:pt x="580" y="294"/>
                </a:lnTo>
                <a:lnTo>
                  <a:pt x="579" y="294"/>
                </a:lnTo>
                <a:lnTo>
                  <a:pt x="577" y="294"/>
                </a:lnTo>
                <a:lnTo>
                  <a:pt x="577" y="295"/>
                </a:lnTo>
                <a:lnTo>
                  <a:pt x="576" y="295"/>
                </a:lnTo>
                <a:lnTo>
                  <a:pt x="576" y="294"/>
                </a:lnTo>
                <a:lnTo>
                  <a:pt x="575" y="294"/>
                </a:lnTo>
                <a:lnTo>
                  <a:pt x="574" y="294"/>
                </a:lnTo>
                <a:lnTo>
                  <a:pt x="574" y="295"/>
                </a:lnTo>
                <a:lnTo>
                  <a:pt x="574" y="294"/>
                </a:lnTo>
                <a:lnTo>
                  <a:pt x="573" y="294"/>
                </a:lnTo>
                <a:lnTo>
                  <a:pt x="573" y="293"/>
                </a:lnTo>
                <a:lnTo>
                  <a:pt x="572" y="292"/>
                </a:lnTo>
                <a:lnTo>
                  <a:pt x="572" y="291"/>
                </a:lnTo>
                <a:lnTo>
                  <a:pt x="573" y="291"/>
                </a:lnTo>
                <a:lnTo>
                  <a:pt x="572" y="290"/>
                </a:lnTo>
                <a:lnTo>
                  <a:pt x="572" y="291"/>
                </a:lnTo>
                <a:lnTo>
                  <a:pt x="571" y="291"/>
                </a:lnTo>
                <a:lnTo>
                  <a:pt x="571" y="292"/>
                </a:lnTo>
                <a:lnTo>
                  <a:pt x="572" y="293"/>
                </a:lnTo>
                <a:lnTo>
                  <a:pt x="573" y="294"/>
                </a:lnTo>
                <a:lnTo>
                  <a:pt x="572" y="294"/>
                </a:lnTo>
                <a:lnTo>
                  <a:pt x="573" y="295"/>
                </a:lnTo>
                <a:lnTo>
                  <a:pt x="572" y="295"/>
                </a:lnTo>
                <a:lnTo>
                  <a:pt x="571" y="295"/>
                </a:lnTo>
                <a:lnTo>
                  <a:pt x="571" y="296"/>
                </a:lnTo>
                <a:lnTo>
                  <a:pt x="570" y="297"/>
                </a:lnTo>
                <a:lnTo>
                  <a:pt x="569" y="297"/>
                </a:lnTo>
                <a:lnTo>
                  <a:pt x="568" y="297"/>
                </a:lnTo>
                <a:lnTo>
                  <a:pt x="568" y="298"/>
                </a:lnTo>
                <a:lnTo>
                  <a:pt x="567" y="298"/>
                </a:lnTo>
                <a:lnTo>
                  <a:pt x="567" y="297"/>
                </a:lnTo>
                <a:lnTo>
                  <a:pt x="566" y="297"/>
                </a:lnTo>
                <a:lnTo>
                  <a:pt x="566" y="298"/>
                </a:lnTo>
                <a:lnTo>
                  <a:pt x="567" y="298"/>
                </a:lnTo>
                <a:lnTo>
                  <a:pt x="567" y="299"/>
                </a:lnTo>
                <a:lnTo>
                  <a:pt x="566" y="299"/>
                </a:lnTo>
                <a:lnTo>
                  <a:pt x="565" y="300"/>
                </a:lnTo>
                <a:lnTo>
                  <a:pt x="565" y="299"/>
                </a:lnTo>
                <a:lnTo>
                  <a:pt x="565" y="300"/>
                </a:lnTo>
                <a:lnTo>
                  <a:pt x="564" y="300"/>
                </a:lnTo>
                <a:lnTo>
                  <a:pt x="563" y="300"/>
                </a:lnTo>
                <a:lnTo>
                  <a:pt x="563" y="299"/>
                </a:lnTo>
                <a:lnTo>
                  <a:pt x="564" y="299"/>
                </a:lnTo>
                <a:lnTo>
                  <a:pt x="563" y="299"/>
                </a:lnTo>
                <a:lnTo>
                  <a:pt x="562" y="299"/>
                </a:lnTo>
                <a:lnTo>
                  <a:pt x="562" y="298"/>
                </a:lnTo>
                <a:lnTo>
                  <a:pt x="562" y="297"/>
                </a:lnTo>
                <a:lnTo>
                  <a:pt x="562" y="296"/>
                </a:lnTo>
                <a:lnTo>
                  <a:pt x="562" y="297"/>
                </a:lnTo>
                <a:lnTo>
                  <a:pt x="562" y="298"/>
                </a:lnTo>
                <a:lnTo>
                  <a:pt x="561" y="298"/>
                </a:lnTo>
                <a:lnTo>
                  <a:pt x="561" y="299"/>
                </a:lnTo>
                <a:lnTo>
                  <a:pt x="562" y="299"/>
                </a:lnTo>
                <a:lnTo>
                  <a:pt x="562" y="300"/>
                </a:lnTo>
                <a:lnTo>
                  <a:pt x="563" y="300"/>
                </a:lnTo>
                <a:lnTo>
                  <a:pt x="562" y="300"/>
                </a:lnTo>
                <a:lnTo>
                  <a:pt x="562" y="301"/>
                </a:lnTo>
                <a:lnTo>
                  <a:pt x="561" y="301"/>
                </a:lnTo>
                <a:lnTo>
                  <a:pt x="560" y="301"/>
                </a:lnTo>
                <a:lnTo>
                  <a:pt x="560" y="300"/>
                </a:lnTo>
                <a:lnTo>
                  <a:pt x="559" y="300"/>
                </a:lnTo>
                <a:lnTo>
                  <a:pt x="558" y="300"/>
                </a:lnTo>
                <a:lnTo>
                  <a:pt x="559" y="300"/>
                </a:lnTo>
                <a:lnTo>
                  <a:pt x="559" y="301"/>
                </a:lnTo>
                <a:lnTo>
                  <a:pt x="560" y="301"/>
                </a:lnTo>
                <a:lnTo>
                  <a:pt x="559" y="302"/>
                </a:lnTo>
                <a:lnTo>
                  <a:pt x="558" y="302"/>
                </a:lnTo>
                <a:lnTo>
                  <a:pt x="557" y="303"/>
                </a:lnTo>
                <a:lnTo>
                  <a:pt x="556" y="304"/>
                </a:lnTo>
                <a:lnTo>
                  <a:pt x="556" y="305"/>
                </a:lnTo>
                <a:lnTo>
                  <a:pt x="556" y="307"/>
                </a:lnTo>
                <a:lnTo>
                  <a:pt x="556" y="308"/>
                </a:lnTo>
                <a:lnTo>
                  <a:pt x="556" y="307"/>
                </a:lnTo>
                <a:lnTo>
                  <a:pt x="556" y="308"/>
                </a:lnTo>
                <a:lnTo>
                  <a:pt x="557" y="308"/>
                </a:lnTo>
                <a:lnTo>
                  <a:pt x="558" y="308"/>
                </a:lnTo>
                <a:lnTo>
                  <a:pt x="559" y="308"/>
                </a:lnTo>
                <a:lnTo>
                  <a:pt x="559" y="309"/>
                </a:lnTo>
                <a:lnTo>
                  <a:pt x="559" y="310"/>
                </a:lnTo>
                <a:lnTo>
                  <a:pt x="558" y="310"/>
                </a:lnTo>
                <a:lnTo>
                  <a:pt x="558" y="311"/>
                </a:lnTo>
                <a:lnTo>
                  <a:pt x="558" y="310"/>
                </a:lnTo>
                <a:lnTo>
                  <a:pt x="557" y="310"/>
                </a:lnTo>
                <a:lnTo>
                  <a:pt x="558" y="310"/>
                </a:lnTo>
                <a:lnTo>
                  <a:pt x="558" y="309"/>
                </a:lnTo>
                <a:lnTo>
                  <a:pt x="557" y="309"/>
                </a:lnTo>
                <a:lnTo>
                  <a:pt x="557" y="310"/>
                </a:lnTo>
                <a:lnTo>
                  <a:pt x="557" y="309"/>
                </a:lnTo>
                <a:lnTo>
                  <a:pt x="556" y="309"/>
                </a:lnTo>
                <a:lnTo>
                  <a:pt x="555" y="309"/>
                </a:lnTo>
                <a:lnTo>
                  <a:pt x="554" y="309"/>
                </a:lnTo>
                <a:lnTo>
                  <a:pt x="555" y="309"/>
                </a:lnTo>
                <a:lnTo>
                  <a:pt x="554" y="309"/>
                </a:lnTo>
                <a:lnTo>
                  <a:pt x="553" y="309"/>
                </a:lnTo>
                <a:lnTo>
                  <a:pt x="553" y="310"/>
                </a:lnTo>
                <a:lnTo>
                  <a:pt x="552" y="310"/>
                </a:lnTo>
                <a:lnTo>
                  <a:pt x="552" y="311"/>
                </a:lnTo>
                <a:lnTo>
                  <a:pt x="551" y="311"/>
                </a:lnTo>
                <a:lnTo>
                  <a:pt x="550" y="311"/>
                </a:lnTo>
                <a:lnTo>
                  <a:pt x="549" y="311"/>
                </a:lnTo>
                <a:lnTo>
                  <a:pt x="548" y="311"/>
                </a:lnTo>
                <a:lnTo>
                  <a:pt x="548" y="310"/>
                </a:lnTo>
                <a:lnTo>
                  <a:pt x="548" y="309"/>
                </a:lnTo>
                <a:lnTo>
                  <a:pt x="548" y="308"/>
                </a:lnTo>
                <a:lnTo>
                  <a:pt x="547" y="308"/>
                </a:lnTo>
                <a:lnTo>
                  <a:pt x="546" y="309"/>
                </a:lnTo>
                <a:lnTo>
                  <a:pt x="545" y="310"/>
                </a:lnTo>
                <a:lnTo>
                  <a:pt x="545" y="311"/>
                </a:lnTo>
                <a:lnTo>
                  <a:pt x="544" y="312"/>
                </a:lnTo>
                <a:lnTo>
                  <a:pt x="543" y="313"/>
                </a:lnTo>
                <a:lnTo>
                  <a:pt x="542" y="313"/>
                </a:lnTo>
                <a:lnTo>
                  <a:pt x="542" y="314"/>
                </a:lnTo>
                <a:lnTo>
                  <a:pt x="541" y="314"/>
                </a:lnTo>
                <a:lnTo>
                  <a:pt x="540" y="314"/>
                </a:lnTo>
                <a:lnTo>
                  <a:pt x="540" y="315"/>
                </a:lnTo>
                <a:lnTo>
                  <a:pt x="539" y="315"/>
                </a:lnTo>
                <a:lnTo>
                  <a:pt x="539" y="316"/>
                </a:lnTo>
                <a:lnTo>
                  <a:pt x="538" y="316"/>
                </a:lnTo>
                <a:lnTo>
                  <a:pt x="537" y="316"/>
                </a:lnTo>
                <a:lnTo>
                  <a:pt x="537" y="317"/>
                </a:lnTo>
                <a:lnTo>
                  <a:pt x="536" y="317"/>
                </a:lnTo>
                <a:lnTo>
                  <a:pt x="535" y="317"/>
                </a:lnTo>
                <a:lnTo>
                  <a:pt x="535" y="318"/>
                </a:lnTo>
                <a:lnTo>
                  <a:pt x="534" y="318"/>
                </a:lnTo>
                <a:lnTo>
                  <a:pt x="533" y="319"/>
                </a:lnTo>
                <a:lnTo>
                  <a:pt x="532" y="319"/>
                </a:lnTo>
                <a:lnTo>
                  <a:pt x="532" y="320"/>
                </a:lnTo>
                <a:lnTo>
                  <a:pt x="532" y="321"/>
                </a:lnTo>
                <a:lnTo>
                  <a:pt x="532" y="323"/>
                </a:lnTo>
                <a:lnTo>
                  <a:pt x="532" y="324"/>
                </a:lnTo>
                <a:lnTo>
                  <a:pt x="531" y="324"/>
                </a:lnTo>
                <a:lnTo>
                  <a:pt x="531" y="325"/>
                </a:lnTo>
                <a:lnTo>
                  <a:pt x="530" y="325"/>
                </a:lnTo>
                <a:lnTo>
                  <a:pt x="529" y="325"/>
                </a:lnTo>
                <a:lnTo>
                  <a:pt x="530" y="325"/>
                </a:lnTo>
                <a:lnTo>
                  <a:pt x="529" y="325"/>
                </a:lnTo>
                <a:lnTo>
                  <a:pt x="529" y="326"/>
                </a:lnTo>
                <a:lnTo>
                  <a:pt x="529" y="325"/>
                </a:lnTo>
                <a:lnTo>
                  <a:pt x="529" y="326"/>
                </a:lnTo>
                <a:lnTo>
                  <a:pt x="528" y="326"/>
                </a:lnTo>
                <a:lnTo>
                  <a:pt x="527" y="326"/>
                </a:lnTo>
                <a:lnTo>
                  <a:pt x="527" y="327"/>
                </a:lnTo>
                <a:lnTo>
                  <a:pt x="527" y="326"/>
                </a:lnTo>
                <a:lnTo>
                  <a:pt x="527" y="327"/>
                </a:lnTo>
                <a:lnTo>
                  <a:pt x="526" y="327"/>
                </a:lnTo>
                <a:lnTo>
                  <a:pt x="526" y="326"/>
                </a:lnTo>
                <a:lnTo>
                  <a:pt x="525" y="326"/>
                </a:lnTo>
                <a:lnTo>
                  <a:pt x="525" y="327"/>
                </a:lnTo>
                <a:lnTo>
                  <a:pt x="524" y="327"/>
                </a:lnTo>
                <a:lnTo>
                  <a:pt x="523" y="327"/>
                </a:lnTo>
                <a:lnTo>
                  <a:pt x="524" y="327"/>
                </a:lnTo>
                <a:lnTo>
                  <a:pt x="523" y="327"/>
                </a:lnTo>
                <a:lnTo>
                  <a:pt x="523" y="328"/>
                </a:lnTo>
                <a:lnTo>
                  <a:pt x="522" y="328"/>
                </a:lnTo>
                <a:lnTo>
                  <a:pt x="521" y="328"/>
                </a:lnTo>
                <a:lnTo>
                  <a:pt x="521" y="329"/>
                </a:lnTo>
                <a:lnTo>
                  <a:pt x="520" y="329"/>
                </a:lnTo>
                <a:lnTo>
                  <a:pt x="520" y="330"/>
                </a:lnTo>
                <a:lnTo>
                  <a:pt x="519" y="330"/>
                </a:lnTo>
                <a:lnTo>
                  <a:pt x="518" y="330"/>
                </a:lnTo>
                <a:lnTo>
                  <a:pt x="518" y="331"/>
                </a:lnTo>
                <a:lnTo>
                  <a:pt x="517" y="331"/>
                </a:lnTo>
                <a:lnTo>
                  <a:pt x="517" y="332"/>
                </a:lnTo>
                <a:lnTo>
                  <a:pt x="516" y="332"/>
                </a:lnTo>
                <a:lnTo>
                  <a:pt x="516" y="333"/>
                </a:lnTo>
                <a:lnTo>
                  <a:pt x="515" y="333"/>
                </a:lnTo>
                <a:lnTo>
                  <a:pt x="515" y="334"/>
                </a:lnTo>
                <a:lnTo>
                  <a:pt x="514" y="334"/>
                </a:lnTo>
                <a:lnTo>
                  <a:pt x="513" y="334"/>
                </a:lnTo>
                <a:lnTo>
                  <a:pt x="513" y="335"/>
                </a:lnTo>
                <a:lnTo>
                  <a:pt x="512" y="335"/>
                </a:lnTo>
                <a:lnTo>
                  <a:pt x="512" y="336"/>
                </a:lnTo>
                <a:lnTo>
                  <a:pt x="512" y="337"/>
                </a:lnTo>
                <a:lnTo>
                  <a:pt x="511" y="337"/>
                </a:lnTo>
                <a:lnTo>
                  <a:pt x="511" y="338"/>
                </a:lnTo>
                <a:lnTo>
                  <a:pt x="510" y="338"/>
                </a:lnTo>
                <a:lnTo>
                  <a:pt x="510" y="339"/>
                </a:lnTo>
                <a:lnTo>
                  <a:pt x="510" y="340"/>
                </a:lnTo>
                <a:lnTo>
                  <a:pt x="509" y="340"/>
                </a:lnTo>
                <a:lnTo>
                  <a:pt x="508" y="340"/>
                </a:lnTo>
                <a:lnTo>
                  <a:pt x="508" y="339"/>
                </a:lnTo>
                <a:lnTo>
                  <a:pt x="508" y="340"/>
                </a:lnTo>
                <a:lnTo>
                  <a:pt x="509" y="340"/>
                </a:lnTo>
                <a:lnTo>
                  <a:pt x="509" y="339"/>
                </a:lnTo>
                <a:lnTo>
                  <a:pt x="508" y="339"/>
                </a:lnTo>
                <a:lnTo>
                  <a:pt x="508" y="340"/>
                </a:lnTo>
                <a:lnTo>
                  <a:pt x="507" y="340"/>
                </a:lnTo>
                <a:lnTo>
                  <a:pt x="506" y="340"/>
                </a:lnTo>
                <a:lnTo>
                  <a:pt x="506" y="341"/>
                </a:lnTo>
                <a:lnTo>
                  <a:pt x="505" y="341"/>
                </a:lnTo>
                <a:lnTo>
                  <a:pt x="505" y="342"/>
                </a:lnTo>
                <a:lnTo>
                  <a:pt x="505" y="343"/>
                </a:lnTo>
                <a:lnTo>
                  <a:pt x="504" y="343"/>
                </a:lnTo>
                <a:lnTo>
                  <a:pt x="503" y="343"/>
                </a:lnTo>
                <a:lnTo>
                  <a:pt x="503" y="344"/>
                </a:lnTo>
                <a:lnTo>
                  <a:pt x="502" y="344"/>
                </a:lnTo>
                <a:lnTo>
                  <a:pt x="502" y="345"/>
                </a:lnTo>
                <a:lnTo>
                  <a:pt x="501" y="345"/>
                </a:lnTo>
                <a:lnTo>
                  <a:pt x="501" y="346"/>
                </a:lnTo>
                <a:lnTo>
                  <a:pt x="500" y="346"/>
                </a:lnTo>
                <a:lnTo>
                  <a:pt x="500" y="347"/>
                </a:lnTo>
                <a:lnTo>
                  <a:pt x="499" y="347"/>
                </a:lnTo>
                <a:lnTo>
                  <a:pt x="499" y="348"/>
                </a:lnTo>
                <a:lnTo>
                  <a:pt x="498" y="348"/>
                </a:lnTo>
                <a:lnTo>
                  <a:pt x="498" y="349"/>
                </a:lnTo>
                <a:lnTo>
                  <a:pt x="497" y="349"/>
                </a:lnTo>
                <a:lnTo>
                  <a:pt x="497" y="350"/>
                </a:lnTo>
                <a:lnTo>
                  <a:pt x="497" y="351"/>
                </a:lnTo>
                <a:lnTo>
                  <a:pt x="496" y="351"/>
                </a:lnTo>
                <a:lnTo>
                  <a:pt x="496" y="352"/>
                </a:lnTo>
                <a:lnTo>
                  <a:pt x="496" y="353"/>
                </a:lnTo>
                <a:lnTo>
                  <a:pt x="497" y="353"/>
                </a:lnTo>
                <a:lnTo>
                  <a:pt x="498" y="353"/>
                </a:lnTo>
                <a:lnTo>
                  <a:pt x="498" y="354"/>
                </a:lnTo>
                <a:lnTo>
                  <a:pt x="499" y="355"/>
                </a:lnTo>
                <a:lnTo>
                  <a:pt x="499" y="356"/>
                </a:lnTo>
                <a:lnTo>
                  <a:pt x="499" y="357"/>
                </a:lnTo>
                <a:lnTo>
                  <a:pt x="499" y="358"/>
                </a:lnTo>
                <a:lnTo>
                  <a:pt x="498" y="358"/>
                </a:lnTo>
                <a:lnTo>
                  <a:pt x="498" y="359"/>
                </a:lnTo>
                <a:lnTo>
                  <a:pt x="498" y="360"/>
                </a:lnTo>
                <a:lnTo>
                  <a:pt x="497" y="360"/>
                </a:lnTo>
                <a:lnTo>
                  <a:pt x="497" y="359"/>
                </a:lnTo>
                <a:lnTo>
                  <a:pt x="496" y="359"/>
                </a:lnTo>
                <a:lnTo>
                  <a:pt x="496" y="360"/>
                </a:lnTo>
                <a:lnTo>
                  <a:pt x="495" y="360"/>
                </a:lnTo>
                <a:lnTo>
                  <a:pt x="495" y="361"/>
                </a:lnTo>
                <a:lnTo>
                  <a:pt x="494" y="361"/>
                </a:lnTo>
                <a:lnTo>
                  <a:pt x="493" y="361"/>
                </a:lnTo>
                <a:lnTo>
                  <a:pt x="492" y="361"/>
                </a:lnTo>
                <a:lnTo>
                  <a:pt x="493" y="361"/>
                </a:lnTo>
                <a:lnTo>
                  <a:pt x="492" y="361"/>
                </a:lnTo>
                <a:lnTo>
                  <a:pt x="492" y="362"/>
                </a:lnTo>
                <a:lnTo>
                  <a:pt x="492" y="363"/>
                </a:lnTo>
                <a:lnTo>
                  <a:pt x="493" y="363"/>
                </a:lnTo>
                <a:lnTo>
                  <a:pt x="492" y="363"/>
                </a:lnTo>
                <a:lnTo>
                  <a:pt x="492" y="364"/>
                </a:lnTo>
                <a:lnTo>
                  <a:pt x="491" y="364"/>
                </a:lnTo>
                <a:lnTo>
                  <a:pt x="491" y="365"/>
                </a:lnTo>
                <a:lnTo>
                  <a:pt x="491" y="364"/>
                </a:lnTo>
                <a:lnTo>
                  <a:pt x="490" y="364"/>
                </a:lnTo>
                <a:lnTo>
                  <a:pt x="489" y="364"/>
                </a:lnTo>
                <a:lnTo>
                  <a:pt x="489" y="365"/>
                </a:lnTo>
                <a:lnTo>
                  <a:pt x="488" y="365"/>
                </a:lnTo>
                <a:lnTo>
                  <a:pt x="487" y="365"/>
                </a:lnTo>
                <a:lnTo>
                  <a:pt x="486" y="366"/>
                </a:lnTo>
                <a:lnTo>
                  <a:pt x="486" y="367"/>
                </a:lnTo>
                <a:lnTo>
                  <a:pt x="486" y="368"/>
                </a:lnTo>
                <a:lnTo>
                  <a:pt x="485" y="369"/>
                </a:lnTo>
                <a:lnTo>
                  <a:pt x="485" y="371"/>
                </a:lnTo>
                <a:lnTo>
                  <a:pt x="485" y="372"/>
                </a:lnTo>
                <a:lnTo>
                  <a:pt x="484" y="372"/>
                </a:lnTo>
                <a:lnTo>
                  <a:pt x="483" y="373"/>
                </a:lnTo>
                <a:lnTo>
                  <a:pt x="482" y="373"/>
                </a:lnTo>
                <a:lnTo>
                  <a:pt x="482" y="374"/>
                </a:lnTo>
                <a:lnTo>
                  <a:pt x="481" y="374"/>
                </a:lnTo>
                <a:lnTo>
                  <a:pt x="481" y="375"/>
                </a:lnTo>
                <a:lnTo>
                  <a:pt x="480" y="376"/>
                </a:lnTo>
                <a:lnTo>
                  <a:pt x="479" y="375"/>
                </a:lnTo>
                <a:lnTo>
                  <a:pt x="479" y="374"/>
                </a:lnTo>
                <a:lnTo>
                  <a:pt x="478" y="374"/>
                </a:lnTo>
                <a:lnTo>
                  <a:pt x="478" y="375"/>
                </a:lnTo>
                <a:lnTo>
                  <a:pt x="477" y="375"/>
                </a:lnTo>
                <a:lnTo>
                  <a:pt x="476" y="375"/>
                </a:lnTo>
                <a:lnTo>
                  <a:pt x="475" y="375"/>
                </a:lnTo>
                <a:lnTo>
                  <a:pt x="474" y="375"/>
                </a:lnTo>
                <a:lnTo>
                  <a:pt x="471" y="376"/>
                </a:lnTo>
                <a:lnTo>
                  <a:pt x="470" y="377"/>
                </a:lnTo>
                <a:lnTo>
                  <a:pt x="469" y="377"/>
                </a:lnTo>
                <a:lnTo>
                  <a:pt x="466" y="378"/>
                </a:lnTo>
                <a:lnTo>
                  <a:pt x="465" y="378"/>
                </a:lnTo>
                <a:lnTo>
                  <a:pt x="463" y="377"/>
                </a:lnTo>
                <a:lnTo>
                  <a:pt x="462" y="376"/>
                </a:lnTo>
                <a:lnTo>
                  <a:pt x="461" y="376"/>
                </a:lnTo>
                <a:lnTo>
                  <a:pt x="460" y="376"/>
                </a:lnTo>
                <a:lnTo>
                  <a:pt x="459" y="376"/>
                </a:lnTo>
                <a:lnTo>
                  <a:pt x="458" y="376"/>
                </a:lnTo>
                <a:lnTo>
                  <a:pt x="457" y="376"/>
                </a:lnTo>
                <a:lnTo>
                  <a:pt x="456" y="375"/>
                </a:lnTo>
                <a:lnTo>
                  <a:pt x="455" y="375"/>
                </a:lnTo>
                <a:lnTo>
                  <a:pt x="455" y="376"/>
                </a:lnTo>
                <a:lnTo>
                  <a:pt x="454" y="376"/>
                </a:lnTo>
                <a:lnTo>
                  <a:pt x="454" y="375"/>
                </a:lnTo>
                <a:lnTo>
                  <a:pt x="453" y="375"/>
                </a:lnTo>
                <a:lnTo>
                  <a:pt x="452" y="375"/>
                </a:lnTo>
                <a:lnTo>
                  <a:pt x="451" y="375"/>
                </a:lnTo>
                <a:lnTo>
                  <a:pt x="452" y="375"/>
                </a:lnTo>
                <a:lnTo>
                  <a:pt x="452" y="374"/>
                </a:lnTo>
                <a:lnTo>
                  <a:pt x="451" y="374"/>
                </a:lnTo>
                <a:lnTo>
                  <a:pt x="450" y="375"/>
                </a:lnTo>
                <a:lnTo>
                  <a:pt x="449" y="375"/>
                </a:lnTo>
                <a:lnTo>
                  <a:pt x="448" y="375"/>
                </a:lnTo>
                <a:lnTo>
                  <a:pt x="447" y="375"/>
                </a:lnTo>
                <a:lnTo>
                  <a:pt x="446" y="376"/>
                </a:lnTo>
                <a:lnTo>
                  <a:pt x="444" y="376"/>
                </a:lnTo>
                <a:lnTo>
                  <a:pt x="443" y="376"/>
                </a:lnTo>
                <a:lnTo>
                  <a:pt x="442" y="375"/>
                </a:lnTo>
                <a:lnTo>
                  <a:pt x="438" y="377"/>
                </a:lnTo>
                <a:lnTo>
                  <a:pt x="437" y="375"/>
                </a:lnTo>
                <a:lnTo>
                  <a:pt x="436" y="375"/>
                </a:lnTo>
                <a:lnTo>
                  <a:pt x="435" y="374"/>
                </a:lnTo>
                <a:lnTo>
                  <a:pt x="435" y="373"/>
                </a:lnTo>
                <a:lnTo>
                  <a:pt x="434" y="372"/>
                </a:lnTo>
                <a:lnTo>
                  <a:pt x="433" y="372"/>
                </a:lnTo>
                <a:lnTo>
                  <a:pt x="434" y="374"/>
                </a:lnTo>
                <a:lnTo>
                  <a:pt x="434" y="375"/>
                </a:lnTo>
                <a:lnTo>
                  <a:pt x="433" y="375"/>
                </a:lnTo>
                <a:lnTo>
                  <a:pt x="433" y="376"/>
                </a:lnTo>
                <a:lnTo>
                  <a:pt x="433" y="377"/>
                </a:lnTo>
                <a:lnTo>
                  <a:pt x="434" y="377"/>
                </a:lnTo>
                <a:lnTo>
                  <a:pt x="433" y="378"/>
                </a:lnTo>
                <a:lnTo>
                  <a:pt x="432" y="378"/>
                </a:lnTo>
                <a:lnTo>
                  <a:pt x="432" y="379"/>
                </a:lnTo>
                <a:lnTo>
                  <a:pt x="431" y="379"/>
                </a:lnTo>
                <a:lnTo>
                  <a:pt x="431" y="380"/>
                </a:lnTo>
                <a:lnTo>
                  <a:pt x="430" y="381"/>
                </a:lnTo>
                <a:lnTo>
                  <a:pt x="428" y="381"/>
                </a:lnTo>
                <a:lnTo>
                  <a:pt x="428" y="380"/>
                </a:lnTo>
                <a:lnTo>
                  <a:pt x="427" y="380"/>
                </a:lnTo>
                <a:lnTo>
                  <a:pt x="426" y="380"/>
                </a:lnTo>
                <a:lnTo>
                  <a:pt x="426" y="381"/>
                </a:lnTo>
                <a:lnTo>
                  <a:pt x="427" y="381"/>
                </a:lnTo>
                <a:lnTo>
                  <a:pt x="426" y="382"/>
                </a:lnTo>
                <a:lnTo>
                  <a:pt x="425" y="382"/>
                </a:lnTo>
                <a:lnTo>
                  <a:pt x="425" y="381"/>
                </a:lnTo>
                <a:lnTo>
                  <a:pt x="425" y="380"/>
                </a:lnTo>
                <a:lnTo>
                  <a:pt x="425" y="379"/>
                </a:lnTo>
                <a:lnTo>
                  <a:pt x="424" y="379"/>
                </a:lnTo>
                <a:lnTo>
                  <a:pt x="423" y="379"/>
                </a:lnTo>
                <a:lnTo>
                  <a:pt x="422" y="381"/>
                </a:lnTo>
                <a:lnTo>
                  <a:pt x="421" y="381"/>
                </a:lnTo>
                <a:lnTo>
                  <a:pt x="421" y="382"/>
                </a:lnTo>
                <a:lnTo>
                  <a:pt x="420" y="382"/>
                </a:lnTo>
                <a:lnTo>
                  <a:pt x="419" y="382"/>
                </a:lnTo>
                <a:lnTo>
                  <a:pt x="417" y="382"/>
                </a:lnTo>
                <a:lnTo>
                  <a:pt x="417" y="383"/>
                </a:lnTo>
                <a:lnTo>
                  <a:pt x="418" y="383"/>
                </a:lnTo>
                <a:lnTo>
                  <a:pt x="417" y="383"/>
                </a:lnTo>
                <a:lnTo>
                  <a:pt x="416" y="384"/>
                </a:lnTo>
                <a:lnTo>
                  <a:pt x="415" y="385"/>
                </a:lnTo>
                <a:lnTo>
                  <a:pt x="414" y="385"/>
                </a:lnTo>
                <a:lnTo>
                  <a:pt x="413" y="385"/>
                </a:lnTo>
                <a:lnTo>
                  <a:pt x="413" y="384"/>
                </a:lnTo>
                <a:lnTo>
                  <a:pt x="413" y="385"/>
                </a:lnTo>
                <a:lnTo>
                  <a:pt x="412" y="385"/>
                </a:lnTo>
                <a:lnTo>
                  <a:pt x="411" y="386"/>
                </a:lnTo>
                <a:lnTo>
                  <a:pt x="411" y="385"/>
                </a:lnTo>
                <a:lnTo>
                  <a:pt x="411" y="384"/>
                </a:lnTo>
                <a:lnTo>
                  <a:pt x="411" y="383"/>
                </a:lnTo>
                <a:lnTo>
                  <a:pt x="412" y="383"/>
                </a:lnTo>
                <a:lnTo>
                  <a:pt x="413" y="383"/>
                </a:lnTo>
                <a:lnTo>
                  <a:pt x="413" y="382"/>
                </a:lnTo>
                <a:lnTo>
                  <a:pt x="414" y="382"/>
                </a:lnTo>
                <a:lnTo>
                  <a:pt x="413" y="382"/>
                </a:lnTo>
                <a:lnTo>
                  <a:pt x="412" y="382"/>
                </a:lnTo>
                <a:lnTo>
                  <a:pt x="412" y="383"/>
                </a:lnTo>
                <a:lnTo>
                  <a:pt x="411" y="383"/>
                </a:lnTo>
                <a:lnTo>
                  <a:pt x="411" y="382"/>
                </a:lnTo>
                <a:lnTo>
                  <a:pt x="412" y="381"/>
                </a:lnTo>
                <a:lnTo>
                  <a:pt x="412" y="380"/>
                </a:lnTo>
                <a:lnTo>
                  <a:pt x="412" y="379"/>
                </a:lnTo>
                <a:lnTo>
                  <a:pt x="413" y="379"/>
                </a:lnTo>
                <a:lnTo>
                  <a:pt x="412" y="379"/>
                </a:lnTo>
                <a:lnTo>
                  <a:pt x="413" y="378"/>
                </a:lnTo>
                <a:lnTo>
                  <a:pt x="412" y="378"/>
                </a:lnTo>
                <a:lnTo>
                  <a:pt x="412" y="379"/>
                </a:lnTo>
                <a:lnTo>
                  <a:pt x="412" y="380"/>
                </a:lnTo>
                <a:lnTo>
                  <a:pt x="411" y="380"/>
                </a:lnTo>
                <a:lnTo>
                  <a:pt x="411" y="381"/>
                </a:lnTo>
                <a:lnTo>
                  <a:pt x="411" y="382"/>
                </a:lnTo>
                <a:lnTo>
                  <a:pt x="411" y="383"/>
                </a:lnTo>
                <a:lnTo>
                  <a:pt x="410" y="383"/>
                </a:lnTo>
                <a:lnTo>
                  <a:pt x="409" y="383"/>
                </a:lnTo>
                <a:lnTo>
                  <a:pt x="407" y="383"/>
                </a:lnTo>
                <a:lnTo>
                  <a:pt x="407" y="382"/>
                </a:lnTo>
                <a:lnTo>
                  <a:pt x="406" y="382"/>
                </a:lnTo>
                <a:lnTo>
                  <a:pt x="405" y="383"/>
                </a:lnTo>
                <a:lnTo>
                  <a:pt x="404" y="383"/>
                </a:lnTo>
                <a:lnTo>
                  <a:pt x="403" y="382"/>
                </a:lnTo>
                <a:lnTo>
                  <a:pt x="403" y="381"/>
                </a:lnTo>
                <a:lnTo>
                  <a:pt x="402" y="380"/>
                </a:lnTo>
                <a:lnTo>
                  <a:pt x="402" y="379"/>
                </a:lnTo>
                <a:lnTo>
                  <a:pt x="401" y="379"/>
                </a:lnTo>
                <a:lnTo>
                  <a:pt x="400" y="379"/>
                </a:lnTo>
                <a:lnTo>
                  <a:pt x="401" y="380"/>
                </a:lnTo>
                <a:lnTo>
                  <a:pt x="402" y="382"/>
                </a:lnTo>
                <a:lnTo>
                  <a:pt x="400" y="382"/>
                </a:lnTo>
                <a:lnTo>
                  <a:pt x="400" y="383"/>
                </a:lnTo>
                <a:lnTo>
                  <a:pt x="401" y="384"/>
                </a:lnTo>
                <a:lnTo>
                  <a:pt x="400" y="384"/>
                </a:lnTo>
                <a:lnTo>
                  <a:pt x="399" y="384"/>
                </a:lnTo>
                <a:lnTo>
                  <a:pt x="399" y="383"/>
                </a:lnTo>
                <a:lnTo>
                  <a:pt x="398" y="383"/>
                </a:lnTo>
                <a:lnTo>
                  <a:pt x="397" y="384"/>
                </a:lnTo>
                <a:lnTo>
                  <a:pt x="398" y="384"/>
                </a:lnTo>
                <a:lnTo>
                  <a:pt x="399" y="384"/>
                </a:lnTo>
                <a:lnTo>
                  <a:pt x="400" y="386"/>
                </a:lnTo>
                <a:lnTo>
                  <a:pt x="400" y="387"/>
                </a:lnTo>
                <a:lnTo>
                  <a:pt x="400" y="388"/>
                </a:lnTo>
                <a:lnTo>
                  <a:pt x="401" y="388"/>
                </a:lnTo>
                <a:lnTo>
                  <a:pt x="401" y="389"/>
                </a:lnTo>
                <a:lnTo>
                  <a:pt x="400" y="389"/>
                </a:lnTo>
                <a:lnTo>
                  <a:pt x="399" y="388"/>
                </a:lnTo>
                <a:lnTo>
                  <a:pt x="399" y="389"/>
                </a:lnTo>
                <a:lnTo>
                  <a:pt x="398" y="389"/>
                </a:lnTo>
                <a:lnTo>
                  <a:pt x="397" y="389"/>
                </a:lnTo>
                <a:lnTo>
                  <a:pt x="396" y="388"/>
                </a:lnTo>
                <a:lnTo>
                  <a:pt x="395" y="388"/>
                </a:lnTo>
                <a:lnTo>
                  <a:pt x="395" y="389"/>
                </a:lnTo>
                <a:lnTo>
                  <a:pt x="395" y="390"/>
                </a:lnTo>
                <a:lnTo>
                  <a:pt x="396" y="390"/>
                </a:lnTo>
                <a:lnTo>
                  <a:pt x="395" y="390"/>
                </a:lnTo>
                <a:lnTo>
                  <a:pt x="396" y="391"/>
                </a:lnTo>
                <a:lnTo>
                  <a:pt x="395" y="391"/>
                </a:lnTo>
                <a:lnTo>
                  <a:pt x="394" y="391"/>
                </a:lnTo>
                <a:lnTo>
                  <a:pt x="392" y="391"/>
                </a:lnTo>
                <a:lnTo>
                  <a:pt x="391" y="391"/>
                </a:lnTo>
                <a:lnTo>
                  <a:pt x="390" y="391"/>
                </a:lnTo>
                <a:lnTo>
                  <a:pt x="390" y="392"/>
                </a:lnTo>
                <a:lnTo>
                  <a:pt x="389" y="392"/>
                </a:lnTo>
                <a:lnTo>
                  <a:pt x="389" y="393"/>
                </a:lnTo>
                <a:lnTo>
                  <a:pt x="388" y="393"/>
                </a:lnTo>
                <a:lnTo>
                  <a:pt x="388" y="394"/>
                </a:lnTo>
                <a:lnTo>
                  <a:pt x="387" y="393"/>
                </a:lnTo>
                <a:lnTo>
                  <a:pt x="387" y="392"/>
                </a:lnTo>
                <a:lnTo>
                  <a:pt x="385" y="391"/>
                </a:lnTo>
                <a:lnTo>
                  <a:pt x="385" y="390"/>
                </a:lnTo>
                <a:lnTo>
                  <a:pt x="384" y="391"/>
                </a:lnTo>
                <a:lnTo>
                  <a:pt x="385" y="392"/>
                </a:lnTo>
                <a:lnTo>
                  <a:pt x="384" y="392"/>
                </a:lnTo>
                <a:lnTo>
                  <a:pt x="383" y="392"/>
                </a:lnTo>
                <a:lnTo>
                  <a:pt x="382" y="391"/>
                </a:lnTo>
                <a:lnTo>
                  <a:pt x="381" y="392"/>
                </a:lnTo>
                <a:lnTo>
                  <a:pt x="380" y="392"/>
                </a:lnTo>
                <a:lnTo>
                  <a:pt x="379" y="392"/>
                </a:lnTo>
                <a:lnTo>
                  <a:pt x="378" y="392"/>
                </a:lnTo>
                <a:lnTo>
                  <a:pt x="377" y="392"/>
                </a:lnTo>
                <a:lnTo>
                  <a:pt x="376" y="392"/>
                </a:lnTo>
                <a:lnTo>
                  <a:pt x="377" y="392"/>
                </a:lnTo>
                <a:lnTo>
                  <a:pt x="377" y="391"/>
                </a:lnTo>
                <a:lnTo>
                  <a:pt x="376" y="390"/>
                </a:lnTo>
                <a:lnTo>
                  <a:pt x="376" y="391"/>
                </a:lnTo>
                <a:lnTo>
                  <a:pt x="376" y="392"/>
                </a:lnTo>
                <a:lnTo>
                  <a:pt x="375" y="392"/>
                </a:lnTo>
                <a:lnTo>
                  <a:pt x="374" y="392"/>
                </a:lnTo>
                <a:lnTo>
                  <a:pt x="374" y="393"/>
                </a:lnTo>
                <a:lnTo>
                  <a:pt x="375" y="393"/>
                </a:lnTo>
                <a:lnTo>
                  <a:pt x="376" y="393"/>
                </a:lnTo>
                <a:lnTo>
                  <a:pt x="375" y="394"/>
                </a:lnTo>
                <a:lnTo>
                  <a:pt x="374" y="394"/>
                </a:lnTo>
                <a:lnTo>
                  <a:pt x="373" y="395"/>
                </a:lnTo>
                <a:lnTo>
                  <a:pt x="373" y="396"/>
                </a:lnTo>
                <a:lnTo>
                  <a:pt x="373" y="397"/>
                </a:lnTo>
                <a:lnTo>
                  <a:pt x="373" y="398"/>
                </a:lnTo>
                <a:lnTo>
                  <a:pt x="371" y="398"/>
                </a:lnTo>
                <a:lnTo>
                  <a:pt x="370" y="397"/>
                </a:lnTo>
                <a:lnTo>
                  <a:pt x="367" y="398"/>
                </a:lnTo>
                <a:lnTo>
                  <a:pt x="367" y="397"/>
                </a:lnTo>
                <a:lnTo>
                  <a:pt x="364" y="398"/>
                </a:lnTo>
                <a:lnTo>
                  <a:pt x="361" y="398"/>
                </a:lnTo>
                <a:lnTo>
                  <a:pt x="362" y="399"/>
                </a:lnTo>
                <a:lnTo>
                  <a:pt x="361" y="399"/>
                </a:lnTo>
                <a:lnTo>
                  <a:pt x="361" y="401"/>
                </a:lnTo>
                <a:lnTo>
                  <a:pt x="360" y="402"/>
                </a:lnTo>
                <a:lnTo>
                  <a:pt x="359" y="402"/>
                </a:lnTo>
                <a:lnTo>
                  <a:pt x="359" y="400"/>
                </a:lnTo>
                <a:lnTo>
                  <a:pt x="358" y="400"/>
                </a:lnTo>
                <a:lnTo>
                  <a:pt x="357" y="401"/>
                </a:lnTo>
                <a:lnTo>
                  <a:pt x="358" y="402"/>
                </a:lnTo>
                <a:lnTo>
                  <a:pt x="350" y="405"/>
                </a:lnTo>
                <a:lnTo>
                  <a:pt x="349" y="404"/>
                </a:lnTo>
                <a:lnTo>
                  <a:pt x="348" y="405"/>
                </a:lnTo>
                <a:lnTo>
                  <a:pt x="347" y="406"/>
                </a:lnTo>
                <a:lnTo>
                  <a:pt x="347" y="407"/>
                </a:lnTo>
                <a:lnTo>
                  <a:pt x="346" y="406"/>
                </a:lnTo>
                <a:lnTo>
                  <a:pt x="345" y="406"/>
                </a:lnTo>
                <a:lnTo>
                  <a:pt x="345" y="405"/>
                </a:lnTo>
                <a:lnTo>
                  <a:pt x="344" y="405"/>
                </a:lnTo>
                <a:lnTo>
                  <a:pt x="343" y="405"/>
                </a:lnTo>
                <a:lnTo>
                  <a:pt x="344" y="406"/>
                </a:lnTo>
                <a:lnTo>
                  <a:pt x="344" y="407"/>
                </a:lnTo>
                <a:lnTo>
                  <a:pt x="344" y="408"/>
                </a:lnTo>
                <a:lnTo>
                  <a:pt x="343" y="408"/>
                </a:lnTo>
                <a:lnTo>
                  <a:pt x="343" y="409"/>
                </a:lnTo>
                <a:lnTo>
                  <a:pt x="342" y="409"/>
                </a:lnTo>
                <a:lnTo>
                  <a:pt x="342" y="410"/>
                </a:lnTo>
                <a:lnTo>
                  <a:pt x="342" y="411"/>
                </a:lnTo>
                <a:lnTo>
                  <a:pt x="342" y="410"/>
                </a:lnTo>
                <a:lnTo>
                  <a:pt x="341" y="410"/>
                </a:lnTo>
                <a:lnTo>
                  <a:pt x="340" y="410"/>
                </a:lnTo>
                <a:lnTo>
                  <a:pt x="341" y="410"/>
                </a:lnTo>
                <a:lnTo>
                  <a:pt x="340" y="411"/>
                </a:lnTo>
                <a:lnTo>
                  <a:pt x="339" y="411"/>
                </a:lnTo>
                <a:lnTo>
                  <a:pt x="339" y="412"/>
                </a:lnTo>
                <a:lnTo>
                  <a:pt x="338" y="412"/>
                </a:lnTo>
                <a:lnTo>
                  <a:pt x="337" y="412"/>
                </a:lnTo>
                <a:lnTo>
                  <a:pt x="338" y="412"/>
                </a:lnTo>
                <a:lnTo>
                  <a:pt x="338" y="411"/>
                </a:lnTo>
                <a:lnTo>
                  <a:pt x="338" y="410"/>
                </a:lnTo>
                <a:lnTo>
                  <a:pt x="337" y="410"/>
                </a:lnTo>
                <a:lnTo>
                  <a:pt x="337" y="411"/>
                </a:lnTo>
                <a:lnTo>
                  <a:pt x="337" y="412"/>
                </a:lnTo>
                <a:lnTo>
                  <a:pt x="337" y="413"/>
                </a:lnTo>
                <a:lnTo>
                  <a:pt x="337" y="414"/>
                </a:lnTo>
                <a:lnTo>
                  <a:pt x="337" y="415"/>
                </a:lnTo>
                <a:lnTo>
                  <a:pt x="337" y="416"/>
                </a:lnTo>
                <a:lnTo>
                  <a:pt x="336" y="416"/>
                </a:lnTo>
                <a:lnTo>
                  <a:pt x="336" y="415"/>
                </a:lnTo>
                <a:lnTo>
                  <a:pt x="333" y="417"/>
                </a:lnTo>
                <a:lnTo>
                  <a:pt x="332" y="417"/>
                </a:lnTo>
                <a:lnTo>
                  <a:pt x="332" y="418"/>
                </a:lnTo>
                <a:lnTo>
                  <a:pt x="332" y="417"/>
                </a:lnTo>
                <a:lnTo>
                  <a:pt x="331" y="417"/>
                </a:lnTo>
                <a:lnTo>
                  <a:pt x="331" y="418"/>
                </a:lnTo>
                <a:lnTo>
                  <a:pt x="330" y="419"/>
                </a:lnTo>
                <a:lnTo>
                  <a:pt x="330" y="418"/>
                </a:lnTo>
                <a:lnTo>
                  <a:pt x="328" y="418"/>
                </a:lnTo>
                <a:lnTo>
                  <a:pt x="327" y="419"/>
                </a:lnTo>
                <a:lnTo>
                  <a:pt x="327" y="417"/>
                </a:lnTo>
                <a:lnTo>
                  <a:pt x="325" y="417"/>
                </a:lnTo>
                <a:lnTo>
                  <a:pt x="322" y="417"/>
                </a:lnTo>
                <a:lnTo>
                  <a:pt x="321" y="418"/>
                </a:lnTo>
                <a:lnTo>
                  <a:pt x="321" y="419"/>
                </a:lnTo>
                <a:lnTo>
                  <a:pt x="318" y="420"/>
                </a:lnTo>
                <a:lnTo>
                  <a:pt x="317" y="421"/>
                </a:lnTo>
                <a:lnTo>
                  <a:pt x="316" y="421"/>
                </a:lnTo>
                <a:lnTo>
                  <a:pt x="316" y="422"/>
                </a:lnTo>
                <a:lnTo>
                  <a:pt x="317" y="422"/>
                </a:lnTo>
                <a:lnTo>
                  <a:pt x="314" y="424"/>
                </a:lnTo>
                <a:lnTo>
                  <a:pt x="313" y="423"/>
                </a:lnTo>
                <a:lnTo>
                  <a:pt x="313" y="424"/>
                </a:lnTo>
                <a:lnTo>
                  <a:pt x="314" y="425"/>
                </a:lnTo>
                <a:lnTo>
                  <a:pt x="314" y="426"/>
                </a:lnTo>
                <a:lnTo>
                  <a:pt x="313" y="426"/>
                </a:lnTo>
                <a:lnTo>
                  <a:pt x="312" y="424"/>
                </a:lnTo>
                <a:lnTo>
                  <a:pt x="312" y="425"/>
                </a:lnTo>
                <a:lnTo>
                  <a:pt x="310" y="427"/>
                </a:lnTo>
                <a:lnTo>
                  <a:pt x="309" y="427"/>
                </a:lnTo>
                <a:lnTo>
                  <a:pt x="308" y="427"/>
                </a:lnTo>
                <a:lnTo>
                  <a:pt x="308" y="426"/>
                </a:lnTo>
                <a:lnTo>
                  <a:pt x="307" y="426"/>
                </a:lnTo>
                <a:lnTo>
                  <a:pt x="307" y="427"/>
                </a:lnTo>
                <a:lnTo>
                  <a:pt x="308" y="427"/>
                </a:lnTo>
                <a:lnTo>
                  <a:pt x="309" y="427"/>
                </a:lnTo>
                <a:lnTo>
                  <a:pt x="309" y="428"/>
                </a:lnTo>
                <a:lnTo>
                  <a:pt x="309" y="429"/>
                </a:lnTo>
                <a:lnTo>
                  <a:pt x="308" y="430"/>
                </a:lnTo>
                <a:lnTo>
                  <a:pt x="307" y="431"/>
                </a:lnTo>
                <a:lnTo>
                  <a:pt x="308" y="432"/>
                </a:lnTo>
                <a:lnTo>
                  <a:pt x="307" y="432"/>
                </a:lnTo>
                <a:lnTo>
                  <a:pt x="306" y="432"/>
                </a:lnTo>
                <a:lnTo>
                  <a:pt x="305" y="432"/>
                </a:lnTo>
                <a:lnTo>
                  <a:pt x="305" y="433"/>
                </a:lnTo>
                <a:lnTo>
                  <a:pt x="304" y="433"/>
                </a:lnTo>
                <a:lnTo>
                  <a:pt x="304" y="434"/>
                </a:lnTo>
                <a:lnTo>
                  <a:pt x="304" y="433"/>
                </a:lnTo>
                <a:lnTo>
                  <a:pt x="303" y="433"/>
                </a:lnTo>
                <a:lnTo>
                  <a:pt x="302" y="433"/>
                </a:lnTo>
                <a:lnTo>
                  <a:pt x="302" y="434"/>
                </a:lnTo>
                <a:lnTo>
                  <a:pt x="301" y="434"/>
                </a:lnTo>
                <a:lnTo>
                  <a:pt x="300" y="434"/>
                </a:lnTo>
                <a:lnTo>
                  <a:pt x="300" y="435"/>
                </a:lnTo>
                <a:lnTo>
                  <a:pt x="299" y="435"/>
                </a:lnTo>
                <a:lnTo>
                  <a:pt x="298" y="436"/>
                </a:lnTo>
                <a:lnTo>
                  <a:pt x="298" y="437"/>
                </a:lnTo>
                <a:lnTo>
                  <a:pt x="297" y="437"/>
                </a:lnTo>
                <a:lnTo>
                  <a:pt x="296" y="437"/>
                </a:lnTo>
                <a:lnTo>
                  <a:pt x="296" y="438"/>
                </a:lnTo>
                <a:lnTo>
                  <a:pt x="295" y="439"/>
                </a:lnTo>
                <a:lnTo>
                  <a:pt x="296" y="439"/>
                </a:lnTo>
                <a:lnTo>
                  <a:pt x="297" y="439"/>
                </a:lnTo>
                <a:lnTo>
                  <a:pt x="296" y="439"/>
                </a:lnTo>
                <a:lnTo>
                  <a:pt x="296" y="440"/>
                </a:lnTo>
                <a:lnTo>
                  <a:pt x="296" y="441"/>
                </a:lnTo>
                <a:lnTo>
                  <a:pt x="295" y="441"/>
                </a:lnTo>
                <a:lnTo>
                  <a:pt x="294" y="441"/>
                </a:lnTo>
                <a:lnTo>
                  <a:pt x="294" y="442"/>
                </a:lnTo>
                <a:lnTo>
                  <a:pt x="295" y="442"/>
                </a:lnTo>
                <a:lnTo>
                  <a:pt x="296" y="442"/>
                </a:lnTo>
                <a:lnTo>
                  <a:pt x="296" y="443"/>
                </a:lnTo>
                <a:lnTo>
                  <a:pt x="297" y="443"/>
                </a:lnTo>
                <a:lnTo>
                  <a:pt x="298" y="443"/>
                </a:lnTo>
                <a:lnTo>
                  <a:pt x="298" y="444"/>
                </a:lnTo>
                <a:lnTo>
                  <a:pt x="299" y="444"/>
                </a:lnTo>
                <a:lnTo>
                  <a:pt x="300" y="444"/>
                </a:lnTo>
                <a:lnTo>
                  <a:pt x="301" y="444"/>
                </a:lnTo>
                <a:lnTo>
                  <a:pt x="300" y="445"/>
                </a:lnTo>
                <a:lnTo>
                  <a:pt x="300" y="444"/>
                </a:lnTo>
                <a:lnTo>
                  <a:pt x="299" y="444"/>
                </a:lnTo>
                <a:lnTo>
                  <a:pt x="298" y="444"/>
                </a:lnTo>
                <a:lnTo>
                  <a:pt x="297" y="445"/>
                </a:lnTo>
                <a:lnTo>
                  <a:pt x="296" y="445"/>
                </a:lnTo>
                <a:lnTo>
                  <a:pt x="296" y="446"/>
                </a:lnTo>
                <a:lnTo>
                  <a:pt x="295" y="446"/>
                </a:lnTo>
                <a:lnTo>
                  <a:pt x="294" y="446"/>
                </a:lnTo>
                <a:lnTo>
                  <a:pt x="294" y="447"/>
                </a:lnTo>
                <a:lnTo>
                  <a:pt x="293" y="447"/>
                </a:lnTo>
                <a:lnTo>
                  <a:pt x="293" y="448"/>
                </a:lnTo>
                <a:lnTo>
                  <a:pt x="292" y="448"/>
                </a:lnTo>
                <a:lnTo>
                  <a:pt x="291" y="448"/>
                </a:lnTo>
                <a:lnTo>
                  <a:pt x="290" y="448"/>
                </a:lnTo>
                <a:lnTo>
                  <a:pt x="290" y="447"/>
                </a:lnTo>
                <a:lnTo>
                  <a:pt x="289" y="447"/>
                </a:lnTo>
                <a:lnTo>
                  <a:pt x="289" y="448"/>
                </a:lnTo>
                <a:lnTo>
                  <a:pt x="289" y="449"/>
                </a:lnTo>
                <a:lnTo>
                  <a:pt x="289" y="450"/>
                </a:lnTo>
                <a:lnTo>
                  <a:pt x="290" y="451"/>
                </a:lnTo>
                <a:lnTo>
                  <a:pt x="291" y="451"/>
                </a:lnTo>
                <a:lnTo>
                  <a:pt x="291" y="452"/>
                </a:lnTo>
                <a:lnTo>
                  <a:pt x="292" y="453"/>
                </a:lnTo>
                <a:lnTo>
                  <a:pt x="291" y="454"/>
                </a:lnTo>
                <a:lnTo>
                  <a:pt x="291" y="453"/>
                </a:lnTo>
                <a:lnTo>
                  <a:pt x="290" y="453"/>
                </a:lnTo>
                <a:lnTo>
                  <a:pt x="289" y="453"/>
                </a:lnTo>
                <a:lnTo>
                  <a:pt x="289" y="452"/>
                </a:lnTo>
                <a:lnTo>
                  <a:pt x="288" y="452"/>
                </a:lnTo>
                <a:lnTo>
                  <a:pt x="287" y="452"/>
                </a:lnTo>
                <a:lnTo>
                  <a:pt x="285" y="453"/>
                </a:lnTo>
                <a:lnTo>
                  <a:pt x="284" y="453"/>
                </a:lnTo>
                <a:lnTo>
                  <a:pt x="283" y="455"/>
                </a:lnTo>
                <a:lnTo>
                  <a:pt x="283" y="457"/>
                </a:lnTo>
                <a:lnTo>
                  <a:pt x="282" y="457"/>
                </a:lnTo>
                <a:lnTo>
                  <a:pt x="282" y="456"/>
                </a:lnTo>
                <a:lnTo>
                  <a:pt x="281" y="456"/>
                </a:lnTo>
                <a:lnTo>
                  <a:pt x="280" y="455"/>
                </a:lnTo>
                <a:lnTo>
                  <a:pt x="279" y="454"/>
                </a:lnTo>
                <a:lnTo>
                  <a:pt x="278" y="454"/>
                </a:lnTo>
                <a:lnTo>
                  <a:pt x="277" y="454"/>
                </a:lnTo>
                <a:lnTo>
                  <a:pt x="277" y="455"/>
                </a:lnTo>
                <a:lnTo>
                  <a:pt x="277" y="456"/>
                </a:lnTo>
                <a:lnTo>
                  <a:pt x="278" y="456"/>
                </a:lnTo>
                <a:lnTo>
                  <a:pt x="279" y="457"/>
                </a:lnTo>
                <a:lnTo>
                  <a:pt x="279" y="458"/>
                </a:lnTo>
                <a:lnTo>
                  <a:pt x="278" y="458"/>
                </a:lnTo>
                <a:lnTo>
                  <a:pt x="278" y="457"/>
                </a:lnTo>
                <a:lnTo>
                  <a:pt x="277" y="457"/>
                </a:lnTo>
                <a:lnTo>
                  <a:pt x="276" y="457"/>
                </a:lnTo>
                <a:lnTo>
                  <a:pt x="275" y="457"/>
                </a:lnTo>
                <a:lnTo>
                  <a:pt x="274" y="456"/>
                </a:lnTo>
                <a:lnTo>
                  <a:pt x="273" y="456"/>
                </a:lnTo>
                <a:lnTo>
                  <a:pt x="272" y="456"/>
                </a:lnTo>
                <a:lnTo>
                  <a:pt x="271" y="455"/>
                </a:lnTo>
                <a:lnTo>
                  <a:pt x="271" y="456"/>
                </a:lnTo>
                <a:lnTo>
                  <a:pt x="272" y="456"/>
                </a:lnTo>
                <a:lnTo>
                  <a:pt x="272" y="457"/>
                </a:lnTo>
                <a:lnTo>
                  <a:pt x="273" y="458"/>
                </a:lnTo>
                <a:lnTo>
                  <a:pt x="274" y="458"/>
                </a:lnTo>
                <a:lnTo>
                  <a:pt x="274" y="459"/>
                </a:lnTo>
                <a:lnTo>
                  <a:pt x="275" y="459"/>
                </a:lnTo>
                <a:lnTo>
                  <a:pt x="276" y="460"/>
                </a:lnTo>
                <a:lnTo>
                  <a:pt x="276" y="461"/>
                </a:lnTo>
                <a:lnTo>
                  <a:pt x="276" y="462"/>
                </a:lnTo>
                <a:lnTo>
                  <a:pt x="277" y="463"/>
                </a:lnTo>
                <a:lnTo>
                  <a:pt x="276" y="464"/>
                </a:lnTo>
                <a:lnTo>
                  <a:pt x="275" y="465"/>
                </a:lnTo>
                <a:lnTo>
                  <a:pt x="274" y="466"/>
                </a:lnTo>
                <a:lnTo>
                  <a:pt x="273" y="466"/>
                </a:lnTo>
                <a:lnTo>
                  <a:pt x="272" y="465"/>
                </a:lnTo>
                <a:lnTo>
                  <a:pt x="271" y="465"/>
                </a:lnTo>
                <a:lnTo>
                  <a:pt x="270" y="464"/>
                </a:lnTo>
                <a:lnTo>
                  <a:pt x="271" y="464"/>
                </a:lnTo>
                <a:lnTo>
                  <a:pt x="271" y="463"/>
                </a:lnTo>
                <a:lnTo>
                  <a:pt x="270" y="463"/>
                </a:lnTo>
                <a:lnTo>
                  <a:pt x="269" y="463"/>
                </a:lnTo>
                <a:lnTo>
                  <a:pt x="268" y="463"/>
                </a:lnTo>
                <a:lnTo>
                  <a:pt x="269" y="463"/>
                </a:lnTo>
                <a:lnTo>
                  <a:pt x="269" y="462"/>
                </a:lnTo>
                <a:lnTo>
                  <a:pt x="268" y="461"/>
                </a:lnTo>
                <a:lnTo>
                  <a:pt x="268" y="460"/>
                </a:lnTo>
                <a:lnTo>
                  <a:pt x="267" y="459"/>
                </a:lnTo>
                <a:lnTo>
                  <a:pt x="267" y="458"/>
                </a:lnTo>
                <a:lnTo>
                  <a:pt x="267" y="457"/>
                </a:lnTo>
                <a:lnTo>
                  <a:pt x="266" y="457"/>
                </a:lnTo>
                <a:lnTo>
                  <a:pt x="265" y="457"/>
                </a:lnTo>
                <a:lnTo>
                  <a:pt x="264" y="457"/>
                </a:lnTo>
                <a:lnTo>
                  <a:pt x="263" y="457"/>
                </a:lnTo>
                <a:lnTo>
                  <a:pt x="262" y="456"/>
                </a:lnTo>
                <a:lnTo>
                  <a:pt x="261" y="456"/>
                </a:lnTo>
                <a:lnTo>
                  <a:pt x="260" y="457"/>
                </a:lnTo>
                <a:lnTo>
                  <a:pt x="261" y="457"/>
                </a:lnTo>
                <a:lnTo>
                  <a:pt x="262" y="457"/>
                </a:lnTo>
                <a:lnTo>
                  <a:pt x="263" y="457"/>
                </a:lnTo>
                <a:lnTo>
                  <a:pt x="263" y="458"/>
                </a:lnTo>
                <a:lnTo>
                  <a:pt x="263" y="459"/>
                </a:lnTo>
                <a:lnTo>
                  <a:pt x="262" y="459"/>
                </a:lnTo>
                <a:lnTo>
                  <a:pt x="262" y="460"/>
                </a:lnTo>
                <a:lnTo>
                  <a:pt x="260" y="460"/>
                </a:lnTo>
                <a:lnTo>
                  <a:pt x="260" y="459"/>
                </a:lnTo>
                <a:lnTo>
                  <a:pt x="260" y="458"/>
                </a:lnTo>
                <a:lnTo>
                  <a:pt x="259" y="458"/>
                </a:lnTo>
                <a:lnTo>
                  <a:pt x="257" y="458"/>
                </a:lnTo>
                <a:lnTo>
                  <a:pt x="257" y="459"/>
                </a:lnTo>
                <a:lnTo>
                  <a:pt x="257" y="458"/>
                </a:lnTo>
                <a:lnTo>
                  <a:pt x="256" y="458"/>
                </a:lnTo>
                <a:lnTo>
                  <a:pt x="255" y="458"/>
                </a:lnTo>
                <a:lnTo>
                  <a:pt x="253" y="459"/>
                </a:lnTo>
                <a:lnTo>
                  <a:pt x="253" y="460"/>
                </a:lnTo>
                <a:lnTo>
                  <a:pt x="254" y="460"/>
                </a:lnTo>
                <a:lnTo>
                  <a:pt x="255" y="460"/>
                </a:lnTo>
                <a:lnTo>
                  <a:pt x="255" y="461"/>
                </a:lnTo>
                <a:lnTo>
                  <a:pt x="256" y="462"/>
                </a:lnTo>
                <a:lnTo>
                  <a:pt x="255" y="462"/>
                </a:lnTo>
                <a:lnTo>
                  <a:pt x="255" y="463"/>
                </a:lnTo>
                <a:lnTo>
                  <a:pt x="254" y="463"/>
                </a:lnTo>
                <a:lnTo>
                  <a:pt x="254" y="464"/>
                </a:lnTo>
                <a:lnTo>
                  <a:pt x="254" y="463"/>
                </a:lnTo>
                <a:lnTo>
                  <a:pt x="253" y="463"/>
                </a:lnTo>
                <a:lnTo>
                  <a:pt x="253" y="464"/>
                </a:lnTo>
                <a:lnTo>
                  <a:pt x="252" y="464"/>
                </a:lnTo>
                <a:lnTo>
                  <a:pt x="252" y="465"/>
                </a:lnTo>
                <a:lnTo>
                  <a:pt x="251" y="465"/>
                </a:lnTo>
                <a:lnTo>
                  <a:pt x="251" y="466"/>
                </a:lnTo>
                <a:lnTo>
                  <a:pt x="251" y="467"/>
                </a:lnTo>
                <a:lnTo>
                  <a:pt x="252" y="467"/>
                </a:lnTo>
                <a:lnTo>
                  <a:pt x="252" y="466"/>
                </a:lnTo>
                <a:lnTo>
                  <a:pt x="254" y="466"/>
                </a:lnTo>
                <a:lnTo>
                  <a:pt x="254" y="467"/>
                </a:lnTo>
                <a:lnTo>
                  <a:pt x="255" y="467"/>
                </a:lnTo>
                <a:lnTo>
                  <a:pt x="256" y="467"/>
                </a:lnTo>
                <a:lnTo>
                  <a:pt x="257" y="467"/>
                </a:lnTo>
                <a:lnTo>
                  <a:pt x="258" y="468"/>
                </a:lnTo>
                <a:lnTo>
                  <a:pt x="259" y="468"/>
                </a:lnTo>
                <a:lnTo>
                  <a:pt x="260" y="468"/>
                </a:lnTo>
                <a:lnTo>
                  <a:pt x="260" y="469"/>
                </a:lnTo>
                <a:lnTo>
                  <a:pt x="260" y="470"/>
                </a:lnTo>
                <a:lnTo>
                  <a:pt x="260" y="471"/>
                </a:lnTo>
                <a:lnTo>
                  <a:pt x="259" y="471"/>
                </a:lnTo>
                <a:lnTo>
                  <a:pt x="260" y="472"/>
                </a:lnTo>
                <a:lnTo>
                  <a:pt x="259" y="473"/>
                </a:lnTo>
                <a:lnTo>
                  <a:pt x="258" y="474"/>
                </a:lnTo>
                <a:lnTo>
                  <a:pt x="258" y="473"/>
                </a:lnTo>
                <a:lnTo>
                  <a:pt x="257" y="472"/>
                </a:lnTo>
                <a:lnTo>
                  <a:pt x="256" y="472"/>
                </a:lnTo>
                <a:lnTo>
                  <a:pt x="256" y="473"/>
                </a:lnTo>
                <a:lnTo>
                  <a:pt x="257" y="473"/>
                </a:lnTo>
                <a:lnTo>
                  <a:pt x="256" y="474"/>
                </a:lnTo>
                <a:lnTo>
                  <a:pt x="255" y="474"/>
                </a:lnTo>
                <a:lnTo>
                  <a:pt x="254" y="474"/>
                </a:lnTo>
                <a:lnTo>
                  <a:pt x="252" y="474"/>
                </a:lnTo>
                <a:lnTo>
                  <a:pt x="251" y="474"/>
                </a:lnTo>
                <a:lnTo>
                  <a:pt x="251" y="473"/>
                </a:lnTo>
                <a:lnTo>
                  <a:pt x="250" y="473"/>
                </a:lnTo>
                <a:lnTo>
                  <a:pt x="249" y="473"/>
                </a:lnTo>
                <a:lnTo>
                  <a:pt x="248" y="472"/>
                </a:lnTo>
                <a:lnTo>
                  <a:pt x="246" y="472"/>
                </a:lnTo>
                <a:lnTo>
                  <a:pt x="246" y="473"/>
                </a:lnTo>
                <a:lnTo>
                  <a:pt x="246" y="474"/>
                </a:lnTo>
                <a:lnTo>
                  <a:pt x="245" y="474"/>
                </a:lnTo>
                <a:lnTo>
                  <a:pt x="245" y="475"/>
                </a:lnTo>
                <a:lnTo>
                  <a:pt x="244" y="475"/>
                </a:lnTo>
                <a:lnTo>
                  <a:pt x="243" y="476"/>
                </a:lnTo>
                <a:lnTo>
                  <a:pt x="243" y="477"/>
                </a:lnTo>
                <a:lnTo>
                  <a:pt x="242" y="478"/>
                </a:lnTo>
                <a:lnTo>
                  <a:pt x="241" y="478"/>
                </a:lnTo>
                <a:lnTo>
                  <a:pt x="240" y="478"/>
                </a:lnTo>
                <a:lnTo>
                  <a:pt x="239" y="478"/>
                </a:lnTo>
                <a:lnTo>
                  <a:pt x="238" y="478"/>
                </a:lnTo>
                <a:lnTo>
                  <a:pt x="236" y="479"/>
                </a:lnTo>
                <a:lnTo>
                  <a:pt x="236" y="478"/>
                </a:lnTo>
                <a:lnTo>
                  <a:pt x="234" y="479"/>
                </a:lnTo>
                <a:lnTo>
                  <a:pt x="233" y="479"/>
                </a:lnTo>
                <a:lnTo>
                  <a:pt x="232" y="479"/>
                </a:lnTo>
                <a:lnTo>
                  <a:pt x="231" y="479"/>
                </a:lnTo>
                <a:lnTo>
                  <a:pt x="230" y="478"/>
                </a:lnTo>
                <a:lnTo>
                  <a:pt x="229" y="478"/>
                </a:lnTo>
                <a:lnTo>
                  <a:pt x="228" y="478"/>
                </a:lnTo>
                <a:lnTo>
                  <a:pt x="227" y="478"/>
                </a:lnTo>
                <a:lnTo>
                  <a:pt x="226" y="478"/>
                </a:lnTo>
                <a:lnTo>
                  <a:pt x="225" y="478"/>
                </a:lnTo>
                <a:lnTo>
                  <a:pt x="224" y="479"/>
                </a:lnTo>
                <a:lnTo>
                  <a:pt x="225" y="479"/>
                </a:lnTo>
                <a:lnTo>
                  <a:pt x="225" y="480"/>
                </a:lnTo>
                <a:lnTo>
                  <a:pt x="224" y="480"/>
                </a:lnTo>
                <a:lnTo>
                  <a:pt x="224" y="481"/>
                </a:lnTo>
                <a:lnTo>
                  <a:pt x="222" y="481"/>
                </a:lnTo>
                <a:lnTo>
                  <a:pt x="221" y="481"/>
                </a:lnTo>
                <a:lnTo>
                  <a:pt x="220" y="481"/>
                </a:lnTo>
                <a:lnTo>
                  <a:pt x="219" y="481"/>
                </a:lnTo>
                <a:lnTo>
                  <a:pt x="219" y="480"/>
                </a:lnTo>
                <a:lnTo>
                  <a:pt x="218" y="480"/>
                </a:lnTo>
                <a:lnTo>
                  <a:pt x="217" y="480"/>
                </a:lnTo>
                <a:lnTo>
                  <a:pt x="216" y="480"/>
                </a:lnTo>
                <a:lnTo>
                  <a:pt x="216" y="481"/>
                </a:lnTo>
                <a:lnTo>
                  <a:pt x="215" y="482"/>
                </a:lnTo>
                <a:lnTo>
                  <a:pt x="216" y="483"/>
                </a:lnTo>
                <a:lnTo>
                  <a:pt x="216" y="482"/>
                </a:lnTo>
                <a:lnTo>
                  <a:pt x="217" y="481"/>
                </a:lnTo>
                <a:lnTo>
                  <a:pt x="218" y="481"/>
                </a:lnTo>
                <a:lnTo>
                  <a:pt x="218" y="482"/>
                </a:lnTo>
                <a:lnTo>
                  <a:pt x="217" y="483"/>
                </a:lnTo>
                <a:lnTo>
                  <a:pt x="217" y="484"/>
                </a:lnTo>
                <a:lnTo>
                  <a:pt x="216" y="484"/>
                </a:lnTo>
                <a:lnTo>
                  <a:pt x="215" y="484"/>
                </a:lnTo>
                <a:lnTo>
                  <a:pt x="215" y="485"/>
                </a:lnTo>
                <a:lnTo>
                  <a:pt x="215" y="486"/>
                </a:lnTo>
                <a:lnTo>
                  <a:pt x="214" y="488"/>
                </a:lnTo>
                <a:lnTo>
                  <a:pt x="213" y="488"/>
                </a:lnTo>
                <a:lnTo>
                  <a:pt x="212" y="488"/>
                </a:lnTo>
                <a:lnTo>
                  <a:pt x="211" y="488"/>
                </a:lnTo>
                <a:lnTo>
                  <a:pt x="210" y="488"/>
                </a:lnTo>
                <a:lnTo>
                  <a:pt x="209" y="488"/>
                </a:lnTo>
                <a:lnTo>
                  <a:pt x="208" y="488"/>
                </a:lnTo>
                <a:lnTo>
                  <a:pt x="208" y="487"/>
                </a:lnTo>
                <a:lnTo>
                  <a:pt x="208" y="486"/>
                </a:lnTo>
                <a:lnTo>
                  <a:pt x="208" y="485"/>
                </a:lnTo>
                <a:lnTo>
                  <a:pt x="208" y="484"/>
                </a:lnTo>
                <a:lnTo>
                  <a:pt x="207" y="484"/>
                </a:lnTo>
                <a:lnTo>
                  <a:pt x="206" y="484"/>
                </a:lnTo>
                <a:lnTo>
                  <a:pt x="206" y="483"/>
                </a:lnTo>
                <a:lnTo>
                  <a:pt x="206" y="482"/>
                </a:lnTo>
                <a:lnTo>
                  <a:pt x="207" y="482"/>
                </a:lnTo>
                <a:lnTo>
                  <a:pt x="208" y="482"/>
                </a:lnTo>
                <a:lnTo>
                  <a:pt x="209" y="481"/>
                </a:lnTo>
                <a:lnTo>
                  <a:pt x="208" y="481"/>
                </a:lnTo>
                <a:lnTo>
                  <a:pt x="207" y="481"/>
                </a:lnTo>
                <a:lnTo>
                  <a:pt x="207" y="480"/>
                </a:lnTo>
                <a:lnTo>
                  <a:pt x="208" y="480"/>
                </a:lnTo>
                <a:lnTo>
                  <a:pt x="208" y="479"/>
                </a:lnTo>
                <a:lnTo>
                  <a:pt x="208" y="480"/>
                </a:lnTo>
                <a:lnTo>
                  <a:pt x="208" y="479"/>
                </a:lnTo>
                <a:lnTo>
                  <a:pt x="207" y="479"/>
                </a:lnTo>
                <a:lnTo>
                  <a:pt x="206" y="479"/>
                </a:lnTo>
                <a:lnTo>
                  <a:pt x="206" y="478"/>
                </a:lnTo>
                <a:lnTo>
                  <a:pt x="206" y="477"/>
                </a:lnTo>
                <a:lnTo>
                  <a:pt x="206" y="476"/>
                </a:lnTo>
                <a:lnTo>
                  <a:pt x="205" y="476"/>
                </a:lnTo>
                <a:lnTo>
                  <a:pt x="205" y="475"/>
                </a:lnTo>
                <a:lnTo>
                  <a:pt x="206" y="474"/>
                </a:lnTo>
                <a:lnTo>
                  <a:pt x="206" y="473"/>
                </a:lnTo>
                <a:lnTo>
                  <a:pt x="207" y="473"/>
                </a:lnTo>
                <a:lnTo>
                  <a:pt x="207" y="472"/>
                </a:lnTo>
                <a:lnTo>
                  <a:pt x="207" y="471"/>
                </a:lnTo>
                <a:lnTo>
                  <a:pt x="206" y="471"/>
                </a:lnTo>
                <a:lnTo>
                  <a:pt x="205" y="471"/>
                </a:lnTo>
                <a:lnTo>
                  <a:pt x="204" y="471"/>
                </a:lnTo>
                <a:lnTo>
                  <a:pt x="204" y="470"/>
                </a:lnTo>
                <a:lnTo>
                  <a:pt x="204" y="469"/>
                </a:lnTo>
                <a:lnTo>
                  <a:pt x="204" y="468"/>
                </a:lnTo>
                <a:lnTo>
                  <a:pt x="204" y="467"/>
                </a:lnTo>
                <a:lnTo>
                  <a:pt x="205" y="467"/>
                </a:lnTo>
                <a:lnTo>
                  <a:pt x="206" y="466"/>
                </a:lnTo>
                <a:lnTo>
                  <a:pt x="207" y="466"/>
                </a:lnTo>
                <a:lnTo>
                  <a:pt x="207" y="465"/>
                </a:lnTo>
                <a:lnTo>
                  <a:pt x="208" y="465"/>
                </a:lnTo>
                <a:lnTo>
                  <a:pt x="209" y="465"/>
                </a:lnTo>
                <a:lnTo>
                  <a:pt x="210" y="465"/>
                </a:lnTo>
                <a:lnTo>
                  <a:pt x="211" y="465"/>
                </a:lnTo>
                <a:lnTo>
                  <a:pt x="212" y="465"/>
                </a:lnTo>
                <a:lnTo>
                  <a:pt x="213" y="465"/>
                </a:lnTo>
                <a:lnTo>
                  <a:pt x="213" y="466"/>
                </a:lnTo>
                <a:lnTo>
                  <a:pt x="214" y="466"/>
                </a:lnTo>
                <a:lnTo>
                  <a:pt x="214" y="467"/>
                </a:lnTo>
                <a:lnTo>
                  <a:pt x="216" y="467"/>
                </a:lnTo>
                <a:lnTo>
                  <a:pt x="216" y="466"/>
                </a:lnTo>
                <a:lnTo>
                  <a:pt x="217" y="466"/>
                </a:lnTo>
                <a:lnTo>
                  <a:pt x="216" y="466"/>
                </a:lnTo>
                <a:lnTo>
                  <a:pt x="216" y="465"/>
                </a:lnTo>
                <a:lnTo>
                  <a:pt x="217" y="465"/>
                </a:lnTo>
                <a:lnTo>
                  <a:pt x="217" y="464"/>
                </a:lnTo>
                <a:lnTo>
                  <a:pt x="217" y="465"/>
                </a:lnTo>
                <a:lnTo>
                  <a:pt x="219" y="465"/>
                </a:lnTo>
                <a:lnTo>
                  <a:pt x="220" y="464"/>
                </a:lnTo>
                <a:lnTo>
                  <a:pt x="220" y="463"/>
                </a:lnTo>
                <a:lnTo>
                  <a:pt x="221" y="463"/>
                </a:lnTo>
                <a:lnTo>
                  <a:pt x="222" y="463"/>
                </a:lnTo>
                <a:lnTo>
                  <a:pt x="223" y="463"/>
                </a:lnTo>
                <a:lnTo>
                  <a:pt x="224" y="463"/>
                </a:lnTo>
                <a:lnTo>
                  <a:pt x="225" y="463"/>
                </a:lnTo>
                <a:lnTo>
                  <a:pt x="226" y="462"/>
                </a:lnTo>
                <a:lnTo>
                  <a:pt x="227" y="462"/>
                </a:lnTo>
                <a:lnTo>
                  <a:pt x="227" y="461"/>
                </a:lnTo>
                <a:lnTo>
                  <a:pt x="226" y="461"/>
                </a:lnTo>
                <a:lnTo>
                  <a:pt x="226" y="460"/>
                </a:lnTo>
                <a:lnTo>
                  <a:pt x="225" y="460"/>
                </a:lnTo>
                <a:lnTo>
                  <a:pt x="224" y="460"/>
                </a:lnTo>
                <a:lnTo>
                  <a:pt x="224" y="459"/>
                </a:lnTo>
                <a:lnTo>
                  <a:pt x="225" y="459"/>
                </a:lnTo>
                <a:lnTo>
                  <a:pt x="226" y="458"/>
                </a:lnTo>
                <a:lnTo>
                  <a:pt x="226" y="457"/>
                </a:lnTo>
                <a:lnTo>
                  <a:pt x="227" y="457"/>
                </a:lnTo>
                <a:lnTo>
                  <a:pt x="227" y="456"/>
                </a:lnTo>
                <a:lnTo>
                  <a:pt x="226" y="456"/>
                </a:lnTo>
                <a:lnTo>
                  <a:pt x="227" y="456"/>
                </a:lnTo>
                <a:lnTo>
                  <a:pt x="227" y="455"/>
                </a:lnTo>
                <a:lnTo>
                  <a:pt x="228" y="456"/>
                </a:lnTo>
                <a:lnTo>
                  <a:pt x="228" y="455"/>
                </a:lnTo>
                <a:lnTo>
                  <a:pt x="229" y="455"/>
                </a:lnTo>
                <a:lnTo>
                  <a:pt x="229" y="454"/>
                </a:lnTo>
                <a:lnTo>
                  <a:pt x="230" y="454"/>
                </a:lnTo>
                <a:lnTo>
                  <a:pt x="230" y="455"/>
                </a:lnTo>
                <a:lnTo>
                  <a:pt x="231" y="455"/>
                </a:lnTo>
                <a:lnTo>
                  <a:pt x="231" y="456"/>
                </a:lnTo>
                <a:lnTo>
                  <a:pt x="232" y="456"/>
                </a:lnTo>
                <a:lnTo>
                  <a:pt x="232" y="457"/>
                </a:lnTo>
                <a:lnTo>
                  <a:pt x="234" y="457"/>
                </a:lnTo>
                <a:lnTo>
                  <a:pt x="235" y="458"/>
                </a:lnTo>
                <a:lnTo>
                  <a:pt x="235" y="457"/>
                </a:lnTo>
                <a:lnTo>
                  <a:pt x="236" y="457"/>
                </a:lnTo>
                <a:lnTo>
                  <a:pt x="237" y="457"/>
                </a:lnTo>
                <a:lnTo>
                  <a:pt x="237" y="458"/>
                </a:lnTo>
                <a:lnTo>
                  <a:pt x="239" y="458"/>
                </a:lnTo>
                <a:lnTo>
                  <a:pt x="239" y="457"/>
                </a:lnTo>
                <a:lnTo>
                  <a:pt x="240" y="457"/>
                </a:lnTo>
                <a:lnTo>
                  <a:pt x="241" y="457"/>
                </a:lnTo>
                <a:lnTo>
                  <a:pt x="242" y="457"/>
                </a:lnTo>
                <a:lnTo>
                  <a:pt x="242" y="456"/>
                </a:lnTo>
                <a:lnTo>
                  <a:pt x="243" y="456"/>
                </a:lnTo>
                <a:lnTo>
                  <a:pt x="243" y="455"/>
                </a:lnTo>
                <a:lnTo>
                  <a:pt x="244" y="455"/>
                </a:lnTo>
                <a:lnTo>
                  <a:pt x="245" y="454"/>
                </a:lnTo>
                <a:lnTo>
                  <a:pt x="246" y="454"/>
                </a:lnTo>
                <a:lnTo>
                  <a:pt x="247" y="454"/>
                </a:lnTo>
                <a:lnTo>
                  <a:pt x="247" y="453"/>
                </a:lnTo>
                <a:lnTo>
                  <a:pt x="248" y="453"/>
                </a:lnTo>
                <a:lnTo>
                  <a:pt x="249" y="453"/>
                </a:lnTo>
                <a:lnTo>
                  <a:pt x="250" y="453"/>
                </a:lnTo>
                <a:lnTo>
                  <a:pt x="251" y="452"/>
                </a:lnTo>
                <a:lnTo>
                  <a:pt x="252" y="452"/>
                </a:lnTo>
                <a:lnTo>
                  <a:pt x="253" y="452"/>
                </a:lnTo>
                <a:lnTo>
                  <a:pt x="253" y="451"/>
                </a:lnTo>
                <a:lnTo>
                  <a:pt x="254" y="451"/>
                </a:lnTo>
                <a:lnTo>
                  <a:pt x="254" y="450"/>
                </a:lnTo>
                <a:lnTo>
                  <a:pt x="255" y="450"/>
                </a:lnTo>
                <a:lnTo>
                  <a:pt x="255" y="451"/>
                </a:lnTo>
                <a:lnTo>
                  <a:pt x="256" y="451"/>
                </a:lnTo>
                <a:lnTo>
                  <a:pt x="257" y="450"/>
                </a:lnTo>
                <a:lnTo>
                  <a:pt x="257" y="449"/>
                </a:lnTo>
                <a:lnTo>
                  <a:pt x="258" y="449"/>
                </a:lnTo>
                <a:lnTo>
                  <a:pt x="258" y="448"/>
                </a:lnTo>
                <a:lnTo>
                  <a:pt x="257" y="447"/>
                </a:lnTo>
                <a:lnTo>
                  <a:pt x="257" y="446"/>
                </a:lnTo>
                <a:lnTo>
                  <a:pt x="256" y="445"/>
                </a:lnTo>
                <a:lnTo>
                  <a:pt x="255" y="445"/>
                </a:lnTo>
                <a:lnTo>
                  <a:pt x="254" y="444"/>
                </a:lnTo>
                <a:lnTo>
                  <a:pt x="254" y="443"/>
                </a:lnTo>
                <a:lnTo>
                  <a:pt x="253" y="443"/>
                </a:lnTo>
                <a:lnTo>
                  <a:pt x="252" y="442"/>
                </a:lnTo>
                <a:lnTo>
                  <a:pt x="250" y="443"/>
                </a:lnTo>
                <a:lnTo>
                  <a:pt x="250" y="442"/>
                </a:lnTo>
                <a:lnTo>
                  <a:pt x="249" y="442"/>
                </a:lnTo>
                <a:lnTo>
                  <a:pt x="250" y="442"/>
                </a:lnTo>
                <a:lnTo>
                  <a:pt x="250" y="441"/>
                </a:lnTo>
                <a:lnTo>
                  <a:pt x="250" y="440"/>
                </a:lnTo>
                <a:lnTo>
                  <a:pt x="249" y="440"/>
                </a:lnTo>
                <a:lnTo>
                  <a:pt x="249" y="441"/>
                </a:lnTo>
                <a:lnTo>
                  <a:pt x="248" y="440"/>
                </a:lnTo>
                <a:lnTo>
                  <a:pt x="248" y="439"/>
                </a:lnTo>
                <a:lnTo>
                  <a:pt x="249" y="439"/>
                </a:lnTo>
                <a:lnTo>
                  <a:pt x="250" y="439"/>
                </a:lnTo>
                <a:lnTo>
                  <a:pt x="251" y="439"/>
                </a:lnTo>
                <a:lnTo>
                  <a:pt x="251" y="438"/>
                </a:lnTo>
                <a:lnTo>
                  <a:pt x="249" y="438"/>
                </a:lnTo>
                <a:lnTo>
                  <a:pt x="249" y="437"/>
                </a:lnTo>
                <a:lnTo>
                  <a:pt x="250" y="437"/>
                </a:lnTo>
                <a:lnTo>
                  <a:pt x="251" y="437"/>
                </a:lnTo>
                <a:lnTo>
                  <a:pt x="252" y="437"/>
                </a:lnTo>
                <a:lnTo>
                  <a:pt x="253" y="437"/>
                </a:lnTo>
                <a:lnTo>
                  <a:pt x="253" y="436"/>
                </a:lnTo>
                <a:lnTo>
                  <a:pt x="254" y="435"/>
                </a:lnTo>
                <a:lnTo>
                  <a:pt x="253" y="435"/>
                </a:lnTo>
                <a:lnTo>
                  <a:pt x="252" y="435"/>
                </a:lnTo>
                <a:lnTo>
                  <a:pt x="251" y="434"/>
                </a:lnTo>
                <a:lnTo>
                  <a:pt x="251" y="433"/>
                </a:lnTo>
                <a:lnTo>
                  <a:pt x="250" y="433"/>
                </a:lnTo>
                <a:lnTo>
                  <a:pt x="250" y="434"/>
                </a:lnTo>
                <a:lnTo>
                  <a:pt x="249" y="434"/>
                </a:lnTo>
                <a:lnTo>
                  <a:pt x="249" y="433"/>
                </a:lnTo>
                <a:lnTo>
                  <a:pt x="249" y="432"/>
                </a:lnTo>
                <a:lnTo>
                  <a:pt x="250" y="432"/>
                </a:lnTo>
                <a:lnTo>
                  <a:pt x="251" y="432"/>
                </a:lnTo>
                <a:lnTo>
                  <a:pt x="252" y="432"/>
                </a:lnTo>
                <a:lnTo>
                  <a:pt x="252" y="431"/>
                </a:lnTo>
                <a:lnTo>
                  <a:pt x="253" y="431"/>
                </a:lnTo>
                <a:lnTo>
                  <a:pt x="253" y="432"/>
                </a:lnTo>
                <a:lnTo>
                  <a:pt x="254" y="432"/>
                </a:lnTo>
                <a:lnTo>
                  <a:pt x="255" y="432"/>
                </a:lnTo>
                <a:lnTo>
                  <a:pt x="256" y="432"/>
                </a:lnTo>
                <a:lnTo>
                  <a:pt x="257" y="431"/>
                </a:lnTo>
                <a:lnTo>
                  <a:pt x="258" y="431"/>
                </a:lnTo>
                <a:lnTo>
                  <a:pt x="258" y="430"/>
                </a:lnTo>
                <a:lnTo>
                  <a:pt x="257" y="430"/>
                </a:lnTo>
                <a:lnTo>
                  <a:pt x="257" y="429"/>
                </a:lnTo>
                <a:lnTo>
                  <a:pt x="256" y="428"/>
                </a:lnTo>
                <a:lnTo>
                  <a:pt x="257" y="428"/>
                </a:lnTo>
                <a:lnTo>
                  <a:pt x="258" y="428"/>
                </a:lnTo>
                <a:lnTo>
                  <a:pt x="259" y="428"/>
                </a:lnTo>
                <a:lnTo>
                  <a:pt x="260" y="428"/>
                </a:lnTo>
                <a:lnTo>
                  <a:pt x="260" y="429"/>
                </a:lnTo>
                <a:lnTo>
                  <a:pt x="261" y="429"/>
                </a:lnTo>
                <a:lnTo>
                  <a:pt x="262" y="429"/>
                </a:lnTo>
                <a:lnTo>
                  <a:pt x="262" y="428"/>
                </a:lnTo>
                <a:lnTo>
                  <a:pt x="262" y="427"/>
                </a:lnTo>
                <a:lnTo>
                  <a:pt x="260" y="427"/>
                </a:lnTo>
                <a:lnTo>
                  <a:pt x="261" y="427"/>
                </a:lnTo>
                <a:lnTo>
                  <a:pt x="261" y="426"/>
                </a:lnTo>
                <a:lnTo>
                  <a:pt x="260" y="426"/>
                </a:lnTo>
                <a:lnTo>
                  <a:pt x="260" y="425"/>
                </a:lnTo>
                <a:lnTo>
                  <a:pt x="260" y="424"/>
                </a:lnTo>
                <a:lnTo>
                  <a:pt x="261" y="424"/>
                </a:lnTo>
                <a:lnTo>
                  <a:pt x="262" y="423"/>
                </a:lnTo>
                <a:lnTo>
                  <a:pt x="261" y="423"/>
                </a:lnTo>
                <a:lnTo>
                  <a:pt x="261" y="422"/>
                </a:lnTo>
                <a:lnTo>
                  <a:pt x="262" y="421"/>
                </a:lnTo>
                <a:lnTo>
                  <a:pt x="263" y="421"/>
                </a:lnTo>
                <a:lnTo>
                  <a:pt x="264" y="421"/>
                </a:lnTo>
                <a:lnTo>
                  <a:pt x="265" y="422"/>
                </a:lnTo>
                <a:lnTo>
                  <a:pt x="268" y="422"/>
                </a:lnTo>
                <a:lnTo>
                  <a:pt x="269" y="422"/>
                </a:lnTo>
                <a:lnTo>
                  <a:pt x="270" y="422"/>
                </a:lnTo>
                <a:lnTo>
                  <a:pt x="271" y="422"/>
                </a:lnTo>
                <a:lnTo>
                  <a:pt x="272" y="422"/>
                </a:lnTo>
                <a:lnTo>
                  <a:pt x="273" y="422"/>
                </a:lnTo>
                <a:lnTo>
                  <a:pt x="274" y="421"/>
                </a:lnTo>
                <a:lnTo>
                  <a:pt x="275" y="420"/>
                </a:lnTo>
                <a:lnTo>
                  <a:pt x="276" y="420"/>
                </a:lnTo>
                <a:lnTo>
                  <a:pt x="276" y="419"/>
                </a:lnTo>
                <a:lnTo>
                  <a:pt x="277" y="419"/>
                </a:lnTo>
                <a:lnTo>
                  <a:pt x="277" y="420"/>
                </a:lnTo>
                <a:lnTo>
                  <a:pt x="277" y="419"/>
                </a:lnTo>
                <a:lnTo>
                  <a:pt x="278" y="419"/>
                </a:lnTo>
                <a:lnTo>
                  <a:pt x="279" y="419"/>
                </a:lnTo>
                <a:lnTo>
                  <a:pt x="278" y="419"/>
                </a:lnTo>
                <a:lnTo>
                  <a:pt x="276" y="419"/>
                </a:lnTo>
                <a:lnTo>
                  <a:pt x="275" y="419"/>
                </a:lnTo>
                <a:lnTo>
                  <a:pt x="274" y="419"/>
                </a:lnTo>
                <a:lnTo>
                  <a:pt x="273" y="419"/>
                </a:lnTo>
                <a:lnTo>
                  <a:pt x="273" y="420"/>
                </a:lnTo>
                <a:lnTo>
                  <a:pt x="271" y="420"/>
                </a:lnTo>
                <a:lnTo>
                  <a:pt x="270" y="421"/>
                </a:lnTo>
                <a:lnTo>
                  <a:pt x="269" y="421"/>
                </a:lnTo>
                <a:lnTo>
                  <a:pt x="268" y="421"/>
                </a:lnTo>
                <a:lnTo>
                  <a:pt x="266" y="421"/>
                </a:lnTo>
                <a:lnTo>
                  <a:pt x="264" y="421"/>
                </a:lnTo>
                <a:lnTo>
                  <a:pt x="264" y="420"/>
                </a:lnTo>
                <a:lnTo>
                  <a:pt x="263" y="420"/>
                </a:lnTo>
                <a:lnTo>
                  <a:pt x="262" y="420"/>
                </a:lnTo>
                <a:lnTo>
                  <a:pt x="261" y="419"/>
                </a:lnTo>
                <a:lnTo>
                  <a:pt x="260" y="419"/>
                </a:lnTo>
                <a:lnTo>
                  <a:pt x="260" y="418"/>
                </a:lnTo>
                <a:lnTo>
                  <a:pt x="259" y="418"/>
                </a:lnTo>
                <a:lnTo>
                  <a:pt x="259" y="419"/>
                </a:lnTo>
                <a:lnTo>
                  <a:pt x="259" y="420"/>
                </a:lnTo>
                <a:lnTo>
                  <a:pt x="260" y="421"/>
                </a:lnTo>
                <a:lnTo>
                  <a:pt x="260" y="422"/>
                </a:lnTo>
                <a:lnTo>
                  <a:pt x="260" y="423"/>
                </a:lnTo>
                <a:lnTo>
                  <a:pt x="259" y="423"/>
                </a:lnTo>
                <a:lnTo>
                  <a:pt x="258" y="423"/>
                </a:lnTo>
                <a:lnTo>
                  <a:pt x="258" y="424"/>
                </a:lnTo>
                <a:lnTo>
                  <a:pt x="257" y="424"/>
                </a:lnTo>
                <a:lnTo>
                  <a:pt x="256" y="424"/>
                </a:lnTo>
                <a:lnTo>
                  <a:pt x="255" y="424"/>
                </a:lnTo>
                <a:lnTo>
                  <a:pt x="254" y="425"/>
                </a:lnTo>
                <a:lnTo>
                  <a:pt x="253" y="425"/>
                </a:lnTo>
                <a:lnTo>
                  <a:pt x="252" y="426"/>
                </a:lnTo>
                <a:lnTo>
                  <a:pt x="249" y="426"/>
                </a:lnTo>
                <a:lnTo>
                  <a:pt x="247" y="427"/>
                </a:lnTo>
                <a:lnTo>
                  <a:pt x="247" y="426"/>
                </a:lnTo>
                <a:lnTo>
                  <a:pt x="246" y="426"/>
                </a:lnTo>
                <a:lnTo>
                  <a:pt x="246" y="427"/>
                </a:lnTo>
                <a:lnTo>
                  <a:pt x="245" y="427"/>
                </a:lnTo>
                <a:lnTo>
                  <a:pt x="245" y="428"/>
                </a:lnTo>
                <a:lnTo>
                  <a:pt x="245" y="427"/>
                </a:lnTo>
                <a:lnTo>
                  <a:pt x="245" y="426"/>
                </a:lnTo>
                <a:lnTo>
                  <a:pt x="244" y="426"/>
                </a:lnTo>
                <a:lnTo>
                  <a:pt x="243" y="426"/>
                </a:lnTo>
                <a:lnTo>
                  <a:pt x="243" y="429"/>
                </a:lnTo>
                <a:lnTo>
                  <a:pt x="241" y="429"/>
                </a:lnTo>
                <a:lnTo>
                  <a:pt x="241" y="431"/>
                </a:lnTo>
                <a:lnTo>
                  <a:pt x="240" y="431"/>
                </a:lnTo>
                <a:lnTo>
                  <a:pt x="240" y="429"/>
                </a:lnTo>
                <a:lnTo>
                  <a:pt x="238" y="429"/>
                </a:lnTo>
                <a:lnTo>
                  <a:pt x="238" y="428"/>
                </a:lnTo>
                <a:lnTo>
                  <a:pt x="238" y="427"/>
                </a:lnTo>
                <a:lnTo>
                  <a:pt x="239" y="426"/>
                </a:lnTo>
                <a:lnTo>
                  <a:pt x="239" y="425"/>
                </a:lnTo>
                <a:lnTo>
                  <a:pt x="238" y="425"/>
                </a:lnTo>
                <a:lnTo>
                  <a:pt x="236" y="425"/>
                </a:lnTo>
                <a:lnTo>
                  <a:pt x="235" y="425"/>
                </a:lnTo>
                <a:lnTo>
                  <a:pt x="236" y="424"/>
                </a:lnTo>
                <a:lnTo>
                  <a:pt x="236" y="423"/>
                </a:lnTo>
                <a:lnTo>
                  <a:pt x="237" y="423"/>
                </a:lnTo>
                <a:lnTo>
                  <a:pt x="237" y="422"/>
                </a:lnTo>
                <a:lnTo>
                  <a:pt x="238" y="421"/>
                </a:lnTo>
                <a:lnTo>
                  <a:pt x="238" y="419"/>
                </a:lnTo>
                <a:lnTo>
                  <a:pt x="238" y="418"/>
                </a:lnTo>
                <a:lnTo>
                  <a:pt x="238" y="419"/>
                </a:lnTo>
                <a:lnTo>
                  <a:pt x="237" y="418"/>
                </a:lnTo>
                <a:lnTo>
                  <a:pt x="236" y="417"/>
                </a:lnTo>
                <a:lnTo>
                  <a:pt x="235" y="416"/>
                </a:lnTo>
                <a:lnTo>
                  <a:pt x="235" y="417"/>
                </a:lnTo>
                <a:lnTo>
                  <a:pt x="236" y="417"/>
                </a:lnTo>
                <a:lnTo>
                  <a:pt x="236" y="418"/>
                </a:lnTo>
                <a:lnTo>
                  <a:pt x="236" y="419"/>
                </a:lnTo>
                <a:lnTo>
                  <a:pt x="235" y="419"/>
                </a:lnTo>
                <a:lnTo>
                  <a:pt x="235" y="420"/>
                </a:lnTo>
                <a:lnTo>
                  <a:pt x="235" y="421"/>
                </a:lnTo>
                <a:lnTo>
                  <a:pt x="234" y="421"/>
                </a:lnTo>
                <a:lnTo>
                  <a:pt x="234" y="422"/>
                </a:lnTo>
                <a:lnTo>
                  <a:pt x="233" y="422"/>
                </a:lnTo>
                <a:lnTo>
                  <a:pt x="232" y="422"/>
                </a:lnTo>
                <a:lnTo>
                  <a:pt x="232" y="423"/>
                </a:lnTo>
                <a:lnTo>
                  <a:pt x="231" y="423"/>
                </a:lnTo>
                <a:lnTo>
                  <a:pt x="231" y="422"/>
                </a:lnTo>
                <a:lnTo>
                  <a:pt x="230" y="422"/>
                </a:lnTo>
                <a:lnTo>
                  <a:pt x="229" y="422"/>
                </a:lnTo>
                <a:lnTo>
                  <a:pt x="229" y="421"/>
                </a:lnTo>
                <a:lnTo>
                  <a:pt x="228" y="421"/>
                </a:lnTo>
                <a:lnTo>
                  <a:pt x="227" y="421"/>
                </a:lnTo>
                <a:lnTo>
                  <a:pt x="226" y="421"/>
                </a:lnTo>
                <a:lnTo>
                  <a:pt x="225" y="422"/>
                </a:lnTo>
                <a:lnTo>
                  <a:pt x="224" y="421"/>
                </a:lnTo>
                <a:lnTo>
                  <a:pt x="224" y="420"/>
                </a:lnTo>
                <a:lnTo>
                  <a:pt x="224" y="419"/>
                </a:lnTo>
                <a:lnTo>
                  <a:pt x="225" y="420"/>
                </a:lnTo>
                <a:lnTo>
                  <a:pt x="226" y="418"/>
                </a:lnTo>
                <a:lnTo>
                  <a:pt x="227" y="417"/>
                </a:lnTo>
                <a:lnTo>
                  <a:pt x="227" y="418"/>
                </a:lnTo>
                <a:lnTo>
                  <a:pt x="227" y="417"/>
                </a:lnTo>
                <a:lnTo>
                  <a:pt x="228" y="417"/>
                </a:lnTo>
                <a:lnTo>
                  <a:pt x="229" y="416"/>
                </a:lnTo>
                <a:lnTo>
                  <a:pt x="229" y="414"/>
                </a:lnTo>
                <a:lnTo>
                  <a:pt x="228" y="414"/>
                </a:lnTo>
                <a:lnTo>
                  <a:pt x="227" y="414"/>
                </a:lnTo>
                <a:lnTo>
                  <a:pt x="226" y="415"/>
                </a:lnTo>
                <a:lnTo>
                  <a:pt x="225" y="416"/>
                </a:lnTo>
                <a:lnTo>
                  <a:pt x="226" y="417"/>
                </a:lnTo>
                <a:lnTo>
                  <a:pt x="225" y="418"/>
                </a:lnTo>
                <a:lnTo>
                  <a:pt x="224" y="418"/>
                </a:lnTo>
                <a:lnTo>
                  <a:pt x="224" y="419"/>
                </a:lnTo>
                <a:lnTo>
                  <a:pt x="223" y="419"/>
                </a:lnTo>
                <a:lnTo>
                  <a:pt x="222" y="418"/>
                </a:lnTo>
                <a:lnTo>
                  <a:pt x="222" y="419"/>
                </a:lnTo>
                <a:lnTo>
                  <a:pt x="222" y="420"/>
                </a:lnTo>
                <a:lnTo>
                  <a:pt x="221" y="421"/>
                </a:lnTo>
                <a:lnTo>
                  <a:pt x="220" y="421"/>
                </a:lnTo>
                <a:lnTo>
                  <a:pt x="219" y="421"/>
                </a:lnTo>
                <a:lnTo>
                  <a:pt x="218" y="420"/>
                </a:lnTo>
                <a:lnTo>
                  <a:pt x="218" y="419"/>
                </a:lnTo>
                <a:lnTo>
                  <a:pt x="219" y="419"/>
                </a:lnTo>
                <a:lnTo>
                  <a:pt x="219" y="418"/>
                </a:lnTo>
                <a:lnTo>
                  <a:pt x="219" y="417"/>
                </a:lnTo>
                <a:lnTo>
                  <a:pt x="220" y="417"/>
                </a:lnTo>
                <a:lnTo>
                  <a:pt x="220" y="416"/>
                </a:lnTo>
                <a:lnTo>
                  <a:pt x="220" y="415"/>
                </a:lnTo>
                <a:lnTo>
                  <a:pt x="220" y="414"/>
                </a:lnTo>
                <a:lnTo>
                  <a:pt x="221" y="414"/>
                </a:lnTo>
                <a:lnTo>
                  <a:pt x="221" y="413"/>
                </a:lnTo>
                <a:lnTo>
                  <a:pt x="220" y="413"/>
                </a:lnTo>
                <a:lnTo>
                  <a:pt x="221" y="412"/>
                </a:lnTo>
                <a:lnTo>
                  <a:pt x="222" y="412"/>
                </a:lnTo>
                <a:lnTo>
                  <a:pt x="223" y="411"/>
                </a:lnTo>
                <a:lnTo>
                  <a:pt x="224" y="411"/>
                </a:lnTo>
                <a:lnTo>
                  <a:pt x="224" y="410"/>
                </a:lnTo>
                <a:lnTo>
                  <a:pt x="225" y="410"/>
                </a:lnTo>
                <a:lnTo>
                  <a:pt x="226" y="410"/>
                </a:lnTo>
                <a:lnTo>
                  <a:pt x="227" y="409"/>
                </a:lnTo>
                <a:lnTo>
                  <a:pt x="228" y="408"/>
                </a:lnTo>
                <a:lnTo>
                  <a:pt x="229" y="408"/>
                </a:lnTo>
                <a:lnTo>
                  <a:pt x="230" y="409"/>
                </a:lnTo>
                <a:lnTo>
                  <a:pt x="231" y="409"/>
                </a:lnTo>
                <a:lnTo>
                  <a:pt x="230" y="410"/>
                </a:lnTo>
                <a:lnTo>
                  <a:pt x="231" y="410"/>
                </a:lnTo>
                <a:lnTo>
                  <a:pt x="232" y="410"/>
                </a:lnTo>
                <a:lnTo>
                  <a:pt x="232" y="409"/>
                </a:lnTo>
                <a:lnTo>
                  <a:pt x="233" y="409"/>
                </a:lnTo>
                <a:lnTo>
                  <a:pt x="234" y="409"/>
                </a:lnTo>
                <a:lnTo>
                  <a:pt x="235" y="408"/>
                </a:lnTo>
                <a:lnTo>
                  <a:pt x="236" y="408"/>
                </a:lnTo>
                <a:lnTo>
                  <a:pt x="236" y="407"/>
                </a:lnTo>
                <a:lnTo>
                  <a:pt x="237" y="407"/>
                </a:lnTo>
                <a:lnTo>
                  <a:pt x="239" y="406"/>
                </a:lnTo>
                <a:lnTo>
                  <a:pt x="238" y="406"/>
                </a:lnTo>
                <a:lnTo>
                  <a:pt x="237" y="406"/>
                </a:lnTo>
                <a:lnTo>
                  <a:pt x="236" y="406"/>
                </a:lnTo>
                <a:lnTo>
                  <a:pt x="236" y="407"/>
                </a:lnTo>
                <a:lnTo>
                  <a:pt x="235" y="407"/>
                </a:lnTo>
                <a:lnTo>
                  <a:pt x="235" y="408"/>
                </a:lnTo>
                <a:lnTo>
                  <a:pt x="233" y="408"/>
                </a:lnTo>
                <a:lnTo>
                  <a:pt x="232" y="409"/>
                </a:lnTo>
                <a:lnTo>
                  <a:pt x="232" y="408"/>
                </a:lnTo>
                <a:lnTo>
                  <a:pt x="231" y="408"/>
                </a:lnTo>
                <a:lnTo>
                  <a:pt x="231" y="407"/>
                </a:lnTo>
                <a:lnTo>
                  <a:pt x="230" y="407"/>
                </a:lnTo>
                <a:lnTo>
                  <a:pt x="229" y="406"/>
                </a:lnTo>
                <a:lnTo>
                  <a:pt x="228" y="406"/>
                </a:lnTo>
                <a:lnTo>
                  <a:pt x="228" y="407"/>
                </a:lnTo>
                <a:lnTo>
                  <a:pt x="227" y="407"/>
                </a:lnTo>
                <a:lnTo>
                  <a:pt x="226" y="407"/>
                </a:lnTo>
                <a:lnTo>
                  <a:pt x="225" y="408"/>
                </a:lnTo>
                <a:lnTo>
                  <a:pt x="225" y="409"/>
                </a:lnTo>
                <a:lnTo>
                  <a:pt x="224" y="409"/>
                </a:lnTo>
                <a:lnTo>
                  <a:pt x="223" y="410"/>
                </a:lnTo>
                <a:lnTo>
                  <a:pt x="222" y="410"/>
                </a:lnTo>
                <a:lnTo>
                  <a:pt x="222" y="409"/>
                </a:lnTo>
                <a:lnTo>
                  <a:pt x="222" y="408"/>
                </a:lnTo>
                <a:lnTo>
                  <a:pt x="222" y="407"/>
                </a:lnTo>
                <a:lnTo>
                  <a:pt x="221" y="407"/>
                </a:lnTo>
                <a:lnTo>
                  <a:pt x="220" y="407"/>
                </a:lnTo>
                <a:lnTo>
                  <a:pt x="220" y="408"/>
                </a:lnTo>
                <a:lnTo>
                  <a:pt x="220" y="409"/>
                </a:lnTo>
                <a:lnTo>
                  <a:pt x="220" y="410"/>
                </a:lnTo>
                <a:lnTo>
                  <a:pt x="216" y="410"/>
                </a:lnTo>
                <a:lnTo>
                  <a:pt x="216" y="407"/>
                </a:lnTo>
                <a:lnTo>
                  <a:pt x="216" y="406"/>
                </a:lnTo>
                <a:lnTo>
                  <a:pt x="216" y="405"/>
                </a:lnTo>
                <a:lnTo>
                  <a:pt x="216" y="404"/>
                </a:lnTo>
                <a:lnTo>
                  <a:pt x="217" y="403"/>
                </a:lnTo>
                <a:lnTo>
                  <a:pt x="218" y="402"/>
                </a:lnTo>
                <a:lnTo>
                  <a:pt x="218" y="401"/>
                </a:lnTo>
                <a:lnTo>
                  <a:pt x="219" y="401"/>
                </a:lnTo>
                <a:lnTo>
                  <a:pt x="220" y="401"/>
                </a:lnTo>
                <a:lnTo>
                  <a:pt x="221" y="401"/>
                </a:lnTo>
                <a:lnTo>
                  <a:pt x="222" y="400"/>
                </a:lnTo>
                <a:lnTo>
                  <a:pt x="222" y="399"/>
                </a:lnTo>
                <a:lnTo>
                  <a:pt x="222" y="398"/>
                </a:lnTo>
                <a:lnTo>
                  <a:pt x="223" y="398"/>
                </a:lnTo>
                <a:lnTo>
                  <a:pt x="224" y="399"/>
                </a:lnTo>
                <a:lnTo>
                  <a:pt x="225" y="399"/>
                </a:lnTo>
                <a:lnTo>
                  <a:pt x="226" y="398"/>
                </a:lnTo>
                <a:lnTo>
                  <a:pt x="227" y="398"/>
                </a:lnTo>
                <a:lnTo>
                  <a:pt x="228" y="398"/>
                </a:lnTo>
                <a:lnTo>
                  <a:pt x="229" y="398"/>
                </a:lnTo>
                <a:lnTo>
                  <a:pt x="231" y="398"/>
                </a:lnTo>
                <a:lnTo>
                  <a:pt x="232" y="398"/>
                </a:lnTo>
                <a:lnTo>
                  <a:pt x="233" y="398"/>
                </a:lnTo>
                <a:lnTo>
                  <a:pt x="233" y="397"/>
                </a:lnTo>
                <a:lnTo>
                  <a:pt x="234" y="397"/>
                </a:lnTo>
                <a:lnTo>
                  <a:pt x="235" y="397"/>
                </a:lnTo>
                <a:lnTo>
                  <a:pt x="236" y="397"/>
                </a:lnTo>
                <a:lnTo>
                  <a:pt x="236" y="396"/>
                </a:lnTo>
                <a:lnTo>
                  <a:pt x="237" y="396"/>
                </a:lnTo>
                <a:lnTo>
                  <a:pt x="237" y="395"/>
                </a:lnTo>
                <a:lnTo>
                  <a:pt x="237" y="394"/>
                </a:lnTo>
                <a:lnTo>
                  <a:pt x="236" y="394"/>
                </a:lnTo>
                <a:lnTo>
                  <a:pt x="236" y="393"/>
                </a:lnTo>
                <a:lnTo>
                  <a:pt x="237" y="393"/>
                </a:lnTo>
                <a:lnTo>
                  <a:pt x="238" y="393"/>
                </a:lnTo>
                <a:lnTo>
                  <a:pt x="239" y="393"/>
                </a:lnTo>
                <a:lnTo>
                  <a:pt x="240" y="392"/>
                </a:lnTo>
                <a:lnTo>
                  <a:pt x="241" y="392"/>
                </a:lnTo>
                <a:lnTo>
                  <a:pt x="241" y="393"/>
                </a:lnTo>
                <a:lnTo>
                  <a:pt x="242" y="393"/>
                </a:lnTo>
                <a:lnTo>
                  <a:pt x="242" y="394"/>
                </a:lnTo>
                <a:lnTo>
                  <a:pt x="243" y="394"/>
                </a:lnTo>
                <a:lnTo>
                  <a:pt x="243" y="395"/>
                </a:lnTo>
                <a:lnTo>
                  <a:pt x="243" y="397"/>
                </a:lnTo>
                <a:lnTo>
                  <a:pt x="244" y="397"/>
                </a:lnTo>
                <a:lnTo>
                  <a:pt x="244" y="398"/>
                </a:lnTo>
                <a:lnTo>
                  <a:pt x="244" y="399"/>
                </a:lnTo>
                <a:lnTo>
                  <a:pt x="245" y="399"/>
                </a:lnTo>
                <a:lnTo>
                  <a:pt x="246" y="399"/>
                </a:lnTo>
                <a:lnTo>
                  <a:pt x="246" y="398"/>
                </a:lnTo>
                <a:lnTo>
                  <a:pt x="247" y="398"/>
                </a:lnTo>
                <a:lnTo>
                  <a:pt x="246" y="398"/>
                </a:lnTo>
                <a:lnTo>
                  <a:pt x="245" y="398"/>
                </a:lnTo>
                <a:lnTo>
                  <a:pt x="244" y="398"/>
                </a:lnTo>
                <a:lnTo>
                  <a:pt x="244" y="397"/>
                </a:lnTo>
                <a:lnTo>
                  <a:pt x="243" y="396"/>
                </a:lnTo>
                <a:lnTo>
                  <a:pt x="243" y="395"/>
                </a:lnTo>
                <a:lnTo>
                  <a:pt x="243" y="394"/>
                </a:lnTo>
                <a:lnTo>
                  <a:pt x="242" y="393"/>
                </a:lnTo>
                <a:lnTo>
                  <a:pt x="241" y="392"/>
                </a:lnTo>
                <a:lnTo>
                  <a:pt x="240" y="392"/>
                </a:lnTo>
                <a:lnTo>
                  <a:pt x="241" y="391"/>
                </a:lnTo>
                <a:lnTo>
                  <a:pt x="242" y="391"/>
                </a:lnTo>
                <a:lnTo>
                  <a:pt x="241" y="391"/>
                </a:lnTo>
                <a:lnTo>
                  <a:pt x="241" y="390"/>
                </a:lnTo>
                <a:lnTo>
                  <a:pt x="241" y="389"/>
                </a:lnTo>
                <a:lnTo>
                  <a:pt x="241" y="388"/>
                </a:lnTo>
                <a:lnTo>
                  <a:pt x="241" y="387"/>
                </a:lnTo>
                <a:lnTo>
                  <a:pt x="240" y="387"/>
                </a:lnTo>
                <a:lnTo>
                  <a:pt x="239" y="386"/>
                </a:lnTo>
                <a:lnTo>
                  <a:pt x="239" y="385"/>
                </a:lnTo>
                <a:lnTo>
                  <a:pt x="238" y="385"/>
                </a:lnTo>
                <a:lnTo>
                  <a:pt x="238" y="384"/>
                </a:lnTo>
                <a:lnTo>
                  <a:pt x="237" y="384"/>
                </a:lnTo>
                <a:lnTo>
                  <a:pt x="237" y="383"/>
                </a:lnTo>
                <a:lnTo>
                  <a:pt x="238" y="383"/>
                </a:lnTo>
                <a:lnTo>
                  <a:pt x="239" y="383"/>
                </a:lnTo>
                <a:lnTo>
                  <a:pt x="239" y="382"/>
                </a:lnTo>
                <a:lnTo>
                  <a:pt x="240" y="382"/>
                </a:lnTo>
                <a:lnTo>
                  <a:pt x="240" y="381"/>
                </a:lnTo>
                <a:lnTo>
                  <a:pt x="240" y="380"/>
                </a:lnTo>
                <a:lnTo>
                  <a:pt x="239" y="380"/>
                </a:lnTo>
                <a:lnTo>
                  <a:pt x="239" y="379"/>
                </a:lnTo>
                <a:lnTo>
                  <a:pt x="238" y="379"/>
                </a:lnTo>
                <a:lnTo>
                  <a:pt x="238" y="378"/>
                </a:lnTo>
                <a:lnTo>
                  <a:pt x="238" y="377"/>
                </a:lnTo>
                <a:lnTo>
                  <a:pt x="240" y="377"/>
                </a:lnTo>
                <a:lnTo>
                  <a:pt x="241" y="377"/>
                </a:lnTo>
                <a:lnTo>
                  <a:pt x="241" y="376"/>
                </a:lnTo>
                <a:lnTo>
                  <a:pt x="242" y="375"/>
                </a:lnTo>
                <a:lnTo>
                  <a:pt x="243" y="374"/>
                </a:lnTo>
                <a:lnTo>
                  <a:pt x="244" y="373"/>
                </a:lnTo>
                <a:lnTo>
                  <a:pt x="244" y="372"/>
                </a:lnTo>
                <a:lnTo>
                  <a:pt x="244" y="371"/>
                </a:lnTo>
                <a:lnTo>
                  <a:pt x="245" y="372"/>
                </a:lnTo>
                <a:lnTo>
                  <a:pt x="246" y="372"/>
                </a:lnTo>
                <a:lnTo>
                  <a:pt x="247" y="372"/>
                </a:lnTo>
                <a:lnTo>
                  <a:pt x="248" y="372"/>
                </a:lnTo>
                <a:lnTo>
                  <a:pt x="249" y="372"/>
                </a:lnTo>
                <a:lnTo>
                  <a:pt x="250" y="371"/>
                </a:lnTo>
                <a:lnTo>
                  <a:pt x="251" y="371"/>
                </a:lnTo>
                <a:lnTo>
                  <a:pt x="252" y="370"/>
                </a:lnTo>
                <a:lnTo>
                  <a:pt x="253" y="369"/>
                </a:lnTo>
                <a:lnTo>
                  <a:pt x="253" y="368"/>
                </a:lnTo>
                <a:lnTo>
                  <a:pt x="254" y="368"/>
                </a:lnTo>
                <a:lnTo>
                  <a:pt x="255" y="368"/>
                </a:lnTo>
                <a:lnTo>
                  <a:pt x="256" y="367"/>
                </a:lnTo>
                <a:lnTo>
                  <a:pt x="256" y="366"/>
                </a:lnTo>
                <a:lnTo>
                  <a:pt x="257" y="366"/>
                </a:lnTo>
                <a:lnTo>
                  <a:pt x="258" y="366"/>
                </a:lnTo>
                <a:lnTo>
                  <a:pt x="258" y="365"/>
                </a:lnTo>
                <a:lnTo>
                  <a:pt x="259" y="365"/>
                </a:lnTo>
                <a:lnTo>
                  <a:pt x="258" y="364"/>
                </a:lnTo>
                <a:lnTo>
                  <a:pt x="259" y="364"/>
                </a:lnTo>
                <a:lnTo>
                  <a:pt x="260" y="365"/>
                </a:lnTo>
                <a:lnTo>
                  <a:pt x="261" y="366"/>
                </a:lnTo>
                <a:lnTo>
                  <a:pt x="262" y="366"/>
                </a:lnTo>
                <a:lnTo>
                  <a:pt x="262" y="367"/>
                </a:lnTo>
                <a:lnTo>
                  <a:pt x="263" y="367"/>
                </a:lnTo>
                <a:lnTo>
                  <a:pt x="263" y="366"/>
                </a:lnTo>
                <a:lnTo>
                  <a:pt x="264" y="365"/>
                </a:lnTo>
                <a:lnTo>
                  <a:pt x="265" y="365"/>
                </a:lnTo>
                <a:lnTo>
                  <a:pt x="265" y="364"/>
                </a:lnTo>
                <a:lnTo>
                  <a:pt x="266" y="364"/>
                </a:lnTo>
                <a:lnTo>
                  <a:pt x="266" y="363"/>
                </a:lnTo>
                <a:lnTo>
                  <a:pt x="267" y="362"/>
                </a:lnTo>
                <a:lnTo>
                  <a:pt x="268" y="362"/>
                </a:lnTo>
                <a:lnTo>
                  <a:pt x="269" y="361"/>
                </a:lnTo>
                <a:lnTo>
                  <a:pt x="269" y="360"/>
                </a:lnTo>
                <a:lnTo>
                  <a:pt x="270" y="360"/>
                </a:lnTo>
                <a:lnTo>
                  <a:pt x="271" y="360"/>
                </a:lnTo>
                <a:lnTo>
                  <a:pt x="270" y="359"/>
                </a:lnTo>
                <a:lnTo>
                  <a:pt x="269" y="358"/>
                </a:lnTo>
                <a:lnTo>
                  <a:pt x="270" y="358"/>
                </a:lnTo>
                <a:lnTo>
                  <a:pt x="270" y="357"/>
                </a:lnTo>
                <a:lnTo>
                  <a:pt x="269" y="357"/>
                </a:lnTo>
                <a:lnTo>
                  <a:pt x="268" y="358"/>
                </a:lnTo>
                <a:lnTo>
                  <a:pt x="267" y="358"/>
                </a:lnTo>
                <a:lnTo>
                  <a:pt x="265" y="359"/>
                </a:lnTo>
                <a:lnTo>
                  <a:pt x="265" y="358"/>
                </a:lnTo>
                <a:lnTo>
                  <a:pt x="266" y="358"/>
                </a:lnTo>
                <a:lnTo>
                  <a:pt x="267" y="358"/>
                </a:lnTo>
                <a:lnTo>
                  <a:pt x="268" y="356"/>
                </a:lnTo>
                <a:lnTo>
                  <a:pt x="269" y="356"/>
                </a:lnTo>
                <a:lnTo>
                  <a:pt x="270" y="356"/>
                </a:lnTo>
                <a:lnTo>
                  <a:pt x="270" y="355"/>
                </a:lnTo>
                <a:lnTo>
                  <a:pt x="271" y="355"/>
                </a:lnTo>
                <a:lnTo>
                  <a:pt x="270" y="354"/>
                </a:lnTo>
                <a:lnTo>
                  <a:pt x="271" y="354"/>
                </a:lnTo>
                <a:lnTo>
                  <a:pt x="272" y="354"/>
                </a:lnTo>
                <a:lnTo>
                  <a:pt x="273" y="354"/>
                </a:lnTo>
                <a:lnTo>
                  <a:pt x="274" y="354"/>
                </a:lnTo>
                <a:lnTo>
                  <a:pt x="275" y="354"/>
                </a:lnTo>
                <a:lnTo>
                  <a:pt x="275" y="353"/>
                </a:lnTo>
                <a:lnTo>
                  <a:pt x="276" y="352"/>
                </a:lnTo>
                <a:lnTo>
                  <a:pt x="277" y="351"/>
                </a:lnTo>
                <a:lnTo>
                  <a:pt x="277" y="352"/>
                </a:lnTo>
                <a:lnTo>
                  <a:pt x="278" y="351"/>
                </a:lnTo>
                <a:lnTo>
                  <a:pt x="279" y="350"/>
                </a:lnTo>
                <a:lnTo>
                  <a:pt x="280" y="349"/>
                </a:lnTo>
                <a:lnTo>
                  <a:pt x="280" y="348"/>
                </a:lnTo>
                <a:lnTo>
                  <a:pt x="280" y="347"/>
                </a:lnTo>
                <a:lnTo>
                  <a:pt x="281" y="347"/>
                </a:lnTo>
                <a:lnTo>
                  <a:pt x="281" y="346"/>
                </a:lnTo>
                <a:lnTo>
                  <a:pt x="282" y="346"/>
                </a:lnTo>
                <a:lnTo>
                  <a:pt x="282" y="345"/>
                </a:lnTo>
                <a:lnTo>
                  <a:pt x="283" y="346"/>
                </a:lnTo>
                <a:lnTo>
                  <a:pt x="284" y="346"/>
                </a:lnTo>
                <a:lnTo>
                  <a:pt x="285" y="345"/>
                </a:lnTo>
                <a:lnTo>
                  <a:pt x="286" y="344"/>
                </a:lnTo>
                <a:lnTo>
                  <a:pt x="287" y="344"/>
                </a:lnTo>
                <a:lnTo>
                  <a:pt x="287" y="343"/>
                </a:lnTo>
                <a:lnTo>
                  <a:pt x="287" y="340"/>
                </a:lnTo>
                <a:lnTo>
                  <a:pt x="286" y="339"/>
                </a:lnTo>
                <a:lnTo>
                  <a:pt x="285" y="339"/>
                </a:lnTo>
                <a:lnTo>
                  <a:pt x="285" y="338"/>
                </a:lnTo>
                <a:lnTo>
                  <a:pt x="282" y="338"/>
                </a:lnTo>
                <a:lnTo>
                  <a:pt x="282" y="337"/>
                </a:lnTo>
                <a:lnTo>
                  <a:pt x="288" y="337"/>
                </a:lnTo>
                <a:lnTo>
                  <a:pt x="288" y="338"/>
                </a:lnTo>
                <a:lnTo>
                  <a:pt x="289" y="338"/>
                </a:lnTo>
                <a:lnTo>
                  <a:pt x="290" y="337"/>
                </a:lnTo>
                <a:lnTo>
                  <a:pt x="291" y="337"/>
                </a:lnTo>
                <a:lnTo>
                  <a:pt x="290" y="337"/>
                </a:lnTo>
                <a:lnTo>
                  <a:pt x="291" y="336"/>
                </a:lnTo>
                <a:lnTo>
                  <a:pt x="292" y="336"/>
                </a:lnTo>
                <a:lnTo>
                  <a:pt x="294" y="335"/>
                </a:lnTo>
                <a:lnTo>
                  <a:pt x="294" y="334"/>
                </a:lnTo>
                <a:lnTo>
                  <a:pt x="295" y="333"/>
                </a:lnTo>
                <a:lnTo>
                  <a:pt x="293" y="333"/>
                </a:lnTo>
                <a:lnTo>
                  <a:pt x="293" y="332"/>
                </a:lnTo>
                <a:lnTo>
                  <a:pt x="295" y="332"/>
                </a:lnTo>
                <a:lnTo>
                  <a:pt x="295" y="329"/>
                </a:lnTo>
                <a:lnTo>
                  <a:pt x="295" y="328"/>
                </a:lnTo>
                <a:lnTo>
                  <a:pt x="294" y="327"/>
                </a:lnTo>
                <a:lnTo>
                  <a:pt x="293" y="327"/>
                </a:lnTo>
                <a:lnTo>
                  <a:pt x="292" y="325"/>
                </a:lnTo>
                <a:lnTo>
                  <a:pt x="289" y="326"/>
                </a:lnTo>
                <a:lnTo>
                  <a:pt x="289" y="325"/>
                </a:lnTo>
                <a:lnTo>
                  <a:pt x="290" y="325"/>
                </a:lnTo>
                <a:lnTo>
                  <a:pt x="293" y="324"/>
                </a:lnTo>
                <a:lnTo>
                  <a:pt x="294" y="326"/>
                </a:lnTo>
                <a:lnTo>
                  <a:pt x="295" y="326"/>
                </a:lnTo>
                <a:lnTo>
                  <a:pt x="296" y="325"/>
                </a:lnTo>
                <a:lnTo>
                  <a:pt x="298" y="324"/>
                </a:lnTo>
                <a:lnTo>
                  <a:pt x="298" y="323"/>
                </a:lnTo>
                <a:lnTo>
                  <a:pt x="299" y="324"/>
                </a:lnTo>
                <a:lnTo>
                  <a:pt x="299" y="323"/>
                </a:lnTo>
                <a:lnTo>
                  <a:pt x="300" y="323"/>
                </a:lnTo>
                <a:lnTo>
                  <a:pt x="300" y="324"/>
                </a:lnTo>
                <a:lnTo>
                  <a:pt x="301" y="323"/>
                </a:lnTo>
                <a:lnTo>
                  <a:pt x="299" y="322"/>
                </a:lnTo>
                <a:lnTo>
                  <a:pt x="299" y="321"/>
                </a:lnTo>
                <a:lnTo>
                  <a:pt x="300" y="321"/>
                </a:lnTo>
                <a:lnTo>
                  <a:pt x="300" y="322"/>
                </a:lnTo>
                <a:lnTo>
                  <a:pt x="301" y="322"/>
                </a:lnTo>
                <a:lnTo>
                  <a:pt x="301" y="321"/>
                </a:lnTo>
                <a:lnTo>
                  <a:pt x="301" y="322"/>
                </a:lnTo>
                <a:lnTo>
                  <a:pt x="302" y="322"/>
                </a:lnTo>
                <a:lnTo>
                  <a:pt x="302" y="321"/>
                </a:lnTo>
                <a:lnTo>
                  <a:pt x="303" y="321"/>
                </a:lnTo>
                <a:lnTo>
                  <a:pt x="303" y="320"/>
                </a:lnTo>
                <a:lnTo>
                  <a:pt x="303" y="319"/>
                </a:lnTo>
                <a:lnTo>
                  <a:pt x="304" y="319"/>
                </a:lnTo>
                <a:lnTo>
                  <a:pt x="305" y="319"/>
                </a:lnTo>
                <a:lnTo>
                  <a:pt x="305" y="318"/>
                </a:lnTo>
                <a:lnTo>
                  <a:pt x="304" y="317"/>
                </a:lnTo>
                <a:lnTo>
                  <a:pt x="304" y="316"/>
                </a:lnTo>
                <a:lnTo>
                  <a:pt x="304" y="315"/>
                </a:lnTo>
                <a:lnTo>
                  <a:pt x="304" y="314"/>
                </a:lnTo>
                <a:lnTo>
                  <a:pt x="305" y="314"/>
                </a:lnTo>
                <a:lnTo>
                  <a:pt x="305" y="315"/>
                </a:lnTo>
                <a:lnTo>
                  <a:pt x="306" y="315"/>
                </a:lnTo>
                <a:lnTo>
                  <a:pt x="307" y="315"/>
                </a:lnTo>
                <a:lnTo>
                  <a:pt x="307" y="314"/>
                </a:lnTo>
                <a:lnTo>
                  <a:pt x="308" y="313"/>
                </a:lnTo>
                <a:lnTo>
                  <a:pt x="308" y="312"/>
                </a:lnTo>
                <a:lnTo>
                  <a:pt x="309" y="312"/>
                </a:lnTo>
                <a:lnTo>
                  <a:pt x="308" y="311"/>
                </a:lnTo>
                <a:lnTo>
                  <a:pt x="310" y="310"/>
                </a:lnTo>
                <a:lnTo>
                  <a:pt x="310" y="309"/>
                </a:lnTo>
                <a:lnTo>
                  <a:pt x="311" y="309"/>
                </a:lnTo>
                <a:lnTo>
                  <a:pt x="311" y="308"/>
                </a:lnTo>
                <a:lnTo>
                  <a:pt x="310" y="308"/>
                </a:lnTo>
                <a:lnTo>
                  <a:pt x="309" y="308"/>
                </a:lnTo>
                <a:lnTo>
                  <a:pt x="310" y="307"/>
                </a:lnTo>
                <a:lnTo>
                  <a:pt x="309" y="305"/>
                </a:lnTo>
                <a:lnTo>
                  <a:pt x="308" y="305"/>
                </a:lnTo>
                <a:lnTo>
                  <a:pt x="308" y="304"/>
                </a:lnTo>
                <a:lnTo>
                  <a:pt x="306" y="303"/>
                </a:lnTo>
                <a:lnTo>
                  <a:pt x="307" y="302"/>
                </a:lnTo>
                <a:lnTo>
                  <a:pt x="306" y="302"/>
                </a:lnTo>
                <a:lnTo>
                  <a:pt x="305" y="301"/>
                </a:lnTo>
                <a:lnTo>
                  <a:pt x="304" y="300"/>
                </a:lnTo>
                <a:lnTo>
                  <a:pt x="303" y="300"/>
                </a:lnTo>
                <a:lnTo>
                  <a:pt x="304" y="299"/>
                </a:lnTo>
                <a:lnTo>
                  <a:pt x="302" y="298"/>
                </a:lnTo>
                <a:lnTo>
                  <a:pt x="300" y="297"/>
                </a:lnTo>
                <a:lnTo>
                  <a:pt x="299" y="296"/>
                </a:lnTo>
                <a:lnTo>
                  <a:pt x="298" y="295"/>
                </a:lnTo>
                <a:lnTo>
                  <a:pt x="298" y="294"/>
                </a:lnTo>
                <a:lnTo>
                  <a:pt x="298" y="293"/>
                </a:lnTo>
                <a:lnTo>
                  <a:pt x="299" y="293"/>
                </a:lnTo>
                <a:lnTo>
                  <a:pt x="300" y="292"/>
                </a:lnTo>
                <a:lnTo>
                  <a:pt x="300" y="291"/>
                </a:lnTo>
                <a:lnTo>
                  <a:pt x="301" y="290"/>
                </a:lnTo>
                <a:lnTo>
                  <a:pt x="301" y="289"/>
                </a:lnTo>
                <a:lnTo>
                  <a:pt x="300" y="288"/>
                </a:lnTo>
                <a:lnTo>
                  <a:pt x="299" y="288"/>
                </a:lnTo>
                <a:lnTo>
                  <a:pt x="298" y="289"/>
                </a:lnTo>
                <a:lnTo>
                  <a:pt x="297" y="289"/>
                </a:lnTo>
                <a:lnTo>
                  <a:pt x="296" y="289"/>
                </a:lnTo>
                <a:lnTo>
                  <a:pt x="295" y="289"/>
                </a:lnTo>
                <a:lnTo>
                  <a:pt x="295" y="290"/>
                </a:lnTo>
                <a:lnTo>
                  <a:pt x="294" y="289"/>
                </a:lnTo>
                <a:lnTo>
                  <a:pt x="293" y="290"/>
                </a:lnTo>
                <a:lnTo>
                  <a:pt x="292" y="290"/>
                </a:lnTo>
                <a:lnTo>
                  <a:pt x="291" y="290"/>
                </a:lnTo>
                <a:lnTo>
                  <a:pt x="290" y="290"/>
                </a:lnTo>
                <a:lnTo>
                  <a:pt x="290" y="289"/>
                </a:lnTo>
                <a:lnTo>
                  <a:pt x="290" y="288"/>
                </a:lnTo>
                <a:lnTo>
                  <a:pt x="291" y="288"/>
                </a:lnTo>
                <a:lnTo>
                  <a:pt x="292" y="288"/>
                </a:lnTo>
                <a:lnTo>
                  <a:pt x="292" y="287"/>
                </a:lnTo>
                <a:lnTo>
                  <a:pt x="291" y="287"/>
                </a:lnTo>
                <a:lnTo>
                  <a:pt x="291" y="288"/>
                </a:lnTo>
                <a:lnTo>
                  <a:pt x="290" y="288"/>
                </a:lnTo>
                <a:lnTo>
                  <a:pt x="292" y="285"/>
                </a:lnTo>
                <a:lnTo>
                  <a:pt x="291" y="285"/>
                </a:lnTo>
                <a:lnTo>
                  <a:pt x="289" y="287"/>
                </a:lnTo>
                <a:lnTo>
                  <a:pt x="290" y="288"/>
                </a:lnTo>
                <a:lnTo>
                  <a:pt x="289" y="289"/>
                </a:lnTo>
                <a:lnTo>
                  <a:pt x="286" y="287"/>
                </a:lnTo>
                <a:lnTo>
                  <a:pt x="285" y="286"/>
                </a:lnTo>
                <a:lnTo>
                  <a:pt x="284" y="285"/>
                </a:lnTo>
                <a:lnTo>
                  <a:pt x="286" y="282"/>
                </a:lnTo>
                <a:lnTo>
                  <a:pt x="285" y="282"/>
                </a:lnTo>
                <a:lnTo>
                  <a:pt x="284" y="283"/>
                </a:lnTo>
                <a:lnTo>
                  <a:pt x="283" y="283"/>
                </a:lnTo>
                <a:lnTo>
                  <a:pt x="284" y="281"/>
                </a:lnTo>
                <a:lnTo>
                  <a:pt x="283" y="281"/>
                </a:lnTo>
                <a:lnTo>
                  <a:pt x="282" y="280"/>
                </a:lnTo>
                <a:lnTo>
                  <a:pt x="283" y="279"/>
                </a:lnTo>
                <a:lnTo>
                  <a:pt x="282" y="278"/>
                </a:lnTo>
                <a:lnTo>
                  <a:pt x="281" y="278"/>
                </a:lnTo>
                <a:lnTo>
                  <a:pt x="282" y="277"/>
                </a:lnTo>
                <a:lnTo>
                  <a:pt x="282" y="275"/>
                </a:lnTo>
                <a:lnTo>
                  <a:pt x="281" y="275"/>
                </a:lnTo>
                <a:lnTo>
                  <a:pt x="281" y="274"/>
                </a:lnTo>
                <a:lnTo>
                  <a:pt x="280" y="274"/>
                </a:lnTo>
                <a:lnTo>
                  <a:pt x="280" y="273"/>
                </a:lnTo>
                <a:lnTo>
                  <a:pt x="281" y="273"/>
                </a:lnTo>
                <a:lnTo>
                  <a:pt x="282" y="273"/>
                </a:lnTo>
                <a:lnTo>
                  <a:pt x="282" y="271"/>
                </a:lnTo>
                <a:lnTo>
                  <a:pt x="281" y="271"/>
                </a:lnTo>
                <a:lnTo>
                  <a:pt x="280" y="271"/>
                </a:lnTo>
                <a:lnTo>
                  <a:pt x="279" y="271"/>
                </a:lnTo>
                <a:lnTo>
                  <a:pt x="278" y="271"/>
                </a:lnTo>
                <a:lnTo>
                  <a:pt x="277" y="272"/>
                </a:lnTo>
                <a:lnTo>
                  <a:pt x="277" y="273"/>
                </a:lnTo>
                <a:lnTo>
                  <a:pt x="278" y="273"/>
                </a:lnTo>
                <a:lnTo>
                  <a:pt x="279" y="273"/>
                </a:lnTo>
                <a:lnTo>
                  <a:pt x="280" y="274"/>
                </a:lnTo>
                <a:lnTo>
                  <a:pt x="279" y="274"/>
                </a:lnTo>
                <a:lnTo>
                  <a:pt x="277" y="274"/>
                </a:lnTo>
                <a:lnTo>
                  <a:pt x="276" y="274"/>
                </a:lnTo>
                <a:lnTo>
                  <a:pt x="275" y="274"/>
                </a:lnTo>
                <a:lnTo>
                  <a:pt x="275" y="273"/>
                </a:lnTo>
                <a:lnTo>
                  <a:pt x="274" y="273"/>
                </a:lnTo>
                <a:lnTo>
                  <a:pt x="274" y="272"/>
                </a:lnTo>
                <a:lnTo>
                  <a:pt x="273" y="273"/>
                </a:lnTo>
                <a:lnTo>
                  <a:pt x="273" y="272"/>
                </a:lnTo>
                <a:lnTo>
                  <a:pt x="272" y="271"/>
                </a:lnTo>
                <a:lnTo>
                  <a:pt x="273" y="271"/>
                </a:lnTo>
                <a:lnTo>
                  <a:pt x="272" y="269"/>
                </a:lnTo>
                <a:lnTo>
                  <a:pt x="272" y="268"/>
                </a:lnTo>
                <a:lnTo>
                  <a:pt x="271" y="267"/>
                </a:lnTo>
                <a:lnTo>
                  <a:pt x="271" y="265"/>
                </a:lnTo>
                <a:lnTo>
                  <a:pt x="270" y="264"/>
                </a:lnTo>
                <a:lnTo>
                  <a:pt x="271" y="263"/>
                </a:lnTo>
                <a:lnTo>
                  <a:pt x="271" y="262"/>
                </a:lnTo>
                <a:lnTo>
                  <a:pt x="270" y="261"/>
                </a:lnTo>
                <a:lnTo>
                  <a:pt x="270" y="260"/>
                </a:lnTo>
                <a:lnTo>
                  <a:pt x="270" y="259"/>
                </a:lnTo>
                <a:lnTo>
                  <a:pt x="271" y="258"/>
                </a:lnTo>
                <a:lnTo>
                  <a:pt x="271" y="257"/>
                </a:lnTo>
                <a:lnTo>
                  <a:pt x="272" y="257"/>
                </a:lnTo>
                <a:lnTo>
                  <a:pt x="272" y="256"/>
                </a:lnTo>
                <a:lnTo>
                  <a:pt x="271" y="256"/>
                </a:lnTo>
                <a:lnTo>
                  <a:pt x="271" y="257"/>
                </a:lnTo>
                <a:lnTo>
                  <a:pt x="270" y="257"/>
                </a:lnTo>
                <a:lnTo>
                  <a:pt x="269" y="257"/>
                </a:lnTo>
                <a:lnTo>
                  <a:pt x="269" y="258"/>
                </a:lnTo>
                <a:lnTo>
                  <a:pt x="268" y="258"/>
                </a:lnTo>
                <a:lnTo>
                  <a:pt x="268" y="259"/>
                </a:lnTo>
                <a:lnTo>
                  <a:pt x="268" y="260"/>
                </a:lnTo>
                <a:lnTo>
                  <a:pt x="267" y="260"/>
                </a:lnTo>
                <a:lnTo>
                  <a:pt x="267" y="261"/>
                </a:lnTo>
                <a:lnTo>
                  <a:pt x="266" y="261"/>
                </a:lnTo>
                <a:lnTo>
                  <a:pt x="266" y="262"/>
                </a:lnTo>
                <a:lnTo>
                  <a:pt x="267" y="263"/>
                </a:lnTo>
                <a:lnTo>
                  <a:pt x="266" y="264"/>
                </a:lnTo>
                <a:lnTo>
                  <a:pt x="265" y="264"/>
                </a:lnTo>
                <a:lnTo>
                  <a:pt x="265" y="265"/>
                </a:lnTo>
                <a:lnTo>
                  <a:pt x="266" y="265"/>
                </a:lnTo>
                <a:lnTo>
                  <a:pt x="265" y="266"/>
                </a:lnTo>
                <a:lnTo>
                  <a:pt x="264" y="266"/>
                </a:lnTo>
                <a:lnTo>
                  <a:pt x="264" y="265"/>
                </a:lnTo>
                <a:lnTo>
                  <a:pt x="264" y="266"/>
                </a:lnTo>
                <a:lnTo>
                  <a:pt x="262" y="266"/>
                </a:lnTo>
                <a:lnTo>
                  <a:pt x="262" y="265"/>
                </a:lnTo>
                <a:lnTo>
                  <a:pt x="263" y="265"/>
                </a:lnTo>
                <a:lnTo>
                  <a:pt x="262" y="265"/>
                </a:lnTo>
                <a:lnTo>
                  <a:pt x="261" y="265"/>
                </a:lnTo>
                <a:lnTo>
                  <a:pt x="260" y="266"/>
                </a:lnTo>
                <a:lnTo>
                  <a:pt x="261" y="267"/>
                </a:lnTo>
                <a:lnTo>
                  <a:pt x="261" y="266"/>
                </a:lnTo>
                <a:lnTo>
                  <a:pt x="262" y="266"/>
                </a:lnTo>
                <a:lnTo>
                  <a:pt x="263" y="266"/>
                </a:lnTo>
                <a:lnTo>
                  <a:pt x="264" y="267"/>
                </a:lnTo>
                <a:lnTo>
                  <a:pt x="263" y="268"/>
                </a:lnTo>
                <a:lnTo>
                  <a:pt x="262" y="267"/>
                </a:lnTo>
                <a:lnTo>
                  <a:pt x="262" y="268"/>
                </a:lnTo>
                <a:lnTo>
                  <a:pt x="261" y="268"/>
                </a:lnTo>
                <a:lnTo>
                  <a:pt x="261" y="270"/>
                </a:lnTo>
                <a:lnTo>
                  <a:pt x="260" y="270"/>
                </a:lnTo>
                <a:lnTo>
                  <a:pt x="259" y="270"/>
                </a:lnTo>
                <a:lnTo>
                  <a:pt x="259" y="269"/>
                </a:lnTo>
                <a:lnTo>
                  <a:pt x="259" y="270"/>
                </a:lnTo>
                <a:lnTo>
                  <a:pt x="258" y="270"/>
                </a:lnTo>
                <a:lnTo>
                  <a:pt x="259" y="270"/>
                </a:lnTo>
                <a:lnTo>
                  <a:pt x="258" y="270"/>
                </a:lnTo>
                <a:lnTo>
                  <a:pt x="258" y="269"/>
                </a:lnTo>
                <a:lnTo>
                  <a:pt x="258" y="268"/>
                </a:lnTo>
                <a:lnTo>
                  <a:pt x="258" y="267"/>
                </a:lnTo>
                <a:lnTo>
                  <a:pt x="257" y="267"/>
                </a:lnTo>
                <a:lnTo>
                  <a:pt x="257" y="268"/>
                </a:lnTo>
                <a:lnTo>
                  <a:pt x="257" y="270"/>
                </a:lnTo>
                <a:lnTo>
                  <a:pt x="258" y="271"/>
                </a:lnTo>
                <a:lnTo>
                  <a:pt x="257" y="272"/>
                </a:lnTo>
                <a:lnTo>
                  <a:pt x="257" y="271"/>
                </a:lnTo>
                <a:lnTo>
                  <a:pt x="256" y="271"/>
                </a:lnTo>
                <a:lnTo>
                  <a:pt x="256" y="270"/>
                </a:lnTo>
                <a:lnTo>
                  <a:pt x="256" y="271"/>
                </a:lnTo>
                <a:lnTo>
                  <a:pt x="256" y="272"/>
                </a:lnTo>
                <a:lnTo>
                  <a:pt x="254" y="272"/>
                </a:lnTo>
                <a:lnTo>
                  <a:pt x="254" y="271"/>
                </a:lnTo>
                <a:lnTo>
                  <a:pt x="254" y="270"/>
                </a:lnTo>
                <a:lnTo>
                  <a:pt x="254" y="269"/>
                </a:lnTo>
                <a:lnTo>
                  <a:pt x="253" y="269"/>
                </a:lnTo>
                <a:lnTo>
                  <a:pt x="253" y="270"/>
                </a:lnTo>
                <a:lnTo>
                  <a:pt x="253" y="271"/>
                </a:lnTo>
                <a:lnTo>
                  <a:pt x="253" y="270"/>
                </a:lnTo>
                <a:lnTo>
                  <a:pt x="252" y="269"/>
                </a:lnTo>
                <a:lnTo>
                  <a:pt x="251" y="269"/>
                </a:lnTo>
                <a:lnTo>
                  <a:pt x="251" y="268"/>
                </a:lnTo>
                <a:lnTo>
                  <a:pt x="249" y="269"/>
                </a:lnTo>
                <a:lnTo>
                  <a:pt x="249" y="270"/>
                </a:lnTo>
                <a:lnTo>
                  <a:pt x="247" y="270"/>
                </a:lnTo>
                <a:lnTo>
                  <a:pt x="246" y="271"/>
                </a:lnTo>
                <a:lnTo>
                  <a:pt x="246" y="270"/>
                </a:lnTo>
                <a:lnTo>
                  <a:pt x="246" y="268"/>
                </a:lnTo>
                <a:lnTo>
                  <a:pt x="246" y="267"/>
                </a:lnTo>
                <a:lnTo>
                  <a:pt x="246" y="268"/>
                </a:lnTo>
                <a:lnTo>
                  <a:pt x="245" y="268"/>
                </a:lnTo>
                <a:lnTo>
                  <a:pt x="245" y="269"/>
                </a:lnTo>
                <a:lnTo>
                  <a:pt x="245" y="270"/>
                </a:lnTo>
                <a:lnTo>
                  <a:pt x="244" y="270"/>
                </a:lnTo>
                <a:lnTo>
                  <a:pt x="243" y="269"/>
                </a:lnTo>
                <a:lnTo>
                  <a:pt x="243" y="268"/>
                </a:lnTo>
                <a:lnTo>
                  <a:pt x="242" y="268"/>
                </a:lnTo>
                <a:lnTo>
                  <a:pt x="242" y="267"/>
                </a:lnTo>
                <a:lnTo>
                  <a:pt x="241" y="267"/>
                </a:lnTo>
                <a:lnTo>
                  <a:pt x="241" y="266"/>
                </a:lnTo>
                <a:lnTo>
                  <a:pt x="240" y="266"/>
                </a:lnTo>
                <a:lnTo>
                  <a:pt x="239" y="266"/>
                </a:lnTo>
                <a:lnTo>
                  <a:pt x="237" y="266"/>
                </a:lnTo>
                <a:lnTo>
                  <a:pt x="235" y="266"/>
                </a:lnTo>
                <a:lnTo>
                  <a:pt x="234" y="265"/>
                </a:lnTo>
                <a:lnTo>
                  <a:pt x="234" y="264"/>
                </a:lnTo>
                <a:lnTo>
                  <a:pt x="234" y="266"/>
                </a:lnTo>
                <a:lnTo>
                  <a:pt x="231" y="266"/>
                </a:lnTo>
                <a:lnTo>
                  <a:pt x="230" y="265"/>
                </a:lnTo>
                <a:lnTo>
                  <a:pt x="230" y="266"/>
                </a:lnTo>
                <a:lnTo>
                  <a:pt x="231" y="266"/>
                </a:lnTo>
                <a:lnTo>
                  <a:pt x="232" y="266"/>
                </a:lnTo>
                <a:lnTo>
                  <a:pt x="234" y="266"/>
                </a:lnTo>
                <a:lnTo>
                  <a:pt x="234" y="267"/>
                </a:lnTo>
                <a:lnTo>
                  <a:pt x="234" y="269"/>
                </a:lnTo>
                <a:lnTo>
                  <a:pt x="234" y="270"/>
                </a:lnTo>
                <a:lnTo>
                  <a:pt x="235" y="270"/>
                </a:lnTo>
                <a:lnTo>
                  <a:pt x="235" y="271"/>
                </a:lnTo>
                <a:lnTo>
                  <a:pt x="230" y="270"/>
                </a:lnTo>
                <a:lnTo>
                  <a:pt x="229" y="270"/>
                </a:lnTo>
                <a:lnTo>
                  <a:pt x="228" y="270"/>
                </a:lnTo>
                <a:lnTo>
                  <a:pt x="225" y="269"/>
                </a:lnTo>
                <a:lnTo>
                  <a:pt x="225" y="268"/>
                </a:lnTo>
                <a:lnTo>
                  <a:pt x="225" y="267"/>
                </a:lnTo>
                <a:lnTo>
                  <a:pt x="222" y="268"/>
                </a:lnTo>
                <a:lnTo>
                  <a:pt x="221" y="267"/>
                </a:lnTo>
                <a:lnTo>
                  <a:pt x="221" y="266"/>
                </a:lnTo>
                <a:lnTo>
                  <a:pt x="220" y="265"/>
                </a:lnTo>
                <a:lnTo>
                  <a:pt x="220" y="264"/>
                </a:lnTo>
                <a:lnTo>
                  <a:pt x="221" y="264"/>
                </a:lnTo>
                <a:lnTo>
                  <a:pt x="222" y="264"/>
                </a:lnTo>
                <a:lnTo>
                  <a:pt x="223" y="264"/>
                </a:lnTo>
                <a:lnTo>
                  <a:pt x="223" y="263"/>
                </a:lnTo>
                <a:lnTo>
                  <a:pt x="222" y="263"/>
                </a:lnTo>
                <a:lnTo>
                  <a:pt x="219" y="263"/>
                </a:lnTo>
                <a:lnTo>
                  <a:pt x="218" y="263"/>
                </a:lnTo>
                <a:lnTo>
                  <a:pt x="218" y="264"/>
                </a:lnTo>
                <a:lnTo>
                  <a:pt x="218" y="265"/>
                </a:lnTo>
                <a:lnTo>
                  <a:pt x="219" y="266"/>
                </a:lnTo>
                <a:lnTo>
                  <a:pt x="217" y="266"/>
                </a:lnTo>
                <a:lnTo>
                  <a:pt x="217" y="269"/>
                </a:lnTo>
                <a:lnTo>
                  <a:pt x="216" y="269"/>
                </a:lnTo>
                <a:lnTo>
                  <a:pt x="213" y="269"/>
                </a:lnTo>
                <a:lnTo>
                  <a:pt x="214" y="267"/>
                </a:lnTo>
                <a:lnTo>
                  <a:pt x="215" y="267"/>
                </a:lnTo>
                <a:lnTo>
                  <a:pt x="216" y="267"/>
                </a:lnTo>
                <a:lnTo>
                  <a:pt x="216" y="266"/>
                </a:lnTo>
                <a:lnTo>
                  <a:pt x="215" y="266"/>
                </a:lnTo>
                <a:lnTo>
                  <a:pt x="213" y="266"/>
                </a:lnTo>
                <a:lnTo>
                  <a:pt x="213" y="264"/>
                </a:lnTo>
                <a:lnTo>
                  <a:pt x="212" y="264"/>
                </a:lnTo>
                <a:lnTo>
                  <a:pt x="211" y="265"/>
                </a:lnTo>
                <a:lnTo>
                  <a:pt x="210" y="265"/>
                </a:lnTo>
                <a:lnTo>
                  <a:pt x="212" y="265"/>
                </a:lnTo>
                <a:lnTo>
                  <a:pt x="212" y="266"/>
                </a:lnTo>
                <a:lnTo>
                  <a:pt x="211" y="267"/>
                </a:lnTo>
                <a:lnTo>
                  <a:pt x="210" y="267"/>
                </a:lnTo>
                <a:lnTo>
                  <a:pt x="209" y="266"/>
                </a:lnTo>
                <a:lnTo>
                  <a:pt x="208" y="266"/>
                </a:lnTo>
                <a:lnTo>
                  <a:pt x="207" y="266"/>
                </a:lnTo>
                <a:lnTo>
                  <a:pt x="207" y="267"/>
                </a:lnTo>
                <a:lnTo>
                  <a:pt x="206" y="267"/>
                </a:lnTo>
                <a:lnTo>
                  <a:pt x="205" y="267"/>
                </a:lnTo>
                <a:lnTo>
                  <a:pt x="204" y="267"/>
                </a:lnTo>
                <a:lnTo>
                  <a:pt x="203" y="268"/>
                </a:lnTo>
                <a:lnTo>
                  <a:pt x="203" y="269"/>
                </a:lnTo>
                <a:lnTo>
                  <a:pt x="204" y="269"/>
                </a:lnTo>
                <a:lnTo>
                  <a:pt x="204" y="271"/>
                </a:lnTo>
                <a:lnTo>
                  <a:pt x="203" y="271"/>
                </a:lnTo>
                <a:lnTo>
                  <a:pt x="202" y="272"/>
                </a:lnTo>
                <a:lnTo>
                  <a:pt x="201" y="272"/>
                </a:lnTo>
                <a:lnTo>
                  <a:pt x="202" y="273"/>
                </a:lnTo>
                <a:lnTo>
                  <a:pt x="202" y="274"/>
                </a:lnTo>
                <a:lnTo>
                  <a:pt x="201" y="274"/>
                </a:lnTo>
                <a:lnTo>
                  <a:pt x="201" y="275"/>
                </a:lnTo>
                <a:lnTo>
                  <a:pt x="200" y="275"/>
                </a:lnTo>
                <a:lnTo>
                  <a:pt x="200" y="274"/>
                </a:lnTo>
                <a:lnTo>
                  <a:pt x="199" y="274"/>
                </a:lnTo>
                <a:lnTo>
                  <a:pt x="198" y="273"/>
                </a:lnTo>
                <a:lnTo>
                  <a:pt x="198" y="272"/>
                </a:lnTo>
                <a:lnTo>
                  <a:pt x="197" y="272"/>
                </a:lnTo>
                <a:lnTo>
                  <a:pt x="196" y="272"/>
                </a:lnTo>
                <a:lnTo>
                  <a:pt x="194" y="272"/>
                </a:lnTo>
                <a:lnTo>
                  <a:pt x="194" y="273"/>
                </a:lnTo>
                <a:lnTo>
                  <a:pt x="193" y="273"/>
                </a:lnTo>
                <a:lnTo>
                  <a:pt x="193" y="274"/>
                </a:lnTo>
                <a:lnTo>
                  <a:pt x="192" y="274"/>
                </a:lnTo>
                <a:lnTo>
                  <a:pt x="192" y="275"/>
                </a:lnTo>
                <a:lnTo>
                  <a:pt x="193" y="275"/>
                </a:lnTo>
                <a:lnTo>
                  <a:pt x="194" y="277"/>
                </a:lnTo>
                <a:lnTo>
                  <a:pt x="193" y="278"/>
                </a:lnTo>
                <a:lnTo>
                  <a:pt x="192" y="278"/>
                </a:lnTo>
                <a:lnTo>
                  <a:pt x="192" y="279"/>
                </a:lnTo>
                <a:lnTo>
                  <a:pt x="193" y="279"/>
                </a:lnTo>
                <a:lnTo>
                  <a:pt x="193" y="281"/>
                </a:lnTo>
                <a:lnTo>
                  <a:pt x="193" y="282"/>
                </a:lnTo>
                <a:lnTo>
                  <a:pt x="194" y="282"/>
                </a:lnTo>
                <a:lnTo>
                  <a:pt x="195" y="281"/>
                </a:lnTo>
                <a:lnTo>
                  <a:pt x="197" y="281"/>
                </a:lnTo>
                <a:lnTo>
                  <a:pt x="198" y="282"/>
                </a:lnTo>
                <a:lnTo>
                  <a:pt x="198" y="284"/>
                </a:lnTo>
                <a:lnTo>
                  <a:pt x="198" y="285"/>
                </a:lnTo>
                <a:lnTo>
                  <a:pt x="197" y="285"/>
                </a:lnTo>
                <a:lnTo>
                  <a:pt x="197" y="284"/>
                </a:lnTo>
                <a:lnTo>
                  <a:pt x="195" y="284"/>
                </a:lnTo>
                <a:lnTo>
                  <a:pt x="193" y="285"/>
                </a:lnTo>
                <a:lnTo>
                  <a:pt x="192" y="286"/>
                </a:lnTo>
                <a:lnTo>
                  <a:pt x="191" y="286"/>
                </a:lnTo>
                <a:lnTo>
                  <a:pt x="191" y="287"/>
                </a:lnTo>
                <a:lnTo>
                  <a:pt x="190" y="287"/>
                </a:lnTo>
                <a:lnTo>
                  <a:pt x="189" y="287"/>
                </a:lnTo>
                <a:lnTo>
                  <a:pt x="187" y="287"/>
                </a:lnTo>
                <a:lnTo>
                  <a:pt x="186" y="288"/>
                </a:lnTo>
                <a:lnTo>
                  <a:pt x="185" y="288"/>
                </a:lnTo>
                <a:lnTo>
                  <a:pt x="184" y="288"/>
                </a:lnTo>
                <a:lnTo>
                  <a:pt x="183" y="288"/>
                </a:lnTo>
                <a:lnTo>
                  <a:pt x="182" y="288"/>
                </a:lnTo>
                <a:lnTo>
                  <a:pt x="181" y="288"/>
                </a:lnTo>
                <a:lnTo>
                  <a:pt x="180" y="288"/>
                </a:lnTo>
                <a:lnTo>
                  <a:pt x="180" y="289"/>
                </a:lnTo>
                <a:lnTo>
                  <a:pt x="180" y="290"/>
                </a:lnTo>
                <a:lnTo>
                  <a:pt x="180" y="291"/>
                </a:lnTo>
                <a:lnTo>
                  <a:pt x="180" y="292"/>
                </a:lnTo>
                <a:lnTo>
                  <a:pt x="179" y="292"/>
                </a:lnTo>
                <a:lnTo>
                  <a:pt x="179" y="293"/>
                </a:lnTo>
                <a:lnTo>
                  <a:pt x="178" y="293"/>
                </a:lnTo>
                <a:lnTo>
                  <a:pt x="178" y="294"/>
                </a:lnTo>
                <a:lnTo>
                  <a:pt x="177" y="295"/>
                </a:lnTo>
                <a:lnTo>
                  <a:pt x="177" y="296"/>
                </a:lnTo>
                <a:lnTo>
                  <a:pt x="177" y="297"/>
                </a:lnTo>
                <a:lnTo>
                  <a:pt x="176" y="297"/>
                </a:lnTo>
                <a:lnTo>
                  <a:pt x="176" y="298"/>
                </a:lnTo>
                <a:lnTo>
                  <a:pt x="174" y="299"/>
                </a:lnTo>
                <a:lnTo>
                  <a:pt x="174" y="300"/>
                </a:lnTo>
                <a:lnTo>
                  <a:pt x="173" y="299"/>
                </a:lnTo>
                <a:lnTo>
                  <a:pt x="172" y="300"/>
                </a:lnTo>
                <a:lnTo>
                  <a:pt x="171" y="301"/>
                </a:lnTo>
                <a:lnTo>
                  <a:pt x="170" y="302"/>
                </a:lnTo>
                <a:lnTo>
                  <a:pt x="169" y="302"/>
                </a:lnTo>
                <a:lnTo>
                  <a:pt x="169" y="303"/>
                </a:lnTo>
                <a:lnTo>
                  <a:pt x="168" y="303"/>
                </a:lnTo>
                <a:lnTo>
                  <a:pt x="168" y="304"/>
                </a:lnTo>
                <a:lnTo>
                  <a:pt x="169" y="304"/>
                </a:lnTo>
                <a:lnTo>
                  <a:pt x="169" y="303"/>
                </a:lnTo>
                <a:lnTo>
                  <a:pt x="170" y="304"/>
                </a:lnTo>
                <a:lnTo>
                  <a:pt x="170" y="305"/>
                </a:lnTo>
                <a:lnTo>
                  <a:pt x="169" y="305"/>
                </a:lnTo>
                <a:lnTo>
                  <a:pt x="169" y="306"/>
                </a:lnTo>
                <a:lnTo>
                  <a:pt x="168" y="306"/>
                </a:lnTo>
                <a:lnTo>
                  <a:pt x="167" y="305"/>
                </a:lnTo>
                <a:lnTo>
                  <a:pt x="166" y="305"/>
                </a:lnTo>
                <a:lnTo>
                  <a:pt x="166" y="306"/>
                </a:lnTo>
                <a:lnTo>
                  <a:pt x="166" y="307"/>
                </a:lnTo>
                <a:lnTo>
                  <a:pt x="165" y="307"/>
                </a:lnTo>
                <a:lnTo>
                  <a:pt x="165" y="308"/>
                </a:lnTo>
                <a:lnTo>
                  <a:pt x="164" y="308"/>
                </a:lnTo>
                <a:lnTo>
                  <a:pt x="164" y="309"/>
                </a:lnTo>
                <a:lnTo>
                  <a:pt x="163" y="308"/>
                </a:lnTo>
                <a:lnTo>
                  <a:pt x="162" y="308"/>
                </a:lnTo>
                <a:lnTo>
                  <a:pt x="161" y="308"/>
                </a:lnTo>
                <a:lnTo>
                  <a:pt x="161" y="309"/>
                </a:lnTo>
                <a:lnTo>
                  <a:pt x="160" y="309"/>
                </a:lnTo>
                <a:lnTo>
                  <a:pt x="159" y="310"/>
                </a:lnTo>
                <a:lnTo>
                  <a:pt x="160" y="310"/>
                </a:lnTo>
                <a:lnTo>
                  <a:pt x="161" y="311"/>
                </a:lnTo>
                <a:lnTo>
                  <a:pt x="161" y="312"/>
                </a:lnTo>
                <a:lnTo>
                  <a:pt x="160" y="312"/>
                </a:lnTo>
                <a:lnTo>
                  <a:pt x="160" y="311"/>
                </a:lnTo>
                <a:lnTo>
                  <a:pt x="159" y="311"/>
                </a:lnTo>
                <a:lnTo>
                  <a:pt x="159" y="312"/>
                </a:lnTo>
                <a:lnTo>
                  <a:pt x="160" y="312"/>
                </a:lnTo>
                <a:lnTo>
                  <a:pt x="160" y="313"/>
                </a:lnTo>
                <a:lnTo>
                  <a:pt x="160" y="314"/>
                </a:lnTo>
                <a:lnTo>
                  <a:pt x="161" y="314"/>
                </a:lnTo>
                <a:lnTo>
                  <a:pt x="161" y="315"/>
                </a:lnTo>
                <a:lnTo>
                  <a:pt x="160" y="316"/>
                </a:lnTo>
                <a:lnTo>
                  <a:pt x="158" y="315"/>
                </a:lnTo>
                <a:lnTo>
                  <a:pt x="158" y="316"/>
                </a:lnTo>
                <a:lnTo>
                  <a:pt x="158" y="317"/>
                </a:lnTo>
                <a:lnTo>
                  <a:pt x="157" y="317"/>
                </a:lnTo>
                <a:lnTo>
                  <a:pt x="158" y="319"/>
                </a:lnTo>
                <a:lnTo>
                  <a:pt x="159" y="318"/>
                </a:lnTo>
                <a:lnTo>
                  <a:pt x="159" y="319"/>
                </a:lnTo>
                <a:lnTo>
                  <a:pt x="159" y="320"/>
                </a:lnTo>
                <a:lnTo>
                  <a:pt x="158" y="320"/>
                </a:lnTo>
                <a:lnTo>
                  <a:pt x="158" y="321"/>
                </a:lnTo>
                <a:lnTo>
                  <a:pt x="157" y="321"/>
                </a:lnTo>
                <a:lnTo>
                  <a:pt x="156" y="321"/>
                </a:lnTo>
                <a:lnTo>
                  <a:pt x="155" y="322"/>
                </a:lnTo>
                <a:lnTo>
                  <a:pt x="154" y="322"/>
                </a:lnTo>
                <a:lnTo>
                  <a:pt x="153" y="323"/>
                </a:lnTo>
                <a:lnTo>
                  <a:pt x="152" y="323"/>
                </a:lnTo>
                <a:lnTo>
                  <a:pt x="151" y="324"/>
                </a:lnTo>
                <a:lnTo>
                  <a:pt x="151" y="325"/>
                </a:lnTo>
                <a:lnTo>
                  <a:pt x="150" y="325"/>
                </a:lnTo>
                <a:lnTo>
                  <a:pt x="151" y="325"/>
                </a:lnTo>
                <a:lnTo>
                  <a:pt x="151" y="326"/>
                </a:lnTo>
                <a:lnTo>
                  <a:pt x="151" y="328"/>
                </a:lnTo>
                <a:lnTo>
                  <a:pt x="152" y="328"/>
                </a:lnTo>
                <a:lnTo>
                  <a:pt x="152" y="329"/>
                </a:lnTo>
                <a:lnTo>
                  <a:pt x="152" y="330"/>
                </a:lnTo>
                <a:lnTo>
                  <a:pt x="152" y="331"/>
                </a:lnTo>
                <a:lnTo>
                  <a:pt x="151" y="331"/>
                </a:lnTo>
                <a:lnTo>
                  <a:pt x="152" y="332"/>
                </a:lnTo>
                <a:lnTo>
                  <a:pt x="151" y="332"/>
                </a:lnTo>
                <a:lnTo>
                  <a:pt x="151" y="333"/>
                </a:lnTo>
                <a:lnTo>
                  <a:pt x="151" y="334"/>
                </a:lnTo>
                <a:lnTo>
                  <a:pt x="150" y="334"/>
                </a:lnTo>
                <a:lnTo>
                  <a:pt x="149" y="333"/>
                </a:lnTo>
                <a:lnTo>
                  <a:pt x="149" y="334"/>
                </a:lnTo>
                <a:lnTo>
                  <a:pt x="149" y="335"/>
                </a:lnTo>
                <a:lnTo>
                  <a:pt x="148" y="335"/>
                </a:lnTo>
                <a:lnTo>
                  <a:pt x="147" y="336"/>
                </a:lnTo>
                <a:lnTo>
                  <a:pt x="146" y="336"/>
                </a:lnTo>
                <a:lnTo>
                  <a:pt x="146" y="337"/>
                </a:lnTo>
                <a:lnTo>
                  <a:pt x="145" y="337"/>
                </a:lnTo>
                <a:lnTo>
                  <a:pt x="145" y="338"/>
                </a:lnTo>
                <a:lnTo>
                  <a:pt x="143" y="338"/>
                </a:lnTo>
                <a:lnTo>
                  <a:pt x="142" y="337"/>
                </a:lnTo>
                <a:lnTo>
                  <a:pt x="139" y="337"/>
                </a:lnTo>
                <a:lnTo>
                  <a:pt x="139" y="338"/>
                </a:lnTo>
                <a:lnTo>
                  <a:pt x="138" y="338"/>
                </a:lnTo>
                <a:lnTo>
                  <a:pt x="137" y="338"/>
                </a:lnTo>
                <a:lnTo>
                  <a:pt x="136" y="338"/>
                </a:lnTo>
                <a:lnTo>
                  <a:pt x="135" y="338"/>
                </a:lnTo>
                <a:lnTo>
                  <a:pt x="134" y="339"/>
                </a:lnTo>
                <a:lnTo>
                  <a:pt x="133" y="339"/>
                </a:lnTo>
                <a:lnTo>
                  <a:pt x="132" y="339"/>
                </a:lnTo>
                <a:lnTo>
                  <a:pt x="133" y="340"/>
                </a:lnTo>
                <a:lnTo>
                  <a:pt x="132" y="340"/>
                </a:lnTo>
                <a:lnTo>
                  <a:pt x="132" y="341"/>
                </a:lnTo>
                <a:lnTo>
                  <a:pt x="131" y="341"/>
                </a:lnTo>
                <a:lnTo>
                  <a:pt x="131" y="342"/>
                </a:lnTo>
                <a:lnTo>
                  <a:pt x="130" y="342"/>
                </a:lnTo>
                <a:lnTo>
                  <a:pt x="129" y="342"/>
                </a:lnTo>
                <a:lnTo>
                  <a:pt x="128" y="342"/>
                </a:lnTo>
                <a:lnTo>
                  <a:pt x="128" y="343"/>
                </a:lnTo>
                <a:lnTo>
                  <a:pt x="127" y="343"/>
                </a:lnTo>
                <a:lnTo>
                  <a:pt x="126" y="343"/>
                </a:lnTo>
                <a:lnTo>
                  <a:pt x="125" y="344"/>
                </a:lnTo>
                <a:lnTo>
                  <a:pt x="124" y="344"/>
                </a:lnTo>
                <a:lnTo>
                  <a:pt x="124" y="345"/>
                </a:lnTo>
                <a:lnTo>
                  <a:pt x="122" y="345"/>
                </a:lnTo>
                <a:lnTo>
                  <a:pt x="121" y="345"/>
                </a:lnTo>
                <a:lnTo>
                  <a:pt x="120" y="346"/>
                </a:lnTo>
                <a:lnTo>
                  <a:pt x="119" y="346"/>
                </a:lnTo>
                <a:lnTo>
                  <a:pt x="117" y="347"/>
                </a:lnTo>
                <a:lnTo>
                  <a:pt x="116" y="347"/>
                </a:lnTo>
                <a:lnTo>
                  <a:pt x="114" y="348"/>
                </a:lnTo>
                <a:lnTo>
                  <a:pt x="112" y="348"/>
                </a:lnTo>
                <a:lnTo>
                  <a:pt x="111" y="349"/>
                </a:lnTo>
                <a:lnTo>
                  <a:pt x="110" y="349"/>
                </a:lnTo>
                <a:lnTo>
                  <a:pt x="109" y="349"/>
                </a:lnTo>
                <a:lnTo>
                  <a:pt x="108" y="349"/>
                </a:lnTo>
                <a:lnTo>
                  <a:pt x="108" y="350"/>
                </a:lnTo>
                <a:lnTo>
                  <a:pt x="109" y="350"/>
                </a:lnTo>
                <a:lnTo>
                  <a:pt x="108" y="350"/>
                </a:lnTo>
                <a:lnTo>
                  <a:pt x="108" y="351"/>
                </a:lnTo>
                <a:lnTo>
                  <a:pt x="108" y="350"/>
                </a:lnTo>
                <a:lnTo>
                  <a:pt x="107" y="350"/>
                </a:lnTo>
                <a:lnTo>
                  <a:pt x="106" y="350"/>
                </a:lnTo>
                <a:lnTo>
                  <a:pt x="105" y="350"/>
                </a:lnTo>
                <a:lnTo>
                  <a:pt x="104" y="351"/>
                </a:lnTo>
                <a:lnTo>
                  <a:pt x="102" y="351"/>
                </a:lnTo>
                <a:lnTo>
                  <a:pt x="101" y="352"/>
                </a:lnTo>
                <a:lnTo>
                  <a:pt x="100" y="352"/>
                </a:lnTo>
                <a:lnTo>
                  <a:pt x="99" y="353"/>
                </a:lnTo>
                <a:lnTo>
                  <a:pt x="98" y="354"/>
                </a:lnTo>
                <a:lnTo>
                  <a:pt x="97" y="356"/>
                </a:lnTo>
                <a:lnTo>
                  <a:pt x="98" y="358"/>
                </a:lnTo>
                <a:lnTo>
                  <a:pt x="96" y="358"/>
                </a:lnTo>
                <a:lnTo>
                  <a:pt x="95" y="358"/>
                </a:lnTo>
                <a:lnTo>
                  <a:pt x="94" y="358"/>
                </a:lnTo>
                <a:lnTo>
                  <a:pt x="93" y="358"/>
                </a:lnTo>
                <a:lnTo>
                  <a:pt x="92" y="359"/>
                </a:lnTo>
                <a:lnTo>
                  <a:pt x="92" y="358"/>
                </a:lnTo>
                <a:lnTo>
                  <a:pt x="91" y="358"/>
                </a:lnTo>
                <a:lnTo>
                  <a:pt x="91" y="357"/>
                </a:lnTo>
                <a:lnTo>
                  <a:pt x="91" y="356"/>
                </a:lnTo>
                <a:lnTo>
                  <a:pt x="92" y="356"/>
                </a:lnTo>
                <a:lnTo>
                  <a:pt x="92" y="354"/>
                </a:lnTo>
                <a:lnTo>
                  <a:pt x="91" y="354"/>
                </a:lnTo>
                <a:lnTo>
                  <a:pt x="91" y="353"/>
                </a:lnTo>
                <a:lnTo>
                  <a:pt x="89" y="353"/>
                </a:lnTo>
                <a:lnTo>
                  <a:pt x="89" y="352"/>
                </a:lnTo>
                <a:lnTo>
                  <a:pt x="88" y="352"/>
                </a:lnTo>
                <a:lnTo>
                  <a:pt x="88" y="353"/>
                </a:lnTo>
                <a:lnTo>
                  <a:pt x="87" y="354"/>
                </a:lnTo>
                <a:lnTo>
                  <a:pt x="86" y="353"/>
                </a:lnTo>
                <a:lnTo>
                  <a:pt x="85" y="353"/>
                </a:lnTo>
                <a:lnTo>
                  <a:pt x="85" y="352"/>
                </a:lnTo>
                <a:lnTo>
                  <a:pt x="85" y="353"/>
                </a:lnTo>
                <a:lnTo>
                  <a:pt x="84" y="351"/>
                </a:lnTo>
                <a:lnTo>
                  <a:pt x="84" y="350"/>
                </a:lnTo>
                <a:lnTo>
                  <a:pt x="84" y="349"/>
                </a:lnTo>
                <a:lnTo>
                  <a:pt x="83" y="348"/>
                </a:lnTo>
                <a:lnTo>
                  <a:pt x="82" y="347"/>
                </a:lnTo>
                <a:lnTo>
                  <a:pt x="81" y="347"/>
                </a:lnTo>
                <a:lnTo>
                  <a:pt x="82" y="346"/>
                </a:lnTo>
                <a:lnTo>
                  <a:pt x="83" y="346"/>
                </a:lnTo>
                <a:lnTo>
                  <a:pt x="83" y="345"/>
                </a:lnTo>
                <a:lnTo>
                  <a:pt x="83" y="344"/>
                </a:lnTo>
                <a:lnTo>
                  <a:pt x="84" y="344"/>
                </a:lnTo>
                <a:lnTo>
                  <a:pt x="84" y="343"/>
                </a:lnTo>
                <a:lnTo>
                  <a:pt x="84" y="342"/>
                </a:lnTo>
                <a:lnTo>
                  <a:pt x="83" y="340"/>
                </a:lnTo>
                <a:lnTo>
                  <a:pt x="83" y="339"/>
                </a:lnTo>
                <a:lnTo>
                  <a:pt x="83" y="338"/>
                </a:lnTo>
                <a:lnTo>
                  <a:pt x="82" y="336"/>
                </a:lnTo>
                <a:lnTo>
                  <a:pt x="81" y="336"/>
                </a:lnTo>
                <a:lnTo>
                  <a:pt x="80" y="337"/>
                </a:lnTo>
                <a:lnTo>
                  <a:pt x="80" y="338"/>
                </a:lnTo>
                <a:lnTo>
                  <a:pt x="79" y="338"/>
                </a:lnTo>
                <a:lnTo>
                  <a:pt x="79" y="337"/>
                </a:lnTo>
                <a:lnTo>
                  <a:pt x="78" y="336"/>
                </a:lnTo>
                <a:lnTo>
                  <a:pt x="75" y="335"/>
                </a:lnTo>
                <a:lnTo>
                  <a:pt x="75" y="334"/>
                </a:lnTo>
                <a:lnTo>
                  <a:pt x="75" y="333"/>
                </a:lnTo>
                <a:lnTo>
                  <a:pt x="74" y="333"/>
                </a:lnTo>
                <a:lnTo>
                  <a:pt x="73" y="334"/>
                </a:lnTo>
                <a:lnTo>
                  <a:pt x="72" y="334"/>
                </a:lnTo>
                <a:lnTo>
                  <a:pt x="71" y="335"/>
                </a:lnTo>
                <a:lnTo>
                  <a:pt x="70" y="335"/>
                </a:lnTo>
                <a:lnTo>
                  <a:pt x="70" y="334"/>
                </a:lnTo>
                <a:lnTo>
                  <a:pt x="71" y="334"/>
                </a:lnTo>
                <a:lnTo>
                  <a:pt x="71" y="333"/>
                </a:lnTo>
                <a:lnTo>
                  <a:pt x="71" y="332"/>
                </a:lnTo>
                <a:lnTo>
                  <a:pt x="72" y="332"/>
                </a:lnTo>
                <a:lnTo>
                  <a:pt x="72" y="331"/>
                </a:lnTo>
                <a:lnTo>
                  <a:pt x="73" y="330"/>
                </a:lnTo>
                <a:lnTo>
                  <a:pt x="72" y="328"/>
                </a:lnTo>
                <a:lnTo>
                  <a:pt x="71" y="327"/>
                </a:lnTo>
                <a:lnTo>
                  <a:pt x="70" y="327"/>
                </a:lnTo>
                <a:lnTo>
                  <a:pt x="70" y="326"/>
                </a:lnTo>
                <a:lnTo>
                  <a:pt x="69" y="326"/>
                </a:lnTo>
                <a:lnTo>
                  <a:pt x="70" y="325"/>
                </a:lnTo>
                <a:lnTo>
                  <a:pt x="69" y="325"/>
                </a:lnTo>
                <a:lnTo>
                  <a:pt x="69" y="324"/>
                </a:lnTo>
                <a:lnTo>
                  <a:pt x="68" y="323"/>
                </a:lnTo>
                <a:lnTo>
                  <a:pt x="67" y="323"/>
                </a:lnTo>
                <a:lnTo>
                  <a:pt x="67" y="322"/>
                </a:lnTo>
                <a:lnTo>
                  <a:pt x="68" y="322"/>
                </a:lnTo>
                <a:lnTo>
                  <a:pt x="68" y="321"/>
                </a:lnTo>
                <a:lnTo>
                  <a:pt x="68" y="320"/>
                </a:lnTo>
                <a:lnTo>
                  <a:pt x="67" y="320"/>
                </a:lnTo>
                <a:lnTo>
                  <a:pt x="67" y="319"/>
                </a:lnTo>
                <a:lnTo>
                  <a:pt x="66" y="319"/>
                </a:lnTo>
                <a:lnTo>
                  <a:pt x="67" y="318"/>
                </a:lnTo>
                <a:lnTo>
                  <a:pt x="68" y="317"/>
                </a:lnTo>
                <a:lnTo>
                  <a:pt x="68" y="316"/>
                </a:lnTo>
                <a:lnTo>
                  <a:pt x="68" y="315"/>
                </a:lnTo>
                <a:lnTo>
                  <a:pt x="68" y="314"/>
                </a:lnTo>
                <a:lnTo>
                  <a:pt x="67" y="314"/>
                </a:lnTo>
                <a:lnTo>
                  <a:pt x="67" y="313"/>
                </a:lnTo>
                <a:lnTo>
                  <a:pt x="68" y="313"/>
                </a:lnTo>
                <a:lnTo>
                  <a:pt x="68" y="312"/>
                </a:lnTo>
                <a:lnTo>
                  <a:pt x="68" y="310"/>
                </a:lnTo>
                <a:lnTo>
                  <a:pt x="67" y="309"/>
                </a:lnTo>
                <a:lnTo>
                  <a:pt x="66" y="309"/>
                </a:lnTo>
                <a:lnTo>
                  <a:pt x="65" y="308"/>
                </a:lnTo>
                <a:lnTo>
                  <a:pt x="65" y="306"/>
                </a:lnTo>
                <a:lnTo>
                  <a:pt x="64" y="306"/>
                </a:lnTo>
                <a:lnTo>
                  <a:pt x="63" y="305"/>
                </a:lnTo>
                <a:lnTo>
                  <a:pt x="64" y="305"/>
                </a:lnTo>
                <a:lnTo>
                  <a:pt x="64" y="304"/>
                </a:lnTo>
                <a:lnTo>
                  <a:pt x="65" y="304"/>
                </a:lnTo>
                <a:lnTo>
                  <a:pt x="65" y="303"/>
                </a:lnTo>
                <a:lnTo>
                  <a:pt x="64" y="303"/>
                </a:lnTo>
                <a:lnTo>
                  <a:pt x="63" y="302"/>
                </a:lnTo>
                <a:lnTo>
                  <a:pt x="63" y="301"/>
                </a:lnTo>
                <a:lnTo>
                  <a:pt x="62" y="301"/>
                </a:lnTo>
                <a:lnTo>
                  <a:pt x="62" y="302"/>
                </a:lnTo>
                <a:lnTo>
                  <a:pt x="61" y="302"/>
                </a:lnTo>
                <a:lnTo>
                  <a:pt x="60" y="301"/>
                </a:lnTo>
                <a:lnTo>
                  <a:pt x="59" y="302"/>
                </a:lnTo>
                <a:lnTo>
                  <a:pt x="58" y="303"/>
                </a:lnTo>
                <a:lnTo>
                  <a:pt x="57" y="303"/>
                </a:lnTo>
                <a:lnTo>
                  <a:pt x="56" y="303"/>
                </a:lnTo>
                <a:lnTo>
                  <a:pt x="55" y="303"/>
                </a:lnTo>
                <a:lnTo>
                  <a:pt x="54" y="303"/>
                </a:lnTo>
                <a:lnTo>
                  <a:pt x="54" y="302"/>
                </a:lnTo>
                <a:lnTo>
                  <a:pt x="53" y="302"/>
                </a:lnTo>
                <a:lnTo>
                  <a:pt x="52" y="302"/>
                </a:lnTo>
                <a:lnTo>
                  <a:pt x="51" y="303"/>
                </a:lnTo>
                <a:lnTo>
                  <a:pt x="50" y="304"/>
                </a:lnTo>
                <a:lnTo>
                  <a:pt x="49" y="304"/>
                </a:lnTo>
                <a:lnTo>
                  <a:pt x="49" y="303"/>
                </a:lnTo>
                <a:lnTo>
                  <a:pt x="49" y="302"/>
                </a:lnTo>
                <a:lnTo>
                  <a:pt x="50" y="302"/>
                </a:lnTo>
                <a:lnTo>
                  <a:pt x="49" y="302"/>
                </a:lnTo>
                <a:lnTo>
                  <a:pt x="49" y="301"/>
                </a:lnTo>
                <a:lnTo>
                  <a:pt x="48" y="301"/>
                </a:lnTo>
                <a:lnTo>
                  <a:pt x="48" y="302"/>
                </a:lnTo>
                <a:lnTo>
                  <a:pt x="47" y="302"/>
                </a:lnTo>
                <a:lnTo>
                  <a:pt x="46" y="302"/>
                </a:lnTo>
                <a:lnTo>
                  <a:pt x="45" y="303"/>
                </a:lnTo>
                <a:lnTo>
                  <a:pt x="44" y="303"/>
                </a:lnTo>
                <a:lnTo>
                  <a:pt x="43" y="303"/>
                </a:lnTo>
                <a:lnTo>
                  <a:pt x="42" y="304"/>
                </a:lnTo>
                <a:lnTo>
                  <a:pt x="41" y="304"/>
                </a:lnTo>
                <a:lnTo>
                  <a:pt x="41" y="303"/>
                </a:lnTo>
                <a:lnTo>
                  <a:pt x="40" y="303"/>
                </a:lnTo>
                <a:lnTo>
                  <a:pt x="39" y="302"/>
                </a:lnTo>
                <a:lnTo>
                  <a:pt x="39" y="303"/>
                </a:lnTo>
                <a:lnTo>
                  <a:pt x="38" y="303"/>
                </a:lnTo>
                <a:lnTo>
                  <a:pt x="37" y="302"/>
                </a:lnTo>
                <a:lnTo>
                  <a:pt x="37" y="301"/>
                </a:lnTo>
                <a:lnTo>
                  <a:pt x="36" y="301"/>
                </a:lnTo>
                <a:lnTo>
                  <a:pt x="35" y="301"/>
                </a:lnTo>
                <a:lnTo>
                  <a:pt x="35" y="300"/>
                </a:lnTo>
                <a:lnTo>
                  <a:pt x="35" y="299"/>
                </a:lnTo>
                <a:lnTo>
                  <a:pt x="34" y="299"/>
                </a:lnTo>
                <a:lnTo>
                  <a:pt x="34" y="298"/>
                </a:lnTo>
                <a:lnTo>
                  <a:pt x="35" y="297"/>
                </a:lnTo>
                <a:lnTo>
                  <a:pt x="36" y="297"/>
                </a:lnTo>
                <a:lnTo>
                  <a:pt x="36" y="296"/>
                </a:lnTo>
                <a:lnTo>
                  <a:pt x="35" y="296"/>
                </a:lnTo>
                <a:lnTo>
                  <a:pt x="33" y="295"/>
                </a:lnTo>
                <a:lnTo>
                  <a:pt x="32" y="296"/>
                </a:lnTo>
                <a:lnTo>
                  <a:pt x="31" y="296"/>
                </a:lnTo>
                <a:lnTo>
                  <a:pt x="31" y="295"/>
                </a:lnTo>
                <a:lnTo>
                  <a:pt x="30" y="295"/>
                </a:lnTo>
                <a:lnTo>
                  <a:pt x="29" y="296"/>
                </a:lnTo>
                <a:lnTo>
                  <a:pt x="28" y="296"/>
                </a:lnTo>
                <a:lnTo>
                  <a:pt x="28" y="295"/>
                </a:lnTo>
                <a:lnTo>
                  <a:pt x="28" y="294"/>
                </a:lnTo>
                <a:lnTo>
                  <a:pt x="28" y="293"/>
                </a:lnTo>
                <a:lnTo>
                  <a:pt x="27" y="293"/>
                </a:lnTo>
                <a:lnTo>
                  <a:pt x="28" y="292"/>
                </a:lnTo>
                <a:lnTo>
                  <a:pt x="28" y="291"/>
                </a:lnTo>
                <a:lnTo>
                  <a:pt x="29" y="291"/>
                </a:lnTo>
                <a:lnTo>
                  <a:pt x="30" y="291"/>
                </a:lnTo>
                <a:lnTo>
                  <a:pt x="31" y="290"/>
                </a:lnTo>
                <a:lnTo>
                  <a:pt x="31" y="289"/>
                </a:lnTo>
                <a:lnTo>
                  <a:pt x="30" y="287"/>
                </a:lnTo>
                <a:lnTo>
                  <a:pt x="29" y="287"/>
                </a:lnTo>
                <a:lnTo>
                  <a:pt x="28" y="287"/>
                </a:lnTo>
                <a:lnTo>
                  <a:pt x="27" y="288"/>
                </a:lnTo>
                <a:lnTo>
                  <a:pt x="26" y="288"/>
                </a:lnTo>
                <a:lnTo>
                  <a:pt x="25" y="289"/>
                </a:lnTo>
                <a:lnTo>
                  <a:pt x="24" y="290"/>
                </a:lnTo>
                <a:lnTo>
                  <a:pt x="22" y="289"/>
                </a:lnTo>
                <a:lnTo>
                  <a:pt x="22" y="288"/>
                </a:lnTo>
                <a:lnTo>
                  <a:pt x="21" y="288"/>
                </a:lnTo>
                <a:lnTo>
                  <a:pt x="20" y="289"/>
                </a:lnTo>
                <a:lnTo>
                  <a:pt x="20" y="290"/>
                </a:lnTo>
                <a:lnTo>
                  <a:pt x="19" y="290"/>
                </a:lnTo>
                <a:lnTo>
                  <a:pt x="19" y="289"/>
                </a:lnTo>
                <a:lnTo>
                  <a:pt x="18" y="288"/>
                </a:lnTo>
                <a:lnTo>
                  <a:pt x="17" y="287"/>
                </a:lnTo>
                <a:lnTo>
                  <a:pt x="16" y="287"/>
                </a:lnTo>
                <a:lnTo>
                  <a:pt x="15" y="287"/>
                </a:lnTo>
                <a:lnTo>
                  <a:pt x="14" y="287"/>
                </a:lnTo>
                <a:lnTo>
                  <a:pt x="14" y="286"/>
                </a:lnTo>
                <a:lnTo>
                  <a:pt x="13" y="286"/>
                </a:lnTo>
                <a:lnTo>
                  <a:pt x="12" y="285"/>
                </a:lnTo>
                <a:lnTo>
                  <a:pt x="11" y="284"/>
                </a:lnTo>
                <a:lnTo>
                  <a:pt x="10" y="284"/>
                </a:lnTo>
                <a:lnTo>
                  <a:pt x="10" y="283"/>
                </a:lnTo>
                <a:lnTo>
                  <a:pt x="10" y="282"/>
                </a:lnTo>
                <a:lnTo>
                  <a:pt x="10" y="281"/>
                </a:lnTo>
                <a:lnTo>
                  <a:pt x="9" y="281"/>
                </a:lnTo>
                <a:lnTo>
                  <a:pt x="8" y="281"/>
                </a:lnTo>
                <a:lnTo>
                  <a:pt x="7" y="281"/>
                </a:lnTo>
                <a:lnTo>
                  <a:pt x="6" y="280"/>
                </a:lnTo>
                <a:lnTo>
                  <a:pt x="5" y="281"/>
                </a:lnTo>
                <a:lnTo>
                  <a:pt x="5" y="280"/>
                </a:lnTo>
                <a:lnTo>
                  <a:pt x="6" y="279"/>
                </a:lnTo>
                <a:lnTo>
                  <a:pt x="6" y="278"/>
                </a:lnTo>
                <a:lnTo>
                  <a:pt x="5" y="278"/>
                </a:lnTo>
                <a:lnTo>
                  <a:pt x="4" y="278"/>
                </a:lnTo>
                <a:lnTo>
                  <a:pt x="3" y="278"/>
                </a:lnTo>
                <a:lnTo>
                  <a:pt x="3" y="277"/>
                </a:lnTo>
                <a:lnTo>
                  <a:pt x="2" y="277"/>
                </a:lnTo>
                <a:lnTo>
                  <a:pt x="2" y="275"/>
                </a:lnTo>
                <a:lnTo>
                  <a:pt x="1" y="275"/>
                </a:lnTo>
                <a:lnTo>
                  <a:pt x="0" y="273"/>
                </a:lnTo>
                <a:lnTo>
                  <a:pt x="1" y="273"/>
                </a:lnTo>
                <a:lnTo>
                  <a:pt x="1" y="272"/>
                </a:lnTo>
                <a:lnTo>
                  <a:pt x="1" y="271"/>
                </a:lnTo>
                <a:lnTo>
                  <a:pt x="2" y="270"/>
                </a:lnTo>
                <a:lnTo>
                  <a:pt x="3" y="269"/>
                </a:lnTo>
                <a:lnTo>
                  <a:pt x="3" y="268"/>
                </a:lnTo>
                <a:lnTo>
                  <a:pt x="4" y="268"/>
                </a:lnTo>
                <a:lnTo>
                  <a:pt x="4" y="267"/>
                </a:lnTo>
                <a:lnTo>
                  <a:pt x="4" y="265"/>
                </a:lnTo>
                <a:lnTo>
                  <a:pt x="4" y="263"/>
                </a:lnTo>
                <a:lnTo>
                  <a:pt x="4" y="262"/>
                </a:lnTo>
                <a:lnTo>
                  <a:pt x="5" y="262"/>
                </a:lnTo>
                <a:lnTo>
                  <a:pt x="5" y="261"/>
                </a:lnTo>
                <a:lnTo>
                  <a:pt x="5" y="260"/>
                </a:lnTo>
                <a:lnTo>
                  <a:pt x="5" y="259"/>
                </a:lnTo>
                <a:lnTo>
                  <a:pt x="5" y="258"/>
                </a:lnTo>
                <a:lnTo>
                  <a:pt x="7" y="258"/>
                </a:lnTo>
                <a:lnTo>
                  <a:pt x="8" y="258"/>
                </a:lnTo>
                <a:lnTo>
                  <a:pt x="9" y="258"/>
                </a:lnTo>
                <a:lnTo>
                  <a:pt x="9" y="259"/>
                </a:lnTo>
                <a:lnTo>
                  <a:pt x="12" y="259"/>
                </a:lnTo>
                <a:lnTo>
                  <a:pt x="12" y="258"/>
                </a:lnTo>
                <a:lnTo>
                  <a:pt x="13" y="258"/>
                </a:lnTo>
                <a:lnTo>
                  <a:pt x="14" y="258"/>
                </a:lnTo>
                <a:lnTo>
                  <a:pt x="15" y="256"/>
                </a:lnTo>
                <a:lnTo>
                  <a:pt x="16" y="256"/>
                </a:lnTo>
                <a:lnTo>
                  <a:pt x="16" y="254"/>
                </a:lnTo>
                <a:lnTo>
                  <a:pt x="14" y="253"/>
                </a:lnTo>
                <a:lnTo>
                  <a:pt x="13" y="253"/>
                </a:lnTo>
                <a:lnTo>
                  <a:pt x="13" y="254"/>
                </a:lnTo>
                <a:lnTo>
                  <a:pt x="13" y="253"/>
                </a:lnTo>
                <a:lnTo>
                  <a:pt x="12" y="253"/>
                </a:lnTo>
                <a:lnTo>
                  <a:pt x="11" y="253"/>
                </a:lnTo>
                <a:lnTo>
                  <a:pt x="10" y="252"/>
                </a:lnTo>
                <a:lnTo>
                  <a:pt x="10" y="253"/>
                </a:lnTo>
                <a:lnTo>
                  <a:pt x="9" y="252"/>
                </a:lnTo>
                <a:lnTo>
                  <a:pt x="8" y="251"/>
                </a:lnTo>
                <a:lnTo>
                  <a:pt x="8" y="249"/>
                </a:lnTo>
                <a:lnTo>
                  <a:pt x="9" y="249"/>
                </a:lnTo>
                <a:lnTo>
                  <a:pt x="9" y="248"/>
                </a:lnTo>
                <a:lnTo>
                  <a:pt x="10" y="248"/>
                </a:lnTo>
                <a:lnTo>
                  <a:pt x="10" y="247"/>
                </a:lnTo>
                <a:lnTo>
                  <a:pt x="11" y="247"/>
                </a:lnTo>
                <a:lnTo>
                  <a:pt x="11" y="246"/>
                </a:lnTo>
                <a:lnTo>
                  <a:pt x="13" y="246"/>
                </a:lnTo>
                <a:lnTo>
                  <a:pt x="13" y="247"/>
                </a:lnTo>
                <a:lnTo>
                  <a:pt x="14" y="247"/>
                </a:lnTo>
                <a:lnTo>
                  <a:pt x="15" y="247"/>
                </a:lnTo>
                <a:lnTo>
                  <a:pt x="16" y="248"/>
                </a:lnTo>
                <a:lnTo>
                  <a:pt x="17" y="248"/>
                </a:lnTo>
                <a:lnTo>
                  <a:pt x="18" y="248"/>
                </a:lnTo>
                <a:lnTo>
                  <a:pt x="18" y="247"/>
                </a:lnTo>
                <a:lnTo>
                  <a:pt x="18" y="246"/>
                </a:lnTo>
                <a:lnTo>
                  <a:pt x="19" y="246"/>
                </a:lnTo>
                <a:lnTo>
                  <a:pt x="19" y="247"/>
                </a:lnTo>
                <a:lnTo>
                  <a:pt x="20" y="247"/>
                </a:lnTo>
                <a:lnTo>
                  <a:pt x="21" y="247"/>
                </a:lnTo>
                <a:lnTo>
                  <a:pt x="21" y="246"/>
                </a:lnTo>
                <a:lnTo>
                  <a:pt x="21" y="245"/>
                </a:lnTo>
                <a:lnTo>
                  <a:pt x="21" y="244"/>
                </a:lnTo>
                <a:lnTo>
                  <a:pt x="22" y="243"/>
                </a:lnTo>
                <a:lnTo>
                  <a:pt x="22" y="242"/>
                </a:lnTo>
                <a:lnTo>
                  <a:pt x="21" y="241"/>
                </a:lnTo>
                <a:lnTo>
                  <a:pt x="22" y="241"/>
                </a:lnTo>
                <a:lnTo>
                  <a:pt x="23" y="241"/>
                </a:lnTo>
                <a:lnTo>
                  <a:pt x="25" y="240"/>
                </a:lnTo>
                <a:lnTo>
                  <a:pt x="26" y="240"/>
                </a:lnTo>
                <a:lnTo>
                  <a:pt x="27" y="239"/>
                </a:lnTo>
                <a:lnTo>
                  <a:pt x="27" y="238"/>
                </a:lnTo>
                <a:lnTo>
                  <a:pt x="28" y="237"/>
                </a:lnTo>
                <a:lnTo>
                  <a:pt x="31" y="235"/>
                </a:lnTo>
                <a:lnTo>
                  <a:pt x="32" y="235"/>
                </a:lnTo>
                <a:lnTo>
                  <a:pt x="32" y="234"/>
                </a:lnTo>
                <a:lnTo>
                  <a:pt x="31" y="234"/>
                </a:lnTo>
                <a:lnTo>
                  <a:pt x="30" y="234"/>
                </a:lnTo>
                <a:lnTo>
                  <a:pt x="30" y="233"/>
                </a:lnTo>
                <a:lnTo>
                  <a:pt x="29" y="232"/>
                </a:lnTo>
                <a:lnTo>
                  <a:pt x="30" y="232"/>
                </a:lnTo>
                <a:lnTo>
                  <a:pt x="30" y="231"/>
                </a:lnTo>
                <a:lnTo>
                  <a:pt x="31" y="232"/>
                </a:lnTo>
                <a:lnTo>
                  <a:pt x="32" y="232"/>
                </a:lnTo>
                <a:lnTo>
                  <a:pt x="33" y="231"/>
                </a:lnTo>
                <a:lnTo>
                  <a:pt x="33" y="230"/>
                </a:lnTo>
                <a:lnTo>
                  <a:pt x="34" y="228"/>
                </a:lnTo>
                <a:lnTo>
                  <a:pt x="35" y="228"/>
                </a:lnTo>
                <a:lnTo>
                  <a:pt x="36" y="227"/>
                </a:lnTo>
                <a:lnTo>
                  <a:pt x="37" y="226"/>
                </a:lnTo>
                <a:lnTo>
                  <a:pt x="37" y="225"/>
                </a:lnTo>
                <a:lnTo>
                  <a:pt x="36" y="223"/>
                </a:lnTo>
                <a:lnTo>
                  <a:pt x="36" y="222"/>
                </a:lnTo>
                <a:lnTo>
                  <a:pt x="37" y="221"/>
                </a:lnTo>
                <a:lnTo>
                  <a:pt x="38" y="221"/>
                </a:lnTo>
                <a:lnTo>
                  <a:pt x="39" y="221"/>
                </a:lnTo>
                <a:lnTo>
                  <a:pt x="40" y="221"/>
                </a:lnTo>
                <a:lnTo>
                  <a:pt x="41" y="221"/>
                </a:lnTo>
                <a:lnTo>
                  <a:pt x="42" y="221"/>
                </a:lnTo>
                <a:lnTo>
                  <a:pt x="42" y="220"/>
                </a:lnTo>
                <a:lnTo>
                  <a:pt x="42" y="219"/>
                </a:lnTo>
                <a:lnTo>
                  <a:pt x="43" y="219"/>
                </a:lnTo>
                <a:lnTo>
                  <a:pt x="43" y="220"/>
                </a:lnTo>
                <a:lnTo>
                  <a:pt x="43" y="221"/>
                </a:lnTo>
                <a:lnTo>
                  <a:pt x="44" y="220"/>
                </a:lnTo>
                <a:lnTo>
                  <a:pt x="44" y="219"/>
                </a:lnTo>
                <a:lnTo>
                  <a:pt x="44" y="218"/>
                </a:lnTo>
                <a:lnTo>
                  <a:pt x="43" y="218"/>
                </a:lnTo>
                <a:lnTo>
                  <a:pt x="43" y="217"/>
                </a:lnTo>
                <a:lnTo>
                  <a:pt x="44" y="216"/>
                </a:lnTo>
                <a:lnTo>
                  <a:pt x="44" y="215"/>
                </a:lnTo>
                <a:lnTo>
                  <a:pt x="43" y="214"/>
                </a:lnTo>
                <a:lnTo>
                  <a:pt x="42" y="214"/>
                </a:lnTo>
                <a:lnTo>
                  <a:pt x="43" y="213"/>
                </a:lnTo>
                <a:lnTo>
                  <a:pt x="44" y="212"/>
                </a:lnTo>
                <a:lnTo>
                  <a:pt x="46" y="212"/>
                </a:lnTo>
                <a:lnTo>
                  <a:pt x="47" y="212"/>
                </a:lnTo>
                <a:lnTo>
                  <a:pt x="47" y="211"/>
                </a:lnTo>
                <a:lnTo>
                  <a:pt x="48" y="212"/>
                </a:lnTo>
                <a:lnTo>
                  <a:pt x="48" y="211"/>
                </a:lnTo>
                <a:lnTo>
                  <a:pt x="48" y="210"/>
                </a:lnTo>
                <a:lnTo>
                  <a:pt x="48" y="209"/>
                </a:lnTo>
                <a:lnTo>
                  <a:pt x="48" y="208"/>
                </a:lnTo>
                <a:lnTo>
                  <a:pt x="48" y="207"/>
                </a:lnTo>
                <a:lnTo>
                  <a:pt x="49" y="207"/>
                </a:lnTo>
                <a:lnTo>
                  <a:pt x="49" y="206"/>
                </a:lnTo>
                <a:lnTo>
                  <a:pt x="50" y="206"/>
                </a:lnTo>
                <a:lnTo>
                  <a:pt x="51" y="205"/>
                </a:lnTo>
                <a:lnTo>
                  <a:pt x="50" y="205"/>
                </a:lnTo>
                <a:lnTo>
                  <a:pt x="50" y="204"/>
                </a:lnTo>
                <a:lnTo>
                  <a:pt x="50" y="203"/>
                </a:lnTo>
                <a:lnTo>
                  <a:pt x="51" y="203"/>
                </a:lnTo>
                <a:lnTo>
                  <a:pt x="51" y="202"/>
                </a:lnTo>
                <a:lnTo>
                  <a:pt x="49" y="201"/>
                </a:lnTo>
                <a:lnTo>
                  <a:pt x="49" y="200"/>
                </a:lnTo>
                <a:lnTo>
                  <a:pt x="48" y="200"/>
                </a:lnTo>
                <a:lnTo>
                  <a:pt x="48" y="199"/>
                </a:lnTo>
                <a:lnTo>
                  <a:pt x="47" y="199"/>
                </a:lnTo>
                <a:lnTo>
                  <a:pt x="47" y="198"/>
                </a:lnTo>
                <a:lnTo>
                  <a:pt x="47" y="197"/>
                </a:lnTo>
                <a:lnTo>
                  <a:pt x="49" y="197"/>
                </a:lnTo>
                <a:lnTo>
                  <a:pt x="50" y="197"/>
                </a:lnTo>
                <a:lnTo>
                  <a:pt x="51" y="197"/>
                </a:lnTo>
                <a:lnTo>
                  <a:pt x="52" y="197"/>
                </a:lnTo>
                <a:lnTo>
                  <a:pt x="52" y="196"/>
                </a:lnTo>
                <a:lnTo>
                  <a:pt x="51" y="195"/>
                </a:lnTo>
                <a:lnTo>
                  <a:pt x="52" y="195"/>
                </a:lnTo>
                <a:lnTo>
                  <a:pt x="52" y="194"/>
                </a:lnTo>
                <a:lnTo>
                  <a:pt x="51" y="194"/>
                </a:lnTo>
                <a:lnTo>
                  <a:pt x="50" y="193"/>
                </a:lnTo>
                <a:lnTo>
                  <a:pt x="49" y="193"/>
                </a:lnTo>
                <a:lnTo>
                  <a:pt x="47" y="192"/>
                </a:lnTo>
                <a:lnTo>
                  <a:pt x="46" y="192"/>
                </a:lnTo>
                <a:lnTo>
                  <a:pt x="45" y="192"/>
                </a:lnTo>
                <a:lnTo>
                  <a:pt x="45" y="191"/>
                </a:lnTo>
                <a:lnTo>
                  <a:pt x="44" y="190"/>
                </a:lnTo>
                <a:lnTo>
                  <a:pt x="43" y="189"/>
                </a:lnTo>
                <a:lnTo>
                  <a:pt x="42" y="189"/>
                </a:lnTo>
                <a:lnTo>
                  <a:pt x="42" y="188"/>
                </a:lnTo>
                <a:lnTo>
                  <a:pt x="42" y="187"/>
                </a:lnTo>
                <a:lnTo>
                  <a:pt x="42" y="186"/>
                </a:lnTo>
                <a:lnTo>
                  <a:pt x="42" y="185"/>
                </a:lnTo>
                <a:lnTo>
                  <a:pt x="42" y="184"/>
                </a:lnTo>
                <a:lnTo>
                  <a:pt x="41" y="184"/>
                </a:lnTo>
                <a:lnTo>
                  <a:pt x="41" y="182"/>
                </a:lnTo>
                <a:lnTo>
                  <a:pt x="42" y="181"/>
                </a:lnTo>
                <a:lnTo>
                  <a:pt x="42" y="180"/>
                </a:lnTo>
                <a:lnTo>
                  <a:pt x="43" y="180"/>
                </a:lnTo>
                <a:lnTo>
                  <a:pt x="43" y="179"/>
                </a:lnTo>
                <a:lnTo>
                  <a:pt x="42" y="179"/>
                </a:lnTo>
                <a:lnTo>
                  <a:pt x="41" y="179"/>
                </a:lnTo>
                <a:lnTo>
                  <a:pt x="41" y="178"/>
                </a:lnTo>
                <a:lnTo>
                  <a:pt x="42" y="178"/>
                </a:lnTo>
                <a:lnTo>
                  <a:pt x="43" y="176"/>
                </a:lnTo>
                <a:lnTo>
                  <a:pt x="42" y="176"/>
                </a:lnTo>
                <a:lnTo>
                  <a:pt x="41" y="176"/>
                </a:lnTo>
                <a:lnTo>
                  <a:pt x="41" y="175"/>
                </a:lnTo>
                <a:lnTo>
                  <a:pt x="40" y="175"/>
                </a:lnTo>
                <a:lnTo>
                  <a:pt x="40" y="174"/>
                </a:lnTo>
                <a:lnTo>
                  <a:pt x="41" y="173"/>
                </a:lnTo>
                <a:lnTo>
                  <a:pt x="42" y="173"/>
                </a:lnTo>
                <a:lnTo>
                  <a:pt x="42" y="172"/>
                </a:lnTo>
                <a:lnTo>
                  <a:pt x="43" y="171"/>
                </a:lnTo>
                <a:lnTo>
                  <a:pt x="43" y="170"/>
                </a:lnTo>
                <a:lnTo>
                  <a:pt x="43" y="169"/>
                </a:lnTo>
                <a:lnTo>
                  <a:pt x="43" y="168"/>
                </a:lnTo>
                <a:lnTo>
                  <a:pt x="44" y="168"/>
                </a:lnTo>
                <a:lnTo>
                  <a:pt x="43" y="167"/>
                </a:lnTo>
                <a:lnTo>
                  <a:pt x="44" y="167"/>
                </a:lnTo>
                <a:lnTo>
                  <a:pt x="44" y="166"/>
                </a:lnTo>
                <a:lnTo>
                  <a:pt x="44" y="165"/>
                </a:lnTo>
                <a:lnTo>
                  <a:pt x="44" y="164"/>
                </a:lnTo>
                <a:lnTo>
                  <a:pt x="43" y="164"/>
                </a:lnTo>
                <a:lnTo>
                  <a:pt x="43" y="163"/>
                </a:lnTo>
                <a:lnTo>
                  <a:pt x="44" y="163"/>
                </a:lnTo>
                <a:lnTo>
                  <a:pt x="44" y="162"/>
                </a:lnTo>
                <a:lnTo>
                  <a:pt x="44" y="160"/>
                </a:lnTo>
                <a:lnTo>
                  <a:pt x="44" y="159"/>
                </a:lnTo>
                <a:lnTo>
                  <a:pt x="43" y="159"/>
                </a:lnTo>
                <a:lnTo>
                  <a:pt x="43" y="158"/>
                </a:lnTo>
                <a:lnTo>
                  <a:pt x="44" y="158"/>
                </a:lnTo>
                <a:lnTo>
                  <a:pt x="44" y="157"/>
                </a:lnTo>
                <a:lnTo>
                  <a:pt x="44" y="156"/>
                </a:lnTo>
                <a:lnTo>
                  <a:pt x="43" y="155"/>
                </a:lnTo>
                <a:lnTo>
                  <a:pt x="44" y="155"/>
                </a:lnTo>
                <a:lnTo>
                  <a:pt x="44" y="154"/>
                </a:lnTo>
                <a:lnTo>
                  <a:pt x="45" y="154"/>
                </a:lnTo>
                <a:lnTo>
                  <a:pt x="45" y="153"/>
                </a:lnTo>
                <a:lnTo>
                  <a:pt x="46" y="153"/>
                </a:lnTo>
                <a:lnTo>
                  <a:pt x="46" y="152"/>
                </a:lnTo>
                <a:lnTo>
                  <a:pt x="47" y="152"/>
                </a:lnTo>
                <a:lnTo>
                  <a:pt x="47" y="151"/>
                </a:lnTo>
                <a:lnTo>
                  <a:pt x="48" y="150"/>
                </a:lnTo>
                <a:lnTo>
                  <a:pt x="48" y="149"/>
                </a:lnTo>
                <a:lnTo>
                  <a:pt x="48" y="148"/>
                </a:lnTo>
                <a:lnTo>
                  <a:pt x="49" y="147"/>
                </a:lnTo>
                <a:lnTo>
                  <a:pt x="48" y="146"/>
                </a:lnTo>
                <a:lnTo>
                  <a:pt x="48" y="145"/>
                </a:lnTo>
                <a:lnTo>
                  <a:pt x="48" y="144"/>
                </a:lnTo>
                <a:lnTo>
                  <a:pt x="49" y="143"/>
                </a:lnTo>
                <a:lnTo>
                  <a:pt x="48" y="142"/>
                </a:lnTo>
                <a:lnTo>
                  <a:pt x="48" y="141"/>
                </a:lnTo>
                <a:lnTo>
                  <a:pt x="47" y="141"/>
                </a:lnTo>
                <a:lnTo>
                  <a:pt x="45" y="140"/>
                </a:lnTo>
                <a:lnTo>
                  <a:pt x="44" y="140"/>
                </a:lnTo>
                <a:lnTo>
                  <a:pt x="43" y="140"/>
                </a:lnTo>
                <a:lnTo>
                  <a:pt x="42" y="140"/>
                </a:lnTo>
                <a:lnTo>
                  <a:pt x="42" y="139"/>
                </a:lnTo>
                <a:lnTo>
                  <a:pt x="41" y="138"/>
                </a:lnTo>
                <a:lnTo>
                  <a:pt x="42" y="138"/>
                </a:lnTo>
                <a:lnTo>
                  <a:pt x="42" y="137"/>
                </a:lnTo>
                <a:lnTo>
                  <a:pt x="41" y="137"/>
                </a:lnTo>
                <a:lnTo>
                  <a:pt x="40" y="137"/>
                </a:lnTo>
                <a:lnTo>
                  <a:pt x="40" y="136"/>
                </a:lnTo>
                <a:lnTo>
                  <a:pt x="40" y="135"/>
                </a:lnTo>
                <a:lnTo>
                  <a:pt x="39" y="134"/>
                </a:lnTo>
                <a:lnTo>
                  <a:pt x="39" y="133"/>
                </a:lnTo>
                <a:lnTo>
                  <a:pt x="38" y="133"/>
                </a:lnTo>
                <a:lnTo>
                  <a:pt x="36" y="133"/>
                </a:lnTo>
                <a:lnTo>
                  <a:pt x="36" y="132"/>
                </a:lnTo>
                <a:lnTo>
                  <a:pt x="36" y="131"/>
                </a:lnTo>
                <a:lnTo>
                  <a:pt x="37" y="130"/>
                </a:lnTo>
                <a:lnTo>
                  <a:pt x="38" y="129"/>
                </a:lnTo>
                <a:lnTo>
                  <a:pt x="39" y="128"/>
                </a:lnTo>
                <a:lnTo>
                  <a:pt x="39" y="127"/>
                </a:lnTo>
                <a:lnTo>
                  <a:pt x="39" y="126"/>
                </a:lnTo>
                <a:lnTo>
                  <a:pt x="40" y="125"/>
                </a:lnTo>
                <a:lnTo>
                  <a:pt x="41" y="125"/>
                </a:lnTo>
                <a:lnTo>
                  <a:pt x="42" y="125"/>
                </a:lnTo>
                <a:lnTo>
                  <a:pt x="42" y="124"/>
                </a:lnTo>
                <a:lnTo>
                  <a:pt x="44" y="123"/>
                </a:lnTo>
                <a:lnTo>
                  <a:pt x="44" y="122"/>
                </a:lnTo>
                <a:lnTo>
                  <a:pt x="45" y="122"/>
                </a:lnTo>
                <a:lnTo>
                  <a:pt x="45" y="121"/>
                </a:lnTo>
                <a:lnTo>
                  <a:pt x="46" y="121"/>
                </a:lnTo>
                <a:lnTo>
                  <a:pt x="47" y="121"/>
                </a:lnTo>
                <a:lnTo>
                  <a:pt x="48" y="121"/>
                </a:lnTo>
                <a:lnTo>
                  <a:pt x="49" y="121"/>
                </a:lnTo>
                <a:lnTo>
                  <a:pt x="50" y="121"/>
                </a:lnTo>
                <a:lnTo>
                  <a:pt x="51" y="121"/>
                </a:lnTo>
                <a:lnTo>
                  <a:pt x="52" y="121"/>
                </a:lnTo>
                <a:lnTo>
                  <a:pt x="52" y="120"/>
                </a:lnTo>
                <a:lnTo>
                  <a:pt x="53" y="120"/>
                </a:lnTo>
                <a:lnTo>
                  <a:pt x="53" y="119"/>
                </a:lnTo>
                <a:lnTo>
                  <a:pt x="54" y="118"/>
                </a:lnTo>
                <a:lnTo>
                  <a:pt x="55" y="118"/>
                </a:lnTo>
                <a:lnTo>
                  <a:pt x="57" y="117"/>
                </a:lnTo>
                <a:lnTo>
                  <a:pt x="58" y="116"/>
                </a:lnTo>
                <a:lnTo>
                  <a:pt x="58" y="115"/>
                </a:lnTo>
                <a:lnTo>
                  <a:pt x="59" y="115"/>
                </a:lnTo>
                <a:lnTo>
                  <a:pt x="59" y="114"/>
                </a:lnTo>
                <a:lnTo>
                  <a:pt x="59" y="113"/>
                </a:lnTo>
                <a:lnTo>
                  <a:pt x="59" y="112"/>
                </a:lnTo>
                <a:lnTo>
                  <a:pt x="60" y="112"/>
                </a:lnTo>
                <a:lnTo>
                  <a:pt x="60" y="113"/>
                </a:lnTo>
                <a:lnTo>
                  <a:pt x="61" y="113"/>
                </a:lnTo>
                <a:lnTo>
                  <a:pt x="61" y="114"/>
                </a:lnTo>
                <a:lnTo>
                  <a:pt x="62" y="114"/>
                </a:lnTo>
                <a:lnTo>
                  <a:pt x="63" y="115"/>
                </a:lnTo>
                <a:lnTo>
                  <a:pt x="64" y="115"/>
                </a:lnTo>
                <a:lnTo>
                  <a:pt x="65" y="115"/>
                </a:lnTo>
                <a:lnTo>
                  <a:pt x="66" y="115"/>
                </a:lnTo>
                <a:lnTo>
                  <a:pt x="66" y="116"/>
                </a:lnTo>
                <a:lnTo>
                  <a:pt x="66" y="118"/>
                </a:lnTo>
                <a:lnTo>
                  <a:pt x="65" y="118"/>
                </a:lnTo>
                <a:lnTo>
                  <a:pt x="65" y="119"/>
                </a:lnTo>
                <a:lnTo>
                  <a:pt x="64" y="119"/>
                </a:lnTo>
                <a:lnTo>
                  <a:pt x="63" y="121"/>
                </a:lnTo>
                <a:lnTo>
                  <a:pt x="63" y="122"/>
                </a:lnTo>
                <a:lnTo>
                  <a:pt x="64" y="122"/>
                </a:lnTo>
                <a:lnTo>
                  <a:pt x="65" y="122"/>
                </a:lnTo>
                <a:lnTo>
                  <a:pt x="66" y="122"/>
                </a:lnTo>
                <a:lnTo>
                  <a:pt x="66" y="123"/>
                </a:lnTo>
                <a:lnTo>
                  <a:pt x="65" y="123"/>
                </a:lnTo>
                <a:lnTo>
                  <a:pt x="66" y="123"/>
                </a:lnTo>
                <a:lnTo>
                  <a:pt x="67" y="123"/>
                </a:lnTo>
                <a:lnTo>
                  <a:pt x="67" y="124"/>
                </a:lnTo>
                <a:lnTo>
                  <a:pt x="68" y="124"/>
                </a:lnTo>
                <a:lnTo>
                  <a:pt x="69" y="124"/>
                </a:lnTo>
                <a:lnTo>
                  <a:pt x="69" y="125"/>
                </a:lnTo>
                <a:lnTo>
                  <a:pt x="70" y="126"/>
                </a:lnTo>
                <a:lnTo>
                  <a:pt x="71" y="126"/>
                </a:lnTo>
                <a:lnTo>
                  <a:pt x="71" y="127"/>
                </a:lnTo>
                <a:lnTo>
                  <a:pt x="72" y="127"/>
                </a:lnTo>
                <a:lnTo>
                  <a:pt x="72" y="128"/>
                </a:lnTo>
                <a:lnTo>
                  <a:pt x="73" y="128"/>
                </a:lnTo>
                <a:lnTo>
                  <a:pt x="74" y="128"/>
                </a:lnTo>
                <a:lnTo>
                  <a:pt x="75" y="128"/>
                </a:lnTo>
                <a:lnTo>
                  <a:pt x="75" y="127"/>
                </a:lnTo>
                <a:lnTo>
                  <a:pt x="75" y="128"/>
                </a:lnTo>
                <a:lnTo>
                  <a:pt x="77" y="128"/>
                </a:lnTo>
                <a:lnTo>
                  <a:pt x="79" y="129"/>
                </a:lnTo>
                <a:lnTo>
                  <a:pt x="80" y="129"/>
                </a:lnTo>
                <a:lnTo>
                  <a:pt x="80" y="130"/>
                </a:lnTo>
                <a:lnTo>
                  <a:pt x="81" y="130"/>
                </a:lnTo>
                <a:lnTo>
                  <a:pt x="81" y="129"/>
                </a:lnTo>
                <a:lnTo>
                  <a:pt x="81" y="130"/>
                </a:lnTo>
                <a:lnTo>
                  <a:pt x="82" y="130"/>
                </a:lnTo>
                <a:lnTo>
                  <a:pt x="83" y="130"/>
                </a:lnTo>
                <a:lnTo>
                  <a:pt x="84" y="130"/>
                </a:lnTo>
                <a:lnTo>
                  <a:pt x="84" y="131"/>
                </a:lnTo>
                <a:lnTo>
                  <a:pt x="85" y="131"/>
                </a:lnTo>
                <a:lnTo>
                  <a:pt x="86" y="130"/>
                </a:lnTo>
                <a:lnTo>
                  <a:pt x="87" y="130"/>
                </a:lnTo>
                <a:lnTo>
                  <a:pt x="88" y="130"/>
                </a:lnTo>
                <a:lnTo>
                  <a:pt x="88" y="131"/>
                </a:lnTo>
                <a:lnTo>
                  <a:pt x="89" y="130"/>
                </a:lnTo>
                <a:lnTo>
                  <a:pt x="90" y="130"/>
                </a:lnTo>
                <a:lnTo>
                  <a:pt x="91" y="130"/>
                </a:lnTo>
                <a:lnTo>
                  <a:pt x="91" y="131"/>
                </a:lnTo>
                <a:lnTo>
                  <a:pt x="92" y="131"/>
                </a:lnTo>
                <a:lnTo>
                  <a:pt x="92" y="132"/>
                </a:lnTo>
                <a:lnTo>
                  <a:pt x="92" y="133"/>
                </a:lnTo>
                <a:lnTo>
                  <a:pt x="93" y="133"/>
                </a:lnTo>
                <a:lnTo>
                  <a:pt x="93" y="134"/>
                </a:lnTo>
                <a:lnTo>
                  <a:pt x="92" y="134"/>
                </a:lnTo>
                <a:lnTo>
                  <a:pt x="92" y="135"/>
                </a:lnTo>
                <a:lnTo>
                  <a:pt x="92" y="136"/>
                </a:lnTo>
                <a:lnTo>
                  <a:pt x="91" y="137"/>
                </a:lnTo>
                <a:lnTo>
                  <a:pt x="90" y="137"/>
                </a:lnTo>
                <a:lnTo>
                  <a:pt x="90" y="138"/>
                </a:lnTo>
                <a:lnTo>
                  <a:pt x="90" y="140"/>
                </a:lnTo>
                <a:lnTo>
                  <a:pt x="91" y="140"/>
                </a:lnTo>
                <a:lnTo>
                  <a:pt x="91" y="141"/>
                </a:lnTo>
                <a:lnTo>
                  <a:pt x="91" y="142"/>
                </a:lnTo>
                <a:lnTo>
                  <a:pt x="92" y="142"/>
                </a:lnTo>
                <a:lnTo>
                  <a:pt x="92" y="143"/>
                </a:lnTo>
                <a:lnTo>
                  <a:pt x="92" y="142"/>
                </a:lnTo>
                <a:lnTo>
                  <a:pt x="94" y="145"/>
                </a:lnTo>
                <a:lnTo>
                  <a:pt x="95" y="146"/>
                </a:lnTo>
                <a:lnTo>
                  <a:pt x="95" y="147"/>
                </a:lnTo>
                <a:lnTo>
                  <a:pt x="96" y="147"/>
                </a:lnTo>
                <a:lnTo>
                  <a:pt x="96" y="149"/>
                </a:lnTo>
                <a:lnTo>
                  <a:pt x="96" y="150"/>
                </a:lnTo>
                <a:lnTo>
                  <a:pt x="97" y="151"/>
                </a:lnTo>
                <a:lnTo>
                  <a:pt x="98" y="151"/>
                </a:lnTo>
                <a:lnTo>
                  <a:pt x="98" y="152"/>
                </a:lnTo>
                <a:lnTo>
                  <a:pt x="99" y="152"/>
                </a:lnTo>
                <a:lnTo>
                  <a:pt x="99" y="153"/>
                </a:lnTo>
                <a:lnTo>
                  <a:pt x="100" y="154"/>
                </a:lnTo>
                <a:lnTo>
                  <a:pt x="101" y="154"/>
                </a:lnTo>
                <a:lnTo>
                  <a:pt x="101" y="155"/>
                </a:lnTo>
                <a:lnTo>
                  <a:pt x="102" y="156"/>
                </a:lnTo>
                <a:lnTo>
                  <a:pt x="102" y="158"/>
                </a:lnTo>
                <a:lnTo>
                  <a:pt x="101" y="159"/>
                </a:lnTo>
                <a:lnTo>
                  <a:pt x="101" y="160"/>
                </a:lnTo>
                <a:lnTo>
                  <a:pt x="103" y="161"/>
                </a:lnTo>
                <a:lnTo>
                  <a:pt x="105" y="163"/>
                </a:lnTo>
                <a:lnTo>
                  <a:pt x="104" y="164"/>
                </a:lnTo>
                <a:lnTo>
                  <a:pt x="104" y="165"/>
                </a:lnTo>
                <a:lnTo>
                  <a:pt x="105" y="165"/>
                </a:lnTo>
                <a:lnTo>
                  <a:pt x="105" y="166"/>
                </a:lnTo>
                <a:lnTo>
                  <a:pt x="106" y="167"/>
                </a:lnTo>
                <a:lnTo>
                  <a:pt x="106" y="169"/>
                </a:lnTo>
                <a:lnTo>
                  <a:pt x="107" y="169"/>
                </a:lnTo>
                <a:lnTo>
                  <a:pt x="107" y="170"/>
                </a:lnTo>
                <a:lnTo>
                  <a:pt x="107" y="171"/>
                </a:lnTo>
                <a:lnTo>
                  <a:pt x="108" y="171"/>
                </a:lnTo>
                <a:lnTo>
                  <a:pt x="109" y="170"/>
                </a:lnTo>
                <a:lnTo>
                  <a:pt x="110" y="170"/>
                </a:lnTo>
                <a:lnTo>
                  <a:pt x="109" y="170"/>
                </a:lnTo>
                <a:lnTo>
                  <a:pt x="109" y="171"/>
                </a:lnTo>
                <a:lnTo>
                  <a:pt x="109" y="172"/>
                </a:lnTo>
                <a:lnTo>
                  <a:pt x="109" y="173"/>
                </a:lnTo>
                <a:lnTo>
                  <a:pt x="109" y="174"/>
                </a:lnTo>
                <a:lnTo>
                  <a:pt x="108" y="174"/>
                </a:lnTo>
                <a:lnTo>
                  <a:pt x="108" y="175"/>
                </a:lnTo>
                <a:lnTo>
                  <a:pt x="109" y="175"/>
                </a:lnTo>
                <a:lnTo>
                  <a:pt x="110" y="175"/>
                </a:lnTo>
                <a:lnTo>
                  <a:pt x="110" y="176"/>
                </a:lnTo>
                <a:lnTo>
                  <a:pt x="109" y="176"/>
                </a:lnTo>
                <a:lnTo>
                  <a:pt x="108" y="176"/>
                </a:lnTo>
                <a:lnTo>
                  <a:pt x="108" y="177"/>
                </a:lnTo>
                <a:lnTo>
                  <a:pt x="109" y="177"/>
                </a:lnTo>
                <a:lnTo>
                  <a:pt x="108" y="177"/>
                </a:lnTo>
                <a:lnTo>
                  <a:pt x="108" y="178"/>
                </a:lnTo>
                <a:lnTo>
                  <a:pt x="108" y="179"/>
                </a:lnTo>
                <a:lnTo>
                  <a:pt x="108" y="180"/>
                </a:lnTo>
                <a:lnTo>
                  <a:pt x="108" y="181"/>
                </a:lnTo>
                <a:lnTo>
                  <a:pt x="108" y="182"/>
                </a:lnTo>
                <a:lnTo>
                  <a:pt x="109" y="182"/>
                </a:lnTo>
                <a:lnTo>
                  <a:pt x="110" y="182"/>
                </a:lnTo>
                <a:lnTo>
                  <a:pt x="111" y="183"/>
                </a:lnTo>
                <a:lnTo>
                  <a:pt x="112" y="183"/>
                </a:lnTo>
                <a:lnTo>
                  <a:pt x="113" y="183"/>
                </a:lnTo>
                <a:lnTo>
                  <a:pt x="114" y="183"/>
                </a:lnTo>
                <a:lnTo>
                  <a:pt x="115" y="183"/>
                </a:lnTo>
                <a:lnTo>
                  <a:pt x="115" y="182"/>
                </a:lnTo>
                <a:lnTo>
                  <a:pt x="116" y="182"/>
                </a:lnTo>
                <a:lnTo>
                  <a:pt x="116" y="181"/>
                </a:lnTo>
                <a:lnTo>
                  <a:pt x="117" y="180"/>
                </a:lnTo>
                <a:lnTo>
                  <a:pt x="118" y="180"/>
                </a:lnTo>
                <a:lnTo>
                  <a:pt x="117" y="179"/>
                </a:lnTo>
                <a:lnTo>
                  <a:pt x="117" y="178"/>
                </a:lnTo>
                <a:lnTo>
                  <a:pt x="116" y="178"/>
                </a:lnTo>
                <a:lnTo>
                  <a:pt x="117" y="178"/>
                </a:lnTo>
                <a:lnTo>
                  <a:pt x="117" y="177"/>
                </a:lnTo>
                <a:lnTo>
                  <a:pt x="117" y="176"/>
                </a:lnTo>
                <a:lnTo>
                  <a:pt x="117" y="175"/>
                </a:lnTo>
                <a:lnTo>
                  <a:pt x="118" y="175"/>
                </a:lnTo>
                <a:lnTo>
                  <a:pt x="118" y="174"/>
                </a:lnTo>
                <a:lnTo>
                  <a:pt x="119" y="174"/>
                </a:lnTo>
                <a:lnTo>
                  <a:pt x="119" y="173"/>
                </a:lnTo>
                <a:lnTo>
                  <a:pt x="120" y="173"/>
                </a:lnTo>
                <a:lnTo>
                  <a:pt x="120" y="172"/>
                </a:lnTo>
                <a:lnTo>
                  <a:pt x="120" y="171"/>
                </a:lnTo>
                <a:lnTo>
                  <a:pt x="121" y="171"/>
                </a:lnTo>
                <a:lnTo>
                  <a:pt x="122" y="170"/>
                </a:lnTo>
                <a:lnTo>
                  <a:pt x="122" y="169"/>
                </a:lnTo>
                <a:lnTo>
                  <a:pt x="122" y="168"/>
                </a:lnTo>
                <a:lnTo>
                  <a:pt x="123" y="168"/>
                </a:lnTo>
                <a:lnTo>
                  <a:pt x="124" y="167"/>
                </a:lnTo>
                <a:lnTo>
                  <a:pt x="125" y="167"/>
                </a:lnTo>
                <a:lnTo>
                  <a:pt x="126" y="167"/>
                </a:lnTo>
                <a:lnTo>
                  <a:pt x="126" y="166"/>
                </a:lnTo>
                <a:lnTo>
                  <a:pt x="127" y="165"/>
                </a:lnTo>
                <a:lnTo>
                  <a:pt x="127" y="164"/>
                </a:lnTo>
                <a:lnTo>
                  <a:pt x="128" y="164"/>
                </a:lnTo>
                <a:lnTo>
                  <a:pt x="130" y="164"/>
                </a:lnTo>
                <a:lnTo>
                  <a:pt x="131" y="164"/>
                </a:lnTo>
                <a:lnTo>
                  <a:pt x="132" y="164"/>
                </a:lnTo>
                <a:lnTo>
                  <a:pt x="131" y="163"/>
                </a:lnTo>
                <a:lnTo>
                  <a:pt x="131" y="162"/>
                </a:lnTo>
                <a:lnTo>
                  <a:pt x="130" y="162"/>
                </a:lnTo>
                <a:lnTo>
                  <a:pt x="130" y="163"/>
                </a:lnTo>
                <a:lnTo>
                  <a:pt x="129" y="162"/>
                </a:lnTo>
                <a:lnTo>
                  <a:pt x="130" y="162"/>
                </a:lnTo>
                <a:lnTo>
                  <a:pt x="130" y="161"/>
                </a:lnTo>
                <a:lnTo>
                  <a:pt x="129" y="161"/>
                </a:lnTo>
                <a:lnTo>
                  <a:pt x="130" y="160"/>
                </a:lnTo>
                <a:lnTo>
                  <a:pt x="131" y="160"/>
                </a:lnTo>
                <a:lnTo>
                  <a:pt x="131" y="161"/>
                </a:lnTo>
                <a:lnTo>
                  <a:pt x="131" y="160"/>
                </a:lnTo>
                <a:lnTo>
                  <a:pt x="131" y="159"/>
                </a:lnTo>
                <a:lnTo>
                  <a:pt x="132" y="159"/>
                </a:lnTo>
                <a:lnTo>
                  <a:pt x="133" y="159"/>
                </a:lnTo>
                <a:lnTo>
                  <a:pt x="132" y="160"/>
                </a:lnTo>
                <a:lnTo>
                  <a:pt x="133" y="160"/>
                </a:lnTo>
                <a:lnTo>
                  <a:pt x="134" y="159"/>
                </a:lnTo>
                <a:lnTo>
                  <a:pt x="134" y="158"/>
                </a:lnTo>
                <a:lnTo>
                  <a:pt x="133" y="158"/>
                </a:lnTo>
                <a:lnTo>
                  <a:pt x="133" y="157"/>
                </a:lnTo>
                <a:lnTo>
                  <a:pt x="134" y="157"/>
                </a:lnTo>
                <a:lnTo>
                  <a:pt x="135" y="156"/>
                </a:lnTo>
                <a:lnTo>
                  <a:pt x="136" y="155"/>
                </a:lnTo>
                <a:lnTo>
                  <a:pt x="135" y="155"/>
                </a:lnTo>
                <a:lnTo>
                  <a:pt x="136" y="154"/>
                </a:lnTo>
                <a:lnTo>
                  <a:pt x="137" y="154"/>
                </a:lnTo>
                <a:lnTo>
                  <a:pt x="138" y="154"/>
                </a:lnTo>
                <a:lnTo>
                  <a:pt x="138" y="153"/>
                </a:lnTo>
                <a:lnTo>
                  <a:pt x="139" y="153"/>
                </a:lnTo>
                <a:lnTo>
                  <a:pt x="140" y="153"/>
                </a:lnTo>
                <a:lnTo>
                  <a:pt x="140" y="154"/>
                </a:lnTo>
                <a:lnTo>
                  <a:pt x="141" y="154"/>
                </a:lnTo>
                <a:lnTo>
                  <a:pt x="142" y="154"/>
                </a:lnTo>
                <a:lnTo>
                  <a:pt x="143" y="154"/>
                </a:lnTo>
                <a:lnTo>
                  <a:pt x="143" y="153"/>
                </a:lnTo>
                <a:lnTo>
                  <a:pt x="142" y="153"/>
                </a:lnTo>
                <a:lnTo>
                  <a:pt x="143" y="152"/>
                </a:lnTo>
                <a:lnTo>
                  <a:pt x="144" y="152"/>
                </a:lnTo>
                <a:lnTo>
                  <a:pt x="144" y="151"/>
                </a:lnTo>
                <a:lnTo>
                  <a:pt x="144" y="152"/>
                </a:lnTo>
                <a:lnTo>
                  <a:pt x="145" y="152"/>
                </a:lnTo>
                <a:lnTo>
                  <a:pt x="145" y="151"/>
                </a:lnTo>
                <a:lnTo>
                  <a:pt x="146" y="151"/>
                </a:lnTo>
                <a:lnTo>
                  <a:pt x="146" y="150"/>
                </a:lnTo>
                <a:lnTo>
                  <a:pt x="146" y="149"/>
                </a:lnTo>
                <a:lnTo>
                  <a:pt x="146" y="148"/>
                </a:lnTo>
                <a:lnTo>
                  <a:pt x="146" y="147"/>
                </a:lnTo>
                <a:lnTo>
                  <a:pt x="146" y="146"/>
                </a:lnTo>
                <a:lnTo>
                  <a:pt x="147" y="146"/>
                </a:lnTo>
                <a:lnTo>
                  <a:pt x="148" y="146"/>
                </a:lnTo>
                <a:lnTo>
                  <a:pt x="149" y="146"/>
                </a:lnTo>
                <a:lnTo>
                  <a:pt x="149" y="145"/>
                </a:lnTo>
                <a:lnTo>
                  <a:pt x="150" y="145"/>
                </a:lnTo>
                <a:lnTo>
                  <a:pt x="150" y="144"/>
                </a:lnTo>
                <a:lnTo>
                  <a:pt x="149" y="144"/>
                </a:lnTo>
                <a:lnTo>
                  <a:pt x="149" y="143"/>
                </a:lnTo>
                <a:lnTo>
                  <a:pt x="150" y="143"/>
                </a:lnTo>
                <a:lnTo>
                  <a:pt x="150" y="142"/>
                </a:lnTo>
                <a:lnTo>
                  <a:pt x="149" y="142"/>
                </a:lnTo>
                <a:lnTo>
                  <a:pt x="149" y="143"/>
                </a:lnTo>
                <a:lnTo>
                  <a:pt x="148" y="143"/>
                </a:lnTo>
                <a:lnTo>
                  <a:pt x="148" y="142"/>
                </a:lnTo>
                <a:lnTo>
                  <a:pt x="147" y="141"/>
                </a:lnTo>
                <a:lnTo>
                  <a:pt x="148" y="141"/>
                </a:lnTo>
                <a:lnTo>
                  <a:pt x="149" y="140"/>
                </a:lnTo>
                <a:lnTo>
                  <a:pt x="150" y="140"/>
                </a:lnTo>
                <a:lnTo>
                  <a:pt x="151" y="139"/>
                </a:lnTo>
                <a:lnTo>
                  <a:pt x="152" y="139"/>
                </a:lnTo>
                <a:lnTo>
                  <a:pt x="152" y="138"/>
                </a:lnTo>
                <a:lnTo>
                  <a:pt x="153" y="139"/>
                </a:lnTo>
                <a:lnTo>
                  <a:pt x="153" y="138"/>
                </a:lnTo>
                <a:lnTo>
                  <a:pt x="154" y="138"/>
                </a:lnTo>
                <a:lnTo>
                  <a:pt x="154" y="137"/>
                </a:lnTo>
                <a:lnTo>
                  <a:pt x="155" y="137"/>
                </a:lnTo>
                <a:lnTo>
                  <a:pt x="155" y="138"/>
                </a:lnTo>
                <a:lnTo>
                  <a:pt x="156" y="138"/>
                </a:lnTo>
                <a:lnTo>
                  <a:pt x="156" y="137"/>
                </a:lnTo>
                <a:lnTo>
                  <a:pt x="157" y="137"/>
                </a:lnTo>
                <a:lnTo>
                  <a:pt x="157" y="136"/>
                </a:lnTo>
                <a:lnTo>
                  <a:pt x="158" y="136"/>
                </a:lnTo>
                <a:lnTo>
                  <a:pt x="158" y="135"/>
                </a:lnTo>
                <a:lnTo>
                  <a:pt x="159" y="135"/>
                </a:lnTo>
                <a:lnTo>
                  <a:pt x="160" y="135"/>
                </a:lnTo>
                <a:lnTo>
                  <a:pt x="160" y="136"/>
                </a:lnTo>
                <a:lnTo>
                  <a:pt x="161" y="136"/>
                </a:lnTo>
                <a:lnTo>
                  <a:pt x="162" y="136"/>
                </a:lnTo>
                <a:lnTo>
                  <a:pt x="163" y="136"/>
                </a:lnTo>
                <a:lnTo>
                  <a:pt x="163" y="135"/>
                </a:lnTo>
                <a:lnTo>
                  <a:pt x="164" y="135"/>
                </a:lnTo>
                <a:lnTo>
                  <a:pt x="164" y="134"/>
                </a:lnTo>
                <a:lnTo>
                  <a:pt x="165" y="134"/>
                </a:lnTo>
                <a:lnTo>
                  <a:pt x="166" y="134"/>
                </a:lnTo>
                <a:lnTo>
                  <a:pt x="167" y="134"/>
                </a:lnTo>
                <a:lnTo>
                  <a:pt x="168" y="133"/>
                </a:lnTo>
                <a:lnTo>
                  <a:pt x="168" y="132"/>
                </a:lnTo>
                <a:lnTo>
                  <a:pt x="169" y="132"/>
                </a:lnTo>
                <a:lnTo>
                  <a:pt x="169" y="131"/>
                </a:lnTo>
                <a:lnTo>
                  <a:pt x="170" y="131"/>
                </a:lnTo>
                <a:lnTo>
                  <a:pt x="170" y="132"/>
                </a:lnTo>
                <a:lnTo>
                  <a:pt x="171" y="132"/>
                </a:lnTo>
                <a:lnTo>
                  <a:pt x="171" y="131"/>
                </a:lnTo>
                <a:lnTo>
                  <a:pt x="171" y="130"/>
                </a:lnTo>
                <a:lnTo>
                  <a:pt x="171" y="129"/>
                </a:lnTo>
                <a:lnTo>
                  <a:pt x="172" y="129"/>
                </a:lnTo>
                <a:lnTo>
                  <a:pt x="173" y="129"/>
                </a:lnTo>
                <a:lnTo>
                  <a:pt x="174" y="130"/>
                </a:lnTo>
                <a:lnTo>
                  <a:pt x="175" y="130"/>
                </a:lnTo>
                <a:lnTo>
                  <a:pt x="176" y="130"/>
                </a:lnTo>
                <a:lnTo>
                  <a:pt x="177" y="130"/>
                </a:lnTo>
                <a:lnTo>
                  <a:pt x="177" y="129"/>
                </a:lnTo>
                <a:lnTo>
                  <a:pt x="177" y="128"/>
                </a:lnTo>
                <a:lnTo>
                  <a:pt x="178" y="128"/>
                </a:lnTo>
                <a:lnTo>
                  <a:pt x="179" y="128"/>
                </a:lnTo>
                <a:lnTo>
                  <a:pt x="179" y="129"/>
                </a:lnTo>
                <a:lnTo>
                  <a:pt x="180" y="129"/>
                </a:lnTo>
                <a:lnTo>
                  <a:pt x="180" y="128"/>
                </a:lnTo>
                <a:lnTo>
                  <a:pt x="179" y="128"/>
                </a:lnTo>
                <a:lnTo>
                  <a:pt x="180" y="126"/>
                </a:lnTo>
                <a:lnTo>
                  <a:pt x="180" y="127"/>
                </a:lnTo>
                <a:lnTo>
                  <a:pt x="181" y="127"/>
                </a:lnTo>
                <a:lnTo>
                  <a:pt x="182" y="127"/>
                </a:lnTo>
                <a:lnTo>
                  <a:pt x="182" y="126"/>
                </a:lnTo>
                <a:lnTo>
                  <a:pt x="183" y="126"/>
                </a:lnTo>
                <a:lnTo>
                  <a:pt x="183" y="127"/>
                </a:lnTo>
                <a:lnTo>
                  <a:pt x="183" y="126"/>
                </a:lnTo>
                <a:lnTo>
                  <a:pt x="184" y="126"/>
                </a:lnTo>
                <a:lnTo>
                  <a:pt x="184" y="127"/>
                </a:lnTo>
                <a:lnTo>
                  <a:pt x="185" y="127"/>
                </a:lnTo>
                <a:lnTo>
                  <a:pt x="186" y="127"/>
                </a:lnTo>
                <a:lnTo>
                  <a:pt x="186" y="126"/>
                </a:lnTo>
                <a:lnTo>
                  <a:pt x="185" y="125"/>
                </a:lnTo>
                <a:lnTo>
                  <a:pt x="185" y="124"/>
                </a:lnTo>
                <a:lnTo>
                  <a:pt x="186" y="124"/>
                </a:lnTo>
                <a:lnTo>
                  <a:pt x="186" y="125"/>
                </a:lnTo>
                <a:lnTo>
                  <a:pt x="187" y="125"/>
                </a:lnTo>
                <a:lnTo>
                  <a:pt x="187" y="124"/>
                </a:lnTo>
                <a:lnTo>
                  <a:pt x="188" y="124"/>
                </a:lnTo>
                <a:lnTo>
                  <a:pt x="189" y="124"/>
                </a:lnTo>
                <a:lnTo>
                  <a:pt x="190" y="124"/>
                </a:lnTo>
                <a:lnTo>
                  <a:pt x="191" y="124"/>
                </a:lnTo>
                <a:lnTo>
                  <a:pt x="192" y="124"/>
                </a:lnTo>
                <a:lnTo>
                  <a:pt x="192" y="125"/>
                </a:lnTo>
                <a:lnTo>
                  <a:pt x="193" y="125"/>
                </a:lnTo>
                <a:lnTo>
                  <a:pt x="195" y="125"/>
                </a:lnTo>
                <a:lnTo>
                  <a:pt x="195" y="126"/>
                </a:lnTo>
                <a:lnTo>
                  <a:pt x="196" y="126"/>
                </a:lnTo>
                <a:lnTo>
                  <a:pt x="196" y="125"/>
                </a:lnTo>
                <a:lnTo>
                  <a:pt x="196" y="126"/>
                </a:lnTo>
                <a:lnTo>
                  <a:pt x="197" y="126"/>
                </a:lnTo>
                <a:lnTo>
                  <a:pt x="197" y="127"/>
                </a:lnTo>
                <a:lnTo>
                  <a:pt x="198" y="127"/>
                </a:lnTo>
                <a:lnTo>
                  <a:pt x="199" y="127"/>
                </a:lnTo>
                <a:lnTo>
                  <a:pt x="198" y="126"/>
                </a:lnTo>
                <a:lnTo>
                  <a:pt x="200" y="126"/>
                </a:lnTo>
                <a:lnTo>
                  <a:pt x="201" y="126"/>
                </a:lnTo>
                <a:lnTo>
                  <a:pt x="202" y="126"/>
                </a:lnTo>
                <a:lnTo>
                  <a:pt x="202" y="125"/>
                </a:lnTo>
                <a:lnTo>
                  <a:pt x="203" y="124"/>
                </a:lnTo>
                <a:lnTo>
                  <a:pt x="204" y="124"/>
                </a:lnTo>
                <a:lnTo>
                  <a:pt x="204" y="123"/>
                </a:lnTo>
                <a:lnTo>
                  <a:pt x="205" y="123"/>
                </a:lnTo>
                <a:lnTo>
                  <a:pt x="205" y="124"/>
                </a:lnTo>
                <a:lnTo>
                  <a:pt x="206" y="124"/>
                </a:lnTo>
                <a:lnTo>
                  <a:pt x="206" y="123"/>
                </a:lnTo>
                <a:lnTo>
                  <a:pt x="207" y="123"/>
                </a:lnTo>
                <a:lnTo>
                  <a:pt x="207" y="122"/>
                </a:lnTo>
                <a:lnTo>
                  <a:pt x="207" y="121"/>
                </a:lnTo>
                <a:lnTo>
                  <a:pt x="208" y="121"/>
                </a:lnTo>
                <a:lnTo>
                  <a:pt x="208" y="122"/>
                </a:lnTo>
                <a:lnTo>
                  <a:pt x="209" y="121"/>
                </a:lnTo>
                <a:lnTo>
                  <a:pt x="209" y="120"/>
                </a:lnTo>
                <a:lnTo>
                  <a:pt x="210" y="120"/>
                </a:lnTo>
                <a:lnTo>
                  <a:pt x="211" y="119"/>
                </a:lnTo>
                <a:lnTo>
                  <a:pt x="212" y="118"/>
                </a:lnTo>
                <a:lnTo>
                  <a:pt x="212" y="117"/>
                </a:lnTo>
                <a:lnTo>
                  <a:pt x="212" y="116"/>
                </a:lnTo>
                <a:lnTo>
                  <a:pt x="213" y="116"/>
                </a:lnTo>
                <a:lnTo>
                  <a:pt x="214" y="116"/>
                </a:lnTo>
                <a:lnTo>
                  <a:pt x="214" y="115"/>
                </a:lnTo>
                <a:lnTo>
                  <a:pt x="215" y="115"/>
                </a:lnTo>
                <a:lnTo>
                  <a:pt x="215" y="114"/>
                </a:lnTo>
                <a:lnTo>
                  <a:pt x="216" y="114"/>
                </a:lnTo>
                <a:lnTo>
                  <a:pt x="217" y="114"/>
                </a:lnTo>
                <a:lnTo>
                  <a:pt x="218" y="114"/>
                </a:lnTo>
                <a:lnTo>
                  <a:pt x="218" y="113"/>
                </a:lnTo>
                <a:lnTo>
                  <a:pt x="219" y="113"/>
                </a:lnTo>
                <a:lnTo>
                  <a:pt x="220" y="113"/>
                </a:lnTo>
                <a:lnTo>
                  <a:pt x="221" y="113"/>
                </a:lnTo>
                <a:lnTo>
                  <a:pt x="221" y="112"/>
                </a:lnTo>
                <a:lnTo>
                  <a:pt x="222" y="112"/>
                </a:lnTo>
                <a:lnTo>
                  <a:pt x="222" y="111"/>
                </a:lnTo>
                <a:lnTo>
                  <a:pt x="223" y="111"/>
                </a:lnTo>
                <a:lnTo>
                  <a:pt x="223" y="110"/>
                </a:lnTo>
                <a:lnTo>
                  <a:pt x="223" y="109"/>
                </a:lnTo>
                <a:lnTo>
                  <a:pt x="224" y="109"/>
                </a:lnTo>
                <a:lnTo>
                  <a:pt x="224" y="108"/>
                </a:lnTo>
                <a:lnTo>
                  <a:pt x="223" y="108"/>
                </a:lnTo>
                <a:lnTo>
                  <a:pt x="223" y="107"/>
                </a:lnTo>
                <a:lnTo>
                  <a:pt x="224" y="107"/>
                </a:lnTo>
                <a:lnTo>
                  <a:pt x="225" y="107"/>
                </a:lnTo>
                <a:lnTo>
                  <a:pt x="226" y="106"/>
                </a:lnTo>
                <a:lnTo>
                  <a:pt x="227" y="106"/>
                </a:lnTo>
                <a:lnTo>
                  <a:pt x="227" y="105"/>
                </a:lnTo>
                <a:lnTo>
                  <a:pt x="228" y="105"/>
                </a:lnTo>
                <a:lnTo>
                  <a:pt x="229" y="105"/>
                </a:lnTo>
                <a:lnTo>
                  <a:pt x="229" y="106"/>
                </a:lnTo>
                <a:lnTo>
                  <a:pt x="230" y="106"/>
                </a:lnTo>
                <a:lnTo>
                  <a:pt x="230" y="105"/>
                </a:lnTo>
                <a:lnTo>
                  <a:pt x="230" y="104"/>
                </a:lnTo>
                <a:lnTo>
                  <a:pt x="231" y="104"/>
                </a:lnTo>
                <a:lnTo>
                  <a:pt x="231" y="103"/>
                </a:lnTo>
                <a:lnTo>
                  <a:pt x="232" y="104"/>
                </a:lnTo>
                <a:lnTo>
                  <a:pt x="233" y="104"/>
                </a:lnTo>
                <a:lnTo>
                  <a:pt x="233" y="103"/>
                </a:lnTo>
                <a:lnTo>
                  <a:pt x="233" y="102"/>
                </a:lnTo>
                <a:lnTo>
                  <a:pt x="233" y="103"/>
                </a:lnTo>
                <a:lnTo>
                  <a:pt x="234" y="103"/>
                </a:lnTo>
                <a:lnTo>
                  <a:pt x="234" y="104"/>
                </a:lnTo>
                <a:lnTo>
                  <a:pt x="235" y="104"/>
                </a:lnTo>
                <a:lnTo>
                  <a:pt x="235" y="103"/>
                </a:lnTo>
                <a:lnTo>
                  <a:pt x="236" y="103"/>
                </a:lnTo>
                <a:lnTo>
                  <a:pt x="237" y="103"/>
                </a:lnTo>
                <a:lnTo>
                  <a:pt x="238" y="103"/>
                </a:lnTo>
                <a:lnTo>
                  <a:pt x="238" y="102"/>
                </a:lnTo>
                <a:lnTo>
                  <a:pt x="238" y="101"/>
                </a:lnTo>
                <a:lnTo>
                  <a:pt x="239" y="101"/>
                </a:lnTo>
                <a:lnTo>
                  <a:pt x="239" y="102"/>
                </a:lnTo>
                <a:lnTo>
                  <a:pt x="240" y="102"/>
                </a:lnTo>
                <a:lnTo>
                  <a:pt x="241" y="103"/>
                </a:lnTo>
                <a:lnTo>
                  <a:pt x="241" y="102"/>
                </a:lnTo>
                <a:lnTo>
                  <a:pt x="242" y="102"/>
                </a:lnTo>
                <a:lnTo>
                  <a:pt x="243" y="103"/>
                </a:lnTo>
                <a:lnTo>
                  <a:pt x="244" y="102"/>
                </a:lnTo>
                <a:lnTo>
                  <a:pt x="245" y="102"/>
                </a:lnTo>
                <a:lnTo>
                  <a:pt x="246" y="102"/>
                </a:lnTo>
                <a:lnTo>
                  <a:pt x="247" y="102"/>
                </a:lnTo>
                <a:lnTo>
                  <a:pt x="248" y="102"/>
                </a:lnTo>
                <a:lnTo>
                  <a:pt x="248" y="101"/>
                </a:lnTo>
                <a:lnTo>
                  <a:pt x="249" y="101"/>
                </a:lnTo>
                <a:lnTo>
                  <a:pt x="249" y="100"/>
                </a:lnTo>
                <a:lnTo>
                  <a:pt x="250" y="99"/>
                </a:lnTo>
                <a:lnTo>
                  <a:pt x="250" y="100"/>
                </a:lnTo>
                <a:lnTo>
                  <a:pt x="250" y="101"/>
                </a:lnTo>
                <a:lnTo>
                  <a:pt x="250" y="102"/>
                </a:lnTo>
                <a:lnTo>
                  <a:pt x="251" y="103"/>
                </a:lnTo>
                <a:lnTo>
                  <a:pt x="252" y="103"/>
                </a:lnTo>
                <a:lnTo>
                  <a:pt x="253" y="103"/>
                </a:lnTo>
                <a:lnTo>
                  <a:pt x="253" y="104"/>
                </a:lnTo>
                <a:lnTo>
                  <a:pt x="253" y="105"/>
                </a:lnTo>
                <a:lnTo>
                  <a:pt x="254" y="106"/>
                </a:lnTo>
                <a:lnTo>
                  <a:pt x="255" y="107"/>
                </a:lnTo>
                <a:lnTo>
                  <a:pt x="256" y="107"/>
                </a:lnTo>
                <a:lnTo>
                  <a:pt x="257" y="107"/>
                </a:lnTo>
                <a:lnTo>
                  <a:pt x="258" y="107"/>
                </a:lnTo>
                <a:lnTo>
                  <a:pt x="259" y="107"/>
                </a:lnTo>
                <a:lnTo>
                  <a:pt x="260" y="107"/>
                </a:lnTo>
                <a:lnTo>
                  <a:pt x="260" y="106"/>
                </a:lnTo>
                <a:lnTo>
                  <a:pt x="261" y="105"/>
                </a:lnTo>
                <a:lnTo>
                  <a:pt x="262" y="104"/>
                </a:lnTo>
                <a:lnTo>
                  <a:pt x="262" y="103"/>
                </a:lnTo>
                <a:lnTo>
                  <a:pt x="263" y="103"/>
                </a:lnTo>
                <a:lnTo>
                  <a:pt x="263" y="102"/>
                </a:lnTo>
                <a:lnTo>
                  <a:pt x="264" y="102"/>
                </a:lnTo>
                <a:lnTo>
                  <a:pt x="266" y="101"/>
                </a:lnTo>
                <a:lnTo>
                  <a:pt x="267" y="101"/>
                </a:lnTo>
                <a:lnTo>
                  <a:pt x="268" y="100"/>
                </a:lnTo>
                <a:lnTo>
                  <a:pt x="268" y="101"/>
                </a:lnTo>
                <a:lnTo>
                  <a:pt x="269" y="101"/>
                </a:lnTo>
                <a:lnTo>
                  <a:pt x="269" y="100"/>
                </a:lnTo>
                <a:lnTo>
                  <a:pt x="269" y="99"/>
                </a:lnTo>
                <a:lnTo>
                  <a:pt x="270" y="99"/>
                </a:lnTo>
                <a:lnTo>
                  <a:pt x="270" y="98"/>
                </a:lnTo>
                <a:lnTo>
                  <a:pt x="270" y="97"/>
                </a:lnTo>
                <a:lnTo>
                  <a:pt x="271" y="97"/>
                </a:lnTo>
                <a:lnTo>
                  <a:pt x="272" y="98"/>
                </a:lnTo>
                <a:lnTo>
                  <a:pt x="272" y="97"/>
                </a:lnTo>
                <a:lnTo>
                  <a:pt x="273" y="97"/>
                </a:lnTo>
                <a:lnTo>
                  <a:pt x="273" y="98"/>
                </a:lnTo>
                <a:lnTo>
                  <a:pt x="274" y="98"/>
                </a:lnTo>
                <a:lnTo>
                  <a:pt x="274" y="97"/>
                </a:lnTo>
                <a:lnTo>
                  <a:pt x="273" y="97"/>
                </a:lnTo>
                <a:lnTo>
                  <a:pt x="274" y="97"/>
                </a:lnTo>
                <a:lnTo>
                  <a:pt x="273" y="97"/>
                </a:lnTo>
                <a:lnTo>
                  <a:pt x="273" y="96"/>
                </a:lnTo>
                <a:lnTo>
                  <a:pt x="273" y="95"/>
                </a:lnTo>
                <a:lnTo>
                  <a:pt x="274" y="95"/>
                </a:lnTo>
                <a:lnTo>
                  <a:pt x="275" y="95"/>
                </a:lnTo>
                <a:lnTo>
                  <a:pt x="276" y="95"/>
                </a:lnTo>
                <a:lnTo>
                  <a:pt x="277" y="94"/>
                </a:lnTo>
                <a:lnTo>
                  <a:pt x="277" y="93"/>
                </a:lnTo>
                <a:lnTo>
                  <a:pt x="276" y="92"/>
                </a:lnTo>
                <a:lnTo>
                  <a:pt x="276" y="91"/>
                </a:lnTo>
                <a:lnTo>
                  <a:pt x="277" y="91"/>
                </a:lnTo>
                <a:lnTo>
                  <a:pt x="277" y="92"/>
                </a:lnTo>
                <a:lnTo>
                  <a:pt x="278" y="92"/>
                </a:lnTo>
                <a:lnTo>
                  <a:pt x="278" y="91"/>
                </a:lnTo>
                <a:lnTo>
                  <a:pt x="278" y="90"/>
                </a:lnTo>
                <a:lnTo>
                  <a:pt x="277" y="89"/>
                </a:lnTo>
                <a:lnTo>
                  <a:pt x="277" y="88"/>
                </a:lnTo>
                <a:lnTo>
                  <a:pt x="278" y="88"/>
                </a:lnTo>
                <a:lnTo>
                  <a:pt x="277" y="88"/>
                </a:lnTo>
                <a:lnTo>
                  <a:pt x="277" y="87"/>
                </a:lnTo>
                <a:lnTo>
                  <a:pt x="278" y="87"/>
                </a:lnTo>
                <a:lnTo>
                  <a:pt x="278" y="86"/>
                </a:lnTo>
                <a:lnTo>
                  <a:pt x="278" y="85"/>
                </a:lnTo>
                <a:lnTo>
                  <a:pt x="279" y="84"/>
                </a:lnTo>
                <a:lnTo>
                  <a:pt x="280" y="84"/>
                </a:lnTo>
                <a:lnTo>
                  <a:pt x="280" y="83"/>
                </a:lnTo>
                <a:lnTo>
                  <a:pt x="280" y="82"/>
                </a:lnTo>
                <a:lnTo>
                  <a:pt x="281" y="82"/>
                </a:lnTo>
                <a:lnTo>
                  <a:pt x="282" y="82"/>
                </a:lnTo>
                <a:lnTo>
                  <a:pt x="282" y="81"/>
                </a:lnTo>
                <a:lnTo>
                  <a:pt x="283" y="81"/>
                </a:lnTo>
                <a:lnTo>
                  <a:pt x="283" y="80"/>
                </a:lnTo>
                <a:lnTo>
                  <a:pt x="283" y="81"/>
                </a:lnTo>
                <a:lnTo>
                  <a:pt x="284" y="81"/>
                </a:lnTo>
                <a:lnTo>
                  <a:pt x="285" y="81"/>
                </a:lnTo>
                <a:lnTo>
                  <a:pt x="284" y="81"/>
                </a:lnTo>
                <a:lnTo>
                  <a:pt x="284" y="80"/>
                </a:lnTo>
                <a:lnTo>
                  <a:pt x="285" y="80"/>
                </a:lnTo>
                <a:lnTo>
                  <a:pt x="286" y="80"/>
                </a:lnTo>
                <a:lnTo>
                  <a:pt x="287" y="80"/>
                </a:lnTo>
                <a:lnTo>
                  <a:pt x="288" y="80"/>
                </a:lnTo>
                <a:lnTo>
                  <a:pt x="289" y="80"/>
                </a:lnTo>
                <a:lnTo>
                  <a:pt x="290" y="79"/>
                </a:lnTo>
                <a:lnTo>
                  <a:pt x="291" y="78"/>
                </a:lnTo>
                <a:lnTo>
                  <a:pt x="292" y="79"/>
                </a:lnTo>
                <a:lnTo>
                  <a:pt x="292" y="80"/>
                </a:lnTo>
                <a:lnTo>
                  <a:pt x="293" y="80"/>
                </a:lnTo>
                <a:lnTo>
                  <a:pt x="294" y="80"/>
                </a:lnTo>
                <a:lnTo>
                  <a:pt x="295" y="80"/>
                </a:lnTo>
                <a:lnTo>
                  <a:pt x="296" y="81"/>
                </a:lnTo>
                <a:lnTo>
                  <a:pt x="297" y="81"/>
                </a:lnTo>
                <a:lnTo>
                  <a:pt x="298" y="81"/>
                </a:lnTo>
                <a:lnTo>
                  <a:pt x="298" y="82"/>
                </a:lnTo>
                <a:lnTo>
                  <a:pt x="299" y="82"/>
                </a:lnTo>
                <a:lnTo>
                  <a:pt x="301" y="82"/>
                </a:lnTo>
                <a:lnTo>
                  <a:pt x="302" y="82"/>
                </a:lnTo>
                <a:lnTo>
                  <a:pt x="302" y="81"/>
                </a:lnTo>
                <a:lnTo>
                  <a:pt x="303" y="81"/>
                </a:lnTo>
                <a:lnTo>
                  <a:pt x="303" y="82"/>
                </a:lnTo>
                <a:lnTo>
                  <a:pt x="303" y="83"/>
                </a:lnTo>
                <a:lnTo>
                  <a:pt x="304" y="82"/>
                </a:lnTo>
                <a:lnTo>
                  <a:pt x="304" y="81"/>
                </a:lnTo>
                <a:lnTo>
                  <a:pt x="304" y="80"/>
                </a:lnTo>
                <a:lnTo>
                  <a:pt x="304" y="79"/>
                </a:lnTo>
                <a:lnTo>
                  <a:pt x="304" y="78"/>
                </a:lnTo>
                <a:lnTo>
                  <a:pt x="304" y="77"/>
                </a:lnTo>
                <a:lnTo>
                  <a:pt x="304" y="78"/>
                </a:lnTo>
                <a:lnTo>
                  <a:pt x="305" y="78"/>
                </a:lnTo>
                <a:lnTo>
                  <a:pt x="306" y="78"/>
                </a:lnTo>
                <a:lnTo>
                  <a:pt x="307" y="79"/>
                </a:lnTo>
                <a:lnTo>
                  <a:pt x="308" y="80"/>
                </a:lnTo>
                <a:lnTo>
                  <a:pt x="309" y="80"/>
                </a:lnTo>
                <a:lnTo>
                  <a:pt x="309" y="81"/>
                </a:lnTo>
                <a:lnTo>
                  <a:pt x="310" y="81"/>
                </a:lnTo>
                <a:lnTo>
                  <a:pt x="311" y="81"/>
                </a:lnTo>
                <a:lnTo>
                  <a:pt x="312" y="81"/>
                </a:lnTo>
                <a:lnTo>
                  <a:pt x="313" y="81"/>
                </a:lnTo>
                <a:lnTo>
                  <a:pt x="313" y="82"/>
                </a:lnTo>
                <a:lnTo>
                  <a:pt x="314" y="82"/>
                </a:lnTo>
                <a:lnTo>
                  <a:pt x="315" y="82"/>
                </a:lnTo>
                <a:lnTo>
                  <a:pt x="316" y="83"/>
                </a:lnTo>
                <a:lnTo>
                  <a:pt x="316" y="84"/>
                </a:lnTo>
                <a:lnTo>
                  <a:pt x="316" y="83"/>
                </a:lnTo>
                <a:lnTo>
                  <a:pt x="317" y="83"/>
                </a:lnTo>
                <a:lnTo>
                  <a:pt x="318" y="82"/>
                </a:lnTo>
                <a:lnTo>
                  <a:pt x="319" y="82"/>
                </a:lnTo>
                <a:lnTo>
                  <a:pt x="321" y="82"/>
                </a:lnTo>
                <a:lnTo>
                  <a:pt x="321" y="81"/>
                </a:lnTo>
                <a:lnTo>
                  <a:pt x="321" y="80"/>
                </a:lnTo>
                <a:lnTo>
                  <a:pt x="321" y="79"/>
                </a:lnTo>
                <a:lnTo>
                  <a:pt x="322" y="79"/>
                </a:lnTo>
                <a:lnTo>
                  <a:pt x="323" y="79"/>
                </a:lnTo>
                <a:lnTo>
                  <a:pt x="323" y="78"/>
                </a:lnTo>
                <a:lnTo>
                  <a:pt x="324" y="78"/>
                </a:lnTo>
                <a:lnTo>
                  <a:pt x="325" y="78"/>
                </a:lnTo>
                <a:lnTo>
                  <a:pt x="325" y="77"/>
                </a:lnTo>
                <a:lnTo>
                  <a:pt x="325" y="76"/>
                </a:lnTo>
                <a:lnTo>
                  <a:pt x="326" y="76"/>
                </a:lnTo>
                <a:lnTo>
                  <a:pt x="326" y="75"/>
                </a:lnTo>
                <a:lnTo>
                  <a:pt x="327" y="75"/>
                </a:lnTo>
                <a:lnTo>
                  <a:pt x="327" y="74"/>
                </a:lnTo>
                <a:lnTo>
                  <a:pt x="327" y="73"/>
                </a:lnTo>
                <a:lnTo>
                  <a:pt x="326" y="73"/>
                </a:lnTo>
                <a:lnTo>
                  <a:pt x="325" y="73"/>
                </a:lnTo>
                <a:lnTo>
                  <a:pt x="323" y="73"/>
                </a:lnTo>
                <a:lnTo>
                  <a:pt x="322" y="73"/>
                </a:lnTo>
                <a:lnTo>
                  <a:pt x="321" y="73"/>
                </a:lnTo>
                <a:lnTo>
                  <a:pt x="320" y="73"/>
                </a:lnTo>
                <a:lnTo>
                  <a:pt x="319" y="73"/>
                </a:lnTo>
                <a:lnTo>
                  <a:pt x="318" y="72"/>
                </a:lnTo>
                <a:lnTo>
                  <a:pt x="318" y="71"/>
                </a:lnTo>
                <a:lnTo>
                  <a:pt x="318" y="70"/>
                </a:lnTo>
                <a:lnTo>
                  <a:pt x="318" y="69"/>
                </a:lnTo>
                <a:lnTo>
                  <a:pt x="317" y="69"/>
                </a:lnTo>
                <a:lnTo>
                  <a:pt x="317" y="68"/>
                </a:lnTo>
                <a:lnTo>
                  <a:pt x="317" y="67"/>
                </a:lnTo>
                <a:lnTo>
                  <a:pt x="318" y="67"/>
                </a:lnTo>
                <a:lnTo>
                  <a:pt x="319" y="67"/>
                </a:lnTo>
                <a:lnTo>
                  <a:pt x="320" y="67"/>
                </a:lnTo>
                <a:lnTo>
                  <a:pt x="321" y="66"/>
                </a:lnTo>
                <a:lnTo>
                  <a:pt x="322" y="66"/>
                </a:lnTo>
                <a:lnTo>
                  <a:pt x="323" y="66"/>
                </a:lnTo>
                <a:lnTo>
                  <a:pt x="325" y="66"/>
                </a:lnTo>
                <a:lnTo>
                  <a:pt x="326" y="66"/>
                </a:lnTo>
                <a:lnTo>
                  <a:pt x="327" y="66"/>
                </a:lnTo>
                <a:lnTo>
                  <a:pt x="328" y="67"/>
                </a:lnTo>
                <a:lnTo>
                  <a:pt x="329" y="67"/>
                </a:lnTo>
                <a:lnTo>
                  <a:pt x="331" y="67"/>
                </a:lnTo>
                <a:lnTo>
                  <a:pt x="332" y="67"/>
                </a:lnTo>
                <a:lnTo>
                  <a:pt x="333" y="67"/>
                </a:lnTo>
                <a:lnTo>
                  <a:pt x="334" y="67"/>
                </a:lnTo>
                <a:lnTo>
                  <a:pt x="335" y="67"/>
                </a:lnTo>
                <a:lnTo>
                  <a:pt x="336" y="68"/>
                </a:lnTo>
                <a:lnTo>
                  <a:pt x="337" y="68"/>
                </a:lnTo>
                <a:lnTo>
                  <a:pt x="337" y="69"/>
                </a:lnTo>
                <a:lnTo>
                  <a:pt x="337" y="70"/>
                </a:lnTo>
                <a:lnTo>
                  <a:pt x="338" y="71"/>
                </a:lnTo>
                <a:lnTo>
                  <a:pt x="338" y="72"/>
                </a:lnTo>
                <a:lnTo>
                  <a:pt x="339" y="72"/>
                </a:lnTo>
                <a:lnTo>
                  <a:pt x="340" y="72"/>
                </a:lnTo>
                <a:lnTo>
                  <a:pt x="341" y="72"/>
                </a:lnTo>
                <a:lnTo>
                  <a:pt x="341" y="73"/>
                </a:lnTo>
                <a:lnTo>
                  <a:pt x="342" y="73"/>
                </a:lnTo>
                <a:lnTo>
                  <a:pt x="343" y="73"/>
                </a:lnTo>
                <a:lnTo>
                  <a:pt x="344" y="73"/>
                </a:lnTo>
                <a:lnTo>
                  <a:pt x="344" y="72"/>
                </a:lnTo>
                <a:lnTo>
                  <a:pt x="345" y="72"/>
                </a:lnTo>
                <a:lnTo>
                  <a:pt x="346" y="72"/>
                </a:lnTo>
                <a:lnTo>
                  <a:pt x="347" y="72"/>
                </a:lnTo>
                <a:lnTo>
                  <a:pt x="349" y="72"/>
                </a:lnTo>
                <a:lnTo>
                  <a:pt x="350" y="72"/>
                </a:lnTo>
                <a:lnTo>
                  <a:pt x="351" y="72"/>
                </a:lnTo>
                <a:lnTo>
                  <a:pt x="352" y="72"/>
                </a:lnTo>
                <a:lnTo>
                  <a:pt x="352" y="73"/>
                </a:lnTo>
                <a:lnTo>
                  <a:pt x="353" y="74"/>
                </a:lnTo>
                <a:lnTo>
                  <a:pt x="354" y="74"/>
                </a:lnTo>
                <a:lnTo>
                  <a:pt x="355" y="75"/>
                </a:lnTo>
                <a:lnTo>
                  <a:pt x="355" y="74"/>
                </a:lnTo>
                <a:lnTo>
                  <a:pt x="356" y="75"/>
                </a:lnTo>
                <a:lnTo>
                  <a:pt x="357" y="76"/>
                </a:lnTo>
                <a:lnTo>
                  <a:pt x="357" y="77"/>
                </a:lnTo>
                <a:lnTo>
                  <a:pt x="358" y="76"/>
                </a:lnTo>
                <a:lnTo>
                  <a:pt x="359" y="77"/>
                </a:lnTo>
                <a:lnTo>
                  <a:pt x="360" y="78"/>
                </a:lnTo>
                <a:lnTo>
                  <a:pt x="361" y="79"/>
                </a:lnTo>
                <a:lnTo>
                  <a:pt x="362" y="78"/>
                </a:lnTo>
                <a:lnTo>
                  <a:pt x="362" y="79"/>
                </a:lnTo>
                <a:lnTo>
                  <a:pt x="362" y="80"/>
                </a:lnTo>
                <a:lnTo>
                  <a:pt x="363" y="80"/>
                </a:lnTo>
                <a:lnTo>
                  <a:pt x="363" y="79"/>
                </a:lnTo>
                <a:lnTo>
                  <a:pt x="363" y="78"/>
                </a:lnTo>
                <a:lnTo>
                  <a:pt x="364" y="77"/>
                </a:lnTo>
                <a:lnTo>
                  <a:pt x="364" y="76"/>
                </a:lnTo>
                <a:lnTo>
                  <a:pt x="365" y="76"/>
                </a:lnTo>
                <a:lnTo>
                  <a:pt x="365" y="75"/>
                </a:lnTo>
                <a:lnTo>
                  <a:pt x="365" y="74"/>
                </a:lnTo>
                <a:lnTo>
                  <a:pt x="365" y="73"/>
                </a:lnTo>
                <a:lnTo>
                  <a:pt x="366" y="73"/>
                </a:lnTo>
                <a:lnTo>
                  <a:pt x="367" y="73"/>
                </a:lnTo>
                <a:lnTo>
                  <a:pt x="369" y="73"/>
                </a:lnTo>
                <a:lnTo>
                  <a:pt x="369" y="74"/>
                </a:lnTo>
                <a:lnTo>
                  <a:pt x="370" y="74"/>
                </a:lnTo>
                <a:lnTo>
                  <a:pt x="371" y="75"/>
                </a:lnTo>
                <a:lnTo>
                  <a:pt x="372" y="75"/>
                </a:lnTo>
                <a:lnTo>
                  <a:pt x="373" y="74"/>
                </a:lnTo>
                <a:lnTo>
                  <a:pt x="373" y="73"/>
                </a:lnTo>
                <a:lnTo>
                  <a:pt x="374" y="73"/>
                </a:lnTo>
                <a:lnTo>
                  <a:pt x="375" y="73"/>
                </a:lnTo>
                <a:lnTo>
                  <a:pt x="376" y="73"/>
                </a:lnTo>
                <a:lnTo>
                  <a:pt x="377" y="73"/>
                </a:lnTo>
                <a:lnTo>
                  <a:pt x="378" y="73"/>
                </a:lnTo>
                <a:lnTo>
                  <a:pt x="379" y="74"/>
                </a:lnTo>
                <a:lnTo>
                  <a:pt x="380" y="73"/>
                </a:lnTo>
                <a:lnTo>
                  <a:pt x="381" y="74"/>
                </a:lnTo>
                <a:lnTo>
                  <a:pt x="381" y="73"/>
                </a:lnTo>
                <a:lnTo>
                  <a:pt x="382" y="72"/>
                </a:lnTo>
                <a:lnTo>
                  <a:pt x="383" y="72"/>
                </a:lnTo>
                <a:lnTo>
                  <a:pt x="384" y="71"/>
                </a:lnTo>
                <a:lnTo>
                  <a:pt x="385" y="71"/>
                </a:lnTo>
                <a:lnTo>
                  <a:pt x="386" y="70"/>
                </a:lnTo>
                <a:lnTo>
                  <a:pt x="387" y="70"/>
                </a:lnTo>
                <a:lnTo>
                  <a:pt x="388" y="70"/>
                </a:lnTo>
                <a:lnTo>
                  <a:pt x="389" y="70"/>
                </a:lnTo>
                <a:lnTo>
                  <a:pt x="390" y="69"/>
                </a:lnTo>
                <a:lnTo>
                  <a:pt x="391" y="69"/>
                </a:lnTo>
                <a:lnTo>
                  <a:pt x="392" y="68"/>
                </a:lnTo>
                <a:lnTo>
                  <a:pt x="393" y="68"/>
                </a:lnTo>
                <a:lnTo>
                  <a:pt x="394" y="68"/>
                </a:lnTo>
                <a:lnTo>
                  <a:pt x="395" y="68"/>
                </a:lnTo>
                <a:lnTo>
                  <a:pt x="396" y="68"/>
                </a:lnTo>
                <a:lnTo>
                  <a:pt x="396" y="67"/>
                </a:lnTo>
                <a:lnTo>
                  <a:pt x="395" y="67"/>
                </a:lnTo>
                <a:lnTo>
                  <a:pt x="394" y="66"/>
                </a:lnTo>
                <a:lnTo>
                  <a:pt x="393" y="65"/>
                </a:lnTo>
                <a:lnTo>
                  <a:pt x="392" y="65"/>
                </a:lnTo>
                <a:lnTo>
                  <a:pt x="392" y="66"/>
                </a:lnTo>
                <a:lnTo>
                  <a:pt x="391" y="65"/>
                </a:lnTo>
                <a:lnTo>
                  <a:pt x="391" y="64"/>
                </a:lnTo>
                <a:lnTo>
                  <a:pt x="391" y="63"/>
                </a:lnTo>
                <a:lnTo>
                  <a:pt x="392" y="63"/>
                </a:lnTo>
                <a:lnTo>
                  <a:pt x="392" y="62"/>
                </a:lnTo>
                <a:lnTo>
                  <a:pt x="392" y="61"/>
                </a:lnTo>
                <a:lnTo>
                  <a:pt x="392" y="60"/>
                </a:lnTo>
                <a:lnTo>
                  <a:pt x="392" y="59"/>
                </a:lnTo>
                <a:lnTo>
                  <a:pt x="392" y="58"/>
                </a:lnTo>
                <a:lnTo>
                  <a:pt x="392" y="57"/>
                </a:lnTo>
                <a:lnTo>
                  <a:pt x="394" y="56"/>
                </a:lnTo>
                <a:lnTo>
                  <a:pt x="394" y="55"/>
                </a:lnTo>
                <a:lnTo>
                  <a:pt x="395" y="55"/>
                </a:lnTo>
                <a:lnTo>
                  <a:pt x="396" y="54"/>
                </a:lnTo>
                <a:lnTo>
                  <a:pt x="397" y="53"/>
                </a:lnTo>
                <a:lnTo>
                  <a:pt x="396" y="53"/>
                </a:lnTo>
                <a:lnTo>
                  <a:pt x="397" y="53"/>
                </a:lnTo>
                <a:lnTo>
                  <a:pt x="398" y="52"/>
                </a:lnTo>
                <a:lnTo>
                  <a:pt x="398" y="51"/>
                </a:lnTo>
                <a:lnTo>
                  <a:pt x="399" y="51"/>
                </a:lnTo>
                <a:lnTo>
                  <a:pt x="400" y="50"/>
                </a:lnTo>
                <a:lnTo>
                  <a:pt x="401" y="50"/>
                </a:lnTo>
                <a:lnTo>
                  <a:pt x="402" y="50"/>
                </a:lnTo>
                <a:lnTo>
                  <a:pt x="404" y="50"/>
                </a:lnTo>
                <a:lnTo>
                  <a:pt x="405" y="50"/>
                </a:lnTo>
                <a:lnTo>
                  <a:pt x="405" y="49"/>
                </a:lnTo>
                <a:lnTo>
                  <a:pt x="406" y="49"/>
                </a:lnTo>
                <a:lnTo>
                  <a:pt x="407" y="49"/>
                </a:lnTo>
                <a:lnTo>
                  <a:pt x="409" y="49"/>
                </a:lnTo>
                <a:lnTo>
                  <a:pt x="410" y="48"/>
                </a:lnTo>
                <a:lnTo>
                  <a:pt x="411" y="48"/>
                </a:lnTo>
                <a:lnTo>
                  <a:pt x="412" y="48"/>
                </a:lnTo>
                <a:lnTo>
                  <a:pt x="412" y="47"/>
                </a:lnTo>
                <a:lnTo>
                  <a:pt x="413" y="47"/>
                </a:lnTo>
                <a:lnTo>
                  <a:pt x="414" y="47"/>
                </a:lnTo>
                <a:lnTo>
                  <a:pt x="415" y="47"/>
                </a:lnTo>
                <a:lnTo>
                  <a:pt x="416" y="46"/>
                </a:lnTo>
                <a:lnTo>
                  <a:pt x="417" y="46"/>
                </a:lnTo>
                <a:lnTo>
                  <a:pt x="418" y="46"/>
                </a:lnTo>
                <a:lnTo>
                  <a:pt x="419" y="46"/>
                </a:lnTo>
                <a:lnTo>
                  <a:pt x="420" y="46"/>
                </a:lnTo>
                <a:lnTo>
                  <a:pt x="420" y="47"/>
                </a:lnTo>
                <a:lnTo>
                  <a:pt x="421" y="47"/>
                </a:lnTo>
                <a:lnTo>
                  <a:pt x="421" y="48"/>
                </a:lnTo>
                <a:lnTo>
                  <a:pt x="422" y="47"/>
                </a:lnTo>
                <a:lnTo>
                  <a:pt x="422" y="48"/>
                </a:lnTo>
                <a:lnTo>
                  <a:pt x="423" y="48"/>
                </a:lnTo>
                <a:lnTo>
                  <a:pt x="423" y="49"/>
                </a:lnTo>
                <a:lnTo>
                  <a:pt x="424" y="49"/>
                </a:lnTo>
                <a:lnTo>
                  <a:pt x="425" y="49"/>
                </a:lnTo>
                <a:lnTo>
                  <a:pt x="426" y="49"/>
                </a:lnTo>
                <a:lnTo>
                  <a:pt x="427" y="49"/>
                </a:lnTo>
                <a:lnTo>
                  <a:pt x="428" y="49"/>
                </a:lnTo>
                <a:lnTo>
                  <a:pt x="428" y="48"/>
                </a:lnTo>
                <a:lnTo>
                  <a:pt x="428" y="46"/>
                </a:lnTo>
                <a:lnTo>
                  <a:pt x="429" y="46"/>
                </a:lnTo>
                <a:lnTo>
                  <a:pt x="430" y="45"/>
                </a:lnTo>
                <a:lnTo>
                  <a:pt x="431" y="45"/>
                </a:lnTo>
                <a:lnTo>
                  <a:pt x="430" y="44"/>
                </a:lnTo>
                <a:lnTo>
                  <a:pt x="430" y="43"/>
                </a:lnTo>
                <a:lnTo>
                  <a:pt x="431" y="42"/>
                </a:lnTo>
                <a:lnTo>
                  <a:pt x="432" y="42"/>
                </a:lnTo>
                <a:lnTo>
                  <a:pt x="432" y="41"/>
                </a:lnTo>
                <a:lnTo>
                  <a:pt x="432" y="39"/>
                </a:lnTo>
                <a:lnTo>
                  <a:pt x="432" y="38"/>
                </a:lnTo>
                <a:lnTo>
                  <a:pt x="433" y="37"/>
                </a:lnTo>
                <a:lnTo>
                  <a:pt x="433" y="36"/>
                </a:lnTo>
                <a:lnTo>
                  <a:pt x="433" y="35"/>
                </a:lnTo>
                <a:lnTo>
                  <a:pt x="434" y="35"/>
                </a:lnTo>
                <a:lnTo>
                  <a:pt x="434" y="34"/>
                </a:lnTo>
                <a:lnTo>
                  <a:pt x="435" y="34"/>
                </a:lnTo>
                <a:lnTo>
                  <a:pt x="434" y="33"/>
                </a:lnTo>
                <a:lnTo>
                  <a:pt x="434" y="32"/>
                </a:lnTo>
                <a:lnTo>
                  <a:pt x="435" y="32"/>
                </a:lnTo>
                <a:lnTo>
                  <a:pt x="436" y="32"/>
                </a:lnTo>
                <a:lnTo>
                  <a:pt x="436" y="31"/>
                </a:lnTo>
                <a:lnTo>
                  <a:pt x="436" y="30"/>
                </a:lnTo>
                <a:lnTo>
                  <a:pt x="435" y="30"/>
                </a:lnTo>
                <a:lnTo>
                  <a:pt x="434" y="29"/>
                </a:lnTo>
                <a:lnTo>
                  <a:pt x="434" y="28"/>
                </a:lnTo>
                <a:lnTo>
                  <a:pt x="435" y="27"/>
                </a:lnTo>
                <a:lnTo>
                  <a:pt x="436" y="27"/>
                </a:lnTo>
                <a:lnTo>
                  <a:pt x="437" y="27"/>
                </a:lnTo>
                <a:lnTo>
                  <a:pt x="436" y="27"/>
                </a:lnTo>
                <a:lnTo>
                  <a:pt x="436" y="26"/>
                </a:lnTo>
                <a:lnTo>
                  <a:pt x="436" y="25"/>
                </a:lnTo>
                <a:lnTo>
                  <a:pt x="436" y="24"/>
                </a:lnTo>
                <a:lnTo>
                  <a:pt x="435" y="24"/>
                </a:lnTo>
                <a:lnTo>
                  <a:pt x="435" y="23"/>
                </a:lnTo>
                <a:lnTo>
                  <a:pt x="436" y="22"/>
                </a:lnTo>
                <a:lnTo>
                  <a:pt x="437" y="22"/>
                </a:lnTo>
                <a:lnTo>
                  <a:pt x="438" y="22"/>
                </a:lnTo>
                <a:lnTo>
                  <a:pt x="439" y="22"/>
                </a:lnTo>
                <a:lnTo>
                  <a:pt x="439" y="21"/>
                </a:lnTo>
                <a:lnTo>
                  <a:pt x="438" y="21"/>
                </a:lnTo>
                <a:lnTo>
                  <a:pt x="438" y="20"/>
                </a:lnTo>
                <a:lnTo>
                  <a:pt x="439" y="19"/>
                </a:lnTo>
                <a:lnTo>
                  <a:pt x="439" y="18"/>
                </a:lnTo>
                <a:lnTo>
                  <a:pt x="440" y="18"/>
                </a:lnTo>
                <a:lnTo>
                  <a:pt x="440" y="17"/>
                </a:lnTo>
                <a:lnTo>
                  <a:pt x="439" y="17"/>
                </a:lnTo>
                <a:lnTo>
                  <a:pt x="439" y="16"/>
                </a:lnTo>
                <a:lnTo>
                  <a:pt x="440" y="16"/>
                </a:lnTo>
                <a:lnTo>
                  <a:pt x="440" y="15"/>
                </a:lnTo>
                <a:lnTo>
                  <a:pt x="439" y="14"/>
                </a:lnTo>
                <a:lnTo>
                  <a:pt x="439" y="13"/>
                </a:lnTo>
                <a:lnTo>
                  <a:pt x="439" y="12"/>
                </a:lnTo>
                <a:lnTo>
                  <a:pt x="438" y="11"/>
                </a:lnTo>
                <a:lnTo>
                  <a:pt x="439" y="11"/>
                </a:lnTo>
                <a:lnTo>
                  <a:pt x="439" y="10"/>
                </a:lnTo>
                <a:lnTo>
                  <a:pt x="439" y="9"/>
                </a:lnTo>
                <a:lnTo>
                  <a:pt x="439" y="7"/>
                </a:lnTo>
                <a:lnTo>
                  <a:pt x="441" y="7"/>
                </a:lnTo>
                <a:lnTo>
                  <a:pt x="441" y="6"/>
                </a:lnTo>
                <a:lnTo>
                  <a:pt x="442" y="6"/>
                </a:lnTo>
                <a:lnTo>
                  <a:pt x="442" y="5"/>
                </a:lnTo>
                <a:lnTo>
                  <a:pt x="443" y="5"/>
                </a:lnTo>
                <a:lnTo>
                  <a:pt x="443" y="4"/>
                </a:lnTo>
                <a:lnTo>
                  <a:pt x="443" y="3"/>
                </a:lnTo>
                <a:lnTo>
                  <a:pt x="443" y="2"/>
                </a:lnTo>
                <a:lnTo>
                  <a:pt x="443" y="1"/>
                </a:lnTo>
                <a:lnTo>
                  <a:pt x="444" y="1"/>
                </a:lnTo>
                <a:lnTo>
                  <a:pt x="445" y="1"/>
                </a:lnTo>
                <a:lnTo>
                  <a:pt x="445" y="0"/>
                </a:lnTo>
                <a:lnTo>
                  <a:pt x="445" y="1"/>
                </a:lnTo>
                <a:lnTo>
                  <a:pt x="446" y="1"/>
                </a:lnTo>
                <a:lnTo>
                  <a:pt x="447" y="1"/>
                </a:lnTo>
                <a:lnTo>
                  <a:pt x="447" y="0"/>
                </a:lnTo>
                <a:lnTo>
                  <a:pt x="448" y="0"/>
                </a:lnTo>
                <a:lnTo>
                  <a:pt x="449" y="1"/>
                </a:lnTo>
                <a:lnTo>
                  <a:pt x="45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2" name=""/>
          <p:cNvSpPr/>
          <p:nvPr/>
        </p:nvSpPr>
        <p:spPr>
          <a:xfrm>
            <a:off x="4710600" y="155448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4" y="3"/>
                </a:move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lnTo>
                  <a:pt x="6" y="6"/>
                </a:lnTo>
                <a:lnTo>
                  <a:pt x="5" y="6"/>
                </a:lnTo>
                <a:lnTo>
                  <a:pt x="4" y="4"/>
                </a:lnTo>
                <a:lnTo>
                  <a:pt x="2" y="4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3" name=""/>
          <p:cNvSpPr/>
          <p:nvPr/>
        </p:nvSpPr>
        <p:spPr>
          <a:xfrm>
            <a:off x="4714200" y="15541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2"/>
                </a:move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4" name=""/>
          <p:cNvSpPr/>
          <p:nvPr/>
        </p:nvSpPr>
        <p:spPr>
          <a:xfrm>
            <a:off x="4715280" y="15537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3" y="0"/>
                </a:moveTo>
                <a:lnTo>
                  <a:pt x="3" y="2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5" name=""/>
          <p:cNvSpPr/>
          <p:nvPr/>
        </p:nvSpPr>
        <p:spPr>
          <a:xfrm>
            <a:off x="4724640" y="1552320"/>
            <a:ext cx="2520" cy="3240"/>
          </a:xfrm>
          <a:custGeom>
            <a:avLst/>
            <a:gdLst/>
            <a:ahLst/>
            <a:rect l="0" t="0" r="r" b="b"/>
            <a:pathLst>
              <a:path w="7" h="9">
                <a:moveTo>
                  <a:pt x="6" y="3"/>
                </a:moveTo>
                <a:lnTo>
                  <a:pt x="6" y="5"/>
                </a:lnTo>
                <a:lnTo>
                  <a:pt x="7" y="5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5" y="8"/>
                </a:lnTo>
                <a:lnTo>
                  <a:pt x="3" y="8"/>
                </a:lnTo>
                <a:lnTo>
                  <a:pt x="3" y="9"/>
                </a:lnTo>
                <a:lnTo>
                  <a:pt x="2" y="9"/>
                </a:lnTo>
                <a:lnTo>
                  <a:pt x="1" y="8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3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3" y="2"/>
                </a:lnTo>
                <a:lnTo>
                  <a:pt x="5" y="2"/>
                </a:lnTo>
                <a:lnTo>
                  <a:pt x="5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5" y="1"/>
                </a:ln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6" name=""/>
          <p:cNvSpPr/>
          <p:nvPr/>
        </p:nvSpPr>
        <p:spPr>
          <a:xfrm>
            <a:off x="4713120" y="1553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7" name=""/>
          <p:cNvSpPr/>
          <p:nvPr/>
        </p:nvSpPr>
        <p:spPr>
          <a:xfrm>
            <a:off x="4713840" y="15534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8" name=""/>
          <p:cNvSpPr/>
          <p:nvPr/>
        </p:nvSpPr>
        <p:spPr>
          <a:xfrm>
            <a:off x="4706640" y="15480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3" y="2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9" name=""/>
          <p:cNvSpPr/>
          <p:nvPr/>
        </p:nvSpPr>
        <p:spPr>
          <a:xfrm>
            <a:off x="4712760" y="154764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4" y="0"/>
                </a:move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1" y="2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50" name=""/>
          <p:cNvSpPr/>
          <p:nvPr/>
        </p:nvSpPr>
        <p:spPr>
          <a:xfrm>
            <a:off x="4708080" y="1547280"/>
            <a:ext cx="4320" cy="1800"/>
          </a:xfrm>
          <a:custGeom>
            <a:avLst/>
            <a:gdLst/>
            <a:ahLst/>
            <a:rect l="0" t="0" r="r" b="b"/>
            <a:pathLst>
              <a:path w="12" h="5">
                <a:moveTo>
                  <a:pt x="11" y="1"/>
                </a:moveTo>
                <a:lnTo>
                  <a:pt x="12" y="1"/>
                </a:lnTo>
                <a:lnTo>
                  <a:pt x="12" y="2"/>
                </a:lnTo>
                <a:lnTo>
                  <a:pt x="11" y="2"/>
                </a:lnTo>
                <a:lnTo>
                  <a:pt x="10" y="2"/>
                </a:lnTo>
                <a:lnTo>
                  <a:pt x="10" y="3"/>
                </a:lnTo>
                <a:lnTo>
                  <a:pt x="9" y="3"/>
                </a:lnTo>
                <a:lnTo>
                  <a:pt x="8" y="3"/>
                </a:lnTo>
                <a:lnTo>
                  <a:pt x="8" y="5"/>
                </a:lnTo>
                <a:lnTo>
                  <a:pt x="6" y="5"/>
                </a:lnTo>
                <a:lnTo>
                  <a:pt x="6" y="3"/>
                </a:lnTo>
                <a:lnTo>
                  <a:pt x="8" y="3"/>
                </a:lnTo>
                <a:lnTo>
                  <a:pt x="8" y="2"/>
                </a:lnTo>
                <a:lnTo>
                  <a:pt x="8" y="1"/>
                </a:lnTo>
                <a:lnTo>
                  <a:pt x="6" y="1"/>
                </a:lnTo>
                <a:lnTo>
                  <a:pt x="5" y="1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51" name=""/>
          <p:cNvSpPr/>
          <p:nvPr/>
        </p:nvSpPr>
        <p:spPr>
          <a:xfrm>
            <a:off x="4719960" y="154656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52" name=""/>
          <p:cNvSpPr/>
          <p:nvPr/>
        </p:nvSpPr>
        <p:spPr>
          <a:xfrm>
            <a:off x="4703760" y="1545120"/>
            <a:ext cx="6840" cy="2160"/>
          </a:xfrm>
          <a:custGeom>
            <a:avLst/>
            <a:gdLst/>
            <a:ahLst/>
            <a:rect l="0" t="0" r="r" b="b"/>
            <a:pathLst>
              <a:path w="19" h="6">
                <a:moveTo>
                  <a:pt x="5" y="0"/>
                </a:moveTo>
                <a:lnTo>
                  <a:pt x="4" y="0"/>
                </a:ln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  <a:lnTo>
                  <a:pt x="6" y="2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9" y="3"/>
                </a:lnTo>
                <a:lnTo>
                  <a:pt x="11" y="3"/>
                </a:lnTo>
                <a:lnTo>
                  <a:pt x="12" y="3"/>
                </a:lnTo>
                <a:lnTo>
                  <a:pt x="12" y="2"/>
                </a:lnTo>
                <a:lnTo>
                  <a:pt x="13" y="2"/>
                </a:lnTo>
                <a:lnTo>
                  <a:pt x="13" y="3"/>
                </a:lnTo>
                <a:lnTo>
                  <a:pt x="13" y="2"/>
                </a:lnTo>
                <a:lnTo>
                  <a:pt x="14" y="3"/>
                </a:lnTo>
                <a:lnTo>
                  <a:pt x="15" y="4"/>
                </a:lnTo>
                <a:lnTo>
                  <a:pt x="17" y="4"/>
                </a:lnTo>
                <a:lnTo>
                  <a:pt x="18" y="4"/>
                </a:lnTo>
                <a:lnTo>
                  <a:pt x="19" y="4"/>
                </a:lnTo>
                <a:lnTo>
                  <a:pt x="19" y="5"/>
                </a:lnTo>
                <a:lnTo>
                  <a:pt x="19" y="4"/>
                </a:lnTo>
                <a:lnTo>
                  <a:pt x="19" y="5"/>
                </a:lnTo>
                <a:lnTo>
                  <a:pt x="18" y="5"/>
                </a:lnTo>
                <a:lnTo>
                  <a:pt x="17" y="6"/>
                </a:lnTo>
                <a:lnTo>
                  <a:pt x="15" y="6"/>
                </a:lnTo>
                <a:lnTo>
                  <a:pt x="15" y="5"/>
                </a:lnTo>
                <a:lnTo>
                  <a:pt x="14" y="5"/>
                </a:lnTo>
                <a:lnTo>
                  <a:pt x="12" y="5"/>
                </a:lnTo>
                <a:lnTo>
                  <a:pt x="11" y="5"/>
                </a:lnTo>
                <a:lnTo>
                  <a:pt x="11" y="4"/>
                </a:lnTo>
                <a:lnTo>
                  <a:pt x="10" y="4"/>
                </a:lnTo>
                <a:lnTo>
                  <a:pt x="9" y="4"/>
                </a:lnTo>
                <a:lnTo>
                  <a:pt x="8" y="4"/>
                </a:lnTo>
                <a:lnTo>
                  <a:pt x="8" y="5"/>
                </a:lnTo>
                <a:lnTo>
                  <a:pt x="9" y="5"/>
                </a:lnTo>
                <a:lnTo>
                  <a:pt x="8" y="5"/>
                </a:lnTo>
                <a:lnTo>
                  <a:pt x="8" y="6"/>
                </a:lnTo>
                <a:lnTo>
                  <a:pt x="8" y="5"/>
                </a:lnTo>
                <a:lnTo>
                  <a:pt x="7" y="5"/>
                </a:lnTo>
                <a:lnTo>
                  <a:pt x="8" y="5"/>
                </a:lnTo>
                <a:lnTo>
                  <a:pt x="8" y="4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53" name=""/>
          <p:cNvSpPr/>
          <p:nvPr/>
        </p:nvSpPr>
        <p:spPr>
          <a:xfrm>
            <a:off x="4721760" y="153936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3" y="2"/>
                </a:move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5" y="3"/>
                </a:lnTo>
                <a:lnTo>
                  <a:pt x="4" y="3"/>
                </a:lnTo>
                <a:lnTo>
                  <a:pt x="5" y="4"/>
                </a:lnTo>
                <a:lnTo>
                  <a:pt x="4" y="4"/>
                </a:lnTo>
                <a:lnTo>
                  <a:pt x="3" y="3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3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54" name=""/>
          <p:cNvSpPr/>
          <p:nvPr/>
        </p:nvSpPr>
        <p:spPr>
          <a:xfrm>
            <a:off x="4722120" y="153756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1"/>
                </a:moveTo>
                <a:lnTo>
                  <a:pt x="0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55" name=""/>
          <p:cNvSpPr/>
          <p:nvPr/>
        </p:nvSpPr>
        <p:spPr>
          <a:xfrm>
            <a:off x="4723560" y="1537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56" name=""/>
          <p:cNvSpPr/>
          <p:nvPr/>
        </p:nvSpPr>
        <p:spPr>
          <a:xfrm>
            <a:off x="4718520" y="1535760"/>
            <a:ext cx="3240" cy="2520"/>
          </a:xfrm>
          <a:custGeom>
            <a:avLst/>
            <a:gdLst/>
            <a:ahLst/>
            <a:rect l="0" t="0" r="r" b="b"/>
            <a:pathLst>
              <a:path w="9" h="7">
                <a:moveTo>
                  <a:pt x="6" y="0"/>
                </a:move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8" y="2"/>
                </a:lnTo>
                <a:lnTo>
                  <a:pt x="9" y="2"/>
                </a:lnTo>
                <a:lnTo>
                  <a:pt x="9" y="4"/>
                </a:lnTo>
                <a:lnTo>
                  <a:pt x="8" y="4"/>
                </a:lnTo>
                <a:lnTo>
                  <a:pt x="8" y="5"/>
                </a:lnTo>
                <a:lnTo>
                  <a:pt x="7" y="5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0" y="4"/>
                </a:lnTo>
                <a:lnTo>
                  <a:pt x="0" y="5"/>
                </a:lnTo>
                <a:lnTo>
                  <a:pt x="0" y="4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6" y="1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57" name=""/>
          <p:cNvSpPr/>
          <p:nvPr/>
        </p:nvSpPr>
        <p:spPr>
          <a:xfrm>
            <a:off x="4721040" y="15321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58" name=""/>
          <p:cNvSpPr/>
          <p:nvPr/>
        </p:nvSpPr>
        <p:spPr>
          <a:xfrm>
            <a:off x="4743360" y="15282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2"/>
                </a:move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59" name=""/>
          <p:cNvSpPr/>
          <p:nvPr/>
        </p:nvSpPr>
        <p:spPr>
          <a:xfrm>
            <a:off x="4746240" y="15271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0" name=""/>
          <p:cNvSpPr/>
          <p:nvPr/>
        </p:nvSpPr>
        <p:spPr>
          <a:xfrm>
            <a:off x="4780440" y="1503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1" name=""/>
          <p:cNvSpPr/>
          <p:nvPr/>
        </p:nvSpPr>
        <p:spPr>
          <a:xfrm>
            <a:off x="4965840" y="142848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9CC6DF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2" name=""/>
          <p:cNvSpPr/>
          <p:nvPr/>
        </p:nvSpPr>
        <p:spPr>
          <a:xfrm>
            <a:off x="4963320" y="1422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CC6DF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3" name=""/>
          <p:cNvSpPr/>
          <p:nvPr/>
        </p:nvSpPr>
        <p:spPr>
          <a:xfrm>
            <a:off x="4955040" y="1415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9CC6DF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4" name=""/>
          <p:cNvSpPr/>
          <p:nvPr/>
        </p:nvSpPr>
        <p:spPr>
          <a:xfrm>
            <a:off x="4955040" y="14144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9CC6DF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5" name=""/>
          <p:cNvSpPr/>
          <p:nvPr/>
        </p:nvSpPr>
        <p:spPr>
          <a:xfrm>
            <a:off x="4955760" y="14137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9CC6DF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6" name=""/>
          <p:cNvSpPr/>
          <p:nvPr/>
        </p:nvSpPr>
        <p:spPr>
          <a:xfrm>
            <a:off x="4676040" y="1287360"/>
            <a:ext cx="314280" cy="200520"/>
          </a:xfrm>
          <a:custGeom>
            <a:avLst/>
            <a:gdLst/>
            <a:ahLst/>
            <a:rect l="0" t="0" r="r" b="b"/>
            <a:pathLst>
              <a:path w="873" h="557">
                <a:moveTo>
                  <a:pt x="204" y="1"/>
                </a:moveTo>
                <a:lnTo>
                  <a:pt x="204" y="2"/>
                </a:lnTo>
                <a:lnTo>
                  <a:pt x="204" y="3"/>
                </a:lnTo>
                <a:lnTo>
                  <a:pt x="203" y="3"/>
                </a:lnTo>
                <a:lnTo>
                  <a:pt x="203" y="4"/>
                </a:lnTo>
                <a:lnTo>
                  <a:pt x="204" y="4"/>
                </a:lnTo>
                <a:lnTo>
                  <a:pt x="204" y="5"/>
                </a:lnTo>
                <a:lnTo>
                  <a:pt x="205" y="5"/>
                </a:lnTo>
                <a:lnTo>
                  <a:pt x="205" y="4"/>
                </a:lnTo>
                <a:lnTo>
                  <a:pt x="206" y="4"/>
                </a:lnTo>
                <a:lnTo>
                  <a:pt x="206" y="3"/>
                </a:lnTo>
                <a:lnTo>
                  <a:pt x="206" y="2"/>
                </a:lnTo>
                <a:lnTo>
                  <a:pt x="207" y="2"/>
                </a:lnTo>
                <a:lnTo>
                  <a:pt x="209" y="1"/>
                </a:lnTo>
                <a:lnTo>
                  <a:pt x="209" y="2"/>
                </a:lnTo>
                <a:lnTo>
                  <a:pt x="210" y="3"/>
                </a:lnTo>
                <a:lnTo>
                  <a:pt x="209" y="3"/>
                </a:lnTo>
                <a:lnTo>
                  <a:pt x="209" y="4"/>
                </a:lnTo>
                <a:lnTo>
                  <a:pt x="208" y="4"/>
                </a:lnTo>
                <a:lnTo>
                  <a:pt x="208" y="5"/>
                </a:lnTo>
                <a:lnTo>
                  <a:pt x="208" y="6"/>
                </a:lnTo>
                <a:lnTo>
                  <a:pt x="209" y="6"/>
                </a:lnTo>
                <a:lnTo>
                  <a:pt x="210" y="7"/>
                </a:lnTo>
                <a:lnTo>
                  <a:pt x="211" y="8"/>
                </a:lnTo>
                <a:lnTo>
                  <a:pt x="211" y="9"/>
                </a:lnTo>
                <a:lnTo>
                  <a:pt x="210" y="9"/>
                </a:lnTo>
                <a:lnTo>
                  <a:pt x="209" y="9"/>
                </a:lnTo>
                <a:lnTo>
                  <a:pt x="209" y="10"/>
                </a:lnTo>
                <a:lnTo>
                  <a:pt x="209" y="11"/>
                </a:lnTo>
                <a:lnTo>
                  <a:pt x="210" y="11"/>
                </a:lnTo>
                <a:lnTo>
                  <a:pt x="210" y="12"/>
                </a:lnTo>
                <a:lnTo>
                  <a:pt x="211" y="13"/>
                </a:lnTo>
                <a:lnTo>
                  <a:pt x="210" y="13"/>
                </a:lnTo>
                <a:lnTo>
                  <a:pt x="210" y="14"/>
                </a:lnTo>
                <a:lnTo>
                  <a:pt x="210" y="15"/>
                </a:lnTo>
                <a:lnTo>
                  <a:pt x="211" y="15"/>
                </a:lnTo>
                <a:lnTo>
                  <a:pt x="211" y="14"/>
                </a:lnTo>
                <a:lnTo>
                  <a:pt x="212" y="14"/>
                </a:lnTo>
                <a:lnTo>
                  <a:pt x="213" y="14"/>
                </a:lnTo>
                <a:lnTo>
                  <a:pt x="213" y="15"/>
                </a:lnTo>
                <a:lnTo>
                  <a:pt x="213" y="16"/>
                </a:lnTo>
                <a:lnTo>
                  <a:pt x="212" y="16"/>
                </a:lnTo>
                <a:lnTo>
                  <a:pt x="212" y="17"/>
                </a:lnTo>
                <a:lnTo>
                  <a:pt x="213" y="18"/>
                </a:lnTo>
                <a:lnTo>
                  <a:pt x="214" y="18"/>
                </a:lnTo>
                <a:lnTo>
                  <a:pt x="214" y="19"/>
                </a:lnTo>
                <a:lnTo>
                  <a:pt x="214" y="20"/>
                </a:lnTo>
                <a:lnTo>
                  <a:pt x="213" y="20"/>
                </a:lnTo>
                <a:lnTo>
                  <a:pt x="212" y="20"/>
                </a:lnTo>
                <a:lnTo>
                  <a:pt x="212" y="21"/>
                </a:lnTo>
                <a:lnTo>
                  <a:pt x="212" y="22"/>
                </a:lnTo>
                <a:lnTo>
                  <a:pt x="213" y="22"/>
                </a:lnTo>
                <a:lnTo>
                  <a:pt x="214" y="22"/>
                </a:lnTo>
                <a:lnTo>
                  <a:pt x="214" y="23"/>
                </a:lnTo>
                <a:lnTo>
                  <a:pt x="214" y="24"/>
                </a:lnTo>
                <a:lnTo>
                  <a:pt x="213" y="24"/>
                </a:lnTo>
                <a:lnTo>
                  <a:pt x="213" y="25"/>
                </a:lnTo>
                <a:lnTo>
                  <a:pt x="214" y="25"/>
                </a:lnTo>
                <a:lnTo>
                  <a:pt x="215" y="26"/>
                </a:lnTo>
                <a:lnTo>
                  <a:pt x="216" y="26"/>
                </a:lnTo>
                <a:lnTo>
                  <a:pt x="216" y="27"/>
                </a:lnTo>
                <a:lnTo>
                  <a:pt x="216" y="28"/>
                </a:lnTo>
                <a:lnTo>
                  <a:pt x="216" y="29"/>
                </a:lnTo>
                <a:lnTo>
                  <a:pt x="214" y="29"/>
                </a:lnTo>
                <a:lnTo>
                  <a:pt x="213" y="29"/>
                </a:lnTo>
                <a:lnTo>
                  <a:pt x="212" y="29"/>
                </a:lnTo>
                <a:lnTo>
                  <a:pt x="212" y="30"/>
                </a:lnTo>
                <a:lnTo>
                  <a:pt x="212" y="31"/>
                </a:lnTo>
                <a:lnTo>
                  <a:pt x="213" y="31"/>
                </a:lnTo>
                <a:lnTo>
                  <a:pt x="214" y="31"/>
                </a:lnTo>
                <a:lnTo>
                  <a:pt x="214" y="32"/>
                </a:lnTo>
                <a:lnTo>
                  <a:pt x="215" y="32"/>
                </a:lnTo>
                <a:lnTo>
                  <a:pt x="214" y="32"/>
                </a:lnTo>
                <a:lnTo>
                  <a:pt x="214" y="33"/>
                </a:lnTo>
                <a:lnTo>
                  <a:pt x="213" y="33"/>
                </a:lnTo>
                <a:lnTo>
                  <a:pt x="212" y="33"/>
                </a:lnTo>
                <a:lnTo>
                  <a:pt x="211" y="33"/>
                </a:lnTo>
                <a:lnTo>
                  <a:pt x="210" y="33"/>
                </a:lnTo>
                <a:lnTo>
                  <a:pt x="210" y="34"/>
                </a:lnTo>
                <a:lnTo>
                  <a:pt x="209" y="35"/>
                </a:lnTo>
                <a:lnTo>
                  <a:pt x="209" y="36"/>
                </a:lnTo>
                <a:lnTo>
                  <a:pt x="210" y="37"/>
                </a:lnTo>
                <a:lnTo>
                  <a:pt x="210" y="39"/>
                </a:lnTo>
                <a:lnTo>
                  <a:pt x="211" y="40"/>
                </a:lnTo>
                <a:lnTo>
                  <a:pt x="211" y="41"/>
                </a:lnTo>
                <a:lnTo>
                  <a:pt x="212" y="41"/>
                </a:lnTo>
                <a:lnTo>
                  <a:pt x="213" y="42"/>
                </a:lnTo>
                <a:lnTo>
                  <a:pt x="214" y="42"/>
                </a:lnTo>
                <a:lnTo>
                  <a:pt x="215" y="42"/>
                </a:lnTo>
                <a:lnTo>
                  <a:pt x="215" y="43"/>
                </a:lnTo>
                <a:lnTo>
                  <a:pt x="216" y="43"/>
                </a:lnTo>
                <a:lnTo>
                  <a:pt x="217" y="43"/>
                </a:lnTo>
                <a:lnTo>
                  <a:pt x="218" y="43"/>
                </a:lnTo>
                <a:lnTo>
                  <a:pt x="218" y="44"/>
                </a:lnTo>
                <a:lnTo>
                  <a:pt x="218" y="45"/>
                </a:lnTo>
                <a:lnTo>
                  <a:pt x="219" y="45"/>
                </a:lnTo>
                <a:lnTo>
                  <a:pt x="219" y="46"/>
                </a:lnTo>
                <a:lnTo>
                  <a:pt x="219" y="47"/>
                </a:lnTo>
                <a:lnTo>
                  <a:pt x="219" y="48"/>
                </a:lnTo>
                <a:lnTo>
                  <a:pt x="219" y="49"/>
                </a:lnTo>
                <a:lnTo>
                  <a:pt x="218" y="49"/>
                </a:lnTo>
                <a:lnTo>
                  <a:pt x="217" y="49"/>
                </a:lnTo>
                <a:lnTo>
                  <a:pt x="217" y="48"/>
                </a:lnTo>
                <a:lnTo>
                  <a:pt x="216" y="48"/>
                </a:lnTo>
                <a:lnTo>
                  <a:pt x="216" y="49"/>
                </a:lnTo>
                <a:lnTo>
                  <a:pt x="216" y="50"/>
                </a:lnTo>
                <a:lnTo>
                  <a:pt x="216" y="51"/>
                </a:lnTo>
                <a:lnTo>
                  <a:pt x="217" y="51"/>
                </a:lnTo>
                <a:lnTo>
                  <a:pt x="217" y="52"/>
                </a:lnTo>
                <a:lnTo>
                  <a:pt x="218" y="52"/>
                </a:lnTo>
                <a:lnTo>
                  <a:pt x="219" y="52"/>
                </a:lnTo>
                <a:lnTo>
                  <a:pt x="219" y="53"/>
                </a:lnTo>
                <a:lnTo>
                  <a:pt x="218" y="53"/>
                </a:lnTo>
                <a:lnTo>
                  <a:pt x="217" y="53"/>
                </a:lnTo>
                <a:lnTo>
                  <a:pt x="216" y="54"/>
                </a:lnTo>
                <a:lnTo>
                  <a:pt x="215" y="54"/>
                </a:lnTo>
                <a:lnTo>
                  <a:pt x="213" y="54"/>
                </a:lnTo>
                <a:lnTo>
                  <a:pt x="213" y="55"/>
                </a:lnTo>
                <a:lnTo>
                  <a:pt x="213" y="56"/>
                </a:lnTo>
                <a:lnTo>
                  <a:pt x="214" y="57"/>
                </a:lnTo>
                <a:lnTo>
                  <a:pt x="214" y="58"/>
                </a:lnTo>
                <a:lnTo>
                  <a:pt x="215" y="58"/>
                </a:lnTo>
                <a:lnTo>
                  <a:pt x="216" y="57"/>
                </a:lnTo>
                <a:lnTo>
                  <a:pt x="217" y="57"/>
                </a:lnTo>
                <a:lnTo>
                  <a:pt x="218" y="57"/>
                </a:lnTo>
                <a:lnTo>
                  <a:pt x="218" y="58"/>
                </a:lnTo>
                <a:lnTo>
                  <a:pt x="219" y="58"/>
                </a:lnTo>
                <a:lnTo>
                  <a:pt x="219" y="59"/>
                </a:lnTo>
                <a:lnTo>
                  <a:pt x="220" y="59"/>
                </a:lnTo>
                <a:lnTo>
                  <a:pt x="220" y="60"/>
                </a:lnTo>
                <a:lnTo>
                  <a:pt x="221" y="60"/>
                </a:lnTo>
                <a:lnTo>
                  <a:pt x="221" y="61"/>
                </a:lnTo>
                <a:lnTo>
                  <a:pt x="221" y="62"/>
                </a:lnTo>
                <a:lnTo>
                  <a:pt x="222" y="62"/>
                </a:lnTo>
                <a:lnTo>
                  <a:pt x="222" y="63"/>
                </a:lnTo>
                <a:lnTo>
                  <a:pt x="223" y="63"/>
                </a:lnTo>
                <a:lnTo>
                  <a:pt x="224" y="63"/>
                </a:lnTo>
                <a:lnTo>
                  <a:pt x="225" y="63"/>
                </a:lnTo>
                <a:lnTo>
                  <a:pt x="225" y="64"/>
                </a:lnTo>
                <a:lnTo>
                  <a:pt x="225" y="65"/>
                </a:lnTo>
                <a:lnTo>
                  <a:pt x="224" y="65"/>
                </a:lnTo>
                <a:lnTo>
                  <a:pt x="224" y="66"/>
                </a:lnTo>
                <a:lnTo>
                  <a:pt x="224" y="67"/>
                </a:lnTo>
                <a:lnTo>
                  <a:pt x="226" y="67"/>
                </a:lnTo>
                <a:lnTo>
                  <a:pt x="226" y="68"/>
                </a:lnTo>
                <a:lnTo>
                  <a:pt x="225" y="68"/>
                </a:lnTo>
                <a:lnTo>
                  <a:pt x="225" y="69"/>
                </a:lnTo>
                <a:lnTo>
                  <a:pt x="225" y="70"/>
                </a:lnTo>
                <a:lnTo>
                  <a:pt x="226" y="71"/>
                </a:lnTo>
                <a:lnTo>
                  <a:pt x="227" y="71"/>
                </a:lnTo>
                <a:lnTo>
                  <a:pt x="229" y="71"/>
                </a:lnTo>
                <a:lnTo>
                  <a:pt x="230" y="71"/>
                </a:lnTo>
                <a:lnTo>
                  <a:pt x="231" y="71"/>
                </a:lnTo>
                <a:lnTo>
                  <a:pt x="232" y="70"/>
                </a:lnTo>
                <a:lnTo>
                  <a:pt x="233" y="70"/>
                </a:lnTo>
                <a:lnTo>
                  <a:pt x="233" y="69"/>
                </a:lnTo>
                <a:lnTo>
                  <a:pt x="233" y="70"/>
                </a:lnTo>
                <a:lnTo>
                  <a:pt x="234" y="70"/>
                </a:lnTo>
                <a:lnTo>
                  <a:pt x="234" y="71"/>
                </a:lnTo>
                <a:lnTo>
                  <a:pt x="233" y="71"/>
                </a:lnTo>
                <a:lnTo>
                  <a:pt x="233" y="72"/>
                </a:lnTo>
                <a:lnTo>
                  <a:pt x="233" y="73"/>
                </a:lnTo>
                <a:lnTo>
                  <a:pt x="233" y="74"/>
                </a:lnTo>
                <a:lnTo>
                  <a:pt x="234" y="74"/>
                </a:lnTo>
                <a:lnTo>
                  <a:pt x="235" y="74"/>
                </a:lnTo>
                <a:lnTo>
                  <a:pt x="236" y="74"/>
                </a:lnTo>
                <a:lnTo>
                  <a:pt x="237" y="74"/>
                </a:lnTo>
                <a:lnTo>
                  <a:pt x="237" y="75"/>
                </a:lnTo>
                <a:lnTo>
                  <a:pt x="236" y="76"/>
                </a:lnTo>
                <a:lnTo>
                  <a:pt x="236" y="77"/>
                </a:lnTo>
                <a:lnTo>
                  <a:pt x="236" y="78"/>
                </a:lnTo>
                <a:lnTo>
                  <a:pt x="237" y="78"/>
                </a:lnTo>
                <a:lnTo>
                  <a:pt x="238" y="79"/>
                </a:lnTo>
                <a:lnTo>
                  <a:pt x="239" y="79"/>
                </a:lnTo>
                <a:lnTo>
                  <a:pt x="240" y="79"/>
                </a:lnTo>
                <a:lnTo>
                  <a:pt x="241" y="79"/>
                </a:lnTo>
                <a:lnTo>
                  <a:pt x="242" y="79"/>
                </a:lnTo>
                <a:lnTo>
                  <a:pt x="243" y="79"/>
                </a:lnTo>
                <a:lnTo>
                  <a:pt x="244" y="79"/>
                </a:lnTo>
                <a:lnTo>
                  <a:pt x="244" y="78"/>
                </a:lnTo>
                <a:lnTo>
                  <a:pt x="245" y="79"/>
                </a:lnTo>
                <a:lnTo>
                  <a:pt x="246" y="79"/>
                </a:lnTo>
                <a:lnTo>
                  <a:pt x="246" y="80"/>
                </a:lnTo>
                <a:lnTo>
                  <a:pt x="246" y="81"/>
                </a:lnTo>
                <a:lnTo>
                  <a:pt x="246" y="82"/>
                </a:lnTo>
                <a:lnTo>
                  <a:pt x="245" y="83"/>
                </a:lnTo>
                <a:lnTo>
                  <a:pt x="244" y="83"/>
                </a:lnTo>
                <a:lnTo>
                  <a:pt x="244" y="84"/>
                </a:lnTo>
                <a:lnTo>
                  <a:pt x="245" y="85"/>
                </a:lnTo>
                <a:lnTo>
                  <a:pt x="246" y="85"/>
                </a:lnTo>
                <a:lnTo>
                  <a:pt x="246" y="86"/>
                </a:lnTo>
                <a:lnTo>
                  <a:pt x="246" y="87"/>
                </a:lnTo>
                <a:lnTo>
                  <a:pt x="246" y="88"/>
                </a:lnTo>
                <a:lnTo>
                  <a:pt x="247" y="88"/>
                </a:lnTo>
                <a:lnTo>
                  <a:pt x="248" y="89"/>
                </a:lnTo>
                <a:lnTo>
                  <a:pt x="249" y="89"/>
                </a:lnTo>
                <a:lnTo>
                  <a:pt x="249" y="90"/>
                </a:lnTo>
                <a:lnTo>
                  <a:pt x="250" y="90"/>
                </a:lnTo>
                <a:lnTo>
                  <a:pt x="250" y="89"/>
                </a:lnTo>
                <a:lnTo>
                  <a:pt x="251" y="89"/>
                </a:lnTo>
                <a:lnTo>
                  <a:pt x="251" y="88"/>
                </a:lnTo>
                <a:lnTo>
                  <a:pt x="252" y="88"/>
                </a:lnTo>
                <a:lnTo>
                  <a:pt x="253" y="88"/>
                </a:lnTo>
                <a:lnTo>
                  <a:pt x="254" y="88"/>
                </a:lnTo>
                <a:lnTo>
                  <a:pt x="254" y="87"/>
                </a:lnTo>
                <a:lnTo>
                  <a:pt x="255" y="87"/>
                </a:lnTo>
                <a:lnTo>
                  <a:pt x="256" y="88"/>
                </a:lnTo>
                <a:lnTo>
                  <a:pt x="257" y="89"/>
                </a:lnTo>
                <a:lnTo>
                  <a:pt x="257" y="90"/>
                </a:lnTo>
                <a:lnTo>
                  <a:pt x="258" y="90"/>
                </a:lnTo>
                <a:lnTo>
                  <a:pt x="258" y="91"/>
                </a:lnTo>
                <a:lnTo>
                  <a:pt x="259" y="91"/>
                </a:lnTo>
                <a:lnTo>
                  <a:pt x="260" y="91"/>
                </a:lnTo>
                <a:lnTo>
                  <a:pt x="260" y="92"/>
                </a:lnTo>
                <a:lnTo>
                  <a:pt x="261" y="92"/>
                </a:lnTo>
                <a:lnTo>
                  <a:pt x="262" y="92"/>
                </a:lnTo>
                <a:lnTo>
                  <a:pt x="263" y="92"/>
                </a:lnTo>
                <a:lnTo>
                  <a:pt x="264" y="92"/>
                </a:lnTo>
                <a:lnTo>
                  <a:pt x="264" y="91"/>
                </a:lnTo>
                <a:lnTo>
                  <a:pt x="265" y="91"/>
                </a:lnTo>
                <a:lnTo>
                  <a:pt x="265" y="90"/>
                </a:lnTo>
                <a:lnTo>
                  <a:pt x="265" y="89"/>
                </a:lnTo>
                <a:lnTo>
                  <a:pt x="264" y="89"/>
                </a:lnTo>
                <a:lnTo>
                  <a:pt x="264" y="88"/>
                </a:lnTo>
                <a:lnTo>
                  <a:pt x="265" y="88"/>
                </a:lnTo>
                <a:lnTo>
                  <a:pt x="266" y="88"/>
                </a:lnTo>
                <a:lnTo>
                  <a:pt x="267" y="88"/>
                </a:lnTo>
                <a:lnTo>
                  <a:pt x="267" y="89"/>
                </a:lnTo>
                <a:lnTo>
                  <a:pt x="268" y="89"/>
                </a:lnTo>
                <a:lnTo>
                  <a:pt x="269" y="90"/>
                </a:lnTo>
                <a:lnTo>
                  <a:pt x="270" y="90"/>
                </a:lnTo>
                <a:lnTo>
                  <a:pt x="271" y="90"/>
                </a:lnTo>
                <a:lnTo>
                  <a:pt x="272" y="90"/>
                </a:lnTo>
                <a:lnTo>
                  <a:pt x="272" y="89"/>
                </a:lnTo>
                <a:lnTo>
                  <a:pt x="273" y="89"/>
                </a:lnTo>
                <a:lnTo>
                  <a:pt x="274" y="88"/>
                </a:lnTo>
                <a:lnTo>
                  <a:pt x="275" y="88"/>
                </a:lnTo>
                <a:lnTo>
                  <a:pt x="276" y="88"/>
                </a:lnTo>
                <a:lnTo>
                  <a:pt x="277" y="89"/>
                </a:lnTo>
                <a:lnTo>
                  <a:pt x="278" y="89"/>
                </a:lnTo>
                <a:lnTo>
                  <a:pt x="279" y="89"/>
                </a:lnTo>
                <a:lnTo>
                  <a:pt x="279" y="88"/>
                </a:lnTo>
                <a:lnTo>
                  <a:pt x="280" y="88"/>
                </a:lnTo>
                <a:lnTo>
                  <a:pt x="280" y="87"/>
                </a:lnTo>
                <a:lnTo>
                  <a:pt x="281" y="87"/>
                </a:lnTo>
                <a:lnTo>
                  <a:pt x="281" y="86"/>
                </a:lnTo>
                <a:lnTo>
                  <a:pt x="282" y="86"/>
                </a:lnTo>
                <a:lnTo>
                  <a:pt x="283" y="87"/>
                </a:lnTo>
                <a:lnTo>
                  <a:pt x="283" y="88"/>
                </a:lnTo>
                <a:lnTo>
                  <a:pt x="283" y="89"/>
                </a:lnTo>
                <a:lnTo>
                  <a:pt x="283" y="90"/>
                </a:lnTo>
                <a:lnTo>
                  <a:pt x="284" y="90"/>
                </a:lnTo>
                <a:lnTo>
                  <a:pt x="285" y="89"/>
                </a:lnTo>
                <a:lnTo>
                  <a:pt x="286" y="89"/>
                </a:lnTo>
                <a:lnTo>
                  <a:pt x="286" y="88"/>
                </a:lnTo>
                <a:lnTo>
                  <a:pt x="287" y="88"/>
                </a:lnTo>
                <a:lnTo>
                  <a:pt x="288" y="88"/>
                </a:lnTo>
                <a:lnTo>
                  <a:pt x="289" y="88"/>
                </a:lnTo>
                <a:lnTo>
                  <a:pt x="290" y="89"/>
                </a:lnTo>
                <a:lnTo>
                  <a:pt x="291" y="89"/>
                </a:lnTo>
                <a:lnTo>
                  <a:pt x="291" y="90"/>
                </a:lnTo>
                <a:lnTo>
                  <a:pt x="292" y="90"/>
                </a:lnTo>
                <a:lnTo>
                  <a:pt x="293" y="89"/>
                </a:lnTo>
                <a:lnTo>
                  <a:pt x="293" y="88"/>
                </a:lnTo>
                <a:lnTo>
                  <a:pt x="293" y="87"/>
                </a:lnTo>
                <a:lnTo>
                  <a:pt x="292" y="86"/>
                </a:lnTo>
                <a:lnTo>
                  <a:pt x="292" y="85"/>
                </a:lnTo>
                <a:lnTo>
                  <a:pt x="292" y="84"/>
                </a:lnTo>
                <a:lnTo>
                  <a:pt x="293" y="83"/>
                </a:lnTo>
                <a:lnTo>
                  <a:pt x="294" y="82"/>
                </a:lnTo>
                <a:lnTo>
                  <a:pt x="295" y="81"/>
                </a:lnTo>
                <a:lnTo>
                  <a:pt x="295" y="80"/>
                </a:lnTo>
                <a:lnTo>
                  <a:pt x="295" y="79"/>
                </a:lnTo>
                <a:lnTo>
                  <a:pt x="296" y="79"/>
                </a:lnTo>
                <a:lnTo>
                  <a:pt x="297" y="79"/>
                </a:lnTo>
                <a:lnTo>
                  <a:pt x="297" y="80"/>
                </a:lnTo>
                <a:lnTo>
                  <a:pt x="298" y="81"/>
                </a:lnTo>
                <a:lnTo>
                  <a:pt x="297" y="82"/>
                </a:lnTo>
                <a:lnTo>
                  <a:pt x="298" y="83"/>
                </a:lnTo>
                <a:lnTo>
                  <a:pt x="299" y="84"/>
                </a:lnTo>
                <a:lnTo>
                  <a:pt x="300" y="84"/>
                </a:lnTo>
                <a:lnTo>
                  <a:pt x="301" y="84"/>
                </a:lnTo>
                <a:lnTo>
                  <a:pt x="302" y="84"/>
                </a:lnTo>
                <a:lnTo>
                  <a:pt x="303" y="84"/>
                </a:lnTo>
                <a:lnTo>
                  <a:pt x="306" y="84"/>
                </a:lnTo>
                <a:lnTo>
                  <a:pt x="306" y="87"/>
                </a:lnTo>
                <a:lnTo>
                  <a:pt x="306" y="88"/>
                </a:lnTo>
                <a:lnTo>
                  <a:pt x="307" y="89"/>
                </a:lnTo>
                <a:lnTo>
                  <a:pt x="307" y="90"/>
                </a:lnTo>
                <a:lnTo>
                  <a:pt x="307" y="91"/>
                </a:lnTo>
                <a:lnTo>
                  <a:pt x="308" y="91"/>
                </a:lnTo>
                <a:lnTo>
                  <a:pt x="309" y="91"/>
                </a:lnTo>
                <a:lnTo>
                  <a:pt x="310" y="91"/>
                </a:lnTo>
                <a:lnTo>
                  <a:pt x="311" y="91"/>
                </a:lnTo>
                <a:lnTo>
                  <a:pt x="311" y="92"/>
                </a:lnTo>
                <a:lnTo>
                  <a:pt x="311" y="93"/>
                </a:lnTo>
                <a:lnTo>
                  <a:pt x="310" y="93"/>
                </a:lnTo>
                <a:lnTo>
                  <a:pt x="309" y="93"/>
                </a:lnTo>
                <a:lnTo>
                  <a:pt x="309" y="94"/>
                </a:lnTo>
                <a:lnTo>
                  <a:pt x="309" y="95"/>
                </a:lnTo>
                <a:lnTo>
                  <a:pt x="310" y="95"/>
                </a:lnTo>
                <a:lnTo>
                  <a:pt x="310" y="96"/>
                </a:lnTo>
                <a:lnTo>
                  <a:pt x="311" y="95"/>
                </a:lnTo>
                <a:lnTo>
                  <a:pt x="312" y="95"/>
                </a:lnTo>
                <a:lnTo>
                  <a:pt x="313" y="95"/>
                </a:lnTo>
                <a:lnTo>
                  <a:pt x="313" y="94"/>
                </a:lnTo>
                <a:lnTo>
                  <a:pt x="314" y="94"/>
                </a:lnTo>
                <a:lnTo>
                  <a:pt x="314" y="93"/>
                </a:lnTo>
                <a:lnTo>
                  <a:pt x="315" y="93"/>
                </a:lnTo>
                <a:lnTo>
                  <a:pt x="315" y="92"/>
                </a:lnTo>
                <a:lnTo>
                  <a:pt x="316" y="92"/>
                </a:lnTo>
                <a:lnTo>
                  <a:pt x="317" y="92"/>
                </a:lnTo>
                <a:lnTo>
                  <a:pt x="318" y="93"/>
                </a:lnTo>
                <a:lnTo>
                  <a:pt x="319" y="94"/>
                </a:lnTo>
                <a:lnTo>
                  <a:pt x="320" y="93"/>
                </a:lnTo>
                <a:lnTo>
                  <a:pt x="322" y="93"/>
                </a:lnTo>
                <a:lnTo>
                  <a:pt x="323" y="92"/>
                </a:lnTo>
                <a:lnTo>
                  <a:pt x="324" y="92"/>
                </a:lnTo>
                <a:lnTo>
                  <a:pt x="325" y="91"/>
                </a:lnTo>
                <a:lnTo>
                  <a:pt x="327" y="91"/>
                </a:lnTo>
                <a:lnTo>
                  <a:pt x="327" y="92"/>
                </a:lnTo>
                <a:lnTo>
                  <a:pt x="328" y="92"/>
                </a:lnTo>
                <a:lnTo>
                  <a:pt x="329" y="93"/>
                </a:lnTo>
                <a:lnTo>
                  <a:pt x="330" y="93"/>
                </a:lnTo>
                <a:lnTo>
                  <a:pt x="331" y="93"/>
                </a:lnTo>
                <a:lnTo>
                  <a:pt x="331" y="92"/>
                </a:lnTo>
                <a:lnTo>
                  <a:pt x="331" y="91"/>
                </a:lnTo>
                <a:lnTo>
                  <a:pt x="332" y="91"/>
                </a:lnTo>
                <a:lnTo>
                  <a:pt x="332" y="92"/>
                </a:lnTo>
                <a:lnTo>
                  <a:pt x="333" y="92"/>
                </a:lnTo>
                <a:lnTo>
                  <a:pt x="333" y="93"/>
                </a:lnTo>
                <a:lnTo>
                  <a:pt x="333" y="94"/>
                </a:lnTo>
                <a:lnTo>
                  <a:pt x="334" y="94"/>
                </a:lnTo>
                <a:lnTo>
                  <a:pt x="335" y="94"/>
                </a:lnTo>
                <a:lnTo>
                  <a:pt x="336" y="94"/>
                </a:lnTo>
                <a:lnTo>
                  <a:pt x="337" y="93"/>
                </a:lnTo>
                <a:lnTo>
                  <a:pt x="338" y="92"/>
                </a:lnTo>
                <a:lnTo>
                  <a:pt x="340" y="91"/>
                </a:lnTo>
                <a:lnTo>
                  <a:pt x="340" y="90"/>
                </a:lnTo>
                <a:lnTo>
                  <a:pt x="341" y="89"/>
                </a:lnTo>
                <a:lnTo>
                  <a:pt x="341" y="88"/>
                </a:lnTo>
                <a:lnTo>
                  <a:pt x="342" y="88"/>
                </a:lnTo>
                <a:lnTo>
                  <a:pt x="342" y="87"/>
                </a:lnTo>
                <a:lnTo>
                  <a:pt x="342" y="86"/>
                </a:lnTo>
                <a:lnTo>
                  <a:pt x="341" y="86"/>
                </a:lnTo>
                <a:lnTo>
                  <a:pt x="341" y="85"/>
                </a:lnTo>
                <a:lnTo>
                  <a:pt x="341" y="84"/>
                </a:lnTo>
                <a:lnTo>
                  <a:pt x="342" y="85"/>
                </a:lnTo>
                <a:lnTo>
                  <a:pt x="343" y="85"/>
                </a:lnTo>
                <a:lnTo>
                  <a:pt x="344" y="85"/>
                </a:lnTo>
                <a:lnTo>
                  <a:pt x="344" y="84"/>
                </a:lnTo>
                <a:lnTo>
                  <a:pt x="346" y="84"/>
                </a:lnTo>
                <a:lnTo>
                  <a:pt x="346" y="85"/>
                </a:lnTo>
                <a:lnTo>
                  <a:pt x="346" y="86"/>
                </a:lnTo>
                <a:lnTo>
                  <a:pt x="347" y="86"/>
                </a:lnTo>
                <a:lnTo>
                  <a:pt x="347" y="87"/>
                </a:lnTo>
                <a:lnTo>
                  <a:pt x="348" y="86"/>
                </a:lnTo>
                <a:lnTo>
                  <a:pt x="349" y="86"/>
                </a:lnTo>
                <a:lnTo>
                  <a:pt x="350" y="85"/>
                </a:lnTo>
                <a:lnTo>
                  <a:pt x="351" y="85"/>
                </a:lnTo>
                <a:lnTo>
                  <a:pt x="352" y="85"/>
                </a:lnTo>
                <a:lnTo>
                  <a:pt x="353" y="84"/>
                </a:lnTo>
                <a:lnTo>
                  <a:pt x="354" y="84"/>
                </a:lnTo>
                <a:lnTo>
                  <a:pt x="355" y="84"/>
                </a:lnTo>
                <a:lnTo>
                  <a:pt x="356" y="84"/>
                </a:lnTo>
                <a:lnTo>
                  <a:pt x="357" y="83"/>
                </a:lnTo>
                <a:lnTo>
                  <a:pt x="357" y="82"/>
                </a:lnTo>
                <a:lnTo>
                  <a:pt x="358" y="82"/>
                </a:lnTo>
                <a:lnTo>
                  <a:pt x="358" y="81"/>
                </a:lnTo>
                <a:lnTo>
                  <a:pt x="359" y="81"/>
                </a:lnTo>
                <a:lnTo>
                  <a:pt x="360" y="81"/>
                </a:lnTo>
                <a:lnTo>
                  <a:pt x="361" y="81"/>
                </a:lnTo>
                <a:lnTo>
                  <a:pt x="361" y="82"/>
                </a:lnTo>
                <a:lnTo>
                  <a:pt x="362" y="83"/>
                </a:lnTo>
                <a:lnTo>
                  <a:pt x="363" y="83"/>
                </a:lnTo>
                <a:lnTo>
                  <a:pt x="364" y="82"/>
                </a:lnTo>
                <a:lnTo>
                  <a:pt x="365" y="82"/>
                </a:lnTo>
                <a:lnTo>
                  <a:pt x="366" y="82"/>
                </a:lnTo>
                <a:lnTo>
                  <a:pt x="366" y="83"/>
                </a:lnTo>
                <a:lnTo>
                  <a:pt x="365" y="83"/>
                </a:lnTo>
                <a:lnTo>
                  <a:pt x="365" y="84"/>
                </a:lnTo>
                <a:lnTo>
                  <a:pt x="365" y="85"/>
                </a:lnTo>
                <a:lnTo>
                  <a:pt x="366" y="85"/>
                </a:lnTo>
                <a:lnTo>
                  <a:pt x="366" y="84"/>
                </a:lnTo>
                <a:lnTo>
                  <a:pt x="367" y="85"/>
                </a:lnTo>
                <a:lnTo>
                  <a:pt x="367" y="86"/>
                </a:lnTo>
                <a:lnTo>
                  <a:pt x="366" y="86"/>
                </a:lnTo>
                <a:lnTo>
                  <a:pt x="365" y="86"/>
                </a:lnTo>
                <a:lnTo>
                  <a:pt x="365" y="87"/>
                </a:lnTo>
                <a:lnTo>
                  <a:pt x="366" y="87"/>
                </a:lnTo>
                <a:lnTo>
                  <a:pt x="367" y="87"/>
                </a:lnTo>
                <a:lnTo>
                  <a:pt x="367" y="88"/>
                </a:lnTo>
                <a:lnTo>
                  <a:pt x="366" y="88"/>
                </a:lnTo>
                <a:lnTo>
                  <a:pt x="365" y="88"/>
                </a:lnTo>
                <a:lnTo>
                  <a:pt x="366" y="88"/>
                </a:lnTo>
                <a:lnTo>
                  <a:pt x="366" y="89"/>
                </a:lnTo>
                <a:lnTo>
                  <a:pt x="366" y="91"/>
                </a:lnTo>
                <a:lnTo>
                  <a:pt x="367" y="91"/>
                </a:lnTo>
                <a:lnTo>
                  <a:pt x="367" y="92"/>
                </a:lnTo>
                <a:lnTo>
                  <a:pt x="367" y="93"/>
                </a:lnTo>
                <a:lnTo>
                  <a:pt x="367" y="94"/>
                </a:lnTo>
                <a:lnTo>
                  <a:pt x="367" y="95"/>
                </a:lnTo>
                <a:lnTo>
                  <a:pt x="366" y="95"/>
                </a:lnTo>
                <a:lnTo>
                  <a:pt x="366" y="96"/>
                </a:lnTo>
                <a:lnTo>
                  <a:pt x="366" y="97"/>
                </a:lnTo>
                <a:lnTo>
                  <a:pt x="365" y="97"/>
                </a:lnTo>
                <a:lnTo>
                  <a:pt x="366" y="97"/>
                </a:lnTo>
                <a:lnTo>
                  <a:pt x="365" y="97"/>
                </a:lnTo>
                <a:lnTo>
                  <a:pt x="365" y="98"/>
                </a:lnTo>
                <a:lnTo>
                  <a:pt x="366" y="99"/>
                </a:lnTo>
                <a:lnTo>
                  <a:pt x="366" y="100"/>
                </a:lnTo>
                <a:lnTo>
                  <a:pt x="367" y="100"/>
                </a:lnTo>
                <a:lnTo>
                  <a:pt x="368" y="99"/>
                </a:lnTo>
                <a:lnTo>
                  <a:pt x="368" y="100"/>
                </a:lnTo>
                <a:lnTo>
                  <a:pt x="368" y="101"/>
                </a:lnTo>
                <a:lnTo>
                  <a:pt x="367" y="101"/>
                </a:lnTo>
                <a:lnTo>
                  <a:pt x="368" y="101"/>
                </a:lnTo>
                <a:lnTo>
                  <a:pt x="369" y="101"/>
                </a:lnTo>
                <a:lnTo>
                  <a:pt x="369" y="102"/>
                </a:lnTo>
                <a:lnTo>
                  <a:pt x="370" y="102"/>
                </a:lnTo>
                <a:lnTo>
                  <a:pt x="370" y="103"/>
                </a:lnTo>
                <a:lnTo>
                  <a:pt x="371" y="104"/>
                </a:lnTo>
                <a:lnTo>
                  <a:pt x="370" y="104"/>
                </a:lnTo>
                <a:lnTo>
                  <a:pt x="370" y="105"/>
                </a:lnTo>
                <a:lnTo>
                  <a:pt x="371" y="105"/>
                </a:lnTo>
                <a:lnTo>
                  <a:pt x="372" y="105"/>
                </a:lnTo>
                <a:lnTo>
                  <a:pt x="371" y="105"/>
                </a:lnTo>
                <a:lnTo>
                  <a:pt x="371" y="104"/>
                </a:lnTo>
                <a:lnTo>
                  <a:pt x="371" y="105"/>
                </a:lnTo>
                <a:lnTo>
                  <a:pt x="372" y="105"/>
                </a:lnTo>
                <a:lnTo>
                  <a:pt x="372" y="104"/>
                </a:lnTo>
                <a:lnTo>
                  <a:pt x="373" y="104"/>
                </a:lnTo>
                <a:lnTo>
                  <a:pt x="373" y="105"/>
                </a:lnTo>
                <a:lnTo>
                  <a:pt x="374" y="105"/>
                </a:lnTo>
                <a:lnTo>
                  <a:pt x="374" y="106"/>
                </a:lnTo>
                <a:lnTo>
                  <a:pt x="373" y="106"/>
                </a:lnTo>
                <a:lnTo>
                  <a:pt x="373" y="107"/>
                </a:lnTo>
                <a:lnTo>
                  <a:pt x="374" y="106"/>
                </a:lnTo>
                <a:lnTo>
                  <a:pt x="375" y="106"/>
                </a:lnTo>
                <a:lnTo>
                  <a:pt x="375" y="107"/>
                </a:lnTo>
                <a:lnTo>
                  <a:pt x="376" y="107"/>
                </a:lnTo>
                <a:lnTo>
                  <a:pt x="376" y="108"/>
                </a:lnTo>
                <a:lnTo>
                  <a:pt x="376" y="109"/>
                </a:lnTo>
                <a:lnTo>
                  <a:pt x="376" y="110"/>
                </a:lnTo>
                <a:lnTo>
                  <a:pt x="377" y="110"/>
                </a:lnTo>
                <a:lnTo>
                  <a:pt x="378" y="110"/>
                </a:lnTo>
                <a:lnTo>
                  <a:pt x="379" y="110"/>
                </a:lnTo>
                <a:lnTo>
                  <a:pt x="380" y="110"/>
                </a:lnTo>
                <a:lnTo>
                  <a:pt x="380" y="111"/>
                </a:lnTo>
                <a:lnTo>
                  <a:pt x="381" y="111"/>
                </a:lnTo>
                <a:lnTo>
                  <a:pt x="381" y="112"/>
                </a:lnTo>
                <a:lnTo>
                  <a:pt x="382" y="112"/>
                </a:lnTo>
                <a:lnTo>
                  <a:pt x="383" y="112"/>
                </a:lnTo>
                <a:lnTo>
                  <a:pt x="383" y="113"/>
                </a:lnTo>
                <a:lnTo>
                  <a:pt x="384" y="113"/>
                </a:lnTo>
                <a:lnTo>
                  <a:pt x="384" y="114"/>
                </a:lnTo>
                <a:lnTo>
                  <a:pt x="385" y="114"/>
                </a:lnTo>
                <a:lnTo>
                  <a:pt x="386" y="114"/>
                </a:lnTo>
                <a:lnTo>
                  <a:pt x="387" y="114"/>
                </a:lnTo>
                <a:lnTo>
                  <a:pt x="388" y="114"/>
                </a:lnTo>
                <a:lnTo>
                  <a:pt x="389" y="114"/>
                </a:lnTo>
                <a:lnTo>
                  <a:pt x="389" y="115"/>
                </a:lnTo>
                <a:lnTo>
                  <a:pt x="390" y="115"/>
                </a:lnTo>
                <a:lnTo>
                  <a:pt x="391" y="115"/>
                </a:lnTo>
                <a:lnTo>
                  <a:pt x="391" y="114"/>
                </a:lnTo>
                <a:lnTo>
                  <a:pt x="392" y="114"/>
                </a:lnTo>
                <a:lnTo>
                  <a:pt x="392" y="115"/>
                </a:lnTo>
                <a:lnTo>
                  <a:pt x="391" y="115"/>
                </a:lnTo>
                <a:lnTo>
                  <a:pt x="391" y="116"/>
                </a:lnTo>
                <a:lnTo>
                  <a:pt x="392" y="116"/>
                </a:lnTo>
                <a:lnTo>
                  <a:pt x="391" y="116"/>
                </a:lnTo>
                <a:lnTo>
                  <a:pt x="390" y="116"/>
                </a:lnTo>
                <a:lnTo>
                  <a:pt x="391" y="116"/>
                </a:lnTo>
                <a:lnTo>
                  <a:pt x="392" y="116"/>
                </a:lnTo>
                <a:lnTo>
                  <a:pt x="393" y="116"/>
                </a:lnTo>
                <a:lnTo>
                  <a:pt x="392" y="116"/>
                </a:lnTo>
                <a:lnTo>
                  <a:pt x="392" y="117"/>
                </a:lnTo>
                <a:lnTo>
                  <a:pt x="393" y="117"/>
                </a:lnTo>
                <a:lnTo>
                  <a:pt x="392" y="117"/>
                </a:lnTo>
                <a:lnTo>
                  <a:pt x="392" y="118"/>
                </a:lnTo>
                <a:lnTo>
                  <a:pt x="393" y="118"/>
                </a:lnTo>
                <a:lnTo>
                  <a:pt x="394" y="117"/>
                </a:lnTo>
                <a:lnTo>
                  <a:pt x="394" y="118"/>
                </a:lnTo>
                <a:lnTo>
                  <a:pt x="395" y="118"/>
                </a:lnTo>
                <a:lnTo>
                  <a:pt x="396" y="118"/>
                </a:lnTo>
                <a:lnTo>
                  <a:pt x="396" y="117"/>
                </a:lnTo>
                <a:lnTo>
                  <a:pt x="397" y="117"/>
                </a:lnTo>
                <a:lnTo>
                  <a:pt x="398" y="117"/>
                </a:lnTo>
                <a:lnTo>
                  <a:pt x="399" y="117"/>
                </a:lnTo>
                <a:lnTo>
                  <a:pt x="399" y="118"/>
                </a:lnTo>
                <a:lnTo>
                  <a:pt x="400" y="118"/>
                </a:lnTo>
                <a:lnTo>
                  <a:pt x="400" y="117"/>
                </a:lnTo>
                <a:lnTo>
                  <a:pt x="400" y="118"/>
                </a:lnTo>
                <a:lnTo>
                  <a:pt x="401" y="118"/>
                </a:lnTo>
                <a:lnTo>
                  <a:pt x="401" y="119"/>
                </a:lnTo>
                <a:lnTo>
                  <a:pt x="402" y="119"/>
                </a:lnTo>
                <a:lnTo>
                  <a:pt x="403" y="120"/>
                </a:lnTo>
                <a:lnTo>
                  <a:pt x="403" y="119"/>
                </a:lnTo>
                <a:lnTo>
                  <a:pt x="404" y="119"/>
                </a:lnTo>
                <a:lnTo>
                  <a:pt x="404" y="120"/>
                </a:lnTo>
                <a:lnTo>
                  <a:pt x="404" y="119"/>
                </a:lnTo>
                <a:lnTo>
                  <a:pt x="406" y="119"/>
                </a:lnTo>
                <a:lnTo>
                  <a:pt x="407" y="120"/>
                </a:lnTo>
                <a:lnTo>
                  <a:pt x="408" y="121"/>
                </a:lnTo>
                <a:lnTo>
                  <a:pt x="408" y="120"/>
                </a:lnTo>
                <a:lnTo>
                  <a:pt x="409" y="120"/>
                </a:lnTo>
                <a:lnTo>
                  <a:pt x="410" y="119"/>
                </a:lnTo>
                <a:lnTo>
                  <a:pt x="411" y="119"/>
                </a:lnTo>
                <a:lnTo>
                  <a:pt x="412" y="119"/>
                </a:lnTo>
                <a:lnTo>
                  <a:pt x="412" y="120"/>
                </a:lnTo>
                <a:lnTo>
                  <a:pt x="412" y="119"/>
                </a:lnTo>
                <a:lnTo>
                  <a:pt x="413" y="119"/>
                </a:lnTo>
                <a:lnTo>
                  <a:pt x="414" y="119"/>
                </a:lnTo>
                <a:lnTo>
                  <a:pt x="414" y="120"/>
                </a:lnTo>
                <a:lnTo>
                  <a:pt x="415" y="120"/>
                </a:lnTo>
                <a:lnTo>
                  <a:pt x="415" y="119"/>
                </a:lnTo>
                <a:lnTo>
                  <a:pt x="416" y="119"/>
                </a:lnTo>
                <a:lnTo>
                  <a:pt x="416" y="118"/>
                </a:lnTo>
                <a:lnTo>
                  <a:pt x="416" y="117"/>
                </a:lnTo>
                <a:lnTo>
                  <a:pt x="417" y="117"/>
                </a:lnTo>
                <a:lnTo>
                  <a:pt x="418" y="118"/>
                </a:lnTo>
                <a:lnTo>
                  <a:pt x="419" y="118"/>
                </a:lnTo>
                <a:lnTo>
                  <a:pt x="419" y="117"/>
                </a:lnTo>
                <a:lnTo>
                  <a:pt x="418" y="117"/>
                </a:lnTo>
                <a:lnTo>
                  <a:pt x="418" y="116"/>
                </a:lnTo>
                <a:lnTo>
                  <a:pt x="419" y="116"/>
                </a:lnTo>
                <a:lnTo>
                  <a:pt x="419" y="115"/>
                </a:lnTo>
                <a:lnTo>
                  <a:pt x="420" y="115"/>
                </a:lnTo>
                <a:lnTo>
                  <a:pt x="420" y="116"/>
                </a:lnTo>
                <a:lnTo>
                  <a:pt x="421" y="116"/>
                </a:lnTo>
                <a:lnTo>
                  <a:pt x="422" y="116"/>
                </a:lnTo>
                <a:lnTo>
                  <a:pt x="422" y="115"/>
                </a:lnTo>
                <a:lnTo>
                  <a:pt x="423" y="115"/>
                </a:lnTo>
                <a:lnTo>
                  <a:pt x="424" y="115"/>
                </a:lnTo>
                <a:lnTo>
                  <a:pt x="425" y="115"/>
                </a:lnTo>
                <a:lnTo>
                  <a:pt x="425" y="114"/>
                </a:lnTo>
                <a:lnTo>
                  <a:pt x="426" y="114"/>
                </a:lnTo>
                <a:lnTo>
                  <a:pt x="427" y="114"/>
                </a:lnTo>
                <a:lnTo>
                  <a:pt x="427" y="113"/>
                </a:lnTo>
                <a:lnTo>
                  <a:pt x="428" y="113"/>
                </a:lnTo>
                <a:lnTo>
                  <a:pt x="428" y="112"/>
                </a:lnTo>
                <a:lnTo>
                  <a:pt x="429" y="112"/>
                </a:lnTo>
                <a:lnTo>
                  <a:pt x="430" y="111"/>
                </a:lnTo>
                <a:lnTo>
                  <a:pt x="431" y="111"/>
                </a:lnTo>
                <a:lnTo>
                  <a:pt x="431" y="110"/>
                </a:lnTo>
                <a:lnTo>
                  <a:pt x="431" y="111"/>
                </a:lnTo>
                <a:lnTo>
                  <a:pt x="432" y="111"/>
                </a:lnTo>
                <a:lnTo>
                  <a:pt x="432" y="112"/>
                </a:lnTo>
                <a:lnTo>
                  <a:pt x="432" y="111"/>
                </a:lnTo>
                <a:lnTo>
                  <a:pt x="433" y="111"/>
                </a:lnTo>
                <a:lnTo>
                  <a:pt x="434" y="111"/>
                </a:lnTo>
                <a:lnTo>
                  <a:pt x="434" y="110"/>
                </a:lnTo>
                <a:lnTo>
                  <a:pt x="435" y="110"/>
                </a:lnTo>
                <a:lnTo>
                  <a:pt x="436" y="110"/>
                </a:lnTo>
                <a:lnTo>
                  <a:pt x="437" y="110"/>
                </a:lnTo>
                <a:lnTo>
                  <a:pt x="438" y="110"/>
                </a:lnTo>
                <a:lnTo>
                  <a:pt x="439" y="110"/>
                </a:lnTo>
                <a:lnTo>
                  <a:pt x="439" y="109"/>
                </a:lnTo>
                <a:lnTo>
                  <a:pt x="440" y="109"/>
                </a:lnTo>
                <a:lnTo>
                  <a:pt x="441" y="110"/>
                </a:lnTo>
                <a:lnTo>
                  <a:pt x="442" y="110"/>
                </a:lnTo>
                <a:lnTo>
                  <a:pt x="443" y="109"/>
                </a:lnTo>
                <a:lnTo>
                  <a:pt x="444" y="109"/>
                </a:lnTo>
                <a:lnTo>
                  <a:pt x="445" y="109"/>
                </a:lnTo>
                <a:lnTo>
                  <a:pt x="446" y="109"/>
                </a:lnTo>
                <a:lnTo>
                  <a:pt x="447" y="109"/>
                </a:lnTo>
                <a:lnTo>
                  <a:pt x="446" y="109"/>
                </a:lnTo>
                <a:lnTo>
                  <a:pt x="446" y="110"/>
                </a:lnTo>
                <a:lnTo>
                  <a:pt x="447" y="110"/>
                </a:lnTo>
                <a:lnTo>
                  <a:pt x="448" y="110"/>
                </a:lnTo>
                <a:lnTo>
                  <a:pt x="449" y="110"/>
                </a:lnTo>
                <a:lnTo>
                  <a:pt x="449" y="111"/>
                </a:lnTo>
                <a:lnTo>
                  <a:pt x="450" y="111"/>
                </a:lnTo>
                <a:lnTo>
                  <a:pt x="451" y="111"/>
                </a:lnTo>
                <a:lnTo>
                  <a:pt x="451" y="112"/>
                </a:lnTo>
                <a:lnTo>
                  <a:pt x="451" y="113"/>
                </a:lnTo>
                <a:lnTo>
                  <a:pt x="452" y="113"/>
                </a:lnTo>
                <a:lnTo>
                  <a:pt x="453" y="113"/>
                </a:lnTo>
                <a:lnTo>
                  <a:pt x="453" y="114"/>
                </a:lnTo>
                <a:lnTo>
                  <a:pt x="452" y="114"/>
                </a:lnTo>
                <a:lnTo>
                  <a:pt x="453" y="114"/>
                </a:lnTo>
                <a:lnTo>
                  <a:pt x="454" y="114"/>
                </a:lnTo>
                <a:lnTo>
                  <a:pt x="455" y="115"/>
                </a:lnTo>
                <a:lnTo>
                  <a:pt x="456" y="115"/>
                </a:lnTo>
                <a:lnTo>
                  <a:pt x="457" y="115"/>
                </a:lnTo>
                <a:lnTo>
                  <a:pt x="459" y="115"/>
                </a:lnTo>
                <a:lnTo>
                  <a:pt x="459" y="116"/>
                </a:lnTo>
                <a:lnTo>
                  <a:pt x="460" y="116"/>
                </a:lnTo>
                <a:lnTo>
                  <a:pt x="461" y="116"/>
                </a:lnTo>
                <a:lnTo>
                  <a:pt x="462" y="116"/>
                </a:lnTo>
                <a:lnTo>
                  <a:pt x="462" y="117"/>
                </a:lnTo>
                <a:lnTo>
                  <a:pt x="463" y="118"/>
                </a:lnTo>
                <a:lnTo>
                  <a:pt x="464" y="118"/>
                </a:lnTo>
                <a:lnTo>
                  <a:pt x="464" y="119"/>
                </a:lnTo>
                <a:lnTo>
                  <a:pt x="464" y="120"/>
                </a:lnTo>
                <a:lnTo>
                  <a:pt x="464" y="121"/>
                </a:lnTo>
                <a:lnTo>
                  <a:pt x="465" y="121"/>
                </a:lnTo>
                <a:lnTo>
                  <a:pt x="465" y="120"/>
                </a:lnTo>
                <a:lnTo>
                  <a:pt x="466" y="120"/>
                </a:lnTo>
                <a:lnTo>
                  <a:pt x="467" y="120"/>
                </a:lnTo>
                <a:lnTo>
                  <a:pt x="467" y="119"/>
                </a:lnTo>
                <a:lnTo>
                  <a:pt x="468" y="119"/>
                </a:lnTo>
                <a:lnTo>
                  <a:pt x="468" y="120"/>
                </a:lnTo>
                <a:lnTo>
                  <a:pt x="468" y="121"/>
                </a:lnTo>
                <a:lnTo>
                  <a:pt x="469" y="120"/>
                </a:lnTo>
                <a:lnTo>
                  <a:pt x="470" y="120"/>
                </a:lnTo>
                <a:lnTo>
                  <a:pt x="471" y="120"/>
                </a:lnTo>
                <a:lnTo>
                  <a:pt x="472" y="120"/>
                </a:lnTo>
                <a:lnTo>
                  <a:pt x="473" y="120"/>
                </a:lnTo>
                <a:lnTo>
                  <a:pt x="474" y="120"/>
                </a:lnTo>
                <a:lnTo>
                  <a:pt x="475" y="120"/>
                </a:lnTo>
                <a:lnTo>
                  <a:pt x="476" y="120"/>
                </a:lnTo>
                <a:lnTo>
                  <a:pt x="477" y="120"/>
                </a:lnTo>
                <a:lnTo>
                  <a:pt x="478" y="120"/>
                </a:lnTo>
                <a:lnTo>
                  <a:pt x="479" y="120"/>
                </a:lnTo>
                <a:lnTo>
                  <a:pt x="480" y="121"/>
                </a:lnTo>
                <a:lnTo>
                  <a:pt x="479" y="121"/>
                </a:lnTo>
                <a:lnTo>
                  <a:pt x="479" y="122"/>
                </a:lnTo>
                <a:lnTo>
                  <a:pt x="480" y="122"/>
                </a:lnTo>
                <a:lnTo>
                  <a:pt x="480" y="123"/>
                </a:lnTo>
                <a:lnTo>
                  <a:pt x="481" y="123"/>
                </a:lnTo>
                <a:lnTo>
                  <a:pt x="480" y="123"/>
                </a:lnTo>
                <a:lnTo>
                  <a:pt x="481" y="123"/>
                </a:lnTo>
                <a:lnTo>
                  <a:pt x="481" y="124"/>
                </a:lnTo>
                <a:lnTo>
                  <a:pt x="481" y="125"/>
                </a:lnTo>
                <a:lnTo>
                  <a:pt x="480" y="125"/>
                </a:lnTo>
                <a:lnTo>
                  <a:pt x="480" y="126"/>
                </a:lnTo>
                <a:lnTo>
                  <a:pt x="480" y="127"/>
                </a:lnTo>
                <a:lnTo>
                  <a:pt x="481" y="127"/>
                </a:lnTo>
                <a:lnTo>
                  <a:pt x="483" y="129"/>
                </a:lnTo>
                <a:lnTo>
                  <a:pt x="483" y="130"/>
                </a:lnTo>
                <a:lnTo>
                  <a:pt x="484" y="130"/>
                </a:lnTo>
                <a:lnTo>
                  <a:pt x="484" y="131"/>
                </a:lnTo>
                <a:lnTo>
                  <a:pt x="484" y="132"/>
                </a:lnTo>
                <a:lnTo>
                  <a:pt x="485" y="132"/>
                </a:lnTo>
                <a:lnTo>
                  <a:pt x="486" y="132"/>
                </a:lnTo>
                <a:lnTo>
                  <a:pt x="486" y="133"/>
                </a:lnTo>
                <a:lnTo>
                  <a:pt x="487" y="133"/>
                </a:lnTo>
                <a:lnTo>
                  <a:pt x="487" y="134"/>
                </a:lnTo>
                <a:lnTo>
                  <a:pt x="486" y="135"/>
                </a:lnTo>
                <a:lnTo>
                  <a:pt x="488" y="135"/>
                </a:lnTo>
                <a:lnTo>
                  <a:pt x="488" y="136"/>
                </a:lnTo>
                <a:lnTo>
                  <a:pt x="489" y="136"/>
                </a:lnTo>
                <a:lnTo>
                  <a:pt x="489" y="137"/>
                </a:lnTo>
                <a:lnTo>
                  <a:pt x="490" y="137"/>
                </a:lnTo>
                <a:lnTo>
                  <a:pt x="490" y="138"/>
                </a:lnTo>
                <a:lnTo>
                  <a:pt x="490" y="139"/>
                </a:lnTo>
                <a:lnTo>
                  <a:pt x="491" y="139"/>
                </a:lnTo>
                <a:lnTo>
                  <a:pt x="491" y="140"/>
                </a:lnTo>
                <a:lnTo>
                  <a:pt x="490" y="140"/>
                </a:lnTo>
                <a:lnTo>
                  <a:pt x="491" y="140"/>
                </a:lnTo>
                <a:lnTo>
                  <a:pt x="491" y="141"/>
                </a:lnTo>
                <a:lnTo>
                  <a:pt x="491" y="142"/>
                </a:lnTo>
                <a:lnTo>
                  <a:pt x="490" y="143"/>
                </a:lnTo>
                <a:lnTo>
                  <a:pt x="490" y="142"/>
                </a:lnTo>
                <a:lnTo>
                  <a:pt x="490" y="143"/>
                </a:lnTo>
                <a:lnTo>
                  <a:pt x="489" y="143"/>
                </a:lnTo>
                <a:lnTo>
                  <a:pt x="489" y="144"/>
                </a:lnTo>
                <a:lnTo>
                  <a:pt x="490" y="144"/>
                </a:lnTo>
                <a:lnTo>
                  <a:pt x="489" y="144"/>
                </a:lnTo>
                <a:lnTo>
                  <a:pt x="488" y="144"/>
                </a:lnTo>
                <a:lnTo>
                  <a:pt x="487" y="144"/>
                </a:lnTo>
                <a:lnTo>
                  <a:pt x="486" y="144"/>
                </a:lnTo>
                <a:lnTo>
                  <a:pt x="486" y="145"/>
                </a:lnTo>
                <a:lnTo>
                  <a:pt x="485" y="145"/>
                </a:lnTo>
                <a:lnTo>
                  <a:pt x="484" y="145"/>
                </a:lnTo>
                <a:lnTo>
                  <a:pt x="484" y="146"/>
                </a:lnTo>
                <a:lnTo>
                  <a:pt x="483" y="147"/>
                </a:lnTo>
                <a:lnTo>
                  <a:pt x="483" y="148"/>
                </a:lnTo>
                <a:lnTo>
                  <a:pt x="483" y="149"/>
                </a:lnTo>
                <a:lnTo>
                  <a:pt x="482" y="150"/>
                </a:lnTo>
                <a:lnTo>
                  <a:pt x="482" y="151"/>
                </a:lnTo>
                <a:lnTo>
                  <a:pt x="482" y="152"/>
                </a:lnTo>
                <a:lnTo>
                  <a:pt x="481" y="152"/>
                </a:lnTo>
                <a:lnTo>
                  <a:pt x="482" y="152"/>
                </a:lnTo>
                <a:lnTo>
                  <a:pt x="482" y="153"/>
                </a:lnTo>
                <a:lnTo>
                  <a:pt x="482" y="154"/>
                </a:lnTo>
                <a:lnTo>
                  <a:pt x="482" y="155"/>
                </a:lnTo>
                <a:lnTo>
                  <a:pt x="482" y="156"/>
                </a:lnTo>
                <a:lnTo>
                  <a:pt x="482" y="157"/>
                </a:lnTo>
                <a:lnTo>
                  <a:pt x="483" y="157"/>
                </a:lnTo>
                <a:lnTo>
                  <a:pt x="483" y="158"/>
                </a:lnTo>
                <a:lnTo>
                  <a:pt x="483" y="159"/>
                </a:lnTo>
                <a:lnTo>
                  <a:pt x="484" y="160"/>
                </a:lnTo>
                <a:lnTo>
                  <a:pt x="485" y="161"/>
                </a:lnTo>
                <a:lnTo>
                  <a:pt x="485" y="162"/>
                </a:lnTo>
                <a:lnTo>
                  <a:pt x="486" y="162"/>
                </a:lnTo>
                <a:lnTo>
                  <a:pt x="486" y="163"/>
                </a:lnTo>
                <a:lnTo>
                  <a:pt x="487" y="163"/>
                </a:lnTo>
                <a:lnTo>
                  <a:pt x="487" y="164"/>
                </a:lnTo>
                <a:lnTo>
                  <a:pt x="486" y="164"/>
                </a:lnTo>
                <a:lnTo>
                  <a:pt x="486" y="165"/>
                </a:lnTo>
                <a:lnTo>
                  <a:pt x="486" y="166"/>
                </a:lnTo>
                <a:lnTo>
                  <a:pt x="486" y="167"/>
                </a:lnTo>
                <a:lnTo>
                  <a:pt x="486" y="168"/>
                </a:lnTo>
                <a:lnTo>
                  <a:pt x="486" y="169"/>
                </a:lnTo>
                <a:lnTo>
                  <a:pt x="487" y="170"/>
                </a:lnTo>
                <a:lnTo>
                  <a:pt x="487" y="171"/>
                </a:lnTo>
                <a:lnTo>
                  <a:pt x="487" y="173"/>
                </a:lnTo>
                <a:lnTo>
                  <a:pt x="487" y="174"/>
                </a:lnTo>
                <a:lnTo>
                  <a:pt x="486" y="174"/>
                </a:lnTo>
                <a:lnTo>
                  <a:pt x="485" y="175"/>
                </a:lnTo>
                <a:lnTo>
                  <a:pt x="486" y="175"/>
                </a:lnTo>
                <a:lnTo>
                  <a:pt x="486" y="176"/>
                </a:lnTo>
                <a:lnTo>
                  <a:pt x="487" y="176"/>
                </a:lnTo>
                <a:lnTo>
                  <a:pt x="487" y="177"/>
                </a:lnTo>
                <a:lnTo>
                  <a:pt x="487" y="178"/>
                </a:lnTo>
                <a:lnTo>
                  <a:pt x="487" y="179"/>
                </a:lnTo>
                <a:lnTo>
                  <a:pt x="488" y="179"/>
                </a:lnTo>
                <a:lnTo>
                  <a:pt x="488" y="178"/>
                </a:lnTo>
                <a:lnTo>
                  <a:pt x="489" y="178"/>
                </a:lnTo>
                <a:lnTo>
                  <a:pt x="490" y="176"/>
                </a:lnTo>
                <a:lnTo>
                  <a:pt x="491" y="176"/>
                </a:lnTo>
                <a:lnTo>
                  <a:pt x="491" y="175"/>
                </a:lnTo>
                <a:lnTo>
                  <a:pt x="491" y="174"/>
                </a:lnTo>
                <a:lnTo>
                  <a:pt x="493" y="174"/>
                </a:lnTo>
                <a:lnTo>
                  <a:pt x="494" y="174"/>
                </a:lnTo>
                <a:lnTo>
                  <a:pt x="495" y="174"/>
                </a:lnTo>
                <a:lnTo>
                  <a:pt x="496" y="174"/>
                </a:lnTo>
                <a:lnTo>
                  <a:pt x="496" y="173"/>
                </a:lnTo>
                <a:lnTo>
                  <a:pt x="497" y="173"/>
                </a:lnTo>
                <a:lnTo>
                  <a:pt x="498" y="172"/>
                </a:lnTo>
                <a:lnTo>
                  <a:pt x="498" y="171"/>
                </a:lnTo>
                <a:lnTo>
                  <a:pt x="499" y="171"/>
                </a:lnTo>
                <a:lnTo>
                  <a:pt x="500" y="171"/>
                </a:lnTo>
                <a:lnTo>
                  <a:pt x="501" y="171"/>
                </a:lnTo>
                <a:lnTo>
                  <a:pt x="501" y="170"/>
                </a:lnTo>
                <a:lnTo>
                  <a:pt x="502" y="170"/>
                </a:lnTo>
                <a:lnTo>
                  <a:pt x="502" y="171"/>
                </a:lnTo>
                <a:lnTo>
                  <a:pt x="503" y="171"/>
                </a:lnTo>
                <a:lnTo>
                  <a:pt x="504" y="171"/>
                </a:lnTo>
                <a:lnTo>
                  <a:pt x="503" y="172"/>
                </a:lnTo>
                <a:lnTo>
                  <a:pt x="502" y="172"/>
                </a:lnTo>
                <a:lnTo>
                  <a:pt x="502" y="173"/>
                </a:lnTo>
                <a:lnTo>
                  <a:pt x="503" y="173"/>
                </a:lnTo>
                <a:lnTo>
                  <a:pt x="504" y="173"/>
                </a:lnTo>
                <a:lnTo>
                  <a:pt x="505" y="173"/>
                </a:lnTo>
                <a:lnTo>
                  <a:pt x="505" y="174"/>
                </a:lnTo>
                <a:lnTo>
                  <a:pt x="506" y="174"/>
                </a:lnTo>
                <a:lnTo>
                  <a:pt x="507" y="174"/>
                </a:lnTo>
                <a:lnTo>
                  <a:pt x="507" y="173"/>
                </a:lnTo>
                <a:lnTo>
                  <a:pt x="507" y="172"/>
                </a:lnTo>
                <a:lnTo>
                  <a:pt x="508" y="171"/>
                </a:lnTo>
                <a:lnTo>
                  <a:pt x="511" y="171"/>
                </a:lnTo>
                <a:lnTo>
                  <a:pt x="513" y="171"/>
                </a:lnTo>
                <a:lnTo>
                  <a:pt x="513" y="172"/>
                </a:lnTo>
                <a:lnTo>
                  <a:pt x="515" y="172"/>
                </a:lnTo>
                <a:lnTo>
                  <a:pt x="516" y="172"/>
                </a:lnTo>
                <a:lnTo>
                  <a:pt x="517" y="172"/>
                </a:lnTo>
                <a:lnTo>
                  <a:pt x="519" y="172"/>
                </a:lnTo>
                <a:lnTo>
                  <a:pt x="520" y="172"/>
                </a:lnTo>
                <a:lnTo>
                  <a:pt x="521" y="173"/>
                </a:lnTo>
                <a:lnTo>
                  <a:pt x="522" y="173"/>
                </a:lnTo>
                <a:lnTo>
                  <a:pt x="523" y="174"/>
                </a:lnTo>
                <a:lnTo>
                  <a:pt x="524" y="174"/>
                </a:lnTo>
                <a:lnTo>
                  <a:pt x="525" y="174"/>
                </a:lnTo>
                <a:lnTo>
                  <a:pt x="526" y="174"/>
                </a:lnTo>
                <a:lnTo>
                  <a:pt x="526" y="175"/>
                </a:lnTo>
                <a:lnTo>
                  <a:pt x="527" y="175"/>
                </a:lnTo>
                <a:lnTo>
                  <a:pt x="528" y="175"/>
                </a:lnTo>
                <a:lnTo>
                  <a:pt x="529" y="175"/>
                </a:lnTo>
                <a:lnTo>
                  <a:pt x="529" y="176"/>
                </a:lnTo>
                <a:lnTo>
                  <a:pt x="530" y="176"/>
                </a:lnTo>
                <a:lnTo>
                  <a:pt x="530" y="177"/>
                </a:lnTo>
                <a:lnTo>
                  <a:pt x="531" y="177"/>
                </a:lnTo>
                <a:lnTo>
                  <a:pt x="531" y="178"/>
                </a:lnTo>
                <a:lnTo>
                  <a:pt x="532" y="178"/>
                </a:lnTo>
                <a:lnTo>
                  <a:pt x="533" y="178"/>
                </a:lnTo>
                <a:lnTo>
                  <a:pt x="534" y="178"/>
                </a:lnTo>
                <a:lnTo>
                  <a:pt x="534" y="179"/>
                </a:lnTo>
                <a:lnTo>
                  <a:pt x="535" y="179"/>
                </a:lnTo>
                <a:lnTo>
                  <a:pt x="535" y="180"/>
                </a:lnTo>
                <a:lnTo>
                  <a:pt x="534" y="181"/>
                </a:lnTo>
                <a:lnTo>
                  <a:pt x="533" y="181"/>
                </a:lnTo>
                <a:lnTo>
                  <a:pt x="533" y="182"/>
                </a:lnTo>
                <a:lnTo>
                  <a:pt x="533" y="183"/>
                </a:lnTo>
                <a:lnTo>
                  <a:pt x="532" y="183"/>
                </a:lnTo>
                <a:lnTo>
                  <a:pt x="530" y="183"/>
                </a:lnTo>
                <a:lnTo>
                  <a:pt x="528" y="183"/>
                </a:lnTo>
                <a:lnTo>
                  <a:pt x="527" y="183"/>
                </a:lnTo>
                <a:lnTo>
                  <a:pt x="527" y="184"/>
                </a:lnTo>
                <a:lnTo>
                  <a:pt x="526" y="184"/>
                </a:lnTo>
                <a:lnTo>
                  <a:pt x="526" y="185"/>
                </a:lnTo>
                <a:lnTo>
                  <a:pt x="527" y="185"/>
                </a:lnTo>
                <a:lnTo>
                  <a:pt x="527" y="186"/>
                </a:lnTo>
                <a:lnTo>
                  <a:pt x="526" y="186"/>
                </a:lnTo>
                <a:lnTo>
                  <a:pt x="526" y="187"/>
                </a:lnTo>
                <a:lnTo>
                  <a:pt x="526" y="188"/>
                </a:lnTo>
                <a:lnTo>
                  <a:pt x="526" y="189"/>
                </a:lnTo>
                <a:lnTo>
                  <a:pt x="527" y="190"/>
                </a:lnTo>
                <a:lnTo>
                  <a:pt x="528" y="190"/>
                </a:lnTo>
                <a:lnTo>
                  <a:pt x="529" y="190"/>
                </a:lnTo>
                <a:lnTo>
                  <a:pt x="529" y="191"/>
                </a:lnTo>
                <a:lnTo>
                  <a:pt x="530" y="191"/>
                </a:lnTo>
                <a:lnTo>
                  <a:pt x="530" y="192"/>
                </a:lnTo>
                <a:lnTo>
                  <a:pt x="529" y="192"/>
                </a:lnTo>
                <a:lnTo>
                  <a:pt x="529" y="193"/>
                </a:lnTo>
                <a:lnTo>
                  <a:pt x="529" y="194"/>
                </a:lnTo>
                <a:lnTo>
                  <a:pt x="528" y="194"/>
                </a:lnTo>
                <a:lnTo>
                  <a:pt x="528" y="195"/>
                </a:lnTo>
                <a:lnTo>
                  <a:pt x="527" y="196"/>
                </a:lnTo>
                <a:lnTo>
                  <a:pt x="528" y="196"/>
                </a:lnTo>
                <a:lnTo>
                  <a:pt x="529" y="196"/>
                </a:lnTo>
                <a:lnTo>
                  <a:pt x="530" y="196"/>
                </a:lnTo>
                <a:lnTo>
                  <a:pt x="530" y="197"/>
                </a:lnTo>
                <a:lnTo>
                  <a:pt x="531" y="198"/>
                </a:lnTo>
                <a:lnTo>
                  <a:pt x="531" y="199"/>
                </a:lnTo>
                <a:lnTo>
                  <a:pt x="531" y="200"/>
                </a:lnTo>
                <a:lnTo>
                  <a:pt x="532" y="200"/>
                </a:lnTo>
                <a:lnTo>
                  <a:pt x="533" y="201"/>
                </a:lnTo>
                <a:lnTo>
                  <a:pt x="534" y="201"/>
                </a:lnTo>
                <a:lnTo>
                  <a:pt x="534" y="202"/>
                </a:lnTo>
                <a:lnTo>
                  <a:pt x="535" y="203"/>
                </a:lnTo>
                <a:lnTo>
                  <a:pt x="536" y="203"/>
                </a:lnTo>
                <a:lnTo>
                  <a:pt x="536" y="204"/>
                </a:lnTo>
                <a:lnTo>
                  <a:pt x="536" y="205"/>
                </a:lnTo>
                <a:lnTo>
                  <a:pt x="537" y="205"/>
                </a:lnTo>
                <a:lnTo>
                  <a:pt x="537" y="206"/>
                </a:lnTo>
                <a:lnTo>
                  <a:pt x="538" y="206"/>
                </a:lnTo>
                <a:lnTo>
                  <a:pt x="539" y="206"/>
                </a:lnTo>
                <a:lnTo>
                  <a:pt x="539" y="207"/>
                </a:lnTo>
                <a:lnTo>
                  <a:pt x="540" y="207"/>
                </a:lnTo>
                <a:lnTo>
                  <a:pt x="540" y="208"/>
                </a:lnTo>
                <a:lnTo>
                  <a:pt x="540" y="209"/>
                </a:lnTo>
                <a:lnTo>
                  <a:pt x="539" y="209"/>
                </a:lnTo>
                <a:lnTo>
                  <a:pt x="540" y="209"/>
                </a:lnTo>
                <a:lnTo>
                  <a:pt x="540" y="210"/>
                </a:lnTo>
                <a:lnTo>
                  <a:pt x="540" y="211"/>
                </a:lnTo>
                <a:lnTo>
                  <a:pt x="540" y="210"/>
                </a:lnTo>
                <a:lnTo>
                  <a:pt x="540" y="211"/>
                </a:lnTo>
                <a:lnTo>
                  <a:pt x="539" y="211"/>
                </a:lnTo>
                <a:lnTo>
                  <a:pt x="538" y="211"/>
                </a:lnTo>
                <a:lnTo>
                  <a:pt x="538" y="212"/>
                </a:lnTo>
                <a:lnTo>
                  <a:pt x="537" y="213"/>
                </a:lnTo>
                <a:lnTo>
                  <a:pt x="537" y="214"/>
                </a:lnTo>
                <a:lnTo>
                  <a:pt x="538" y="214"/>
                </a:lnTo>
                <a:lnTo>
                  <a:pt x="538" y="215"/>
                </a:lnTo>
                <a:lnTo>
                  <a:pt x="539" y="215"/>
                </a:lnTo>
                <a:lnTo>
                  <a:pt x="539" y="216"/>
                </a:lnTo>
                <a:lnTo>
                  <a:pt x="540" y="217"/>
                </a:lnTo>
                <a:lnTo>
                  <a:pt x="541" y="218"/>
                </a:lnTo>
                <a:lnTo>
                  <a:pt x="541" y="217"/>
                </a:lnTo>
                <a:lnTo>
                  <a:pt x="542" y="217"/>
                </a:lnTo>
                <a:lnTo>
                  <a:pt x="543" y="218"/>
                </a:lnTo>
                <a:lnTo>
                  <a:pt x="544" y="218"/>
                </a:lnTo>
                <a:lnTo>
                  <a:pt x="544" y="219"/>
                </a:lnTo>
                <a:lnTo>
                  <a:pt x="545" y="219"/>
                </a:lnTo>
                <a:lnTo>
                  <a:pt x="546" y="219"/>
                </a:lnTo>
                <a:lnTo>
                  <a:pt x="547" y="219"/>
                </a:lnTo>
                <a:lnTo>
                  <a:pt x="547" y="218"/>
                </a:lnTo>
                <a:lnTo>
                  <a:pt x="547" y="217"/>
                </a:lnTo>
                <a:lnTo>
                  <a:pt x="548" y="216"/>
                </a:lnTo>
                <a:lnTo>
                  <a:pt x="549" y="216"/>
                </a:lnTo>
                <a:lnTo>
                  <a:pt x="549" y="217"/>
                </a:lnTo>
                <a:lnTo>
                  <a:pt x="549" y="218"/>
                </a:lnTo>
                <a:lnTo>
                  <a:pt x="549" y="219"/>
                </a:lnTo>
                <a:lnTo>
                  <a:pt x="549" y="220"/>
                </a:lnTo>
                <a:lnTo>
                  <a:pt x="549" y="221"/>
                </a:lnTo>
                <a:lnTo>
                  <a:pt x="550" y="222"/>
                </a:lnTo>
                <a:lnTo>
                  <a:pt x="550" y="223"/>
                </a:lnTo>
                <a:lnTo>
                  <a:pt x="550" y="224"/>
                </a:lnTo>
                <a:lnTo>
                  <a:pt x="550" y="225"/>
                </a:lnTo>
                <a:lnTo>
                  <a:pt x="550" y="226"/>
                </a:lnTo>
                <a:lnTo>
                  <a:pt x="550" y="227"/>
                </a:lnTo>
                <a:lnTo>
                  <a:pt x="551" y="227"/>
                </a:lnTo>
                <a:lnTo>
                  <a:pt x="552" y="228"/>
                </a:lnTo>
                <a:lnTo>
                  <a:pt x="553" y="228"/>
                </a:lnTo>
                <a:lnTo>
                  <a:pt x="554" y="229"/>
                </a:lnTo>
                <a:lnTo>
                  <a:pt x="555" y="229"/>
                </a:lnTo>
                <a:lnTo>
                  <a:pt x="556" y="229"/>
                </a:lnTo>
                <a:lnTo>
                  <a:pt x="556" y="228"/>
                </a:lnTo>
                <a:lnTo>
                  <a:pt x="557" y="228"/>
                </a:lnTo>
                <a:lnTo>
                  <a:pt x="558" y="228"/>
                </a:lnTo>
                <a:lnTo>
                  <a:pt x="559" y="228"/>
                </a:lnTo>
                <a:lnTo>
                  <a:pt x="560" y="228"/>
                </a:lnTo>
                <a:lnTo>
                  <a:pt x="560" y="229"/>
                </a:lnTo>
                <a:lnTo>
                  <a:pt x="561" y="230"/>
                </a:lnTo>
                <a:lnTo>
                  <a:pt x="562" y="230"/>
                </a:lnTo>
                <a:lnTo>
                  <a:pt x="563" y="230"/>
                </a:lnTo>
                <a:lnTo>
                  <a:pt x="564" y="230"/>
                </a:lnTo>
                <a:lnTo>
                  <a:pt x="565" y="230"/>
                </a:lnTo>
                <a:lnTo>
                  <a:pt x="566" y="230"/>
                </a:lnTo>
                <a:lnTo>
                  <a:pt x="567" y="230"/>
                </a:lnTo>
                <a:lnTo>
                  <a:pt x="567" y="229"/>
                </a:lnTo>
                <a:lnTo>
                  <a:pt x="568" y="229"/>
                </a:lnTo>
                <a:lnTo>
                  <a:pt x="569" y="228"/>
                </a:lnTo>
                <a:lnTo>
                  <a:pt x="570" y="228"/>
                </a:lnTo>
                <a:lnTo>
                  <a:pt x="571" y="228"/>
                </a:lnTo>
                <a:lnTo>
                  <a:pt x="571" y="227"/>
                </a:lnTo>
                <a:lnTo>
                  <a:pt x="573" y="227"/>
                </a:lnTo>
                <a:lnTo>
                  <a:pt x="574" y="227"/>
                </a:lnTo>
                <a:lnTo>
                  <a:pt x="575" y="227"/>
                </a:lnTo>
                <a:lnTo>
                  <a:pt x="575" y="226"/>
                </a:lnTo>
                <a:lnTo>
                  <a:pt x="576" y="226"/>
                </a:lnTo>
                <a:lnTo>
                  <a:pt x="577" y="226"/>
                </a:lnTo>
                <a:lnTo>
                  <a:pt x="578" y="226"/>
                </a:lnTo>
                <a:lnTo>
                  <a:pt x="579" y="226"/>
                </a:lnTo>
                <a:lnTo>
                  <a:pt x="579" y="225"/>
                </a:lnTo>
                <a:lnTo>
                  <a:pt x="580" y="225"/>
                </a:lnTo>
                <a:lnTo>
                  <a:pt x="580" y="224"/>
                </a:lnTo>
                <a:lnTo>
                  <a:pt x="581" y="224"/>
                </a:lnTo>
                <a:lnTo>
                  <a:pt x="582" y="223"/>
                </a:lnTo>
                <a:lnTo>
                  <a:pt x="583" y="223"/>
                </a:lnTo>
                <a:lnTo>
                  <a:pt x="582" y="222"/>
                </a:lnTo>
                <a:lnTo>
                  <a:pt x="582" y="221"/>
                </a:lnTo>
                <a:lnTo>
                  <a:pt x="582" y="220"/>
                </a:lnTo>
                <a:lnTo>
                  <a:pt x="581" y="220"/>
                </a:lnTo>
                <a:lnTo>
                  <a:pt x="580" y="220"/>
                </a:lnTo>
                <a:lnTo>
                  <a:pt x="580" y="219"/>
                </a:lnTo>
                <a:lnTo>
                  <a:pt x="579" y="219"/>
                </a:lnTo>
                <a:lnTo>
                  <a:pt x="580" y="219"/>
                </a:lnTo>
                <a:lnTo>
                  <a:pt x="580" y="218"/>
                </a:lnTo>
                <a:lnTo>
                  <a:pt x="581" y="218"/>
                </a:lnTo>
                <a:lnTo>
                  <a:pt x="582" y="218"/>
                </a:lnTo>
                <a:lnTo>
                  <a:pt x="582" y="217"/>
                </a:lnTo>
                <a:lnTo>
                  <a:pt x="582" y="216"/>
                </a:lnTo>
                <a:lnTo>
                  <a:pt x="582" y="215"/>
                </a:lnTo>
                <a:lnTo>
                  <a:pt x="583" y="215"/>
                </a:lnTo>
                <a:lnTo>
                  <a:pt x="584" y="215"/>
                </a:lnTo>
                <a:lnTo>
                  <a:pt x="584" y="214"/>
                </a:lnTo>
                <a:lnTo>
                  <a:pt x="583" y="213"/>
                </a:lnTo>
                <a:lnTo>
                  <a:pt x="582" y="212"/>
                </a:lnTo>
                <a:lnTo>
                  <a:pt x="582" y="211"/>
                </a:lnTo>
                <a:lnTo>
                  <a:pt x="581" y="211"/>
                </a:lnTo>
                <a:lnTo>
                  <a:pt x="580" y="211"/>
                </a:lnTo>
                <a:lnTo>
                  <a:pt x="580" y="210"/>
                </a:lnTo>
                <a:lnTo>
                  <a:pt x="581" y="209"/>
                </a:lnTo>
                <a:lnTo>
                  <a:pt x="582" y="209"/>
                </a:lnTo>
                <a:lnTo>
                  <a:pt x="582" y="208"/>
                </a:lnTo>
                <a:lnTo>
                  <a:pt x="583" y="207"/>
                </a:lnTo>
                <a:lnTo>
                  <a:pt x="583" y="206"/>
                </a:lnTo>
                <a:lnTo>
                  <a:pt x="583" y="207"/>
                </a:lnTo>
                <a:lnTo>
                  <a:pt x="582" y="207"/>
                </a:lnTo>
                <a:lnTo>
                  <a:pt x="581" y="206"/>
                </a:lnTo>
                <a:lnTo>
                  <a:pt x="581" y="205"/>
                </a:lnTo>
                <a:lnTo>
                  <a:pt x="580" y="205"/>
                </a:lnTo>
                <a:lnTo>
                  <a:pt x="580" y="204"/>
                </a:lnTo>
                <a:lnTo>
                  <a:pt x="580" y="203"/>
                </a:lnTo>
                <a:lnTo>
                  <a:pt x="579" y="203"/>
                </a:lnTo>
                <a:lnTo>
                  <a:pt x="579" y="202"/>
                </a:lnTo>
                <a:lnTo>
                  <a:pt x="580" y="202"/>
                </a:lnTo>
                <a:lnTo>
                  <a:pt x="579" y="202"/>
                </a:lnTo>
                <a:lnTo>
                  <a:pt x="579" y="201"/>
                </a:lnTo>
                <a:lnTo>
                  <a:pt x="579" y="200"/>
                </a:lnTo>
                <a:lnTo>
                  <a:pt x="580" y="200"/>
                </a:lnTo>
                <a:lnTo>
                  <a:pt x="580" y="199"/>
                </a:lnTo>
                <a:lnTo>
                  <a:pt x="580" y="198"/>
                </a:lnTo>
                <a:lnTo>
                  <a:pt x="581" y="198"/>
                </a:lnTo>
                <a:lnTo>
                  <a:pt x="581" y="199"/>
                </a:lnTo>
                <a:lnTo>
                  <a:pt x="582" y="200"/>
                </a:lnTo>
                <a:lnTo>
                  <a:pt x="583" y="200"/>
                </a:lnTo>
                <a:lnTo>
                  <a:pt x="584" y="200"/>
                </a:lnTo>
                <a:lnTo>
                  <a:pt x="585" y="201"/>
                </a:lnTo>
                <a:lnTo>
                  <a:pt x="586" y="200"/>
                </a:lnTo>
                <a:lnTo>
                  <a:pt x="587" y="200"/>
                </a:lnTo>
                <a:lnTo>
                  <a:pt x="588" y="200"/>
                </a:lnTo>
                <a:lnTo>
                  <a:pt x="588" y="201"/>
                </a:lnTo>
                <a:lnTo>
                  <a:pt x="589" y="201"/>
                </a:lnTo>
                <a:lnTo>
                  <a:pt x="590" y="201"/>
                </a:lnTo>
                <a:lnTo>
                  <a:pt x="591" y="200"/>
                </a:lnTo>
                <a:lnTo>
                  <a:pt x="591" y="199"/>
                </a:lnTo>
                <a:lnTo>
                  <a:pt x="591" y="198"/>
                </a:lnTo>
                <a:lnTo>
                  <a:pt x="592" y="198"/>
                </a:lnTo>
                <a:lnTo>
                  <a:pt x="592" y="197"/>
                </a:lnTo>
                <a:lnTo>
                  <a:pt x="592" y="196"/>
                </a:lnTo>
                <a:lnTo>
                  <a:pt x="592" y="195"/>
                </a:lnTo>
                <a:lnTo>
                  <a:pt x="592" y="194"/>
                </a:lnTo>
                <a:lnTo>
                  <a:pt x="593" y="194"/>
                </a:lnTo>
                <a:lnTo>
                  <a:pt x="593" y="193"/>
                </a:lnTo>
                <a:lnTo>
                  <a:pt x="593" y="192"/>
                </a:lnTo>
                <a:lnTo>
                  <a:pt x="594" y="192"/>
                </a:lnTo>
                <a:lnTo>
                  <a:pt x="594" y="191"/>
                </a:lnTo>
                <a:lnTo>
                  <a:pt x="595" y="191"/>
                </a:lnTo>
                <a:lnTo>
                  <a:pt x="596" y="191"/>
                </a:lnTo>
                <a:lnTo>
                  <a:pt x="597" y="191"/>
                </a:lnTo>
                <a:lnTo>
                  <a:pt x="597" y="190"/>
                </a:lnTo>
                <a:lnTo>
                  <a:pt x="599" y="190"/>
                </a:lnTo>
                <a:lnTo>
                  <a:pt x="599" y="189"/>
                </a:lnTo>
                <a:lnTo>
                  <a:pt x="600" y="189"/>
                </a:lnTo>
                <a:lnTo>
                  <a:pt x="600" y="188"/>
                </a:lnTo>
                <a:lnTo>
                  <a:pt x="601" y="188"/>
                </a:lnTo>
                <a:lnTo>
                  <a:pt x="601" y="187"/>
                </a:lnTo>
                <a:lnTo>
                  <a:pt x="602" y="187"/>
                </a:lnTo>
                <a:lnTo>
                  <a:pt x="603" y="186"/>
                </a:lnTo>
                <a:lnTo>
                  <a:pt x="604" y="186"/>
                </a:lnTo>
                <a:lnTo>
                  <a:pt x="604" y="185"/>
                </a:lnTo>
                <a:lnTo>
                  <a:pt x="605" y="184"/>
                </a:lnTo>
                <a:lnTo>
                  <a:pt x="606" y="184"/>
                </a:lnTo>
                <a:lnTo>
                  <a:pt x="607" y="184"/>
                </a:lnTo>
                <a:lnTo>
                  <a:pt x="608" y="184"/>
                </a:lnTo>
                <a:lnTo>
                  <a:pt x="608" y="185"/>
                </a:lnTo>
                <a:lnTo>
                  <a:pt x="609" y="186"/>
                </a:lnTo>
                <a:lnTo>
                  <a:pt x="609" y="187"/>
                </a:lnTo>
                <a:lnTo>
                  <a:pt x="610" y="187"/>
                </a:lnTo>
                <a:lnTo>
                  <a:pt x="611" y="187"/>
                </a:lnTo>
                <a:lnTo>
                  <a:pt x="611" y="188"/>
                </a:lnTo>
                <a:lnTo>
                  <a:pt x="612" y="188"/>
                </a:lnTo>
                <a:lnTo>
                  <a:pt x="613" y="188"/>
                </a:lnTo>
                <a:lnTo>
                  <a:pt x="613" y="189"/>
                </a:lnTo>
                <a:lnTo>
                  <a:pt x="613" y="190"/>
                </a:lnTo>
                <a:lnTo>
                  <a:pt x="614" y="191"/>
                </a:lnTo>
                <a:lnTo>
                  <a:pt x="615" y="191"/>
                </a:lnTo>
                <a:lnTo>
                  <a:pt x="615" y="192"/>
                </a:lnTo>
                <a:lnTo>
                  <a:pt x="616" y="192"/>
                </a:lnTo>
                <a:lnTo>
                  <a:pt x="616" y="193"/>
                </a:lnTo>
                <a:lnTo>
                  <a:pt x="615" y="193"/>
                </a:lnTo>
                <a:lnTo>
                  <a:pt x="615" y="194"/>
                </a:lnTo>
                <a:lnTo>
                  <a:pt x="615" y="195"/>
                </a:lnTo>
                <a:lnTo>
                  <a:pt x="616" y="196"/>
                </a:lnTo>
                <a:lnTo>
                  <a:pt x="616" y="197"/>
                </a:lnTo>
                <a:lnTo>
                  <a:pt x="617" y="197"/>
                </a:lnTo>
                <a:lnTo>
                  <a:pt x="617" y="198"/>
                </a:lnTo>
                <a:lnTo>
                  <a:pt x="617" y="199"/>
                </a:lnTo>
                <a:lnTo>
                  <a:pt x="617" y="201"/>
                </a:lnTo>
                <a:lnTo>
                  <a:pt x="616" y="202"/>
                </a:lnTo>
                <a:lnTo>
                  <a:pt x="615" y="202"/>
                </a:lnTo>
                <a:lnTo>
                  <a:pt x="615" y="201"/>
                </a:lnTo>
                <a:lnTo>
                  <a:pt x="615" y="202"/>
                </a:lnTo>
                <a:lnTo>
                  <a:pt x="614" y="202"/>
                </a:lnTo>
                <a:lnTo>
                  <a:pt x="615" y="202"/>
                </a:lnTo>
                <a:lnTo>
                  <a:pt x="615" y="203"/>
                </a:lnTo>
                <a:lnTo>
                  <a:pt x="616" y="204"/>
                </a:lnTo>
                <a:lnTo>
                  <a:pt x="617" y="204"/>
                </a:lnTo>
                <a:lnTo>
                  <a:pt x="617" y="205"/>
                </a:lnTo>
                <a:lnTo>
                  <a:pt x="616" y="206"/>
                </a:lnTo>
                <a:lnTo>
                  <a:pt x="616" y="207"/>
                </a:lnTo>
                <a:lnTo>
                  <a:pt x="616" y="208"/>
                </a:lnTo>
                <a:lnTo>
                  <a:pt x="615" y="209"/>
                </a:lnTo>
                <a:lnTo>
                  <a:pt x="615" y="210"/>
                </a:lnTo>
                <a:lnTo>
                  <a:pt x="615" y="211"/>
                </a:lnTo>
                <a:lnTo>
                  <a:pt x="616" y="211"/>
                </a:lnTo>
                <a:lnTo>
                  <a:pt x="616" y="212"/>
                </a:lnTo>
                <a:lnTo>
                  <a:pt x="616" y="213"/>
                </a:lnTo>
                <a:lnTo>
                  <a:pt x="615" y="214"/>
                </a:lnTo>
                <a:lnTo>
                  <a:pt x="615" y="215"/>
                </a:lnTo>
                <a:lnTo>
                  <a:pt x="615" y="216"/>
                </a:lnTo>
                <a:lnTo>
                  <a:pt x="616" y="216"/>
                </a:lnTo>
                <a:lnTo>
                  <a:pt x="616" y="217"/>
                </a:lnTo>
                <a:lnTo>
                  <a:pt x="616" y="218"/>
                </a:lnTo>
                <a:lnTo>
                  <a:pt x="616" y="219"/>
                </a:lnTo>
                <a:lnTo>
                  <a:pt x="616" y="220"/>
                </a:lnTo>
                <a:lnTo>
                  <a:pt x="617" y="221"/>
                </a:lnTo>
                <a:lnTo>
                  <a:pt x="618" y="221"/>
                </a:lnTo>
                <a:lnTo>
                  <a:pt x="618" y="222"/>
                </a:lnTo>
                <a:lnTo>
                  <a:pt x="618" y="223"/>
                </a:lnTo>
                <a:lnTo>
                  <a:pt x="619" y="223"/>
                </a:lnTo>
                <a:lnTo>
                  <a:pt x="619" y="224"/>
                </a:lnTo>
                <a:lnTo>
                  <a:pt x="620" y="224"/>
                </a:lnTo>
                <a:lnTo>
                  <a:pt x="621" y="224"/>
                </a:lnTo>
                <a:lnTo>
                  <a:pt x="622" y="225"/>
                </a:lnTo>
                <a:lnTo>
                  <a:pt x="622" y="226"/>
                </a:lnTo>
                <a:lnTo>
                  <a:pt x="622" y="227"/>
                </a:lnTo>
                <a:lnTo>
                  <a:pt x="623" y="227"/>
                </a:lnTo>
                <a:lnTo>
                  <a:pt x="623" y="228"/>
                </a:lnTo>
                <a:lnTo>
                  <a:pt x="624" y="229"/>
                </a:lnTo>
                <a:lnTo>
                  <a:pt x="624" y="230"/>
                </a:lnTo>
                <a:lnTo>
                  <a:pt x="625" y="231"/>
                </a:lnTo>
                <a:lnTo>
                  <a:pt x="625" y="232"/>
                </a:lnTo>
                <a:lnTo>
                  <a:pt x="626" y="232"/>
                </a:lnTo>
                <a:lnTo>
                  <a:pt x="626" y="233"/>
                </a:lnTo>
                <a:lnTo>
                  <a:pt x="626" y="234"/>
                </a:lnTo>
                <a:lnTo>
                  <a:pt x="626" y="235"/>
                </a:lnTo>
                <a:lnTo>
                  <a:pt x="627" y="236"/>
                </a:lnTo>
                <a:lnTo>
                  <a:pt x="627" y="237"/>
                </a:lnTo>
                <a:lnTo>
                  <a:pt x="627" y="238"/>
                </a:lnTo>
                <a:lnTo>
                  <a:pt x="628" y="239"/>
                </a:lnTo>
                <a:lnTo>
                  <a:pt x="628" y="240"/>
                </a:lnTo>
                <a:lnTo>
                  <a:pt x="629" y="240"/>
                </a:lnTo>
                <a:lnTo>
                  <a:pt x="629" y="241"/>
                </a:lnTo>
                <a:lnTo>
                  <a:pt x="630" y="241"/>
                </a:lnTo>
                <a:lnTo>
                  <a:pt x="630" y="242"/>
                </a:lnTo>
                <a:lnTo>
                  <a:pt x="631" y="242"/>
                </a:lnTo>
                <a:lnTo>
                  <a:pt x="632" y="242"/>
                </a:lnTo>
                <a:lnTo>
                  <a:pt x="632" y="243"/>
                </a:lnTo>
                <a:lnTo>
                  <a:pt x="631" y="244"/>
                </a:lnTo>
                <a:lnTo>
                  <a:pt x="631" y="245"/>
                </a:lnTo>
                <a:lnTo>
                  <a:pt x="631" y="246"/>
                </a:lnTo>
                <a:lnTo>
                  <a:pt x="632" y="246"/>
                </a:lnTo>
                <a:lnTo>
                  <a:pt x="631" y="246"/>
                </a:lnTo>
                <a:lnTo>
                  <a:pt x="631" y="247"/>
                </a:lnTo>
                <a:lnTo>
                  <a:pt x="631" y="248"/>
                </a:lnTo>
                <a:lnTo>
                  <a:pt x="632" y="248"/>
                </a:lnTo>
                <a:lnTo>
                  <a:pt x="632" y="247"/>
                </a:lnTo>
                <a:lnTo>
                  <a:pt x="633" y="247"/>
                </a:lnTo>
                <a:lnTo>
                  <a:pt x="633" y="248"/>
                </a:lnTo>
                <a:lnTo>
                  <a:pt x="634" y="248"/>
                </a:lnTo>
                <a:lnTo>
                  <a:pt x="634" y="247"/>
                </a:lnTo>
                <a:lnTo>
                  <a:pt x="635" y="247"/>
                </a:lnTo>
                <a:lnTo>
                  <a:pt x="635" y="248"/>
                </a:lnTo>
                <a:lnTo>
                  <a:pt x="636" y="247"/>
                </a:lnTo>
                <a:lnTo>
                  <a:pt x="637" y="247"/>
                </a:lnTo>
                <a:lnTo>
                  <a:pt x="637" y="246"/>
                </a:lnTo>
                <a:lnTo>
                  <a:pt x="637" y="247"/>
                </a:lnTo>
                <a:lnTo>
                  <a:pt x="638" y="247"/>
                </a:lnTo>
                <a:lnTo>
                  <a:pt x="639" y="247"/>
                </a:lnTo>
                <a:lnTo>
                  <a:pt x="639" y="248"/>
                </a:lnTo>
                <a:lnTo>
                  <a:pt x="640" y="249"/>
                </a:lnTo>
                <a:lnTo>
                  <a:pt x="641" y="249"/>
                </a:lnTo>
                <a:lnTo>
                  <a:pt x="641" y="250"/>
                </a:lnTo>
                <a:lnTo>
                  <a:pt x="642" y="250"/>
                </a:lnTo>
                <a:lnTo>
                  <a:pt x="642" y="251"/>
                </a:lnTo>
                <a:lnTo>
                  <a:pt x="643" y="251"/>
                </a:lnTo>
                <a:lnTo>
                  <a:pt x="642" y="251"/>
                </a:lnTo>
                <a:lnTo>
                  <a:pt x="642" y="252"/>
                </a:lnTo>
                <a:lnTo>
                  <a:pt x="641" y="252"/>
                </a:lnTo>
                <a:lnTo>
                  <a:pt x="640" y="253"/>
                </a:lnTo>
                <a:lnTo>
                  <a:pt x="640" y="254"/>
                </a:lnTo>
                <a:lnTo>
                  <a:pt x="639" y="254"/>
                </a:lnTo>
                <a:lnTo>
                  <a:pt x="639" y="255"/>
                </a:lnTo>
                <a:lnTo>
                  <a:pt x="639" y="256"/>
                </a:lnTo>
                <a:lnTo>
                  <a:pt x="640" y="256"/>
                </a:lnTo>
                <a:lnTo>
                  <a:pt x="641" y="256"/>
                </a:lnTo>
                <a:lnTo>
                  <a:pt x="641" y="257"/>
                </a:lnTo>
                <a:lnTo>
                  <a:pt x="641" y="258"/>
                </a:lnTo>
                <a:lnTo>
                  <a:pt x="642" y="259"/>
                </a:lnTo>
                <a:lnTo>
                  <a:pt x="642" y="260"/>
                </a:lnTo>
                <a:lnTo>
                  <a:pt x="642" y="261"/>
                </a:lnTo>
                <a:lnTo>
                  <a:pt x="643" y="261"/>
                </a:lnTo>
                <a:lnTo>
                  <a:pt x="643" y="262"/>
                </a:lnTo>
                <a:lnTo>
                  <a:pt x="642" y="262"/>
                </a:lnTo>
                <a:lnTo>
                  <a:pt x="641" y="262"/>
                </a:lnTo>
                <a:lnTo>
                  <a:pt x="640" y="262"/>
                </a:lnTo>
                <a:lnTo>
                  <a:pt x="640" y="263"/>
                </a:lnTo>
                <a:lnTo>
                  <a:pt x="640" y="264"/>
                </a:lnTo>
                <a:lnTo>
                  <a:pt x="640" y="263"/>
                </a:lnTo>
                <a:lnTo>
                  <a:pt x="641" y="263"/>
                </a:lnTo>
                <a:lnTo>
                  <a:pt x="641" y="264"/>
                </a:lnTo>
                <a:lnTo>
                  <a:pt x="642" y="265"/>
                </a:lnTo>
                <a:lnTo>
                  <a:pt x="642" y="264"/>
                </a:lnTo>
                <a:lnTo>
                  <a:pt x="643" y="264"/>
                </a:lnTo>
                <a:lnTo>
                  <a:pt x="644" y="264"/>
                </a:lnTo>
                <a:lnTo>
                  <a:pt x="644" y="265"/>
                </a:lnTo>
                <a:lnTo>
                  <a:pt x="643" y="265"/>
                </a:lnTo>
                <a:lnTo>
                  <a:pt x="644" y="265"/>
                </a:lnTo>
                <a:lnTo>
                  <a:pt x="645" y="266"/>
                </a:lnTo>
                <a:lnTo>
                  <a:pt x="645" y="267"/>
                </a:lnTo>
                <a:lnTo>
                  <a:pt x="645" y="268"/>
                </a:lnTo>
                <a:lnTo>
                  <a:pt x="645" y="269"/>
                </a:lnTo>
                <a:lnTo>
                  <a:pt x="646" y="269"/>
                </a:lnTo>
                <a:lnTo>
                  <a:pt x="646" y="270"/>
                </a:lnTo>
                <a:lnTo>
                  <a:pt x="647" y="270"/>
                </a:lnTo>
                <a:lnTo>
                  <a:pt x="647" y="271"/>
                </a:lnTo>
                <a:lnTo>
                  <a:pt x="647" y="273"/>
                </a:lnTo>
                <a:lnTo>
                  <a:pt x="647" y="274"/>
                </a:lnTo>
                <a:lnTo>
                  <a:pt x="648" y="274"/>
                </a:lnTo>
                <a:lnTo>
                  <a:pt x="649" y="276"/>
                </a:lnTo>
                <a:lnTo>
                  <a:pt x="649" y="277"/>
                </a:lnTo>
                <a:lnTo>
                  <a:pt x="649" y="278"/>
                </a:lnTo>
                <a:lnTo>
                  <a:pt x="649" y="279"/>
                </a:lnTo>
                <a:lnTo>
                  <a:pt x="650" y="279"/>
                </a:lnTo>
                <a:lnTo>
                  <a:pt x="650" y="280"/>
                </a:lnTo>
                <a:lnTo>
                  <a:pt x="651" y="280"/>
                </a:lnTo>
                <a:lnTo>
                  <a:pt x="651" y="281"/>
                </a:lnTo>
                <a:lnTo>
                  <a:pt x="651" y="282"/>
                </a:lnTo>
                <a:lnTo>
                  <a:pt x="652" y="282"/>
                </a:lnTo>
                <a:lnTo>
                  <a:pt x="653" y="283"/>
                </a:lnTo>
                <a:lnTo>
                  <a:pt x="654" y="284"/>
                </a:lnTo>
                <a:lnTo>
                  <a:pt x="655" y="284"/>
                </a:lnTo>
                <a:lnTo>
                  <a:pt x="656" y="283"/>
                </a:lnTo>
                <a:lnTo>
                  <a:pt x="657" y="283"/>
                </a:lnTo>
                <a:lnTo>
                  <a:pt x="657" y="282"/>
                </a:lnTo>
                <a:lnTo>
                  <a:pt x="658" y="282"/>
                </a:lnTo>
                <a:lnTo>
                  <a:pt x="659" y="282"/>
                </a:lnTo>
                <a:lnTo>
                  <a:pt x="660" y="282"/>
                </a:lnTo>
                <a:lnTo>
                  <a:pt x="660" y="283"/>
                </a:lnTo>
                <a:lnTo>
                  <a:pt x="661" y="284"/>
                </a:lnTo>
                <a:lnTo>
                  <a:pt x="662" y="284"/>
                </a:lnTo>
                <a:lnTo>
                  <a:pt x="663" y="284"/>
                </a:lnTo>
                <a:lnTo>
                  <a:pt x="663" y="285"/>
                </a:lnTo>
                <a:lnTo>
                  <a:pt x="664" y="285"/>
                </a:lnTo>
                <a:lnTo>
                  <a:pt x="665" y="285"/>
                </a:lnTo>
                <a:lnTo>
                  <a:pt x="666" y="285"/>
                </a:lnTo>
                <a:lnTo>
                  <a:pt x="667" y="284"/>
                </a:lnTo>
                <a:lnTo>
                  <a:pt x="668" y="284"/>
                </a:lnTo>
                <a:lnTo>
                  <a:pt x="669" y="283"/>
                </a:lnTo>
                <a:lnTo>
                  <a:pt x="670" y="283"/>
                </a:lnTo>
                <a:lnTo>
                  <a:pt x="672" y="283"/>
                </a:lnTo>
                <a:lnTo>
                  <a:pt x="673" y="283"/>
                </a:lnTo>
                <a:lnTo>
                  <a:pt x="673" y="282"/>
                </a:lnTo>
                <a:lnTo>
                  <a:pt x="674" y="282"/>
                </a:lnTo>
                <a:lnTo>
                  <a:pt x="675" y="282"/>
                </a:lnTo>
                <a:lnTo>
                  <a:pt x="676" y="282"/>
                </a:lnTo>
                <a:lnTo>
                  <a:pt x="677" y="281"/>
                </a:lnTo>
                <a:lnTo>
                  <a:pt x="679" y="281"/>
                </a:lnTo>
                <a:lnTo>
                  <a:pt x="680" y="281"/>
                </a:lnTo>
                <a:lnTo>
                  <a:pt x="681" y="281"/>
                </a:lnTo>
                <a:lnTo>
                  <a:pt x="681" y="280"/>
                </a:lnTo>
                <a:lnTo>
                  <a:pt x="682" y="280"/>
                </a:lnTo>
                <a:lnTo>
                  <a:pt x="683" y="280"/>
                </a:lnTo>
                <a:lnTo>
                  <a:pt x="683" y="279"/>
                </a:lnTo>
                <a:lnTo>
                  <a:pt x="684" y="279"/>
                </a:lnTo>
                <a:lnTo>
                  <a:pt x="685" y="279"/>
                </a:lnTo>
                <a:lnTo>
                  <a:pt x="685" y="278"/>
                </a:lnTo>
                <a:lnTo>
                  <a:pt x="685" y="277"/>
                </a:lnTo>
                <a:lnTo>
                  <a:pt x="685" y="276"/>
                </a:lnTo>
                <a:lnTo>
                  <a:pt x="685" y="274"/>
                </a:lnTo>
                <a:lnTo>
                  <a:pt x="685" y="273"/>
                </a:lnTo>
                <a:lnTo>
                  <a:pt x="684" y="273"/>
                </a:lnTo>
                <a:lnTo>
                  <a:pt x="684" y="272"/>
                </a:lnTo>
                <a:lnTo>
                  <a:pt x="683" y="271"/>
                </a:lnTo>
                <a:lnTo>
                  <a:pt x="683" y="270"/>
                </a:lnTo>
                <a:lnTo>
                  <a:pt x="684" y="270"/>
                </a:lnTo>
                <a:lnTo>
                  <a:pt x="684" y="269"/>
                </a:lnTo>
                <a:lnTo>
                  <a:pt x="684" y="268"/>
                </a:lnTo>
                <a:lnTo>
                  <a:pt x="683" y="268"/>
                </a:lnTo>
                <a:lnTo>
                  <a:pt x="684" y="268"/>
                </a:lnTo>
                <a:lnTo>
                  <a:pt x="684" y="267"/>
                </a:lnTo>
                <a:lnTo>
                  <a:pt x="685" y="266"/>
                </a:lnTo>
                <a:lnTo>
                  <a:pt x="684" y="266"/>
                </a:lnTo>
                <a:lnTo>
                  <a:pt x="684" y="265"/>
                </a:lnTo>
                <a:lnTo>
                  <a:pt x="684" y="264"/>
                </a:lnTo>
                <a:lnTo>
                  <a:pt x="684" y="263"/>
                </a:lnTo>
                <a:lnTo>
                  <a:pt x="683" y="263"/>
                </a:lnTo>
                <a:lnTo>
                  <a:pt x="683" y="262"/>
                </a:lnTo>
                <a:lnTo>
                  <a:pt x="684" y="262"/>
                </a:lnTo>
                <a:lnTo>
                  <a:pt x="684" y="261"/>
                </a:lnTo>
                <a:lnTo>
                  <a:pt x="683" y="260"/>
                </a:lnTo>
                <a:lnTo>
                  <a:pt x="683" y="259"/>
                </a:lnTo>
                <a:lnTo>
                  <a:pt x="684" y="257"/>
                </a:lnTo>
                <a:lnTo>
                  <a:pt x="685" y="257"/>
                </a:lnTo>
                <a:lnTo>
                  <a:pt x="686" y="257"/>
                </a:lnTo>
                <a:lnTo>
                  <a:pt x="686" y="256"/>
                </a:lnTo>
                <a:lnTo>
                  <a:pt x="687" y="255"/>
                </a:lnTo>
                <a:lnTo>
                  <a:pt x="688" y="255"/>
                </a:lnTo>
                <a:lnTo>
                  <a:pt x="688" y="256"/>
                </a:lnTo>
                <a:lnTo>
                  <a:pt x="689" y="256"/>
                </a:lnTo>
                <a:lnTo>
                  <a:pt x="690" y="256"/>
                </a:lnTo>
                <a:lnTo>
                  <a:pt x="690" y="257"/>
                </a:lnTo>
                <a:lnTo>
                  <a:pt x="691" y="258"/>
                </a:lnTo>
                <a:lnTo>
                  <a:pt x="692" y="257"/>
                </a:lnTo>
                <a:lnTo>
                  <a:pt x="692" y="256"/>
                </a:lnTo>
                <a:lnTo>
                  <a:pt x="693" y="256"/>
                </a:lnTo>
                <a:lnTo>
                  <a:pt x="694" y="257"/>
                </a:lnTo>
                <a:lnTo>
                  <a:pt x="695" y="257"/>
                </a:lnTo>
                <a:lnTo>
                  <a:pt x="696" y="257"/>
                </a:lnTo>
                <a:lnTo>
                  <a:pt x="697" y="257"/>
                </a:lnTo>
                <a:lnTo>
                  <a:pt x="699" y="256"/>
                </a:lnTo>
                <a:lnTo>
                  <a:pt x="700" y="255"/>
                </a:lnTo>
                <a:lnTo>
                  <a:pt x="701" y="255"/>
                </a:lnTo>
                <a:lnTo>
                  <a:pt x="701" y="254"/>
                </a:lnTo>
                <a:lnTo>
                  <a:pt x="701" y="253"/>
                </a:lnTo>
                <a:lnTo>
                  <a:pt x="702" y="253"/>
                </a:lnTo>
                <a:lnTo>
                  <a:pt x="703" y="253"/>
                </a:lnTo>
                <a:lnTo>
                  <a:pt x="704" y="253"/>
                </a:lnTo>
                <a:lnTo>
                  <a:pt x="705" y="252"/>
                </a:lnTo>
                <a:lnTo>
                  <a:pt x="705" y="251"/>
                </a:lnTo>
                <a:lnTo>
                  <a:pt x="706" y="250"/>
                </a:lnTo>
                <a:lnTo>
                  <a:pt x="708" y="250"/>
                </a:lnTo>
                <a:lnTo>
                  <a:pt x="708" y="249"/>
                </a:lnTo>
                <a:lnTo>
                  <a:pt x="709" y="249"/>
                </a:lnTo>
                <a:lnTo>
                  <a:pt x="710" y="249"/>
                </a:lnTo>
                <a:lnTo>
                  <a:pt x="710" y="250"/>
                </a:lnTo>
                <a:lnTo>
                  <a:pt x="711" y="250"/>
                </a:lnTo>
                <a:lnTo>
                  <a:pt x="712" y="250"/>
                </a:lnTo>
                <a:lnTo>
                  <a:pt x="713" y="250"/>
                </a:lnTo>
                <a:lnTo>
                  <a:pt x="714" y="250"/>
                </a:lnTo>
                <a:lnTo>
                  <a:pt x="715" y="250"/>
                </a:lnTo>
                <a:lnTo>
                  <a:pt x="717" y="250"/>
                </a:lnTo>
                <a:lnTo>
                  <a:pt x="718" y="250"/>
                </a:lnTo>
                <a:lnTo>
                  <a:pt x="718" y="249"/>
                </a:lnTo>
                <a:lnTo>
                  <a:pt x="719" y="249"/>
                </a:lnTo>
                <a:lnTo>
                  <a:pt x="720" y="249"/>
                </a:lnTo>
                <a:lnTo>
                  <a:pt x="721" y="249"/>
                </a:lnTo>
                <a:lnTo>
                  <a:pt x="722" y="249"/>
                </a:lnTo>
                <a:lnTo>
                  <a:pt x="723" y="250"/>
                </a:lnTo>
                <a:lnTo>
                  <a:pt x="724" y="250"/>
                </a:lnTo>
                <a:lnTo>
                  <a:pt x="724" y="249"/>
                </a:lnTo>
                <a:lnTo>
                  <a:pt x="725" y="249"/>
                </a:lnTo>
                <a:lnTo>
                  <a:pt x="726" y="249"/>
                </a:lnTo>
                <a:lnTo>
                  <a:pt x="727" y="249"/>
                </a:lnTo>
                <a:lnTo>
                  <a:pt x="728" y="249"/>
                </a:lnTo>
                <a:lnTo>
                  <a:pt x="729" y="249"/>
                </a:lnTo>
                <a:lnTo>
                  <a:pt x="730" y="249"/>
                </a:lnTo>
                <a:lnTo>
                  <a:pt x="731" y="249"/>
                </a:lnTo>
                <a:lnTo>
                  <a:pt x="731" y="248"/>
                </a:lnTo>
                <a:lnTo>
                  <a:pt x="731" y="247"/>
                </a:lnTo>
                <a:lnTo>
                  <a:pt x="732" y="247"/>
                </a:lnTo>
                <a:lnTo>
                  <a:pt x="733" y="248"/>
                </a:lnTo>
                <a:lnTo>
                  <a:pt x="734" y="247"/>
                </a:lnTo>
                <a:lnTo>
                  <a:pt x="735" y="247"/>
                </a:lnTo>
                <a:lnTo>
                  <a:pt x="735" y="246"/>
                </a:lnTo>
                <a:lnTo>
                  <a:pt x="735" y="245"/>
                </a:lnTo>
                <a:lnTo>
                  <a:pt x="734" y="245"/>
                </a:lnTo>
                <a:lnTo>
                  <a:pt x="734" y="244"/>
                </a:lnTo>
                <a:lnTo>
                  <a:pt x="734" y="243"/>
                </a:lnTo>
                <a:lnTo>
                  <a:pt x="735" y="243"/>
                </a:lnTo>
                <a:lnTo>
                  <a:pt x="736" y="243"/>
                </a:lnTo>
                <a:lnTo>
                  <a:pt x="735" y="242"/>
                </a:lnTo>
                <a:lnTo>
                  <a:pt x="735" y="241"/>
                </a:lnTo>
                <a:lnTo>
                  <a:pt x="734" y="241"/>
                </a:lnTo>
                <a:lnTo>
                  <a:pt x="735" y="240"/>
                </a:lnTo>
                <a:lnTo>
                  <a:pt x="736" y="240"/>
                </a:lnTo>
                <a:lnTo>
                  <a:pt x="737" y="240"/>
                </a:lnTo>
                <a:lnTo>
                  <a:pt x="738" y="239"/>
                </a:lnTo>
                <a:lnTo>
                  <a:pt x="739" y="238"/>
                </a:lnTo>
                <a:lnTo>
                  <a:pt x="740" y="237"/>
                </a:lnTo>
                <a:lnTo>
                  <a:pt x="741" y="237"/>
                </a:lnTo>
                <a:lnTo>
                  <a:pt x="741" y="236"/>
                </a:lnTo>
                <a:lnTo>
                  <a:pt x="742" y="236"/>
                </a:lnTo>
                <a:lnTo>
                  <a:pt x="742" y="235"/>
                </a:lnTo>
                <a:lnTo>
                  <a:pt x="742" y="236"/>
                </a:lnTo>
                <a:lnTo>
                  <a:pt x="743" y="236"/>
                </a:lnTo>
                <a:lnTo>
                  <a:pt x="743" y="237"/>
                </a:lnTo>
                <a:lnTo>
                  <a:pt x="744" y="237"/>
                </a:lnTo>
                <a:lnTo>
                  <a:pt x="744" y="236"/>
                </a:lnTo>
                <a:lnTo>
                  <a:pt x="744" y="235"/>
                </a:lnTo>
                <a:lnTo>
                  <a:pt x="745" y="235"/>
                </a:lnTo>
                <a:lnTo>
                  <a:pt x="746" y="234"/>
                </a:lnTo>
                <a:lnTo>
                  <a:pt x="747" y="234"/>
                </a:lnTo>
                <a:lnTo>
                  <a:pt x="747" y="235"/>
                </a:lnTo>
                <a:lnTo>
                  <a:pt x="748" y="235"/>
                </a:lnTo>
                <a:lnTo>
                  <a:pt x="748" y="234"/>
                </a:lnTo>
                <a:lnTo>
                  <a:pt x="750" y="234"/>
                </a:lnTo>
                <a:lnTo>
                  <a:pt x="751" y="234"/>
                </a:lnTo>
                <a:lnTo>
                  <a:pt x="751" y="235"/>
                </a:lnTo>
                <a:lnTo>
                  <a:pt x="752" y="235"/>
                </a:lnTo>
                <a:lnTo>
                  <a:pt x="753" y="236"/>
                </a:lnTo>
                <a:lnTo>
                  <a:pt x="753" y="237"/>
                </a:lnTo>
                <a:lnTo>
                  <a:pt x="753" y="236"/>
                </a:lnTo>
                <a:lnTo>
                  <a:pt x="754" y="236"/>
                </a:lnTo>
                <a:lnTo>
                  <a:pt x="754" y="237"/>
                </a:lnTo>
                <a:lnTo>
                  <a:pt x="754" y="238"/>
                </a:lnTo>
                <a:lnTo>
                  <a:pt x="753" y="238"/>
                </a:lnTo>
                <a:lnTo>
                  <a:pt x="753" y="239"/>
                </a:lnTo>
                <a:lnTo>
                  <a:pt x="754" y="239"/>
                </a:lnTo>
                <a:lnTo>
                  <a:pt x="755" y="240"/>
                </a:lnTo>
                <a:lnTo>
                  <a:pt x="756" y="241"/>
                </a:lnTo>
                <a:lnTo>
                  <a:pt x="756" y="242"/>
                </a:lnTo>
                <a:lnTo>
                  <a:pt x="756" y="243"/>
                </a:lnTo>
                <a:lnTo>
                  <a:pt x="756" y="244"/>
                </a:lnTo>
                <a:lnTo>
                  <a:pt x="756" y="245"/>
                </a:lnTo>
                <a:lnTo>
                  <a:pt x="756" y="246"/>
                </a:lnTo>
                <a:lnTo>
                  <a:pt x="755" y="246"/>
                </a:lnTo>
                <a:lnTo>
                  <a:pt x="755" y="247"/>
                </a:lnTo>
                <a:lnTo>
                  <a:pt x="755" y="248"/>
                </a:lnTo>
                <a:lnTo>
                  <a:pt x="755" y="249"/>
                </a:lnTo>
                <a:lnTo>
                  <a:pt x="756" y="250"/>
                </a:lnTo>
                <a:lnTo>
                  <a:pt x="756" y="251"/>
                </a:lnTo>
                <a:lnTo>
                  <a:pt x="757" y="251"/>
                </a:lnTo>
                <a:lnTo>
                  <a:pt x="757" y="252"/>
                </a:lnTo>
                <a:lnTo>
                  <a:pt x="757" y="251"/>
                </a:lnTo>
                <a:lnTo>
                  <a:pt x="758" y="252"/>
                </a:lnTo>
                <a:lnTo>
                  <a:pt x="759" y="252"/>
                </a:lnTo>
                <a:lnTo>
                  <a:pt x="759" y="253"/>
                </a:lnTo>
                <a:lnTo>
                  <a:pt x="760" y="254"/>
                </a:lnTo>
                <a:lnTo>
                  <a:pt x="761" y="253"/>
                </a:lnTo>
                <a:lnTo>
                  <a:pt x="762" y="253"/>
                </a:lnTo>
                <a:lnTo>
                  <a:pt x="763" y="253"/>
                </a:lnTo>
                <a:lnTo>
                  <a:pt x="764" y="252"/>
                </a:lnTo>
                <a:lnTo>
                  <a:pt x="764" y="251"/>
                </a:lnTo>
                <a:lnTo>
                  <a:pt x="764" y="250"/>
                </a:lnTo>
                <a:lnTo>
                  <a:pt x="765" y="250"/>
                </a:lnTo>
                <a:lnTo>
                  <a:pt x="765" y="249"/>
                </a:lnTo>
                <a:lnTo>
                  <a:pt x="766" y="249"/>
                </a:lnTo>
                <a:lnTo>
                  <a:pt x="767" y="249"/>
                </a:lnTo>
                <a:lnTo>
                  <a:pt x="768" y="248"/>
                </a:lnTo>
                <a:lnTo>
                  <a:pt x="768" y="247"/>
                </a:lnTo>
                <a:lnTo>
                  <a:pt x="768" y="245"/>
                </a:lnTo>
                <a:lnTo>
                  <a:pt x="769" y="245"/>
                </a:lnTo>
                <a:lnTo>
                  <a:pt x="769" y="244"/>
                </a:lnTo>
                <a:lnTo>
                  <a:pt x="770" y="244"/>
                </a:lnTo>
                <a:lnTo>
                  <a:pt x="771" y="244"/>
                </a:lnTo>
                <a:lnTo>
                  <a:pt x="771" y="243"/>
                </a:lnTo>
                <a:lnTo>
                  <a:pt x="772" y="243"/>
                </a:lnTo>
                <a:lnTo>
                  <a:pt x="773" y="242"/>
                </a:lnTo>
                <a:lnTo>
                  <a:pt x="774" y="242"/>
                </a:lnTo>
                <a:lnTo>
                  <a:pt x="775" y="242"/>
                </a:lnTo>
                <a:lnTo>
                  <a:pt x="775" y="243"/>
                </a:lnTo>
                <a:lnTo>
                  <a:pt x="776" y="243"/>
                </a:lnTo>
                <a:lnTo>
                  <a:pt x="777" y="242"/>
                </a:lnTo>
                <a:lnTo>
                  <a:pt x="778" y="241"/>
                </a:lnTo>
                <a:lnTo>
                  <a:pt x="779" y="240"/>
                </a:lnTo>
                <a:lnTo>
                  <a:pt x="779" y="239"/>
                </a:lnTo>
                <a:lnTo>
                  <a:pt x="779" y="238"/>
                </a:lnTo>
                <a:lnTo>
                  <a:pt x="780" y="238"/>
                </a:lnTo>
                <a:lnTo>
                  <a:pt x="780" y="237"/>
                </a:lnTo>
                <a:lnTo>
                  <a:pt x="781" y="237"/>
                </a:lnTo>
                <a:lnTo>
                  <a:pt x="782" y="236"/>
                </a:lnTo>
                <a:lnTo>
                  <a:pt x="782" y="235"/>
                </a:lnTo>
                <a:lnTo>
                  <a:pt x="782" y="234"/>
                </a:lnTo>
                <a:lnTo>
                  <a:pt x="783" y="233"/>
                </a:lnTo>
                <a:lnTo>
                  <a:pt x="784" y="233"/>
                </a:lnTo>
                <a:lnTo>
                  <a:pt x="784" y="232"/>
                </a:lnTo>
                <a:lnTo>
                  <a:pt x="785" y="232"/>
                </a:lnTo>
                <a:lnTo>
                  <a:pt x="785" y="231"/>
                </a:lnTo>
                <a:lnTo>
                  <a:pt x="786" y="231"/>
                </a:lnTo>
                <a:lnTo>
                  <a:pt x="787" y="232"/>
                </a:lnTo>
                <a:lnTo>
                  <a:pt x="787" y="233"/>
                </a:lnTo>
                <a:lnTo>
                  <a:pt x="787" y="234"/>
                </a:lnTo>
                <a:lnTo>
                  <a:pt x="786" y="234"/>
                </a:lnTo>
                <a:lnTo>
                  <a:pt x="787" y="235"/>
                </a:lnTo>
                <a:lnTo>
                  <a:pt x="787" y="236"/>
                </a:lnTo>
                <a:lnTo>
                  <a:pt x="787" y="237"/>
                </a:lnTo>
                <a:lnTo>
                  <a:pt x="787" y="238"/>
                </a:lnTo>
                <a:lnTo>
                  <a:pt x="786" y="239"/>
                </a:lnTo>
                <a:lnTo>
                  <a:pt x="786" y="240"/>
                </a:lnTo>
                <a:lnTo>
                  <a:pt x="785" y="240"/>
                </a:lnTo>
                <a:lnTo>
                  <a:pt x="784" y="241"/>
                </a:lnTo>
                <a:lnTo>
                  <a:pt x="785" y="241"/>
                </a:lnTo>
                <a:lnTo>
                  <a:pt x="785" y="242"/>
                </a:lnTo>
                <a:lnTo>
                  <a:pt x="786" y="243"/>
                </a:lnTo>
                <a:lnTo>
                  <a:pt x="787" y="244"/>
                </a:lnTo>
                <a:lnTo>
                  <a:pt x="787" y="245"/>
                </a:lnTo>
                <a:lnTo>
                  <a:pt x="788" y="246"/>
                </a:lnTo>
                <a:lnTo>
                  <a:pt x="789" y="246"/>
                </a:lnTo>
                <a:lnTo>
                  <a:pt x="788" y="247"/>
                </a:lnTo>
                <a:lnTo>
                  <a:pt x="787" y="248"/>
                </a:lnTo>
                <a:lnTo>
                  <a:pt x="787" y="249"/>
                </a:lnTo>
                <a:lnTo>
                  <a:pt x="788" y="249"/>
                </a:lnTo>
                <a:lnTo>
                  <a:pt x="788" y="250"/>
                </a:lnTo>
                <a:lnTo>
                  <a:pt x="789" y="251"/>
                </a:lnTo>
                <a:lnTo>
                  <a:pt x="789" y="252"/>
                </a:lnTo>
                <a:lnTo>
                  <a:pt x="788" y="252"/>
                </a:lnTo>
                <a:lnTo>
                  <a:pt x="787" y="252"/>
                </a:lnTo>
                <a:lnTo>
                  <a:pt x="787" y="253"/>
                </a:lnTo>
                <a:lnTo>
                  <a:pt x="787" y="254"/>
                </a:lnTo>
                <a:lnTo>
                  <a:pt x="788" y="254"/>
                </a:lnTo>
                <a:lnTo>
                  <a:pt x="788" y="255"/>
                </a:lnTo>
                <a:lnTo>
                  <a:pt x="788" y="256"/>
                </a:lnTo>
                <a:lnTo>
                  <a:pt x="789" y="257"/>
                </a:lnTo>
                <a:lnTo>
                  <a:pt x="789" y="258"/>
                </a:lnTo>
                <a:lnTo>
                  <a:pt x="788" y="259"/>
                </a:lnTo>
                <a:lnTo>
                  <a:pt x="789" y="259"/>
                </a:lnTo>
                <a:lnTo>
                  <a:pt x="789" y="260"/>
                </a:lnTo>
                <a:lnTo>
                  <a:pt x="789" y="261"/>
                </a:lnTo>
                <a:lnTo>
                  <a:pt x="790" y="261"/>
                </a:lnTo>
                <a:lnTo>
                  <a:pt x="791" y="261"/>
                </a:lnTo>
                <a:lnTo>
                  <a:pt x="791" y="262"/>
                </a:lnTo>
                <a:lnTo>
                  <a:pt x="792" y="262"/>
                </a:lnTo>
                <a:lnTo>
                  <a:pt x="792" y="263"/>
                </a:lnTo>
                <a:lnTo>
                  <a:pt x="792" y="264"/>
                </a:lnTo>
                <a:lnTo>
                  <a:pt x="791" y="264"/>
                </a:lnTo>
                <a:lnTo>
                  <a:pt x="791" y="265"/>
                </a:lnTo>
                <a:lnTo>
                  <a:pt x="791" y="266"/>
                </a:lnTo>
                <a:lnTo>
                  <a:pt x="790" y="266"/>
                </a:lnTo>
                <a:lnTo>
                  <a:pt x="790" y="267"/>
                </a:lnTo>
                <a:lnTo>
                  <a:pt x="790" y="268"/>
                </a:lnTo>
                <a:lnTo>
                  <a:pt x="790" y="269"/>
                </a:lnTo>
                <a:lnTo>
                  <a:pt x="790" y="270"/>
                </a:lnTo>
                <a:lnTo>
                  <a:pt x="791" y="270"/>
                </a:lnTo>
                <a:lnTo>
                  <a:pt x="791" y="271"/>
                </a:lnTo>
                <a:lnTo>
                  <a:pt x="791" y="272"/>
                </a:lnTo>
                <a:lnTo>
                  <a:pt x="792" y="272"/>
                </a:lnTo>
                <a:lnTo>
                  <a:pt x="794" y="273"/>
                </a:lnTo>
                <a:lnTo>
                  <a:pt x="795" y="273"/>
                </a:lnTo>
                <a:lnTo>
                  <a:pt x="796" y="272"/>
                </a:lnTo>
                <a:lnTo>
                  <a:pt x="797" y="272"/>
                </a:lnTo>
                <a:lnTo>
                  <a:pt x="798" y="272"/>
                </a:lnTo>
                <a:lnTo>
                  <a:pt x="799" y="273"/>
                </a:lnTo>
                <a:lnTo>
                  <a:pt x="800" y="274"/>
                </a:lnTo>
                <a:lnTo>
                  <a:pt x="801" y="274"/>
                </a:lnTo>
                <a:lnTo>
                  <a:pt x="802" y="274"/>
                </a:lnTo>
                <a:lnTo>
                  <a:pt x="803" y="274"/>
                </a:lnTo>
                <a:lnTo>
                  <a:pt x="803" y="275"/>
                </a:lnTo>
                <a:lnTo>
                  <a:pt x="804" y="275"/>
                </a:lnTo>
                <a:lnTo>
                  <a:pt x="804" y="274"/>
                </a:lnTo>
                <a:lnTo>
                  <a:pt x="805" y="274"/>
                </a:lnTo>
                <a:lnTo>
                  <a:pt x="806" y="275"/>
                </a:lnTo>
                <a:lnTo>
                  <a:pt x="807" y="276"/>
                </a:lnTo>
                <a:lnTo>
                  <a:pt x="808" y="276"/>
                </a:lnTo>
                <a:lnTo>
                  <a:pt x="808" y="275"/>
                </a:lnTo>
                <a:lnTo>
                  <a:pt x="809" y="275"/>
                </a:lnTo>
                <a:lnTo>
                  <a:pt x="810" y="275"/>
                </a:lnTo>
                <a:lnTo>
                  <a:pt x="811" y="276"/>
                </a:lnTo>
                <a:lnTo>
                  <a:pt x="811" y="277"/>
                </a:lnTo>
                <a:lnTo>
                  <a:pt x="810" y="278"/>
                </a:lnTo>
                <a:lnTo>
                  <a:pt x="810" y="279"/>
                </a:lnTo>
                <a:lnTo>
                  <a:pt x="811" y="279"/>
                </a:lnTo>
                <a:lnTo>
                  <a:pt x="812" y="279"/>
                </a:lnTo>
                <a:lnTo>
                  <a:pt x="813" y="279"/>
                </a:lnTo>
                <a:lnTo>
                  <a:pt x="813" y="280"/>
                </a:lnTo>
                <a:lnTo>
                  <a:pt x="814" y="280"/>
                </a:lnTo>
                <a:lnTo>
                  <a:pt x="814" y="279"/>
                </a:lnTo>
                <a:lnTo>
                  <a:pt x="814" y="280"/>
                </a:lnTo>
                <a:lnTo>
                  <a:pt x="815" y="280"/>
                </a:lnTo>
                <a:lnTo>
                  <a:pt x="815" y="281"/>
                </a:lnTo>
                <a:lnTo>
                  <a:pt x="816" y="281"/>
                </a:lnTo>
                <a:lnTo>
                  <a:pt x="817" y="281"/>
                </a:lnTo>
                <a:lnTo>
                  <a:pt x="817" y="282"/>
                </a:lnTo>
                <a:lnTo>
                  <a:pt x="818" y="282"/>
                </a:lnTo>
                <a:lnTo>
                  <a:pt x="818" y="281"/>
                </a:lnTo>
                <a:lnTo>
                  <a:pt x="819" y="281"/>
                </a:lnTo>
                <a:lnTo>
                  <a:pt x="820" y="282"/>
                </a:lnTo>
                <a:lnTo>
                  <a:pt x="820" y="283"/>
                </a:lnTo>
                <a:lnTo>
                  <a:pt x="821" y="283"/>
                </a:lnTo>
                <a:lnTo>
                  <a:pt x="822" y="283"/>
                </a:lnTo>
                <a:lnTo>
                  <a:pt x="822" y="284"/>
                </a:lnTo>
                <a:lnTo>
                  <a:pt x="822" y="283"/>
                </a:lnTo>
                <a:lnTo>
                  <a:pt x="823" y="284"/>
                </a:lnTo>
                <a:lnTo>
                  <a:pt x="824" y="285"/>
                </a:lnTo>
                <a:lnTo>
                  <a:pt x="825" y="285"/>
                </a:lnTo>
                <a:lnTo>
                  <a:pt x="826" y="285"/>
                </a:lnTo>
                <a:lnTo>
                  <a:pt x="826" y="286"/>
                </a:lnTo>
                <a:lnTo>
                  <a:pt x="827" y="287"/>
                </a:lnTo>
                <a:lnTo>
                  <a:pt x="828" y="287"/>
                </a:lnTo>
                <a:lnTo>
                  <a:pt x="828" y="288"/>
                </a:lnTo>
                <a:lnTo>
                  <a:pt x="829" y="290"/>
                </a:lnTo>
                <a:lnTo>
                  <a:pt x="829" y="291"/>
                </a:lnTo>
                <a:lnTo>
                  <a:pt x="830" y="291"/>
                </a:lnTo>
                <a:lnTo>
                  <a:pt x="830" y="292"/>
                </a:lnTo>
                <a:lnTo>
                  <a:pt x="830" y="293"/>
                </a:lnTo>
                <a:lnTo>
                  <a:pt x="831" y="293"/>
                </a:lnTo>
                <a:lnTo>
                  <a:pt x="831" y="294"/>
                </a:lnTo>
                <a:lnTo>
                  <a:pt x="832" y="294"/>
                </a:lnTo>
                <a:lnTo>
                  <a:pt x="833" y="294"/>
                </a:lnTo>
                <a:lnTo>
                  <a:pt x="834" y="294"/>
                </a:lnTo>
                <a:lnTo>
                  <a:pt x="835" y="295"/>
                </a:lnTo>
                <a:lnTo>
                  <a:pt x="835" y="294"/>
                </a:lnTo>
                <a:lnTo>
                  <a:pt x="836" y="294"/>
                </a:lnTo>
                <a:lnTo>
                  <a:pt x="837" y="293"/>
                </a:lnTo>
                <a:lnTo>
                  <a:pt x="838" y="291"/>
                </a:lnTo>
                <a:lnTo>
                  <a:pt x="839" y="290"/>
                </a:lnTo>
                <a:lnTo>
                  <a:pt x="840" y="290"/>
                </a:lnTo>
                <a:lnTo>
                  <a:pt x="841" y="289"/>
                </a:lnTo>
                <a:lnTo>
                  <a:pt x="843" y="289"/>
                </a:lnTo>
                <a:lnTo>
                  <a:pt x="843" y="288"/>
                </a:lnTo>
                <a:lnTo>
                  <a:pt x="844" y="288"/>
                </a:lnTo>
                <a:lnTo>
                  <a:pt x="844" y="287"/>
                </a:lnTo>
                <a:lnTo>
                  <a:pt x="846" y="287"/>
                </a:lnTo>
                <a:lnTo>
                  <a:pt x="847" y="287"/>
                </a:lnTo>
                <a:lnTo>
                  <a:pt x="847" y="288"/>
                </a:lnTo>
                <a:lnTo>
                  <a:pt x="848" y="288"/>
                </a:lnTo>
                <a:lnTo>
                  <a:pt x="849" y="289"/>
                </a:lnTo>
                <a:lnTo>
                  <a:pt x="850" y="289"/>
                </a:lnTo>
                <a:lnTo>
                  <a:pt x="850" y="290"/>
                </a:lnTo>
                <a:lnTo>
                  <a:pt x="851" y="290"/>
                </a:lnTo>
                <a:lnTo>
                  <a:pt x="851" y="291"/>
                </a:lnTo>
                <a:lnTo>
                  <a:pt x="852" y="292"/>
                </a:lnTo>
                <a:lnTo>
                  <a:pt x="853" y="292"/>
                </a:lnTo>
                <a:lnTo>
                  <a:pt x="853" y="293"/>
                </a:lnTo>
                <a:lnTo>
                  <a:pt x="854" y="293"/>
                </a:lnTo>
                <a:lnTo>
                  <a:pt x="855" y="293"/>
                </a:lnTo>
                <a:lnTo>
                  <a:pt x="856" y="294"/>
                </a:lnTo>
                <a:lnTo>
                  <a:pt x="855" y="294"/>
                </a:lnTo>
                <a:lnTo>
                  <a:pt x="856" y="295"/>
                </a:lnTo>
                <a:lnTo>
                  <a:pt x="857" y="295"/>
                </a:lnTo>
                <a:lnTo>
                  <a:pt x="858" y="295"/>
                </a:lnTo>
                <a:lnTo>
                  <a:pt x="859" y="295"/>
                </a:lnTo>
                <a:lnTo>
                  <a:pt x="860" y="294"/>
                </a:lnTo>
                <a:lnTo>
                  <a:pt x="860" y="293"/>
                </a:lnTo>
                <a:lnTo>
                  <a:pt x="861" y="293"/>
                </a:lnTo>
                <a:lnTo>
                  <a:pt x="861" y="294"/>
                </a:lnTo>
                <a:lnTo>
                  <a:pt x="862" y="294"/>
                </a:lnTo>
                <a:lnTo>
                  <a:pt x="863" y="293"/>
                </a:lnTo>
                <a:lnTo>
                  <a:pt x="863" y="292"/>
                </a:lnTo>
                <a:lnTo>
                  <a:pt x="864" y="292"/>
                </a:lnTo>
                <a:lnTo>
                  <a:pt x="865" y="292"/>
                </a:lnTo>
                <a:lnTo>
                  <a:pt x="865" y="291"/>
                </a:lnTo>
                <a:lnTo>
                  <a:pt x="866" y="291"/>
                </a:lnTo>
                <a:lnTo>
                  <a:pt x="865" y="291"/>
                </a:lnTo>
                <a:lnTo>
                  <a:pt x="865" y="290"/>
                </a:lnTo>
                <a:lnTo>
                  <a:pt x="866" y="290"/>
                </a:lnTo>
                <a:lnTo>
                  <a:pt x="867" y="290"/>
                </a:lnTo>
                <a:lnTo>
                  <a:pt x="868" y="291"/>
                </a:lnTo>
                <a:lnTo>
                  <a:pt x="869" y="291"/>
                </a:lnTo>
                <a:lnTo>
                  <a:pt x="870" y="291"/>
                </a:lnTo>
                <a:lnTo>
                  <a:pt x="871" y="291"/>
                </a:lnTo>
                <a:lnTo>
                  <a:pt x="871" y="290"/>
                </a:lnTo>
                <a:lnTo>
                  <a:pt x="870" y="290"/>
                </a:lnTo>
                <a:lnTo>
                  <a:pt x="871" y="290"/>
                </a:lnTo>
                <a:lnTo>
                  <a:pt x="872" y="290"/>
                </a:lnTo>
                <a:lnTo>
                  <a:pt x="872" y="289"/>
                </a:lnTo>
                <a:lnTo>
                  <a:pt x="871" y="288"/>
                </a:lnTo>
                <a:lnTo>
                  <a:pt x="872" y="288"/>
                </a:lnTo>
                <a:lnTo>
                  <a:pt x="873" y="288"/>
                </a:lnTo>
                <a:lnTo>
                  <a:pt x="873" y="289"/>
                </a:lnTo>
                <a:lnTo>
                  <a:pt x="873" y="290"/>
                </a:lnTo>
                <a:lnTo>
                  <a:pt x="873" y="291"/>
                </a:lnTo>
                <a:lnTo>
                  <a:pt x="872" y="292"/>
                </a:lnTo>
                <a:lnTo>
                  <a:pt x="872" y="293"/>
                </a:lnTo>
                <a:lnTo>
                  <a:pt x="871" y="294"/>
                </a:lnTo>
                <a:lnTo>
                  <a:pt x="872" y="295"/>
                </a:lnTo>
                <a:lnTo>
                  <a:pt x="872" y="297"/>
                </a:lnTo>
                <a:lnTo>
                  <a:pt x="872" y="298"/>
                </a:lnTo>
                <a:lnTo>
                  <a:pt x="872" y="299"/>
                </a:lnTo>
                <a:lnTo>
                  <a:pt x="871" y="299"/>
                </a:lnTo>
                <a:lnTo>
                  <a:pt x="870" y="299"/>
                </a:lnTo>
                <a:lnTo>
                  <a:pt x="869" y="300"/>
                </a:lnTo>
                <a:lnTo>
                  <a:pt x="869" y="301"/>
                </a:lnTo>
                <a:lnTo>
                  <a:pt x="868" y="304"/>
                </a:lnTo>
                <a:lnTo>
                  <a:pt x="868" y="305"/>
                </a:lnTo>
                <a:lnTo>
                  <a:pt x="868" y="306"/>
                </a:lnTo>
                <a:lnTo>
                  <a:pt x="868" y="308"/>
                </a:lnTo>
                <a:lnTo>
                  <a:pt x="868" y="309"/>
                </a:lnTo>
                <a:lnTo>
                  <a:pt x="868" y="310"/>
                </a:lnTo>
                <a:lnTo>
                  <a:pt x="867" y="312"/>
                </a:lnTo>
                <a:lnTo>
                  <a:pt x="866" y="312"/>
                </a:lnTo>
                <a:lnTo>
                  <a:pt x="865" y="313"/>
                </a:lnTo>
                <a:lnTo>
                  <a:pt x="863" y="315"/>
                </a:lnTo>
                <a:lnTo>
                  <a:pt x="862" y="316"/>
                </a:lnTo>
                <a:lnTo>
                  <a:pt x="862" y="317"/>
                </a:lnTo>
                <a:lnTo>
                  <a:pt x="862" y="318"/>
                </a:lnTo>
                <a:lnTo>
                  <a:pt x="863" y="318"/>
                </a:lnTo>
                <a:lnTo>
                  <a:pt x="863" y="319"/>
                </a:lnTo>
                <a:lnTo>
                  <a:pt x="864" y="319"/>
                </a:lnTo>
                <a:lnTo>
                  <a:pt x="864" y="320"/>
                </a:lnTo>
                <a:lnTo>
                  <a:pt x="864" y="322"/>
                </a:lnTo>
                <a:lnTo>
                  <a:pt x="864" y="323"/>
                </a:lnTo>
                <a:lnTo>
                  <a:pt x="863" y="325"/>
                </a:lnTo>
                <a:lnTo>
                  <a:pt x="860" y="328"/>
                </a:lnTo>
                <a:lnTo>
                  <a:pt x="859" y="329"/>
                </a:lnTo>
                <a:lnTo>
                  <a:pt x="860" y="331"/>
                </a:lnTo>
                <a:lnTo>
                  <a:pt x="860" y="332"/>
                </a:lnTo>
                <a:lnTo>
                  <a:pt x="859" y="332"/>
                </a:lnTo>
                <a:lnTo>
                  <a:pt x="858" y="332"/>
                </a:lnTo>
                <a:lnTo>
                  <a:pt x="857" y="332"/>
                </a:lnTo>
                <a:lnTo>
                  <a:pt x="856" y="332"/>
                </a:lnTo>
                <a:lnTo>
                  <a:pt x="855" y="332"/>
                </a:lnTo>
                <a:lnTo>
                  <a:pt x="855" y="333"/>
                </a:lnTo>
                <a:lnTo>
                  <a:pt x="855" y="334"/>
                </a:lnTo>
                <a:lnTo>
                  <a:pt x="853" y="336"/>
                </a:lnTo>
                <a:lnTo>
                  <a:pt x="853" y="337"/>
                </a:lnTo>
                <a:lnTo>
                  <a:pt x="854" y="338"/>
                </a:lnTo>
                <a:lnTo>
                  <a:pt x="855" y="340"/>
                </a:lnTo>
                <a:lnTo>
                  <a:pt x="855" y="341"/>
                </a:lnTo>
                <a:lnTo>
                  <a:pt x="855" y="342"/>
                </a:lnTo>
                <a:lnTo>
                  <a:pt x="856" y="342"/>
                </a:lnTo>
                <a:lnTo>
                  <a:pt x="857" y="343"/>
                </a:lnTo>
                <a:lnTo>
                  <a:pt x="858" y="342"/>
                </a:lnTo>
                <a:lnTo>
                  <a:pt x="858" y="343"/>
                </a:lnTo>
                <a:lnTo>
                  <a:pt x="857" y="344"/>
                </a:lnTo>
                <a:lnTo>
                  <a:pt x="857" y="345"/>
                </a:lnTo>
                <a:lnTo>
                  <a:pt x="856" y="346"/>
                </a:lnTo>
                <a:lnTo>
                  <a:pt x="855" y="347"/>
                </a:lnTo>
                <a:lnTo>
                  <a:pt x="854" y="348"/>
                </a:lnTo>
                <a:lnTo>
                  <a:pt x="853" y="348"/>
                </a:lnTo>
                <a:lnTo>
                  <a:pt x="852" y="347"/>
                </a:lnTo>
                <a:lnTo>
                  <a:pt x="851" y="347"/>
                </a:lnTo>
                <a:lnTo>
                  <a:pt x="850" y="347"/>
                </a:lnTo>
                <a:lnTo>
                  <a:pt x="848" y="347"/>
                </a:lnTo>
                <a:lnTo>
                  <a:pt x="848" y="346"/>
                </a:lnTo>
                <a:lnTo>
                  <a:pt x="847" y="346"/>
                </a:lnTo>
                <a:lnTo>
                  <a:pt x="846" y="347"/>
                </a:lnTo>
                <a:lnTo>
                  <a:pt x="846" y="348"/>
                </a:lnTo>
                <a:lnTo>
                  <a:pt x="846" y="349"/>
                </a:lnTo>
                <a:lnTo>
                  <a:pt x="847" y="351"/>
                </a:lnTo>
                <a:lnTo>
                  <a:pt x="848" y="352"/>
                </a:lnTo>
                <a:lnTo>
                  <a:pt x="848" y="353"/>
                </a:lnTo>
                <a:lnTo>
                  <a:pt x="847" y="353"/>
                </a:lnTo>
                <a:lnTo>
                  <a:pt x="846" y="353"/>
                </a:lnTo>
                <a:lnTo>
                  <a:pt x="842" y="353"/>
                </a:lnTo>
                <a:lnTo>
                  <a:pt x="841" y="353"/>
                </a:lnTo>
                <a:lnTo>
                  <a:pt x="841" y="352"/>
                </a:lnTo>
                <a:lnTo>
                  <a:pt x="840" y="352"/>
                </a:lnTo>
                <a:lnTo>
                  <a:pt x="839" y="352"/>
                </a:lnTo>
                <a:lnTo>
                  <a:pt x="837" y="352"/>
                </a:lnTo>
                <a:lnTo>
                  <a:pt x="836" y="353"/>
                </a:lnTo>
                <a:lnTo>
                  <a:pt x="835" y="354"/>
                </a:lnTo>
                <a:lnTo>
                  <a:pt x="834" y="353"/>
                </a:lnTo>
                <a:lnTo>
                  <a:pt x="833" y="353"/>
                </a:lnTo>
                <a:lnTo>
                  <a:pt x="832" y="353"/>
                </a:lnTo>
                <a:lnTo>
                  <a:pt x="831" y="352"/>
                </a:lnTo>
                <a:lnTo>
                  <a:pt x="830" y="351"/>
                </a:lnTo>
                <a:lnTo>
                  <a:pt x="829" y="351"/>
                </a:lnTo>
                <a:lnTo>
                  <a:pt x="828" y="351"/>
                </a:lnTo>
                <a:lnTo>
                  <a:pt x="827" y="351"/>
                </a:lnTo>
                <a:lnTo>
                  <a:pt x="826" y="352"/>
                </a:lnTo>
                <a:lnTo>
                  <a:pt x="825" y="352"/>
                </a:lnTo>
                <a:lnTo>
                  <a:pt x="825" y="354"/>
                </a:lnTo>
                <a:lnTo>
                  <a:pt x="824" y="355"/>
                </a:lnTo>
                <a:lnTo>
                  <a:pt x="824" y="356"/>
                </a:lnTo>
                <a:lnTo>
                  <a:pt x="823" y="356"/>
                </a:lnTo>
                <a:lnTo>
                  <a:pt x="822" y="355"/>
                </a:lnTo>
                <a:lnTo>
                  <a:pt x="821" y="355"/>
                </a:lnTo>
                <a:lnTo>
                  <a:pt x="820" y="356"/>
                </a:lnTo>
                <a:lnTo>
                  <a:pt x="819" y="356"/>
                </a:lnTo>
                <a:lnTo>
                  <a:pt x="818" y="355"/>
                </a:lnTo>
                <a:lnTo>
                  <a:pt x="817" y="355"/>
                </a:lnTo>
                <a:lnTo>
                  <a:pt x="816" y="354"/>
                </a:lnTo>
                <a:lnTo>
                  <a:pt x="815" y="354"/>
                </a:lnTo>
                <a:lnTo>
                  <a:pt x="814" y="355"/>
                </a:lnTo>
                <a:lnTo>
                  <a:pt x="811" y="357"/>
                </a:lnTo>
                <a:lnTo>
                  <a:pt x="810" y="357"/>
                </a:lnTo>
                <a:lnTo>
                  <a:pt x="809" y="358"/>
                </a:lnTo>
                <a:lnTo>
                  <a:pt x="808" y="358"/>
                </a:lnTo>
                <a:lnTo>
                  <a:pt x="807" y="358"/>
                </a:lnTo>
                <a:lnTo>
                  <a:pt x="806" y="358"/>
                </a:lnTo>
                <a:lnTo>
                  <a:pt x="805" y="358"/>
                </a:lnTo>
                <a:lnTo>
                  <a:pt x="804" y="358"/>
                </a:lnTo>
                <a:lnTo>
                  <a:pt x="804" y="359"/>
                </a:lnTo>
                <a:lnTo>
                  <a:pt x="803" y="360"/>
                </a:lnTo>
                <a:lnTo>
                  <a:pt x="802" y="361"/>
                </a:lnTo>
                <a:lnTo>
                  <a:pt x="801" y="361"/>
                </a:lnTo>
                <a:lnTo>
                  <a:pt x="799" y="362"/>
                </a:lnTo>
                <a:lnTo>
                  <a:pt x="797" y="362"/>
                </a:lnTo>
                <a:lnTo>
                  <a:pt x="796" y="363"/>
                </a:lnTo>
                <a:lnTo>
                  <a:pt x="794" y="364"/>
                </a:lnTo>
                <a:lnTo>
                  <a:pt x="793" y="365"/>
                </a:lnTo>
                <a:lnTo>
                  <a:pt x="792" y="367"/>
                </a:lnTo>
                <a:lnTo>
                  <a:pt x="791" y="367"/>
                </a:lnTo>
                <a:lnTo>
                  <a:pt x="791" y="366"/>
                </a:lnTo>
                <a:lnTo>
                  <a:pt x="791" y="367"/>
                </a:lnTo>
                <a:lnTo>
                  <a:pt x="792" y="369"/>
                </a:lnTo>
                <a:lnTo>
                  <a:pt x="793" y="369"/>
                </a:lnTo>
                <a:lnTo>
                  <a:pt x="794" y="369"/>
                </a:lnTo>
                <a:lnTo>
                  <a:pt x="795" y="370"/>
                </a:lnTo>
                <a:lnTo>
                  <a:pt x="795" y="371"/>
                </a:lnTo>
                <a:lnTo>
                  <a:pt x="796" y="371"/>
                </a:lnTo>
                <a:lnTo>
                  <a:pt x="797" y="371"/>
                </a:lnTo>
                <a:lnTo>
                  <a:pt x="799" y="370"/>
                </a:lnTo>
                <a:lnTo>
                  <a:pt x="800" y="370"/>
                </a:lnTo>
                <a:lnTo>
                  <a:pt x="801" y="370"/>
                </a:lnTo>
                <a:lnTo>
                  <a:pt x="802" y="370"/>
                </a:lnTo>
                <a:lnTo>
                  <a:pt x="804" y="370"/>
                </a:lnTo>
                <a:lnTo>
                  <a:pt x="805" y="371"/>
                </a:lnTo>
                <a:lnTo>
                  <a:pt x="806" y="371"/>
                </a:lnTo>
                <a:lnTo>
                  <a:pt x="807" y="372"/>
                </a:lnTo>
                <a:lnTo>
                  <a:pt x="808" y="373"/>
                </a:lnTo>
                <a:lnTo>
                  <a:pt x="808" y="374"/>
                </a:lnTo>
                <a:lnTo>
                  <a:pt x="809" y="376"/>
                </a:lnTo>
                <a:lnTo>
                  <a:pt x="810" y="376"/>
                </a:lnTo>
                <a:lnTo>
                  <a:pt x="810" y="377"/>
                </a:lnTo>
                <a:lnTo>
                  <a:pt x="810" y="378"/>
                </a:lnTo>
                <a:lnTo>
                  <a:pt x="811" y="380"/>
                </a:lnTo>
                <a:lnTo>
                  <a:pt x="811" y="381"/>
                </a:lnTo>
                <a:lnTo>
                  <a:pt x="810" y="385"/>
                </a:lnTo>
                <a:lnTo>
                  <a:pt x="808" y="384"/>
                </a:lnTo>
                <a:lnTo>
                  <a:pt x="807" y="384"/>
                </a:lnTo>
                <a:lnTo>
                  <a:pt x="806" y="384"/>
                </a:lnTo>
                <a:lnTo>
                  <a:pt x="806" y="385"/>
                </a:lnTo>
                <a:lnTo>
                  <a:pt x="806" y="386"/>
                </a:lnTo>
                <a:lnTo>
                  <a:pt x="806" y="387"/>
                </a:lnTo>
                <a:lnTo>
                  <a:pt x="806" y="390"/>
                </a:lnTo>
                <a:lnTo>
                  <a:pt x="809" y="391"/>
                </a:lnTo>
                <a:lnTo>
                  <a:pt x="808" y="395"/>
                </a:lnTo>
                <a:lnTo>
                  <a:pt x="809" y="396"/>
                </a:lnTo>
                <a:lnTo>
                  <a:pt x="810" y="396"/>
                </a:lnTo>
                <a:lnTo>
                  <a:pt x="812" y="397"/>
                </a:lnTo>
                <a:lnTo>
                  <a:pt x="812" y="398"/>
                </a:lnTo>
                <a:lnTo>
                  <a:pt x="813" y="398"/>
                </a:lnTo>
                <a:lnTo>
                  <a:pt x="812" y="398"/>
                </a:lnTo>
                <a:lnTo>
                  <a:pt x="811" y="398"/>
                </a:lnTo>
                <a:lnTo>
                  <a:pt x="811" y="397"/>
                </a:lnTo>
                <a:lnTo>
                  <a:pt x="810" y="397"/>
                </a:lnTo>
                <a:lnTo>
                  <a:pt x="809" y="397"/>
                </a:lnTo>
                <a:lnTo>
                  <a:pt x="808" y="397"/>
                </a:lnTo>
                <a:lnTo>
                  <a:pt x="807" y="397"/>
                </a:lnTo>
                <a:lnTo>
                  <a:pt x="806" y="397"/>
                </a:lnTo>
                <a:lnTo>
                  <a:pt x="806" y="396"/>
                </a:lnTo>
                <a:lnTo>
                  <a:pt x="806" y="394"/>
                </a:lnTo>
                <a:lnTo>
                  <a:pt x="807" y="393"/>
                </a:lnTo>
                <a:lnTo>
                  <a:pt x="808" y="392"/>
                </a:lnTo>
                <a:lnTo>
                  <a:pt x="807" y="392"/>
                </a:lnTo>
                <a:lnTo>
                  <a:pt x="807" y="391"/>
                </a:lnTo>
                <a:lnTo>
                  <a:pt x="806" y="391"/>
                </a:lnTo>
                <a:lnTo>
                  <a:pt x="805" y="391"/>
                </a:lnTo>
                <a:lnTo>
                  <a:pt x="804" y="390"/>
                </a:lnTo>
                <a:lnTo>
                  <a:pt x="804" y="389"/>
                </a:lnTo>
                <a:lnTo>
                  <a:pt x="805" y="389"/>
                </a:lnTo>
                <a:lnTo>
                  <a:pt x="805" y="388"/>
                </a:lnTo>
                <a:lnTo>
                  <a:pt x="804" y="387"/>
                </a:lnTo>
                <a:lnTo>
                  <a:pt x="803" y="386"/>
                </a:lnTo>
                <a:lnTo>
                  <a:pt x="802" y="386"/>
                </a:lnTo>
                <a:lnTo>
                  <a:pt x="802" y="385"/>
                </a:lnTo>
                <a:lnTo>
                  <a:pt x="802" y="383"/>
                </a:lnTo>
                <a:lnTo>
                  <a:pt x="802" y="382"/>
                </a:lnTo>
                <a:lnTo>
                  <a:pt x="801" y="382"/>
                </a:lnTo>
                <a:lnTo>
                  <a:pt x="801" y="381"/>
                </a:lnTo>
                <a:lnTo>
                  <a:pt x="801" y="380"/>
                </a:lnTo>
                <a:lnTo>
                  <a:pt x="802" y="380"/>
                </a:lnTo>
                <a:lnTo>
                  <a:pt x="802" y="379"/>
                </a:lnTo>
                <a:lnTo>
                  <a:pt x="802" y="378"/>
                </a:lnTo>
                <a:lnTo>
                  <a:pt x="801" y="378"/>
                </a:lnTo>
                <a:lnTo>
                  <a:pt x="800" y="377"/>
                </a:lnTo>
                <a:lnTo>
                  <a:pt x="799" y="377"/>
                </a:lnTo>
                <a:lnTo>
                  <a:pt x="798" y="377"/>
                </a:lnTo>
                <a:lnTo>
                  <a:pt x="798" y="378"/>
                </a:lnTo>
                <a:lnTo>
                  <a:pt x="797" y="378"/>
                </a:lnTo>
                <a:lnTo>
                  <a:pt x="797" y="379"/>
                </a:lnTo>
                <a:lnTo>
                  <a:pt x="796" y="379"/>
                </a:lnTo>
                <a:lnTo>
                  <a:pt x="796" y="380"/>
                </a:lnTo>
                <a:lnTo>
                  <a:pt x="796" y="381"/>
                </a:lnTo>
                <a:lnTo>
                  <a:pt x="797" y="381"/>
                </a:lnTo>
                <a:lnTo>
                  <a:pt x="797" y="382"/>
                </a:lnTo>
                <a:lnTo>
                  <a:pt x="798" y="382"/>
                </a:lnTo>
                <a:lnTo>
                  <a:pt x="798" y="383"/>
                </a:lnTo>
                <a:lnTo>
                  <a:pt x="798" y="384"/>
                </a:lnTo>
                <a:lnTo>
                  <a:pt x="797" y="384"/>
                </a:lnTo>
                <a:lnTo>
                  <a:pt x="796" y="385"/>
                </a:lnTo>
                <a:lnTo>
                  <a:pt x="795" y="385"/>
                </a:lnTo>
                <a:lnTo>
                  <a:pt x="794" y="385"/>
                </a:lnTo>
                <a:lnTo>
                  <a:pt x="793" y="384"/>
                </a:lnTo>
                <a:lnTo>
                  <a:pt x="793" y="383"/>
                </a:lnTo>
                <a:lnTo>
                  <a:pt x="792" y="383"/>
                </a:lnTo>
                <a:lnTo>
                  <a:pt x="792" y="382"/>
                </a:lnTo>
                <a:lnTo>
                  <a:pt x="793" y="382"/>
                </a:lnTo>
                <a:lnTo>
                  <a:pt x="793" y="381"/>
                </a:lnTo>
                <a:lnTo>
                  <a:pt x="794" y="381"/>
                </a:lnTo>
                <a:lnTo>
                  <a:pt x="794" y="380"/>
                </a:lnTo>
                <a:lnTo>
                  <a:pt x="794" y="379"/>
                </a:lnTo>
                <a:lnTo>
                  <a:pt x="793" y="379"/>
                </a:lnTo>
                <a:lnTo>
                  <a:pt x="793" y="378"/>
                </a:lnTo>
                <a:lnTo>
                  <a:pt x="792" y="378"/>
                </a:lnTo>
                <a:lnTo>
                  <a:pt x="791" y="378"/>
                </a:lnTo>
                <a:lnTo>
                  <a:pt x="791" y="379"/>
                </a:lnTo>
                <a:lnTo>
                  <a:pt x="790" y="379"/>
                </a:lnTo>
                <a:lnTo>
                  <a:pt x="789" y="380"/>
                </a:lnTo>
                <a:lnTo>
                  <a:pt x="789" y="379"/>
                </a:lnTo>
                <a:lnTo>
                  <a:pt x="789" y="378"/>
                </a:lnTo>
                <a:lnTo>
                  <a:pt x="788" y="378"/>
                </a:lnTo>
                <a:lnTo>
                  <a:pt x="788" y="377"/>
                </a:lnTo>
                <a:lnTo>
                  <a:pt x="787" y="377"/>
                </a:lnTo>
                <a:lnTo>
                  <a:pt x="787" y="376"/>
                </a:lnTo>
                <a:lnTo>
                  <a:pt x="786" y="375"/>
                </a:lnTo>
                <a:lnTo>
                  <a:pt x="785" y="375"/>
                </a:lnTo>
                <a:lnTo>
                  <a:pt x="784" y="375"/>
                </a:lnTo>
                <a:lnTo>
                  <a:pt x="784" y="374"/>
                </a:lnTo>
                <a:lnTo>
                  <a:pt x="783" y="374"/>
                </a:lnTo>
                <a:lnTo>
                  <a:pt x="783" y="373"/>
                </a:lnTo>
                <a:lnTo>
                  <a:pt x="782" y="373"/>
                </a:lnTo>
                <a:lnTo>
                  <a:pt x="782" y="372"/>
                </a:lnTo>
                <a:lnTo>
                  <a:pt x="782" y="371"/>
                </a:lnTo>
                <a:lnTo>
                  <a:pt x="782" y="370"/>
                </a:lnTo>
                <a:lnTo>
                  <a:pt x="781" y="370"/>
                </a:lnTo>
                <a:lnTo>
                  <a:pt x="781" y="369"/>
                </a:lnTo>
                <a:lnTo>
                  <a:pt x="780" y="369"/>
                </a:lnTo>
                <a:lnTo>
                  <a:pt x="779" y="369"/>
                </a:lnTo>
                <a:lnTo>
                  <a:pt x="778" y="369"/>
                </a:lnTo>
                <a:lnTo>
                  <a:pt x="777" y="369"/>
                </a:lnTo>
                <a:lnTo>
                  <a:pt x="777" y="368"/>
                </a:lnTo>
                <a:lnTo>
                  <a:pt x="778" y="368"/>
                </a:lnTo>
                <a:lnTo>
                  <a:pt x="777" y="368"/>
                </a:lnTo>
                <a:lnTo>
                  <a:pt x="777" y="367"/>
                </a:lnTo>
                <a:lnTo>
                  <a:pt x="776" y="366"/>
                </a:lnTo>
                <a:lnTo>
                  <a:pt x="776" y="365"/>
                </a:lnTo>
                <a:lnTo>
                  <a:pt x="776" y="364"/>
                </a:lnTo>
                <a:lnTo>
                  <a:pt x="777" y="364"/>
                </a:lnTo>
                <a:lnTo>
                  <a:pt x="777" y="363"/>
                </a:lnTo>
                <a:lnTo>
                  <a:pt x="777" y="362"/>
                </a:lnTo>
                <a:lnTo>
                  <a:pt x="776" y="362"/>
                </a:lnTo>
                <a:lnTo>
                  <a:pt x="777" y="362"/>
                </a:lnTo>
                <a:lnTo>
                  <a:pt x="776" y="362"/>
                </a:lnTo>
                <a:lnTo>
                  <a:pt x="776" y="361"/>
                </a:lnTo>
                <a:lnTo>
                  <a:pt x="777" y="361"/>
                </a:lnTo>
                <a:lnTo>
                  <a:pt x="778" y="361"/>
                </a:lnTo>
                <a:lnTo>
                  <a:pt x="778" y="360"/>
                </a:lnTo>
                <a:lnTo>
                  <a:pt x="777" y="360"/>
                </a:lnTo>
                <a:lnTo>
                  <a:pt x="777" y="359"/>
                </a:lnTo>
                <a:lnTo>
                  <a:pt x="776" y="359"/>
                </a:lnTo>
                <a:lnTo>
                  <a:pt x="777" y="358"/>
                </a:lnTo>
                <a:lnTo>
                  <a:pt x="776" y="358"/>
                </a:lnTo>
                <a:lnTo>
                  <a:pt x="777" y="358"/>
                </a:lnTo>
                <a:lnTo>
                  <a:pt x="777" y="356"/>
                </a:lnTo>
                <a:lnTo>
                  <a:pt x="778" y="356"/>
                </a:lnTo>
                <a:lnTo>
                  <a:pt x="778" y="355"/>
                </a:lnTo>
                <a:lnTo>
                  <a:pt x="778" y="354"/>
                </a:lnTo>
                <a:lnTo>
                  <a:pt x="777" y="354"/>
                </a:lnTo>
                <a:lnTo>
                  <a:pt x="777" y="353"/>
                </a:lnTo>
                <a:lnTo>
                  <a:pt x="778" y="353"/>
                </a:lnTo>
                <a:lnTo>
                  <a:pt x="778" y="352"/>
                </a:lnTo>
                <a:lnTo>
                  <a:pt x="779" y="352"/>
                </a:lnTo>
                <a:lnTo>
                  <a:pt x="779" y="351"/>
                </a:lnTo>
                <a:lnTo>
                  <a:pt x="779" y="350"/>
                </a:lnTo>
                <a:lnTo>
                  <a:pt x="779" y="351"/>
                </a:lnTo>
                <a:lnTo>
                  <a:pt x="778" y="351"/>
                </a:lnTo>
                <a:lnTo>
                  <a:pt x="778" y="350"/>
                </a:lnTo>
                <a:lnTo>
                  <a:pt x="778" y="349"/>
                </a:lnTo>
                <a:lnTo>
                  <a:pt x="778" y="348"/>
                </a:lnTo>
                <a:lnTo>
                  <a:pt x="777" y="348"/>
                </a:lnTo>
                <a:lnTo>
                  <a:pt x="776" y="349"/>
                </a:lnTo>
                <a:lnTo>
                  <a:pt x="774" y="349"/>
                </a:lnTo>
                <a:lnTo>
                  <a:pt x="774" y="348"/>
                </a:lnTo>
                <a:lnTo>
                  <a:pt x="773" y="348"/>
                </a:lnTo>
                <a:lnTo>
                  <a:pt x="772" y="348"/>
                </a:lnTo>
                <a:lnTo>
                  <a:pt x="771" y="348"/>
                </a:lnTo>
                <a:lnTo>
                  <a:pt x="770" y="347"/>
                </a:lnTo>
                <a:lnTo>
                  <a:pt x="769" y="347"/>
                </a:lnTo>
                <a:lnTo>
                  <a:pt x="769" y="348"/>
                </a:lnTo>
                <a:lnTo>
                  <a:pt x="768" y="348"/>
                </a:lnTo>
                <a:lnTo>
                  <a:pt x="768" y="349"/>
                </a:lnTo>
                <a:lnTo>
                  <a:pt x="767" y="349"/>
                </a:lnTo>
                <a:lnTo>
                  <a:pt x="766" y="348"/>
                </a:lnTo>
                <a:lnTo>
                  <a:pt x="765" y="348"/>
                </a:lnTo>
                <a:lnTo>
                  <a:pt x="764" y="348"/>
                </a:lnTo>
                <a:lnTo>
                  <a:pt x="764" y="347"/>
                </a:lnTo>
                <a:lnTo>
                  <a:pt x="764" y="346"/>
                </a:lnTo>
                <a:lnTo>
                  <a:pt x="765" y="346"/>
                </a:lnTo>
                <a:lnTo>
                  <a:pt x="766" y="346"/>
                </a:lnTo>
                <a:lnTo>
                  <a:pt x="767" y="346"/>
                </a:lnTo>
                <a:lnTo>
                  <a:pt x="767" y="345"/>
                </a:lnTo>
                <a:lnTo>
                  <a:pt x="766" y="345"/>
                </a:lnTo>
                <a:lnTo>
                  <a:pt x="765" y="344"/>
                </a:lnTo>
                <a:lnTo>
                  <a:pt x="765" y="343"/>
                </a:lnTo>
                <a:lnTo>
                  <a:pt x="766" y="343"/>
                </a:lnTo>
                <a:lnTo>
                  <a:pt x="767" y="342"/>
                </a:lnTo>
                <a:lnTo>
                  <a:pt x="768" y="342"/>
                </a:lnTo>
                <a:lnTo>
                  <a:pt x="768" y="341"/>
                </a:lnTo>
                <a:lnTo>
                  <a:pt x="767" y="341"/>
                </a:lnTo>
                <a:lnTo>
                  <a:pt x="766" y="341"/>
                </a:lnTo>
                <a:lnTo>
                  <a:pt x="766" y="340"/>
                </a:lnTo>
                <a:lnTo>
                  <a:pt x="765" y="340"/>
                </a:lnTo>
                <a:lnTo>
                  <a:pt x="764" y="340"/>
                </a:lnTo>
                <a:lnTo>
                  <a:pt x="763" y="340"/>
                </a:lnTo>
                <a:lnTo>
                  <a:pt x="763" y="341"/>
                </a:lnTo>
                <a:lnTo>
                  <a:pt x="762" y="341"/>
                </a:lnTo>
                <a:lnTo>
                  <a:pt x="761" y="341"/>
                </a:lnTo>
                <a:lnTo>
                  <a:pt x="760" y="342"/>
                </a:lnTo>
                <a:lnTo>
                  <a:pt x="758" y="342"/>
                </a:lnTo>
                <a:lnTo>
                  <a:pt x="757" y="342"/>
                </a:lnTo>
                <a:lnTo>
                  <a:pt x="756" y="342"/>
                </a:lnTo>
                <a:lnTo>
                  <a:pt x="755" y="341"/>
                </a:lnTo>
                <a:lnTo>
                  <a:pt x="754" y="341"/>
                </a:lnTo>
                <a:lnTo>
                  <a:pt x="753" y="341"/>
                </a:lnTo>
                <a:lnTo>
                  <a:pt x="752" y="341"/>
                </a:lnTo>
                <a:lnTo>
                  <a:pt x="751" y="341"/>
                </a:lnTo>
                <a:lnTo>
                  <a:pt x="751" y="340"/>
                </a:lnTo>
                <a:lnTo>
                  <a:pt x="750" y="340"/>
                </a:lnTo>
                <a:lnTo>
                  <a:pt x="750" y="339"/>
                </a:lnTo>
                <a:lnTo>
                  <a:pt x="751" y="339"/>
                </a:lnTo>
                <a:lnTo>
                  <a:pt x="751" y="338"/>
                </a:lnTo>
                <a:lnTo>
                  <a:pt x="750" y="338"/>
                </a:lnTo>
                <a:lnTo>
                  <a:pt x="749" y="338"/>
                </a:lnTo>
                <a:lnTo>
                  <a:pt x="748" y="338"/>
                </a:lnTo>
                <a:lnTo>
                  <a:pt x="747" y="338"/>
                </a:lnTo>
                <a:lnTo>
                  <a:pt x="746" y="338"/>
                </a:lnTo>
                <a:lnTo>
                  <a:pt x="745" y="338"/>
                </a:lnTo>
                <a:lnTo>
                  <a:pt x="745" y="339"/>
                </a:lnTo>
                <a:lnTo>
                  <a:pt x="744" y="339"/>
                </a:lnTo>
                <a:lnTo>
                  <a:pt x="744" y="340"/>
                </a:lnTo>
                <a:lnTo>
                  <a:pt x="744" y="341"/>
                </a:lnTo>
                <a:lnTo>
                  <a:pt x="745" y="341"/>
                </a:lnTo>
                <a:lnTo>
                  <a:pt x="746" y="341"/>
                </a:lnTo>
                <a:lnTo>
                  <a:pt x="747" y="341"/>
                </a:lnTo>
                <a:lnTo>
                  <a:pt x="747" y="342"/>
                </a:lnTo>
                <a:lnTo>
                  <a:pt x="746" y="342"/>
                </a:lnTo>
                <a:lnTo>
                  <a:pt x="745" y="342"/>
                </a:lnTo>
                <a:lnTo>
                  <a:pt x="744" y="341"/>
                </a:lnTo>
                <a:lnTo>
                  <a:pt x="743" y="341"/>
                </a:lnTo>
                <a:lnTo>
                  <a:pt x="743" y="342"/>
                </a:lnTo>
                <a:lnTo>
                  <a:pt x="742" y="342"/>
                </a:lnTo>
                <a:lnTo>
                  <a:pt x="741" y="343"/>
                </a:lnTo>
                <a:lnTo>
                  <a:pt x="741" y="344"/>
                </a:lnTo>
                <a:lnTo>
                  <a:pt x="742" y="345"/>
                </a:lnTo>
                <a:lnTo>
                  <a:pt x="742" y="346"/>
                </a:lnTo>
                <a:lnTo>
                  <a:pt x="743" y="346"/>
                </a:lnTo>
                <a:lnTo>
                  <a:pt x="743" y="347"/>
                </a:lnTo>
                <a:lnTo>
                  <a:pt x="742" y="347"/>
                </a:lnTo>
                <a:lnTo>
                  <a:pt x="741" y="347"/>
                </a:lnTo>
                <a:lnTo>
                  <a:pt x="740" y="348"/>
                </a:lnTo>
                <a:lnTo>
                  <a:pt x="740" y="349"/>
                </a:lnTo>
                <a:lnTo>
                  <a:pt x="741" y="349"/>
                </a:lnTo>
                <a:lnTo>
                  <a:pt x="741" y="350"/>
                </a:lnTo>
                <a:lnTo>
                  <a:pt x="740" y="350"/>
                </a:lnTo>
                <a:lnTo>
                  <a:pt x="740" y="351"/>
                </a:lnTo>
                <a:lnTo>
                  <a:pt x="740" y="352"/>
                </a:lnTo>
                <a:lnTo>
                  <a:pt x="740" y="353"/>
                </a:lnTo>
                <a:lnTo>
                  <a:pt x="739" y="353"/>
                </a:lnTo>
                <a:lnTo>
                  <a:pt x="739" y="354"/>
                </a:lnTo>
                <a:lnTo>
                  <a:pt x="738" y="354"/>
                </a:lnTo>
                <a:lnTo>
                  <a:pt x="738" y="355"/>
                </a:lnTo>
                <a:lnTo>
                  <a:pt x="738" y="356"/>
                </a:lnTo>
                <a:lnTo>
                  <a:pt x="738" y="357"/>
                </a:lnTo>
                <a:lnTo>
                  <a:pt x="737" y="357"/>
                </a:lnTo>
                <a:lnTo>
                  <a:pt x="737" y="358"/>
                </a:lnTo>
                <a:lnTo>
                  <a:pt x="738" y="359"/>
                </a:lnTo>
                <a:lnTo>
                  <a:pt x="737" y="359"/>
                </a:lnTo>
                <a:lnTo>
                  <a:pt x="738" y="360"/>
                </a:lnTo>
                <a:lnTo>
                  <a:pt x="737" y="360"/>
                </a:lnTo>
                <a:lnTo>
                  <a:pt x="737" y="361"/>
                </a:lnTo>
                <a:lnTo>
                  <a:pt x="736" y="361"/>
                </a:lnTo>
                <a:lnTo>
                  <a:pt x="736" y="362"/>
                </a:lnTo>
                <a:lnTo>
                  <a:pt x="735" y="362"/>
                </a:lnTo>
                <a:lnTo>
                  <a:pt x="735" y="363"/>
                </a:lnTo>
                <a:lnTo>
                  <a:pt x="735" y="364"/>
                </a:lnTo>
                <a:lnTo>
                  <a:pt x="734" y="365"/>
                </a:lnTo>
                <a:lnTo>
                  <a:pt x="735" y="366"/>
                </a:lnTo>
                <a:lnTo>
                  <a:pt x="734" y="366"/>
                </a:lnTo>
                <a:lnTo>
                  <a:pt x="733" y="366"/>
                </a:lnTo>
                <a:lnTo>
                  <a:pt x="733" y="367"/>
                </a:lnTo>
                <a:lnTo>
                  <a:pt x="733" y="368"/>
                </a:lnTo>
                <a:lnTo>
                  <a:pt x="733" y="369"/>
                </a:lnTo>
                <a:lnTo>
                  <a:pt x="734" y="369"/>
                </a:lnTo>
                <a:lnTo>
                  <a:pt x="734" y="370"/>
                </a:lnTo>
                <a:lnTo>
                  <a:pt x="735" y="370"/>
                </a:lnTo>
                <a:lnTo>
                  <a:pt x="735" y="371"/>
                </a:lnTo>
                <a:lnTo>
                  <a:pt x="736" y="371"/>
                </a:lnTo>
                <a:lnTo>
                  <a:pt x="737" y="371"/>
                </a:lnTo>
                <a:lnTo>
                  <a:pt x="737" y="372"/>
                </a:lnTo>
                <a:lnTo>
                  <a:pt x="736" y="372"/>
                </a:lnTo>
                <a:lnTo>
                  <a:pt x="736" y="371"/>
                </a:lnTo>
                <a:lnTo>
                  <a:pt x="735" y="371"/>
                </a:lnTo>
                <a:lnTo>
                  <a:pt x="735" y="372"/>
                </a:lnTo>
                <a:lnTo>
                  <a:pt x="734" y="372"/>
                </a:lnTo>
                <a:lnTo>
                  <a:pt x="735" y="372"/>
                </a:lnTo>
                <a:lnTo>
                  <a:pt x="735" y="373"/>
                </a:lnTo>
                <a:lnTo>
                  <a:pt x="735" y="374"/>
                </a:lnTo>
                <a:lnTo>
                  <a:pt x="734" y="374"/>
                </a:lnTo>
                <a:lnTo>
                  <a:pt x="735" y="374"/>
                </a:lnTo>
                <a:lnTo>
                  <a:pt x="735" y="375"/>
                </a:lnTo>
                <a:lnTo>
                  <a:pt x="736" y="375"/>
                </a:lnTo>
                <a:lnTo>
                  <a:pt x="735" y="375"/>
                </a:lnTo>
                <a:lnTo>
                  <a:pt x="734" y="375"/>
                </a:lnTo>
                <a:lnTo>
                  <a:pt x="734" y="374"/>
                </a:lnTo>
                <a:lnTo>
                  <a:pt x="733" y="374"/>
                </a:lnTo>
                <a:lnTo>
                  <a:pt x="732" y="374"/>
                </a:lnTo>
                <a:lnTo>
                  <a:pt x="732" y="375"/>
                </a:lnTo>
                <a:lnTo>
                  <a:pt x="733" y="376"/>
                </a:lnTo>
                <a:lnTo>
                  <a:pt x="734" y="376"/>
                </a:lnTo>
                <a:lnTo>
                  <a:pt x="733" y="376"/>
                </a:lnTo>
                <a:lnTo>
                  <a:pt x="733" y="377"/>
                </a:lnTo>
                <a:lnTo>
                  <a:pt x="732" y="377"/>
                </a:lnTo>
                <a:lnTo>
                  <a:pt x="732" y="378"/>
                </a:lnTo>
                <a:lnTo>
                  <a:pt x="733" y="378"/>
                </a:lnTo>
                <a:lnTo>
                  <a:pt x="734" y="378"/>
                </a:lnTo>
                <a:lnTo>
                  <a:pt x="735" y="378"/>
                </a:lnTo>
                <a:lnTo>
                  <a:pt x="735" y="379"/>
                </a:lnTo>
                <a:lnTo>
                  <a:pt x="734" y="379"/>
                </a:lnTo>
                <a:lnTo>
                  <a:pt x="733" y="379"/>
                </a:lnTo>
                <a:lnTo>
                  <a:pt x="733" y="380"/>
                </a:lnTo>
                <a:lnTo>
                  <a:pt x="733" y="381"/>
                </a:lnTo>
                <a:lnTo>
                  <a:pt x="732" y="381"/>
                </a:lnTo>
                <a:lnTo>
                  <a:pt x="731" y="382"/>
                </a:lnTo>
                <a:lnTo>
                  <a:pt x="731" y="383"/>
                </a:lnTo>
                <a:lnTo>
                  <a:pt x="731" y="384"/>
                </a:lnTo>
                <a:lnTo>
                  <a:pt x="731" y="385"/>
                </a:lnTo>
                <a:lnTo>
                  <a:pt x="732" y="385"/>
                </a:lnTo>
                <a:lnTo>
                  <a:pt x="732" y="386"/>
                </a:lnTo>
                <a:lnTo>
                  <a:pt x="732" y="387"/>
                </a:lnTo>
                <a:lnTo>
                  <a:pt x="731" y="387"/>
                </a:lnTo>
                <a:lnTo>
                  <a:pt x="731" y="388"/>
                </a:lnTo>
                <a:lnTo>
                  <a:pt x="731" y="389"/>
                </a:lnTo>
                <a:lnTo>
                  <a:pt x="731" y="390"/>
                </a:lnTo>
                <a:lnTo>
                  <a:pt x="731" y="391"/>
                </a:lnTo>
                <a:lnTo>
                  <a:pt x="731" y="392"/>
                </a:lnTo>
                <a:lnTo>
                  <a:pt x="732" y="392"/>
                </a:lnTo>
                <a:lnTo>
                  <a:pt x="732" y="393"/>
                </a:lnTo>
                <a:lnTo>
                  <a:pt x="731" y="393"/>
                </a:lnTo>
                <a:lnTo>
                  <a:pt x="731" y="394"/>
                </a:lnTo>
                <a:lnTo>
                  <a:pt x="731" y="395"/>
                </a:lnTo>
                <a:lnTo>
                  <a:pt x="730" y="395"/>
                </a:lnTo>
                <a:lnTo>
                  <a:pt x="730" y="396"/>
                </a:lnTo>
                <a:lnTo>
                  <a:pt x="729" y="396"/>
                </a:lnTo>
                <a:lnTo>
                  <a:pt x="729" y="397"/>
                </a:lnTo>
                <a:lnTo>
                  <a:pt x="728" y="397"/>
                </a:lnTo>
                <a:lnTo>
                  <a:pt x="727" y="397"/>
                </a:lnTo>
                <a:lnTo>
                  <a:pt x="726" y="397"/>
                </a:lnTo>
                <a:lnTo>
                  <a:pt x="725" y="397"/>
                </a:lnTo>
                <a:lnTo>
                  <a:pt x="724" y="397"/>
                </a:lnTo>
                <a:lnTo>
                  <a:pt x="723" y="398"/>
                </a:lnTo>
                <a:lnTo>
                  <a:pt x="723" y="397"/>
                </a:lnTo>
                <a:lnTo>
                  <a:pt x="722" y="397"/>
                </a:lnTo>
                <a:lnTo>
                  <a:pt x="722" y="396"/>
                </a:lnTo>
                <a:lnTo>
                  <a:pt x="721" y="396"/>
                </a:lnTo>
                <a:lnTo>
                  <a:pt x="721" y="395"/>
                </a:lnTo>
                <a:lnTo>
                  <a:pt x="721" y="394"/>
                </a:lnTo>
                <a:lnTo>
                  <a:pt x="720" y="394"/>
                </a:lnTo>
                <a:lnTo>
                  <a:pt x="719" y="394"/>
                </a:lnTo>
                <a:lnTo>
                  <a:pt x="719" y="395"/>
                </a:lnTo>
                <a:lnTo>
                  <a:pt x="718" y="395"/>
                </a:lnTo>
                <a:lnTo>
                  <a:pt x="717" y="395"/>
                </a:lnTo>
                <a:lnTo>
                  <a:pt x="718" y="396"/>
                </a:lnTo>
                <a:lnTo>
                  <a:pt x="719" y="396"/>
                </a:lnTo>
                <a:lnTo>
                  <a:pt x="720" y="396"/>
                </a:lnTo>
                <a:lnTo>
                  <a:pt x="719" y="396"/>
                </a:lnTo>
                <a:lnTo>
                  <a:pt x="719" y="397"/>
                </a:lnTo>
                <a:lnTo>
                  <a:pt x="718" y="398"/>
                </a:lnTo>
                <a:lnTo>
                  <a:pt x="718" y="399"/>
                </a:lnTo>
                <a:lnTo>
                  <a:pt x="717" y="399"/>
                </a:lnTo>
                <a:lnTo>
                  <a:pt x="716" y="399"/>
                </a:lnTo>
                <a:lnTo>
                  <a:pt x="716" y="400"/>
                </a:lnTo>
                <a:lnTo>
                  <a:pt x="715" y="400"/>
                </a:lnTo>
                <a:lnTo>
                  <a:pt x="715" y="401"/>
                </a:lnTo>
                <a:lnTo>
                  <a:pt x="715" y="402"/>
                </a:lnTo>
                <a:lnTo>
                  <a:pt x="716" y="402"/>
                </a:lnTo>
                <a:lnTo>
                  <a:pt x="715" y="402"/>
                </a:lnTo>
                <a:lnTo>
                  <a:pt x="714" y="402"/>
                </a:lnTo>
                <a:lnTo>
                  <a:pt x="714" y="403"/>
                </a:lnTo>
                <a:lnTo>
                  <a:pt x="715" y="404"/>
                </a:lnTo>
                <a:lnTo>
                  <a:pt x="714" y="404"/>
                </a:lnTo>
                <a:lnTo>
                  <a:pt x="714" y="403"/>
                </a:lnTo>
                <a:lnTo>
                  <a:pt x="713" y="403"/>
                </a:lnTo>
                <a:lnTo>
                  <a:pt x="713" y="404"/>
                </a:lnTo>
                <a:lnTo>
                  <a:pt x="713" y="403"/>
                </a:lnTo>
                <a:lnTo>
                  <a:pt x="713" y="402"/>
                </a:lnTo>
                <a:lnTo>
                  <a:pt x="712" y="402"/>
                </a:lnTo>
                <a:lnTo>
                  <a:pt x="712" y="401"/>
                </a:lnTo>
                <a:lnTo>
                  <a:pt x="711" y="401"/>
                </a:lnTo>
                <a:lnTo>
                  <a:pt x="710" y="401"/>
                </a:lnTo>
                <a:lnTo>
                  <a:pt x="710" y="400"/>
                </a:lnTo>
                <a:lnTo>
                  <a:pt x="709" y="400"/>
                </a:lnTo>
                <a:lnTo>
                  <a:pt x="709" y="399"/>
                </a:lnTo>
                <a:lnTo>
                  <a:pt x="708" y="398"/>
                </a:lnTo>
                <a:lnTo>
                  <a:pt x="707" y="398"/>
                </a:lnTo>
                <a:lnTo>
                  <a:pt x="706" y="398"/>
                </a:lnTo>
                <a:lnTo>
                  <a:pt x="706" y="397"/>
                </a:lnTo>
                <a:lnTo>
                  <a:pt x="705" y="396"/>
                </a:lnTo>
                <a:lnTo>
                  <a:pt x="704" y="396"/>
                </a:lnTo>
                <a:lnTo>
                  <a:pt x="703" y="397"/>
                </a:lnTo>
                <a:lnTo>
                  <a:pt x="702" y="397"/>
                </a:lnTo>
                <a:lnTo>
                  <a:pt x="702" y="396"/>
                </a:lnTo>
                <a:lnTo>
                  <a:pt x="701" y="396"/>
                </a:lnTo>
                <a:lnTo>
                  <a:pt x="701" y="395"/>
                </a:lnTo>
                <a:lnTo>
                  <a:pt x="700" y="395"/>
                </a:lnTo>
                <a:lnTo>
                  <a:pt x="700" y="396"/>
                </a:lnTo>
                <a:lnTo>
                  <a:pt x="700" y="397"/>
                </a:lnTo>
                <a:lnTo>
                  <a:pt x="699" y="398"/>
                </a:lnTo>
                <a:lnTo>
                  <a:pt x="698" y="397"/>
                </a:lnTo>
                <a:lnTo>
                  <a:pt x="697" y="397"/>
                </a:lnTo>
                <a:lnTo>
                  <a:pt x="697" y="396"/>
                </a:lnTo>
                <a:lnTo>
                  <a:pt x="698" y="396"/>
                </a:lnTo>
                <a:lnTo>
                  <a:pt x="698" y="395"/>
                </a:lnTo>
                <a:lnTo>
                  <a:pt x="698" y="394"/>
                </a:lnTo>
                <a:lnTo>
                  <a:pt x="697" y="394"/>
                </a:lnTo>
                <a:lnTo>
                  <a:pt x="696" y="394"/>
                </a:lnTo>
                <a:lnTo>
                  <a:pt x="696" y="395"/>
                </a:lnTo>
                <a:lnTo>
                  <a:pt x="695" y="395"/>
                </a:lnTo>
                <a:lnTo>
                  <a:pt x="695" y="396"/>
                </a:lnTo>
                <a:lnTo>
                  <a:pt x="695" y="397"/>
                </a:lnTo>
                <a:lnTo>
                  <a:pt x="696" y="397"/>
                </a:lnTo>
                <a:lnTo>
                  <a:pt x="697" y="398"/>
                </a:lnTo>
                <a:lnTo>
                  <a:pt x="696" y="398"/>
                </a:lnTo>
                <a:lnTo>
                  <a:pt x="695" y="398"/>
                </a:lnTo>
                <a:lnTo>
                  <a:pt x="695" y="399"/>
                </a:lnTo>
                <a:lnTo>
                  <a:pt x="696" y="399"/>
                </a:lnTo>
                <a:lnTo>
                  <a:pt x="695" y="399"/>
                </a:lnTo>
                <a:lnTo>
                  <a:pt x="695" y="398"/>
                </a:lnTo>
                <a:lnTo>
                  <a:pt x="694" y="398"/>
                </a:lnTo>
                <a:lnTo>
                  <a:pt x="695" y="397"/>
                </a:lnTo>
                <a:lnTo>
                  <a:pt x="694" y="397"/>
                </a:lnTo>
                <a:lnTo>
                  <a:pt x="694" y="398"/>
                </a:lnTo>
                <a:lnTo>
                  <a:pt x="693" y="398"/>
                </a:lnTo>
                <a:lnTo>
                  <a:pt x="692" y="398"/>
                </a:lnTo>
                <a:lnTo>
                  <a:pt x="692" y="399"/>
                </a:lnTo>
                <a:lnTo>
                  <a:pt x="693" y="399"/>
                </a:lnTo>
                <a:lnTo>
                  <a:pt x="693" y="400"/>
                </a:lnTo>
                <a:lnTo>
                  <a:pt x="692" y="400"/>
                </a:lnTo>
                <a:lnTo>
                  <a:pt x="693" y="401"/>
                </a:lnTo>
                <a:lnTo>
                  <a:pt x="693" y="402"/>
                </a:lnTo>
                <a:lnTo>
                  <a:pt x="692" y="401"/>
                </a:lnTo>
                <a:lnTo>
                  <a:pt x="691" y="401"/>
                </a:lnTo>
                <a:lnTo>
                  <a:pt x="691" y="402"/>
                </a:lnTo>
                <a:lnTo>
                  <a:pt x="690" y="402"/>
                </a:lnTo>
                <a:lnTo>
                  <a:pt x="690" y="401"/>
                </a:lnTo>
                <a:lnTo>
                  <a:pt x="689" y="401"/>
                </a:lnTo>
                <a:lnTo>
                  <a:pt x="689" y="402"/>
                </a:lnTo>
                <a:lnTo>
                  <a:pt x="689" y="403"/>
                </a:lnTo>
                <a:lnTo>
                  <a:pt x="688" y="403"/>
                </a:lnTo>
                <a:lnTo>
                  <a:pt x="687" y="403"/>
                </a:lnTo>
                <a:lnTo>
                  <a:pt x="688" y="402"/>
                </a:lnTo>
                <a:lnTo>
                  <a:pt x="687" y="402"/>
                </a:lnTo>
                <a:lnTo>
                  <a:pt x="686" y="403"/>
                </a:lnTo>
                <a:lnTo>
                  <a:pt x="686" y="404"/>
                </a:lnTo>
                <a:lnTo>
                  <a:pt x="685" y="404"/>
                </a:lnTo>
                <a:lnTo>
                  <a:pt x="685" y="405"/>
                </a:lnTo>
                <a:lnTo>
                  <a:pt x="685" y="406"/>
                </a:lnTo>
                <a:lnTo>
                  <a:pt x="686" y="406"/>
                </a:lnTo>
                <a:lnTo>
                  <a:pt x="687" y="406"/>
                </a:lnTo>
                <a:lnTo>
                  <a:pt x="687" y="407"/>
                </a:lnTo>
                <a:lnTo>
                  <a:pt x="688" y="407"/>
                </a:lnTo>
                <a:lnTo>
                  <a:pt x="687" y="408"/>
                </a:lnTo>
                <a:lnTo>
                  <a:pt x="687" y="409"/>
                </a:lnTo>
                <a:lnTo>
                  <a:pt x="686" y="409"/>
                </a:lnTo>
                <a:lnTo>
                  <a:pt x="685" y="409"/>
                </a:lnTo>
                <a:lnTo>
                  <a:pt x="684" y="409"/>
                </a:lnTo>
                <a:lnTo>
                  <a:pt x="684" y="408"/>
                </a:lnTo>
                <a:lnTo>
                  <a:pt x="683" y="408"/>
                </a:lnTo>
                <a:lnTo>
                  <a:pt x="682" y="409"/>
                </a:lnTo>
                <a:lnTo>
                  <a:pt x="683" y="409"/>
                </a:lnTo>
                <a:lnTo>
                  <a:pt x="683" y="410"/>
                </a:lnTo>
                <a:lnTo>
                  <a:pt x="684" y="410"/>
                </a:lnTo>
                <a:lnTo>
                  <a:pt x="685" y="410"/>
                </a:lnTo>
                <a:lnTo>
                  <a:pt x="685" y="409"/>
                </a:lnTo>
                <a:lnTo>
                  <a:pt x="686" y="409"/>
                </a:lnTo>
                <a:lnTo>
                  <a:pt x="686" y="410"/>
                </a:lnTo>
                <a:lnTo>
                  <a:pt x="685" y="410"/>
                </a:lnTo>
                <a:lnTo>
                  <a:pt x="685" y="411"/>
                </a:lnTo>
                <a:lnTo>
                  <a:pt x="684" y="411"/>
                </a:lnTo>
                <a:lnTo>
                  <a:pt x="683" y="411"/>
                </a:lnTo>
                <a:lnTo>
                  <a:pt x="683" y="412"/>
                </a:lnTo>
                <a:lnTo>
                  <a:pt x="684" y="412"/>
                </a:lnTo>
                <a:lnTo>
                  <a:pt x="685" y="412"/>
                </a:lnTo>
                <a:lnTo>
                  <a:pt x="685" y="413"/>
                </a:lnTo>
                <a:lnTo>
                  <a:pt x="684" y="414"/>
                </a:lnTo>
                <a:lnTo>
                  <a:pt x="683" y="414"/>
                </a:lnTo>
                <a:lnTo>
                  <a:pt x="682" y="414"/>
                </a:lnTo>
                <a:lnTo>
                  <a:pt x="681" y="414"/>
                </a:lnTo>
                <a:lnTo>
                  <a:pt x="681" y="415"/>
                </a:lnTo>
                <a:lnTo>
                  <a:pt x="681" y="416"/>
                </a:lnTo>
                <a:lnTo>
                  <a:pt x="681" y="417"/>
                </a:lnTo>
                <a:lnTo>
                  <a:pt x="682" y="416"/>
                </a:lnTo>
                <a:lnTo>
                  <a:pt x="683" y="416"/>
                </a:lnTo>
                <a:lnTo>
                  <a:pt x="683" y="417"/>
                </a:lnTo>
                <a:lnTo>
                  <a:pt x="682" y="418"/>
                </a:lnTo>
                <a:lnTo>
                  <a:pt x="683" y="419"/>
                </a:lnTo>
                <a:lnTo>
                  <a:pt x="684" y="419"/>
                </a:lnTo>
                <a:lnTo>
                  <a:pt x="685" y="419"/>
                </a:lnTo>
                <a:lnTo>
                  <a:pt x="684" y="419"/>
                </a:lnTo>
                <a:lnTo>
                  <a:pt x="685" y="419"/>
                </a:lnTo>
                <a:lnTo>
                  <a:pt x="685" y="420"/>
                </a:lnTo>
                <a:lnTo>
                  <a:pt x="684" y="420"/>
                </a:lnTo>
                <a:lnTo>
                  <a:pt x="683" y="420"/>
                </a:lnTo>
                <a:lnTo>
                  <a:pt x="682" y="420"/>
                </a:lnTo>
                <a:lnTo>
                  <a:pt x="681" y="420"/>
                </a:lnTo>
                <a:lnTo>
                  <a:pt x="681" y="421"/>
                </a:lnTo>
                <a:lnTo>
                  <a:pt x="682" y="421"/>
                </a:lnTo>
                <a:lnTo>
                  <a:pt x="682" y="422"/>
                </a:lnTo>
                <a:lnTo>
                  <a:pt x="681" y="422"/>
                </a:lnTo>
                <a:lnTo>
                  <a:pt x="680" y="422"/>
                </a:lnTo>
                <a:lnTo>
                  <a:pt x="679" y="422"/>
                </a:lnTo>
                <a:lnTo>
                  <a:pt x="679" y="423"/>
                </a:lnTo>
                <a:lnTo>
                  <a:pt x="680" y="424"/>
                </a:lnTo>
                <a:lnTo>
                  <a:pt x="678" y="424"/>
                </a:lnTo>
                <a:lnTo>
                  <a:pt x="677" y="424"/>
                </a:lnTo>
                <a:lnTo>
                  <a:pt x="676" y="425"/>
                </a:lnTo>
                <a:lnTo>
                  <a:pt x="677" y="425"/>
                </a:lnTo>
                <a:lnTo>
                  <a:pt x="676" y="425"/>
                </a:lnTo>
                <a:lnTo>
                  <a:pt x="676" y="426"/>
                </a:lnTo>
                <a:lnTo>
                  <a:pt x="675" y="426"/>
                </a:lnTo>
                <a:lnTo>
                  <a:pt x="675" y="427"/>
                </a:lnTo>
                <a:lnTo>
                  <a:pt x="674" y="427"/>
                </a:lnTo>
                <a:lnTo>
                  <a:pt x="674" y="426"/>
                </a:lnTo>
                <a:lnTo>
                  <a:pt x="673" y="427"/>
                </a:lnTo>
                <a:lnTo>
                  <a:pt x="672" y="427"/>
                </a:lnTo>
                <a:lnTo>
                  <a:pt x="672" y="426"/>
                </a:lnTo>
                <a:lnTo>
                  <a:pt x="672" y="425"/>
                </a:lnTo>
                <a:lnTo>
                  <a:pt x="671" y="425"/>
                </a:lnTo>
                <a:lnTo>
                  <a:pt x="670" y="425"/>
                </a:lnTo>
                <a:lnTo>
                  <a:pt x="670" y="426"/>
                </a:lnTo>
                <a:lnTo>
                  <a:pt x="671" y="426"/>
                </a:lnTo>
                <a:lnTo>
                  <a:pt x="671" y="427"/>
                </a:lnTo>
                <a:lnTo>
                  <a:pt x="670" y="427"/>
                </a:lnTo>
                <a:lnTo>
                  <a:pt x="669" y="427"/>
                </a:lnTo>
                <a:lnTo>
                  <a:pt x="668" y="427"/>
                </a:lnTo>
                <a:lnTo>
                  <a:pt x="668" y="428"/>
                </a:lnTo>
                <a:lnTo>
                  <a:pt x="668" y="429"/>
                </a:lnTo>
                <a:lnTo>
                  <a:pt x="668" y="430"/>
                </a:lnTo>
                <a:lnTo>
                  <a:pt x="667" y="431"/>
                </a:lnTo>
                <a:lnTo>
                  <a:pt x="666" y="431"/>
                </a:lnTo>
                <a:lnTo>
                  <a:pt x="665" y="431"/>
                </a:lnTo>
                <a:lnTo>
                  <a:pt x="665" y="432"/>
                </a:lnTo>
                <a:lnTo>
                  <a:pt x="664" y="432"/>
                </a:lnTo>
                <a:lnTo>
                  <a:pt x="663" y="431"/>
                </a:lnTo>
                <a:lnTo>
                  <a:pt x="663" y="432"/>
                </a:lnTo>
                <a:lnTo>
                  <a:pt x="662" y="432"/>
                </a:lnTo>
                <a:lnTo>
                  <a:pt x="662" y="431"/>
                </a:lnTo>
                <a:lnTo>
                  <a:pt x="661" y="431"/>
                </a:lnTo>
                <a:lnTo>
                  <a:pt x="661" y="432"/>
                </a:lnTo>
                <a:lnTo>
                  <a:pt x="660" y="432"/>
                </a:lnTo>
                <a:lnTo>
                  <a:pt x="660" y="433"/>
                </a:lnTo>
                <a:lnTo>
                  <a:pt x="660" y="434"/>
                </a:lnTo>
                <a:lnTo>
                  <a:pt x="660" y="435"/>
                </a:lnTo>
                <a:lnTo>
                  <a:pt x="661" y="435"/>
                </a:lnTo>
                <a:lnTo>
                  <a:pt x="661" y="436"/>
                </a:lnTo>
                <a:lnTo>
                  <a:pt x="660" y="436"/>
                </a:lnTo>
                <a:lnTo>
                  <a:pt x="660" y="437"/>
                </a:lnTo>
                <a:lnTo>
                  <a:pt x="660" y="438"/>
                </a:lnTo>
                <a:lnTo>
                  <a:pt x="659" y="438"/>
                </a:lnTo>
                <a:lnTo>
                  <a:pt x="659" y="439"/>
                </a:lnTo>
                <a:lnTo>
                  <a:pt x="657" y="440"/>
                </a:lnTo>
                <a:lnTo>
                  <a:pt x="656" y="440"/>
                </a:lnTo>
                <a:lnTo>
                  <a:pt x="656" y="439"/>
                </a:lnTo>
                <a:lnTo>
                  <a:pt x="655" y="439"/>
                </a:lnTo>
                <a:lnTo>
                  <a:pt x="654" y="438"/>
                </a:lnTo>
                <a:lnTo>
                  <a:pt x="653" y="439"/>
                </a:lnTo>
                <a:lnTo>
                  <a:pt x="652" y="439"/>
                </a:lnTo>
                <a:lnTo>
                  <a:pt x="652" y="438"/>
                </a:lnTo>
                <a:lnTo>
                  <a:pt x="651" y="438"/>
                </a:lnTo>
                <a:lnTo>
                  <a:pt x="650" y="438"/>
                </a:lnTo>
                <a:lnTo>
                  <a:pt x="649" y="438"/>
                </a:lnTo>
                <a:lnTo>
                  <a:pt x="649" y="437"/>
                </a:lnTo>
                <a:lnTo>
                  <a:pt x="648" y="437"/>
                </a:lnTo>
                <a:lnTo>
                  <a:pt x="647" y="437"/>
                </a:lnTo>
                <a:lnTo>
                  <a:pt x="646" y="437"/>
                </a:lnTo>
                <a:lnTo>
                  <a:pt x="645" y="437"/>
                </a:lnTo>
                <a:lnTo>
                  <a:pt x="644" y="438"/>
                </a:lnTo>
                <a:lnTo>
                  <a:pt x="644" y="437"/>
                </a:lnTo>
                <a:lnTo>
                  <a:pt x="643" y="437"/>
                </a:lnTo>
                <a:lnTo>
                  <a:pt x="643" y="436"/>
                </a:lnTo>
                <a:lnTo>
                  <a:pt x="642" y="436"/>
                </a:lnTo>
                <a:lnTo>
                  <a:pt x="640" y="436"/>
                </a:lnTo>
                <a:lnTo>
                  <a:pt x="640" y="437"/>
                </a:lnTo>
                <a:lnTo>
                  <a:pt x="639" y="437"/>
                </a:lnTo>
                <a:lnTo>
                  <a:pt x="638" y="438"/>
                </a:lnTo>
                <a:lnTo>
                  <a:pt x="638" y="439"/>
                </a:lnTo>
                <a:lnTo>
                  <a:pt x="637" y="439"/>
                </a:lnTo>
                <a:lnTo>
                  <a:pt x="636" y="440"/>
                </a:lnTo>
                <a:lnTo>
                  <a:pt x="635" y="440"/>
                </a:lnTo>
                <a:lnTo>
                  <a:pt x="635" y="439"/>
                </a:lnTo>
                <a:lnTo>
                  <a:pt x="634" y="439"/>
                </a:lnTo>
                <a:lnTo>
                  <a:pt x="633" y="438"/>
                </a:lnTo>
                <a:lnTo>
                  <a:pt x="632" y="437"/>
                </a:lnTo>
                <a:lnTo>
                  <a:pt x="631" y="437"/>
                </a:lnTo>
                <a:lnTo>
                  <a:pt x="630" y="438"/>
                </a:lnTo>
                <a:lnTo>
                  <a:pt x="629" y="438"/>
                </a:lnTo>
                <a:lnTo>
                  <a:pt x="628" y="438"/>
                </a:lnTo>
                <a:lnTo>
                  <a:pt x="628" y="439"/>
                </a:lnTo>
                <a:lnTo>
                  <a:pt x="628" y="440"/>
                </a:lnTo>
                <a:lnTo>
                  <a:pt x="627" y="441"/>
                </a:lnTo>
                <a:lnTo>
                  <a:pt x="626" y="441"/>
                </a:lnTo>
                <a:lnTo>
                  <a:pt x="625" y="441"/>
                </a:lnTo>
                <a:lnTo>
                  <a:pt x="624" y="441"/>
                </a:lnTo>
                <a:lnTo>
                  <a:pt x="623" y="441"/>
                </a:lnTo>
                <a:lnTo>
                  <a:pt x="621" y="441"/>
                </a:lnTo>
                <a:lnTo>
                  <a:pt x="620" y="441"/>
                </a:lnTo>
                <a:lnTo>
                  <a:pt x="619" y="441"/>
                </a:lnTo>
                <a:lnTo>
                  <a:pt x="618" y="441"/>
                </a:lnTo>
                <a:lnTo>
                  <a:pt x="617" y="440"/>
                </a:lnTo>
                <a:lnTo>
                  <a:pt x="616" y="440"/>
                </a:lnTo>
                <a:lnTo>
                  <a:pt x="616" y="439"/>
                </a:lnTo>
                <a:lnTo>
                  <a:pt x="615" y="439"/>
                </a:lnTo>
                <a:lnTo>
                  <a:pt x="615" y="440"/>
                </a:lnTo>
                <a:lnTo>
                  <a:pt x="614" y="440"/>
                </a:lnTo>
                <a:lnTo>
                  <a:pt x="614" y="439"/>
                </a:lnTo>
                <a:lnTo>
                  <a:pt x="613" y="439"/>
                </a:lnTo>
                <a:lnTo>
                  <a:pt x="600" y="438"/>
                </a:lnTo>
                <a:lnTo>
                  <a:pt x="583" y="439"/>
                </a:lnTo>
                <a:lnTo>
                  <a:pt x="580" y="440"/>
                </a:lnTo>
                <a:lnTo>
                  <a:pt x="577" y="441"/>
                </a:lnTo>
                <a:lnTo>
                  <a:pt x="578" y="442"/>
                </a:lnTo>
                <a:lnTo>
                  <a:pt x="579" y="443"/>
                </a:lnTo>
                <a:lnTo>
                  <a:pt x="580" y="444"/>
                </a:lnTo>
                <a:lnTo>
                  <a:pt x="581" y="444"/>
                </a:lnTo>
                <a:lnTo>
                  <a:pt x="582" y="446"/>
                </a:lnTo>
                <a:lnTo>
                  <a:pt x="583" y="446"/>
                </a:lnTo>
                <a:lnTo>
                  <a:pt x="584" y="446"/>
                </a:lnTo>
                <a:lnTo>
                  <a:pt x="584" y="447"/>
                </a:lnTo>
                <a:lnTo>
                  <a:pt x="584" y="448"/>
                </a:lnTo>
                <a:lnTo>
                  <a:pt x="584" y="449"/>
                </a:lnTo>
                <a:lnTo>
                  <a:pt x="583" y="449"/>
                </a:lnTo>
                <a:lnTo>
                  <a:pt x="584" y="450"/>
                </a:lnTo>
                <a:lnTo>
                  <a:pt x="584" y="451"/>
                </a:lnTo>
                <a:lnTo>
                  <a:pt x="584" y="452"/>
                </a:lnTo>
                <a:lnTo>
                  <a:pt x="584" y="453"/>
                </a:lnTo>
                <a:lnTo>
                  <a:pt x="584" y="454"/>
                </a:lnTo>
                <a:lnTo>
                  <a:pt x="584" y="455"/>
                </a:lnTo>
                <a:lnTo>
                  <a:pt x="584" y="456"/>
                </a:lnTo>
                <a:lnTo>
                  <a:pt x="584" y="457"/>
                </a:lnTo>
                <a:lnTo>
                  <a:pt x="583" y="457"/>
                </a:lnTo>
                <a:lnTo>
                  <a:pt x="583" y="458"/>
                </a:lnTo>
                <a:lnTo>
                  <a:pt x="584" y="458"/>
                </a:lnTo>
                <a:lnTo>
                  <a:pt x="584" y="459"/>
                </a:lnTo>
                <a:lnTo>
                  <a:pt x="584" y="460"/>
                </a:lnTo>
                <a:lnTo>
                  <a:pt x="584" y="461"/>
                </a:lnTo>
                <a:lnTo>
                  <a:pt x="584" y="462"/>
                </a:lnTo>
                <a:lnTo>
                  <a:pt x="585" y="463"/>
                </a:lnTo>
                <a:lnTo>
                  <a:pt x="586" y="463"/>
                </a:lnTo>
                <a:lnTo>
                  <a:pt x="587" y="464"/>
                </a:lnTo>
                <a:lnTo>
                  <a:pt x="587" y="465"/>
                </a:lnTo>
                <a:lnTo>
                  <a:pt x="587" y="466"/>
                </a:lnTo>
                <a:lnTo>
                  <a:pt x="587" y="467"/>
                </a:lnTo>
                <a:lnTo>
                  <a:pt x="588" y="468"/>
                </a:lnTo>
                <a:lnTo>
                  <a:pt x="589" y="469"/>
                </a:lnTo>
                <a:lnTo>
                  <a:pt x="589" y="470"/>
                </a:lnTo>
                <a:lnTo>
                  <a:pt x="589" y="471"/>
                </a:lnTo>
                <a:lnTo>
                  <a:pt x="590" y="471"/>
                </a:lnTo>
                <a:lnTo>
                  <a:pt x="591" y="471"/>
                </a:lnTo>
                <a:lnTo>
                  <a:pt x="592" y="472"/>
                </a:lnTo>
                <a:lnTo>
                  <a:pt x="593" y="473"/>
                </a:lnTo>
                <a:lnTo>
                  <a:pt x="594" y="473"/>
                </a:lnTo>
                <a:lnTo>
                  <a:pt x="594" y="474"/>
                </a:lnTo>
                <a:lnTo>
                  <a:pt x="595" y="474"/>
                </a:lnTo>
                <a:lnTo>
                  <a:pt x="596" y="474"/>
                </a:lnTo>
                <a:lnTo>
                  <a:pt x="597" y="475"/>
                </a:lnTo>
                <a:lnTo>
                  <a:pt x="598" y="475"/>
                </a:lnTo>
                <a:lnTo>
                  <a:pt x="598" y="476"/>
                </a:lnTo>
                <a:lnTo>
                  <a:pt x="599" y="477"/>
                </a:lnTo>
                <a:lnTo>
                  <a:pt x="600" y="478"/>
                </a:lnTo>
                <a:lnTo>
                  <a:pt x="600" y="479"/>
                </a:lnTo>
                <a:lnTo>
                  <a:pt x="601" y="479"/>
                </a:lnTo>
                <a:lnTo>
                  <a:pt x="602" y="480"/>
                </a:lnTo>
                <a:lnTo>
                  <a:pt x="601" y="480"/>
                </a:lnTo>
                <a:lnTo>
                  <a:pt x="600" y="480"/>
                </a:lnTo>
                <a:lnTo>
                  <a:pt x="600" y="481"/>
                </a:lnTo>
                <a:lnTo>
                  <a:pt x="601" y="482"/>
                </a:lnTo>
                <a:lnTo>
                  <a:pt x="602" y="482"/>
                </a:lnTo>
                <a:lnTo>
                  <a:pt x="603" y="482"/>
                </a:lnTo>
                <a:lnTo>
                  <a:pt x="602" y="482"/>
                </a:lnTo>
                <a:lnTo>
                  <a:pt x="602" y="483"/>
                </a:lnTo>
                <a:lnTo>
                  <a:pt x="603" y="483"/>
                </a:lnTo>
                <a:lnTo>
                  <a:pt x="603" y="484"/>
                </a:lnTo>
                <a:lnTo>
                  <a:pt x="603" y="485"/>
                </a:lnTo>
                <a:lnTo>
                  <a:pt x="602" y="485"/>
                </a:lnTo>
                <a:lnTo>
                  <a:pt x="601" y="486"/>
                </a:lnTo>
                <a:lnTo>
                  <a:pt x="600" y="487"/>
                </a:lnTo>
                <a:lnTo>
                  <a:pt x="600" y="488"/>
                </a:lnTo>
                <a:lnTo>
                  <a:pt x="601" y="488"/>
                </a:lnTo>
                <a:lnTo>
                  <a:pt x="601" y="489"/>
                </a:lnTo>
                <a:lnTo>
                  <a:pt x="600" y="489"/>
                </a:lnTo>
                <a:lnTo>
                  <a:pt x="600" y="490"/>
                </a:lnTo>
                <a:lnTo>
                  <a:pt x="599" y="490"/>
                </a:lnTo>
                <a:lnTo>
                  <a:pt x="598" y="491"/>
                </a:lnTo>
                <a:lnTo>
                  <a:pt x="598" y="492"/>
                </a:lnTo>
                <a:lnTo>
                  <a:pt x="597" y="492"/>
                </a:lnTo>
                <a:lnTo>
                  <a:pt x="596" y="492"/>
                </a:lnTo>
                <a:lnTo>
                  <a:pt x="595" y="493"/>
                </a:lnTo>
                <a:lnTo>
                  <a:pt x="596" y="493"/>
                </a:lnTo>
                <a:lnTo>
                  <a:pt x="596" y="495"/>
                </a:lnTo>
                <a:lnTo>
                  <a:pt x="596" y="496"/>
                </a:lnTo>
                <a:lnTo>
                  <a:pt x="595" y="496"/>
                </a:lnTo>
                <a:lnTo>
                  <a:pt x="595" y="497"/>
                </a:lnTo>
                <a:lnTo>
                  <a:pt x="596" y="497"/>
                </a:lnTo>
                <a:lnTo>
                  <a:pt x="596" y="498"/>
                </a:lnTo>
                <a:lnTo>
                  <a:pt x="595" y="498"/>
                </a:lnTo>
                <a:lnTo>
                  <a:pt x="594" y="498"/>
                </a:lnTo>
                <a:lnTo>
                  <a:pt x="594" y="499"/>
                </a:lnTo>
                <a:lnTo>
                  <a:pt x="593" y="500"/>
                </a:lnTo>
                <a:lnTo>
                  <a:pt x="593" y="501"/>
                </a:lnTo>
                <a:lnTo>
                  <a:pt x="593" y="502"/>
                </a:lnTo>
                <a:lnTo>
                  <a:pt x="592" y="501"/>
                </a:lnTo>
                <a:lnTo>
                  <a:pt x="591" y="501"/>
                </a:lnTo>
                <a:lnTo>
                  <a:pt x="590" y="502"/>
                </a:lnTo>
                <a:lnTo>
                  <a:pt x="589" y="502"/>
                </a:lnTo>
                <a:lnTo>
                  <a:pt x="589" y="503"/>
                </a:lnTo>
                <a:lnTo>
                  <a:pt x="589" y="504"/>
                </a:lnTo>
                <a:lnTo>
                  <a:pt x="588" y="504"/>
                </a:lnTo>
                <a:lnTo>
                  <a:pt x="587" y="504"/>
                </a:lnTo>
                <a:lnTo>
                  <a:pt x="586" y="504"/>
                </a:lnTo>
                <a:lnTo>
                  <a:pt x="585" y="504"/>
                </a:lnTo>
                <a:lnTo>
                  <a:pt x="585" y="505"/>
                </a:lnTo>
                <a:lnTo>
                  <a:pt x="585" y="506"/>
                </a:lnTo>
                <a:lnTo>
                  <a:pt x="584" y="506"/>
                </a:lnTo>
                <a:lnTo>
                  <a:pt x="583" y="506"/>
                </a:lnTo>
                <a:lnTo>
                  <a:pt x="583" y="505"/>
                </a:lnTo>
                <a:lnTo>
                  <a:pt x="582" y="505"/>
                </a:lnTo>
                <a:lnTo>
                  <a:pt x="583" y="504"/>
                </a:lnTo>
                <a:lnTo>
                  <a:pt x="584" y="504"/>
                </a:lnTo>
                <a:lnTo>
                  <a:pt x="584" y="503"/>
                </a:lnTo>
                <a:lnTo>
                  <a:pt x="583" y="503"/>
                </a:lnTo>
                <a:lnTo>
                  <a:pt x="582" y="503"/>
                </a:lnTo>
                <a:lnTo>
                  <a:pt x="581" y="504"/>
                </a:lnTo>
                <a:lnTo>
                  <a:pt x="582" y="504"/>
                </a:lnTo>
                <a:lnTo>
                  <a:pt x="582" y="505"/>
                </a:lnTo>
                <a:lnTo>
                  <a:pt x="581" y="505"/>
                </a:lnTo>
                <a:lnTo>
                  <a:pt x="581" y="504"/>
                </a:lnTo>
                <a:lnTo>
                  <a:pt x="581" y="503"/>
                </a:lnTo>
                <a:lnTo>
                  <a:pt x="580" y="503"/>
                </a:lnTo>
                <a:lnTo>
                  <a:pt x="579" y="503"/>
                </a:lnTo>
                <a:lnTo>
                  <a:pt x="578" y="503"/>
                </a:lnTo>
                <a:lnTo>
                  <a:pt x="577" y="503"/>
                </a:lnTo>
                <a:lnTo>
                  <a:pt x="578" y="503"/>
                </a:lnTo>
                <a:lnTo>
                  <a:pt x="578" y="502"/>
                </a:lnTo>
                <a:lnTo>
                  <a:pt x="578" y="501"/>
                </a:lnTo>
                <a:lnTo>
                  <a:pt x="578" y="500"/>
                </a:lnTo>
                <a:lnTo>
                  <a:pt x="577" y="500"/>
                </a:lnTo>
                <a:lnTo>
                  <a:pt x="577" y="501"/>
                </a:lnTo>
                <a:lnTo>
                  <a:pt x="576" y="501"/>
                </a:lnTo>
                <a:lnTo>
                  <a:pt x="576" y="500"/>
                </a:lnTo>
                <a:lnTo>
                  <a:pt x="575" y="500"/>
                </a:lnTo>
                <a:lnTo>
                  <a:pt x="574" y="500"/>
                </a:lnTo>
                <a:lnTo>
                  <a:pt x="574" y="499"/>
                </a:lnTo>
                <a:lnTo>
                  <a:pt x="575" y="499"/>
                </a:lnTo>
                <a:lnTo>
                  <a:pt x="576" y="498"/>
                </a:lnTo>
                <a:lnTo>
                  <a:pt x="575" y="498"/>
                </a:lnTo>
                <a:lnTo>
                  <a:pt x="574" y="498"/>
                </a:lnTo>
                <a:lnTo>
                  <a:pt x="574" y="499"/>
                </a:lnTo>
                <a:lnTo>
                  <a:pt x="574" y="500"/>
                </a:lnTo>
                <a:lnTo>
                  <a:pt x="573" y="501"/>
                </a:lnTo>
                <a:lnTo>
                  <a:pt x="572" y="501"/>
                </a:lnTo>
                <a:lnTo>
                  <a:pt x="572" y="500"/>
                </a:lnTo>
                <a:lnTo>
                  <a:pt x="572" y="499"/>
                </a:lnTo>
                <a:lnTo>
                  <a:pt x="571" y="499"/>
                </a:lnTo>
                <a:lnTo>
                  <a:pt x="570" y="499"/>
                </a:lnTo>
                <a:lnTo>
                  <a:pt x="569" y="499"/>
                </a:lnTo>
                <a:lnTo>
                  <a:pt x="569" y="498"/>
                </a:lnTo>
                <a:lnTo>
                  <a:pt x="570" y="498"/>
                </a:lnTo>
                <a:lnTo>
                  <a:pt x="570" y="497"/>
                </a:lnTo>
                <a:lnTo>
                  <a:pt x="569" y="497"/>
                </a:lnTo>
                <a:lnTo>
                  <a:pt x="569" y="498"/>
                </a:lnTo>
                <a:lnTo>
                  <a:pt x="569" y="497"/>
                </a:lnTo>
                <a:lnTo>
                  <a:pt x="568" y="497"/>
                </a:lnTo>
                <a:lnTo>
                  <a:pt x="568" y="498"/>
                </a:lnTo>
                <a:lnTo>
                  <a:pt x="567" y="498"/>
                </a:lnTo>
                <a:lnTo>
                  <a:pt x="566" y="499"/>
                </a:lnTo>
                <a:lnTo>
                  <a:pt x="566" y="500"/>
                </a:lnTo>
                <a:lnTo>
                  <a:pt x="566" y="499"/>
                </a:lnTo>
                <a:lnTo>
                  <a:pt x="565" y="499"/>
                </a:lnTo>
                <a:lnTo>
                  <a:pt x="564" y="499"/>
                </a:lnTo>
                <a:lnTo>
                  <a:pt x="564" y="498"/>
                </a:lnTo>
                <a:lnTo>
                  <a:pt x="563" y="498"/>
                </a:lnTo>
                <a:lnTo>
                  <a:pt x="563" y="499"/>
                </a:lnTo>
                <a:lnTo>
                  <a:pt x="563" y="500"/>
                </a:lnTo>
                <a:lnTo>
                  <a:pt x="563" y="501"/>
                </a:lnTo>
                <a:lnTo>
                  <a:pt x="563" y="502"/>
                </a:lnTo>
                <a:lnTo>
                  <a:pt x="562" y="502"/>
                </a:lnTo>
                <a:lnTo>
                  <a:pt x="561" y="502"/>
                </a:lnTo>
                <a:lnTo>
                  <a:pt x="561" y="501"/>
                </a:lnTo>
                <a:lnTo>
                  <a:pt x="561" y="500"/>
                </a:lnTo>
                <a:lnTo>
                  <a:pt x="560" y="500"/>
                </a:lnTo>
                <a:lnTo>
                  <a:pt x="559" y="500"/>
                </a:lnTo>
                <a:lnTo>
                  <a:pt x="559" y="501"/>
                </a:lnTo>
                <a:lnTo>
                  <a:pt x="559" y="502"/>
                </a:lnTo>
                <a:lnTo>
                  <a:pt x="558" y="502"/>
                </a:lnTo>
                <a:lnTo>
                  <a:pt x="558" y="501"/>
                </a:lnTo>
                <a:lnTo>
                  <a:pt x="558" y="500"/>
                </a:lnTo>
                <a:lnTo>
                  <a:pt x="557" y="500"/>
                </a:lnTo>
                <a:lnTo>
                  <a:pt x="556" y="500"/>
                </a:lnTo>
                <a:lnTo>
                  <a:pt x="556" y="501"/>
                </a:lnTo>
                <a:lnTo>
                  <a:pt x="556" y="502"/>
                </a:lnTo>
                <a:lnTo>
                  <a:pt x="555" y="502"/>
                </a:lnTo>
                <a:lnTo>
                  <a:pt x="555" y="501"/>
                </a:lnTo>
                <a:lnTo>
                  <a:pt x="555" y="500"/>
                </a:lnTo>
                <a:lnTo>
                  <a:pt x="554" y="500"/>
                </a:lnTo>
                <a:lnTo>
                  <a:pt x="553" y="500"/>
                </a:lnTo>
                <a:lnTo>
                  <a:pt x="552" y="500"/>
                </a:lnTo>
                <a:lnTo>
                  <a:pt x="551" y="500"/>
                </a:lnTo>
                <a:lnTo>
                  <a:pt x="550" y="500"/>
                </a:lnTo>
                <a:lnTo>
                  <a:pt x="549" y="501"/>
                </a:lnTo>
                <a:lnTo>
                  <a:pt x="548" y="501"/>
                </a:lnTo>
                <a:lnTo>
                  <a:pt x="547" y="500"/>
                </a:lnTo>
                <a:lnTo>
                  <a:pt x="546" y="500"/>
                </a:lnTo>
                <a:lnTo>
                  <a:pt x="545" y="501"/>
                </a:lnTo>
                <a:lnTo>
                  <a:pt x="544" y="501"/>
                </a:lnTo>
                <a:lnTo>
                  <a:pt x="544" y="500"/>
                </a:lnTo>
                <a:lnTo>
                  <a:pt x="543" y="500"/>
                </a:lnTo>
                <a:lnTo>
                  <a:pt x="543" y="501"/>
                </a:lnTo>
                <a:lnTo>
                  <a:pt x="544" y="501"/>
                </a:lnTo>
                <a:lnTo>
                  <a:pt x="544" y="502"/>
                </a:lnTo>
                <a:lnTo>
                  <a:pt x="543" y="502"/>
                </a:lnTo>
                <a:lnTo>
                  <a:pt x="542" y="502"/>
                </a:lnTo>
                <a:lnTo>
                  <a:pt x="541" y="501"/>
                </a:lnTo>
                <a:lnTo>
                  <a:pt x="540" y="500"/>
                </a:lnTo>
                <a:lnTo>
                  <a:pt x="540" y="499"/>
                </a:lnTo>
                <a:lnTo>
                  <a:pt x="539" y="499"/>
                </a:lnTo>
                <a:lnTo>
                  <a:pt x="539" y="500"/>
                </a:lnTo>
                <a:lnTo>
                  <a:pt x="538" y="500"/>
                </a:lnTo>
                <a:lnTo>
                  <a:pt x="537" y="500"/>
                </a:lnTo>
                <a:lnTo>
                  <a:pt x="536" y="500"/>
                </a:lnTo>
                <a:lnTo>
                  <a:pt x="535" y="499"/>
                </a:lnTo>
                <a:lnTo>
                  <a:pt x="534" y="499"/>
                </a:lnTo>
                <a:lnTo>
                  <a:pt x="534" y="498"/>
                </a:lnTo>
                <a:lnTo>
                  <a:pt x="533" y="497"/>
                </a:lnTo>
                <a:lnTo>
                  <a:pt x="533" y="496"/>
                </a:lnTo>
                <a:lnTo>
                  <a:pt x="533" y="495"/>
                </a:lnTo>
                <a:lnTo>
                  <a:pt x="532" y="495"/>
                </a:lnTo>
                <a:lnTo>
                  <a:pt x="532" y="496"/>
                </a:lnTo>
                <a:lnTo>
                  <a:pt x="531" y="496"/>
                </a:lnTo>
                <a:lnTo>
                  <a:pt x="530" y="495"/>
                </a:lnTo>
                <a:lnTo>
                  <a:pt x="529" y="495"/>
                </a:lnTo>
                <a:lnTo>
                  <a:pt x="528" y="495"/>
                </a:lnTo>
                <a:lnTo>
                  <a:pt x="527" y="495"/>
                </a:lnTo>
                <a:lnTo>
                  <a:pt x="527" y="494"/>
                </a:lnTo>
                <a:lnTo>
                  <a:pt x="526" y="494"/>
                </a:lnTo>
                <a:lnTo>
                  <a:pt x="526" y="495"/>
                </a:lnTo>
                <a:lnTo>
                  <a:pt x="526" y="496"/>
                </a:lnTo>
                <a:lnTo>
                  <a:pt x="525" y="496"/>
                </a:lnTo>
                <a:lnTo>
                  <a:pt x="524" y="496"/>
                </a:lnTo>
                <a:lnTo>
                  <a:pt x="523" y="496"/>
                </a:lnTo>
                <a:lnTo>
                  <a:pt x="522" y="496"/>
                </a:lnTo>
                <a:lnTo>
                  <a:pt x="522" y="497"/>
                </a:lnTo>
                <a:lnTo>
                  <a:pt x="521" y="497"/>
                </a:lnTo>
                <a:lnTo>
                  <a:pt x="521" y="496"/>
                </a:lnTo>
                <a:lnTo>
                  <a:pt x="520" y="496"/>
                </a:lnTo>
                <a:lnTo>
                  <a:pt x="520" y="495"/>
                </a:lnTo>
                <a:lnTo>
                  <a:pt x="520" y="494"/>
                </a:lnTo>
                <a:lnTo>
                  <a:pt x="519" y="494"/>
                </a:lnTo>
                <a:lnTo>
                  <a:pt x="518" y="494"/>
                </a:lnTo>
                <a:lnTo>
                  <a:pt x="518" y="495"/>
                </a:lnTo>
                <a:lnTo>
                  <a:pt x="517" y="494"/>
                </a:lnTo>
                <a:lnTo>
                  <a:pt x="516" y="495"/>
                </a:lnTo>
                <a:lnTo>
                  <a:pt x="517" y="495"/>
                </a:lnTo>
                <a:lnTo>
                  <a:pt x="517" y="496"/>
                </a:lnTo>
                <a:lnTo>
                  <a:pt x="516" y="496"/>
                </a:lnTo>
                <a:lnTo>
                  <a:pt x="515" y="496"/>
                </a:lnTo>
                <a:lnTo>
                  <a:pt x="514" y="496"/>
                </a:lnTo>
                <a:lnTo>
                  <a:pt x="514" y="495"/>
                </a:lnTo>
                <a:lnTo>
                  <a:pt x="513" y="495"/>
                </a:lnTo>
                <a:lnTo>
                  <a:pt x="511" y="495"/>
                </a:lnTo>
                <a:lnTo>
                  <a:pt x="511" y="494"/>
                </a:lnTo>
                <a:lnTo>
                  <a:pt x="510" y="494"/>
                </a:lnTo>
                <a:lnTo>
                  <a:pt x="509" y="494"/>
                </a:lnTo>
                <a:lnTo>
                  <a:pt x="508" y="494"/>
                </a:lnTo>
                <a:lnTo>
                  <a:pt x="508" y="495"/>
                </a:lnTo>
                <a:lnTo>
                  <a:pt x="507" y="495"/>
                </a:lnTo>
                <a:lnTo>
                  <a:pt x="506" y="494"/>
                </a:lnTo>
                <a:lnTo>
                  <a:pt x="506" y="493"/>
                </a:lnTo>
                <a:lnTo>
                  <a:pt x="507" y="493"/>
                </a:lnTo>
                <a:lnTo>
                  <a:pt x="508" y="493"/>
                </a:lnTo>
                <a:lnTo>
                  <a:pt x="509" y="492"/>
                </a:lnTo>
                <a:lnTo>
                  <a:pt x="509" y="491"/>
                </a:lnTo>
                <a:lnTo>
                  <a:pt x="508" y="491"/>
                </a:lnTo>
                <a:lnTo>
                  <a:pt x="507" y="491"/>
                </a:lnTo>
                <a:lnTo>
                  <a:pt x="506" y="491"/>
                </a:lnTo>
                <a:lnTo>
                  <a:pt x="505" y="492"/>
                </a:lnTo>
                <a:lnTo>
                  <a:pt x="504" y="492"/>
                </a:lnTo>
                <a:lnTo>
                  <a:pt x="504" y="491"/>
                </a:lnTo>
                <a:lnTo>
                  <a:pt x="505" y="491"/>
                </a:lnTo>
                <a:lnTo>
                  <a:pt x="505" y="490"/>
                </a:lnTo>
                <a:lnTo>
                  <a:pt x="504" y="490"/>
                </a:lnTo>
                <a:lnTo>
                  <a:pt x="503" y="490"/>
                </a:lnTo>
                <a:lnTo>
                  <a:pt x="502" y="490"/>
                </a:lnTo>
                <a:lnTo>
                  <a:pt x="502" y="489"/>
                </a:lnTo>
                <a:lnTo>
                  <a:pt x="501" y="489"/>
                </a:lnTo>
                <a:lnTo>
                  <a:pt x="501" y="490"/>
                </a:lnTo>
                <a:lnTo>
                  <a:pt x="500" y="490"/>
                </a:lnTo>
                <a:lnTo>
                  <a:pt x="499" y="490"/>
                </a:lnTo>
                <a:lnTo>
                  <a:pt x="499" y="489"/>
                </a:lnTo>
                <a:lnTo>
                  <a:pt x="499" y="488"/>
                </a:lnTo>
                <a:lnTo>
                  <a:pt x="498" y="488"/>
                </a:lnTo>
                <a:lnTo>
                  <a:pt x="497" y="488"/>
                </a:lnTo>
                <a:lnTo>
                  <a:pt x="497" y="489"/>
                </a:lnTo>
                <a:lnTo>
                  <a:pt x="496" y="490"/>
                </a:lnTo>
                <a:lnTo>
                  <a:pt x="496" y="489"/>
                </a:lnTo>
                <a:lnTo>
                  <a:pt x="496" y="488"/>
                </a:lnTo>
                <a:lnTo>
                  <a:pt x="495" y="488"/>
                </a:lnTo>
                <a:lnTo>
                  <a:pt x="494" y="488"/>
                </a:lnTo>
                <a:lnTo>
                  <a:pt x="493" y="488"/>
                </a:lnTo>
                <a:lnTo>
                  <a:pt x="492" y="488"/>
                </a:lnTo>
                <a:lnTo>
                  <a:pt x="492" y="487"/>
                </a:lnTo>
                <a:lnTo>
                  <a:pt x="493" y="487"/>
                </a:lnTo>
                <a:lnTo>
                  <a:pt x="494" y="487"/>
                </a:lnTo>
                <a:lnTo>
                  <a:pt x="494" y="486"/>
                </a:lnTo>
                <a:lnTo>
                  <a:pt x="494" y="485"/>
                </a:lnTo>
                <a:lnTo>
                  <a:pt x="495" y="485"/>
                </a:lnTo>
                <a:lnTo>
                  <a:pt x="496" y="485"/>
                </a:lnTo>
                <a:lnTo>
                  <a:pt x="496" y="484"/>
                </a:lnTo>
                <a:lnTo>
                  <a:pt x="496" y="483"/>
                </a:lnTo>
                <a:lnTo>
                  <a:pt x="497" y="483"/>
                </a:lnTo>
                <a:lnTo>
                  <a:pt x="499" y="483"/>
                </a:lnTo>
                <a:lnTo>
                  <a:pt x="500" y="483"/>
                </a:lnTo>
                <a:lnTo>
                  <a:pt x="499" y="483"/>
                </a:lnTo>
                <a:lnTo>
                  <a:pt x="499" y="482"/>
                </a:lnTo>
                <a:lnTo>
                  <a:pt x="497" y="482"/>
                </a:lnTo>
                <a:lnTo>
                  <a:pt x="496" y="482"/>
                </a:lnTo>
                <a:lnTo>
                  <a:pt x="495" y="482"/>
                </a:lnTo>
                <a:lnTo>
                  <a:pt x="494" y="482"/>
                </a:lnTo>
                <a:lnTo>
                  <a:pt x="494" y="481"/>
                </a:lnTo>
                <a:lnTo>
                  <a:pt x="494" y="480"/>
                </a:lnTo>
                <a:lnTo>
                  <a:pt x="493" y="480"/>
                </a:lnTo>
                <a:lnTo>
                  <a:pt x="492" y="480"/>
                </a:lnTo>
                <a:lnTo>
                  <a:pt x="491" y="480"/>
                </a:lnTo>
                <a:lnTo>
                  <a:pt x="491" y="479"/>
                </a:lnTo>
                <a:lnTo>
                  <a:pt x="492" y="479"/>
                </a:lnTo>
                <a:lnTo>
                  <a:pt x="493" y="478"/>
                </a:lnTo>
                <a:lnTo>
                  <a:pt x="492" y="477"/>
                </a:lnTo>
                <a:lnTo>
                  <a:pt x="491" y="477"/>
                </a:lnTo>
                <a:lnTo>
                  <a:pt x="491" y="478"/>
                </a:lnTo>
                <a:lnTo>
                  <a:pt x="490" y="477"/>
                </a:lnTo>
                <a:lnTo>
                  <a:pt x="490" y="476"/>
                </a:lnTo>
                <a:lnTo>
                  <a:pt x="489" y="476"/>
                </a:lnTo>
                <a:lnTo>
                  <a:pt x="488" y="476"/>
                </a:lnTo>
                <a:lnTo>
                  <a:pt x="487" y="475"/>
                </a:lnTo>
                <a:lnTo>
                  <a:pt x="486" y="475"/>
                </a:lnTo>
                <a:lnTo>
                  <a:pt x="486" y="474"/>
                </a:lnTo>
                <a:lnTo>
                  <a:pt x="487" y="474"/>
                </a:lnTo>
                <a:lnTo>
                  <a:pt x="487" y="473"/>
                </a:lnTo>
                <a:lnTo>
                  <a:pt x="487" y="472"/>
                </a:lnTo>
                <a:lnTo>
                  <a:pt x="488" y="472"/>
                </a:lnTo>
                <a:lnTo>
                  <a:pt x="488" y="473"/>
                </a:lnTo>
                <a:lnTo>
                  <a:pt x="489" y="473"/>
                </a:lnTo>
                <a:lnTo>
                  <a:pt x="490" y="473"/>
                </a:lnTo>
                <a:lnTo>
                  <a:pt x="490" y="472"/>
                </a:lnTo>
                <a:lnTo>
                  <a:pt x="490" y="471"/>
                </a:lnTo>
                <a:lnTo>
                  <a:pt x="489" y="472"/>
                </a:lnTo>
                <a:lnTo>
                  <a:pt x="488" y="472"/>
                </a:lnTo>
                <a:lnTo>
                  <a:pt x="488" y="471"/>
                </a:lnTo>
                <a:lnTo>
                  <a:pt x="488" y="470"/>
                </a:lnTo>
                <a:lnTo>
                  <a:pt x="488" y="469"/>
                </a:lnTo>
                <a:lnTo>
                  <a:pt x="487" y="469"/>
                </a:lnTo>
                <a:lnTo>
                  <a:pt x="488" y="469"/>
                </a:lnTo>
                <a:lnTo>
                  <a:pt x="488" y="468"/>
                </a:lnTo>
                <a:lnTo>
                  <a:pt x="488" y="467"/>
                </a:lnTo>
                <a:lnTo>
                  <a:pt x="487" y="467"/>
                </a:lnTo>
                <a:lnTo>
                  <a:pt x="487" y="468"/>
                </a:lnTo>
                <a:lnTo>
                  <a:pt x="485" y="468"/>
                </a:lnTo>
                <a:lnTo>
                  <a:pt x="484" y="467"/>
                </a:lnTo>
                <a:lnTo>
                  <a:pt x="483" y="467"/>
                </a:lnTo>
                <a:lnTo>
                  <a:pt x="484" y="466"/>
                </a:lnTo>
                <a:lnTo>
                  <a:pt x="484" y="465"/>
                </a:lnTo>
                <a:lnTo>
                  <a:pt x="483" y="465"/>
                </a:lnTo>
                <a:lnTo>
                  <a:pt x="482" y="465"/>
                </a:lnTo>
                <a:lnTo>
                  <a:pt x="481" y="465"/>
                </a:lnTo>
                <a:lnTo>
                  <a:pt x="481" y="464"/>
                </a:lnTo>
                <a:lnTo>
                  <a:pt x="480" y="464"/>
                </a:lnTo>
                <a:lnTo>
                  <a:pt x="479" y="464"/>
                </a:lnTo>
                <a:lnTo>
                  <a:pt x="478" y="464"/>
                </a:lnTo>
                <a:lnTo>
                  <a:pt x="478" y="465"/>
                </a:lnTo>
                <a:lnTo>
                  <a:pt x="477" y="464"/>
                </a:lnTo>
                <a:lnTo>
                  <a:pt x="477" y="463"/>
                </a:lnTo>
                <a:lnTo>
                  <a:pt x="478" y="463"/>
                </a:lnTo>
                <a:lnTo>
                  <a:pt x="479" y="463"/>
                </a:lnTo>
                <a:lnTo>
                  <a:pt x="479" y="462"/>
                </a:lnTo>
                <a:lnTo>
                  <a:pt x="479" y="461"/>
                </a:lnTo>
                <a:lnTo>
                  <a:pt x="478" y="461"/>
                </a:lnTo>
                <a:lnTo>
                  <a:pt x="477" y="460"/>
                </a:lnTo>
                <a:lnTo>
                  <a:pt x="477" y="461"/>
                </a:lnTo>
                <a:lnTo>
                  <a:pt x="476" y="461"/>
                </a:lnTo>
                <a:lnTo>
                  <a:pt x="475" y="461"/>
                </a:lnTo>
                <a:lnTo>
                  <a:pt x="475" y="462"/>
                </a:lnTo>
                <a:lnTo>
                  <a:pt x="474" y="462"/>
                </a:lnTo>
                <a:lnTo>
                  <a:pt x="473" y="462"/>
                </a:lnTo>
                <a:lnTo>
                  <a:pt x="473" y="463"/>
                </a:lnTo>
                <a:lnTo>
                  <a:pt x="472" y="463"/>
                </a:lnTo>
                <a:lnTo>
                  <a:pt x="471" y="464"/>
                </a:lnTo>
                <a:lnTo>
                  <a:pt x="470" y="465"/>
                </a:lnTo>
                <a:lnTo>
                  <a:pt x="470" y="466"/>
                </a:lnTo>
                <a:lnTo>
                  <a:pt x="470" y="467"/>
                </a:lnTo>
                <a:lnTo>
                  <a:pt x="470" y="468"/>
                </a:lnTo>
                <a:lnTo>
                  <a:pt x="469" y="468"/>
                </a:lnTo>
                <a:lnTo>
                  <a:pt x="469" y="469"/>
                </a:lnTo>
                <a:lnTo>
                  <a:pt x="469" y="470"/>
                </a:lnTo>
                <a:lnTo>
                  <a:pt x="468" y="470"/>
                </a:lnTo>
                <a:lnTo>
                  <a:pt x="468" y="469"/>
                </a:lnTo>
                <a:lnTo>
                  <a:pt x="467" y="469"/>
                </a:lnTo>
                <a:lnTo>
                  <a:pt x="467" y="468"/>
                </a:lnTo>
                <a:lnTo>
                  <a:pt x="467" y="467"/>
                </a:lnTo>
                <a:lnTo>
                  <a:pt x="466" y="467"/>
                </a:lnTo>
                <a:lnTo>
                  <a:pt x="465" y="468"/>
                </a:lnTo>
                <a:lnTo>
                  <a:pt x="465" y="470"/>
                </a:lnTo>
                <a:lnTo>
                  <a:pt x="465" y="471"/>
                </a:lnTo>
                <a:lnTo>
                  <a:pt x="465" y="472"/>
                </a:lnTo>
                <a:lnTo>
                  <a:pt x="464" y="473"/>
                </a:lnTo>
                <a:lnTo>
                  <a:pt x="464" y="472"/>
                </a:lnTo>
                <a:lnTo>
                  <a:pt x="463" y="472"/>
                </a:lnTo>
                <a:lnTo>
                  <a:pt x="463" y="471"/>
                </a:lnTo>
                <a:lnTo>
                  <a:pt x="463" y="470"/>
                </a:lnTo>
                <a:lnTo>
                  <a:pt x="462" y="470"/>
                </a:lnTo>
                <a:lnTo>
                  <a:pt x="462" y="469"/>
                </a:lnTo>
                <a:lnTo>
                  <a:pt x="461" y="469"/>
                </a:lnTo>
                <a:lnTo>
                  <a:pt x="461" y="468"/>
                </a:lnTo>
                <a:lnTo>
                  <a:pt x="460" y="468"/>
                </a:lnTo>
                <a:lnTo>
                  <a:pt x="460" y="467"/>
                </a:lnTo>
                <a:lnTo>
                  <a:pt x="459" y="467"/>
                </a:lnTo>
                <a:lnTo>
                  <a:pt x="458" y="467"/>
                </a:lnTo>
                <a:lnTo>
                  <a:pt x="458" y="466"/>
                </a:lnTo>
                <a:lnTo>
                  <a:pt x="457" y="466"/>
                </a:lnTo>
                <a:lnTo>
                  <a:pt x="456" y="466"/>
                </a:lnTo>
                <a:lnTo>
                  <a:pt x="455" y="467"/>
                </a:lnTo>
                <a:lnTo>
                  <a:pt x="455" y="468"/>
                </a:lnTo>
                <a:lnTo>
                  <a:pt x="455" y="469"/>
                </a:lnTo>
                <a:lnTo>
                  <a:pt x="456" y="469"/>
                </a:lnTo>
                <a:lnTo>
                  <a:pt x="457" y="470"/>
                </a:lnTo>
                <a:lnTo>
                  <a:pt x="458" y="470"/>
                </a:lnTo>
                <a:lnTo>
                  <a:pt x="458" y="471"/>
                </a:lnTo>
                <a:lnTo>
                  <a:pt x="457" y="472"/>
                </a:lnTo>
                <a:lnTo>
                  <a:pt x="457" y="473"/>
                </a:lnTo>
                <a:lnTo>
                  <a:pt x="456" y="473"/>
                </a:lnTo>
                <a:lnTo>
                  <a:pt x="455" y="473"/>
                </a:lnTo>
                <a:lnTo>
                  <a:pt x="455" y="474"/>
                </a:lnTo>
                <a:lnTo>
                  <a:pt x="455" y="475"/>
                </a:lnTo>
                <a:lnTo>
                  <a:pt x="454" y="475"/>
                </a:lnTo>
                <a:lnTo>
                  <a:pt x="453" y="475"/>
                </a:lnTo>
                <a:lnTo>
                  <a:pt x="452" y="476"/>
                </a:lnTo>
                <a:lnTo>
                  <a:pt x="451" y="476"/>
                </a:lnTo>
                <a:lnTo>
                  <a:pt x="450" y="475"/>
                </a:lnTo>
                <a:lnTo>
                  <a:pt x="450" y="474"/>
                </a:lnTo>
                <a:lnTo>
                  <a:pt x="449" y="474"/>
                </a:lnTo>
                <a:lnTo>
                  <a:pt x="448" y="474"/>
                </a:lnTo>
                <a:lnTo>
                  <a:pt x="448" y="475"/>
                </a:lnTo>
                <a:lnTo>
                  <a:pt x="448" y="476"/>
                </a:lnTo>
                <a:lnTo>
                  <a:pt x="447" y="476"/>
                </a:lnTo>
                <a:lnTo>
                  <a:pt x="448" y="476"/>
                </a:lnTo>
                <a:lnTo>
                  <a:pt x="448" y="478"/>
                </a:lnTo>
                <a:lnTo>
                  <a:pt x="447" y="478"/>
                </a:lnTo>
                <a:lnTo>
                  <a:pt x="447" y="479"/>
                </a:lnTo>
                <a:lnTo>
                  <a:pt x="446" y="479"/>
                </a:lnTo>
                <a:lnTo>
                  <a:pt x="446" y="480"/>
                </a:lnTo>
                <a:lnTo>
                  <a:pt x="446" y="479"/>
                </a:lnTo>
                <a:lnTo>
                  <a:pt x="445" y="480"/>
                </a:lnTo>
                <a:lnTo>
                  <a:pt x="444" y="480"/>
                </a:lnTo>
                <a:lnTo>
                  <a:pt x="444" y="481"/>
                </a:lnTo>
                <a:lnTo>
                  <a:pt x="444" y="482"/>
                </a:lnTo>
                <a:lnTo>
                  <a:pt x="444" y="483"/>
                </a:lnTo>
                <a:lnTo>
                  <a:pt x="445" y="483"/>
                </a:lnTo>
                <a:lnTo>
                  <a:pt x="445" y="484"/>
                </a:lnTo>
                <a:lnTo>
                  <a:pt x="445" y="485"/>
                </a:lnTo>
                <a:lnTo>
                  <a:pt x="446" y="486"/>
                </a:lnTo>
                <a:lnTo>
                  <a:pt x="445" y="486"/>
                </a:lnTo>
                <a:lnTo>
                  <a:pt x="445" y="487"/>
                </a:lnTo>
                <a:lnTo>
                  <a:pt x="444" y="487"/>
                </a:lnTo>
                <a:lnTo>
                  <a:pt x="443" y="487"/>
                </a:lnTo>
                <a:lnTo>
                  <a:pt x="443" y="488"/>
                </a:lnTo>
                <a:lnTo>
                  <a:pt x="443" y="489"/>
                </a:lnTo>
                <a:lnTo>
                  <a:pt x="442" y="489"/>
                </a:lnTo>
                <a:lnTo>
                  <a:pt x="442" y="490"/>
                </a:lnTo>
                <a:lnTo>
                  <a:pt x="443" y="491"/>
                </a:lnTo>
                <a:lnTo>
                  <a:pt x="442" y="491"/>
                </a:lnTo>
                <a:lnTo>
                  <a:pt x="442" y="492"/>
                </a:lnTo>
                <a:lnTo>
                  <a:pt x="442" y="493"/>
                </a:lnTo>
                <a:lnTo>
                  <a:pt x="443" y="493"/>
                </a:lnTo>
                <a:lnTo>
                  <a:pt x="442" y="494"/>
                </a:lnTo>
                <a:lnTo>
                  <a:pt x="441" y="494"/>
                </a:lnTo>
                <a:lnTo>
                  <a:pt x="441" y="495"/>
                </a:lnTo>
                <a:lnTo>
                  <a:pt x="440" y="495"/>
                </a:lnTo>
                <a:lnTo>
                  <a:pt x="440" y="496"/>
                </a:lnTo>
                <a:lnTo>
                  <a:pt x="439" y="497"/>
                </a:lnTo>
                <a:lnTo>
                  <a:pt x="439" y="498"/>
                </a:lnTo>
                <a:lnTo>
                  <a:pt x="438" y="499"/>
                </a:lnTo>
                <a:lnTo>
                  <a:pt x="438" y="500"/>
                </a:lnTo>
                <a:lnTo>
                  <a:pt x="438" y="501"/>
                </a:lnTo>
                <a:lnTo>
                  <a:pt x="438" y="502"/>
                </a:lnTo>
                <a:lnTo>
                  <a:pt x="438" y="503"/>
                </a:lnTo>
                <a:lnTo>
                  <a:pt x="439" y="504"/>
                </a:lnTo>
                <a:lnTo>
                  <a:pt x="439" y="505"/>
                </a:lnTo>
                <a:lnTo>
                  <a:pt x="440" y="504"/>
                </a:lnTo>
                <a:lnTo>
                  <a:pt x="441" y="505"/>
                </a:lnTo>
                <a:lnTo>
                  <a:pt x="442" y="505"/>
                </a:lnTo>
                <a:lnTo>
                  <a:pt x="442" y="506"/>
                </a:lnTo>
                <a:lnTo>
                  <a:pt x="441" y="506"/>
                </a:lnTo>
                <a:lnTo>
                  <a:pt x="441" y="507"/>
                </a:lnTo>
                <a:lnTo>
                  <a:pt x="440" y="508"/>
                </a:lnTo>
                <a:lnTo>
                  <a:pt x="439" y="508"/>
                </a:lnTo>
                <a:lnTo>
                  <a:pt x="438" y="508"/>
                </a:lnTo>
                <a:lnTo>
                  <a:pt x="436" y="508"/>
                </a:lnTo>
                <a:lnTo>
                  <a:pt x="436" y="507"/>
                </a:lnTo>
                <a:lnTo>
                  <a:pt x="437" y="507"/>
                </a:lnTo>
                <a:lnTo>
                  <a:pt x="438" y="507"/>
                </a:lnTo>
                <a:lnTo>
                  <a:pt x="439" y="507"/>
                </a:lnTo>
                <a:lnTo>
                  <a:pt x="439" y="506"/>
                </a:lnTo>
                <a:lnTo>
                  <a:pt x="439" y="505"/>
                </a:lnTo>
                <a:lnTo>
                  <a:pt x="437" y="505"/>
                </a:lnTo>
                <a:lnTo>
                  <a:pt x="436" y="506"/>
                </a:lnTo>
                <a:lnTo>
                  <a:pt x="435" y="506"/>
                </a:lnTo>
                <a:lnTo>
                  <a:pt x="435" y="507"/>
                </a:lnTo>
                <a:lnTo>
                  <a:pt x="434" y="507"/>
                </a:lnTo>
                <a:lnTo>
                  <a:pt x="433" y="507"/>
                </a:lnTo>
                <a:lnTo>
                  <a:pt x="432" y="507"/>
                </a:lnTo>
                <a:lnTo>
                  <a:pt x="432" y="508"/>
                </a:lnTo>
                <a:lnTo>
                  <a:pt x="432" y="509"/>
                </a:lnTo>
                <a:lnTo>
                  <a:pt x="432" y="510"/>
                </a:lnTo>
                <a:lnTo>
                  <a:pt x="431" y="509"/>
                </a:lnTo>
                <a:lnTo>
                  <a:pt x="430" y="509"/>
                </a:lnTo>
                <a:lnTo>
                  <a:pt x="430" y="510"/>
                </a:lnTo>
                <a:lnTo>
                  <a:pt x="429" y="511"/>
                </a:lnTo>
                <a:lnTo>
                  <a:pt x="429" y="512"/>
                </a:lnTo>
                <a:lnTo>
                  <a:pt x="428" y="513"/>
                </a:lnTo>
                <a:lnTo>
                  <a:pt x="427" y="514"/>
                </a:lnTo>
                <a:lnTo>
                  <a:pt x="426" y="515"/>
                </a:lnTo>
                <a:lnTo>
                  <a:pt x="426" y="516"/>
                </a:lnTo>
                <a:lnTo>
                  <a:pt x="425" y="516"/>
                </a:lnTo>
                <a:lnTo>
                  <a:pt x="425" y="517"/>
                </a:lnTo>
                <a:lnTo>
                  <a:pt x="425" y="518"/>
                </a:lnTo>
                <a:lnTo>
                  <a:pt x="425" y="519"/>
                </a:lnTo>
                <a:lnTo>
                  <a:pt x="424" y="519"/>
                </a:lnTo>
                <a:lnTo>
                  <a:pt x="423" y="519"/>
                </a:lnTo>
                <a:lnTo>
                  <a:pt x="422" y="519"/>
                </a:lnTo>
                <a:lnTo>
                  <a:pt x="422" y="520"/>
                </a:lnTo>
                <a:lnTo>
                  <a:pt x="421" y="521"/>
                </a:lnTo>
                <a:lnTo>
                  <a:pt x="421" y="522"/>
                </a:lnTo>
                <a:lnTo>
                  <a:pt x="421" y="523"/>
                </a:lnTo>
                <a:lnTo>
                  <a:pt x="421" y="524"/>
                </a:lnTo>
                <a:lnTo>
                  <a:pt x="420" y="524"/>
                </a:lnTo>
                <a:lnTo>
                  <a:pt x="419" y="524"/>
                </a:lnTo>
                <a:lnTo>
                  <a:pt x="419" y="525"/>
                </a:lnTo>
                <a:lnTo>
                  <a:pt x="420" y="525"/>
                </a:lnTo>
                <a:lnTo>
                  <a:pt x="420" y="526"/>
                </a:lnTo>
                <a:lnTo>
                  <a:pt x="419" y="527"/>
                </a:lnTo>
                <a:lnTo>
                  <a:pt x="418" y="527"/>
                </a:lnTo>
                <a:lnTo>
                  <a:pt x="418" y="528"/>
                </a:lnTo>
                <a:lnTo>
                  <a:pt x="417" y="528"/>
                </a:lnTo>
                <a:lnTo>
                  <a:pt x="416" y="528"/>
                </a:lnTo>
                <a:lnTo>
                  <a:pt x="415" y="528"/>
                </a:lnTo>
                <a:lnTo>
                  <a:pt x="414" y="529"/>
                </a:lnTo>
                <a:lnTo>
                  <a:pt x="414" y="530"/>
                </a:lnTo>
                <a:lnTo>
                  <a:pt x="413" y="530"/>
                </a:lnTo>
                <a:lnTo>
                  <a:pt x="413" y="531"/>
                </a:lnTo>
                <a:lnTo>
                  <a:pt x="412" y="531"/>
                </a:lnTo>
                <a:lnTo>
                  <a:pt x="410" y="531"/>
                </a:lnTo>
                <a:lnTo>
                  <a:pt x="410" y="532"/>
                </a:lnTo>
                <a:lnTo>
                  <a:pt x="410" y="533"/>
                </a:lnTo>
                <a:lnTo>
                  <a:pt x="409" y="533"/>
                </a:lnTo>
                <a:lnTo>
                  <a:pt x="408" y="534"/>
                </a:lnTo>
                <a:lnTo>
                  <a:pt x="407" y="534"/>
                </a:lnTo>
                <a:lnTo>
                  <a:pt x="406" y="534"/>
                </a:lnTo>
                <a:lnTo>
                  <a:pt x="405" y="534"/>
                </a:lnTo>
                <a:lnTo>
                  <a:pt x="404" y="534"/>
                </a:lnTo>
                <a:lnTo>
                  <a:pt x="403" y="535"/>
                </a:lnTo>
                <a:lnTo>
                  <a:pt x="403" y="536"/>
                </a:lnTo>
                <a:lnTo>
                  <a:pt x="404" y="536"/>
                </a:lnTo>
                <a:lnTo>
                  <a:pt x="404" y="537"/>
                </a:lnTo>
                <a:lnTo>
                  <a:pt x="405" y="537"/>
                </a:lnTo>
                <a:lnTo>
                  <a:pt x="405" y="538"/>
                </a:lnTo>
                <a:lnTo>
                  <a:pt x="404" y="539"/>
                </a:lnTo>
                <a:lnTo>
                  <a:pt x="404" y="540"/>
                </a:lnTo>
                <a:lnTo>
                  <a:pt x="403" y="540"/>
                </a:lnTo>
                <a:lnTo>
                  <a:pt x="403" y="539"/>
                </a:lnTo>
                <a:lnTo>
                  <a:pt x="402" y="539"/>
                </a:lnTo>
                <a:lnTo>
                  <a:pt x="402" y="540"/>
                </a:lnTo>
                <a:lnTo>
                  <a:pt x="402" y="541"/>
                </a:lnTo>
                <a:lnTo>
                  <a:pt x="402" y="542"/>
                </a:lnTo>
                <a:lnTo>
                  <a:pt x="403" y="542"/>
                </a:lnTo>
                <a:lnTo>
                  <a:pt x="403" y="543"/>
                </a:lnTo>
                <a:lnTo>
                  <a:pt x="402" y="543"/>
                </a:lnTo>
                <a:lnTo>
                  <a:pt x="401" y="543"/>
                </a:lnTo>
                <a:lnTo>
                  <a:pt x="400" y="543"/>
                </a:lnTo>
                <a:lnTo>
                  <a:pt x="399" y="543"/>
                </a:lnTo>
                <a:lnTo>
                  <a:pt x="399" y="544"/>
                </a:lnTo>
                <a:lnTo>
                  <a:pt x="400" y="545"/>
                </a:lnTo>
                <a:lnTo>
                  <a:pt x="400" y="546"/>
                </a:lnTo>
                <a:lnTo>
                  <a:pt x="399" y="547"/>
                </a:lnTo>
                <a:lnTo>
                  <a:pt x="398" y="547"/>
                </a:lnTo>
                <a:lnTo>
                  <a:pt x="398" y="548"/>
                </a:lnTo>
                <a:lnTo>
                  <a:pt x="398" y="549"/>
                </a:lnTo>
                <a:lnTo>
                  <a:pt x="397" y="549"/>
                </a:lnTo>
                <a:lnTo>
                  <a:pt x="396" y="550"/>
                </a:lnTo>
                <a:lnTo>
                  <a:pt x="396" y="551"/>
                </a:lnTo>
                <a:lnTo>
                  <a:pt x="395" y="551"/>
                </a:lnTo>
                <a:lnTo>
                  <a:pt x="395" y="550"/>
                </a:lnTo>
                <a:lnTo>
                  <a:pt x="394" y="550"/>
                </a:lnTo>
                <a:lnTo>
                  <a:pt x="393" y="550"/>
                </a:lnTo>
                <a:lnTo>
                  <a:pt x="392" y="551"/>
                </a:lnTo>
                <a:lnTo>
                  <a:pt x="391" y="551"/>
                </a:lnTo>
                <a:lnTo>
                  <a:pt x="391" y="552"/>
                </a:lnTo>
                <a:lnTo>
                  <a:pt x="391" y="553"/>
                </a:lnTo>
                <a:lnTo>
                  <a:pt x="392" y="553"/>
                </a:lnTo>
                <a:lnTo>
                  <a:pt x="392" y="552"/>
                </a:lnTo>
                <a:lnTo>
                  <a:pt x="393" y="552"/>
                </a:lnTo>
                <a:lnTo>
                  <a:pt x="394" y="552"/>
                </a:lnTo>
                <a:lnTo>
                  <a:pt x="395" y="552"/>
                </a:lnTo>
                <a:lnTo>
                  <a:pt x="395" y="553"/>
                </a:lnTo>
                <a:lnTo>
                  <a:pt x="394" y="553"/>
                </a:lnTo>
                <a:lnTo>
                  <a:pt x="393" y="554"/>
                </a:lnTo>
                <a:lnTo>
                  <a:pt x="392" y="554"/>
                </a:lnTo>
                <a:lnTo>
                  <a:pt x="392" y="553"/>
                </a:lnTo>
                <a:lnTo>
                  <a:pt x="391" y="553"/>
                </a:lnTo>
                <a:lnTo>
                  <a:pt x="390" y="553"/>
                </a:lnTo>
                <a:lnTo>
                  <a:pt x="390" y="554"/>
                </a:lnTo>
                <a:lnTo>
                  <a:pt x="390" y="555"/>
                </a:lnTo>
                <a:lnTo>
                  <a:pt x="389" y="555"/>
                </a:lnTo>
                <a:lnTo>
                  <a:pt x="389" y="556"/>
                </a:lnTo>
                <a:lnTo>
                  <a:pt x="387" y="556"/>
                </a:lnTo>
                <a:lnTo>
                  <a:pt x="386" y="556"/>
                </a:lnTo>
                <a:lnTo>
                  <a:pt x="386" y="555"/>
                </a:lnTo>
                <a:lnTo>
                  <a:pt x="385" y="555"/>
                </a:lnTo>
                <a:lnTo>
                  <a:pt x="385" y="554"/>
                </a:lnTo>
                <a:lnTo>
                  <a:pt x="386" y="553"/>
                </a:lnTo>
                <a:lnTo>
                  <a:pt x="386" y="552"/>
                </a:lnTo>
                <a:lnTo>
                  <a:pt x="385" y="552"/>
                </a:lnTo>
                <a:lnTo>
                  <a:pt x="385" y="553"/>
                </a:lnTo>
                <a:lnTo>
                  <a:pt x="384" y="553"/>
                </a:lnTo>
                <a:lnTo>
                  <a:pt x="384" y="554"/>
                </a:lnTo>
                <a:lnTo>
                  <a:pt x="383" y="554"/>
                </a:lnTo>
                <a:lnTo>
                  <a:pt x="383" y="553"/>
                </a:lnTo>
                <a:lnTo>
                  <a:pt x="382" y="553"/>
                </a:lnTo>
                <a:lnTo>
                  <a:pt x="381" y="553"/>
                </a:lnTo>
                <a:lnTo>
                  <a:pt x="381" y="554"/>
                </a:lnTo>
                <a:lnTo>
                  <a:pt x="380" y="555"/>
                </a:lnTo>
                <a:lnTo>
                  <a:pt x="379" y="555"/>
                </a:lnTo>
                <a:lnTo>
                  <a:pt x="379" y="556"/>
                </a:lnTo>
                <a:lnTo>
                  <a:pt x="378" y="556"/>
                </a:lnTo>
                <a:lnTo>
                  <a:pt x="377" y="556"/>
                </a:lnTo>
                <a:lnTo>
                  <a:pt x="377" y="557"/>
                </a:lnTo>
                <a:lnTo>
                  <a:pt x="376" y="557"/>
                </a:lnTo>
                <a:lnTo>
                  <a:pt x="375" y="557"/>
                </a:lnTo>
                <a:lnTo>
                  <a:pt x="375" y="556"/>
                </a:lnTo>
                <a:lnTo>
                  <a:pt x="375" y="555"/>
                </a:lnTo>
                <a:lnTo>
                  <a:pt x="374" y="555"/>
                </a:lnTo>
                <a:lnTo>
                  <a:pt x="374" y="554"/>
                </a:lnTo>
                <a:lnTo>
                  <a:pt x="372" y="554"/>
                </a:lnTo>
                <a:lnTo>
                  <a:pt x="372" y="555"/>
                </a:lnTo>
                <a:lnTo>
                  <a:pt x="371" y="555"/>
                </a:lnTo>
                <a:lnTo>
                  <a:pt x="371" y="556"/>
                </a:lnTo>
                <a:lnTo>
                  <a:pt x="370" y="556"/>
                </a:lnTo>
                <a:lnTo>
                  <a:pt x="369" y="557"/>
                </a:lnTo>
                <a:lnTo>
                  <a:pt x="369" y="556"/>
                </a:lnTo>
                <a:lnTo>
                  <a:pt x="369" y="557"/>
                </a:lnTo>
                <a:lnTo>
                  <a:pt x="369" y="556"/>
                </a:lnTo>
                <a:lnTo>
                  <a:pt x="368" y="556"/>
                </a:lnTo>
                <a:lnTo>
                  <a:pt x="367" y="557"/>
                </a:lnTo>
                <a:lnTo>
                  <a:pt x="366" y="557"/>
                </a:lnTo>
                <a:lnTo>
                  <a:pt x="366" y="556"/>
                </a:lnTo>
                <a:lnTo>
                  <a:pt x="366" y="555"/>
                </a:lnTo>
                <a:lnTo>
                  <a:pt x="365" y="555"/>
                </a:lnTo>
                <a:lnTo>
                  <a:pt x="365" y="554"/>
                </a:lnTo>
                <a:lnTo>
                  <a:pt x="364" y="554"/>
                </a:lnTo>
                <a:lnTo>
                  <a:pt x="364" y="553"/>
                </a:lnTo>
                <a:lnTo>
                  <a:pt x="363" y="553"/>
                </a:lnTo>
                <a:lnTo>
                  <a:pt x="362" y="553"/>
                </a:lnTo>
                <a:lnTo>
                  <a:pt x="362" y="552"/>
                </a:lnTo>
                <a:lnTo>
                  <a:pt x="361" y="552"/>
                </a:lnTo>
                <a:lnTo>
                  <a:pt x="361" y="553"/>
                </a:lnTo>
                <a:lnTo>
                  <a:pt x="360" y="553"/>
                </a:lnTo>
                <a:lnTo>
                  <a:pt x="359" y="553"/>
                </a:lnTo>
                <a:lnTo>
                  <a:pt x="358" y="553"/>
                </a:lnTo>
                <a:lnTo>
                  <a:pt x="357" y="553"/>
                </a:lnTo>
                <a:lnTo>
                  <a:pt x="357" y="554"/>
                </a:lnTo>
                <a:lnTo>
                  <a:pt x="356" y="554"/>
                </a:lnTo>
                <a:lnTo>
                  <a:pt x="355" y="554"/>
                </a:lnTo>
                <a:lnTo>
                  <a:pt x="355" y="553"/>
                </a:lnTo>
                <a:lnTo>
                  <a:pt x="356" y="552"/>
                </a:lnTo>
                <a:lnTo>
                  <a:pt x="356" y="551"/>
                </a:lnTo>
                <a:lnTo>
                  <a:pt x="356" y="550"/>
                </a:lnTo>
                <a:lnTo>
                  <a:pt x="357" y="550"/>
                </a:lnTo>
                <a:lnTo>
                  <a:pt x="358" y="550"/>
                </a:lnTo>
                <a:lnTo>
                  <a:pt x="358" y="549"/>
                </a:lnTo>
                <a:lnTo>
                  <a:pt x="359" y="549"/>
                </a:lnTo>
                <a:lnTo>
                  <a:pt x="360" y="549"/>
                </a:lnTo>
                <a:lnTo>
                  <a:pt x="361" y="548"/>
                </a:lnTo>
                <a:lnTo>
                  <a:pt x="361" y="547"/>
                </a:lnTo>
                <a:lnTo>
                  <a:pt x="361" y="546"/>
                </a:lnTo>
                <a:lnTo>
                  <a:pt x="362" y="546"/>
                </a:lnTo>
                <a:lnTo>
                  <a:pt x="363" y="546"/>
                </a:lnTo>
                <a:lnTo>
                  <a:pt x="364" y="546"/>
                </a:lnTo>
                <a:lnTo>
                  <a:pt x="364" y="545"/>
                </a:lnTo>
                <a:lnTo>
                  <a:pt x="364" y="544"/>
                </a:lnTo>
                <a:lnTo>
                  <a:pt x="364" y="543"/>
                </a:lnTo>
                <a:lnTo>
                  <a:pt x="364" y="542"/>
                </a:lnTo>
                <a:lnTo>
                  <a:pt x="365" y="542"/>
                </a:lnTo>
                <a:lnTo>
                  <a:pt x="364" y="542"/>
                </a:lnTo>
                <a:lnTo>
                  <a:pt x="364" y="541"/>
                </a:lnTo>
                <a:lnTo>
                  <a:pt x="365" y="541"/>
                </a:lnTo>
                <a:lnTo>
                  <a:pt x="366" y="541"/>
                </a:lnTo>
                <a:lnTo>
                  <a:pt x="366" y="540"/>
                </a:lnTo>
                <a:lnTo>
                  <a:pt x="367" y="540"/>
                </a:lnTo>
                <a:lnTo>
                  <a:pt x="367" y="539"/>
                </a:lnTo>
                <a:lnTo>
                  <a:pt x="368" y="538"/>
                </a:lnTo>
                <a:lnTo>
                  <a:pt x="368" y="537"/>
                </a:lnTo>
                <a:lnTo>
                  <a:pt x="369" y="537"/>
                </a:lnTo>
                <a:lnTo>
                  <a:pt x="369" y="536"/>
                </a:lnTo>
                <a:lnTo>
                  <a:pt x="369" y="535"/>
                </a:lnTo>
                <a:lnTo>
                  <a:pt x="369" y="534"/>
                </a:lnTo>
                <a:lnTo>
                  <a:pt x="368" y="534"/>
                </a:lnTo>
                <a:lnTo>
                  <a:pt x="367" y="534"/>
                </a:lnTo>
                <a:lnTo>
                  <a:pt x="367" y="533"/>
                </a:lnTo>
                <a:lnTo>
                  <a:pt x="367" y="532"/>
                </a:lnTo>
                <a:lnTo>
                  <a:pt x="368" y="532"/>
                </a:lnTo>
                <a:lnTo>
                  <a:pt x="368" y="531"/>
                </a:lnTo>
                <a:lnTo>
                  <a:pt x="369" y="531"/>
                </a:lnTo>
                <a:lnTo>
                  <a:pt x="370" y="531"/>
                </a:lnTo>
                <a:lnTo>
                  <a:pt x="371" y="530"/>
                </a:lnTo>
                <a:lnTo>
                  <a:pt x="371" y="529"/>
                </a:lnTo>
                <a:lnTo>
                  <a:pt x="372" y="529"/>
                </a:lnTo>
                <a:lnTo>
                  <a:pt x="372" y="528"/>
                </a:lnTo>
                <a:lnTo>
                  <a:pt x="373" y="528"/>
                </a:lnTo>
                <a:lnTo>
                  <a:pt x="373" y="527"/>
                </a:lnTo>
                <a:lnTo>
                  <a:pt x="374" y="526"/>
                </a:lnTo>
                <a:lnTo>
                  <a:pt x="373" y="526"/>
                </a:lnTo>
                <a:lnTo>
                  <a:pt x="372" y="526"/>
                </a:lnTo>
                <a:lnTo>
                  <a:pt x="371" y="526"/>
                </a:lnTo>
                <a:lnTo>
                  <a:pt x="370" y="525"/>
                </a:lnTo>
                <a:lnTo>
                  <a:pt x="369" y="525"/>
                </a:lnTo>
                <a:lnTo>
                  <a:pt x="369" y="524"/>
                </a:lnTo>
                <a:lnTo>
                  <a:pt x="369" y="523"/>
                </a:lnTo>
                <a:lnTo>
                  <a:pt x="370" y="522"/>
                </a:lnTo>
                <a:lnTo>
                  <a:pt x="370" y="521"/>
                </a:lnTo>
                <a:lnTo>
                  <a:pt x="371" y="520"/>
                </a:lnTo>
                <a:lnTo>
                  <a:pt x="371" y="519"/>
                </a:lnTo>
                <a:lnTo>
                  <a:pt x="370" y="519"/>
                </a:lnTo>
                <a:lnTo>
                  <a:pt x="370" y="518"/>
                </a:lnTo>
                <a:lnTo>
                  <a:pt x="369" y="518"/>
                </a:lnTo>
                <a:lnTo>
                  <a:pt x="368" y="519"/>
                </a:lnTo>
                <a:lnTo>
                  <a:pt x="367" y="519"/>
                </a:lnTo>
                <a:lnTo>
                  <a:pt x="367" y="518"/>
                </a:lnTo>
                <a:lnTo>
                  <a:pt x="366" y="518"/>
                </a:lnTo>
                <a:lnTo>
                  <a:pt x="365" y="518"/>
                </a:lnTo>
                <a:lnTo>
                  <a:pt x="365" y="517"/>
                </a:lnTo>
                <a:lnTo>
                  <a:pt x="365" y="516"/>
                </a:lnTo>
                <a:lnTo>
                  <a:pt x="365" y="515"/>
                </a:lnTo>
                <a:lnTo>
                  <a:pt x="364" y="515"/>
                </a:lnTo>
                <a:lnTo>
                  <a:pt x="363" y="515"/>
                </a:lnTo>
                <a:lnTo>
                  <a:pt x="363" y="516"/>
                </a:lnTo>
                <a:lnTo>
                  <a:pt x="362" y="516"/>
                </a:lnTo>
                <a:lnTo>
                  <a:pt x="361" y="516"/>
                </a:lnTo>
                <a:lnTo>
                  <a:pt x="361" y="515"/>
                </a:lnTo>
                <a:lnTo>
                  <a:pt x="360" y="515"/>
                </a:lnTo>
                <a:lnTo>
                  <a:pt x="360" y="514"/>
                </a:lnTo>
                <a:lnTo>
                  <a:pt x="361" y="514"/>
                </a:lnTo>
                <a:lnTo>
                  <a:pt x="361" y="513"/>
                </a:lnTo>
                <a:lnTo>
                  <a:pt x="360" y="513"/>
                </a:lnTo>
                <a:lnTo>
                  <a:pt x="360" y="512"/>
                </a:lnTo>
                <a:lnTo>
                  <a:pt x="359" y="512"/>
                </a:lnTo>
                <a:lnTo>
                  <a:pt x="359" y="511"/>
                </a:lnTo>
                <a:lnTo>
                  <a:pt x="360" y="511"/>
                </a:lnTo>
                <a:lnTo>
                  <a:pt x="360" y="510"/>
                </a:lnTo>
                <a:lnTo>
                  <a:pt x="360" y="509"/>
                </a:lnTo>
                <a:lnTo>
                  <a:pt x="360" y="508"/>
                </a:lnTo>
                <a:lnTo>
                  <a:pt x="359" y="508"/>
                </a:lnTo>
                <a:lnTo>
                  <a:pt x="358" y="507"/>
                </a:lnTo>
                <a:lnTo>
                  <a:pt x="358" y="506"/>
                </a:lnTo>
                <a:lnTo>
                  <a:pt x="357" y="506"/>
                </a:lnTo>
                <a:lnTo>
                  <a:pt x="356" y="506"/>
                </a:lnTo>
                <a:lnTo>
                  <a:pt x="355" y="506"/>
                </a:lnTo>
                <a:lnTo>
                  <a:pt x="355" y="505"/>
                </a:lnTo>
                <a:lnTo>
                  <a:pt x="356" y="505"/>
                </a:lnTo>
                <a:lnTo>
                  <a:pt x="356" y="504"/>
                </a:lnTo>
                <a:lnTo>
                  <a:pt x="355" y="503"/>
                </a:lnTo>
                <a:lnTo>
                  <a:pt x="354" y="503"/>
                </a:lnTo>
                <a:lnTo>
                  <a:pt x="353" y="503"/>
                </a:lnTo>
                <a:lnTo>
                  <a:pt x="352" y="502"/>
                </a:lnTo>
                <a:lnTo>
                  <a:pt x="352" y="503"/>
                </a:lnTo>
                <a:lnTo>
                  <a:pt x="352" y="502"/>
                </a:lnTo>
                <a:lnTo>
                  <a:pt x="353" y="502"/>
                </a:lnTo>
                <a:lnTo>
                  <a:pt x="353" y="501"/>
                </a:lnTo>
                <a:lnTo>
                  <a:pt x="352" y="501"/>
                </a:lnTo>
                <a:lnTo>
                  <a:pt x="352" y="500"/>
                </a:lnTo>
                <a:lnTo>
                  <a:pt x="351" y="500"/>
                </a:lnTo>
                <a:lnTo>
                  <a:pt x="351" y="499"/>
                </a:lnTo>
                <a:lnTo>
                  <a:pt x="351" y="498"/>
                </a:lnTo>
                <a:lnTo>
                  <a:pt x="351" y="497"/>
                </a:lnTo>
                <a:lnTo>
                  <a:pt x="351" y="496"/>
                </a:lnTo>
                <a:lnTo>
                  <a:pt x="352" y="496"/>
                </a:lnTo>
                <a:lnTo>
                  <a:pt x="352" y="495"/>
                </a:lnTo>
                <a:lnTo>
                  <a:pt x="351" y="495"/>
                </a:lnTo>
                <a:lnTo>
                  <a:pt x="351" y="494"/>
                </a:lnTo>
                <a:lnTo>
                  <a:pt x="351" y="495"/>
                </a:lnTo>
                <a:lnTo>
                  <a:pt x="350" y="495"/>
                </a:lnTo>
                <a:lnTo>
                  <a:pt x="350" y="494"/>
                </a:lnTo>
                <a:lnTo>
                  <a:pt x="350" y="495"/>
                </a:lnTo>
                <a:lnTo>
                  <a:pt x="349" y="495"/>
                </a:lnTo>
                <a:lnTo>
                  <a:pt x="349" y="494"/>
                </a:lnTo>
                <a:lnTo>
                  <a:pt x="349" y="493"/>
                </a:lnTo>
                <a:lnTo>
                  <a:pt x="348" y="492"/>
                </a:lnTo>
                <a:lnTo>
                  <a:pt x="347" y="492"/>
                </a:lnTo>
                <a:lnTo>
                  <a:pt x="347" y="491"/>
                </a:lnTo>
                <a:lnTo>
                  <a:pt x="347" y="490"/>
                </a:lnTo>
                <a:lnTo>
                  <a:pt x="348" y="490"/>
                </a:lnTo>
                <a:lnTo>
                  <a:pt x="348" y="489"/>
                </a:lnTo>
                <a:lnTo>
                  <a:pt x="347" y="489"/>
                </a:lnTo>
                <a:lnTo>
                  <a:pt x="347" y="488"/>
                </a:lnTo>
                <a:lnTo>
                  <a:pt x="346" y="488"/>
                </a:lnTo>
                <a:lnTo>
                  <a:pt x="346" y="487"/>
                </a:lnTo>
                <a:lnTo>
                  <a:pt x="346" y="486"/>
                </a:lnTo>
                <a:lnTo>
                  <a:pt x="345" y="486"/>
                </a:lnTo>
                <a:lnTo>
                  <a:pt x="345" y="485"/>
                </a:lnTo>
                <a:lnTo>
                  <a:pt x="344" y="485"/>
                </a:lnTo>
                <a:lnTo>
                  <a:pt x="344" y="484"/>
                </a:lnTo>
                <a:lnTo>
                  <a:pt x="345" y="484"/>
                </a:lnTo>
                <a:lnTo>
                  <a:pt x="344" y="484"/>
                </a:lnTo>
                <a:lnTo>
                  <a:pt x="343" y="483"/>
                </a:lnTo>
                <a:lnTo>
                  <a:pt x="343" y="482"/>
                </a:lnTo>
                <a:lnTo>
                  <a:pt x="343" y="481"/>
                </a:lnTo>
                <a:lnTo>
                  <a:pt x="344" y="481"/>
                </a:lnTo>
                <a:lnTo>
                  <a:pt x="344" y="480"/>
                </a:lnTo>
                <a:lnTo>
                  <a:pt x="344" y="479"/>
                </a:lnTo>
                <a:lnTo>
                  <a:pt x="345" y="479"/>
                </a:lnTo>
                <a:lnTo>
                  <a:pt x="345" y="478"/>
                </a:lnTo>
                <a:lnTo>
                  <a:pt x="344" y="478"/>
                </a:lnTo>
                <a:lnTo>
                  <a:pt x="343" y="476"/>
                </a:lnTo>
                <a:lnTo>
                  <a:pt x="344" y="476"/>
                </a:lnTo>
                <a:lnTo>
                  <a:pt x="343" y="476"/>
                </a:lnTo>
                <a:lnTo>
                  <a:pt x="343" y="475"/>
                </a:lnTo>
                <a:lnTo>
                  <a:pt x="343" y="474"/>
                </a:lnTo>
                <a:lnTo>
                  <a:pt x="342" y="474"/>
                </a:lnTo>
                <a:lnTo>
                  <a:pt x="342" y="475"/>
                </a:lnTo>
                <a:lnTo>
                  <a:pt x="342" y="474"/>
                </a:lnTo>
                <a:lnTo>
                  <a:pt x="341" y="474"/>
                </a:lnTo>
                <a:lnTo>
                  <a:pt x="341" y="473"/>
                </a:lnTo>
                <a:lnTo>
                  <a:pt x="340" y="473"/>
                </a:lnTo>
                <a:lnTo>
                  <a:pt x="339" y="473"/>
                </a:lnTo>
                <a:lnTo>
                  <a:pt x="338" y="473"/>
                </a:lnTo>
                <a:lnTo>
                  <a:pt x="337" y="473"/>
                </a:lnTo>
                <a:lnTo>
                  <a:pt x="336" y="474"/>
                </a:lnTo>
                <a:lnTo>
                  <a:pt x="335" y="474"/>
                </a:lnTo>
                <a:lnTo>
                  <a:pt x="334" y="474"/>
                </a:lnTo>
                <a:lnTo>
                  <a:pt x="333" y="475"/>
                </a:lnTo>
                <a:lnTo>
                  <a:pt x="332" y="475"/>
                </a:lnTo>
                <a:lnTo>
                  <a:pt x="331" y="474"/>
                </a:lnTo>
                <a:lnTo>
                  <a:pt x="332" y="472"/>
                </a:lnTo>
                <a:lnTo>
                  <a:pt x="333" y="471"/>
                </a:lnTo>
                <a:lnTo>
                  <a:pt x="333" y="470"/>
                </a:lnTo>
                <a:lnTo>
                  <a:pt x="333" y="469"/>
                </a:lnTo>
                <a:lnTo>
                  <a:pt x="333" y="468"/>
                </a:lnTo>
                <a:lnTo>
                  <a:pt x="333" y="467"/>
                </a:lnTo>
                <a:lnTo>
                  <a:pt x="332" y="467"/>
                </a:lnTo>
                <a:lnTo>
                  <a:pt x="332" y="466"/>
                </a:lnTo>
                <a:lnTo>
                  <a:pt x="332" y="465"/>
                </a:lnTo>
                <a:lnTo>
                  <a:pt x="332" y="464"/>
                </a:lnTo>
                <a:lnTo>
                  <a:pt x="331" y="463"/>
                </a:lnTo>
                <a:lnTo>
                  <a:pt x="331" y="462"/>
                </a:lnTo>
                <a:lnTo>
                  <a:pt x="330" y="461"/>
                </a:lnTo>
                <a:lnTo>
                  <a:pt x="330" y="460"/>
                </a:lnTo>
                <a:lnTo>
                  <a:pt x="329" y="460"/>
                </a:lnTo>
                <a:lnTo>
                  <a:pt x="329" y="459"/>
                </a:lnTo>
                <a:lnTo>
                  <a:pt x="329" y="458"/>
                </a:lnTo>
                <a:lnTo>
                  <a:pt x="329" y="457"/>
                </a:lnTo>
                <a:lnTo>
                  <a:pt x="329" y="456"/>
                </a:lnTo>
                <a:lnTo>
                  <a:pt x="330" y="456"/>
                </a:lnTo>
                <a:lnTo>
                  <a:pt x="330" y="455"/>
                </a:lnTo>
                <a:lnTo>
                  <a:pt x="330" y="454"/>
                </a:lnTo>
                <a:lnTo>
                  <a:pt x="329" y="454"/>
                </a:lnTo>
                <a:lnTo>
                  <a:pt x="329" y="453"/>
                </a:lnTo>
                <a:lnTo>
                  <a:pt x="330" y="453"/>
                </a:lnTo>
                <a:lnTo>
                  <a:pt x="330" y="452"/>
                </a:lnTo>
                <a:lnTo>
                  <a:pt x="330" y="451"/>
                </a:lnTo>
                <a:lnTo>
                  <a:pt x="330" y="449"/>
                </a:lnTo>
                <a:lnTo>
                  <a:pt x="332" y="448"/>
                </a:lnTo>
                <a:lnTo>
                  <a:pt x="333" y="448"/>
                </a:lnTo>
                <a:lnTo>
                  <a:pt x="334" y="448"/>
                </a:lnTo>
                <a:lnTo>
                  <a:pt x="334" y="449"/>
                </a:lnTo>
                <a:lnTo>
                  <a:pt x="334" y="448"/>
                </a:lnTo>
                <a:lnTo>
                  <a:pt x="334" y="447"/>
                </a:lnTo>
                <a:lnTo>
                  <a:pt x="333" y="447"/>
                </a:lnTo>
                <a:lnTo>
                  <a:pt x="331" y="447"/>
                </a:lnTo>
                <a:lnTo>
                  <a:pt x="331" y="446"/>
                </a:lnTo>
                <a:lnTo>
                  <a:pt x="330" y="446"/>
                </a:lnTo>
                <a:lnTo>
                  <a:pt x="329" y="445"/>
                </a:lnTo>
                <a:lnTo>
                  <a:pt x="330" y="445"/>
                </a:lnTo>
                <a:lnTo>
                  <a:pt x="330" y="444"/>
                </a:lnTo>
                <a:lnTo>
                  <a:pt x="331" y="444"/>
                </a:lnTo>
                <a:lnTo>
                  <a:pt x="331" y="443"/>
                </a:lnTo>
                <a:lnTo>
                  <a:pt x="332" y="443"/>
                </a:lnTo>
                <a:lnTo>
                  <a:pt x="333" y="443"/>
                </a:lnTo>
                <a:lnTo>
                  <a:pt x="333" y="442"/>
                </a:lnTo>
                <a:lnTo>
                  <a:pt x="333" y="441"/>
                </a:lnTo>
                <a:lnTo>
                  <a:pt x="334" y="441"/>
                </a:lnTo>
                <a:lnTo>
                  <a:pt x="335" y="441"/>
                </a:lnTo>
                <a:lnTo>
                  <a:pt x="336" y="441"/>
                </a:lnTo>
                <a:lnTo>
                  <a:pt x="336" y="440"/>
                </a:lnTo>
                <a:lnTo>
                  <a:pt x="335" y="440"/>
                </a:lnTo>
                <a:lnTo>
                  <a:pt x="335" y="439"/>
                </a:lnTo>
                <a:lnTo>
                  <a:pt x="336" y="439"/>
                </a:lnTo>
                <a:lnTo>
                  <a:pt x="337" y="438"/>
                </a:lnTo>
                <a:lnTo>
                  <a:pt x="338" y="437"/>
                </a:lnTo>
                <a:lnTo>
                  <a:pt x="339" y="436"/>
                </a:lnTo>
                <a:lnTo>
                  <a:pt x="339" y="435"/>
                </a:lnTo>
                <a:lnTo>
                  <a:pt x="340" y="435"/>
                </a:lnTo>
                <a:lnTo>
                  <a:pt x="340" y="434"/>
                </a:lnTo>
                <a:lnTo>
                  <a:pt x="341" y="434"/>
                </a:lnTo>
                <a:lnTo>
                  <a:pt x="341" y="433"/>
                </a:lnTo>
                <a:lnTo>
                  <a:pt x="341" y="432"/>
                </a:lnTo>
                <a:lnTo>
                  <a:pt x="340" y="432"/>
                </a:lnTo>
                <a:lnTo>
                  <a:pt x="340" y="431"/>
                </a:lnTo>
                <a:lnTo>
                  <a:pt x="341" y="431"/>
                </a:lnTo>
                <a:lnTo>
                  <a:pt x="343" y="431"/>
                </a:lnTo>
                <a:lnTo>
                  <a:pt x="344" y="431"/>
                </a:lnTo>
                <a:lnTo>
                  <a:pt x="344" y="430"/>
                </a:lnTo>
                <a:lnTo>
                  <a:pt x="345" y="430"/>
                </a:lnTo>
                <a:lnTo>
                  <a:pt x="345" y="429"/>
                </a:lnTo>
                <a:lnTo>
                  <a:pt x="346" y="428"/>
                </a:lnTo>
                <a:lnTo>
                  <a:pt x="347" y="428"/>
                </a:lnTo>
                <a:lnTo>
                  <a:pt x="347" y="427"/>
                </a:lnTo>
                <a:lnTo>
                  <a:pt x="346" y="427"/>
                </a:lnTo>
                <a:lnTo>
                  <a:pt x="346" y="426"/>
                </a:lnTo>
                <a:lnTo>
                  <a:pt x="345" y="426"/>
                </a:lnTo>
                <a:lnTo>
                  <a:pt x="345" y="425"/>
                </a:lnTo>
                <a:lnTo>
                  <a:pt x="344" y="425"/>
                </a:lnTo>
                <a:lnTo>
                  <a:pt x="343" y="425"/>
                </a:lnTo>
                <a:lnTo>
                  <a:pt x="343" y="426"/>
                </a:lnTo>
                <a:lnTo>
                  <a:pt x="342" y="426"/>
                </a:lnTo>
                <a:lnTo>
                  <a:pt x="341" y="425"/>
                </a:lnTo>
                <a:lnTo>
                  <a:pt x="340" y="425"/>
                </a:lnTo>
                <a:lnTo>
                  <a:pt x="339" y="425"/>
                </a:lnTo>
                <a:lnTo>
                  <a:pt x="339" y="424"/>
                </a:lnTo>
                <a:lnTo>
                  <a:pt x="338" y="424"/>
                </a:lnTo>
                <a:lnTo>
                  <a:pt x="338" y="423"/>
                </a:lnTo>
                <a:lnTo>
                  <a:pt x="337" y="423"/>
                </a:lnTo>
                <a:lnTo>
                  <a:pt x="336" y="423"/>
                </a:lnTo>
                <a:lnTo>
                  <a:pt x="336" y="422"/>
                </a:lnTo>
                <a:lnTo>
                  <a:pt x="336" y="423"/>
                </a:lnTo>
                <a:lnTo>
                  <a:pt x="335" y="423"/>
                </a:lnTo>
                <a:lnTo>
                  <a:pt x="335" y="424"/>
                </a:lnTo>
                <a:lnTo>
                  <a:pt x="335" y="425"/>
                </a:lnTo>
                <a:lnTo>
                  <a:pt x="334" y="425"/>
                </a:lnTo>
                <a:lnTo>
                  <a:pt x="334" y="426"/>
                </a:lnTo>
                <a:lnTo>
                  <a:pt x="335" y="426"/>
                </a:lnTo>
                <a:lnTo>
                  <a:pt x="334" y="427"/>
                </a:lnTo>
                <a:lnTo>
                  <a:pt x="334" y="426"/>
                </a:lnTo>
                <a:lnTo>
                  <a:pt x="333" y="426"/>
                </a:lnTo>
                <a:lnTo>
                  <a:pt x="333" y="427"/>
                </a:lnTo>
                <a:lnTo>
                  <a:pt x="331" y="427"/>
                </a:lnTo>
                <a:lnTo>
                  <a:pt x="331" y="426"/>
                </a:lnTo>
                <a:lnTo>
                  <a:pt x="330" y="426"/>
                </a:lnTo>
                <a:lnTo>
                  <a:pt x="330" y="425"/>
                </a:lnTo>
                <a:lnTo>
                  <a:pt x="331" y="425"/>
                </a:lnTo>
                <a:lnTo>
                  <a:pt x="331" y="424"/>
                </a:lnTo>
                <a:lnTo>
                  <a:pt x="331" y="423"/>
                </a:lnTo>
                <a:lnTo>
                  <a:pt x="331" y="422"/>
                </a:lnTo>
                <a:lnTo>
                  <a:pt x="331" y="421"/>
                </a:lnTo>
                <a:lnTo>
                  <a:pt x="330" y="422"/>
                </a:lnTo>
                <a:lnTo>
                  <a:pt x="330" y="423"/>
                </a:lnTo>
                <a:lnTo>
                  <a:pt x="329" y="423"/>
                </a:lnTo>
                <a:lnTo>
                  <a:pt x="329" y="424"/>
                </a:lnTo>
                <a:lnTo>
                  <a:pt x="328" y="424"/>
                </a:lnTo>
                <a:lnTo>
                  <a:pt x="328" y="423"/>
                </a:lnTo>
                <a:lnTo>
                  <a:pt x="329" y="423"/>
                </a:lnTo>
                <a:lnTo>
                  <a:pt x="329" y="422"/>
                </a:lnTo>
                <a:lnTo>
                  <a:pt x="329" y="421"/>
                </a:lnTo>
                <a:lnTo>
                  <a:pt x="330" y="421"/>
                </a:lnTo>
                <a:lnTo>
                  <a:pt x="330" y="420"/>
                </a:lnTo>
                <a:lnTo>
                  <a:pt x="330" y="419"/>
                </a:lnTo>
                <a:lnTo>
                  <a:pt x="331" y="419"/>
                </a:lnTo>
                <a:lnTo>
                  <a:pt x="331" y="418"/>
                </a:lnTo>
                <a:lnTo>
                  <a:pt x="330" y="418"/>
                </a:lnTo>
                <a:lnTo>
                  <a:pt x="329" y="418"/>
                </a:lnTo>
                <a:lnTo>
                  <a:pt x="328" y="418"/>
                </a:lnTo>
                <a:lnTo>
                  <a:pt x="328" y="417"/>
                </a:lnTo>
                <a:lnTo>
                  <a:pt x="329" y="416"/>
                </a:lnTo>
                <a:lnTo>
                  <a:pt x="329" y="415"/>
                </a:lnTo>
                <a:lnTo>
                  <a:pt x="328" y="415"/>
                </a:lnTo>
                <a:lnTo>
                  <a:pt x="328" y="414"/>
                </a:lnTo>
                <a:lnTo>
                  <a:pt x="328" y="413"/>
                </a:lnTo>
                <a:lnTo>
                  <a:pt x="329" y="413"/>
                </a:lnTo>
                <a:lnTo>
                  <a:pt x="329" y="412"/>
                </a:lnTo>
                <a:lnTo>
                  <a:pt x="330" y="412"/>
                </a:lnTo>
                <a:lnTo>
                  <a:pt x="329" y="411"/>
                </a:lnTo>
                <a:lnTo>
                  <a:pt x="328" y="411"/>
                </a:lnTo>
                <a:lnTo>
                  <a:pt x="328" y="410"/>
                </a:lnTo>
                <a:lnTo>
                  <a:pt x="327" y="410"/>
                </a:lnTo>
                <a:lnTo>
                  <a:pt x="326" y="409"/>
                </a:lnTo>
                <a:lnTo>
                  <a:pt x="326" y="410"/>
                </a:lnTo>
                <a:lnTo>
                  <a:pt x="325" y="410"/>
                </a:lnTo>
                <a:lnTo>
                  <a:pt x="325" y="409"/>
                </a:lnTo>
                <a:lnTo>
                  <a:pt x="324" y="409"/>
                </a:lnTo>
                <a:lnTo>
                  <a:pt x="324" y="410"/>
                </a:lnTo>
                <a:lnTo>
                  <a:pt x="323" y="410"/>
                </a:lnTo>
                <a:lnTo>
                  <a:pt x="322" y="410"/>
                </a:lnTo>
                <a:lnTo>
                  <a:pt x="321" y="410"/>
                </a:lnTo>
                <a:lnTo>
                  <a:pt x="320" y="410"/>
                </a:lnTo>
                <a:lnTo>
                  <a:pt x="319" y="410"/>
                </a:lnTo>
                <a:lnTo>
                  <a:pt x="318" y="410"/>
                </a:lnTo>
                <a:lnTo>
                  <a:pt x="318" y="409"/>
                </a:lnTo>
                <a:lnTo>
                  <a:pt x="318" y="408"/>
                </a:lnTo>
                <a:lnTo>
                  <a:pt x="319" y="408"/>
                </a:lnTo>
                <a:lnTo>
                  <a:pt x="319" y="407"/>
                </a:lnTo>
                <a:lnTo>
                  <a:pt x="319" y="406"/>
                </a:lnTo>
                <a:lnTo>
                  <a:pt x="318" y="406"/>
                </a:lnTo>
                <a:lnTo>
                  <a:pt x="318" y="405"/>
                </a:lnTo>
                <a:lnTo>
                  <a:pt x="319" y="405"/>
                </a:lnTo>
                <a:lnTo>
                  <a:pt x="320" y="404"/>
                </a:lnTo>
                <a:lnTo>
                  <a:pt x="321" y="404"/>
                </a:lnTo>
                <a:lnTo>
                  <a:pt x="321" y="403"/>
                </a:lnTo>
                <a:lnTo>
                  <a:pt x="320" y="402"/>
                </a:lnTo>
                <a:lnTo>
                  <a:pt x="319" y="402"/>
                </a:lnTo>
                <a:lnTo>
                  <a:pt x="319" y="401"/>
                </a:lnTo>
                <a:lnTo>
                  <a:pt x="320" y="401"/>
                </a:lnTo>
                <a:lnTo>
                  <a:pt x="320" y="400"/>
                </a:lnTo>
                <a:lnTo>
                  <a:pt x="320" y="399"/>
                </a:lnTo>
                <a:lnTo>
                  <a:pt x="319" y="399"/>
                </a:lnTo>
                <a:lnTo>
                  <a:pt x="320" y="398"/>
                </a:lnTo>
                <a:lnTo>
                  <a:pt x="319" y="397"/>
                </a:lnTo>
                <a:lnTo>
                  <a:pt x="318" y="397"/>
                </a:lnTo>
                <a:lnTo>
                  <a:pt x="317" y="397"/>
                </a:lnTo>
                <a:lnTo>
                  <a:pt x="317" y="396"/>
                </a:lnTo>
                <a:lnTo>
                  <a:pt x="316" y="396"/>
                </a:lnTo>
                <a:lnTo>
                  <a:pt x="315" y="396"/>
                </a:lnTo>
                <a:lnTo>
                  <a:pt x="315" y="395"/>
                </a:lnTo>
                <a:lnTo>
                  <a:pt x="316" y="395"/>
                </a:lnTo>
                <a:lnTo>
                  <a:pt x="316" y="394"/>
                </a:lnTo>
                <a:lnTo>
                  <a:pt x="315" y="394"/>
                </a:lnTo>
                <a:lnTo>
                  <a:pt x="315" y="393"/>
                </a:lnTo>
                <a:lnTo>
                  <a:pt x="314" y="393"/>
                </a:lnTo>
                <a:lnTo>
                  <a:pt x="313" y="393"/>
                </a:lnTo>
                <a:lnTo>
                  <a:pt x="313" y="392"/>
                </a:lnTo>
                <a:lnTo>
                  <a:pt x="312" y="392"/>
                </a:lnTo>
                <a:lnTo>
                  <a:pt x="313" y="392"/>
                </a:lnTo>
                <a:lnTo>
                  <a:pt x="312" y="392"/>
                </a:lnTo>
                <a:lnTo>
                  <a:pt x="312" y="391"/>
                </a:lnTo>
                <a:lnTo>
                  <a:pt x="311" y="391"/>
                </a:lnTo>
                <a:lnTo>
                  <a:pt x="311" y="390"/>
                </a:lnTo>
                <a:lnTo>
                  <a:pt x="310" y="390"/>
                </a:lnTo>
                <a:lnTo>
                  <a:pt x="309" y="390"/>
                </a:lnTo>
                <a:lnTo>
                  <a:pt x="310" y="390"/>
                </a:lnTo>
                <a:lnTo>
                  <a:pt x="310" y="389"/>
                </a:lnTo>
                <a:lnTo>
                  <a:pt x="311" y="389"/>
                </a:lnTo>
                <a:lnTo>
                  <a:pt x="311" y="388"/>
                </a:lnTo>
                <a:lnTo>
                  <a:pt x="310" y="388"/>
                </a:lnTo>
                <a:lnTo>
                  <a:pt x="310" y="387"/>
                </a:lnTo>
                <a:lnTo>
                  <a:pt x="309" y="387"/>
                </a:lnTo>
                <a:lnTo>
                  <a:pt x="309" y="386"/>
                </a:lnTo>
                <a:lnTo>
                  <a:pt x="310" y="386"/>
                </a:lnTo>
                <a:lnTo>
                  <a:pt x="310" y="385"/>
                </a:lnTo>
                <a:lnTo>
                  <a:pt x="310" y="384"/>
                </a:lnTo>
                <a:lnTo>
                  <a:pt x="310" y="383"/>
                </a:lnTo>
                <a:lnTo>
                  <a:pt x="311" y="383"/>
                </a:lnTo>
                <a:lnTo>
                  <a:pt x="311" y="382"/>
                </a:lnTo>
                <a:lnTo>
                  <a:pt x="311" y="381"/>
                </a:lnTo>
                <a:lnTo>
                  <a:pt x="310" y="381"/>
                </a:lnTo>
                <a:lnTo>
                  <a:pt x="310" y="380"/>
                </a:lnTo>
                <a:lnTo>
                  <a:pt x="311" y="380"/>
                </a:lnTo>
                <a:lnTo>
                  <a:pt x="311" y="379"/>
                </a:lnTo>
                <a:lnTo>
                  <a:pt x="312" y="379"/>
                </a:lnTo>
                <a:lnTo>
                  <a:pt x="312" y="378"/>
                </a:lnTo>
                <a:lnTo>
                  <a:pt x="311" y="378"/>
                </a:lnTo>
                <a:lnTo>
                  <a:pt x="311" y="377"/>
                </a:lnTo>
                <a:lnTo>
                  <a:pt x="310" y="377"/>
                </a:lnTo>
                <a:lnTo>
                  <a:pt x="309" y="377"/>
                </a:lnTo>
                <a:lnTo>
                  <a:pt x="309" y="378"/>
                </a:lnTo>
                <a:lnTo>
                  <a:pt x="308" y="378"/>
                </a:lnTo>
                <a:lnTo>
                  <a:pt x="308" y="377"/>
                </a:lnTo>
                <a:lnTo>
                  <a:pt x="308" y="378"/>
                </a:lnTo>
                <a:lnTo>
                  <a:pt x="307" y="378"/>
                </a:lnTo>
                <a:lnTo>
                  <a:pt x="306" y="378"/>
                </a:lnTo>
                <a:lnTo>
                  <a:pt x="305" y="378"/>
                </a:lnTo>
                <a:lnTo>
                  <a:pt x="305" y="377"/>
                </a:lnTo>
                <a:lnTo>
                  <a:pt x="304" y="377"/>
                </a:lnTo>
                <a:lnTo>
                  <a:pt x="304" y="376"/>
                </a:lnTo>
                <a:lnTo>
                  <a:pt x="304" y="375"/>
                </a:lnTo>
                <a:lnTo>
                  <a:pt x="304" y="374"/>
                </a:lnTo>
                <a:lnTo>
                  <a:pt x="304" y="373"/>
                </a:lnTo>
                <a:lnTo>
                  <a:pt x="303" y="373"/>
                </a:lnTo>
                <a:lnTo>
                  <a:pt x="302" y="373"/>
                </a:lnTo>
                <a:lnTo>
                  <a:pt x="302" y="372"/>
                </a:lnTo>
                <a:lnTo>
                  <a:pt x="301" y="372"/>
                </a:lnTo>
                <a:lnTo>
                  <a:pt x="300" y="372"/>
                </a:lnTo>
                <a:lnTo>
                  <a:pt x="300" y="371"/>
                </a:lnTo>
                <a:lnTo>
                  <a:pt x="301" y="371"/>
                </a:lnTo>
                <a:lnTo>
                  <a:pt x="302" y="370"/>
                </a:lnTo>
                <a:lnTo>
                  <a:pt x="301" y="369"/>
                </a:lnTo>
                <a:lnTo>
                  <a:pt x="301" y="368"/>
                </a:lnTo>
                <a:lnTo>
                  <a:pt x="300" y="368"/>
                </a:lnTo>
                <a:lnTo>
                  <a:pt x="300" y="367"/>
                </a:lnTo>
                <a:lnTo>
                  <a:pt x="301" y="367"/>
                </a:lnTo>
                <a:lnTo>
                  <a:pt x="302" y="367"/>
                </a:lnTo>
                <a:lnTo>
                  <a:pt x="302" y="366"/>
                </a:lnTo>
                <a:lnTo>
                  <a:pt x="302" y="365"/>
                </a:lnTo>
                <a:lnTo>
                  <a:pt x="302" y="364"/>
                </a:lnTo>
                <a:lnTo>
                  <a:pt x="301" y="364"/>
                </a:lnTo>
                <a:lnTo>
                  <a:pt x="301" y="363"/>
                </a:lnTo>
                <a:lnTo>
                  <a:pt x="302" y="363"/>
                </a:lnTo>
                <a:lnTo>
                  <a:pt x="302" y="362"/>
                </a:lnTo>
                <a:lnTo>
                  <a:pt x="302" y="361"/>
                </a:lnTo>
                <a:lnTo>
                  <a:pt x="301" y="361"/>
                </a:lnTo>
                <a:lnTo>
                  <a:pt x="301" y="359"/>
                </a:lnTo>
                <a:lnTo>
                  <a:pt x="300" y="359"/>
                </a:lnTo>
                <a:lnTo>
                  <a:pt x="299" y="359"/>
                </a:lnTo>
                <a:lnTo>
                  <a:pt x="298" y="359"/>
                </a:lnTo>
                <a:lnTo>
                  <a:pt x="297" y="358"/>
                </a:lnTo>
                <a:lnTo>
                  <a:pt x="297" y="357"/>
                </a:lnTo>
                <a:lnTo>
                  <a:pt x="296" y="357"/>
                </a:lnTo>
                <a:lnTo>
                  <a:pt x="296" y="358"/>
                </a:lnTo>
                <a:lnTo>
                  <a:pt x="295" y="358"/>
                </a:lnTo>
                <a:lnTo>
                  <a:pt x="295" y="359"/>
                </a:lnTo>
                <a:lnTo>
                  <a:pt x="295" y="360"/>
                </a:lnTo>
                <a:lnTo>
                  <a:pt x="294" y="360"/>
                </a:lnTo>
                <a:lnTo>
                  <a:pt x="294" y="361"/>
                </a:lnTo>
                <a:lnTo>
                  <a:pt x="293" y="361"/>
                </a:lnTo>
                <a:lnTo>
                  <a:pt x="293" y="360"/>
                </a:lnTo>
                <a:lnTo>
                  <a:pt x="292" y="360"/>
                </a:lnTo>
                <a:lnTo>
                  <a:pt x="291" y="360"/>
                </a:lnTo>
                <a:lnTo>
                  <a:pt x="291" y="359"/>
                </a:lnTo>
                <a:lnTo>
                  <a:pt x="291" y="358"/>
                </a:lnTo>
                <a:lnTo>
                  <a:pt x="290" y="358"/>
                </a:lnTo>
                <a:lnTo>
                  <a:pt x="290" y="357"/>
                </a:lnTo>
                <a:lnTo>
                  <a:pt x="290" y="356"/>
                </a:lnTo>
                <a:lnTo>
                  <a:pt x="290" y="355"/>
                </a:lnTo>
                <a:lnTo>
                  <a:pt x="290" y="354"/>
                </a:lnTo>
                <a:lnTo>
                  <a:pt x="290" y="353"/>
                </a:lnTo>
                <a:lnTo>
                  <a:pt x="289" y="352"/>
                </a:lnTo>
                <a:lnTo>
                  <a:pt x="290" y="351"/>
                </a:lnTo>
                <a:lnTo>
                  <a:pt x="290" y="350"/>
                </a:lnTo>
                <a:lnTo>
                  <a:pt x="289" y="350"/>
                </a:lnTo>
                <a:lnTo>
                  <a:pt x="289" y="349"/>
                </a:lnTo>
                <a:lnTo>
                  <a:pt x="290" y="349"/>
                </a:lnTo>
                <a:lnTo>
                  <a:pt x="290" y="348"/>
                </a:lnTo>
                <a:lnTo>
                  <a:pt x="291" y="347"/>
                </a:lnTo>
                <a:lnTo>
                  <a:pt x="291" y="346"/>
                </a:lnTo>
                <a:lnTo>
                  <a:pt x="291" y="345"/>
                </a:lnTo>
                <a:lnTo>
                  <a:pt x="291" y="344"/>
                </a:lnTo>
                <a:lnTo>
                  <a:pt x="291" y="342"/>
                </a:lnTo>
                <a:lnTo>
                  <a:pt x="291" y="341"/>
                </a:lnTo>
                <a:lnTo>
                  <a:pt x="291" y="340"/>
                </a:lnTo>
                <a:lnTo>
                  <a:pt x="290" y="340"/>
                </a:lnTo>
                <a:lnTo>
                  <a:pt x="290" y="339"/>
                </a:lnTo>
                <a:lnTo>
                  <a:pt x="290" y="338"/>
                </a:lnTo>
                <a:lnTo>
                  <a:pt x="290" y="337"/>
                </a:lnTo>
                <a:lnTo>
                  <a:pt x="289" y="337"/>
                </a:lnTo>
                <a:lnTo>
                  <a:pt x="288" y="336"/>
                </a:lnTo>
                <a:lnTo>
                  <a:pt x="289" y="335"/>
                </a:lnTo>
                <a:lnTo>
                  <a:pt x="290" y="335"/>
                </a:lnTo>
                <a:lnTo>
                  <a:pt x="290" y="334"/>
                </a:lnTo>
                <a:lnTo>
                  <a:pt x="290" y="333"/>
                </a:lnTo>
                <a:lnTo>
                  <a:pt x="291" y="333"/>
                </a:lnTo>
                <a:lnTo>
                  <a:pt x="292" y="332"/>
                </a:lnTo>
                <a:lnTo>
                  <a:pt x="293" y="332"/>
                </a:lnTo>
                <a:lnTo>
                  <a:pt x="293" y="331"/>
                </a:lnTo>
                <a:lnTo>
                  <a:pt x="293" y="330"/>
                </a:lnTo>
                <a:lnTo>
                  <a:pt x="292" y="330"/>
                </a:lnTo>
                <a:lnTo>
                  <a:pt x="292" y="329"/>
                </a:lnTo>
                <a:lnTo>
                  <a:pt x="292" y="328"/>
                </a:lnTo>
                <a:lnTo>
                  <a:pt x="293" y="328"/>
                </a:lnTo>
                <a:lnTo>
                  <a:pt x="293" y="327"/>
                </a:lnTo>
                <a:lnTo>
                  <a:pt x="293" y="326"/>
                </a:lnTo>
                <a:lnTo>
                  <a:pt x="293" y="325"/>
                </a:lnTo>
                <a:lnTo>
                  <a:pt x="292" y="325"/>
                </a:lnTo>
                <a:lnTo>
                  <a:pt x="291" y="326"/>
                </a:lnTo>
                <a:lnTo>
                  <a:pt x="290" y="327"/>
                </a:lnTo>
                <a:lnTo>
                  <a:pt x="289" y="326"/>
                </a:lnTo>
                <a:lnTo>
                  <a:pt x="288" y="326"/>
                </a:lnTo>
                <a:lnTo>
                  <a:pt x="287" y="326"/>
                </a:lnTo>
                <a:lnTo>
                  <a:pt x="287" y="327"/>
                </a:lnTo>
                <a:lnTo>
                  <a:pt x="286" y="327"/>
                </a:lnTo>
                <a:lnTo>
                  <a:pt x="285" y="327"/>
                </a:lnTo>
                <a:lnTo>
                  <a:pt x="285" y="326"/>
                </a:lnTo>
                <a:lnTo>
                  <a:pt x="284" y="327"/>
                </a:lnTo>
                <a:lnTo>
                  <a:pt x="283" y="327"/>
                </a:lnTo>
                <a:lnTo>
                  <a:pt x="283" y="328"/>
                </a:lnTo>
                <a:lnTo>
                  <a:pt x="283" y="329"/>
                </a:lnTo>
                <a:lnTo>
                  <a:pt x="282" y="329"/>
                </a:lnTo>
                <a:lnTo>
                  <a:pt x="281" y="330"/>
                </a:lnTo>
                <a:lnTo>
                  <a:pt x="281" y="331"/>
                </a:lnTo>
                <a:lnTo>
                  <a:pt x="280" y="332"/>
                </a:lnTo>
                <a:lnTo>
                  <a:pt x="279" y="332"/>
                </a:lnTo>
                <a:lnTo>
                  <a:pt x="277" y="332"/>
                </a:lnTo>
                <a:lnTo>
                  <a:pt x="276" y="332"/>
                </a:lnTo>
                <a:lnTo>
                  <a:pt x="275" y="333"/>
                </a:lnTo>
                <a:lnTo>
                  <a:pt x="274" y="334"/>
                </a:lnTo>
                <a:lnTo>
                  <a:pt x="274" y="335"/>
                </a:lnTo>
                <a:lnTo>
                  <a:pt x="273" y="336"/>
                </a:lnTo>
                <a:lnTo>
                  <a:pt x="274" y="337"/>
                </a:lnTo>
                <a:lnTo>
                  <a:pt x="274" y="338"/>
                </a:lnTo>
                <a:lnTo>
                  <a:pt x="274" y="339"/>
                </a:lnTo>
                <a:lnTo>
                  <a:pt x="273" y="339"/>
                </a:lnTo>
                <a:lnTo>
                  <a:pt x="273" y="340"/>
                </a:lnTo>
                <a:lnTo>
                  <a:pt x="272" y="340"/>
                </a:lnTo>
                <a:lnTo>
                  <a:pt x="272" y="341"/>
                </a:lnTo>
                <a:lnTo>
                  <a:pt x="272" y="342"/>
                </a:lnTo>
                <a:lnTo>
                  <a:pt x="271" y="341"/>
                </a:lnTo>
                <a:lnTo>
                  <a:pt x="270" y="342"/>
                </a:lnTo>
                <a:lnTo>
                  <a:pt x="270" y="343"/>
                </a:lnTo>
                <a:lnTo>
                  <a:pt x="270" y="344"/>
                </a:lnTo>
                <a:lnTo>
                  <a:pt x="269" y="344"/>
                </a:lnTo>
                <a:lnTo>
                  <a:pt x="269" y="345"/>
                </a:lnTo>
                <a:lnTo>
                  <a:pt x="268" y="345"/>
                </a:lnTo>
                <a:lnTo>
                  <a:pt x="267" y="345"/>
                </a:lnTo>
                <a:lnTo>
                  <a:pt x="267" y="346"/>
                </a:lnTo>
                <a:lnTo>
                  <a:pt x="267" y="347"/>
                </a:lnTo>
                <a:lnTo>
                  <a:pt x="266" y="347"/>
                </a:lnTo>
                <a:lnTo>
                  <a:pt x="266" y="348"/>
                </a:lnTo>
                <a:lnTo>
                  <a:pt x="265" y="348"/>
                </a:lnTo>
                <a:lnTo>
                  <a:pt x="265" y="349"/>
                </a:lnTo>
                <a:lnTo>
                  <a:pt x="264" y="349"/>
                </a:lnTo>
                <a:lnTo>
                  <a:pt x="264" y="350"/>
                </a:lnTo>
                <a:lnTo>
                  <a:pt x="263" y="350"/>
                </a:lnTo>
                <a:lnTo>
                  <a:pt x="262" y="351"/>
                </a:lnTo>
                <a:lnTo>
                  <a:pt x="261" y="351"/>
                </a:lnTo>
                <a:lnTo>
                  <a:pt x="262" y="351"/>
                </a:lnTo>
                <a:lnTo>
                  <a:pt x="261" y="352"/>
                </a:lnTo>
                <a:lnTo>
                  <a:pt x="260" y="352"/>
                </a:lnTo>
                <a:lnTo>
                  <a:pt x="259" y="352"/>
                </a:lnTo>
                <a:lnTo>
                  <a:pt x="258" y="353"/>
                </a:lnTo>
                <a:lnTo>
                  <a:pt x="257" y="353"/>
                </a:lnTo>
                <a:lnTo>
                  <a:pt x="256" y="353"/>
                </a:lnTo>
                <a:lnTo>
                  <a:pt x="256" y="354"/>
                </a:lnTo>
                <a:lnTo>
                  <a:pt x="255" y="354"/>
                </a:lnTo>
                <a:lnTo>
                  <a:pt x="255" y="355"/>
                </a:lnTo>
                <a:lnTo>
                  <a:pt x="255" y="356"/>
                </a:lnTo>
                <a:lnTo>
                  <a:pt x="255" y="357"/>
                </a:lnTo>
                <a:lnTo>
                  <a:pt x="254" y="357"/>
                </a:lnTo>
                <a:lnTo>
                  <a:pt x="253" y="357"/>
                </a:lnTo>
                <a:lnTo>
                  <a:pt x="253" y="356"/>
                </a:lnTo>
                <a:lnTo>
                  <a:pt x="254" y="356"/>
                </a:lnTo>
                <a:lnTo>
                  <a:pt x="253" y="356"/>
                </a:lnTo>
                <a:lnTo>
                  <a:pt x="253" y="355"/>
                </a:lnTo>
                <a:lnTo>
                  <a:pt x="254" y="355"/>
                </a:lnTo>
                <a:lnTo>
                  <a:pt x="254" y="354"/>
                </a:lnTo>
                <a:lnTo>
                  <a:pt x="253" y="354"/>
                </a:lnTo>
                <a:lnTo>
                  <a:pt x="253" y="353"/>
                </a:lnTo>
                <a:lnTo>
                  <a:pt x="252" y="353"/>
                </a:lnTo>
                <a:lnTo>
                  <a:pt x="252" y="351"/>
                </a:lnTo>
                <a:lnTo>
                  <a:pt x="251" y="351"/>
                </a:lnTo>
                <a:lnTo>
                  <a:pt x="251" y="352"/>
                </a:lnTo>
                <a:lnTo>
                  <a:pt x="251" y="351"/>
                </a:lnTo>
                <a:lnTo>
                  <a:pt x="250" y="351"/>
                </a:lnTo>
                <a:lnTo>
                  <a:pt x="249" y="351"/>
                </a:lnTo>
                <a:lnTo>
                  <a:pt x="248" y="351"/>
                </a:lnTo>
                <a:lnTo>
                  <a:pt x="247" y="351"/>
                </a:lnTo>
                <a:lnTo>
                  <a:pt x="246" y="351"/>
                </a:lnTo>
                <a:lnTo>
                  <a:pt x="246" y="350"/>
                </a:lnTo>
                <a:lnTo>
                  <a:pt x="246" y="349"/>
                </a:lnTo>
                <a:lnTo>
                  <a:pt x="247" y="348"/>
                </a:lnTo>
                <a:lnTo>
                  <a:pt x="248" y="348"/>
                </a:lnTo>
                <a:lnTo>
                  <a:pt x="248" y="347"/>
                </a:lnTo>
                <a:lnTo>
                  <a:pt x="249" y="347"/>
                </a:lnTo>
                <a:lnTo>
                  <a:pt x="250" y="347"/>
                </a:lnTo>
                <a:lnTo>
                  <a:pt x="251" y="346"/>
                </a:lnTo>
                <a:lnTo>
                  <a:pt x="252" y="346"/>
                </a:lnTo>
                <a:lnTo>
                  <a:pt x="252" y="345"/>
                </a:lnTo>
                <a:lnTo>
                  <a:pt x="252" y="344"/>
                </a:lnTo>
                <a:lnTo>
                  <a:pt x="252" y="343"/>
                </a:lnTo>
                <a:lnTo>
                  <a:pt x="252" y="342"/>
                </a:lnTo>
                <a:lnTo>
                  <a:pt x="251" y="342"/>
                </a:lnTo>
                <a:lnTo>
                  <a:pt x="251" y="341"/>
                </a:lnTo>
                <a:lnTo>
                  <a:pt x="250" y="341"/>
                </a:lnTo>
                <a:lnTo>
                  <a:pt x="249" y="342"/>
                </a:lnTo>
                <a:lnTo>
                  <a:pt x="248" y="342"/>
                </a:lnTo>
                <a:lnTo>
                  <a:pt x="247" y="342"/>
                </a:lnTo>
                <a:lnTo>
                  <a:pt x="246" y="342"/>
                </a:lnTo>
                <a:lnTo>
                  <a:pt x="245" y="341"/>
                </a:lnTo>
                <a:lnTo>
                  <a:pt x="244" y="341"/>
                </a:lnTo>
                <a:lnTo>
                  <a:pt x="244" y="340"/>
                </a:lnTo>
                <a:lnTo>
                  <a:pt x="243" y="340"/>
                </a:lnTo>
                <a:lnTo>
                  <a:pt x="243" y="339"/>
                </a:lnTo>
                <a:lnTo>
                  <a:pt x="243" y="338"/>
                </a:lnTo>
                <a:lnTo>
                  <a:pt x="244" y="338"/>
                </a:lnTo>
                <a:lnTo>
                  <a:pt x="245" y="337"/>
                </a:lnTo>
                <a:lnTo>
                  <a:pt x="246" y="337"/>
                </a:lnTo>
                <a:lnTo>
                  <a:pt x="246" y="336"/>
                </a:lnTo>
                <a:lnTo>
                  <a:pt x="247" y="336"/>
                </a:lnTo>
                <a:lnTo>
                  <a:pt x="248" y="335"/>
                </a:lnTo>
                <a:lnTo>
                  <a:pt x="248" y="334"/>
                </a:lnTo>
                <a:lnTo>
                  <a:pt x="250" y="332"/>
                </a:lnTo>
                <a:lnTo>
                  <a:pt x="251" y="332"/>
                </a:lnTo>
                <a:lnTo>
                  <a:pt x="251" y="331"/>
                </a:lnTo>
                <a:lnTo>
                  <a:pt x="250" y="331"/>
                </a:lnTo>
                <a:lnTo>
                  <a:pt x="250" y="330"/>
                </a:lnTo>
                <a:lnTo>
                  <a:pt x="248" y="330"/>
                </a:lnTo>
                <a:lnTo>
                  <a:pt x="248" y="329"/>
                </a:lnTo>
                <a:lnTo>
                  <a:pt x="248" y="328"/>
                </a:lnTo>
                <a:lnTo>
                  <a:pt x="247" y="328"/>
                </a:lnTo>
                <a:lnTo>
                  <a:pt x="246" y="328"/>
                </a:lnTo>
                <a:lnTo>
                  <a:pt x="246" y="327"/>
                </a:lnTo>
                <a:lnTo>
                  <a:pt x="245" y="326"/>
                </a:lnTo>
                <a:lnTo>
                  <a:pt x="244" y="326"/>
                </a:lnTo>
                <a:lnTo>
                  <a:pt x="243" y="326"/>
                </a:lnTo>
                <a:lnTo>
                  <a:pt x="243" y="325"/>
                </a:lnTo>
                <a:lnTo>
                  <a:pt x="242" y="324"/>
                </a:lnTo>
                <a:lnTo>
                  <a:pt x="241" y="323"/>
                </a:lnTo>
                <a:lnTo>
                  <a:pt x="240" y="323"/>
                </a:lnTo>
                <a:lnTo>
                  <a:pt x="239" y="322"/>
                </a:lnTo>
                <a:lnTo>
                  <a:pt x="238" y="322"/>
                </a:lnTo>
                <a:lnTo>
                  <a:pt x="238" y="321"/>
                </a:lnTo>
                <a:lnTo>
                  <a:pt x="237" y="321"/>
                </a:lnTo>
                <a:lnTo>
                  <a:pt x="237" y="320"/>
                </a:lnTo>
                <a:lnTo>
                  <a:pt x="238" y="320"/>
                </a:lnTo>
                <a:lnTo>
                  <a:pt x="238" y="319"/>
                </a:lnTo>
                <a:lnTo>
                  <a:pt x="238" y="318"/>
                </a:lnTo>
                <a:lnTo>
                  <a:pt x="238" y="317"/>
                </a:lnTo>
                <a:lnTo>
                  <a:pt x="238" y="316"/>
                </a:lnTo>
                <a:lnTo>
                  <a:pt x="238" y="315"/>
                </a:lnTo>
                <a:lnTo>
                  <a:pt x="237" y="315"/>
                </a:lnTo>
                <a:lnTo>
                  <a:pt x="235" y="315"/>
                </a:lnTo>
                <a:lnTo>
                  <a:pt x="233" y="315"/>
                </a:lnTo>
                <a:lnTo>
                  <a:pt x="233" y="314"/>
                </a:lnTo>
                <a:lnTo>
                  <a:pt x="232" y="314"/>
                </a:lnTo>
                <a:lnTo>
                  <a:pt x="232" y="313"/>
                </a:lnTo>
                <a:lnTo>
                  <a:pt x="231" y="313"/>
                </a:lnTo>
                <a:lnTo>
                  <a:pt x="230" y="314"/>
                </a:lnTo>
                <a:lnTo>
                  <a:pt x="229" y="314"/>
                </a:lnTo>
                <a:lnTo>
                  <a:pt x="228" y="314"/>
                </a:lnTo>
                <a:lnTo>
                  <a:pt x="227" y="314"/>
                </a:lnTo>
                <a:lnTo>
                  <a:pt x="227" y="313"/>
                </a:lnTo>
                <a:lnTo>
                  <a:pt x="226" y="313"/>
                </a:lnTo>
                <a:lnTo>
                  <a:pt x="225" y="313"/>
                </a:lnTo>
                <a:lnTo>
                  <a:pt x="224" y="313"/>
                </a:lnTo>
                <a:lnTo>
                  <a:pt x="224" y="314"/>
                </a:lnTo>
                <a:lnTo>
                  <a:pt x="223" y="314"/>
                </a:lnTo>
                <a:lnTo>
                  <a:pt x="223" y="312"/>
                </a:lnTo>
                <a:lnTo>
                  <a:pt x="223" y="311"/>
                </a:lnTo>
                <a:lnTo>
                  <a:pt x="223" y="310"/>
                </a:lnTo>
                <a:lnTo>
                  <a:pt x="222" y="310"/>
                </a:lnTo>
                <a:lnTo>
                  <a:pt x="221" y="310"/>
                </a:lnTo>
                <a:lnTo>
                  <a:pt x="222" y="310"/>
                </a:lnTo>
                <a:lnTo>
                  <a:pt x="222" y="309"/>
                </a:lnTo>
                <a:lnTo>
                  <a:pt x="221" y="309"/>
                </a:lnTo>
                <a:lnTo>
                  <a:pt x="220" y="309"/>
                </a:lnTo>
                <a:lnTo>
                  <a:pt x="219" y="309"/>
                </a:lnTo>
                <a:lnTo>
                  <a:pt x="218" y="309"/>
                </a:lnTo>
                <a:lnTo>
                  <a:pt x="217" y="309"/>
                </a:lnTo>
                <a:lnTo>
                  <a:pt x="216" y="310"/>
                </a:lnTo>
                <a:lnTo>
                  <a:pt x="215" y="310"/>
                </a:lnTo>
                <a:lnTo>
                  <a:pt x="215" y="309"/>
                </a:lnTo>
                <a:lnTo>
                  <a:pt x="214" y="309"/>
                </a:lnTo>
                <a:lnTo>
                  <a:pt x="213" y="309"/>
                </a:lnTo>
                <a:lnTo>
                  <a:pt x="213" y="308"/>
                </a:lnTo>
                <a:lnTo>
                  <a:pt x="212" y="308"/>
                </a:lnTo>
                <a:lnTo>
                  <a:pt x="212" y="307"/>
                </a:lnTo>
                <a:lnTo>
                  <a:pt x="211" y="306"/>
                </a:lnTo>
                <a:lnTo>
                  <a:pt x="210" y="305"/>
                </a:lnTo>
                <a:lnTo>
                  <a:pt x="209" y="304"/>
                </a:lnTo>
                <a:lnTo>
                  <a:pt x="208" y="303"/>
                </a:lnTo>
                <a:lnTo>
                  <a:pt x="207" y="303"/>
                </a:lnTo>
                <a:lnTo>
                  <a:pt x="206" y="302"/>
                </a:lnTo>
                <a:lnTo>
                  <a:pt x="205" y="302"/>
                </a:lnTo>
                <a:lnTo>
                  <a:pt x="204" y="302"/>
                </a:lnTo>
                <a:lnTo>
                  <a:pt x="203" y="302"/>
                </a:lnTo>
                <a:lnTo>
                  <a:pt x="204" y="301"/>
                </a:lnTo>
                <a:lnTo>
                  <a:pt x="204" y="300"/>
                </a:lnTo>
                <a:lnTo>
                  <a:pt x="203" y="300"/>
                </a:lnTo>
                <a:lnTo>
                  <a:pt x="203" y="299"/>
                </a:lnTo>
                <a:lnTo>
                  <a:pt x="201" y="298"/>
                </a:lnTo>
                <a:lnTo>
                  <a:pt x="200" y="298"/>
                </a:lnTo>
                <a:lnTo>
                  <a:pt x="200" y="297"/>
                </a:lnTo>
                <a:lnTo>
                  <a:pt x="199" y="297"/>
                </a:lnTo>
                <a:lnTo>
                  <a:pt x="199" y="296"/>
                </a:lnTo>
                <a:lnTo>
                  <a:pt x="199" y="295"/>
                </a:lnTo>
                <a:lnTo>
                  <a:pt x="200" y="294"/>
                </a:lnTo>
                <a:lnTo>
                  <a:pt x="201" y="293"/>
                </a:lnTo>
                <a:lnTo>
                  <a:pt x="200" y="292"/>
                </a:lnTo>
                <a:lnTo>
                  <a:pt x="200" y="291"/>
                </a:lnTo>
                <a:lnTo>
                  <a:pt x="199" y="291"/>
                </a:lnTo>
                <a:lnTo>
                  <a:pt x="198" y="291"/>
                </a:lnTo>
                <a:lnTo>
                  <a:pt x="198" y="290"/>
                </a:lnTo>
                <a:lnTo>
                  <a:pt x="198" y="291"/>
                </a:lnTo>
                <a:lnTo>
                  <a:pt x="197" y="291"/>
                </a:lnTo>
                <a:lnTo>
                  <a:pt x="196" y="290"/>
                </a:lnTo>
                <a:lnTo>
                  <a:pt x="195" y="289"/>
                </a:lnTo>
                <a:lnTo>
                  <a:pt x="194" y="289"/>
                </a:lnTo>
                <a:lnTo>
                  <a:pt x="194" y="290"/>
                </a:lnTo>
                <a:lnTo>
                  <a:pt x="193" y="290"/>
                </a:lnTo>
                <a:lnTo>
                  <a:pt x="192" y="290"/>
                </a:lnTo>
                <a:lnTo>
                  <a:pt x="192" y="289"/>
                </a:lnTo>
                <a:lnTo>
                  <a:pt x="192" y="290"/>
                </a:lnTo>
                <a:lnTo>
                  <a:pt x="191" y="290"/>
                </a:lnTo>
                <a:lnTo>
                  <a:pt x="190" y="290"/>
                </a:lnTo>
                <a:lnTo>
                  <a:pt x="190" y="291"/>
                </a:lnTo>
                <a:lnTo>
                  <a:pt x="190" y="292"/>
                </a:lnTo>
                <a:lnTo>
                  <a:pt x="190" y="293"/>
                </a:lnTo>
                <a:lnTo>
                  <a:pt x="190" y="294"/>
                </a:lnTo>
                <a:lnTo>
                  <a:pt x="189" y="294"/>
                </a:lnTo>
                <a:lnTo>
                  <a:pt x="189" y="295"/>
                </a:lnTo>
                <a:lnTo>
                  <a:pt x="188" y="295"/>
                </a:lnTo>
                <a:lnTo>
                  <a:pt x="188" y="296"/>
                </a:lnTo>
                <a:lnTo>
                  <a:pt x="186" y="296"/>
                </a:lnTo>
                <a:lnTo>
                  <a:pt x="186" y="298"/>
                </a:lnTo>
                <a:lnTo>
                  <a:pt x="186" y="299"/>
                </a:lnTo>
                <a:lnTo>
                  <a:pt x="186" y="300"/>
                </a:lnTo>
                <a:lnTo>
                  <a:pt x="185" y="300"/>
                </a:lnTo>
                <a:lnTo>
                  <a:pt x="186" y="301"/>
                </a:lnTo>
                <a:lnTo>
                  <a:pt x="185" y="301"/>
                </a:lnTo>
                <a:lnTo>
                  <a:pt x="183" y="301"/>
                </a:lnTo>
                <a:lnTo>
                  <a:pt x="181" y="301"/>
                </a:lnTo>
                <a:lnTo>
                  <a:pt x="179" y="301"/>
                </a:lnTo>
                <a:lnTo>
                  <a:pt x="178" y="301"/>
                </a:lnTo>
                <a:lnTo>
                  <a:pt x="177" y="301"/>
                </a:lnTo>
                <a:lnTo>
                  <a:pt x="176" y="301"/>
                </a:lnTo>
                <a:lnTo>
                  <a:pt x="175" y="301"/>
                </a:lnTo>
                <a:lnTo>
                  <a:pt x="175" y="300"/>
                </a:lnTo>
                <a:lnTo>
                  <a:pt x="174" y="299"/>
                </a:lnTo>
                <a:lnTo>
                  <a:pt x="174" y="298"/>
                </a:lnTo>
                <a:lnTo>
                  <a:pt x="173" y="298"/>
                </a:lnTo>
                <a:lnTo>
                  <a:pt x="173" y="297"/>
                </a:lnTo>
                <a:lnTo>
                  <a:pt x="172" y="297"/>
                </a:lnTo>
                <a:lnTo>
                  <a:pt x="172" y="296"/>
                </a:lnTo>
                <a:lnTo>
                  <a:pt x="172" y="297"/>
                </a:lnTo>
                <a:lnTo>
                  <a:pt x="171" y="297"/>
                </a:lnTo>
                <a:lnTo>
                  <a:pt x="170" y="298"/>
                </a:lnTo>
                <a:lnTo>
                  <a:pt x="169" y="298"/>
                </a:lnTo>
                <a:lnTo>
                  <a:pt x="169" y="297"/>
                </a:lnTo>
                <a:lnTo>
                  <a:pt x="168" y="296"/>
                </a:lnTo>
                <a:lnTo>
                  <a:pt x="167" y="295"/>
                </a:lnTo>
                <a:lnTo>
                  <a:pt x="167" y="294"/>
                </a:lnTo>
                <a:lnTo>
                  <a:pt x="166" y="293"/>
                </a:lnTo>
                <a:lnTo>
                  <a:pt x="162" y="294"/>
                </a:lnTo>
                <a:lnTo>
                  <a:pt x="162" y="295"/>
                </a:lnTo>
                <a:lnTo>
                  <a:pt x="162" y="296"/>
                </a:lnTo>
                <a:lnTo>
                  <a:pt x="160" y="297"/>
                </a:lnTo>
                <a:lnTo>
                  <a:pt x="160" y="295"/>
                </a:lnTo>
                <a:lnTo>
                  <a:pt x="159" y="295"/>
                </a:lnTo>
                <a:lnTo>
                  <a:pt x="158" y="294"/>
                </a:lnTo>
                <a:lnTo>
                  <a:pt x="158" y="293"/>
                </a:lnTo>
                <a:lnTo>
                  <a:pt x="158" y="292"/>
                </a:lnTo>
                <a:lnTo>
                  <a:pt x="157" y="292"/>
                </a:lnTo>
                <a:lnTo>
                  <a:pt x="157" y="291"/>
                </a:lnTo>
                <a:lnTo>
                  <a:pt x="157" y="290"/>
                </a:lnTo>
                <a:lnTo>
                  <a:pt x="156" y="290"/>
                </a:lnTo>
                <a:lnTo>
                  <a:pt x="155" y="289"/>
                </a:lnTo>
                <a:lnTo>
                  <a:pt x="153" y="290"/>
                </a:lnTo>
                <a:lnTo>
                  <a:pt x="152" y="289"/>
                </a:lnTo>
                <a:lnTo>
                  <a:pt x="151" y="289"/>
                </a:lnTo>
                <a:lnTo>
                  <a:pt x="152" y="288"/>
                </a:lnTo>
                <a:lnTo>
                  <a:pt x="152" y="287"/>
                </a:lnTo>
                <a:lnTo>
                  <a:pt x="152" y="286"/>
                </a:lnTo>
                <a:lnTo>
                  <a:pt x="152" y="285"/>
                </a:lnTo>
                <a:lnTo>
                  <a:pt x="151" y="285"/>
                </a:lnTo>
                <a:lnTo>
                  <a:pt x="150" y="284"/>
                </a:lnTo>
                <a:lnTo>
                  <a:pt x="150" y="283"/>
                </a:lnTo>
                <a:lnTo>
                  <a:pt x="150" y="282"/>
                </a:lnTo>
                <a:lnTo>
                  <a:pt x="151" y="282"/>
                </a:lnTo>
                <a:lnTo>
                  <a:pt x="152" y="282"/>
                </a:lnTo>
                <a:lnTo>
                  <a:pt x="153" y="281"/>
                </a:lnTo>
                <a:lnTo>
                  <a:pt x="154" y="281"/>
                </a:lnTo>
                <a:lnTo>
                  <a:pt x="155" y="281"/>
                </a:lnTo>
                <a:lnTo>
                  <a:pt x="156" y="281"/>
                </a:lnTo>
                <a:lnTo>
                  <a:pt x="157" y="281"/>
                </a:lnTo>
                <a:lnTo>
                  <a:pt x="158" y="282"/>
                </a:lnTo>
                <a:lnTo>
                  <a:pt x="159" y="282"/>
                </a:lnTo>
                <a:lnTo>
                  <a:pt x="160" y="282"/>
                </a:lnTo>
                <a:lnTo>
                  <a:pt x="161" y="282"/>
                </a:lnTo>
                <a:lnTo>
                  <a:pt x="161" y="283"/>
                </a:lnTo>
                <a:lnTo>
                  <a:pt x="162" y="283"/>
                </a:lnTo>
                <a:lnTo>
                  <a:pt x="163" y="283"/>
                </a:lnTo>
                <a:lnTo>
                  <a:pt x="164" y="283"/>
                </a:lnTo>
                <a:lnTo>
                  <a:pt x="164" y="282"/>
                </a:lnTo>
                <a:lnTo>
                  <a:pt x="164" y="281"/>
                </a:lnTo>
                <a:lnTo>
                  <a:pt x="163" y="280"/>
                </a:lnTo>
                <a:lnTo>
                  <a:pt x="162" y="280"/>
                </a:lnTo>
                <a:lnTo>
                  <a:pt x="161" y="278"/>
                </a:lnTo>
                <a:lnTo>
                  <a:pt x="160" y="278"/>
                </a:lnTo>
                <a:lnTo>
                  <a:pt x="161" y="278"/>
                </a:lnTo>
                <a:lnTo>
                  <a:pt x="161" y="277"/>
                </a:lnTo>
                <a:lnTo>
                  <a:pt x="161" y="276"/>
                </a:lnTo>
                <a:lnTo>
                  <a:pt x="161" y="277"/>
                </a:lnTo>
                <a:lnTo>
                  <a:pt x="161" y="278"/>
                </a:lnTo>
                <a:lnTo>
                  <a:pt x="162" y="278"/>
                </a:lnTo>
                <a:lnTo>
                  <a:pt x="164" y="279"/>
                </a:lnTo>
                <a:lnTo>
                  <a:pt x="165" y="279"/>
                </a:lnTo>
                <a:lnTo>
                  <a:pt x="166" y="279"/>
                </a:lnTo>
                <a:lnTo>
                  <a:pt x="167" y="279"/>
                </a:lnTo>
                <a:lnTo>
                  <a:pt x="167" y="278"/>
                </a:lnTo>
                <a:lnTo>
                  <a:pt x="168" y="278"/>
                </a:lnTo>
                <a:lnTo>
                  <a:pt x="169" y="278"/>
                </a:lnTo>
                <a:lnTo>
                  <a:pt x="169" y="277"/>
                </a:lnTo>
                <a:lnTo>
                  <a:pt x="168" y="276"/>
                </a:lnTo>
                <a:lnTo>
                  <a:pt x="168" y="275"/>
                </a:lnTo>
                <a:lnTo>
                  <a:pt x="169" y="275"/>
                </a:lnTo>
                <a:lnTo>
                  <a:pt x="170" y="275"/>
                </a:lnTo>
                <a:lnTo>
                  <a:pt x="170" y="274"/>
                </a:lnTo>
                <a:lnTo>
                  <a:pt x="171" y="274"/>
                </a:lnTo>
                <a:lnTo>
                  <a:pt x="171" y="273"/>
                </a:lnTo>
                <a:lnTo>
                  <a:pt x="171" y="272"/>
                </a:lnTo>
                <a:lnTo>
                  <a:pt x="170" y="272"/>
                </a:lnTo>
                <a:lnTo>
                  <a:pt x="170" y="271"/>
                </a:lnTo>
                <a:lnTo>
                  <a:pt x="170" y="270"/>
                </a:lnTo>
                <a:lnTo>
                  <a:pt x="169" y="269"/>
                </a:lnTo>
                <a:lnTo>
                  <a:pt x="170" y="269"/>
                </a:lnTo>
                <a:lnTo>
                  <a:pt x="170" y="268"/>
                </a:lnTo>
                <a:lnTo>
                  <a:pt x="170" y="267"/>
                </a:lnTo>
                <a:lnTo>
                  <a:pt x="169" y="267"/>
                </a:lnTo>
                <a:lnTo>
                  <a:pt x="169" y="266"/>
                </a:lnTo>
                <a:lnTo>
                  <a:pt x="167" y="264"/>
                </a:lnTo>
                <a:lnTo>
                  <a:pt x="166" y="264"/>
                </a:lnTo>
                <a:lnTo>
                  <a:pt x="166" y="263"/>
                </a:lnTo>
                <a:lnTo>
                  <a:pt x="166" y="262"/>
                </a:lnTo>
                <a:lnTo>
                  <a:pt x="166" y="261"/>
                </a:lnTo>
                <a:lnTo>
                  <a:pt x="167" y="260"/>
                </a:lnTo>
                <a:lnTo>
                  <a:pt x="167" y="259"/>
                </a:lnTo>
                <a:lnTo>
                  <a:pt x="167" y="258"/>
                </a:lnTo>
                <a:lnTo>
                  <a:pt x="166" y="258"/>
                </a:lnTo>
                <a:lnTo>
                  <a:pt x="166" y="257"/>
                </a:lnTo>
                <a:lnTo>
                  <a:pt x="165" y="256"/>
                </a:lnTo>
                <a:lnTo>
                  <a:pt x="165" y="255"/>
                </a:lnTo>
                <a:lnTo>
                  <a:pt x="164" y="255"/>
                </a:lnTo>
                <a:lnTo>
                  <a:pt x="164" y="253"/>
                </a:lnTo>
                <a:lnTo>
                  <a:pt x="165" y="253"/>
                </a:lnTo>
                <a:lnTo>
                  <a:pt x="165" y="252"/>
                </a:lnTo>
                <a:lnTo>
                  <a:pt x="165" y="251"/>
                </a:lnTo>
                <a:lnTo>
                  <a:pt x="164" y="250"/>
                </a:lnTo>
                <a:lnTo>
                  <a:pt x="164" y="249"/>
                </a:lnTo>
                <a:lnTo>
                  <a:pt x="163" y="249"/>
                </a:lnTo>
                <a:lnTo>
                  <a:pt x="162" y="249"/>
                </a:lnTo>
                <a:lnTo>
                  <a:pt x="162" y="248"/>
                </a:lnTo>
                <a:lnTo>
                  <a:pt x="162" y="247"/>
                </a:lnTo>
                <a:lnTo>
                  <a:pt x="162" y="246"/>
                </a:lnTo>
                <a:lnTo>
                  <a:pt x="161" y="245"/>
                </a:lnTo>
                <a:lnTo>
                  <a:pt x="160" y="244"/>
                </a:lnTo>
                <a:lnTo>
                  <a:pt x="160" y="243"/>
                </a:lnTo>
                <a:lnTo>
                  <a:pt x="159" y="243"/>
                </a:lnTo>
                <a:lnTo>
                  <a:pt x="159" y="242"/>
                </a:lnTo>
                <a:lnTo>
                  <a:pt x="158" y="242"/>
                </a:lnTo>
                <a:lnTo>
                  <a:pt x="157" y="242"/>
                </a:lnTo>
                <a:lnTo>
                  <a:pt x="157" y="241"/>
                </a:lnTo>
                <a:lnTo>
                  <a:pt x="157" y="240"/>
                </a:lnTo>
                <a:lnTo>
                  <a:pt x="157" y="239"/>
                </a:lnTo>
                <a:lnTo>
                  <a:pt x="158" y="239"/>
                </a:lnTo>
                <a:lnTo>
                  <a:pt x="158" y="238"/>
                </a:lnTo>
                <a:lnTo>
                  <a:pt x="157" y="238"/>
                </a:lnTo>
                <a:lnTo>
                  <a:pt x="156" y="237"/>
                </a:lnTo>
                <a:lnTo>
                  <a:pt x="156" y="236"/>
                </a:lnTo>
                <a:lnTo>
                  <a:pt x="155" y="235"/>
                </a:lnTo>
                <a:lnTo>
                  <a:pt x="154" y="234"/>
                </a:lnTo>
                <a:lnTo>
                  <a:pt x="153" y="234"/>
                </a:lnTo>
                <a:lnTo>
                  <a:pt x="152" y="234"/>
                </a:lnTo>
                <a:lnTo>
                  <a:pt x="152" y="233"/>
                </a:lnTo>
                <a:lnTo>
                  <a:pt x="152" y="232"/>
                </a:lnTo>
                <a:lnTo>
                  <a:pt x="151" y="231"/>
                </a:lnTo>
                <a:lnTo>
                  <a:pt x="152" y="231"/>
                </a:lnTo>
                <a:lnTo>
                  <a:pt x="152" y="230"/>
                </a:lnTo>
                <a:lnTo>
                  <a:pt x="152" y="229"/>
                </a:lnTo>
                <a:lnTo>
                  <a:pt x="152" y="228"/>
                </a:lnTo>
                <a:lnTo>
                  <a:pt x="153" y="228"/>
                </a:lnTo>
                <a:lnTo>
                  <a:pt x="153" y="227"/>
                </a:lnTo>
                <a:lnTo>
                  <a:pt x="153" y="228"/>
                </a:lnTo>
                <a:lnTo>
                  <a:pt x="154" y="228"/>
                </a:lnTo>
                <a:lnTo>
                  <a:pt x="154" y="227"/>
                </a:lnTo>
                <a:lnTo>
                  <a:pt x="154" y="226"/>
                </a:lnTo>
                <a:lnTo>
                  <a:pt x="154" y="225"/>
                </a:lnTo>
                <a:lnTo>
                  <a:pt x="155" y="225"/>
                </a:lnTo>
                <a:lnTo>
                  <a:pt x="155" y="224"/>
                </a:lnTo>
                <a:lnTo>
                  <a:pt x="155" y="223"/>
                </a:lnTo>
                <a:lnTo>
                  <a:pt x="156" y="223"/>
                </a:lnTo>
                <a:lnTo>
                  <a:pt x="157" y="222"/>
                </a:lnTo>
                <a:lnTo>
                  <a:pt x="157" y="221"/>
                </a:lnTo>
                <a:lnTo>
                  <a:pt x="157" y="220"/>
                </a:lnTo>
                <a:lnTo>
                  <a:pt x="157" y="221"/>
                </a:lnTo>
                <a:lnTo>
                  <a:pt x="157" y="220"/>
                </a:lnTo>
                <a:lnTo>
                  <a:pt x="158" y="220"/>
                </a:lnTo>
                <a:lnTo>
                  <a:pt x="157" y="220"/>
                </a:lnTo>
                <a:lnTo>
                  <a:pt x="152" y="218"/>
                </a:lnTo>
                <a:lnTo>
                  <a:pt x="151" y="218"/>
                </a:lnTo>
                <a:lnTo>
                  <a:pt x="151" y="217"/>
                </a:lnTo>
                <a:lnTo>
                  <a:pt x="150" y="217"/>
                </a:lnTo>
                <a:lnTo>
                  <a:pt x="149" y="216"/>
                </a:lnTo>
                <a:lnTo>
                  <a:pt x="149" y="215"/>
                </a:lnTo>
                <a:lnTo>
                  <a:pt x="148" y="215"/>
                </a:lnTo>
                <a:lnTo>
                  <a:pt x="147" y="211"/>
                </a:lnTo>
                <a:lnTo>
                  <a:pt x="144" y="206"/>
                </a:lnTo>
                <a:lnTo>
                  <a:pt x="142" y="203"/>
                </a:lnTo>
                <a:lnTo>
                  <a:pt x="141" y="202"/>
                </a:lnTo>
                <a:lnTo>
                  <a:pt x="140" y="201"/>
                </a:lnTo>
                <a:lnTo>
                  <a:pt x="139" y="201"/>
                </a:lnTo>
                <a:lnTo>
                  <a:pt x="138" y="201"/>
                </a:lnTo>
                <a:lnTo>
                  <a:pt x="136" y="200"/>
                </a:lnTo>
                <a:lnTo>
                  <a:pt x="134" y="200"/>
                </a:lnTo>
                <a:lnTo>
                  <a:pt x="134" y="199"/>
                </a:lnTo>
                <a:lnTo>
                  <a:pt x="133" y="196"/>
                </a:lnTo>
                <a:lnTo>
                  <a:pt x="133" y="195"/>
                </a:lnTo>
                <a:lnTo>
                  <a:pt x="134" y="195"/>
                </a:lnTo>
                <a:lnTo>
                  <a:pt x="135" y="195"/>
                </a:lnTo>
                <a:lnTo>
                  <a:pt x="135" y="194"/>
                </a:lnTo>
                <a:lnTo>
                  <a:pt x="135" y="193"/>
                </a:lnTo>
                <a:lnTo>
                  <a:pt x="134" y="190"/>
                </a:lnTo>
                <a:lnTo>
                  <a:pt x="135" y="189"/>
                </a:lnTo>
                <a:lnTo>
                  <a:pt x="134" y="189"/>
                </a:lnTo>
                <a:lnTo>
                  <a:pt x="134" y="188"/>
                </a:lnTo>
                <a:lnTo>
                  <a:pt x="135" y="187"/>
                </a:lnTo>
                <a:lnTo>
                  <a:pt x="135" y="186"/>
                </a:lnTo>
                <a:lnTo>
                  <a:pt x="135" y="185"/>
                </a:lnTo>
                <a:lnTo>
                  <a:pt x="134" y="185"/>
                </a:lnTo>
                <a:lnTo>
                  <a:pt x="135" y="185"/>
                </a:lnTo>
                <a:lnTo>
                  <a:pt x="134" y="184"/>
                </a:lnTo>
                <a:lnTo>
                  <a:pt x="133" y="184"/>
                </a:lnTo>
                <a:lnTo>
                  <a:pt x="132" y="185"/>
                </a:lnTo>
                <a:lnTo>
                  <a:pt x="131" y="185"/>
                </a:lnTo>
                <a:lnTo>
                  <a:pt x="130" y="185"/>
                </a:lnTo>
                <a:lnTo>
                  <a:pt x="129" y="185"/>
                </a:lnTo>
                <a:lnTo>
                  <a:pt x="127" y="185"/>
                </a:lnTo>
                <a:lnTo>
                  <a:pt x="126" y="186"/>
                </a:lnTo>
                <a:lnTo>
                  <a:pt x="125" y="186"/>
                </a:lnTo>
                <a:lnTo>
                  <a:pt x="123" y="188"/>
                </a:lnTo>
                <a:lnTo>
                  <a:pt x="121" y="188"/>
                </a:lnTo>
                <a:lnTo>
                  <a:pt x="120" y="190"/>
                </a:lnTo>
                <a:lnTo>
                  <a:pt x="119" y="190"/>
                </a:lnTo>
                <a:lnTo>
                  <a:pt x="118" y="191"/>
                </a:lnTo>
                <a:lnTo>
                  <a:pt x="117" y="191"/>
                </a:lnTo>
                <a:lnTo>
                  <a:pt x="116" y="192"/>
                </a:lnTo>
                <a:lnTo>
                  <a:pt x="115" y="192"/>
                </a:lnTo>
                <a:lnTo>
                  <a:pt x="115" y="193"/>
                </a:lnTo>
                <a:lnTo>
                  <a:pt x="114" y="193"/>
                </a:lnTo>
                <a:lnTo>
                  <a:pt x="113" y="194"/>
                </a:lnTo>
                <a:lnTo>
                  <a:pt x="111" y="195"/>
                </a:lnTo>
                <a:lnTo>
                  <a:pt x="110" y="196"/>
                </a:lnTo>
                <a:lnTo>
                  <a:pt x="109" y="196"/>
                </a:lnTo>
                <a:lnTo>
                  <a:pt x="102" y="198"/>
                </a:lnTo>
                <a:lnTo>
                  <a:pt x="101" y="199"/>
                </a:lnTo>
                <a:lnTo>
                  <a:pt x="100" y="200"/>
                </a:lnTo>
                <a:lnTo>
                  <a:pt x="99" y="200"/>
                </a:lnTo>
                <a:lnTo>
                  <a:pt x="98" y="202"/>
                </a:lnTo>
                <a:lnTo>
                  <a:pt x="96" y="203"/>
                </a:lnTo>
                <a:lnTo>
                  <a:pt x="96" y="204"/>
                </a:lnTo>
                <a:lnTo>
                  <a:pt x="95" y="204"/>
                </a:lnTo>
                <a:lnTo>
                  <a:pt x="95" y="206"/>
                </a:lnTo>
                <a:lnTo>
                  <a:pt x="93" y="207"/>
                </a:lnTo>
                <a:lnTo>
                  <a:pt x="90" y="208"/>
                </a:lnTo>
                <a:lnTo>
                  <a:pt x="86" y="209"/>
                </a:lnTo>
                <a:lnTo>
                  <a:pt x="85" y="209"/>
                </a:lnTo>
                <a:lnTo>
                  <a:pt x="83" y="210"/>
                </a:lnTo>
                <a:lnTo>
                  <a:pt x="81" y="211"/>
                </a:lnTo>
                <a:lnTo>
                  <a:pt x="79" y="211"/>
                </a:lnTo>
                <a:lnTo>
                  <a:pt x="78" y="211"/>
                </a:lnTo>
                <a:lnTo>
                  <a:pt x="77" y="212"/>
                </a:lnTo>
                <a:lnTo>
                  <a:pt x="76" y="212"/>
                </a:lnTo>
                <a:lnTo>
                  <a:pt x="66" y="212"/>
                </a:lnTo>
                <a:lnTo>
                  <a:pt x="63" y="213"/>
                </a:lnTo>
                <a:lnTo>
                  <a:pt x="61" y="213"/>
                </a:lnTo>
                <a:lnTo>
                  <a:pt x="59" y="212"/>
                </a:lnTo>
                <a:lnTo>
                  <a:pt x="57" y="210"/>
                </a:lnTo>
                <a:lnTo>
                  <a:pt x="56" y="209"/>
                </a:lnTo>
                <a:lnTo>
                  <a:pt x="57" y="209"/>
                </a:lnTo>
                <a:lnTo>
                  <a:pt x="59" y="205"/>
                </a:lnTo>
                <a:lnTo>
                  <a:pt x="59" y="195"/>
                </a:lnTo>
                <a:lnTo>
                  <a:pt x="59" y="193"/>
                </a:lnTo>
                <a:lnTo>
                  <a:pt x="58" y="188"/>
                </a:lnTo>
                <a:lnTo>
                  <a:pt x="57" y="188"/>
                </a:lnTo>
                <a:lnTo>
                  <a:pt x="56" y="188"/>
                </a:lnTo>
                <a:lnTo>
                  <a:pt x="54" y="188"/>
                </a:lnTo>
                <a:lnTo>
                  <a:pt x="53" y="188"/>
                </a:lnTo>
                <a:lnTo>
                  <a:pt x="52" y="186"/>
                </a:lnTo>
                <a:lnTo>
                  <a:pt x="53" y="186"/>
                </a:lnTo>
                <a:lnTo>
                  <a:pt x="53" y="184"/>
                </a:lnTo>
                <a:lnTo>
                  <a:pt x="53" y="183"/>
                </a:lnTo>
                <a:lnTo>
                  <a:pt x="52" y="182"/>
                </a:lnTo>
                <a:lnTo>
                  <a:pt x="52" y="181"/>
                </a:lnTo>
                <a:lnTo>
                  <a:pt x="51" y="181"/>
                </a:lnTo>
                <a:lnTo>
                  <a:pt x="51" y="180"/>
                </a:lnTo>
                <a:lnTo>
                  <a:pt x="50" y="180"/>
                </a:lnTo>
                <a:lnTo>
                  <a:pt x="50" y="179"/>
                </a:lnTo>
                <a:lnTo>
                  <a:pt x="47" y="179"/>
                </a:lnTo>
                <a:lnTo>
                  <a:pt x="44" y="178"/>
                </a:lnTo>
                <a:lnTo>
                  <a:pt x="45" y="176"/>
                </a:lnTo>
                <a:lnTo>
                  <a:pt x="44" y="175"/>
                </a:lnTo>
                <a:lnTo>
                  <a:pt x="43" y="174"/>
                </a:lnTo>
                <a:lnTo>
                  <a:pt x="42" y="170"/>
                </a:lnTo>
                <a:lnTo>
                  <a:pt x="42" y="168"/>
                </a:lnTo>
                <a:lnTo>
                  <a:pt x="43" y="166"/>
                </a:lnTo>
                <a:lnTo>
                  <a:pt x="43" y="165"/>
                </a:lnTo>
                <a:lnTo>
                  <a:pt x="44" y="164"/>
                </a:lnTo>
                <a:lnTo>
                  <a:pt x="46" y="163"/>
                </a:lnTo>
                <a:lnTo>
                  <a:pt x="47" y="163"/>
                </a:lnTo>
                <a:lnTo>
                  <a:pt x="46" y="162"/>
                </a:lnTo>
                <a:lnTo>
                  <a:pt x="47" y="162"/>
                </a:lnTo>
                <a:lnTo>
                  <a:pt x="46" y="160"/>
                </a:lnTo>
                <a:lnTo>
                  <a:pt x="45" y="161"/>
                </a:lnTo>
                <a:lnTo>
                  <a:pt x="43" y="161"/>
                </a:lnTo>
                <a:lnTo>
                  <a:pt x="42" y="161"/>
                </a:lnTo>
                <a:lnTo>
                  <a:pt x="41" y="160"/>
                </a:lnTo>
                <a:lnTo>
                  <a:pt x="42" y="158"/>
                </a:lnTo>
                <a:lnTo>
                  <a:pt x="43" y="158"/>
                </a:lnTo>
                <a:lnTo>
                  <a:pt x="44" y="159"/>
                </a:lnTo>
                <a:lnTo>
                  <a:pt x="45" y="159"/>
                </a:lnTo>
                <a:lnTo>
                  <a:pt x="45" y="160"/>
                </a:lnTo>
                <a:lnTo>
                  <a:pt x="46" y="158"/>
                </a:lnTo>
                <a:lnTo>
                  <a:pt x="47" y="158"/>
                </a:lnTo>
                <a:lnTo>
                  <a:pt x="48" y="158"/>
                </a:lnTo>
                <a:lnTo>
                  <a:pt x="47" y="157"/>
                </a:lnTo>
                <a:lnTo>
                  <a:pt x="44" y="157"/>
                </a:lnTo>
                <a:lnTo>
                  <a:pt x="43" y="157"/>
                </a:lnTo>
                <a:lnTo>
                  <a:pt x="41" y="157"/>
                </a:lnTo>
                <a:lnTo>
                  <a:pt x="41" y="156"/>
                </a:lnTo>
                <a:lnTo>
                  <a:pt x="41" y="155"/>
                </a:lnTo>
                <a:lnTo>
                  <a:pt x="41" y="154"/>
                </a:lnTo>
                <a:lnTo>
                  <a:pt x="41" y="153"/>
                </a:lnTo>
                <a:lnTo>
                  <a:pt x="41" y="152"/>
                </a:lnTo>
                <a:lnTo>
                  <a:pt x="40" y="151"/>
                </a:lnTo>
                <a:lnTo>
                  <a:pt x="40" y="150"/>
                </a:lnTo>
                <a:lnTo>
                  <a:pt x="40" y="149"/>
                </a:lnTo>
                <a:lnTo>
                  <a:pt x="39" y="149"/>
                </a:lnTo>
                <a:lnTo>
                  <a:pt x="39" y="148"/>
                </a:lnTo>
                <a:lnTo>
                  <a:pt x="39" y="147"/>
                </a:lnTo>
                <a:lnTo>
                  <a:pt x="39" y="146"/>
                </a:lnTo>
                <a:lnTo>
                  <a:pt x="38" y="146"/>
                </a:lnTo>
                <a:lnTo>
                  <a:pt x="37" y="146"/>
                </a:lnTo>
                <a:lnTo>
                  <a:pt x="37" y="145"/>
                </a:lnTo>
                <a:lnTo>
                  <a:pt x="36" y="145"/>
                </a:lnTo>
                <a:lnTo>
                  <a:pt x="37" y="143"/>
                </a:lnTo>
                <a:lnTo>
                  <a:pt x="38" y="143"/>
                </a:lnTo>
                <a:lnTo>
                  <a:pt x="39" y="143"/>
                </a:lnTo>
                <a:lnTo>
                  <a:pt x="40" y="143"/>
                </a:lnTo>
                <a:lnTo>
                  <a:pt x="40" y="139"/>
                </a:lnTo>
                <a:lnTo>
                  <a:pt x="39" y="134"/>
                </a:lnTo>
                <a:lnTo>
                  <a:pt x="41" y="132"/>
                </a:lnTo>
                <a:lnTo>
                  <a:pt x="42" y="129"/>
                </a:lnTo>
                <a:lnTo>
                  <a:pt x="43" y="127"/>
                </a:lnTo>
                <a:lnTo>
                  <a:pt x="43" y="124"/>
                </a:lnTo>
                <a:lnTo>
                  <a:pt x="42" y="120"/>
                </a:lnTo>
                <a:lnTo>
                  <a:pt x="44" y="118"/>
                </a:lnTo>
                <a:lnTo>
                  <a:pt x="45" y="117"/>
                </a:lnTo>
                <a:lnTo>
                  <a:pt x="45" y="116"/>
                </a:lnTo>
                <a:lnTo>
                  <a:pt x="50" y="116"/>
                </a:lnTo>
                <a:lnTo>
                  <a:pt x="52" y="114"/>
                </a:lnTo>
                <a:lnTo>
                  <a:pt x="53" y="113"/>
                </a:lnTo>
                <a:lnTo>
                  <a:pt x="54" y="109"/>
                </a:lnTo>
                <a:lnTo>
                  <a:pt x="54" y="107"/>
                </a:lnTo>
                <a:lnTo>
                  <a:pt x="54" y="106"/>
                </a:lnTo>
                <a:lnTo>
                  <a:pt x="52" y="106"/>
                </a:lnTo>
                <a:lnTo>
                  <a:pt x="46" y="104"/>
                </a:lnTo>
                <a:lnTo>
                  <a:pt x="46" y="103"/>
                </a:lnTo>
                <a:lnTo>
                  <a:pt x="45" y="103"/>
                </a:lnTo>
                <a:lnTo>
                  <a:pt x="45" y="102"/>
                </a:lnTo>
                <a:lnTo>
                  <a:pt x="45" y="101"/>
                </a:lnTo>
                <a:lnTo>
                  <a:pt x="45" y="99"/>
                </a:lnTo>
                <a:lnTo>
                  <a:pt x="45" y="98"/>
                </a:lnTo>
                <a:lnTo>
                  <a:pt x="45" y="96"/>
                </a:lnTo>
                <a:lnTo>
                  <a:pt x="46" y="97"/>
                </a:lnTo>
                <a:lnTo>
                  <a:pt x="46" y="96"/>
                </a:lnTo>
                <a:lnTo>
                  <a:pt x="46" y="95"/>
                </a:lnTo>
                <a:lnTo>
                  <a:pt x="49" y="92"/>
                </a:lnTo>
                <a:lnTo>
                  <a:pt x="48" y="91"/>
                </a:lnTo>
                <a:lnTo>
                  <a:pt x="48" y="90"/>
                </a:lnTo>
                <a:lnTo>
                  <a:pt x="47" y="89"/>
                </a:lnTo>
                <a:lnTo>
                  <a:pt x="45" y="88"/>
                </a:lnTo>
                <a:lnTo>
                  <a:pt x="43" y="88"/>
                </a:lnTo>
                <a:lnTo>
                  <a:pt x="42" y="87"/>
                </a:lnTo>
                <a:lnTo>
                  <a:pt x="40" y="87"/>
                </a:lnTo>
                <a:lnTo>
                  <a:pt x="38" y="86"/>
                </a:lnTo>
                <a:lnTo>
                  <a:pt x="36" y="85"/>
                </a:lnTo>
                <a:lnTo>
                  <a:pt x="35" y="84"/>
                </a:lnTo>
                <a:lnTo>
                  <a:pt x="34" y="84"/>
                </a:lnTo>
                <a:lnTo>
                  <a:pt x="33" y="83"/>
                </a:lnTo>
                <a:lnTo>
                  <a:pt x="33" y="82"/>
                </a:lnTo>
                <a:lnTo>
                  <a:pt x="33" y="81"/>
                </a:lnTo>
                <a:lnTo>
                  <a:pt x="32" y="79"/>
                </a:lnTo>
                <a:lnTo>
                  <a:pt x="32" y="78"/>
                </a:lnTo>
                <a:lnTo>
                  <a:pt x="31" y="77"/>
                </a:lnTo>
                <a:lnTo>
                  <a:pt x="30" y="77"/>
                </a:lnTo>
                <a:lnTo>
                  <a:pt x="30" y="76"/>
                </a:lnTo>
                <a:lnTo>
                  <a:pt x="30" y="75"/>
                </a:lnTo>
                <a:lnTo>
                  <a:pt x="29" y="73"/>
                </a:lnTo>
                <a:lnTo>
                  <a:pt x="30" y="73"/>
                </a:lnTo>
                <a:lnTo>
                  <a:pt x="31" y="73"/>
                </a:lnTo>
                <a:lnTo>
                  <a:pt x="32" y="73"/>
                </a:lnTo>
                <a:lnTo>
                  <a:pt x="32" y="72"/>
                </a:lnTo>
                <a:lnTo>
                  <a:pt x="33" y="71"/>
                </a:lnTo>
                <a:lnTo>
                  <a:pt x="32" y="69"/>
                </a:lnTo>
                <a:lnTo>
                  <a:pt x="31" y="67"/>
                </a:lnTo>
                <a:lnTo>
                  <a:pt x="30" y="65"/>
                </a:lnTo>
                <a:lnTo>
                  <a:pt x="30" y="63"/>
                </a:lnTo>
                <a:lnTo>
                  <a:pt x="28" y="62"/>
                </a:lnTo>
                <a:lnTo>
                  <a:pt x="28" y="61"/>
                </a:lnTo>
                <a:lnTo>
                  <a:pt x="27" y="61"/>
                </a:lnTo>
                <a:lnTo>
                  <a:pt x="26" y="61"/>
                </a:lnTo>
                <a:lnTo>
                  <a:pt x="25" y="61"/>
                </a:lnTo>
                <a:lnTo>
                  <a:pt x="23" y="61"/>
                </a:lnTo>
                <a:lnTo>
                  <a:pt x="21" y="61"/>
                </a:lnTo>
                <a:lnTo>
                  <a:pt x="20" y="61"/>
                </a:lnTo>
                <a:lnTo>
                  <a:pt x="19" y="61"/>
                </a:lnTo>
                <a:lnTo>
                  <a:pt x="18" y="61"/>
                </a:lnTo>
                <a:lnTo>
                  <a:pt x="17" y="62"/>
                </a:lnTo>
                <a:lnTo>
                  <a:pt x="16" y="62"/>
                </a:lnTo>
                <a:lnTo>
                  <a:pt x="15" y="63"/>
                </a:lnTo>
                <a:lnTo>
                  <a:pt x="16" y="63"/>
                </a:lnTo>
                <a:lnTo>
                  <a:pt x="15" y="63"/>
                </a:lnTo>
                <a:lnTo>
                  <a:pt x="15" y="64"/>
                </a:lnTo>
                <a:lnTo>
                  <a:pt x="14" y="64"/>
                </a:lnTo>
                <a:lnTo>
                  <a:pt x="13" y="63"/>
                </a:lnTo>
                <a:lnTo>
                  <a:pt x="11" y="63"/>
                </a:lnTo>
                <a:lnTo>
                  <a:pt x="11" y="64"/>
                </a:lnTo>
                <a:lnTo>
                  <a:pt x="10" y="63"/>
                </a:lnTo>
                <a:lnTo>
                  <a:pt x="9" y="63"/>
                </a:lnTo>
                <a:lnTo>
                  <a:pt x="8" y="63"/>
                </a:lnTo>
                <a:lnTo>
                  <a:pt x="7" y="63"/>
                </a:lnTo>
                <a:lnTo>
                  <a:pt x="4" y="61"/>
                </a:lnTo>
                <a:lnTo>
                  <a:pt x="3" y="61"/>
                </a:lnTo>
                <a:lnTo>
                  <a:pt x="3" y="60"/>
                </a:lnTo>
                <a:lnTo>
                  <a:pt x="2" y="60"/>
                </a:lnTo>
                <a:lnTo>
                  <a:pt x="2" y="59"/>
                </a:lnTo>
                <a:lnTo>
                  <a:pt x="3" y="59"/>
                </a:lnTo>
                <a:lnTo>
                  <a:pt x="2" y="58"/>
                </a:lnTo>
                <a:lnTo>
                  <a:pt x="1" y="58"/>
                </a:lnTo>
                <a:lnTo>
                  <a:pt x="0" y="57"/>
                </a:lnTo>
                <a:lnTo>
                  <a:pt x="1" y="57"/>
                </a:lnTo>
                <a:lnTo>
                  <a:pt x="1" y="56"/>
                </a:lnTo>
                <a:lnTo>
                  <a:pt x="2" y="56"/>
                </a:lnTo>
                <a:lnTo>
                  <a:pt x="2" y="55"/>
                </a:lnTo>
                <a:lnTo>
                  <a:pt x="2" y="56"/>
                </a:lnTo>
                <a:lnTo>
                  <a:pt x="3" y="56"/>
                </a:lnTo>
                <a:lnTo>
                  <a:pt x="4" y="56"/>
                </a:lnTo>
                <a:lnTo>
                  <a:pt x="5" y="56"/>
                </a:lnTo>
                <a:lnTo>
                  <a:pt x="6" y="55"/>
                </a:lnTo>
                <a:lnTo>
                  <a:pt x="7" y="54"/>
                </a:lnTo>
                <a:lnTo>
                  <a:pt x="8" y="54"/>
                </a:lnTo>
                <a:lnTo>
                  <a:pt x="7" y="53"/>
                </a:lnTo>
                <a:lnTo>
                  <a:pt x="8" y="53"/>
                </a:lnTo>
                <a:lnTo>
                  <a:pt x="8" y="54"/>
                </a:lnTo>
                <a:lnTo>
                  <a:pt x="9" y="54"/>
                </a:lnTo>
                <a:lnTo>
                  <a:pt x="9" y="53"/>
                </a:lnTo>
                <a:lnTo>
                  <a:pt x="10" y="53"/>
                </a:lnTo>
                <a:lnTo>
                  <a:pt x="10" y="52"/>
                </a:lnTo>
                <a:lnTo>
                  <a:pt x="10" y="51"/>
                </a:lnTo>
                <a:lnTo>
                  <a:pt x="11" y="51"/>
                </a:lnTo>
                <a:lnTo>
                  <a:pt x="12" y="50"/>
                </a:lnTo>
                <a:lnTo>
                  <a:pt x="12" y="49"/>
                </a:lnTo>
                <a:lnTo>
                  <a:pt x="11" y="49"/>
                </a:lnTo>
                <a:lnTo>
                  <a:pt x="12" y="48"/>
                </a:lnTo>
                <a:lnTo>
                  <a:pt x="12" y="47"/>
                </a:lnTo>
                <a:lnTo>
                  <a:pt x="13" y="47"/>
                </a:lnTo>
                <a:lnTo>
                  <a:pt x="13" y="46"/>
                </a:lnTo>
                <a:lnTo>
                  <a:pt x="14" y="46"/>
                </a:lnTo>
                <a:lnTo>
                  <a:pt x="14" y="45"/>
                </a:lnTo>
                <a:lnTo>
                  <a:pt x="15" y="45"/>
                </a:lnTo>
                <a:lnTo>
                  <a:pt x="16" y="45"/>
                </a:lnTo>
                <a:lnTo>
                  <a:pt x="15" y="44"/>
                </a:lnTo>
                <a:lnTo>
                  <a:pt x="16" y="44"/>
                </a:lnTo>
                <a:lnTo>
                  <a:pt x="15" y="44"/>
                </a:lnTo>
                <a:lnTo>
                  <a:pt x="15" y="43"/>
                </a:lnTo>
                <a:lnTo>
                  <a:pt x="15" y="42"/>
                </a:lnTo>
                <a:lnTo>
                  <a:pt x="16" y="41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7"/>
                </a:lnTo>
                <a:lnTo>
                  <a:pt x="15" y="36"/>
                </a:lnTo>
                <a:lnTo>
                  <a:pt x="15" y="35"/>
                </a:lnTo>
                <a:lnTo>
                  <a:pt x="15" y="34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2"/>
                </a:lnTo>
                <a:lnTo>
                  <a:pt x="11" y="31"/>
                </a:lnTo>
                <a:lnTo>
                  <a:pt x="12" y="31"/>
                </a:lnTo>
                <a:lnTo>
                  <a:pt x="13" y="31"/>
                </a:lnTo>
                <a:lnTo>
                  <a:pt x="13" y="30"/>
                </a:lnTo>
                <a:lnTo>
                  <a:pt x="14" y="30"/>
                </a:lnTo>
                <a:lnTo>
                  <a:pt x="15" y="30"/>
                </a:lnTo>
                <a:lnTo>
                  <a:pt x="15" y="29"/>
                </a:lnTo>
                <a:lnTo>
                  <a:pt x="16" y="29"/>
                </a:lnTo>
                <a:lnTo>
                  <a:pt x="16" y="28"/>
                </a:lnTo>
                <a:lnTo>
                  <a:pt x="16" y="29"/>
                </a:lnTo>
                <a:lnTo>
                  <a:pt x="17" y="28"/>
                </a:lnTo>
                <a:lnTo>
                  <a:pt x="17" y="29"/>
                </a:lnTo>
                <a:lnTo>
                  <a:pt x="18" y="28"/>
                </a:lnTo>
                <a:lnTo>
                  <a:pt x="18" y="29"/>
                </a:lnTo>
                <a:lnTo>
                  <a:pt x="19" y="29"/>
                </a:lnTo>
                <a:lnTo>
                  <a:pt x="20" y="30"/>
                </a:lnTo>
                <a:lnTo>
                  <a:pt x="20" y="31"/>
                </a:lnTo>
                <a:lnTo>
                  <a:pt x="21" y="31"/>
                </a:lnTo>
                <a:lnTo>
                  <a:pt x="22" y="31"/>
                </a:lnTo>
                <a:lnTo>
                  <a:pt x="23" y="31"/>
                </a:lnTo>
                <a:lnTo>
                  <a:pt x="23" y="30"/>
                </a:lnTo>
                <a:lnTo>
                  <a:pt x="24" y="30"/>
                </a:lnTo>
                <a:lnTo>
                  <a:pt x="25" y="30"/>
                </a:lnTo>
                <a:lnTo>
                  <a:pt x="26" y="31"/>
                </a:lnTo>
                <a:lnTo>
                  <a:pt x="26" y="32"/>
                </a:lnTo>
                <a:lnTo>
                  <a:pt x="27" y="32"/>
                </a:lnTo>
                <a:lnTo>
                  <a:pt x="28" y="32"/>
                </a:lnTo>
                <a:lnTo>
                  <a:pt x="29" y="32"/>
                </a:lnTo>
                <a:lnTo>
                  <a:pt x="29" y="33"/>
                </a:lnTo>
                <a:lnTo>
                  <a:pt x="30" y="33"/>
                </a:lnTo>
                <a:lnTo>
                  <a:pt x="31" y="34"/>
                </a:lnTo>
                <a:lnTo>
                  <a:pt x="32" y="34"/>
                </a:lnTo>
                <a:lnTo>
                  <a:pt x="32" y="33"/>
                </a:lnTo>
                <a:lnTo>
                  <a:pt x="33" y="33"/>
                </a:lnTo>
                <a:lnTo>
                  <a:pt x="33" y="34"/>
                </a:lnTo>
                <a:lnTo>
                  <a:pt x="34" y="35"/>
                </a:lnTo>
                <a:lnTo>
                  <a:pt x="35" y="35"/>
                </a:lnTo>
                <a:lnTo>
                  <a:pt x="36" y="35"/>
                </a:lnTo>
                <a:lnTo>
                  <a:pt x="36" y="36"/>
                </a:lnTo>
                <a:lnTo>
                  <a:pt x="37" y="37"/>
                </a:lnTo>
                <a:lnTo>
                  <a:pt x="37" y="39"/>
                </a:lnTo>
                <a:lnTo>
                  <a:pt x="38" y="39"/>
                </a:lnTo>
                <a:lnTo>
                  <a:pt x="39" y="39"/>
                </a:lnTo>
                <a:lnTo>
                  <a:pt x="39" y="40"/>
                </a:lnTo>
                <a:lnTo>
                  <a:pt x="40" y="40"/>
                </a:lnTo>
                <a:lnTo>
                  <a:pt x="40" y="41"/>
                </a:lnTo>
                <a:lnTo>
                  <a:pt x="40" y="42"/>
                </a:lnTo>
                <a:lnTo>
                  <a:pt x="40" y="43"/>
                </a:lnTo>
                <a:lnTo>
                  <a:pt x="41" y="44"/>
                </a:lnTo>
                <a:lnTo>
                  <a:pt x="42" y="44"/>
                </a:lnTo>
                <a:lnTo>
                  <a:pt x="42" y="45"/>
                </a:lnTo>
                <a:lnTo>
                  <a:pt x="42" y="44"/>
                </a:lnTo>
                <a:lnTo>
                  <a:pt x="43" y="45"/>
                </a:lnTo>
                <a:lnTo>
                  <a:pt x="44" y="45"/>
                </a:lnTo>
                <a:lnTo>
                  <a:pt x="45" y="45"/>
                </a:lnTo>
                <a:lnTo>
                  <a:pt x="46" y="46"/>
                </a:lnTo>
                <a:lnTo>
                  <a:pt x="47" y="46"/>
                </a:lnTo>
                <a:lnTo>
                  <a:pt x="48" y="46"/>
                </a:lnTo>
                <a:lnTo>
                  <a:pt x="49" y="46"/>
                </a:lnTo>
                <a:lnTo>
                  <a:pt x="49" y="47"/>
                </a:lnTo>
                <a:lnTo>
                  <a:pt x="50" y="47"/>
                </a:lnTo>
                <a:lnTo>
                  <a:pt x="51" y="47"/>
                </a:lnTo>
                <a:lnTo>
                  <a:pt x="52" y="48"/>
                </a:lnTo>
                <a:lnTo>
                  <a:pt x="52" y="49"/>
                </a:lnTo>
                <a:lnTo>
                  <a:pt x="53" y="49"/>
                </a:lnTo>
                <a:lnTo>
                  <a:pt x="54" y="49"/>
                </a:lnTo>
                <a:lnTo>
                  <a:pt x="54" y="50"/>
                </a:lnTo>
                <a:lnTo>
                  <a:pt x="55" y="51"/>
                </a:lnTo>
                <a:lnTo>
                  <a:pt x="55" y="52"/>
                </a:lnTo>
                <a:lnTo>
                  <a:pt x="55" y="53"/>
                </a:lnTo>
                <a:lnTo>
                  <a:pt x="56" y="53"/>
                </a:lnTo>
                <a:lnTo>
                  <a:pt x="57" y="52"/>
                </a:lnTo>
                <a:lnTo>
                  <a:pt x="58" y="52"/>
                </a:lnTo>
                <a:lnTo>
                  <a:pt x="58" y="51"/>
                </a:lnTo>
                <a:lnTo>
                  <a:pt x="59" y="51"/>
                </a:lnTo>
                <a:lnTo>
                  <a:pt x="60" y="51"/>
                </a:lnTo>
                <a:lnTo>
                  <a:pt x="59" y="51"/>
                </a:lnTo>
                <a:lnTo>
                  <a:pt x="60" y="50"/>
                </a:lnTo>
                <a:lnTo>
                  <a:pt x="61" y="50"/>
                </a:lnTo>
                <a:lnTo>
                  <a:pt x="60" y="50"/>
                </a:lnTo>
                <a:lnTo>
                  <a:pt x="60" y="49"/>
                </a:lnTo>
                <a:lnTo>
                  <a:pt x="61" y="49"/>
                </a:lnTo>
                <a:lnTo>
                  <a:pt x="61" y="48"/>
                </a:lnTo>
                <a:lnTo>
                  <a:pt x="62" y="48"/>
                </a:lnTo>
                <a:lnTo>
                  <a:pt x="63" y="47"/>
                </a:lnTo>
                <a:lnTo>
                  <a:pt x="63" y="46"/>
                </a:lnTo>
                <a:lnTo>
                  <a:pt x="64" y="47"/>
                </a:lnTo>
                <a:lnTo>
                  <a:pt x="66" y="47"/>
                </a:lnTo>
                <a:lnTo>
                  <a:pt x="66" y="46"/>
                </a:lnTo>
                <a:lnTo>
                  <a:pt x="65" y="44"/>
                </a:lnTo>
                <a:lnTo>
                  <a:pt x="65" y="42"/>
                </a:lnTo>
                <a:lnTo>
                  <a:pt x="65" y="40"/>
                </a:lnTo>
                <a:lnTo>
                  <a:pt x="66" y="40"/>
                </a:lnTo>
                <a:lnTo>
                  <a:pt x="67" y="40"/>
                </a:lnTo>
                <a:lnTo>
                  <a:pt x="73" y="40"/>
                </a:lnTo>
                <a:lnTo>
                  <a:pt x="75" y="44"/>
                </a:lnTo>
                <a:lnTo>
                  <a:pt x="76" y="45"/>
                </a:lnTo>
                <a:lnTo>
                  <a:pt x="77" y="46"/>
                </a:lnTo>
                <a:lnTo>
                  <a:pt x="77" y="47"/>
                </a:lnTo>
                <a:lnTo>
                  <a:pt x="77" y="48"/>
                </a:lnTo>
                <a:lnTo>
                  <a:pt x="77" y="49"/>
                </a:lnTo>
                <a:lnTo>
                  <a:pt x="78" y="49"/>
                </a:lnTo>
                <a:lnTo>
                  <a:pt x="78" y="50"/>
                </a:lnTo>
                <a:lnTo>
                  <a:pt x="78" y="51"/>
                </a:lnTo>
                <a:lnTo>
                  <a:pt x="78" y="52"/>
                </a:lnTo>
                <a:lnTo>
                  <a:pt x="78" y="53"/>
                </a:lnTo>
                <a:lnTo>
                  <a:pt x="78" y="54"/>
                </a:lnTo>
                <a:lnTo>
                  <a:pt x="79" y="54"/>
                </a:lnTo>
                <a:lnTo>
                  <a:pt x="80" y="54"/>
                </a:lnTo>
                <a:lnTo>
                  <a:pt x="80" y="53"/>
                </a:lnTo>
                <a:lnTo>
                  <a:pt x="80" y="52"/>
                </a:lnTo>
                <a:lnTo>
                  <a:pt x="81" y="51"/>
                </a:lnTo>
                <a:lnTo>
                  <a:pt x="82" y="51"/>
                </a:lnTo>
                <a:lnTo>
                  <a:pt x="82" y="50"/>
                </a:lnTo>
                <a:lnTo>
                  <a:pt x="83" y="50"/>
                </a:lnTo>
                <a:lnTo>
                  <a:pt x="83" y="51"/>
                </a:lnTo>
                <a:lnTo>
                  <a:pt x="84" y="51"/>
                </a:lnTo>
                <a:lnTo>
                  <a:pt x="84" y="52"/>
                </a:lnTo>
                <a:lnTo>
                  <a:pt x="85" y="53"/>
                </a:lnTo>
                <a:lnTo>
                  <a:pt x="87" y="55"/>
                </a:lnTo>
                <a:lnTo>
                  <a:pt x="90" y="56"/>
                </a:lnTo>
                <a:lnTo>
                  <a:pt x="91" y="57"/>
                </a:lnTo>
                <a:lnTo>
                  <a:pt x="91" y="58"/>
                </a:lnTo>
                <a:lnTo>
                  <a:pt x="91" y="59"/>
                </a:lnTo>
                <a:lnTo>
                  <a:pt x="92" y="59"/>
                </a:lnTo>
                <a:lnTo>
                  <a:pt x="92" y="60"/>
                </a:lnTo>
                <a:lnTo>
                  <a:pt x="92" y="61"/>
                </a:lnTo>
                <a:lnTo>
                  <a:pt x="93" y="61"/>
                </a:lnTo>
                <a:lnTo>
                  <a:pt x="93" y="63"/>
                </a:lnTo>
                <a:lnTo>
                  <a:pt x="96" y="62"/>
                </a:lnTo>
                <a:lnTo>
                  <a:pt x="99" y="62"/>
                </a:lnTo>
                <a:lnTo>
                  <a:pt x="100" y="62"/>
                </a:lnTo>
                <a:lnTo>
                  <a:pt x="100" y="61"/>
                </a:lnTo>
                <a:lnTo>
                  <a:pt x="101" y="60"/>
                </a:lnTo>
                <a:lnTo>
                  <a:pt x="100" y="59"/>
                </a:lnTo>
                <a:lnTo>
                  <a:pt x="101" y="59"/>
                </a:lnTo>
                <a:lnTo>
                  <a:pt x="101" y="58"/>
                </a:lnTo>
                <a:lnTo>
                  <a:pt x="102" y="58"/>
                </a:lnTo>
                <a:lnTo>
                  <a:pt x="102" y="57"/>
                </a:lnTo>
                <a:lnTo>
                  <a:pt x="104" y="56"/>
                </a:lnTo>
                <a:lnTo>
                  <a:pt x="104" y="55"/>
                </a:lnTo>
                <a:lnTo>
                  <a:pt x="103" y="55"/>
                </a:lnTo>
                <a:lnTo>
                  <a:pt x="103" y="54"/>
                </a:lnTo>
                <a:lnTo>
                  <a:pt x="103" y="53"/>
                </a:lnTo>
                <a:lnTo>
                  <a:pt x="102" y="53"/>
                </a:lnTo>
                <a:lnTo>
                  <a:pt x="102" y="52"/>
                </a:lnTo>
                <a:lnTo>
                  <a:pt x="101" y="51"/>
                </a:lnTo>
                <a:lnTo>
                  <a:pt x="100" y="49"/>
                </a:lnTo>
                <a:lnTo>
                  <a:pt x="101" y="48"/>
                </a:lnTo>
                <a:lnTo>
                  <a:pt x="102" y="47"/>
                </a:lnTo>
                <a:lnTo>
                  <a:pt x="104" y="47"/>
                </a:lnTo>
                <a:lnTo>
                  <a:pt x="106" y="44"/>
                </a:lnTo>
                <a:lnTo>
                  <a:pt x="106" y="43"/>
                </a:lnTo>
                <a:lnTo>
                  <a:pt x="107" y="43"/>
                </a:lnTo>
                <a:lnTo>
                  <a:pt x="107" y="42"/>
                </a:lnTo>
                <a:lnTo>
                  <a:pt x="107" y="41"/>
                </a:lnTo>
                <a:lnTo>
                  <a:pt x="104" y="23"/>
                </a:lnTo>
                <a:lnTo>
                  <a:pt x="119" y="22"/>
                </a:lnTo>
                <a:lnTo>
                  <a:pt x="123" y="21"/>
                </a:lnTo>
                <a:lnTo>
                  <a:pt x="127" y="21"/>
                </a:lnTo>
                <a:lnTo>
                  <a:pt x="129" y="18"/>
                </a:lnTo>
                <a:lnTo>
                  <a:pt x="133" y="18"/>
                </a:lnTo>
                <a:lnTo>
                  <a:pt x="132" y="14"/>
                </a:lnTo>
                <a:lnTo>
                  <a:pt x="132" y="13"/>
                </a:lnTo>
                <a:lnTo>
                  <a:pt x="134" y="13"/>
                </a:lnTo>
                <a:lnTo>
                  <a:pt x="134" y="9"/>
                </a:lnTo>
                <a:lnTo>
                  <a:pt x="135" y="8"/>
                </a:lnTo>
                <a:lnTo>
                  <a:pt x="137" y="6"/>
                </a:lnTo>
                <a:lnTo>
                  <a:pt x="138" y="6"/>
                </a:lnTo>
                <a:lnTo>
                  <a:pt x="142" y="4"/>
                </a:lnTo>
                <a:lnTo>
                  <a:pt x="142" y="3"/>
                </a:lnTo>
                <a:lnTo>
                  <a:pt x="143" y="3"/>
                </a:lnTo>
                <a:lnTo>
                  <a:pt x="145" y="3"/>
                </a:lnTo>
                <a:lnTo>
                  <a:pt x="145" y="4"/>
                </a:lnTo>
                <a:lnTo>
                  <a:pt x="146" y="4"/>
                </a:lnTo>
                <a:lnTo>
                  <a:pt x="147" y="4"/>
                </a:lnTo>
                <a:lnTo>
                  <a:pt x="148" y="4"/>
                </a:lnTo>
                <a:lnTo>
                  <a:pt x="147" y="5"/>
                </a:lnTo>
                <a:lnTo>
                  <a:pt x="148" y="5"/>
                </a:lnTo>
                <a:lnTo>
                  <a:pt x="149" y="5"/>
                </a:lnTo>
                <a:lnTo>
                  <a:pt x="150" y="5"/>
                </a:lnTo>
                <a:lnTo>
                  <a:pt x="150" y="6"/>
                </a:lnTo>
                <a:lnTo>
                  <a:pt x="151" y="5"/>
                </a:lnTo>
                <a:lnTo>
                  <a:pt x="152" y="5"/>
                </a:lnTo>
                <a:lnTo>
                  <a:pt x="152" y="6"/>
                </a:lnTo>
                <a:lnTo>
                  <a:pt x="153" y="6"/>
                </a:lnTo>
                <a:lnTo>
                  <a:pt x="154" y="6"/>
                </a:lnTo>
                <a:lnTo>
                  <a:pt x="154" y="7"/>
                </a:lnTo>
                <a:lnTo>
                  <a:pt x="155" y="7"/>
                </a:lnTo>
                <a:lnTo>
                  <a:pt x="155" y="8"/>
                </a:lnTo>
                <a:lnTo>
                  <a:pt x="156" y="8"/>
                </a:lnTo>
                <a:lnTo>
                  <a:pt x="157" y="8"/>
                </a:lnTo>
                <a:lnTo>
                  <a:pt x="158" y="8"/>
                </a:lnTo>
                <a:lnTo>
                  <a:pt x="158" y="7"/>
                </a:lnTo>
                <a:lnTo>
                  <a:pt x="157" y="7"/>
                </a:lnTo>
                <a:lnTo>
                  <a:pt x="158" y="7"/>
                </a:lnTo>
                <a:lnTo>
                  <a:pt x="157" y="7"/>
                </a:lnTo>
                <a:lnTo>
                  <a:pt x="158" y="6"/>
                </a:lnTo>
                <a:lnTo>
                  <a:pt x="159" y="6"/>
                </a:lnTo>
                <a:lnTo>
                  <a:pt x="159" y="7"/>
                </a:lnTo>
                <a:lnTo>
                  <a:pt x="159" y="6"/>
                </a:lnTo>
                <a:lnTo>
                  <a:pt x="160" y="6"/>
                </a:lnTo>
                <a:lnTo>
                  <a:pt x="161" y="6"/>
                </a:lnTo>
                <a:lnTo>
                  <a:pt x="162" y="6"/>
                </a:lnTo>
                <a:lnTo>
                  <a:pt x="162" y="7"/>
                </a:lnTo>
                <a:lnTo>
                  <a:pt x="162" y="6"/>
                </a:lnTo>
                <a:lnTo>
                  <a:pt x="162" y="7"/>
                </a:lnTo>
                <a:lnTo>
                  <a:pt x="163" y="7"/>
                </a:lnTo>
                <a:lnTo>
                  <a:pt x="164" y="7"/>
                </a:lnTo>
                <a:lnTo>
                  <a:pt x="164" y="6"/>
                </a:lnTo>
                <a:lnTo>
                  <a:pt x="164" y="7"/>
                </a:lnTo>
                <a:lnTo>
                  <a:pt x="165" y="6"/>
                </a:lnTo>
                <a:lnTo>
                  <a:pt x="166" y="6"/>
                </a:lnTo>
                <a:lnTo>
                  <a:pt x="166" y="5"/>
                </a:lnTo>
                <a:lnTo>
                  <a:pt x="166" y="6"/>
                </a:lnTo>
                <a:lnTo>
                  <a:pt x="166" y="5"/>
                </a:lnTo>
                <a:lnTo>
                  <a:pt x="167" y="5"/>
                </a:lnTo>
                <a:lnTo>
                  <a:pt x="167" y="4"/>
                </a:lnTo>
                <a:lnTo>
                  <a:pt x="168" y="5"/>
                </a:lnTo>
                <a:lnTo>
                  <a:pt x="169" y="5"/>
                </a:lnTo>
                <a:lnTo>
                  <a:pt x="170" y="6"/>
                </a:lnTo>
                <a:lnTo>
                  <a:pt x="171" y="7"/>
                </a:lnTo>
                <a:lnTo>
                  <a:pt x="172" y="7"/>
                </a:lnTo>
                <a:lnTo>
                  <a:pt x="173" y="7"/>
                </a:lnTo>
                <a:lnTo>
                  <a:pt x="173" y="8"/>
                </a:lnTo>
                <a:lnTo>
                  <a:pt x="174" y="8"/>
                </a:lnTo>
                <a:lnTo>
                  <a:pt x="175" y="7"/>
                </a:lnTo>
                <a:lnTo>
                  <a:pt x="176" y="7"/>
                </a:lnTo>
                <a:lnTo>
                  <a:pt x="176" y="6"/>
                </a:lnTo>
                <a:lnTo>
                  <a:pt x="177" y="6"/>
                </a:lnTo>
                <a:lnTo>
                  <a:pt x="177" y="5"/>
                </a:lnTo>
                <a:lnTo>
                  <a:pt x="178" y="5"/>
                </a:lnTo>
                <a:lnTo>
                  <a:pt x="179" y="5"/>
                </a:lnTo>
                <a:lnTo>
                  <a:pt x="182" y="5"/>
                </a:lnTo>
                <a:lnTo>
                  <a:pt x="183" y="5"/>
                </a:lnTo>
                <a:lnTo>
                  <a:pt x="184" y="5"/>
                </a:lnTo>
                <a:lnTo>
                  <a:pt x="185" y="5"/>
                </a:lnTo>
                <a:lnTo>
                  <a:pt x="186" y="5"/>
                </a:lnTo>
                <a:lnTo>
                  <a:pt x="187" y="5"/>
                </a:lnTo>
                <a:lnTo>
                  <a:pt x="188" y="5"/>
                </a:lnTo>
                <a:lnTo>
                  <a:pt x="189" y="4"/>
                </a:lnTo>
                <a:lnTo>
                  <a:pt x="190" y="4"/>
                </a:lnTo>
                <a:lnTo>
                  <a:pt x="191" y="4"/>
                </a:lnTo>
                <a:lnTo>
                  <a:pt x="192" y="4"/>
                </a:lnTo>
                <a:lnTo>
                  <a:pt x="193" y="4"/>
                </a:lnTo>
                <a:lnTo>
                  <a:pt x="193" y="3"/>
                </a:lnTo>
                <a:lnTo>
                  <a:pt x="194" y="3"/>
                </a:lnTo>
                <a:lnTo>
                  <a:pt x="195" y="3"/>
                </a:lnTo>
                <a:lnTo>
                  <a:pt x="195" y="2"/>
                </a:lnTo>
                <a:lnTo>
                  <a:pt x="196" y="2"/>
                </a:lnTo>
                <a:lnTo>
                  <a:pt x="197" y="2"/>
                </a:lnTo>
                <a:lnTo>
                  <a:pt x="197" y="1"/>
                </a:lnTo>
                <a:lnTo>
                  <a:pt x="199" y="0"/>
                </a:lnTo>
                <a:lnTo>
                  <a:pt x="200" y="0"/>
                </a:lnTo>
                <a:lnTo>
                  <a:pt x="201" y="0"/>
                </a:lnTo>
                <a:lnTo>
                  <a:pt x="202" y="0"/>
                </a:lnTo>
                <a:lnTo>
                  <a:pt x="203" y="0"/>
                </a:lnTo>
                <a:lnTo>
                  <a:pt x="204" y="0"/>
                </a:lnTo>
                <a:lnTo>
                  <a:pt x="204" y="1"/>
                </a:lnTo>
                <a:close/>
              </a:path>
            </a:pathLst>
          </a:custGeom>
          <a:solidFill>
            <a:srgbClr val="9CC6DF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7" name=""/>
          <p:cNvSpPr/>
          <p:nvPr/>
        </p:nvSpPr>
        <p:spPr>
          <a:xfrm>
            <a:off x="4661280" y="1019880"/>
            <a:ext cx="451440" cy="373680"/>
          </a:xfrm>
          <a:custGeom>
            <a:avLst/>
            <a:gdLst/>
            <a:ahLst/>
            <a:rect l="0" t="0" r="r" b="b"/>
            <a:pathLst>
              <a:path w="1254" h="1038">
                <a:moveTo>
                  <a:pt x="201" y="3"/>
                </a:moveTo>
                <a:lnTo>
                  <a:pt x="205" y="3"/>
                </a:lnTo>
                <a:lnTo>
                  <a:pt x="206" y="3"/>
                </a:lnTo>
                <a:lnTo>
                  <a:pt x="206" y="4"/>
                </a:lnTo>
                <a:lnTo>
                  <a:pt x="206" y="5"/>
                </a:lnTo>
                <a:lnTo>
                  <a:pt x="207" y="5"/>
                </a:lnTo>
                <a:lnTo>
                  <a:pt x="207" y="6"/>
                </a:lnTo>
                <a:lnTo>
                  <a:pt x="207" y="7"/>
                </a:lnTo>
                <a:lnTo>
                  <a:pt x="208" y="7"/>
                </a:lnTo>
                <a:lnTo>
                  <a:pt x="209" y="7"/>
                </a:lnTo>
                <a:lnTo>
                  <a:pt x="210" y="7"/>
                </a:lnTo>
                <a:lnTo>
                  <a:pt x="210" y="6"/>
                </a:lnTo>
                <a:lnTo>
                  <a:pt x="210" y="5"/>
                </a:lnTo>
                <a:lnTo>
                  <a:pt x="209" y="5"/>
                </a:lnTo>
                <a:lnTo>
                  <a:pt x="208" y="4"/>
                </a:lnTo>
                <a:lnTo>
                  <a:pt x="208" y="3"/>
                </a:lnTo>
                <a:lnTo>
                  <a:pt x="209" y="3"/>
                </a:lnTo>
                <a:lnTo>
                  <a:pt x="209" y="2"/>
                </a:lnTo>
                <a:lnTo>
                  <a:pt x="210" y="2"/>
                </a:lnTo>
                <a:lnTo>
                  <a:pt x="210" y="1"/>
                </a:lnTo>
                <a:lnTo>
                  <a:pt x="211" y="1"/>
                </a:lnTo>
                <a:lnTo>
                  <a:pt x="212" y="1"/>
                </a:lnTo>
                <a:lnTo>
                  <a:pt x="213" y="1"/>
                </a:lnTo>
                <a:lnTo>
                  <a:pt x="214" y="1"/>
                </a:lnTo>
                <a:lnTo>
                  <a:pt x="214" y="2"/>
                </a:lnTo>
                <a:lnTo>
                  <a:pt x="215" y="3"/>
                </a:lnTo>
                <a:lnTo>
                  <a:pt x="215" y="4"/>
                </a:lnTo>
                <a:lnTo>
                  <a:pt x="214" y="4"/>
                </a:lnTo>
                <a:lnTo>
                  <a:pt x="213" y="5"/>
                </a:lnTo>
                <a:lnTo>
                  <a:pt x="212" y="6"/>
                </a:lnTo>
                <a:lnTo>
                  <a:pt x="212" y="7"/>
                </a:lnTo>
                <a:lnTo>
                  <a:pt x="213" y="7"/>
                </a:lnTo>
                <a:lnTo>
                  <a:pt x="214" y="7"/>
                </a:lnTo>
                <a:lnTo>
                  <a:pt x="215" y="7"/>
                </a:lnTo>
                <a:lnTo>
                  <a:pt x="216" y="7"/>
                </a:lnTo>
                <a:lnTo>
                  <a:pt x="216" y="6"/>
                </a:lnTo>
                <a:lnTo>
                  <a:pt x="216" y="5"/>
                </a:lnTo>
                <a:lnTo>
                  <a:pt x="217" y="5"/>
                </a:lnTo>
                <a:lnTo>
                  <a:pt x="217" y="4"/>
                </a:lnTo>
                <a:lnTo>
                  <a:pt x="217" y="3"/>
                </a:lnTo>
                <a:lnTo>
                  <a:pt x="217" y="2"/>
                </a:lnTo>
                <a:lnTo>
                  <a:pt x="218" y="2"/>
                </a:lnTo>
                <a:lnTo>
                  <a:pt x="220" y="2"/>
                </a:lnTo>
                <a:lnTo>
                  <a:pt x="221" y="2"/>
                </a:lnTo>
                <a:lnTo>
                  <a:pt x="222" y="2"/>
                </a:lnTo>
                <a:lnTo>
                  <a:pt x="222" y="3"/>
                </a:lnTo>
                <a:lnTo>
                  <a:pt x="223" y="3"/>
                </a:lnTo>
                <a:lnTo>
                  <a:pt x="224" y="3"/>
                </a:lnTo>
                <a:lnTo>
                  <a:pt x="225" y="3"/>
                </a:lnTo>
                <a:lnTo>
                  <a:pt x="225" y="4"/>
                </a:lnTo>
                <a:lnTo>
                  <a:pt x="225" y="5"/>
                </a:lnTo>
                <a:lnTo>
                  <a:pt x="226" y="5"/>
                </a:lnTo>
                <a:lnTo>
                  <a:pt x="226" y="6"/>
                </a:lnTo>
                <a:lnTo>
                  <a:pt x="227" y="7"/>
                </a:lnTo>
                <a:lnTo>
                  <a:pt x="228" y="7"/>
                </a:lnTo>
                <a:lnTo>
                  <a:pt x="229" y="8"/>
                </a:lnTo>
                <a:lnTo>
                  <a:pt x="229" y="7"/>
                </a:lnTo>
                <a:lnTo>
                  <a:pt x="230" y="7"/>
                </a:lnTo>
                <a:lnTo>
                  <a:pt x="231" y="7"/>
                </a:lnTo>
                <a:lnTo>
                  <a:pt x="232" y="7"/>
                </a:lnTo>
                <a:lnTo>
                  <a:pt x="233" y="7"/>
                </a:lnTo>
                <a:lnTo>
                  <a:pt x="234" y="7"/>
                </a:lnTo>
                <a:lnTo>
                  <a:pt x="235" y="7"/>
                </a:lnTo>
                <a:lnTo>
                  <a:pt x="236" y="8"/>
                </a:lnTo>
                <a:lnTo>
                  <a:pt x="237" y="8"/>
                </a:lnTo>
                <a:lnTo>
                  <a:pt x="239" y="8"/>
                </a:lnTo>
                <a:lnTo>
                  <a:pt x="240" y="8"/>
                </a:lnTo>
                <a:lnTo>
                  <a:pt x="242" y="8"/>
                </a:lnTo>
                <a:lnTo>
                  <a:pt x="243" y="8"/>
                </a:lnTo>
                <a:lnTo>
                  <a:pt x="244" y="8"/>
                </a:lnTo>
                <a:lnTo>
                  <a:pt x="245" y="9"/>
                </a:lnTo>
                <a:lnTo>
                  <a:pt x="246" y="10"/>
                </a:lnTo>
                <a:lnTo>
                  <a:pt x="247" y="10"/>
                </a:lnTo>
                <a:lnTo>
                  <a:pt x="250" y="12"/>
                </a:lnTo>
                <a:lnTo>
                  <a:pt x="252" y="13"/>
                </a:lnTo>
                <a:lnTo>
                  <a:pt x="255" y="15"/>
                </a:lnTo>
                <a:lnTo>
                  <a:pt x="255" y="16"/>
                </a:lnTo>
                <a:lnTo>
                  <a:pt x="255" y="17"/>
                </a:lnTo>
                <a:lnTo>
                  <a:pt x="256" y="17"/>
                </a:lnTo>
                <a:lnTo>
                  <a:pt x="257" y="17"/>
                </a:lnTo>
                <a:lnTo>
                  <a:pt x="257" y="18"/>
                </a:lnTo>
                <a:lnTo>
                  <a:pt x="258" y="18"/>
                </a:lnTo>
                <a:lnTo>
                  <a:pt x="258" y="17"/>
                </a:lnTo>
                <a:lnTo>
                  <a:pt x="259" y="17"/>
                </a:lnTo>
                <a:lnTo>
                  <a:pt x="260" y="17"/>
                </a:lnTo>
                <a:lnTo>
                  <a:pt x="261" y="17"/>
                </a:lnTo>
                <a:lnTo>
                  <a:pt x="262" y="18"/>
                </a:lnTo>
                <a:lnTo>
                  <a:pt x="262" y="19"/>
                </a:lnTo>
                <a:lnTo>
                  <a:pt x="262" y="20"/>
                </a:lnTo>
                <a:lnTo>
                  <a:pt x="263" y="20"/>
                </a:lnTo>
                <a:lnTo>
                  <a:pt x="264" y="20"/>
                </a:lnTo>
                <a:lnTo>
                  <a:pt x="264" y="21"/>
                </a:lnTo>
                <a:lnTo>
                  <a:pt x="264" y="22"/>
                </a:lnTo>
                <a:lnTo>
                  <a:pt x="265" y="22"/>
                </a:lnTo>
                <a:lnTo>
                  <a:pt x="267" y="22"/>
                </a:lnTo>
                <a:lnTo>
                  <a:pt x="268" y="22"/>
                </a:lnTo>
                <a:lnTo>
                  <a:pt x="268" y="21"/>
                </a:lnTo>
                <a:lnTo>
                  <a:pt x="269" y="21"/>
                </a:lnTo>
                <a:lnTo>
                  <a:pt x="270" y="21"/>
                </a:lnTo>
                <a:lnTo>
                  <a:pt x="270" y="20"/>
                </a:lnTo>
                <a:lnTo>
                  <a:pt x="271" y="20"/>
                </a:lnTo>
                <a:lnTo>
                  <a:pt x="272" y="20"/>
                </a:lnTo>
                <a:lnTo>
                  <a:pt x="274" y="19"/>
                </a:lnTo>
                <a:lnTo>
                  <a:pt x="275" y="19"/>
                </a:lnTo>
                <a:lnTo>
                  <a:pt x="276" y="19"/>
                </a:lnTo>
                <a:lnTo>
                  <a:pt x="277" y="19"/>
                </a:lnTo>
                <a:lnTo>
                  <a:pt x="278" y="20"/>
                </a:lnTo>
                <a:lnTo>
                  <a:pt x="278" y="21"/>
                </a:lnTo>
                <a:lnTo>
                  <a:pt x="279" y="21"/>
                </a:lnTo>
                <a:lnTo>
                  <a:pt x="279" y="22"/>
                </a:lnTo>
                <a:lnTo>
                  <a:pt x="280" y="22"/>
                </a:lnTo>
                <a:lnTo>
                  <a:pt x="281" y="23"/>
                </a:lnTo>
                <a:lnTo>
                  <a:pt x="282" y="23"/>
                </a:lnTo>
                <a:lnTo>
                  <a:pt x="283" y="24"/>
                </a:lnTo>
                <a:lnTo>
                  <a:pt x="284" y="25"/>
                </a:lnTo>
                <a:lnTo>
                  <a:pt x="285" y="25"/>
                </a:lnTo>
                <a:lnTo>
                  <a:pt x="285" y="26"/>
                </a:lnTo>
                <a:lnTo>
                  <a:pt x="286" y="27"/>
                </a:lnTo>
                <a:lnTo>
                  <a:pt x="286" y="28"/>
                </a:lnTo>
                <a:lnTo>
                  <a:pt x="286" y="29"/>
                </a:lnTo>
                <a:lnTo>
                  <a:pt x="287" y="29"/>
                </a:lnTo>
                <a:lnTo>
                  <a:pt x="287" y="31"/>
                </a:lnTo>
                <a:lnTo>
                  <a:pt x="288" y="31"/>
                </a:lnTo>
                <a:lnTo>
                  <a:pt x="288" y="32"/>
                </a:lnTo>
                <a:lnTo>
                  <a:pt x="289" y="32"/>
                </a:lnTo>
                <a:lnTo>
                  <a:pt x="290" y="32"/>
                </a:lnTo>
                <a:lnTo>
                  <a:pt x="291" y="32"/>
                </a:lnTo>
                <a:lnTo>
                  <a:pt x="292" y="33"/>
                </a:lnTo>
                <a:lnTo>
                  <a:pt x="293" y="34"/>
                </a:lnTo>
                <a:lnTo>
                  <a:pt x="293" y="35"/>
                </a:lnTo>
                <a:lnTo>
                  <a:pt x="294" y="35"/>
                </a:lnTo>
                <a:lnTo>
                  <a:pt x="294" y="36"/>
                </a:lnTo>
                <a:lnTo>
                  <a:pt x="295" y="36"/>
                </a:lnTo>
                <a:lnTo>
                  <a:pt x="296" y="36"/>
                </a:lnTo>
                <a:lnTo>
                  <a:pt x="297" y="36"/>
                </a:lnTo>
                <a:lnTo>
                  <a:pt x="298" y="36"/>
                </a:lnTo>
                <a:lnTo>
                  <a:pt x="299" y="37"/>
                </a:lnTo>
                <a:lnTo>
                  <a:pt x="300" y="37"/>
                </a:lnTo>
                <a:lnTo>
                  <a:pt x="301" y="37"/>
                </a:lnTo>
                <a:lnTo>
                  <a:pt x="304" y="37"/>
                </a:lnTo>
                <a:lnTo>
                  <a:pt x="307" y="37"/>
                </a:lnTo>
                <a:lnTo>
                  <a:pt x="308" y="37"/>
                </a:lnTo>
                <a:lnTo>
                  <a:pt x="309" y="37"/>
                </a:lnTo>
                <a:lnTo>
                  <a:pt x="310" y="37"/>
                </a:lnTo>
                <a:lnTo>
                  <a:pt x="311" y="37"/>
                </a:lnTo>
                <a:lnTo>
                  <a:pt x="312" y="37"/>
                </a:lnTo>
                <a:lnTo>
                  <a:pt x="313" y="37"/>
                </a:lnTo>
                <a:lnTo>
                  <a:pt x="314" y="37"/>
                </a:lnTo>
                <a:lnTo>
                  <a:pt x="315" y="37"/>
                </a:lnTo>
                <a:lnTo>
                  <a:pt x="316" y="37"/>
                </a:lnTo>
                <a:lnTo>
                  <a:pt x="317" y="38"/>
                </a:lnTo>
                <a:lnTo>
                  <a:pt x="318" y="38"/>
                </a:lnTo>
                <a:lnTo>
                  <a:pt x="319" y="38"/>
                </a:lnTo>
                <a:lnTo>
                  <a:pt x="320" y="38"/>
                </a:lnTo>
                <a:lnTo>
                  <a:pt x="320" y="39"/>
                </a:lnTo>
                <a:lnTo>
                  <a:pt x="320" y="40"/>
                </a:lnTo>
                <a:lnTo>
                  <a:pt x="319" y="40"/>
                </a:lnTo>
                <a:lnTo>
                  <a:pt x="319" y="41"/>
                </a:lnTo>
                <a:lnTo>
                  <a:pt x="319" y="42"/>
                </a:lnTo>
                <a:lnTo>
                  <a:pt x="320" y="42"/>
                </a:lnTo>
                <a:lnTo>
                  <a:pt x="321" y="43"/>
                </a:lnTo>
                <a:lnTo>
                  <a:pt x="322" y="43"/>
                </a:lnTo>
                <a:lnTo>
                  <a:pt x="323" y="43"/>
                </a:lnTo>
                <a:lnTo>
                  <a:pt x="325" y="44"/>
                </a:lnTo>
                <a:lnTo>
                  <a:pt x="326" y="43"/>
                </a:lnTo>
                <a:lnTo>
                  <a:pt x="327" y="43"/>
                </a:lnTo>
                <a:lnTo>
                  <a:pt x="328" y="43"/>
                </a:lnTo>
                <a:lnTo>
                  <a:pt x="329" y="43"/>
                </a:lnTo>
                <a:lnTo>
                  <a:pt x="330" y="43"/>
                </a:lnTo>
                <a:lnTo>
                  <a:pt x="331" y="44"/>
                </a:lnTo>
                <a:lnTo>
                  <a:pt x="331" y="45"/>
                </a:lnTo>
                <a:lnTo>
                  <a:pt x="331" y="46"/>
                </a:lnTo>
                <a:lnTo>
                  <a:pt x="332" y="47"/>
                </a:lnTo>
                <a:lnTo>
                  <a:pt x="332" y="48"/>
                </a:lnTo>
                <a:lnTo>
                  <a:pt x="333" y="48"/>
                </a:lnTo>
                <a:lnTo>
                  <a:pt x="335" y="48"/>
                </a:lnTo>
                <a:lnTo>
                  <a:pt x="336" y="48"/>
                </a:lnTo>
                <a:lnTo>
                  <a:pt x="336" y="47"/>
                </a:lnTo>
                <a:lnTo>
                  <a:pt x="336" y="46"/>
                </a:lnTo>
                <a:lnTo>
                  <a:pt x="336" y="45"/>
                </a:lnTo>
                <a:lnTo>
                  <a:pt x="336" y="44"/>
                </a:lnTo>
                <a:lnTo>
                  <a:pt x="335" y="43"/>
                </a:lnTo>
                <a:lnTo>
                  <a:pt x="334" y="42"/>
                </a:lnTo>
                <a:lnTo>
                  <a:pt x="334" y="41"/>
                </a:lnTo>
                <a:lnTo>
                  <a:pt x="335" y="41"/>
                </a:lnTo>
                <a:lnTo>
                  <a:pt x="336" y="41"/>
                </a:lnTo>
                <a:lnTo>
                  <a:pt x="337" y="40"/>
                </a:lnTo>
                <a:lnTo>
                  <a:pt x="339" y="39"/>
                </a:lnTo>
                <a:lnTo>
                  <a:pt x="340" y="39"/>
                </a:lnTo>
                <a:lnTo>
                  <a:pt x="341" y="39"/>
                </a:lnTo>
                <a:lnTo>
                  <a:pt x="342" y="38"/>
                </a:lnTo>
                <a:lnTo>
                  <a:pt x="343" y="38"/>
                </a:lnTo>
                <a:lnTo>
                  <a:pt x="344" y="38"/>
                </a:lnTo>
                <a:lnTo>
                  <a:pt x="346" y="38"/>
                </a:lnTo>
                <a:lnTo>
                  <a:pt x="347" y="38"/>
                </a:lnTo>
                <a:lnTo>
                  <a:pt x="348" y="37"/>
                </a:lnTo>
                <a:lnTo>
                  <a:pt x="349" y="37"/>
                </a:lnTo>
                <a:lnTo>
                  <a:pt x="350" y="37"/>
                </a:lnTo>
                <a:lnTo>
                  <a:pt x="352" y="37"/>
                </a:lnTo>
                <a:lnTo>
                  <a:pt x="355" y="37"/>
                </a:lnTo>
                <a:lnTo>
                  <a:pt x="356" y="37"/>
                </a:lnTo>
                <a:lnTo>
                  <a:pt x="357" y="37"/>
                </a:lnTo>
                <a:lnTo>
                  <a:pt x="358" y="37"/>
                </a:lnTo>
                <a:lnTo>
                  <a:pt x="359" y="37"/>
                </a:lnTo>
                <a:lnTo>
                  <a:pt x="360" y="37"/>
                </a:lnTo>
                <a:lnTo>
                  <a:pt x="360" y="38"/>
                </a:lnTo>
                <a:lnTo>
                  <a:pt x="361" y="38"/>
                </a:lnTo>
                <a:lnTo>
                  <a:pt x="362" y="38"/>
                </a:lnTo>
                <a:lnTo>
                  <a:pt x="364" y="38"/>
                </a:lnTo>
                <a:lnTo>
                  <a:pt x="364" y="39"/>
                </a:lnTo>
                <a:lnTo>
                  <a:pt x="365" y="39"/>
                </a:lnTo>
                <a:lnTo>
                  <a:pt x="367" y="39"/>
                </a:lnTo>
                <a:lnTo>
                  <a:pt x="370" y="41"/>
                </a:lnTo>
                <a:lnTo>
                  <a:pt x="370" y="42"/>
                </a:lnTo>
                <a:lnTo>
                  <a:pt x="371" y="42"/>
                </a:lnTo>
                <a:lnTo>
                  <a:pt x="372" y="42"/>
                </a:lnTo>
                <a:lnTo>
                  <a:pt x="372" y="43"/>
                </a:lnTo>
                <a:lnTo>
                  <a:pt x="373" y="43"/>
                </a:lnTo>
                <a:lnTo>
                  <a:pt x="374" y="43"/>
                </a:lnTo>
                <a:lnTo>
                  <a:pt x="375" y="43"/>
                </a:lnTo>
                <a:lnTo>
                  <a:pt x="375" y="44"/>
                </a:lnTo>
                <a:lnTo>
                  <a:pt x="376" y="44"/>
                </a:lnTo>
                <a:lnTo>
                  <a:pt x="377" y="44"/>
                </a:lnTo>
                <a:lnTo>
                  <a:pt x="378" y="44"/>
                </a:lnTo>
                <a:lnTo>
                  <a:pt x="379" y="45"/>
                </a:lnTo>
                <a:lnTo>
                  <a:pt x="380" y="45"/>
                </a:lnTo>
                <a:lnTo>
                  <a:pt x="382" y="45"/>
                </a:lnTo>
                <a:lnTo>
                  <a:pt x="382" y="46"/>
                </a:lnTo>
                <a:lnTo>
                  <a:pt x="384" y="46"/>
                </a:lnTo>
                <a:lnTo>
                  <a:pt x="384" y="47"/>
                </a:lnTo>
                <a:lnTo>
                  <a:pt x="385" y="47"/>
                </a:lnTo>
                <a:lnTo>
                  <a:pt x="386" y="47"/>
                </a:lnTo>
                <a:lnTo>
                  <a:pt x="387" y="47"/>
                </a:lnTo>
                <a:lnTo>
                  <a:pt x="388" y="47"/>
                </a:lnTo>
                <a:lnTo>
                  <a:pt x="389" y="48"/>
                </a:lnTo>
                <a:lnTo>
                  <a:pt x="390" y="48"/>
                </a:lnTo>
                <a:lnTo>
                  <a:pt x="390" y="49"/>
                </a:lnTo>
                <a:lnTo>
                  <a:pt x="390" y="50"/>
                </a:lnTo>
                <a:lnTo>
                  <a:pt x="390" y="51"/>
                </a:lnTo>
                <a:lnTo>
                  <a:pt x="390" y="52"/>
                </a:lnTo>
                <a:lnTo>
                  <a:pt x="391" y="53"/>
                </a:lnTo>
                <a:lnTo>
                  <a:pt x="392" y="53"/>
                </a:lnTo>
                <a:lnTo>
                  <a:pt x="393" y="53"/>
                </a:lnTo>
                <a:lnTo>
                  <a:pt x="394" y="52"/>
                </a:lnTo>
                <a:lnTo>
                  <a:pt x="395" y="52"/>
                </a:lnTo>
                <a:lnTo>
                  <a:pt x="395" y="51"/>
                </a:lnTo>
                <a:lnTo>
                  <a:pt x="396" y="50"/>
                </a:lnTo>
                <a:lnTo>
                  <a:pt x="398" y="50"/>
                </a:lnTo>
                <a:lnTo>
                  <a:pt x="399" y="50"/>
                </a:lnTo>
                <a:lnTo>
                  <a:pt x="399" y="49"/>
                </a:lnTo>
                <a:lnTo>
                  <a:pt x="400" y="49"/>
                </a:lnTo>
                <a:lnTo>
                  <a:pt x="400" y="50"/>
                </a:lnTo>
                <a:lnTo>
                  <a:pt x="401" y="50"/>
                </a:lnTo>
                <a:lnTo>
                  <a:pt x="402" y="51"/>
                </a:lnTo>
                <a:lnTo>
                  <a:pt x="402" y="52"/>
                </a:lnTo>
                <a:lnTo>
                  <a:pt x="403" y="52"/>
                </a:lnTo>
                <a:lnTo>
                  <a:pt x="403" y="53"/>
                </a:lnTo>
                <a:lnTo>
                  <a:pt x="402" y="53"/>
                </a:lnTo>
                <a:lnTo>
                  <a:pt x="402" y="54"/>
                </a:lnTo>
                <a:lnTo>
                  <a:pt x="403" y="54"/>
                </a:lnTo>
                <a:lnTo>
                  <a:pt x="403" y="55"/>
                </a:lnTo>
                <a:lnTo>
                  <a:pt x="404" y="55"/>
                </a:lnTo>
                <a:lnTo>
                  <a:pt x="405" y="56"/>
                </a:lnTo>
                <a:lnTo>
                  <a:pt x="406" y="57"/>
                </a:lnTo>
                <a:lnTo>
                  <a:pt x="407" y="57"/>
                </a:lnTo>
                <a:lnTo>
                  <a:pt x="407" y="58"/>
                </a:lnTo>
                <a:lnTo>
                  <a:pt x="409" y="58"/>
                </a:lnTo>
                <a:lnTo>
                  <a:pt x="410" y="58"/>
                </a:lnTo>
                <a:lnTo>
                  <a:pt x="411" y="58"/>
                </a:lnTo>
                <a:lnTo>
                  <a:pt x="412" y="59"/>
                </a:lnTo>
                <a:lnTo>
                  <a:pt x="412" y="60"/>
                </a:lnTo>
                <a:lnTo>
                  <a:pt x="411" y="60"/>
                </a:lnTo>
                <a:lnTo>
                  <a:pt x="411" y="61"/>
                </a:lnTo>
                <a:lnTo>
                  <a:pt x="410" y="61"/>
                </a:lnTo>
                <a:lnTo>
                  <a:pt x="410" y="62"/>
                </a:lnTo>
                <a:lnTo>
                  <a:pt x="411" y="62"/>
                </a:lnTo>
                <a:lnTo>
                  <a:pt x="411" y="63"/>
                </a:lnTo>
                <a:lnTo>
                  <a:pt x="411" y="64"/>
                </a:lnTo>
                <a:lnTo>
                  <a:pt x="410" y="64"/>
                </a:lnTo>
                <a:lnTo>
                  <a:pt x="410" y="65"/>
                </a:lnTo>
                <a:lnTo>
                  <a:pt x="409" y="65"/>
                </a:lnTo>
                <a:lnTo>
                  <a:pt x="408" y="65"/>
                </a:lnTo>
                <a:lnTo>
                  <a:pt x="407" y="65"/>
                </a:lnTo>
                <a:lnTo>
                  <a:pt x="406" y="65"/>
                </a:lnTo>
                <a:lnTo>
                  <a:pt x="405" y="66"/>
                </a:lnTo>
                <a:lnTo>
                  <a:pt x="404" y="66"/>
                </a:lnTo>
                <a:lnTo>
                  <a:pt x="404" y="67"/>
                </a:lnTo>
                <a:lnTo>
                  <a:pt x="404" y="68"/>
                </a:lnTo>
                <a:lnTo>
                  <a:pt x="404" y="69"/>
                </a:lnTo>
                <a:lnTo>
                  <a:pt x="405" y="70"/>
                </a:lnTo>
                <a:lnTo>
                  <a:pt x="404" y="70"/>
                </a:lnTo>
                <a:lnTo>
                  <a:pt x="404" y="71"/>
                </a:lnTo>
                <a:lnTo>
                  <a:pt x="405" y="72"/>
                </a:lnTo>
                <a:lnTo>
                  <a:pt x="406" y="72"/>
                </a:lnTo>
                <a:lnTo>
                  <a:pt x="407" y="72"/>
                </a:lnTo>
                <a:lnTo>
                  <a:pt x="408" y="72"/>
                </a:lnTo>
                <a:lnTo>
                  <a:pt x="408" y="71"/>
                </a:lnTo>
                <a:lnTo>
                  <a:pt x="409" y="71"/>
                </a:lnTo>
                <a:lnTo>
                  <a:pt x="409" y="70"/>
                </a:lnTo>
                <a:lnTo>
                  <a:pt x="410" y="70"/>
                </a:lnTo>
                <a:lnTo>
                  <a:pt x="412" y="70"/>
                </a:lnTo>
                <a:lnTo>
                  <a:pt x="413" y="70"/>
                </a:lnTo>
                <a:lnTo>
                  <a:pt x="413" y="69"/>
                </a:lnTo>
                <a:lnTo>
                  <a:pt x="414" y="69"/>
                </a:lnTo>
                <a:lnTo>
                  <a:pt x="414" y="68"/>
                </a:lnTo>
                <a:lnTo>
                  <a:pt x="415" y="68"/>
                </a:lnTo>
                <a:lnTo>
                  <a:pt x="417" y="69"/>
                </a:lnTo>
                <a:lnTo>
                  <a:pt x="418" y="69"/>
                </a:lnTo>
                <a:lnTo>
                  <a:pt x="419" y="68"/>
                </a:lnTo>
                <a:lnTo>
                  <a:pt x="420" y="68"/>
                </a:lnTo>
                <a:lnTo>
                  <a:pt x="420" y="69"/>
                </a:lnTo>
                <a:lnTo>
                  <a:pt x="421" y="69"/>
                </a:lnTo>
                <a:lnTo>
                  <a:pt x="422" y="69"/>
                </a:lnTo>
                <a:lnTo>
                  <a:pt x="422" y="70"/>
                </a:lnTo>
                <a:lnTo>
                  <a:pt x="421" y="70"/>
                </a:lnTo>
                <a:lnTo>
                  <a:pt x="421" y="71"/>
                </a:lnTo>
                <a:lnTo>
                  <a:pt x="421" y="72"/>
                </a:lnTo>
                <a:lnTo>
                  <a:pt x="422" y="72"/>
                </a:lnTo>
                <a:lnTo>
                  <a:pt x="423" y="73"/>
                </a:lnTo>
                <a:lnTo>
                  <a:pt x="424" y="74"/>
                </a:lnTo>
                <a:lnTo>
                  <a:pt x="425" y="74"/>
                </a:lnTo>
                <a:lnTo>
                  <a:pt x="425" y="75"/>
                </a:lnTo>
                <a:lnTo>
                  <a:pt x="426" y="75"/>
                </a:lnTo>
                <a:lnTo>
                  <a:pt x="426" y="76"/>
                </a:lnTo>
                <a:lnTo>
                  <a:pt x="427" y="76"/>
                </a:lnTo>
                <a:lnTo>
                  <a:pt x="428" y="77"/>
                </a:lnTo>
                <a:lnTo>
                  <a:pt x="428" y="78"/>
                </a:lnTo>
                <a:lnTo>
                  <a:pt x="428" y="79"/>
                </a:lnTo>
                <a:lnTo>
                  <a:pt x="429" y="79"/>
                </a:lnTo>
                <a:lnTo>
                  <a:pt x="429" y="80"/>
                </a:lnTo>
                <a:lnTo>
                  <a:pt x="430" y="80"/>
                </a:lnTo>
                <a:lnTo>
                  <a:pt x="430" y="81"/>
                </a:lnTo>
                <a:lnTo>
                  <a:pt x="431" y="81"/>
                </a:lnTo>
                <a:lnTo>
                  <a:pt x="431" y="82"/>
                </a:lnTo>
                <a:lnTo>
                  <a:pt x="432" y="82"/>
                </a:lnTo>
                <a:lnTo>
                  <a:pt x="432" y="83"/>
                </a:lnTo>
                <a:lnTo>
                  <a:pt x="433" y="83"/>
                </a:lnTo>
                <a:lnTo>
                  <a:pt x="434" y="83"/>
                </a:lnTo>
                <a:lnTo>
                  <a:pt x="434" y="82"/>
                </a:lnTo>
                <a:lnTo>
                  <a:pt x="435" y="81"/>
                </a:lnTo>
                <a:lnTo>
                  <a:pt x="436" y="79"/>
                </a:lnTo>
                <a:lnTo>
                  <a:pt x="437" y="79"/>
                </a:lnTo>
                <a:lnTo>
                  <a:pt x="439" y="79"/>
                </a:lnTo>
                <a:lnTo>
                  <a:pt x="442" y="80"/>
                </a:lnTo>
                <a:lnTo>
                  <a:pt x="443" y="81"/>
                </a:lnTo>
                <a:lnTo>
                  <a:pt x="444" y="81"/>
                </a:lnTo>
                <a:lnTo>
                  <a:pt x="445" y="81"/>
                </a:lnTo>
                <a:lnTo>
                  <a:pt x="445" y="82"/>
                </a:lnTo>
                <a:lnTo>
                  <a:pt x="445" y="83"/>
                </a:lnTo>
                <a:lnTo>
                  <a:pt x="444" y="83"/>
                </a:lnTo>
                <a:lnTo>
                  <a:pt x="443" y="83"/>
                </a:lnTo>
                <a:lnTo>
                  <a:pt x="442" y="83"/>
                </a:lnTo>
                <a:lnTo>
                  <a:pt x="441" y="83"/>
                </a:lnTo>
                <a:lnTo>
                  <a:pt x="440" y="84"/>
                </a:lnTo>
                <a:lnTo>
                  <a:pt x="439" y="84"/>
                </a:lnTo>
                <a:lnTo>
                  <a:pt x="439" y="85"/>
                </a:lnTo>
                <a:lnTo>
                  <a:pt x="439" y="87"/>
                </a:lnTo>
                <a:lnTo>
                  <a:pt x="440" y="87"/>
                </a:lnTo>
                <a:lnTo>
                  <a:pt x="441" y="88"/>
                </a:lnTo>
                <a:lnTo>
                  <a:pt x="441" y="89"/>
                </a:lnTo>
                <a:lnTo>
                  <a:pt x="441" y="90"/>
                </a:lnTo>
                <a:lnTo>
                  <a:pt x="441" y="91"/>
                </a:lnTo>
                <a:lnTo>
                  <a:pt x="440" y="91"/>
                </a:lnTo>
                <a:lnTo>
                  <a:pt x="437" y="91"/>
                </a:lnTo>
                <a:lnTo>
                  <a:pt x="436" y="91"/>
                </a:lnTo>
                <a:lnTo>
                  <a:pt x="435" y="91"/>
                </a:lnTo>
                <a:lnTo>
                  <a:pt x="434" y="91"/>
                </a:lnTo>
                <a:lnTo>
                  <a:pt x="434" y="92"/>
                </a:lnTo>
                <a:lnTo>
                  <a:pt x="433" y="92"/>
                </a:lnTo>
                <a:lnTo>
                  <a:pt x="432" y="93"/>
                </a:lnTo>
                <a:lnTo>
                  <a:pt x="432" y="94"/>
                </a:lnTo>
                <a:lnTo>
                  <a:pt x="432" y="96"/>
                </a:lnTo>
                <a:lnTo>
                  <a:pt x="432" y="97"/>
                </a:lnTo>
                <a:lnTo>
                  <a:pt x="433" y="97"/>
                </a:lnTo>
                <a:lnTo>
                  <a:pt x="433" y="98"/>
                </a:lnTo>
                <a:lnTo>
                  <a:pt x="434" y="98"/>
                </a:lnTo>
                <a:lnTo>
                  <a:pt x="434" y="99"/>
                </a:lnTo>
                <a:lnTo>
                  <a:pt x="435" y="99"/>
                </a:lnTo>
                <a:lnTo>
                  <a:pt x="435" y="100"/>
                </a:lnTo>
                <a:lnTo>
                  <a:pt x="436" y="101"/>
                </a:lnTo>
                <a:lnTo>
                  <a:pt x="437" y="101"/>
                </a:lnTo>
                <a:lnTo>
                  <a:pt x="438" y="101"/>
                </a:lnTo>
                <a:lnTo>
                  <a:pt x="439" y="101"/>
                </a:lnTo>
                <a:lnTo>
                  <a:pt x="440" y="100"/>
                </a:lnTo>
                <a:lnTo>
                  <a:pt x="440" y="99"/>
                </a:lnTo>
                <a:lnTo>
                  <a:pt x="441" y="98"/>
                </a:lnTo>
                <a:lnTo>
                  <a:pt x="443" y="99"/>
                </a:lnTo>
                <a:lnTo>
                  <a:pt x="444" y="100"/>
                </a:lnTo>
                <a:lnTo>
                  <a:pt x="445" y="100"/>
                </a:lnTo>
                <a:lnTo>
                  <a:pt x="446" y="101"/>
                </a:lnTo>
                <a:lnTo>
                  <a:pt x="447" y="101"/>
                </a:lnTo>
                <a:lnTo>
                  <a:pt x="450" y="103"/>
                </a:lnTo>
                <a:lnTo>
                  <a:pt x="451" y="103"/>
                </a:lnTo>
                <a:lnTo>
                  <a:pt x="452" y="104"/>
                </a:lnTo>
                <a:lnTo>
                  <a:pt x="453" y="105"/>
                </a:lnTo>
                <a:lnTo>
                  <a:pt x="453" y="106"/>
                </a:lnTo>
                <a:lnTo>
                  <a:pt x="454" y="106"/>
                </a:lnTo>
                <a:lnTo>
                  <a:pt x="454" y="107"/>
                </a:lnTo>
                <a:lnTo>
                  <a:pt x="453" y="108"/>
                </a:lnTo>
                <a:lnTo>
                  <a:pt x="453" y="109"/>
                </a:lnTo>
                <a:lnTo>
                  <a:pt x="452" y="109"/>
                </a:lnTo>
                <a:lnTo>
                  <a:pt x="452" y="110"/>
                </a:lnTo>
                <a:lnTo>
                  <a:pt x="452" y="111"/>
                </a:lnTo>
                <a:lnTo>
                  <a:pt x="452" y="112"/>
                </a:lnTo>
                <a:lnTo>
                  <a:pt x="453" y="112"/>
                </a:lnTo>
                <a:lnTo>
                  <a:pt x="453" y="113"/>
                </a:lnTo>
                <a:lnTo>
                  <a:pt x="454" y="112"/>
                </a:lnTo>
                <a:lnTo>
                  <a:pt x="456" y="112"/>
                </a:lnTo>
                <a:lnTo>
                  <a:pt x="457" y="112"/>
                </a:lnTo>
                <a:lnTo>
                  <a:pt x="458" y="111"/>
                </a:lnTo>
                <a:lnTo>
                  <a:pt x="459" y="111"/>
                </a:lnTo>
                <a:lnTo>
                  <a:pt x="459" y="112"/>
                </a:lnTo>
                <a:lnTo>
                  <a:pt x="460" y="113"/>
                </a:lnTo>
                <a:lnTo>
                  <a:pt x="461" y="114"/>
                </a:lnTo>
                <a:lnTo>
                  <a:pt x="462" y="115"/>
                </a:lnTo>
                <a:lnTo>
                  <a:pt x="462" y="116"/>
                </a:lnTo>
                <a:lnTo>
                  <a:pt x="463" y="116"/>
                </a:lnTo>
                <a:lnTo>
                  <a:pt x="465" y="117"/>
                </a:lnTo>
                <a:lnTo>
                  <a:pt x="465" y="118"/>
                </a:lnTo>
                <a:lnTo>
                  <a:pt x="466" y="119"/>
                </a:lnTo>
                <a:lnTo>
                  <a:pt x="467" y="121"/>
                </a:lnTo>
                <a:lnTo>
                  <a:pt x="467" y="122"/>
                </a:lnTo>
                <a:lnTo>
                  <a:pt x="466" y="123"/>
                </a:lnTo>
                <a:lnTo>
                  <a:pt x="466" y="124"/>
                </a:lnTo>
                <a:lnTo>
                  <a:pt x="465" y="124"/>
                </a:lnTo>
                <a:lnTo>
                  <a:pt x="465" y="125"/>
                </a:lnTo>
                <a:lnTo>
                  <a:pt x="464" y="125"/>
                </a:lnTo>
                <a:lnTo>
                  <a:pt x="463" y="125"/>
                </a:lnTo>
                <a:lnTo>
                  <a:pt x="463" y="127"/>
                </a:lnTo>
                <a:lnTo>
                  <a:pt x="464" y="128"/>
                </a:lnTo>
                <a:lnTo>
                  <a:pt x="464" y="129"/>
                </a:lnTo>
                <a:lnTo>
                  <a:pt x="465" y="129"/>
                </a:lnTo>
                <a:lnTo>
                  <a:pt x="466" y="129"/>
                </a:lnTo>
                <a:lnTo>
                  <a:pt x="467" y="129"/>
                </a:lnTo>
                <a:lnTo>
                  <a:pt x="470" y="129"/>
                </a:lnTo>
                <a:lnTo>
                  <a:pt x="471" y="129"/>
                </a:lnTo>
                <a:lnTo>
                  <a:pt x="472" y="129"/>
                </a:lnTo>
                <a:lnTo>
                  <a:pt x="473" y="129"/>
                </a:lnTo>
                <a:lnTo>
                  <a:pt x="473" y="130"/>
                </a:lnTo>
                <a:lnTo>
                  <a:pt x="474" y="130"/>
                </a:lnTo>
                <a:lnTo>
                  <a:pt x="474" y="131"/>
                </a:lnTo>
                <a:lnTo>
                  <a:pt x="473" y="132"/>
                </a:lnTo>
                <a:lnTo>
                  <a:pt x="473" y="131"/>
                </a:lnTo>
                <a:lnTo>
                  <a:pt x="471" y="131"/>
                </a:lnTo>
                <a:lnTo>
                  <a:pt x="471" y="132"/>
                </a:lnTo>
                <a:lnTo>
                  <a:pt x="470" y="132"/>
                </a:lnTo>
                <a:lnTo>
                  <a:pt x="469" y="132"/>
                </a:lnTo>
                <a:lnTo>
                  <a:pt x="469" y="133"/>
                </a:lnTo>
                <a:lnTo>
                  <a:pt x="468" y="133"/>
                </a:lnTo>
                <a:lnTo>
                  <a:pt x="467" y="133"/>
                </a:lnTo>
                <a:lnTo>
                  <a:pt x="466" y="133"/>
                </a:lnTo>
                <a:lnTo>
                  <a:pt x="466" y="134"/>
                </a:lnTo>
                <a:lnTo>
                  <a:pt x="465" y="134"/>
                </a:lnTo>
                <a:lnTo>
                  <a:pt x="465" y="135"/>
                </a:lnTo>
                <a:lnTo>
                  <a:pt x="464" y="135"/>
                </a:lnTo>
                <a:lnTo>
                  <a:pt x="463" y="135"/>
                </a:lnTo>
                <a:lnTo>
                  <a:pt x="463" y="136"/>
                </a:lnTo>
                <a:lnTo>
                  <a:pt x="463" y="137"/>
                </a:lnTo>
                <a:lnTo>
                  <a:pt x="462" y="137"/>
                </a:lnTo>
                <a:lnTo>
                  <a:pt x="462" y="138"/>
                </a:lnTo>
                <a:lnTo>
                  <a:pt x="462" y="139"/>
                </a:lnTo>
                <a:lnTo>
                  <a:pt x="463" y="139"/>
                </a:lnTo>
                <a:lnTo>
                  <a:pt x="463" y="140"/>
                </a:lnTo>
                <a:lnTo>
                  <a:pt x="464" y="140"/>
                </a:lnTo>
                <a:lnTo>
                  <a:pt x="465" y="140"/>
                </a:lnTo>
                <a:lnTo>
                  <a:pt x="466" y="140"/>
                </a:lnTo>
                <a:lnTo>
                  <a:pt x="466" y="141"/>
                </a:lnTo>
                <a:lnTo>
                  <a:pt x="467" y="141"/>
                </a:lnTo>
                <a:lnTo>
                  <a:pt x="469" y="141"/>
                </a:lnTo>
                <a:lnTo>
                  <a:pt x="470" y="141"/>
                </a:lnTo>
                <a:lnTo>
                  <a:pt x="471" y="141"/>
                </a:lnTo>
                <a:lnTo>
                  <a:pt x="472" y="142"/>
                </a:lnTo>
                <a:lnTo>
                  <a:pt x="473" y="142"/>
                </a:lnTo>
                <a:lnTo>
                  <a:pt x="474" y="143"/>
                </a:lnTo>
                <a:lnTo>
                  <a:pt x="475" y="143"/>
                </a:lnTo>
                <a:lnTo>
                  <a:pt x="476" y="143"/>
                </a:lnTo>
                <a:lnTo>
                  <a:pt x="478" y="144"/>
                </a:lnTo>
                <a:lnTo>
                  <a:pt x="479" y="144"/>
                </a:lnTo>
                <a:lnTo>
                  <a:pt x="480" y="144"/>
                </a:lnTo>
                <a:lnTo>
                  <a:pt x="483" y="146"/>
                </a:lnTo>
                <a:lnTo>
                  <a:pt x="484" y="146"/>
                </a:lnTo>
                <a:lnTo>
                  <a:pt x="485" y="146"/>
                </a:lnTo>
                <a:lnTo>
                  <a:pt x="485" y="147"/>
                </a:lnTo>
                <a:lnTo>
                  <a:pt x="486" y="147"/>
                </a:lnTo>
                <a:lnTo>
                  <a:pt x="486" y="148"/>
                </a:lnTo>
                <a:lnTo>
                  <a:pt x="485" y="149"/>
                </a:lnTo>
                <a:lnTo>
                  <a:pt x="485" y="150"/>
                </a:lnTo>
                <a:lnTo>
                  <a:pt x="484" y="150"/>
                </a:lnTo>
                <a:lnTo>
                  <a:pt x="483" y="151"/>
                </a:lnTo>
                <a:lnTo>
                  <a:pt x="484" y="152"/>
                </a:lnTo>
                <a:lnTo>
                  <a:pt x="484" y="153"/>
                </a:lnTo>
                <a:lnTo>
                  <a:pt x="483" y="153"/>
                </a:lnTo>
                <a:lnTo>
                  <a:pt x="483" y="154"/>
                </a:lnTo>
                <a:lnTo>
                  <a:pt x="482" y="154"/>
                </a:lnTo>
                <a:lnTo>
                  <a:pt x="482" y="155"/>
                </a:lnTo>
                <a:lnTo>
                  <a:pt x="482" y="156"/>
                </a:lnTo>
                <a:lnTo>
                  <a:pt x="481" y="156"/>
                </a:lnTo>
                <a:lnTo>
                  <a:pt x="481" y="157"/>
                </a:lnTo>
                <a:lnTo>
                  <a:pt x="480" y="156"/>
                </a:lnTo>
                <a:lnTo>
                  <a:pt x="478" y="156"/>
                </a:lnTo>
                <a:lnTo>
                  <a:pt x="477" y="156"/>
                </a:lnTo>
                <a:lnTo>
                  <a:pt x="476" y="157"/>
                </a:lnTo>
                <a:lnTo>
                  <a:pt x="475" y="157"/>
                </a:lnTo>
                <a:lnTo>
                  <a:pt x="475" y="158"/>
                </a:lnTo>
                <a:lnTo>
                  <a:pt x="475" y="159"/>
                </a:lnTo>
                <a:lnTo>
                  <a:pt x="475" y="160"/>
                </a:lnTo>
                <a:lnTo>
                  <a:pt x="476" y="161"/>
                </a:lnTo>
                <a:lnTo>
                  <a:pt x="477" y="161"/>
                </a:lnTo>
                <a:lnTo>
                  <a:pt x="477" y="162"/>
                </a:lnTo>
                <a:lnTo>
                  <a:pt x="477" y="163"/>
                </a:lnTo>
                <a:lnTo>
                  <a:pt x="477" y="164"/>
                </a:lnTo>
                <a:lnTo>
                  <a:pt x="477" y="165"/>
                </a:lnTo>
                <a:lnTo>
                  <a:pt x="477" y="166"/>
                </a:lnTo>
                <a:lnTo>
                  <a:pt x="478" y="167"/>
                </a:lnTo>
                <a:lnTo>
                  <a:pt x="479" y="167"/>
                </a:lnTo>
                <a:lnTo>
                  <a:pt x="480" y="167"/>
                </a:lnTo>
                <a:lnTo>
                  <a:pt x="480" y="168"/>
                </a:lnTo>
                <a:lnTo>
                  <a:pt x="481" y="169"/>
                </a:lnTo>
                <a:lnTo>
                  <a:pt x="481" y="170"/>
                </a:lnTo>
                <a:lnTo>
                  <a:pt x="482" y="171"/>
                </a:lnTo>
                <a:lnTo>
                  <a:pt x="483" y="172"/>
                </a:lnTo>
                <a:lnTo>
                  <a:pt x="484" y="173"/>
                </a:lnTo>
                <a:lnTo>
                  <a:pt x="485" y="174"/>
                </a:lnTo>
                <a:lnTo>
                  <a:pt x="486" y="176"/>
                </a:lnTo>
                <a:lnTo>
                  <a:pt x="487" y="177"/>
                </a:lnTo>
                <a:lnTo>
                  <a:pt x="487" y="178"/>
                </a:lnTo>
                <a:lnTo>
                  <a:pt x="489" y="179"/>
                </a:lnTo>
                <a:lnTo>
                  <a:pt x="489" y="180"/>
                </a:lnTo>
                <a:lnTo>
                  <a:pt x="490" y="181"/>
                </a:lnTo>
                <a:lnTo>
                  <a:pt x="491" y="183"/>
                </a:lnTo>
                <a:lnTo>
                  <a:pt x="492" y="184"/>
                </a:lnTo>
                <a:lnTo>
                  <a:pt x="493" y="184"/>
                </a:lnTo>
                <a:lnTo>
                  <a:pt x="494" y="184"/>
                </a:lnTo>
                <a:lnTo>
                  <a:pt x="494" y="185"/>
                </a:lnTo>
                <a:lnTo>
                  <a:pt x="495" y="185"/>
                </a:lnTo>
                <a:lnTo>
                  <a:pt x="494" y="186"/>
                </a:lnTo>
                <a:lnTo>
                  <a:pt x="495" y="187"/>
                </a:lnTo>
                <a:lnTo>
                  <a:pt x="495" y="188"/>
                </a:lnTo>
                <a:lnTo>
                  <a:pt x="497" y="188"/>
                </a:lnTo>
                <a:lnTo>
                  <a:pt x="498" y="188"/>
                </a:lnTo>
                <a:lnTo>
                  <a:pt x="499" y="188"/>
                </a:lnTo>
                <a:lnTo>
                  <a:pt x="500" y="188"/>
                </a:lnTo>
                <a:lnTo>
                  <a:pt x="501" y="189"/>
                </a:lnTo>
                <a:lnTo>
                  <a:pt x="501" y="190"/>
                </a:lnTo>
                <a:lnTo>
                  <a:pt x="500" y="191"/>
                </a:lnTo>
                <a:lnTo>
                  <a:pt x="500" y="192"/>
                </a:lnTo>
                <a:lnTo>
                  <a:pt x="500" y="193"/>
                </a:lnTo>
                <a:lnTo>
                  <a:pt x="500" y="194"/>
                </a:lnTo>
                <a:lnTo>
                  <a:pt x="501" y="194"/>
                </a:lnTo>
                <a:lnTo>
                  <a:pt x="501" y="196"/>
                </a:lnTo>
                <a:lnTo>
                  <a:pt x="501" y="197"/>
                </a:lnTo>
                <a:lnTo>
                  <a:pt x="501" y="198"/>
                </a:lnTo>
                <a:lnTo>
                  <a:pt x="500" y="198"/>
                </a:lnTo>
                <a:lnTo>
                  <a:pt x="500" y="199"/>
                </a:lnTo>
                <a:lnTo>
                  <a:pt x="499" y="199"/>
                </a:lnTo>
                <a:lnTo>
                  <a:pt x="498" y="199"/>
                </a:lnTo>
                <a:lnTo>
                  <a:pt x="497" y="199"/>
                </a:lnTo>
                <a:lnTo>
                  <a:pt x="496" y="201"/>
                </a:lnTo>
                <a:lnTo>
                  <a:pt x="496" y="202"/>
                </a:lnTo>
                <a:lnTo>
                  <a:pt x="497" y="203"/>
                </a:lnTo>
                <a:lnTo>
                  <a:pt x="498" y="204"/>
                </a:lnTo>
                <a:lnTo>
                  <a:pt x="499" y="204"/>
                </a:lnTo>
                <a:lnTo>
                  <a:pt x="500" y="205"/>
                </a:lnTo>
                <a:lnTo>
                  <a:pt x="501" y="205"/>
                </a:lnTo>
                <a:lnTo>
                  <a:pt x="502" y="205"/>
                </a:lnTo>
                <a:lnTo>
                  <a:pt x="503" y="205"/>
                </a:lnTo>
                <a:lnTo>
                  <a:pt x="505" y="206"/>
                </a:lnTo>
                <a:lnTo>
                  <a:pt x="506" y="206"/>
                </a:lnTo>
                <a:lnTo>
                  <a:pt x="508" y="207"/>
                </a:lnTo>
                <a:lnTo>
                  <a:pt x="510" y="208"/>
                </a:lnTo>
                <a:lnTo>
                  <a:pt x="511" y="208"/>
                </a:lnTo>
                <a:lnTo>
                  <a:pt x="511" y="209"/>
                </a:lnTo>
                <a:lnTo>
                  <a:pt x="510" y="209"/>
                </a:lnTo>
                <a:lnTo>
                  <a:pt x="510" y="210"/>
                </a:lnTo>
                <a:lnTo>
                  <a:pt x="510" y="211"/>
                </a:lnTo>
                <a:lnTo>
                  <a:pt x="509" y="211"/>
                </a:lnTo>
                <a:lnTo>
                  <a:pt x="508" y="212"/>
                </a:lnTo>
                <a:lnTo>
                  <a:pt x="508" y="213"/>
                </a:lnTo>
                <a:lnTo>
                  <a:pt x="507" y="213"/>
                </a:lnTo>
                <a:lnTo>
                  <a:pt x="507" y="214"/>
                </a:lnTo>
                <a:lnTo>
                  <a:pt x="507" y="215"/>
                </a:lnTo>
                <a:lnTo>
                  <a:pt x="506" y="215"/>
                </a:lnTo>
                <a:lnTo>
                  <a:pt x="506" y="216"/>
                </a:lnTo>
                <a:lnTo>
                  <a:pt x="505" y="216"/>
                </a:lnTo>
                <a:lnTo>
                  <a:pt x="505" y="217"/>
                </a:lnTo>
                <a:lnTo>
                  <a:pt x="506" y="218"/>
                </a:lnTo>
                <a:lnTo>
                  <a:pt x="506" y="219"/>
                </a:lnTo>
                <a:lnTo>
                  <a:pt x="507" y="219"/>
                </a:lnTo>
                <a:lnTo>
                  <a:pt x="508" y="219"/>
                </a:lnTo>
                <a:lnTo>
                  <a:pt x="508" y="220"/>
                </a:lnTo>
                <a:lnTo>
                  <a:pt x="509" y="220"/>
                </a:lnTo>
                <a:lnTo>
                  <a:pt x="510" y="220"/>
                </a:lnTo>
                <a:lnTo>
                  <a:pt x="512" y="220"/>
                </a:lnTo>
                <a:lnTo>
                  <a:pt x="514" y="220"/>
                </a:lnTo>
                <a:lnTo>
                  <a:pt x="516" y="220"/>
                </a:lnTo>
                <a:lnTo>
                  <a:pt x="516" y="221"/>
                </a:lnTo>
                <a:lnTo>
                  <a:pt x="517" y="222"/>
                </a:lnTo>
                <a:lnTo>
                  <a:pt x="518" y="222"/>
                </a:lnTo>
                <a:lnTo>
                  <a:pt x="518" y="223"/>
                </a:lnTo>
                <a:lnTo>
                  <a:pt x="518" y="225"/>
                </a:lnTo>
                <a:lnTo>
                  <a:pt x="518" y="226"/>
                </a:lnTo>
                <a:lnTo>
                  <a:pt x="518" y="227"/>
                </a:lnTo>
                <a:lnTo>
                  <a:pt x="517" y="227"/>
                </a:lnTo>
                <a:lnTo>
                  <a:pt x="516" y="228"/>
                </a:lnTo>
                <a:lnTo>
                  <a:pt x="515" y="228"/>
                </a:lnTo>
                <a:lnTo>
                  <a:pt x="513" y="227"/>
                </a:lnTo>
                <a:lnTo>
                  <a:pt x="512" y="227"/>
                </a:lnTo>
                <a:lnTo>
                  <a:pt x="511" y="227"/>
                </a:lnTo>
                <a:lnTo>
                  <a:pt x="510" y="227"/>
                </a:lnTo>
                <a:lnTo>
                  <a:pt x="510" y="228"/>
                </a:lnTo>
                <a:lnTo>
                  <a:pt x="509" y="228"/>
                </a:lnTo>
                <a:lnTo>
                  <a:pt x="509" y="229"/>
                </a:lnTo>
                <a:lnTo>
                  <a:pt x="508" y="230"/>
                </a:lnTo>
                <a:lnTo>
                  <a:pt x="508" y="231"/>
                </a:lnTo>
                <a:lnTo>
                  <a:pt x="508" y="232"/>
                </a:lnTo>
                <a:lnTo>
                  <a:pt x="509" y="234"/>
                </a:lnTo>
                <a:lnTo>
                  <a:pt x="509" y="235"/>
                </a:lnTo>
                <a:lnTo>
                  <a:pt x="511" y="236"/>
                </a:lnTo>
                <a:lnTo>
                  <a:pt x="512" y="237"/>
                </a:lnTo>
                <a:lnTo>
                  <a:pt x="513" y="237"/>
                </a:lnTo>
                <a:lnTo>
                  <a:pt x="514" y="237"/>
                </a:lnTo>
                <a:lnTo>
                  <a:pt x="515" y="237"/>
                </a:lnTo>
                <a:lnTo>
                  <a:pt x="516" y="237"/>
                </a:lnTo>
                <a:lnTo>
                  <a:pt x="517" y="237"/>
                </a:lnTo>
                <a:lnTo>
                  <a:pt x="518" y="236"/>
                </a:lnTo>
                <a:lnTo>
                  <a:pt x="518" y="235"/>
                </a:lnTo>
                <a:lnTo>
                  <a:pt x="517" y="234"/>
                </a:lnTo>
                <a:lnTo>
                  <a:pt x="516" y="233"/>
                </a:lnTo>
                <a:lnTo>
                  <a:pt x="514" y="232"/>
                </a:lnTo>
                <a:lnTo>
                  <a:pt x="513" y="231"/>
                </a:lnTo>
                <a:lnTo>
                  <a:pt x="514" y="230"/>
                </a:lnTo>
                <a:lnTo>
                  <a:pt x="515" y="230"/>
                </a:lnTo>
                <a:lnTo>
                  <a:pt x="515" y="229"/>
                </a:lnTo>
                <a:lnTo>
                  <a:pt x="516" y="229"/>
                </a:lnTo>
                <a:lnTo>
                  <a:pt x="517" y="229"/>
                </a:lnTo>
                <a:lnTo>
                  <a:pt x="519" y="229"/>
                </a:lnTo>
                <a:lnTo>
                  <a:pt x="521" y="228"/>
                </a:lnTo>
                <a:lnTo>
                  <a:pt x="522" y="228"/>
                </a:lnTo>
                <a:lnTo>
                  <a:pt x="523" y="229"/>
                </a:lnTo>
                <a:lnTo>
                  <a:pt x="523" y="231"/>
                </a:lnTo>
                <a:lnTo>
                  <a:pt x="523" y="232"/>
                </a:lnTo>
                <a:lnTo>
                  <a:pt x="523" y="233"/>
                </a:lnTo>
                <a:lnTo>
                  <a:pt x="522" y="233"/>
                </a:lnTo>
                <a:lnTo>
                  <a:pt x="522" y="234"/>
                </a:lnTo>
                <a:lnTo>
                  <a:pt x="521" y="234"/>
                </a:lnTo>
                <a:lnTo>
                  <a:pt x="521" y="235"/>
                </a:lnTo>
                <a:lnTo>
                  <a:pt x="519" y="236"/>
                </a:lnTo>
                <a:lnTo>
                  <a:pt x="519" y="237"/>
                </a:lnTo>
                <a:lnTo>
                  <a:pt x="518" y="237"/>
                </a:lnTo>
                <a:lnTo>
                  <a:pt x="518" y="239"/>
                </a:lnTo>
                <a:lnTo>
                  <a:pt x="517" y="239"/>
                </a:lnTo>
                <a:lnTo>
                  <a:pt x="516" y="240"/>
                </a:lnTo>
                <a:lnTo>
                  <a:pt x="516" y="241"/>
                </a:lnTo>
                <a:lnTo>
                  <a:pt x="516" y="242"/>
                </a:lnTo>
                <a:lnTo>
                  <a:pt x="516" y="243"/>
                </a:lnTo>
                <a:lnTo>
                  <a:pt x="516" y="244"/>
                </a:lnTo>
                <a:lnTo>
                  <a:pt x="517" y="246"/>
                </a:lnTo>
                <a:lnTo>
                  <a:pt x="517" y="248"/>
                </a:lnTo>
                <a:lnTo>
                  <a:pt x="518" y="249"/>
                </a:lnTo>
                <a:lnTo>
                  <a:pt x="518" y="251"/>
                </a:lnTo>
                <a:lnTo>
                  <a:pt x="518" y="252"/>
                </a:lnTo>
                <a:lnTo>
                  <a:pt x="518" y="253"/>
                </a:lnTo>
                <a:lnTo>
                  <a:pt x="518" y="255"/>
                </a:lnTo>
                <a:lnTo>
                  <a:pt x="518" y="256"/>
                </a:lnTo>
                <a:lnTo>
                  <a:pt x="518" y="257"/>
                </a:lnTo>
                <a:lnTo>
                  <a:pt x="519" y="257"/>
                </a:lnTo>
                <a:lnTo>
                  <a:pt x="520" y="257"/>
                </a:lnTo>
                <a:lnTo>
                  <a:pt x="523" y="259"/>
                </a:lnTo>
                <a:lnTo>
                  <a:pt x="524" y="260"/>
                </a:lnTo>
                <a:lnTo>
                  <a:pt x="526" y="262"/>
                </a:lnTo>
                <a:lnTo>
                  <a:pt x="527" y="263"/>
                </a:lnTo>
                <a:lnTo>
                  <a:pt x="527" y="264"/>
                </a:lnTo>
                <a:lnTo>
                  <a:pt x="528" y="265"/>
                </a:lnTo>
                <a:lnTo>
                  <a:pt x="529" y="266"/>
                </a:lnTo>
                <a:lnTo>
                  <a:pt x="530" y="267"/>
                </a:lnTo>
                <a:lnTo>
                  <a:pt x="531" y="267"/>
                </a:lnTo>
                <a:lnTo>
                  <a:pt x="533" y="268"/>
                </a:lnTo>
                <a:lnTo>
                  <a:pt x="535" y="269"/>
                </a:lnTo>
                <a:lnTo>
                  <a:pt x="536" y="270"/>
                </a:lnTo>
                <a:lnTo>
                  <a:pt x="537" y="271"/>
                </a:lnTo>
                <a:lnTo>
                  <a:pt x="538" y="272"/>
                </a:lnTo>
                <a:lnTo>
                  <a:pt x="539" y="273"/>
                </a:lnTo>
                <a:lnTo>
                  <a:pt x="539" y="274"/>
                </a:lnTo>
                <a:lnTo>
                  <a:pt x="540" y="276"/>
                </a:lnTo>
                <a:lnTo>
                  <a:pt x="542" y="278"/>
                </a:lnTo>
                <a:lnTo>
                  <a:pt x="543" y="280"/>
                </a:lnTo>
                <a:lnTo>
                  <a:pt x="544" y="282"/>
                </a:lnTo>
                <a:lnTo>
                  <a:pt x="545" y="284"/>
                </a:lnTo>
                <a:lnTo>
                  <a:pt x="547" y="286"/>
                </a:lnTo>
                <a:lnTo>
                  <a:pt x="548" y="286"/>
                </a:lnTo>
                <a:lnTo>
                  <a:pt x="548" y="287"/>
                </a:lnTo>
                <a:lnTo>
                  <a:pt x="549" y="287"/>
                </a:lnTo>
                <a:lnTo>
                  <a:pt x="550" y="287"/>
                </a:lnTo>
                <a:lnTo>
                  <a:pt x="551" y="287"/>
                </a:lnTo>
                <a:lnTo>
                  <a:pt x="552" y="288"/>
                </a:lnTo>
                <a:lnTo>
                  <a:pt x="552" y="289"/>
                </a:lnTo>
                <a:lnTo>
                  <a:pt x="552" y="290"/>
                </a:lnTo>
                <a:lnTo>
                  <a:pt x="552" y="291"/>
                </a:lnTo>
                <a:lnTo>
                  <a:pt x="551" y="292"/>
                </a:lnTo>
                <a:lnTo>
                  <a:pt x="551" y="293"/>
                </a:lnTo>
                <a:lnTo>
                  <a:pt x="551" y="294"/>
                </a:lnTo>
                <a:lnTo>
                  <a:pt x="551" y="295"/>
                </a:lnTo>
                <a:lnTo>
                  <a:pt x="551" y="296"/>
                </a:lnTo>
                <a:lnTo>
                  <a:pt x="552" y="297"/>
                </a:lnTo>
                <a:lnTo>
                  <a:pt x="554" y="300"/>
                </a:lnTo>
                <a:lnTo>
                  <a:pt x="555" y="301"/>
                </a:lnTo>
                <a:lnTo>
                  <a:pt x="556" y="302"/>
                </a:lnTo>
                <a:lnTo>
                  <a:pt x="557" y="303"/>
                </a:lnTo>
                <a:lnTo>
                  <a:pt x="558" y="305"/>
                </a:lnTo>
                <a:lnTo>
                  <a:pt x="558" y="306"/>
                </a:lnTo>
                <a:lnTo>
                  <a:pt x="558" y="307"/>
                </a:lnTo>
                <a:lnTo>
                  <a:pt x="558" y="308"/>
                </a:lnTo>
                <a:lnTo>
                  <a:pt x="558" y="309"/>
                </a:lnTo>
                <a:lnTo>
                  <a:pt x="557" y="309"/>
                </a:lnTo>
                <a:lnTo>
                  <a:pt x="557" y="310"/>
                </a:lnTo>
                <a:lnTo>
                  <a:pt x="555" y="310"/>
                </a:lnTo>
                <a:lnTo>
                  <a:pt x="554" y="310"/>
                </a:lnTo>
                <a:lnTo>
                  <a:pt x="554" y="311"/>
                </a:lnTo>
                <a:lnTo>
                  <a:pt x="553" y="312"/>
                </a:lnTo>
                <a:lnTo>
                  <a:pt x="553" y="313"/>
                </a:lnTo>
                <a:lnTo>
                  <a:pt x="553" y="314"/>
                </a:lnTo>
                <a:lnTo>
                  <a:pt x="552" y="315"/>
                </a:lnTo>
                <a:lnTo>
                  <a:pt x="551" y="316"/>
                </a:lnTo>
                <a:lnTo>
                  <a:pt x="551" y="317"/>
                </a:lnTo>
                <a:lnTo>
                  <a:pt x="552" y="318"/>
                </a:lnTo>
                <a:lnTo>
                  <a:pt x="553" y="318"/>
                </a:lnTo>
                <a:lnTo>
                  <a:pt x="554" y="319"/>
                </a:lnTo>
                <a:lnTo>
                  <a:pt x="555" y="319"/>
                </a:lnTo>
                <a:lnTo>
                  <a:pt x="556" y="319"/>
                </a:lnTo>
                <a:lnTo>
                  <a:pt x="557" y="319"/>
                </a:lnTo>
                <a:lnTo>
                  <a:pt x="557" y="320"/>
                </a:lnTo>
                <a:lnTo>
                  <a:pt x="558" y="320"/>
                </a:lnTo>
                <a:lnTo>
                  <a:pt x="558" y="321"/>
                </a:lnTo>
                <a:lnTo>
                  <a:pt x="558" y="323"/>
                </a:lnTo>
                <a:lnTo>
                  <a:pt x="558" y="324"/>
                </a:lnTo>
                <a:lnTo>
                  <a:pt x="557" y="325"/>
                </a:lnTo>
                <a:lnTo>
                  <a:pt x="557" y="326"/>
                </a:lnTo>
                <a:lnTo>
                  <a:pt x="556" y="327"/>
                </a:lnTo>
                <a:lnTo>
                  <a:pt x="555" y="327"/>
                </a:lnTo>
                <a:lnTo>
                  <a:pt x="555" y="328"/>
                </a:lnTo>
                <a:lnTo>
                  <a:pt x="555" y="329"/>
                </a:lnTo>
                <a:lnTo>
                  <a:pt x="555" y="330"/>
                </a:lnTo>
                <a:lnTo>
                  <a:pt x="555" y="331"/>
                </a:lnTo>
                <a:lnTo>
                  <a:pt x="556" y="332"/>
                </a:lnTo>
                <a:lnTo>
                  <a:pt x="557" y="333"/>
                </a:lnTo>
                <a:lnTo>
                  <a:pt x="558" y="334"/>
                </a:lnTo>
                <a:lnTo>
                  <a:pt x="559" y="335"/>
                </a:lnTo>
                <a:lnTo>
                  <a:pt x="560" y="336"/>
                </a:lnTo>
                <a:lnTo>
                  <a:pt x="562" y="336"/>
                </a:lnTo>
                <a:lnTo>
                  <a:pt x="563" y="336"/>
                </a:lnTo>
                <a:lnTo>
                  <a:pt x="565" y="337"/>
                </a:lnTo>
                <a:lnTo>
                  <a:pt x="566" y="337"/>
                </a:lnTo>
                <a:lnTo>
                  <a:pt x="567" y="337"/>
                </a:lnTo>
                <a:lnTo>
                  <a:pt x="567" y="338"/>
                </a:lnTo>
                <a:lnTo>
                  <a:pt x="568" y="338"/>
                </a:lnTo>
                <a:lnTo>
                  <a:pt x="569" y="338"/>
                </a:lnTo>
                <a:lnTo>
                  <a:pt x="571" y="339"/>
                </a:lnTo>
                <a:lnTo>
                  <a:pt x="572" y="339"/>
                </a:lnTo>
                <a:lnTo>
                  <a:pt x="574" y="339"/>
                </a:lnTo>
                <a:lnTo>
                  <a:pt x="576" y="340"/>
                </a:lnTo>
                <a:lnTo>
                  <a:pt x="577" y="340"/>
                </a:lnTo>
                <a:lnTo>
                  <a:pt x="579" y="340"/>
                </a:lnTo>
                <a:lnTo>
                  <a:pt x="579" y="341"/>
                </a:lnTo>
                <a:lnTo>
                  <a:pt x="580" y="341"/>
                </a:lnTo>
                <a:lnTo>
                  <a:pt x="580" y="342"/>
                </a:lnTo>
                <a:lnTo>
                  <a:pt x="580" y="343"/>
                </a:lnTo>
                <a:lnTo>
                  <a:pt x="580" y="346"/>
                </a:lnTo>
                <a:lnTo>
                  <a:pt x="579" y="347"/>
                </a:lnTo>
                <a:lnTo>
                  <a:pt x="579" y="348"/>
                </a:lnTo>
                <a:lnTo>
                  <a:pt x="578" y="349"/>
                </a:lnTo>
                <a:lnTo>
                  <a:pt x="578" y="351"/>
                </a:lnTo>
                <a:lnTo>
                  <a:pt x="576" y="352"/>
                </a:lnTo>
                <a:lnTo>
                  <a:pt x="575" y="354"/>
                </a:lnTo>
                <a:lnTo>
                  <a:pt x="574" y="354"/>
                </a:lnTo>
                <a:lnTo>
                  <a:pt x="573" y="355"/>
                </a:lnTo>
                <a:lnTo>
                  <a:pt x="572" y="356"/>
                </a:lnTo>
                <a:lnTo>
                  <a:pt x="571" y="358"/>
                </a:lnTo>
                <a:lnTo>
                  <a:pt x="571" y="359"/>
                </a:lnTo>
                <a:lnTo>
                  <a:pt x="570" y="361"/>
                </a:lnTo>
                <a:lnTo>
                  <a:pt x="570" y="363"/>
                </a:lnTo>
                <a:lnTo>
                  <a:pt x="569" y="365"/>
                </a:lnTo>
                <a:lnTo>
                  <a:pt x="570" y="366"/>
                </a:lnTo>
                <a:lnTo>
                  <a:pt x="571" y="367"/>
                </a:lnTo>
                <a:lnTo>
                  <a:pt x="572" y="369"/>
                </a:lnTo>
                <a:lnTo>
                  <a:pt x="573" y="370"/>
                </a:lnTo>
                <a:lnTo>
                  <a:pt x="574" y="370"/>
                </a:lnTo>
                <a:lnTo>
                  <a:pt x="574" y="371"/>
                </a:lnTo>
                <a:lnTo>
                  <a:pt x="574" y="372"/>
                </a:lnTo>
                <a:lnTo>
                  <a:pt x="574" y="374"/>
                </a:lnTo>
                <a:lnTo>
                  <a:pt x="574" y="375"/>
                </a:lnTo>
                <a:lnTo>
                  <a:pt x="573" y="377"/>
                </a:lnTo>
                <a:lnTo>
                  <a:pt x="572" y="380"/>
                </a:lnTo>
                <a:lnTo>
                  <a:pt x="573" y="381"/>
                </a:lnTo>
                <a:lnTo>
                  <a:pt x="573" y="382"/>
                </a:lnTo>
                <a:lnTo>
                  <a:pt x="573" y="383"/>
                </a:lnTo>
                <a:lnTo>
                  <a:pt x="574" y="385"/>
                </a:lnTo>
                <a:lnTo>
                  <a:pt x="575" y="386"/>
                </a:lnTo>
                <a:lnTo>
                  <a:pt x="576" y="386"/>
                </a:lnTo>
                <a:lnTo>
                  <a:pt x="577" y="387"/>
                </a:lnTo>
                <a:lnTo>
                  <a:pt x="580" y="387"/>
                </a:lnTo>
                <a:lnTo>
                  <a:pt x="582" y="387"/>
                </a:lnTo>
                <a:lnTo>
                  <a:pt x="583" y="387"/>
                </a:lnTo>
                <a:lnTo>
                  <a:pt x="584" y="388"/>
                </a:lnTo>
                <a:lnTo>
                  <a:pt x="585" y="388"/>
                </a:lnTo>
                <a:lnTo>
                  <a:pt x="586" y="388"/>
                </a:lnTo>
                <a:lnTo>
                  <a:pt x="586" y="389"/>
                </a:lnTo>
                <a:lnTo>
                  <a:pt x="586" y="391"/>
                </a:lnTo>
                <a:lnTo>
                  <a:pt x="586" y="393"/>
                </a:lnTo>
                <a:lnTo>
                  <a:pt x="586" y="395"/>
                </a:lnTo>
                <a:lnTo>
                  <a:pt x="586" y="396"/>
                </a:lnTo>
                <a:lnTo>
                  <a:pt x="587" y="397"/>
                </a:lnTo>
                <a:lnTo>
                  <a:pt x="588" y="398"/>
                </a:lnTo>
                <a:lnTo>
                  <a:pt x="589" y="400"/>
                </a:lnTo>
                <a:lnTo>
                  <a:pt x="590" y="400"/>
                </a:lnTo>
                <a:lnTo>
                  <a:pt x="592" y="401"/>
                </a:lnTo>
                <a:lnTo>
                  <a:pt x="594" y="402"/>
                </a:lnTo>
                <a:lnTo>
                  <a:pt x="595" y="402"/>
                </a:lnTo>
                <a:lnTo>
                  <a:pt x="595" y="403"/>
                </a:lnTo>
                <a:lnTo>
                  <a:pt x="596" y="403"/>
                </a:lnTo>
                <a:lnTo>
                  <a:pt x="596" y="404"/>
                </a:lnTo>
                <a:lnTo>
                  <a:pt x="597" y="406"/>
                </a:lnTo>
                <a:lnTo>
                  <a:pt x="598" y="406"/>
                </a:lnTo>
                <a:lnTo>
                  <a:pt x="598" y="407"/>
                </a:lnTo>
                <a:lnTo>
                  <a:pt x="599" y="407"/>
                </a:lnTo>
                <a:lnTo>
                  <a:pt x="600" y="407"/>
                </a:lnTo>
                <a:lnTo>
                  <a:pt x="601" y="407"/>
                </a:lnTo>
                <a:lnTo>
                  <a:pt x="602" y="407"/>
                </a:lnTo>
                <a:lnTo>
                  <a:pt x="603" y="407"/>
                </a:lnTo>
                <a:lnTo>
                  <a:pt x="604" y="408"/>
                </a:lnTo>
                <a:lnTo>
                  <a:pt x="605" y="408"/>
                </a:lnTo>
                <a:lnTo>
                  <a:pt x="606" y="408"/>
                </a:lnTo>
                <a:lnTo>
                  <a:pt x="607" y="408"/>
                </a:lnTo>
                <a:lnTo>
                  <a:pt x="608" y="408"/>
                </a:lnTo>
                <a:lnTo>
                  <a:pt x="609" y="407"/>
                </a:lnTo>
                <a:lnTo>
                  <a:pt x="610" y="407"/>
                </a:lnTo>
                <a:lnTo>
                  <a:pt x="610" y="406"/>
                </a:lnTo>
                <a:lnTo>
                  <a:pt x="611" y="406"/>
                </a:lnTo>
                <a:lnTo>
                  <a:pt x="612" y="406"/>
                </a:lnTo>
                <a:lnTo>
                  <a:pt x="613" y="407"/>
                </a:lnTo>
                <a:lnTo>
                  <a:pt x="614" y="407"/>
                </a:lnTo>
                <a:lnTo>
                  <a:pt x="615" y="407"/>
                </a:lnTo>
                <a:lnTo>
                  <a:pt x="616" y="408"/>
                </a:lnTo>
                <a:lnTo>
                  <a:pt x="617" y="408"/>
                </a:lnTo>
                <a:lnTo>
                  <a:pt x="617" y="409"/>
                </a:lnTo>
                <a:lnTo>
                  <a:pt x="619" y="409"/>
                </a:lnTo>
                <a:lnTo>
                  <a:pt x="620" y="410"/>
                </a:lnTo>
                <a:lnTo>
                  <a:pt x="621" y="410"/>
                </a:lnTo>
                <a:lnTo>
                  <a:pt x="623" y="411"/>
                </a:lnTo>
                <a:lnTo>
                  <a:pt x="624" y="411"/>
                </a:lnTo>
                <a:lnTo>
                  <a:pt x="626" y="411"/>
                </a:lnTo>
                <a:lnTo>
                  <a:pt x="627" y="411"/>
                </a:lnTo>
                <a:lnTo>
                  <a:pt x="629" y="411"/>
                </a:lnTo>
                <a:lnTo>
                  <a:pt x="630" y="412"/>
                </a:lnTo>
                <a:lnTo>
                  <a:pt x="632" y="412"/>
                </a:lnTo>
                <a:lnTo>
                  <a:pt x="633" y="412"/>
                </a:lnTo>
                <a:lnTo>
                  <a:pt x="634" y="412"/>
                </a:lnTo>
                <a:lnTo>
                  <a:pt x="634" y="411"/>
                </a:lnTo>
                <a:lnTo>
                  <a:pt x="635" y="411"/>
                </a:lnTo>
                <a:lnTo>
                  <a:pt x="636" y="410"/>
                </a:lnTo>
                <a:lnTo>
                  <a:pt x="637" y="410"/>
                </a:lnTo>
                <a:lnTo>
                  <a:pt x="638" y="409"/>
                </a:lnTo>
                <a:lnTo>
                  <a:pt x="639" y="409"/>
                </a:lnTo>
                <a:lnTo>
                  <a:pt x="640" y="409"/>
                </a:lnTo>
                <a:lnTo>
                  <a:pt x="641" y="409"/>
                </a:lnTo>
                <a:lnTo>
                  <a:pt x="642" y="410"/>
                </a:lnTo>
                <a:lnTo>
                  <a:pt x="643" y="411"/>
                </a:lnTo>
                <a:lnTo>
                  <a:pt x="644" y="411"/>
                </a:lnTo>
                <a:lnTo>
                  <a:pt x="645" y="412"/>
                </a:lnTo>
                <a:lnTo>
                  <a:pt x="646" y="411"/>
                </a:lnTo>
                <a:lnTo>
                  <a:pt x="647" y="411"/>
                </a:lnTo>
                <a:lnTo>
                  <a:pt x="648" y="410"/>
                </a:lnTo>
                <a:lnTo>
                  <a:pt x="648" y="409"/>
                </a:lnTo>
                <a:lnTo>
                  <a:pt x="648" y="408"/>
                </a:lnTo>
                <a:lnTo>
                  <a:pt x="649" y="407"/>
                </a:lnTo>
                <a:lnTo>
                  <a:pt x="651" y="407"/>
                </a:lnTo>
                <a:lnTo>
                  <a:pt x="656" y="407"/>
                </a:lnTo>
                <a:lnTo>
                  <a:pt x="658" y="407"/>
                </a:lnTo>
                <a:lnTo>
                  <a:pt x="660" y="407"/>
                </a:lnTo>
                <a:lnTo>
                  <a:pt x="662" y="406"/>
                </a:lnTo>
                <a:lnTo>
                  <a:pt x="663" y="405"/>
                </a:lnTo>
                <a:lnTo>
                  <a:pt x="664" y="405"/>
                </a:lnTo>
                <a:lnTo>
                  <a:pt x="665" y="405"/>
                </a:lnTo>
                <a:lnTo>
                  <a:pt x="667" y="406"/>
                </a:lnTo>
                <a:lnTo>
                  <a:pt x="669" y="406"/>
                </a:lnTo>
                <a:lnTo>
                  <a:pt x="671" y="407"/>
                </a:lnTo>
                <a:lnTo>
                  <a:pt x="672" y="407"/>
                </a:lnTo>
                <a:lnTo>
                  <a:pt x="674" y="408"/>
                </a:lnTo>
                <a:lnTo>
                  <a:pt x="676" y="408"/>
                </a:lnTo>
                <a:lnTo>
                  <a:pt x="677" y="409"/>
                </a:lnTo>
                <a:lnTo>
                  <a:pt x="679" y="409"/>
                </a:lnTo>
                <a:lnTo>
                  <a:pt x="680" y="409"/>
                </a:lnTo>
                <a:lnTo>
                  <a:pt x="681" y="409"/>
                </a:lnTo>
                <a:lnTo>
                  <a:pt x="681" y="408"/>
                </a:lnTo>
                <a:lnTo>
                  <a:pt x="681" y="407"/>
                </a:lnTo>
                <a:lnTo>
                  <a:pt x="681" y="406"/>
                </a:lnTo>
                <a:lnTo>
                  <a:pt x="682" y="406"/>
                </a:lnTo>
                <a:lnTo>
                  <a:pt x="683" y="406"/>
                </a:lnTo>
                <a:lnTo>
                  <a:pt x="684" y="406"/>
                </a:lnTo>
                <a:lnTo>
                  <a:pt x="685" y="407"/>
                </a:lnTo>
                <a:lnTo>
                  <a:pt x="686" y="407"/>
                </a:lnTo>
                <a:lnTo>
                  <a:pt x="687" y="408"/>
                </a:lnTo>
                <a:lnTo>
                  <a:pt x="688" y="408"/>
                </a:lnTo>
                <a:lnTo>
                  <a:pt x="688" y="409"/>
                </a:lnTo>
                <a:lnTo>
                  <a:pt x="688" y="410"/>
                </a:lnTo>
                <a:lnTo>
                  <a:pt x="688" y="411"/>
                </a:lnTo>
                <a:lnTo>
                  <a:pt x="687" y="411"/>
                </a:lnTo>
                <a:lnTo>
                  <a:pt x="686" y="412"/>
                </a:lnTo>
                <a:lnTo>
                  <a:pt x="685" y="412"/>
                </a:lnTo>
                <a:lnTo>
                  <a:pt x="684" y="414"/>
                </a:lnTo>
                <a:lnTo>
                  <a:pt x="683" y="415"/>
                </a:lnTo>
                <a:lnTo>
                  <a:pt x="683" y="416"/>
                </a:lnTo>
                <a:lnTo>
                  <a:pt x="682" y="416"/>
                </a:lnTo>
                <a:lnTo>
                  <a:pt x="683" y="417"/>
                </a:lnTo>
                <a:lnTo>
                  <a:pt x="683" y="418"/>
                </a:lnTo>
                <a:lnTo>
                  <a:pt x="684" y="419"/>
                </a:lnTo>
                <a:lnTo>
                  <a:pt x="685" y="419"/>
                </a:lnTo>
                <a:lnTo>
                  <a:pt x="686" y="419"/>
                </a:lnTo>
                <a:lnTo>
                  <a:pt x="687" y="419"/>
                </a:lnTo>
                <a:lnTo>
                  <a:pt x="688" y="419"/>
                </a:lnTo>
                <a:lnTo>
                  <a:pt x="688" y="418"/>
                </a:lnTo>
                <a:lnTo>
                  <a:pt x="689" y="418"/>
                </a:lnTo>
                <a:lnTo>
                  <a:pt x="690" y="418"/>
                </a:lnTo>
                <a:lnTo>
                  <a:pt x="691" y="417"/>
                </a:lnTo>
                <a:lnTo>
                  <a:pt x="693" y="417"/>
                </a:lnTo>
                <a:lnTo>
                  <a:pt x="694" y="417"/>
                </a:lnTo>
                <a:lnTo>
                  <a:pt x="696" y="417"/>
                </a:lnTo>
                <a:lnTo>
                  <a:pt x="697" y="418"/>
                </a:lnTo>
                <a:lnTo>
                  <a:pt x="698" y="419"/>
                </a:lnTo>
                <a:lnTo>
                  <a:pt x="699" y="420"/>
                </a:lnTo>
                <a:lnTo>
                  <a:pt x="700" y="420"/>
                </a:lnTo>
                <a:lnTo>
                  <a:pt x="702" y="420"/>
                </a:lnTo>
                <a:lnTo>
                  <a:pt x="705" y="420"/>
                </a:lnTo>
                <a:lnTo>
                  <a:pt x="707" y="421"/>
                </a:lnTo>
                <a:lnTo>
                  <a:pt x="707" y="422"/>
                </a:lnTo>
                <a:lnTo>
                  <a:pt x="708" y="423"/>
                </a:lnTo>
                <a:lnTo>
                  <a:pt x="709" y="425"/>
                </a:lnTo>
                <a:lnTo>
                  <a:pt x="709" y="427"/>
                </a:lnTo>
                <a:lnTo>
                  <a:pt x="710" y="428"/>
                </a:lnTo>
                <a:lnTo>
                  <a:pt x="710" y="429"/>
                </a:lnTo>
                <a:lnTo>
                  <a:pt x="711" y="430"/>
                </a:lnTo>
                <a:lnTo>
                  <a:pt x="712" y="430"/>
                </a:lnTo>
                <a:lnTo>
                  <a:pt x="714" y="431"/>
                </a:lnTo>
                <a:lnTo>
                  <a:pt x="715" y="431"/>
                </a:lnTo>
                <a:lnTo>
                  <a:pt x="717" y="431"/>
                </a:lnTo>
                <a:lnTo>
                  <a:pt x="718" y="431"/>
                </a:lnTo>
                <a:lnTo>
                  <a:pt x="720" y="429"/>
                </a:lnTo>
                <a:lnTo>
                  <a:pt x="721" y="428"/>
                </a:lnTo>
                <a:lnTo>
                  <a:pt x="723" y="427"/>
                </a:lnTo>
                <a:lnTo>
                  <a:pt x="725" y="426"/>
                </a:lnTo>
                <a:lnTo>
                  <a:pt x="726" y="426"/>
                </a:lnTo>
                <a:lnTo>
                  <a:pt x="728" y="427"/>
                </a:lnTo>
                <a:lnTo>
                  <a:pt x="729" y="427"/>
                </a:lnTo>
                <a:lnTo>
                  <a:pt x="730" y="428"/>
                </a:lnTo>
                <a:lnTo>
                  <a:pt x="731" y="428"/>
                </a:lnTo>
                <a:lnTo>
                  <a:pt x="733" y="430"/>
                </a:lnTo>
                <a:lnTo>
                  <a:pt x="734" y="431"/>
                </a:lnTo>
                <a:lnTo>
                  <a:pt x="735" y="431"/>
                </a:lnTo>
                <a:lnTo>
                  <a:pt x="736" y="431"/>
                </a:lnTo>
                <a:lnTo>
                  <a:pt x="737" y="431"/>
                </a:lnTo>
                <a:lnTo>
                  <a:pt x="738" y="431"/>
                </a:lnTo>
                <a:lnTo>
                  <a:pt x="739" y="430"/>
                </a:lnTo>
                <a:lnTo>
                  <a:pt x="739" y="429"/>
                </a:lnTo>
                <a:lnTo>
                  <a:pt x="739" y="428"/>
                </a:lnTo>
                <a:lnTo>
                  <a:pt x="739" y="427"/>
                </a:lnTo>
                <a:lnTo>
                  <a:pt x="739" y="426"/>
                </a:lnTo>
                <a:lnTo>
                  <a:pt x="739" y="425"/>
                </a:lnTo>
                <a:lnTo>
                  <a:pt x="739" y="424"/>
                </a:lnTo>
                <a:lnTo>
                  <a:pt x="740" y="423"/>
                </a:lnTo>
                <a:lnTo>
                  <a:pt x="742" y="422"/>
                </a:lnTo>
                <a:lnTo>
                  <a:pt x="743" y="422"/>
                </a:lnTo>
                <a:lnTo>
                  <a:pt x="744" y="422"/>
                </a:lnTo>
                <a:lnTo>
                  <a:pt x="745" y="422"/>
                </a:lnTo>
                <a:lnTo>
                  <a:pt x="747" y="423"/>
                </a:lnTo>
                <a:lnTo>
                  <a:pt x="748" y="423"/>
                </a:lnTo>
                <a:lnTo>
                  <a:pt x="749" y="423"/>
                </a:lnTo>
                <a:lnTo>
                  <a:pt x="750" y="423"/>
                </a:lnTo>
                <a:lnTo>
                  <a:pt x="752" y="424"/>
                </a:lnTo>
                <a:lnTo>
                  <a:pt x="753" y="425"/>
                </a:lnTo>
                <a:lnTo>
                  <a:pt x="754" y="426"/>
                </a:lnTo>
                <a:lnTo>
                  <a:pt x="754" y="427"/>
                </a:lnTo>
                <a:lnTo>
                  <a:pt x="754" y="428"/>
                </a:lnTo>
                <a:lnTo>
                  <a:pt x="754" y="430"/>
                </a:lnTo>
                <a:lnTo>
                  <a:pt x="754" y="432"/>
                </a:lnTo>
                <a:lnTo>
                  <a:pt x="755" y="434"/>
                </a:lnTo>
                <a:lnTo>
                  <a:pt x="755" y="435"/>
                </a:lnTo>
                <a:lnTo>
                  <a:pt x="755" y="436"/>
                </a:lnTo>
                <a:lnTo>
                  <a:pt x="756" y="437"/>
                </a:lnTo>
                <a:lnTo>
                  <a:pt x="757" y="438"/>
                </a:lnTo>
                <a:lnTo>
                  <a:pt x="758" y="439"/>
                </a:lnTo>
                <a:lnTo>
                  <a:pt x="759" y="439"/>
                </a:lnTo>
                <a:lnTo>
                  <a:pt x="760" y="439"/>
                </a:lnTo>
                <a:lnTo>
                  <a:pt x="761" y="439"/>
                </a:lnTo>
                <a:lnTo>
                  <a:pt x="762" y="439"/>
                </a:lnTo>
                <a:lnTo>
                  <a:pt x="763" y="438"/>
                </a:lnTo>
                <a:lnTo>
                  <a:pt x="764" y="437"/>
                </a:lnTo>
                <a:lnTo>
                  <a:pt x="765" y="437"/>
                </a:lnTo>
                <a:lnTo>
                  <a:pt x="766" y="437"/>
                </a:lnTo>
                <a:lnTo>
                  <a:pt x="768" y="437"/>
                </a:lnTo>
                <a:lnTo>
                  <a:pt x="769" y="437"/>
                </a:lnTo>
                <a:lnTo>
                  <a:pt x="770" y="437"/>
                </a:lnTo>
                <a:lnTo>
                  <a:pt x="770" y="438"/>
                </a:lnTo>
                <a:lnTo>
                  <a:pt x="771" y="438"/>
                </a:lnTo>
                <a:lnTo>
                  <a:pt x="772" y="439"/>
                </a:lnTo>
                <a:lnTo>
                  <a:pt x="772" y="440"/>
                </a:lnTo>
                <a:lnTo>
                  <a:pt x="773" y="440"/>
                </a:lnTo>
                <a:lnTo>
                  <a:pt x="773" y="441"/>
                </a:lnTo>
                <a:lnTo>
                  <a:pt x="773" y="442"/>
                </a:lnTo>
                <a:lnTo>
                  <a:pt x="773" y="443"/>
                </a:lnTo>
                <a:lnTo>
                  <a:pt x="773" y="444"/>
                </a:lnTo>
                <a:lnTo>
                  <a:pt x="773" y="446"/>
                </a:lnTo>
                <a:lnTo>
                  <a:pt x="773" y="447"/>
                </a:lnTo>
                <a:lnTo>
                  <a:pt x="774" y="447"/>
                </a:lnTo>
                <a:lnTo>
                  <a:pt x="775" y="448"/>
                </a:lnTo>
                <a:lnTo>
                  <a:pt x="776" y="449"/>
                </a:lnTo>
                <a:lnTo>
                  <a:pt x="777" y="449"/>
                </a:lnTo>
                <a:lnTo>
                  <a:pt x="778" y="449"/>
                </a:lnTo>
                <a:lnTo>
                  <a:pt x="780" y="449"/>
                </a:lnTo>
                <a:lnTo>
                  <a:pt x="781" y="449"/>
                </a:lnTo>
                <a:lnTo>
                  <a:pt x="782" y="449"/>
                </a:lnTo>
                <a:lnTo>
                  <a:pt x="783" y="450"/>
                </a:lnTo>
                <a:lnTo>
                  <a:pt x="783" y="451"/>
                </a:lnTo>
                <a:lnTo>
                  <a:pt x="783" y="452"/>
                </a:lnTo>
                <a:lnTo>
                  <a:pt x="782" y="453"/>
                </a:lnTo>
                <a:lnTo>
                  <a:pt x="782" y="454"/>
                </a:lnTo>
                <a:lnTo>
                  <a:pt x="782" y="455"/>
                </a:lnTo>
                <a:lnTo>
                  <a:pt x="783" y="456"/>
                </a:lnTo>
                <a:lnTo>
                  <a:pt x="785" y="456"/>
                </a:lnTo>
                <a:lnTo>
                  <a:pt x="786" y="456"/>
                </a:lnTo>
                <a:lnTo>
                  <a:pt x="788" y="457"/>
                </a:lnTo>
                <a:lnTo>
                  <a:pt x="789" y="457"/>
                </a:lnTo>
                <a:lnTo>
                  <a:pt x="789" y="458"/>
                </a:lnTo>
                <a:lnTo>
                  <a:pt x="789" y="459"/>
                </a:lnTo>
                <a:lnTo>
                  <a:pt x="789" y="460"/>
                </a:lnTo>
                <a:lnTo>
                  <a:pt x="788" y="461"/>
                </a:lnTo>
                <a:lnTo>
                  <a:pt x="788" y="462"/>
                </a:lnTo>
                <a:lnTo>
                  <a:pt x="788" y="463"/>
                </a:lnTo>
                <a:lnTo>
                  <a:pt x="790" y="464"/>
                </a:lnTo>
                <a:lnTo>
                  <a:pt x="791" y="464"/>
                </a:lnTo>
                <a:lnTo>
                  <a:pt x="793" y="464"/>
                </a:lnTo>
                <a:lnTo>
                  <a:pt x="794" y="464"/>
                </a:lnTo>
                <a:lnTo>
                  <a:pt x="795" y="465"/>
                </a:lnTo>
                <a:lnTo>
                  <a:pt x="796" y="465"/>
                </a:lnTo>
                <a:lnTo>
                  <a:pt x="797" y="466"/>
                </a:lnTo>
                <a:lnTo>
                  <a:pt x="798" y="466"/>
                </a:lnTo>
                <a:lnTo>
                  <a:pt x="798" y="467"/>
                </a:lnTo>
                <a:lnTo>
                  <a:pt x="798" y="468"/>
                </a:lnTo>
                <a:lnTo>
                  <a:pt x="799" y="468"/>
                </a:lnTo>
                <a:lnTo>
                  <a:pt x="799" y="469"/>
                </a:lnTo>
                <a:lnTo>
                  <a:pt x="800" y="469"/>
                </a:lnTo>
                <a:lnTo>
                  <a:pt x="800" y="470"/>
                </a:lnTo>
                <a:lnTo>
                  <a:pt x="801" y="470"/>
                </a:lnTo>
                <a:lnTo>
                  <a:pt x="802" y="470"/>
                </a:lnTo>
                <a:lnTo>
                  <a:pt x="803" y="471"/>
                </a:lnTo>
                <a:lnTo>
                  <a:pt x="804" y="471"/>
                </a:lnTo>
                <a:lnTo>
                  <a:pt x="805" y="472"/>
                </a:lnTo>
                <a:lnTo>
                  <a:pt x="806" y="472"/>
                </a:lnTo>
                <a:lnTo>
                  <a:pt x="807" y="473"/>
                </a:lnTo>
                <a:lnTo>
                  <a:pt x="808" y="473"/>
                </a:lnTo>
                <a:lnTo>
                  <a:pt x="808" y="474"/>
                </a:lnTo>
                <a:lnTo>
                  <a:pt x="809" y="474"/>
                </a:lnTo>
                <a:lnTo>
                  <a:pt x="809" y="475"/>
                </a:lnTo>
                <a:lnTo>
                  <a:pt x="812" y="476"/>
                </a:lnTo>
                <a:lnTo>
                  <a:pt x="812" y="477"/>
                </a:lnTo>
                <a:lnTo>
                  <a:pt x="813" y="477"/>
                </a:lnTo>
                <a:lnTo>
                  <a:pt x="814" y="478"/>
                </a:lnTo>
                <a:lnTo>
                  <a:pt x="815" y="480"/>
                </a:lnTo>
                <a:lnTo>
                  <a:pt x="816" y="481"/>
                </a:lnTo>
                <a:lnTo>
                  <a:pt x="817" y="481"/>
                </a:lnTo>
                <a:lnTo>
                  <a:pt x="818" y="481"/>
                </a:lnTo>
                <a:lnTo>
                  <a:pt x="820" y="481"/>
                </a:lnTo>
                <a:lnTo>
                  <a:pt x="821" y="481"/>
                </a:lnTo>
                <a:lnTo>
                  <a:pt x="822" y="480"/>
                </a:lnTo>
                <a:lnTo>
                  <a:pt x="824" y="480"/>
                </a:lnTo>
                <a:lnTo>
                  <a:pt x="827" y="479"/>
                </a:lnTo>
                <a:lnTo>
                  <a:pt x="828" y="478"/>
                </a:lnTo>
                <a:lnTo>
                  <a:pt x="830" y="477"/>
                </a:lnTo>
                <a:lnTo>
                  <a:pt x="832" y="477"/>
                </a:lnTo>
                <a:lnTo>
                  <a:pt x="833" y="477"/>
                </a:lnTo>
                <a:lnTo>
                  <a:pt x="834" y="477"/>
                </a:lnTo>
                <a:lnTo>
                  <a:pt x="835" y="477"/>
                </a:lnTo>
                <a:lnTo>
                  <a:pt x="836" y="477"/>
                </a:lnTo>
                <a:lnTo>
                  <a:pt x="837" y="477"/>
                </a:lnTo>
                <a:lnTo>
                  <a:pt x="838" y="477"/>
                </a:lnTo>
                <a:lnTo>
                  <a:pt x="838" y="478"/>
                </a:lnTo>
                <a:lnTo>
                  <a:pt x="839" y="478"/>
                </a:lnTo>
                <a:lnTo>
                  <a:pt x="839" y="479"/>
                </a:lnTo>
                <a:lnTo>
                  <a:pt x="839" y="480"/>
                </a:lnTo>
                <a:lnTo>
                  <a:pt x="839" y="481"/>
                </a:lnTo>
                <a:lnTo>
                  <a:pt x="840" y="481"/>
                </a:lnTo>
                <a:lnTo>
                  <a:pt x="841" y="482"/>
                </a:lnTo>
                <a:lnTo>
                  <a:pt x="842" y="482"/>
                </a:lnTo>
                <a:lnTo>
                  <a:pt x="844" y="482"/>
                </a:lnTo>
                <a:lnTo>
                  <a:pt x="845" y="482"/>
                </a:lnTo>
                <a:lnTo>
                  <a:pt x="846" y="481"/>
                </a:lnTo>
                <a:lnTo>
                  <a:pt x="847" y="481"/>
                </a:lnTo>
                <a:lnTo>
                  <a:pt x="848" y="481"/>
                </a:lnTo>
                <a:lnTo>
                  <a:pt x="848" y="480"/>
                </a:lnTo>
                <a:lnTo>
                  <a:pt x="849" y="480"/>
                </a:lnTo>
                <a:lnTo>
                  <a:pt x="850" y="479"/>
                </a:lnTo>
                <a:lnTo>
                  <a:pt x="851" y="479"/>
                </a:lnTo>
                <a:lnTo>
                  <a:pt x="852" y="479"/>
                </a:lnTo>
                <a:lnTo>
                  <a:pt x="853" y="479"/>
                </a:lnTo>
                <a:lnTo>
                  <a:pt x="855" y="479"/>
                </a:lnTo>
                <a:lnTo>
                  <a:pt x="856" y="479"/>
                </a:lnTo>
                <a:lnTo>
                  <a:pt x="856" y="480"/>
                </a:lnTo>
                <a:lnTo>
                  <a:pt x="857" y="480"/>
                </a:lnTo>
                <a:lnTo>
                  <a:pt x="857" y="481"/>
                </a:lnTo>
                <a:lnTo>
                  <a:pt x="858" y="481"/>
                </a:lnTo>
                <a:lnTo>
                  <a:pt x="857" y="481"/>
                </a:lnTo>
                <a:lnTo>
                  <a:pt x="857" y="482"/>
                </a:lnTo>
                <a:lnTo>
                  <a:pt x="857" y="483"/>
                </a:lnTo>
                <a:lnTo>
                  <a:pt x="856" y="484"/>
                </a:lnTo>
                <a:lnTo>
                  <a:pt x="855" y="484"/>
                </a:lnTo>
                <a:lnTo>
                  <a:pt x="855" y="485"/>
                </a:lnTo>
                <a:lnTo>
                  <a:pt x="852" y="487"/>
                </a:lnTo>
                <a:lnTo>
                  <a:pt x="852" y="488"/>
                </a:lnTo>
                <a:lnTo>
                  <a:pt x="851" y="488"/>
                </a:lnTo>
                <a:lnTo>
                  <a:pt x="851" y="489"/>
                </a:lnTo>
                <a:lnTo>
                  <a:pt x="851" y="490"/>
                </a:lnTo>
                <a:lnTo>
                  <a:pt x="850" y="491"/>
                </a:lnTo>
                <a:lnTo>
                  <a:pt x="850" y="492"/>
                </a:lnTo>
                <a:lnTo>
                  <a:pt x="849" y="493"/>
                </a:lnTo>
                <a:lnTo>
                  <a:pt x="849" y="494"/>
                </a:lnTo>
                <a:lnTo>
                  <a:pt x="848" y="495"/>
                </a:lnTo>
                <a:lnTo>
                  <a:pt x="848" y="496"/>
                </a:lnTo>
                <a:lnTo>
                  <a:pt x="847" y="497"/>
                </a:lnTo>
                <a:lnTo>
                  <a:pt x="847" y="498"/>
                </a:lnTo>
                <a:lnTo>
                  <a:pt x="847" y="499"/>
                </a:lnTo>
                <a:lnTo>
                  <a:pt x="846" y="500"/>
                </a:lnTo>
                <a:lnTo>
                  <a:pt x="846" y="501"/>
                </a:lnTo>
                <a:lnTo>
                  <a:pt x="845" y="501"/>
                </a:lnTo>
                <a:lnTo>
                  <a:pt x="845" y="502"/>
                </a:lnTo>
                <a:lnTo>
                  <a:pt x="844" y="503"/>
                </a:lnTo>
                <a:lnTo>
                  <a:pt x="844" y="504"/>
                </a:lnTo>
                <a:lnTo>
                  <a:pt x="843" y="504"/>
                </a:lnTo>
                <a:lnTo>
                  <a:pt x="843" y="505"/>
                </a:lnTo>
                <a:lnTo>
                  <a:pt x="843" y="506"/>
                </a:lnTo>
                <a:lnTo>
                  <a:pt x="843" y="507"/>
                </a:lnTo>
                <a:lnTo>
                  <a:pt x="844" y="507"/>
                </a:lnTo>
                <a:lnTo>
                  <a:pt x="844" y="508"/>
                </a:lnTo>
                <a:lnTo>
                  <a:pt x="845" y="508"/>
                </a:lnTo>
                <a:lnTo>
                  <a:pt x="847" y="508"/>
                </a:lnTo>
                <a:lnTo>
                  <a:pt x="848" y="508"/>
                </a:lnTo>
                <a:lnTo>
                  <a:pt x="849" y="508"/>
                </a:lnTo>
                <a:lnTo>
                  <a:pt x="849" y="509"/>
                </a:lnTo>
                <a:lnTo>
                  <a:pt x="850" y="509"/>
                </a:lnTo>
                <a:lnTo>
                  <a:pt x="850" y="510"/>
                </a:lnTo>
                <a:lnTo>
                  <a:pt x="851" y="511"/>
                </a:lnTo>
                <a:lnTo>
                  <a:pt x="851" y="512"/>
                </a:lnTo>
                <a:lnTo>
                  <a:pt x="850" y="513"/>
                </a:lnTo>
                <a:lnTo>
                  <a:pt x="851" y="513"/>
                </a:lnTo>
                <a:lnTo>
                  <a:pt x="851" y="514"/>
                </a:lnTo>
                <a:lnTo>
                  <a:pt x="851" y="515"/>
                </a:lnTo>
                <a:lnTo>
                  <a:pt x="851" y="517"/>
                </a:lnTo>
                <a:lnTo>
                  <a:pt x="851" y="518"/>
                </a:lnTo>
                <a:lnTo>
                  <a:pt x="851" y="519"/>
                </a:lnTo>
                <a:lnTo>
                  <a:pt x="852" y="519"/>
                </a:lnTo>
                <a:lnTo>
                  <a:pt x="853" y="519"/>
                </a:lnTo>
                <a:lnTo>
                  <a:pt x="853" y="520"/>
                </a:lnTo>
                <a:lnTo>
                  <a:pt x="854" y="520"/>
                </a:lnTo>
                <a:lnTo>
                  <a:pt x="854" y="519"/>
                </a:lnTo>
                <a:lnTo>
                  <a:pt x="855" y="519"/>
                </a:lnTo>
                <a:lnTo>
                  <a:pt x="856" y="519"/>
                </a:lnTo>
                <a:lnTo>
                  <a:pt x="857" y="519"/>
                </a:lnTo>
                <a:lnTo>
                  <a:pt x="857" y="518"/>
                </a:lnTo>
                <a:lnTo>
                  <a:pt x="858" y="518"/>
                </a:lnTo>
                <a:lnTo>
                  <a:pt x="859" y="518"/>
                </a:lnTo>
                <a:lnTo>
                  <a:pt x="859" y="517"/>
                </a:lnTo>
                <a:lnTo>
                  <a:pt x="860" y="517"/>
                </a:lnTo>
                <a:lnTo>
                  <a:pt x="861" y="517"/>
                </a:lnTo>
                <a:lnTo>
                  <a:pt x="861" y="516"/>
                </a:lnTo>
                <a:lnTo>
                  <a:pt x="861" y="517"/>
                </a:lnTo>
                <a:lnTo>
                  <a:pt x="862" y="517"/>
                </a:lnTo>
                <a:lnTo>
                  <a:pt x="863" y="517"/>
                </a:lnTo>
                <a:lnTo>
                  <a:pt x="864" y="518"/>
                </a:lnTo>
                <a:lnTo>
                  <a:pt x="864" y="519"/>
                </a:lnTo>
                <a:lnTo>
                  <a:pt x="865" y="519"/>
                </a:lnTo>
                <a:lnTo>
                  <a:pt x="865" y="520"/>
                </a:lnTo>
                <a:lnTo>
                  <a:pt x="864" y="520"/>
                </a:lnTo>
                <a:lnTo>
                  <a:pt x="864" y="521"/>
                </a:lnTo>
                <a:lnTo>
                  <a:pt x="863" y="522"/>
                </a:lnTo>
                <a:lnTo>
                  <a:pt x="862" y="523"/>
                </a:lnTo>
                <a:lnTo>
                  <a:pt x="862" y="524"/>
                </a:lnTo>
                <a:lnTo>
                  <a:pt x="862" y="525"/>
                </a:lnTo>
                <a:lnTo>
                  <a:pt x="862" y="526"/>
                </a:lnTo>
                <a:lnTo>
                  <a:pt x="863" y="527"/>
                </a:lnTo>
                <a:lnTo>
                  <a:pt x="863" y="528"/>
                </a:lnTo>
                <a:lnTo>
                  <a:pt x="863" y="529"/>
                </a:lnTo>
                <a:lnTo>
                  <a:pt x="864" y="529"/>
                </a:lnTo>
                <a:lnTo>
                  <a:pt x="864" y="530"/>
                </a:lnTo>
                <a:lnTo>
                  <a:pt x="864" y="531"/>
                </a:lnTo>
                <a:lnTo>
                  <a:pt x="865" y="531"/>
                </a:lnTo>
                <a:lnTo>
                  <a:pt x="865" y="532"/>
                </a:lnTo>
                <a:lnTo>
                  <a:pt x="865" y="533"/>
                </a:lnTo>
                <a:lnTo>
                  <a:pt x="866" y="533"/>
                </a:lnTo>
                <a:lnTo>
                  <a:pt x="866" y="534"/>
                </a:lnTo>
                <a:lnTo>
                  <a:pt x="867" y="534"/>
                </a:lnTo>
                <a:lnTo>
                  <a:pt x="868" y="534"/>
                </a:lnTo>
                <a:lnTo>
                  <a:pt x="869" y="534"/>
                </a:lnTo>
                <a:lnTo>
                  <a:pt x="869" y="535"/>
                </a:lnTo>
                <a:lnTo>
                  <a:pt x="870" y="535"/>
                </a:lnTo>
                <a:lnTo>
                  <a:pt x="870" y="537"/>
                </a:lnTo>
                <a:lnTo>
                  <a:pt x="870" y="538"/>
                </a:lnTo>
                <a:lnTo>
                  <a:pt x="871" y="538"/>
                </a:lnTo>
                <a:lnTo>
                  <a:pt x="871" y="539"/>
                </a:lnTo>
                <a:lnTo>
                  <a:pt x="870" y="540"/>
                </a:lnTo>
                <a:lnTo>
                  <a:pt x="869" y="540"/>
                </a:lnTo>
                <a:lnTo>
                  <a:pt x="869" y="541"/>
                </a:lnTo>
                <a:lnTo>
                  <a:pt x="869" y="542"/>
                </a:lnTo>
                <a:lnTo>
                  <a:pt x="868" y="542"/>
                </a:lnTo>
                <a:lnTo>
                  <a:pt x="868" y="543"/>
                </a:lnTo>
                <a:lnTo>
                  <a:pt x="867" y="543"/>
                </a:lnTo>
                <a:lnTo>
                  <a:pt x="866" y="543"/>
                </a:lnTo>
                <a:lnTo>
                  <a:pt x="865" y="543"/>
                </a:lnTo>
                <a:lnTo>
                  <a:pt x="865" y="544"/>
                </a:lnTo>
                <a:lnTo>
                  <a:pt x="865" y="545"/>
                </a:lnTo>
                <a:lnTo>
                  <a:pt x="864" y="545"/>
                </a:lnTo>
                <a:lnTo>
                  <a:pt x="864" y="546"/>
                </a:lnTo>
                <a:lnTo>
                  <a:pt x="864" y="547"/>
                </a:lnTo>
                <a:lnTo>
                  <a:pt x="863" y="547"/>
                </a:lnTo>
                <a:lnTo>
                  <a:pt x="863" y="548"/>
                </a:lnTo>
                <a:lnTo>
                  <a:pt x="864" y="548"/>
                </a:lnTo>
                <a:lnTo>
                  <a:pt x="864" y="550"/>
                </a:lnTo>
                <a:lnTo>
                  <a:pt x="863" y="550"/>
                </a:lnTo>
                <a:lnTo>
                  <a:pt x="863" y="551"/>
                </a:lnTo>
                <a:lnTo>
                  <a:pt x="862" y="551"/>
                </a:lnTo>
                <a:lnTo>
                  <a:pt x="861" y="552"/>
                </a:lnTo>
                <a:lnTo>
                  <a:pt x="860" y="552"/>
                </a:lnTo>
                <a:lnTo>
                  <a:pt x="860" y="553"/>
                </a:lnTo>
                <a:lnTo>
                  <a:pt x="859" y="554"/>
                </a:lnTo>
                <a:lnTo>
                  <a:pt x="858" y="555"/>
                </a:lnTo>
                <a:lnTo>
                  <a:pt x="857" y="555"/>
                </a:lnTo>
                <a:lnTo>
                  <a:pt x="856" y="556"/>
                </a:lnTo>
                <a:lnTo>
                  <a:pt x="855" y="556"/>
                </a:lnTo>
                <a:lnTo>
                  <a:pt x="855" y="557"/>
                </a:lnTo>
                <a:lnTo>
                  <a:pt x="855" y="558"/>
                </a:lnTo>
                <a:lnTo>
                  <a:pt x="855" y="559"/>
                </a:lnTo>
                <a:lnTo>
                  <a:pt x="855" y="560"/>
                </a:lnTo>
                <a:lnTo>
                  <a:pt x="856" y="560"/>
                </a:lnTo>
                <a:lnTo>
                  <a:pt x="856" y="561"/>
                </a:lnTo>
                <a:lnTo>
                  <a:pt x="857" y="561"/>
                </a:lnTo>
                <a:lnTo>
                  <a:pt x="857" y="562"/>
                </a:lnTo>
                <a:lnTo>
                  <a:pt x="857" y="563"/>
                </a:lnTo>
                <a:lnTo>
                  <a:pt x="857" y="564"/>
                </a:lnTo>
                <a:lnTo>
                  <a:pt x="857" y="565"/>
                </a:lnTo>
                <a:lnTo>
                  <a:pt x="858" y="565"/>
                </a:lnTo>
                <a:lnTo>
                  <a:pt x="859" y="565"/>
                </a:lnTo>
                <a:lnTo>
                  <a:pt x="860" y="565"/>
                </a:lnTo>
                <a:lnTo>
                  <a:pt x="860" y="566"/>
                </a:lnTo>
                <a:lnTo>
                  <a:pt x="861" y="566"/>
                </a:lnTo>
                <a:lnTo>
                  <a:pt x="862" y="566"/>
                </a:lnTo>
                <a:lnTo>
                  <a:pt x="862" y="567"/>
                </a:lnTo>
                <a:lnTo>
                  <a:pt x="862" y="568"/>
                </a:lnTo>
                <a:lnTo>
                  <a:pt x="863" y="569"/>
                </a:lnTo>
                <a:lnTo>
                  <a:pt x="865" y="570"/>
                </a:lnTo>
                <a:lnTo>
                  <a:pt x="867" y="572"/>
                </a:lnTo>
                <a:lnTo>
                  <a:pt x="871" y="574"/>
                </a:lnTo>
                <a:lnTo>
                  <a:pt x="872" y="575"/>
                </a:lnTo>
                <a:lnTo>
                  <a:pt x="874" y="576"/>
                </a:lnTo>
                <a:lnTo>
                  <a:pt x="874" y="577"/>
                </a:lnTo>
                <a:lnTo>
                  <a:pt x="875" y="578"/>
                </a:lnTo>
                <a:lnTo>
                  <a:pt x="876" y="578"/>
                </a:lnTo>
                <a:lnTo>
                  <a:pt x="877" y="579"/>
                </a:lnTo>
                <a:lnTo>
                  <a:pt x="877" y="580"/>
                </a:lnTo>
                <a:lnTo>
                  <a:pt x="878" y="582"/>
                </a:lnTo>
                <a:lnTo>
                  <a:pt x="879" y="583"/>
                </a:lnTo>
                <a:lnTo>
                  <a:pt x="880" y="585"/>
                </a:lnTo>
                <a:lnTo>
                  <a:pt x="881" y="586"/>
                </a:lnTo>
                <a:lnTo>
                  <a:pt x="881" y="587"/>
                </a:lnTo>
                <a:lnTo>
                  <a:pt x="882" y="588"/>
                </a:lnTo>
                <a:lnTo>
                  <a:pt x="882" y="589"/>
                </a:lnTo>
                <a:lnTo>
                  <a:pt x="882" y="591"/>
                </a:lnTo>
                <a:lnTo>
                  <a:pt x="882" y="592"/>
                </a:lnTo>
                <a:lnTo>
                  <a:pt x="882" y="595"/>
                </a:lnTo>
                <a:lnTo>
                  <a:pt x="882" y="596"/>
                </a:lnTo>
                <a:lnTo>
                  <a:pt x="882" y="597"/>
                </a:lnTo>
                <a:lnTo>
                  <a:pt x="882" y="598"/>
                </a:lnTo>
                <a:lnTo>
                  <a:pt x="883" y="599"/>
                </a:lnTo>
                <a:lnTo>
                  <a:pt x="884" y="599"/>
                </a:lnTo>
                <a:lnTo>
                  <a:pt x="886" y="601"/>
                </a:lnTo>
                <a:lnTo>
                  <a:pt x="888" y="601"/>
                </a:lnTo>
                <a:lnTo>
                  <a:pt x="890" y="601"/>
                </a:lnTo>
                <a:lnTo>
                  <a:pt x="896" y="601"/>
                </a:lnTo>
                <a:lnTo>
                  <a:pt x="902" y="600"/>
                </a:lnTo>
                <a:lnTo>
                  <a:pt x="903" y="599"/>
                </a:lnTo>
                <a:lnTo>
                  <a:pt x="904" y="599"/>
                </a:lnTo>
                <a:lnTo>
                  <a:pt x="904" y="598"/>
                </a:lnTo>
                <a:lnTo>
                  <a:pt x="905" y="598"/>
                </a:lnTo>
                <a:lnTo>
                  <a:pt x="906" y="598"/>
                </a:lnTo>
                <a:lnTo>
                  <a:pt x="906" y="597"/>
                </a:lnTo>
                <a:lnTo>
                  <a:pt x="907" y="597"/>
                </a:lnTo>
                <a:lnTo>
                  <a:pt x="908" y="597"/>
                </a:lnTo>
                <a:lnTo>
                  <a:pt x="910" y="596"/>
                </a:lnTo>
                <a:lnTo>
                  <a:pt x="911" y="596"/>
                </a:lnTo>
                <a:lnTo>
                  <a:pt x="913" y="597"/>
                </a:lnTo>
                <a:lnTo>
                  <a:pt x="915" y="597"/>
                </a:lnTo>
                <a:lnTo>
                  <a:pt x="917" y="597"/>
                </a:lnTo>
                <a:lnTo>
                  <a:pt x="919" y="597"/>
                </a:lnTo>
                <a:lnTo>
                  <a:pt x="920" y="597"/>
                </a:lnTo>
                <a:lnTo>
                  <a:pt x="922" y="596"/>
                </a:lnTo>
                <a:lnTo>
                  <a:pt x="923" y="596"/>
                </a:lnTo>
                <a:lnTo>
                  <a:pt x="924" y="596"/>
                </a:lnTo>
                <a:lnTo>
                  <a:pt x="925" y="595"/>
                </a:lnTo>
                <a:lnTo>
                  <a:pt x="926" y="595"/>
                </a:lnTo>
                <a:lnTo>
                  <a:pt x="927" y="595"/>
                </a:lnTo>
                <a:lnTo>
                  <a:pt x="928" y="596"/>
                </a:lnTo>
                <a:lnTo>
                  <a:pt x="930" y="596"/>
                </a:lnTo>
                <a:lnTo>
                  <a:pt x="932" y="596"/>
                </a:lnTo>
                <a:lnTo>
                  <a:pt x="933" y="596"/>
                </a:lnTo>
                <a:lnTo>
                  <a:pt x="934" y="596"/>
                </a:lnTo>
                <a:lnTo>
                  <a:pt x="934" y="597"/>
                </a:lnTo>
                <a:lnTo>
                  <a:pt x="935" y="597"/>
                </a:lnTo>
                <a:lnTo>
                  <a:pt x="936" y="598"/>
                </a:lnTo>
                <a:lnTo>
                  <a:pt x="936" y="599"/>
                </a:lnTo>
                <a:lnTo>
                  <a:pt x="936" y="601"/>
                </a:lnTo>
                <a:lnTo>
                  <a:pt x="936" y="602"/>
                </a:lnTo>
                <a:lnTo>
                  <a:pt x="936" y="603"/>
                </a:lnTo>
                <a:lnTo>
                  <a:pt x="938" y="604"/>
                </a:lnTo>
                <a:lnTo>
                  <a:pt x="940" y="604"/>
                </a:lnTo>
                <a:lnTo>
                  <a:pt x="941" y="604"/>
                </a:lnTo>
                <a:lnTo>
                  <a:pt x="942" y="604"/>
                </a:lnTo>
                <a:lnTo>
                  <a:pt x="944" y="603"/>
                </a:lnTo>
                <a:lnTo>
                  <a:pt x="945" y="603"/>
                </a:lnTo>
                <a:lnTo>
                  <a:pt x="945" y="602"/>
                </a:lnTo>
                <a:lnTo>
                  <a:pt x="946" y="601"/>
                </a:lnTo>
                <a:lnTo>
                  <a:pt x="946" y="600"/>
                </a:lnTo>
                <a:lnTo>
                  <a:pt x="947" y="600"/>
                </a:lnTo>
                <a:lnTo>
                  <a:pt x="948" y="599"/>
                </a:lnTo>
                <a:lnTo>
                  <a:pt x="949" y="599"/>
                </a:lnTo>
                <a:lnTo>
                  <a:pt x="951" y="599"/>
                </a:lnTo>
                <a:lnTo>
                  <a:pt x="953" y="600"/>
                </a:lnTo>
                <a:lnTo>
                  <a:pt x="954" y="601"/>
                </a:lnTo>
                <a:lnTo>
                  <a:pt x="955" y="602"/>
                </a:lnTo>
                <a:lnTo>
                  <a:pt x="956" y="602"/>
                </a:lnTo>
                <a:lnTo>
                  <a:pt x="957" y="602"/>
                </a:lnTo>
                <a:lnTo>
                  <a:pt x="959" y="603"/>
                </a:lnTo>
                <a:lnTo>
                  <a:pt x="960" y="603"/>
                </a:lnTo>
                <a:lnTo>
                  <a:pt x="961" y="603"/>
                </a:lnTo>
                <a:lnTo>
                  <a:pt x="962" y="603"/>
                </a:lnTo>
                <a:lnTo>
                  <a:pt x="963" y="602"/>
                </a:lnTo>
                <a:lnTo>
                  <a:pt x="964" y="602"/>
                </a:lnTo>
                <a:lnTo>
                  <a:pt x="966" y="602"/>
                </a:lnTo>
                <a:lnTo>
                  <a:pt x="967" y="602"/>
                </a:lnTo>
                <a:lnTo>
                  <a:pt x="968" y="602"/>
                </a:lnTo>
                <a:lnTo>
                  <a:pt x="971" y="603"/>
                </a:lnTo>
                <a:lnTo>
                  <a:pt x="972" y="603"/>
                </a:lnTo>
                <a:lnTo>
                  <a:pt x="973" y="603"/>
                </a:lnTo>
                <a:lnTo>
                  <a:pt x="974" y="603"/>
                </a:lnTo>
                <a:lnTo>
                  <a:pt x="975" y="602"/>
                </a:lnTo>
                <a:lnTo>
                  <a:pt x="975" y="600"/>
                </a:lnTo>
                <a:lnTo>
                  <a:pt x="976" y="599"/>
                </a:lnTo>
                <a:lnTo>
                  <a:pt x="977" y="599"/>
                </a:lnTo>
                <a:lnTo>
                  <a:pt x="978" y="599"/>
                </a:lnTo>
                <a:lnTo>
                  <a:pt x="979" y="599"/>
                </a:lnTo>
                <a:lnTo>
                  <a:pt x="980" y="599"/>
                </a:lnTo>
                <a:lnTo>
                  <a:pt x="980" y="600"/>
                </a:lnTo>
                <a:lnTo>
                  <a:pt x="981" y="600"/>
                </a:lnTo>
                <a:lnTo>
                  <a:pt x="983" y="600"/>
                </a:lnTo>
                <a:lnTo>
                  <a:pt x="984" y="600"/>
                </a:lnTo>
                <a:lnTo>
                  <a:pt x="985" y="600"/>
                </a:lnTo>
                <a:lnTo>
                  <a:pt x="986" y="600"/>
                </a:lnTo>
                <a:lnTo>
                  <a:pt x="990" y="600"/>
                </a:lnTo>
                <a:lnTo>
                  <a:pt x="991" y="599"/>
                </a:lnTo>
                <a:lnTo>
                  <a:pt x="993" y="599"/>
                </a:lnTo>
                <a:lnTo>
                  <a:pt x="994" y="599"/>
                </a:lnTo>
                <a:lnTo>
                  <a:pt x="994" y="598"/>
                </a:lnTo>
                <a:lnTo>
                  <a:pt x="995" y="598"/>
                </a:lnTo>
                <a:lnTo>
                  <a:pt x="996" y="599"/>
                </a:lnTo>
                <a:lnTo>
                  <a:pt x="997" y="599"/>
                </a:lnTo>
                <a:lnTo>
                  <a:pt x="998" y="599"/>
                </a:lnTo>
                <a:lnTo>
                  <a:pt x="999" y="599"/>
                </a:lnTo>
                <a:lnTo>
                  <a:pt x="1000" y="599"/>
                </a:lnTo>
                <a:lnTo>
                  <a:pt x="1000" y="598"/>
                </a:lnTo>
                <a:lnTo>
                  <a:pt x="1001" y="598"/>
                </a:lnTo>
                <a:lnTo>
                  <a:pt x="1001" y="597"/>
                </a:lnTo>
                <a:lnTo>
                  <a:pt x="1001" y="596"/>
                </a:lnTo>
                <a:lnTo>
                  <a:pt x="1002" y="596"/>
                </a:lnTo>
                <a:lnTo>
                  <a:pt x="1002" y="595"/>
                </a:lnTo>
                <a:lnTo>
                  <a:pt x="1003" y="594"/>
                </a:lnTo>
                <a:lnTo>
                  <a:pt x="1004" y="594"/>
                </a:lnTo>
                <a:lnTo>
                  <a:pt x="1006" y="594"/>
                </a:lnTo>
                <a:lnTo>
                  <a:pt x="1007" y="594"/>
                </a:lnTo>
                <a:lnTo>
                  <a:pt x="1008" y="594"/>
                </a:lnTo>
                <a:lnTo>
                  <a:pt x="1009" y="594"/>
                </a:lnTo>
                <a:lnTo>
                  <a:pt x="1009" y="595"/>
                </a:lnTo>
                <a:lnTo>
                  <a:pt x="1010" y="595"/>
                </a:lnTo>
                <a:lnTo>
                  <a:pt x="1011" y="595"/>
                </a:lnTo>
                <a:lnTo>
                  <a:pt x="1012" y="595"/>
                </a:lnTo>
                <a:lnTo>
                  <a:pt x="1012" y="596"/>
                </a:lnTo>
                <a:lnTo>
                  <a:pt x="1013" y="596"/>
                </a:lnTo>
                <a:lnTo>
                  <a:pt x="1014" y="596"/>
                </a:lnTo>
                <a:lnTo>
                  <a:pt x="1015" y="597"/>
                </a:lnTo>
                <a:lnTo>
                  <a:pt x="1016" y="597"/>
                </a:lnTo>
                <a:lnTo>
                  <a:pt x="1018" y="598"/>
                </a:lnTo>
                <a:lnTo>
                  <a:pt x="1019" y="598"/>
                </a:lnTo>
                <a:lnTo>
                  <a:pt x="1020" y="598"/>
                </a:lnTo>
                <a:lnTo>
                  <a:pt x="1021" y="598"/>
                </a:lnTo>
                <a:lnTo>
                  <a:pt x="1023" y="598"/>
                </a:lnTo>
                <a:lnTo>
                  <a:pt x="1024" y="598"/>
                </a:lnTo>
                <a:lnTo>
                  <a:pt x="1025" y="598"/>
                </a:lnTo>
                <a:lnTo>
                  <a:pt x="1026" y="598"/>
                </a:lnTo>
                <a:lnTo>
                  <a:pt x="1027" y="598"/>
                </a:lnTo>
                <a:lnTo>
                  <a:pt x="1028" y="598"/>
                </a:lnTo>
                <a:lnTo>
                  <a:pt x="1028" y="597"/>
                </a:lnTo>
                <a:lnTo>
                  <a:pt x="1029" y="597"/>
                </a:lnTo>
                <a:lnTo>
                  <a:pt x="1030" y="597"/>
                </a:lnTo>
                <a:lnTo>
                  <a:pt x="1030" y="596"/>
                </a:lnTo>
                <a:lnTo>
                  <a:pt x="1030" y="595"/>
                </a:lnTo>
                <a:lnTo>
                  <a:pt x="1031" y="595"/>
                </a:lnTo>
                <a:lnTo>
                  <a:pt x="1030" y="594"/>
                </a:lnTo>
                <a:lnTo>
                  <a:pt x="1029" y="593"/>
                </a:lnTo>
                <a:lnTo>
                  <a:pt x="1029" y="592"/>
                </a:lnTo>
                <a:lnTo>
                  <a:pt x="1029" y="591"/>
                </a:lnTo>
                <a:lnTo>
                  <a:pt x="1029" y="590"/>
                </a:lnTo>
                <a:lnTo>
                  <a:pt x="1030" y="590"/>
                </a:lnTo>
                <a:lnTo>
                  <a:pt x="1030" y="589"/>
                </a:lnTo>
                <a:lnTo>
                  <a:pt x="1030" y="588"/>
                </a:lnTo>
                <a:lnTo>
                  <a:pt x="1031" y="588"/>
                </a:lnTo>
                <a:lnTo>
                  <a:pt x="1031" y="587"/>
                </a:lnTo>
                <a:lnTo>
                  <a:pt x="1031" y="586"/>
                </a:lnTo>
                <a:lnTo>
                  <a:pt x="1032" y="586"/>
                </a:lnTo>
                <a:lnTo>
                  <a:pt x="1032" y="585"/>
                </a:lnTo>
                <a:lnTo>
                  <a:pt x="1033" y="585"/>
                </a:lnTo>
                <a:lnTo>
                  <a:pt x="1034" y="585"/>
                </a:lnTo>
                <a:lnTo>
                  <a:pt x="1034" y="584"/>
                </a:lnTo>
                <a:lnTo>
                  <a:pt x="1035" y="584"/>
                </a:lnTo>
                <a:lnTo>
                  <a:pt x="1036" y="584"/>
                </a:lnTo>
                <a:lnTo>
                  <a:pt x="1036" y="583"/>
                </a:lnTo>
                <a:lnTo>
                  <a:pt x="1037" y="583"/>
                </a:lnTo>
                <a:lnTo>
                  <a:pt x="1037" y="582"/>
                </a:lnTo>
                <a:lnTo>
                  <a:pt x="1038" y="582"/>
                </a:lnTo>
                <a:lnTo>
                  <a:pt x="1038" y="581"/>
                </a:lnTo>
                <a:lnTo>
                  <a:pt x="1037" y="580"/>
                </a:lnTo>
                <a:lnTo>
                  <a:pt x="1037" y="579"/>
                </a:lnTo>
                <a:lnTo>
                  <a:pt x="1036" y="579"/>
                </a:lnTo>
                <a:lnTo>
                  <a:pt x="1036" y="578"/>
                </a:lnTo>
                <a:lnTo>
                  <a:pt x="1035" y="577"/>
                </a:lnTo>
                <a:lnTo>
                  <a:pt x="1035" y="576"/>
                </a:lnTo>
                <a:lnTo>
                  <a:pt x="1035" y="575"/>
                </a:lnTo>
                <a:lnTo>
                  <a:pt x="1036" y="574"/>
                </a:lnTo>
                <a:lnTo>
                  <a:pt x="1037" y="573"/>
                </a:lnTo>
                <a:lnTo>
                  <a:pt x="1038" y="573"/>
                </a:lnTo>
                <a:lnTo>
                  <a:pt x="1039" y="573"/>
                </a:lnTo>
                <a:lnTo>
                  <a:pt x="1040" y="573"/>
                </a:lnTo>
                <a:lnTo>
                  <a:pt x="1041" y="573"/>
                </a:lnTo>
                <a:lnTo>
                  <a:pt x="1042" y="573"/>
                </a:lnTo>
                <a:lnTo>
                  <a:pt x="1042" y="574"/>
                </a:lnTo>
                <a:lnTo>
                  <a:pt x="1043" y="575"/>
                </a:lnTo>
                <a:lnTo>
                  <a:pt x="1044" y="576"/>
                </a:lnTo>
                <a:lnTo>
                  <a:pt x="1045" y="576"/>
                </a:lnTo>
                <a:lnTo>
                  <a:pt x="1046" y="576"/>
                </a:lnTo>
                <a:lnTo>
                  <a:pt x="1046" y="577"/>
                </a:lnTo>
                <a:lnTo>
                  <a:pt x="1048" y="577"/>
                </a:lnTo>
                <a:lnTo>
                  <a:pt x="1049" y="576"/>
                </a:lnTo>
                <a:lnTo>
                  <a:pt x="1050" y="575"/>
                </a:lnTo>
                <a:lnTo>
                  <a:pt x="1051" y="575"/>
                </a:lnTo>
                <a:lnTo>
                  <a:pt x="1051" y="574"/>
                </a:lnTo>
                <a:lnTo>
                  <a:pt x="1052" y="573"/>
                </a:lnTo>
                <a:lnTo>
                  <a:pt x="1052" y="572"/>
                </a:lnTo>
                <a:lnTo>
                  <a:pt x="1053" y="572"/>
                </a:lnTo>
                <a:lnTo>
                  <a:pt x="1053" y="571"/>
                </a:lnTo>
                <a:lnTo>
                  <a:pt x="1054" y="570"/>
                </a:lnTo>
                <a:lnTo>
                  <a:pt x="1054" y="569"/>
                </a:lnTo>
                <a:lnTo>
                  <a:pt x="1058" y="568"/>
                </a:lnTo>
                <a:lnTo>
                  <a:pt x="1060" y="567"/>
                </a:lnTo>
                <a:lnTo>
                  <a:pt x="1065" y="566"/>
                </a:lnTo>
                <a:lnTo>
                  <a:pt x="1066" y="566"/>
                </a:lnTo>
                <a:lnTo>
                  <a:pt x="1067" y="564"/>
                </a:lnTo>
                <a:lnTo>
                  <a:pt x="1068" y="562"/>
                </a:lnTo>
                <a:lnTo>
                  <a:pt x="1068" y="561"/>
                </a:lnTo>
                <a:lnTo>
                  <a:pt x="1069" y="561"/>
                </a:lnTo>
                <a:lnTo>
                  <a:pt x="1069" y="560"/>
                </a:lnTo>
                <a:lnTo>
                  <a:pt x="1070" y="559"/>
                </a:lnTo>
                <a:lnTo>
                  <a:pt x="1070" y="558"/>
                </a:lnTo>
                <a:lnTo>
                  <a:pt x="1071" y="558"/>
                </a:lnTo>
                <a:lnTo>
                  <a:pt x="1072" y="557"/>
                </a:lnTo>
                <a:lnTo>
                  <a:pt x="1073" y="557"/>
                </a:lnTo>
                <a:lnTo>
                  <a:pt x="1074" y="557"/>
                </a:lnTo>
                <a:lnTo>
                  <a:pt x="1074" y="556"/>
                </a:lnTo>
                <a:lnTo>
                  <a:pt x="1075" y="556"/>
                </a:lnTo>
                <a:lnTo>
                  <a:pt x="1076" y="556"/>
                </a:lnTo>
                <a:lnTo>
                  <a:pt x="1077" y="556"/>
                </a:lnTo>
                <a:lnTo>
                  <a:pt x="1079" y="556"/>
                </a:lnTo>
                <a:lnTo>
                  <a:pt x="1080" y="556"/>
                </a:lnTo>
                <a:lnTo>
                  <a:pt x="1082" y="556"/>
                </a:lnTo>
                <a:lnTo>
                  <a:pt x="1084" y="556"/>
                </a:lnTo>
                <a:lnTo>
                  <a:pt x="1085" y="556"/>
                </a:lnTo>
                <a:lnTo>
                  <a:pt x="1086" y="556"/>
                </a:lnTo>
                <a:lnTo>
                  <a:pt x="1087" y="556"/>
                </a:lnTo>
                <a:lnTo>
                  <a:pt x="1088" y="557"/>
                </a:lnTo>
                <a:lnTo>
                  <a:pt x="1089" y="557"/>
                </a:lnTo>
                <a:lnTo>
                  <a:pt x="1090" y="558"/>
                </a:lnTo>
                <a:lnTo>
                  <a:pt x="1092" y="559"/>
                </a:lnTo>
                <a:lnTo>
                  <a:pt x="1093" y="559"/>
                </a:lnTo>
                <a:lnTo>
                  <a:pt x="1094" y="559"/>
                </a:lnTo>
                <a:lnTo>
                  <a:pt x="1095" y="559"/>
                </a:lnTo>
                <a:lnTo>
                  <a:pt x="1096" y="559"/>
                </a:lnTo>
                <a:lnTo>
                  <a:pt x="1096" y="558"/>
                </a:lnTo>
                <a:lnTo>
                  <a:pt x="1097" y="558"/>
                </a:lnTo>
                <a:lnTo>
                  <a:pt x="1098" y="558"/>
                </a:lnTo>
                <a:lnTo>
                  <a:pt x="1099" y="557"/>
                </a:lnTo>
                <a:lnTo>
                  <a:pt x="1100" y="557"/>
                </a:lnTo>
                <a:lnTo>
                  <a:pt x="1101" y="557"/>
                </a:lnTo>
                <a:lnTo>
                  <a:pt x="1101" y="556"/>
                </a:lnTo>
                <a:lnTo>
                  <a:pt x="1102" y="556"/>
                </a:lnTo>
                <a:lnTo>
                  <a:pt x="1102" y="557"/>
                </a:lnTo>
                <a:lnTo>
                  <a:pt x="1103" y="557"/>
                </a:lnTo>
                <a:lnTo>
                  <a:pt x="1104" y="557"/>
                </a:lnTo>
                <a:lnTo>
                  <a:pt x="1105" y="557"/>
                </a:lnTo>
                <a:lnTo>
                  <a:pt x="1105" y="558"/>
                </a:lnTo>
                <a:lnTo>
                  <a:pt x="1108" y="558"/>
                </a:lnTo>
                <a:lnTo>
                  <a:pt x="1109" y="558"/>
                </a:lnTo>
                <a:lnTo>
                  <a:pt x="1110" y="558"/>
                </a:lnTo>
                <a:lnTo>
                  <a:pt x="1110" y="557"/>
                </a:lnTo>
                <a:lnTo>
                  <a:pt x="1111" y="557"/>
                </a:lnTo>
                <a:lnTo>
                  <a:pt x="1112" y="557"/>
                </a:lnTo>
                <a:lnTo>
                  <a:pt x="1113" y="558"/>
                </a:lnTo>
                <a:lnTo>
                  <a:pt x="1114" y="558"/>
                </a:lnTo>
                <a:lnTo>
                  <a:pt x="1114" y="557"/>
                </a:lnTo>
                <a:lnTo>
                  <a:pt x="1115" y="557"/>
                </a:lnTo>
                <a:lnTo>
                  <a:pt x="1116" y="557"/>
                </a:lnTo>
                <a:lnTo>
                  <a:pt x="1116" y="556"/>
                </a:lnTo>
                <a:lnTo>
                  <a:pt x="1116" y="555"/>
                </a:lnTo>
                <a:lnTo>
                  <a:pt x="1117" y="553"/>
                </a:lnTo>
                <a:lnTo>
                  <a:pt x="1118" y="551"/>
                </a:lnTo>
                <a:lnTo>
                  <a:pt x="1118" y="550"/>
                </a:lnTo>
                <a:lnTo>
                  <a:pt x="1119" y="550"/>
                </a:lnTo>
                <a:lnTo>
                  <a:pt x="1120" y="549"/>
                </a:lnTo>
                <a:lnTo>
                  <a:pt x="1121" y="549"/>
                </a:lnTo>
                <a:lnTo>
                  <a:pt x="1122" y="549"/>
                </a:lnTo>
                <a:lnTo>
                  <a:pt x="1123" y="550"/>
                </a:lnTo>
                <a:lnTo>
                  <a:pt x="1124" y="550"/>
                </a:lnTo>
                <a:lnTo>
                  <a:pt x="1126" y="551"/>
                </a:lnTo>
                <a:lnTo>
                  <a:pt x="1127" y="551"/>
                </a:lnTo>
                <a:lnTo>
                  <a:pt x="1128" y="551"/>
                </a:lnTo>
                <a:lnTo>
                  <a:pt x="1129" y="550"/>
                </a:lnTo>
                <a:lnTo>
                  <a:pt x="1130" y="550"/>
                </a:lnTo>
                <a:lnTo>
                  <a:pt x="1130" y="549"/>
                </a:lnTo>
                <a:lnTo>
                  <a:pt x="1131" y="548"/>
                </a:lnTo>
                <a:lnTo>
                  <a:pt x="1131" y="546"/>
                </a:lnTo>
                <a:lnTo>
                  <a:pt x="1131" y="545"/>
                </a:lnTo>
                <a:lnTo>
                  <a:pt x="1131" y="544"/>
                </a:lnTo>
                <a:lnTo>
                  <a:pt x="1132" y="544"/>
                </a:lnTo>
                <a:lnTo>
                  <a:pt x="1132" y="543"/>
                </a:lnTo>
                <a:lnTo>
                  <a:pt x="1133" y="543"/>
                </a:lnTo>
                <a:lnTo>
                  <a:pt x="1134" y="543"/>
                </a:lnTo>
                <a:lnTo>
                  <a:pt x="1135" y="543"/>
                </a:lnTo>
                <a:lnTo>
                  <a:pt x="1136" y="543"/>
                </a:lnTo>
                <a:lnTo>
                  <a:pt x="1137" y="543"/>
                </a:lnTo>
                <a:lnTo>
                  <a:pt x="1138" y="543"/>
                </a:lnTo>
                <a:lnTo>
                  <a:pt x="1138" y="542"/>
                </a:lnTo>
                <a:lnTo>
                  <a:pt x="1139" y="542"/>
                </a:lnTo>
                <a:lnTo>
                  <a:pt x="1140" y="542"/>
                </a:lnTo>
                <a:lnTo>
                  <a:pt x="1140" y="541"/>
                </a:lnTo>
                <a:lnTo>
                  <a:pt x="1141" y="541"/>
                </a:lnTo>
                <a:lnTo>
                  <a:pt x="1142" y="541"/>
                </a:lnTo>
                <a:lnTo>
                  <a:pt x="1144" y="541"/>
                </a:lnTo>
                <a:lnTo>
                  <a:pt x="1145" y="540"/>
                </a:lnTo>
                <a:lnTo>
                  <a:pt x="1146" y="540"/>
                </a:lnTo>
                <a:lnTo>
                  <a:pt x="1148" y="539"/>
                </a:lnTo>
                <a:lnTo>
                  <a:pt x="1149" y="539"/>
                </a:lnTo>
                <a:lnTo>
                  <a:pt x="1150" y="538"/>
                </a:lnTo>
                <a:lnTo>
                  <a:pt x="1151" y="538"/>
                </a:lnTo>
                <a:lnTo>
                  <a:pt x="1152" y="538"/>
                </a:lnTo>
                <a:lnTo>
                  <a:pt x="1153" y="538"/>
                </a:lnTo>
                <a:lnTo>
                  <a:pt x="1154" y="538"/>
                </a:lnTo>
                <a:lnTo>
                  <a:pt x="1154" y="539"/>
                </a:lnTo>
                <a:lnTo>
                  <a:pt x="1155" y="539"/>
                </a:lnTo>
                <a:lnTo>
                  <a:pt x="1155" y="538"/>
                </a:lnTo>
                <a:lnTo>
                  <a:pt x="1156" y="538"/>
                </a:lnTo>
                <a:lnTo>
                  <a:pt x="1157" y="538"/>
                </a:lnTo>
                <a:lnTo>
                  <a:pt x="1157" y="537"/>
                </a:lnTo>
                <a:lnTo>
                  <a:pt x="1158" y="536"/>
                </a:lnTo>
                <a:lnTo>
                  <a:pt x="1159" y="535"/>
                </a:lnTo>
                <a:lnTo>
                  <a:pt x="1161" y="535"/>
                </a:lnTo>
                <a:lnTo>
                  <a:pt x="1162" y="534"/>
                </a:lnTo>
                <a:lnTo>
                  <a:pt x="1163" y="535"/>
                </a:lnTo>
                <a:lnTo>
                  <a:pt x="1164" y="535"/>
                </a:lnTo>
                <a:lnTo>
                  <a:pt x="1165" y="535"/>
                </a:lnTo>
                <a:lnTo>
                  <a:pt x="1166" y="535"/>
                </a:lnTo>
                <a:lnTo>
                  <a:pt x="1167" y="535"/>
                </a:lnTo>
                <a:lnTo>
                  <a:pt x="1168" y="535"/>
                </a:lnTo>
                <a:lnTo>
                  <a:pt x="1169" y="534"/>
                </a:lnTo>
                <a:lnTo>
                  <a:pt x="1170" y="534"/>
                </a:lnTo>
                <a:lnTo>
                  <a:pt x="1170" y="533"/>
                </a:lnTo>
                <a:lnTo>
                  <a:pt x="1171" y="532"/>
                </a:lnTo>
                <a:lnTo>
                  <a:pt x="1172" y="531"/>
                </a:lnTo>
                <a:lnTo>
                  <a:pt x="1173" y="530"/>
                </a:lnTo>
                <a:lnTo>
                  <a:pt x="1175" y="530"/>
                </a:lnTo>
                <a:lnTo>
                  <a:pt x="1177" y="530"/>
                </a:lnTo>
                <a:lnTo>
                  <a:pt x="1178" y="530"/>
                </a:lnTo>
                <a:lnTo>
                  <a:pt x="1179" y="530"/>
                </a:lnTo>
                <a:lnTo>
                  <a:pt x="1180" y="530"/>
                </a:lnTo>
                <a:lnTo>
                  <a:pt x="1182" y="530"/>
                </a:lnTo>
                <a:lnTo>
                  <a:pt x="1183" y="530"/>
                </a:lnTo>
                <a:lnTo>
                  <a:pt x="1184" y="531"/>
                </a:lnTo>
                <a:lnTo>
                  <a:pt x="1185" y="531"/>
                </a:lnTo>
                <a:lnTo>
                  <a:pt x="1186" y="531"/>
                </a:lnTo>
                <a:lnTo>
                  <a:pt x="1187" y="531"/>
                </a:lnTo>
                <a:lnTo>
                  <a:pt x="1189" y="530"/>
                </a:lnTo>
                <a:lnTo>
                  <a:pt x="1190" y="530"/>
                </a:lnTo>
                <a:lnTo>
                  <a:pt x="1192" y="529"/>
                </a:lnTo>
                <a:lnTo>
                  <a:pt x="1193" y="528"/>
                </a:lnTo>
                <a:lnTo>
                  <a:pt x="1194" y="528"/>
                </a:lnTo>
                <a:lnTo>
                  <a:pt x="1195" y="528"/>
                </a:lnTo>
                <a:lnTo>
                  <a:pt x="1196" y="528"/>
                </a:lnTo>
                <a:lnTo>
                  <a:pt x="1197" y="527"/>
                </a:lnTo>
                <a:lnTo>
                  <a:pt x="1200" y="526"/>
                </a:lnTo>
                <a:lnTo>
                  <a:pt x="1201" y="526"/>
                </a:lnTo>
                <a:lnTo>
                  <a:pt x="1202" y="526"/>
                </a:lnTo>
                <a:lnTo>
                  <a:pt x="1204" y="527"/>
                </a:lnTo>
                <a:lnTo>
                  <a:pt x="1206" y="527"/>
                </a:lnTo>
                <a:lnTo>
                  <a:pt x="1206" y="528"/>
                </a:lnTo>
                <a:lnTo>
                  <a:pt x="1207" y="528"/>
                </a:lnTo>
                <a:lnTo>
                  <a:pt x="1208" y="528"/>
                </a:lnTo>
                <a:lnTo>
                  <a:pt x="1210" y="528"/>
                </a:lnTo>
                <a:lnTo>
                  <a:pt x="1211" y="528"/>
                </a:lnTo>
                <a:lnTo>
                  <a:pt x="1211" y="527"/>
                </a:lnTo>
                <a:lnTo>
                  <a:pt x="1213" y="527"/>
                </a:lnTo>
                <a:lnTo>
                  <a:pt x="1214" y="527"/>
                </a:lnTo>
                <a:lnTo>
                  <a:pt x="1215" y="528"/>
                </a:lnTo>
                <a:lnTo>
                  <a:pt x="1216" y="528"/>
                </a:lnTo>
                <a:lnTo>
                  <a:pt x="1216" y="527"/>
                </a:lnTo>
                <a:lnTo>
                  <a:pt x="1217" y="527"/>
                </a:lnTo>
                <a:lnTo>
                  <a:pt x="1219" y="528"/>
                </a:lnTo>
                <a:lnTo>
                  <a:pt x="1220" y="528"/>
                </a:lnTo>
                <a:lnTo>
                  <a:pt x="1221" y="529"/>
                </a:lnTo>
                <a:lnTo>
                  <a:pt x="1222" y="530"/>
                </a:lnTo>
                <a:lnTo>
                  <a:pt x="1225" y="531"/>
                </a:lnTo>
                <a:lnTo>
                  <a:pt x="1225" y="532"/>
                </a:lnTo>
                <a:lnTo>
                  <a:pt x="1226" y="532"/>
                </a:lnTo>
                <a:lnTo>
                  <a:pt x="1227" y="531"/>
                </a:lnTo>
                <a:lnTo>
                  <a:pt x="1228" y="531"/>
                </a:lnTo>
                <a:lnTo>
                  <a:pt x="1229" y="531"/>
                </a:lnTo>
                <a:lnTo>
                  <a:pt x="1231" y="530"/>
                </a:lnTo>
                <a:lnTo>
                  <a:pt x="1232" y="529"/>
                </a:lnTo>
                <a:lnTo>
                  <a:pt x="1233" y="527"/>
                </a:lnTo>
                <a:lnTo>
                  <a:pt x="1233" y="526"/>
                </a:lnTo>
                <a:lnTo>
                  <a:pt x="1235" y="525"/>
                </a:lnTo>
                <a:lnTo>
                  <a:pt x="1237" y="524"/>
                </a:lnTo>
                <a:lnTo>
                  <a:pt x="1240" y="523"/>
                </a:lnTo>
                <a:lnTo>
                  <a:pt x="1241" y="523"/>
                </a:lnTo>
                <a:lnTo>
                  <a:pt x="1244" y="524"/>
                </a:lnTo>
                <a:lnTo>
                  <a:pt x="1246" y="525"/>
                </a:lnTo>
                <a:lnTo>
                  <a:pt x="1249" y="525"/>
                </a:lnTo>
                <a:lnTo>
                  <a:pt x="1249" y="524"/>
                </a:lnTo>
                <a:lnTo>
                  <a:pt x="1250" y="524"/>
                </a:lnTo>
                <a:lnTo>
                  <a:pt x="1251" y="523"/>
                </a:lnTo>
                <a:lnTo>
                  <a:pt x="1251" y="522"/>
                </a:lnTo>
                <a:lnTo>
                  <a:pt x="1253" y="523"/>
                </a:lnTo>
                <a:lnTo>
                  <a:pt x="1254" y="524"/>
                </a:lnTo>
                <a:lnTo>
                  <a:pt x="1254" y="525"/>
                </a:lnTo>
                <a:lnTo>
                  <a:pt x="1254" y="527"/>
                </a:lnTo>
                <a:lnTo>
                  <a:pt x="1253" y="529"/>
                </a:lnTo>
                <a:lnTo>
                  <a:pt x="1252" y="529"/>
                </a:lnTo>
                <a:lnTo>
                  <a:pt x="1251" y="530"/>
                </a:lnTo>
                <a:lnTo>
                  <a:pt x="1249" y="531"/>
                </a:lnTo>
                <a:lnTo>
                  <a:pt x="1247" y="532"/>
                </a:lnTo>
                <a:lnTo>
                  <a:pt x="1245" y="532"/>
                </a:lnTo>
                <a:lnTo>
                  <a:pt x="1244" y="533"/>
                </a:lnTo>
                <a:lnTo>
                  <a:pt x="1243" y="533"/>
                </a:lnTo>
                <a:lnTo>
                  <a:pt x="1242" y="533"/>
                </a:lnTo>
                <a:lnTo>
                  <a:pt x="1241" y="534"/>
                </a:lnTo>
                <a:lnTo>
                  <a:pt x="1238" y="534"/>
                </a:lnTo>
                <a:lnTo>
                  <a:pt x="1236" y="535"/>
                </a:lnTo>
                <a:lnTo>
                  <a:pt x="1235" y="535"/>
                </a:lnTo>
                <a:lnTo>
                  <a:pt x="1233" y="535"/>
                </a:lnTo>
                <a:lnTo>
                  <a:pt x="1232" y="536"/>
                </a:lnTo>
                <a:lnTo>
                  <a:pt x="1231" y="536"/>
                </a:lnTo>
                <a:lnTo>
                  <a:pt x="1231" y="537"/>
                </a:lnTo>
                <a:lnTo>
                  <a:pt x="1230" y="537"/>
                </a:lnTo>
                <a:lnTo>
                  <a:pt x="1229" y="537"/>
                </a:lnTo>
                <a:lnTo>
                  <a:pt x="1229" y="538"/>
                </a:lnTo>
                <a:lnTo>
                  <a:pt x="1228" y="539"/>
                </a:lnTo>
                <a:lnTo>
                  <a:pt x="1227" y="539"/>
                </a:lnTo>
                <a:lnTo>
                  <a:pt x="1227" y="540"/>
                </a:lnTo>
                <a:lnTo>
                  <a:pt x="1225" y="540"/>
                </a:lnTo>
                <a:lnTo>
                  <a:pt x="1224" y="540"/>
                </a:lnTo>
                <a:lnTo>
                  <a:pt x="1224" y="541"/>
                </a:lnTo>
                <a:lnTo>
                  <a:pt x="1223" y="541"/>
                </a:lnTo>
                <a:lnTo>
                  <a:pt x="1222" y="541"/>
                </a:lnTo>
                <a:lnTo>
                  <a:pt x="1221" y="541"/>
                </a:lnTo>
                <a:lnTo>
                  <a:pt x="1221" y="542"/>
                </a:lnTo>
                <a:lnTo>
                  <a:pt x="1220" y="542"/>
                </a:lnTo>
                <a:lnTo>
                  <a:pt x="1219" y="542"/>
                </a:lnTo>
                <a:lnTo>
                  <a:pt x="1218" y="542"/>
                </a:lnTo>
                <a:lnTo>
                  <a:pt x="1217" y="543"/>
                </a:lnTo>
                <a:lnTo>
                  <a:pt x="1217" y="544"/>
                </a:lnTo>
                <a:lnTo>
                  <a:pt x="1216" y="544"/>
                </a:lnTo>
                <a:lnTo>
                  <a:pt x="1216" y="545"/>
                </a:lnTo>
                <a:lnTo>
                  <a:pt x="1216" y="546"/>
                </a:lnTo>
                <a:lnTo>
                  <a:pt x="1216" y="547"/>
                </a:lnTo>
                <a:lnTo>
                  <a:pt x="1216" y="548"/>
                </a:lnTo>
                <a:lnTo>
                  <a:pt x="1216" y="549"/>
                </a:lnTo>
                <a:lnTo>
                  <a:pt x="1217" y="550"/>
                </a:lnTo>
                <a:lnTo>
                  <a:pt x="1216" y="551"/>
                </a:lnTo>
                <a:lnTo>
                  <a:pt x="1216" y="552"/>
                </a:lnTo>
                <a:lnTo>
                  <a:pt x="1216" y="553"/>
                </a:lnTo>
                <a:lnTo>
                  <a:pt x="1217" y="553"/>
                </a:lnTo>
                <a:lnTo>
                  <a:pt x="1217" y="554"/>
                </a:lnTo>
                <a:lnTo>
                  <a:pt x="1216" y="554"/>
                </a:lnTo>
                <a:lnTo>
                  <a:pt x="1216" y="555"/>
                </a:lnTo>
                <a:lnTo>
                  <a:pt x="1215" y="556"/>
                </a:lnTo>
                <a:lnTo>
                  <a:pt x="1214" y="556"/>
                </a:lnTo>
                <a:lnTo>
                  <a:pt x="1214" y="557"/>
                </a:lnTo>
                <a:lnTo>
                  <a:pt x="1213" y="557"/>
                </a:lnTo>
                <a:lnTo>
                  <a:pt x="1213" y="559"/>
                </a:lnTo>
                <a:lnTo>
                  <a:pt x="1212" y="560"/>
                </a:lnTo>
                <a:lnTo>
                  <a:pt x="1211" y="560"/>
                </a:lnTo>
                <a:lnTo>
                  <a:pt x="1210" y="561"/>
                </a:lnTo>
                <a:lnTo>
                  <a:pt x="1209" y="562"/>
                </a:lnTo>
                <a:lnTo>
                  <a:pt x="1209" y="563"/>
                </a:lnTo>
                <a:lnTo>
                  <a:pt x="1208" y="563"/>
                </a:lnTo>
                <a:lnTo>
                  <a:pt x="1208" y="564"/>
                </a:lnTo>
                <a:lnTo>
                  <a:pt x="1208" y="565"/>
                </a:lnTo>
                <a:lnTo>
                  <a:pt x="1207" y="565"/>
                </a:lnTo>
                <a:lnTo>
                  <a:pt x="1206" y="565"/>
                </a:lnTo>
                <a:lnTo>
                  <a:pt x="1206" y="566"/>
                </a:lnTo>
                <a:lnTo>
                  <a:pt x="1205" y="566"/>
                </a:lnTo>
                <a:lnTo>
                  <a:pt x="1205" y="567"/>
                </a:lnTo>
                <a:lnTo>
                  <a:pt x="1206" y="567"/>
                </a:lnTo>
                <a:lnTo>
                  <a:pt x="1206" y="568"/>
                </a:lnTo>
                <a:lnTo>
                  <a:pt x="1206" y="569"/>
                </a:lnTo>
                <a:lnTo>
                  <a:pt x="1205" y="570"/>
                </a:lnTo>
                <a:lnTo>
                  <a:pt x="1205" y="571"/>
                </a:lnTo>
                <a:lnTo>
                  <a:pt x="1206" y="572"/>
                </a:lnTo>
                <a:lnTo>
                  <a:pt x="1207" y="572"/>
                </a:lnTo>
                <a:lnTo>
                  <a:pt x="1207" y="573"/>
                </a:lnTo>
                <a:lnTo>
                  <a:pt x="1208" y="573"/>
                </a:lnTo>
                <a:lnTo>
                  <a:pt x="1208" y="574"/>
                </a:lnTo>
                <a:lnTo>
                  <a:pt x="1209" y="574"/>
                </a:lnTo>
                <a:lnTo>
                  <a:pt x="1210" y="575"/>
                </a:lnTo>
                <a:lnTo>
                  <a:pt x="1210" y="576"/>
                </a:lnTo>
                <a:lnTo>
                  <a:pt x="1210" y="577"/>
                </a:lnTo>
                <a:lnTo>
                  <a:pt x="1211" y="577"/>
                </a:lnTo>
                <a:lnTo>
                  <a:pt x="1211" y="578"/>
                </a:lnTo>
                <a:lnTo>
                  <a:pt x="1210" y="578"/>
                </a:lnTo>
                <a:lnTo>
                  <a:pt x="1210" y="579"/>
                </a:lnTo>
                <a:lnTo>
                  <a:pt x="1211" y="579"/>
                </a:lnTo>
                <a:lnTo>
                  <a:pt x="1214" y="579"/>
                </a:lnTo>
                <a:lnTo>
                  <a:pt x="1215" y="580"/>
                </a:lnTo>
                <a:lnTo>
                  <a:pt x="1216" y="580"/>
                </a:lnTo>
                <a:lnTo>
                  <a:pt x="1216" y="581"/>
                </a:lnTo>
                <a:lnTo>
                  <a:pt x="1216" y="582"/>
                </a:lnTo>
                <a:lnTo>
                  <a:pt x="1216" y="583"/>
                </a:lnTo>
                <a:lnTo>
                  <a:pt x="1216" y="584"/>
                </a:lnTo>
                <a:lnTo>
                  <a:pt x="1216" y="585"/>
                </a:lnTo>
                <a:lnTo>
                  <a:pt x="1216" y="586"/>
                </a:lnTo>
                <a:lnTo>
                  <a:pt x="1216" y="587"/>
                </a:lnTo>
                <a:lnTo>
                  <a:pt x="1217" y="588"/>
                </a:lnTo>
                <a:lnTo>
                  <a:pt x="1217" y="589"/>
                </a:lnTo>
                <a:lnTo>
                  <a:pt x="1218" y="589"/>
                </a:lnTo>
                <a:lnTo>
                  <a:pt x="1219" y="589"/>
                </a:lnTo>
                <a:lnTo>
                  <a:pt x="1220" y="590"/>
                </a:lnTo>
                <a:lnTo>
                  <a:pt x="1221" y="591"/>
                </a:lnTo>
                <a:lnTo>
                  <a:pt x="1222" y="591"/>
                </a:lnTo>
                <a:lnTo>
                  <a:pt x="1222" y="592"/>
                </a:lnTo>
                <a:lnTo>
                  <a:pt x="1223" y="592"/>
                </a:lnTo>
                <a:lnTo>
                  <a:pt x="1223" y="593"/>
                </a:lnTo>
                <a:lnTo>
                  <a:pt x="1224" y="593"/>
                </a:lnTo>
                <a:lnTo>
                  <a:pt x="1225" y="593"/>
                </a:lnTo>
                <a:lnTo>
                  <a:pt x="1225" y="594"/>
                </a:lnTo>
                <a:lnTo>
                  <a:pt x="1225" y="595"/>
                </a:lnTo>
                <a:lnTo>
                  <a:pt x="1226" y="595"/>
                </a:lnTo>
                <a:lnTo>
                  <a:pt x="1226" y="596"/>
                </a:lnTo>
                <a:lnTo>
                  <a:pt x="1226" y="597"/>
                </a:lnTo>
                <a:lnTo>
                  <a:pt x="1226" y="598"/>
                </a:lnTo>
                <a:lnTo>
                  <a:pt x="1225" y="598"/>
                </a:lnTo>
                <a:lnTo>
                  <a:pt x="1225" y="599"/>
                </a:lnTo>
                <a:lnTo>
                  <a:pt x="1224" y="600"/>
                </a:lnTo>
                <a:lnTo>
                  <a:pt x="1224" y="601"/>
                </a:lnTo>
                <a:lnTo>
                  <a:pt x="1223" y="601"/>
                </a:lnTo>
                <a:lnTo>
                  <a:pt x="1223" y="602"/>
                </a:lnTo>
                <a:lnTo>
                  <a:pt x="1222" y="602"/>
                </a:lnTo>
                <a:lnTo>
                  <a:pt x="1222" y="603"/>
                </a:lnTo>
                <a:lnTo>
                  <a:pt x="1221" y="603"/>
                </a:lnTo>
                <a:lnTo>
                  <a:pt x="1221" y="604"/>
                </a:lnTo>
                <a:lnTo>
                  <a:pt x="1220" y="605"/>
                </a:lnTo>
                <a:lnTo>
                  <a:pt x="1219" y="605"/>
                </a:lnTo>
                <a:lnTo>
                  <a:pt x="1219" y="606"/>
                </a:lnTo>
                <a:lnTo>
                  <a:pt x="1218" y="606"/>
                </a:lnTo>
                <a:lnTo>
                  <a:pt x="1217" y="607"/>
                </a:lnTo>
                <a:lnTo>
                  <a:pt x="1217" y="608"/>
                </a:lnTo>
                <a:lnTo>
                  <a:pt x="1217" y="609"/>
                </a:lnTo>
                <a:lnTo>
                  <a:pt x="1217" y="610"/>
                </a:lnTo>
                <a:lnTo>
                  <a:pt x="1217" y="611"/>
                </a:lnTo>
                <a:lnTo>
                  <a:pt x="1217" y="612"/>
                </a:lnTo>
                <a:lnTo>
                  <a:pt x="1216" y="612"/>
                </a:lnTo>
                <a:lnTo>
                  <a:pt x="1215" y="612"/>
                </a:lnTo>
                <a:lnTo>
                  <a:pt x="1215" y="613"/>
                </a:lnTo>
                <a:lnTo>
                  <a:pt x="1214" y="613"/>
                </a:lnTo>
                <a:lnTo>
                  <a:pt x="1214" y="614"/>
                </a:lnTo>
                <a:lnTo>
                  <a:pt x="1213" y="614"/>
                </a:lnTo>
                <a:lnTo>
                  <a:pt x="1213" y="615"/>
                </a:lnTo>
                <a:lnTo>
                  <a:pt x="1213" y="616"/>
                </a:lnTo>
                <a:lnTo>
                  <a:pt x="1212" y="616"/>
                </a:lnTo>
                <a:lnTo>
                  <a:pt x="1212" y="617"/>
                </a:lnTo>
                <a:lnTo>
                  <a:pt x="1211" y="617"/>
                </a:lnTo>
                <a:lnTo>
                  <a:pt x="1210" y="617"/>
                </a:lnTo>
                <a:lnTo>
                  <a:pt x="1209" y="618"/>
                </a:lnTo>
                <a:lnTo>
                  <a:pt x="1208" y="618"/>
                </a:lnTo>
                <a:lnTo>
                  <a:pt x="1208" y="619"/>
                </a:lnTo>
                <a:lnTo>
                  <a:pt x="1208" y="620"/>
                </a:lnTo>
                <a:lnTo>
                  <a:pt x="1208" y="621"/>
                </a:lnTo>
                <a:lnTo>
                  <a:pt x="1208" y="622"/>
                </a:lnTo>
                <a:lnTo>
                  <a:pt x="1207" y="622"/>
                </a:lnTo>
                <a:lnTo>
                  <a:pt x="1207" y="623"/>
                </a:lnTo>
                <a:lnTo>
                  <a:pt x="1206" y="623"/>
                </a:lnTo>
                <a:lnTo>
                  <a:pt x="1205" y="623"/>
                </a:lnTo>
                <a:lnTo>
                  <a:pt x="1205" y="624"/>
                </a:lnTo>
                <a:lnTo>
                  <a:pt x="1204" y="624"/>
                </a:lnTo>
                <a:lnTo>
                  <a:pt x="1203" y="624"/>
                </a:lnTo>
                <a:lnTo>
                  <a:pt x="1202" y="624"/>
                </a:lnTo>
                <a:lnTo>
                  <a:pt x="1202" y="625"/>
                </a:lnTo>
                <a:lnTo>
                  <a:pt x="1201" y="625"/>
                </a:lnTo>
                <a:lnTo>
                  <a:pt x="1201" y="626"/>
                </a:lnTo>
                <a:lnTo>
                  <a:pt x="1200" y="626"/>
                </a:lnTo>
                <a:lnTo>
                  <a:pt x="1199" y="626"/>
                </a:lnTo>
                <a:lnTo>
                  <a:pt x="1196" y="626"/>
                </a:lnTo>
                <a:lnTo>
                  <a:pt x="1195" y="626"/>
                </a:lnTo>
                <a:lnTo>
                  <a:pt x="1194" y="626"/>
                </a:lnTo>
                <a:lnTo>
                  <a:pt x="1194" y="627"/>
                </a:lnTo>
                <a:lnTo>
                  <a:pt x="1193" y="627"/>
                </a:lnTo>
                <a:lnTo>
                  <a:pt x="1192" y="627"/>
                </a:lnTo>
                <a:lnTo>
                  <a:pt x="1191" y="627"/>
                </a:lnTo>
                <a:lnTo>
                  <a:pt x="1189" y="627"/>
                </a:lnTo>
                <a:lnTo>
                  <a:pt x="1188" y="627"/>
                </a:lnTo>
                <a:lnTo>
                  <a:pt x="1188" y="626"/>
                </a:lnTo>
                <a:lnTo>
                  <a:pt x="1187" y="626"/>
                </a:lnTo>
                <a:lnTo>
                  <a:pt x="1186" y="627"/>
                </a:lnTo>
                <a:lnTo>
                  <a:pt x="1185" y="627"/>
                </a:lnTo>
                <a:lnTo>
                  <a:pt x="1184" y="627"/>
                </a:lnTo>
                <a:lnTo>
                  <a:pt x="1184" y="628"/>
                </a:lnTo>
                <a:lnTo>
                  <a:pt x="1183" y="628"/>
                </a:lnTo>
                <a:lnTo>
                  <a:pt x="1182" y="629"/>
                </a:lnTo>
                <a:lnTo>
                  <a:pt x="1181" y="630"/>
                </a:lnTo>
                <a:lnTo>
                  <a:pt x="1180" y="630"/>
                </a:lnTo>
                <a:lnTo>
                  <a:pt x="1180" y="631"/>
                </a:lnTo>
                <a:lnTo>
                  <a:pt x="1180" y="632"/>
                </a:lnTo>
                <a:lnTo>
                  <a:pt x="1179" y="632"/>
                </a:lnTo>
                <a:lnTo>
                  <a:pt x="1179" y="633"/>
                </a:lnTo>
                <a:lnTo>
                  <a:pt x="1179" y="634"/>
                </a:lnTo>
                <a:lnTo>
                  <a:pt x="1178" y="635"/>
                </a:lnTo>
                <a:lnTo>
                  <a:pt x="1177" y="635"/>
                </a:lnTo>
                <a:lnTo>
                  <a:pt x="1177" y="636"/>
                </a:lnTo>
                <a:lnTo>
                  <a:pt x="1176" y="636"/>
                </a:lnTo>
                <a:lnTo>
                  <a:pt x="1175" y="636"/>
                </a:lnTo>
                <a:lnTo>
                  <a:pt x="1174" y="636"/>
                </a:lnTo>
                <a:lnTo>
                  <a:pt x="1174" y="637"/>
                </a:lnTo>
                <a:lnTo>
                  <a:pt x="1173" y="637"/>
                </a:lnTo>
                <a:lnTo>
                  <a:pt x="1173" y="638"/>
                </a:lnTo>
                <a:lnTo>
                  <a:pt x="1172" y="638"/>
                </a:lnTo>
                <a:lnTo>
                  <a:pt x="1172" y="639"/>
                </a:lnTo>
                <a:lnTo>
                  <a:pt x="1171" y="639"/>
                </a:lnTo>
                <a:lnTo>
                  <a:pt x="1171" y="640"/>
                </a:lnTo>
                <a:lnTo>
                  <a:pt x="1171" y="641"/>
                </a:lnTo>
                <a:lnTo>
                  <a:pt x="1171" y="642"/>
                </a:lnTo>
                <a:lnTo>
                  <a:pt x="1171" y="643"/>
                </a:lnTo>
                <a:lnTo>
                  <a:pt x="1170" y="643"/>
                </a:lnTo>
                <a:lnTo>
                  <a:pt x="1170" y="644"/>
                </a:lnTo>
                <a:lnTo>
                  <a:pt x="1170" y="645"/>
                </a:lnTo>
                <a:lnTo>
                  <a:pt x="1170" y="646"/>
                </a:lnTo>
                <a:lnTo>
                  <a:pt x="1170" y="647"/>
                </a:lnTo>
                <a:lnTo>
                  <a:pt x="1171" y="647"/>
                </a:lnTo>
                <a:lnTo>
                  <a:pt x="1171" y="648"/>
                </a:lnTo>
                <a:lnTo>
                  <a:pt x="1172" y="648"/>
                </a:lnTo>
                <a:lnTo>
                  <a:pt x="1173" y="648"/>
                </a:lnTo>
                <a:lnTo>
                  <a:pt x="1173" y="649"/>
                </a:lnTo>
                <a:lnTo>
                  <a:pt x="1174" y="649"/>
                </a:lnTo>
                <a:lnTo>
                  <a:pt x="1175" y="650"/>
                </a:lnTo>
                <a:lnTo>
                  <a:pt x="1175" y="651"/>
                </a:lnTo>
                <a:lnTo>
                  <a:pt x="1175" y="652"/>
                </a:lnTo>
                <a:lnTo>
                  <a:pt x="1176" y="652"/>
                </a:lnTo>
                <a:lnTo>
                  <a:pt x="1176" y="653"/>
                </a:lnTo>
                <a:lnTo>
                  <a:pt x="1176" y="655"/>
                </a:lnTo>
                <a:lnTo>
                  <a:pt x="1176" y="656"/>
                </a:lnTo>
                <a:lnTo>
                  <a:pt x="1176" y="657"/>
                </a:lnTo>
                <a:lnTo>
                  <a:pt x="1176" y="659"/>
                </a:lnTo>
                <a:lnTo>
                  <a:pt x="1176" y="660"/>
                </a:lnTo>
                <a:lnTo>
                  <a:pt x="1176" y="661"/>
                </a:lnTo>
                <a:lnTo>
                  <a:pt x="1175" y="661"/>
                </a:lnTo>
                <a:lnTo>
                  <a:pt x="1174" y="662"/>
                </a:lnTo>
                <a:lnTo>
                  <a:pt x="1170" y="662"/>
                </a:lnTo>
                <a:lnTo>
                  <a:pt x="1169" y="662"/>
                </a:lnTo>
                <a:lnTo>
                  <a:pt x="1168" y="662"/>
                </a:lnTo>
                <a:lnTo>
                  <a:pt x="1168" y="663"/>
                </a:lnTo>
                <a:lnTo>
                  <a:pt x="1167" y="664"/>
                </a:lnTo>
                <a:lnTo>
                  <a:pt x="1167" y="665"/>
                </a:lnTo>
                <a:lnTo>
                  <a:pt x="1166" y="665"/>
                </a:lnTo>
                <a:lnTo>
                  <a:pt x="1166" y="666"/>
                </a:lnTo>
                <a:lnTo>
                  <a:pt x="1167" y="667"/>
                </a:lnTo>
                <a:lnTo>
                  <a:pt x="1166" y="667"/>
                </a:lnTo>
                <a:lnTo>
                  <a:pt x="1166" y="668"/>
                </a:lnTo>
                <a:lnTo>
                  <a:pt x="1166" y="669"/>
                </a:lnTo>
                <a:lnTo>
                  <a:pt x="1165" y="669"/>
                </a:lnTo>
                <a:lnTo>
                  <a:pt x="1165" y="671"/>
                </a:lnTo>
                <a:lnTo>
                  <a:pt x="1163" y="672"/>
                </a:lnTo>
                <a:lnTo>
                  <a:pt x="1163" y="673"/>
                </a:lnTo>
                <a:lnTo>
                  <a:pt x="1162" y="673"/>
                </a:lnTo>
                <a:lnTo>
                  <a:pt x="1161" y="674"/>
                </a:lnTo>
                <a:lnTo>
                  <a:pt x="1161" y="675"/>
                </a:lnTo>
                <a:lnTo>
                  <a:pt x="1162" y="675"/>
                </a:lnTo>
                <a:lnTo>
                  <a:pt x="1162" y="676"/>
                </a:lnTo>
                <a:lnTo>
                  <a:pt x="1162" y="677"/>
                </a:lnTo>
                <a:lnTo>
                  <a:pt x="1163" y="677"/>
                </a:lnTo>
                <a:lnTo>
                  <a:pt x="1163" y="678"/>
                </a:lnTo>
                <a:lnTo>
                  <a:pt x="1162" y="678"/>
                </a:lnTo>
                <a:lnTo>
                  <a:pt x="1162" y="679"/>
                </a:lnTo>
                <a:lnTo>
                  <a:pt x="1162" y="680"/>
                </a:lnTo>
                <a:lnTo>
                  <a:pt x="1161" y="680"/>
                </a:lnTo>
                <a:lnTo>
                  <a:pt x="1160" y="681"/>
                </a:lnTo>
                <a:lnTo>
                  <a:pt x="1160" y="682"/>
                </a:lnTo>
                <a:lnTo>
                  <a:pt x="1160" y="683"/>
                </a:lnTo>
                <a:lnTo>
                  <a:pt x="1159" y="683"/>
                </a:lnTo>
                <a:lnTo>
                  <a:pt x="1159" y="684"/>
                </a:lnTo>
                <a:lnTo>
                  <a:pt x="1160" y="684"/>
                </a:lnTo>
                <a:lnTo>
                  <a:pt x="1160" y="685"/>
                </a:lnTo>
                <a:lnTo>
                  <a:pt x="1159" y="685"/>
                </a:lnTo>
                <a:lnTo>
                  <a:pt x="1159" y="686"/>
                </a:lnTo>
                <a:lnTo>
                  <a:pt x="1159" y="687"/>
                </a:lnTo>
                <a:lnTo>
                  <a:pt x="1159" y="688"/>
                </a:lnTo>
                <a:lnTo>
                  <a:pt x="1158" y="688"/>
                </a:lnTo>
                <a:lnTo>
                  <a:pt x="1158" y="689"/>
                </a:lnTo>
                <a:lnTo>
                  <a:pt x="1158" y="690"/>
                </a:lnTo>
                <a:lnTo>
                  <a:pt x="1158" y="691"/>
                </a:lnTo>
                <a:lnTo>
                  <a:pt x="1158" y="692"/>
                </a:lnTo>
                <a:lnTo>
                  <a:pt x="1159" y="692"/>
                </a:lnTo>
                <a:lnTo>
                  <a:pt x="1159" y="693"/>
                </a:lnTo>
                <a:lnTo>
                  <a:pt x="1160" y="693"/>
                </a:lnTo>
                <a:lnTo>
                  <a:pt x="1160" y="694"/>
                </a:lnTo>
                <a:lnTo>
                  <a:pt x="1160" y="695"/>
                </a:lnTo>
                <a:lnTo>
                  <a:pt x="1159" y="696"/>
                </a:lnTo>
                <a:lnTo>
                  <a:pt x="1158" y="697"/>
                </a:lnTo>
                <a:lnTo>
                  <a:pt x="1158" y="698"/>
                </a:lnTo>
                <a:lnTo>
                  <a:pt x="1158" y="700"/>
                </a:lnTo>
                <a:lnTo>
                  <a:pt x="1158" y="701"/>
                </a:lnTo>
                <a:lnTo>
                  <a:pt x="1158" y="702"/>
                </a:lnTo>
                <a:lnTo>
                  <a:pt x="1159" y="702"/>
                </a:lnTo>
                <a:lnTo>
                  <a:pt x="1159" y="703"/>
                </a:lnTo>
                <a:lnTo>
                  <a:pt x="1158" y="703"/>
                </a:lnTo>
                <a:lnTo>
                  <a:pt x="1158" y="704"/>
                </a:lnTo>
                <a:lnTo>
                  <a:pt x="1158" y="705"/>
                </a:lnTo>
                <a:lnTo>
                  <a:pt x="1157" y="706"/>
                </a:lnTo>
                <a:lnTo>
                  <a:pt x="1157" y="708"/>
                </a:lnTo>
                <a:lnTo>
                  <a:pt x="1156" y="709"/>
                </a:lnTo>
                <a:lnTo>
                  <a:pt x="1155" y="710"/>
                </a:lnTo>
                <a:lnTo>
                  <a:pt x="1154" y="710"/>
                </a:lnTo>
                <a:lnTo>
                  <a:pt x="1154" y="711"/>
                </a:lnTo>
                <a:lnTo>
                  <a:pt x="1152" y="711"/>
                </a:lnTo>
                <a:lnTo>
                  <a:pt x="1151" y="711"/>
                </a:lnTo>
                <a:lnTo>
                  <a:pt x="1151" y="712"/>
                </a:lnTo>
                <a:lnTo>
                  <a:pt x="1150" y="712"/>
                </a:lnTo>
                <a:lnTo>
                  <a:pt x="1149" y="712"/>
                </a:lnTo>
                <a:lnTo>
                  <a:pt x="1148" y="713"/>
                </a:lnTo>
                <a:lnTo>
                  <a:pt x="1148" y="714"/>
                </a:lnTo>
                <a:lnTo>
                  <a:pt x="1148" y="715"/>
                </a:lnTo>
                <a:lnTo>
                  <a:pt x="1147" y="715"/>
                </a:lnTo>
                <a:lnTo>
                  <a:pt x="1148" y="715"/>
                </a:lnTo>
                <a:lnTo>
                  <a:pt x="1147" y="715"/>
                </a:lnTo>
                <a:lnTo>
                  <a:pt x="1147" y="716"/>
                </a:lnTo>
                <a:lnTo>
                  <a:pt x="1147" y="717"/>
                </a:lnTo>
                <a:lnTo>
                  <a:pt x="1147" y="718"/>
                </a:lnTo>
                <a:lnTo>
                  <a:pt x="1146" y="719"/>
                </a:lnTo>
                <a:lnTo>
                  <a:pt x="1146" y="720"/>
                </a:lnTo>
                <a:lnTo>
                  <a:pt x="1145" y="721"/>
                </a:lnTo>
                <a:lnTo>
                  <a:pt x="1144" y="721"/>
                </a:lnTo>
                <a:lnTo>
                  <a:pt x="1144" y="722"/>
                </a:lnTo>
                <a:lnTo>
                  <a:pt x="1144" y="723"/>
                </a:lnTo>
                <a:lnTo>
                  <a:pt x="1143" y="723"/>
                </a:lnTo>
                <a:lnTo>
                  <a:pt x="1143" y="724"/>
                </a:lnTo>
                <a:lnTo>
                  <a:pt x="1142" y="725"/>
                </a:lnTo>
                <a:lnTo>
                  <a:pt x="1142" y="726"/>
                </a:lnTo>
                <a:lnTo>
                  <a:pt x="1142" y="727"/>
                </a:lnTo>
                <a:lnTo>
                  <a:pt x="1142" y="728"/>
                </a:lnTo>
                <a:lnTo>
                  <a:pt x="1143" y="728"/>
                </a:lnTo>
                <a:lnTo>
                  <a:pt x="1144" y="728"/>
                </a:lnTo>
                <a:lnTo>
                  <a:pt x="1145" y="728"/>
                </a:lnTo>
                <a:lnTo>
                  <a:pt x="1146" y="728"/>
                </a:lnTo>
                <a:lnTo>
                  <a:pt x="1147" y="728"/>
                </a:lnTo>
                <a:lnTo>
                  <a:pt x="1147" y="729"/>
                </a:lnTo>
                <a:lnTo>
                  <a:pt x="1148" y="729"/>
                </a:lnTo>
                <a:lnTo>
                  <a:pt x="1148" y="730"/>
                </a:lnTo>
                <a:lnTo>
                  <a:pt x="1149" y="730"/>
                </a:lnTo>
                <a:lnTo>
                  <a:pt x="1150" y="731"/>
                </a:lnTo>
                <a:lnTo>
                  <a:pt x="1150" y="732"/>
                </a:lnTo>
                <a:lnTo>
                  <a:pt x="1150" y="733"/>
                </a:lnTo>
                <a:lnTo>
                  <a:pt x="1151" y="733"/>
                </a:lnTo>
                <a:lnTo>
                  <a:pt x="1151" y="734"/>
                </a:lnTo>
                <a:lnTo>
                  <a:pt x="1151" y="735"/>
                </a:lnTo>
                <a:lnTo>
                  <a:pt x="1150" y="735"/>
                </a:lnTo>
                <a:lnTo>
                  <a:pt x="1149" y="736"/>
                </a:lnTo>
                <a:lnTo>
                  <a:pt x="1148" y="736"/>
                </a:lnTo>
                <a:lnTo>
                  <a:pt x="1147" y="736"/>
                </a:lnTo>
                <a:lnTo>
                  <a:pt x="1147" y="737"/>
                </a:lnTo>
                <a:lnTo>
                  <a:pt x="1146" y="737"/>
                </a:lnTo>
                <a:lnTo>
                  <a:pt x="1145" y="737"/>
                </a:lnTo>
                <a:lnTo>
                  <a:pt x="1144" y="737"/>
                </a:lnTo>
                <a:lnTo>
                  <a:pt x="1144" y="738"/>
                </a:lnTo>
                <a:lnTo>
                  <a:pt x="1144" y="739"/>
                </a:lnTo>
                <a:lnTo>
                  <a:pt x="1144" y="740"/>
                </a:lnTo>
                <a:lnTo>
                  <a:pt x="1145" y="740"/>
                </a:lnTo>
                <a:lnTo>
                  <a:pt x="1146" y="740"/>
                </a:lnTo>
                <a:lnTo>
                  <a:pt x="1147" y="740"/>
                </a:lnTo>
                <a:lnTo>
                  <a:pt x="1148" y="740"/>
                </a:lnTo>
                <a:lnTo>
                  <a:pt x="1149" y="740"/>
                </a:lnTo>
                <a:lnTo>
                  <a:pt x="1148" y="741"/>
                </a:lnTo>
                <a:lnTo>
                  <a:pt x="1148" y="742"/>
                </a:lnTo>
                <a:lnTo>
                  <a:pt x="1147" y="743"/>
                </a:lnTo>
                <a:lnTo>
                  <a:pt x="1147" y="744"/>
                </a:lnTo>
                <a:lnTo>
                  <a:pt x="1148" y="744"/>
                </a:lnTo>
                <a:lnTo>
                  <a:pt x="1148" y="745"/>
                </a:lnTo>
                <a:lnTo>
                  <a:pt x="1148" y="746"/>
                </a:lnTo>
                <a:lnTo>
                  <a:pt x="1149" y="746"/>
                </a:lnTo>
                <a:lnTo>
                  <a:pt x="1148" y="746"/>
                </a:lnTo>
                <a:lnTo>
                  <a:pt x="1148" y="747"/>
                </a:lnTo>
                <a:lnTo>
                  <a:pt x="1148" y="748"/>
                </a:lnTo>
                <a:lnTo>
                  <a:pt x="1147" y="748"/>
                </a:lnTo>
                <a:lnTo>
                  <a:pt x="1146" y="748"/>
                </a:lnTo>
                <a:lnTo>
                  <a:pt x="1146" y="749"/>
                </a:lnTo>
                <a:lnTo>
                  <a:pt x="1145" y="749"/>
                </a:lnTo>
                <a:lnTo>
                  <a:pt x="1145" y="748"/>
                </a:lnTo>
                <a:lnTo>
                  <a:pt x="1144" y="748"/>
                </a:lnTo>
                <a:lnTo>
                  <a:pt x="1143" y="748"/>
                </a:lnTo>
                <a:lnTo>
                  <a:pt x="1143" y="749"/>
                </a:lnTo>
                <a:lnTo>
                  <a:pt x="1144" y="749"/>
                </a:lnTo>
                <a:lnTo>
                  <a:pt x="1145" y="750"/>
                </a:lnTo>
                <a:lnTo>
                  <a:pt x="1144" y="750"/>
                </a:lnTo>
                <a:lnTo>
                  <a:pt x="1144" y="751"/>
                </a:lnTo>
                <a:lnTo>
                  <a:pt x="1143" y="751"/>
                </a:lnTo>
                <a:lnTo>
                  <a:pt x="1143" y="752"/>
                </a:lnTo>
                <a:lnTo>
                  <a:pt x="1143" y="753"/>
                </a:lnTo>
                <a:lnTo>
                  <a:pt x="1142" y="753"/>
                </a:lnTo>
                <a:lnTo>
                  <a:pt x="1141" y="753"/>
                </a:lnTo>
                <a:lnTo>
                  <a:pt x="1140" y="753"/>
                </a:lnTo>
                <a:lnTo>
                  <a:pt x="1140" y="752"/>
                </a:lnTo>
                <a:lnTo>
                  <a:pt x="1141" y="752"/>
                </a:lnTo>
                <a:lnTo>
                  <a:pt x="1140" y="751"/>
                </a:lnTo>
                <a:lnTo>
                  <a:pt x="1139" y="751"/>
                </a:lnTo>
                <a:lnTo>
                  <a:pt x="1139" y="750"/>
                </a:lnTo>
                <a:lnTo>
                  <a:pt x="1139" y="751"/>
                </a:lnTo>
                <a:lnTo>
                  <a:pt x="1138" y="751"/>
                </a:lnTo>
                <a:lnTo>
                  <a:pt x="1138" y="752"/>
                </a:lnTo>
                <a:lnTo>
                  <a:pt x="1138" y="753"/>
                </a:lnTo>
                <a:lnTo>
                  <a:pt x="1137" y="753"/>
                </a:lnTo>
                <a:lnTo>
                  <a:pt x="1137" y="754"/>
                </a:lnTo>
                <a:lnTo>
                  <a:pt x="1137" y="755"/>
                </a:lnTo>
                <a:lnTo>
                  <a:pt x="1136" y="755"/>
                </a:lnTo>
                <a:lnTo>
                  <a:pt x="1135" y="755"/>
                </a:lnTo>
                <a:lnTo>
                  <a:pt x="1134" y="756"/>
                </a:lnTo>
                <a:lnTo>
                  <a:pt x="1133" y="757"/>
                </a:lnTo>
                <a:lnTo>
                  <a:pt x="1132" y="757"/>
                </a:lnTo>
                <a:lnTo>
                  <a:pt x="1131" y="757"/>
                </a:lnTo>
                <a:lnTo>
                  <a:pt x="1130" y="757"/>
                </a:lnTo>
                <a:lnTo>
                  <a:pt x="1129" y="757"/>
                </a:lnTo>
                <a:lnTo>
                  <a:pt x="1128" y="758"/>
                </a:lnTo>
                <a:lnTo>
                  <a:pt x="1128" y="759"/>
                </a:lnTo>
                <a:lnTo>
                  <a:pt x="1128" y="760"/>
                </a:lnTo>
                <a:lnTo>
                  <a:pt x="1128" y="761"/>
                </a:lnTo>
                <a:lnTo>
                  <a:pt x="1128" y="762"/>
                </a:lnTo>
                <a:lnTo>
                  <a:pt x="1129" y="762"/>
                </a:lnTo>
                <a:lnTo>
                  <a:pt x="1129" y="763"/>
                </a:lnTo>
                <a:lnTo>
                  <a:pt x="1130" y="763"/>
                </a:lnTo>
                <a:lnTo>
                  <a:pt x="1130" y="764"/>
                </a:lnTo>
                <a:lnTo>
                  <a:pt x="1131" y="764"/>
                </a:lnTo>
                <a:lnTo>
                  <a:pt x="1131" y="765"/>
                </a:lnTo>
                <a:lnTo>
                  <a:pt x="1132" y="765"/>
                </a:lnTo>
                <a:lnTo>
                  <a:pt x="1132" y="766"/>
                </a:lnTo>
                <a:lnTo>
                  <a:pt x="1133" y="766"/>
                </a:lnTo>
                <a:lnTo>
                  <a:pt x="1132" y="766"/>
                </a:lnTo>
                <a:lnTo>
                  <a:pt x="1132" y="767"/>
                </a:lnTo>
                <a:lnTo>
                  <a:pt x="1133" y="767"/>
                </a:lnTo>
                <a:lnTo>
                  <a:pt x="1133" y="768"/>
                </a:lnTo>
                <a:lnTo>
                  <a:pt x="1132" y="768"/>
                </a:lnTo>
                <a:lnTo>
                  <a:pt x="1131" y="769"/>
                </a:lnTo>
                <a:lnTo>
                  <a:pt x="1131" y="770"/>
                </a:lnTo>
                <a:lnTo>
                  <a:pt x="1131" y="771"/>
                </a:lnTo>
                <a:lnTo>
                  <a:pt x="1130" y="771"/>
                </a:lnTo>
                <a:lnTo>
                  <a:pt x="1129" y="772"/>
                </a:lnTo>
                <a:lnTo>
                  <a:pt x="1128" y="773"/>
                </a:lnTo>
                <a:lnTo>
                  <a:pt x="1128" y="774"/>
                </a:lnTo>
                <a:lnTo>
                  <a:pt x="1127" y="774"/>
                </a:lnTo>
                <a:lnTo>
                  <a:pt x="1127" y="775"/>
                </a:lnTo>
                <a:lnTo>
                  <a:pt x="1127" y="776"/>
                </a:lnTo>
                <a:lnTo>
                  <a:pt x="1127" y="777"/>
                </a:lnTo>
                <a:lnTo>
                  <a:pt x="1127" y="778"/>
                </a:lnTo>
                <a:lnTo>
                  <a:pt x="1127" y="779"/>
                </a:lnTo>
                <a:lnTo>
                  <a:pt x="1126" y="779"/>
                </a:lnTo>
                <a:lnTo>
                  <a:pt x="1126" y="780"/>
                </a:lnTo>
                <a:lnTo>
                  <a:pt x="1125" y="780"/>
                </a:lnTo>
                <a:lnTo>
                  <a:pt x="1125" y="779"/>
                </a:lnTo>
                <a:lnTo>
                  <a:pt x="1124" y="779"/>
                </a:lnTo>
                <a:lnTo>
                  <a:pt x="1123" y="779"/>
                </a:lnTo>
                <a:lnTo>
                  <a:pt x="1122" y="780"/>
                </a:lnTo>
                <a:lnTo>
                  <a:pt x="1121" y="780"/>
                </a:lnTo>
                <a:lnTo>
                  <a:pt x="1120" y="781"/>
                </a:lnTo>
                <a:lnTo>
                  <a:pt x="1120" y="782"/>
                </a:lnTo>
                <a:lnTo>
                  <a:pt x="1121" y="782"/>
                </a:lnTo>
                <a:lnTo>
                  <a:pt x="1121" y="783"/>
                </a:lnTo>
                <a:lnTo>
                  <a:pt x="1121" y="784"/>
                </a:lnTo>
                <a:lnTo>
                  <a:pt x="1121" y="785"/>
                </a:lnTo>
                <a:lnTo>
                  <a:pt x="1120" y="785"/>
                </a:lnTo>
                <a:lnTo>
                  <a:pt x="1119" y="785"/>
                </a:lnTo>
                <a:lnTo>
                  <a:pt x="1119" y="786"/>
                </a:lnTo>
                <a:lnTo>
                  <a:pt x="1119" y="787"/>
                </a:lnTo>
                <a:lnTo>
                  <a:pt x="1118" y="787"/>
                </a:lnTo>
                <a:lnTo>
                  <a:pt x="1118" y="788"/>
                </a:lnTo>
                <a:lnTo>
                  <a:pt x="1118" y="787"/>
                </a:lnTo>
                <a:lnTo>
                  <a:pt x="1117" y="787"/>
                </a:lnTo>
                <a:lnTo>
                  <a:pt x="1117" y="786"/>
                </a:lnTo>
                <a:lnTo>
                  <a:pt x="1116" y="786"/>
                </a:lnTo>
                <a:lnTo>
                  <a:pt x="1116" y="785"/>
                </a:lnTo>
                <a:lnTo>
                  <a:pt x="1115" y="785"/>
                </a:lnTo>
                <a:lnTo>
                  <a:pt x="1115" y="784"/>
                </a:lnTo>
                <a:lnTo>
                  <a:pt x="1113" y="784"/>
                </a:lnTo>
                <a:lnTo>
                  <a:pt x="1113" y="785"/>
                </a:lnTo>
                <a:lnTo>
                  <a:pt x="1112" y="785"/>
                </a:lnTo>
                <a:lnTo>
                  <a:pt x="1112" y="786"/>
                </a:lnTo>
                <a:lnTo>
                  <a:pt x="1111" y="786"/>
                </a:lnTo>
                <a:lnTo>
                  <a:pt x="1111" y="787"/>
                </a:lnTo>
                <a:lnTo>
                  <a:pt x="1112" y="787"/>
                </a:lnTo>
                <a:lnTo>
                  <a:pt x="1112" y="788"/>
                </a:lnTo>
                <a:lnTo>
                  <a:pt x="1111" y="788"/>
                </a:lnTo>
                <a:lnTo>
                  <a:pt x="1111" y="787"/>
                </a:lnTo>
                <a:lnTo>
                  <a:pt x="1110" y="787"/>
                </a:lnTo>
                <a:lnTo>
                  <a:pt x="1110" y="788"/>
                </a:lnTo>
                <a:lnTo>
                  <a:pt x="1109" y="788"/>
                </a:lnTo>
                <a:lnTo>
                  <a:pt x="1109" y="789"/>
                </a:lnTo>
                <a:lnTo>
                  <a:pt x="1110" y="789"/>
                </a:lnTo>
                <a:lnTo>
                  <a:pt x="1110" y="790"/>
                </a:lnTo>
                <a:lnTo>
                  <a:pt x="1110" y="791"/>
                </a:lnTo>
                <a:lnTo>
                  <a:pt x="1109" y="791"/>
                </a:lnTo>
                <a:lnTo>
                  <a:pt x="1109" y="790"/>
                </a:lnTo>
                <a:lnTo>
                  <a:pt x="1108" y="790"/>
                </a:lnTo>
                <a:lnTo>
                  <a:pt x="1108" y="791"/>
                </a:lnTo>
                <a:lnTo>
                  <a:pt x="1108" y="792"/>
                </a:lnTo>
                <a:lnTo>
                  <a:pt x="1108" y="794"/>
                </a:lnTo>
                <a:lnTo>
                  <a:pt x="1108" y="795"/>
                </a:lnTo>
                <a:lnTo>
                  <a:pt x="1108" y="796"/>
                </a:lnTo>
                <a:lnTo>
                  <a:pt x="1109" y="796"/>
                </a:lnTo>
                <a:lnTo>
                  <a:pt x="1110" y="796"/>
                </a:lnTo>
                <a:lnTo>
                  <a:pt x="1111" y="796"/>
                </a:lnTo>
                <a:lnTo>
                  <a:pt x="1111" y="797"/>
                </a:lnTo>
                <a:lnTo>
                  <a:pt x="1111" y="798"/>
                </a:lnTo>
                <a:lnTo>
                  <a:pt x="1110" y="798"/>
                </a:lnTo>
                <a:lnTo>
                  <a:pt x="1109" y="797"/>
                </a:lnTo>
                <a:lnTo>
                  <a:pt x="1108" y="797"/>
                </a:lnTo>
                <a:lnTo>
                  <a:pt x="1108" y="798"/>
                </a:lnTo>
                <a:lnTo>
                  <a:pt x="1108" y="799"/>
                </a:lnTo>
                <a:lnTo>
                  <a:pt x="1107" y="799"/>
                </a:lnTo>
                <a:lnTo>
                  <a:pt x="1107" y="800"/>
                </a:lnTo>
                <a:lnTo>
                  <a:pt x="1108" y="800"/>
                </a:lnTo>
                <a:lnTo>
                  <a:pt x="1109" y="800"/>
                </a:lnTo>
                <a:lnTo>
                  <a:pt x="1109" y="801"/>
                </a:lnTo>
                <a:lnTo>
                  <a:pt x="1109" y="802"/>
                </a:lnTo>
                <a:lnTo>
                  <a:pt x="1108" y="802"/>
                </a:lnTo>
                <a:lnTo>
                  <a:pt x="1107" y="802"/>
                </a:lnTo>
                <a:lnTo>
                  <a:pt x="1106" y="802"/>
                </a:lnTo>
                <a:lnTo>
                  <a:pt x="1106" y="803"/>
                </a:lnTo>
                <a:lnTo>
                  <a:pt x="1105" y="804"/>
                </a:lnTo>
                <a:lnTo>
                  <a:pt x="1105" y="805"/>
                </a:lnTo>
                <a:lnTo>
                  <a:pt x="1104" y="805"/>
                </a:lnTo>
                <a:lnTo>
                  <a:pt x="1104" y="806"/>
                </a:lnTo>
                <a:lnTo>
                  <a:pt x="1105" y="806"/>
                </a:lnTo>
                <a:lnTo>
                  <a:pt x="1105" y="805"/>
                </a:lnTo>
                <a:lnTo>
                  <a:pt x="1106" y="805"/>
                </a:lnTo>
                <a:lnTo>
                  <a:pt x="1106" y="806"/>
                </a:lnTo>
                <a:lnTo>
                  <a:pt x="1107" y="806"/>
                </a:lnTo>
                <a:lnTo>
                  <a:pt x="1108" y="807"/>
                </a:lnTo>
                <a:lnTo>
                  <a:pt x="1108" y="806"/>
                </a:lnTo>
                <a:lnTo>
                  <a:pt x="1109" y="806"/>
                </a:lnTo>
                <a:lnTo>
                  <a:pt x="1109" y="807"/>
                </a:lnTo>
                <a:lnTo>
                  <a:pt x="1109" y="808"/>
                </a:lnTo>
                <a:lnTo>
                  <a:pt x="1110" y="808"/>
                </a:lnTo>
                <a:lnTo>
                  <a:pt x="1110" y="809"/>
                </a:lnTo>
                <a:lnTo>
                  <a:pt x="1110" y="810"/>
                </a:lnTo>
                <a:lnTo>
                  <a:pt x="1109" y="810"/>
                </a:lnTo>
                <a:lnTo>
                  <a:pt x="1108" y="810"/>
                </a:lnTo>
                <a:lnTo>
                  <a:pt x="1107" y="810"/>
                </a:lnTo>
                <a:lnTo>
                  <a:pt x="1106" y="810"/>
                </a:lnTo>
                <a:lnTo>
                  <a:pt x="1106" y="811"/>
                </a:lnTo>
                <a:lnTo>
                  <a:pt x="1106" y="812"/>
                </a:lnTo>
                <a:lnTo>
                  <a:pt x="1107" y="812"/>
                </a:lnTo>
                <a:lnTo>
                  <a:pt x="1107" y="813"/>
                </a:lnTo>
                <a:lnTo>
                  <a:pt x="1108" y="813"/>
                </a:lnTo>
                <a:lnTo>
                  <a:pt x="1109" y="813"/>
                </a:lnTo>
                <a:lnTo>
                  <a:pt x="1109" y="814"/>
                </a:lnTo>
                <a:lnTo>
                  <a:pt x="1108" y="814"/>
                </a:lnTo>
                <a:lnTo>
                  <a:pt x="1107" y="814"/>
                </a:lnTo>
                <a:lnTo>
                  <a:pt x="1107" y="813"/>
                </a:lnTo>
                <a:lnTo>
                  <a:pt x="1106" y="813"/>
                </a:lnTo>
                <a:lnTo>
                  <a:pt x="1105" y="813"/>
                </a:lnTo>
                <a:lnTo>
                  <a:pt x="1104" y="813"/>
                </a:lnTo>
                <a:lnTo>
                  <a:pt x="1104" y="814"/>
                </a:lnTo>
                <a:lnTo>
                  <a:pt x="1104" y="815"/>
                </a:lnTo>
                <a:lnTo>
                  <a:pt x="1104" y="814"/>
                </a:lnTo>
                <a:lnTo>
                  <a:pt x="1103" y="814"/>
                </a:lnTo>
                <a:lnTo>
                  <a:pt x="1103" y="815"/>
                </a:lnTo>
                <a:lnTo>
                  <a:pt x="1103" y="816"/>
                </a:lnTo>
                <a:lnTo>
                  <a:pt x="1102" y="816"/>
                </a:lnTo>
                <a:lnTo>
                  <a:pt x="1102" y="817"/>
                </a:lnTo>
                <a:lnTo>
                  <a:pt x="1103" y="817"/>
                </a:lnTo>
                <a:lnTo>
                  <a:pt x="1104" y="818"/>
                </a:lnTo>
                <a:lnTo>
                  <a:pt x="1103" y="818"/>
                </a:lnTo>
                <a:lnTo>
                  <a:pt x="1103" y="819"/>
                </a:lnTo>
                <a:lnTo>
                  <a:pt x="1102" y="819"/>
                </a:lnTo>
                <a:lnTo>
                  <a:pt x="1101" y="819"/>
                </a:lnTo>
                <a:lnTo>
                  <a:pt x="1101" y="818"/>
                </a:lnTo>
                <a:lnTo>
                  <a:pt x="1100" y="818"/>
                </a:lnTo>
                <a:lnTo>
                  <a:pt x="1100" y="819"/>
                </a:lnTo>
                <a:lnTo>
                  <a:pt x="1100" y="818"/>
                </a:lnTo>
                <a:lnTo>
                  <a:pt x="1099" y="818"/>
                </a:lnTo>
                <a:lnTo>
                  <a:pt x="1099" y="819"/>
                </a:lnTo>
                <a:lnTo>
                  <a:pt x="1098" y="819"/>
                </a:lnTo>
                <a:lnTo>
                  <a:pt x="1098" y="820"/>
                </a:lnTo>
                <a:lnTo>
                  <a:pt x="1098" y="819"/>
                </a:lnTo>
                <a:lnTo>
                  <a:pt x="1097" y="819"/>
                </a:lnTo>
                <a:lnTo>
                  <a:pt x="1097" y="820"/>
                </a:lnTo>
                <a:lnTo>
                  <a:pt x="1097" y="821"/>
                </a:lnTo>
                <a:lnTo>
                  <a:pt x="1096" y="821"/>
                </a:lnTo>
                <a:lnTo>
                  <a:pt x="1096" y="820"/>
                </a:lnTo>
                <a:lnTo>
                  <a:pt x="1095" y="820"/>
                </a:lnTo>
                <a:lnTo>
                  <a:pt x="1095" y="821"/>
                </a:lnTo>
                <a:lnTo>
                  <a:pt x="1094" y="821"/>
                </a:lnTo>
                <a:lnTo>
                  <a:pt x="1093" y="821"/>
                </a:lnTo>
                <a:lnTo>
                  <a:pt x="1093" y="822"/>
                </a:lnTo>
                <a:lnTo>
                  <a:pt x="1092" y="822"/>
                </a:lnTo>
                <a:lnTo>
                  <a:pt x="1093" y="822"/>
                </a:lnTo>
                <a:lnTo>
                  <a:pt x="1092" y="822"/>
                </a:lnTo>
                <a:lnTo>
                  <a:pt x="1091" y="822"/>
                </a:lnTo>
                <a:lnTo>
                  <a:pt x="1091" y="823"/>
                </a:lnTo>
                <a:lnTo>
                  <a:pt x="1090" y="823"/>
                </a:lnTo>
                <a:lnTo>
                  <a:pt x="1089" y="823"/>
                </a:lnTo>
                <a:lnTo>
                  <a:pt x="1089" y="824"/>
                </a:lnTo>
                <a:lnTo>
                  <a:pt x="1088" y="824"/>
                </a:lnTo>
                <a:lnTo>
                  <a:pt x="1088" y="825"/>
                </a:lnTo>
                <a:lnTo>
                  <a:pt x="1088" y="824"/>
                </a:lnTo>
                <a:lnTo>
                  <a:pt x="1087" y="824"/>
                </a:lnTo>
                <a:lnTo>
                  <a:pt x="1087" y="825"/>
                </a:lnTo>
                <a:lnTo>
                  <a:pt x="1087" y="824"/>
                </a:lnTo>
                <a:lnTo>
                  <a:pt x="1086" y="824"/>
                </a:lnTo>
                <a:lnTo>
                  <a:pt x="1086" y="825"/>
                </a:lnTo>
                <a:lnTo>
                  <a:pt x="1085" y="825"/>
                </a:lnTo>
                <a:lnTo>
                  <a:pt x="1084" y="825"/>
                </a:lnTo>
                <a:lnTo>
                  <a:pt x="1084" y="826"/>
                </a:lnTo>
                <a:lnTo>
                  <a:pt x="1083" y="826"/>
                </a:lnTo>
                <a:lnTo>
                  <a:pt x="1082" y="826"/>
                </a:lnTo>
                <a:lnTo>
                  <a:pt x="1083" y="827"/>
                </a:lnTo>
                <a:lnTo>
                  <a:pt x="1083" y="826"/>
                </a:lnTo>
                <a:lnTo>
                  <a:pt x="1083" y="827"/>
                </a:lnTo>
                <a:lnTo>
                  <a:pt x="1082" y="827"/>
                </a:lnTo>
                <a:lnTo>
                  <a:pt x="1083" y="828"/>
                </a:lnTo>
                <a:lnTo>
                  <a:pt x="1082" y="828"/>
                </a:lnTo>
                <a:lnTo>
                  <a:pt x="1082" y="829"/>
                </a:lnTo>
                <a:lnTo>
                  <a:pt x="1081" y="829"/>
                </a:lnTo>
                <a:lnTo>
                  <a:pt x="1081" y="830"/>
                </a:lnTo>
                <a:lnTo>
                  <a:pt x="1082" y="830"/>
                </a:lnTo>
                <a:lnTo>
                  <a:pt x="1081" y="830"/>
                </a:lnTo>
                <a:lnTo>
                  <a:pt x="1081" y="831"/>
                </a:lnTo>
                <a:lnTo>
                  <a:pt x="1081" y="830"/>
                </a:lnTo>
                <a:lnTo>
                  <a:pt x="1081" y="831"/>
                </a:lnTo>
                <a:lnTo>
                  <a:pt x="1080" y="831"/>
                </a:lnTo>
                <a:lnTo>
                  <a:pt x="1080" y="832"/>
                </a:lnTo>
                <a:lnTo>
                  <a:pt x="1081" y="832"/>
                </a:lnTo>
                <a:lnTo>
                  <a:pt x="1080" y="832"/>
                </a:lnTo>
                <a:lnTo>
                  <a:pt x="1080" y="833"/>
                </a:lnTo>
                <a:lnTo>
                  <a:pt x="1079" y="833"/>
                </a:lnTo>
                <a:lnTo>
                  <a:pt x="1080" y="833"/>
                </a:lnTo>
                <a:lnTo>
                  <a:pt x="1079" y="833"/>
                </a:lnTo>
                <a:lnTo>
                  <a:pt x="1078" y="833"/>
                </a:lnTo>
                <a:lnTo>
                  <a:pt x="1078" y="834"/>
                </a:lnTo>
                <a:lnTo>
                  <a:pt x="1079" y="834"/>
                </a:lnTo>
                <a:lnTo>
                  <a:pt x="1078" y="834"/>
                </a:lnTo>
                <a:lnTo>
                  <a:pt x="1078" y="835"/>
                </a:lnTo>
                <a:lnTo>
                  <a:pt x="1079" y="835"/>
                </a:lnTo>
                <a:lnTo>
                  <a:pt x="1079" y="836"/>
                </a:lnTo>
                <a:lnTo>
                  <a:pt x="1078" y="836"/>
                </a:lnTo>
                <a:lnTo>
                  <a:pt x="1079" y="836"/>
                </a:lnTo>
                <a:lnTo>
                  <a:pt x="1079" y="837"/>
                </a:lnTo>
                <a:lnTo>
                  <a:pt x="1078" y="837"/>
                </a:lnTo>
                <a:lnTo>
                  <a:pt x="1078" y="838"/>
                </a:lnTo>
                <a:lnTo>
                  <a:pt x="1079" y="838"/>
                </a:lnTo>
                <a:lnTo>
                  <a:pt x="1079" y="839"/>
                </a:lnTo>
                <a:lnTo>
                  <a:pt x="1078" y="839"/>
                </a:lnTo>
                <a:lnTo>
                  <a:pt x="1078" y="840"/>
                </a:lnTo>
                <a:lnTo>
                  <a:pt x="1078" y="839"/>
                </a:lnTo>
                <a:lnTo>
                  <a:pt x="1077" y="839"/>
                </a:lnTo>
                <a:lnTo>
                  <a:pt x="1077" y="840"/>
                </a:lnTo>
                <a:lnTo>
                  <a:pt x="1077" y="841"/>
                </a:lnTo>
                <a:lnTo>
                  <a:pt x="1076" y="841"/>
                </a:lnTo>
                <a:lnTo>
                  <a:pt x="1076" y="842"/>
                </a:lnTo>
                <a:lnTo>
                  <a:pt x="1077" y="842"/>
                </a:lnTo>
                <a:lnTo>
                  <a:pt x="1077" y="843"/>
                </a:lnTo>
                <a:lnTo>
                  <a:pt x="1076" y="843"/>
                </a:lnTo>
                <a:lnTo>
                  <a:pt x="1076" y="844"/>
                </a:lnTo>
                <a:lnTo>
                  <a:pt x="1075" y="844"/>
                </a:lnTo>
                <a:lnTo>
                  <a:pt x="1075" y="845"/>
                </a:lnTo>
                <a:lnTo>
                  <a:pt x="1076" y="845"/>
                </a:lnTo>
                <a:lnTo>
                  <a:pt x="1076" y="846"/>
                </a:lnTo>
                <a:lnTo>
                  <a:pt x="1075" y="846"/>
                </a:lnTo>
                <a:lnTo>
                  <a:pt x="1076" y="846"/>
                </a:lnTo>
                <a:lnTo>
                  <a:pt x="1076" y="847"/>
                </a:lnTo>
                <a:lnTo>
                  <a:pt x="1075" y="847"/>
                </a:lnTo>
                <a:lnTo>
                  <a:pt x="1074" y="847"/>
                </a:lnTo>
                <a:lnTo>
                  <a:pt x="1074" y="848"/>
                </a:lnTo>
                <a:lnTo>
                  <a:pt x="1075" y="848"/>
                </a:lnTo>
                <a:lnTo>
                  <a:pt x="1075" y="847"/>
                </a:lnTo>
                <a:lnTo>
                  <a:pt x="1075" y="848"/>
                </a:lnTo>
                <a:lnTo>
                  <a:pt x="1074" y="848"/>
                </a:lnTo>
                <a:lnTo>
                  <a:pt x="1074" y="849"/>
                </a:lnTo>
                <a:lnTo>
                  <a:pt x="1075" y="849"/>
                </a:lnTo>
                <a:lnTo>
                  <a:pt x="1074" y="849"/>
                </a:lnTo>
                <a:lnTo>
                  <a:pt x="1074" y="850"/>
                </a:lnTo>
                <a:lnTo>
                  <a:pt x="1075" y="850"/>
                </a:lnTo>
                <a:lnTo>
                  <a:pt x="1075" y="849"/>
                </a:lnTo>
                <a:lnTo>
                  <a:pt x="1075" y="850"/>
                </a:lnTo>
                <a:lnTo>
                  <a:pt x="1076" y="850"/>
                </a:lnTo>
                <a:lnTo>
                  <a:pt x="1074" y="850"/>
                </a:lnTo>
                <a:lnTo>
                  <a:pt x="1074" y="851"/>
                </a:lnTo>
                <a:lnTo>
                  <a:pt x="1074" y="852"/>
                </a:lnTo>
                <a:lnTo>
                  <a:pt x="1075" y="852"/>
                </a:lnTo>
                <a:lnTo>
                  <a:pt x="1075" y="851"/>
                </a:lnTo>
                <a:lnTo>
                  <a:pt x="1075" y="852"/>
                </a:lnTo>
                <a:lnTo>
                  <a:pt x="1074" y="852"/>
                </a:lnTo>
                <a:lnTo>
                  <a:pt x="1074" y="853"/>
                </a:lnTo>
                <a:lnTo>
                  <a:pt x="1075" y="853"/>
                </a:lnTo>
                <a:lnTo>
                  <a:pt x="1075" y="854"/>
                </a:lnTo>
                <a:lnTo>
                  <a:pt x="1076" y="853"/>
                </a:lnTo>
                <a:lnTo>
                  <a:pt x="1076" y="854"/>
                </a:lnTo>
                <a:lnTo>
                  <a:pt x="1077" y="854"/>
                </a:lnTo>
                <a:lnTo>
                  <a:pt x="1077" y="855"/>
                </a:lnTo>
                <a:lnTo>
                  <a:pt x="1076" y="855"/>
                </a:lnTo>
                <a:lnTo>
                  <a:pt x="1077" y="855"/>
                </a:lnTo>
                <a:lnTo>
                  <a:pt x="1077" y="856"/>
                </a:lnTo>
                <a:lnTo>
                  <a:pt x="1077" y="857"/>
                </a:lnTo>
                <a:lnTo>
                  <a:pt x="1077" y="858"/>
                </a:lnTo>
                <a:lnTo>
                  <a:pt x="1078" y="858"/>
                </a:lnTo>
                <a:lnTo>
                  <a:pt x="1077" y="858"/>
                </a:lnTo>
                <a:lnTo>
                  <a:pt x="1077" y="859"/>
                </a:lnTo>
                <a:lnTo>
                  <a:pt x="1078" y="859"/>
                </a:lnTo>
                <a:lnTo>
                  <a:pt x="1078" y="860"/>
                </a:lnTo>
                <a:lnTo>
                  <a:pt x="1077" y="860"/>
                </a:lnTo>
                <a:lnTo>
                  <a:pt x="1078" y="861"/>
                </a:lnTo>
                <a:lnTo>
                  <a:pt x="1077" y="861"/>
                </a:lnTo>
                <a:lnTo>
                  <a:pt x="1077" y="862"/>
                </a:lnTo>
                <a:lnTo>
                  <a:pt x="1078" y="862"/>
                </a:lnTo>
                <a:lnTo>
                  <a:pt x="1077" y="862"/>
                </a:lnTo>
                <a:lnTo>
                  <a:pt x="1077" y="863"/>
                </a:lnTo>
                <a:lnTo>
                  <a:pt x="1077" y="864"/>
                </a:lnTo>
                <a:lnTo>
                  <a:pt x="1077" y="863"/>
                </a:lnTo>
                <a:lnTo>
                  <a:pt x="1078" y="863"/>
                </a:lnTo>
                <a:lnTo>
                  <a:pt x="1078" y="864"/>
                </a:lnTo>
                <a:lnTo>
                  <a:pt x="1078" y="863"/>
                </a:lnTo>
                <a:lnTo>
                  <a:pt x="1078" y="864"/>
                </a:lnTo>
                <a:lnTo>
                  <a:pt x="1078" y="865"/>
                </a:lnTo>
                <a:lnTo>
                  <a:pt x="1077" y="865"/>
                </a:lnTo>
                <a:lnTo>
                  <a:pt x="1077" y="864"/>
                </a:lnTo>
                <a:lnTo>
                  <a:pt x="1076" y="864"/>
                </a:lnTo>
                <a:lnTo>
                  <a:pt x="1076" y="865"/>
                </a:lnTo>
                <a:lnTo>
                  <a:pt x="1075" y="865"/>
                </a:lnTo>
                <a:lnTo>
                  <a:pt x="1075" y="866"/>
                </a:lnTo>
                <a:lnTo>
                  <a:pt x="1075" y="865"/>
                </a:lnTo>
                <a:lnTo>
                  <a:pt x="1074" y="865"/>
                </a:lnTo>
                <a:lnTo>
                  <a:pt x="1074" y="866"/>
                </a:lnTo>
                <a:lnTo>
                  <a:pt x="1075" y="866"/>
                </a:lnTo>
                <a:lnTo>
                  <a:pt x="1075" y="867"/>
                </a:lnTo>
                <a:lnTo>
                  <a:pt x="1074" y="866"/>
                </a:lnTo>
                <a:lnTo>
                  <a:pt x="1074" y="867"/>
                </a:lnTo>
                <a:lnTo>
                  <a:pt x="1073" y="867"/>
                </a:lnTo>
                <a:lnTo>
                  <a:pt x="1074" y="867"/>
                </a:lnTo>
                <a:lnTo>
                  <a:pt x="1073" y="867"/>
                </a:lnTo>
                <a:lnTo>
                  <a:pt x="1072" y="868"/>
                </a:lnTo>
                <a:lnTo>
                  <a:pt x="1072" y="867"/>
                </a:lnTo>
                <a:lnTo>
                  <a:pt x="1072" y="868"/>
                </a:lnTo>
                <a:lnTo>
                  <a:pt x="1071" y="868"/>
                </a:lnTo>
                <a:lnTo>
                  <a:pt x="1072" y="868"/>
                </a:lnTo>
                <a:lnTo>
                  <a:pt x="1072" y="869"/>
                </a:lnTo>
                <a:lnTo>
                  <a:pt x="1072" y="868"/>
                </a:lnTo>
                <a:lnTo>
                  <a:pt x="1071" y="868"/>
                </a:lnTo>
                <a:lnTo>
                  <a:pt x="1071" y="869"/>
                </a:lnTo>
                <a:lnTo>
                  <a:pt x="1070" y="869"/>
                </a:lnTo>
                <a:lnTo>
                  <a:pt x="1069" y="870"/>
                </a:lnTo>
                <a:lnTo>
                  <a:pt x="1070" y="870"/>
                </a:lnTo>
                <a:lnTo>
                  <a:pt x="1069" y="870"/>
                </a:lnTo>
                <a:lnTo>
                  <a:pt x="1069" y="871"/>
                </a:lnTo>
                <a:lnTo>
                  <a:pt x="1070" y="871"/>
                </a:lnTo>
                <a:lnTo>
                  <a:pt x="1069" y="871"/>
                </a:lnTo>
                <a:lnTo>
                  <a:pt x="1069" y="872"/>
                </a:lnTo>
                <a:lnTo>
                  <a:pt x="1068" y="872"/>
                </a:lnTo>
                <a:lnTo>
                  <a:pt x="1067" y="872"/>
                </a:lnTo>
                <a:lnTo>
                  <a:pt x="1066" y="872"/>
                </a:lnTo>
                <a:lnTo>
                  <a:pt x="1066" y="873"/>
                </a:lnTo>
                <a:lnTo>
                  <a:pt x="1065" y="873"/>
                </a:lnTo>
                <a:lnTo>
                  <a:pt x="1064" y="873"/>
                </a:lnTo>
                <a:lnTo>
                  <a:pt x="1064" y="874"/>
                </a:lnTo>
                <a:lnTo>
                  <a:pt x="1064" y="875"/>
                </a:lnTo>
                <a:lnTo>
                  <a:pt x="1063" y="875"/>
                </a:lnTo>
                <a:lnTo>
                  <a:pt x="1063" y="874"/>
                </a:lnTo>
                <a:lnTo>
                  <a:pt x="1062" y="874"/>
                </a:lnTo>
                <a:lnTo>
                  <a:pt x="1062" y="875"/>
                </a:lnTo>
                <a:lnTo>
                  <a:pt x="1061" y="875"/>
                </a:lnTo>
                <a:lnTo>
                  <a:pt x="1062" y="875"/>
                </a:lnTo>
                <a:lnTo>
                  <a:pt x="1062" y="876"/>
                </a:lnTo>
                <a:lnTo>
                  <a:pt x="1061" y="876"/>
                </a:lnTo>
                <a:lnTo>
                  <a:pt x="1061" y="875"/>
                </a:lnTo>
                <a:lnTo>
                  <a:pt x="1061" y="874"/>
                </a:lnTo>
                <a:lnTo>
                  <a:pt x="1060" y="874"/>
                </a:lnTo>
                <a:lnTo>
                  <a:pt x="1059" y="874"/>
                </a:lnTo>
                <a:lnTo>
                  <a:pt x="1058" y="874"/>
                </a:lnTo>
                <a:lnTo>
                  <a:pt x="1058" y="873"/>
                </a:lnTo>
                <a:lnTo>
                  <a:pt x="1058" y="874"/>
                </a:lnTo>
                <a:lnTo>
                  <a:pt x="1057" y="873"/>
                </a:lnTo>
                <a:lnTo>
                  <a:pt x="1056" y="873"/>
                </a:lnTo>
                <a:lnTo>
                  <a:pt x="1056" y="872"/>
                </a:lnTo>
                <a:lnTo>
                  <a:pt x="1055" y="872"/>
                </a:lnTo>
                <a:lnTo>
                  <a:pt x="1054" y="872"/>
                </a:lnTo>
                <a:lnTo>
                  <a:pt x="1054" y="871"/>
                </a:lnTo>
                <a:lnTo>
                  <a:pt x="1053" y="871"/>
                </a:lnTo>
                <a:lnTo>
                  <a:pt x="1054" y="871"/>
                </a:lnTo>
                <a:lnTo>
                  <a:pt x="1053" y="871"/>
                </a:lnTo>
                <a:lnTo>
                  <a:pt x="976" y="851"/>
                </a:lnTo>
                <a:lnTo>
                  <a:pt x="975" y="850"/>
                </a:lnTo>
                <a:lnTo>
                  <a:pt x="974" y="849"/>
                </a:lnTo>
                <a:lnTo>
                  <a:pt x="973" y="849"/>
                </a:lnTo>
                <a:lnTo>
                  <a:pt x="971" y="849"/>
                </a:lnTo>
                <a:lnTo>
                  <a:pt x="970" y="848"/>
                </a:lnTo>
                <a:lnTo>
                  <a:pt x="969" y="848"/>
                </a:lnTo>
                <a:lnTo>
                  <a:pt x="969" y="847"/>
                </a:lnTo>
                <a:lnTo>
                  <a:pt x="969" y="846"/>
                </a:lnTo>
                <a:lnTo>
                  <a:pt x="968" y="844"/>
                </a:lnTo>
                <a:lnTo>
                  <a:pt x="968" y="843"/>
                </a:lnTo>
                <a:lnTo>
                  <a:pt x="966" y="842"/>
                </a:lnTo>
                <a:lnTo>
                  <a:pt x="964" y="842"/>
                </a:lnTo>
                <a:lnTo>
                  <a:pt x="964" y="843"/>
                </a:lnTo>
                <a:lnTo>
                  <a:pt x="963" y="844"/>
                </a:lnTo>
                <a:lnTo>
                  <a:pt x="962" y="845"/>
                </a:lnTo>
                <a:lnTo>
                  <a:pt x="961" y="845"/>
                </a:lnTo>
                <a:lnTo>
                  <a:pt x="960" y="845"/>
                </a:lnTo>
                <a:lnTo>
                  <a:pt x="960" y="846"/>
                </a:lnTo>
                <a:lnTo>
                  <a:pt x="960" y="847"/>
                </a:lnTo>
                <a:lnTo>
                  <a:pt x="958" y="849"/>
                </a:lnTo>
                <a:lnTo>
                  <a:pt x="957" y="850"/>
                </a:lnTo>
                <a:lnTo>
                  <a:pt x="957" y="851"/>
                </a:lnTo>
                <a:lnTo>
                  <a:pt x="956" y="852"/>
                </a:lnTo>
                <a:lnTo>
                  <a:pt x="956" y="853"/>
                </a:lnTo>
                <a:lnTo>
                  <a:pt x="956" y="854"/>
                </a:lnTo>
                <a:lnTo>
                  <a:pt x="956" y="855"/>
                </a:lnTo>
                <a:lnTo>
                  <a:pt x="955" y="855"/>
                </a:lnTo>
                <a:lnTo>
                  <a:pt x="954" y="855"/>
                </a:lnTo>
                <a:lnTo>
                  <a:pt x="953" y="855"/>
                </a:lnTo>
                <a:lnTo>
                  <a:pt x="953" y="854"/>
                </a:lnTo>
                <a:lnTo>
                  <a:pt x="951" y="854"/>
                </a:lnTo>
                <a:lnTo>
                  <a:pt x="950" y="854"/>
                </a:lnTo>
                <a:lnTo>
                  <a:pt x="949" y="854"/>
                </a:lnTo>
                <a:lnTo>
                  <a:pt x="948" y="855"/>
                </a:lnTo>
                <a:lnTo>
                  <a:pt x="947" y="855"/>
                </a:lnTo>
                <a:lnTo>
                  <a:pt x="946" y="855"/>
                </a:lnTo>
                <a:lnTo>
                  <a:pt x="945" y="857"/>
                </a:lnTo>
                <a:lnTo>
                  <a:pt x="945" y="859"/>
                </a:lnTo>
                <a:lnTo>
                  <a:pt x="944" y="861"/>
                </a:lnTo>
                <a:lnTo>
                  <a:pt x="945" y="862"/>
                </a:lnTo>
                <a:lnTo>
                  <a:pt x="947" y="862"/>
                </a:lnTo>
                <a:lnTo>
                  <a:pt x="947" y="863"/>
                </a:lnTo>
                <a:lnTo>
                  <a:pt x="947" y="864"/>
                </a:lnTo>
                <a:lnTo>
                  <a:pt x="947" y="865"/>
                </a:lnTo>
                <a:lnTo>
                  <a:pt x="946" y="866"/>
                </a:lnTo>
                <a:lnTo>
                  <a:pt x="945" y="867"/>
                </a:lnTo>
                <a:lnTo>
                  <a:pt x="943" y="868"/>
                </a:lnTo>
                <a:lnTo>
                  <a:pt x="942" y="870"/>
                </a:lnTo>
                <a:lnTo>
                  <a:pt x="940" y="871"/>
                </a:lnTo>
                <a:lnTo>
                  <a:pt x="937" y="872"/>
                </a:lnTo>
                <a:lnTo>
                  <a:pt x="936" y="872"/>
                </a:lnTo>
                <a:lnTo>
                  <a:pt x="936" y="873"/>
                </a:lnTo>
                <a:lnTo>
                  <a:pt x="936" y="874"/>
                </a:lnTo>
                <a:lnTo>
                  <a:pt x="934" y="875"/>
                </a:lnTo>
                <a:lnTo>
                  <a:pt x="933" y="876"/>
                </a:lnTo>
                <a:lnTo>
                  <a:pt x="932" y="876"/>
                </a:lnTo>
                <a:lnTo>
                  <a:pt x="931" y="876"/>
                </a:lnTo>
                <a:lnTo>
                  <a:pt x="931" y="877"/>
                </a:lnTo>
                <a:lnTo>
                  <a:pt x="930" y="877"/>
                </a:lnTo>
                <a:lnTo>
                  <a:pt x="929" y="877"/>
                </a:lnTo>
                <a:lnTo>
                  <a:pt x="929" y="878"/>
                </a:lnTo>
                <a:lnTo>
                  <a:pt x="929" y="879"/>
                </a:lnTo>
                <a:lnTo>
                  <a:pt x="930" y="879"/>
                </a:lnTo>
                <a:lnTo>
                  <a:pt x="930" y="880"/>
                </a:lnTo>
                <a:lnTo>
                  <a:pt x="929" y="881"/>
                </a:lnTo>
                <a:lnTo>
                  <a:pt x="928" y="881"/>
                </a:lnTo>
                <a:lnTo>
                  <a:pt x="927" y="881"/>
                </a:lnTo>
                <a:lnTo>
                  <a:pt x="926" y="880"/>
                </a:lnTo>
                <a:lnTo>
                  <a:pt x="924" y="880"/>
                </a:lnTo>
                <a:lnTo>
                  <a:pt x="923" y="880"/>
                </a:lnTo>
                <a:lnTo>
                  <a:pt x="923" y="879"/>
                </a:lnTo>
                <a:lnTo>
                  <a:pt x="922" y="879"/>
                </a:lnTo>
                <a:lnTo>
                  <a:pt x="921" y="879"/>
                </a:lnTo>
                <a:lnTo>
                  <a:pt x="920" y="879"/>
                </a:lnTo>
                <a:lnTo>
                  <a:pt x="919" y="879"/>
                </a:lnTo>
                <a:lnTo>
                  <a:pt x="918" y="879"/>
                </a:lnTo>
                <a:lnTo>
                  <a:pt x="917" y="878"/>
                </a:lnTo>
                <a:lnTo>
                  <a:pt x="917" y="879"/>
                </a:lnTo>
                <a:lnTo>
                  <a:pt x="916" y="879"/>
                </a:lnTo>
                <a:lnTo>
                  <a:pt x="915" y="880"/>
                </a:lnTo>
                <a:lnTo>
                  <a:pt x="914" y="881"/>
                </a:lnTo>
                <a:lnTo>
                  <a:pt x="913" y="881"/>
                </a:lnTo>
                <a:lnTo>
                  <a:pt x="913" y="882"/>
                </a:lnTo>
                <a:lnTo>
                  <a:pt x="912" y="883"/>
                </a:lnTo>
                <a:lnTo>
                  <a:pt x="912" y="884"/>
                </a:lnTo>
                <a:lnTo>
                  <a:pt x="911" y="884"/>
                </a:lnTo>
                <a:lnTo>
                  <a:pt x="910" y="885"/>
                </a:lnTo>
                <a:lnTo>
                  <a:pt x="909" y="884"/>
                </a:lnTo>
                <a:lnTo>
                  <a:pt x="908" y="884"/>
                </a:lnTo>
                <a:lnTo>
                  <a:pt x="908" y="885"/>
                </a:lnTo>
                <a:lnTo>
                  <a:pt x="907" y="885"/>
                </a:lnTo>
                <a:lnTo>
                  <a:pt x="906" y="885"/>
                </a:lnTo>
                <a:lnTo>
                  <a:pt x="906" y="886"/>
                </a:lnTo>
                <a:lnTo>
                  <a:pt x="905" y="886"/>
                </a:lnTo>
                <a:lnTo>
                  <a:pt x="904" y="886"/>
                </a:lnTo>
                <a:lnTo>
                  <a:pt x="904" y="885"/>
                </a:lnTo>
                <a:lnTo>
                  <a:pt x="902" y="884"/>
                </a:lnTo>
                <a:lnTo>
                  <a:pt x="901" y="884"/>
                </a:lnTo>
                <a:lnTo>
                  <a:pt x="900" y="884"/>
                </a:lnTo>
                <a:lnTo>
                  <a:pt x="899" y="883"/>
                </a:lnTo>
                <a:lnTo>
                  <a:pt x="898" y="883"/>
                </a:lnTo>
                <a:lnTo>
                  <a:pt x="897" y="884"/>
                </a:lnTo>
                <a:lnTo>
                  <a:pt x="896" y="884"/>
                </a:lnTo>
                <a:lnTo>
                  <a:pt x="895" y="884"/>
                </a:lnTo>
                <a:lnTo>
                  <a:pt x="894" y="884"/>
                </a:lnTo>
                <a:lnTo>
                  <a:pt x="893" y="884"/>
                </a:lnTo>
                <a:lnTo>
                  <a:pt x="893" y="885"/>
                </a:lnTo>
                <a:lnTo>
                  <a:pt x="893" y="886"/>
                </a:lnTo>
                <a:lnTo>
                  <a:pt x="893" y="887"/>
                </a:lnTo>
                <a:lnTo>
                  <a:pt x="894" y="888"/>
                </a:lnTo>
                <a:lnTo>
                  <a:pt x="894" y="889"/>
                </a:lnTo>
                <a:lnTo>
                  <a:pt x="893" y="889"/>
                </a:lnTo>
                <a:lnTo>
                  <a:pt x="893" y="888"/>
                </a:lnTo>
                <a:lnTo>
                  <a:pt x="892" y="888"/>
                </a:lnTo>
                <a:lnTo>
                  <a:pt x="892" y="889"/>
                </a:lnTo>
                <a:lnTo>
                  <a:pt x="891" y="890"/>
                </a:lnTo>
                <a:lnTo>
                  <a:pt x="890" y="890"/>
                </a:lnTo>
                <a:lnTo>
                  <a:pt x="889" y="890"/>
                </a:lnTo>
                <a:lnTo>
                  <a:pt x="888" y="890"/>
                </a:lnTo>
                <a:lnTo>
                  <a:pt x="887" y="890"/>
                </a:lnTo>
                <a:lnTo>
                  <a:pt x="887" y="891"/>
                </a:lnTo>
                <a:lnTo>
                  <a:pt x="885" y="891"/>
                </a:lnTo>
                <a:lnTo>
                  <a:pt x="884" y="891"/>
                </a:lnTo>
                <a:lnTo>
                  <a:pt x="883" y="891"/>
                </a:lnTo>
                <a:lnTo>
                  <a:pt x="882" y="892"/>
                </a:lnTo>
                <a:lnTo>
                  <a:pt x="882" y="893"/>
                </a:lnTo>
                <a:lnTo>
                  <a:pt x="881" y="893"/>
                </a:lnTo>
                <a:lnTo>
                  <a:pt x="881" y="894"/>
                </a:lnTo>
                <a:lnTo>
                  <a:pt x="882" y="896"/>
                </a:lnTo>
                <a:lnTo>
                  <a:pt x="883" y="896"/>
                </a:lnTo>
                <a:lnTo>
                  <a:pt x="884" y="896"/>
                </a:lnTo>
                <a:lnTo>
                  <a:pt x="885" y="896"/>
                </a:lnTo>
                <a:lnTo>
                  <a:pt x="886" y="897"/>
                </a:lnTo>
                <a:lnTo>
                  <a:pt x="887" y="897"/>
                </a:lnTo>
                <a:lnTo>
                  <a:pt x="887" y="898"/>
                </a:lnTo>
                <a:lnTo>
                  <a:pt x="886" y="899"/>
                </a:lnTo>
                <a:lnTo>
                  <a:pt x="886" y="900"/>
                </a:lnTo>
                <a:lnTo>
                  <a:pt x="887" y="900"/>
                </a:lnTo>
                <a:lnTo>
                  <a:pt x="888" y="900"/>
                </a:lnTo>
                <a:lnTo>
                  <a:pt x="889" y="900"/>
                </a:lnTo>
                <a:lnTo>
                  <a:pt x="890" y="900"/>
                </a:lnTo>
                <a:lnTo>
                  <a:pt x="891" y="900"/>
                </a:lnTo>
                <a:lnTo>
                  <a:pt x="891" y="901"/>
                </a:lnTo>
                <a:lnTo>
                  <a:pt x="892" y="903"/>
                </a:lnTo>
                <a:lnTo>
                  <a:pt x="893" y="903"/>
                </a:lnTo>
                <a:lnTo>
                  <a:pt x="893" y="904"/>
                </a:lnTo>
                <a:lnTo>
                  <a:pt x="893" y="906"/>
                </a:lnTo>
                <a:lnTo>
                  <a:pt x="894" y="907"/>
                </a:lnTo>
                <a:lnTo>
                  <a:pt x="895" y="907"/>
                </a:lnTo>
                <a:lnTo>
                  <a:pt x="898" y="920"/>
                </a:lnTo>
                <a:lnTo>
                  <a:pt x="900" y="925"/>
                </a:lnTo>
                <a:lnTo>
                  <a:pt x="906" y="949"/>
                </a:lnTo>
                <a:lnTo>
                  <a:pt x="913" y="975"/>
                </a:lnTo>
                <a:lnTo>
                  <a:pt x="912" y="975"/>
                </a:lnTo>
                <a:lnTo>
                  <a:pt x="911" y="975"/>
                </a:lnTo>
                <a:lnTo>
                  <a:pt x="911" y="976"/>
                </a:lnTo>
                <a:lnTo>
                  <a:pt x="910" y="976"/>
                </a:lnTo>
                <a:lnTo>
                  <a:pt x="909" y="976"/>
                </a:lnTo>
                <a:lnTo>
                  <a:pt x="909" y="977"/>
                </a:lnTo>
                <a:lnTo>
                  <a:pt x="908" y="979"/>
                </a:lnTo>
                <a:lnTo>
                  <a:pt x="908" y="980"/>
                </a:lnTo>
                <a:lnTo>
                  <a:pt x="908" y="981"/>
                </a:lnTo>
                <a:lnTo>
                  <a:pt x="907" y="981"/>
                </a:lnTo>
                <a:lnTo>
                  <a:pt x="908" y="982"/>
                </a:lnTo>
                <a:lnTo>
                  <a:pt x="907" y="983"/>
                </a:lnTo>
                <a:lnTo>
                  <a:pt x="907" y="984"/>
                </a:lnTo>
                <a:lnTo>
                  <a:pt x="908" y="984"/>
                </a:lnTo>
                <a:lnTo>
                  <a:pt x="908" y="985"/>
                </a:lnTo>
                <a:lnTo>
                  <a:pt x="909" y="985"/>
                </a:lnTo>
                <a:lnTo>
                  <a:pt x="909" y="986"/>
                </a:lnTo>
                <a:lnTo>
                  <a:pt x="909" y="987"/>
                </a:lnTo>
                <a:lnTo>
                  <a:pt x="909" y="989"/>
                </a:lnTo>
                <a:lnTo>
                  <a:pt x="909" y="990"/>
                </a:lnTo>
                <a:lnTo>
                  <a:pt x="908" y="990"/>
                </a:lnTo>
                <a:lnTo>
                  <a:pt x="908" y="991"/>
                </a:lnTo>
                <a:lnTo>
                  <a:pt x="907" y="991"/>
                </a:lnTo>
                <a:lnTo>
                  <a:pt x="907" y="992"/>
                </a:lnTo>
                <a:lnTo>
                  <a:pt x="906" y="992"/>
                </a:lnTo>
                <a:lnTo>
                  <a:pt x="906" y="993"/>
                </a:lnTo>
                <a:lnTo>
                  <a:pt x="907" y="994"/>
                </a:lnTo>
                <a:lnTo>
                  <a:pt x="906" y="995"/>
                </a:lnTo>
                <a:lnTo>
                  <a:pt x="906" y="996"/>
                </a:lnTo>
                <a:lnTo>
                  <a:pt x="905" y="996"/>
                </a:lnTo>
                <a:lnTo>
                  <a:pt x="905" y="997"/>
                </a:lnTo>
                <a:lnTo>
                  <a:pt x="904" y="997"/>
                </a:lnTo>
                <a:lnTo>
                  <a:pt x="905" y="998"/>
                </a:lnTo>
                <a:lnTo>
                  <a:pt x="905" y="999"/>
                </a:lnTo>
                <a:lnTo>
                  <a:pt x="906" y="999"/>
                </a:lnTo>
                <a:lnTo>
                  <a:pt x="906" y="1000"/>
                </a:lnTo>
                <a:lnTo>
                  <a:pt x="905" y="1000"/>
                </a:lnTo>
                <a:lnTo>
                  <a:pt x="904" y="1000"/>
                </a:lnTo>
                <a:lnTo>
                  <a:pt x="905" y="1000"/>
                </a:lnTo>
                <a:lnTo>
                  <a:pt x="905" y="1001"/>
                </a:lnTo>
                <a:lnTo>
                  <a:pt x="904" y="1001"/>
                </a:lnTo>
                <a:lnTo>
                  <a:pt x="904" y="1002"/>
                </a:lnTo>
                <a:lnTo>
                  <a:pt x="905" y="1003"/>
                </a:lnTo>
                <a:lnTo>
                  <a:pt x="906" y="1003"/>
                </a:lnTo>
                <a:lnTo>
                  <a:pt x="906" y="1004"/>
                </a:lnTo>
                <a:lnTo>
                  <a:pt x="906" y="1005"/>
                </a:lnTo>
                <a:lnTo>
                  <a:pt x="906" y="1006"/>
                </a:lnTo>
                <a:lnTo>
                  <a:pt x="905" y="1007"/>
                </a:lnTo>
                <a:lnTo>
                  <a:pt x="905" y="1008"/>
                </a:lnTo>
                <a:lnTo>
                  <a:pt x="906" y="1008"/>
                </a:lnTo>
                <a:lnTo>
                  <a:pt x="906" y="1009"/>
                </a:lnTo>
                <a:lnTo>
                  <a:pt x="906" y="1010"/>
                </a:lnTo>
                <a:lnTo>
                  <a:pt x="905" y="1010"/>
                </a:lnTo>
                <a:lnTo>
                  <a:pt x="905" y="1011"/>
                </a:lnTo>
                <a:lnTo>
                  <a:pt x="905" y="1012"/>
                </a:lnTo>
                <a:lnTo>
                  <a:pt x="906" y="1012"/>
                </a:lnTo>
                <a:lnTo>
                  <a:pt x="906" y="1013"/>
                </a:lnTo>
                <a:lnTo>
                  <a:pt x="907" y="1013"/>
                </a:lnTo>
                <a:lnTo>
                  <a:pt x="907" y="1014"/>
                </a:lnTo>
                <a:lnTo>
                  <a:pt x="906" y="1014"/>
                </a:lnTo>
                <a:lnTo>
                  <a:pt x="906" y="1015"/>
                </a:lnTo>
                <a:lnTo>
                  <a:pt x="906" y="1016"/>
                </a:lnTo>
                <a:lnTo>
                  <a:pt x="906" y="1017"/>
                </a:lnTo>
                <a:lnTo>
                  <a:pt x="905" y="1017"/>
                </a:lnTo>
                <a:lnTo>
                  <a:pt x="905" y="1018"/>
                </a:lnTo>
                <a:lnTo>
                  <a:pt x="905" y="1019"/>
                </a:lnTo>
                <a:lnTo>
                  <a:pt x="906" y="1020"/>
                </a:lnTo>
                <a:lnTo>
                  <a:pt x="907" y="1020"/>
                </a:lnTo>
                <a:lnTo>
                  <a:pt x="907" y="1021"/>
                </a:lnTo>
                <a:lnTo>
                  <a:pt x="906" y="1022"/>
                </a:lnTo>
                <a:lnTo>
                  <a:pt x="907" y="1022"/>
                </a:lnTo>
                <a:lnTo>
                  <a:pt x="906" y="1022"/>
                </a:lnTo>
                <a:lnTo>
                  <a:pt x="906" y="1021"/>
                </a:lnTo>
                <a:lnTo>
                  <a:pt x="905" y="1021"/>
                </a:lnTo>
                <a:lnTo>
                  <a:pt x="904" y="1022"/>
                </a:lnTo>
                <a:lnTo>
                  <a:pt x="904" y="1023"/>
                </a:lnTo>
                <a:lnTo>
                  <a:pt x="904" y="1024"/>
                </a:lnTo>
                <a:lnTo>
                  <a:pt x="904" y="1025"/>
                </a:lnTo>
                <a:lnTo>
                  <a:pt x="904" y="1024"/>
                </a:lnTo>
                <a:lnTo>
                  <a:pt x="903" y="1024"/>
                </a:lnTo>
                <a:lnTo>
                  <a:pt x="903" y="1025"/>
                </a:lnTo>
                <a:lnTo>
                  <a:pt x="904" y="1025"/>
                </a:lnTo>
                <a:lnTo>
                  <a:pt x="904" y="1026"/>
                </a:lnTo>
                <a:lnTo>
                  <a:pt x="903" y="1027"/>
                </a:lnTo>
                <a:lnTo>
                  <a:pt x="903" y="1028"/>
                </a:lnTo>
                <a:lnTo>
                  <a:pt x="904" y="1028"/>
                </a:lnTo>
                <a:lnTo>
                  <a:pt x="905" y="1028"/>
                </a:lnTo>
                <a:lnTo>
                  <a:pt x="905" y="1029"/>
                </a:lnTo>
                <a:lnTo>
                  <a:pt x="906" y="1029"/>
                </a:lnTo>
                <a:lnTo>
                  <a:pt x="907" y="1029"/>
                </a:lnTo>
                <a:lnTo>
                  <a:pt x="907" y="1030"/>
                </a:lnTo>
                <a:lnTo>
                  <a:pt x="908" y="1030"/>
                </a:lnTo>
                <a:lnTo>
                  <a:pt x="909" y="1031"/>
                </a:lnTo>
                <a:lnTo>
                  <a:pt x="910" y="1031"/>
                </a:lnTo>
                <a:lnTo>
                  <a:pt x="911" y="1031"/>
                </a:lnTo>
                <a:lnTo>
                  <a:pt x="912" y="1031"/>
                </a:lnTo>
                <a:lnTo>
                  <a:pt x="913" y="1031"/>
                </a:lnTo>
                <a:lnTo>
                  <a:pt x="912" y="1031"/>
                </a:lnTo>
                <a:lnTo>
                  <a:pt x="913" y="1032"/>
                </a:lnTo>
                <a:lnTo>
                  <a:pt x="913" y="1033"/>
                </a:lnTo>
                <a:lnTo>
                  <a:pt x="912" y="1033"/>
                </a:lnTo>
                <a:lnTo>
                  <a:pt x="911" y="1033"/>
                </a:lnTo>
                <a:lnTo>
                  <a:pt x="912" y="1033"/>
                </a:lnTo>
                <a:lnTo>
                  <a:pt x="912" y="1034"/>
                </a:lnTo>
                <a:lnTo>
                  <a:pt x="911" y="1034"/>
                </a:lnTo>
                <a:lnTo>
                  <a:pt x="910" y="1034"/>
                </a:lnTo>
                <a:lnTo>
                  <a:pt x="909" y="1034"/>
                </a:lnTo>
                <a:lnTo>
                  <a:pt x="908" y="1033"/>
                </a:lnTo>
                <a:lnTo>
                  <a:pt x="907" y="1033"/>
                </a:lnTo>
                <a:lnTo>
                  <a:pt x="906" y="1033"/>
                </a:lnTo>
                <a:lnTo>
                  <a:pt x="906" y="1034"/>
                </a:lnTo>
                <a:lnTo>
                  <a:pt x="907" y="1034"/>
                </a:lnTo>
                <a:lnTo>
                  <a:pt x="906" y="1034"/>
                </a:lnTo>
                <a:lnTo>
                  <a:pt x="906" y="1035"/>
                </a:lnTo>
                <a:lnTo>
                  <a:pt x="905" y="1035"/>
                </a:lnTo>
                <a:lnTo>
                  <a:pt x="904" y="1035"/>
                </a:lnTo>
                <a:lnTo>
                  <a:pt x="904" y="1036"/>
                </a:lnTo>
                <a:lnTo>
                  <a:pt x="903" y="1037"/>
                </a:lnTo>
                <a:lnTo>
                  <a:pt x="902" y="1037"/>
                </a:lnTo>
                <a:lnTo>
                  <a:pt x="902" y="1036"/>
                </a:lnTo>
                <a:lnTo>
                  <a:pt x="901" y="1036"/>
                </a:lnTo>
                <a:lnTo>
                  <a:pt x="901" y="1037"/>
                </a:lnTo>
                <a:lnTo>
                  <a:pt x="900" y="1038"/>
                </a:lnTo>
                <a:lnTo>
                  <a:pt x="899" y="1038"/>
                </a:lnTo>
                <a:lnTo>
                  <a:pt x="898" y="1038"/>
                </a:lnTo>
                <a:lnTo>
                  <a:pt x="897" y="1038"/>
                </a:lnTo>
                <a:lnTo>
                  <a:pt x="896" y="1037"/>
                </a:lnTo>
                <a:lnTo>
                  <a:pt x="897" y="1037"/>
                </a:lnTo>
                <a:lnTo>
                  <a:pt x="896" y="1036"/>
                </a:lnTo>
                <a:lnTo>
                  <a:pt x="895" y="1036"/>
                </a:lnTo>
                <a:lnTo>
                  <a:pt x="894" y="1036"/>
                </a:lnTo>
                <a:lnTo>
                  <a:pt x="894" y="1035"/>
                </a:lnTo>
                <a:lnTo>
                  <a:pt x="893" y="1035"/>
                </a:lnTo>
                <a:lnTo>
                  <a:pt x="892" y="1034"/>
                </a:lnTo>
                <a:lnTo>
                  <a:pt x="892" y="1033"/>
                </a:lnTo>
                <a:lnTo>
                  <a:pt x="891" y="1033"/>
                </a:lnTo>
                <a:lnTo>
                  <a:pt x="891" y="1032"/>
                </a:lnTo>
                <a:lnTo>
                  <a:pt x="890" y="1032"/>
                </a:lnTo>
                <a:lnTo>
                  <a:pt x="889" y="1031"/>
                </a:lnTo>
                <a:lnTo>
                  <a:pt x="888" y="1031"/>
                </a:lnTo>
                <a:lnTo>
                  <a:pt x="888" y="1030"/>
                </a:lnTo>
                <a:lnTo>
                  <a:pt x="887" y="1030"/>
                </a:lnTo>
                <a:lnTo>
                  <a:pt x="885" y="1030"/>
                </a:lnTo>
                <a:lnTo>
                  <a:pt x="885" y="1031"/>
                </a:lnTo>
                <a:lnTo>
                  <a:pt x="884" y="1031"/>
                </a:lnTo>
                <a:lnTo>
                  <a:pt x="884" y="1032"/>
                </a:lnTo>
                <a:lnTo>
                  <a:pt x="882" y="1032"/>
                </a:lnTo>
                <a:lnTo>
                  <a:pt x="881" y="1033"/>
                </a:lnTo>
                <a:lnTo>
                  <a:pt x="880" y="1033"/>
                </a:lnTo>
                <a:lnTo>
                  <a:pt x="879" y="1034"/>
                </a:lnTo>
                <a:lnTo>
                  <a:pt x="878" y="1036"/>
                </a:lnTo>
                <a:lnTo>
                  <a:pt x="877" y="1037"/>
                </a:lnTo>
                <a:lnTo>
                  <a:pt x="876" y="1037"/>
                </a:lnTo>
                <a:lnTo>
                  <a:pt x="876" y="1038"/>
                </a:lnTo>
                <a:lnTo>
                  <a:pt x="875" y="1037"/>
                </a:lnTo>
                <a:lnTo>
                  <a:pt x="874" y="1037"/>
                </a:lnTo>
                <a:lnTo>
                  <a:pt x="873" y="1037"/>
                </a:lnTo>
                <a:lnTo>
                  <a:pt x="872" y="1037"/>
                </a:lnTo>
                <a:lnTo>
                  <a:pt x="872" y="1036"/>
                </a:lnTo>
                <a:lnTo>
                  <a:pt x="871" y="1036"/>
                </a:lnTo>
                <a:lnTo>
                  <a:pt x="871" y="1035"/>
                </a:lnTo>
                <a:lnTo>
                  <a:pt x="871" y="1034"/>
                </a:lnTo>
                <a:lnTo>
                  <a:pt x="870" y="1034"/>
                </a:lnTo>
                <a:lnTo>
                  <a:pt x="870" y="1033"/>
                </a:lnTo>
                <a:lnTo>
                  <a:pt x="869" y="1031"/>
                </a:lnTo>
                <a:lnTo>
                  <a:pt x="869" y="1030"/>
                </a:lnTo>
                <a:lnTo>
                  <a:pt x="868" y="1030"/>
                </a:lnTo>
                <a:lnTo>
                  <a:pt x="867" y="1029"/>
                </a:lnTo>
                <a:lnTo>
                  <a:pt x="867" y="1028"/>
                </a:lnTo>
                <a:lnTo>
                  <a:pt x="866" y="1028"/>
                </a:lnTo>
                <a:lnTo>
                  <a:pt x="865" y="1028"/>
                </a:lnTo>
                <a:lnTo>
                  <a:pt x="864" y="1027"/>
                </a:lnTo>
                <a:lnTo>
                  <a:pt x="863" y="1026"/>
                </a:lnTo>
                <a:lnTo>
                  <a:pt x="863" y="1027"/>
                </a:lnTo>
                <a:lnTo>
                  <a:pt x="863" y="1026"/>
                </a:lnTo>
                <a:lnTo>
                  <a:pt x="862" y="1026"/>
                </a:lnTo>
                <a:lnTo>
                  <a:pt x="861" y="1026"/>
                </a:lnTo>
                <a:lnTo>
                  <a:pt x="861" y="1025"/>
                </a:lnTo>
                <a:lnTo>
                  <a:pt x="860" y="1024"/>
                </a:lnTo>
                <a:lnTo>
                  <a:pt x="859" y="1024"/>
                </a:lnTo>
                <a:lnTo>
                  <a:pt x="859" y="1025"/>
                </a:lnTo>
                <a:lnTo>
                  <a:pt x="858" y="1025"/>
                </a:lnTo>
                <a:lnTo>
                  <a:pt x="858" y="1024"/>
                </a:lnTo>
                <a:lnTo>
                  <a:pt x="857" y="1024"/>
                </a:lnTo>
                <a:lnTo>
                  <a:pt x="856" y="1024"/>
                </a:lnTo>
                <a:lnTo>
                  <a:pt x="856" y="1023"/>
                </a:lnTo>
                <a:lnTo>
                  <a:pt x="855" y="1023"/>
                </a:lnTo>
                <a:lnTo>
                  <a:pt x="855" y="1022"/>
                </a:lnTo>
                <a:lnTo>
                  <a:pt x="855" y="1023"/>
                </a:lnTo>
                <a:lnTo>
                  <a:pt x="854" y="1023"/>
                </a:lnTo>
                <a:lnTo>
                  <a:pt x="854" y="1022"/>
                </a:lnTo>
                <a:lnTo>
                  <a:pt x="853" y="1022"/>
                </a:lnTo>
                <a:lnTo>
                  <a:pt x="852" y="1022"/>
                </a:lnTo>
                <a:lnTo>
                  <a:pt x="851" y="1022"/>
                </a:lnTo>
                <a:lnTo>
                  <a:pt x="851" y="1021"/>
                </a:lnTo>
                <a:lnTo>
                  <a:pt x="852" y="1020"/>
                </a:lnTo>
                <a:lnTo>
                  <a:pt x="852" y="1019"/>
                </a:lnTo>
                <a:lnTo>
                  <a:pt x="851" y="1018"/>
                </a:lnTo>
                <a:lnTo>
                  <a:pt x="850" y="1018"/>
                </a:lnTo>
                <a:lnTo>
                  <a:pt x="849" y="1018"/>
                </a:lnTo>
                <a:lnTo>
                  <a:pt x="849" y="1019"/>
                </a:lnTo>
                <a:lnTo>
                  <a:pt x="848" y="1019"/>
                </a:lnTo>
                <a:lnTo>
                  <a:pt x="847" y="1018"/>
                </a:lnTo>
                <a:lnTo>
                  <a:pt x="846" y="1017"/>
                </a:lnTo>
                <a:lnTo>
                  <a:pt x="845" y="1017"/>
                </a:lnTo>
                <a:lnTo>
                  <a:pt x="845" y="1018"/>
                </a:lnTo>
                <a:lnTo>
                  <a:pt x="844" y="1018"/>
                </a:lnTo>
                <a:lnTo>
                  <a:pt x="844" y="1017"/>
                </a:lnTo>
                <a:lnTo>
                  <a:pt x="843" y="1017"/>
                </a:lnTo>
                <a:lnTo>
                  <a:pt x="842" y="1017"/>
                </a:lnTo>
                <a:lnTo>
                  <a:pt x="841" y="1017"/>
                </a:lnTo>
                <a:lnTo>
                  <a:pt x="840" y="1016"/>
                </a:lnTo>
                <a:lnTo>
                  <a:pt x="839" y="1015"/>
                </a:lnTo>
                <a:lnTo>
                  <a:pt x="838" y="1015"/>
                </a:lnTo>
                <a:lnTo>
                  <a:pt x="837" y="1015"/>
                </a:lnTo>
                <a:lnTo>
                  <a:pt x="836" y="1016"/>
                </a:lnTo>
                <a:lnTo>
                  <a:pt x="835" y="1016"/>
                </a:lnTo>
                <a:lnTo>
                  <a:pt x="833" y="1015"/>
                </a:lnTo>
                <a:lnTo>
                  <a:pt x="832" y="1015"/>
                </a:lnTo>
                <a:lnTo>
                  <a:pt x="832" y="1014"/>
                </a:lnTo>
                <a:lnTo>
                  <a:pt x="832" y="1013"/>
                </a:lnTo>
                <a:lnTo>
                  <a:pt x="831" y="1013"/>
                </a:lnTo>
                <a:lnTo>
                  <a:pt x="831" y="1012"/>
                </a:lnTo>
                <a:lnTo>
                  <a:pt x="831" y="1011"/>
                </a:lnTo>
                <a:lnTo>
                  <a:pt x="831" y="1010"/>
                </a:lnTo>
                <a:lnTo>
                  <a:pt x="831" y="1009"/>
                </a:lnTo>
                <a:lnTo>
                  <a:pt x="832" y="1009"/>
                </a:lnTo>
                <a:lnTo>
                  <a:pt x="832" y="1008"/>
                </a:lnTo>
                <a:lnTo>
                  <a:pt x="832" y="1007"/>
                </a:lnTo>
                <a:lnTo>
                  <a:pt x="833" y="1007"/>
                </a:lnTo>
                <a:lnTo>
                  <a:pt x="833" y="1006"/>
                </a:lnTo>
                <a:lnTo>
                  <a:pt x="833" y="1005"/>
                </a:lnTo>
                <a:lnTo>
                  <a:pt x="832" y="1005"/>
                </a:lnTo>
                <a:lnTo>
                  <a:pt x="832" y="1004"/>
                </a:lnTo>
                <a:lnTo>
                  <a:pt x="831" y="1004"/>
                </a:lnTo>
                <a:lnTo>
                  <a:pt x="830" y="1004"/>
                </a:lnTo>
                <a:lnTo>
                  <a:pt x="830" y="1003"/>
                </a:lnTo>
                <a:lnTo>
                  <a:pt x="830" y="1002"/>
                </a:lnTo>
                <a:lnTo>
                  <a:pt x="829" y="1002"/>
                </a:lnTo>
                <a:lnTo>
                  <a:pt x="830" y="1001"/>
                </a:lnTo>
                <a:lnTo>
                  <a:pt x="830" y="1000"/>
                </a:lnTo>
                <a:lnTo>
                  <a:pt x="829" y="999"/>
                </a:lnTo>
                <a:lnTo>
                  <a:pt x="829" y="998"/>
                </a:lnTo>
                <a:lnTo>
                  <a:pt x="829" y="997"/>
                </a:lnTo>
                <a:lnTo>
                  <a:pt x="828" y="997"/>
                </a:lnTo>
                <a:lnTo>
                  <a:pt x="828" y="996"/>
                </a:lnTo>
                <a:lnTo>
                  <a:pt x="828" y="995"/>
                </a:lnTo>
                <a:lnTo>
                  <a:pt x="829" y="995"/>
                </a:lnTo>
                <a:lnTo>
                  <a:pt x="830" y="995"/>
                </a:lnTo>
                <a:lnTo>
                  <a:pt x="830" y="994"/>
                </a:lnTo>
                <a:lnTo>
                  <a:pt x="829" y="993"/>
                </a:lnTo>
                <a:lnTo>
                  <a:pt x="829" y="992"/>
                </a:lnTo>
                <a:lnTo>
                  <a:pt x="828" y="992"/>
                </a:lnTo>
                <a:lnTo>
                  <a:pt x="828" y="991"/>
                </a:lnTo>
                <a:lnTo>
                  <a:pt x="829" y="990"/>
                </a:lnTo>
                <a:lnTo>
                  <a:pt x="830" y="989"/>
                </a:lnTo>
                <a:lnTo>
                  <a:pt x="829" y="989"/>
                </a:lnTo>
                <a:lnTo>
                  <a:pt x="828" y="988"/>
                </a:lnTo>
                <a:lnTo>
                  <a:pt x="828" y="987"/>
                </a:lnTo>
                <a:lnTo>
                  <a:pt x="827" y="986"/>
                </a:lnTo>
                <a:lnTo>
                  <a:pt x="826" y="985"/>
                </a:lnTo>
                <a:lnTo>
                  <a:pt x="826" y="984"/>
                </a:lnTo>
                <a:lnTo>
                  <a:pt x="825" y="984"/>
                </a:lnTo>
                <a:lnTo>
                  <a:pt x="826" y="983"/>
                </a:lnTo>
                <a:lnTo>
                  <a:pt x="827" y="983"/>
                </a:lnTo>
                <a:lnTo>
                  <a:pt x="827" y="982"/>
                </a:lnTo>
                <a:lnTo>
                  <a:pt x="828" y="981"/>
                </a:lnTo>
                <a:lnTo>
                  <a:pt x="828" y="980"/>
                </a:lnTo>
                <a:lnTo>
                  <a:pt x="828" y="979"/>
                </a:lnTo>
                <a:lnTo>
                  <a:pt x="828" y="978"/>
                </a:lnTo>
                <a:lnTo>
                  <a:pt x="827" y="977"/>
                </a:lnTo>
                <a:lnTo>
                  <a:pt x="828" y="977"/>
                </a:lnTo>
                <a:lnTo>
                  <a:pt x="828" y="976"/>
                </a:lnTo>
                <a:lnTo>
                  <a:pt x="828" y="975"/>
                </a:lnTo>
                <a:lnTo>
                  <a:pt x="827" y="974"/>
                </a:lnTo>
                <a:lnTo>
                  <a:pt x="826" y="974"/>
                </a:lnTo>
                <a:lnTo>
                  <a:pt x="826" y="975"/>
                </a:lnTo>
                <a:lnTo>
                  <a:pt x="825" y="975"/>
                </a:lnTo>
                <a:lnTo>
                  <a:pt x="825" y="976"/>
                </a:lnTo>
                <a:lnTo>
                  <a:pt x="824" y="976"/>
                </a:lnTo>
                <a:lnTo>
                  <a:pt x="823" y="977"/>
                </a:lnTo>
                <a:lnTo>
                  <a:pt x="823" y="978"/>
                </a:lnTo>
                <a:lnTo>
                  <a:pt x="823" y="979"/>
                </a:lnTo>
                <a:lnTo>
                  <a:pt x="822" y="980"/>
                </a:lnTo>
                <a:lnTo>
                  <a:pt x="821" y="980"/>
                </a:lnTo>
                <a:lnTo>
                  <a:pt x="821" y="981"/>
                </a:lnTo>
                <a:lnTo>
                  <a:pt x="820" y="981"/>
                </a:lnTo>
                <a:lnTo>
                  <a:pt x="820" y="982"/>
                </a:lnTo>
                <a:lnTo>
                  <a:pt x="820" y="983"/>
                </a:lnTo>
                <a:lnTo>
                  <a:pt x="819" y="984"/>
                </a:lnTo>
                <a:lnTo>
                  <a:pt x="818" y="985"/>
                </a:lnTo>
                <a:lnTo>
                  <a:pt x="817" y="986"/>
                </a:lnTo>
                <a:lnTo>
                  <a:pt x="816" y="986"/>
                </a:lnTo>
                <a:lnTo>
                  <a:pt x="816" y="985"/>
                </a:lnTo>
                <a:lnTo>
                  <a:pt x="815" y="985"/>
                </a:lnTo>
                <a:lnTo>
                  <a:pt x="814" y="985"/>
                </a:lnTo>
                <a:lnTo>
                  <a:pt x="813" y="986"/>
                </a:lnTo>
                <a:lnTo>
                  <a:pt x="812" y="986"/>
                </a:lnTo>
                <a:lnTo>
                  <a:pt x="812" y="987"/>
                </a:lnTo>
                <a:lnTo>
                  <a:pt x="811" y="987"/>
                </a:lnTo>
                <a:lnTo>
                  <a:pt x="810" y="987"/>
                </a:lnTo>
                <a:lnTo>
                  <a:pt x="810" y="988"/>
                </a:lnTo>
                <a:lnTo>
                  <a:pt x="809" y="988"/>
                </a:lnTo>
                <a:lnTo>
                  <a:pt x="809" y="990"/>
                </a:lnTo>
                <a:lnTo>
                  <a:pt x="809" y="991"/>
                </a:lnTo>
                <a:lnTo>
                  <a:pt x="808" y="992"/>
                </a:lnTo>
                <a:lnTo>
                  <a:pt x="807" y="992"/>
                </a:lnTo>
                <a:lnTo>
                  <a:pt x="806" y="992"/>
                </a:lnTo>
                <a:lnTo>
                  <a:pt x="806" y="993"/>
                </a:lnTo>
                <a:lnTo>
                  <a:pt x="805" y="993"/>
                </a:lnTo>
                <a:lnTo>
                  <a:pt x="805" y="994"/>
                </a:lnTo>
                <a:lnTo>
                  <a:pt x="805" y="995"/>
                </a:lnTo>
                <a:lnTo>
                  <a:pt x="804" y="996"/>
                </a:lnTo>
                <a:lnTo>
                  <a:pt x="803" y="996"/>
                </a:lnTo>
                <a:lnTo>
                  <a:pt x="802" y="996"/>
                </a:lnTo>
                <a:lnTo>
                  <a:pt x="801" y="997"/>
                </a:lnTo>
                <a:lnTo>
                  <a:pt x="800" y="996"/>
                </a:lnTo>
                <a:lnTo>
                  <a:pt x="800" y="995"/>
                </a:lnTo>
                <a:lnTo>
                  <a:pt x="799" y="995"/>
                </a:lnTo>
                <a:lnTo>
                  <a:pt x="798" y="994"/>
                </a:lnTo>
                <a:lnTo>
                  <a:pt x="798" y="995"/>
                </a:lnTo>
                <a:lnTo>
                  <a:pt x="798" y="994"/>
                </a:lnTo>
                <a:lnTo>
                  <a:pt x="797" y="994"/>
                </a:lnTo>
                <a:lnTo>
                  <a:pt x="797" y="993"/>
                </a:lnTo>
                <a:lnTo>
                  <a:pt x="796" y="992"/>
                </a:lnTo>
                <a:lnTo>
                  <a:pt x="796" y="991"/>
                </a:lnTo>
                <a:lnTo>
                  <a:pt x="796" y="990"/>
                </a:lnTo>
                <a:lnTo>
                  <a:pt x="796" y="989"/>
                </a:lnTo>
                <a:lnTo>
                  <a:pt x="797" y="989"/>
                </a:lnTo>
                <a:lnTo>
                  <a:pt x="797" y="988"/>
                </a:lnTo>
                <a:lnTo>
                  <a:pt x="797" y="987"/>
                </a:lnTo>
                <a:lnTo>
                  <a:pt x="797" y="986"/>
                </a:lnTo>
                <a:lnTo>
                  <a:pt x="797" y="985"/>
                </a:lnTo>
                <a:lnTo>
                  <a:pt x="797" y="984"/>
                </a:lnTo>
                <a:lnTo>
                  <a:pt x="796" y="983"/>
                </a:lnTo>
                <a:lnTo>
                  <a:pt x="795" y="982"/>
                </a:lnTo>
                <a:lnTo>
                  <a:pt x="794" y="982"/>
                </a:lnTo>
                <a:lnTo>
                  <a:pt x="794" y="981"/>
                </a:lnTo>
                <a:lnTo>
                  <a:pt x="795" y="981"/>
                </a:lnTo>
                <a:lnTo>
                  <a:pt x="795" y="980"/>
                </a:lnTo>
                <a:lnTo>
                  <a:pt x="795" y="979"/>
                </a:lnTo>
                <a:lnTo>
                  <a:pt x="794" y="979"/>
                </a:lnTo>
                <a:lnTo>
                  <a:pt x="794" y="980"/>
                </a:lnTo>
                <a:lnTo>
                  <a:pt x="794" y="979"/>
                </a:lnTo>
                <a:lnTo>
                  <a:pt x="793" y="978"/>
                </a:lnTo>
                <a:lnTo>
                  <a:pt x="792" y="978"/>
                </a:lnTo>
                <a:lnTo>
                  <a:pt x="792" y="977"/>
                </a:lnTo>
                <a:lnTo>
                  <a:pt x="791" y="977"/>
                </a:lnTo>
                <a:lnTo>
                  <a:pt x="789" y="977"/>
                </a:lnTo>
                <a:lnTo>
                  <a:pt x="789" y="978"/>
                </a:lnTo>
                <a:lnTo>
                  <a:pt x="788" y="978"/>
                </a:lnTo>
                <a:lnTo>
                  <a:pt x="788" y="977"/>
                </a:lnTo>
                <a:lnTo>
                  <a:pt x="787" y="977"/>
                </a:lnTo>
                <a:lnTo>
                  <a:pt x="786" y="978"/>
                </a:lnTo>
                <a:lnTo>
                  <a:pt x="785" y="978"/>
                </a:lnTo>
                <a:lnTo>
                  <a:pt x="785" y="979"/>
                </a:lnTo>
                <a:lnTo>
                  <a:pt x="785" y="980"/>
                </a:lnTo>
                <a:lnTo>
                  <a:pt x="784" y="980"/>
                </a:lnTo>
                <a:lnTo>
                  <a:pt x="784" y="979"/>
                </a:lnTo>
                <a:lnTo>
                  <a:pt x="783" y="979"/>
                </a:lnTo>
                <a:lnTo>
                  <a:pt x="783" y="978"/>
                </a:lnTo>
                <a:lnTo>
                  <a:pt x="783" y="979"/>
                </a:lnTo>
                <a:lnTo>
                  <a:pt x="782" y="979"/>
                </a:lnTo>
                <a:lnTo>
                  <a:pt x="782" y="980"/>
                </a:lnTo>
                <a:lnTo>
                  <a:pt x="781" y="980"/>
                </a:lnTo>
                <a:lnTo>
                  <a:pt x="780" y="981"/>
                </a:lnTo>
                <a:lnTo>
                  <a:pt x="779" y="982"/>
                </a:lnTo>
                <a:lnTo>
                  <a:pt x="778" y="983"/>
                </a:lnTo>
                <a:lnTo>
                  <a:pt x="777" y="983"/>
                </a:lnTo>
                <a:lnTo>
                  <a:pt x="776" y="983"/>
                </a:lnTo>
                <a:lnTo>
                  <a:pt x="775" y="984"/>
                </a:lnTo>
                <a:lnTo>
                  <a:pt x="776" y="984"/>
                </a:lnTo>
                <a:lnTo>
                  <a:pt x="776" y="985"/>
                </a:lnTo>
                <a:lnTo>
                  <a:pt x="777" y="986"/>
                </a:lnTo>
                <a:lnTo>
                  <a:pt x="776" y="986"/>
                </a:lnTo>
                <a:lnTo>
                  <a:pt x="775" y="986"/>
                </a:lnTo>
                <a:lnTo>
                  <a:pt x="775" y="987"/>
                </a:lnTo>
                <a:lnTo>
                  <a:pt x="775" y="988"/>
                </a:lnTo>
                <a:lnTo>
                  <a:pt x="776" y="988"/>
                </a:lnTo>
                <a:lnTo>
                  <a:pt x="776" y="989"/>
                </a:lnTo>
                <a:lnTo>
                  <a:pt x="776" y="990"/>
                </a:lnTo>
                <a:lnTo>
                  <a:pt x="775" y="990"/>
                </a:lnTo>
                <a:lnTo>
                  <a:pt x="774" y="991"/>
                </a:lnTo>
                <a:lnTo>
                  <a:pt x="773" y="990"/>
                </a:lnTo>
                <a:lnTo>
                  <a:pt x="772" y="990"/>
                </a:lnTo>
                <a:lnTo>
                  <a:pt x="772" y="991"/>
                </a:lnTo>
                <a:lnTo>
                  <a:pt x="772" y="992"/>
                </a:lnTo>
                <a:lnTo>
                  <a:pt x="771" y="992"/>
                </a:lnTo>
                <a:lnTo>
                  <a:pt x="770" y="992"/>
                </a:lnTo>
                <a:lnTo>
                  <a:pt x="769" y="992"/>
                </a:lnTo>
                <a:lnTo>
                  <a:pt x="768" y="992"/>
                </a:lnTo>
                <a:lnTo>
                  <a:pt x="767" y="992"/>
                </a:lnTo>
                <a:lnTo>
                  <a:pt x="766" y="992"/>
                </a:lnTo>
                <a:lnTo>
                  <a:pt x="765" y="992"/>
                </a:lnTo>
                <a:lnTo>
                  <a:pt x="765" y="993"/>
                </a:lnTo>
                <a:lnTo>
                  <a:pt x="764" y="993"/>
                </a:lnTo>
                <a:lnTo>
                  <a:pt x="763" y="992"/>
                </a:lnTo>
                <a:lnTo>
                  <a:pt x="762" y="992"/>
                </a:lnTo>
                <a:lnTo>
                  <a:pt x="761" y="992"/>
                </a:lnTo>
                <a:lnTo>
                  <a:pt x="760" y="992"/>
                </a:lnTo>
                <a:lnTo>
                  <a:pt x="759" y="992"/>
                </a:lnTo>
                <a:lnTo>
                  <a:pt x="759" y="993"/>
                </a:lnTo>
                <a:lnTo>
                  <a:pt x="758" y="993"/>
                </a:lnTo>
                <a:lnTo>
                  <a:pt x="756" y="993"/>
                </a:lnTo>
                <a:lnTo>
                  <a:pt x="755" y="993"/>
                </a:lnTo>
                <a:lnTo>
                  <a:pt x="754" y="993"/>
                </a:lnTo>
                <a:lnTo>
                  <a:pt x="753" y="993"/>
                </a:lnTo>
                <a:lnTo>
                  <a:pt x="752" y="993"/>
                </a:lnTo>
                <a:lnTo>
                  <a:pt x="751" y="993"/>
                </a:lnTo>
                <a:lnTo>
                  <a:pt x="751" y="992"/>
                </a:lnTo>
                <a:lnTo>
                  <a:pt x="750" y="992"/>
                </a:lnTo>
                <a:lnTo>
                  <a:pt x="749" y="992"/>
                </a:lnTo>
                <a:lnTo>
                  <a:pt x="749" y="993"/>
                </a:lnTo>
                <a:lnTo>
                  <a:pt x="747" y="993"/>
                </a:lnTo>
                <a:lnTo>
                  <a:pt x="746" y="994"/>
                </a:lnTo>
                <a:lnTo>
                  <a:pt x="746" y="995"/>
                </a:lnTo>
                <a:lnTo>
                  <a:pt x="745" y="996"/>
                </a:lnTo>
                <a:lnTo>
                  <a:pt x="744" y="996"/>
                </a:lnTo>
                <a:lnTo>
                  <a:pt x="743" y="996"/>
                </a:lnTo>
                <a:lnTo>
                  <a:pt x="742" y="996"/>
                </a:lnTo>
                <a:lnTo>
                  <a:pt x="742" y="997"/>
                </a:lnTo>
                <a:lnTo>
                  <a:pt x="742" y="998"/>
                </a:lnTo>
                <a:lnTo>
                  <a:pt x="741" y="998"/>
                </a:lnTo>
                <a:lnTo>
                  <a:pt x="740" y="999"/>
                </a:lnTo>
                <a:lnTo>
                  <a:pt x="738" y="1000"/>
                </a:lnTo>
                <a:lnTo>
                  <a:pt x="737" y="1000"/>
                </a:lnTo>
                <a:lnTo>
                  <a:pt x="736" y="1000"/>
                </a:lnTo>
                <a:lnTo>
                  <a:pt x="735" y="1000"/>
                </a:lnTo>
                <a:lnTo>
                  <a:pt x="734" y="999"/>
                </a:lnTo>
                <a:lnTo>
                  <a:pt x="733" y="999"/>
                </a:lnTo>
                <a:lnTo>
                  <a:pt x="733" y="1000"/>
                </a:lnTo>
                <a:lnTo>
                  <a:pt x="732" y="1001"/>
                </a:lnTo>
                <a:lnTo>
                  <a:pt x="731" y="1000"/>
                </a:lnTo>
                <a:lnTo>
                  <a:pt x="731" y="999"/>
                </a:lnTo>
                <a:lnTo>
                  <a:pt x="730" y="999"/>
                </a:lnTo>
                <a:lnTo>
                  <a:pt x="729" y="999"/>
                </a:lnTo>
                <a:lnTo>
                  <a:pt x="729" y="998"/>
                </a:lnTo>
                <a:lnTo>
                  <a:pt x="728" y="998"/>
                </a:lnTo>
                <a:lnTo>
                  <a:pt x="727" y="999"/>
                </a:lnTo>
                <a:lnTo>
                  <a:pt x="727" y="1000"/>
                </a:lnTo>
                <a:lnTo>
                  <a:pt x="726" y="1000"/>
                </a:lnTo>
                <a:lnTo>
                  <a:pt x="725" y="1000"/>
                </a:lnTo>
                <a:lnTo>
                  <a:pt x="724" y="1002"/>
                </a:lnTo>
                <a:lnTo>
                  <a:pt x="724" y="1003"/>
                </a:lnTo>
                <a:lnTo>
                  <a:pt x="725" y="1004"/>
                </a:lnTo>
                <a:lnTo>
                  <a:pt x="725" y="1005"/>
                </a:lnTo>
                <a:lnTo>
                  <a:pt x="724" y="1005"/>
                </a:lnTo>
                <a:lnTo>
                  <a:pt x="724" y="1006"/>
                </a:lnTo>
                <a:lnTo>
                  <a:pt x="725" y="1006"/>
                </a:lnTo>
                <a:lnTo>
                  <a:pt x="725" y="1007"/>
                </a:lnTo>
                <a:lnTo>
                  <a:pt x="725" y="1008"/>
                </a:lnTo>
                <a:lnTo>
                  <a:pt x="725" y="1009"/>
                </a:lnTo>
                <a:lnTo>
                  <a:pt x="726" y="1009"/>
                </a:lnTo>
                <a:lnTo>
                  <a:pt x="725" y="1010"/>
                </a:lnTo>
                <a:lnTo>
                  <a:pt x="725" y="1011"/>
                </a:lnTo>
                <a:lnTo>
                  <a:pt x="724" y="1011"/>
                </a:lnTo>
                <a:lnTo>
                  <a:pt x="725" y="1011"/>
                </a:lnTo>
                <a:lnTo>
                  <a:pt x="725" y="1012"/>
                </a:lnTo>
                <a:lnTo>
                  <a:pt x="725" y="1013"/>
                </a:lnTo>
                <a:lnTo>
                  <a:pt x="724" y="1013"/>
                </a:lnTo>
                <a:lnTo>
                  <a:pt x="724" y="1014"/>
                </a:lnTo>
                <a:lnTo>
                  <a:pt x="725" y="1015"/>
                </a:lnTo>
                <a:lnTo>
                  <a:pt x="725" y="1016"/>
                </a:lnTo>
                <a:lnTo>
                  <a:pt x="726" y="1016"/>
                </a:lnTo>
                <a:lnTo>
                  <a:pt x="726" y="1017"/>
                </a:lnTo>
                <a:lnTo>
                  <a:pt x="726" y="1019"/>
                </a:lnTo>
                <a:lnTo>
                  <a:pt x="726" y="1020"/>
                </a:lnTo>
                <a:lnTo>
                  <a:pt x="726" y="1021"/>
                </a:lnTo>
                <a:lnTo>
                  <a:pt x="726" y="1022"/>
                </a:lnTo>
                <a:lnTo>
                  <a:pt x="725" y="1022"/>
                </a:lnTo>
                <a:lnTo>
                  <a:pt x="724" y="1022"/>
                </a:lnTo>
                <a:lnTo>
                  <a:pt x="724" y="1023"/>
                </a:lnTo>
                <a:lnTo>
                  <a:pt x="723" y="1023"/>
                </a:lnTo>
                <a:lnTo>
                  <a:pt x="722" y="1023"/>
                </a:lnTo>
                <a:lnTo>
                  <a:pt x="722" y="1024"/>
                </a:lnTo>
                <a:lnTo>
                  <a:pt x="721" y="1024"/>
                </a:lnTo>
                <a:lnTo>
                  <a:pt x="720" y="1024"/>
                </a:lnTo>
                <a:lnTo>
                  <a:pt x="718" y="1024"/>
                </a:lnTo>
                <a:lnTo>
                  <a:pt x="717" y="1025"/>
                </a:lnTo>
                <a:lnTo>
                  <a:pt x="716" y="1025"/>
                </a:lnTo>
                <a:lnTo>
                  <a:pt x="715" y="1025"/>
                </a:lnTo>
                <a:lnTo>
                  <a:pt x="714" y="1025"/>
                </a:lnTo>
                <a:lnTo>
                  <a:pt x="714" y="1026"/>
                </a:lnTo>
                <a:lnTo>
                  <a:pt x="713" y="1026"/>
                </a:lnTo>
                <a:lnTo>
                  <a:pt x="711" y="1026"/>
                </a:lnTo>
                <a:lnTo>
                  <a:pt x="710" y="1026"/>
                </a:lnTo>
                <a:lnTo>
                  <a:pt x="709" y="1027"/>
                </a:lnTo>
                <a:lnTo>
                  <a:pt x="708" y="1027"/>
                </a:lnTo>
                <a:lnTo>
                  <a:pt x="707" y="1028"/>
                </a:lnTo>
                <a:lnTo>
                  <a:pt x="706" y="1028"/>
                </a:lnTo>
                <a:lnTo>
                  <a:pt x="705" y="1028"/>
                </a:lnTo>
                <a:lnTo>
                  <a:pt x="704" y="1028"/>
                </a:lnTo>
                <a:lnTo>
                  <a:pt x="704" y="1027"/>
                </a:lnTo>
                <a:lnTo>
                  <a:pt x="703" y="1027"/>
                </a:lnTo>
                <a:lnTo>
                  <a:pt x="702" y="1027"/>
                </a:lnTo>
                <a:lnTo>
                  <a:pt x="701" y="1026"/>
                </a:lnTo>
                <a:lnTo>
                  <a:pt x="701" y="1025"/>
                </a:lnTo>
                <a:lnTo>
                  <a:pt x="700" y="1025"/>
                </a:lnTo>
                <a:lnTo>
                  <a:pt x="699" y="1025"/>
                </a:lnTo>
                <a:lnTo>
                  <a:pt x="698" y="1025"/>
                </a:lnTo>
                <a:lnTo>
                  <a:pt x="698" y="1026"/>
                </a:lnTo>
                <a:lnTo>
                  <a:pt x="697" y="1026"/>
                </a:lnTo>
                <a:lnTo>
                  <a:pt x="696" y="1027"/>
                </a:lnTo>
                <a:lnTo>
                  <a:pt x="695" y="1027"/>
                </a:lnTo>
                <a:lnTo>
                  <a:pt x="694" y="1026"/>
                </a:lnTo>
                <a:lnTo>
                  <a:pt x="693" y="1025"/>
                </a:lnTo>
                <a:lnTo>
                  <a:pt x="692" y="1025"/>
                </a:lnTo>
                <a:lnTo>
                  <a:pt x="692" y="1024"/>
                </a:lnTo>
                <a:lnTo>
                  <a:pt x="692" y="1023"/>
                </a:lnTo>
                <a:lnTo>
                  <a:pt x="691" y="1023"/>
                </a:lnTo>
                <a:lnTo>
                  <a:pt x="691" y="1022"/>
                </a:lnTo>
                <a:lnTo>
                  <a:pt x="690" y="1022"/>
                </a:lnTo>
                <a:lnTo>
                  <a:pt x="690" y="1021"/>
                </a:lnTo>
                <a:lnTo>
                  <a:pt x="690" y="1020"/>
                </a:lnTo>
                <a:lnTo>
                  <a:pt x="690" y="1019"/>
                </a:lnTo>
                <a:lnTo>
                  <a:pt x="689" y="1017"/>
                </a:lnTo>
                <a:lnTo>
                  <a:pt x="688" y="1017"/>
                </a:lnTo>
                <a:lnTo>
                  <a:pt x="688" y="1016"/>
                </a:lnTo>
                <a:lnTo>
                  <a:pt x="688" y="1014"/>
                </a:lnTo>
                <a:lnTo>
                  <a:pt x="688" y="1013"/>
                </a:lnTo>
                <a:lnTo>
                  <a:pt x="687" y="1013"/>
                </a:lnTo>
                <a:lnTo>
                  <a:pt x="687" y="1012"/>
                </a:lnTo>
                <a:lnTo>
                  <a:pt x="686" y="1012"/>
                </a:lnTo>
                <a:lnTo>
                  <a:pt x="686" y="1011"/>
                </a:lnTo>
                <a:lnTo>
                  <a:pt x="686" y="1010"/>
                </a:lnTo>
                <a:lnTo>
                  <a:pt x="686" y="1009"/>
                </a:lnTo>
                <a:lnTo>
                  <a:pt x="685" y="1008"/>
                </a:lnTo>
                <a:lnTo>
                  <a:pt x="684" y="1008"/>
                </a:lnTo>
                <a:lnTo>
                  <a:pt x="685" y="1008"/>
                </a:lnTo>
                <a:lnTo>
                  <a:pt x="685" y="1007"/>
                </a:lnTo>
                <a:lnTo>
                  <a:pt x="684" y="1007"/>
                </a:lnTo>
                <a:lnTo>
                  <a:pt x="683" y="1007"/>
                </a:lnTo>
                <a:lnTo>
                  <a:pt x="683" y="1008"/>
                </a:lnTo>
                <a:lnTo>
                  <a:pt x="682" y="1007"/>
                </a:lnTo>
                <a:lnTo>
                  <a:pt x="682" y="1006"/>
                </a:lnTo>
                <a:lnTo>
                  <a:pt x="681" y="1006"/>
                </a:lnTo>
                <a:lnTo>
                  <a:pt x="681" y="1007"/>
                </a:lnTo>
                <a:lnTo>
                  <a:pt x="681" y="1006"/>
                </a:lnTo>
                <a:lnTo>
                  <a:pt x="681" y="1005"/>
                </a:lnTo>
                <a:lnTo>
                  <a:pt x="682" y="1005"/>
                </a:lnTo>
                <a:lnTo>
                  <a:pt x="683" y="1005"/>
                </a:lnTo>
                <a:lnTo>
                  <a:pt x="684" y="1005"/>
                </a:lnTo>
                <a:lnTo>
                  <a:pt x="684" y="1004"/>
                </a:lnTo>
                <a:lnTo>
                  <a:pt x="683" y="1004"/>
                </a:lnTo>
                <a:lnTo>
                  <a:pt x="683" y="1003"/>
                </a:lnTo>
                <a:lnTo>
                  <a:pt x="683" y="1002"/>
                </a:lnTo>
                <a:lnTo>
                  <a:pt x="682" y="1001"/>
                </a:lnTo>
                <a:lnTo>
                  <a:pt x="682" y="1000"/>
                </a:lnTo>
                <a:lnTo>
                  <a:pt x="682" y="999"/>
                </a:lnTo>
                <a:lnTo>
                  <a:pt x="681" y="999"/>
                </a:lnTo>
                <a:lnTo>
                  <a:pt x="680" y="999"/>
                </a:lnTo>
                <a:lnTo>
                  <a:pt x="680" y="998"/>
                </a:lnTo>
                <a:lnTo>
                  <a:pt x="680" y="997"/>
                </a:lnTo>
                <a:lnTo>
                  <a:pt x="681" y="997"/>
                </a:lnTo>
                <a:lnTo>
                  <a:pt x="681" y="996"/>
                </a:lnTo>
                <a:lnTo>
                  <a:pt x="682" y="995"/>
                </a:lnTo>
                <a:lnTo>
                  <a:pt x="683" y="995"/>
                </a:lnTo>
                <a:lnTo>
                  <a:pt x="683" y="994"/>
                </a:lnTo>
                <a:lnTo>
                  <a:pt x="684" y="994"/>
                </a:lnTo>
                <a:lnTo>
                  <a:pt x="683" y="994"/>
                </a:lnTo>
                <a:lnTo>
                  <a:pt x="683" y="993"/>
                </a:lnTo>
                <a:lnTo>
                  <a:pt x="682" y="993"/>
                </a:lnTo>
                <a:lnTo>
                  <a:pt x="682" y="992"/>
                </a:lnTo>
                <a:lnTo>
                  <a:pt x="681" y="992"/>
                </a:lnTo>
                <a:lnTo>
                  <a:pt x="680" y="991"/>
                </a:lnTo>
                <a:lnTo>
                  <a:pt x="680" y="990"/>
                </a:lnTo>
                <a:lnTo>
                  <a:pt x="679" y="990"/>
                </a:lnTo>
                <a:lnTo>
                  <a:pt x="678" y="990"/>
                </a:lnTo>
                <a:lnTo>
                  <a:pt x="678" y="989"/>
                </a:lnTo>
                <a:lnTo>
                  <a:pt x="678" y="990"/>
                </a:lnTo>
                <a:lnTo>
                  <a:pt x="677" y="990"/>
                </a:lnTo>
                <a:lnTo>
                  <a:pt x="676" y="991"/>
                </a:lnTo>
                <a:lnTo>
                  <a:pt x="676" y="990"/>
                </a:lnTo>
                <a:lnTo>
                  <a:pt x="675" y="990"/>
                </a:lnTo>
                <a:lnTo>
                  <a:pt x="675" y="991"/>
                </a:lnTo>
                <a:lnTo>
                  <a:pt x="674" y="991"/>
                </a:lnTo>
                <a:lnTo>
                  <a:pt x="674" y="990"/>
                </a:lnTo>
                <a:lnTo>
                  <a:pt x="673" y="990"/>
                </a:lnTo>
                <a:lnTo>
                  <a:pt x="673" y="991"/>
                </a:lnTo>
                <a:lnTo>
                  <a:pt x="672" y="991"/>
                </a:lnTo>
                <a:lnTo>
                  <a:pt x="672" y="990"/>
                </a:lnTo>
                <a:lnTo>
                  <a:pt x="672" y="989"/>
                </a:lnTo>
                <a:lnTo>
                  <a:pt x="673" y="989"/>
                </a:lnTo>
                <a:lnTo>
                  <a:pt x="672" y="989"/>
                </a:lnTo>
                <a:lnTo>
                  <a:pt x="672" y="988"/>
                </a:lnTo>
                <a:lnTo>
                  <a:pt x="672" y="987"/>
                </a:lnTo>
                <a:lnTo>
                  <a:pt x="673" y="986"/>
                </a:lnTo>
                <a:lnTo>
                  <a:pt x="673" y="985"/>
                </a:lnTo>
                <a:lnTo>
                  <a:pt x="672" y="985"/>
                </a:lnTo>
                <a:lnTo>
                  <a:pt x="671" y="985"/>
                </a:lnTo>
                <a:lnTo>
                  <a:pt x="671" y="984"/>
                </a:lnTo>
                <a:lnTo>
                  <a:pt x="670" y="984"/>
                </a:lnTo>
                <a:lnTo>
                  <a:pt x="670" y="983"/>
                </a:lnTo>
                <a:lnTo>
                  <a:pt x="669" y="983"/>
                </a:lnTo>
                <a:lnTo>
                  <a:pt x="669" y="982"/>
                </a:lnTo>
                <a:lnTo>
                  <a:pt x="668" y="981"/>
                </a:lnTo>
                <a:lnTo>
                  <a:pt x="668" y="980"/>
                </a:lnTo>
                <a:lnTo>
                  <a:pt x="668" y="979"/>
                </a:lnTo>
                <a:lnTo>
                  <a:pt x="667" y="978"/>
                </a:lnTo>
                <a:lnTo>
                  <a:pt x="667" y="977"/>
                </a:lnTo>
                <a:lnTo>
                  <a:pt x="667" y="976"/>
                </a:lnTo>
                <a:lnTo>
                  <a:pt x="667" y="975"/>
                </a:lnTo>
                <a:lnTo>
                  <a:pt x="666" y="975"/>
                </a:lnTo>
                <a:lnTo>
                  <a:pt x="666" y="974"/>
                </a:lnTo>
                <a:lnTo>
                  <a:pt x="665" y="973"/>
                </a:lnTo>
                <a:lnTo>
                  <a:pt x="665" y="972"/>
                </a:lnTo>
                <a:lnTo>
                  <a:pt x="664" y="971"/>
                </a:lnTo>
                <a:lnTo>
                  <a:pt x="664" y="970"/>
                </a:lnTo>
                <a:lnTo>
                  <a:pt x="663" y="970"/>
                </a:lnTo>
                <a:lnTo>
                  <a:pt x="663" y="969"/>
                </a:lnTo>
                <a:lnTo>
                  <a:pt x="663" y="968"/>
                </a:lnTo>
                <a:lnTo>
                  <a:pt x="662" y="967"/>
                </a:lnTo>
                <a:lnTo>
                  <a:pt x="661" y="967"/>
                </a:lnTo>
                <a:lnTo>
                  <a:pt x="660" y="967"/>
                </a:lnTo>
                <a:lnTo>
                  <a:pt x="660" y="966"/>
                </a:lnTo>
                <a:lnTo>
                  <a:pt x="659" y="966"/>
                </a:lnTo>
                <a:lnTo>
                  <a:pt x="659" y="965"/>
                </a:lnTo>
                <a:lnTo>
                  <a:pt x="659" y="964"/>
                </a:lnTo>
                <a:lnTo>
                  <a:pt x="658" y="964"/>
                </a:lnTo>
                <a:lnTo>
                  <a:pt x="657" y="963"/>
                </a:lnTo>
                <a:lnTo>
                  <a:pt x="657" y="962"/>
                </a:lnTo>
                <a:lnTo>
                  <a:pt x="657" y="961"/>
                </a:lnTo>
                <a:lnTo>
                  <a:pt x="657" y="960"/>
                </a:lnTo>
                <a:lnTo>
                  <a:pt x="657" y="959"/>
                </a:lnTo>
                <a:lnTo>
                  <a:pt x="656" y="959"/>
                </a:lnTo>
                <a:lnTo>
                  <a:pt x="656" y="958"/>
                </a:lnTo>
                <a:lnTo>
                  <a:pt x="656" y="957"/>
                </a:lnTo>
                <a:lnTo>
                  <a:pt x="657" y="956"/>
                </a:lnTo>
                <a:lnTo>
                  <a:pt x="657" y="955"/>
                </a:lnTo>
                <a:lnTo>
                  <a:pt x="657" y="954"/>
                </a:lnTo>
                <a:lnTo>
                  <a:pt x="656" y="954"/>
                </a:lnTo>
                <a:lnTo>
                  <a:pt x="656" y="953"/>
                </a:lnTo>
                <a:lnTo>
                  <a:pt x="656" y="952"/>
                </a:lnTo>
                <a:lnTo>
                  <a:pt x="657" y="951"/>
                </a:lnTo>
                <a:lnTo>
                  <a:pt x="657" y="950"/>
                </a:lnTo>
                <a:lnTo>
                  <a:pt x="657" y="949"/>
                </a:lnTo>
                <a:lnTo>
                  <a:pt x="658" y="948"/>
                </a:lnTo>
                <a:lnTo>
                  <a:pt x="658" y="947"/>
                </a:lnTo>
                <a:lnTo>
                  <a:pt x="657" y="947"/>
                </a:lnTo>
                <a:lnTo>
                  <a:pt x="656" y="946"/>
                </a:lnTo>
                <a:lnTo>
                  <a:pt x="656" y="945"/>
                </a:lnTo>
                <a:lnTo>
                  <a:pt x="655" y="945"/>
                </a:lnTo>
                <a:lnTo>
                  <a:pt x="656" y="945"/>
                </a:lnTo>
                <a:lnTo>
                  <a:pt x="656" y="944"/>
                </a:lnTo>
                <a:lnTo>
                  <a:pt x="656" y="945"/>
                </a:lnTo>
                <a:lnTo>
                  <a:pt x="657" y="945"/>
                </a:lnTo>
                <a:lnTo>
                  <a:pt x="658" y="944"/>
                </a:lnTo>
                <a:lnTo>
                  <a:pt x="658" y="942"/>
                </a:lnTo>
                <a:lnTo>
                  <a:pt x="658" y="941"/>
                </a:lnTo>
                <a:lnTo>
                  <a:pt x="658" y="940"/>
                </a:lnTo>
                <a:lnTo>
                  <a:pt x="657" y="940"/>
                </a:lnTo>
                <a:lnTo>
                  <a:pt x="657" y="939"/>
                </a:lnTo>
                <a:lnTo>
                  <a:pt x="656" y="938"/>
                </a:lnTo>
                <a:lnTo>
                  <a:pt x="656" y="937"/>
                </a:lnTo>
                <a:lnTo>
                  <a:pt x="656" y="936"/>
                </a:lnTo>
                <a:lnTo>
                  <a:pt x="657" y="936"/>
                </a:lnTo>
                <a:lnTo>
                  <a:pt x="657" y="935"/>
                </a:lnTo>
                <a:lnTo>
                  <a:pt x="656" y="935"/>
                </a:lnTo>
                <a:lnTo>
                  <a:pt x="656" y="934"/>
                </a:lnTo>
                <a:lnTo>
                  <a:pt x="655" y="934"/>
                </a:lnTo>
                <a:lnTo>
                  <a:pt x="654" y="933"/>
                </a:lnTo>
                <a:lnTo>
                  <a:pt x="654" y="932"/>
                </a:lnTo>
                <a:lnTo>
                  <a:pt x="654" y="931"/>
                </a:lnTo>
                <a:lnTo>
                  <a:pt x="653" y="931"/>
                </a:lnTo>
                <a:lnTo>
                  <a:pt x="652" y="931"/>
                </a:lnTo>
                <a:lnTo>
                  <a:pt x="652" y="930"/>
                </a:lnTo>
                <a:lnTo>
                  <a:pt x="651" y="930"/>
                </a:lnTo>
                <a:lnTo>
                  <a:pt x="650" y="930"/>
                </a:lnTo>
                <a:lnTo>
                  <a:pt x="650" y="929"/>
                </a:lnTo>
                <a:lnTo>
                  <a:pt x="649" y="928"/>
                </a:lnTo>
                <a:lnTo>
                  <a:pt x="649" y="927"/>
                </a:lnTo>
                <a:lnTo>
                  <a:pt x="648" y="927"/>
                </a:lnTo>
                <a:lnTo>
                  <a:pt x="647" y="927"/>
                </a:lnTo>
                <a:lnTo>
                  <a:pt x="646" y="927"/>
                </a:lnTo>
                <a:lnTo>
                  <a:pt x="645" y="928"/>
                </a:lnTo>
                <a:lnTo>
                  <a:pt x="645" y="929"/>
                </a:lnTo>
                <a:lnTo>
                  <a:pt x="644" y="929"/>
                </a:lnTo>
                <a:lnTo>
                  <a:pt x="643" y="930"/>
                </a:lnTo>
                <a:lnTo>
                  <a:pt x="642" y="930"/>
                </a:lnTo>
                <a:lnTo>
                  <a:pt x="642" y="931"/>
                </a:lnTo>
                <a:lnTo>
                  <a:pt x="641" y="931"/>
                </a:lnTo>
                <a:lnTo>
                  <a:pt x="641" y="932"/>
                </a:lnTo>
                <a:lnTo>
                  <a:pt x="640" y="932"/>
                </a:lnTo>
                <a:lnTo>
                  <a:pt x="640" y="933"/>
                </a:lnTo>
                <a:lnTo>
                  <a:pt x="638" y="933"/>
                </a:lnTo>
                <a:lnTo>
                  <a:pt x="638" y="934"/>
                </a:lnTo>
                <a:lnTo>
                  <a:pt x="637" y="934"/>
                </a:lnTo>
                <a:lnTo>
                  <a:pt x="636" y="934"/>
                </a:lnTo>
                <a:lnTo>
                  <a:pt x="635" y="934"/>
                </a:lnTo>
                <a:lnTo>
                  <a:pt x="635" y="935"/>
                </a:lnTo>
                <a:lnTo>
                  <a:pt x="634" y="935"/>
                </a:lnTo>
                <a:lnTo>
                  <a:pt x="634" y="936"/>
                </a:lnTo>
                <a:lnTo>
                  <a:pt x="634" y="937"/>
                </a:lnTo>
                <a:lnTo>
                  <a:pt x="633" y="937"/>
                </a:lnTo>
                <a:lnTo>
                  <a:pt x="633" y="938"/>
                </a:lnTo>
                <a:lnTo>
                  <a:pt x="633" y="939"/>
                </a:lnTo>
                <a:lnTo>
                  <a:pt x="633" y="940"/>
                </a:lnTo>
                <a:lnTo>
                  <a:pt x="633" y="941"/>
                </a:lnTo>
                <a:lnTo>
                  <a:pt x="632" y="941"/>
                </a:lnTo>
                <a:lnTo>
                  <a:pt x="632" y="942"/>
                </a:lnTo>
                <a:lnTo>
                  <a:pt x="632" y="943"/>
                </a:lnTo>
                <a:lnTo>
                  <a:pt x="631" y="944"/>
                </a:lnTo>
                <a:lnTo>
                  <a:pt x="630" y="944"/>
                </a:lnTo>
                <a:lnTo>
                  <a:pt x="629" y="944"/>
                </a:lnTo>
                <a:lnTo>
                  <a:pt x="629" y="943"/>
                </a:lnTo>
                <a:lnTo>
                  <a:pt x="628" y="943"/>
                </a:lnTo>
                <a:lnTo>
                  <a:pt x="627" y="943"/>
                </a:lnTo>
                <a:lnTo>
                  <a:pt x="626" y="944"/>
                </a:lnTo>
                <a:lnTo>
                  <a:pt x="625" y="943"/>
                </a:lnTo>
                <a:lnTo>
                  <a:pt x="624" y="943"/>
                </a:lnTo>
                <a:lnTo>
                  <a:pt x="623" y="943"/>
                </a:lnTo>
                <a:lnTo>
                  <a:pt x="622" y="942"/>
                </a:lnTo>
                <a:lnTo>
                  <a:pt x="622" y="941"/>
                </a:lnTo>
                <a:lnTo>
                  <a:pt x="621" y="941"/>
                </a:lnTo>
                <a:lnTo>
                  <a:pt x="621" y="942"/>
                </a:lnTo>
                <a:lnTo>
                  <a:pt x="621" y="943"/>
                </a:lnTo>
                <a:lnTo>
                  <a:pt x="620" y="943"/>
                </a:lnTo>
                <a:lnTo>
                  <a:pt x="620" y="944"/>
                </a:lnTo>
                <a:lnTo>
                  <a:pt x="620" y="945"/>
                </a:lnTo>
                <a:lnTo>
                  <a:pt x="621" y="945"/>
                </a:lnTo>
                <a:lnTo>
                  <a:pt x="620" y="945"/>
                </a:lnTo>
                <a:lnTo>
                  <a:pt x="620" y="946"/>
                </a:lnTo>
                <a:lnTo>
                  <a:pt x="621" y="946"/>
                </a:lnTo>
                <a:lnTo>
                  <a:pt x="621" y="947"/>
                </a:lnTo>
                <a:lnTo>
                  <a:pt x="621" y="948"/>
                </a:lnTo>
                <a:lnTo>
                  <a:pt x="622" y="948"/>
                </a:lnTo>
                <a:lnTo>
                  <a:pt x="622" y="949"/>
                </a:lnTo>
                <a:lnTo>
                  <a:pt x="623" y="950"/>
                </a:lnTo>
                <a:lnTo>
                  <a:pt x="624" y="950"/>
                </a:lnTo>
                <a:lnTo>
                  <a:pt x="624" y="949"/>
                </a:lnTo>
                <a:lnTo>
                  <a:pt x="624" y="950"/>
                </a:lnTo>
                <a:lnTo>
                  <a:pt x="623" y="951"/>
                </a:lnTo>
                <a:lnTo>
                  <a:pt x="623" y="952"/>
                </a:lnTo>
                <a:lnTo>
                  <a:pt x="622" y="952"/>
                </a:lnTo>
                <a:lnTo>
                  <a:pt x="621" y="953"/>
                </a:lnTo>
                <a:lnTo>
                  <a:pt x="621" y="954"/>
                </a:lnTo>
                <a:lnTo>
                  <a:pt x="622" y="954"/>
                </a:lnTo>
                <a:lnTo>
                  <a:pt x="623" y="954"/>
                </a:lnTo>
                <a:lnTo>
                  <a:pt x="623" y="955"/>
                </a:lnTo>
                <a:lnTo>
                  <a:pt x="624" y="956"/>
                </a:lnTo>
                <a:lnTo>
                  <a:pt x="625" y="957"/>
                </a:lnTo>
                <a:lnTo>
                  <a:pt x="625" y="958"/>
                </a:lnTo>
                <a:lnTo>
                  <a:pt x="624" y="958"/>
                </a:lnTo>
                <a:lnTo>
                  <a:pt x="623" y="958"/>
                </a:lnTo>
                <a:lnTo>
                  <a:pt x="623" y="959"/>
                </a:lnTo>
                <a:lnTo>
                  <a:pt x="623" y="960"/>
                </a:lnTo>
                <a:lnTo>
                  <a:pt x="623" y="961"/>
                </a:lnTo>
                <a:lnTo>
                  <a:pt x="622" y="961"/>
                </a:lnTo>
                <a:lnTo>
                  <a:pt x="621" y="961"/>
                </a:lnTo>
                <a:lnTo>
                  <a:pt x="621" y="962"/>
                </a:lnTo>
                <a:lnTo>
                  <a:pt x="620" y="962"/>
                </a:lnTo>
                <a:lnTo>
                  <a:pt x="621" y="962"/>
                </a:lnTo>
                <a:lnTo>
                  <a:pt x="621" y="963"/>
                </a:lnTo>
                <a:lnTo>
                  <a:pt x="622" y="963"/>
                </a:lnTo>
                <a:lnTo>
                  <a:pt x="623" y="963"/>
                </a:lnTo>
                <a:lnTo>
                  <a:pt x="623" y="964"/>
                </a:lnTo>
                <a:lnTo>
                  <a:pt x="623" y="965"/>
                </a:lnTo>
                <a:lnTo>
                  <a:pt x="624" y="966"/>
                </a:lnTo>
                <a:lnTo>
                  <a:pt x="623" y="966"/>
                </a:lnTo>
                <a:lnTo>
                  <a:pt x="622" y="967"/>
                </a:lnTo>
                <a:lnTo>
                  <a:pt x="621" y="967"/>
                </a:lnTo>
                <a:lnTo>
                  <a:pt x="621" y="968"/>
                </a:lnTo>
                <a:lnTo>
                  <a:pt x="620" y="968"/>
                </a:lnTo>
                <a:lnTo>
                  <a:pt x="620" y="969"/>
                </a:lnTo>
                <a:lnTo>
                  <a:pt x="619" y="969"/>
                </a:lnTo>
                <a:lnTo>
                  <a:pt x="618" y="969"/>
                </a:lnTo>
                <a:lnTo>
                  <a:pt x="617" y="969"/>
                </a:lnTo>
                <a:lnTo>
                  <a:pt x="616" y="969"/>
                </a:lnTo>
                <a:lnTo>
                  <a:pt x="616" y="970"/>
                </a:lnTo>
                <a:lnTo>
                  <a:pt x="615" y="970"/>
                </a:lnTo>
                <a:lnTo>
                  <a:pt x="614" y="970"/>
                </a:lnTo>
                <a:lnTo>
                  <a:pt x="612" y="970"/>
                </a:lnTo>
                <a:lnTo>
                  <a:pt x="612" y="971"/>
                </a:lnTo>
                <a:lnTo>
                  <a:pt x="611" y="971"/>
                </a:lnTo>
                <a:lnTo>
                  <a:pt x="610" y="971"/>
                </a:lnTo>
                <a:lnTo>
                  <a:pt x="609" y="972"/>
                </a:lnTo>
                <a:lnTo>
                  <a:pt x="608" y="972"/>
                </a:lnTo>
                <a:lnTo>
                  <a:pt x="608" y="973"/>
                </a:lnTo>
                <a:lnTo>
                  <a:pt x="607" y="973"/>
                </a:lnTo>
                <a:lnTo>
                  <a:pt x="606" y="973"/>
                </a:lnTo>
                <a:lnTo>
                  <a:pt x="605" y="973"/>
                </a:lnTo>
                <a:lnTo>
                  <a:pt x="604" y="973"/>
                </a:lnTo>
                <a:lnTo>
                  <a:pt x="603" y="973"/>
                </a:lnTo>
                <a:lnTo>
                  <a:pt x="602" y="973"/>
                </a:lnTo>
                <a:lnTo>
                  <a:pt x="601" y="972"/>
                </a:lnTo>
                <a:lnTo>
                  <a:pt x="601" y="971"/>
                </a:lnTo>
                <a:lnTo>
                  <a:pt x="600" y="971"/>
                </a:lnTo>
                <a:lnTo>
                  <a:pt x="599" y="971"/>
                </a:lnTo>
                <a:lnTo>
                  <a:pt x="598" y="971"/>
                </a:lnTo>
                <a:lnTo>
                  <a:pt x="597" y="971"/>
                </a:lnTo>
                <a:lnTo>
                  <a:pt x="597" y="972"/>
                </a:lnTo>
                <a:lnTo>
                  <a:pt x="596" y="972"/>
                </a:lnTo>
                <a:lnTo>
                  <a:pt x="595" y="972"/>
                </a:lnTo>
                <a:lnTo>
                  <a:pt x="594" y="971"/>
                </a:lnTo>
                <a:lnTo>
                  <a:pt x="593" y="971"/>
                </a:lnTo>
                <a:lnTo>
                  <a:pt x="592" y="970"/>
                </a:lnTo>
                <a:lnTo>
                  <a:pt x="591" y="970"/>
                </a:lnTo>
                <a:lnTo>
                  <a:pt x="591" y="969"/>
                </a:lnTo>
                <a:lnTo>
                  <a:pt x="591" y="968"/>
                </a:lnTo>
                <a:lnTo>
                  <a:pt x="591" y="967"/>
                </a:lnTo>
                <a:lnTo>
                  <a:pt x="591" y="966"/>
                </a:lnTo>
                <a:lnTo>
                  <a:pt x="591" y="965"/>
                </a:lnTo>
                <a:lnTo>
                  <a:pt x="590" y="964"/>
                </a:lnTo>
                <a:lnTo>
                  <a:pt x="590" y="963"/>
                </a:lnTo>
                <a:lnTo>
                  <a:pt x="590" y="962"/>
                </a:lnTo>
                <a:lnTo>
                  <a:pt x="590" y="961"/>
                </a:lnTo>
                <a:lnTo>
                  <a:pt x="590" y="960"/>
                </a:lnTo>
                <a:lnTo>
                  <a:pt x="590" y="959"/>
                </a:lnTo>
                <a:lnTo>
                  <a:pt x="589" y="959"/>
                </a:lnTo>
                <a:lnTo>
                  <a:pt x="588" y="960"/>
                </a:lnTo>
                <a:lnTo>
                  <a:pt x="588" y="961"/>
                </a:lnTo>
                <a:lnTo>
                  <a:pt x="588" y="962"/>
                </a:lnTo>
                <a:lnTo>
                  <a:pt x="587" y="962"/>
                </a:lnTo>
                <a:lnTo>
                  <a:pt x="586" y="962"/>
                </a:lnTo>
                <a:lnTo>
                  <a:pt x="585" y="962"/>
                </a:lnTo>
                <a:lnTo>
                  <a:pt x="585" y="961"/>
                </a:lnTo>
                <a:lnTo>
                  <a:pt x="584" y="961"/>
                </a:lnTo>
                <a:lnTo>
                  <a:pt x="583" y="960"/>
                </a:lnTo>
                <a:lnTo>
                  <a:pt x="582" y="960"/>
                </a:lnTo>
                <a:lnTo>
                  <a:pt x="582" y="961"/>
                </a:lnTo>
                <a:lnTo>
                  <a:pt x="581" y="960"/>
                </a:lnTo>
                <a:lnTo>
                  <a:pt x="580" y="959"/>
                </a:lnTo>
                <a:lnTo>
                  <a:pt x="580" y="958"/>
                </a:lnTo>
                <a:lnTo>
                  <a:pt x="579" y="958"/>
                </a:lnTo>
                <a:lnTo>
                  <a:pt x="579" y="957"/>
                </a:lnTo>
                <a:lnTo>
                  <a:pt x="578" y="957"/>
                </a:lnTo>
                <a:lnTo>
                  <a:pt x="578" y="956"/>
                </a:lnTo>
                <a:lnTo>
                  <a:pt x="579" y="955"/>
                </a:lnTo>
                <a:lnTo>
                  <a:pt x="579" y="954"/>
                </a:lnTo>
                <a:lnTo>
                  <a:pt x="580" y="954"/>
                </a:lnTo>
                <a:lnTo>
                  <a:pt x="581" y="954"/>
                </a:lnTo>
                <a:lnTo>
                  <a:pt x="581" y="953"/>
                </a:lnTo>
                <a:lnTo>
                  <a:pt x="581" y="954"/>
                </a:lnTo>
                <a:lnTo>
                  <a:pt x="581" y="953"/>
                </a:lnTo>
                <a:lnTo>
                  <a:pt x="581" y="952"/>
                </a:lnTo>
                <a:lnTo>
                  <a:pt x="580" y="952"/>
                </a:lnTo>
                <a:lnTo>
                  <a:pt x="581" y="952"/>
                </a:lnTo>
                <a:lnTo>
                  <a:pt x="581" y="951"/>
                </a:lnTo>
                <a:lnTo>
                  <a:pt x="581" y="950"/>
                </a:lnTo>
                <a:lnTo>
                  <a:pt x="580" y="950"/>
                </a:lnTo>
                <a:lnTo>
                  <a:pt x="580" y="949"/>
                </a:lnTo>
                <a:lnTo>
                  <a:pt x="579" y="949"/>
                </a:lnTo>
                <a:lnTo>
                  <a:pt x="578" y="949"/>
                </a:lnTo>
                <a:lnTo>
                  <a:pt x="578" y="948"/>
                </a:lnTo>
                <a:lnTo>
                  <a:pt x="577" y="948"/>
                </a:lnTo>
                <a:lnTo>
                  <a:pt x="577" y="947"/>
                </a:lnTo>
                <a:lnTo>
                  <a:pt x="577" y="946"/>
                </a:lnTo>
                <a:lnTo>
                  <a:pt x="576" y="946"/>
                </a:lnTo>
                <a:lnTo>
                  <a:pt x="575" y="945"/>
                </a:lnTo>
                <a:lnTo>
                  <a:pt x="575" y="944"/>
                </a:lnTo>
                <a:lnTo>
                  <a:pt x="574" y="944"/>
                </a:lnTo>
                <a:lnTo>
                  <a:pt x="573" y="943"/>
                </a:lnTo>
                <a:lnTo>
                  <a:pt x="572" y="943"/>
                </a:lnTo>
                <a:lnTo>
                  <a:pt x="572" y="942"/>
                </a:lnTo>
                <a:lnTo>
                  <a:pt x="572" y="941"/>
                </a:lnTo>
                <a:lnTo>
                  <a:pt x="571" y="940"/>
                </a:lnTo>
                <a:lnTo>
                  <a:pt x="571" y="939"/>
                </a:lnTo>
                <a:lnTo>
                  <a:pt x="570" y="939"/>
                </a:lnTo>
                <a:lnTo>
                  <a:pt x="569" y="939"/>
                </a:lnTo>
                <a:lnTo>
                  <a:pt x="568" y="939"/>
                </a:lnTo>
                <a:lnTo>
                  <a:pt x="569" y="938"/>
                </a:lnTo>
                <a:lnTo>
                  <a:pt x="569" y="937"/>
                </a:lnTo>
                <a:lnTo>
                  <a:pt x="570" y="937"/>
                </a:lnTo>
                <a:lnTo>
                  <a:pt x="570" y="936"/>
                </a:lnTo>
                <a:lnTo>
                  <a:pt x="570" y="935"/>
                </a:lnTo>
                <a:lnTo>
                  <a:pt x="571" y="935"/>
                </a:lnTo>
                <a:lnTo>
                  <a:pt x="571" y="934"/>
                </a:lnTo>
                <a:lnTo>
                  <a:pt x="570" y="934"/>
                </a:lnTo>
                <a:lnTo>
                  <a:pt x="570" y="933"/>
                </a:lnTo>
                <a:lnTo>
                  <a:pt x="569" y="933"/>
                </a:lnTo>
                <a:lnTo>
                  <a:pt x="568" y="933"/>
                </a:lnTo>
                <a:lnTo>
                  <a:pt x="567" y="932"/>
                </a:lnTo>
                <a:lnTo>
                  <a:pt x="567" y="931"/>
                </a:lnTo>
                <a:lnTo>
                  <a:pt x="567" y="930"/>
                </a:lnTo>
                <a:lnTo>
                  <a:pt x="567" y="929"/>
                </a:lnTo>
                <a:lnTo>
                  <a:pt x="568" y="929"/>
                </a:lnTo>
                <a:lnTo>
                  <a:pt x="568" y="928"/>
                </a:lnTo>
                <a:lnTo>
                  <a:pt x="567" y="928"/>
                </a:lnTo>
                <a:lnTo>
                  <a:pt x="567" y="927"/>
                </a:lnTo>
                <a:lnTo>
                  <a:pt x="568" y="927"/>
                </a:lnTo>
                <a:lnTo>
                  <a:pt x="568" y="926"/>
                </a:lnTo>
                <a:lnTo>
                  <a:pt x="569" y="926"/>
                </a:lnTo>
                <a:lnTo>
                  <a:pt x="571" y="926"/>
                </a:lnTo>
                <a:lnTo>
                  <a:pt x="573" y="926"/>
                </a:lnTo>
                <a:lnTo>
                  <a:pt x="574" y="926"/>
                </a:lnTo>
                <a:lnTo>
                  <a:pt x="574" y="925"/>
                </a:lnTo>
                <a:lnTo>
                  <a:pt x="574" y="924"/>
                </a:lnTo>
                <a:lnTo>
                  <a:pt x="575" y="924"/>
                </a:lnTo>
                <a:lnTo>
                  <a:pt x="576" y="923"/>
                </a:lnTo>
                <a:lnTo>
                  <a:pt x="576" y="922"/>
                </a:lnTo>
                <a:lnTo>
                  <a:pt x="575" y="922"/>
                </a:lnTo>
                <a:lnTo>
                  <a:pt x="575" y="921"/>
                </a:lnTo>
                <a:lnTo>
                  <a:pt x="574" y="921"/>
                </a:lnTo>
                <a:lnTo>
                  <a:pt x="573" y="921"/>
                </a:lnTo>
                <a:lnTo>
                  <a:pt x="572" y="921"/>
                </a:lnTo>
                <a:lnTo>
                  <a:pt x="572" y="920"/>
                </a:lnTo>
                <a:lnTo>
                  <a:pt x="571" y="920"/>
                </a:lnTo>
                <a:lnTo>
                  <a:pt x="571" y="919"/>
                </a:lnTo>
                <a:lnTo>
                  <a:pt x="570" y="919"/>
                </a:lnTo>
                <a:lnTo>
                  <a:pt x="570" y="918"/>
                </a:lnTo>
                <a:lnTo>
                  <a:pt x="569" y="918"/>
                </a:lnTo>
                <a:lnTo>
                  <a:pt x="568" y="918"/>
                </a:lnTo>
                <a:lnTo>
                  <a:pt x="567" y="918"/>
                </a:lnTo>
                <a:lnTo>
                  <a:pt x="567" y="917"/>
                </a:lnTo>
                <a:lnTo>
                  <a:pt x="566" y="917"/>
                </a:lnTo>
                <a:lnTo>
                  <a:pt x="565" y="917"/>
                </a:lnTo>
                <a:lnTo>
                  <a:pt x="564" y="917"/>
                </a:lnTo>
                <a:lnTo>
                  <a:pt x="563" y="916"/>
                </a:lnTo>
                <a:lnTo>
                  <a:pt x="562" y="916"/>
                </a:lnTo>
                <a:lnTo>
                  <a:pt x="561" y="915"/>
                </a:lnTo>
                <a:lnTo>
                  <a:pt x="560" y="915"/>
                </a:lnTo>
                <a:lnTo>
                  <a:pt x="558" y="915"/>
                </a:lnTo>
                <a:lnTo>
                  <a:pt x="557" y="915"/>
                </a:lnTo>
                <a:lnTo>
                  <a:pt x="556" y="915"/>
                </a:lnTo>
                <a:lnTo>
                  <a:pt x="554" y="915"/>
                </a:lnTo>
                <a:lnTo>
                  <a:pt x="554" y="914"/>
                </a:lnTo>
                <a:lnTo>
                  <a:pt x="553" y="914"/>
                </a:lnTo>
                <a:lnTo>
                  <a:pt x="550" y="914"/>
                </a:lnTo>
                <a:lnTo>
                  <a:pt x="549" y="915"/>
                </a:lnTo>
                <a:lnTo>
                  <a:pt x="549" y="916"/>
                </a:lnTo>
                <a:lnTo>
                  <a:pt x="549" y="917"/>
                </a:lnTo>
                <a:lnTo>
                  <a:pt x="548" y="917"/>
                </a:lnTo>
                <a:lnTo>
                  <a:pt x="547" y="917"/>
                </a:lnTo>
                <a:lnTo>
                  <a:pt x="547" y="916"/>
                </a:lnTo>
                <a:lnTo>
                  <a:pt x="546" y="916"/>
                </a:lnTo>
                <a:lnTo>
                  <a:pt x="545" y="916"/>
                </a:lnTo>
                <a:lnTo>
                  <a:pt x="544" y="916"/>
                </a:lnTo>
                <a:lnTo>
                  <a:pt x="544" y="915"/>
                </a:lnTo>
                <a:lnTo>
                  <a:pt x="545" y="915"/>
                </a:lnTo>
                <a:lnTo>
                  <a:pt x="546" y="914"/>
                </a:lnTo>
                <a:lnTo>
                  <a:pt x="545" y="914"/>
                </a:lnTo>
                <a:lnTo>
                  <a:pt x="544" y="914"/>
                </a:lnTo>
                <a:lnTo>
                  <a:pt x="544" y="913"/>
                </a:lnTo>
                <a:lnTo>
                  <a:pt x="543" y="913"/>
                </a:lnTo>
                <a:lnTo>
                  <a:pt x="543" y="914"/>
                </a:lnTo>
                <a:lnTo>
                  <a:pt x="542" y="914"/>
                </a:lnTo>
                <a:lnTo>
                  <a:pt x="541" y="914"/>
                </a:lnTo>
                <a:lnTo>
                  <a:pt x="540" y="914"/>
                </a:lnTo>
                <a:lnTo>
                  <a:pt x="540" y="915"/>
                </a:lnTo>
                <a:lnTo>
                  <a:pt x="539" y="916"/>
                </a:lnTo>
                <a:lnTo>
                  <a:pt x="538" y="916"/>
                </a:lnTo>
                <a:lnTo>
                  <a:pt x="538" y="917"/>
                </a:lnTo>
                <a:lnTo>
                  <a:pt x="537" y="917"/>
                </a:lnTo>
                <a:lnTo>
                  <a:pt x="536" y="917"/>
                </a:lnTo>
                <a:lnTo>
                  <a:pt x="535" y="917"/>
                </a:lnTo>
                <a:lnTo>
                  <a:pt x="533" y="917"/>
                </a:lnTo>
                <a:lnTo>
                  <a:pt x="533" y="918"/>
                </a:lnTo>
                <a:lnTo>
                  <a:pt x="533" y="919"/>
                </a:lnTo>
                <a:lnTo>
                  <a:pt x="532" y="919"/>
                </a:lnTo>
                <a:lnTo>
                  <a:pt x="531" y="921"/>
                </a:lnTo>
                <a:lnTo>
                  <a:pt x="530" y="921"/>
                </a:lnTo>
                <a:lnTo>
                  <a:pt x="530" y="922"/>
                </a:lnTo>
                <a:lnTo>
                  <a:pt x="529" y="922"/>
                </a:lnTo>
                <a:lnTo>
                  <a:pt x="529" y="921"/>
                </a:lnTo>
                <a:lnTo>
                  <a:pt x="529" y="920"/>
                </a:lnTo>
                <a:lnTo>
                  <a:pt x="529" y="919"/>
                </a:lnTo>
                <a:lnTo>
                  <a:pt x="528" y="919"/>
                </a:lnTo>
                <a:lnTo>
                  <a:pt x="528" y="918"/>
                </a:lnTo>
                <a:lnTo>
                  <a:pt x="527" y="918"/>
                </a:lnTo>
                <a:lnTo>
                  <a:pt x="528" y="917"/>
                </a:lnTo>
                <a:lnTo>
                  <a:pt x="529" y="917"/>
                </a:lnTo>
                <a:lnTo>
                  <a:pt x="529" y="916"/>
                </a:lnTo>
                <a:lnTo>
                  <a:pt x="529" y="914"/>
                </a:lnTo>
                <a:lnTo>
                  <a:pt x="529" y="913"/>
                </a:lnTo>
                <a:lnTo>
                  <a:pt x="528" y="912"/>
                </a:lnTo>
                <a:lnTo>
                  <a:pt x="528" y="911"/>
                </a:lnTo>
                <a:lnTo>
                  <a:pt x="528" y="910"/>
                </a:lnTo>
                <a:lnTo>
                  <a:pt x="528" y="909"/>
                </a:lnTo>
                <a:lnTo>
                  <a:pt x="528" y="908"/>
                </a:lnTo>
                <a:lnTo>
                  <a:pt x="528" y="907"/>
                </a:lnTo>
                <a:lnTo>
                  <a:pt x="529" y="907"/>
                </a:lnTo>
                <a:lnTo>
                  <a:pt x="529" y="906"/>
                </a:lnTo>
                <a:lnTo>
                  <a:pt x="528" y="906"/>
                </a:lnTo>
                <a:lnTo>
                  <a:pt x="528" y="905"/>
                </a:lnTo>
                <a:lnTo>
                  <a:pt x="527" y="905"/>
                </a:lnTo>
                <a:lnTo>
                  <a:pt x="527" y="904"/>
                </a:lnTo>
                <a:lnTo>
                  <a:pt x="526" y="903"/>
                </a:lnTo>
                <a:lnTo>
                  <a:pt x="525" y="902"/>
                </a:lnTo>
                <a:lnTo>
                  <a:pt x="525" y="901"/>
                </a:lnTo>
                <a:lnTo>
                  <a:pt x="525" y="900"/>
                </a:lnTo>
                <a:lnTo>
                  <a:pt x="524" y="900"/>
                </a:lnTo>
                <a:lnTo>
                  <a:pt x="524" y="899"/>
                </a:lnTo>
                <a:lnTo>
                  <a:pt x="524" y="898"/>
                </a:lnTo>
                <a:lnTo>
                  <a:pt x="524" y="897"/>
                </a:lnTo>
                <a:lnTo>
                  <a:pt x="524" y="896"/>
                </a:lnTo>
                <a:lnTo>
                  <a:pt x="524" y="895"/>
                </a:lnTo>
                <a:lnTo>
                  <a:pt x="523" y="895"/>
                </a:lnTo>
                <a:lnTo>
                  <a:pt x="524" y="895"/>
                </a:lnTo>
                <a:lnTo>
                  <a:pt x="524" y="894"/>
                </a:lnTo>
                <a:lnTo>
                  <a:pt x="524" y="893"/>
                </a:lnTo>
                <a:lnTo>
                  <a:pt x="525" y="892"/>
                </a:lnTo>
                <a:lnTo>
                  <a:pt x="525" y="891"/>
                </a:lnTo>
                <a:lnTo>
                  <a:pt x="525" y="890"/>
                </a:lnTo>
                <a:lnTo>
                  <a:pt x="526" y="889"/>
                </a:lnTo>
                <a:lnTo>
                  <a:pt x="526" y="888"/>
                </a:lnTo>
                <a:lnTo>
                  <a:pt x="527" y="888"/>
                </a:lnTo>
                <a:lnTo>
                  <a:pt x="528" y="888"/>
                </a:lnTo>
                <a:lnTo>
                  <a:pt x="528" y="887"/>
                </a:lnTo>
                <a:lnTo>
                  <a:pt x="529" y="887"/>
                </a:lnTo>
                <a:lnTo>
                  <a:pt x="530" y="887"/>
                </a:lnTo>
                <a:lnTo>
                  <a:pt x="531" y="887"/>
                </a:lnTo>
                <a:lnTo>
                  <a:pt x="532" y="887"/>
                </a:lnTo>
                <a:lnTo>
                  <a:pt x="531" y="887"/>
                </a:lnTo>
                <a:lnTo>
                  <a:pt x="531" y="886"/>
                </a:lnTo>
                <a:lnTo>
                  <a:pt x="532" y="886"/>
                </a:lnTo>
                <a:lnTo>
                  <a:pt x="532" y="885"/>
                </a:lnTo>
                <a:lnTo>
                  <a:pt x="532" y="886"/>
                </a:lnTo>
                <a:lnTo>
                  <a:pt x="533" y="885"/>
                </a:lnTo>
                <a:lnTo>
                  <a:pt x="533" y="884"/>
                </a:lnTo>
                <a:lnTo>
                  <a:pt x="533" y="883"/>
                </a:lnTo>
                <a:lnTo>
                  <a:pt x="532" y="883"/>
                </a:lnTo>
                <a:lnTo>
                  <a:pt x="533" y="883"/>
                </a:lnTo>
                <a:lnTo>
                  <a:pt x="533" y="882"/>
                </a:lnTo>
                <a:lnTo>
                  <a:pt x="532" y="882"/>
                </a:lnTo>
                <a:lnTo>
                  <a:pt x="532" y="881"/>
                </a:lnTo>
                <a:lnTo>
                  <a:pt x="532" y="880"/>
                </a:lnTo>
                <a:lnTo>
                  <a:pt x="531" y="880"/>
                </a:lnTo>
                <a:lnTo>
                  <a:pt x="531" y="879"/>
                </a:lnTo>
                <a:lnTo>
                  <a:pt x="530" y="879"/>
                </a:lnTo>
                <a:lnTo>
                  <a:pt x="530" y="878"/>
                </a:lnTo>
                <a:lnTo>
                  <a:pt x="528" y="878"/>
                </a:lnTo>
                <a:lnTo>
                  <a:pt x="529" y="877"/>
                </a:lnTo>
                <a:lnTo>
                  <a:pt x="529" y="876"/>
                </a:lnTo>
                <a:lnTo>
                  <a:pt x="528" y="876"/>
                </a:lnTo>
                <a:lnTo>
                  <a:pt x="528" y="875"/>
                </a:lnTo>
                <a:lnTo>
                  <a:pt x="527" y="875"/>
                </a:lnTo>
                <a:lnTo>
                  <a:pt x="526" y="875"/>
                </a:lnTo>
                <a:lnTo>
                  <a:pt x="526" y="874"/>
                </a:lnTo>
                <a:lnTo>
                  <a:pt x="526" y="873"/>
                </a:lnTo>
                <a:lnTo>
                  <a:pt x="525" y="873"/>
                </a:lnTo>
                <a:lnTo>
                  <a:pt x="525" y="872"/>
                </a:lnTo>
                <a:lnTo>
                  <a:pt x="523" y="870"/>
                </a:lnTo>
                <a:lnTo>
                  <a:pt x="522" y="870"/>
                </a:lnTo>
                <a:lnTo>
                  <a:pt x="522" y="869"/>
                </a:lnTo>
                <a:lnTo>
                  <a:pt x="522" y="868"/>
                </a:lnTo>
                <a:lnTo>
                  <a:pt x="523" y="868"/>
                </a:lnTo>
                <a:lnTo>
                  <a:pt x="523" y="867"/>
                </a:lnTo>
                <a:lnTo>
                  <a:pt x="523" y="866"/>
                </a:lnTo>
                <a:lnTo>
                  <a:pt x="522" y="866"/>
                </a:lnTo>
                <a:lnTo>
                  <a:pt x="523" y="866"/>
                </a:lnTo>
                <a:lnTo>
                  <a:pt x="522" y="866"/>
                </a:lnTo>
                <a:lnTo>
                  <a:pt x="522" y="865"/>
                </a:lnTo>
                <a:lnTo>
                  <a:pt x="521" y="865"/>
                </a:lnTo>
                <a:lnTo>
                  <a:pt x="521" y="864"/>
                </a:lnTo>
                <a:lnTo>
                  <a:pt x="522" y="864"/>
                </a:lnTo>
                <a:lnTo>
                  <a:pt x="521" y="863"/>
                </a:lnTo>
                <a:lnTo>
                  <a:pt x="520" y="863"/>
                </a:lnTo>
                <a:lnTo>
                  <a:pt x="519" y="863"/>
                </a:lnTo>
                <a:lnTo>
                  <a:pt x="518" y="863"/>
                </a:lnTo>
                <a:lnTo>
                  <a:pt x="517" y="863"/>
                </a:lnTo>
                <a:lnTo>
                  <a:pt x="516" y="863"/>
                </a:lnTo>
                <a:lnTo>
                  <a:pt x="515" y="863"/>
                </a:lnTo>
                <a:lnTo>
                  <a:pt x="514" y="863"/>
                </a:lnTo>
                <a:lnTo>
                  <a:pt x="513" y="863"/>
                </a:lnTo>
                <a:lnTo>
                  <a:pt x="512" y="863"/>
                </a:lnTo>
                <a:lnTo>
                  <a:pt x="511" y="863"/>
                </a:lnTo>
                <a:lnTo>
                  <a:pt x="510" y="864"/>
                </a:lnTo>
                <a:lnTo>
                  <a:pt x="510" y="863"/>
                </a:lnTo>
                <a:lnTo>
                  <a:pt x="510" y="862"/>
                </a:lnTo>
                <a:lnTo>
                  <a:pt x="509" y="862"/>
                </a:lnTo>
                <a:lnTo>
                  <a:pt x="509" y="863"/>
                </a:lnTo>
                <a:lnTo>
                  <a:pt x="508" y="863"/>
                </a:lnTo>
                <a:lnTo>
                  <a:pt x="507" y="863"/>
                </a:lnTo>
                <a:lnTo>
                  <a:pt x="507" y="864"/>
                </a:lnTo>
                <a:lnTo>
                  <a:pt x="506" y="864"/>
                </a:lnTo>
                <a:lnTo>
                  <a:pt x="506" y="863"/>
                </a:lnTo>
                <a:lnTo>
                  <a:pt x="506" y="862"/>
                </a:lnTo>
                <a:lnTo>
                  <a:pt x="506" y="861"/>
                </a:lnTo>
                <a:lnTo>
                  <a:pt x="505" y="861"/>
                </a:lnTo>
                <a:lnTo>
                  <a:pt x="504" y="860"/>
                </a:lnTo>
                <a:lnTo>
                  <a:pt x="504" y="859"/>
                </a:lnTo>
                <a:lnTo>
                  <a:pt x="503" y="859"/>
                </a:lnTo>
                <a:lnTo>
                  <a:pt x="502" y="859"/>
                </a:lnTo>
                <a:lnTo>
                  <a:pt x="501" y="859"/>
                </a:lnTo>
                <a:lnTo>
                  <a:pt x="501" y="858"/>
                </a:lnTo>
                <a:lnTo>
                  <a:pt x="499" y="858"/>
                </a:lnTo>
                <a:lnTo>
                  <a:pt x="498" y="858"/>
                </a:lnTo>
                <a:lnTo>
                  <a:pt x="497" y="858"/>
                </a:lnTo>
                <a:lnTo>
                  <a:pt x="496" y="857"/>
                </a:lnTo>
                <a:lnTo>
                  <a:pt x="495" y="857"/>
                </a:lnTo>
                <a:lnTo>
                  <a:pt x="494" y="857"/>
                </a:lnTo>
                <a:lnTo>
                  <a:pt x="495" y="857"/>
                </a:lnTo>
                <a:lnTo>
                  <a:pt x="495" y="856"/>
                </a:lnTo>
                <a:lnTo>
                  <a:pt x="494" y="856"/>
                </a:lnTo>
                <a:lnTo>
                  <a:pt x="493" y="856"/>
                </a:lnTo>
                <a:lnTo>
                  <a:pt x="493" y="855"/>
                </a:lnTo>
                <a:lnTo>
                  <a:pt x="493" y="854"/>
                </a:lnTo>
                <a:lnTo>
                  <a:pt x="492" y="854"/>
                </a:lnTo>
                <a:lnTo>
                  <a:pt x="491" y="854"/>
                </a:lnTo>
                <a:lnTo>
                  <a:pt x="491" y="853"/>
                </a:lnTo>
                <a:lnTo>
                  <a:pt x="490" y="853"/>
                </a:lnTo>
                <a:lnTo>
                  <a:pt x="489" y="853"/>
                </a:lnTo>
                <a:lnTo>
                  <a:pt x="488" y="853"/>
                </a:lnTo>
                <a:lnTo>
                  <a:pt x="488" y="852"/>
                </a:lnTo>
                <a:lnTo>
                  <a:pt x="489" y="852"/>
                </a:lnTo>
                <a:lnTo>
                  <a:pt x="488" y="852"/>
                </a:lnTo>
                <a:lnTo>
                  <a:pt x="487" y="852"/>
                </a:lnTo>
                <a:lnTo>
                  <a:pt x="486" y="852"/>
                </a:lnTo>
                <a:lnTo>
                  <a:pt x="485" y="852"/>
                </a:lnTo>
                <a:lnTo>
                  <a:pt x="484" y="853"/>
                </a:lnTo>
                <a:lnTo>
                  <a:pt x="483" y="853"/>
                </a:lnTo>
                <a:lnTo>
                  <a:pt x="482" y="852"/>
                </a:lnTo>
                <a:lnTo>
                  <a:pt x="481" y="852"/>
                </a:lnTo>
                <a:lnTo>
                  <a:pt x="481" y="853"/>
                </a:lnTo>
                <a:lnTo>
                  <a:pt x="480" y="853"/>
                </a:lnTo>
                <a:lnTo>
                  <a:pt x="479" y="853"/>
                </a:lnTo>
                <a:lnTo>
                  <a:pt x="478" y="853"/>
                </a:lnTo>
                <a:lnTo>
                  <a:pt x="477" y="853"/>
                </a:lnTo>
                <a:lnTo>
                  <a:pt x="476" y="853"/>
                </a:lnTo>
                <a:lnTo>
                  <a:pt x="476" y="854"/>
                </a:lnTo>
                <a:lnTo>
                  <a:pt x="475" y="854"/>
                </a:lnTo>
                <a:lnTo>
                  <a:pt x="474" y="854"/>
                </a:lnTo>
                <a:lnTo>
                  <a:pt x="474" y="855"/>
                </a:lnTo>
                <a:lnTo>
                  <a:pt x="474" y="854"/>
                </a:lnTo>
                <a:lnTo>
                  <a:pt x="473" y="854"/>
                </a:lnTo>
                <a:lnTo>
                  <a:pt x="473" y="853"/>
                </a:lnTo>
                <a:lnTo>
                  <a:pt x="473" y="854"/>
                </a:lnTo>
                <a:lnTo>
                  <a:pt x="472" y="854"/>
                </a:lnTo>
                <a:lnTo>
                  <a:pt x="471" y="855"/>
                </a:lnTo>
                <a:lnTo>
                  <a:pt x="470" y="855"/>
                </a:lnTo>
                <a:lnTo>
                  <a:pt x="470" y="856"/>
                </a:lnTo>
                <a:lnTo>
                  <a:pt x="469" y="856"/>
                </a:lnTo>
                <a:lnTo>
                  <a:pt x="469" y="857"/>
                </a:lnTo>
                <a:lnTo>
                  <a:pt x="468" y="857"/>
                </a:lnTo>
                <a:lnTo>
                  <a:pt x="467" y="857"/>
                </a:lnTo>
                <a:lnTo>
                  <a:pt x="467" y="858"/>
                </a:lnTo>
                <a:lnTo>
                  <a:pt x="466" y="858"/>
                </a:lnTo>
                <a:lnTo>
                  <a:pt x="465" y="858"/>
                </a:lnTo>
                <a:lnTo>
                  <a:pt x="464" y="858"/>
                </a:lnTo>
                <a:lnTo>
                  <a:pt x="464" y="859"/>
                </a:lnTo>
                <a:lnTo>
                  <a:pt x="463" y="859"/>
                </a:lnTo>
                <a:lnTo>
                  <a:pt x="462" y="859"/>
                </a:lnTo>
                <a:lnTo>
                  <a:pt x="462" y="858"/>
                </a:lnTo>
                <a:lnTo>
                  <a:pt x="461" y="858"/>
                </a:lnTo>
                <a:lnTo>
                  <a:pt x="461" y="859"/>
                </a:lnTo>
                <a:lnTo>
                  <a:pt x="460" y="859"/>
                </a:lnTo>
                <a:lnTo>
                  <a:pt x="460" y="860"/>
                </a:lnTo>
                <a:lnTo>
                  <a:pt x="461" y="860"/>
                </a:lnTo>
                <a:lnTo>
                  <a:pt x="461" y="861"/>
                </a:lnTo>
                <a:lnTo>
                  <a:pt x="460" y="861"/>
                </a:lnTo>
                <a:lnTo>
                  <a:pt x="459" y="860"/>
                </a:lnTo>
                <a:lnTo>
                  <a:pt x="458" y="860"/>
                </a:lnTo>
                <a:lnTo>
                  <a:pt x="458" y="861"/>
                </a:lnTo>
                <a:lnTo>
                  <a:pt x="458" y="862"/>
                </a:lnTo>
                <a:lnTo>
                  <a:pt x="457" y="862"/>
                </a:lnTo>
                <a:lnTo>
                  <a:pt x="457" y="863"/>
                </a:lnTo>
                <a:lnTo>
                  <a:pt x="456" y="863"/>
                </a:lnTo>
                <a:lnTo>
                  <a:pt x="456" y="862"/>
                </a:lnTo>
                <a:lnTo>
                  <a:pt x="455" y="862"/>
                </a:lnTo>
                <a:lnTo>
                  <a:pt x="454" y="862"/>
                </a:lnTo>
                <a:lnTo>
                  <a:pt x="454" y="863"/>
                </a:lnTo>
                <a:lnTo>
                  <a:pt x="454" y="862"/>
                </a:lnTo>
                <a:lnTo>
                  <a:pt x="453" y="862"/>
                </a:lnTo>
                <a:lnTo>
                  <a:pt x="452" y="862"/>
                </a:lnTo>
                <a:lnTo>
                  <a:pt x="451" y="863"/>
                </a:lnTo>
                <a:lnTo>
                  <a:pt x="450" y="863"/>
                </a:lnTo>
                <a:lnTo>
                  <a:pt x="450" y="864"/>
                </a:lnTo>
                <a:lnTo>
                  <a:pt x="449" y="863"/>
                </a:lnTo>
                <a:lnTo>
                  <a:pt x="448" y="862"/>
                </a:lnTo>
                <a:lnTo>
                  <a:pt x="446" y="862"/>
                </a:lnTo>
                <a:lnTo>
                  <a:pt x="446" y="863"/>
                </a:lnTo>
                <a:lnTo>
                  <a:pt x="446" y="862"/>
                </a:lnTo>
                <a:lnTo>
                  <a:pt x="445" y="862"/>
                </a:lnTo>
                <a:lnTo>
                  <a:pt x="445" y="863"/>
                </a:lnTo>
                <a:lnTo>
                  <a:pt x="444" y="862"/>
                </a:lnTo>
                <a:lnTo>
                  <a:pt x="443" y="862"/>
                </a:lnTo>
                <a:lnTo>
                  <a:pt x="443" y="861"/>
                </a:lnTo>
                <a:lnTo>
                  <a:pt x="442" y="861"/>
                </a:lnTo>
                <a:lnTo>
                  <a:pt x="442" y="860"/>
                </a:lnTo>
                <a:lnTo>
                  <a:pt x="442" y="861"/>
                </a:lnTo>
                <a:lnTo>
                  <a:pt x="441" y="861"/>
                </a:lnTo>
                <a:lnTo>
                  <a:pt x="441" y="860"/>
                </a:lnTo>
                <a:lnTo>
                  <a:pt x="440" y="860"/>
                </a:lnTo>
                <a:lnTo>
                  <a:pt x="439" y="860"/>
                </a:lnTo>
                <a:lnTo>
                  <a:pt x="438" y="860"/>
                </a:lnTo>
                <a:lnTo>
                  <a:pt x="438" y="861"/>
                </a:lnTo>
                <a:lnTo>
                  <a:pt x="437" y="861"/>
                </a:lnTo>
                <a:lnTo>
                  <a:pt x="436" y="861"/>
                </a:lnTo>
                <a:lnTo>
                  <a:pt x="436" y="860"/>
                </a:lnTo>
                <a:lnTo>
                  <a:pt x="435" y="861"/>
                </a:lnTo>
                <a:lnTo>
                  <a:pt x="434" y="861"/>
                </a:lnTo>
                <a:lnTo>
                  <a:pt x="434" y="860"/>
                </a:lnTo>
                <a:lnTo>
                  <a:pt x="435" y="860"/>
                </a:lnTo>
                <a:lnTo>
                  <a:pt x="434" y="860"/>
                </a:lnTo>
                <a:lnTo>
                  <a:pt x="434" y="859"/>
                </a:lnTo>
                <a:lnTo>
                  <a:pt x="435" y="859"/>
                </a:lnTo>
                <a:lnTo>
                  <a:pt x="434" y="859"/>
                </a:lnTo>
                <a:lnTo>
                  <a:pt x="433" y="859"/>
                </a:lnTo>
                <a:lnTo>
                  <a:pt x="432" y="859"/>
                </a:lnTo>
                <a:lnTo>
                  <a:pt x="433" y="859"/>
                </a:lnTo>
                <a:lnTo>
                  <a:pt x="434" y="859"/>
                </a:lnTo>
                <a:lnTo>
                  <a:pt x="433" y="859"/>
                </a:lnTo>
                <a:lnTo>
                  <a:pt x="433" y="858"/>
                </a:lnTo>
                <a:lnTo>
                  <a:pt x="434" y="858"/>
                </a:lnTo>
                <a:lnTo>
                  <a:pt x="434" y="857"/>
                </a:lnTo>
                <a:lnTo>
                  <a:pt x="433" y="857"/>
                </a:lnTo>
                <a:lnTo>
                  <a:pt x="433" y="858"/>
                </a:lnTo>
                <a:lnTo>
                  <a:pt x="432" y="858"/>
                </a:lnTo>
                <a:lnTo>
                  <a:pt x="431" y="858"/>
                </a:lnTo>
                <a:lnTo>
                  <a:pt x="431" y="857"/>
                </a:lnTo>
                <a:lnTo>
                  <a:pt x="430" y="857"/>
                </a:lnTo>
                <a:lnTo>
                  <a:pt x="429" y="857"/>
                </a:lnTo>
                <a:lnTo>
                  <a:pt x="428" y="857"/>
                </a:lnTo>
                <a:lnTo>
                  <a:pt x="427" y="857"/>
                </a:lnTo>
                <a:lnTo>
                  <a:pt x="426" y="857"/>
                </a:lnTo>
                <a:lnTo>
                  <a:pt x="426" y="856"/>
                </a:lnTo>
                <a:lnTo>
                  <a:pt x="425" y="856"/>
                </a:lnTo>
                <a:lnTo>
                  <a:pt x="425" y="855"/>
                </a:lnTo>
                <a:lnTo>
                  <a:pt x="424" y="855"/>
                </a:lnTo>
                <a:lnTo>
                  <a:pt x="423" y="855"/>
                </a:lnTo>
                <a:lnTo>
                  <a:pt x="423" y="854"/>
                </a:lnTo>
                <a:lnTo>
                  <a:pt x="422" y="854"/>
                </a:lnTo>
                <a:lnTo>
                  <a:pt x="422" y="853"/>
                </a:lnTo>
                <a:lnTo>
                  <a:pt x="421" y="853"/>
                </a:lnTo>
                <a:lnTo>
                  <a:pt x="420" y="853"/>
                </a:lnTo>
                <a:lnTo>
                  <a:pt x="419" y="853"/>
                </a:lnTo>
                <a:lnTo>
                  <a:pt x="418" y="853"/>
                </a:lnTo>
                <a:lnTo>
                  <a:pt x="418" y="852"/>
                </a:lnTo>
                <a:lnTo>
                  <a:pt x="418" y="851"/>
                </a:lnTo>
                <a:lnTo>
                  <a:pt x="418" y="850"/>
                </a:lnTo>
                <a:lnTo>
                  <a:pt x="417" y="850"/>
                </a:lnTo>
                <a:lnTo>
                  <a:pt x="417" y="849"/>
                </a:lnTo>
                <a:lnTo>
                  <a:pt x="416" y="849"/>
                </a:lnTo>
                <a:lnTo>
                  <a:pt x="415" y="850"/>
                </a:lnTo>
                <a:lnTo>
                  <a:pt x="415" y="849"/>
                </a:lnTo>
                <a:lnTo>
                  <a:pt x="416" y="849"/>
                </a:lnTo>
                <a:lnTo>
                  <a:pt x="416" y="848"/>
                </a:lnTo>
                <a:lnTo>
                  <a:pt x="415" y="848"/>
                </a:lnTo>
                <a:lnTo>
                  <a:pt x="415" y="847"/>
                </a:lnTo>
                <a:lnTo>
                  <a:pt x="414" y="847"/>
                </a:lnTo>
                <a:lnTo>
                  <a:pt x="414" y="848"/>
                </a:lnTo>
                <a:lnTo>
                  <a:pt x="413" y="848"/>
                </a:lnTo>
                <a:lnTo>
                  <a:pt x="413" y="847"/>
                </a:lnTo>
                <a:lnTo>
                  <a:pt x="413" y="848"/>
                </a:lnTo>
                <a:lnTo>
                  <a:pt x="414" y="848"/>
                </a:lnTo>
                <a:lnTo>
                  <a:pt x="413" y="848"/>
                </a:lnTo>
                <a:lnTo>
                  <a:pt x="412" y="848"/>
                </a:lnTo>
                <a:lnTo>
                  <a:pt x="412" y="847"/>
                </a:lnTo>
                <a:lnTo>
                  <a:pt x="413" y="847"/>
                </a:lnTo>
                <a:lnTo>
                  <a:pt x="412" y="846"/>
                </a:lnTo>
                <a:lnTo>
                  <a:pt x="412" y="845"/>
                </a:lnTo>
                <a:lnTo>
                  <a:pt x="411" y="845"/>
                </a:lnTo>
                <a:lnTo>
                  <a:pt x="411" y="844"/>
                </a:lnTo>
                <a:lnTo>
                  <a:pt x="410" y="844"/>
                </a:lnTo>
                <a:lnTo>
                  <a:pt x="409" y="844"/>
                </a:lnTo>
                <a:lnTo>
                  <a:pt x="410" y="844"/>
                </a:lnTo>
                <a:lnTo>
                  <a:pt x="410" y="843"/>
                </a:lnTo>
                <a:lnTo>
                  <a:pt x="410" y="842"/>
                </a:lnTo>
                <a:lnTo>
                  <a:pt x="409" y="843"/>
                </a:lnTo>
                <a:lnTo>
                  <a:pt x="408" y="843"/>
                </a:lnTo>
                <a:lnTo>
                  <a:pt x="408" y="842"/>
                </a:lnTo>
                <a:lnTo>
                  <a:pt x="407" y="841"/>
                </a:lnTo>
                <a:lnTo>
                  <a:pt x="407" y="840"/>
                </a:lnTo>
                <a:lnTo>
                  <a:pt x="408" y="840"/>
                </a:lnTo>
                <a:lnTo>
                  <a:pt x="407" y="840"/>
                </a:lnTo>
                <a:lnTo>
                  <a:pt x="408" y="840"/>
                </a:lnTo>
                <a:lnTo>
                  <a:pt x="408" y="839"/>
                </a:lnTo>
                <a:lnTo>
                  <a:pt x="408" y="838"/>
                </a:lnTo>
                <a:lnTo>
                  <a:pt x="409" y="838"/>
                </a:lnTo>
                <a:lnTo>
                  <a:pt x="409" y="837"/>
                </a:lnTo>
                <a:lnTo>
                  <a:pt x="409" y="836"/>
                </a:lnTo>
                <a:lnTo>
                  <a:pt x="409" y="835"/>
                </a:lnTo>
                <a:lnTo>
                  <a:pt x="409" y="834"/>
                </a:lnTo>
                <a:lnTo>
                  <a:pt x="408" y="834"/>
                </a:lnTo>
                <a:lnTo>
                  <a:pt x="408" y="832"/>
                </a:lnTo>
                <a:lnTo>
                  <a:pt x="408" y="831"/>
                </a:lnTo>
                <a:lnTo>
                  <a:pt x="407" y="831"/>
                </a:lnTo>
                <a:lnTo>
                  <a:pt x="408" y="831"/>
                </a:lnTo>
                <a:lnTo>
                  <a:pt x="409" y="831"/>
                </a:lnTo>
                <a:lnTo>
                  <a:pt x="409" y="830"/>
                </a:lnTo>
                <a:lnTo>
                  <a:pt x="408" y="830"/>
                </a:lnTo>
                <a:lnTo>
                  <a:pt x="407" y="830"/>
                </a:lnTo>
                <a:lnTo>
                  <a:pt x="407" y="829"/>
                </a:lnTo>
                <a:lnTo>
                  <a:pt x="408" y="829"/>
                </a:lnTo>
                <a:lnTo>
                  <a:pt x="409" y="829"/>
                </a:lnTo>
                <a:lnTo>
                  <a:pt x="409" y="828"/>
                </a:lnTo>
                <a:lnTo>
                  <a:pt x="408" y="827"/>
                </a:lnTo>
                <a:lnTo>
                  <a:pt x="408" y="828"/>
                </a:lnTo>
                <a:lnTo>
                  <a:pt x="407" y="828"/>
                </a:lnTo>
                <a:lnTo>
                  <a:pt x="407" y="827"/>
                </a:lnTo>
                <a:lnTo>
                  <a:pt x="407" y="826"/>
                </a:lnTo>
                <a:lnTo>
                  <a:pt x="408" y="826"/>
                </a:lnTo>
                <a:lnTo>
                  <a:pt x="408" y="825"/>
                </a:lnTo>
                <a:lnTo>
                  <a:pt x="407" y="825"/>
                </a:lnTo>
                <a:lnTo>
                  <a:pt x="406" y="825"/>
                </a:lnTo>
                <a:lnTo>
                  <a:pt x="405" y="826"/>
                </a:lnTo>
                <a:lnTo>
                  <a:pt x="404" y="826"/>
                </a:lnTo>
                <a:lnTo>
                  <a:pt x="403" y="825"/>
                </a:lnTo>
                <a:lnTo>
                  <a:pt x="403" y="824"/>
                </a:lnTo>
                <a:lnTo>
                  <a:pt x="402" y="824"/>
                </a:lnTo>
                <a:lnTo>
                  <a:pt x="401" y="824"/>
                </a:lnTo>
                <a:lnTo>
                  <a:pt x="400" y="824"/>
                </a:lnTo>
                <a:lnTo>
                  <a:pt x="400" y="825"/>
                </a:lnTo>
                <a:lnTo>
                  <a:pt x="399" y="825"/>
                </a:lnTo>
                <a:lnTo>
                  <a:pt x="399" y="826"/>
                </a:lnTo>
                <a:lnTo>
                  <a:pt x="398" y="827"/>
                </a:lnTo>
                <a:lnTo>
                  <a:pt x="397" y="827"/>
                </a:lnTo>
                <a:lnTo>
                  <a:pt x="396" y="827"/>
                </a:lnTo>
                <a:lnTo>
                  <a:pt x="395" y="827"/>
                </a:lnTo>
                <a:lnTo>
                  <a:pt x="394" y="828"/>
                </a:lnTo>
                <a:lnTo>
                  <a:pt x="393" y="828"/>
                </a:lnTo>
                <a:lnTo>
                  <a:pt x="392" y="828"/>
                </a:lnTo>
                <a:lnTo>
                  <a:pt x="391" y="829"/>
                </a:lnTo>
                <a:lnTo>
                  <a:pt x="390" y="829"/>
                </a:lnTo>
                <a:lnTo>
                  <a:pt x="389" y="830"/>
                </a:lnTo>
                <a:lnTo>
                  <a:pt x="389" y="829"/>
                </a:lnTo>
                <a:lnTo>
                  <a:pt x="388" y="829"/>
                </a:lnTo>
                <a:lnTo>
                  <a:pt x="388" y="828"/>
                </a:lnTo>
                <a:lnTo>
                  <a:pt x="388" y="827"/>
                </a:lnTo>
                <a:lnTo>
                  <a:pt x="386" y="827"/>
                </a:lnTo>
                <a:lnTo>
                  <a:pt x="386" y="828"/>
                </a:lnTo>
                <a:lnTo>
                  <a:pt x="385" y="828"/>
                </a:lnTo>
                <a:lnTo>
                  <a:pt x="384" y="828"/>
                </a:lnTo>
                <a:lnTo>
                  <a:pt x="383" y="827"/>
                </a:lnTo>
                <a:lnTo>
                  <a:pt x="383" y="828"/>
                </a:lnTo>
                <a:lnTo>
                  <a:pt x="383" y="829"/>
                </a:lnTo>
                <a:lnTo>
                  <a:pt x="384" y="829"/>
                </a:lnTo>
                <a:lnTo>
                  <a:pt x="384" y="830"/>
                </a:lnTo>
                <a:lnTo>
                  <a:pt x="384" y="831"/>
                </a:lnTo>
                <a:lnTo>
                  <a:pt x="383" y="831"/>
                </a:lnTo>
                <a:lnTo>
                  <a:pt x="383" y="832"/>
                </a:lnTo>
                <a:lnTo>
                  <a:pt x="382" y="833"/>
                </a:lnTo>
                <a:lnTo>
                  <a:pt x="382" y="834"/>
                </a:lnTo>
                <a:lnTo>
                  <a:pt x="380" y="835"/>
                </a:lnTo>
                <a:lnTo>
                  <a:pt x="379" y="836"/>
                </a:lnTo>
                <a:lnTo>
                  <a:pt x="378" y="837"/>
                </a:lnTo>
                <a:lnTo>
                  <a:pt x="377" y="837"/>
                </a:lnTo>
                <a:lnTo>
                  <a:pt x="376" y="837"/>
                </a:lnTo>
                <a:lnTo>
                  <a:pt x="375" y="837"/>
                </a:lnTo>
                <a:lnTo>
                  <a:pt x="375" y="836"/>
                </a:lnTo>
                <a:lnTo>
                  <a:pt x="375" y="835"/>
                </a:lnTo>
                <a:lnTo>
                  <a:pt x="374" y="835"/>
                </a:lnTo>
                <a:lnTo>
                  <a:pt x="374" y="834"/>
                </a:lnTo>
                <a:lnTo>
                  <a:pt x="373" y="834"/>
                </a:lnTo>
                <a:lnTo>
                  <a:pt x="373" y="835"/>
                </a:lnTo>
                <a:lnTo>
                  <a:pt x="373" y="836"/>
                </a:lnTo>
                <a:lnTo>
                  <a:pt x="372" y="836"/>
                </a:lnTo>
                <a:lnTo>
                  <a:pt x="371" y="836"/>
                </a:lnTo>
                <a:lnTo>
                  <a:pt x="370" y="835"/>
                </a:lnTo>
                <a:lnTo>
                  <a:pt x="369" y="835"/>
                </a:lnTo>
                <a:lnTo>
                  <a:pt x="369" y="834"/>
                </a:lnTo>
                <a:lnTo>
                  <a:pt x="367" y="834"/>
                </a:lnTo>
                <a:lnTo>
                  <a:pt x="366" y="835"/>
                </a:lnTo>
                <a:lnTo>
                  <a:pt x="365" y="835"/>
                </a:lnTo>
                <a:lnTo>
                  <a:pt x="364" y="836"/>
                </a:lnTo>
                <a:lnTo>
                  <a:pt x="362" y="836"/>
                </a:lnTo>
                <a:lnTo>
                  <a:pt x="361" y="837"/>
                </a:lnTo>
                <a:lnTo>
                  <a:pt x="360" y="836"/>
                </a:lnTo>
                <a:lnTo>
                  <a:pt x="359" y="835"/>
                </a:lnTo>
                <a:lnTo>
                  <a:pt x="358" y="835"/>
                </a:lnTo>
                <a:lnTo>
                  <a:pt x="357" y="835"/>
                </a:lnTo>
                <a:lnTo>
                  <a:pt x="357" y="836"/>
                </a:lnTo>
                <a:lnTo>
                  <a:pt x="356" y="836"/>
                </a:lnTo>
                <a:lnTo>
                  <a:pt x="356" y="837"/>
                </a:lnTo>
                <a:lnTo>
                  <a:pt x="355" y="837"/>
                </a:lnTo>
                <a:lnTo>
                  <a:pt x="355" y="838"/>
                </a:lnTo>
                <a:lnTo>
                  <a:pt x="354" y="838"/>
                </a:lnTo>
                <a:lnTo>
                  <a:pt x="353" y="838"/>
                </a:lnTo>
                <a:lnTo>
                  <a:pt x="352" y="839"/>
                </a:lnTo>
                <a:lnTo>
                  <a:pt x="352" y="838"/>
                </a:lnTo>
                <a:lnTo>
                  <a:pt x="351" y="838"/>
                </a:lnTo>
                <a:lnTo>
                  <a:pt x="351" y="837"/>
                </a:lnTo>
                <a:lnTo>
                  <a:pt x="351" y="836"/>
                </a:lnTo>
                <a:lnTo>
                  <a:pt x="352" y="836"/>
                </a:lnTo>
                <a:lnTo>
                  <a:pt x="353" y="836"/>
                </a:lnTo>
                <a:lnTo>
                  <a:pt x="353" y="835"/>
                </a:lnTo>
                <a:lnTo>
                  <a:pt x="353" y="834"/>
                </a:lnTo>
                <a:lnTo>
                  <a:pt x="352" y="834"/>
                </a:lnTo>
                <a:lnTo>
                  <a:pt x="351" y="834"/>
                </a:lnTo>
                <a:lnTo>
                  <a:pt x="350" y="834"/>
                </a:lnTo>
                <a:lnTo>
                  <a:pt x="349" y="834"/>
                </a:lnTo>
                <a:lnTo>
                  <a:pt x="349" y="833"/>
                </a:lnTo>
                <a:lnTo>
                  <a:pt x="349" y="832"/>
                </a:lnTo>
                <a:lnTo>
                  <a:pt x="348" y="831"/>
                </a:lnTo>
                <a:lnTo>
                  <a:pt x="348" y="830"/>
                </a:lnTo>
                <a:lnTo>
                  <a:pt x="348" y="827"/>
                </a:lnTo>
                <a:lnTo>
                  <a:pt x="345" y="827"/>
                </a:lnTo>
                <a:lnTo>
                  <a:pt x="344" y="827"/>
                </a:lnTo>
                <a:lnTo>
                  <a:pt x="343" y="827"/>
                </a:lnTo>
                <a:lnTo>
                  <a:pt x="342" y="827"/>
                </a:lnTo>
                <a:lnTo>
                  <a:pt x="341" y="827"/>
                </a:lnTo>
                <a:lnTo>
                  <a:pt x="340" y="826"/>
                </a:lnTo>
                <a:lnTo>
                  <a:pt x="339" y="825"/>
                </a:lnTo>
                <a:lnTo>
                  <a:pt x="340" y="824"/>
                </a:lnTo>
                <a:lnTo>
                  <a:pt x="339" y="823"/>
                </a:lnTo>
                <a:lnTo>
                  <a:pt x="339" y="822"/>
                </a:lnTo>
                <a:lnTo>
                  <a:pt x="338" y="822"/>
                </a:lnTo>
                <a:lnTo>
                  <a:pt x="337" y="822"/>
                </a:lnTo>
                <a:lnTo>
                  <a:pt x="337" y="823"/>
                </a:lnTo>
                <a:lnTo>
                  <a:pt x="337" y="824"/>
                </a:lnTo>
                <a:lnTo>
                  <a:pt x="336" y="825"/>
                </a:lnTo>
                <a:lnTo>
                  <a:pt x="335" y="826"/>
                </a:lnTo>
                <a:lnTo>
                  <a:pt x="334" y="827"/>
                </a:lnTo>
                <a:lnTo>
                  <a:pt x="334" y="828"/>
                </a:lnTo>
                <a:lnTo>
                  <a:pt x="334" y="829"/>
                </a:lnTo>
                <a:lnTo>
                  <a:pt x="335" y="830"/>
                </a:lnTo>
                <a:lnTo>
                  <a:pt x="335" y="831"/>
                </a:lnTo>
                <a:lnTo>
                  <a:pt x="335" y="832"/>
                </a:lnTo>
                <a:lnTo>
                  <a:pt x="334" y="833"/>
                </a:lnTo>
                <a:lnTo>
                  <a:pt x="333" y="833"/>
                </a:lnTo>
                <a:lnTo>
                  <a:pt x="333" y="832"/>
                </a:lnTo>
                <a:lnTo>
                  <a:pt x="332" y="832"/>
                </a:lnTo>
                <a:lnTo>
                  <a:pt x="331" y="831"/>
                </a:lnTo>
                <a:lnTo>
                  <a:pt x="330" y="831"/>
                </a:lnTo>
                <a:lnTo>
                  <a:pt x="329" y="831"/>
                </a:lnTo>
                <a:lnTo>
                  <a:pt x="328" y="831"/>
                </a:lnTo>
                <a:lnTo>
                  <a:pt x="328" y="832"/>
                </a:lnTo>
                <a:lnTo>
                  <a:pt x="327" y="832"/>
                </a:lnTo>
                <a:lnTo>
                  <a:pt x="326" y="833"/>
                </a:lnTo>
                <a:lnTo>
                  <a:pt x="325" y="833"/>
                </a:lnTo>
                <a:lnTo>
                  <a:pt x="325" y="832"/>
                </a:lnTo>
                <a:lnTo>
                  <a:pt x="325" y="831"/>
                </a:lnTo>
                <a:lnTo>
                  <a:pt x="325" y="830"/>
                </a:lnTo>
                <a:lnTo>
                  <a:pt x="324" y="829"/>
                </a:lnTo>
                <a:lnTo>
                  <a:pt x="323" y="829"/>
                </a:lnTo>
                <a:lnTo>
                  <a:pt x="323" y="830"/>
                </a:lnTo>
                <a:lnTo>
                  <a:pt x="322" y="830"/>
                </a:lnTo>
                <a:lnTo>
                  <a:pt x="322" y="831"/>
                </a:lnTo>
                <a:lnTo>
                  <a:pt x="321" y="831"/>
                </a:lnTo>
                <a:lnTo>
                  <a:pt x="321" y="832"/>
                </a:lnTo>
                <a:lnTo>
                  <a:pt x="320" y="832"/>
                </a:lnTo>
                <a:lnTo>
                  <a:pt x="319" y="832"/>
                </a:lnTo>
                <a:lnTo>
                  <a:pt x="318" y="831"/>
                </a:lnTo>
                <a:lnTo>
                  <a:pt x="317" y="831"/>
                </a:lnTo>
                <a:lnTo>
                  <a:pt x="316" y="831"/>
                </a:lnTo>
                <a:lnTo>
                  <a:pt x="315" y="832"/>
                </a:lnTo>
                <a:lnTo>
                  <a:pt x="314" y="832"/>
                </a:lnTo>
                <a:lnTo>
                  <a:pt x="314" y="833"/>
                </a:lnTo>
                <a:lnTo>
                  <a:pt x="313" y="833"/>
                </a:lnTo>
                <a:lnTo>
                  <a:pt x="312" y="833"/>
                </a:lnTo>
                <a:lnTo>
                  <a:pt x="311" y="833"/>
                </a:lnTo>
                <a:lnTo>
                  <a:pt x="310" y="832"/>
                </a:lnTo>
                <a:lnTo>
                  <a:pt x="309" y="832"/>
                </a:lnTo>
                <a:lnTo>
                  <a:pt x="309" y="831"/>
                </a:lnTo>
                <a:lnTo>
                  <a:pt x="308" y="831"/>
                </a:lnTo>
                <a:lnTo>
                  <a:pt x="307" y="831"/>
                </a:lnTo>
                <a:lnTo>
                  <a:pt x="306" y="831"/>
                </a:lnTo>
                <a:lnTo>
                  <a:pt x="306" y="832"/>
                </a:lnTo>
                <a:lnTo>
                  <a:pt x="307" y="832"/>
                </a:lnTo>
                <a:lnTo>
                  <a:pt x="307" y="833"/>
                </a:lnTo>
                <a:lnTo>
                  <a:pt x="307" y="834"/>
                </a:lnTo>
                <a:lnTo>
                  <a:pt x="306" y="834"/>
                </a:lnTo>
                <a:lnTo>
                  <a:pt x="306" y="835"/>
                </a:lnTo>
                <a:lnTo>
                  <a:pt x="305" y="835"/>
                </a:lnTo>
                <a:lnTo>
                  <a:pt x="304" y="835"/>
                </a:lnTo>
                <a:lnTo>
                  <a:pt x="303" y="835"/>
                </a:lnTo>
                <a:lnTo>
                  <a:pt x="302" y="835"/>
                </a:lnTo>
                <a:lnTo>
                  <a:pt x="302" y="834"/>
                </a:lnTo>
                <a:lnTo>
                  <a:pt x="301" y="834"/>
                </a:lnTo>
                <a:lnTo>
                  <a:pt x="300" y="834"/>
                </a:lnTo>
                <a:lnTo>
                  <a:pt x="300" y="833"/>
                </a:lnTo>
                <a:lnTo>
                  <a:pt x="299" y="833"/>
                </a:lnTo>
                <a:lnTo>
                  <a:pt x="299" y="832"/>
                </a:lnTo>
                <a:lnTo>
                  <a:pt x="298" y="831"/>
                </a:lnTo>
                <a:lnTo>
                  <a:pt x="297" y="830"/>
                </a:lnTo>
                <a:lnTo>
                  <a:pt x="296" y="830"/>
                </a:lnTo>
                <a:lnTo>
                  <a:pt x="296" y="831"/>
                </a:lnTo>
                <a:lnTo>
                  <a:pt x="295" y="831"/>
                </a:lnTo>
                <a:lnTo>
                  <a:pt x="294" y="831"/>
                </a:lnTo>
                <a:lnTo>
                  <a:pt x="293" y="831"/>
                </a:lnTo>
                <a:lnTo>
                  <a:pt x="293" y="832"/>
                </a:lnTo>
                <a:lnTo>
                  <a:pt x="292" y="832"/>
                </a:lnTo>
                <a:lnTo>
                  <a:pt x="292" y="833"/>
                </a:lnTo>
                <a:lnTo>
                  <a:pt x="291" y="833"/>
                </a:lnTo>
                <a:lnTo>
                  <a:pt x="291" y="832"/>
                </a:lnTo>
                <a:lnTo>
                  <a:pt x="290" y="832"/>
                </a:lnTo>
                <a:lnTo>
                  <a:pt x="289" y="831"/>
                </a:lnTo>
                <a:lnTo>
                  <a:pt x="288" y="831"/>
                </a:lnTo>
                <a:lnTo>
                  <a:pt x="288" y="830"/>
                </a:lnTo>
                <a:lnTo>
                  <a:pt x="288" y="829"/>
                </a:lnTo>
                <a:lnTo>
                  <a:pt x="288" y="828"/>
                </a:lnTo>
                <a:lnTo>
                  <a:pt x="287" y="828"/>
                </a:lnTo>
                <a:lnTo>
                  <a:pt x="286" y="827"/>
                </a:lnTo>
                <a:lnTo>
                  <a:pt x="286" y="826"/>
                </a:lnTo>
                <a:lnTo>
                  <a:pt x="287" y="826"/>
                </a:lnTo>
                <a:lnTo>
                  <a:pt x="288" y="825"/>
                </a:lnTo>
                <a:lnTo>
                  <a:pt x="288" y="824"/>
                </a:lnTo>
                <a:lnTo>
                  <a:pt x="288" y="823"/>
                </a:lnTo>
                <a:lnTo>
                  <a:pt x="288" y="822"/>
                </a:lnTo>
                <a:lnTo>
                  <a:pt x="287" y="822"/>
                </a:lnTo>
                <a:lnTo>
                  <a:pt x="286" y="821"/>
                </a:lnTo>
                <a:lnTo>
                  <a:pt x="286" y="822"/>
                </a:lnTo>
                <a:lnTo>
                  <a:pt x="285" y="822"/>
                </a:lnTo>
                <a:lnTo>
                  <a:pt x="284" y="822"/>
                </a:lnTo>
                <a:lnTo>
                  <a:pt x="283" y="822"/>
                </a:lnTo>
                <a:lnTo>
                  <a:pt x="282" y="822"/>
                </a:lnTo>
                <a:lnTo>
                  <a:pt x="281" y="822"/>
                </a:lnTo>
                <a:lnTo>
                  <a:pt x="280" y="822"/>
                </a:lnTo>
                <a:lnTo>
                  <a:pt x="279" y="821"/>
                </a:lnTo>
                <a:lnTo>
                  <a:pt x="278" y="821"/>
                </a:lnTo>
                <a:lnTo>
                  <a:pt x="278" y="820"/>
                </a:lnTo>
                <a:lnTo>
                  <a:pt x="278" y="819"/>
                </a:lnTo>
                <a:lnTo>
                  <a:pt x="279" y="818"/>
                </a:lnTo>
                <a:lnTo>
                  <a:pt x="279" y="817"/>
                </a:lnTo>
                <a:lnTo>
                  <a:pt x="278" y="817"/>
                </a:lnTo>
                <a:lnTo>
                  <a:pt x="277" y="817"/>
                </a:lnTo>
                <a:lnTo>
                  <a:pt x="276" y="817"/>
                </a:lnTo>
                <a:lnTo>
                  <a:pt x="275" y="817"/>
                </a:lnTo>
                <a:lnTo>
                  <a:pt x="275" y="816"/>
                </a:lnTo>
                <a:lnTo>
                  <a:pt x="275" y="815"/>
                </a:lnTo>
                <a:lnTo>
                  <a:pt x="275" y="814"/>
                </a:lnTo>
                <a:lnTo>
                  <a:pt x="276" y="814"/>
                </a:lnTo>
                <a:lnTo>
                  <a:pt x="276" y="813"/>
                </a:lnTo>
                <a:lnTo>
                  <a:pt x="275" y="813"/>
                </a:lnTo>
                <a:lnTo>
                  <a:pt x="275" y="812"/>
                </a:lnTo>
                <a:lnTo>
                  <a:pt x="275" y="813"/>
                </a:lnTo>
                <a:lnTo>
                  <a:pt x="274" y="813"/>
                </a:lnTo>
                <a:lnTo>
                  <a:pt x="273" y="814"/>
                </a:lnTo>
                <a:lnTo>
                  <a:pt x="272" y="814"/>
                </a:lnTo>
                <a:lnTo>
                  <a:pt x="271" y="814"/>
                </a:lnTo>
                <a:lnTo>
                  <a:pt x="269" y="814"/>
                </a:lnTo>
                <a:lnTo>
                  <a:pt x="268" y="814"/>
                </a:lnTo>
                <a:lnTo>
                  <a:pt x="267" y="813"/>
                </a:lnTo>
                <a:lnTo>
                  <a:pt x="267" y="812"/>
                </a:lnTo>
                <a:lnTo>
                  <a:pt x="267" y="811"/>
                </a:lnTo>
                <a:lnTo>
                  <a:pt x="268" y="811"/>
                </a:lnTo>
                <a:lnTo>
                  <a:pt x="268" y="810"/>
                </a:lnTo>
                <a:lnTo>
                  <a:pt x="266" y="810"/>
                </a:lnTo>
                <a:lnTo>
                  <a:pt x="266" y="809"/>
                </a:lnTo>
                <a:lnTo>
                  <a:pt x="266" y="808"/>
                </a:lnTo>
                <a:lnTo>
                  <a:pt x="267" y="808"/>
                </a:lnTo>
                <a:lnTo>
                  <a:pt x="267" y="807"/>
                </a:lnTo>
                <a:lnTo>
                  <a:pt x="267" y="806"/>
                </a:lnTo>
                <a:lnTo>
                  <a:pt x="266" y="806"/>
                </a:lnTo>
                <a:lnTo>
                  <a:pt x="265" y="806"/>
                </a:lnTo>
                <a:lnTo>
                  <a:pt x="264" y="806"/>
                </a:lnTo>
                <a:lnTo>
                  <a:pt x="264" y="805"/>
                </a:lnTo>
                <a:lnTo>
                  <a:pt x="263" y="805"/>
                </a:lnTo>
                <a:lnTo>
                  <a:pt x="263" y="804"/>
                </a:lnTo>
                <a:lnTo>
                  <a:pt x="263" y="803"/>
                </a:lnTo>
                <a:lnTo>
                  <a:pt x="262" y="803"/>
                </a:lnTo>
                <a:lnTo>
                  <a:pt x="262" y="802"/>
                </a:lnTo>
                <a:lnTo>
                  <a:pt x="261" y="802"/>
                </a:lnTo>
                <a:lnTo>
                  <a:pt x="261" y="801"/>
                </a:lnTo>
                <a:lnTo>
                  <a:pt x="260" y="801"/>
                </a:lnTo>
                <a:lnTo>
                  <a:pt x="260" y="800"/>
                </a:lnTo>
                <a:lnTo>
                  <a:pt x="259" y="800"/>
                </a:lnTo>
                <a:lnTo>
                  <a:pt x="258" y="800"/>
                </a:lnTo>
                <a:lnTo>
                  <a:pt x="257" y="801"/>
                </a:lnTo>
                <a:lnTo>
                  <a:pt x="256" y="801"/>
                </a:lnTo>
                <a:lnTo>
                  <a:pt x="256" y="800"/>
                </a:lnTo>
                <a:lnTo>
                  <a:pt x="255" y="799"/>
                </a:lnTo>
                <a:lnTo>
                  <a:pt x="255" y="798"/>
                </a:lnTo>
                <a:lnTo>
                  <a:pt x="255" y="797"/>
                </a:lnTo>
                <a:lnTo>
                  <a:pt x="257" y="797"/>
                </a:lnTo>
                <a:lnTo>
                  <a:pt x="258" y="797"/>
                </a:lnTo>
                <a:lnTo>
                  <a:pt x="259" y="796"/>
                </a:lnTo>
                <a:lnTo>
                  <a:pt x="260" y="796"/>
                </a:lnTo>
                <a:lnTo>
                  <a:pt x="261" y="796"/>
                </a:lnTo>
                <a:lnTo>
                  <a:pt x="261" y="795"/>
                </a:lnTo>
                <a:lnTo>
                  <a:pt x="260" y="795"/>
                </a:lnTo>
                <a:lnTo>
                  <a:pt x="259" y="795"/>
                </a:lnTo>
                <a:lnTo>
                  <a:pt x="259" y="794"/>
                </a:lnTo>
                <a:lnTo>
                  <a:pt x="258" y="794"/>
                </a:lnTo>
                <a:lnTo>
                  <a:pt x="258" y="792"/>
                </a:lnTo>
                <a:lnTo>
                  <a:pt x="258" y="791"/>
                </a:lnTo>
                <a:lnTo>
                  <a:pt x="258" y="790"/>
                </a:lnTo>
                <a:lnTo>
                  <a:pt x="259" y="790"/>
                </a:lnTo>
                <a:lnTo>
                  <a:pt x="259" y="791"/>
                </a:lnTo>
                <a:lnTo>
                  <a:pt x="260" y="791"/>
                </a:lnTo>
                <a:lnTo>
                  <a:pt x="261" y="791"/>
                </a:lnTo>
                <a:lnTo>
                  <a:pt x="261" y="790"/>
                </a:lnTo>
                <a:lnTo>
                  <a:pt x="261" y="789"/>
                </a:lnTo>
                <a:lnTo>
                  <a:pt x="261" y="788"/>
                </a:lnTo>
                <a:lnTo>
                  <a:pt x="261" y="787"/>
                </a:lnTo>
                <a:lnTo>
                  <a:pt x="260" y="787"/>
                </a:lnTo>
                <a:lnTo>
                  <a:pt x="260" y="786"/>
                </a:lnTo>
                <a:lnTo>
                  <a:pt x="260" y="785"/>
                </a:lnTo>
                <a:lnTo>
                  <a:pt x="259" y="785"/>
                </a:lnTo>
                <a:lnTo>
                  <a:pt x="258" y="785"/>
                </a:lnTo>
                <a:lnTo>
                  <a:pt x="257" y="785"/>
                </a:lnTo>
                <a:lnTo>
                  <a:pt x="257" y="784"/>
                </a:lnTo>
                <a:lnTo>
                  <a:pt x="256" y="784"/>
                </a:lnTo>
                <a:lnTo>
                  <a:pt x="255" y="784"/>
                </a:lnTo>
                <a:lnTo>
                  <a:pt x="254" y="783"/>
                </a:lnTo>
                <a:lnTo>
                  <a:pt x="253" y="783"/>
                </a:lnTo>
                <a:lnTo>
                  <a:pt x="253" y="782"/>
                </a:lnTo>
                <a:lnTo>
                  <a:pt x="252" y="781"/>
                </a:lnTo>
                <a:lnTo>
                  <a:pt x="252" y="780"/>
                </a:lnTo>
                <a:lnTo>
                  <a:pt x="251" y="779"/>
                </a:lnTo>
                <a:lnTo>
                  <a:pt x="251" y="778"/>
                </a:lnTo>
                <a:lnTo>
                  <a:pt x="252" y="777"/>
                </a:lnTo>
                <a:lnTo>
                  <a:pt x="252" y="776"/>
                </a:lnTo>
                <a:lnTo>
                  <a:pt x="253" y="776"/>
                </a:lnTo>
                <a:lnTo>
                  <a:pt x="254" y="776"/>
                </a:lnTo>
                <a:lnTo>
                  <a:pt x="255" y="776"/>
                </a:lnTo>
                <a:lnTo>
                  <a:pt x="256" y="776"/>
                </a:lnTo>
                <a:lnTo>
                  <a:pt x="256" y="775"/>
                </a:lnTo>
                <a:lnTo>
                  <a:pt x="257" y="775"/>
                </a:lnTo>
                <a:lnTo>
                  <a:pt x="256" y="775"/>
                </a:lnTo>
                <a:lnTo>
                  <a:pt x="256" y="774"/>
                </a:lnTo>
                <a:lnTo>
                  <a:pt x="255" y="774"/>
                </a:lnTo>
                <a:lnTo>
                  <a:pt x="254" y="774"/>
                </a:lnTo>
                <a:lnTo>
                  <a:pt x="254" y="773"/>
                </a:lnTo>
                <a:lnTo>
                  <a:pt x="254" y="772"/>
                </a:lnTo>
                <a:lnTo>
                  <a:pt x="255" y="772"/>
                </a:lnTo>
                <a:lnTo>
                  <a:pt x="256" y="772"/>
                </a:lnTo>
                <a:lnTo>
                  <a:pt x="258" y="772"/>
                </a:lnTo>
                <a:lnTo>
                  <a:pt x="258" y="771"/>
                </a:lnTo>
                <a:lnTo>
                  <a:pt x="258" y="770"/>
                </a:lnTo>
                <a:lnTo>
                  <a:pt x="258" y="769"/>
                </a:lnTo>
                <a:lnTo>
                  <a:pt x="257" y="769"/>
                </a:lnTo>
                <a:lnTo>
                  <a:pt x="256" y="768"/>
                </a:lnTo>
                <a:lnTo>
                  <a:pt x="255" y="768"/>
                </a:lnTo>
                <a:lnTo>
                  <a:pt x="255" y="767"/>
                </a:lnTo>
                <a:lnTo>
                  <a:pt x="256" y="767"/>
                </a:lnTo>
                <a:lnTo>
                  <a:pt x="256" y="766"/>
                </a:lnTo>
                <a:lnTo>
                  <a:pt x="256" y="765"/>
                </a:lnTo>
                <a:lnTo>
                  <a:pt x="255" y="765"/>
                </a:lnTo>
                <a:lnTo>
                  <a:pt x="254" y="765"/>
                </a:lnTo>
                <a:lnTo>
                  <a:pt x="254" y="764"/>
                </a:lnTo>
                <a:lnTo>
                  <a:pt x="254" y="763"/>
                </a:lnTo>
                <a:lnTo>
                  <a:pt x="255" y="763"/>
                </a:lnTo>
                <a:lnTo>
                  <a:pt x="256" y="763"/>
                </a:lnTo>
                <a:lnTo>
                  <a:pt x="256" y="762"/>
                </a:lnTo>
                <a:lnTo>
                  <a:pt x="256" y="761"/>
                </a:lnTo>
                <a:lnTo>
                  <a:pt x="255" y="761"/>
                </a:lnTo>
                <a:lnTo>
                  <a:pt x="254" y="760"/>
                </a:lnTo>
                <a:lnTo>
                  <a:pt x="254" y="759"/>
                </a:lnTo>
                <a:lnTo>
                  <a:pt x="255" y="759"/>
                </a:lnTo>
                <a:lnTo>
                  <a:pt x="255" y="758"/>
                </a:lnTo>
                <a:lnTo>
                  <a:pt x="255" y="757"/>
                </a:lnTo>
                <a:lnTo>
                  <a:pt x="254" y="757"/>
                </a:lnTo>
                <a:lnTo>
                  <a:pt x="253" y="757"/>
                </a:lnTo>
                <a:lnTo>
                  <a:pt x="253" y="758"/>
                </a:lnTo>
                <a:lnTo>
                  <a:pt x="252" y="758"/>
                </a:lnTo>
                <a:lnTo>
                  <a:pt x="252" y="757"/>
                </a:lnTo>
                <a:lnTo>
                  <a:pt x="252" y="756"/>
                </a:lnTo>
                <a:lnTo>
                  <a:pt x="253" y="756"/>
                </a:lnTo>
                <a:lnTo>
                  <a:pt x="252" y="755"/>
                </a:lnTo>
                <a:lnTo>
                  <a:pt x="252" y="754"/>
                </a:lnTo>
                <a:lnTo>
                  <a:pt x="251" y="754"/>
                </a:lnTo>
                <a:lnTo>
                  <a:pt x="251" y="753"/>
                </a:lnTo>
                <a:lnTo>
                  <a:pt x="251" y="752"/>
                </a:lnTo>
                <a:lnTo>
                  <a:pt x="252" y="752"/>
                </a:lnTo>
                <a:lnTo>
                  <a:pt x="253" y="752"/>
                </a:lnTo>
                <a:lnTo>
                  <a:pt x="253" y="751"/>
                </a:lnTo>
                <a:lnTo>
                  <a:pt x="252" y="750"/>
                </a:lnTo>
                <a:lnTo>
                  <a:pt x="251" y="749"/>
                </a:lnTo>
                <a:lnTo>
                  <a:pt x="250" y="749"/>
                </a:lnTo>
                <a:lnTo>
                  <a:pt x="250" y="748"/>
                </a:lnTo>
                <a:lnTo>
                  <a:pt x="250" y="747"/>
                </a:lnTo>
                <a:lnTo>
                  <a:pt x="251" y="747"/>
                </a:lnTo>
                <a:lnTo>
                  <a:pt x="251" y="746"/>
                </a:lnTo>
                <a:lnTo>
                  <a:pt x="252" y="746"/>
                </a:lnTo>
                <a:lnTo>
                  <a:pt x="251" y="745"/>
                </a:lnTo>
                <a:lnTo>
                  <a:pt x="251" y="744"/>
                </a:lnTo>
                <a:lnTo>
                  <a:pt x="249" y="745"/>
                </a:lnTo>
                <a:lnTo>
                  <a:pt x="248" y="745"/>
                </a:lnTo>
                <a:lnTo>
                  <a:pt x="248" y="746"/>
                </a:lnTo>
                <a:lnTo>
                  <a:pt x="248" y="747"/>
                </a:lnTo>
                <a:lnTo>
                  <a:pt x="247" y="747"/>
                </a:lnTo>
                <a:lnTo>
                  <a:pt x="247" y="748"/>
                </a:lnTo>
                <a:lnTo>
                  <a:pt x="246" y="748"/>
                </a:lnTo>
                <a:lnTo>
                  <a:pt x="246" y="747"/>
                </a:lnTo>
                <a:lnTo>
                  <a:pt x="245" y="747"/>
                </a:lnTo>
                <a:lnTo>
                  <a:pt x="245" y="746"/>
                </a:lnTo>
                <a:lnTo>
                  <a:pt x="246" y="746"/>
                </a:lnTo>
                <a:lnTo>
                  <a:pt x="246" y="745"/>
                </a:lnTo>
                <a:lnTo>
                  <a:pt x="246" y="744"/>
                </a:lnTo>
                <a:lnTo>
                  <a:pt x="246" y="743"/>
                </a:lnTo>
                <a:lnTo>
                  <a:pt x="245" y="743"/>
                </a:lnTo>
                <a:lnTo>
                  <a:pt x="244" y="743"/>
                </a:lnTo>
                <a:lnTo>
                  <a:pt x="243" y="743"/>
                </a:lnTo>
                <a:lnTo>
                  <a:pt x="242" y="743"/>
                </a:lnTo>
                <a:lnTo>
                  <a:pt x="241" y="743"/>
                </a:lnTo>
                <a:lnTo>
                  <a:pt x="239" y="744"/>
                </a:lnTo>
                <a:lnTo>
                  <a:pt x="239" y="745"/>
                </a:lnTo>
                <a:lnTo>
                  <a:pt x="238" y="745"/>
                </a:lnTo>
                <a:lnTo>
                  <a:pt x="237" y="745"/>
                </a:lnTo>
                <a:lnTo>
                  <a:pt x="237" y="746"/>
                </a:lnTo>
                <a:lnTo>
                  <a:pt x="236" y="746"/>
                </a:lnTo>
                <a:lnTo>
                  <a:pt x="235" y="746"/>
                </a:lnTo>
                <a:lnTo>
                  <a:pt x="235" y="747"/>
                </a:lnTo>
                <a:lnTo>
                  <a:pt x="234" y="747"/>
                </a:lnTo>
                <a:lnTo>
                  <a:pt x="233" y="747"/>
                </a:lnTo>
                <a:lnTo>
                  <a:pt x="232" y="747"/>
                </a:lnTo>
                <a:lnTo>
                  <a:pt x="231" y="747"/>
                </a:lnTo>
                <a:lnTo>
                  <a:pt x="230" y="748"/>
                </a:lnTo>
                <a:lnTo>
                  <a:pt x="229" y="748"/>
                </a:lnTo>
                <a:lnTo>
                  <a:pt x="228" y="748"/>
                </a:lnTo>
                <a:lnTo>
                  <a:pt x="227" y="748"/>
                </a:lnTo>
                <a:lnTo>
                  <a:pt x="226" y="748"/>
                </a:lnTo>
                <a:lnTo>
                  <a:pt x="225" y="748"/>
                </a:lnTo>
                <a:lnTo>
                  <a:pt x="224" y="748"/>
                </a:lnTo>
                <a:lnTo>
                  <a:pt x="221" y="748"/>
                </a:lnTo>
                <a:lnTo>
                  <a:pt x="220" y="748"/>
                </a:lnTo>
                <a:lnTo>
                  <a:pt x="219" y="748"/>
                </a:lnTo>
                <a:lnTo>
                  <a:pt x="219" y="749"/>
                </a:lnTo>
                <a:lnTo>
                  <a:pt x="218" y="749"/>
                </a:lnTo>
                <a:lnTo>
                  <a:pt x="218" y="750"/>
                </a:lnTo>
                <a:lnTo>
                  <a:pt x="217" y="750"/>
                </a:lnTo>
                <a:lnTo>
                  <a:pt x="216" y="751"/>
                </a:lnTo>
                <a:lnTo>
                  <a:pt x="215" y="751"/>
                </a:lnTo>
                <a:lnTo>
                  <a:pt x="215" y="750"/>
                </a:lnTo>
                <a:lnTo>
                  <a:pt x="214" y="750"/>
                </a:lnTo>
                <a:lnTo>
                  <a:pt x="213" y="750"/>
                </a:lnTo>
                <a:lnTo>
                  <a:pt x="212" y="749"/>
                </a:lnTo>
                <a:lnTo>
                  <a:pt x="211" y="748"/>
                </a:lnTo>
                <a:lnTo>
                  <a:pt x="210" y="748"/>
                </a:lnTo>
                <a:lnTo>
                  <a:pt x="209" y="747"/>
                </a:lnTo>
                <a:lnTo>
                  <a:pt x="209" y="748"/>
                </a:lnTo>
                <a:lnTo>
                  <a:pt x="208" y="748"/>
                </a:lnTo>
                <a:lnTo>
                  <a:pt x="208" y="749"/>
                </a:lnTo>
                <a:lnTo>
                  <a:pt x="208" y="748"/>
                </a:lnTo>
                <a:lnTo>
                  <a:pt x="208" y="749"/>
                </a:lnTo>
                <a:lnTo>
                  <a:pt x="207" y="749"/>
                </a:lnTo>
                <a:lnTo>
                  <a:pt x="206" y="750"/>
                </a:lnTo>
                <a:lnTo>
                  <a:pt x="206" y="749"/>
                </a:lnTo>
                <a:lnTo>
                  <a:pt x="206" y="750"/>
                </a:lnTo>
                <a:lnTo>
                  <a:pt x="205" y="750"/>
                </a:lnTo>
                <a:lnTo>
                  <a:pt x="204" y="750"/>
                </a:lnTo>
                <a:lnTo>
                  <a:pt x="204" y="749"/>
                </a:lnTo>
                <a:lnTo>
                  <a:pt x="204" y="750"/>
                </a:lnTo>
                <a:lnTo>
                  <a:pt x="204" y="749"/>
                </a:lnTo>
                <a:lnTo>
                  <a:pt x="203" y="749"/>
                </a:lnTo>
                <a:lnTo>
                  <a:pt x="202" y="749"/>
                </a:lnTo>
                <a:lnTo>
                  <a:pt x="201" y="749"/>
                </a:lnTo>
                <a:lnTo>
                  <a:pt x="201" y="750"/>
                </a:lnTo>
                <a:lnTo>
                  <a:pt x="201" y="749"/>
                </a:lnTo>
                <a:lnTo>
                  <a:pt x="200" y="749"/>
                </a:lnTo>
                <a:lnTo>
                  <a:pt x="199" y="750"/>
                </a:lnTo>
                <a:lnTo>
                  <a:pt x="200" y="750"/>
                </a:lnTo>
                <a:lnTo>
                  <a:pt x="199" y="750"/>
                </a:lnTo>
                <a:lnTo>
                  <a:pt x="200" y="750"/>
                </a:lnTo>
                <a:lnTo>
                  <a:pt x="200" y="751"/>
                </a:lnTo>
                <a:lnTo>
                  <a:pt x="199" y="751"/>
                </a:lnTo>
                <a:lnTo>
                  <a:pt x="197" y="751"/>
                </a:lnTo>
                <a:lnTo>
                  <a:pt x="196" y="751"/>
                </a:lnTo>
                <a:lnTo>
                  <a:pt x="196" y="750"/>
                </a:lnTo>
                <a:lnTo>
                  <a:pt x="195" y="750"/>
                </a:lnTo>
                <a:lnTo>
                  <a:pt x="195" y="749"/>
                </a:lnTo>
                <a:lnTo>
                  <a:pt x="194" y="749"/>
                </a:lnTo>
                <a:lnTo>
                  <a:pt x="193" y="749"/>
                </a:lnTo>
                <a:lnTo>
                  <a:pt x="193" y="748"/>
                </a:lnTo>
                <a:lnTo>
                  <a:pt x="192" y="748"/>
                </a:lnTo>
                <a:lnTo>
                  <a:pt x="191" y="749"/>
                </a:lnTo>
                <a:lnTo>
                  <a:pt x="191" y="748"/>
                </a:lnTo>
                <a:lnTo>
                  <a:pt x="190" y="748"/>
                </a:lnTo>
                <a:lnTo>
                  <a:pt x="189" y="748"/>
                </a:lnTo>
                <a:lnTo>
                  <a:pt x="188" y="748"/>
                </a:lnTo>
                <a:lnTo>
                  <a:pt x="189" y="747"/>
                </a:lnTo>
                <a:lnTo>
                  <a:pt x="188" y="747"/>
                </a:lnTo>
                <a:lnTo>
                  <a:pt x="187" y="747"/>
                </a:lnTo>
                <a:lnTo>
                  <a:pt x="186" y="747"/>
                </a:lnTo>
                <a:lnTo>
                  <a:pt x="186" y="746"/>
                </a:lnTo>
                <a:lnTo>
                  <a:pt x="184" y="746"/>
                </a:lnTo>
                <a:lnTo>
                  <a:pt x="183" y="746"/>
                </a:lnTo>
                <a:lnTo>
                  <a:pt x="183" y="747"/>
                </a:lnTo>
                <a:lnTo>
                  <a:pt x="179" y="749"/>
                </a:lnTo>
                <a:lnTo>
                  <a:pt x="178" y="749"/>
                </a:lnTo>
                <a:lnTo>
                  <a:pt x="180" y="749"/>
                </a:lnTo>
                <a:lnTo>
                  <a:pt x="176" y="743"/>
                </a:lnTo>
                <a:lnTo>
                  <a:pt x="172" y="739"/>
                </a:lnTo>
                <a:lnTo>
                  <a:pt x="164" y="730"/>
                </a:lnTo>
                <a:lnTo>
                  <a:pt x="164" y="729"/>
                </a:lnTo>
                <a:lnTo>
                  <a:pt x="164" y="728"/>
                </a:lnTo>
                <a:lnTo>
                  <a:pt x="164" y="727"/>
                </a:lnTo>
                <a:lnTo>
                  <a:pt x="164" y="720"/>
                </a:lnTo>
                <a:lnTo>
                  <a:pt x="164" y="719"/>
                </a:lnTo>
                <a:lnTo>
                  <a:pt x="164" y="716"/>
                </a:lnTo>
                <a:lnTo>
                  <a:pt x="164" y="715"/>
                </a:lnTo>
                <a:lnTo>
                  <a:pt x="166" y="715"/>
                </a:lnTo>
                <a:lnTo>
                  <a:pt x="168" y="715"/>
                </a:lnTo>
                <a:lnTo>
                  <a:pt x="168" y="713"/>
                </a:lnTo>
                <a:lnTo>
                  <a:pt x="168" y="712"/>
                </a:lnTo>
                <a:lnTo>
                  <a:pt x="168" y="711"/>
                </a:lnTo>
                <a:lnTo>
                  <a:pt x="170" y="710"/>
                </a:lnTo>
                <a:lnTo>
                  <a:pt x="171" y="711"/>
                </a:lnTo>
                <a:lnTo>
                  <a:pt x="171" y="712"/>
                </a:lnTo>
                <a:lnTo>
                  <a:pt x="171" y="714"/>
                </a:lnTo>
                <a:lnTo>
                  <a:pt x="173" y="713"/>
                </a:lnTo>
                <a:lnTo>
                  <a:pt x="172" y="712"/>
                </a:lnTo>
                <a:lnTo>
                  <a:pt x="173" y="712"/>
                </a:lnTo>
                <a:lnTo>
                  <a:pt x="174" y="712"/>
                </a:lnTo>
                <a:lnTo>
                  <a:pt x="175" y="712"/>
                </a:lnTo>
                <a:lnTo>
                  <a:pt x="176" y="712"/>
                </a:lnTo>
                <a:lnTo>
                  <a:pt x="177" y="711"/>
                </a:lnTo>
                <a:lnTo>
                  <a:pt x="178" y="711"/>
                </a:lnTo>
                <a:lnTo>
                  <a:pt x="180" y="711"/>
                </a:lnTo>
                <a:lnTo>
                  <a:pt x="182" y="713"/>
                </a:lnTo>
                <a:lnTo>
                  <a:pt x="182" y="714"/>
                </a:lnTo>
                <a:lnTo>
                  <a:pt x="183" y="714"/>
                </a:lnTo>
                <a:lnTo>
                  <a:pt x="184" y="713"/>
                </a:lnTo>
                <a:lnTo>
                  <a:pt x="184" y="714"/>
                </a:lnTo>
                <a:lnTo>
                  <a:pt x="185" y="713"/>
                </a:lnTo>
                <a:lnTo>
                  <a:pt x="186" y="713"/>
                </a:lnTo>
                <a:lnTo>
                  <a:pt x="185" y="712"/>
                </a:lnTo>
                <a:lnTo>
                  <a:pt x="187" y="712"/>
                </a:lnTo>
                <a:lnTo>
                  <a:pt x="187" y="711"/>
                </a:lnTo>
                <a:lnTo>
                  <a:pt x="188" y="711"/>
                </a:lnTo>
                <a:lnTo>
                  <a:pt x="189" y="711"/>
                </a:lnTo>
                <a:lnTo>
                  <a:pt x="189" y="710"/>
                </a:lnTo>
                <a:lnTo>
                  <a:pt x="188" y="709"/>
                </a:lnTo>
                <a:lnTo>
                  <a:pt x="189" y="708"/>
                </a:lnTo>
                <a:lnTo>
                  <a:pt x="188" y="708"/>
                </a:lnTo>
                <a:lnTo>
                  <a:pt x="188" y="707"/>
                </a:lnTo>
                <a:lnTo>
                  <a:pt x="188" y="706"/>
                </a:lnTo>
                <a:lnTo>
                  <a:pt x="189" y="706"/>
                </a:lnTo>
                <a:lnTo>
                  <a:pt x="190" y="706"/>
                </a:lnTo>
                <a:lnTo>
                  <a:pt x="191" y="706"/>
                </a:lnTo>
                <a:lnTo>
                  <a:pt x="192" y="706"/>
                </a:lnTo>
                <a:lnTo>
                  <a:pt x="193" y="706"/>
                </a:lnTo>
                <a:lnTo>
                  <a:pt x="194" y="706"/>
                </a:lnTo>
                <a:lnTo>
                  <a:pt x="194" y="705"/>
                </a:lnTo>
                <a:lnTo>
                  <a:pt x="195" y="705"/>
                </a:lnTo>
                <a:lnTo>
                  <a:pt x="196" y="705"/>
                </a:lnTo>
                <a:lnTo>
                  <a:pt x="197" y="705"/>
                </a:lnTo>
                <a:lnTo>
                  <a:pt x="202" y="704"/>
                </a:lnTo>
                <a:lnTo>
                  <a:pt x="203" y="704"/>
                </a:lnTo>
                <a:lnTo>
                  <a:pt x="207" y="704"/>
                </a:lnTo>
                <a:lnTo>
                  <a:pt x="210" y="704"/>
                </a:lnTo>
                <a:lnTo>
                  <a:pt x="211" y="704"/>
                </a:lnTo>
                <a:lnTo>
                  <a:pt x="213" y="704"/>
                </a:lnTo>
                <a:lnTo>
                  <a:pt x="216" y="704"/>
                </a:lnTo>
                <a:lnTo>
                  <a:pt x="219" y="704"/>
                </a:lnTo>
                <a:lnTo>
                  <a:pt x="219" y="703"/>
                </a:lnTo>
                <a:lnTo>
                  <a:pt x="219" y="702"/>
                </a:lnTo>
                <a:lnTo>
                  <a:pt x="220" y="700"/>
                </a:lnTo>
                <a:lnTo>
                  <a:pt x="221" y="700"/>
                </a:lnTo>
                <a:lnTo>
                  <a:pt x="221" y="699"/>
                </a:lnTo>
                <a:lnTo>
                  <a:pt x="221" y="698"/>
                </a:lnTo>
                <a:lnTo>
                  <a:pt x="221" y="697"/>
                </a:lnTo>
                <a:lnTo>
                  <a:pt x="221" y="696"/>
                </a:lnTo>
                <a:lnTo>
                  <a:pt x="221" y="694"/>
                </a:lnTo>
                <a:lnTo>
                  <a:pt x="221" y="693"/>
                </a:lnTo>
                <a:lnTo>
                  <a:pt x="221" y="692"/>
                </a:lnTo>
                <a:lnTo>
                  <a:pt x="221" y="691"/>
                </a:lnTo>
                <a:lnTo>
                  <a:pt x="222" y="691"/>
                </a:lnTo>
                <a:lnTo>
                  <a:pt x="219" y="691"/>
                </a:lnTo>
                <a:lnTo>
                  <a:pt x="218" y="691"/>
                </a:lnTo>
                <a:lnTo>
                  <a:pt x="218" y="690"/>
                </a:lnTo>
                <a:lnTo>
                  <a:pt x="217" y="690"/>
                </a:lnTo>
                <a:lnTo>
                  <a:pt x="217" y="689"/>
                </a:lnTo>
                <a:lnTo>
                  <a:pt x="218" y="689"/>
                </a:lnTo>
                <a:lnTo>
                  <a:pt x="219" y="689"/>
                </a:lnTo>
                <a:lnTo>
                  <a:pt x="219" y="688"/>
                </a:lnTo>
                <a:lnTo>
                  <a:pt x="220" y="688"/>
                </a:lnTo>
                <a:lnTo>
                  <a:pt x="221" y="688"/>
                </a:lnTo>
                <a:lnTo>
                  <a:pt x="221" y="687"/>
                </a:lnTo>
                <a:lnTo>
                  <a:pt x="220" y="687"/>
                </a:lnTo>
                <a:lnTo>
                  <a:pt x="219" y="686"/>
                </a:lnTo>
                <a:lnTo>
                  <a:pt x="218" y="686"/>
                </a:lnTo>
                <a:lnTo>
                  <a:pt x="218" y="685"/>
                </a:lnTo>
                <a:lnTo>
                  <a:pt x="219" y="685"/>
                </a:lnTo>
                <a:lnTo>
                  <a:pt x="219" y="684"/>
                </a:lnTo>
                <a:lnTo>
                  <a:pt x="219" y="683"/>
                </a:lnTo>
                <a:lnTo>
                  <a:pt x="217" y="683"/>
                </a:lnTo>
                <a:lnTo>
                  <a:pt x="216" y="683"/>
                </a:lnTo>
                <a:lnTo>
                  <a:pt x="216" y="685"/>
                </a:lnTo>
                <a:lnTo>
                  <a:pt x="216" y="686"/>
                </a:lnTo>
                <a:lnTo>
                  <a:pt x="216" y="687"/>
                </a:lnTo>
                <a:lnTo>
                  <a:pt x="216" y="688"/>
                </a:lnTo>
                <a:lnTo>
                  <a:pt x="216" y="689"/>
                </a:lnTo>
                <a:lnTo>
                  <a:pt x="215" y="689"/>
                </a:lnTo>
                <a:lnTo>
                  <a:pt x="215" y="690"/>
                </a:lnTo>
                <a:lnTo>
                  <a:pt x="214" y="689"/>
                </a:lnTo>
                <a:lnTo>
                  <a:pt x="213" y="689"/>
                </a:lnTo>
                <a:lnTo>
                  <a:pt x="212" y="689"/>
                </a:lnTo>
                <a:lnTo>
                  <a:pt x="210" y="689"/>
                </a:lnTo>
                <a:lnTo>
                  <a:pt x="209" y="689"/>
                </a:lnTo>
                <a:lnTo>
                  <a:pt x="209" y="688"/>
                </a:lnTo>
                <a:lnTo>
                  <a:pt x="208" y="688"/>
                </a:lnTo>
                <a:lnTo>
                  <a:pt x="208" y="686"/>
                </a:lnTo>
                <a:lnTo>
                  <a:pt x="209" y="686"/>
                </a:lnTo>
                <a:lnTo>
                  <a:pt x="209" y="685"/>
                </a:lnTo>
                <a:lnTo>
                  <a:pt x="209" y="683"/>
                </a:lnTo>
                <a:lnTo>
                  <a:pt x="210" y="683"/>
                </a:lnTo>
                <a:lnTo>
                  <a:pt x="210" y="682"/>
                </a:lnTo>
                <a:lnTo>
                  <a:pt x="210" y="681"/>
                </a:lnTo>
                <a:lnTo>
                  <a:pt x="211" y="681"/>
                </a:lnTo>
                <a:lnTo>
                  <a:pt x="211" y="680"/>
                </a:lnTo>
                <a:lnTo>
                  <a:pt x="212" y="680"/>
                </a:lnTo>
                <a:lnTo>
                  <a:pt x="212" y="679"/>
                </a:lnTo>
                <a:lnTo>
                  <a:pt x="212" y="678"/>
                </a:lnTo>
                <a:lnTo>
                  <a:pt x="212" y="676"/>
                </a:lnTo>
                <a:lnTo>
                  <a:pt x="211" y="676"/>
                </a:lnTo>
                <a:lnTo>
                  <a:pt x="211" y="677"/>
                </a:lnTo>
                <a:lnTo>
                  <a:pt x="209" y="677"/>
                </a:lnTo>
                <a:lnTo>
                  <a:pt x="208" y="676"/>
                </a:lnTo>
                <a:lnTo>
                  <a:pt x="208" y="677"/>
                </a:lnTo>
                <a:lnTo>
                  <a:pt x="207" y="676"/>
                </a:lnTo>
                <a:lnTo>
                  <a:pt x="207" y="677"/>
                </a:lnTo>
                <a:lnTo>
                  <a:pt x="206" y="677"/>
                </a:lnTo>
                <a:lnTo>
                  <a:pt x="205" y="677"/>
                </a:lnTo>
                <a:lnTo>
                  <a:pt x="205" y="678"/>
                </a:lnTo>
                <a:lnTo>
                  <a:pt x="204" y="678"/>
                </a:lnTo>
                <a:lnTo>
                  <a:pt x="203" y="678"/>
                </a:lnTo>
                <a:lnTo>
                  <a:pt x="202" y="678"/>
                </a:lnTo>
                <a:lnTo>
                  <a:pt x="201" y="678"/>
                </a:lnTo>
                <a:lnTo>
                  <a:pt x="200" y="678"/>
                </a:lnTo>
                <a:lnTo>
                  <a:pt x="200" y="677"/>
                </a:lnTo>
                <a:lnTo>
                  <a:pt x="199" y="676"/>
                </a:lnTo>
                <a:lnTo>
                  <a:pt x="197" y="676"/>
                </a:lnTo>
                <a:lnTo>
                  <a:pt x="196" y="675"/>
                </a:lnTo>
                <a:lnTo>
                  <a:pt x="196" y="674"/>
                </a:lnTo>
                <a:lnTo>
                  <a:pt x="195" y="674"/>
                </a:lnTo>
                <a:lnTo>
                  <a:pt x="194" y="673"/>
                </a:lnTo>
                <a:lnTo>
                  <a:pt x="193" y="673"/>
                </a:lnTo>
                <a:lnTo>
                  <a:pt x="191" y="672"/>
                </a:lnTo>
                <a:lnTo>
                  <a:pt x="190" y="673"/>
                </a:lnTo>
                <a:lnTo>
                  <a:pt x="191" y="673"/>
                </a:lnTo>
                <a:lnTo>
                  <a:pt x="191" y="674"/>
                </a:lnTo>
                <a:lnTo>
                  <a:pt x="191" y="675"/>
                </a:lnTo>
                <a:lnTo>
                  <a:pt x="193" y="675"/>
                </a:lnTo>
                <a:lnTo>
                  <a:pt x="195" y="675"/>
                </a:lnTo>
                <a:lnTo>
                  <a:pt x="196" y="675"/>
                </a:lnTo>
                <a:lnTo>
                  <a:pt x="197" y="676"/>
                </a:lnTo>
                <a:lnTo>
                  <a:pt x="199" y="676"/>
                </a:lnTo>
                <a:lnTo>
                  <a:pt x="199" y="677"/>
                </a:lnTo>
                <a:lnTo>
                  <a:pt x="200" y="677"/>
                </a:lnTo>
                <a:lnTo>
                  <a:pt x="200" y="678"/>
                </a:lnTo>
                <a:lnTo>
                  <a:pt x="201" y="678"/>
                </a:lnTo>
                <a:lnTo>
                  <a:pt x="201" y="680"/>
                </a:lnTo>
                <a:lnTo>
                  <a:pt x="201" y="681"/>
                </a:lnTo>
                <a:lnTo>
                  <a:pt x="200" y="683"/>
                </a:lnTo>
                <a:lnTo>
                  <a:pt x="197" y="688"/>
                </a:lnTo>
                <a:lnTo>
                  <a:pt x="196" y="688"/>
                </a:lnTo>
                <a:lnTo>
                  <a:pt x="196" y="689"/>
                </a:lnTo>
                <a:lnTo>
                  <a:pt x="196" y="688"/>
                </a:lnTo>
                <a:lnTo>
                  <a:pt x="196" y="689"/>
                </a:lnTo>
                <a:lnTo>
                  <a:pt x="195" y="689"/>
                </a:lnTo>
                <a:lnTo>
                  <a:pt x="194" y="689"/>
                </a:lnTo>
                <a:lnTo>
                  <a:pt x="193" y="689"/>
                </a:lnTo>
                <a:lnTo>
                  <a:pt x="193" y="688"/>
                </a:lnTo>
                <a:lnTo>
                  <a:pt x="193" y="687"/>
                </a:lnTo>
                <a:lnTo>
                  <a:pt x="192" y="687"/>
                </a:lnTo>
                <a:lnTo>
                  <a:pt x="192" y="686"/>
                </a:lnTo>
                <a:lnTo>
                  <a:pt x="191" y="686"/>
                </a:lnTo>
                <a:lnTo>
                  <a:pt x="190" y="685"/>
                </a:lnTo>
                <a:lnTo>
                  <a:pt x="190" y="686"/>
                </a:lnTo>
                <a:lnTo>
                  <a:pt x="189" y="686"/>
                </a:lnTo>
                <a:lnTo>
                  <a:pt x="190" y="686"/>
                </a:lnTo>
                <a:lnTo>
                  <a:pt x="189" y="686"/>
                </a:lnTo>
                <a:lnTo>
                  <a:pt x="188" y="686"/>
                </a:lnTo>
                <a:lnTo>
                  <a:pt x="187" y="686"/>
                </a:lnTo>
                <a:lnTo>
                  <a:pt x="186" y="686"/>
                </a:lnTo>
                <a:lnTo>
                  <a:pt x="186" y="687"/>
                </a:lnTo>
                <a:lnTo>
                  <a:pt x="185" y="686"/>
                </a:lnTo>
                <a:lnTo>
                  <a:pt x="184" y="686"/>
                </a:lnTo>
                <a:lnTo>
                  <a:pt x="183" y="687"/>
                </a:lnTo>
                <a:lnTo>
                  <a:pt x="183" y="688"/>
                </a:lnTo>
                <a:lnTo>
                  <a:pt x="183" y="689"/>
                </a:lnTo>
                <a:lnTo>
                  <a:pt x="184" y="689"/>
                </a:lnTo>
                <a:lnTo>
                  <a:pt x="184" y="690"/>
                </a:lnTo>
                <a:lnTo>
                  <a:pt x="183" y="690"/>
                </a:lnTo>
                <a:lnTo>
                  <a:pt x="182" y="690"/>
                </a:lnTo>
                <a:lnTo>
                  <a:pt x="182" y="691"/>
                </a:lnTo>
                <a:lnTo>
                  <a:pt x="182" y="692"/>
                </a:lnTo>
                <a:lnTo>
                  <a:pt x="181" y="692"/>
                </a:lnTo>
                <a:lnTo>
                  <a:pt x="181" y="693"/>
                </a:lnTo>
                <a:lnTo>
                  <a:pt x="180" y="693"/>
                </a:lnTo>
                <a:lnTo>
                  <a:pt x="180" y="694"/>
                </a:lnTo>
                <a:lnTo>
                  <a:pt x="180" y="695"/>
                </a:lnTo>
                <a:lnTo>
                  <a:pt x="180" y="696"/>
                </a:lnTo>
                <a:lnTo>
                  <a:pt x="180" y="697"/>
                </a:lnTo>
                <a:lnTo>
                  <a:pt x="179" y="697"/>
                </a:lnTo>
                <a:lnTo>
                  <a:pt x="177" y="698"/>
                </a:lnTo>
                <a:lnTo>
                  <a:pt x="176" y="698"/>
                </a:lnTo>
                <a:lnTo>
                  <a:pt x="175" y="699"/>
                </a:lnTo>
                <a:lnTo>
                  <a:pt x="174" y="699"/>
                </a:lnTo>
                <a:lnTo>
                  <a:pt x="173" y="699"/>
                </a:lnTo>
                <a:lnTo>
                  <a:pt x="172" y="699"/>
                </a:lnTo>
                <a:lnTo>
                  <a:pt x="172" y="698"/>
                </a:lnTo>
                <a:lnTo>
                  <a:pt x="171" y="698"/>
                </a:lnTo>
                <a:lnTo>
                  <a:pt x="170" y="698"/>
                </a:lnTo>
                <a:lnTo>
                  <a:pt x="169" y="698"/>
                </a:lnTo>
                <a:lnTo>
                  <a:pt x="169" y="699"/>
                </a:lnTo>
                <a:lnTo>
                  <a:pt x="169" y="698"/>
                </a:lnTo>
                <a:lnTo>
                  <a:pt x="168" y="699"/>
                </a:lnTo>
                <a:lnTo>
                  <a:pt x="167" y="699"/>
                </a:lnTo>
                <a:lnTo>
                  <a:pt x="167" y="700"/>
                </a:lnTo>
                <a:lnTo>
                  <a:pt x="166" y="700"/>
                </a:lnTo>
                <a:lnTo>
                  <a:pt x="165" y="700"/>
                </a:lnTo>
                <a:lnTo>
                  <a:pt x="164" y="700"/>
                </a:lnTo>
                <a:lnTo>
                  <a:pt x="164" y="699"/>
                </a:lnTo>
                <a:lnTo>
                  <a:pt x="164" y="698"/>
                </a:lnTo>
                <a:lnTo>
                  <a:pt x="163" y="698"/>
                </a:lnTo>
                <a:lnTo>
                  <a:pt x="163" y="697"/>
                </a:lnTo>
                <a:lnTo>
                  <a:pt x="163" y="696"/>
                </a:lnTo>
                <a:lnTo>
                  <a:pt x="162" y="696"/>
                </a:lnTo>
                <a:lnTo>
                  <a:pt x="161" y="695"/>
                </a:lnTo>
                <a:lnTo>
                  <a:pt x="160" y="695"/>
                </a:lnTo>
                <a:lnTo>
                  <a:pt x="159" y="694"/>
                </a:lnTo>
                <a:lnTo>
                  <a:pt x="158" y="694"/>
                </a:lnTo>
                <a:lnTo>
                  <a:pt x="158" y="693"/>
                </a:lnTo>
                <a:lnTo>
                  <a:pt x="158" y="694"/>
                </a:lnTo>
                <a:lnTo>
                  <a:pt x="157" y="694"/>
                </a:lnTo>
                <a:lnTo>
                  <a:pt x="157" y="693"/>
                </a:lnTo>
                <a:lnTo>
                  <a:pt x="157" y="692"/>
                </a:lnTo>
                <a:lnTo>
                  <a:pt x="156" y="692"/>
                </a:lnTo>
                <a:lnTo>
                  <a:pt x="155" y="691"/>
                </a:lnTo>
                <a:lnTo>
                  <a:pt x="155" y="690"/>
                </a:lnTo>
                <a:lnTo>
                  <a:pt x="154" y="689"/>
                </a:lnTo>
                <a:lnTo>
                  <a:pt x="154" y="688"/>
                </a:lnTo>
                <a:lnTo>
                  <a:pt x="155" y="688"/>
                </a:lnTo>
                <a:lnTo>
                  <a:pt x="155" y="687"/>
                </a:lnTo>
                <a:lnTo>
                  <a:pt x="154" y="687"/>
                </a:lnTo>
                <a:lnTo>
                  <a:pt x="155" y="686"/>
                </a:lnTo>
                <a:lnTo>
                  <a:pt x="154" y="686"/>
                </a:lnTo>
                <a:lnTo>
                  <a:pt x="154" y="685"/>
                </a:lnTo>
                <a:lnTo>
                  <a:pt x="153" y="684"/>
                </a:lnTo>
                <a:lnTo>
                  <a:pt x="153" y="683"/>
                </a:lnTo>
                <a:lnTo>
                  <a:pt x="154" y="682"/>
                </a:lnTo>
                <a:lnTo>
                  <a:pt x="154" y="681"/>
                </a:lnTo>
                <a:lnTo>
                  <a:pt x="154" y="680"/>
                </a:lnTo>
                <a:lnTo>
                  <a:pt x="154" y="679"/>
                </a:lnTo>
                <a:lnTo>
                  <a:pt x="154" y="678"/>
                </a:lnTo>
                <a:lnTo>
                  <a:pt x="154" y="677"/>
                </a:lnTo>
                <a:lnTo>
                  <a:pt x="154" y="676"/>
                </a:lnTo>
                <a:lnTo>
                  <a:pt x="153" y="676"/>
                </a:lnTo>
                <a:lnTo>
                  <a:pt x="153" y="677"/>
                </a:lnTo>
                <a:lnTo>
                  <a:pt x="152" y="676"/>
                </a:lnTo>
                <a:lnTo>
                  <a:pt x="152" y="677"/>
                </a:lnTo>
                <a:lnTo>
                  <a:pt x="151" y="677"/>
                </a:lnTo>
                <a:lnTo>
                  <a:pt x="150" y="677"/>
                </a:lnTo>
                <a:lnTo>
                  <a:pt x="150" y="678"/>
                </a:lnTo>
                <a:lnTo>
                  <a:pt x="149" y="678"/>
                </a:lnTo>
                <a:lnTo>
                  <a:pt x="148" y="678"/>
                </a:lnTo>
                <a:lnTo>
                  <a:pt x="147" y="678"/>
                </a:lnTo>
                <a:lnTo>
                  <a:pt x="146" y="678"/>
                </a:lnTo>
                <a:lnTo>
                  <a:pt x="145" y="678"/>
                </a:lnTo>
                <a:lnTo>
                  <a:pt x="145" y="677"/>
                </a:lnTo>
                <a:lnTo>
                  <a:pt x="145" y="676"/>
                </a:lnTo>
                <a:lnTo>
                  <a:pt x="144" y="676"/>
                </a:lnTo>
                <a:lnTo>
                  <a:pt x="144" y="675"/>
                </a:lnTo>
                <a:lnTo>
                  <a:pt x="143" y="674"/>
                </a:lnTo>
                <a:lnTo>
                  <a:pt x="143" y="673"/>
                </a:lnTo>
                <a:lnTo>
                  <a:pt x="144" y="673"/>
                </a:lnTo>
                <a:lnTo>
                  <a:pt x="144" y="671"/>
                </a:lnTo>
                <a:lnTo>
                  <a:pt x="145" y="670"/>
                </a:lnTo>
                <a:lnTo>
                  <a:pt x="146" y="670"/>
                </a:lnTo>
                <a:lnTo>
                  <a:pt x="146" y="669"/>
                </a:lnTo>
                <a:lnTo>
                  <a:pt x="147" y="669"/>
                </a:lnTo>
                <a:lnTo>
                  <a:pt x="147" y="668"/>
                </a:lnTo>
                <a:lnTo>
                  <a:pt x="149" y="668"/>
                </a:lnTo>
                <a:lnTo>
                  <a:pt x="149" y="667"/>
                </a:lnTo>
                <a:lnTo>
                  <a:pt x="150" y="667"/>
                </a:lnTo>
                <a:lnTo>
                  <a:pt x="150" y="666"/>
                </a:lnTo>
                <a:lnTo>
                  <a:pt x="151" y="666"/>
                </a:lnTo>
                <a:lnTo>
                  <a:pt x="150" y="665"/>
                </a:lnTo>
                <a:lnTo>
                  <a:pt x="150" y="664"/>
                </a:lnTo>
                <a:lnTo>
                  <a:pt x="150" y="665"/>
                </a:lnTo>
                <a:lnTo>
                  <a:pt x="149" y="665"/>
                </a:lnTo>
                <a:lnTo>
                  <a:pt x="148" y="665"/>
                </a:lnTo>
                <a:lnTo>
                  <a:pt x="147" y="665"/>
                </a:lnTo>
                <a:lnTo>
                  <a:pt x="146" y="664"/>
                </a:lnTo>
                <a:lnTo>
                  <a:pt x="145" y="664"/>
                </a:lnTo>
                <a:lnTo>
                  <a:pt x="144" y="664"/>
                </a:lnTo>
                <a:lnTo>
                  <a:pt x="143" y="664"/>
                </a:lnTo>
                <a:lnTo>
                  <a:pt x="141" y="664"/>
                </a:lnTo>
                <a:lnTo>
                  <a:pt x="141" y="663"/>
                </a:lnTo>
                <a:lnTo>
                  <a:pt x="140" y="664"/>
                </a:lnTo>
                <a:lnTo>
                  <a:pt x="140" y="663"/>
                </a:lnTo>
                <a:lnTo>
                  <a:pt x="139" y="662"/>
                </a:lnTo>
                <a:lnTo>
                  <a:pt x="137" y="662"/>
                </a:lnTo>
                <a:lnTo>
                  <a:pt x="136" y="662"/>
                </a:lnTo>
                <a:lnTo>
                  <a:pt x="135" y="662"/>
                </a:lnTo>
                <a:lnTo>
                  <a:pt x="134" y="662"/>
                </a:lnTo>
                <a:lnTo>
                  <a:pt x="133" y="661"/>
                </a:lnTo>
                <a:lnTo>
                  <a:pt x="132" y="661"/>
                </a:lnTo>
                <a:lnTo>
                  <a:pt x="131" y="660"/>
                </a:lnTo>
                <a:lnTo>
                  <a:pt x="130" y="660"/>
                </a:lnTo>
                <a:lnTo>
                  <a:pt x="129" y="659"/>
                </a:lnTo>
                <a:lnTo>
                  <a:pt x="129" y="658"/>
                </a:lnTo>
                <a:lnTo>
                  <a:pt x="128" y="658"/>
                </a:lnTo>
                <a:lnTo>
                  <a:pt x="129" y="658"/>
                </a:lnTo>
                <a:lnTo>
                  <a:pt x="128" y="656"/>
                </a:lnTo>
                <a:lnTo>
                  <a:pt x="127" y="656"/>
                </a:lnTo>
                <a:lnTo>
                  <a:pt x="126" y="656"/>
                </a:lnTo>
                <a:lnTo>
                  <a:pt x="126" y="655"/>
                </a:lnTo>
                <a:lnTo>
                  <a:pt x="125" y="655"/>
                </a:lnTo>
                <a:lnTo>
                  <a:pt x="124" y="655"/>
                </a:lnTo>
                <a:lnTo>
                  <a:pt x="124" y="654"/>
                </a:lnTo>
                <a:lnTo>
                  <a:pt x="123" y="654"/>
                </a:lnTo>
                <a:lnTo>
                  <a:pt x="123" y="653"/>
                </a:lnTo>
                <a:lnTo>
                  <a:pt x="123" y="652"/>
                </a:lnTo>
                <a:lnTo>
                  <a:pt x="122" y="652"/>
                </a:lnTo>
                <a:lnTo>
                  <a:pt x="122" y="651"/>
                </a:lnTo>
                <a:lnTo>
                  <a:pt x="121" y="651"/>
                </a:lnTo>
                <a:lnTo>
                  <a:pt x="121" y="650"/>
                </a:lnTo>
                <a:lnTo>
                  <a:pt x="120" y="649"/>
                </a:lnTo>
                <a:lnTo>
                  <a:pt x="120" y="648"/>
                </a:lnTo>
                <a:lnTo>
                  <a:pt x="120" y="647"/>
                </a:lnTo>
                <a:lnTo>
                  <a:pt x="119" y="647"/>
                </a:lnTo>
                <a:lnTo>
                  <a:pt x="119" y="646"/>
                </a:lnTo>
                <a:lnTo>
                  <a:pt x="118" y="645"/>
                </a:lnTo>
                <a:lnTo>
                  <a:pt x="117" y="645"/>
                </a:lnTo>
                <a:lnTo>
                  <a:pt x="116" y="645"/>
                </a:lnTo>
                <a:lnTo>
                  <a:pt x="116" y="644"/>
                </a:lnTo>
                <a:lnTo>
                  <a:pt x="115" y="644"/>
                </a:lnTo>
                <a:lnTo>
                  <a:pt x="115" y="643"/>
                </a:lnTo>
                <a:lnTo>
                  <a:pt x="115" y="642"/>
                </a:lnTo>
                <a:lnTo>
                  <a:pt x="115" y="641"/>
                </a:lnTo>
                <a:lnTo>
                  <a:pt x="115" y="642"/>
                </a:lnTo>
                <a:lnTo>
                  <a:pt x="115" y="641"/>
                </a:lnTo>
                <a:lnTo>
                  <a:pt x="114" y="641"/>
                </a:lnTo>
                <a:lnTo>
                  <a:pt x="115" y="641"/>
                </a:lnTo>
                <a:lnTo>
                  <a:pt x="114" y="641"/>
                </a:lnTo>
                <a:lnTo>
                  <a:pt x="114" y="640"/>
                </a:lnTo>
                <a:lnTo>
                  <a:pt x="114" y="641"/>
                </a:lnTo>
                <a:lnTo>
                  <a:pt x="113" y="641"/>
                </a:lnTo>
                <a:lnTo>
                  <a:pt x="113" y="640"/>
                </a:lnTo>
                <a:lnTo>
                  <a:pt x="112" y="640"/>
                </a:lnTo>
                <a:lnTo>
                  <a:pt x="112" y="639"/>
                </a:lnTo>
                <a:lnTo>
                  <a:pt x="113" y="639"/>
                </a:lnTo>
                <a:lnTo>
                  <a:pt x="112" y="638"/>
                </a:lnTo>
                <a:lnTo>
                  <a:pt x="111" y="638"/>
                </a:lnTo>
                <a:lnTo>
                  <a:pt x="111" y="637"/>
                </a:lnTo>
                <a:lnTo>
                  <a:pt x="111" y="636"/>
                </a:lnTo>
                <a:lnTo>
                  <a:pt x="112" y="635"/>
                </a:lnTo>
                <a:lnTo>
                  <a:pt x="113" y="635"/>
                </a:lnTo>
                <a:lnTo>
                  <a:pt x="113" y="634"/>
                </a:lnTo>
                <a:lnTo>
                  <a:pt x="114" y="634"/>
                </a:lnTo>
                <a:lnTo>
                  <a:pt x="115" y="633"/>
                </a:lnTo>
                <a:lnTo>
                  <a:pt x="118" y="632"/>
                </a:lnTo>
                <a:lnTo>
                  <a:pt x="119" y="631"/>
                </a:lnTo>
                <a:lnTo>
                  <a:pt x="119" y="630"/>
                </a:lnTo>
                <a:lnTo>
                  <a:pt x="120" y="630"/>
                </a:lnTo>
                <a:lnTo>
                  <a:pt x="120" y="629"/>
                </a:lnTo>
                <a:lnTo>
                  <a:pt x="120" y="626"/>
                </a:lnTo>
                <a:lnTo>
                  <a:pt x="121" y="625"/>
                </a:lnTo>
                <a:lnTo>
                  <a:pt x="122" y="624"/>
                </a:lnTo>
                <a:lnTo>
                  <a:pt x="122" y="622"/>
                </a:lnTo>
                <a:lnTo>
                  <a:pt x="122" y="621"/>
                </a:lnTo>
                <a:lnTo>
                  <a:pt x="123" y="620"/>
                </a:lnTo>
                <a:lnTo>
                  <a:pt x="124" y="619"/>
                </a:lnTo>
                <a:lnTo>
                  <a:pt x="125" y="617"/>
                </a:lnTo>
                <a:lnTo>
                  <a:pt x="126" y="617"/>
                </a:lnTo>
                <a:lnTo>
                  <a:pt x="127" y="616"/>
                </a:lnTo>
                <a:lnTo>
                  <a:pt x="130" y="614"/>
                </a:lnTo>
                <a:lnTo>
                  <a:pt x="132" y="613"/>
                </a:lnTo>
                <a:lnTo>
                  <a:pt x="135" y="612"/>
                </a:lnTo>
                <a:lnTo>
                  <a:pt x="140" y="610"/>
                </a:lnTo>
                <a:lnTo>
                  <a:pt x="142" y="609"/>
                </a:lnTo>
                <a:lnTo>
                  <a:pt x="143" y="608"/>
                </a:lnTo>
                <a:lnTo>
                  <a:pt x="144" y="608"/>
                </a:lnTo>
                <a:lnTo>
                  <a:pt x="144" y="607"/>
                </a:lnTo>
                <a:lnTo>
                  <a:pt x="145" y="607"/>
                </a:lnTo>
                <a:lnTo>
                  <a:pt x="146" y="606"/>
                </a:lnTo>
                <a:lnTo>
                  <a:pt x="148" y="604"/>
                </a:lnTo>
                <a:lnTo>
                  <a:pt x="149" y="604"/>
                </a:lnTo>
                <a:lnTo>
                  <a:pt x="150" y="603"/>
                </a:lnTo>
                <a:lnTo>
                  <a:pt x="150" y="602"/>
                </a:lnTo>
                <a:lnTo>
                  <a:pt x="151" y="602"/>
                </a:lnTo>
                <a:lnTo>
                  <a:pt x="153" y="602"/>
                </a:lnTo>
                <a:lnTo>
                  <a:pt x="156" y="601"/>
                </a:lnTo>
                <a:lnTo>
                  <a:pt x="158" y="600"/>
                </a:lnTo>
                <a:lnTo>
                  <a:pt x="159" y="600"/>
                </a:lnTo>
                <a:lnTo>
                  <a:pt x="160" y="599"/>
                </a:lnTo>
                <a:lnTo>
                  <a:pt x="162" y="598"/>
                </a:lnTo>
                <a:lnTo>
                  <a:pt x="164" y="597"/>
                </a:lnTo>
                <a:lnTo>
                  <a:pt x="165" y="596"/>
                </a:lnTo>
                <a:lnTo>
                  <a:pt x="166" y="596"/>
                </a:lnTo>
                <a:lnTo>
                  <a:pt x="167" y="595"/>
                </a:lnTo>
                <a:lnTo>
                  <a:pt x="168" y="595"/>
                </a:lnTo>
                <a:lnTo>
                  <a:pt x="170" y="594"/>
                </a:lnTo>
                <a:lnTo>
                  <a:pt x="171" y="594"/>
                </a:lnTo>
                <a:lnTo>
                  <a:pt x="174" y="593"/>
                </a:lnTo>
                <a:lnTo>
                  <a:pt x="176" y="592"/>
                </a:lnTo>
                <a:lnTo>
                  <a:pt x="177" y="592"/>
                </a:lnTo>
                <a:lnTo>
                  <a:pt x="179" y="592"/>
                </a:lnTo>
                <a:lnTo>
                  <a:pt x="181" y="589"/>
                </a:lnTo>
                <a:lnTo>
                  <a:pt x="182" y="588"/>
                </a:lnTo>
                <a:lnTo>
                  <a:pt x="183" y="587"/>
                </a:lnTo>
                <a:lnTo>
                  <a:pt x="184" y="586"/>
                </a:lnTo>
                <a:lnTo>
                  <a:pt x="185" y="585"/>
                </a:lnTo>
                <a:lnTo>
                  <a:pt x="185" y="584"/>
                </a:lnTo>
                <a:lnTo>
                  <a:pt x="187" y="582"/>
                </a:lnTo>
                <a:lnTo>
                  <a:pt x="187" y="581"/>
                </a:lnTo>
                <a:lnTo>
                  <a:pt x="187" y="580"/>
                </a:lnTo>
                <a:lnTo>
                  <a:pt x="188" y="578"/>
                </a:lnTo>
                <a:lnTo>
                  <a:pt x="189" y="577"/>
                </a:lnTo>
                <a:lnTo>
                  <a:pt x="189" y="575"/>
                </a:lnTo>
                <a:lnTo>
                  <a:pt x="190" y="575"/>
                </a:lnTo>
                <a:lnTo>
                  <a:pt x="191" y="574"/>
                </a:lnTo>
                <a:lnTo>
                  <a:pt x="192" y="574"/>
                </a:lnTo>
                <a:lnTo>
                  <a:pt x="192" y="573"/>
                </a:lnTo>
                <a:lnTo>
                  <a:pt x="193" y="573"/>
                </a:lnTo>
                <a:lnTo>
                  <a:pt x="194" y="573"/>
                </a:lnTo>
                <a:lnTo>
                  <a:pt x="195" y="573"/>
                </a:lnTo>
                <a:lnTo>
                  <a:pt x="196" y="573"/>
                </a:lnTo>
                <a:lnTo>
                  <a:pt x="197" y="572"/>
                </a:lnTo>
                <a:lnTo>
                  <a:pt x="201" y="571"/>
                </a:lnTo>
                <a:lnTo>
                  <a:pt x="202" y="571"/>
                </a:lnTo>
                <a:lnTo>
                  <a:pt x="204" y="570"/>
                </a:lnTo>
                <a:lnTo>
                  <a:pt x="206" y="569"/>
                </a:lnTo>
                <a:lnTo>
                  <a:pt x="207" y="569"/>
                </a:lnTo>
                <a:lnTo>
                  <a:pt x="208" y="569"/>
                </a:lnTo>
                <a:lnTo>
                  <a:pt x="210" y="568"/>
                </a:lnTo>
                <a:lnTo>
                  <a:pt x="213" y="567"/>
                </a:lnTo>
                <a:lnTo>
                  <a:pt x="215" y="566"/>
                </a:lnTo>
                <a:lnTo>
                  <a:pt x="216" y="565"/>
                </a:lnTo>
                <a:lnTo>
                  <a:pt x="217" y="564"/>
                </a:lnTo>
                <a:lnTo>
                  <a:pt x="219" y="563"/>
                </a:lnTo>
                <a:lnTo>
                  <a:pt x="220" y="562"/>
                </a:lnTo>
                <a:lnTo>
                  <a:pt x="222" y="559"/>
                </a:lnTo>
                <a:lnTo>
                  <a:pt x="224" y="558"/>
                </a:lnTo>
                <a:lnTo>
                  <a:pt x="225" y="556"/>
                </a:lnTo>
                <a:lnTo>
                  <a:pt x="226" y="555"/>
                </a:lnTo>
                <a:lnTo>
                  <a:pt x="227" y="555"/>
                </a:lnTo>
                <a:lnTo>
                  <a:pt x="228" y="554"/>
                </a:lnTo>
                <a:lnTo>
                  <a:pt x="228" y="553"/>
                </a:lnTo>
                <a:lnTo>
                  <a:pt x="230" y="552"/>
                </a:lnTo>
                <a:lnTo>
                  <a:pt x="231" y="550"/>
                </a:lnTo>
                <a:lnTo>
                  <a:pt x="232" y="549"/>
                </a:lnTo>
                <a:lnTo>
                  <a:pt x="233" y="549"/>
                </a:lnTo>
                <a:lnTo>
                  <a:pt x="235" y="547"/>
                </a:lnTo>
                <a:lnTo>
                  <a:pt x="237" y="546"/>
                </a:lnTo>
                <a:lnTo>
                  <a:pt x="239" y="544"/>
                </a:lnTo>
                <a:lnTo>
                  <a:pt x="240" y="543"/>
                </a:lnTo>
                <a:lnTo>
                  <a:pt x="242" y="542"/>
                </a:lnTo>
                <a:lnTo>
                  <a:pt x="242" y="541"/>
                </a:lnTo>
                <a:lnTo>
                  <a:pt x="244" y="540"/>
                </a:lnTo>
                <a:lnTo>
                  <a:pt x="245" y="539"/>
                </a:lnTo>
                <a:lnTo>
                  <a:pt x="246" y="538"/>
                </a:lnTo>
                <a:lnTo>
                  <a:pt x="247" y="538"/>
                </a:lnTo>
                <a:lnTo>
                  <a:pt x="248" y="536"/>
                </a:lnTo>
                <a:lnTo>
                  <a:pt x="251" y="534"/>
                </a:lnTo>
                <a:lnTo>
                  <a:pt x="252" y="533"/>
                </a:lnTo>
                <a:lnTo>
                  <a:pt x="255" y="530"/>
                </a:lnTo>
                <a:lnTo>
                  <a:pt x="257" y="529"/>
                </a:lnTo>
                <a:lnTo>
                  <a:pt x="259" y="528"/>
                </a:lnTo>
                <a:lnTo>
                  <a:pt x="259" y="527"/>
                </a:lnTo>
                <a:lnTo>
                  <a:pt x="260" y="526"/>
                </a:lnTo>
                <a:lnTo>
                  <a:pt x="261" y="526"/>
                </a:lnTo>
                <a:lnTo>
                  <a:pt x="261" y="525"/>
                </a:lnTo>
                <a:lnTo>
                  <a:pt x="262" y="525"/>
                </a:lnTo>
                <a:lnTo>
                  <a:pt x="263" y="524"/>
                </a:lnTo>
                <a:lnTo>
                  <a:pt x="264" y="524"/>
                </a:lnTo>
                <a:lnTo>
                  <a:pt x="266" y="523"/>
                </a:lnTo>
                <a:lnTo>
                  <a:pt x="266" y="522"/>
                </a:lnTo>
                <a:lnTo>
                  <a:pt x="267" y="522"/>
                </a:lnTo>
                <a:lnTo>
                  <a:pt x="268" y="521"/>
                </a:lnTo>
                <a:lnTo>
                  <a:pt x="271" y="520"/>
                </a:lnTo>
                <a:lnTo>
                  <a:pt x="275" y="517"/>
                </a:lnTo>
                <a:lnTo>
                  <a:pt x="276" y="516"/>
                </a:lnTo>
                <a:lnTo>
                  <a:pt x="278" y="515"/>
                </a:lnTo>
                <a:lnTo>
                  <a:pt x="279" y="515"/>
                </a:lnTo>
                <a:lnTo>
                  <a:pt x="280" y="515"/>
                </a:lnTo>
                <a:lnTo>
                  <a:pt x="280" y="516"/>
                </a:lnTo>
                <a:lnTo>
                  <a:pt x="281" y="516"/>
                </a:lnTo>
                <a:lnTo>
                  <a:pt x="282" y="516"/>
                </a:lnTo>
                <a:lnTo>
                  <a:pt x="282" y="517"/>
                </a:lnTo>
                <a:lnTo>
                  <a:pt x="282" y="518"/>
                </a:lnTo>
                <a:lnTo>
                  <a:pt x="282" y="519"/>
                </a:lnTo>
                <a:lnTo>
                  <a:pt x="283" y="519"/>
                </a:lnTo>
                <a:lnTo>
                  <a:pt x="283" y="520"/>
                </a:lnTo>
                <a:lnTo>
                  <a:pt x="283" y="521"/>
                </a:lnTo>
                <a:lnTo>
                  <a:pt x="282" y="521"/>
                </a:lnTo>
                <a:lnTo>
                  <a:pt x="282" y="522"/>
                </a:lnTo>
                <a:lnTo>
                  <a:pt x="282" y="523"/>
                </a:lnTo>
                <a:lnTo>
                  <a:pt x="283" y="524"/>
                </a:lnTo>
                <a:lnTo>
                  <a:pt x="284" y="525"/>
                </a:lnTo>
                <a:lnTo>
                  <a:pt x="285" y="525"/>
                </a:lnTo>
                <a:lnTo>
                  <a:pt x="284" y="526"/>
                </a:lnTo>
                <a:lnTo>
                  <a:pt x="283" y="526"/>
                </a:lnTo>
                <a:lnTo>
                  <a:pt x="283" y="527"/>
                </a:lnTo>
                <a:lnTo>
                  <a:pt x="282" y="527"/>
                </a:lnTo>
                <a:lnTo>
                  <a:pt x="282" y="528"/>
                </a:lnTo>
                <a:lnTo>
                  <a:pt x="283" y="528"/>
                </a:lnTo>
                <a:lnTo>
                  <a:pt x="283" y="529"/>
                </a:lnTo>
                <a:lnTo>
                  <a:pt x="284" y="529"/>
                </a:lnTo>
                <a:lnTo>
                  <a:pt x="284" y="530"/>
                </a:lnTo>
                <a:lnTo>
                  <a:pt x="284" y="531"/>
                </a:lnTo>
                <a:lnTo>
                  <a:pt x="283" y="531"/>
                </a:lnTo>
                <a:lnTo>
                  <a:pt x="283" y="532"/>
                </a:lnTo>
                <a:lnTo>
                  <a:pt x="284" y="533"/>
                </a:lnTo>
                <a:lnTo>
                  <a:pt x="283" y="533"/>
                </a:lnTo>
                <a:lnTo>
                  <a:pt x="283" y="534"/>
                </a:lnTo>
                <a:lnTo>
                  <a:pt x="284" y="534"/>
                </a:lnTo>
                <a:lnTo>
                  <a:pt x="284" y="535"/>
                </a:lnTo>
                <a:lnTo>
                  <a:pt x="285" y="535"/>
                </a:lnTo>
                <a:lnTo>
                  <a:pt x="285" y="536"/>
                </a:lnTo>
                <a:lnTo>
                  <a:pt x="285" y="537"/>
                </a:lnTo>
                <a:lnTo>
                  <a:pt x="286" y="537"/>
                </a:lnTo>
                <a:lnTo>
                  <a:pt x="287" y="538"/>
                </a:lnTo>
                <a:lnTo>
                  <a:pt x="286" y="538"/>
                </a:lnTo>
                <a:lnTo>
                  <a:pt x="286" y="539"/>
                </a:lnTo>
                <a:lnTo>
                  <a:pt x="287" y="539"/>
                </a:lnTo>
                <a:lnTo>
                  <a:pt x="288" y="540"/>
                </a:lnTo>
                <a:lnTo>
                  <a:pt x="288" y="541"/>
                </a:lnTo>
                <a:lnTo>
                  <a:pt x="289" y="541"/>
                </a:lnTo>
                <a:lnTo>
                  <a:pt x="290" y="541"/>
                </a:lnTo>
                <a:lnTo>
                  <a:pt x="290" y="542"/>
                </a:lnTo>
                <a:lnTo>
                  <a:pt x="291" y="542"/>
                </a:lnTo>
                <a:lnTo>
                  <a:pt x="291" y="543"/>
                </a:lnTo>
                <a:lnTo>
                  <a:pt x="290" y="543"/>
                </a:lnTo>
                <a:lnTo>
                  <a:pt x="291" y="544"/>
                </a:lnTo>
                <a:lnTo>
                  <a:pt x="292" y="544"/>
                </a:lnTo>
                <a:lnTo>
                  <a:pt x="293" y="544"/>
                </a:lnTo>
                <a:lnTo>
                  <a:pt x="293" y="545"/>
                </a:lnTo>
                <a:lnTo>
                  <a:pt x="293" y="546"/>
                </a:lnTo>
                <a:lnTo>
                  <a:pt x="293" y="547"/>
                </a:lnTo>
                <a:lnTo>
                  <a:pt x="292" y="547"/>
                </a:lnTo>
                <a:lnTo>
                  <a:pt x="291" y="547"/>
                </a:lnTo>
                <a:lnTo>
                  <a:pt x="291" y="548"/>
                </a:lnTo>
                <a:lnTo>
                  <a:pt x="292" y="548"/>
                </a:lnTo>
                <a:lnTo>
                  <a:pt x="292" y="549"/>
                </a:lnTo>
                <a:lnTo>
                  <a:pt x="292" y="550"/>
                </a:lnTo>
                <a:lnTo>
                  <a:pt x="293" y="551"/>
                </a:lnTo>
                <a:lnTo>
                  <a:pt x="294" y="551"/>
                </a:lnTo>
                <a:lnTo>
                  <a:pt x="295" y="551"/>
                </a:lnTo>
                <a:lnTo>
                  <a:pt x="295" y="552"/>
                </a:lnTo>
                <a:lnTo>
                  <a:pt x="296" y="552"/>
                </a:lnTo>
                <a:lnTo>
                  <a:pt x="296" y="551"/>
                </a:lnTo>
                <a:lnTo>
                  <a:pt x="297" y="551"/>
                </a:lnTo>
                <a:lnTo>
                  <a:pt x="297" y="552"/>
                </a:lnTo>
                <a:lnTo>
                  <a:pt x="296" y="552"/>
                </a:lnTo>
                <a:lnTo>
                  <a:pt x="297" y="552"/>
                </a:lnTo>
                <a:lnTo>
                  <a:pt x="298" y="552"/>
                </a:lnTo>
                <a:lnTo>
                  <a:pt x="298" y="553"/>
                </a:lnTo>
                <a:lnTo>
                  <a:pt x="297" y="553"/>
                </a:lnTo>
                <a:lnTo>
                  <a:pt x="296" y="553"/>
                </a:lnTo>
                <a:lnTo>
                  <a:pt x="296" y="554"/>
                </a:lnTo>
                <a:lnTo>
                  <a:pt x="297" y="555"/>
                </a:lnTo>
                <a:lnTo>
                  <a:pt x="297" y="556"/>
                </a:lnTo>
                <a:lnTo>
                  <a:pt x="295" y="556"/>
                </a:lnTo>
                <a:lnTo>
                  <a:pt x="294" y="556"/>
                </a:lnTo>
                <a:lnTo>
                  <a:pt x="293" y="557"/>
                </a:lnTo>
                <a:lnTo>
                  <a:pt x="294" y="557"/>
                </a:lnTo>
                <a:lnTo>
                  <a:pt x="294" y="558"/>
                </a:lnTo>
                <a:lnTo>
                  <a:pt x="294" y="559"/>
                </a:lnTo>
                <a:lnTo>
                  <a:pt x="293" y="559"/>
                </a:lnTo>
                <a:lnTo>
                  <a:pt x="292" y="559"/>
                </a:lnTo>
                <a:lnTo>
                  <a:pt x="293" y="560"/>
                </a:lnTo>
                <a:lnTo>
                  <a:pt x="292" y="560"/>
                </a:lnTo>
                <a:lnTo>
                  <a:pt x="293" y="560"/>
                </a:lnTo>
                <a:lnTo>
                  <a:pt x="293" y="561"/>
                </a:lnTo>
                <a:lnTo>
                  <a:pt x="294" y="561"/>
                </a:lnTo>
                <a:lnTo>
                  <a:pt x="294" y="560"/>
                </a:lnTo>
                <a:lnTo>
                  <a:pt x="295" y="559"/>
                </a:lnTo>
                <a:lnTo>
                  <a:pt x="296" y="559"/>
                </a:lnTo>
                <a:lnTo>
                  <a:pt x="296" y="560"/>
                </a:lnTo>
                <a:lnTo>
                  <a:pt x="297" y="559"/>
                </a:lnTo>
                <a:lnTo>
                  <a:pt x="298" y="558"/>
                </a:lnTo>
                <a:lnTo>
                  <a:pt x="298" y="557"/>
                </a:lnTo>
                <a:lnTo>
                  <a:pt x="297" y="557"/>
                </a:lnTo>
                <a:lnTo>
                  <a:pt x="298" y="557"/>
                </a:lnTo>
                <a:lnTo>
                  <a:pt x="298" y="556"/>
                </a:lnTo>
                <a:lnTo>
                  <a:pt x="299" y="556"/>
                </a:lnTo>
                <a:lnTo>
                  <a:pt x="299" y="557"/>
                </a:lnTo>
                <a:lnTo>
                  <a:pt x="300" y="557"/>
                </a:lnTo>
                <a:lnTo>
                  <a:pt x="300" y="556"/>
                </a:lnTo>
                <a:lnTo>
                  <a:pt x="301" y="555"/>
                </a:lnTo>
                <a:lnTo>
                  <a:pt x="302" y="555"/>
                </a:lnTo>
                <a:lnTo>
                  <a:pt x="302" y="554"/>
                </a:lnTo>
                <a:lnTo>
                  <a:pt x="302" y="553"/>
                </a:lnTo>
                <a:lnTo>
                  <a:pt x="301" y="553"/>
                </a:lnTo>
                <a:lnTo>
                  <a:pt x="301" y="552"/>
                </a:lnTo>
                <a:lnTo>
                  <a:pt x="302" y="552"/>
                </a:lnTo>
                <a:lnTo>
                  <a:pt x="302" y="551"/>
                </a:lnTo>
                <a:lnTo>
                  <a:pt x="301" y="551"/>
                </a:lnTo>
                <a:lnTo>
                  <a:pt x="301" y="550"/>
                </a:lnTo>
                <a:lnTo>
                  <a:pt x="302" y="550"/>
                </a:lnTo>
                <a:lnTo>
                  <a:pt x="303" y="550"/>
                </a:lnTo>
                <a:lnTo>
                  <a:pt x="303" y="549"/>
                </a:lnTo>
                <a:lnTo>
                  <a:pt x="304" y="548"/>
                </a:lnTo>
                <a:lnTo>
                  <a:pt x="304" y="547"/>
                </a:lnTo>
                <a:lnTo>
                  <a:pt x="305" y="547"/>
                </a:lnTo>
                <a:lnTo>
                  <a:pt x="305" y="546"/>
                </a:lnTo>
                <a:lnTo>
                  <a:pt x="305" y="545"/>
                </a:lnTo>
                <a:lnTo>
                  <a:pt x="306" y="544"/>
                </a:lnTo>
                <a:lnTo>
                  <a:pt x="307" y="544"/>
                </a:lnTo>
                <a:lnTo>
                  <a:pt x="307" y="543"/>
                </a:lnTo>
                <a:lnTo>
                  <a:pt x="307" y="542"/>
                </a:lnTo>
                <a:lnTo>
                  <a:pt x="306" y="542"/>
                </a:lnTo>
                <a:lnTo>
                  <a:pt x="305" y="542"/>
                </a:lnTo>
                <a:lnTo>
                  <a:pt x="305" y="541"/>
                </a:lnTo>
                <a:lnTo>
                  <a:pt x="305" y="540"/>
                </a:lnTo>
                <a:lnTo>
                  <a:pt x="306" y="540"/>
                </a:lnTo>
                <a:lnTo>
                  <a:pt x="306" y="539"/>
                </a:lnTo>
                <a:lnTo>
                  <a:pt x="307" y="539"/>
                </a:lnTo>
                <a:lnTo>
                  <a:pt x="307" y="538"/>
                </a:lnTo>
                <a:lnTo>
                  <a:pt x="306" y="538"/>
                </a:lnTo>
                <a:lnTo>
                  <a:pt x="306" y="537"/>
                </a:lnTo>
                <a:lnTo>
                  <a:pt x="305" y="537"/>
                </a:lnTo>
                <a:lnTo>
                  <a:pt x="305" y="536"/>
                </a:lnTo>
                <a:lnTo>
                  <a:pt x="304" y="536"/>
                </a:lnTo>
                <a:lnTo>
                  <a:pt x="304" y="535"/>
                </a:lnTo>
                <a:lnTo>
                  <a:pt x="303" y="535"/>
                </a:lnTo>
                <a:lnTo>
                  <a:pt x="304" y="535"/>
                </a:lnTo>
                <a:lnTo>
                  <a:pt x="304" y="534"/>
                </a:lnTo>
                <a:lnTo>
                  <a:pt x="304" y="533"/>
                </a:lnTo>
                <a:lnTo>
                  <a:pt x="304" y="532"/>
                </a:lnTo>
                <a:lnTo>
                  <a:pt x="303" y="532"/>
                </a:lnTo>
                <a:lnTo>
                  <a:pt x="302" y="532"/>
                </a:lnTo>
                <a:lnTo>
                  <a:pt x="301" y="531"/>
                </a:lnTo>
                <a:lnTo>
                  <a:pt x="301" y="530"/>
                </a:lnTo>
                <a:lnTo>
                  <a:pt x="302" y="530"/>
                </a:lnTo>
                <a:lnTo>
                  <a:pt x="302" y="529"/>
                </a:lnTo>
                <a:lnTo>
                  <a:pt x="301" y="529"/>
                </a:lnTo>
                <a:lnTo>
                  <a:pt x="301" y="528"/>
                </a:lnTo>
                <a:lnTo>
                  <a:pt x="302" y="528"/>
                </a:lnTo>
                <a:lnTo>
                  <a:pt x="301" y="528"/>
                </a:lnTo>
                <a:lnTo>
                  <a:pt x="301" y="527"/>
                </a:lnTo>
                <a:lnTo>
                  <a:pt x="302" y="527"/>
                </a:lnTo>
                <a:lnTo>
                  <a:pt x="302" y="526"/>
                </a:lnTo>
                <a:lnTo>
                  <a:pt x="302" y="525"/>
                </a:lnTo>
                <a:lnTo>
                  <a:pt x="301" y="525"/>
                </a:lnTo>
                <a:lnTo>
                  <a:pt x="300" y="524"/>
                </a:lnTo>
                <a:lnTo>
                  <a:pt x="301" y="523"/>
                </a:lnTo>
                <a:lnTo>
                  <a:pt x="302" y="523"/>
                </a:lnTo>
                <a:lnTo>
                  <a:pt x="303" y="523"/>
                </a:lnTo>
                <a:lnTo>
                  <a:pt x="303" y="522"/>
                </a:lnTo>
                <a:lnTo>
                  <a:pt x="304" y="522"/>
                </a:lnTo>
                <a:lnTo>
                  <a:pt x="305" y="522"/>
                </a:lnTo>
                <a:lnTo>
                  <a:pt x="305" y="521"/>
                </a:lnTo>
                <a:lnTo>
                  <a:pt x="304" y="521"/>
                </a:lnTo>
                <a:lnTo>
                  <a:pt x="303" y="521"/>
                </a:lnTo>
                <a:lnTo>
                  <a:pt x="303" y="519"/>
                </a:lnTo>
                <a:lnTo>
                  <a:pt x="303" y="518"/>
                </a:lnTo>
                <a:lnTo>
                  <a:pt x="303" y="517"/>
                </a:lnTo>
                <a:lnTo>
                  <a:pt x="303" y="516"/>
                </a:lnTo>
                <a:lnTo>
                  <a:pt x="304" y="516"/>
                </a:lnTo>
                <a:lnTo>
                  <a:pt x="304" y="515"/>
                </a:lnTo>
                <a:lnTo>
                  <a:pt x="304" y="514"/>
                </a:lnTo>
                <a:lnTo>
                  <a:pt x="303" y="514"/>
                </a:lnTo>
                <a:lnTo>
                  <a:pt x="302" y="514"/>
                </a:lnTo>
                <a:lnTo>
                  <a:pt x="302" y="512"/>
                </a:lnTo>
                <a:lnTo>
                  <a:pt x="303" y="510"/>
                </a:lnTo>
                <a:lnTo>
                  <a:pt x="304" y="510"/>
                </a:lnTo>
                <a:lnTo>
                  <a:pt x="305" y="509"/>
                </a:lnTo>
                <a:lnTo>
                  <a:pt x="306" y="509"/>
                </a:lnTo>
                <a:lnTo>
                  <a:pt x="307" y="507"/>
                </a:lnTo>
                <a:lnTo>
                  <a:pt x="307" y="506"/>
                </a:lnTo>
                <a:lnTo>
                  <a:pt x="308" y="506"/>
                </a:lnTo>
                <a:lnTo>
                  <a:pt x="308" y="505"/>
                </a:lnTo>
                <a:lnTo>
                  <a:pt x="309" y="505"/>
                </a:lnTo>
                <a:lnTo>
                  <a:pt x="309" y="504"/>
                </a:lnTo>
                <a:lnTo>
                  <a:pt x="309" y="502"/>
                </a:lnTo>
                <a:lnTo>
                  <a:pt x="310" y="501"/>
                </a:lnTo>
                <a:lnTo>
                  <a:pt x="310" y="500"/>
                </a:lnTo>
                <a:lnTo>
                  <a:pt x="311" y="498"/>
                </a:lnTo>
                <a:lnTo>
                  <a:pt x="311" y="497"/>
                </a:lnTo>
                <a:lnTo>
                  <a:pt x="310" y="496"/>
                </a:lnTo>
                <a:lnTo>
                  <a:pt x="310" y="494"/>
                </a:lnTo>
                <a:lnTo>
                  <a:pt x="310" y="493"/>
                </a:lnTo>
                <a:lnTo>
                  <a:pt x="310" y="492"/>
                </a:lnTo>
                <a:lnTo>
                  <a:pt x="311" y="492"/>
                </a:lnTo>
                <a:lnTo>
                  <a:pt x="311" y="491"/>
                </a:lnTo>
                <a:lnTo>
                  <a:pt x="312" y="490"/>
                </a:lnTo>
                <a:lnTo>
                  <a:pt x="313" y="490"/>
                </a:lnTo>
                <a:lnTo>
                  <a:pt x="313" y="489"/>
                </a:lnTo>
                <a:lnTo>
                  <a:pt x="313" y="488"/>
                </a:lnTo>
                <a:lnTo>
                  <a:pt x="313" y="487"/>
                </a:lnTo>
                <a:lnTo>
                  <a:pt x="313" y="486"/>
                </a:lnTo>
                <a:lnTo>
                  <a:pt x="313" y="485"/>
                </a:lnTo>
                <a:lnTo>
                  <a:pt x="313" y="484"/>
                </a:lnTo>
                <a:lnTo>
                  <a:pt x="314" y="484"/>
                </a:lnTo>
                <a:lnTo>
                  <a:pt x="315" y="483"/>
                </a:lnTo>
                <a:lnTo>
                  <a:pt x="316" y="483"/>
                </a:lnTo>
                <a:lnTo>
                  <a:pt x="317" y="483"/>
                </a:lnTo>
                <a:lnTo>
                  <a:pt x="318" y="481"/>
                </a:lnTo>
                <a:lnTo>
                  <a:pt x="319" y="480"/>
                </a:lnTo>
                <a:lnTo>
                  <a:pt x="319" y="479"/>
                </a:lnTo>
                <a:lnTo>
                  <a:pt x="318" y="478"/>
                </a:lnTo>
                <a:lnTo>
                  <a:pt x="319" y="477"/>
                </a:lnTo>
                <a:lnTo>
                  <a:pt x="319" y="476"/>
                </a:lnTo>
                <a:lnTo>
                  <a:pt x="319" y="475"/>
                </a:lnTo>
                <a:lnTo>
                  <a:pt x="322" y="475"/>
                </a:lnTo>
                <a:lnTo>
                  <a:pt x="322" y="474"/>
                </a:lnTo>
                <a:lnTo>
                  <a:pt x="323" y="474"/>
                </a:lnTo>
                <a:lnTo>
                  <a:pt x="322" y="474"/>
                </a:lnTo>
                <a:lnTo>
                  <a:pt x="322" y="473"/>
                </a:lnTo>
                <a:lnTo>
                  <a:pt x="322" y="472"/>
                </a:lnTo>
                <a:lnTo>
                  <a:pt x="323" y="470"/>
                </a:lnTo>
                <a:lnTo>
                  <a:pt x="323" y="469"/>
                </a:lnTo>
                <a:lnTo>
                  <a:pt x="324" y="469"/>
                </a:lnTo>
                <a:lnTo>
                  <a:pt x="325" y="467"/>
                </a:lnTo>
                <a:lnTo>
                  <a:pt x="326" y="467"/>
                </a:lnTo>
                <a:lnTo>
                  <a:pt x="327" y="466"/>
                </a:lnTo>
                <a:lnTo>
                  <a:pt x="327" y="465"/>
                </a:lnTo>
                <a:lnTo>
                  <a:pt x="328" y="465"/>
                </a:lnTo>
                <a:lnTo>
                  <a:pt x="328" y="464"/>
                </a:lnTo>
                <a:lnTo>
                  <a:pt x="328" y="463"/>
                </a:lnTo>
                <a:lnTo>
                  <a:pt x="329" y="463"/>
                </a:lnTo>
                <a:lnTo>
                  <a:pt x="329" y="462"/>
                </a:lnTo>
                <a:lnTo>
                  <a:pt x="328" y="462"/>
                </a:lnTo>
                <a:lnTo>
                  <a:pt x="328" y="461"/>
                </a:lnTo>
                <a:lnTo>
                  <a:pt x="329" y="460"/>
                </a:lnTo>
                <a:lnTo>
                  <a:pt x="329" y="459"/>
                </a:lnTo>
                <a:lnTo>
                  <a:pt x="329" y="458"/>
                </a:lnTo>
                <a:lnTo>
                  <a:pt x="328" y="458"/>
                </a:lnTo>
                <a:lnTo>
                  <a:pt x="328" y="457"/>
                </a:lnTo>
                <a:lnTo>
                  <a:pt x="327" y="456"/>
                </a:lnTo>
                <a:lnTo>
                  <a:pt x="327" y="455"/>
                </a:lnTo>
                <a:lnTo>
                  <a:pt x="328" y="455"/>
                </a:lnTo>
                <a:lnTo>
                  <a:pt x="329" y="455"/>
                </a:lnTo>
                <a:lnTo>
                  <a:pt x="330" y="455"/>
                </a:lnTo>
                <a:lnTo>
                  <a:pt x="330" y="454"/>
                </a:lnTo>
                <a:lnTo>
                  <a:pt x="331" y="454"/>
                </a:lnTo>
                <a:lnTo>
                  <a:pt x="331" y="453"/>
                </a:lnTo>
                <a:lnTo>
                  <a:pt x="331" y="452"/>
                </a:lnTo>
                <a:lnTo>
                  <a:pt x="332" y="452"/>
                </a:lnTo>
                <a:lnTo>
                  <a:pt x="332" y="451"/>
                </a:lnTo>
                <a:lnTo>
                  <a:pt x="332" y="450"/>
                </a:lnTo>
                <a:lnTo>
                  <a:pt x="333" y="450"/>
                </a:lnTo>
                <a:lnTo>
                  <a:pt x="334" y="449"/>
                </a:lnTo>
                <a:lnTo>
                  <a:pt x="335" y="449"/>
                </a:lnTo>
                <a:lnTo>
                  <a:pt x="336" y="448"/>
                </a:lnTo>
                <a:lnTo>
                  <a:pt x="337" y="448"/>
                </a:lnTo>
                <a:lnTo>
                  <a:pt x="337" y="449"/>
                </a:lnTo>
                <a:lnTo>
                  <a:pt x="338" y="449"/>
                </a:lnTo>
                <a:lnTo>
                  <a:pt x="339" y="450"/>
                </a:lnTo>
                <a:lnTo>
                  <a:pt x="340" y="450"/>
                </a:lnTo>
                <a:lnTo>
                  <a:pt x="341" y="450"/>
                </a:lnTo>
                <a:lnTo>
                  <a:pt x="342" y="450"/>
                </a:lnTo>
                <a:lnTo>
                  <a:pt x="343" y="451"/>
                </a:lnTo>
                <a:lnTo>
                  <a:pt x="344" y="450"/>
                </a:lnTo>
                <a:lnTo>
                  <a:pt x="345" y="449"/>
                </a:lnTo>
                <a:lnTo>
                  <a:pt x="346" y="449"/>
                </a:lnTo>
                <a:lnTo>
                  <a:pt x="346" y="450"/>
                </a:lnTo>
                <a:lnTo>
                  <a:pt x="347" y="449"/>
                </a:lnTo>
                <a:lnTo>
                  <a:pt x="348" y="449"/>
                </a:lnTo>
                <a:lnTo>
                  <a:pt x="348" y="450"/>
                </a:lnTo>
                <a:lnTo>
                  <a:pt x="348" y="451"/>
                </a:lnTo>
                <a:lnTo>
                  <a:pt x="348" y="452"/>
                </a:lnTo>
                <a:lnTo>
                  <a:pt x="349" y="452"/>
                </a:lnTo>
                <a:lnTo>
                  <a:pt x="350" y="452"/>
                </a:lnTo>
                <a:lnTo>
                  <a:pt x="350" y="453"/>
                </a:lnTo>
                <a:lnTo>
                  <a:pt x="351" y="453"/>
                </a:lnTo>
                <a:lnTo>
                  <a:pt x="352" y="453"/>
                </a:lnTo>
                <a:lnTo>
                  <a:pt x="353" y="454"/>
                </a:lnTo>
                <a:lnTo>
                  <a:pt x="354" y="454"/>
                </a:lnTo>
                <a:lnTo>
                  <a:pt x="355" y="454"/>
                </a:lnTo>
                <a:lnTo>
                  <a:pt x="356" y="454"/>
                </a:lnTo>
                <a:lnTo>
                  <a:pt x="356" y="453"/>
                </a:lnTo>
                <a:lnTo>
                  <a:pt x="357" y="453"/>
                </a:lnTo>
                <a:lnTo>
                  <a:pt x="358" y="453"/>
                </a:lnTo>
                <a:lnTo>
                  <a:pt x="358" y="452"/>
                </a:lnTo>
                <a:lnTo>
                  <a:pt x="359" y="452"/>
                </a:lnTo>
                <a:lnTo>
                  <a:pt x="359" y="451"/>
                </a:lnTo>
                <a:lnTo>
                  <a:pt x="359" y="450"/>
                </a:lnTo>
                <a:lnTo>
                  <a:pt x="360" y="450"/>
                </a:lnTo>
                <a:lnTo>
                  <a:pt x="361" y="449"/>
                </a:lnTo>
                <a:lnTo>
                  <a:pt x="361" y="448"/>
                </a:lnTo>
                <a:lnTo>
                  <a:pt x="362" y="448"/>
                </a:lnTo>
                <a:lnTo>
                  <a:pt x="363" y="448"/>
                </a:lnTo>
                <a:lnTo>
                  <a:pt x="364" y="448"/>
                </a:lnTo>
                <a:lnTo>
                  <a:pt x="364" y="447"/>
                </a:lnTo>
                <a:lnTo>
                  <a:pt x="364" y="446"/>
                </a:lnTo>
                <a:lnTo>
                  <a:pt x="365" y="446"/>
                </a:lnTo>
                <a:lnTo>
                  <a:pt x="365" y="445"/>
                </a:lnTo>
                <a:lnTo>
                  <a:pt x="365" y="444"/>
                </a:lnTo>
                <a:lnTo>
                  <a:pt x="365" y="443"/>
                </a:lnTo>
                <a:lnTo>
                  <a:pt x="365" y="442"/>
                </a:lnTo>
                <a:lnTo>
                  <a:pt x="364" y="442"/>
                </a:lnTo>
                <a:lnTo>
                  <a:pt x="364" y="441"/>
                </a:lnTo>
                <a:lnTo>
                  <a:pt x="365" y="441"/>
                </a:lnTo>
                <a:lnTo>
                  <a:pt x="366" y="441"/>
                </a:lnTo>
                <a:lnTo>
                  <a:pt x="365" y="441"/>
                </a:lnTo>
                <a:lnTo>
                  <a:pt x="364" y="441"/>
                </a:lnTo>
                <a:lnTo>
                  <a:pt x="364" y="440"/>
                </a:lnTo>
                <a:lnTo>
                  <a:pt x="365" y="440"/>
                </a:lnTo>
                <a:lnTo>
                  <a:pt x="365" y="439"/>
                </a:lnTo>
                <a:lnTo>
                  <a:pt x="364" y="439"/>
                </a:lnTo>
                <a:lnTo>
                  <a:pt x="364" y="438"/>
                </a:lnTo>
                <a:lnTo>
                  <a:pt x="365" y="438"/>
                </a:lnTo>
                <a:lnTo>
                  <a:pt x="365" y="437"/>
                </a:lnTo>
                <a:lnTo>
                  <a:pt x="366" y="437"/>
                </a:lnTo>
                <a:lnTo>
                  <a:pt x="366" y="436"/>
                </a:lnTo>
                <a:lnTo>
                  <a:pt x="367" y="435"/>
                </a:lnTo>
                <a:lnTo>
                  <a:pt x="368" y="435"/>
                </a:lnTo>
                <a:lnTo>
                  <a:pt x="368" y="434"/>
                </a:lnTo>
                <a:lnTo>
                  <a:pt x="367" y="434"/>
                </a:lnTo>
                <a:lnTo>
                  <a:pt x="367" y="433"/>
                </a:lnTo>
                <a:lnTo>
                  <a:pt x="368" y="433"/>
                </a:lnTo>
                <a:lnTo>
                  <a:pt x="368" y="432"/>
                </a:lnTo>
                <a:lnTo>
                  <a:pt x="368" y="431"/>
                </a:lnTo>
                <a:lnTo>
                  <a:pt x="368" y="430"/>
                </a:lnTo>
                <a:lnTo>
                  <a:pt x="369" y="430"/>
                </a:lnTo>
                <a:lnTo>
                  <a:pt x="370" y="430"/>
                </a:lnTo>
                <a:lnTo>
                  <a:pt x="369" y="430"/>
                </a:lnTo>
                <a:lnTo>
                  <a:pt x="369" y="429"/>
                </a:lnTo>
                <a:lnTo>
                  <a:pt x="370" y="429"/>
                </a:lnTo>
                <a:lnTo>
                  <a:pt x="370" y="428"/>
                </a:lnTo>
                <a:lnTo>
                  <a:pt x="369" y="428"/>
                </a:lnTo>
                <a:lnTo>
                  <a:pt x="369" y="427"/>
                </a:lnTo>
                <a:lnTo>
                  <a:pt x="368" y="427"/>
                </a:lnTo>
                <a:lnTo>
                  <a:pt x="368" y="426"/>
                </a:lnTo>
                <a:lnTo>
                  <a:pt x="368" y="425"/>
                </a:lnTo>
                <a:lnTo>
                  <a:pt x="368" y="424"/>
                </a:lnTo>
                <a:lnTo>
                  <a:pt x="368" y="423"/>
                </a:lnTo>
                <a:lnTo>
                  <a:pt x="368" y="422"/>
                </a:lnTo>
                <a:lnTo>
                  <a:pt x="369" y="422"/>
                </a:lnTo>
                <a:lnTo>
                  <a:pt x="369" y="421"/>
                </a:lnTo>
                <a:lnTo>
                  <a:pt x="369" y="420"/>
                </a:lnTo>
                <a:lnTo>
                  <a:pt x="368" y="420"/>
                </a:lnTo>
                <a:lnTo>
                  <a:pt x="366" y="418"/>
                </a:lnTo>
                <a:lnTo>
                  <a:pt x="365" y="417"/>
                </a:lnTo>
                <a:lnTo>
                  <a:pt x="366" y="417"/>
                </a:lnTo>
                <a:lnTo>
                  <a:pt x="366" y="416"/>
                </a:lnTo>
                <a:lnTo>
                  <a:pt x="367" y="416"/>
                </a:lnTo>
                <a:lnTo>
                  <a:pt x="366" y="416"/>
                </a:lnTo>
                <a:lnTo>
                  <a:pt x="365" y="416"/>
                </a:lnTo>
                <a:lnTo>
                  <a:pt x="365" y="415"/>
                </a:lnTo>
                <a:lnTo>
                  <a:pt x="365" y="414"/>
                </a:lnTo>
                <a:lnTo>
                  <a:pt x="364" y="413"/>
                </a:lnTo>
                <a:lnTo>
                  <a:pt x="364" y="412"/>
                </a:lnTo>
                <a:lnTo>
                  <a:pt x="365" y="412"/>
                </a:lnTo>
                <a:lnTo>
                  <a:pt x="366" y="412"/>
                </a:lnTo>
                <a:lnTo>
                  <a:pt x="366" y="411"/>
                </a:lnTo>
                <a:lnTo>
                  <a:pt x="366" y="410"/>
                </a:lnTo>
                <a:lnTo>
                  <a:pt x="365" y="410"/>
                </a:lnTo>
                <a:lnTo>
                  <a:pt x="364" y="409"/>
                </a:lnTo>
                <a:lnTo>
                  <a:pt x="365" y="409"/>
                </a:lnTo>
                <a:lnTo>
                  <a:pt x="365" y="408"/>
                </a:lnTo>
                <a:lnTo>
                  <a:pt x="366" y="408"/>
                </a:lnTo>
                <a:lnTo>
                  <a:pt x="365" y="408"/>
                </a:lnTo>
                <a:lnTo>
                  <a:pt x="365" y="407"/>
                </a:lnTo>
                <a:lnTo>
                  <a:pt x="366" y="407"/>
                </a:lnTo>
                <a:lnTo>
                  <a:pt x="366" y="406"/>
                </a:lnTo>
                <a:lnTo>
                  <a:pt x="365" y="406"/>
                </a:lnTo>
                <a:lnTo>
                  <a:pt x="364" y="407"/>
                </a:lnTo>
                <a:lnTo>
                  <a:pt x="363" y="406"/>
                </a:lnTo>
                <a:lnTo>
                  <a:pt x="363" y="405"/>
                </a:lnTo>
                <a:lnTo>
                  <a:pt x="362" y="405"/>
                </a:lnTo>
                <a:lnTo>
                  <a:pt x="361" y="404"/>
                </a:lnTo>
                <a:lnTo>
                  <a:pt x="360" y="404"/>
                </a:lnTo>
                <a:lnTo>
                  <a:pt x="360" y="403"/>
                </a:lnTo>
                <a:lnTo>
                  <a:pt x="360" y="404"/>
                </a:lnTo>
                <a:lnTo>
                  <a:pt x="359" y="404"/>
                </a:lnTo>
                <a:lnTo>
                  <a:pt x="358" y="404"/>
                </a:lnTo>
                <a:lnTo>
                  <a:pt x="357" y="403"/>
                </a:lnTo>
                <a:lnTo>
                  <a:pt x="357" y="402"/>
                </a:lnTo>
                <a:lnTo>
                  <a:pt x="356" y="402"/>
                </a:lnTo>
                <a:lnTo>
                  <a:pt x="356" y="401"/>
                </a:lnTo>
                <a:lnTo>
                  <a:pt x="356" y="400"/>
                </a:lnTo>
                <a:lnTo>
                  <a:pt x="356" y="399"/>
                </a:lnTo>
                <a:lnTo>
                  <a:pt x="357" y="398"/>
                </a:lnTo>
                <a:lnTo>
                  <a:pt x="358" y="398"/>
                </a:lnTo>
                <a:lnTo>
                  <a:pt x="359" y="399"/>
                </a:lnTo>
                <a:lnTo>
                  <a:pt x="360" y="399"/>
                </a:lnTo>
                <a:lnTo>
                  <a:pt x="361" y="400"/>
                </a:lnTo>
                <a:lnTo>
                  <a:pt x="362" y="400"/>
                </a:lnTo>
                <a:lnTo>
                  <a:pt x="362" y="401"/>
                </a:lnTo>
                <a:lnTo>
                  <a:pt x="361" y="401"/>
                </a:lnTo>
                <a:lnTo>
                  <a:pt x="361" y="402"/>
                </a:lnTo>
                <a:lnTo>
                  <a:pt x="362" y="403"/>
                </a:lnTo>
                <a:lnTo>
                  <a:pt x="362" y="402"/>
                </a:lnTo>
                <a:lnTo>
                  <a:pt x="363" y="402"/>
                </a:lnTo>
                <a:lnTo>
                  <a:pt x="363" y="401"/>
                </a:lnTo>
                <a:lnTo>
                  <a:pt x="362" y="401"/>
                </a:lnTo>
                <a:lnTo>
                  <a:pt x="363" y="401"/>
                </a:lnTo>
                <a:lnTo>
                  <a:pt x="363" y="400"/>
                </a:lnTo>
                <a:lnTo>
                  <a:pt x="364" y="399"/>
                </a:lnTo>
                <a:lnTo>
                  <a:pt x="364" y="398"/>
                </a:lnTo>
                <a:lnTo>
                  <a:pt x="364" y="396"/>
                </a:lnTo>
                <a:lnTo>
                  <a:pt x="364" y="395"/>
                </a:lnTo>
                <a:lnTo>
                  <a:pt x="364" y="394"/>
                </a:lnTo>
                <a:lnTo>
                  <a:pt x="365" y="393"/>
                </a:lnTo>
                <a:lnTo>
                  <a:pt x="364" y="393"/>
                </a:lnTo>
                <a:lnTo>
                  <a:pt x="364" y="392"/>
                </a:lnTo>
                <a:lnTo>
                  <a:pt x="363" y="392"/>
                </a:lnTo>
                <a:lnTo>
                  <a:pt x="363" y="391"/>
                </a:lnTo>
                <a:lnTo>
                  <a:pt x="364" y="391"/>
                </a:lnTo>
                <a:lnTo>
                  <a:pt x="364" y="390"/>
                </a:lnTo>
                <a:lnTo>
                  <a:pt x="365" y="390"/>
                </a:lnTo>
                <a:lnTo>
                  <a:pt x="365" y="389"/>
                </a:lnTo>
                <a:lnTo>
                  <a:pt x="365" y="388"/>
                </a:lnTo>
                <a:lnTo>
                  <a:pt x="365" y="387"/>
                </a:lnTo>
                <a:lnTo>
                  <a:pt x="365" y="386"/>
                </a:lnTo>
                <a:lnTo>
                  <a:pt x="365" y="385"/>
                </a:lnTo>
                <a:lnTo>
                  <a:pt x="364" y="385"/>
                </a:lnTo>
                <a:lnTo>
                  <a:pt x="363" y="385"/>
                </a:lnTo>
                <a:lnTo>
                  <a:pt x="363" y="384"/>
                </a:lnTo>
                <a:lnTo>
                  <a:pt x="362" y="384"/>
                </a:lnTo>
                <a:lnTo>
                  <a:pt x="361" y="384"/>
                </a:lnTo>
                <a:lnTo>
                  <a:pt x="361" y="383"/>
                </a:lnTo>
                <a:lnTo>
                  <a:pt x="361" y="382"/>
                </a:lnTo>
                <a:lnTo>
                  <a:pt x="362" y="382"/>
                </a:lnTo>
                <a:lnTo>
                  <a:pt x="363" y="382"/>
                </a:lnTo>
                <a:lnTo>
                  <a:pt x="364" y="382"/>
                </a:lnTo>
                <a:lnTo>
                  <a:pt x="365" y="381"/>
                </a:lnTo>
                <a:lnTo>
                  <a:pt x="366" y="381"/>
                </a:lnTo>
                <a:lnTo>
                  <a:pt x="366" y="380"/>
                </a:lnTo>
                <a:lnTo>
                  <a:pt x="365" y="380"/>
                </a:lnTo>
                <a:lnTo>
                  <a:pt x="365" y="379"/>
                </a:lnTo>
                <a:lnTo>
                  <a:pt x="365" y="378"/>
                </a:lnTo>
                <a:lnTo>
                  <a:pt x="367" y="378"/>
                </a:lnTo>
                <a:lnTo>
                  <a:pt x="366" y="377"/>
                </a:lnTo>
                <a:lnTo>
                  <a:pt x="366" y="376"/>
                </a:lnTo>
                <a:lnTo>
                  <a:pt x="365" y="375"/>
                </a:lnTo>
                <a:lnTo>
                  <a:pt x="364" y="375"/>
                </a:lnTo>
                <a:lnTo>
                  <a:pt x="364" y="374"/>
                </a:lnTo>
                <a:lnTo>
                  <a:pt x="364" y="373"/>
                </a:lnTo>
                <a:lnTo>
                  <a:pt x="365" y="373"/>
                </a:lnTo>
                <a:lnTo>
                  <a:pt x="364" y="373"/>
                </a:lnTo>
                <a:lnTo>
                  <a:pt x="364" y="372"/>
                </a:lnTo>
                <a:lnTo>
                  <a:pt x="363" y="372"/>
                </a:lnTo>
                <a:lnTo>
                  <a:pt x="363" y="371"/>
                </a:lnTo>
                <a:lnTo>
                  <a:pt x="362" y="371"/>
                </a:lnTo>
                <a:lnTo>
                  <a:pt x="362" y="370"/>
                </a:lnTo>
                <a:lnTo>
                  <a:pt x="361" y="370"/>
                </a:lnTo>
                <a:lnTo>
                  <a:pt x="361" y="369"/>
                </a:lnTo>
                <a:lnTo>
                  <a:pt x="362" y="369"/>
                </a:lnTo>
                <a:lnTo>
                  <a:pt x="363" y="369"/>
                </a:lnTo>
                <a:lnTo>
                  <a:pt x="364" y="369"/>
                </a:lnTo>
                <a:lnTo>
                  <a:pt x="365" y="369"/>
                </a:lnTo>
                <a:lnTo>
                  <a:pt x="366" y="369"/>
                </a:lnTo>
                <a:lnTo>
                  <a:pt x="366" y="368"/>
                </a:lnTo>
                <a:lnTo>
                  <a:pt x="367" y="368"/>
                </a:lnTo>
                <a:lnTo>
                  <a:pt x="367" y="367"/>
                </a:lnTo>
                <a:lnTo>
                  <a:pt x="366" y="367"/>
                </a:lnTo>
                <a:lnTo>
                  <a:pt x="366" y="366"/>
                </a:lnTo>
                <a:lnTo>
                  <a:pt x="367" y="366"/>
                </a:lnTo>
                <a:lnTo>
                  <a:pt x="367" y="365"/>
                </a:lnTo>
                <a:lnTo>
                  <a:pt x="368" y="365"/>
                </a:lnTo>
                <a:lnTo>
                  <a:pt x="369" y="365"/>
                </a:lnTo>
                <a:lnTo>
                  <a:pt x="370" y="365"/>
                </a:lnTo>
                <a:lnTo>
                  <a:pt x="371" y="365"/>
                </a:lnTo>
                <a:lnTo>
                  <a:pt x="371" y="364"/>
                </a:lnTo>
                <a:lnTo>
                  <a:pt x="371" y="363"/>
                </a:lnTo>
                <a:lnTo>
                  <a:pt x="372" y="363"/>
                </a:lnTo>
                <a:lnTo>
                  <a:pt x="371" y="363"/>
                </a:lnTo>
                <a:lnTo>
                  <a:pt x="371" y="362"/>
                </a:lnTo>
                <a:lnTo>
                  <a:pt x="371" y="361"/>
                </a:lnTo>
                <a:lnTo>
                  <a:pt x="370" y="361"/>
                </a:lnTo>
                <a:lnTo>
                  <a:pt x="369" y="361"/>
                </a:lnTo>
                <a:lnTo>
                  <a:pt x="368" y="361"/>
                </a:lnTo>
                <a:lnTo>
                  <a:pt x="367" y="361"/>
                </a:lnTo>
                <a:lnTo>
                  <a:pt x="367" y="360"/>
                </a:lnTo>
                <a:lnTo>
                  <a:pt x="368" y="360"/>
                </a:lnTo>
                <a:lnTo>
                  <a:pt x="369" y="360"/>
                </a:lnTo>
                <a:lnTo>
                  <a:pt x="369" y="359"/>
                </a:lnTo>
                <a:lnTo>
                  <a:pt x="370" y="359"/>
                </a:lnTo>
                <a:lnTo>
                  <a:pt x="371" y="359"/>
                </a:lnTo>
                <a:lnTo>
                  <a:pt x="371" y="360"/>
                </a:lnTo>
                <a:lnTo>
                  <a:pt x="372" y="360"/>
                </a:lnTo>
                <a:lnTo>
                  <a:pt x="373" y="360"/>
                </a:lnTo>
                <a:lnTo>
                  <a:pt x="374" y="360"/>
                </a:lnTo>
                <a:lnTo>
                  <a:pt x="375" y="359"/>
                </a:lnTo>
                <a:lnTo>
                  <a:pt x="375" y="358"/>
                </a:lnTo>
                <a:lnTo>
                  <a:pt x="374" y="358"/>
                </a:lnTo>
                <a:lnTo>
                  <a:pt x="373" y="358"/>
                </a:lnTo>
                <a:lnTo>
                  <a:pt x="372" y="358"/>
                </a:lnTo>
                <a:lnTo>
                  <a:pt x="371" y="358"/>
                </a:lnTo>
                <a:lnTo>
                  <a:pt x="370" y="358"/>
                </a:lnTo>
                <a:lnTo>
                  <a:pt x="370" y="357"/>
                </a:lnTo>
                <a:lnTo>
                  <a:pt x="369" y="357"/>
                </a:lnTo>
                <a:lnTo>
                  <a:pt x="369" y="356"/>
                </a:lnTo>
                <a:lnTo>
                  <a:pt x="370" y="356"/>
                </a:lnTo>
                <a:lnTo>
                  <a:pt x="371" y="356"/>
                </a:lnTo>
                <a:lnTo>
                  <a:pt x="371" y="355"/>
                </a:lnTo>
                <a:lnTo>
                  <a:pt x="370" y="355"/>
                </a:lnTo>
                <a:lnTo>
                  <a:pt x="369" y="355"/>
                </a:lnTo>
                <a:lnTo>
                  <a:pt x="368" y="355"/>
                </a:lnTo>
                <a:lnTo>
                  <a:pt x="368" y="354"/>
                </a:lnTo>
                <a:lnTo>
                  <a:pt x="369" y="354"/>
                </a:lnTo>
                <a:lnTo>
                  <a:pt x="370" y="354"/>
                </a:lnTo>
                <a:lnTo>
                  <a:pt x="370" y="353"/>
                </a:lnTo>
                <a:lnTo>
                  <a:pt x="370" y="352"/>
                </a:lnTo>
                <a:lnTo>
                  <a:pt x="371" y="351"/>
                </a:lnTo>
                <a:lnTo>
                  <a:pt x="372" y="351"/>
                </a:lnTo>
                <a:lnTo>
                  <a:pt x="372" y="350"/>
                </a:lnTo>
                <a:lnTo>
                  <a:pt x="373" y="350"/>
                </a:lnTo>
                <a:lnTo>
                  <a:pt x="373" y="351"/>
                </a:lnTo>
                <a:lnTo>
                  <a:pt x="373" y="352"/>
                </a:lnTo>
                <a:lnTo>
                  <a:pt x="373" y="353"/>
                </a:lnTo>
                <a:lnTo>
                  <a:pt x="374" y="353"/>
                </a:lnTo>
                <a:lnTo>
                  <a:pt x="374" y="352"/>
                </a:lnTo>
                <a:lnTo>
                  <a:pt x="374" y="351"/>
                </a:lnTo>
                <a:lnTo>
                  <a:pt x="376" y="351"/>
                </a:lnTo>
                <a:lnTo>
                  <a:pt x="377" y="351"/>
                </a:lnTo>
                <a:lnTo>
                  <a:pt x="378" y="351"/>
                </a:lnTo>
                <a:lnTo>
                  <a:pt x="379" y="351"/>
                </a:lnTo>
                <a:lnTo>
                  <a:pt x="379" y="350"/>
                </a:lnTo>
                <a:lnTo>
                  <a:pt x="378" y="350"/>
                </a:lnTo>
                <a:lnTo>
                  <a:pt x="377" y="350"/>
                </a:lnTo>
                <a:lnTo>
                  <a:pt x="376" y="349"/>
                </a:lnTo>
                <a:lnTo>
                  <a:pt x="375" y="349"/>
                </a:lnTo>
                <a:lnTo>
                  <a:pt x="375" y="348"/>
                </a:lnTo>
                <a:lnTo>
                  <a:pt x="376" y="348"/>
                </a:lnTo>
                <a:lnTo>
                  <a:pt x="377" y="348"/>
                </a:lnTo>
                <a:lnTo>
                  <a:pt x="378" y="348"/>
                </a:lnTo>
                <a:lnTo>
                  <a:pt x="378" y="347"/>
                </a:lnTo>
                <a:lnTo>
                  <a:pt x="379" y="347"/>
                </a:lnTo>
                <a:lnTo>
                  <a:pt x="379" y="346"/>
                </a:lnTo>
                <a:lnTo>
                  <a:pt x="379" y="345"/>
                </a:lnTo>
                <a:lnTo>
                  <a:pt x="380" y="345"/>
                </a:lnTo>
                <a:lnTo>
                  <a:pt x="380" y="344"/>
                </a:lnTo>
                <a:lnTo>
                  <a:pt x="381" y="345"/>
                </a:lnTo>
                <a:lnTo>
                  <a:pt x="382" y="345"/>
                </a:lnTo>
                <a:lnTo>
                  <a:pt x="383" y="345"/>
                </a:lnTo>
                <a:lnTo>
                  <a:pt x="383" y="344"/>
                </a:lnTo>
                <a:lnTo>
                  <a:pt x="384" y="344"/>
                </a:lnTo>
                <a:lnTo>
                  <a:pt x="385" y="344"/>
                </a:lnTo>
                <a:lnTo>
                  <a:pt x="385" y="343"/>
                </a:lnTo>
                <a:lnTo>
                  <a:pt x="385" y="342"/>
                </a:lnTo>
                <a:lnTo>
                  <a:pt x="384" y="342"/>
                </a:lnTo>
                <a:lnTo>
                  <a:pt x="384" y="341"/>
                </a:lnTo>
                <a:lnTo>
                  <a:pt x="385" y="341"/>
                </a:lnTo>
                <a:lnTo>
                  <a:pt x="386" y="342"/>
                </a:lnTo>
                <a:lnTo>
                  <a:pt x="386" y="341"/>
                </a:lnTo>
                <a:lnTo>
                  <a:pt x="385" y="341"/>
                </a:lnTo>
                <a:lnTo>
                  <a:pt x="385" y="340"/>
                </a:lnTo>
                <a:lnTo>
                  <a:pt x="385" y="339"/>
                </a:lnTo>
                <a:lnTo>
                  <a:pt x="384" y="338"/>
                </a:lnTo>
                <a:lnTo>
                  <a:pt x="385" y="338"/>
                </a:lnTo>
                <a:lnTo>
                  <a:pt x="385" y="337"/>
                </a:lnTo>
                <a:lnTo>
                  <a:pt x="386" y="337"/>
                </a:lnTo>
                <a:lnTo>
                  <a:pt x="386" y="338"/>
                </a:lnTo>
                <a:lnTo>
                  <a:pt x="387" y="338"/>
                </a:lnTo>
                <a:lnTo>
                  <a:pt x="387" y="337"/>
                </a:lnTo>
                <a:lnTo>
                  <a:pt x="387" y="336"/>
                </a:lnTo>
                <a:lnTo>
                  <a:pt x="386" y="336"/>
                </a:lnTo>
                <a:lnTo>
                  <a:pt x="386" y="334"/>
                </a:lnTo>
                <a:lnTo>
                  <a:pt x="387" y="334"/>
                </a:lnTo>
                <a:lnTo>
                  <a:pt x="387" y="335"/>
                </a:lnTo>
                <a:lnTo>
                  <a:pt x="387" y="334"/>
                </a:lnTo>
                <a:lnTo>
                  <a:pt x="388" y="334"/>
                </a:lnTo>
                <a:lnTo>
                  <a:pt x="388" y="333"/>
                </a:lnTo>
                <a:lnTo>
                  <a:pt x="389" y="333"/>
                </a:lnTo>
                <a:lnTo>
                  <a:pt x="390" y="333"/>
                </a:lnTo>
                <a:lnTo>
                  <a:pt x="391" y="333"/>
                </a:lnTo>
                <a:lnTo>
                  <a:pt x="392" y="333"/>
                </a:lnTo>
                <a:lnTo>
                  <a:pt x="391" y="333"/>
                </a:lnTo>
                <a:lnTo>
                  <a:pt x="391" y="332"/>
                </a:lnTo>
                <a:lnTo>
                  <a:pt x="390" y="332"/>
                </a:lnTo>
                <a:lnTo>
                  <a:pt x="391" y="331"/>
                </a:lnTo>
                <a:lnTo>
                  <a:pt x="391" y="332"/>
                </a:lnTo>
                <a:lnTo>
                  <a:pt x="392" y="332"/>
                </a:lnTo>
                <a:lnTo>
                  <a:pt x="392" y="331"/>
                </a:lnTo>
                <a:lnTo>
                  <a:pt x="391" y="330"/>
                </a:lnTo>
                <a:lnTo>
                  <a:pt x="391" y="329"/>
                </a:lnTo>
                <a:lnTo>
                  <a:pt x="392" y="329"/>
                </a:lnTo>
                <a:lnTo>
                  <a:pt x="393" y="329"/>
                </a:lnTo>
                <a:lnTo>
                  <a:pt x="394" y="328"/>
                </a:lnTo>
                <a:lnTo>
                  <a:pt x="393" y="328"/>
                </a:lnTo>
                <a:lnTo>
                  <a:pt x="393" y="327"/>
                </a:lnTo>
                <a:lnTo>
                  <a:pt x="393" y="328"/>
                </a:lnTo>
                <a:lnTo>
                  <a:pt x="392" y="328"/>
                </a:lnTo>
                <a:lnTo>
                  <a:pt x="392" y="327"/>
                </a:lnTo>
                <a:lnTo>
                  <a:pt x="391" y="327"/>
                </a:lnTo>
                <a:lnTo>
                  <a:pt x="392" y="327"/>
                </a:lnTo>
                <a:lnTo>
                  <a:pt x="392" y="326"/>
                </a:lnTo>
                <a:lnTo>
                  <a:pt x="393" y="326"/>
                </a:lnTo>
                <a:lnTo>
                  <a:pt x="393" y="325"/>
                </a:lnTo>
                <a:lnTo>
                  <a:pt x="392" y="324"/>
                </a:lnTo>
                <a:lnTo>
                  <a:pt x="392" y="323"/>
                </a:lnTo>
                <a:lnTo>
                  <a:pt x="391" y="323"/>
                </a:lnTo>
                <a:lnTo>
                  <a:pt x="392" y="323"/>
                </a:lnTo>
                <a:lnTo>
                  <a:pt x="392" y="322"/>
                </a:lnTo>
                <a:lnTo>
                  <a:pt x="393" y="322"/>
                </a:lnTo>
                <a:lnTo>
                  <a:pt x="394" y="322"/>
                </a:lnTo>
                <a:lnTo>
                  <a:pt x="395" y="323"/>
                </a:lnTo>
                <a:lnTo>
                  <a:pt x="396" y="323"/>
                </a:lnTo>
                <a:lnTo>
                  <a:pt x="396" y="324"/>
                </a:lnTo>
                <a:lnTo>
                  <a:pt x="397" y="324"/>
                </a:lnTo>
                <a:lnTo>
                  <a:pt x="397" y="323"/>
                </a:lnTo>
                <a:lnTo>
                  <a:pt x="397" y="322"/>
                </a:lnTo>
                <a:lnTo>
                  <a:pt x="396" y="322"/>
                </a:lnTo>
                <a:lnTo>
                  <a:pt x="396" y="321"/>
                </a:lnTo>
                <a:lnTo>
                  <a:pt x="395" y="321"/>
                </a:lnTo>
                <a:lnTo>
                  <a:pt x="395" y="320"/>
                </a:lnTo>
                <a:lnTo>
                  <a:pt x="396" y="320"/>
                </a:lnTo>
                <a:lnTo>
                  <a:pt x="397" y="320"/>
                </a:lnTo>
                <a:lnTo>
                  <a:pt x="398" y="320"/>
                </a:lnTo>
                <a:lnTo>
                  <a:pt x="397" y="320"/>
                </a:lnTo>
                <a:lnTo>
                  <a:pt x="397" y="319"/>
                </a:lnTo>
                <a:lnTo>
                  <a:pt x="397" y="320"/>
                </a:lnTo>
                <a:lnTo>
                  <a:pt x="397" y="319"/>
                </a:lnTo>
                <a:lnTo>
                  <a:pt x="398" y="319"/>
                </a:lnTo>
                <a:lnTo>
                  <a:pt x="398" y="318"/>
                </a:lnTo>
                <a:lnTo>
                  <a:pt x="400" y="319"/>
                </a:lnTo>
                <a:lnTo>
                  <a:pt x="402" y="319"/>
                </a:lnTo>
                <a:lnTo>
                  <a:pt x="403" y="319"/>
                </a:lnTo>
                <a:lnTo>
                  <a:pt x="403" y="318"/>
                </a:lnTo>
                <a:lnTo>
                  <a:pt x="403" y="317"/>
                </a:lnTo>
                <a:lnTo>
                  <a:pt x="404" y="317"/>
                </a:lnTo>
                <a:lnTo>
                  <a:pt x="404" y="316"/>
                </a:lnTo>
                <a:lnTo>
                  <a:pt x="405" y="316"/>
                </a:lnTo>
                <a:lnTo>
                  <a:pt x="406" y="316"/>
                </a:lnTo>
                <a:lnTo>
                  <a:pt x="407" y="316"/>
                </a:lnTo>
                <a:lnTo>
                  <a:pt x="407" y="315"/>
                </a:lnTo>
                <a:lnTo>
                  <a:pt x="407" y="316"/>
                </a:lnTo>
                <a:lnTo>
                  <a:pt x="407" y="315"/>
                </a:lnTo>
                <a:lnTo>
                  <a:pt x="408" y="315"/>
                </a:lnTo>
                <a:lnTo>
                  <a:pt x="407" y="315"/>
                </a:lnTo>
                <a:lnTo>
                  <a:pt x="406" y="315"/>
                </a:lnTo>
                <a:lnTo>
                  <a:pt x="406" y="314"/>
                </a:lnTo>
                <a:lnTo>
                  <a:pt x="407" y="314"/>
                </a:lnTo>
                <a:lnTo>
                  <a:pt x="408" y="314"/>
                </a:lnTo>
                <a:lnTo>
                  <a:pt x="409" y="313"/>
                </a:lnTo>
                <a:lnTo>
                  <a:pt x="409" y="312"/>
                </a:lnTo>
                <a:lnTo>
                  <a:pt x="410" y="312"/>
                </a:lnTo>
                <a:lnTo>
                  <a:pt x="411" y="311"/>
                </a:lnTo>
                <a:lnTo>
                  <a:pt x="412" y="311"/>
                </a:lnTo>
                <a:lnTo>
                  <a:pt x="412" y="312"/>
                </a:lnTo>
                <a:lnTo>
                  <a:pt x="411" y="312"/>
                </a:lnTo>
                <a:lnTo>
                  <a:pt x="411" y="313"/>
                </a:lnTo>
                <a:lnTo>
                  <a:pt x="412" y="313"/>
                </a:lnTo>
                <a:lnTo>
                  <a:pt x="413" y="313"/>
                </a:lnTo>
                <a:lnTo>
                  <a:pt x="413" y="312"/>
                </a:lnTo>
                <a:lnTo>
                  <a:pt x="414" y="312"/>
                </a:lnTo>
                <a:lnTo>
                  <a:pt x="413" y="312"/>
                </a:lnTo>
                <a:lnTo>
                  <a:pt x="414" y="312"/>
                </a:lnTo>
                <a:lnTo>
                  <a:pt x="414" y="311"/>
                </a:lnTo>
                <a:lnTo>
                  <a:pt x="414" y="310"/>
                </a:lnTo>
                <a:lnTo>
                  <a:pt x="415" y="310"/>
                </a:lnTo>
                <a:lnTo>
                  <a:pt x="415" y="311"/>
                </a:lnTo>
                <a:lnTo>
                  <a:pt x="416" y="310"/>
                </a:lnTo>
                <a:lnTo>
                  <a:pt x="417" y="310"/>
                </a:lnTo>
                <a:lnTo>
                  <a:pt x="417" y="309"/>
                </a:lnTo>
                <a:lnTo>
                  <a:pt x="418" y="309"/>
                </a:lnTo>
                <a:lnTo>
                  <a:pt x="419" y="309"/>
                </a:lnTo>
                <a:lnTo>
                  <a:pt x="419" y="308"/>
                </a:lnTo>
                <a:lnTo>
                  <a:pt x="419" y="307"/>
                </a:lnTo>
                <a:lnTo>
                  <a:pt x="419" y="306"/>
                </a:lnTo>
                <a:lnTo>
                  <a:pt x="418" y="305"/>
                </a:lnTo>
                <a:lnTo>
                  <a:pt x="418" y="304"/>
                </a:lnTo>
                <a:lnTo>
                  <a:pt x="418" y="303"/>
                </a:lnTo>
                <a:lnTo>
                  <a:pt x="417" y="303"/>
                </a:lnTo>
                <a:lnTo>
                  <a:pt x="418" y="303"/>
                </a:lnTo>
                <a:lnTo>
                  <a:pt x="418" y="302"/>
                </a:lnTo>
                <a:lnTo>
                  <a:pt x="418" y="301"/>
                </a:lnTo>
                <a:lnTo>
                  <a:pt x="417" y="301"/>
                </a:lnTo>
                <a:lnTo>
                  <a:pt x="417" y="300"/>
                </a:lnTo>
                <a:lnTo>
                  <a:pt x="416" y="300"/>
                </a:lnTo>
                <a:lnTo>
                  <a:pt x="416" y="299"/>
                </a:lnTo>
                <a:lnTo>
                  <a:pt x="416" y="298"/>
                </a:lnTo>
                <a:lnTo>
                  <a:pt x="417" y="298"/>
                </a:lnTo>
                <a:lnTo>
                  <a:pt x="417" y="297"/>
                </a:lnTo>
                <a:lnTo>
                  <a:pt x="416" y="296"/>
                </a:lnTo>
                <a:lnTo>
                  <a:pt x="415" y="295"/>
                </a:lnTo>
                <a:lnTo>
                  <a:pt x="416" y="295"/>
                </a:lnTo>
                <a:lnTo>
                  <a:pt x="417" y="295"/>
                </a:lnTo>
                <a:lnTo>
                  <a:pt x="418" y="295"/>
                </a:lnTo>
                <a:lnTo>
                  <a:pt x="418" y="294"/>
                </a:lnTo>
                <a:lnTo>
                  <a:pt x="419" y="294"/>
                </a:lnTo>
                <a:lnTo>
                  <a:pt x="419" y="293"/>
                </a:lnTo>
                <a:lnTo>
                  <a:pt x="419" y="292"/>
                </a:lnTo>
                <a:lnTo>
                  <a:pt x="418" y="292"/>
                </a:lnTo>
                <a:lnTo>
                  <a:pt x="417" y="292"/>
                </a:lnTo>
                <a:lnTo>
                  <a:pt x="416" y="291"/>
                </a:lnTo>
                <a:lnTo>
                  <a:pt x="415" y="291"/>
                </a:lnTo>
                <a:lnTo>
                  <a:pt x="415" y="290"/>
                </a:lnTo>
                <a:lnTo>
                  <a:pt x="416" y="290"/>
                </a:lnTo>
                <a:lnTo>
                  <a:pt x="416" y="289"/>
                </a:lnTo>
                <a:lnTo>
                  <a:pt x="415" y="288"/>
                </a:lnTo>
                <a:lnTo>
                  <a:pt x="414" y="288"/>
                </a:lnTo>
                <a:lnTo>
                  <a:pt x="414" y="289"/>
                </a:lnTo>
                <a:lnTo>
                  <a:pt x="413" y="289"/>
                </a:lnTo>
                <a:lnTo>
                  <a:pt x="413" y="288"/>
                </a:lnTo>
                <a:lnTo>
                  <a:pt x="413" y="287"/>
                </a:lnTo>
                <a:lnTo>
                  <a:pt x="414" y="287"/>
                </a:lnTo>
                <a:lnTo>
                  <a:pt x="415" y="286"/>
                </a:lnTo>
                <a:lnTo>
                  <a:pt x="416" y="286"/>
                </a:lnTo>
                <a:lnTo>
                  <a:pt x="417" y="286"/>
                </a:lnTo>
                <a:lnTo>
                  <a:pt x="418" y="286"/>
                </a:lnTo>
                <a:lnTo>
                  <a:pt x="419" y="287"/>
                </a:lnTo>
                <a:lnTo>
                  <a:pt x="420" y="287"/>
                </a:lnTo>
                <a:lnTo>
                  <a:pt x="421" y="286"/>
                </a:lnTo>
                <a:lnTo>
                  <a:pt x="420" y="285"/>
                </a:lnTo>
                <a:lnTo>
                  <a:pt x="419" y="285"/>
                </a:lnTo>
                <a:lnTo>
                  <a:pt x="419" y="284"/>
                </a:lnTo>
                <a:lnTo>
                  <a:pt x="420" y="284"/>
                </a:lnTo>
                <a:lnTo>
                  <a:pt x="420" y="283"/>
                </a:lnTo>
                <a:lnTo>
                  <a:pt x="421" y="284"/>
                </a:lnTo>
                <a:lnTo>
                  <a:pt x="422" y="284"/>
                </a:lnTo>
                <a:lnTo>
                  <a:pt x="423" y="284"/>
                </a:lnTo>
                <a:lnTo>
                  <a:pt x="423" y="283"/>
                </a:lnTo>
                <a:lnTo>
                  <a:pt x="424" y="283"/>
                </a:lnTo>
                <a:lnTo>
                  <a:pt x="425" y="282"/>
                </a:lnTo>
                <a:lnTo>
                  <a:pt x="424" y="282"/>
                </a:lnTo>
                <a:lnTo>
                  <a:pt x="424" y="281"/>
                </a:lnTo>
                <a:lnTo>
                  <a:pt x="425" y="281"/>
                </a:lnTo>
                <a:lnTo>
                  <a:pt x="426" y="281"/>
                </a:lnTo>
                <a:lnTo>
                  <a:pt x="426" y="280"/>
                </a:lnTo>
                <a:lnTo>
                  <a:pt x="427" y="280"/>
                </a:lnTo>
                <a:lnTo>
                  <a:pt x="428" y="279"/>
                </a:lnTo>
                <a:lnTo>
                  <a:pt x="428" y="278"/>
                </a:lnTo>
                <a:lnTo>
                  <a:pt x="427" y="278"/>
                </a:lnTo>
                <a:lnTo>
                  <a:pt x="426" y="277"/>
                </a:lnTo>
                <a:lnTo>
                  <a:pt x="425" y="277"/>
                </a:lnTo>
                <a:lnTo>
                  <a:pt x="426" y="277"/>
                </a:lnTo>
                <a:lnTo>
                  <a:pt x="427" y="277"/>
                </a:lnTo>
                <a:lnTo>
                  <a:pt x="428" y="277"/>
                </a:lnTo>
                <a:lnTo>
                  <a:pt x="428" y="278"/>
                </a:lnTo>
                <a:lnTo>
                  <a:pt x="428" y="277"/>
                </a:lnTo>
                <a:lnTo>
                  <a:pt x="430" y="277"/>
                </a:lnTo>
                <a:lnTo>
                  <a:pt x="431" y="277"/>
                </a:lnTo>
                <a:lnTo>
                  <a:pt x="431" y="276"/>
                </a:lnTo>
                <a:lnTo>
                  <a:pt x="430" y="276"/>
                </a:lnTo>
                <a:lnTo>
                  <a:pt x="429" y="276"/>
                </a:lnTo>
                <a:lnTo>
                  <a:pt x="430" y="276"/>
                </a:lnTo>
                <a:lnTo>
                  <a:pt x="430" y="275"/>
                </a:lnTo>
                <a:lnTo>
                  <a:pt x="431" y="274"/>
                </a:lnTo>
                <a:lnTo>
                  <a:pt x="431" y="273"/>
                </a:lnTo>
                <a:lnTo>
                  <a:pt x="432" y="273"/>
                </a:lnTo>
                <a:lnTo>
                  <a:pt x="432" y="274"/>
                </a:lnTo>
                <a:lnTo>
                  <a:pt x="432" y="275"/>
                </a:lnTo>
                <a:lnTo>
                  <a:pt x="433" y="275"/>
                </a:lnTo>
                <a:lnTo>
                  <a:pt x="433" y="276"/>
                </a:lnTo>
                <a:lnTo>
                  <a:pt x="434" y="276"/>
                </a:lnTo>
                <a:lnTo>
                  <a:pt x="434" y="275"/>
                </a:lnTo>
                <a:lnTo>
                  <a:pt x="435" y="275"/>
                </a:lnTo>
                <a:lnTo>
                  <a:pt x="435" y="274"/>
                </a:lnTo>
                <a:lnTo>
                  <a:pt x="434" y="274"/>
                </a:lnTo>
                <a:lnTo>
                  <a:pt x="434" y="273"/>
                </a:lnTo>
                <a:lnTo>
                  <a:pt x="435" y="273"/>
                </a:lnTo>
                <a:lnTo>
                  <a:pt x="434" y="273"/>
                </a:lnTo>
                <a:lnTo>
                  <a:pt x="434" y="272"/>
                </a:lnTo>
                <a:lnTo>
                  <a:pt x="435" y="272"/>
                </a:lnTo>
                <a:lnTo>
                  <a:pt x="436" y="272"/>
                </a:lnTo>
                <a:lnTo>
                  <a:pt x="437" y="273"/>
                </a:lnTo>
                <a:lnTo>
                  <a:pt x="437" y="272"/>
                </a:lnTo>
                <a:lnTo>
                  <a:pt x="437" y="271"/>
                </a:lnTo>
                <a:lnTo>
                  <a:pt x="436" y="271"/>
                </a:lnTo>
                <a:lnTo>
                  <a:pt x="436" y="270"/>
                </a:lnTo>
                <a:lnTo>
                  <a:pt x="437" y="270"/>
                </a:lnTo>
                <a:lnTo>
                  <a:pt x="438" y="269"/>
                </a:lnTo>
                <a:lnTo>
                  <a:pt x="438" y="270"/>
                </a:lnTo>
                <a:lnTo>
                  <a:pt x="439" y="270"/>
                </a:lnTo>
                <a:lnTo>
                  <a:pt x="439" y="269"/>
                </a:lnTo>
                <a:lnTo>
                  <a:pt x="439" y="268"/>
                </a:lnTo>
                <a:lnTo>
                  <a:pt x="440" y="267"/>
                </a:lnTo>
                <a:lnTo>
                  <a:pt x="441" y="266"/>
                </a:lnTo>
                <a:lnTo>
                  <a:pt x="441" y="265"/>
                </a:lnTo>
                <a:lnTo>
                  <a:pt x="441" y="264"/>
                </a:lnTo>
                <a:lnTo>
                  <a:pt x="441" y="265"/>
                </a:lnTo>
                <a:lnTo>
                  <a:pt x="440" y="265"/>
                </a:lnTo>
                <a:lnTo>
                  <a:pt x="439" y="265"/>
                </a:lnTo>
                <a:lnTo>
                  <a:pt x="438" y="264"/>
                </a:lnTo>
                <a:lnTo>
                  <a:pt x="439" y="264"/>
                </a:lnTo>
                <a:lnTo>
                  <a:pt x="439" y="263"/>
                </a:lnTo>
                <a:lnTo>
                  <a:pt x="438" y="262"/>
                </a:lnTo>
                <a:lnTo>
                  <a:pt x="438" y="261"/>
                </a:lnTo>
                <a:lnTo>
                  <a:pt x="439" y="261"/>
                </a:lnTo>
                <a:lnTo>
                  <a:pt x="439" y="260"/>
                </a:lnTo>
                <a:lnTo>
                  <a:pt x="439" y="259"/>
                </a:lnTo>
                <a:lnTo>
                  <a:pt x="438" y="259"/>
                </a:lnTo>
                <a:lnTo>
                  <a:pt x="439" y="259"/>
                </a:lnTo>
                <a:lnTo>
                  <a:pt x="440" y="259"/>
                </a:lnTo>
                <a:lnTo>
                  <a:pt x="440" y="258"/>
                </a:lnTo>
                <a:lnTo>
                  <a:pt x="439" y="258"/>
                </a:lnTo>
                <a:lnTo>
                  <a:pt x="438" y="258"/>
                </a:lnTo>
                <a:lnTo>
                  <a:pt x="438" y="257"/>
                </a:lnTo>
                <a:lnTo>
                  <a:pt x="437" y="257"/>
                </a:lnTo>
                <a:lnTo>
                  <a:pt x="435" y="257"/>
                </a:lnTo>
                <a:lnTo>
                  <a:pt x="435" y="256"/>
                </a:lnTo>
                <a:lnTo>
                  <a:pt x="436" y="256"/>
                </a:lnTo>
                <a:lnTo>
                  <a:pt x="437" y="255"/>
                </a:lnTo>
                <a:lnTo>
                  <a:pt x="436" y="255"/>
                </a:lnTo>
                <a:lnTo>
                  <a:pt x="435" y="255"/>
                </a:lnTo>
                <a:lnTo>
                  <a:pt x="434" y="255"/>
                </a:lnTo>
                <a:lnTo>
                  <a:pt x="434" y="254"/>
                </a:lnTo>
                <a:lnTo>
                  <a:pt x="433" y="254"/>
                </a:lnTo>
                <a:lnTo>
                  <a:pt x="434" y="254"/>
                </a:lnTo>
                <a:lnTo>
                  <a:pt x="434" y="253"/>
                </a:lnTo>
                <a:lnTo>
                  <a:pt x="433" y="254"/>
                </a:lnTo>
                <a:lnTo>
                  <a:pt x="433" y="253"/>
                </a:lnTo>
                <a:lnTo>
                  <a:pt x="433" y="252"/>
                </a:lnTo>
                <a:lnTo>
                  <a:pt x="434" y="252"/>
                </a:lnTo>
                <a:lnTo>
                  <a:pt x="434" y="253"/>
                </a:lnTo>
                <a:lnTo>
                  <a:pt x="434" y="252"/>
                </a:lnTo>
                <a:lnTo>
                  <a:pt x="434" y="251"/>
                </a:lnTo>
                <a:lnTo>
                  <a:pt x="434" y="250"/>
                </a:lnTo>
                <a:lnTo>
                  <a:pt x="434" y="251"/>
                </a:lnTo>
                <a:lnTo>
                  <a:pt x="433" y="251"/>
                </a:lnTo>
                <a:lnTo>
                  <a:pt x="433" y="250"/>
                </a:lnTo>
                <a:lnTo>
                  <a:pt x="432" y="250"/>
                </a:lnTo>
                <a:lnTo>
                  <a:pt x="431" y="251"/>
                </a:lnTo>
                <a:lnTo>
                  <a:pt x="430" y="251"/>
                </a:lnTo>
                <a:lnTo>
                  <a:pt x="429" y="251"/>
                </a:lnTo>
                <a:lnTo>
                  <a:pt x="428" y="250"/>
                </a:lnTo>
                <a:lnTo>
                  <a:pt x="428" y="249"/>
                </a:lnTo>
                <a:lnTo>
                  <a:pt x="429" y="249"/>
                </a:lnTo>
                <a:lnTo>
                  <a:pt x="428" y="249"/>
                </a:lnTo>
                <a:lnTo>
                  <a:pt x="427" y="249"/>
                </a:lnTo>
                <a:lnTo>
                  <a:pt x="428" y="249"/>
                </a:lnTo>
                <a:lnTo>
                  <a:pt x="427" y="248"/>
                </a:lnTo>
                <a:lnTo>
                  <a:pt x="426" y="248"/>
                </a:lnTo>
                <a:lnTo>
                  <a:pt x="425" y="249"/>
                </a:lnTo>
                <a:lnTo>
                  <a:pt x="425" y="248"/>
                </a:lnTo>
                <a:lnTo>
                  <a:pt x="423" y="248"/>
                </a:lnTo>
                <a:lnTo>
                  <a:pt x="422" y="248"/>
                </a:lnTo>
                <a:lnTo>
                  <a:pt x="422" y="247"/>
                </a:lnTo>
                <a:lnTo>
                  <a:pt x="423" y="247"/>
                </a:lnTo>
                <a:lnTo>
                  <a:pt x="424" y="246"/>
                </a:lnTo>
                <a:lnTo>
                  <a:pt x="423" y="246"/>
                </a:lnTo>
                <a:lnTo>
                  <a:pt x="422" y="245"/>
                </a:lnTo>
                <a:lnTo>
                  <a:pt x="423" y="244"/>
                </a:lnTo>
                <a:lnTo>
                  <a:pt x="422" y="244"/>
                </a:lnTo>
                <a:lnTo>
                  <a:pt x="422" y="243"/>
                </a:lnTo>
                <a:lnTo>
                  <a:pt x="422" y="242"/>
                </a:lnTo>
                <a:lnTo>
                  <a:pt x="421" y="242"/>
                </a:lnTo>
                <a:lnTo>
                  <a:pt x="422" y="241"/>
                </a:lnTo>
                <a:lnTo>
                  <a:pt x="421" y="241"/>
                </a:lnTo>
                <a:lnTo>
                  <a:pt x="420" y="241"/>
                </a:lnTo>
                <a:lnTo>
                  <a:pt x="420" y="240"/>
                </a:lnTo>
                <a:lnTo>
                  <a:pt x="421" y="240"/>
                </a:lnTo>
                <a:lnTo>
                  <a:pt x="420" y="240"/>
                </a:lnTo>
                <a:lnTo>
                  <a:pt x="419" y="239"/>
                </a:lnTo>
                <a:lnTo>
                  <a:pt x="418" y="239"/>
                </a:lnTo>
                <a:lnTo>
                  <a:pt x="417" y="240"/>
                </a:lnTo>
                <a:lnTo>
                  <a:pt x="416" y="240"/>
                </a:lnTo>
                <a:lnTo>
                  <a:pt x="416" y="239"/>
                </a:lnTo>
                <a:lnTo>
                  <a:pt x="415" y="239"/>
                </a:lnTo>
                <a:lnTo>
                  <a:pt x="414" y="239"/>
                </a:lnTo>
                <a:lnTo>
                  <a:pt x="413" y="239"/>
                </a:lnTo>
                <a:lnTo>
                  <a:pt x="412" y="239"/>
                </a:lnTo>
                <a:lnTo>
                  <a:pt x="412" y="238"/>
                </a:lnTo>
                <a:lnTo>
                  <a:pt x="413" y="238"/>
                </a:lnTo>
                <a:lnTo>
                  <a:pt x="414" y="237"/>
                </a:lnTo>
                <a:lnTo>
                  <a:pt x="413" y="237"/>
                </a:lnTo>
                <a:lnTo>
                  <a:pt x="413" y="236"/>
                </a:lnTo>
                <a:lnTo>
                  <a:pt x="412" y="235"/>
                </a:lnTo>
                <a:lnTo>
                  <a:pt x="411" y="233"/>
                </a:lnTo>
                <a:lnTo>
                  <a:pt x="410" y="233"/>
                </a:lnTo>
                <a:lnTo>
                  <a:pt x="410" y="232"/>
                </a:lnTo>
                <a:lnTo>
                  <a:pt x="409" y="232"/>
                </a:lnTo>
                <a:lnTo>
                  <a:pt x="408" y="231"/>
                </a:lnTo>
                <a:lnTo>
                  <a:pt x="409" y="231"/>
                </a:lnTo>
                <a:lnTo>
                  <a:pt x="408" y="230"/>
                </a:lnTo>
                <a:lnTo>
                  <a:pt x="408" y="229"/>
                </a:lnTo>
                <a:lnTo>
                  <a:pt x="407" y="229"/>
                </a:lnTo>
                <a:lnTo>
                  <a:pt x="407" y="228"/>
                </a:lnTo>
                <a:lnTo>
                  <a:pt x="406" y="228"/>
                </a:lnTo>
                <a:lnTo>
                  <a:pt x="405" y="228"/>
                </a:lnTo>
                <a:lnTo>
                  <a:pt x="405" y="227"/>
                </a:lnTo>
                <a:lnTo>
                  <a:pt x="404" y="227"/>
                </a:lnTo>
                <a:lnTo>
                  <a:pt x="404" y="226"/>
                </a:lnTo>
                <a:lnTo>
                  <a:pt x="403" y="226"/>
                </a:lnTo>
                <a:lnTo>
                  <a:pt x="403" y="225"/>
                </a:lnTo>
                <a:lnTo>
                  <a:pt x="402" y="225"/>
                </a:lnTo>
                <a:lnTo>
                  <a:pt x="403" y="225"/>
                </a:lnTo>
                <a:lnTo>
                  <a:pt x="402" y="224"/>
                </a:lnTo>
                <a:lnTo>
                  <a:pt x="401" y="224"/>
                </a:lnTo>
                <a:lnTo>
                  <a:pt x="401" y="223"/>
                </a:lnTo>
                <a:lnTo>
                  <a:pt x="400" y="223"/>
                </a:lnTo>
                <a:lnTo>
                  <a:pt x="400" y="222"/>
                </a:lnTo>
                <a:lnTo>
                  <a:pt x="401" y="222"/>
                </a:lnTo>
                <a:lnTo>
                  <a:pt x="400" y="222"/>
                </a:lnTo>
                <a:lnTo>
                  <a:pt x="399" y="221"/>
                </a:lnTo>
                <a:lnTo>
                  <a:pt x="399" y="220"/>
                </a:lnTo>
                <a:lnTo>
                  <a:pt x="398" y="220"/>
                </a:lnTo>
                <a:lnTo>
                  <a:pt x="398" y="219"/>
                </a:lnTo>
                <a:lnTo>
                  <a:pt x="397" y="219"/>
                </a:lnTo>
                <a:lnTo>
                  <a:pt x="396" y="218"/>
                </a:lnTo>
                <a:lnTo>
                  <a:pt x="397" y="217"/>
                </a:lnTo>
                <a:lnTo>
                  <a:pt x="397" y="216"/>
                </a:lnTo>
                <a:lnTo>
                  <a:pt x="396" y="216"/>
                </a:lnTo>
                <a:lnTo>
                  <a:pt x="395" y="215"/>
                </a:lnTo>
                <a:lnTo>
                  <a:pt x="394" y="215"/>
                </a:lnTo>
                <a:lnTo>
                  <a:pt x="394" y="214"/>
                </a:lnTo>
                <a:lnTo>
                  <a:pt x="393" y="213"/>
                </a:lnTo>
                <a:lnTo>
                  <a:pt x="392" y="213"/>
                </a:lnTo>
                <a:lnTo>
                  <a:pt x="392" y="212"/>
                </a:lnTo>
                <a:lnTo>
                  <a:pt x="391" y="212"/>
                </a:lnTo>
                <a:lnTo>
                  <a:pt x="390" y="211"/>
                </a:lnTo>
                <a:lnTo>
                  <a:pt x="389" y="210"/>
                </a:lnTo>
                <a:lnTo>
                  <a:pt x="388" y="209"/>
                </a:lnTo>
                <a:lnTo>
                  <a:pt x="387" y="209"/>
                </a:lnTo>
                <a:lnTo>
                  <a:pt x="387" y="208"/>
                </a:lnTo>
                <a:lnTo>
                  <a:pt x="386" y="208"/>
                </a:lnTo>
                <a:lnTo>
                  <a:pt x="386" y="207"/>
                </a:lnTo>
                <a:lnTo>
                  <a:pt x="385" y="207"/>
                </a:lnTo>
                <a:lnTo>
                  <a:pt x="384" y="206"/>
                </a:lnTo>
                <a:lnTo>
                  <a:pt x="383" y="206"/>
                </a:lnTo>
                <a:lnTo>
                  <a:pt x="383" y="205"/>
                </a:lnTo>
                <a:lnTo>
                  <a:pt x="382" y="205"/>
                </a:lnTo>
                <a:lnTo>
                  <a:pt x="381" y="204"/>
                </a:lnTo>
                <a:lnTo>
                  <a:pt x="379" y="203"/>
                </a:lnTo>
                <a:lnTo>
                  <a:pt x="379" y="202"/>
                </a:lnTo>
                <a:lnTo>
                  <a:pt x="379" y="201"/>
                </a:lnTo>
                <a:lnTo>
                  <a:pt x="378" y="201"/>
                </a:lnTo>
                <a:lnTo>
                  <a:pt x="378" y="200"/>
                </a:lnTo>
                <a:lnTo>
                  <a:pt x="378" y="199"/>
                </a:lnTo>
                <a:lnTo>
                  <a:pt x="377" y="199"/>
                </a:lnTo>
                <a:lnTo>
                  <a:pt x="375" y="199"/>
                </a:lnTo>
                <a:lnTo>
                  <a:pt x="374" y="199"/>
                </a:lnTo>
                <a:lnTo>
                  <a:pt x="373" y="200"/>
                </a:lnTo>
                <a:lnTo>
                  <a:pt x="372" y="200"/>
                </a:lnTo>
                <a:lnTo>
                  <a:pt x="372" y="199"/>
                </a:lnTo>
                <a:lnTo>
                  <a:pt x="371" y="199"/>
                </a:lnTo>
                <a:lnTo>
                  <a:pt x="371" y="198"/>
                </a:lnTo>
                <a:lnTo>
                  <a:pt x="370" y="198"/>
                </a:lnTo>
                <a:lnTo>
                  <a:pt x="370" y="197"/>
                </a:lnTo>
                <a:lnTo>
                  <a:pt x="369" y="197"/>
                </a:lnTo>
                <a:lnTo>
                  <a:pt x="369" y="198"/>
                </a:lnTo>
                <a:lnTo>
                  <a:pt x="368" y="198"/>
                </a:lnTo>
                <a:lnTo>
                  <a:pt x="367" y="198"/>
                </a:lnTo>
                <a:lnTo>
                  <a:pt x="366" y="197"/>
                </a:lnTo>
                <a:lnTo>
                  <a:pt x="365" y="197"/>
                </a:lnTo>
                <a:lnTo>
                  <a:pt x="364" y="198"/>
                </a:lnTo>
                <a:lnTo>
                  <a:pt x="363" y="198"/>
                </a:lnTo>
                <a:lnTo>
                  <a:pt x="362" y="198"/>
                </a:lnTo>
                <a:lnTo>
                  <a:pt x="360" y="197"/>
                </a:lnTo>
                <a:lnTo>
                  <a:pt x="358" y="197"/>
                </a:lnTo>
                <a:lnTo>
                  <a:pt x="358" y="198"/>
                </a:lnTo>
                <a:lnTo>
                  <a:pt x="357" y="198"/>
                </a:lnTo>
                <a:lnTo>
                  <a:pt x="356" y="198"/>
                </a:lnTo>
                <a:lnTo>
                  <a:pt x="356" y="196"/>
                </a:lnTo>
                <a:lnTo>
                  <a:pt x="356" y="195"/>
                </a:lnTo>
                <a:lnTo>
                  <a:pt x="355" y="195"/>
                </a:lnTo>
                <a:lnTo>
                  <a:pt x="354" y="195"/>
                </a:lnTo>
                <a:lnTo>
                  <a:pt x="353" y="196"/>
                </a:lnTo>
                <a:lnTo>
                  <a:pt x="353" y="197"/>
                </a:lnTo>
                <a:lnTo>
                  <a:pt x="352" y="197"/>
                </a:lnTo>
                <a:lnTo>
                  <a:pt x="351" y="199"/>
                </a:lnTo>
                <a:lnTo>
                  <a:pt x="350" y="201"/>
                </a:lnTo>
                <a:lnTo>
                  <a:pt x="350" y="203"/>
                </a:lnTo>
                <a:lnTo>
                  <a:pt x="351" y="205"/>
                </a:lnTo>
                <a:lnTo>
                  <a:pt x="352" y="206"/>
                </a:lnTo>
                <a:lnTo>
                  <a:pt x="351" y="206"/>
                </a:lnTo>
                <a:lnTo>
                  <a:pt x="350" y="206"/>
                </a:lnTo>
                <a:lnTo>
                  <a:pt x="350" y="207"/>
                </a:lnTo>
                <a:lnTo>
                  <a:pt x="350" y="208"/>
                </a:lnTo>
                <a:lnTo>
                  <a:pt x="349" y="209"/>
                </a:lnTo>
                <a:lnTo>
                  <a:pt x="349" y="208"/>
                </a:lnTo>
                <a:lnTo>
                  <a:pt x="347" y="208"/>
                </a:lnTo>
                <a:lnTo>
                  <a:pt x="346" y="209"/>
                </a:lnTo>
                <a:lnTo>
                  <a:pt x="344" y="209"/>
                </a:lnTo>
                <a:lnTo>
                  <a:pt x="344" y="210"/>
                </a:lnTo>
                <a:lnTo>
                  <a:pt x="343" y="211"/>
                </a:lnTo>
                <a:lnTo>
                  <a:pt x="342" y="211"/>
                </a:lnTo>
                <a:lnTo>
                  <a:pt x="341" y="211"/>
                </a:lnTo>
                <a:lnTo>
                  <a:pt x="340" y="211"/>
                </a:lnTo>
                <a:lnTo>
                  <a:pt x="339" y="211"/>
                </a:lnTo>
                <a:lnTo>
                  <a:pt x="338" y="211"/>
                </a:lnTo>
                <a:lnTo>
                  <a:pt x="337" y="212"/>
                </a:lnTo>
                <a:lnTo>
                  <a:pt x="337" y="213"/>
                </a:lnTo>
                <a:lnTo>
                  <a:pt x="338" y="214"/>
                </a:lnTo>
                <a:lnTo>
                  <a:pt x="338" y="215"/>
                </a:lnTo>
                <a:lnTo>
                  <a:pt x="339" y="216"/>
                </a:lnTo>
                <a:lnTo>
                  <a:pt x="340" y="217"/>
                </a:lnTo>
                <a:lnTo>
                  <a:pt x="339" y="218"/>
                </a:lnTo>
                <a:lnTo>
                  <a:pt x="338" y="218"/>
                </a:lnTo>
                <a:lnTo>
                  <a:pt x="337" y="218"/>
                </a:lnTo>
                <a:lnTo>
                  <a:pt x="336" y="219"/>
                </a:lnTo>
                <a:lnTo>
                  <a:pt x="335" y="220"/>
                </a:lnTo>
                <a:lnTo>
                  <a:pt x="334" y="221"/>
                </a:lnTo>
                <a:lnTo>
                  <a:pt x="334" y="222"/>
                </a:lnTo>
                <a:lnTo>
                  <a:pt x="334" y="223"/>
                </a:lnTo>
                <a:lnTo>
                  <a:pt x="333" y="224"/>
                </a:lnTo>
                <a:lnTo>
                  <a:pt x="331" y="224"/>
                </a:lnTo>
                <a:lnTo>
                  <a:pt x="330" y="223"/>
                </a:lnTo>
                <a:lnTo>
                  <a:pt x="328" y="223"/>
                </a:lnTo>
                <a:lnTo>
                  <a:pt x="327" y="223"/>
                </a:lnTo>
                <a:lnTo>
                  <a:pt x="326" y="222"/>
                </a:lnTo>
                <a:lnTo>
                  <a:pt x="325" y="222"/>
                </a:lnTo>
                <a:lnTo>
                  <a:pt x="323" y="224"/>
                </a:lnTo>
                <a:lnTo>
                  <a:pt x="322" y="224"/>
                </a:lnTo>
                <a:lnTo>
                  <a:pt x="322" y="225"/>
                </a:lnTo>
                <a:lnTo>
                  <a:pt x="323" y="225"/>
                </a:lnTo>
                <a:lnTo>
                  <a:pt x="323" y="226"/>
                </a:lnTo>
                <a:lnTo>
                  <a:pt x="322" y="226"/>
                </a:lnTo>
                <a:lnTo>
                  <a:pt x="321" y="227"/>
                </a:lnTo>
                <a:lnTo>
                  <a:pt x="319" y="228"/>
                </a:lnTo>
                <a:lnTo>
                  <a:pt x="315" y="228"/>
                </a:lnTo>
                <a:lnTo>
                  <a:pt x="314" y="228"/>
                </a:lnTo>
                <a:lnTo>
                  <a:pt x="313" y="228"/>
                </a:lnTo>
                <a:lnTo>
                  <a:pt x="312" y="229"/>
                </a:lnTo>
                <a:lnTo>
                  <a:pt x="311" y="229"/>
                </a:lnTo>
                <a:lnTo>
                  <a:pt x="310" y="228"/>
                </a:lnTo>
                <a:lnTo>
                  <a:pt x="309" y="227"/>
                </a:lnTo>
                <a:lnTo>
                  <a:pt x="308" y="227"/>
                </a:lnTo>
                <a:lnTo>
                  <a:pt x="308" y="226"/>
                </a:lnTo>
                <a:lnTo>
                  <a:pt x="307" y="226"/>
                </a:lnTo>
                <a:lnTo>
                  <a:pt x="307" y="225"/>
                </a:lnTo>
                <a:lnTo>
                  <a:pt x="306" y="225"/>
                </a:lnTo>
                <a:lnTo>
                  <a:pt x="305" y="224"/>
                </a:lnTo>
                <a:lnTo>
                  <a:pt x="304" y="224"/>
                </a:lnTo>
                <a:lnTo>
                  <a:pt x="303" y="224"/>
                </a:lnTo>
                <a:lnTo>
                  <a:pt x="301" y="224"/>
                </a:lnTo>
                <a:lnTo>
                  <a:pt x="300" y="223"/>
                </a:lnTo>
                <a:lnTo>
                  <a:pt x="299" y="223"/>
                </a:lnTo>
                <a:lnTo>
                  <a:pt x="298" y="224"/>
                </a:lnTo>
                <a:lnTo>
                  <a:pt x="298" y="225"/>
                </a:lnTo>
                <a:lnTo>
                  <a:pt x="297" y="225"/>
                </a:lnTo>
                <a:lnTo>
                  <a:pt x="296" y="225"/>
                </a:lnTo>
                <a:lnTo>
                  <a:pt x="295" y="225"/>
                </a:lnTo>
                <a:lnTo>
                  <a:pt x="295" y="226"/>
                </a:lnTo>
                <a:lnTo>
                  <a:pt x="294" y="226"/>
                </a:lnTo>
                <a:lnTo>
                  <a:pt x="293" y="226"/>
                </a:lnTo>
                <a:lnTo>
                  <a:pt x="293" y="227"/>
                </a:lnTo>
                <a:lnTo>
                  <a:pt x="293" y="228"/>
                </a:lnTo>
                <a:lnTo>
                  <a:pt x="293" y="229"/>
                </a:lnTo>
                <a:lnTo>
                  <a:pt x="293" y="231"/>
                </a:lnTo>
                <a:lnTo>
                  <a:pt x="293" y="232"/>
                </a:lnTo>
                <a:lnTo>
                  <a:pt x="292" y="232"/>
                </a:lnTo>
                <a:lnTo>
                  <a:pt x="292" y="233"/>
                </a:lnTo>
                <a:lnTo>
                  <a:pt x="291" y="234"/>
                </a:lnTo>
                <a:lnTo>
                  <a:pt x="291" y="235"/>
                </a:lnTo>
                <a:lnTo>
                  <a:pt x="290" y="234"/>
                </a:lnTo>
                <a:lnTo>
                  <a:pt x="289" y="234"/>
                </a:lnTo>
                <a:lnTo>
                  <a:pt x="286" y="234"/>
                </a:lnTo>
                <a:lnTo>
                  <a:pt x="286" y="235"/>
                </a:lnTo>
                <a:lnTo>
                  <a:pt x="285" y="234"/>
                </a:lnTo>
                <a:lnTo>
                  <a:pt x="285" y="233"/>
                </a:lnTo>
                <a:lnTo>
                  <a:pt x="284" y="232"/>
                </a:lnTo>
                <a:lnTo>
                  <a:pt x="283" y="233"/>
                </a:lnTo>
                <a:lnTo>
                  <a:pt x="282" y="233"/>
                </a:lnTo>
                <a:lnTo>
                  <a:pt x="282" y="232"/>
                </a:lnTo>
                <a:lnTo>
                  <a:pt x="281" y="232"/>
                </a:lnTo>
                <a:lnTo>
                  <a:pt x="280" y="231"/>
                </a:lnTo>
                <a:lnTo>
                  <a:pt x="279" y="230"/>
                </a:lnTo>
                <a:lnTo>
                  <a:pt x="278" y="229"/>
                </a:lnTo>
                <a:lnTo>
                  <a:pt x="277" y="228"/>
                </a:lnTo>
                <a:lnTo>
                  <a:pt x="276" y="227"/>
                </a:lnTo>
                <a:lnTo>
                  <a:pt x="274" y="227"/>
                </a:lnTo>
                <a:lnTo>
                  <a:pt x="273" y="227"/>
                </a:lnTo>
                <a:lnTo>
                  <a:pt x="272" y="227"/>
                </a:lnTo>
                <a:lnTo>
                  <a:pt x="271" y="228"/>
                </a:lnTo>
                <a:lnTo>
                  <a:pt x="270" y="228"/>
                </a:lnTo>
                <a:lnTo>
                  <a:pt x="269" y="228"/>
                </a:lnTo>
                <a:lnTo>
                  <a:pt x="268" y="227"/>
                </a:lnTo>
                <a:lnTo>
                  <a:pt x="267" y="228"/>
                </a:lnTo>
                <a:lnTo>
                  <a:pt x="266" y="228"/>
                </a:lnTo>
                <a:lnTo>
                  <a:pt x="265" y="227"/>
                </a:lnTo>
                <a:lnTo>
                  <a:pt x="263" y="228"/>
                </a:lnTo>
                <a:lnTo>
                  <a:pt x="262" y="228"/>
                </a:lnTo>
                <a:lnTo>
                  <a:pt x="262" y="229"/>
                </a:lnTo>
                <a:lnTo>
                  <a:pt x="261" y="230"/>
                </a:lnTo>
                <a:lnTo>
                  <a:pt x="260" y="230"/>
                </a:lnTo>
                <a:lnTo>
                  <a:pt x="259" y="230"/>
                </a:lnTo>
                <a:lnTo>
                  <a:pt x="258" y="230"/>
                </a:lnTo>
                <a:lnTo>
                  <a:pt x="257" y="230"/>
                </a:lnTo>
                <a:lnTo>
                  <a:pt x="256" y="230"/>
                </a:lnTo>
                <a:lnTo>
                  <a:pt x="256" y="229"/>
                </a:lnTo>
                <a:lnTo>
                  <a:pt x="255" y="229"/>
                </a:lnTo>
                <a:lnTo>
                  <a:pt x="254" y="229"/>
                </a:lnTo>
                <a:lnTo>
                  <a:pt x="253" y="229"/>
                </a:lnTo>
                <a:lnTo>
                  <a:pt x="252" y="229"/>
                </a:lnTo>
                <a:lnTo>
                  <a:pt x="250" y="230"/>
                </a:lnTo>
                <a:lnTo>
                  <a:pt x="248" y="231"/>
                </a:lnTo>
                <a:lnTo>
                  <a:pt x="248" y="232"/>
                </a:lnTo>
                <a:lnTo>
                  <a:pt x="247" y="231"/>
                </a:lnTo>
                <a:lnTo>
                  <a:pt x="245" y="230"/>
                </a:lnTo>
                <a:lnTo>
                  <a:pt x="243" y="228"/>
                </a:lnTo>
                <a:lnTo>
                  <a:pt x="242" y="228"/>
                </a:lnTo>
                <a:lnTo>
                  <a:pt x="242" y="227"/>
                </a:lnTo>
                <a:lnTo>
                  <a:pt x="242" y="226"/>
                </a:lnTo>
                <a:lnTo>
                  <a:pt x="241" y="226"/>
                </a:lnTo>
                <a:lnTo>
                  <a:pt x="241" y="225"/>
                </a:lnTo>
                <a:lnTo>
                  <a:pt x="240" y="225"/>
                </a:lnTo>
                <a:lnTo>
                  <a:pt x="239" y="225"/>
                </a:lnTo>
                <a:lnTo>
                  <a:pt x="238" y="225"/>
                </a:lnTo>
                <a:lnTo>
                  <a:pt x="236" y="226"/>
                </a:lnTo>
                <a:lnTo>
                  <a:pt x="234" y="225"/>
                </a:lnTo>
                <a:lnTo>
                  <a:pt x="232" y="224"/>
                </a:lnTo>
                <a:lnTo>
                  <a:pt x="230" y="223"/>
                </a:lnTo>
                <a:lnTo>
                  <a:pt x="230" y="222"/>
                </a:lnTo>
                <a:lnTo>
                  <a:pt x="229" y="222"/>
                </a:lnTo>
                <a:lnTo>
                  <a:pt x="228" y="222"/>
                </a:lnTo>
                <a:lnTo>
                  <a:pt x="226" y="224"/>
                </a:lnTo>
                <a:lnTo>
                  <a:pt x="226" y="225"/>
                </a:lnTo>
                <a:lnTo>
                  <a:pt x="226" y="226"/>
                </a:lnTo>
                <a:lnTo>
                  <a:pt x="225" y="227"/>
                </a:lnTo>
                <a:lnTo>
                  <a:pt x="224" y="227"/>
                </a:lnTo>
                <a:lnTo>
                  <a:pt x="224" y="228"/>
                </a:lnTo>
                <a:lnTo>
                  <a:pt x="224" y="229"/>
                </a:lnTo>
                <a:lnTo>
                  <a:pt x="224" y="230"/>
                </a:lnTo>
                <a:lnTo>
                  <a:pt x="223" y="230"/>
                </a:lnTo>
                <a:lnTo>
                  <a:pt x="223" y="229"/>
                </a:lnTo>
                <a:lnTo>
                  <a:pt x="222" y="229"/>
                </a:lnTo>
                <a:lnTo>
                  <a:pt x="222" y="230"/>
                </a:lnTo>
                <a:lnTo>
                  <a:pt x="221" y="230"/>
                </a:lnTo>
                <a:lnTo>
                  <a:pt x="219" y="231"/>
                </a:lnTo>
                <a:lnTo>
                  <a:pt x="218" y="231"/>
                </a:lnTo>
                <a:lnTo>
                  <a:pt x="217" y="231"/>
                </a:lnTo>
                <a:lnTo>
                  <a:pt x="217" y="232"/>
                </a:lnTo>
                <a:lnTo>
                  <a:pt x="216" y="233"/>
                </a:lnTo>
                <a:lnTo>
                  <a:pt x="215" y="233"/>
                </a:lnTo>
                <a:lnTo>
                  <a:pt x="214" y="233"/>
                </a:lnTo>
                <a:lnTo>
                  <a:pt x="213" y="233"/>
                </a:lnTo>
                <a:lnTo>
                  <a:pt x="212" y="233"/>
                </a:lnTo>
                <a:lnTo>
                  <a:pt x="210" y="233"/>
                </a:lnTo>
                <a:lnTo>
                  <a:pt x="209" y="232"/>
                </a:lnTo>
                <a:lnTo>
                  <a:pt x="206" y="233"/>
                </a:lnTo>
                <a:lnTo>
                  <a:pt x="205" y="233"/>
                </a:lnTo>
                <a:lnTo>
                  <a:pt x="205" y="235"/>
                </a:lnTo>
                <a:lnTo>
                  <a:pt x="203" y="235"/>
                </a:lnTo>
                <a:lnTo>
                  <a:pt x="202" y="235"/>
                </a:lnTo>
                <a:lnTo>
                  <a:pt x="202" y="234"/>
                </a:lnTo>
                <a:lnTo>
                  <a:pt x="201" y="234"/>
                </a:lnTo>
                <a:lnTo>
                  <a:pt x="200" y="234"/>
                </a:lnTo>
                <a:lnTo>
                  <a:pt x="200" y="235"/>
                </a:lnTo>
                <a:lnTo>
                  <a:pt x="199" y="235"/>
                </a:lnTo>
                <a:lnTo>
                  <a:pt x="197" y="236"/>
                </a:lnTo>
                <a:lnTo>
                  <a:pt x="196" y="236"/>
                </a:lnTo>
                <a:lnTo>
                  <a:pt x="196" y="235"/>
                </a:lnTo>
                <a:lnTo>
                  <a:pt x="195" y="235"/>
                </a:lnTo>
                <a:lnTo>
                  <a:pt x="194" y="235"/>
                </a:lnTo>
                <a:lnTo>
                  <a:pt x="192" y="235"/>
                </a:lnTo>
                <a:lnTo>
                  <a:pt x="191" y="235"/>
                </a:lnTo>
                <a:lnTo>
                  <a:pt x="191" y="236"/>
                </a:lnTo>
                <a:lnTo>
                  <a:pt x="190" y="236"/>
                </a:lnTo>
                <a:lnTo>
                  <a:pt x="189" y="237"/>
                </a:lnTo>
                <a:lnTo>
                  <a:pt x="188" y="237"/>
                </a:lnTo>
                <a:lnTo>
                  <a:pt x="187" y="236"/>
                </a:lnTo>
                <a:lnTo>
                  <a:pt x="186" y="236"/>
                </a:lnTo>
                <a:lnTo>
                  <a:pt x="185" y="235"/>
                </a:lnTo>
                <a:lnTo>
                  <a:pt x="184" y="234"/>
                </a:lnTo>
                <a:lnTo>
                  <a:pt x="183" y="234"/>
                </a:lnTo>
                <a:lnTo>
                  <a:pt x="180" y="234"/>
                </a:lnTo>
                <a:lnTo>
                  <a:pt x="179" y="233"/>
                </a:lnTo>
                <a:lnTo>
                  <a:pt x="178" y="233"/>
                </a:lnTo>
                <a:lnTo>
                  <a:pt x="178" y="232"/>
                </a:lnTo>
                <a:lnTo>
                  <a:pt x="177" y="232"/>
                </a:lnTo>
                <a:lnTo>
                  <a:pt x="177" y="231"/>
                </a:lnTo>
                <a:lnTo>
                  <a:pt x="176" y="232"/>
                </a:lnTo>
                <a:lnTo>
                  <a:pt x="175" y="232"/>
                </a:lnTo>
                <a:lnTo>
                  <a:pt x="174" y="232"/>
                </a:lnTo>
                <a:lnTo>
                  <a:pt x="173" y="231"/>
                </a:lnTo>
                <a:lnTo>
                  <a:pt x="172" y="231"/>
                </a:lnTo>
                <a:lnTo>
                  <a:pt x="171" y="231"/>
                </a:lnTo>
                <a:lnTo>
                  <a:pt x="171" y="230"/>
                </a:lnTo>
                <a:lnTo>
                  <a:pt x="170" y="230"/>
                </a:lnTo>
                <a:lnTo>
                  <a:pt x="166" y="230"/>
                </a:lnTo>
                <a:lnTo>
                  <a:pt x="165" y="230"/>
                </a:lnTo>
                <a:lnTo>
                  <a:pt x="165" y="231"/>
                </a:lnTo>
                <a:lnTo>
                  <a:pt x="164" y="231"/>
                </a:lnTo>
                <a:lnTo>
                  <a:pt x="163" y="231"/>
                </a:lnTo>
                <a:lnTo>
                  <a:pt x="162" y="229"/>
                </a:lnTo>
                <a:lnTo>
                  <a:pt x="161" y="229"/>
                </a:lnTo>
                <a:lnTo>
                  <a:pt x="161" y="228"/>
                </a:lnTo>
                <a:lnTo>
                  <a:pt x="161" y="227"/>
                </a:lnTo>
                <a:lnTo>
                  <a:pt x="160" y="227"/>
                </a:lnTo>
                <a:lnTo>
                  <a:pt x="160" y="226"/>
                </a:lnTo>
                <a:lnTo>
                  <a:pt x="160" y="225"/>
                </a:lnTo>
                <a:lnTo>
                  <a:pt x="160" y="224"/>
                </a:lnTo>
                <a:lnTo>
                  <a:pt x="161" y="223"/>
                </a:lnTo>
                <a:lnTo>
                  <a:pt x="160" y="223"/>
                </a:lnTo>
                <a:lnTo>
                  <a:pt x="159" y="222"/>
                </a:lnTo>
                <a:lnTo>
                  <a:pt x="159" y="221"/>
                </a:lnTo>
                <a:lnTo>
                  <a:pt x="158" y="221"/>
                </a:lnTo>
                <a:lnTo>
                  <a:pt x="157" y="221"/>
                </a:lnTo>
                <a:lnTo>
                  <a:pt x="156" y="221"/>
                </a:lnTo>
                <a:lnTo>
                  <a:pt x="155" y="220"/>
                </a:lnTo>
                <a:lnTo>
                  <a:pt x="154" y="220"/>
                </a:lnTo>
                <a:lnTo>
                  <a:pt x="154" y="219"/>
                </a:lnTo>
                <a:lnTo>
                  <a:pt x="154" y="218"/>
                </a:lnTo>
                <a:lnTo>
                  <a:pt x="155" y="217"/>
                </a:lnTo>
                <a:lnTo>
                  <a:pt x="154" y="217"/>
                </a:lnTo>
                <a:lnTo>
                  <a:pt x="152" y="217"/>
                </a:lnTo>
                <a:lnTo>
                  <a:pt x="152" y="216"/>
                </a:lnTo>
                <a:lnTo>
                  <a:pt x="152" y="215"/>
                </a:lnTo>
                <a:lnTo>
                  <a:pt x="151" y="215"/>
                </a:lnTo>
                <a:lnTo>
                  <a:pt x="151" y="214"/>
                </a:lnTo>
                <a:lnTo>
                  <a:pt x="151" y="213"/>
                </a:lnTo>
                <a:lnTo>
                  <a:pt x="152" y="213"/>
                </a:lnTo>
                <a:lnTo>
                  <a:pt x="153" y="213"/>
                </a:lnTo>
                <a:lnTo>
                  <a:pt x="153" y="212"/>
                </a:lnTo>
                <a:lnTo>
                  <a:pt x="153" y="211"/>
                </a:lnTo>
                <a:lnTo>
                  <a:pt x="153" y="210"/>
                </a:lnTo>
                <a:lnTo>
                  <a:pt x="152" y="210"/>
                </a:lnTo>
                <a:lnTo>
                  <a:pt x="151" y="210"/>
                </a:lnTo>
                <a:lnTo>
                  <a:pt x="150" y="209"/>
                </a:lnTo>
                <a:lnTo>
                  <a:pt x="151" y="208"/>
                </a:lnTo>
                <a:lnTo>
                  <a:pt x="152" y="208"/>
                </a:lnTo>
                <a:lnTo>
                  <a:pt x="153" y="208"/>
                </a:lnTo>
                <a:lnTo>
                  <a:pt x="153" y="206"/>
                </a:lnTo>
                <a:lnTo>
                  <a:pt x="151" y="204"/>
                </a:lnTo>
                <a:lnTo>
                  <a:pt x="149" y="204"/>
                </a:lnTo>
                <a:lnTo>
                  <a:pt x="148" y="203"/>
                </a:lnTo>
                <a:lnTo>
                  <a:pt x="149" y="202"/>
                </a:lnTo>
                <a:lnTo>
                  <a:pt x="149" y="201"/>
                </a:lnTo>
                <a:lnTo>
                  <a:pt x="150" y="201"/>
                </a:lnTo>
                <a:lnTo>
                  <a:pt x="151" y="201"/>
                </a:lnTo>
                <a:lnTo>
                  <a:pt x="150" y="200"/>
                </a:lnTo>
                <a:lnTo>
                  <a:pt x="149" y="198"/>
                </a:lnTo>
                <a:lnTo>
                  <a:pt x="148" y="198"/>
                </a:lnTo>
                <a:lnTo>
                  <a:pt x="147" y="197"/>
                </a:lnTo>
                <a:lnTo>
                  <a:pt x="147" y="195"/>
                </a:lnTo>
                <a:lnTo>
                  <a:pt x="146" y="195"/>
                </a:lnTo>
                <a:lnTo>
                  <a:pt x="146" y="194"/>
                </a:lnTo>
                <a:lnTo>
                  <a:pt x="145" y="193"/>
                </a:lnTo>
                <a:lnTo>
                  <a:pt x="144" y="192"/>
                </a:lnTo>
                <a:lnTo>
                  <a:pt x="143" y="189"/>
                </a:lnTo>
                <a:lnTo>
                  <a:pt x="143" y="188"/>
                </a:lnTo>
                <a:lnTo>
                  <a:pt x="142" y="187"/>
                </a:lnTo>
                <a:lnTo>
                  <a:pt x="141" y="187"/>
                </a:lnTo>
                <a:lnTo>
                  <a:pt x="141" y="186"/>
                </a:lnTo>
                <a:lnTo>
                  <a:pt x="143" y="184"/>
                </a:lnTo>
                <a:lnTo>
                  <a:pt x="142" y="182"/>
                </a:lnTo>
                <a:lnTo>
                  <a:pt x="142" y="181"/>
                </a:lnTo>
                <a:lnTo>
                  <a:pt x="141" y="180"/>
                </a:lnTo>
                <a:lnTo>
                  <a:pt x="140" y="178"/>
                </a:lnTo>
                <a:lnTo>
                  <a:pt x="139" y="177"/>
                </a:lnTo>
                <a:lnTo>
                  <a:pt x="140" y="175"/>
                </a:lnTo>
                <a:lnTo>
                  <a:pt x="139" y="175"/>
                </a:lnTo>
                <a:lnTo>
                  <a:pt x="139" y="174"/>
                </a:lnTo>
                <a:lnTo>
                  <a:pt x="139" y="173"/>
                </a:lnTo>
                <a:lnTo>
                  <a:pt x="138" y="173"/>
                </a:lnTo>
                <a:lnTo>
                  <a:pt x="138" y="172"/>
                </a:lnTo>
                <a:lnTo>
                  <a:pt x="137" y="172"/>
                </a:lnTo>
                <a:lnTo>
                  <a:pt x="136" y="172"/>
                </a:lnTo>
                <a:lnTo>
                  <a:pt x="138" y="170"/>
                </a:lnTo>
                <a:lnTo>
                  <a:pt x="138" y="169"/>
                </a:lnTo>
                <a:lnTo>
                  <a:pt x="139" y="169"/>
                </a:lnTo>
                <a:lnTo>
                  <a:pt x="139" y="168"/>
                </a:lnTo>
                <a:lnTo>
                  <a:pt x="139" y="167"/>
                </a:lnTo>
                <a:lnTo>
                  <a:pt x="138" y="166"/>
                </a:lnTo>
                <a:lnTo>
                  <a:pt x="138" y="165"/>
                </a:lnTo>
                <a:lnTo>
                  <a:pt x="139" y="165"/>
                </a:lnTo>
                <a:lnTo>
                  <a:pt x="139" y="164"/>
                </a:lnTo>
                <a:lnTo>
                  <a:pt x="138" y="163"/>
                </a:lnTo>
                <a:lnTo>
                  <a:pt x="137" y="163"/>
                </a:lnTo>
                <a:lnTo>
                  <a:pt x="136" y="163"/>
                </a:lnTo>
                <a:lnTo>
                  <a:pt x="135" y="163"/>
                </a:lnTo>
                <a:lnTo>
                  <a:pt x="134" y="163"/>
                </a:lnTo>
                <a:lnTo>
                  <a:pt x="134" y="162"/>
                </a:lnTo>
                <a:lnTo>
                  <a:pt x="134" y="161"/>
                </a:lnTo>
                <a:lnTo>
                  <a:pt x="133" y="161"/>
                </a:lnTo>
                <a:lnTo>
                  <a:pt x="133" y="160"/>
                </a:lnTo>
                <a:lnTo>
                  <a:pt x="133" y="159"/>
                </a:lnTo>
                <a:lnTo>
                  <a:pt x="133" y="158"/>
                </a:lnTo>
                <a:lnTo>
                  <a:pt x="134" y="158"/>
                </a:lnTo>
                <a:lnTo>
                  <a:pt x="133" y="158"/>
                </a:lnTo>
                <a:lnTo>
                  <a:pt x="132" y="158"/>
                </a:lnTo>
                <a:lnTo>
                  <a:pt x="132" y="157"/>
                </a:lnTo>
                <a:lnTo>
                  <a:pt x="132" y="156"/>
                </a:lnTo>
                <a:lnTo>
                  <a:pt x="132" y="155"/>
                </a:lnTo>
                <a:lnTo>
                  <a:pt x="133" y="155"/>
                </a:lnTo>
                <a:lnTo>
                  <a:pt x="132" y="154"/>
                </a:lnTo>
                <a:lnTo>
                  <a:pt x="130" y="154"/>
                </a:lnTo>
                <a:lnTo>
                  <a:pt x="130" y="153"/>
                </a:lnTo>
                <a:lnTo>
                  <a:pt x="131" y="151"/>
                </a:lnTo>
                <a:lnTo>
                  <a:pt x="131" y="150"/>
                </a:lnTo>
                <a:lnTo>
                  <a:pt x="132" y="150"/>
                </a:lnTo>
                <a:lnTo>
                  <a:pt x="132" y="149"/>
                </a:lnTo>
                <a:lnTo>
                  <a:pt x="131" y="149"/>
                </a:lnTo>
                <a:lnTo>
                  <a:pt x="131" y="148"/>
                </a:lnTo>
                <a:lnTo>
                  <a:pt x="130" y="148"/>
                </a:lnTo>
                <a:lnTo>
                  <a:pt x="130" y="147"/>
                </a:lnTo>
                <a:lnTo>
                  <a:pt x="131" y="146"/>
                </a:lnTo>
                <a:lnTo>
                  <a:pt x="133" y="146"/>
                </a:lnTo>
                <a:lnTo>
                  <a:pt x="135" y="146"/>
                </a:lnTo>
                <a:lnTo>
                  <a:pt x="136" y="146"/>
                </a:lnTo>
                <a:lnTo>
                  <a:pt x="136" y="145"/>
                </a:lnTo>
                <a:lnTo>
                  <a:pt x="137" y="145"/>
                </a:lnTo>
                <a:lnTo>
                  <a:pt x="138" y="145"/>
                </a:lnTo>
                <a:lnTo>
                  <a:pt x="139" y="145"/>
                </a:lnTo>
                <a:lnTo>
                  <a:pt x="140" y="145"/>
                </a:lnTo>
                <a:lnTo>
                  <a:pt x="140" y="144"/>
                </a:lnTo>
                <a:lnTo>
                  <a:pt x="140" y="143"/>
                </a:lnTo>
                <a:lnTo>
                  <a:pt x="141" y="143"/>
                </a:lnTo>
                <a:lnTo>
                  <a:pt x="142" y="143"/>
                </a:lnTo>
                <a:lnTo>
                  <a:pt x="142" y="142"/>
                </a:lnTo>
                <a:lnTo>
                  <a:pt x="143" y="142"/>
                </a:lnTo>
                <a:lnTo>
                  <a:pt x="143" y="141"/>
                </a:lnTo>
                <a:lnTo>
                  <a:pt x="143" y="140"/>
                </a:lnTo>
                <a:lnTo>
                  <a:pt x="143" y="139"/>
                </a:lnTo>
                <a:lnTo>
                  <a:pt x="143" y="138"/>
                </a:lnTo>
                <a:lnTo>
                  <a:pt x="142" y="138"/>
                </a:lnTo>
                <a:lnTo>
                  <a:pt x="142" y="137"/>
                </a:lnTo>
                <a:lnTo>
                  <a:pt x="143" y="136"/>
                </a:lnTo>
                <a:lnTo>
                  <a:pt x="144" y="136"/>
                </a:lnTo>
                <a:lnTo>
                  <a:pt x="145" y="135"/>
                </a:lnTo>
                <a:lnTo>
                  <a:pt x="145" y="134"/>
                </a:lnTo>
                <a:lnTo>
                  <a:pt x="144" y="134"/>
                </a:lnTo>
                <a:lnTo>
                  <a:pt x="143" y="134"/>
                </a:lnTo>
                <a:lnTo>
                  <a:pt x="143" y="133"/>
                </a:lnTo>
                <a:lnTo>
                  <a:pt x="142" y="133"/>
                </a:lnTo>
                <a:lnTo>
                  <a:pt x="141" y="134"/>
                </a:lnTo>
                <a:lnTo>
                  <a:pt x="140" y="134"/>
                </a:lnTo>
                <a:lnTo>
                  <a:pt x="139" y="134"/>
                </a:lnTo>
                <a:lnTo>
                  <a:pt x="138" y="134"/>
                </a:lnTo>
                <a:lnTo>
                  <a:pt x="137" y="134"/>
                </a:lnTo>
                <a:lnTo>
                  <a:pt x="136" y="134"/>
                </a:lnTo>
                <a:lnTo>
                  <a:pt x="136" y="133"/>
                </a:lnTo>
                <a:lnTo>
                  <a:pt x="135" y="132"/>
                </a:lnTo>
                <a:lnTo>
                  <a:pt x="134" y="132"/>
                </a:lnTo>
                <a:lnTo>
                  <a:pt x="133" y="131"/>
                </a:lnTo>
                <a:lnTo>
                  <a:pt x="133" y="132"/>
                </a:lnTo>
                <a:lnTo>
                  <a:pt x="132" y="132"/>
                </a:lnTo>
                <a:lnTo>
                  <a:pt x="131" y="132"/>
                </a:lnTo>
                <a:lnTo>
                  <a:pt x="130" y="132"/>
                </a:lnTo>
                <a:lnTo>
                  <a:pt x="129" y="133"/>
                </a:lnTo>
                <a:lnTo>
                  <a:pt x="128" y="133"/>
                </a:lnTo>
                <a:lnTo>
                  <a:pt x="126" y="133"/>
                </a:lnTo>
                <a:lnTo>
                  <a:pt x="126" y="132"/>
                </a:lnTo>
                <a:lnTo>
                  <a:pt x="125" y="131"/>
                </a:lnTo>
                <a:lnTo>
                  <a:pt x="124" y="131"/>
                </a:lnTo>
                <a:lnTo>
                  <a:pt x="123" y="131"/>
                </a:lnTo>
                <a:lnTo>
                  <a:pt x="122" y="131"/>
                </a:lnTo>
                <a:lnTo>
                  <a:pt x="121" y="131"/>
                </a:lnTo>
                <a:lnTo>
                  <a:pt x="120" y="131"/>
                </a:lnTo>
                <a:lnTo>
                  <a:pt x="119" y="131"/>
                </a:lnTo>
                <a:lnTo>
                  <a:pt x="118" y="131"/>
                </a:lnTo>
                <a:lnTo>
                  <a:pt x="118" y="130"/>
                </a:lnTo>
                <a:lnTo>
                  <a:pt x="117" y="130"/>
                </a:lnTo>
                <a:lnTo>
                  <a:pt x="116" y="130"/>
                </a:lnTo>
                <a:lnTo>
                  <a:pt x="116" y="129"/>
                </a:lnTo>
                <a:lnTo>
                  <a:pt x="117" y="128"/>
                </a:lnTo>
                <a:lnTo>
                  <a:pt x="116" y="128"/>
                </a:lnTo>
                <a:lnTo>
                  <a:pt x="116" y="127"/>
                </a:lnTo>
                <a:lnTo>
                  <a:pt x="116" y="126"/>
                </a:lnTo>
                <a:lnTo>
                  <a:pt x="117" y="126"/>
                </a:lnTo>
                <a:lnTo>
                  <a:pt x="116" y="126"/>
                </a:lnTo>
                <a:lnTo>
                  <a:pt x="116" y="125"/>
                </a:lnTo>
                <a:lnTo>
                  <a:pt x="117" y="125"/>
                </a:lnTo>
                <a:lnTo>
                  <a:pt x="117" y="124"/>
                </a:lnTo>
                <a:lnTo>
                  <a:pt x="116" y="124"/>
                </a:lnTo>
                <a:lnTo>
                  <a:pt x="115" y="124"/>
                </a:lnTo>
                <a:lnTo>
                  <a:pt x="115" y="123"/>
                </a:lnTo>
                <a:lnTo>
                  <a:pt x="114" y="123"/>
                </a:lnTo>
                <a:lnTo>
                  <a:pt x="114" y="122"/>
                </a:lnTo>
                <a:lnTo>
                  <a:pt x="115" y="122"/>
                </a:lnTo>
                <a:lnTo>
                  <a:pt x="114" y="122"/>
                </a:lnTo>
                <a:lnTo>
                  <a:pt x="114" y="121"/>
                </a:lnTo>
                <a:lnTo>
                  <a:pt x="113" y="120"/>
                </a:lnTo>
                <a:lnTo>
                  <a:pt x="113" y="121"/>
                </a:lnTo>
                <a:lnTo>
                  <a:pt x="112" y="121"/>
                </a:lnTo>
                <a:lnTo>
                  <a:pt x="111" y="121"/>
                </a:lnTo>
                <a:lnTo>
                  <a:pt x="111" y="122"/>
                </a:lnTo>
                <a:lnTo>
                  <a:pt x="110" y="122"/>
                </a:lnTo>
                <a:lnTo>
                  <a:pt x="110" y="121"/>
                </a:lnTo>
                <a:lnTo>
                  <a:pt x="109" y="121"/>
                </a:lnTo>
                <a:lnTo>
                  <a:pt x="109" y="120"/>
                </a:lnTo>
                <a:lnTo>
                  <a:pt x="107" y="120"/>
                </a:lnTo>
                <a:lnTo>
                  <a:pt x="107" y="119"/>
                </a:lnTo>
                <a:lnTo>
                  <a:pt x="107" y="118"/>
                </a:lnTo>
                <a:lnTo>
                  <a:pt x="106" y="118"/>
                </a:lnTo>
                <a:lnTo>
                  <a:pt x="105" y="118"/>
                </a:lnTo>
                <a:lnTo>
                  <a:pt x="104" y="118"/>
                </a:lnTo>
                <a:lnTo>
                  <a:pt x="104" y="117"/>
                </a:lnTo>
                <a:lnTo>
                  <a:pt x="103" y="116"/>
                </a:lnTo>
                <a:lnTo>
                  <a:pt x="103" y="115"/>
                </a:lnTo>
                <a:lnTo>
                  <a:pt x="103" y="114"/>
                </a:lnTo>
                <a:lnTo>
                  <a:pt x="103" y="113"/>
                </a:lnTo>
                <a:lnTo>
                  <a:pt x="102" y="113"/>
                </a:lnTo>
                <a:lnTo>
                  <a:pt x="102" y="112"/>
                </a:lnTo>
                <a:lnTo>
                  <a:pt x="101" y="111"/>
                </a:lnTo>
                <a:lnTo>
                  <a:pt x="100" y="111"/>
                </a:lnTo>
                <a:lnTo>
                  <a:pt x="99" y="111"/>
                </a:lnTo>
                <a:lnTo>
                  <a:pt x="99" y="112"/>
                </a:lnTo>
                <a:lnTo>
                  <a:pt x="98" y="112"/>
                </a:lnTo>
                <a:lnTo>
                  <a:pt x="97" y="112"/>
                </a:lnTo>
                <a:lnTo>
                  <a:pt x="94" y="112"/>
                </a:lnTo>
                <a:lnTo>
                  <a:pt x="93" y="112"/>
                </a:lnTo>
                <a:lnTo>
                  <a:pt x="92" y="112"/>
                </a:lnTo>
                <a:lnTo>
                  <a:pt x="91" y="112"/>
                </a:lnTo>
                <a:lnTo>
                  <a:pt x="91" y="111"/>
                </a:lnTo>
                <a:lnTo>
                  <a:pt x="90" y="111"/>
                </a:lnTo>
                <a:lnTo>
                  <a:pt x="89" y="111"/>
                </a:lnTo>
                <a:lnTo>
                  <a:pt x="89" y="110"/>
                </a:lnTo>
                <a:lnTo>
                  <a:pt x="89" y="109"/>
                </a:lnTo>
                <a:lnTo>
                  <a:pt x="88" y="108"/>
                </a:lnTo>
                <a:lnTo>
                  <a:pt x="88" y="107"/>
                </a:lnTo>
                <a:lnTo>
                  <a:pt x="87" y="107"/>
                </a:lnTo>
                <a:lnTo>
                  <a:pt x="87" y="108"/>
                </a:lnTo>
                <a:lnTo>
                  <a:pt x="86" y="108"/>
                </a:lnTo>
                <a:lnTo>
                  <a:pt x="86" y="110"/>
                </a:lnTo>
                <a:lnTo>
                  <a:pt x="85" y="111"/>
                </a:lnTo>
                <a:lnTo>
                  <a:pt x="86" y="111"/>
                </a:lnTo>
                <a:lnTo>
                  <a:pt x="85" y="111"/>
                </a:lnTo>
                <a:lnTo>
                  <a:pt x="85" y="112"/>
                </a:lnTo>
                <a:lnTo>
                  <a:pt x="84" y="112"/>
                </a:lnTo>
                <a:lnTo>
                  <a:pt x="84" y="113"/>
                </a:lnTo>
                <a:lnTo>
                  <a:pt x="83" y="114"/>
                </a:lnTo>
                <a:lnTo>
                  <a:pt x="82" y="115"/>
                </a:lnTo>
                <a:lnTo>
                  <a:pt x="81" y="115"/>
                </a:lnTo>
                <a:lnTo>
                  <a:pt x="81" y="116"/>
                </a:lnTo>
                <a:lnTo>
                  <a:pt x="81" y="117"/>
                </a:lnTo>
                <a:lnTo>
                  <a:pt x="80" y="117"/>
                </a:lnTo>
                <a:lnTo>
                  <a:pt x="79" y="117"/>
                </a:lnTo>
                <a:lnTo>
                  <a:pt x="79" y="118"/>
                </a:lnTo>
                <a:lnTo>
                  <a:pt x="78" y="118"/>
                </a:lnTo>
                <a:lnTo>
                  <a:pt x="77" y="118"/>
                </a:lnTo>
                <a:lnTo>
                  <a:pt x="77" y="119"/>
                </a:lnTo>
                <a:lnTo>
                  <a:pt x="77" y="120"/>
                </a:lnTo>
                <a:lnTo>
                  <a:pt x="78" y="120"/>
                </a:lnTo>
                <a:lnTo>
                  <a:pt x="77" y="121"/>
                </a:lnTo>
                <a:lnTo>
                  <a:pt x="76" y="122"/>
                </a:lnTo>
                <a:lnTo>
                  <a:pt x="76" y="123"/>
                </a:lnTo>
                <a:lnTo>
                  <a:pt x="75" y="123"/>
                </a:lnTo>
                <a:lnTo>
                  <a:pt x="74" y="123"/>
                </a:lnTo>
                <a:lnTo>
                  <a:pt x="73" y="125"/>
                </a:lnTo>
                <a:lnTo>
                  <a:pt x="72" y="125"/>
                </a:lnTo>
                <a:lnTo>
                  <a:pt x="71" y="126"/>
                </a:lnTo>
                <a:lnTo>
                  <a:pt x="71" y="127"/>
                </a:lnTo>
                <a:lnTo>
                  <a:pt x="70" y="127"/>
                </a:lnTo>
                <a:lnTo>
                  <a:pt x="70" y="128"/>
                </a:lnTo>
                <a:lnTo>
                  <a:pt x="69" y="128"/>
                </a:lnTo>
                <a:lnTo>
                  <a:pt x="68" y="130"/>
                </a:lnTo>
                <a:lnTo>
                  <a:pt x="68" y="131"/>
                </a:lnTo>
                <a:lnTo>
                  <a:pt x="67" y="131"/>
                </a:lnTo>
                <a:lnTo>
                  <a:pt x="65" y="131"/>
                </a:lnTo>
                <a:lnTo>
                  <a:pt x="63" y="131"/>
                </a:lnTo>
                <a:lnTo>
                  <a:pt x="62" y="131"/>
                </a:lnTo>
                <a:lnTo>
                  <a:pt x="61" y="131"/>
                </a:lnTo>
                <a:lnTo>
                  <a:pt x="60" y="131"/>
                </a:lnTo>
                <a:lnTo>
                  <a:pt x="59" y="131"/>
                </a:lnTo>
                <a:lnTo>
                  <a:pt x="58" y="131"/>
                </a:lnTo>
                <a:lnTo>
                  <a:pt x="57" y="131"/>
                </a:lnTo>
                <a:lnTo>
                  <a:pt x="57" y="130"/>
                </a:lnTo>
                <a:lnTo>
                  <a:pt x="56" y="130"/>
                </a:lnTo>
                <a:lnTo>
                  <a:pt x="55" y="130"/>
                </a:lnTo>
                <a:lnTo>
                  <a:pt x="54" y="130"/>
                </a:lnTo>
                <a:lnTo>
                  <a:pt x="53" y="129"/>
                </a:lnTo>
                <a:lnTo>
                  <a:pt x="52" y="129"/>
                </a:lnTo>
                <a:lnTo>
                  <a:pt x="51" y="129"/>
                </a:lnTo>
                <a:lnTo>
                  <a:pt x="51" y="128"/>
                </a:lnTo>
                <a:lnTo>
                  <a:pt x="50" y="128"/>
                </a:lnTo>
                <a:lnTo>
                  <a:pt x="49" y="128"/>
                </a:lnTo>
                <a:lnTo>
                  <a:pt x="48" y="128"/>
                </a:lnTo>
                <a:lnTo>
                  <a:pt x="48" y="126"/>
                </a:lnTo>
                <a:lnTo>
                  <a:pt x="48" y="125"/>
                </a:lnTo>
                <a:lnTo>
                  <a:pt x="48" y="124"/>
                </a:lnTo>
                <a:lnTo>
                  <a:pt x="47" y="124"/>
                </a:lnTo>
                <a:lnTo>
                  <a:pt x="46" y="124"/>
                </a:lnTo>
                <a:lnTo>
                  <a:pt x="46" y="123"/>
                </a:lnTo>
                <a:lnTo>
                  <a:pt x="46" y="122"/>
                </a:lnTo>
                <a:lnTo>
                  <a:pt x="45" y="122"/>
                </a:lnTo>
                <a:lnTo>
                  <a:pt x="44" y="121"/>
                </a:lnTo>
                <a:lnTo>
                  <a:pt x="43" y="121"/>
                </a:lnTo>
                <a:lnTo>
                  <a:pt x="43" y="120"/>
                </a:lnTo>
                <a:lnTo>
                  <a:pt x="43" y="119"/>
                </a:lnTo>
                <a:lnTo>
                  <a:pt x="44" y="118"/>
                </a:lnTo>
                <a:lnTo>
                  <a:pt x="45" y="117"/>
                </a:lnTo>
                <a:lnTo>
                  <a:pt x="44" y="116"/>
                </a:lnTo>
                <a:lnTo>
                  <a:pt x="43" y="116"/>
                </a:lnTo>
                <a:lnTo>
                  <a:pt x="42" y="116"/>
                </a:lnTo>
                <a:lnTo>
                  <a:pt x="42" y="115"/>
                </a:lnTo>
                <a:lnTo>
                  <a:pt x="41" y="115"/>
                </a:lnTo>
                <a:lnTo>
                  <a:pt x="40" y="115"/>
                </a:lnTo>
                <a:lnTo>
                  <a:pt x="39" y="115"/>
                </a:lnTo>
                <a:lnTo>
                  <a:pt x="38" y="115"/>
                </a:lnTo>
                <a:lnTo>
                  <a:pt x="37" y="115"/>
                </a:lnTo>
                <a:lnTo>
                  <a:pt x="36" y="115"/>
                </a:lnTo>
                <a:lnTo>
                  <a:pt x="36" y="114"/>
                </a:lnTo>
                <a:lnTo>
                  <a:pt x="35" y="114"/>
                </a:lnTo>
                <a:lnTo>
                  <a:pt x="34" y="113"/>
                </a:lnTo>
                <a:lnTo>
                  <a:pt x="33" y="113"/>
                </a:lnTo>
                <a:lnTo>
                  <a:pt x="32" y="113"/>
                </a:lnTo>
                <a:lnTo>
                  <a:pt x="32" y="114"/>
                </a:lnTo>
                <a:lnTo>
                  <a:pt x="31" y="114"/>
                </a:lnTo>
                <a:lnTo>
                  <a:pt x="30" y="113"/>
                </a:lnTo>
                <a:lnTo>
                  <a:pt x="29" y="112"/>
                </a:lnTo>
                <a:lnTo>
                  <a:pt x="29" y="111"/>
                </a:lnTo>
                <a:lnTo>
                  <a:pt x="28" y="111"/>
                </a:lnTo>
                <a:lnTo>
                  <a:pt x="27" y="111"/>
                </a:lnTo>
                <a:lnTo>
                  <a:pt x="26" y="111"/>
                </a:lnTo>
                <a:lnTo>
                  <a:pt x="25" y="111"/>
                </a:lnTo>
                <a:lnTo>
                  <a:pt x="25" y="110"/>
                </a:lnTo>
                <a:lnTo>
                  <a:pt x="24" y="110"/>
                </a:lnTo>
                <a:lnTo>
                  <a:pt x="23" y="110"/>
                </a:lnTo>
                <a:lnTo>
                  <a:pt x="22" y="109"/>
                </a:lnTo>
                <a:lnTo>
                  <a:pt x="21" y="109"/>
                </a:lnTo>
                <a:lnTo>
                  <a:pt x="20" y="108"/>
                </a:lnTo>
                <a:lnTo>
                  <a:pt x="20" y="107"/>
                </a:lnTo>
                <a:lnTo>
                  <a:pt x="19" y="107"/>
                </a:lnTo>
                <a:lnTo>
                  <a:pt x="18" y="107"/>
                </a:lnTo>
                <a:lnTo>
                  <a:pt x="18" y="106"/>
                </a:lnTo>
                <a:lnTo>
                  <a:pt x="17" y="106"/>
                </a:lnTo>
                <a:lnTo>
                  <a:pt x="16" y="106"/>
                </a:lnTo>
                <a:lnTo>
                  <a:pt x="15" y="106"/>
                </a:lnTo>
                <a:lnTo>
                  <a:pt x="15" y="105"/>
                </a:lnTo>
                <a:lnTo>
                  <a:pt x="14" y="105"/>
                </a:lnTo>
                <a:lnTo>
                  <a:pt x="14" y="104"/>
                </a:lnTo>
                <a:lnTo>
                  <a:pt x="13" y="104"/>
                </a:lnTo>
                <a:lnTo>
                  <a:pt x="13" y="102"/>
                </a:lnTo>
                <a:lnTo>
                  <a:pt x="12" y="102"/>
                </a:lnTo>
                <a:lnTo>
                  <a:pt x="12" y="101"/>
                </a:lnTo>
                <a:lnTo>
                  <a:pt x="11" y="101"/>
                </a:lnTo>
                <a:lnTo>
                  <a:pt x="8" y="100"/>
                </a:lnTo>
                <a:lnTo>
                  <a:pt x="7" y="101"/>
                </a:lnTo>
                <a:lnTo>
                  <a:pt x="6" y="101"/>
                </a:lnTo>
                <a:lnTo>
                  <a:pt x="5" y="101"/>
                </a:lnTo>
                <a:lnTo>
                  <a:pt x="4" y="101"/>
                </a:lnTo>
                <a:lnTo>
                  <a:pt x="2" y="101"/>
                </a:lnTo>
                <a:lnTo>
                  <a:pt x="1" y="100"/>
                </a:lnTo>
                <a:lnTo>
                  <a:pt x="0" y="99"/>
                </a:lnTo>
                <a:lnTo>
                  <a:pt x="1" y="99"/>
                </a:lnTo>
                <a:lnTo>
                  <a:pt x="1" y="98"/>
                </a:lnTo>
                <a:lnTo>
                  <a:pt x="2" y="98"/>
                </a:lnTo>
                <a:lnTo>
                  <a:pt x="3" y="98"/>
                </a:lnTo>
                <a:lnTo>
                  <a:pt x="3" y="97"/>
                </a:lnTo>
                <a:lnTo>
                  <a:pt x="4" y="97"/>
                </a:lnTo>
                <a:lnTo>
                  <a:pt x="5" y="97"/>
                </a:lnTo>
                <a:lnTo>
                  <a:pt x="5" y="96"/>
                </a:lnTo>
                <a:lnTo>
                  <a:pt x="6" y="96"/>
                </a:lnTo>
                <a:lnTo>
                  <a:pt x="6" y="95"/>
                </a:lnTo>
                <a:lnTo>
                  <a:pt x="7" y="95"/>
                </a:lnTo>
                <a:lnTo>
                  <a:pt x="8" y="95"/>
                </a:lnTo>
                <a:lnTo>
                  <a:pt x="8" y="94"/>
                </a:lnTo>
                <a:lnTo>
                  <a:pt x="9" y="94"/>
                </a:lnTo>
                <a:lnTo>
                  <a:pt x="10" y="94"/>
                </a:lnTo>
                <a:lnTo>
                  <a:pt x="10" y="93"/>
                </a:lnTo>
                <a:lnTo>
                  <a:pt x="9" y="93"/>
                </a:lnTo>
                <a:lnTo>
                  <a:pt x="10" y="92"/>
                </a:lnTo>
                <a:lnTo>
                  <a:pt x="11" y="92"/>
                </a:lnTo>
                <a:lnTo>
                  <a:pt x="11" y="91"/>
                </a:lnTo>
                <a:lnTo>
                  <a:pt x="12" y="91"/>
                </a:lnTo>
                <a:lnTo>
                  <a:pt x="14" y="91"/>
                </a:lnTo>
                <a:lnTo>
                  <a:pt x="16" y="91"/>
                </a:lnTo>
                <a:lnTo>
                  <a:pt x="17" y="90"/>
                </a:lnTo>
                <a:lnTo>
                  <a:pt x="18" y="90"/>
                </a:lnTo>
                <a:lnTo>
                  <a:pt x="18" y="89"/>
                </a:lnTo>
                <a:lnTo>
                  <a:pt x="19" y="89"/>
                </a:lnTo>
                <a:lnTo>
                  <a:pt x="20" y="88"/>
                </a:lnTo>
                <a:lnTo>
                  <a:pt x="21" y="88"/>
                </a:lnTo>
                <a:lnTo>
                  <a:pt x="22" y="86"/>
                </a:lnTo>
                <a:lnTo>
                  <a:pt x="23" y="86"/>
                </a:lnTo>
                <a:lnTo>
                  <a:pt x="24" y="85"/>
                </a:lnTo>
                <a:lnTo>
                  <a:pt x="24" y="84"/>
                </a:lnTo>
                <a:lnTo>
                  <a:pt x="25" y="84"/>
                </a:lnTo>
                <a:lnTo>
                  <a:pt x="25" y="83"/>
                </a:lnTo>
                <a:lnTo>
                  <a:pt x="26" y="82"/>
                </a:lnTo>
                <a:lnTo>
                  <a:pt x="26" y="81"/>
                </a:lnTo>
                <a:lnTo>
                  <a:pt x="29" y="81"/>
                </a:lnTo>
                <a:lnTo>
                  <a:pt x="29" y="80"/>
                </a:lnTo>
                <a:lnTo>
                  <a:pt x="30" y="80"/>
                </a:lnTo>
                <a:lnTo>
                  <a:pt x="31" y="79"/>
                </a:lnTo>
                <a:lnTo>
                  <a:pt x="32" y="78"/>
                </a:lnTo>
                <a:lnTo>
                  <a:pt x="33" y="77"/>
                </a:lnTo>
                <a:lnTo>
                  <a:pt x="34" y="77"/>
                </a:lnTo>
                <a:lnTo>
                  <a:pt x="35" y="77"/>
                </a:lnTo>
                <a:lnTo>
                  <a:pt x="36" y="76"/>
                </a:lnTo>
                <a:lnTo>
                  <a:pt x="37" y="76"/>
                </a:lnTo>
                <a:lnTo>
                  <a:pt x="37" y="75"/>
                </a:lnTo>
                <a:lnTo>
                  <a:pt x="37" y="74"/>
                </a:lnTo>
                <a:lnTo>
                  <a:pt x="38" y="74"/>
                </a:lnTo>
                <a:lnTo>
                  <a:pt x="38" y="73"/>
                </a:lnTo>
                <a:lnTo>
                  <a:pt x="39" y="73"/>
                </a:lnTo>
                <a:lnTo>
                  <a:pt x="39" y="72"/>
                </a:lnTo>
                <a:lnTo>
                  <a:pt x="38" y="72"/>
                </a:lnTo>
                <a:lnTo>
                  <a:pt x="38" y="71"/>
                </a:lnTo>
                <a:lnTo>
                  <a:pt x="38" y="70"/>
                </a:lnTo>
                <a:lnTo>
                  <a:pt x="39" y="70"/>
                </a:lnTo>
                <a:lnTo>
                  <a:pt x="39" y="69"/>
                </a:lnTo>
                <a:lnTo>
                  <a:pt x="38" y="69"/>
                </a:lnTo>
                <a:lnTo>
                  <a:pt x="39" y="69"/>
                </a:lnTo>
                <a:lnTo>
                  <a:pt x="40" y="69"/>
                </a:lnTo>
                <a:lnTo>
                  <a:pt x="40" y="68"/>
                </a:lnTo>
                <a:lnTo>
                  <a:pt x="41" y="68"/>
                </a:lnTo>
                <a:lnTo>
                  <a:pt x="41" y="67"/>
                </a:lnTo>
                <a:lnTo>
                  <a:pt x="42" y="67"/>
                </a:lnTo>
                <a:lnTo>
                  <a:pt x="43" y="67"/>
                </a:lnTo>
                <a:lnTo>
                  <a:pt x="43" y="66"/>
                </a:lnTo>
                <a:lnTo>
                  <a:pt x="44" y="65"/>
                </a:lnTo>
                <a:lnTo>
                  <a:pt x="44" y="64"/>
                </a:lnTo>
                <a:lnTo>
                  <a:pt x="44" y="63"/>
                </a:lnTo>
                <a:lnTo>
                  <a:pt x="45" y="63"/>
                </a:lnTo>
                <a:lnTo>
                  <a:pt x="45" y="62"/>
                </a:lnTo>
                <a:lnTo>
                  <a:pt x="46" y="61"/>
                </a:lnTo>
                <a:lnTo>
                  <a:pt x="47" y="60"/>
                </a:lnTo>
                <a:lnTo>
                  <a:pt x="47" y="59"/>
                </a:lnTo>
                <a:lnTo>
                  <a:pt x="48" y="59"/>
                </a:lnTo>
                <a:lnTo>
                  <a:pt x="47" y="58"/>
                </a:lnTo>
                <a:lnTo>
                  <a:pt x="49" y="58"/>
                </a:lnTo>
                <a:lnTo>
                  <a:pt x="50" y="58"/>
                </a:lnTo>
                <a:lnTo>
                  <a:pt x="51" y="58"/>
                </a:lnTo>
                <a:lnTo>
                  <a:pt x="52" y="57"/>
                </a:lnTo>
                <a:lnTo>
                  <a:pt x="53" y="56"/>
                </a:lnTo>
                <a:lnTo>
                  <a:pt x="54" y="56"/>
                </a:lnTo>
                <a:lnTo>
                  <a:pt x="54" y="55"/>
                </a:lnTo>
                <a:lnTo>
                  <a:pt x="54" y="54"/>
                </a:lnTo>
                <a:lnTo>
                  <a:pt x="55" y="54"/>
                </a:lnTo>
                <a:lnTo>
                  <a:pt x="55" y="53"/>
                </a:lnTo>
                <a:lnTo>
                  <a:pt x="56" y="53"/>
                </a:lnTo>
                <a:lnTo>
                  <a:pt x="56" y="52"/>
                </a:lnTo>
                <a:lnTo>
                  <a:pt x="57" y="52"/>
                </a:lnTo>
                <a:lnTo>
                  <a:pt x="57" y="51"/>
                </a:lnTo>
                <a:lnTo>
                  <a:pt x="56" y="51"/>
                </a:lnTo>
                <a:lnTo>
                  <a:pt x="56" y="50"/>
                </a:lnTo>
                <a:lnTo>
                  <a:pt x="55" y="50"/>
                </a:lnTo>
                <a:lnTo>
                  <a:pt x="54" y="50"/>
                </a:lnTo>
                <a:lnTo>
                  <a:pt x="53" y="49"/>
                </a:lnTo>
                <a:lnTo>
                  <a:pt x="53" y="48"/>
                </a:lnTo>
                <a:lnTo>
                  <a:pt x="54" y="48"/>
                </a:lnTo>
                <a:lnTo>
                  <a:pt x="54" y="47"/>
                </a:lnTo>
                <a:lnTo>
                  <a:pt x="53" y="47"/>
                </a:lnTo>
                <a:lnTo>
                  <a:pt x="53" y="46"/>
                </a:lnTo>
                <a:lnTo>
                  <a:pt x="54" y="46"/>
                </a:lnTo>
                <a:lnTo>
                  <a:pt x="53" y="46"/>
                </a:lnTo>
                <a:lnTo>
                  <a:pt x="53" y="45"/>
                </a:lnTo>
                <a:lnTo>
                  <a:pt x="52" y="45"/>
                </a:lnTo>
                <a:lnTo>
                  <a:pt x="52" y="44"/>
                </a:lnTo>
                <a:lnTo>
                  <a:pt x="52" y="43"/>
                </a:lnTo>
                <a:lnTo>
                  <a:pt x="51" y="43"/>
                </a:lnTo>
                <a:lnTo>
                  <a:pt x="50" y="43"/>
                </a:lnTo>
                <a:lnTo>
                  <a:pt x="49" y="43"/>
                </a:lnTo>
                <a:lnTo>
                  <a:pt x="48" y="43"/>
                </a:lnTo>
                <a:lnTo>
                  <a:pt x="47" y="42"/>
                </a:lnTo>
                <a:lnTo>
                  <a:pt x="46" y="42"/>
                </a:lnTo>
                <a:lnTo>
                  <a:pt x="46" y="41"/>
                </a:lnTo>
                <a:lnTo>
                  <a:pt x="45" y="41"/>
                </a:lnTo>
                <a:lnTo>
                  <a:pt x="44" y="41"/>
                </a:lnTo>
                <a:lnTo>
                  <a:pt x="43" y="41"/>
                </a:lnTo>
                <a:lnTo>
                  <a:pt x="43" y="40"/>
                </a:lnTo>
                <a:lnTo>
                  <a:pt x="42" y="40"/>
                </a:lnTo>
                <a:lnTo>
                  <a:pt x="42" y="39"/>
                </a:lnTo>
                <a:lnTo>
                  <a:pt x="42" y="38"/>
                </a:lnTo>
                <a:lnTo>
                  <a:pt x="43" y="38"/>
                </a:lnTo>
                <a:lnTo>
                  <a:pt x="44" y="38"/>
                </a:lnTo>
                <a:lnTo>
                  <a:pt x="44" y="37"/>
                </a:lnTo>
                <a:lnTo>
                  <a:pt x="44" y="36"/>
                </a:lnTo>
                <a:lnTo>
                  <a:pt x="44" y="35"/>
                </a:lnTo>
                <a:lnTo>
                  <a:pt x="45" y="34"/>
                </a:lnTo>
                <a:lnTo>
                  <a:pt x="44" y="34"/>
                </a:lnTo>
                <a:lnTo>
                  <a:pt x="44" y="33"/>
                </a:lnTo>
                <a:lnTo>
                  <a:pt x="43" y="33"/>
                </a:lnTo>
                <a:lnTo>
                  <a:pt x="43" y="32"/>
                </a:lnTo>
                <a:lnTo>
                  <a:pt x="42" y="32"/>
                </a:lnTo>
                <a:lnTo>
                  <a:pt x="42" y="31"/>
                </a:lnTo>
                <a:lnTo>
                  <a:pt x="41" y="31"/>
                </a:lnTo>
                <a:lnTo>
                  <a:pt x="40" y="31"/>
                </a:lnTo>
                <a:lnTo>
                  <a:pt x="39" y="31"/>
                </a:lnTo>
                <a:lnTo>
                  <a:pt x="38" y="31"/>
                </a:lnTo>
                <a:lnTo>
                  <a:pt x="37" y="30"/>
                </a:lnTo>
                <a:lnTo>
                  <a:pt x="37" y="29"/>
                </a:lnTo>
                <a:lnTo>
                  <a:pt x="36" y="29"/>
                </a:lnTo>
                <a:lnTo>
                  <a:pt x="35" y="28"/>
                </a:lnTo>
                <a:lnTo>
                  <a:pt x="35" y="27"/>
                </a:lnTo>
                <a:lnTo>
                  <a:pt x="35" y="28"/>
                </a:lnTo>
                <a:lnTo>
                  <a:pt x="34" y="28"/>
                </a:lnTo>
                <a:lnTo>
                  <a:pt x="33" y="28"/>
                </a:lnTo>
                <a:lnTo>
                  <a:pt x="33" y="27"/>
                </a:lnTo>
                <a:lnTo>
                  <a:pt x="32" y="27"/>
                </a:lnTo>
                <a:lnTo>
                  <a:pt x="32" y="26"/>
                </a:lnTo>
                <a:lnTo>
                  <a:pt x="31" y="26"/>
                </a:lnTo>
                <a:lnTo>
                  <a:pt x="31" y="25"/>
                </a:lnTo>
                <a:lnTo>
                  <a:pt x="30" y="25"/>
                </a:lnTo>
                <a:lnTo>
                  <a:pt x="30" y="26"/>
                </a:lnTo>
                <a:lnTo>
                  <a:pt x="29" y="26"/>
                </a:lnTo>
                <a:lnTo>
                  <a:pt x="29" y="25"/>
                </a:lnTo>
                <a:lnTo>
                  <a:pt x="29" y="24"/>
                </a:lnTo>
                <a:lnTo>
                  <a:pt x="28" y="24"/>
                </a:lnTo>
                <a:lnTo>
                  <a:pt x="29" y="24"/>
                </a:lnTo>
                <a:lnTo>
                  <a:pt x="30" y="23"/>
                </a:lnTo>
                <a:lnTo>
                  <a:pt x="31" y="23"/>
                </a:lnTo>
                <a:lnTo>
                  <a:pt x="32" y="23"/>
                </a:lnTo>
                <a:lnTo>
                  <a:pt x="33" y="23"/>
                </a:lnTo>
                <a:lnTo>
                  <a:pt x="34" y="23"/>
                </a:lnTo>
                <a:lnTo>
                  <a:pt x="34" y="22"/>
                </a:lnTo>
                <a:lnTo>
                  <a:pt x="35" y="22"/>
                </a:lnTo>
                <a:lnTo>
                  <a:pt x="36" y="22"/>
                </a:lnTo>
                <a:lnTo>
                  <a:pt x="37" y="22"/>
                </a:lnTo>
                <a:lnTo>
                  <a:pt x="38" y="22"/>
                </a:lnTo>
                <a:lnTo>
                  <a:pt x="38" y="21"/>
                </a:lnTo>
                <a:lnTo>
                  <a:pt x="39" y="21"/>
                </a:lnTo>
                <a:lnTo>
                  <a:pt x="40" y="21"/>
                </a:lnTo>
                <a:lnTo>
                  <a:pt x="40" y="20"/>
                </a:lnTo>
                <a:lnTo>
                  <a:pt x="41" y="20"/>
                </a:lnTo>
                <a:lnTo>
                  <a:pt x="42" y="20"/>
                </a:lnTo>
                <a:lnTo>
                  <a:pt x="43" y="20"/>
                </a:lnTo>
                <a:lnTo>
                  <a:pt x="43" y="19"/>
                </a:lnTo>
                <a:lnTo>
                  <a:pt x="44" y="19"/>
                </a:lnTo>
                <a:lnTo>
                  <a:pt x="44" y="18"/>
                </a:lnTo>
                <a:lnTo>
                  <a:pt x="45" y="18"/>
                </a:lnTo>
                <a:lnTo>
                  <a:pt x="46" y="18"/>
                </a:lnTo>
                <a:lnTo>
                  <a:pt x="47" y="18"/>
                </a:lnTo>
                <a:lnTo>
                  <a:pt x="48" y="18"/>
                </a:lnTo>
                <a:lnTo>
                  <a:pt x="49" y="18"/>
                </a:lnTo>
                <a:lnTo>
                  <a:pt x="51" y="18"/>
                </a:lnTo>
                <a:lnTo>
                  <a:pt x="52" y="18"/>
                </a:lnTo>
                <a:lnTo>
                  <a:pt x="53" y="18"/>
                </a:lnTo>
                <a:lnTo>
                  <a:pt x="53" y="17"/>
                </a:lnTo>
                <a:lnTo>
                  <a:pt x="54" y="17"/>
                </a:lnTo>
                <a:lnTo>
                  <a:pt x="55" y="17"/>
                </a:lnTo>
                <a:lnTo>
                  <a:pt x="55" y="16"/>
                </a:lnTo>
                <a:lnTo>
                  <a:pt x="56" y="16"/>
                </a:lnTo>
                <a:lnTo>
                  <a:pt x="57" y="16"/>
                </a:lnTo>
                <a:lnTo>
                  <a:pt x="57" y="15"/>
                </a:lnTo>
                <a:lnTo>
                  <a:pt x="58" y="15"/>
                </a:lnTo>
                <a:lnTo>
                  <a:pt x="60" y="15"/>
                </a:lnTo>
                <a:lnTo>
                  <a:pt x="61" y="15"/>
                </a:lnTo>
                <a:lnTo>
                  <a:pt x="61" y="14"/>
                </a:lnTo>
                <a:lnTo>
                  <a:pt x="62" y="14"/>
                </a:lnTo>
                <a:lnTo>
                  <a:pt x="63" y="14"/>
                </a:lnTo>
                <a:lnTo>
                  <a:pt x="64" y="14"/>
                </a:lnTo>
                <a:lnTo>
                  <a:pt x="65" y="15"/>
                </a:lnTo>
                <a:lnTo>
                  <a:pt x="66" y="15"/>
                </a:lnTo>
                <a:lnTo>
                  <a:pt x="67" y="14"/>
                </a:lnTo>
                <a:lnTo>
                  <a:pt x="68" y="14"/>
                </a:lnTo>
                <a:lnTo>
                  <a:pt x="70" y="14"/>
                </a:lnTo>
                <a:lnTo>
                  <a:pt x="73" y="14"/>
                </a:lnTo>
                <a:lnTo>
                  <a:pt x="75" y="14"/>
                </a:lnTo>
                <a:lnTo>
                  <a:pt x="76" y="14"/>
                </a:lnTo>
                <a:lnTo>
                  <a:pt x="77" y="14"/>
                </a:lnTo>
                <a:lnTo>
                  <a:pt x="78" y="15"/>
                </a:lnTo>
                <a:lnTo>
                  <a:pt x="79" y="15"/>
                </a:lnTo>
                <a:lnTo>
                  <a:pt x="80" y="15"/>
                </a:lnTo>
                <a:lnTo>
                  <a:pt x="81" y="15"/>
                </a:lnTo>
                <a:lnTo>
                  <a:pt x="82" y="15"/>
                </a:lnTo>
                <a:lnTo>
                  <a:pt x="83" y="15"/>
                </a:lnTo>
                <a:lnTo>
                  <a:pt x="83" y="14"/>
                </a:lnTo>
                <a:lnTo>
                  <a:pt x="84" y="14"/>
                </a:lnTo>
                <a:lnTo>
                  <a:pt x="85" y="13"/>
                </a:lnTo>
                <a:lnTo>
                  <a:pt x="86" y="12"/>
                </a:lnTo>
                <a:lnTo>
                  <a:pt x="86" y="11"/>
                </a:lnTo>
                <a:lnTo>
                  <a:pt x="87" y="11"/>
                </a:lnTo>
                <a:lnTo>
                  <a:pt x="88" y="10"/>
                </a:lnTo>
                <a:lnTo>
                  <a:pt x="89" y="10"/>
                </a:lnTo>
                <a:lnTo>
                  <a:pt x="90" y="10"/>
                </a:lnTo>
                <a:lnTo>
                  <a:pt x="91" y="10"/>
                </a:lnTo>
                <a:lnTo>
                  <a:pt x="92" y="10"/>
                </a:lnTo>
                <a:lnTo>
                  <a:pt x="93" y="11"/>
                </a:lnTo>
                <a:lnTo>
                  <a:pt x="94" y="11"/>
                </a:lnTo>
                <a:lnTo>
                  <a:pt x="95" y="11"/>
                </a:lnTo>
                <a:lnTo>
                  <a:pt x="96" y="11"/>
                </a:lnTo>
                <a:lnTo>
                  <a:pt x="96" y="10"/>
                </a:lnTo>
                <a:lnTo>
                  <a:pt x="97" y="10"/>
                </a:lnTo>
                <a:lnTo>
                  <a:pt x="98" y="10"/>
                </a:lnTo>
                <a:lnTo>
                  <a:pt x="99" y="9"/>
                </a:lnTo>
                <a:lnTo>
                  <a:pt x="100" y="9"/>
                </a:lnTo>
                <a:lnTo>
                  <a:pt x="101" y="8"/>
                </a:lnTo>
                <a:lnTo>
                  <a:pt x="102" y="7"/>
                </a:lnTo>
                <a:lnTo>
                  <a:pt x="103" y="7"/>
                </a:lnTo>
                <a:lnTo>
                  <a:pt x="104" y="7"/>
                </a:lnTo>
                <a:lnTo>
                  <a:pt x="105" y="7"/>
                </a:lnTo>
                <a:lnTo>
                  <a:pt x="106" y="7"/>
                </a:lnTo>
                <a:lnTo>
                  <a:pt x="106" y="8"/>
                </a:lnTo>
                <a:lnTo>
                  <a:pt x="107" y="8"/>
                </a:lnTo>
                <a:lnTo>
                  <a:pt x="107" y="9"/>
                </a:lnTo>
                <a:lnTo>
                  <a:pt x="107" y="10"/>
                </a:lnTo>
                <a:lnTo>
                  <a:pt x="108" y="10"/>
                </a:lnTo>
                <a:lnTo>
                  <a:pt x="109" y="10"/>
                </a:lnTo>
                <a:lnTo>
                  <a:pt x="109" y="11"/>
                </a:lnTo>
                <a:lnTo>
                  <a:pt x="110" y="11"/>
                </a:lnTo>
                <a:lnTo>
                  <a:pt x="111" y="12"/>
                </a:lnTo>
                <a:lnTo>
                  <a:pt x="112" y="12"/>
                </a:lnTo>
                <a:lnTo>
                  <a:pt x="113" y="12"/>
                </a:lnTo>
                <a:lnTo>
                  <a:pt x="113" y="13"/>
                </a:lnTo>
                <a:lnTo>
                  <a:pt x="114" y="13"/>
                </a:lnTo>
                <a:lnTo>
                  <a:pt x="115" y="12"/>
                </a:lnTo>
                <a:lnTo>
                  <a:pt x="116" y="12"/>
                </a:lnTo>
                <a:lnTo>
                  <a:pt x="117" y="12"/>
                </a:lnTo>
                <a:lnTo>
                  <a:pt x="117" y="11"/>
                </a:lnTo>
                <a:lnTo>
                  <a:pt x="118" y="11"/>
                </a:lnTo>
                <a:lnTo>
                  <a:pt x="119" y="11"/>
                </a:lnTo>
                <a:lnTo>
                  <a:pt x="120" y="11"/>
                </a:lnTo>
                <a:lnTo>
                  <a:pt x="121" y="12"/>
                </a:lnTo>
                <a:lnTo>
                  <a:pt x="122" y="12"/>
                </a:lnTo>
                <a:lnTo>
                  <a:pt x="123" y="11"/>
                </a:lnTo>
                <a:lnTo>
                  <a:pt x="124" y="11"/>
                </a:lnTo>
                <a:lnTo>
                  <a:pt x="125" y="11"/>
                </a:lnTo>
                <a:lnTo>
                  <a:pt x="126" y="11"/>
                </a:lnTo>
                <a:lnTo>
                  <a:pt x="126" y="10"/>
                </a:lnTo>
                <a:lnTo>
                  <a:pt x="127" y="10"/>
                </a:lnTo>
                <a:lnTo>
                  <a:pt x="130" y="10"/>
                </a:lnTo>
                <a:lnTo>
                  <a:pt x="130" y="11"/>
                </a:lnTo>
                <a:lnTo>
                  <a:pt x="131" y="11"/>
                </a:lnTo>
                <a:lnTo>
                  <a:pt x="132" y="11"/>
                </a:lnTo>
                <a:lnTo>
                  <a:pt x="136" y="11"/>
                </a:lnTo>
                <a:lnTo>
                  <a:pt x="138" y="11"/>
                </a:lnTo>
                <a:lnTo>
                  <a:pt x="140" y="11"/>
                </a:lnTo>
                <a:lnTo>
                  <a:pt x="141" y="10"/>
                </a:lnTo>
                <a:lnTo>
                  <a:pt x="142" y="11"/>
                </a:lnTo>
                <a:lnTo>
                  <a:pt x="143" y="11"/>
                </a:lnTo>
                <a:lnTo>
                  <a:pt x="145" y="11"/>
                </a:lnTo>
                <a:lnTo>
                  <a:pt x="146" y="11"/>
                </a:lnTo>
                <a:lnTo>
                  <a:pt x="147" y="11"/>
                </a:lnTo>
                <a:lnTo>
                  <a:pt x="149" y="11"/>
                </a:lnTo>
                <a:lnTo>
                  <a:pt x="151" y="11"/>
                </a:lnTo>
                <a:lnTo>
                  <a:pt x="152" y="11"/>
                </a:lnTo>
                <a:lnTo>
                  <a:pt x="154" y="10"/>
                </a:lnTo>
                <a:lnTo>
                  <a:pt x="155" y="10"/>
                </a:lnTo>
                <a:lnTo>
                  <a:pt x="156" y="10"/>
                </a:lnTo>
                <a:lnTo>
                  <a:pt x="157" y="9"/>
                </a:lnTo>
                <a:lnTo>
                  <a:pt x="159" y="9"/>
                </a:lnTo>
                <a:lnTo>
                  <a:pt x="162" y="8"/>
                </a:lnTo>
                <a:lnTo>
                  <a:pt x="163" y="8"/>
                </a:lnTo>
                <a:lnTo>
                  <a:pt x="163" y="7"/>
                </a:lnTo>
                <a:lnTo>
                  <a:pt x="164" y="7"/>
                </a:lnTo>
                <a:lnTo>
                  <a:pt x="165" y="7"/>
                </a:lnTo>
                <a:lnTo>
                  <a:pt x="166" y="7"/>
                </a:lnTo>
                <a:lnTo>
                  <a:pt x="167" y="7"/>
                </a:lnTo>
                <a:lnTo>
                  <a:pt x="167" y="6"/>
                </a:lnTo>
                <a:lnTo>
                  <a:pt x="168" y="6"/>
                </a:lnTo>
                <a:lnTo>
                  <a:pt x="169" y="6"/>
                </a:lnTo>
                <a:lnTo>
                  <a:pt x="170" y="6"/>
                </a:lnTo>
                <a:lnTo>
                  <a:pt x="172" y="6"/>
                </a:lnTo>
                <a:lnTo>
                  <a:pt x="173" y="6"/>
                </a:lnTo>
                <a:lnTo>
                  <a:pt x="174" y="6"/>
                </a:lnTo>
                <a:lnTo>
                  <a:pt x="174" y="7"/>
                </a:lnTo>
                <a:lnTo>
                  <a:pt x="175" y="7"/>
                </a:lnTo>
                <a:lnTo>
                  <a:pt x="176" y="7"/>
                </a:lnTo>
                <a:lnTo>
                  <a:pt x="177" y="7"/>
                </a:lnTo>
                <a:lnTo>
                  <a:pt x="178" y="7"/>
                </a:lnTo>
                <a:lnTo>
                  <a:pt x="178" y="6"/>
                </a:lnTo>
                <a:lnTo>
                  <a:pt x="179" y="6"/>
                </a:lnTo>
                <a:lnTo>
                  <a:pt x="180" y="6"/>
                </a:lnTo>
                <a:lnTo>
                  <a:pt x="181" y="5"/>
                </a:lnTo>
                <a:lnTo>
                  <a:pt x="181" y="4"/>
                </a:lnTo>
                <a:lnTo>
                  <a:pt x="182" y="4"/>
                </a:lnTo>
                <a:lnTo>
                  <a:pt x="182" y="3"/>
                </a:lnTo>
                <a:lnTo>
                  <a:pt x="183" y="3"/>
                </a:lnTo>
                <a:lnTo>
                  <a:pt x="183" y="2"/>
                </a:lnTo>
                <a:lnTo>
                  <a:pt x="184" y="2"/>
                </a:lnTo>
                <a:lnTo>
                  <a:pt x="185" y="2"/>
                </a:lnTo>
                <a:lnTo>
                  <a:pt x="185" y="1"/>
                </a:lnTo>
                <a:lnTo>
                  <a:pt x="186" y="1"/>
                </a:lnTo>
                <a:lnTo>
                  <a:pt x="187" y="1"/>
                </a:lnTo>
                <a:lnTo>
                  <a:pt x="188" y="0"/>
                </a:lnTo>
                <a:lnTo>
                  <a:pt x="189" y="0"/>
                </a:lnTo>
                <a:lnTo>
                  <a:pt x="190" y="1"/>
                </a:lnTo>
                <a:lnTo>
                  <a:pt x="191" y="1"/>
                </a:lnTo>
                <a:lnTo>
                  <a:pt x="192" y="1"/>
                </a:lnTo>
                <a:lnTo>
                  <a:pt x="194" y="2"/>
                </a:lnTo>
                <a:lnTo>
                  <a:pt x="196" y="2"/>
                </a:lnTo>
                <a:lnTo>
                  <a:pt x="197" y="3"/>
                </a:lnTo>
                <a:lnTo>
                  <a:pt x="200" y="3"/>
                </a:lnTo>
                <a:lnTo>
                  <a:pt x="201" y="3"/>
                </a:lnTo>
                <a:close/>
              </a:path>
            </a:pathLst>
          </a:custGeom>
          <a:solidFill>
            <a:srgbClr val="C2DFED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8" name=""/>
          <p:cNvSpPr/>
          <p:nvPr/>
        </p:nvSpPr>
        <p:spPr>
          <a:xfrm>
            <a:off x="4650480" y="1818720"/>
            <a:ext cx="39600" cy="43920"/>
          </a:xfrm>
          <a:custGeom>
            <a:avLst/>
            <a:gdLst/>
            <a:ahLst/>
            <a:rect l="0" t="0" r="r" b="b"/>
            <a:pathLst>
              <a:path w="110" h="122">
                <a:moveTo>
                  <a:pt x="55" y="11"/>
                </a:moveTo>
                <a:lnTo>
                  <a:pt x="56" y="12"/>
                </a:lnTo>
                <a:lnTo>
                  <a:pt x="57" y="12"/>
                </a:lnTo>
                <a:lnTo>
                  <a:pt x="58" y="12"/>
                </a:lnTo>
                <a:lnTo>
                  <a:pt x="59" y="12"/>
                </a:lnTo>
                <a:lnTo>
                  <a:pt x="60" y="13"/>
                </a:lnTo>
                <a:lnTo>
                  <a:pt x="61" y="13"/>
                </a:lnTo>
                <a:lnTo>
                  <a:pt x="62" y="14"/>
                </a:lnTo>
                <a:lnTo>
                  <a:pt x="63" y="14"/>
                </a:lnTo>
                <a:lnTo>
                  <a:pt x="63" y="15"/>
                </a:lnTo>
                <a:lnTo>
                  <a:pt x="63" y="14"/>
                </a:lnTo>
                <a:lnTo>
                  <a:pt x="64" y="15"/>
                </a:lnTo>
                <a:lnTo>
                  <a:pt x="64" y="16"/>
                </a:lnTo>
                <a:lnTo>
                  <a:pt x="66" y="16"/>
                </a:lnTo>
                <a:lnTo>
                  <a:pt x="67" y="16"/>
                </a:lnTo>
                <a:lnTo>
                  <a:pt x="67" y="17"/>
                </a:lnTo>
                <a:lnTo>
                  <a:pt x="68" y="17"/>
                </a:lnTo>
                <a:lnTo>
                  <a:pt x="68" y="16"/>
                </a:lnTo>
                <a:lnTo>
                  <a:pt x="68" y="17"/>
                </a:lnTo>
                <a:lnTo>
                  <a:pt x="69" y="17"/>
                </a:lnTo>
                <a:lnTo>
                  <a:pt x="70" y="17"/>
                </a:lnTo>
                <a:lnTo>
                  <a:pt x="71" y="18"/>
                </a:lnTo>
                <a:lnTo>
                  <a:pt x="75" y="19"/>
                </a:lnTo>
                <a:lnTo>
                  <a:pt x="76" y="19"/>
                </a:lnTo>
                <a:lnTo>
                  <a:pt x="78" y="20"/>
                </a:lnTo>
                <a:lnTo>
                  <a:pt x="79" y="20"/>
                </a:lnTo>
                <a:lnTo>
                  <a:pt x="81" y="21"/>
                </a:lnTo>
                <a:lnTo>
                  <a:pt x="82" y="21"/>
                </a:lnTo>
                <a:lnTo>
                  <a:pt x="84" y="22"/>
                </a:lnTo>
                <a:lnTo>
                  <a:pt x="85" y="22"/>
                </a:lnTo>
                <a:lnTo>
                  <a:pt x="86" y="23"/>
                </a:lnTo>
                <a:lnTo>
                  <a:pt x="87" y="23"/>
                </a:lnTo>
                <a:lnTo>
                  <a:pt x="88" y="23"/>
                </a:lnTo>
                <a:lnTo>
                  <a:pt x="89" y="23"/>
                </a:lnTo>
                <a:lnTo>
                  <a:pt x="90" y="24"/>
                </a:lnTo>
                <a:lnTo>
                  <a:pt x="92" y="24"/>
                </a:lnTo>
                <a:lnTo>
                  <a:pt x="93" y="24"/>
                </a:lnTo>
                <a:lnTo>
                  <a:pt x="93" y="26"/>
                </a:lnTo>
                <a:lnTo>
                  <a:pt x="93" y="29"/>
                </a:lnTo>
                <a:lnTo>
                  <a:pt x="94" y="29"/>
                </a:lnTo>
                <a:lnTo>
                  <a:pt x="97" y="30"/>
                </a:lnTo>
                <a:lnTo>
                  <a:pt x="101" y="33"/>
                </a:lnTo>
                <a:lnTo>
                  <a:pt x="102" y="34"/>
                </a:lnTo>
                <a:lnTo>
                  <a:pt x="103" y="35"/>
                </a:lnTo>
                <a:lnTo>
                  <a:pt x="104" y="37"/>
                </a:lnTo>
                <a:lnTo>
                  <a:pt x="104" y="38"/>
                </a:lnTo>
                <a:lnTo>
                  <a:pt x="104" y="39"/>
                </a:lnTo>
                <a:lnTo>
                  <a:pt x="104" y="40"/>
                </a:lnTo>
                <a:lnTo>
                  <a:pt x="103" y="41"/>
                </a:lnTo>
                <a:lnTo>
                  <a:pt x="102" y="41"/>
                </a:lnTo>
                <a:lnTo>
                  <a:pt x="101" y="41"/>
                </a:lnTo>
                <a:lnTo>
                  <a:pt x="98" y="43"/>
                </a:lnTo>
                <a:lnTo>
                  <a:pt x="93" y="44"/>
                </a:lnTo>
                <a:lnTo>
                  <a:pt x="93" y="45"/>
                </a:lnTo>
                <a:lnTo>
                  <a:pt x="93" y="53"/>
                </a:lnTo>
                <a:lnTo>
                  <a:pt x="97" y="55"/>
                </a:lnTo>
                <a:lnTo>
                  <a:pt x="95" y="57"/>
                </a:lnTo>
                <a:lnTo>
                  <a:pt x="98" y="57"/>
                </a:lnTo>
                <a:lnTo>
                  <a:pt x="103" y="58"/>
                </a:lnTo>
                <a:lnTo>
                  <a:pt x="110" y="59"/>
                </a:lnTo>
                <a:lnTo>
                  <a:pt x="109" y="61"/>
                </a:lnTo>
                <a:lnTo>
                  <a:pt x="106" y="61"/>
                </a:lnTo>
                <a:lnTo>
                  <a:pt x="103" y="60"/>
                </a:lnTo>
                <a:lnTo>
                  <a:pt x="102" y="60"/>
                </a:lnTo>
                <a:lnTo>
                  <a:pt x="100" y="60"/>
                </a:lnTo>
                <a:lnTo>
                  <a:pt x="94" y="60"/>
                </a:lnTo>
                <a:lnTo>
                  <a:pt x="91" y="60"/>
                </a:lnTo>
                <a:lnTo>
                  <a:pt x="90" y="60"/>
                </a:lnTo>
                <a:lnTo>
                  <a:pt x="91" y="61"/>
                </a:lnTo>
                <a:lnTo>
                  <a:pt x="91" y="63"/>
                </a:lnTo>
                <a:lnTo>
                  <a:pt x="90" y="65"/>
                </a:lnTo>
                <a:lnTo>
                  <a:pt x="89" y="66"/>
                </a:lnTo>
                <a:lnTo>
                  <a:pt x="89" y="67"/>
                </a:lnTo>
                <a:lnTo>
                  <a:pt x="88" y="67"/>
                </a:lnTo>
                <a:lnTo>
                  <a:pt x="87" y="66"/>
                </a:lnTo>
                <a:lnTo>
                  <a:pt x="85" y="66"/>
                </a:lnTo>
                <a:lnTo>
                  <a:pt x="83" y="68"/>
                </a:lnTo>
                <a:lnTo>
                  <a:pt x="84" y="68"/>
                </a:lnTo>
                <a:lnTo>
                  <a:pt x="85" y="70"/>
                </a:lnTo>
                <a:lnTo>
                  <a:pt x="87" y="72"/>
                </a:lnTo>
                <a:lnTo>
                  <a:pt x="88" y="73"/>
                </a:lnTo>
                <a:lnTo>
                  <a:pt x="89" y="74"/>
                </a:lnTo>
                <a:lnTo>
                  <a:pt x="93" y="77"/>
                </a:lnTo>
                <a:lnTo>
                  <a:pt x="91" y="78"/>
                </a:lnTo>
                <a:lnTo>
                  <a:pt x="91" y="79"/>
                </a:lnTo>
                <a:lnTo>
                  <a:pt x="92" y="79"/>
                </a:lnTo>
                <a:lnTo>
                  <a:pt x="94" y="83"/>
                </a:lnTo>
                <a:lnTo>
                  <a:pt x="99" y="89"/>
                </a:lnTo>
                <a:lnTo>
                  <a:pt x="99" y="90"/>
                </a:lnTo>
                <a:lnTo>
                  <a:pt x="100" y="90"/>
                </a:lnTo>
                <a:lnTo>
                  <a:pt x="103" y="98"/>
                </a:lnTo>
                <a:lnTo>
                  <a:pt x="102" y="102"/>
                </a:lnTo>
                <a:lnTo>
                  <a:pt x="102" y="103"/>
                </a:lnTo>
                <a:lnTo>
                  <a:pt x="100" y="103"/>
                </a:lnTo>
                <a:lnTo>
                  <a:pt x="97" y="104"/>
                </a:lnTo>
                <a:lnTo>
                  <a:pt x="97" y="105"/>
                </a:lnTo>
                <a:lnTo>
                  <a:pt x="94" y="106"/>
                </a:lnTo>
                <a:lnTo>
                  <a:pt x="93" y="106"/>
                </a:lnTo>
                <a:lnTo>
                  <a:pt x="90" y="105"/>
                </a:lnTo>
                <a:lnTo>
                  <a:pt x="90" y="106"/>
                </a:lnTo>
                <a:lnTo>
                  <a:pt x="89" y="106"/>
                </a:lnTo>
                <a:lnTo>
                  <a:pt x="87" y="106"/>
                </a:lnTo>
                <a:lnTo>
                  <a:pt x="86" y="106"/>
                </a:lnTo>
                <a:lnTo>
                  <a:pt x="83" y="106"/>
                </a:lnTo>
                <a:lnTo>
                  <a:pt x="83" y="105"/>
                </a:lnTo>
                <a:lnTo>
                  <a:pt x="80" y="105"/>
                </a:lnTo>
                <a:lnTo>
                  <a:pt x="79" y="106"/>
                </a:lnTo>
                <a:lnTo>
                  <a:pt x="77" y="106"/>
                </a:lnTo>
                <a:lnTo>
                  <a:pt x="76" y="106"/>
                </a:lnTo>
                <a:lnTo>
                  <a:pt x="74" y="106"/>
                </a:lnTo>
                <a:lnTo>
                  <a:pt x="73" y="106"/>
                </a:lnTo>
                <a:lnTo>
                  <a:pt x="71" y="106"/>
                </a:lnTo>
                <a:lnTo>
                  <a:pt x="70" y="107"/>
                </a:lnTo>
                <a:lnTo>
                  <a:pt x="69" y="107"/>
                </a:lnTo>
                <a:lnTo>
                  <a:pt x="67" y="108"/>
                </a:lnTo>
                <a:lnTo>
                  <a:pt x="65" y="108"/>
                </a:lnTo>
                <a:lnTo>
                  <a:pt x="62" y="109"/>
                </a:lnTo>
                <a:lnTo>
                  <a:pt x="61" y="109"/>
                </a:lnTo>
                <a:lnTo>
                  <a:pt x="60" y="109"/>
                </a:lnTo>
                <a:lnTo>
                  <a:pt x="60" y="110"/>
                </a:lnTo>
                <a:lnTo>
                  <a:pt x="58" y="111"/>
                </a:lnTo>
                <a:lnTo>
                  <a:pt x="57" y="112"/>
                </a:lnTo>
                <a:lnTo>
                  <a:pt x="55" y="112"/>
                </a:lnTo>
                <a:lnTo>
                  <a:pt x="52" y="114"/>
                </a:lnTo>
                <a:lnTo>
                  <a:pt x="51" y="115"/>
                </a:lnTo>
                <a:lnTo>
                  <a:pt x="50" y="115"/>
                </a:lnTo>
                <a:lnTo>
                  <a:pt x="49" y="117"/>
                </a:lnTo>
                <a:lnTo>
                  <a:pt x="48" y="117"/>
                </a:lnTo>
                <a:lnTo>
                  <a:pt x="46" y="119"/>
                </a:lnTo>
                <a:lnTo>
                  <a:pt x="45" y="120"/>
                </a:lnTo>
                <a:lnTo>
                  <a:pt x="44" y="120"/>
                </a:lnTo>
                <a:lnTo>
                  <a:pt x="43" y="121"/>
                </a:lnTo>
                <a:lnTo>
                  <a:pt x="42" y="121"/>
                </a:lnTo>
                <a:lnTo>
                  <a:pt x="41" y="121"/>
                </a:lnTo>
                <a:lnTo>
                  <a:pt x="40" y="121"/>
                </a:lnTo>
                <a:lnTo>
                  <a:pt x="38" y="121"/>
                </a:lnTo>
                <a:lnTo>
                  <a:pt x="38" y="122"/>
                </a:lnTo>
                <a:lnTo>
                  <a:pt x="38" y="121"/>
                </a:lnTo>
                <a:lnTo>
                  <a:pt x="38" y="120"/>
                </a:lnTo>
                <a:lnTo>
                  <a:pt x="37" y="120"/>
                </a:lnTo>
                <a:lnTo>
                  <a:pt x="38" y="119"/>
                </a:lnTo>
                <a:lnTo>
                  <a:pt x="38" y="118"/>
                </a:lnTo>
                <a:lnTo>
                  <a:pt x="38" y="117"/>
                </a:lnTo>
                <a:lnTo>
                  <a:pt x="37" y="117"/>
                </a:lnTo>
                <a:lnTo>
                  <a:pt x="37" y="116"/>
                </a:lnTo>
                <a:lnTo>
                  <a:pt x="36" y="116"/>
                </a:lnTo>
                <a:lnTo>
                  <a:pt x="35" y="115"/>
                </a:lnTo>
                <a:lnTo>
                  <a:pt x="34" y="115"/>
                </a:lnTo>
                <a:lnTo>
                  <a:pt x="34" y="114"/>
                </a:lnTo>
                <a:lnTo>
                  <a:pt x="34" y="113"/>
                </a:lnTo>
                <a:lnTo>
                  <a:pt x="33" y="112"/>
                </a:lnTo>
                <a:lnTo>
                  <a:pt x="32" y="112"/>
                </a:lnTo>
                <a:lnTo>
                  <a:pt x="31" y="112"/>
                </a:lnTo>
                <a:lnTo>
                  <a:pt x="31" y="113"/>
                </a:lnTo>
                <a:lnTo>
                  <a:pt x="31" y="112"/>
                </a:lnTo>
                <a:lnTo>
                  <a:pt x="30" y="112"/>
                </a:lnTo>
                <a:lnTo>
                  <a:pt x="30" y="113"/>
                </a:lnTo>
                <a:lnTo>
                  <a:pt x="29" y="113"/>
                </a:lnTo>
                <a:lnTo>
                  <a:pt x="28" y="113"/>
                </a:lnTo>
                <a:lnTo>
                  <a:pt x="27" y="113"/>
                </a:lnTo>
                <a:lnTo>
                  <a:pt x="27" y="112"/>
                </a:lnTo>
                <a:lnTo>
                  <a:pt x="26" y="112"/>
                </a:lnTo>
                <a:lnTo>
                  <a:pt x="26" y="113"/>
                </a:lnTo>
                <a:lnTo>
                  <a:pt x="25" y="113"/>
                </a:lnTo>
                <a:lnTo>
                  <a:pt x="25" y="110"/>
                </a:lnTo>
                <a:lnTo>
                  <a:pt x="25" y="109"/>
                </a:lnTo>
                <a:lnTo>
                  <a:pt x="25" y="108"/>
                </a:lnTo>
                <a:lnTo>
                  <a:pt x="26" y="108"/>
                </a:lnTo>
                <a:lnTo>
                  <a:pt x="26" y="107"/>
                </a:lnTo>
                <a:lnTo>
                  <a:pt x="25" y="107"/>
                </a:lnTo>
                <a:lnTo>
                  <a:pt x="24" y="107"/>
                </a:lnTo>
                <a:lnTo>
                  <a:pt x="24" y="106"/>
                </a:lnTo>
                <a:lnTo>
                  <a:pt x="24" y="105"/>
                </a:lnTo>
                <a:lnTo>
                  <a:pt x="23" y="105"/>
                </a:lnTo>
                <a:lnTo>
                  <a:pt x="22" y="105"/>
                </a:lnTo>
                <a:lnTo>
                  <a:pt x="21" y="105"/>
                </a:lnTo>
                <a:lnTo>
                  <a:pt x="19" y="105"/>
                </a:lnTo>
                <a:lnTo>
                  <a:pt x="19" y="106"/>
                </a:lnTo>
                <a:lnTo>
                  <a:pt x="19" y="107"/>
                </a:lnTo>
                <a:lnTo>
                  <a:pt x="18" y="107"/>
                </a:lnTo>
                <a:lnTo>
                  <a:pt x="18" y="108"/>
                </a:lnTo>
                <a:lnTo>
                  <a:pt x="17" y="108"/>
                </a:lnTo>
                <a:lnTo>
                  <a:pt x="17" y="109"/>
                </a:lnTo>
                <a:lnTo>
                  <a:pt x="18" y="109"/>
                </a:lnTo>
                <a:lnTo>
                  <a:pt x="17" y="109"/>
                </a:lnTo>
                <a:lnTo>
                  <a:pt x="17" y="108"/>
                </a:lnTo>
                <a:lnTo>
                  <a:pt x="16" y="108"/>
                </a:lnTo>
                <a:lnTo>
                  <a:pt x="16" y="107"/>
                </a:lnTo>
                <a:lnTo>
                  <a:pt x="15" y="107"/>
                </a:lnTo>
                <a:lnTo>
                  <a:pt x="14" y="107"/>
                </a:lnTo>
                <a:lnTo>
                  <a:pt x="13" y="108"/>
                </a:lnTo>
                <a:lnTo>
                  <a:pt x="12" y="107"/>
                </a:lnTo>
                <a:lnTo>
                  <a:pt x="13" y="107"/>
                </a:lnTo>
                <a:lnTo>
                  <a:pt x="13" y="106"/>
                </a:lnTo>
                <a:lnTo>
                  <a:pt x="14" y="106"/>
                </a:lnTo>
                <a:lnTo>
                  <a:pt x="14" y="105"/>
                </a:lnTo>
                <a:lnTo>
                  <a:pt x="15" y="105"/>
                </a:lnTo>
                <a:lnTo>
                  <a:pt x="15" y="104"/>
                </a:lnTo>
                <a:lnTo>
                  <a:pt x="15" y="103"/>
                </a:lnTo>
                <a:lnTo>
                  <a:pt x="15" y="102"/>
                </a:lnTo>
                <a:lnTo>
                  <a:pt x="14" y="102"/>
                </a:lnTo>
                <a:lnTo>
                  <a:pt x="14" y="101"/>
                </a:lnTo>
                <a:lnTo>
                  <a:pt x="13" y="101"/>
                </a:lnTo>
                <a:lnTo>
                  <a:pt x="13" y="100"/>
                </a:lnTo>
                <a:lnTo>
                  <a:pt x="13" y="99"/>
                </a:lnTo>
                <a:lnTo>
                  <a:pt x="14" y="100"/>
                </a:lnTo>
                <a:lnTo>
                  <a:pt x="14" y="99"/>
                </a:lnTo>
                <a:lnTo>
                  <a:pt x="13" y="99"/>
                </a:lnTo>
                <a:lnTo>
                  <a:pt x="13" y="96"/>
                </a:lnTo>
                <a:lnTo>
                  <a:pt x="14" y="96"/>
                </a:lnTo>
                <a:lnTo>
                  <a:pt x="13" y="96"/>
                </a:lnTo>
                <a:lnTo>
                  <a:pt x="13" y="95"/>
                </a:lnTo>
                <a:lnTo>
                  <a:pt x="13" y="94"/>
                </a:lnTo>
                <a:lnTo>
                  <a:pt x="13" y="93"/>
                </a:lnTo>
                <a:lnTo>
                  <a:pt x="14" y="93"/>
                </a:lnTo>
                <a:lnTo>
                  <a:pt x="14" y="92"/>
                </a:lnTo>
                <a:lnTo>
                  <a:pt x="13" y="91"/>
                </a:lnTo>
                <a:lnTo>
                  <a:pt x="13" y="90"/>
                </a:lnTo>
                <a:lnTo>
                  <a:pt x="13" y="89"/>
                </a:lnTo>
                <a:lnTo>
                  <a:pt x="12" y="89"/>
                </a:lnTo>
                <a:lnTo>
                  <a:pt x="12" y="88"/>
                </a:lnTo>
                <a:lnTo>
                  <a:pt x="10" y="88"/>
                </a:lnTo>
                <a:lnTo>
                  <a:pt x="10" y="87"/>
                </a:lnTo>
                <a:lnTo>
                  <a:pt x="9" y="87"/>
                </a:lnTo>
                <a:lnTo>
                  <a:pt x="9" y="88"/>
                </a:lnTo>
                <a:lnTo>
                  <a:pt x="8" y="88"/>
                </a:lnTo>
                <a:lnTo>
                  <a:pt x="8" y="89"/>
                </a:lnTo>
                <a:lnTo>
                  <a:pt x="7" y="89"/>
                </a:lnTo>
                <a:lnTo>
                  <a:pt x="6" y="89"/>
                </a:lnTo>
                <a:lnTo>
                  <a:pt x="5" y="89"/>
                </a:lnTo>
                <a:lnTo>
                  <a:pt x="5" y="88"/>
                </a:lnTo>
                <a:lnTo>
                  <a:pt x="5" y="86"/>
                </a:lnTo>
                <a:lnTo>
                  <a:pt x="4" y="86"/>
                </a:lnTo>
                <a:lnTo>
                  <a:pt x="4" y="85"/>
                </a:lnTo>
                <a:lnTo>
                  <a:pt x="4" y="84"/>
                </a:lnTo>
                <a:lnTo>
                  <a:pt x="4" y="83"/>
                </a:lnTo>
                <a:lnTo>
                  <a:pt x="4" y="82"/>
                </a:lnTo>
                <a:lnTo>
                  <a:pt x="5" y="82"/>
                </a:lnTo>
                <a:lnTo>
                  <a:pt x="5" y="81"/>
                </a:lnTo>
                <a:lnTo>
                  <a:pt x="4" y="81"/>
                </a:lnTo>
                <a:lnTo>
                  <a:pt x="4" y="80"/>
                </a:lnTo>
                <a:lnTo>
                  <a:pt x="3" y="80"/>
                </a:lnTo>
                <a:lnTo>
                  <a:pt x="2" y="80"/>
                </a:lnTo>
                <a:lnTo>
                  <a:pt x="3" y="80"/>
                </a:lnTo>
                <a:lnTo>
                  <a:pt x="2" y="80"/>
                </a:lnTo>
                <a:lnTo>
                  <a:pt x="1" y="80"/>
                </a:lnTo>
                <a:lnTo>
                  <a:pt x="1" y="79"/>
                </a:lnTo>
                <a:lnTo>
                  <a:pt x="0" y="79"/>
                </a:lnTo>
                <a:lnTo>
                  <a:pt x="1" y="79"/>
                </a:lnTo>
                <a:lnTo>
                  <a:pt x="1" y="78"/>
                </a:lnTo>
                <a:lnTo>
                  <a:pt x="2" y="78"/>
                </a:lnTo>
                <a:lnTo>
                  <a:pt x="2" y="77"/>
                </a:lnTo>
                <a:lnTo>
                  <a:pt x="3" y="76"/>
                </a:lnTo>
                <a:lnTo>
                  <a:pt x="4" y="76"/>
                </a:lnTo>
                <a:lnTo>
                  <a:pt x="5" y="76"/>
                </a:lnTo>
                <a:lnTo>
                  <a:pt x="6" y="76"/>
                </a:lnTo>
                <a:lnTo>
                  <a:pt x="7" y="76"/>
                </a:lnTo>
                <a:lnTo>
                  <a:pt x="7" y="75"/>
                </a:lnTo>
                <a:lnTo>
                  <a:pt x="8" y="75"/>
                </a:lnTo>
                <a:lnTo>
                  <a:pt x="8" y="76"/>
                </a:lnTo>
                <a:lnTo>
                  <a:pt x="9" y="76"/>
                </a:lnTo>
                <a:lnTo>
                  <a:pt x="10" y="76"/>
                </a:lnTo>
                <a:lnTo>
                  <a:pt x="11" y="76"/>
                </a:lnTo>
                <a:lnTo>
                  <a:pt x="12" y="76"/>
                </a:lnTo>
                <a:lnTo>
                  <a:pt x="14" y="76"/>
                </a:lnTo>
                <a:lnTo>
                  <a:pt x="15" y="76"/>
                </a:lnTo>
                <a:lnTo>
                  <a:pt x="16" y="75"/>
                </a:lnTo>
                <a:lnTo>
                  <a:pt x="17" y="75"/>
                </a:lnTo>
                <a:lnTo>
                  <a:pt x="17" y="76"/>
                </a:lnTo>
                <a:lnTo>
                  <a:pt x="18" y="75"/>
                </a:lnTo>
                <a:lnTo>
                  <a:pt x="17" y="75"/>
                </a:lnTo>
                <a:lnTo>
                  <a:pt x="17" y="74"/>
                </a:lnTo>
                <a:lnTo>
                  <a:pt x="18" y="74"/>
                </a:lnTo>
                <a:lnTo>
                  <a:pt x="18" y="75"/>
                </a:lnTo>
                <a:lnTo>
                  <a:pt x="18" y="74"/>
                </a:lnTo>
                <a:lnTo>
                  <a:pt x="19" y="74"/>
                </a:lnTo>
                <a:lnTo>
                  <a:pt x="19" y="75"/>
                </a:lnTo>
                <a:lnTo>
                  <a:pt x="20" y="75"/>
                </a:lnTo>
                <a:lnTo>
                  <a:pt x="20" y="74"/>
                </a:lnTo>
                <a:lnTo>
                  <a:pt x="20" y="73"/>
                </a:lnTo>
                <a:lnTo>
                  <a:pt x="20" y="72"/>
                </a:lnTo>
                <a:lnTo>
                  <a:pt x="20" y="73"/>
                </a:lnTo>
                <a:lnTo>
                  <a:pt x="20" y="72"/>
                </a:lnTo>
                <a:lnTo>
                  <a:pt x="20" y="71"/>
                </a:lnTo>
                <a:lnTo>
                  <a:pt x="20" y="70"/>
                </a:lnTo>
                <a:lnTo>
                  <a:pt x="19" y="69"/>
                </a:lnTo>
                <a:lnTo>
                  <a:pt x="19" y="68"/>
                </a:lnTo>
                <a:lnTo>
                  <a:pt x="19" y="67"/>
                </a:lnTo>
                <a:lnTo>
                  <a:pt x="19" y="66"/>
                </a:lnTo>
                <a:lnTo>
                  <a:pt x="19" y="65"/>
                </a:lnTo>
                <a:lnTo>
                  <a:pt x="19" y="64"/>
                </a:lnTo>
                <a:lnTo>
                  <a:pt x="19" y="63"/>
                </a:lnTo>
                <a:lnTo>
                  <a:pt x="20" y="63"/>
                </a:lnTo>
                <a:lnTo>
                  <a:pt x="20" y="62"/>
                </a:lnTo>
                <a:lnTo>
                  <a:pt x="21" y="62"/>
                </a:lnTo>
                <a:lnTo>
                  <a:pt x="21" y="61"/>
                </a:lnTo>
                <a:lnTo>
                  <a:pt x="21" y="60"/>
                </a:lnTo>
                <a:lnTo>
                  <a:pt x="22" y="60"/>
                </a:lnTo>
                <a:lnTo>
                  <a:pt x="22" y="61"/>
                </a:lnTo>
                <a:lnTo>
                  <a:pt x="22" y="62"/>
                </a:lnTo>
                <a:lnTo>
                  <a:pt x="23" y="62"/>
                </a:lnTo>
                <a:lnTo>
                  <a:pt x="24" y="61"/>
                </a:lnTo>
                <a:lnTo>
                  <a:pt x="25" y="61"/>
                </a:lnTo>
                <a:lnTo>
                  <a:pt x="26" y="61"/>
                </a:lnTo>
                <a:lnTo>
                  <a:pt x="26" y="62"/>
                </a:lnTo>
                <a:lnTo>
                  <a:pt x="27" y="62"/>
                </a:lnTo>
                <a:lnTo>
                  <a:pt x="28" y="61"/>
                </a:lnTo>
                <a:lnTo>
                  <a:pt x="28" y="60"/>
                </a:lnTo>
                <a:lnTo>
                  <a:pt x="28" y="61"/>
                </a:lnTo>
                <a:lnTo>
                  <a:pt x="27" y="61"/>
                </a:lnTo>
                <a:lnTo>
                  <a:pt x="27" y="60"/>
                </a:lnTo>
                <a:lnTo>
                  <a:pt x="27" y="59"/>
                </a:lnTo>
                <a:lnTo>
                  <a:pt x="26" y="58"/>
                </a:lnTo>
                <a:lnTo>
                  <a:pt x="26" y="59"/>
                </a:lnTo>
                <a:lnTo>
                  <a:pt x="25" y="59"/>
                </a:lnTo>
                <a:lnTo>
                  <a:pt x="25" y="58"/>
                </a:lnTo>
                <a:lnTo>
                  <a:pt x="25" y="57"/>
                </a:lnTo>
                <a:lnTo>
                  <a:pt x="25" y="56"/>
                </a:lnTo>
                <a:lnTo>
                  <a:pt x="25" y="55"/>
                </a:lnTo>
                <a:lnTo>
                  <a:pt x="24" y="55"/>
                </a:lnTo>
                <a:lnTo>
                  <a:pt x="24" y="54"/>
                </a:lnTo>
                <a:lnTo>
                  <a:pt x="23" y="54"/>
                </a:lnTo>
                <a:lnTo>
                  <a:pt x="23" y="52"/>
                </a:lnTo>
                <a:lnTo>
                  <a:pt x="23" y="53"/>
                </a:lnTo>
                <a:lnTo>
                  <a:pt x="24" y="53"/>
                </a:lnTo>
                <a:lnTo>
                  <a:pt x="24" y="52"/>
                </a:lnTo>
                <a:lnTo>
                  <a:pt x="24" y="51"/>
                </a:lnTo>
                <a:lnTo>
                  <a:pt x="25" y="51"/>
                </a:lnTo>
                <a:lnTo>
                  <a:pt x="26" y="51"/>
                </a:lnTo>
                <a:lnTo>
                  <a:pt x="27" y="51"/>
                </a:lnTo>
                <a:lnTo>
                  <a:pt x="27" y="50"/>
                </a:lnTo>
                <a:lnTo>
                  <a:pt x="27" y="49"/>
                </a:lnTo>
                <a:lnTo>
                  <a:pt x="27" y="47"/>
                </a:lnTo>
                <a:lnTo>
                  <a:pt x="28" y="47"/>
                </a:lnTo>
                <a:lnTo>
                  <a:pt x="27" y="47"/>
                </a:lnTo>
                <a:lnTo>
                  <a:pt x="27" y="46"/>
                </a:lnTo>
                <a:lnTo>
                  <a:pt x="27" y="45"/>
                </a:lnTo>
                <a:lnTo>
                  <a:pt x="28" y="45"/>
                </a:lnTo>
                <a:lnTo>
                  <a:pt x="27" y="45"/>
                </a:lnTo>
                <a:lnTo>
                  <a:pt x="27" y="44"/>
                </a:lnTo>
                <a:lnTo>
                  <a:pt x="28" y="43"/>
                </a:lnTo>
                <a:lnTo>
                  <a:pt x="29" y="43"/>
                </a:lnTo>
                <a:lnTo>
                  <a:pt x="30" y="43"/>
                </a:lnTo>
                <a:lnTo>
                  <a:pt x="30" y="42"/>
                </a:lnTo>
                <a:lnTo>
                  <a:pt x="31" y="41"/>
                </a:lnTo>
                <a:lnTo>
                  <a:pt x="32" y="41"/>
                </a:lnTo>
                <a:lnTo>
                  <a:pt x="32" y="40"/>
                </a:lnTo>
                <a:lnTo>
                  <a:pt x="33" y="40"/>
                </a:lnTo>
                <a:lnTo>
                  <a:pt x="34" y="40"/>
                </a:lnTo>
                <a:lnTo>
                  <a:pt x="34" y="39"/>
                </a:lnTo>
                <a:lnTo>
                  <a:pt x="35" y="39"/>
                </a:lnTo>
                <a:lnTo>
                  <a:pt x="35" y="38"/>
                </a:lnTo>
                <a:lnTo>
                  <a:pt x="35" y="39"/>
                </a:lnTo>
                <a:lnTo>
                  <a:pt x="35" y="40"/>
                </a:lnTo>
                <a:lnTo>
                  <a:pt x="36" y="40"/>
                </a:lnTo>
                <a:lnTo>
                  <a:pt x="37" y="40"/>
                </a:lnTo>
                <a:lnTo>
                  <a:pt x="38" y="39"/>
                </a:lnTo>
                <a:lnTo>
                  <a:pt x="39" y="39"/>
                </a:lnTo>
                <a:lnTo>
                  <a:pt x="40" y="39"/>
                </a:lnTo>
                <a:lnTo>
                  <a:pt x="41" y="38"/>
                </a:lnTo>
                <a:lnTo>
                  <a:pt x="40" y="38"/>
                </a:lnTo>
                <a:lnTo>
                  <a:pt x="41" y="37"/>
                </a:lnTo>
                <a:lnTo>
                  <a:pt x="42" y="37"/>
                </a:lnTo>
                <a:lnTo>
                  <a:pt x="42" y="38"/>
                </a:lnTo>
                <a:lnTo>
                  <a:pt x="43" y="38"/>
                </a:lnTo>
                <a:lnTo>
                  <a:pt x="43" y="37"/>
                </a:lnTo>
                <a:lnTo>
                  <a:pt x="45" y="36"/>
                </a:lnTo>
                <a:lnTo>
                  <a:pt x="46" y="35"/>
                </a:lnTo>
                <a:lnTo>
                  <a:pt x="47" y="35"/>
                </a:lnTo>
                <a:lnTo>
                  <a:pt x="47" y="34"/>
                </a:lnTo>
                <a:lnTo>
                  <a:pt x="48" y="34"/>
                </a:lnTo>
                <a:lnTo>
                  <a:pt x="48" y="33"/>
                </a:lnTo>
                <a:lnTo>
                  <a:pt x="47" y="33"/>
                </a:lnTo>
                <a:lnTo>
                  <a:pt x="47" y="32"/>
                </a:lnTo>
                <a:lnTo>
                  <a:pt x="45" y="31"/>
                </a:lnTo>
                <a:lnTo>
                  <a:pt x="44" y="30"/>
                </a:lnTo>
                <a:lnTo>
                  <a:pt x="43" y="30"/>
                </a:lnTo>
                <a:lnTo>
                  <a:pt x="42" y="29"/>
                </a:lnTo>
                <a:lnTo>
                  <a:pt x="42" y="28"/>
                </a:lnTo>
                <a:lnTo>
                  <a:pt x="41" y="27"/>
                </a:lnTo>
                <a:lnTo>
                  <a:pt x="40" y="26"/>
                </a:lnTo>
                <a:lnTo>
                  <a:pt x="39" y="25"/>
                </a:lnTo>
                <a:lnTo>
                  <a:pt x="38" y="23"/>
                </a:lnTo>
                <a:lnTo>
                  <a:pt x="35" y="21"/>
                </a:lnTo>
                <a:lnTo>
                  <a:pt x="35" y="20"/>
                </a:lnTo>
                <a:lnTo>
                  <a:pt x="34" y="20"/>
                </a:lnTo>
                <a:lnTo>
                  <a:pt x="33" y="19"/>
                </a:lnTo>
                <a:lnTo>
                  <a:pt x="32" y="18"/>
                </a:lnTo>
                <a:lnTo>
                  <a:pt x="31" y="18"/>
                </a:lnTo>
                <a:lnTo>
                  <a:pt x="31" y="17"/>
                </a:lnTo>
                <a:lnTo>
                  <a:pt x="30" y="17"/>
                </a:lnTo>
                <a:lnTo>
                  <a:pt x="29" y="17"/>
                </a:lnTo>
                <a:lnTo>
                  <a:pt x="29" y="16"/>
                </a:lnTo>
                <a:lnTo>
                  <a:pt x="28" y="15"/>
                </a:lnTo>
                <a:lnTo>
                  <a:pt x="27" y="14"/>
                </a:lnTo>
                <a:lnTo>
                  <a:pt x="26" y="14"/>
                </a:lnTo>
                <a:lnTo>
                  <a:pt x="25" y="13"/>
                </a:lnTo>
                <a:lnTo>
                  <a:pt x="24" y="12"/>
                </a:lnTo>
                <a:lnTo>
                  <a:pt x="23" y="12"/>
                </a:lnTo>
                <a:lnTo>
                  <a:pt x="23" y="11"/>
                </a:lnTo>
                <a:lnTo>
                  <a:pt x="23" y="10"/>
                </a:lnTo>
                <a:lnTo>
                  <a:pt x="25" y="9"/>
                </a:lnTo>
                <a:lnTo>
                  <a:pt x="26" y="9"/>
                </a:lnTo>
                <a:lnTo>
                  <a:pt x="27" y="8"/>
                </a:lnTo>
                <a:lnTo>
                  <a:pt x="28" y="6"/>
                </a:lnTo>
                <a:lnTo>
                  <a:pt x="29" y="6"/>
                </a:lnTo>
                <a:lnTo>
                  <a:pt x="29" y="5"/>
                </a:lnTo>
                <a:lnTo>
                  <a:pt x="30" y="5"/>
                </a:lnTo>
                <a:lnTo>
                  <a:pt x="31" y="4"/>
                </a:lnTo>
                <a:lnTo>
                  <a:pt x="32" y="3"/>
                </a:lnTo>
                <a:lnTo>
                  <a:pt x="34" y="2"/>
                </a:lnTo>
                <a:lnTo>
                  <a:pt x="35" y="2"/>
                </a:lnTo>
                <a:lnTo>
                  <a:pt x="36" y="1"/>
                </a:lnTo>
                <a:lnTo>
                  <a:pt x="39" y="0"/>
                </a:lnTo>
                <a:lnTo>
                  <a:pt x="40" y="0"/>
                </a:lnTo>
                <a:lnTo>
                  <a:pt x="41" y="0"/>
                </a:lnTo>
                <a:lnTo>
                  <a:pt x="42" y="0"/>
                </a:lnTo>
                <a:lnTo>
                  <a:pt x="43" y="1"/>
                </a:lnTo>
                <a:lnTo>
                  <a:pt x="44" y="1"/>
                </a:lnTo>
                <a:lnTo>
                  <a:pt x="45" y="2"/>
                </a:lnTo>
                <a:lnTo>
                  <a:pt x="47" y="2"/>
                </a:lnTo>
                <a:lnTo>
                  <a:pt x="48" y="4"/>
                </a:lnTo>
                <a:lnTo>
                  <a:pt x="49" y="4"/>
                </a:lnTo>
                <a:lnTo>
                  <a:pt x="49" y="5"/>
                </a:lnTo>
                <a:lnTo>
                  <a:pt x="50" y="6"/>
                </a:lnTo>
                <a:lnTo>
                  <a:pt x="51" y="7"/>
                </a:lnTo>
                <a:lnTo>
                  <a:pt x="51" y="8"/>
                </a:lnTo>
                <a:lnTo>
                  <a:pt x="50" y="8"/>
                </a:lnTo>
                <a:lnTo>
                  <a:pt x="51" y="8"/>
                </a:lnTo>
                <a:lnTo>
                  <a:pt x="51" y="9"/>
                </a:lnTo>
                <a:lnTo>
                  <a:pt x="52" y="10"/>
                </a:lnTo>
                <a:lnTo>
                  <a:pt x="53" y="10"/>
                </a:lnTo>
                <a:lnTo>
                  <a:pt x="54" y="11"/>
                </a:lnTo>
                <a:lnTo>
                  <a:pt x="55" y="1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9" name=""/>
          <p:cNvSpPr/>
          <p:nvPr/>
        </p:nvSpPr>
        <p:spPr>
          <a:xfrm>
            <a:off x="4668480" y="1794240"/>
            <a:ext cx="1080" cy="360"/>
          </a:xfrm>
          <a:custGeom>
            <a:avLst/>
            <a:gdLst/>
            <a:ahLst/>
            <a:rect l="0" t="0" r="r" b="b"/>
            <a:pathLst>
              <a:path w="3" h="1">
                <a:moveTo>
                  <a:pt x="0" y="1"/>
                </a:moveTo>
                <a:lnTo>
                  <a:pt x="0" y="0"/>
                </a:lnTo>
                <a:lnTo>
                  <a:pt x="2" y="0"/>
                </a:lnTo>
                <a:lnTo>
                  <a:pt x="3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0" name=""/>
          <p:cNvSpPr/>
          <p:nvPr/>
        </p:nvSpPr>
        <p:spPr>
          <a:xfrm>
            <a:off x="4504680" y="1698840"/>
            <a:ext cx="181080" cy="161280"/>
          </a:xfrm>
          <a:custGeom>
            <a:avLst/>
            <a:gdLst/>
            <a:ahLst/>
            <a:rect l="0" t="0" r="r" b="b"/>
            <a:pathLst>
              <a:path w="503" h="448">
                <a:moveTo>
                  <a:pt x="261" y="0"/>
                </a:moveTo>
                <a:lnTo>
                  <a:pt x="261" y="1"/>
                </a:lnTo>
                <a:lnTo>
                  <a:pt x="262" y="1"/>
                </a:lnTo>
                <a:lnTo>
                  <a:pt x="263" y="1"/>
                </a:lnTo>
                <a:lnTo>
                  <a:pt x="264" y="1"/>
                </a:lnTo>
                <a:lnTo>
                  <a:pt x="264" y="2"/>
                </a:lnTo>
                <a:lnTo>
                  <a:pt x="265" y="3"/>
                </a:lnTo>
                <a:lnTo>
                  <a:pt x="265" y="4"/>
                </a:lnTo>
                <a:lnTo>
                  <a:pt x="265" y="5"/>
                </a:lnTo>
                <a:lnTo>
                  <a:pt x="264" y="5"/>
                </a:lnTo>
                <a:lnTo>
                  <a:pt x="262" y="6"/>
                </a:lnTo>
                <a:lnTo>
                  <a:pt x="262" y="7"/>
                </a:lnTo>
                <a:lnTo>
                  <a:pt x="261" y="7"/>
                </a:lnTo>
                <a:lnTo>
                  <a:pt x="260" y="7"/>
                </a:lnTo>
                <a:lnTo>
                  <a:pt x="260" y="6"/>
                </a:lnTo>
                <a:lnTo>
                  <a:pt x="260" y="7"/>
                </a:lnTo>
                <a:lnTo>
                  <a:pt x="259" y="7"/>
                </a:lnTo>
                <a:lnTo>
                  <a:pt x="259" y="8"/>
                </a:lnTo>
                <a:lnTo>
                  <a:pt x="259" y="9"/>
                </a:lnTo>
                <a:lnTo>
                  <a:pt x="258" y="9"/>
                </a:lnTo>
                <a:lnTo>
                  <a:pt x="258" y="10"/>
                </a:lnTo>
                <a:lnTo>
                  <a:pt x="257" y="10"/>
                </a:lnTo>
                <a:lnTo>
                  <a:pt x="257" y="11"/>
                </a:lnTo>
                <a:lnTo>
                  <a:pt x="257" y="12"/>
                </a:lnTo>
                <a:lnTo>
                  <a:pt x="257" y="14"/>
                </a:lnTo>
                <a:lnTo>
                  <a:pt x="257" y="15"/>
                </a:lnTo>
                <a:lnTo>
                  <a:pt x="256" y="16"/>
                </a:lnTo>
                <a:lnTo>
                  <a:pt x="256" y="17"/>
                </a:lnTo>
                <a:lnTo>
                  <a:pt x="256" y="18"/>
                </a:lnTo>
                <a:lnTo>
                  <a:pt x="256" y="19"/>
                </a:lnTo>
                <a:lnTo>
                  <a:pt x="257" y="20"/>
                </a:lnTo>
                <a:lnTo>
                  <a:pt x="257" y="21"/>
                </a:lnTo>
                <a:lnTo>
                  <a:pt x="256" y="21"/>
                </a:lnTo>
                <a:lnTo>
                  <a:pt x="256" y="22"/>
                </a:lnTo>
                <a:lnTo>
                  <a:pt x="256" y="23"/>
                </a:lnTo>
                <a:lnTo>
                  <a:pt x="256" y="24"/>
                </a:lnTo>
                <a:lnTo>
                  <a:pt x="255" y="24"/>
                </a:lnTo>
                <a:lnTo>
                  <a:pt x="255" y="25"/>
                </a:lnTo>
                <a:lnTo>
                  <a:pt x="256" y="25"/>
                </a:lnTo>
                <a:lnTo>
                  <a:pt x="257" y="25"/>
                </a:lnTo>
                <a:lnTo>
                  <a:pt x="256" y="28"/>
                </a:lnTo>
                <a:lnTo>
                  <a:pt x="255" y="28"/>
                </a:lnTo>
                <a:lnTo>
                  <a:pt x="256" y="28"/>
                </a:lnTo>
                <a:lnTo>
                  <a:pt x="257" y="28"/>
                </a:lnTo>
                <a:lnTo>
                  <a:pt x="258" y="28"/>
                </a:lnTo>
                <a:lnTo>
                  <a:pt x="258" y="29"/>
                </a:lnTo>
                <a:lnTo>
                  <a:pt x="257" y="29"/>
                </a:lnTo>
                <a:lnTo>
                  <a:pt x="256" y="30"/>
                </a:lnTo>
                <a:lnTo>
                  <a:pt x="256" y="31"/>
                </a:lnTo>
                <a:lnTo>
                  <a:pt x="257" y="30"/>
                </a:lnTo>
                <a:lnTo>
                  <a:pt x="257" y="31"/>
                </a:lnTo>
                <a:lnTo>
                  <a:pt x="257" y="32"/>
                </a:lnTo>
                <a:lnTo>
                  <a:pt x="258" y="32"/>
                </a:lnTo>
                <a:lnTo>
                  <a:pt x="258" y="33"/>
                </a:lnTo>
                <a:lnTo>
                  <a:pt x="259" y="34"/>
                </a:lnTo>
                <a:lnTo>
                  <a:pt x="258" y="34"/>
                </a:lnTo>
                <a:lnTo>
                  <a:pt x="259" y="34"/>
                </a:lnTo>
                <a:lnTo>
                  <a:pt x="259" y="35"/>
                </a:lnTo>
                <a:lnTo>
                  <a:pt x="260" y="35"/>
                </a:lnTo>
                <a:lnTo>
                  <a:pt x="261" y="35"/>
                </a:lnTo>
                <a:lnTo>
                  <a:pt x="262" y="34"/>
                </a:lnTo>
                <a:lnTo>
                  <a:pt x="263" y="34"/>
                </a:lnTo>
                <a:lnTo>
                  <a:pt x="263" y="35"/>
                </a:lnTo>
                <a:lnTo>
                  <a:pt x="264" y="35"/>
                </a:lnTo>
                <a:lnTo>
                  <a:pt x="265" y="35"/>
                </a:lnTo>
                <a:lnTo>
                  <a:pt x="266" y="36"/>
                </a:lnTo>
                <a:lnTo>
                  <a:pt x="267" y="37"/>
                </a:lnTo>
                <a:lnTo>
                  <a:pt x="268" y="37"/>
                </a:lnTo>
                <a:lnTo>
                  <a:pt x="269" y="37"/>
                </a:lnTo>
                <a:lnTo>
                  <a:pt x="270" y="37"/>
                </a:lnTo>
                <a:lnTo>
                  <a:pt x="271" y="37"/>
                </a:lnTo>
                <a:lnTo>
                  <a:pt x="272" y="37"/>
                </a:lnTo>
                <a:lnTo>
                  <a:pt x="272" y="38"/>
                </a:lnTo>
                <a:lnTo>
                  <a:pt x="272" y="39"/>
                </a:lnTo>
                <a:lnTo>
                  <a:pt x="273" y="39"/>
                </a:lnTo>
                <a:lnTo>
                  <a:pt x="274" y="39"/>
                </a:lnTo>
                <a:lnTo>
                  <a:pt x="275" y="39"/>
                </a:lnTo>
                <a:lnTo>
                  <a:pt x="276" y="39"/>
                </a:lnTo>
                <a:lnTo>
                  <a:pt x="277" y="39"/>
                </a:lnTo>
                <a:lnTo>
                  <a:pt x="278" y="40"/>
                </a:lnTo>
                <a:lnTo>
                  <a:pt x="278" y="39"/>
                </a:lnTo>
                <a:lnTo>
                  <a:pt x="279" y="39"/>
                </a:lnTo>
                <a:lnTo>
                  <a:pt x="280" y="40"/>
                </a:lnTo>
                <a:lnTo>
                  <a:pt x="280" y="41"/>
                </a:lnTo>
                <a:lnTo>
                  <a:pt x="281" y="41"/>
                </a:lnTo>
                <a:lnTo>
                  <a:pt x="281" y="40"/>
                </a:lnTo>
                <a:lnTo>
                  <a:pt x="284" y="41"/>
                </a:lnTo>
                <a:lnTo>
                  <a:pt x="285" y="41"/>
                </a:lnTo>
                <a:lnTo>
                  <a:pt x="285" y="40"/>
                </a:lnTo>
                <a:lnTo>
                  <a:pt x="285" y="41"/>
                </a:lnTo>
                <a:lnTo>
                  <a:pt x="284" y="41"/>
                </a:lnTo>
                <a:lnTo>
                  <a:pt x="284" y="42"/>
                </a:lnTo>
                <a:lnTo>
                  <a:pt x="281" y="42"/>
                </a:lnTo>
                <a:lnTo>
                  <a:pt x="282" y="42"/>
                </a:lnTo>
                <a:lnTo>
                  <a:pt x="282" y="43"/>
                </a:lnTo>
                <a:lnTo>
                  <a:pt x="282" y="44"/>
                </a:lnTo>
                <a:lnTo>
                  <a:pt x="281" y="44"/>
                </a:lnTo>
                <a:lnTo>
                  <a:pt x="280" y="44"/>
                </a:lnTo>
                <a:lnTo>
                  <a:pt x="281" y="45"/>
                </a:lnTo>
                <a:lnTo>
                  <a:pt x="280" y="45"/>
                </a:lnTo>
                <a:lnTo>
                  <a:pt x="280" y="46"/>
                </a:lnTo>
                <a:lnTo>
                  <a:pt x="279" y="46"/>
                </a:lnTo>
                <a:lnTo>
                  <a:pt x="280" y="47"/>
                </a:lnTo>
                <a:lnTo>
                  <a:pt x="282" y="48"/>
                </a:lnTo>
                <a:lnTo>
                  <a:pt x="283" y="49"/>
                </a:lnTo>
                <a:lnTo>
                  <a:pt x="286" y="52"/>
                </a:lnTo>
                <a:lnTo>
                  <a:pt x="287" y="51"/>
                </a:lnTo>
                <a:lnTo>
                  <a:pt x="290" y="51"/>
                </a:lnTo>
                <a:lnTo>
                  <a:pt x="289" y="53"/>
                </a:lnTo>
                <a:lnTo>
                  <a:pt x="291" y="53"/>
                </a:lnTo>
                <a:lnTo>
                  <a:pt x="290" y="54"/>
                </a:lnTo>
                <a:lnTo>
                  <a:pt x="291" y="55"/>
                </a:lnTo>
                <a:lnTo>
                  <a:pt x="292" y="55"/>
                </a:lnTo>
                <a:lnTo>
                  <a:pt x="296" y="57"/>
                </a:lnTo>
                <a:lnTo>
                  <a:pt x="297" y="58"/>
                </a:lnTo>
                <a:lnTo>
                  <a:pt x="298" y="58"/>
                </a:lnTo>
                <a:lnTo>
                  <a:pt x="298" y="59"/>
                </a:lnTo>
                <a:lnTo>
                  <a:pt x="298" y="60"/>
                </a:lnTo>
                <a:lnTo>
                  <a:pt x="298" y="61"/>
                </a:lnTo>
                <a:lnTo>
                  <a:pt x="298" y="62"/>
                </a:lnTo>
                <a:lnTo>
                  <a:pt x="297" y="62"/>
                </a:lnTo>
                <a:lnTo>
                  <a:pt x="297" y="63"/>
                </a:lnTo>
                <a:lnTo>
                  <a:pt x="299" y="62"/>
                </a:lnTo>
                <a:lnTo>
                  <a:pt x="300" y="62"/>
                </a:lnTo>
                <a:lnTo>
                  <a:pt x="301" y="62"/>
                </a:lnTo>
                <a:lnTo>
                  <a:pt x="302" y="62"/>
                </a:lnTo>
                <a:lnTo>
                  <a:pt x="302" y="61"/>
                </a:lnTo>
                <a:lnTo>
                  <a:pt x="304" y="61"/>
                </a:lnTo>
                <a:lnTo>
                  <a:pt x="305" y="62"/>
                </a:lnTo>
                <a:lnTo>
                  <a:pt x="307" y="63"/>
                </a:lnTo>
                <a:lnTo>
                  <a:pt x="309" y="64"/>
                </a:lnTo>
                <a:lnTo>
                  <a:pt x="310" y="64"/>
                </a:lnTo>
                <a:lnTo>
                  <a:pt x="310" y="65"/>
                </a:lnTo>
                <a:lnTo>
                  <a:pt x="311" y="65"/>
                </a:lnTo>
                <a:lnTo>
                  <a:pt x="310" y="65"/>
                </a:lnTo>
                <a:lnTo>
                  <a:pt x="310" y="66"/>
                </a:lnTo>
                <a:lnTo>
                  <a:pt x="311" y="66"/>
                </a:lnTo>
                <a:lnTo>
                  <a:pt x="310" y="67"/>
                </a:lnTo>
                <a:lnTo>
                  <a:pt x="311" y="68"/>
                </a:lnTo>
                <a:lnTo>
                  <a:pt x="312" y="68"/>
                </a:lnTo>
                <a:lnTo>
                  <a:pt x="313" y="67"/>
                </a:lnTo>
                <a:lnTo>
                  <a:pt x="314" y="68"/>
                </a:lnTo>
                <a:lnTo>
                  <a:pt x="315" y="68"/>
                </a:lnTo>
                <a:lnTo>
                  <a:pt x="316" y="68"/>
                </a:lnTo>
                <a:lnTo>
                  <a:pt x="319" y="68"/>
                </a:lnTo>
                <a:lnTo>
                  <a:pt x="319" y="69"/>
                </a:lnTo>
                <a:lnTo>
                  <a:pt x="320" y="69"/>
                </a:lnTo>
                <a:lnTo>
                  <a:pt x="321" y="69"/>
                </a:lnTo>
                <a:lnTo>
                  <a:pt x="323" y="69"/>
                </a:lnTo>
                <a:lnTo>
                  <a:pt x="324" y="70"/>
                </a:lnTo>
                <a:lnTo>
                  <a:pt x="325" y="70"/>
                </a:lnTo>
                <a:lnTo>
                  <a:pt x="326" y="71"/>
                </a:lnTo>
                <a:lnTo>
                  <a:pt x="328" y="71"/>
                </a:lnTo>
                <a:lnTo>
                  <a:pt x="329" y="71"/>
                </a:lnTo>
                <a:lnTo>
                  <a:pt x="330" y="72"/>
                </a:lnTo>
                <a:lnTo>
                  <a:pt x="331" y="72"/>
                </a:lnTo>
                <a:lnTo>
                  <a:pt x="332" y="73"/>
                </a:lnTo>
                <a:lnTo>
                  <a:pt x="335" y="74"/>
                </a:lnTo>
                <a:lnTo>
                  <a:pt x="335" y="75"/>
                </a:lnTo>
                <a:lnTo>
                  <a:pt x="336" y="75"/>
                </a:lnTo>
                <a:lnTo>
                  <a:pt x="337" y="76"/>
                </a:lnTo>
                <a:lnTo>
                  <a:pt x="338" y="76"/>
                </a:lnTo>
                <a:lnTo>
                  <a:pt x="338" y="77"/>
                </a:lnTo>
                <a:lnTo>
                  <a:pt x="338" y="78"/>
                </a:lnTo>
                <a:lnTo>
                  <a:pt x="338" y="77"/>
                </a:lnTo>
                <a:lnTo>
                  <a:pt x="339" y="77"/>
                </a:lnTo>
                <a:lnTo>
                  <a:pt x="340" y="78"/>
                </a:lnTo>
                <a:lnTo>
                  <a:pt x="341" y="78"/>
                </a:lnTo>
                <a:lnTo>
                  <a:pt x="343" y="79"/>
                </a:lnTo>
                <a:lnTo>
                  <a:pt x="344" y="79"/>
                </a:lnTo>
                <a:lnTo>
                  <a:pt x="345" y="80"/>
                </a:lnTo>
                <a:lnTo>
                  <a:pt x="346" y="80"/>
                </a:lnTo>
                <a:lnTo>
                  <a:pt x="347" y="80"/>
                </a:lnTo>
                <a:lnTo>
                  <a:pt x="347" y="81"/>
                </a:lnTo>
                <a:lnTo>
                  <a:pt x="348" y="81"/>
                </a:lnTo>
                <a:lnTo>
                  <a:pt x="349" y="82"/>
                </a:lnTo>
                <a:lnTo>
                  <a:pt x="351" y="83"/>
                </a:lnTo>
                <a:lnTo>
                  <a:pt x="353" y="84"/>
                </a:lnTo>
                <a:lnTo>
                  <a:pt x="355" y="85"/>
                </a:lnTo>
                <a:lnTo>
                  <a:pt x="355" y="86"/>
                </a:lnTo>
                <a:lnTo>
                  <a:pt x="354" y="86"/>
                </a:lnTo>
                <a:lnTo>
                  <a:pt x="354" y="87"/>
                </a:lnTo>
                <a:lnTo>
                  <a:pt x="355" y="88"/>
                </a:lnTo>
                <a:lnTo>
                  <a:pt x="355" y="89"/>
                </a:lnTo>
                <a:lnTo>
                  <a:pt x="355" y="90"/>
                </a:lnTo>
                <a:lnTo>
                  <a:pt x="355" y="91"/>
                </a:lnTo>
                <a:lnTo>
                  <a:pt x="356" y="92"/>
                </a:lnTo>
                <a:lnTo>
                  <a:pt x="356" y="93"/>
                </a:lnTo>
                <a:lnTo>
                  <a:pt x="356" y="94"/>
                </a:lnTo>
                <a:lnTo>
                  <a:pt x="357" y="94"/>
                </a:lnTo>
                <a:lnTo>
                  <a:pt x="356" y="95"/>
                </a:lnTo>
                <a:lnTo>
                  <a:pt x="356" y="96"/>
                </a:lnTo>
                <a:lnTo>
                  <a:pt x="357" y="96"/>
                </a:lnTo>
                <a:lnTo>
                  <a:pt x="357" y="97"/>
                </a:lnTo>
                <a:lnTo>
                  <a:pt x="358" y="99"/>
                </a:lnTo>
                <a:lnTo>
                  <a:pt x="358" y="100"/>
                </a:lnTo>
                <a:lnTo>
                  <a:pt x="358" y="101"/>
                </a:lnTo>
                <a:lnTo>
                  <a:pt x="359" y="102"/>
                </a:lnTo>
                <a:lnTo>
                  <a:pt x="359" y="103"/>
                </a:lnTo>
                <a:lnTo>
                  <a:pt x="359" y="104"/>
                </a:lnTo>
                <a:lnTo>
                  <a:pt x="359" y="105"/>
                </a:lnTo>
                <a:lnTo>
                  <a:pt x="360" y="106"/>
                </a:lnTo>
                <a:lnTo>
                  <a:pt x="361" y="107"/>
                </a:lnTo>
                <a:lnTo>
                  <a:pt x="362" y="108"/>
                </a:lnTo>
                <a:lnTo>
                  <a:pt x="362" y="109"/>
                </a:lnTo>
                <a:lnTo>
                  <a:pt x="363" y="110"/>
                </a:lnTo>
                <a:lnTo>
                  <a:pt x="363" y="111"/>
                </a:lnTo>
                <a:lnTo>
                  <a:pt x="364" y="114"/>
                </a:lnTo>
                <a:lnTo>
                  <a:pt x="365" y="115"/>
                </a:lnTo>
                <a:lnTo>
                  <a:pt x="365" y="116"/>
                </a:lnTo>
                <a:lnTo>
                  <a:pt x="366" y="118"/>
                </a:lnTo>
                <a:lnTo>
                  <a:pt x="366" y="119"/>
                </a:lnTo>
                <a:lnTo>
                  <a:pt x="367" y="119"/>
                </a:lnTo>
                <a:lnTo>
                  <a:pt x="367" y="120"/>
                </a:lnTo>
                <a:lnTo>
                  <a:pt x="367" y="121"/>
                </a:lnTo>
                <a:lnTo>
                  <a:pt x="368" y="121"/>
                </a:lnTo>
                <a:lnTo>
                  <a:pt x="368" y="122"/>
                </a:lnTo>
                <a:lnTo>
                  <a:pt x="367" y="122"/>
                </a:lnTo>
                <a:lnTo>
                  <a:pt x="368" y="122"/>
                </a:lnTo>
                <a:lnTo>
                  <a:pt x="368" y="123"/>
                </a:lnTo>
                <a:lnTo>
                  <a:pt x="369" y="124"/>
                </a:lnTo>
                <a:lnTo>
                  <a:pt x="370" y="126"/>
                </a:lnTo>
                <a:lnTo>
                  <a:pt x="371" y="127"/>
                </a:lnTo>
                <a:lnTo>
                  <a:pt x="371" y="128"/>
                </a:lnTo>
                <a:lnTo>
                  <a:pt x="371" y="129"/>
                </a:lnTo>
                <a:lnTo>
                  <a:pt x="372" y="130"/>
                </a:lnTo>
                <a:lnTo>
                  <a:pt x="373" y="131"/>
                </a:lnTo>
                <a:lnTo>
                  <a:pt x="373" y="132"/>
                </a:lnTo>
                <a:lnTo>
                  <a:pt x="373" y="134"/>
                </a:lnTo>
                <a:lnTo>
                  <a:pt x="372" y="135"/>
                </a:lnTo>
                <a:lnTo>
                  <a:pt x="372" y="136"/>
                </a:lnTo>
                <a:lnTo>
                  <a:pt x="373" y="136"/>
                </a:lnTo>
                <a:lnTo>
                  <a:pt x="373" y="135"/>
                </a:lnTo>
                <a:lnTo>
                  <a:pt x="374" y="135"/>
                </a:lnTo>
                <a:lnTo>
                  <a:pt x="375" y="135"/>
                </a:lnTo>
                <a:lnTo>
                  <a:pt x="376" y="136"/>
                </a:lnTo>
                <a:lnTo>
                  <a:pt x="376" y="137"/>
                </a:lnTo>
                <a:lnTo>
                  <a:pt x="377" y="138"/>
                </a:lnTo>
                <a:lnTo>
                  <a:pt x="378" y="140"/>
                </a:lnTo>
                <a:lnTo>
                  <a:pt x="379" y="142"/>
                </a:lnTo>
                <a:lnTo>
                  <a:pt x="379" y="143"/>
                </a:lnTo>
                <a:lnTo>
                  <a:pt x="380" y="144"/>
                </a:lnTo>
                <a:lnTo>
                  <a:pt x="380" y="145"/>
                </a:lnTo>
                <a:lnTo>
                  <a:pt x="380" y="146"/>
                </a:lnTo>
                <a:lnTo>
                  <a:pt x="381" y="146"/>
                </a:lnTo>
                <a:lnTo>
                  <a:pt x="381" y="147"/>
                </a:lnTo>
                <a:lnTo>
                  <a:pt x="381" y="149"/>
                </a:lnTo>
                <a:lnTo>
                  <a:pt x="381" y="150"/>
                </a:lnTo>
                <a:lnTo>
                  <a:pt x="382" y="150"/>
                </a:lnTo>
                <a:lnTo>
                  <a:pt x="382" y="151"/>
                </a:lnTo>
                <a:lnTo>
                  <a:pt x="382" y="152"/>
                </a:lnTo>
                <a:lnTo>
                  <a:pt x="381" y="152"/>
                </a:lnTo>
                <a:lnTo>
                  <a:pt x="380" y="153"/>
                </a:lnTo>
                <a:lnTo>
                  <a:pt x="381" y="153"/>
                </a:lnTo>
                <a:lnTo>
                  <a:pt x="382" y="153"/>
                </a:lnTo>
                <a:lnTo>
                  <a:pt x="382" y="154"/>
                </a:lnTo>
                <a:lnTo>
                  <a:pt x="382" y="155"/>
                </a:lnTo>
                <a:lnTo>
                  <a:pt x="382" y="157"/>
                </a:lnTo>
                <a:lnTo>
                  <a:pt x="380" y="158"/>
                </a:lnTo>
                <a:lnTo>
                  <a:pt x="380" y="160"/>
                </a:lnTo>
                <a:lnTo>
                  <a:pt x="379" y="160"/>
                </a:lnTo>
                <a:lnTo>
                  <a:pt x="379" y="161"/>
                </a:lnTo>
                <a:lnTo>
                  <a:pt x="378" y="161"/>
                </a:lnTo>
                <a:lnTo>
                  <a:pt x="379" y="161"/>
                </a:lnTo>
                <a:lnTo>
                  <a:pt x="379" y="162"/>
                </a:lnTo>
                <a:lnTo>
                  <a:pt x="381" y="163"/>
                </a:lnTo>
                <a:lnTo>
                  <a:pt x="383" y="165"/>
                </a:lnTo>
                <a:lnTo>
                  <a:pt x="384" y="165"/>
                </a:lnTo>
                <a:lnTo>
                  <a:pt x="384" y="166"/>
                </a:lnTo>
                <a:lnTo>
                  <a:pt x="385" y="166"/>
                </a:lnTo>
                <a:lnTo>
                  <a:pt x="386" y="166"/>
                </a:lnTo>
                <a:lnTo>
                  <a:pt x="387" y="166"/>
                </a:lnTo>
                <a:lnTo>
                  <a:pt x="387" y="167"/>
                </a:lnTo>
                <a:lnTo>
                  <a:pt x="386" y="167"/>
                </a:lnTo>
                <a:lnTo>
                  <a:pt x="387" y="167"/>
                </a:lnTo>
                <a:lnTo>
                  <a:pt x="388" y="166"/>
                </a:lnTo>
                <a:lnTo>
                  <a:pt x="388" y="168"/>
                </a:lnTo>
                <a:lnTo>
                  <a:pt x="389" y="169"/>
                </a:lnTo>
                <a:lnTo>
                  <a:pt x="389" y="170"/>
                </a:lnTo>
                <a:lnTo>
                  <a:pt x="389" y="169"/>
                </a:lnTo>
                <a:lnTo>
                  <a:pt x="390" y="169"/>
                </a:lnTo>
                <a:lnTo>
                  <a:pt x="391" y="170"/>
                </a:lnTo>
                <a:lnTo>
                  <a:pt x="391" y="171"/>
                </a:lnTo>
                <a:lnTo>
                  <a:pt x="391" y="172"/>
                </a:lnTo>
                <a:lnTo>
                  <a:pt x="392" y="174"/>
                </a:lnTo>
                <a:lnTo>
                  <a:pt x="393" y="174"/>
                </a:lnTo>
                <a:lnTo>
                  <a:pt x="394" y="175"/>
                </a:lnTo>
                <a:lnTo>
                  <a:pt x="394" y="177"/>
                </a:lnTo>
                <a:lnTo>
                  <a:pt x="395" y="178"/>
                </a:lnTo>
                <a:lnTo>
                  <a:pt x="394" y="179"/>
                </a:lnTo>
                <a:lnTo>
                  <a:pt x="393" y="179"/>
                </a:lnTo>
                <a:lnTo>
                  <a:pt x="393" y="180"/>
                </a:lnTo>
                <a:lnTo>
                  <a:pt x="394" y="179"/>
                </a:lnTo>
                <a:lnTo>
                  <a:pt x="395" y="181"/>
                </a:lnTo>
                <a:lnTo>
                  <a:pt x="395" y="182"/>
                </a:lnTo>
                <a:lnTo>
                  <a:pt x="394" y="182"/>
                </a:lnTo>
                <a:lnTo>
                  <a:pt x="392" y="183"/>
                </a:lnTo>
                <a:lnTo>
                  <a:pt x="391" y="184"/>
                </a:lnTo>
                <a:lnTo>
                  <a:pt x="390" y="184"/>
                </a:lnTo>
                <a:lnTo>
                  <a:pt x="392" y="184"/>
                </a:lnTo>
                <a:lnTo>
                  <a:pt x="393" y="183"/>
                </a:lnTo>
                <a:lnTo>
                  <a:pt x="394" y="183"/>
                </a:lnTo>
                <a:lnTo>
                  <a:pt x="395" y="182"/>
                </a:lnTo>
                <a:lnTo>
                  <a:pt x="395" y="183"/>
                </a:lnTo>
                <a:lnTo>
                  <a:pt x="396" y="183"/>
                </a:lnTo>
                <a:lnTo>
                  <a:pt x="396" y="184"/>
                </a:lnTo>
                <a:lnTo>
                  <a:pt x="397" y="184"/>
                </a:lnTo>
                <a:lnTo>
                  <a:pt x="397" y="185"/>
                </a:lnTo>
                <a:lnTo>
                  <a:pt x="398" y="187"/>
                </a:lnTo>
                <a:lnTo>
                  <a:pt x="398" y="188"/>
                </a:lnTo>
                <a:lnTo>
                  <a:pt x="399" y="188"/>
                </a:lnTo>
                <a:lnTo>
                  <a:pt x="399" y="189"/>
                </a:lnTo>
                <a:lnTo>
                  <a:pt x="400" y="190"/>
                </a:lnTo>
                <a:lnTo>
                  <a:pt x="399" y="190"/>
                </a:lnTo>
                <a:lnTo>
                  <a:pt x="400" y="191"/>
                </a:lnTo>
                <a:lnTo>
                  <a:pt x="400" y="192"/>
                </a:lnTo>
                <a:lnTo>
                  <a:pt x="401" y="194"/>
                </a:lnTo>
                <a:lnTo>
                  <a:pt x="401" y="195"/>
                </a:lnTo>
                <a:lnTo>
                  <a:pt x="403" y="194"/>
                </a:lnTo>
                <a:lnTo>
                  <a:pt x="404" y="194"/>
                </a:lnTo>
                <a:lnTo>
                  <a:pt x="405" y="196"/>
                </a:lnTo>
                <a:lnTo>
                  <a:pt x="404" y="196"/>
                </a:lnTo>
                <a:lnTo>
                  <a:pt x="405" y="197"/>
                </a:lnTo>
                <a:lnTo>
                  <a:pt x="405" y="198"/>
                </a:lnTo>
                <a:lnTo>
                  <a:pt x="405" y="199"/>
                </a:lnTo>
                <a:lnTo>
                  <a:pt x="404" y="199"/>
                </a:lnTo>
                <a:lnTo>
                  <a:pt x="404" y="200"/>
                </a:lnTo>
                <a:lnTo>
                  <a:pt x="405" y="201"/>
                </a:lnTo>
                <a:lnTo>
                  <a:pt x="405" y="202"/>
                </a:lnTo>
                <a:lnTo>
                  <a:pt x="406" y="203"/>
                </a:lnTo>
                <a:lnTo>
                  <a:pt x="406" y="204"/>
                </a:lnTo>
                <a:lnTo>
                  <a:pt x="406" y="205"/>
                </a:lnTo>
                <a:lnTo>
                  <a:pt x="407" y="206"/>
                </a:lnTo>
                <a:lnTo>
                  <a:pt x="407" y="207"/>
                </a:lnTo>
                <a:lnTo>
                  <a:pt x="407" y="208"/>
                </a:lnTo>
                <a:lnTo>
                  <a:pt x="407" y="210"/>
                </a:lnTo>
                <a:lnTo>
                  <a:pt x="407" y="211"/>
                </a:lnTo>
                <a:lnTo>
                  <a:pt x="407" y="212"/>
                </a:lnTo>
                <a:lnTo>
                  <a:pt x="404" y="212"/>
                </a:lnTo>
                <a:lnTo>
                  <a:pt x="403" y="213"/>
                </a:lnTo>
                <a:lnTo>
                  <a:pt x="404" y="213"/>
                </a:lnTo>
                <a:lnTo>
                  <a:pt x="407" y="214"/>
                </a:lnTo>
                <a:lnTo>
                  <a:pt x="408" y="215"/>
                </a:lnTo>
                <a:lnTo>
                  <a:pt x="409" y="216"/>
                </a:lnTo>
                <a:lnTo>
                  <a:pt x="410" y="216"/>
                </a:lnTo>
                <a:lnTo>
                  <a:pt x="409" y="216"/>
                </a:lnTo>
                <a:lnTo>
                  <a:pt x="410" y="216"/>
                </a:lnTo>
                <a:lnTo>
                  <a:pt x="411" y="217"/>
                </a:lnTo>
                <a:lnTo>
                  <a:pt x="411" y="218"/>
                </a:lnTo>
                <a:lnTo>
                  <a:pt x="411" y="221"/>
                </a:lnTo>
                <a:lnTo>
                  <a:pt x="411" y="222"/>
                </a:lnTo>
                <a:lnTo>
                  <a:pt x="410" y="222"/>
                </a:lnTo>
                <a:lnTo>
                  <a:pt x="410" y="223"/>
                </a:lnTo>
                <a:lnTo>
                  <a:pt x="411" y="223"/>
                </a:lnTo>
                <a:lnTo>
                  <a:pt x="412" y="225"/>
                </a:lnTo>
                <a:lnTo>
                  <a:pt x="413" y="226"/>
                </a:lnTo>
                <a:lnTo>
                  <a:pt x="413" y="227"/>
                </a:lnTo>
                <a:lnTo>
                  <a:pt x="413" y="228"/>
                </a:lnTo>
                <a:lnTo>
                  <a:pt x="413" y="229"/>
                </a:lnTo>
                <a:lnTo>
                  <a:pt x="412" y="229"/>
                </a:lnTo>
                <a:lnTo>
                  <a:pt x="412" y="230"/>
                </a:lnTo>
                <a:lnTo>
                  <a:pt x="412" y="231"/>
                </a:lnTo>
                <a:lnTo>
                  <a:pt x="413" y="230"/>
                </a:lnTo>
                <a:lnTo>
                  <a:pt x="415" y="230"/>
                </a:lnTo>
                <a:lnTo>
                  <a:pt x="417" y="230"/>
                </a:lnTo>
                <a:lnTo>
                  <a:pt x="416" y="242"/>
                </a:lnTo>
                <a:lnTo>
                  <a:pt x="415" y="242"/>
                </a:lnTo>
                <a:lnTo>
                  <a:pt x="415" y="246"/>
                </a:lnTo>
                <a:lnTo>
                  <a:pt x="412" y="246"/>
                </a:lnTo>
                <a:lnTo>
                  <a:pt x="411" y="247"/>
                </a:lnTo>
                <a:lnTo>
                  <a:pt x="411" y="248"/>
                </a:lnTo>
                <a:lnTo>
                  <a:pt x="410" y="248"/>
                </a:lnTo>
                <a:lnTo>
                  <a:pt x="410" y="249"/>
                </a:lnTo>
                <a:lnTo>
                  <a:pt x="410" y="250"/>
                </a:lnTo>
                <a:lnTo>
                  <a:pt x="411" y="250"/>
                </a:lnTo>
                <a:lnTo>
                  <a:pt x="413" y="249"/>
                </a:lnTo>
                <a:lnTo>
                  <a:pt x="413" y="250"/>
                </a:lnTo>
                <a:lnTo>
                  <a:pt x="414" y="250"/>
                </a:lnTo>
                <a:lnTo>
                  <a:pt x="414" y="249"/>
                </a:lnTo>
                <a:lnTo>
                  <a:pt x="415" y="249"/>
                </a:lnTo>
                <a:lnTo>
                  <a:pt x="415" y="250"/>
                </a:lnTo>
                <a:lnTo>
                  <a:pt x="415" y="251"/>
                </a:lnTo>
                <a:lnTo>
                  <a:pt x="416" y="251"/>
                </a:lnTo>
                <a:lnTo>
                  <a:pt x="416" y="252"/>
                </a:lnTo>
                <a:lnTo>
                  <a:pt x="417" y="253"/>
                </a:lnTo>
                <a:lnTo>
                  <a:pt x="417" y="254"/>
                </a:lnTo>
                <a:lnTo>
                  <a:pt x="417" y="255"/>
                </a:lnTo>
                <a:lnTo>
                  <a:pt x="415" y="257"/>
                </a:lnTo>
                <a:lnTo>
                  <a:pt x="415" y="258"/>
                </a:lnTo>
                <a:lnTo>
                  <a:pt x="415" y="259"/>
                </a:lnTo>
                <a:lnTo>
                  <a:pt x="416" y="258"/>
                </a:lnTo>
                <a:lnTo>
                  <a:pt x="417" y="258"/>
                </a:lnTo>
                <a:lnTo>
                  <a:pt x="418" y="258"/>
                </a:lnTo>
                <a:lnTo>
                  <a:pt x="419" y="258"/>
                </a:lnTo>
                <a:lnTo>
                  <a:pt x="421" y="259"/>
                </a:lnTo>
                <a:lnTo>
                  <a:pt x="421" y="258"/>
                </a:lnTo>
                <a:lnTo>
                  <a:pt x="424" y="260"/>
                </a:lnTo>
                <a:lnTo>
                  <a:pt x="423" y="260"/>
                </a:lnTo>
                <a:lnTo>
                  <a:pt x="422" y="262"/>
                </a:lnTo>
                <a:lnTo>
                  <a:pt x="423" y="262"/>
                </a:lnTo>
                <a:lnTo>
                  <a:pt x="424" y="263"/>
                </a:lnTo>
                <a:lnTo>
                  <a:pt x="425" y="263"/>
                </a:lnTo>
                <a:lnTo>
                  <a:pt x="426" y="263"/>
                </a:lnTo>
                <a:lnTo>
                  <a:pt x="427" y="264"/>
                </a:lnTo>
                <a:lnTo>
                  <a:pt x="428" y="264"/>
                </a:lnTo>
                <a:lnTo>
                  <a:pt x="429" y="264"/>
                </a:lnTo>
                <a:lnTo>
                  <a:pt x="430" y="264"/>
                </a:lnTo>
                <a:lnTo>
                  <a:pt x="430" y="265"/>
                </a:lnTo>
                <a:lnTo>
                  <a:pt x="431" y="265"/>
                </a:lnTo>
                <a:lnTo>
                  <a:pt x="438" y="269"/>
                </a:lnTo>
                <a:lnTo>
                  <a:pt x="436" y="272"/>
                </a:lnTo>
                <a:lnTo>
                  <a:pt x="437" y="272"/>
                </a:lnTo>
                <a:lnTo>
                  <a:pt x="438" y="272"/>
                </a:lnTo>
                <a:lnTo>
                  <a:pt x="440" y="270"/>
                </a:lnTo>
                <a:lnTo>
                  <a:pt x="443" y="272"/>
                </a:lnTo>
                <a:lnTo>
                  <a:pt x="443" y="273"/>
                </a:lnTo>
                <a:lnTo>
                  <a:pt x="445" y="274"/>
                </a:lnTo>
                <a:lnTo>
                  <a:pt x="446" y="273"/>
                </a:lnTo>
                <a:lnTo>
                  <a:pt x="447" y="273"/>
                </a:lnTo>
                <a:lnTo>
                  <a:pt x="449" y="274"/>
                </a:lnTo>
                <a:lnTo>
                  <a:pt x="450" y="274"/>
                </a:lnTo>
                <a:lnTo>
                  <a:pt x="453" y="276"/>
                </a:lnTo>
                <a:lnTo>
                  <a:pt x="454" y="277"/>
                </a:lnTo>
                <a:lnTo>
                  <a:pt x="456" y="278"/>
                </a:lnTo>
                <a:lnTo>
                  <a:pt x="457" y="279"/>
                </a:lnTo>
                <a:lnTo>
                  <a:pt x="457" y="280"/>
                </a:lnTo>
                <a:lnTo>
                  <a:pt x="457" y="281"/>
                </a:lnTo>
                <a:lnTo>
                  <a:pt x="457" y="283"/>
                </a:lnTo>
                <a:lnTo>
                  <a:pt x="457" y="284"/>
                </a:lnTo>
                <a:lnTo>
                  <a:pt x="457" y="286"/>
                </a:lnTo>
                <a:lnTo>
                  <a:pt x="458" y="287"/>
                </a:lnTo>
                <a:lnTo>
                  <a:pt x="458" y="288"/>
                </a:lnTo>
                <a:lnTo>
                  <a:pt x="459" y="288"/>
                </a:lnTo>
                <a:lnTo>
                  <a:pt x="459" y="291"/>
                </a:lnTo>
                <a:lnTo>
                  <a:pt x="460" y="292"/>
                </a:lnTo>
                <a:lnTo>
                  <a:pt x="460" y="293"/>
                </a:lnTo>
                <a:lnTo>
                  <a:pt x="460" y="294"/>
                </a:lnTo>
                <a:lnTo>
                  <a:pt x="461" y="295"/>
                </a:lnTo>
                <a:lnTo>
                  <a:pt x="462" y="295"/>
                </a:lnTo>
                <a:lnTo>
                  <a:pt x="463" y="296"/>
                </a:lnTo>
                <a:lnTo>
                  <a:pt x="463" y="297"/>
                </a:lnTo>
                <a:lnTo>
                  <a:pt x="463" y="298"/>
                </a:lnTo>
                <a:lnTo>
                  <a:pt x="462" y="298"/>
                </a:lnTo>
                <a:lnTo>
                  <a:pt x="461" y="299"/>
                </a:lnTo>
                <a:lnTo>
                  <a:pt x="460" y="299"/>
                </a:lnTo>
                <a:lnTo>
                  <a:pt x="458" y="299"/>
                </a:lnTo>
                <a:lnTo>
                  <a:pt x="456" y="298"/>
                </a:lnTo>
                <a:lnTo>
                  <a:pt x="456" y="297"/>
                </a:lnTo>
                <a:lnTo>
                  <a:pt x="456" y="298"/>
                </a:lnTo>
                <a:lnTo>
                  <a:pt x="455" y="298"/>
                </a:lnTo>
                <a:lnTo>
                  <a:pt x="454" y="298"/>
                </a:lnTo>
                <a:lnTo>
                  <a:pt x="454" y="299"/>
                </a:lnTo>
                <a:lnTo>
                  <a:pt x="452" y="299"/>
                </a:lnTo>
                <a:lnTo>
                  <a:pt x="453" y="299"/>
                </a:lnTo>
                <a:lnTo>
                  <a:pt x="454" y="299"/>
                </a:lnTo>
                <a:lnTo>
                  <a:pt x="455" y="299"/>
                </a:lnTo>
                <a:lnTo>
                  <a:pt x="456" y="299"/>
                </a:lnTo>
                <a:lnTo>
                  <a:pt x="457" y="299"/>
                </a:lnTo>
                <a:lnTo>
                  <a:pt x="457" y="300"/>
                </a:lnTo>
                <a:lnTo>
                  <a:pt x="457" y="302"/>
                </a:lnTo>
                <a:lnTo>
                  <a:pt x="458" y="303"/>
                </a:lnTo>
                <a:lnTo>
                  <a:pt x="459" y="303"/>
                </a:lnTo>
                <a:lnTo>
                  <a:pt x="460" y="303"/>
                </a:lnTo>
                <a:lnTo>
                  <a:pt x="461" y="304"/>
                </a:lnTo>
                <a:lnTo>
                  <a:pt x="462" y="303"/>
                </a:lnTo>
                <a:lnTo>
                  <a:pt x="464" y="303"/>
                </a:lnTo>
                <a:lnTo>
                  <a:pt x="465" y="303"/>
                </a:lnTo>
                <a:lnTo>
                  <a:pt x="466" y="304"/>
                </a:lnTo>
                <a:lnTo>
                  <a:pt x="466" y="305"/>
                </a:lnTo>
                <a:lnTo>
                  <a:pt x="467" y="306"/>
                </a:lnTo>
                <a:lnTo>
                  <a:pt x="466" y="308"/>
                </a:lnTo>
                <a:lnTo>
                  <a:pt x="467" y="308"/>
                </a:lnTo>
                <a:lnTo>
                  <a:pt x="468" y="309"/>
                </a:lnTo>
                <a:lnTo>
                  <a:pt x="469" y="309"/>
                </a:lnTo>
                <a:lnTo>
                  <a:pt x="470" y="310"/>
                </a:lnTo>
                <a:lnTo>
                  <a:pt x="471" y="310"/>
                </a:lnTo>
                <a:lnTo>
                  <a:pt x="472" y="308"/>
                </a:lnTo>
                <a:lnTo>
                  <a:pt x="474" y="309"/>
                </a:lnTo>
                <a:lnTo>
                  <a:pt x="482" y="312"/>
                </a:lnTo>
                <a:lnTo>
                  <a:pt x="486" y="314"/>
                </a:lnTo>
                <a:lnTo>
                  <a:pt x="488" y="316"/>
                </a:lnTo>
                <a:lnTo>
                  <a:pt x="487" y="316"/>
                </a:lnTo>
                <a:lnTo>
                  <a:pt x="486" y="318"/>
                </a:lnTo>
                <a:lnTo>
                  <a:pt x="487" y="318"/>
                </a:lnTo>
                <a:lnTo>
                  <a:pt x="487" y="319"/>
                </a:lnTo>
                <a:lnTo>
                  <a:pt x="488" y="319"/>
                </a:lnTo>
                <a:lnTo>
                  <a:pt x="489" y="320"/>
                </a:lnTo>
                <a:lnTo>
                  <a:pt x="491" y="321"/>
                </a:lnTo>
                <a:lnTo>
                  <a:pt x="492" y="323"/>
                </a:lnTo>
                <a:lnTo>
                  <a:pt x="493" y="323"/>
                </a:lnTo>
                <a:lnTo>
                  <a:pt x="494" y="324"/>
                </a:lnTo>
                <a:lnTo>
                  <a:pt x="498" y="333"/>
                </a:lnTo>
                <a:lnTo>
                  <a:pt x="498" y="334"/>
                </a:lnTo>
                <a:lnTo>
                  <a:pt x="498" y="336"/>
                </a:lnTo>
                <a:lnTo>
                  <a:pt x="499" y="336"/>
                </a:lnTo>
                <a:lnTo>
                  <a:pt x="499" y="337"/>
                </a:lnTo>
                <a:lnTo>
                  <a:pt x="499" y="338"/>
                </a:lnTo>
                <a:lnTo>
                  <a:pt x="500" y="338"/>
                </a:lnTo>
                <a:lnTo>
                  <a:pt x="500" y="339"/>
                </a:lnTo>
                <a:lnTo>
                  <a:pt x="500" y="340"/>
                </a:lnTo>
                <a:lnTo>
                  <a:pt x="501" y="340"/>
                </a:lnTo>
                <a:lnTo>
                  <a:pt x="501" y="341"/>
                </a:lnTo>
                <a:lnTo>
                  <a:pt x="502" y="343"/>
                </a:lnTo>
                <a:lnTo>
                  <a:pt x="502" y="344"/>
                </a:lnTo>
                <a:lnTo>
                  <a:pt x="503" y="344"/>
                </a:lnTo>
                <a:lnTo>
                  <a:pt x="503" y="345"/>
                </a:lnTo>
                <a:lnTo>
                  <a:pt x="503" y="346"/>
                </a:lnTo>
                <a:lnTo>
                  <a:pt x="503" y="347"/>
                </a:lnTo>
                <a:lnTo>
                  <a:pt x="503" y="348"/>
                </a:lnTo>
                <a:lnTo>
                  <a:pt x="502" y="350"/>
                </a:lnTo>
                <a:lnTo>
                  <a:pt x="501" y="350"/>
                </a:lnTo>
                <a:lnTo>
                  <a:pt x="500" y="351"/>
                </a:lnTo>
                <a:lnTo>
                  <a:pt x="499" y="351"/>
                </a:lnTo>
                <a:lnTo>
                  <a:pt x="499" y="354"/>
                </a:lnTo>
                <a:lnTo>
                  <a:pt x="499" y="357"/>
                </a:lnTo>
                <a:lnTo>
                  <a:pt x="498" y="357"/>
                </a:lnTo>
                <a:lnTo>
                  <a:pt x="496" y="357"/>
                </a:lnTo>
                <a:lnTo>
                  <a:pt x="495" y="356"/>
                </a:lnTo>
                <a:lnTo>
                  <a:pt x="494" y="356"/>
                </a:lnTo>
                <a:lnTo>
                  <a:pt x="493" y="356"/>
                </a:lnTo>
                <a:lnTo>
                  <a:pt x="492" y="356"/>
                </a:lnTo>
                <a:lnTo>
                  <a:pt x="491" y="355"/>
                </a:lnTo>
                <a:lnTo>
                  <a:pt x="490" y="355"/>
                </a:lnTo>
                <a:lnTo>
                  <a:pt x="488" y="354"/>
                </a:lnTo>
                <a:lnTo>
                  <a:pt x="487" y="354"/>
                </a:lnTo>
                <a:lnTo>
                  <a:pt x="485" y="353"/>
                </a:lnTo>
                <a:lnTo>
                  <a:pt x="484" y="353"/>
                </a:lnTo>
                <a:lnTo>
                  <a:pt x="482" y="352"/>
                </a:lnTo>
                <a:lnTo>
                  <a:pt x="481" y="352"/>
                </a:lnTo>
                <a:lnTo>
                  <a:pt x="477" y="351"/>
                </a:lnTo>
                <a:lnTo>
                  <a:pt x="476" y="350"/>
                </a:lnTo>
                <a:lnTo>
                  <a:pt x="475" y="350"/>
                </a:lnTo>
                <a:lnTo>
                  <a:pt x="474" y="350"/>
                </a:lnTo>
                <a:lnTo>
                  <a:pt x="474" y="349"/>
                </a:lnTo>
                <a:lnTo>
                  <a:pt x="474" y="350"/>
                </a:lnTo>
                <a:lnTo>
                  <a:pt x="473" y="350"/>
                </a:lnTo>
                <a:lnTo>
                  <a:pt x="473" y="349"/>
                </a:lnTo>
                <a:lnTo>
                  <a:pt x="472" y="349"/>
                </a:lnTo>
                <a:lnTo>
                  <a:pt x="470" y="349"/>
                </a:lnTo>
                <a:lnTo>
                  <a:pt x="470" y="348"/>
                </a:lnTo>
                <a:lnTo>
                  <a:pt x="469" y="347"/>
                </a:lnTo>
                <a:lnTo>
                  <a:pt x="469" y="348"/>
                </a:lnTo>
                <a:lnTo>
                  <a:pt x="469" y="347"/>
                </a:lnTo>
                <a:lnTo>
                  <a:pt x="468" y="347"/>
                </a:lnTo>
                <a:lnTo>
                  <a:pt x="467" y="346"/>
                </a:lnTo>
                <a:lnTo>
                  <a:pt x="466" y="346"/>
                </a:lnTo>
                <a:lnTo>
                  <a:pt x="465" y="345"/>
                </a:lnTo>
                <a:lnTo>
                  <a:pt x="464" y="345"/>
                </a:lnTo>
                <a:lnTo>
                  <a:pt x="463" y="345"/>
                </a:lnTo>
                <a:lnTo>
                  <a:pt x="462" y="345"/>
                </a:lnTo>
                <a:lnTo>
                  <a:pt x="461" y="344"/>
                </a:lnTo>
                <a:lnTo>
                  <a:pt x="460" y="344"/>
                </a:lnTo>
                <a:lnTo>
                  <a:pt x="459" y="343"/>
                </a:lnTo>
                <a:lnTo>
                  <a:pt x="458" y="343"/>
                </a:lnTo>
                <a:lnTo>
                  <a:pt x="457" y="342"/>
                </a:lnTo>
                <a:lnTo>
                  <a:pt x="457" y="341"/>
                </a:lnTo>
                <a:lnTo>
                  <a:pt x="456" y="341"/>
                </a:lnTo>
                <a:lnTo>
                  <a:pt x="457" y="341"/>
                </a:lnTo>
                <a:lnTo>
                  <a:pt x="457" y="340"/>
                </a:lnTo>
                <a:lnTo>
                  <a:pt x="456" y="339"/>
                </a:lnTo>
                <a:lnTo>
                  <a:pt x="455" y="338"/>
                </a:lnTo>
                <a:lnTo>
                  <a:pt x="455" y="337"/>
                </a:lnTo>
                <a:lnTo>
                  <a:pt x="454" y="337"/>
                </a:lnTo>
                <a:lnTo>
                  <a:pt x="453" y="335"/>
                </a:lnTo>
                <a:lnTo>
                  <a:pt x="451" y="335"/>
                </a:lnTo>
                <a:lnTo>
                  <a:pt x="450" y="334"/>
                </a:lnTo>
                <a:lnTo>
                  <a:pt x="449" y="334"/>
                </a:lnTo>
                <a:lnTo>
                  <a:pt x="448" y="333"/>
                </a:lnTo>
                <a:lnTo>
                  <a:pt x="447" y="333"/>
                </a:lnTo>
                <a:lnTo>
                  <a:pt x="446" y="333"/>
                </a:lnTo>
                <a:lnTo>
                  <a:pt x="445" y="333"/>
                </a:lnTo>
                <a:lnTo>
                  <a:pt x="442" y="334"/>
                </a:lnTo>
                <a:lnTo>
                  <a:pt x="441" y="335"/>
                </a:lnTo>
                <a:lnTo>
                  <a:pt x="440" y="335"/>
                </a:lnTo>
                <a:lnTo>
                  <a:pt x="438" y="336"/>
                </a:lnTo>
                <a:lnTo>
                  <a:pt x="437" y="337"/>
                </a:lnTo>
                <a:lnTo>
                  <a:pt x="436" y="338"/>
                </a:lnTo>
                <a:lnTo>
                  <a:pt x="435" y="338"/>
                </a:lnTo>
                <a:lnTo>
                  <a:pt x="435" y="339"/>
                </a:lnTo>
                <a:lnTo>
                  <a:pt x="434" y="339"/>
                </a:lnTo>
                <a:lnTo>
                  <a:pt x="433" y="341"/>
                </a:lnTo>
                <a:lnTo>
                  <a:pt x="432" y="342"/>
                </a:lnTo>
                <a:lnTo>
                  <a:pt x="431" y="342"/>
                </a:lnTo>
                <a:lnTo>
                  <a:pt x="429" y="343"/>
                </a:lnTo>
                <a:lnTo>
                  <a:pt x="429" y="344"/>
                </a:lnTo>
                <a:lnTo>
                  <a:pt x="429" y="345"/>
                </a:lnTo>
                <a:lnTo>
                  <a:pt x="430" y="345"/>
                </a:lnTo>
                <a:lnTo>
                  <a:pt x="431" y="346"/>
                </a:lnTo>
                <a:lnTo>
                  <a:pt x="432" y="347"/>
                </a:lnTo>
                <a:lnTo>
                  <a:pt x="433" y="347"/>
                </a:lnTo>
                <a:lnTo>
                  <a:pt x="434" y="348"/>
                </a:lnTo>
                <a:lnTo>
                  <a:pt x="435" y="349"/>
                </a:lnTo>
                <a:lnTo>
                  <a:pt x="435" y="350"/>
                </a:lnTo>
                <a:lnTo>
                  <a:pt x="436" y="350"/>
                </a:lnTo>
                <a:lnTo>
                  <a:pt x="437" y="350"/>
                </a:lnTo>
                <a:lnTo>
                  <a:pt x="437" y="351"/>
                </a:lnTo>
                <a:lnTo>
                  <a:pt x="438" y="351"/>
                </a:lnTo>
                <a:lnTo>
                  <a:pt x="439" y="352"/>
                </a:lnTo>
                <a:lnTo>
                  <a:pt x="440" y="353"/>
                </a:lnTo>
                <a:lnTo>
                  <a:pt x="441" y="353"/>
                </a:lnTo>
                <a:lnTo>
                  <a:pt x="441" y="354"/>
                </a:lnTo>
                <a:lnTo>
                  <a:pt x="444" y="356"/>
                </a:lnTo>
                <a:lnTo>
                  <a:pt x="445" y="358"/>
                </a:lnTo>
                <a:lnTo>
                  <a:pt x="446" y="359"/>
                </a:lnTo>
                <a:lnTo>
                  <a:pt x="447" y="360"/>
                </a:lnTo>
                <a:lnTo>
                  <a:pt x="448" y="361"/>
                </a:lnTo>
                <a:lnTo>
                  <a:pt x="448" y="362"/>
                </a:lnTo>
                <a:lnTo>
                  <a:pt x="449" y="363"/>
                </a:lnTo>
                <a:lnTo>
                  <a:pt x="450" y="363"/>
                </a:lnTo>
                <a:lnTo>
                  <a:pt x="451" y="364"/>
                </a:lnTo>
                <a:lnTo>
                  <a:pt x="453" y="365"/>
                </a:lnTo>
                <a:lnTo>
                  <a:pt x="453" y="366"/>
                </a:lnTo>
                <a:lnTo>
                  <a:pt x="454" y="366"/>
                </a:lnTo>
                <a:lnTo>
                  <a:pt x="454" y="367"/>
                </a:lnTo>
                <a:lnTo>
                  <a:pt x="453" y="367"/>
                </a:lnTo>
                <a:lnTo>
                  <a:pt x="453" y="368"/>
                </a:lnTo>
                <a:lnTo>
                  <a:pt x="452" y="368"/>
                </a:lnTo>
                <a:lnTo>
                  <a:pt x="451" y="369"/>
                </a:lnTo>
                <a:lnTo>
                  <a:pt x="449" y="370"/>
                </a:lnTo>
                <a:lnTo>
                  <a:pt x="449" y="371"/>
                </a:lnTo>
                <a:lnTo>
                  <a:pt x="448" y="371"/>
                </a:lnTo>
                <a:lnTo>
                  <a:pt x="448" y="370"/>
                </a:lnTo>
                <a:lnTo>
                  <a:pt x="447" y="370"/>
                </a:lnTo>
                <a:lnTo>
                  <a:pt x="446" y="371"/>
                </a:lnTo>
                <a:lnTo>
                  <a:pt x="447" y="371"/>
                </a:lnTo>
                <a:lnTo>
                  <a:pt x="446" y="372"/>
                </a:lnTo>
                <a:lnTo>
                  <a:pt x="445" y="372"/>
                </a:lnTo>
                <a:lnTo>
                  <a:pt x="444" y="372"/>
                </a:lnTo>
                <a:lnTo>
                  <a:pt x="443" y="373"/>
                </a:lnTo>
                <a:lnTo>
                  <a:pt x="442" y="373"/>
                </a:lnTo>
                <a:lnTo>
                  <a:pt x="441" y="373"/>
                </a:lnTo>
                <a:lnTo>
                  <a:pt x="441" y="372"/>
                </a:lnTo>
                <a:lnTo>
                  <a:pt x="441" y="371"/>
                </a:lnTo>
                <a:lnTo>
                  <a:pt x="441" y="372"/>
                </a:lnTo>
                <a:lnTo>
                  <a:pt x="440" y="372"/>
                </a:lnTo>
                <a:lnTo>
                  <a:pt x="440" y="373"/>
                </a:lnTo>
                <a:lnTo>
                  <a:pt x="439" y="373"/>
                </a:lnTo>
                <a:lnTo>
                  <a:pt x="438" y="373"/>
                </a:lnTo>
                <a:lnTo>
                  <a:pt x="438" y="374"/>
                </a:lnTo>
                <a:lnTo>
                  <a:pt x="437" y="374"/>
                </a:lnTo>
                <a:lnTo>
                  <a:pt x="436" y="375"/>
                </a:lnTo>
                <a:lnTo>
                  <a:pt x="436" y="376"/>
                </a:lnTo>
                <a:lnTo>
                  <a:pt x="435" y="376"/>
                </a:lnTo>
                <a:lnTo>
                  <a:pt x="434" y="376"/>
                </a:lnTo>
                <a:lnTo>
                  <a:pt x="433" y="377"/>
                </a:lnTo>
                <a:lnTo>
                  <a:pt x="433" y="378"/>
                </a:lnTo>
                <a:lnTo>
                  <a:pt x="434" y="378"/>
                </a:lnTo>
                <a:lnTo>
                  <a:pt x="433" y="378"/>
                </a:lnTo>
                <a:lnTo>
                  <a:pt x="433" y="379"/>
                </a:lnTo>
                <a:lnTo>
                  <a:pt x="433" y="380"/>
                </a:lnTo>
                <a:lnTo>
                  <a:pt x="434" y="380"/>
                </a:lnTo>
                <a:lnTo>
                  <a:pt x="433" y="380"/>
                </a:lnTo>
                <a:lnTo>
                  <a:pt x="433" y="381"/>
                </a:lnTo>
                <a:lnTo>
                  <a:pt x="433" y="382"/>
                </a:lnTo>
                <a:lnTo>
                  <a:pt x="433" y="383"/>
                </a:lnTo>
                <a:lnTo>
                  <a:pt x="432" y="383"/>
                </a:lnTo>
                <a:lnTo>
                  <a:pt x="431" y="383"/>
                </a:lnTo>
                <a:lnTo>
                  <a:pt x="430" y="383"/>
                </a:lnTo>
                <a:lnTo>
                  <a:pt x="430" y="384"/>
                </a:lnTo>
                <a:lnTo>
                  <a:pt x="430" y="385"/>
                </a:lnTo>
                <a:lnTo>
                  <a:pt x="429" y="385"/>
                </a:lnTo>
                <a:lnTo>
                  <a:pt x="429" y="384"/>
                </a:lnTo>
                <a:lnTo>
                  <a:pt x="429" y="386"/>
                </a:lnTo>
                <a:lnTo>
                  <a:pt x="430" y="386"/>
                </a:lnTo>
                <a:lnTo>
                  <a:pt x="430" y="387"/>
                </a:lnTo>
                <a:lnTo>
                  <a:pt x="431" y="387"/>
                </a:lnTo>
                <a:lnTo>
                  <a:pt x="431" y="388"/>
                </a:lnTo>
                <a:lnTo>
                  <a:pt x="431" y="389"/>
                </a:lnTo>
                <a:lnTo>
                  <a:pt x="431" y="390"/>
                </a:lnTo>
                <a:lnTo>
                  <a:pt x="431" y="391"/>
                </a:lnTo>
                <a:lnTo>
                  <a:pt x="432" y="391"/>
                </a:lnTo>
                <a:lnTo>
                  <a:pt x="432" y="390"/>
                </a:lnTo>
                <a:lnTo>
                  <a:pt x="433" y="391"/>
                </a:lnTo>
                <a:lnTo>
                  <a:pt x="433" y="392"/>
                </a:lnTo>
                <a:lnTo>
                  <a:pt x="433" y="393"/>
                </a:lnTo>
                <a:lnTo>
                  <a:pt x="434" y="393"/>
                </a:lnTo>
                <a:lnTo>
                  <a:pt x="434" y="392"/>
                </a:lnTo>
                <a:lnTo>
                  <a:pt x="434" y="393"/>
                </a:lnTo>
                <a:lnTo>
                  <a:pt x="433" y="394"/>
                </a:lnTo>
                <a:lnTo>
                  <a:pt x="432" y="394"/>
                </a:lnTo>
                <a:lnTo>
                  <a:pt x="432" y="393"/>
                </a:lnTo>
                <a:lnTo>
                  <a:pt x="431" y="393"/>
                </a:lnTo>
                <a:lnTo>
                  <a:pt x="430" y="393"/>
                </a:lnTo>
                <a:lnTo>
                  <a:pt x="429" y="394"/>
                </a:lnTo>
                <a:lnTo>
                  <a:pt x="428" y="394"/>
                </a:lnTo>
                <a:lnTo>
                  <a:pt x="428" y="393"/>
                </a:lnTo>
                <a:lnTo>
                  <a:pt x="428" y="392"/>
                </a:lnTo>
                <a:lnTo>
                  <a:pt x="427" y="392"/>
                </a:lnTo>
                <a:lnTo>
                  <a:pt x="427" y="393"/>
                </a:lnTo>
                <a:lnTo>
                  <a:pt x="427" y="394"/>
                </a:lnTo>
                <a:lnTo>
                  <a:pt x="426" y="394"/>
                </a:lnTo>
                <a:lnTo>
                  <a:pt x="426" y="395"/>
                </a:lnTo>
                <a:lnTo>
                  <a:pt x="425" y="395"/>
                </a:lnTo>
                <a:lnTo>
                  <a:pt x="425" y="396"/>
                </a:lnTo>
                <a:lnTo>
                  <a:pt x="425" y="397"/>
                </a:lnTo>
                <a:lnTo>
                  <a:pt x="425" y="398"/>
                </a:lnTo>
                <a:lnTo>
                  <a:pt x="425" y="399"/>
                </a:lnTo>
                <a:lnTo>
                  <a:pt x="425" y="400"/>
                </a:lnTo>
                <a:lnTo>
                  <a:pt x="425" y="401"/>
                </a:lnTo>
                <a:lnTo>
                  <a:pt x="426" y="402"/>
                </a:lnTo>
                <a:lnTo>
                  <a:pt x="426" y="403"/>
                </a:lnTo>
                <a:lnTo>
                  <a:pt x="426" y="404"/>
                </a:lnTo>
                <a:lnTo>
                  <a:pt x="426" y="405"/>
                </a:lnTo>
                <a:lnTo>
                  <a:pt x="426" y="404"/>
                </a:lnTo>
                <a:lnTo>
                  <a:pt x="426" y="405"/>
                </a:lnTo>
                <a:lnTo>
                  <a:pt x="426" y="406"/>
                </a:lnTo>
                <a:lnTo>
                  <a:pt x="426" y="407"/>
                </a:lnTo>
                <a:lnTo>
                  <a:pt x="425" y="407"/>
                </a:lnTo>
                <a:lnTo>
                  <a:pt x="425" y="406"/>
                </a:lnTo>
                <a:lnTo>
                  <a:pt x="424" y="406"/>
                </a:lnTo>
                <a:lnTo>
                  <a:pt x="424" y="407"/>
                </a:lnTo>
                <a:lnTo>
                  <a:pt x="424" y="406"/>
                </a:lnTo>
                <a:lnTo>
                  <a:pt x="423" y="406"/>
                </a:lnTo>
                <a:lnTo>
                  <a:pt x="423" y="407"/>
                </a:lnTo>
                <a:lnTo>
                  <a:pt x="424" y="407"/>
                </a:lnTo>
                <a:lnTo>
                  <a:pt x="423" y="408"/>
                </a:lnTo>
                <a:lnTo>
                  <a:pt x="423" y="407"/>
                </a:lnTo>
                <a:lnTo>
                  <a:pt x="422" y="407"/>
                </a:lnTo>
                <a:lnTo>
                  <a:pt x="421" y="408"/>
                </a:lnTo>
                <a:lnTo>
                  <a:pt x="420" y="408"/>
                </a:lnTo>
                <a:lnTo>
                  <a:pt x="418" y="408"/>
                </a:lnTo>
                <a:lnTo>
                  <a:pt x="417" y="408"/>
                </a:lnTo>
                <a:lnTo>
                  <a:pt x="416" y="408"/>
                </a:lnTo>
                <a:lnTo>
                  <a:pt x="415" y="408"/>
                </a:lnTo>
                <a:lnTo>
                  <a:pt x="414" y="408"/>
                </a:lnTo>
                <a:lnTo>
                  <a:pt x="414" y="407"/>
                </a:lnTo>
                <a:lnTo>
                  <a:pt x="413" y="407"/>
                </a:lnTo>
                <a:lnTo>
                  <a:pt x="413" y="408"/>
                </a:lnTo>
                <a:lnTo>
                  <a:pt x="412" y="408"/>
                </a:lnTo>
                <a:lnTo>
                  <a:pt x="411" y="408"/>
                </a:lnTo>
                <a:lnTo>
                  <a:pt x="410" y="408"/>
                </a:lnTo>
                <a:lnTo>
                  <a:pt x="409" y="408"/>
                </a:lnTo>
                <a:lnTo>
                  <a:pt x="408" y="409"/>
                </a:lnTo>
                <a:lnTo>
                  <a:pt x="408" y="410"/>
                </a:lnTo>
                <a:lnTo>
                  <a:pt x="407" y="410"/>
                </a:lnTo>
                <a:lnTo>
                  <a:pt x="407" y="412"/>
                </a:lnTo>
                <a:lnTo>
                  <a:pt x="406" y="412"/>
                </a:lnTo>
                <a:lnTo>
                  <a:pt x="407" y="412"/>
                </a:lnTo>
                <a:lnTo>
                  <a:pt x="407" y="413"/>
                </a:lnTo>
                <a:lnTo>
                  <a:pt x="408" y="413"/>
                </a:lnTo>
                <a:lnTo>
                  <a:pt x="409" y="413"/>
                </a:lnTo>
                <a:lnTo>
                  <a:pt x="408" y="413"/>
                </a:lnTo>
                <a:lnTo>
                  <a:pt x="409" y="413"/>
                </a:lnTo>
                <a:lnTo>
                  <a:pt x="410" y="413"/>
                </a:lnTo>
                <a:lnTo>
                  <a:pt x="410" y="414"/>
                </a:lnTo>
                <a:lnTo>
                  <a:pt x="411" y="414"/>
                </a:lnTo>
                <a:lnTo>
                  <a:pt x="411" y="415"/>
                </a:lnTo>
                <a:lnTo>
                  <a:pt x="410" y="415"/>
                </a:lnTo>
                <a:lnTo>
                  <a:pt x="410" y="416"/>
                </a:lnTo>
                <a:lnTo>
                  <a:pt x="410" y="417"/>
                </a:lnTo>
                <a:lnTo>
                  <a:pt x="410" y="418"/>
                </a:lnTo>
                <a:lnTo>
                  <a:pt x="410" y="419"/>
                </a:lnTo>
                <a:lnTo>
                  <a:pt x="411" y="419"/>
                </a:lnTo>
                <a:lnTo>
                  <a:pt x="411" y="421"/>
                </a:lnTo>
                <a:lnTo>
                  <a:pt x="410" y="421"/>
                </a:lnTo>
                <a:lnTo>
                  <a:pt x="410" y="422"/>
                </a:lnTo>
                <a:lnTo>
                  <a:pt x="410" y="423"/>
                </a:lnTo>
                <a:lnTo>
                  <a:pt x="409" y="423"/>
                </a:lnTo>
                <a:lnTo>
                  <a:pt x="408" y="423"/>
                </a:lnTo>
                <a:lnTo>
                  <a:pt x="408" y="424"/>
                </a:lnTo>
                <a:lnTo>
                  <a:pt x="407" y="424"/>
                </a:lnTo>
                <a:lnTo>
                  <a:pt x="406" y="424"/>
                </a:lnTo>
                <a:lnTo>
                  <a:pt x="405" y="424"/>
                </a:lnTo>
                <a:lnTo>
                  <a:pt x="405" y="423"/>
                </a:lnTo>
                <a:lnTo>
                  <a:pt x="403" y="422"/>
                </a:lnTo>
                <a:lnTo>
                  <a:pt x="402" y="422"/>
                </a:lnTo>
                <a:lnTo>
                  <a:pt x="401" y="423"/>
                </a:lnTo>
                <a:lnTo>
                  <a:pt x="400" y="423"/>
                </a:lnTo>
                <a:lnTo>
                  <a:pt x="399" y="423"/>
                </a:lnTo>
                <a:lnTo>
                  <a:pt x="399" y="424"/>
                </a:lnTo>
                <a:lnTo>
                  <a:pt x="399" y="423"/>
                </a:lnTo>
                <a:lnTo>
                  <a:pt x="398" y="424"/>
                </a:lnTo>
                <a:lnTo>
                  <a:pt x="399" y="425"/>
                </a:lnTo>
                <a:lnTo>
                  <a:pt x="398" y="425"/>
                </a:lnTo>
                <a:lnTo>
                  <a:pt x="397" y="426"/>
                </a:lnTo>
                <a:lnTo>
                  <a:pt x="397" y="427"/>
                </a:lnTo>
                <a:lnTo>
                  <a:pt x="396" y="427"/>
                </a:lnTo>
                <a:lnTo>
                  <a:pt x="396" y="426"/>
                </a:lnTo>
                <a:lnTo>
                  <a:pt x="395" y="426"/>
                </a:lnTo>
                <a:lnTo>
                  <a:pt x="393" y="426"/>
                </a:lnTo>
                <a:lnTo>
                  <a:pt x="393" y="427"/>
                </a:lnTo>
                <a:lnTo>
                  <a:pt x="392" y="426"/>
                </a:lnTo>
                <a:lnTo>
                  <a:pt x="391" y="427"/>
                </a:lnTo>
                <a:lnTo>
                  <a:pt x="391" y="428"/>
                </a:lnTo>
                <a:lnTo>
                  <a:pt x="392" y="428"/>
                </a:lnTo>
                <a:lnTo>
                  <a:pt x="393" y="429"/>
                </a:lnTo>
                <a:lnTo>
                  <a:pt x="393" y="430"/>
                </a:lnTo>
                <a:lnTo>
                  <a:pt x="394" y="431"/>
                </a:lnTo>
                <a:lnTo>
                  <a:pt x="394" y="432"/>
                </a:lnTo>
                <a:lnTo>
                  <a:pt x="393" y="432"/>
                </a:lnTo>
                <a:lnTo>
                  <a:pt x="393" y="433"/>
                </a:lnTo>
                <a:lnTo>
                  <a:pt x="394" y="433"/>
                </a:lnTo>
                <a:lnTo>
                  <a:pt x="394" y="434"/>
                </a:lnTo>
                <a:lnTo>
                  <a:pt x="394" y="435"/>
                </a:lnTo>
                <a:lnTo>
                  <a:pt x="393" y="435"/>
                </a:lnTo>
                <a:lnTo>
                  <a:pt x="392" y="435"/>
                </a:lnTo>
                <a:lnTo>
                  <a:pt x="393" y="436"/>
                </a:lnTo>
                <a:lnTo>
                  <a:pt x="392" y="436"/>
                </a:lnTo>
                <a:lnTo>
                  <a:pt x="393" y="436"/>
                </a:lnTo>
                <a:lnTo>
                  <a:pt x="392" y="436"/>
                </a:lnTo>
                <a:lnTo>
                  <a:pt x="393" y="436"/>
                </a:lnTo>
                <a:lnTo>
                  <a:pt x="392" y="436"/>
                </a:lnTo>
                <a:lnTo>
                  <a:pt x="391" y="435"/>
                </a:lnTo>
                <a:lnTo>
                  <a:pt x="390" y="436"/>
                </a:lnTo>
                <a:lnTo>
                  <a:pt x="390" y="437"/>
                </a:lnTo>
                <a:lnTo>
                  <a:pt x="389" y="437"/>
                </a:lnTo>
                <a:lnTo>
                  <a:pt x="389" y="438"/>
                </a:lnTo>
                <a:lnTo>
                  <a:pt x="388" y="438"/>
                </a:lnTo>
                <a:lnTo>
                  <a:pt x="388" y="439"/>
                </a:lnTo>
                <a:lnTo>
                  <a:pt x="387" y="438"/>
                </a:lnTo>
                <a:lnTo>
                  <a:pt x="386" y="438"/>
                </a:lnTo>
                <a:lnTo>
                  <a:pt x="385" y="438"/>
                </a:lnTo>
                <a:lnTo>
                  <a:pt x="384" y="438"/>
                </a:lnTo>
                <a:lnTo>
                  <a:pt x="383" y="438"/>
                </a:lnTo>
                <a:lnTo>
                  <a:pt x="382" y="438"/>
                </a:lnTo>
                <a:lnTo>
                  <a:pt x="382" y="439"/>
                </a:lnTo>
                <a:lnTo>
                  <a:pt x="381" y="439"/>
                </a:lnTo>
                <a:lnTo>
                  <a:pt x="380" y="440"/>
                </a:lnTo>
                <a:lnTo>
                  <a:pt x="379" y="440"/>
                </a:lnTo>
                <a:lnTo>
                  <a:pt x="380" y="440"/>
                </a:lnTo>
                <a:lnTo>
                  <a:pt x="379" y="441"/>
                </a:lnTo>
                <a:lnTo>
                  <a:pt x="379" y="442"/>
                </a:lnTo>
                <a:lnTo>
                  <a:pt x="378" y="443"/>
                </a:lnTo>
                <a:lnTo>
                  <a:pt x="377" y="444"/>
                </a:lnTo>
                <a:lnTo>
                  <a:pt x="377" y="445"/>
                </a:lnTo>
                <a:lnTo>
                  <a:pt x="376" y="446"/>
                </a:lnTo>
                <a:lnTo>
                  <a:pt x="376" y="447"/>
                </a:lnTo>
                <a:lnTo>
                  <a:pt x="375" y="447"/>
                </a:lnTo>
                <a:lnTo>
                  <a:pt x="375" y="448"/>
                </a:lnTo>
                <a:lnTo>
                  <a:pt x="374" y="447"/>
                </a:lnTo>
                <a:lnTo>
                  <a:pt x="373" y="447"/>
                </a:lnTo>
                <a:lnTo>
                  <a:pt x="373" y="446"/>
                </a:lnTo>
                <a:lnTo>
                  <a:pt x="373" y="445"/>
                </a:lnTo>
                <a:lnTo>
                  <a:pt x="372" y="445"/>
                </a:lnTo>
                <a:lnTo>
                  <a:pt x="372" y="444"/>
                </a:lnTo>
                <a:lnTo>
                  <a:pt x="372" y="443"/>
                </a:lnTo>
                <a:lnTo>
                  <a:pt x="371" y="443"/>
                </a:lnTo>
                <a:lnTo>
                  <a:pt x="371" y="442"/>
                </a:lnTo>
                <a:lnTo>
                  <a:pt x="371" y="441"/>
                </a:lnTo>
                <a:lnTo>
                  <a:pt x="371" y="440"/>
                </a:lnTo>
                <a:lnTo>
                  <a:pt x="370" y="439"/>
                </a:lnTo>
                <a:lnTo>
                  <a:pt x="370" y="438"/>
                </a:lnTo>
                <a:lnTo>
                  <a:pt x="369" y="438"/>
                </a:lnTo>
                <a:lnTo>
                  <a:pt x="369" y="437"/>
                </a:lnTo>
                <a:lnTo>
                  <a:pt x="370" y="437"/>
                </a:lnTo>
                <a:lnTo>
                  <a:pt x="370" y="436"/>
                </a:lnTo>
                <a:lnTo>
                  <a:pt x="369" y="436"/>
                </a:lnTo>
                <a:lnTo>
                  <a:pt x="369" y="435"/>
                </a:lnTo>
                <a:lnTo>
                  <a:pt x="369" y="434"/>
                </a:lnTo>
                <a:lnTo>
                  <a:pt x="369" y="433"/>
                </a:lnTo>
                <a:lnTo>
                  <a:pt x="368" y="433"/>
                </a:lnTo>
                <a:lnTo>
                  <a:pt x="368" y="432"/>
                </a:lnTo>
                <a:lnTo>
                  <a:pt x="369" y="432"/>
                </a:lnTo>
                <a:lnTo>
                  <a:pt x="369" y="431"/>
                </a:lnTo>
                <a:lnTo>
                  <a:pt x="368" y="431"/>
                </a:lnTo>
                <a:lnTo>
                  <a:pt x="368" y="430"/>
                </a:lnTo>
                <a:lnTo>
                  <a:pt x="367" y="430"/>
                </a:lnTo>
                <a:lnTo>
                  <a:pt x="367" y="431"/>
                </a:lnTo>
                <a:lnTo>
                  <a:pt x="367" y="432"/>
                </a:lnTo>
                <a:lnTo>
                  <a:pt x="367" y="433"/>
                </a:lnTo>
                <a:lnTo>
                  <a:pt x="366" y="433"/>
                </a:lnTo>
                <a:lnTo>
                  <a:pt x="366" y="434"/>
                </a:lnTo>
                <a:lnTo>
                  <a:pt x="365" y="434"/>
                </a:lnTo>
                <a:lnTo>
                  <a:pt x="364" y="434"/>
                </a:lnTo>
                <a:lnTo>
                  <a:pt x="363" y="434"/>
                </a:lnTo>
                <a:lnTo>
                  <a:pt x="363" y="435"/>
                </a:lnTo>
                <a:lnTo>
                  <a:pt x="362" y="435"/>
                </a:lnTo>
                <a:lnTo>
                  <a:pt x="362" y="434"/>
                </a:lnTo>
                <a:lnTo>
                  <a:pt x="362" y="433"/>
                </a:lnTo>
                <a:lnTo>
                  <a:pt x="361" y="432"/>
                </a:lnTo>
                <a:lnTo>
                  <a:pt x="362" y="432"/>
                </a:lnTo>
                <a:lnTo>
                  <a:pt x="362" y="431"/>
                </a:lnTo>
                <a:lnTo>
                  <a:pt x="362" y="430"/>
                </a:lnTo>
                <a:lnTo>
                  <a:pt x="362" y="429"/>
                </a:lnTo>
                <a:lnTo>
                  <a:pt x="363" y="429"/>
                </a:lnTo>
                <a:lnTo>
                  <a:pt x="363" y="428"/>
                </a:lnTo>
                <a:lnTo>
                  <a:pt x="362" y="428"/>
                </a:lnTo>
                <a:lnTo>
                  <a:pt x="362" y="429"/>
                </a:lnTo>
                <a:lnTo>
                  <a:pt x="361" y="429"/>
                </a:lnTo>
                <a:lnTo>
                  <a:pt x="360" y="429"/>
                </a:lnTo>
                <a:lnTo>
                  <a:pt x="359" y="429"/>
                </a:lnTo>
                <a:lnTo>
                  <a:pt x="359" y="430"/>
                </a:lnTo>
                <a:lnTo>
                  <a:pt x="358" y="430"/>
                </a:lnTo>
                <a:lnTo>
                  <a:pt x="357" y="430"/>
                </a:lnTo>
                <a:lnTo>
                  <a:pt x="355" y="430"/>
                </a:lnTo>
                <a:lnTo>
                  <a:pt x="354" y="430"/>
                </a:lnTo>
                <a:lnTo>
                  <a:pt x="353" y="430"/>
                </a:lnTo>
                <a:lnTo>
                  <a:pt x="349" y="430"/>
                </a:lnTo>
                <a:lnTo>
                  <a:pt x="348" y="430"/>
                </a:lnTo>
                <a:lnTo>
                  <a:pt x="346" y="430"/>
                </a:lnTo>
                <a:lnTo>
                  <a:pt x="345" y="430"/>
                </a:lnTo>
                <a:lnTo>
                  <a:pt x="344" y="430"/>
                </a:lnTo>
                <a:lnTo>
                  <a:pt x="344" y="429"/>
                </a:lnTo>
                <a:lnTo>
                  <a:pt x="343" y="429"/>
                </a:lnTo>
                <a:lnTo>
                  <a:pt x="341" y="429"/>
                </a:lnTo>
                <a:lnTo>
                  <a:pt x="339" y="427"/>
                </a:lnTo>
                <a:lnTo>
                  <a:pt x="338" y="426"/>
                </a:lnTo>
                <a:lnTo>
                  <a:pt x="337" y="425"/>
                </a:lnTo>
                <a:lnTo>
                  <a:pt x="336" y="425"/>
                </a:lnTo>
                <a:lnTo>
                  <a:pt x="336" y="424"/>
                </a:lnTo>
                <a:lnTo>
                  <a:pt x="335" y="423"/>
                </a:lnTo>
                <a:lnTo>
                  <a:pt x="334" y="422"/>
                </a:lnTo>
                <a:lnTo>
                  <a:pt x="333" y="422"/>
                </a:lnTo>
                <a:lnTo>
                  <a:pt x="332" y="422"/>
                </a:lnTo>
                <a:lnTo>
                  <a:pt x="331" y="421"/>
                </a:lnTo>
                <a:lnTo>
                  <a:pt x="330" y="421"/>
                </a:lnTo>
                <a:lnTo>
                  <a:pt x="329" y="420"/>
                </a:lnTo>
                <a:lnTo>
                  <a:pt x="329" y="419"/>
                </a:lnTo>
                <a:lnTo>
                  <a:pt x="328" y="418"/>
                </a:lnTo>
                <a:lnTo>
                  <a:pt x="328" y="417"/>
                </a:lnTo>
                <a:lnTo>
                  <a:pt x="328" y="416"/>
                </a:lnTo>
                <a:lnTo>
                  <a:pt x="327" y="416"/>
                </a:lnTo>
                <a:lnTo>
                  <a:pt x="326" y="414"/>
                </a:lnTo>
                <a:lnTo>
                  <a:pt x="324" y="412"/>
                </a:lnTo>
                <a:lnTo>
                  <a:pt x="325" y="412"/>
                </a:lnTo>
                <a:lnTo>
                  <a:pt x="324" y="410"/>
                </a:lnTo>
                <a:lnTo>
                  <a:pt x="324" y="409"/>
                </a:lnTo>
                <a:lnTo>
                  <a:pt x="324" y="408"/>
                </a:lnTo>
                <a:lnTo>
                  <a:pt x="324" y="407"/>
                </a:lnTo>
                <a:lnTo>
                  <a:pt x="323" y="406"/>
                </a:lnTo>
                <a:lnTo>
                  <a:pt x="322" y="406"/>
                </a:lnTo>
                <a:lnTo>
                  <a:pt x="322" y="405"/>
                </a:lnTo>
                <a:lnTo>
                  <a:pt x="322" y="404"/>
                </a:lnTo>
                <a:lnTo>
                  <a:pt x="322" y="405"/>
                </a:lnTo>
                <a:lnTo>
                  <a:pt x="321" y="405"/>
                </a:lnTo>
                <a:lnTo>
                  <a:pt x="320" y="405"/>
                </a:lnTo>
                <a:lnTo>
                  <a:pt x="319" y="405"/>
                </a:lnTo>
                <a:lnTo>
                  <a:pt x="318" y="405"/>
                </a:lnTo>
                <a:lnTo>
                  <a:pt x="317" y="405"/>
                </a:lnTo>
                <a:lnTo>
                  <a:pt x="316" y="404"/>
                </a:lnTo>
                <a:lnTo>
                  <a:pt x="316" y="405"/>
                </a:lnTo>
                <a:lnTo>
                  <a:pt x="315" y="405"/>
                </a:lnTo>
                <a:lnTo>
                  <a:pt x="315" y="404"/>
                </a:lnTo>
                <a:lnTo>
                  <a:pt x="314" y="404"/>
                </a:lnTo>
                <a:lnTo>
                  <a:pt x="314" y="405"/>
                </a:lnTo>
                <a:lnTo>
                  <a:pt x="313" y="405"/>
                </a:lnTo>
                <a:lnTo>
                  <a:pt x="314" y="405"/>
                </a:lnTo>
                <a:lnTo>
                  <a:pt x="314" y="406"/>
                </a:lnTo>
                <a:lnTo>
                  <a:pt x="313" y="406"/>
                </a:lnTo>
                <a:lnTo>
                  <a:pt x="312" y="407"/>
                </a:lnTo>
                <a:lnTo>
                  <a:pt x="312" y="406"/>
                </a:lnTo>
                <a:lnTo>
                  <a:pt x="311" y="406"/>
                </a:lnTo>
                <a:lnTo>
                  <a:pt x="310" y="406"/>
                </a:lnTo>
                <a:lnTo>
                  <a:pt x="310" y="405"/>
                </a:lnTo>
                <a:lnTo>
                  <a:pt x="311" y="405"/>
                </a:lnTo>
                <a:lnTo>
                  <a:pt x="310" y="404"/>
                </a:lnTo>
                <a:lnTo>
                  <a:pt x="309" y="404"/>
                </a:lnTo>
                <a:lnTo>
                  <a:pt x="308" y="404"/>
                </a:lnTo>
                <a:lnTo>
                  <a:pt x="307" y="404"/>
                </a:lnTo>
                <a:lnTo>
                  <a:pt x="307" y="405"/>
                </a:lnTo>
                <a:lnTo>
                  <a:pt x="306" y="405"/>
                </a:lnTo>
                <a:lnTo>
                  <a:pt x="306" y="404"/>
                </a:lnTo>
                <a:lnTo>
                  <a:pt x="305" y="404"/>
                </a:lnTo>
                <a:lnTo>
                  <a:pt x="305" y="405"/>
                </a:lnTo>
                <a:lnTo>
                  <a:pt x="305" y="404"/>
                </a:lnTo>
                <a:lnTo>
                  <a:pt x="304" y="404"/>
                </a:lnTo>
                <a:lnTo>
                  <a:pt x="303" y="405"/>
                </a:lnTo>
                <a:lnTo>
                  <a:pt x="304" y="405"/>
                </a:lnTo>
                <a:lnTo>
                  <a:pt x="303" y="406"/>
                </a:lnTo>
                <a:lnTo>
                  <a:pt x="302" y="406"/>
                </a:lnTo>
                <a:lnTo>
                  <a:pt x="301" y="406"/>
                </a:lnTo>
                <a:lnTo>
                  <a:pt x="301" y="405"/>
                </a:lnTo>
                <a:lnTo>
                  <a:pt x="300" y="405"/>
                </a:lnTo>
                <a:lnTo>
                  <a:pt x="299" y="405"/>
                </a:lnTo>
                <a:lnTo>
                  <a:pt x="299" y="406"/>
                </a:lnTo>
                <a:lnTo>
                  <a:pt x="298" y="406"/>
                </a:lnTo>
                <a:lnTo>
                  <a:pt x="297" y="407"/>
                </a:lnTo>
                <a:lnTo>
                  <a:pt x="297" y="408"/>
                </a:lnTo>
                <a:lnTo>
                  <a:pt x="298" y="408"/>
                </a:lnTo>
                <a:lnTo>
                  <a:pt x="298" y="409"/>
                </a:lnTo>
                <a:lnTo>
                  <a:pt x="297" y="408"/>
                </a:lnTo>
                <a:lnTo>
                  <a:pt x="296" y="408"/>
                </a:lnTo>
                <a:lnTo>
                  <a:pt x="296" y="409"/>
                </a:lnTo>
                <a:lnTo>
                  <a:pt x="295" y="409"/>
                </a:lnTo>
                <a:lnTo>
                  <a:pt x="295" y="408"/>
                </a:lnTo>
                <a:lnTo>
                  <a:pt x="295" y="409"/>
                </a:lnTo>
                <a:lnTo>
                  <a:pt x="294" y="409"/>
                </a:lnTo>
                <a:lnTo>
                  <a:pt x="293" y="410"/>
                </a:lnTo>
                <a:lnTo>
                  <a:pt x="293" y="412"/>
                </a:lnTo>
                <a:lnTo>
                  <a:pt x="294" y="410"/>
                </a:lnTo>
                <a:lnTo>
                  <a:pt x="294" y="412"/>
                </a:lnTo>
                <a:lnTo>
                  <a:pt x="293" y="412"/>
                </a:lnTo>
                <a:lnTo>
                  <a:pt x="293" y="410"/>
                </a:lnTo>
                <a:lnTo>
                  <a:pt x="292" y="412"/>
                </a:lnTo>
                <a:lnTo>
                  <a:pt x="293" y="412"/>
                </a:lnTo>
                <a:lnTo>
                  <a:pt x="292" y="412"/>
                </a:lnTo>
                <a:lnTo>
                  <a:pt x="292" y="410"/>
                </a:lnTo>
                <a:lnTo>
                  <a:pt x="292" y="412"/>
                </a:lnTo>
                <a:lnTo>
                  <a:pt x="291" y="412"/>
                </a:lnTo>
                <a:lnTo>
                  <a:pt x="291" y="410"/>
                </a:lnTo>
                <a:lnTo>
                  <a:pt x="291" y="409"/>
                </a:lnTo>
                <a:lnTo>
                  <a:pt x="291" y="408"/>
                </a:lnTo>
                <a:lnTo>
                  <a:pt x="291" y="409"/>
                </a:lnTo>
                <a:lnTo>
                  <a:pt x="290" y="408"/>
                </a:lnTo>
                <a:lnTo>
                  <a:pt x="290" y="407"/>
                </a:lnTo>
                <a:lnTo>
                  <a:pt x="289" y="407"/>
                </a:lnTo>
                <a:lnTo>
                  <a:pt x="287" y="407"/>
                </a:lnTo>
                <a:lnTo>
                  <a:pt x="287" y="406"/>
                </a:lnTo>
                <a:lnTo>
                  <a:pt x="286" y="407"/>
                </a:lnTo>
                <a:lnTo>
                  <a:pt x="286" y="406"/>
                </a:lnTo>
                <a:lnTo>
                  <a:pt x="287" y="406"/>
                </a:lnTo>
                <a:lnTo>
                  <a:pt x="286" y="406"/>
                </a:lnTo>
                <a:lnTo>
                  <a:pt x="285" y="406"/>
                </a:lnTo>
                <a:lnTo>
                  <a:pt x="284" y="406"/>
                </a:lnTo>
                <a:lnTo>
                  <a:pt x="283" y="405"/>
                </a:lnTo>
                <a:lnTo>
                  <a:pt x="282" y="405"/>
                </a:lnTo>
                <a:lnTo>
                  <a:pt x="282" y="406"/>
                </a:lnTo>
                <a:lnTo>
                  <a:pt x="282" y="407"/>
                </a:lnTo>
                <a:lnTo>
                  <a:pt x="282" y="406"/>
                </a:lnTo>
                <a:lnTo>
                  <a:pt x="281" y="406"/>
                </a:lnTo>
                <a:lnTo>
                  <a:pt x="280" y="406"/>
                </a:lnTo>
                <a:lnTo>
                  <a:pt x="279" y="405"/>
                </a:lnTo>
                <a:lnTo>
                  <a:pt x="279" y="404"/>
                </a:lnTo>
                <a:lnTo>
                  <a:pt x="278" y="404"/>
                </a:lnTo>
                <a:lnTo>
                  <a:pt x="277" y="404"/>
                </a:lnTo>
                <a:lnTo>
                  <a:pt x="277" y="403"/>
                </a:lnTo>
                <a:lnTo>
                  <a:pt x="276" y="404"/>
                </a:lnTo>
                <a:lnTo>
                  <a:pt x="275" y="404"/>
                </a:lnTo>
                <a:lnTo>
                  <a:pt x="275" y="403"/>
                </a:lnTo>
                <a:lnTo>
                  <a:pt x="274" y="404"/>
                </a:lnTo>
                <a:lnTo>
                  <a:pt x="273" y="405"/>
                </a:lnTo>
                <a:lnTo>
                  <a:pt x="273" y="404"/>
                </a:lnTo>
                <a:lnTo>
                  <a:pt x="274" y="404"/>
                </a:lnTo>
                <a:lnTo>
                  <a:pt x="273" y="404"/>
                </a:lnTo>
                <a:lnTo>
                  <a:pt x="273" y="403"/>
                </a:lnTo>
                <a:lnTo>
                  <a:pt x="274" y="402"/>
                </a:lnTo>
                <a:lnTo>
                  <a:pt x="275" y="402"/>
                </a:lnTo>
                <a:lnTo>
                  <a:pt x="274" y="402"/>
                </a:lnTo>
                <a:lnTo>
                  <a:pt x="273" y="402"/>
                </a:lnTo>
                <a:lnTo>
                  <a:pt x="273" y="403"/>
                </a:lnTo>
                <a:lnTo>
                  <a:pt x="273" y="402"/>
                </a:lnTo>
                <a:lnTo>
                  <a:pt x="273" y="403"/>
                </a:lnTo>
                <a:lnTo>
                  <a:pt x="272" y="403"/>
                </a:lnTo>
                <a:lnTo>
                  <a:pt x="271" y="402"/>
                </a:lnTo>
                <a:lnTo>
                  <a:pt x="271" y="401"/>
                </a:lnTo>
                <a:lnTo>
                  <a:pt x="271" y="400"/>
                </a:lnTo>
                <a:lnTo>
                  <a:pt x="271" y="399"/>
                </a:lnTo>
                <a:lnTo>
                  <a:pt x="271" y="398"/>
                </a:lnTo>
                <a:lnTo>
                  <a:pt x="271" y="397"/>
                </a:lnTo>
                <a:lnTo>
                  <a:pt x="272" y="397"/>
                </a:lnTo>
                <a:lnTo>
                  <a:pt x="272" y="396"/>
                </a:lnTo>
                <a:lnTo>
                  <a:pt x="272" y="395"/>
                </a:lnTo>
                <a:lnTo>
                  <a:pt x="273" y="395"/>
                </a:lnTo>
                <a:lnTo>
                  <a:pt x="273" y="394"/>
                </a:lnTo>
                <a:lnTo>
                  <a:pt x="272" y="394"/>
                </a:lnTo>
                <a:lnTo>
                  <a:pt x="272" y="395"/>
                </a:lnTo>
                <a:lnTo>
                  <a:pt x="272" y="394"/>
                </a:lnTo>
                <a:lnTo>
                  <a:pt x="272" y="393"/>
                </a:lnTo>
                <a:lnTo>
                  <a:pt x="271" y="393"/>
                </a:lnTo>
                <a:lnTo>
                  <a:pt x="271" y="392"/>
                </a:lnTo>
                <a:lnTo>
                  <a:pt x="271" y="391"/>
                </a:lnTo>
                <a:lnTo>
                  <a:pt x="270" y="391"/>
                </a:lnTo>
                <a:lnTo>
                  <a:pt x="269" y="391"/>
                </a:lnTo>
                <a:lnTo>
                  <a:pt x="270" y="391"/>
                </a:lnTo>
                <a:lnTo>
                  <a:pt x="270" y="392"/>
                </a:lnTo>
                <a:lnTo>
                  <a:pt x="269" y="392"/>
                </a:lnTo>
                <a:lnTo>
                  <a:pt x="270" y="392"/>
                </a:lnTo>
                <a:lnTo>
                  <a:pt x="270" y="393"/>
                </a:lnTo>
                <a:lnTo>
                  <a:pt x="269" y="393"/>
                </a:lnTo>
                <a:lnTo>
                  <a:pt x="269" y="394"/>
                </a:lnTo>
                <a:lnTo>
                  <a:pt x="269" y="395"/>
                </a:lnTo>
                <a:lnTo>
                  <a:pt x="270" y="395"/>
                </a:lnTo>
                <a:lnTo>
                  <a:pt x="269" y="396"/>
                </a:lnTo>
                <a:lnTo>
                  <a:pt x="269" y="395"/>
                </a:lnTo>
                <a:lnTo>
                  <a:pt x="267" y="395"/>
                </a:lnTo>
                <a:lnTo>
                  <a:pt x="266" y="395"/>
                </a:lnTo>
                <a:lnTo>
                  <a:pt x="265" y="394"/>
                </a:lnTo>
                <a:lnTo>
                  <a:pt x="265" y="395"/>
                </a:lnTo>
                <a:lnTo>
                  <a:pt x="264" y="395"/>
                </a:lnTo>
                <a:lnTo>
                  <a:pt x="263" y="396"/>
                </a:lnTo>
                <a:lnTo>
                  <a:pt x="262" y="396"/>
                </a:lnTo>
                <a:lnTo>
                  <a:pt x="262" y="395"/>
                </a:lnTo>
                <a:lnTo>
                  <a:pt x="261" y="395"/>
                </a:lnTo>
                <a:lnTo>
                  <a:pt x="261" y="396"/>
                </a:lnTo>
                <a:lnTo>
                  <a:pt x="260" y="396"/>
                </a:lnTo>
                <a:lnTo>
                  <a:pt x="259" y="395"/>
                </a:lnTo>
                <a:lnTo>
                  <a:pt x="258" y="395"/>
                </a:lnTo>
                <a:lnTo>
                  <a:pt x="258" y="394"/>
                </a:lnTo>
                <a:lnTo>
                  <a:pt x="257" y="394"/>
                </a:lnTo>
                <a:lnTo>
                  <a:pt x="257" y="395"/>
                </a:lnTo>
                <a:lnTo>
                  <a:pt x="256" y="395"/>
                </a:lnTo>
                <a:lnTo>
                  <a:pt x="256" y="394"/>
                </a:lnTo>
                <a:lnTo>
                  <a:pt x="256" y="393"/>
                </a:lnTo>
                <a:lnTo>
                  <a:pt x="256" y="392"/>
                </a:lnTo>
                <a:lnTo>
                  <a:pt x="255" y="392"/>
                </a:lnTo>
                <a:lnTo>
                  <a:pt x="255" y="391"/>
                </a:lnTo>
                <a:lnTo>
                  <a:pt x="254" y="391"/>
                </a:lnTo>
                <a:lnTo>
                  <a:pt x="254" y="392"/>
                </a:lnTo>
                <a:lnTo>
                  <a:pt x="253" y="392"/>
                </a:lnTo>
                <a:lnTo>
                  <a:pt x="252" y="392"/>
                </a:lnTo>
                <a:lnTo>
                  <a:pt x="252" y="393"/>
                </a:lnTo>
                <a:lnTo>
                  <a:pt x="251" y="394"/>
                </a:lnTo>
                <a:lnTo>
                  <a:pt x="251" y="395"/>
                </a:lnTo>
                <a:lnTo>
                  <a:pt x="250" y="395"/>
                </a:lnTo>
                <a:lnTo>
                  <a:pt x="249" y="395"/>
                </a:lnTo>
                <a:lnTo>
                  <a:pt x="249" y="396"/>
                </a:lnTo>
                <a:lnTo>
                  <a:pt x="248" y="396"/>
                </a:lnTo>
                <a:lnTo>
                  <a:pt x="248" y="398"/>
                </a:lnTo>
                <a:lnTo>
                  <a:pt x="247" y="398"/>
                </a:lnTo>
                <a:lnTo>
                  <a:pt x="247" y="397"/>
                </a:lnTo>
                <a:lnTo>
                  <a:pt x="246" y="397"/>
                </a:lnTo>
                <a:lnTo>
                  <a:pt x="246" y="398"/>
                </a:lnTo>
                <a:lnTo>
                  <a:pt x="245" y="398"/>
                </a:lnTo>
                <a:lnTo>
                  <a:pt x="244" y="398"/>
                </a:lnTo>
                <a:lnTo>
                  <a:pt x="243" y="398"/>
                </a:lnTo>
                <a:lnTo>
                  <a:pt x="242" y="398"/>
                </a:lnTo>
                <a:lnTo>
                  <a:pt x="242" y="397"/>
                </a:lnTo>
                <a:lnTo>
                  <a:pt x="241" y="398"/>
                </a:lnTo>
                <a:lnTo>
                  <a:pt x="240" y="397"/>
                </a:lnTo>
                <a:lnTo>
                  <a:pt x="239" y="397"/>
                </a:lnTo>
                <a:lnTo>
                  <a:pt x="239" y="398"/>
                </a:lnTo>
                <a:lnTo>
                  <a:pt x="238" y="398"/>
                </a:lnTo>
                <a:lnTo>
                  <a:pt x="237" y="398"/>
                </a:lnTo>
                <a:lnTo>
                  <a:pt x="236" y="398"/>
                </a:lnTo>
                <a:lnTo>
                  <a:pt x="235" y="397"/>
                </a:lnTo>
                <a:lnTo>
                  <a:pt x="235" y="398"/>
                </a:lnTo>
                <a:lnTo>
                  <a:pt x="234" y="398"/>
                </a:lnTo>
                <a:lnTo>
                  <a:pt x="233" y="398"/>
                </a:lnTo>
                <a:lnTo>
                  <a:pt x="232" y="397"/>
                </a:lnTo>
                <a:lnTo>
                  <a:pt x="231" y="397"/>
                </a:lnTo>
                <a:lnTo>
                  <a:pt x="230" y="397"/>
                </a:lnTo>
                <a:lnTo>
                  <a:pt x="230" y="398"/>
                </a:lnTo>
                <a:lnTo>
                  <a:pt x="229" y="398"/>
                </a:lnTo>
                <a:lnTo>
                  <a:pt x="228" y="398"/>
                </a:lnTo>
                <a:lnTo>
                  <a:pt x="227" y="398"/>
                </a:lnTo>
                <a:lnTo>
                  <a:pt x="227" y="397"/>
                </a:lnTo>
                <a:lnTo>
                  <a:pt x="226" y="397"/>
                </a:lnTo>
                <a:lnTo>
                  <a:pt x="225" y="397"/>
                </a:lnTo>
                <a:lnTo>
                  <a:pt x="225" y="398"/>
                </a:lnTo>
                <a:lnTo>
                  <a:pt x="224" y="398"/>
                </a:lnTo>
                <a:lnTo>
                  <a:pt x="223" y="398"/>
                </a:lnTo>
                <a:lnTo>
                  <a:pt x="222" y="398"/>
                </a:lnTo>
                <a:lnTo>
                  <a:pt x="221" y="398"/>
                </a:lnTo>
                <a:lnTo>
                  <a:pt x="220" y="399"/>
                </a:lnTo>
                <a:lnTo>
                  <a:pt x="220" y="398"/>
                </a:lnTo>
                <a:lnTo>
                  <a:pt x="219" y="398"/>
                </a:lnTo>
                <a:lnTo>
                  <a:pt x="218" y="397"/>
                </a:lnTo>
                <a:lnTo>
                  <a:pt x="218" y="396"/>
                </a:lnTo>
                <a:lnTo>
                  <a:pt x="218" y="395"/>
                </a:lnTo>
                <a:lnTo>
                  <a:pt x="217" y="394"/>
                </a:lnTo>
                <a:lnTo>
                  <a:pt x="217" y="393"/>
                </a:lnTo>
                <a:lnTo>
                  <a:pt x="216" y="393"/>
                </a:lnTo>
                <a:lnTo>
                  <a:pt x="215" y="393"/>
                </a:lnTo>
                <a:lnTo>
                  <a:pt x="214" y="393"/>
                </a:lnTo>
                <a:lnTo>
                  <a:pt x="213" y="393"/>
                </a:lnTo>
                <a:lnTo>
                  <a:pt x="213" y="392"/>
                </a:lnTo>
                <a:lnTo>
                  <a:pt x="214" y="392"/>
                </a:lnTo>
                <a:lnTo>
                  <a:pt x="213" y="392"/>
                </a:lnTo>
                <a:lnTo>
                  <a:pt x="212" y="392"/>
                </a:lnTo>
                <a:lnTo>
                  <a:pt x="212" y="391"/>
                </a:lnTo>
                <a:lnTo>
                  <a:pt x="211" y="391"/>
                </a:lnTo>
                <a:lnTo>
                  <a:pt x="213" y="392"/>
                </a:lnTo>
                <a:lnTo>
                  <a:pt x="213" y="389"/>
                </a:lnTo>
                <a:lnTo>
                  <a:pt x="214" y="387"/>
                </a:lnTo>
                <a:lnTo>
                  <a:pt x="215" y="384"/>
                </a:lnTo>
                <a:lnTo>
                  <a:pt x="216" y="383"/>
                </a:lnTo>
                <a:lnTo>
                  <a:pt x="216" y="382"/>
                </a:lnTo>
                <a:lnTo>
                  <a:pt x="217" y="382"/>
                </a:lnTo>
                <a:lnTo>
                  <a:pt x="217" y="383"/>
                </a:lnTo>
                <a:lnTo>
                  <a:pt x="218" y="383"/>
                </a:lnTo>
                <a:lnTo>
                  <a:pt x="218" y="384"/>
                </a:lnTo>
                <a:lnTo>
                  <a:pt x="217" y="384"/>
                </a:lnTo>
                <a:lnTo>
                  <a:pt x="217" y="385"/>
                </a:lnTo>
                <a:lnTo>
                  <a:pt x="218" y="385"/>
                </a:lnTo>
                <a:lnTo>
                  <a:pt x="219" y="384"/>
                </a:lnTo>
                <a:lnTo>
                  <a:pt x="220" y="384"/>
                </a:lnTo>
                <a:lnTo>
                  <a:pt x="221" y="384"/>
                </a:lnTo>
                <a:lnTo>
                  <a:pt x="222" y="384"/>
                </a:lnTo>
                <a:lnTo>
                  <a:pt x="223" y="384"/>
                </a:lnTo>
                <a:lnTo>
                  <a:pt x="223" y="383"/>
                </a:lnTo>
                <a:lnTo>
                  <a:pt x="224" y="383"/>
                </a:lnTo>
                <a:lnTo>
                  <a:pt x="223" y="383"/>
                </a:lnTo>
                <a:lnTo>
                  <a:pt x="224" y="382"/>
                </a:lnTo>
                <a:lnTo>
                  <a:pt x="225" y="382"/>
                </a:lnTo>
                <a:lnTo>
                  <a:pt x="225" y="381"/>
                </a:lnTo>
                <a:lnTo>
                  <a:pt x="225" y="380"/>
                </a:lnTo>
                <a:lnTo>
                  <a:pt x="226" y="379"/>
                </a:lnTo>
                <a:lnTo>
                  <a:pt x="227" y="378"/>
                </a:lnTo>
                <a:lnTo>
                  <a:pt x="227" y="377"/>
                </a:lnTo>
                <a:lnTo>
                  <a:pt x="228" y="376"/>
                </a:lnTo>
                <a:lnTo>
                  <a:pt x="227" y="373"/>
                </a:lnTo>
                <a:lnTo>
                  <a:pt x="228" y="371"/>
                </a:lnTo>
                <a:lnTo>
                  <a:pt x="228" y="370"/>
                </a:lnTo>
                <a:lnTo>
                  <a:pt x="228" y="368"/>
                </a:lnTo>
                <a:lnTo>
                  <a:pt x="228" y="367"/>
                </a:lnTo>
                <a:lnTo>
                  <a:pt x="227" y="367"/>
                </a:lnTo>
                <a:lnTo>
                  <a:pt x="227" y="366"/>
                </a:lnTo>
                <a:lnTo>
                  <a:pt x="227" y="365"/>
                </a:lnTo>
                <a:lnTo>
                  <a:pt x="226" y="365"/>
                </a:lnTo>
                <a:lnTo>
                  <a:pt x="227" y="364"/>
                </a:lnTo>
                <a:lnTo>
                  <a:pt x="228" y="364"/>
                </a:lnTo>
                <a:lnTo>
                  <a:pt x="227" y="364"/>
                </a:lnTo>
                <a:lnTo>
                  <a:pt x="226" y="364"/>
                </a:lnTo>
                <a:lnTo>
                  <a:pt x="226" y="363"/>
                </a:lnTo>
                <a:lnTo>
                  <a:pt x="227" y="363"/>
                </a:lnTo>
                <a:lnTo>
                  <a:pt x="226" y="363"/>
                </a:lnTo>
                <a:lnTo>
                  <a:pt x="226" y="364"/>
                </a:lnTo>
                <a:lnTo>
                  <a:pt x="227" y="364"/>
                </a:lnTo>
                <a:lnTo>
                  <a:pt x="227" y="363"/>
                </a:lnTo>
                <a:lnTo>
                  <a:pt x="227" y="362"/>
                </a:lnTo>
                <a:lnTo>
                  <a:pt x="227" y="361"/>
                </a:lnTo>
                <a:lnTo>
                  <a:pt x="226" y="361"/>
                </a:lnTo>
                <a:lnTo>
                  <a:pt x="227" y="360"/>
                </a:lnTo>
                <a:lnTo>
                  <a:pt x="226" y="360"/>
                </a:lnTo>
                <a:lnTo>
                  <a:pt x="226" y="359"/>
                </a:lnTo>
                <a:lnTo>
                  <a:pt x="225" y="358"/>
                </a:lnTo>
                <a:lnTo>
                  <a:pt x="226" y="358"/>
                </a:lnTo>
                <a:lnTo>
                  <a:pt x="225" y="358"/>
                </a:lnTo>
                <a:lnTo>
                  <a:pt x="224" y="358"/>
                </a:lnTo>
                <a:lnTo>
                  <a:pt x="224" y="357"/>
                </a:lnTo>
                <a:lnTo>
                  <a:pt x="223" y="357"/>
                </a:lnTo>
                <a:lnTo>
                  <a:pt x="223" y="358"/>
                </a:lnTo>
                <a:lnTo>
                  <a:pt x="222" y="358"/>
                </a:lnTo>
                <a:lnTo>
                  <a:pt x="222" y="357"/>
                </a:lnTo>
                <a:lnTo>
                  <a:pt x="222" y="358"/>
                </a:lnTo>
                <a:lnTo>
                  <a:pt x="221" y="359"/>
                </a:lnTo>
                <a:lnTo>
                  <a:pt x="220" y="358"/>
                </a:lnTo>
                <a:lnTo>
                  <a:pt x="219" y="357"/>
                </a:lnTo>
                <a:lnTo>
                  <a:pt x="219" y="356"/>
                </a:lnTo>
                <a:lnTo>
                  <a:pt x="219" y="355"/>
                </a:lnTo>
                <a:lnTo>
                  <a:pt x="219" y="354"/>
                </a:lnTo>
                <a:lnTo>
                  <a:pt x="220" y="354"/>
                </a:lnTo>
                <a:lnTo>
                  <a:pt x="220" y="353"/>
                </a:lnTo>
                <a:lnTo>
                  <a:pt x="219" y="353"/>
                </a:lnTo>
                <a:lnTo>
                  <a:pt x="218" y="353"/>
                </a:lnTo>
                <a:lnTo>
                  <a:pt x="218" y="352"/>
                </a:lnTo>
                <a:lnTo>
                  <a:pt x="217" y="352"/>
                </a:lnTo>
                <a:lnTo>
                  <a:pt x="216" y="352"/>
                </a:lnTo>
                <a:lnTo>
                  <a:pt x="215" y="353"/>
                </a:lnTo>
                <a:lnTo>
                  <a:pt x="215" y="354"/>
                </a:lnTo>
                <a:lnTo>
                  <a:pt x="215" y="355"/>
                </a:lnTo>
                <a:lnTo>
                  <a:pt x="215" y="356"/>
                </a:lnTo>
                <a:lnTo>
                  <a:pt x="214" y="357"/>
                </a:lnTo>
                <a:lnTo>
                  <a:pt x="214" y="358"/>
                </a:lnTo>
                <a:lnTo>
                  <a:pt x="213" y="358"/>
                </a:lnTo>
                <a:lnTo>
                  <a:pt x="212" y="357"/>
                </a:lnTo>
                <a:lnTo>
                  <a:pt x="213" y="357"/>
                </a:lnTo>
                <a:lnTo>
                  <a:pt x="212" y="356"/>
                </a:lnTo>
                <a:lnTo>
                  <a:pt x="212" y="357"/>
                </a:lnTo>
                <a:lnTo>
                  <a:pt x="211" y="357"/>
                </a:lnTo>
                <a:lnTo>
                  <a:pt x="211" y="356"/>
                </a:lnTo>
                <a:lnTo>
                  <a:pt x="211" y="357"/>
                </a:lnTo>
                <a:lnTo>
                  <a:pt x="210" y="357"/>
                </a:lnTo>
                <a:lnTo>
                  <a:pt x="209" y="357"/>
                </a:lnTo>
                <a:lnTo>
                  <a:pt x="209" y="356"/>
                </a:lnTo>
                <a:lnTo>
                  <a:pt x="208" y="356"/>
                </a:lnTo>
                <a:lnTo>
                  <a:pt x="208" y="357"/>
                </a:lnTo>
                <a:lnTo>
                  <a:pt x="207" y="356"/>
                </a:lnTo>
                <a:lnTo>
                  <a:pt x="206" y="356"/>
                </a:lnTo>
                <a:lnTo>
                  <a:pt x="206" y="355"/>
                </a:lnTo>
                <a:lnTo>
                  <a:pt x="206" y="354"/>
                </a:lnTo>
                <a:lnTo>
                  <a:pt x="206" y="353"/>
                </a:lnTo>
                <a:lnTo>
                  <a:pt x="206" y="352"/>
                </a:lnTo>
                <a:lnTo>
                  <a:pt x="207" y="352"/>
                </a:lnTo>
                <a:lnTo>
                  <a:pt x="208" y="352"/>
                </a:lnTo>
                <a:lnTo>
                  <a:pt x="208" y="351"/>
                </a:lnTo>
                <a:lnTo>
                  <a:pt x="209" y="351"/>
                </a:lnTo>
                <a:lnTo>
                  <a:pt x="210" y="350"/>
                </a:lnTo>
                <a:lnTo>
                  <a:pt x="210" y="349"/>
                </a:lnTo>
                <a:lnTo>
                  <a:pt x="210" y="348"/>
                </a:lnTo>
                <a:lnTo>
                  <a:pt x="209" y="347"/>
                </a:lnTo>
                <a:lnTo>
                  <a:pt x="208" y="347"/>
                </a:lnTo>
                <a:lnTo>
                  <a:pt x="207" y="347"/>
                </a:lnTo>
                <a:lnTo>
                  <a:pt x="207" y="346"/>
                </a:lnTo>
                <a:lnTo>
                  <a:pt x="206" y="346"/>
                </a:lnTo>
                <a:lnTo>
                  <a:pt x="206" y="345"/>
                </a:lnTo>
                <a:lnTo>
                  <a:pt x="206" y="344"/>
                </a:lnTo>
                <a:lnTo>
                  <a:pt x="205" y="344"/>
                </a:lnTo>
                <a:lnTo>
                  <a:pt x="204" y="345"/>
                </a:lnTo>
                <a:lnTo>
                  <a:pt x="203" y="345"/>
                </a:lnTo>
                <a:lnTo>
                  <a:pt x="203" y="344"/>
                </a:lnTo>
                <a:lnTo>
                  <a:pt x="202" y="344"/>
                </a:lnTo>
                <a:lnTo>
                  <a:pt x="202" y="345"/>
                </a:lnTo>
                <a:lnTo>
                  <a:pt x="201" y="346"/>
                </a:lnTo>
                <a:lnTo>
                  <a:pt x="200" y="346"/>
                </a:lnTo>
                <a:lnTo>
                  <a:pt x="199" y="346"/>
                </a:lnTo>
                <a:lnTo>
                  <a:pt x="198" y="347"/>
                </a:lnTo>
                <a:lnTo>
                  <a:pt x="197" y="347"/>
                </a:lnTo>
                <a:lnTo>
                  <a:pt x="196" y="346"/>
                </a:lnTo>
                <a:lnTo>
                  <a:pt x="196" y="347"/>
                </a:lnTo>
                <a:lnTo>
                  <a:pt x="196" y="346"/>
                </a:lnTo>
                <a:lnTo>
                  <a:pt x="195" y="346"/>
                </a:lnTo>
                <a:lnTo>
                  <a:pt x="195" y="345"/>
                </a:lnTo>
                <a:lnTo>
                  <a:pt x="196" y="345"/>
                </a:lnTo>
                <a:lnTo>
                  <a:pt x="197" y="345"/>
                </a:lnTo>
                <a:lnTo>
                  <a:pt x="196" y="345"/>
                </a:lnTo>
                <a:lnTo>
                  <a:pt x="197" y="344"/>
                </a:lnTo>
                <a:lnTo>
                  <a:pt x="196" y="344"/>
                </a:lnTo>
                <a:lnTo>
                  <a:pt x="196" y="343"/>
                </a:lnTo>
                <a:lnTo>
                  <a:pt x="195" y="344"/>
                </a:lnTo>
                <a:lnTo>
                  <a:pt x="194" y="344"/>
                </a:lnTo>
                <a:lnTo>
                  <a:pt x="194" y="343"/>
                </a:lnTo>
                <a:lnTo>
                  <a:pt x="193" y="343"/>
                </a:lnTo>
                <a:lnTo>
                  <a:pt x="192" y="342"/>
                </a:lnTo>
                <a:lnTo>
                  <a:pt x="191" y="342"/>
                </a:lnTo>
                <a:lnTo>
                  <a:pt x="192" y="341"/>
                </a:lnTo>
                <a:lnTo>
                  <a:pt x="192" y="339"/>
                </a:lnTo>
                <a:lnTo>
                  <a:pt x="193" y="337"/>
                </a:lnTo>
                <a:lnTo>
                  <a:pt x="194" y="336"/>
                </a:lnTo>
                <a:lnTo>
                  <a:pt x="193" y="336"/>
                </a:lnTo>
                <a:lnTo>
                  <a:pt x="192" y="336"/>
                </a:lnTo>
                <a:lnTo>
                  <a:pt x="191" y="335"/>
                </a:lnTo>
                <a:lnTo>
                  <a:pt x="190" y="334"/>
                </a:lnTo>
                <a:lnTo>
                  <a:pt x="190" y="333"/>
                </a:lnTo>
                <a:lnTo>
                  <a:pt x="191" y="333"/>
                </a:lnTo>
                <a:lnTo>
                  <a:pt x="191" y="332"/>
                </a:lnTo>
                <a:lnTo>
                  <a:pt x="191" y="331"/>
                </a:lnTo>
                <a:lnTo>
                  <a:pt x="189" y="331"/>
                </a:lnTo>
                <a:lnTo>
                  <a:pt x="189" y="332"/>
                </a:lnTo>
                <a:lnTo>
                  <a:pt x="189" y="331"/>
                </a:lnTo>
                <a:lnTo>
                  <a:pt x="188" y="331"/>
                </a:lnTo>
                <a:lnTo>
                  <a:pt x="187" y="330"/>
                </a:lnTo>
                <a:lnTo>
                  <a:pt x="186" y="330"/>
                </a:lnTo>
                <a:lnTo>
                  <a:pt x="186" y="331"/>
                </a:lnTo>
                <a:lnTo>
                  <a:pt x="185" y="331"/>
                </a:lnTo>
                <a:lnTo>
                  <a:pt x="185" y="330"/>
                </a:lnTo>
                <a:lnTo>
                  <a:pt x="185" y="329"/>
                </a:lnTo>
                <a:lnTo>
                  <a:pt x="184" y="328"/>
                </a:lnTo>
                <a:lnTo>
                  <a:pt x="183" y="328"/>
                </a:lnTo>
                <a:lnTo>
                  <a:pt x="183" y="329"/>
                </a:lnTo>
                <a:lnTo>
                  <a:pt x="182" y="329"/>
                </a:lnTo>
                <a:lnTo>
                  <a:pt x="182" y="328"/>
                </a:lnTo>
                <a:lnTo>
                  <a:pt x="182" y="327"/>
                </a:lnTo>
                <a:lnTo>
                  <a:pt x="181" y="327"/>
                </a:lnTo>
                <a:lnTo>
                  <a:pt x="180" y="327"/>
                </a:lnTo>
                <a:lnTo>
                  <a:pt x="180" y="326"/>
                </a:lnTo>
                <a:lnTo>
                  <a:pt x="181" y="326"/>
                </a:lnTo>
                <a:lnTo>
                  <a:pt x="181" y="325"/>
                </a:lnTo>
                <a:lnTo>
                  <a:pt x="181" y="324"/>
                </a:lnTo>
                <a:lnTo>
                  <a:pt x="182" y="324"/>
                </a:lnTo>
                <a:lnTo>
                  <a:pt x="182" y="323"/>
                </a:lnTo>
                <a:lnTo>
                  <a:pt x="181" y="323"/>
                </a:lnTo>
                <a:lnTo>
                  <a:pt x="182" y="323"/>
                </a:lnTo>
                <a:lnTo>
                  <a:pt x="183" y="323"/>
                </a:lnTo>
                <a:lnTo>
                  <a:pt x="182" y="322"/>
                </a:lnTo>
                <a:lnTo>
                  <a:pt x="182" y="321"/>
                </a:lnTo>
                <a:lnTo>
                  <a:pt x="182" y="322"/>
                </a:lnTo>
                <a:lnTo>
                  <a:pt x="183" y="322"/>
                </a:lnTo>
                <a:lnTo>
                  <a:pt x="183" y="321"/>
                </a:lnTo>
                <a:lnTo>
                  <a:pt x="184" y="320"/>
                </a:lnTo>
                <a:lnTo>
                  <a:pt x="183" y="320"/>
                </a:lnTo>
                <a:lnTo>
                  <a:pt x="183" y="319"/>
                </a:lnTo>
                <a:lnTo>
                  <a:pt x="183" y="318"/>
                </a:lnTo>
                <a:lnTo>
                  <a:pt x="184" y="318"/>
                </a:lnTo>
                <a:lnTo>
                  <a:pt x="184" y="317"/>
                </a:lnTo>
                <a:lnTo>
                  <a:pt x="183" y="317"/>
                </a:lnTo>
                <a:lnTo>
                  <a:pt x="183" y="316"/>
                </a:lnTo>
                <a:lnTo>
                  <a:pt x="183" y="315"/>
                </a:lnTo>
                <a:lnTo>
                  <a:pt x="183" y="314"/>
                </a:lnTo>
                <a:lnTo>
                  <a:pt x="183" y="313"/>
                </a:lnTo>
                <a:lnTo>
                  <a:pt x="184" y="313"/>
                </a:lnTo>
                <a:lnTo>
                  <a:pt x="184" y="312"/>
                </a:lnTo>
                <a:lnTo>
                  <a:pt x="184" y="311"/>
                </a:lnTo>
                <a:lnTo>
                  <a:pt x="185" y="311"/>
                </a:lnTo>
                <a:lnTo>
                  <a:pt x="186" y="311"/>
                </a:lnTo>
                <a:lnTo>
                  <a:pt x="187" y="311"/>
                </a:lnTo>
                <a:lnTo>
                  <a:pt x="187" y="310"/>
                </a:lnTo>
                <a:lnTo>
                  <a:pt x="188" y="310"/>
                </a:lnTo>
                <a:lnTo>
                  <a:pt x="189" y="310"/>
                </a:lnTo>
                <a:lnTo>
                  <a:pt x="190" y="309"/>
                </a:lnTo>
                <a:lnTo>
                  <a:pt x="191" y="308"/>
                </a:lnTo>
                <a:lnTo>
                  <a:pt x="192" y="308"/>
                </a:lnTo>
                <a:lnTo>
                  <a:pt x="192" y="307"/>
                </a:lnTo>
                <a:lnTo>
                  <a:pt x="193" y="307"/>
                </a:lnTo>
                <a:lnTo>
                  <a:pt x="193" y="306"/>
                </a:lnTo>
                <a:lnTo>
                  <a:pt x="193" y="305"/>
                </a:lnTo>
                <a:lnTo>
                  <a:pt x="194" y="305"/>
                </a:lnTo>
                <a:lnTo>
                  <a:pt x="193" y="303"/>
                </a:lnTo>
                <a:lnTo>
                  <a:pt x="193" y="302"/>
                </a:lnTo>
                <a:lnTo>
                  <a:pt x="193" y="301"/>
                </a:lnTo>
                <a:lnTo>
                  <a:pt x="194" y="301"/>
                </a:lnTo>
                <a:lnTo>
                  <a:pt x="194" y="300"/>
                </a:lnTo>
                <a:lnTo>
                  <a:pt x="195" y="300"/>
                </a:lnTo>
                <a:lnTo>
                  <a:pt x="196" y="300"/>
                </a:lnTo>
                <a:lnTo>
                  <a:pt x="197" y="300"/>
                </a:lnTo>
                <a:lnTo>
                  <a:pt x="198" y="300"/>
                </a:lnTo>
                <a:lnTo>
                  <a:pt x="198" y="299"/>
                </a:lnTo>
                <a:lnTo>
                  <a:pt x="199" y="299"/>
                </a:lnTo>
                <a:lnTo>
                  <a:pt x="200" y="298"/>
                </a:lnTo>
                <a:lnTo>
                  <a:pt x="200" y="299"/>
                </a:lnTo>
                <a:lnTo>
                  <a:pt x="201" y="299"/>
                </a:lnTo>
                <a:lnTo>
                  <a:pt x="202" y="300"/>
                </a:lnTo>
                <a:lnTo>
                  <a:pt x="202" y="299"/>
                </a:lnTo>
                <a:lnTo>
                  <a:pt x="203" y="299"/>
                </a:lnTo>
                <a:lnTo>
                  <a:pt x="204" y="299"/>
                </a:lnTo>
                <a:lnTo>
                  <a:pt x="205" y="299"/>
                </a:lnTo>
                <a:lnTo>
                  <a:pt x="205" y="298"/>
                </a:lnTo>
                <a:lnTo>
                  <a:pt x="206" y="298"/>
                </a:lnTo>
                <a:lnTo>
                  <a:pt x="207" y="297"/>
                </a:lnTo>
                <a:lnTo>
                  <a:pt x="208" y="296"/>
                </a:lnTo>
                <a:lnTo>
                  <a:pt x="208" y="295"/>
                </a:lnTo>
                <a:lnTo>
                  <a:pt x="209" y="294"/>
                </a:lnTo>
                <a:lnTo>
                  <a:pt x="209" y="293"/>
                </a:lnTo>
                <a:lnTo>
                  <a:pt x="208" y="293"/>
                </a:lnTo>
                <a:lnTo>
                  <a:pt x="207" y="293"/>
                </a:lnTo>
                <a:lnTo>
                  <a:pt x="207" y="292"/>
                </a:lnTo>
                <a:lnTo>
                  <a:pt x="208" y="292"/>
                </a:lnTo>
                <a:lnTo>
                  <a:pt x="208" y="291"/>
                </a:lnTo>
                <a:lnTo>
                  <a:pt x="209" y="290"/>
                </a:lnTo>
                <a:lnTo>
                  <a:pt x="208" y="290"/>
                </a:lnTo>
                <a:lnTo>
                  <a:pt x="208" y="289"/>
                </a:lnTo>
                <a:lnTo>
                  <a:pt x="207" y="289"/>
                </a:lnTo>
                <a:lnTo>
                  <a:pt x="207" y="288"/>
                </a:lnTo>
                <a:lnTo>
                  <a:pt x="208" y="288"/>
                </a:lnTo>
                <a:lnTo>
                  <a:pt x="209" y="288"/>
                </a:lnTo>
                <a:lnTo>
                  <a:pt x="209" y="287"/>
                </a:lnTo>
                <a:lnTo>
                  <a:pt x="210" y="286"/>
                </a:lnTo>
                <a:lnTo>
                  <a:pt x="211" y="286"/>
                </a:lnTo>
                <a:lnTo>
                  <a:pt x="212" y="286"/>
                </a:lnTo>
                <a:lnTo>
                  <a:pt x="212" y="285"/>
                </a:lnTo>
                <a:lnTo>
                  <a:pt x="211" y="285"/>
                </a:lnTo>
                <a:lnTo>
                  <a:pt x="211" y="284"/>
                </a:lnTo>
                <a:lnTo>
                  <a:pt x="210" y="284"/>
                </a:lnTo>
                <a:lnTo>
                  <a:pt x="210" y="283"/>
                </a:lnTo>
                <a:lnTo>
                  <a:pt x="211" y="282"/>
                </a:lnTo>
                <a:lnTo>
                  <a:pt x="211" y="281"/>
                </a:lnTo>
                <a:lnTo>
                  <a:pt x="211" y="280"/>
                </a:lnTo>
                <a:lnTo>
                  <a:pt x="211" y="281"/>
                </a:lnTo>
                <a:lnTo>
                  <a:pt x="210" y="280"/>
                </a:lnTo>
                <a:lnTo>
                  <a:pt x="209" y="280"/>
                </a:lnTo>
                <a:lnTo>
                  <a:pt x="209" y="279"/>
                </a:lnTo>
                <a:lnTo>
                  <a:pt x="210" y="279"/>
                </a:lnTo>
                <a:lnTo>
                  <a:pt x="210" y="278"/>
                </a:lnTo>
                <a:lnTo>
                  <a:pt x="210" y="277"/>
                </a:lnTo>
                <a:lnTo>
                  <a:pt x="210" y="276"/>
                </a:lnTo>
                <a:lnTo>
                  <a:pt x="210" y="274"/>
                </a:lnTo>
                <a:lnTo>
                  <a:pt x="210" y="273"/>
                </a:lnTo>
                <a:lnTo>
                  <a:pt x="210" y="272"/>
                </a:lnTo>
                <a:lnTo>
                  <a:pt x="210" y="271"/>
                </a:lnTo>
                <a:lnTo>
                  <a:pt x="209" y="271"/>
                </a:lnTo>
                <a:lnTo>
                  <a:pt x="209" y="272"/>
                </a:lnTo>
                <a:lnTo>
                  <a:pt x="209" y="271"/>
                </a:lnTo>
                <a:lnTo>
                  <a:pt x="208" y="271"/>
                </a:lnTo>
                <a:lnTo>
                  <a:pt x="207" y="271"/>
                </a:lnTo>
                <a:lnTo>
                  <a:pt x="206" y="271"/>
                </a:lnTo>
                <a:lnTo>
                  <a:pt x="205" y="272"/>
                </a:lnTo>
                <a:lnTo>
                  <a:pt x="203" y="271"/>
                </a:lnTo>
                <a:lnTo>
                  <a:pt x="202" y="271"/>
                </a:lnTo>
                <a:lnTo>
                  <a:pt x="202" y="270"/>
                </a:lnTo>
                <a:lnTo>
                  <a:pt x="201" y="270"/>
                </a:lnTo>
                <a:lnTo>
                  <a:pt x="202" y="268"/>
                </a:lnTo>
                <a:lnTo>
                  <a:pt x="203" y="268"/>
                </a:lnTo>
                <a:lnTo>
                  <a:pt x="204" y="267"/>
                </a:lnTo>
                <a:lnTo>
                  <a:pt x="203" y="266"/>
                </a:lnTo>
                <a:lnTo>
                  <a:pt x="203" y="265"/>
                </a:lnTo>
                <a:lnTo>
                  <a:pt x="203" y="264"/>
                </a:lnTo>
                <a:lnTo>
                  <a:pt x="202" y="264"/>
                </a:lnTo>
                <a:lnTo>
                  <a:pt x="201" y="263"/>
                </a:lnTo>
                <a:lnTo>
                  <a:pt x="200" y="263"/>
                </a:lnTo>
                <a:lnTo>
                  <a:pt x="199" y="262"/>
                </a:lnTo>
                <a:lnTo>
                  <a:pt x="199" y="260"/>
                </a:lnTo>
                <a:lnTo>
                  <a:pt x="200" y="259"/>
                </a:lnTo>
                <a:lnTo>
                  <a:pt x="201" y="259"/>
                </a:lnTo>
                <a:lnTo>
                  <a:pt x="202" y="259"/>
                </a:lnTo>
                <a:lnTo>
                  <a:pt x="202" y="258"/>
                </a:lnTo>
                <a:lnTo>
                  <a:pt x="203" y="259"/>
                </a:lnTo>
                <a:lnTo>
                  <a:pt x="204" y="259"/>
                </a:lnTo>
                <a:lnTo>
                  <a:pt x="205" y="259"/>
                </a:lnTo>
                <a:lnTo>
                  <a:pt x="205" y="260"/>
                </a:lnTo>
                <a:lnTo>
                  <a:pt x="206" y="260"/>
                </a:lnTo>
                <a:lnTo>
                  <a:pt x="206" y="259"/>
                </a:lnTo>
                <a:lnTo>
                  <a:pt x="207" y="259"/>
                </a:lnTo>
                <a:lnTo>
                  <a:pt x="207" y="258"/>
                </a:lnTo>
                <a:lnTo>
                  <a:pt x="209" y="259"/>
                </a:lnTo>
                <a:lnTo>
                  <a:pt x="210" y="259"/>
                </a:lnTo>
                <a:lnTo>
                  <a:pt x="210" y="260"/>
                </a:lnTo>
                <a:lnTo>
                  <a:pt x="211" y="260"/>
                </a:lnTo>
                <a:lnTo>
                  <a:pt x="211" y="258"/>
                </a:lnTo>
                <a:lnTo>
                  <a:pt x="213" y="257"/>
                </a:lnTo>
                <a:lnTo>
                  <a:pt x="213" y="258"/>
                </a:lnTo>
                <a:lnTo>
                  <a:pt x="213" y="259"/>
                </a:lnTo>
                <a:lnTo>
                  <a:pt x="214" y="259"/>
                </a:lnTo>
                <a:lnTo>
                  <a:pt x="215" y="259"/>
                </a:lnTo>
                <a:lnTo>
                  <a:pt x="216" y="259"/>
                </a:lnTo>
                <a:lnTo>
                  <a:pt x="216" y="258"/>
                </a:lnTo>
                <a:lnTo>
                  <a:pt x="217" y="258"/>
                </a:lnTo>
                <a:lnTo>
                  <a:pt x="218" y="258"/>
                </a:lnTo>
                <a:lnTo>
                  <a:pt x="218" y="259"/>
                </a:lnTo>
                <a:lnTo>
                  <a:pt x="219" y="260"/>
                </a:lnTo>
                <a:lnTo>
                  <a:pt x="220" y="260"/>
                </a:lnTo>
                <a:lnTo>
                  <a:pt x="221" y="260"/>
                </a:lnTo>
                <a:lnTo>
                  <a:pt x="220" y="260"/>
                </a:lnTo>
                <a:lnTo>
                  <a:pt x="220" y="259"/>
                </a:lnTo>
                <a:lnTo>
                  <a:pt x="221" y="259"/>
                </a:lnTo>
                <a:lnTo>
                  <a:pt x="221" y="258"/>
                </a:lnTo>
                <a:lnTo>
                  <a:pt x="222" y="258"/>
                </a:lnTo>
                <a:lnTo>
                  <a:pt x="222" y="259"/>
                </a:lnTo>
                <a:lnTo>
                  <a:pt x="222" y="260"/>
                </a:lnTo>
                <a:lnTo>
                  <a:pt x="222" y="261"/>
                </a:lnTo>
                <a:lnTo>
                  <a:pt x="224" y="262"/>
                </a:lnTo>
                <a:lnTo>
                  <a:pt x="226" y="261"/>
                </a:lnTo>
                <a:lnTo>
                  <a:pt x="227" y="260"/>
                </a:lnTo>
                <a:lnTo>
                  <a:pt x="228" y="260"/>
                </a:lnTo>
                <a:lnTo>
                  <a:pt x="228" y="259"/>
                </a:lnTo>
                <a:lnTo>
                  <a:pt x="229" y="260"/>
                </a:lnTo>
                <a:lnTo>
                  <a:pt x="229" y="261"/>
                </a:lnTo>
                <a:lnTo>
                  <a:pt x="229" y="262"/>
                </a:lnTo>
                <a:lnTo>
                  <a:pt x="228" y="262"/>
                </a:lnTo>
                <a:lnTo>
                  <a:pt x="228" y="263"/>
                </a:lnTo>
                <a:lnTo>
                  <a:pt x="229" y="263"/>
                </a:lnTo>
                <a:lnTo>
                  <a:pt x="230" y="263"/>
                </a:lnTo>
                <a:lnTo>
                  <a:pt x="231" y="263"/>
                </a:lnTo>
                <a:lnTo>
                  <a:pt x="230" y="263"/>
                </a:lnTo>
                <a:lnTo>
                  <a:pt x="230" y="262"/>
                </a:lnTo>
                <a:lnTo>
                  <a:pt x="231" y="262"/>
                </a:lnTo>
                <a:lnTo>
                  <a:pt x="232" y="263"/>
                </a:lnTo>
                <a:lnTo>
                  <a:pt x="233" y="263"/>
                </a:lnTo>
                <a:lnTo>
                  <a:pt x="234" y="264"/>
                </a:lnTo>
                <a:lnTo>
                  <a:pt x="235" y="266"/>
                </a:lnTo>
                <a:lnTo>
                  <a:pt x="235" y="267"/>
                </a:lnTo>
                <a:lnTo>
                  <a:pt x="236" y="268"/>
                </a:lnTo>
                <a:lnTo>
                  <a:pt x="237" y="268"/>
                </a:lnTo>
                <a:lnTo>
                  <a:pt x="238" y="268"/>
                </a:lnTo>
                <a:lnTo>
                  <a:pt x="240" y="267"/>
                </a:lnTo>
                <a:lnTo>
                  <a:pt x="241" y="267"/>
                </a:lnTo>
                <a:lnTo>
                  <a:pt x="242" y="267"/>
                </a:lnTo>
                <a:lnTo>
                  <a:pt x="242" y="268"/>
                </a:lnTo>
                <a:lnTo>
                  <a:pt x="242" y="269"/>
                </a:lnTo>
                <a:lnTo>
                  <a:pt x="243" y="269"/>
                </a:lnTo>
                <a:lnTo>
                  <a:pt x="243" y="270"/>
                </a:lnTo>
                <a:lnTo>
                  <a:pt x="244" y="270"/>
                </a:lnTo>
                <a:lnTo>
                  <a:pt x="244" y="271"/>
                </a:lnTo>
                <a:lnTo>
                  <a:pt x="244" y="272"/>
                </a:lnTo>
                <a:lnTo>
                  <a:pt x="245" y="273"/>
                </a:lnTo>
                <a:lnTo>
                  <a:pt x="246" y="274"/>
                </a:lnTo>
                <a:lnTo>
                  <a:pt x="246" y="273"/>
                </a:lnTo>
                <a:lnTo>
                  <a:pt x="246" y="272"/>
                </a:lnTo>
                <a:lnTo>
                  <a:pt x="246" y="271"/>
                </a:lnTo>
                <a:lnTo>
                  <a:pt x="247" y="271"/>
                </a:lnTo>
                <a:lnTo>
                  <a:pt x="249" y="271"/>
                </a:lnTo>
                <a:lnTo>
                  <a:pt x="250" y="269"/>
                </a:lnTo>
                <a:lnTo>
                  <a:pt x="251" y="269"/>
                </a:lnTo>
                <a:lnTo>
                  <a:pt x="252" y="268"/>
                </a:lnTo>
                <a:lnTo>
                  <a:pt x="252" y="267"/>
                </a:lnTo>
                <a:lnTo>
                  <a:pt x="252" y="266"/>
                </a:lnTo>
                <a:lnTo>
                  <a:pt x="252" y="265"/>
                </a:lnTo>
                <a:lnTo>
                  <a:pt x="253" y="265"/>
                </a:lnTo>
                <a:lnTo>
                  <a:pt x="253" y="264"/>
                </a:lnTo>
                <a:lnTo>
                  <a:pt x="252" y="263"/>
                </a:lnTo>
                <a:lnTo>
                  <a:pt x="254" y="261"/>
                </a:lnTo>
                <a:lnTo>
                  <a:pt x="254" y="260"/>
                </a:lnTo>
                <a:lnTo>
                  <a:pt x="254" y="259"/>
                </a:lnTo>
                <a:lnTo>
                  <a:pt x="255" y="258"/>
                </a:lnTo>
                <a:lnTo>
                  <a:pt x="255" y="259"/>
                </a:lnTo>
                <a:lnTo>
                  <a:pt x="255" y="260"/>
                </a:lnTo>
                <a:lnTo>
                  <a:pt x="256" y="260"/>
                </a:lnTo>
                <a:lnTo>
                  <a:pt x="257" y="262"/>
                </a:lnTo>
                <a:lnTo>
                  <a:pt x="257" y="261"/>
                </a:lnTo>
                <a:lnTo>
                  <a:pt x="258" y="261"/>
                </a:lnTo>
                <a:lnTo>
                  <a:pt x="258" y="260"/>
                </a:lnTo>
                <a:lnTo>
                  <a:pt x="258" y="259"/>
                </a:lnTo>
                <a:lnTo>
                  <a:pt x="258" y="258"/>
                </a:lnTo>
                <a:lnTo>
                  <a:pt x="259" y="258"/>
                </a:lnTo>
                <a:lnTo>
                  <a:pt x="259" y="257"/>
                </a:lnTo>
                <a:lnTo>
                  <a:pt x="258" y="257"/>
                </a:lnTo>
                <a:lnTo>
                  <a:pt x="257" y="257"/>
                </a:lnTo>
                <a:lnTo>
                  <a:pt x="257" y="256"/>
                </a:lnTo>
                <a:lnTo>
                  <a:pt x="258" y="255"/>
                </a:lnTo>
                <a:lnTo>
                  <a:pt x="257" y="255"/>
                </a:lnTo>
                <a:lnTo>
                  <a:pt x="257" y="254"/>
                </a:lnTo>
                <a:lnTo>
                  <a:pt x="257" y="251"/>
                </a:lnTo>
                <a:lnTo>
                  <a:pt x="257" y="250"/>
                </a:lnTo>
                <a:lnTo>
                  <a:pt x="257" y="247"/>
                </a:lnTo>
                <a:lnTo>
                  <a:pt x="257" y="245"/>
                </a:lnTo>
                <a:lnTo>
                  <a:pt x="257" y="244"/>
                </a:lnTo>
                <a:lnTo>
                  <a:pt x="256" y="243"/>
                </a:lnTo>
                <a:lnTo>
                  <a:pt x="256" y="242"/>
                </a:lnTo>
                <a:lnTo>
                  <a:pt x="256" y="240"/>
                </a:lnTo>
                <a:lnTo>
                  <a:pt x="256" y="239"/>
                </a:lnTo>
                <a:lnTo>
                  <a:pt x="256" y="238"/>
                </a:lnTo>
                <a:lnTo>
                  <a:pt x="255" y="238"/>
                </a:lnTo>
                <a:lnTo>
                  <a:pt x="255" y="237"/>
                </a:lnTo>
                <a:lnTo>
                  <a:pt x="255" y="236"/>
                </a:lnTo>
                <a:lnTo>
                  <a:pt x="255" y="235"/>
                </a:lnTo>
                <a:lnTo>
                  <a:pt x="250" y="235"/>
                </a:lnTo>
                <a:lnTo>
                  <a:pt x="249" y="235"/>
                </a:lnTo>
                <a:lnTo>
                  <a:pt x="248" y="235"/>
                </a:lnTo>
                <a:lnTo>
                  <a:pt x="247" y="235"/>
                </a:lnTo>
                <a:lnTo>
                  <a:pt x="247" y="234"/>
                </a:lnTo>
                <a:lnTo>
                  <a:pt x="246" y="234"/>
                </a:lnTo>
                <a:lnTo>
                  <a:pt x="246" y="233"/>
                </a:lnTo>
                <a:lnTo>
                  <a:pt x="246" y="232"/>
                </a:lnTo>
                <a:lnTo>
                  <a:pt x="245" y="232"/>
                </a:lnTo>
                <a:lnTo>
                  <a:pt x="245" y="231"/>
                </a:lnTo>
                <a:lnTo>
                  <a:pt x="244" y="231"/>
                </a:lnTo>
                <a:lnTo>
                  <a:pt x="243" y="231"/>
                </a:lnTo>
                <a:lnTo>
                  <a:pt x="243" y="230"/>
                </a:lnTo>
                <a:lnTo>
                  <a:pt x="243" y="229"/>
                </a:lnTo>
                <a:lnTo>
                  <a:pt x="242" y="228"/>
                </a:lnTo>
                <a:lnTo>
                  <a:pt x="242" y="226"/>
                </a:lnTo>
                <a:lnTo>
                  <a:pt x="241" y="227"/>
                </a:lnTo>
                <a:lnTo>
                  <a:pt x="240" y="227"/>
                </a:lnTo>
                <a:lnTo>
                  <a:pt x="239" y="227"/>
                </a:lnTo>
                <a:lnTo>
                  <a:pt x="240" y="225"/>
                </a:lnTo>
                <a:lnTo>
                  <a:pt x="241" y="225"/>
                </a:lnTo>
                <a:lnTo>
                  <a:pt x="241" y="223"/>
                </a:lnTo>
                <a:lnTo>
                  <a:pt x="240" y="223"/>
                </a:lnTo>
                <a:lnTo>
                  <a:pt x="240" y="222"/>
                </a:lnTo>
                <a:lnTo>
                  <a:pt x="239" y="221"/>
                </a:lnTo>
                <a:lnTo>
                  <a:pt x="238" y="221"/>
                </a:lnTo>
                <a:lnTo>
                  <a:pt x="237" y="221"/>
                </a:lnTo>
                <a:lnTo>
                  <a:pt x="237" y="222"/>
                </a:lnTo>
                <a:lnTo>
                  <a:pt x="236" y="222"/>
                </a:lnTo>
                <a:lnTo>
                  <a:pt x="235" y="223"/>
                </a:lnTo>
                <a:lnTo>
                  <a:pt x="234" y="223"/>
                </a:lnTo>
                <a:lnTo>
                  <a:pt x="233" y="223"/>
                </a:lnTo>
                <a:lnTo>
                  <a:pt x="232" y="224"/>
                </a:lnTo>
                <a:lnTo>
                  <a:pt x="231" y="224"/>
                </a:lnTo>
                <a:lnTo>
                  <a:pt x="230" y="223"/>
                </a:lnTo>
                <a:lnTo>
                  <a:pt x="229" y="224"/>
                </a:lnTo>
                <a:lnTo>
                  <a:pt x="229" y="223"/>
                </a:lnTo>
                <a:lnTo>
                  <a:pt x="228" y="223"/>
                </a:lnTo>
                <a:lnTo>
                  <a:pt x="228" y="222"/>
                </a:lnTo>
                <a:lnTo>
                  <a:pt x="229" y="222"/>
                </a:lnTo>
                <a:lnTo>
                  <a:pt x="228" y="221"/>
                </a:lnTo>
                <a:lnTo>
                  <a:pt x="226" y="221"/>
                </a:lnTo>
                <a:lnTo>
                  <a:pt x="225" y="222"/>
                </a:lnTo>
                <a:lnTo>
                  <a:pt x="224" y="223"/>
                </a:lnTo>
                <a:lnTo>
                  <a:pt x="224" y="224"/>
                </a:lnTo>
                <a:lnTo>
                  <a:pt x="225" y="224"/>
                </a:lnTo>
                <a:lnTo>
                  <a:pt x="224" y="225"/>
                </a:lnTo>
                <a:lnTo>
                  <a:pt x="223" y="226"/>
                </a:lnTo>
                <a:lnTo>
                  <a:pt x="222" y="226"/>
                </a:lnTo>
                <a:lnTo>
                  <a:pt x="222" y="225"/>
                </a:lnTo>
                <a:lnTo>
                  <a:pt x="221" y="226"/>
                </a:lnTo>
                <a:lnTo>
                  <a:pt x="221" y="227"/>
                </a:lnTo>
                <a:lnTo>
                  <a:pt x="221" y="228"/>
                </a:lnTo>
                <a:lnTo>
                  <a:pt x="221" y="229"/>
                </a:lnTo>
                <a:lnTo>
                  <a:pt x="221" y="230"/>
                </a:lnTo>
                <a:lnTo>
                  <a:pt x="221" y="232"/>
                </a:lnTo>
                <a:lnTo>
                  <a:pt x="220" y="232"/>
                </a:lnTo>
                <a:lnTo>
                  <a:pt x="220" y="233"/>
                </a:lnTo>
                <a:lnTo>
                  <a:pt x="219" y="233"/>
                </a:lnTo>
                <a:lnTo>
                  <a:pt x="218" y="233"/>
                </a:lnTo>
                <a:lnTo>
                  <a:pt x="218" y="232"/>
                </a:lnTo>
                <a:lnTo>
                  <a:pt x="217" y="232"/>
                </a:lnTo>
                <a:lnTo>
                  <a:pt x="217" y="233"/>
                </a:lnTo>
                <a:lnTo>
                  <a:pt x="217" y="232"/>
                </a:lnTo>
                <a:lnTo>
                  <a:pt x="216" y="232"/>
                </a:lnTo>
                <a:lnTo>
                  <a:pt x="215" y="232"/>
                </a:lnTo>
                <a:lnTo>
                  <a:pt x="215" y="233"/>
                </a:lnTo>
                <a:lnTo>
                  <a:pt x="215" y="235"/>
                </a:lnTo>
                <a:lnTo>
                  <a:pt x="215" y="236"/>
                </a:lnTo>
                <a:lnTo>
                  <a:pt x="215" y="237"/>
                </a:lnTo>
                <a:lnTo>
                  <a:pt x="215" y="238"/>
                </a:lnTo>
                <a:lnTo>
                  <a:pt x="214" y="238"/>
                </a:lnTo>
                <a:lnTo>
                  <a:pt x="214" y="239"/>
                </a:lnTo>
                <a:lnTo>
                  <a:pt x="215" y="240"/>
                </a:lnTo>
                <a:lnTo>
                  <a:pt x="214" y="240"/>
                </a:lnTo>
                <a:lnTo>
                  <a:pt x="214" y="241"/>
                </a:lnTo>
                <a:lnTo>
                  <a:pt x="215" y="241"/>
                </a:lnTo>
                <a:lnTo>
                  <a:pt x="215" y="242"/>
                </a:lnTo>
                <a:lnTo>
                  <a:pt x="216" y="242"/>
                </a:lnTo>
                <a:lnTo>
                  <a:pt x="216" y="243"/>
                </a:lnTo>
                <a:lnTo>
                  <a:pt x="216" y="244"/>
                </a:lnTo>
                <a:lnTo>
                  <a:pt x="217" y="244"/>
                </a:lnTo>
                <a:lnTo>
                  <a:pt x="216" y="244"/>
                </a:lnTo>
                <a:lnTo>
                  <a:pt x="215" y="244"/>
                </a:lnTo>
                <a:lnTo>
                  <a:pt x="214" y="245"/>
                </a:lnTo>
                <a:lnTo>
                  <a:pt x="212" y="246"/>
                </a:lnTo>
                <a:lnTo>
                  <a:pt x="211" y="246"/>
                </a:lnTo>
                <a:lnTo>
                  <a:pt x="210" y="245"/>
                </a:lnTo>
                <a:lnTo>
                  <a:pt x="209" y="245"/>
                </a:lnTo>
                <a:lnTo>
                  <a:pt x="207" y="244"/>
                </a:lnTo>
                <a:lnTo>
                  <a:pt x="206" y="243"/>
                </a:lnTo>
                <a:lnTo>
                  <a:pt x="204" y="244"/>
                </a:lnTo>
                <a:lnTo>
                  <a:pt x="203" y="244"/>
                </a:lnTo>
                <a:lnTo>
                  <a:pt x="203" y="245"/>
                </a:lnTo>
                <a:lnTo>
                  <a:pt x="200" y="246"/>
                </a:lnTo>
                <a:lnTo>
                  <a:pt x="199" y="245"/>
                </a:lnTo>
                <a:lnTo>
                  <a:pt x="198" y="245"/>
                </a:lnTo>
                <a:lnTo>
                  <a:pt x="197" y="245"/>
                </a:lnTo>
                <a:lnTo>
                  <a:pt x="196" y="245"/>
                </a:lnTo>
                <a:lnTo>
                  <a:pt x="195" y="246"/>
                </a:lnTo>
                <a:lnTo>
                  <a:pt x="193" y="246"/>
                </a:lnTo>
                <a:lnTo>
                  <a:pt x="192" y="246"/>
                </a:lnTo>
                <a:lnTo>
                  <a:pt x="190" y="246"/>
                </a:lnTo>
                <a:lnTo>
                  <a:pt x="189" y="245"/>
                </a:lnTo>
                <a:lnTo>
                  <a:pt x="189" y="244"/>
                </a:lnTo>
                <a:lnTo>
                  <a:pt x="188" y="244"/>
                </a:lnTo>
                <a:lnTo>
                  <a:pt x="188" y="245"/>
                </a:lnTo>
                <a:lnTo>
                  <a:pt x="187" y="245"/>
                </a:lnTo>
                <a:lnTo>
                  <a:pt x="187" y="246"/>
                </a:lnTo>
                <a:lnTo>
                  <a:pt x="186" y="246"/>
                </a:lnTo>
                <a:lnTo>
                  <a:pt x="185" y="246"/>
                </a:lnTo>
                <a:lnTo>
                  <a:pt x="184" y="246"/>
                </a:lnTo>
                <a:lnTo>
                  <a:pt x="183" y="246"/>
                </a:lnTo>
                <a:lnTo>
                  <a:pt x="182" y="246"/>
                </a:lnTo>
                <a:lnTo>
                  <a:pt x="181" y="246"/>
                </a:lnTo>
                <a:lnTo>
                  <a:pt x="181" y="245"/>
                </a:lnTo>
                <a:lnTo>
                  <a:pt x="181" y="244"/>
                </a:lnTo>
                <a:lnTo>
                  <a:pt x="182" y="243"/>
                </a:lnTo>
                <a:lnTo>
                  <a:pt x="181" y="242"/>
                </a:lnTo>
                <a:lnTo>
                  <a:pt x="181" y="241"/>
                </a:lnTo>
                <a:lnTo>
                  <a:pt x="180" y="240"/>
                </a:lnTo>
                <a:lnTo>
                  <a:pt x="179" y="240"/>
                </a:lnTo>
                <a:lnTo>
                  <a:pt x="178" y="241"/>
                </a:lnTo>
                <a:lnTo>
                  <a:pt x="178" y="242"/>
                </a:lnTo>
                <a:lnTo>
                  <a:pt x="177" y="242"/>
                </a:lnTo>
                <a:lnTo>
                  <a:pt x="177" y="241"/>
                </a:lnTo>
                <a:lnTo>
                  <a:pt x="177" y="240"/>
                </a:lnTo>
                <a:lnTo>
                  <a:pt x="176" y="240"/>
                </a:lnTo>
                <a:lnTo>
                  <a:pt x="175" y="240"/>
                </a:lnTo>
                <a:lnTo>
                  <a:pt x="175" y="238"/>
                </a:lnTo>
                <a:lnTo>
                  <a:pt x="175" y="237"/>
                </a:lnTo>
                <a:lnTo>
                  <a:pt x="176" y="237"/>
                </a:lnTo>
                <a:lnTo>
                  <a:pt x="176" y="236"/>
                </a:lnTo>
                <a:lnTo>
                  <a:pt x="175" y="235"/>
                </a:lnTo>
                <a:lnTo>
                  <a:pt x="175" y="233"/>
                </a:lnTo>
                <a:lnTo>
                  <a:pt x="174" y="233"/>
                </a:lnTo>
                <a:lnTo>
                  <a:pt x="174" y="232"/>
                </a:lnTo>
                <a:lnTo>
                  <a:pt x="173" y="232"/>
                </a:lnTo>
                <a:lnTo>
                  <a:pt x="172" y="232"/>
                </a:lnTo>
                <a:lnTo>
                  <a:pt x="171" y="232"/>
                </a:lnTo>
                <a:lnTo>
                  <a:pt x="171" y="233"/>
                </a:lnTo>
                <a:lnTo>
                  <a:pt x="170" y="233"/>
                </a:lnTo>
                <a:lnTo>
                  <a:pt x="170" y="232"/>
                </a:lnTo>
                <a:lnTo>
                  <a:pt x="170" y="230"/>
                </a:lnTo>
                <a:lnTo>
                  <a:pt x="170" y="229"/>
                </a:lnTo>
                <a:lnTo>
                  <a:pt x="169" y="228"/>
                </a:lnTo>
                <a:lnTo>
                  <a:pt x="169" y="227"/>
                </a:lnTo>
                <a:lnTo>
                  <a:pt x="169" y="225"/>
                </a:lnTo>
                <a:lnTo>
                  <a:pt x="169" y="224"/>
                </a:lnTo>
                <a:lnTo>
                  <a:pt x="170" y="224"/>
                </a:lnTo>
                <a:lnTo>
                  <a:pt x="172" y="223"/>
                </a:lnTo>
                <a:lnTo>
                  <a:pt x="173" y="223"/>
                </a:lnTo>
                <a:lnTo>
                  <a:pt x="174" y="223"/>
                </a:lnTo>
                <a:lnTo>
                  <a:pt x="175" y="223"/>
                </a:lnTo>
                <a:lnTo>
                  <a:pt x="176" y="222"/>
                </a:lnTo>
                <a:lnTo>
                  <a:pt x="176" y="221"/>
                </a:lnTo>
                <a:lnTo>
                  <a:pt x="175" y="220"/>
                </a:lnTo>
                <a:lnTo>
                  <a:pt x="173" y="220"/>
                </a:lnTo>
                <a:lnTo>
                  <a:pt x="172" y="220"/>
                </a:lnTo>
                <a:lnTo>
                  <a:pt x="171" y="220"/>
                </a:lnTo>
                <a:lnTo>
                  <a:pt x="171" y="219"/>
                </a:lnTo>
                <a:lnTo>
                  <a:pt x="170" y="219"/>
                </a:lnTo>
                <a:lnTo>
                  <a:pt x="170" y="218"/>
                </a:lnTo>
                <a:lnTo>
                  <a:pt x="170" y="217"/>
                </a:lnTo>
                <a:lnTo>
                  <a:pt x="170" y="214"/>
                </a:lnTo>
                <a:lnTo>
                  <a:pt x="170" y="213"/>
                </a:lnTo>
                <a:lnTo>
                  <a:pt x="169" y="212"/>
                </a:lnTo>
                <a:lnTo>
                  <a:pt x="169" y="211"/>
                </a:lnTo>
                <a:lnTo>
                  <a:pt x="168" y="211"/>
                </a:lnTo>
                <a:lnTo>
                  <a:pt x="167" y="211"/>
                </a:lnTo>
                <a:lnTo>
                  <a:pt x="167" y="210"/>
                </a:lnTo>
                <a:lnTo>
                  <a:pt x="168" y="210"/>
                </a:lnTo>
                <a:lnTo>
                  <a:pt x="169" y="210"/>
                </a:lnTo>
                <a:lnTo>
                  <a:pt x="168" y="209"/>
                </a:lnTo>
                <a:lnTo>
                  <a:pt x="167" y="208"/>
                </a:lnTo>
                <a:lnTo>
                  <a:pt x="168" y="208"/>
                </a:lnTo>
                <a:lnTo>
                  <a:pt x="168" y="207"/>
                </a:lnTo>
                <a:lnTo>
                  <a:pt x="167" y="207"/>
                </a:lnTo>
                <a:lnTo>
                  <a:pt x="166" y="206"/>
                </a:lnTo>
                <a:lnTo>
                  <a:pt x="167" y="206"/>
                </a:lnTo>
                <a:lnTo>
                  <a:pt x="168" y="206"/>
                </a:lnTo>
                <a:lnTo>
                  <a:pt x="168" y="205"/>
                </a:lnTo>
                <a:lnTo>
                  <a:pt x="168" y="204"/>
                </a:lnTo>
                <a:lnTo>
                  <a:pt x="168" y="203"/>
                </a:lnTo>
                <a:lnTo>
                  <a:pt x="168" y="202"/>
                </a:lnTo>
                <a:lnTo>
                  <a:pt x="168" y="201"/>
                </a:lnTo>
                <a:lnTo>
                  <a:pt x="168" y="199"/>
                </a:lnTo>
                <a:lnTo>
                  <a:pt x="168" y="198"/>
                </a:lnTo>
                <a:lnTo>
                  <a:pt x="167" y="198"/>
                </a:lnTo>
                <a:lnTo>
                  <a:pt x="167" y="197"/>
                </a:lnTo>
                <a:lnTo>
                  <a:pt x="166" y="196"/>
                </a:lnTo>
                <a:lnTo>
                  <a:pt x="164" y="195"/>
                </a:lnTo>
                <a:lnTo>
                  <a:pt x="163" y="195"/>
                </a:lnTo>
                <a:lnTo>
                  <a:pt x="163" y="196"/>
                </a:lnTo>
                <a:lnTo>
                  <a:pt x="163" y="197"/>
                </a:lnTo>
                <a:lnTo>
                  <a:pt x="162" y="197"/>
                </a:lnTo>
                <a:lnTo>
                  <a:pt x="162" y="198"/>
                </a:lnTo>
                <a:lnTo>
                  <a:pt x="162" y="199"/>
                </a:lnTo>
                <a:lnTo>
                  <a:pt x="163" y="199"/>
                </a:lnTo>
                <a:lnTo>
                  <a:pt x="162" y="199"/>
                </a:lnTo>
                <a:lnTo>
                  <a:pt x="162" y="200"/>
                </a:lnTo>
                <a:lnTo>
                  <a:pt x="161" y="200"/>
                </a:lnTo>
                <a:lnTo>
                  <a:pt x="160" y="201"/>
                </a:lnTo>
                <a:lnTo>
                  <a:pt x="159" y="201"/>
                </a:lnTo>
                <a:lnTo>
                  <a:pt x="158" y="201"/>
                </a:lnTo>
                <a:lnTo>
                  <a:pt x="156" y="202"/>
                </a:lnTo>
                <a:lnTo>
                  <a:pt x="155" y="203"/>
                </a:lnTo>
                <a:lnTo>
                  <a:pt x="154" y="203"/>
                </a:lnTo>
                <a:lnTo>
                  <a:pt x="154" y="202"/>
                </a:lnTo>
                <a:lnTo>
                  <a:pt x="152" y="202"/>
                </a:lnTo>
                <a:lnTo>
                  <a:pt x="152" y="203"/>
                </a:lnTo>
                <a:lnTo>
                  <a:pt x="152" y="204"/>
                </a:lnTo>
                <a:lnTo>
                  <a:pt x="151" y="203"/>
                </a:lnTo>
                <a:lnTo>
                  <a:pt x="151" y="202"/>
                </a:lnTo>
                <a:lnTo>
                  <a:pt x="151" y="201"/>
                </a:lnTo>
                <a:lnTo>
                  <a:pt x="150" y="201"/>
                </a:lnTo>
                <a:lnTo>
                  <a:pt x="149" y="200"/>
                </a:lnTo>
                <a:lnTo>
                  <a:pt x="148" y="200"/>
                </a:lnTo>
                <a:lnTo>
                  <a:pt x="149" y="200"/>
                </a:lnTo>
                <a:lnTo>
                  <a:pt x="149" y="199"/>
                </a:lnTo>
                <a:lnTo>
                  <a:pt x="148" y="199"/>
                </a:lnTo>
                <a:lnTo>
                  <a:pt x="147" y="199"/>
                </a:lnTo>
                <a:lnTo>
                  <a:pt x="146" y="197"/>
                </a:lnTo>
                <a:lnTo>
                  <a:pt x="147" y="196"/>
                </a:lnTo>
                <a:lnTo>
                  <a:pt x="147" y="195"/>
                </a:lnTo>
                <a:lnTo>
                  <a:pt x="146" y="194"/>
                </a:lnTo>
                <a:lnTo>
                  <a:pt x="145" y="194"/>
                </a:lnTo>
                <a:lnTo>
                  <a:pt x="145" y="195"/>
                </a:lnTo>
                <a:lnTo>
                  <a:pt x="144" y="195"/>
                </a:lnTo>
                <a:lnTo>
                  <a:pt x="143" y="195"/>
                </a:lnTo>
                <a:lnTo>
                  <a:pt x="143" y="194"/>
                </a:lnTo>
                <a:lnTo>
                  <a:pt x="143" y="193"/>
                </a:lnTo>
                <a:lnTo>
                  <a:pt x="143" y="192"/>
                </a:lnTo>
                <a:lnTo>
                  <a:pt x="143" y="191"/>
                </a:lnTo>
                <a:lnTo>
                  <a:pt x="143" y="190"/>
                </a:lnTo>
                <a:lnTo>
                  <a:pt x="144" y="190"/>
                </a:lnTo>
                <a:lnTo>
                  <a:pt x="144" y="189"/>
                </a:lnTo>
                <a:lnTo>
                  <a:pt x="145" y="189"/>
                </a:lnTo>
                <a:lnTo>
                  <a:pt x="146" y="189"/>
                </a:lnTo>
                <a:lnTo>
                  <a:pt x="146" y="188"/>
                </a:lnTo>
                <a:lnTo>
                  <a:pt x="146" y="187"/>
                </a:lnTo>
                <a:lnTo>
                  <a:pt x="147" y="187"/>
                </a:lnTo>
                <a:lnTo>
                  <a:pt x="147" y="186"/>
                </a:lnTo>
                <a:lnTo>
                  <a:pt x="147" y="185"/>
                </a:lnTo>
                <a:lnTo>
                  <a:pt x="147" y="184"/>
                </a:lnTo>
                <a:lnTo>
                  <a:pt x="147" y="183"/>
                </a:lnTo>
                <a:lnTo>
                  <a:pt x="146" y="183"/>
                </a:lnTo>
                <a:lnTo>
                  <a:pt x="145" y="183"/>
                </a:lnTo>
                <a:lnTo>
                  <a:pt x="145" y="182"/>
                </a:lnTo>
                <a:lnTo>
                  <a:pt x="147" y="182"/>
                </a:lnTo>
                <a:lnTo>
                  <a:pt x="148" y="182"/>
                </a:lnTo>
                <a:lnTo>
                  <a:pt x="149" y="181"/>
                </a:lnTo>
                <a:lnTo>
                  <a:pt x="150" y="181"/>
                </a:lnTo>
                <a:lnTo>
                  <a:pt x="150" y="180"/>
                </a:lnTo>
                <a:lnTo>
                  <a:pt x="150" y="179"/>
                </a:lnTo>
                <a:lnTo>
                  <a:pt x="151" y="178"/>
                </a:lnTo>
                <a:lnTo>
                  <a:pt x="151" y="177"/>
                </a:lnTo>
                <a:lnTo>
                  <a:pt x="150" y="177"/>
                </a:lnTo>
                <a:lnTo>
                  <a:pt x="150" y="176"/>
                </a:lnTo>
                <a:lnTo>
                  <a:pt x="150" y="175"/>
                </a:lnTo>
                <a:lnTo>
                  <a:pt x="150" y="174"/>
                </a:lnTo>
                <a:lnTo>
                  <a:pt x="150" y="173"/>
                </a:lnTo>
                <a:lnTo>
                  <a:pt x="150" y="172"/>
                </a:lnTo>
                <a:lnTo>
                  <a:pt x="151" y="171"/>
                </a:lnTo>
                <a:lnTo>
                  <a:pt x="151" y="170"/>
                </a:lnTo>
                <a:lnTo>
                  <a:pt x="152" y="169"/>
                </a:lnTo>
                <a:lnTo>
                  <a:pt x="152" y="168"/>
                </a:lnTo>
                <a:lnTo>
                  <a:pt x="152" y="167"/>
                </a:lnTo>
                <a:lnTo>
                  <a:pt x="153" y="167"/>
                </a:lnTo>
                <a:lnTo>
                  <a:pt x="154" y="167"/>
                </a:lnTo>
                <a:lnTo>
                  <a:pt x="155" y="168"/>
                </a:lnTo>
                <a:lnTo>
                  <a:pt x="156" y="168"/>
                </a:lnTo>
                <a:lnTo>
                  <a:pt x="157" y="168"/>
                </a:lnTo>
                <a:lnTo>
                  <a:pt x="158" y="169"/>
                </a:lnTo>
                <a:lnTo>
                  <a:pt x="158" y="165"/>
                </a:lnTo>
                <a:lnTo>
                  <a:pt x="158" y="164"/>
                </a:lnTo>
                <a:lnTo>
                  <a:pt x="158" y="163"/>
                </a:lnTo>
                <a:lnTo>
                  <a:pt x="158" y="162"/>
                </a:lnTo>
                <a:lnTo>
                  <a:pt x="158" y="160"/>
                </a:lnTo>
                <a:lnTo>
                  <a:pt x="158" y="158"/>
                </a:lnTo>
                <a:lnTo>
                  <a:pt x="159" y="157"/>
                </a:lnTo>
                <a:lnTo>
                  <a:pt x="159" y="156"/>
                </a:lnTo>
                <a:lnTo>
                  <a:pt x="158" y="155"/>
                </a:lnTo>
                <a:lnTo>
                  <a:pt x="158" y="154"/>
                </a:lnTo>
                <a:lnTo>
                  <a:pt x="159" y="154"/>
                </a:lnTo>
                <a:lnTo>
                  <a:pt x="159" y="153"/>
                </a:lnTo>
                <a:lnTo>
                  <a:pt x="160" y="153"/>
                </a:lnTo>
                <a:lnTo>
                  <a:pt x="160" y="152"/>
                </a:lnTo>
                <a:lnTo>
                  <a:pt x="161" y="152"/>
                </a:lnTo>
                <a:lnTo>
                  <a:pt x="162" y="151"/>
                </a:lnTo>
                <a:lnTo>
                  <a:pt x="163" y="150"/>
                </a:lnTo>
                <a:lnTo>
                  <a:pt x="163" y="149"/>
                </a:lnTo>
                <a:lnTo>
                  <a:pt x="163" y="147"/>
                </a:lnTo>
                <a:lnTo>
                  <a:pt x="163" y="146"/>
                </a:lnTo>
                <a:lnTo>
                  <a:pt x="163" y="145"/>
                </a:lnTo>
                <a:lnTo>
                  <a:pt x="162" y="144"/>
                </a:lnTo>
                <a:lnTo>
                  <a:pt x="163" y="143"/>
                </a:lnTo>
                <a:lnTo>
                  <a:pt x="163" y="142"/>
                </a:lnTo>
                <a:lnTo>
                  <a:pt x="164" y="143"/>
                </a:lnTo>
                <a:lnTo>
                  <a:pt x="165" y="142"/>
                </a:lnTo>
                <a:lnTo>
                  <a:pt x="165" y="141"/>
                </a:lnTo>
                <a:lnTo>
                  <a:pt x="164" y="141"/>
                </a:lnTo>
                <a:lnTo>
                  <a:pt x="163" y="141"/>
                </a:lnTo>
                <a:lnTo>
                  <a:pt x="162" y="141"/>
                </a:lnTo>
                <a:lnTo>
                  <a:pt x="161" y="141"/>
                </a:lnTo>
                <a:lnTo>
                  <a:pt x="160" y="141"/>
                </a:lnTo>
                <a:lnTo>
                  <a:pt x="160" y="140"/>
                </a:lnTo>
                <a:lnTo>
                  <a:pt x="159" y="140"/>
                </a:lnTo>
                <a:lnTo>
                  <a:pt x="159" y="139"/>
                </a:lnTo>
                <a:lnTo>
                  <a:pt x="158" y="139"/>
                </a:lnTo>
                <a:lnTo>
                  <a:pt x="157" y="139"/>
                </a:lnTo>
                <a:lnTo>
                  <a:pt x="155" y="139"/>
                </a:lnTo>
                <a:lnTo>
                  <a:pt x="154" y="139"/>
                </a:lnTo>
                <a:lnTo>
                  <a:pt x="154" y="140"/>
                </a:lnTo>
                <a:lnTo>
                  <a:pt x="153" y="140"/>
                </a:lnTo>
                <a:lnTo>
                  <a:pt x="152" y="140"/>
                </a:lnTo>
                <a:lnTo>
                  <a:pt x="152" y="141"/>
                </a:lnTo>
                <a:lnTo>
                  <a:pt x="151" y="141"/>
                </a:lnTo>
                <a:lnTo>
                  <a:pt x="151" y="142"/>
                </a:lnTo>
                <a:lnTo>
                  <a:pt x="150" y="142"/>
                </a:lnTo>
                <a:lnTo>
                  <a:pt x="150" y="141"/>
                </a:lnTo>
                <a:lnTo>
                  <a:pt x="149" y="141"/>
                </a:lnTo>
                <a:lnTo>
                  <a:pt x="148" y="141"/>
                </a:lnTo>
                <a:lnTo>
                  <a:pt x="146" y="141"/>
                </a:lnTo>
                <a:lnTo>
                  <a:pt x="145" y="140"/>
                </a:lnTo>
                <a:lnTo>
                  <a:pt x="144" y="140"/>
                </a:lnTo>
                <a:lnTo>
                  <a:pt x="144" y="141"/>
                </a:lnTo>
                <a:lnTo>
                  <a:pt x="144" y="142"/>
                </a:lnTo>
                <a:lnTo>
                  <a:pt x="144" y="143"/>
                </a:lnTo>
                <a:lnTo>
                  <a:pt x="142" y="143"/>
                </a:lnTo>
                <a:lnTo>
                  <a:pt x="141" y="143"/>
                </a:lnTo>
                <a:lnTo>
                  <a:pt x="141" y="142"/>
                </a:lnTo>
                <a:lnTo>
                  <a:pt x="140" y="142"/>
                </a:lnTo>
                <a:lnTo>
                  <a:pt x="139" y="142"/>
                </a:lnTo>
                <a:lnTo>
                  <a:pt x="139" y="143"/>
                </a:lnTo>
                <a:lnTo>
                  <a:pt x="138" y="143"/>
                </a:lnTo>
                <a:lnTo>
                  <a:pt x="137" y="143"/>
                </a:lnTo>
                <a:lnTo>
                  <a:pt x="135" y="142"/>
                </a:lnTo>
                <a:lnTo>
                  <a:pt x="134" y="142"/>
                </a:lnTo>
                <a:lnTo>
                  <a:pt x="133" y="142"/>
                </a:lnTo>
                <a:lnTo>
                  <a:pt x="132" y="142"/>
                </a:lnTo>
                <a:lnTo>
                  <a:pt x="131" y="142"/>
                </a:lnTo>
                <a:lnTo>
                  <a:pt x="130" y="142"/>
                </a:lnTo>
                <a:lnTo>
                  <a:pt x="129" y="142"/>
                </a:lnTo>
                <a:lnTo>
                  <a:pt x="129" y="143"/>
                </a:lnTo>
                <a:lnTo>
                  <a:pt x="128" y="143"/>
                </a:lnTo>
                <a:lnTo>
                  <a:pt x="127" y="143"/>
                </a:lnTo>
                <a:lnTo>
                  <a:pt x="127" y="144"/>
                </a:lnTo>
                <a:lnTo>
                  <a:pt x="126" y="144"/>
                </a:lnTo>
                <a:lnTo>
                  <a:pt x="125" y="143"/>
                </a:lnTo>
                <a:lnTo>
                  <a:pt x="124" y="143"/>
                </a:lnTo>
                <a:lnTo>
                  <a:pt x="124" y="142"/>
                </a:lnTo>
                <a:lnTo>
                  <a:pt x="123" y="142"/>
                </a:lnTo>
                <a:lnTo>
                  <a:pt x="123" y="141"/>
                </a:lnTo>
                <a:lnTo>
                  <a:pt x="124" y="141"/>
                </a:lnTo>
                <a:lnTo>
                  <a:pt x="125" y="140"/>
                </a:lnTo>
                <a:lnTo>
                  <a:pt x="125" y="139"/>
                </a:lnTo>
                <a:lnTo>
                  <a:pt x="125" y="138"/>
                </a:lnTo>
                <a:lnTo>
                  <a:pt x="125" y="137"/>
                </a:lnTo>
                <a:lnTo>
                  <a:pt x="126" y="136"/>
                </a:lnTo>
                <a:lnTo>
                  <a:pt x="126" y="134"/>
                </a:lnTo>
                <a:lnTo>
                  <a:pt x="125" y="134"/>
                </a:lnTo>
                <a:lnTo>
                  <a:pt x="125" y="133"/>
                </a:lnTo>
                <a:lnTo>
                  <a:pt x="126" y="132"/>
                </a:lnTo>
                <a:lnTo>
                  <a:pt x="126" y="131"/>
                </a:lnTo>
                <a:lnTo>
                  <a:pt x="126" y="130"/>
                </a:lnTo>
                <a:lnTo>
                  <a:pt x="126" y="129"/>
                </a:lnTo>
                <a:lnTo>
                  <a:pt x="126" y="128"/>
                </a:lnTo>
                <a:lnTo>
                  <a:pt x="126" y="127"/>
                </a:lnTo>
                <a:lnTo>
                  <a:pt x="124" y="126"/>
                </a:lnTo>
                <a:lnTo>
                  <a:pt x="123" y="127"/>
                </a:lnTo>
                <a:lnTo>
                  <a:pt x="122" y="127"/>
                </a:lnTo>
                <a:lnTo>
                  <a:pt x="121" y="127"/>
                </a:lnTo>
                <a:lnTo>
                  <a:pt x="121" y="126"/>
                </a:lnTo>
                <a:lnTo>
                  <a:pt x="121" y="125"/>
                </a:lnTo>
                <a:lnTo>
                  <a:pt x="121" y="124"/>
                </a:lnTo>
                <a:lnTo>
                  <a:pt x="120" y="123"/>
                </a:lnTo>
                <a:lnTo>
                  <a:pt x="119" y="123"/>
                </a:lnTo>
                <a:lnTo>
                  <a:pt x="119" y="122"/>
                </a:lnTo>
                <a:lnTo>
                  <a:pt x="118" y="122"/>
                </a:lnTo>
                <a:lnTo>
                  <a:pt x="118" y="121"/>
                </a:lnTo>
                <a:lnTo>
                  <a:pt x="119" y="121"/>
                </a:lnTo>
                <a:lnTo>
                  <a:pt x="118" y="120"/>
                </a:lnTo>
                <a:lnTo>
                  <a:pt x="118" y="119"/>
                </a:lnTo>
                <a:lnTo>
                  <a:pt x="117" y="118"/>
                </a:lnTo>
                <a:lnTo>
                  <a:pt x="118" y="117"/>
                </a:lnTo>
                <a:lnTo>
                  <a:pt x="118" y="116"/>
                </a:lnTo>
                <a:lnTo>
                  <a:pt x="118" y="115"/>
                </a:lnTo>
                <a:lnTo>
                  <a:pt x="117" y="115"/>
                </a:lnTo>
                <a:lnTo>
                  <a:pt x="116" y="114"/>
                </a:lnTo>
                <a:lnTo>
                  <a:pt x="114" y="113"/>
                </a:lnTo>
                <a:lnTo>
                  <a:pt x="114" y="112"/>
                </a:lnTo>
                <a:lnTo>
                  <a:pt x="113" y="112"/>
                </a:lnTo>
                <a:lnTo>
                  <a:pt x="113" y="113"/>
                </a:lnTo>
                <a:lnTo>
                  <a:pt x="114" y="113"/>
                </a:lnTo>
                <a:lnTo>
                  <a:pt x="114" y="114"/>
                </a:lnTo>
                <a:lnTo>
                  <a:pt x="113" y="114"/>
                </a:lnTo>
                <a:lnTo>
                  <a:pt x="113" y="115"/>
                </a:lnTo>
                <a:lnTo>
                  <a:pt x="112" y="116"/>
                </a:lnTo>
                <a:lnTo>
                  <a:pt x="111" y="115"/>
                </a:lnTo>
                <a:lnTo>
                  <a:pt x="111" y="116"/>
                </a:lnTo>
                <a:lnTo>
                  <a:pt x="111" y="117"/>
                </a:lnTo>
                <a:lnTo>
                  <a:pt x="110" y="117"/>
                </a:lnTo>
                <a:lnTo>
                  <a:pt x="109" y="117"/>
                </a:lnTo>
                <a:lnTo>
                  <a:pt x="109" y="116"/>
                </a:lnTo>
                <a:lnTo>
                  <a:pt x="108" y="115"/>
                </a:lnTo>
                <a:lnTo>
                  <a:pt x="107" y="115"/>
                </a:lnTo>
                <a:lnTo>
                  <a:pt x="107" y="114"/>
                </a:lnTo>
                <a:lnTo>
                  <a:pt x="107" y="113"/>
                </a:lnTo>
                <a:lnTo>
                  <a:pt x="107" y="111"/>
                </a:lnTo>
                <a:lnTo>
                  <a:pt x="106" y="110"/>
                </a:lnTo>
                <a:lnTo>
                  <a:pt x="105" y="109"/>
                </a:lnTo>
                <a:lnTo>
                  <a:pt x="104" y="109"/>
                </a:lnTo>
                <a:lnTo>
                  <a:pt x="103" y="110"/>
                </a:lnTo>
                <a:lnTo>
                  <a:pt x="102" y="110"/>
                </a:lnTo>
                <a:lnTo>
                  <a:pt x="101" y="110"/>
                </a:lnTo>
                <a:lnTo>
                  <a:pt x="100" y="111"/>
                </a:lnTo>
                <a:lnTo>
                  <a:pt x="99" y="112"/>
                </a:lnTo>
                <a:lnTo>
                  <a:pt x="99" y="113"/>
                </a:lnTo>
                <a:lnTo>
                  <a:pt x="98" y="112"/>
                </a:lnTo>
                <a:lnTo>
                  <a:pt x="97" y="112"/>
                </a:lnTo>
                <a:lnTo>
                  <a:pt x="97" y="113"/>
                </a:lnTo>
                <a:lnTo>
                  <a:pt x="96" y="113"/>
                </a:lnTo>
                <a:lnTo>
                  <a:pt x="95" y="113"/>
                </a:lnTo>
                <a:lnTo>
                  <a:pt x="94" y="112"/>
                </a:lnTo>
                <a:lnTo>
                  <a:pt x="94" y="111"/>
                </a:lnTo>
                <a:lnTo>
                  <a:pt x="94" y="110"/>
                </a:lnTo>
                <a:lnTo>
                  <a:pt x="93" y="109"/>
                </a:lnTo>
                <a:lnTo>
                  <a:pt x="92" y="109"/>
                </a:lnTo>
                <a:lnTo>
                  <a:pt x="91" y="109"/>
                </a:lnTo>
                <a:lnTo>
                  <a:pt x="92" y="108"/>
                </a:lnTo>
                <a:lnTo>
                  <a:pt x="92" y="107"/>
                </a:lnTo>
                <a:lnTo>
                  <a:pt x="91" y="107"/>
                </a:lnTo>
                <a:lnTo>
                  <a:pt x="90" y="107"/>
                </a:lnTo>
                <a:lnTo>
                  <a:pt x="90" y="106"/>
                </a:lnTo>
                <a:lnTo>
                  <a:pt x="88" y="106"/>
                </a:lnTo>
                <a:lnTo>
                  <a:pt x="87" y="107"/>
                </a:lnTo>
                <a:lnTo>
                  <a:pt x="86" y="107"/>
                </a:lnTo>
                <a:lnTo>
                  <a:pt x="86" y="108"/>
                </a:lnTo>
                <a:lnTo>
                  <a:pt x="86" y="109"/>
                </a:lnTo>
                <a:lnTo>
                  <a:pt x="85" y="109"/>
                </a:lnTo>
                <a:lnTo>
                  <a:pt x="84" y="108"/>
                </a:lnTo>
                <a:lnTo>
                  <a:pt x="84" y="107"/>
                </a:lnTo>
                <a:lnTo>
                  <a:pt x="82" y="107"/>
                </a:lnTo>
                <a:lnTo>
                  <a:pt x="82" y="108"/>
                </a:lnTo>
                <a:lnTo>
                  <a:pt x="81" y="108"/>
                </a:lnTo>
                <a:lnTo>
                  <a:pt x="80" y="108"/>
                </a:lnTo>
                <a:lnTo>
                  <a:pt x="79" y="109"/>
                </a:lnTo>
                <a:lnTo>
                  <a:pt x="78" y="109"/>
                </a:lnTo>
                <a:lnTo>
                  <a:pt x="78" y="108"/>
                </a:lnTo>
                <a:lnTo>
                  <a:pt x="77" y="108"/>
                </a:lnTo>
                <a:lnTo>
                  <a:pt x="76" y="108"/>
                </a:lnTo>
                <a:lnTo>
                  <a:pt x="75" y="108"/>
                </a:lnTo>
                <a:lnTo>
                  <a:pt x="74" y="108"/>
                </a:lnTo>
                <a:lnTo>
                  <a:pt x="73" y="107"/>
                </a:lnTo>
                <a:lnTo>
                  <a:pt x="71" y="107"/>
                </a:lnTo>
                <a:lnTo>
                  <a:pt x="72" y="106"/>
                </a:lnTo>
                <a:lnTo>
                  <a:pt x="72" y="105"/>
                </a:lnTo>
                <a:lnTo>
                  <a:pt x="71" y="105"/>
                </a:lnTo>
                <a:lnTo>
                  <a:pt x="70" y="105"/>
                </a:lnTo>
                <a:lnTo>
                  <a:pt x="69" y="105"/>
                </a:lnTo>
                <a:lnTo>
                  <a:pt x="69" y="104"/>
                </a:lnTo>
                <a:lnTo>
                  <a:pt x="70" y="104"/>
                </a:lnTo>
                <a:lnTo>
                  <a:pt x="70" y="103"/>
                </a:lnTo>
                <a:lnTo>
                  <a:pt x="70" y="102"/>
                </a:lnTo>
                <a:lnTo>
                  <a:pt x="69" y="102"/>
                </a:lnTo>
                <a:lnTo>
                  <a:pt x="68" y="102"/>
                </a:lnTo>
                <a:lnTo>
                  <a:pt x="67" y="102"/>
                </a:lnTo>
                <a:lnTo>
                  <a:pt x="67" y="101"/>
                </a:lnTo>
                <a:lnTo>
                  <a:pt x="66" y="100"/>
                </a:lnTo>
                <a:lnTo>
                  <a:pt x="65" y="101"/>
                </a:lnTo>
                <a:lnTo>
                  <a:pt x="64" y="100"/>
                </a:lnTo>
                <a:lnTo>
                  <a:pt x="63" y="99"/>
                </a:lnTo>
                <a:lnTo>
                  <a:pt x="62" y="99"/>
                </a:lnTo>
                <a:lnTo>
                  <a:pt x="60" y="98"/>
                </a:lnTo>
                <a:lnTo>
                  <a:pt x="60" y="97"/>
                </a:lnTo>
                <a:lnTo>
                  <a:pt x="60" y="96"/>
                </a:lnTo>
                <a:lnTo>
                  <a:pt x="61" y="96"/>
                </a:lnTo>
                <a:lnTo>
                  <a:pt x="61" y="95"/>
                </a:lnTo>
                <a:lnTo>
                  <a:pt x="62" y="94"/>
                </a:lnTo>
                <a:lnTo>
                  <a:pt x="62" y="92"/>
                </a:lnTo>
                <a:lnTo>
                  <a:pt x="62" y="91"/>
                </a:lnTo>
                <a:lnTo>
                  <a:pt x="62" y="90"/>
                </a:lnTo>
                <a:lnTo>
                  <a:pt x="61" y="90"/>
                </a:lnTo>
                <a:lnTo>
                  <a:pt x="61" y="91"/>
                </a:lnTo>
                <a:lnTo>
                  <a:pt x="60" y="90"/>
                </a:lnTo>
                <a:lnTo>
                  <a:pt x="60" y="89"/>
                </a:lnTo>
                <a:lnTo>
                  <a:pt x="59" y="89"/>
                </a:lnTo>
                <a:lnTo>
                  <a:pt x="58" y="89"/>
                </a:lnTo>
                <a:lnTo>
                  <a:pt x="58" y="88"/>
                </a:lnTo>
                <a:lnTo>
                  <a:pt x="57" y="87"/>
                </a:lnTo>
                <a:lnTo>
                  <a:pt x="56" y="87"/>
                </a:lnTo>
                <a:lnTo>
                  <a:pt x="56" y="86"/>
                </a:lnTo>
                <a:lnTo>
                  <a:pt x="55" y="85"/>
                </a:lnTo>
                <a:lnTo>
                  <a:pt x="55" y="84"/>
                </a:lnTo>
                <a:lnTo>
                  <a:pt x="56" y="84"/>
                </a:lnTo>
                <a:lnTo>
                  <a:pt x="56" y="83"/>
                </a:lnTo>
                <a:lnTo>
                  <a:pt x="55" y="83"/>
                </a:lnTo>
                <a:lnTo>
                  <a:pt x="55" y="82"/>
                </a:lnTo>
                <a:lnTo>
                  <a:pt x="55" y="81"/>
                </a:lnTo>
                <a:lnTo>
                  <a:pt x="56" y="81"/>
                </a:lnTo>
                <a:lnTo>
                  <a:pt x="56" y="80"/>
                </a:lnTo>
                <a:lnTo>
                  <a:pt x="56" y="79"/>
                </a:lnTo>
                <a:lnTo>
                  <a:pt x="56" y="78"/>
                </a:lnTo>
                <a:lnTo>
                  <a:pt x="55" y="78"/>
                </a:lnTo>
                <a:lnTo>
                  <a:pt x="54" y="78"/>
                </a:lnTo>
                <a:lnTo>
                  <a:pt x="54" y="77"/>
                </a:lnTo>
                <a:lnTo>
                  <a:pt x="55" y="77"/>
                </a:lnTo>
                <a:lnTo>
                  <a:pt x="55" y="76"/>
                </a:lnTo>
                <a:lnTo>
                  <a:pt x="55" y="75"/>
                </a:lnTo>
                <a:lnTo>
                  <a:pt x="54" y="75"/>
                </a:lnTo>
                <a:lnTo>
                  <a:pt x="52" y="74"/>
                </a:lnTo>
                <a:lnTo>
                  <a:pt x="51" y="74"/>
                </a:lnTo>
                <a:lnTo>
                  <a:pt x="49" y="74"/>
                </a:lnTo>
                <a:lnTo>
                  <a:pt x="48" y="74"/>
                </a:lnTo>
                <a:lnTo>
                  <a:pt x="47" y="73"/>
                </a:lnTo>
                <a:lnTo>
                  <a:pt x="46" y="74"/>
                </a:lnTo>
                <a:lnTo>
                  <a:pt x="46" y="75"/>
                </a:lnTo>
                <a:lnTo>
                  <a:pt x="44" y="75"/>
                </a:lnTo>
                <a:lnTo>
                  <a:pt x="43" y="76"/>
                </a:lnTo>
                <a:lnTo>
                  <a:pt x="42" y="74"/>
                </a:lnTo>
                <a:lnTo>
                  <a:pt x="41" y="74"/>
                </a:lnTo>
                <a:lnTo>
                  <a:pt x="41" y="73"/>
                </a:lnTo>
                <a:lnTo>
                  <a:pt x="40" y="73"/>
                </a:lnTo>
                <a:lnTo>
                  <a:pt x="40" y="72"/>
                </a:lnTo>
                <a:lnTo>
                  <a:pt x="39" y="72"/>
                </a:lnTo>
                <a:lnTo>
                  <a:pt x="39" y="71"/>
                </a:lnTo>
                <a:lnTo>
                  <a:pt x="38" y="71"/>
                </a:lnTo>
                <a:lnTo>
                  <a:pt x="38" y="70"/>
                </a:lnTo>
                <a:lnTo>
                  <a:pt x="38" y="69"/>
                </a:lnTo>
                <a:lnTo>
                  <a:pt x="36" y="68"/>
                </a:lnTo>
                <a:lnTo>
                  <a:pt x="35" y="67"/>
                </a:lnTo>
                <a:lnTo>
                  <a:pt x="34" y="67"/>
                </a:lnTo>
                <a:lnTo>
                  <a:pt x="33" y="67"/>
                </a:lnTo>
                <a:lnTo>
                  <a:pt x="32" y="67"/>
                </a:lnTo>
                <a:lnTo>
                  <a:pt x="31" y="67"/>
                </a:lnTo>
                <a:lnTo>
                  <a:pt x="30" y="67"/>
                </a:lnTo>
                <a:lnTo>
                  <a:pt x="29" y="67"/>
                </a:lnTo>
                <a:lnTo>
                  <a:pt x="28" y="67"/>
                </a:lnTo>
                <a:lnTo>
                  <a:pt x="27" y="67"/>
                </a:lnTo>
                <a:lnTo>
                  <a:pt x="25" y="66"/>
                </a:lnTo>
                <a:lnTo>
                  <a:pt x="24" y="65"/>
                </a:lnTo>
                <a:lnTo>
                  <a:pt x="23" y="65"/>
                </a:lnTo>
                <a:lnTo>
                  <a:pt x="21" y="65"/>
                </a:lnTo>
                <a:lnTo>
                  <a:pt x="20" y="66"/>
                </a:lnTo>
                <a:lnTo>
                  <a:pt x="19" y="65"/>
                </a:lnTo>
                <a:lnTo>
                  <a:pt x="19" y="64"/>
                </a:lnTo>
                <a:lnTo>
                  <a:pt x="20" y="64"/>
                </a:lnTo>
                <a:lnTo>
                  <a:pt x="21" y="64"/>
                </a:lnTo>
                <a:lnTo>
                  <a:pt x="21" y="65"/>
                </a:lnTo>
                <a:lnTo>
                  <a:pt x="21" y="64"/>
                </a:lnTo>
                <a:lnTo>
                  <a:pt x="22" y="64"/>
                </a:lnTo>
                <a:lnTo>
                  <a:pt x="22" y="63"/>
                </a:lnTo>
                <a:lnTo>
                  <a:pt x="21" y="63"/>
                </a:lnTo>
                <a:lnTo>
                  <a:pt x="20" y="62"/>
                </a:lnTo>
                <a:lnTo>
                  <a:pt x="19" y="61"/>
                </a:lnTo>
                <a:lnTo>
                  <a:pt x="18" y="61"/>
                </a:lnTo>
                <a:lnTo>
                  <a:pt x="18" y="60"/>
                </a:lnTo>
                <a:lnTo>
                  <a:pt x="17" y="60"/>
                </a:lnTo>
                <a:lnTo>
                  <a:pt x="15" y="60"/>
                </a:lnTo>
                <a:lnTo>
                  <a:pt x="15" y="59"/>
                </a:lnTo>
                <a:lnTo>
                  <a:pt x="15" y="58"/>
                </a:lnTo>
                <a:lnTo>
                  <a:pt x="14" y="58"/>
                </a:lnTo>
                <a:lnTo>
                  <a:pt x="12" y="57"/>
                </a:lnTo>
                <a:lnTo>
                  <a:pt x="12" y="56"/>
                </a:lnTo>
                <a:lnTo>
                  <a:pt x="13" y="56"/>
                </a:lnTo>
                <a:lnTo>
                  <a:pt x="13" y="55"/>
                </a:lnTo>
                <a:lnTo>
                  <a:pt x="12" y="55"/>
                </a:lnTo>
                <a:lnTo>
                  <a:pt x="11" y="55"/>
                </a:lnTo>
                <a:lnTo>
                  <a:pt x="11" y="54"/>
                </a:lnTo>
                <a:lnTo>
                  <a:pt x="11" y="53"/>
                </a:lnTo>
                <a:lnTo>
                  <a:pt x="10" y="53"/>
                </a:lnTo>
                <a:lnTo>
                  <a:pt x="9" y="52"/>
                </a:lnTo>
                <a:lnTo>
                  <a:pt x="8" y="51"/>
                </a:lnTo>
                <a:lnTo>
                  <a:pt x="8" y="52"/>
                </a:lnTo>
                <a:lnTo>
                  <a:pt x="7" y="51"/>
                </a:lnTo>
                <a:lnTo>
                  <a:pt x="7" y="50"/>
                </a:lnTo>
                <a:lnTo>
                  <a:pt x="7" y="49"/>
                </a:lnTo>
                <a:lnTo>
                  <a:pt x="6" y="49"/>
                </a:lnTo>
                <a:lnTo>
                  <a:pt x="5" y="49"/>
                </a:lnTo>
                <a:lnTo>
                  <a:pt x="4" y="49"/>
                </a:lnTo>
                <a:lnTo>
                  <a:pt x="3" y="50"/>
                </a:lnTo>
                <a:lnTo>
                  <a:pt x="2" y="50"/>
                </a:lnTo>
                <a:lnTo>
                  <a:pt x="1" y="50"/>
                </a:lnTo>
                <a:lnTo>
                  <a:pt x="1" y="49"/>
                </a:lnTo>
                <a:lnTo>
                  <a:pt x="1" y="48"/>
                </a:lnTo>
                <a:lnTo>
                  <a:pt x="2" y="48"/>
                </a:lnTo>
                <a:lnTo>
                  <a:pt x="2" y="47"/>
                </a:lnTo>
                <a:lnTo>
                  <a:pt x="2" y="46"/>
                </a:lnTo>
                <a:lnTo>
                  <a:pt x="3" y="44"/>
                </a:lnTo>
                <a:lnTo>
                  <a:pt x="3" y="43"/>
                </a:lnTo>
                <a:lnTo>
                  <a:pt x="2" y="42"/>
                </a:lnTo>
                <a:lnTo>
                  <a:pt x="1" y="42"/>
                </a:lnTo>
                <a:lnTo>
                  <a:pt x="0" y="42"/>
                </a:lnTo>
                <a:lnTo>
                  <a:pt x="0" y="41"/>
                </a:lnTo>
                <a:lnTo>
                  <a:pt x="1" y="41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9"/>
                </a:lnTo>
                <a:lnTo>
                  <a:pt x="1" y="38"/>
                </a:lnTo>
                <a:lnTo>
                  <a:pt x="1" y="39"/>
                </a:lnTo>
                <a:lnTo>
                  <a:pt x="2" y="39"/>
                </a:lnTo>
                <a:lnTo>
                  <a:pt x="3" y="38"/>
                </a:lnTo>
                <a:lnTo>
                  <a:pt x="4" y="37"/>
                </a:lnTo>
                <a:lnTo>
                  <a:pt x="4" y="35"/>
                </a:lnTo>
                <a:lnTo>
                  <a:pt x="4" y="34"/>
                </a:lnTo>
                <a:lnTo>
                  <a:pt x="4" y="33"/>
                </a:lnTo>
                <a:lnTo>
                  <a:pt x="4" y="32"/>
                </a:lnTo>
                <a:lnTo>
                  <a:pt x="5" y="32"/>
                </a:lnTo>
                <a:lnTo>
                  <a:pt x="5" y="31"/>
                </a:lnTo>
                <a:lnTo>
                  <a:pt x="4" y="31"/>
                </a:lnTo>
                <a:lnTo>
                  <a:pt x="4" y="30"/>
                </a:lnTo>
                <a:lnTo>
                  <a:pt x="5" y="30"/>
                </a:lnTo>
                <a:lnTo>
                  <a:pt x="5" y="29"/>
                </a:lnTo>
                <a:lnTo>
                  <a:pt x="5" y="28"/>
                </a:lnTo>
                <a:lnTo>
                  <a:pt x="5" y="27"/>
                </a:lnTo>
                <a:lnTo>
                  <a:pt x="6" y="26"/>
                </a:lnTo>
                <a:lnTo>
                  <a:pt x="7" y="26"/>
                </a:lnTo>
                <a:lnTo>
                  <a:pt x="7" y="25"/>
                </a:lnTo>
                <a:lnTo>
                  <a:pt x="8" y="25"/>
                </a:lnTo>
                <a:lnTo>
                  <a:pt x="8" y="24"/>
                </a:lnTo>
                <a:lnTo>
                  <a:pt x="9" y="24"/>
                </a:lnTo>
                <a:lnTo>
                  <a:pt x="9" y="23"/>
                </a:lnTo>
                <a:lnTo>
                  <a:pt x="10" y="23"/>
                </a:lnTo>
                <a:lnTo>
                  <a:pt x="11" y="23"/>
                </a:lnTo>
                <a:lnTo>
                  <a:pt x="13" y="23"/>
                </a:lnTo>
                <a:lnTo>
                  <a:pt x="13" y="22"/>
                </a:lnTo>
                <a:lnTo>
                  <a:pt x="14" y="22"/>
                </a:lnTo>
                <a:lnTo>
                  <a:pt x="15" y="22"/>
                </a:lnTo>
                <a:lnTo>
                  <a:pt x="15" y="23"/>
                </a:lnTo>
                <a:lnTo>
                  <a:pt x="16" y="22"/>
                </a:lnTo>
                <a:lnTo>
                  <a:pt x="17" y="22"/>
                </a:lnTo>
                <a:lnTo>
                  <a:pt x="18" y="22"/>
                </a:lnTo>
                <a:lnTo>
                  <a:pt x="19" y="22"/>
                </a:lnTo>
                <a:lnTo>
                  <a:pt x="20" y="22"/>
                </a:lnTo>
                <a:lnTo>
                  <a:pt x="21" y="21"/>
                </a:lnTo>
                <a:lnTo>
                  <a:pt x="23" y="21"/>
                </a:lnTo>
                <a:lnTo>
                  <a:pt x="24" y="20"/>
                </a:lnTo>
                <a:lnTo>
                  <a:pt x="23" y="20"/>
                </a:lnTo>
                <a:lnTo>
                  <a:pt x="24" y="19"/>
                </a:lnTo>
                <a:lnTo>
                  <a:pt x="25" y="19"/>
                </a:lnTo>
                <a:lnTo>
                  <a:pt x="25" y="20"/>
                </a:lnTo>
                <a:lnTo>
                  <a:pt x="26" y="20"/>
                </a:lnTo>
                <a:lnTo>
                  <a:pt x="27" y="20"/>
                </a:lnTo>
                <a:lnTo>
                  <a:pt x="29" y="20"/>
                </a:lnTo>
                <a:lnTo>
                  <a:pt x="29" y="19"/>
                </a:lnTo>
                <a:lnTo>
                  <a:pt x="30" y="19"/>
                </a:lnTo>
                <a:lnTo>
                  <a:pt x="31" y="19"/>
                </a:lnTo>
                <a:lnTo>
                  <a:pt x="31" y="20"/>
                </a:lnTo>
                <a:lnTo>
                  <a:pt x="32" y="20"/>
                </a:lnTo>
                <a:lnTo>
                  <a:pt x="33" y="20"/>
                </a:lnTo>
                <a:lnTo>
                  <a:pt x="33" y="21"/>
                </a:lnTo>
                <a:lnTo>
                  <a:pt x="33" y="20"/>
                </a:lnTo>
                <a:lnTo>
                  <a:pt x="33" y="21"/>
                </a:lnTo>
                <a:lnTo>
                  <a:pt x="34" y="21"/>
                </a:lnTo>
                <a:lnTo>
                  <a:pt x="35" y="21"/>
                </a:lnTo>
                <a:lnTo>
                  <a:pt x="36" y="21"/>
                </a:lnTo>
                <a:lnTo>
                  <a:pt x="36" y="22"/>
                </a:lnTo>
                <a:lnTo>
                  <a:pt x="37" y="22"/>
                </a:lnTo>
                <a:lnTo>
                  <a:pt x="38" y="21"/>
                </a:lnTo>
                <a:lnTo>
                  <a:pt x="39" y="20"/>
                </a:lnTo>
                <a:lnTo>
                  <a:pt x="39" y="19"/>
                </a:lnTo>
                <a:lnTo>
                  <a:pt x="38" y="18"/>
                </a:lnTo>
                <a:lnTo>
                  <a:pt x="38" y="17"/>
                </a:lnTo>
                <a:lnTo>
                  <a:pt x="39" y="16"/>
                </a:lnTo>
                <a:lnTo>
                  <a:pt x="39" y="15"/>
                </a:lnTo>
                <a:lnTo>
                  <a:pt x="40" y="16"/>
                </a:lnTo>
                <a:lnTo>
                  <a:pt x="40" y="17"/>
                </a:lnTo>
                <a:lnTo>
                  <a:pt x="40" y="19"/>
                </a:lnTo>
                <a:lnTo>
                  <a:pt x="40" y="20"/>
                </a:lnTo>
                <a:lnTo>
                  <a:pt x="41" y="20"/>
                </a:lnTo>
                <a:lnTo>
                  <a:pt x="41" y="19"/>
                </a:lnTo>
                <a:lnTo>
                  <a:pt x="40" y="17"/>
                </a:lnTo>
                <a:lnTo>
                  <a:pt x="40" y="16"/>
                </a:lnTo>
                <a:lnTo>
                  <a:pt x="41" y="16"/>
                </a:lnTo>
                <a:lnTo>
                  <a:pt x="43" y="18"/>
                </a:lnTo>
                <a:lnTo>
                  <a:pt x="43" y="20"/>
                </a:lnTo>
                <a:lnTo>
                  <a:pt x="43" y="21"/>
                </a:lnTo>
                <a:lnTo>
                  <a:pt x="44" y="21"/>
                </a:lnTo>
                <a:lnTo>
                  <a:pt x="45" y="21"/>
                </a:lnTo>
                <a:lnTo>
                  <a:pt x="45" y="20"/>
                </a:lnTo>
                <a:lnTo>
                  <a:pt x="45" y="19"/>
                </a:lnTo>
                <a:lnTo>
                  <a:pt x="44" y="19"/>
                </a:lnTo>
                <a:lnTo>
                  <a:pt x="44" y="20"/>
                </a:lnTo>
                <a:lnTo>
                  <a:pt x="43" y="20"/>
                </a:lnTo>
                <a:lnTo>
                  <a:pt x="43" y="18"/>
                </a:lnTo>
                <a:lnTo>
                  <a:pt x="44" y="18"/>
                </a:lnTo>
                <a:lnTo>
                  <a:pt x="45" y="19"/>
                </a:lnTo>
                <a:lnTo>
                  <a:pt x="48" y="21"/>
                </a:lnTo>
                <a:lnTo>
                  <a:pt x="49" y="22"/>
                </a:lnTo>
                <a:lnTo>
                  <a:pt x="48" y="22"/>
                </a:lnTo>
                <a:lnTo>
                  <a:pt x="48" y="23"/>
                </a:lnTo>
                <a:lnTo>
                  <a:pt x="49" y="23"/>
                </a:lnTo>
                <a:lnTo>
                  <a:pt x="50" y="23"/>
                </a:lnTo>
                <a:lnTo>
                  <a:pt x="50" y="22"/>
                </a:lnTo>
                <a:lnTo>
                  <a:pt x="49" y="22"/>
                </a:lnTo>
                <a:lnTo>
                  <a:pt x="50" y="22"/>
                </a:lnTo>
                <a:lnTo>
                  <a:pt x="51" y="23"/>
                </a:lnTo>
                <a:lnTo>
                  <a:pt x="51" y="26"/>
                </a:lnTo>
                <a:lnTo>
                  <a:pt x="52" y="26"/>
                </a:lnTo>
                <a:lnTo>
                  <a:pt x="53" y="26"/>
                </a:lnTo>
                <a:lnTo>
                  <a:pt x="54" y="27"/>
                </a:lnTo>
                <a:lnTo>
                  <a:pt x="54" y="26"/>
                </a:lnTo>
                <a:lnTo>
                  <a:pt x="55" y="26"/>
                </a:lnTo>
                <a:lnTo>
                  <a:pt x="55" y="27"/>
                </a:lnTo>
                <a:lnTo>
                  <a:pt x="54" y="27"/>
                </a:lnTo>
                <a:lnTo>
                  <a:pt x="53" y="27"/>
                </a:lnTo>
                <a:lnTo>
                  <a:pt x="52" y="27"/>
                </a:lnTo>
                <a:lnTo>
                  <a:pt x="51" y="28"/>
                </a:lnTo>
                <a:lnTo>
                  <a:pt x="51" y="29"/>
                </a:lnTo>
                <a:lnTo>
                  <a:pt x="55" y="29"/>
                </a:lnTo>
                <a:lnTo>
                  <a:pt x="55" y="30"/>
                </a:lnTo>
                <a:lnTo>
                  <a:pt x="55" y="31"/>
                </a:lnTo>
                <a:lnTo>
                  <a:pt x="56" y="32"/>
                </a:lnTo>
                <a:lnTo>
                  <a:pt x="56" y="33"/>
                </a:lnTo>
                <a:lnTo>
                  <a:pt x="54" y="33"/>
                </a:lnTo>
                <a:lnTo>
                  <a:pt x="54" y="34"/>
                </a:lnTo>
                <a:lnTo>
                  <a:pt x="55" y="35"/>
                </a:lnTo>
                <a:lnTo>
                  <a:pt x="56" y="36"/>
                </a:lnTo>
                <a:lnTo>
                  <a:pt x="56" y="37"/>
                </a:lnTo>
                <a:lnTo>
                  <a:pt x="57" y="37"/>
                </a:lnTo>
                <a:lnTo>
                  <a:pt x="58" y="37"/>
                </a:lnTo>
                <a:lnTo>
                  <a:pt x="59" y="37"/>
                </a:lnTo>
                <a:lnTo>
                  <a:pt x="60" y="37"/>
                </a:lnTo>
                <a:lnTo>
                  <a:pt x="60" y="38"/>
                </a:lnTo>
                <a:lnTo>
                  <a:pt x="61" y="39"/>
                </a:lnTo>
                <a:lnTo>
                  <a:pt x="61" y="40"/>
                </a:lnTo>
                <a:lnTo>
                  <a:pt x="62" y="40"/>
                </a:lnTo>
                <a:lnTo>
                  <a:pt x="62" y="41"/>
                </a:lnTo>
                <a:lnTo>
                  <a:pt x="63" y="41"/>
                </a:lnTo>
                <a:lnTo>
                  <a:pt x="63" y="42"/>
                </a:lnTo>
                <a:lnTo>
                  <a:pt x="64" y="42"/>
                </a:lnTo>
                <a:lnTo>
                  <a:pt x="64" y="43"/>
                </a:lnTo>
                <a:lnTo>
                  <a:pt x="65" y="44"/>
                </a:lnTo>
                <a:lnTo>
                  <a:pt x="64" y="44"/>
                </a:lnTo>
                <a:lnTo>
                  <a:pt x="64" y="45"/>
                </a:lnTo>
                <a:lnTo>
                  <a:pt x="64" y="46"/>
                </a:lnTo>
                <a:lnTo>
                  <a:pt x="65" y="45"/>
                </a:lnTo>
                <a:lnTo>
                  <a:pt x="65" y="46"/>
                </a:lnTo>
                <a:lnTo>
                  <a:pt x="66" y="47"/>
                </a:lnTo>
                <a:lnTo>
                  <a:pt x="65" y="47"/>
                </a:lnTo>
                <a:lnTo>
                  <a:pt x="64" y="47"/>
                </a:lnTo>
                <a:lnTo>
                  <a:pt x="63" y="47"/>
                </a:lnTo>
                <a:lnTo>
                  <a:pt x="63" y="48"/>
                </a:lnTo>
                <a:lnTo>
                  <a:pt x="66" y="48"/>
                </a:lnTo>
                <a:lnTo>
                  <a:pt x="65" y="48"/>
                </a:lnTo>
                <a:lnTo>
                  <a:pt x="65" y="49"/>
                </a:lnTo>
                <a:lnTo>
                  <a:pt x="64" y="49"/>
                </a:lnTo>
                <a:lnTo>
                  <a:pt x="64" y="50"/>
                </a:lnTo>
                <a:lnTo>
                  <a:pt x="65" y="50"/>
                </a:lnTo>
                <a:lnTo>
                  <a:pt x="65" y="49"/>
                </a:lnTo>
                <a:lnTo>
                  <a:pt x="66" y="49"/>
                </a:lnTo>
                <a:lnTo>
                  <a:pt x="67" y="49"/>
                </a:lnTo>
                <a:lnTo>
                  <a:pt x="68" y="49"/>
                </a:lnTo>
                <a:lnTo>
                  <a:pt x="68" y="51"/>
                </a:lnTo>
                <a:lnTo>
                  <a:pt x="68" y="52"/>
                </a:lnTo>
                <a:lnTo>
                  <a:pt x="69" y="52"/>
                </a:lnTo>
                <a:lnTo>
                  <a:pt x="69" y="53"/>
                </a:lnTo>
                <a:lnTo>
                  <a:pt x="69" y="54"/>
                </a:lnTo>
                <a:lnTo>
                  <a:pt x="70" y="54"/>
                </a:lnTo>
                <a:lnTo>
                  <a:pt x="70" y="55"/>
                </a:lnTo>
                <a:lnTo>
                  <a:pt x="70" y="56"/>
                </a:lnTo>
                <a:lnTo>
                  <a:pt x="71" y="57"/>
                </a:lnTo>
                <a:lnTo>
                  <a:pt x="71" y="58"/>
                </a:lnTo>
                <a:lnTo>
                  <a:pt x="71" y="59"/>
                </a:lnTo>
                <a:lnTo>
                  <a:pt x="71" y="60"/>
                </a:lnTo>
                <a:lnTo>
                  <a:pt x="70" y="60"/>
                </a:lnTo>
                <a:lnTo>
                  <a:pt x="70" y="61"/>
                </a:lnTo>
                <a:lnTo>
                  <a:pt x="70" y="62"/>
                </a:lnTo>
                <a:lnTo>
                  <a:pt x="71" y="63"/>
                </a:lnTo>
                <a:lnTo>
                  <a:pt x="71" y="64"/>
                </a:lnTo>
                <a:lnTo>
                  <a:pt x="71" y="65"/>
                </a:lnTo>
                <a:lnTo>
                  <a:pt x="72" y="65"/>
                </a:lnTo>
                <a:lnTo>
                  <a:pt x="72" y="66"/>
                </a:lnTo>
                <a:lnTo>
                  <a:pt x="72" y="67"/>
                </a:lnTo>
                <a:lnTo>
                  <a:pt x="72" y="68"/>
                </a:lnTo>
                <a:lnTo>
                  <a:pt x="72" y="69"/>
                </a:lnTo>
                <a:lnTo>
                  <a:pt x="73" y="70"/>
                </a:lnTo>
                <a:lnTo>
                  <a:pt x="73" y="71"/>
                </a:lnTo>
                <a:lnTo>
                  <a:pt x="74" y="71"/>
                </a:lnTo>
                <a:lnTo>
                  <a:pt x="75" y="71"/>
                </a:lnTo>
                <a:lnTo>
                  <a:pt x="76" y="71"/>
                </a:lnTo>
                <a:lnTo>
                  <a:pt x="77" y="71"/>
                </a:lnTo>
                <a:lnTo>
                  <a:pt x="77" y="70"/>
                </a:lnTo>
                <a:lnTo>
                  <a:pt x="78" y="69"/>
                </a:lnTo>
                <a:lnTo>
                  <a:pt x="79" y="69"/>
                </a:lnTo>
                <a:lnTo>
                  <a:pt x="79" y="70"/>
                </a:lnTo>
                <a:lnTo>
                  <a:pt x="80" y="70"/>
                </a:lnTo>
                <a:lnTo>
                  <a:pt x="81" y="69"/>
                </a:lnTo>
                <a:lnTo>
                  <a:pt x="81" y="68"/>
                </a:lnTo>
                <a:lnTo>
                  <a:pt x="81" y="67"/>
                </a:lnTo>
                <a:lnTo>
                  <a:pt x="82" y="67"/>
                </a:lnTo>
                <a:lnTo>
                  <a:pt x="82" y="66"/>
                </a:lnTo>
                <a:lnTo>
                  <a:pt x="82" y="65"/>
                </a:lnTo>
                <a:lnTo>
                  <a:pt x="81" y="65"/>
                </a:lnTo>
                <a:lnTo>
                  <a:pt x="81" y="64"/>
                </a:lnTo>
                <a:lnTo>
                  <a:pt x="82" y="64"/>
                </a:lnTo>
                <a:lnTo>
                  <a:pt x="83" y="64"/>
                </a:lnTo>
                <a:lnTo>
                  <a:pt x="83" y="63"/>
                </a:lnTo>
                <a:lnTo>
                  <a:pt x="82" y="63"/>
                </a:lnTo>
                <a:lnTo>
                  <a:pt x="82" y="62"/>
                </a:lnTo>
                <a:lnTo>
                  <a:pt x="83" y="62"/>
                </a:lnTo>
                <a:lnTo>
                  <a:pt x="82" y="61"/>
                </a:lnTo>
                <a:lnTo>
                  <a:pt x="82" y="60"/>
                </a:lnTo>
                <a:lnTo>
                  <a:pt x="82" y="61"/>
                </a:lnTo>
                <a:lnTo>
                  <a:pt x="84" y="61"/>
                </a:lnTo>
                <a:lnTo>
                  <a:pt x="84" y="60"/>
                </a:lnTo>
                <a:lnTo>
                  <a:pt x="85" y="60"/>
                </a:lnTo>
                <a:lnTo>
                  <a:pt x="85" y="59"/>
                </a:lnTo>
                <a:lnTo>
                  <a:pt x="84" y="59"/>
                </a:lnTo>
                <a:lnTo>
                  <a:pt x="84" y="58"/>
                </a:lnTo>
                <a:lnTo>
                  <a:pt x="83" y="58"/>
                </a:lnTo>
                <a:lnTo>
                  <a:pt x="83" y="59"/>
                </a:lnTo>
                <a:lnTo>
                  <a:pt x="82" y="58"/>
                </a:lnTo>
                <a:lnTo>
                  <a:pt x="83" y="57"/>
                </a:lnTo>
                <a:lnTo>
                  <a:pt x="84" y="57"/>
                </a:lnTo>
                <a:lnTo>
                  <a:pt x="85" y="57"/>
                </a:lnTo>
                <a:lnTo>
                  <a:pt x="86" y="57"/>
                </a:lnTo>
                <a:lnTo>
                  <a:pt x="85" y="57"/>
                </a:lnTo>
                <a:lnTo>
                  <a:pt x="85" y="58"/>
                </a:lnTo>
                <a:lnTo>
                  <a:pt x="86" y="58"/>
                </a:lnTo>
                <a:lnTo>
                  <a:pt x="87" y="58"/>
                </a:lnTo>
                <a:lnTo>
                  <a:pt x="88" y="58"/>
                </a:lnTo>
                <a:lnTo>
                  <a:pt x="88" y="57"/>
                </a:lnTo>
                <a:lnTo>
                  <a:pt x="87" y="57"/>
                </a:lnTo>
                <a:lnTo>
                  <a:pt x="86" y="57"/>
                </a:lnTo>
                <a:lnTo>
                  <a:pt x="87" y="57"/>
                </a:lnTo>
                <a:lnTo>
                  <a:pt x="88" y="57"/>
                </a:lnTo>
                <a:lnTo>
                  <a:pt x="88" y="56"/>
                </a:lnTo>
                <a:lnTo>
                  <a:pt x="89" y="56"/>
                </a:lnTo>
                <a:lnTo>
                  <a:pt x="89" y="55"/>
                </a:lnTo>
                <a:lnTo>
                  <a:pt x="90" y="55"/>
                </a:lnTo>
                <a:lnTo>
                  <a:pt x="90" y="56"/>
                </a:lnTo>
                <a:lnTo>
                  <a:pt x="91" y="56"/>
                </a:lnTo>
                <a:lnTo>
                  <a:pt x="92" y="55"/>
                </a:lnTo>
                <a:lnTo>
                  <a:pt x="93" y="56"/>
                </a:lnTo>
                <a:lnTo>
                  <a:pt x="93" y="57"/>
                </a:lnTo>
                <a:lnTo>
                  <a:pt x="94" y="57"/>
                </a:lnTo>
                <a:lnTo>
                  <a:pt x="94" y="58"/>
                </a:lnTo>
                <a:lnTo>
                  <a:pt x="94" y="59"/>
                </a:lnTo>
                <a:lnTo>
                  <a:pt x="95" y="60"/>
                </a:lnTo>
                <a:lnTo>
                  <a:pt x="96" y="60"/>
                </a:lnTo>
                <a:lnTo>
                  <a:pt x="97" y="60"/>
                </a:lnTo>
                <a:lnTo>
                  <a:pt x="96" y="61"/>
                </a:lnTo>
                <a:lnTo>
                  <a:pt x="96" y="62"/>
                </a:lnTo>
                <a:lnTo>
                  <a:pt x="97" y="62"/>
                </a:lnTo>
                <a:lnTo>
                  <a:pt x="97" y="61"/>
                </a:lnTo>
                <a:lnTo>
                  <a:pt x="98" y="61"/>
                </a:lnTo>
                <a:lnTo>
                  <a:pt x="98" y="62"/>
                </a:lnTo>
                <a:lnTo>
                  <a:pt x="99" y="64"/>
                </a:lnTo>
                <a:lnTo>
                  <a:pt x="99" y="65"/>
                </a:lnTo>
                <a:lnTo>
                  <a:pt x="100" y="65"/>
                </a:lnTo>
                <a:lnTo>
                  <a:pt x="101" y="65"/>
                </a:lnTo>
                <a:lnTo>
                  <a:pt x="102" y="66"/>
                </a:lnTo>
                <a:lnTo>
                  <a:pt x="102" y="67"/>
                </a:lnTo>
                <a:lnTo>
                  <a:pt x="103" y="67"/>
                </a:lnTo>
                <a:lnTo>
                  <a:pt x="104" y="67"/>
                </a:lnTo>
                <a:lnTo>
                  <a:pt x="105" y="67"/>
                </a:lnTo>
                <a:lnTo>
                  <a:pt x="106" y="67"/>
                </a:lnTo>
                <a:lnTo>
                  <a:pt x="107" y="67"/>
                </a:lnTo>
                <a:lnTo>
                  <a:pt x="108" y="66"/>
                </a:lnTo>
                <a:lnTo>
                  <a:pt x="108" y="67"/>
                </a:lnTo>
                <a:lnTo>
                  <a:pt x="109" y="67"/>
                </a:lnTo>
                <a:lnTo>
                  <a:pt x="109" y="68"/>
                </a:lnTo>
                <a:lnTo>
                  <a:pt x="111" y="68"/>
                </a:lnTo>
                <a:lnTo>
                  <a:pt x="111" y="67"/>
                </a:lnTo>
                <a:lnTo>
                  <a:pt x="112" y="67"/>
                </a:lnTo>
                <a:lnTo>
                  <a:pt x="112" y="66"/>
                </a:lnTo>
                <a:lnTo>
                  <a:pt x="113" y="65"/>
                </a:lnTo>
                <a:lnTo>
                  <a:pt x="114" y="65"/>
                </a:lnTo>
                <a:lnTo>
                  <a:pt x="115" y="65"/>
                </a:lnTo>
                <a:lnTo>
                  <a:pt x="116" y="64"/>
                </a:lnTo>
                <a:lnTo>
                  <a:pt x="117" y="64"/>
                </a:lnTo>
                <a:lnTo>
                  <a:pt x="117" y="63"/>
                </a:lnTo>
                <a:lnTo>
                  <a:pt x="118" y="63"/>
                </a:lnTo>
                <a:lnTo>
                  <a:pt x="119" y="63"/>
                </a:lnTo>
                <a:lnTo>
                  <a:pt x="119" y="62"/>
                </a:lnTo>
                <a:lnTo>
                  <a:pt x="119" y="61"/>
                </a:lnTo>
                <a:lnTo>
                  <a:pt x="119" y="60"/>
                </a:lnTo>
                <a:lnTo>
                  <a:pt x="120" y="60"/>
                </a:lnTo>
                <a:lnTo>
                  <a:pt x="120" y="59"/>
                </a:lnTo>
                <a:lnTo>
                  <a:pt x="121" y="59"/>
                </a:lnTo>
                <a:lnTo>
                  <a:pt x="122" y="60"/>
                </a:lnTo>
                <a:lnTo>
                  <a:pt x="123" y="60"/>
                </a:lnTo>
                <a:lnTo>
                  <a:pt x="128" y="61"/>
                </a:lnTo>
                <a:lnTo>
                  <a:pt x="129" y="62"/>
                </a:lnTo>
                <a:lnTo>
                  <a:pt x="130" y="62"/>
                </a:lnTo>
                <a:lnTo>
                  <a:pt x="130" y="61"/>
                </a:lnTo>
                <a:lnTo>
                  <a:pt x="130" y="60"/>
                </a:lnTo>
                <a:lnTo>
                  <a:pt x="129" y="59"/>
                </a:lnTo>
                <a:lnTo>
                  <a:pt x="130" y="59"/>
                </a:lnTo>
                <a:lnTo>
                  <a:pt x="130" y="58"/>
                </a:lnTo>
                <a:lnTo>
                  <a:pt x="129" y="58"/>
                </a:lnTo>
                <a:lnTo>
                  <a:pt x="130" y="57"/>
                </a:lnTo>
                <a:lnTo>
                  <a:pt x="129" y="57"/>
                </a:lnTo>
                <a:lnTo>
                  <a:pt x="129" y="56"/>
                </a:lnTo>
                <a:lnTo>
                  <a:pt x="129" y="55"/>
                </a:lnTo>
                <a:lnTo>
                  <a:pt x="129" y="54"/>
                </a:lnTo>
                <a:lnTo>
                  <a:pt x="130" y="53"/>
                </a:lnTo>
                <a:lnTo>
                  <a:pt x="130" y="52"/>
                </a:lnTo>
                <a:lnTo>
                  <a:pt x="130" y="51"/>
                </a:lnTo>
                <a:lnTo>
                  <a:pt x="129" y="49"/>
                </a:lnTo>
                <a:lnTo>
                  <a:pt x="129" y="48"/>
                </a:lnTo>
                <a:lnTo>
                  <a:pt x="130" y="48"/>
                </a:lnTo>
                <a:lnTo>
                  <a:pt x="131" y="49"/>
                </a:lnTo>
                <a:lnTo>
                  <a:pt x="130" y="49"/>
                </a:lnTo>
                <a:lnTo>
                  <a:pt x="131" y="49"/>
                </a:lnTo>
                <a:lnTo>
                  <a:pt x="132" y="49"/>
                </a:lnTo>
                <a:lnTo>
                  <a:pt x="133" y="49"/>
                </a:lnTo>
                <a:lnTo>
                  <a:pt x="134" y="49"/>
                </a:lnTo>
                <a:lnTo>
                  <a:pt x="135" y="49"/>
                </a:lnTo>
                <a:lnTo>
                  <a:pt x="136" y="49"/>
                </a:lnTo>
                <a:lnTo>
                  <a:pt x="137" y="49"/>
                </a:lnTo>
                <a:lnTo>
                  <a:pt x="138" y="49"/>
                </a:lnTo>
                <a:lnTo>
                  <a:pt x="139" y="49"/>
                </a:lnTo>
                <a:lnTo>
                  <a:pt x="140" y="49"/>
                </a:lnTo>
                <a:lnTo>
                  <a:pt x="140" y="48"/>
                </a:lnTo>
                <a:lnTo>
                  <a:pt x="140" y="47"/>
                </a:lnTo>
                <a:lnTo>
                  <a:pt x="140" y="46"/>
                </a:lnTo>
                <a:lnTo>
                  <a:pt x="140" y="47"/>
                </a:lnTo>
                <a:lnTo>
                  <a:pt x="141" y="47"/>
                </a:lnTo>
                <a:lnTo>
                  <a:pt x="141" y="48"/>
                </a:lnTo>
                <a:lnTo>
                  <a:pt x="142" y="48"/>
                </a:lnTo>
                <a:lnTo>
                  <a:pt x="143" y="47"/>
                </a:lnTo>
                <a:lnTo>
                  <a:pt x="143" y="46"/>
                </a:lnTo>
                <a:lnTo>
                  <a:pt x="144" y="46"/>
                </a:lnTo>
                <a:lnTo>
                  <a:pt x="145" y="46"/>
                </a:lnTo>
                <a:lnTo>
                  <a:pt x="146" y="46"/>
                </a:lnTo>
                <a:lnTo>
                  <a:pt x="147" y="47"/>
                </a:lnTo>
                <a:lnTo>
                  <a:pt x="147" y="48"/>
                </a:lnTo>
                <a:lnTo>
                  <a:pt x="149" y="49"/>
                </a:lnTo>
                <a:lnTo>
                  <a:pt x="150" y="49"/>
                </a:lnTo>
                <a:lnTo>
                  <a:pt x="150" y="48"/>
                </a:lnTo>
                <a:lnTo>
                  <a:pt x="151" y="48"/>
                </a:lnTo>
                <a:lnTo>
                  <a:pt x="152" y="48"/>
                </a:lnTo>
                <a:lnTo>
                  <a:pt x="153" y="48"/>
                </a:lnTo>
                <a:lnTo>
                  <a:pt x="154" y="48"/>
                </a:lnTo>
                <a:lnTo>
                  <a:pt x="155" y="48"/>
                </a:lnTo>
                <a:lnTo>
                  <a:pt x="156" y="49"/>
                </a:lnTo>
                <a:lnTo>
                  <a:pt x="156" y="48"/>
                </a:lnTo>
                <a:lnTo>
                  <a:pt x="157" y="48"/>
                </a:lnTo>
                <a:lnTo>
                  <a:pt x="157" y="49"/>
                </a:lnTo>
                <a:lnTo>
                  <a:pt x="157" y="50"/>
                </a:lnTo>
                <a:lnTo>
                  <a:pt x="157" y="51"/>
                </a:lnTo>
                <a:lnTo>
                  <a:pt x="158" y="51"/>
                </a:lnTo>
                <a:lnTo>
                  <a:pt x="158" y="52"/>
                </a:lnTo>
                <a:lnTo>
                  <a:pt x="157" y="54"/>
                </a:lnTo>
                <a:lnTo>
                  <a:pt x="157" y="55"/>
                </a:lnTo>
                <a:lnTo>
                  <a:pt x="156" y="55"/>
                </a:lnTo>
                <a:lnTo>
                  <a:pt x="156" y="56"/>
                </a:lnTo>
                <a:lnTo>
                  <a:pt x="155" y="56"/>
                </a:lnTo>
                <a:lnTo>
                  <a:pt x="155" y="57"/>
                </a:lnTo>
                <a:lnTo>
                  <a:pt x="157" y="57"/>
                </a:lnTo>
                <a:lnTo>
                  <a:pt x="158" y="58"/>
                </a:lnTo>
                <a:lnTo>
                  <a:pt x="159" y="58"/>
                </a:lnTo>
                <a:lnTo>
                  <a:pt x="160" y="58"/>
                </a:lnTo>
                <a:lnTo>
                  <a:pt x="161" y="59"/>
                </a:lnTo>
                <a:lnTo>
                  <a:pt x="162" y="59"/>
                </a:lnTo>
                <a:lnTo>
                  <a:pt x="163" y="59"/>
                </a:lnTo>
                <a:lnTo>
                  <a:pt x="165" y="60"/>
                </a:lnTo>
                <a:lnTo>
                  <a:pt x="164" y="60"/>
                </a:lnTo>
                <a:lnTo>
                  <a:pt x="163" y="61"/>
                </a:lnTo>
                <a:lnTo>
                  <a:pt x="163" y="62"/>
                </a:lnTo>
                <a:lnTo>
                  <a:pt x="163" y="63"/>
                </a:lnTo>
                <a:lnTo>
                  <a:pt x="163" y="64"/>
                </a:lnTo>
                <a:lnTo>
                  <a:pt x="162" y="64"/>
                </a:lnTo>
                <a:lnTo>
                  <a:pt x="161" y="64"/>
                </a:lnTo>
                <a:lnTo>
                  <a:pt x="160" y="65"/>
                </a:lnTo>
                <a:lnTo>
                  <a:pt x="159" y="65"/>
                </a:lnTo>
                <a:lnTo>
                  <a:pt x="159" y="66"/>
                </a:lnTo>
                <a:lnTo>
                  <a:pt x="160" y="66"/>
                </a:lnTo>
                <a:lnTo>
                  <a:pt x="161" y="66"/>
                </a:lnTo>
                <a:lnTo>
                  <a:pt x="161" y="67"/>
                </a:lnTo>
                <a:lnTo>
                  <a:pt x="161" y="66"/>
                </a:lnTo>
                <a:lnTo>
                  <a:pt x="161" y="67"/>
                </a:lnTo>
                <a:lnTo>
                  <a:pt x="162" y="68"/>
                </a:lnTo>
                <a:lnTo>
                  <a:pt x="164" y="69"/>
                </a:lnTo>
                <a:lnTo>
                  <a:pt x="165" y="71"/>
                </a:lnTo>
                <a:lnTo>
                  <a:pt x="164" y="72"/>
                </a:lnTo>
                <a:lnTo>
                  <a:pt x="164" y="73"/>
                </a:lnTo>
                <a:lnTo>
                  <a:pt x="163" y="73"/>
                </a:lnTo>
                <a:lnTo>
                  <a:pt x="164" y="73"/>
                </a:lnTo>
                <a:lnTo>
                  <a:pt x="164" y="74"/>
                </a:lnTo>
                <a:lnTo>
                  <a:pt x="164" y="75"/>
                </a:lnTo>
                <a:lnTo>
                  <a:pt x="163" y="75"/>
                </a:lnTo>
                <a:lnTo>
                  <a:pt x="163" y="76"/>
                </a:lnTo>
                <a:lnTo>
                  <a:pt x="164" y="76"/>
                </a:lnTo>
                <a:lnTo>
                  <a:pt x="165" y="76"/>
                </a:lnTo>
                <a:lnTo>
                  <a:pt x="167" y="77"/>
                </a:lnTo>
                <a:lnTo>
                  <a:pt x="168" y="77"/>
                </a:lnTo>
                <a:lnTo>
                  <a:pt x="168" y="76"/>
                </a:lnTo>
                <a:lnTo>
                  <a:pt x="167" y="76"/>
                </a:lnTo>
                <a:lnTo>
                  <a:pt x="168" y="75"/>
                </a:lnTo>
                <a:lnTo>
                  <a:pt x="168" y="74"/>
                </a:lnTo>
                <a:lnTo>
                  <a:pt x="169" y="74"/>
                </a:lnTo>
                <a:lnTo>
                  <a:pt x="170" y="74"/>
                </a:lnTo>
                <a:lnTo>
                  <a:pt x="171" y="74"/>
                </a:lnTo>
                <a:lnTo>
                  <a:pt x="172" y="74"/>
                </a:lnTo>
                <a:lnTo>
                  <a:pt x="174" y="73"/>
                </a:lnTo>
                <a:lnTo>
                  <a:pt x="174" y="72"/>
                </a:lnTo>
                <a:lnTo>
                  <a:pt x="175" y="72"/>
                </a:lnTo>
                <a:lnTo>
                  <a:pt x="177" y="72"/>
                </a:lnTo>
                <a:lnTo>
                  <a:pt x="179" y="72"/>
                </a:lnTo>
                <a:lnTo>
                  <a:pt x="180" y="72"/>
                </a:lnTo>
                <a:lnTo>
                  <a:pt x="181" y="73"/>
                </a:lnTo>
                <a:lnTo>
                  <a:pt x="182" y="73"/>
                </a:lnTo>
                <a:lnTo>
                  <a:pt x="182" y="72"/>
                </a:lnTo>
                <a:lnTo>
                  <a:pt x="183" y="72"/>
                </a:lnTo>
                <a:lnTo>
                  <a:pt x="184" y="71"/>
                </a:lnTo>
                <a:lnTo>
                  <a:pt x="185" y="71"/>
                </a:lnTo>
                <a:lnTo>
                  <a:pt x="185" y="70"/>
                </a:lnTo>
                <a:lnTo>
                  <a:pt x="185" y="69"/>
                </a:lnTo>
                <a:lnTo>
                  <a:pt x="185" y="68"/>
                </a:lnTo>
                <a:lnTo>
                  <a:pt x="185" y="67"/>
                </a:lnTo>
                <a:lnTo>
                  <a:pt x="186" y="66"/>
                </a:lnTo>
                <a:lnTo>
                  <a:pt x="187" y="65"/>
                </a:lnTo>
                <a:lnTo>
                  <a:pt x="187" y="63"/>
                </a:lnTo>
                <a:lnTo>
                  <a:pt x="188" y="62"/>
                </a:lnTo>
                <a:lnTo>
                  <a:pt x="188" y="61"/>
                </a:lnTo>
                <a:lnTo>
                  <a:pt x="187" y="58"/>
                </a:lnTo>
                <a:lnTo>
                  <a:pt x="186" y="57"/>
                </a:lnTo>
                <a:lnTo>
                  <a:pt x="186" y="56"/>
                </a:lnTo>
                <a:lnTo>
                  <a:pt x="186" y="55"/>
                </a:lnTo>
                <a:lnTo>
                  <a:pt x="186" y="54"/>
                </a:lnTo>
                <a:lnTo>
                  <a:pt x="186" y="53"/>
                </a:lnTo>
                <a:lnTo>
                  <a:pt x="187" y="53"/>
                </a:lnTo>
                <a:lnTo>
                  <a:pt x="187" y="52"/>
                </a:lnTo>
                <a:lnTo>
                  <a:pt x="187" y="51"/>
                </a:lnTo>
                <a:lnTo>
                  <a:pt x="188" y="52"/>
                </a:lnTo>
                <a:lnTo>
                  <a:pt x="189" y="52"/>
                </a:lnTo>
                <a:lnTo>
                  <a:pt x="190" y="52"/>
                </a:lnTo>
                <a:lnTo>
                  <a:pt x="191" y="52"/>
                </a:lnTo>
                <a:lnTo>
                  <a:pt x="191" y="50"/>
                </a:lnTo>
                <a:lnTo>
                  <a:pt x="191" y="49"/>
                </a:lnTo>
                <a:lnTo>
                  <a:pt x="190" y="49"/>
                </a:lnTo>
                <a:lnTo>
                  <a:pt x="190" y="48"/>
                </a:lnTo>
                <a:lnTo>
                  <a:pt x="190" y="47"/>
                </a:lnTo>
                <a:lnTo>
                  <a:pt x="190" y="46"/>
                </a:lnTo>
                <a:lnTo>
                  <a:pt x="191" y="46"/>
                </a:lnTo>
                <a:lnTo>
                  <a:pt x="191" y="47"/>
                </a:lnTo>
                <a:lnTo>
                  <a:pt x="192" y="47"/>
                </a:lnTo>
                <a:lnTo>
                  <a:pt x="193" y="47"/>
                </a:lnTo>
                <a:lnTo>
                  <a:pt x="193" y="46"/>
                </a:lnTo>
                <a:lnTo>
                  <a:pt x="194" y="45"/>
                </a:lnTo>
                <a:lnTo>
                  <a:pt x="195" y="45"/>
                </a:lnTo>
                <a:lnTo>
                  <a:pt x="196" y="45"/>
                </a:lnTo>
                <a:lnTo>
                  <a:pt x="196" y="44"/>
                </a:lnTo>
                <a:lnTo>
                  <a:pt x="195" y="44"/>
                </a:lnTo>
                <a:lnTo>
                  <a:pt x="195" y="43"/>
                </a:lnTo>
                <a:lnTo>
                  <a:pt x="196" y="43"/>
                </a:lnTo>
                <a:lnTo>
                  <a:pt x="196" y="42"/>
                </a:lnTo>
                <a:lnTo>
                  <a:pt x="195" y="42"/>
                </a:lnTo>
                <a:lnTo>
                  <a:pt x="196" y="42"/>
                </a:lnTo>
                <a:lnTo>
                  <a:pt x="197" y="42"/>
                </a:lnTo>
                <a:lnTo>
                  <a:pt x="198" y="42"/>
                </a:lnTo>
                <a:lnTo>
                  <a:pt x="200" y="42"/>
                </a:lnTo>
                <a:lnTo>
                  <a:pt x="202" y="42"/>
                </a:lnTo>
                <a:lnTo>
                  <a:pt x="203" y="42"/>
                </a:lnTo>
                <a:lnTo>
                  <a:pt x="203" y="43"/>
                </a:lnTo>
                <a:lnTo>
                  <a:pt x="202" y="43"/>
                </a:lnTo>
                <a:lnTo>
                  <a:pt x="202" y="45"/>
                </a:lnTo>
                <a:lnTo>
                  <a:pt x="203" y="45"/>
                </a:lnTo>
                <a:lnTo>
                  <a:pt x="204" y="44"/>
                </a:lnTo>
                <a:lnTo>
                  <a:pt x="204" y="45"/>
                </a:lnTo>
                <a:lnTo>
                  <a:pt x="205" y="45"/>
                </a:lnTo>
                <a:lnTo>
                  <a:pt x="206" y="45"/>
                </a:lnTo>
                <a:lnTo>
                  <a:pt x="206" y="44"/>
                </a:lnTo>
                <a:lnTo>
                  <a:pt x="209" y="44"/>
                </a:lnTo>
                <a:lnTo>
                  <a:pt x="209" y="45"/>
                </a:lnTo>
                <a:lnTo>
                  <a:pt x="209" y="46"/>
                </a:lnTo>
                <a:lnTo>
                  <a:pt x="210" y="46"/>
                </a:lnTo>
                <a:lnTo>
                  <a:pt x="211" y="45"/>
                </a:lnTo>
                <a:lnTo>
                  <a:pt x="212" y="44"/>
                </a:lnTo>
                <a:lnTo>
                  <a:pt x="213" y="44"/>
                </a:lnTo>
                <a:lnTo>
                  <a:pt x="214" y="44"/>
                </a:lnTo>
                <a:lnTo>
                  <a:pt x="215" y="44"/>
                </a:lnTo>
                <a:lnTo>
                  <a:pt x="216" y="44"/>
                </a:lnTo>
                <a:lnTo>
                  <a:pt x="217" y="43"/>
                </a:lnTo>
                <a:lnTo>
                  <a:pt x="218" y="42"/>
                </a:lnTo>
                <a:lnTo>
                  <a:pt x="218" y="41"/>
                </a:lnTo>
                <a:lnTo>
                  <a:pt x="218" y="40"/>
                </a:lnTo>
                <a:lnTo>
                  <a:pt x="217" y="39"/>
                </a:lnTo>
                <a:lnTo>
                  <a:pt x="216" y="39"/>
                </a:lnTo>
                <a:lnTo>
                  <a:pt x="215" y="40"/>
                </a:lnTo>
                <a:lnTo>
                  <a:pt x="214" y="40"/>
                </a:lnTo>
                <a:lnTo>
                  <a:pt x="214" y="39"/>
                </a:lnTo>
                <a:lnTo>
                  <a:pt x="213" y="39"/>
                </a:lnTo>
                <a:lnTo>
                  <a:pt x="212" y="39"/>
                </a:lnTo>
                <a:lnTo>
                  <a:pt x="212" y="38"/>
                </a:lnTo>
                <a:lnTo>
                  <a:pt x="213" y="37"/>
                </a:lnTo>
                <a:lnTo>
                  <a:pt x="214" y="37"/>
                </a:lnTo>
                <a:lnTo>
                  <a:pt x="215" y="37"/>
                </a:lnTo>
                <a:lnTo>
                  <a:pt x="215" y="36"/>
                </a:lnTo>
                <a:lnTo>
                  <a:pt x="215" y="35"/>
                </a:lnTo>
                <a:lnTo>
                  <a:pt x="214" y="35"/>
                </a:lnTo>
                <a:lnTo>
                  <a:pt x="214" y="34"/>
                </a:lnTo>
                <a:lnTo>
                  <a:pt x="215" y="34"/>
                </a:lnTo>
                <a:lnTo>
                  <a:pt x="216" y="34"/>
                </a:lnTo>
                <a:lnTo>
                  <a:pt x="217" y="34"/>
                </a:lnTo>
                <a:lnTo>
                  <a:pt x="218" y="34"/>
                </a:lnTo>
                <a:lnTo>
                  <a:pt x="218" y="33"/>
                </a:lnTo>
                <a:lnTo>
                  <a:pt x="218" y="31"/>
                </a:lnTo>
                <a:lnTo>
                  <a:pt x="219" y="30"/>
                </a:lnTo>
                <a:lnTo>
                  <a:pt x="217" y="30"/>
                </a:lnTo>
                <a:lnTo>
                  <a:pt x="217" y="29"/>
                </a:lnTo>
                <a:lnTo>
                  <a:pt x="217" y="28"/>
                </a:lnTo>
                <a:lnTo>
                  <a:pt x="218" y="29"/>
                </a:lnTo>
                <a:lnTo>
                  <a:pt x="219" y="29"/>
                </a:lnTo>
                <a:lnTo>
                  <a:pt x="219" y="28"/>
                </a:lnTo>
                <a:lnTo>
                  <a:pt x="218" y="28"/>
                </a:lnTo>
                <a:lnTo>
                  <a:pt x="219" y="28"/>
                </a:lnTo>
                <a:lnTo>
                  <a:pt x="219" y="29"/>
                </a:lnTo>
                <a:lnTo>
                  <a:pt x="220" y="29"/>
                </a:lnTo>
                <a:lnTo>
                  <a:pt x="221" y="29"/>
                </a:lnTo>
                <a:lnTo>
                  <a:pt x="221" y="28"/>
                </a:lnTo>
                <a:lnTo>
                  <a:pt x="221" y="27"/>
                </a:lnTo>
                <a:lnTo>
                  <a:pt x="220" y="26"/>
                </a:lnTo>
                <a:lnTo>
                  <a:pt x="221" y="25"/>
                </a:lnTo>
                <a:lnTo>
                  <a:pt x="221" y="24"/>
                </a:lnTo>
                <a:lnTo>
                  <a:pt x="222" y="24"/>
                </a:lnTo>
                <a:lnTo>
                  <a:pt x="222" y="23"/>
                </a:lnTo>
                <a:lnTo>
                  <a:pt x="222" y="22"/>
                </a:lnTo>
                <a:lnTo>
                  <a:pt x="223" y="22"/>
                </a:lnTo>
                <a:lnTo>
                  <a:pt x="224" y="21"/>
                </a:lnTo>
                <a:lnTo>
                  <a:pt x="224" y="20"/>
                </a:lnTo>
                <a:lnTo>
                  <a:pt x="225" y="20"/>
                </a:lnTo>
                <a:lnTo>
                  <a:pt x="225" y="21"/>
                </a:lnTo>
                <a:lnTo>
                  <a:pt x="226" y="21"/>
                </a:lnTo>
                <a:lnTo>
                  <a:pt x="226" y="20"/>
                </a:lnTo>
                <a:lnTo>
                  <a:pt x="225" y="19"/>
                </a:lnTo>
                <a:lnTo>
                  <a:pt x="226" y="19"/>
                </a:lnTo>
                <a:lnTo>
                  <a:pt x="226" y="18"/>
                </a:lnTo>
                <a:lnTo>
                  <a:pt x="225" y="17"/>
                </a:lnTo>
                <a:lnTo>
                  <a:pt x="225" y="16"/>
                </a:lnTo>
                <a:lnTo>
                  <a:pt x="226" y="14"/>
                </a:lnTo>
                <a:lnTo>
                  <a:pt x="226" y="13"/>
                </a:lnTo>
                <a:lnTo>
                  <a:pt x="226" y="12"/>
                </a:lnTo>
                <a:lnTo>
                  <a:pt x="226" y="11"/>
                </a:lnTo>
                <a:lnTo>
                  <a:pt x="225" y="10"/>
                </a:lnTo>
                <a:lnTo>
                  <a:pt x="226" y="10"/>
                </a:lnTo>
                <a:lnTo>
                  <a:pt x="227" y="9"/>
                </a:lnTo>
                <a:lnTo>
                  <a:pt x="228" y="10"/>
                </a:lnTo>
                <a:lnTo>
                  <a:pt x="228" y="9"/>
                </a:lnTo>
                <a:lnTo>
                  <a:pt x="230" y="8"/>
                </a:lnTo>
                <a:lnTo>
                  <a:pt x="231" y="8"/>
                </a:lnTo>
                <a:lnTo>
                  <a:pt x="232" y="8"/>
                </a:lnTo>
                <a:lnTo>
                  <a:pt x="233" y="8"/>
                </a:lnTo>
                <a:lnTo>
                  <a:pt x="234" y="8"/>
                </a:lnTo>
                <a:lnTo>
                  <a:pt x="235" y="8"/>
                </a:lnTo>
                <a:lnTo>
                  <a:pt x="236" y="8"/>
                </a:lnTo>
                <a:lnTo>
                  <a:pt x="237" y="8"/>
                </a:lnTo>
                <a:lnTo>
                  <a:pt x="239" y="8"/>
                </a:lnTo>
                <a:lnTo>
                  <a:pt x="239" y="7"/>
                </a:lnTo>
                <a:lnTo>
                  <a:pt x="241" y="7"/>
                </a:lnTo>
                <a:lnTo>
                  <a:pt x="241" y="8"/>
                </a:lnTo>
                <a:lnTo>
                  <a:pt x="242" y="8"/>
                </a:lnTo>
                <a:lnTo>
                  <a:pt x="243" y="8"/>
                </a:lnTo>
                <a:lnTo>
                  <a:pt x="244" y="8"/>
                </a:lnTo>
                <a:lnTo>
                  <a:pt x="245" y="7"/>
                </a:lnTo>
                <a:lnTo>
                  <a:pt x="247" y="7"/>
                </a:lnTo>
                <a:lnTo>
                  <a:pt x="247" y="8"/>
                </a:lnTo>
                <a:lnTo>
                  <a:pt x="248" y="8"/>
                </a:lnTo>
                <a:lnTo>
                  <a:pt x="249" y="8"/>
                </a:lnTo>
                <a:lnTo>
                  <a:pt x="249" y="7"/>
                </a:lnTo>
                <a:lnTo>
                  <a:pt x="250" y="7"/>
                </a:lnTo>
                <a:lnTo>
                  <a:pt x="249" y="7"/>
                </a:lnTo>
                <a:lnTo>
                  <a:pt x="249" y="6"/>
                </a:lnTo>
                <a:lnTo>
                  <a:pt x="250" y="6"/>
                </a:lnTo>
                <a:lnTo>
                  <a:pt x="250" y="4"/>
                </a:lnTo>
                <a:lnTo>
                  <a:pt x="251" y="4"/>
                </a:lnTo>
                <a:lnTo>
                  <a:pt x="250" y="4"/>
                </a:lnTo>
                <a:lnTo>
                  <a:pt x="250" y="3"/>
                </a:lnTo>
                <a:lnTo>
                  <a:pt x="251" y="3"/>
                </a:lnTo>
                <a:lnTo>
                  <a:pt x="252" y="3"/>
                </a:lnTo>
                <a:lnTo>
                  <a:pt x="253" y="3"/>
                </a:lnTo>
                <a:lnTo>
                  <a:pt x="253" y="2"/>
                </a:lnTo>
                <a:lnTo>
                  <a:pt x="254" y="2"/>
                </a:lnTo>
                <a:lnTo>
                  <a:pt x="255" y="2"/>
                </a:lnTo>
                <a:lnTo>
                  <a:pt x="256" y="2"/>
                </a:lnTo>
                <a:lnTo>
                  <a:pt x="257" y="2"/>
                </a:lnTo>
                <a:lnTo>
                  <a:pt x="258" y="2"/>
                </a:lnTo>
                <a:lnTo>
                  <a:pt x="259" y="2"/>
                </a:lnTo>
                <a:lnTo>
                  <a:pt x="259" y="1"/>
                </a:lnTo>
                <a:lnTo>
                  <a:pt x="260" y="0"/>
                </a:lnTo>
                <a:lnTo>
                  <a:pt x="26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1" name=""/>
          <p:cNvSpPr/>
          <p:nvPr/>
        </p:nvSpPr>
        <p:spPr>
          <a:xfrm>
            <a:off x="4602960" y="1711800"/>
            <a:ext cx="3960" cy="1440"/>
          </a:xfrm>
          <a:custGeom>
            <a:avLst/>
            <a:gdLst/>
            <a:ahLst/>
            <a:rect l="0" t="0" r="r" b="b"/>
            <a:pathLst>
              <a:path w="11" h="4">
                <a:moveTo>
                  <a:pt x="7" y="1"/>
                </a:moveTo>
                <a:lnTo>
                  <a:pt x="8" y="1"/>
                </a:lnTo>
                <a:lnTo>
                  <a:pt x="11" y="1"/>
                </a:lnTo>
                <a:lnTo>
                  <a:pt x="11" y="3"/>
                </a:lnTo>
                <a:lnTo>
                  <a:pt x="10" y="4"/>
                </a:lnTo>
                <a:lnTo>
                  <a:pt x="8" y="4"/>
                </a:lnTo>
                <a:lnTo>
                  <a:pt x="7" y="3"/>
                </a:lnTo>
                <a:lnTo>
                  <a:pt x="7" y="1"/>
                </a:lnTo>
                <a:lnTo>
                  <a:pt x="6" y="1"/>
                </a:lnTo>
                <a:lnTo>
                  <a:pt x="5" y="1"/>
                </a:lnTo>
                <a:lnTo>
                  <a:pt x="2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7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2" name=""/>
          <p:cNvSpPr/>
          <p:nvPr/>
        </p:nvSpPr>
        <p:spPr>
          <a:xfrm>
            <a:off x="4638240" y="199188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4"/>
                </a:move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3" name=""/>
          <p:cNvSpPr/>
          <p:nvPr/>
        </p:nvSpPr>
        <p:spPr>
          <a:xfrm>
            <a:off x="4639680" y="199116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3" y="4"/>
                </a:moveTo>
                <a:lnTo>
                  <a:pt x="2" y="4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4" name=""/>
          <p:cNvSpPr/>
          <p:nvPr/>
        </p:nvSpPr>
        <p:spPr>
          <a:xfrm>
            <a:off x="4640760" y="1989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5" name=""/>
          <p:cNvSpPr/>
          <p:nvPr/>
        </p:nvSpPr>
        <p:spPr>
          <a:xfrm>
            <a:off x="4641840" y="19850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6" name=""/>
          <p:cNvSpPr/>
          <p:nvPr/>
        </p:nvSpPr>
        <p:spPr>
          <a:xfrm>
            <a:off x="4657680" y="19821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7" name=""/>
          <p:cNvSpPr/>
          <p:nvPr/>
        </p:nvSpPr>
        <p:spPr>
          <a:xfrm>
            <a:off x="4656960" y="198036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1" y="0"/>
                </a:moveTo>
                <a:lnTo>
                  <a:pt x="3" y="0"/>
                </a:lnTo>
                <a:lnTo>
                  <a:pt x="4" y="1"/>
                </a:lnTo>
                <a:lnTo>
                  <a:pt x="5" y="2"/>
                </a:lnTo>
                <a:lnTo>
                  <a:pt x="6" y="4"/>
                </a:lnTo>
                <a:lnTo>
                  <a:pt x="5" y="2"/>
                </a:lnTo>
                <a:lnTo>
                  <a:pt x="4" y="2"/>
                </a:lnTo>
                <a:lnTo>
                  <a:pt x="5" y="4"/>
                </a:lnTo>
                <a:lnTo>
                  <a:pt x="1" y="2"/>
                </a:lnTo>
                <a:lnTo>
                  <a:pt x="1" y="4"/>
                </a:lnTo>
                <a:lnTo>
                  <a:pt x="3" y="4"/>
                </a:lnTo>
                <a:lnTo>
                  <a:pt x="1" y="4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3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8" name=""/>
          <p:cNvSpPr/>
          <p:nvPr/>
        </p:nvSpPr>
        <p:spPr>
          <a:xfrm>
            <a:off x="4658760" y="1980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9" name=""/>
          <p:cNvSpPr/>
          <p:nvPr/>
        </p:nvSpPr>
        <p:spPr>
          <a:xfrm>
            <a:off x="4659480" y="19807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0" name=""/>
          <p:cNvSpPr/>
          <p:nvPr/>
        </p:nvSpPr>
        <p:spPr>
          <a:xfrm>
            <a:off x="4658040" y="19800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1" name=""/>
          <p:cNvSpPr/>
          <p:nvPr/>
        </p:nvSpPr>
        <p:spPr>
          <a:xfrm>
            <a:off x="4662360" y="19753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2" name=""/>
          <p:cNvSpPr/>
          <p:nvPr/>
        </p:nvSpPr>
        <p:spPr>
          <a:xfrm>
            <a:off x="4662000" y="19753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3" name=""/>
          <p:cNvSpPr/>
          <p:nvPr/>
        </p:nvSpPr>
        <p:spPr>
          <a:xfrm>
            <a:off x="4661640" y="19746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2"/>
                </a:move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4" name=""/>
          <p:cNvSpPr/>
          <p:nvPr/>
        </p:nvSpPr>
        <p:spPr>
          <a:xfrm>
            <a:off x="4660560" y="19746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5" name=""/>
          <p:cNvSpPr/>
          <p:nvPr/>
        </p:nvSpPr>
        <p:spPr>
          <a:xfrm>
            <a:off x="4649760" y="19742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6" name=""/>
          <p:cNvSpPr/>
          <p:nvPr/>
        </p:nvSpPr>
        <p:spPr>
          <a:xfrm>
            <a:off x="4654440" y="19731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7" name=""/>
          <p:cNvSpPr/>
          <p:nvPr/>
        </p:nvSpPr>
        <p:spPr>
          <a:xfrm>
            <a:off x="4649760" y="19728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8" name=""/>
          <p:cNvSpPr/>
          <p:nvPr/>
        </p:nvSpPr>
        <p:spPr>
          <a:xfrm>
            <a:off x="4649040" y="19724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9" name=""/>
          <p:cNvSpPr/>
          <p:nvPr/>
        </p:nvSpPr>
        <p:spPr>
          <a:xfrm>
            <a:off x="4652280" y="1972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0" name=""/>
          <p:cNvSpPr/>
          <p:nvPr/>
        </p:nvSpPr>
        <p:spPr>
          <a:xfrm>
            <a:off x="4651560" y="19717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1" name=""/>
          <p:cNvSpPr/>
          <p:nvPr/>
        </p:nvSpPr>
        <p:spPr>
          <a:xfrm>
            <a:off x="4660200" y="19699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2" name=""/>
          <p:cNvSpPr/>
          <p:nvPr/>
        </p:nvSpPr>
        <p:spPr>
          <a:xfrm>
            <a:off x="4659480" y="19699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3" name=""/>
          <p:cNvSpPr/>
          <p:nvPr/>
        </p:nvSpPr>
        <p:spPr>
          <a:xfrm>
            <a:off x="4659480" y="19695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4" name=""/>
          <p:cNvSpPr/>
          <p:nvPr/>
        </p:nvSpPr>
        <p:spPr>
          <a:xfrm>
            <a:off x="4657680" y="19688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5" name=""/>
          <p:cNvSpPr/>
          <p:nvPr/>
        </p:nvSpPr>
        <p:spPr>
          <a:xfrm>
            <a:off x="4659480" y="19677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4"/>
                </a:moveTo>
                <a:lnTo>
                  <a:pt x="1" y="4"/>
                </a:lnTo>
                <a:lnTo>
                  <a:pt x="0" y="3"/>
                </a:lnTo>
                <a:lnTo>
                  <a:pt x="1" y="3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6" name=""/>
          <p:cNvSpPr/>
          <p:nvPr/>
        </p:nvSpPr>
        <p:spPr>
          <a:xfrm>
            <a:off x="4662360" y="19677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7" name=""/>
          <p:cNvSpPr/>
          <p:nvPr/>
        </p:nvSpPr>
        <p:spPr>
          <a:xfrm>
            <a:off x="4658400" y="1966320"/>
            <a:ext cx="3600" cy="2160"/>
          </a:xfrm>
          <a:custGeom>
            <a:avLst/>
            <a:gdLst/>
            <a:ahLst/>
            <a:rect l="0" t="0" r="r" b="b"/>
            <a:pathLst>
              <a:path w="10" h="6">
                <a:moveTo>
                  <a:pt x="10" y="2"/>
                </a:moveTo>
                <a:lnTo>
                  <a:pt x="9" y="2"/>
                </a:lnTo>
                <a:lnTo>
                  <a:pt x="8" y="2"/>
                </a:lnTo>
                <a:lnTo>
                  <a:pt x="9" y="2"/>
                </a:lnTo>
                <a:lnTo>
                  <a:pt x="9" y="3"/>
                </a:lnTo>
                <a:lnTo>
                  <a:pt x="8" y="3"/>
                </a:lnTo>
                <a:lnTo>
                  <a:pt x="8" y="5"/>
                </a:lnTo>
                <a:lnTo>
                  <a:pt x="9" y="5"/>
                </a:lnTo>
                <a:lnTo>
                  <a:pt x="8" y="6"/>
                </a:lnTo>
                <a:lnTo>
                  <a:pt x="6" y="5"/>
                </a:lnTo>
                <a:lnTo>
                  <a:pt x="5" y="5"/>
                </a:lnTo>
                <a:lnTo>
                  <a:pt x="4" y="6"/>
                </a:lnTo>
                <a:lnTo>
                  <a:pt x="3" y="6"/>
                </a:lnTo>
                <a:lnTo>
                  <a:pt x="2" y="5"/>
                </a:lnTo>
                <a:lnTo>
                  <a:pt x="1" y="6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6" y="0"/>
                </a:lnTo>
                <a:lnTo>
                  <a:pt x="8" y="0"/>
                </a:lnTo>
                <a:lnTo>
                  <a:pt x="9" y="0"/>
                </a:lnTo>
                <a:lnTo>
                  <a:pt x="9" y="1"/>
                </a:lnTo>
                <a:lnTo>
                  <a:pt x="10" y="0"/>
                </a:lnTo>
                <a:lnTo>
                  <a:pt x="10" y="1"/>
                </a:lnTo>
                <a:lnTo>
                  <a:pt x="1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8" name=""/>
          <p:cNvSpPr/>
          <p:nvPr/>
        </p:nvSpPr>
        <p:spPr>
          <a:xfrm>
            <a:off x="4655880" y="196560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3" y="1"/>
                </a:moveTo>
                <a:lnTo>
                  <a:pt x="3" y="3"/>
                </a:lnTo>
                <a:lnTo>
                  <a:pt x="4" y="3"/>
                </a:lnTo>
                <a:lnTo>
                  <a:pt x="5" y="3"/>
                </a:lnTo>
                <a:lnTo>
                  <a:pt x="7" y="1"/>
                </a:lnTo>
                <a:lnTo>
                  <a:pt x="7" y="3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1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9" name=""/>
          <p:cNvSpPr/>
          <p:nvPr/>
        </p:nvSpPr>
        <p:spPr>
          <a:xfrm>
            <a:off x="4660200" y="196596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2"/>
                </a:move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0" name=""/>
          <p:cNvSpPr/>
          <p:nvPr/>
        </p:nvSpPr>
        <p:spPr>
          <a:xfrm>
            <a:off x="4658760" y="196452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4" y="5"/>
                </a:moveTo>
                <a:lnTo>
                  <a:pt x="0" y="5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4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1" name=""/>
          <p:cNvSpPr/>
          <p:nvPr/>
        </p:nvSpPr>
        <p:spPr>
          <a:xfrm>
            <a:off x="4658760" y="19641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2" name=""/>
          <p:cNvSpPr/>
          <p:nvPr/>
        </p:nvSpPr>
        <p:spPr>
          <a:xfrm>
            <a:off x="4656600" y="1961640"/>
            <a:ext cx="3600" cy="2520"/>
          </a:xfrm>
          <a:custGeom>
            <a:avLst/>
            <a:gdLst/>
            <a:ahLst/>
            <a:rect l="0" t="0" r="r" b="b"/>
            <a:pathLst>
              <a:path w="10" h="7">
                <a:moveTo>
                  <a:pt x="7" y="2"/>
                </a:moveTo>
                <a:lnTo>
                  <a:pt x="8" y="2"/>
                </a:lnTo>
                <a:lnTo>
                  <a:pt x="8" y="0"/>
                </a:lnTo>
                <a:lnTo>
                  <a:pt x="9" y="2"/>
                </a:lnTo>
                <a:lnTo>
                  <a:pt x="9" y="3"/>
                </a:lnTo>
                <a:lnTo>
                  <a:pt x="10" y="3"/>
                </a:lnTo>
                <a:lnTo>
                  <a:pt x="10" y="4"/>
                </a:lnTo>
                <a:lnTo>
                  <a:pt x="10" y="5"/>
                </a:lnTo>
                <a:lnTo>
                  <a:pt x="9" y="5"/>
                </a:lnTo>
                <a:lnTo>
                  <a:pt x="8" y="5"/>
                </a:lnTo>
                <a:lnTo>
                  <a:pt x="7" y="7"/>
                </a:lnTo>
                <a:lnTo>
                  <a:pt x="7" y="5"/>
                </a:lnTo>
                <a:lnTo>
                  <a:pt x="6" y="7"/>
                </a:lnTo>
                <a:lnTo>
                  <a:pt x="6" y="5"/>
                </a:lnTo>
                <a:lnTo>
                  <a:pt x="3" y="4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  <a:lnTo>
                  <a:pt x="7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3" name=""/>
          <p:cNvSpPr/>
          <p:nvPr/>
        </p:nvSpPr>
        <p:spPr>
          <a:xfrm>
            <a:off x="4660920" y="196128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5" y="1"/>
                </a:moveTo>
                <a:lnTo>
                  <a:pt x="6" y="1"/>
                </a:lnTo>
                <a:lnTo>
                  <a:pt x="7" y="0"/>
                </a:lnTo>
                <a:lnTo>
                  <a:pt x="7" y="1"/>
                </a:lnTo>
                <a:lnTo>
                  <a:pt x="5" y="1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4" name=""/>
          <p:cNvSpPr/>
          <p:nvPr/>
        </p:nvSpPr>
        <p:spPr>
          <a:xfrm>
            <a:off x="4656600" y="196092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5" y="1"/>
                </a:move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2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5" name=""/>
          <p:cNvSpPr/>
          <p:nvPr/>
        </p:nvSpPr>
        <p:spPr>
          <a:xfrm>
            <a:off x="4660200" y="19605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6" name=""/>
          <p:cNvSpPr/>
          <p:nvPr/>
        </p:nvSpPr>
        <p:spPr>
          <a:xfrm>
            <a:off x="4663440" y="195912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7" name=""/>
          <p:cNvSpPr/>
          <p:nvPr/>
        </p:nvSpPr>
        <p:spPr>
          <a:xfrm>
            <a:off x="4664520" y="19587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8" name=""/>
          <p:cNvSpPr/>
          <p:nvPr/>
        </p:nvSpPr>
        <p:spPr>
          <a:xfrm>
            <a:off x="4660200" y="19548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9" name=""/>
          <p:cNvSpPr/>
          <p:nvPr/>
        </p:nvSpPr>
        <p:spPr>
          <a:xfrm>
            <a:off x="4660200" y="19522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0" name=""/>
          <p:cNvSpPr/>
          <p:nvPr/>
        </p:nvSpPr>
        <p:spPr>
          <a:xfrm>
            <a:off x="4660560" y="1951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1" name=""/>
          <p:cNvSpPr/>
          <p:nvPr/>
        </p:nvSpPr>
        <p:spPr>
          <a:xfrm>
            <a:off x="4659840" y="19515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2" name=""/>
          <p:cNvSpPr/>
          <p:nvPr/>
        </p:nvSpPr>
        <p:spPr>
          <a:xfrm>
            <a:off x="4660200" y="19512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3" name=""/>
          <p:cNvSpPr/>
          <p:nvPr/>
        </p:nvSpPr>
        <p:spPr>
          <a:xfrm>
            <a:off x="4660920" y="19483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1" y="1"/>
                </a:move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3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4" name=""/>
          <p:cNvSpPr/>
          <p:nvPr/>
        </p:nvSpPr>
        <p:spPr>
          <a:xfrm>
            <a:off x="4661640" y="194796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2" y="3"/>
                </a:move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1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5" name=""/>
          <p:cNvSpPr/>
          <p:nvPr/>
        </p:nvSpPr>
        <p:spPr>
          <a:xfrm>
            <a:off x="4559040" y="1844280"/>
            <a:ext cx="133560" cy="147960"/>
          </a:xfrm>
          <a:custGeom>
            <a:avLst/>
            <a:gdLst/>
            <a:ahLst/>
            <a:rect l="0" t="0" r="r" b="b"/>
            <a:pathLst>
              <a:path w="371" h="411">
                <a:moveTo>
                  <a:pt x="160" y="1"/>
                </a:moveTo>
                <a:lnTo>
                  <a:pt x="159" y="1"/>
                </a:lnTo>
                <a:lnTo>
                  <a:pt x="159" y="3"/>
                </a:lnTo>
                <a:lnTo>
                  <a:pt x="160" y="3"/>
                </a:lnTo>
                <a:lnTo>
                  <a:pt x="161" y="3"/>
                </a:lnTo>
                <a:lnTo>
                  <a:pt x="161" y="4"/>
                </a:lnTo>
                <a:lnTo>
                  <a:pt x="162" y="3"/>
                </a:lnTo>
                <a:lnTo>
                  <a:pt x="163" y="3"/>
                </a:lnTo>
                <a:lnTo>
                  <a:pt x="163" y="1"/>
                </a:lnTo>
                <a:lnTo>
                  <a:pt x="162" y="1"/>
                </a:lnTo>
                <a:lnTo>
                  <a:pt x="163" y="1"/>
                </a:lnTo>
                <a:lnTo>
                  <a:pt x="163" y="0"/>
                </a:lnTo>
                <a:lnTo>
                  <a:pt x="164" y="0"/>
                </a:lnTo>
                <a:lnTo>
                  <a:pt x="164" y="1"/>
                </a:lnTo>
                <a:lnTo>
                  <a:pt x="165" y="1"/>
                </a:lnTo>
                <a:lnTo>
                  <a:pt x="165" y="0"/>
                </a:lnTo>
                <a:lnTo>
                  <a:pt x="166" y="1"/>
                </a:lnTo>
                <a:lnTo>
                  <a:pt x="167" y="1"/>
                </a:lnTo>
                <a:lnTo>
                  <a:pt x="168" y="1"/>
                </a:lnTo>
                <a:lnTo>
                  <a:pt x="169" y="1"/>
                </a:lnTo>
                <a:lnTo>
                  <a:pt x="170" y="1"/>
                </a:lnTo>
                <a:lnTo>
                  <a:pt x="171" y="1"/>
                </a:lnTo>
                <a:lnTo>
                  <a:pt x="171" y="0"/>
                </a:lnTo>
                <a:lnTo>
                  <a:pt x="171" y="1"/>
                </a:lnTo>
                <a:lnTo>
                  <a:pt x="171" y="3"/>
                </a:lnTo>
                <a:lnTo>
                  <a:pt x="172" y="3"/>
                </a:lnTo>
                <a:lnTo>
                  <a:pt x="173" y="4"/>
                </a:lnTo>
                <a:lnTo>
                  <a:pt x="173" y="5"/>
                </a:lnTo>
                <a:lnTo>
                  <a:pt x="173" y="6"/>
                </a:lnTo>
                <a:lnTo>
                  <a:pt x="173" y="7"/>
                </a:lnTo>
                <a:lnTo>
                  <a:pt x="174" y="8"/>
                </a:lnTo>
                <a:lnTo>
                  <a:pt x="173" y="8"/>
                </a:lnTo>
                <a:lnTo>
                  <a:pt x="175" y="10"/>
                </a:lnTo>
                <a:lnTo>
                  <a:pt x="176" y="12"/>
                </a:lnTo>
                <a:lnTo>
                  <a:pt x="177" y="12"/>
                </a:lnTo>
                <a:lnTo>
                  <a:pt x="177" y="13"/>
                </a:lnTo>
                <a:lnTo>
                  <a:pt x="177" y="14"/>
                </a:lnTo>
                <a:lnTo>
                  <a:pt x="178" y="15"/>
                </a:lnTo>
                <a:lnTo>
                  <a:pt x="178" y="16"/>
                </a:lnTo>
                <a:lnTo>
                  <a:pt x="179" y="17"/>
                </a:lnTo>
                <a:lnTo>
                  <a:pt x="180" y="17"/>
                </a:lnTo>
                <a:lnTo>
                  <a:pt x="181" y="18"/>
                </a:lnTo>
                <a:lnTo>
                  <a:pt x="182" y="18"/>
                </a:lnTo>
                <a:lnTo>
                  <a:pt x="183" y="18"/>
                </a:lnTo>
                <a:lnTo>
                  <a:pt x="184" y="19"/>
                </a:lnTo>
                <a:lnTo>
                  <a:pt x="185" y="20"/>
                </a:lnTo>
                <a:lnTo>
                  <a:pt x="185" y="21"/>
                </a:lnTo>
                <a:lnTo>
                  <a:pt x="186" y="21"/>
                </a:lnTo>
                <a:lnTo>
                  <a:pt x="187" y="22"/>
                </a:lnTo>
                <a:lnTo>
                  <a:pt x="188" y="23"/>
                </a:lnTo>
                <a:lnTo>
                  <a:pt x="190" y="25"/>
                </a:lnTo>
                <a:lnTo>
                  <a:pt x="192" y="25"/>
                </a:lnTo>
                <a:lnTo>
                  <a:pt x="193" y="25"/>
                </a:lnTo>
                <a:lnTo>
                  <a:pt x="193" y="26"/>
                </a:lnTo>
                <a:lnTo>
                  <a:pt x="194" y="26"/>
                </a:lnTo>
                <a:lnTo>
                  <a:pt x="195" y="26"/>
                </a:lnTo>
                <a:lnTo>
                  <a:pt x="197" y="26"/>
                </a:lnTo>
                <a:lnTo>
                  <a:pt x="198" y="26"/>
                </a:lnTo>
                <a:lnTo>
                  <a:pt x="202" y="26"/>
                </a:lnTo>
                <a:lnTo>
                  <a:pt x="203" y="26"/>
                </a:lnTo>
                <a:lnTo>
                  <a:pt x="204" y="26"/>
                </a:lnTo>
                <a:lnTo>
                  <a:pt x="206" y="26"/>
                </a:lnTo>
                <a:lnTo>
                  <a:pt x="207" y="26"/>
                </a:lnTo>
                <a:lnTo>
                  <a:pt x="208" y="26"/>
                </a:lnTo>
                <a:lnTo>
                  <a:pt x="208" y="25"/>
                </a:lnTo>
                <a:lnTo>
                  <a:pt x="209" y="25"/>
                </a:lnTo>
                <a:lnTo>
                  <a:pt x="210" y="25"/>
                </a:lnTo>
                <a:lnTo>
                  <a:pt x="211" y="25"/>
                </a:lnTo>
                <a:lnTo>
                  <a:pt x="211" y="24"/>
                </a:lnTo>
                <a:lnTo>
                  <a:pt x="212" y="24"/>
                </a:lnTo>
                <a:lnTo>
                  <a:pt x="212" y="25"/>
                </a:lnTo>
                <a:lnTo>
                  <a:pt x="211" y="25"/>
                </a:lnTo>
                <a:lnTo>
                  <a:pt x="211" y="26"/>
                </a:lnTo>
                <a:lnTo>
                  <a:pt x="211" y="27"/>
                </a:lnTo>
                <a:lnTo>
                  <a:pt x="211" y="28"/>
                </a:lnTo>
                <a:lnTo>
                  <a:pt x="210" y="28"/>
                </a:lnTo>
                <a:lnTo>
                  <a:pt x="211" y="29"/>
                </a:lnTo>
                <a:lnTo>
                  <a:pt x="211" y="30"/>
                </a:lnTo>
                <a:lnTo>
                  <a:pt x="211" y="31"/>
                </a:lnTo>
                <a:lnTo>
                  <a:pt x="212" y="31"/>
                </a:lnTo>
                <a:lnTo>
                  <a:pt x="212" y="30"/>
                </a:lnTo>
                <a:lnTo>
                  <a:pt x="213" y="30"/>
                </a:lnTo>
                <a:lnTo>
                  <a:pt x="214" y="30"/>
                </a:lnTo>
                <a:lnTo>
                  <a:pt x="215" y="30"/>
                </a:lnTo>
                <a:lnTo>
                  <a:pt x="215" y="29"/>
                </a:lnTo>
                <a:lnTo>
                  <a:pt x="216" y="29"/>
                </a:lnTo>
                <a:lnTo>
                  <a:pt x="216" y="28"/>
                </a:lnTo>
                <a:lnTo>
                  <a:pt x="216" y="27"/>
                </a:lnTo>
                <a:lnTo>
                  <a:pt x="216" y="26"/>
                </a:lnTo>
                <a:lnTo>
                  <a:pt x="217" y="26"/>
                </a:lnTo>
                <a:lnTo>
                  <a:pt x="217" y="27"/>
                </a:lnTo>
                <a:lnTo>
                  <a:pt x="218" y="27"/>
                </a:lnTo>
                <a:lnTo>
                  <a:pt x="218" y="28"/>
                </a:lnTo>
                <a:lnTo>
                  <a:pt x="217" y="28"/>
                </a:lnTo>
                <a:lnTo>
                  <a:pt x="217" y="29"/>
                </a:lnTo>
                <a:lnTo>
                  <a:pt x="218" y="29"/>
                </a:lnTo>
                <a:lnTo>
                  <a:pt x="218" y="30"/>
                </a:lnTo>
                <a:lnTo>
                  <a:pt x="218" y="31"/>
                </a:lnTo>
                <a:lnTo>
                  <a:pt x="218" y="32"/>
                </a:lnTo>
                <a:lnTo>
                  <a:pt x="219" y="32"/>
                </a:lnTo>
                <a:lnTo>
                  <a:pt x="219" y="33"/>
                </a:lnTo>
                <a:lnTo>
                  <a:pt x="218" y="33"/>
                </a:lnTo>
                <a:lnTo>
                  <a:pt x="218" y="34"/>
                </a:lnTo>
                <a:lnTo>
                  <a:pt x="219" y="34"/>
                </a:lnTo>
                <a:lnTo>
                  <a:pt x="219" y="35"/>
                </a:lnTo>
                <a:lnTo>
                  <a:pt x="220" y="36"/>
                </a:lnTo>
                <a:lnTo>
                  <a:pt x="220" y="37"/>
                </a:lnTo>
                <a:lnTo>
                  <a:pt x="220" y="38"/>
                </a:lnTo>
                <a:lnTo>
                  <a:pt x="220" y="39"/>
                </a:lnTo>
                <a:lnTo>
                  <a:pt x="221" y="39"/>
                </a:lnTo>
                <a:lnTo>
                  <a:pt x="221" y="40"/>
                </a:lnTo>
                <a:lnTo>
                  <a:pt x="221" y="41"/>
                </a:lnTo>
                <a:lnTo>
                  <a:pt x="222" y="41"/>
                </a:lnTo>
                <a:lnTo>
                  <a:pt x="222" y="42"/>
                </a:lnTo>
                <a:lnTo>
                  <a:pt x="222" y="43"/>
                </a:lnTo>
                <a:lnTo>
                  <a:pt x="223" y="43"/>
                </a:lnTo>
                <a:lnTo>
                  <a:pt x="224" y="44"/>
                </a:lnTo>
                <a:lnTo>
                  <a:pt x="224" y="43"/>
                </a:lnTo>
                <a:lnTo>
                  <a:pt x="225" y="43"/>
                </a:lnTo>
                <a:lnTo>
                  <a:pt x="225" y="42"/>
                </a:lnTo>
                <a:lnTo>
                  <a:pt x="226" y="41"/>
                </a:lnTo>
                <a:lnTo>
                  <a:pt x="226" y="40"/>
                </a:lnTo>
                <a:lnTo>
                  <a:pt x="227" y="39"/>
                </a:lnTo>
                <a:lnTo>
                  <a:pt x="228" y="38"/>
                </a:lnTo>
                <a:lnTo>
                  <a:pt x="228" y="37"/>
                </a:lnTo>
                <a:lnTo>
                  <a:pt x="229" y="36"/>
                </a:lnTo>
                <a:lnTo>
                  <a:pt x="228" y="36"/>
                </a:lnTo>
                <a:lnTo>
                  <a:pt x="229" y="36"/>
                </a:lnTo>
                <a:lnTo>
                  <a:pt x="230" y="35"/>
                </a:lnTo>
                <a:lnTo>
                  <a:pt x="231" y="35"/>
                </a:lnTo>
                <a:lnTo>
                  <a:pt x="231" y="34"/>
                </a:lnTo>
                <a:lnTo>
                  <a:pt x="232" y="34"/>
                </a:lnTo>
                <a:lnTo>
                  <a:pt x="233" y="34"/>
                </a:lnTo>
                <a:lnTo>
                  <a:pt x="234" y="34"/>
                </a:lnTo>
                <a:lnTo>
                  <a:pt x="235" y="34"/>
                </a:lnTo>
                <a:lnTo>
                  <a:pt x="236" y="34"/>
                </a:lnTo>
                <a:lnTo>
                  <a:pt x="237" y="35"/>
                </a:lnTo>
                <a:lnTo>
                  <a:pt x="237" y="34"/>
                </a:lnTo>
                <a:lnTo>
                  <a:pt x="238" y="34"/>
                </a:lnTo>
                <a:lnTo>
                  <a:pt x="238" y="33"/>
                </a:lnTo>
                <a:lnTo>
                  <a:pt x="239" y="33"/>
                </a:lnTo>
                <a:lnTo>
                  <a:pt x="239" y="32"/>
                </a:lnTo>
                <a:lnTo>
                  <a:pt x="240" y="31"/>
                </a:lnTo>
                <a:lnTo>
                  <a:pt x="241" y="32"/>
                </a:lnTo>
                <a:lnTo>
                  <a:pt x="242" y="32"/>
                </a:lnTo>
                <a:lnTo>
                  <a:pt x="241" y="32"/>
                </a:lnTo>
                <a:lnTo>
                  <a:pt x="242" y="32"/>
                </a:lnTo>
                <a:lnTo>
                  <a:pt x="241" y="32"/>
                </a:lnTo>
                <a:lnTo>
                  <a:pt x="242" y="32"/>
                </a:lnTo>
                <a:lnTo>
                  <a:pt x="241" y="31"/>
                </a:lnTo>
                <a:lnTo>
                  <a:pt x="242" y="31"/>
                </a:lnTo>
                <a:lnTo>
                  <a:pt x="243" y="31"/>
                </a:lnTo>
                <a:lnTo>
                  <a:pt x="243" y="30"/>
                </a:lnTo>
                <a:lnTo>
                  <a:pt x="243" y="29"/>
                </a:lnTo>
                <a:lnTo>
                  <a:pt x="242" y="29"/>
                </a:lnTo>
                <a:lnTo>
                  <a:pt x="242" y="28"/>
                </a:lnTo>
                <a:lnTo>
                  <a:pt x="243" y="28"/>
                </a:lnTo>
                <a:lnTo>
                  <a:pt x="243" y="27"/>
                </a:lnTo>
                <a:lnTo>
                  <a:pt x="242" y="26"/>
                </a:lnTo>
                <a:lnTo>
                  <a:pt x="242" y="25"/>
                </a:lnTo>
                <a:lnTo>
                  <a:pt x="241" y="24"/>
                </a:lnTo>
                <a:lnTo>
                  <a:pt x="240" y="24"/>
                </a:lnTo>
                <a:lnTo>
                  <a:pt x="240" y="23"/>
                </a:lnTo>
                <a:lnTo>
                  <a:pt x="241" y="22"/>
                </a:lnTo>
                <a:lnTo>
                  <a:pt x="242" y="23"/>
                </a:lnTo>
                <a:lnTo>
                  <a:pt x="242" y="22"/>
                </a:lnTo>
                <a:lnTo>
                  <a:pt x="244" y="22"/>
                </a:lnTo>
                <a:lnTo>
                  <a:pt x="245" y="22"/>
                </a:lnTo>
                <a:lnTo>
                  <a:pt x="245" y="23"/>
                </a:lnTo>
                <a:lnTo>
                  <a:pt x="246" y="23"/>
                </a:lnTo>
                <a:lnTo>
                  <a:pt x="246" y="22"/>
                </a:lnTo>
                <a:lnTo>
                  <a:pt x="247" y="21"/>
                </a:lnTo>
                <a:lnTo>
                  <a:pt x="248" y="21"/>
                </a:lnTo>
                <a:lnTo>
                  <a:pt x="247" y="20"/>
                </a:lnTo>
                <a:lnTo>
                  <a:pt x="248" y="19"/>
                </a:lnTo>
                <a:lnTo>
                  <a:pt x="248" y="20"/>
                </a:lnTo>
                <a:lnTo>
                  <a:pt x="248" y="19"/>
                </a:lnTo>
                <a:lnTo>
                  <a:pt x="249" y="19"/>
                </a:lnTo>
                <a:lnTo>
                  <a:pt x="250" y="19"/>
                </a:lnTo>
                <a:lnTo>
                  <a:pt x="251" y="18"/>
                </a:lnTo>
                <a:lnTo>
                  <a:pt x="252" y="18"/>
                </a:lnTo>
                <a:lnTo>
                  <a:pt x="254" y="19"/>
                </a:lnTo>
                <a:lnTo>
                  <a:pt x="254" y="20"/>
                </a:lnTo>
                <a:lnTo>
                  <a:pt x="255" y="20"/>
                </a:lnTo>
                <a:lnTo>
                  <a:pt x="256" y="20"/>
                </a:lnTo>
                <a:lnTo>
                  <a:pt x="257" y="20"/>
                </a:lnTo>
                <a:lnTo>
                  <a:pt x="257" y="19"/>
                </a:lnTo>
                <a:lnTo>
                  <a:pt x="258" y="19"/>
                </a:lnTo>
                <a:lnTo>
                  <a:pt x="259" y="19"/>
                </a:lnTo>
                <a:lnTo>
                  <a:pt x="259" y="18"/>
                </a:lnTo>
                <a:lnTo>
                  <a:pt x="259" y="17"/>
                </a:lnTo>
                <a:lnTo>
                  <a:pt x="260" y="17"/>
                </a:lnTo>
                <a:lnTo>
                  <a:pt x="260" y="18"/>
                </a:lnTo>
                <a:lnTo>
                  <a:pt x="261" y="18"/>
                </a:lnTo>
                <a:lnTo>
                  <a:pt x="262" y="18"/>
                </a:lnTo>
                <a:lnTo>
                  <a:pt x="263" y="18"/>
                </a:lnTo>
                <a:lnTo>
                  <a:pt x="263" y="17"/>
                </a:lnTo>
                <a:lnTo>
                  <a:pt x="264" y="17"/>
                </a:lnTo>
                <a:lnTo>
                  <a:pt x="264" y="16"/>
                </a:lnTo>
                <a:lnTo>
                  <a:pt x="265" y="16"/>
                </a:lnTo>
                <a:lnTo>
                  <a:pt x="265" y="17"/>
                </a:lnTo>
                <a:lnTo>
                  <a:pt x="267" y="17"/>
                </a:lnTo>
                <a:lnTo>
                  <a:pt x="267" y="18"/>
                </a:lnTo>
                <a:lnTo>
                  <a:pt x="268" y="18"/>
                </a:lnTo>
                <a:lnTo>
                  <a:pt x="268" y="19"/>
                </a:lnTo>
                <a:lnTo>
                  <a:pt x="268" y="20"/>
                </a:lnTo>
                <a:lnTo>
                  <a:pt x="269" y="21"/>
                </a:lnTo>
                <a:lnTo>
                  <a:pt x="269" y="22"/>
                </a:lnTo>
                <a:lnTo>
                  <a:pt x="268" y="22"/>
                </a:lnTo>
                <a:lnTo>
                  <a:pt x="268" y="23"/>
                </a:lnTo>
                <a:lnTo>
                  <a:pt x="268" y="24"/>
                </a:lnTo>
                <a:lnTo>
                  <a:pt x="268" y="25"/>
                </a:lnTo>
                <a:lnTo>
                  <a:pt x="269" y="25"/>
                </a:lnTo>
                <a:lnTo>
                  <a:pt x="268" y="25"/>
                </a:lnTo>
                <a:lnTo>
                  <a:pt x="268" y="28"/>
                </a:lnTo>
                <a:lnTo>
                  <a:pt x="269" y="28"/>
                </a:lnTo>
                <a:lnTo>
                  <a:pt x="269" y="29"/>
                </a:lnTo>
                <a:lnTo>
                  <a:pt x="268" y="28"/>
                </a:lnTo>
                <a:lnTo>
                  <a:pt x="268" y="29"/>
                </a:lnTo>
                <a:lnTo>
                  <a:pt x="268" y="30"/>
                </a:lnTo>
                <a:lnTo>
                  <a:pt x="269" y="30"/>
                </a:lnTo>
                <a:lnTo>
                  <a:pt x="269" y="31"/>
                </a:lnTo>
                <a:lnTo>
                  <a:pt x="270" y="31"/>
                </a:lnTo>
                <a:lnTo>
                  <a:pt x="270" y="32"/>
                </a:lnTo>
                <a:lnTo>
                  <a:pt x="270" y="33"/>
                </a:lnTo>
                <a:lnTo>
                  <a:pt x="270" y="34"/>
                </a:lnTo>
                <a:lnTo>
                  <a:pt x="269" y="34"/>
                </a:lnTo>
                <a:lnTo>
                  <a:pt x="269" y="35"/>
                </a:lnTo>
                <a:lnTo>
                  <a:pt x="268" y="35"/>
                </a:lnTo>
                <a:lnTo>
                  <a:pt x="268" y="36"/>
                </a:lnTo>
                <a:lnTo>
                  <a:pt x="267" y="36"/>
                </a:lnTo>
                <a:lnTo>
                  <a:pt x="268" y="37"/>
                </a:lnTo>
                <a:lnTo>
                  <a:pt x="269" y="36"/>
                </a:lnTo>
                <a:lnTo>
                  <a:pt x="270" y="36"/>
                </a:lnTo>
                <a:lnTo>
                  <a:pt x="271" y="36"/>
                </a:lnTo>
                <a:lnTo>
                  <a:pt x="271" y="37"/>
                </a:lnTo>
                <a:lnTo>
                  <a:pt x="272" y="37"/>
                </a:lnTo>
                <a:lnTo>
                  <a:pt x="272" y="38"/>
                </a:lnTo>
                <a:lnTo>
                  <a:pt x="273" y="38"/>
                </a:lnTo>
                <a:lnTo>
                  <a:pt x="272" y="38"/>
                </a:lnTo>
                <a:lnTo>
                  <a:pt x="272" y="37"/>
                </a:lnTo>
                <a:lnTo>
                  <a:pt x="273" y="37"/>
                </a:lnTo>
                <a:lnTo>
                  <a:pt x="273" y="36"/>
                </a:lnTo>
                <a:lnTo>
                  <a:pt x="274" y="36"/>
                </a:lnTo>
                <a:lnTo>
                  <a:pt x="274" y="35"/>
                </a:lnTo>
                <a:lnTo>
                  <a:pt x="274" y="34"/>
                </a:lnTo>
                <a:lnTo>
                  <a:pt x="276" y="34"/>
                </a:lnTo>
                <a:lnTo>
                  <a:pt x="277" y="34"/>
                </a:lnTo>
                <a:lnTo>
                  <a:pt x="278" y="34"/>
                </a:lnTo>
                <a:lnTo>
                  <a:pt x="279" y="34"/>
                </a:lnTo>
                <a:lnTo>
                  <a:pt x="279" y="35"/>
                </a:lnTo>
                <a:lnTo>
                  <a:pt x="279" y="36"/>
                </a:lnTo>
                <a:lnTo>
                  <a:pt x="280" y="36"/>
                </a:lnTo>
                <a:lnTo>
                  <a:pt x="281" y="36"/>
                </a:lnTo>
                <a:lnTo>
                  <a:pt x="281" y="37"/>
                </a:lnTo>
                <a:lnTo>
                  <a:pt x="280" y="37"/>
                </a:lnTo>
                <a:lnTo>
                  <a:pt x="280" y="38"/>
                </a:lnTo>
                <a:lnTo>
                  <a:pt x="280" y="39"/>
                </a:lnTo>
                <a:lnTo>
                  <a:pt x="280" y="42"/>
                </a:lnTo>
                <a:lnTo>
                  <a:pt x="281" y="42"/>
                </a:lnTo>
                <a:lnTo>
                  <a:pt x="281" y="41"/>
                </a:lnTo>
                <a:lnTo>
                  <a:pt x="282" y="41"/>
                </a:lnTo>
                <a:lnTo>
                  <a:pt x="282" y="42"/>
                </a:lnTo>
                <a:lnTo>
                  <a:pt x="283" y="42"/>
                </a:lnTo>
                <a:lnTo>
                  <a:pt x="284" y="42"/>
                </a:lnTo>
                <a:lnTo>
                  <a:pt x="285" y="42"/>
                </a:lnTo>
                <a:lnTo>
                  <a:pt x="285" y="41"/>
                </a:lnTo>
                <a:lnTo>
                  <a:pt x="286" y="41"/>
                </a:lnTo>
                <a:lnTo>
                  <a:pt x="286" y="42"/>
                </a:lnTo>
                <a:lnTo>
                  <a:pt x="286" y="41"/>
                </a:lnTo>
                <a:lnTo>
                  <a:pt x="287" y="41"/>
                </a:lnTo>
                <a:lnTo>
                  <a:pt x="288" y="41"/>
                </a:lnTo>
                <a:lnTo>
                  <a:pt x="289" y="42"/>
                </a:lnTo>
                <a:lnTo>
                  <a:pt x="289" y="43"/>
                </a:lnTo>
                <a:lnTo>
                  <a:pt x="289" y="44"/>
                </a:lnTo>
                <a:lnTo>
                  <a:pt x="290" y="44"/>
                </a:lnTo>
                <a:lnTo>
                  <a:pt x="291" y="45"/>
                </a:lnTo>
                <a:lnTo>
                  <a:pt x="292" y="45"/>
                </a:lnTo>
                <a:lnTo>
                  <a:pt x="292" y="46"/>
                </a:lnTo>
                <a:lnTo>
                  <a:pt x="293" y="46"/>
                </a:lnTo>
                <a:lnTo>
                  <a:pt x="293" y="47"/>
                </a:lnTo>
                <a:lnTo>
                  <a:pt x="293" y="48"/>
                </a:lnTo>
                <a:lnTo>
                  <a:pt x="292" y="49"/>
                </a:lnTo>
                <a:lnTo>
                  <a:pt x="293" y="49"/>
                </a:lnTo>
                <a:lnTo>
                  <a:pt x="293" y="50"/>
                </a:lnTo>
                <a:lnTo>
                  <a:pt x="293" y="51"/>
                </a:lnTo>
                <a:lnTo>
                  <a:pt x="292" y="51"/>
                </a:lnTo>
                <a:lnTo>
                  <a:pt x="292" y="53"/>
                </a:lnTo>
                <a:lnTo>
                  <a:pt x="290" y="70"/>
                </a:lnTo>
                <a:lnTo>
                  <a:pt x="290" y="71"/>
                </a:lnTo>
                <a:lnTo>
                  <a:pt x="290" y="75"/>
                </a:lnTo>
                <a:lnTo>
                  <a:pt x="290" y="77"/>
                </a:lnTo>
                <a:lnTo>
                  <a:pt x="289" y="84"/>
                </a:lnTo>
                <a:lnTo>
                  <a:pt x="293" y="84"/>
                </a:lnTo>
                <a:lnTo>
                  <a:pt x="293" y="80"/>
                </a:lnTo>
                <a:lnTo>
                  <a:pt x="296" y="81"/>
                </a:lnTo>
                <a:lnTo>
                  <a:pt x="299" y="82"/>
                </a:lnTo>
                <a:lnTo>
                  <a:pt x="303" y="85"/>
                </a:lnTo>
                <a:lnTo>
                  <a:pt x="302" y="86"/>
                </a:lnTo>
                <a:lnTo>
                  <a:pt x="305" y="89"/>
                </a:lnTo>
                <a:lnTo>
                  <a:pt x="306" y="90"/>
                </a:lnTo>
                <a:lnTo>
                  <a:pt x="308" y="91"/>
                </a:lnTo>
                <a:lnTo>
                  <a:pt x="311" y="93"/>
                </a:lnTo>
                <a:lnTo>
                  <a:pt x="312" y="96"/>
                </a:lnTo>
                <a:lnTo>
                  <a:pt x="313" y="96"/>
                </a:lnTo>
                <a:lnTo>
                  <a:pt x="316" y="99"/>
                </a:lnTo>
                <a:lnTo>
                  <a:pt x="317" y="101"/>
                </a:lnTo>
                <a:lnTo>
                  <a:pt x="318" y="104"/>
                </a:lnTo>
                <a:lnTo>
                  <a:pt x="320" y="106"/>
                </a:lnTo>
                <a:lnTo>
                  <a:pt x="322" y="110"/>
                </a:lnTo>
                <a:lnTo>
                  <a:pt x="322" y="111"/>
                </a:lnTo>
                <a:lnTo>
                  <a:pt x="325" y="114"/>
                </a:lnTo>
                <a:lnTo>
                  <a:pt x="325" y="116"/>
                </a:lnTo>
                <a:lnTo>
                  <a:pt x="326" y="116"/>
                </a:lnTo>
                <a:lnTo>
                  <a:pt x="326" y="115"/>
                </a:lnTo>
                <a:lnTo>
                  <a:pt x="327" y="114"/>
                </a:lnTo>
                <a:lnTo>
                  <a:pt x="330" y="120"/>
                </a:lnTo>
                <a:lnTo>
                  <a:pt x="329" y="121"/>
                </a:lnTo>
                <a:lnTo>
                  <a:pt x="330" y="121"/>
                </a:lnTo>
                <a:lnTo>
                  <a:pt x="330" y="122"/>
                </a:lnTo>
                <a:lnTo>
                  <a:pt x="331" y="122"/>
                </a:lnTo>
                <a:lnTo>
                  <a:pt x="333" y="123"/>
                </a:lnTo>
                <a:lnTo>
                  <a:pt x="334" y="123"/>
                </a:lnTo>
                <a:lnTo>
                  <a:pt x="335" y="124"/>
                </a:lnTo>
                <a:lnTo>
                  <a:pt x="336" y="123"/>
                </a:lnTo>
                <a:lnTo>
                  <a:pt x="337" y="124"/>
                </a:lnTo>
                <a:lnTo>
                  <a:pt x="338" y="124"/>
                </a:lnTo>
                <a:lnTo>
                  <a:pt x="339" y="124"/>
                </a:lnTo>
                <a:lnTo>
                  <a:pt x="341" y="125"/>
                </a:lnTo>
                <a:lnTo>
                  <a:pt x="342" y="126"/>
                </a:lnTo>
                <a:lnTo>
                  <a:pt x="342" y="127"/>
                </a:lnTo>
                <a:lnTo>
                  <a:pt x="343" y="127"/>
                </a:lnTo>
                <a:lnTo>
                  <a:pt x="344" y="127"/>
                </a:lnTo>
                <a:lnTo>
                  <a:pt x="345" y="128"/>
                </a:lnTo>
                <a:lnTo>
                  <a:pt x="346" y="128"/>
                </a:lnTo>
                <a:lnTo>
                  <a:pt x="348" y="129"/>
                </a:lnTo>
                <a:lnTo>
                  <a:pt x="349" y="129"/>
                </a:lnTo>
                <a:lnTo>
                  <a:pt x="351" y="129"/>
                </a:lnTo>
                <a:lnTo>
                  <a:pt x="352" y="131"/>
                </a:lnTo>
                <a:lnTo>
                  <a:pt x="353" y="132"/>
                </a:lnTo>
                <a:lnTo>
                  <a:pt x="353" y="133"/>
                </a:lnTo>
                <a:lnTo>
                  <a:pt x="354" y="133"/>
                </a:lnTo>
                <a:lnTo>
                  <a:pt x="355" y="133"/>
                </a:lnTo>
                <a:lnTo>
                  <a:pt x="358" y="133"/>
                </a:lnTo>
                <a:lnTo>
                  <a:pt x="359" y="133"/>
                </a:lnTo>
                <a:lnTo>
                  <a:pt x="360" y="133"/>
                </a:lnTo>
                <a:lnTo>
                  <a:pt x="360" y="134"/>
                </a:lnTo>
                <a:lnTo>
                  <a:pt x="361" y="134"/>
                </a:lnTo>
                <a:lnTo>
                  <a:pt x="361" y="133"/>
                </a:lnTo>
                <a:lnTo>
                  <a:pt x="361" y="132"/>
                </a:lnTo>
                <a:lnTo>
                  <a:pt x="362" y="133"/>
                </a:lnTo>
                <a:lnTo>
                  <a:pt x="363" y="133"/>
                </a:lnTo>
                <a:lnTo>
                  <a:pt x="364" y="133"/>
                </a:lnTo>
                <a:lnTo>
                  <a:pt x="365" y="133"/>
                </a:lnTo>
                <a:lnTo>
                  <a:pt x="366" y="133"/>
                </a:lnTo>
                <a:lnTo>
                  <a:pt x="367" y="132"/>
                </a:lnTo>
                <a:lnTo>
                  <a:pt x="368" y="131"/>
                </a:lnTo>
                <a:lnTo>
                  <a:pt x="369" y="131"/>
                </a:lnTo>
                <a:lnTo>
                  <a:pt x="370" y="131"/>
                </a:lnTo>
                <a:lnTo>
                  <a:pt x="371" y="131"/>
                </a:lnTo>
                <a:lnTo>
                  <a:pt x="371" y="132"/>
                </a:lnTo>
                <a:lnTo>
                  <a:pt x="371" y="133"/>
                </a:lnTo>
                <a:lnTo>
                  <a:pt x="371" y="134"/>
                </a:lnTo>
                <a:lnTo>
                  <a:pt x="370" y="134"/>
                </a:lnTo>
                <a:lnTo>
                  <a:pt x="369" y="134"/>
                </a:lnTo>
                <a:lnTo>
                  <a:pt x="368" y="135"/>
                </a:lnTo>
                <a:lnTo>
                  <a:pt x="367" y="136"/>
                </a:lnTo>
                <a:lnTo>
                  <a:pt x="366" y="136"/>
                </a:lnTo>
                <a:lnTo>
                  <a:pt x="365" y="137"/>
                </a:lnTo>
                <a:lnTo>
                  <a:pt x="364" y="137"/>
                </a:lnTo>
                <a:lnTo>
                  <a:pt x="363" y="137"/>
                </a:lnTo>
                <a:lnTo>
                  <a:pt x="364" y="137"/>
                </a:lnTo>
                <a:lnTo>
                  <a:pt x="363" y="138"/>
                </a:lnTo>
                <a:lnTo>
                  <a:pt x="362" y="138"/>
                </a:lnTo>
                <a:lnTo>
                  <a:pt x="362" y="139"/>
                </a:lnTo>
                <a:lnTo>
                  <a:pt x="361" y="139"/>
                </a:lnTo>
                <a:lnTo>
                  <a:pt x="359" y="139"/>
                </a:lnTo>
                <a:lnTo>
                  <a:pt x="359" y="140"/>
                </a:lnTo>
                <a:lnTo>
                  <a:pt x="358" y="140"/>
                </a:lnTo>
                <a:lnTo>
                  <a:pt x="357" y="140"/>
                </a:lnTo>
                <a:lnTo>
                  <a:pt x="356" y="141"/>
                </a:lnTo>
                <a:lnTo>
                  <a:pt x="356" y="142"/>
                </a:lnTo>
                <a:lnTo>
                  <a:pt x="354" y="143"/>
                </a:lnTo>
                <a:lnTo>
                  <a:pt x="353" y="143"/>
                </a:lnTo>
                <a:lnTo>
                  <a:pt x="353" y="144"/>
                </a:lnTo>
                <a:lnTo>
                  <a:pt x="352" y="145"/>
                </a:lnTo>
                <a:lnTo>
                  <a:pt x="351" y="146"/>
                </a:lnTo>
                <a:lnTo>
                  <a:pt x="351" y="147"/>
                </a:lnTo>
                <a:lnTo>
                  <a:pt x="350" y="147"/>
                </a:lnTo>
                <a:lnTo>
                  <a:pt x="349" y="148"/>
                </a:lnTo>
                <a:lnTo>
                  <a:pt x="349" y="149"/>
                </a:lnTo>
                <a:lnTo>
                  <a:pt x="349" y="150"/>
                </a:lnTo>
                <a:lnTo>
                  <a:pt x="348" y="151"/>
                </a:lnTo>
                <a:lnTo>
                  <a:pt x="347" y="152"/>
                </a:lnTo>
                <a:lnTo>
                  <a:pt x="346" y="153"/>
                </a:lnTo>
                <a:lnTo>
                  <a:pt x="345" y="153"/>
                </a:lnTo>
                <a:lnTo>
                  <a:pt x="344" y="154"/>
                </a:lnTo>
                <a:lnTo>
                  <a:pt x="343" y="154"/>
                </a:lnTo>
                <a:lnTo>
                  <a:pt x="341" y="155"/>
                </a:lnTo>
                <a:lnTo>
                  <a:pt x="340" y="156"/>
                </a:lnTo>
                <a:lnTo>
                  <a:pt x="339" y="157"/>
                </a:lnTo>
                <a:lnTo>
                  <a:pt x="338" y="158"/>
                </a:lnTo>
                <a:lnTo>
                  <a:pt x="337" y="159"/>
                </a:lnTo>
                <a:lnTo>
                  <a:pt x="336" y="161"/>
                </a:lnTo>
                <a:lnTo>
                  <a:pt x="336" y="162"/>
                </a:lnTo>
                <a:lnTo>
                  <a:pt x="334" y="163"/>
                </a:lnTo>
                <a:lnTo>
                  <a:pt x="333" y="164"/>
                </a:lnTo>
                <a:lnTo>
                  <a:pt x="333" y="165"/>
                </a:lnTo>
                <a:lnTo>
                  <a:pt x="333" y="166"/>
                </a:lnTo>
                <a:lnTo>
                  <a:pt x="332" y="166"/>
                </a:lnTo>
                <a:lnTo>
                  <a:pt x="331" y="166"/>
                </a:lnTo>
                <a:lnTo>
                  <a:pt x="330" y="166"/>
                </a:lnTo>
                <a:lnTo>
                  <a:pt x="329" y="167"/>
                </a:lnTo>
                <a:lnTo>
                  <a:pt x="328" y="168"/>
                </a:lnTo>
                <a:lnTo>
                  <a:pt x="327" y="168"/>
                </a:lnTo>
                <a:lnTo>
                  <a:pt x="327" y="167"/>
                </a:lnTo>
                <a:lnTo>
                  <a:pt x="327" y="168"/>
                </a:lnTo>
                <a:lnTo>
                  <a:pt x="326" y="168"/>
                </a:lnTo>
                <a:lnTo>
                  <a:pt x="325" y="168"/>
                </a:lnTo>
                <a:lnTo>
                  <a:pt x="324" y="168"/>
                </a:lnTo>
                <a:lnTo>
                  <a:pt x="323" y="168"/>
                </a:lnTo>
                <a:lnTo>
                  <a:pt x="322" y="168"/>
                </a:lnTo>
                <a:lnTo>
                  <a:pt x="321" y="168"/>
                </a:lnTo>
                <a:lnTo>
                  <a:pt x="320" y="168"/>
                </a:lnTo>
                <a:lnTo>
                  <a:pt x="319" y="168"/>
                </a:lnTo>
                <a:lnTo>
                  <a:pt x="320" y="168"/>
                </a:lnTo>
                <a:lnTo>
                  <a:pt x="320" y="169"/>
                </a:lnTo>
                <a:lnTo>
                  <a:pt x="319" y="169"/>
                </a:lnTo>
                <a:lnTo>
                  <a:pt x="319" y="170"/>
                </a:lnTo>
                <a:lnTo>
                  <a:pt x="318" y="169"/>
                </a:lnTo>
                <a:lnTo>
                  <a:pt x="318" y="170"/>
                </a:lnTo>
                <a:lnTo>
                  <a:pt x="317" y="171"/>
                </a:lnTo>
                <a:lnTo>
                  <a:pt x="316" y="172"/>
                </a:lnTo>
                <a:lnTo>
                  <a:pt x="315" y="172"/>
                </a:lnTo>
                <a:lnTo>
                  <a:pt x="316" y="171"/>
                </a:lnTo>
                <a:lnTo>
                  <a:pt x="315" y="170"/>
                </a:lnTo>
                <a:lnTo>
                  <a:pt x="312" y="171"/>
                </a:lnTo>
                <a:lnTo>
                  <a:pt x="311" y="171"/>
                </a:lnTo>
                <a:lnTo>
                  <a:pt x="310" y="171"/>
                </a:lnTo>
                <a:lnTo>
                  <a:pt x="309" y="172"/>
                </a:lnTo>
                <a:lnTo>
                  <a:pt x="310" y="172"/>
                </a:lnTo>
                <a:lnTo>
                  <a:pt x="310" y="173"/>
                </a:lnTo>
                <a:lnTo>
                  <a:pt x="309" y="175"/>
                </a:lnTo>
                <a:lnTo>
                  <a:pt x="308" y="175"/>
                </a:lnTo>
                <a:lnTo>
                  <a:pt x="307" y="176"/>
                </a:lnTo>
                <a:lnTo>
                  <a:pt x="307" y="177"/>
                </a:lnTo>
                <a:lnTo>
                  <a:pt x="308" y="177"/>
                </a:lnTo>
                <a:lnTo>
                  <a:pt x="309" y="177"/>
                </a:lnTo>
                <a:lnTo>
                  <a:pt x="309" y="178"/>
                </a:lnTo>
                <a:lnTo>
                  <a:pt x="309" y="179"/>
                </a:lnTo>
                <a:lnTo>
                  <a:pt x="308" y="180"/>
                </a:lnTo>
                <a:lnTo>
                  <a:pt x="308" y="181"/>
                </a:lnTo>
                <a:lnTo>
                  <a:pt x="309" y="181"/>
                </a:lnTo>
                <a:lnTo>
                  <a:pt x="308" y="181"/>
                </a:lnTo>
                <a:lnTo>
                  <a:pt x="308" y="182"/>
                </a:lnTo>
                <a:lnTo>
                  <a:pt x="309" y="182"/>
                </a:lnTo>
                <a:lnTo>
                  <a:pt x="310" y="181"/>
                </a:lnTo>
                <a:lnTo>
                  <a:pt x="311" y="181"/>
                </a:lnTo>
                <a:lnTo>
                  <a:pt x="311" y="180"/>
                </a:lnTo>
                <a:lnTo>
                  <a:pt x="311" y="179"/>
                </a:lnTo>
                <a:lnTo>
                  <a:pt x="311" y="178"/>
                </a:lnTo>
                <a:lnTo>
                  <a:pt x="312" y="178"/>
                </a:lnTo>
                <a:lnTo>
                  <a:pt x="312" y="176"/>
                </a:lnTo>
                <a:lnTo>
                  <a:pt x="312" y="175"/>
                </a:lnTo>
                <a:lnTo>
                  <a:pt x="313" y="175"/>
                </a:lnTo>
                <a:lnTo>
                  <a:pt x="314" y="175"/>
                </a:lnTo>
                <a:lnTo>
                  <a:pt x="314" y="174"/>
                </a:lnTo>
                <a:lnTo>
                  <a:pt x="314" y="173"/>
                </a:lnTo>
                <a:lnTo>
                  <a:pt x="315" y="173"/>
                </a:lnTo>
                <a:lnTo>
                  <a:pt x="316" y="175"/>
                </a:lnTo>
                <a:lnTo>
                  <a:pt x="317" y="176"/>
                </a:lnTo>
                <a:lnTo>
                  <a:pt x="317" y="177"/>
                </a:lnTo>
                <a:lnTo>
                  <a:pt x="316" y="177"/>
                </a:lnTo>
                <a:lnTo>
                  <a:pt x="316" y="178"/>
                </a:lnTo>
                <a:lnTo>
                  <a:pt x="315" y="178"/>
                </a:lnTo>
                <a:lnTo>
                  <a:pt x="316" y="178"/>
                </a:lnTo>
                <a:lnTo>
                  <a:pt x="315" y="178"/>
                </a:lnTo>
                <a:lnTo>
                  <a:pt x="315" y="179"/>
                </a:lnTo>
                <a:lnTo>
                  <a:pt x="315" y="180"/>
                </a:lnTo>
                <a:lnTo>
                  <a:pt x="315" y="181"/>
                </a:lnTo>
                <a:lnTo>
                  <a:pt x="314" y="181"/>
                </a:lnTo>
                <a:lnTo>
                  <a:pt x="313" y="182"/>
                </a:lnTo>
                <a:lnTo>
                  <a:pt x="313" y="184"/>
                </a:lnTo>
                <a:lnTo>
                  <a:pt x="313" y="183"/>
                </a:lnTo>
                <a:lnTo>
                  <a:pt x="314" y="183"/>
                </a:lnTo>
                <a:lnTo>
                  <a:pt x="315" y="183"/>
                </a:lnTo>
                <a:lnTo>
                  <a:pt x="316" y="182"/>
                </a:lnTo>
                <a:lnTo>
                  <a:pt x="317" y="181"/>
                </a:lnTo>
                <a:lnTo>
                  <a:pt x="317" y="179"/>
                </a:lnTo>
                <a:lnTo>
                  <a:pt x="318" y="179"/>
                </a:lnTo>
                <a:lnTo>
                  <a:pt x="318" y="178"/>
                </a:lnTo>
                <a:lnTo>
                  <a:pt x="318" y="177"/>
                </a:lnTo>
                <a:lnTo>
                  <a:pt x="319" y="177"/>
                </a:lnTo>
                <a:lnTo>
                  <a:pt x="320" y="176"/>
                </a:lnTo>
                <a:lnTo>
                  <a:pt x="320" y="175"/>
                </a:lnTo>
                <a:lnTo>
                  <a:pt x="322" y="175"/>
                </a:lnTo>
                <a:lnTo>
                  <a:pt x="325" y="173"/>
                </a:lnTo>
                <a:lnTo>
                  <a:pt x="326" y="173"/>
                </a:lnTo>
                <a:lnTo>
                  <a:pt x="327" y="173"/>
                </a:lnTo>
                <a:lnTo>
                  <a:pt x="328" y="172"/>
                </a:lnTo>
                <a:lnTo>
                  <a:pt x="329" y="171"/>
                </a:lnTo>
                <a:lnTo>
                  <a:pt x="330" y="170"/>
                </a:lnTo>
                <a:lnTo>
                  <a:pt x="331" y="170"/>
                </a:lnTo>
                <a:lnTo>
                  <a:pt x="331" y="169"/>
                </a:lnTo>
                <a:lnTo>
                  <a:pt x="331" y="170"/>
                </a:lnTo>
                <a:lnTo>
                  <a:pt x="332" y="170"/>
                </a:lnTo>
                <a:lnTo>
                  <a:pt x="332" y="169"/>
                </a:lnTo>
                <a:lnTo>
                  <a:pt x="333" y="169"/>
                </a:lnTo>
                <a:lnTo>
                  <a:pt x="334" y="168"/>
                </a:lnTo>
                <a:lnTo>
                  <a:pt x="335" y="168"/>
                </a:lnTo>
                <a:lnTo>
                  <a:pt x="335" y="169"/>
                </a:lnTo>
                <a:lnTo>
                  <a:pt x="336" y="170"/>
                </a:lnTo>
                <a:lnTo>
                  <a:pt x="337" y="170"/>
                </a:lnTo>
                <a:lnTo>
                  <a:pt x="338" y="169"/>
                </a:lnTo>
                <a:lnTo>
                  <a:pt x="337" y="169"/>
                </a:lnTo>
                <a:lnTo>
                  <a:pt x="338" y="169"/>
                </a:lnTo>
                <a:lnTo>
                  <a:pt x="339" y="169"/>
                </a:lnTo>
                <a:lnTo>
                  <a:pt x="338" y="170"/>
                </a:lnTo>
                <a:lnTo>
                  <a:pt x="338" y="171"/>
                </a:lnTo>
                <a:lnTo>
                  <a:pt x="337" y="171"/>
                </a:lnTo>
                <a:lnTo>
                  <a:pt x="337" y="172"/>
                </a:lnTo>
                <a:lnTo>
                  <a:pt x="337" y="174"/>
                </a:lnTo>
                <a:lnTo>
                  <a:pt x="338" y="175"/>
                </a:lnTo>
                <a:lnTo>
                  <a:pt x="338" y="176"/>
                </a:lnTo>
                <a:lnTo>
                  <a:pt x="339" y="176"/>
                </a:lnTo>
                <a:lnTo>
                  <a:pt x="340" y="176"/>
                </a:lnTo>
                <a:lnTo>
                  <a:pt x="340" y="175"/>
                </a:lnTo>
                <a:lnTo>
                  <a:pt x="341" y="175"/>
                </a:lnTo>
                <a:lnTo>
                  <a:pt x="342" y="174"/>
                </a:lnTo>
                <a:lnTo>
                  <a:pt x="343" y="173"/>
                </a:lnTo>
                <a:lnTo>
                  <a:pt x="342" y="173"/>
                </a:lnTo>
                <a:lnTo>
                  <a:pt x="342" y="172"/>
                </a:lnTo>
                <a:lnTo>
                  <a:pt x="343" y="171"/>
                </a:lnTo>
                <a:lnTo>
                  <a:pt x="343" y="170"/>
                </a:lnTo>
                <a:lnTo>
                  <a:pt x="344" y="169"/>
                </a:lnTo>
                <a:lnTo>
                  <a:pt x="345" y="169"/>
                </a:lnTo>
                <a:lnTo>
                  <a:pt x="344" y="168"/>
                </a:lnTo>
                <a:lnTo>
                  <a:pt x="343" y="168"/>
                </a:lnTo>
                <a:lnTo>
                  <a:pt x="341" y="168"/>
                </a:lnTo>
                <a:lnTo>
                  <a:pt x="340" y="168"/>
                </a:lnTo>
                <a:lnTo>
                  <a:pt x="339" y="168"/>
                </a:lnTo>
                <a:lnTo>
                  <a:pt x="338" y="168"/>
                </a:lnTo>
                <a:lnTo>
                  <a:pt x="337" y="168"/>
                </a:lnTo>
                <a:lnTo>
                  <a:pt x="336" y="168"/>
                </a:lnTo>
                <a:lnTo>
                  <a:pt x="336" y="167"/>
                </a:lnTo>
                <a:lnTo>
                  <a:pt x="336" y="166"/>
                </a:lnTo>
                <a:lnTo>
                  <a:pt x="337" y="166"/>
                </a:lnTo>
                <a:lnTo>
                  <a:pt x="338" y="165"/>
                </a:lnTo>
                <a:lnTo>
                  <a:pt x="339" y="165"/>
                </a:lnTo>
                <a:lnTo>
                  <a:pt x="339" y="164"/>
                </a:lnTo>
                <a:lnTo>
                  <a:pt x="340" y="163"/>
                </a:lnTo>
                <a:lnTo>
                  <a:pt x="340" y="162"/>
                </a:lnTo>
                <a:lnTo>
                  <a:pt x="341" y="162"/>
                </a:lnTo>
                <a:lnTo>
                  <a:pt x="343" y="162"/>
                </a:lnTo>
                <a:lnTo>
                  <a:pt x="343" y="161"/>
                </a:lnTo>
                <a:lnTo>
                  <a:pt x="344" y="161"/>
                </a:lnTo>
                <a:lnTo>
                  <a:pt x="346" y="161"/>
                </a:lnTo>
                <a:lnTo>
                  <a:pt x="346" y="160"/>
                </a:lnTo>
                <a:lnTo>
                  <a:pt x="347" y="160"/>
                </a:lnTo>
                <a:lnTo>
                  <a:pt x="346" y="160"/>
                </a:lnTo>
                <a:lnTo>
                  <a:pt x="347" y="160"/>
                </a:lnTo>
                <a:lnTo>
                  <a:pt x="348" y="161"/>
                </a:lnTo>
                <a:lnTo>
                  <a:pt x="349" y="160"/>
                </a:lnTo>
                <a:lnTo>
                  <a:pt x="350" y="160"/>
                </a:lnTo>
                <a:lnTo>
                  <a:pt x="351" y="159"/>
                </a:lnTo>
                <a:lnTo>
                  <a:pt x="351" y="158"/>
                </a:lnTo>
                <a:lnTo>
                  <a:pt x="352" y="158"/>
                </a:lnTo>
                <a:lnTo>
                  <a:pt x="353" y="158"/>
                </a:lnTo>
                <a:lnTo>
                  <a:pt x="353" y="159"/>
                </a:lnTo>
                <a:lnTo>
                  <a:pt x="354" y="159"/>
                </a:lnTo>
                <a:lnTo>
                  <a:pt x="355" y="159"/>
                </a:lnTo>
                <a:lnTo>
                  <a:pt x="355" y="160"/>
                </a:lnTo>
                <a:lnTo>
                  <a:pt x="356" y="160"/>
                </a:lnTo>
                <a:lnTo>
                  <a:pt x="357" y="161"/>
                </a:lnTo>
                <a:lnTo>
                  <a:pt x="356" y="161"/>
                </a:lnTo>
                <a:lnTo>
                  <a:pt x="357" y="163"/>
                </a:lnTo>
                <a:lnTo>
                  <a:pt x="357" y="162"/>
                </a:lnTo>
                <a:lnTo>
                  <a:pt x="358" y="162"/>
                </a:lnTo>
                <a:lnTo>
                  <a:pt x="358" y="163"/>
                </a:lnTo>
                <a:lnTo>
                  <a:pt x="358" y="164"/>
                </a:lnTo>
                <a:lnTo>
                  <a:pt x="357" y="165"/>
                </a:lnTo>
                <a:lnTo>
                  <a:pt x="357" y="166"/>
                </a:lnTo>
                <a:lnTo>
                  <a:pt x="357" y="167"/>
                </a:lnTo>
                <a:lnTo>
                  <a:pt x="358" y="167"/>
                </a:lnTo>
                <a:lnTo>
                  <a:pt x="358" y="168"/>
                </a:lnTo>
                <a:lnTo>
                  <a:pt x="357" y="168"/>
                </a:lnTo>
                <a:lnTo>
                  <a:pt x="355" y="171"/>
                </a:lnTo>
                <a:lnTo>
                  <a:pt x="355" y="172"/>
                </a:lnTo>
                <a:lnTo>
                  <a:pt x="355" y="175"/>
                </a:lnTo>
                <a:lnTo>
                  <a:pt x="356" y="175"/>
                </a:lnTo>
                <a:lnTo>
                  <a:pt x="356" y="176"/>
                </a:lnTo>
                <a:lnTo>
                  <a:pt x="357" y="176"/>
                </a:lnTo>
                <a:lnTo>
                  <a:pt x="358" y="177"/>
                </a:lnTo>
                <a:lnTo>
                  <a:pt x="358" y="178"/>
                </a:lnTo>
                <a:lnTo>
                  <a:pt x="357" y="178"/>
                </a:lnTo>
                <a:lnTo>
                  <a:pt x="356" y="178"/>
                </a:lnTo>
                <a:lnTo>
                  <a:pt x="357" y="178"/>
                </a:lnTo>
                <a:lnTo>
                  <a:pt x="357" y="179"/>
                </a:lnTo>
                <a:lnTo>
                  <a:pt x="356" y="179"/>
                </a:lnTo>
                <a:lnTo>
                  <a:pt x="356" y="180"/>
                </a:lnTo>
                <a:lnTo>
                  <a:pt x="355" y="180"/>
                </a:lnTo>
                <a:lnTo>
                  <a:pt x="356" y="180"/>
                </a:lnTo>
                <a:lnTo>
                  <a:pt x="356" y="181"/>
                </a:lnTo>
                <a:lnTo>
                  <a:pt x="353" y="183"/>
                </a:lnTo>
                <a:lnTo>
                  <a:pt x="353" y="184"/>
                </a:lnTo>
                <a:lnTo>
                  <a:pt x="352" y="184"/>
                </a:lnTo>
                <a:lnTo>
                  <a:pt x="352" y="185"/>
                </a:lnTo>
                <a:lnTo>
                  <a:pt x="352" y="186"/>
                </a:lnTo>
                <a:lnTo>
                  <a:pt x="352" y="187"/>
                </a:lnTo>
                <a:lnTo>
                  <a:pt x="353" y="189"/>
                </a:lnTo>
                <a:lnTo>
                  <a:pt x="354" y="189"/>
                </a:lnTo>
                <a:lnTo>
                  <a:pt x="353" y="191"/>
                </a:lnTo>
                <a:lnTo>
                  <a:pt x="352" y="191"/>
                </a:lnTo>
                <a:lnTo>
                  <a:pt x="352" y="192"/>
                </a:lnTo>
                <a:lnTo>
                  <a:pt x="352" y="193"/>
                </a:lnTo>
                <a:lnTo>
                  <a:pt x="352" y="194"/>
                </a:lnTo>
                <a:lnTo>
                  <a:pt x="352" y="195"/>
                </a:lnTo>
                <a:lnTo>
                  <a:pt x="354" y="195"/>
                </a:lnTo>
                <a:lnTo>
                  <a:pt x="355" y="195"/>
                </a:lnTo>
                <a:lnTo>
                  <a:pt x="356" y="195"/>
                </a:lnTo>
                <a:lnTo>
                  <a:pt x="356" y="196"/>
                </a:lnTo>
                <a:lnTo>
                  <a:pt x="356" y="195"/>
                </a:lnTo>
                <a:lnTo>
                  <a:pt x="357" y="195"/>
                </a:lnTo>
                <a:lnTo>
                  <a:pt x="358" y="195"/>
                </a:lnTo>
                <a:lnTo>
                  <a:pt x="358" y="196"/>
                </a:lnTo>
                <a:lnTo>
                  <a:pt x="357" y="196"/>
                </a:lnTo>
                <a:lnTo>
                  <a:pt x="356" y="197"/>
                </a:lnTo>
                <a:lnTo>
                  <a:pt x="356" y="198"/>
                </a:lnTo>
                <a:lnTo>
                  <a:pt x="355" y="198"/>
                </a:lnTo>
                <a:lnTo>
                  <a:pt x="355" y="199"/>
                </a:lnTo>
                <a:lnTo>
                  <a:pt x="356" y="199"/>
                </a:lnTo>
                <a:lnTo>
                  <a:pt x="356" y="200"/>
                </a:lnTo>
                <a:lnTo>
                  <a:pt x="356" y="201"/>
                </a:lnTo>
                <a:lnTo>
                  <a:pt x="356" y="202"/>
                </a:lnTo>
                <a:lnTo>
                  <a:pt x="355" y="202"/>
                </a:lnTo>
                <a:lnTo>
                  <a:pt x="355" y="201"/>
                </a:lnTo>
                <a:lnTo>
                  <a:pt x="355" y="200"/>
                </a:lnTo>
                <a:lnTo>
                  <a:pt x="354" y="200"/>
                </a:lnTo>
                <a:lnTo>
                  <a:pt x="354" y="201"/>
                </a:lnTo>
                <a:lnTo>
                  <a:pt x="354" y="202"/>
                </a:lnTo>
                <a:lnTo>
                  <a:pt x="354" y="203"/>
                </a:lnTo>
                <a:lnTo>
                  <a:pt x="353" y="204"/>
                </a:lnTo>
                <a:lnTo>
                  <a:pt x="352" y="204"/>
                </a:lnTo>
                <a:lnTo>
                  <a:pt x="351" y="204"/>
                </a:lnTo>
                <a:lnTo>
                  <a:pt x="350" y="205"/>
                </a:lnTo>
                <a:lnTo>
                  <a:pt x="349" y="205"/>
                </a:lnTo>
                <a:lnTo>
                  <a:pt x="348" y="206"/>
                </a:lnTo>
                <a:lnTo>
                  <a:pt x="348" y="207"/>
                </a:lnTo>
                <a:lnTo>
                  <a:pt x="347" y="206"/>
                </a:lnTo>
                <a:lnTo>
                  <a:pt x="346" y="206"/>
                </a:lnTo>
                <a:lnTo>
                  <a:pt x="346" y="207"/>
                </a:lnTo>
                <a:lnTo>
                  <a:pt x="345" y="207"/>
                </a:lnTo>
                <a:lnTo>
                  <a:pt x="344" y="207"/>
                </a:lnTo>
                <a:lnTo>
                  <a:pt x="343" y="208"/>
                </a:lnTo>
                <a:lnTo>
                  <a:pt x="342" y="208"/>
                </a:lnTo>
                <a:lnTo>
                  <a:pt x="341" y="207"/>
                </a:lnTo>
                <a:lnTo>
                  <a:pt x="340" y="207"/>
                </a:lnTo>
                <a:lnTo>
                  <a:pt x="340" y="206"/>
                </a:lnTo>
                <a:lnTo>
                  <a:pt x="339" y="206"/>
                </a:lnTo>
                <a:lnTo>
                  <a:pt x="339" y="205"/>
                </a:lnTo>
                <a:lnTo>
                  <a:pt x="340" y="204"/>
                </a:lnTo>
                <a:lnTo>
                  <a:pt x="340" y="203"/>
                </a:lnTo>
                <a:lnTo>
                  <a:pt x="340" y="201"/>
                </a:lnTo>
                <a:lnTo>
                  <a:pt x="340" y="200"/>
                </a:lnTo>
                <a:lnTo>
                  <a:pt x="340" y="199"/>
                </a:lnTo>
                <a:lnTo>
                  <a:pt x="341" y="198"/>
                </a:lnTo>
                <a:lnTo>
                  <a:pt x="340" y="197"/>
                </a:lnTo>
                <a:lnTo>
                  <a:pt x="340" y="196"/>
                </a:lnTo>
                <a:lnTo>
                  <a:pt x="341" y="195"/>
                </a:lnTo>
                <a:lnTo>
                  <a:pt x="341" y="194"/>
                </a:lnTo>
                <a:lnTo>
                  <a:pt x="341" y="193"/>
                </a:lnTo>
                <a:lnTo>
                  <a:pt x="342" y="192"/>
                </a:lnTo>
                <a:lnTo>
                  <a:pt x="343" y="192"/>
                </a:lnTo>
                <a:lnTo>
                  <a:pt x="343" y="191"/>
                </a:lnTo>
                <a:lnTo>
                  <a:pt x="344" y="191"/>
                </a:lnTo>
                <a:lnTo>
                  <a:pt x="344" y="190"/>
                </a:lnTo>
                <a:lnTo>
                  <a:pt x="343" y="190"/>
                </a:lnTo>
                <a:lnTo>
                  <a:pt x="342" y="189"/>
                </a:lnTo>
                <a:lnTo>
                  <a:pt x="341" y="190"/>
                </a:lnTo>
                <a:lnTo>
                  <a:pt x="341" y="191"/>
                </a:lnTo>
                <a:lnTo>
                  <a:pt x="340" y="191"/>
                </a:lnTo>
                <a:lnTo>
                  <a:pt x="340" y="190"/>
                </a:lnTo>
                <a:lnTo>
                  <a:pt x="341" y="190"/>
                </a:lnTo>
                <a:lnTo>
                  <a:pt x="341" y="189"/>
                </a:lnTo>
                <a:lnTo>
                  <a:pt x="340" y="189"/>
                </a:lnTo>
                <a:lnTo>
                  <a:pt x="341" y="189"/>
                </a:lnTo>
                <a:lnTo>
                  <a:pt x="341" y="188"/>
                </a:lnTo>
                <a:lnTo>
                  <a:pt x="341" y="187"/>
                </a:lnTo>
                <a:lnTo>
                  <a:pt x="340" y="187"/>
                </a:lnTo>
                <a:lnTo>
                  <a:pt x="340" y="186"/>
                </a:lnTo>
                <a:lnTo>
                  <a:pt x="341" y="186"/>
                </a:lnTo>
                <a:lnTo>
                  <a:pt x="342" y="185"/>
                </a:lnTo>
                <a:lnTo>
                  <a:pt x="341" y="185"/>
                </a:lnTo>
                <a:lnTo>
                  <a:pt x="340" y="186"/>
                </a:lnTo>
                <a:lnTo>
                  <a:pt x="339" y="186"/>
                </a:lnTo>
                <a:lnTo>
                  <a:pt x="339" y="187"/>
                </a:lnTo>
                <a:lnTo>
                  <a:pt x="338" y="187"/>
                </a:lnTo>
                <a:lnTo>
                  <a:pt x="338" y="188"/>
                </a:lnTo>
                <a:lnTo>
                  <a:pt x="339" y="188"/>
                </a:lnTo>
                <a:lnTo>
                  <a:pt x="340" y="188"/>
                </a:lnTo>
                <a:lnTo>
                  <a:pt x="340" y="189"/>
                </a:lnTo>
                <a:lnTo>
                  <a:pt x="339" y="189"/>
                </a:lnTo>
                <a:lnTo>
                  <a:pt x="339" y="190"/>
                </a:lnTo>
                <a:lnTo>
                  <a:pt x="339" y="191"/>
                </a:lnTo>
                <a:lnTo>
                  <a:pt x="340" y="191"/>
                </a:lnTo>
                <a:lnTo>
                  <a:pt x="339" y="191"/>
                </a:lnTo>
                <a:lnTo>
                  <a:pt x="339" y="192"/>
                </a:lnTo>
                <a:lnTo>
                  <a:pt x="339" y="193"/>
                </a:lnTo>
                <a:lnTo>
                  <a:pt x="339" y="194"/>
                </a:lnTo>
                <a:lnTo>
                  <a:pt x="339" y="195"/>
                </a:lnTo>
                <a:lnTo>
                  <a:pt x="339" y="196"/>
                </a:lnTo>
                <a:lnTo>
                  <a:pt x="339" y="198"/>
                </a:lnTo>
                <a:lnTo>
                  <a:pt x="339" y="199"/>
                </a:lnTo>
                <a:lnTo>
                  <a:pt x="338" y="201"/>
                </a:lnTo>
                <a:lnTo>
                  <a:pt x="338" y="202"/>
                </a:lnTo>
                <a:lnTo>
                  <a:pt x="337" y="203"/>
                </a:lnTo>
                <a:lnTo>
                  <a:pt x="337" y="204"/>
                </a:lnTo>
                <a:lnTo>
                  <a:pt x="337" y="206"/>
                </a:lnTo>
                <a:lnTo>
                  <a:pt x="337" y="207"/>
                </a:lnTo>
                <a:lnTo>
                  <a:pt x="337" y="208"/>
                </a:lnTo>
                <a:lnTo>
                  <a:pt x="336" y="208"/>
                </a:lnTo>
                <a:lnTo>
                  <a:pt x="335" y="209"/>
                </a:lnTo>
                <a:lnTo>
                  <a:pt x="334" y="210"/>
                </a:lnTo>
                <a:lnTo>
                  <a:pt x="333" y="210"/>
                </a:lnTo>
                <a:lnTo>
                  <a:pt x="332" y="210"/>
                </a:lnTo>
                <a:lnTo>
                  <a:pt x="331" y="210"/>
                </a:lnTo>
                <a:lnTo>
                  <a:pt x="331" y="209"/>
                </a:lnTo>
                <a:lnTo>
                  <a:pt x="330" y="209"/>
                </a:lnTo>
                <a:lnTo>
                  <a:pt x="330" y="208"/>
                </a:lnTo>
                <a:lnTo>
                  <a:pt x="329" y="208"/>
                </a:lnTo>
                <a:lnTo>
                  <a:pt x="329" y="207"/>
                </a:lnTo>
                <a:lnTo>
                  <a:pt x="328" y="207"/>
                </a:lnTo>
                <a:lnTo>
                  <a:pt x="327" y="205"/>
                </a:lnTo>
                <a:lnTo>
                  <a:pt x="326" y="205"/>
                </a:lnTo>
                <a:lnTo>
                  <a:pt x="325" y="204"/>
                </a:lnTo>
                <a:lnTo>
                  <a:pt x="325" y="203"/>
                </a:lnTo>
                <a:lnTo>
                  <a:pt x="324" y="202"/>
                </a:lnTo>
                <a:lnTo>
                  <a:pt x="324" y="201"/>
                </a:lnTo>
                <a:lnTo>
                  <a:pt x="323" y="200"/>
                </a:lnTo>
                <a:lnTo>
                  <a:pt x="323" y="199"/>
                </a:lnTo>
                <a:lnTo>
                  <a:pt x="323" y="198"/>
                </a:lnTo>
                <a:lnTo>
                  <a:pt x="323" y="196"/>
                </a:lnTo>
                <a:lnTo>
                  <a:pt x="322" y="196"/>
                </a:lnTo>
                <a:lnTo>
                  <a:pt x="322" y="197"/>
                </a:lnTo>
                <a:lnTo>
                  <a:pt x="321" y="197"/>
                </a:lnTo>
                <a:lnTo>
                  <a:pt x="320" y="197"/>
                </a:lnTo>
                <a:lnTo>
                  <a:pt x="319" y="196"/>
                </a:lnTo>
                <a:lnTo>
                  <a:pt x="318" y="195"/>
                </a:lnTo>
                <a:lnTo>
                  <a:pt x="317" y="195"/>
                </a:lnTo>
                <a:lnTo>
                  <a:pt x="316" y="196"/>
                </a:lnTo>
                <a:lnTo>
                  <a:pt x="315" y="196"/>
                </a:lnTo>
                <a:lnTo>
                  <a:pt x="316" y="196"/>
                </a:lnTo>
                <a:lnTo>
                  <a:pt x="317" y="196"/>
                </a:lnTo>
                <a:lnTo>
                  <a:pt x="318" y="196"/>
                </a:lnTo>
                <a:lnTo>
                  <a:pt x="318" y="197"/>
                </a:lnTo>
                <a:lnTo>
                  <a:pt x="319" y="197"/>
                </a:lnTo>
                <a:lnTo>
                  <a:pt x="320" y="198"/>
                </a:lnTo>
                <a:lnTo>
                  <a:pt x="321" y="198"/>
                </a:lnTo>
                <a:lnTo>
                  <a:pt x="321" y="199"/>
                </a:lnTo>
                <a:lnTo>
                  <a:pt x="321" y="200"/>
                </a:lnTo>
                <a:lnTo>
                  <a:pt x="321" y="201"/>
                </a:lnTo>
                <a:lnTo>
                  <a:pt x="320" y="201"/>
                </a:lnTo>
                <a:lnTo>
                  <a:pt x="320" y="200"/>
                </a:lnTo>
                <a:lnTo>
                  <a:pt x="319" y="200"/>
                </a:lnTo>
                <a:lnTo>
                  <a:pt x="318" y="201"/>
                </a:lnTo>
                <a:lnTo>
                  <a:pt x="317" y="201"/>
                </a:lnTo>
                <a:lnTo>
                  <a:pt x="317" y="202"/>
                </a:lnTo>
                <a:lnTo>
                  <a:pt x="317" y="203"/>
                </a:lnTo>
                <a:lnTo>
                  <a:pt x="316" y="203"/>
                </a:lnTo>
                <a:lnTo>
                  <a:pt x="316" y="204"/>
                </a:lnTo>
                <a:lnTo>
                  <a:pt x="317" y="204"/>
                </a:lnTo>
                <a:lnTo>
                  <a:pt x="317" y="205"/>
                </a:lnTo>
                <a:lnTo>
                  <a:pt x="318" y="206"/>
                </a:lnTo>
                <a:lnTo>
                  <a:pt x="319" y="207"/>
                </a:lnTo>
                <a:lnTo>
                  <a:pt x="319" y="206"/>
                </a:lnTo>
                <a:lnTo>
                  <a:pt x="320" y="206"/>
                </a:lnTo>
                <a:lnTo>
                  <a:pt x="321" y="206"/>
                </a:lnTo>
                <a:lnTo>
                  <a:pt x="320" y="207"/>
                </a:lnTo>
                <a:lnTo>
                  <a:pt x="320" y="208"/>
                </a:lnTo>
                <a:lnTo>
                  <a:pt x="321" y="208"/>
                </a:lnTo>
                <a:lnTo>
                  <a:pt x="322" y="208"/>
                </a:lnTo>
                <a:lnTo>
                  <a:pt x="323" y="208"/>
                </a:lnTo>
                <a:lnTo>
                  <a:pt x="323" y="209"/>
                </a:lnTo>
                <a:lnTo>
                  <a:pt x="320" y="210"/>
                </a:lnTo>
                <a:lnTo>
                  <a:pt x="318" y="209"/>
                </a:lnTo>
                <a:lnTo>
                  <a:pt x="317" y="209"/>
                </a:lnTo>
                <a:lnTo>
                  <a:pt x="315" y="209"/>
                </a:lnTo>
                <a:lnTo>
                  <a:pt x="315" y="208"/>
                </a:lnTo>
                <a:lnTo>
                  <a:pt x="314" y="208"/>
                </a:lnTo>
                <a:lnTo>
                  <a:pt x="313" y="207"/>
                </a:lnTo>
                <a:lnTo>
                  <a:pt x="313" y="206"/>
                </a:lnTo>
                <a:lnTo>
                  <a:pt x="313" y="207"/>
                </a:lnTo>
                <a:lnTo>
                  <a:pt x="312" y="207"/>
                </a:lnTo>
                <a:lnTo>
                  <a:pt x="312" y="208"/>
                </a:lnTo>
                <a:lnTo>
                  <a:pt x="311" y="208"/>
                </a:lnTo>
                <a:lnTo>
                  <a:pt x="310" y="207"/>
                </a:lnTo>
                <a:lnTo>
                  <a:pt x="309" y="207"/>
                </a:lnTo>
                <a:lnTo>
                  <a:pt x="308" y="207"/>
                </a:lnTo>
                <a:lnTo>
                  <a:pt x="309" y="207"/>
                </a:lnTo>
                <a:lnTo>
                  <a:pt x="309" y="208"/>
                </a:lnTo>
                <a:lnTo>
                  <a:pt x="310" y="208"/>
                </a:lnTo>
                <a:lnTo>
                  <a:pt x="310" y="209"/>
                </a:lnTo>
                <a:lnTo>
                  <a:pt x="311" y="209"/>
                </a:lnTo>
                <a:lnTo>
                  <a:pt x="313" y="209"/>
                </a:lnTo>
                <a:lnTo>
                  <a:pt x="313" y="210"/>
                </a:lnTo>
                <a:lnTo>
                  <a:pt x="314" y="210"/>
                </a:lnTo>
                <a:lnTo>
                  <a:pt x="314" y="211"/>
                </a:lnTo>
                <a:lnTo>
                  <a:pt x="315" y="211"/>
                </a:lnTo>
                <a:lnTo>
                  <a:pt x="316" y="211"/>
                </a:lnTo>
                <a:lnTo>
                  <a:pt x="317" y="211"/>
                </a:lnTo>
                <a:lnTo>
                  <a:pt x="318" y="211"/>
                </a:lnTo>
                <a:lnTo>
                  <a:pt x="318" y="212"/>
                </a:lnTo>
                <a:lnTo>
                  <a:pt x="319" y="212"/>
                </a:lnTo>
                <a:lnTo>
                  <a:pt x="320" y="212"/>
                </a:lnTo>
                <a:lnTo>
                  <a:pt x="321" y="212"/>
                </a:lnTo>
                <a:lnTo>
                  <a:pt x="322" y="212"/>
                </a:lnTo>
                <a:lnTo>
                  <a:pt x="323" y="212"/>
                </a:lnTo>
                <a:lnTo>
                  <a:pt x="324" y="213"/>
                </a:lnTo>
                <a:lnTo>
                  <a:pt x="325" y="213"/>
                </a:lnTo>
                <a:lnTo>
                  <a:pt x="326" y="213"/>
                </a:lnTo>
                <a:lnTo>
                  <a:pt x="327" y="213"/>
                </a:lnTo>
                <a:lnTo>
                  <a:pt x="327" y="214"/>
                </a:lnTo>
                <a:lnTo>
                  <a:pt x="326" y="214"/>
                </a:lnTo>
                <a:lnTo>
                  <a:pt x="325" y="216"/>
                </a:lnTo>
                <a:lnTo>
                  <a:pt x="326" y="216"/>
                </a:lnTo>
                <a:lnTo>
                  <a:pt x="326" y="217"/>
                </a:lnTo>
                <a:lnTo>
                  <a:pt x="326" y="218"/>
                </a:lnTo>
                <a:lnTo>
                  <a:pt x="326" y="219"/>
                </a:lnTo>
                <a:lnTo>
                  <a:pt x="324" y="219"/>
                </a:lnTo>
                <a:lnTo>
                  <a:pt x="323" y="219"/>
                </a:lnTo>
                <a:lnTo>
                  <a:pt x="322" y="219"/>
                </a:lnTo>
                <a:lnTo>
                  <a:pt x="321" y="218"/>
                </a:lnTo>
                <a:lnTo>
                  <a:pt x="319" y="218"/>
                </a:lnTo>
                <a:lnTo>
                  <a:pt x="318" y="218"/>
                </a:lnTo>
                <a:lnTo>
                  <a:pt x="317" y="219"/>
                </a:lnTo>
                <a:lnTo>
                  <a:pt x="318" y="220"/>
                </a:lnTo>
                <a:lnTo>
                  <a:pt x="317" y="221"/>
                </a:lnTo>
                <a:lnTo>
                  <a:pt x="317" y="222"/>
                </a:lnTo>
                <a:lnTo>
                  <a:pt x="317" y="223"/>
                </a:lnTo>
                <a:lnTo>
                  <a:pt x="317" y="224"/>
                </a:lnTo>
                <a:lnTo>
                  <a:pt x="319" y="223"/>
                </a:lnTo>
                <a:lnTo>
                  <a:pt x="319" y="222"/>
                </a:lnTo>
                <a:lnTo>
                  <a:pt x="318" y="221"/>
                </a:lnTo>
                <a:lnTo>
                  <a:pt x="318" y="219"/>
                </a:lnTo>
                <a:lnTo>
                  <a:pt x="319" y="219"/>
                </a:lnTo>
                <a:lnTo>
                  <a:pt x="320" y="219"/>
                </a:lnTo>
                <a:lnTo>
                  <a:pt x="321" y="219"/>
                </a:lnTo>
                <a:lnTo>
                  <a:pt x="321" y="220"/>
                </a:lnTo>
                <a:lnTo>
                  <a:pt x="322" y="220"/>
                </a:lnTo>
                <a:lnTo>
                  <a:pt x="323" y="220"/>
                </a:lnTo>
                <a:lnTo>
                  <a:pt x="324" y="220"/>
                </a:lnTo>
                <a:lnTo>
                  <a:pt x="325" y="220"/>
                </a:lnTo>
                <a:lnTo>
                  <a:pt x="326" y="220"/>
                </a:lnTo>
                <a:lnTo>
                  <a:pt x="327" y="219"/>
                </a:lnTo>
                <a:lnTo>
                  <a:pt x="327" y="218"/>
                </a:lnTo>
                <a:lnTo>
                  <a:pt x="328" y="218"/>
                </a:lnTo>
                <a:lnTo>
                  <a:pt x="329" y="218"/>
                </a:lnTo>
                <a:lnTo>
                  <a:pt x="329" y="219"/>
                </a:lnTo>
                <a:lnTo>
                  <a:pt x="330" y="219"/>
                </a:lnTo>
                <a:lnTo>
                  <a:pt x="330" y="220"/>
                </a:lnTo>
                <a:lnTo>
                  <a:pt x="330" y="221"/>
                </a:lnTo>
                <a:lnTo>
                  <a:pt x="331" y="221"/>
                </a:lnTo>
                <a:lnTo>
                  <a:pt x="330" y="221"/>
                </a:lnTo>
                <a:lnTo>
                  <a:pt x="330" y="222"/>
                </a:lnTo>
                <a:lnTo>
                  <a:pt x="331" y="222"/>
                </a:lnTo>
                <a:lnTo>
                  <a:pt x="332" y="222"/>
                </a:lnTo>
                <a:lnTo>
                  <a:pt x="331" y="222"/>
                </a:lnTo>
                <a:lnTo>
                  <a:pt x="330" y="222"/>
                </a:lnTo>
                <a:lnTo>
                  <a:pt x="330" y="223"/>
                </a:lnTo>
                <a:lnTo>
                  <a:pt x="330" y="225"/>
                </a:lnTo>
                <a:lnTo>
                  <a:pt x="329" y="225"/>
                </a:lnTo>
                <a:lnTo>
                  <a:pt x="329" y="226"/>
                </a:lnTo>
                <a:lnTo>
                  <a:pt x="330" y="227"/>
                </a:lnTo>
                <a:lnTo>
                  <a:pt x="331" y="227"/>
                </a:lnTo>
                <a:lnTo>
                  <a:pt x="332" y="227"/>
                </a:lnTo>
                <a:lnTo>
                  <a:pt x="332" y="228"/>
                </a:lnTo>
                <a:lnTo>
                  <a:pt x="333" y="228"/>
                </a:lnTo>
                <a:lnTo>
                  <a:pt x="332" y="229"/>
                </a:lnTo>
                <a:lnTo>
                  <a:pt x="334" y="229"/>
                </a:lnTo>
                <a:lnTo>
                  <a:pt x="334" y="230"/>
                </a:lnTo>
                <a:lnTo>
                  <a:pt x="333" y="230"/>
                </a:lnTo>
                <a:lnTo>
                  <a:pt x="333" y="231"/>
                </a:lnTo>
                <a:lnTo>
                  <a:pt x="332" y="231"/>
                </a:lnTo>
                <a:lnTo>
                  <a:pt x="332" y="232"/>
                </a:lnTo>
                <a:lnTo>
                  <a:pt x="332" y="233"/>
                </a:lnTo>
                <a:lnTo>
                  <a:pt x="331" y="233"/>
                </a:lnTo>
                <a:lnTo>
                  <a:pt x="331" y="232"/>
                </a:lnTo>
                <a:lnTo>
                  <a:pt x="330" y="232"/>
                </a:lnTo>
                <a:lnTo>
                  <a:pt x="330" y="233"/>
                </a:lnTo>
                <a:lnTo>
                  <a:pt x="329" y="233"/>
                </a:lnTo>
                <a:lnTo>
                  <a:pt x="328" y="234"/>
                </a:lnTo>
                <a:lnTo>
                  <a:pt x="328" y="233"/>
                </a:lnTo>
                <a:lnTo>
                  <a:pt x="327" y="233"/>
                </a:lnTo>
                <a:lnTo>
                  <a:pt x="326" y="233"/>
                </a:lnTo>
                <a:lnTo>
                  <a:pt x="325" y="233"/>
                </a:lnTo>
                <a:lnTo>
                  <a:pt x="324" y="232"/>
                </a:lnTo>
                <a:lnTo>
                  <a:pt x="323" y="232"/>
                </a:lnTo>
                <a:lnTo>
                  <a:pt x="323" y="231"/>
                </a:lnTo>
                <a:lnTo>
                  <a:pt x="322" y="231"/>
                </a:lnTo>
                <a:lnTo>
                  <a:pt x="321" y="231"/>
                </a:lnTo>
                <a:lnTo>
                  <a:pt x="320" y="231"/>
                </a:lnTo>
                <a:lnTo>
                  <a:pt x="319" y="230"/>
                </a:lnTo>
                <a:lnTo>
                  <a:pt x="319" y="229"/>
                </a:lnTo>
                <a:lnTo>
                  <a:pt x="318" y="228"/>
                </a:lnTo>
                <a:lnTo>
                  <a:pt x="317" y="228"/>
                </a:lnTo>
                <a:lnTo>
                  <a:pt x="316" y="229"/>
                </a:lnTo>
                <a:lnTo>
                  <a:pt x="315" y="230"/>
                </a:lnTo>
                <a:lnTo>
                  <a:pt x="316" y="230"/>
                </a:lnTo>
                <a:lnTo>
                  <a:pt x="317" y="230"/>
                </a:lnTo>
                <a:lnTo>
                  <a:pt x="317" y="231"/>
                </a:lnTo>
                <a:lnTo>
                  <a:pt x="318" y="231"/>
                </a:lnTo>
                <a:lnTo>
                  <a:pt x="319" y="231"/>
                </a:lnTo>
                <a:lnTo>
                  <a:pt x="318" y="231"/>
                </a:lnTo>
                <a:lnTo>
                  <a:pt x="318" y="232"/>
                </a:lnTo>
                <a:lnTo>
                  <a:pt x="318" y="233"/>
                </a:lnTo>
                <a:lnTo>
                  <a:pt x="318" y="234"/>
                </a:lnTo>
                <a:lnTo>
                  <a:pt x="319" y="234"/>
                </a:lnTo>
                <a:lnTo>
                  <a:pt x="320" y="234"/>
                </a:lnTo>
                <a:lnTo>
                  <a:pt x="320" y="233"/>
                </a:lnTo>
                <a:lnTo>
                  <a:pt x="321" y="233"/>
                </a:lnTo>
                <a:lnTo>
                  <a:pt x="322" y="234"/>
                </a:lnTo>
                <a:lnTo>
                  <a:pt x="323" y="234"/>
                </a:lnTo>
                <a:lnTo>
                  <a:pt x="325" y="234"/>
                </a:lnTo>
                <a:lnTo>
                  <a:pt x="326" y="235"/>
                </a:lnTo>
                <a:lnTo>
                  <a:pt x="327" y="235"/>
                </a:lnTo>
                <a:lnTo>
                  <a:pt x="327" y="236"/>
                </a:lnTo>
                <a:lnTo>
                  <a:pt x="327" y="237"/>
                </a:lnTo>
                <a:lnTo>
                  <a:pt x="327" y="238"/>
                </a:lnTo>
                <a:lnTo>
                  <a:pt x="328" y="238"/>
                </a:lnTo>
                <a:lnTo>
                  <a:pt x="330" y="238"/>
                </a:lnTo>
                <a:lnTo>
                  <a:pt x="329" y="239"/>
                </a:lnTo>
                <a:lnTo>
                  <a:pt x="329" y="240"/>
                </a:lnTo>
                <a:lnTo>
                  <a:pt x="328" y="240"/>
                </a:lnTo>
                <a:lnTo>
                  <a:pt x="329" y="240"/>
                </a:lnTo>
                <a:lnTo>
                  <a:pt x="329" y="241"/>
                </a:lnTo>
                <a:lnTo>
                  <a:pt x="330" y="241"/>
                </a:lnTo>
                <a:lnTo>
                  <a:pt x="330" y="242"/>
                </a:lnTo>
                <a:lnTo>
                  <a:pt x="331" y="243"/>
                </a:lnTo>
                <a:lnTo>
                  <a:pt x="331" y="244"/>
                </a:lnTo>
                <a:lnTo>
                  <a:pt x="330" y="244"/>
                </a:lnTo>
                <a:lnTo>
                  <a:pt x="330" y="245"/>
                </a:lnTo>
                <a:lnTo>
                  <a:pt x="330" y="246"/>
                </a:lnTo>
                <a:lnTo>
                  <a:pt x="329" y="251"/>
                </a:lnTo>
                <a:lnTo>
                  <a:pt x="328" y="252"/>
                </a:lnTo>
                <a:lnTo>
                  <a:pt x="328" y="253"/>
                </a:lnTo>
                <a:lnTo>
                  <a:pt x="327" y="253"/>
                </a:lnTo>
                <a:lnTo>
                  <a:pt x="328" y="253"/>
                </a:lnTo>
                <a:lnTo>
                  <a:pt x="327" y="253"/>
                </a:lnTo>
                <a:lnTo>
                  <a:pt x="326" y="253"/>
                </a:lnTo>
                <a:lnTo>
                  <a:pt x="326" y="252"/>
                </a:lnTo>
                <a:lnTo>
                  <a:pt x="325" y="252"/>
                </a:lnTo>
                <a:lnTo>
                  <a:pt x="325" y="253"/>
                </a:lnTo>
                <a:lnTo>
                  <a:pt x="325" y="254"/>
                </a:lnTo>
                <a:lnTo>
                  <a:pt x="324" y="254"/>
                </a:lnTo>
                <a:lnTo>
                  <a:pt x="325" y="254"/>
                </a:lnTo>
                <a:lnTo>
                  <a:pt x="324" y="254"/>
                </a:lnTo>
                <a:lnTo>
                  <a:pt x="323" y="254"/>
                </a:lnTo>
                <a:lnTo>
                  <a:pt x="322" y="255"/>
                </a:lnTo>
                <a:lnTo>
                  <a:pt x="321" y="255"/>
                </a:lnTo>
                <a:lnTo>
                  <a:pt x="320" y="255"/>
                </a:lnTo>
                <a:lnTo>
                  <a:pt x="316" y="255"/>
                </a:lnTo>
                <a:lnTo>
                  <a:pt x="315" y="255"/>
                </a:lnTo>
                <a:lnTo>
                  <a:pt x="314" y="255"/>
                </a:lnTo>
                <a:lnTo>
                  <a:pt x="313" y="255"/>
                </a:lnTo>
                <a:lnTo>
                  <a:pt x="313" y="256"/>
                </a:lnTo>
                <a:lnTo>
                  <a:pt x="312" y="257"/>
                </a:lnTo>
                <a:lnTo>
                  <a:pt x="314" y="258"/>
                </a:lnTo>
                <a:lnTo>
                  <a:pt x="316" y="258"/>
                </a:lnTo>
                <a:lnTo>
                  <a:pt x="317" y="258"/>
                </a:lnTo>
                <a:lnTo>
                  <a:pt x="318" y="259"/>
                </a:lnTo>
                <a:lnTo>
                  <a:pt x="319" y="260"/>
                </a:lnTo>
                <a:lnTo>
                  <a:pt x="320" y="263"/>
                </a:lnTo>
                <a:lnTo>
                  <a:pt x="320" y="264"/>
                </a:lnTo>
                <a:lnTo>
                  <a:pt x="321" y="266"/>
                </a:lnTo>
                <a:lnTo>
                  <a:pt x="322" y="267"/>
                </a:lnTo>
                <a:lnTo>
                  <a:pt x="323" y="269"/>
                </a:lnTo>
                <a:lnTo>
                  <a:pt x="323" y="270"/>
                </a:lnTo>
                <a:lnTo>
                  <a:pt x="323" y="271"/>
                </a:lnTo>
                <a:lnTo>
                  <a:pt x="324" y="271"/>
                </a:lnTo>
                <a:lnTo>
                  <a:pt x="325" y="271"/>
                </a:lnTo>
                <a:lnTo>
                  <a:pt x="325" y="272"/>
                </a:lnTo>
                <a:lnTo>
                  <a:pt x="325" y="273"/>
                </a:lnTo>
                <a:lnTo>
                  <a:pt x="326" y="273"/>
                </a:lnTo>
                <a:lnTo>
                  <a:pt x="325" y="273"/>
                </a:lnTo>
                <a:lnTo>
                  <a:pt x="324" y="274"/>
                </a:lnTo>
                <a:lnTo>
                  <a:pt x="325" y="274"/>
                </a:lnTo>
                <a:lnTo>
                  <a:pt x="325" y="275"/>
                </a:lnTo>
                <a:lnTo>
                  <a:pt x="324" y="275"/>
                </a:lnTo>
                <a:lnTo>
                  <a:pt x="324" y="276"/>
                </a:lnTo>
                <a:lnTo>
                  <a:pt x="323" y="275"/>
                </a:lnTo>
                <a:lnTo>
                  <a:pt x="323" y="276"/>
                </a:lnTo>
                <a:lnTo>
                  <a:pt x="322" y="276"/>
                </a:lnTo>
                <a:lnTo>
                  <a:pt x="321" y="276"/>
                </a:lnTo>
                <a:lnTo>
                  <a:pt x="321" y="275"/>
                </a:lnTo>
                <a:lnTo>
                  <a:pt x="321" y="276"/>
                </a:lnTo>
                <a:lnTo>
                  <a:pt x="322" y="277"/>
                </a:lnTo>
                <a:lnTo>
                  <a:pt x="323" y="277"/>
                </a:lnTo>
                <a:lnTo>
                  <a:pt x="324" y="277"/>
                </a:lnTo>
                <a:lnTo>
                  <a:pt x="324" y="278"/>
                </a:lnTo>
                <a:lnTo>
                  <a:pt x="323" y="279"/>
                </a:lnTo>
                <a:lnTo>
                  <a:pt x="323" y="280"/>
                </a:lnTo>
                <a:lnTo>
                  <a:pt x="322" y="282"/>
                </a:lnTo>
                <a:lnTo>
                  <a:pt x="323" y="282"/>
                </a:lnTo>
                <a:lnTo>
                  <a:pt x="323" y="283"/>
                </a:lnTo>
                <a:lnTo>
                  <a:pt x="326" y="284"/>
                </a:lnTo>
                <a:lnTo>
                  <a:pt x="327" y="283"/>
                </a:lnTo>
                <a:lnTo>
                  <a:pt x="328" y="284"/>
                </a:lnTo>
                <a:lnTo>
                  <a:pt x="328" y="285"/>
                </a:lnTo>
                <a:lnTo>
                  <a:pt x="327" y="285"/>
                </a:lnTo>
                <a:lnTo>
                  <a:pt x="326" y="287"/>
                </a:lnTo>
                <a:lnTo>
                  <a:pt x="327" y="287"/>
                </a:lnTo>
                <a:lnTo>
                  <a:pt x="327" y="288"/>
                </a:lnTo>
                <a:lnTo>
                  <a:pt x="326" y="289"/>
                </a:lnTo>
                <a:lnTo>
                  <a:pt x="325" y="289"/>
                </a:lnTo>
                <a:lnTo>
                  <a:pt x="325" y="290"/>
                </a:lnTo>
                <a:lnTo>
                  <a:pt x="325" y="291"/>
                </a:lnTo>
                <a:lnTo>
                  <a:pt x="326" y="291"/>
                </a:lnTo>
                <a:lnTo>
                  <a:pt x="327" y="290"/>
                </a:lnTo>
                <a:lnTo>
                  <a:pt x="328" y="290"/>
                </a:lnTo>
                <a:lnTo>
                  <a:pt x="327" y="290"/>
                </a:lnTo>
                <a:lnTo>
                  <a:pt x="327" y="291"/>
                </a:lnTo>
                <a:lnTo>
                  <a:pt x="328" y="291"/>
                </a:lnTo>
                <a:lnTo>
                  <a:pt x="328" y="290"/>
                </a:lnTo>
                <a:lnTo>
                  <a:pt x="329" y="290"/>
                </a:lnTo>
                <a:lnTo>
                  <a:pt x="329" y="291"/>
                </a:lnTo>
                <a:lnTo>
                  <a:pt x="327" y="292"/>
                </a:lnTo>
                <a:lnTo>
                  <a:pt x="327" y="293"/>
                </a:lnTo>
                <a:lnTo>
                  <a:pt x="327" y="292"/>
                </a:lnTo>
                <a:lnTo>
                  <a:pt x="328" y="293"/>
                </a:lnTo>
                <a:lnTo>
                  <a:pt x="327" y="293"/>
                </a:lnTo>
                <a:lnTo>
                  <a:pt x="327" y="294"/>
                </a:lnTo>
                <a:lnTo>
                  <a:pt x="326" y="294"/>
                </a:lnTo>
                <a:lnTo>
                  <a:pt x="327" y="294"/>
                </a:lnTo>
                <a:lnTo>
                  <a:pt x="327" y="295"/>
                </a:lnTo>
                <a:lnTo>
                  <a:pt x="326" y="296"/>
                </a:lnTo>
                <a:lnTo>
                  <a:pt x="327" y="296"/>
                </a:lnTo>
                <a:lnTo>
                  <a:pt x="326" y="297"/>
                </a:lnTo>
                <a:lnTo>
                  <a:pt x="325" y="297"/>
                </a:lnTo>
                <a:lnTo>
                  <a:pt x="325" y="298"/>
                </a:lnTo>
                <a:lnTo>
                  <a:pt x="325" y="297"/>
                </a:lnTo>
                <a:lnTo>
                  <a:pt x="324" y="297"/>
                </a:lnTo>
                <a:lnTo>
                  <a:pt x="324" y="298"/>
                </a:lnTo>
                <a:lnTo>
                  <a:pt x="325" y="298"/>
                </a:lnTo>
                <a:lnTo>
                  <a:pt x="324" y="298"/>
                </a:lnTo>
                <a:lnTo>
                  <a:pt x="324" y="299"/>
                </a:lnTo>
                <a:lnTo>
                  <a:pt x="325" y="299"/>
                </a:lnTo>
                <a:lnTo>
                  <a:pt x="324" y="300"/>
                </a:lnTo>
                <a:lnTo>
                  <a:pt x="323" y="300"/>
                </a:lnTo>
                <a:lnTo>
                  <a:pt x="322" y="300"/>
                </a:lnTo>
                <a:lnTo>
                  <a:pt x="322" y="301"/>
                </a:lnTo>
                <a:lnTo>
                  <a:pt x="321" y="301"/>
                </a:lnTo>
                <a:lnTo>
                  <a:pt x="321" y="300"/>
                </a:lnTo>
                <a:lnTo>
                  <a:pt x="322" y="299"/>
                </a:lnTo>
                <a:lnTo>
                  <a:pt x="322" y="298"/>
                </a:lnTo>
                <a:lnTo>
                  <a:pt x="321" y="298"/>
                </a:lnTo>
                <a:lnTo>
                  <a:pt x="321" y="299"/>
                </a:lnTo>
                <a:lnTo>
                  <a:pt x="320" y="298"/>
                </a:lnTo>
                <a:lnTo>
                  <a:pt x="321" y="298"/>
                </a:lnTo>
                <a:lnTo>
                  <a:pt x="321" y="297"/>
                </a:lnTo>
                <a:lnTo>
                  <a:pt x="321" y="296"/>
                </a:lnTo>
                <a:lnTo>
                  <a:pt x="321" y="295"/>
                </a:lnTo>
                <a:lnTo>
                  <a:pt x="320" y="294"/>
                </a:lnTo>
                <a:lnTo>
                  <a:pt x="318" y="294"/>
                </a:lnTo>
                <a:lnTo>
                  <a:pt x="318" y="293"/>
                </a:lnTo>
                <a:lnTo>
                  <a:pt x="316" y="293"/>
                </a:lnTo>
                <a:lnTo>
                  <a:pt x="316" y="292"/>
                </a:lnTo>
                <a:lnTo>
                  <a:pt x="315" y="292"/>
                </a:lnTo>
                <a:lnTo>
                  <a:pt x="314" y="292"/>
                </a:lnTo>
                <a:lnTo>
                  <a:pt x="312" y="292"/>
                </a:lnTo>
                <a:lnTo>
                  <a:pt x="311" y="292"/>
                </a:lnTo>
                <a:lnTo>
                  <a:pt x="310" y="292"/>
                </a:lnTo>
                <a:lnTo>
                  <a:pt x="310" y="294"/>
                </a:lnTo>
                <a:lnTo>
                  <a:pt x="310" y="295"/>
                </a:lnTo>
                <a:lnTo>
                  <a:pt x="309" y="295"/>
                </a:lnTo>
                <a:lnTo>
                  <a:pt x="309" y="296"/>
                </a:lnTo>
                <a:lnTo>
                  <a:pt x="309" y="297"/>
                </a:lnTo>
                <a:lnTo>
                  <a:pt x="309" y="298"/>
                </a:lnTo>
                <a:lnTo>
                  <a:pt x="308" y="299"/>
                </a:lnTo>
                <a:lnTo>
                  <a:pt x="307" y="299"/>
                </a:lnTo>
                <a:lnTo>
                  <a:pt x="307" y="300"/>
                </a:lnTo>
                <a:lnTo>
                  <a:pt x="307" y="301"/>
                </a:lnTo>
                <a:lnTo>
                  <a:pt x="306" y="302"/>
                </a:lnTo>
                <a:lnTo>
                  <a:pt x="305" y="302"/>
                </a:lnTo>
                <a:lnTo>
                  <a:pt x="305" y="303"/>
                </a:lnTo>
                <a:lnTo>
                  <a:pt x="305" y="304"/>
                </a:lnTo>
                <a:lnTo>
                  <a:pt x="304" y="305"/>
                </a:lnTo>
                <a:lnTo>
                  <a:pt x="304" y="304"/>
                </a:lnTo>
                <a:lnTo>
                  <a:pt x="303" y="303"/>
                </a:lnTo>
                <a:lnTo>
                  <a:pt x="302" y="303"/>
                </a:lnTo>
                <a:lnTo>
                  <a:pt x="302" y="304"/>
                </a:lnTo>
                <a:lnTo>
                  <a:pt x="302" y="305"/>
                </a:lnTo>
                <a:lnTo>
                  <a:pt x="303" y="305"/>
                </a:lnTo>
                <a:lnTo>
                  <a:pt x="303" y="306"/>
                </a:lnTo>
                <a:lnTo>
                  <a:pt x="302" y="306"/>
                </a:lnTo>
                <a:lnTo>
                  <a:pt x="303" y="307"/>
                </a:lnTo>
                <a:lnTo>
                  <a:pt x="304" y="307"/>
                </a:lnTo>
                <a:lnTo>
                  <a:pt x="304" y="306"/>
                </a:lnTo>
                <a:lnTo>
                  <a:pt x="304" y="307"/>
                </a:lnTo>
                <a:lnTo>
                  <a:pt x="304" y="308"/>
                </a:lnTo>
                <a:lnTo>
                  <a:pt x="303" y="309"/>
                </a:lnTo>
                <a:lnTo>
                  <a:pt x="304" y="309"/>
                </a:lnTo>
                <a:lnTo>
                  <a:pt x="303" y="309"/>
                </a:lnTo>
                <a:lnTo>
                  <a:pt x="303" y="310"/>
                </a:lnTo>
                <a:lnTo>
                  <a:pt x="302" y="309"/>
                </a:lnTo>
                <a:lnTo>
                  <a:pt x="302" y="311"/>
                </a:lnTo>
                <a:lnTo>
                  <a:pt x="302" y="312"/>
                </a:lnTo>
                <a:lnTo>
                  <a:pt x="301" y="312"/>
                </a:lnTo>
                <a:lnTo>
                  <a:pt x="301" y="311"/>
                </a:lnTo>
                <a:lnTo>
                  <a:pt x="300" y="311"/>
                </a:lnTo>
                <a:lnTo>
                  <a:pt x="300" y="312"/>
                </a:lnTo>
                <a:lnTo>
                  <a:pt x="299" y="312"/>
                </a:lnTo>
                <a:lnTo>
                  <a:pt x="299" y="311"/>
                </a:lnTo>
                <a:lnTo>
                  <a:pt x="299" y="310"/>
                </a:lnTo>
                <a:lnTo>
                  <a:pt x="298" y="310"/>
                </a:lnTo>
                <a:lnTo>
                  <a:pt x="297" y="310"/>
                </a:lnTo>
                <a:lnTo>
                  <a:pt x="296" y="309"/>
                </a:lnTo>
                <a:lnTo>
                  <a:pt x="295" y="309"/>
                </a:lnTo>
                <a:lnTo>
                  <a:pt x="295" y="310"/>
                </a:lnTo>
                <a:lnTo>
                  <a:pt x="294" y="310"/>
                </a:lnTo>
                <a:lnTo>
                  <a:pt x="294" y="311"/>
                </a:lnTo>
                <a:lnTo>
                  <a:pt x="294" y="312"/>
                </a:lnTo>
                <a:lnTo>
                  <a:pt x="294" y="313"/>
                </a:lnTo>
                <a:lnTo>
                  <a:pt x="293" y="313"/>
                </a:lnTo>
                <a:lnTo>
                  <a:pt x="293" y="314"/>
                </a:lnTo>
                <a:lnTo>
                  <a:pt x="293" y="315"/>
                </a:lnTo>
                <a:lnTo>
                  <a:pt x="294" y="315"/>
                </a:lnTo>
                <a:lnTo>
                  <a:pt x="295" y="315"/>
                </a:lnTo>
                <a:lnTo>
                  <a:pt x="295" y="316"/>
                </a:lnTo>
                <a:lnTo>
                  <a:pt x="295" y="317"/>
                </a:lnTo>
                <a:lnTo>
                  <a:pt x="294" y="317"/>
                </a:lnTo>
                <a:lnTo>
                  <a:pt x="294" y="318"/>
                </a:lnTo>
                <a:lnTo>
                  <a:pt x="295" y="318"/>
                </a:lnTo>
                <a:lnTo>
                  <a:pt x="295" y="319"/>
                </a:lnTo>
                <a:lnTo>
                  <a:pt x="295" y="318"/>
                </a:lnTo>
                <a:lnTo>
                  <a:pt x="294" y="318"/>
                </a:lnTo>
                <a:lnTo>
                  <a:pt x="294" y="319"/>
                </a:lnTo>
                <a:lnTo>
                  <a:pt x="294" y="318"/>
                </a:lnTo>
                <a:lnTo>
                  <a:pt x="293" y="318"/>
                </a:lnTo>
                <a:lnTo>
                  <a:pt x="293" y="319"/>
                </a:lnTo>
                <a:lnTo>
                  <a:pt x="293" y="318"/>
                </a:lnTo>
                <a:lnTo>
                  <a:pt x="292" y="318"/>
                </a:lnTo>
                <a:lnTo>
                  <a:pt x="292" y="317"/>
                </a:lnTo>
                <a:lnTo>
                  <a:pt x="291" y="317"/>
                </a:lnTo>
                <a:lnTo>
                  <a:pt x="291" y="318"/>
                </a:lnTo>
                <a:lnTo>
                  <a:pt x="290" y="318"/>
                </a:lnTo>
                <a:lnTo>
                  <a:pt x="290" y="319"/>
                </a:lnTo>
                <a:lnTo>
                  <a:pt x="291" y="319"/>
                </a:lnTo>
                <a:lnTo>
                  <a:pt x="291" y="320"/>
                </a:lnTo>
                <a:lnTo>
                  <a:pt x="290" y="320"/>
                </a:lnTo>
                <a:lnTo>
                  <a:pt x="291" y="319"/>
                </a:lnTo>
                <a:lnTo>
                  <a:pt x="290" y="319"/>
                </a:lnTo>
                <a:lnTo>
                  <a:pt x="289" y="319"/>
                </a:lnTo>
                <a:lnTo>
                  <a:pt x="288" y="319"/>
                </a:lnTo>
                <a:lnTo>
                  <a:pt x="288" y="320"/>
                </a:lnTo>
                <a:lnTo>
                  <a:pt x="289" y="320"/>
                </a:lnTo>
                <a:lnTo>
                  <a:pt x="287" y="321"/>
                </a:lnTo>
                <a:lnTo>
                  <a:pt x="286" y="321"/>
                </a:lnTo>
                <a:lnTo>
                  <a:pt x="285" y="322"/>
                </a:lnTo>
                <a:lnTo>
                  <a:pt x="285" y="321"/>
                </a:lnTo>
                <a:lnTo>
                  <a:pt x="283" y="322"/>
                </a:lnTo>
                <a:lnTo>
                  <a:pt x="283" y="321"/>
                </a:lnTo>
                <a:lnTo>
                  <a:pt x="283" y="320"/>
                </a:lnTo>
                <a:lnTo>
                  <a:pt x="282" y="320"/>
                </a:lnTo>
                <a:lnTo>
                  <a:pt x="283" y="320"/>
                </a:lnTo>
                <a:lnTo>
                  <a:pt x="283" y="319"/>
                </a:lnTo>
                <a:lnTo>
                  <a:pt x="283" y="318"/>
                </a:lnTo>
                <a:lnTo>
                  <a:pt x="282" y="318"/>
                </a:lnTo>
                <a:lnTo>
                  <a:pt x="282" y="317"/>
                </a:lnTo>
                <a:lnTo>
                  <a:pt x="281" y="317"/>
                </a:lnTo>
                <a:lnTo>
                  <a:pt x="281" y="316"/>
                </a:lnTo>
                <a:lnTo>
                  <a:pt x="281" y="314"/>
                </a:lnTo>
                <a:lnTo>
                  <a:pt x="281" y="313"/>
                </a:lnTo>
                <a:lnTo>
                  <a:pt x="281" y="312"/>
                </a:lnTo>
                <a:lnTo>
                  <a:pt x="282" y="311"/>
                </a:lnTo>
                <a:lnTo>
                  <a:pt x="282" y="312"/>
                </a:lnTo>
                <a:lnTo>
                  <a:pt x="283" y="312"/>
                </a:lnTo>
                <a:lnTo>
                  <a:pt x="283" y="311"/>
                </a:lnTo>
                <a:lnTo>
                  <a:pt x="284" y="311"/>
                </a:lnTo>
                <a:lnTo>
                  <a:pt x="286" y="309"/>
                </a:lnTo>
                <a:lnTo>
                  <a:pt x="287" y="308"/>
                </a:lnTo>
                <a:lnTo>
                  <a:pt x="287" y="309"/>
                </a:lnTo>
                <a:lnTo>
                  <a:pt x="287" y="308"/>
                </a:lnTo>
                <a:lnTo>
                  <a:pt x="287" y="307"/>
                </a:lnTo>
                <a:lnTo>
                  <a:pt x="287" y="306"/>
                </a:lnTo>
                <a:lnTo>
                  <a:pt x="288" y="306"/>
                </a:lnTo>
                <a:lnTo>
                  <a:pt x="287" y="305"/>
                </a:lnTo>
                <a:lnTo>
                  <a:pt x="287" y="304"/>
                </a:lnTo>
                <a:lnTo>
                  <a:pt x="286" y="304"/>
                </a:lnTo>
                <a:lnTo>
                  <a:pt x="288" y="300"/>
                </a:lnTo>
                <a:lnTo>
                  <a:pt x="289" y="299"/>
                </a:lnTo>
                <a:lnTo>
                  <a:pt x="290" y="299"/>
                </a:lnTo>
                <a:lnTo>
                  <a:pt x="290" y="298"/>
                </a:lnTo>
                <a:lnTo>
                  <a:pt x="290" y="297"/>
                </a:lnTo>
                <a:lnTo>
                  <a:pt x="291" y="296"/>
                </a:lnTo>
                <a:lnTo>
                  <a:pt x="290" y="296"/>
                </a:lnTo>
                <a:lnTo>
                  <a:pt x="290" y="295"/>
                </a:lnTo>
                <a:lnTo>
                  <a:pt x="289" y="294"/>
                </a:lnTo>
                <a:lnTo>
                  <a:pt x="288" y="293"/>
                </a:lnTo>
                <a:lnTo>
                  <a:pt x="288" y="292"/>
                </a:lnTo>
                <a:lnTo>
                  <a:pt x="289" y="291"/>
                </a:lnTo>
                <a:lnTo>
                  <a:pt x="290" y="291"/>
                </a:lnTo>
                <a:lnTo>
                  <a:pt x="290" y="290"/>
                </a:lnTo>
                <a:lnTo>
                  <a:pt x="289" y="291"/>
                </a:lnTo>
                <a:lnTo>
                  <a:pt x="288" y="291"/>
                </a:lnTo>
                <a:lnTo>
                  <a:pt x="288" y="290"/>
                </a:lnTo>
                <a:lnTo>
                  <a:pt x="288" y="289"/>
                </a:lnTo>
                <a:lnTo>
                  <a:pt x="287" y="288"/>
                </a:lnTo>
                <a:lnTo>
                  <a:pt x="287" y="287"/>
                </a:lnTo>
                <a:lnTo>
                  <a:pt x="287" y="286"/>
                </a:lnTo>
                <a:lnTo>
                  <a:pt x="286" y="286"/>
                </a:lnTo>
                <a:lnTo>
                  <a:pt x="285" y="286"/>
                </a:lnTo>
                <a:lnTo>
                  <a:pt x="285" y="287"/>
                </a:lnTo>
                <a:lnTo>
                  <a:pt x="284" y="286"/>
                </a:lnTo>
                <a:lnTo>
                  <a:pt x="285" y="288"/>
                </a:lnTo>
                <a:lnTo>
                  <a:pt x="286" y="288"/>
                </a:lnTo>
                <a:lnTo>
                  <a:pt x="286" y="289"/>
                </a:lnTo>
                <a:lnTo>
                  <a:pt x="285" y="290"/>
                </a:lnTo>
                <a:lnTo>
                  <a:pt x="284" y="290"/>
                </a:lnTo>
                <a:lnTo>
                  <a:pt x="283" y="290"/>
                </a:lnTo>
                <a:lnTo>
                  <a:pt x="283" y="291"/>
                </a:lnTo>
                <a:lnTo>
                  <a:pt x="282" y="291"/>
                </a:lnTo>
                <a:lnTo>
                  <a:pt x="282" y="292"/>
                </a:lnTo>
                <a:lnTo>
                  <a:pt x="282" y="293"/>
                </a:lnTo>
                <a:lnTo>
                  <a:pt x="281" y="294"/>
                </a:lnTo>
                <a:lnTo>
                  <a:pt x="280" y="295"/>
                </a:lnTo>
                <a:lnTo>
                  <a:pt x="281" y="295"/>
                </a:lnTo>
                <a:lnTo>
                  <a:pt x="281" y="296"/>
                </a:lnTo>
                <a:lnTo>
                  <a:pt x="280" y="296"/>
                </a:lnTo>
                <a:lnTo>
                  <a:pt x="280" y="297"/>
                </a:lnTo>
                <a:lnTo>
                  <a:pt x="279" y="297"/>
                </a:lnTo>
                <a:lnTo>
                  <a:pt x="278" y="297"/>
                </a:lnTo>
                <a:lnTo>
                  <a:pt x="277" y="297"/>
                </a:lnTo>
                <a:lnTo>
                  <a:pt x="276" y="297"/>
                </a:lnTo>
                <a:lnTo>
                  <a:pt x="276" y="296"/>
                </a:lnTo>
                <a:lnTo>
                  <a:pt x="275" y="296"/>
                </a:lnTo>
                <a:lnTo>
                  <a:pt x="275" y="297"/>
                </a:lnTo>
                <a:lnTo>
                  <a:pt x="276" y="298"/>
                </a:lnTo>
                <a:lnTo>
                  <a:pt x="277" y="298"/>
                </a:lnTo>
                <a:lnTo>
                  <a:pt x="278" y="298"/>
                </a:lnTo>
                <a:lnTo>
                  <a:pt x="278" y="297"/>
                </a:lnTo>
                <a:lnTo>
                  <a:pt x="279" y="297"/>
                </a:lnTo>
                <a:lnTo>
                  <a:pt x="279" y="298"/>
                </a:lnTo>
                <a:lnTo>
                  <a:pt x="280" y="299"/>
                </a:lnTo>
                <a:lnTo>
                  <a:pt x="280" y="300"/>
                </a:lnTo>
                <a:lnTo>
                  <a:pt x="281" y="301"/>
                </a:lnTo>
                <a:lnTo>
                  <a:pt x="280" y="304"/>
                </a:lnTo>
                <a:lnTo>
                  <a:pt x="279" y="305"/>
                </a:lnTo>
                <a:lnTo>
                  <a:pt x="278" y="305"/>
                </a:lnTo>
                <a:lnTo>
                  <a:pt x="278" y="306"/>
                </a:lnTo>
                <a:lnTo>
                  <a:pt x="278" y="307"/>
                </a:lnTo>
                <a:lnTo>
                  <a:pt x="278" y="308"/>
                </a:lnTo>
                <a:lnTo>
                  <a:pt x="277" y="309"/>
                </a:lnTo>
                <a:lnTo>
                  <a:pt x="278" y="309"/>
                </a:lnTo>
                <a:lnTo>
                  <a:pt x="277" y="311"/>
                </a:lnTo>
                <a:lnTo>
                  <a:pt x="276" y="310"/>
                </a:lnTo>
                <a:lnTo>
                  <a:pt x="275" y="310"/>
                </a:lnTo>
                <a:lnTo>
                  <a:pt x="276" y="310"/>
                </a:lnTo>
                <a:lnTo>
                  <a:pt x="275" y="312"/>
                </a:lnTo>
                <a:lnTo>
                  <a:pt x="271" y="315"/>
                </a:lnTo>
                <a:lnTo>
                  <a:pt x="270" y="314"/>
                </a:lnTo>
                <a:lnTo>
                  <a:pt x="270" y="315"/>
                </a:lnTo>
                <a:lnTo>
                  <a:pt x="269" y="317"/>
                </a:lnTo>
                <a:lnTo>
                  <a:pt x="270" y="317"/>
                </a:lnTo>
                <a:lnTo>
                  <a:pt x="270" y="318"/>
                </a:lnTo>
                <a:lnTo>
                  <a:pt x="270" y="319"/>
                </a:lnTo>
                <a:lnTo>
                  <a:pt x="270" y="322"/>
                </a:lnTo>
                <a:lnTo>
                  <a:pt x="269" y="322"/>
                </a:lnTo>
                <a:lnTo>
                  <a:pt x="269" y="323"/>
                </a:lnTo>
                <a:lnTo>
                  <a:pt x="268" y="324"/>
                </a:lnTo>
                <a:lnTo>
                  <a:pt x="269" y="324"/>
                </a:lnTo>
                <a:lnTo>
                  <a:pt x="269" y="325"/>
                </a:lnTo>
                <a:lnTo>
                  <a:pt x="268" y="326"/>
                </a:lnTo>
                <a:lnTo>
                  <a:pt x="267" y="327"/>
                </a:lnTo>
                <a:lnTo>
                  <a:pt x="266" y="327"/>
                </a:lnTo>
                <a:lnTo>
                  <a:pt x="266" y="328"/>
                </a:lnTo>
                <a:lnTo>
                  <a:pt x="265" y="328"/>
                </a:lnTo>
                <a:lnTo>
                  <a:pt x="265" y="329"/>
                </a:lnTo>
                <a:lnTo>
                  <a:pt x="265" y="330"/>
                </a:lnTo>
                <a:lnTo>
                  <a:pt x="265" y="331"/>
                </a:lnTo>
                <a:lnTo>
                  <a:pt x="264" y="331"/>
                </a:lnTo>
                <a:lnTo>
                  <a:pt x="266" y="332"/>
                </a:lnTo>
                <a:lnTo>
                  <a:pt x="266" y="333"/>
                </a:lnTo>
                <a:lnTo>
                  <a:pt x="265" y="333"/>
                </a:lnTo>
                <a:lnTo>
                  <a:pt x="265" y="334"/>
                </a:lnTo>
                <a:lnTo>
                  <a:pt x="264" y="335"/>
                </a:lnTo>
                <a:lnTo>
                  <a:pt x="264" y="336"/>
                </a:lnTo>
                <a:lnTo>
                  <a:pt x="263" y="336"/>
                </a:lnTo>
                <a:lnTo>
                  <a:pt x="263" y="335"/>
                </a:lnTo>
                <a:lnTo>
                  <a:pt x="262" y="335"/>
                </a:lnTo>
                <a:lnTo>
                  <a:pt x="262" y="334"/>
                </a:lnTo>
                <a:lnTo>
                  <a:pt x="261" y="334"/>
                </a:lnTo>
                <a:lnTo>
                  <a:pt x="259" y="334"/>
                </a:lnTo>
                <a:lnTo>
                  <a:pt x="258" y="335"/>
                </a:lnTo>
                <a:lnTo>
                  <a:pt x="258" y="337"/>
                </a:lnTo>
                <a:lnTo>
                  <a:pt x="257" y="337"/>
                </a:lnTo>
                <a:lnTo>
                  <a:pt x="258" y="337"/>
                </a:lnTo>
                <a:lnTo>
                  <a:pt x="257" y="339"/>
                </a:lnTo>
                <a:lnTo>
                  <a:pt x="256" y="341"/>
                </a:lnTo>
                <a:lnTo>
                  <a:pt x="255" y="341"/>
                </a:lnTo>
                <a:lnTo>
                  <a:pt x="255" y="342"/>
                </a:lnTo>
                <a:lnTo>
                  <a:pt x="254" y="342"/>
                </a:lnTo>
                <a:lnTo>
                  <a:pt x="252" y="344"/>
                </a:lnTo>
                <a:lnTo>
                  <a:pt x="250" y="346"/>
                </a:lnTo>
                <a:lnTo>
                  <a:pt x="250" y="347"/>
                </a:lnTo>
                <a:lnTo>
                  <a:pt x="249" y="347"/>
                </a:lnTo>
                <a:lnTo>
                  <a:pt x="249" y="346"/>
                </a:lnTo>
                <a:lnTo>
                  <a:pt x="248" y="346"/>
                </a:lnTo>
                <a:lnTo>
                  <a:pt x="248" y="347"/>
                </a:lnTo>
                <a:lnTo>
                  <a:pt x="247" y="348"/>
                </a:lnTo>
                <a:lnTo>
                  <a:pt x="247" y="349"/>
                </a:lnTo>
                <a:lnTo>
                  <a:pt x="246" y="350"/>
                </a:lnTo>
                <a:lnTo>
                  <a:pt x="246" y="351"/>
                </a:lnTo>
                <a:lnTo>
                  <a:pt x="246" y="352"/>
                </a:lnTo>
                <a:lnTo>
                  <a:pt x="245" y="352"/>
                </a:lnTo>
                <a:lnTo>
                  <a:pt x="245" y="353"/>
                </a:lnTo>
                <a:lnTo>
                  <a:pt x="247" y="354"/>
                </a:lnTo>
                <a:lnTo>
                  <a:pt x="246" y="354"/>
                </a:lnTo>
                <a:lnTo>
                  <a:pt x="245" y="355"/>
                </a:lnTo>
                <a:lnTo>
                  <a:pt x="244" y="356"/>
                </a:lnTo>
                <a:lnTo>
                  <a:pt x="242" y="355"/>
                </a:lnTo>
                <a:lnTo>
                  <a:pt x="241" y="355"/>
                </a:lnTo>
                <a:lnTo>
                  <a:pt x="240" y="356"/>
                </a:lnTo>
                <a:lnTo>
                  <a:pt x="240" y="357"/>
                </a:lnTo>
                <a:lnTo>
                  <a:pt x="241" y="358"/>
                </a:lnTo>
                <a:lnTo>
                  <a:pt x="241" y="359"/>
                </a:lnTo>
                <a:lnTo>
                  <a:pt x="240" y="362"/>
                </a:lnTo>
                <a:lnTo>
                  <a:pt x="239" y="362"/>
                </a:lnTo>
                <a:lnTo>
                  <a:pt x="240" y="362"/>
                </a:lnTo>
                <a:lnTo>
                  <a:pt x="240" y="363"/>
                </a:lnTo>
                <a:lnTo>
                  <a:pt x="239" y="363"/>
                </a:lnTo>
                <a:lnTo>
                  <a:pt x="238" y="363"/>
                </a:lnTo>
                <a:lnTo>
                  <a:pt x="239" y="364"/>
                </a:lnTo>
                <a:lnTo>
                  <a:pt x="238" y="365"/>
                </a:lnTo>
                <a:lnTo>
                  <a:pt x="237" y="366"/>
                </a:lnTo>
                <a:lnTo>
                  <a:pt x="237" y="365"/>
                </a:lnTo>
                <a:lnTo>
                  <a:pt x="237" y="366"/>
                </a:lnTo>
                <a:lnTo>
                  <a:pt x="236" y="366"/>
                </a:lnTo>
                <a:lnTo>
                  <a:pt x="236" y="367"/>
                </a:lnTo>
                <a:lnTo>
                  <a:pt x="237" y="367"/>
                </a:lnTo>
                <a:lnTo>
                  <a:pt x="237" y="368"/>
                </a:lnTo>
                <a:lnTo>
                  <a:pt x="235" y="369"/>
                </a:lnTo>
                <a:lnTo>
                  <a:pt x="233" y="368"/>
                </a:lnTo>
                <a:lnTo>
                  <a:pt x="233" y="367"/>
                </a:lnTo>
                <a:lnTo>
                  <a:pt x="232" y="367"/>
                </a:lnTo>
                <a:lnTo>
                  <a:pt x="232" y="368"/>
                </a:lnTo>
                <a:lnTo>
                  <a:pt x="233" y="369"/>
                </a:lnTo>
                <a:lnTo>
                  <a:pt x="236" y="371"/>
                </a:lnTo>
                <a:lnTo>
                  <a:pt x="238" y="375"/>
                </a:lnTo>
                <a:lnTo>
                  <a:pt x="238" y="376"/>
                </a:lnTo>
                <a:lnTo>
                  <a:pt x="239" y="376"/>
                </a:lnTo>
                <a:lnTo>
                  <a:pt x="239" y="377"/>
                </a:lnTo>
                <a:lnTo>
                  <a:pt x="238" y="377"/>
                </a:lnTo>
                <a:lnTo>
                  <a:pt x="238" y="376"/>
                </a:lnTo>
                <a:lnTo>
                  <a:pt x="237" y="376"/>
                </a:lnTo>
                <a:lnTo>
                  <a:pt x="236" y="377"/>
                </a:lnTo>
                <a:lnTo>
                  <a:pt x="236" y="378"/>
                </a:lnTo>
                <a:lnTo>
                  <a:pt x="236" y="377"/>
                </a:lnTo>
                <a:lnTo>
                  <a:pt x="237" y="377"/>
                </a:lnTo>
                <a:lnTo>
                  <a:pt x="238" y="377"/>
                </a:lnTo>
                <a:lnTo>
                  <a:pt x="239" y="377"/>
                </a:lnTo>
                <a:lnTo>
                  <a:pt x="239" y="378"/>
                </a:lnTo>
                <a:lnTo>
                  <a:pt x="239" y="379"/>
                </a:lnTo>
                <a:lnTo>
                  <a:pt x="240" y="379"/>
                </a:lnTo>
                <a:lnTo>
                  <a:pt x="241" y="379"/>
                </a:lnTo>
                <a:lnTo>
                  <a:pt x="241" y="380"/>
                </a:lnTo>
                <a:lnTo>
                  <a:pt x="240" y="380"/>
                </a:lnTo>
                <a:lnTo>
                  <a:pt x="240" y="381"/>
                </a:lnTo>
                <a:lnTo>
                  <a:pt x="239" y="381"/>
                </a:lnTo>
                <a:lnTo>
                  <a:pt x="239" y="382"/>
                </a:lnTo>
                <a:lnTo>
                  <a:pt x="238" y="382"/>
                </a:lnTo>
                <a:lnTo>
                  <a:pt x="239" y="382"/>
                </a:lnTo>
                <a:lnTo>
                  <a:pt x="238" y="383"/>
                </a:lnTo>
                <a:lnTo>
                  <a:pt x="238" y="382"/>
                </a:lnTo>
                <a:lnTo>
                  <a:pt x="237" y="382"/>
                </a:lnTo>
                <a:lnTo>
                  <a:pt x="237" y="383"/>
                </a:lnTo>
                <a:lnTo>
                  <a:pt x="237" y="385"/>
                </a:lnTo>
                <a:lnTo>
                  <a:pt x="236" y="385"/>
                </a:lnTo>
                <a:lnTo>
                  <a:pt x="237" y="386"/>
                </a:lnTo>
                <a:lnTo>
                  <a:pt x="236" y="386"/>
                </a:lnTo>
                <a:lnTo>
                  <a:pt x="236" y="387"/>
                </a:lnTo>
                <a:lnTo>
                  <a:pt x="237" y="387"/>
                </a:lnTo>
                <a:lnTo>
                  <a:pt x="237" y="388"/>
                </a:lnTo>
                <a:lnTo>
                  <a:pt x="237" y="389"/>
                </a:lnTo>
                <a:lnTo>
                  <a:pt x="237" y="390"/>
                </a:lnTo>
                <a:lnTo>
                  <a:pt x="237" y="391"/>
                </a:lnTo>
                <a:lnTo>
                  <a:pt x="236" y="391"/>
                </a:lnTo>
                <a:lnTo>
                  <a:pt x="235" y="391"/>
                </a:lnTo>
                <a:lnTo>
                  <a:pt x="234" y="391"/>
                </a:lnTo>
                <a:lnTo>
                  <a:pt x="234" y="390"/>
                </a:lnTo>
                <a:lnTo>
                  <a:pt x="235" y="390"/>
                </a:lnTo>
                <a:lnTo>
                  <a:pt x="235" y="389"/>
                </a:lnTo>
                <a:lnTo>
                  <a:pt x="234" y="389"/>
                </a:lnTo>
                <a:lnTo>
                  <a:pt x="234" y="388"/>
                </a:lnTo>
                <a:lnTo>
                  <a:pt x="233" y="388"/>
                </a:lnTo>
                <a:lnTo>
                  <a:pt x="233" y="389"/>
                </a:lnTo>
                <a:lnTo>
                  <a:pt x="232" y="389"/>
                </a:lnTo>
                <a:lnTo>
                  <a:pt x="231" y="389"/>
                </a:lnTo>
                <a:lnTo>
                  <a:pt x="231" y="388"/>
                </a:lnTo>
                <a:lnTo>
                  <a:pt x="230" y="388"/>
                </a:lnTo>
                <a:lnTo>
                  <a:pt x="230" y="387"/>
                </a:lnTo>
                <a:lnTo>
                  <a:pt x="229" y="387"/>
                </a:lnTo>
                <a:lnTo>
                  <a:pt x="228" y="387"/>
                </a:lnTo>
                <a:lnTo>
                  <a:pt x="227" y="387"/>
                </a:lnTo>
                <a:lnTo>
                  <a:pt x="228" y="388"/>
                </a:lnTo>
                <a:lnTo>
                  <a:pt x="229" y="388"/>
                </a:lnTo>
                <a:lnTo>
                  <a:pt x="228" y="388"/>
                </a:lnTo>
                <a:lnTo>
                  <a:pt x="227" y="388"/>
                </a:lnTo>
                <a:lnTo>
                  <a:pt x="227" y="389"/>
                </a:lnTo>
                <a:lnTo>
                  <a:pt x="228" y="390"/>
                </a:lnTo>
                <a:lnTo>
                  <a:pt x="228" y="389"/>
                </a:lnTo>
                <a:lnTo>
                  <a:pt x="229" y="389"/>
                </a:lnTo>
                <a:lnTo>
                  <a:pt x="229" y="390"/>
                </a:lnTo>
                <a:lnTo>
                  <a:pt x="228" y="391"/>
                </a:lnTo>
                <a:lnTo>
                  <a:pt x="227" y="391"/>
                </a:lnTo>
                <a:lnTo>
                  <a:pt x="227" y="392"/>
                </a:lnTo>
                <a:lnTo>
                  <a:pt x="226" y="393"/>
                </a:lnTo>
                <a:lnTo>
                  <a:pt x="227" y="393"/>
                </a:lnTo>
                <a:lnTo>
                  <a:pt x="227" y="394"/>
                </a:lnTo>
                <a:lnTo>
                  <a:pt x="227" y="393"/>
                </a:lnTo>
                <a:lnTo>
                  <a:pt x="226" y="393"/>
                </a:lnTo>
                <a:lnTo>
                  <a:pt x="226" y="394"/>
                </a:lnTo>
                <a:lnTo>
                  <a:pt x="225" y="394"/>
                </a:lnTo>
                <a:lnTo>
                  <a:pt x="225" y="393"/>
                </a:lnTo>
                <a:lnTo>
                  <a:pt x="225" y="394"/>
                </a:lnTo>
                <a:lnTo>
                  <a:pt x="226" y="395"/>
                </a:lnTo>
                <a:lnTo>
                  <a:pt x="227" y="394"/>
                </a:lnTo>
                <a:lnTo>
                  <a:pt x="227" y="395"/>
                </a:lnTo>
                <a:lnTo>
                  <a:pt x="227" y="396"/>
                </a:lnTo>
                <a:lnTo>
                  <a:pt x="228" y="396"/>
                </a:lnTo>
                <a:lnTo>
                  <a:pt x="228" y="395"/>
                </a:lnTo>
                <a:lnTo>
                  <a:pt x="229" y="395"/>
                </a:lnTo>
                <a:lnTo>
                  <a:pt x="229" y="396"/>
                </a:lnTo>
                <a:lnTo>
                  <a:pt x="228" y="397"/>
                </a:lnTo>
                <a:lnTo>
                  <a:pt x="227" y="397"/>
                </a:lnTo>
                <a:lnTo>
                  <a:pt x="227" y="398"/>
                </a:lnTo>
                <a:lnTo>
                  <a:pt x="228" y="398"/>
                </a:lnTo>
                <a:lnTo>
                  <a:pt x="228" y="397"/>
                </a:lnTo>
                <a:lnTo>
                  <a:pt x="229" y="397"/>
                </a:lnTo>
                <a:lnTo>
                  <a:pt x="230" y="398"/>
                </a:lnTo>
                <a:lnTo>
                  <a:pt x="229" y="398"/>
                </a:lnTo>
                <a:lnTo>
                  <a:pt x="228" y="398"/>
                </a:lnTo>
                <a:lnTo>
                  <a:pt x="228" y="399"/>
                </a:lnTo>
                <a:lnTo>
                  <a:pt x="228" y="400"/>
                </a:lnTo>
                <a:lnTo>
                  <a:pt x="227" y="400"/>
                </a:lnTo>
                <a:lnTo>
                  <a:pt x="226" y="400"/>
                </a:lnTo>
                <a:lnTo>
                  <a:pt x="225" y="400"/>
                </a:lnTo>
                <a:lnTo>
                  <a:pt x="226" y="401"/>
                </a:lnTo>
                <a:lnTo>
                  <a:pt x="226" y="402"/>
                </a:lnTo>
                <a:lnTo>
                  <a:pt x="225" y="402"/>
                </a:lnTo>
                <a:lnTo>
                  <a:pt x="225" y="403"/>
                </a:lnTo>
                <a:lnTo>
                  <a:pt x="226" y="403"/>
                </a:lnTo>
                <a:lnTo>
                  <a:pt x="227" y="403"/>
                </a:lnTo>
                <a:lnTo>
                  <a:pt x="227" y="404"/>
                </a:lnTo>
                <a:lnTo>
                  <a:pt x="226" y="404"/>
                </a:lnTo>
                <a:lnTo>
                  <a:pt x="226" y="405"/>
                </a:lnTo>
                <a:lnTo>
                  <a:pt x="227" y="405"/>
                </a:lnTo>
                <a:lnTo>
                  <a:pt x="226" y="405"/>
                </a:lnTo>
                <a:lnTo>
                  <a:pt x="225" y="405"/>
                </a:lnTo>
                <a:lnTo>
                  <a:pt x="225" y="406"/>
                </a:lnTo>
                <a:lnTo>
                  <a:pt x="225" y="407"/>
                </a:lnTo>
                <a:lnTo>
                  <a:pt x="226" y="407"/>
                </a:lnTo>
                <a:lnTo>
                  <a:pt x="226" y="408"/>
                </a:lnTo>
                <a:lnTo>
                  <a:pt x="225" y="409"/>
                </a:lnTo>
                <a:lnTo>
                  <a:pt x="224" y="409"/>
                </a:lnTo>
                <a:lnTo>
                  <a:pt x="223" y="409"/>
                </a:lnTo>
                <a:lnTo>
                  <a:pt x="223" y="410"/>
                </a:lnTo>
                <a:lnTo>
                  <a:pt x="222" y="410"/>
                </a:lnTo>
                <a:lnTo>
                  <a:pt x="222" y="411"/>
                </a:lnTo>
                <a:lnTo>
                  <a:pt x="221" y="411"/>
                </a:lnTo>
                <a:lnTo>
                  <a:pt x="221" y="410"/>
                </a:lnTo>
                <a:lnTo>
                  <a:pt x="220" y="410"/>
                </a:lnTo>
                <a:lnTo>
                  <a:pt x="220" y="409"/>
                </a:lnTo>
                <a:lnTo>
                  <a:pt x="221" y="409"/>
                </a:lnTo>
                <a:lnTo>
                  <a:pt x="221" y="408"/>
                </a:lnTo>
                <a:lnTo>
                  <a:pt x="220" y="408"/>
                </a:lnTo>
                <a:lnTo>
                  <a:pt x="220" y="407"/>
                </a:lnTo>
                <a:lnTo>
                  <a:pt x="220" y="406"/>
                </a:lnTo>
                <a:lnTo>
                  <a:pt x="220" y="405"/>
                </a:lnTo>
                <a:lnTo>
                  <a:pt x="220" y="406"/>
                </a:lnTo>
                <a:lnTo>
                  <a:pt x="219" y="406"/>
                </a:lnTo>
                <a:lnTo>
                  <a:pt x="219" y="407"/>
                </a:lnTo>
                <a:lnTo>
                  <a:pt x="219" y="406"/>
                </a:lnTo>
                <a:lnTo>
                  <a:pt x="218" y="406"/>
                </a:lnTo>
                <a:lnTo>
                  <a:pt x="218" y="407"/>
                </a:lnTo>
                <a:lnTo>
                  <a:pt x="217" y="407"/>
                </a:lnTo>
                <a:lnTo>
                  <a:pt x="217" y="408"/>
                </a:lnTo>
                <a:lnTo>
                  <a:pt x="217" y="409"/>
                </a:lnTo>
                <a:lnTo>
                  <a:pt x="218" y="409"/>
                </a:lnTo>
                <a:lnTo>
                  <a:pt x="218" y="410"/>
                </a:lnTo>
                <a:lnTo>
                  <a:pt x="218" y="411"/>
                </a:lnTo>
                <a:lnTo>
                  <a:pt x="217" y="411"/>
                </a:lnTo>
                <a:lnTo>
                  <a:pt x="217" y="410"/>
                </a:lnTo>
                <a:lnTo>
                  <a:pt x="216" y="410"/>
                </a:lnTo>
                <a:lnTo>
                  <a:pt x="216" y="409"/>
                </a:lnTo>
                <a:lnTo>
                  <a:pt x="215" y="408"/>
                </a:lnTo>
                <a:lnTo>
                  <a:pt x="215" y="407"/>
                </a:lnTo>
                <a:lnTo>
                  <a:pt x="215" y="406"/>
                </a:lnTo>
                <a:lnTo>
                  <a:pt x="215" y="405"/>
                </a:lnTo>
                <a:lnTo>
                  <a:pt x="216" y="404"/>
                </a:lnTo>
                <a:lnTo>
                  <a:pt x="215" y="404"/>
                </a:lnTo>
                <a:lnTo>
                  <a:pt x="214" y="403"/>
                </a:lnTo>
                <a:lnTo>
                  <a:pt x="214" y="402"/>
                </a:lnTo>
                <a:lnTo>
                  <a:pt x="215" y="402"/>
                </a:lnTo>
                <a:lnTo>
                  <a:pt x="216" y="402"/>
                </a:lnTo>
                <a:lnTo>
                  <a:pt x="217" y="402"/>
                </a:lnTo>
                <a:lnTo>
                  <a:pt x="217" y="401"/>
                </a:lnTo>
                <a:lnTo>
                  <a:pt x="216" y="401"/>
                </a:lnTo>
                <a:lnTo>
                  <a:pt x="215" y="400"/>
                </a:lnTo>
                <a:lnTo>
                  <a:pt x="215" y="399"/>
                </a:lnTo>
                <a:lnTo>
                  <a:pt x="215" y="398"/>
                </a:lnTo>
                <a:lnTo>
                  <a:pt x="214" y="397"/>
                </a:lnTo>
                <a:lnTo>
                  <a:pt x="214" y="396"/>
                </a:lnTo>
                <a:lnTo>
                  <a:pt x="214" y="397"/>
                </a:lnTo>
                <a:lnTo>
                  <a:pt x="213" y="397"/>
                </a:lnTo>
                <a:lnTo>
                  <a:pt x="213" y="396"/>
                </a:lnTo>
                <a:lnTo>
                  <a:pt x="212" y="395"/>
                </a:lnTo>
                <a:lnTo>
                  <a:pt x="212" y="394"/>
                </a:lnTo>
                <a:lnTo>
                  <a:pt x="211" y="394"/>
                </a:lnTo>
                <a:lnTo>
                  <a:pt x="211" y="393"/>
                </a:lnTo>
                <a:lnTo>
                  <a:pt x="210" y="393"/>
                </a:lnTo>
                <a:lnTo>
                  <a:pt x="210" y="392"/>
                </a:lnTo>
                <a:lnTo>
                  <a:pt x="210" y="391"/>
                </a:lnTo>
                <a:lnTo>
                  <a:pt x="209" y="391"/>
                </a:lnTo>
                <a:lnTo>
                  <a:pt x="209" y="390"/>
                </a:lnTo>
                <a:lnTo>
                  <a:pt x="210" y="390"/>
                </a:lnTo>
                <a:lnTo>
                  <a:pt x="210" y="389"/>
                </a:lnTo>
                <a:lnTo>
                  <a:pt x="210" y="387"/>
                </a:lnTo>
                <a:lnTo>
                  <a:pt x="209" y="387"/>
                </a:lnTo>
                <a:lnTo>
                  <a:pt x="208" y="387"/>
                </a:lnTo>
                <a:lnTo>
                  <a:pt x="207" y="387"/>
                </a:lnTo>
                <a:lnTo>
                  <a:pt x="207" y="386"/>
                </a:lnTo>
                <a:lnTo>
                  <a:pt x="207" y="387"/>
                </a:lnTo>
                <a:lnTo>
                  <a:pt x="206" y="387"/>
                </a:lnTo>
                <a:lnTo>
                  <a:pt x="206" y="388"/>
                </a:lnTo>
                <a:lnTo>
                  <a:pt x="205" y="388"/>
                </a:lnTo>
                <a:lnTo>
                  <a:pt x="205" y="387"/>
                </a:lnTo>
                <a:lnTo>
                  <a:pt x="204" y="387"/>
                </a:lnTo>
                <a:lnTo>
                  <a:pt x="204" y="388"/>
                </a:lnTo>
                <a:lnTo>
                  <a:pt x="203" y="388"/>
                </a:lnTo>
                <a:lnTo>
                  <a:pt x="202" y="387"/>
                </a:lnTo>
                <a:lnTo>
                  <a:pt x="202" y="386"/>
                </a:lnTo>
                <a:lnTo>
                  <a:pt x="201" y="386"/>
                </a:lnTo>
                <a:lnTo>
                  <a:pt x="202" y="386"/>
                </a:lnTo>
                <a:lnTo>
                  <a:pt x="202" y="385"/>
                </a:lnTo>
                <a:lnTo>
                  <a:pt x="202" y="384"/>
                </a:lnTo>
                <a:lnTo>
                  <a:pt x="201" y="383"/>
                </a:lnTo>
                <a:lnTo>
                  <a:pt x="201" y="384"/>
                </a:lnTo>
                <a:lnTo>
                  <a:pt x="200" y="384"/>
                </a:lnTo>
                <a:lnTo>
                  <a:pt x="199" y="384"/>
                </a:lnTo>
                <a:lnTo>
                  <a:pt x="199" y="385"/>
                </a:lnTo>
                <a:lnTo>
                  <a:pt x="198" y="385"/>
                </a:lnTo>
                <a:lnTo>
                  <a:pt x="197" y="385"/>
                </a:lnTo>
                <a:lnTo>
                  <a:pt x="197" y="384"/>
                </a:lnTo>
                <a:lnTo>
                  <a:pt x="196" y="384"/>
                </a:lnTo>
                <a:lnTo>
                  <a:pt x="195" y="384"/>
                </a:lnTo>
                <a:lnTo>
                  <a:pt x="195" y="385"/>
                </a:lnTo>
                <a:lnTo>
                  <a:pt x="194" y="385"/>
                </a:lnTo>
                <a:lnTo>
                  <a:pt x="193" y="385"/>
                </a:lnTo>
                <a:lnTo>
                  <a:pt x="193" y="384"/>
                </a:lnTo>
                <a:lnTo>
                  <a:pt x="193" y="385"/>
                </a:lnTo>
                <a:lnTo>
                  <a:pt x="192" y="385"/>
                </a:lnTo>
                <a:lnTo>
                  <a:pt x="191" y="385"/>
                </a:lnTo>
                <a:lnTo>
                  <a:pt x="190" y="385"/>
                </a:lnTo>
                <a:lnTo>
                  <a:pt x="190" y="386"/>
                </a:lnTo>
                <a:lnTo>
                  <a:pt x="191" y="386"/>
                </a:lnTo>
                <a:lnTo>
                  <a:pt x="191" y="387"/>
                </a:lnTo>
                <a:lnTo>
                  <a:pt x="190" y="388"/>
                </a:lnTo>
                <a:lnTo>
                  <a:pt x="188" y="387"/>
                </a:lnTo>
                <a:lnTo>
                  <a:pt x="187" y="388"/>
                </a:lnTo>
                <a:lnTo>
                  <a:pt x="187" y="389"/>
                </a:lnTo>
                <a:lnTo>
                  <a:pt x="186" y="390"/>
                </a:lnTo>
                <a:lnTo>
                  <a:pt x="185" y="390"/>
                </a:lnTo>
                <a:lnTo>
                  <a:pt x="185" y="391"/>
                </a:lnTo>
                <a:lnTo>
                  <a:pt x="184" y="392"/>
                </a:lnTo>
                <a:lnTo>
                  <a:pt x="183" y="392"/>
                </a:lnTo>
                <a:lnTo>
                  <a:pt x="183" y="393"/>
                </a:lnTo>
                <a:lnTo>
                  <a:pt x="182" y="393"/>
                </a:lnTo>
                <a:lnTo>
                  <a:pt x="181" y="393"/>
                </a:lnTo>
                <a:lnTo>
                  <a:pt x="181" y="392"/>
                </a:lnTo>
                <a:lnTo>
                  <a:pt x="179" y="391"/>
                </a:lnTo>
                <a:lnTo>
                  <a:pt x="179" y="390"/>
                </a:lnTo>
                <a:lnTo>
                  <a:pt x="178" y="389"/>
                </a:lnTo>
                <a:lnTo>
                  <a:pt x="177" y="389"/>
                </a:lnTo>
                <a:lnTo>
                  <a:pt x="177" y="390"/>
                </a:lnTo>
                <a:lnTo>
                  <a:pt x="176" y="390"/>
                </a:lnTo>
                <a:lnTo>
                  <a:pt x="175" y="390"/>
                </a:lnTo>
                <a:lnTo>
                  <a:pt x="174" y="391"/>
                </a:lnTo>
                <a:lnTo>
                  <a:pt x="175" y="391"/>
                </a:lnTo>
                <a:lnTo>
                  <a:pt x="174" y="392"/>
                </a:lnTo>
                <a:lnTo>
                  <a:pt x="174" y="393"/>
                </a:lnTo>
                <a:lnTo>
                  <a:pt x="173" y="393"/>
                </a:lnTo>
                <a:lnTo>
                  <a:pt x="173" y="394"/>
                </a:lnTo>
                <a:lnTo>
                  <a:pt x="173" y="395"/>
                </a:lnTo>
                <a:lnTo>
                  <a:pt x="173" y="396"/>
                </a:lnTo>
                <a:lnTo>
                  <a:pt x="171" y="396"/>
                </a:lnTo>
                <a:lnTo>
                  <a:pt x="171" y="395"/>
                </a:lnTo>
                <a:lnTo>
                  <a:pt x="170" y="395"/>
                </a:lnTo>
                <a:lnTo>
                  <a:pt x="169" y="396"/>
                </a:lnTo>
                <a:lnTo>
                  <a:pt x="168" y="396"/>
                </a:lnTo>
                <a:lnTo>
                  <a:pt x="167" y="396"/>
                </a:lnTo>
                <a:lnTo>
                  <a:pt x="167" y="397"/>
                </a:lnTo>
                <a:lnTo>
                  <a:pt x="166" y="397"/>
                </a:lnTo>
                <a:lnTo>
                  <a:pt x="166" y="396"/>
                </a:lnTo>
                <a:lnTo>
                  <a:pt x="167" y="396"/>
                </a:lnTo>
                <a:lnTo>
                  <a:pt x="166" y="396"/>
                </a:lnTo>
                <a:lnTo>
                  <a:pt x="165" y="396"/>
                </a:lnTo>
                <a:lnTo>
                  <a:pt x="165" y="395"/>
                </a:lnTo>
                <a:lnTo>
                  <a:pt x="164" y="395"/>
                </a:lnTo>
                <a:lnTo>
                  <a:pt x="163" y="396"/>
                </a:lnTo>
                <a:lnTo>
                  <a:pt x="164" y="396"/>
                </a:lnTo>
                <a:lnTo>
                  <a:pt x="164" y="397"/>
                </a:lnTo>
                <a:lnTo>
                  <a:pt x="163" y="397"/>
                </a:lnTo>
                <a:lnTo>
                  <a:pt x="162" y="397"/>
                </a:lnTo>
                <a:lnTo>
                  <a:pt x="162" y="398"/>
                </a:lnTo>
                <a:lnTo>
                  <a:pt x="161" y="397"/>
                </a:lnTo>
                <a:lnTo>
                  <a:pt x="160" y="396"/>
                </a:lnTo>
                <a:lnTo>
                  <a:pt x="160" y="397"/>
                </a:lnTo>
                <a:lnTo>
                  <a:pt x="159" y="397"/>
                </a:lnTo>
                <a:lnTo>
                  <a:pt x="158" y="397"/>
                </a:lnTo>
                <a:lnTo>
                  <a:pt x="158" y="396"/>
                </a:lnTo>
                <a:lnTo>
                  <a:pt x="158" y="394"/>
                </a:lnTo>
                <a:lnTo>
                  <a:pt x="158" y="395"/>
                </a:lnTo>
                <a:lnTo>
                  <a:pt x="159" y="395"/>
                </a:lnTo>
                <a:lnTo>
                  <a:pt x="159" y="394"/>
                </a:lnTo>
                <a:lnTo>
                  <a:pt x="158" y="394"/>
                </a:lnTo>
                <a:lnTo>
                  <a:pt x="158" y="393"/>
                </a:lnTo>
                <a:lnTo>
                  <a:pt x="157" y="393"/>
                </a:lnTo>
                <a:lnTo>
                  <a:pt x="158" y="393"/>
                </a:lnTo>
                <a:lnTo>
                  <a:pt x="157" y="392"/>
                </a:lnTo>
                <a:lnTo>
                  <a:pt x="156" y="392"/>
                </a:lnTo>
                <a:lnTo>
                  <a:pt x="156" y="391"/>
                </a:lnTo>
                <a:lnTo>
                  <a:pt x="155" y="391"/>
                </a:lnTo>
                <a:lnTo>
                  <a:pt x="155" y="390"/>
                </a:lnTo>
                <a:lnTo>
                  <a:pt x="156" y="390"/>
                </a:lnTo>
                <a:lnTo>
                  <a:pt x="156" y="389"/>
                </a:lnTo>
                <a:lnTo>
                  <a:pt x="155" y="389"/>
                </a:lnTo>
                <a:lnTo>
                  <a:pt x="155" y="390"/>
                </a:lnTo>
                <a:lnTo>
                  <a:pt x="155" y="389"/>
                </a:lnTo>
                <a:lnTo>
                  <a:pt x="155" y="388"/>
                </a:lnTo>
                <a:lnTo>
                  <a:pt x="154" y="388"/>
                </a:lnTo>
                <a:lnTo>
                  <a:pt x="154" y="387"/>
                </a:lnTo>
                <a:lnTo>
                  <a:pt x="153" y="387"/>
                </a:lnTo>
                <a:lnTo>
                  <a:pt x="152" y="387"/>
                </a:lnTo>
                <a:lnTo>
                  <a:pt x="152" y="386"/>
                </a:lnTo>
                <a:lnTo>
                  <a:pt x="152" y="385"/>
                </a:lnTo>
                <a:lnTo>
                  <a:pt x="151" y="384"/>
                </a:lnTo>
                <a:lnTo>
                  <a:pt x="150" y="384"/>
                </a:lnTo>
                <a:lnTo>
                  <a:pt x="150" y="383"/>
                </a:lnTo>
                <a:lnTo>
                  <a:pt x="151" y="383"/>
                </a:lnTo>
                <a:lnTo>
                  <a:pt x="152" y="382"/>
                </a:lnTo>
                <a:lnTo>
                  <a:pt x="152" y="381"/>
                </a:lnTo>
                <a:lnTo>
                  <a:pt x="152" y="380"/>
                </a:lnTo>
                <a:lnTo>
                  <a:pt x="152" y="379"/>
                </a:lnTo>
                <a:lnTo>
                  <a:pt x="152" y="378"/>
                </a:lnTo>
                <a:lnTo>
                  <a:pt x="152" y="377"/>
                </a:lnTo>
                <a:lnTo>
                  <a:pt x="152" y="376"/>
                </a:lnTo>
                <a:lnTo>
                  <a:pt x="152" y="375"/>
                </a:lnTo>
                <a:lnTo>
                  <a:pt x="151" y="375"/>
                </a:lnTo>
                <a:lnTo>
                  <a:pt x="151" y="374"/>
                </a:lnTo>
                <a:lnTo>
                  <a:pt x="150" y="373"/>
                </a:lnTo>
                <a:lnTo>
                  <a:pt x="149" y="373"/>
                </a:lnTo>
                <a:lnTo>
                  <a:pt x="148" y="373"/>
                </a:lnTo>
                <a:lnTo>
                  <a:pt x="148" y="372"/>
                </a:lnTo>
                <a:lnTo>
                  <a:pt x="148" y="371"/>
                </a:lnTo>
                <a:lnTo>
                  <a:pt x="149" y="371"/>
                </a:lnTo>
                <a:lnTo>
                  <a:pt x="149" y="370"/>
                </a:lnTo>
                <a:lnTo>
                  <a:pt x="149" y="369"/>
                </a:lnTo>
                <a:lnTo>
                  <a:pt x="148" y="369"/>
                </a:lnTo>
                <a:lnTo>
                  <a:pt x="147" y="369"/>
                </a:lnTo>
                <a:lnTo>
                  <a:pt x="146" y="369"/>
                </a:lnTo>
                <a:lnTo>
                  <a:pt x="146" y="368"/>
                </a:lnTo>
                <a:lnTo>
                  <a:pt x="146" y="369"/>
                </a:lnTo>
                <a:lnTo>
                  <a:pt x="145" y="369"/>
                </a:lnTo>
                <a:lnTo>
                  <a:pt x="145" y="368"/>
                </a:lnTo>
                <a:lnTo>
                  <a:pt x="145" y="367"/>
                </a:lnTo>
                <a:lnTo>
                  <a:pt x="145" y="366"/>
                </a:lnTo>
                <a:lnTo>
                  <a:pt x="145" y="365"/>
                </a:lnTo>
                <a:lnTo>
                  <a:pt x="145" y="364"/>
                </a:lnTo>
                <a:lnTo>
                  <a:pt x="146" y="364"/>
                </a:lnTo>
                <a:lnTo>
                  <a:pt x="146" y="363"/>
                </a:lnTo>
                <a:lnTo>
                  <a:pt x="147" y="363"/>
                </a:lnTo>
                <a:lnTo>
                  <a:pt x="147" y="362"/>
                </a:lnTo>
                <a:lnTo>
                  <a:pt x="146" y="362"/>
                </a:lnTo>
                <a:lnTo>
                  <a:pt x="146" y="361"/>
                </a:lnTo>
                <a:lnTo>
                  <a:pt x="146" y="360"/>
                </a:lnTo>
                <a:lnTo>
                  <a:pt x="145" y="359"/>
                </a:lnTo>
                <a:lnTo>
                  <a:pt x="144" y="359"/>
                </a:lnTo>
                <a:lnTo>
                  <a:pt x="143" y="359"/>
                </a:lnTo>
                <a:lnTo>
                  <a:pt x="142" y="359"/>
                </a:lnTo>
                <a:lnTo>
                  <a:pt x="142" y="360"/>
                </a:lnTo>
                <a:lnTo>
                  <a:pt x="141" y="360"/>
                </a:lnTo>
                <a:lnTo>
                  <a:pt x="140" y="359"/>
                </a:lnTo>
                <a:lnTo>
                  <a:pt x="140" y="360"/>
                </a:lnTo>
                <a:lnTo>
                  <a:pt x="139" y="360"/>
                </a:lnTo>
                <a:lnTo>
                  <a:pt x="138" y="360"/>
                </a:lnTo>
                <a:lnTo>
                  <a:pt x="138" y="359"/>
                </a:lnTo>
                <a:lnTo>
                  <a:pt x="137" y="359"/>
                </a:lnTo>
                <a:lnTo>
                  <a:pt x="137" y="360"/>
                </a:lnTo>
                <a:lnTo>
                  <a:pt x="137" y="361"/>
                </a:lnTo>
                <a:lnTo>
                  <a:pt x="136" y="361"/>
                </a:lnTo>
                <a:lnTo>
                  <a:pt x="136" y="360"/>
                </a:lnTo>
                <a:lnTo>
                  <a:pt x="135" y="361"/>
                </a:lnTo>
                <a:lnTo>
                  <a:pt x="135" y="362"/>
                </a:lnTo>
                <a:lnTo>
                  <a:pt x="135" y="361"/>
                </a:lnTo>
                <a:lnTo>
                  <a:pt x="134" y="361"/>
                </a:lnTo>
                <a:lnTo>
                  <a:pt x="134" y="362"/>
                </a:lnTo>
                <a:lnTo>
                  <a:pt x="133" y="362"/>
                </a:lnTo>
                <a:lnTo>
                  <a:pt x="133" y="363"/>
                </a:lnTo>
                <a:lnTo>
                  <a:pt x="133" y="364"/>
                </a:lnTo>
                <a:lnTo>
                  <a:pt x="133" y="365"/>
                </a:lnTo>
                <a:lnTo>
                  <a:pt x="134" y="365"/>
                </a:lnTo>
                <a:lnTo>
                  <a:pt x="134" y="366"/>
                </a:lnTo>
                <a:lnTo>
                  <a:pt x="133" y="366"/>
                </a:lnTo>
                <a:lnTo>
                  <a:pt x="132" y="367"/>
                </a:lnTo>
                <a:lnTo>
                  <a:pt x="133" y="368"/>
                </a:lnTo>
                <a:lnTo>
                  <a:pt x="132" y="368"/>
                </a:lnTo>
                <a:lnTo>
                  <a:pt x="132" y="369"/>
                </a:lnTo>
                <a:lnTo>
                  <a:pt x="132" y="370"/>
                </a:lnTo>
                <a:lnTo>
                  <a:pt x="133" y="370"/>
                </a:lnTo>
                <a:lnTo>
                  <a:pt x="132" y="370"/>
                </a:lnTo>
                <a:lnTo>
                  <a:pt x="132" y="371"/>
                </a:lnTo>
                <a:lnTo>
                  <a:pt x="132" y="372"/>
                </a:lnTo>
                <a:lnTo>
                  <a:pt x="131" y="372"/>
                </a:lnTo>
                <a:lnTo>
                  <a:pt x="131" y="373"/>
                </a:lnTo>
                <a:lnTo>
                  <a:pt x="131" y="374"/>
                </a:lnTo>
                <a:lnTo>
                  <a:pt x="130" y="374"/>
                </a:lnTo>
                <a:lnTo>
                  <a:pt x="130" y="375"/>
                </a:lnTo>
                <a:lnTo>
                  <a:pt x="129" y="375"/>
                </a:lnTo>
                <a:lnTo>
                  <a:pt x="129" y="376"/>
                </a:lnTo>
                <a:lnTo>
                  <a:pt x="128" y="376"/>
                </a:lnTo>
                <a:lnTo>
                  <a:pt x="127" y="376"/>
                </a:lnTo>
                <a:lnTo>
                  <a:pt x="127" y="375"/>
                </a:lnTo>
                <a:lnTo>
                  <a:pt x="127" y="374"/>
                </a:lnTo>
                <a:lnTo>
                  <a:pt x="126" y="374"/>
                </a:lnTo>
                <a:lnTo>
                  <a:pt x="126" y="373"/>
                </a:lnTo>
                <a:lnTo>
                  <a:pt x="124" y="373"/>
                </a:lnTo>
                <a:lnTo>
                  <a:pt x="123" y="373"/>
                </a:lnTo>
                <a:lnTo>
                  <a:pt x="122" y="374"/>
                </a:lnTo>
                <a:lnTo>
                  <a:pt x="121" y="374"/>
                </a:lnTo>
                <a:lnTo>
                  <a:pt x="121" y="375"/>
                </a:lnTo>
                <a:lnTo>
                  <a:pt x="120" y="375"/>
                </a:lnTo>
                <a:lnTo>
                  <a:pt x="119" y="375"/>
                </a:lnTo>
                <a:lnTo>
                  <a:pt x="119" y="376"/>
                </a:lnTo>
                <a:lnTo>
                  <a:pt x="119" y="377"/>
                </a:lnTo>
                <a:lnTo>
                  <a:pt x="119" y="378"/>
                </a:lnTo>
                <a:lnTo>
                  <a:pt x="119" y="379"/>
                </a:lnTo>
                <a:lnTo>
                  <a:pt x="118" y="379"/>
                </a:lnTo>
                <a:lnTo>
                  <a:pt x="117" y="379"/>
                </a:lnTo>
                <a:lnTo>
                  <a:pt x="117" y="380"/>
                </a:lnTo>
                <a:lnTo>
                  <a:pt x="116" y="380"/>
                </a:lnTo>
                <a:lnTo>
                  <a:pt x="115" y="381"/>
                </a:lnTo>
                <a:lnTo>
                  <a:pt x="115" y="380"/>
                </a:lnTo>
                <a:lnTo>
                  <a:pt x="114" y="381"/>
                </a:lnTo>
                <a:lnTo>
                  <a:pt x="114" y="382"/>
                </a:lnTo>
                <a:lnTo>
                  <a:pt x="114" y="381"/>
                </a:lnTo>
                <a:lnTo>
                  <a:pt x="113" y="382"/>
                </a:lnTo>
                <a:lnTo>
                  <a:pt x="113" y="383"/>
                </a:lnTo>
                <a:lnTo>
                  <a:pt x="113" y="384"/>
                </a:lnTo>
                <a:lnTo>
                  <a:pt x="112" y="385"/>
                </a:lnTo>
                <a:lnTo>
                  <a:pt x="111" y="385"/>
                </a:lnTo>
                <a:lnTo>
                  <a:pt x="110" y="385"/>
                </a:lnTo>
                <a:lnTo>
                  <a:pt x="111" y="384"/>
                </a:lnTo>
                <a:lnTo>
                  <a:pt x="110" y="384"/>
                </a:lnTo>
                <a:lnTo>
                  <a:pt x="110" y="385"/>
                </a:lnTo>
                <a:lnTo>
                  <a:pt x="109" y="385"/>
                </a:lnTo>
                <a:lnTo>
                  <a:pt x="108" y="385"/>
                </a:lnTo>
                <a:lnTo>
                  <a:pt x="107" y="385"/>
                </a:lnTo>
                <a:lnTo>
                  <a:pt x="106" y="385"/>
                </a:lnTo>
                <a:lnTo>
                  <a:pt x="105" y="385"/>
                </a:lnTo>
                <a:lnTo>
                  <a:pt x="104" y="384"/>
                </a:lnTo>
                <a:lnTo>
                  <a:pt x="103" y="385"/>
                </a:lnTo>
                <a:lnTo>
                  <a:pt x="103" y="384"/>
                </a:lnTo>
                <a:lnTo>
                  <a:pt x="102" y="384"/>
                </a:lnTo>
                <a:lnTo>
                  <a:pt x="100" y="384"/>
                </a:lnTo>
                <a:lnTo>
                  <a:pt x="100" y="383"/>
                </a:lnTo>
                <a:lnTo>
                  <a:pt x="100" y="384"/>
                </a:lnTo>
                <a:lnTo>
                  <a:pt x="99" y="384"/>
                </a:lnTo>
                <a:lnTo>
                  <a:pt x="98" y="383"/>
                </a:lnTo>
                <a:lnTo>
                  <a:pt x="98" y="382"/>
                </a:lnTo>
                <a:lnTo>
                  <a:pt x="99" y="382"/>
                </a:lnTo>
                <a:lnTo>
                  <a:pt x="99" y="381"/>
                </a:lnTo>
                <a:lnTo>
                  <a:pt x="98" y="381"/>
                </a:lnTo>
                <a:lnTo>
                  <a:pt x="99" y="381"/>
                </a:lnTo>
                <a:lnTo>
                  <a:pt x="99" y="380"/>
                </a:lnTo>
                <a:lnTo>
                  <a:pt x="99" y="379"/>
                </a:lnTo>
                <a:lnTo>
                  <a:pt x="98" y="379"/>
                </a:lnTo>
                <a:lnTo>
                  <a:pt x="97" y="379"/>
                </a:lnTo>
                <a:lnTo>
                  <a:pt x="96" y="380"/>
                </a:lnTo>
                <a:lnTo>
                  <a:pt x="95" y="380"/>
                </a:lnTo>
                <a:lnTo>
                  <a:pt x="95" y="381"/>
                </a:lnTo>
                <a:lnTo>
                  <a:pt x="95" y="380"/>
                </a:lnTo>
                <a:lnTo>
                  <a:pt x="94" y="380"/>
                </a:lnTo>
                <a:lnTo>
                  <a:pt x="93" y="380"/>
                </a:lnTo>
                <a:lnTo>
                  <a:pt x="92" y="380"/>
                </a:lnTo>
                <a:lnTo>
                  <a:pt x="92" y="379"/>
                </a:lnTo>
                <a:lnTo>
                  <a:pt x="91" y="379"/>
                </a:lnTo>
                <a:lnTo>
                  <a:pt x="90" y="379"/>
                </a:lnTo>
                <a:lnTo>
                  <a:pt x="90" y="378"/>
                </a:lnTo>
                <a:lnTo>
                  <a:pt x="89" y="377"/>
                </a:lnTo>
                <a:lnTo>
                  <a:pt x="88" y="377"/>
                </a:lnTo>
                <a:lnTo>
                  <a:pt x="87" y="377"/>
                </a:lnTo>
                <a:lnTo>
                  <a:pt x="86" y="377"/>
                </a:lnTo>
                <a:lnTo>
                  <a:pt x="86" y="376"/>
                </a:lnTo>
                <a:lnTo>
                  <a:pt x="86" y="377"/>
                </a:lnTo>
                <a:lnTo>
                  <a:pt x="86" y="378"/>
                </a:lnTo>
                <a:lnTo>
                  <a:pt x="86" y="379"/>
                </a:lnTo>
                <a:lnTo>
                  <a:pt x="85" y="379"/>
                </a:lnTo>
                <a:lnTo>
                  <a:pt x="84" y="380"/>
                </a:lnTo>
                <a:lnTo>
                  <a:pt x="84" y="381"/>
                </a:lnTo>
                <a:lnTo>
                  <a:pt x="84" y="382"/>
                </a:lnTo>
                <a:lnTo>
                  <a:pt x="83" y="382"/>
                </a:lnTo>
                <a:lnTo>
                  <a:pt x="82" y="381"/>
                </a:lnTo>
                <a:lnTo>
                  <a:pt x="81" y="381"/>
                </a:lnTo>
                <a:lnTo>
                  <a:pt x="80" y="381"/>
                </a:lnTo>
                <a:lnTo>
                  <a:pt x="79" y="381"/>
                </a:lnTo>
                <a:lnTo>
                  <a:pt x="78" y="380"/>
                </a:lnTo>
                <a:lnTo>
                  <a:pt x="79" y="380"/>
                </a:lnTo>
                <a:lnTo>
                  <a:pt x="78" y="380"/>
                </a:lnTo>
                <a:lnTo>
                  <a:pt x="78" y="379"/>
                </a:lnTo>
                <a:lnTo>
                  <a:pt x="77" y="379"/>
                </a:lnTo>
                <a:lnTo>
                  <a:pt x="77" y="378"/>
                </a:lnTo>
                <a:lnTo>
                  <a:pt x="77" y="377"/>
                </a:lnTo>
                <a:lnTo>
                  <a:pt x="76" y="377"/>
                </a:lnTo>
                <a:lnTo>
                  <a:pt x="76" y="376"/>
                </a:lnTo>
                <a:lnTo>
                  <a:pt x="76" y="375"/>
                </a:lnTo>
                <a:lnTo>
                  <a:pt x="75" y="375"/>
                </a:lnTo>
                <a:lnTo>
                  <a:pt x="75" y="376"/>
                </a:lnTo>
                <a:lnTo>
                  <a:pt x="74" y="375"/>
                </a:lnTo>
                <a:lnTo>
                  <a:pt x="74" y="374"/>
                </a:lnTo>
                <a:lnTo>
                  <a:pt x="75" y="374"/>
                </a:lnTo>
                <a:lnTo>
                  <a:pt x="75" y="373"/>
                </a:lnTo>
                <a:lnTo>
                  <a:pt x="76" y="373"/>
                </a:lnTo>
                <a:lnTo>
                  <a:pt x="77" y="373"/>
                </a:lnTo>
                <a:lnTo>
                  <a:pt x="77" y="372"/>
                </a:lnTo>
                <a:lnTo>
                  <a:pt x="78" y="371"/>
                </a:lnTo>
                <a:lnTo>
                  <a:pt x="78" y="370"/>
                </a:lnTo>
                <a:lnTo>
                  <a:pt x="79" y="370"/>
                </a:lnTo>
                <a:lnTo>
                  <a:pt x="79" y="369"/>
                </a:lnTo>
                <a:lnTo>
                  <a:pt x="79" y="370"/>
                </a:lnTo>
                <a:lnTo>
                  <a:pt x="79" y="369"/>
                </a:lnTo>
                <a:lnTo>
                  <a:pt x="79" y="368"/>
                </a:lnTo>
                <a:lnTo>
                  <a:pt x="79" y="367"/>
                </a:lnTo>
                <a:lnTo>
                  <a:pt x="79" y="366"/>
                </a:lnTo>
                <a:lnTo>
                  <a:pt x="79" y="365"/>
                </a:lnTo>
                <a:lnTo>
                  <a:pt x="80" y="365"/>
                </a:lnTo>
                <a:lnTo>
                  <a:pt x="79" y="364"/>
                </a:lnTo>
                <a:lnTo>
                  <a:pt x="79" y="363"/>
                </a:lnTo>
                <a:lnTo>
                  <a:pt x="78" y="363"/>
                </a:lnTo>
                <a:lnTo>
                  <a:pt x="79" y="362"/>
                </a:lnTo>
                <a:lnTo>
                  <a:pt x="78" y="362"/>
                </a:lnTo>
                <a:lnTo>
                  <a:pt x="78" y="361"/>
                </a:lnTo>
                <a:lnTo>
                  <a:pt x="78" y="360"/>
                </a:lnTo>
                <a:lnTo>
                  <a:pt x="77" y="361"/>
                </a:lnTo>
                <a:lnTo>
                  <a:pt x="77" y="360"/>
                </a:lnTo>
                <a:lnTo>
                  <a:pt x="76" y="359"/>
                </a:lnTo>
                <a:lnTo>
                  <a:pt x="76" y="358"/>
                </a:lnTo>
                <a:lnTo>
                  <a:pt x="76" y="357"/>
                </a:lnTo>
                <a:lnTo>
                  <a:pt x="77" y="357"/>
                </a:lnTo>
                <a:lnTo>
                  <a:pt x="76" y="357"/>
                </a:lnTo>
                <a:lnTo>
                  <a:pt x="76" y="356"/>
                </a:lnTo>
                <a:lnTo>
                  <a:pt x="77" y="356"/>
                </a:lnTo>
                <a:lnTo>
                  <a:pt x="78" y="356"/>
                </a:lnTo>
                <a:lnTo>
                  <a:pt x="78" y="355"/>
                </a:lnTo>
                <a:lnTo>
                  <a:pt x="78" y="354"/>
                </a:lnTo>
                <a:lnTo>
                  <a:pt x="78" y="355"/>
                </a:lnTo>
                <a:lnTo>
                  <a:pt x="77" y="355"/>
                </a:lnTo>
                <a:lnTo>
                  <a:pt x="77" y="354"/>
                </a:lnTo>
                <a:lnTo>
                  <a:pt x="77" y="353"/>
                </a:lnTo>
                <a:lnTo>
                  <a:pt x="76" y="353"/>
                </a:lnTo>
                <a:lnTo>
                  <a:pt x="75" y="352"/>
                </a:lnTo>
                <a:lnTo>
                  <a:pt x="75" y="351"/>
                </a:lnTo>
                <a:lnTo>
                  <a:pt x="75" y="350"/>
                </a:lnTo>
                <a:lnTo>
                  <a:pt x="74" y="350"/>
                </a:lnTo>
                <a:lnTo>
                  <a:pt x="74" y="349"/>
                </a:lnTo>
                <a:lnTo>
                  <a:pt x="73" y="348"/>
                </a:lnTo>
                <a:lnTo>
                  <a:pt x="73" y="347"/>
                </a:lnTo>
                <a:lnTo>
                  <a:pt x="74" y="347"/>
                </a:lnTo>
                <a:lnTo>
                  <a:pt x="74" y="346"/>
                </a:lnTo>
                <a:lnTo>
                  <a:pt x="73" y="346"/>
                </a:lnTo>
                <a:lnTo>
                  <a:pt x="74" y="346"/>
                </a:lnTo>
                <a:lnTo>
                  <a:pt x="74" y="345"/>
                </a:lnTo>
                <a:lnTo>
                  <a:pt x="73" y="345"/>
                </a:lnTo>
                <a:lnTo>
                  <a:pt x="73" y="344"/>
                </a:lnTo>
                <a:lnTo>
                  <a:pt x="73" y="343"/>
                </a:lnTo>
                <a:lnTo>
                  <a:pt x="72" y="343"/>
                </a:lnTo>
                <a:lnTo>
                  <a:pt x="73" y="343"/>
                </a:lnTo>
                <a:lnTo>
                  <a:pt x="72" y="342"/>
                </a:lnTo>
                <a:lnTo>
                  <a:pt x="72" y="341"/>
                </a:lnTo>
                <a:lnTo>
                  <a:pt x="72" y="340"/>
                </a:lnTo>
                <a:lnTo>
                  <a:pt x="73" y="340"/>
                </a:lnTo>
                <a:lnTo>
                  <a:pt x="73" y="339"/>
                </a:lnTo>
                <a:lnTo>
                  <a:pt x="72" y="339"/>
                </a:lnTo>
                <a:lnTo>
                  <a:pt x="72" y="338"/>
                </a:lnTo>
                <a:lnTo>
                  <a:pt x="72" y="337"/>
                </a:lnTo>
                <a:lnTo>
                  <a:pt x="71" y="337"/>
                </a:lnTo>
                <a:lnTo>
                  <a:pt x="71" y="336"/>
                </a:lnTo>
                <a:lnTo>
                  <a:pt x="71" y="335"/>
                </a:lnTo>
                <a:lnTo>
                  <a:pt x="71" y="334"/>
                </a:lnTo>
                <a:lnTo>
                  <a:pt x="70" y="334"/>
                </a:lnTo>
                <a:lnTo>
                  <a:pt x="69" y="334"/>
                </a:lnTo>
                <a:lnTo>
                  <a:pt x="70" y="334"/>
                </a:lnTo>
                <a:lnTo>
                  <a:pt x="69" y="333"/>
                </a:lnTo>
                <a:lnTo>
                  <a:pt x="68" y="332"/>
                </a:lnTo>
                <a:lnTo>
                  <a:pt x="67" y="332"/>
                </a:lnTo>
                <a:lnTo>
                  <a:pt x="66" y="332"/>
                </a:lnTo>
                <a:lnTo>
                  <a:pt x="65" y="332"/>
                </a:lnTo>
                <a:lnTo>
                  <a:pt x="65" y="331"/>
                </a:lnTo>
                <a:lnTo>
                  <a:pt x="64" y="330"/>
                </a:lnTo>
                <a:lnTo>
                  <a:pt x="63" y="329"/>
                </a:lnTo>
                <a:lnTo>
                  <a:pt x="63" y="328"/>
                </a:lnTo>
                <a:lnTo>
                  <a:pt x="63" y="327"/>
                </a:lnTo>
                <a:lnTo>
                  <a:pt x="63" y="326"/>
                </a:lnTo>
                <a:lnTo>
                  <a:pt x="62" y="324"/>
                </a:lnTo>
                <a:lnTo>
                  <a:pt x="63" y="324"/>
                </a:lnTo>
                <a:lnTo>
                  <a:pt x="63" y="323"/>
                </a:lnTo>
                <a:lnTo>
                  <a:pt x="63" y="322"/>
                </a:lnTo>
                <a:lnTo>
                  <a:pt x="62" y="322"/>
                </a:lnTo>
                <a:lnTo>
                  <a:pt x="62" y="323"/>
                </a:lnTo>
                <a:lnTo>
                  <a:pt x="62" y="322"/>
                </a:lnTo>
                <a:lnTo>
                  <a:pt x="62" y="321"/>
                </a:lnTo>
                <a:lnTo>
                  <a:pt x="62" y="320"/>
                </a:lnTo>
                <a:lnTo>
                  <a:pt x="62" y="319"/>
                </a:lnTo>
                <a:lnTo>
                  <a:pt x="63" y="319"/>
                </a:lnTo>
                <a:lnTo>
                  <a:pt x="63" y="318"/>
                </a:lnTo>
                <a:lnTo>
                  <a:pt x="64" y="317"/>
                </a:lnTo>
                <a:lnTo>
                  <a:pt x="65" y="316"/>
                </a:lnTo>
                <a:lnTo>
                  <a:pt x="66" y="316"/>
                </a:lnTo>
                <a:lnTo>
                  <a:pt x="66" y="315"/>
                </a:lnTo>
                <a:lnTo>
                  <a:pt x="67" y="314"/>
                </a:lnTo>
                <a:lnTo>
                  <a:pt x="68" y="314"/>
                </a:lnTo>
                <a:lnTo>
                  <a:pt x="69" y="314"/>
                </a:lnTo>
                <a:lnTo>
                  <a:pt x="70" y="314"/>
                </a:lnTo>
                <a:lnTo>
                  <a:pt x="70" y="313"/>
                </a:lnTo>
                <a:lnTo>
                  <a:pt x="69" y="313"/>
                </a:lnTo>
                <a:lnTo>
                  <a:pt x="69" y="312"/>
                </a:lnTo>
                <a:lnTo>
                  <a:pt x="69" y="311"/>
                </a:lnTo>
                <a:lnTo>
                  <a:pt x="70" y="311"/>
                </a:lnTo>
                <a:lnTo>
                  <a:pt x="70" y="310"/>
                </a:lnTo>
                <a:lnTo>
                  <a:pt x="69" y="309"/>
                </a:lnTo>
                <a:lnTo>
                  <a:pt x="69" y="308"/>
                </a:lnTo>
                <a:lnTo>
                  <a:pt x="68" y="308"/>
                </a:lnTo>
                <a:lnTo>
                  <a:pt x="67" y="308"/>
                </a:lnTo>
                <a:lnTo>
                  <a:pt x="67" y="309"/>
                </a:lnTo>
                <a:lnTo>
                  <a:pt x="66" y="308"/>
                </a:lnTo>
                <a:lnTo>
                  <a:pt x="66" y="309"/>
                </a:lnTo>
                <a:lnTo>
                  <a:pt x="66" y="308"/>
                </a:lnTo>
                <a:lnTo>
                  <a:pt x="66" y="307"/>
                </a:lnTo>
                <a:lnTo>
                  <a:pt x="67" y="306"/>
                </a:lnTo>
                <a:lnTo>
                  <a:pt x="68" y="306"/>
                </a:lnTo>
                <a:lnTo>
                  <a:pt x="68" y="305"/>
                </a:lnTo>
                <a:lnTo>
                  <a:pt x="69" y="304"/>
                </a:lnTo>
                <a:lnTo>
                  <a:pt x="70" y="304"/>
                </a:lnTo>
                <a:lnTo>
                  <a:pt x="70" y="303"/>
                </a:lnTo>
                <a:lnTo>
                  <a:pt x="70" y="302"/>
                </a:lnTo>
                <a:lnTo>
                  <a:pt x="69" y="301"/>
                </a:lnTo>
                <a:lnTo>
                  <a:pt x="68" y="301"/>
                </a:lnTo>
                <a:lnTo>
                  <a:pt x="67" y="301"/>
                </a:lnTo>
                <a:lnTo>
                  <a:pt x="66" y="302"/>
                </a:lnTo>
                <a:lnTo>
                  <a:pt x="66" y="301"/>
                </a:lnTo>
                <a:lnTo>
                  <a:pt x="65" y="301"/>
                </a:lnTo>
                <a:lnTo>
                  <a:pt x="65" y="300"/>
                </a:lnTo>
                <a:lnTo>
                  <a:pt x="64" y="300"/>
                </a:lnTo>
                <a:lnTo>
                  <a:pt x="64" y="299"/>
                </a:lnTo>
                <a:lnTo>
                  <a:pt x="63" y="300"/>
                </a:lnTo>
                <a:lnTo>
                  <a:pt x="63" y="299"/>
                </a:lnTo>
                <a:lnTo>
                  <a:pt x="64" y="298"/>
                </a:lnTo>
                <a:lnTo>
                  <a:pt x="64" y="297"/>
                </a:lnTo>
                <a:lnTo>
                  <a:pt x="63" y="297"/>
                </a:lnTo>
                <a:lnTo>
                  <a:pt x="63" y="296"/>
                </a:lnTo>
                <a:lnTo>
                  <a:pt x="63" y="295"/>
                </a:lnTo>
                <a:lnTo>
                  <a:pt x="63" y="294"/>
                </a:lnTo>
                <a:lnTo>
                  <a:pt x="62" y="294"/>
                </a:lnTo>
                <a:lnTo>
                  <a:pt x="61" y="294"/>
                </a:lnTo>
                <a:lnTo>
                  <a:pt x="60" y="294"/>
                </a:lnTo>
                <a:lnTo>
                  <a:pt x="60" y="295"/>
                </a:lnTo>
                <a:lnTo>
                  <a:pt x="59" y="296"/>
                </a:lnTo>
                <a:lnTo>
                  <a:pt x="59" y="297"/>
                </a:lnTo>
                <a:lnTo>
                  <a:pt x="58" y="298"/>
                </a:lnTo>
                <a:lnTo>
                  <a:pt x="57" y="298"/>
                </a:lnTo>
                <a:lnTo>
                  <a:pt x="56" y="297"/>
                </a:lnTo>
                <a:lnTo>
                  <a:pt x="55" y="298"/>
                </a:lnTo>
                <a:lnTo>
                  <a:pt x="54" y="298"/>
                </a:lnTo>
                <a:lnTo>
                  <a:pt x="54" y="299"/>
                </a:lnTo>
                <a:lnTo>
                  <a:pt x="53" y="299"/>
                </a:lnTo>
                <a:lnTo>
                  <a:pt x="52" y="299"/>
                </a:lnTo>
                <a:lnTo>
                  <a:pt x="52" y="298"/>
                </a:lnTo>
                <a:lnTo>
                  <a:pt x="53" y="298"/>
                </a:lnTo>
                <a:lnTo>
                  <a:pt x="52" y="298"/>
                </a:lnTo>
                <a:lnTo>
                  <a:pt x="52" y="299"/>
                </a:lnTo>
                <a:lnTo>
                  <a:pt x="51" y="300"/>
                </a:lnTo>
                <a:lnTo>
                  <a:pt x="51" y="299"/>
                </a:lnTo>
                <a:lnTo>
                  <a:pt x="51" y="298"/>
                </a:lnTo>
                <a:lnTo>
                  <a:pt x="50" y="297"/>
                </a:lnTo>
                <a:lnTo>
                  <a:pt x="49" y="296"/>
                </a:lnTo>
                <a:lnTo>
                  <a:pt x="48" y="297"/>
                </a:lnTo>
                <a:lnTo>
                  <a:pt x="47" y="297"/>
                </a:lnTo>
                <a:lnTo>
                  <a:pt x="46" y="297"/>
                </a:lnTo>
                <a:lnTo>
                  <a:pt x="46" y="298"/>
                </a:lnTo>
                <a:lnTo>
                  <a:pt x="45" y="298"/>
                </a:lnTo>
                <a:lnTo>
                  <a:pt x="45" y="297"/>
                </a:lnTo>
                <a:lnTo>
                  <a:pt x="44" y="297"/>
                </a:lnTo>
                <a:lnTo>
                  <a:pt x="44" y="298"/>
                </a:lnTo>
                <a:lnTo>
                  <a:pt x="43" y="298"/>
                </a:lnTo>
                <a:lnTo>
                  <a:pt x="44" y="298"/>
                </a:lnTo>
                <a:lnTo>
                  <a:pt x="43" y="297"/>
                </a:lnTo>
                <a:lnTo>
                  <a:pt x="42" y="297"/>
                </a:lnTo>
                <a:lnTo>
                  <a:pt x="42" y="298"/>
                </a:lnTo>
                <a:lnTo>
                  <a:pt x="41" y="299"/>
                </a:lnTo>
                <a:lnTo>
                  <a:pt x="42" y="299"/>
                </a:lnTo>
                <a:lnTo>
                  <a:pt x="42" y="300"/>
                </a:lnTo>
                <a:lnTo>
                  <a:pt x="42" y="301"/>
                </a:lnTo>
                <a:lnTo>
                  <a:pt x="41" y="301"/>
                </a:lnTo>
                <a:lnTo>
                  <a:pt x="40" y="301"/>
                </a:lnTo>
                <a:lnTo>
                  <a:pt x="39" y="301"/>
                </a:lnTo>
                <a:lnTo>
                  <a:pt x="38" y="300"/>
                </a:lnTo>
                <a:lnTo>
                  <a:pt x="37" y="300"/>
                </a:lnTo>
                <a:lnTo>
                  <a:pt x="38" y="299"/>
                </a:lnTo>
                <a:lnTo>
                  <a:pt x="37" y="299"/>
                </a:lnTo>
                <a:lnTo>
                  <a:pt x="37" y="298"/>
                </a:lnTo>
                <a:lnTo>
                  <a:pt x="36" y="298"/>
                </a:lnTo>
                <a:lnTo>
                  <a:pt x="36" y="297"/>
                </a:lnTo>
                <a:lnTo>
                  <a:pt x="36" y="296"/>
                </a:lnTo>
                <a:lnTo>
                  <a:pt x="37" y="296"/>
                </a:lnTo>
                <a:lnTo>
                  <a:pt x="38" y="295"/>
                </a:lnTo>
                <a:lnTo>
                  <a:pt x="39" y="295"/>
                </a:lnTo>
                <a:lnTo>
                  <a:pt x="39" y="294"/>
                </a:lnTo>
                <a:lnTo>
                  <a:pt x="40" y="294"/>
                </a:lnTo>
                <a:lnTo>
                  <a:pt x="40" y="293"/>
                </a:lnTo>
                <a:lnTo>
                  <a:pt x="39" y="293"/>
                </a:lnTo>
                <a:lnTo>
                  <a:pt x="40" y="293"/>
                </a:lnTo>
                <a:lnTo>
                  <a:pt x="41" y="292"/>
                </a:lnTo>
                <a:lnTo>
                  <a:pt x="40" y="291"/>
                </a:lnTo>
                <a:lnTo>
                  <a:pt x="40" y="292"/>
                </a:lnTo>
                <a:lnTo>
                  <a:pt x="39" y="292"/>
                </a:lnTo>
                <a:lnTo>
                  <a:pt x="40" y="292"/>
                </a:lnTo>
                <a:lnTo>
                  <a:pt x="40" y="291"/>
                </a:lnTo>
                <a:lnTo>
                  <a:pt x="39" y="291"/>
                </a:lnTo>
                <a:lnTo>
                  <a:pt x="39" y="290"/>
                </a:lnTo>
                <a:lnTo>
                  <a:pt x="39" y="289"/>
                </a:lnTo>
                <a:lnTo>
                  <a:pt x="39" y="288"/>
                </a:lnTo>
                <a:lnTo>
                  <a:pt x="38" y="287"/>
                </a:lnTo>
                <a:lnTo>
                  <a:pt x="38" y="286"/>
                </a:lnTo>
                <a:lnTo>
                  <a:pt x="37" y="286"/>
                </a:lnTo>
                <a:lnTo>
                  <a:pt x="37" y="285"/>
                </a:lnTo>
                <a:lnTo>
                  <a:pt x="36" y="285"/>
                </a:lnTo>
                <a:lnTo>
                  <a:pt x="36" y="284"/>
                </a:lnTo>
                <a:lnTo>
                  <a:pt x="37" y="284"/>
                </a:lnTo>
                <a:lnTo>
                  <a:pt x="37" y="283"/>
                </a:lnTo>
                <a:lnTo>
                  <a:pt x="38" y="283"/>
                </a:lnTo>
                <a:lnTo>
                  <a:pt x="38" y="282"/>
                </a:lnTo>
                <a:lnTo>
                  <a:pt x="39" y="282"/>
                </a:lnTo>
                <a:lnTo>
                  <a:pt x="38" y="281"/>
                </a:lnTo>
                <a:lnTo>
                  <a:pt x="39" y="281"/>
                </a:lnTo>
                <a:lnTo>
                  <a:pt x="39" y="280"/>
                </a:lnTo>
                <a:lnTo>
                  <a:pt x="39" y="279"/>
                </a:lnTo>
                <a:lnTo>
                  <a:pt x="39" y="280"/>
                </a:lnTo>
                <a:lnTo>
                  <a:pt x="39" y="279"/>
                </a:lnTo>
                <a:lnTo>
                  <a:pt x="39" y="278"/>
                </a:lnTo>
                <a:lnTo>
                  <a:pt x="40" y="278"/>
                </a:lnTo>
                <a:lnTo>
                  <a:pt x="41" y="278"/>
                </a:lnTo>
                <a:lnTo>
                  <a:pt x="40" y="277"/>
                </a:lnTo>
                <a:lnTo>
                  <a:pt x="40" y="276"/>
                </a:lnTo>
                <a:lnTo>
                  <a:pt x="39" y="276"/>
                </a:lnTo>
                <a:lnTo>
                  <a:pt x="39" y="277"/>
                </a:lnTo>
                <a:lnTo>
                  <a:pt x="38" y="277"/>
                </a:lnTo>
                <a:lnTo>
                  <a:pt x="37" y="276"/>
                </a:lnTo>
                <a:lnTo>
                  <a:pt x="37" y="275"/>
                </a:lnTo>
                <a:lnTo>
                  <a:pt x="36" y="275"/>
                </a:lnTo>
                <a:lnTo>
                  <a:pt x="35" y="275"/>
                </a:lnTo>
                <a:lnTo>
                  <a:pt x="34" y="275"/>
                </a:lnTo>
                <a:lnTo>
                  <a:pt x="35" y="274"/>
                </a:lnTo>
                <a:lnTo>
                  <a:pt x="35" y="275"/>
                </a:lnTo>
                <a:lnTo>
                  <a:pt x="36" y="274"/>
                </a:lnTo>
                <a:lnTo>
                  <a:pt x="37" y="274"/>
                </a:lnTo>
                <a:lnTo>
                  <a:pt x="37" y="273"/>
                </a:lnTo>
                <a:lnTo>
                  <a:pt x="36" y="273"/>
                </a:lnTo>
                <a:lnTo>
                  <a:pt x="35" y="272"/>
                </a:lnTo>
                <a:lnTo>
                  <a:pt x="35" y="271"/>
                </a:lnTo>
                <a:lnTo>
                  <a:pt x="36" y="271"/>
                </a:lnTo>
                <a:lnTo>
                  <a:pt x="35" y="271"/>
                </a:lnTo>
                <a:lnTo>
                  <a:pt x="35" y="270"/>
                </a:lnTo>
                <a:lnTo>
                  <a:pt x="36" y="270"/>
                </a:lnTo>
                <a:lnTo>
                  <a:pt x="35" y="270"/>
                </a:lnTo>
                <a:lnTo>
                  <a:pt x="35" y="269"/>
                </a:lnTo>
                <a:lnTo>
                  <a:pt x="34" y="269"/>
                </a:lnTo>
                <a:lnTo>
                  <a:pt x="34" y="268"/>
                </a:lnTo>
                <a:lnTo>
                  <a:pt x="34" y="267"/>
                </a:lnTo>
                <a:lnTo>
                  <a:pt x="35" y="267"/>
                </a:lnTo>
                <a:lnTo>
                  <a:pt x="35" y="266"/>
                </a:lnTo>
                <a:lnTo>
                  <a:pt x="35" y="265"/>
                </a:lnTo>
                <a:lnTo>
                  <a:pt x="34" y="265"/>
                </a:lnTo>
                <a:lnTo>
                  <a:pt x="34" y="263"/>
                </a:lnTo>
                <a:lnTo>
                  <a:pt x="35" y="263"/>
                </a:lnTo>
                <a:lnTo>
                  <a:pt x="35" y="264"/>
                </a:lnTo>
                <a:lnTo>
                  <a:pt x="35" y="263"/>
                </a:lnTo>
                <a:lnTo>
                  <a:pt x="36" y="262"/>
                </a:lnTo>
                <a:lnTo>
                  <a:pt x="36" y="261"/>
                </a:lnTo>
                <a:lnTo>
                  <a:pt x="35" y="260"/>
                </a:lnTo>
                <a:lnTo>
                  <a:pt x="35" y="259"/>
                </a:lnTo>
                <a:lnTo>
                  <a:pt x="36" y="259"/>
                </a:lnTo>
                <a:lnTo>
                  <a:pt x="36" y="258"/>
                </a:lnTo>
                <a:lnTo>
                  <a:pt x="36" y="257"/>
                </a:lnTo>
                <a:lnTo>
                  <a:pt x="36" y="256"/>
                </a:lnTo>
                <a:lnTo>
                  <a:pt x="35" y="256"/>
                </a:lnTo>
                <a:lnTo>
                  <a:pt x="34" y="255"/>
                </a:lnTo>
                <a:lnTo>
                  <a:pt x="35" y="255"/>
                </a:lnTo>
                <a:lnTo>
                  <a:pt x="34" y="254"/>
                </a:lnTo>
                <a:lnTo>
                  <a:pt x="33" y="254"/>
                </a:lnTo>
                <a:lnTo>
                  <a:pt x="32" y="254"/>
                </a:lnTo>
                <a:lnTo>
                  <a:pt x="32" y="253"/>
                </a:lnTo>
                <a:lnTo>
                  <a:pt x="33" y="253"/>
                </a:lnTo>
                <a:lnTo>
                  <a:pt x="33" y="252"/>
                </a:lnTo>
                <a:lnTo>
                  <a:pt x="33" y="251"/>
                </a:lnTo>
                <a:lnTo>
                  <a:pt x="33" y="252"/>
                </a:lnTo>
                <a:lnTo>
                  <a:pt x="33" y="251"/>
                </a:lnTo>
                <a:lnTo>
                  <a:pt x="32" y="251"/>
                </a:lnTo>
                <a:lnTo>
                  <a:pt x="33" y="251"/>
                </a:lnTo>
                <a:lnTo>
                  <a:pt x="33" y="250"/>
                </a:lnTo>
                <a:lnTo>
                  <a:pt x="32" y="250"/>
                </a:lnTo>
                <a:lnTo>
                  <a:pt x="32" y="249"/>
                </a:lnTo>
                <a:lnTo>
                  <a:pt x="32" y="248"/>
                </a:lnTo>
                <a:lnTo>
                  <a:pt x="32" y="247"/>
                </a:lnTo>
                <a:lnTo>
                  <a:pt x="32" y="246"/>
                </a:lnTo>
                <a:lnTo>
                  <a:pt x="31" y="247"/>
                </a:lnTo>
                <a:lnTo>
                  <a:pt x="31" y="246"/>
                </a:lnTo>
                <a:lnTo>
                  <a:pt x="31" y="245"/>
                </a:lnTo>
                <a:lnTo>
                  <a:pt x="32" y="245"/>
                </a:lnTo>
                <a:lnTo>
                  <a:pt x="31" y="245"/>
                </a:lnTo>
                <a:lnTo>
                  <a:pt x="31" y="244"/>
                </a:lnTo>
                <a:lnTo>
                  <a:pt x="31" y="243"/>
                </a:lnTo>
                <a:lnTo>
                  <a:pt x="30" y="243"/>
                </a:lnTo>
                <a:lnTo>
                  <a:pt x="30" y="242"/>
                </a:lnTo>
                <a:lnTo>
                  <a:pt x="29" y="242"/>
                </a:lnTo>
                <a:lnTo>
                  <a:pt x="28" y="242"/>
                </a:lnTo>
                <a:lnTo>
                  <a:pt x="27" y="242"/>
                </a:lnTo>
                <a:lnTo>
                  <a:pt x="26" y="242"/>
                </a:lnTo>
                <a:lnTo>
                  <a:pt x="25" y="242"/>
                </a:lnTo>
                <a:lnTo>
                  <a:pt x="24" y="241"/>
                </a:lnTo>
                <a:lnTo>
                  <a:pt x="24" y="240"/>
                </a:lnTo>
                <a:lnTo>
                  <a:pt x="25" y="240"/>
                </a:lnTo>
                <a:lnTo>
                  <a:pt x="24" y="239"/>
                </a:lnTo>
                <a:lnTo>
                  <a:pt x="24" y="238"/>
                </a:lnTo>
                <a:lnTo>
                  <a:pt x="23" y="237"/>
                </a:lnTo>
                <a:lnTo>
                  <a:pt x="23" y="236"/>
                </a:lnTo>
                <a:lnTo>
                  <a:pt x="23" y="235"/>
                </a:lnTo>
                <a:lnTo>
                  <a:pt x="22" y="235"/>
                </a:lnTo>
                <a:lnTo>
                  <a:pt x="22" y="234"/>
                </a:lnTo>
                <a:lnTo>
                  <a:pt x="22" y="233"/>
                </a:lnTo>
                <a:lnTo>
                  <a:pt x="22" y="232"/>
                </a:lnTo>
                <a:lnTo>
                  <a:pt x="21" y="232"/>
                </a:lnTo>
                <a:lnTo>
                  <a:pt x="20" y="231"/>
                </a:lnTo>
                <a:lnTo>
                  <a:pt x="20" y="232"/>
                </a:lnTo>
                <a:lnTo>
                  <a:pt x="19" y="232"/>
                </a:lnTo>
                <a:lnTo>
                  <a:pt x="18" y="232"/>
                </a:lnTo>
                <a:lnTo>
                  <a:pt x="17" y="232"/>
                </a:lnTo>
                <a:lnTo>
                  <a:pt x="17" y="233"/>
                </a:lnTo>
                <a:lnTo>
                  <a:pt x="16" y="233"/>
                </a:lnTo>
                <a:lnTo>
                  <a:pt x="15" y="233"/>
                </a:lnTo>
                <a:lnTo>
                  <a:pt x="15" y="232"/>
                </a:lnTo>
                <a:lnTo>
                  <a:pt x="16" y="232"/>
                </a:lnTo>
                <a:lnTo>
                  <a:pt x="16" y="231"/>
                </a:lnTo>
                <a:lnTo>
                  <a:pt x="16" y="230"/>
                </a:lnTo>
                <a:lnTo>
                  <a:pt x="17" y="230"/>
                </a:lnTo>
                <a:lnTo>
                  <a:pt x="18" y="229"/>
                </a:lnTo>
                <a:lnTo>
                  <a:pt x="17" y="229"/>
                </a:lnTo>
                <a:lnTo>
                  <a:pt x="16" y="229"/>
                </a:lnTo>
                <a:lnTo>
                  <a:pt x="16" y="228"/>
                </a:lnTo>
                <a:lnTo>
                  <a:pt x="15" y="228"/>
                </a:lnTo>
                <a:lnTo>
                  <a:pt x="14" y="226"/>
                </a:lnTo>
                <a:lnTo>
                  <a:pt x="13" y="225"/>
                </a:lnTo>
                <a:lnTo>
                  <a:pt x="12" y="225"/>
                </a:lnTo>
                <a:lnTo>
                  <a:pt x="11" y="225"/>
                </a:lnTo>
                <a:lnTo>
                  <a:pt x="10" y="225"/>
                </a:lnTo>
                <a:lnTo>
                  <a:pt x="10" y="226"/>
                </a:lnTo>
                <a:lnTo>
                  <a:pt x="10" y="225"/>
                </a:lnTo>
                <a:lnTo>
                  <a:pt x="9" y="225"/>
                </a:lnTo>
                <a:lnTo>
                  <a:pt x="8" y="224"/>
                </a:lnTo>
                <a:lnTo>
                  <a:pt x="9" y="223"/>
                </a:lnTo>
                <a:lnTo>
                  <a:pt x="9" y="222"/>
                </a:lnTo>
                <a:lnTo>
                  <a:pt x="8" y="222"/>
                </a:lnTo>
                <a:lnTo>
                  <a:pt x="7" y="223"/>
                </a:lnTo>
                <a:lnTo>
                  <a:pt x="7" y="224"/>
                </a:lnTo>
                <a:lnTo>
                  <a:pt x="6" y="224"/>
                </a:lnTo>
                <a:lnTo>
                  <a:pt x="7" y="224"/>
                </a:lnTo>
                <a:lnTo>
                  <a:pt x="7" y="223"/>
                </a:lnTo>
                <a:lnTo>
                  <a:pt x="7" y="222"/>
                </a:lnTo>
                <a:lnTo>
                  <a:pt x="6" y="222"/>
                </a:lnTo>
                <a:lnTo>
                  <a:pt x="6" y="223"/>
                </a:lnTo>
                <a:lnTo>
                  <a:pt x="6" y="224"/>
                </a:lnTo>
                <a:lnTo>
                  <a:pt x="5" y="223"/>
                </a:lnTo>
                <a:lnTo>
                  <a:pt x="5" y="222"/>
                </a:lnTo>
                <a:lnTo>
                  <a:pt x="5" y="221"/>
                </a:lnTo>
                <a:lnTo>
                  <a:pt x="5" y="220"/>
                </a:lnTo>
                <a:lnTo>
                  <a:pt x="4" y="220"/>
                </a:lnTo>
                <a:lnTo>
                  <a:pt x="4" y="219"/>
                </a:lnTo>
                <a:lnTo>
                  <a:pt x="3" y="219"/>
                </a:lnTo>
                <a:lnTo>
                  <a:pt x="4" y="219"/>
                </a:lnTo>
                <a:lnTo>
                  <a:pt x="3" y="219"/>
                </a:lnTo>
                <a:lnTo>
                  <a:pt x="3" y="218"/>
                </a:lnTo>
                <a:lnTo>
                  <a:pt x="4" y="217"/>
                </a:lnTo>
                <a:lnTo>
                  <a:pt x="4" y="216"/>
                </a:lnTo>
                <a:lnTo>
                  <a:pt x="3" y="215"/>
                </a:lnTo>
                <a:lnTo>
                  <a:pt x="2" y="215"/>
                </a:lnTo>
                <a:lnTo>
                  <a:pt x="2" y="214"/>
                </a:lnTo>
                <a:lnTo>
                  <a:pt x="1" y="214"/>
                </a:lnTo>
                <a:lnTo>
                  <a:pt x="0" y="214"/>
                </a:lnTo>
                <a:lnTo>
                  <a:pt x="0" y="213"/>
                </a:lnTo>
                <a:lnTo>
                  <a:pt x="1" y="213"/>
                </a:lnTo>
                <a:lnTo>
                  <a:pt x="1" y="212"/>
                </a:lnTo>
                <a:lnTo>
                  <a:pt x="2" y="212"/>
                </a:lnTo>
                <a:lnTo>
                  <a:pt x="2" y="211"/>
                </a:lnTo>
                <a:lnTo>
                  <a:pt x="1" y="211"/>
                </a:lnTo>
                <a:lnTo>
                  <a:pt x="1" y="210"/>
                </a:lnTo>
                <a:lnTo>
                  <a:pt x="1" y="209"/>
                </a:lnTo>
                <a:lnTo>
                  <a:pt x="1" y="208"/>
                </a:lnTo>
                <a:lnTo>
                  <a:pt x="1" y="207"/>
                </a:lnTo>
                <a:lnTo>
                  <a:pt x="0" y="207"/>
                </a:lnTo>
                <a:lnTo>
                  <a:pt x="0" y="206"/>
                </a:lnTo>
                <a:lnTo>
                  <a:pt x="0" y="205"/>
                </a:lnTo>
                <a:lnTo>
                  <a:pt x="0" y="204"/>
                </a:lnTo>
                <a:lnTo>
                  <a:pt x="1" y="203"/>
                </a:lnTo>
                <a:lnTo>
                  <a:pt x="1" y="202"/>
                </a:lnTo>
                <a:lnTo>
                  <a:pt x="1" y="201"/>
                </a:lnTo>
                <a:lnTo>
                  <a:pt x="2" y="201"/>
                </a:lnTo>
                <a:lnTo>
                  <a:pt x="2" y="202"/>
                </a:lnTo>
                <a:lnTo>
                  <a:pt x="3" y="201"/>
                </a:lnTo>
                <a:lnTo>
                  <a:pt x="4" y="201"/>
                </a:lnTo>
                <a:lnTo>
                  <a:pt x="5" y="201"/>
                </a:lnTo>
                <a:lnTo>
                  <a:pt x="4" y="201"/>
                </a:lnTo>
                <a:lnTo>
                  <a:pt x="4" y="200"/>
                </a:lnTo>
                <a:lnTo>
                  <a:pt x="4" y="199"/>
                </a:lnTo>
                <a:lnTo>
                  <a:pt x="4" y="198"/>
                </a:lnTo>
                <a:lnTo>
                  <a:pt x="4" y="197"/>
                </a:lnTo>
                <a:lnTo>
                  <a:pt x="4" y="196"/>
                </a:lnTo>
                <a:lnTo>
                  <a:pt x="4" y="195"/>
                </a:lnTo>
                <a:lnTo>
                  <a:pt x="4" y="194"/>
                </a:lnTo>
                <a:lnTo>
                  <a:pt x="5" y="194"/>
                </a:lnTo>
                <a:lnTo>
                  <a:pt x="6" y="194"/>
                </a:lnTo>
                <a:lnTo>
                  <a:pt x="7" y="194"/>
                </a:lnTo>
                <a:lnTo>
                  <a:pt x="7" y="193"/>
                </a:lnTo>
                <a:lnTo>
                  <a:pt x="8" y="194"/>
                </a:lnTo>
                <a:lnTo>
                  <a:pt x="9" y="194"/>
                </a:lnTo>
                <a:lnTo>
                  <a:pt x="10" y="194"/>
                </a:lnTo>
                <a:lnTo>
                  <a:pt x="11" y="194"/>
                </a:lnTo>
                <a:lnTo>
                  <a:pt x="12" y="195"/>
                </a:lnTo>
                <a:lnTo>
                  <a:pt x="12" y="194"/>
                </a:lnTo>
                <a:lnTo>
                  <a:pt x="13" y="193"/>
                </a:lnTo>
                <a:lnTo>
                  <a:pt x="13" y="192"/>
                </a:lnTo>
                <a:lnTo>
                  <a:pt x="12" y="192"/>
                </a:lnTo>
                <a:lnTo>
                  <a:pt x="12" y="191"/>
                </a:lnTo>
                <a:lnTo>
                  <a:pt x="14" y="190"/>
                </a:lnTo>
                <a:lnTo>
                  <a:pt x="13" y="190"/>
                </a:lnTo>
                <a:lnTo>
                  <a:pt x="14" y="189"/>
                </a:lnTo>
                <a:lnTo>
                  <a:pt x="15" y="189"/>
                </a:lnTo>
                <a:lnTo>
                  <a:pt x="16" y="188"/>
                </a:lnTo>
                <a:lnTo>
                  <a:pt x="16" y="187"/>
                </a:lnTo>
                <a:lnTo>
                  <a:pt x="16" y="186"/>
                </a:lnTo>
                <a:lnTo>
                  <a:pt x="15" y="186"/>
                </a:lnTo>
                <a:lnTo>
                  <a:pt x="16" y="186"/>
                </a:lnTo>
                <a:lnTo>
                  <a:pt x="16" y="185"/>
                </a:lnTo>
                <a:lnTo>
                  <a:pt x="15" y="184"/>
                </a:lnTo>
                <a:lnTo>
                  <a:pt x="14" y="184"/>
                </a:lnTo>
                <a:lnTo>
                  <a:pt x="14" y="183"/>
                </a:lnTo>
                <a:lnTo>
                  <a:pt x="15" y="183"/>
                </a:lnTo>
                <a:lnTo>
                  <a:pt x="16" y="183"/>
                </a:lnTo>
                <a:lnTo>
                  <a:pt x="16" y="182"/>
                </a:lnTo>
                <a:lnTo>
                  <a:pt x="16" y="181"/>
                </a:lnTo>
                <a:lnTo>
                  <a:pt x="17" y="180"/>
                </a:lnTo>
                <a:lnTo>
                  <a:pt x="18" y="180"/>
                </a:lnTo>
                <a:lnTo>
                  <a:pt x="19" y="180"/>
                </a:lnTo>
                <a:lnTo>
                  <a:pt x="20" y="179"/>
                </a:lnTo>
                <a:lnTo>
                  <a:pt x="20" y="180"/>
                </a:lnTo>
                <a:lnTo>
                  <a:pt x="21" y="180"/>
                </a:lnTo>
                <a:lnTo>
                  <a:pt x="22" y="180"/>
                </a:lnTo>
                <a:lnTo>
                  <a:pt x="23" y="180"/>
                </a:lnTo>
                <a:lnTo>
                  <a:pt x="24" y="181"/>
                </a:lnTo>
                <a:lnTo>
                  <a:pt x="25" y="180"/>
                </a:lnTo>
                <a:lnTo>
                  <a:pt x="26" y="179"/>
                </a:lnTo>
                <a:lnTo>
                  <a:pt x="25" y="179"/>
                </a:lnTo>
                <a:lnTo>
                  <a:pt x="25" y="178"/>
                </a:lnTo>
                <a:lnTo>
                  <a:pt x="26" y="178"/>
                </a:lnTo>
                <a:lnTo>
                  <a:pt x="26" y="177"/>
                </a:lnTo>
                <a:lnTo>
                  <a:pt x="25" y="177"/>
                </a:lnTo>
                <a:lnTo>
                  <a:pt x="25" y="176"/>
                </a:lnTo>
                <a:lnTo>
                  <a:pt x="25" y="175"/>
                </a:lnTo>
                <a:lnTo>
                  <a:pt x="25" y="174"/>
                </a:lnTo>
                <a:lnTo>
                  <a:pt x="25" y="173"/>
                </a:lnTo>
                <a:lnTo>
                  <a:pt x="26" y="173"/>
                </a:lnTo>
                <a:lnTo>
                  <a:pt x="27" y="173"/>
                </a:lnTo>
                <a:lnTo>
                  <a:pt x="27" y="174"/>
                </a:lnTo>
                <a:lnTo>
                  <a:pt x="28" y="174"/>
                </a:lnTo>
                <a:lnTo>
                  <a:pt x="28" y="175"/>
                </a:lnTo>
                <a:lnTo>
                  <a:pt x="29" y="175"/>
                </a:lnTo>
                <a:lnTo>
                  <a:pt x="29" y="174"/>
                </a:lnTo>
                <a:lnTo>
                  <a:pt x="30" y="174"/>
                </a:lnTo>
                <a:lnTo>
                  <a:pt x="31" y="173"/>
                </a:lnTo>
                <a:lnTo>
                  <a:pt x="31" y="172"/>
                </a:lnTo>
                <a:lnTo>
                  <a:pt x="32" y="172"/>
                </a:lnTo>
                <a:lnTo>
                  <a:pt x="31" y="172"/>
                </a:lnTo>
                <a:lnTo>
                  <a:pt x="32" y="171"/>
                </a:lnTo>
                <a:lnTo>
                  <a:pt x="33" y="171"/>
                </a:lnTo>
                <a:lnTo>
                  <a:pt x="34" y="172"/>
                </a:lnTo>
                <a:lnTo>
                  <a:pt x="34" y="171"/>
                </a:lnTo>
                <a:lnTo>
                  <a:pt x="35" y="171"/>
                </a:lnTo>
                <a:lnTo>
                  <a:pt x="35" y="172"/>
                </a:lnTo>
                <a:lnTo>
                  <a:pt x="36" y="172"/>
                </a:lnTo>
                <a:lnTo>
                  <a:pt x="36" y="171"/>
                </a:lnTo>
                <a:lnTo>
                  <a:pt x="37" y="171"/>
                </a:lnTo>
                <a:lnTo>
                  <a:pt x="38" y="171"/>
                </a:lnTo>
                <a:lnTo>
                  <a:pt x="38" y="172"/>
                </a:lnTo>
                <a:lnTo>
                  <a:pt x="39" y="172"/>
                </a:lnTo>
                <a:lnTo>
                  <a:pt x="39" y="171"/>
                </a:lnTo>
                <a:lnTo>
                  <a:pt x="38" y="171"/>
                </a:lnTo>
                <a:lnTo>
                  <a:pt x="39" y="171"/>
                </a:lnTo>
                <a:lnTo>
                  <a:pt x="40" y="171"/>
                </a:lnTo>
                <a:lnTo>
                  <a:pt x="41" y="171"/>
                </a:lnTo>
                <a:lnTo>
                  <a:pt x="42" y="170"/>
                </a:lnTo>
                <a:lnTo>
                  <a:pt x="42" y="169"/>
                </a:lnTo>
                <a:lnTo>
                  <a:pt x="42" y="168"/>
                </a:lnTo>
                <a:lnTo>
                  <a:pt x="42" y="167"/>
                </a:lnTo>
                <a:lnTo>
                  <a:pt x="42" y="166"/>
                </a:lnTo>
                <a:lnTo>
                  <a:pt x="42" y="165"/>
                </a:lnTo>
                <a:lnTo>
                  <a:pt x="42" y="164"/>
                </a:lnTo>
                <a:lnTo>
                  <a:pt x="43" y="164"/>
                </a:lnTo>
                <a:lnTo>
                  <a:pt x="44" y="164"/>
                </a:lnTo>
                <a:lnTo>
                  <a:pt x="44" y="163"/>
                </a:lnTo>
                <a:lnTo>
                  <a:pt x="44" y="164"/>
                </a:lnTo>
                <a:lnTo>
                  <a:pt x="45" y="163"/>
                </a:lnTo>
                <a:lnTo>
                  <a:pt x="46" y="163"/>
                </a:lnTo>
                <a:lnTo>
                  <a:pt x="46" y="162"/>
                </a:lnTo>
                <a:lnTo>
                  <a:pt x="47" y="161"/>
                </a:lnTo>
                <a:lnTo>
                  <a:pt x="47" y="160"/>
                </a:lnTo>
                <a:lnTo>
                  <a:pt x="48" y="160"/>
                </a:lnTo>
                <a:lnTo>
                  <a:pt x="48" y="159"/>
                </a:lnTo>
                <a:lnTo>
                  <a:pt x="48" y="158"/>
                </a:lnTo>
                <a:lnTo>
                  <a:pt x="49" y="158"/>
                </a:lnTo>
                <a:lnTo>
                  <a:pt x="50" y="158"/>
                </a:lnTo>
                <a:lnTo>
                  <a:pt x="51" y="158"/>
                </a:lnTo>
                <a:lnTo>
                  <a:pt x="51" y="157"/>
                </a:lnTo>
                <a:lnTo>
                  <a:pt x="51" y="158"/>
                </a:lnTo>
                <a:lnTo>
                  <a:pt x="52" y="157"/>
                </a:lnTo>
                <a:lnTo>
                  <a:pt x="53" y="157"/>
                </a:lnTo>
                <a:lnTo>
                  <a:pt x="54" y="157"/>
                </a:lnTo>
                <a:lnTo>
                  <a:pt x="55" y="158"/>
                </a:lnTo>
                <a:lnTo>
                  <a:pt x="56" y="157"/>
                </a:lnTo>
                <a:lnTo>
                  <a:pt x="57" y="156"/>
                </a:lnTo>
                <a:lnTo>
                  <a:pt x="57" y="155"/>
                </a:lnTo>
                <a:lnTo>
                  <a:pt x="58" y="155"/>
                </a:lnTo>
                <a:lnTo>
                  <a:pt x="58" y="154"/>
                </a:lnTo>
                <a:lnTo>
                  <a:pt x="59" y="154"/>
                </a:lnTo>
                <a:lnTo>
                  <a:pt x="59" y="153"/>
                </a:lnTo>
                <a:lnTo>
                  <a:pt x="59" y="152"/>
                </a:lnTo>
                <a:lnTo>
                  <a:pt x="60" y="151"/>
                </a:lnTo>
                <a:lnTo>
                  <a:pt x="61" y="151"/>
                </a:lnTo>
                <a:lnTo>
                  <a:pt x="62" y="151"/>
                </a:lnTo>
                <a:lnTo>
                  <a:pt x="62" y="150"/>
                </a:lnTo>
                <a:lnTo>
                  <a:pt x="62" y="149"/>
                </a:lnTo>
                <a:lnTo>
                  <a:pt x="63" y="149"/>
                </a:lnTo>
                <a:lnTo>
                  <a:pt x="64" y="148"/>
                </a:lnTo>
                <a:lnTo>
                  <a:pt x="64" y="147"/>
                </a:lnTo>
                <a:lnTo>
                  <a:pt x="65" y="147"/>
                </a:lnTo>
                <a:lnTo>
                  <a:pt x="65" y="145"/>
                </a:lnTo>
                <a:lnTo>
                  <a:pt x="64" y="145"/>
                </a:lnTo>
                <a:lnTo>
                  <a:pt x="64" y="144"/>
                </a:lnTo>
                <a:lnTo>
                  <a:pt x="63" y="143"/>
                </a:lnTo>
                <a:lnTo>
                  <a:pt x="63" y="142"/>
                </a:lnTo>
                <a:lnTo>
                  <a:pt x="64" y="142"/>
                </a:lnTo>
                <a:lnTo>
                  <a:pt x="64" y="140"/>
                </a:lnTo>
                <a:lnTo>
                  <a:pt x="65" y="140"/>
                </a:lnTo>
                <a:lnTo>
                  <a:pt x="66" y="140"/>
                </a:lnTo>
                <a:lnTo>
                  <a:pt x="66" y="139"/>
                </a:lnTo>
                <a:lnTo>
                  <a:pt x="65" y="139"/>
                </a:lnTo>
                <a:lnTo>
                  <a:pt x="65" y="138"/>
                </a:lnTo>
                <a:lnTo>
                  <a:pt x="65" y="137"/>
                </a:lnTo>
                <a:lnTo>
                  <a:pt x="66" y="137"/>
                </a:lnTo>
                <a:lnTo>
                  <a:pt x="66" y="136"/>
                </a:lnTo>
                <a:lnTo>
                  <a:pt x="66" y="137"/>
                </a:lnTo>
                <a:lnTo>
                  <a:pt x="67" y="137"/>
                </a:lnTo>
                <a:lnTo>
                  <a:pt x="68" y="137"/>
                </a:lnTo>
                <a:lnTo>
                  <a:pt x="68" y="136"/>
                </a:lnTo>
                <a:lnTo>
                  <a:pt x="69" y="136"/>
                </a:lnTo>
                <a:lnTo>
                  <a:pt x="70" y="135"/>
                </a:lnTo>
                <a:lnTo>
                  <a:pt x="70" y="134"/>
                </a:lnTo>
                <a:lnTo>
                  <a:pt x="71" y="134"/>
                </a:lnTo>
                <a:lnTo>
                  <a:pt x="73" y="132"/>
                </a:lnTo>
                <a:lnTo>
                  <a:pt x="73" y="130"/>
                </a:lnTo>
                <a:lnTo>
                  <a:pt x="73" y="129"/>
                </a:lnTo>
                <a:lnTo>
                  <a:pt x="73" y="128"/>
                </a:lnTo>
                <a:lnTo>
                  <a:pt x="74" y="127"/>
                </a:lnTo>
                <a:lnTo>
                  <a:pt x="75" y="128"/>
                </a:lnTo>
                <a:lnTo>
                  <a:pt x="75" y="127"/>
                </a:lnTo>
                <a:lnTo>
                  <a:pt x="76" y="126"/>
                </a:lnTo>
                <a:lnTo>
                  <a:pt x="76" y="127"/>
                </a:lnTo>
                <a:lnTo>
                  <a:pt x="77" y="127"/>
                </a:lnTo>
                <a:lnTo>
                  <a:pt x="77" y="128"/>
                </a:lnTo>
                <a:lnTo>
                  <a:pt x="78" y="128"/>
                </a:lnTo>
                <a:lnTo>
                  <a:pt x="78" y="127"/>
                </a:lnTo>
                <a:lnTo>
                  <a:pt x="77" y="126"/>
                </a:lnTo>
                <a:lnTo>
                  <a:pt x="78" y="126"/>
                </a:lnTo>
                <a:lnTo>
                  <a:pt x="78" y="125"/>
                </a:lnTo>
                <a:lnTo>
                  <a:pt x="77" y="125"/>
                </a:lnTo>
                <a:lnTo>
                  <a:pt x="78" y="124"/>
                </a:lnTo>
                <a:lnTo>
                  <a:pt x="78" y="123"/>
                </a:lnTo>
                <a:lnTo>
                  <a:pt x="78" y="122"/>
                </a:lnTo>
                <a:lnTo>
                  <a:pt x="77" y="122"/>
                </a:lnTo>
                <a:lnTo>
                  <a:pt x="77" y="121"/>
                </a:lnTo>
                <a:lnTo>
                  <a:pt x="78" y="121"/>
                </a:lnTo>
                <a:lnTo>
                  <a:pt x="78" y="120"/>
                </a:lnTo>
                <a:lnTo>
                  <a:pt x="78" y="119"/>
                </a:lnTo>
                <a:lnTo>
                  <a:pt x="78" y="118"/>
                </a:lnTo>
                <a:lnTo>
                  <a:pt x="77" y="117"/>
                </a:lnTo>
                <a:lnTo>
                  <a:pt x="78" y="117"/>
                </a:lnTo>
                <a:lnTo>
                  <a:pt x="78" y="116"/>
                </a:lnTo>
                <a:lnTo>
                  <a:pt x="77" y="115"/>
                </a:lnTo>
                <a:lnTo>
                  <a:pt x="78" y="115"/>
                </a:lnTo>
                <a:lnTo>
                  <a:pt x="77" y="115"/>
                </a:lnTo>
                <a:lnTo>
                  <a:pt x="77" y="114"/>
                </a:lnTo>
                <a:lnTo>
                  <a:pt x="77" y="113"/>
                </a:lnTo>
                <a:lnTo>
                  <a:pt x="77" y="112"/>
                </a:lnTo>
                <a:lnTo>
                  <a:pt x="77" y="111"/>
                </a:lnTo>
                <a:lnTo>
                  <a:pt x="76" y="111"/>
                </a:lnTo>
                <a:lnTo>
                  <a:pt x="75" y="111"/>
                </a:lnTo>
                <a:lnTo>
                  <a:pt x="75" y="110"/>
                </a:lnTo>
                <a:lnTo>
                  <a:pt x="75" y="109"/>
                </a:lnTo>
                <a:lnTo>
                  <a:pt x="74" y="109"/>
                </a:lnTo>
                <a:lnTo>
                  <a:pt x="75" y="108"/>
                </a:lnTo>
                <a:lnTo>
                  <a:pt x="74" y="108"/>
                </a:lnTo>
                <a:lnTo>
                  <a:pt x="75" y="107"/>
                </a:lnTo>
                <a:lnTo>
                  <a:pt x="75" y="108"/>
                </a:lnTo>
                <a:lnTo>
                  <a:pt x="76" y="108"/>
                </a:lnTo>
                <a:lnTo>
                  <a:pt x="77" y="108"/>
                </a:lnTo>
                <a:lnTo>
                  <a:pt x="78" y="108"/>
                </a:lnTo>
                <a:lnTo>
                  <a:pt x="78" y="107"/>
                </a:lnTo>
                <a:lnTo>
                  <a:pt x="78" y="106"/>
                </a:lnTo>
                <a:lnTo>
                  <a:pt x="77" y="106"/>
                </a:lnTo>
                <a:lnTo>
                  <a:pt x="77" y="107"/>
                </a:lnTo>
                <a:lnTo>
                  <a:pt x="77" y="108"/>
                </a:lnTo>
                <a:lnTo>
                  <a:pt x="76" y="108"/>
                </a:lnTo>
                <a:lnTo>
                  <a:pt x="76" y="107"/>
                </a:lnTo>
                <a:lnTo>
                  <a:pt x="75" y="107"/>
                </a:lnTo>
                <a:lnTo>
                  <a:pt x="74" y="107"/>
                </a:lnTo>
                <a:lnTo>
                  <a:pt x="74" y="106"/>
                </a:lnTo>
                <a:lnTo>
                  <a:pt x="74" y="105"/>
                </a:lnTo>
                <a:lnTo>
                  <a:pt x="73" y="105"/>
                </a:lnTo>
                <a:lnTo>
                  <a:pt x="74" y="104"/>
                </a:lnTo>
                <a:lnTo>
                  <a:pt x="75" y="104"/>
                </a:lnTo>
                <a:lnTo>
                  <a:pt x="77" y="103"/>
                </a:lnTo>
                <a:lnTo>
                  <a:pt x="78" y="103"/>
                </a:lnTo>
                <a:lnTo>
                  <a:pt x="79" y="102"/>
                </a:lnTo>
                <a:lnTo>
                  <a:pt x="80" y="101"/>
                </a:lnTo>
                <a:lnTo>
                  <a:pt x="81" y="101"/>
                </a:lnTo>
                <a:lnTo>
                  <a:pt x="81" y="100"/>
                </a:lnTo>
                <a:lnTo>
                  <a:pt x="80" y="100"/>
                </a:lnTo>
                <a:lnTo>
                  <a:pt x="80" y="99"/>
                </a:lnTo>
                <a:lnTo>
                  <a:pt x="79" y="99"/>
                </a:lnTo>
                <a:lnTo>
                  <a:pt x="79" y="98"/>
                </a:lnTo>
                <a:lnTo>
                  <a:pt x="78" y="98"/>
                </a:lnTo>
                <a:lnTo>
                  <a:pt x="78" y="97"/>
                </a:lnTo>
                <a:lnTo>
                  <a:pt x="77" y="97"/>
                </a:lnTo>
                <a:lnTo>
                  <a:pt x="77" y="96"/>
                </a:lnTo>
                <a:lnTo>
                  <a:pt x="77" y="95"/>
                </a:lnTo>
                <a:lnTo>
                  <a:pt x="78" y="95"/>
                </a:lnTo>
                <a:lnTo>
                  <a:pt x="78" y="94"/>
                </a:lnTo>
                <a:lnTo>
                  <a:pt x="77" y="94"/>
                </a:lnTo>
                <a:lnTo>
                  <a:pt x="77" y="93"/>
                </a:lnTo>
                <a:lnTo>
                  <a:pt x="76" y="92"/>
                </a:lnTo>
                <a:lnTo>
                  <a:pt x="77" y="91"/>
                </a:lnTo>
                <a:lnTo>
                  <a:pt x="77" y="90"/>
                </a:lnTo>
                <a:lnTo>
                  <a:pt x="76" y="90"/>
                </a:lnTo>
                <a:lnTo>
                  <a:pt x="76" y="89"/>
                </a:lnTo>
                <a:lnTo>
                  <a:pt x="77" y="89"/>
                </a:lnTo>
                <a:lnTo>
                  <a:pt x="78" y="88"/>
                </a:lnTo>
                <a:lnTo>
                  <a:pt x="79" y="88"/>
                </a:lnTo>
                <a:lnTo>
                  <a:pt x="79" y="87"/>
                </a:lnTo>
                <a:lnTo>
                  <a:pt x="80" y="87"/>
                </a:lnTo>
                <a:lnTo>
                  <a:pt x="80" y="86"/>
                </a:lnTo>
                <a:lnTo>
                  <a:pt x="81" y="86"/>
                </a:lnTo>
                <a:lnTo>
                  <a:pt x="82" y="86"/>
                </a:lnTo>
                <a:lnTo>
                  <a:pt x="82" y="85"/>
                </a:lnTo>
                <a:lnTo>
                  <a:pt x="83" y="85"/>
                </a:lnTo>
                <a:lnTo>
                  <a:pt x="83" y="84"/>
                </a:lnTo>
                <a:lnTo>
                  <a:pt x="83" y="85"/>
                </a:lnTo>
                <a:lnTo>
                  <a:pt x="83" y="86"/>
                </a:lnTo>
                <a:lnTo>
                  <a:pt x="84" y="86"/>
                </a:lnTo>
                <a:lnTo>
                  <a:pt x="84" y="85"/>
                </a:lnTo>
                <a:lnTo>
                  <a:pt x="85" y="85"/>
                </a:lnTo>
                <a:lnTo>
                  <a:pt x="85" y="86"/>
                </a:lnTo>
                <a:lnTo>
                  <a:pt x="86" y="86"/>
                </a:lnTo>
                <a:lnTo>
                  <a:pt x="86" y="87"/>
                </a:lnTo>
                <a:lnTo>
                  <a:pt x="87" y="88"/>
                </a:lnTo>
                <a:lnTo>
                  <a:pt x="88" y="88"/>
                </a:lnTo>
                <a:lnTo>
                  <a:pt x="88" y="87"/>
                </a:lnTo>
                <a:lnTo>
                  <a:pt x="89" y="87"/>
                </a:lnTo>
                <a:lnTo>
                  <a:pt x="89" y="88"/>
                </a:lnTo>
                <a:lnTo>
                  <a:pt x="90" y="88"/>
                </a:lnTo>
                <a:lnTo>
                  <a:pt x="90" y="89"/>
                </a:lnTo>
                <a:lnTo>
                  <a:pt x="91" y="89"/>
                </a:lnTo>
                <a:lnTo>
                  <a:pt x="92" y="89"/>
                </a:lnTo>
                <a:lnTo>
                  <a:pt x="92" y="90"/>
                </a:lnTo>
                <a:lnTo>
                  <a:pt x="93" y="90"/>
                </a:lnTo>
                <a:lnTo>
                  <a:pt x="94" y="89"/>
                </a:lnTo>
                <a:lnTo>
                  <a:pt x="95" y="88"/>
                </a:lnTo>
                <a:lnTo>
                  <a:pt x="96" y="88"/>
                </a:lnTo>
                <a:lnTo>
                  <a:pt x="96" y="89"/>
                </a:lnTo>
                <a:lnTo>
                  <a:pt x="97" y="89"/>
                </a:lnTo>
                <a:lnTo>
                  <a:pt x="98" y="90"/>
                </a:lnTo>
                <a:lnTo>
                  <a:pt x="99" y="90"/>
                </a:lnTo>
                <a:lnTo>
                  <a:pt x="100" y="90"/>
                </a:lnTo>
                <a:lnTo>
                  <a:pt x="102" y="90"/>
                </a:lnTo>
                <a:lnTo>
                  <a:pt x="103" y="91"/>
                </a:lnTo>
                <a:lnTo>
                  <a:pt x="104" y="91"/>
                </a:lnTo>
                <a:lnTo>
                  <a:pt x="105" y="91"/>
                </a:lnTo>
                <a:lnTo>
                  <a:pt x="106" y="91"/>
                </a:lnTo>
                <a:lnTo>
                  <a:pt x="107" y="91"/>
                </a:lnTo>
                <a:lnTo>
                  <a:pt x="107" y="90"/>
                </a:lnTo>
                <a:lnTo>
                  <a:pt x="107" y="91"/>
                </a:lnTo>
                <a:lnTo>
                  <a:pt x="108" y="91"/>
                </a:lnTo>
                <a:lnTo>
                  <a:pt x="108" y="90"/>
                </a:lnTo>
                <a:lnTo>
                  <a:pt x="109" y="91"/>
                </a:lnTo>
                <a:lnTo>
                  <a:pt x="108" y="91"/>
                </a:lnTo>
                <a:lnTo>
                  <a:pt x="109" y="92"/>
                </a:lnTo>
                <a:lnTo>
                  <a:pt x="109" y="91"/>
                </a:lnTo>
                <a:lnTo>
                  <a:pt x="110" y="91"/>
                </a:lnTo>
                <a:lnTo>
                  <a:pt x="110" y="90"/>
                </a:lnTo>
                <a:lnTo>
                  <a:pt x="110" y="89"/>
                </a:lnTo>
                <a:lnTo>
                  <a:pt x="110" y="88"/>
                </a:lnTo>
                <a:lnTo>
                  <a:pt x="110" y="87"/>
                </a:lnTo>
                <a:lnTo>
                  <a:pt x="111" y="86"/>
                </a:lnTo>
                <a:lnTo>
                  <a:pt x="111" y="87"/>
                </a:lnTo>
                <a:lnTo>
                  <a:pt x="112" y="87"/>
                </a:lnTo>
                <a:lnTo>
                  <a:pt x="113" y="86"/>
                </a:lnTo>
                <a:lnTo>
                  <a:pt x="114" y="85"/>
                </a:lnTo>
                <a:lnTo>
                  <a:pt x="115" y="85"/>
                </a:lnTo>
                <a:lnTo>
                  <a:pt x="115" y="84"/>
                </a:lnTo>
                <a:lnTo>
                  <a:pt x="116" y="84"/>
                </a:lnTo>
                <a:lnTo>
                  <a:pt x="117" y="84"/>
                </a:lnTo>
                <a:lnTo>
                  <a:pt x="117" y="83"/>
                </a:lnTo>
                <a:lnTo>
                  <a:pt x="118" y="83"/>
                </a:lnTo>
                <a:lnTo>
                  <a:pt x="118" y="84"/>
                </a:lnTo>
                <a:lnTo>
                  <a:pt x="119" y="84"/>
                </a:lnTo>
                <a:lnTo>
                  <a:pt x="119" y="85"/>
                </a:lnTo>
                <a:lnTo>
                  <a:pt x="120" y="86"/>
                </a:lnTo>
                <a:lnTo>
                  <a:pt x="120" y="85"/>
                </a:lnTo>
                <a:lnTo>
                  <a:pt x="121" y="85"/>
                </a:lnTo>
                <a:lnTo>
                  <a:pt x="122" y="85"/>
                </a:lnTo>
                <a:lnTo>
                  <a:pt x="123" y="85"/>
                </a:lnTo>
                <a:lnTo>
                  <a:pt x="123" y="84"/>
                </a:lnTo>
                <a:lnTo>
                  <a:pt x="124" y="84"/>
                </a:lnTo>
                <a:lnTo>
                  <a:pt x="124" y="83"/>
                </a:lnTo>
                <a:lnTo>
                  <a:pt x="125" y="83"/>
                </a:lnTo>
                <a:lnTo>
                  <a:pt x="125" y="82"/>
                </a:lnTo>
                <a:lnTo>
                  <a:pt x="123" y="82"/>
                </a:lnTo>
                <a:lnTo>
                  <a:pt x="122" y="82"/>
                </a:lnTo>
                <a:lnTo>
                  <a:pt x="121" y="82"/>
                </a:lnTo>
                <a:lnTo>
                  <a:pt x="121" y="81"/>
                </a:lnTo>
                <a:lnTo>
                  <a:pt x="120" y="80"/>
                </a:lnTo>
                <a:lnTo>
                  <a:pt x="120" y="79"/>
                </a:lnTo>
                <a:lnTo>
                  <a:pt x="121" y="79"/>
                </a:lnTo>
                <a:lnTo>
                  <a:pt x="120" y="79"/>
                </a:lnTo>
                <a:lnTo>
                  <a:pt x="120" y="78"/>
                </a:lnTo>
                <a:lnTo>
                  <a:pt x="120" y="77"/>
                </a:lnTo>
                <a:lnTo>
                  <a:pt x="119" y="76"/>
                </a:lnTo>
                <a:lnTo>
                  <a:pt x="118" y="75"/>
                </a:lnTo>
                <a:lnTo>
                  <a:pt x="119" y="75"/>
                </a:lnTo>
                <a:lnTo>
                  <a:pt x="119" y="74"/>
                </a:lnTo>
                <a:lnTo>
                  <a:pt x="118" y="74"/>
                </a:lnTo>
                <a:lnTo>
                  <a:pt x="118" y="73"/>
                </a:lnTo>
                <a:lnTo>
                  <a:pt x="118" y="72"/>
                </a:lnTo>
                <a:lnTo>
                  <a:pt x="118" y="71"/>
                </a:lnTo>
                <a:lnTo>
                  <a:pt x="118" y="70"/>
                </a:lnTo>
                <a:lnTo>
                  <a:pt x="119" y="70"/>
                </a:lnTo>
                <a:lnTo>
                  <a:pt x="118" y="69"/>
                </a:lnTo>
                <a:lnTo>
                  <a:pt x="118" y="68"/>
                </a:lnTo>
                <a:lnTo>
                  <a:pt x="118" y="67"/>
                </a:lnTo>
                <a:lnTo>
                  <a:pt x="117" y="67"/>
                </a:lnTo>
                <a:lnTo>
                  <a:pt x="116" y="67"/>
                </a:lnTo>
                <a:lnTo>
                  <a:pt x="115" y="68"/>
                </a:lnTo>
                <a:lnTo>
                  <a:pt x="114" y="68"/>
                </a:lnTo>
                <a:lnTo>
                  <a:pt x="114" y="69"/>
                </a:lnTo>
                <a:lnTo>
                  <a:pt x="113" y="69"/>
                </a:lnTo>
                <a:lnTo>
                  <a:pt x="112" y="68"/>
                </a:lnTo>
                <a:lnTo>
                  <a:pt x="112" y="67"/>
                </a:lnTo>
                <a:lnTo>
                  <a:pt x="111" y="67"/>
                </a:lnTo>
                <a:lnTo>
                  <a:pt x="110" y="67"/>
                </a:lnTo>
                <a:lnTo>
                  <a:pt x="110" y="66"/>
                </a:lnTo>
                <a:lnTo>
                  <a:pt x="110" y="65"/>
                </a:lnTo>
                <a:lnTo>
                  <a:pt x="111" y="64"/>
                </a:lnTo>
                <a:lnTo>
                  <a:pt x="110" y="64"/>
                </a:lnTo>
                <a:lnTo>
                  <a:pt x="111" y="64"/>
                </a:lnTo>
                <a:lnTo>
                  <a:pt x="111" y="63"/>
                </a:lnTo>
                <a:lnTo>
                  <a:pt x="112" y="63"/>
                </a:lnTo>
                <a:lnTo>
                  <a:pt x="112" y="62"/>
                </a:lnTo>
                <a:lnTo>
                  <a:pt x="112" y="61"/>
                </a:lnTo>
                <a:lnTo>
                  <a:pt x="111" y="61"/>
                </a:lnTo>
                <a:lnTo>
                  <a:pt x="111" y="60"/>
                </a:lnTo>
                <a:lnTo>
                  <a:pt x="110" y="60"/>
                </a:lnTo>
                <a:lnTo>
                  <a:pt x="110" y="59"/>
                </a:lnTo>
                <a:lnTo>
                  <a:pt x="110" y="58"/>
                </a:lnTo>
                <a:lnTo>
                  <a:pt x="111" y="58"/>
                </a:lnTo>
                <a:lnTo>
                  <a:pt x="112" y="58"/>
                </a:lnTo>
                <a:lnTo>
                  <a:pt x="113" y="58"/>
                </a:lnTo>
                <a:lnTo>
                  <a:pt x="114" y="58"/>
                </a:lnTo>
                <a:lnTo>
                  <a:pt x="115" y="58"/>
                </a:lnTo>
                <a:lnTo>
                  <a:pt x="116" y="58"/>
                </a:lnTo>
                <a:lnTo>
                  <a:pt x="116" y="57"/>
                </a:lnTo>
                <a:lnTo>
                  <a:pt x="117" y="57"/>
                </a:lnTo>
                <a:lnTo>
                  <a:pt x="118" y="56"/>
                </a:lnTo>
                <a:lnTo>
                  <a:pt x="118" y="55"/>
                </a:lnTo>
                <a:lnTo>
                  <a:pt x="118" y="54"/>
                </a:lnTo>
                <a:lnTo>
                  <a:pt x="119" y="54"/>
                </a:lnTo>
                <a:lnTo>
                  <a:pt x="119" y="53"/>
                </a:lnTo>
                <a:lnTo>
                  <a:pt x="120" y="53"/>
                </a:lnTo>
                <a:lnTo>
                  <a:pt x="121" y="53"/>
                </a:lnTo>
                <a:lnTo>
                  <a:pt x="121" y="52"/>
                </a:lnTo>
                <a:lnTo>
                  <a:pt x="122" y="52"/>
                </a:lnTo>
                <a:lnTo>
                  <a:pt x="122" y="51"/>
                </a:lnTo>
                <a:lnTo>
                  <a:pt x="122" y="52"/>
                </a:lnTo>
                <a:lnTo>
                  <a:pt x="123" y="52"/>
                </a:lnTo>
                <a:lnTo>
                  <a:pt x="123" y="51"/>
                </a:lnTo>
                <a:lnTo>
                  <a:pt x="124" y="51"/>
                </a:lnTo>
                <a:lnTo>
                  <a:pt x="124" y="52"/>
                </a:lnTo>
                <a:lnTo>
                  <a:pt x="124" y="53"/>
                </a:lnTo>
                <a:lnTo>
                  <a:pt x="124" y="54"/>
                </a:lnTo>
                <a:lnTo>
                  <a:pt x="125" y="54"/>
                </a:lnTo>
                <a:lnTo>
                  <a:pt x="125" y="55"/>
                </a:lnTo>
                <a:lnTo>
                  <a:pt x="126" y="55"/>
                </a:lnTo>
                <a:lnTo>
                  <a:pt x="127" y="55"/>
                </a:lnTo>
                <a:lnTo>
                  <a:pt x="128" y="55"/>
                </a:lnTo>
                <a:lnTo>
                  <a:pt x="128" y="53"/>
                </a:lnTo>
                <a:lnTo>
                  <a:pt x="129" y="53"/>
                </a:lnTo>
                <a:lnTo>
                  <a:pt x="129" y="52"/>
                </a:lnTo>
                <a:lnTo>
                  <a:pt x="130" y="52"/>
                </a:lnTo>
                <a:lnTo>
                  <a:pt x="130" y="51"/>
                </a:lnTo>
                <a:lnTo>
                  <a:pt x="130" y="50"/>
                </a:lnTo>
                <a:lnTo>
                  <a:pt x="131" y="50"/>
                </a:lnTo>
                <a:lnTo>
                  <a:pt x="132" y="49"/>
                </a:lnTo>
                <a:lnTo>
                  <a:pt x="132" y="48"/>
                </a:lnTo>
                <a:lnTo>
                  <a:pt x="132" y="47"/>
                </a:lnTo>
                <a:lnTo>
                  <a:pt x="131" y="46"/>
                </a:lnTo>
                <a:lnTo>
                  <a:pt x="132" y="46"/>
                </a:lnTo>
                <a:lnTo>
                  <a:pt x="132" y="45"/>
                </a:lnTo>
                <a:lnTo>
                  <a:pt x="132" y="44"/>
                </a:lnTo>
                <a:lnTo>
                  <a:pt x="131" y="44"/>
                </a:lnTo>
                <a:lnTo>
                  <a:pt x="132" y="43"/>
                </a:lnTo>
                <a:lnTo>
                  <a:pt x="131" y="42"/>
                </a:lnTo>
                <a:lnTo>
                  <a:pt x="132" y="42"/>
                </a:lnTo>
                <a:lnTo>
                  <a:pt x="133" y="42"/>
                </a:lnTo>
                <a:lnTo>
                  <a:pt x="134" y="42"/>
                </a:lnTo>
                <a:lnTo>
                  <a:pt x="135" y="42"/>
                </a:lnTo>
                <a:lnTo>
                  <a:pt x="136" y="42"/>
                </a:lnTo>
                <a:lnTo>
                  <a:pt x="136" y="41"/>
                </a:lnTo>
                <a:lnTo>
                  <a:pt x="136" y="40"/>
                </a:lnTo>
                <a:lnTo>
                  <a:pt x="137" y="40"/>
                </a:lnTo>
                <a:lnTo>
                  <a:pt x="137" y="39"/>
                </a:lnTo>
                <a:lnTo>
                  <a:pt x="137" y="38"/>
                </a:lnTo>
                <a:lnTo>
                  <a:pt x="138" y="38"/>
                </a:lnTo>
                <a:lnTo>
                  <a:pt x="138" y="37"/>
                </a:lnTo>
                <a:lnTo>
                  <a:pt x="139" y="36"/>
                </a:lnTo>
                <a:lnTo>
                  <a:pt x="140" y="36"/>
                </a:lnTo>
                <a:lnTo>
                  <a:pt x="140" y="37"/>
                </a:lnTo>
                <a:lnTo>
                  <a:pt x="140" y="36"/>
                </a:lnTo>
                <a:lnTo>
                  <a:pt x="140" y="35"/>
                </a:lnTo>
                <a:lnTo>
                  <a:pt x="140" y="33"/>
                </a:lnTo>
                <a:lnTo>
                  <a:pt x="139" y="33"/>
                </a:lnTo>
                <a:lnTo>
                  <a:pt x="138" y="32"/>
                </a:lnTo>
                <a:lnTo>
                  <a:pt x="139" y="32"/>
                </a:lnTo>
                <a:lnTo>
                  <a:pt x="138" y="32"/>
                </a:lnTo>
                <a:lnTo>
                  <a:pt x="138" y="31"/>
                </a:lnTo>
                <a:lnTo>
                  <a:pt x="138" y="30"/>
                </a:lnTo>
                <a:lnTo>
                  <a:pt x="138" y="29"/>
                </a:lnTo>
                <a:lnTo>
                  <a:pt x="139" y="28"/>
                </a:lnTo>
                <a:lnTo>
                  <a:pt x="139" y="27"/>
                </a:lnTo>
                <a:lnTo>
                  <a:pt x="140" y="27"/>
                </a:lnTo>
                <a:lnTo>
                  <a:pt x="140" y="26"/>
                </a:lnTo>
                <a:lnTo>
                  <a:pt x="141" y="26"/>
                </a:lnTo>
                <a:lnTo>
                  <a:pt x="140" y="25"/>
                </a:lnTo>
                <a:lnTo>
                  <a:pt x="141" y="25"/>
                </a:lnTo>
                <a:lnTo>
                  <a:pt x="141" y="24"/>
                </a:lnTo>
                <a:lnTo>
                  <a:pt x="142" y="24"/>
                </a:lnTo>
                <a:lnTo>
                  <a:pt x="141" y="24"/>
                </a:lnTo>
                <a:lnTo>
                  <a:pt x="141" y="23"/>
                </a:lnTo>
                <a:lnTo>
                  <a:pt x="140" y="23"/>
                </a:lnTo>
                <a:lnTo>
                  <a:pt x="141" y="23"/>
                </a:lnTo>
                <a:lnTo>
                  <a:pt x="142" y="22"/>
                </a:lnTo>
                <a:lnTo>
                  <a:pt x="142" y="21"/>
                </a:lnTo>
                <a:lnTo>
                  <a:pt x="142" y="20"/>
                </a:lnTo>
                <a:lnTo>
                  <a:pt x="143" y="20"/>
                </a:lnTo>
                <a:lnTo>
                  <a:pt x="144" y="19"/>
                </a:lnTo>
                <a:lnTo>
                  <a:pt x="144" y="18"/>
                </a:lnTo>
                <a:lnTo>
                  <a:pt x="145" y="18"/>
                </a:lnTo>
                <a:lnTo>
                  <a:pt x="145" y="17"/>
                </a:lnTo>
                <a:lnTo>
                  <a:pt x="146" y="16"/>
                </a:lnTo>
                <a:lnTo>
                  <a:pt x="145" y="16"/>
                </a:lnTo>
                <a:lnTo>
                  <a:pt x="145" y="15"/>
                </a:lnTo>
                <a:lnTo>
                  <a:pt x="145" y="14"/>
                </a:lnTo>
                <a:lnTo>
                  <a:pt x="145" y="13"/>
                </a:lnTo>
                <a:lnTo>
                  <a:pt x="145" y="12"/>
                </a:lnTo>
                <a:lnTo>
                  <a:pt x="145" y="11"/>
                </a:lnTo>
                <a:lnTo>
                  <a:pt x="145" y="10"/>
                </a:lnTo>
                <a:lnTo>
                  <a:pt x="146" y="9"/>
                </a:lnTo>
                <a:lnTo>
                  <a:pt x="146" y="8"/>
                </a:lnTo>
                <a:lnTo>
                  <a:pt x="146" y="9"/>
                </a:lnTo>
                <a:lnTo>
                  <a:pt x="147" y="8"/>
                </a:lnTo>
                <a:lnTo>
                  <a:pt x="146" y="8"/>
                </a:lnTo>
                <a:lnTo>
                  <a:pt x="145" y="8"/>
                </a:lnTo>
                <a:lnTo>
                  <a:pt x="146" y="7"/>
                </a:lnTo>
                <a:lnTo>
                  <a:pt x="145" y="7"/>
                </a:lnTo>
                <a:lnTo>
                  <a:pt x="145" y="8"/>
                </a:lnTo>
                <a:lnTo>
                  <a:pt x="144" y="7"/>
                </a:lnTo>
                <a:lnTo>
                  <a:pt x="145" y="7"/>
                </a:lnTo>
                <a:lnTo>
                  <a:pt x="144" y="7"/>
                </a:lnTo>
                <a:lnTo>
                  <a:pt x="144" y="6"/>
                </a:lnTo>
                <a:lnTo>
                  <a:pt x="145" y="6"/>
                </a:lnTo>
                <a:lnTo>
                  <a:pt x="145" y="5"/>
                </a:lnTo>
                <a:lnTo>
                  <a:pt x="146" y="5"/>
                </a:lnTo>
                <a:lnTo>
                  <a:pt x="147" y="6"/>
                </a:lnTo>
                <a:lnTo>
                  <a:pt x="147" y="5"/>
                </a:lnTo>
                <a:lnTo>
                  <a:pt x="146" y="5"/>
                </a:lnTo>
                <a:lnTo>
                  <a:pt x="146" y="4"/>
                </a:lnTo>
                <a:lnTo>
                  <a:pt x="147" y="3"/>
                </a:lnTo>
                <a:lnTo>
                  <a:pt x="148" y="3"/>
                </a:lnTo>
                <a:lnTo>
                  <a:pt x="148" y="1"/>
                </a:lnTo>
                <a:lnTo>
                  <a:pt x="149" y="1"/>
                </a:lnTo>
                <a:lnTo>
                  <a:pt x="150" y="1"/>
                </a:lnTo>
                <a:lnTo>
                  <a:pt x="150" y="3"/>
                </a:lnTo>
                <a:lnTo>
                  <a:pt x="151" y="3"/>
                </a:lnTo>
                <a:lnTo>
                  <a:pt x="152" y="3"/>
                </a:lnTo>
                <a:lnTo>
                  <a:pt x="153" y="1"/>
                </a:lnTo>
                <a:lnTo>
                  <a:pt x="152" y="1"/>
                </a:lnTo>
                <a:lnTo>
                  <a:pt x="153" y="0"/>
                </a:lnTo>
                <a:lnTo>
                  <a:pt x="154" y="0"/>
                </a:lnTo>
                <a:lnTo>
                  <a:pt x="154" y="1"/>
                </a:lnTo>
                <a:lnTo>
                  <a:pt x="154" y="0"/>
                </a:lnTo>
                <a:lnTo>
                  <a:pt x="155" y="0"/>
                </a:lnTo>
                <a:lnTo>
                  <a:pt x="155" y="1"/>
                </a:lnTo>
                <a:lnTo>
                  <a:pt x="156" y="1"/>
                </a:lnTo>
                <a:lnTo>
                  <a:pt x="156" y="0"/>
                </a:lnTo>
                <a:lnTo>
                  <a:pt x="157" y="0"/>
                </a:lnTo>
                <a:lnTo>
                  <a:pt x="158" y="0"/>
                </a:lnTo>
                <a:lnTo>
                  <a:pt x="159" y="0"/>
                </a:lnTo>
                <a:lnTo>
                  <a:pt x="16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6" name=""/>
          <p:cNvSpPr/>
          <p:nvPr/>
        </p:nvSpPr>
        <p:spPr>
          <a:xfrm>
            <a:off x="4668480" y="1959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7" name=""/>
          <p:cNvSpPr/>
          <p:nvPr/>
        </p:nvSpPr>
        <p:spPr>
          <a:xfrm>
            <a:off x="4671720" y="19573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3"/>
                </a:moveTo>
                <a:lnTo>
                  <a:pt x="0" y="3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8" name=""/>
          <p:cNvSpPr/>
          <p:nvPr/>
        </p:nvSpPr>
        <p:spPr>
          <a:xfrm>
            <a:off x="4668480" y="19573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2" y="3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9" name=""/>
          <p:cNvSpPr/>
          <p:nvPr/>
        </p:nvSpPr>
        <p:spPr>
          <a:xfrm>
            <a:off x="4666320" y="195732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0" y="1"/>
                </a:moveTo>
                <a:lnTo>
                  <a:pt x="2" y="1"/>
                </a:lnTo>
                <a:lnTo>
                  <a:pt x="3" y="1"/>
                </a:lnTo>
                <a:lnTo>
                  <a:pt x="5" y="0"/>
                </a:lnTo>
                <a:lnTo>
                  <a:pt x="5" y="1"/>
                </a:lnTo>
                <a:lnTo>
                  <a:pt x="3" y="1"/>
                </a:lnTo>
                <a:lnTo>
                  <a:pt x="2" y="3"/>
                </a:lnTo>
                <a:lnTo>
                  <a:pt x="2" y="1"/>
                </a:lnTo>
                <a:lnTo>
                  <a:pt x="2" y="3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0" name=""/>
          <p:cNvSpPr/>
          <p:nvPr/>
        </p:nvSpPr>
        <p:spPr>
          <a:xfrm>
            <a:off x="4667760" y="19562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1" name=""/>
          <p:cNvSpPr/>
          <p:nvPr/>
        </p:nvSpPr>
        <p:spPr>
          <a:xfrm>
            <a:off x="4675680" y="19526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2" name=""/>
          <p:cNvSpPr/>
          <p:nvPr/>
        </p:nvSpPr>
        <p:spPr>
          <a:xfrm>
            <a:off x="4677120" y="19504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3" name=""/>
          <p:cNvSpPr/>
          <p:nvPr/>
        </p:nvSpPr>
        <p:spPr>
          <a:xfrm>
            <a:off x="4676760" y="19501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4" name=""/>
          <p:cNvSpPr/>
          <p:nvPr/>
        </p:nvSpPr>
        <p:spPr>
          <a:xfrm>
            <a:off x="4676400" y="1950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5" name=""/>
          <p:cNvSpPr/>
          <p:nvPr/>
        </p:nvSpPr>
        <p:spPr>
          <a:xfrm>
            <a:off x="4676040" y="1947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6" name=""/>
          <p:cNvSpPr/>
          <p:nvPr/>
        </p:nvSpPr>
        <p:spPr>
          <a:xfrm>
            <a:off x="4677480" y="1947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7" name=""/>
          <p:cNvSpPr/>
          <p:nvPr/>
        </p:nvSpPr>
        <p:spPr>
          <a:xfrm>
            <a:off x="4678920" y="19472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8" name=""/>
          <p:cNvSpPr/>
          <p:nvPr/>
        </p:nvSpPr>
        <p:spPr>
          <a:xfrm>
            <a:off x="4677480" y="1946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9" name=""/>
          <p:cNvSpPr/>
          <p:nvPr/>
        </p:nvSpPr>
        <p:spPr>
          <a:xfrm>
            <a:off x="4676760" y="1945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0" name=""/>
          <p:cNvSpPr/>
          <p:nvPr/>
        </p:nvSpPr>
        <p:spPr>
          <a:xfrm>
            <a:off x="4677120" y="19458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1" name=""/>
          <p:cNvSpPr/>
          <p:nvPr/>
        </p:nvSpPr>
        <p:spPr>
          <a:xfrm>
            <a:off x="4676400" y="19454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2" name=""/>
          <p:cNvSpPr/>
          <p:nvPr/>
        </p:nvSpPr>
        <p:spPr>
          <a:xfrm>
            <a:off x="4676040" y="1945080"/>
            <a:ext cx="1080" cy="360"/>
          </a:xfrm>
          <a:custGeom>
            <a:avLst/>
            <a:gdLst/>
            <a:ahLst/>
            <a:rect l="0" t="0" r="r" b="b"/>
            <a:pathLst>
              <a:path w="3" h="1">
                <a:moveTo>
                  <a:pt x="3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3" name=""/>
          <p:cNvSpPr/>
          <p:nvPr/>
        </p:nvSpPr>
        <p:spPr>
          <a:xfrm>
            <a:off x="4675320" y="194292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3" y="4"/>
                </a:moveTo>
                <a:lnTo>
                  <a:pt x="3" y="3"/>
                </a:lnTo>
                <a:lnTo>
                  <a:pt x="3" y="4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5" y="5"/>
                </a:ln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3" y="1"/>
                </a:lnTo>
                <a:lnTo>
                  <a:pt x="3" y="3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4" name=""/>
          <p:cNvSpPr/>
          <p:nvPr/>
        </p:nvSpPr>
        <p:spPr>
          <a:xfrm>
            <a:off x="4681440" y="1938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5" name=""/>
          <p:cNvSpPr/>
          <p:nvPr/>
        </p:nvSpPr>
        <p:spPr>
          <a:xfrm>
            <a:off x="4681440" y="19386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6" name=""/>
          <p:cNvSpPr/>
          <p:nvPr/>
        </p:nvSpPr>
        <p:spPr>
          <a:xfrm>
            <a:off x="4680000" y="193536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4" y="2"/>
                </a:moveTo>
                <a:lnTo>
                  <a:pt x="4" y="3"/>
                </a:lnTo>
                <a:lnTo>
                  <a:pt x="3" y="3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1" y="2"/>
                </a:lnTo>
                <a:lnTo>
                  <a:pt x="4" y="2"/>
                </a:lnTo>
                <a:lnTo>
                  <a:pt x="5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7" name=""/>
          <p:cNvSpPr/>
          <p:nvPr/>
        </p:nvSpPr>
        <p:spPr>
          <a:xfrm>
            <a:off x="4682880" y="19335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1" y="1"/>
                </a:moveTo>
                <a:lnTo>
                  <a:pt x="3" y="1"/>
                </a:lnTo>
                <a:lnTo>
                  <a:pt x="3" y="3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4" y="0"/>
                </a:lnTo>
                <a:lnTo>
                  <a:pt x="3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8" name=""/>
          <p:cNvSpPr/>
          <p:nvPr/>
        </p:nvSpPr>
        <p:spPr>
          <a:xfrm>
            <a:off x="4681800" y="19328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9" name=""/>
          <p:cNvSpPr/>
          <p:nvPr/>
        </p:nvSpPr>
        <p:spPr>
          <a:xfrm>
            <a:off x="4682520" y="193104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2" y="3"/>
                </a:moveTo>
                <a:lnTo>
                  <a:pt x="2" y="5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2" y="3"/>
                </a:lnTo>
                <a:lnTo>
                  <a:pt x="2" y="1"/>
                </a:lnTo>
                <a:lnTo>
                  <a:pt x="1" y="1"/>
                </a:lnTo>
                <a:lnTo>
                  <a:pt x="2" y="0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0" name=""/>
          <p:cNvSpPr/>
          <p:nvPr/>
        </p:nvSpPr>
        <p:spPr>
          <a:xfrm>
            <a:off x="4676760" y="1927800"/>
            <a:ext cx="2160" cy="1080"/>
          </a:xfrm>
          <a:custGeom>
            <a:avLst/>
            <a:gdLst/>
            <a:ahLst/>
            <a:rect l="0" t="0" r="r" b="b"/>
            <a:pathLst>
              <a:path w="6" h="3">
                <a:moveTo>
                  <a:pt x="2" y="3"/>
                </a:move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  <a:lnTo>
                  <a:pt x="6" y="1"/>
                </a:lnTo>
                <a:lnTo>
                  <a:pt x="6" y="3"/>
                </a:lnTo>
                <a:lnTo>
                  <a:pt x="4" y="3"/>
                </a:lnTo>
                <a:lnTo>
                  <a:pt x="3" y="1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1" name=""/>
          <p:cNvSpPr/>
          <p:nvPr/>
        </p:nvSpPr>
        <p:spPr>
          <a:xfrm>
            <a:off x="4676760" y="19220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2" name=""/>
          <p:cNvSpPr/>
          <p:nvPr/>
        </p:nvSpPr>
        <p:spPr>
          <a:xfrm>
            <a:off x="4681080" y="192060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5" y="2"/>
                </a:moveTo>
                <a:lnTo>
                  <a:pt x="4" y="2"/>
                </a:lnTo>
                <a:lnTo>
                  <a:pt x="4" y="4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lnTo>
                  <a:pt x="2" y="0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3" name=""/>
          <p:cNvSpPr/>
          <p:nvPr/>
        </p:nvSpPr>
        <p:spPr>
          <a:xfrm>
            <a:off x="4677840" y="19209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4" name=""/>
          <p:cNvSpPr/>
          <p:nvPr/>
        </p:nvSpPr>
        <p:spPr>
          <a:xfrm>
            <a:off x="4677480" y="19202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5" name=""/>
          <p:cNvSpPr/>
          <p:nvPr/>
        </p:nvSpPr>
        <p:spPr>
          <a:xfrm>
            <a:off x="4680720" y="1918800"/>
            <a:ext cx="3960" cy="3240"/>
          </a:xfrm>
          <a:custGeom>
            <a:avLst/>
            <a:gdLst/>
            <a:ahLst/>
            <a:rect l="0" t="0" r="r" b="b"/>
            <a:pathLst>
              <a:path w="11" h="9">
                <a:moveTo>
                  <a:pt x="9" y="2"/>
                </a:moveTo>
                <a:lnTo>
                  <a:pt x="9" y="3"/>
                </a:lnTo>
                <a:lnTo>
                  <a:pt x="9" y="4"/>
                </a:lnTo>
                <a:lnTo>
                  <a:pt x="10" y="4"/>
                </a:lnTo>
                <a:lnTo>
                  <a:pt x="11" y="5"/>
                </a:lnTo>
                <a:lnTo>
                  <a:pt x="10" y="5"/>
                </a:lnTo>
                <a:lnTo>
                  <a:pt x="10" y="6"/>
                </a:lnTo>
                <a:lnTo>
                  <a:pt x="9" y="7"/>
                </a:lnTo>
                <a:lnTo>
                  <a:pt x="9" y="9"/>
                </a:lnTo>
                <a:lnTo>
                  <a:pt x="7" y="9"/>
                </a:lnTo>
                <a:lnTo>
                  <a:pt x="7" y="7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  <a:lnTo>
                  <a:pt x="7" y="2"/>
                </a:lnTo>
                <a:lnTo>
                  <a:pt x="9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6" name=""/>
          <p:cNvSpPr/>
          <p:nvPr/>
        </p:nvSpPr>
        <p:spPr>
          <a:xfrm>
            <a:off x="4683240" y="19180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7" name=""/>
          <p:cNvSpPr/>
          <p:nvPr/>
        </p:nvSpPr>
        <p:spPr>
          <a:xfrm>
            <a:off x="4674600" y="1917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8" name=""/>
          <p:cNvSpPr/>
          <p:nvPr/>
        </p:nvSpPr>
        <p:spPr>
          <a:xfrm>
            <a:off x="4681080" y="191268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0" y="3"/>
                </a:moveTo>
                <a:lnTo>
                  <a:pt x="0" y="1"/>
                </a:lnTo>
                <a:lnTo>
                  <a:pt x="0" y="0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9" name=""/>
          <p:cNvSpPr/>
          <p:nvPr/>
        </p:nvSpPr>
        <p:spPr>
          <a:xfrm>
            <a:off x="4674240" y="19062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0" name=""/>
          <p:cNvSpPr/>
          <p:nvPr/>
        </p:nvSpPr>
        <p:spPr>
          <a:xfrm>
            <a:off x="4674600" y="19054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2" y="0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1" name=""/>
          <p:cNvSpPr/>
          <p:nvPr/>
        </p:nvSpPr>
        <p:spPr>
          <a:xfrm>
            <a:off x="4673520" y="19047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3" y="4"/>
                </a:move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2" name=""/>
          <p:cNvSpPr/>
          <p:nvPr/>
        </p:nvSpPr>
        <p:spPr>
          <a:xfrm>
            <a:off x="4674240" y="1904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3" name=""/>
          <p:cNvSpPr/>
          <p:nvPr/>
        </p:nvSpPr>
        <p:spPr>
          <a:xfrm>
            <a:off x="4676760" y="1904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4" name=""/>
          <p:cNvSpPr/>
          <p:nvPr/>
        </p:nvSpPr>
        <p:spPr>
          <a:xfrm>
            <a:off x="4675320" y="1904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5" name=""/>
          <p:cNvSpPr/>
          <p:nvPr/>
        </p:nvSpPr>
        <p:spPr>
          <a:xfrm>
            <a:off x="4677120" y="19040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6" name=""/>
          <p:cNvSpPr/>
          <p:nvPr/>
        </p:nvSpPr>
        <p:spPr>
          <a:xfrm>
            <a:off x="4679280" y="190224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1" y="0"/>
                </a:move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7" name=""/>
          <p:cNvSpPr/>
          <p:nvPr/>
        </p:nvSpPr>
        <p:spPr>
          <a:xfrm>
            <a:off x="4682160" y="188460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8" name=""/>
          <p:cNvSpPr/>
          <p:nvPr/>
        </p:nvSpPr>
        <p:spPr>
          <a:xfrm>
            <a:off x="4683240" y="1883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9" name=""/>
          <p:cNvSpPr/>
          <p:nvPr/>
        </p:nvSpPr>
        <p:spPr>
          <a:xfrm>
            <a:off x="4675320" y="186516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0" name=""/>
          <p:cNvSpPr/>
          <p:nvPr/>
        </p:nvSpPr>
        <p:spPr>
          <a:xfrm>
            <a:off x="4685040" y="19465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1" name=""/>
          <p:cNvSpPr/>
          <p:nvPr/>
        </p:nvSpPr>
        <p:spPr>
          <a:xfrm>
            <a:off x="4683600" y="194400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2" y="4"/>
                </a:move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3" y="3"/>
                </a:lnTo>
                <a:lnTo>
                  <a:pt x="5" y="3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5" y="1"/>
                </a:lnTo>
                <a:lnTo>
                  <a:pt x="5" y="3"/>
                </a:lnTo>
                <a:lnTo>
                  <a:pt x="3" y="4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2" name=""/>
          <p:cNvSpPr/>
          <p:nvPr/>
        </p:nvSpPr>
        <p:spPr>
          <a:xfrm>
            <a:off x="4683600" y="194220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3" y="3"/>
                </a:moveTo>
                <a:lnTo>
                  <a:pt x="5" y="3"/>
                </a:lnTo>
                <a:lnTo>
                  <a:pt x="3" y="4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2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3" name=""/>
          <p:cNvSpPr/>
          <p:nvPr/>
        </p:nvSpPr>
        <p:spPr>
          <a:xfrm>
            <a:off x="4685040" y="19346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4" name=""/>
          <p:cNvSpPr/>
          <p:nvPr/>
        </p:nvSpPr>
        <p:spPr>
          <a:xfrm>
            <a:off x="4683960" y="193320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2"/>
                </a:moveTo>
                <a:lnTo>
                  <a:pt x="1" y="0"/>
                </a:lnTo>
                <a:lnTo>
                  <a:pt x="3" y="0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5" name=""/>
          <p:cNvSpPr/>
          <p:nvPr/>
        </p:nvSpPr>
        <p:spPr>
          <a:xfrm>
            <a:off x="4685400" y="192276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1" y="2"/>
                </a:moveTo>
                <a:lnTo>
                  <a:pt x="0" y="2"/>
                </a:lnTo>
                <a:lnTo>
                  <a:pt x="0" y="0"/>
                </a:lnTo>
                <a:lnTo>
                  <a:pt x="3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6" name=""/>
          <p:cNvSpPr/>
          <p:nvPr/>
        </p:nvSpPr>
        <p:spPr>
          <a:xfrm>
            <a:off x="4683600" y="1917720"/>
            <a:ext cx="3960" cy="5040"/>
          </a:xfrm>
          <a:custGeom>
            <a:avLst/>
            <a:gdLst/>
            <a:ahLst/>
            <a:rect l="0" t="0" r="r" b="b"/>
            <a:pathLst>
              <a:path w="11" h="14">
                <a:moveTo>
                  <a:pt x="10" y="4"/>
                </a:moveTo>
                <a:lnTo>
                  <a:pt x="10" y="5"/>
                </a:lnTo>
                <a:lnTo>
                  <a:pt x="11" y="5"/>
                </a:lnTo>
                <a:lnTo>
                  <a:pt x="11" y="6"/>
                </a:lnTo>
                <a:lnTo>
                  <a:pt x="11" y="7"/>
                </a:lnTo>
                <a:lnTo>
                  <a:pt x="11" y="8"/>
                </a:lnTo>
                <a:lnTo>
                  <a:pt x="10" y="8"/>
                </a:lnTo>
                <a:lnTo>
                  <a:pt x="9" y="9"/>
                </a:lnTo>
                <a:lnTo>
                  <a:pt x="10" y="9"/>
                </a:lnTo>
                <a:lnTo>
                  <a:pt x="11" y="9"/>
                </a:lnTo>
                <a:lnTo>
                  <a:pt x="11" y="11"/>
                </a:lnTo>
                <a:lnTo>
                  <a:pt x="10" y="11"/>
                </a:lnTo>
                <a:lnTo>
                  <a:pt x="9" y="11"/>
                </a:lnTo>
                <a:lnTo>
                  <a:pt x="10" y="12"/>
                </a:lnTo>
                <a:lnTo>
                  <a:pt x="9" y="13"/>
                </a:lnTo>
                <a:lnTo>
                  <a:pt x="9" y="14"/>
                </a:lnTo>
                <a:lnTo>
                  <a:pt x="8" y="14"/>
                </a:lnTo>
                <a:lnTo>
                  <a:pt x="7" y="14"/>
                </a:lnTo>
                <a:lnTo>
                  <a:pt x="6" y="14"/>
                </a:lnTo>
                <a:lnTo>
                  <a:pt x="7" y="14"/>
                </a:lnTo>
                <a:lnTo>
                  <a:pt x="7" y="12"/>
                </a:lnTo>
                <a:lnTo>
                  <a:pt x="6" y="12"/>
                </a:lnTo>
                <a:lnTo>
                  <a:pt x="4" y="11"/>
                </a:lnTo>
                <a:lnTo>
                  <a:pt x="4" y="12"/>
                </a:lnTo>
                <a:lnTo>
                  <a:pt x="3" y="12"/>
                </a:lnTo>
                <a:lnTo>
                  <a:pt x="4" y="11"/>
                </a:lnTo>
                <a:lnTo>
                  <a:pt x="4" y="9"/>
                </a:lnTo>
                <a:lnTo>
                  <a:pt x="3" y="9"/>
                </a:lnTo>
                <a:lnTo>
                  <a:pt x="2" y="8"/>
                </a:lnTo>
                <a:lnTo>
                  <a:pt x="2" y="7"/>
                </a:lnTo>
                <a:lnTo>
                  <a:pt x="2" y="6"/>
                </a:lnTo>
                <a:lnTo>
                  <a:pt x="1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3"/>
                </a:lnTo>
                <a:lnTo>
                  <a:pt x="3" y="3"/>
                </a:lnTo>
                <a:lnTo>
                  <a:pt x="4" y="2"/>
                </a:lnTo>
                <a:lnTo>
                  <a:pt x="6" y="1"/>
                </a:lnTo>
                <a:lnTo>
                  <a:pt x="7" y="0"/>
                </a:lnTo>
                <a:lnTo>
                  <a:pt x="8" y="0"/>
                </a:lnTo>
                <a:lnTo>
                  <a:pt x="9" y="2"/>
                </a:lnTo>
                <a:lnTo>
                  <a:pt x="10" y="2"/>
                </a:lnTo>
                <a:lnTo>
                  <a:pt x="10" y="3"/>
                </a:lnTo>
                <a:lnTo>
                  <a:pt x="11" y="3"/>
                </a:lnTo>
                <a:lnTo>
                  <a:pt x="11" y="4"/>
                </a:lnTo>
                <a:lnTo>
                  <a:pt x="11" y="3"/>
                </a:lnTo>
                <a:lnTo>
                  <a:pt x="10" y="3"/>
                </a:lnTo>
                <a:lnTo>
                  <a:pt x="1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7" name=""/>
          <p:cNvSpPr/>
          <p:nvPr/>
        </p:nvSpPr>
        <p:spPr>
          <a:xfrm>
            <a:off x="4683960" y="19180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8" name=""/>
          <p:cNvSpPr/>
          <p:nvPr/>
        </p:nvSpPr>
        <p:spPr>
          <a:xfrm>
            <a:off x="4686120" y="191736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3" y="5"/>
                </a:moveTo>
                <a:lnTo>
                  <a:pt x="3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5"/>
                </a:lnTo>
                <a:lnTo>
                  <a:pt x="3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9" name=""/>
          <p:cNvSpPr/>
          <p:nvPr/>
        </p:nvSpPr>
        <p:spPr>
          <a:xfrm>
            <a:off x="4688280" y="191664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3" y="3"/>
                </a:moveTo>
                <a:lnTo>
                  <a:pt x="3" y="5"/>
                </a:lnTo>
                <a:lnTo>
                  <a:pt x="4" y="5"/>
                </a:lnTo>
                <a:lnTo>
                  <a:pt x="6" y="5"/>
                </a:lnTo>
                <a:lnTo>
                  <a:pt x="6" y="3"/>
                </a:lnTo>
                <a:lnTo>
                  <a:pt x="6" y="5"/>
                </a:lnTo>
                <a:lnTo>
                  <a:pt x="4" y="6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2" y="6"/>
                </a:lnTo>
                <a:lnTo>
                  <a:pt x="2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2" y="3"/>
                </a:lnTo>
                <a:lnTo>
                  <a:pt x="2" y="2"/>
                </a:lnTo>
                <a:lnTo>
                  <a:pt x="1" y="2"/>
                </a:lnTo>
                <a:lnTo>
                  <a:pt x="2" y="1"/>
                </a:lnTo>
                <a:lnTo>
                  <a:pt x="2" y="0"/>
                </a:lnTo>
                <a:lnTo>
                  <a:pt x="3" y="1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0" name=""/>
          <p:cNvSpPr/>
          <p:nvPr/>
        </p:nvSpPr>
        <p:spPr>
          <a:xfrm>
            <a:off x="4686120" y="19166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1" name=""/>
          <p:cNvSpPr/>
          <p:nvPr/>
        </p:nvSpPr>
        <p:spPr>
          <a:xfrm>
            <a:off x="4687200" y="19159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2" name=""/>
          <p:cNvSpPr/>
          <p:nvPr/>
        </p:nvSpPr>
        <p:spPr>
          <a:xfrm>
            <a:off x="4687920" y="19155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0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3" name=""/>
          <p:cNvSpPr/>
          <p:nvPr/>
        </p:nvSpPr>
        <p:spPr>
          <a:xfrm>
            <a:off x="4686840" y="19116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4" name=""/>
          <p:cNvSpPr/>
          <p:nvPr/>
        </p:nvSpPr>
        <p:spPr>
          <a:xfrm>
            <a:off x="4687920" y="1909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5" name=""/>
          <p:cNvSpPr/>
          <p:nvPr/>
        </p:nvSpPr>
        <p:spPr>
          <a:xfrm>
            <a:off x="4687200" y="1906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6" name=""/>
          <p:cNvSpPr/>
          <p:nvPr/>
        </p:nvSpPr>
        <p:spPr>
          <a:xfrm>
            <a:off x="4686840" y="19054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7" name=""/>
          <p:cNvSpPr/>
          <p:nvPr/>
        </p:nvSpPr>
        <p:spPr>
          <a:xfrm>
            <a:off x="4688280" y="19015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8" name=""/>
          <p:cNvSpPr/>
          <p:nvPr/>
        </p:nvSpPr>
        <p:spPr>
          <a:xfrm>
            <a:off x="4687920" y="19011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9" name=""/>
          <p:cNvSpPr/>
          <p:nvPr/>
        </p:nvSpPr>
        <p:spPr>
          <a:xfrm>
            <a:off x="4688280" y="189648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0" y="5"/>
                </a:move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1" y="5"/>
                </a:lnTo>
                <a:lnTo>
                  <a:pt x="1" y="6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0" name=""/>
          <p:cNvSpPr/>
          <p:nvPr/>
        </p:nvSpPr>
        <p:spPr>
          <a:xfrm>
            <a:off x="4685400" y="1893960"/>
            <a:ext cx="3960" cy="3240"/>
          </a:xfrm>
          <a:custGeom>
            <a:avLst/>
            <a:gdLst/>
            <a:ahLst/>
            <a:rect l="0" t="0" r="r" b="b"/>
            <a:pathLst>
              <a:path w="11" h="9">
                <a:moveTo>
                  <a:pt x="8" y="5"/>
                </a:moveTo>
                <a:lnTo>
                  <a:pt x="8" y="6"/>
                </a:lnTo>
                <a:lnTo>
                  <a:pt x="7" y="6"/>
                </a:lnTo>
                <a:lnTo>
                  <a:pt x="7" y="8"/>
                </a:lnTo>
                <a:lnTo>
                  <a:pt x="0" y="9"/>
                </a:lnTo>
                <a:lnTo>
                  <a:pt x="0" y="8"/>
                </a:lnTo>
                <a:lnTo>
                  <a:pt x="2" y="5"/>
                </a:lnTo>
                <a:lnTo>
                  <a:pt x="5" y="4"/>
                </a:lnTo>
                <a:lnTo>
                  <a:pt x="5" y="3"/>
                </a:lnTo>
                <a:lnTo>
                  <a:pt x="6" y="2"/>
                </a:lnTo>
                <a:lnTo>
                  <a:pt x="7" y="2"/>
                </a:lnTo>
                <a:lnTo>
                  <a:pt x="7" y="1"/>
                </a:lnTo>
                <a:lnTo>
                  <a:pt x="9" y="1"/>
                </a:lnTo>
                <a:lnTo>
                  <a:pt x="10" y="0"/>
                </a:lnTo>
                <a:lnTo>
                  <a:pt x="11" y="1"/>
                </a:lnTo>
                <a:lnTo>
                  <a:pt x="11" y="2"/>
                </a:lnTo>
                <a:lnTo>
                  <a:pt x="10" y="2"/>
                </a:lnTo>
                <a:lnTo>
                  <a:pt x="10" y="3"/>
                </a:lnTo>
                <a:lnTo>
                  <a:pt x="9" y="4"/>
                </a:lnTo>
                <a:lnTo>
                  <a:pt x="9" y="5"/>
                </a:lnTo>
                <a:lnTo>
                  <a:pt x="8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1" name=""/>
          <p:cNvSpPr/>
          <p:nvPr/>
        </p:nvSpPr>
        <p:spPr>
          <a:xfrm>
            <a:off x="4688280" y="18914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2" name=""/>
          <p:cNvSpPr/>
          <p:nvPr/>
        </p:nvSpPr>
        <p:spPr>
          <a:xfrm>
            <a:off x="4687560" y="18914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3" name=""/>
          <p:cNvSpPr/>
          <p:nvPr/>
        </p:nvSpPr>
        <p:spPr>
          <a:xfrm>
            <a:off x="4687920" y="1891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4" name=""/>
          <p:cNvSpPr/>
          <p:nvPr/>
        </p:nvSpPr>
        <p:spPr>
          <a:xfrm>
            <a:off x="4687920" y="18907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5" name=""/>
          <p:cNvSpPr/>
          <p:nvPr/>
        </p:nvSpPr>
        <p:spPr>
          <a:xfrm>
            <a:off x="4685400" y="1889280"/>
            <a:ext cx="2880" cy="2520"/>
          </a:xfrm>
          <a:custGeom>
            <a:avLst/>
            <a:gdLst/>
            <a:ahLst/>
            <a:rect l="0" t="0" r="r" b="b"/>
            <a:pathLst>
              <a:path w="8" h="7">
                <a:moveTo>
                  <a:pt x="4" y="7"/>
                </a:moveTo>
                <a:lnTo>
                  <a:pt x="3" y="7"/>
                </a:lnTo>
                <a:lnTo>
                  <a:pt x="1" y="7"/>
                </a:lnTo>
                <a:lnTo>
                  <a:pt x="1" y="6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3" y="1"/>
                </a:lnTo>
                <a:lnTo>
                  <a:pt x="4" y="0"/>
                </a:lnTo>
                <a:lnTo>
                  <a:pt x="5" y="0"/>
                </a:lnTo>
                <a:lnTo>
                  <a:pt x="6" y="1"/>
                </a:lnTo>
                <a:lnTo>
                  <a:pt x="6" y="2"/>
                </a:lnTo>
                <a:lnTo>
                  <a:pt x="6" y="3"/>
                </a:lnTo>
                <a:lnTo>
                  <a:pt x="7" y="3"/>
                </a:lnTo>
                <a:lnTo>
                  <a:pt x="8" y="3"/>
                </a:lnTo>
                <a:lnTo>
                  <a:pt x="8" y="4"/>
                </a:lnTo>
                <a:lnTo>
                  <a:pt x="7" y="4"/>
                </a:lnTo>
                <a:lnTo>
                  <a:pt x="7" y="6"/>
                </a:lnTo>
                <a:lnTo>
                  <a:pt x="6" y="7"/>
                </a:lnTo>
                <a:lnTo>
                  <a:pt x="4" y="7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6" name=""/>
          <p:cNvSpPr/>
          <p:nvPr/>
        </p:nvSpPr>
        <p:spPr>
          <a:xfrm>
            <a:off x="4689720" y="18896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7" name=""/>
          <p:cNvSpPr/>
          <p:nvPr/>
        </p:nvSpPr>
        <p:spPr>
          <a:xfrm>
            <a:off x="4690440" y="18892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8" name=""/>
          <p:cNvSpPr/>
          <p:nvPr/>
        </p:nvSpPr>
        <p:spPr>
          <a:xfrm>
            <a:off x="4688640" y="188892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0" y="1"/>
                </a:moveTo>
                <a:lnTo>
                  <a:pt x="3" y="0"/>
                </a:lnTo>
                <a:lnTo>
                  <a:pt x="5" y="1"/>
                </a:lnTo>
                <a:lnTo>
                  <a:pt x="5" y="3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9" name=""/>
          <p:cNvSpPr/>
          <p:nvPr/>
        </p:nvSpPr>
        <p:spPr>
          <a:xfrm>
            <a:off x="4690080" y="1888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0" name=""/>
          <p:cNvSpPr/>
          <p:nvPr/>
        </p:nvSpPr>
        <p:spPr>
          <a:xfrm>
            <a:off x="4689000" y="18878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1" name=""/>
          <p:cNvSpPr/>
          <p:nvPr/>
        </p:nvSpPr>
        <p:spPr>
          <a:xfrm>
            <a:off x="4690080" y="18874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2" y="3"/>
                </a:move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2" name=""/>
          <p:cNvSpPr/>
          <p:nvPr/>
        </p:nvSpPr>
        <p:spPr>
          <a:xfrm>
            <a:off x="4691160" y="18874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3" name=""/>
          <p:cNvSpPr/>
          <p:nvPr/>
        </p:nvSpPr>
        <p:spPr>
          <a:xfrm>
            <a:off x="4682520" y="1883880"/>
            <a:ext cx="3240" cy="5400"/>
          </a:xfrm>
          <a:custGeom>
            <a:avLst/>
            <a:gdLst/>
            <a:ahLst/>
            <a:rect l="0" t="0" r="r" b="b"/>
            <a:pathLst>
              <a:path w="9" h="15">
                <a:moveTo>
                  <a:pt x="2" y="0"/>
                </a:move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6" y="2"/>
                </a:lnTo>
                <a:lnTo>
                  <a:pt x="6" y="3"/>
                </a:lnTo>
                <a:lnTo>
                  <a:pt x="7" y="4"/>
                </a:lnTo>
                <a:lnTo>
                  <a:pt x="7" y="5"/>
                </a:lnTo>
                <a:lnTo>
                  <a:pt x="8" y="5"/>
                </a:lnTo>
                <a:lnTo>
                  <a:pt x="9" y="5"/>
                </a:lnTo>
                <a:lnTo>
                  <a:pt x="9" y="6"/>
                </a:lnTo>
                <a:lnTo>
                  <a:pt x="9" y="7"/>
                </a:lnTo>
                <a:lnTo>
                  <a:pt x="9" y="8"/>
                </a:lnTo>
                <a:lnTo>
                  <a:pt x="9" y="9"/>
                </a:lnTo>
                <a:lnTo>
                  <a:pt x="9" y="10"/>
                </a:lnTo>
                <a:lnTo>
                  <a:pt x="9" y="11"/>
                </a:lnTo>
                <a:lnTo>
                  <a:pt x="7" y="12"/>
                </a:lnTo>
                <a:lnTo>
                  <a:pt x="6" y="12"/>
                </a:lnTo>
                <a:lnTo>
                  <a:pt x="4" y="14"/>
                </a:lnTo>
                <a:lnTo>
                  <a:pt x="3" y="15"/>
                </a:lnTo>
                <a:lnTo>
                  <a:pt x="2" y="14"/>
                </a:lnTo>
                <a:lnTo>
                  <a:pt x="1" y="14"/>
                </a:lnTo>
                <a:lnTo>
                  <a:pt x="1" y="12"/>
                </a:lnTo>
                <a:lnTo>
                  <a:pt x="1" y="11"/>
                </a:lnTo>
                <a:lnTo>
                  <a:pt x="0" y="11"/>
                </a:lnTo>
                <a:lnTo>
                  <a:pt x="0" y="10"/>
                </a:lnTo>
                <a:lnTo>
                  <a:pt x="1" y="10"/>
                </a:lnTo>
                <a:lnTo>
                  <a:pt x="1" y="9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4" name=""/>
          <p:cNvSpPr/>
          <p:nvPr/>
        </p:nvSpPr>
        <p:spPr>
          <a:xfrm>
            <a:off x="4686480" y="1885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5" name=""/>
          <p:cNvSpPr/>
          <p:nvPr/>
        </p:nvSpPr>
        <p:spPr>
          <a:xfrm>
            <a:off x="4686840" y="18846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6" name=""/>
          <p:cNvSpPr/>
          <p:nvPr/>
        </p:nvSpPr>
        <p:spPr>
          <a:xfrm>
            <a:off x="4685040" y="188352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3" y="5"/>
                </a:moveTo>
                <a:lnTo>
                  <a:pt x="2" y="5"/>
                </a:lnTo>
                <a:lnTo>
                  <a:pt x="1" y="5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5" y="4"/>
                </a:lnTo>
                <a:lnTo>
                  <a:pt x="3" y="4"/>
                </a:lnTo>
                <a:lnTo>
                  <a:pt x="3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7" name=""/>
          <p:cNvSpPr/>
          <p:nvPr/>
        </p:nvSpPr>
        <p:spPr>
          <a:xfrm>
            <a:off x="4686840" y="18838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8" name=""/>
          <p:cNvSpPr/>
          <p:nvPr/>
        </p:nvSpPr>
        <p:spPr>
          <a:xfrm>
            <a:off x="4688280" y="18802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4"/>
                </a:moveTo>
                <a:lnTo>
                  <a:pt x="1" y="5"/>
                </a:lnTo>
                <a:lnTo>
                  <a:pt x="1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9" name=""/>
          <p:cNvSpPr/>
          <p:nvPr/>
        </p:nvSpPr>
        <p:spPr>
          <a:xfrm>
            <a:off x="4685400" y="1875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0" name=""/>
          <p:cNvSpPr/>
          <p:nvPr/>
        </p:nvSpPr>
        <p:spPr>
          <a:xfrm>
            <a:off x="4686120" y="187488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3" y="4"/>
                </a:moveTo>
                <a:lnTo>
                  <a:pt x="3" y="6"/>
                </a:lnTo>
                <a:lnTo>
                  <a:pt x="1" y="6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3" y="3"/>
                </a:lnTo>
                <a:lnTo>
                  <a:pt x="1" y="2"/>
                </a:lnTo>
                <a:lnTo>
                  <a:pt x="3" y="1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1" name=""/>
          <p:cNvSpPr/>
          <p:nvPr/>
        </p:nvSpPr>
        <p:spPr>
          <a:xfrm>
            <a:off x="4689720" y="186552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2"/>
                </a:moveTo>
                <a:lnTo>
                  <a:pt x="2" y="0"/>
                </a:lnTo>
                <a:lnTo>
                  <a:pt x="3" y="0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3" y="5"/>
                </a:lnTo>
                <a:lnTo>
                  <a:pt x="2" y="5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2" name=""/>
          <p:cNvSpPr/>
          <p:nvPr/>
        </p:nvSpPr>
        <p:spPr>
          <a:xfrm>
            <a:off x="4689000" y="186372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7" y="5"/>
                </a:moveTo>
                <a:lnTo>
                  <a:pt x="6" y="7"/>
                </a:lnTo>
                <a:lnTo>
                  <a:pt x="3" y="4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6" y="3"/>
                </a:lnTo>
                <a:lnTo>
                  <a:pt x="7" y="4"/>
                </a:lnTo>
                <a:lnTo>
                  <a:pt x="7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3" name=""/>
          <p:cNvSpPr/>
          <p:nvPr/>
        </p:nvSpPr>
        <p:spPr>
          <a:xfrm>
            <a:off x="4688280" y="18633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4" name=""/>
          <p:cNvSpPr/>
          <p:nvPr/>
        </p:nvSpPr>
        <p:spPr>
          <a:xfrm>
            <a:off x="4695120" y="1929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5" name=""/>
          <p:cNvSpPr/>
          <p:nvPr/>
        </p:nvSpPr>
        <p:spPr>
          <a:xfrm>
            <a:off x="4696200" y="1928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6" name=""/>
          <p:cNvSpPr/>
          <p:nvPr/>
        </p:nvSpPr>
        <p:spPr>
          <a:xfrm>
            <a:off x="4695120" y="19105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7" name=""/>
          <p:cNvSpPr/>
          <p:nvPr/>
        </p:nvSpPr>
        <p:spPr>
          <a:xfrm>
            <a:off x="4693320" y="1909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8" name=""/>
          <p:cNvSpPr/>
          <p:nvPr/>
        </p:nvSpPr>
        <p:spPr>
          <a:xfrm>
            <a:off x="4693680" y="19083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1"/>
                </a:moveTo>
                <a:lnTo>
                  <a:pt x="3" y="1"/>
                </a:lnTo>
                <a:lnTo>
                  <a:pt x="2" y="0"/>
                </a:lnTo>
                <a:lnTo>
                  <a:pt x="2" y="1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9" name=""/>
          <p:cNvSpPr/>
          <p:nvPr/>
        </p:nvSpPr>
        <p:spPr>
          <a:xfrm>
            <a:off x="4693680" y="19072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0" name=""/>
          <p:cNvSpPr/>
          <p:nvPr/>
        </p:nvSpPr>
        <p:spPr>
          <a:xfrm>
            <a:off x="4692600" y="19015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1" name=""/>
          <p:cNvSpPr/>
          <p:nvPr/>
        </p:nvSpPr>
        <p:spPr>
          <a:xfrm>
            <a:off x="4694760" y="1900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2" name=""/>
          <p:cNvSpPr/>
          <p:nvPr/>
        </p:nvSpPr>
        <p:spPr>
          <a:xfrm>
            <a:off x="4695120" y="19000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3" name=""/>
          <p:cNvSpPr/>
          <p:nvPr/>
        </p:nvSpPr>
        <p:spPr>
          <a:xfrm>
            <a:off x="4695480" y="18993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4" name=""/>
          <p:cNvSpPr/>
          <p:nvPr/>
        </p:nvSpPr>
        <p:spPr>
          <a:xfrm>
            <a:off x="4694760" y="18990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5" name=""/>
          <p:cNvSpPr/>
          <p:nvPr/>
        </p:nvSpPr>
        <p:spPr>
          <a:xfrm>
            <a:off x="4694400" y="1897920"/>
            <a:ext cx="3240" cy="1800"/>
          </a:xfrm>
          <a:custGeom>
            <a:avLst/>
            <a:gdLst/>
            <a:ahLst/>
            <a:rect l="0" t="0" r="r" b="b"/>
            <a:pathLst>
              <a:path w="9" h="5">
                <a:moveTo>
                  <a:pt x="6" y="4"/>
                </a:moveTo>
                <a:lnTo>
                  <a:pt x="7" y="4"/>
                </a:lnTo>
                <a:lnTo>
                  <a:pt x="9" y="4"/>
                </a:lnTo>
                <a:lnTo>
                  <a:pt x="9" y="5"/>
                </a:lnTo>
                <a:lnTo>
                  <a:pt x="7" y="5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3" y="3"/>
                </a:lnTo>
                <a:lnTo>
                  <a:pt x="4" y="3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6" name=""/>
          <p:cNvSpPr/>
          <p:nvPr/>
        </p:nvSpPr>
        <p:spPr>
          <a:xfrm>
            <a:off x="4689360" y="1895400"/>
            <a:ext cx="6120" cy="5400"/>
          </a:xfrm>
          <a:custGeom>
            <a:avLst/>
            <a:gdLst/>
            <a:ahLst/>
            <a:rect l="0" t="0" r="r" b="b"/>
            <a:pathLst>
              <a:path w="17" h="15">
                <a:moveTo>
                  <a:pt x="9" y="3"/>
                </a:moveTo>
                <a:lnTo>
                  <a:pt x="9" y="4"/>
                </a:lnTo>
                <a:lnTo>
                  <a:pt x="10" y="5"/>
                </a:lnTo>
                <a:lnTo>
                  <a:pt x="10" y="7"/>
                </a:lnTo>
                <a:lnTo>
                  <a:pt x="11" y="7"/>
                </a:lnTo>
                <a:lnTo>
                  <a:pt x="12" y="7"/>
                </a:lnTo>
                <a:lnTo>
                  <a:pt x="13" y="8"/>
                </a:lnTo>
                <a:lnTo>
                  <a:pt x="13" y="7"/>
                </a:lnTo>
                <a:lnTo>
                  <a:pt x="12" y="7"/>
                </a:lnTo>
                <a:lnTo>
                  <a:pt x="13" y="7"/>
                </a:lnTo>
                <a:lnTo>
                  <a:pt x="13" y="8"/>
                </a:lnTo>
                <a:lnTo>
                  <a:pt x="14" y="9"/>
                </a:lnTo>
                <a:lnTo>
                  <a:pt x="15" y="9"/>
                </a:lnTo>
                <a:lnTo>
                  <a:pt x="15" y="10"/>
                </a:lnTo>
                <a:lnTo>
                  <a:pt x="17" y="11"/>
                </a:lnTo>
                <a:lnTo>
                  <a:pt x="15" y="11"/>
                </a:lnTo>
                <a:lnTo>
                  <a:pt x="14" y="12"/>
                </a:lnTo>
                <a:lnTo>
                  <a:pt x="15" y="12"/>
                </a:lnTo>
                <a:lnTo>
                  <a:pt x="14" y="13"/>
                </a:lnTo>
                <a:lnTo>
                  <a:pt x="13" y="14"/>
                </a:lnTo>
                <a:lnTo>
                  <a:pt x="13" y="15"/>
                </a:lnTo>
                <a:lnTo>
                  <a:pt x="13" y="14"/>
                </a:lnTo>
                <a:lnTo>
                  <a:pt x="13" y="13"/>
                </a:lnTo>
                <a:lnTo>
                  <a:pt x="12" y="13"/>
                </a:lnTo>
                <a:lnTo>
                  <a:pt x="12" y="14"/>
                </a:lnTo>
                <a:lnTo>
                  <a:pt x="11" y="14"/>
                </a:lnTo>
                <a:lnTo>
                  <a:pt x="10" y="14"/>
                </a:lnTo>
                <a:lnTo>
                  <a:pt x="11" y="14"/>
                </a:lnTo>
                <a:lnTo>
                  <a:pt x="11" y="13"/>
                </a:lnTo>
                <a:lnTo>
                  <a:pt x="10" y="13"/>
                </a:lnTo>
                <a:lnTo>
                  <a:pt x="9" y="14"/>
                </a:lnTo>
                <a:lnTo>
                  <a:pt x="9" y="13"/>
                </a:lnTo>
                <a:lnTo>
                  <a:pt x="9" y="12"/>
                </a:lnTo>
                <a:lnTo>
                  <a:pt x="9" y="13"/>
                </a:lnTo>
                <a:lnTo>
                  <a:pt x="9" y="12"/>
                </a:lnTo>
                <a:lnTo>
                  <a:pt x="8" y="10"/>
                </a:lnTo>
                <a:lnTo>
                  <a:pt x="7" y="10"/>
                </a:lnTo>
                <a:lnTo>
                  <a:pt x="7" y="9"/>
                </a:lnTo>
                <a:lnTo>
                  <a:pt x="6" y="8"/>
                </a:lnTo>
                <a:lnTo>
                  <a:pt x="5" y="8"/>
                </a:lnTo>
                <a:lnTo>
                  <a:pt x="4" y="9"/>
                </a:lnTo>
                <a:lnTo>
                  <a:pt x="3" y="9"/>
                </a:lnTo>
                <a:lnTo>
                  <a:pt x="2" y="9"/>
                </a:lnTo>
                <a:lnTo>
                  <a:pt x="0" y="9"/>
                </a:lnTo>
                <a:lnTo>
                  <a:pt x="0" y="8"/>
                </a:lnTo>
                <a:lnTo>
                  <a:pt x="2" y="7"/>
                </a:lnTo>
                <a:lnTo>
                  <a:pt x="2" y="5"/>
                </a:lnTo>
                <a:lnTo>
                  <a:pt x="3" y="4"/>
                </a:lnTo>
                <a:lnTo>
                  <a:pt x="3" y="3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7" y="0"/>
                </a:lnTo>
                <a:lnTo>
                  <a:pt x="8" y="0"/>
                </a:lnTo>
                <a:lnTo>
                  <a:pt x="9" y="1"/>
                </a:lnTo>
                <a:lnTo>
                  <a:pt x="9" y="2"/>
                </a:lnTo>
                <a:lnTo>
                  <a:pt x="9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7" name=""/>
          <p:cNvSpPr/>
          <p:nvPr/>
        </p:nvSpPr>
        <p:spPr>
          <a:xfrm>
            <a:off x="4694040" y="1897560"/>
            <a:ext cx="1080" cy="360"/>
          </a:xfrm>
          <a:custGeom>
            <a:avLst/>
            <a:gdLst/>
            <a:ahLst/>
            <a:rect l="0" t="0" r="r" b="b"/>
            <a:pathLst>
              <a:path w="3" h="1">
                <a:moveTo>
                  <a:pt x="1" y="0"/>
                </a:moveTo>
                <a:lnTo>
                  <a:pt x="2" y="0"/>
                </a:lnTo>
                <a:lnTo>
                  <a:pt x="3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8" name=""/>
          <p:cNvSpPr/>
          <p:nvPr/>
        </p:nvSpPr>
        <p:spPr>
          <a:xfrm>
            <a:off x="4695120" y="1897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9" name=""/>
          <p:cNvSpPr/>
          <p:nvPr/>
        </p:nvSpPr>
        <p:spPr>
          <a:xfrm>
            <a:off x="4694760" y="1895400"/>
            <a:ext cx="3600" cy="2520"/>
          </a:xfrm>
          <a:custGeom>
            <a:avLst/>
            <a:gdLst/>
            <a:ahLst/>
            <a:rect l="0" t="0" r="r" b="b"/>
            <a:pathLst>
              <a:path w="10" h="7">
                <a:moveTo>
                  <a:pt x="8" y="5"/>
                </a:moveTo>
                <a:lnTo>
                  <a:pt x="9" y="5"/>
                </a:lnTo>
                <a:lnTo>
                  <a:pt x="9" y="6"/>
                </a:lnTo>
                <a:lnTo>
                  <a:pt x="10" y="6"/>
                </a:lnTo>
                <a:lnTo>
                  <a:pt x="10" y="7"/>
                </a:lnTo>
                <a:lnTo>
                  <a:pt x="9" y="7"/>
                </a:lnTo>
                <a:lnTo>
                  <a:pt x="8" y="6"/>
                </a:lnTo>
                <a:lnTo>
                  <a:pt x="8" y="7"/>
                </a:lnTo>
                <a:lnTo>
                  <a:pt x="7" y="7"/>
                </a:lnTo>
                <a:lnTo>
                  <a:pt x="6" y="6"/>
                </a:lnTo>
                <a:lnTo>
                  <a:pt x="5" y="6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4" y="2"/>
                </a:lnTo>
                <a:lnTo>
                  <a:pt x="4" y="4"/>
                </a:lnTo>
                <a:lnTo>
                  <a:pt x="5" y="5"/>
                </a:lnTo>
                <a:lnTo>
                  <a:pt x="6" y="5"/>
                </a:lnTo>
                <a:lnTo>
                  <a:pt x="7" y="5"/>
                </a:lnTo>
                <a:lnTo>
                  <a:pt x="8" y="6"/>
                </a:lnTo>
                <a:lnTo>
                  <a:pt x="8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0" name=""/>
          <p:cNvSpPr/>
          <p:nvPr/>
        </p:nvSpPr>
        <p:spPr>
          <a:xfrm>
            <a:off x="4694040" y="1896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1" name=""/>
          <p:cNvSpPr/>
          <p:nvPr/>
        </p:nvSpPr>
        <p:spPr>
          <a:xfrm>
            <a:off x="4693320" y="18950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3" y="2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2" name=""/>
          <p:cNvSpPr/>
          <p:nvPr/>
        </p:nvSpPr>
        <p:spPr>
          <a:xfrm>
            <a:off x="4692960" y="18946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3" name=""/>
          <p:cNvSpPr/>
          <p:nvPr/>
        </p:nvSpPr>
        <p:spPr>
          <a:xfrm>
            <a:off x="4695120" y="1894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4" name=""/>
          <p:cNvSpPr/>
          <p:nvPr/>
        </p:nvSpPr>
        <p:spPr>
          <a:xfrm>
            <a:off x="4695120" y="1893240"/>
            <a:ext cx="3600" cy="3240"/>
          </a:xfrm>
          <a:custGeom>
            <a:avLst/>
            <a:gdLst/>
            <a:ahLst/>
            <a:rect l="0" t="0" r="r" b="b"/>
            <a:pathLst>
              <a:path w="10" h="9">
                <a:moveTo>
                  <a:pt x="7" y="1"/>
                </a:moveTo>
                <a:lnTo>
                  <a:pt x="8" y="1"/>
                </a:lnTo>
                <a:lnTo>
                  <a:pt x="8" y="3"/>
                </a:lnTo>
                <a:lnTo>
                  <a:pt x="9" y="3"/>
                </a:lnTo>
                <a:lnTo>
                  <a:pt x="10" y="4"/>
                </a:lnTo>
                <a:lnTo>
                  <a:pt x="9" y="4"/>
                </a:lnTo>
                <a:lnTo>
                  <a:pt x="9" y="3"/>
                </a:lnTo>
                <a:lnTo>
                  <a:pt x="8" y="4"/>
                </a:lnTo>
                <a:lnTo>
                  <a:pt x="7" y="4"/>
                </a:lnTo>
                <a:lnTo>
                  <a:pt x="7" y="5"/>
                </a:lnTo>
                <a:lnTo>
                  <a:pt x="8" y="5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9" y="7"/>
                </a:lnTo>
                <a:lnTo>
                  <a:pt x="10" y="8"/>
                </a:lnTo>
                <a:lnTo>
                  <a:pt x="9" y="9"/>
                </a:lnTo>
                <a:lnTo>
                  <a:pt x="8" y="8"/>
                </a:lnTo>
                <a:lnTo>
                  <a:pt x="7" y="8"/>
                </a:lnTo>
                <a:lnTo>
                  <a:pt x="6" y="8"/>
                </a:lnTo>
                <a:lnTo>
                  <a:pt x="6" y="7"/>
                </a:lnTo>
                <a:lnTo>
                  <a:pt x="5" y="6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1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7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5" name=""/>
          <p:cNvSpPr/>
          <p:nvPr/>
        </p:nvSpPr>
        <p:spPr>
          <a:xfrm>
            <a:off x="4693680" y="18943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6" name=""/>
          <p:cNvSpPr/>
          <p:nvPr/>
        </p:nvSpPr>
        <p:spPr>
          <a:xfrm>
            <a:off x="4696200" y="189216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0"/>
                </a:moveTo>
                <a:lnTo>
                  <a:pt x="1" y="0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7" name=""/>
          <p:cNvSpPr/>
          <p:nvPr/>
        </p:nvSpPr>
        <p:spPr>
          <a:xfrm>
            <a:off x="4697280" y="18896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8" name=""/>
          <p:cNvSpPr/>
          <p:nvPr/>
        </p:nvSpPr>
        <p:spPr>
          <a:xfrm>
            <a:off x="4694760" y="188892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1" y="2"/>
                </a:moveTo>
                <a:lnTo>
                  <a:pt x="1" y="0"/>
                </a:lnTo>
                <a:lnTo>
                  <a:pt x="0" y="0"/>
                </a:lnTo>
                <a:lnTo>
                  <a:pt x="3" y="0"/>
                </a:lnTo>
                <a:lnTo>
                  <a:pt x="4" y="2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9" name=""/>
          <p:cNvSpPr/>
          <p:nvPr/>
        </p:nvSpPr>
        <p:spPr>
          <a:xfrm>
            <a:off x="4692240" y="188892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0"/>
                </a:moveTo>
                <a:lnTo>
                  <a:pt x="2" y="0"/>
                </a:lnTo>
                <a:lnTo>
                  <a:pt x="4" y="1"/>
                </a:lnTo>
                <a:lnTo>
                  <a:pt x="2" y="1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30" name=""/>
          <p:cNvSpPr/>
          <p:nvPr/>
        </p:nvSpPr>
        <p:spPr>
          <a:xfrm>
            <a:off x="4691880" y="18885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31" name=""/>
          <p:cNvSpPr/>
          <p:nvPr/>
        </p:nvSpPr>
        <p:spPr>
          <a:xfrm>
            <a:off x="4691160" y="18882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2" y="1"/>
                </a:moveTo>
                <a:lnTo>
                  <a:pt x="2" y="0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32" name=""/>
          <p:cNvSpPr/>
          <p:nvPr/>
        </p:nvSpPr>
        <p:spPr>
          <a:xfrm>
            <a:off x="4692240" y="188784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6" y="5"/>
                </a:moveTo>
                <a:lnTo>
                  <a:pt x="5" y="5"/>
                </a:lnTo>
                <a:lnTo>
                  <a:pt x="5" y="4"/>
                </a:lnTo>
                <a:lnTo>
                  <a:pt x="3" y="4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5" y="1"/>
                </a:lnTo>
                <a:lnTo>
                  <a:pt x="5" y="3"/>
                </a:lnTo>
                <a:lnTo>
                  <a:pt x="6" y="4"/>
                </a:lnTo>
                <a:lnTo>
                  <a:pt x="6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33" name=""/>
          <p:cNvSpPr/>
          <p:nvPr/>
        </p:nvSpPr>
        <p:spPr>
          <a:xfrm>
            <a:off x="4692240" y="18882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34" name=""/>
          <p:cNvSpPr/>
          <p:nvPr/>
        </p:nvSpPr>
        <p:spPr>
          <a:xfrm>
            <a:off x="4685760" y="1880640"/>
            <a:ext cx="13320" cy="9360"/>
          </a:xfrm>
          <a:custGeom>
            <a:avLst/>
            <a:gdLst/>
            <a:ahLst/>
            <a:rect l="0" t="0" r="r" b="b"/>
            <a:pathLst>
              <a:path w="37" h="26">
                <a:moveTo>
                  <a:pt x="5" y="3"/>
                </a:moveTo>
                <a:lnTo>
                  <a:pt x="6" y="3"/>
                </a:lnTo>
                <a:lnTo>
                  <a:pt x="7" y="3"/>
                </a:lnTo>
                <a:lnTo>
                  <a:pt x="8" y="4"/>
                </a:lnTo>
                <a:lnTo>
                  <a:pt x="10" y="4"/>
                </a:lnTo>
                <a:lnTo>
                  <a:pt x="11" y="4"/>
                </a:lnTo>
                <a:lnTo>
                  <a:pt x="12" y="4"/>
                </a:lnTo>
                <a:lnTo>
                  <a:pt x="13" y="4"/>
                </a:lnTo>
                <a:lnTo>
                  <a:pt x="13" y="3"/>
                </a:lnTo>
                <a:lnTo>
                  <a:pt x="14" y="3"/>
                </a:lnTo>
                <a:lnTo>
                  <a:pt x="15" y="3"/>
                </a:lnTo>
                <a:lnTo>
                  <a:pt x="16" y="4"/>
                </a:lnTo>
                <a:lnTo>
                  <a:pt x="16" y="5"/>
                </a:lnTo>
                <a:lnTo>
                  <a:pt x="17" y="5"/>
                </a:lnTo>
                <a:lnTo>
                  <a:pt x="17" y="6"/>
                </a:lnTo>
                <a:lnTo>
                  <a:pt x="18" y="6"/>
                </a:lnTo>
                <a:lnTo>
                  <a:pt x="18" y="7"/>
                </a:lnTo>
                <a:lnTo>
                  <a:pt x="19" y="8"/>
                </a:lnTo>
                <a:lnTo>
                  <a:pt x="21" y="8"/>
                </a:lnTo>
                <a:lnTo>
                  <a:pt x="22" y="8"/>
                </a:lnTo>
                <a:lnTo>
                  <a:pt x="23" y="8"/>
                </a:lnTo>
                <a:lnTo>
                  <a:pt x="25" y="8"/>
                </a:lnTo>
                <a:lnTo>
                  <a:pt x="26" y="8"/>
                </a:lnTo>
                <a:lnTo>
                  <a:pt x="27" y="8"/>
                </a:lnTo>
                <a:lnTo>
                  <a:pt x="28" y="9"/>
                </a:lnTo>
                <a:lnTo>
                  <a:pt x="29" y="9"/>
                </a:lnTo>
                <a:lnTo>
                  <a:pt x="30" y="9"/>
                </a:lnTo>
                <a:lnTo>
                  <a:pt x="31" y="9"/>
                </a:lnTo>
                <a:lnTo>
                  <a:pt x="32" y="9"/>
                </a:lnTo>
                <a:lnTo>
                  <a:pt x="33" y="10"/>
                </a:lnTo>
                <a:lnTo>
                  <a:pt x="33" y="11"/>
                </a:lnTo>
                <a:lnTo>
                  <a:pt x="32" y="11"/>
                </a:lnTo>
                <a:lnTo>
                  <a:pt x="32" y="12"/>
                </a:lnTo>
                <a:lnTo>
                  <a:pt x="31" y="12"/>
                </a:lnTo>
                <a:lnTo>
                  <a:pt x="31" y="11"/>
                </a:lnTo>
                <a:lnTo>
                  <a:pt x="29" y="11"/>
                </a:lnTo>
                <a:lnTo>
                  <a:pt x="29" y="12"/>
                </a:lnTo>
                <a:lnTo>
                  <a:pt x="28" y="12"/>
                </a:lnTo>
                <a:lnTo>
                  <a:pt x="29" y="13"/>
                </a:lnTo>
                <a:lnTo>
                  <a:pt x="30" y="13"/>
                </a:lnTo>
                <a:lnTo>
                  <a:pt x="32" y="13"/>
                </a:lnTo>
                <a:lnTo>
                  <a:pt x="32" y="14"/>
                </a:lnTo>
                <a:lnTo>
                  <a:pt x="33" y="15"/>
                </a:lnTo>
                <a:lnTo>
                  <a:pt x="34" y="15"/>
                </a:lnTo>
                <a:lnTo>
                  <a:pt x="34" y="16"/>
                </a:lnTo>
                <a:lnTo>
                  <a:pt x="36" y="16"/>
                </a:lnTo>
                <a:lnTo>
                  <a:pt x="36" y="17"/>
                </a:lnTo>
                <a:lnTo>
                  <a:pt x="37" y="18"/>
                </a:lnTo>
                <a:lnTo>
                  <a:pt x="37" y="17"/>
                </a:lnTo>
                <a:lnTo>
                  <a:pt x="37" y="18"/>
                </a:lnTo>
                <a:lnTo>
                  <a:pt x="37" y="19"/>
                </a:lnTo>
                <a:lnTo>
                  <a:pt x="36" y="19"/>
                </a:lnTo>
                <a:lnTo>
                  <a:pt x="37" y="19"/>
                </a:lnTo>
                <a:lnTo>
                  <a:pt x="36" y="24"/>
                </a:lnTo>
                <a:lnTo>
                  <a:pt x="36" y="25"/>
                </a:lnTo>
                <a:lnTo>
                  <a:pt x="34" y="26"/>
                </a:lnTo>
                <a:lnTo>
                  <a:pt x="33" y="26"/>
                </a:lnTo>
                <a:lnTo>
                  <a:pt x="32" y="26"/>
                </a:lnTo>
                <a:lnTo>
                  <a:pt x="31" y="26"/>
                </a:lnTo>
                <a:lnTo>
                  <a:pt x="30" y="26"/>
                </a:lnTo>
                <a:lnTo>
                  <a:pt x="30" y="25"/>
                </a:lnTo>
                <a:lnTo>
                  <a:pt x="29" y="25"/>
                </a:lnTo>
                <a:lnTo>
                  <a:pt x="28" y="24"/>
                </a:lnTo>
                <a:lnTo>
                  <a:pt x="27" y="24"/>
                </a:lnTo>
                <a:lnTo>
                  <a:pt x="25" y="23"/>
                </a:lnTo>
                <a:lnTo>
                  <a:pt x="23" y="22"/>
                </a:lnTo>
                <a:lnTo>
                  <a:pt x="22" y="22"/>
                </a:lnTo>
                <a:lnTo>
                  <a:pt x="22" y="21"/>
                </a:lnTo>
                <a:lnTo>
                  <a:pt x="21" y="21"/>
                </a:lnTo>
                <a:lnTo>
                  <a:pt x="20" y="21"/>
                </a:lnTo>
                <a:lnTo>
                  <a:pt x="19" y="21"/>
                </a:lnTo>
                <a:lnTo>
                  <a:pt x="18" y="21"/>
                </a:lnTo>
                <a:lnTo>
                  <a:pt x="17" y="21"/>
                </a:lnTo>
                <a:lnTo>
                  <a:pt x="16" y="21"/>
                </a:lnTo>
                <a:lnTo>
                  <a:pt x="16" y="19"/>
                </a:lnTo>
                <a:lnTo>
                  <a:pt x="15" y="19"/>
                </a:lnTo>
                <a:lnTo>
                  <a:pt x="14" y="19"/>
                </a:lnTo>
                <a:lnTo>
                  <a:pt x="13" y="18"/>
                </a:lnTo>
                <a:lnTo>
                  <a:pt x="12" y="18"/>
                </a:lnTo>
                <a:lnTo>
                  <a:pt x="11" y="18"/>
                </a:lnTo>
                <a:lnTo>
                  <a:pt x="11" y="19"/>
                </a:lnTo>
                <a:lnTo>
                  <a:pt x="10" y="19"/>
                </a:lnTo>
                <a:lnTo>
                  <a:pt x="10" y="21"/>
                </a:lnTo>
                <a:lnTo>
                  <a:pt x="9" y="21"/>
                </a:lnTo>
                <a:lnTo>
                  <a:pt x="8" y="21"/>
                </a:lnTo>
                <a:lnTo>
                  <a:pt x="8" y="19"/>
                </a:lnTo>
                <a:lnTo>
                  <a:pt x="8" y="18"/>
                </a:lnTo>
                <a:lnTo>
                  <a:pt x="7" y="18"/>
                </a:lnTo>
                <a:lnTo>
                  <a:pt x="7" y="17"/>
                </a:lnTo>
                <a:lnTo>
                  <a:pt x="6" y="15"/>
                </a:lnTo>
                <a:lnTo>
                  <a:pt x="5" y="15"/>
                </a:lnTo>
                <a:lnTo>
                  <a:pt x="4" y="14"/>
                </a:lnTo>
                <a:lnTo>
                  <a:pt x="4" y="13"/>
                </a:lnTo>
                <a:lnTo>
                  <a:pt x="4" y="12"/>
                </a:lnTo>
                <a:lnTo>
                  <a:pt x="5" y="12"/>
                </a:lnTo>
                <a:lnTo>
                  <a:pt x="5" y="11"/>
                </a:lnTo>
                <a:lnTo>
                  <a:pt x="5" y="9"/>
                </a:lnTo>
                <a:lnTo>
                  <a:pt x="4" y="8"/>
                </a:lnTo>
                <a:lnTo>
                  <a:pt x="3" y="7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4" y="2"/>
                </a:lnTo>
                <a:lnTo>
                  <a:pt x="5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35" name=""/>
          <p:cNvSpPr/>
          <p:nvPr/>
        </p:nvSpPr>
        <p:spPr>
          <a:xfrm>
            <a:off x="4692600" y="1882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36" name=""/>
          <p:cNvSpPr/>
          <p:nvPr/>
        </p:nvSpPr>
        <p:spPr>
          <a:xfrm>
            <a:off x="4692240" y="1880280"/>
            <a:ext cx="3240" cy="2520"/>
          </a:xfrm>
          <a:custGeom>
            <a:avLst/>
            <a:gdLst/>
            <a:ahLst/>
            <a:rect l="0" t="0" r="r" b="b"/>
            <a:pathLst>
              <a:path w="9" h="7">
                <a:moveTo>
                  <a:pt x="6" y="1"/>
                </a:moveTo>
                <a:lnTo>
                  <a:pt x="7" y="1"/>
                </a:lnTo>
                <a:lnTo>
                  <a:pt x="9" y="2"/>
                </a:lnTo>
                <a:lnTo>
                  <a:pt x="7" y="2"/>
                </a:lnTo>
                <a:lnTo>
                  <a:pt x="7" y="1"/>
                </a:lnTo>
                <a:lnTo>
                  <a:pt x="7" y="2"/>
                </a:lnTo>
                <a:lnTo>
                  <a:pt x="7" y="3"/>
                </a:lnTo>
                <a:lnTo>
                  <a:pt x="7" y="2"/>
                </a:ln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lnTo>
                  <a:pt x="5" y="3"/>
                </a:lnTo>
                <a:lnTo>
                  <a:pt x="5" y="4"/>
                </a:lnTo>
                <a:lnTo>
                  <a:pt x="4" y="5"/>
                </a:lnTo>
                <a:lnTo>
                  <a:pt x="4" y="7"/>
                </a:lnTo>
                <a:lnTo>
                  <a:pt x="3" y="7"/>
                </a:lnTo>
                <a:lnTo>
                  <a:pt x="2" y="5"/>
                </a:lnTo>
                <a:lnTo>
                  <a:pt x="2" y="4"/>
                </a:lnTo>
                <a:lnTo>
                  <a:pt x="0" y="3"/>
                </a:lnTo>
                <a:lnTo>
                  <a:pt x="2" y="2"/>
                </a:lnTo>
                <a:lnTo>
                  <a:pt x="2" y="1"/>
                </a:lnTo>
                <a:lnTo>
                  <a:pt x="4" y="0"/>
                </a:lnTo>
                <a:lnTo>
                  <a:pt x="5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37" name=""/>
          <p:cNvSpPr/>
          <p:nvPr/>
        </p:nvSpPr>
        <p:spPr>
          <a:xfrm>
            <a:off x="4691880" y="18792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1" y="0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38" name=""/>
          <p:cNvSpPr/>
          <p:nvPr/>
        </p:nvSpPr>
        <p:spPr>
          <a:xfrm>
            <a:off x="4693680" y="187920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39" name=""/>
          <p:cNvSpPr/>
          <p:nvPr/>
        </p:nvSpPr>
        <p:spPr>
          <a:xfrm>
            <a:off x="4695120" y="18788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2" y="0"/>
                </a:ln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0" name=""/>
          <p:cNvSpPr/>
          <p:nvPr/>
        </p:nvSpPr>
        <p:spPr>
          <a:xfrm>
            <a:off x="4694400" y="1878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1" name=""/>
          <p:cNvSpPr/>
          <p:nvPr/>
        </p:nvSpPr>
        <p:spPr>
          <a:xfrm>
            <a:off x="4696200" y="187776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6" y="0"/>
                </a:moveTo>
                <a:lnTo>
                  <a:pt x="6" y="1"/>
                </a:lnTo>
                <a:lnTo>
                  <a:pt x="6" y="2"/>
                </a:lnTo>
                <a:lnTo>
                  <a:pt x="5" y="2"/>
                </a:lnTo>
                <a:lnTo>
                  <a:pt x="4" y="2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1"/>
                </a:lnTo>
                <a:lnTo>
                  <a:pt x="0" y="0"/>
                </a:lnTo>
                <a:lnTo>
                  <a:pt x="5" y="0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2" name=""/>
          <p:cNvSpPr/>
          <p:nvPr/>
        </p:nvSpPr>
        <p:spPr>
          <a:xfrm>
            <a:off x="4689360" y="1874880"/>
            <a:ext cx="6840" cy="5040"/>
          </a:xfrm>
          <a:custGeom>
            <a:avLst/>
            <a:gdLst/>
            <a:ahLst/>
            <a:rect l="0" t="0" r="r" b="b"/>
            <a:pathLst>
              <a:path w="19" h="14">
                <a:moveTo>
                  <a:pt x="15" y="2"/>
                </a:moveTo>
                <a:lnTo>
                  <a:pt x="16" y="2"/>
                </a:lnTo>
                <a:lnTo>
                  <a:pt x="17" y="2"/>
                </a:lnTo>
                <a:lnTo>
                  <a:pt x="17" y="3"/>
                </a:lnTo>
                <a:lnTo>
                  <a:pt x="16" y="3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9" y="5"/>
                </a:lnTo>
                <a:lnTo>
                  <a:pt x="18" y="6"/>
                </a:lnTo>
                <a:lnTo>
                  <a:pt x="17" y="6"/>
                </a:lnTo>
                <a:lnTo>
                  <a:pt x="18" y="8"/>
                </a:lnTo>
                <a:lnTo>
                  <a:pt x="18" y="9"/>
                </a:lnTo>
                <a:lnTo>
                  <a:pt x="17" y="9"/>
                </a:lnTo>
                <a:lnTo>
                  <a:pt x="17" y="10"/>
                </a:lnTo>
                <a:lnTo>
                  <a:pt x="17" y="11"/>
                </a:lnTo>
                <a:lnTo>
                  <a:pt x="17" y="12"/>
                </a:lnTo>
                <a:lnTo>
                  <a:pt x="17" y="14"/>
                </a:lnTo>
                <a:lnTo>
                  <a:pt x="16" y="12"/>
                </a:lnTo>
                <a:lnTo>
                  <a:pt x="15" y="12"/>
                </a:lnTo>
                <a:lnTo>
                  <a:pt x="14" y="11"/>
                </a:lnTo>
                <a:lnTo>
                  <a:pt x="13" y="11"/>
                </a:lnTo>
                <a:lnTo>
                  <a:pt x="11" y="11"/>
                </a:lnTo>
                <a:lnTo>
                  <a:pt x="10" y="11"/>
                </a:lnTo>
                <a:lnTo>
                  <a:pt x="9" y="10"/>
                </a:lnTo>
                <a:lnTo>
                  <a:pt x="7" y="9"/>
                </a:lnTo>
                <a:lnTo>
                  <a:pt x="6" y="8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3" y="6"/>
                </a:lnTo>
                <a:lnTo>
                  <a:pt x="2" y="6"/>
                </a:lnTo>
                <a:lnTo>
                  <a:pt x="2" y="7"/>
                </a:lnTo>
                <a:lnTo>
                  <a:pt x="1" y="6"/>
                </a:lnTo>
                <a:lnTo>
                  <a:pt x="0" y="5"/>
                </a:lnTo>
                <a:lnTo>
                  <a:pt x="1" y="5"/>
                </a:lnTo>
                <a:lnTo>
                  <a:pt x="2" y="5"/>
                </a:lnTo>
                <a:lnTo>
                  <a:pt x="3" y="5"/>
                </a:lnTo>
                <a:lnTo>
                  <a:pt x="4" y="5"/>
                </a:lnTo>
                <a:lnTo>
                  <a:pt x="6" y="5"/>
                </a:lnTo>
                <a:lnTo>
                  <a:pt x="7" y="4"/>
                </a:lnTo>
                <a:lnTo>
                  <a:pt x="8" y="4"/>
                </a:lnTo>
                <a:lnTo>
                  <a:pt x="9" y="4"/>
                </a:lnTo>
                <a:lnTo>
                  <a:pt x="10" y="4"/>
                </a:lnTo>
                <a:lnTo>
                  <a:pt x="11" y="4"/>
                </a:lnTo>
                <a:lnTo>
                  <a:pt x="11" y="3"/>
                </a:lnTo>
                <a:lnTo>
                  <a:pt x="12" y="2"/>
                </a:lnTo>
                <a:lnTo>
                  <a:pt x="13" y="0"/>
                </a:lnTo>
                <a:lnTo>
                  <a:pt x="13" y="2"/>
                </a:lnTo>
                <a:lnTo>
                  <a:pt x="14" y="3"/>
                </a:lnTo>
                <a:lnTo>
                  <a:pt x="15" y="3"/>
                </a:lnTo>
                <a:lnTo>
                  <a:pt x="1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3" name=""/>
          <p:cNvSpPr/>
          <p:nvPr/>
        </p:nvSpPr>
        <p:spPr>
          <a:xfrm>
            <a:off x="4697640" y="18691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1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4" name=""/>
          <p:cNvSpPr/>
          <p:nvPr/>
        </p:nvSpPr>
        <p:spPr>
          <a:xfrm>
            <a:off x="4696200" y="18680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5" name=""/>
          <p:cNvSpPr/>
          <p:nvPr/>
        </p:nvSpPr>
        <p:spPr>
          <a:xfrm>
            <a:off x="4691160" y="18651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4" y="2"/>
                </a:lnTo>
                <a:lnTo>
                  <a:pt x="3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6" name=""/>
          <p:cNvSpPr/>
          <p:nvPr/>
        </p:nvSpPr>
        <p:spPr>
          <a:xfrm>
            <a:off x="4692240" y="1864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7" name=""/>
          <p:cNvSpPr/>
          <p:nvPr/>
        </p:nvSpPr>
        <p:spPr>
          <a:xfrm>
            <a:off x="4696920" y="18637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8" name=""/>
          <p:cNvSpPr/>
          <p:nvPr/>
        </p:nvSpPr>
        <p:spPr>
          <a:xfrm>
            <a:off x="4698000" y="1893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9" name=""/>
          <p:cNvSpPr/>
          <p:nvPr/>
        </p:nvSpPr>
        <p:spPr>
          <a:xfrm>
            <a:off x="4699440" y="18932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0" name=""/>
          <p:cNvSpPr/>
          <p:nvPr/>
        </p:nvSpPr>
        <p:spPr>
          <a:xfrm>
            <a:off x="4696920" y="1891800"/>
            <a:ext cx="2880" cy="1440"/>
          </a:xfrm>
          <a:custGeom>
            <a:avLst/>
            <a:gdLst/>
            <a:ahLst/>
            <a:rect l="0" t="0" r="r" b="b"/>
            <a:pathLst>
              <a:path w="8" h="4">
                <a:moveTo>
                  <a:pt x="6" y="0"/>
                </a:moveTo>
                <a:lnTo>
                  <a:pt x="8" y="1"/>
                </a:lnTo>
                <a:lnTo>
                  <a:pt x="6" y="1"/>
                </a:lnTo>
                <a:lnTo>
                  <a:pt x="6" y="2"/>
                </a:lnTo>
                <a:lnTo>
                  <a:pt x="6" y="4"/>
                </a:lnTo>
                <a:lnTo>
                  <a:pt x="5" y="2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1" name=""/>
          <p:cNvSpPr/>
          <p:nvPr/>
        </p:nvSpPr>
        <p:spPr>
          <a:xfrm>
            <a:off x="4698360" y="1889280"/>
            <a:ext cx="3960" cy="5040"/>
          </a:xfrm>
          <a:custGeom>
            <a:avLst/>
            <a:gdLst/>
            <a:ahLst/>
            <a:rect l="0" t="0" r="r" b="b"/>
            <a:pathLst>
              <a:path w="11" h="14">
                <a:moveTo>
                  <a:pt x="5" y="0"/>
                </a:moveTo>
                <a:lnTo>
                  <a:pt x="7" y="1"/>
                </a:lnTo>
                <a:lnTo>
                  <a:pt x="7" y="3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9" y="1"/>
                </a:lnTo>
                <a:lnTo>
                  <a:pt x="9" y="3"/>
                </a:lnTo>
                <a:lnTo>
                  <a:pt x="10" y="4"/>
                </a:lnTo>
                <a:lnTo>
                  <a:pt x="10" y="5"/>
                </a:lnTo>
                <a:lnTo>
                  <a:pt x="9" y="4"/>
                </a:lnTo>
                <a:lnTo>
                  <a:pt x="8" y="4"/>
                </a:lnTo>
                <a:lnTo>
                  <a:pt x="8" y="5"/>
                </a:lnTo>
                <a:lnTo>
                  <a:pt x="9" y="5"/>
                </a:lnTo>
                <a:lnTo>
                  <a:pt x="10" y="6"/>
                </a:lnTo>
                <a:lnTo>
                  <a:pt x="11" y="6"/>
                </a:lnTo>
                <a:lnTo>
                  <a:pt x="10" y="6"/>
                </a:lnTo>
                <a:lnTo>
                  <a:pt x="10" y="7"/>
                </a:lnTo>
                <a:lnTo>
                  <a:pt x="11" y="7"/>
                </a:lnTo>
                <a:lnTo>
                  <a:pt x="11" y="8"/>
                </a:lnTo>
                <a:lnTo>
                  <a:pt x="10" y="8"/>
                </a:lnTo>
                <a:lnTo>
                  <a:pt x="9" y="8"/>
                </a:lnTo>
                <a:lnTo>
                  <a:pt x="9" y="9"/>
                </a:lnTo>
                <a:lnTo>
                  <a:pt x="8" y="9"/>
                </a:lnTo>
                <a:lnTo>
                  <a:pt x="7" y="10"/>
                </a:lnTo>
                <a:lnTo>
                  <a:pt x="7" y="11"/>
                </a:lnTo>
                <a:lnTo>
                  <a:pt x="8" y="11"/>
                </a:lnTo>
                <a:lnTo>
                  <a:pt x="9" y="12"/>
                </a:lnTo>
                <a:lnTo>
                  <a:pt x="9" y="13"/>
                </a:lnTo>
                <a:lnTo>
                  <a:pt x="9" y="14"/>
                </a:lnTo>
                <a:lnTo>
                  <a:pt x="8" y="14"/>
                </a:lnTo>
                <a:lnTo>
                  <a:pt x="8" y="13"/>
                </a:lnTo>
                <a:lnTo>
                  <a:pt x="7" y="13"/>
                </a:lnTo>
                <a:lnTo>
                  <a:pt x="6" y="13"/>
                </a:lnTo>
                <a:lnTo>
                  <a:pt x="6" y="12"/>
                </a:lnTo>
                <a:lnTo>
                  <a:pt x="5" y="11"/>
                </a:lnTo>
                <a:lnTo>
                  <a:pt x="5" y="10"/>
                </a:lnTo>
                <a:lnTo>
                  <a:pt x="6" y="9"/>
                </a:lnTo>
                <a:lnTo>
                  <a:pt x="6" y="8"/>
                </a:lnTo>
                <a:lnTo>
                  <a:pt x="5" y="7"/>
                </a:lnTo>
                <a:lnTo>
                  <a:pt x="5" y="6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0"/>
                </a:lnTo>
                <a:lnTo>
                  <a:pt x="5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2" name=""/>
          <p:cNvSpPr/>
          <p:nvPr/>
        </p:nvSpPr>
        <p:spPr>
          <a:xfrm>
            <a:off x="4702320" y="1889280"/>
            <a:ext cx="360" cy="1080"/>
          </a:xfrm>
          <a:custGeom>
            <a:avLst/>
            <a:gdLst/>
            <a:ahLst/>
            <a:rect l="0" t="0" r="r" b="b"/>
            <a:pathLst>
              <a:path w="1" h="3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3" name=""/>
          <p:cNvSpPr/>
          <p:nvPr/>
        </p:nvSpPr>
        <p:spPr>
          <a:xfrm>
            <a:off x="4702320" y="18889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4" name=""/>
          <p:cNvSpPr/>
          <p:nvPr/>
        </p:nvSpPr>
        <p:spPr>
          <a:xfrm>
            <a:off x="4702320" y="18885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5" name=""/>
          <p:cNvSpPr/>
          <p:nvPr/>
        </p:nvSpPr>
        <p:spPr>
          <a:xfrm>
            <a:off x="4699800" y="1886400"/>
            <a:ext cx="1800" cy="2520"/>
          </a:xfrm>
          <a:custGeom>
            <a:avLst/>
            <a:gdLst/>
            <a:ahLst/>
            <a:rect l="0" t="0" r="r" b="b"/>
            <a:pathLst>
              <a:path w="5" h="7">
                <a:moveTo>
                  <a:pt x="5" y="4"/>
                </a:moveTo>
                <a:lnTo>
                  <a:pt x="4" y="4"/>
                </a:lnTo>
                <a:lnTo>
                  <a:pt x="2" y="4"/>
                </a:lnTo>
                <a:lnTo>
                  <a:pt x="2" y="5"/>
                </a:lnTo>
                <a:lnTo>
                  <a:pt x="2" y="6"/>
                </a:lnTo>
                <a:lnTo>
                  <a:pt x="2" y="7"/>
                </a:lnTo>
                <a:lnTo>
                  <a:pt x="1" y="7"/>
                </a:lnTo>
                <a:lnTo>
                  <a:pt x="0" y="6"/>
                </a:lnTo>
                <a:lnTo>
                  <a:pt x="0" y="5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6" name=""/>
          <p:cNvSpPr/>
          <p:nvPr/>
        </p:nvSpPr>
        <p:spPr>
          <a:xfrm>
            <a:off x="4701600" y="188604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7" name=""/>
          <p:cNvSpPr/>
          <p:nvPr/>
        </p:nvSpPr>
        <p:spPr>
          <a:xfrm>
            <a:off x="4712400" y="18824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2"/>
                </a:move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5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8" name=""/>
          <p:cNvSpPr/>
          <p:nvPr/>
        </p:nvSpPr>
        <p:spPr>
          <a:xfrm>
            <a:off x="4710960" y="18810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9" name=""/>
          <p:cNvSpPr/>
          <p:nvPr/>
        </p:nvSpPr>
        <p:spPr>
          <a:xfrm>
            <a:off x="4709520" y="187992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0"/>
                </a:moveTo>
                <a:lnTo>
                  <a:pt x="2" y="0"/>
                </a:lnTo>
                <a:lnTo>
                  <a:pt x="4" y="2"/>
                </a:lnTo>
                <a:lnTo>
                  <a:pt x="4" y="3"/>
                </a:lnTo>
                <a:lnTo>
                  <a:pt x="4" y="5"/>
                </a:lnTo>
                <a:lnTo>
                  <a:pt x="4" y="3"/>
                </a:lnTo>
                <a:lnTo>
                  <a:pt x="2" y="3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0" name=""/>
          <p:cNvSpPr/>
          <p:nvPr/>
        </p:nvSpPr>
        <p:spPr>
          <a:xfrm>
            <a:off x="4710600" y="187992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1" name=""/>
          <p:cNvSpPr/>
          <p:nvPr/>
        </p:nvSpPr>
        <p:spPr>
          <a:xfrm>
            <a:off x="4708440" y="187992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4" y="3"/>
                </a:lnTo>
                <a:lnTo>
                  <a:pt x="2" y="3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2" name=""/>
          <p:cNvSpPr/>
          <p:nvPr/>
        </p:nvSpPr>
        <p:spPr>
          <a:xfrm>
            <a:off x="4706640" y="1879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3" name=""/>
          <p:cNvSpPr/>
          <p:nvPr/>
        </p:nvSpPr>
        <p:spPr>
          <a:xfrm>
            <a:off x="4703040" y="187920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2" y="0"/>
                </a:move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4" name=""/>
          <p:cNvSpPr/>
          <p:nvPr/>
        </p:nvSpPr>
        <p:spPr>
          <a:xfrm>
            <a:off x="4698360" y="1879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5" name=""/>
          <p:cNvSpPr/>
          <p:nvPr/>
        </p:nvSpPr>
        <p:spPr>
          <a:xfrm>
            <a:off x="4704480" y="18792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6" name=""/>
          <p:cNvSpPr/>
          <p:nvPr/>
        </p:nvSpPr>
        <p:spPr>
          <a:xfrm>
            <a:off x="4696560" y="1877400"/>
            <a:ext cx="5040" cy="2160"/>
          </a:xfrm>
          <a:custGeom>
            <a:avLst/>
            <a:gdLst/>
            <a:ahLst/>
            <a:rect l="0" t="0" r="r" b="b"/>
            <a:pathLst>
              <a:path w="14" h="6">
                <a:moveTo>
                  <a:pt x="14" y="4"/>
                </a:moveTo>
                <a:lnTo>
                  <a:pt x="14" y="5"/>
                </a:lnTo>
                <a:lnTo>
                  <a:pt x="13" y="5"/>
                </a:lnTo>
                <a:lnTo>
                  <a:pt x="13" y="6"/>
                </a:lnTo>
                <a:lnTo>
                  <a:pt x="12" y="6"/>
                </a:lnTo>
                <a:lnTo>
                  <a:pt x="12" y="5"/>
                </a:lnTo>
                <a:lnTo>
                  <a:pt x="11" y="4"/>
                </a:lnTo>
                <a:lnTo>
                  <a:pt x="11" y="5"/>
                </a:lnTo>
                <a:lnTo>
                  <a:pt x="11" y="6"/>
                </a:lnTo>
                <a:lnTo>
                  <a:pt x="11" y="5"/>
                </a:lnTo>
                <a:lnTo>
                  <a:pt x="11" y="6"/>
                </a:lnTo>
                <a:lnTo>
                  <a:pt x="9" y="5"/>
                </a:lnTo>
                <a:lnTo>
                  <a:pt x="8" y="5"/>
                </a:lnTo>
                <a:lnTo>
                  <a:pt x="7" y="6"/>
                </a:lnTo>
                <a:lnTo>
                  <a:pt x="6" y="6"/>
                </a:lnTo>
                <a:lnTo>
                  <a:pt x="6" y="5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2" y="5"/>
                </a:lnTo>
                <a:lnTo>
                  <a:pt x="2" y="6"/>
                </a:lnTo>
                <a:lnTo>
                  <a:pt x="1" y="6"/>
                </a:lnTo>
                <a:lnTo>
                  <a:pt x="0" y="5"/>
                </a:lnTo>
                <a:lnTo>
                  <a:pt x="1" y="5"/>
                </a:lnTo>
                <a:lnTo>
                  <a:pt x="2" y="4"/>
                </a:lnTo>
                <a:lnTo>
                  <a:pt x="4" y="4"/>
                </a:lnTo>
                <a:lnTo>
                  <a:pt x="4" y="2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0"/>
                </a:lnTo>
                <a:lnTo>
                  <a:pt x="11" y="0"/>
                </a:lnTo>
                <a:lnTo>
                  <a:pt x="11" y="1"/>
                </a:lnTo>
                <a:lnTo>
                  <a:pt x="12" y="1"/>
                </a:lnTo>
                <a:lnTo>
                  <a:pt x="12" y="0"/>
                </a:lnTo>
                <a:lnTo>
                  <a:pt x="13" y="0"/>
                </a:lnTo>
                <a:lnTo>
                  <a:pt x="13" y="1"/>
                </a:lnTo>
                <a:lnTo>
                  <a:pt x="13" y="2"/>
                </a:lnTo>
                <a:lnTo>
                  <a:pt x="14" y="2"/>
                </a:lnTo>
                <a:lnTo>
                  <a:pt x="1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7" name=""/>
          <p:cNvSpPr/>
          <p:nvPr/>
        </p:nvSpPr>
        <p:spPr>
          <a:xfrm>
            <a:off x="4699440" y="1877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8" name=""/>
          <p:cNvSpPr/>
          <p:nvPr/>
        </p:nvSpPr>
        <p:spPr>
          <a:xfrm>
            <a:off x="4703040" y="1872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9" name=""/>
          <p:cNvSpPr/>
          <p:nvPr/>
        </p:nvSpPr>
        <p:spPr>
          <a:xfrm>
            <a:off x="4702320" y="18712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4" y="3"/>
                </a:moveTo>
                <a:lnTo>
                  <a:pt x="4" y="5"/>
                </a:lnTo>
                <a:lnTo>
                  <a:pt x="3" y="5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3" y="0"/>
                </a:lnTo>
                <a:lnTo>
                  <a:pt x="3" y="2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0" name=""/>
          <p:cNvSpPr/>
          <p:nvPr/>
        </p:nvSpPr>
        <p:spPr>
          <a:xfrm>
            <a:off x="4696920" y="1870200"/>
            <a:ext cx="5400" cy="2520"/>
          </a:xfrm>
          <a:custGeom>
            <a:avLst/>
            <a:gdLst/>
            <a:ahLst/>
            <a:rect l="0" t="0" r="r" b="b"/>
            <a:pathLst>
              <a:path w="15" h="7">
                <a:moveTo>
                  <a:pt x="9" y="0"/>
                </a:moveTo>
                <a:lnTo>
                  <a:pt x="9" y="1"/>
                </a:lnTo>
                <a:lnTo>
                  <a:pt x="10" y="2"/>
                </a:lnTo>
                <a:lnTo>
                  <a:pt x="11" y="2"/>
                </a:lnTo>
                <a:lnTo>
                  <a:pt x="12" y="2"/>
                </a:lnTo>
                <a:lnTo>
                  <a:pt x="13" y="2"/>
                </a:lnTo>
                <a:lnTo>
                  <a:pt x="14" y="3"/>
                </a:lnTo>
                <a:lnTo>
                  <a:pt x="14" y="5"/>
                </a:lnTo>
                <a:lnTo>
                  <a:pt x="13" y="5"/>
                </a:lnTo>
                <a:lnTo>
                  <a:pt x="13" y="6"/>
                </a:lnTo>
                <a:lnTo>
                  <a:pt x="14" y="6"/>
                </a:lnTo>
                <a:lnTo>
                  <a:pt x="14" y="7"/>
                </a:lnTo>
                <a:lnTo>
                  <a:pt x="15" y="7"/>
                </a:lnTo>
                <a:lnTo>
                  <a:pt x="14" y="7"/>
                </a:lnTo>
                <a:lnTo>
                  <a:pt x="13" y="7"/>
                </a:lnTo>
                <a:lnTo>
                  <a:pt x="12" y="7"/>
                </a:lnTo>
                <a:lnTo>
                  <a:pt x="12" y="6"/>
                </a:lnTo>
                <a:lnTo>
                  <a:pt x="11" y="6"/>
                </a:lnTo>
                <a:lnTo>
                  <a:pt x="10" y="6"/>
                </a:lnTo>
                <a:lnTo>
                  <a:pt x="9" y="6"/>
                </a:lnTo>
                <a:lnTo>
                  <a:pt x="9" y="7"/>
                </a:lnTo>
                <a:lnTo>
                  <a:pt x="7" y="6"/>
                </a:lnTo>
                <a:lnTo>
                  <a:pt x="7" y="5"/>
                </a:lnTo>
                <a:lnTo>
                  <a:pt x="6" y="5"/>
                </a:lnTo>
                <a:lnTo>
                  <a:pt x="7" y="5"/>
                </a:lnTo>
                <a:lnTo>
                  <a:pt x="6" y="5"/>
                </a:lnTo>
                <a:lnTo>
                  <a:pt x="6" y="6"/>
                </a:lnTo>
                <a:lnTo>
                  <a:pt x="6" y="7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1" y="6"/>
                </a:lnTo>
                <a:lnTo>
                  <a:pt x="0" y="6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9" y="1"/>
                </a:lnTo>
                <a:lnTo>
                  <a:pt x="9" y="0"/>
                </a:lnTo>
                <a:lnTo>
                  <a:pt x="10" y="0"/>
                </a:lnTo>
                <a:lnTo>
                  <a:pt x="9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1" name=""/>
          <p:cNvSpPr/>
          <p:nvPr/>
        </p:nvSpPr>
        <p:spPr>
          <a:xfrm>
            <a:off x="4698000" y="186804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2" y="3"/>
                </a:moveTo>
                <a:lnTo>
                  <a:pt x="2" y="1"/>
                </a:lnTo>
                <a:lnTo>
                  <a:pt x="0" y="1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3" y="3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2" name=""/>
          <p:cNvSpPr/>
          <p:nvPr/>
        </p:nvSpPr>
        <p:spPr>
          <a:xfrm>
            <a:off x="4699440" y="18655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3" name=""/>
          <p:cNvSpPr/>
          <p:nvPr/>
        </p:nvSpPr>
        <p:spPr>
          <a:xfrm>
            <a:off x="4698360" y="18655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4" name=""/>
          <p:cNvSpPr/>
          <p:nvPr/>
        </p:nvSpPr>
        <p:spPr>
          <a:xfrm>
            <a:off x="4701600" y="1864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5" name=""/>
          <p:cNvSpPr/>
          <p:nvPr/>
        </p:nvSpPr>
        <p:spPr>
          <a:xfrm>
            <a:off x="4704480" y="1863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6" name=""/>
          <p:cNvSpPr/>
          <p:nvPr/>
        </p:nvSpPr>
        <p:spPr>
          <a:xfrm>
            <a:off x="4705560" y="18626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1"/>
                </a:move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7" name=""/>
          <p:cNvSpPr/>
          <p:nvPr/>
        </p:nvSpPr>
        <p:spPr>
          <a:xfrm>
            <a:off x="4704840" y="18626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8" name=""/>
          <p:cNvSpPr/>
          <p:nvPr/>
        </p:nvSpPr>
        <p:spPr>
          <a:xfrm>
            <a:off x="4700880" y="186228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2"/>
                </a:move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9" name=""/>
          <p:cNvSpPr/>
          <p:nvPr/>
        </p:nvSpPr>
        <p:spPr>
          <a:xfrm>
            <a:off x="4712400" y="18608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0"/>
                </a:moveTo>
                <a:lnTo>
                  <a:pt x="4" y="1"/>
                </a:lnTo>
                <a:lnTo>
                  <a:pt x="3" y="1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80" name=""/>
          <p:cNvSpPr/>
          <p:nvPr/>
        </p:nvSpPr>
        <p:spPr>
          <a:xfrm>
            <a:off x="4701600" y="1860120"/>
            <a:ext cx="3960" cy="2520"/>
          </a:xfrm>
          <a:custGeom>
            <a:avLst/>
            <a:gdLst/>
            <a:ahLst/>
            <a:rect l="0" t="0" r="r" b="b"/>
            <a:pathLst>
              <a:path w="11" h="7">
                <a:moveTo>
                  <a:pt x="8" y="4"/>
                </a:moveTo>
                <a:lnTo>
                  <a:pt x="9" y="4"/>
                </a:lnTo>
                <a:lnTo>
                  <a:pt x="10" y="4"/>
                </a:lnTo>
                <a:lnTo>
                  <a:pt x="10" y="3"/>
                </a:lnTo>
                <a:lnTo>
                  <a:pt x="11" y="3"/>
                </a:lnTo>
                <a:lnTo>
                  <a:pt x="11" y="4"/>
                </a:lnTo>
                <a:lnTo>
                  <a:pt x="10" y="4"/>
                </a:lnTo>
                <a:lnTo>
                  <a:pt x="10" y="5"/>
                </a:lnTo>
                <a:lnTo>
                  <a:pt x="11" y="5"/>
                </a:lnTo>
                <a:lnTo>
                  <a:pt x="11" y="6"/>
                </a:lnTo>
                <a:lnTo>
                  <a:pt x="10" y="5"/>
                </a:lnTo>
                <a:lnTo>
                  <a:pt x="9" y="5"/>
                </a:lnTo>
                <a:lnTo>
                  <a:pt x="8" y="6"/>
                </a:lnTo>
                <a:lnTo>
                  <a:pt x="7" y="5"/>
                </a:lnTo>
                <a:lnTo>
                  <a:pt x="7" y="6"/>
                </a:lnTo>
                <a:lnTo>
                  <a:pt x="7" y="5"/>
                </a:lnTo>
                <a:lnTo>
                  <a:pt x="6" y="5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0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2" y="4"/>
                </a:lnTo>
                <a:lnTo>
                  <a:pt x="2" y="3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  <a:lnTo>
                  <a:pt x="3" y="3"/>
                </a:lnTo>
                <a:lnTo>
                  <a:pt x="4" y="3"/>
                </a:lnTo>
                <a:lnTo>
                  <a:pt x="4" y="4"/>
                </a:lnTo>
                <a:lnTo>
                  <a:pt x="6" y="5"/>
                </a:lnTo>
                <a:lnTo>
                  <a:pt x="7" y="5"/>
                </a:lnTo>
                <a:lnTo>
                  <a:pt x="8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81" name=""/>
          <p:cNvSpPr/>
          <p:nvPr/>
        </p:nvSpPr>
        <p:spPr>
          <a:xfrm>
            <a:off x="4713840" y="18608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1"/>
                </a:moveTo>
                <a:lnTo>
                  <a:pt x="5" y="3"/>
                </a:lnTo>
                <a:lnTo>
                  <a:pt x="5" y="4"/>
                </a:lnTo>
                <a:lnTo>
                  <a:pt x="3" y="3"/>
                </a:lnTo>
                <a:lnTo>
                  <a:pt x="3" y="1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82" name=""/>
          <p:cNvSpPr/>
          <p:nvPr/>
        </p:nvSpPr>
        <p:spPr>
          <a:xfrm>
            <a:off x="4702320" y="18597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4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83" name=""/>
          <p:cNvSpPr/>
          <p:nvPr/>
        </p:nvSpPr>
        <p:spPr>
          <a:xfrm>
            <a:off x="4700160" y="18594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84" name=""/>
          <p:cNvSpPr/>
          <p:nvPr/>
        </p:nvSpPr>
        <p:spPr>
          <a:xfrm>
            <a:off x="4713120" y="18583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85" name=""/>
          <p:cNvSpPr/>
          <p:nvPr/>
        </p:nvSpPr>
        <p:spPr>
          <a:xfrm>
            <a:off x="4712400" y="1858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86" name=""/>
          <p:cNvSpPr/>
          <p:nvPr/>
        </p:nvSpPr>
        <p:spPr>
          <a:xfrm>
            <a:off x="4707720" y="18572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1" y="2"/>
                </a:moveTo>
                <a:lnTo>
                  <a:pt x="1" y="0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87" name=""/>
          <p:cNvSpPr/>
          <p:nvPr/>
        </p:nvSpPr>
        <p:spPr>
          <a:xfrm>
            <a:off x="4708440" y="18572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88" name=""/>
          <p:cNvSpPr/>
          <p:nvPr/>
        </p:nvSpPr>
        <p:spPr>
          <a:xfrm>
            <a:off x="4709520" y="18558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1"/>
                </a:move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2" y="3"/>
                </a:lnTo>
                <a:lnTo>
                  <a:pt x="2" y="1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89" name=""/>
          <p:cNvSpPr/>
          <p:nvPr/>
        </p:nvSpPr>
        <p:spPr>
          <a:xfrm>
            <a:off x="4456800" y="1716480"/>
            <a:ext cx="155160" cy="193680"/>
          </a:xfrm>
          <a:custGeom>
            <a:avLst/>
            <a:gdLst/>
            <a:ahLst/>
            <a:rect l="0" t="0" r="r" b="b"/>
            <a:pathLst>
              <a:path w="431" h="538">
                <a:moveTo>
                  <a:pt x="378" y="223"/>
                </a:moveTo>
                <a:lnTo>
                  <a:pt x="378" y="222"/>
                </a:lnTo>
                <a:lnTo>
                  <a:pt x="378" y="221"/>
                </a:lnTo>
                <a:lnTo>
                  <a:pt x="377" y="221"/>
                </a:lnTo>
                <a:lnTo>
                  <a:pt x="377" y="220"/>
                </a:lnTo>
                <a:lnTo>
                  <a:pt x="376" y="220"/>
                </a:lnTo>
                <a:lnTo>
                  <a:pt x="376" y="219"/>
                </a:lnTo>
                <a:lnTo>
                  <a:pt x="376" y="218"/>
                </a:lnTo>
                <a:lnTo>
                  <a:pt x="375" y="218"/>
                </a:lnTo>
                <a:lnTo>
                  <a:pt x="374" y="218"/>
                </a:lnTo>
                <a:lnTo>
                  <a:pt x="372" y="219"/>
                </a:lnTo>
                <a:lnTo>
                  <a:pt x="371" y="219"/>
                </a:lnTo>
                <a:lnTo>
                  <a:pt x="370" y="219"/>
                </a:lnTo>
                <a:lnTo>
                  <a:pt x="369" y="218"/>
                </a:lnTo>
                <a:lnTo>
                  <a:pt x="369" y="217"/>
                </a:lnTo>
                <a:lnTo>
                  <a:pt x="368" y="215"/>
                </a:lnTo>
                <a:lnTo>
                  <a:pt x="367" y="214"/>
                </a:lnTo>
                <a:lnTo>
                  <a:pt x="366" y="214"/>
                </a:lnTo>
                <a:lnTo>
                  <a:pt x="365" y="213"/>
                </a:lnTo>
                <a:lnTo>
                  <a:pt x="364" y="213"/>
                </a:lnTo>
                <a:lnTo>
                  <a:pt x="364" y="214"/>
                </a:lnTo>
                <a:lnTo>
                  <a:pt x="365" y="214"/>
                </a:lnTo>
                <a:lnTo>
                  <a:pt x="364" y="214"/>
                </a:lnTo>
                <a:lnTo>
                  <a:pt x="363" y="214"/>
                </a:lnTo>
                <a:lnTo>
                  <a:pt x="362" y="214"/>
                </a:lnTo>
                <a:lnTo>
                  <a:pt x="362" y="213"/>
                </a:lnTo>
                <a:lnTo>
                  <a:pt x="363" y="213"/>
                </a:lnTo>
                <a:lnTo>
                  <a:pt x="363" y="212"/>
                </a:lnTo>
                <a:lnTo>
                  <a:pt x="363" y="211"/>
                </a:lnTo>
                <a:lnTo>
                  <a:pt x="362" y="210"/>
                </a:lnTo>
                <a:lnTo>
                  <a:pt x="362" y="211"/>
                </a:lnTo>
                <a:lnTo>
                  <a:pt x="361" y="211"/>
                </a:lnTo>
                <a:lnTo>
                  <a:pt x="360" y="212"/>
                </a:lnTo>
                <a:lnTo>
                  <a:pt x="358" y="213"/>
                </a:lnTo>
                <a:lnTo>
                  <a:pt x="356" y="212"/>
                </a:lnTo>
                <a:lnTo>
                  <a:pt x="356" y="211"/>
                </a:lnTo>
                <a:lnTo>
                  <a:pt x="356" y="210"/>
                </a:lnTo>
                <a:lnTo>
                  <a:pt x="356" y="209"/>
                </a:lnTo>
                <a:lnTo>
                  <a:pt x="355" y="209"/>
                </a:lnTo>
                <a:lnTo>
                  <a:pt x="355" y="210"/>
                </a:lnTo>
                <a:lnTo>
                  <a:pt x="354" y="210"/>
                </a:lnTo>
                <a:lnTo>
                  <a:pt x="354" y="211"/>
                </a:lnTo>
                <a:lnTo>
                  <a:pt x="355" y="211"/>
                </a:lnTo>
                <a:lnTo>
                  <a:pt x="354" y="211"/>
                </a:lnTo>
                <a:lnTo>
                  <a:pt x="353" y="211"/>
                </a:lnTo>
                <a:lnTo>
                  <a:pt x="352" y="210"/>
                </a:lnTo>
                <a:lnTo>
                  <a:pt x="352" y="209"/>
                </a:lnTo>
                <a:lnTo>
                  <a:pt x="351" y="209"/>
                </a:lnTo>
                <a:lnTo>
                  <a:pt x="350" y="209"/>
                </a:lnTo>
                <a:lnTo>
                  <a:pt x="350" y="210"/>
                </a:lnTo>
                <a:lnTo>
                  <a:pt x="349" y="210"/>
                </a:lnTo>
                <a:lnTo>
                  <a:pt x="348" y="210"/>
                </a:lnTo>
                <a:lnTo>
                  <a:pt x="347" y="210"/>
                </a:lnTo>
                <a:lnTo>
                  <a:pt x="347" y="209"/>
                </a:lnTo>
                <a:lnTo>
                  <a:pt x="347" y="208"/>
                </a:lnTo>
                <a:lnTo>
                  <a:pt x="345" y="209"/>
                </a:lnTo>
                <a:lnTo>
                  <a:pt x="345" y="211"/>
                </a:lnTo>
                <a:lnTo>
                  <a:pt x="344" y="211"/>
                </a:lnTo>
                <a:lnTo>
                  <a:pt x="344" y="210"/>
                </a:lnTo>
                <a:lnTo>
                  <a:pt x="343" y="210"/>
                </a:lnTo>
                <a:lnTo>
                  <a:pt x="341" y="209"/>
                </a:lnTo>
                <a:lnTo>
                  <a:pt x="341" y="210"/>
                </a:lnTo>
                <a:lnTo>
                  <a:pt x="340" y="210"/>
                </a:lnTo>
                <a:lnTo>
                  <a:pt x="340" y="211"/>
                </a:lnTo>
                <a:lnTo>
                  <a:pt x="339" y="211"/>
                </a:lnTo>
                <a:lnTo>
                  <a:pt x="339" y="210"/>
                </a:lnTo>
                <a:lnTo>
                  <a:pt x="338" y="210"/>
                </a:lnTo>
                <a:lnTo>
                  <a:pt x="337" y="210"/>
                </a:lnTo>
                <a:lnTo>
                  <a:pt x="336" y="209"/>
                </a:lnTo>
                <a:lnTo>
                  <a:pt x="336" y="210"/>
                </a:lnTo>
                <a:lnTo>
                  <a:pt x="335" y="210"/>
                </a:lnTo>
                <a:lnTo>
                  <a:pt x="334" y="210"/>
                </a:lnTo>
                <a:lnTo>
                  <a:pt x="333" y="211"/>
                </a:lnTo>
                <a:lnTo>
                  <a:pt x="333" y="213"/>
                </a:lnTo>
                <a:lnTo>
                  <a:pt x="334" y="214"/>
                </a:lnTo>
                <a:lnTo>
                  <a:pt x="335" y="214"/>
                </a:lnTo>
                <a:lnTo>
                  <a:pt x="336" y="215"/>
                </a:lnTo>
                <a:lnTo>
                  <a:pt x="337" y="215"/>
                </a:lnTo>
                <a:lnTo>
                  <a:pt x="337" y="216"/>
                </a:lnTo>
                <a:lnTo>
                  <a:pt x="337" y="217"/>
                </a:lnTo>
                <a:lnTo>
                  <a:pt x="338" y="218"/>
                </a:lnTo>
                <a:lnTo>
                  <a:pt x="337" y="219"/>
                </a:lnTo>
                <a:lnTo>
                  <a:pt x="336" y="219"/>
                </a:lnTo>
                <a:lnTo>
                  <a:pt x="335" y="221"/>
                </a:lnTo>
                <a:lnTo>
                  <a:pt x="336" y="221"/>
                </a:lnTo>
                <a:lnTo>
                  <a:pt x="336" y="222"/>
                </a:lnTo>
                <a:lnTo>
                  <a:pt x="337" y="222"/>
                </a:lnTo>
                <a:lnTo>
                  <a:pt x="339" y="223"/>
                </a:lnTo>
                <a:lnTo>
                  <a:pt x="340" y="222"/>
                </a:lnTo>
                <a:lnTo>
                  <a:pt x="341" y="222"/>
                </a:lnTo>
                <a:lnTo>
                  <a:pt x="342" y="222"/>
                </a:lnTo>
                <a:lnTo>
                  <a:pt x="343" y="222"/>
                </a:lnTo>
                <a:lnTo>
                  <a:pt x="343" y="223"/>
                </a:lnTo>
                <a:lnTo>
                  <a:pt x="343" y="222"/>
                </a:lnTo>
                <a:lnTo>
                  <a:pt x="344" y="222"/>
                </a:lnTo>
                <a:lnTo>
                  <a:pt x="344" y="223"/>
                </a:lnTo>
                <a:lnTo>
                  <a:pt x="344" y="224"/>
                </a:lnTo>
                <a:lnTo>
                  <a:pt x="344" y="225"/>
                </a:lnTo>
                <a:lnTo>
                  <a:pt x="344" y="227"/>
                </a:lnTo>
                <a:lnTo>
                  <a:pt x="344" y="228"/>
                </a:lnTo>
                <a:lnTo>
                  <a:pt x="344" y="229"/>
                </a:lnTo>
                <a:lnTo>
                  <a:pt x="344" y="230"/>
                </a:lnTo>
                <a:lnTo>
                  <a:pt x="343" y="230"/>
                </a:lnTo>
                <a:lnTo>
                  <a:pt x="343" y="231"/>
                </a:lnTo>
                <a:lnTo>
                  <a:pt x="344" y="231"/>
                </a:lnTo>
                <a:lnTo>
                  <a:pt x="345" y="232"/>
                </a:lnTo>
                <a:lnTo>
                  <a:pt x="345" y="231"/>
                </a:lnTo>
                <a:lnTo>
                  <a:pt x="345" y="232"/>
                </a:lnTo>
                <a:lnTo>
                  <a:pt x="345" y="233"/>
                </a:lnTo>
                <a:lnTo>
                  <a:pt x="344" y="234"/>
                </a:lnTo>
                <a:lnTo>
                  <a:pt x="344" y="235"/>
                </a:lnTo>
                <a:lnTo>
                  <a:pt x="345" y="235"/>
                </a:lnTo>
                <a:lnTo>
                  <a:pt x="345" y="236"/>
                </a:lnTo>
                <a:lnTo>
                  <a:pt x="346" y="236"/>
                </a:lnTo>
                <a:lnTo>
                  <a:pt x="346" y="237"/>
                </a:lnTo>
                <a:lnTo>
                  <a:pt x="345" y="237"/>
                </a:lnTo>
                <a:lnTo>
                  <a:pt x="344" y="237"/>
                </a:lnTo>
                <a:lnTo>
                  <a:pt x="343" y="238"/>
                </a:lnTo>
                <a:lnTo>
                  <a:pt x="343" y="239"/>
                </a:lnTo>
                <a:lnTo>
                  <a:pt x="342" y="239"/>
                </a:lnTo>
                <a:lnTo>
                  <a:pt x="341" y="239"/>
                </a:lnTo>
                <a:lnTo>
                  <a:pt x="341" y="240"/>
                </a:lnTo>
                <a:lnTo>
                  <a:pt x="342" y="240"/>
                </a:lnTo>
                <a:lnTo>
                  <a:pt x="342" y="241"/>
                </a:lnTo>
                <a:lnTo>
                  <a:pt x="343" y="241"/>
                </a:lnTo>
                <a:lnTo>
                  <a:pt x="342" y="242"/>
                </a:lnTo>
                <a:lnTo>
                  <a:pt x="342" y="243"/>
                </a:lnTo>
                <a:lnTo>
                  <a:pt x="341" y="243"/>
                </a:lnTo>
                <a:lnTo>
                  <a:pt x="341" y="244"/>
                </a:lnTo>
                <a:lnTo>
                  <a:pt x="342" y="244"/>
                </a:lnTo>
                <a:lnTo>
                  <a:pt x="343" y="244"/>
                </a:lnTo>
                <a:lnTo>
                  <a:pt x="343" y="245"/>
                </a:lnTo>
                <a:lnTo>
                  <a:pt x="342" y="246"/>
                </a:lnTo>
                <a:lnTo>
                  <a:pt x="342" y="247"/>
                </a:lnTo>
                <a:lnTo>
                  <a:pt x="341" y="248"/>
                </a:lnTo>
                <a:lnTo>
                  <a:pt x="340" y="249"/>
                </a:lnTo>
                <a:lnTo>
                  <a:pt x="339" y="249"/>
                </a:lnTo>
                <a:lnTo>
                  <a:pt x="339" y="250"/>
                </a:lnTo>
                <a:lnTo>
                  <a:pt x="338" y="250"/>
                </a:lnTo>
                <a:lnTo>
                  <a:pt x="337" y="250"/>
                </a:lnTo>
                <a:lnTo>
                  <a:pt x="336" y="250"/>
                </a:lnTo>
                <a:lnTo>
                  <a:pt x="336" y="251"/>
                </a:lnTo>
                <a:lnTo>
                  <a:pt x="335" y="250"/>
                </a:lnTo>
                <a:lnTo>
                  <a:pt x="334" y="250"/>
                </a:lnTo>
                <a:lnTo>
                  <a:pt x="334" y="249"/>
                </a:lnTo>
                <a:lnTo>
                  <a:pt x="333" y="250"/>
                </a:lnTo>
                <a:lnTo>
                  <a:pt x="332" y="250"/>
                </a:lnTo>
                <a:lnTo>
                  <a:pt x="332" y="251"/>
                </a:lnTo>
                <a:lnTo>
                  <a:pt x="331" y="251"/>
                </a:lnTo>
                <a:lnTo>
                  <a:pt x="330" y="251"/>
                </a:lnTo>
                <a:lnTo>
                  <a:pt x="329" y="251"/>
                </a:lnTo>
                <a:lnTo>
                  <a:pt x="328" y="251"/>
                </a:lnTo>
                <a:lnTo>
                  <a:pt x="328" y="252"/>
                </a:lnTo>
                <a:lnTo>
                  <a:pt x="327" y="252"/>
                </a:lnTo>
                <a:lnTo>
                  <a:pt x="327" y="253"/>
                </a:lnTo>
                <a:lnTo>
                  <a:pt x="327" y="254"/>
                </a:lnTo>
                <a:lnTo>
                  <a:pt x="328" y="256"/>
                </a:lnTo>
                <a:lnTo>
                  <a:pt x="327" y="256"/>
                </a:lnTo>
                <a:lnTo>
                  <a:pt x="327" y="257"/>
                </a:lnTo>
                <a:lnTo>
                  <a:pt x="327" y="258"/>
                </a:lnTo>
                <a:lnTo>
                  <a:pt x="326" y="258"/>
                </a:lnTo>
                <a:lnTo>
                  <a:pt x="326" y="259"/>
                </a:lnTo>
                <a:lnTo>
                  <a:pt x="325" y="259"/>
                </a:lnTo>
                <a:lnTo>
                  <a:pt x="324" y="260"/>
                </a:lnTo>
                <a:lnTo>
                  <a:pt x="323" y="261"/>
                </a:lnTo>
                <a:lnTo>
                  <a:pt x="322" y="261"/>
                </a:lnTo>
                <a:lnTo>
                  <a:pt x="321" y="261"/>
                </a:lnTo>
                <a:lnTo>
                  <a:pt x="321" y="262"/>
                </a:lnTo>
                <a:lnTo>
                  <a:pt x="320" y="262"/>
                </a:lnTo>
                <a:lnTo>
                  <a:pt x="319" y="262"/>
                </a:lnTo>
                <a:lnTo>
                  <a:pt x="318" y="262"/>
                </a:lnTo>
                <a:lnTo>
                  <a:pt x="318" y="263"/>
                </a:lnTo>
                <a:lnTo>
                  <a:pt x="318" y="264"/>
                </a:lnTo>
                <a:lnTo>
                  <a:pt x="317" y="264"/>
                </a:lnTo>
                <a:lnTo>
                  <a:pt x="317" y="265"/>
                </a:lnTo>
                <a:lnTo>
                  <a:pt x="317" y="266"/>
                </a:lnTo>
                <a:lnTo>
                  <a:pt x="317" y="267"/>
                </a:lnTo>
                <a:lnTo>
                  <a:pt x="317" y="268"/>
                </a:lnTo>
                <a:lnTo>
                  <a:pt x="318" y="268"/>
                </a:lnTo>
                <a:lnTo>
                  <a:pt x="318" y="269"/>
                </a:lnTo>
                <a:lnTo>
                  <a:pt x="317" y="269"/>
                </a:lnTo>
                <a:lnTo>
                  <a:pt x="317" y="270"/>
                </a:lnTo>
                <a:lnTo>
                  <a:pt x="317" y="271"/>
                </a:lnTo>
                <a:lnTo>
                  <a:pt x="318" y="271"/>
                </a:lnTo>
                <a:lnTo>
                  <a:pt x="317" y="272"/>
                </a:lnTo>
                <a:lnTo>
                  <a:pt x="317" y="273"/>
                </a:lnTo>
                <a:lnTo>
                  <a:pt x="316" y="273"/>
                </a:lnTo>
                <a:lnTo>
                  <a:pt x="316" y="272"/>
                </a:lnTo>
                <a:lnTo>
                  <a:pt x="316" y="273"/>
                </a:lnTo>
                <a:lnTo>
                  <a:pt x="317" y="274"/>
                </a:lnTo>
                <a:lnTo>
                  <a:pt x="316" y="274"/>
                </a:lnTo>
                <a:lnTo>
                  <a:pt x="315" y="274"/>
                </a:lnTo>
                <a:lnTo>
                  <a:pt x="316" y="274"/>
                </a:lnTo>
                <a:lnTo>
                  <a:pt x="316" y="275"/>
                </a:lnTo>
                <a:lnTo>
                  <a:pt x="315" y="275"/>
                </a:lnTo>
                <a:lnTo>
                  <a:pt x="315" y="276"/>
                </a:lnTo>
                <a:lnTo>
                  <a:pt x="315" y="277"/>
                </a:lnTo>
                <a:lnTo>
                  <a:pt x="314" y="277"/>
                </a:lnTo>
                <a:lnTo>
                  <a:pt x="314" y="278"/>
                </a:lnTo>
                <a:lnTo>
                  <a:pt x="315" y="278"/>
                </a:lnTo>
                <a:lnTo>
                  <a:pt x="316" y="278"/>
                </a:lnTo>
                <a:lnTo>
                  <a:pt x="316" y="279"/>
                </a:lnTo>
                <a:lnTo>
                  <a:pt x="316" y="280"/>
                </a:lnTo>
                <a:lnTo>
                  <a:pt x="317" y="280"/>
                </a:lnTo>
                <a:lnTo>
                  <a:pt x="317" y="279"/>
                </a:lnTo>
                <a:lnTo>
                  <a:pt x="318" y="279"/>
                </a:lnTo>
                <a:lnTo>
                  <a:pt x="319" y="280"/>
                </a:lnTo>
                <a:lnTo>
                  <a:pt x="319" y="281"/>
                </a:lnTo>
                <a:lnTo>
                  <a:pt x="319" y="282"/>
                </a:lnTo>
                <a:lnTo>
                  <a:pt x="320" y="282"/>
                </a:lnTo>
                <a:lnTo>
                  <a:pt x="320" y="281"/>
                </a:lnTo>
                <a:lnTo>
                  <a:pt x="321" y="281"/>
                </a:lnTo>
                <a:lnTo>
                  <a:pt x="322" y="282"/>
                </a:lnTo>
                <a:lnTo>
                  <a:pt x="323" y="282"/>
                </a:lnTo>
                <a:lnTo>
                  <a:pt x="323" y="283"/>
                </a:lnTo>
                <a:lnTo>
                  <a:pt x="323" y="282"/>
                </a:lnTo>
                <a:lnTo>
                  <a:pt x="325" y="282"/>
                </a:lnTo>
                <a:lnTo>
                  <a:pt x="325" y="283"/>
                </a:lnTo>
                <a:lnTo>
                  <a:pt x="325" y="284"/>
                </a:lnTo>
                <a:lnTo>
                  <a:pt x="324" y="284"/>
                </a:lnTo>
                <a:lnTo>
                  <a:pt x="324" y="285"/>
                </a:lnTo>
                <a:lnTo>
                  <a:pt x="325" y="286"/>
                </a:lnTo>
                <a:lnTo>
                  <a:pt x="326" y="287"/>
                </a:lnTo>
                <a:lnTo>
                  <a:pt x="327" y="287"/>
                </a:lnTo>
                <a:lnTo>
                  <a:pt x="328" y="287"/>
                </a:lnTo>
                <a:lnTo>
                  <a:pt x="327" y="288"/>
                </a:lnTo>
                <a:lnTo>
                  <a:pt x="326" y="290"/>
                </a:lnTo>
                <a:lnTo>
                  <a:pt x="326" y="292"/>
                </a:lnTo>
                <a:lnTo>
                  <a:pt x="325" y="293"/>
                </a:lnTo>
                <a:lnTo>
                  <a:pt x="326" y="293"/>
                </a:lnTo>
                <a:lnTo>
                  <a:pt x="327" y="294"/>
                </a:lnTo>
                <a:lnTo>
                  <a:pt x="328" y="294"/>
                </a:lnTo>
                <a:lnTo>
                  <a:pt x="328" y="295"/>
                </a:lnTo>
                <a:lnTo>
                  <a:pt x="329" y="295"/>
                </a:lnTo>
                <a:lnTo>
                  <a:pt x="330" y="294"/>
                </a:lnTo>
                <a:lnTo>
                  <a:pt x="330" y="295"/>
                </a:lnTo>
                <a:lnTo>
                  <a:pt x="331" y="295"/>
                </a:lnTo>
                <a:lnTo>
                  <a:pt x="330" y="296"/>
                </a:lnTo>
                <a:lnTo>
                  <a:pt x="331" y="296"/>
                </a:lnTo>
                <a:lnTo>
                  <a:pt x="330" y="296"/>
                </a:lnTo>
                <a:lnTo>
                  <a:pt x="329" y="296"/>
                </a:lnTo>
                <a:lnTo>
                  <a:pt x="329" y="297"/>
                </a:lnTo>
                <a:lnTo>
                  <a:pt x="330" y="297"/>
                </a:lnTo>
                <a:lnTo>
                  <a:pt x="330" y="298"/>
                </a:lnTo>
                <a:lnTo>
                  <a:pt x="330" y="297"/>
                </a:lnTo>
                <a:lnTo>
                  <a:pt x="331" y="298"/>
                </a:lnTo>
                <a:lnTo>
                  <a:pt x="332" y="298"/>
                </a:lnTo>
                <a:lnTo>
                  <a:pt x="333" y="297"/>
                </a:lnTo>
                <a:lnTo>
                  <a:pt x="334" y="297"/>
                </a:lnTo>
                <a:lnTo>
                  <a:pt x="335" y="297"/>
                </a:lnTo>
                <a:lnTo>
                  <a:pt x="336" y="296"/>
                </a:lnTo>
                <a:lnTo>
                  <a:pt x="336" y="295"/>
                </a:lnTo>
                <a:lnTo>
                  <a:pt x="337" y="295"/>
                </a:lnTo>
                <a:lnTo>
                  <a:pt x="337" y="296"/>
                </a:lnTo>
                <a:lnTo>
                  <a:pt x="338" y="296"/>
                </a:lnTo>
                <a:lnTo>
                  <a:pt x="339" y="295"/>
                </a:lnTo>
                <a:lnTo>
                  <a:pt x="340" y="295"/>
                </a:lnTo>
                <a:lnTo>
                  <a:pt x="340" y="296"/>
                </a:lnTo>
                <a:lnTo>
                  <a:pt x="340" y="297"/>
                </a:lnTo>
                <a:lnTo>
                  <a:pt x="341" y="297"/>
                </a:lnTo>
                <a:lnTo>
                  <a:pt x="341" y="298"/>
                </a:lnTo>
                <a:lnTo>
                  <a:pt x="342" y="298"/>
                </a:lnTo>
                <a:lnTo>
                  <a:pt x="343" y="298"/>
                </a:lnTo>
                <a:lnTo>
                  <a:pt x="344" y="299"/>
                </a:lnTo>
                <a:lnTo>
                  <a:pt x="344" y="300"/>
                </a:lnTo>
                <a:lnTo>
                  <a:pt x="344" y="301"/>
                </a:lnTo>
                <a:lnTo>
                  <a:pt x="343" y="302"/>
                </a:lnTo>
                <a:lnTo>
                  <a:pt x="342" y="302"/>
                </a:lnTo>
                <a:lnTo>
                  <a:pt x="342" y="303"/>
                </a:lnTo>
                <a:lnTo>
                  <a:pt x="341" y="303"/>
                </a:lnTo>
                <a:lnTo>
                  <a:pt x="340" y="303"/>
                </a:lnTo>
                <a:lnTo>
                  <a:pt x="340" y="304"/>
                </a:lnTo>
                <a:lnTo>
                  <a:pt x="340" y="305"/>
                </a:lnTo>
                <a:lnTo>
                  <a:pt x="340" y="306"/>
                </a:lnTo>
                <a:lnTo>
                  <a:pt x="340" y="307"/>
                </a:lnTo>
                <a:lnTo>
                  <a:pt x="341" y="307"/>
                </a:lnTo>
                <a:lnTo>
                  <a:pt x="342" y="308"/>
                </a:lnTo>
                <a:lnTo>
                  <a:pt x="342" y="307"/>
                </a:lnTo>
                <a:lnTo>
                  <a:pt x="343" y="307"/>
                </a:lnTo>
                <a:lnTo>
                  <a:pt x="343" y="308"/>
                </a:lnTo>
                <a:lnTo>
                  <a:pt x="344" y="308"/>
                </a:lnTo>
                <a:lnTo>
                  <a:pt x="345" y="308"/>
                </a:lnTo>
                <a:lnTo>
                  <a:pt x="345" y="307"/>
                </a:lnTo>
                <a:lnTo>
                  <a:pt x="345" y="308"/>
                </a:lnTo>
                <a:lnTo>
                  <a:pt x="346" y="308"/>
                </a:lnTo>
                <a:lnTo>
                  <a:pt x="346" y="307"/>
                </a:lnTo>
                <a:lnTo>
                  <a:pt x="347" y="308"/>
                </a:lnTo>
                <a:lnTo>
                  <a:pt x="346" y="308"/>
                </a:lnTo>
                <a:lnTo>
                  <a:pt x="347" y="309"/>
                </a:lnTo>
                <a:lnTo>
                  <a:pt x="348" y="309"/>
                </a:lnTo>
                <a:lnTo>
                  <a:pt x="348" y="308"/>
                </a:lnTo>
                <a:lnTo>
                  <a:pt x="349" y="307"/>
                </a:lnTo>
                <a:lnTo>
                  <a:pt x="349" y="306"/>
                </a:lnTo>
                <a:lnTo>
                  <a:pt x="349" y="305"/>
                </a:lnTo>
                <a:lnTo>
                  <a:pt x="349" y="304"/>
                </a:lnTo>
                <a:lnTo>
                  <a:pt x="350" y="303"/>
                </a:lnTo>
                <a:lnTo>
                  <a:pt x="351" y="303"/>
                </a:lnTo>
                <a:lnTo>
                  <a:pt x="352" y="303"/>
                </a:lnTo>
                <a:lnTo>
                  <a:pt x="352" y="304"/>
                </a:lnTo>
                <a:lnTo>
                  <a:pt x="353" y="304"/>
                </a:lnTo>
                <a:lnTo>
                  <a:pt x="354" y="304"/>
                </a:lnTo>
                <a:lnTo>
                  <a:pt x="354" y="305"/>
                </a:lnTo>
                <a:lnTo>
                  <a:pt x="353" y="305"/>
                </a:lnTo>
                <a:lnTo>
                  <a:pt x="353" y="306"/>
                </a:lnTo>
                <a:lnTo>
                  <a:pt x="353" y="307"/>
                </a:lnTo>
                <a:lnTo>
                  <a:pt x="353" y="308"/>
                </a:lnTo>
                <a:lnTo>
                  <a:pt x="354" y="309"/>
                </a:lnTo>
                <a:lnTo>
                  <a:pt x="355" y="310"/>
                </a:lnTo>
                <a:lnTo>
                  <a:pt x="356" y="309"/>
                </a:lnTo>
                <a:lnTo>
                  <a:pt x="356" y="308"/>
                </a:lnTo>
                <a:lnTo>
                  <a:pt x="356" y="309"/>
                </a:lnTo>
                <a:lnTo>
                  <a:pt x="357" y="309"/>
                </a:lnTo>
                <a:lnTo>
                  <a:pt x="357" y="308"/>
                </a:lnTo>
                <a:lnTo>
                  <a:pt x="358" y="308"/>
                </a:lnTo>
                <a:lnTo>
                  <a:pt x="358" y="309"/>
                </a:lnTo>
                <a:lnTo>
                  <a:pt x="359" y="309"/>
                </a:lnTo>
                <a:lnTo>
                  <a:pt x="360" y="309"/>
                </a:lnTo>
                <a:lnTo>
                  <a:pt x="359" y="309"/>
                </a:lnTo>
                <a:lnTo>
                  <a:pt x="360" y="310"/>
                </a:lnTo>
                <a:lnTo>
                  <a:pt x="360" y="311"/>
                </a:lnTo>
                <a:lnTo>
                  <a:pt x="361" y="311"/>
                </a:lnTo>
                <a:lnTo>
                  <a:pt x="360" y="312"/>
                </a:lnTo>
                <a:lnTo>
                  <a:pt x="361" y="312"/>
                </a:lnTo>
                <a:lnTo>
                  <a:pt x="361" y="313"/>
                </a:lnTo>
                <a:lnTo>
                  <a:pt x="361" y="314"/>
                </a:lnTo>
                <a:lnTo>
                  <a:pt x="361" y="315"/>
                </a:lnTo>
                <a:lnTo>
                  <a:pt x="360" y="315"/>
                </a:lnTo>
                <a:lnTo>
                  <a:pt x="360" y="314"/>
                </a:lnTo>
                <a:lnTo>
                  <a:pt x="361" y="314"/>
                </a:lnTo>
                <a:lnTo>
                  <a:pt x="360" y="314"/>
                </a:lnTo>
                <a:lnTo>
                  <a:pt x="360" y="315"/>
                </a:lnTo>
                <a:lnTo>
                  <a:pt x="361" y="315"/>
                </a:lnTo>
                <a:lnTo>
                  <a:pt x="362" y="315"/>
                </a:lnTo>
                <a:lnTo>
                  <a:pt x="361" y="315"/>
                </a:lnTo>
                <a:lnTo>
                  <a:pt x="360" y="316"/>
                </a:lnTo>
                <a:lnTo>
                  <a:pt x="361" y="316"/>
                </a:lnTo>
                <a:lnTo>
                  <a:pt x="361" y="317"/>
                </a:lnTo>
                <a:lnTo>
                  <a:pt x="361" y="318"/>
                </a:lnTo>
                <a:lnTo>
                  <a:pt x="362" y="318"/>
                </a:lnTo>
                <a:lnTo>
                  <a:pt x="362" y="319"/>
                </a:lnTo>
                <a:lnTo>
                  <a:pt x="362" y="321"/>
                </a:lnTo>
                <a:lnTo>
                  <a:pt x="362" y="322"/>
                </a:lnTo>
                <a:lnTo>
                  <a:pt x="361" y="324"/>
                </a:lnTo>
                <a:lnTo>
                  <a:pt x="362" y="327"/>
                </a:lnTo>
                <a:lnTo>
                  <a:pt x="361" y="328"/>
                </a:lnTo>
                <a:lnTo>
                  <a:pt x="361" y="329"/>
                </a:lnTo>
                <a:lnTo>
                  <a:pt x="360" y="330"/>
                </a:lnTo>
                <a:lnTo>
                  <a:pt x="359" y="331"/>
                </a:lnTo>
                <a:lnTo>
                  <a:pt x="359" y="332"/>
                </a:lnTo>
                <a:lnTo>
                  <a:pt x="359" y="333"/>
                </a:lnTo>
                <a:lnTo>
                  <a:pt x="358" y="333"/>
                </a:lnTo>
                <a:lnTo>
                  <a:pt x="357" y="335"/>
                </a:lnTo>
                <a:lnTo>
                  <a:pt x="358" y="335"/>
                </a:lnTo>
                <a:lnTo>
                  <a:pt x="357" y="335"/>
                </a:lnTo>
                <a:lnTo>
                  <a:pt x="357" y="336"/>
                </a:lnTo>
                <a:lnTo>
                  <a:pt x="356" y="336"/>
                </a:lnTo>
                <a:lnTo>
                  <a:pt x="355" y="336"/>
                </a:lnTo>
                <a:lnTo>
                  <a:pt x="354" y="336"/>
                </a:lnTo>
                <a:lnTo>
                  <a:pt x="353" y="336"/>
                </a:lnTo>
                <a:lnTo>
                  <a:pt x="352" y="337"/>
                </a:lnTo>
                <a:lnTo>
                  <a:pt x="351" y="337"/>
                </a:lnTo>
                <a:lnTo>
                  <a:pt x="351" y="336"/>
                </a:lnTo>
                <a:lnTo>
                  <a:pt x="352" y="336"/>
                </a:lnTo>
                <a:lnTo>
                  <a:pt x="352" y="335"/>
                </a:lnTo>
                <a:lnTo>
                  <a:pt x="351" y="335"/>
                </a:lnTo>
                <a:lnTo>
                  <a:pt x="351" y="333"/>
                </a:lnTo>
                <a:lnTo>
                  <a:pt x="350" y="333"/>
                </a:lnTo>
                <a:lnTo>
                  <a:pt x="350" y="335"/>
                </a:lnTo>
                <a:lnTo>
                  <a:pt x="349" y="336"/>
                </a:lnTo>
                <a:lnTo>
                  <a:pt x="348" y="339"/>
                </a:lnTo>
                <a:lnTo>
                  <a:pt x="347" y="341"/>
                </a:lnTo>
                <a:lnTo>
                  <a:pt x="347" y="344"/>
                </a:lnTo>
                <a:lnTo>
                  <a:pt x="345" y="343"/>
                </a:lnTo>
                <a:lnTo>
                  <a:pt x="346" y="343"/>
                </a:lnTo>
                <a:lnTo>
                  <a:pt x="346" y="344"/>
                </a:lnTo>
                <a:lnTo>
                  <a:pt x="347" y="344"/>
                </a:lnTo>
                <a:lnTo>
                  <a:pt x="348" y="344"/>
                </a:lnTo>
                <a:lnTo>
                  <a:pt x="347" y="344"/>
                </a:lnTo>
                <a:lnTo>
                  <a:pt x="347" y="345"/>
                </a:lnTo>
                <a:lnTo>
                  <a:pt x="348" y="345"/>
                </a:lnTo>
                <a:lnTo>
                  <a:pt x="349" y="345"/>
                </a:lnTo>
                <a:lnTo>
                  <a:pt x="350" y="345"/>
                </a:lnTo>
                <a:lnTo>
                  <a:pt x="351" y="345"/>
                </a:lnTo>
                <a:lnTo>
                  <a:pt x="351" y="346"/>
                </a:lnTo>
                <a:lnTo>
                  <a:pt x="352" y="347"/>
                </a:lnTo>
                <a:lnTo>
                  <a:pt x="352" y="348"/>
                </a:lnTo>
                <a:lnTo>
                  <a:pt x="352" y="349"/>
                </a:lnTo>
                <a:lnTo>
                  <a:pt x="353" y="350"/>
                </a:lnTo>
                <a:lnTo>
                  <a:pt x="354" y="350"/>
                </a:lnTo>
                <a:lnTo>
                  <a:pt x="354" y="351"/>
                </a:lnTo>
                <a:lnTo>
                  <a:pt x="355" y="350"/>
                </a:lnTo>
                <a:lnTo>
                  <a:pt x="356" y="350"/>
                </a:lnTo>
                <a:lnTo>
                  <a:pt x="357" y="350"/>
                </a:lnTo>
                <a:lnTo>
                  <a:pt x="358" y="350"/>
                </a:lnTo>
                <a:lnTo>
                  <a:pt x="359" y="350"/>
                </a:lnTo>
                <a:lnTo>
                  <a:pt x="359" y="349"/>
                </a:lnTo>
                <a:lnTo>
                  <a:pt x="360" y="349"/>
                </a:lnTo>
                <a:lnTo>
                  <a:pt x="361" y="349"/>
                </a:lnTo>
                <a:lnTo>
                  <a:pt x="361" y="350"/>
                </a:lnTo>
                <a:lnTo>
                  <a:pt x="362" y="350"/>
                </a:lnTo>
                <a:lnTo>
                  <a:pt x="363" y="350"/>
                </a:lnTo>
                <a:lnTo>
                  <a:pt x="364" y="350"/>
                </a:lnTo>
                <a:lnTo>
                  <a:pt x="364" y="349"/>
                </a:lnTo>
                <a:lnTo>
                  <a:pt x="365" y="349"/>
                </a:lnTo>
                <a:lnTo>
                  <a:pt x="366" y="349"/>
                </a:lnTo>
                <a:lnTo>
                  <a:pt x="367" y="350"/>
                </a:lnTo>
                <a:lnTo>
                  <a:pt x="368" y="350"/>
                </a:lnTo>
                <a:lnTo>
                  <a:pt x="369" y="350"/>
                </a:lnTo>
                <a:lnTo>
                  <a:pt x="369" y="349"/>
                </a:lnTo>
                <a:lnTo>
                  <a:pt x="370" y="350"/>
                </a:lnTo>
                <a:lnTo>
                  <a:pt x="371" y="350"/>
                </a:lnTo>
                <a:lnTo>
                  <a:pt x="372" y="350"/>
                </a:lnTo>
                <a:lnTo>
                  <a:pt x="373" y="350"/>
                </a:lnTo>
                <a:lnTo>
                  <a:pt x="373" y="349"/>
                </a:lnTo>
                <a:lnTo>
                  <a:pt x="374" y="349"/>
                </a:lnTo>
                <a:lnTo>
                  <a:pt x="375" y="350"/>
                </a:lnTo>
                <a:lnTo>
                  <a:pt x="376" y="349"/>
                </a:lnTo>
                <a:lnTo>
                  <a:pt x="376" y="350"/>
                </a:lnTo>
                <a:lnTo>
                  <a:pt x="377" y="350"/>
                </a:lnTo>
                <a:lnTo>
                  <a:pt x="378" y="350"/>
                </a:lnTo>
                <a:lnTo>
                  <a:pt x="379" y="350"/>
                </a:lnTo>
                <a:lnTo>
                  <a:pt x="380" y="350"/>
                </a:lnTo>
                <a:lnTo>
                  <a:pt x="380" y="349"/>
                </a:lnTo>
                <a:lnTo>
                  <a:pt x="381" y="349"/>
                </a:lnTo>
                <a:lnTo>
                  <a:pt x="381" y="350"/>
                </a:lnTo>
                <a:lnTo>
                  <a:pt x="382" y="350"/>
                </a:lnTo>
                <a:lnTo>
                  <a:pt x="382" y="348"/>
                </a:lnTo>
                <a:lnTo>
                  <a:pt x="383" y="348"/>
                </a:lnTo>
                <a:lnTo>
                  <a:pt x="383" y="347"/>
                </a:lnTo>
                <a:lnTo>
                  <a:pt x="384" y="347"/>
                </a:lnTo>
                <a:lnTo>
                  <a:pt x="385" y="347"/>
                </a:lnTo>
                <a:lnTo>
                  <a:pt x="385" y="346"/>
                </a:lnTo>
                <a:lnTo>
                  <a:pt x="386" y="345"/>
                </a:lnTo>
                <a:lnTo>
                  <a:pt x="386" y="344"/>
                </a:lnTo>
                <a:lnTo>
                  <a:pt x="387" y="344"/>
                </a:lnTo>
                <a:lnTo>
                  <a:pt x="388" y="344"/>
                </a:lnTo>
                <a:lnTo>
                  <a:pt x="388" y="343"/>
                </a:lnTo>
                <a:lnTo>
                  <a:pt x="389" y="343"/>
                </a:lnTo>
                <a:lnTo>
                  <a:pt x="389" y="344"/>
                </a:lnTo>
                <a:lnTo>
                  <a:pt x="390" y="344"/>
                </a:lnTo>
                <a:lnTo>
                  <a:pt x="390" y="345"/>
                </a:lnTo>
                <a:lnTo>
                  <a:pt x="390" y="346"/>
                </a:lnTo>
                <a:lnTo>
                  <a:pt x="390" y="347"/>
                </a:lnTo>
                <a:lnTo>
                  <a:pt x="391" y="347"/>
                </a:lnTo>
                <a:lnTo>
                  <a:pt x="391" y="346"/>
                </a:lnTo>
                <a:lnTo>
                  <a:pt x="392" y="346"/>
                </a:lnTo>
                <a:lnTo>
                  <a:pt x="392" y="347"/>
                </a:lnTo>
                <a:lnTo>
                  <a:pt x="393" y="347"/>
                </a:lnTo>
                <a:lnTo>
                  <a:pt x="394" y="348"/>
                </a:lnTo>
                <a:lnTo>
                  <a:pt x="395" y="348"/>
                </a:lnTo>
                <a:lnTo>
                  <a:pt x="395" y="347"/>
                </a:lnTo>
                <a:lnTo>
                  <a:pt x="396" y="347"/>
                </a:lnTo>
                <a:lnTo>
                  <a:pt x="396" y="348"/>
                </a:lnTo>
                <a:lnTo>
                  <a:pt x="397" y="348"/>
                </a:lnTo>
                <a:lnTo>
                  <a:pt x="398" y="347"/>
                </a:lnTo>
                <a:lnTo>
                  <a:pt x="399" y="347"/>
                </a:lnTo>
                <a:lnTo>
                  <a:pt x="399" y="346"/>
                </a:lnTo>
                <a:lnTo>
                  <a:pt x="400" y="347"/>
                </a:lnTo>
                <a:lnTo>
                  <a:pt x="401" y="347"/>
                </a:lnTo>
                <a:lnTo>
                  <a:pt x="403" y="347"/>
                </a:lnTo>
                <a:lnTo>
                  <a:pt x="403" y="348"/>
                </a:lnTo>
                <a:lnTo>
                  <a:pt x="404" y="347"/>
                </a:lnTo>
                <a:lnTo>
                  <a:pt x="403" y="347"/>
                </a:lnTo>
                <a:lnTo>
                  <a:pt x="403" y="346"/>
                </a:lnTo>
                <a:lnTo>
                  <a:pt x="403" y="345"/>
                </a:lnTo>
                <a:lnTo>
                  <a:pt x="404" y="345"/>
                </a:lnTo>
                <a:lnTo>
                  <a:pt x="404" y="344"/>
                </a:lnTo>
                <a:lnTo>
                  <a:pt x="403" y="344"/>
                </a:lnTo>
                <a:lnTo>
                  <a:pt x="404" y="344"/>
                </a:lnTo>
                <a:lnTo>
                  <a:pt x="404" y="343"/>
                </a:lnTo>
                <a:lnTo>
                  <a:pt x="403" y="343"/>
                </a:lnTo>
                <a:lnTo>
                  <a:pt x="404" y="343"/>
                </a:lnTo>
                <a:lnTo>
                  <a:pt x="405" y="343"/>
                </a:lnTo>
                <a:lnTo>
                  <a:pt x="405" y="344"/>
                </a:lnTo>
                <a:lnTo>
                  <a:pt x="405" y="345"/>
                </a:lnTo>
                <a:lnTo>
                  <a:pt x="406" y="345"/>
                </a:lnTo>
                <a:lnTo>
                  <a:pt x="406" y="346"/>
                </a:lnTo>
                <a:lnTo>
                  <a:pt x="406" y="347"/>
                </a:lnTo>
                <a:lnTo>
                  <a:pt x="406" y="346"/>
                </a:lnTo>
                <a:lnTo>
                  <a:pt x="407" y="346"/>
                </a:lnTo>
                <a:lnTo>
                  <a:pt x="407" y="347"/>
                </a:lnTo>
                <a:lnTo>
                  <a:pt x="406" y="347"/>
                </a:lnTo>
                <a:lnTo>
                  <a:pt x="406" y="348"/>
                </a:lnTo>
                <a:lnTo>
                  <a:pt x="406" y="349"/>
                </a:lnTo>
                <a:lnTo>
                  <a:pt x="405" y="349"/>
                </a:lnTo>
                <a:lnTo>
                  <a:pt x="405" y="350"/>
                </a:lnTo>
                <a:lnTo>
                  <a:pt x="405" y="351"/>
                </a:lnTo>
                <a:lnTo>
                  <a:pt x="405" y="352"/>
                </a:lnTo>
                <a:lnTo>
                  <a:pt x="405" y="353"/>
                </a:lnTo>
                <a:lnTo>
                  <a:pt x="405" y="354"/>
                </a:lnTo>
                <a:lnTo>
                  <a:pt x="406" y="355"/>
                </a:lnTo>
                <a:lnTo>
                  <a:pt x="407" y="355"/>
                </a:lnTo>
                <a:lnTo>
                  <a:pt x="407" y="354"/>
                </a:lnTo>
                <a:lnTo>
                  <a:pt x="407" y="355"/>
                </a:lnTo>
                <a:lnTo>
                  <a:pt x="407" y="354"/>
                </a:lnTo>
                <a:lnTo>
                  <a:pt x="408" y="354"/>
                </a:lnTo>
                <a:lnTo>
                  <a:pt x="409" y="354"/>
                </a:lnTo>
                <a:lnTo>
                  <a:pt x="408" y="354"/>
                </a:lnTo>
                <a:lnTo>
                  <a:pt x="407" y="355"/>
                </a:lnTo>
                <a:lnTo>
                  <a:pt x="407" y="356"/>
                </a:lnTo>
                <a:lnTo>
                  <a:pt x="408" y="356"/>
                </a:lnTo>
                <a:lnTo>
                  <a:pt x="407" y="356"/>
                </a:lnTo>
                <a:lnTo>
                  <a:pt x="407" y="357"/>
                </a:lnTo>
                <a:lnTo>
                  <a:pt x="408" y="356"/>
                </a:lnTo>
                <a:lnTo>
                  <a:pt x="409" y="355"/>
                </a:lnTo>
                <a:lnTo>
                  <a:pt x="409" y="356"/>
                </a:lnTo>
                <a:lnTo>
                  <a:pt x="410" y="356"/>
                </a:lnTo>
                <a:lnTo>
                  <a:pt x="411" y="355"/>
                </a:lnTo>
                <a:lnTo>
                  <a:pt x="411" y="356"/>
                </a:lnTo>
                <a:lnTo>
                  <a:pt x="412" y="356"/>
                </a:lnTo>
                <a:lnTo>
                  <a:pt x="413" y="356"/>
                </a:lnTo>
                <a:lnTo>
                  <a:pt x="413" y="357"/>
                </a:lnTo>
                <a:lnTo>
                  <a:pt x="414" y="358"/>
                </a:lnTo>
                <a:lnTo>
                  <a:pt x="415" y="358"/>
                </a:lnTo>
                <a:lnTo>
                  <a:pt x="416" y="358"/>
                </a:lnTo>
                <a:lnTo>
                  <a:pt x="416" y="359"/>
                </a:lnTo>
                <a:lnTo>
                  <a:pt x="416" y="358"/>
                </a:lnTo>
                <a:lnTo>
                  <a:pt x="416" y="357"/>
                </a:lnTo>
                <a:lnTo>
                  <a:pt x="417" y="357"/>
                </a:lnTo>
                <a:lnTo>
                  <a:pt x="418" y="358"/>
                </a:lnTo>
                <a:lnTo>
                  <a:pt x="419" y="358"/>
                </a:lnTo>
                <a:lnTo>
                  <a:pt x="420" y="358"/>
                </a:lnTo>
                <a:lnTo>
                  <a:pt x="421" y="358"/>
                </a:lnTo>
                <a:lnTo>
                  <a:pt x="420" y="358"/>
                </a:lnTo>
                <a:lnTo>
                  <a:pt x="420" y="359"/>
                </a:lnTo>
                <a:lnTo>
                  <a:pt x="421" y="358"/>
                </a:lnTo>
                <a:lnTo>
                  <a:pt x="421" y="359"/>
                </a:lnTo>
                <a:lnTo>
                  <a:pt x="422" y="359"/>
                </a:lnTo>
                <a:lnTo>
                  <a:pt x="423" y="359"/>
                </a:lnTo>
                <a:lnTo>
                  <a:pt x="423" y="360"/>
                </a:lnTo>
                <a:lnTo>
                  <a:pt x="424" y="361"/>
                </a:lnTo>
                <a:lnTo>
                  <a:pt x="424" y="360"/>
                </a:lnTo>
                <a:lnTo>
                  <a:pt x="424" y="361"/>
                </a:lnTo>
                <a:lnTo>
                  <a:pt x="424" y="362"/>
                </a:lnTo>
                <a:lnTo>
                  <a:pt x="424" y="363"/>
                </a:lnTo>
                <a:lnTo>
                  <a:pt x="425" y="363"/>
                </a:lnTo>
                <a:lnTo>
                  <a:pt x="425" y="362"/>
                </a:lnTo>
                <a:lnTo>
                  <a:pt x="425" y="363"/>
                </a:lnTo>
                <a:lnTo>
                  <a:pt x="426" y="363"/>
                </a:lnTo>
                <a:lnTo>
                  <a:pt x="425" y="363"/>
                </a:lnTo>
                <a:lnTo>
                  <a:pt x="426" y="362"/>
                </a:lnTo>
                <a:lnTo>
                  <a:pt x="426" y="363"/>
                </a:lnTo>
                <a:lnTo>
                  <a:pt x="427" y="363"/>
                </a:lnTo>
                <a:lnTo>
                  <a:pt x="427" y="362"/>
                </a:lnTo>
                <a:lnTo>
                  <a:pt x="426" y="363"/>
                </a:lnTo>
                <a:lnTo>
                  <a:pt x="426" y="362"/>
                </a:lnTo>
                <a:lnTo>
                  <a:pt x="427" y="361"/>
                </a:lnTo>
                <a:lnTo>
                  <a:pt x="428" y="361"/>
                </a:lnTo>
                <a:lnTo>
                  <a:pt x="428" y="360"/>
                </a:lnTo>
                <a:lnTo>
                  <a:pt x="428" y="361"/>
                </a:lnTo>
                <a:lnTo>
                  <a:pt x="428" y="362"/>
                </a:lnTo>
                <a:lnTo>
                  <a:pt x="429" y="362"/>
                </a:lnTo>
                <a:lnTo>
                  <a:pt x="428" y="362"/>
                </a:lnTo>
                <a:lnTo>
                  <a:pt x="429" y="363"/>
                </a:lnTo>
                <a:lnTo>
                  <a:pt x="429" y="362"/>
                </a:lnTo>
                <a:lnTo>
                  <a:pt x="430" y="362"/>
                </a:lnTo>
                <a:lnTo>
                  <a:pt x="429" y="363"/>
                </a:lnTo>
                <a:lnTo>
                  <a:pt x="430" y="363"/>
                </a:lnTo>
                <a:lnTo>
                  <a:pt x="431" y="363"/>
                </a:lnTo>
                <a:lnTo>
                  <a:pt x="430" y="364"/>
                </a:lnTo>
                <a:lnTo>
                  <a:pt x="430" y="363"/>
                </a:lnTo>
                <a:lnTo>
                  <a:pt x="430" y="364"/>
                </a:lnTo>
                <a:lnTo>
                  <a:pt x="429" y="365"/>
                </a:lnTo>
                <a:lnTo>
                  <a:pt x="429" y="366"/>
                </a:lnTo>
                <a:lnTo>
                  <a:pt x="429" y="367"/>
                </a:lnTo>
                <a:lnTo>
                  <a:pt x="429" y="368"/>
                </a:lnTo>
                <a:lnTo>
                  <a:pt x="429" y="369"/>
                </a:lnTo>
                <a:lnTo>
                  <a:pt x="429" y="370"/>
                </a:lnTo>
                <a:lnTo>
                  <a:pt x="429" y="371"/>
                </a:lnTo>
                <a:lnTo>
                  <a:pt x="430" y="371"/>
                </a:lnTo>
                <a:lnTo>
                  <a:pt x="429" y="372"/>
                </a:lnTo>
                <a:lnTo>
                  <a:pt x="429" y="373"/>
                </a:lnTo>
                <a:lnTo>
                  <a:pt x="428" y="373"/>
                </a:lnTo>
                <a:lnTo>
                  <a:pt x="428" y="374"/>
                </a:lnTo>
                <a:lnTo>
                  <a:pt x="427" y="375"/>
                </a:lnTo>
                <a:lnTo>
                  <a:pt x="426" y="375"/>
                </a:lnTo>
                <a:lnTo>
                  <a:pt x="426" y="376"/>
                </a:lnTo>
                <a:lnTo>
                  <a:pt x="426" y="377"/>
                </a:lnTo>
                <a:lnTo>
                  <a:pt x="425" y="378"/>
                </a:lnTo>
                <a:lnTo>
                  <a:pt x="424" y="378"/>
                </a:lnTo>
                <a:lnTo>
                  <a:pt x="425" y="378"/>
                </a:lnTo>
                <a:lnTo>
                  <a:pt x="425" y="379"/>
                </a:lnTo>
                <a:lnTo>
                  <a:pt x="426" y="379"/>
                </a:lnTo>
                <a:lnTo>
                  <a:pt x="425" y="379"/>
                </a:lnTo>
                <a:lnTo>
                  <a:pt x="425" y="380"/>
                </a:lnTo>
                <a:lnTo>
                  <a:pt x="424" y="380"/>
                </a:lnTo>
                <a:lnTo>
                  <a:pt x="425" y="381"/>
                </a:lnTo>
                <a:lnTo>
                  <a:pt x="424" y="381"/>
                </a:lnTo>
                <a:lnTo>
                  <a:pt x="424" y="382"/>
                </a:lnTo>
                <a:lnTo>
                  <a:pt x="423" y="382"/>
                </a:lnTo>
                <a:lnTo>
                  <a:pt x="423" y="383"/>
                </a:lnTo>
                <a:lnTo>
                  <a:pt x="422" y="384"/>
                </a:lnTo>
                <a:lnTo>
                  <a:pt x="422" y="385"/>
                </a:lnTo>
                <a:lnTo>
                  <a:pt x="422" y="386"/>
                </a:lnTo>
                <a:lnTo>
                  <a:pt x="422" y="387"/>
                </a:lnTo>
                <a:lnTo>
                  <a:pt x="423" y="387"/>
                </a:lnTo>
                <a:lnTo>
                  <a:pt x="422" y="387"/>
                </a:lnTo>
                <a:lnTo>
                  <a:pt x="423" y="388"/>
                </a:lnTo>
                <a:lnTo>
                  <a:pt x="424" y="388"/>
                </a:lnTo>
                <a:lnTo>
                  <a:pt x="424" y="390"/>
                </a:lnTo>
                <a:lnTo>
                  <a:pt x="424" y="391"/>
                </a:lnTo>
                <a:lnTo>
                  <a:pt x="424" y="392"/>
                </a:lnTo>
                <a:lnTo>
                  <a:pt x="424" y="391"/>
                </a:lnTo>
                <a:lnTo>
                  <a:pt x="423" y="391"/>
                </a:lnTo>
                <a:lnTo>
                  <a:pt x="422" y="392"/>
                </a:lnTo>
                <a:lnTo>
                  <a:pt x="422" y="393"/>
                </a:lnTo>
                <a:lnTo>
                  <a:pt x="421" y="393"/>
                </a:lnTo>
                <a:lnTo>
                  <a:pt x="421" y="394"/>
                </a:lnTo>
                <a:lnTo>
                  <a:pt x="421" y="395"/>
                </a:lnTo>
                <a:lnTo>
                  <a:pt x="420" y="395"/>
                </a:lnTo>
                <a:lnTo>
                  <a:pt x="420" y="396"/>
                </a:lnTo>
                <a:lnTo>
                  <a:pt x="420" y="397"/>
                </a:lnTo>
                <a:lnTo>
                  <a:pt x="419" y="397"/>
                </a:lnTo>
                <a:lnTo>
                  <a:pt x="418" y="397"/>
                </a:lnTo>
                <a:lnTo>
                  <a:pt x="417" y="397"/>
                </a:lnTo>
                <a:lnTo>
                  <a:pt x="416" y="397"/>
                </a:lnTo>
                <a:lnTo>
                  <a:pt x="415" y="397"/>
                </a:lnTo>
                <a:lnTo>
                  <a:pt x="416" y="398"/>
                </a:lnTo>
                <a:lnTo>
                  <a:pt x="415" y="399"/>
                </a:lnTo>
                <a:lnTo>
                  <a:pt x="416" y="399"/>
                </a:lnTo>
                <a:lnTo>
                  <a:pt x="416" y="400"/>
                </a:lnTo>
                <a:lnTo>
                  <a:pt x="416" y="401"/>
                </a:lnTo>
                <a:lnTo>
                  <a:pt x="415" y="401"/>
                </a:lnTo>
                <a:lnTo>
                  <a:pt x="416" y="402"/>
                </a:lnTo>
                <a:lnTo>
                  <a:pt x="416" y="403"/>
                </a:lnTo>
                <a:lnTo>
                  <a:pt x="416" y="404"/>
                </a:lnTo>
                <a:lnTo>
                  <a:pt x="415" y="405"/>
                </a:lnTo>
                <a:lnTo>
                  <a:pt x="414" y="405"/>
                </a:lnTo>
                <a:lnTo>
                  <a:pt x="414" y="406"/>
                </a:lnTo>
                <a:lnTo>
                  <a:pt x="414" y="407"/>
                </a:lnTo>
                <a:lnTo>
                  <a:pt x="413" y="407"/>
                </a:lnTo>
                <a:lnTo>
                  <a:pt x="413" y="408"/>
                </a:lnTo>
                <a:lnTo>
                  <a:pt x="412" y="408"/>
                </a:lnTo>
                <a:lnTo>
                  <a:pt x="412" y="410"/>
                </a:lnTo>
                <a:lnTo>
                  <a:pt x="411" y="410"/>
                </a:lnTo>
                <a:lnTo>
                  <a:pt x="410" y="410"/>
                </a:lnTo>
                <a:lnTo>
                  <a:pt x="409" y="410"/>
                </a:lnTo>
                <a:lnTo>
                  <a:pt x="409" y="409"/>
                </a:lnTo>
                <a:lnTo>
                  <a:pt x="408" y="409"/>
                </a:lnTo>
                <a:lnTo>
                  <a:pt x="408" y="408"/>
                </a:lnTo>
                <a:lnTo>
                  <a:pt x="408" y="407"/>
                </a:lnTo>
                <a:lnTo>
                  <a:pt x="408" y="406"/>
                </a:lnTo>
                <a:lnTo>
                  <a:pt x="407" y="406"/>
                </a:lnTo>
                <a:lnTo>
                  <a:pt x="407" y="407"/>
                </a:lnTo>
                <a:lnTo>
                  <a:pt x="406" y="407"/>
                </a:lnTo>
                <a:lnTo>
                  <a:pt x="406" y="406"/>
                </a:lnTo>
                <a:lnTo>
                  <a:pt x="406" y="407"/>
                </a:lnTo>
                <a:lnTo>
                  <a:pt x="405" y="407"/>
                </a:lnTo>
                <a:lnTo>
                  <a:pt x="405" y="408"/>
                </a:lnTo>
                <a:lnTo>
                  <a:pt x="404" y="408"/>
                </a:lnTo>
                <a:lnTo>
                  <a:pt x="403" y="408"/>
                </a:lnTo>
                <a:lnTo>
                  <a:pt x="403" y="409"/>
                </a:lnTo>
                <a:lnTo>
                  <a:pt x="402" y="409"/>
                </a:lnTo>
                <a:lnTo>
                  <a:pt x="402" y="410"/>
                </a:lnTo>
                <a:lnTo>
                  <a:pt x="402" y="411"/>
                </a:lnTo>
                <a:lnTo>
                  <a:pt x="401" y="412"/>
                </a:lnTo>
                <a:lnTo>
                  <a:pt x="400" y="412"/>
                </a:lnTo>
                <a:lnTo>
                  <a:pt x="400" y="413"/>
                </a:lnTo>
                <a:lnTo>
                  <a:pt x="399" y="413"/>
                </a:lnTo>
                <a:lnTo>
                  <a:pt x="398" y="413"/>
                </a:lnTo>
                <a:lnTo>
                  <a:pt x="397" y="413"/>
                </a:lnTo>
                <a:lnTo>
                  <a:pt x="396" y="413"/>
                </a:lnTo>
                <a:lnTo>
                  <a:pt x="395" y="413"/>
                </a:lnTo>
                <a:lnTo>
                  <a:pt x="394" y="413"/>
                </a:lnTo>
                <a:lnTo>
                  <a:pt x="394" y="414"/>
                </a:lnTo>
                <a:lnTo>
                  <a:pt x="394" y="415"/>
                </a:lnTo>
                <a:lnTo>
                  <a:pt x="395" y="415"/>
                </a:lnTo>
                <a:lnTo>
                  <a:pt x="395" y="416"/>
                </a:lnTo>
                <a:lnTo>
                  <a:pt x="396" y="416"/>
                </a:lnTo>
                <a:lnTo>
                  <a:pt x="396" y="417"/>
                </a:lnTo>
                <a:lnTo>
                  <a:pt x="396" y="418"/>
                </a:lnTo>
                <a:lnTo>
                  <a:pt x="395" y="418"/>
                </a:lnTo>
                <a:lnTo>
                  <a:pt x="395" y="419"/>
                </a:lnTo>
                <a:lnTo>
                  <a:pt x="394" y="419"/>
                </a:lnTo>
                <a:lnTo>
                  <a:pt x="395" y="419"/>
                </a:lnTo>
                <a:lnTo>
                  <a:pt x="394" y="420"/>
                </a:lnTo>
                <a:lnTo>
                  <a:pt x="394" y="421"/>
                </a:lnTo>
                <a:lnTo>
                  <a:pt x="394" y="422"/>
                </a:lnTo>
                <a:lnTo>
                  <a:pt x="395" y="422"/>
                </a:lnTo>
                <a:lnTo>
                  <a:pt x="396" y="422"/>
                </a:lnTo>
                <a:lnTo>
                  <a:pt x="396" y="423"/>
                </a:lnTo>
                <a:lnTo>
                  <a:pt x="397" y="424"/>
                </a:lnTo>
                <a:lnTo>
                  <a:pt x="398" y="424"/>
                </a:lnTo>
                <a:lnTo>
                  <a:pt x="398" y="423"/>
                </a:lnTo>
                <a:lnTo>
                  <a:pt x="399" y="423"/>
                </a:lnTo>
                <a:lnTo>
                  <a:pt x="400" y="422"/>
                </a:lnTo>
                <a:lnTo>
                  <a:pt x="401" y="422"/>
                </a:lnTo>
                <a:lnTo>
                  <a:pt x="402" y="422"/>
                </a:lnTo>
                <a:lnTo>
                  <a:pt x="402" y="423"/>
                </a:lnTo>
                <a:lnTo>
                  <a:pt x="402" y="424"/>
                </a:lnTo>
                <a:lnTo>
                  <a:pt x="403" y="425"/>
                </a:lnTo>
                <a:lnTo>
                  <a:pt x="402" y="425"/>
                </a:lnTo>
                <a:lnTo>
                  <a:pt x="402" y="426"/>
                </a:lnTo>
                <a:lnTo>
                  <a:pt x="402" y="427"/>
                </a:lnTo>
                <a:lnTo>
                  <a:pt x="402" y="428"/>
                </a:lnTo>
                <a:lnTo>
                  <a:pt x="402" y="429"/>
                </a:lnTo>
                <a:lnTo>
                  <a:pt x="403" y="429"/>
                </a:lnTo>
                <a:lnTo>
                  <a:pt x="403" y="430"/>
                </a:lnTo>
                <a:lnTo>
                  <a:pt x="402" y="430"/>
                </a:lnTo>
                <a:lnTo>
                  <a:pt x="403" y="431"/>
                </a:lnTo>
                <a:lnTo>
                  <a:pt x="404" y="432"/>
                </a:lnTo>
                <a:lnTo>
                  <a:pt x="404" y="433"/>
                </a:lnTo>
                <a:lnTo>
                  <a:pt x="404" y="434"/>
                </a:lnTo>
                <a:lnTo>
                  <a:pt x="405" y="434"/>
                </a:lnTo>
                <a:lnTo>
                  <a:pt x="404" y="434"/>
                </a:lnTo>
                <a:lnTo>
                  <a:pt x="404" y="435"/>
                </a:lnTo>
                <a:lnTo>
                  <a:pt x="405" y="436"/>
                </a:lnTo>
                <a:lnTo>
                  <a:pt x="405" y="437"/>
                </a:lnTo>
                <a:lnTo>
                  <a:pt x="406" y="437"/>
                </a:lnTo>
                <a:lnTo>
                  <a:pt x="407" y="437"/>
                </a:lnTo>
                <a:lnTo>
                  <a:pt x="409" y="437"/>
                </a:lnTo>
                <a:lnTo>
                  <a:pt x="409" y="438"/>
                </a:lnTo>
                <a:lnTo>
                  <a:pt x="408" y="438"/>
                </a:lnTo>
                <a:lnTo>
                  <a:pt x="408" y="439"/>
                </a:lnTo>
                <a:lnTo>
                  <a:pt x="407" y="439"/>
                </a:lnTo>
                <a:lnTo>
                  <a:pt x="407" y="440"/>
                </a:lnTo>
                <a:lnTo>
                  <a:pt x="406" y="440"/>
                </a:lnTo>
                <a:lnTo>
                  <a:pt x="405" y="440"/>
                </a:lnTo>
                <a:lnTo>
                  <a:pt x="404" y="440"/>
                </a:lnTo>
                <a:lnTo>
                  <a:pt x="404" y="441"/>
                </a:lnTo>
                <a:lnTo>
                  <a:pt x="403" y="440"/>
                </a:lnTo>
                <a:lnTo>
                  <a:pt x="403" y="439"/>
                </a:lnTo>
                <a:lnTo>
                  <a:pt x="402" y="439"/>
                </a:lnTo>
                <a:lnTo>
                  <a:pt x="402" y="438"/>
                </a:lnTo>
                <a:lnTo>
                  <a:pt x="401" y="438"/>
                </a:lnTo>
                <a:lnTo>
                  <a:pt x="401" y="439"/>
                </a:lnTo>
                <a:lnTo>
                  <a:pt x="400" y="439"/>
                </a:lnTo>
                <a:lnTo>
                  <a:pt x="399" y="439"/>
                </a:lnTo>
                <a:lnTo>
                  <a:pt x="399" y="440"/>
                </a:lnTo>
                <a:lnTo>
                  <a:pt x="398" y="440"/>
                </a:lnTo>
                <a:lnTo>
                  <a:pt x="397" y="441"/>
                </a:lnTo>
                <a:lnTo>
                  <a:pt x="396" y="442"/>
                </a:lnTo>
                <a:lnTo>
                  <a:pt x="395" y="442"/>
                </a:lnTo>
                <a:lnTo>
                  <a:pt x="395" y="441"/>
                </a:lnTo>
                <a:lnTo>
                  <a:pt x="394" y="442"/>
                </a:lnTo>
                <a:lnTo>
                  <a:pt x="394" y="443"/>
                </a:lnTo>
                <a:lnTo>
                  <a:pt x="394" y="444"/>
                </a:lnTo>
                <a:lnTo>
                  <a:pt x="394" y="445"/>
                </a:lnTo>
                <a:lnTo>
                  <a:pt x="394" y="446"/>
                </a:lnTo>
                <a:lnTo>
                  <a:pt x="393" y="446"/>
                </a:lnTo>
                <a:lnTo>
                  <a:pt x="393" y="447"/>
                </a:lnTo>
                <a:lnTo>
                  <a:pt x="392" y="446"/>
                </a:lnTo>
                <a:lnTo>
                  <a:pt x="393" y="446"/>
                </a:lnTo>
                <a:lnTo>
                  <a:pt x="392" y="445"/>
                </a:lnTo>
                <a:lnTo>
                  <a:pt x="392" y="446"/>
                </a:lnTo>
                <a:lnTo>
                  <a:pt x="391" y="446"/>
                </a:lnTo>
                <a:lnTo>
                  <a:pt x="391" y="445"/>
                </a:lnTo>
                <a:lnTo>
                  <a:pt x="391" y="446"/>
                </a:lnTo>
                <a:lnTo>
                  <a:pt x="390" y="446"/>
                </a:lnTo>
                <a:lnTo>
                  <a:pt x="389" y="446"/>
                </a:lnTo>
                <a:lnTo>
                  <a:pt x="388" y="446"/>
                </a:lnTo>
                <a:lnTo>
                  <a:pt x="387" y="446"/>
                </a:lnTo>
                <a:lnTo>
                  <a:pt x="386" y="445"/>
                </a:lnTo>
                <a:lnTo>
                  <a:pt x="385" y="445"/>
                </a:lnTo>
                <a:lnTo>
                  <a:pt x="384" y="445"/>
                </a:lnTo>
                <a:lnTo>
                  <a:pt x="383" y="445"/>
                </a:lnTo>
                <a:lnTo>
                  <a:pt x="382" y="444"/>
                </a:lnTo>
                <a:lnTo>
                  <a:pt x="381" y="444"/>
                </a:lnTo>
                <a:lnTo>
                  <a:pt x="381" y="443"/>
                </a:lnTo>
                <a:lnTo>
                  <a:pt x="380" y="443"/>
                </a:lnTo>
                <a:lnTo>
                  <a:pt x="379" y="444"/>
                </a:lnTo>
                <a:lnTo>
                  <a:pt x="378" y="445"/>
                </a:lnTo>
                <a:lnTo>
                  <a:pt x="377" y="445"/>
                </a:lnTo>
                <a:lnTo>
                  <a:pt x="377" y="444"/>
                </a:lnTo>
                <a:lnTo>
                  <a:pt x="376" y="444"/>
                </a:lnTo>
                <a:lnTo>
                  <a:pt x="375" y="444"/>
                </a:lnTo>
                <a:lnTo>
                  <a:pt x="375" y="443"/>
                </a:lnTo>
                <a:lnTo>
                  <a:pt x="374" y="443"/>
                </a:lnTo>
                <a:lnTo>
                  <a:pt x="374" y="442"/>
                </a:lnTo>
                <a:lnTo>
                  <a:pt x="373" y="442"/>
                </a:lnTo>
                <a:lnTo>
                  <a:pt x="373" y="443"/>
                </a:lnTo>
                <a:lnTo>
                  <a:pt x="372" y="443"/>
                </a:lnTo>
                <a:lnTo>
                  <a:pt x="371" y="442"/>
                </a:lnTo>
                <a:lnTo>
                  <a:pt x="371" y="441"/>
                </a:lnTo>
                <a:lnTo>
                  <a:pt x="370" y="441"/>
                </a:lnTo>
                <a:lnTo>
                  <a:pt x="370" y="440"/>
                </a:lnTo>
                <a:lnTo>
                  <a:pt x="369" y="440"/>
                </a:lnTo>
                <a:lnTo>
                  <a:pt x="369" y="441"/>
                </a:lnTo>
                <a:lnTo>
                  <a:pt x="368" y="441"/>
                </a:lnTo>
                <a:lnTo>
                  <a:pt x="368" y="440"/>
                </a:lnTo>
                <a:lnTo>
                  <a:pt x="368" y="439"/>
                </a:lnTo>
                <a:lnTo>
                  <a:pt x="368" y="440"/>
                </a:lnTo>
                <a:lnTo>
                  <a:pt x="367" y="440"/>
                </a:lnTo>
                <a:lnTo>
                  <a:pt x="367" y="441"/>
                </a:lnTo>
                <a:lnTo>
                  <a:pt x="366" y="441"/>
                </a:lnTo>
                <a:lnTo>
                  <a:pt x="365" y="441"/>
                </a:lnTo>
                <a:lnTo>
                  <a:pt x="365" y="442"/>
                </a:lnTo>
                <a:lnTo>
                  <a:pt x="364" y="442"/>
                </a:lnTo>
                <a:lnTo>
                  <a:pt x="364" y="443"/>
                </a:lnTo>
                <a:lnTo>
                  <a:pt x="363" y="443"/>
                </a:lnTo>
                <a:lnTo>
                  <a:pt x="362" y="444"/>
                </a:lnTo>
                <a:lnTo>
                  <a:pt x="361" y="444"/>
                </a:lnTo>
                <a:lnTo>
                  <a:pt x="361" y="445"/>
                </a:lnTo>
                <a:lnTo>
                  <a:pt x="362" y="445"/>
                </a:lnTo>
                <a:lnTo>
                  <a:pt x="362" y="446"/>
                </a:lnTo>
                <a:lnTo>
                  <a:pt x="361" y="447"/>
                </a:lnTo>
                <a:lnTo>
                  <a:pt x="362" y="448"/>
                </a:lnTo>
                <a:lnTo>
                  <a:pt x="362" y="449"/>
                </a:lnTo>
                <a:lnTo>
                  <a:pt x="363" y="449"/>
                </a:lnTo>
                <a:lnTo>
                  <a:pt x="363" y="450"/>
                </a:lnTo>
                <a:lnTo>
                  <a:pt x="362" y="450"/>
                </a:lnTo>
                <a:lnTo>
                  <a:pt x="362" y="451"/>
                </a:lnTo>
                <a:lnTo>
                  <a:pt x="362" y="452"/>
                </a:lnTo>
                <a:lnTo>
                  <a:pt x="363" y="452"/>
                </a:lnTo>
                <a:lnTo>
                  <a:pt x="363" y="453"/>
                </a:lnTo>
                <a:lnTo>
                  <a:pt x="364" y="453"/>
                </a:lnTo>
                <a:lnTo>
                  <a:pt x="364" y="454"/>
                </a:lnTo>
                <a:lnTo>
                  <a:pt x="365" y="454"/>
                </a:lnTo>
                <a:lnTo>
                  <a:pt x="365" y="455"/>
                </a:lnTo>
                <a:lnTo>
                  <a:pt x="366" y="455"/>
                </a:lnTo>
                <a:lnTo>
                  <a:pt x="366" y="456"/>
                </a:lnTo>
                <a:lnTo>
                  <a:pt x="365" y="456"/>
                </a:lnTo>
                <a:lnTo>
                  <a:pt x="364" y="457"/>
                </a:lnTo>
                <a:lnTo>
                  <a:pt x="363" y="458"/>
                </a:lnTo>
                <a:lnTo>
                  <a:pt x="362" y="458"/>
                </a:lnTo>
                <a:lnTo>
                  <a:pt x="360" y="459"/>
                </a:lnTo>
                <a:lnTo>
                  <a:pt x="359" y="459"/>
                </a:lnTo>
                <a:lnTo>
                  <a:pt x="358" y="460"/>
                </a:lnTo>
                <a:lnTo>
                  <a:pt x="359" y="460"/>
                </a:lnTo>
                <a:lnTo>
                  <a:pt x="359" y="461"/>
                </a:lnTo>
                <a:lnTo>
                  <a:pt x="359" y="462"/>
                </a:lnTo>
                <a:lnTo>
                  <a:pt x="360" y="462"/>
                </a:lnTo>
                <a:lnTo>
                  <a:pt x="361" y="462"/>
                </a:lnTo>
                <a:lnTo>
                  <a:pt x="361" y="463"/>
                </a:lnTo>
                <a:lnTo>
                  <a:pt x="362" y="463"/>
                </a:lnTo>
                <a:lnTo>
                  <a:pt x="362" y="462"/>
                </a:lnTo>
                <a:lnTo>
                  <a:pt x="362" y="461"/>
                </a:lnTo>
                <a:lnTo>
                  <a:pt x="363" y="461"/>
                </a:lnTo>
                <a:lnTo>
                  <a:pt x="363" y="462"/>
                </a:lnTo>
                <a:lnTo>
                  <a:pt x="363" y="463"/>
                </a:lnTo>
                <a:lnTo>
                  <a:pt x="362" y="463"/>
                </a:lnTo>
                <a:lnTo>
                  <a:pt x="361" y="463"/>
                </a:lnTo>
                <a:lnTo>
                  <a:pt x="360" y="463"/>
                </a:lnTo>
                <a:lnTo>
                  <a:pt x="360" y="462"/>
                </a:lnTo>
                <a:lnTo>
                  <a:pt x="359" y="463"/>
                </a:lnTo>
                <a:lnTo>
                  <a:pt x="360" y="463"/>
                </a:lnTo>
                <a:lnTo>
                  <a:pt x="359" y="464"/>
                </a:lnTo>
                <a:lnTo>
                  <a:pt x="360" y="464"/>
                </a:lnTo>
                <a:lnTo>
                  <a:pt x="360" y="465"/>
                </a:lnTo>
                <a:lnTo>
                  <a:pt x="360" y="466"/>
                </a:lnTo>
                <a:lnTo>
                  <a:pt x="361" y="466"/>
                </a:lnTo>
                <a:lnTo>
                  <a:pt x="362" y="466"/>
                </a:lnTo>
                <a:lnTo>
                  <a:pt x="362" y="467"/>
                </a:lnTo>
                <a:lnTo>
                  <a:pt x="362" y="468"/>
                </a:lnTo>
                <a:lnTo>
                  <a:pt x="362" y="469"/>
                </a:lnTo>
                <a:lnTo>
                  <a:pt x="362" y="470"/>
                </a:lnTo>
                <a:lnTo>
                  <a:pt x="363" y="470"/>
                </a:lnTo>
                <a:lnTo>
                  <a:pt x="362" y="470"/>
                </a:lnTo>
                <a:lnTo>
                  <a:pt x="363" y="471"/>
                </a:lnTo>
                <a:lnTo>
                  <a:pt x="363" y="472"/>
                </a:lnTo>
                <a:lnTo>
                  <a:pt x="362" y="472"/>
                </a:lnTo>
                <a:lnTo>
                  <a:pt x="363" y="473"/>
                </a:lnTo>
                <a:lnTo>
                  <a:pt x="363" y="474"/>
                </a:lnTo>
                <a:lnTo>
                  <a:pt x="363" y="475"/>
                </a:lnTo>
                <a:lnTo>
                  <a:pt x="363" y="476"/>
                </a:lnTo>
                <a:lnTo>
                  <a:pt x="362" y="476"/>
                </a:lnTo>
                <a:lnTo>
                  <a:pt x="362" y="477"/>
                </a:lnTo>
                <a:lnTo>
                  <a:pt x="363" y="477"/>
                </a:lnTo>
                <a:lnTo>
                  <a:pt x="363" y="478"/>
                </a:lnTo>
                <a:lnTo>
                  <a:pt x="363" y="479"/>
                </a:lnTo>
                <a:lnTo>
                  <a:pt x="362" y="480"/>
                </a:lnTo>
                <a:lnTo>
                  <a:pt x="363" y="480"/>
                </a:lnTo>
                <a:lnTo>
                  <a:pt x="363" y="481"/>
                </a:lnTo>
                <a:lnTo>
                  <a:pt x="362" y="481"/>
                </a:lnTo>
                <a:lnTo>
                  <a:pt x="363" y="482"/>
                </a:lnTo>
                <a:lnTo>
                  <a:pt x="363" y="483"/>
                </a:lnTo>
                <a:lnTo>
                  <a:pt x="362" y="483"/>
                </a:lnTo>
                <a:lnTo>
                  <a:pt x="362" y="482"/>
                </a:lnTo>
                <a:lnTo>
                  <a:pt x="361" y="482"/>
                </a:lnTo>
                <a:lnTo>
                  <a:pt x="361" y="481"/>
                </a:lnTo>
                <a:lnTo>
                  <a:pt x="360" y="482"/>
                </a:lnTo>
                <a:lnTo>
                  <a:pt x="360" y="483"/>
                </a:lnTo>
                <a:lnTo>
                  <a:pt x="359" y="482"/>
                </a:lnTo>
                <a:lnTo>
                  <a:pt x="358" y="483"/>
                </a:lnTo>
                <a:lnTo>
                  <a:pt x="358" y="484"/>
                </a:lnTo>
                <a:lnTo>
                  <a:pt x="358" y="485"/>
                </a:lnTo>
                <a:lnTo>
                  <a:pt x="358" y="487"/>
                </a:lnTo>
                <a:lnTo>
                  <a:pt x="356" y="489"/>
                </a:lnTo>
                <a:lnTo>
                  <a:pt x="355" y="489"/>
                </a:lnTo>
                <a:lnTo>
                  <a:pt x="355" y="490"/>
                </a:lnTo>
                <a:lnTo>
                  <a:pt x="354" y="491"/>
                </a:lnTo>
                <a:lnTo>
                  <a:pt x="353" y="491"/>
                </a:lnTo>
                <a:lnTo>
                  <a:pt x="353" y="492"/>
                </a:lnTo>
                <a:lnTo>
                  <a:pt x="352" y="492"/>
                </a:lnTo>
                <a:lnTo>
                  <a:pt x="351" y="492"/>
                </a:lnTo>
                <a:lnTo>
                  <a:pt x="351" y="491"/>
                </a:lnTo>
                <a:lnTo>
                  <a:pt x="351" y="492"/>
                </a:lnTo>
                <a:lnTo>
                  <a:pt x="350" y="492"/>
                </a:lnTo>
                <a:lnTo>
                  <a:pt x="350" y="493"/>
                </a:lnTo>
                <a:lnTo>
                  <a:pt x="350" y="494"/>
                </a:lnTo>
                <a:lnTo>
                  <a:pt x="351" y="494"/>
                </a:lnTo>
                <a:lnTo>
                  <a:pt x="351" y="495"/>
                </a:lnTo>
                <a:lnTo>
                  <a:pt x="350" y="495"/>
                </a:lnTo>
                <a:lnTo>
                  <a:pt x="349" y="495"/>
                </a:lnTo>
                <a:lnTo>
                  <a:pt x="349" y="497"/>
                </a:lnTo>
                <a:lnTo>
                  <a:pt x="348" y="497"/>
                </a:lnTo>
                <a:lnTo>
                  <a:pt x="348" y="498"/>
                </a:lnTo>
                <a:lnTo>
                  <a:pt x="349" y="499"/>
                </a:lnTo>
                <a:lnTo>
                  <a:pt x="349" y="500"/>
                </a:lnTo>
                <a:lnTo>
                  <a:pt x="350" y="500"/>
                </a:lnTo>
                <a:lnTo>
                  <a:pt x="350" y="502"/>
                </a:lnTo>
                <a:lnTo>
                  <a:pt x="349" y="502"/>
                </a:lnTo>
                <a:lnTo>
                  <a:pt x="349" y="503"/>
                </a:lnTo>
                <a:lnTo>
                  <a:pt x="348" y="504"/>
                </a:lnTo>
                <a:lnTo>
                  <a:pt x="347" y="504"/>
                </a:lnTo>
                <a:lnTo>
                  <a:pt x="347" y="505"/>
                </a:lnTo>
                <a:lnTo>
                  <a:pt x="347" y="506"/>
                </a:lnTo>
                <a:lnTo>
                  <a:pt x="346" y="506"/>
                </a:lnTo>
                <a:lnTo>
                  <a:pt x="345" y="506"/>
                </a:lnTo>
                <a:lnTo>
                  <a:pt x="344" y="507"/>
                </a:lnTo>
                <a:lnTo>
                  <a:pt x="344" y="508"/>
                </a:lnTo>
                <a:lnTo>
                  <a:pt x="344" y="509"/>
                </a:lnTo>
                <a:lnTo>
                  <a:pt x="343" y="509"/>
                </a:lnTo>
                <a:lnTo>
                  <a:pt x="343" y="510"/>
                </a:lnTo>
                <a:lnTo>
                  <a:pt x="342" y="510"/>
                </a:lnTo>
                <a:lnTo>
                  <a:pt x="342" y="511"/>
                </a:lnTo>
                <a:lnTo>
                  <a:pt x="341" y="512"/>
                </a:lnTo>
                <a:lnTo>
                  <a:pt x="340" y="513"/>
                </a:lnTo>
                <a:lnTo>
                  <a:pt x="339" y="512"/>
                </a:lnTo>
                <a:lnTo>
                  <a:pt x="338" y="512"/>
                </a:lnTo>
                <a:lnTo>
                  <a:pt x="337" y="512"/>
                </a:lnTo>
                <a:lnTo>
                  <a:pt x="336" y="513"/>
                </a:lnTo>
                <a:lnTo>
                  <a:pt x="336" y="512"/>
                </a:lnTo>
                <a:lnTo>
                  <a:pt x="336" y="513"/>
                </a:lnTo>
                <a:lnTo>
                  <a:pt x="335" y="513"/>
                </a:lnTo>
                <a:lnTo>
                  <a:pt x="334" y="513"/>
                </a:lnTo>
                <a:lnTo>
                  <a:pt x="333" y="513"/>
                </a:lnTo>
                <a:lnTo>
                  <a:pt x="333" y="514"/>
                </a:lnTo>
                <a:lnTo>
                  <a:pt x="333" y="515"/>
                </a:lnTo>
                <a:lnTo>
                  <a:pt x="332" y="515"/>
                </a:lnTo>
                <a:lnTo>
                  <a:pt x="332" y="516"/>
                </a:lnTo>
                <a:lnTo>
                  <a:pt x="331" y="517"/>
                </a:lnTo>
                <a:lnTo>
                  <a:pt x="331" y="518"/>
                </a:lnTo>
                <a:lnTo>
                  <a:pt x="330" y="518"/>
                </a:lnTo>
                <a:lnTo>
                  <a:pt x="329" y="519"/>
                </a:lnTo>
                <a:lnTo>
                  <a:pt x="329" y="518"/>
                </a:lnTo>
                <a:lnTo>
                  <a:pt x="329" y="519"/>
                </a:lnTo>
                <a:lnTo>
                  <a:pt x="328" y="519"/>
                </a:lnTo>
                <a:lnTo>
                  <a:pt x="327" y="519"/>
                </a:lnTo>
                <a:lnTo>
                  <a:pt x="327" y="520"/>
                </a:lnTo>
                <a:lnTo>
                  <a:pt x="327" y="521"/>
                </a:lnTo>
                <a:lnTo>
                  <a:pt x="327" y="522"/>
                </a:lnTo>
                <a:lnTo>
                  <a:pt x="327" y="523"/>
                </a:lnTo>
                <a:lnTo>
                  <a:pt x="327" y="524"/>
                </a:lnTo>
                <a:lnTo>
                  <a:pt x="327" y="525"/>
                </a:lnTo>
                <a:lnTo>
                  <a:pt x="326" y="526"/>
                </a:lnTo>
                <a:lnTo>
                  <a:pt x="325" y="526"/>
                </a:lnTo>
                <a:lnTo>
                  <a:pt x="324" y="526"/>
                </a:lnTo>
                <a:lnTo>
                  <a:pt x="323" y="526"/>
                </a:lnTo>
                <a:lnTo>
                  <a:pt x="324" y="526"/>
                </a:lnTo>
                <a:lnTo>
                  <a:pt x="324" y="527"/>
                </a:lnTo>
                <a:lnTo>
                  <a:pt x="323" y="527"/>
                </a:lnTo>
                <a:lnTo>
                  <a:pt x="323" y="526"/>
                </a:lnTo>
                <a:lnTo>
                  <a:pt x="322" y="526"/>
                </a:lnTo>
                <a:lnTo>
                  <a:pt x="321" y="526"/>
                </a:lnTo>
                <a:lnTo>
                  <a:pt x="321" y="527"/>
                </a:lnTo>
                <a:lnTo>
                  <a:pt x="320" y="527"/>
                </a:lnTo>
                <a:lnTo>
                  <a:pt x="320" y="526"/>
                </a:lnTo>
                <a:lnTo>
                  <a:pt x="319" y="526"/>
                </a:lnTo>
                <a:lnTo>
                  <a:pt x="319" y="527"/>
                </a:lnTo>
                <a:lnTo>
                  <a:pt x="318" y="526"/>
                </a:lnTo>
                <a:lnTo>
                  <a:pt x="317" y="526"/>
                </a:lnTo>
                <a:lnTo>
                  <a:pt x="316" y="527"/>
                </a:lnTo>
                <a:lnTo>
                  <a:pt x="317" y="527"/>
                </a:lnTo>
                <a:lnTo>
                  <a:pt x="316" y="527"/>
                </a:lnTo>
                <a:lnTo>
                  <a:pt x="316" y="528"/>
                </a:lnTo>
                <a:lnTo>
                  <a:pt x="315" y="529"/>
                </a:lnTo>
                <a:lnTo>
                  <a:pt x="314" y="529"/>
                </a:lnTo>
                <a:lnTo>
                  <a:pt x="314" y="530"/>
                </a:lnTo>
                <a:lnTo>
                  <a:pt x="313" y="530"/>
                </a:lnTo>
                <a:lnTo>
                  <a:pt x="313" y="529"/>
                </a:lnTo>
                <a:lnTo>
                  <a:pt x="312" y="529"/>
                </a:lnTo>
                <a:lnTo>
                  <a:pt x="312" y="528"/>
                </a:lnTo>
                <a:lnTo>
                  <a:pt x="311" y="528"/>
                </a:lnTo>
                <a:lnTo>
                  <a:pt x="310" y="528"/>
                </a:lnTo>
                <a:lnTo>
                  <a:pt x="310" y="529"/>
                </a:lnTo>
                <a:lnTo>
                  <a:pt x="310" y="530"/>
                </a:lnTo>
                <a:lnTo>
                  <a:pt x="310" y="531"/>
                </a:lnTo>
                <a:lnTo>
                  <a:pt x="310" y="532"/>
                </a:lnTo>
                <a:lnTo>
                  <a:pt x="311" y="532"/>
                </a:lnTo>
                <a:lnTo>
                  <a:pt x="311" y="533"/>
                </a:lnTo>
                <a:lnTo>
                  <a:pt x="310" y="533"/>
                </a:lnTo>
                <a:lnTo>
                  <a:pt x="310" y="534"/>
                </a:lnTo>
                <a:lnTo>
                  <a:pt x="311" y="534"/>
                </a:lnTo>
                <a:lnTo>
                  <a:pt x="310" y="535"/>
                </a:lnTo>
                <a:lnTo>
                  <a:pt x="309" y="536"/>
                </a:lnTo>
                <a:lnTo>
                  <a:pt x="308" y="535"/>
                </a:lnTo>
                <a:lnTo>
                  <a:pt x="307" y="535"/>
                </a:lnTo>
                <a:lnTo>
                  <a:pt x="306" y="535"/>
                </a:lnTo>
                <a:lnTo>
                  <a:pt x="305" y="535"/>
                </a:lnTo>
                <a:lnTo>
                  <a:pt x="305" y="534"/>
                </a:lnTo>
                <a:lnTo>
                  <a:pt x="304" y="535"/>
                </a:lnTo>
                <a:lnTo>
                  <a:pt x="303" y="535"/>
                </a:lnTo>
                <a:lnTo>
                  <a:pt x="302" y="535"/>
                </a:lnTo>
                <a:lnTo>
                  <a:pt x="301" y="536"/>
                </a:lnTo>
                <a:lnTo>
                  <a:pt x="301" y="537"/>
                </a:lnTo>
                <a:lnTo>
                  <a:pt x="301" y="538"/>
                </a:lnTo>
                <a:lnTo>
                  <a:pt x="300" y="538"/>
                </a:lnTo>
                <a:lnTo>
                  <a:pt x="299" y="538"/>
                </a:lnTo>
                <a:lnTo>
                  <a:pt x="300" y="538"/>
                </a:lnTo>
                <a:lnTo>
                  <a:pt x="299" y="537"/>
                </a:lnTo>
                <a:lnTo>
                  <a:pt x="298" y="537"/>
                </a:lnTo>
                <a:lnTo>
                  <a:pt x="297" y="537"/>
                </a:lnTo>
                <a:lnTo>
                  <a:pt x="296" y="536"/>
                </a:lnTo>
                <a:lnTo>
                  <a:pt x="295" y="536"/>
                </a:lnTo>
                <a:lnTo>
                  <a:pt x="294" y="535"/>
                </a:lnTo>
                <a:lnTo>
                  <a:pt x="294" y="534"/>
                </a:lnTo>
                <a:lnTo>
                  <a:pt x="294" y="533"/>
                </a:lnTo>
                <a:lnTo>
                  <a:pt x="295" y="533"/>
                </a:lnTo>
                <a:lnTo>
                  <a:pt x="294" y="533"/>
                </a:lnTo>
                <a:lnTo>
                  <a:pt x="294" y="532"/>
                </a:lnTo>
                <a:lnTo>
                  <a:pt x="294" y="531"/>
                </a:lnTo>
                <a:lnTo>
                  <a:pt x="293" y="531"/>
                </a:lnTo>
                <a:lnTo>
                  <a:pt x="293" y="530"/>
                </a:lnTo>
                <a:lnTo>
                  <a:pt x="294" y="530"/>
                </a:lnTo>
                <a:lnTo>
                  <a:pt x="294" y="529"/>
                </a:lnTo>
                <a:lnTo>
                  <a:pt x="295" y="529"/>
                </a:lnTo>
                <a:lnTo>
                  <a:pt x="295" y="528"/>
                </a:lnTo>
                <a:lnTo>
                  <a:pt x="294" y="528"/>
                </a:lnTo>
                <a:lnTo>
                  <a:pt x="294" y="527"/>
                </a:lnTo>
                <a:lnTo>
                  <a:pt x="294" y="526"/>
                </a:lnTo>
                <a:lnTo>
                  <a:pt x="293" y="526"/>
                </a:lnTo>
                <a:lnTo>
                  <a:pt x="292" y="525"/>
                </a:lnTo>
                <a:lnTo>
                  <a:pt x="292" y="524"/>
                </a:lnTo>
                <a:lnTo>
                  <a:pt x="291" y="524"/>
                </a:lnTo>
                <a:lnTo>
                  <a:pt x="291" y="523"/>
                </a:lnTo>
                <a:lnTo>
                  <a:pt x="290" y="524"/>
                </a:lnTo>
                <a:lnTo>
                  <a:pt x="289" y="523"/>
                </a:lnTo>
                <a:lnTo>
                  <a:pt x="287" y="523"/>
                </a:lnTo>
                <a:lnTo>
                  <a:pt x="286" y="523"/>
                </a:lnTo>
                <a:lnTo>
                  <a:pt x="286" y="522"/>
                </a:lnTo>
                <a:lnTo>
                  <a:pt x="286" y="521"/>
                </a:lnTo>
                <a:lnTo>
                  <a:pt x="285" y="520"/>
                </a:lnTo>
                <a:lnTo>
                  <a:pt x="284" y="520"/>
                </a:lnTo>
                <a:lnTo>
                  <a:pt x="283" y="520"/>
                </a:lnTo>
                <a:lnTo>
                  <a:pt x="282" y="520"/>
                </a:lnTo>
                <a:lnTo>
                  <a:pt x="281" y="521"/>
                </a:lnTo>
                <a:lnTo>
                  <a:pt x="280" y="521"/>
                </a:lnTo>
                <a:lnTo>
                  <a:pt x="280" y="520"/>
                </a:lnTo>
                <a:lnTo>
                  <a:pt x="278" y="520"/>
                </a:lnTo>
                <a:lnTo>
                  <a:pt x="278" y="521"/>
                </a:lnTo>
                <a:lnTo>
                  <a:pt x="277" y="522"/>
                </a:lnTo>
                <a:lnTo>
                  <a:pt x="275" y="521"/>
                </a:lnTo>
                <a:lnTo>
                  <a:pt x="274" y="522"/>
                </a:lnTo>
                <a:lnTo>
                  <a:pt x="273" y="522"/>
                </a:lnTo>
                <a:lnTo>
                  <a:pt x="272" y="522"/>
                </a:lnTo>
                <a:lnTo>
                  <a:pt x="272" y="523"/>
                </a:lnTo>
                <a:lnTo>
                  <a:pt x="271" y="523"/>
                </a:lnTo>
                <a:lnTo>
                  <a:pt x="270" y="523"/>
                </a:lnTo>
                <a:lnTo>
                  <a:pt x="270" y="522"/>
                </a:lnTo>
                <a:lnTo>
                  <a:pt x="269" y="522"/>
                </a:lnTo>
                <a:lnTo>
                  <a:pt x="269" y="521"/>
                </a:lnTo>
                <a:lnTo>
                  <a:pt x="268" y="521"/>
                </a:lnTo>
                <a:lnTo>
                  <a:pt x="266" y="521"/>
                </a:lnTo>
                <a:lnTo>
                  <a:pt x="266" y="520"/>
                </a:lnTo>
                <a:lnTo>
                  <a:pt x="265" y="520"/>
                </a:lnTo>
                <a:lnTo>
                  <a:pt x="264" y="520"/>
                </a:lnTo>
                <a:lnTo>
                  <a:pt x="263" y="520"/>
                </a:lnTo>
                <a:lnTo>
                  <a:pt x="262" y="520"/>
                </a:lnTo>
                <a:lnTo>
                  <a:pt x="262" y="521"/>
                </a:lnTo>
                <a:lnTo>
                  <a:pt x="261" y="521"/>
                </a:lnTo>
                <a:lnTo>
                  <a:pt x="261" y="520"/>
                </a:lnTo>
                <a:lnTo>
                  <a:pt x="260" y="521"/>
                </a:lnTo>
                <a:lnTo>
                  <a:pt x="260" y="522"/>
                </a:lnTo>
                <a:lnTo>
                  <a:pt x="259" y="521"/>
                </a:lnTo>
                <a:lnTo>
                  <a:pt x="258" y="521"/>
                </a:lnTo>
                <a:lnTo>
                  <a:pt x="258" y="522"/>
                </a:lnTo>
                <a:lnTo>
                  <a:pt x="257" y="522"/>
                </a:lnTo>
                <a:lnTo>
                  <a:pt x="257" y="523"/>
                </a:lnTo>
                <a:lnTo>
                  <a:pt x="257" y="522"/>
                </a:lnTo>
                <a:lnTo>
                  <a:pt x="256" y="521"/>
                </a:lnTo>
                <a:lnTo>
                  <a:pt x="255" y="521"/>
                </a:lnTo>
                <a:lnTo>
                  <a:pt x="255" y="522"/>
                </a:lnTo>
                <a:lnTo>
                  <a:pt x="254" y="522"/>
                </a:lnTo>
                <a:lnTo>
                  <a:pt x="253" y="522"/>
                </a:lnTo>
                <a:lnTo>
                  <a:pt x="253" y="521"/>
                </a:lnTo>
                <a:lnTo>
                  <a:pt x="252" y="520"/>
                </a:lnTo>
                <a:lnTo>
                  <a:pt x="253" y="520"/>
                </a:lnTo>
                <a:lnTo>
                  <a:pt x="253" y="519"/>
                </a:lnTo>
                <a:lnTo>
                  <a:pt x="253" y="518"/>
                </a:lnTo>
                <a:lnTo>
                  <a:pt x="252" y="518"/>
                </a:lnTo>
                <a:lnTo>
                  <a:pt x="251" y="518"/>
                </a:lnTo>
                <a:lnTo>
                  <a:pt x="251" y="517"/>
                </a:lnTo>
                <a:lnTo>
                  <a:pt x="251" y="516"/>
                </a:lnTo>
                <a:lnTo>
                  <a:pt x="250" y="516"/>
                </a:lnTo>
                <a:lnTo>
                  <a:pt x="249" y="516"/>
                </a:lnTo>
                <a:lnTo>
                  <a:pt x="248" y="516"/>
                </a:lnTo>
                <a:lnTo>
                  <a:pt x="247" y="516"/>
                </a:lnTo>
                <a:lnTo>
                  <a:pt x="247" y="517"/>
                </a:lnTo>
                <a:lnTo>
                  <a:pt x="246" y="518"/>
                </a:lnTo>
                <a:lnTo>
                  <a:pt x="245" y="518"/>
                </a:lnTo>
                <a:lnTo>
                  <a:pt x="245" y="519"/>
                </a:lnTo>
                <a:lnTo>
                  <a:pt x="244" y="519"/>
                </a:lnTo>
                <a:lnTo>
                  <a:pt x="244" y="518"/>
                </a:lnTo>
                <a:lnTo>
                  <a:pt x="243" y="518"/>
                </a:lnTo>
                <a:lnTo>
                  <a:pt x="242" y="518"/>
                </a:lnTo>
                <a:lnTo>
                  <a:pt x="241" y="518"/>
                </a:lnTo>
                <a:lnTo>
                  <a:pt x="240" y="518"/>
                </a:lnTo>
                <a:lnTo>
                  <a:pt x="240" y="517"/>
                </a:lnTo>
                <a:lnTo>
                  <a:pt x="239" y="517"/>
                </a:lnTo>
                <a:lnTo>
                  <a:pt x="239" y="516"/>
                </a:lnTo>
                <a:lnTo>
                  <a:pt x="238" y="515"/>
                </a:lnTo>
                <a:lnTo>
                  <a:pt x="238" y="514"/>
                </a:lnTo>
                <a:lnTo>
                  <a:pt x="238" y="513"/>
                </a:lnTo>
                <a:lnTo>
                  <a:pt x="238" y="512"/>
                </a:lnTo>
                <a:lnTo>
                  <a:pt x="239" y="512"/>
                </a:lnTo>
                <a:lnTo>
                  <a:pt x="238" y="511"/>
                </a:lnTo>
                <a:lnTo>
                  <a:pt x="237" y="510"/>
                </a:lnTo>
                <a:lnTo>
                  <a:pt x="236" y="510"/>
                </a:lnTo>
                <a:lnTo>
                  <a:pt x="236" y="511"/>
                </a:lnTo>
                <a:lnTo>
                  <a:pt x="235" y="511"/>
                </a:lnTo>
                <a:lnTo>
                  <a:pt x="235" y="510"/>
                </a:lnTo>
                <a:lnTo>
                  <a:pt x="234" y="510"/>
                </a:lnTo>
                <a:lnTo>
                  <a:pt x="234" y="511"/>
                </a:lnTo>
                <a:lnTo>
                  <a:pt x="233" y="510"/>
                </a:lnTo>
                <a:lnTo>
                  <a:pt x="234" y="510"/>
                </a:lnTo>
                <a:lnTo>
                  <a:pt x="234" y="509"/>
                </a:lnTo>
                <a:lnTo>
                  <a:pt x="233" y="509"/>
                </a:lnTo>
                <a:lnTo>
                  <a:pt x="233" y="508"/>
                </a:lnTo>
                <a:lnTo>
                  <a:pt x="233" y="509"/>
                </a:lnTo>
                <a:lnTo>
                  <a:pt x="232" y="509"/>
                </a:lnTo>
                <a:lnTo>
                  <a:pt x="232" y="508"/>
                </a:lnTo>
                <a:lnTo>
                  <a:pt x="231" y="507"/>
                </a:lnTo>
                <a:lnTo>
                  <a:pt x="232" y="507"/>
                </a:lnTo>
                <a:lnTo>
                  <a:pt x="232" y="506"/>
                </a:lnTo>
                <a:lnTo>
                  <a:pt x="232" y="505"/>
                </a:lnTo>
                <a:lnTo>
                  <a:pt x="232" y="504"/>
                </a:lnTo>
                <a:lnTo>
                  <a:pt x="232" y="503"/>
                </a:lnTo>
                <a:lnTo>
                  <a:pt x="231" y="502"/>
                </a:lnTo>
                <a:lnTo>
                  <a:pt x="231" y="501"/>
                </a:lnTo>
                <a:lnTo>
                  <a:pt x="230" y="501"/>
                </a:lnTo>
                <a:lnTo>
                  <a:pt x="230" y="500"/>
                </a:lnTo>
                <a:lnTo>
                  <a:pt x="229" y="500"/>
                </a:lnTo>
                <a:lnTo>
                  <a:pt x="229" y="499"/>
                </a:lnTo>
                <a:lnTo>
                  <a:pt x="229" y="498"/>
                </a:lnTo>
                <a:lnTo>
                  <a:pt x="228" y="498"/>
                </a:lnTo>
                <a:lnTo>
                  <a:pt x="228" y="497"/>
                </a:lnTo>
                <a:lnTo>
                  <a:pt x="228" y="496"/>
                </a:lnTo>
                <a:lnTo>
                  <a:pt x="229" y="496"/>
                </a:lnTo>
                <a:lnTo>
                  <a:pt x="229" y="495"/>
                </a:lnTo>
                <a:lnTo>
                  <a:pt x="229" y="494"/>
                </a:lnTo>
                <a:lnTo>
                  <a:pt x="229" y="493"/>
                </a:lnTo>
                <a:lnTo>
                  <a:pt x="230" y="493"/>
                </a:lnTo>
                <a:lnTo>
                  <a:pt x="230" y="492"/>
                </a:lnTo>
                <a:lnTo>
                  <a:pt x="229" y="492"/>
                </a:lnTo>
                <a:lnTo>
                  <a:pt x="229" y="491"/>
                </a:lnTo>
                <a:lnTo>
                  <a:pt x="228" y="491"/>
                </a:lnTo>
                <a:lnTo>
                  <a:pt x="226" y="492"/>
                </a:lnTo>
                <a:lnTo>
                  <a:pt x="226" y="493"/>
                </a:lnTo>
                <a:lnTo>
                  <a:pt x="226" y="494"/>
                </a:lnTo>
                <a:lnTo>
                  <a:pt x="226" y="495"/>
                </a:lnTo>
                <a:lnTo>
                  <a:pt x="225" y="494"/>
                </a:lnTo>
                <a:lnTo>
                  <a:pt x="225" y="495"/>
                </a:lnTo>
                <a:lnTo>
                  <a:pt x="224" y="495"/>
                </a:lnTo>
                <a:lnTo>
                  <a:pt x="223" y="495"/>
                </a:lnTo>
                <a:lnTo>
                  <a:pt x="222" y="494"/>
                </a:lnTo>
                <a:lnTo>
                  <a:pt x="222" y="493"/>
                </a:lnTo>
                <a:lnTo>
                  <a:pt x="222" y="492"/>
                </a:lnTo>
                <a:lnTo>
                  <a:pt x="222" y="491"/>
                </a:lnTo>
                <a:lnTo>
                  <a:pt x="221" y="491"/>
                </a:lnTo>
                <a:lnTo>
                  <a:pt x="220" y="492"/>
                </a:lnTo>
                <a:lnTo>
                  <a:pt x="220" y="493"/>
                </a:lnTo>
                <a:lnTo>
                  <a:pt x="219" y="493"/>
                </a:lnTo>
                <a:lnTo>
                  <a:pt x="218" y="493"/>
                </a:lnTo>
                <a:lnTo>
                  <a:pt x="217" y="493"/>
                </a:lnTo>
                <a:lnTo>
                  <a:pt x="218" y="494"/>
                </a:lnTo>
                <a:lnTo>
                  <a:pt x="217" y="494"/>
                </a:lnTo>
                <a:lnTo>
                  <a:pt x="217" y="495"/>
                </a:lnTo>
                <a:lnTo>
                  <a:pt x="217" y="494"/>
                </a:lnTo>
                <a:lnTo>
                  <a:pt x="216" y="494"/>
                </a:lnTo>
                <a:lnTo>
                  <a:pt x="215" y="493"/>
                </a:lnTo>
                <a:lnTo>
                  <a:pt x="214" y="493"/>
                </a:lnTo>
                <a:lnTo>
                  <a:pt x="213" y="492"/>
                </a:lnTo>
                <a:lnTo>
                  <a:pt x="213" y="491"/>
                </a:lnTo>
                <a:lnTo>
                  <a:pt x="214" y="491"/>
                </a:lnTo>
                <a:lnTo>
                  <a:pt x="214" y="490"/>
                </a:lnTo>
                <a:lnTo>
                  <a:pt x="214" y="489"/>
                </a:lnTo>
                <a:lnTo>
                  <a:pt x="215" y="489"/>
                </a:lnTo>
                <a:lnTo>
                  <a:pt x="215" y="488"/>
                </a:lnTo>
                <a:lnTo>
                  <a:pt x="215" y="487"/>
                </a:lnTo>
                <a:lnTo>
                  <a:pt x="214" y="487"/>
                </a:lnTo>
                <a:lnTo>
                  <a:pt x="214" y="486"/>
                </a:lnTo>
                <a:lnTo>
                  <a:pt x="214" y="485"/>
                </a:lnTo>
                <a:lnTo>
                  <a:pt x="213" y="485"/>
                </a:lnTo>
                <a:lnTo>
                  <a:pt x="212" y="485"/>
                </a:lnTo>
                <a:lnTo>
                  <a:pt x="211" y="485"/>
                </a:lnTo>
                <a:lnTo>
                  <a:pt x="211" y="484"/>
                </a:lnTo>
                <a:lnTo>
                  <a:pt x="210" y="484"/>
                </a:lnTo>
                <a:lnTo>
                  <a:pt x="210" y="483"/>
                </a:lnTo>
                <a:lnTo>
                  <a:pt x="209" y="484"/>
                </a:lnTo>
                <a:lnTo>
                  <a:pt x="208" y="484"/>
                </a:lnTo>
                <a:lnTo>
                  <a:pt x="207" y="484"/>
                </a:lnTo>
                <a:lnTo>
                  <a:pt x="207" y="485"/>
                </a:lnTo>
                <a:lnTo>
                  <a:pt x="206" y="485"/>
                </a:lnTo>
                <a:lnTo>
                  <a:pt x="206" y="484"/>
                </a:lnTo>
                <a:lnTo>
                  <a:pt x="205" y="485"/>
                </a:lnTo>
                <a:lnTo>
                  <a:pt x="204" y="485"/>
                </a:lnTo>
                <a:lnTo>
                  <a:pt x="203" y="486"/>
                </a:lnTo>
                <a:lnTo>
                  <a:pt x="202" y="487"/>
                </a:lnTo>
                <a:lnTo>
                  <a:pt x="202" y="488"/>
                </a:lnTo>
                <a:lnTo>
                  <a:pt x="203" y="488"/>
                </a:lnTo>
                <a:lnTo>
                  <a:pt x="203" y="489"/>
                </a:lnTo>
                <a:lnTo>
                  <a:pt x="203" y="490"/>
                </a:lnTo>
                <a:lnTo>
                  <a:pt x="202" y="491"/>
                </a:lnTo>
                <a:lnTo>
                  <a:pt x="201" y="491"/>
                </a:lnTo>
                <a:lnTo>
                  <a:pt x="200" y="491"/>
                </a:lnTo>
                <a:lnTo>
                  <a:pt x="200" y="492"/>
                </a:lnTo>
                <a:lnTo>
                  <a:pt x="199" y="493"/>
                </a:lnTo>
                <a:lnTo>
                  <a:pt x="198" y="493"/>
                </a:lnTo>
                <a:lnTo>
                  <a:pt x="197" y="494"/>
                </a:lnTo>
                <a:lnTo>
                  <a:pt x="198" y="494"/>
                </a:lnTo>
                <a:lnTo>
                  <a:pt x="199" y="495"/>
                </a:lnTo>
                <a:lnTo>
                  <a:pt x="200" y="496"/>
                </a:lnTo>
                <a:lnTo>
                  <a:pt x="201" y="496"/>
                </a:lnTo>
                <a:lnTo>
                  <a:pt x="201" y="497"/>
                </a:lnTo>
                <a:lnTo>
                  <a:pt x="202" y="497"/>
                </a:lnTo>
                <a:lnTo>
                  <a:pt x="203" y="498"/>
                </a:lnTo>
                <a:lnTo>
                  <a:pt x="203" y="499"/>
                </a:lnTo>
                <a:lnTo>
                  <a:pt x="203" y="500"/>
                </a:lnTo>
                <a:lnTo>
                  <a:pt x="202" y="500"/>
                </a:lnTo>
                <a:lnTo>
                  <a:pt x="201" y="500"/>
                </a:lnTo>
                <a:lnTo>
                  <a:pt x="201" y="501"/>
                </a:lnTo>
                <a:lnTo>
                  <a:pt x="200" y="502"/>
                </a:lnTo>
                <a:lnTo>
                  <a:pt x="201" y="503"/>
                </a:lnTo>
                <a:lnTo>
                  <a:pt x="202" y="504"/>
                </a:lnTo>
                <a:lnTo>
                  <a:pt x="202" y="505"/>
                </a:lnTo>
                <a:lnTo>
                  <a:pt x="201" y="505"/>
                </a:lnTo>
                <a:lnTo>
                  <a:pt x="201" y="506"/>
                </a:lnTo>
                <a:lnTo>
                  <a:pt x="200" y="506"/>
                </a:lnTo>
                <a:lnTo>
                  <a:pt x="199" y="506"/>
                </a:lnTo>
                <a:lnTo>
                  <a:pt x="199" y="507"/>
                </a:lnTo>
                <a:lnTo>
                  <a:pt x="198" y="507"/>
                </a:lnTo>
                <a:lnTo>
                  <a:pt x="197" y="507"/>
                </a:lnTo>
                <a:lnTo>
                  <a:pt x="197" y="508"/>
                </a:lnTo>
                <a:lnTo>
                  <a:pt x="196" y="508"/>
                </a:lnTo>
                <a:lnTo>
                  <a:pt x="195" y="508"/>
                </a:lnTo>
                <a:lnTo>
                  <a:pt x="195" y="509"/>
                </a:lnTo>
                <a:lnTo>
                  <a:pt x="194" y="509"/>
                </a:lnTo>
                <a:lnTo>
                  <a:pt x="193" y="508"/>
                </a:lnTo>
                <a:lnTo>
                  <a:pt x="192" y="508"/>
                </a:lnTo>
                <a:lnTo>
                  <a:pt x="192" y="509"/>
                </a:lnTo>
                <a:lnTo>
                  <a:pt x="191" y="508"/>
                </a:lnTo>
                <a:lnTo>
                  <a:pt x="190" y="509"/>
                </a:lnTo>
                <a:lnTo>
                  <a:pt x="190" y="510"/>
                </a:lnTo>
                <a:lnTo>
                  <a:pt x="189" y="511"/>
                </a:lnTo>
                <a:lnTo>
                  <a:pt x="189" y="512"/>
                </a:lnTo>
                <a:lnTo>
                  <a:pt x="188" y="512"/>
                </a:lnTo>
                <a:lnTo>
                  <a:pt x="187" y="512"/>
                </a:lnTo>
                <a:lnTo>
                  <a:pt x="186" y="512"/>
                </a:lnTo>
                <a:lnTo>
                  <a:pt x="185" y="512"/>
                </a:lnTo>
                <a:lnTo>
                  <a:pt x="184" y="513"/>
                </a:lnTo>
                <a:lnTo>
                  <a:pt x="183" y="514"/>
                </a:lnTo>
                <a:lnTo>
                  <a:pt x="183" y="515"/>
                </a:lnTo>
                <a:lnTo>
                  <a:pt x="182" y="515"/>
                </a:lnTo>
                <a:lnTo>
                  <a:pt x="181" y="515"/>
                </a:lnTo>
                <a:lnTo>
                  <a:pt x="180" y="515"/>
                </a:lnTo>
                <a:lnTo>
                  <a:pt x="180" y="516"/>
                </a:lnTo>
                <a:lnTo>
                  <a:pt x="179" y="517"/>
                </a:lnTo>
                <a:lnTo>
                  <a:pt x="178" y="517"/>
                </a:lnTo>
                <a:lnTo>
                  <a:pt x="178" y="518"/>
                </a:lnTo>
                <a:lnTo>
                  <a:pt x="177" y="519"/>
                </a:lnTo>
                <a:lnTo>
                  <a:pt x="176" y="520"/>
                </a:lnTo>
                <a:lnTo>
                  <a:pt x="175" y="521"/>
                </a:lnTo>
                <a:lnTo>
                  <a:pt x="174" y="521"/>
                </a:lnTo>
                <a:lnTo>
                  <a:pt x="174" y="520"/>
                </a:lnTo>
                <a:lnTo>
                  <a:pt x="174" y="521"/>
                </a:lnTo>
                <a:lnTo>
                  <a:pt x="173" y="521"/>
                </a:lnTo>
                <a:lnTo>
                  <a:pt x="172" y="520"/>
                </a:lnTo>
                <a:lnTo>
                  <a:pt x="171" y="520"/>
                </a:lnTo>
                <a:lnTo>
                  <a:pt x="171" y="519"/>
                </a:lnTo>
                <a:lnTo>
                  <a:pt x="172" y="518"/>
                </a:lnTo>
                <a:lnTo>
                  <a:pt x="171" y="518"/>
                </a:lnTo>
                <a:lnTo>
                  <a:pt x="170" y="518"/>
                </a:lnTo>
                <a:lnTo>
                  <a:pt x="170" y="517"/>
                </a:lnTo>
                <a:lnTo>
                  <a:pt x="169" y="517"/>
                </a:lnTo>
                <a:lnTo>
                  <a:pt x="170" y="517"/>
                </a:lnTo>
                <a:lnTo>
                  <a:pt x="170" y="518"/>
                </a:lnTo>
                <a:lnTo>
                  <a:pt x="169" y="518"/>
                </a:lnTo>
                <a:lnTo>
                  <a:pt x="167" y="518"/>
                </a:lnTo>
                <a:lnTo>
                  <a:pt x="167" y="519"/>
                </a:lnTo>
                <a:lnTo>
                  <a:pt x="167" y="520"/>
                </a:lnTo>
                <a:lnTo>
                  <a:pt x="167" y="519"/>
                </a:lnTo>
                <a:lnTo>
                  <a:pt x="167" y="520"/>
                </a:lnTo>
                <a:lnTo>
                  <a:pt x="166" y="521"/>
                </a:lnTo>
                <a:lnTo>
                  <a:pt x="166" y="520"/>
                </a:lnTo>
                <a:lnTo>
                  <a:pt x="166" y="519"/>
                </a:lnTo>
                <a:lnTo>
                  <a:pt x="165" y="518"/>
                </a:lnTo>
                <a:lnTo>
                  <a:pt x="164" y="517"/>
                </a:lnTo>
                <a:lnTo>
                  <a:pt x="163" y="517"/>
                </a:lnTo>
                <a:lnTo>
                  <a:pt x="162" y="517"/>
                </a:lnTo>
                <a:lnTo>
                  <a:pt x="163" y="516"/>
                </a:lnTo>
                <a:lnTo>
                  <a:pt x="162" y="515"/>
                </a:lnTo>
                <a:lnTo>
                  <a:pt x="161" y="514"/>
                </a:lnTo>
                <a:lnTo>
                  <a:pt x="160" y="514"/>
                </a:lnTo>
                <a:lnTo>
                  <a:pt x="160" y="513"/>
                </a:lnTo>
                <a:lnTo>
                  <a:pt x="160" y="511"/>
                </a:lnTo>
                <a:lnTo>
                  <a:pt x="161" y="511"/>
                </a:lnTo>
                <a:lnTo>
                  <a:pt x="162" y="510"/>
                </a:lnTo>
                <a:lnTo>
                  <a:pt x="163" y="510"/>
                </a:lnTo>
                <a:lnTo>
                  <a:pt x="163" y="509"/>
                </a:lnTo>
                <a:lnTo>
                  <a:pt x="162" y="508"/>
                </a:lnTo>
                <a:lnTo>
                  <a:pt x="160" y="508"/>
                </a:lnTo>
                <a:lnTo>
                  <a:pt x="159" y="508"/>
                </a:lnTo>
                <a:lnTo>
                  <a:pt x="159" y="507"/>
                </a:lnTo>
                <a:lnTo>
                  <a:pt x="160" y="507"/>
                </a:lnTo>
                <a:lnTo>
                  <a:pt x="161" y="507"/>
                </a:lnTo>
                <a:lnTo>
                  <a:pt x="161" y="506"/>
                </a:lnTo>
                <a:lnTo>
                  <a:pt x="162" y="506"/>
                </a:lnTo>
                <a:lnTo>
                  <a:pt x="162" y="505"/>
                </a:lnTo>
                <a:lnTo>
                  <a:pt x="162" y="504"/>
                </a:lnTo>
                <a:lnTo>
                  <a:pt x="163" y="503"/>
                </a:lnTo>
                <a:lnTo>
                  <a:pt x="164" y="503"/>
                </a:lnTo>
                <a:lnTo>
                  <a:pt x="164" y="502"/>
                </a:lnTo>
                <a:lnTo>
                  <a:pt x="165" y="502"/>
                </a:lnTo>
                <a:lnTo>
                  <a:pt x="165" y="501"/>
                </a:lnTo>
                <a:lnTo>
                  <a:pt x="166" y="500"/>
                </a:lnTo>
                <a:lnTo>
                  <a:pt x="166" y="499"/>
                </a:lnTo>
                <a:lnTo>
                  <a:pt x="167" y="500"/>
                </a:lnTo>
                <a:lnTo>
                  <a:pt x="167" y="499"/>
                </a:lnTo>
                <a:lnTo>
                  <a:pt x="168" y="498"/>
                </a:lnTo>
                <a:lnTo>
                  <a:pt x="169" y="497"/>
                </a:lnTo>
                <a:lnTo>
                  <a:pt x="169" y="496"/>
                </a:lnTo>
                <a:lnTo>
                  <a:pt x="170" y="496"/>
                </a:lnTo>
                <a:lnTo>
                  <a:pt x="170" y="497"/>
                </a:lnTo>
                <a:lnTo>
                  <a:pt x="171" y="497"/>
                </a:lnTo>
                <a:lnTo>
                  <a:pt x="172" y="497"/>
                </a:lnTo>
                <a:lnTo>
                  <a:pt x="173" y="496"/>
                </a:lnTo>
                <a:lnTo>
                  <a:pt x="173" y="497"/>
                </a:lnTo>
                <a:lnTo>
                  <a:pt x="173" y="496"/>
                </a:lnTo>
                <a:lnTo>
                  <a:pt x="174" y="495"/>
                </a:lnTo>
                <a:lnTo>
                  <a:pt x="175" y="495"/>
                </a:lnTo>
                <a:lnTo>
                  <a:pt x="175" y="494"/>
                </a:lnTo>
                <a:lnTo>
                  <a:pt x="175" y="493"/>
                </a:lnTo>
                <a:lnTo>
                  <a:pt x="176" y="493"/>
                </a:lnTo>
                <a:lnTo>
                  <a:pt x="177" y="492"/>
                </a:lnTo>
                <a:lnTo>
                  <a:pt x="178" y="491"/>
                </a:lnTo>
                <a:lnTo>
                  <a:pt x="178" y="490"/>
                </a:lnTo>
                <a:lnTo>
                  <a:pt x="179" y="489"/>
                </a:lnTo>
                <a:lnTo>
                  <a:pt x="179" y="488"/>
                </a:lnTo>
                <a:lnTo>
                  <a:pt x="180" y="488"/>
                </a:lnTo>
                <a:lnTo>
                  <a:pt x="181" y="487"/>
                </a:lnTo>
                <a:lnTo>
                  <a:pt x="181" y="486"/>
                </a:lnTo>
                <a:lnTo>
                  <a:pt x="181" y="485"/>
                </a:lnTo>
                <a:lnTo>
                  <a:pt x="182" y="485"/>
                </a:lnTo>
                <a:lnTo>
                  <a:pt x="182" y="484"/>
                </a:lnTo>
                <a:lnTo>
                  <a:pt x="181" y="484"/>
                </a:lnTo>
                <a:lnTo>
                  <a:pt x="181" y="483"/>
                </a:lnTo>
                <a:lnTo>
                  <a:pt x="182" y="482"/>
                </a:lnTo>
                <a:lnTo>
                  <a:pt x="182" y="481"/>
                </a:lnTo>
                <a:lnTo>
                  <a:pt x="182" y="480"/>
                </a:lnTo>
                <a:lnTo>
                  <a:pt x="182" y="479"/>
                </a:lnTo>
                <a:lnTo>
                  <a:pt x="181" y="479"/>
                </a:lnTo>
                <a:lnTo>
                  <a:pt x="180" y="479"/>
                </a:lnTo>
                <a:lnTo>
                  <a:pt x="180" y="478"/>
                </a:lnTo>
                <a:lnTo>
                  <a:pt x="179" y="478"/>
                </a:lnTo>
                <a:lnTo>
                  <a:pt x="178" y="479"/>
                </a:lnTo>
                <a:lnTo>
                  <a:pt x="177" y="479"/>
                </a:lnTo>
                <a:lnTo>
                  <a:pt x="176" y="479"/>
                </a:lnTo>
                <a:lnTo>
                  <a:pt x="176" y="480"/>
                </a:lnTo>
                <a:lnTo>
                  <a:pt x="175" y="480"/>
                </a:lnTo>
                <a:lnTo>
                  <a:pt x="175" y="479"/>
                </a:lnTo>
                <a:lnTo>
                  <a:pt x="176" y="478"/>
                </a:lnTo>
                <a:lnTo>
                  <a:pt x="176" y="477"/>
                </a:lnTo>
                <a:lnTo>
                  <a:pt x="175" y="477"/>
                </a:lnTo>
                <a:lnTo>
                  <a:pt x="175" y="476"/>
                </a:lnTo>
                <a:lnTo>
                  <a:pt x="176" y="476"/>
                </a:lnTo>
                <a:lnTo>
                  <a:pt x="176" y="475"/>
                </a:lnTo>
                <a:lnTo>
                  <a:pt x="175" y="475"/>
                </a:lnTo>
                <a:lnTo>
                  <a:pt x="175" y="476"/>
                </a:lnTo>
                <a:lnTo>
                  <a:pt x="174" y="476"/>
                </a:lnTo>
                <a:lnTo>
                  <a:pt x="173" y="476"/>
                </a:lnTo>
                <a:lnTo>
                  <a:pt x="173" y="477"/>
                </a:lnTo>
                <a:lnTo>
                  <a:pt x="173" y="476"/>
                </a:lnTo>
                <a:lnTo>
                  <a:pt x="172" y="476"/>
                </a:lnTo>
                <a:lnTo>
                  <a:pt x="172" y="475"/>
                </a:lnTo>
                <a:lnTo>
                  <a:pt x="172" y="474"/>
                </a:lnTo>
                <a:lnTo>
                  <a:pt x="171" y="473"/>
                </a:lnTo>
                <a:lnTo>
                  <a:pt x="171" y="472"/>
                </a:lnTo>
                <a:lnTo>
                  <a:pt x="170" y="472"/>
                </a:lnTo>
                <a:lnTo>
                  <a:pt x="170" y="471"/>
                </a:lnTo>
                <a:lnTo>
                  <a:pt x="169" y="471"/>
                </a:lnTo>
                <a:lnTo>
                  <a:pt x="168" y="470"/>
                </a:lnTo>
                <a:lnTo>
                  <a:pt x="168" y="471"/>
                </a:lnTo>
                <a:lnTo>
                  <a:pt x="167" y="471"/>
                </a:lnTo>
                <a:lnTo>
                  <a:pt x="166" y="471"/>
                </a:lnTo>
                <a:lnTo>
                  <a:pt x="165" y="470"/>
                </a:lnTo>
                <a:lnTo>
                  <a:pt x="164" y="470"/>
                </a:lnTo>
                <a:lnTo>
                  <a:pt x="164" y="469"/>
                </a:lnTo>
                <a:lnTo>
                  <a:pt x="163" y="469"/>
                </a:lnTo>
                <a:lnTo>
                  <a:pt x="162" y="469"/>
                </a:lnTo>
                <a:lnTo>
                  <a:pt x="162" y="468"/>
                </a:lnTo>
                <a:lnTo>
                  <a:pt x="161" y="468"/>
                </a:lnTo>
                <a:lnTo>
                  <a:pt x="159" y="468"/>
                </a:lnTo>
                <a:lnTo>
                  <a:pt x="157" y="468"/>
                </a:lnTo>
                <a:lnTo>
                  <a:pt x="156" y="469"/>
                </a:lnTo>
                <a:lnTo>
                  <a:pt x="155" y="470"/>
                </a:lnTo>
                <a:lnTo>
                  <a:pt x="154" y="470"/>
                </a:lnTo>
                <a:lnTo>
                  <a:pt x="154" y="472"/>
                </a:lnTo>
                <a:lnTo>
                  <a:pt x="153" y="473"/>
                </a:lnTo>
                <a:lnTo>
                  <a:pt x="152" y="475"/>
                </a:lnTo>
                <a:lnTo>
                  <a:pt x="152" y="476"/>
                </a:lnTo>
                <a:lnTo>
                  <a:pt x="152" y="477"/>
                </a:lnTo>
                <a:lnTo>
                  <a:pt x="152" y="481"/>
                </a:lnTo>
                <a:lnTo>
                  <a:pt x="151" y="482"/>
                </a:lnTo>
                <a:lnTo>
                  <a:pt x="151" y="483"/>
                </a:lnTo>
                <a:lnTo>
                  <a:pt x="151" y="484"/>
                </a:lnTo>
                <a:lnTo>
                  <a:pt x="151" y="485"/>
                </a:lnTo>
                <a:lnTo>
                  <a:pt x="150" y="486"/>
                </a:lnTo>
                <a:lnTo>
                  <a:pt x="149" y="486"/>
                </a:lnTo>
                <a:lnTo>
                  <a:pt x="149" y="487"/>
                </a:lnTo>
                <a:lnTo>
                  <a:pt x="148" y="487"/>
                </a:lnTo>
                <a:lnTo>
                  <a:pt x="146" y="486"/>
                </a:lnTo>
                <a:lnTo>
                  <a:pt x="144" y="486"/>
                </a:lnTo>
                <a:lnTo>
                  <a:pt x="143" y="487"/>
                </a:lnTo>
                <a:lnTo>
                  <a:pt x="142" y="487"/>
                </a:lnTo>
                <a:lnTo>
                  <a:pt x="142" y="488"/>
                </a:lnTo>
                <a:lnTo>
                  <a:pt x="141" y="488"/>
                </a:lnTo>
                <a:lnTo>
                  <a:pt x="140" y="489"/>
                </a:lnTo>
                <a:lnTo>
                  <a:pt x="139" y="489"/>
                </a:lnTo>
                <a:lnTo>
                  <a:pt x="139" y="490"/>
                </a:lnTo>
                <a:lnTo>
                  <a:pt x="138" y="490"/>
                </a:lnTo>
                <a:lnTo>
                  <a:pt x="136" y="491"/>
                </a:lnTo>
                <a:lnTo>
                  <a:pt x="135" y="491"/>
                </a:lnTo>
                <a:lnTo>
                  <a:pt x="134" y="492"/>
                </a:lnTo>
                <a:lnTo>
                  <a:pt x="133" y="492"/>
                </a:lnTo>
                <a:lnTo>
                  <a:pt x="132" y="493"/>
                </a:lnTo>
                <a:lnTo>
                  <a:pt x="131" y="493"/>
                </a:lnTo>
                <a:lnTo>
                  <a:pt x="130" y="494"/>
                </a:lnTo>
                <a:lnTo>
                  <a:pt x="130" y="495"/>
                </a:lnTo>
                <a:lnTo>
                  <a:pt x="129" y="495"/>
                </a:lnTo>
                <a:lnTo>
                  <a:pt x="129" y="496"/>
                </a:lnTo>
                <a:lnTo>
                  <a:pt x="128" y="496"/>
                </a:lnTo>
                <a:lnTo>
                  <a:pt x="127" y="497"/>
                </a:lnTo>
                <a:lnTo>
                  <a:pt x="126" y="498"/>
                </a:lnTo>
                <a:lnTo>
                  <a:pt x="125" y="498"/>
                </a:lnTo>
                <a:lnTo>
                  <a:pt x="125" y="499"/>
                </a:lnTo>
                <a:lnTo>
                  <a:pt x="124" y="499"/>
                </a:lnTo>
                <a:lnTo>
                  <a:pt x="124" y="498"/>
                </a:lnTo>
                <a:lnTo>
                  <a:pt x="123" y="497"/>
                </a:lnTo>
                <a:lnTo>
                  <a:pt x="122" y="496"/>
                </a:lnTo>
                <a:lnTo>
                  <a:pt x="122" y="495"/>
                </a:lnTo>
                <a:lnTo>
                  <a:pt x="121" y="495"/>
                </a:lnTo>
                <a:lnTo>
                  <a:pt x="121" y="494"/>
                </a:lnTo>
                <a:lnTo>
                  <a:pt x="120" y="494"/>
                </a:lnTo>
                <a:lnTo>
                  <a:pt x="119" y="494"/>
                </a:lnTo>
                <a:lnTo>
                  <a:pt x="115" y="494"/>
                </a:lnTo>
                <a:lnTo>
                  <a:pt x="114" y="494"/>
                </a:lnTo>
                <a:lnTo>
                  <a:pt x="113" y="494"/>
                </a:lnTo>
                <a:lnTo>
                  <a:pt x="113" y="493"/>
                </a:lnTo>
                <a:lnTo>
                  <a:pt x="113" y="492"/>
                </a:lnTo>
                <a:lnTo>
                  <a:pt x="113" y="491"/>
                </a:lnTo>
                <a:lnTo>
                  <a:pt x="112" y="491"/>
                </a:lnTo>
                <a:lnTo>
                  <a:pt x="112" y="490"/>
                </a:lnTo>
                <a:lnTo>
                  <a:pt x="113" y="490"/>
                </a:lnTo>
                <a:lnTo>
                  <a:pt x="113" y="489"/>
                </a:lnTo>
                <a:lnTo>
                  <a:pt x="113" y="488"/>
                </a:lnTo>
                <a:lnTo>
                  <a:pt x="112" y="488"/>
                </a:lnTo>
                <a:lnTo>
                  <a:pt x="112" y="487"/>
                </a:lnTo>
                <a:lnTo>
                  <a:pt x="113" y="487"/>
                </a:lnTo>
                <a:lnTo>
                  <a:pt x="113" y="486"/>
                </a:lnTo>
                <a:lnTo>
                  <a:pt x="113" y="487"/>
                </a:lnTo>
                <a:lnTo>
                  <a:pt x="108" y="480"/>
                </a:lnTo>
                <a:lnTo>
                  <a:pt x="108" y="479"/>
                </a:lnTo>
                <a:lnTo>
                  <a:pt x="108" y="478"/>
                </a:lnTo>
                <a:lnTo>
                  <a:pt x="108" y="477"/>
                </a:lnTo>
                <a:lnTo>
                  <a:pt x="108" y="476"/>
                </a:lnTo>
                <a:lnTo>
                  <a:pt x="108" y="475"/>
                </a:lnTo>
                <a:lnTo>
                  <a:pt x="108" y="474"/>
                </a:lnTo>
                <a:lnTo>
                  <a:pt x="108" y="473"/>
                </a:lnTo>
                <a:lnTo>
                  <a:pt x="109" y="473"/>
                </a:lnTo>
                <a:lnTo>
                  <a:pt x="109" y="472"/>
                </a:lnTo>
                <a:lnTo>
                  <a:pt x="109" y="471"/>
                </a:lnTo>
                <a:lnTo>
                  <a:pt x="108" y="471"/>
                </a:lnTo>
                <a:lnTo>
                  <a:pt x="108" y="470"/>
                </a:lnTo>
                <a:lnTo>
                  <a:pt x="108" y="471"/>
                </a:lnTo>
                <a:lnTo>
                  <a:pt x="108" y="470"/>
                </a:lnTo>
                <a:lnTo>
                  <a:pt x="108" y="469"/>
                </a:lnTo>
                <a:lnTo>
                  <a:pt x="109" y="468"/>
                </a:lnTo>
                <a:lnTo>
                  <a:pt x="108" y="468"/>
                </a:lnTo>
                <a:lnTo>
                  <a:pt x="108" y="467"/>
                </a:lnTo>
                <a:lnTo>
                  <a:pt x="108" y="466"/>
                </a:lnTo>
                <a:lnTo>
                  <a:pt x="109" y="466"/>
                </a:lnTo>
                <a:lnTo>
                  <a:pt x="109" y="465"/>
                </a:lnTo>
                <a:lnTo>
                  <a:pt x="108" y="464"/>
                </a:lnTo>
                <a:lnTo>
                  <a:pt x="109" y="464"/>
                </a:lnTo>
                <a:lnTo>
                  <a:pt x="109" y="463"/>
                </a:lnTo>
                <a:lnTo>
                  <a:pt x="108" y="463"/>
                </a:lnTo>
                <a:lnTo>
                  <a:pt x="107" y="463"/>
                </a:lnTo>
                <a:lnTo>
                  <a:pt x="107" y="462"/>
                </a:lnTo>
                <a:lnTo>
                  <a:pt x="107" y="461"/>
                </a:lnTo>
                <a:lnTo>
                  <a:pt x="106" y="461"/>
                </a:lnTo>
                <a:lnTo>
                  <a:pt x="106" y="460"/>
                </a:lnTo>
                <a:lnTo>
                  <a:pt x="106" y="459"/>
                </a:lnTo>
                <a:lnTo>
                  <a:pt x="106" y="458"/>
                </a:lnTo>
                <a:lnTo>
                  <a:pt x="106" y="457"/>
                </a:lnTo>
                <a:lnTo>
                  <a:pt x="107" y="457"/>
                </a:lnTo>
                <a:lnTo>
                  <a:pt x="107" y="456"/>
                </a:lnTo>
                <a:lnTo>
                  <a:pt x="106" y="456"/>
                </a:lnTo>
                <a:lnTo>
                  <a:pt x="107" y="455"/>
                </a:lnTo>
                <a:lnTo>
                  <a:pt x="106" y="454"/>
                </a:lnTo>
                <a:lnTo>
                  <a:pt x="105" y="454"/>
                </a:lnTo>
                <a:lnTo>
                  <a:pt x="105" y="453"/>
                </a:lnTo>
                <a:lnTo>
                  <a:pt x="104" y="453"/>
                </a:lnTo>
                <a:lnTo>
                  <a:pt x="103" y="452"/>
                </a:lnTo>
                <a:lnTo>
                  <a:pt x="104" y="452"/>
                </a:lnTo>
                <a:lnTo>
                  <a:pt x="103" y="451"/>
                </a:lnTo>
                <a:lnTo>
                  <a:pt x="103" y="452"/>
                </a:lnTo>
                <a:lnTo>
                  <a:pt x="102" y="452"/>
                </a:lnTo>
                <a:lnTo>
                  <a:pt x="102" y="451"/>
                </a:lnTo>
                <a:lnTo>
                  <a:pt x="102" y="450"/>
                </a:lnTo>
                <a:lnTo>
                  <a:pt x="101" y="450"/>
                </a:lnTo>
                <a:lnTo>
                  <a:pt x="100" y="450"/>
                </a:lnTo>
                <a:lnTo>
                  <a:pt x="100" y="449"/>
                </a:lnTo>
                <a:lnTo>
                  <a:pt x="100" y="448"/>
                </a:lnTo>
                <a:lnTo>
                  <a:pt x="99" y="448"/>
                </a:lnTo>
                <a:lnTo>
                  <a:pt x="100" y="448"/>
                </a:lnTo>
                <a:lnTo>
                  <a:pt x="100" y="447"/>
                </a:lnTo>
                <a:lnTo>
                  <a:pt x="99" y="446"/>
                </a:lnTo>
                <a:lnTo>
                  <a:pt x="98" y="445"/>
                </a:lnTo>
                <a:lnTo>
                  <a:pt x="97" y="445"/>
                </a:lnTo>
                <a:lnTo>
                  <a:pt x="96" y="445"/>
                </a:lnTo>
                <a:lnTo>
                  <a:pt x="95" y="445"/>
                </a:lnTo>
                <a:lnTo>
                  <a:pt x="95" y="444"/>
                </a:lnTo>
                <a:lnTo>
                  <a:pt x="95" y="445"/>
                </a:lnTo>
                <a:lnTo>
                  <a:pt x="94" y="445"/>
                </a:lnTo>
                <a:lnTo>
                  <a:pt x="93" y="445"/>
                </a:lnTo>
                <a:lnTo>
                  <a:pt x="92" y="445"/>
                </a:lnTo>
                <a:lnTo>
                  <a:pt x="93" y="444"/>
                </a:lnTo>
                <a:lnTo>
                  <a:pt x="93" y="443"/>
                </a:lnTo>
                <a:lnTo>
                  <a:pt x="94" y="443"/>
                </a:lnTo>
                <a:lnTo>
                  <a:pt x="93" y="442"/>
                </a:lnTo>
                <a:lnTo>
                  <a:pt x="93" y="441"/>
                </a:lnTo>
                <a:lnTo>
                  <a:pt x="92" y="441"/>
                </a:lnTo>
                <a:lnTo>
                  <a:pt x="92" y="440"/>
                </a:lnTo>
                <a:lnTo>
                  <a:pt x="91" y="440"/>
                </a:lnTo>
                <a:lnTo>
                  <a:pt x="91" y="439"/>
                </a:lnTo>
                <a:lnTo>
                  <a:pt x="91" y="438"/>
                </a:lnTo>
                <a:lnTo>
                  <a:pt x="90" y="437"/>
                </a:lnTo>
                <a:lnTo>
                  <a:pt x="91" y="437"/>
                </a:lnTo>
                <a:lnTo>
                  <a:pt x="91" y="436"/>
                </a:lnTo>
                <a:lnTo>
                  <a:pt x="92" y="436"/>
                </a:lnTo>
                <a:lnTo>
                  <a:pt x="92" y="435"/>
                </a:lnTo>
                <a:lnTo>
                  <a:pt x="92" y="436"/>
                </a:lnTo>
                <a:lnTo>
                  <a:pt x="93" y="435"/>
                </a:lnTo>
                <a:lnTo>
                  <a:pt x="94" y="434"/>
                </a:lnTo>
                <a:lnTo>
                  <a:pt x="94" y="433"/>
                </a:lnTo>
                <a:lnTo>
                  <a:pt x="95" y="433"/>
                </a:lnTo>
                <a:lnTo>
                  <a:pt x="95" y="434"/>
                </a:lnTo>
                <a:lnTo>
                  <a:pt x="96" y="433"/>
                </a:lnTo>
                <a:lnTo>
                  <a:pt x="95" y="432"/>
                </a:lnTo>
                <a:lnTo>
                  <a:pt x="94" y="432"/>
                </a:lnTo>
                <a:lnTo>
                  <a:pt x="94" y="431"/>
                </a:lnTo>
                <a:lnTo>
                  <a:pt x="93" y="431"/>
                </a:lnTo>
                <a:lnTo>
                  <a:pt x="92" y="430"/>
                </a:lnTo>
                <a:lnTo>
                  <a:pt x="91" y="430"/>
                </a:lnTo>
                <a:lnTo>
                  <a:pt x="91" y="429"/>
                </a:lnTo>
                <a:lnTo>
                  <a:pt x="92" y="429"/>
                </a:lnTo>
                <a:lnTo>
                  <a:pt x="92" y="428"/>
                </a:lnTo>
                <a:lnTo>
                  <a:pt x="92" y="427"/>
                </a:lnTo>
                <a:lnTo>
                  <a:pt x="92" y="426"/>
                </a:lnTo>
                <a:lnTo>
                  <a:pt x="92" y="425"/>
                </a:lnTo>
                <a:lnTo>
                  <a:pt x="93" y="425"/>
                </a:lnTo>
                <a:lnTo>
                  <a:pt x="92" y="425"/>
                </a:lnTo>
                <a:lnTo>
                  <a:pt x="93" y="424"/>
                </a:lnTo>
                <a:lnTo>
                  <a:pt x="94" y="423"/>
                </a:lnTo>
                <a:lnTo>
                  <a:pt x="93" y="423"/>
                </a:lnTo>
                <a:lnTo>
                  <a:pt x="92" y="423"/>
                </a:lnTo>
                <a:lnTo>
                  <a:pt x="92" y="422"/>
                </a:lnTo>
                <a:lnTo>
                  <a:pt x="92" y="421"/>
                </a:lnTo>
                <a:lnTo>
                  <a:pt x="91" y="421"/>
                </a:lnTo>
                <a:lnTo>
                  <a:pt x="91" y="420"/>
                </a:lnTo>
                <a:lnTo>
                  <a:pt x="90" y="420"/>
                </a:lnTo>
                <a:lnTo>
                  <a:pt x="90" y="419"/>
                </a:lnTo>
                <a:lnTo>
                  <a:pt x="90" y="418"/>
                </a:lnTo>
                <a:lnTo>
                  <a:pt x="90" y="417"/>
                </a:lnTo>
                <a:lnTo>
                  <a:pt x="89" y="416"/>
                </a:lnTo>
                <a:lnTo>
                  <a:pt x="88" y="416"/>
                </a:lnTo>
                <a:lnTo>
                  <a:pt x="88" y="415"/>
                </a:lnTo>
                <a:lnTo>
                  <a:pt x="87" y="415"/>
                </a:lnTo>
                <a:lnTo>
                  <a:pt x="86" y="415"/>
                </a:lnTo>
                <a:lnTo>
                  <a:pt x="86" y="414"/>
                </a:lnTo>
                <a:lnTo>
                  <a:pt x="85" y="414"/>
                </a:lnTo>
                <a:lnTo>
                  <a:pt x="85" y="415"/>
                </a:lnTo>
                <a:lnTo>
                  <a:pt x="84" y="414"/>
                </a:lnTo>
                <a:lnTo>
                  <a:pt x="83" y="413"/>
                </a:lnTo>
                <a:lnTo>
                  <a:pt x="84" y="413"/>
                </a:lnTo>
                <a:lnTo>
                  <a:pt x="84" y="412"/>
                </a:lnTo>
                <a:lnTo>
                  <a:pt x="84" y="411"/>
                </a:lnTo>
                <a:lnTo>
                  <a:pt x="83" y="411"/>
                </a:lnTo>
                <a:lnTo>
                  <a:pt x="83" y="410"/>
                </a:lnTo>
                <a:lnTo>
                  <a:pt x="83" y="409"/>
                </a:lnTo>
                <a:lnTo>
                  <a:pt x="82" y="408"/>
                </a:lnTo>
                <a:lnTo>
                  <a:pt x="81" y="408"/>
                </a:lnTo>
                <a:lnTo>
                  <a:pt x="80" y="407"/>
                </a:lnTo>
                <a:lnTo>
                  <a:pt x="80" y="406"/>
                </a:lnTo>
                <a:lnTo>
                  <a:pt x="79" y="406"/>
                </a:lnTo>
                <a:lnTo>
                  <a:pt x="80" y="406"/>
                </a:lnTo>
                <a:lnTo>
                  <a:pt x="80" y="405"/>
                </a:lnTo>
                <a:lnTo>
                  <a:pt x="80" y="404"/>
                </a:lnTo>
                <a:lnTo>
                  <a:pt x="80" y="403"/>
                </a:lnTo>
                <a:lnTo>
                  <a:pt x="81" y="402"/>
                </a:lnTo>
                <a:lnTo>
                  <a:pt x="81" y="401"/>
                </a:lnTo>
                <a:lnTo>
                  <a:pt x="81" y="400"/>
                </a:lnTo>
                <a:lnTo>
                  <a:pt x="82" y="399"/>
                </a:lnTo>
                <a:lnTo>
                  <a:pt x="83" y="399"/>
                </a:lnTo>
                <a:lnTo>
                  <a:pt x="84" y="399"/>
                </a:lnTo>
                <a:lnTo>
                  <a:pt x="85" y="399"/>
                </a:lnTo>
                <a:lnTo>
                  <a:pt x="86" y="399"/>
                </a:lnTo>
                <a:lnTo>
                  <a:pt x="87" y="399"/>
                </a:lnTo>
                <a:lnTo>
                  <a:pt x="88" y="399"/>
                </a:lnTo>
                <a:lnTo>
                  <a:pt x="88" y="398"/>
                </a:lnTo>
                <a:lnTo>
                  <a:pt x="89" y="397"/>
                </a:lnTo>
                <a:lnTo>
                  <a:pt x="89" y="396"/>
                </a:lnTo>
                <a:lnTo>
                  <a:pt x="88" y="396"/>
                </a:lnTo>
                <a:lnTo>
                  <a:pt x="88" y="395"/>
                </a:lnTo>
                <a:lnTo>
                  <a:pt x="89" y="395"/>
                </a:lnTo>
                <a:lnTo>
                  <a:pt x="89" y="394"/>
                </a:lnTo>
                <a:lnTo>
                  <a:pt x="88" y="393"/>
                </a:lnTo>
                <a:lnTo>
                  <a:pt x="89" y="393"/>
                </a:lnTo>
                <a:lnTo>
                  <a:pt x="88" y="392"/>
                </a:lnTo>
                <a:lnTo>
                  <a:pt x="87" y="392"/>
                </a:lnTo>
                <a:lnTo>
                  <a:pt x="87" y="391"/>
                </a:lnTo>
                <a:lnTo>
                  <a:pt x="87" y="390"/>
                </a:lnTo>
                <a:lnTo>
                  <a:pt x="88" y="390"/>
                </a:lnTo>
                <a:lnTo>
                  <a:pt x="88" y="389"/>
                </a:lnTo>
                <a:lnTo>
                  <a:pt x="89" y="389"/>
                </a:lnTo>
                <a:lnTo>
                  <a:pt x="89" y="388"/>
                </a:lnTo>
                <a:lnTo>
                  <a:pt x="89" y="387"/>
                </a:lnTo>
                <a:lnTo>
                  <a:pt x="90" y="387"/>
                </a:lnTo>
                <a:lnTo>
                  <a:pt x="90" y="386"/>
                </a:lnTo>
                <a:lnTo>
                  <a:pt x="91" y="386"/>
                </a:lnTo>
                <a:lnTo>
                  <a:pt x="93" y="386"/>
                </a:lnTo>
                <a:lnTo>
                  <a:pt x="92" y="386"/>
                </a:lnTo>
                <a:lnTo>
                  <a:pt x="92" y="385"/>
                </a:lnTo>
                <a:lnTo>
                  <a:pt x="93" y="385"/>
                </a:lnTo>
                <a:lnTo>
                  <a:pt x="94" y="386"/>
                </a:lnTo>
                <a:lnTo>
                  <a:pt x="95" y="385"/>
                </a:lnTo>
                <a:lnTo>
                  <a:pt x="95" y="384"/>
                </a:lnTo>
                <a:lnTo>
                  <a:pt x="96" y="384"/>
                </a:lnTo>
                <a:lnTo>
                  <a:pt x="96" y="383"/>
                </a:lnTo>
                <a:lnTo>
                  <a:pt x="97" y="383"/>
                </a:lnTo>
                <a:lnTo>
                  <a:pt x="98" y="382"/>
                </a:lnTo>
                <a:lnTo>
                  <a:pt x="98" y="381"/>
                </a:lnTo>
                <a:lnTo>
                  <a:pt x="99" y="381"/>
                </a:lnTo>
                <a:lnTo>
                  <a:pt x="100" y="381"/>
                </a:lnTo>
                <a:lnTo>
                  <a:pt x="100" y="380"/>
                </a:lnTo>
                <a:lnTo>
                  <a:pt x="101" y="380"/>
                </a:lnTo>
                <a:lnTo>
                  <a:pt x="101" y="379"/>
                </a:lnTo>
                <a:lnTo>
                  <a:pt x="102" y="379"/>
                </a:lnTo>
                <a:lnTo>
                  <a:pt x="103" y="379"/>
                </a:lnTo>
                <a:lnTo>
                  <a:pt x="104" y="379"/>
                </a:lnTo>
                <a:lnTo>
                  <a:pt x="104" y="378"/>
                </a:lnTo>
                <a:lnTo>
                  <a:pt x="105" y="378"/>
                </a:lnTo>
                <a:lnTo>
                  <a:pt x="106" y="378"/>
                </a:lnTo>
                <a:lnTo>
                  <a:pt x="107" y="378"/>
                </a:lnTo>
                <a:lnTo>
                  <a:pt x="107" y="379"/>
                </a:lnTo>
                <a:lnTo>
                  <a:pt x="108" y="379"/>
                </a:lnTo>
                <a:lnTo>
                  <a:pt x="107" y="378"/>
                </a:lnTo>
                <a:lnTo>
                  <a:pt x="107" y="377"/>
                </a:lnTo>
                <a:lnTo>
                  <a:pt x="107" y="376"/>
                </a:lnTo>
                <a:lnTo>
                  <a:pt x="107" y="375"/>
                </a:lnTo>
                <a:lnTo>
                  <a:pt x="106" y="374"/>
                </a:lnTo>
                <a:lnTo>
                  <a:pt x="106" y="373"/>
                </a:lnTo>
                <a:lnTo>
                  <a:pt x="106" y="372"/>
                </a:lnTo>
                <a:lnTo>
                  <a:pt x="105" y="373"/>
                </a:lnTo>
                <a:lnTo>
                  <a:pt x="105" y="372"/>
                </a:lnTo>
                <a:lnTo>
                  <a:pt x="104" y="372"/>
                </a:lnTo>
                <a:lnTo>
                  <a:pt x="104" y="373"/>
                </a:lnTo>
                <a:lnTo>
                  <a:pt x="103" y="373"/>
                </a:lnTo>
                <a:lnTo>
                  <a:pt x="103" y="372"/>
                </a:lnTo>
                <a:lnTo>
                  <a:pt x="102" y="373"/>
                </a:lnTo>
                <a:lnTo>
                  <a:pt x="102" y="372"/>
                </a:lnTo>
                <a:lnTo>
                  <a:pt x="101" y="372"/>
                </a:lnTo>
                <a:lnTo>
                  <a:pt x="102" y="371"/>
                </a:lnTo>
                <a:lnTo>
                  <a:pt x="101" y="371"/>
                </a:lnTo>
                <a:lnTo>
                  <a:pt x="101" y="370"/>
                </a:lnTo>
                <a:lnTo>
                  <a:pt x="101" y="371"/>
                </a:lnTo>
                <a:lnTo>
                  <a:pt x="100" y="371"/>
                </a:lnTo>
                <a:lnTo>
                  <a:pt x="100" y="370"/>
                </a:lnTo>
                <a:lnTo>
                  <a:pt x="99" y="370"/>
                </a:lnTo>
                <a:lnTo>
                  <a:pt x="98" y="370"/>
                </a:lnTo>
                <a:lnTo>
                  <a:pt x="97" y="370"/>
                </a:lnTo>
                <a:lnTo>
                  <a:pt x="96" y="370"/>
                </a:lnTo>
                <a:lnTo>
                  <a:pt x="95" y="369"/>
                </a:lnTo>
                <a:lnTo>
                  <a:pt x="96" y="369"/>
                </a:lnTo>
                <a:lnTo>
                  <a:pt x="96" y="368"/>
                </a:lnTo>
                <a:lnTo>
                  <a:pt x="96" y="367"/>
                </a:lnTo>
                <a:lnTo>
                  <a:pt x="95" y="367"/>
                </a:lnTo>
                <a:lnTo>
                  <a:pt x="94" y="367"/>
                </a:lnTo>
                <a:lnTo>
                  <a:pt x="94" y="366"/>
                </a:lnTo>
                <a:lnTo>
                  <a:pt x="94" y="365"/>
                </a:lnTo>
                <a:lnTo>
                  <a:pt x="93" y="365"/>
                </a:lnTo>
                <a:lnTo>
                  <a:pt x="92" y="365"/>
                </a:lnTo>
                <a:lnTo>
                  <a:pt x="92" y="364"/>
                </a:lnTo>
                <a:lnTo>
                  <a:pt x="91" y="363"/>
                </a:lnTo>
                <a:lnTo>
                  <a:pt x="91" y="362"/>
                </a:lnTo>
                <a:lnTo>
                  <a:pt x="91" y="361"/>
                </a:lnTo>
                <a:lnTo>
                  <a:pt x="91" y="360"/>
                </a:lnTo>
                <a:lnTo>
                  <a:pt x="90" y="359"/>
                </a:lnTo>
                <a:lnTo>
                  <a:pt x="89" y="359"/>
                </a:lnTo>
                <a:lnTo>
                  <a:pt x="88" y="359"/>
                </a:lnTo>
                <a:lnTo>
                  <a:pt x="88" y="360"/>
                </a:lnTo>
                <a:lnTo>
                  <a:pt x="87" y="360"/>
                </a:lnTo>
                <a:lnTo>
                  <a:pt x="87" y="361"/>
                </a:lnTo>
                <a:lnTo>
                  <a:pt x="85" y="361"/>
                </a:lnTo>
                <a:lnTo>
                  <a:pt x="84" y="361"/>
                </a:lnTo>
                <a:lnTo>
                  <a:pt x="83" y="361"/>
                </a:lnTo>
                <a:lnTo>
                  <a:pt x="82" y="361"/>
                </a:lnTo>
                <a:lnTo>
                  <a:pt x="82" y="362"/>
                </a:lnTo>
                <a:lnTo>
                  <a:pt x="81" y="363"/>
                </a:lnTo>
                <a:lnTo>
                  <a:pt x="80" y="363"/>
                </a:lnTo>
                <a:lnTo>
                  <a:pt x="80" y="362"/>
                </a:lnTo>
                <a:lnTo>
                  <a:pt x="80" y="361"/>
                </a:lnTo>
                <a:lnTo>
                  <a:pt x="80" y="360"/>
                </a:lnTo>
                <a:lnTo>
                  <a:pt x="79" y="360"/>
                </a:lnTo>
                <a:lnTo>
                  <a:pt x="79" y="359"/>
                </a:lnTo>
                <a:lnTo>
                  <a:pt x="78" y="359"/>
                </a:lnTo>
                <a:lnTo>
                  <a:pt x="78" y="358"/>
                </a:lnTo>
                <a:lnTo>
                  <a:pt x="77" y="358"/>
                </a:lnTo>
                <a:lnTo>
                  <a:pt x="77" y="357"/>
                </a:lnTo>
                <a:lnTo>
                  <a:pt x="77" y="356"/>
                </a:lnTo>
                <a:lnTo>
                  <a:pt x="76" y="356"/>
                </a:lnTo>
                <a:lnTo>
                  <a:pt x="76" y="355"/>
                </a:lnTo>
                <a:lnTo>
                  <a:pt x="75" y="355"/>
                </a:lnTo>
                <a:lnTo>
                  <a:pt x="75" y="354"/>
                </a:lnTo>
                <a:lnTo>
                  <a:pt x="75" y="353"/>
                </a:lnTo>
                <a:lnTo>
                  <a:pt x="74" y="353"/>
                </a:lnTo>
                <a:lnTo>
                  <a:pt x="73" y="353"/>
                </a:lnTo>
                <a:lnTo>
                  <a:pt x="72" y="353"/>
                </a:lnTo>
                <a:lnTo>
                  <a:pt x="72" y="352"/>
                </a:lnTo>
                <a:lnTo>
                  <a:pt x="71" y="352"/>
                </a:lnTo>
                <a:lnTo>
                  <a:pt x="71" y="353"/>
                </a:lnTo>
                <a:lnTo>
                  <a:pt x="70" y="352"/>
                </a:lnTo>
                <a:lnTo>
                  <a:pt x="70" y="351"/>
                </a:lnTo>
                <a:lnTo>
                  <a:pt x="69" y="351"/>
                </a:lnTo>
                <a:lnTo>
                  <a:pt x="69" y="352"/>
                </a:lnTo>
                <a:lnTo>
                  <a:pt x="69" y="353"/>
                </a:lnTo>
                <a:lnTo>
                  <a:pt x="69" y="354"/>
                </a:lnTo>
                <a:lnTo>
                  <a:pt x="68" y="354"/>
                </a:lnTo>
                <a:lnTo>
                  <a:pt x="68" y="355"/>
                </a:lnTo>
                <a:lnTo>
                  <a:pt x="67" y="355"/>
                </a:lnTo>
                <a:lnTo>
                  <a:pt x="66" y="355"/>
                </a:lnTo>
                <a:lnTo>
                  <a:pt x="66" y="356"/>
                </a:lnTo>
                <a:lnTo>
                  <a:pt x="65" y="357"/>
                </a:lnTo>
                <a:lnTo>
                  <a:pt x="65" y="358"/>
                </a:lnTo>
                <a:lnTo>
                  <a:pt x="65" y="357"/>
                </a:lnTo>
                <a:lnTo>
                  <a:pt x="64" y="358"/>
                </a:lnTo>
                <a:lnTo>
                  <a:pt x="65" y="358"/>
                </a:lnTo>
                <a:lnTo>
                  <a:pt x="64" y="359"/>
                </a:lnTo>
                <a:lnTo>
                  <a:pt x="63" y="359"/>
                </a:lnTo>
                <a:lnTo>
                  <a:pt x="62" y="358"/>
                </a:lnTo>
                <a:lnTo>
                  <a:pt x="62" y="357"/>
                </a:lnTo>
                <a:lnTo>
                  <a:pt x="61" y="357"/>
                </a:lnTo>
                <a:lnTo>
                  <a:pt x="61" y="356"/>
                </a:lnTo>
                <a:lnTo>
                  <a:pt x="60" y="355"/>
                </a:lnTo>
                <a:lnTo>
                  <a:pt x="60" y="354"/>
                </a:lnTo>
                <a:lnTo>
                  <a:pt x="59" y="354"/>
                </a:lnTo>
                <a:lnTo>
                  <a:pt x="59" y="353"/>
                </a:lnTo>
                <a:lnTo>
                  <a:pt x="59" y="352"/>
                </a:lnTo>
                <a:lnTo>
                  <a:pt x="59" y="351"/>
                </a:lnTo>
                <a:lnTo>
                  <a:pt x="60" y="351"/>
                </a:lnTo>
                <a:lnTo>
                  <a:pt x="60" y="350"/>
                </a:lnTo>
                <a:lnTo>
                  <a:pt x="59" y="349"/>
                </a:lnTo>
                <a:lnTo>
                  <a:pt x="58" y="348"/>
                </a:lnTo>
                <a:lnTo>
                  <a:pt x="58" y="347"/>
                </a:lnTo>
                <a:lnTo>
                  <a:pt x="57" y="347"/>
                </a:lnTo>
                <a:lnTo>
                  <a:pt x="57" y="346"/>
                </a:lnTo>
                <a:lnTo>
                  <a:pt x="57" y="347"/>
                </a:lnTo>
                <a:lnTo>
                  <a:pt x="56" y="347"/>
                </a:lnTo>
                <a:lnTo>
                  <a:pt x="55" y="347"/>
                </a:lnTo>
                <a:lnTo>
                  <a:pt x="54" y="347"/>
                </a:lnTo>
                <a:lnTo>
                  <a:pt x="53" y="347"/>
                </a:lnTo>
                <a:lnTo>
                  <a:pt x="53" y="346"/>
                </a:lnTo>
                <a:lnTo>
                  <a:pt x="52" y="345"/>
                </a:lnTo>
                <a:lnTo>
                  <a:pt x="52" y="344"/>
                </a:lnTo>
                <a:lnTo>
                  <a:pt x="52" y="343"/>
                </a:lnTo>
                <a:lnTo>
                  <a:pt x="53" y="342"/>
                </a:lnTo>
                <a:lnTo>
                  <a:pt x="52" y="341"/>
                </a:lnTo>
                <a:lnTo>
                  <a:pt x="52" y="342"/>
                </a:lnTo>
                <a:lnTo>
                  <a:pt x="51" y="342"/>
                </a:lnTo>
                <a:lnTo>
                  <a:pt x="51" y="341"/>
                </a:lnTo>
                <a:lnTo>
                  <a:pt x="51" y="340"/>
                </a:lnTo>
                <a:lnTo>
                  <a:pt x="51" y="339"/>
                </a:lnTo>
                <a:lnTo>
                  <a:pt x="50" y="338"/>
                </a:lnTo>
                <a:lnTo>
                  <a:pt x="49" y="339"/>
                </a:lnTo>
                <a:lnTo>
                  <a:pt x="49" y="338"/>
                </a:lnTo>
                <a:lnTo>
                  <a:pt x="48" y="339"/>
                </a:lnTo>
                <a:lnTo>
                  <a:pt x="47" y="339"/>
                </a:lnTo>
                <a:lnTo>
                  <a:pt x="47" y="340"/>
                </a:lnTo>
                <a:lnTo>
                  <a:pt x="47" y="339"/>
                </a:lnTo>
                <a:lnTo>
                  <a:pt x="46" y="339"/>
                </a:lnTo>
                <a:lnTo>
                  <a:pt x="45" y="338"/>
                </a:lnTo>
                <a:lnTo>
                  <a:pt x="44" y="338"/>
                </a:lnTo>
                <a:lnTo>
                  <a:pt x="45" y="338"/>
                </a:lnTo>
                <a:lnTo>
                  <a:pt x="45" y="337"/>
                </a:lnTo>
                <a:lnTo>
                  <a:pt x="45" y="336"/>
                </a:lnTo>
                <a:lnTo>
                  <a:pt x="46" y="335"/>
                </a:lnTo>
                <a:lnTo>
                  <a:pt x="46" y="333"/>
                </a:lnTo>
                <a:lnTo>
                  <a:pt x="45" y="332"/>
                </a:lnTo>
                <a:lnTo>
                  <a:pt x="44" y="332"/>
                </a:lnTo>
                <a:lnTo>
                  <a:pt x="45" y="331"/>
                </a:lnTo>
                <a:lnTo>
                  <a:pt x="45" y="330"/>
                </a:lnTo>
                <a:lnTo>
                  <a:pt x="45" y="329"/>
                </a:lnTo>
                <a:lnTo>
                  <a:pt x="46" y="329"/>
                </a:lnTo>
                <a:lnTo>
                  <a:pt x="46" y="328"/>
                </a:lnTo>
                <a:lnTo>
                  <a:pt x="45" y="328"/>
                </a:lnTo>
                <a:lnTo>
                  <a:pt x="46" y="328"/>
                </a:lnTo>
                <a:lnTo>
                  <a:pt x="46" y="327"/>
                </a:lnTo>
                <a:lnTo>
                  <a:pt x="46" y="326"/>
                </a:lnTo>
                <a:lnTo>
                  <a:pt x="45" y="326"/>
                </a:lnTo>
                <a:lnTo>
                  <a:pt x="45" y="325"/>
                </a:lnTo>
                <a:lnTo>
                  <a:pt x="45" y="324"/>
                </a:lnTo>
                <a:lnTo>
                  <a:pt x="44" y="324"/>
                </a:lnTo>
                <a:lnTo>
                  <a:pt x="45" y="324"/>
                </a:lnTo>
                <a:lnTo>
                  <a:pt x="45" y="323"/>
                </a:lnTo>
                <a:lnTo>
                  <a:pt x="44" y="323"/>
                </a:lnTo>
                <a:lnTo>
                  <a:pt x="44" y="322"/>
                </a:lnTo>
                <a:lnTo>
                  <a:pt x="45" y="322"/>
                </a:lnTo>
                <a:lnTo>
                  <a:pt x="45" y="321"/>
                </a:lnTo>
                <a:lnTo>
                  <a:pt x="46" y="321"/>
                </a:lnTo>
                <a:lnTo>
                  <a:pt x="47" y="321"/>
                </a:lnTo>
                <a:lnTo>
                  <a:pt x="47" y="320"/>
                </a:lnTo>
                <a:lnTo>
                  <a:pt x="48" y="320"/>
                </a:lnTo>
                <a:lnTo>
                  <a:pt x="48" y="319"/>
                </a:lnTo>
                <a:lnTo>
                  <a:pt x="49" y="319"/>
                </a:lnTo>
                <a:lnTo>
                  <a:pt x="49" y="318"/>
                </a:lnTo>
                <a:lnTo>
                  <a:pt x="49" y="317"/>
                </a:lnTo>
                <a:lnTo>
                  <a:pt x="50" y="316"/>
                </a:lnTo>
                <a:lnTo>
                  <a:pt x="50" y="315"/>
                </a:lnTo>
                <a:lnTo>
                  <a:pt x="49" y="315"/>
                </a:lnTo>
                <a:lnTo>
                  <a:pt x="50" y="315"/>
                </a:lnTo>
                <a:lnTo>
                  <a:pt x="50" y="314"/>
                </a:lnTo>
                <a:lnTo>
                  <a:pt x="51" y="314"/>
                </a:lnTo>
                <a:lnTo>
                  <a:pt x="50" y="313"/>
                </a:lnTo>
                <a:lnTo>
                  <a:pt x="51" y="313"/>
                </a:lnTo>
                <a:lnTo>
                  <a:pt x="51" y="312"/>
                </a:lnTo>
                <a:lnTo>
                  <a:pt x="52" y="312"/>
                </a:lnTo>
                <a:lnTo>
                  <a:pt x="53" y="312"/>
                </a:lnTo>
                <a:lnTo>
                  <a:pt x="53" y="311"/>
                </a:lnTo>
                <a:lnTo>
                  <a:pt x="54" y="311"/>
                </a:lnTo>
                <a:lnTo>
                  <a:pt x="55" y="311"/>
                </a:lnTo>
                <a:lnTo>
                  <a:pt x="55" y="310"/>
                </a:lnTo>
                <a:lnTo>
                  <a:pt x="55" y="309"/>
                </a:lnTo>
                <a:lnTo>
                  <a:pt x="54" y="308"/>
                </a:lnTo>
                <a:lnTo>
                  <a:pt x="54" y="307"/>
                </a:lnTo>
                <a:lnTo>
                  <a:pt x="54" y="306"/>
                </a:lnTo>
                <a:lnTo>
                  <a:pt x="55" y="306"/>
                </a:lnTo>
                <a:lnTo>
                  <a:pt x="54" y="306"/>
                </a:lnTo>
                <a:lnTo>
                  <a:pt x="54" y="305"/>
                </a:lnTo>
                <a:lnTo>
                  <a:pt x="55" y="305"/>
                </a:lnTo>
                <a:lnTo>
                  <a:pt x="55" y="304"/>
                </a:lnTo>
                <a:lnTo>
                  <a:pt x="56" y="304"/>
                </a:lnTo>
                <a:lnTo>
                  <a:pt x="56" y="303"/>
                </a:lnTo>
                <a:lnTo>
                  <a:pt x="57" y="303"/>
                </a:lnTo>
                <a:lnTo>
                  <a:pt x="58" y="302"/>
                </a:lnTo>
                <a:lnTo>
                  <a:pt x="58" y="301"/>
                </a:lnTo>
                <a:lnTo>
                  <a:pt x="59" y="301"/>
                </a:lnTo>
                <a:lnTo>
                  <a:pt x="59" y="302"/>
                </a:lnTo>
                <a:lnTo>
                  <a:pt x="60" y="302"/>
                </a:lnTo>
                <a:lnTo>
                  <a:pt x="61" y="302"/>
                </a:lnTo>
                <a:lnTo>
                  <a:pt x="61" y="301"/>
                </a:lnTo>
                <a:lnTo>
                  <a:pt x="62" y="301"/>
                </a:lnTo>
                <a:lnTo>
                  <a:pt x="62" y="300"/>
                </a:lnTo>
                <a:lnTo>
                  <a:pt x="63" y="300"/>
                </a:lnTo>
                <a:lnTo>
                  <a:pt x="64" y="300"/>
                </a:lnTo>
                <a:lnTo>
                  <a:pt x="63" y="299"/>
                </a:lnTo>
                <a:lnTo>
                  <a:pt x="64" y="299"/>
                </a:lnTo>
                <a:lnTo>
                  <a:pt x="65" y="298"/>
                </a:lnTo>
                <a:lnTo>
                  <a:pt x="66" y="298"/>
                </a:lnTo>
                <a:lnTo>
                  <a:pt x="66" y="297"/>
                </a:lnTo>
                <a:lnTo>
                  <a:pt x="67" y="297"/>
                </a:lnTo>
                <a:lnTo>
                  <a:pt x="68" y="296"/>
                </a:lnTo>
                <a:lnTo>
                  <a:pt x="68" y="295"/>
                </a:lnTo>
                <a:lnTo>
                  <a:pt x="68" y="296"/>
                </a:lnTo>
                <a:lnTo>
                  <a:pt x="69" y="295"/>
                </a:lnTo>
                <a:lnTo>
                  <a:pt x="70" y="295"/>
                </a:lnTo>
                <a:lnTo>
                  <a:pt x="71" y="295"/>
                </a:lnTo>
                <a:lnTo>
                  <a:pt x="71" y="294"/>
                </a:lnTo>
                <a:lnTo>
                  <a:pt x="72" y="293"/>
                </a:lnTo>
                <a:lnTo>
                  <a:pt x="73" y="294"/>
                </a:lnTo>
                <a:lnTo>
                  <a:pt x="74" y="294"/>
                </a:lnTo>
                <a:lnTo>
                  <a:pt x="75" y="294"/>
                </a:lnTo>
                <a:lnTo>
                  <a:pt x="75" y="295"/>
                </a:lnTo>
                <a:lnTo>
                  <a:pt x="76" y="295"/>
                </a:lnTo>
                <a:lnTo>
                  <a:pt x="77" y="295"/>
                </a:lnTo>
                <a:lnTo>
                  <a:pt x="77" y="294"/>
                </a:lnTo>
                <a:lnTo>
                  <a:pt x="78" y="293"/>
                </a:lnTo>
                <a:lnTo>
                  <a:pt x="80" y="293"/>
                </a:lnTo>
                <a:lnTo>
                  <a:pt x="80" y="292"/>
                </a:lnTo>
                <a:lnTo>
                  <a:pt x="80" y="293"/>
                </a:lnTo>
                <a:lnTo>
                  <a:pt x="81" y="293"/>
                </a:lnTo>
                <a:lnTo>
                  <a:pt x="82" y="293"/>
                </a:lnTo>
                <a:lnTo>
                  <a:pt x="82" y="294"/>
                </a:lnTo>
                <a:lnTo>
                  <a:pt x="83" y="294"/>
                </a:lnTo>
                <a:lnTo>
                  <a:pt x="84" y="294"/>
                </a:lnTo>
                <a:lnTo>
                  <a:pt x="83" y="294"/>
                </a:lnTo>
                <a:lnTo>
                  <a:pt x="84" y="295"/>
                </a:lnTo>
                <a:lnTo>
                  <a:pt x="85" y="295"/>
                </a:lnTo>
                <a:lnTo>
                  <a:pt x="85" y="294"/>
                </a:lnTo>
                <a:lnTo>
                  <a:pt x="86" y="293"/>
                </a:lnTo>
                <a:lnTo>
                  <a:pt x="86" y="294"/>
                </a:lnTo>
                <a:lnTo>
                  <a:pt x="87" y="293"/>
                </a:lnTo>
                <a:lnTo>
                  <a:pt x="87" y="292"/>
                </a:lnTo>
                <a:lnTo>
                  <a:pt x="88" y="293"/>
                </a:lnTo>
                <a:lnTo>
                  <a:pt x="88" y="294"/>
                </a:lnTo>
                <a:lnTo>
                  <a:pt x="89" y="294"/>
                </a:lnTo>
                <a:lnTo>
                  <a:pt x="90" y="294"/>
                </a:lnTo>
                <a:lnTo>
                  <a:pt x="91" y="293"/>
                </a:lnTo>
                <a:lnTo>
                  <a:pt x="92" y="292"/>
                </a:lnTo>
                <a:lnTo>
                  <a:pt x="93" y="292"/>
                </a:lnTo>
                <a:lnTo>
                  <a:pt x="93" y="291"/>
                </a:lnTo>
                <a:lnTo>
                  <a:pt x="93" y="290"/>
                </a:lnTo>
                <a:lnTo>
                  <a:pt x="93" y="289"/>
                </a:lnTo>
                <a:lnTo>
                  <a:pt x="93" y="288"/>
                </a:lnTo>
                <a:lnTo>
                  <a:pt x="92" y="288"/>
                </a:lnTo>
                <a:lnTo>
                  <a:pt x="91" y="288"/>
                </a:lnTo>
                <a:lnTo>
                  <a:pt x="91" y="287"/>
                </a:lnTo>
                <a:lnTo>
                  <a:pt x="91" y="286"/>
                </a:lnTo>
                <a:lnTo>
                  <a:pt x="92" y="285"/>
                </a:lnTo>
                <a:lnTo>
                  <a:pt x="91" y="285"/>
                </a:lnTo>
                <a:lnTo>
                  <a:pt x="91" y="284"/>
                </a:lnTo>
                <a:lnTo>
                  <a:pt x="92" y="284"/>
                </a:lnTo>
                <a:lnTo>
                  <a:pt x="91" y="284"/>
                </a:lnTo>
                <a:lnTo>
                  <a:pt x="91" y="283"/>
                </a:lnTo>
                <a:lnTo>
                  <a:pt x="92" y="283"/>
                </a:lnTo>
                <a:lnTo>
                  <a:pt x="92" y="282"/>
                </a:lnTo>
                <a:lnTo>
                  <a:pt x="93" y="282"/>
                </a:lnTo>
                <a:lnTo>
                  <a:pt x="93" y="281"/>
                </a:lnTo>
                <a:lnTo>
                  <a:pt x="93" y="280"/>
                </a:lnTo>
                <a:lnTo>
                  <a:pt x="94" y="280"/>
                </a:lnTo>
                <a:lnTo>
                  <a:pt x="94" y="279"/>
                </a:lnTo>
                <a:lnTo>
                  <a:pt x="94" y="278"/>
                </a:lnTo>
                <a:lnTo>
                  <a:pt x="93" y="278"/>
                </a:lnTo>
                <a:lnTo>
                  <a:pt x="94" y="277"/>
                </a:lnTo>
                <a:lnTo>
                  <a:pt x="93" y="277"/>
                </a:lnTo>
                <a:lnTo>
                  <a:pt x="93" y="276"/>
                </a:lnTo>
                <a:lnTo>
                  <a:pt x="93" y="275"/>
                </a:lnTo>
                <a:lnTo>
                  <a:pt x="93" y="274"/>
                </a:lnTo>
                <a:lnTo>
                  <a:pt x="94" y="273"/>
                </a:lnTo>
                <a:lnTo>
                  <a:pt x="94" y="272"/>
                </a:lnTo>
                <a:lnTo>
                  <a:pt x="94" y="271"/>
                </a:lnTo>
                <a:lnTo>
                  <a:pt x="95" y="271"/>
                </a:lnTo>
                <a:lnTo>
                  <a:pt x="94" y="270"/>
                </a:lnTo>
                <a:lnTo>
                  <a:pt x="94" y="269"/>
                </a:lnTo>
                <a:lnTo>
                  <a:pt x="94" y="268"/>
                </a:lnTo>
                <a:lnTo>
                  <a:pt x="94" y="267"/>
                </a:lnTo>
                <a:lnTo>
                  <a:pt x="94" y="266"/>
                </a:lnTo>
                <a:lnTo>
                  <a:pt x="94" y="265"/>
                </a:lnTo>
                <a:lnTo>
                  <a:pt x="95" y="265"/>
                </a:lnTo>
                <a:lnTo>
                  <a:pt x="96" y="263"/>
                </a:lnTo>
                <a:lnTo>
                  <a:pt x="96" y="262"/>
                </a:lnTo>
                <a:lnTo>
                  <a:pt x="95" y="262"/>
                </a:lnTo>
                <a:lnTo>
                  <a:pt x="94" y="260"/>
                </a:lnTo>
                <a:lnTo>
                  <a:pt x="94" y="259"/>
                </a:lnTo>
                <a:lnTo>
                  <a:pt x="95" y="259"/>
                </a:lnTo>
                <a:lnTo>
                  <a:pt x="95" y="258"/>
                </a:lnTo>
                <a:lnTo>
                  <a:pt x="95" y="257"/>
                </a:lnTo>
                <a:lnTo>
                  <a:pt x="95" y="256"/>
                </a:lnTo>
                <a:lnTo>
                  <a:pt x="95" y="255"/>
                </a:lnTo>
                <a:lnTo>
                  <a:pt x="95" y="254"/>
                </a:lnTo>
                <a:lnTo>
                  <a:pt x="95" y="253"/>
                </a:lnTo>
                <a:lnTo>
                  <a:pt x="95" y="252"/>
                </a:lnTo>
                <a:lnTo>
                  <a:pt x="94" y="252"/>
                </a:lnTo>
                <a:lnTo>
                  <a:pt x="94" y="251"/>
                </a:lnTo>
                <a:lnTo>
                  <a:pt x="94" y="250"/>
                </a:lnTo>
                <a:lnTo>
                  <a:pt x="94" y="249"/>
                </a:lnTo>
                <a:lnTo>
                  <a:pt x="93" y="248"/>
                </a:lnTo>
                <a:lnTo>
                  <a:pt x="93" y="247"/>
                </a:lnTo>
                <a:lnTo>
                  <a:pt x="93" y="245"/>
                </a:lnTo>
                <a:lnTo>
                  <a:pt x="93" y="244"/>
                </a:lnTo>
                <a:lnTo>
                  <a:pt x="94" y="244"/>
                </a:lnTo>
                <a:lnTo>
                  <a:pt x="94" y="243"/>
                </a:lnTo>
                <a:lnTo>
                  <a:pt x="93" y="242"/>
                </a:lnTo>
                <a:lnTo>
                  <a:pt x="93" y="241"/>
                </a:lnTo>
                <a:lnTo>
                  <a:pt x="93" y="240"/>
                </a:lnTo>
                <a:lnTo>
                  <a:pt x="92" y="238"/>
                </a:lnTo>
                <a:lnTo>
                  <a:pt x="93" y="237"/>
                </a:lnTo>
                <a:lnTo>
                  <a:pt x="92" y="236"/>
                </a:lnTo>
                <a:lnTo>
                  <a:pt x="92" y="235"/>
                </a:lnTo>
                <a:lnTo>
                  <a:pt x="92" y="234"/>
                </a:lnTo>
                <a:lnTo>
                  <a:pt x="92" y="233"/>
                </a:lnTo>
                <a:lnTo>
                  <a:pt x="92" y="230"/>
                </a:lnTo>
                <a:lnTo>
                  <a:pt x="91" y="229"/>
                </a:lnTo>
                <a:lnTo>
                  <a:pt x="90" y="226"/>
                </a:lnTo>
                <a:lnTo>
                  <a:pt x="90" y="225"/>
                </a:lnTo>
                <a:lnTo>
                  <a:pt x="90" y="224"/>
                </a:lnTo>
                <a:lnTo>
                  <a:pt x="89" y="224"/>
                </a:lnTo>
                <a:lnTo>
                  <a:pt x="89" y="223"/>
                </a:lnTo>
                <a:lnTo>
                  <a:pt x="89" y="222"/>
                </a:lnTo>
                <a:lnTo>
                  <a:pt x="90" y="222"/>
                </a:lnTo>
                <a:lnTo>
                  <a:pt x="90" y="221"/>
                </a:lnTo>
                <a:lnTo>
                  <a:pt x="90" y="220"/>
                </a:lnTo>
                <a:lnTo>
                  <a:pt x="89" y="220"/>
                </a:lnTo>
                <a:lnTo>
                  <a:pt x="89" y="219"/>
                </a:lnTo>
                <a:lnTo>
                  <a:pt x="88" y="219"/>
                </a:lnTo>
                <a:lnTo>
                  <a:pt x="87" y="219"/>
                </a:lnTo>
                <a:lnTo>
                  <a:pt x="87" y="218"/>
                </a:lnTo>
                <a:lnTo>
                  <a:pt x="88" y="218"/>
                </a:lnTo>
                <a:lnTo>
                  <a:pt x="89" y="217"/>
                </a:lnTo>
                <a:lnTo>
                  <a:pt x="90" y="217"/>
                </a:lnTo>
                <a:lnTo>
                  <a:pt x="90" y="215"/>
                </a:lnTo>
                <a:lnTo>
                  <a:pt x="91" y="214"/>
                </a:lnTo>
                <a:lnTo>
                  <a:pt x="92" y="214"/>
                </a:lnTo>
                <a:lnTo>
                  <a:pt x="92" y="213"/>
                </a:lnTo>
                <a:lnTo>
                  <a:pt x="93" y="213"/>
                </a:lnTo>
                <a:lnTo>
                  <a:pt x="93" y="212"/>
                </a:lnTo>
                <a:lnTo>
                  <a:pt x="93" y="213"/>
                </a:lnTo>
                <a:lnTo>
                  <a:pt x="94" y="213"/>
                </a:lnTo>
                <a:lnTo>
                  <a:pt x="94" y="212"/>
                </a:lnTo>
                <a:lnTo>
                  <a:pt x="93" y="212"/>
                </a:lnTo>
                <a:lnTo>
                  <a:pt x="92" y="211"/>
                </a:lnTo>
                <a:lnTo>
                  <a:pt x="91" y="211"/>
                </a:lnTo>
                <a:lnTo>
                  <a:pt x="91" y="212"/>
                </a:lnTo>
                <a:lnTo>
                  <a:pt x="91" y="213"/>
                </a:lnTo>
                <a:lnTo>
                  <a:pt x="90" y="213"/>
                </a:lnTo>
                <a:lnTo>
                  <a:pt x="90" y="214"/>
                </a:lnTo>
                <a:lnTo>
                  <a:pt x="89" y="215"/>
                </a:lnTo>
                <a:lnTo>
                  <a:pt x="88" y="216"/>
                </a:lnTo>
                <a:lnTo>
                  <a:pt x="87" y="216"/>
                </a:lnTo>
                <a:lnTo>
                  <a:pt x="87" y="217"/>
                </a:lnTo>
                <a:lnTo>
                  <a:pt x="86" y="217"/>
                </a:lnTo>
                <a:lnTo>
                  <a:pt x="86" y="218"/>
                </a:lnTo>
                <a:lnTo>
                  <a:pt x="86" y="219"/>
                </a:lnTo>
                <a:lnTo>
                  <a:pt x="87" y="219"/>
                </a:lnTo>
                <a:lnTo>
                  <a:pt x="86" y="219"/>
                </a:lnTo>
                <a:lnTo>
                  <a:pt x="85" y="219"/>
                </a:lnTo>
                <a:lnTo>
                  <a:pt x="85" y="220"/>
                </a:lnTo>
                <a:lnTo>
                  <a:pt x="84" y="220"/>
                </a:lnTo>
                <a:lnTo>
                  <a:pt x="84" y="221"/>
                </a:lnTo>
                <a:lnTo>
                  <a:pt x="83" y="221"/>
                </a:lnTo>
                <a:lnTo>
                  <a:pt x="83" y="222"/>
                </a:lnTo>
                <a:lnTo>
                  <a:pt x="82" y="222"/>
                </a:lnTo>
                <a:lnTo>
                  <a:pt x="82" y="223"/>
                </a:lnTo>
                <a:lnTo>
                  <a:pt x="81" y="223"/>
                </a:lnTo>
                <a:lnTo>
                  <a:pt x="81" y="222"/>
                </a:lnTo>
                <a:lnTo>
                  <a:pt x="82" y="222"/>
                </a:lnTo>
                <a:lnTo>
                  <a:pt x="82" y="221"/>
                </a:lnTo>
                <a:lnTo>
                  <a:pt x="81" y="220"/>
                </a:lnTo>
                <a:lnTo>
                  <a:pt x="80" y="219"/>
                </a:lnTo>
                <a:lnTo>
                  <a:pt x="80" y="220"/>
                </a:lnTo>
                <a:lnTo>
                  <a:pt x="80" y="221"/>
                </a:lnTo>
                <a:lnTo>
                  <a:pt x="79" y="221"/>
                </a:lnTo>
                <a:lnTo>
                  <a:pt x="79" y="222"/>
                </a:lnTo>
                <a:lnTo>
                  <a:pt x="78" y="222"/>
                </a:lnTo>
                <a:lnTo>
                  <a:pt x="77" y="221"/>
                </a:lnTo>
                <a:lnTo>
                  <a:pt x="76" y="221"/>
                </a:lnTo>
                <a:lnTo>
                  <a:pt x="75" y="221"/>
                </a:lnTo>
                <a:lnTo>
                  <a:pt x="75" y="220"/>
                </a:lnTo>
                <a:lnTo>
                  <a:pt x="74" y="220"/>
                </a:lnTo>
                <a:lnTo>
                  <a:pt x="73" y="221"/>
                </a:lnTo>
                <a:lnTo>
                  <a:pt x="73" y="222"/>
                </a:lnTo>
                <a:lnTo>
                  <a:pt x="74" y="222"/>
                </a:lnTo>
                <a:lnTo>
                  <a:pt x="74" y="223"/>
                </a:lnTo>
                <a:lnTo>
                  <a:pt x="72" y="223"/>
                </a:lnTo>
                <a:lnTo>
                  <a:pt x="71" y="223"/>
                </a:lnTo>
                <a:lnTo>
                  <a:pt x="72" y="223"/>
                </a:lnTo>
                <a:lnTo>
                  <a:pt x="72" y="224"/>
                </a:lnTo>
                <a:lnTo>
                  <a:pt x="72" y="225"/>
                </a:lnTo>
                <a:lnTo>
                  <a:pt x="71" y="228"/>
                </a:lnTo>
                <a:lnTo>
                  <a:pt x="71" y="229"/>
                </a:lnTo>
                <a:lnTo>
                  <a:pt x="70" y="229"/>
                </a:lnTo>
                <a:lnTo>
                  <a:pt x="70" y="228"/>
                </a:lnTo>
                <a:lnTo>
                  <a:pt x="69" y="227"/>
                </a:lnTo>
                <a:lnTo>
                  <a:pt x="69" y="228"/>
                </a:lnTo>
                <a:lnTo>
                  <a:pt x="68" y="228"/>
                </a:lnTo>
                <a:lnTo>
                  <a:pt x="67" y="229"/>
                </a:lnTo>
                <a:lnTo>
                  <a:pt x="66" y="228"/>
                </a:lnTo>
                <a:lnTo>
                  <a:pt x="66" y="227"/>
                </a:lnTo>
                <a:lnTo>
                  <a:pt x="65" y="227"/>
                </a:lnTo>
                <a:lnTo>
                  <a:pt x="64" y="227"/>
                </a:lnTo>
                <a:lnTo>
                  <a:pt x="64" y="228"/>
                </a:lnTo>
                <a:lnTo>
                  <a:pt x="63" y="228"/>
                </a:lnTo>
                <a:lnTo>
                  <a:pt x="63" y="229"/>
                </a:lnTo>
                <a:lnTo>
                  <a:pt x="62" y="229"/>
                </a:lnTo>
                <a:lnTo>
                  <a:pt x="61" y="229"/>
                </a:lnTo>
                <a:lnTo>
                  <a:pt x="60" y="229"/>
                </a:lnTo>
                <a:lnTo>
                  <a:pt x="61" y="229"/>
                </a:lnTo>
                <a:lnTo>
                  <a:pt x="61" y="228"/>
                </a:lnTo>
                <a:lnTo>
                  <a:pt x="61" y="229"/>
                </a:lnTo>
                <a:lnTo>
                  <a:pt x="62" y="229"/>
                </a:lnTo>
                <a:lnTo>
                  <a:pt x="62" y="228"/>
                </a:lnTo>
                <a:lnTo>
                  <a:pt x="62" y="227"/>
                </a:lnTo>
                <a:lnTo>
                  <a:pt x="61" y="227"/>
                </a:lnTo>
                <a:lnTo>
                  <a:pt x="60" y="227"/>
                </a:lnTo>
                <a:lnTo>
                  <a:pt x="60" y="226"/>
                </a:lnTo>
                <a:lnTo>
                  <a:pt x="59" y="226"/>
                </a:lnTo>
                <a:lnTo>
                  <a:pt x="58" y="226"/>
                </a:lnTo>
                <a:lnTo>
                  <a:pt x="58" y="225"/>
                </a:lnTo>
                <a:lnTo>
                  <a:pt x="57" y="225"/>
                </a:lnTo>
                <a:lnTo>
                  <a:pt x="57" y="224"/>
                </a:lnTo>
                <a:lnTo>
                  <a:pt x="57" y="223"/>
                </a:lnTo>
                <a:lnTo>
                  <a:pt x="56" y="221"/>
                </a:lnTo>
                <a:lnTo>
                  <a:pt x="56" y="220"/>
                </a:lnTo>
                <a:lnTo>
                  <a:pt x="55" y="220"/>
                </a:lnTo>
                <a:lnTo>
                  <a:pt x="54" y="219"/>
                </a:lnTo>
                <a:lnTo>
                  <a:pt x="55" y="218"/>
                </a:lnTo>
                <a:lnTo>
                  <a:pt x="54" y="218"/>
                </a:lnTo>
                <a:lnTo>
                  <a:pt x="54" y="217"/>
                </a:lnTo>
                <a:lnTo>
                  <a:pt x="53" y="217"/>
                </a:lnTo>
                <a:lnTo>
                  <a:pt x="53" y="218"/>
                </a:lnTo>
                <a:lnTo>
                  <a:pt x="53" y="217"/>
                </a:lnTo>
                <a:lnTo>
                  <a:pt x="52" y="217"/>
                </a:lnTo>
                <a:lnTo>
                  <a:pt x="51" y="217"/>
                </a:lnTo>
                <a:lnTo>
                  <a:pt x="50" y="216"/>
                </a:lnTo>
                <a:lnTo>
                  <a:pt x="51" y="216"/>
                </a:lnTo>
                <a:lnTo>
                  <a:pt x="51" y="215"/>
                </a:lnTo>
                <a:lnTo>
                  <a:pt x="50" y="214"/>
                </a:lnTo>
                <a:lnTo>
                  <a:pt x="49" y="214"/>
                </a:lnTo>
                <a:lnTo>
                  <a:pt x="48" y="214"/>
                </a:lnTo>
                <a:lnTo>
                  <a:pt x="48" y="213"/>
                </a:lnTo>
                <a:lnTo>
                  <a:pt x="48" y="212"/>
                </a:lnTo>
                <a:lnTo>
                  <a:pt x="47" y="212"/>
                </a:lnTo>
                <a:lnTo>
                  <a:pt x="46" y="212"/>
                </a:lnTo>
                <a:lnTo>
                  <a:pt x="41" y="213"/>
                </a:lnTo>
                <a:lnTo>
                  <a:pt x="40" y="214"/>
                </a:lnTo>
                <a:lnTo>
                  <a:pt x="39" y="214"/>
                </a:lnTo>
                <a:lnTo>
                  <a:pt x="38" y="214"/>
                </a:lnTo>
                <a:lnTo>
                  <a:pt x="38" y="213"/>
                </a:lnTo>
                <a:lnTo>
                  <a:pt x="37" y="213"/>
                </a:lnTo>
                <a:lnTo>
                  <a:pt x="38" y="213"/>
                </a:lnTo>
                <a:lnTo>
                  <a:pt x="38" y="211"/>
                </a:lnTo>
                <a:lnTo>
                  <a:pt x="38" y="210"/>
                </a:lnTo>
                <a:lnTo>
                  <a:pt x="36" y="210"/>
                </a:lnTo>
                <a:lnTo>
                  <a:pt x="36" y="211"/>
                </a:lnTo>
                <a:lnTo>
                  <a:pt x="35" y="211"/>
                </a:lnTo>
                <a:lnTo>
                  <a:pt x="34" y="211"/>
                </a:lnTo>
                <a:lnTo>
                  <a:pt x="34" y="210"/>
                </a:lnTo>
                <a:lnTo>
                  <a:pt x="33" y="210"/>
                </a:lnTo>
                <a:lnTo>
                  <a:pt x="32" y="210"/>
                </a:lnTo>
                <a:lnTo>
                  <a:pt x="31" y="210"/>
                </a:lnTo>
                <a:lnTo>
                  <a:pt x="30" y="210"/>
                </a:lnTo>
                <a:lnTo>
                  <a:pt x="30" y="211"/>
                </a:lnTo>
                <a:lnTo>
                  <a:pt x="30" y="210"/>
                </a:lnTo>
                <a:lnTo>
                  <a:pt x="29" y="210"/>
                </a:lnTo>
                <a:lnTo>
                  <a:pt x="28" y="209"/>
                </a:lnTo>
                <a:lnTo>
                  <a:pt x="28" y="208"/>
                </a:lnTo>
                <a:lnTo>
                  <a:pt x="29" y="208"/>
                </a:lnTo>
                <a:lnTo>
                  <a:pt x="29" y="207"/>
                </a:lnTo>
                <a:lnTo>
                  <a:pt x="29" y="206"/>
                </a:lnTo>
                <a:lnTo>
                  <a:pt x="28" y="206"/>
                </a:lnTo>
                <a:lnTo>
                  <a:pt x="28" y="205"/>
                </a:lnTo>
                <a:lnTo>
                  <a:pt x="29" y="204"/>
                </a:lnTo>
                <a:lnTo>
                  <a:pt x="29" y="203"/>
                </a:lnTo>
                <a:lnTo>
                  <a:pt x="29" y="202"/>
                </a:lnTo>
                <a:lnTo>
                  <a:pt x="28" y="202"/>
                </a:lnTo>
                <a:lnTo>
                  <a:pt x="28" y="203"/>
                </a:lnTo>
                <a:lnTo>
                  <a:pt x="27" y="203"/>
                </a:lnTo>
                <a:lnTo>
                  <a:pt x="27" y="202"/>
                </a:lnTo>
                <a:lnTo>
                  <a:pt x="27" y="201"/>
                </a:lnTo>
                <a:lnTo>
                  <a:pt x="27" y="199"/>
                </a:lnTo>
                <a:lnTo>
                  <a:pt x="27" y="197"/>
                </a:lnTo>
                <a:lnTo>
                  <a:pt x="27" y="196"/>
                </a:lnTo>
                <a:lnTo>
                  <a:pt x="27" y="195"/>
                </a:lnTo>
                <a:lnTo>
                  <a:pt x="28" y="193"/>
                </a:lnTo>
                <a:lnTo>
                  <a:pt x="28" y="192"/>
                </a:lnTo>
                <a:lnTo>
                  <a:pt x="27" y="191"/>
                </a:lnTo>
                <a:lnTo>
                  <a:pt x="27" y="190"/>
                </a:lnTo>
                <a:lnTo>
                  <a:pt x="28" y="190"/>
                </a:lnTo>
                <a:lnTo>
                  <a:pt x="29" y="190"/>
                </a:lnTo>
                <a:lnTo>
                  <a:pt x="30" y="190"/>
                </a:lnTo>
                <a:lnTo>
                  <a:pt x="30" y="189"/>
                </a:lnTo>
                <a:lnTo>
                  <a:pt x="29" y="189"/>
                </a:lnTo>
                <a:lnTo>
                  <a:pt x="28" y="189"/>
                </a:lnTo>
                <a:lnTo>
                  <a:pt x="28" y="188"/>
                </a:lnTo>
                <a:lnTo>
                  <a:pt x="28" y="187"/>
                </a:lnTo>
                <a:lnTo>
                  <a:pt x="28" y="186"/>
                </a:lnTo>
                <a:lnTo>
                  <a:pt x="28" y="185"/>
                </a:lnTo>
                <a:lnTo>
                  <a:pt x="29" y="185"/>
                </a:lnTo>
                <a:lnTo>
                  <a:pt x="29" y="184"/>
                </a:lnTo>
                <a:lnTo>
                  <a:pt x="29" y="183"/>
                </a:lnTo>
                <a:lnTo>
                  <a:pt x="28" y="183"/>
                </a:lnTo>
                <a:lnTo>
                  <a:pt x="26" y="183"/>
                </a:lnTo>
                <a:lnTo>
                  <a:pt x="25" y="182"/>
                </a:lnTo>
                <a:lnTo>
                  <a:pt x="25" y="181"/>
                </a:lnTo>
                <a:lnTo>
                  <a:pt x="24" y="181"/>
                </a:lnTo>
                <a:lnTo>
                  <a:pt x="24" y="180"/>
                </a:lnTo>
                <a:lnTo>
                  <a:pt x="24" y="179"/>
                </a:lnTo>
                <a:lnTo>
                  <a:pt x="23" y="179"/>
                </a:lnTo>
                <a:lnTo>
                  <a:pt x="22" y="179"/>
                </a:lnTo>
                <a:lnTo>
                  <a:pt x="21" y="179"/>
                </a:lnTo>
                <a:lnTo>
                  <a:pt x="20" y="179"/>
                </a:lnTo>
                <a:lnTo>
                  <a:pt x="19" y="179"/>
                </a:lnTo>
                <a:lnTo>
                  <a:pt x="19" y="178"/>
                </a:lnTo>
                <a:lnTo>
                  <a:pt x="18" y="178"/>
                </a:lnTo>
                <a:lnTo>
                  <a:pt x="17" y="178"/>
                </a:lnTo>
                <a:lnTo>
                  <a:pt x="16" y="178"/>
                </a:lnTo>
                <a:lnTo>
                  <a:pt x="15" y="178"/>
                </a:lnTo>
                <a:lnTo>
                  <a:pt x="14" y="178"/>
                </a:lnTo>
                <a:lnTo>
                  <a:pt x="13" y="178"/>
                </a:lnTo>
                <a:lnTo>
                  <a:pt x="13" y="177"/>
                </a:lnTo>
                <a:lnTo>
                  <a:pt x="14" y="177"/>
                </a:lnTo>
                <a:lnTo>
                  <a:pt x="15" y="176"/>
                </a:lnTo>
                <a:lnTo>
                  <a:pt x="15" y="175"/>
                </a:lnTo>
                <a:lnTo>
                  <a:pt x="14" y="175"/>
                </a:lnTo>
                <a:lnTo>
                  <a:pt x="13" y="175"/>
                </a:lnTo>
                <a:lnTo>
                  <a:pt x="12" y="175"/>
                </a:lnTo>
                <a:lnTo>
                  <a:pt x="9" y="175"/>
                </a:lnTo>
                <a:lnTo>
                  <a:pt x="8" y="175"/>
                </a:lnTo>
                <a:lnTo>
                  <a:pt x="7" y="175"/>
                </a:lnTo>
                <a:lnTo>
                  <a:pt x="6" y="175"/>
                </a:lnTo>
                <a:lnTo>
                  <a:pt x="5" y="175"/>
                </a:lnTo>
                <a:lnTo>
                  <a:pt x="5" y="174"/>
                </a:lnTo>
                <a:lnTo>
                  <a:pt x="5" y="173"/>
                </a:lnTo>
                <a:lnTo>
                  <a:pt x="3" y="172"/>
                </a:lnTo>
                <a:lnTo>
                  <a:pt x="2" y="171"/>
                </a:lnTo>
                <a:lnTo>
                  <a:pt x="1" y="171"/>
                </a:lnTo>
                <a:lnTo>
                  <a:pt x="0" y="171"/>
                </a:lnTo>
                <a:lnTo>
                  <a:pt x="0" y="170"/>
                </a:lnTo>
                <a:lnTo>
                  <a:pt x="0" y="169"/>
                </a:lnTo>
                <a:lnTo>
                  <a:pt x="1" y="169"/>
                </a:lnTo>
                <a:lnTo>
                  <a:pt x="2" y="169"/>
                </a:lnTo>
                <a:lnTo>
                  <a:pt x="2" y="168"/>
                </a:lnTo>
                <a:lnTo>
                  <a:pt x="2" y="167"/>
                </a:lnTo>
                <a:lnTo>
                  <a:pt x="1" y="167"/>
                </a:lnTo>
                <a:lnTo>
                  <a:pt x="1" y="166"/>
                </a:lnTo>
                <a:lnTo>
                  <a:pt x="2" y="166"/>
                </a:lnTo>
                <a:lnTo>
                  <a:pt x="3" y="167"/>
                </a:lnTo>
                <a:lnTo>
                  <a:pt x="4" y="167"/>
                </a:lnTo>
                <a:lnTo>
                  <a:pt x="5" y="166"/>
                </a:lnTo>
                <a:lnTo>
                  <a:pt x="4" y="165"/>
                </a:lnTo>
                <a:lnTo>
                  <a:pt x="4" y="163"/>
                </a:lnTo>
                <a:lnTo>
                  <a:pt x="4" y="162"/>
                </a:lnTo>
                <a:lnTo>
                  <a:pt x="3" y="161"/>
                </a:lnTo>
                <a:lnTo>
                  <a:pt x="3" y="160"/>
                </a:lnTo>
                <a:lnTo>
                  <a:pt x="2" y="160"/>
                </a:lnTo>
                <a:lnTo>
                  <a:pt x="1" y="158"/>
                </a:lnTo>
                <a:lnTo>
                  <a:pt x="2" y="158"/>
                </a:lnTo>
                <a:lnTo>
                  <a:pt x="2" y="157"/>
                </a:lnTo>
                <a:lnTo>
                  <a:pt x="2" y="156"/>
                </a:lnTo>
                <a:lnTo>
                  <a:pt x="2" y="155"/>
                </a:lnTo>
                <a:lnTo>
                  <a:pt x="2" y="154"/>
                </a:lnTo>
                <a:lnTo>
                  <a:pt x="3" y="154"/>
                </a:lnTo>
                <a:lnTo>
                  <a:pt x="4" y="154"/>
                </a:lnTo>
                <a:lnTo>
                  <a:pt x="5" y="154"/>
                </a:lnTo>
                <a:lnTo>
                  <a:pt x="5" y="153"/>
                </a:lnTo>
                <a:lnTo>
                  <a:pt x="7" y="153"/>
                </a:lnTo>
                <a:lnTo>
                  <a:pt x="8" y="153"/>
                </a:lnTo>
                <a:lnTo>
                  <a:pt x="9" y="153"/>
                </a:lnTo>
                <a:lnTo>
                  <a:pt x="9" y="154"/>
                </a:lnTo>
                <a:lnTo>
                  <a:pt x="8" y="154"/>
                </a:lnTo>
                <a:lnTo>
                  <a:pt x="8" y="155"/>
                </a:lnTo>
                <a:lnTo>
                  <a:pt x="9" y="156"/>
                </a:lnTo>
                <a:lnTo>
                  <a:pt x="10" y="156"/>
                </a:lnTo>
                <a:lnTo>
                  <a:pt x="10" y="157"/>
                </a:lnTo>
                <a:lnTo>
                  <a:pt x="10" y="158"/>
                </a:lnTo>
                <a:lnTo>
                  <a:pt x="12" y="159"/>
                </a:lnTo>
                <a:lnTo>
                  <a:pt x="13" y="159"/>
                </a:lnTo>
                <a:lnTo>
                  <a:pt x="14" y="159"/>
                </a:lnTo>
                <a:lnTo>
                  <a:pt x="15" y="159"/>
                </a:lnTo>
                <a:lnTo>
                  <a:pt x="16" y="159"/>
                </a:lnTo>
                <a:lnTo>
                  <a:pt x="16" y="160"/>
                </a:lnTo>
                <a:lnTo>
                  <a:pt x="17" y="160"/>
                </a:lnTo>
                <a:lnTo>
                  <a:pt x="17" y="159"/>
                </a:lnTo>
                <a:lnTo>
                  <a:pt x="18" y="159"/>
                </a:lnTo>
                <a:lnTo>
                  <a:pt x="19" y="159"/>
                </a:lnTo>
                <a:lnTo>
                  <a:pt x="19" y="160"/>
                </a:lnTo>
                <a:lnTo>
                  <a:pt x="21" y="161"/>
                </a:lnTo>
                <a:lnTo>
                  <a:pt x="22" y="160"/>
                </a:lnTo>
                <a:lnTo>
                  <a:pt x="23" y="160"/>
                </a:lnTo>
                <a:lnTo>
                  <a:pt x="24" y="160"/>
                </a:lnTo>
                <a:lnTo>
                  <a:pt x="25" y="160"/>
                </a:lnTo>
                <a:lnTo>
                  <a:pt x="26" y="159"/>
                </a:lnTo>
                <a:lnTo>
                  <a:pt x="26" y="158"/>
                </a:lnTo>
                <a:lnTo>
                  <a:pt x="26" y="157"/>
                </a:lnTo>
                <a:lnTo>
                  <a:pt x="27" y="157"/>
                </a:lnTo>
                <a:lnTo>
                  <a:pt x="28" y="156"/>
                </a:lnTo>
                <a:lnTo>
                  <a:pt x="29" y="156"/>
                </a:lnTo>
                <a:lnTo>
                  <a:pt x="32" y="156"/>
                </a:lnTo>
                <a:lnTo>
                  <a:pt x="32" y="155"/>
                </a:lnTo>
                <a:lnTo>
                  <a:pt x="33" y="155"/>
                </a:lnTo>
                <a:lnTo>
                  <a:pt x="33" y="154"/>
                </a:lnTo>
                <a:lnTo>
                  <a:pt x="33" y="155"/>
                </a:lnTo>
                <a:lnTo>
                  <a:pt x="34" y="155"/>
                </a:lnTo>
                <a:lnTo>
                  <a:pt x="35" y="154"/>
                </a:lnTo>
                <a:lnTo>
                  <a:pt x="36" y="154"/>
                </a:lnTo>
                <a:lnTo>
                  <a:pt x="36" y="155"/>
                </a:lnTo>
                <a:lnTo>
                  <a:pt x="37" y="155"/>
                </a:lnTo>
                <a:lnTo>
                  <a:pt x="37" y="154"/>
                </a:lnTo>
                <a:lnTo>
                  <a:pt x="38" y="154"/>
                </a:lnTo>
                <a:lnTo>
                  <a:pt x="38" y="153"/>
                </a:lnTo>
                <a:lnTo>
                  <a:pt x="38" y="152"/>
                </a:lnTo>
                <a:lnTo>
                  <a:pt x="38" y="151"/>
                </a:lnTo>
                <a:lnTo>
                  <a:pt x="37" y="150"/>
                </a:lnTo>
                <a:lnTo>
                  <a:pt x="37" y="149"/>
                </a:lnTo>
                <a:lnTo>
                  <a:pt x="37" y="148"/>
                </a:lnTo>
                <a:lnTo>
                  <a:pt x="38" y="148"/>
                </a:lnTo>
                <a:lnTo>
                  <a:pt x="38" y="147"/>
                </a:lnTo>
                <a:lnTo>
                  <a:pt x="39" y="147"/>
                </a:lnTo>
                <a:lnTo>
                  <a:pt x="39" y="148"/>
                </a:lnTo>
                <a:lnTo>
                  <a:pt x="39" y="147"/>
                </a:lnTo>
                <a:lnTo>
                  <a:pt x="40" y="147"/>
                </a:lnTo>
                <a:lnTo>
                  <a:pt x="40" y="146"/>
                </a:lnTo>
                <a:lnTo>
                  <a:pt x="39" y="146"/>
                </a:lnTo>
                <a:lnTo>
                  <a:pt x="39" y="145"/>
                </a:lnTo>
                <a:lnTo>
                  <a:pt x="40" y="145"/>
                </a:lnTo>
                <a:lnTo>
                  <a:pt x="40" y="144"/>
                </a:lnTo>
                <a:lnTo>
                  <a:pt x="41" y="144"/>
                </a:lnTo>
                <a:lnTo>
                  <a:pt x="40" y="144"/>
                </a:lnTo>
                <a:lnTo>
                  <a:pt x="40" y="143"/>
                </a:lnTo>
                <a:lnTo>
                  <a:pt x="41" y="142"/>
                </a:lnTo>
                <a:lnTo>
                  <a:pt x="42" y="142"/>
                </a:lnTo>
                <a:lnTo>
                  <a:pt x="42" y="141"/>
                </a:lnTo>
                <a:lnTo>
                  <a:pt x="41" y="141"/>
                </a:lnTo>
                <a:lnTo>
                  <a:pt x="41" y="140"/>
                </a:lnTo>
                <a:lnTo>
                  <a:pt x="41" y="139"/>
                </a:lnTo>
                <a:lnTo>
                  <a:pt x="41" y="138"/>
                </a:lnTo>
                <a:lnTo>
                  <a:pt x="42" y="138"/>
                </a:lnTo>
                <a:lnTo>
                  <a:pt x="43" y="138"/>
                </a:lnTo>
                <a:lnTo>
                  <a:pt x="43" y="136"/>
                </a:lnTo>
                <a:lnTo>
                  <a:pt x="43" y="135"/>
                </a:lnTo>
                <a:lnTo>
                  <a:pt x="44" y="134"/>
                </a:lnTo>
                <a:lnTo>
                  <a:pt x="43" y="134"/>
                </a:lnTo>
                <a:lnTo>
                  <a:pt x="42" y="133"/>
                </a:lnTo>
                <a:lnTo>
                  <a:pt x="42" y="132"/>
                </a:lnTo>
                <a:lnTo>
                  <a:pt x="41" y="131"/>
                </a:lnTo>
                <a:lnTo>
                  <a:pt x="42" y="131"/>
                </a:lnTo>
                <a:lnTo>
                  <a:pt x="42" y="130"/>
                </a:lnTo>
                <a:lnTo>
                  <a:pt x="41" y="130"/>
                </a:lnTo>
                <a:lnTo>
                  <a:pt x="41" y="131"/>
                </a:lnTo>
                <a:lnTo>
                  <a:pt x="40" y="131"/>
                </a:lnTo>
                <a:lnTo>
                  <a:pt x="39" y="131"/>
                </a:lnTo>
                <a:lnTo>
                  <a:pt x="39" y="130"/>
                </a:lnTo>
                <a:lnTo>
                  <a:pt x="39" y="129"/>
                </a:lnTo>
                <a:lnTo>
                  <a:pt x="39" y="128"/>
                </a:lnTo>
                <a:lnTo>
                  <a:pt x="40" y="128"/>
                </a:lnTo>
                <a:lnTo>
                  <a:pt x="40" y="127"/>
                </a:lnTo>
                <a:lnTo>
                  <a:pt x="39" y="125"/>
                </a:lnTo>
                <a:lnTo>
                  <a:pt x="39" y="124"/>
                </a:lnTo>
                <a:lnTo>
                  <a:pt x="39" y="123"/>
                </a:lnTo>
                <a:lnTo>
                  <a:pt x="40" y="122"/>
                </a:lnTo>
                <a:lnTo>
                  <a:pt x="41" y="122"/>
                </a:lnTo>
                <a:lnTo>
                  <a:pt x="41" y="123"/>
                </a:lnTo>
                <a:lnTo>
                  <a:pt x="42" y="123"/>
                </a:lnTo>
                <a:lnTo>
                  <a:pt x="42" y="122"/>
                </a:lnTo>
                <a:lnTo>
                  <a:pt x="42" y="121"/>
                </a:lnTo>
                <a:lnTo>
                  <a:pt x="42" y="120"/>
                </a:lnTo>
                <a:lnTo>
                  <a:pt x="42" y="118"/>
                </a:lnTo>
                <a:lnTo>
                  <a:pt x="42" y="117"/>
                </a:lnTo>
                <a:lnTo>
                  <a:pt x="43" y="116"/>
                </a:lnTo>
                <a:lnTo>
                  <a:pt x="44" y="115"/>
                </a:lnTo>
                <a:lnTo>
                  <a:pt x="45" y="116"/>
                </a:lnTo>
                <a:lnTo>
                  <a:pt x="46" y="116"/>
                </a:lnTo>
                <a:lnTo>
                  <a:pt x="46" y="117"/>
                </a:lnTo>
                <a:lnTo>
                  <a:pt x="47" y="117"/>
                </a:lnTo>
                <a:lnTo>
                  <a:pt x="47" y="116"/>
                </a:lnTo>
                <a:lnTo>
                  <a:pt x="47" y="115"/>
                </a:lnTo>
                <a:lnTo>
                  <a:pt x="47" y="114"/>
                </a:lnTo>
                <a:lnTo>
                  <a:pt x="48" y="112"/>
                </a:lnTo>
                <a:lnTo>
                  <a:pt x="51" y="111"/>
                </a:lnTo>
                <a:lnTo>
                  <a:pt x="51" y="110"/>
                </a:lnTo>
                <a:lnTo>
                  <a:pt x="52" y="110"/>
                </a:lnTo>
                <a:lnTo>
                  <a:pt x="53" y="111"/>
                </a:lnTo>
                <a:lnTo>
                  <a:pt x="54" y="111"/>
                </a:lnTo>
                <a:lnTo>
                  <a:pt x="55" y="111"/>
                </a:lnTo>
                <a:lnTo>
                  <a:pt x="56" y="110"/>
                </a:lnTo>
                <a:lnTo>
                  <a:pt x="56" y="111"/>
                </a:lnTo>
                <a:lnTo>
                  <a:pt x="57" y="111"/>
                </a:lnTo>
                <a:lnTo>
                  <a:pt x="59" y="111"/>
                </a:lnTo>
                <a:lnTo>
                  <a:pt x="59" y="110"/>
                </a:lnTo>
                <a:lnTo>
                  <a:pt x="60" y="110"/>
                </a:lnTo>
                <a:lnTo>
                  <a:pt x="60" y="111"/>
                </a:lnTo>
                <a:lnTo>
                  <a:pt x="61" y="111"/>
                </a:lnTo>
                <a:lnTo>
                  <a:pt x="61" y="110"/>
                </a:lnTo>
                <a:lnTo>
                  <a:pt x="61" y="109"/>
                </a:lnTo>
                <a:lnTo>
                  <a:pt x="64" y="109"/>
                </a:lnTo>
                <a:lnTo>
                  <a:pt x="65" y="109"/>
                </a:lnTo>
                <a:lnTo>
                  <a:pt x="66" y="110"/>
                </a:lnTo>
                <a:lnTo>
                  <a:pt x="67" y="109"/>
                </a:lnTo>
                <a:lnTo>
                  <a:pt x="68" y="109"/>
                </a:lnTo>
                <a:lnTo>
                  <a:pt x="68" y="108"/>
                </a:lnTo>
                <a:lnTo>
                  <a:pt x="68" y="107"/>
                </a:lnTo>
                <a:lnTo>
                  <a:pt x="68" y="106"/>
                </a:lnTo>
                <a:lnTo>
                  <a:pt x="67" y="105"/>
                </a:lnTo>
                <a:lnTo>
                  <a:pt x="67" y="104"/>
                </a:lnTo>
                <a:lnTo>
                  <a:pt x="66" y="104"/>
                </a:lnTo>
                <a:lnTo>
                  <a:pt x="66" y="103"/>
                </a:lnTo>
                <a:lnTo>
                  <a:pt x="66" y="102"/>
                </a:lnTo>
                <a:lnTo>
                  <a:pt x="65" y="102"/>
                </a:lnTo>
                <a:lnTo>
                  <a:pt x="65" y="101"/>
                </a:lnTo>
                <a:lnTo>
                  <a:pt x="65" y="100"/>
                </a:lnTo>
                <a:lnTo>
                  <a:pt x="65" y="99"/>
                </a:lnTo>
                <a:lnTo>
                  <a:pt x="64" y="99"/>
                </a:lnTo>
                <a:lnTo>
                  <a:pt x="65" y="98"/>
                </a:lnTo>
                <a:lnTo>
                  <a:pt x="65" y="97"/>
                </a:lnTo>
                <a:lnTo>
                  <a:pt x="64" y="97"/>
                </a:lnTo>
                <a:lnTo>
                  <a:pt x="64" y="96"/>
                </a:lnTo>
                <a:lnTo>
                  <a:pt x="65" y="95"/>
                </a:lnTo>
                <a:lnTo>
                  <a:pt x="65" y="94"/>
                </a:lnTo>
                <a:lnTo>
                  <a:pt x="65" y="93"/>
                </a:lnTo>
                <a:lnTo>
                  <a:pt x="64" y="93"/>
                </a:lnTo>
                <a:lnTo>
                  <a:pt x="63" y="92"/>
                </a:lnTo>
                <a:lnTo>
                  <a:pt x="63" y="91"/>
                </a:lnTo>
                <a:lnTo>
                  <a:pt x="62" y="90"/>
                </a:lnTo>
                <a:lnTo>
                  <a:pt x="61" y="90"/>
                </a:lnTo>
                <a:lnTo>
                  <a:pt x="62" y="89"/>
                </a:lnTo>
                <a:lnTo>
                  <a:pt x="63" y="88"/>
                </a:lnTo>
                <a:lnTo>
                  <a:pt x="64" y="88"/>
                </a:lnTo>
                <a:lnTo>
                  <a:pt x="65" y="89"/>
                </a:lnTo>
                <a:lnTo>
                  <a:pt x="66" y="89"/>
                </a:lnTo>
                <a:lnTo>
                  <a:pt x="66" y="88"/>
                </a:lnTo>
                <a:lnTo>
                  <a:pt x="67" y="85"/>
                </a:lnTo>
                <a:lnTo>
                  <a:pt x="66" y="85"/>
                </a:lnTo>
                <a:lnTo>
                  <a:pt x="66" y="84"/>
                </a:lnTo>
                <a:lnTo>
                  <a:pt x="67" y="84"/>
                </a:lnTo>
                <a:lnTo>
                  <a:pt x="67" y="83"/>
                </a:lnTo>
                <a:lnTo>
                  <a:pt x="68" y="83"/>
                </a:lnTo>
                <a:lnTo>
                  <a:pt x="68" y="82"/>
                </a:lnTo>
                <a:lnTo>
                  <a:pt x="68" y="80"/>
                </a:lnTo>
                <a:lnTo>
                  <a:pt x="67" y="79"/>
                </a:lnTo>
                <a:lnTo>
                  <a:pt x="66" y="79"/>
                </a:lnTo>
                <a:lnTo>
                  <a:pt x="65" y="80"/>
                </a:lnTo>
                <a:lnTo>
                  <a:pt x="64" y="80"/>
                </a:lnTo>
                <a:lnTo>
                  <a:pt x="64" y="79"/>
                </a:lnTo>
                <a:lnTo>
                  <a:pt x="63" y="79"/>
                </a:lnTo>
                <a:lnTo>
                  <a:pt x="62" y="79"/>
                </a:lnTo>
                <a:lnTo>
                  <a:pt x="61" y="79"/>
                </a:lnTo>
                <a:lnTo>
                  <a:pt x="60" y="79"/>
                </a:lnTo>
                <a:lnTo>
                  <a:pt x="60" y="77"/>
                </a:lnTo>
                <a:lnTo>
                  <a:pt x="61" y="77"/>
                </a:lnTo>
                <a:lnTo>
                  <a:pt x="61" y="76"/>
                </a:lnTo>
                <a:lnTo>
                  <a:pt x="62" y="75"/>
                </a:lnTo>
                <a:lnTo>
                  <a:pt x="61" y="75"/>
                </a:lnTo>
                <a:lnTo>
                  <a:pt x="61" y="74"/>
                </a:lnTo>
                <a:lnTo>
                  <a:pt x="61" y="73"/>
                </a:lnTo>
                <a:lnTo>
                  <a:pt x="62" y="73"/>
                </a:lnTo>
                <a:lnTo>
                  <a:pt x="62" y="72"/>
                </a:lnTo>
                <a:lnTo>
                  <a:pt x="62" y="71"/>
                </a:lnTo>
                <a:lnTo>
                  <a:pt x="63" y="71"/>
                </a:lnTo>
                <a:lnTo>
                  <a:pt x="63" y="70"/>
                </a:lnTo>
                <a:lnTo>
                  <a:pt x="63" y="69"/>
                </a:lnTo>
                <a:lnTo>
                  <a:pt x="64" y="69"/>
                </a:lnTo>
                <a:lnTo>
                  <a:pt x="64" y="68"/>
                </a:lnTo>
                <a:lnTo>
                  <a:pt x="64" y="67"/>
                </a:lnTo>
                <a:lnTo>
                  <a:pt x="63" y="67"/>
                </a:lnTo>
                <a:lnTo>
                  <a:pt x="64" y="65"/>
                </a:lnTo>
                <a:lnTo>
                  <a:pt x="65" y="65"/>
                </a:lnTo>
                <a:lnTo>
                  <a:pt x="65" y="64"/>
                </a:lnTo>
                <a:lnTo>
                  <a:pt x="65" y="63"/>
                </a:lnTo>
                <a:lnTo>
                  <a:pt x="66" y="62"/>
                </a:lnTo>
                <a:lnTo>
                  <a:pt x="68" y="62"/>
                </a:lnTo>
                <a:lnTo>
                  <a:pt x="68" y="63"/>
                </a:lnTo>
                <a:lnTo>
                  <a:pt x="69" y="63"/>
                </a:lnTo>
                <a:lnTo>
                  <a:pt x="70" y="60"/>
                </a:lnTo>
                <a:lnTo>
                  <a:pt x="69" y="60"/>
                </a:lnTo>
                <a:lnTo>
                  <a:pt x="70" y="60"/>
                </a:lnTo>
                <a:lnTo>
                  <a:pt x="71" y="60"/>
                </a:lnTo>
                <a:lnTo>
                  <a:pt x="72" y="60"/>
                </a:lnTo>
                <a:lnTo>
                  <a:pt x="72" y="59"/>
                </a:lnTo>
                <a:lnTo>
                  <a:pt x="74" y="59"/>
                </a:lnTo>
                <a:lnTo>
                  <a:pt x="74" y="60"/>
                </a:lnTo>
                <a:lnTo>
                  <a:pt x="75" y="60"/>
                </a:lnTo>
                <a:lnTo>
                  <a:pt x="76" y="59"/>
                </a:lnTo>
                <a:lnTo>
                  <a:pt x="77" y="58"/>
                </a:lnTo>
                <a:lnTo>
                  <a:pt x="78" y="58"/>
                </a:lnTo>
                <a:lnTo>
                  <a:pt x="78" y="59"/>
                </a:lnTo>
                <a:lnTo>
                  <a:pt x="79" y="59"/>
                </a:lnTo>
                <a:lnTo>
                  <a:pt x="79" y="60"/>
                </a:lnTo>
                <a:lnTo>
                  <a:pt x="80" y="60"/>
                </a:lnTo>
                <a:lnTo>
                  <a:pt x="81" y="60"/>
                </a:lnTo>
                <a:lnTo>
                  <a:pt x="81" y="59"/>
                </a:lnTo>
                <a:lnTo>
                  <a:pt x="82" y="59"/>
                </a:lnTo>
                <a:lnTo>
                  <a:pt x="84" y="59"/>
                </a:lnTo>
                <a:lnTo>
                  <a:pt x="84" y="60"/>
                </a:lnTo>
                <a:lnTo>
                  <a:pt x="84" y="61"/>
                </a:lnTo>
                <a:lnTo>
                  <a:pt x="85" y="62"/>
                </a:lnTo>
                <a:lnTo>
                  <a:pt x="86" y="63"/>
                </a:lnTo>
                <a:lnTo>
                  <a:pt x="87" y="63"/>
                </a:lnTo>
                <a:lnTo>
                  <a:pt x="88" y="64"/>
                </a:lnTo>
                <a:lnTo>
                  <a:pt x="88" y="65"/>
                </a:lnTo>
                <a:lnTo>
                  <a:pt x="87" y="66"/>
                </a:lnTo>
                <a:lnTo>
                  <a:pt x="88" y="66"/>
                </a:lnTo>
                <a:lnTo>
                  <a:pt x="90" y="66"/>
                </a:lnTo>
                <a:lnTo>
                  <a:pt x="90" y="65"/>
                </a:lnTo>
                <a:lnTo>
                  <a:pt x="90" y="64"/>
                </a:lnTo>
                <a:lnTo>
                  <a:pt x="90" y="63"/>
                </a:lnTo>
                <a:lnTo>
                  <a:pt x="92" y="63"/>
                </a:lnTo>
                <a:lnTo>
                  <a:pt x="92" y="64"/>
                </a:lnTo>
                <a:lnTo>
                  <a:pt x="91" y="64"/>
                </a:lnTo>
                <a:lnTo>
                  <a:pt x="91" y="65"/>
                </a:lnTo>
                <a:lnTo>
                  <a:pt x="92" y="66"/>
                </a:lnTo>
                <a:lnTo>
                  <a:pt x="93" y="66"/>
                </a:lnTo>
                <a:lnTo>
                  <a:pt x="94" y="65"/>
                </a:lnTo>
                <a:lnTo>
                  <a:pt x="95" y="66"/>
                </a:lnTo>
                <a:lnTo>
                  <a:pt x="96" y="66"/>
                </a:lnTo>
                <a:lnTo>
                  <a:pt x="97" y="66"/>
                </a:lnTo>
                <a:lnTo>
                  <a:pt x="98" y="66"/>
                </a:lnTo>
                <a:lnTo>
                  <a:pt x="99" y="67"/>
                </a:lnTo>
                <a:lnTo>
                  <a:pt x="100" y="67"/>
                </a:lnTo>
                <a:lnTo>
                  <a:pt x="100" y="68"/>
                </a:lnTo>
                <a:lnTo>
                  <a:pt x="101" y="69"/>
                </a:lnTo>
                <a:lnTo>
                  <a:pt x="101" y="70"/>
                </a:lnTo>
                <a:lnTo>
                  <a:pt x="100" y="72"/>
                </a:lnTo>
                <a:lnTo>
                  <a:pt x="100" y="73"/>
                </a:lnTo>
                <a:lnTo>
                  <a:pt x="99" y="73"/>
                </a:lnTo>
                <a:lnTo>
                  <a:pt x="99" y="75"/>
                </a:lnTo>
                <a:lnTo>
                  <a:pt x="100" y="76"/>
                </a:lnTo>
                <a:lnTo>
                  <a:pt x="100" y="77"/>
                </a:lnTo>
                <a:lnTo>
                  <a:pt x="101" y="77"/>
                </a:lnTo>
                <a:lnTo>
                  <a:pt x="101" y="76"/>
                </a:lnTo>
                <a:lnTo>
                  <a:pt x="102" y="76"/>
                </a:lnTo>
                <a:lnTo>
                  <a:pt x="102" y="77"/>
                </a:lnTo>
                <a:lnTo>
                  <a:pt x="102" y="78"/>
                </a:lnTo>
                <a:lnTo>
                  <a:pt x="103" y="78"/>
                </a:lnTo>
                <a:lnTo>
                  <a:pt x="104" y="78"/>
                </a:lnTo>
                <a:lnTo>
                  <a:pt x="104" y="79"/>
                </a:lnTo>
                <a:lnTo>
                  <a:pt x="105" y="79"/>
                </a:lnTo>
                <a:lnTo>
                  <a:pt x="106" y="80"/>
                </a:lnTo>
                <a:lnTo>
                  <a:pt x="106" y="81"/>
                </a:lnTo>
                <a:lnTo>
                  <a:pt x="107" y="82"/>
                </a:lnTo>
                <a:lnTo>
                  <a:pt x="106" y="84"/>
                </a:lnTo>
                <a:lnTo>
                  <a:pt x="106" y="83"/>
                </a:lnTo>
                <a:lnTo>
                  <a:pt x="105" y="83"/>
                </a:lnTo>
                <a:lnTo>
                  <a:pt x="105" y="84"/>
                </a:lnTo>
                <a:lnTo>
                  <a:pt x="105" y="85"/>
                </a:lnTo>
                <a:lnTo>
                  <a:pt x="105" y="84"/>
                </a:lnTo>
                <a:lnTo>
                  <a:pt x="106" y="84"/>
                </a:lnTo>
                <a:lnTo>
                  <a:pt x="106" y="85"/>
                </a:lnTo>
                <a:lnTo>
                  <a:pt x="106" y="86"/>
                </a:lnTo>
                <a:lnTo>
                  <a:pt x="107" y="87"/>
                </a:lnTo>
                <a:lnTo>
                  <a:pt x="107" y="88"/>
                </a:lnTo>
                <a:lnTo>
                  <a:pt x="107" y="89"/>
                </a:lnTo>
                <a:lnTo>
                  <a:pt x="108" y="89"/>
                </a:lnTo>
                <a:lnTo>
                  <a:pt x="108" y="88"/>
                </a:lnTo>
                <a:lnTo>
                  <a:pt x="110" y="88"/>
                </a:lnTo>
                <a:lnTo>
                  <a:pt x="110" y="89"/>
                </a:lnTo>
                <a:lnTo>
                  <a:pt x="110" y="90"/>
                </a:lnTo>
                <a:lnTo>
                  <a:pt x="110" y="91"/>
                </a:lnTo>
                <a:lnTo>
                  <a:pt x="111" y="91"/>
                </a:lnTo>
                <a:lnTo>
                  <a:pt x="112" y="91"/>
                </a:lnTo>
                <a:lnTo>
                  <a:pt x="113" y="92"/>
                </a:lnTo>
                <a:lnTo>
                  <a:pt x="113" y="93"/>
                </a:lnTo>
                <a:lnTo>
                  <a:pt x="114" y="94"/>
                </a:lnTo>
                <a:lnTo>
                  <a:pt x="115" y="95"/>
                </a:lnTo>
                <a:lnTo>
                  <a:pt x="115" y="96"/>
                </a:lnTo>
                <a:lnTo>
                  <a:pt x="117" y="96"/>
                </a:lnTo>
                <a:lnTo>
                  <a:pt x="118" y="96"/>
                </a:lnTo>
                <a:lnTo>
                  <a:pt x="118" y="95"/>
                </a:lnTo>
                <a:lnTo>
                  <a:pt x="118" y="94"/>
                </a:lnTo>
                <a:lnTo>
                  <a:pt x="119" y="94"/>
                </a:lnTo>
                <a:lnTo>
                  <a:pt x="119" y="95"/>
                </a:lnTo>
                <a:lnTo>
                  <a:pt x="120" y="95"/>
                </a:lnTo>
                <a:lnTo>
                  <a:pt x="121" y="95"/>
                </a:lnTo>
                <a:lnTo>
                  <a:pt x="121" y="94"/>
                </a:lnTo>
                <a:lnTo>
                  <a:pt x="121" y="93"/>
                </a:lnTo>
                <a:lnTo>
                  <a:pt x="122" y="92"/>
                </a:lnTo>
                <a:lnTo>
                  <a:pt x="123" y="92"/>
                </a:lnTo>
                <a:lnTo>
                  <a:pt x="123" y="93"/>
                </a:lnTo>
                <a:lnTo>
                  <a:pt x="123" y="94"/>
                </a:lnTo>
                <a:lnTo>
                  <a:pt x="124" y="94"/>
                </a:lnTo>
                <a:lnTo>
                  <a:pt x="125" y="94"/>
                </a:lnTo>
                <a:lnTo>
                  <a:pt x="125" y="93"/>
                </a:lnTo>
                <a:lnTo>
                  <a:pt x="125" y="92"/>
                </a:lnTo>
                <a:lnTo>
                  <a:pt x="126" y="91"/>
                </a:lnTo>
                <a:lnTo>
                  <a:pt x="128" y="91"/>
                </a:lnTo>
                <a:lnTo>
                  <a:pt x="128" y="92"/>
                </a:lnTo>
                <a:lnTo>
                  <a:pt x="129" y="90"/>
                </a:lnTo>
                <a:lnTo>
                  <a:pt x="130" y="90"/>
                </a:lnTo>
                <a:lnTo>
                  <a:pt x="131" y="89"/>
                </a:lnTo>
                <a:lnTo>
                  <a:pt x="131" y="88"/>
                </a:lnTo>
                <a:lnTo>
                  <a:pt x="132" y="88"/>
                </a:lnTo>
                <a:lnTo>
                  <a:pt x="132" y="89"/>
                </a:lnTo>
                <a:lnTo>
                  <a:pt x="133" y="89"/>
                </a:lnTo>
                <a:lnTo>
                  <a:pt x="134" y="89"/>
                </a:lnTo>
                <a:lnTo>
                  <a:pt x="135" y="89"/>
                </a:lnTo>
                <a:lnTo>
                  <a:pt x="135" y="88"/>
                </a:lnTo>
                <a:lnTo>
                  <a:pt x="136" y="88"/>
                </a:lnTo>
                <a:lnTo>
                  <a:pt x="137" y="87"/>
                </a:lnTo>
                <a:lnTo>
                  <a:pt x="137" y="86"/>
                </a:lnTo>
                <a:lnTo>
                  <a:pt x="138" y="86"/>
                </a:lnTo>
                <a:lnTo>
                  <a:pt x="138" y="87"/>
                </a:lnTo>
                <a:lnTo>
                  <a:pt x="139" y="87"/>
                </a:lnTo>
                <a:lnTo>
                  <a:pt x="140" y="87"/>
                </a:lnTo>
                <a:lnTo>
                  <a:pt x="140" y="86"/>
                </a:lnTo>
                <a:lnTo>
                  <a:pt x="140" y="85"/>
                </a:lnTo>
                <a:lnTo>
                  <a:pt x="140" y="82"/>
                </a:lnTo>
                <a:lnTo>
                  <a:pt x="141" y="82"/>
                </a:lnTo>
                <a:lnTo>
                  <a:pt x="142" y="81"/>
                </a:lnTo>
                <a:lnTo>
                  <a:pt x="142" y="80"/>
                </a:lnTo>
                <a:lnTo>
                  <a:pt x="143" y="80"/>
                </a:lnTo>
                <a:lnTo>
                  <a:pt x="144" y="80"/>
                </a:lnTo>
                <a:lnTo>
                  <a:pt x="144" y="79"/>
                </a:lnTo>
                <a:lnTo>
                  <a:pt x="145" y="80"/>
                </a:lnTo>
                <a:lnTo>
                  <a:pt x="146" y="80"/>
                </a:lnTo>
                <a:lnTo>
                  <a:pt x="147" y="80"/>
                </a:lnTo>
                <a:lnTo>
                  <a:pt x="148" y="80"/>
                </a:lnTo>
                <a:lnTo>
                  <a:pt x="148" y="79"/>
                </a:lnTo>
                <a:lnTo>
                  <a:pt x="148" y="78"/>
                </a:lnTo>
                <a:lnTo>
                  <a:pt x="149" y="78"/>
                </a:lnTo>
                <a:lnTo>
                  <a:pt x="149" y="79"/>
                </a:lnTo>
                <a:lnTo>
                  <a:pt x="150" y="79"/>
                </a:lnTo>
                <a:lnTo>
                  <a:pt x="151" y="78"/>
                </a:lnTo>
                <a:lnTo>
                  <a:pt x="151" y="77"/>
                </a:lnTo>
                <a:lnTo>
                  <a:pt x="151" y="76"/>
                </a:lnTo>
                <a:lnTo>
                  <a:pt x="152" y="76"/>
                </a:lnTo>
                <a:lnTo>
                  <a:pt x="152" y="75"/>
                </a:lnTo>
                <a:lnTo>
                  <a:pt x="153" y="75"/>
                </a:lnTo>
                <a:lnTo>
                  <a:pt x="153" y="76"/>
                </a:lnTo>
                <a:lnTo>
                  <a:pt x="154" y="76"/>
                </a:lnTo>
                <a:lnTo>
                  <a:pt x="154" y="77"/>
                </a:lnTo>
                <a:lnTo>
                  <a:pt x="155" y="76"/>
                </a:lnTo>
                <a:lnTo>
                  <a:pt x="155" y="77"/>
                </a:lnTo>
                <a:lnTo>
                  <a:pt x="156" y="77"/>
                </a:lnTo>
                <a:lnTo>
                  <a:pt x="156" y="78"/>
                </a:lnTo>
                <a:lnTo>
                  <a:pt x="158" y="78"/>
                </a:lnTo>
                <a:lnTo>
                  <a:pt x="159" y="78"/>
                </a:lnTo>
                <a:lnTo>
                  <a:pt x="159" y="77"/>
                </a:lnTo>
                <a:lnTo>
                  <a:pt x="159" y="76"/>
                </a:lnTo>
                <a:lnTo>
                  <a:pt x="159" y="75"/>
                </a:lnTo>
                <a:lnTo>
                  <a:pt x="159" y="74"/>
                </a:lnTo>
                <a:lnTo>
                  <a:pt x="159" y="73"/>
                </a:lnTo>
                <a:lnTo>
                  <a:pt x="159" y="72"/>
                </a:lnTo>
                <a:lnTo>
                  <a:pt x="159" y="71"/>
                </a:lnTo>
                <a:lnTo>
                  <a:pt x="159" y="69"/>
                </a:lnTo>
                <a:lnTo>
                  <a:pt x="159" y="68"/>
                </a:lnTo>
                <a:lnTo>
                  <a:pt x="158" y="68"/>
                </a:lnTo>
                <a:lnTo>
                  <a:pt x="157" y="68"/>
                </a:lnTo>
                <a:lnTo>
                  <a:pt x="157" y="67"/>
                </a:lnTo>
                <a:lnTo>
                  <a:pt x="156" y="66"/>
                </a:lnTo>
                <a:lnTo>
                  <a:pt x="156" y="65"/>
                </a:lnTo>
                <a:lnTo>
                  <a:pt x="155" y="65"/>
                </a:lnTo>
                <a:lnTo>
                  <a:pt x="155" y="64"/>
                </a:lnTo>
                <a:lnTo>
                  <a:pt x="155" y="63"/>
                </a:lnTo>
                <a:lnTo>
                  <a:pt x="155" y="62"/>
                </a:lnTo>
                <a:lnTo>
                  <a:pt x="154" y="62"/>
                </a:lnTo>
                <a:lnTo>
                  <a:pt x="154" y="61"/>
                </a:lnTo>
                <a:lnTo>
                  <a:pt x="153" y="60"/>
                </a:lnTo>
                <a:lnTo>
                  <a:pt x="153" y="59"/>
                </a:lnTo>
                <a:lnTo>
                  <a:pt x="152" y="59"/>
                </a:lnTo>
                <a:lnTo>
                  <a:pt x="152" y="58"/>
                </a:lnTo>
                <a:lnTo>
                  <a:pt x="152" y="57"/>
                </a:lnTo>
                <a:lnTo>
                  <a:pt x="151" y="56"/>
                </a:lnTo>
                <a:lnTo>
                  <a:pt x="150" y="56"/>
                </a:lnTo>
                <a:lnTo>
                  <a:pt x="149" y="56"/>
                </a:lnTo>
                <a:lnTo>
                  <a:pt x="150" y="55"/>
                </a:lnTo>
                <a:lnTo>
                  <a:pt x="149" y="54"/>
                </a:lnTo>
                <a:lnTo>
                  <a:pt x="149" y="52"/>
                </a:lnTo>
                <a:lnTo>
                  <a:pt x="150" y="50"/>
                </a:lnTo>
                <a:lnTo>
                  <a:pt x="151" y="49"/>
                </a:lnTo>
                <a:lnTo>
                  <a:pt x="152" y="49"/>
                </a:lnTo>
                <a:lnTo>
                  <a:pt x="152" y="48"/>
                </a:lnTo>
                <a:lnTo>
                  <a:pt x="151" y="48"/>
                </a:lnTo>
                <a:lnTo>
                  <a:pt x="151" y="47"/>
                </a:lnTo>
                <a:lnTo>
                  <a:pt x="150" y="46"/>
                </a:lnTo>
                <a:lnTo>
                  <a:pt x="150" y="45"/>
                </a:lnTo>
                <a:lnTo>
                  <a:pt x="150" y="44"/>
                </a:lnTo>
                <a:lnTo>
                  <a:pt x="150" y="43"/>
                </a:lnTo>
                <a:lnTo>
                  <a:pt x="150" y="42"/>
                </a:lnTo>
                <a:lnTo>
                  <a:pt x="150" y="41"/>
                </a:lnTo>
                <a:lnTo>
                  <a:pt x="151" y="41"/>
                </a:lnTo>
                <a:lnTo>
                  <a:pt x="152" y="41"/>
                </a:lnTo>
                <a:lnTo>
                  <a:pt x="152" y="40"/>
                </a:lnTo>
                <a:lnTo>
                  <a:pt x="153" y="39"/>
                </a:lnTo>
                <a:lnTo>
                  <a:pt x="153" y="38"/>
                </a:lnTo>
                <a:lnTo>
                  <a:pt x="154" y="38"/>
                </a:lnTo>
                <a:lnTo>
                  <a:pt x="152" y="38"/>
                </a:lnTo>
                <a:lnTo>
                  <a:pt x="152" y="37"/>
                </a:lnTo>
                <a:lnTo>
                  <a:pt x="151" y="36"/>
                </a:lnTo>
                <a:lnTo>
                  <a:pt x="150" y="36"/>
                </a:lnTo>
                <a:lnTo>
                  <a:pt x="149" y="36"/>
                </a:lnTo>
                <a:lnTo>
                  <a:pt x="148" y="36"/>
                </a:lnTo>
                <a:lnTo>
                  <a:pt x="147" y="36"/>
                </a:lnTo>
                <a:lnTo>
                  <a:pt x="146" y="36"/>
                </a:lnTo>
                <a:lnTo>
                  <a:pt x="144" y="38"/>
                </a:lnTo>
                <a:lnTo>
                  <a:pt x="144" y="39"/>
                </a:lnTo>
                <a:lnTo>
                  <a:pt x="143" y="39"/>
                </a:lnTo>
                <a:lnTo>
                  <a:pt x="142" y="38"/>
                </a:lnTo>
                <a:lnTo>
                  <a:pt x="142" y="39"/>
                </a:lnTo>
                <a:lnTo>
                  <a:pt x="142" y="38"/>
                </a:lnTo>
                <a:lnTo>
                  <a:pt x="141" y="38"/>
                </a:lnTo>
                <a:lnTo>
                  <a:pt x="141" y="37"/>
                </a:lnTo>
                <a:lnTo>
                  <a:pt x="142" y="37"/>
                </a:lnTo>
                <a:lnTo>
                  <a:pt x="141" y="37"/>
                </a:lnTo>
                <a:lnTo>
                  <a:pt x="140" y="37"/>
                </a:lnTo>
                <a:lnTo>
                  <a:pt x="140" y="38"/>
                </a:lnTo>
                <a:lnTo>
                  <a:pt x="140" y="39"/>
                </a:lnTo>
                <a:lnTo>
                  <a:pt x="139" y="39"/>
                </a:lnTo>
                <a:lnTo>
                  <a:pt x="138" y="39"/>
                </a:lnTo>
                <a:lnTo>
                  <a:pt x="138" y="38"/>
                </a:lnTo>
                <a:lnTo>
                  <a:pt x="137" y="38"/>
                </a:lnTo>
                <a:lnTo>
                  <a:pt x="136" y="38"/>
                </a:lnTo>
                <a:lnTo>
                  <a:pt x="135" y="38"/>
                </a:lnTo>
                <a:lnTo>
                  <a:pt x="134" y="39"/>
                </a:lnTo>
                <a:lnTo>
                  <a:pt x="134" y="38"/>
                </a:lnTo>
                <a:lnTo>
                  <a:pt x="133" y="38"/>
                </a:lnTo>
                <a:lnTo>
                  <a:pt x="134" y="37"/>
                </a:lnTo>
                <a:lnTo>
                  <a:pt x="135" y="36"/>
                </a:lnTo>
                <a:lnTo>
                  <a:pt x="134" y="34"/>
                </a:lnTo>
                <a:lnTo>
                  <a:pt x="133" y="34"/>
                </a:lnTo>
                <a:lnTo>
                  <a:pt x="132" y="33"/>
                </a:lnTo>
                <a:lnTo>
                  <a:pt x="131" y="33"/>
                </a:lnTo>
                <a:lnTo>
                  <a:pt x="130" y="32"/>
                </a:lnTo>
                <a:lnTo>
                  <a:pt x="129" y="32"/>
                </a:lnTo>
                <a:lnTo>
                  <a:pt x="129" y="31"/>
                </a:lnTo>
                <a:lnTo>
                  <a:pt x="129" y="32"/>
                </a:lnTo>
                <a:lnTo>
                  <a:pt x="128" y="31"/>
                </a:lnTo>
                <a:lnTo>
                  <a:pt x="128" y="30"/>
                </a:lnTo>
                <a:lnTo>
                  <a:pt x="127" y="29"/>
                </a:lnTo>
                <a:lnTo>
                  <a:pt x="126" y="30"/>
                </a:lnTo>
                <a:lnTo>
                  <a:pt x="126" y="29"/>
                </a:lnTo>
                <a:lnTo>
                  <a:pt x="125" y="29"/>
                </a:lnTo>
                <a:lnTo>
                  <a:pt x="125" y="28"/>
                </a:lnTo>
                <a:lnTo>
                  <a:pt x="124" y="27"/>
                </a:lnTo>
                <a:lnTo>
                  <a:pt x="123" y="27"/>
                </a:lnTo>
                <a:lnTo>
                  <a:pt x="123" y="28"/>
                </a:lnTo>
                <a:lnTo>
                  <a:pt x="122" y="28"/>
                </a:lnTo>
                <a:lnTo>
                  <a:pt x="120" y="28"/>
                </a:lnTo>
                <a:lnTo>
                  <a:pt x="120" y="27"/>
                </a:lnTo>
                <a:lnTo>
                  <a:pt x="119" y="27"/>
                </a:lnTo>
                <a:lnTo>
                  <a:pt x="119" y="26"/>
                </a:lnTo>
                <a:lnTo>
                  <a:pt x="120" y="25"/>
                </a:lnTo>
                <a:lnTo>
                  <a:pt x="120" y="24"/>
                </a:lnTo>
                <a:lnTo>
                  <a:pt x="119" y="24"/>
                </a:lnTo>
                <a:lnTo>
                  <a:pt x="118" y="23"/>
                </a:lnTo>
                <a:lnTo>
                  <a:pt x="117" y="23"/>
                </a:lnTo>
                <a:lnTo>
                  <a:pt x="117" y="22"/>
                </a:lnTo>
                <a:lnTo>
                  <a:pt x="118" y="22"/>
                </a:lnTo>
                <a:lnTo>
                  <a:pt x="117" y="21"/>
                </a:lnTo>
                <a:lnTo>
                  <a:pt x="116" y="21"/>
                </a:lnTo>
                <a:lnTo>
                  <a:pt x="116" y="20"/>
                </a:lnTo>
                <a:lnTo>
                  <a:pt x="115" y="20"/>
                </a:lnTo>
                <a:lnTo>
                  <a:pt x="115" y="19"/>
                </a:lnTo>
                <a:lnTo>
                  <a:pt x="116" y="19"/>
                </a:lnTo>
                <a:lnTo>
                  <a:pt x="116" y="18"/>
                </a:lnTo>
                <a:lnTo>
                  <a:pt x="117" y="18"/>
                </a:lnTo>
                <a:lnTo>
                  <a:pt x="117" y="16"/>
                </a:lnTo>
                <a:lnTo>
                  <a:pt x="118" y="15"/>
                </a:lnTo>
                <a:lnTo>
                  <a:pt x="119" y="15"/>
                </a:lnTo>
                <a:lnTo>
                  <a:pt x="119" y="14"/>
                </a:lnTo>
                <a:lnTo>
                  <a:pt x="120" y="14"/>
                </a:lnTo>
                <a:lnTo>
                  <a:pt x="118" y="12"/>
                </a:lnTo>
                <a:lnTo>
                  <a:pt x="118" y="11"/>
                </a:lnTo>
                <a:lnTo>
                  <a:pt x="119" y="10"/>
                </a:lnTo>
                <a:lnTo>
                  <a:pt x="119" y="9"/>
                </a:lnTo>
                <a:lnTo>
                  <a:pt x="119" y="8"/>
                </a:lnTo>
                <a:lnTo>
                  <a:pt x="119" y="7"/>
                </a:lnTo>
                <a:lnTo>
                  <a:pt x="120" y="7"/>
                </a:lnTo>
                <a:lnTo>
                  <a:pt x="121" y="8"/>
                </a:lnTo>
                <a:lnTo>
                  <a:pt x="121" y="9"/>
                </a:lnTo>
                <a:lnTo>
                  <a:pt x="122" y="9"/>
                </a:lnTo>
                <a:lnTo>
                  <a:pt x="122" y="10"/>
                </a:lnTo>
                <a:lnTo>
                  <a:pt x="123" y="10"/>
                </a:lnTo>
                <a:lnTo>
                  <a:pt x="123" y="9"/>
                </a:lnTo>
                <a:lnTo>
                  <a:pt x="124" y="9"/>
                </a:lnTo>
                <a:lnTo>
                  <a:pt x="124" y="8"/>
                </a:lnTo>
                <a:lnTo>
                  <a:pt x="125" y="7"/>
                </a:lnTo>
                <a:lnTo>
                  <a:pt x="126" y="7"/>
                </a:lnTo>
                <a:lnTo>
                  <a:pt x="126" y="6"/>
                </a:lnTo>
                <a:lnTo>
                  <a:pt x="126" y="5"/>
                </a:lnTo>
                <a:lnTo>
                  <a:pt x="126" y="4"/>
                </a:lnTo>
                <a:lnTo>
                  <a:pt x="127" y="4"/>
                </a:lnTo>
                <a:lnTo>
                  <a:pt x="128" y="5"/>
                </a:lnTo>
                <a:lnTo>
                  <a:pt x="129" y="5"/>
                </a:lnTo>
                <a:lnTo>
                  <a:pt x="130" y="5"/>
                </a:lnTo>
                <a:lnTo>
                  <a:pt x="130" y="4"/>
                </a:lnTo>
                <a:lnTo>
                  <a:pt x="131" y="4"/>
                </a:lnTo>
                <a:lnTo>
                  <a:pt x="131" y="3"/>
                </a:lnTo>
                <a:lnTo>
                  <a:pt x="132" y="3"/>
                </a:lnTo>
                <a:lnTo>
                  <a:pt x="134" y="2"/>
                </a:lnTo>
                <a:lnTo>
                  <a:pt x="134" y="1"/>
                </a:lnTo>
                <a:lnTo>
                  <a:pt x="135" y="1"/>
                </a:lnTo>
                <a:lnTo>
                  <a:pt x="136" y="1"/>
                </a:lnTo>
                <a:lnTo>
                  <a:pt x="137" y="0"/>
                </a:lnTo>
                <a:lnTo>
                  <a:pt x="138" y="0"/>
                </a:lnTo>
                <a:lnTo>
                  <a:pt x="139" y="0"/>
                </a:lnTo>
                <a:lnTo>
                  <a:pt x="140" y="0"/>
                </a:lnTo>
                <a:lnTo>
                  <a:pt x="140" y="1"/>
                </a:lnTo>
                <a:lnTo>
                  <a:pt x="140" y="2"/>
                </a:lnTo>
                <a:lnTo>
                  <a:pt x="141" y="3"/>
                </a:lnTo>
                <a:lnTo>
                  <a:pt x="141" y="2"/>
                </a:lnTo>
                <a:lnTo>
                  <a:pt x="142" y="3"/>
                </a:lnTo>
                <a:lnTo>
                  <a:pt x="143" y="4"/>
                </a:lnTo>
                <a:lnTo>
                  <a:pt x="144" y="4"/>
                </a:lnTo>
                <a:lnTo>
                  <a:pt x="144" y="5"/>
                </a:lnTo>
                <a:lnTo>
                  <a:pt x="144" y="6"/>
                </a:lnTo>
                <a:lnTo>
                  <a:pt x="145" y="6"/>
                </a:lnTo>
                <a:lnTo>
                  <a:pt x="146" y="6"/>
                </a:lnTo>
                <a:lnTo>
                  <a:pt x="146" y="7"/>
                </a:lnTo>
                <a:lnTo>
                  <a:pt x="145" y="7"/>
                </a:lnTo>
                <a:lnTo>
                  <a:pt x="145" y="8"/>
                </a:lnTo>
                <a:lnTo>
                  <a:pt x="147" y="9"/>
                </a:lnTo>
                <a:lnTo>
                  <a:pt x="148" y="9"/>
                </a:lnTo>
                <a:lnTo>
                  <a:pt x="148" y="10"/>
                </a:lnTo>
                <a:lnTo>
                  <a:pt x="148" y="11"/>
                </a:lnTo>
                <a:lnTo>
                  <a:pt x="150" y="11"/>
                </a:lnTo>
                <a:lnTo>
                  <a:pt x="151" y="11"/>
                </a:lnTo>
                <a:lnTo>
                  <a:pt x="151" y="12"/>
                </a:lnTo>
                <a:lnTo>
                  <a:pt x="152" y="12"/>
                </a:lnTo>
                <a:lnTo>
                  <a:pt x="153" y="13"/>
                </a:lnTo>
                <a:lnTo>
                  <a:pt x="154" y="14"/>
                </a:lnTo>
                <a:lnTo>
                  <a:pt x="155" y="14"/>
                </a:lnTo>
                <a:lnTo>
                  <a:pt x="155" y="15"/>
                </a:lnTo>
                <a:lnTo>
                  <a:pt x="154" y="15"/>
                </a:lnTo>
                <a:lnTo>
                  <a:pt x="154" y="16"/>
                </a:lnTo>
                <a:lnTo>
                  <a:pt x="154" y="15"/>
                </a:lnTo>
                <a:lnTo>
                  <a:pt x="153" y="15"/>
                </a:lnTo>
                <a:lnTo>
                  <a:pt x="152" y="15"/>
                </a:lnTo>
                <a:lnTo>
                  <a:pt x="152" y="16"/>
                </a:lnTo>
                <a:lnTo>
                  <a:pt x="153" y="17"/>
                </a:lnTo>
                <a:lnTo>
                  <a:pt x="154" y="16"/>
                </a:lnTo>
                <a:lnTo>
                  <a:pt x="156" y="16"/>
                </a:lnTo>
                <a:lnTo>
                  <a:pt x="157" y="16"/>
                </a:lnTo>
                <a:lnTo>
                  <a:pt x="158" y="17"/>
                </a:lnTo>
                <a:lnTo>
                  <a:pt x="160" y="18"/>
                </a:lnTo>
                <a:lnTo>
                  <a:pt x="161" y="18"/>
                </a:lnTo>
                <a:lnTo>
                  <a:pt x="162" y="18"/>
                </a:lnTo>
                <a:lnTo>
                  <a:pt x="163" y="18"/>
                </a:lnTo>
                <a:lnTo>
                  <a:pt x="164" y="18"/>
                </a:lnTo>
                <a:lnTo>
                  <a:pt x="165" y="18"/>
                </a:lnTo>
                <a:lnTo>
                  <a:pt x="166" y="18"/>
                </a:lnTo>
                <a:lnTo>
                  <a:pt x="167" y="18"/>
                </a:lnTo>
                <a:lnTo>
                  <a:pt x="168" y="18"/>
                </a:lnTo>
                <a:lnTo>
                  <a:pt x="169" y="19"/>
                </a:lnTo>
                <a:lnTo>
                  <a:pt x="171" y="20"/>
                </a:lnTo>
                <a:lnTo>
                  <a:pt x="171" y="21"/>
                </a:lnTo>
                <a:lnTo>
                  <a:pt x="171" y="22"/>
                </a:lnTo>
                <a:lnTo>
                  <a:pt x="172" y="22"/>
                </a:lnTo>
                <a:lnTo>
                  <a:pt x="172" y="23"/>
                </a:lnTo>
                <a:lnTo>
                  <a:pt x="173" y="23"/>
                </a:lnTo>
                <a:lnTo>
                  <a:pt x="173" y="24"/>
                </a:lnTo>
                <a:lnTo>
                  <a:pt x="174" y="24"/>
                </a:lnTo>
                <a:lnTo>
                  <a:pt x="174" y="25"/>
                </a:lnTo>
                <a:lnTo>
                  <a:pt x="175" y="25"/>
                </a:lnTo>
                <a:lnTo>
                  <a:pt x="176" y="27"/>
                </a:lnTo>
                <a:lnTo>
                  <a:pt x="177" y="26"/>
                </a:lnTo>
                <a:lnTo>
                  <a:pt x="179" y="26"/>
                </a:lnTo>
                <a:lnTo>
                  <a:pt x="179" y="25"/>
                </a:lnTo>
                <a:lnTo>
                  <a:pt x="180" y="24"/>
                </a:lnTo>
                <a:lnTo>
                  <a:pt x="181" y="25"/>
                </a:lnTo>
                <a:lnTo>
                  <a:pt x="182" y="25"/>
                </a:lnTo>
                <a:lnTo>
                  <a:pt x="184" y="25"/>
                </a:lnTo>
                <a:lnTo>
                  <a:pt x="185" y="25"/>
                </a:lnTo>
                <a:lnTo>
                  <a:pt x="187" y="26"/>
                </a:lnTo>
                <a:lnTo>
                  <a:pt x="188" y="26"/>
                </a:lnTo>
                <a:lnTo>
                  <a:pt x="188" y="27"/>
                </a:lnTo>
                <a:lnTo>
                  <a:pt x="188" y="28"/>
                </a:lnTo>
                <a:lnTo>
                  <a:pt x="187" y="28"/>
                </a:lnTo>
                <a:lnTo>
                  <a:pt x="187" y="29"/>
                </a:lnTo>
                <a:lnTo>
                  <a:pt x="188" y="29"/>
                </a:lnTo>
                <a:lnTo>
                  <a:pt x="189" y="29"/>
                </a:lnTo>
                <a:lnTo>
                  <a:pt x="189" y="30"/>
                </a:lnTo>
                <a:lnTo>
                  <a:pt x="189" y="31"/>
                </a:lnTo>
                <a:lnTo>
                  <a:pt x="189" y="32"/>
                </a:lnTo>
                <a:lnTo>
                  <a:pt x="188" y="32"/>
                </a:lnTo>
                <a:lnTo>
                  <a:pt x="188" y="33"/>
                </a:lnTo>
                <a:lnTo>
                  <a:pt x="188" y="34"/>
                </a:lnTo>
                <a:lnTo>
                  <a:pt x="189" y="34"/>
                </a:lnTo>
                <a:lnTo>
                  <a:pt x="189" y="35"/>
                </a:lnTo>
                <a:lnTo>
                  <a:pt x="188" y="35"/>
                </a:lnTo>
                <a:lnTo>
                  <a:pt x="188" y="36"/>
                </a:lnTo>
                <a:lnTo>
                  <a:pt x="189" y="37"/>
                </a:lnTo>
                <a:lnTo>
                  <a:pt x="189" y="38"/>
                </a:lnTo>
                <a:lnTo>
                  <a:pt x="190" y="38"/>
                </a:lnTo>
                <a:lnTo>
                  <a:pt x="191" y="39"/>
                </a:lnTo>
                <a:lnTo>
                  <a:pt x="191" y="40"/>
                </a:lnTo>
                <a:lnTo>
                  <a:pt x="192" y="40"/>
                </a:lnTo>
                <a:lnTo>
                  <a:pt x="193" y="40"/>
                </a:lnTo>
                <a:lnTo>
                  <a:pt x="193" y="41"/>
                </a:lnTo>
                <a:lnTo>
                  <a:pt x="194" y="42"/>
                </a:lnTo>
                <a:lnTo>
                  <a:pt x="194" y="41"/>
                </a:lnTo>
                <a:lnTo>
                  <a:pt x="195" y="41"/>
                </a:lnTo>
                <a:lnTo>
                  <a:pt x="195" y="42"/>
                </a:lnTo>
                <a:lnTo>
                  <a:pt x="195" y="43"/>
                </a:lnTo>
                <a:lnTo>
                  <a:pt x="195" y="45"/>
                </a:lnTo>
                <a:lnTo>
                  <a:pt x="194" y="46"/>
                </a:lnTo>
                <a:lnTo>
                  <a:pt x="194" y="47"/>
                </a:lnTo>
                <a:lnTo>
                  <a:pt x="193" y="47"/>
                </a:lnTo>
                <a:lnTo>
                  <a:pt x="193" y="48"/>
                </a:lnTo>
                <a:lnTo>
                  <a:pt x="193" y="49"/>
                </a:lnTo>
                <a:lnTo>
                  <a:pt x="195" y="50"/>
                </a:lnTo>
                <a:lnTo>
                  <a:pt x="196" y="50"/>
                </a:lnTo>
                <a:lnTo>
                  <a:pt x="197" y="51"/>
                </a:lnTo>
                <a:lnTo>
                  <a:pt x="198" y="52"/>
                </a:lnTo>
                <a:lnTo>
                  <a:pt x="199" y="51"/>
                </a:lnTo>
                <a:lnTo>
                  <a:pt x="200" y="52"/>
                </a:lnTo>
                <a:lnTo>
                  <a:pt x="200" y="53"/>
                </a:lnTo>
                <a:lnTo>
                  <a:pt x="201" y="53"/>
                </a:lnTo>
                <a:lnTo>
                  <a:pt x="202" y="53"/>
                </a:lnTo>
                <a:lnTo>
                  <a:pt x="203" y="53"/>
                </a:lnTo>
                <a:lnTo>
                  <a:pt x="203" y="54"/>
                </a:lnTo>
                <a:lnTo>
                  <a:pt x="203" y="55"/>
                </a:lnTo>
                <a:lnTo>
                  <a:pt x="202" y="55"/>
                </a:lnTo>
                <a:lnTo>
                  <a:pt x="202" y="56"/>
                </a:lnTo>
                <a:lnTo>
                  <a:pt x="203" y="56"/>
                </a:lnTo>
                <a:lnTo>
                  <a:pt x="204" y="56"/>
                </a:lnTo>
                <a:lnTo>
                  <a:pt x="205" y="56"/>
                </a:lnTo>
                <a:lnTo>
                  <a:pt x="205" y="57"/>
                </a:lnTo>
                <a:lnTo>
                  <a:pt x="204" y="58"/>
                </a:lnTo>
                <a:lnTo>
                  <a:pt x="206" y="58"/>
                </a:lnTo>
                <a:lnTo>
                  <a:pt x="207" y="59"/>
                </a:lnTo>
                <a:lnTo>
                  <a:pt x="208" y="59"/>
                </a:lnTo>
                <a:lnTo>
                  <a:pt x="209" y="59"/>
                </a:lnTo>
                <a:lnTo>
                  <a:pt x="210" y="59"/>
                </a:lnTo>
                <a:lnTo>
                  <a:pt x="211" y="59"/>
                </a:lnTo>
                <a:lnTo>
                  <a:pt x="211" y="60"/>
                </a:lnTo>
                <a:lnTo>
                  <a:pt x="212" y="60"/>
                </a:lnTo>
                <a:lnTo>
                  <a:pt x="213" y="59"/>
                </a:lnTo>
                <a:lnTo>
                  <a:pt x="214" y="59"/>
                </a:lnTo>
                <a:lnTo>
                  <a:pt x="215" y="59"/>
                </a:lnTo>
                <a:lnTo>
                  <a:pt x="215" y="58"/>
                </a:lnTo>
                <a:lnTo>
                  <a:pt x="217" y="58"/>
                </a:lnTo>
                <a:lnTo>
                  <a:pt x="217" y="59"/>
                </a:lnTo>
                <a:lnTo>
                  <a:pt x="218" y="60"/>
                </a:lnTo>
                <a:lnTo>
                  <a:pt x="219" y="60"/>
                </a:lnTo>
                <a:lnTo>
                  <a:pt x="219" y="59"/>
                </a:lnTo>
                <a:lnTo>
                  <a:pt x="219" y="58"/>
                </a:lnTo>
                <a:lnTo>
                  <a:pt x="220" y="58"/>
                </a:lnTo>
                <a:lnTo>
                  <a:pt x="221" y="57"/>
                </a:lnTo>
                <a:lnTo>
                  <a:pt x="223" y="57"/>
                </a:lnTo>
                <a:lnTo>
                  <a:pt x="223" y="58"/>
                </a:lnTo>
                <a:lnTo>
                  <a:pt x="224" y="58"/>
                </a:lnTo>
                <a:lnTo>
                  <a:pt x="225" y="58"/>
                </a:lnTo>
                <a:lnTo>
                  <a:pt x="225" y="59"/>
                </a:lnTo>
                <a:lnTo>
                  <a:pt x="224" y="60"/>
                </a:lnTo>
                <a:lnTo>
                  <a:pt x="225" y="60"/>
                </a:lnTo>
                <a:lnTo>
                  <a:pt x="226" y="60"/>
                </a:lnTo>
                <a:lnTo>
                  <a:pt x="227" y="61"/>
                </a:lnTo>
                <a:lnTo>
                  <a:pt x="227" y="62"/>
                </a:lnTo>
                <a:lnTo>
                  <a:pt x="227" y="63"/>
                </a:lnTo>
                <a:lnTo>
                  <a:pt x="228" y="64"/>
                </a:lnTo>
                <a:lnTo>
                  <a:pt x="229" y="64"/>
                </a:lnTo>
                <a:lnTo>
                  <a:pt x="230" y="64"/>
                </a:lnTo>
                <a:lnTo>
                  <a:pt x="230" y="63"/>
                </a:lnTo>
                <a:lnTo>
                  <a:pt x="231" y="63"/>
                </a:lnTo>
                <a:lnTo>
                  <a:pt x="232" y="64"/>
                </a:lnTo>
                <a:lnTo>
                  <a:pt x="232" y="63"/>
                </a:lnTo>
                <a:lnTo>
                  <a:pt x="233" y="62"/>
                </a:lnTo>
                <a:lnTo>
                  <a:pt x="234" y="61"/>
                </a:lnTo>
                <a:lnTo>
                  <a:pt x="235" y="61"/>
                </a:lnTo>
                <a:lnTo>
                  <a:pt x="236" y="61"/>
                </a:lnTo>
                <a:lnTo>
                  <a:pt x="237" y="60"/>
                </a:lnTo>
                <a:lnTo>
                  <a:pt x="238" y="60"/>
                </a:lnTo>
                <a:lnTo>
                  <a:pt x="239" y="61"/>
                </a:lnTo>
                <a:lnTo>
                  <a:pt x="240" y="62"/>
                </a:lnTo>
                <a:lnTo>
                  <a:pt x="240" y="64"/>
                </a:lnTo>
                <a:lnTo>
                  <a:pt x="240" y="65"/>
                </a:lnTo>
                <a:lnTo>
                  <a:pt x="240" y="66"/>
                </a:lnTo>
                <a:lnTo>
                  <a:pt x="241" y="66"/>
                </a:lnTo>
                <a:lnTo>
                  <a:pt x="242" y="67"/>
                </a:lnTo>
                <a:lnTo>
                  <a:pt x="242" y="68"/>
                </a:lnTo>
                <a:lnTo>
                  <a:pt x="243" y="68"/>
                </a:lnTo>
                <a:lnTo>
                  <a:pt x="244" y="68"/>
                </a:lnTo>
                <a:lnTo>
                  <a:pt x="244" y="67"/>
                </a:lnTo>
                <a:lnTo>
                  <a:pt x="244" y="66"/>
                </a:lnTo>
                <a:lnTo>
                  <a:pt x="245" y="67"/>
                </a:lnTo>
                <a:lnTo>
                  <a:pt x="246" y="66"/>
                </a:lnTo>
                <a:lnTo>
                  <a:pt x="246" y="65"/>
                </a:lnTo>
                <a:lnTo>
                  <a:pt x="247" y="65"/>
                </a:lnTo>
                <a:lnTo>
                  <a:pt x="247" y="64"/>
                </a:lnTo>
                <a:lnTo>
                  <a:pt x="246" y="64"/>
                </a:lnTo>
                <a:lnTo>
                  <a:pt x="246" y="63"/>
                </a:lnTo>
                <a:lnTo>
                  <a:pt x="247" y="63"/>
                </a:lnTo>
                <a:lnTo>
                  <a:pt x="247" y="64"/>
                </a:lnTo>
                <a:lnTo>
                  <a:pt x="249" y="65"/>
                </a:lnTo>
                <a:lnTo>
                  <a:pt x="250" y="66"/>
                </a:lnTo>
                <a:lnTo>
                  <a:pt x="251" y="66"/>
                </a:lnTo>
                <a:lnTo>
                  <a:pt x="251" y="67"/>
                </a:lnTo>
                <a:lnTo>
                  <a:pt x="251" y="68"/>
                </a:lnTo>
                <a:lnTo>
                  <a:pt x="250" y="69"/>
                </a:lnTo>
                <a:lnTo>
                  <a:pt x="251" y="70"/>
                </a:lnTo>
                <a:lnTo>
                  <a:pt x="251" y="71"/>
                </a:lnTo>
                <a:lnTo>
                  <a:pt x="252" y="72"/>
                </a:lnTo>
                <a:lnTo>
                  <a:pt x="251" y="72"/>
                </a:lnTo>
                <a:lnTo>
                  <a:pt x="251" y="73"/>
                </a:lnTo>
                <a:lnTo>
                  <a:pt x="252" y="73"/>
                </a:lnTo>
                <a:lnTo>
                  <a:pt x="252" y="74"/>
                </a:lnTo>
                <a:lnTo>
                  <a:pt x="253" y="74"/>
                </a:lnTo>
                <a:lnTo>
                  <a:pt x="254" y="75"/>
                </a:lnTo>
                <a:lnTo>
                  <a:pt x="254" y="76"/>
                </a:lnTo>
                <a:lnTo>
                  <a:pt x="254" y="77"/>
                </a:lnTo>
                <a:lnTo>
                  <a:pt x="254" y="78"/>
                </a:lnTo>
                <a:lnTo>
                  <a:pt x="255" y="78"/>
                </a:lnTo>
                <a:lnTo>
                  <a:pt x="256" y="78"/>
                </a:lnTo>
                <a:lnTo>
                  <a:pt x="257" y="77"/>
                </a:lnTo>
                <a:lnTo>
                  <a:pt x="259" y="78"/>
                </a:lnTo>
                <a:lnTo>
                  <a:pt x="259" y="79"/>
                </a:lnTo>
                <a:lnTo>
                  <a:pt x="259" y="80"/>
                </a:lnTo>
                <a:lnTo>
                  <a:pt x="259" y="81"/>
                </a:lnTo>
                <a:lnTo>
                  <a:pt x="259" y="82"/>
                </a:lnTo>
                <a:lnTo>
                  <a:pt x="259" y="83"/>
                </a:lnTo>
                <a:lnTo>
                  <a:pt x="258" y="84"/>
                </a:lnTo>
                <a:lnTo>
                  <a:pt x="258" y="85"/>
                </a:lnTo>
                <a:lnTo>
                  <a:pt x="259" y="85"/>
                </a:lnTo>
                <a:lnTo>
                  <a:pt x="259" y="87"/>
                </a:lnTo>
                <a:lnTo>
                  <a:pt x="258" y="88"/>
                </a:lnTo>
                <a:lnTo>
                  <a:pt x="258" y="89"/>
                </a:lnTo>
                <a:lnTo>
                  <a:pt x="258" y="90"/>
                </a:lnTo>
                <a:lnTo>
                  <a:pt x="258" y="91"/>
                </a:lnTo>
                <a:lnTo>
                  <a:pt x="257" y="92"/>
                </a:lnTo>
                <a:lnTo>
                  <a:pt x="256" y="92"/>
                </a:lnTo>
                <a:lnTo>
                  <a:pt x="256" y="93"/>
                </a:lnTo>
                <a:lnTo>
                  <a:pt x="257" y="93"/>
                </a:lnTo>
                <a:lnTo>
                  <a:pt x="257" y="94"/>
                </a:lnTo>
                <a:lnTo>
                  <a:pt x="258" y="94"/>
                </a:lnTo>
                <a:lnTo>
                  <a:pt x="259" y="95"/>
                </a:lnTo>
                <a:lnTo>
                  <a:pt x="260" y="95"/>
                </a:lnTo>
                <a:lnTo>
                  <a:pt x="260" y="94"/>
                </a:lnTo>
                <a:lnTo>
                  <a:pt x="261" y="94"/>
                </a:lnTo>
                <a:lnTo>
                  <a:pt x="262" y="94"/>
                </a:lnTo>
                <a:lnTo>
                  <a:pt x="262" y="93"/>
                </a:lnTo>
                <a:lnTo>
                  <a:pt x="263" y="93"/>
                </a:lnTo>
                <a:lnTo>
                  <a:pt x="264" y="93"/>
                </a:lnTo>
                <a:lnTo>
                  <a:pt x="265" y="93"/>
                </a:lnTo>
                <a:lnTo>
                  <a:pt x="266" y="93"/>
                </a:lnTo>
                <a:lnTo>
                  <a:pt x="267" y="93"/>
                </a:lnTo>
                <a:lnTo>
                  <a:pt x="268" y="93"/>
                </a:lnTo>
                <a:lnTo>
                  <a:pt x="270" y="94"/>
                </a:lnTo>
                <a:lnTo>
                  <a:pt x="271" y="94"/>
                </a:lnTo>
                <a:lnTo>
                  <a:pt x="272" y="94"/>
                </a:lnTo>
                <a:lnTo>
                  <a:pt x="272" y="93"/>
                </a:lnTo>
                <a:lnTo>
                  <a:pt x="273" y="93"/>
                </a:lnTo>
                <a:lnTo>
                  <a:pt x="274" y="93"/>
                </a:lnTo>
                <a:lnTo>
                  <a:pt x="274" y="94"/>
                </a:lnTo>
                <a:lnTo>
                  <a:pt x="275" y="94"/>
                </a:lnTo>
                <a:lnTo>
                  <a:pt x="278" y="94"/>
                </a:lnTo>
                <a:lnTo>
                  <a:pt x="278" y="93"/>
                </a:lnTo>
                <a:lnTo>
                  <a:pt x="278" y="92"/>
                </a:lnTo>
                <a:lnTo>
                  <a:pt x="278" y="91"/>
                </a:lnTo>
                <a:lnTo>
                  <a:pt x="279" y="91"/>
                </a:lnTo>
                <a:lnTo>
                  <a:pt x="280" y="92"/>
                </a:lnTo>
                <a:lnTo>
                  <a:pt x="282" y="92"/>
                </a:lnTo>
                <a:lnTo>
                  <a:pt x="283" y="92"/>
                </a:lnTo>
                <a:lnTo>
                  <a:pt x="284" y="92"/>
                </a:lnTo>
                <a:lnTo>
                  <a:pt x="284" y="93"/>
                </a:lnTo>
                <a:lnTo>
                  <a:pt x="285" y="93"/>
                </a:lnTo>
                <a:lnTo>
                  <a:pt x="285" y="92"/>
                </a:lnTo>
                <a:lnTo>
                  <a:pt x="286" y="92"/>
                </a:lnTo>
                <a:lnTo>
                  <a:pt x="286" y="91"/>
                </a:lnTo>
                <a:lnTo>
                  <a:pt x="287" y="91"/>
                </a:lnTo>
                <a:lnTo>
                  <a:pt x="288" y="91"/>
                </a:lnTo>
                <a:lnTo>
                  <a:pt x="288" y="90"/>
                </a:lnTo>
                <a:lnTo>
                  <a:pt x="289" y="90"/>
                </a:lnTo>
                <a:lnTo>
                  <a:pt x="291" y="90"/>
                </a:lnTo>
                <a:lnTo>
                  <a:pt x="292" y="90"/>
                </a:lnTo>
                <a:lnTo>
                  <a:pt x="293" y="90"/>
                </a:lnTo>
                <a:lnTo>
                  <a:pt x="293" y="91"/>
                </a:lnTo>
                <a:lnTo>
                  <a:pt x="294" y="91"/>
                </a:lnTo>
                <a:lnTo>
                  <a:pt x="294" y="92"/>
                </a:lnTo>
                <a:lnTo>
                  <a:pt x="295" y="92"/>
                </a:lnTo>
                <a:lnTo>
                  <a:pt x="296" y="92"/>
                </a:lnTo>
                <a:lnTo>
                  <a:pt x="297" y="92"/>
                </a:lnTo>
                <a:lnTo>
                  <a:pt x="298" y="92"/>
                </a:lnTo>
                <a:lnTo>
                  <a:pt x="299" y="92"/>
                </a:lnTo>
                <a:lnTo>
                  <a:pt x="299" y="93"/>
                </a:lnTo>
                <a:lnTo>
                  <a:pt x="298" y="94"/>
                </a:lnTo>
                <a:lnTo>
                  <a:pt x="297" y="93"/>
                </a:lnTo>
                <a:lnTo>
                  <a:pt x="297" y="94"/>
                </a:lnTo>
                <a:lnTo>
                  <a:pt x="296" y="95"/>
                </a:lnTo>
                <a:lnTo>
                  <a:pt x="297" y="96"/>
                </a:lnTo>
                <a:lnTo>
                  <a:pt x="297" y="97"/>
                </a:lnTo>
                <a:lnTo>
                  <a:pt x="297" y="98"/>
                </a:lnTo>
                <a:lnTo>
                  <a:pt x="297" y="100"/>
                </a:lnTo>
                <a:lnTo>
                  <a:pt x="297" y="101"/>
                </a:lnTo>
                <a:lnTo>
                  <a:pt x="296" y="102"/>
                </a:lnTo>
                <a:lnTo>
                  <a:pt x="295" y="103"/>
                </a:lnTo>
                <a:lnTo>
                  <a:pt x="294" y="103"/>
                </a:lnTo>
                <a:lnTo>
                  <a:pt x="294" y="104"/>
                </a:lnTo>
                <a:lnTo>
                  <a:pt x="293" y="104"/>
                </a:lnTo>
                <a:lnTo>
                  <a:pt x="293" y="105"/>
                </a:lnTo>
                <a:lnTo>
                  <a:pt x="292" y="105"/>
                </a:lnTo>
                <a:lnTo>
                  <a:pt x="292" y="106"/>
                </a:lnTo>
                <a:lnTo>
                  <a:pt x="293" y="107"/>
                </a:lnTo>
                <a:lnTo>
                  <a:pt x="293" y="108"/>
                </a:lnTo>
                <a:lnTo>
                  <a:pt x="292" y="109"/>
                </a:lnTo>
                <a:lnTo>
                  <a:pt x="292" y="111"/>
                </a:lnTo>
                <a:lnTo>
                  <a:pt x="292" y="113"/>
                </a:lnTo>
                <a:lnTo>
                  <a:pt x="292" y="114"/>
                </a:lnTo>
                <a:lnTo>
                  <a:pt x="292" y="115"/>
                </a:lnTo>
                <a:lnTo>
                  <a:pt x="292" y="116"/>
                </a:lnTo>
                <a:lnTo>
                  <a:pt x="292" y="120"/>
                </a:lnTo>
                <a:lnTo>
                  <a:pt x="291" y="119"/>
                </a:lnTo>
                <a:lnTo>
                  <a:pt x="290" y="119"/>
                </a:lnTo>
                <a:lnTo>
                  <a:pt x="289" y="119"/>
                </a:lnTo>
                <a:lnTo>
                  <a:pt x="288" y="118"/>
                </a:lnTo>
                <a:lnTo>
                  <a:pt x="287" y="118"/>
                </a:lnTo>
                <a:lnTo>
                  <a:pt x="286" y="118"/>
                </a:lnTo>
                <a:lnTo>
                  <a:pt x="286" y="119"/>
                </a:lnTo>
                <a:lnTo>
                  <a:pt x="286" y="120"/>
                </a:lnTo>
                <a:lnTo>
                  <a:pt x="285" y="121"/>
                </a:lnTo>
                <a:lnTo>
                  <a:pt x="285" y="122"/>
                </a:lnTo>
                <a:lnTo>
                  <a:pt x="284" y="123"/>
                </a:lnTo>
                <a:lnTo>
                  <a:pt x="284" y="124"/>
                </a:lnTo>
                <a:lnTo>
                  <a:pt x="284" y="125"/>
                </a:lnTo>
                <a:lnTo>
                  <a:pt x="284" y="126"/>
                </a:lnTo>
                <a:lnTo>
                  <a:pt x="284" y="127"/>
                </a:lnTo>
                <a:lnTo>
                  <a:pt x="284" y="128"/>
                </a:lnTo>
                <a:lnTo>
                  <a:pt x="285" y="128"/>
                </a:lnTo>
                <a:lnTo>
                  <a:pt x="285" y="129"/>
                </a:lnTo>
                <a:lnTo>
                  <a:pt x="284" y="130"/>
                </a:lnTo>
                <a:lnTo>
                  <a:pt x="284" y="131"/>
                </a:lnTo>
                <a:lnTo>
                  <a:pt x="284" y="132"/>
                </a:lnTo>
                <a:lnTo>
                  <a:pt x="283" y="132"/>
                </a:lnTo>
                <a:lnTo>
                  <a:pt x="282" y="133"/>
                </a:lnTo>
                <a:lnTo>
                  <a:pt x="281" y="133"/>
                </a:lnTo>
                <a:lnTo>
                  <a:pt x="279" y="133"/>
                </a:lnTo>
                <a:lnTo>
                  <a:pt x="279" y="134"/>
                </a:lnTo>
                <a:lnTo>
                  <a:pt x="280" y="134"/>
                </a:lnTo>
                <a:lnTo>
                  <a:pt x="281" y="134"/>
                </a:lnTo>
                <a:lnTo>
                  <a:pt x="281" y="135"/>
                </a:lnTo>
                <a:lnTo>
                  <a:pt x="281" y="136"/>
                </a:lnTo>
                <a:lnTo>
                  <a:pt x="281" y="137"/>
                </a:lnTo>
                <a:lnTo>
                  <a:pt x="281" y="138"/>
                </a:lnTo>
                <a:lnTo>
                  <a:pt x="280" y="138"/>
                </a:lnTo>
                <a:lnTo>
                  <a:pt x="280" y="139"/>
                </a:lnTo>
                <a:lnTo>
                  <a:pt x="280" y="140"/>
                </a:lnTo>
                <a:lnTo>
                  <a:pt x="279" y="140"/>
                </a:lnTo>
                <a:lnTo>
                  <a:pt x="278" y="140"/>
                </a:lnTo>
                <a:lnTo>
                  <a:pt x="278" y="141"/>
                </a:lnTo>
                <a:lnTo>
                  <a:pt x="277" y="141"/>
                </a:lnTo>
                <a:lnTo>
                  <a:pt x="277" y="142"/>
                </a:lnTo>
                <a:lnTo>
                  <a:pt x="277" y="143"/>
                </a:lnTo>
                <a:lnTo>
                  <a:pt x="277" y="144"/>
                </a:lnTo>
                <a:lnTo>
                  <a:pt x="277" y="145"/>
                </a:lnTo>
                <a:lnTo>
                  <a:pt x="277" y="146"/>
                </a:lnTo>
                <a:lnTo>
                  <a:pt x="278" y="146"/>
                </a:lnTo>
                <a:lnTo>
                  <a:pt x="279" y="146"/>
                </a:lnTo>
                <a:lnTo>
                  <a:pt x="279" y="145"/>
                </a:lnTo>
                <a:lnTo>
                  <a:pt x="280" y="145"/>
                </a:lnTo>
                <a:lnTo>
                  <a:pt x="281" y="146"/>
                </a:lnTo>
                <a:lnTo>
                  <a:pt x="281" y="147"/>
                </a:lnTo>
                <a:lnTo>
                  <a:pt x="280" y="148"/>
                </a:lnTo>
                <a:lnTo>
                  <a:pt x="281" y="150"/>
                </a:lnTo>
                <a:lnTo>
                  <a:pt x="282" y="150"/>
                </a:lnTo>
                <a:lnTo>
                  <a:pt x="283" y="150"/>
                </a:lnTo>
                <a:lnTo>
                  <a:pt x="283" y="151"/>
                </a:lnTo>
                <a:lnTo>
                  <a:pt x="282" y="151"/>
                </a:lnTo>
                <a:lnTo>
                  <a:pt x="283" y="151"/>
                </a:lnTo>
                <a:lnTo>
                  <a:pt x="284" y="152"/>
                </a:lnTo>
                <a:lnTo>
                  <a:pt x="285" y="152"/>
                </a:lnTo>
                <a:lnTo>
                  <a:pt x="285" y="153"/>
                </a:lnTo>
                <a:lnTo>
                  <a:pt x="285" y="154"/>
                </a:lnTo>
                <a:lnTo>
                  <a:pt x="286" y="155"/>
                </a:lnTo>
                <a:lnTo>
                  <a:pt x="286" y="154"/>
                </a:lnTo>
                <a:lnTo>
                  <a:pt x="286" y="153"/>
                </a:lnTo>
                <a:lnTo>
                  <a:pt x="288" y="153"/>
                </a:lnTo>
                <a:lnTo>
                  <a:pt x="288" y="154"/>
                </a:lnTo>
                <a:lnTo>
                  <a:pt x="289" y="154"/>
                </a:lnTo>
                <a:lnTo>
                  <a:pt x="290" y="153"/>
                </a:lnTo>
                <a:lnTo>
                  <a:pt x="292" y="152"/>
                </a:lnTo>
                <a:lnTo>
                  <a:pt x="293" y="152"/>
                </a:lnTo>
                <a:lnTo>
                  <a:pt x="294" y="152"/>
                </a:lnTo>
                <a:lnTo>
                  <a:pt x="295" y="151"/>
                </a:lnTo>
                <a:lnTo>
                  <a:pt x="296" y="151"/>
                </a:lnTo>
                <a:lnTo>
                  <a:pt x="296" y="150"/>
                </a:lnTo>
                <a:lnTo>
                  <a:pt x="297" y="150"/>
                </a:lnTo>
                <a:lnTo>
                  <a:pt x="296" y="150"/>
                </a:lnTo>
                <a:lnTo>
                  <a:pt x="296" y="149"/>
                </a:lnTo>
                <a:lnTo>
                  <a:pt x="296" y="148"/>
                </a:lnTo>
                <a:lnTo>
                  <a:pt x="297" y="148"/>
                </a:lnTo>
                <a:lnTo>
                  <a:pt x="297" y="147"/>
                </a:lnTo>
                <a:lnTo>
                  <a:pt x="297" y="146"/>
                </a:lnTo>
                <a:lnTo>
                  <a:pt x="298" y="146"/>
                </a:lnTo>
                <a:lnTo>
                  <a:pt x="300" y="147"/>
                </a:lnTo>
                <a:lnTo>
                  <a:pt x="301" y="148"/>
                </a:lnTo>
                <a:lnTo>
                  <a:pt x="301" y="149"/>
                </a:lnTo>
                <a:lnTo>
                  <a:pt x="302" y="149"/>
                </a:lnTo>
                <a:lnTo>
                  <a:pt x="302" y="150"/>
                </a:lnTo>
                <a:lnTo>
                  <a:pt x="302" y="152"/>
                </a:lnTo>
                <a:lnTo>
                  <a:pt x="302" y="153"/>
                </a:lnTo>
                <a:lnTo>
                  <a:pt x="302" y="154"/>
                </a:lnTo>
                <a:lnTo>
                  <a:pt x="302" y="155"/>
                </a:lnTo>
                <a:lnTo>
                  <a:pt x="302" y="156"/>
                </a:lnTo>
                <a:lnTo>
                  <a:pt x="302" y="157"/>
                </a:lnTo>
                <a:lnTo>
                  <a:pt x="301" y="157"/>
                </a:lnTo>
                <a:lnTo>
                  <a:pt x="300" y="157"/>
                </a:lnTo>
                <a:lnTo>
                  <a:pt x="301" y="158"/>
                </a:lnTo>
                <a:lnTo>
                  <a:pt x="302" y="158"/>
                </a:lnTo>
                <a:lnTo>
                  <a:pt x="302" y="159"/>
                </a:lnTo>
                <a:lnTo>
                  <a:pt x="301" y="159"/>
                </a:lnTo>
                <a:lnTo>
                  <a:pt x="302" y="160"/>
                </a:lnTo>
                <a:lnTo>
                  <a:pt x="303" y="161"/>
                </a:lnTo>
                <a:lnTo>
                  <a:pt x="302" y="161"/>
                </a:lnTo>
                <a:lnTo>
                  <a:pt x="301" y="161"/>
                </a:lnTo>
                <a:lnTo>
                  <a:pt x="301" y="162"/>
                </a:lnTo>
                <a:lnTo>
                  <a:pt x="302" y="162"/>
                </a:lnTo>
                <a:lnTo>
                  <a:pt x="303" y="162"/>
                </a:lnTo>
                <a:lnTo>
                  <a:pt x="303" y="163"/>
                </a:lnTo>
                <a:lnTo>
                  <a:pt x="304" y="164"/>
                </a:lnTo>
                <a:lnTo>
                  <a:pt x="304" y="165"/>
                </a:lnTo>
                <a:lnTo>
                  <a:pt x="304" y="168"/>
                </a:lnTo>
                <a:lnTo>
                  <a:pt x="304" y="169"/>
                </a:lnTo>
                <a:lnTo>
                  <a:pt x="304" y="170"/>
                </a:lnTo>
                <a:lnTo>
                  <a:pt x="305" y="170"/>
                </a:lnTo>
                <a:lnTo>
                  <a:pt x="305" y="171"/>
                </a:lnTo>
                <a:lnTo>
                  <a:pt x="306" y="171"/>
                </a:lnTo>
                <a:lnTo>
                  <a:pt x="307" y="171"/>
                </a:lnTo>
                <a:lnTo>
                  <a:pt x="309" y="171"/>
                </a:lnTo>
                <a:lnTo>
                  <a:pt x="310" y="172"/>
                </a:lnTo>
                <a:lnTo>
                  <a:pt x="310" y="173"/>
                </a:lnTo>
                <a:lnTo>
                  <a:pt x="309" y="174"/>
                </a:lnTo>
                <a:lnTo>
                  <a:pt x="308" y="174"/>
                </a:lnTo>
                <a:lnTo>
                  <a:pt x="307" y="174"/>
                </a:lnTo>
                <a:lnTo>
                  <a:pt x="306" y="174"/>
                </a:lnTo>
                <a:lnTo>
                  <a:pt x="304" y="175"/>
                </a:lnTo>
                <a:lnTo>
                  <a:pt x="303" y="175"/>
                </a:lnTo>
                <a:lnTo>
                  <a:pt x="303" y="176"/>
                </a:lnTo>
                <a:lnTo>
                  <a:pt x="303" y="178"/>
                </a:lnTo>
                <a:lnTo>
                  <a:pt x="303" y="179"/>
                </a:lnTo>
                <a:lnTo>
                  <a:pt x="304" y="180"/>
                </a:lnTo>
                <a:lnTo>
                  <a:pt x="304" y="181"/>
                </a:lnTo>
                <a:lnTo>
                  <a:pt x="304" y="183"/>
                </a:lnTo>
                <a:lnTo>
                  <a:pt x="304" y="184"/>
                </a:lnTo>
                <a:lnTo>
                  <a:pt x="305" y="184"/>
                </a:lnTo>
                <a:lnTo>
                  <a:pt x="305" y="183"/>
                </a:lnTo>
                <a:lnTo>
                  <a:pt x="306" y="183"/>
                </a:lnTo>
                <a:lnTo>
                  <a:pt x="307" y="183"/>
                </a:lnTo>
                <a:lnTo>
                  <a:pt x="308" y="183"/>
                </a:lnTo>
                <a:lnTo>
                  <a:pt x="308" y="184"/>
                </a:lnTo>
                <a:lnTo>
                  <a:pt x="309" y="184"/>
                </a:lnTo>
                <a:lnTo>
                  <a:pt x="309" y="186"/>
                </a:lnTo>
                <a:lnTo>
                  <a:pt x="310" y="187"/>
                </a:lnTo>
                <a:lnTo>
                  <a:pt x="310" y="188"/>
                </a:lnTo>
                <a:lnTo>
                  <a:pt x="309" y="188"/>
                </a:lnTo>
                <a:lnTo>
                  <a:pt x="309" y="189"/>
                </a:lnTo>
                <a:lnTo>
                  <a:pt x="309" y="191"/>
                </a:lnTo>
                <a:lnTo>
                  <a:pt x="310" y="191"/>
                </a:lnTo>
                <a:lnTo>
                  <a:pt x="311" y="191"/>
                </a:lnTo>
                <a:lnTo>
                  <a:pt x="311" y="192"/>
                </a:lnTo>
                <a:lnTo>
                  <a:pt x="311" y="193"/>
                </a:lnTo>
                <a:lnTo>
                  <a:pt x="312" y="193"/>
                </a:lnTo>
                <a:lnTo>
                  <a:pt x="312" y="192"/>
                </a:lnTo>
                <a:lnTo>
                  <a:pt x="313" y="191"/>
                </a:lnTo>
                <a:lnTo>
                  <a:pt x="314" y="191"/>
                </a:lnTo>
                <a:lnTo>
                  <a:pt x="315" y="192"/>
                </a:lnTo>
                <a:lnTo>
                  <a:pt x="315" y="193"/>
                </a:lnTo>
                <a:lnTo>
                  <a:pt x="316" y="194"/>
                </a:lnTo>
                <a:lnTo>
                  <a:pt x="315" y="195"/>
                </a:lnTo>
                <a:lnTo>
                  <a:pt x="315" y="196"/>
                </a:lnTo>
                <a:lnTo>
                  <a:pt x="315" y="197"/>
                </a:lnTo>
                <a:lnTo>
                  <a:pt x="316" y="197"/>
                </a:lnTo>
                <a:lnTo>
                  <a:pt x="317" y="197"/>
                </a:lnTo>
                <a:lnTo>
                  <a:pt x="318" y="197"/>
                </a:lnTo>
                <a:lnTo>
                  <a:pt x="319" y="197"/>
                </a:lnTo>
                <a:lnTo>
                  <a:pt x="320" y="197"/>
                </a:lnTo>
                <a:lnTo>
                  <a:pt x="321" y="197"/>
                </a:lnTo>
                <a:lnTo>
                  <a:pt x="321" y="196"/>
                </a:lnTo>
                <a:lnTo>
                  <a:pt x="322" y="196"/>
                </a:lnTo>
                <a:lnTo>
                  <a:pt x="322" y="195"/>
                </a:lnTo>
                <a:lnTo>
                  <a:pt x="323" y="195"/>
                </a:lnTo>
                <a:lnTo>
                  <a:pt x="323" y="196"/>
                </a:lnTo>
                <a:lnTo>
                  <a:pt x="324" y="197"/>
                </a:lnTo>
                <a:lnTo>
                  <a:pt x="326" y="197"/>
                </a:lnTo>
                <a:lnTo>
                  <a:pt x="327" y="197"/>
                </a:lnTo>
                <a:lnTo>
                  <a:pt x="329" y="197"/>
                </a:lnTo>
                <a:lnTo>
                  <a:pt x="330" y="196"/>
                </a:lnTo>
                <a:lnTo>
                  <a:pt x="331" y="196"/>
                </a:lnTo>
                <a:lnTo>
                  <a:pt x="332" y="196"/>
                </a:lnTo>
                <a:lnTo>
                  <a:pt x="333" y="196"/>
                </a:lnTo>
                <a:lnTo>
                  <a:pt x="334" y="197"/>
                </a:lnTo>
                <a:lnTo>
                  <a:pt x="337" y="196"/>
                </a:lnTo>
                <a:lnTo>
                  <a:pt x="337" y="195"/>
                </a:lnTo>
                <a:lnTo>
                  <a:pt x="338" y="195"/>
                </a:lnTo>
                <a:lnTo>
                  <a:pt x="340" y="194"/>
                </a:lnTo>
                <a:lnTo>
                  <a:pt x="341" y="195"/>
                </a:lnTo>
                <a:lnTo>
                  <a:pt x="343" y="196"/>
                </a:lnTo>
                <a:lnTo>
                  <a:pt x="344" y="196"/>
                </a:lnTo>
                <a:lnTo>
                  <a:pt x="345" y="197"/>
                </a:lnTo>
                <a:lnTo>
                  <a:pt x="346" y="197"/>
                </a:lnTo>
                <a:lnTo>
                  <a:pt x="348" y="196"/>
                </a:lnTo>
                <a:lnTo>
                  <a:pt x="349" y="195"/>
                </a:lnTo>
                <a:lnTo>
                  <a:pt x="350" y="195"/>
                </a:lnTo>
                <a:lnTo>
                  <a:pt x="351" y="195"/>
                </a:lnTo>
                <a:lnTo>
                  <a:pt x="350" y="195"/>
                </a:lnTo>
                <a:lnTo>
                  <a:pt x="350" y="194"/>
                </a:lnTo>
                <a:lnTo>
                  <a:pt x="350" y="193"/>
                </a:lnTo>
                <a:lnTo>
                  <a:pt x="349" y="193"/>
                </a:lnTo>
                <a:lnTo>
                  <a:pt x="349" y="192"/>
                </a:lnTo>
                <a:lnTo>
                  <a:pt x="348" y="192"/>
                </a:lnTo>
                <a:lnTo>
                  <a:pt x="348" y="191"/>
                </a:lnTo>
                <a:lnTo>
                  <a:pt x="349" y="191"/>
                </a:lnTo>
                <a:lnTo>
                  <a:pt x="348" y="190"/>
                </a:lnTo>
                <a:lnTo>
                  <a:pt x="348" y="189"/>
                </a:lnTo>
                <a:lnTo>
                  <a:pt x="349" y="189"/>
                </a:lnTo>
                <a:lnTo>
                  <a:pt x="349" y="188"/>
                </a:lnTo>
                <a:lnTo>
                  <a:pt x="349" y="187"/>
                </a:lnTo>
                <a:lnTo>
                  <a:pt x="349" y="186"/>
                </a:lnTo>
                <a:lnTo>
                  <a:pt x="349" y="184"/>
                </a:lnTo>
                <a:lnTo>
                  <a:pt x="349" y="183"/>
                </a:lnTo>
                <a:lnTo>
                  <a:pt x="350" y="183"/>
                </a:lnTo>
                <a:lnTo>
                  <a:pt x="351" y="183"/>
                </a:lnTo>
                <a:lnTo>
                  <a:pt x="351" y="184"/>
                </a:lnTo>
                <a:lnTo>
                  <a:pt x="351" y="183"/>
                </a:lnTo>
                <a:lnTo>
                  <a:pt x="352" y="183"/>
                </a:lnTo>
                <a:lnTo>
                  <a:pt x="352" y="184"/>
                </a:lnTo>
                <a:lnTo>
                  <a:pt x="353" y="184"/>
                </a:lnTo>
                <a:lnTo>
                  <a:pt x="354" y="184"/>
                </a:lnTo>
                <a:lnTo>
                  <a:pt x="354" y="183"/>
                </a:lnTo>
                <a:lnTo>
                  <a:pt x="355" y="183"/>
                </a:lnTo>
                <a:lnTo>
                  <a:pt x="355" y="181"/>
                </a:lnTo>
                <a:lnTo>
                  <a:pt x="355" y="180"/>
                </a:lnTo>
                <a:lnTo>
                  <a:pt x="355" y="179"/>
                </a:lnTo>
                <a:lnTo>
                  <a:pt x="355" y="178"/>
                </a:lnTo>
                <a:lnTo>
                  <a:pt x="355" y="177"/>
                </a:lnTo>
                <a:lnTo>
                  <a:pt x="356" y="176"/>
                </a:lnTo>
                <a:lnTo>
                  <a:pt x="356" y="177"/>
                </a:lnTo>
                <a:lnTo>
                  <a:pt x="357" y="177"/>
                </a:lnTo>
                <a:lnTo>
                  <a:pt x="358" y="176"/>
                </a:lnTo>
                <a:lnTo>
                  <a:pt x="359" y="175"/>
                </a:lnTo>
                <a:lnTo>
                  <a:pt x="358" y="175"/>
                </a:lnTo>
                <a:lnTo>
                  <a:pt x="358" y="174"/>
                </a:lnTo>
                <a:lnTo>
                  <a:pt x="359" y="173"/>
                </a:lnTo>
                <a:lnTo>
                  <a:pt x="360" y="172"/>
                </a:lnTo>
                <a:lnTo>
                  <a:pt x="362" y="172"/>
                </a:lnTo>
                <a:lnTo>
                  <a:pt x="363" y="173"/>
                </a:lnTo>
                <a:lnTo>
                  <a:pt x="362" y="173"/>
                </a:lnTo>
                <a:lnTo>
                  <a:pt x="362" y="174"/>
                </a:lnTo>
                <a:lnTo>
                  <a:pt x="363" y="174"/>
                </a:lnTo>
                <a:lnTo>
                  <a:pt x="363" y="175"/>
                </a:lnTo>
                <a:lnTo>
                  <a:pt x="364" y="174"/>
                </a:lnTo>
                <a:lnTo>
                  <a:pt x="365" y="175"/>
                </a:lnTo>
                <a:lnTo>
                  <a:pt x="366" y="175"/>
                </a:lnTo>
                <a:lnTo>
                  <a:pt x="367" y="174"/>
                </a:lnTo>
                <a:lnTo>
                  <a:pt x="368" y="174"/>
                </a:lnTo>
                <a:lnTo>
                  <a:pt x="369" y="174"/>
                </a:lnTo>
                <a:lnTo>
                  <a:pt x="370" y="173"/>
                </a:lnTo>
                <a:lnTo>
                  <a:pt x="371" y="173"/>
                </a:lnTo>
                <a:lnTo>
                  <a:pt x="371" y="172"/>
                </a:lnTo>
                <a:lnTo>
                  <a:pt x="372" y="172"/>
                </a:lnTo>
                <a:lnTo>
                  <a:pt x="373" y="172"/>
                </a:lnTo>
                <a:lnTo>
                  <a:pt x="374" y="173"/>
                </a:lnTo>
                <a:lnTo>
                  <a:pt x="374" y="174"/>
                </a:lnTo>
                <a:lnTo>
                  <a:pt x="375" y="174"/>
                </a:lnTo>
                <a:lnTo>
                  <a:pt x="375" y="176"/>
                </a:lnTo>
                <a:lnTo>
                  <a:pt x="374" y="176"/>
                </a:lnTo>
                <a:lnTo>
                  <a:pt x="373" y="178"/>
                </a:lnTo>
                <a:lnTo>
                  <a:pt x="374" y="178"/>
                </a:lnTo>
                <a:lnTo>
                  <a:pt x="375" y="178"/>
                </a:lnTo>
                <a:lnTo>
                  <a:pt x="376" y="177"/>
                </a:lnTo>
                <a:lnTo>
                  <a:pt x="376" y="179"/>
                </a:lnTo>
                <a:lnTo>
                  <a:pt x="377" y="180"/>
                </a:lnTo>
                <a:lnTo>
                  <a:pt x="377" y="181"/>
                </a:lnTo>
                <a:lnTo>
                  <a:pt x="377" y="182"/>
                </a:lnTo>
                <a:lnTo>
                  <a:pt x="378" y="182"/>
                </a:lnTo>
                <a:lnTo>
                  <a:pt x="379" y="182"/>
                </a:lnTo>
                <a:lnTo>
                  <a:pt x="379" y="183"/>
                </a:lnTo>
                <a:lnTo>
                  <a:pt x="380" y="183"/>
                </a:lnTo>
                <a:lnTo>
                  <a:pt x="380" y="184"/>
                </a:lnTo>
                <a:lnTo>
                  <a:pt x="380" y="185"/>
                </a:lnTo>
                <a:lnTo>
                  <a:pt x="381" y="185"/>
                </a:lnTo>
                <a:lnTo>
                  <a:pt x="381" y="186"/>
                </a:lnTo>
                <a:lnTo>
                  <a:pt x="382" y="186"/>
                </a:lnTo>
                <a:lnTo>
                  <a:pt x="383" y="186"/>
                </a:lnTo>
                <a:lnTo>
                  <a:pt x="384" y="186"/>
                </a:lnTo>
                <a:lnTo>
                  <a:pt x="389" y="186"/>
                </a:lnTo>
                <a:lnTo>
                  <a:pt x="389" y="187"/>
                </a:lnTo>
                <a:lnTo>
                  <a:pt x="389" y="188"/>
                </a:lnTo>
                <a:lnTo>
                  <a:pt x="389" y="189"/>
                </a:lnTo>
                <a:lnTo>
                  <a:pt x="390" y="189"/>
                </a:lnTo>
                <a:lnTo>
                  <a:pt x="390" y="190"/>
                </a:lnTo>
                <a:lnTo>
                  <a:pt x="390" y="191"/>
                </a:lnTo>
                <a:lnTo>
                  <a:pt x="390" y="193"/>
                </a:lnTo>
                <a:lnTo>
                  <a:pt x="390" y="194"/>
                </a:lnTo>
                <a:lnTo>
                  <a:pt x="391" y="195"/>
                </a:lnTo>
                <a:lnTo>
                  <a:pt x="391" y="196"/>
                </a:lnTo>
                <a:lnTo>
                  <a:pt x="391" y="198"/>
                </a:lnTo>
                <a:lnTo>
                  <a:pt x="391" y="201"/>
                </a:lnTo>
                <a:lnTo>
                  <a:pt x="391" y="202"/>
                </a:lnTo>
                <a:lnTo>
                  <a:pt x="391" y="205"/>
                </a:lnTo>
                <a:lnTo>
                  <a:pt x="391" y="206"/>
                </a:lnTo>
                <a:lnTo>
                  <a:pt x="392" y="206"/>
                </a:lnTo>
                <a:lnTo>
                  <a:pt x="391" y="207"/>
                </a:lnTo>
                <a:lnTo>
                  <a:pt x="391" y="208"/>
                </a:lnTo>
                <a:lnTo>
                  <a:pt x="392" y="208"/>
                </a:lnTo>
                <a:lnTo>
                  <a:pt x="393" y="208"/>
                </a:lnTo>
                <a:lnTo>
                  <a:pt x="393" y="209"/>
                </a:lnTo>
                <a:lnTo>
                  <a:pt x="392" y="209"/>
                </a:lnTo>
                <a:lnTo>
                  <a:pt x="392" y="210"/>
                </a:lnTo>
                <a:lnTo>
                  <a:pt x="392" y="211"/>
                </a:lnTo>
                <a:lnTo>
                  <a:pt x="392" y="212"/>
                </a:lnTo>
                <a:lnTo>
                  <a:pt x="391" y="212"/>
                </a:lnTo>
                <a:lnTo>
                  <a:pt x="391" y="213"/>
                </a:lnTo>
                <a:lnTo>
                  <a:pt x="390" y="211"/>
                </a:lnTo>
                <a:lnTo>
                  <a:pt x="389" y="211"/>
                </a:lnTo>
                <a:lnTo>
                  <a:pt x="389" y="210"/>
                </a:lnTo>
                <a:lnTo>
                  <a:pt x="389" y="209"/>
                </a:lnTo>
                <a:lnTo>
                  <a:pt x="388" y="210"/>
                </a:lnTo>
                <a:lnTo>
                  <a:pt x="388" y="211"/>
                </a:lnTo>
                <a:lnTo>
                  <a:pt x="388" y="212"/>
                </a:lnTo>
                <a:lnTo>
                  <a:pt x="386" y="214"/>
                </a:lnTo>
                <a:lnTo>
                  <a:pt x="387" y="215"/>
                </a:lnTo>
                <a:lnTo>
                  <a:pt x="387" y="216"/>
                </a:lnTo>
                <a:lnTo>
                  <a:pt x="386" y="216"/>
                </a:lnTo>
                <a:lnTo>
                  <a:pt x="386" y="217"/>
                </a:lnTo>
                <a:lnTo>
                  <a:pt x="386" y="218"/>
                </a:lnTo>
                <a:lnTo>
                  <a:pt x="386" y="219"/>
                </a:lnTo>
                <a:lnTo>
                  <a:pt x="385" y="220"/>
                </a:lnTo>
                <a:lnTo>
                  <a:pt x="384" y="220"/>
                </a:lnTo>
                <a:lnTo>
                  <a:pt x="383" y="222"/>
                </a:lnTo>
                <a:lnTo>
                  <a:pt x="381" y="222"/>
                </a:lnTo>
                <a:lnTo>
                  <a:pt x="380" y="222"/>
                </a:lnTo>
                <a:lnTo>
                  <a:pt x="380" y="223"/>
                </a:lnTo>
                <a:lnTo>
                  <a:pt x="380" y="224"/>
                </a:lnTo>
                <a:lnTo>
                  <a:pt x="380" y="225"/>
                </a:lnTo>
                <a:lnTo>
                  <a:pt x="379" y="224"/>
                </a:lnTo>
                <a:lnTo>
                  <a:pt x="378" y="22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0" name=""/>
          <p:cNvSpPr/>
          <p:nvPr/>
        </p:nvSpPr>
        <p:spPr>
          <a:xfrm>
            <a:off x="4534920" y="2123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1" name=""/>
          <p:cNvSpPr/>
          <p:nvPr/>
        </p:nvSpPr>
        <p:spPr>
          <a:xfrm>
            <a:off x="4535640" y="21229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2" name=""/>
          <p:cNvSpPr/>
          <p:nvPr/>
        </p:nvSpPr>
        <p:spPr>
          <a:xfrm>
            <a:off x="4543200" y="21182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3" name=""/>
          <p:cNvSpPr/>
          <p:nvPr/>
        </p:nvSpPr>
        <p:spPr>
          <a:xfrm>
            <a:off x="4548600" y="21164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4" name=""/>
          <p:cNvSpPr/>
          <p:nvPr/>
        </p:nvSpPr>
        <p:spPr>
          <a:xfrm>
            <a:off x="4547880" y="21164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5" name=""/>
          <p:cNvSpPr/>
          <p:nvPr/>
        </p:nvSpPr>
        <p:spPr>
          <a:xfrm>
            <a:off x="4548960" y="2116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6" name=""/>
          <p:cNvSpPr/>
          <p:nvPr/>
        </p:nvSpPr>
        <p:spPr>
          <a:xfrm>
            <a:off x="4547160" y="211572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2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7" name=""/>
          <p:cNvSpPr/>
          <p:nvPr/>
        </p:nvSpPr>
        <p:spPr>
          <a:xfrm>
            <a:off x="4550040" y="21153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8" name=""/>
          <p:cNvSpPr/>
          <p:nvPr/>
        </p:nvSpPr>
        <p:spPr>
          <a:xfrm>
            <a:off x="4539600" y="2111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9" name=""/>
          <p:cNvSpPr/>
          <p:nvPr/>
        </p:nvSpPr>
        <p:spPr>
          <a:xfrm>
            <a:off x="4562640" y="209592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0" name=""/>
          <p:cNvSpPr/>
          <p:nvPr/>
        </p:nvSpPr>
        <p:spPr>
          <a:xfrm>
            <a:off x="4560120" y="20944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1" name=""/>
          <p:cNvSpPr/>
          <p:nvPr/>
        </p:nvSpPr>
        <p:spPr>
          <a:xfrm>
            <a:off x="4563360" y="20941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2" name=""/>
          <p:cNvSpPr/>
          <p:nvPr/>
        </p:nvSpPr>
        <p:spPr>
          <a:xfrm>
            <a:off x="4555080" y="209376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1" y="0"/>
                </a:move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3" name=""/>
          <p:cNvSpPr/>
          <p:nvPr/>
        </p:nvSpPr>
        <p:spPr>
          <a:xfrm>
            <a:off x="4556160" y="20930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2"/>
                </a:moveTo>
                <a:lnTo>
                  <a:pt x="2" y="0"/>
                </a:lnTo>
                <a:lnTo>
                  <a:pt x="2" y="2"/>
                </a:lnTo>
                <a:lnTo>
                  <a:pt x="5" y="2"/>
                </a:lnTo>
                <a:lnTo>
                  <a:pt x="4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4" name=""/>
          <p:cNvSpPr/>
          <p:nvPr/>
        </p:nvSpPr>
        <p:spPr>
          <a:xfrm>
            <a:off x="4565160" y="2091960"/>
            <a:ext cx="2520" cy="2160"/>
          </a:xfrm>
          <a:custGeom>
            <a:avLst/>
            <a:gdLst/>
            <a:ahLst/>
            <a:rect l="0" t="0" r="r" b="b"/>
            <a:pathLst>
              <a:path w="7" h="6">
                <a:moveTo>
                  <a:pt x="4" y="4"/>
                </a:moveTo>
                <a:lnTo>
                  <a:pt x="2" y="5"/>
                </a:lnTo>
                <a:lnTo>
                  <a:pt x="2" y="6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  <a:lnTo>
                  <a:pt x="7" y="1"/>
                </a:lnTo>
                <a:lnTo>
                  <a:pt x="5" y="4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5" name=""/>
          <p:cNvSpPr/>
          <p:nvPr/>
        </p:nvSpPr>
        <p:spPr>
          <a:xfrm>
            <a:off x="4559760" y="20919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6" name=""/>
          <p:cNvSpPr/>
          <p:nvPr/>
        </p:nvSpPr>
        <p:spPr>
          <a:xfrm>
            <a:off x="4567320" y="2089080"/>
            <a:ext cx="6480" cy="5760"/>
          </a:xfrm>
          <a:custGeom>
            <a:avLst/>
            <a:gdLst/>
            <a:ahLst/>
            <a:rect l="0" t="0" r="r" b="b"/>
            <a:pathLst>
              <a:path w="18" h="16">
                <a:moveTo>
                  <a:pt x="16" y="2"/>
                </a:moveTo>
                <a:lnTo>
                  <a:pt x="16" y="3"/>
                </a:lnTo>
                <a:lnTo>
                  <a:pt x="17" y="5"/>
                </a:lnTo>
                <a:lnTo>
                  <a:pt x="17" y="7"/>
                </a:lnTo>
                <a:lnTo>
                  <a:pt x="17" y="8"/>
                </a:lnTo>
                <a:lnTo>
                  <a:pt x="18" y="8"/>
                </a:lnTo>
                <a:lnTo>
                  <a:pt x="18" y="9"/>
                </a:lnTo>
                <a:lnTo>
                  <a:pt x="17" y="9"/>
                </a:lnTo>
                <a:lnTo>
                  <a:pt x="17" y="10"/>
                </a:lnTo>
                <a:lnTo>
                  <a:pt x="17" y="11"/>
                </a:lnTo>
                <a:lnTo>
                  <a:pt x="16" y="12"/>
                </a:lnTo>
                <a:lnTo>
                  <a:pt x="15" y="12"/>
                </a:lnTo>
                <a:lnTo>
                  <a:pt x="15" y="13"/>
                </a:lnTo>
                <a:lnTo>
                  <a:pt x="14" y="13"/>
                </a:lnTo>
                <a:lnTo>
                  <a:pt x="14" y="12"/>
                </a:lnTo>
                <a:lnTo>
                  <a:pt x="15" y="12"/>
                </a:lnTo>
                <a:lnTo>
                  <a:pt x="14" y="11"/>
                </a:lnTo>
                <a:lnTo>
                  <a:pt x="13" y="11"/>
                </a:lnTo>
                <a:lnTo>
                  <a:pt x="13" y="10"/>
                </a:lnTo>
                <a:lnTo>
                  <a:pt x="12" y="10"/>
                </a:lnTo>
                <a:lnTo>
                  <a:pt x="10" y="10"/>
                </a:lnTo>
                <a:lnTo>
                  <a:pt x="9" y="10"/>
                </a:lnTo>
                <a:lnTo>
                  <a:pt x="8" y="10"/>
                </a:lnTo>
                <a:lnTo>
                  <a:pt x="8" y="11"/>
                </a:lnTo>
                <a:lnTo>
                  <a:pt x="7" y="11"/>
                </a:lnTo>
                <a:lnTo>
                  <a:pt x="7" y="12"/>
                </a:lnTo>
                <a:lnTo>
                  <a:pt x="6" y="12"/>
                </a:lnTo>
                <a:lnTo>
                  <a:pt x="6" y="13"/>
                </a:lnTo>
                <a:lnTo>
                  <a:pt x="6" y="15"/>
                </a:lnTo>
                <a:lnTo>
                  <a:pt x="5" y="15"/>
                </a:lnTo>
                <a:lnTo>
                  <a:pt x="5" y="16"/>
                </a:lnTo>
                <a:lnTo>
                  <a:pt x="3" y="16"/>
                </a:lnTo>
                <a:lnTo>
                  <a:pt x="3" y="15"/>
                </a:lnTo>
                <a:lnTo>
                  <a:pt x="2" y="15"/>
                </a:lnTo>
                <a:lnTo>
                  <a:pt x="1" y="13"/>
                </a:lnTo>
                <a:lnTo>
                  <a:pt x="0" y="12"/>
                </a:lnTo>
                <a:lnTo>
                  <a:pt x="1" y="12"/>
                </a:lnTo>
                <a:lnTo>
                  <a:pt x="2" y="11"/>
                </a:lnTo>
                <a:lnTo>
                  <a:pt x="2" y="10"/>
                </a:lnTo>
                <a:lnTo>
                  <a:pt x="2" y="9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3" y="4"/>
                </a:lnTo>
                <a:lnTo>
                  <a:pt x="3" y="5"/>
                </a:lnTo>
                <a:lnTo>
                  <a:pt x="5" y="5"/>
                </a:lnTo>
                <a:lnTo>
                  <a:pt x="6" y="6"/>
                </a:lnTo>
                <a:lnTo>
                  <a:pt x="7" y="7"/>
                </a:lnTo>
                <a:lnTo>
                  <a:pt x="8" y="7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lnTo>
                  <a:pt x="11" y="4"/>
                </a:lnTo>
                <a:lnTo>
                  <a:pt x="11" y="3"/>
                </a:lnTo>
                <a:lnTo>
                  <a:pt x="11" y="2"/>
                </a:lnTo>
                <a:lnTo>
                  <a:pt x="12" y="2"/>
                </a:lnTo>
                <a:lnTo>
                  <a:pt x="13" y="1"/>
                </a:lnTo>
                <a:lnTo>
                  <a:pt x="13" y="0"/>
                </a:lnTo>
                <a:lnTo>
                  <a:pt x="14" y="0"/>
                </a:lnTo>
                <a:lnTo>
                  <a:pt x="14" y="1"/>
                </a:lnTo>
                <a:lnTo>
                  <a:pt x="14" y="2"/>
                </a:lnTo>
                <a:lnTo>
                  <a:pt x="15" y="2"/>
                </a:lnTo>
                <a:lnTo>
                  <a:pt x="16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7" name=""/>
          <p:cNvSpPr/>
          <p:nvPr/>
        </p:nvSpPr>
        <p:spPr>
          <a:xfrm>
            <a:off x="4555080" y="20908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8" name=""/>
          <p:cNvSpPr/>
          <p:nvPr/>
        </p:nvSpPr>
        <p:spPr>
          <a:xfrm>
            <a:off x="4560480" y="2088000"/>
            <a:ext cx="4320" cy="5400"/>
          </a:xfrm>
          <a:custGeom>
            <a:avLst/>
            <a:gdLst/>
            <a:ahLst/>
            <a:rect l="0" t="0" r="r" b="b"/>
            <a:pathLst>
              <a:path w="12" h="15">
                <a:moveTo>
                  <a:pt x="9" y="2"/>
                </a:moveTo>
                <a:lnTo>
                  <a:pt x="11" y="2"/>
                </a:lnTo>
                <a:lnTo>
                  <a:pt x="12" y="3"/>
                </a:lnTo>
                <a:lnTo>
                  <a:pt x="12" y="6"/>
                </a:lnTo>
                <a:lnTo>
                  <a:pt x="12" y="8"/>
                </a:lnTo>
                <a:lnTo>
                  <a:pt x="12" y="9"/>
                </a:lnTo>
                <a:lnTo>
                  <a:pt x="12" y="10"/>
                </a:lnTo>
                <a:lnTo>
                  <a:pt x="11" y="10"/>
                </a:lnTo>
                <a:lnTo>
                  <a:pt x="9" y="11"/>
                </a:lnTo>
                <a:lnTo>
                  <a:pt x="8" y="12"/>
                </a:lnTo>
                <a:lnTo>
                  <a:pt x="7" y="13"/>
                </a:lnTo>
                <a:lnTo>
                  <a:pt x="6" y="14"/>
                </a:lnTo>
                <a:lnTo>
                  <a:pt x="6" y="15"/>
                </a:lnTo>
                <a:lnTo>
                  <a:pt x="5" y="15"/>
                </a:lnTo>
                <a:lnTo>
                  <a:pt x="4" y="14"/>
                </a:lnTo>
                <a:lnTo>
                  <a:pt x="3" y="14"/>
                </a:lnTo>
                <a:lnTo>
                  <a:pt x="2" y="14"/>
                </a:lnTo>
                <a:lnTo>
                  <a:pt x="1" y="14"/>
                </a:lnTo>
                <a:lnTo>
                  <a:pt x="0" y="12"/>
                </a:lnTo>
                <a:lnTo>
                  <a:pt x="0" y="11"/>
                </a:lnTo>
                <a:lnTo>
                  <a:pt x="0" y="9"/>
                </a:lnTo>
                <a:lnTo>
                  <a:pt x="0" y="7"/>
                </a:lnTo>
                <a:lnTo>
                  <a:pt x="0" y="6"/>
                </a:lnTo>
                <a:lnTo>
                  <a:pt x="1" y="4"/>
                </a:lnTo>
                <a:lnTo>
                  <a:pt x="1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7" y="1"/>
                </a:lnTo>
                <a:lnTo>
                  <a:pt x="8" y="1"/>
                </a:lnTo>
                <a:lnTo>
                  <a:pt x="9" y="2"/>
                </a:lnTo>
                <a:lnTo>
                  <a:pt x="8" y="2"/>
                </a:lnTo>
                <a:lnTo>
                  <a:pt x="8" y="3"/>
                </a:lnTo>
                <a:lnTo>
                  <a:pt x="9" y="3"/>
                </a:lnTo>
                <a:lnTo>
                  <a:pt x="9" y="4"/>
                </a:lnTo>
                <a:lnTo>
                  <a:pt x="8" y="4"/>
                </a:lnTo>
                <a:lnTo>
                  <a:pt x="9" y="4"/>
                </a:lnTo>
                <a:lnTo>
                  <a:pt x="11" y="3"/>
                </a:lnTo>
                <a:lnTo>
                  <a:pt x="9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9" name=""/>
          <p:cNvSpPr/>
          <p:nvPr/>
        </p:nvSpPr>
        <p:spPr>
          <a:xfrm>
            <a:off x="4567680" y="2087280"/>
            <a:ext cx="2880" cy="1800"/>
          </a:xfrm>
          <a:custGeom>
            <a:avLst/>
            <a:gdLst/>
            <a:ahLst/>
            <a:rect l="0" t="0" r="r" b="b"/>
            <a:pathLst>
              <a:path w="8" h="5">
                <a:moveTo>
                  <a:pt x="4" y="1"/>
                </a:moveTo>
                <a:lnTo>
                  <a:pt x="5" y="1"/>
                </a:lnTo>
                <a:lnTo>
                  <a:pt x="6" y="1"/>
                </a:lnTo>
                <a:lnTo>
                  <a:pt x="8" y="1"/>
                </a:lnTo>
                <a:lnTo>
                  <a:pt x="8" y="2"/>
                </a:lnTo>
                <a:lnTo>
                  <a:pt x="6" y="2"/>
                </a:lnTo>
                <a:lnTo>
                  <a:pt x="5" y="2"/>
                </a:lnTo>
                <a:lnTo>
                  <a:pt x="6" y="3"/>
                </a:lnTo>
                <a:lnTo>
                  <a:pt x="8" y="2"/>
                </a:lnTo>
                <a:lnTo>
                  <a:pt x="8" y="3"/>
                </a:lnTo>
                <a:lnTo>
                  <a:pt x="6" y="3"/>
                </a:lnTo>
                <a:lnTo>
                  <a:pt x="5" y="5"/>
                </a:lnTo>
                <a:lnTo>
                  <a:pt x="4" y="5"/>
                </a:lnTo>
                <a:lnTo>
                  <a:pt x="4" y="3"/>
                </a:lnTo>
                <a:lnTo>
                  <a:pt x="4" y="5"/>
                </a:lnTo>
                <a:lnTo>
                  <a:pt x="3" y="5"/>
                </a:lnTo>
                <a:lnTo>
                  <a:pt x="2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10" name=""/>
          <p:cNvSpPr/>
          <p:nvPr/>
        </p:nvSpPr>
        <p:spPr>
          <a:xfrm>
            <a:off x="4582800" y="2077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11" name=""/>
          <p:cNvSpPr/>
          <p:nvPr/>
        </p:nvSpPr>
        <p:spPr>
          <a:xfrm>
            <a:off x="4591440" y="207000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12" name=""/>
          <p:cNvSpPr/>
          <p:nvPr/>
        </p:nvSpPr>
        <p:spPr>
          <a:xfrm>
            <a:off x="4591800" y="20685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13" name=""/>
          <p:cNvSpPr/>
          <p:nvPr/>
        </p:nvSpPr>
        <p:spPr>
          <a:xfrm>
            <a:off x="4591080" y="20649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14" name=""/>
          <p:cNvSpPr/>
          <p:nvPr/>
        </p:nvSpPr>
        <p:spPr>
          <a:xfrm>
            <a:off x="4590360" y="20646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1"/>
                </a:move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15" name=""/>
          <p:cNvSpPr/>
          <p:nvPr/>
        </p:nvSpPr>
        <p:spPr>
          <a:xfrm>
            <a:off x="4488120" y="1949760"/>
            <a:ext cx="149400" cy="175320"/>
          </a:xfrm>
          <a:custGeom>
            <a:avLst/>
            <a:gdLst/>
            <a:ahLst/>
            <a:rect l="0" t="0" r="r" b="b"/>
            <a:pathLst>
              <a:path w="415" h="487">
                <a:moveTo>
                  <a:pt x="261" y="1"/>
                </a:moveTo>
                <a:lnTo>
                  <a:pt x="261" y="2"/>
                </a:lnTo>
                <a:lnTo>
                  <a:pt x="261" y="3"/>
                </a:lnTo>
                <a:lnTo>
                  <a:pt x="262" y="3"/>
                </a:lnTo>
                <a:lnTo>
                  <a:pt x="262" y="4"/>
                </a:lnTo>
                <a:lnTo>
                  <a:pt x="261" y="5"/>
                </a:lnTo>
                <a:lnTo>
                  <a:pt x="261" y="6"/>
                </a:lnTo>
                <a:lnTo>
                  <a:pt x="262" y="5"/>
                </a:lnTo>
                <a:lnTo>
                  <a:pt x="262" y="6"/>
                </a:lnTo>
                <a:lnTo>
                  <a:pt x="263" y="6"/>
                </a:lnTo>
                <a:lnTo>
                  <a:pt x="263" y="7"/>
                </a:lnTo>
                <a:lnTo>
                  <a:pt x="264" y="7"/>
                </a:lnTo>
                <a:lnTo>
                  <a:pt x="264" y="8"/>
                </a:lnTo>
                <a:lnTo>
                  <a:pt x="265" y="7"/>
                </a:lnTo>
                <a:lnTo>
                  <a:pt x="266" y="7"/>
                </a:lnTo>
                <a:lnTo>
                  <a:pt x="267" y="7"/>
                </a:lnTo>
                <a:lnTo>
                  <a:pt x="268" y="8"/>
                </a:lnTo>
                <a:lnTo>
                  <a:pt x="268" y="9"/>
                </a:lnTo>
                <a:lnTo>
                  <a:pt x="268" y="10"/>
                </a:lnTo>
                <a:lnTo>
                  <a:pt x="267" y="10"/>
                </a:lnTo>
                <a:lnTo>
                  <a:pt x="266" y="11"/>
                </a:lnTo>
                <a:lnTo>
                  <a:pt x="266" y="12"/>
                </a:lnTo>
                <a:lnTo>
                  <a:pt x="265" y="12"/>
                </a:lnTo>
                <a:lnTo>
                  <a:pt x="264" y="13"/>
                </a:lnTo>
                <a:lnTo>
                  <a:pt x="264" y="14"/>
                </a:lnTo>
                <a:lnTo>
                  <a:pt x="264" y="15"/>
                </a:lnTo>
                <a:lnTo>
                  <a:pt x="264" y="14"/>
                </a:lnTo>
                <a:lnTo>
                  <a:pt x="265" y="15"/>
                </a:lnTo>
                <a:lnTo>
                  <a:pt x="265" y="14"/>
                </a:lnTo>
                <a:lnTo>
                  <a:pt x="266" y="14"/>
                </a:lnTo>
                <a:lnTo>
                  <a:pt x="267" y="14"/>
                </a:lnTo>
                <a:lnTo>
                  <a:pt x="267" y="15"/>
                </a:lnTo>
                <a:lnTo>
                  <a:pt x="268" y="16"/>
                </a:lnTo>
                <a:lnTo>
                  <a:pt x="268" y="17"/>
                </a:lnTo>
                <a:lnTo>
                  <a:pt x="267" y="17"/>
                </a:lnTo>
                <a:lnTo>
                  <a:pt x="267" y="18"/>
                </a:lnTo>
                <a:lnTo>
                  <a:pt x="267" y="19"/>
                </a:lnTo>
                <a:lnTo>
                  <a:pt x="268" y="19"/>
                </a:lnTo>
                <a:lnTo>
                  <a:pt x="268" y="20"/>
                </a:lnTo>
                <a:lnTo>
                  <a:pt x="267" y="20"/>
                </a:lnTo>
                <a:lnTo>
                  <a:pt x="266" y="20"/>
                </a:lnTo>
                <a:lnTo>
                  <a:pt x="265" y="20"/>
                </a:lnTo>
                <a:lnTo>
                  <a:pt x="264" y="21"/>
                </a:lnTo>
                <a:lnTo>
                  <a:pt x="264" y="22"/>
                </a:lnTo>
                <a:lnTo>
                  <a:pt x="263" y="22"/>
                </a:lnTo>
                <a:lnTo>
                  <a:pt x="262" y="23"/>
                </a:lnTo>
                <a:lnTo>
                  <a:pt x="261" y="24"/>
                </a:lnTo>
                <a:lnTo>
                  <a:pt x="261" y="25"/>
                </a:lnTo>
                <a:lnTo>
                  <a:pt x="260" y="25"/>
                </a:lnTo>
                <a:lnTo>
                  <a:pt x="260" y="26"/>
                </a:lnTo>
                <a:lnTo>
                  <a:pt x="260" y="27"/>
                </a:lnTo>
                <a:lnTo>
                  <a:pt x="260" y="28"/>
                </a:lnTo>
                <a:lnTo>
                  <a:pt x="260" y="29"/>
                </a:lnTo>
                <a:lnTo>
                  <a:pt x="260" y="28"/>
                </a:lnTo>
                <a:lnTo>
                  <a:pt x="261" y="28"/>
                </a:lnTo>
                <a:lnTo>
                  <a:pt x="261" y="29"/>
                </a:lnTo>
                <a:lnTo>
                  <a:pt x="261" y="30"/>
                </a:lnTo>
                <a:lnTo>
                  <a:pt x="260" y="30"/>
                </a:lnTo>
                <a:lnTo>
                  <a:pt x="261" y="32"/>
                </a:lnTo>
                <a:lnTo>
                  <a:pt x="261" y="33"/>
                </a:lnTo>
                <a:lnTo>
                  <a:pt x="261" y="34"/>
                </a:lnTo>
                <a:lnTo>
                  <a:pt x="261" y="35"/>
                </a:lnTo>
                <a:lnTo>
                  <a:pt x="262" y="36"/>
                </a:lnTo>
                <a:lnTo>
                  <a:pt x="263" y="37"/>
                </a:lnTo>
                <a:lnTo>
                  <a:pt x="263" y="38"/>
                </a:lnTo>
                <a:lnTo>
                  <a:pt x="264" y="38"/>
                </a:lnTo>
                <a:lnTo>
                  <a:pt x="265" y="38"/>
                </a:lnTo>
                <a:lnTo>
                  <a:pt x="266" y="38"/>
                </a:lnTo>
                <a:lnTo>
                  <a:pt x="267" y="39"/>
                </a:lnTo>
                <a:lnTo>
                  <a:pt x="268" y="40"/>
                </a:lnTo>
                <a:lnTo>
                  <a:pt x="267" y="40"/>
                </a:lnTo>
                <a:lnTo>
                  <a:pt x="268" y="40"/>
                </a:lnTo>
                <a:lnTo>
                  <a:pt x="269" y="40"/>
                </a:lnTo>
                <a:lnTo>
                  <a:pt x="269" y="41"/>
                </a:lnTo>
                <a:lnTo>
                  <a:pt x="269" y="42"/>
                </a:lnTo>
                <a:lnTo>
                  <a:pt x="269" y="43"/>
                </a:lnTo>
                <a:lnTo>
                  <a:pt x="270" y="43"/>
                </a:lnTo>
                <a:lnTo>
                  <a:pt x="270" y="44"/>
                </a:lnTo>
                <a:lnTo>
                  <a:pt x="270" y="45"/>
                </a:lnTo>
                <a:lnTo>
                  <a:pt x="271" y="45"/>
                </a:lnTo>
                <a:lnTo>
                  <a:pt x="271" y="46"/>
                </a:lnTo>
                <a:lnTo>
                  <a:pt x="270" y="46"/>
                </a:lnTo>
                <a:lnTo>
                  <a:pt x="270" y="47"/>
                </a:lnTo>
                <a:lnTo>
                  <a:pt x="270" y="48"/>
                </a:lnTo>
                <a:lnTo>
                  <a:pt x="271" y="49"/>
                </a:lnTo>
                <a:lnTo>
                  <a:pt x="270" y="49"/>
                </a:lnTo>
                <a:lnTo>
                  <a:pt x="271" y="49"/>
                </a:lnTo>
                <a:lnTo>
                  <a:pt x="271" y="50"/>
                </a:lnTo>
                <a:lnTo>
                  <a:pt x="271" y="51"/>
                </a:lnTo>
                <a:lnTo>
                  <a:pt x="272" y="51"/>
                </a:lnTo>
                <a:lnTo>
                  <a:pt x="272" y="52"/>
                </a:lnTo>
                <a:lnTo>
                  <a:pt x="271" y="52"/>
                </a:lnTo>
                <a:lnTo>
                  <a:pt x="272" y="52"/>
                </a:lnTo>
                <a:lnTo>
                  <a:pt x="272" y="53"/>
                </a:lnTo>
                <a:lnTo>
                  <a:pt x="271" y="53"/>
                </a:lnTo>
                <a:lnTo>
                  <a:pt x="271" y="54"/>
                </a:lnTo>
                <a:lnTo>
                  <a:pt x="272" y="55"/>
                </a:lnTo>
                <a:lnTo>
                  <a:pt x="272" y="56"/>
                </a:lnTo>
                <a:lnTo>
                  <a:pt x="273" y="56"/>
                </a:lnTo>
                <a:lnTo>
                  <a:pt x="273" y="57"/>
                </a:lnTo>
                <a:lnTo>
                  <a:pt x="273" y="58"/>
                </a:lnTo>
                <a:lnTo>
                  <a:pt x="274" y="59"/>
                </a:lnTo>
                <a:lnTo>
                  <a:pt x="275" y="59"/>
                </a:lnTo>
                <a:lnTo>
                  <a:pt x="275" y="60"/>
                </a:lnTo>
                <a:lnTo>
                  <a:pt x="275" y="61"/>
                </a:lnTo>
                <a:lnTo>
                  <a:pt x="276" y="61"/>
                </a:lnTo>
                <a:lnTo>
                  <a:pt x="276" y="60"/>
                </a:lnTo>
                <a:lnTo>
                  <a:pt x="276" y="61"/>
                </a:lnTo>
                <a:lnTo>
                  <a:pt x="276" y="62"/>
                </a:lnTo>
                <a:lnTo>
                  <a:pt x="275" y="62"/>
                </a:lnTo>
                <a:lnTo>
                  <a:pt x="274" y="62"/>
                </a:lnTo>
                <a:lnTo>
                  <a:pt x="274" y="63"/>
                </a:lnTo>
                <a:lnTo>
                  <a:pt x="275" y="63"/>
                </a:lnTo>
                <a:lnTo>
                  <a:pt x="274" y="63"/>
                </a:lnTo>
                <a:lnTo>
                  <a:pt x="274" y="64"/>
                </a:lnTo>
                <a:lnTo>
                  <a:pt x="274" y="65"/>
                </a:lnTo>
                <a:lnTo>
                  <a:pt x="275" y="66"/>
                </a:lnTo>
                <a:lnTo>
                  <a:pt x="275" y="67"/>
                </a:lnTo>
                <a:lnTo>
                  <a:pt x="276" y="66"/>
                </a:lnTo>
                <a:lnTo>
                  <a:pt x="276" y="67"/>
                </a:lnTo>
                <a:lnTo>
                  <a:pt x="276" y="68"/>
                </a:lnTo>
                <a:lnTo>
                  <a:pt x="277" y="68"/>
                </a:lnTo>
                <a:lnTo>
                  <a:pt x="276" y="69"/>
                </a:lnTo>
                <a:lnTo>
                  <a:pt x="277" y="69"/>
                </a:lnTo>
                <a:lnTo>
                  <a:pt x="277" y="70"/>
                </a:lnTo>
                <a:lnTo>
                  <a:pt x="278" y="71"/>
                </a:lnTo>
                <a:lnTo>
                  <a:pt x="277" y="71"/>
                </a:lnTo>
                <a:lnTo>
                  <a:pt x="277" y="72"/>
                </a:lnTo>
                <a:lnTo>
                  <a:pt x="277" y="73"/>
                </a:lnTo>
                <a:lnTo>
                  <a:pt x="277" y="74"/>
                </a:lnTo>
                <a:lnTo>
                  <a:pt x="277" y="75"/>
                </a:lnTo>
                <a:lnTo>
                  <a:pt x="277" y="76"/>
                </a:lnTo>
                <a:lnTo>
                  <a:pt x="277" y="75"/>
                </a:lnTo>
                <a:lnTo>
                  <a:pt x="277" y="76"/>
                </a:lnTo>
                <a:lnTo>
                  <a:pt x="276" y="76"/>
                </a:lnTo>
                <a:lnTo>
                  <a:pt x="276" y="77"/>
                </a:lnTo>
                <a:lnTo>
                  <a:pt x="275" y="78"/>
                </a:lnTo>
                <a:lnTo>
                  <a:pt x="275" y="79"/>
                </a:lnTo>
                <a:lnTo>
                  <a:pt x="274" y="79"/>
                </a:lnTo>
                <a:lnTo>
                  <a:pt x="273" y="79"/>
                </a:lnTo>
                <a:lnTo>
                  <a:pt x="273" y="80"/>
                </a:lnTo>
                <a:lnTo>
                  <a:pt x="272" y="80"/>
                </a:lnTo>
                <a:lnTo>
                  <a:pt x="272" y="81"/>
                </a:lnTo>
                <a:lnTo>
                  <a:pt x="273" y="82"/>
                </a:lnTo>
                <a:lnTo>
                  <a:pt x="273" y="81"/>
                </a:lnTo>
                <a:lnTo>
                  <a:pt x="274" y="81"/>
                </a:lnTo>
                <a:lnTo>
                  <a:pt x="274" y="82"/>
                </a:lnTo>
                <a:lnTo>
                  <a:pt x="274" y="83"/>
                </a:lnTo>
                <a:lnTo>
                  <a:pt x="275" y="83"/>
                </a:lnTo>
                <a:lnTo>
                  <a:pt x="275" y="84"/>
                </a:lnTo>
                <a:lnTo>
                  <a:pt x="275" y="85"/>
                </a:lnTo>
                <a:lnTo>
                  <a:pt x="276" y="85"/>
                </a:lnTo>
                <a:lnTo>
                  <a:pt x="276" y="86"/>
                </a:lnTo>
                <a:lnTo>
                  <a:pt x="277" y="86"/>
                </a:lnTo>
                <a:lnTo>
                  <a:pt x="276" y="86"/>
                </a:lnTo>
                <a:lnTo>
                  <a:pt x="277" y="87"/>
                </a:lnTo>
                <a:lnTo>
                  <a:pt x="278" y="87"/>
                </a:lnTo>
                <a:lnTo>
                  <a:pt x="279" y="87"/>
                </a:lnTo>
                <a:lnTo>
                  <a:pt x="280" y="87"/>
                </a:lnTo>
                <a:lnTo>
                  <a:pt x="281" y="88"/>
                </a:lnTo>
                <a:lnTo>
                  <a:pt x="282" y="88"/>
                </a:lnTo>
                <a:lnTo>
                  <a:pt x="282" y="87"/>
                </a:lnTo>
                <a:lnTo>
                  <a:pt x="282" y="86"/>
                </a:lnTo>
                <a:lnTo>
                  <a:pt x="283" y="85"/>
                </a:lnTo>
                <a:lnTo>
                  <a:pt x="284" y="85"/>
                </a:lnTo>
                <a:lnTo>
                  <a:pt x="284" y="84"/>
                </a:lnTo>
                <a:lnTo>
                  <a:pt x="284" y="83"/>
                </a:lnTo>
                <a:lnTo>
                  <a:pt x="284" y="82"/>
                </a:lnTo>
                <a:lnTo>
                  <a:pt x="284" y="83"/>
                </a:lnTo>
                <a:lnTo>
                  <a:pt x="285" y="83"/>
                </a:lnTo>
                <a:lnTo>
                  <a:pt x="286" y="83"/>
                </a:lnTo>
                <a:lnTo>
                  <a:pt x="287" y="83"/>
                </a:lnTo>
                <a:lnTo>
                  <a:pt x="288" y="84"/>
                </a:lnTo>
                <a:lnTo>
                  <a:pt x="288" y="85"/>
                </a:lnTo>
                <a:lnTo>
                  <a:pt x="289" y="85"/>
                </a:lnTo>
                <a:lnTo>
                  <a:pt x="290" y="85"/>
                </a:lnTo>
                <a:lnTo>
                  <a:pt x="290" y="86"/>
                </a:lnTo>
                <a:lnTo>
                  <a:pt x="291" y="86"/>
                </a:lnTo>
                <a:lnTo>
                  <a:pt x="292" y="86"/>
                </a:lnTo>
                <a:lnTo>
                  <a:pt x="293" y="86"/>
                </a:lnTo>
                <a:lnTo>
                  <a:pt x="293" y="87"/>
                </a:lnTo>
                <a:lnTo>
                  <a:pt x="293" y="86"/>
                </a:lnTo>
                <a:lnTo>
                  <a:pt x="294" y="86"/>
                </a:lnTo>
                <a:lnTo>
                  <a:pt x="295" y="85"/>
                </a:lnTo>
                <a:lnTo>
                  <a:pt x="296" y="85"/>
                </a:lnTo>
                <a:lnTo>
                  <a:pt x="297" y="85"/>
                </a:lnTo>
                <a:lnTo>
                  <a:pt x="297" y="86"/>
                </a:lnTo>
                <a:lnTo>
                  <a:pt x="297" y="87"/>
                </a:lnTo>
                <a:lnTo>
                  <a:pt x="296" y="87"/>
                </a:lnTo>
                <a:lnTo>
                  <a:pt x="297" y="87"/>
                </a:lnTo>
                <a:lnTo>
                  <a:pt x="297" y="88"/>
                </a:lnTo>
                <a:lnTo>
                  <a:pt x="296" y="88"/>
                </a:lnTo>
                <a:lnTo>
                  <a:pt x="296" y="89"/>
                </a:lnTo>
                <a:lnTo>
                  <a:pt x="297" y="90"/>
                </a:lnTo>
                <a:lnTo>
                  <a:pt x="298" y="90"/>
                </a:lnTo>
                <a:lnTo>
                  <a:pt x="298" y="89"/>
                </a:lnTo>
                <a:lnTo>
                  <a:pt x="298" y="90"/>
                </a:lnTo>
                <a:lnTo>
                  <a:pt x="299" y="90"/>
                </a:lnTo>
                <a:lnTo>
                  <a:pt x="300" y="90"/>
                </a:lnTo>
                <a:lnTo>
                  <a:pt x="300" y="91"/>
                </a:lnTo>
                <a:lnTo>
                  <a:pt x="301" y="90"/>
                </a:lnTo>
                <a:lnTo>
                  <a:pt x="302" y="91"/>
                </a:lnTo>
                <a:lnTo>
                  <a:pt x="303" y="91"/>
                </a:lnTo>
                <a:lnTo>
                  <a:pt x="304" y="91"/>
                </a:lnTo>
                <a:lnTo>
                  <a:pt x="305" y="91"/>
                </a:lnTo>
                <a:lnTo>
                  <a:pt x="306" y="91"/>
                </a:lnTo>
                <a:lnTo>
                  <a:pt x="307" y="91"/>
                </a:lnTo>
                <a:lnTo>
                  <a:pt x="307" y="90"/>
                </a:lnTo>
                <a:lnTo>
                  <a:pt x="308" y="90"/>
                </a:lnTo>
                <a:lnTo>
                  <a:pt x="307" y="91"/>
                </a:lnTo>
                <a:lnTo>
                  <a:pt x="308" y="91"/>
                </a:lnTo>
                <a:lnTo>
                  <a:pt x="309" y="91"/>
                </a:lnTo>
                <a:lnTo>
                  <a:pt x="310" y="90"/>
                </a:lnTo>
                <a:lnTo>
                  <a:pt x="310" y="89"/>
                </a:lnTo>
                <a:lnTo>
                  <a:pt x="310" y="88"/>
                </a:lnTo>
                <a:lnTo>
                  <a:pt x="311" y="87"/>
                </a:lnTo>
                <a:lnTo>
                  <a:pt x="311" y="88"/>
                </a:lnTo>
                <a:lnTo>
                  <a:pt x="311" y="87"/>
                </a:lnTo>
                <a:lnTo>
                  <a:pt x="312" y="86"/>
                </a:lnTo>
                <a:lnTo>
                  <a:pt x="312" y="87"/>
                </a:lnTo>
                <a:lnTo>
                  <a:pt x="313" y="86"/>
                </a:lnTo>
                <a:lnTo>
                  <a:pt x="314" y="86"/>
                </a:lnTo>
                <a:lnTo>
                  <a:pt x="314" y="85"/>
                </a:lnTo>
                <a:lnTo>
                  <a:pt x="315" y="85"/>
                </a:lnTo>
                <a:lnTo>
                  <a:pt x="316" y="85"/>
                </a:lnTo>
                <a:lnTo>
                  <a:pt x="316" y="84"/>
                </a:lnTo>
                <a:lnTo>
                  <a:pt x="316" y="83"/>
                </a:lnTo>
                <a:lnTo>
                  <a:pt x="316" y="82"/>
                </a:lnTo>
                <a:lnTo>
                  <a:pt x="316" y="81"/>
                </a:lnTo>
                <a:lnTo>
                  <a:pt x="317" y="81"/>
                </a:lnTo>
                <a:lnTo>
                  <a:pt x="318" y="81"/>
                </a:lnTo>
                <a:lnTo>
                  <a:pt x="318" y="80"/>
                </a:lnTo>
                <a:lnTo>
                  <a:pt x="319" y="80"/>
                </a:lnTo>
                <a:lnTo>
                  <a:pt x="320" y="79"/>
                </a:lnTo>
                <a:lnTo>
                  <a:pt x="321" y="79"/>
                </a:lnTo>
                <a:lnTo>
                  <a:pt x="323" y="79"/>
                </a:lnTo>
                <a:lnTo>
                  <a:pt x="323" y="80"/>
                </a:lnTo>
                <a:lnTo>
                  <a:pt x="324" y="80"/>
                </a:lnTo>
                <a:lnTo>
                  <a:pt x="324" y="81"/>
                </a:lnTo>
                <a:lnTo>
                  <a:pt x="324" y="82"/>
                </a:lnTo>
                <a:lnTo>
                  <a:pt x="325" y="82"/>
                </a:lnTo>
                <a:lnTo>
                  <a:pt x="326" y="82"/>
                </a:lnTo>
                <a:lnTo>
                  <a:pt x="326" y="81"/>
                </a:lnTo>
                <a:lnTo>
                  <a:pt x="327" y="81"/>
                </a:lnTo>
                <a:lnTo>
                  <a:pt x="327" y="80"/>
                </a:lnTo>
                <a:lnTo>
                  <a:pt x="328" y="80"/>
                </a:lnTo>
                <a:lnTo>
                  <a:pt x="328" y="79"/>
                </a:lnTo>
                <a:lnTo>
                  <a:pt x="328" y="78"/>
                </a:lnTo>
                <a:lnTo>
                  <a:pt x="329" y="78"/>
                </a:lnTo>
                <a:lnTo>
                  <a:pt x="329" y="77"/>
                </a:lnTo>
                <a:lnTo>
                  <a:pt x="329" y="76"/>
                </a:lnTo>
                <a:lnTo>
                  <a:pt x="330" y="76"/>
                </a:lnTo>
                <a:lnTo>
                  <a:pt x="329" y="76"/>
                </a:lnTo>
                <a:lnTo>
                  <a:pt x="329" y="75"/>
                </a:lnTo>
                <a:lnTo>
                  <a:pt x="329" y="74"/>
                </a:lnTo>
                <a:lnTo>
                  <a:pt x="330" y="74"/>
                </a:lnTo>
                <a:lnTo>
                  <a:pt x="329" y="73"/>
                </a:lnTo>
                <a:lnTo>
                  <a:pt x="330" y="72"/>
                </a:lnTo>
                <a:lnTo>
                  <a:pt x="331" y="72"/>
                </a:lnTo>
                <a:lnTo>
                  <a:pt x="331" y="71"/>
                </a:lnTo>
                <a:lnTo>
                  <a:pt x="330" y="71"/>
                </a:lnTo>
                <a:lnTo>
                  <a:pt x="330" y="70"/>
                </a:lnTo>
                <a:lnTo>
                  <a:pt x="330" y="69"/>
                </a:lnTo>
                <a:lnTo>
                  <a:pt x="330" y="68"/>
                </a:lnTo>
                <a:lnTo>
                  <a:pt x="331" y="68"/>
                </a:lnTo>
                <a:lnTo>
                  <a:pt x="331" y="67"/>
                </a:lnTo>
                <a:lnTo>
                  <a:pt x="332" y="67"/>
                </a:lnTo>
                <a:lnTo>
                  <a:pt x="332" y="68"/>
                </a:lnTo>
                <a:lnTo>
                  <a:pt x="332" y="67"/>
                </a:lnTo>
                <a:lnTo>
                  <a:pt x="333" y="66"/>
                </a:lnTo>
                <a:lnTo>
                  <a:pt x="333" y="67"/>
                </a:lnTo>
                <a:lnTo>
                  <a:pt x="334" y="67"/>
                </a:lnTo>
                <a:lnTo>
                  <a:pt x="334" y="66"/>
                </a:lnTo>
                <a:lnTo>
                  <a:pt x="334" y="65"/>
                </a:lnTo>
                <a:lnTo>
                  <a:pt x="335" y="65"/>
                </a:lnTo>
                <a:lnTo>
                  <a:pt x="335" y="66"/>
                </a:lnTo>
                <a:lnTo>
                  <a:pt x="336" y="66"/>
                </a:lnTo>
                <a:lnTo>
                  <a:pt x="337" y="66"/>
                </a:lnTo>
                <a:lnTo>
                  <a:pt x="337" y="65"/>
                </a:lnTo>
                <a:lnTo>
                  <a:pt x="338" y="66"/>
                </a:lnTo>
                <a:lnTo>
                  <a:pt x="339" y="66"/>
                </a:lnTo>
                <a:lnTo>
                  <a:pt x="339" y="65"/>
                </a:lnTo>
                <a:lnTo>
                  <a:pt x="340" y="65"/>
                </a:lnTo>
                <a:lnTo>
                  <a:pt x="341" y="65"/>
                </a:lnTo>
                <a:lnTo>
                  <a:pt x="342" y="65"/>
                </a:lnTo>
                <a:lnTo>
                  <a:pt x="343" y="66"/>
                </a:lnTo>
                <a:lnTo>
                  <a:pt x="343" y="67"/>
                </a:lnTo>
                <a:lnTo>
                  <a:pt x="343" y="68"/>
                </a:lnTo>
                <a:lnTo>
                  <a:pt x="344" y="68"/>
                </a:lnTo>
                <a:lnTo>
                  <a:pt x="344" y="69"/>
                </a:lnTo>
                <a:lnTo>
                  <a:pt x="343" y="69"/>
                </a:lnTo>
                <a:lnTo>
                  <a:pt x="343" y="70"/>
                </a:lnTo>
                <a:lnTo>
                  <a:pt x="342" y="70"/>
                </a:lnTo>
                <a:lnTo>
                  <a:pt x="342" y="71"/>
                </a:lnTo>
                <a:lnTo>
                  <a:pt x="342" y="72"/>
                </a:lnTo>
                <a:lnTo>
                  <a:pt x="342" y="73"/>
                </a:lnTo>
                <a:lnTo>
                  <a:pt x="342" y="74"/>
                </a:lnTo>
                <a:lnTo>
                  <a:pt x="342" y="75"/>
                </a:lnTo>
                <a:lnTo>
                  <a:pt x="343" y="75"/>
                </a:lnTo>
                <a:lnTo>
                  <a:pt x="343" y="74"/>
                </a:lnTo>
                <a:lnTo>
                  <a:pt x="343" y="75"/>
                </a:lnTo>
                <a:lnTo>
                  <a:pt x="344" y="75"/>
                </a:lnTo>
                <a:lnTo>
                  <a:pt x="345" y="75"/>
                </a:lnTo>
                <a:lnTo>
                  <a:pt x="346" y="75"/>
                </a:lnTo>
                <a:lnTo>
                  <a:pt x="346" y="76"/>
                </a:lnTo>
                <a:lnTo>
                  <a:pt x="346" y="77"/>
                </a:lnTo>
                <a:lnTo>
                  <a:pt x="345" y="77"/>
                </a:lnTo>
                <a:lnTo>
                  <a:pt x="345" y="78"/>
                </a:lnTo>
                <a:lnTo>
                  <a:pt x="345" y="79"/>
                </a:lnTo>
                <a:lnTo>
                  <a:pt x="346" y="79"/>
                </a:lnTo>
                <a:lnTo>
                  <a:pt x="347" y="79"/>
                </a:lnTo>
                <a:lnTo>
                  <a:pt x="348" y="80"/>
                </a:lnTo>
                <a:lnTo>
                  <a:pt x="348" y="81"/>
                </a:lnTo>
                <a:lnTo>
                  <a:pt x="349" y="81"/>
                </a:lnTo>
                <a:lnTo>
                  <a:pt x="349" y="82"/>
                </a:lnTo>
                <a:lnTo>
                  <a:pt x="349" y="83"/>
                </a:lnTo>
                <a:lnTo>
                  <a:pt x="349" y="84"/>
                </a:lnTo>
                <a:lnTo>
                  <a:pt x="349" y="85"/>
                </a:lnTo>
                <a:lnTo>
                  <a:pt x="349" y="86"/>
                </a:lnTo>
                <a:lnTo>
                  <a:pt x="349" y="87"/>
                </a:lnTo>
                <a:lnTo>
                  <a:pt x="349" y="88"/>
                </a:lnTo>
                <a:lnTo>
                  <a:pt x="348" y="89"/>
                </a:lnTo>
                <a:lnTo>
                  <a:pt x="347" y="89"/>
                </a:lnTo>
                <a:lnTo>
                  <a:pt x="347" y="90"/>
                </a:lnTo>
                <a:lnTo>
                  <a:pt x="348" y="90"/>
                </a:lnTo>
                <a:lnTo>
                  <a:pt x="349" y="91"/>
                </a:lnTo>
                <a:lnTo>
                  <a:pt x="349" y="92"/>
                </a:lnTo>
                <a:lnTo>
                  <a:pt x="349" y="93"/>
                </a:lnTo>
                <a:lnTo>
                  <a:pt x="350" y="93"/>
                </a:lnTo>
                <a:lnTo>
                  <a:pt x="351" y="93"/>
                </a:lnTo>
                <a:lnTo>
                  <a:pt x="351" y="94"/>
                </a:lnTo>
                <a:lnTo>
                  <a:pt x="352" y="94"/>
                </a:lnTo>
                <a:lnTo>
                  <a:pt x="352" y="95"/>
                </a:lnTo>
                <a:lnTo>
                  <a:pt x="352" y="96"/>
                </a:lnTo>
                <a:lnTo>
                  <a:pt x="352" y="95"/>
                </a:lnTo>
                <a:lnTo>
                  <a:pt x="353" y="95"/>
                </a:lnTo>
                <a:lnTo>
                  <a:pt x="353" y="96"/>
                </a:lnTo>
                <a:lnTo>
                  <a:pt x="352" y="96"/>
                </a:lnTo>
                <a:lnTo>
                  <a:pt x="352" y="97"/>
                </a:lnTo>
                <a:lnTo>
                  <a:pt x="353" y="97"/>
                </a:lnTo>
                <a:lnTo>
                  <a:pt x="353" y="98"/>
                </a:lnTo>
                <a:lnTo>
                  <a:pt x="354" y="98"/>
                </a:lnTo>
                <a:lnTo>
                  <a:pt x="355" y="99"/>
                </a:lnTo>
                <a:lnTo>
                  <a:pt x="354" y="99"/>
                </a:lnTo>
                <a:lnTo>
                  <a:pt x="355" y="99"/>
                </a:lnTo>
                <a:lnTo>
                  <a:pt x="355" y="100"/>
                </a:lnTo>
                <a:lnTo>
                  <a:pt x="356" y="100"/>
                </a:lnTo>
                <a:lnTo>
                  <a:pt x="356" y="101"/>
                </a:lnTo>
                <a:lnTo>
                  <a:pt x="355" y="101"/>
                </a:lnTo>
                <a:lnTo>
                  <a:pt x="355" y="100"/>
                </a:lnTo>
                <a:lnTo>
                  <a:pt x="355" y="102"/>
                </a:lnTo>
                <a:lnTo>
                  <a:pt x="355" y="103"/>
                </a:lnTo>
                <a:lnTo>
                  <a:pt x="356" y="103"/>
                </a:lnTo>
                <a:lnTo>
                  <a:pt x="357" y="103"/>
                </a:lnTo>
                <a:lnTo>
                  <a:pt x="357" y="102"/>
                </a:lnTo>
                <a:lnTo>
                  <a:pt x="358" y="103"/>
                </a:lnTo>
                <a:lnTo>
                  <a:pt x="359" y="104"/>
                </a:lnTo>
                <a:lnTo>
                  <a:pt x="359" y="103"/>
                </a:lnTo>
                <a:lnTo>
                  <a:pt x="360" y="103"/>
                </a:lnTo>
                <a:lnTo>
                  <a:pt x="361" y="103"/>
                </a:lnTo>
                <a:lnTo>
                  <a:pt x="361" y="102"/>
                </a:lnTo>
                <a:lnTo>
                  <a:pt x="360" y="102"/>
                </a:lnTo>
                <a:lnTo>
                  <a:pt x="361" y="101"/>
                </a:lnTo>
                <a:lnTo>
                  <a:pt x="362" y="101"/>
                </a:lnTo>
                <a:lnTo>
                  <a:pt x="362" y="102"/>
                </a:lnTo>
                <a:lnTo>
                  <a:pt x="363" y="102"/>
                </a:lnTo>
                <a:lnTo>
                  <a:pt x="364" y="102"/>
                </a:lnTo>
                <a:lnTo>
                  <a:pt x="363" y="102"/>
                </a:lnTo>
                <a:lnTo>
                  <a:pt x="363" y="103"/>
                </a:lnTo>
                <a:lnTo>
                  <a:pt x="364" y="103"/>
                </a:lnTo>
                <a:lnTo>
                  <a:pt x="364" y="102"/>
                </a:lnTo>
                <a:lnTo>
                  <a:pt x="365" y="102"/>
                </a:lnTo>
                <a:lnTo>
                  <a:pt x="366" y="102"/>
                </a:lnTo>
                <a:lnTo>
                  <a:pt x="367" y="101"/>
                </a:lnTo>
                <a:lnTo>
                  <a:pt x="368" y="101"/>
                </a:lnTo>
                <a:lnTo>
                  <a:pt x="368" y="102"/>
                </a:lnTo>
                <a:lnTo>
                  <a:pt x="370" y="102"/>
                </a:lnTo>
                <a:lnTo>
                  <a:pt x="370" y="101"/>
                </a:lnTo>
                <a:lnTo>
                  <a:pt x="370" y="100"/>
                </a:lnTo>
                <a:lnTo>
                  <a:pt x="370" y="99"/>
                </a:lnTo>
                <a:lnTo>
                  <a:pt x="371" y="99"/>
                </a:lnTo>
                <a:lnTo>
                  <a:pt x="371" y="98"/>
                </a:lnTo>
                <a:lnTo>
                  <a:pt x="372" y="97"/>
                </a:lnTo>
                <a:lnTo>
                  <a:pt x="371" y="97"/>
                </a:lnTo>
                <a:lnTo>
                  <a:pt x="372" y="96"/>
                </a:lnTo>
                <a:lnTo>
                  <a:pt x="373" y="96"/>
                </a:lnTo>
                <a:lnTo>
                  <a:pt x="374" y="96"/>
                </a:lnTo>
                <a:lnTo>
                  <a:pt x="374" y="95"/>
                </a:lnTo>
                <a:lnTo>
                  <a:pt x="375" y="95"/>
                </a:lnTo>
                <a:lnTo>
                  <a:pt x="376" y="96"/>
                </a:lnTo>
                <a:lnTo>
                  <a:pt x="376" y="97"/>
                </a:lnTo>
                <a:lnTo>
                  <a:pt x="378" y="98"/>
                </a:lnTo>
                <a:lnTo>
                  <a:pt x="378" y="99"/>
                </a:lnTo>
                <a:lnTo>
                  <a:pt x="379" y="99"/>
                </a:lnTo>
                <a:lnTo>
                  <a:pt x="380" y="99"/>
                </a:lnTo>
                <a:lnTo>
                  <a:pt x="380" y="98"/>
                </a:lnTo>
                <a:lnTo>
                  <a:pt x="381" y="98"/>
                </a:lnTo>
                <a:lnTo>
                  <a:pt x="382" y="97"/>
                </a:lnTo>
                <a:lnTo>
                  <a:pt x="382" y="96"/>
                </a:lnTo>
                <a:lnTo>
                  <a:pt x="383" y="96"/>
                </a:lnTo>
                <a:lnTo>
                  <a:pt x="384" y="95"/>
                </a:lnTo>
                <a:lnTo>
                  <a:pt x="384" y="94"/>
                </a:lnTo>
                <a:lnTo>
                  <a:pt x="385" y="93"/>
                </a:lnTo>
                <a:lnTo>
                  <a:pt x="387" y="94"/>
                </a:lnTo>
                <a:lnTo>
                  <a:pt x="388" y="93"/>
                </a:lnTo>
                <a:lnTo>
                  <a:pt x="388" y="92"/>
                </a:lnTo>
                <a:lnTo>
                  <a:pt x="387" y="92"/>
                </a:lnTo>
                <a:lnTo>
                  <a:pt x="387" y="91"/>
                </a:lnTo>
                <a:lnTo>
                  <a:pt x="388" y="91"/>
                </a:lnTo>
                <a:lnTo>
                  <a:pt x="389" y="91"/>
                </a:lnTo>
                <a:lnTo>
                  <a:pt x="390" y="91"/>
                </a:lnTo>
                <a:lnTo>
                  <a:pt x="390" y="90"/>
                </a:lnTo>
                <a:lnTo>
                  <a:pt x="390" y="91"/>
                </a:lnTo>
                <a:lnTo>
                  <a:pt x="391" y="91"/>
                </a:lnTo>
                <a:lnTo>
                  <a:pt x="392" y="91"/>
                </a:lnTo>
                <a:lnTo>
                  <a:pt x="392" y="90"/>
                </a:lnTo>
                <a:lnTo>
                  <a:pt x="393" y="90"/>
                </a:lnTo>
                <a:lnTo>
                  <a:pt x="394" y="90"/>
                </a:lnTo>
                <a:lnTo>
                  <a:pt x="394" y="91"/>
                </a:lnTo>
                <a:lnTo>
                  <a:pt x="395" y="91"/>
                </a:lnTo>
                <a:lnTo>
                  <a:pt x="396" y="91"/>
                </a:lnTo>
                <a:lnTo>
                  <a:pt x="396" y="90"/>
                </a:lnTo>
                <a:lnTo>
                  <a:pt x="397" y="90"/>
                </a:lnTo>
                <a:lnTo>
                  <a:pt x="398" y="90"/>
                </a:lnTo>
                <a:lnTo>
                  <a:pt x="398" y="89"/>
                </a:lnTo>
                <a:lnTo>
                  <a:pt x="399" y="90"/>
                </a:lnTo>
                <a:lnTo>
                  <a:pt x="399" y="91"/>
                </a:lnTo>
                <a:lnTo>
                  <a:pt x="399" y="92"/>
                </a:lnTo>
                <a:lnTo>
                  <a:pt x="398" y="92"/>
                </a:lnTo>
                <a:lnTo>
                  <a:pt x="399" y="92"/>
                </a:lnTo>
                <a:lnTo>
                  <a:pt x="399" y="93"/>
                </a:lnTo>
                <a:lnTo>
                  <a:pt x="400" y="94"/>
                </a:lnTo>
                <a:lnTo>
                  <a:pt x="401" y="94"/>
                </a:lnTo>
                <a:lnTo>
                  <a:pt x="401" y="93"/>
                </a:lnTo>
                <a:lnTo>
                  <a:pt x="402" y="93"/>
                </a:lnTo>
                <a:lnTo>
                  <a:pt x="402" y="94"/>
                </a:lnTo>
                <a:lnTo>
                  <a:pt x="403" y="94"/>
                </a:lnTo>
                <a:lnTo>
                  <a:pt x="403" y="93"/>
                </a:lnTo>
                <a:lnTo>
                  <a:pt x="404" y="93"/>
                </a:lnTo>
                <a:lnTo>
                  <a:pt x="404" y="92"/>
                </a:lnTo>
                <a:lnTo>
                  <a:pt x="404" y="93"/>
                </a:lnTo>
                <a:lnTo>
                  <a:pt x="405" y="93"/>
                </a:lnTo>
                <a:lnTo>
                  <a:pt x="406" y="93"/>
                </a:lnTo>
                <a:lnTo>
                  <a:pt x="407" y="93"/>
                </a:lnTo>
                <a:lnTo>
                  <a:pt x="407" y="95"/>
                </a:lnTo>
                <a:lnTo>
                  <a:pt x="407" y="96"/>
                </a:lnTo>
                <a:lnTo>
                  <a:pt x="406" y="96"/>
                </a:lnTo>
                <a:lnTo>
                  <a:pt x="406" y="97"/>
                </a:lnTo>
                <a:lnTo>
                  <a:pt x="407" y="97"/>
                </a:lnTo>
                <a:lnTo>
                  <a:pt x="407" y="98"/>
                </a:lnTo>
                <a:lnTo>
                  <a:pt x="407" y="99"/>
                </a:lnTo>
                <a:lnTo>
                  <a:pt x="408" y="99"/>
                </a:lnTo>
                <a:lnTo>
                  <a:pt x="408" y="100"/>
                </a:lnTo>
                <a:lnTo>
                  <a:pt x="409" y="100"/>
                </a:lnTo>
                <a:lnTo>
                  <a:pt x="409" y="101"/>
                </a:lnTo>
                <a:lnTo>
                  <a:pt x="410" y="102"/>
                </a:lnTo>
                <a:lnTo>
                  <a:pt x="410" y="103"/>
                </a:lnTo>
                <a:lnTo>
                  <a:pt x="411" y="103"/>
                </a:lnTo>
                <a:lnTo>
                  <a:pt x="411" y="102"/>
                </a:lnTo>
                <a:lnTo>
                  <a:pt x="411" y="103"/>
                </a:lnTo>
                <a:lnTo>
                  <a:pt x="412" y="104"/>
                </a:lnTo>
                <a:lnTo>
                  <a:pt x="412" y="105"/>
                </a:lnTo>
                <a:lnTo>
                  <a:pt x="412" y="106"/>
                </a:lnTo>
                <a:lnTo>
                  <a:pt x="413" y="107"/>
                </a:lnTo>
                <a:lnTo>
                  <a:pt x="414" y="107"/>
                </a:lnTo>
                <a:lnTo>
                  <a:pt x="414" y="108"/>
                </a:lnTo>
                <a:lnTo>
                  <a:pt x="413" y="108"/>
                </a:lnTo>
                <a:lnTo>
                  <a:pt x="412" y="108"/>
                </a:lnTo>
                <a:lnTo>
                  <a:pt x="411" y="108"/>
                </a:lnTo>
                <a:lnTo>
                  <a:pt x="411" y="109"/>
                </a:lnTo>
                <a:lnTo>
                  <a:pt x="412" y="110"/>
                </a:lnTo>
                <a:lnTo>
                  <a:pt x="413" y="110"/>
                </a:lnTo>
                <a:lnTo>
                  <a:pt x="412" y="111"/>
                </a:lnTo>
                <a:lnTo>
                  <a:pt x="412" y="112"/>
                </a:lnTo>
                <a:lnTo>
                  <a:pt x="411" y="112"/>
                </a:lnTo>
                <a:lnTo>
                  <a:pt x="412" y="111"/>
                </a:lnTo>
                <a:lnTo>
                  <a:pt x="411" y="110"/>
                </a:lnTo>
                <a:lnTo>
                  <a:pt x="410" y="110"/>
                </a:lnTo>
                <a:lnTo>
                  <a:pt x="410" y="109"/>
                </a:lnTo>
                <a:lnTo>
                  <a:pt x="410" y="110"/>
                </a:lnTo>
                <a:lnTo>
                  <a:pt x="409" y="110"/>
                </a:lnTo>
                <a:lnTo>
                  <a:pt x="409" y="109"/>
                </a:lnTo>
                <a:lnTo>
                  <a:pt x="408" y="109"/>
                </a:lnTo>
                <a:lnTo>
                  <a:pt x="407" y="110"/>
                </a:lnTo>
                <a:lnTo>
                  <a:pt x="406" y="110"/>
                </a:lnTo>
                <a:lnTo>
                  <a:pt x="406" y="109"/>
                </a:lnTo>
                <a:lnTo>
                  <a:pt x="405" y="109"/>
                </a:lnTo>
                <a:lnTo>
                  <a:pt x="405" y="110"/>
                </a:lnTo>
                <a:lnTo>
                  <a:pt x="404" y="110"/>
                </a:lnTo>
                <a:lnTo>
                  <a:pt x="404" y="111"/>
                </a:lnTo>
                <a:lnTo>
                  <a:pt x="403" y="111"/>
                </a:lnTo>
                <a:lnTo>
                  <a:pt x="402" y="110"/>
                </a:lnTo>
                <a:lnTo>
                  <a:pt x="403" y="109"/>
                </a:lnTo>
                <a:lnTo>
                  <a:pt x="402" y="109"/>
                </a:lnTo>
                <a:lnTo>
                  <a:pt x="402" y="108"/>
                </a:lnTo>
                <a:lnTo>
                  <a:pt x="403" y="107"/>
                </a:lnTo>
                <a:lnTo>
                  <a:pt x="403" y="106"/>
                </a:lnTo>
                <a:lnTo>
                  <a:pt x="404" y="106"/>
                </a:lnTo>
                <a:lnTo>
                  <a:pt x="404" y="105"/>
                </a:lnTo>
                <a:lnTo>
                  <a:pt x="405" y="105"/>
                </a:lnTo>
                <a:lnTo>
                  <a:pt x="405" y="104"/>
                </a:lnTo>
                <a:lnTo>
                  <a:pt x="405" y="105"/>
                </a:lnTo>
                <a:lnTo>
                  <a:pt x="404" y="105"/>
                </a:lnTo>
                <a:lnTo>
                  <a:pt x="404" y="106"/>
                </a:lnTo>
                <a:lnTo>
                  <a:pt x="402" y="106"/>
                </a:lnTo>
                <a:lnTo>
                  <a:pt x="403" y="105"/>
                </a:lnTo>
                <a:lnTo>
                  <a:pt x="402" y="105"/>
                </a:lnTo>
                <a:lnTo>
                  <a:pt x="402" y="104"/>
                </a:lnTo>
                <a:lnTo>
                  <a:pt x="401" y="104"/>
                </a:lnTo>
                <a:lnTo>
                  <a:pt x="401" y="105"/>
                </a:lnTo>
                <a:lnTo>
                  <a:pt x="401" y="106"/>
                </a:lnTo>
                <a:lnTo>
                  <a:pt x="402" y="107"/>
                </a:lnTo>
                <a:lnTo>
                  <a:pt x="401" y="107"/>
                </a:lnTo>
                <a:lnTo>
                  <a:pt x="401" y="108"/>
                </a:lnTo>
                <a:lnTo>
                  <a:pt x="400" y="108"/>
                </a:lnTo>
                <a:lnTo>
                  <a:pt x="400" y="107"/>
                </a:lnTo>
                <a:lnTo>
                  <a:pt x="399" y="107"/>
                </a:lnTo>
                <a:lnTo>
                  <a:pt x="400" y="106"/>
                </a:lnTo>
                <a:lnTo>
                  <a:pt x="400" y="105"/>
                </a:lnTo>
                <a:lnTo>
                  <a:pt x="399" y="105"/>
                </a:lnTo>
                <a:lnTo>
                  <a:pt x="399" y="104"/>
                </a:lnTo>
                <a:lnTo>
                  <a:pt x="398" y="104"/>
                </a:lnTo>
                <a:lnTo>
                  <a:pt x="398" y="103"/>
                </a:lnTo>
                <a:lnTo>
                  <a:pt x="397" y="103"/>
                </a:lnTo>
                <a:lnTo>
                  <a:pt x="397" y="102"/>
                </a:lnTo>
                <a:lnTo>
                  <a:pt x="397" y="103"/>
                </a:lnTo>
                <a:lnTo>
                  <a:pt x="396" y="103"/>
                </a:lnTo>
                <a:lnTo>
                  <a:pt x="397" y="103"/>
                </a:lnTo>
                <a:lnTo>
                  <a:pt x="397" y="104"/>
                </a:lnTo>
                <a:lnTo>
                  <a:pt x="397" y="103"/>
                </a:lnTo>
                <a:lnTo>
                  <a:pt x="398" y="103"/>
                </a:lnTo>
                <a:lnTo>
                  <a:pt x="398" y="104"/>
                </a:lnTo>
                <a:lnTo>
                  <a:pt x="398" y="105"/>
                </a:lnTo>
                <a:lnTo>
                  <a:pt x="399" y="105"/>
                </a:lnTo>
                <a:lnTo>
                  <a:pt x="399" y="106"/>
                </a:lnTo>
                <a:lnTo>
                  <a:pt x="399" y="107"/>
                </a:lnTo>
                <a:lnTo>
                  <a:pt x="398" y="107"/>
                </a:lnTo>
                <a:lnTo>
                  <a:pt x="398" y="108"/>
                </a:lnTo>
                <a:lnTo>
                  <a:pt x="397" y="108"/>
                </a:lnTo>
                <a:lnTo>
                  <a:pt x="396" y="109"/>
                </a:lnTo>
                <a:lnTo>
                  <a:pt x="396" y="108"/>
                </a:lnTo>
                <a:lnTo>
                  <a:pt x="396" y="107"/>
                </a:lnTo>
                <a:lnTo>
                  <a:pt x="395" y="107"/>
                </a:lnTo>
                <a:lnTo>
                  <a:pt x="395" y="106"/>
                </a:lnTo>
                <a:lnTo>
                  <a:pt x="395" y="105"/>
                </a:lnTo>
                <a:lnTo>
                  <a:pt x="394" y="105"/>
                </a:lnTo>
                <a:lnTo>
                  <a:pt x="394" y="104"/>
                </a:lnTo>
                <a:lnTo>
                  <a:pt x="394" y="105"/>
                </a:lnTo>
                <a:lnTo>
                  <a:pt x="394" y="106"/>
                </a:lnTo>
                <a:lnTo>
                  <a:pt x="393" y="106"/>
                </a:lnTo>
                <a:lnTo>
                  <a:pt x="393" y="107"/>
                </a:lnTo>
                <a:lnTo>
                  <a:pt x="393" y="108"/>
                </a:lnTo>
                <a:lnTo>
                  <a:pt x="394" y="108"/>
                </a:lnTo>
                <a:lnTo>
                  <a:pt x="394" y="109"/>
                </a:lnTo>
                <a:lnTo>
                  <a:pt x="393" y="109"/>
                </a:lnTo>
                <a:lnTo>
                  <a:pt x="393" y="110"/>
                </a:lnTo>
                <a:lnTo>
                  <a:pt x="393" y="111"/>
                </a:lnTo>
                <a:lnTo>
                  <a:pt x="392" y="111"/>
                </a:lnTo>
                <a:lnTo>
                  <a:pt x="392" y="112"/>
                </a:lnTo>
                <a:lnTo>
                  <a:pt x="392" y="113"/>
                </a:lnTo>
                <a:lnTo>
                  <a:pt x="393" y="113"/>
                </a:lnTo>
                <a:lnTo>
                  <a:pt x="393" y="112"/>
                </a:lnTo>
                <a:lnTo>
                  <a:pt x="393" y="113"/>
                </a:lnTo>
                <a:lnTo>
                  <a:pt x="393" y="114"/>
                </a:lnTo>
                <a:lnTo>
                  <a:pt x="394" y="113"/>
                </a:lnTo>
                <a:lnTo>
                  <a:pt x="394" y="111"/>
                </a:lnTo>
                <a:lnTo>
                  <a:pt x="395" y="110"/>
                </a:lnTo>
                <a:lnTo>
                  <a:pt x="395" y="109"/>
                </a:lnTo>
                <a:lnTo>
                  <a:pt x="396" y="109"/>
                </a:lnTo>
                <a:lnTo>
                  <a:pt x="397" y="109"/>
                </a:lnTo>
                <a:lnTo>
                  <a:pt x="398" y="109"/>
                </a:lnTo>
                <a:lnTo>
                  <a:pt x="398" y="108"/>
                </a:lnTo>
                <a:lnTo>
                  <a:pt x="399" y="108"/>
                </a:lnTo>
                <a:lnTo>
                  <a:pt x="400" y="109"/>
                </a:lnTo>
                <a:lnTo>
                  <a:pt x="400" y="110"/>
                </a:lnTo>
                <a:lnTo>
                  <a:pt x="401" y="111"/>
                </a:lnTo>
                <a:lnTo>
                  <a:pt x="402" y="111"/>
                </a:lnTo>
                <a:lnTo>
                  <a:pt x="403" y="111"/>
                </a:lnTo>
                <a:lnTo>
                  <a:pt x="402" y="111"/>
                </a:lnTo>
                <a:lnTo>
                  <a:pt x="402" y="112"/>
                </a:lnTo>
                <a:lnTo>
                  <a:pt x="403" y="113"/>
                </a:lnTo>
                <a:lnTo>
                  <a:pt x="404" y="113"/>
                </a:lnTo>
                <a:lnTo>
                  <a:pt x="405" y="112"/>
                </a:lnTo>
                <a:lnTo>
                  <a:pt x="405" y="111"/>
                </a:lnTo>
                <a:lnTo>
                  <a:pt x="406" y="111"/>
                </a:lnTo>
                <a:lnTo>
                  <a:pt x="407" y="111"/>
                </a:lnTo>
                <a:lnTo>
                  <a:pt x="407" y="110"/>
                </a:lnTo>
                <a:lnTo>
                  <a:pt x="408" y="110"/>
                </a:lnTo>
                <a:lnTo>
                  <a:pt x="409" y="110"/>
                </a:lnTo>
                <a:lnTo>
                  <a:pt x="409" y="111"/>
                </a:lnTo>
                <a:lnTo>
                  <a:pt x="410" y="112"/>
                </a:lnTo>
                <a:lnTo>
                  <a:pt x="410" y="115"/>
                </a:lnTo>
                <a:lnTo>
                  <a:pt x="410" y="116"/>
                </a:lnTo>
                <a:lnTo>
                  <a:pt x="410" y="115"/>
                </a:lnTo>
                <a:lnTo>
                  <a:pt x="411" y="116"/>
                </a:lnTo>
                <a:lnTo>
                  <a:pt x="410" y="116"/>
                </a:lnTo>
                <a:lnTo>
                  <a:pt x="411" y="117"/>
                </a:lnTo>
                <a:lnTo>
                  <a:pt x="412" y="117"/>
                </a:lnTo>
                <a:lnTo>
                  <a:pt x="412" y="118"/>
                </a:lnTo>
                <a:lnTo>
                  <a:pt x="412" y="119"/>
                </a:lnTo>
                <a:lnTo>
                  <a:pt x="413" y="119"/>
                </a:lnTo>
                <a:lnTo>
                  <a:pt x="414" y="119"/>
                </a:lnTo>
                <a:lnTo>
                  <a:pt x="415" y="119"/>
                </a:lnTo>
                <a:lnTo>
                  <a:pt x="415" y="120"/>
                </a:lnTo>
                <a:lnTo>
                  <a:pt x="414" y="120"/>
                </a:lnTo>
                <a:lnTo>
                  <a:pt x="413" y="120"/>
                </a:lnTo>
                <a:lnTo>
                  <a:pt x="412" y="120"/>
                </a:lnTo>
                <a:lnTo>
                  <a:pt x="411" y="120"/>
                </a:lnTo>
                <a:lnTo>
                  <a:pt x="410" y="120"/>
                </a:lnTo>
                <a:lnTo>
                  <a:pt x="411" y="121"/>
                </a:lnTo>
                <a:lnTo>
                  <a:pt x="412" y="121"/>
                </a:lnTo>
                <a:lnTo>
                  <a:pt x="413" y="121"/>
                </a:lnTo>
                <a:lnTo>
                  <a:pt x="413" y="122"/>
                </a:lnTo>
                <a:lnTo>
                  <a:pt x="412" y="122"/>
                </a:lnTo>
                <a:lnTo>
                  <a:pt x="411" y="122"/>
                </a:lnTo>
                <a:lnTo>
                  <a:pt x="410" y="122"/>
                </a:lnTo>
                <a:lnTo>
                  <a:pt x="409" y="122"/>
                </a:lnTo>
                <a:lnTo>
                  <a:pt x="409" y="123"/>
                </a:lnTo>
                <a:lnTo>
                  <a:pt x="410" y="123"/>
                </a:lnTo>
                <a:lnTo>
                  <a:pt x="409" y="124"/>
                </a:lnTo>
                <a:lnTo>
                  <a:pt x="409" y="125"/>
                </a:lnTo>
                <a:lnTo>
                  <a:pt x="411" y="125"/>
                </a:lnTo>
                <a:lnTo>
                  <a:pt x="410" y="126"/>
                </a:lnTo>
                <a:lnTo>
                  <a:pt x="410" y="125"/>
                </a:lnTo>
                <a:lnTo>
                  <a:pt x="409" y="125"/>
                </a:lnTo>
                <a:lnTo>
                  <a:pt x="408" y="125"/>
                </a:lnTo>
                <a:lnTo>
                  <a:pt x="407" y="125"/>
                </a:lnTo>
                <a:lnTo>
                  <a:pt x="405" y="125"/>
                </a:lnTo>
                <a:lnTo>
                  <a:pt x="405" y="124"/>
                </a:lnTo>
                <a:lnTo>
                  <a:pt x="404" y="124"/>
                </a:lnTo>
                <a:lnTo>
                  <a:pt x="403" y="124"/>
                </a:lnTo>
                <a:lnTo>
                  <a:pt x="403" y="125"/>
                </a:lnTo>
                <a:lnTo>
                  <a:pt x="403" y="124"/>
                </a:lnTo>
                <a:lnTo>
                  <a:pt x="402" y="124"/>
                </a:lnTo>
                <a:lnTo>
                  <a:pt x="401" y="124"/>
                </a:lnTo>
                <a:lnTo>
                  <a:pt x="401" y="123"/>
                </a:lnTo>
                <a:lnTo>
                  <a:pt x="401" y="124"/>
                </a:lnTo>
                <a:lnTo>
                  <a:pt x="400" y="124"/>
                </a:lnTo>
                <a:lnTo>
                  <a:pt x="400" y="123"/>
                </a:lnTo>
                <a:lnTo>
                  <a:pt x="399" y="123"/>
                </a:lnTo>
                <a:lnTo>
                  <a:pt x="399" y="124"/>
                </a:lnTo>
                <a:lnTo>
                  <a:pt x="399" y="125"/>
                </a:lnTo>
                <a:lnTo>
                  <a:pt x="400" y="125"/>
                </a:lnTo>
                <a:lnTo>
                  <a:pt x="401" y="125"/>
                </a:lnTo>
                <a:lnTo>
                  <a:pt x="401" y="126"/>
                </a:lnTo>
                <a:lnTo>
                  <a:pt x="401" y="127"/>
                </a:lnTo>
                <a:lnTo>
                  <a:pt x="401" y="128"/>
                </a:lnTo>
                <a:lnTo>
                  <a:pt x="401" y="129"/>
                </a:lnTo>
                <a:lnTo>
                  <a:pt x="402" y="129"/>
                </a:lnTo>
                <a:lnTo>
                  <a:pt x="402" y="130"/>
                </a:lnTo>
                <a:lnTo>
                  <a:pt x="401" y="130"/>
                </a:lnTo>
                <a:lnTo>
                  <a:pt x="400" y="130"/>
                </a:lnTo>
                <a:lnTo>
                  <a:pt x="400" y="129"/>
                </a:lnTo>
                <a:lnTo>
                  <a:pt x="399" y="128"/>
                </a:lnTo>
                <a:lnTo>
                  <a:pt x="399" y="129"/>
                </a:lnTo>
                <a:lnTo>
                  <a:pt x="398" y="129"/>
                </a:lnTo>
                <a:lnTo>
                  <a:pt x="399" y="130"/>
                </a:lnTo>
                <a:lnTo>
                  <a:pt x="398" y="130"/>
                </a:lnTo>
                <a:lnTo>
                  <a:pt x="398" y="131"/>
                </a:lnTo>
                <a:lnTo>
                  <a:pt x="397" y="131"/>
                </a:lnTo>
                <a:lnTo>
                  <a:pt x="398" y="131"/>
                </a:lnTo>
                <a:lnTo>
                  <a:pt x="399" y="131"/>
                </a:lnTo>
                <a:lnTo>
                  <a:pt x="400" y="131"/>
                </a:lnTo>
                <a:lnTo>
                  <a:pt x="400" y="132"/>
                </a:lnTo>
                <a:lnTo>
                  <a:pt x="400" y="133"/>
                </a:lnTo>
                <a:lnTo>
                  <a:pt x="400" y="134"/>
                </a:lnTo>
                <a:lnTo>
                  <a:pt x="399" y="134"/>
                </a:lnTo>
                <a:lnTo>
                  <a:pt x="400" y="134"/>
                </a:lnTo>
                <a:lnTo>
                  <a:pt x="400" y="135"/>
                </a:lnTo>
                <a:lnTo>
                  <a:pt x="399" y="135"/>
                </a:lnTo>
                <a:lnTo>
                  <a:pt x="398" y="135"/>
                </a:lnTo>
                <a:lnTo>
                  <a:pt x="398" y="136"/>
                </a:lnTo>
                <a:lnTo>
                  <a:pt x="397" y="136"/>
                </a:lnTo>
                <a:lnTo>
                  <a:pt x="396" y="136"/>
                </a:lnTo>
                <a:lnTo>
                  <a:pt x="395" y="137"/>
                </a:lnTo>
                <a:lnTo>
                  <a:pt x="394" y="137"/>
                </a:lnTo>
                <a:lnTo>
                  <a:pt x="394" y="136"/>
                </a:lnTo>
                <a:lnTo>
                  <a:pt x="393" y="136"/>
                </a:lnTo>
                <a:lnTo>
                  <a:pt x="393" y="137"/>
                </a:lnTo>
                <a:lnTo>
                  <a:pt x="393" y="136"/>
                </a:lnTo>
                <a:lnTo>
                  <a:pt x="392" y="136"/>
                </a:lnTo>
                <a:lnTo>
                  <a:pt x="393" y="137"/>
                </a:lnTo>
                <a:lnTo>
                  <a:pt x="394" y="137"/>
                </a:lnTo>
                <a:lnTo>
                  <a:pt x="393" y="137"/>
                </a:lnTo>
                <a:lnTo>
                  <a:pt x="393" y="138"/>
                </a:lnTo>
                <a:lnTo>
                  <a:pt x="393" y="139"/>
                </a:lnTo>
                <a:lnTo>
                  <a:pt x="392" y="139"/>
                </a:lnTo>
                <a:lnTo>
                  <a:pt x="393" y="139"/>
                </a:lnTo>
                <a:lnTo>
                  <a:pt x="394" y="139"/>
                </a:lnTo>
                <a:lnTo>
                  <a:pt x="395" y="138"/>
                </a:lnTo>
                <a:lnTo>
                  <a:pt x="396" y="138"/>
                </a:lnTo>
                <a:lnTo>
                  <a:pt x="397" y="137"/>
                </a:lnTo>
                <a:lnTo>
                  <a:pt x="397" y="138"/>
                </a:lnTo>
                <a:lnTo>
                  <a:pt x="398" y="138"/>
                </a:lnTo>
                <a:lnTo>
                  <a:pt x="397" y="138"/>
                </a:lnTo>
                <a:lnTo>
                  <a:pt x="397" y="139"/>
                </a:lnTo>
                <a:lnTo>
                  <a:pt x="397" y="140"/>
                </a:lnTo>
                <a:lnTo>
                  <a:pt x="397" y="141"/>
                </a:lnTo>
                <a:lnTo>
                  <a:pt x="397" y="142"/>
                </a:lnTo>
                <a:lnTo>
                  <a:pt x="397" y="143"/>
                </a:lnTo>
                <a:lnTo>
                  <a:pt x="396" y="143"/>
                </a:lnTo>
                <a:lnTo>
                  <a:pt x="396" y="142"/>
                </a:lnTo>
                <a:lnTo>
                  <a:pt x="395" y="142"/>
                </a:lnTo>
                <a:lnTo>
                  <a:pt x="395" y="143"/>
                </a:lnTo>
                <a:lnTo>
                  <a:pt x="394" y="143"/>
                </a:lnTo>
                <a:lnTo>
                  <a:pt x="394" y="142"/>
                </a:lnTo>
                <a:lnTo>
                  <a:pt x="393" y="142"/>
                </a:lnTo>
                <a:lnTo>
                  <a:pt x="393" y="143"/>
                </a:lnTo>
                <a:lnTo>
                  <a:pt x="392" y="142"/>
                </a:lnTo>
                <a:lnTo>
                  <a:pt x="391" y="142"/>
                </a:lnTo>
                <a:lnTo>
                  <a:pt x="390" y="141"/>
                </a:lnTo>
                <a:lnTo>
                  <a:pt x="390" y="142"/>
                </a:lnTo>
                <a:lnTo>
                  <a:pt x="389" y="142"/>
                </a:lnTo>
                <a:lnTo>
                  <a:pt x="388" y="142"/>
                </a:lnTo>
                <a:lnTo>
                  <a:pt x="387" y="143"/>
                </a:lnTo>
                <a:lnTo>
                  <a:pt x="387" y="142"/>
                </a:lnTo>
                <a:lnTo>
                  <a:pt x="386" y="142"/>
                </a:lnTo>
                <a:lnTo>
                  <a:pt x="386" y="141"/>
                </a:lnTo>
                <a:lnTo>
                  <a:pt x="386" y="142"/>
                </a:lnTo>
                <a:lnTo>
                  <a:pt x="386" y="143"/>
                </a:lnTo>
                <a:lnTo>
                  <a:pt x="385" y="143"/>
                </a:lnTo>
                <a:lnTo>
                  <a:pt x="386" y="144"/>
                </a:lnTo>
                <a:lnTo>
                  <a:pt x="386" y="145"/>
                </a:lnTo>
                <a:lnTo>
                  <a:pt x="385" y="146"/>
                </a:lnTo>
                <a:lnTo>
                  <a:pt x="385" y="147"/>
                </a:lnTo>
                <a:lnTo>
                  <a:pt x="384" y="147"/>
                </a:lnTo>
                <a:lnTo>
                  <a:pt x="383" y="146"/>
                </a:lnTo>
                <a:lnTo>
                  <a:pt x="383" y="147"/>
                </a:lnTo>
                <a:lnTo>
                  <a:pt x="382" y="147"/>
                </a:lnTo>
                <a:lnTo>
                  <a:pt x="382" y="146"/>
                </a:lnTo>
                <a:lnTo>
                  <a:pt x="383" y="146"/>
                </a:lnTo>
                <a:lnTo>
                  <a:pt x="383" y="145"/>
                </a:lnTo>
                <a:lnTo>
                  <a:pt x="381" y="145"/>
                </a:lnTo>
                <a:lnTo>
                  <a:pt x="380" y="145"/>
                </a:lnTo>
                <a:lnTo>
                  <a:pt x="380" y="146"/>
                </a:lnTo>
                <a:lnTo>
                  <a:pt x="381" y="146"/>
                </a:lnTo>
                <a:lnTo>
                  <a:pt x="382" y="147"/>
                </a:lnTo>
                <a:lnTo>
                  <a:pt x="381" y="147"/>
                </a:lnTo>
                <a:lnTo>
                  <a:pt x="381" y="148"/>
                </a:lnTo>
                <a:lnTo>
                  <a:pt x="382" y="152"/>
                </a:lnTo>
                <a:lnTo>
                  <a:pt x="382" y="153"/>
                </a:lnTo>
                <a:lnTo>
                  <a:pt x="383" y="153"/>
                </a:lnTo>
                <a:lnTo>
                  <a:pt x="384" y="153"/>
                </a:lnTo>
                <a:lnTo>
                  <a:pt x="383" y="153"/>
                </a:lnTo>
                <a:lnTo>
                  <a:pt x="383" y="154"/>
                </a:lnTo>
                <a:lnTo>
                  <a:pt x="384" y="155"/>
                </a:lnTo>
                <a:lnTo>
                  <a:pt x="384" y="156"/>
                </a:lnTo>
                <a:lnTo>
                  <a:pt x="385" y="156"/>
                </a:lnTo>
                <a:lnTo>
                  <a:pt x="385" y="155"/>
                </a:lnTo>
                <a:lnTo>
                  <a:pt x="386" y="155"/>
                </a:lnTo>
                <a:lnTo>
                  <a:pt x="386" y="156"/>
                </a:lnTo>
                <a:lnTo>
                  <a:pt x="387" y="155"/>
                </a:lnTo>
                <a:lnTo>
                  <a:pt x="388" y="155"/>
                </a:lnTo>
                <a:lnTo>
                  <a:pt x="387" y="156"/>
                </a:lnTo>
                <a:lnTo>
                  <a:pt x="386" y="156"/>
                </a:lnTo>
                <a:lnTo>
                  <a:pt x="386" y="157"/>
                </a:lnTo>
                <a:lnTo>
                  <a:pt x="385" y="158"/>
                </a:lnTo>
                <a:lnTo>
                  <a:pt x="385" y="159"/>
                </a:lnTo>
                <a:lnTo>
                  <a:pt x="384" y="159"/>
                </a:lnTo>
                <a:lnTo>
                  <a:pt x="384" y="160"/>
                </a:lnTo>
                <a:lnTo>
                  <a:pt x="385" y="160"/>
                </a:lnTo>
                <a:lnTo>
                  <a:pt x="385" y="161"/>
                </a:lnTo>
                <a:lnTo>
                  <a:pt x="385" y="163"/>
                </a:lnTo>
                <a:lnTo>
                  <a:pt x="386" y="163"/>
                </a:lnTo>
                <a:lnTo>
                  <a:pt x="387" y="161"/>
                </a:lnTo>
                <a:lnTo>
                  <a:pt x="388" y="161"/>
                </a:lnTo>
                <a:lnTo>
                  <a:pt x="389" y="161"/>
                </a:lnTo>
                <a:lnTo>
                  <a:pt x="388" y="161"/>
                </a:lnTo>
                <a:lnTo>
                  <a:pt x="388" y="163"/>
                </a:lnTo>
                <a:lnTo>
                  <a:pt x="387" y="163"/>
                </a:lnTo>
                <a:lnTo>
                  <a:pt x="388" y="163"/>
                </a:lnTo>
                <a:lnTo>
                  <a:pt x="389" y="163"/>
                </a:lnTo>
                <a:lnTo>
                  <a:pt x="389" y="164"/>
                </a:lnTo>
                <a:lnTo>
                  <a:pt x="388" y="165"/>
                </a:lnTo>
                <a:lnTo>
                  <a:pt x="387" y="165"/>
                </a:lnTo>
                <a:lnTo>
                  <a:pt x="386" y="165"/>
                </a:lnTo>
                <a:lnTo>
                  <a:pt x="385" y="166"/>
                </a:lnTo>
                <a:lnTo>
                  <a:pt x="385" y="167"/>
                </a:lnTo>
                <a:lnTo>
                  <a:pt x="385" y="168"/>
                </a:lnTo>
                <a:lnTo>
                  <a:pt x="385" y="169"/>
                </a:lnTo>
                <a:lnTo>
                  <a:pt x="385" y="170"/>
                </a:lnTo>
                <a:lnTo>
                  <a:pt x="386" y="171"/>
                </a:lnTo>
                <a:lnTo>
                  <a:pt x="385" y="171"/>
                </a:lnTo>
                <a:lnTo>
                  <a:pt x="385" y="172"/>
                </a:lnTo>
                <a:lnTo>
                  <a:pt x="386" y="172"/>
                </a:lnTo>
                <a:lnTo>
                  <a:pt x="386" y="171"/>
                </a:lnTo>
                <a:lnTo>
                  <a:pt x="387" y="171"/>
                </a:lnTo>
                <a:lnTo>
                  <a:pt x="388" y="171"/>
                </a:lnTo>
                <a:lnTo>
                  <a:pt x="387" y="172"/>
                </a:lnTo>
                <a:lnTo>
                  <a:pt x="386" y="173"/>
                </a:lnTo>
                <a:lnTo>
                  <a:pt x="385" y="173"/>
                </a:lnTo>
                <a:lnTo>
                  <a:pt x="385" y="174"/>
                </a:lnTo>
                <a:lnTo>
                  <a:pt x="384" y="174"/>
                </a:lnTo>
                <a:lnTo>
                  <a:pt x="383" y="174"/>
                </a:lnTo>
                <a:lnTo>
                  <a:pt x="382" y="174"/>
                </a:lnTo>
                <a:lnTo>
                  <a:pt x="383" y="173"/>
                </a:lnTo>
                <a:lnTo>
                  <a:pt x="384" y="172"/>
                </a:lnTo>
                <a:lnTo>
                  <a:pt x="384" y="171"/>
                </a:lnTo>
                <a:lnTo>
                  <a:pt x="383" y="171"/>
                </a:lnTo>
                <a:lnTo>
                  <a:pt x="382" y="171"/>
                </a:lnTo>
                <a:lnTo>
                  <a:pt x="382" y="172"/>
                </a:lnTo>
                <a:lnTo>
                  <a:pt x="381" y="172"/>
                </a:lnTo>
                <a:lnTo>
                  <a:pt x="381" y="173"/>
                </a:lnTo>
                <a:lnTo>
                  <a:pt x="380" y="174"/>
                </a:lnTo>
                <a:lnTo>
                  <a:pt x="379" y="174"/>
                </a:lnTo>
                <a:lnTo>
                  <a:pt x="377" y="175"/>
                </a:lnTo>
                <a:lnTo>
                  <a:pt x="377" y="176"/>
                </a:lnTo>
                <a:lnTo>
                  <a:pt x="376" y="176"/>
                </a:lnTo>
                <a:lnTo>
                  <a:pt x="375" y="176"/>
                </a:lnTo>
                <a:lnTo>
                  <a:pt x="374" y="176"/>
                </a:lnTo>
                <a:lnTo>
                  <a:pt x="373" y="176"/>
                </a:lnTo>
                <a:lnTo>
                  <a:pt x="373" y="175"/>
                </a:lnTo>
                <a:lnTo>
                  <a:pt x="372" y="175"/>
                </a:lnTo>
                <a:lnTo>
                  <a:pt x="370" y="177"/>
                </a:lnTo>
                <a:lnTo>
                  <a:pt x="370" y="178"/>
                </a:lnTo>
                <a:lnTo>
                  <a:pt x="369" y="178"/>
                </a:lnTo>
                <a:lnTo>
                  <a:pt x="370" y="179"/>
                </a:lnTo>
                <a:lnTo>
                  <a:pt x="371" y="180"/>
                </a:lnTo>
                <a:lnTo>
                  <a:pt x="370" y="180"/>
                </a:lnTo>
                <a:lnTo>
                  <a:pt x="369" y="180"/>
                </a:lnTo>
                <a:lnTo>
                  <a:pt x="370" y="181"/>
                </a:lnTo>
                <a:lnTo>
                  <a:pt x="369" y="181"/>
                </a:lnTo>
                <a:lnTo>
                  <a:pt x="368" y="181"/>
                </a:lnTo>
                <a:lnTo>
                  <a:pt x="367" y="182"/>
                </a:lnTo>
                <a:lnTo>
                  <a:pt x="366" y="183"/>
                </a:lnTo>
                <a:lnTo>
                  <a:pt x="366" y="184"/>
                </a:lnTo>
                <a:lnTo>
                  <a:pt x="365" y="185"/>
                </a:lnTo>
                <a:lnTo>
                  <a:pt x="364" y="184"/>
                </a:lnTo>
                <a:lnTo>
                  <a:pt x="364" y="185"/>
                </a:lnTo>
                <a:lnTo>
                  <a:pt x="363" y="185"/>
                </a:lnTo>
                <a:lnTo>
                  <a:pt x="363" y="184"/>
                </a:lnTo>
                <a:lnTo>
                  <a:pt x="362" y="184"/>
                </a:lnTo>
                <a:lnTo>
                  <a:pt x="361" y="184"/>
                </a:lnTo>
                <a:lnTo>
                  <a:pt x="361" y="183"/>
                </a:lnTo>
                <a:lnTo>
                  <a:pt x="360" y="183"/>
                </a:lnTo>
                <a:lnTo>
                  <a:pt x="361" y="183"/>
                </a:lnTo>
                <a:lnTo>
                  <a:pt x="361" y="182"/>
                </a:lnTo>
                <a:lnTo>
                  <a:pt x="360" y="182"/>
                </a:lnTo>
                <a:lnTo>
                  <a:pt x="361" y="182"/>
                </a:lnTo>
                <a:lnTo>
                  <a:pt x="361" y="181"/>
                </a:lnTo>
                <a:lnTo>
                  <a:pt x="362" y="181"/>
                </a:lnTo>
                <a:lnTo>
                  <a:pt x="362" y="180"/>
                </a:lnTo>
                <a:lnTo>
                  <a:pt x="361" y="180"/>
                </a:lnTo>
                <a:lnTo>
                  <a:pt x="361" y="179"/>
                </a:lnTo>
                <a:lnTo>
                  <a:pt x="362" y="179"/>
                </a:lnTo>
                <a:lnTo>
                  <a:pt x="362" y="180"/>
                </a:lnTo>
                <a:lnTo>
                  <a:pt x="362" y="179"/>
                </a:lnTo>
                <a:lnTo>
                  <a:pt x="362" y="178"/>
                </a:lnTo>
                <a:lnTo>
                  <a:pt x="363" y="178"/>
                </a:lnTo>
                <a:lnTo>
                  <a:pt x="362" y="178"/>
                </a:lnTo>
                <a:lnTo>
                  <a:pt x="362" y="177"/>
                </a:lnTo>
                <a:lnTo>
                  <a:pt x="363" y="176"/>
                </a:lnTo>
                <a:lnTo>
                  <a:pt x="364" y="176"/>
                </a:lnTo>
                <a:lnTo>
                  <a:pt x="365" y="175"/>
                </a:lnTo>
                <a:lnTo>
                  <a:pt x="367" y="174"/>
                </a:lnTo>
                <a:lnTo>
                  <a:pt x="368" y="174"/>
                </a:lnTo>
                <a:lnTo>
                  <a:pt x="369" y="174"/>
                </a:lnTo>
                <a:lnTo>
                  <a:pt x="369" y="175"/>
                </a:lnTo>
                <a:lnTo>
                  <a:pt x="370" y="175"/>
                </a:lnTo>
                <a:lnTo>
                  <a:pt x="370" y="174"/>
                </a:lnTo>
                <a:lnTo>
                  <a:pt x="369" y="174"/>
                </a:lnTo>
                <a:lnTo>
                  <a:pt x="370" y="174"/>
                </a:lnTo>
                <a:lnTo>
                  <a:pt x="370" y="175"/>
                </a:lnTo>
                <a:lnTo>
                  <a:pt x="371" y="175"/>
                </a:lnTo>
                <a:lnTo>
                  <a:pt x="371" y="174"/>
                </a:lnTo>
                <a:lnTo>
                  <a:pt x="371" y="173"/>
                </a:lnTo>
                <a:lnTo>
                  <a:pt x="372" y="173"/>
                </a:lnTo>
                <a:lnTo>
                  <a:pt x="372" y="172"/>
                </a:lnTo>
                <a:lnTo>
                  <a:pt x="373" y="172"/>
                </a:lnTo>
                <a:lnTo>
                  <a:pt x="373" y="171"/>
                </a:lnTo>
                <a:lnTo>
                  <a:pt x="372" y="171"/>
                </a:lnTo>
                <a:lnTo>
                  <a:pt x="373" y="171"/>
                </a:lnTo>
                <a:lnTo>
                  <a:pt x="373" y="170"/>
                </a:lnTo>
                <a:lnTo>
                  <a:pt x="374" y="170"/>
                </a:lnTo>
                <a:lnTo>
                  <a:pt x="373" y="170"/>
                </a:lnTo>
                <a:lnTo>
                  <a:pt x="373" y="169"/>
                </a:lnTo>
                <a:lnTo>
                  <a:pt x="374" y="169"/>
                </a:lnTo>
                <a:lnTo>
                  <a:pt x="375" y="168"/>
                </a:lnTo>
                <a:lnTo>
                  <a:pt x="374" y="168"/>
                </a:lnTo>
                <a:lnTo>
                  <a:pt x="374" y="167"/>
                </a:lnTo>
                <a:lnTo>
                  <a:pt x="373" y="167"/>
                </a:lnTo>
                <a:lnTo>
                  <a:pt x="374" y="166"/>
                </a:lnTo>
                <a:lnTo>
                  <a:pt x="375" y="165"/>
                </a:lnTo>
                <a:lnTo>
                  <a:pt x="376" y="165"/>
                </a:lnTo>
                <a:lnTo>
                  <a:pt x="376" y="164"/>
                </a:lnTo>
                <a:lnTo>
                  <a:pt x="375" y="164"/>
                </a:lnTo>
                <a:lnTo>
                  <a:pt x="376" y="164"/>
                </a:lnTo>
                <a:lnTo>
                  <a:pt x="377" y="164"/>
                </a:lnTo>
                <a:lnTo>
                  <a:pt x="378" y="163"/>
                </a:lnTo>
                <a:lnTo>
                  <a:pt x="377" y="163"/>
                </a:lnTo>
                <a:lnTo>
                  <a:pt x="377" y="161"/>
                </a:lnTo>
                <a:lnTo>
                  <a:pt x="378" y="161"/>
                </a:lnTo>
                <a:lnTo>
                  <a:pt x="379" y="161"/>
                </a:lnTo>
                <a:lnTo>
                  <a:pt x="380" y="161"/>
                </a:lnTo>
                <a:lnTo>
                  <a:pt x="380" y="160"/>
                </a:lnTo>
                <a:lnTo>
                  <a:pt x="380" y="159"/>
                </a:lnTo>
                <a:lnTo>
                  <a:pt x="381" y="159"/>
                </a:lnTo>
                <a:lnTo>
                  <a:pt x="381" y="158"/>
                </a:lnTo>
                <a:lnTo>
                  <a:pt x="382" y="158"/>
                </a:lnTo>
                <a:lnTo>
                  <a:pt x="382" y="157"/>
                </a:lnTo>
                <a:lnTo>
                  <a:pt x="383" y="157"/>
                </a:lnTo>
                <a:lnTo>
                  <a:pt x="383" y="156"/>
                </a:lnTo>
                <a:lnTo>
                  <a:pt x="383" y="155"/>
                </a:lnTo>
                <a:lnTo>
                  <a:pt x="382" y="155"/>
                </a:lnTo>
                <a:lnTo>
                  <a:pt x="381" y="155"/>
                </a:lnTo>
                <a:lnTo>
                  <a:pt x="380" y="156"/>
                </a:lnTo>
                <a:lnTo>
                  <a:pt x="378" y="156"/>
                </a:lnTo>
                <a:lnTo>
                  <a:pt x="377" y="156"/>
                </a:lnTo>
                <a:lnTo>
                  <a:pt x="376" y="156"/>
                </a:lnTo>
                <a:lnTo>
                  <a:pt x="375" y="156"/>
                </a:lnTo>
                <a:lnTo>
                  <a:pt x="373" y="157"/>
                </a:lnTo>
                <a:lnTo>
                  <a:pt x="373" y="156"/>
                </a:lnTo>
                <a:lnTo>
                  <a:pt x="373" y="155"/>
                </a:lnTo>
                <a:lnTo>
                  <a:pt x="372" y="155"/>
                </a:lnTo>
                <a:lnTo>
                  <a:pt x="372" y="156"/>
                </a:lnTo>
                <a:lnTo>
                  <a:pt x="371" y="156"/>
                </a:lnTo>
                <a:lnTo>
                  <a:pt x="371" y="155"/>
                </a:lnTo>
                <a:lnTo>
                  <a:pt x="370" y="155"/>
                </a:lnTo>
                <a:lnTo>
                  <a:pt x="370" y="156"/>
                </a:lnTo>
                <a:lnTo>
                  <a:pt x="369" y="156"/>
                </a:lnTo>
                <a:lnTo>
                  <a:pt x="369" y="157"/>
                </a:lnTo>
                <a:lnTo>
                  <a:pt x="368" y="157"/>
                </a:lnTo>
                <a:lnTo>
                  <a:pt x="368" y="158"/>
                </a:lnTo>
                <a:lnTo>
                  <a:pt x="369" y="159"/>
                </a:lnTo>
                <a:lnTo>
                  <a:pt x="369" y="160"/>
                </a:lnTo>
                <a:lnTo>
                  <a:pt x="369" y="161"/>
                </a:lnTo>
                <a:lnTo>
                  <a:pt x="369" y="163"/>
                </a:lnTo>
                <a:lnTo>
                  <a:pt x="367" y="164"/>
                </a:lnTo>
                <a:lnTo>
                  <a:pt x="366" y="165"/>
                </a:lnTo>
                <a:lnTo>
                  <a:pt x="366" y="166"/>
                </a:lnTo>
                <a:lnTo>
                  <a:pt x="366" y="167"/>
                </a:lnTo>
                <a:lnTo>
                  <a:pt x="366" y="168"/>
                </a:lnTo>
                <a:lnTo>
                  <a:pt x="365" y="168"/>
                </a:lnTo>
                <a:lnTo>
                  <a:pt x="365" y="169"/>
                </a:lnTo>
                <a:lnTo>
                  <a:pt x="366" y="169"/>
                </a:lnTo>
                <a:lnTo>
                  <a:pt x="367" y="169"/>
                </a:lnTo>
                <a:lnTo>
                  <a:pt x="366" y="170"/>
                </a:lnTo>
                <a:lnTo>
                  <a:pt x="365" y="170"/>
                </a:lnTo>
                <a:lnTo>
                  <a:pt x="365" y="171"/>
                </a:lnTo>
                <a:lnTo>
                  <a:pt x="364" y="171"/>
                </a:lnTo>
                <a:lnTo>
                  <a:pt x="363" y="171"/>
                </a:lnTo>
                <a:lnTo>
                  <a:pt x="363" y="170"/>
                </a:lnTo>
                <a:lnTo>
                  <a:pt x="364" y="169"/>
                </a:lnTo>
                <a:lnTo>
                  <a:pt x="364" y="168"/>
                </a:lnTo>
                <a:lnTo>
                  <a:pt x="363" y="168"/>
                </a:lnTo>
                <a:lnTo>
                  <a:pt x="363" y="167"/>
                </a:lnTo>
                <a:lnTo>
                  <a:pt x="362" y="167"/>
                </a:lnTo>
                <a:lnTo>
                  <a:pt x="361" y="167"/>
                </a:lnTo>
                <a:lnTo>
                  <a:pt x="361" y="166"/>
                </a:lnTo>
                <a:lnTo>
                  <a:pt x="361" y="165"/>
                </a:lnTo>
                <a:lnTo>
                  <a:pt x="360" y="165"/>
                </a:lnTo>
                <a:lnTo>
                  <a:pt x="360" y="166"/>
                </a:lnTo>
                <a:lnTo>
                  <a:pt x="358" y="166"/>
                </a:lnTo>
                <a:lnTo>
                  <a:pt x="358" y="167"/>
                </a:lnTo>
                <a:lnTo>
                  <a:pt x="357" y="166"/>
                </a:lnTo>
                <a:lnTo>
                  <a:pt x="356" y="165"/>
                </a:lnTo>
                <a:lnTo>
                  <a:pt x="357" y="164"/>
                </a:lnTo>
                <a:lnTo>
                  <a:pt x="358" y="164"/>
                </a:lnTo>
                <a:lnTo>
                  <a:pt x="358" y="163"/>
                </a:lnTo>
                <a:lnTo>
                  <a:pt x="358" y="161"/>
                </a:lnTo>
                <a:lnTo>
                  <a:pt x="358" y="160"/>
                </a:lnTo>
                <a:lnTo>
                  <a:pt x="357" y="160"/>
                </a:lnTo>
                <a:lnTo>
                  <a:pt x="357" y="159"/>
                </a:lnTo>
                <a:lnTo>
                  <a:pt x="358" y="159"/>
                </a:lnTo>
                <a:lnTo>
                  <a:pt x="358" y="158"/>
                </a:lnTo>
                <a:lnTo>
                  <a:pt x="358" y="157"/>
                </a:lnTo>
                <a:lnTo>
                  <a:pt x="359" y="157"/>
                </a:lnTo>
                <a:lnTo>
                  <a:pt x="359" y="156"/>
                </a:lnTo>
                <a:lnTo>
                  <a:pt x="360" y="157"/>
                </a:lnTo>
                <a:lnTo>
                  <a:pt x="361" y="157"/>
                </a:lnTo>
                <a:lnTo>
                  <a:pt x="362" y="157"/>
                </a:lnTo>
                <a:lnTo>
                  <a:pt x="363" y="157"/>
                </a:lnTo>
                <a:lnTo>
                  <a:pt x="362" y="156"/>
                </a:lnTo>
                <a:lnTo>
                  <a:pt x="362" y="155"/>
                </a:lnTo>
                <a:lnTo>
                  <a:pt x="362" y="154"/>
                </a:lnTo>
                <a:lnTo>
                  <a:pt x="362" y="153"/>
                </a:lnTo>
                <a:lnTo>
                  <a:pt x="361" y="153"/>
                </a:lnTo>
                <a:lnTo>
                  <a:pt x="361" y="154"/>
                </a:lnTo>
                <a:lnTo>
                  <a:pt x="361" y="155"/>
                </a:lnTo>
                <a:lnTo>
                  <a:pt x="360" y="155"/>
                </a:lnTo>
                <a:lnTo>
                  <a:pt x="359" y="155"/>
                </a:lnTo>
                <a:lnTo>
                  <a:pt x="357" y="155"/>
                </a:lnTo>
                <a:lnTo>
                  <a:pt x="357" y="156"/>
                </a:lnTo>
                <a:lnTo>
                  <a:pt x="356" y="155"/>
                </a:lnTo>
                <a:lnTo>
                  <a:pt x="356" y="154"/>
                </a:lnTo>
                <a:lnTo>
                  <a:pt x="356" y="153"/>
                </a:lnTo>
                <a:lnTo>
                  <a:pt x="358" y="152"/>
                </a:lnTo>
                <a:lnTo>
                  <a:pt x="360" y="152"/>
                </a:lnTo>
                <a:lnTo>
                  <a:pt x="361" y="151"/>
                </a:lnTo>
                <a:lnTo>
                  <a:pt x="362" y="150"/>
                </a:lnTo>
                <a:lnTo>
                  <a:pt x="363" y="150"/>
                </a:lnTo>
                <a:lnTo>
                  <a:pt x="362" y="149"/>
                </a:lnTo>
                <a:lnTo>
                  <a:pt x="361" y="149"/>
                </a:lnTo>
                <a:lnTo>
                  <a:pt x="362" y="149"/>
                </a:lnTo>
                <a:lnTo>
                  <a:pt x="362" y="150"/>
                </a:lnTo>
                <a:lnTo>
                  <a:pt x="361" y="150"/>
                </a:lnTo>
                <a:lnTo>
                  <a:pt x="359" y="151"/>
                </a:lnTo>
                <a:lnTo>
                  <a:pt x="358" y="151"/>
                </a:lnTo>
                <a:lnTo>
                  <a:pt x="358" y="150"/>
                </a:lnTo>
                <a:lnTo>
                  <a:pt x="358" y="149"/>
                </a:lnTo>
                <a:lnTo>
                  <a:pt x="357" y="150"/>
                </a:lnTo>
                <a:lnTo>
                  <a:pt x="357" y="151"/>
                </a:lnTo>
                <a:lnTo>
                  <a:pt x="357" y="152"/>
                </a:lnTo>
                <a:lnTo>
                  <a:pt x="356" y="152"/>
                </a:lnTo>
                <a:lnTo>
                  <a:pt x="355" y="153"/>
                </a:lnTo>
                <a:lnTo>
                  <a:pt x="356" y="153"/>
                </a:lnTo>
                <a:lnTo>
                  <a:pt x="355" y="153"/>
                </a:lnTo>
                <a:lnTo>
                  <a:pt x="355" y="154"/>
                </a:lnTo>
                <a:lnTo>
                  <a:pt x="354" y="154"/>
                </a:lnTo>
                <a:lnTo>
                  <a:pt x="354" y="155"/>
                </a:lnTo>
                <a:lnTo>
                  <a:pt x="354" y="156"/>
                </a:lnTo>
                <a:lnTo>
                  <a:pt x="355" y="157"/>
                </a:lnTo>
                <a:lnTo>
                  <a:pt x="355" y="158"/>
                </a:lnTo>
                <a:lnTo>
                  <a:pt x="354" y="159"/>
                </a:lnTo>
                <a:lnTo>
                  <a:pt x="355" y="159"/>
                </a:lnTo>
                <a:lnTo>
                  <a:pt x="355" y="160"/>
                </a:lnTo>
                <a:lnTo>
                  <a:pt x="354" y="160"/>
                </a:lnTo>
                <a:lnTo>
                  <a:pt x="354" y="161"/>
                </a:lnTo>
                <a:lnTo>
                  <a:pt x="353" y="161"/>
                </a:lnTo>
                <a:lnTo>
                  <a:pt x="352" y="161"/>
                </a:lnTo>
                <a:lnTo>
                  <a:pt x="351" y="161"/>
                </a:lnTo>
                <a:lnTo>
                  <a:pt x="351" y="160"/>
                </a:lnTo>
                <a:lnTo>
                  <a:pt x="351" y="159"/>
                </a:lnTo>
                <a:lnTo>
                  <a:pt x="351" y="158"/>
                </a:lnTo>
                <a:lnTo>
                  <a:pt x="350" y="156"/>
                </a:lnTo>
                <a:lnTo>
                  <a:pt x="350" y="155"/>
                </a:lnTo>
                <a:lnTo>
                  <a:pt x="349" y="154"/>
                </a:lnTo>
                <a:lnTo>
                  <a:pt x="349" y="153"/>
                </a:lnTo>
                <a:lnTo>
                  <a:pt x="348" y="153"/>
                </a:lnTo>
                <a:lnTo>
                  <a:pt x="348" y="152"/>
                </a:lnTo>
                <a:lnTo>
                  <a:pt x="347" y="153"/>
                </a:lnTo>
                <a:lnTo>
                  <a:pt x="347" y="154"/>
                </a:lnTo>
                <a:lnTo>
                  <a:pt x="348" y="154"/>
                </a:lnTo>
                <a:lnTo>
                  <a:pt x="348" y="155"/>
                </a:lnTo>
                <a:lnTo>
                  <a:pt x="348" y="156"/>
                </a:lnTo>
                <a:lnTo>
                  <a:pt x="348" y="157"/>
                </a:lnTo>
                <a:lnTo>
                  <a:pt x="347" y="157"/>
                </a:lnTo>
                <a:lnTo>
                  <a:pt x="347" y="158"/>
                </a:lnTo>
                <a:lnTo>
                  <a:pt x="347" y="159"/>
                </a:lnTo>
                <a:lnTo>
                  <a:pt x="348" y="159"/>
                </a:lnTo>
                <a:lnTo>
                  <a:pt x="347" y="159"/>
                </a:lnTo>
                <a:lnTo>
                  <a:pt x="347" y="160"/>
                </a:lnTo>
                <a:lnTo>
                  <a:pt x="348" y="160"/>
                </a:lnTo>
                <a:lnTo>
                  <a:pt x="349" y="160"/>
                </a:lnTo>
                <a:lnTo>
                  <a:pt x="349" y="161"/>
                </a:lnTo>
                <a:lnTo>
                  <a:pt x="348" y="161"/>
                </a:lnTo>
                <a:lnTo>
                  <a:pt x="349" y="161"/>
                </a:lnTo>
                <a:lnTo>
                  <a:pt x="349" y="160"/>
                </a:lnTo>
                <a:lnTo>
                  <a:pt x="349" y="161"/>
                </a:lnTo>
                <a:lnTo>
                  <a:pt x="350" y="161"/>
                </a:lnTo>
                <a:lnTo>
                  <a:pt x="351" y="161"/>
                </a:lnTo>
                <a:lnTo>
                  <a:pt x="352" y="163"/>
                </a:lnTo>
                <a:lnTo>
                  <a:pt x="352" y="164"/>
                </a:lnTo>
                <a:lnTo>
                  <a:pt x="351" y="164"/>
                </a:lnTo>
                <a:lnTo>
                  <a:pt x="351" y="165"/>
                </a:lnTo>
                <a:lnTo>
                  <a:pt x="351" y="166"/>
                </a:lnTo>
                <a:lnTo>
                  <a:pt x="351" y="165"/>
                </a:lnTo>
                <a:lnTo>
                  <a:pt x="350" y="165"/>
                </a:lnTo>
                <a:lnTo>
                  <a:pt x="349" y="165"/>
                </a:lnTo>
                <a:lnTo>
                  <a:pt x="348" y="165"/>
                </a:lnTo>
                <a:lnTo>
                  <a:pt x="347" y="164"/>
                </a:lnTo>
                <a:lnTo>
                  <a:pt x="346" y="163"/>
                </a:lnTo>
                <a:lnTo>
                  <a:pt x="345" y="163"/>
                </a:lnTo>
                <a:lnTo>
                  <a:pt x="346" y="161"/>
                </a:lnTo>
                <a:lnTo>
                  <a:pt x="345" y="161"/>
                </a:lnTo>
                <a:lnTo>
                  <a:pt x="345" y="160"/>
                </a:lnTo>
                <a:lnTo>
                  <a:pt x="345" y="159"/>
                </a:lnTo>
                <a:lnTo>
                  <a:pt x="344" y="159"/>
                </a:lnTo>
                <a:lnTo>
                  <a:pt x="343" y="159"/>
                </a:lnTo>
                <a:lnTo>
                  <a:pt x="342" y="159"/>
                </a:lnTo>
                <a:lnTo>
                  <a:pt x="341" y="159"/>
                </a:lnTo>
                <a:lnTo>
                  <a:pt x="341" y="158"/>
                </a:lnTo>
                <a:lnTo>
                  <a:pt x="342" y="157"/>
                </a:lnTo>
                <a:lnTo>
                  <a:pt x="342" y="155"/>
                </a:lnTo>
                <a:lnTo>
                  <a:pt x="341" y="155"/>
                </a:lnTo>
                <a:lnTo>
                  <a:pt x="340" y="156"/>
                </a:lnTo>
                <a:lnTo>
                  <a:pt x="339" y="156"/>
                </a:lnTo>
                <a:lnTo>
                  <a:pt x="338" y="156"/>
                </a:lnTo>
                <a:lnTo>
                  <a:pt x="337" y="155"/>
                </a:lnTo>
                <a:lnTo>
                  <a:pt x="337" y="156"/>
                </a:lnTo>
                <a:lnTo>
                  <a:pt x="338" y="156"/>
                </a:lnTo>
                <a:lnTo>
                  <a:pt x="338" y="157"/>
                </a:lnTo>
                <a:lnTo>
                  <a:pt x="337" y="157"/>
                </a:lnTo>
                <a:lnTo>
                  <a:pt x="336" y="159"/>
                </a:lnTo>
                <a:lnTo>
                  <a:pt x="336" y="158"/>
                </a:lnTo>
                <a:lnTo>
                  <a:pt x="335" y="159"/>
                </a:lnTo>
                <a:lnTo>
                  <a:pt x="336" y="160"/>
                </a:lnTo>
                <a:lnTo>
                  <a:pt x="336" y="161"/>
                </a:lnTo>
                <a:lnTo>
                  <a:pt x="337" y="161"/>
                </a:lnTo>
                <a:lnTo>
                  <a:pt x="339" y="160"/>
                </a:lnTo>
                <a:lnTo>
                  <a:pt x="340" y="160"/>
                </a:lnTo>
                <a:lnTo>
                  <a:pt x="341" y="160"/>
                </a:lnTo>
                <a:lnTo>
                  <a:pt x="342" y="160"/>
                </a:lnTo>
                <a:lnTo>
                  <a:pt x="343" y="160"/>
                </a:lnTo>
                <a:lnTo>
                  <a:pt x="343" y="161"/>
                </a:lnTo>
                <a:lnTo>
                  <a:pt x="343" y="163"/>
                </a:lnTo>
                <a:lnTo>
                  <a:pt x="344" y="163"/>
                </a:lnTo>
                <a:lnTo>
                  <a:pt x="343" y="163"/>
                </a:lnTo>
                <a:lnTo>
                  <a:pt x="342" y="164"/>
                </a:lnTo>
                <a:lnTo>
                  <a:pt x="342" y="163"/>
                </a:lnTo>
                <a:lnTo>
                  <a:pt x="342" y="164"/>
                </a:lnTo>
                <a:lnTo>
                  <a:pt x="342" y="165"/>
                </a:lnTo>
                <a:lnTo>
                  <a:pt x="341" y="165"/>
                </a:lnTo>
                <a:lnTo>
                  <a:pt x="341" y="164"/>
                </a:lnTo>
                <a:lnTo>
                  <a:pt x="340" y="164"/>
                </a:lnTo>
                <a:lnTo>
                  <a:pt x="339" y="164"/>
                </a:lnTo>
                <a:lnTo>
                  <a:pt x="340" y="164"/>
                </a:lnTo>
                <a:lnTo>
                  <a:pt x="341" y="165"/>
                </a:lnTo>
                <a:lnTo>
                  <a:pt x="342" y="166"/>
                </a:lnTo>
                <a:lnTo>
                  <a:pt x="343" y="167"/>
                </a:lnTo>
                <a:lnTo>
                  <a:pt x="342" y="168"/>
                </a:lnTo>
                <a:lnTo>
                  <a:pt x="342" y="167"/>
                </a:lnTo>
                <a:lnTo>
                  <a:pt x="341" y="167"/>
                </a:lnTo>
                <a:lnTo>
                  <a:pt x="341" y="168"/>
                </a:lnTo>
                <a:lnTo>
                  <a:pt x="341" y="167"/>
                </a:lnTo>
                <a:lnTo>
                  <a:pt x="340" y="167"/>
                </a:lnTo>
                <a:lnTo>
                  <a:pt x="341" y="168"/>
                </a:lnTo>
                <a:lnTo>
                  <a:pt x="340" y="168"/>
                </a:lnTo>
                <a:lnTo>
                  <a:pt x="340" y="169"/>
                </a:lnTo>
                <a:lnTo>
                  <a:pt x="341" y="169"/>
                </a:lnTo>
                <a:lnTo>
                  <a:pt x="342" y="169"/>
                </a:lnTo>
                <a:lnTo>
                  <a:pt x="341" y="170"/>
                </a:lnTo>
                <a:lnTo>
                  <a:pt x="341" y="171"/>
                </a:lnTo>
                <a:lnTo>
                  <a:pt x="340" y="171"/>
                </a:lnTo>
                <a:lnTo>
                  <a:pt x="339" y="171"/>
                </a:lnTo>
                <a:lnTo>
                  <a:pt x="338" y="171"/>
                </a:lnTo>
                <a:lnTo>
                  <a:pt x="337" y="171"/>
                </a:lnTo>
                <a:lnTo>
                  <a:pt x="338" y="172"/>
                </a:lnTo>
                <a:lnTo>
                  <a:pt x="337" y="172"/>
                </a:lnTo>
                <a:lnTo>
                  <a:pt x="336" y="172"/>
                </a:lnTo>
                <a:lnTo>
                  <a:pt x="336" y="173"/>
                </a:lnTo>
                <a:lnTo>
                  <a:pt x="336" y="175"/>
                </a:lnTo>
                <a:lnTo>
                  <a:pt x="337" y="175"/>
                </a:lnTo>
                <a:lnTo>
                  <a:pt x="338" y="175"/>
                </a:lnTo>
                <a:lnTo>
                  <a:pt x="339" y="177"/>
                </a:lnTo>
                <a:lnTo>
                  <a:pt x="340" y="178"/>
                </a:lnTo>
                <a:lnTo>
                  <a:pt x="340" y="179"/>
                </a:lnTo>
                <a:lnTo>
                  <a:pt x="339" y="179"/>
                </a:lnTo>
                <a:lnTo>
                  <a:pt x="339" y="180"/>
                </a:lnTo>
                <a:lnTo>
                  <a:pt x="340" y="180"/>
                </a:lnTo>
                <a:lnTo>
                  <a:pt x="340" y="179"/>
                </a:lnTo>
                <a:lnTo>
                  <a:pt x="340" y="178"/>
                </a:lnTo>
                <a:lnTo>
                  <a:pt x="341" y="177"/>
                </a:lnTo>
                <a:lnTo>
                  <a:pt x="342" y="177"/>
                </a:lnTo>
                <a:lnTo>
                  <a:pt x="342" y="176"/>
                </a:lnTo>
                <a:lnTo>
                  <a:pt x="343" y="176"/>
                </a:lnTo>
                <a:lnTo>
                  <a:pt x="344" y="175"/>
                </a:lnTo>
                <a:lnTo>
                  <a:pt x="345" y="175"/>
                </a:lnTo>
                <a:lnTo>
                  <a:pt x="346" y="175"/>
                </a:lnTo>
                <a:lnTo>
                  <a:pt x="346" y="174"/>
                </a:lnTo>
                <a:lnTo>
                  <a:pt x="347" y="175"/>
                </a:lnTo>
                <a:lnTo>
                  <a:pt x="349" y="175"/>
                </a:lnTo>
                <a:lnTo>
                  <a:pt x="350" y="175"/>
                </a:lnTo>
                <a:lnTo>
                  <a:pt x="351" y="175"/>
                </a:lnTo>
                <a:lnTo>
                  <a:pt x="352" y="175"/>
                </a:lnTo>
                <a:lnTo>
                  <a:pt x="352" y="176"/>
                </a:lnTo>
                <a:lnTo>
                  <a:pt x="353" y="176"/>
                </a:lnTo>
                <a:lnTo>
                  <a:pt x="353" y="177"/>
                </a:lnTo>
                <a:lnTo>
                  <a:pt x="354" y="177"/>
                </a:lnTo>
                <a:lnTo>
                  <a:pt x="355" y="177"/>
                </a:lnTo>
                <a:lnTo>
                  <a:pt x="355" y="178"/>
                </a:lnTo>
                <a:lnTo>
                  <a:pt x="356" y="178"/>
                </a:lnTo>
                <a:lnTo>
                  <a:pt x="357" y="178"/>
                </a:lnTo>
                <a:lnTo>
                  <a:pt x="356" y="179"/>
                </a:lnTo>
                <a:lnTo>
                  <a:pt x="356" y="180"/>
                </a:lnTo>
                <a:lnTo>
                  <a:pt x="357" y="180"/>
                </a:lnTo>
                <a:lnTo>
                  <a:pt x="357" y="181"/>
                </a:lnTo>
                <a:lnTo>
                  <a:pt x="357" y="180"/>
                </a:lnTo>
                <a:lnTo>
                  <a:pt x="355" y="180"/>
                </a:lnTo>
                <a:lnTo>
                  <a:pt x="355" y="181"/>
                </a:lnTo>
                <a:lnTo>
                  <a:pt x="354" y="181"/>
                </a:lnTo>
                <a:lnTo>
                  <a:pt x="354" y="182"/>
                </a:lnTo>
                <a:lnTo>
                  <a:pt x="355" y="182"/>
                </a:lnTo>
                <a:lnTo>
                  <a:pt x="355" y="181"/>
                </a:lnTo>
                <a:lnTo>
                  <a:pt x="355" y="182"/>
                </a:lnTo>
                <a:lnTo>
                  <a:pt x="356" y="182"/>
                </a:lnTo>
                <a:lnTo>
                  <a:pt x="356" y="183"/>
                </a:lnTo>
                <a:lnTo>
                  <a:pt x="356" y="184"/>
                </a:lnTo>
                <a:lnTo>
                  <a:pt x="355" y="184"/>
                </a:lnTo>
                <a:lnTo>
                  <a:pt x="355" y="185"/>
                </a:lnTo>
                <a:lnTo>
                  <a:pt x="356" y="185"/>
                </a:lnTo>
                <a:lnTo>
                  <a:pt x="356" y="184"/>
                </a:lnTo>
                <a:lnTo>
                  <a:pt x="357" y="184"/>
                </a:lnTo>
                <a:lnTo>
                  <a:pt x="357" y="185"/>
                </a:lnTo>
                <a:lnTo>
                  <a:pt x="358" y="185"/>
                </a:lnTo>
                <a:lnTo>
                  <a:pt x="358" y="186"/>
                </a:lnTo>
                <a:lnTo>
                  <a:pt x="357" y="186"/>
                </a:lnTo>
                <a:lnTo>
                  <a:pt x="356" y="186"/>
                </a:lnTo>
                <a:lnTo>
                  <a:pt x="355" y="187"/>
                </a:lnTo>
                <a:lnTo>
                  <a:pt x="356" y="187"/>
                </a:lnTo>
                <a:lnTo>
                  <a:pt x="357" y="187"/>
                </a:lnTo>
                <a:lnTo>
                  <a:pt x="358" y="187"/>
                </a:lnTo>
                <a:lnTo>
                  <a:pt x="358" y="188"/>
                </a:lnTo>
                <a:lnTo>
                  <a:pt x="357" y="189"/>
                </a:lnTo>
                <a:lnTo>
                  <a:pt x="358" y="189"/>
                </a:lnTo>
                <a:lnTo>
                  <a:pt x="359" y="189"/>
                </a:lnTo>
                <a:lnTo>
                  <a:pt x="359" y="190"/>
                </a:lnTo>
                <a:lnTo>
                  <a:pt x="358" y="190"/>
                </a:lnTo>
                <a:lnTo>
                  <a:pt x="359" y="190"/>
                </a:lnTo>
                <a:lnTo>
                  <a:pt x="359" y="191"/>
                </a:lnTo>
                <a:lnTo>
                  <a:pt x="359" y="192"/>
                </a:lnTo>
                <a:lnTo>
                  <a:pt x="359" y="191"/>
                </a:lnTo>
                <a:lnTo>
                  <a:pt x="360" y="191"/>
                </a:lnTo>
                <a:lnTo>
                  <a:pt x="360" y="192"/>
                </a:lnTo>
                <a:lnTo>
                  <a:pt x="359" y="193"/>
                </a:lnTo>
                <a:lnTo>
                  <a:pt x="358" y="192"/>
                </a:lnTo>
                <a:lnTo>
                  <a:pt x="358" y="193"/>
                </a:lnTo>
                <a:lnTo>
                  <a:pt x="357" y="193"/>
                </a:lnTo>
                <a:lnTo>
                  <a:pt x="358" y="193"/>
                </a:lnTo>
                <a:lnTo>
                  <a:pt x="357" y="194"/>
                </a:lnTo>
                <a:lnTo>
                  <a:pt x="357" y="195"/>
                </a:lnTo>
                <a:lnTo>
                  <a:pt x="357" y="194"/>
                </a:lnTo>
                <a:lnTo>
                  <a:pt x="357" y="195"/>
                </a:lnTo>
                <a:lnTo>
                  <a:pt x="356" y="195"/>
                </a:lnTo>
                <a:lnTo>
                  <a:pt x="355" y="195"/>
                </a:lnTo>
                <a:lnTo>
                  <a:pt x="355" y="196"/>
                </a:lnTo>
                <a:lnTo>
                  <a:pt x="354" y="196"/>
                </a:lnTo>
                <a:lnTo>
                  <a:pt x="354" y="195"/>
                </a:lnTo>
                <a:lnTo>
                  <a:pt x="355" y="194"/>
                </a:lnTo>
                <a:lnTo>
                  <a:pt x="355" y="193"/>
                </a:lnTo>
                <a:lnTo>
                  <a:pt x="354" y="192"/>
                </a:lnTo>
                <a:lnTo>
                  <a:pt x="353" y="191"/>
                </a:lnTo>
                <a:lnTo>
                  <a:pt x="352" y="191"/>
                </a:lnTo>
                <a:lnTo>
                  <a:pt x="352" y="192"/>
                </a:lnTo>
                <a:lnTo>
                  <a:pt x="351" y="192"/>
                </a:lnTo>
                <a:lnTo>
                  <a:pt x="350" y="192"/>
                </a:lnTo>
                <a:lnTo>
                  <a:pt x="349" y="191"/>
                </a:lnTo>
                <a:lnTo>
                  <a:pt x="347" y="190"/>
                </a:lnTo>
                <a:lnTo>
                  <a:pt x="347" y="189"/>
                </a:lnTo>
                <a:lnTo>
                  <a:pt x="346" y="189"/>
                </a:lnTo>
                <a:lnTo>
                  <a:pt x="344" y="188"/>
                </a:lnTo>
                <a:lnTo>
                  <a:pt x="343" y="188"/>
                </a:lnTo>
                <a:lnTo>
                  <a:pt x="342" y="189"/>
                </a:lnTo>
                <a:lnTo>
                  <a:pt x="341" y="190"/>
                </a:lnTo>
                <a:lnTo>
                  <a:pt x="341" y="191"/>
                </a:lnTo>
                <a:lnTo>
                  <a:pt x="342" y="192"/>
                </a:lnTo>
                <a:lnTo>
                  <a:pt x="342" y="193"/>
                </a:lnTo>
                <a:lnTo>
                  <a:pt x="343" y="193"/>
                </a:lnTo>
                <a:lnTo>
                  <a:pt x="344" y="192"/>
                </a:lnTo>
                <a:lnTo>
                  <a:pt x="345" y="194"/>
                </a:lnTo>
                <a:lnTo>
                  <a:pt x="345" y="195"/>
                </a:lnTo>
                <a:lnTo>
                  <a:pt x="345" y="196"/>
                </a:lnTo>
                <a:lnTo>
                  <a:pt x="345" y="197"/>
                </a:lnTo>
                <a:lnTo>
                  <a:pt x="345" y="198"/>
                </a:lnTo>
                <a:lnTo>
                  <a:pt x="346" y="199"/>
                </a:lnTo>
                <a:lnTo>
                  <a:pt x="345" y="200"/>
                </a:lnTo>
                <a:lnTo>
                  <a:pt x="346" y="201"/>
                </a:lnTo>
                <a:lnTo>
                  <a:pt x="346" y="202"/>
                </a:lnTo>
                <a:lnTo>
                  <a:pt x="347" y="202"/>
                </a:lnTo>
                <a:lnTo>
                  <a:pt x="348" y="202"/>
                </a:lnTo>
                <a:lnTo>
                  <a:pt x="349" y="201"/>
                </a:lnTo>
                <a:lnTo>
                  <a:pt x="350" y="201"/>
                </a:lnTo>
                <a:lnTo>
                  <a:pt x="351" y="201"/>
                </a:lnTo>
                <a:lnTo>
                  <a:pt x="352" y="201"/>
                </a:lnTo>
                <a:lnTo>
                  <a:pt x="352" y="200"/>
                </a:lnTo>
                <a:lnTo>
                  <a:pt x="352" y="201"/>
                </a:lnTo>
                <a:lnTo>
                  <a:pt x="351" y="201"/>
                </a:lnTo>
                <a:lnTo>
                  <a:pt x="352" y="202"/>
                </a:lnTo>
                <a:lnTo>
                  <a:pt x="353" y="201"/>
                </a:lnTo>
                <a:lnTo>
                  <a:pt x="353" y="200"/>
                </a:lnTo>
                <a:lnTo>
                  <a:pt x="354" y="199"/>
                </a:lnTo>
                <a:lnTo>
                  <a:pt x="355" y="199"/>
                </a:lnTo>
                <a:lnTo>
                  <a:pt x="356" y="199"/>
                </a:lnTo>
                <a:lnTo>
                  <a:pt x="356" y="198"/>
                </a:lnTo>
                <a:lnTo>
                  <a:pt x="357" y="198"/>
                </a:lnTo>
                <a:lnTo>
                  <a:pt x="356" y="198"/>
                </a:lnTo>
                <a:lnTo>
                  <a:pt x="356" y="197"/>
                </a:lnTo>
                <a:lnTo>
                  <a:pt x="357" y="197"/>
                </a:lnTo>
                <a:lnTo>
                  <a:pt x="358" y="197"/>
                </a:lnTo>
                <a:lnTo>
                  <a:pt x="358" y="196"/>
                </a:lnTo>
                <a:lnTo>
                  <a:pt x="359" y="196"/>
                </a:lnTo>
                <a:lnTo>
                  <a:pt x="359" y="195"/>
                </a:lnTo>
                <a:lnTo>
                  <a:pt x="359" y="194"/>
                </a:lnTo>
                <a:lnTo>
                  <a:pt x="360" y="194"/>
                </a:lnTo>
                <a:lnTo>
                  <a:pt x="361" y="194"/>
                </a:lnTo>
                <a:lnTo>
                  <a:pt x="360" y="195"/>
                </a:lnTo>
                <a:lnTo>
                  <a:pt x="361" y="195"/>
                </a:lnTo>
                <a:lnTo>
                  <a:pt x="362" y="195"/>
                </a:lnTo>
                <a:lnTo>
                  <a:pt x="362" y="196"/>
                </a:lnTo>
                <a:lnTo>
                  <a:pt x="363" y="196"/>
                </a:lnTo>
                <a:lnTo>
                  <a:pt x="363" y="197"/>
                </a:lnTo>
                <a:lnTo>
                  <a:pt x="362" y="197"/>
                </a:lnTo>
                <a:lnTo>
                  <a:pt x="361" y="198"/>
                </a:lnTo>
                <a:lnTo>
                  <a:pt x="362" y="198"/>
                </a:lnTo>
                <a:lnTo>
                  <a:pt x="363" y="198"/>
                </a:lnTo>
                <a:lnTo>
                  <a:pt x="364" y="199"/>
                </a:lnTo>
                <a:lnTo>
                  <a:pt x="364" y="200"/>
                </a:lnTo>
                <a:lnTo>
                  <a:pt x="363" y="200"/>
                </a:lnTo>
                <a:lnTo>
                  <a:pt x="363" y="201"/>
                </a:lnTo>
                <a:lnTo>
                  <a:pt x="363" y="202"/>
                </a:lnTo>
                <a:lnTo>
                  <a:pt x="364" y="202"/>
                </a:lnTo>
                <a:lnTo>
                  <a:pt x="365" y="202"/>
                </a:lnTo>
                <a:lnTo>
                  <a:pt x="365" y="201"/>
                </a:lnTo>
                <a:lnTo>
                  <a:pt x="366" y="201"/>
                </a:lnTo>
                <a:lnTo>
                  <a:pt x="366" y="202"/>
                </a:lnTo>
                <a:lnTo>
                  <a:pt x="367" y="202"/>
                </a:lnTo>
                <a:lnTo>
                  <a:pt x="367" y="201"/>
                </a:lnTo>
                <a:lnTo>
                  <a:pt x="368" y="201"/>
                </a:lnTo>
                <a:lnTo>
                  <a:pt x="369" y="201"/>
                </a:lnTo>
                <a:lnTo>
                  <a:pt x="369" y="200"/>
                </a:lnTo>
                <a:lnTo>
                  <a:pt x="371" y="200"/>
                </a:lnTo>
                <a:lnTo>
                  <a:pt x="371" y="199"/>
                </a:lnTo>
                <a:lnTo>
                  <a:pt x="372" y="199"/>
                </a:lnTo>
                <a:lnTo>
                  <a:pt x="371" y="200"/>
                </a:lnTo>
                <a:lnTo>
                  <a:pt x="371" y="201"/>
                </a:lnTo>
                <a:lnTo>
                  <a:pt x="370" y="201"/>
                </a:lnTo>
                <a:lnTo>
                  <a:pt x="370" y="202"/>
                </a:lnTo>
                <a:lnTo>
                  <a:pt x="369" y="202"/>
                </a:lnTo>
                <a:lnTo>
                  <a:pt x="369" y="203"/>
                </a:lnTo>
                <a:lnTo>
                  <a:pt x="368" y="203"/>
                </a:lnTo>
                <a:lnTo>
                  <a:pt x="367" y="204"/>
                </a:lnTo>
                <a:lnTo>
                  <a:pt x="366" y="204"/>
                </a:lnTo>
                <a:lnTo>
                  <a:pt x="367" y="204"/>
                </a:lnTo>
                <a:lnTo>
                  <a:pt x="367" y="205"/>
                </a:lnTo>
                <a:lnTo>
                  <a:pt x="366" y="205"/>
                </a:lnTo>
                <a:lnTo>
                  <a:pt x="365" y="205"/>
                </a:lnTo>
                <a:lnTo>
                  <a:pt x="365" y="204"/>
                </a:lnTo>
                <a:lnTo>
                  <a:pt x="365" y="205"/>
                </a:lnTo>
                <a:lnTo>
                  <a:pt x="364" y="206"/>
                </a:lnTo>
                <a:lnTo>
                  <a:pt x="363" y="206"/>
                </a:lnTo>
                <a:lnTo>
                  <a:pt x="363" y="205"/>
                </a:lnTo>
                <a:lnTo>
                  <a:pt x="364" y="205"/>
                </a:lnTo>
                <a:lnTo>
                  <a:pt x="363" y="205"/>
                </a:lnTo>
                <a:lnTo>
                  <a:pt x="363" y="204"/>
                </a:lnTo>
                <a:lnTo>
                  <a:pt x="362" y="204"/>
                </a:lnTo>
                <a:lnTo>
                  <a:pt x="362" y="203"/>
                </a:lnTo>
                <a:lnTo>
                  <a:pt x="361" y="203"/>
                </a:lnTo>
                <a:lnTo>
                  <a:pt x="361" y="204"/>
                </a:lnTo>
                <a:lnTo>
                  <a:pt x="360" y="204"/>
                </a:lnTo>
                <a:lnTo>
                  <a:pt x="359" y="204"/>
                </a:lnTo>
                <a:lnTo>
                  <a:pt x="357" y="206"/>
                </a:lnTo>
                <a:lnTo>
                  <a:pt x="357" y="207"/>
                </a:lnTo>
                <a:lnTo>
                  <a:pt x="358" y="207"/>
                </a:lnTo>
                <a:lnTo>
                  <a:pt x="359" y="207"/>
                </a:lnTo>
                <a:lnTo>
                  <a:pt x="359" y="208"/>
                </a:lnTo>
                <a:lnTo>
                  <a:pt x="358" y="209"/>
                </a:lnTo>
                <a:lnTo>
                  <a:pt x="357" y="209"/>
                </a:lnTo>
                <a:lnTo>
                  <a:pt x="357" y="208"/>
                </a:lnTo>
                <a:lnTo>
                  <a:pt x="356" y="208"/>
                </a:lnTo>
                <a:lnTo>
                  <a:pt x="356" y="207"/>
                </a:lnTo>
                <a:lnTo>
                  <a:pt x="355" y="207"/>
                </a:lnTo>
                <a:lnTo>
                  <a:pt x="353" y="207"/>
                </a:lnTo>
                <a:lnTo>
                  <a:pt x="353" y="208"/>
                </a:lnTo>
                <a:lnTo>
                  <a:pt x="354" y="208"/>
                </a:lnTo>
                <a:lnTo>
                  <a:pt x="353" y="208"/>
                </a:lnTo>
                <a:lnTo>
                  <a:pt x="351" y="209"/>
                </a:lnTo>
                <a:lnTo>
                  <a:pt x="350" y="209"/>
                </a:lnTo>
                <a:lnTo>
                  <a:pt x="349" y="209"/>
                </a:lnTo>
                <a:lnTo>
                  <a:pt x="348" y="209"/>
                </a:lnTo>
                <a:lnTo>
                  <a:pt x="347" y="209"/>
                </a:lnTo>
                <a:lnTo>
                  <a:pt x="346" y="210"/>
                </a:lnTo>
                <a:lnTo>
                  <a:pt x="345" y="210"/>
                </a:lnTo>
                <a:lnTo>
                  <a:pt x="344" y="210"/>
                </a:lnTo>
                <a:lnTo>
                  <a:pt x="343" y="210"/>
                </a:lnTo>
                <a:lnTo>
                  <a:pt x="342" y="211"/>
                </a:lnTo>
                <a:lnTo>
                  <a:pt x="342" y="212"/>
                </a:lnTo>
                <a:lnTo>
                  <a:pt x="343" y="211"/>
                </a:lnTo>
                <a:lnTo>
                  <a:pt x="344" y="211"/>
                </a:lnTo>
                <a:lnTo>
                  <a:pt x="345" y="212"/>
                </a:lnTo>
                <a:lnTo>
                  <a:pt x="344" y="212"/>
                </a:lnTo>
                <a:lnTo>
                  <a:pt x="345" y="212"/>
                </a:lnTo>
                <a:lnTo>
                  <a:pt x="346" y="213"/>
                </a:lnTo>
                <a:lnTo>
                  <a:pt x="346" y="214"/>
                </a:lnTo>
                <a:lnTo>
                  <a:pt x="345" y="214"/>
                </a:lnTo>
                <a:lnTo>
                  <a:pt x="344" y="215"/>
                </a:lnTo>
                <a:lnTo>
                  <a:pt x="345" y="215"/>
                </a:lnTo>
                <a:lnTo>
                  <a:pt x="345" y="216"/>
                </a:lnTo>
                <a:lnTo>
                  <a:pt x="344" y="217"/>
                </a:lnTo>
                <a:lnTo>
                  <a:pt x="343" y="217"/>
                </a:lnTo>
                <a:lnTo>
                  <a:pt x="342" y="217"/>
                </a:lnTo>
                <a:lnTo>
                  <a:pt x="342" y="218"/>
                </a:lnTo>
                <a:lnTo>
                  <a:pt x="342" y="219"/>
                </a:lnTo>
                <a:lnTo>
                  <a:pt x="341" y="219"/>
                </a:lnTo>
                <a:lnTo>
                  <a:pt x="340" y="219"/>
                </a:lnTo>
                <a:lnTo>
                  <a:pt x="340" y="220"/>
                </a:lnTo>
                <a:lnTo>
                  <a:pt x="339" y="220"/>
                </a:lnTo>
                <a:lnTo>
                  <a:pt x="339" y="222"/>
                </a:lnTo>
                <a:lnTo>
                  <a:pt x="340" y="222"/>
                </a:lnTo>
                <a:lnTo>
                  <a:pt x="340" y="223"/>
                </a:lnTo>
                <a:lnTo>
                  <a:pt x="339" y="224"/>
                </a:lnTo>
                <a:lnTo>
                  <a:pt x="338" y="224"/>
                </a:lnTo>
                <a:lnTo>
                  <a:pt x="336" y="224"/>
                </a:lnTo>
                <a:lnTo>
                  <a:pt x="335" y="224"/>
                </a:lnTo>
                <a:lnTo>
                  <a:pt x="335" y="225"/>
                </a:lnTo>
                <a:lnTo>
                  <a:pt x="335" y="226"/>
                </a:lnTo>
                <a:lnTo>
                  <a:pt x="333" y="229"/>
                </a:lnTo>
                <a:lnTo>
                  <a:pt x="332" y="229"/>
                </a:lnTo>
                <a:lnTo>
                  <a:pt x="332" y="230"/>
                </a:lnTo>
                <a:lnTo>
                  <a:pt x="331" y="231"/>
                </a:lnTo>
                <a:lnTo>
                  <a:pt x="331" y="232"/>
                </a:lnTo>
                <a:lnTo>
                  <a:pt x="331" y="234"/>
                </a:lnTo>
                <a:lnTo>
                  <a:pt x="330" y="235"/>
                </a:lnTo>
                <a:lnTo>
                  <a:pt x="329" y="236"/>
                </a:lnTo>
                <a:lnTo>
                  <a:pt x="330" y="236"/>
                </a:lnTo>
                <a:lnTo>
                  <a:pt x="331" y="236"/>
                </a:lnTo>
                <a:lnTo>
                  <a:pt x="331" y="235"/>
                </a:lnTo>
                <a:lnTo>
                  <a:pt x="331" y="234"/>
                </a:lnTo>
                <a:lnTo>
                  <a:pt x="331" y="233"/>
                </a:lnTo>
                <a:lnTo>
                  <a:pt x="332" y="232"/>
                </a:lnTo>
                <a:lnTo>
                  <a:pt x="333" y="231"/>
                </a:lnTo>
                <a:lnTo>
                  <a:pt x="333" y="230"/>
                </a:lnTo>
                <a:lnTo>
                  <a:pt x="334" y="230"/>
                </a:lnTo>
                <a:lnTo>
                  <a:pt x="335" y="230"/>
                </a:lnTo>
                <a:lnTo>
                  <a:pt x="335" y="231"/>
                </a:lnTo>
                <a:lnTo>
                  <a:pt x="335" y="232"/>
                </a:lnTo>
                <a:lnTo>
                  <a:pt x="336" y="232"/>
                </a:lnTo>
                <a:lnTo>
                  <a:pt x="338" y="233"/>
                </a:lnTo>
                <a:lnTo>
                  <a:pt x="339" y="233"/>
                </a:lnTo>
                <a:lnTo>
                  <a:pt x="340" y="233"/>
                </a:lnTo>
                <a:lnTo>
                  <a:pt x="341" y="234"/>
                </a:lnTo>
                <a:lnTo>
                  <a:pt x="342" y="235"/>
                </a:lnTo>
                <a:lnTo>
                  <a:pt x="346" y="236"/>
                </a:lnTo>
                <a:lnTo>
                  <a:pt x="347" y="235"/>
                </a:lnTo>
                <a:lnTo>
                  <a:pt x="348" y="235"/>
                </a:lnTo>
                <a:lnTo>
                  <a:pt x="349" y="235"/>
                </a:lnTo>
                <a:lnTo>
                  <a:pt x="350" y="236"/>
                </a:lnTo>
                <a:lnTo>
                  <a:pt x="350" y="237"/>
                </a:lnTo>
                <a:lnTo>
                  <a:pt x="349" y="240"/>
                </a:lnTo>
                <a:lnTo>
                  <a:pt x="349" y="241"/>
                </a:lnTo>
                <a:lnTo>
                  <a:pt x="348" y="242"/>
                </a:lnTo>
                <a:lnTo>
                  <a:pt x="348" y="243"/>
                </a:lnTo>
                <a:lnTo>
                  <a:pt x="347" y="244"/>
                </a:lnTo>
                <a:lnTo>
                  <a:pt x="347" y="246"/>
                </a:lnTo>
                <a:lnTo>
                  <a:pt x="347" y="247"/>
                </a:lnTo>
                <a:lnTo>
                  <a:pt x="346" y="247"/>
                </a:lnTo>
                <a:lnTo>
                  <a:pt x="345" y="247"/>
                </a:lnTo>
                <a:lnTo>
                  <a:pt x="344" y="247"/>
                </a:lnTo>
                <a:lnTo>
                  <a:pt x="343" y="247"/>
                </a:lnTo>
                <a:lnTo>
                  <a:pt x="342" y="248"/>
                </a:lnTo>
                <a:lnTo>
                  <a:pt x="341" y="249"/>
                </a:lnTo>
                <a:lnTo>
                  <a:pt x="341" y="250"/>
                </a:lnTo>
                <a:lnTo>
                  <a:pt x="341" y="252"/>
                </a:lnTo>
                <a:lnTo>
                  <a:pt x="341" y="253"/>
                </a:lnTo>
                <a:lnTo>
                  <a:pt x="341" y="254"/>
                </a:lnTo>
                <a:lnTo>
                  <a:pt x="340" y="256"/>
                </a:lnTo>
                <a:lnTo>
                  <a:pt x="341" y="256"/>
                </a:lnTo>
                <a:lnTo>
                  <a:pt x="341" y="258"/>
                </a:lnTo>
                <a:lnTo>
                  <a:pt x="341" y="259"/>
                </a:lnTo>
                <a:lnTo>
                  <a:pt x="341" y="260"/>
                </a:lnTo>
                <a:lnTo>
                  <a:pt x="341" y="261"/>
                </a:lnTo>
                <a:lnTo>
                  <a:pt x="342" y="262"/>
                </a:lnTo>
                <a:lnTo>
                  <a:pt x="343" y="262"/>
                </a:lnTo>
                <a:lnTo>
                  <a:pt x="343" y="263"/>
                </a:lnTo>
                <a:lnTo>
                  <a:pt x="342" y="263"/>
                </a:lnTo>
                <a:lnTo>
                  <a:pt x="341" y="264"/>
                </a:lnTo>
                <a:lnTo>
                  <a:pt x="340" y="265"/>
                </a:lnTo>
                <a:lnTo>
                  <a:pt x="340" y="266"/>
                </a:lnTo>
                <a:lnTo>
                  <a:pt x="339" y="267"/>
                </a:lnTo>
                <a:lnTo>
                  <a:pt x="340" y="268"/>
                </a:lnTo>
                <a:lnTo>
                  <a:pt x="339" y="269"/>
                </a:lnTo>
                <a:lnTo>
                  <a:pt x="338" y="270"/>
                </a:lnTo>
                <a:lnTo>
                  <a:pt x="337" y="270"/>
                </a:lnTo>
                <a:lnTo>
                  <a:pt x="336" y="269"/>
                </a:lnTo>
                <a:lnTo>
                  <a:pt x="335" y="269"/>
                </a:lnTo>
                <a:lnTo>
                  <a:pt x="332" y="269"/>
                </a:lnTo>
                <a:lnTo>
                  <a:pt x="332" y="270"/>
                </a:lnTo>
                <a:lnTo>
                  <a:pt x="331" y="270"/>
                </a:lnTo>
                <a:lnTo>
                  <a:pt x="330" y="270"/>
                </a:lnTo>
                <a:lnTo>
                  <a:pt x="329" y="270"/>
                </a:lnTo>
                <a:lnTo>
                  <a:pt x="329" y="271"/>
                </a:lnTo>
                <a:lnTo>
                  <a:pt x="328" y="271"/>
                </a:lnTo>
                <a:lnTo>
                  <a:pt x="327" y="271"/>
                </a:lnTo>
                <a:lnTo>
                  <a:pt x="327" y="272"/>
                </a:lnTo>
                <a:lnTo>
                  <a:pt x="327" y="273"/>
                </a:lnTo>
                <a:lnTo>
                  <a:pt x="327" y="274"/>
                </a:lnTo>
                <a:lnTo>
                  <a:pt x="328" y="273"/>
                </a:lnTo>
                <a:lnTo>
                  <a:pt x="328" y="274"/>
                </a:lnTo>
                <a:lnTo>
                  <a:pt x="328" y="275"/>
                </a:lnTo>
                <a:lnTo>
                  <a:pt x="328" y="274"/>
                </a:lnTo>
                <a:lnTo>
                  <a:pt x="328" y="275"/>
                </a:lnTo>
                <a:lnTo>
                  <a:pt x="329" y="276"/>
                </a:lnTo>
                <a:lnTo>
                  <a:pt x="329" y="275"/>
                </a:lnTo>
                <a:lnTo>
                  <a:pt x="330" y="276"/>
                </a:lnTo>
                <a:lnTo>
                  <a:pt x="331" y="276"/>
                </a:lnTo>
                <a:lnTo>
                  <a:pt x="333" y="276"/>
                </a:lnTo>
                <a:lnTo>
                  <a:pt x="333" y="275"/>
                </a:lnTo>
                <a:lnTo>
                  <a:pt x="334" y="275"/>
                </a:lnTo>
                <a:lnTo>
                  <a:pt x="334" y="276"/>
                </a:lnTo>
                <a:lnTo>
                  <a:pt x="334" y="277"/>
                </a:lnTo>
                <a:lnTo>
                  <a:pt x="334" y="278"/>
                </a:lnTo>
                <a:lnTo>
                  <a:pt x="333" y="279"/>
                </a:lnTo>
                <a:lnTo>
                  <a:pt x="333" y="280"/>
                </a:lnTo>
                <a:lnTo>
                  <a:pt x="334" y="280"/>
                </a:lnTo>
                <a:lnTo>
                  <a:pt x="335" y="280"/>
                </a:lnTo>
                <a:lnTo>
                  <a:pt x="336" y="280"/>
                </a:lnTo>
                <a:lnTo>
                  <a:pt x="337" y="281"/>
                </a:lnTo>
                <a:lnTo>
                  <a:pt x="338" y="280"/>
                </a:lnTo>
                <a:lnTo>
                  <a:pt x="338" y="279"/>
                </a:lnTo>
                <a:lnTo>
                  <a:pt x="339" y="279"/>
                </a:lnTo>
                <a:lnTo>
                  <a:pt x="339" y="280"/>
                </a:lnTo>
                <a:lnTo>
                  <a:pt x="339" y="281"/>
                </a:lnTo>
                <a:lnTo>
                  <a:pt x="339" y="282"/>
                </a:lnTo>
                <a:lnTo>
                  <a:pt x="340" y="282"/>
                </a:lnTo>
                <a:lnTo>
                  <a:pt x="339" y="281"/>
                </a:lnTo>
                <a:lnTo>
                  <a:pt x="340" y="281"/>
                </a:lnTo>
                <a:lnTo>
                  <a:pt x="340" y="282"/>
                </a:lnTo>
                <a:lnTo>
                  <a:pt x="340" y="283"/>
                </a:lnTo>
                <a:lnTo>
                  <a:pt x="340" y="284"/>
                </a:lnTo>
                <a:lnTo>
                  <a:pt x="341" y="284"/>
                </a:lnTo>
                <a:lnTo>
                  <a:pt x="341" y="285"/>
                </a:lnTo>
                <a:lnTo>
                  <a:pt x="340" y="285"/>
                </a:lnTo>
                <a:lnTo>
                  <a:pt x="339" y="286"/>
                </a:lnTo>
                <a:lnTo>
                  <a:pt x="339" y="287"/>
                </a:lnTo>
                <a:lnTo>
                  <a:pt x="340" y="288"/>
                </a:lnTo>
                <a:lnTo>
                  <a:pt x="340" y="289"/>
                </a:lnTo>
                <a:lnTo>
                  <a:pt x="341" y="290"/>
                </a:lnTo>
                <a:lnTo>
                  <a:pt x="341" y="289"/>
                </a:lnTo>
                <a:lnTo>
                  <a:pt x="341" y="290"/>
                </a:lnTo>
                <a:lnTo>
                  <a:pt x="340" y="290"/>
                </a:lnTo>
                <a:lnTo>
                  <a:pt x="340" y="292"/>
                </a:lnTo>
                <a:lnTo>
                  <a:pt x="341" y="292"/>
                </a:lnTo>
                <a:lnTo>
                  <a:pt x="342" y="292"/>
                </a:lnTo>
                <a:lnTo>
                  <a:pt x="343" y="293"/>
                </a:lnTo>
                <a:lnTo>
                  <a:pt x="343" y="292"/>
                </a:lnTo>
                <a:lnTo>
                  <a:pt x="343" y="291"/>
                </a:lnTo>
                <a:lnTo>
                  <a:pt x="343" y="292"/>
                </a:lnTo>
                <a:lnTo>
                  <a:pt x="343" y="293"/>
                </a:lnTo>
                <a:lnTo>
                  <a:pt x="343" y="294"/>
                </a:lnTo>
                <a:lnTo>
                  <a:pt x="342" y="294"/>
                </a:lnTo>
                <a:lnTo>
                  <a:pt x="341" y="294"/>
                </a:lnTo>
                <a:lnTo>
                  <a:pt x="341" y="295"/>
                </a:lnTo>
                <a:lnTo>
                  <a:pt x="340" y="295"/>
                </a:lnTo>
                <a:lnTo>
                  <a:pt x="340" y="296"/>
                </a:lnTo>
                <a:lnTo>
                  <a:pt x="341" y="296"/>
                </a:lnTo>
                <a:lnTo>
                  <a:pt x="341" y="295"/>
                </a:lnTo>
                <a:lnTo>
                  <a:pt x="342" y="296"/>
                </a:lnTo>
                <a:lnTo>
                  <a:pt x="343" y="296"/>
                </a:lnTo>
                <a:lnTo>
                  <a:pt x="344" y="296"/>
                </a:lnTo>
                <a:lnTo>
                  <a:pt x="345" y="297"/>
                </a:lnTo>
                <a:lnTo>
                  <a:pt x="345" y="298"/>
                </a:lnTo>
                <a:lnTo>
                  <a:pt x="344" y="298"/>
                </a:lnTo>
                <a:lnTo>
                  <a:pt x="344" y="299"/>
                </a:lnTo>
                <a:lnTo>
                  <a:pt x="345" y="300"/>
                </a:lnTo>
                <a:lnTo>
                  <a:pt x="344" y="300"/>
                </a:lnTo>
                <a:lnTo>
                  <a:pt x="344" y="301"/>
                </a:lnTo>
                <a:lnTo>
                  <a:pt x="345" y="301"/>
                </a:lnTo>
                <a:lnTo>
                  <a:pt x="345" y="302"/>
                </a:lnTo>
                <a:lnTo>
                  <a:pt x="344" y="302"/>
                </a:lnTo>
                <a:lnTo>
                  <a:pt x="343" y="302"/>
                </a:lnTo>
                <a:lnTo>
                  <a:pt x="342" y="303"/>
                </a:lnTo>
                <a:lnTo>
                  <a:pt x="341" y="303"/>
                </a:lnTo>
                <a:lnTo>
                  <a:pt x="342" y="303"/>
                </a:lnTo>
                <a:lnTo>
                  <a:pt x="343" y="303"/>
                </a:lnTo>
                <a:lnTo>
                  <a:pt x="344" y="303"/>
                </a:lnTo>
                <a:lnTo>
                  <a:pt x="345" y="303"/>
                </a:lnTo>
                <a:lnTo>
                  <a:pt x="344" y="304"/>
                </a:lnTo>
                <a:lnTo>
                  <a:pt x="343" y="305"/>
                </a:lnTo>
                <a:lnTo>
                  <a:pt x="342" y="305"/>
                </a:lnTo>
                <a:lnTo>
                  <a:pt x="341" y="305"/>
                </a:lnTo>
                <a:lnTo>
                  <a:pt x="341" y="304"/>
                </a:lnTo>
                <a:lnTo>
                  <a:pt x="340" y="304"/>
                </a:lnTo>
                <a:lnTo>
                  <a:pt x="340" y="305"/>
                </a:lnTo>
                <a:lnTo>
                  <a:pt x="339" y="305"/>
                </a:lnTo>
                <a:lnTo>
                  <a:pt x="339" y="304"/>
                </a:lnTo>
                <a:lnTo>
                  <a:pt x="339" y="303"/>
                </a:lnTo>
                <a:lnTo>
                  <a:pt x="339" y="302"/>
                </a:lnTo>
                <a:lnTo>
                  <a:pt x="338" y="302"/>
                </a:lnTo>
                <a:lnTo>
                  <a:pt x="338" y="301"/>
                </a:lnTo>
                <a:lnTo>
                  <a:pt x="339" y="301"/>
                </a:lnTo>
                <a:lnTo>
                  <a:pt x="339" y="300"/>
                </a:lnTo>
                <a:lnTo>
                  <a:pt x="338" y="300"/>
                </a:lnTo>
                <a:lnTo>
                  <a:pt x="339" y="299"/>
                </a:lnTo>
                <a:lnTo>
                  <a:pt x="338" y="299"/>
                </a:lnTo>
                <a:lnTo>
                  <a:pt x="338" y="298"/>
                </a:lnTo>
                <a:lnTo>
                  <a:pt x="338" y="297"/>
                </a:lnTo>
                <a:lnTo>
                  <a:pt x="338" y="296"/>
                </a:lnTo>
                <a:lnTo>
                  <a:pt x="338" y="295"/>
                </a:lnTo>
                <a:lnTo>
                  <a:pt x="338" y="294"/>
                </a:lnTo>
                <a:lnTo>
                  <a:pt x="338" y="293"/>
                </a:lnTo>
                <a:lnTo>
                  <a:pt x="337" y="293"/>
                </a:lnTo>
                <a:lnTo>
                  <a:pt x="336" y="293"/>
                </a:lnTo>
                <a:lnTo>
                  <a:pt x="335" y="295"/>
                </a:lnTo>
                <a:lnTo>
                  <a:pt x="334" y="294"/>
                </a:lnTo>
                <a:lnTo>
                  <a:pt x="334" y="295"/>
                </a:lnTo>
                <a:lnTo>
                  <a:pt x="333" y="295"/>
                </a:lnTo>
                <a:lnTo>
                  <a:pt x="333" y="296"/>
                </a:lnTo>
                <a:lnTo>
                  <a:pt x="334" y="296"/>
                </a:lnTo>
                <a:lnTo>
                  <a:pt x="335" y="297"/>
                </a:lnTo>
                <a:lnTo>
                  <a:pt x="336" y="296"/>
                </a:lnTo>
                <a:lnTo>
                  <a:pt x="336" y="297"/>
                </a:lnTo>
                <a:lnTo>
                  <a:pt x="336" y="298"/>
                </a:lnTo>
                <a:lnTo>
                  <a:pt x="336" y="297"/>
                </a:lnTo>
                <a:lnTo>
                  <a:pt x="337" y="297"/>
                </a:lnTo>
                <a:lnTo>
                  <a:pt x="337" y="298"/>
                </a:lnTo>
                <a:lnTo>
                  <a:pt x="337" y="299"/>
                </a:lnTo>
                <a:lnTo>
                  <a:pt x="336" y="299"/>
                </a:lnTo>
                <a:lnTo>
                  <a:pt x="336" y="300"/>
                </a:lnTo>
                <a:lnTo>
                  <a:pt x="335" y="300"/>
                </a:lnTo>
                <a:lnTo>
                  <a:pt x="335" y="301"/>
                </a:lnTo>
                <a:lnTo>
                  <a:pt x="334" y="302"/>
                </a:lnTo>
                <a:lnTo>
                  <a:pt x="335" y="302"/>
                </a:lnTo>
                <a:lnTo>
                  <a:pt x="334" y="303"/>
                </a:lnTo>
                <a:lnTo>
                  <a:pt x="333" y="303"/>
                </a:lnTo>
                <a:lnTo>
                  <a:pt x="333" y="302"/>
                </a:lnTo>
                <a:lnTo>
                  <a:pt x="334" y="302"/>
                </a:lnTo>
                <a:lnTo>
                  <a:pt x="334" y="301"/>
                </a:lnTo>
                <a:lnTo>
                  <a:pt x="333" y="301"/>
                </a:lnTo>
                <a:lnTo>
                  <a:pt x="332" y="301"/>
                </a:lnTo>
                <a:lnTo>
                  <a:pt x="331" y="301"/>
                </a:lnTo>
                <a:lnTo>
                  <a:pt x="330" y="302"/>
                </a:lnTo>
                <a:lnTo>
                  <a:pt x="330" y="303"/>
                </a:lnTo>
                <a:lnTo>
                  <a:pt x="329" y="302"/>
                </a:lnTo>
                <a:lnTo>
                  <a:pt x="330" y="301"/>
                </a:lnTo>
                <a:lnTo>
                  <a:pt x="331" y="301"/>
                </a:lnTo>
                <a:lnTo>
                  <a:pt x="331" y="300"/>
                </a:lnTo>
                <a:lnTo>
                  <a:pt x="332" y="300"/>
                </a:lnTo>
                <a:lnTo>
                  <a:pt x="332" y="299"/>
                </a:lnTo>
                <a:lnTo>
                  <a:pt x="331" y="298"/>
                </a:lnTo>
                <a:lnTo>
                  <a:pt x="331" y="297"/>
                </a:lnTo>
                <a:lnTo>
                  <a:pt x="329" y="296"/>
                </a:lnTo>
                <a:lnTo>
                  <a:pt x="330" y="295"/>
                </a:lnTo>
                <a:lnTo>
                  <a:pt x="331" y="293"/>
                </a:lnTo>
                <a:lnTo>
                  <a:pt x="331" y="292"/>
                </a:lnTo>
                <a:lnTo>
                  <a:pt x="330" y="293"/>
                </a:lnTo>
                <a:lnTo>
                  <a:pt x="330" y="292"/>
                </a:lnTo>
                <a:lnTo>
                  <a:pt x="330" y="293"/>
                </a:lnTo>
                <a:lnTo>
                  <a:pt x="329" y="293"/>
                </a:lnTo>
                <a:lnTo>
                  <a:pt x="328" y="293"/>
                </a:lnTo>
                <a:lnTo>
                  <a:pt x="327" y="293"/>
                </a:lnTo>
                <a:lnTo>
                  <a:pt x="327" y="294"/>
                </a:lnTo>
                <a:lnTo>
                  <a:pt x="326" y="295"/>
                </a:lnTo>
                <a:lnTo>
                  <a:pt x="325" y="296"/>
                </a:lnTo>
                <a:lnTo>
                  <a:pt x="325" y="295"/>
                </a:lnTo>
                <a:lnTo>
                  <a:pt x="325" y="294"/>
                </a:lnTo>
                <a:lnTo>
                  <a:pt x="326" y="294"/>
                </a:lnTo>
                <a:lnTo>
                  <a:pt x="326" y="293"/>
                </a:lnTo>
                <a:lnTo>
                  <a:pt x="326" y="292"/>
                </a:lnTo>
                <a:lnTo>
                  <a:pt x="325" y="291"/>
                </a:lnTo>
                <a:lnTo>
                  <a:pt x="326" y="291"/>
                </a:lnTo>
                <a:lnTo>
                  <a:pt x="327" y="289"/>
                </a:lnTo>
                <a:lnTo>
                  <a:pt x="327" y="288"/>
                </a:lnTo>
                <a:lnTo>
                  <a:pt x="326" y="288"/>
                </a:lnTo>
                <a:lnTo>
                  <a:pt x="325" y="288"/>
                </a:lnTo>
                <a:lnTo>
                  <a:pt x="324" y="288"/>
                </a:lnTo>
                <a:lnTo>
                  <a:pt x="324" y="289"/>
                </a:lnTo>
                <a:lnTo>
                  <a:pt x="321" y="289"/>
                </a:lnTo>
                <a:lnTo>
                  <a:pt x="322" y="287"/>
                </a:lnTo>
                <a:lnTo>
                  <a:pt x="320" y="287"/>
                </a:lnTo>
                <a:lnTo>
                  <a:pt x="320" y="286"/>
                </a:lnTo>
                <a:lnTo>
                  <a:pt x="319" y="286"/>
                </a:lnTo>
                <a:lnTo>
                  <a:pt x="318" y="286"/>
                </a:lnTo>
                <a:lnTo>
                  <a:pt x="318" y="285"/>
                </a:lnTo>
                <a:lnTo>
                  <a:pt x="318" y="284"/>
                </a:lnTo>
                <a:lnTo>
                  <a:pt x="318" y="283"/>
                </a:lnTo>
                <a:lnTo>
                  <a:pt x="317" y="283"/>
                </a:lnTo>
                <a:lnTo>
                  <a:pt x="317" y="284"/>
                </a:lnTo>
                <a:lnTo>
                  <a:pt x="317" y="285"/>
                </a:lnTo>
                <a:lnTo>
                  <a:pt x="317" y="286"/>
                </a:lnTo>
                <a:lnTo>
                  <a:pt x="317" y="287"/>
                </a:lnTo>
                <a:lnTo>
                  <a:pt x="316" y="287"/>
                </a:lnTo>
                <a:lnTo>
                  <a:pt x="317" y="288"/>
                </a:lnTo>
                <a:lnTo>
                  <a:pt x="316" y="289"/>
                </a:lnTo>
                <a:lnTo>
                  <a:pt x="315" y="290"/>
                </a:lnTo>
                <a:lnTo>
                  <a:pt x="315" y="291"/>
                </a:lnTo>
                <a:lnTo>
                  <a:pt x="315" y="292"/>
                </a:lnTo>
                <a:lnTo>
                  <a:pt x="315" y="293"/>
                </a:lnTo>
                <a:lnTo>
                  <a:pt x="315" y="294"/>
                </a:lnTo>
                <a:lnTo>
                  <a:pt x="316" y="294"/>
                </a:lnTo>
                <a:lnTo>
                  <a:pt x="316" y="295"/>
                </a:lnTo>
                <a:lnTo>
                  <a:pt x="317" y="295"/>
                </a:lnTo>
                <a:lnTo>
                  <a:pt x="317" y="296"/>
                </a:lnTo>
                <a:lnTo>
                  <a:pt x="316" y="296"/>
                </a:lnTo>
                <a:lnTo>
                  <a:pt x="316" y="295"/>
                </a:lnTo>
                <a:lnTo>
                  <a:pt x="315" y="295"/>
                </a:lnTo>
                <a:lnTo>
                  <a:pt x="314" y="298"/>
                </a:lnTo>
                <a:lnTo>
                  <a:pt x="313" y="297"/>
                </a:lnTo>
                <a:lnTo>
                  <a:pt x="312" y="297"/>
                </a:lnTo>
                <a:lnTo>
                  <a:pt x="312" y="298"/>
                </a:lnTo>
                <a:lnTo>
                  <a:pt x="311" y="297"/>
                </a:lnTo>
                <a:lnTo>
                  <a:pt x="311" y="296"/>
                </a:lnTo>
                <a:lnTo>
                  <a:pt x="311" y="295"/>
                </a:lnTo>
                <a:lnTo>
                  <a:pt x="310" y="295"/>
                </a:lnTo>
                <a:lnTo>
                  <a:pt x="309" y="295"/>
                </a:lnTo>
                <a:lnTo>
                  <a:pt x="309" y="294"/>
                </a:lnTo>
                <a:lnTo>
                  <a:pt x="309" y="293"/>
                </a:lnTo>
                <a:lnTo>
                  <a:pt x="310" y="292"/>
                </a:lnTo>
                <a:lnTo>
                  <a:pt x="310" y="291"/>
                </a:lnTo>
                <a:lnTo>
                  <a:pt x="311" y="291"/>
                </a:lnTo>
                <a:lnTo>
                  <a:pt x="311" y="290"/>
                </a:lnTo>
                <a:lnTo>
                  <a:pt x="310" y="290"/>
                </a:lnTo>
                <a:lnTo>
                  <a:pt x="309" y="290"/>
                </a:lnTo>
                <a:lnTo>
                  <a:pt x="309" y="289"/>
                </a:lnTo>
                <a:lnTo>
                  <a:pt x="309" y="288"/>
                </a:lnTo>
                <a:lnTo>
                  <a:pt x="309" y="289"/>
                </a:lnTo>
                <a:lnTo>
                  <a:pt x="308" y="289"/>
                </a:lnTo>
                <a:lnTo>
                  <a:pt x="307" y="290"/>
                </a:lnTo>
                <a:lnTo>
                  <a:pt x="306" y="291"/>
                </a:lnTo>
                <a:lnTo>
                  <a:pt x="305" y="291"/>
                </a:lnTo>
                <a:lnTo>
                  <a:pt x="304" y="291"/>
                </a:lnTo>
                <a:lnTo>
                  <a:pt x="304" y="292"/>
                </a:lnTo>
                <a:lnTo>
                  <a:pt x="302" y="292"/>
                </a:lnTo>
                <a:lnTo>
                  <a:pt x="303" y="293"/>
                </a:lnTo>
                <a:lnTo>
                  <a:pt x="302" y="293"/>
                </a:lnTo>
                <a:lnTo>
                  <a:pt x="301" y="293"/>
                </a:lnTo>
                <a:lnTo>
                  <a:pt x="300" y="294"/>
                </a:lnTo>
                <a:lnTo>
                  <a:pt x="299" y="294"/>
                </a:lnTo>
                <a:lnTo>
                  <a:pt x="299" y="295"/>
                </a:lnTo>
                <a:lnTo>
                  <a:pt x="298" y="296"/>
                </a:lnTo>
                <a:lnTo>
                  <a:pt x="298" y="297"/>
                </a:lnTo>
                <a:lnTo>
                  <a:pt x="298" y="298"/>
                </a:lnTo>
                <a:lnTo>
                  <a:pt x="297" y="298"/>
                </a:lnTo>
                <a:lnTo>
                  <a:pt x="296" y="298"/>
                </a:lnTo>
                <a:lnTo>
                  <a:pt x="297" y="299"/>
                </a:lnTo>
                <a:lnTo>
                  <a:pt x="297" y="300"/>
                </a:lnTo>
                <a:lnTo>
                  <a:pt x="298" y="300"/>
                </a:lnTo>
                <a:lnTo>
                  <a:pt x="299" y="301"/>
                </a:lnTo>
                <a:lnTo>
                  <a:pt x="300" y="301"/>
                </a:lnTo>
                <a:lnTo>
                  <a:pt x="302" y="302"/>
                </a:lnTo>
                <a:lnTo>
                  <a:pt x="303" y="302"/>
                </a:lnTo>
                <a:lnTo>
                  <a:pt x="304" y="303"/>
                </a:lnTo>
                <a:lnTo>
                  <a:pt x="305" y="303"/>
                </a:lnTo>
                <a:lnTo>
                  <a:pt x="305" y="304"/>
                </a:lnTo>
                <a:lnTo>
                  <a:pt x="305" y="305"/>
                </a:lnTo>
                <a:lnTo>
                  <a:pt x="306" y="305"/>
                </a:lnTo>
                <a:lnTo>
                  <a:pt x="305" y="306"/>
                </a:lnTo>
                <a:lnTo>
                  <a:pt x="306" y="307"/>
                </a:lnTo>
                <a:lnTo>
                  <a:pt x="307" y="307"/>
                </a:lnTo>
                <a:lnTo>
                  <a:pt x="306" y="308"/>
                </a:lnTo>
                <a:lnTo>
                  <a:pt x="308" y="309"/>
                </a:lnTo>
                <a:lnTo>
                  <a:pt x="308" y="307"/>
                </a:lnTo>
                <a:lnTo>
                  <a:pt x="308" y="306"/>
                </a:lnTo>
                <a:lnTo>
                  <a:pt x="309" y="307"/>
                </a:lnTo>
                <a:lnTo>
                  <a:pt x="310" y="308"/>
                </a:lnTo>
                <a:lnTo>
                  <a:pt x="311" y="308"/>
                </a:lnTo>
                <a:lnTo>
                  <a:pt x="311" y="307"/>
                </a:lnTo>
                <a:lnTo>
                  <a:pt x="312" y="307"/>
                </a:lnTo>
                <a:lnTo>
                  <a:pt x="311" y="307"/>
                </a:lnTo>
                <a:lnTo>
                  <a:pt x="311" y="306"/>
                </a:lnTo>
                <a:lnTo>
                  <a:pt x="312" y="306"/>
                </a:lnTo>
                <a:lnTo>
                  <a:pt x="312" y="307"/>
                </a:lnTo>
                <a:lnTo>
                  <a:pt x="313" y="308"/>
                </a:lnTo>
                <a:lnTo>
                  <a:pt x="313" y="309"/>
                </a:lnTo>
                <a:lnTo>
                  <a:pt x="314" y="310"/>
                </a:lnTo>
                <a:lnTo>
                  <a:pt x="315" y="310"/>
                </a:lnTo>
                <a:lnTo>
                  <a:pt x="316" y="311"/>
                </a:lnTo>
                <a:lnTo>
                  <a:pt x="316" y="312"/>
                </a:lnTo>
                <a:lnTo>
                  <a:pt x="317" y="312"/>
                </a:lnTo>
                <a:lnTo>
                  <a:pt x="318" y="312"/>
                </a:lnTo>
                <a:lnTo>
                  <a:pt x="319" y="312"/>
                </a:lnTo>
                <a:lnTo>
                  <a:pt x="319" y="313"/>
                </a:lnTo>
                <a:lnTo>
                  <a:pt x="318" y="314"/>
                </a:lnTo>
                <a:lnTo>
                  <a:pt x="317" y="314"/>
                </a:lnTo>
                <a:lnTo>
                  <a:pt x="315" y="315"/>
                </a:lnTo>
                <a:lnTo>
                  <a:pt x="315" y="316"/>
                </a:lnTo>
                <a:lnTo>
                  <a:pt x="314" y="315"/>
                </a:lnTo>
                <a:lnTo>
                  <a:pt x="313" y="315"/>
                </a:lnTo>
                <a:lnTo>
                  <a:pt x="312" y="315"/>
                </a:lnTo>
                <a:lnTo>
                  <a:pt x="311" y="316"/>
                </a:lnTo>
                <a:lnTo>
                  <a:pt x="312" y="316"/>
                </a:lnTo>
                <a:lnTo>
                  <a:pt x="312" y="318"/>
                </a:lnTo>
                <a:lnTo>
                  <a:pt x="312" y="319"/>
                </a:lnTo>
                <a:lnTo>
                  <a:pt x="313" y="319"/>
                </a:lnTo>
                <a:lnTo>
                  <a:pt x="313" y="320"/>
                </a:lnTo>
                <a:lnTo>
                  <a:pt x="311" y="321"/>
                </a:lnTo>
                <a:lnTo>
                  <a:pt x="311" y="322"/>
                </a:lnTo>
                <a:lnTo>
                  <a:pt x="310" y="322"/>
                </a:lnTo>
                <a:lnTo>
                  <a:pt x="310" y="321"/>
                </a:lnTo>
                <a:lnTo>
                  <a:pt x="309" y="321"/>
                </a:lnTo>
                <a:lnTo>
                  <a:pt x="308" y="321"/>
                </a:lnTo>
                <a:lnTo>
                  <a:pt x="307" y="320"/>
                </a:lnTo>
                <a:lnTo>
                  <a:pt x="305" y="320"/>
                </a:lnTo>
                <a:lnTo>
                  <a:pt x="304" y="321"/>
                </a:lnTo>
                <a:lnTo>
                  <a:pt x="303" y="321"/>
                </a:lnTo>
                <a:lnTo>
                  <a:pt x="302" y="321"/>
                </a:lnTo>
                <a:lnTo>
                  <a:pt x="301" y="320"/>
                </a:lnTo>
                <a:lnTo>
                  <a:pt x="300" y="319"/>
                </a:lnTo>
                <a:lnTo>
                  <a:pt x="299" y="319"/>
                </a:lnTo>
                <a:lnTo>
                  <a:pt x="299" y="318"/>
                </a:lnTo>
                <a:lnTo>
                  <a:pt x="298" y="317"/>
                </a:lnTo>
                <a:lnTo>
                  <a:pt x="299" y="316"/>
                </a:lnTo>
                <a:lnTo>
                  <a:pt x="298" y="316"/>
                </a:lnTo>
                <a:lnTo>
                  <a:pt x="297" y="315"/>
                </a:lnTo>
                <a:lnTo>
                  <a:pt x="297" y="316"/>
                </a:lnTo>
                <a:lnTo>
                  <a:pt x="297" y="317"/>
                </a:lnTo>
                <a:lnTo>
                  <a:pt x="296" y="317"/>
                </a:lnTo>
                <a:lnTo>
                  <a:pt x="296" y="318"/>
                </a:lnTo>
                <a:lnTo>
                  <a:pt x="295" y="319"/>
                </a:lnTo>
                <a:lnTo>
                  <a:pt x="296" y="322"/>
                </a:lnTo>
                <a:lnTo>
                  <a:pt x="297" y="322"/>
                </a:lnTo>
                <a:lnTo>
                  <a:pt x="297" y="323"/>
                </a:lnTo>
                <a:lnTo>
                  <a:pt x="298" y="323"/>
                </a:lnTo>
                <a:lnTo>
                  <a:pt x="298" y="322"/>
                </a:lnTo>
                <a:lnTo>
                  <a:pt x="298" y="323"/>
                </a:lnTo>
                <a:lnTo>
                  <a:pt x="297" y="324"/>
                </a:lnTo>
                <a:lnTo>
                  <a:pt x="298" y="325"/>
                </a:lnTo>
                <a:lnTo>
                  <a:pt x="299" y="325"/>
                </a:lnTo>
                <a:lnTo>
                  <a:pt x="299" y="324"/>
                </a:lnTo>
                <a:lnTo>
                  <a:pt x="300" y="324"/>
                </a:lnTo>
                <a:lnTo>
                  <a:pt x="300" y="325"/>
                </a:lnTo>
                <a:lnTo>
                  <a:pt x="300" y="327"/>
                </a:lnTo>
                <a:lnTo>
                  <a:pt x="299" y="327"/>
                </a:lnTo>
                <a:lnTo>
                  <a:pt x="299" y="326"/>
                </a:lnTo>
                <a:lnTo>
                  <a:pt x="295" y="328"/>
                </a:lnTo>
                <a:lnTo>
                  <a:pt x="294" y="328"/>
                </a:lnTo>
                <a:lnTo>
                  <a:pt x="293" y="328"/>
                </a:lnTo>
                <a:lnTo>
                  <a:pt x="292" y="328"/>
                </a:lnTo>
                <a:lnTo>
                  <a:pt x="292" y="329"/>
                </a:lnTo>
                <a:lnTo>
                  <a:pt x="291" y="329"/>
                </a:lnTo>
                <a:lnTo>
                  <a:pt x="292" y="328"/>
                </a:lnTo>
                <a:lnTo>
                  <a:pt x="291" y="328"/>
                </a:lnTo>
                <a:lnTo>
                  <a:pt x="290" y="328"/>
                </a:lnTo>
                <a:lnTo>
                  <a:pt x="290" y="327"/>
                </a:lnTo>
                <a:lnTo>
                  <a:pt x="289" y="327"/>
                </a:lnTo>
                <a:lnTo>
                  <a:pt x="288" y="327"/>
                </a:lnTo>
                <a:lnTo>
                  <a:pt x="288" y="326"/>
                </a:lnTo>
                <a:lnTo>
                  <a:pt x="288" y="325"/>
                </a:lnTo>
                <a:lnTo>
                  <a:pt x="288" y="324"/>
                </a:lnTo>
                <a:lnTo>
                  <a:pt x="288" y="323"/>
                </a:lnTo>
                <a:lnTo>
                  <a:pt x="289" y="322"/>
                </a:lnTo>
                <a:lnTo>
                  <a:pt x="289" y="323"/>
                </a:lnTo>
                <a:lnTo>
                  <a:pt x="290" y="323"/>
                </a:lnTo>
                <a:lnTo>
                  <a:pt x="291" y="322"/>
                </a:lnTo>
                <a:lnTo>
                  <a:pt x="292" y="321"/>
                </a:lnTo>
                <a:lnTo>
                  <a:pt x="292" y="320"/>
                </a:lnTo>
                <a:lnTo>
                  <a:pt x="292" y="319"/>
                </a:lnTo>
                <a:lnTo>
                  <a:pt x="292" y="318"/>
                </a:lnTo>
                <a:lnTo>
                  <a:pt x="292" y="319"/>
                </a:lnTo>
                <a:lnTo>
                  <a:pt x="293" y="317"/>
                </a:lnTo>
                <a:lnTo>
                  <a:pt x="292" y="317"/>
                </a:lnTo>
                <a:lnTo>
                  <a:pt x="293" y="317"/>
                </a:lnTo>
                <a:lnTo>
                  <a:pt x="292" y="317"/>
                </a:lnTo>
                <a:lnTo>
                  <a:pt x="292" y="318"/>
                </a:lnTo>
                <a:lnTo>
                  <a:pt x="291" y="318"/>
                </a:lnTo>
                <a:lnTo>
                  <a:pt x="291" y="317"/>
                </a:lnTo>
                <a:lnTo>
                  <a:pt x="292" y="317"/>
                </a:lnTo>
                <a:lnTo>
                  <a:pt x="292" y="316"/>
                </a:lnTo>
                <a:lnTo>
                  <a:pt x="291" y="317"/>
                </a:lnTo>
                <a:lnTo>
                  <a:pt x="289" y="317"/>
                </a:lnTo>
                <a:lnTo>
                  <a:pt x="287" y="318"/>
                </a:lnTo>
                <a:lnTo>
                  <a:pt x="286" y="317"/>
                </a:lnTo>
                <a:lnTo>
                  <a:pt x="287" y="317"/>
                </a:lnTo>
                <a:lnTo>
                  <a:pt x="287" y="316"/>
                </a:lnTo>
                <a:lnTo>
                  <a:pt x="289" y="316"/>
                </a:lnTo>
                <a:lnTo>
                  <a:pt x="291" y="316"/>
                </a:lnTo>
                <a:lnTo>
                  <a:pt x="291" y="315"/>
                </a:lnTo>
                <a:lnTo>
                  <a:pt x="290" y="315"/>
                </a:lnTo>
                <a:lnTo>
                  <a:pt x="290" y="316"/>
                </a:lnTo>
                <a:lnTo>
                  <a:pt x="290" y="315"/>
                </a:lnTo>
                <a:lnTo>
                  <a:pt x="289" y="315"/>
                </a:lnTo>
                <a:lnTo>
                  <a:pt x="289" y="316"/>
                </a:lnTo>
                <a:lnTo>
                  <a:pt x="288" y="316"/>
                </a:lnTo>
                <a:lnTo>
                  <a:pt x="287" y="317"/>
                </a:lnTo>
                <a:lnTo>
                  <a:pt x="286" y="317"/>
                </a:lnTo>
                <a:lnTo>
                  <a:pt x="286" y="318"/>
                </a:lnTo>
                <a:lnTo>
                  <a:pt x="285" y="318"/>
                </a:lnTo>
                <a:lnTo>
                  <a:pt x="284" y="318"/>
                </a:lnTo>
                <a:lnTo>
                  <a:pt x="284" y="317"/>
                </a:lnTo>
                <a:lnTo>
                  <a:pt x="283" y="316"/>
                </a:lnTo>
                <a:lnTo>
                  <a:pt x="284" y="316"/>
                </a:lnTo>
                <a:lnTo>
                  <a:pt x="284" y="315"/>
                </a:lnTo>
                <a:lnTo>
                  <a:pt x="284" y="314"/>
                </a:lnTo>
                <a:lnTo>
                  <a:pt x="285" y="314"/>
                </a:lnTo>
                <a:lnTo>
                  <a:pt x="285" y="313"/>
                </a:lnTo>
                <a:lnTo>
                  <a:pt x="286" y="314"/>
                </a:lnTo>
                <a:lnTo>
                  <a:pt x="287" y="313"/>
                </a:lnTo>
                <a:lnTo>
                  <a:pt x="288" y="313"/>
                </a:lnTo>
                <a:lnTo>
                  <a:pt x="288" y="312"/>
                </a:lnTo>
                <a:lnTo>
                  <a:pt x="288" y="311"/>
                </a:lnTo>
                <a:lnTo>
                  <a:pt x="287" y="311"/>
                </a:lnTo>
                <a:lnTo>
                  <a:pt x="286" y="311"/>
                </a:lnTo>
                <a:lnTo>
                  <a:pt x="285" y="311"/>
                </a:lnTo>
                <a:lnTo>
                  <a:pt x="285" y="310"/>
                </a:lnTo>
                <a:lnTo>
                  <a:pt x="284" y="310"/>
                </a:lnTo>
                <a:lnTo>
                  <a:pt x="284" y="311"/>
                </a:lnTo>
                <a:lnTo>
                  <a:pt x="283" y="311"/>
                </a:lnTo>
                <a:lnTo>
                  <a:pt x="282" y="311"/>
                </a:lnTo>
                <a:lnTo>
                  <a:pt x="281" y="312"/>
                </a:lnTo>
                <a:lnTo>
                  <a:pt x="278" y="313"/>
                </a:lnTo>
                <a:lnTo>
                  <a:pt x="277" y="313"/>
                </a:lnTo>
                <a:lnTo>
                  <a:pt x="277" y="314"/>
                </a:lnTo>
                <a:lnTo>
                  <a:pt x="278" y="314"/>
                </a:lnTo>
                <a:lnTo>
                  <a:pt x="277" y="314"/>
                </a:lnTo>
                <a:lnTo>
                  <a:pt x="276" y="314"/>
                </a:lnTo>
                <a:lnTo>
                  <a:pt x="276" y="315"/>
                </a:lnTo>
                <a:lnTo>
                  <a:pt x="275" y="315"/>
                </a:lnTo>
                <a:lnTo>
                  <a:pt x="274" y="315"/>
                </a:lnTo>
                <a:lnTo>
                  <a:pt x="275" y="315"/>
                </a:lnTo>
                <a:lnTo>
                  <a:pt x="276" y="315"/>
                </a:lnTo>
                <a:lnTo>
                  <a:pt x="277" y="315"/>
                </a:lnTo>
                <a:lnTo>
                  <a:pt x="278" y="315"/>
                </a:lnTo>
                <a:lnTo>
                  <a:pt x="278" y="316"/>
                </a:lnTo>
                <a:lnTo>
                  <a:pt x="279" y="316"/>
                </a:lnTo>
                <a:lnTo>
                  <a:pt x="279" y="317"/>
                </a:lnTo>
                <a:lnTo>
                  <a:pt x="280" y="317"/>
                </a:lnTo>
                <a:lnTo>
                  <a:pt x="280" y="318"/>
                </a:lnTo>
                <a:lnTo>
                  <a:pt x="280" y="319"/>
                </a:lnTo>
                <a:lnTo>
                  <a:pt x="281" y="319"/>
                </a:lnTo>
                <a:lnTo>
                  <a:pt x="282" y="319"/>
                </a:lnTo>
                <a:lnTo>
                  <a:pt x="282" y="318"/>
                </a:lnTo>
                <a:lnTo>
                  <a:pt x="283" y="319"/>
                </a:lnTo>
                <a:lnTo>
                  <a:pt x="284" y="319"/>
                </a:lnTo>
                <a:lnTo>
                  <a:pt x="284" y="320"/>
                </a:lnTo>
                <a:lnTo>
                  <a:pt x="283" y="321"/>
                </a:lnTo>
                <a:lnTo>
                  <a:pt x="284" y="321"/>
                </a:lnTo>
                <a:lnTo>
                  <a:pt x="284" y="322"/>
                </a:lnTo>
                <a:lnTo>
                  <a:pt x="284" y="323"/>
                </a:lnTo>
                <a:lnTo>
                  <a:pt x="283" y="323"/>
                </a:lnTo>
                <a:lnTo>
                  <a:pt x="282" y="324"/>
                </a:lnTo>
                <a:lnTo>
                  <a:pt x="281" y="324"/>
                </a:lnTo>
                <a:lnTo>
                  <a:pt x="280" y="325"/>
                </a:lnTo>
                <a:lnTo>
                  <a:pt x="280" y="326"/>
                </a:lnTo>
                <a:lnTo>
                  <a:pt x="280" y="327"/>
                </a:lnTo>
                <a:lnTo>
                  <a:pt x="281" y="327"/>
                </a:lnTo>
                <a:lnTo>
                  <a:pt x="282" y="327"/>
                </a:lnTo>
                <a:lnTo>
                  <a:pt x="283" y="327"/>
                </a:lnTo>
                <a:lnTo>
                  <a:pt x="283" y="328"/>
                </a:lnTo>
                <a:lnTo>
                  <a:pt x="282" y="328"/>
                </a:lnTo>
                <a:lnTo>
                  <a:pt x="281" y="328"/>
                </a:lnTo>
                <a:lnTo>
                  <a:pt x="281" y="329"/>
                </a:lnTo>
                <a:lnTo>
                  <a:pt x="280" y="329"/>
                </a:lnTo>
                <a:lnTo>
                  <a:pt x="277" y="329"/>
                </a:lnTo>
                <a:lnTo>
                  <a:pt x="278" y="329"/>
                </a:lnTo>
                <a:lnTo>
                  <a:pt x="277" y="330"/>
                </a:lnTo>
                <a:lnTo>
                  <a:pt x="276" y="330"/>
                </a:lnTo>
                <a:lnTo>
                  <a:pt x="276" y="329"/>
                </a:lnTo>
                <a:lnTo>
                  <a:pt x="276" y="330"/>
                </a:lnTo>
                <a:lnTo>
                  <a:pt x="275" y="330"/>
                </a:lnTo>
                <a:lnTo>
                  <a:pt x="274" y="330"/>
                </a:lnTo>
                <a:lnTo>
                  <a:pt x="273" y="331"/>
                </a:lnTo>
                <a:lnTo>
                  <a:pt x="274" y="331"/>
                </a:lnTo>
                <a:lnTo>
                  <a:pt x="275" y="331"/>
                </a:lnTo>
                <a:lnTo>
                  <a:pt x="275" y="332"/>
                </a:lnTo>
                <a:lnTo>
                  <a:pt x="276" y="332"/>
                </a:lnTo>
                <a:lnTo>
                  <a:pt x="277" y="333"/>
                </a:lnTo>
                <a:lnTo>
                  <a:pt x="279" y="335"/>
                </a:lnTo>
                <a:lnTo>
                  <a:pt x="280" y="335"/>
                </a:lnTo>
                <a:lnTo>
                  <a:pt x="280" y="336"/>
                </a:lnTo>
                <a:lnTo>
                  <a:pt x="281" y="336"/>
                </a:lnTo>
                <a:lnTo>
                  <a:pt x="282" y="337"/>
                </a:lnTo>
                <a:lnTo>
                  <a:pt x="283" y="337"/>
                </a:lnTo>
                <a:lnTo>
                  <a:pt x="283" y="338"/>
                </a:lnTo>
                <a:lnTo>
                  <a:pt x="284" y="338"/>
                </a:lnTo>
                <a:lnTo>
                  <a:pt x="285" y="337"/>
                </a:lnTo>
                <a:lnTo>
                  <a:pt x="285" y="336"/>
                </a:lnTo>
                <a:lnTo>
                  <a:pt x="284" y="336"/>
                </a:lnTo>
                <a:lnTo>
                  <a:pt x="284" y="335"/>
                </a:lnTo>
                <a:lnTo>
                  <a:pt x="285" y="336"/>
                </a:lnTo>
                <a:lnTo>
                  <a:pt x="285" y="335"/>
                </a:lnTo>
                <a:lnTo>
                  <a:pt x="285" y="334"/>
                </a:lnTo>
                <a:lnTo>
                  <a:pt x="286" y="334"/>
                </a:lnTo>
                <a:lnTo>
                  <a:pt x="287" y="334"/>
                </a:lnTo>
                <a:lnTo>
                  <a:pt x="287" y="335"/>
                </a:lnTo>
                <a:lnTo>
                  <a:pt x="287" y="336"/>
                </a:lnTo>
                <a:lnTo>
                  <a:pt x="286" y="336"/>
                </a:lnTo>
                <a:lnTo>
                  <a:pt x="286" y="337"/>
                </a:lnTo>
                <a:lnTo>
                  <a:pt x="285" y="339"/>
                </a:lnTo>
                <a:lnTo>
                  <a:pt x="284" y="339"/>
                </a:lnTo>
                <a:lnTo>
                  <a:pt x="284" y="340"/>
                </a:lnTo>
                <a:lnTo>
                  <a:pt x="284" y="341"/>
                </a:lnTo>
                <a:lnTo>
                  <a:pt x="284" y="342"/>
                </a:lnTo>
                <a:lnTo>
                  <a:pt x="284" y="343"/>
                </a:lnTo>
                <a:lnTo>
                  <a:pt x="285" y="343"/>
                </a:lnTo>
                <a:lnTo>
                  <a:pt x="285" y="344"/>
                </a:lnTo>
                <a:lnTo>
                  <a:pt x="285" y="343"/>
                </a:lnTo>
                <a:lnTo>
                  <a:pt x="286" y="343"/>
                </a:lnTo>
                <a:lnTo>
                  <a:pt x="286" y="344"/>
                </a:lnTo>
                <a:lnTo>
                  <a:pt x="287" y="344"/>
                </a:lnTo>
                <a:lnTo>
                  <a:pt x="288" y="344"/>
                </a:lnTo>
                <a:lnTo>
                  <a:pt x="287" y="344"/>
                </a:lnTo>
                <a:lnTo>
                  <a:pt x="286" y="345"/>
                </a:lnTo>
                <a:lnTo>
                  <a:pt x="285" y="345"/>
                </a:lnTo>
                <a:lnTo>
                  <a:pt x="284" y="345"/>
                </a:lnTo>
                <a:lnTo>
                  <a:pt x="284" y="344"/>
                </a:lnTo>
                <a:lnTo>
                  <a:pt x="283" y="343"/>
                </a:lnTo>
                <a:lnTo>
                  <a:pt x="281" y="343"/>
                </a:lnTo>
                <a:lnTo>
                  <a:pt x="281" y="344"/>
                </a:lnTo>
                <a:lnTo>
                  <a:pt x="280" y="344"/>
                </a:lnTo>
                <a:lnTo>
                  <a:pt x="279" y="344"/>
                </a:lnTo>
                <a:lnTo>
                  <a:pt x="278" y="344"/>
                </a:lnTo>
                <a:lnTo>
                  <a:pt x="277" y="345"/>
                </a:lnTo>
                <a:lnTo>
                  <a:pt x="277" y="346"/>
                </a:lnTo>
                <a:lnTo>
                  <a:pt x="277" y="347"/>
                </a:lnTo>
                <a:lnTo>
                  <a:pt x="277" y="348"/>
                </a:lnTo>
                <a:lnTo>
                  <a:pt x="278" y="349"/>
                </a:lnTo>
                <a:lnTo>
                  <a:pt x="279" y="350"/>
                </a:lnTo>
                <a:lnTo>
                  <a:pt x="280" y="350"/>
                </a:lnTo>
                <a:lnTo>
                  <a:pt x="282" y="350"/>
                </a:lnTo>
                <a:lnTo>
                  <a:pt x="283" y="350"/>
                </a:lnTo>
                <a:lnTo>
                  <a:pt x="284" y="350"/>
                </a:lnTo>
                <a:lnTo>
                  <a:pt x="284" y="351"/>
                </a:lnTo>
                <a:lnTo>
                  <a:pt x="284" y="352"/>
                </a:lnTo>
                <a:lnTo>
                  <a:pt x="283" y="352"/>
                </a:lnTo>
                <a:lnTo>
                  <a:pt x="282" y="352"/>
                </a:lnTo>
                <a:lnTo>
                  <a:pt x="281" y="352"/>
                </a:lnTo>
                <a:lnTo>
                  <a:pt x="280" y="352"/>
                </a:lnTo>
                <a:lnTo>
                  <a:pt x="280" y="353"/>
                </a:lnTo>
                <a:lnTo>
                  <a:pt x="279" y="353"/>
                </a:lnTo>
                <a:lnTo>
                  <a:pt x="277" y="352"/>
                </a:lnTo>
                <a:lnTo>
                  <a:pt x="276" y="351"/>
                </a:lnTo>
                <a:lnTo>
                  <a:pt x="274" y="350"/>
                </a:lnTo>
                <a:lnTo>
                  <a:pt x="273" y="351"/>
                </a:lnTo>
                <a:lnTo>
                  <a:pt x="272" y="351"/>
                </a:lnTo>
                <a:lnTo>
                  <a:pt x="272" y="352"/>
                </a:lnTo>
                <a:lnTo>
                  <a:pt x="270" y="352"/>
                </a:lnTo>
                <a:lnTo>
                  <a:pt x="270" y="353"/>
                </a:lnTo>
                <a:lnTo>
                  <a:pt x="269" y="353"/>
                </a:lnTo>
                <a:lnTo>
                  <a:pt x="268" y="353"/>
                </a:lnTo>
                <a:lnTo>
                  <a:pt x="267" y="353"/>
                </a:lnTo>
                <a:lnTo>
                  <a:pt x="267" y="354"/>
                </a:lnTo>
                <a:lnTo>
                  <a:pt x="266" y="354"/>
                </a:lnTo>
                <a:lnTo>
                  <a:pt x="265" y="354"/>
                </a:lnTo>
                <a:lnTo>
                  <a:pt x="264" y="354"/>
                </a:lnTo>
                <a:lnTo>
                  <a:pt x="263" y="354"/>
                </a:lnTo>
                <a:lnTo>
                  <a:pt x="263" y="355"/>
                </a:lnTo>
                <a:lnTo>
                  <a:pt x="262" y="355"/>
                </a:lnTo>
                <a:lnTo>
                  <a:pt x="261" y="355"/>
                </a:lnTo>
                <a:lnTo>
                  <a:pt x="260" y="355"/>
                </a:lnTo>
                <a:lnTo>
                  <a:pt x="259" y="355"/>
                </a:lnTo>
                <a:lnTo>
                  <a:pt x="258" y="355"/>
                </a:lnTo>
                <a:lnTo>
                  <a:pt x="259" y="354"/>
                </a:lnTo>
                <a:lnTo>
                  <a:pt x="259" y="353"/>
                </a:lnTo>
                <a:lnTo>
                  <a:pt x="259" y="352"/>
                </a:lnTo>
                <a:lnTo>
                  <a:pt x="258" y="352"/>
                </a:lnTo>
                <a:lnTo>
                  <a:pt x="258" y="351"/>
                </a:lnTo>
                <a:lnTo>
                  <a:pt x="258" y="350"/>
                </a:lnTo>
                <a:lnTo>
                  <a:pt x="257" y="350"/>
                </a:lnTo>
                <a:lnTo>
                  <a:pt x="257" y="351"/>
                </a:lnTo>
                <a:lnTo>
                  <a:pt x="257" y="350"/>
                </a:lnTo>
                <a:lnTo>
                  <a:pt x="257" y="349"/>
                </a:lnTo>
                <a:lnTo>
                  <a:pt x="257" y="348"/>
                </a:lnTo>
                <a:lnTo>
                  <a:pt x="258" y="348"/>
                </a:lnTo>
                <a:lnTo>
                  <a:pt x="258" y="347"/>
                </a:lnTo>
                <a:lnTo>
                  <a:pt x="259" y="347"/>
                </a:lnTo>
                <a:lnTo>
                  <a:pt x="258" y="347"/>
                </a:lnTo>
                <a:lnTo>
                  <a:pt x="258" y="346"/>
                </a:lnTo>
                <a:lnTo>
                  <a:pt x="259" y="346"/>
                </a:lnTo>
                <a:lnTo>
                  <a:pt x="258" y="346"/>
                </a:lnTo>
                <a:lnTo>
                  <a:pt x="258" y="345"/>
                </a:lnTo>
                <a:lnTo>
                  <a:pt x="258" y="344"/>
                </a:lnTo>
                <a:lnTo>
                  <a:pt x="257" y="344"/>
                </a:lnTo>
                <a:lnTo>
                  <a:pt x="256" y="344"/>
                </a:lnTo>
                <a:lnTo>
                  <a:pt x="256" y="345"/>
                </a:lnTo>
                <a:lnTo>
                  <a:pt x="257" y="345"/>
                </a:lnTo>
                <a:lnTo>
                  <a:pt x="256" y="345"/>
                </a:lnTo>
                <a:lnTo>
                  <a:pt x="256" y="346"/>
                </a:lnTo>
                <a:lnTo>
                  <a:pt x="256" y="347"/>
                </a:lnTo>
                <a:lnTo>
                  <a:pt x="257" y="347"/>
                </a:lnTo>
                <a:lnTo>
                  <a:pt x="257" y="348"/>
                </a:lnTo>
                <a:lnTo>
                  <a:pt x="256" y="348"/>
                </a:lnTo>
                <a:lnTo>
                  <a:pt x="255" y="348"/>
                </a:lnTo>
                <a:lnTo>
                  <a:pt x="254" y="349"/>
                </a:lnTo>
                <a:lnTo>
                  <a:pt x="254" y="350"/>
                </a:lnTo>
                <a:lnTo>
                  <a:pt x="255" y="350"/>
                </a:lnTo>
                <a:lnTo>
                  <a:pt x="256" y="350"/>
                </a:lnTo>
                <a:lnTo>
                  <a:pt x="257" y="351"/>
                </a:lnTo>
                <a:lnTo>
                  <a:pt x="257" y="352"/>
                </a:lnTo>
                <a:lnTo>
                  <a:pt x="257" y="353"/>
                </a:lnTo>
                <a:lnTo>
                  <a:pt x="257" y="354"/>
                </a:lnTo>
                <a:lnTo>
                  <a:pt x="256" y="354"/>
                </a:lnTo>
                <a:lnTo>
                  <a:pt x="254" y="355"/>
                </a:lnTo>
                <a:lnTo>
                  <a:pt x="253" y="355"/>
                </a:lnTo>
                <a:lnTo>
                  <a:pt x="253" y="356"/>
                </a:lnTo>
                <a:lnTo>
                  <a:pt x="253" y="357"/>
                </a:lnTo>
                <a:lnTo>
                  <a:pt x="253" y="359"/>
                </a:lnTo>
                <a:lnTo>
                  <a:pt x="254" y="360"/>
                </a:lnTo>
                <a:lnTo>
                  <a:pt x="255" y="360"/>
                </a:lnTo>
                <a:lnTo>
                  <a:pt x="255" y="361"/>
                </a:lnTo>
                <a:lnTo>
                  <a:pt x="254" y="361"/>
                </a:lnTo>
                <a:lnTo>
                  <a:pt x="255" y="362"/>
                </a:lnTo>
                <a:lnTo>
                  <a:pt x="257" y="361"/>
                </a:lnTo>
                <a:lnTo>
                  <a:pt x="258" y="361"/>
                </a:lnTo>
                <a:lnTo>
                  <a:pt x="259" y="361"/>
                </a:lnTo>
                <a:lnTo>
                  <a:pt x="260" y="360"/>
                </a:lnTo>
                <a:lnTo>
                  <a:pt x="260" y="359"/>
                </a:lnTo>
                <a:lnTo>
                  <a:pt x="260" y="358"/>
                </a:lnTo>
                <a:lnTo>
                  <a:pt x="261" y="359"/>
                </a:lnTo>
                <a:lnTo>
                  <a:pt x="261" y="360"/>
                </a:lnTo>
                <a:lnTo>
                  <a:pt x="260" y="360"/>
                </a:lnTo>
                <a:lnTo>
                  <a:pt x="260" y="361"/>
                </a:lnTo>
                <a:lnTo>
                  <a:pt x="260" y="362"/>
                </a:lnTo>
                <a:lnTo>
                  <a:pt x="261" y="363"/>
                </a:lnTo>
                <a:lnTo>
                  <a:pt x="262" y="363"/>
                </a:lnTo>
                <a:lnTo>
                  <a:pt x="263" y="363"/>
                </a:lnTo>
                <a:lnTo>
                  <a:pt x="263" y="362"/>
                </a:lnTo>
                <a:lnTo>
                  <a:pt x="264" y="363"/>
                </a:lnTo>
                <a:lnTo>
                  <a:pt x="265" y="363"/>
                </a:lnTo>
                <a:lnTo>
                  <a:pt x="265" y="362"/>
                </a:lnTo>
                <a:lnTo>
                  <a:pt x="266" y="363"/>
                </a:lnTo>
                <a:lnTo>
                  <a:pt x="265" y="363"/>
                </a:lnTo>
                <a:lnTo>
                  <a:pt x="265" y="364"/>
                </a:lnTo>
                <a:lnTo>
                  <a:pt x="265" y="365"/>
                </a:lnTo>
                <a:lnTo>
                  <a:pt x="265" y="366"/>
                </a:lnTo>
                <a:lnTo>
                  <a:pt x="264" y="366"/>
                </a:lnTo>
                <a:lnTo>
                  <a:pt x="264" y="367"/>
                </a:lnTo>
                <a:lnTo>
                  <a:pt x="263" y="368"/>
                </a:lnTo>
                <a:lnTo>
                  <a:pt x="262" y="368"/>
                </a:lnTo>
                <a:lnTo>
                  <a:pt x="261" y="370"/>
                </a:lnTo>
                <a:lnTo>
                  <a:pt x="262" y="370"/>
                </a:lnTo>
                <a:lnTo>
                  <a:pt x="261" y="371"/>
                </a:lnTo>
                <a:lnTo>
                  <a:pt x="260" y="371"/>
                </a:lnTo>
                <a:lnTo>
                  <a:pt x="260" y="372"/>
                </a:lnTo>
                <a:lnTo>
                  <a:pt x="260" y="373"/>
                </a:lnTo>
                <a:lnTo>
                  <a:pt x="259" y="374"/>
                </a:lnTo>
                <a:lnTo>
                  <a:pt x="258" y="374"/>
                </a:lnTo>
                <a:lnTo>
                  <a:pt x="257" y="374"/>
                </a:lnTo>
                <a:lnTo>
                  <a:pt x="257" y="373"/>
                </a:lnTo>
                <a:lnTo>
                  <a:pt x="256" y="372"/>
                </a:lnTo>
                <a:lnTo>
                  <a:pt x="255" y="372"/>
                </a:lnTo>
                <a:lnTo>
                  <a:pt x="254" y="372"/>
                </a:lnTo>
                <a:lnTo>
                  <a:pt x="254" y="373"/>
                </a:lnTo>
                <a:lnTo>
                  <a:pt x="253" y="375"/>
                </a:lnTo>
                <a:lnTo>
                  <a:pt x="253" y="376"/>
                </a:lnTo>
                <a:lnTo>
                  <a:pt x="254" y="376"/>
                </a:lnTo>
                <a:lnTo>
                  <a:pt x="254" y="377"/>
                </a:lnTo>
                <a:lnTo>
                  <a:pt x="254" y="378"/>
                </a:lnTo>
                <a:lnTo>
                  <a:pt x="255" y="379"/>
                </a:lnTo>
                <a:lnTo>
                  <a:pt x="256" y="378"/>
                </a:lnTo>
                <a:lnTo>
                  <a:pt x="257" y="378"/>
                </a:lnTo>
                <a:lnTo>
                  <a:pt x="257" y="379"/>
                </a:lnTo>
                <a:lnTo>
                  <a:pt x="257" y="380"/>
                </a:lnTo>
                <a:lnTo>
                  <a:pt x="257" y="381"/>
                </a:lnTo>
                <a:lnTo>
                  <a:pt x="256" y="381"/>
                </a:lnTo>
                <a:lnTo>
                  <a:pt x="256" y="382"/>
                </a:lnTo>
                <a:lnTo>
                  <a:pt x="256" y="383"/>
                </a:lnTo>
                <a:lnTo>
                  <a:pt x="255" y="383"/>
                </a:lnTo>
                <a:lnTo>
                  <a:pt x="254" y="384"/>
                </a:lnTo>
                <a:lnTo>
                  <a:pt x="254" y="385"/>
                </a:lnTo>
                <a:lnTo>
                  <a:pt x="253" y="385"/>
                </a:lnTo>
                <a:lnTo>
                  <a:pt x="253" y="386"/>
                </a:lnTo>
                <a:lnTo>
                  <a:pt x="252" y="386"/>
                </a:lnTo>
                <a:lnTo>
                  <a:pt x="251" y="386"/>
                </a:lnTo>
                <a:lnTo>
                  <a:pt x="251" y="387"/>
                </a:lnTo>
                <a:lnTo>
                  <a:pt x="250" y="387"/>
                </a:lnTo>
                <a:lnTo>
                  <a:pt x="250" y="388"/>
                </a:lnTo>
                <a:lnTo>
                  <a:pt x="249" y="388"/>
                </a:lnTo>
                <a:lnTo>
                  <a:pt x="248" y="388"/>
                </a:lnTo>
                <a:lnTo>
                  <a:pt x="247" y="389"/>
                </a:lnTo>
                <a:lnTo>
                  <a:pt x="247" y="390"/>
                </a:lnTo>
                <a:lnTo>
                  <a:pt x="247" y="388"/>
                </a:lnTo>
                <a:lnTo>
                  <a:pt x="247" y="387"/>
                </a:lnTo>
                <a:lnTo>
                  <a:pt x="247" y="386"/>
                </a:lnTo>
                <a:lnTo>
                  <a:pt x="248" y="386"/>
                </a:lnTo>
                <a:lnTo>
                  <a:pt x="248" y="385"/>
                </a:lnTo>
                <a:lnTo>
                  <a:pt x="247" y="383"/>
                </a:lnTo>
                <a:lnTo>
                  <a:pt x="245" y="381"/>
                </a:lnTo>
                <a:lnTo>
                  <a:pt x="244" y="380"/>
                </a:lnTo>
                <a:lnTo>
                  <a:pt x="243" y="380"/>
                </a:lnTo>
                <a:lnTo>
                  <a:pt x="242" y="379"/>
                </a:lnTo>
                <a:lnTo>
                  <a:pt x="241" y="379"/>
                </a:lnTo>
                <a:lnTo>
                  <a:pt x="241" y="378"/>
                </a:lnTo>
                <a:lnTo>
                  <a:pt x="240" y="378"/>
                </a:lnTo>
                <a:lnTo>
                  <a:pt x="239" y="378"/>
                </a:lnTo>
                <a:lnTo>
                  <a:pt x="238" y="378"/>
                </a:lnTo>
                <a:lnTo>
                  <a:pt x="237" y="378"/>
                </a:lnTo>
                <a:lnTo>
                  <a:pt x="236" y="378"/>
                </a:lnTo>
                <a:lnTo>
                  <a:pt x="235" y="378"/>
                </a:lnTo>
                <a:lnTo>
                  <a:pt x="236" y="377"/>
                </a:lnTo>
                <a:lnTo>
                  <a:pt x="235" y="376"/>
                </a:lnTo>
                <a:lnTo>
                  <a:pt x="235" y="375"/>
                </a:lnTo>
                <a:lnTo>
                  <a:pt x="236" y="374"/>
                </a:lnTo>
                <a:lnTo>
                  <a:pt x="236" y="373"/>
                </a:lnTo>
                <a:lnTo>
                  <a:pt x="236" y="372"/>
                </a:lnTo>
                <a:lnTo>
                  <a:pt x="235" y="372"/>
                </a:lnTo>
                <a:lnTo>
                  <a:pt x="235" y="371"/>
                </a:lnTo>
                <a:lnTo>
                  <a:pt x="235" y="370"/>
                </a:lnTo>
                <a:lnTo>
                  <a:pt x="235" y="371"/>
                </a:lnTo>
                <a:lnTo>
                  <a:pt x="235" y="372"/>
                </a:lnTo>
                <a:lnTo>
                  <a:pt x="235" y="373"/>
                </a:lnTo>
                <a:lnTo>
                  <a:pt x="235" y="374"/>
                </a:lnTo>
                <a:lnTo>
                  <a:pt x="234" y="374"/>
                </a:lnTo>
                <a:lnTo>
                  <a:pt x="234" y="375"/>
                </a:lnTo>
                <a:lnTo>
                  <a:pt x="234" y="376"/>
                </a:lnTo>
                <a:lnTo>
                  <a:pt x="234" y="377"/>
                </a:lnTo>
                <a:lnTo>
                  <a:pt x="235" y="378"/>
                </a:lnTo>
                <a:lnTo>
                  <a:pt x="234" y="379"/>
                </a:lnTo>
                <a:lnTo>
                  <a:pt x="233" y="380"/>
                </a:lnTo>
                <a:lnTo>
                  <a:pt x="231" y="381"/>
                </a:lnTo>
                <a:lnTo>
                  <a:pt x="230" y="381"/>
                </a:lnTo>
                <a:lnTo>
                  <a:pt x="230" y="382"/>
                </a:lnTo>
                <a:lnTo>
                  <a:pt x="229" y="382"/>
                </a:lnTo>
                <a:lnTo>
                  <a:pt x="229" y="383"/>
                </a:lnTo>
                <a:lnTo>
                  <a:pt x="228" y="383"/>
                </a:lnTo>
                <a:lnTo>
                  <a:pt x="227" y="383"/>
                </a:lnTo>
                <a:lnTo>
                  <a:pt x="226" y="383"/>
                </a:lnTo>
                <a:lnTo>
                  <a:pt x="225" y="383"/>
                </a:lnTo>
                <a:lnTo>
                  <a:pt x="224" y="383"/>
                </a:lnTo>
                <a:lnTo>
                  <a:pt x="223" y="383"/>
                </a:lnTo>
                <a:lnTo>
                  <a:pt x="222" y="382"/>
                </a:lnTo>
                <a:lnTo>
                  <a:pt x="221" y="383"/>
                </a:lnTo>
                <a:lnTo>
                  <a:pt x="222" y="383"/>
                </a:lnTo>
                <a:lnTo>
                  <a:pt x="221" y="384"/>
                </a:lnTo>
                <a:lnTo>
                  <a:pt x="220" y="385"/>
                </a:lnTo>
                <a:lnTo>
                  <a:pt x="219" y="385"/>
                </a:lnTo>
                <a:lnTo>
                  <a:pt x="218" y="386"/>
                </a:lnTo>
                <a:lnTo>
                  <a:pt x="218" y="387"/>
                </a:lnTo>
                <a:lnTo>
                  <a:pt x="217" y="387"/>
                </a:lnTo>
                <a:lnTo>
                  <a:pt x="216" y="387"/>
                </a:lnTo>
                <a:lnTo>
                  <a:pt x="215" y="386"/>
                </a:lnTo>
                <a:lnTo>
                  <a:pt x="214" y="386"/>
                </a:lnTo>
                <a:lnTo>
                  <a:pt x="214" y="385"/>
                </a:lnTo>
                <a:lnTo>
                  <a:pt x="213" y="384"/>
                </a:lnTo>
                <a:lnTo>
                  <a:pt x="213" y="383"/>
                </a:lnTo>
                <a:lnTo>
                  <a:pt x="213" y="381"/>
                </a:lnTo>
                <a:lnTo>
                  <a:pt x="212" y="381"/>
                </a:lnTo>
                <a:lnTo>
                  <a:pt x="213" y="380"/>
                </a:lnTo>
                <a:lnTo>
                  <a:pt x="213" y="378"/>
                </a:lnTo>
                <a:lnTo>
                  <a:pt x="212" y="378"/>
                </a:lnTo>
                <a:lnTo>
                  <a:pt x="212" y="377"/>
                </a:lnTo>
                <a:lnTo>
                  <a:pt x="213" y="377"/>
                </a:lnTo>
                <a:lnTo>
                  <a:pt x="214" y="376"/>
                </a:lnTo>
                <a:lnTo>
                  <a:pt x="213" y="375"/>
                </a:lnTo>
                <a:lnTo>
                  <a:pt x="212" y="375"/>
                </a:lnTo>
                <a:lnTo>
                  <a:pt x="212" y="374"/>
                </a:lnTo>
                <a:lnTo>
                  <a:pt x="212" y="375"/>
                </a:lnTo>
                <a:lnTo>
                  <a:pt x="212" y="376"/>
                </a:lnTo>
                <a:lnTo>
                  <a:pt x="211" y="376"/>
                </a:lnTo>
                <a:lnTo>
                  <a:pt x="211" y="377"/>
                </a:lnTo>
                <a:lnTo>
                  <a:pt x="210" y="377"/>
                </a:lnTo>
                <a:lnTo>
                  <a:pt x="209" y="376"/>
                </a:lnTo>
                <a:lnTo>
                  <a:pt x="209" y="377"/>
                </a:lnTo>
                <a:lnTo>
                  <a:pt x="208" y="378"/>
                </a:lnTo>
                <a:lnTo>
                  <a:pt x="208" y="379"/>
                </a:lnTo>
                <a:lnTo>
                  <a:pt x="208" y="380"/>
                </a:lnTo>
                <a:lnTo>
                  <a:pt x="207" y="381"/>
                </a:lnTo>
                <a:lnTo>
                  <a:pt x="206" y="381"/>
                </a:lnTo>
                <a:lnTo>
                  <a:pt x="206" y="382"/>
                </a:lnTo>
                <a:lnTo>
                  <a:pt x="205" y="383"/>
                </a:lnTo>
                <a:lnTo>
                  <a:pt x="205" y="384"/>
                </a:lnTo>
                <a:lnTo>
                  <a:pt x="204" y="384"/>
                </a:lnTo>
                <a:lnTo>
                  <a:pt x="203" y="384"/>
                </a:lnTo>
                <a:lnTo>
                  <a:pt x="202" y="384"/>
                </a:lnTo>
                <a:lnTo>
                  <a:pt x="201" y="385"/>
                </a:lnTo>
                <a:lnTo>
                  <a:pt x="200" y="385"/>
                </a:lnTo>
                <a:lnTo>
                  <a:pt x="198" y="386"/>
                </a:lnTo>
                <a:lnTo>
                  <a:pt x="198" y="387"/>
                </a:lnTo>
                <a:lnTo>
                  <a:pt x="198" y="388"/>
                </a:lnTo>
                <a:lnTo>
                  <a:pt x="199" y="388"/>
                </a:lnTo>
                <a:lnTo>
                  <a:pt x="200" y="387"/>
                </a:lnTo>
                <a:lnTo>
                  <a:pt x="200" y="388"/>
                </a:lnTo>
                <a:lnTo>
                  <a:pt x="202" y="390"/>
                </a:lnTo>
                <a:lnTo>
                  <a:pt x="202" y="391"/>
                </a:lnTo>
                <a:lnTo>
                  <a:pt x="201" y="391"/>
                </a:lnTo>
                <a:lnTo>
                  <a:pt x="200" y="392"/>
                </a:lnTo>
                <a:lnTo>
                  <a:pt x="199" y="393"/>
                </a:lnTo>
                <a:lnTo>
                  <a:pt x="199" y="394"/>
                </a:lnTo>
                <a:lnTo>
                  <a:pt x="199" y="395"/>
                </a:lnTo>
                <a:lnTo>
                  <a:pt x="199" y="396"/>
                </a:lnTo>
                <a:lnTo>
                  <a:pt x="199" y="397"/>
                </a:lnTo>
                <a:lnTo>
                  <a:pt x="198" y="397"/>
                </a:lnTo>
                <a:lnTo>
                  <a:pt x="197" y="397"/>
                </a:lnTo>
                <a:lnTo>
                  <a:pt x="193" y="396"/>
                </a:lnTo>
                <a:lnTo>
                  <a:pt x="192" y="395"/>
                </a:lnTo>
                <a:lnTo>
                  <a:pt x="191" y="395"/>
                </a:lnTo>
                <a:lnTo>
                  <a:pt x="191" y="394"/>
                </a:lnTo>
                <a:lnTo>
                  <a:pt x="189" y="394"/>
                </a:lnTo>
                <a:lnTo>
                  <a:pt x="188" y="393"/>
                </a:lnTo>
                <a:lnTo>
                  <a:pt x="187" y="393"/>
                </a:lnTo>
                <a:lnTo>
                  <a:pt x="187" y="394"/>
                </a:lnTo>
                <a:lnTo>
                  <a:pt x="188" y="395"/>
                </a:lnTo>
                <a:lnTo>
                  <a:pt x="187" y="396"/>
                </a:lnTo>
                <a:lnTo>
                  <a:pt x="187" y="397"/>
                </a:lnTo>
                <a:lnTo>
                  <a:pt x="187" y="398"/>
                </a:lnTo>
                <a:lnTo>
                  <a:pt x="186" y="398"/>
                </a:lnTo>
                <a:lnTo>
                  <a:pt x="185" y="398"/>
                </a:lnTo>
                <a:lnTo>
                  <a:pt x="186" y="399"/>
                </a:lnTo>
                <a:lnTo>
                  <a:pt x="187" y="400"/>
                </a:lnTo>
                <a:lnTo>
                  <a:pt x="186" y="400"/>
                </a:lnTo>
                <a:lnTo>
                  <a:pt x="185" y="400"/>
                </a:lnTo>
                <a:lnTo>
                  <a:pt x="187" y="402"/>
                </a:lnTo>
                <a:lnTo>
                  <a:pt x="188" y="402"/>
                </a:lnTo>
                <a:lnTo>
                  <a:pt x="190" y="402"/>
                </a:lnTo>
                <a:lnTo>
                  <a:pt x="191" y="402"/>
                </a:lnTo>
                <a:lnTo>
                  <a:pt x="192" y="401"/>
                </a:lnTo>
                <a:lnTo>
                  <a:pt x="194" y="401"/>
                </a:lnTo>
                <a:lnTo>
                  <a:pt x="195" y="401"/>
                </a:lnTo>
                <a:lnTo>
                  <a:pt x="195" y="400"/>
                </a:lnTo>
                <a:lnTo>
                  <a:pt x="197" y="400"/>
                </a:lnTo>
                <a:lnTo>
                  <a:pt x="199" y="400"/>
                </a:lnTo>
                <a:lnTo>
                  <a:pt x="200" y="400"/>
                </a:lnTo>
                <a:lnTo>
                  <a:pt x="201" y="400"/>
                </a:lnTo>
                <a:lnTo>
                  <a:pt x="202" y="401"/>
                </a:lnTo>
                <a:lnTo>
                  <a:pt x="202" y="402"/>
                </a:lnTo>
                <a:lnTo>
                  <a:pt x="201" y="402"/>
                </a:lnTo>
                <a:lnTo>
                  <a:pt x="200" y="403"/>
                </a:lnTo>
                <a:lnTo>
                  <a:pt x="200" y="404"/>
                </a:lnTo>
                <a:lnTo>
                  <a:pt x="200" y="405"/>
                </a:lnTo>
                <a:lnTo>
                  <a:pt x="201" y="405"/>
                </a:lnTo>
                <a:lnTo>
                  <a:pt x="200" y="405"/>
                </a:lnTo>
                <a:lnTo>
                  <a:pt x="200" y="406"/>
                </a:lnTo>
                <a:lnTo>
                  <a:pt x="199" y="406"/>
                </a:lnTo>
                <a:lnTo>
                  <a:pt x="199" y="407"/>
                </a:lnTo>
                <a:lnTo>
                  <a:pt x="200" y="407"/>
                </a:lnTo>
                <a:lnTo>
                  <a:pt x="200" y="406"/>
                </a:lnTo>
                <a:lnTo>
                  <a:pt x="202" y="406"/>
                </a:lnTo>
                <a:lnTo>
                  <a:pt x="203" y="405"/>
                </a:lnTo>
                <a:lnTo>
                  <a:pt x="204" y="405"/>
                </a:lnTo>
                <a:lnTo>
                  <a:pt x="205" y="406"/>
                </a:lnTo>
                <a:lnTo>
                  <a:pt x="205" y="407"/>
                </a:lnTo>
                <a:lnTo>
                  <a:pt x="206" y="408"/>
                </a:lnTo>
                <a:lnTo>
                  <a:pt x="206" y="409"/>
                </a:lnTo>
                <a:lnTo>
                  <a:pt x="206" y="410"/>
                </a:lnTo>
                <a:lnTo>
                  <a:pt x="207" y="410"/>
                </a:lnTo>
                <a:lnTo>
                  <a:pt x="208" y="411"/>
                </a:lnTo>
                <a:lnTo>
                  <a:pt x="207" y="412"/>
                </a:lnTo>
                <a:lnTo>
                  <a:pt x="207" y="413"/>
                </a:lnTo>
                <a:lnTo>
                  <a:pt x="208" y="414"/>
                </a:lnTo>
                <a:lnTo>
                  <a:pt x="208" y="415"/>
                </a:lnTo>
                <a:lnTo>
                  <a:pt x="207" y="415"/>
                </a:lnTo>
                <a:lnTo>
                  <a:pt x="206" y="415"/>
                </a:lnTo>
                <a:lnTo>
                  <a:pt x="205" y="415"/>
                </a:lnTo>
                <a:lnTo>
                  <a:pt x="205" y="416"/>
                </a:lnTo>
                <a:lnTo>
                  <a:pt x="204" y="416"/>
                </a:lnTo>
                <a:lnTo>
                  <a:pt x="203" y="416"/>
                </a:lnTo>
                <a:lnTo>
                  <a:pt x="202" y="416"/>
                </a:lnTo>
                <a:lnTo>
                  <a:pt x="201" y="417"/>
                </a:lnTo>
                <a:lnTo>
                  <a:pt x="201" y="418"/>
                </a:lnTo>
                <a:lnTo>
                  <a:pt x="200" y="418"/>
                </a:lnTo>
                <a:lnTo>
                  <a:pt x="199" y="419"/>
                </a:lnTo>
                <a:lnTo>
                  <a:pt x="199" y="420"/>
                </a:lnTo>
                <a:lnTo>
                  <a:pt x="198" y="420"/>
                </a:lnTo>
                <a:lnTo>
                  <a:pt x="198" y="421"/>
                </a:lnTo>
                <a:lnTo>
                  <a:pt x="197" y="421"/>
                </a:lnTo>
                <a:lnTo>
                  <a:pt x="196" y="421"/>
                </a:lnTo>
                <a:lnTo>
                  <a:pt x="195" y="422"/>
                </a:lnTo>
                <a:lnTo>
                  <a:pt x="195" y="423"/>
                </a:lnTo>
                <a:lnTo>
                  <a:pt x="194" y="424"/>
                </a:lnTo>
                <a:lnTo>
                  <a:pt x="194" y="425"/>
                </a:lnTo>
                <a:lnTo>
                  <a:pt x="194" y="426"/>
                </a:lnTo>
                <a:lnTo>
                  <a:pt x="193" y="426"/>
                </a:lnTo>
                <a:lnTo>
                  <a:pt x="192" y="426"/>
                </a:lnTo>
                <a:lnTo>
                  <a:pt x="192" y="425"/>
                </a:lnTo>
                <a:lnTo>
                  <a:pt x="193" y="425"/>
                </a:lnTo>
                <a:lnTo>
                  <a:pt x="193" y="424"/>
                </a:lnTo>
                <a:lnTo>
                  <a:pt x="193" y="423"/>
                </a:lnTo>
                <a:lnTo>
                  <a:pt x="193" y="424"/>
                </a:lnTo>
                <a:lnTo>
                  <a:pt x="192" y="424"/>
                </a:lnTo>
                <a:lnTo>
                  <a:pt x="192" y="423"/>
                </a:lnTo>
                <a:lnTo>
                  <a:pt x="192" y="422"/>
                </a:lnTo>
                <a:lnTo>
                  <a:pt x="191" y="422"/>
                </a:lnTo>
                <a:lnTo>
                  <a:pt x="192" y="421"/>
                </a:lnTo>
                <a:lnTo>
                  <a:pt x="191" y="421"/>
                </a:lnTo>
                <a:lnTo>
                  <a:pt x="191" y="422"/>
                </a:lnTo>
                <a:lnTo>
                  <a:pt x="191" y="423"/>
                </a:lnTo>
                <a:lnTo>
                  <a:pt x="192" y="424"/>
                </a:lnTo>
                <a:lnTo>
                  <a:pt x="192" y="425"/>
                </a:lnTo>
                <a:lnTo>
                  <a:pt x="191" y="424"/>
                </a:lnTo>
                <a:lnTo>
                  <a:pt x="190" y="423"/>
                </a:lnTo>
                <a:lnTo>
                  <a:pt x="190" y="424"/>
                </a:lnTo>
                <a:lnTo>
                  <a:pt x="189" y="424"/>
                </a:lnTo>
                <a:lnTo>
                  <a:pt x="191" y="425"/>
                </a:lnTo>
                <a:lnTo>
                  <a:pt x="192" y="425"/>
                </a:lnTo>
                <a:lnTo>
                  <a:pt x="191" y="426"/>
                </a:lnTo>
                <a:lnTo>
                  <a:pt x="191" y="427"/>
                </a:lnTo>
                <a:lnTo>
                  <a:pt x="190" y="427"/>
                </a:lnTo>
                <a:lnTo>
                  <a:pt x="190" y="428"/>
                </a:lnTo>
                <a:lnTo>
                  <a:pt x="189" y="429"/>
                </a:lnTo>
                <a:lnTo>
                  <a:pt x="189" y="430"/>
                </a:lnTo>
                <a:lnTo>
                  <a:pt x="188" y="430"/>
                </a:lnTo>
                <a:lnTo>
                  <a:pt x="187" y="430"/>
                </a:lnTo>
                <a:lnTo>
                  <a:pt x="187" y="432"/>
                </a:lnTo>
                <a:lnTo>
                  <a:pt x="186" y="433"/>
                </a:lnTo>
                <a:lnTo>
                  <a:pt x="186" y="437"/>
                </a:lnTo>
                <a:lnTo>
                  <a:pt x="187" y="438"/>
                </a:lnTo>
                <a:lnTo>
                  <a:pt x="186" y="439"/>
                </a:lnTo>
                <a:lnTo>
                  <a:pt x="185" y="439"/>
                </a:lnTo>
                <a:lnTo>
                  <a:pt x="184" y="439"/>
                </a:lnTo>
                <a:lnTo>
                  <a:pt x="183" y="439"/>
                </a:lnTo>
                <a:lnTo>
                  <a:pt x="182" y="439"/>
                </a:lnTo>
                <a:lnTo>
                  <a:pt x="181" y="439"/>
                </a:lnTo>
                <a:lnTo>
                  <a:pt x="181" y="440"/>
                </a:lnTo>
                <a:lnTo>
                  <a:pt x="180" y="441"/>
                </a:lnTo>
                <a:lnTo>
                  <a:pt x="180" y="442"/>
                </a:lnTo>
                <a:lnTo>
                  <a:pt x="179" y="443"/>
                </a:lnTo>
                <a:lnTo>
                  <a:pt x="179" y="442"/>
                </a:lnTo>
                <a:lnTo>
                  <a:pt x="178" y="442"/>
                </a:lnTo>
                <a:lnTo>
                  <a:pt x="178" y="443"/>
                </a:lnTo>
                <a:lnTo>
                  <a:pt x="177" y="444"/>
                </a:lnTo>
                <a:lnTo>
                  <a:pt x="177" y="445"/>
                </a:lnTo>
                <a:lnTo>
                  <a:pt x="177" y="446"/>
                </a:lnTo>
                <a:lnTo>
                  <a:pt x="176" y="446"/>
                </a:lnTo>
                <a:lnTo>
                  <a:pt x="175" y="446"/>
                </a:lnTo>
                <a:lnTo>
                  <a:pt x="175" y="447"/>
                </a:lnTo>
                <a:lnTo>
                  <a:pt x="175" y="448"/>
                </a:lnTo>
                <a:lnTo>
                  <a:pt x="175" y="449"/>
                </a:lnTo>
                <a:lnTo>
                  <a:pt x="175" y="450"/>
                </a:lnTo>
                <a:lnTo>
                  <a:pt x="174" y="451"/>
                </a:lnTo>
                <a:lnTo>
                  <a:pt x="173" y="451"/>
                </a:lnTo>
                <a:lnTo>
                  <a:pt x="173" y="452"/>
                </a:lnTo>
                <a:lnTo>
                  <a:pt x="172" y="452"/>
                </a:lnTo>
                <a:lnTo>
                  <a:pt x="172" y="451"/>
                </a:lnTo>
                <a:lnTo>
                  <a:pt x="172" y="450"/>
                </a:lnTo>
                <a:lnTo>
                  <a:pt x="172" y="449"/>
                </a:lnTo>
                <a:lnTo>
                  <a:pt x="171" y="449"/>
                </a:lnTo>
                <a:lnTo>
                  <a:pt x="171" y="448"/>
                </a:lnTo>
                <a:lnTo>
                  <a:pt x="172" y="448"/>
                </a:lnTo>
                <a:lnTo>
                  <a:pt x="173" y="447"/>
                </a:lnTo>
                <a:lnTo>
                  <a:pt x="174" y="447"/>
                </a:lnTo>
                <a:lnTo>
                  <a:pt x="173" y="447"/>
                </a:lnTo>
                <a:lnTo>
                  <a:pt x="174" y="446"/>
                </a:lnTo>
                <a:lnTo>
                  <a:pt x="174" y="445"/>
                </a:lnTo>
                <a:lnTo>
                  <a:pt x="175" y="445"/>
                </a:lnTo>
                <a:lnTo>
                  <a:pt x="174" y="445"/>
                </a:lnTo>
                <a:lnTo>
                  <a:pt x="175" y="444"/>
                </a:lnTo>
                <a:lnTo>
                  <a:pt x="175" y="443"/>
                </a:lnTo>
                <a:lnTo>
                  <a:pt x="176" y="443"/>
                </a:lnTo>
                <a:lnTo>
                  <a:pt x="177" y="442"/>
                </a:lnTo>
                <a:lnTo>
                  <a:pt x="176" y="442"/>
                </a:lnTo>
                <a:lnTo>
                  <a:pt x="176" y="443"/>
                </a:lnTo>
                <a:lnTo>
                  <a:pt x="175" y="443"/>
                </a:lnTo>
                <a:lnTo>
                  <a:pt x="175" y="442"/>
                </a:lnTo>
                <a:lnTo>
                  <a:pt x="175" y="443"/>
                </a:lnTo>
                <a:lnTo>
                  <a:pt x="175" y="442"/>
                </a:lnTo>
                <a:lnTo>
                  <a:pt x="174" y="441"/>
                </a:lnTo>
                <a:lnTo>
                  <a:pt x="174" y="440"/>
                </a:lnTo>
                <a:lnTo>
                  <a:pt x="174" y="439"/>
                </a:lnTo>
                <a:lnTo>
                  <a:pt x="175" y="438"/>
                </a:lnTo>
                <a:lnTo>
                  <a:pt x="174" y="439"/>
                </a:lnTo>
                <a:lnTo>
                  <a:pt x="173" y="440"/>
                </a:lnTo>
                <a:lnTo>
                  <a:pt x="173" y="441"/>
                </a:lnTo>
                <a:lnTo>
                  <a:pt x="172" y="441"/>
                </a:lnTo>
                <a:lnTo>
                  <a:pt x="171" y="440"/>
                </a:lnTo>
                <a:lnTo>
                  <a:pt x="170" y="439"/>
                </a:lnTo>
                <a:lnTo>
                  <a:pt x="169" y="438"/>
                </a:lnTo>
                <a:lnTo>
                  <a:pt x="169" y="437"/>
                </a:lnTo>
                <a:lnTo>
                  <a:pt x="168" y="438"/>
                </a:lnTo>
                <a:lnTo>
                  <a:pt x="169" y="438"/>
                </a:lnTo>
                <a:lnTo>
                  <a:pt x="169" y="439"/>
                </a:lnTo>
                <a:lnTo>
                  <a:pt x="170" y="439"/>
                </a:lnTo>
                <a:lnTo>
                  <a:pt x="170" y="440"/>
                </a:lnTo>
                <a:lnTo>
                  <a:pt x="169" y="441"/>
                </a:lnTo>
                <a:lnTo>
                  <a:pt x="168" y="442"/>
                </a:lnTo>
                <a:lnTo>
                  <a:pt x="168" y="443"/>
                </a:lnTo>
                <a:lnTo>
                  <a:pt x="168" y="444"/>
                </a:lnTo>
                <a:lnTo>
                  <a:pt x="168" y="445"/>
                </a:lnTo>
                <a:lnTo>
                  <a:pt x="169" y="445"/>
                </a:lnTo>
                <a:lnTo>
                  <a:pt x="168" y="446"/>
                </a:lnTo>
                <a:lnTo>
                  <a:pt x="169" y="446"/>
                </a:lnTo>
                <a:lnTo>
                  <a:pt x="169" y="447"/>
                </a:lnTo>
                <a:lnTo>
                  <a:pt x="168" y="448"/>
                </a:lnTo>
                <a:lnTo>
                  <a:pt x="167" y="448"/>
                </a:lnTo>
                <a:lnTo>
                  <a:pt x="166" y="449"/>
                </a:lnTo>
                <a:lnTo>
                  <a:pt x="165" y="450"/>
                </a:lnTo>
                <a:lnTo>
                  <a:pt x="164" y="450"/>
                </a:lnTo>
                <a:lnTo>
                  <a:pt x="164" y="451"/>
                </a:lnTo>
                <a:lnTo>
                  <a:pt x="163" y="452"/>
                </a:lnTo>
                <a:lnTo>
                  <a:pt x="163" y="453"/>
                </a:lnTo>
                <a:lnTo>
                  <a:pt x="162" y="456"/>
                </a:lnTo>
                <a:lnTo>
                  <a:pt x="162" y="457"/>
                </a:lnTo>
                <a:lnTo>
                  <a:pt x="162" y="458"/>
                </a:lnTo>
                <a:lnTo>
                  <a:pt x="162" y="459"/>
                </a:lnTo>
                <a:lnTo>
                  <a:pt x="162" y="460"/>
                </a:lnTo>
                <a:lnTo>
                  <a:pt x="162" y="461"/>
                </a:lnTo>
                <a:lnTo>
                  <a:pt x="162" y="462"/>
                </a:lnTo>
                <a:lnTo>
                  <a:pt x="163" y="463"/>
                </a:lnTo>
                <a:lnTo>
                  <a:pt x="163" y="464"/>
                </a:lnTo>
                <a:lnTo>
                  <a:pt x="162" y="465"/>
                </a:lnTo>
                <a:lnTo>
                  <a:pt x="162" y="466"/>
                </a:lnTo>
                <a:lnTo>
                  <a:pt x="161" y="466"/>
                </a:lnTo>
                <a:lnTo>
                  <a:pt x="161" y="467"/>
                </a:lnTo>
                <a:lnTo>
                  <a:pt x="160" y="467"/>
                </a:lnTo>
                <a:lnTo>
                  <a:pt x="161" y="467"/>
                </a:lnTo>
                <a:lnTo>
                  <a:pt x="160" y="467"/>
                </a:lnTo>
                <a:lnTo>
                  <a:pt x="160" y="468"/>
                </a:lnTo>
                <a:lnTo>
                  <a:pt x="159" y="468"/>
                </a:lnTo>
                <a:lnTo>
                  <a:pt x="159" y="469"/>
                </a:lnTo>
                <a:lnTo>
                  <a:pt x="159" y="471"/>
                </a:lnTo>
                <a:lnTo>
                  <a:pt x="158" y="471"/>
                </a:lnTo>
                <a:lnTo>
                  <a:pt x="158" y="470"/>
                </a:lnTo>
                <a:lnTo>
                  <a:pt x="158" y="469"/>
                </a:lnTo>
                <a:lnTo>
                  <a:pt x="159" y="469"/>
                </a:lnTo>
                <a:lnTo>
                  <a:pt x="159" y="468"/>
                </a:lnTo>
                <a:lnTo>
                  <a:pt x="159" y="467"/>
                </a:lnTo>
                <a:lnTo>
                  <a:pt x="158" y="466"/>
                </a:lnTo>
                <a:lnTo>
                  <a:pt x="159" y="465"/>
                </a:lnTo>
                <a:lnTo>
                  <a:pt x="159" y="464"/>
                </a:lnTo>
                <a:lnTo>
                  <a:pt x="159" y="463"/>
                </a:lnTo>
                <a:lnTo>
                  <a:pt x="160" y="463"/>
                </a:lnTo>
                <a:lnTo>
                  <a:pt x="161" y="462"/>
                </a:lnTo>
                <a:lnTo>
                  <a:pt x="161" y="461"/>
                </a:lnTo>
                <a:lnTo>
                  <a:pt x="161" y="460"/>
                </a:lnTo>
                <a:lnTo>
                  <a:pt x="160" y="459"/>
                </a:lnTo>
                <a:lnTo>
                  <a:pt x="160" y="458"/>
                </a:lnTo>
                <a:lnTo>
                  <a:pt x="160" y="457"/>
                </a:lnTo>
                <a:lnTo>
                  <a:pt x="159" y="457"/>
                </a:lnTo>
                <a:lnTo>
                  <a:pt x="160" y="456"/>
                </a:lnTo>
                <a:lnTo>
                  <a:pt x="159" y="456"/>
                </a:lnTo>
                <a:lnTo>
                  <a:pt x="159" y="455"/>
                </a:lnTo>
                <a:lnTo>
                  <a:pt x="158" y="455"/>
                </a:lnTo>
                <a:lnTo>
                  <a:pt x="158" y="454"/>
                </a:lnTo>
                <a:lnTo>
                  <a:pt x="157" y="454"/>
                </a:lnTo>
                <a:lnTo>
                  <a:pt x="156" y="454"/>
                </a:lnTo>
                <a:lnTo>
                  <a:pt x="157" y="454"/>
                </a:lnTo>
                <a:lnTo>
                  <a:pt x="157" y="453"/>
                </a:lnTo>
                <a:lnTo>
                  <a:pt x="157" y="452"/>
                </a:lnTo>
                <a:lnTo>
                  <a:pt x="156" y="452"/>
                </a:lnTo>
                <a:lnTo>
                  <a:pt x="156" y="453"/>
                </a:lnTo>
                <a:lnTo>
                  <a:pt x="155" y="452"/>
                </a:lnTo>
                <a:lnTo>
                  <a:pt x="154" y="452"/>
                </a:lnTo>
                <a:lnTo>
                  <a:pt x="153" y="451"/>
                </a:lnTo>
                <a:lnTo>
                  <a:pt x="152" y="451"/>
                </a:lnTo>
                <a:lnTo>
                  <a:pt x="151" y="451"/>
                </a:lnTo>
                <a:lnTo>
                  <a:pt x="151" y="450"/>
                </a:lnTo>
                <a:lnTo>
                  <a:pt x="150" y="450"/>
                </a:lnTo>
                <a:lnTo>
                  <a:pt x="149" y="450"/>
                </a:lnTo>
                <a:lnTo>
                  <a:pt x="148" y="450"/>
                </a:lnTo>
                <a:lnTo>
                  <a:pt x="147" y="450"/>
                </a:lnTo>
                <a:lnTo>
                  <a:pt x="146" y="450"/>
                </a:lnTo>
                <a:lnTo>
                  <a:pt x="146" y="449"/>
                </a:lnTo>
                <a:lnTo>
                  <a:pt x="145" y="448"/>
                </a:lnTo>
                <a:lnTo>
                  <a:pt x="144" y="448"/>
                </a:lnTo>
                <a:lnTo>
                  <a:pt x="142" y="448"/>
                </a:lnTo>
                <a:lnTo>
                  <a:pt x="142" y="449"/>
                </a:lnTo>
                <a:lnTo>
                  <a:pt x="143" y="449"/>
                </a:lnTo>
                <a:lnTo>
                  <a:pt x="143" y="450"/>
                </a:lnTo>
                <a:lnTo>
                  <a:pt x="143" y="451"/>
                </a:lnTo>
                <a:lnTo>
                  <a:pt x="144" y="451"/>
                </a:lnTo>
                <a:lnTo>
                  <a:pt x="145" y="451"/>
                </a:lnTo>
                <a:lnTo>
                  <a:pt x="146" y="451"/>
                </a:lnTo>
                <a:lnTo>
                  <a:pt x="147" y="451"/>
                </a:lnTo>
                <a:lnTo>
                  <a:pt x="148" y="451"/>
                </a:lnTo>
                <a:lnTo>
                  <a:pt x="149" y="452"/>
                </a:lnTo>
                <a:lnTo>
                  <a:pt x="150" y="453"/>
                </a:lnTo>
                <a:lnTo>
                  <a:pt x="149" y="453"/>
                </a:lnTo>
                <a:lnTo>
                  <a:pt x="149" y="454"/>
                </a:lnTo>
                <a:lnTo>
                  <a:pt x="150" y="454"/>
                </a:lnTo>
                <a:lnTo>
                  <a:pt x="150" y="455"/>
                </a:lnTo>
                <a:lnTo>
                  <a:pt x="151" y="455"/>
                </a:lnTo>
                <a:lnTo>
                  <a:pt x="151" y="456"/>
                </a:lnTo>
                <a:lnTo>
                  <a:pt x="150" y="457"/>
                </a:lnTo>
                <a:lnTo>
                  <a:pt x="150" y="458"/>
                </a:lnTo>
                <a:lnTo>
                  <a:pt x="149" y="458"/>
                </a:lnTo>
                <a:lnTo>
                  <a:pt x="149" y="459"/>
                </a:lnTo>
                <a:lnTo>
                  <a:pt x="150" y="459"/>
                </a:lnTo>
                <a:lnTo>
                  <a:pt x="150" y="460"/>
                </a:lnTo>
                <a:lnTo>
                  <a:pt x="149" y="460"/>
                </a:lnTo>
                <a:lnTo>
                  <a:pt x="148" y="460"/>
                </a:lnTo>
                <a:lnTo>
                  <a:pt x="148" y="461"/>
                </a:lnTo>
                <a:lnTo>
                  <a:pt x="148" y="462"/>
                </a:lnTo>
                <a:lnTo>
                  <a:pt x="148" y="463"/>
                </a:lnTo>
                <a:lnTo>
                  <a:pt x="147" y="463"/>
                </a:lnTo>
                <a:lnTo>
                  <a:pt x="147" y="464"/>
                </a:lnTo>
                <a:lnTo>
                  <a:pt x="146" y="464"/>
                </a:lnTo>
                <a:lnTo>
                  <a:pt x="146" y="465"/>
                </a:lnTo>
                <a:lnTo>
                  <a:pt x="145" y="466"/>
                </a:lnTo>
                <a:lnTo>
                  <a:pt x="145" y="467"/>
                </a:lnTo>
                <a:lnTo>
                  <a:pt x="144" y="467"/>
                </a:lnTo>
                <a:lnTo>
                  <a:pt x="144" y="466"/>
                </a:lnTo>
                <a:lnTo>
                  <a:pt x="143" y="465"/>
                </a:lnTo>
                <a:lnTo>
                  <a:pt x="142" y="465"/>
                </a:lnTo>
                <a:lnTo>
                  <a:pt x="142" y="466"/>
                </a:lnTo>
                <a:lnTo>
                  <a:pt x="143" y="466"/>
                </a:lnTo>
                <a:lnTo>
                  <a:pt x="144" y="466"/>
                </a:lnTo>
                <a:lnTo>
                  <a:pt x="144" y="467"/>
                </a:lnTo>
                <a:lnTo>
                  <a:pt x="144" y="468"/>
                </a:lnTo>
                <a:lnTo>
                  <a:pt x="145" y="468"/>
                </a:lnTo>
                <a:lnTo>
                  <a:pt x="145" y="469"/>
                </a:lnTo>
                <a:lnTo>
                  <a:pt x="146" y="468"/>
                </a:lnTo>
                <a:lnTo>
                  <a:pt x="147" y="468"/>
                </a:lnTo>
                <a:lnTo>
                  <a:pt x="147" y="469"/>
                </a:lnTo>
                <a:lnTo>
                  <a:pt x="148" y="468"/>
                </a:lnTo>
                <a:lnTo>
                  <a:pt x="147" y="468"/>
                </a:lnTo>
                <a:lnTo>
                  <a:pt x="148" y="467"/>
                </a:lnTo>
                <a:lnTo>
                  <a:pt x="148" y="468"/>
                </a:lnTo>
                <a:lnTo>
                  <a:pt x="149" y="468"/>
                </a:lnTo>
                <a:lnTo>
                  <a:pt x="149" y="467"/>
                </a:lnTo>
                <a:lnTo>
                  <a:pt x="149" y="466"/>
                </a:lnTo>
                <a:lnTo>
                  <a:pt x="150" y="467"/>
                </a:lnTo>
                <a:lnTo>
                  <a:pt x="150" y="468"/>
                </a:lnTo>
                <a:lnTo>
                  <a:pt x="151" y="468"/>
                </a:lnTo>
                <a:lnTo>
                  <a:pt x="151" y="467"/>
                </a:lnTo>
                <a:lnTo>
                  <a:pt x="152" y="468"/>
                </a:lnTo>
                <a:lnTo>
                  <a:pt x="153" y="468"/>
                </a:lnTo>
                <a:lnTo>
                  <a:pt x="153" y="469"/>
                </a:lnTo>
                <a:lnTo>
                  <a:pt x="154" y="469"/>
                </a:lnTo>
                <a:lnTo>
                  <a:pt x="153" y="469"/>
                </a:lnTo>
                <a:lnTo>
                  <a:pt x="152" y="469"/>
                </a:lnTo>
                <a:lnTo>
                  <a:pt x="152" y="470"/>
                </a:lnTo>
                <a:lnTo>
                  <a:pt x="152" y="471"/>
                </a:lnTo>
                <a:lnTo>
                  <a:pt x="151" y="471"/>
                </a:lnTo>
                <a:lnTo>
                  <a:pt x="151" y="470"/>
                </a:lnTo>
                <a:lnTo>
                  <a:pt x="150" y="470"/>
                </a:lnTo>
                <a:lnTo>
                  <a:pt x="149" y="471"/>
                </a:lnTo>
                <a:lnTo>
                  <a:pt x="149" y="472"/>
                </a:lnTo>
                <a:lnTo>
                  <a:pt x="148" y="472"/>
                </a:lnTo>
                <a:lnTo>
                  <a:pt x="148" y="473"/>
                </a:lnTo>
                <a:lnTo>
                  <a:pt x="148" y="474"/>
                </a:lnTo>
                <a:lnTo>
                  <a:pt x="148" y="476"/>
                </a:lnTo>
                <a:lnTo>
                  <a:pt x="149" y="476"/>
                </a:lnTo>
                <a:lnTo>
                  <a:pt x="150" y="477"/>
                </a:lnTo>
                <a:lnTo>
                  <a:pt x="149" y="477"/>
                </a:lnTo>
                <a:lnTo>
                  <a:pt x="148" y="477"/>
                </a:lnTo>
                <a:lnTo>
                  <a:pt x="147" y="478"/>
                </a:lnTo>
                <a:lnTo>
                  <a:pt x="147" y="477"/>
                </a:lnTo>
                <a:lnTo>
                  <a:pt x="146" y="477"/>
                </a:lnTo>
                <a:lnTo>
                  <a:pt x="146" y="476"/>
                </a:lnTo>
                <a:lnTo>
                  <a:pt x="145" y="476"/>
                </a:lnTo>
                <a:lnTo>
                  <a:pt x="144" y="477"/>
                </a:lnTo>
                <a:lnTo>
                  <a:pt x="144" y="478"/>
                </a:lnTo>
                <a:lnTo>
                  <a:pt x="143" y="478"/>
                </a:lnTo>
                <a:lnTo>
                  <a:pt x="143" y="479"/>
                </a:lnTo>
                <a:lnTo>
                  <a:pt x="143" y="480"/>
                </a:lnTo>
                <a:lnTo>
                  <a:pt x="143" y="482"/>
                </a:lnTo>
                <a:lnTo>
                  <a:pt x="143" y="483"/>
                </a:lnTo>
                <a:lnTo>
                  <a:pt x="143" y="484"/>
                </a:lnTo>
                <a:lnTo>
                  <a:pt x="144" y="484"/>
                </a:lnTo>
                <a:lnTo>
                  <a:pt x="144" y="483"/>
                </a:lnTo>
                <a:lnTo>
                  <a:pt x="145" y="483"/>
                </a:lnTo>
                <a:lnTo>
                  <a:pt x="145" y="484"/>
                </a:lnTo>
                <a:lnTo>
                  <a:pt x="145" y="485"/>
                </a:lnTo>
                <a:lnTo>
                  <a:pt x="144" y="485"/>
                </a:lnTo>
                <a:lnTo>
                  <a:pt x="144" y="484"/>
                </a:lnTo>
                <a:lnTo>
                  <a:pt x="143" y="484"/>
                </a:lnTo>
                <a:lnTo>
                  <a:pt x="143" y="485"/>
                </a:lnTo>
                <a:lnTo>
                  <a:pt x="142" y="485"/>
                </a:lnTo>
                <a:lnTo>
                  <a:pt x="141" y="485"/>
                </a:lnTo>
                <a:lnTo>
                  <a:pt x="140" y="485"/>
                </a:lnTo>
                <a:lnTo>
                  <a:pt x="140" y="486"/>
                </a:lnTo>
                <a:lnTo>
                  <a:pt x="139" y="486"/>
                </a:lnTo>
                <a:lnTo>
                  <a:pt x="139" y="487"/>
                </a:lnTo>
                <a:lnTo>
                  <a:pt x="138" y="486"/>
                </a:lnTo>
                <a:lnTo>
                  <a:pt x="139" y="486"/>
                </a:lnTo>
                <a:lnTo>
                  <a:pt x="138" y="485"/>
                </a:lnTo>
                <a:lnTo>
                  <a:pt x="137" y="485"/>
                </a:lnTo>
                <a:lnTo>
                  <a:pt x="136" y="485"/>
                </a:lnTo>
                <a:lnTo>
                  <a:pt x="135" y="486"/>
                </a:lnTo>
                <a:lnTo>
                  <a:pt x="134" y="486"/>
                </a:lnTo>
                <a:lnTo>
                  <a:pt x="134" y="485"/>
                </a:lnTo>
                <a:lnTo>
                  <a:pt x="135" y="485"/>
                </a:lnTo>
                <a:lnTo>
                  <a:pt x="135" y="484"/>
                </a:lnTo>
                <a:lnTo>
                  <a:pt x="136" y="483"/>
                </a:lnTo>
                <a:lnTo>
                  <a:pt x="137" y="482"/>
                </a:lnTo>
                <a:lnTo>
                  <a:pt x="138" y="482"/>
                </a:lnTo>
                <a:lnTo>
                  <a:pt x="138" y="481"/>
                </a:lnTo>
                <a:lnTo>
                  <a:pt x="139" y="479"/>
                </a:lnTo>
                <a:lnTo>
                  <a:pt x="139" y="478"/>
                </a:lnTo>
                <a:lnTo>
                  <a:pt x="138" y="476"/>
                </a:lnTo>
                <a:lnTo>
                  <a:pt x="138" y="475"/>
                </a:lnTo>
                <a:lnTo>
                  <a:pt x="137" y="475"/>
                </a:lnTo>
                <a:lnTo>
                  <a:pt x="136" y="474"/>
                </a:lnTo>
                <a:lnTo>
                  <a:pt x="136" y="473"/>
                </a:lnTo>
                <a:lnTo>
                  <a:pt x="137" y="473"/>
                </a:lnTo>
                <a:lnTo>
                  <a:pt x="137" y="472"/>
                </a:lnTo>
                <a:lnTo>
                  <a:pt x="138" y="471"/>
                </a:lnTo>
                <a:lnTo>
                  <a:pt x="137" y="470"/>
                </a:lnTo>
                <a:lnTo>
                  <a:pt x="137" y="469"/>
                </a:lnTo>
                <a:lnTo>
                  <a:pt x="137" y="468"/>
                </a:lnTo>
                <a:lnTo>
                  <a:pt x="137" y="467"/>
                </a:lnTo>
                <a:lnTo>
                  <a:pt x="138" y="467"/>
                </a:lnTo>
                <a:lnTo>
                  <a:pt x="139" y="466"/>
                </a:lnTo>
                <a:lnTo>
                  <a:pt x="138" y="466"/>
                </a:lnTo>
                <a:lnTo>
                  <a:pt x="139" y="465"/>
                </a:lnTo>
                <a:lnTo>
                  <a:pt x="140" y="464"/>
                </a:lnTo>
                <a:lnTo>
                  <a:pt x="141" y="464"/>
                </a:lnTo>
                <a:lnTo>
                  <a:pt x="141" y="465"/>
                </a:lnTo>
                <a:lnTo>
                  <a:pt x="142" y="465"/>
                </a:lnTo>
                <a:lnTo>
                  <a:pt x="141" y="464"/>
                </a:lnTo>
                <a:lnTo>
                  <a:pt x="140" y="464"/>
                </a:lnTo>
                <a:lnTo>
                  <a:pt x="139" y="465"/>
                </a:lnTo>
                <a:lnTo>
                  <a:pt x="138" y="465"/>
                </a:lnTo>
                <a:lnTo>
                  <a:pt x="138" y="466"/>
                </a:lnTo>
                <a:lnTo>
                  <a:pt x="137" y="467"/>
                </a:lnTo>
                <a:lnTo>
                  <a:pt x="136" y="467"/>
                </a:lnTo>
                <a:lnTo>
                  <a:pt x="135" y="467"/>
                </a:lnTo>
                <a:lnTo>
                  <a:pt x="135" y="468"/>
                </a:lnTo>
                <a:lnTo>
                  <a:pt x="135" y="467"/>
                </a:lnTo>
                <a:lnTo>
                  <a:pt x="134" y="467"/>
                </a:lnTo>
                <a:lnTo>
                  <a:pt x="133" y="467"/>
                </a:lnTo>
                <a:lnTo>
                  <a:pt x="134" y="467"/>
                </a:lnTo>
                <a:lnTo>
                  <a:pt x="134" y="468"/>
                </a:lnTo>
                <a:lnTo>
                  <a:pt x="133" y="468"/>
                </a:lnTo>
                <a:lnTo>
                  <a:pt x="131" y="469"/>
                </a:lnTo>
                <a:lnTo>
                  <a:pt x="129" y="469"/>
                </a:lnTo>
                <a:lnTo>
                  <a:pt x="129" y="470"/>
                </a:lnTo>
                <a:lnTo>
                  <a:pt x="129" y="471"/>
                </a:lnTo>
                <a:lnTo>
                  <a:pt x="129" y="472"/>
                </a:lnTo>
                <a:lnTo>
                  <a:pt x="129" y="473"/>
                </a:lnTo>
                <a:lnTo>
                  <a:pt x="129" y="474"/>
                </a:lnTo>
                <a:lnTo>
                  <a:pt x="131" y="475"/>
                </a:lnTo>
                <a:lnTo>
                  <a:pt x="129" y="475"/>
                </a:lnTo>
                <a:lnTo>
                  <a:pt x="128" y="475"/>
                </a:lnTo>
                <a:lnTo>
                  <a:pt x="128" y="476"/>
                </a:lnTo>
                <a:lnTo>
                  <a:pt x="128" y="477"/>
                </a:lnTo>
                <a:lnTo>
                  <a:pt x="129" y="478"/>
                </a:lnTo>
                <a:lnTo>
                  <a:pt x="129" y="479"/>
                </a:lnTo>
                <a:lnTo>
                  <a:pt x="131" y="479"/>
                </a:lnTo>
                <a:lnTo>
                  <a:pt x="131" y="480"/>
                </a:lnTo>
                <a:lnTo>
                  <a:pt x="129" y="480"/>
                </a:lnTo>
                <a:lnTo>
                  <a:pt x="128" y="480"/>
                </a:lnTo>
                <a:lnTo>
                  <a:pt x="127" y="481"/>
                </a:lnTo>
                <a:lnTo>
                  <a:pt x="127" y="482"/>
                </a:lnTo>
                <a:lnTo>
                  <a:pt x="126" y="482"/>
                </a:lnTo>
                <a:lnTo>
                  <a:pt x="125" y="483"/>
                </a:lnTo>
                <a:lnTo>
                  <a:pt x="125" y="482"/>
                </a:lnTo>
                <a:lnTo>
                  <a:pt x="125" y="481"/>
                </a:lnTo>
                <a:lnTo>
                  <a:pt x="125" y="480"/>
                </a:lnTo>
                <a:lnTo>
                  <a:pt x="125" y="479"/>
                </a:lnTo>
                <a:lnTo>
                  <a:pt x="126" y="479"/>
                </a:lnTo>
                <a:lnTo>
                  <a:pt x="126" y="478"/>
                </a:lnTo>
                <a:lnTo>
                  <a:pt x="126" y="477"/>
                </a:lnTo>
                <a:lnTo>
                  <a:pt x="127" y="476"/>
                </a:lnTo>
                <a:lnTo>
                  <a:pt x="127" y="475"/>
                </a:lnTo>
                <a:lnTo>
                  <a:pt x="126" y="475"/>
                </a:lnTo>
                <a:lnTo>
                  <a:pt x="126" y="474"/>
                </a:lnTo>
                <a:lnTo>
                  <a:pt x="125" y="474"/>
                </a:lnTo>
                <a:lnTo>
                  <a:pt x="126" y="474"/>
                </a:lnTo>
                <a:lnTo>
                  <a:pt x="126" y="475"/>
                </a:lnTo>
                <a:lnTo>
                  <a:pt x="125" y="475"/>
                </a:lnTo>
                <a:lnTo>
                  <a:pt x="125" y="476"/>
                </a:lnTo>
                <a:lnTo>
                  <a:pt x="125" y="477"/>
                </a:lnTo>
                <a:lnTo>
                  <a:pt x="125" y="476"/>
                </a:lnTo>
                <a:lnTo>
                  <a:pt x="124" y="475"/>
                </a:lnTo>
                <a:lnTo>
                  <a:pt x="123" y="475"/>
                </a:lnTo>
                <a:lnTo>
                  <a:pt x="124" y="476"/>
                </a:lnTo>
                <a:lnTo>
                  <a:pt x="124" y="477"/>
                </a:lnTo>
                <a:lnTo>
                  <a:pt x="123" y="477"/>
                </a:lnTo>
                <a:lnTo>
                  <a:pt x="124" y="477"/>
                </a:lnTo>
                <a:lnTo>
                  <a:pt x="124" y="478"/>
                </a:lnTo>
                <a:lnTo>
                  <a:pt x="124" y="477"/>
                </a:lnTo>
                <a:lnTo>
                  <a:pt x="124" y="478"/>
                </a:lnTo>
                <a:lnTo>
                  <a:pt x="125" y="479"/>
                </a:lnTo>
                <a:lnTo>
                  <a:pt x="125" y="480"/>
                </a:lnTo>
                <a:lnTo>
                  <a:pt x="125" y="481"/>
                </a:lnTo>
                <a:lnTo>
                  <a:pt x="123" y="481"/>
                </a:lnTo>
                <a:lnTo>
                  <a:pt x="122" y="481"/>
                </a:lnTo>
                <a:lnTo>
                  <a:pt x="121" y="481"/>
                </a:lnTo>
                <a:lnTo>
                  <a:pt x="121" y="480"/>
                </a:lnTo>
                <a:lnTo>
                  <a:pt x="120" y="479"/>
                </a:lnTo>
                <a:lnTo>
                  <a:pt x="119" y="479"/>
                </a:lnTo>
                <a:lnTo>
                  <a:pt x="118" y="479"/>
                </a:lnTo>
                <a:lnTo>
                  <a:pt x="118" y="478"/>
                </a:lnTo>
                <a:lnTo>
                  <a:pt x="117" y="478"/>
                </a:lnTo>
                <a:lnTo>
                  <a:pt x="117" y="477"/>
                </a:lnTo>
                <a:lnTo>
                  <a:pt x="116" y="478"/>
                </a:lnTo>
                <a:lnTo>
                  <a:pt x="115" y="478"/>
                </a:lnTo>
                <a:lnTo>
                  <a:pt x="115" y="477"/>
                </a:lnTo>
                <a:lnTo>
                  <a:pt x="113" y="476"/>
                </a:lnTo>
                <a:lnTo>
                  <a:pt x="112" y="476"/>
                </a:lnTo>
                <a:lnTo>
                  <a:pt x="111" y="475"/>
                </a:lnTo>
                <a:lnTo>
                  <a:pt x="112" y="475"/>
                </a:lnTo>
                <a:lnTo>
                  <a:pt x="111" y="475"/>
                </a:lnTo>
                <a:lnTo>
                  <a:pt x="110" y="474"/>
                </a:lnTo>
                <a:lnTo>
                  <a:pt x="109" y="474"/>
                </a:lnTo>
                <a:lnTo>
                  <a:pt x="108" y="473"/>
                </a:lnTo>
                <a:lnTo>
                  <a:pt x="108" y="471"/>
                </a:lnTo>
                <a:lnTo>
                  <a:pt x="109" y="471"/>
                </a:lnTo>
                <a:lnTo>
                  <a:pt x="108" y="470"/>
                </a:lnTo>
                <a:lnTo>
                  <a:pt x="109" y="469"/>
                </a:lnTo>
                <a:lnTo>
                  <a:pt x="108" y="468"/>
                </a:lnTo>
                <a:lnTo>
                  <a:pt x="108" y="467"/>
                </a:lnTo>
                <a:lnTo>
                  <a:pt x="108" y="465"/>
                </a:lnTo>
                <a:lnTo>
                  <a:pt x="107" y="464"/>
                </a:lnTo>
                <a:lnTo>
                  <a:pt x="107" y="463"/>
                </a:lnTo>
                <a:lnTo>
                  <a:pt x="106" y="462"/>
                </a:lnTo>
                <a:lnTo>
                  <a:pt x="106" y="461"/>
                </a:lnTo>
                <a:lnTo>
                  <a:pt x="107" y="461"/>
                </a:lnTo>
                <a:lnTo>
                  <a:pt x="107" y="460"/>
                </a:lnTo>
                <a:lnTo>
                  <a:pt x="106" y="459"/>
                </a:lnTo>
                <a:lnTo>
                  <a:pt x="106" y="458"/>
                </a:lnTo>
                <a:lnTo>
                  <a:pt x="105" y="457"/>
                </a:lnTo>
                <a:lnTo>
                  <a:pt x="104" y="456"/>
                </a:lnTo>
                <a:lnTo>
                  <a:pt x="103" y="456"/>
                </a:lnTo>
                <a:lnTo>
                  <a:pt x="102" y="456"/>
                </a:lnTo>
                <a:lnTo>
                  <a:pt x="102" y="457"/>
                </a:lnTo>
                <a:lnTo>
                  <a:pt x="101" y="456"/>
                </a:lnTo>
                <a:lnTo>
                  <a:pt x="100" y="456"/>
                </a:lnTo>
                <a:lnTo>
                  <a:pt x="100" y="455"/>
                </a:lnTo>
                <a:lnTo>
                  <a:pt x="101" y="455"/>
                </a:lnTo>
                <a:lnTo>
                  <a:pt x="102" y="455"/>
                </a:lnTo>
                <a:lnTo>
                  <a:pt x="102" y="454"/>
                </a:lnTo>
                <a:lnTo>
                  <a:pt x="102" y="453"/>
                </a:lnTo>
                <a:lnTo>
                  <a:pt x="102" y="452"/>
                </a:lnTo>
                <a:lnTo>
                  <a:pt x="101" y="452"/>
                </a:lnTo>
                <a:lnTo>
                  <a:pt x="100" y="452"/>
                </a:lnTo>
                <a:lnTo>
                  <a:pt x="100" y="451"/>
                </a:lnTo>
                <a:lnTo>
                  <a:pt x="100" y="450"/>
                </a:lnTo>
                <a:lnTo>
                  <a:pt x="101" y="450"/>
                </a:lnTo>
                <a:lnTo>
                  <a:pt x="102" y="449"/>
                </a:lnTo>
                <a:lnTo>
                  <a:pt x="102" y="448"/>
                </a:lnTo>
                <a:lnTo>
                  <a:pt x="102" y="446"/>
                </a:lnTo>
                <a:lnTo>
                  <a:pt x="102" y="445"/>
                </a:lnTo>
                <a:lnTo>
                  <a:pt x="101" y="445"/>
                </a:lnTo>
                <a:lnTo>
                  <a:pt x="102" y="443"/>
                </a:lnTo>
                <a:lnTo>
                  <a:pt x="102" y="442"/>
                </a:lnTo>
                <a:lnTo>
                  <a:pt x="102" y="441"/>
                </a:lnTo>
                <a:lnTo>
                  <a:pt x="101" y="441"/>
                </a:lnTo>
                <a:lnTo>
                  <a:pt x="100" y="441"/>
                </a:lnTo>
                <a:lnTo>
                  <a:pt x="100" y="442"/>
                </a:lnTo>
                <a:lnTo>
                  <a:pt x="100" y="440"/>
                </a:lnTo>
                <a:lnTo>
                  <a:pt x="99" y="439"/>
                </a:lnTo>
                <a:lnTo>
                  <a:pt x="99" y="438"/>
                </a:lnTo>
                <a:lnTo>
                  <a:pt x="100" y="438"/>
                </a:lnTo>
                <a:lnTo>
                  <a:pt x="100" y="436"/>
                </a:lnTo>
                <a:lnTo>
                  <a:pt x="99" y="436"/>
                </a:lnTo>
                <a:lnTo>
                  <a:pt x="98" y="436"/>
                </a:lnTo>
                <a:lnTo>
                  <a:pt x="98" y="435"/>
                </a:lnTo>
                <a:lnTo>
                  <a:pt x="98" y="434"/>
                </a:lnTo>
                <a:lnTo>
                  <a:pt x="98" y="433"/>
                </a:lnTo>
                <a:lnTo>
                  <a:pt x="98" y="432"/>
                </a:lnTo>
                <a:lnTo>
                  <a:pt x="97" y="432"/>
                </a:lnTo>
                <a:lnTo>
                  <a:pt x="97" y="431"/>
                </a:lnTo>
                <a:lnTo>
                  <a:pt x="98" y="431"/>
                </a:lnTo>
                <a:lnTo>
                  <a:pt x="98" y="430"/>
                </a:lnTo>
                <a:lnTo>
                  <a:pt x="98" y="429"/>
                </a:lnTo>
                <a:lnTo>
                  <a:pt x="99" y="429"/>
                </a:lnTo>
                <a:lnTo>
                  <a:pt x="99" y="428"/>
                </a:lnTo>
                <a:lnTo>
                  <a:pt x="100" y="428"/>
                </a:lnTo>
                <a:lnTo>
                  <a:pt x="99" y="427"/>
                </a:lnTo>
                <a:lnTo>
                  <a:pt x="100" y="427"/>
                </a:lnTo>
                <a:lnTo>
                  <a:pt x="100" y="426"/>
                </a:lnTo>
                <a:lnTo>
                  <a:pt x="101" y="426"/>
                </a:lnTo>
                <a:lnTo>
                  <a:pt x="102" y="426"/>
                </a:lnTo>
                <a:lnTo>
                  <a:pt x="102" y="425"/>
                </a:lnTo>
                <a:lnTo>
                  <a:pt x="103" y="424"/>
                </a:lnTo>
                <a:lnTo>
                  <a:pt x="104" y="423"/>
                </a:lnTo>
                <a:lnTo>
                  <a:pt x="103" y="423"/>
                </a:lnTo>
                <a:lnTo>
                  <a:pt x="103" y="422"/>
                </a:lnTo>
                <a:lnTo>
                  <a:pt x="102" y="421"/>
                </a:lnTo>
                <a:lnTo>
                  <a:pt x="102" y="422"/>
                </a:lnTo>
                <a:lnTo>
                  <a:pt x="101" y="422"/>
                </a:lnTo>
                <a:lnTo>
                  <a:pt x="101" y="421"/>
                </a:lnTo>
                <a:lnTo>
                  <a:pt x="101" y="420"/>
                </a:lnTo>
                <a:lnTo>
                  <a:pt x="100" y="420"/>
                </a:lnTo>
                <a:lnTo>
                  <a:pt x="99" y="420"/>
                </a:lnTo>
                <a:lnTo>
                  <a:pt x="98" y="420"/>
                </a:lnTo>
                <a:lnTo>
                  <a:pt x="98" y="419"/>
                </a:lnTo>
                <a:lnTo>
                  <a:pt x="98" y="418"/>
                </a:lnTo>
                <a:lnTo>
                  <a:pt x="99" y="418"/>
                </a:lnTo>
                <a:lnTo>
                  <a:pt x="98" y="417"/>
                </a:lnTo>
                <a:lnTo>
                  <a:pt x="98" y="416"/>
                </a:lnTo>
                <a:lnTo>
                  <a:pt x="99" y="416"/>
                </a:lnTo>
                <a:lnTo>
                  <a:pt x="98" y="416"/>
                </a:lnTo>
                <a:lnTo>
                  <a:pt x="98" y="415"/>
                </a:lnTo>
                <a:lnTo>
                  <a:pt x="99" y="414"/>
                </a:lnTo>
                <a:lnTo>
                  <a:pt x="99" y="413"/>
                </a:lnTo>
                <a:lnTo>
                  <a:pt x="98" y="413"/>
                </a:lnTo>
                <a:lnTo>
                  <a:pt x="97" y="413"/>
                </a:lnTo>
                <a:lnTo>
                  <a:pt x="96" y="413"/>
                </a:lnTo>
                <a:lnTo>
                  <a:pt x="96" y="412"/>
                </a:lnTo>
                <a:lnTo>
                  <a:pt x="97" y="412"/>
                </a:lnTo>
                <a:lnTo>
                  <a:pt x="96" y="412"/>
                </a:lnTo>
                <a:lnTo>
                  <a:pt x="96" y="411"/>
                </a:lnTo>
                <a:lnTo>
                  <a:pt x="96" y="410"/>
                </a:lnTo>
                <a:lnTo>
                  <a:pt x="97" y="409"/>
                </a:lnTo>
                <a:lnTo>
                  <a:pt x="96" y="408"/>
                </a:lnTo>
                <a:lnTo>
                  <a:pt x="96" y="407"/>
                </a:lnTo>
                <a:lnTo>
                  <a:pt x="95" y="406"/>
                </a:lnTo>
                <a:lnTo>
                  <a:pt x="95" y="405"/>
                </a:lnTo>
                <a:lnTo>
                  <a:pt x="95" y="404"/>
                </a:lnTo>
                <a:lnTo>
                  <a:pt x="95" y="403"/>
                </a:lnTo>
                <a:lnTo>
                  <a:pt x="94" y="402"/>
                </a:lnTo>
                <a:lnTo>
                  <a:pt x="94" y="401"/>
                </a:lnTo>
                <a:lnTo>
                  <a:pt x="93" y="401"/>
                </a:lnTo>
                <a:lnTo>
                  <a:pt x="93" y="402"/>
                </a:lnTo>
                <a:lnTo>
                  <a:pt x="92" y="401"/>
                </a:lnTo>
                <a:lnTo>
                  <a:pt x="92" y="400"/>
                </a:lnTo>
                <a:lnTo>
                  <a:pt x="91" y="399"/>
                </a:lnTo>
                <a:lnTo>
                  <a:pt x="91" y="398"/>
                </a:lnTo>
                <a:lnTo>
                  <a:pt x="90" y="398"/>
                </a:lnTo>
                <a:lnTo>
                  <a:pt x="89" y="397"/>
                </a:lnTo>
                <a:lnTo>
                  <a:pt x="89" y="396"/>
                </a:lnTo>
                <a:lnTo>
                  <a:pt x="90" y="396"/>
                </a:lnTo>
                <a:lnTo>
                  <a:pt x="90" y="395"/>
                </a:lnTo>
                <a:lnTo>
                  <a:pt x="90" y="396"/>
                </a:lnTo>
                <a:lnTo>
                  <a:pt x="91" y="396"/>
                </a:lnTo>
                <a:lnTo>
                  <a:pt x="91" y="395"/>
                </a:lnTo>
                <a:lnTo>
                  <a:pt x="91" y="394"/>
                </a:lnTo>
                <a:lnTo>
                  <a:pt x="91" y="393"/>
                </a:lnTo>
                <a:lnTo>
                  <a:pt x="90" y="393"/>
                </a:lnTo>
                <a:lnTo>
                  <a:pt x="90" y="392"/>
                </a:lnTo>
                <a:lnTo>
                  <a:pt x="89" y="392"/>
                </a:lnTo>
                <a:lnTo>
                  <a:pt x="89" y="391"/>
                </a:lnTo>
                <a:lnTo>
                  <a:pt x="88" y="391"/>
                </a:lnTo>
                <a:lnTo>
                  <a:pt x="88" y="392"/>
                </a:lnTo>
                <a:lnTo>
                  <a:pt x="87" y="392"/>
                </a:lnTo>
                <a:lnTo>
                  <a:pt x="88" y="392"/>
                </a:lnTo>
                <a:lnTo>
                  <a:pt x="87" y="391"/>
                </a:lnTo>
                <a:lnTo>
                  <a:pt x="86" y="391"/>
                </a:lnTo>
                <a:lnTo>
                  <a:pt x="85" y="390"/>
                </a:lnTo>
                <a:lnTo>
                  <a:pt x="85" y="389"/>
                </a:lnTo>
                <a:lnTo>
                  <a:pt x="84" y="389"/>
                </a:lnTo>
                <a:lnTo>
                  <a:pt x="84" y="388"/>
                </a:lnTo>
                <a:lnTo>
                  <a:pt x="84" y="387"/>
                </a:lnTo>
                <a:lnTo>
                  <a:pt x="83" y="387"/>
                </a:lnTo>
                <a:lnTo>
                  <a:pt x="82" y="386"/>
                </a:lnTo>
                <a:lnTo>
                  <a:pt x="82" y="385"/>
                </a:lnTo>
                <a:lnTo>
                  <a:pt x="83" y="384"/>
                </a:lnTo>
                <a:lnTo>
                  <a:pt x="83" y="383"/>
                </a:lnTo>
                <a:lnTo>
                  <a:pt x="82" y="382"/>
                </a:lnTo>
                <a:lnTo>
                  <a:pt x="83" y="382"/>
                </a:lnTo>
                <a:lnTo>
                  <a:pt x="83" y="381"/>
                </a:lnTo>
                <a:lnTo>
                  <a:pt x="84" y="381"/>
                </a:lnTo>
                <a:lnTo>
                  <a:pt x="84" y="380"/>
                </a:lnTo>
                <a:lnTo>
                  <a:pt x="85" y="379"/>
                </a:lnTo>
                <a:lnTo>
                  <a:pt x="86" y="378"/>
                </a:lnTo>
                <a:lnTo>
                  <a:pt x="86" y="377"/>
                </a:lnTo>
                <a:lnTo>
                  <a:pt x="86" y="376"/>
                </a:lnTo>
                <a:lnTo>
                  <a:pt x="87" y="376"/>
                </a:lnTo>
                <a:lnTo>
                  <a:pt x="87" y="375"/>
                </a:lnTo>
                <a:lnTo>
                  <a:pt x="87" y="374"/>
                </a:lnTo>
                <a:lnTo>
                  <a:pt x="87" y="373"/>
                </a:lnTo>
                <a:lnTo>
                  <a:pt x="86" y="373"/>
                </a:lnTo>
                <a:lnTo>
                  <a:pt x="85" y="373"/>
                </a:lnTo>
                <a:lnTo>
                  <a:pt x="85" y="372"/>
                </a:lnTo>
                <a:lnTo>
                  <a:pt x="84" y="372"/>
                </a:lnTo>
                <a:lnTo>
                  <a:pt x="84" y="373"/>
                </a:lnTo>
                <a:lnTo>
                  <a:pt x="83" y="373"/>
                </a:lnTo>
                <a:lnTo>
                  <a:pt x="83" y="374"/>
                </a:lnTo>
                <a:lnTo>
                  <a:pt x="82" y="374"/>
                </a:lnTo>
                <a:lnTo>
                  <a:pt x="82" y="375"/>
                </a:lnTo>
                <a:lnTo>
                  <a:pt x="81" y="375"/>
                </a:lnTo>
                <a:lnTo>
                  <a:pt x="81" y="374"/>
                </a:lnTo>
                <a:lnTo>
                  <a:pt x="80" y="374"/>
                </a:lnTo>
                <a:lnTo>
                  <a:pt x="79" y="374"/>
                </a:lnTo>
                <a:lnTo>
                  <a:pt x="77" y="374"/>
                </a:lnTo>
                <a:lnTo>
                  <a:pt x="77" y="375"/>
                </a:lnTo>
                <a:lnTo>
                  <a:pt x="76" y="374"/>
                </a:lnTo>
                <a:lnTo>
                  <a:pt x="75" y="374"/>
                </a:lnTo>
                <a:lnTo>
                  <a:pt x="74" y="375"/>
                </a:lnTo>
                <a:lnTo>
                  <a:pt x="73" y="375"/>
                </a:lnTo>
                <a:lnTo>
                  <a:pt x="72" y="375"/>
                </a:lnTo>
                <a:lnTo>
                  <a:pt x="71" y="376"/>
                </a:lnTo>
                <a:lnTo>
                  <a:pt x="70" y="376"/>
                </a:lnTo>
                <a:lnTo>
                  <a:pt x="69" y="376"/>
                </a:lnTo>
                <a:lnTo>
                  <a:pt x="68" y="376"/>
                </a:lnTo>
                <a:lnTo>
                  <a:pt x="68" y="375"/>
                </a:lnTo>
                <a:lnTo>
                  <a:pt x="67" y="375"/>
                </a:lnTo>
                <a:lnTo>
                  <a:pt x="67" y="376"/>
                </a:lnTo>
                <a:lnTo>
                  <a:pt x="67" y="377"/>
                </a:lnTo>
                <a:lnTo>
                  <a:pt x="66" y="377"/>
                </a:lnTo>
                <a:lnTo>
                  <a:pt x="65" y="378"/>
                </a:lnTo>
                <a:lnTo>
                  <a:pt x="64" y="379"/>
                </a:lnTo>
                <a:lnTo>
                  <a:pt x="64" y="380"/>
                </a:lnTo>
                <a:lnTo>
                  <a:pt x="63" y="380"/>
                </a:lnTo>
                <a:lnTo>
                  <a:pt x="64" y="379"/>
                </a:lnTo>
                <a:lnTo>
                  <a:pt x="63" y="379"/>
                </a:lnTo>
                <a:lnTo>
                  <a:pt x="62" y="380"/>
                </a:lnTo>
                <a:lnTo>
                  <a:pt x="61" y="380"/>
                </a:lnTo>
                <a:lnTo>
                  <a:pt x="61" y="379"/>
                </a:lnTo>
                <a:lnTo>
                  <a:pt x="60" y="379"/>
                </a:lnTo>
                <a:lnTo>
                  <a:pt x="59" y="378"/>
                </a:lnTo>
                <a:lnTo>
                  <a:pt x="60" y="378"/>
                </a:lnTo>
                <a:lnTo>
                  <a:pt x="60" y="377"/>
                </a:lnTo>
                <a:lnTo>
                  <a:pt x="60" y="376"/>
                </a:lnTo>
                <a:lnTo>
                  <a:pt x="60" y="375"/>
                </a:lnTo>
                <a:lnTo>
                  <a:pt x="61" y="375"/>
                </a:lnTo>
                <a:lnTo>
                  <a:pt x="60" y="375"/>
                </a:lnTo>
                <a:lnTo>
                  <a:pt x="60" y="374"/>
                </a:lnTo>
                <a:lnTo>
                  <a:pt x="59" y="374"/>
                </a:lnTo>
                <a:lnTo>
                  <a:pt x="59" y="373"/>
                </a:lnTo>
                <a:lnTo>
                  <a:pt x="59" y="372"/>
                </a:lnTo>
                <a:lnTo>
                  <a:pt x="59" y="371"/>
                </a:lnTo>
                <a:lnTo>
                  <a:pt x="59" y="370"/>
                </a:lnTo>
                <a:lnTo>
                  <a:pt x="58" y="369"/>
                </a:lnTo>
                <a:lnTo>
                  <a:pt x="58" y="368"/>
                </a:lnTo>
                <a:lnTo>
                  <a:pt x="57" y="368"/>
                </a:lnTo>
                <a:lnTo>
                  <a:pt x="56" y="368"/>
                </a:lnTo>
                <a:lnTo>
                  <a:pt x="56" y="369"/>
                </a:lnTo>
                <a:lnTo>
                  <a:pt x="55" y="369"/>
                </a:lnTo>
                <a:lnTo>
                  <a:pt x="54" y="369"/>
                </a:lnTo>
                <a:lnTo>
                  <a:pt x="54" y="368"/>
                </a:lnTo>
                <a:lnTo>
                  <a:pt x="54" y="367"/>
                </a:lnTo>
                <a:lnTo>
                  <a:pt x="53" y="367"/>
                </a:lnTo>
                <a:lnTo>
                  <a:pt x="53" y="366"/>
                </a:lnTo>
                <a:lnTo>
                  <a:pt x="52" y="366"/>
                </a:lnTo>
                <a:lnTo>
                  <a:pt x="51" y="366"/>
                </a:lnTo>
                <a:lnTo>
                  <a:pt x="51" y="365"/>
                </a:lnTo>
                <a:lnTo>
                  <a:pt x="52" y="364"/>
                </a:lnTo>
                <a:lnTo>
                  <a:pt x="52" y="363"/>
                </a:lnTo>
                <a:lnTo>
                  <a:pt x="51" y="363"/>
                </a:lnTo>
                <a:lnTo>
                  <a:pt x="51" y="362"/>
                </a:lnTo>
                <a:lnTo>
                  <a:pt x="50" y="362"/>
                </a:lnTo>
                <a:lnTo>
                  <a:pt x="50" y="361"/>
                </a:lnTo>
                <a:lnTo>
                  <a:pt x="49" y="361"/>
                </a:lnTo>
                <a:lnTo>
                  <a:pt x="48" y="361"/>
                </a:lnTo>
                <a:lnTo>
                  <a:pt x="49" y="360"/>
                </a:lnTo>
                <a:lnTo>
                  <a:pt x="48" y="360"/>
                </a:lnTo>
                <a:lnTo>
                  <a:pt x="48" y="359"/>
                </a:lnTo>
                <a:lnTo>
                  <a:pt x="48" y="358"/>
                </a:lnTo>
                <a:lnTo>
                  <a:pt x="49" y="357"/>
                </a:lnTo>
                <a:lnTo>
                  <a:pt x="50" y="357"/>
                </a:lnTo>
                <a:lnTo>
                  <a:pt x="51" y="357"/>
                </a:lnTo>
                <a:lnTo>
                  <a:pt x="51" y="356"/>
                </a:lnTo>
                <a:lnTo>
                  <a:pt x="52" y="356"/>
                </a:lnTo>
                <a:lnTo>
                  <a:pt x="51" y="355"/>
                </a:lnTo>
                <a:lnTo>
                  <a:pt x="50" y="355"/>
                </a:lnTo>
                <a:lnTo>
                  <a:pt x="49" y="354"/>
                </a:lnTo>
                <a:lnTo>
                  <a:pt x="49" y="353"/>
                </a:lnTo>
                <a:lnTo>
                  <a:pt x="50" y="353"/>
                </a:lnTo>
                <a:lnTo>
                  <a:pt x="50" y="352"/>
                </a:lnTo>
                <a:lnTo>
                  <a:pt x="49" y="352"/>
                </a:lnTo>
                <a:lnTo>
                  <a:pt x="48" y="352"/>
                </a:lnTo>
                <a:lnTo>
                  <a:pt x="48" y="353"/>
                </a:lnTo>
                <a:lnTo>
                  <a:pt x="47" y="353"/>
                </a:lnTo>
                <a:lnTo>
                  <a:pt x="46" y="353"/>
                </a:lnTo>
                <a:lnTo>
                  <a:pt x="46" y="354"/>
                </a:lnTo>
                <a:lnTo>
                  <a:pt x="45" y="354"/>
                </a:lnTo>
                <a:lnTo>
                  <a:pt x="45" y="355"/>
                </a:lnTo>
                <a:lnTo>
                  <a:pt x="46" y="356"/>
                </a:lnTo>
                <a:lnTo>
                  <a:pt x="45" y="356"/>
                </a:lnTo>
                <a:lnTo>
                  <a:pt x="45" y="357"/>
                </a:lnTo>
                <a:lnTo>
                  <a:pt x="44" y="358"/>
                </a:lnTo>
                <a:lnTo>
                  <a:pt x="43" y="358"/>
                </a:lnTo>
                <a:lnTo>
                  <a:pt x="42" y="359"/>
                </a:lnTo>
                <a:lnTo>
                  <a:pt x="41" y="359"/>
                </a:lnTo>
                <a:lnTo>
                  <a:pt x="41" y="360"/>
                </a:lnTo>
                <a:lnTo>
                  <a:pt x="40" y="360"/>
                </a:lnTo>
                <a:lnTo>
                  <a:pt x="39" y="360"/>
                </a:lnTo>
                <a:lnTo>
                  <a:pt x="38" y="360"/>
                </a:lnTo>
                <a:lnTo>
                  <a:pt x="37" y="360"/>
                </a:lnTo>
                <a:lnTo>
                  <a:pt x="37" y="361"/>
                </a:lnTo>
                <a:lnTo>
                  <a:pt x="36" y="361"/>
                </a:lnTo>
                <a:lnTo>
                  <a:pt x="35" y="360"/>
                </a:lnTo>
                <a:lnTo>
                  <a:pt x="36" y="358"/>
                </a:lnTo>
                <a:lnTo>
                  <a:pt x="36" y="357"/>
                </a:lnTo>
                <a:lnTo>
                  <a:pt x="35" y="357"/>
                </a:lnTo>
                <a:lnTo>
                  <a:pt x="34" y="357"/>
                </a:lnTo>
                <a:lnTo>
                  <a:pt x="33" y="356"/>
                </a:lnTo>
                <a:lnTo>
                  <a:pt x="34" y="356"/>
                </a:lnTo>
                <a:lnTo>
                  <a:pt x="34" y="355"/>
                </a:lnTo>
                <a:lnTo>
                  <a:pt x="33" y="355"/>
                </a:lnTo>
                <a:lnTo>
                  <a:pt x="32" y="354"/>
                </a:lnTo>
                <a:lnTo>
                  <a:pt x="31" y="353"/>
                </a:lnTo>
                <a:lnTo>
                  <a:pt x="31" y="352"/>
                </a:lnTo>
                <a:lnTo>
                  <a:pt x="30" y="352"/>
                </a:lnTo>
                <a:lnTo>
                  <a:pt x="30" y="353"/>
                </a:lnTo>
                <a:lnTo>
                  <a:pt x="29" y="354"/>
                </a:lnTo>
                <a:lnTo>
                  <a:pt x="28" y="354"/>
                </a:lnTo>
                <a:lnTo>
                  <a:pt x="28" y="355"/>
                </a:lnTo>
                <a:lnTo>
                  <a:pt x="27" y="355"/>
                </a:lnTo>
                <a:lnTo>
                  <a:pt x="27" y="356"/>
                </a:lnTo>
                <a:lnTo>
                  <a:pt x="26" y="355"/>
                </a:lnTo>
                <a:lnTo>
                  <a:pt x="25" y="355"/>
                </a:lnTo>
                <a:lnTo>
                  <a:pt x="24" y="355"/>
                </a:lnTo>
                <a:lnTo>
                  <a:pt x="23" y="355"/>
                </a:lnTo>
                <a:lnTo>
                  <a:pt x="22" y="355"/>
                </a:lnTo>
                <a:lnTo>
                  <a:pt x="22" y="356"/>
                </a:lnTo>
                <a:lnTo>
                  <a:pt x="22" y="355"/>
                </a:lnTo>
                <a:lnTo>
                  <a:pt x="21" y="355"/>
                </a:lnTo>
                <a:lnTo>
                  <a:pt x="20" y="355"/>
                </a:lnTo>
                <a:lnTo>
                  <a:pt x="20" y="354"/>
                </a:lnTo>
                <a:lnTo>
                  <a:pt x="19" y="354"/>
                </a:lnTo>
                <a:lnTo>
                  <a:pt x="18" y="353"/>
                </a:lnTo>
                <a:lnTo>
                  <a:pt x="18" y="352"/>
                </a:lnTo>
                <a:lnTo>
                  <a:pt x="18" y="351"/>
                </a:lnTo>
                <a:lnTo>
                  <a:pt x="17" y="351"/>
                </a:lnTo>
                <a:lnTo>
                  <a:pt x="17" y="350"/>
                </a:lnTo>
                <a:lnTo>
                  <a:pt x="16" y="350"/>
                </a:lnTo>
                <a:lnTo>
                  <a:pt x="16" y="349"/>
                </a:lnTo>
                <a:lnTo>
                  <a:pt x="15" y="349"/>
                </a:lnTo>
                <a:lnTo>
                  <a:pt x="15" y="350"/>
                </a:lnTo>
                <a:lnTo>
                  <a:pt x="14" y="350"/>
                </a:lnTo>
                <a:lnTo>
                  <a:pt x="13" y="350"/>
                </a:lnTo>
                <a:lnTo>
                  <a:pt x="12" y="350"/>
                </a:lnTo>
                <a:lnTo>
                  <a:pt x="12" y="348"/>
                </a:lnTo>
                <a:lnTo>
                  <a:pt x="11" y="348"/>
                </a:lnTo>
                <a:lnTo>
                  <a:pt x="11" y="349"/>
                </a:lnTo>
                <a:lnTo>
                  <a:pt x="9" y="348"/>
                </a:lnTo>
                <a:lnTo>
                  <a:pt x="8" y="348"/>
                </a:lnTo>
                <a:lnTo>
                  <a:pt x="7" y="348"/>
                </a:lnTo>
                <a:lnTo>
                  <a:pt x="7" y="347"/>
                </a:lnTo>
                <a:lnTo>
                  <a:pt x="6" y="347"/>
                </a:lnTo>
                <a:lnTo>
                  <a:pt x="5" y="347"/>
                </a:lnTo>
                <a:lnTo>
                  <a:pt x="5" y="346"/>
                </a:lnTo>
                <a:lnTo>
                  <a:pt x="4" y="346"/>
                </a:lnTo>
                <a:lnTo>
                  <a:pt x="4" y="345"/>
                </a:lnTo>
                <a:lnTo>
                  <a:pt x="3" y="345"/>
                </a:lnTo>
                <a:lnTo>
                  <a:pt x="3" y="344"/>
                </a:lnTo>
                <a:lnTo>
                  <a:pt x="2" y="344"/>
                </a:lnTo>
                <a:lnTo>
                  <a:pt x="2" y="343"/>
                </a:lnTo>
                <a:lnTo>
                  <a:pt x="2" y="342"/>
                </a:lnTo>
                <a:lnTo>
                  <a:pt x="3" y="342"/>
                </a:lnTo>
                <a:lnTo>
                  <a:pt x="4" y="342"/>
                </a:lnTo>
                <a:lnTo>
                  <a:pt x="4" y="343"/>
                </a:lnTo>
                <a:lnTo>
                  <a:pt x="5" y="343"/>
                </a:lnTo>
                <a:lnTo>
                  <a:pt x="5" y="344"/>
                </a:lnTo>
                <a:lnTo>
                  <a:pt x="5" y="343"/>
                </a:lnTo>
                <a:lnTo>
                  <a:pt x="6" y="343"/>
                </a:lnTo>
                <a:lnTo>
                  <a:pt x="6" y="344"/>
                </a:lnTo>
                <a:lnTo>
                  <a:pt x="7" y="344"/>
                </a:lnTo>
                <a:lnTo>
                  <a:pt x="7" y="343"/>
                </a:lnTo>
                <a:lnTo>
                  <a:pt x="6" y="343"/>
                </a:lnTo>
                <a:lnTo>
                  <a:pt x="6" y="342"/>
                </a:lnTo>
                <a:lnTo>
                  <a:pt x="6" y="341"/>
                </a:lnTo>
                <a:lnTo>
                  <a:pt x="5" y="341"/>
                </a:lnTo>
                <a:lnTo>
                  <a:pt x="5" y="340"/>
                </a:lnTo>
                <a:lnTo>
                  <a:pt x="4" y="340"/>
                </a:lnTo>
                <a:lnTo>
                  <a:pt x="3" y="340"/>
                </a:lnTo>
                <a:lnTo>
                  <a:pt x="3" y="339"/>
                </a:lnTo>
                <a:lnTo>
                  <a:pt x="3" y="338"/>
                </a:lnTo>
                <a:lnTo>
                  <a:pt x="2" y="337"/>
                </a:lnTo>
                <a:lnTo>
                  <a:pt x="3" y="337"/>
                </a:lnTo>
                <a:lnTo>
                  <a:pt x="4" y="337"/>
                </a:lnTo>
                <a:lnTo>
                  <a:pt x="4" y="336"/>
                </a:lnTo>
                <a:lnTo>
                  <a:pt x="5" y="336"/>
                </a:lnTo>
                <a:lnTo>
                  <a:pt x="5" y="335"/>
                </a:lnTo>
                <a:lnTo>
                  <a:pt x="6" y="335"/>
                </a:lnTo>
                <a:lnTo>
                  <a:pt x="7" y="336"/>
                </a:lnTo>
                <a:lnTo>
                  <a:pt x="7" y="335"/>
                </a:lnTo>
                <a:lnTo>
                  <a:pt x="7" y="334"/>
                </a:lnTo>
                <a:lnTo>
                  <a:pt x="7" y="333"/>
                </a:lnTo>
                <a:lnTo>
                  <a:pt x="6" y="333"/>
                </a:lnTo>
                <a:lnTo>
                  <a:pt x="6" y="332"/>
                </a:lnTo>
                <a:lnTo>
                  <a:pt x="6" y="331"/>
                </a:lnTo>
                <a:lnTo>
                  <a:pt x="5" y="331"/>
                </a:lnTo>
                <a:lnTo>
                  <a:pt x="4" y="330"/>
                </a:lnTo>
                <a:lnTo>
                  <a:pt x="4" y="331"/>
                </a:lnTo>
                <a:lnTo>
                  <a:pt x="3" y="331"/>
                </a:lnTo>
                <a:lnTo>
                  <a:pt x="3" y="330"/>
                </a:lnTo>
                <a:lnTo>
                  <a:pt x="3" y="329"/>
                </a:lnTo>
                <a:lnTo>
                  <a:pt x="4" y="329"/>
                </a:lnTo>
                <a:lnTo>
                  <a:pt x="3" y="329"/>
                </a:lnTo>
                <a:lnTo>
                  <a:pt x="3" y="328"/>
                </a:lnTo>
                <a:lnTo>
                  <a:pt x="3" y="327"/>
                </a:lnTo>
                <a:lnTo>
                  <a:pt x="2" y="327"/>
                </a:lnTo>
                <a:lnTo>
                  <a:pt x="3" y="327"/>
                </a:lnTo>
                <a:lnTo>
                  <a:pt x="4" y="327"/>
                </a:lnTo>
                <a:lnTo>
                  <a:pt x="4" y="326"/>
                </a:lnTo>
                <a:lnTo>
                  <a:pt x="4" y="325"/>
                </a:lnTo>
                <a:lnTo>
                  <a:pt x="3" y="325"/>
                </a:lnTo>
                <a:lnTo>
                  <a:pt x="3" y="324"/>
                </a:lnTo>
                <a:lnTo>
                  <a:pt x="2" y="324"/>
                </a:lnTo>
                <a:lnTo>
                  <a:pt x="1" y="324"/>
                </a:lnTo>
                <a:lnTo>
                  <a:pt x="0" y="323"/>
                </a:lnTo>
                <a:lnTo>
                  <a:pt x="1" y="323"/>
                </a:lnTo>
                <a:lnTo>
                  <a:pt x="1" y="322"/>
                </a:lnTo>
                <a:lnTo>
                  <a:pt x="1" y="321"/>
                </a:lnTo>
                <a:lnTo>
                  <a:pt x="1" y="320"/>
                </a:lnTo>
                <a:lnTo>
                  <a:pt x="1" y="319"/>
                </a:lnTo>
                <a:lnTo>
                  <a:pt x="1" y="318"/>
                </a:lnTo>
                <a:lnTo>
                  <a:pt x="2" y="318"/>
                </a:lnTo>
                <a:lnTo>
                  <a:pt x="2" y="317"/>
                </a:lnTo>
                <a:lnTo>
                  <a:pt x="3" y="317"/>
                </a:lnTo>
                <a:lnTo>
                  <a:pt x="3" y="318"/>
                </a:lnTo>
                <a:lnTo>
                  <a:pt x="4" y="317"/>
                </a:lnTo>
                <a:lnTo>
                  <a:pt x="5" y="316"/>
                </a:lnTo>
                <a:lnTo>
                  <a:pt x="6" y="316"/>
                </a:lnTo>
                <a:lnTo>
                  <a:pt x="7" y="316"/>
                </a:lnTo>
                <a:lnTo>
                  <a:pt x="7" y="315"/>
                </a:lnTo>
                <a:lnTo>
                  <a:pt x="8" y="315"/>
                </a:lnTo>
                <a:lnTo>
                  <a:pt x="8" y="314"/>
                </a:lnTo>
                <a:lnTo>
                  <a:pt x="9" y="314"/>
                </a:lnTo>
                <a:lnTo>
                  <a:pt x="9" y="313"/>
                </a:lnTo>
                <a:lnTo>
                  <a:pt x="10" y="312"/>
                </a:lnTo>
                <a:lnTo>
                  <a:pt x="9" y="311"/>
                </a:lnTo>
                <a:lnTo>
                  <a:pt x="9" y="310"/>
                </a:lnTo>
                <a:lnTo>
                  <a:pt x="10" y="310"/>
                </a:lnTo>
                <a:lnTo>
                  <a:pt x="11" y="310"/>
                </a:lnTo>
                <a:lnTo>
                  <a:pt x="12" y="310"/>
                </a:lnTo>
                <a:lnTo>
                  <a:pt x="12" y="309"/>
                </a:lnTo>
                <a:lnTo>
                  <a:pt x="13" y="309"/>
                </a:lnTo>
                <a:lnTo>
                  <a:pt x="13" y="310"/>
                </a:lnTo>
                <a:lnTo>
                  <a:pt x="14" y="309"/>
                </a:lnTo>
                <a:lnTo>
                  <a:pt x="14" y="308"/>
                </a:lnTo>
                <a:lnTo>
                  <a:pt x="15" y="307"/>
                </a:lnTo>
                <a:lnTo>
                  <a:pt x="14" y="307"/>
                </a:lnTo>
                <a:lnTo>
                  <a:pt x="14" y="306"/>
                </a:lnTo>
                <a:lnTo>
                  <a:pt x="14" y="305"/>
                </a:lnTo>
                <a:lnTo>
                  <a:pt x="14" y="304"/>
                </a:lnTo>
                <a:lnTo>
                  <a:pt x="13" y="304"/>
                </a:lnTo>
                <a:lnTo>
                  <a:pt x="14" y="304"/>
                </a:lnTo>
                <a:lnTo>
                  <a:pt x="14" y="303"/>
                </a:lnTo>
                <a:lnTo>
                  <a:pt x="14" y="302"/>
                </a:lnTo>
                <a:lnTo>
                  <a:pt x="13" y="301"/>
                </a:lnTo>
                <a:lnTo>
                  <a:pt x="14" y="300"/>
                </a:lnTo>
                <a:lnTo>
                  <a:pt x="14" y="299"/>
                </a:lnTo>
                <a:lnTo>
                  <a:pt x="15" y="299"/>
                </a:lnTo>
                <a:lnTo>
                  <a:pt x="14" y="299"/>
                </a:lnTo>
                <a:lnTo>
                  <a:pt x="14" y="298"/>
                </a:lnTo>
                <a:lnTo>
                  <a:pt x="14" y="297"/>
                </a:lnTo>
                <a:lnTo>
                  <a:pt x="15" y="297"/>
                </a:lnTo>
                <a:lnTo>
                  <a:pt x="16" y="297"/>
                </a:lnTo>
                <a:lnTo>
                  <a:pt x="16" y="296"/>
                </a:lnTo>
                <a:lnTo>
                  <a:pt x="16" y="295"/>
                </a:lnTo>
                <a:lnTo>
                  <a:pt x="15" y="294"/>
                </a:lnTo>
                <a:lnTo>
                  <a:pt x="15" y="293"/>
                </a:lnTo>
                <a:lnTo>
                  <a:pt x="15" y="291"/>
                </a:lnTo>
                <a:lnTo>
                  <a:pt x="16" y="291"/>
                </a:lnTo>
                <a:lnTo>
                  <a:pt x="15" y="291"/>
                </a:lnTo>
                <a:lnTo>
                  <a:pt x="14" y="291"/>
                </a:lnTo>
                <a:lnTo>
                  <a:pt x="15" y="291"/>
                </a:lnTo>
                <a:lnTo>
                  <a:pt x="15" y="290"/>
                </a:lnTo>
                <a:lnTo>
                  <a:pt x="14" y="290"/>
                </a:lnTo>
                <a:lnTo>
                  <a:pt x="14" y="289"/>
                </a:lnTo>
                <a:lnTo>
                  <a:pt x="15" y="289"/>
                </a:lnTo>
                <a:lnTo>
                  <a:pt x="15" y="288"/>
                </a:lnTo>
                <a:lnTo>
                  <a:pt x="16" y="288"/>
                </a:lnTo>
                <a:lnTo>
                  <a:pt x="16" y="287"/>
                </a:lnTo>
                <a:lnTo>
                  <a:pt x="17" y="287"/>
                </a:lnTo>
                <a:lnTo>
                  <a:pt x="17" y="284"/>
                </a:lnTo>
                <a:lnTo>
                  <a:pt x="18" y="283"/>
                </a:lnTo>
                <a:lnTo>
                  <a:pt x="18" y="284"/>
                </a:lnTo>
                <a:lnTo>
                  <a:pt x="19" y="284"/>
                </a:lnTo>
                <a:lnTo>
                  <a:pt x="19" y="283"/>
                </a:lnTo>
                <a:lnTo>
                  <a:pt x="19" y="282"/>
                </a:lnTo>
                <a:lnTo>
                  <a:pt x="20" y="282"/>
                </a:lnTo>
                <a:lnTo>
                  <a:pt x="19" y="282"/>
                </a:lnTo>
                <a:lnTo>
                  <a:pt x="19" y="281"/>
                </a:lnTo>
                <a:lnTo>
                  <a:pt x="19" y="280"/>
                </a:lnTo>
                <a:lnTo>
                  <a:pt x="19" y="279"/>
                </a:lnTo>
                <a:lnTo>
                  <a:pt x="19" y="278"/>
                </a:lnTo>
                <a:lnTo>
                  <a:pt x="18" y="278"/>
                </a:lnTo>
                <a:lnTo>
                  <a:pt x="18" y="277"/>
                </a:lnTo>
                <a:lnTo>
                  <a:pt x="18" y="276"/>
                </a:lnTo>
                <a:lnTo>
                  <a:pt x="18" y="275"/>
                </a:lnTo>
                <a:lnTo>
                  <a:pt x="19" y="275"/>
                </a:lnTo>
                <a:lnTo>
                  <a:pt x="19" y="274"/>
                </a:lnTo>
                <a:lnTo>
                  <a:pt x="20" y="274"/>
                </a:lnTo>
                <a:lnTo>
                  <a:pt x="20" y="275"/>
                </a:lnTo>
                <a:lnTo>
                  <a:pt x="20" y="274"/>
                </a:lnTo>
                <a:lnTo>
                  <a:pt x="20" y="273"/>
                </a:lnTo>
                <a:lnTo>
                  <a:pt x="19" y="272"/>
                </a:lnTo>
                <a:lnTo>
                  <a:pt x="20" y="272"/>
                </a:lnTo>
                <a:lnTo>
                  <a:pt x="19" y="271"/>
                </a:lnTo>
                <a:lnTo>
                  <a:pt x="20" y="271"/>
                </a:lnTo>
                <a:lnTo>
                  <a:pt x="20" y="270"/>
                </a:lnTo>
                <a:lnTo>
                  <a:pt x="19" y="270"/>
                </a:lnTo>
                <a:lnTo>
                  <a:pt x="19" y="269"/>
                </a:lnTo>
                <a:lnTo>
                  <a:pt x="19" y="268"/>
                </a:lnTo>
                <a:lnTo>
                  <a:pt x="20" y="268"/>
                </a:lnTo>
                <a:lnTo>
                  <a:pt x="20" y="269"/>
                </a:lnTo>
                <a:lnTo>
                  <a:pt x="20" y="268"/>
                </a:lnTo>
                <a:lnTo>
                  <a:pt x="20" y="267"/>
                </a:lnTo>
                <a:lnTo>
                  <a:pt x="21" y="268"/>
                </a:lnTo>
                <a:lnTo>
                  <a:pt x="22" y="268"/>
                </a:lnTo>
                <a:lnTo>
                  <a:pt x="23" y="268"/>
                </a:lnTo>
                <a:lnTo>
                  <a:pt x="24" y="268"/>
                </a:lnTo>
                <a:lnTo>
                  <a:pt x="24" y="267"/>
                </a:lnTo>
                <a:lnTo>
                  <a:pt x="24" y="266"/>
                </a:lnTo>
                <a:lnTo>
                  <a:pt x="24" y="265"/>
                </a:lnTo>
                <a:lnTo>
                  <a:pt x="25" y="265"/>
                </a:lnTo>
                <a:lnTo>
                  <a:pt x="25" y="264"/>
                </a:lnTo>
                <a:lnTo>
                  <a:pt x="24" y="264"/>
                </a:lnTo>
                <a:lnTo>
                  <a:pt x="25" y="264"/>
                </a:lnTo>
                <a:lnTo>
                  <a:pt x="25" y="263"/>
                </a:lnTo>
                <a:lnTo>
                  <a:pt x="25" y="262"/>
                </a:lnTo>
                <a:lnTo>
                  <a:pt x="26" y="262"/>
                </a:lnTo>
                <a:lnTo>
                  <a:pt x="27" y="262"/>
                </a:lnTo>
                <a:lnTo>
                  <a:pt x="28" y="261"/>
                </a:lnTo>
                <a:lnTo>
                  <a:pt x="29" y="261"/>
                </a:lnTo>
                <a:lnTo>
                  <a:pt x="29" y="262"/>
                </a:lnTo>
                <a:lnTo>
                  <a:pt x="29" y="263"/>
                </a:lnTo>
                <a:lnTo>
                  <a:pt x="30" y="263"/>
                </a:lnTo>
                <a:lnTo>
                  <a:pt x="30" y="262"/>
                </a:lnTo>
                <a:lnTo>
                  <a:pt x="30" y="261"/>
                </a:lnTo>
                <a:lnTo>
                  <a:pt x="30" y="260"/>
                </a:lnTo>
                <a:lnTo>
                  <a:pt x="30" y="259"/>
                </a:lnTo>
                <a:lnTo>
                  <a:pt x="29" y="259"/>
                </a:lnTo>
                <a:lnTo>
                  <a:pt x="29" y="258"/>
                </a:lnTo>
                <a:lnTo>
                  <a:pt x="28" y="258"/>
                </a:lnTo>
                <a:lnTo>
                  <a:pt x="28" y="257"/>
                </a:lnTo>
                <a:lnTo>
                  <a:pt x="28" y="256"/>
                </a:lnTo>
                <a:lnTo>
                  <a:pt x="27" y="256"/>
                </a:lnTo>
                <a:lnTo>
                  <a:pt x="27" y="255"/>
                </a:lnTo>
                <a:lnTo>
                  <a:pt x="26" y="255"/>
                </a:lnTo>
                <a:lnTo>
                  <a:pt x="26" y="254"/>
                </a:lnTo>
                <a:lnTo>
                  <a:pt x="26" y="253"/>
                </a:lnTo>
                <a:lnTo>
                  <a:pt x="26" y="252"/>
                </a:lnTo>
                <a:lnTo>
                  <a:pt x="26" y="251"/>
                </a:lnTo>
                <a:lnTo>
                  <a:pt x="27" y="251"/>
                </a:lnTo>
                <a:lnTo>
                  <a:pt x="27" y="250"/>
                </a:lnTo>
                <a:lnTo>
                  <a:pt x="28" y="250"/>
                </a:lnTo>
                <a:lnTo>
                  <a:pt x="29" y="250"/>
                </a:lnTo>
                <a:lnTo>
                  <a:pt x="29" y="249"/>
                </a:lnTo>
                <a:lnTo>
                  <a:pt x="30" y="249"/>
                </a:lnTo>
                <a:lnTo>
                  <a:pt x="30" y="248"/>
                </a:lnTo>
                <a:lnTo>
                  <a:pt x="31" y="247"/>
                </a:lnTo>
                <a:lnTo>
                  <a:pt x="32" y="247"/>
                </a:lnTo>
                <a:lnTo>
                  <a:pt x="33" y="247"/>
                </a:lnTo>
                <a:lnTo>
                  <a:pt x="34" y="247"/>
                </a:lnTo>
                <a:lnTo>
                  <a:pt x="35" y="247"/>
                </a:lnTo>
                <a:lnTo>
                  <a:pt x="35" y="248"/>
                </a:lnTo>
                <a:lnTo>
                  <a:pt x="35" y="247"/>
                </a:lnTo>
                <a:lnTo>
                  <a:pt x="36" y="247"/>
                </a:lnTo>
                <a:lnTo>
                  <a:pt x="37" y="247"/>
                </a:lnTo>
                <a:lnTo>
                  <a:pt x="37" y="246"/>
                </a:lnTo>
                <a:lnTo>
                  <a:pt x="38" y="246"/>
                </a:lnTo>
                <a:lnTo>
                  <a:pt x="39" y="246"/>
                </a:lnTo>
                <a:lnTo>
                  <a:pt x="40" y="245"/>
                </a:lnTo>
                <a:lnTo>
                  <a:pt x="40" y="246"/>
                </a:lnTo>
                <a:lnTo>
                  <a:pt x="41" y="245"/>
                </a:lnTo>
                <a:lnTo>
                  <a:pt x="41" y="244"/>
                </a:lnTo>
                <a:lnTo>
                  <a:pt x="42" y="244"/>
                </a:lnTo>
                <a:lnTo>
                  <a:pt x="42" y="243"/>
                </a:lnTo>
                <a:lnTo>
                  <a:pt x="43" y="243"/>
                </a:lnTo>
                <a:lnTo>
                  <a:pt x="43" y="242"/>
                </a:lnTo>
                <a:lnTo>
                  <a:pt x="44" y="242"/>
                </a:lnTo>
                <a:lnTo>
                  <a:pt x="45" y="241"/>
                </a:lnTo>
                <a:lnTo>
                  <a:pt x="46" y="241"/>
                </a:lnTo>
                <a:lnTo>
                  <a:pt x="47" y="241"/>
                </a:lnTo>
                <a:lnTo>
                  <a:pt x="47" y="240"/>
                </a:lnTo>
                <a:lnTo>
                  <a:pt x="47" y="239"/>
                </a:lnTo>
                <a:lnTo>
                  <a:pt x="46" y="238"/>
                </a:lnTo>
                <a:lnTo>
                  <a:pt x="46" y="237"/>
                </a:lnTo>
                <a:lnTo>
                  <a:pt x="47" y="237"/>
                </a:lnTo>
                <a:lnTo>
                  <a:pt x="48" y="236"/>
                </a:lnTo>
                <a:lnTo>
                  <a:pt x="48" y="235"/>
                </a:lnTo>
                <a:lnTo>
                  <a:pt x="49" y="234"/>
                </a:lnTo>
                <a:lnTo>
                  <a:pt x="49" y="233"/>
                </a:lnTo>
                <a:lnTo>
                  <a:pt x="50" y="233"/>
                </a:lnTo>
                <a:lnTo>
                  <a:pt x="50" y="234"/>
                </a:lnTo>
                <a:lnTo>
                  <a:pt x="50" y="233"/>
                </a:lnTo>
                <a:lnTo>
                  <a:pt x="50" y="232"/>
                </a:lnTo>
                <a:lnTo>
                  <a:pt x="51" y="232"/>
                </a:lnTo>
                <a:lnTo>
                  <a:pt x="50" y="232"/>
                </a:lnTo>
                <a:lnTo>
                  <a:pt x="51" y="232"/>
                </a:lnTo>
                <a:lnTo>
                  <a:pt x="52" y="232"/>
                </a:lnTo>
                <a:lnTo>
                  <a:pt x="52" y="231"/>
                </a:lnTo>
                <a:lnTo>
                  <a:pt x="52" y="230"/>
                </a:lnTo>
                <a:lnTo>
                  <a:pt x="53" y="230"/>
                </a:lnTo>
                <a:lnTo>
                  <a:pt x="54" y="230"/>
                </a:lnTo>
                <a:lnTo>
                  <a:pt x="54" y="229"/>
                </a:lnTo>
                <a:lnTo>
                  <a:pt x="55" y="228"/>
                </a:lnTo>
                <a:lnTo>
                  <a:pt x="56" y="228"/>
                </a:lnTo>
                <a:lnTo>
                  <a:pt x="56" y="227"/>
                </a:lnTo>
                <a:lnTo>
                  <a:pt x="57" y="227"/>
                </a:lnTo>
                <a:lnTo>
                  <a:pt x="57" y="226"/>
                </a:lnTo>
                <a:lnTo>
                  <a:pt x="58" y="226"/>
                </a:lnTo>
                <a:lnTo>
                  <a:pt x="58" y="225"/>
                </a:lnTo>
                <a:lnTo>
                  <a:pt x="58" y="224"/>
                </a:lnTo>
                <a:lnTo>
                  <a:pt x="57" y="223"/>
                </a:lnTo>
                <a:lnTo>
                  <a:pt x="57" y="222"/>
                </a:lnTo>
                <a:lnTo>
                  <a:pt x="57" y="221"/>
                </a:lnTo>
                <a:lnTo>
                  <a:pt x="57" y="220"/>
                </a:lnTo>
                <a:lnTo>
                  <a:pt x="57" y="219"/>
                </a:lnTo>
                <a:lnTo>
                  <a:pt x="56" y="219"/>
                </a:lnTo>
                <a:lnTo>
                  <a:pt x="56" y="220"/>
                </a:lnTo>
                <a:lnTo>
                  <a:pt x="55" y="220"/>
                </a:lnTo>
                <a:lnTo>
                  <a:pt x="54" y="220"/>
                </a:lnTo>
                <a:lnTo>
                  <a:pt x="53" y="221"/>
                </a:lnTo>
                <a:lnTo>
                  <a:pt x="52" y="221"/>
                </a:lnTo>
                <a:lnTo>
                  <a:pt x="52" y="220"/>
                </a:lnTo>
                <a:lnTo>
                  <a:pt x="51" y="220"/>
                </a:lnTo>
                <a:lnTo>
                  <a:pt x="52" y="221"/>
                </a:lnTo>
                <a:lnTo>
                  <a:pt x="51" y="221"/>
                </a:lnTo>
                <a:lnTo>
                  <a:pt x="51" y="220"/>
                </a:lnTo>
                <a:lnTo>
                  <a:pt x="50" y="220"/>
                </a:lnTo>
                <a:lnTo>
                  <a:pt x="49" y="220"/>
                </a:lnTo>
                <a:lnTo>
                  <a:pt x="49" y="219"/>
                </a:lnTo>
                <a:lnTo>
                  <a:pt x="50" y="219"/>
                </a:lnTo>
                <a:lnTo>
                  <a:pt x="50" y="218"/>
                </a:lnTo>
                <a:lnTo>
                  <a:pt x="50" y="217"/>
                </a:lnTo>
                <a:lnTo>
                  <a:pt x="49" y="217"/>
                </a:lnTo>
                <a:lnTo>
                  <a:pt x="50" y="217"/>
                </a:lnTo>
                <a:lnTo>
                  <a:pt x="50" y="216"/>
                </a:lnTo>
                <a:lnTo>
                  <a:pt x="49" y="216"/>
                </a:lnTo>
                <a:lnTo>
                  <a:pt x="48" y="216"/>
                </a:lnTo>
                <a:lnTo>
                  <a:pt x="49" y="216"/>
                </a:lnTo>
                <a:lnTo>
                  <a:pt x="49" y="215"/>
                </a:lnTo>
                <a:lnTo>
                  <a:pt x="49" y="214"/>
                </a:lnTo>
                <a:lnTo>
                  <a:pt x="49" y="213"/>
                </a:lnTo>
                <a:lnTo>
                  <a:pt x="50" y="212"/>
                </a:lnTo>
                <a:lnTo>
                  <a:pt x="49" y="211"/>
                </a:lnTo>
                <a:lnTo>
                  <a:pt x="49" y="210"/>
                </a:lnTo>
                <a:lnTo>
                  <a:pt x="50" y="210"/>
                </a:lnTo>
                <a:lnTo>
                  <a:pt x="50" y="209"/>
                </a:lnTo>
                <a:lnTo>
                  <a:pt x="51" y="209"/>
                </a:lnTo>
                <a:lnTo>
                  <a:pt x="52" y="209"/>
                </a:lnTo>
                <a:lnTo>
                  <a:pt x="52" y="208"/>
                </a:lnTo>
                <a:lnTo>
                  <a:pt x="52" y="207"/>
                </a:lnTo>
                <a:lnTo>
                  <a:pt x="51" y="207"/>
                </a:lnTo>
                <a:lnTo>
                  <a:pt x="52" y="206"/>
                </a:lnTo>
                <a:lnTo>
                  <a:pt x="53" y="206"/>
                </a:lnTo>
                <a:lnTo>
                  <a:pt x="54" y="205"/>
                </a:lnTo>
                <a:lnTo>
                  <a:pt x="53" y="205"/>
                </a:lnTo>
                <a:lnTo>
                  <a:pt x="54" y="204"/>
                </a:lnTo>
                <a:lnTo>
                  <a:pt x="55" y="203"/>
                </a:lnTo>
                <a:lnTo>
                  <a:pt x="55" y="202"/>
                </a:lnTo>
                <a:lnTo>
                  <a:pt x="56" y="201"/>
                </a:lnTo>
                <a:lnTo>
                  <a:pt x="56" y="202"/>
                </a:lnTo>
                <a:lnTo>
                  <a:pt x="57" y="202"/>
                </a:lnTo>
                <a:lnTo>
                  <a:pt x="57" y="201"/>
                </a:lnTo>
                <a:lnTo>
                  <a:pt x="56" y="201"/>
                </a:lnTo>
                <a:lnTo>
                  <a:pt x="57" y="201"/>
                </a:lnTo>
                <a:lnTo>
                  <a:pt x="58" y="201"/>
                </a:lnTo>
                <a:lnTo>
                  <a:pt x="58" y="200"/>
                </a:lnTo>
                <a:lnTo>
                  <a:pt x="59" y="200"/>
                </a:lnTo>
                <a:lnTo>
                  <a:pt x="59" y="201"/>
                </a:lnTo>
                <a:lnTo>
                  <a:pt x="59" y="200"/>
                </a:lnTo>
                <a:lnTo>
                  <a:pt x="58" y="200"/>
                </a:lnTo>
                <a:lnTo>
                  <a:pt x="58" y="199"/>
                </a:lnTo>
                <a:lnTo>
                  <a:pt x="59" y="199"/>
                </a:lnTo>
                <a:lnTo>
                  <a:pt x="59" y="198"/>
                </a:lnTo>
                <a:lnTo>
                  <a:pt x="60" y="198"/>
                </a:lnTo>
                <a:lnTo>
                  <a:pt x="60" y="197"/>
                </a:lnTo>
                <a:lnTo>
                  <a:pt x="60" y="196"/>
                </a:lnTo>
                <a:lnTo>
                  <a:pt x="61" y="195"/>
                </a:lnTo>
                <a:lnTo>
                  <a:pt x="61" y="196"/>
                </a:lnTo>
                <a:lnTo>
                  <a:pt x="62" y="196"/>
                </a:lnTo>
                <a:lnTo>
                  <a:pt x="63" y="196"/>
                </a:lnTo>
                <a:lnTo>
                  <a:pt x="63" y="197"/>
                </a:lnTo>
                <a:lnTo>
                  <a:pt x="64" y="196"/>
                </a:lnTo>
                <a:lnTo>
                  <a:pt x="64" y="197"/>
                </a:lnTo>
                <a:lnTo>
                  <a:pt x="64" y="198"/>
                </a:lnTo>
                <a:lnTo>
                  <a:pt x="64" y="199"/>
                </a:lnTo>
                <a:lnTo>
                  <a:pt x="64" y="200"/>
                </a:lnTo>
                <a:lnTo>
                  <a:pt x="65" y="199"/>
                </a:lnTo>
                <a:lnTo>
                  <a:pt x="66" y="199"/>
                </a:lnTo>
                <a:lnTo>
                  <a:pt x="66" y="200"/>
                </a:lnTo>
                <a:lnTo>
                  <a:pt x="67" y="200"/>
                </a:lnTo>
                <a:lnTo>
                  <a:pt x="67" y="199"/>
                </a:lnTo>
                <a:lnTo>
                  <a:pt x="68" y="199"/>
                </a:lnTo>
                <a:lnTo>
                  <a:pt x="68" y="198"/>
                </a:lnTo>
                <a:lnTo>
                  <a:pt x="69" y="198"/>
                </a:lnTo>
                <a:lnTo>
                  <a:pt x="69" y="197"/>
                </a:lnTo>
                <a:lnTo>
                  <a:pt x="69" y="196"/>
                </a:lnTo>
                <a:lnTo>
                  <a:pt x="68" y="196"/>
                </a:lnTo>
                <a:lnTo>
                  <a:pt x="68" y="195"/>
                </a:lnTo>
                <a:lnTo>
                  <a:pt x="68" y="194"/>
                </a:lnTo>
                <a:lnTo>
                  <a:pt x="69" y="194"/>
                </a:lnTo>
                <a:lnTo>
                  <a:pt x="69" y="193"/>
                </a:lnTo>
                <a:lnTo>
                  <a:pt x="70" y="192"/>
                </a:lnTo>
                <a:lnTo>
                  <a:pt x="71" y="191"/>
                </a:lnTo>
                <a:lnTo>
                  <a:pt x="71" y="190"/>
                </a:lnTo>
                <a:lnTo>
                  <a:pt x="71" y="189"/>
                </a:lnTo>
                <a:lnTo>
                  <a:pt x="72" y="189"/>
                </a:lnTo>
                <a:lnTo>
                  <a:pt x="73" y="189"/>
                </a:lnTo>
                <a:lnTo>
                  <a:pt x="72" y="189"/>
                </a:lnTo>
                <a:lnTo>
                  <a:pt x="71" y="189"/>
                </a:lnTo>
                <a:lnTo>
                  <a:pt x="72" y="188"/>
                </a:lnTo>
                <a:lnTo>
                  <a:pt x="71" y="188"/>
                </a:lnTo>
                <a:lnTo>
                  <a:pt x="70" y="188"/>
                </a:lnTo>
                <a:lnTo>
                  <a:pt x="69" y="188"/>
                </a:lnTo>
                <a:lnTo>
                  <a:pt x="68" y="188"/>
                </a:lnTo>
                <a:lnTo>
                  <a:pt x="68" y="187"/>
                </a:lnTo>
                <a:lnTo>
                  <a:pt x="67" y="187"/>
                </a:lnTo>
                <a:lnTo>
                  <a:pt x="67" y="186"/>
                </a:lnTo>
                <a:lnTo>
                  <a:pt x="68" y="186"/>
                </a:lnTo>
                <a:lnTo>
                  <a:pt x="67" y="185"/>
                </a:lnTo>
                <a:lnTo>
                  <a:pt x="67" y="184"/>
                </a:lnTo>
                <a:lnTo>
                  <a:pt x="66" y="184"/>
                </a:lnTo>
                <a:lnTo>
                  <a:pt x="66" y="183"/>
                </a:lnTo>
                <a:lnTo>
                  <a:pt x="66" y="182"/>
                </a:lnTo>
                <a:lnTo>
                  <a:pt x="65" y="182"/>
                </a:lnTo>
                <a:lnTo>
                  <a:pt x="65" y="181"/>
                </a:lnTo>
                <a:lnTo>
                  <a:pt x="64" y="181"/>
                </a:lnTo>
                <a:lnTo>
                  <a:pt x="63" y="181"/>
                </a:lnTo>
                <a:lnTo>
                  <a:pt x="63" y="180"/>
                </a:lnTo>
                <a:lnTo>
                  <a:pt x="62" y="180"/>
                </a:lnTo>
                <a:lnTo>
                  <a:pt x="63" y="180"/>
                </a:lnTo>
                <a:lnTo>
                  <a:pt x="63" y="179"/>
                </a:lnTo>
                <a:lnTo>
                  <a:pt x="63" y="178"/>
                </a:lnTo>
                <a:lnTo>
                  <a:pt x="64" y="178"/>
                </a:lnTo>
                <a:lnTo>
                  <a:pt x="65" y="176"/>
                </a:lnTo>
                <a:lnTo>
                  <a:pt x="65" y="175"/>
                </a:lnTo>
                <a:lnTo>
                  <a:pt x="65" y="174"/>
                </a:lnTo>
                <a:lnTo>
                  <a:pt x="65" y="173"/>
                </a:lnTo>
                <a:lnTo>
                  <a:pt x="65" y="172"/>
                </a:lnTo>
                <a:lnTo>
                  <a:pt x="64" y="171"/>
                </a:lnTo>
                <a:lnTo>
                  <a:pt x="63" y="171"/>
                </a:lnTo>
                <a:lnTo>
                  <a:pt x="64" y="170"/>
                </a:lnTo>
                <a:lnTo>
                  <a:pt x="63" y="170"/>
                </a:lnTo>
                <a:lnTo>
                  <a:pt x="62" y="169"/>
                </a:lnTo>
                <a:lnTo>
                  <a:pt x="62" y="168"/>
                </a:lnTo>
                <a:lnTo>
                  <a:pt x="60" y="167"/>
                </a:lnTo>
                <a:lnTo>
                  <a:pt x="60" y="166"/>
                </a:lnTo>
                <a:lnTo>
                  <a:pt x="60" y="165"/>
                </a:lnTo>
                <a:lnTo>
                  <a:pt x="60" y="164"/>
                </a:lnTo>
                <a:lnTo>
                  <a:pt x="61" y="164"/>
                </a:lnTo>
                <a:lnTo>
                  <a:pt x="61" y="163"/>
                </a:lnTo>
                <a:lnTo>
                  <a:pt x="62" y="161"/>
                </a:lnTo>
                <a:lnTo>
                  <a:pt x="62" y="160"/>
                </a:lnTo>
                <a:lnTo>
                  <a:pt x="64" y="159"/>
                </a:lnTo>
                <a:lnTo>
                  <a:pt x="65" y="159"/>
                </a:lnTo>
                <a:lnTo>
                  <a:pt x="65" y="158"/>
                </a:lnTo>
                <a:lnTo>
                  <a:pt x="64" y="157"/>
                </a:lnTo>
                <a:lnTo>
                  <a:pt x="64" y="156"/>
                </a:lnTo>
                <a:lnTo>
                  <a:pt x="63" y="156"/>
                </a:lnTo>
                <a:lnTo>
                  <a:pt x="63" y="155"/>
                </a:lnTo>
                <a:lnTo>
                  <a:pt x="63" y="154"/>
                </a:lnTo>
                <a:lnTo>
                  <a:pt x="63" y="153"/>
                </a:lnTo>
                <a:lnTo>
                  <a:pt x="63" y="152"/>
                </a:lnTo>
                <a:lnTo>
                  <a:pt x="63" y="151"/>
                </a:lnTo>
                <a:lnTo>
                  <a:pt x="64" y="150"/>
                </a:lnTo>
                <a:lnTo>
                  <a:pt x="64" y="149"/>
                </a:lnTo>
                <a:lnTo>
                  <a:pt x="65" y="149"/>
                </a:lnTo>
                <a:lnTo>
                  <a:pt x="65" y="148"/>
                </a:lnTo>
                <a:lnTo>
                  <a:pt x="65" y="147"/>
                </a:lnTo>
                <a:lnTo>
                  <a:pt x="66" y="147"/>
                </a:lnTo>
                <a:lnTo>
                  <a:pt x="66" y="148"/>
                </a:lnTo>
                <a:lnTo>
                  <a:pt x="67" y="147"/>
                </a:lnTo>
                <a:lnTo>
                  <a:pt x="67" y="146"/>
                </a:lnTo>
                <a:lnTo>
                  <a:pt x="68" y="145"/>
                </a:lnTo>
                <a:lnTo>
                  <a:pt x="69" y="145"/>
                </a:lnTo>
                <a:lnTo>
                  <a:pt x="69" y="144"/>
                </a:lnTo>
                <a:lnTo>
                  <a:pt x="70" y="143"/>
                </a:lnTo>
                <a:lnTo>
                  <a:pt x="70" y="142"/>
                </a:lnTo>
                <a:lnTo>
                  <a:pt x="71" y="141"/>
                </a:lnTo>
                <a:lnTo>
                  <a:pt x="72" y="140"/>
                </a:lnTo>
                <a:lnTo>
                  <a:pt x="73" y="139"/>
                </a:lnTo>
                <a:lnTo>
                  <a:pt x="73" y="138"/>
                </a:lnTo>
                <a:lnTo>
                  <a:pt x="74" y="138"/>
                </a:lnTo>
                <a:lnTo>
                  <a:pt x="75" y="137"/>
                </a:lnTo>
                <a:lnTo>
                  <a:pt x="75" y="136"/>
                </a:lnTo>
                <a:lnTo>
                  <a:pt x="76" y="136"/>
                </a:lnTo>
                <a:lnTo>
                  <a:pt x="77" y="135"/>
                </a:lnTo>
                <a:lnTo>
                  <a:pt x="78" y="135"/>
                </a:lnTo>
                <a:lnTo>
                  <a:pt x="79" y="135"/>
                </a:lnTo>
                <a:lnTo>
                  <a:pt x="80" y="135"/>
                </a:lnTo>
                <a:lnTo>
                  <a:pt x="81" y="135"/>
                </a:lnTo>
                <a:lnTo>
                  <a:pt x="81" y="136"/>
                </a:lnTo>
                <a:lnTo>
                  <a:pt x="82" y="136"/>
                </a:lnTo>
                <a:lnTo>
                  <a:pt x="83" y="136"/>
                </a:lnTo>
                <a:lnTo>
                  <a:pt x="82" y="135"/>
                </a:lnTo>
                <a:lnTo>
                  <a:pt x="83" y="135"/>
                </a:lnTo>
                <a:lnTo>
                  <a:pt x="83" y="134"/>
                </a:lnTo>
                <a:lnTo>
                  <a:pt x="84" y="134"/>
                </a:lnTo>
                <a:lnTo>
                  <a:pt x="85" y="134"/>
                </a:lnTo>
                <a:lnTo>
                  <a:pt x="85" y="133"/>
                </a:lnTo>
                <a:lnTo>
                  <a:pt x="86" y="133"/>
                </a:lnTo>
                <a:lnTo>
                  <a:pt x="87" y="133"/>
                </a:lnTo>
                <a:lnTo>
                  <a:pt x="88" y="133"/>
                </a:lnTo>
                <a:lnTo>
                  <a:pt x="88" y="132"/>
                </a:lnTo>
                <a:lnTo>
                  <a:pt x="89" y="132"/>
                </a:lnTo>
                <a:lnTo>
                  <a:pt x="90" y="133"/>
                </a:lnTo>
                <a:lnTo>
                  <a:pt x="91" y="133"/>
                </a:lnTo>
                <a:lnTo>
                  <a:pt x="92" y="133"/>
                </a:lnTo>
                <a:lnTo>
                  <a:pt x="92" y="132"/>
                </a:lnTo>
                <a:lnTo>
                  <a:pt x="93" y="132"/>
                </a:lnTo>
                <a:lnTo>
                  <a:pt x="93" y="131"/>
                </a:lnTo>
                <a:lnTo>
                  <a:pt x="94" y="131"/>
                </a:lnTo>
                <a:lnTo>
                  <a:pt x="95" y="130"/>
                </a:lnTo>
                <a:lnTo>
                  <a:pt x="96" y="131"/>
                </a:lnTo>
                <a:lnTo>
                  <a:pt x="97" y="131"/>
                </a:lnTo>
                <a:lnTo>
                  <a:pt x="97" y="130"/>
                </a:lnTo>
                <a:lnTo>
                  <a:pt x="97" y="131"/>
                </a:lnTo>
                <a:lnTo>
                  <a:pt x="97" y="132"/>
                </a:lnTo>
                <a:lnTo>
                  <a:pt x="98" y="132"/>
                </a:lnTo>
                <a:lnTo>
                  <a:pt x="99" y="132"/>
                </a:lnTo>
                <a:lnTo>
                  <a:pt x="99" y="131"/>
                </a:lnTo>
                <a:lnTo>
                  <a:pt x="100" y="130"/>
                </a:lnTo>
                <a:lnTo>
                  <a:pt x="100" y="129"/>
                </a:lnTo>
                <a:lnTo>
                  <a:pt x="101" y="128"/>
                </a:lnTo>
                <a:lnTo>
                  <a:pt x="102" y="128"/>
                </a:lnTo>
                <a:lnTo>
                  <a:pt x="103" y="127"/>
                </a:lnTo>
                <a:lnTo>
                  <a:pt x="104" y="126"/>
                </a:lnTo>
                <a:lnTo>
                  <a:pt x="105" y="125"/>
                </a:lnTo>
                <a:lnTo>
                  <a:pt x="106" y="125"/>
                </a:lnTo>
                <a:lnTo>
                  <a:pt x="107" y="125"/>
                </a:lnTo>
                <a:lnTo>
                  <a:pt x="108" y="124"/>
                </a:lnTo>
                <a:lnTo>
                  <a:pt x="109" y="124"/>
                </a:lnTo>
                <a:lnTo>
                  <a:pt x="108" y="123"/>
                </a:lnTo>
                <a:lnTo>
                  <a:pt x="108" y="122"/>
                </a:lnTo>
                <a:lnTo>
                  <a:pt x="108" y="121"/>
                </a:lnTo>
                <a:lnTo>
                  <a:pt x="108" y="120"/>
                </a:lnTo>
                <a:lnTo>
                  <a:pt x="108" y="119"/>
                </a:lnTo>
                <a:lnTo>
                  <a:pt x="108" y="118"/>
                </a:lnTo>
                <a:lnTo>
                  <a:pt x="109" y="118"/>
                </a:lnTo>
                <a:lnTo>
                  <a:pt x="109" y="117"/>
                </a:lnTo>
                <a:lnTo>
                  <a:pt x="110" y="116"/>
                </a:lnTo>
                <a:lnTo>
                  <a:pt x="111" y="115"/>
                </a:lnTo>
                <a:lnTo>
                  <a:pt x="112" y="115"/>
                </a:lnTo>
                <a:lnTo>
                  <a:pt x="112" y="114"/>
                </a:lnTo>
                <a:lnTo>
                  <a:pt x="112" y="113"/>
                </a:lnTo>
                <a:lnTo>
                  <a:pt x="113" y="113"/>
                </a:lnTo>
                <a:lnTo>
                  <a:pt x="114" y="113"/>
                </a:lnTo>
                <a:lnTo>
                  <a:pt x="115" y="113"/>
                </a:lnTo>
                <a:lnTo>
                  <a:pt x="115" y="112"/>
                </a:lnTo>
                <a:lnTo>
                  <a:pt x="116" y="111"/>
                </a:lnTo>
                <a:lnTo>
                  <a:pt x="116" y="110"/>
                </a:lnTo>
                <a:lnTo>
                  <a:pt x="117" y="110"/>
                </a:lnTo>
                <a:lnTo>
                  <a:pt x="117" y="109"/>
                </a:lnTo>
                <a:lnTo>
                  <a:pt x="118" y="108"/>
                </a:lnTo>
                <a:lnTo>
                  <a:pt x="118" y="107"/>
                </a:lnTo>
                <a:lnTo>
                  <a:pt x="119" y="107"/>
                </a:lnTo>
                <a:lnTo>
                  <a:pt x="119" y="106"/>
                </a:lnTo>
                <a:lnTo>
                  <a:pt x="119" y="105"/>
                </a:lnTo>
                <a:lnTo>
                  <a:pt x="120" y="104"/>
                </a:lnTo>
                <a:lnTo>
                  <a:pt x="119" y="104"/>
                </a:lnTo>
                <a:lnTo>
                  <a:pt x="118" y="104"/>
                </a:lnTo>
                <a:lnTo>
                  <a:pt x="118" y="103"/>
                </a:lnTo>
                <a:lnTo>
                  <a:pt x="117" y="103"/>
                </a:lnTo>
                <a:lnTo>
                  <a:pt x="116" y="103"/>
                </a:lnTo>
                <a:lnTo>
                  <a:pt x="117" y="102"/>
                </a:lnTo>
                <a:lnTo>
                  <a:pt x="117" y="101"/>
                </a:lnTo>
                <a:lnTo>
                  <a:pt x="116" y="101"/>
                </a:lnTo>
                <a:lnTo>
                  <a:pt x="115" y="101"/>
                </a:lnTo>
                <a:lnTo>
                  <a:pt x="115" y="100"/>
                </a:lnTo>
                <a:lnTo>
                  <a:pt x="114" y="100"/>
                </a:lnTo>
                <a:lnTo>
                  <a:pt x="114" y="101"/>
                </a:lnTo>
                <a:lnTo>
                  <a:pt x="114" y="100"/>
                </a:lnTo>
                <a:lnTo>
                  <a:pt x="113" y="100"/>
                </a:lnTo>
                <a:lnTo>
                  <a:pt x="113" y="99"/>
                </a:lnTo>
                <a:lnTo>
                  <a:pt x="113" y="97"/>
                </a:lnTo>
                <a:lnTo>
                  <a:pt x="113" y="96"/>
                </a:lnTo>
                <a:lnTo>
                  <a:pt x="113" y="95"/>
                </a:lnTo>
                <a:lnTo>
                  <a:pt x="114" y="94"/>
                </a:lnTo>
                <a:lnTo>
                  <a:pt x="113" y="94"/>
                </a:lnTo>
                <a:lnTo>
                  <a:pt x="114" y="94"/>
                </a:lnTo>
                <a:lnTo>
                  <a:pt x="114" y="93"/>
                </a:lnTo>
                <a:lnTo>
                  <a:pt x="115" y="93"/>
                </a:lnTo>
                <a:lnTo>
                  <a:pt x="116" y="92"/>
                </a:lnTo>
                <a:lnTo>
                  <a:pt x="116" y="91"/>
                </a:lnTo>
                <a:lnTo>
                  <a:pt x="116" y="90"/>
                </a:lnTo>
                <a:lnTo>
                  <a:pt x="115" y="89"/>
                </a:lnTo>
                <a:lnTo>
                  <a:pt x="115" y="88"/>
                </a:lnTo>
                <a:lnTo>
                  <a:pt x="114" y="88"/>
                </a:lnTo>
                <a:lnTo>
                  <a:pt x="114" y="87"/>
                </a:lnTo>
                <a:lnTo>
                  <a:pt x="114" y="86"/>
                </a:lnTo>
                <a:lnTo>
                  <a:pt x="114" y="85"/>
                </a:lnTo>
                <a:lnTo>
                  <a:pt x="113" y="85"/>
                </a:lnTo>
                <a:lnTo>
                  <a:pt x="113" y="84"/>
                </a:lnTo>
                <a:lnTo>
                  <a:pt x="114" y="84"/>
                </a:lnTo>
                <a:lnTo>
                  <a:pt x="114" y="83"/>
                </a:lnTo>
                <a:lnTo>
                  <a:pt x="114" y="82"/>
                </a:lnTo>
                <a:lnTo>
                  <a:pt x="113" y="82"/>
                </a:lnTo>
                <a:lnTo>
                  <a:pt x="113" y="81"/>
                </a:lnTo>
                <a:lnTo>
                  <a:pt x="113" y="80"/>
                </a:lnTo>
                <a:lnTo>
                  <a:pt x="113" y="79"/>
                </a:lnTo>
                <a:lnTo>
                  <a:pt x="113" y="78"/>
                </a:lnTo>
                <a:lnTo>
                  <a:pt x="112" y="78"/>
                </a:lnTo>
                <a:lnTo>
                  <a:pt x="112" y="77"/>
                </a:lnTo>
                <a:lnTo>
                  <a:pt x="111" y="76"/>
                </a:lnTo>
                <a:lnTo>
                  <a:pt x="111" y="77"/>
                </a:lnTo>
                <a:lnTo>
                  <a:pt x="110" y="77"/>
                </a:lnTo>
                <a:lnTo>
                  <a:pt x="110" y="78"/>
                </a:lnTo>
                <a:lnTo>
                  <a:pt x="109" y="78"/>
                </a:lnTo>
                <a:lnTo>
                  <a:pt x="108" y="78"/>
                </a:lnTo>
                <a:lnTo>
                  <a:pt x="107" y="78"/>
                </a:lnTo>
                <a:lnTo>
                  <a:pt x="106" y="77"/>
                </a:lnTo>
                <a:lnTo>
                  <a:pt x="105" y="76"/>
                </a:lnTo>
                <a:lnTo>
                  <a:pt x="106" y="76"/>
                </a:lnTo>
                <a:lnTo>
                  <a:pt x="106" y="75"/>
                </a:lnTo>
                <a:lnTo>
                  <a:pt x="106" y="74"/>
                </a:lnTo>
                <a:lnTo>
                  <a:pt x="106" y="73"/>
                </a:lnTo>
                <a:lnTo>
                  <a:pt x="106" y="72"/>
                </a:lnTo>
                <a:lnTo>
                  <a:pt x="105" y="72"/>
                </a:lnTo>
                <a:lnTo>
                  <a:pt x="106" y="71"/>
                </a:lnTo>
                <a:lnTo>
                  <a:pt x="105" y="71"/>
                </a:lnTo>
                <a:lnTo>
                  <a:pt x="104" y="71"/>
                </a:lnTo>
                <a:lnTo>
                  <a:pt x="104" y="70"/>
                </a:lnTo>
                <a:lnTo>
                  <a:pt x="105" y="69"/>
                </a:lnTo>
                <a:lnTo>
                  <a:pt x="106" y="69"/>
                </a:lnTo>
                <a:lnTo>
                  <a:pt x="106" y="68"/>
                </a:lnTo>
                <a:lnTo>
                  <a:pt x="106" y="67"/>
                </a:lnTo>
                <a:lnTo>
                  <a:pt x="106" y="66"/>
                </a:lnTo>
                <a:lnTo>
                  <a:pt x="107" y="66"/>
                </a:lnTo>
                <a:lnTo>
                  <a:pt x="108" y="66"/>
                </a:lnTo>
                <a:lnTo>
                  <a:pt x="108" y="65"/>
                </a:lnTo>
                <a:lnTo>
                  <a:pt x="109" y="65"/>
                </a:lnTo>
                <a:lnTo>
                  <a:pt x="110" y="66"/>
                </a:lnTo>
                <a:lnTo>
                  <a:pt x="110" y="67"/>
                </a:lnTo>
                <a:lnTo>
                  <a:pt x="111" y="67"/>
                </a:lnTo>
                <a:lnTo>
                  <a:pt x="111" y="68"/>
                </a:lnTo>
                <a:lnTo>
                  <a:pt x="111" y="69"/>
                </a:lnTo>
                <a:lnTo>
                  <a:pt x="112" y="69"/>
                </a:lnTo>
                <a:lnTo>
                  <a:pt x="112" y="70"/>
                </a:lnTo>
                <a:lnTo>
                  <a:pt x="113" y="70"/>
                </a:lnTo>
                <a:lnTo>
                  <a:pt x="114" y="69"/>
                </a:lnTo>
                <a:lnTo>
                  <a:pt x="113" y="69"/>
                </a:lnTo>
                <a:lnTo>
                  <a:pt x="113" y="68"/>
                </a:lnTo>
                <a:lnTo>
                  <a:pt x="114" y="68"/>
                </a:lnTo>
                <a:lnTo>
                  <a:pt x="114" y="67"/>
                </a:lnTo>
                <a:lnTo>
                  <a:pt x="113" y="67"/>
                </a:lnTo>
                <a:lnTo>
                  <a:pt x="113" y="66"/>
                </a:lnTo>
                <a:lnTo>
                  <a:pt x="113" y="65"/>
                </a:lnTo>
                <a:lnTo>
                  <a:pt x="114" y="64"/>
                </a:lnTo>
                <a:lnTo>
                  <a:pt x="114" y="63"/>
                </a:lnTo>
                <a:lnTo>
                  <a:pt x="115" y="63"/>
                </a:lnTo>
                <a:lnTo>
                  <a:pt x="116" y="63"/>
                </a:lnTo>
                <a:lnTo>
                  <a:pt x="116" y="64"/>
                </a:lnTo>
                <a:lnTo>
                  <a:pt x="116" y="63"/>
                </a:lnTo>
                <a:lnTo>
                  <a:pt x="117" y="63"/>
                </a:lnTo>
                <a:lnTo>
                  <a:pt x="117" y="64"/>
                </a:lnTo>
                <a:lnTo>
                  <a:pt x="118" y="64"/>
                </a:lnTo>
                <a:lnTo>
                  <a:pt x="119" y="64"/>
                </a:lnTo>
                <a:lnTo>
                  <a:pt x="120" y="65"/>
                </a:lnTo>
                <a:lnTo>
                  <a:pt x="121" y="64"/>
                </a:lnTo>
                <a:lnTo>
                  <a:pt x="122" y="64"/>
                </a:lnTo>
                <a:lnTo>
                  <a:pt x="122" y="63"/>
                </a:lnTo>
                <a:lnTo>
                  <a:pt x="123" y="63"/>
                </a:lnTo>
                <a:lnTo>
                  <a:pt x="122" y="62"/>
                </a:lnTo>
                <a:lnTo>
                  <a:pt x="122" y="61"/>
                </a:lnTo>
                <a:lnTo>
                  <a:pt x="123" y="61"/>
                </a:lnTo>
                <a:lnTo>
                  <a:pt x="124" y="61"/>
                </a:lnTo>
                <a:lnTo>
                  <a:pt x="124" y="60"/>
                </a:lnTo>
                <a:lnTo>
                  <a:pt x="125" y="61"/>
                </a:lnTo>
                <a:lnTo>
                  <a:pt x="125" y="60"/>
                </a:lnTo>
                <a:lnTo>
                  <a:pt x="125" y="61"/>
                </a:lnTo>
                <a:lnTo>
                  <a:pt x="126" y="61"/>
                </a:lnTo>
                <a:lnTo>
                  <a:pt x="126" y="60"/>
                </a:lnTo>
                <a:lnTo>
                  <a:pt x="127" y="59"/>
                </a:lnTo>
                <a:lnTo>
                  <a:pt x="127" y="60"/>
                </a:lnTo>
                <a:lnTo>
                  <a:pt x="128" y="60"/>
                </a:lnTo>
                <a:lnTo>
                  <a:pt x="128" y="59"/>
                </a:lnTo>
                <a:lnTo>
                  <a:pt x="128" y="58"/>
                </a:lnTo>
                <a:lnTo>
                  <a:pt x="129" y="58"/>
                </a:lnTo>
                <a:lnTo>
                  <a:pt x="129" y="57"/>
                </a:lnTo>
                <a:lnTo>
                  <a:pt x="129" y="56"/>
                </a:lnTo>
                <a:lnTo>
                  <a:pt x="129" y="55"/>
                </a:lnTo>
                <a:lnTo>
                  <a:pt x="129" y="56"/>
                </a:lnTo>
                <a:lnTo>
                  <a:pt x="131" y="56"/>
                </a:lnTo>
                <a:lnTo>
                  <a:pt x="132" y="56"/>
                </a:lnTo>
                <a:lnTo>
                  <a:pt x="132" y="55"/>
                </a:lnTo>
                <a:lnTo>
                  <a:pt x="133" y="55"/>
                </a:lnTo>
                <a:lnTo>
                  <a:pt x="132" y="54"/>
                </a:lnTo>
                <a:lnTo>
                  <a:pt x="132" y="53"/>
                </a:lnTo>
                <a:lnTo>
                  <a:pt x="132" y="52"/>
                </a:lnTo>
                <a:lnTo>
                  <a:pt x="132" y="51"/>
                </a:lnTo>
                <a:lnTo>
                  <a:pt x="132" y="50"/>
                </a:lnTo>
                <a:lnTo>
                  <a:pt x="132" y="49"/>
                </a:lnTo>
                <a:lnTo>
                  <a:pt x="132" y="48"/>
                </a:lnTo>
                <a:lnTo>
                  <a:pt x="131" y="48"/>
                </a:lnTo>
                <a:lnTo>
                  <a:pt x="129" y="47"/>
                </a:lnTo>
                <a:lnTo>
                  <a:pt x="129" y="46"/>
                </a:lnTo>
                <a:lnTo>
                  <a:pt x="129" y="45"/>
                </a:lnTo>
                <a:lnTo>
                  <a:pt x="131" y="45"/>
                </a:lnTo>
                <a:lnTo>
                  <a:pt x="132" y="45"/>
                </a:lnTo>
                <a:lnTo>
                  <a:pt x="133" y="44"/>
                </a:lnTo>
                <a:lnTo>
                  <a:pt x="133" y="43"/>
                </a:lnTo>
                <a:lnTo>
                  <a:pt x="134" y="42"/>
                </a:lnTo>
                <a:lnTo>
                  <a:pt x="135" y="43"/>
                </a:lnTo>
                <a:lnTo>
                  <a:pt x="135" y="44"/>
                </a:lnTo>
                <a:lnTo>
                  <a:pt x="135" y="45"/>
                </a:lnTo>
                <a:lnTo>
                  <a:pt x="135" y="46"/>
                </a:lnTo>
                <a:lnTo>
                  <a:pt x="136" y="46"/>
                </a:lnTo>
                <a:lnTo>
                  <a:pt x="137" y="46"/>
                </a:lnTo>
                <a:lnTo>
                  <a:pt x="137" y="45"/>
                </a:lnTo>
                <a:lnTo>
                  <a:pt x="138" y="44"/>
                </a:lnTo>
                <a:lnTo>
                  <a:pt x="139" y="43"/>
                </a:lnTo>
                <a:lnTo>
                  <a:pt x="140" y="43"/>
                </a:lnTo>
                <a:lnTo>
                  <a:pt x="141" y="43"/>
                </a:lnTo>
                <a:lnTo>
                  <a:pt x="141" y="42"/>
                </a:lnTo>
                <a:lnTo>
                  <a:pt x="142" y="42"/>
                </a:lnTo>
                <a:lnTo>
                  <a:pt x="143" y="42"/>
                </a:lnTo>
                <a:lnTo>
                  <a:pt x="144" y="41"/>
                </a:lnTo>
                <a:lnTo>
                  <a:pt x="144" y="40"/>
                </a:lnTo>
                <a:lnTo>
                  <a:pt x="145" y="39"/>
                </a:lnTo>
                <a:lnTo>
                  <a:pt x="146" y="38"/>
                </a:lnTo>
                <a:lnTo>
                  <a:pt x="147" y="38"/>
                </a:lnTo>
                <a:lnTo>
                  <a:pt x="147" y="39"/>
                </a:lnTo>
                <a:lnTo>
                  <a:pt x="148" y="39"/>
                </a:lnTo>
                <a:lnTo>
                  <a:pt x="148" y="38"/>
                </a:lnTo>
                <a:lnTo>
                  <a:pt x="150" y="37"/>
                </a:lnTo>
                <a:lnTo>
                  <a:pt x="151" y="36"/>
                </a:lnTo>
                <a:lnTo>
                  <a:pt x="151" y="35"/>
                </a:lnTo>
                <a:lnTo>
                  <a:pt x="151" y="34"/>
                </a:lnTo>
                <a:lnTo>
                  <a:pt x="152" y="34"/>
                </a:lnTo>
                <a:lnTo>
                  <a:pt x="152" y="33"/>
                </a:lnTo>
                <a:lnTo>
                  <a:pt x="153" y="33"/>
                </a:lnTo>
                <a:lnTo>
                  <a:pt x="153" y="34"/>
                </a:lnTo>
                <a:lnTo>
                  <a:pt x="153" y="35"/>
                </a:lnTo>
                <a:lnTo>
                  <a:pt x="154" y="35"/>
                </a:lnTo>
                <a:lnTo>
                  <a:pt x="155" y="35"/>
                </a:lnTo>
                <a:lnTo>
                  <a:pt x="155" y="36"/>
                </a:lnTo>
                <a:lnTo>
                  <a:pt x="156" y="36"/>
                </a:lnTo>
                <a:lnTo>
                  <a:pt x="156" y="37"/>
                </a:lnTo>
                <a:lnTo>
                  <a:pt x="155" y="37"/>
                </a:lnTo>
                <a:lnTo>
                  <a:pt x="156" y="38"/>
                </a:lnTo>
                <a:lnTo>
                  <a:pt x="157" y="38"/>
                </a:lnTo>
                <a:lnTo>
                  <a:pt x="157" y="37"/>
                </a:lnTo>
                <a:lnTo>
                  <a:pt x="158" y="37"/>
                </a:lnTo>
                <a:lnTo>
                  <a:pt x="158" y="38"/>
                </a:lnTo>
                <a:lnTo>
                  <a:pt x="158" y="39"/>
                </a:lnTo>
                <a:lnTo>
                  <a:pt x="158" y="40"/>
                </a:lnTo>
                <a:lnTo>
                  <a:pt x="158" y="41"/>
                </a:lnTo>
                <a:lnTo>
                  <a:pt x="158" y="42"/>
                </a:lnTo>
                <a:lnTo>
                  <a:pt x="159" y="42"/>
                </a:lnTo>
                <a:lnTo>
                  <a:pt x="159" y="43"/>
                </a:lnTo>
                <a:lnTo>
                  <a:pt x="159" y="45"/>
                </a:lnTo>
                <a:lnTo>
                  <a:pt x="160" y="46"/>
                </a:lnTo>
                <a:lnTo>
                  <a:pt x="161" y="46"/>
                </a:lnTo>
                <a:lnTo>
                  <a:pt x="161" y="45"/>
                </a:lnTo>
                <a:lnTo>
                  <a:pt x="161" y="46"/>
                </a:lnTo>
                <a:lnTo>
                  <a:pt x="162" y="46"/>
                </a:lnTo>
                <a:lnTo>
                  <a:pt x="163" y="46"/>
                </a:lnTo>
                <a:lnTo>
                  <a:pt x="164" y="47"/>
                </a:lnTo>
                <a:lnTo>
                  <a:pt x="165" y="48"/>
                </a:lnTo>
                <a:lnTo>
                  <a:pt x="166" y="49"/>
                </a:lnTo>
                <a:lnTo>
                  <a:pt x="166" y="50"/>
                </a:lnTo>
                <a:lnTo>
                  <a:pt x="167" y="49"/>
                </a:lnTo>
                <a:lnTo>
                  <a:pt x="168" y="49"/>
                </a:lnTo>
                <a:lnTo>
                  <a:pt x="169" y="49"/>
                </a:lnTo>
                <a:lnTo>
                  <a:pt x="169" y="50"/>
                </a:lnTo>
                <a:lnTo>
                  <a:pt x="170" y="51"/>
                </a:lnTo>
                <a:lnTo>
                  <a:pt x="171" y="52"/>
                </a:lnTo>
                <a:lnTo>
                  <a:pt x="172" y="52"/>
                </a:lnTo>
                <a:lnTo>
                  <a:pt x="173" y="51"/>
                </a:lnTo>
                <a:lnTo>
                  <a:pt x="173" y="50"/>
                </a:lnTo>
                <a:lnTo>
                  <a:pt x="173" y="49"/>
                </a:lnTo>
                <a:lnTo>
                  <a:pt x="174" y="49"/>
                </a:lnTo>
                <a:lnTo>
                  <a:pt x="175" y="49"/>
                </a:lnTo>
                <a:lnTo>
                  <a:pt x="175" y="48"/>
                </a:lnTo>
                <a:lnTo>
                  <a:pt x="176" y="47"/>
                </a:lnTo>
                <a:lnTo>
                  <a:pt x="176" y="46"/>
                </a:lnTo>
                <a:lnTo>
                  <a:pt x="175" y="46"/>
                </a:lnTo>
                <a:lnTo>
                  <a:pt x="175" y="45"/>
                </a:lnTo>
                <a:lnTo>
                  <a:pt x="176" y="45"/>
                </a:lnTo>
                <a:lnTo>
                  <a:pt x="176" y="44"/>
                </a:lnTo>
                <a:lnTo>
                  <a:pt x="176" y="42"/>
                </a:lnTo>
                <a:lnTo>
                  <a:pt x="177" y="42"/>
                </a:lnTo>
                <a:lnTo>
                  <a:pt x="177" y="41"/>
                </a:lnTo>
                <a:lnTo>
                  <a:pt x="178" y="41"/>
                </a:lnTo>
                <a:lnTo>
                  <a:pt x="178" y="40"/>
                </a:lnTo>
                <a:lnTo>
                  <a:pt x="179" y="40"/>
                </a:lnTo>
                <a:lnTo>
                  <a:pt x="180" y="39"/>
                </a:lnTo>
                <a:lnTo>
                  <a:pt x="181" y="39"/>
                </a:lnTo>
                <a:lnTo>
                  <a:pt x="181" y="38"/>
                </a:lnTo>
                <a:lnTo>
                  <a:pt x="182" y="38"/>
                </a:lnTo>
                <a:lnTo>
                  <a:pt x="182" y="37"/>
                </a:lnTo>
                <a:lnTo>
                  <a:pt x="183" y="38"/>
                </a:lnTo>
                <a:lnTo>
                  <a:pt x="184" y="38"/>
                </a:lnTo>
                <a:lnTo>
                  <a:pt x="184" y="37"/>
                </a:lnTo>
                <a:lnTo>
                  <a:pt x="185" y="37"/>
                </a:lnTo>
                <a:lnTo>
                  <a:pt x="186" y="37"/>
                </a:lnTo>
                <a:lnTo>
                  <a:pt x="187" y="37"/>
                </a:lnTo>
                <a:lnTo>
                  <a:pt x="188" y="36"/>
                </a:lnTo>
                <a:lnTo>
                  <a:pt x="188" y="35"/>
                </a:lnTo>
                <a:lnTo>
                  <a:pt x="189" y="35"/>
                </a:lnTo>
                <a:lnTo>
                  <a:pt x="189" y="34"/>
                </a:lnTo>
                <a:lnTo>
                  <a:pt x="190" y="34"/>
                </a:lnTo>
                <a:lnTo>
                  <a:pt x="191" y="35"/>
                </a:lnTo>
                <a:lnTo>
                  <a:pt x="192" y="36"/>
                </a:lnTo>
                <a:lnTo>
                  <a:pt x="192" y="35"/>
                </a:lnTo>
                <a:lnTo>
                  <a:pt x="193" y="35"/>
                </a:lnTo>
                <a:lnTo>
                  <a:pt x="194" y="34"/>
                </a:lnTo>
                <a:lnTo>
                  <a:pt x="194" y="33"/>
                </a:lnTo>
                <a:lnTo>
                  <a:pt x="195" y="33"/>
                </a:lnTo>
                <a:lnTo>
                  <a:pt x="196" y="34"/>
                </a:lnTo>
                <a:lnTo>
                  <a:pt x="196" y="33"/>
                </a:lnTo>
                <a:lnTo>
                  <a:pt x="196" y="34"/>
                </a:lnTo>
                <a:lnTo>
                  <a:pt x="196" y="33"/>
                </a:lnTo>
                <a:lnTo>
                  <a:pt x="197" y="34"/>
                </a:lnTo>
                <a:lnTo>
                  <a:pt x="197" y="33"/>
                </a:lnTo>
                <a:lnTo>
                  <a:pt x="198" y="33"/>
                </a:lnTo>
                <a:lnTo>
                  <a:pt x="199" y="33"/>
                </a:lnTo>
                <a:lnTo>
                  <a:pt x="199" y="34"/>
                </a:lnTo>
                <a:lnTo>
                  <a:pt x="200" y="33"/>
                </a:lnTo>
                <a:lnTo>
                  <a:pt x="200" y="34"/>
                </a:lnTo>
                <a:lnTo>
                  <a:pt x="200" y="33"/>
                </a:lnTo>
                <a:lnTo>
                  <a:pt x="201" y="33"/>
                </a:lnTo>
                <a:lnTo>
                  <a:pt x="201" y="34"/>
                </a:lnTo>
                <a:lnTo>
                  <a:pt x="202" y="35"/>
                </a:lnTo>
                <a:lnTo>
                  <a:pt x="201" y="35"/>
                </a:lnTo>
                <a:lnTo>
                  <a:pt x="202" y="35"/>
                </a:lnTo>
                <a:lnTo>
                  <a:pt x="203" y="35"/>
                </a:lnTo>
                <a:lnTo>
                  <a:pt x="204" y="35"/>
                </a:lnTo>
                <a:lnTo>
                  <a:pt x="204" y="34"/>
                </a:lnTo>
                <a:lnTo>
                  <a:pt x="203" y="34"/>
                </a:lnTo>
                <a:lnTo>
                  <a:pt x="203" y="33"/>
                </a:lnTo>
                <a:lnTo>
                  <a:pt x="203" y="32"/>
                </a:lnTo>
                <a:lnTo>
                  <a:pt x="204" y="31"/>
                </a:lnTo>
                <a:lnTo>
                  <a:pt x="204" y="30"/>
                </a:lnTo>
                <a:lnTo>
                  <a:pt x="205" y="30"/>
                </a:lnTo>
                <a:lnTo>
                  <a:pt x="206" y="30"/>
                </a:lnTo>
                <a:lnTo>
                  <a:pt x="207" y="30"/>
                </a:lnTo>
                <a:lnTo>
                  <a:pt x="207" y="29"/>
                </a:lnTo>
                <a:lnTo>
                  <a:pt x="206" y="29"/>
                </a:lnTo>
                <a:lnTo>
                  <a:pt x="206" y="28"/>
                </a:lnTo>
                <a:lnTo>
                  <a:pt x="206" y="27"/>
                </a:lnTo>
                <a:lnTo>
                  <a:pt x="207" y="27"/>
                </a:lnTo>
                <a:lnTo>
                  <a:pt x="207" y="26"/>
                </a:lnTo>
                <a:lnTo>
                  <a:pt x="208" y="26"/>
                </a:lnTo>
                <a:lnTo>
                  <a:pt x="209" y="26"/>
                </a:lnTo>
                <a:lnTo>
                  <a:pt x="209" y="25"/>
                </a:lnTo>
                <a:lnTo>
                  <a:pt x="209" y="26"/>
                </a:lnTo>
                <a:lnTo>
                  <a:pt x="210" y="26"/>
                </a:lnTo>
                <a:lnTo>
                  <a:pt x="211" y="26"/>
                </a:lnTo>
                <a:lnTo>
                  <a:pt x="212" y="26"/>
                </a:lnTo>
                <a:lnTo>
                  <a:pt x="213" y="27"/>
                </a:lnTo>
                <a:lnTo>
                  <a:pt x="214" y="26"/>
                </a:lnTo>
                <a:lnTo>
                  <a:pt x="215" y="26"/>
                </a:lnTo>
                <a:lnTo>
                  <a:pt x="216" y="26"/>
                </a:lnTo>
                <a:lnTo>
                  <a:pt x="216" y="25"/>
                </a:lnTo>
                <a:lnTo>
                  <a:pt x="217" y="25"/>
                </a:lnTo>
                <a:lnTo>
                  <a:pt x="217" y="24"/>
                </a:lnTo>
                <a:lnTo>
                  <a:pt x="218" y="24"/>
                </a:lnTo>
                <a:lnTo>
                  <a:pt x="218" y="25"/>
                </a:lnTo>
                <a:lnTo>
                  <a:pt x="218" y="24"/>
                </a:lnTo>
                <a:lnTo>
                  <a:pt x="219" y="24"/>
                </a:lnTo>
                <a:lnTo>
                  <a:pt x="220" y="23"/>
                </a:lnTo>
                <a:lnTo>
                  <a:pt x="221" y="23"/>
                </a:lnTo>
                <a:lnTo>
                  <a:pt x="222" y="23"/>
                </a:lnTo>
                <a:lnTo>
                  <a:pt x="222" y="22"/>
                </a:lnTo>
                <a:lnTo>
                  <a:pt x="223" y="22"/>
                </a:lnTo>
                <a:lnTo>
                  <a:pt x="223" y="23"/>
                </a:lnTo>
                <a:lnTo>
                  <a:pt x="224" y="23"/>
                </a:lnTo>
                <a:lnTo>
                  <a:pt x="224" y="22"/>
                </a:lnTo>
                <a:lnTo>
                  <a:pt x="225" y="23"/>
                </a:lnTo>
                <a:lnTo>
                  <a:pt x="226" y="23"/>
                </a:lnTo>
                <a:lnTo>
                  <a:pt x="227" y="23"/>
                </a:lnTo>
                <a:lnTo>
                  <a:pt x="227" y="22"/>
                </a:lnTo>
                <a:lnTo>
                  <a:pt x="227" y="21"/>
                </a:lnTo>
                <a:lnTo>
                  <a:pt x="227" y="20"/>
                </a:lnTo>
                <a:lnTo>
                  <a:pt x="227" y="19"/>
                </a:lnTo>
                <a:lnTo>
                  <a:pt x="228" y="19"/>
                </a:lnTo>
                <a:lnTo>
                  <a:pt x="228" y="18"/>
                </a:lnTo>
                <a:lnTo>
                  <a:pt x="228" y="17"/>
                </a:lnTo>
                <a:lnTo>
                  <a:pt x="227" y="16"/>
                </a:lnTo>
                <a:lnTo>
                  <a:pt x="228" y="16"/>
                </a:lnTo>
                <a:lnTo>
                  <a:pt x="228" y="15"/>
                </a:lnTo>
                <a:lnTo>
                  <a:pt x="229" y="15"/>
                </a:lnTo>
                <a:lnTo>
                  <a:pt x="229" y="14"/>
                </a:lnTo>
                <a:lnTo>
                  <a:pt x="229" y="13"/>
                </a:lnTo>
                <a:lnTo>
                  <a:pt x="229" y="12"/>
                </a:lnTo>
                <a:lnTo>
                  <a:pt x="228" y="12"/>
                </a:lnTo>
                <a:lnTo>
                  <a:pt x="227" y="12"/>
                </a:lnTo>
                <a:lnTo>
                  <a:pt x="226" y="12"/>
                </a:lnTo>
                <a:lnTo>
                  <a:pt x="225" y="12"/>
                </a:lnTo>
                <a:lnTo>
                  <a:pt x="225" y="11"/>
                </a:lnTo>
                <a:lnTo>
                  <a:pt x="225" y="10"/>
                </a:lnTo>
                <a:lnTo>
                  <a:pt x="224" y="10"/>
                </a:lnTo>
                <a:lnTo>
                  <a:pt x="223" y="9"/>
                </a:lnTo>
                <a:lnTo>
                  <a:pt x="224" y="9"/>
                </a:lnTo>
                <a:lnTo>
                  <a:pt x="224" y="8"/>
                </a:lnTo>
                <a:lnTo>
                  <a:pt x="225" y="8"/>
                </a:lnTo>
                <a:lnTo>
                  <a:pt x="226" y="8"/>
                </a:lnTo>
                <a:lnTo>
                  <a:pt x="226" y="7"/>
                </a:lnTo>
                <a:lnTo>
                  <a:pt x="227" y="7"/>
                </a:lnTo>
                <a:lnTo>
                  <a:pt x="227" y="6"/>
                </a:lnTo>
                <a:lnTo>
                  <a:pt x="228" y="6"/>
                </a:lnTo>
                <a:lnTo>
                  <a:pt x="228" y="5"/>
                </a:lnTo>
                <a:lnTo>
                  <a:pt x="229" y="4"/>
                </a:lnTo>
                <a:lnTo>
                  <a:pt x="229" y="5"/>
                </a:lnTo>
                <a:lnTo>
                  <a:pt x="230" y="5"/>
                </a:lnTo>
                <a:lnTo>
                  <a:pt x="230" y="4"/>
                </a:lnTo>
                <a:lnTo>
                  <a:pt x="231" y="3"/>
                </a:lnTo>
                <a:lnTo>
                  <a:pt x="232" y="3"/>
                </a:lnTo>
                <a:lnTo>
                  <a:pt x="233" y="2"/>
                </a:lnTo>
                <a:lnTo>
                  <a:pt x="234" y="2"/>
                </a:lnTo>
                <a:lnTo>
                  <a:pt x="234" y="3"/>
                </a:lnTo>
                <a:lnTo>
                  <a:pt x="234" y="4"/>
                </a:lnTo>
                <a:lnTo>
                  <a:pt x="235" y="4"/>
                </a:lnTo>
                <a:lnTo>
                  <a:pt x="235" y="5"/>
                </a:lnTo>
                <a:lnTo>
                  <a:pt x="236" y="5"/>
                </a:lnTo>
                <a:lnTo>
                  <a:pt x="235" y="6"/>
                </a:lnTo>
                <a:lnTo>
                  <a:pt x="236" y="6"/>
                </a:lnTo>
                <a:lnTo>
                  <a:pt x="237" y="7"/>
                </a:lnTo>
                <a:lnTo>
                  <a:pt x="238" y="7"/>
                </a:lnTo>
                <a:lnTo>
                  <a:pt x="239" y="7"/>
                </a:lnTo>
                <a:lnTo>
                  <a:pt x="240" y="7"/>
                </a:lnTo>
                <a:lnTo>
                  <a:pt x="240" y="6"/>
                </a:lnTo>
                <a:lnTo>
                  <a:pt x="240" y="5"/>
                </a:lnTo>
                <a:lnTo>
                  <a:pt x="239" y="5"/>
                </a:lnTo>
                <a:lnTo>
                  <a:pt x="240" y="4"/>
                </a:lnTo>
                <a:lnTo>
                  <a:pt x="240" y="3"/>
                </a:lnTo>
                <a:lnTo>
                  <a:pt x="241" y="3"/>
                </a:lnTo>
                <a:lnTo>
                  <a:pt x="242" y="4"/>
                </a:lnTo>
                <a:lnTo>
                  <a:pt x="241" y="4"/>
                </a:lnTo>
                <a:lnTo>
                  <a:pt x="242" y="4"/>
                </a:lnTo>
                <a:lnTo>
                  <a:pt x="242" y="3"/>
                </a:lnTo>
                <a:lnTo>
                  <a:pt x="243" y="3"/>
                </a:lnTo>
                <a:lnTo>
                  <a:pt x="243" y="4"/>
                </a:lnTo>
                <a:lnTo>
                  <a:pt x="244" y="4"/>
                </a:lnTo>
                <a:lnTo>
                  <a:pt x="244" y="3"/>
                </a:lnTo>
                <a:lnTo>
                  <a:pt x="245" y="3"/>
                </a:lnTo>
                <a:lnTo>
                  <a:pt x="246" y="3"/>
                </a:lnTo>
                <a:lnTo>
                  <a:pt x="247" y="2"/>
                </a:lnTo>
                <a:lnTo>
                  <a:pt x="248" y="3"/>
                </a:lnTo>
                <a:lnTo>
                  <a:pt x="249" y="4"/>
                </a:lnTo>
                <a:lnTo>
                  <a:pt x="249" y="5"/>
                </a:lnTo>
                <a:lnTo>
                  <a:pt x="249" y="6"/>
                </a:lnTo>
                <a:lnTo>
                  <a:pt x="250" y="5"/>
                </a:lnTo>
                <a:lnTo>
                  <a:pt x="250" y="4"/>
                </a:lnTo>
                <a:lnTo>
                  <a:pt x="251" y="4"/>
                </a:lnTo>
                <a:lnTo>
                  <a:pt x="250" y="4"/>
                </a:lnTo>
                <a:lnTo>
                  <a:pt x="250" y="5"/>
                </a:lnTo>
                <a:lnTo>
                  <a:pt x="251" y="5"/>
                </a:lnTo>
                <a:lnTo>
                  <a:pt x="252" y="5"/>
                </a:lnTo>
                <a:lnTo>
                  <a:pt x="252" y="4"/>
                </a:lnTo>
                <a:lnTo>
                  <a:pt x="253" y="4"/>
                </a:lnTo>
                <a:lnTo>
                  <a:pt x="254" y="3"/>
                </a:lnTo>
                <a:lnTo>
                  <a:pt x="255" y="4"/>
                </a:lnTo>
                <a:lnTo>
                  <a:pt x="256" y="4"/>
                </a:lnTo>
                <a:lnTo>
                  <a:pt x="257" y="3"/>
                </a:lnTo>
                <a:lnTo>
                  <a:pt x="257" y="2"/>
                </a:lnTo>
                <a:lnTo>
                  <a:pt x="258" y="1"/>
                </a:lnTo>
                <a:lnTo>
                  <a:pt x="258" y="0"/>
                </a:lnTo>
                <a:lnTo>
                  <a:pt x="259" y="0"/>
                </a:lnTo>
                <a:lnTo>
                  <a:pt x="260" y="0"/>
                </a:lnTo>
                <a:lnTo>
                  <a:pt x="261" y="0"/>
                </a:lnTo>
                <a:lnTo>
                  <a:pt x="26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16" name=""/>
          <p:cNvSpPr/>
          <p:nvPr/>
        </p:nvSpPr>
        <p:spPr>
          <a:xfrm>
            <a:off x="4605120" y="2071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17" name=""/>
          <p:cNvSpPr/>
          <p:nvPr/>
        </p:nvSpPr>
        <p:spPr>
          <a:xfrm>
            <a:off x="4593600" y="2067840"/>
            <a:ext cx="2160" cy="3240"/>
          </a:xfrm>
          <a:custGeom>
            <a:avLst/>
            <a:gdLst/>
            <a:ahLst/>
            <a:rect l="0" t="0" r="r" b="b"/>
            <a:pathLst>
              <a:path w="6" h="9">
                <a:moveTo>
                  <a:pt x="6" y="1"/>
                </a:moveTo>
                <a:lnTo>
                  <a:pt x="6" y="2"/>
                </a:lnTo>
                <a:lnTo>
                  <a:pt x="5" y="2"/>
                </a:lnTo>
                <a:lnTo>
                  <a:pt x="4" y="3"/>
                </a:lnTo>
                <a:lnTo>
                  <a:pt x="4" y="5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4" y="7"/>
                </a:lnTo>
                <a:lnTo>
                  <a:pt x="4" y="8"/>
                </a:lnTo>
                <a:lnTo>
                  <a:pt x="2" y="8"/>
                </a:lnTo>
                <a:lnTo>
                  <a:pt x="2" y="9"/>
                </a:lnTo>
                <a:lnTo>
                  <a:pt x="4" y="9"/>
                </a:lnTo>
                <a:lnTo>
                  <a:pt x="2" y="9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7"/>
                </a:lnTo>
                <a:lnTo>
                  <a:pt x="2" y="7"/>
                </a:lnTo>
                <a:lnTo>
                  <a:pt x="2" y="6"/>
                </a:lnTo>
                <a:lnTo>
                  <a:pt x="2" y="5"/>
                </a:lnTo>
                <a:lnTo>
                  <a:pt x="2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4" y="2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18" name=""/>
          <p:cNvSpPr/>
          <p:nvPr/>
        </p:nvSpPr>
        <p:spPr>
          <a:xfrm>
            <a:off x="4602240" y="2067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19" name=""/>
          <p:cNvSpPr/>
          <p:nvPr/>
        </p:nvSpPr>
        <p:spPr>
          <a:xfrm>
            <a:off x="4609800" y="20646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0" name=""/>
          <p:cNvSpPr/>
          <p:nvPr/>
        </p:nvSpPr>
        <p:spPr>
          <a:xfrm>
            <a:off x="4604760" y="2062080"/>
            <a:ext cx="4680" cy="4320"/>
          </a:xfrm>
          <a:custGeom>
            <a:avLst/>
            <a:gdLst/>
            <a:ahLst/>
            <a:rect l="0" t="0" r="r" b="b"/>
            <a:pathLst>
              <a:path w="13" h="12">
                <a:moveTo>
                  <a:pt x="4" y="3"/>
                </a:moveTo>
                <a:lnTo>
                  <a:pt x="5" y="3"/>
                </a:lnTo>
                <a:lnTo>
                  <a:pt x="5" y="4"/>
                </a:lnTo>
                <a:lnTo>
                  <a:pt x="5" y="5"/>
                </a:lnTo>
                <a:lnTo>
                  <a:pt x="6" y="6"/>
                </a:lnTo>
                <a:lnTo>
                  <a:pt x="7" y="7"/>
                </a:lnTo>
                <a:lnTo>
                  <a:pt x="10" y="7"/>
                </a:lnTo>
                <a:lnTo>
                  <a:pt x="10" y="6"/>
                </a:lnTo>
                <a:lnTo>
                  <a:pt x="11" y="6"/>
                </a:lnTo>
                <a:lnTo>
                  <a:pt x="11" y="7"/>
                </a:lnTo>
                <a:lnTo>
                  <a:pt x="12" y="7"/>
                </a:lnTo>
                <a:lnTo>
                  <a:pt x="12" y="6"/>
                </a:lnTo>
                <a:lnTo>
                  <a:pt x="13" y="6"/>
                </a:lnTo>
                <a:lnTo>
                  <a:pt x="13" y="7"/>
                </a:lnTo>
                <a:lnTo>
                  <a:pt x="12" y="7"/>
                </a:lnTo>
                <a:lnTo>
                  <a:pt x="13" y="7"/>
                </a:lnTo>
                <a:lnTo>
                  <a:pt x="13" y="8"/>
                </a:lnTo>
                <a:lnTo>
                  <a:pt x="12" y="7"/>
                </a:lnTo>
                <a:lnTo>
                  <a:pt x="11" y="7"/>
                </a:lnTo>
                <a:lnTo>
                  <a:pt x="11" y="8"/>
                </a:lnTo>
                <a:lnTo>
                  <a:pt x="10" y="9"/>
                </a:lnTo>
                <a:lnTo>
                  <a:pt x="11" y="9"/>
                </a:lnTo>
                <a:lnTo>
                  <a:pt x="11" y="10"/>
                </a:lnTo>
                <a:lnTo>
                  <a:pt x="11" y="12"/>
                </a:lnTo>
                <a:lnTo>
                  <a:pt x="10" y="12"/>
                </a:lnTo>
                <a:lnTo>
                  <a:pt x="9" y="12"/>
                </a:lnTo>
                <a:lnTo>
                  <a:pt x="7" y="10"/>
                </a:lnTo>
                <a:lnTo>
                  <a:pt x="6" y="9"/>
                </a:lnTo>
                <a:lnTo>
                  <a:pt x="4" y="8"/>
                </a:lnTo>
                <a:lnTo>
                  <a:pt x="3" y="7"/>
                </a:lnTo>
                <a:lnTo>
                  <a:pt x="2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2" y="2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1" name=""/>
          <p:cNvSpPr/>
          <p:nvPr/>
        </p:nvSpPr>
        <p:spPr>
          <a:xfrm>
            <a:off x="4611240" y="20631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2" name=""/>
          <p:cNvSpPr/>
          <p:nvPr/>
        </p:nvSpPr>
        <p:spPr>
          <a:xfrm>
            <a:off x="4611240" y="20631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3" name=""/>
          <p:cNvSpPr/>
          <p:nvPr/>
        </p:nvSpPr>
        <p:spPr>
          <a:xfrm>
            <a:off x="4609440" y="20628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4" name=""/>
          <p:cNvSpPr/>
          <p:nvPr/>
        </p:nvSpPr>
        <p:spPr>
          <a:xfrm>
            <a:off x="4609080" y="2062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5" name=""/>
          <p:cNvSpPr/>
          <p:nvPr/>
        </p:nvSpPr>
        <p:spPr>
          <a:xfrm>
            <a:off x="4610880" y="2062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6" name=""/>
          <p:cNvSpPr/>
          <p:nvPr/>
        </p:nvSpPr>
        <p:spPr>
          <a:xfrm>
            <a:off x="4609080" y="2061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7" name=""/>
          <p:cNvSpPr/>
          <p:nvPr/>
        </p:nvSpPr>
        <p:spPr>
          <a:xfrm>
            <a:off x="4606920" y="20613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8" name=""/>
          <p:cNvSpPr/>
          <p:nvPr/>
        </p:nvSpPr>
        <p:spPr>
          <a:xfrm>
            <a:off x="4602240" y="20595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9" name=""/>
          <p:cNvSpPr/>
          <p:nvPr/>
        </p:nvSpPr>
        <p:spPr>
          <a:xfrm>
            <a:off x="4605480" y="205884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3"/>
                </a:moveTo>
                <a:lnTo>
                  <a:pt x="2" y="3"/>
                </a:lnTo>
                <a:lnTo>
                  <a:pt x="0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0" name=""/>
          <p:cNvSpPr/>
          <p:nvPr/>
        </p:nvSpPr>
        <p:spPr>
          <a:xfrm>
            <a:off x="4598640" y="20584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1" name=""/>
          <p:cNvSpPr/>
          <p:nvPr/>
        </p:nvSpPr>
        <p:spPr>
          <a:xfrm>
            <a:off x="4602960" y="20552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2" name=""/>
          <p:cNvSpPr/>
          <p:nvPr/>
        </p:nvSpPr>
        <p:spPr>
          <a:xfrm>
            <a:off x="4608720" y="204660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3" y="6"/>
                </a:moveTo>
                <a:lnTo>
                  <a:pt x="2" y="6"/>
                </a:lnTo>
                <a:lnTo>
                  <a:pt x="0" y="6"/>
                </a:lnTo>
                <a:lnTo>
                  <a:pt x="0" y="5"/>
                </a:lnTo>
                <a:lnTo>
                  <a:pt x="2" y="5"/>
                </a:lnTo>
                <a:lnTo>
                  <a:pt x="0" y="5"/>
                </a:lnTo>
                <a:lnTo>
                  <a:pt x="0" y="6"/>
                </a:lnTo>
                <a:lnTo>
                  <a:pt x="2" y="6"/>
                </a:lnTo>
                <a:lnTo>
                  <a:pt x="2" y="5"/>
                </a:lnTo>
                <a:lnTo>
                  <a:pt x="3" y="5"/>
                </a:lnTo>
                <a:lnTo>
                  <a:pt x="3" y="4"/>
                </a:lnTo>
                <a:lnTo>
                  <a:pt x="4" y="2"/>
                </a:lnTo>
                <a:lnTo>
                  <a:pt x="5" y="2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6" y="1"/>
                </a:lnTo>
                <a:lnTo>
                  <a:pt x="5" y="2"/>
                </a:lnTo>
                <a:lnTo>
                  <a:pt x="5" y="4"/>
                </a:lnTo>
                <a:lnTo>
                  <a:pt x="4" y="5"/>
                </a:lnTo>
                <a:lnTo>
                  <a:pt x="3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3" name=""/>
          <p:cNvSpPr/>
          <p:nvPr/>
        </p:nvSpPr>
        <p:spPr>
          <a:xfrm>
            <a:off x="4611600" y="204696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0" y="2"/>
                </a:move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4" name=""/>
          <p:cNvSpPr/>
          <p:nvPr/>
        </p:nvSpPr>
        <p:spPr>
          <a:xfrm>
            <a:off x="4609080" y="2046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5" name=""/>
          <p:cNvSpPr/>
          <p:nvPr/>
        </p:nvSpPr>
        <p:spPr>
          <a:xfrm>
            <a:off x="4611240" y="20466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6" name=""/>
          <p:cNvSpPr/>
          <p:nvPr/>
        </p:nvSpPr>
        <p:spPr>
          <a:xfrm>
            <a:off x="4608000" y="2030040"/>
            <a:ext cx="3960" cy="3240"/>
          </a:xfrm>
          <a:custGeom>
            <a:avLst/>
            <a:gdLst/>
            <a:ahLst/>
            <a:rect l="0" t="0" r="r" b="b"/>
            <a:pathLst>
              <a:path w="11" h="9">
                <a:moveTo>
                  <a:pt x="10" y="3"/>
                </a:moveTo>
                <a:lnTo>
                  <a:pt x="10" y="4"/>
                </a:lnTo>
                <a:lnTo>
                  <a:pt x="11" y="4"/>
                </a:lnTo>
                <a:lnTo>
                  <a:pt x="11" y="6"/>
                </a:lnTo>
                <a:lnTo>
                  <a:pt x="10" y="8"/>
                </a:lnTo>
                <a:lnTo>
                  <a:pt x="8" y="8"/>
                </a:lnTo>
                <a:lnTo>
                  <a:pt x="6" y="8"/>
                </a:lnTo>
                <a:lnTo>
                  <a:pt x="4" y="9"/>
                </a:lnTo>
                <a:lnTo>
                  <a:pt x="4" y="8"/>
                </a:lnTo>
                <a:lnTo>
                  <a:pt x="2" y="8"/>
                </a:lnTo>
                <a:lnTo>
                  <a:pt x="2" y="6"/>
                </a:lnTo>
                <a:lnTo>
                  <a:pt x="1" y="6"/>
                </a:lnTo>
                <a:lnTo>
                  <a:pt x="1" y="5"/>
                </a:lnTo>
                <a:lnTo>
                  <a:pt x="0" y="5"/>
                </a:lnTo>
                <a:lnTo>
                  <a:pt x="2" y="3"/>
                </a:lnTo>
                <a:lnTo>
                  <a:pt x="4" y="1"/>
                </a:lnTo>
                <a:lnTo>
                  <a:pt x="5" y="1"/>
                </a:lnTo>
                <a:lnTo>
                  <a:pt x="6" y="0"/>
                </a:lnTo>
                <a:lnTo>
                  <a:pt x="6" y="1"/>
                </a:lnTo>
                <a:lnTo>
                  <a:pt x="6" y="0"/>
                </a:lnTo>
                <a:lnTo>
                  <a:pt x="7" y="1"/>
                </a:lnTo>
                <a:lnTo>
                  <a:pt x="9" y="1"/>
                </a:lnTo>
                <a:lnTo>
                  <a:pt x="10" y="2"/>
                </a:lnTo>
                <a:lnTo>
                  <a:pt x="1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7" name=""/>
          <p:cNvSpPr/>
          <p:nvPr/>
        </p:nvSpPr>
        <p:spPr>
          <a:xfrm>
            <a:off x="4610880" y="20304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8" name=""/>
          <p:cNvSpPr/>
          <p:nvPr/>
        </p:nvSpPr>
        <p:spPr>
          <a:xfrm>
            <a:off x="4610160" y="202860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6" y="2"/>
                </a:moveTo>
                <a:lnTo>
                  <a:pt x="5" y="2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4" y="4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9" name=""/>
          <p:cNvSpPr/>
          <p:nvPr/>
        </p:nvSpPr>
        <p:spPr>
          <a:xfrm>
            <a:off x="4610880" y="20080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2" y="2"/>
                </a:moveTo>
                <a:lnTo>
                  <a:pt x="3" y="2"/>
                </a:lnTo>
                <a:lnTo>
                  <a:pt x="4" y="2"/>
                </a:lnTo>
                <a:lnTo>
                  <a:pt x="3" y="3"/>
                </a:lnTo>
                <a:lnTo>
                  <a:pt x="2" y="3"/>
                </a:ln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0" name=""/>
          <p:cNvSpPr/>
          <p:nvPr/>
        </p:nvSpPr>
        <p:spPr>
          <a:xfrm>
            <a:off x="4611240" y="2007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1" name=""/>
          <p:cNvSpPr/>
          <p:nvPr/>
        </p:nvSpPr>
        <p:spPr>
          <a:xfrm>
            <a:off x="4611240" y="2007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2" name=""/>
          <p:cNvSpPr/>
          <p:nvPr/>
        </p:nvSpPr>
        <p:spPr>
          <a:xfrm>
            <a:off x="4609440" y="20062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2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3" name=""/>
          <p:cNvSpPr/>
          <p:nvPr/>
        </p:nvSpPr>
        <p:spPr>
          <a:xfrm>
            <a:off x="4615200" y="20606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4" name=""/>
          <p:cNvSpPr/>
          <p:nvPr/>
        </p:nvSpPr>
        <p:spPr>
          <a:xfrm>
            <a:off x="4612680" y="20592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1"/>
                </a:moveTo>
                <a:lnTo>
                  <a:pt x="1" y="2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5" name=""/>
          <p:cNvSpPr/>
          <p:nvPr/>
        </p:nvSpPr>
        <p:spPr>
          <a:xfrm>
            <a:off x="4613040" y="2057760"/>
            <a:ext cx="2160" cy="1080"/>
          </a:xfrm>
          <a:custGeom>
            <a:avLst/>
            <a:gdLst/>
            <a:ahLst/>
            <a:rect l="0" t="0" r="r" b="b"/>
            <a:pathLst>
              <a:path w="6" h="3">
                <a:moveTo>
                  <a:pt x="4" y="0"/>
                </a:moveTo>
                <a:lnTo>
                  <a:pt x="4" y="2"/>
                </a:lnTo>
                <a:lnTo>
                  <a:pt x="6" y="2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6" name=""/>
          <p:cNvSpPr/>
          <p:nvPr/>
        </p:nvSpPr>
        <p:spPr>
          <a:xfrm>
            <a:off x="4611960" y="20559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7" name=""/>
          <p:cNvSpPr/>
          <p:nvPr/>
        </p:nvSpPr>
        <p:spPr>
          <a:xfrm>
            <a:off x="4616640" y="2055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8" name=""/>
          <p:cNvSpPr/>
          <p:nvPr/>
        </p:nvSpPr>
        <p:spPr>
          <a:xfrm>
            <a:off x="4612320" y="2047320"/>
            <a:ext cx="7200" cy="10080"/>
          </a:xfrm>
          <a:custGeom>
            <a:avLst/>
            <a:gdLst/>
            <a:ahLst/>
            <a:rect l="0" t="0" r="r" b="b"/>
            <a:pathLst>
              <a:path w="20" h="28">
                <a:moveTo>
                  <a:pt x="10" y="3"/>
                </a:moveTo>
                <a:lnTo>
                  <a:pt x="10" y="4"/>
                </a:lnTo>
                <a:lnTo>
                  <a:pt x="11" y="5"/>
                </a:lnTo>
                <a:lnTo>
                  <a:pt x="12" y="5"/>
                </a:lnTo>
                <a:lnTo>
                  <a:pt x="13" y="4"/>
                </a:lnTo>
                <a:lnTo>
                  <a:pt x="14" y="4"/>
                </a:lnTo>
                <a:lnTo>
                  <a:pt x="14" y="5"/>
                </a:lnTo>
                <a:lnTo>
                  <a:pt x="16" y="6"/>
                </a:lnTo>
                <a:lnTo>
                  <a:pt x="16" y="7"/>
                </a:lnTo>
                <a:lnTo>
                  <a:pt x="15" y="8"/>
                </a:lnTo>
                <a:lnTo>
                  <a:pt x="15" y="9"/>
                </a:lnTo>
                <a:lnTo>
                  <a:pt x="16" y="9"/>
                </a:lnTo>
                <a:lnTo>
                  <a:pt x="17" y="10"/>
                </a:lnTo>
                <a:lnTo>
                  <a:pt x="18" y="10"/>
                </a:lnTo>
                <a:lnTo>
                  <a:pt x="19" y="10"/>
                </a:lnTo>
                <a:lnTo>
                  <a:pt x="20" y="10"/>
                </a:lnTo>
                <a:lnTo>
                  <a:pt x="19" y="12"/>
                </a:lnTo>
                <a:lnTo>
                  <a:pt x="18" y="13"/>
                </a:lnTo>
                <a:lnTo>
                  <a:pt x="18" y="12"/>
                </a:lnTo>
                <a:lnTo>
                  <a:pt x="17" y="12"/>
                </a:lnTo>
                <a:lnTo>
                  <a:pt x="17" y="11"/>
                </a:lnTo>
                <a:lnTo>
                  <a:pt x="16" y="11"/>
                </a:lnTo>
                <a:lnTo>
                  <a:pt x="16" y="12"/>
                </a:lnTo>
                <a:lnTo>
                  <a:pt x="15" y="12"/>
                </a:lnTo>
                <a:lnTo>
                  <a:pt x="14" y="12"/>
                </a:lnTo>
                <a:lnTo>
                  <a:pt x="13" y="13"/>
                </a:lnTo>
                <a:lnTo>
                  <a:pt x="13" y="14"/>
                </a:lnTo>
                <a:lnTo>
                  <a:pt x="13" y="15"/>
                </a:lnTo>
                <a:lnTo>
                  <a:pt x="13" y="16"/>
                </a:lnTo>
                <a:lnTo>
                  <a:pt x="13" y="17"/>
                </a:lnTo>
                <a:lnTo>
                  <a:pt x="14" y="17"/>
                </a:lnTo>
                <a:lnTo>
                  <a:pt x="15" y="17"/>
                </a:lnTo>
                <a:lnTo>
                  <a:pt x="15" y="18"/>
                </a:lnTo>
                <a:lnTo>
                  <a:pt x="15" y="19"/>
                </a:lnTo>
                <a:lnTo>
                  <a:pt x="16" y="19"/>
                </a:lnTo>
                <a:lnTo>
                  <a:pt x="16" y="18"/>
                </a:lnTo>
                <a:lnTo>
                  <a:pt x="17" y="18"/>
                </a:lnTo>
                <a:lnTo>
                  <a:pt x="17" y="19"/>
                </a:lnTo>
                <a:lnTo>
                  <a:pt x="18" y="18"/>
                </a:lnTo>
                <a:lnTo>
                  <a:pt x="18" y="19"/>
                </a:lnTo>
                <a:lnTo>
                  <a:pt x="18" y="20"/>
                </a:lnTo>
                <a:lnTo>
                  <a:pt x="17" y="21"/>
                </a:lnTo>
                <a:lnTo>
                  <a:pt x="17" y="20"/>
                </a:lnTo>
                <a:lnTo>
                  <a:pt x="16" y="20"/>
                </a:lnTo>
                <a:lnTo>
                  <a:pt x="15" y="19"/>
                </a:lnTo>
                <a:lnTo>
                  <a:pt x="15" y="20"/>
                </a:lnTo>
                <a:lnTo>
                  <a:pt x="14" y="20"/>
                </a:lnTo>
                <a:lnTo>
                  <a:pt x="13" y="20"/>
                </a:lnTo>
                <a:lnTo>
                  <a:pt x="13" y="21"/>
                </a:lnTo>
                <a:lnTo>
                  <a:pt x="12" y="21"/>
                </a:lnTo>
                <a:lnTo>
                  <a:pt x="11" y="22"/>
                </a:lnTo>
                <a:lnTo>
                  <a:pt x="10" y="22"/>
                </a:lnTo>
                <a:lnTo>
                  <a:pt x="9" y="23"/>
                </a:lnTo>
                <a:lnTo>
                  <a:pt x="8" y="25"/>
                </a:lnTo>
                <a:lnTo>
                  <a:pt x="8" y="26"/>
                </a:lnTo>
                <a:lnTo>
                  <a:pt x="9" y="27"/>
                </a:lnTo>
                <a:lnTo>
                  <a:pt x="10" y="26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1" y="27"/>
                </a:lnTo>
                <a:lnTo>
                  <a:pt x="10" y="27"/>
                </a:lnTo>
                <a:lnTo>
                  <a:pt x="10" y="28"/>
                </a:lnTo>
                <a:lnTo>
                  <a:pt x="8" y="27"/>
                </a:lnTo>
                <a:lnTo>
                  <a:pt x="7" y="27"/>
                </a:lnTo>
                <a:lnTo>
                  <a:pt x="7" y="26"/>
                </a:lnTo>
                <a:lnTo>
                  <a:pt x="5" y="26"/>
                </a:lnTo>
                <a:lnTo>
                  <a:pt x="5" y="25"/>
                </a:lnTo>
                <a:lnTo>
                  <a:pt x="3" y="23"/>
                </a:lnTo>
                <a:lnTo>
                  <a:pt x="3" y="22"/>
                </a:lnTo>
                <a:lnTo>
                  <a:pt x="3" y="21"/>
                </a:lnTo>
                <a:lnTo>
                  <a:pt x="2" y="22"/>
                </a:lnTo>
                <a:lnTo>
                  <a:pt x="2" y="23"/>
                </a:lnTo>
                <a:lnTo>
                  <a:pt x="2" y="22"/>
                </a:lnTo>
                <a:lnTo>
                  <a:pt x="1" y="22"/>
                </a:lnTo>
                <a:lnTo>
                  <a:pt x="1" y="21"/>
                </a:lnTo>
                <a:lnTo>
                  <a:pt x="1" y="22"/>
                </a:lnTo>
                <a:lnTo>
                  <a:pt x="1" y="21"/>
                </a:lnTo>
                <a:lnTo>
                  <a:pt x="1" y="20"/>
                </a:lnTo>
                <a:lnTo>
                  <a:pt x="2" y="20"/>
                </a:lnTo>
                <a:lnTo>
                  <a:pt x="2" y="19"/>
                </a:lnTo>
                <a:lnTo>
                  <a:pt x="1" y="19"/>
                </a:lnTo>
                <a:lnTo>
                  <a:pt x="1" y="20"/>
                </a:lnTo>
                <a:lnTo>
                  <a:pt x="0" y="20"/>
                </a:lnTo>
                <a:lnTo>
                  <a:pt x="0" y="19"/>
                </a:lnTo>
                <a:lnTo>
                  <a:pt x="1" y="18"/>
                </a:lnTo>
                <a:lnTo>
                  <a:pt x="1" y="17"/>
                </a:lnTo>
                <a:lnTo>
                  <a:pt x="0" y="17"/>
                </a:lnTo>
                <a:lnTo>
                  <a:pt x="1" y="17"/>
                </a:lnTo>
                <a:lnTo>
                  <a:pt x="1" y="16"/>
                </a:lnTo>
                <a:lnTo>
                  <a:pt x="2" y="16"/>
                </a:lnTo>
                <a:lnTo>
                  <a:pt x="2" y="15"/>
                </a:lnTo>
                <a:lnTo>
                  <a:pt x="3" y="15"/>
                </a:lnTo>
                <a:lnTo>
                  <a:pt x="5" y="16"/>
                </a:lnTo>
                <a:lnTo>
                  <a:pt x="6" y="15"/>
                </a:lnTo>
                <a:lnTo>
                  <a:pt x="6" y="16"/>
                </a:lnTo>
                <a:lnTo>
                  <a:pt x="7" y="16"/>
                </a:lnTo>
                <a:lnTo>
                  <a:pt x="7" y="15"/>
                </a:lnTo>
                <a:lnTo>
                  <a:pt x="6" y="15"/>
                </a:lnTo>
                <a:lnTo>
                  <a:pt x="5" y="14"/>
                </a:lnTo>
                <a:lnTo>
                  <a:pt x="5" y="13"/>
                </a:lnTo>
                <a:lnTo>
                  <a:pt x="5" y="11"/>
                </a:lnTo>
                <a:lnTo>
                  <a:pt x="5" y="10"/>
                </a:lnTo>
                <a:lnTo>
                  <a:pt x="3" y="9"/>
                </a:lnTo>
                <a:lnTo>
                  <a:pt x="2" y="8"/>
                </a:lnTo>
                <a:lnTo>
                  <a:pt x="1" y="7"/>
                </a:lnTo>
                <a:lnTo>
                  <a:pt x="1" y="6"/>
                </a:lnTo>
                <a:lnTo>
                  <a:pt x="2" y="6"/>
                </a:lnTo>
                <a:lnTo>
                  <a:pt x="3" y="4"/>
                </a:lnTo>
                <a:lnTo>
                  <a:pt x="5" y="4"/>
                </a:lnTo>
                <a:lnTo>
                  <a:pt x="6" y="4"/>
                </a:lnTo>
                <a:lnTo>
                  <a:pt x="6" y="3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2" y="0"/>
                </a:lnTo>
                <a:lnTo>
                  <a:pt x="11" y="1"/>
                </a:lnTo>
                <a:lnTo>
                  <a:pt x="10" y="1"/>
                </a:lnTo>
                <a:lnTo>
                  <a:pt x="10" y="2"/>
                </a:lnTo>
                <a:lnTo>
                  <a:pt x="1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9" name=""/>
          <p:cNvSpPr/>
          <p:nvPr/>
        </p:nvSpPr>
        <p:spPr>
          <a:xfrm>
            <a:off x="4618800" y="204912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5"/>
                </a:moveTo>
                <a:lnTo>
                  <a:pt x="0" y="5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5" y="3"/>
                </a:lnTo>
                <a:lnTo>
                  <a:pt x="5" y="5"/>
                </a:lnTo>
                <a:lnTo>
                  <a:pt x="3" y="5"/>
                </a:lnTo>
                <a:lnTo>
                  <a:pt x="2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0" name=""/>
          <p:cNvSpPr/>
          <p:nvPr/>
        </p:nvSpPr>
        <p:spPr>
          <a:xfrm>
            <a:off x="4611960" y="204732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6" y="4"/>
                </a:moveTo>
                <a:lnTo>
                  <a:pt x="5" y="4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6" y="2"/>
                </a:lnTo>
                <a:lnTo>
                  <a:pt x="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1" name=""/>
          <p:cNvSpPr/>
          <p:nvPr/>
        </p:nvSpPr>
        <p:spPr>
          <a:xfrm>
            <a:off x="4612320" y="20433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2" name=""/>
          <p:cNvSpPr/>
          <p:nvPr/>
        </p:nvSpPr>
        <p:spPr>
          <a:xfrm>
            <a:off x="4621680" y="20358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1"/>
                </a:moveTo>
                <a:lnTo>
                  <a:pt x="3" y="1"/>
                </a:lnTo>
                <a:lnTo>
                  <a:pt x="3" y="3"/>
                </a:lnTo>
                <a:lnTo>
                  <a:pt x="0" y="4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3" name=""/>
          <p:cNvSpPr/>
          <p:nvPr/>
        </p:nvSpPr>
        <p:spPr>
          <a:xfrm>
            <a:off x="4620600" y="203580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1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4" name=""/>
          <p:cNvSpPr/>
          <p:nvPr/>
        </p:nvSpPr>
        <p:spPr>
          <a:xfrm>
            <a:off x="4611960" y="20296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2"/>
                </a:move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5" name=""/>
          <p:cNvSpPr/>
          <p:nvPr/>
        </p:nvSpPr>
        <p:spPr>
          <a:xfrm>
            <a:off x="4620240" y="202860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1" y="2"/>
                </a:moveTo>
                <a:lnTo>
                  <a:pt x="2" y="2"/>
                </a:lnTo>
                <a:lnTo>
                  <a:pt x="2" y="3"/>
                </a:lnTo>
                <a:lnTo>
                  <a:pt x="3" y="2"/>
                </a:lnTo>
                <a:lnTo>
                  <a:pt x="3" y="0"/>
                </a:lnTo>
                <a:lnTo>
                  <a:pt x="5" y="0"/>
                </a:lnTo>
                <a:lnTo>
                  <a:pt x="6" y="2"/>
                </a:lnTo>
                <a:lnTo>
                  <a:pt x="5" y="2"/>
                </a:lnTo>
                <a:lnTo>
                  <a:pt x="5" y="3"/>
                </a:lnTo>
                <a:lnTo>
                  <a:pt x="2" y="4"/>
                </a:lnTo>
                <a:lnTo>
                  <a:pt x="1" y="4"/>
                </a:lnTo>
                <a:lnTo>
                  <a:pt x="1" y="6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6" name=""/>
          <p:cNvSpPr/>
          <p:nvPr/>
        </p:nvSpPr>
        <p:spPr>
          <a:xfrm>
            <a:off x="4622040" y="202608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4" y="1"/>
                </a:moveTo>
                <a:lnTo>
                  <a:pt x="5" y="1"/>
                </a:lnTo>
                <a:lnTo>
                  <a:pt x="5" y="3"/>
                </a:lnTo>
                <a:lnTo>
                  <a:pt x="5" y="4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1" y="3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7" name=""/>
          <p:cNvSpPr/>
          <p:nvPr/>
        </p:nvSpPr>
        <p:spPr>
          <a:xfrm>
            <a:off x="4622400" y="20246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8" name=""/>
          <p:cNvSpPr/>
          <p:nvPr/>
        </p:nvSpPr>
        <p:spPr>
          <a:xfrm>
            <a:off x="4619880" y="20192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9" name=""/>
          <p:cNvSpPr/>
          <p:nvPr/>
        </p:nvSpPr>
        <p:spPr>
          <a:xfrm>
            <a:off x="4619160" y="2019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0" name=""/>
          <p:cNvSpPr/>
          <p:nvPr/>
        </p:nvSpPr>
        <p:spPr>
          <a:xfrm>
            <a:off x="4622760" y="20145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1" name=""/>
          <p:cNvSpPr/>
          <p:nvPr/>
        </p:nvSpPr>
        <p:spPr>
          <a:xfrm>
            <a:off x="4616640" y="20138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2" name=""/>
          <p:cNvSpPr/>
          <p:nvPr/>
        </p:nvSpPr>
        <p:spPr>
          <a:xfrm>
            <a:off x="4616280" y="2012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3" name=""/>
          <p:cNvSpPr/>
          <p:nvPr/>
        </p:nvSpPr>
        <p:spPr>
          <a:xfrm>
            <a:off x="4615200" y="201168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1" y="5"/>
                </a:move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4" y="0"/>
                </a:lnTo>
                <a:lnTo>
                  <a:pt x="5" y="0"/>
                </a:lnTo>
                <a:lnTo>
                  <a:pt x="6" y="2"/>
                </a:lnTo>
                <a:lnTo>
                  <a:pt x="5" y="3"/>
                </a:lnTo>
                <a:lnTo>
                  <a:pt x="4" y="3"/>
                </a:lnTo>
                <a:lnTo>
                  <a:pt x="1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4" name=""/>
          <p:cNvSpPr/>
          <p:nvPr/>
        </p:nvSpPr>
        <p:spPr>
          <a:xfrm>
            <a:off x="4620240" y="2010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5" name=""/>
          <p:cNvSpPr/>
          <p:nvPr/>
        </p:nvSpPr>
        <p:spPr>
          <a:xfrm>
            <a:off x="4611600" y="2009880"/>
            <a:ext cx="3960" cy="1800"/>
          </a:xfrm>
          <a:custGeom>
            <a:avLst/>
            <a:gdLst/>
            <a:ahLst/>
            <a:rect l="0" t="0" r="r" b="b"/>
            <a:pathLst>
              <a:path w="11" h="5">
                <a:moveTo>
                  <a:pt x="8" y="4"/>
                </a:moveTo>
                <a:lnTo>
                  <a:pt x="7" y="4"/>
                </a:lnTo>
                <a:lnTo>
                  <a:pt x="7" y="5"/>
                </a:lnTo>
                <a:lnTo>
                  <a:pt x="5" y="5"/>
                </a:lnTo>
                <a:lnTo>
                  <a:pt x="4" y="5"/>
                </a:lnTo>
                <a:lnTo>
                  <a:pt x="3" y="5"/>
                </a:lnTo>
                <a:lnTo>
                  <a:pt x="1" y="5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1" y="1"/>
                </a:ln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lnTo>
                  <a:pt x="10" y="2"/>
                </a:lnTo>
                <a:lnTo>
                  <a:pt x="9" y="2"/>
                </a:lnTo>
                <a:lnTo>
                  <a:pt x="8" y="2"/>
                </a:lnTo>
                <a:lnTo>
                  <a:pt x="8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6" name=""/>
          <p:cNvSpPr/>
          <p:nvPr/>
        </p:nvSpPr>
        <p:spPr>
          <a:xfrm>
            <a:off x="4616280" y="20095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2"/>
                </a:lnTo>
                <a:lnTo>
                  <a:pt x="4" y="2"/>
                </a:lnTo>
                <a:lnTo>
                  <a:pt x="3" y="4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7" name=""/>
          <p:cNvSpPr/>
          <p:nvPr/>
        </p:nvSpPr>
        <p:spPr>
          <a:xfrm>
            <a:off x="4619880" y="200916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5" y="2"/>
                </a:move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5" y="6"/>
                </a:lnTo>
                <a:lnTo>
                  <a:pt x="4" y="6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8" name=""/>
          <p:cNvSpPr/>
          <p:nvPr/>
        </p:nvSpPr>
        <p:spPr>
          <a:xfrm>
            <a:off x="4615560" y="20095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9" name=""/>
          <p:cNvSpPr/>
          <p:nvPr/>
        </p:nvSpPr>
        <p:spPr>
          <a:xfrm>
            <a:off x="4622760" y="2025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0" name=""/>
          <p:cNvSpPr/>
          <p:nvPr/>
        </p:nvSpPr>
        <p:spPr>
          <a:xfrm>
            <a:off x="4638240" y="202068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3"/>
                </a:moveTo>
                <a:lnTo>
                  <a:pt x="2" y="1"/>
                </a:lnTo>
                <a:lnTo>
                  <a:pt x="4" y="1"/>
                </a:lnTo>
                <a:lnTo>
                  <a:pt x="4" y="3"/>
                </a:lnTo>
                <a:lnTo>
                  <a:pt x="4" y="1"/>
                </a:ln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2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1" y="3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1" name=""/>
          <p:cNvSpPr/>
          <p:nvPr/>
        </p:nvSpPr>
        <p:spPr>
          <a:xfrm>
            <a:off x="4627080" y="20167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2" name=""/>
          <p:cNvSpPr/>
          <p:nvPr/>
        </p:nvSpPr>
        <p:spPr>
          <a:xfrm>
            <a:off x="4623840" y="201564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4" y="4"/>
                </a:move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6" y="0"/>
                </a:lnTo>
                <a:lnTo>
                  <a:pt x="6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3" name=""/>
          <p:cNvSpPr/>
          <p:nvPr/>
        </p:nvSpPr>
        <p:spPr>
          <a:xfrm>
            <a:off x="4627440" y="20149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4" name=""/>
          <p:cNvSpPr/>
          <p:nvPr/>
        </p:nvSpPr>
        <p:spPr>
          <a:xfrm>
            <a:off x="4627800" y="2014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5" name=""/>
          <p:cNvSpPr/>
          <p:nvPr/>
        </p:nvSpPr>
        <p:spPr>
          <a:xfrm>
            <a:off x="4626720" y="201240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4" y="5"/>
                </a:moveTo>
                <a:lnTo>
                  <a:pt x="4" y="6"/>
                </a:lnTo>
                <a:lnTo>
                  <a:pt x="3" y="6"/>
                </a:lnTo>
                <a:lnTo>
                  <a:pt x="3" y="7"/>
                </a:lnTo>
                <a:lnTo>
                  <a:pt x="1" y="7"/>
                </a:lnTo>
                <a:lnTo>
                  <a:pt x="0" y="5"/>
                </a:lnTo>
                <a:lnTo>
                  <a:pt x="1" y="4"/>
                </a:lnTo>
                <a:lnTo>
                  <a:pt x="3" y="4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4" y="0"/>
                </a:ln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  <a:lnTo>
                  <a:pt x="5" y="4"/>
                </a:lnTo>
                <a:lnTo>
                  <a:pt x="4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6" name=""/>
          <p:cNvSpPr/>
          <p:nvPr/>
        </p:nvSpPr>
        <p:spPr>
          <a:xfrm>
            <a:off x="4634280" y="20109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7" name=""/>
          <p:cNvSpPr/>
          <p:nvPr/>
        </p:nvSpPr>
        <p:spPr>
          <a:xfrm>
            <a:off x="4633200" y="2010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8" name=""/>
          <p:cNvSpPr/>
          <p:nvPr/>
        </p:nvSpPr>
        <p:spPr>
          <a:xfrm>
            <a:off x="4635360" y="2009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9" name=""/>
          <p:cNvSpPr/>
          <p:nvPr/>
        </p:nvSpPr>
        <p:spPr>
          <a:xfrm>
            <a:off x="4626720" y="20091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0" name=""/>
          <p:cNvSpPr/>
          <p:nvPr/>
        </p:nvSpPr>
        <p:spPr>
          <a:xfrm>
            <a:off x="4633920" y="200880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1" name=""/>
          <p:cNvSpPr/>
          <p:nvPr/>
        </p:nvSpPr>
        <p:spPr>
          <a:xfrm>
            <a:off x="4627440" y="20052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2" name=""/>
          <p:cNvSpPr/>
          <p:nvPr/>
        </p:nvSpPr>
        <p:spPr>
          <a:xfrm>
            <a:off x="4626720" y="2004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3" name=""/>
          <p:cNvSpPr/>
          <p:nvPr/>
        </p:nvSpPr>
        <p:spPr>
          <a:xfrm>
            <a:off x="4629960" y="20023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4" name=""/>
          <p:cNvSpPr/>
          <p:nvPr/>
        </p:nvSpPr>
        <p:spPr>
          <a:xfrm>
            <a:off x="4631040" y="200052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0"/>
                </a:moveTo>
                <a:lnTo>
                  <a:pt x="2" y="1"/>
                </a:lnTo>
                <a:lnTo>
                  <a:pt x="0" y="1"/>
                </a:lnTo>
                <a:lnTo>
                  <a:pt x="2" y="1"/>
                </a:lnTo>
                <a:lnTo>
                  <a:pt x="4" y="1"/>
                </a:lnTo>
                <a:lnTo>
                  <a:pt x="2" y="1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5" name=""/>
          <p:cNvSpPr/>
          <p:nvPr/>
        </p:nvSpPr>
        <p:spPr>
          <a:xfrm>
            <a:off x="4632120" y="20001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6" name=""/>
          <p:cNvSpPr/>
          <p:nvPr/>
        </p:nvSpPr>
        <p:spPr>
          <a:xfrm>
            <a:off x="4633200" y="1999080"/>
            <a:ext cx="2880" cy="2520"/>
          </a:xfrm>
          <a:custGeom>
            <a:avLst/>
            <a:gdLst/>
            <a:ahLst/>
            <a:rect l="0" t="0" r="r" b="b"/>
            <a:pathLst>
              <a:path w="8" h="7">
                <a:moveTo>
                  <a:pt x="5" y="2"/>
                </a:moveTo>
                <a:lnTo>
                  <a:pt x="6" y="2"/>
                </a:lnTo>
                <a:lnTo>
                  <a:pt x="6" y="3"/>
                </a:lnTo>
                <a:lnTo>
                  <a:pt x="6" y="4"/>
                </a:lnTo>
                <a:lnTo>
                  <a:pt x="6" y="5"/>
                </a:lnTo>
                <a:lnTo>
                  <a:pt x="7" y="5"/>
                </a:lnTo>
                <a:lnTo>
                  <a:pt x="8" y="5"/>
                </a:lnTo>
                <a:lnTo>
                  <a:pt x="7" y="5"/>
                </a:lnTo>
                <a:lnTo>
                  <a:pt x="6" y="5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2" y="7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1" y="2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7" name=""/>
          <p:cNvSpPr/>
          <p:nvPr/>
        </p:nvSpPr>
        <p:spPr>
          <a:xfrm>
            <a:off x="4635000" y="19994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8" name=""/>
          <p:cNvSpPr/>
          <p:nvPr/>
        </p:nvSpPr>
        <p:spPr>
          <a:xfrm>
            <a:off x="4646160" y="19983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9" name=""/>
          <p:cNvSpPr/>
          <p:nvPr/>
        </p:nvSpPr>
        <p:spPr>
          <a:xfrm>
            <a:off x="4645440" y="19976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90" name=""/>
          <p:cNvSpPr/>
          <p:nvPr/>
        </p:nvSpPr>
        <p:spPr>
          <a:xfrm>
            <a:off x="4636080" y="19940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1"/>
                </a:move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91" name=""/>
          <p:cNvSpPr/>
          <p:nvPr/>
        </p:nvSpPr>
        <p:spPr>
          <a:xfrm>
            <a:off x="4635360" y="199008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3" y="1"/>
                </a:moveTo>
                <a:lnTo>
                  <a:pt x="3" y="2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5" y="6"/>
                </a:lnTo>
                <a:lnTo>
                  <a:pt x="6" y="6"/>
                </a:lnTo>
                <a:lnTo>
                  <a:pt x="5" y="6"/>
                </a:lnTo>
                <a:lnTo>
                  <a:pt x="5" y="7"/>
                </a:lnTo>
                <a:lnTo>
                  <a:pt x="4" y="7"/>
                </a:lnTo>
                <a:lnTo>
                  <a:pt x="4" y="6"/>
                </a:lnTo>
                <a:lnTo>
                  <a:pt x="4" y="4"/>
                </a:lnTo>
                <a:lnTo>
                  <a:pt x="4" y="3"/>
                </a:lnTo>
                <a:lnTo>
                  <a:pt x="3" y="3"/>
                </a:lnTo>
                <a:lnTo>
                  <a:pt x="3" y="2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92" name=""/>
          <p:cNvSpPr/>
          <p:nvPr/>
        </p:nvSpPr>
        <p:spPr>
          <a:xfrm>
            <a:off x="4632120" y="19890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93" name=""/>
          <p:cNvSpPr/>
          <p:nvPr/>
        </p:nvSpPr>
        <p:spPr>
          <a:xfrm>
            <a:off x="4414680" y="1884600"/>
            <a:ext cx="159480" cy="206280"/>
          </a:xfrm>
          <a:custGeom>
            <a:avLst/>
            <a:gdLst/>
            <a:ahLst/>
            <a:rect l="0" t="0" r="r" b="b"/>
            <a:pathLst>
              <a:path w="443" h="573">
                <a:moveTo>
                  <a:pt x="280" y="1"/>
                </a:moveTo>
                <a:lnTo>
                  <a:pt x="281" y="1"/>
                </a:lnTo>
                <a:lnTo>
                  <a:pt x="281" y="2"/>
                </a:lnTo>
                <a:lnTo>
                  <a:pt x="282" y="2"/>
                </a:lnTo>
                <a:lnTo>
                  <a:pt x="283" y="3"/>
                </a:lnTo>
                <a:lnTo>
                  <a:pt x="284" y="3"/>
                </a:lnTo>
                <a:lnTo>
                  <a:pt x="285" y="3"/>
                </a:lnTo>
                <a:lnTo>
                  <a:pt x="285" y="2"/>
                </a:lnTo>
                <a:lnTo>
                  <a:pt x="286" y="3"/>
                </a:lnTo>
                <a:lnTo>
                  <a:pt x="287" y="3"/>
                </a:lnTo>
                <a:lnTo>
                  <a:pt x="287" y="4"/>
                </a:lnTo>
                <a:lnTo>
                  <a:pt x="288" y="4"/>
                </a:lnTo>
                <a:lnTo>
                  <a:pt x="288" y="5"/>
                </a:lnTo>
                <a:lnTo>
                  <a:pt x="289" y="6"/>
                </a:lnTo>
                <a:lnTo>
                  <a:pt x="289" y="7"/>
                </a:lnTo>
                <a:lnTo>
                  <a:pt x="289" y="8"/>
                </a:lnTo>
                <a:lnTo>
                  <a:pt x="290" y="8"/>
                </a:lnTo>
                <a:lnTo>
                  <a:pt x="290" y="9"/>
                </a:lnTo>
                <a:lnTo>
                  <a:pt x="290" y="8"/>
                </a:lnTo>
                <a:lnTo>
                  <a:pt x="291" y="8"/>
                </a:lnTo>
                <a:lnTo>
                  <a:pt x="292" y="8"/>
                </a:lnTo>
                <a:lnTo>
                  <a:pt x="292" y="7"/>
                </a:lnTo>
                <a:lnTo>
                  <a:pt x="293" y="7"/>
                </a:lnTo>
                <a:lnTo>
                  <a:pt x="293" y="8"/>
                </a:lnTo>
                <a:lnTo>
                  <a:pt x="292" y="8"/>
                </a:lnTo>
                <a:lnTo>
                  <a:pt x="292" y="9"/>
                </a:lnTo>
                <a:lnTo>
                  <a:pt x="293" y="9"/>
                </a:lnTo>
                <a:lnTo>
                  <a:pt x="293" y="10"/>
                </a:lnTo>
                <a:lnTo>
                  <a:pt x="292" y="11"/>
                </a:lnTo>
                <a:lnTo>
                  <a:pt x="292" y="12"/>
                </a:lnTo>
                <a:lnTo>
                  <a:pt x="293" y="12"/>
                </a:lnTo>
                <a:lnTo>
                  <a:pt x="293" y="11"/>
                </a:lnTo>
                <a:lnTo>
                  <a:pt x="294" y="11"/>
                </a:lnTo>
                <a:lnTo>
                  <a:pt x="295" y="11"/>
                </a:lnTo>
                <a:lnTo>
                  <a:pt x="296" y="10"/>
                </a:lnTo>
                <a:lnTo>
                  <a:pt x="297" y="10"/>
                </a:lnTo>
                <a:lnTo>
                  <a:pt x="297" y="11"/>
                </a:lnTo>
                <a:lnTo>
                  <a:pt x="298" y="11"/>
                </a:lnTo>
                <a:lnTo>
                  <a:pt x="299" y="11"/>
                </a:lnTo>
                <a:lnTo>
                  <a:pt x="299" y="12"/>
                </a:lnTo>
                <a:lnTo>
                  <a:pt x="299" y="13"/>
                </a:lnTo>
                <a:lnTo>
                  <a:pt x="299" y="14"/>
                </a:lnTo>
                <a:lnTo>
                  <a:pt x="298" y="15"/>
                </a:lnTo>
                <a:lnTo>
                  <a:pt x="298" y="16"/>
                </a:lnTo>
                <a:lnTo>
                  <a:pt x="299" y="16"/>
                </a:lnTo>
                <a:lnTo>
                  <a:pt x="299" y="17"/>
                </a:lnTo>
                <a:lnTo>
                  <a:pt x="298" y="17"/>
                </a:lnTo>
                <a:lnTo>
                  <a:pt x="298" y="18"/>
                </a:lnTo>
                <a:lnTo>
                  <a:pt x="298" y="19"/>
                </a:lnTo>
                <a:lnTo>
                  <a:pt x="297" y="20"/>
                </a:lnTo>
                <a:lnTo>
                  <a:pt x="296" y="20"/>
                </a:lnTo>
                <a:lnTo>
                  <a:pt x="296" y="21"/>
                </a:lnTo>
                <a:lnTo>
                  <a:pt x="295" y="22"/>
                </a:lnTo>
                <a:lnTo>
                  <a:pt x="295" y="23"/>
                </a:lnTo>
                <a:lnTo>
                  <a:pt x="294" y="24"/>
                </a:lnTo>
                <a:lnTo>
                  <a:pt x="293" y="25"/>
                </a:lnTo>
                <a:lnTo>
                  <a:pt x="292" y="25"/>
                </a:lnTo>
                <a:lnTo>
                  <a:pt x="292" y="26"/>
                </a:lnTo>
                <a:lnTo>
                  <a:pt x="292" y="27"/>
                </a:lnTo>
                <a:lnTo>
                  <a:pt x="291" y="27"/>
                </a:lnTo>
                <a:lnTo>
                  <a:pt x="290" y="28"/>
                </a:lnTo>
                <a:lnTo>
                  <a:pt x="290" y="29"/>
                </a:lnTo>
                <a:lnTo>
                  <a:pt x="290" y="28"/>
                </a:lnTo>
                <a:lnTo>
                  <a:pt x="289" y="29"/>
                </a:lnTo>
                <a:lnTo>
                  <a:pt x="288" y="29"/>
                </a:lnTo>
                <a:lnTo>
                  <a:pt x="287" y="29"/>
                </a:lnTo>
                <a:lnTo>
                  <a:pt x="287" y="28"/>
                </a:lnTo>
                <a:lnTo>
                  <a:pt x="286" y="28"/>
                </a:lnTo>
                <a:lnTo>
                  <a:pt x="286" y="29"/>
                </a:lnTo>
                <a:lnTo>
                  <a:pt x="285" y="30"/>
                </a:lnTo>
                <a:lnTo>
                  <a:pt x="284" y="31"/>
                </a:lnTo>
                <a:lnTo>
                  <a:pt x="284" y="32"/>
                </a:lnTo>
                <a:lnTo>
                  <a:pt x="283" y="31"/>
                </a:lnTo>
                <a:lnTo>
                  <a:pt x="283" y="32"/>
                </a:lnTo>
                <a:lnTo>
                  <a:pt x="282" y="33"/>
                </a:lnTo>
                <a:lnTo>
                  <a:pt x="282" y="34"/>
                </a:lnTo>
                <a:lnTo>
                  <a:pt x="281" y="34"/>
                </a:lnTo>
                <a:lnTo>
                  <a:pt x="281" y="35"/>
                </a:lnTo>
                <a:lnTo>
                  <a:pt x="280" y="35"/>
                </a:lnTo>
                <a:lnTo>
                  <a:pt x="279" y="36"/>
                </a:lnTo>
                <a:lnTo>
                  <a:pt x="279" y="37"/>
                </a:lnTo>
                <a:lnTo>
                  <a:pt x="279" y="38"/>
                </a:lnTo>
                <a:lnTo>
                  <a:pt x="278" y="38"/>
                </a:lnTo>
                <a:lnTo>
                  <a:pt x="278" y="39"/>
                </a:lnTo>
                <a:lnTo>
                  <a:pt x="277" y="39"/>
                </a:lnTo>
                <a:lnTo>
                  <a:pt x="276" y="39"/>
                </a:lnTo>
                <a:lnTo>
                  <a:pt x="276" y="40"/>
                </a:lnTo>
                <a:lnTo>
                  <a:pt x="277" y="40"/>
                </a:lnTo>
                <a:lnTo>
                  <a:pt x="279" y="40"/>
                </a:lnTo>
                <a:lnTo>
                  <a:pt x="280" y="41"/>
                </a:lnTo>
                <a:lnTo>
                  <a:pt x="280" y="42"/>
                </a:lnTo>
                <a:lnTo>
                  <a:pt x="279" y="42"/>
                </a:lnTo>
                <a:lnTo>
                  <a:pt x="278" y="43"/>
                </a:lnTo>
                <a:lnTo>
                  <a:pt x="277" y="43"/>
                </a:lnTo>
                <a:lnTo>
                  <a:pt x="277" y="45"/>
                </a:lnTo>
                <a:lnTo>
                  <a:pt x="277" y="46"/>
                </a:lnTo>
                <a:lnTo>
                  <a:pt x="278" y="46"/>
                </a:lnTo>
                <a:lnTo>
                  <a:pt x="279" y="47"/>
                </a:lnTo>
                <a:lnTo>
                  <a:pt x="280" y="48"/>
                </a:lnTo>
                <a:lnTo>
                  <a:pt x="279" y="49"/>
                </a:lnTo>
                <a:lnTo>
                  <a:pt x="280" y="49"/>
                </a:lnTo>
                <a:lnTo>
                  <a:pt x="281" y="49"/>
                </a:lnTo>
                <a:lnTo>
                  <a:pt x="282" y="50"/>
                </a:lnTo>
                <a:lnTo>
                  <a:pt x="283" y="51"/>
                </a:lnTo>
                <a:lnTo>
                  <a:pt x="283" y="52"/>
                </a:lnTo>
                <a:lnTo>
                  <a:pt x="283" y="53"/>
                </a:lnTo>
                <a:lnTo>
                  <a:pt x="284" y="52"/>
                </a:lnTo>
                <a:lnTo>
                  <a:pt x="284" y="51"/>
                </a:lnTo>
                <a:lnTo>
                  <a:pt x="284" y="52"/>
                </a:lnTo>
                <a:lnTo>
                  <a:pt x="284" y="51"/>
                </a:lnTo>
                <a:lnTo>
                  <a:pt x="284" y="50"/>
                </a:lnTo>
                <a:lnTo>
                  <a:pt x="286" y="50"/>
                </a:lnTo>
                <a:lnTo>
                  <a:pt x="287" y="50"/>
                </a:lnTo>
                <a:lnTo>
                  <a:pt x="287" y="49"/>
                </a:lnTo>
                <a:lnTo>
                  <a:pt x="286" y="49"/>
                </a:lnTo>
                <a:lnTo>
                  <a:pt x="287" y="49"/>
                </a:lnTo>
                <a:lnTo>
                  <a:pt x="287" y="50"/>
                </a:lnTo>
                <a:lnTo>
                  <a:pt x="288" y="50"/>
                </a:lnTo>
                <a:lnTo>
                  <a:pt x="289" y="50"/>
                </a:lnTo>
                <a:lnTo>
                  <a:pt x="288" y="51"/>
                </a:lnTo>
                <a:lnTo>
                  <a:pt x="288" y="52"/>
                </a:lnTo>
                <a:lnTo>
                  <a:pt x="289" y="52"/>
                </a:lnTo>
                <a:lnTo>
                  <a:pt x="290" y="53"/>
                </a:lnTo>
                <a:lnTo>
                  <a:pt x="291" y="53"/>
                </a:lnTo>
                <a:lnTo>
                  <a:pt x="291" y="52"/>
                </a:lnTo>
                <a:lnTo>
                  <a:pt x="291" y="53"/>
                </a:lnTo>
                <a:lnTo>
                  <a:pt x="292" y="53"/>
                </a:lnTo>
                <a:lnTo>
                  <a:pt x="293" y="52"/>
                </a:lnTo>
                <a:lnTo>
                  <a:pt x="294" y="51"/>
                </a:lnTo>
                <a:lnTo>
                  <a:pt x="295" y="50"/>
                </a:lnTo>
                <a:lnTo>
                  <a:pt x="295" y="49"/>
                </a:lnTo>
                <a:lnTo>
                  <a:pt x="296" y="49"/>
                </a:lnTo>
                <a:lnTo>
                  <a:pt x="297" y="48"/>
                </a:lnTo>
                <a:lnTo>
                  <a:pt x="297" y="47"/>
                </a:lnTo>
                <a:lnTo>
                  <a:pt x="298" y="47"/>
                </a:lnTo>
                <a:lnTo>
                  <a:pt x="299" y="47"/>
                </a:lnTo>
                <a:lnTo>
                  <a:pt x="300" y="47"/>
                </a:lnTo>
                <a:lnTo>
                  <a:pt x="300" y="46"/>
                </a:lnTo>
                <a:lnTo>
                  <a:pt x="301" y="45"/>
                </a:lnTo>
                <a:lnTo>
                  <a:pt x="302" y="44"/>
                </a:lnTo>
                <a:lnTo>
                  <a:pt x="303" y="44"/>
                </a:lnTo>
                <a:lnTo>
                  <a:pt x="304" y="44"/>
                </a:lnTo>
                <a:lnTo>
                  <a:pt x="305" y="44"/>
                </a:lnTo>
                <a:lnTo>
                  <a:pt x="306" y="44"/>
                </a:lnTo>
                <a:lnTo>
                  <a:pt x="306" y="43"/>
                </a:lnTo>
                <a:lnTo>
                  <a:pt x="307" y="42"/>
                </a:lnTo>
                <a:lnTo>
                  <a:pt x="307" y="41"/>
                </a:lnTo>
                <a:lnTo>
                  <a:pt x="308" y="40"/>
                </a:lnTo>
                <a:lnTo>
                  <a:pt x="309" y="41"/>
                </a:lnTo>
                <a:lnTo>
                  <a:pt x="309" y="40"/>
                </a:lnTo>
                <a:lnTo>
                  <a:pt x="310" y="40"/>
                </a:lnTo>
                <a:lnTo>
                  <a:pt x="311" y="41"/>
                </a:lnTo>
                <a:lnTo>
                  <a:pt x="312" y="41"/>
                </a:lnTo>
                <a:lnTo>
                  <a:pt x="312" y="40"/>
                </a:lnTo>
                <a:lnTo>
                  <a:pt x="313" y="40"/>
                </a:lnTo>
                <a:lnTo>
                  <a:pt x="314" y="40"/>
                </a:lnTo>
                <a:lnTo>
                  <a:pt x="314" y="39"/>
                </a:lnTo>
                <a:lnTo>
                  <a:pt x="315" y="39"/>
                </a:lnTo>
                <a:lnTo>
                  <a:pt x="316" y="39"/>
                </a:lnTo>
                <a:lnTo>
                  <a:pt x="316" y="38"/>
                </a:lnTo>
                <a:lnTo>
                  <a:pt x="317" y="38"/>
                </a:lnTo>
                <a:lnTo>
                  <a:pt x="318" y="38"/>
                </a:lnTo>
                <a:lnTo>
                  <a:pt x="318" y="37"/>
                </a:lnTo>
                <a:lnTo>
                  <a:pt x="319" y="37"/>
                </a:lnTo>
                <a:lnTo>
                  <a:pt x="319" y="36"/>
                </a:lnTo>
                <a:lnTo>
                  <a:pt x="318" y="35"/>
                </a:lnTo>
                <a:lnTo>
                  <a:pt x="317" y="34"/>
                </a:lnTo>
                <a:lnTo>
                  <a:pt x="318" y="33"/>
                </a:lnTo>
                <a:lnTo>
                  <a:pt x="318" y="32"/>
                </a:lnTo>
                <a:lnTo>
                  <a:pt x="319" y="32"/>
                </a:lnTo>
                <a:lnTo>
                  <a:pt x="320" y="32"/>
                </a:lnTo>
                <a:lnTo>
                  <a:pt x="320" y="31"/>
                </a:lnTo>
                <a:lnTo>
                  <a:pt x="320" y="30"/>
                </a:lnTo>
                <a:lnTo>
                  <a:pt x="319" y="29"/>
                </a:lnTo>
                <a:lnTo>
                  <a:pt x="318" y="29"/>
                </a:lnTo>
                <a:lnTo>
                  <a:pt x="318" y="28"/>
                </a:lnTo>
                <a:lnTo>
                  <a:pt x="317" y="28"/>
                </a:lnTo>
                <a:lnTo>
                  <a:pt x="316" y="27"/>
                </a:lnTo>
                <a:lnTo>
                  <a:pt x="315" y="26"/>
                </a:lnTo>
                <a:lnTo>
                  <a:pt x="314" y="26"/>
                </a:lnTo>
                <a:lnTo>
                  <a:pt x="315" y="25"/>
                </a:lnTo>
                <a:lnTo>
                  <a:pt x="316" y="25"/>
                </a:lnTo>
                <a:lnTo>
                  <a:pt x="317" y="24"/>
                </a:lnTo>
                <a:lnTo>
                  <a:pt x="317" y="23"/>
                </a:lnTo>
                <a:lnTo>
                  <a:pt x="318" y="23"/>
                </a:lnTo>
                <a:lnTo>
                  <a:pt x="319" y="23"/>
                </a:lnTo>
                <a:lnTo>
                  <a:pt x="320" y="22"/>
                </a:lnTo>
                <a:lnTo>
                  <a:pt x="320" y="21"/>
                </a:lnTo>
                <a:lnTo>
                  <a:pt x="320" y="20"/>
                </a:lnTo>
                <a:lnTo>
                  <a:pt x="319" y="20"/>
                </a:lnTo>
                <a:lnTo>
                  <a:pt x="319" y="19"/>
                </a:lnTo>
                <a:lnTo>
                  <a:pt x="320" y="18"/>
                </a:lnTo>
                <a:lnTo>
                  <a:pt x="321" y="17"/>
                </a:lnTo>
                <a:lnTo>
                  <a:pt x="322" y="17"/>
                </a:lnTo>
                <a:lnTo>
                  <a:pt x="323" y="16"/>
                </a:lnTo>
                <a:lnTo>
                  <a:pt x="323" y="17"/>
                </a:lnTo>
                <a:lnTo>
                  <a:pt x="324" y="17"/>
                </a:lnTo>
                <a:lnTo>
                  <a:pt x="324" y="16"/>
                </a:lnTo>
                <a:lnTo>
                  <a:pt x="325" y="16"/>
                </a:lnTo>
                <a:lnTo>
                  <a:pt x="326" y="16"/>
                </a:lnTo>
                <a:lnTo>
                  <a:pt x="327" y="15"/>
                </a:lnTo>
                <a:lnTo>
                  <a:pt x="327" y="16"/>
                </a:lnTo>
                <a:lnTo>
                  <a:pt x="328" y="16"/>
                </a:lnTo>
                <a:lnTo>
                  <a:pt x="328" y="17"/>
                </a:lnTo>
                <a:lnTo>
                  <a:pt x="329" y="17"/>
                </a:lnTo>
                <a:lnTo>
                  <a:pt x="330" y="17"/>
                </a:lnTo>
                <a:lnTo>
                  <a:pt x="331" y="17"/>
                </a:lnTo>
                <a:lnTo>
                  <a:pt x="331" y="18"/>
                </a:lnTo>
                <a:lnTo>
                  <a:pt x="331" y="19"/>
                </a:lnTo>
                <a:lnTo>
                  <a:pt x="332" y="19"/>
                </a:lnTo>
                <a:lnTo>
                  <a:pt x="332" y="20"/>
                </a:lnTo>
                <a:lnTo>
                  <a:pt x="332" y="21"/>
                </a:lnTo>
                <a:lnTo>
                  <a:pt x="331" y="21"/>
                </a:lnTo>
                <a:lnTo>
                  <a:pt x="331" y="22"/>
                </a:lnTo>
                <a:lnTo>
                  <a:pt x="331" y="23"/>
                </a:lnTo>
                <a:lnTo>
                  <a:pt x="330" y="23"/>
                </a:lnTo>
                <a:lnTo>
                  <a:pt x="330" y="24"/>
                </a:lnTo>
                <a:lnTo>
                  <a:pt x="331" y="25"/>
                </a:lnTo>
                <a:lnTo>
                  <a:pt x="332" y="25"/>
                </a:lnTo>
                <a:lnTo>
                  <a:pt x="333" y="26"/>
                </a:lnTo>
                <a:lnTo>
                  <a:pt x="335" y="26"/>
                </a:lnTo>
                <a:lnTo>
                  <a:pt x="335" y="27"/>
                </a:lnTo>
                <a:lnTo>
                  <a:pt x="335" y="26"/>
                </a:lnTo>
                <a:lnTo>
                  <a:pt x="336" y="26"/>
                </a:lnTo>
                <a:lnTo>
                  <a:pt x="335" y="25"/>
                </a:lnTo>
                <a:lnTo>
                  <a:pt x="336" y="25"/>
                </a:lnTo>
                <a:lnTo>
                  <a:pt x="337" y="25"/>
                </a:lnTo>
                <a:lnTo>
                  <a:pt x="338" y="25"/>
                </a:lnTo>
                <a:lnTo>
                  <a:pt x="338" y="24"/>
                </a:lnTo>
                <a:lnTo>
                  <a:pt x="339" y="23"/>
                </a:lnTo>
                <a:lnTo>
                  <a:pt x="340" y="23"/>
                </a:lnTo>
                <a:lnTo>
                  <a:pt x="340" y="24"/>
                </a:lnTo>
                <a:lnTo>
                  <a:pt x="340" y="25"/>
                </a:lnTo>
                <a:lnTo>
                  <a:pt x="340" y="26"/>
                </a:lnTo>
                <a:lnTo>
                  <a:pt x="341" y="27"/>
                </a:lnTo>
                <a:lnTo>
                  <a:pt x="342" y="27"/>
                </a:lnTo>
                <a:lnTo>
                  <a:pt x="343" y="27"/>
                </a:lnTo>
                <a:lnTo>
                  <a:pt x="343" y="26"/>
                </a:lnTo>
                <a:lnTo>
                  <a:pt x="344" y="27"/>
                </a:lnTo>
                <a:lnTo>
                  <a:pt x="344" y="26"/>
                </a:lnTo>
                <a:lnTo>
                  <a:pt x="344" y="25"/>
                </a:lnTo>
                <a:lnTo>
                  <a:pt x="344" y="24"/>
                </a:lnTo>
                <a:lnTo>
                  <a:pt x="346" y="23"/>
                </a:lnTo>
                <a:lnTo>
                  <a:pt x="347" y="23"/>
                </a:lnTo>
                <a:lnTo>
                  <a:pt x="347" y="24"/>
                </a:lnTo>
                <a:lnTo>
                  <a:pt x="348" y="24"/>
                </a:lnTo>
                <a:lnTo>
                  <a:pt x="348" y="25"/>
                </a:lnTo>
                <a:lnTo>
                  <a:pt x="347" y="25"/>
                </a:lnTo>
                <a:lnTo>
                  <a:pt x="347" y="26"/>
                </a:lnTo>
                <a:lnTo>
                  <a:pt x="347" y="27"/>
                </a:lnTo>
                <a:lnTo>
                  <a:pt x="347" y="28"/>
                </a:lnTo>
                <a:lnTo>
                  <a:pt x="346" y="28"/>
                </a:lnTo>
                <a:lnTo>
                  <a:pt x="346" y="29"/>
                </a:lnTo>
                <a:lnTo>
                  <a:pt x="346" y="30"/>
                </a:lnTo>
                <a:lnTo>
                  <a:pt x="347" y="30"/>
                </a:lnTo>
                <a:lnTo>
                  <a:pt x="347" y="31"/>
                </a:lnTo>
                <a:lnTo>
                  <a:pt x="347" y="32"/>
                </a:lnTo>
                <a:lnTo>
                  <a:pt x="348" y="32"/>
                </a:lnTo>
                <a:lnTo>
                  <a:pt x="348" y="33"/>
                </a:lnTo>
                <a:lnTo>
                  <a:pt x="349" y="33"/>
                </a:lnTo>
                <a:lnTo>
                  <a:pt x="349" y="34"/>
                </a:lnTo>
                <a:lnTo>
                  <a:pt x="350" y="35"/>
                </a:lnTo>
                <a:lnTo>
                  <a:pt x="350" y="36"/>
                </a:lnTo>
                <a:lnTo>
                  <a:pt x="350" y="37"/>
                </a:lnTo>
                <a:lnTo>
                  <a:pt x="350" y="38"/>
                </a:lnTo>
                <a:lnTo>
                  <a:pt x="350" y="39"/>
                </a:lnTo>
                <a:lnTo>
                  <a:pt x="349" y="39"/>
                </a:lnTo>
                <a:lnTo>
                  <a:pt x="350" y="40"/>
                </a:lnTo>
                <a:lnTo>
                  <a:pt x="350" y="41"/>
                </a:lnTo>
                <a:lnTo>
                  <a:pt x="351" y="41"/>
                </a:lnTo>
                <a:lnTo>
                  <a:pt x="351" y="40"/>
                </a:lnTo>
                <a:lnTo>
                  <a:pt x="351" y="41"/>
                </a:lnTo>
                <a:lnTo>
                  <a:pt x="352" y="41"/>
                </a:lnTo>
                <a:lnTo>
                  <a:pt x="352" y="42"/>
                </a:lnTo>
                <a:lnTo>
                  <a:pt x="351" y="42"/>
                </a:lnTo>
                <a:lnTo>
                  <a:pt x="352" y="43"/>
                </a:lnTo>
                <a:lnTo>
                  <a:pt x="352" y="42"/>
                </a:lnTo>
                <a:lnTo>
                  <a:pt x="353" y="42"/>
                </a:lnTo>
                <a:lnTo>
                  <a:pt x="353" y="43"/>
                </a:lnTo>
                <a:lnTo>
                  <a:pt x="354" y="43"/>
                </a:lnTo>
                <a:lnTo>
                  <a:pt x="354" y="42"/>
                </a:lnTo>
                <a:lnTo>
                  <a:pt x="355" y="42"/>
                </a:lnTo>
                <a:lnTo>
                  <a:pt x="356" y="43"/>
                </a:lnTo>
                <a:lnTo>
                  <a:pt x="357" y="44"/>
                </a:lnTo>
                <a:lnTo>
                  <a:pt x="356" y="44"/>
                </a:lnTo>
                <a:lnTo>
                  <a:pt x="356" y="45"/>
                </a:lnTo>
                <a:lnTo>
                  <a:pt x="356" y="46"/>
                </a:lnTo>
                <a:lnTo>
                  <a:pt x="356" y="47"/>
                </a:lnTo>
                <a:lnTo>
                  <a:pt x="357" y="48"/>
                </a:lnTo>
                <a:lnTo>
                  <a:pt x="357" y="49"/>
                </a:lnTo>
                <a:lnTo>
                  <a:pt x="358" y="49"/>
                </a:lnTo>
                <a:lnTo>
                  <a:pt x="358" y="50"/>
                </a:lnTo>
                <a:lnTo>
                  <a:pt x="359" y="50"/>
                </a:lnTo>
                <a:lnTo>
                  <a:pt x="360" y="50"/>
                </a:lnTo>
                <a:lnTo>
                  <a:pt x="361" y="50"/>
                </a:lnTo>
                <a:lnTo>
                  <a:pt x="362" y="50"/>
                </a:lnTo>
                <a:lnTo>
                  <a:pt x="362" y="51"/>
                </a:lnTo>
                <a:lnTo>
                  <a:pt x="363" y="51"/>
                </a:lnTo>
                <a:lnTo>
                  <a:pt x="363" y="50"/>
                </a:lnTo>
                <a:lnTo>
                  <a:pt x="364" y="50"/>
                </a:lnTo>
                <a:lnTo>
                  <a:pt x="365" y="49"/>
                </a:lnTo>
                <a:lnTo>
                  <a:pt x="365" y="48"/>
                </a:lnTo>
                <a:lnTo>
                  <a:pt x="366" y="48"/>
                </a:lnTo>
                <a:lnTo>
                  <a:pt x="367" y="48"/>
                </a:lnTo>
                <a:lnTo>
                  <a:pt x="368" y="48"/>
                </a:lnTo>
                <a:lnTo>
                  <a:pt x="369" y="48"/>
                </a:lnTo>
                <a:lnTo>
                  <a:pt x="369" y="49"/>
                </a:lnTo>
                <a:lnTo>
                  <a:pt x="369" y="50"/>
                </a:lnTo>
                <a:lnTo>
                  <a:pt x="370" y="50"/>
                </a:lnTo>
                <a:lnTo>
                  <a:pt x="371" y="50"/>
                </a:lnTo>
                <a:lnTo>
                  <a:pt x="371" y="51"/>
                </a:lnTo>
                <a:lnTo>
                  <a:pt x="371" y="52"/>
                </a:lnTo>
                <a:lnTo>
                  <a:pt x="370" y="52"/>
                </a:lnTo>
                <a:lnTo>
                  <a:pt x="371" y="53"/>
                </a:lnTo>
                <a:lnTo>
                  <a:pt x="371" y="54"/>
                </a:lnTo>
                <a:lnTo>
                  <a:pt x="372" y="54"/>
                </a:lnTo>
                <a:lnTo>
                  <a:pt x="373" y="54"/>
                </a:lnTo>
                <a:lnTo>
                  <a:pt x="373" y="53"/>
                </a:lnTo>
                <a:lnTo>
                  <a:pt x="374" y="53"/>
                </a:lnTo>
                <a:lnTo>
                  <a:pt x="375" y="54"/>
                </a:lnTo>
                <a:lnTo>
                  <a:pt x="375" y="55"/>
                </a:lnTo>
                <a:lnTo>
                  <a:pt x="375" y="54"/>
                </a:lnTo>
                <a:lnTo>
                  <a:pt x="376" y="54"/>
                </a:lnTo>
                <a:lnTo>
                  <a:pt x="376" y="53"/>
                </a:lnTo>
                <a:lnTo>
                  <a:pt x="377" y="53"/>
                </a:lnTo>
                <a:lnTo>
                  <a:pt x="378" y="54"/>
                </a:lnTo>
                <a:lnTo>
                  <a:pt x="378" y="53"/>
                </a:lnTo>
                <a:lnTo>
                  <a:pt x="379" y="52"/>
                </a:lnTo>
                <a:lnTo>
                  <a:pt x="379" y="53"/>
                </a:lnTo>
                <a:lnTo>
                  <a:pt x="380" y="53"/>
                </a:lnTo>
                <a:lnTo>
                  <a:pt x="380" y="52"/>
                </a:lnTo>
                <a:lnTo>
                  <a:pt x="381" y="52"/>
                </a:lnTo>
                <a:lnTo>
                  <a:pt x="382" y="52"/>
                </a:lnTo>
                <a:lnTo>
                  <a:pt x="383" y="52"/>
                </a:lnTo>
                <a:lnTo>
                  <a:pt x="384" y="52"/>
                </a:lnTo>
                <a:lnTo>
                  <a:pt x="384" y="53"/>
                </a:lnTo>
                <a:lnTo>
                  <a:pt x="386" y="53"/>
                </a:lnTo>
                <a:lnTo>
                  <a:pt x="387" y="53"/>
                </a:lnTo>
                <a:lnTo>
                  <a:pt x="387" y="54"/>
                </a:lnTo>
                <a:lnTo>
                  <a:pt x="388" y="54"/>
                </a:lnTo>
                <a:lnTo>
                  <a:pt x="388" y="55"/>
                </a:lnTo>
                <a:lnTo>
                  <a:pt x="389" y="55"/>
                </a:lnTo>
                <a:lnTo>
                  <a:pt x="390" y="55"/>
                </a:lnTo>
                <a:lnTo>
                  <a:pt x="390" y="54"/>
                </a:lnTo>
                <a:lnTo>
                  <a:pt x="391" y="54"/>
                </a:lnTo>
                <a:lnTo>
                  <a:pt x="392" y="54"/>
                </a:lnTo>
                <a:lnTo>
                  <a:pt x="393" y="53"/>
                </a:lnTo>
                <a:lnTo>
                  <a:pt x="394" y="54"/>
                </a:lnTo>
                <a:lnTo>
                  <a:pt x="395" y="53"/>
                </a:lnTo>
                <a:lnTo>
                  <a:pt x="395" y="52"/>
                </a:lnTo>
                <a:lnTo>
                  <a:pt x="397" y="52"/>
                </a:lnTo>
                <a:lnTo>
                  <a:pt x="397" y="53"/>
                </a:lnTo>
                <a:lnTo>
                  <a:pt x="398" y="53"/>
                </a:lnTo>
                <a:lnTo>
                  <a:pt x="399" y="52"/>
                </a:lnTo>
                <a:lnTo>
                  <a:pt x="400" y="52"/>
                </a:lnTo>
                <a:lnTo>
                  <a:pt x="401" y="52"/>
                </a:lnTo>
                <a:lnTo>
                  <a:pt x="402" y="52"/>
                </a:lnTo>
                <a:lnTo>
                  <a:pt x="403" y="53"/>
                </a:lnTo>
                <a:lnTo>
                  <a:pt x="403" y="54"/>
                </a:lnTo>
                <a:lnTo>
                  <a:pt x="403" y="55"/>
                </a:lnTo>
                <a:lnTo>
                  <a:pt x="404" y="55"/>
                </a:lnTo>
                <a:lnTo>
                  <a:pt x="406" y="55"/>
                </a:lnTo>
                <a:lnTo>
                  <a:pt x="407" y="56"/>
                </a:lnTo>
                <a:lnTo>
                  <a:pt x="408" y="55"/>
                </a:lnTo>
                <a:lnTo>
                  <a:pt x="408" y="56"/>
                </a:lnTo>
                <a:lnTo>
                  <a:pt x="409" y="56"/>
                </a:lnTo>
                <a:lnTo>
                  <a:pt x="409" y="57"/>
                </a:lnTo>
                <a:lnTo>
                  <a:pt x="410" y="58"/>
                </a:lnTo>
                <a:lnTo>
                  <a:pt x="411" y="58"/>
                </a:lnTo>
                <a:lnTo>
                  <a:pt x="411" y="59"/>
                </a:lnTo>
                <a:lnTo>
                  <a:pt x="411" y="60"/>
                </a:lnTo>
                <a:lnTo>
                  <a:pt x="412" y="60"/>
                </a:lnTo>
                <a:lnTo>
                  <a:pt x="412" y="61"/>
                </a:lnTo>
                <a:lnTo>
                  <a:pt x="411" y="61"/>
                </a:lnTo>
                <a:lnTo>
                  <a:pt x="411" y="62"/>
                </a:lnTo>
                <a:lnTo>
                  <a:pt x="410" y="62"/>
                </a:lnTo>
                <a:lnTo>
                  <a:pt x="410" y="63"/>
                </a:lnTo>
                <a:lnTo>
                  <a:pt x="411" y="63"/>
                </a:lnTo>
                <a:lnTo>
                  <a:pt x="411" y="64"/>
                </a:lnTo>
                <a:lnTo>
                  <a:pt x="411" y="65"/>
                </a:lnTo>
                <a:lnTo>
                  <a:pt x="412" y="65"/>
                </a:lnTo>
                <a:lnTo>
                  <a:pt x="411" y="65"/>
                </a:lnTo>
                <a:lnTo>
                  <a:pt x="411" y="66"/>
                </a:lnTo>
                <a:lnTo>
                  <a:pt x="411" y="67"/>
                </a:lnTo>
                <a:lnTo>
                  <a:pt x="412" y="68"/>
                </a:lnTo>
                <a:lnTo>
                  <a:pt x="413" y="68"/>
                </a:lnTo>
                <a:lnTo>
                  <a:pt x="414" y="69"/>
                </a:lnTo>
                <a:lnTo>
                  <a:pt x="415" y="69"/>
                </a:lnTo>
                <a:lnTo>
                  <a:pt x="416" y="69"/>
                </a:lnTo>
                <a:lnTo>
                  <a:pt x="417" y="70"/>
                </a:lnTo>
                <a:lnTo>
                  <a:pt x="416" y="70"/>
                </a:lnTo>
                <a:lnTo>
                  <a:pt x="416" y="71"/>
                </a:lnTo>
                <a:lnTo>
                  <a:pt x="417" y="71"/>
                </a:lnTo>
                <a:lnTo>
                  <a:pt x="418" y="72"/>
                </a:lnTo>
                <a:lnTo>
                  <a:pt x="418" y="73"/>
                </a:lnTo>
                <a:lnTo>
                  <a:pt x="417" y="73"/>
                </a:lnTo>
                <a:lnTo>
                  <a:pt x="418" y="73"/>
                </a:lnTo>
                <a:lnTo>
                  <a:pt x="418" y="74"/>
                </a:lnTo>
                <a:lnTo>
                  <a:pt x="418" y="75"/>
                </a:lnTo>
                <a:lnTo>
                  <a:pt x="417" y="76"/>
                </a:lnTo>
                <a:lnTo>
                  <a:pt x="416" y="76"/>
                </a:lnTo>
                <a:lnTo>
                  <a:pt x="415" y="77"/>
                </a:lnTo>
                <a:lnTo>
                  <a:pt x="416" y="77"/>
                </a:lnTo>
                <a:lnTo>
                  <a:pt x="414" y="78"/>
                </a:lnTo>
                <a:lnTo>
                  <a:pt x="414" y="79"/>
                </a:lnTo>
                <a:lnTo>
                  <a:pt x="415" y="79"/>
                </a:lnTo>
                <a:lnTo>
                  <a:pt x="415" y="80"/>
                </a:lnTo>
                <a:lnTo>
                  <a:pt x="414" y="81"/>
                </a:lnTo>
                <a:lnTo>
                  <a:pt x="414" y="82"/>
                </a:lnTo>
                <a:lnTo>
                  <a:pt x="413" y="81"/>
                </a:lnTo>
                <a:lnTo>
                  <a:pt x="412" y="81"/>
                </a:lnTo>
                <a:lnTo>
                  <a:pt x="411" y="81"/>
                </a:lnTo>
                <a:lnTo>
                  <a:pt x="410" y="81"/>
                </a:lnTo>
                <a:lnTo>
                  <a:pt x="409" y="80"/>
                </a:lnTo>
                <a:lnTo>
                  <a:pt x="409" y="81"/>
                </a:lnTo>
                <a:lnTo>
                  <a:pt x="408" y="81"/>
                </a:lnTo>
                <a:lnTo>
                  <a:pt x="407" y="81"/>
                </a:lnTo>
                <a:lnTo>
                  <a:pt x="406" y="81"/>
                </a:lnTo>
                <a:lnTo>
                  <a:pt x="406" y="82"/>
                </a:lnTo>
                <a:lnTo>
                  <a:pt x="406" y="83"/>
                </a:lnTo>
                <a:lnTo>
                  <a:pt x="406" y="84"/>
                </a:lnTo>
                <a:lnTo>
                  <a:pt x="406" y="85"/>
                </a:lnTo>
                <a:lnTo>
                  <a:pt x="406" y="86"/>
                </a:lnTo>
                <a:lnTo>
                  <a:pt x="406" y="87"/>
                </a:lnTo>
                <a:lnTo>
                  <a:pt x="406" y="88"/>
                </a:lnTo>
                <a:lnTo>
                  <a:pt x="407" y="88"/>
                </a:lnTo>
                <a:lnTo>
                  <a:pt x="406" y="88"/>
                </a:lnTo>
                <a:lnTo>
                  <a:pt x="405" y="88"/>
                </a:lnTo>
                <a:lnTo>
                  <a:pt x="404" y="89"/>
                </a:lnTo>
                <a:lnTo>
                  <a:pt x="404" y="88"/>
                </a:lnTo>
                <a:lnTo>
                  <a:pt x="403" y="88"/>
                </a:lnTo>
                <a:lnTo>
                  <a:pt x="403" y="89"/>
                </a:lnTo>
                <a:lnTo>
                  <a:pt x="403" y="90"/>
                </a:lnTo>
                <a:lnTo>
                  <a:pt x="402" y="91"/>
                </a:lnTo>
                <a:lnTo>
                  <a:pt x="402" y="92"/>
                </a:lnTo>
                <a:lnTo>
                  <a:pt x="402" y="93"/>
                </a:lnTo>
                <a:lnTo>
                  <a:pt x="402" y="94"/>
                </a:lnTo>
                <a:lnTo>
                  <a:pt x="403" y="94"/>
                </a:lnTo>
                <a:lnTo>
                  <a:pt x="403" y="95"/>
                </a:lnTo>
                <a:lnTo>
                  <a:pt x="403" y="96"/>
                </a:lnTo>
                <a:lnTo>
                  <a:pt x="403" y="97"/>
                </a:lnTo>
                <a:lnTo>
                  <a:pt x="403" y="98"/>
                </a:lnTo>
                <a:lnTo>
                  <a:pt x="404" y="98"/>
                </a:lnTo>
                <a:lnTo>
                  <a:pt x="404" y="99"/>
                </a:lnTo>
                <a:lnTo>
                  <a:pt x="403" y="99"/>
                </a:lnTo>
                <a:lnTo>
                  <a:pt x="403" y="100"/>
                </a:lnTo>
                <a:lnTo>
                  <a:pt x="402" y="100"/>
                </a:lnTo>
                <a:lnTo>
                  <a:pt x="402" y="101"/>
                </a:lnTo>
                <a:lnTo>
                  <a:pt x="403" y="101"/>
                </a:lnTo>
                <a:lnTo>
                  <a:pt x="404" y="101"/>
                </a:lnTo>
                <a:lnTo>
                  <a:pt x="404" y="102"/>
                </a:lnTo>
                <a:lnTo>
                  <a:pt x="405" y="102"/>
                </a:lnTo>
                <a:lnTo>
                  <a:pt x="406" y="103"/>
                </a:lnTo>
                <a:lnTo>
                  <a:pt x="406" y="104"/>
                </a:lnTo>
                <a:lnTo>
                  <a:pt x="405" y="105"/>
                </a:lnTo>
                <a:lnTo>
                  <a:pt x="405" y="106"/>
                </a:lnTo>
                <a:lnTo>
                  <a:pt x="406" y="106"/>
                </a:lnTo>
                <a:lnTo>
                  <a:pt x="405" y="106"/>
                </a:lnTo>
                <a:lnTo>
                  <a:pt x="406" y="106"/>
                </a:lnTo>
                <a:lnTo>
                  <a:pt x="406" y="107"/>
                </a:lnTo>
                <a:lnTo>
                  <a:pt x="407" y="107"/>
                </a:lnTo>
                <a:lnTo>
                  <a:pt x="407" y="108"/>
                </a:lnTo>
                <a:lnTo>
                  <a:pt x="407" y="109"/>
                </a:lnTo>
                <a:lnTo>
                  <a:pt x="407" y="110"/>
                </a:lnTo>
                <a:lnTo>
                  <a:pt x="408" y="111"/>
                </a:lnTo>
                <a:lnTo>
                  <a:pt x="408" y="110"/>
                </a:lnTo>
                <a:lnTo>
                  <a:pt x="408" y="109"/>
                </a:lnTo>
                <a:lnTo>
                  <a:pt x="409" y="109"/>
                </a:lnTo>
                <a:lnTo>
                  <a:pt x="409" y="110"/>
                </a:lnTo>
                <a:lnTo>
                  <a:pt x="409" y="111"/>
                </a:lnTo>
                <a:lnTo>
                  <a:pt x="408" y="111"/>
                </a:lnTo>
                <a:lnTo>
                  <a:pt x="409" y="111"/>
                </a:lnTo>
                <a:lnTo>
                  <a:pt x="409" y="110"/>
                </a:lnTo>
                <a:lnTo>
                  <a:pt x="410" y="109"/>
                </a:lnTo>
                <a:lnTo>
                  <a:pt x="411" y="109"/>
                </a:lnTo>
                <a:lnTo>
                  <a:pt x="411" y="110"/>
                </a:lnTo>
                <a:lnTo>
                  <a:pt x="410" y="111"/>
                </a:lnTo>
                <a:lnTo>
                  <a:pt x="411" y="112"/>
                </a:lnTo>
                <a:lnTo>
                  <a:pt x="412" y="112"/>
                </a:lnTo>
                <a:lnTo>
                  <a:pt x="412" y="113"/>
                </a:lnTo>
                <a:lnTo>
                  <a:pt x="412" y="112"/>
                </a:lnTo>
                <a:lnTo>
                  <a:pt x="413" y="112"/>
                </a:lnTo>
                <a:lnTo>
                  <a:pt x="414" y="112"/>
                </a:lnTo>
                <a:lnTo>
                  <a:pt x="415" y="112"/>
                </a:lnTo>
                <a:lnTo>
                  <a:pt x="416" y="113"/>
                </a:lnTo>
                <a:lnTo>
                  <a:pt x="417" y="115"/>
                </a:lnTo>
                <a:lnTo>
                  <a:pt x="418" y="115"/>
                </a:lnTo>
                <a:lnTo>
                  <a:pt x="418" y="116"/>
                </a:lnTo>
                <a:lnTo>
                  <a:pt x="419" y="116"/>
                </a:lnTo>
                <a:lnTo>
                  <a:pt x="420" y="116"/>
                </a:lnTo>
                <a:lnTo>
                  <a:pt x="419" y="117"/>
                </a:lnTo>
                <a:lnTo>
                  <a:pt x="418" y="117"/>
                </a:lnTo>
                <a:lnTo>
                  <a:pt x="418" y="118"/>
                </a:lnTo>
                <a:lnTo>
                  <a:pt x="418" y="119"/>
                </a:lnTo>
                <a:lnTo>
                  <a:pt x="417" y="119"/>
                </a:lnTo>
                <a:lnTo>
                  <a:pt x="417" y="120"/>
                </a:lnTo>
                <a:lnTo>
                  <a:pt x="418" y="120"/>
                </a:lnTo>
                <a:lnTo>
                  <a:pt x="419" y="120"/>
                </a:lnTo>
                <a:lnTo>
                  <a:pt x="419" y="119"/>
                </a:lnTo>
                <a:lnTo>
                  <a:pt x="420" y="119"/>
                </a:lnTo>
                <a:lnTo>
                  <a:pt x="421" y="119"/>
                </a:lnTo>
                <a:lnTo>
                  <a:pt x="422" y="119"/>
                </a:lnTo>
                <a:lnTo>
                  <a:pt x="422" y="118"/>
                </a:lnTo>
                <a:lnTo>
                  <a:pt x="423" y="119"/>
                </a:lnTo>
                <a:lnTo>
                  <a:pt x="424" y="119"/>
                </a:lnTo>
                <a:lnTo>
                  <a:pt x="424" y="120"/>
                </a:lnTo>
                <a:lnTo>
                  <a:pt x="424" y="121"/>
                </a:lnTo>
                <a:lnTo>
                  <a:pt x="424" y="122"/>
                </a:lnTo>
                <a:lnTo>
                  <a:pt x="425" y="122"/>
                </a:lnTo>
                <a:lnTo>
                  <a:pt x="425" y="123"/>
                </a:lnTo>
                <a:lnTo>
                  <a:pt x="425" y="124"/>
                </a:lnTo>
                <a:lnTo>
                  <a:pt x="426" y="125"/>
                </a:lnTo>
                <a:lnTo>
                  <a:pt x="426" y="126"/>
                </a:lnTo>
                <a:lnTo>
                  <a:pt x="427" y="127"/>
                </a:lnTo>
                <a:lnTo>
                  <a:pt x="426" y="127"/>
                </a:lnTo>
                <a:lnTo>
                  <a:pt x="426" y="128"/>
                </a:lnTo>
                <a:lnTo>
                  <a:pt x="427" y="129"/>
                </a:lnTo>
                <a:lnTo>
                  <a:pt x="428" y="129"/>
                </a:lnTo>
                <a:lnTo>
                  <a:pt x="429" y="129"/>
                </a:lnTo>
                <a:lnTo>
                  <a:pt x="430" y="129"/>
                </a:lnTo>
                <a:lnTo>
                  <a:pt x="431" y="129"/>
                </a:lnTo>
                <a:lnTo>
                  <a:pt x="432" y="129"/>
                </a:lnTo>
                <a:lnTo>
                  <a:pt x="432" y="130"/>
                </a:lnTo>
                <a:lnTo>
                  <a:pt x="433" y="130"/>
                </a:lnTo>
                <a:lnTo>
                  <a:pt x="433" y="131"/>
                </a:lnTo>
                <a:lnTo>
                  <a:pt x="433" y="132"/>
                </a:lnTo>
                <a:lnTo>
                  <a:pt x="434" y="132"/>
                </a:lnTo>
                <a:lnTo>
                  <a:pt x="433" y="132"/>
                </a:lnTo>
                <a:lnTo>
                  <a:pt x="433" y="133"/>
                </a:lnTo>
                <a:lnTo>
                  <a:pt x="433" y="134"/>
                </a:lnTo>
                <a:lnTo>
                  <a:pt x="434" y="133"/>
                </a:lnTo>
                <a:lnTo>
                  <a:pt x="434" y="134"/>
                </a:lnTo>
                <a:lnTo>
                  <a:pt x="434" y="135"/>
                </a:lnTo>
                <a:lnTo>
                  <a:pt x="434" y="136"/>
                </a:lnTo>
                <a:lnTo>
                  <a:pt x="434" y="137"/>
                </a:lnTo>
                <a:lnTo>
                  <a:pt x="435" y="137"/>
                </a:lnTo>
                <a:lnTo>
                  <a:pt x="435" y="138"/>
                </a:lnTo>
                <a:lnTo>
                  <a:pt x="434" y="138"/>
                </a:lnTo>
                <a:lnTo>
                  <a:pt x="435" y="138"/>
                </a:lnTo>
                <a:lnTo>
                  <a:pt x="435" y="139"/>
                </a:lnTo>
                <a:lnTo>
                  <a:pt x="435" y="138"/>
                </a:lnTo>
                <a:lnTo>
                  <a:pt x="435" y="139"/>
                </a:lnTo>
                <a:lnTo>
                  <a:pt x="435" y="140"/>
                </a:lnTo>
                <a:lnTo>
                  <a:pt x="434" y="140"/>
                </a:lnTo>
                <a:lnTo>
                  <a:pt x="434" y="141"/>
                </a:lnTo>
                <a:lnTo>
                  <a:pt x="435" y="141"/>
                </a:lnTo>
                <a:lnTo>
                  <a:pt x="436" y="141"/>
                </a:lnTo>
                <a:lnTo>
                  <a:pt x="437" y="142"/>
                </a:lnTo>
                <a:lnTo>
                  <a:pt x="436" y="142"/>
                </a:lnTo>
                <a:lnTo>
                  <a:pt x="437" y="143"/>
                </a:lnTo>
                <a:lnTo>
                  <a:pt x="438" y="143"/>
                </a:lnTo>
                <a:lnTo>
                  <a:pt x="438" y="144"/>
                </a:lnTo>
                <a:lnTo>
                  <a:pt x="438" y="145"/>
                </a:lnTo>
                <a:lnTo>
                  <a:pt x="438" y="146"/>
                </a:lnTo>
                <a:lnTo>
                  <a:pt x="437" y="146"/>
                </a:lnTo>
                <a:lnTo>
                  <a:pt x="437" y="147"/>
                </a:lnTo>
                <a:lnTo>
                  <a:pt x="438" y="148"/>
                </a:lnTo>
                <a:lnTo>
                  <a:pt x="438" y="149"/>
                </a:lnTo>
                <a:lnTo>
                  <a:pt x="437" y="150"/>
                </a:lnTo>
                <a:lnTo>
                  <a:pt x="437" y="151"/>
                </a:lnTo>
                <a:lnTo>
                  <a:pt x="437" y="150"/>
                </a:lnTo>
                <a:lnTo>
                  <a:pt x="436" y="150"/>
                </a:lnTo>
                <a:lnTo>
                  <a:pt x="436" y="152"/>
                </a:lnTo>
                <a:lnTo>
                  <a:pt x="437" y="152"/>
                </a:lnTo>
                <a:lnTo>
                  <a:pt x="437" y="153"/>
                </a:lnTo>
                <a:lnTo>
                  <a:pt x="437" y="154"/>
                </a:lnTo>
                <a:lnTo>
                  <a:pt x="436" y="154"/>
                </a:lnTo>
                <a:lnTo>
                  <a:pt x="436" y="155"/>
                </a:lnTo>
                <a:lnTo>
                  <a:pt x="436" y="156"/>
                </a:lnTo>
                <a:lnTo>
                  <a:pt x="437" y="156"/>
                </a:lnTo>
                <a:lnTo>
                  <a:pt x="437" y="157"/>
                </a:lnTo>
                <a:lnTo>
                  <a:pt x="438" y="157"/>
                </a:lnTo>
                <a:lnTo>
                  <a:pt x="437" y="157"/>
                </a:lnTo>
                <a:lnTo>
                  <a:pt x="437" y="158"/>
                </a:lnTo>
                <a:lnTo>
                  <a:pt x="438" y="158"/>
                </a:lnTo>
                <a:lnTo>
                  <a:pt x="437" y="158"/>
                </a:lnTo>
                <a:lnTo>
                  <a:pt x="437" y="159"/>
                </a:lnTo>
                <a:lnTo>
                  <a:pt x="438" y="160"/>
                </a:lnTo>
                <a:lnTo>
                  <a:pt x="439" y="160"/>
                </a:lnTo>
                <a:lnTo>
                  <a:pt x="439" y="161"/>
                </a:lnTo>
                <a:lnTo>
                  <a:pt x="438" y="161"/>
                </a:lnTo>
                <a:lnTo>
                  <a:pt x="437" y="162"/>
                </a:lnTo>
                <a:lnTo>
                  <a:pt x="437" y="161"/>
                </a:lnTo>
                <a:lnTo>
                  <a:pt x="436" y="162"/>
                </a:lnTo>
                <a:lnTo>
                  <a:pt x="437" y="162"/>
                </a:lnTo>
                <a:lnTo>
                  <a:pt x="438" y="162"/>
                </a:lnTo>
                <a:lnTo>
                  <a:pt x="439" y="162"/>
                </a:lnTo>
                <a:lnTo>
                  <a:pt x="439" y="163"/>
                </a:lnTo>
                <a:lnTo>
                  <a:pt x="440" y="164"/>
                </a:lnTo>
                <a:lnTo>
                  <a:pt x="441" y="164"/>
                </a:lnTo>
                <a:lnTo>
                  <a:pt x="441" y="163"/>
                </a:lnTo>
                <a:lnTo>
                  <a:pt x="442" y="163"/>
                </a:lnTo>
                <a:lnTo>
                  <a:pt x="442" y="164"/>
                </a:lnTo>
                <a:lnTo>
                  <a:pt x="443" y="165"/>
                </a:lnTo>
                <a:lnTo>
                  <a:pt x="442" y="165"/>
                </a:lnTo>
                <a:lnTo>
                  <a:pt x="441" y="165"/>
                </a:lnTo>
                <a:lnTo>
                  <a:pt x="441" y="166"/>
                </a:lnTo>
                <a:lnTo>
                  <a:pt x="441" y="167"/>
                </a:lnTo>
                <a:lnTo>
                  <a:pt x="441" y="166"/>
                </a:lnTo>
                <a:lnTo>
                  <a:pt x="441" y="167"/>
                </a:lnTo>
                <a:lnTo>
                  <a:pt x="441" y="168"/>
                </a:lnTo>
                <a:lnTo>
                  <a:pt x="440" y="168"/>
                </a:lnTo>
                <a:lnTo>
                  <a:pt x="441" y="169"/>
                </a:lnTo>
                <a:lnTo>
                  <a:pt x="440" y="169"/>
                </a:lnTo>
                <a:lnTo>
                  <a:pt x="440" y="170"/>
                </a:lnTo>
                <a:lnTo>
                  <a:pt x="439" y="170"/>
                </a:lnTo>
                <a:lnTo>
                  <a:pt x="439" y="171"/>
                </a:lnTo>
                <a:lnTo>
                  <a:pt x="438" y="171"/>
                </a:lnTo>
                <a:lnTo>
                  <a:pt x="438" y="172"/>
                </a:lnTo>
                <a:lnTo>
                  <a:pt x="439" y="172"/>
                </a:lnTo>
                <a:lnTo>
                  <a:pt x="439" y="173"/>
                </a:lnTo>
                <a:lnTo>
                  <a:pt x="440" y="173"/>
                </a:lnTo>
                <a:lnTo>
                  <a:pt x="440" y="174"/>
                </a:lnTo>
                <a:lnTo>
                  <a:pt x="441" y="175"/>
                </a:lnTo>
                <a:lnTo>
                  <a:pt x="441" y="176"/>
                </a:lnTo>
                <a:lnTo>
                  <a:pt x="441" y="177"/>
                </a:lnTo>
                <a:lnTo>
                  <a:pt x="441" y="178"/>
                </a:lnTo>
                <a:lnTo>
                  <a:pt x="442" y="178"/>
                </a:lnTo>
                <a:lnTo>
                  <a:pt x="442" y="179"/>
                </a:lnTo>
                <a:lnTo>
                  <a:pt x="441" y="179"/>
                </a:lnTo>
                <a:lnTo>
                  <a:pt x="442" y="179"/>
                </a:lnTo>
                <a:lnTo>
                  <a:pt x="442" y="178"/>
                </a:lnTo>
                <a:lnTo>
                  <a:pt x="443" y="179"/>
                </a:lnTo>
                <a:lnTo>
                  <a:pt x="442" y="180"/>
                </a:lnTo>
                <a:lnTo>
                  <a:pt x="441" y="180"/>
                </a:lnTo>
                <a:lnTo>
                  <a:pt x="442" y="180"/>
                </a:lnTo>
                <a:lnTo>
                  <a:pt x="442" y="181"/>
                </a:lnTo>
                <a:lnTo>
                  <a:pt x="441" y="181"/>
                </a:lnTo>
                <a:lnTo>
                  <a:pt x="441" y="182"/>
                </a:lnTo>
                <a:lnTo>
                  <a:pt x="440" y="182"/>
                </a:lnTo>
                <a:lnTo>
                  <a:pt x="439" y="183"/>
                </a:lnTo>
                <a:lnTo>
                  <a:pt x="438" y="183"/>
                </a:lnTo>
                <a:lnTo>
                  <a:pt x="437" y="183"/>
                </a:lnTo>
                <a:lnTo>
                  <a:pt x="436" y="184"/>
                </a:lnTo>
                <a:lnTo>
                  <a:pt x="435" y="184"/>
                </a:lnTo>
                <a:lnTo>
                  <a:pt x="434" y="185"/>
                </a:lnTo>
                <a:lnTo>
                  <a:pt x="434" y="186"/>
                </a:lnTo>
                <a:lnTo>
                  <a:pt x="433" y="186"/>
                </a:lnTo>
                <a:lnTo>
                  <a:pt x="433" y="185"/>
                </a:lnTo>
                <a:lnTo>
                  <a:pt x="432" y="186"/>
                </a:lnTo>
                <a:lnTo>
                  <a:pt x="432" y="187"/>
                </a:lnTo>
                <a:lnTo>
                  <a:pt x="431" y="187"/>
                </a:lnTo>
                <a:lnTo>
                  <a:pt x="431" y="188"/>
                </a:lnTo>
                <a:lnTo>
                  <a:pt x="430" y="188"/>
                </a:lnTo>
                <a:lnTo>
                  <a:pt x="430" y="189"/>
                </a:lnTo>
                <a:lnTo>
                  <a:pt x="429" y="189"/>
                </a:lnTo>
                <a:lnTo>
                  <a:pt x="428" y="189"/>
                </a:lnTo>
                <a:lnTo>
                  <a:pt x="428" y="191"/>
                </a:lnTo>
                <a:lnTo>
                  <a:pt x="427" y="191"/>
                </a:lnTo>
                <a:lnTo>
                  <a:pt x="428" y="192"/>
                </a:lnTo>
                <a:lnTo>
                  <a:pt x="429" y="192"/>
                </a:lnTo>
                <a:lnTo>
                  <a:pt x="429" y="193"/>
                </a:lnTo>
                <a:lnTo>
                  <a:pt x="429" y="194"/>
                </a:lnTo>
                <a:lnTo>
                  <a:pt x="430" y="194"/>
                </a:lnTo>
                <a:lnTo>
                  <a:pt x="431" y="194"/>
                </a:lnTo>
                <a:lnTo>
                  <a:pt x="432" y="194"/>
                </a:lnTo>
                <a:lnTo>
                  <a:pt x="433" y="194"/>
                </a:lnTo>
                <a:lnTo>
                  <a:pt x="433" y="195"/>
                </a:lnTo>
                <a:lnTo>
                  <a:pt x="433" y="196"/>
                </a:lnTo>
                <a:lnTo>
                  <a:pt x="433" y="197"/>
                </a:lnTo>
                <a:lnTo>
                  <a:pt x="432" y="197"/>
                </a:lnTo>
                <a:lnTo>
                  <a:pt x="432" y="198"/>
                </a:lnTo>
                <a:lnTo>
                  <a:pt x="431" y="198"/>
                </a:lnTo>
                <a:lnTo>
                  <a:pt x="432" y="199"/>
                </a:lnTo>
                <a:lnTo>
                  <a:pt x="432" y="200"/>
                </a:lnTo>
                <a:lnTo>
                  <a:pt x="432" y="201"/>
                </a:lnTo>
                <a:lnTo>
                  <a:pt x="431" y="201"/>
                </a:lnTo>
                <a:lnTo>
                  <a:pt x="431" y="202"/>
                </a:lnTo>
                <a:lnTo>
                  <a:pt x="431" y="203"/>
                </a:lnTo>
                <a:lnTo>
                  <a:pt x="431" y="204"/>
                </a:lnTo>
                <a:lnTo>
                  <a:pt x="431" y="205"/>
                </a:lnTo>
                <a:lnTo>
                  <a:pt x="430" y="205"/>
                </a:lnTo>
                <a:lnTo>
                  <a:pt x="429" y="205"/>
                </a:lnTo>
                <a:lnTo>
                  <a:pt x="428" y="204"/>
                </a:lnTo>
                <a:lnTo>
                  <a:pt x="428" y="205"/>
                </a:lnTo>
                <a:lnTo>
                  <a:pt x="427" y="205"/>
                </a:lnTo>
                <a:lnTo>
                  <a:pt x="427" y="204"/>
                </a:lnTo>
                <a:lnTo>
                  <a:pt x="426" y="204"/>
                </a:lnTo>
                <a:lnTo>
                  <a:pt x="426" y="205"/>
                </a:lnTo>
                <a:lnTo>
                  <a:pt x="425" y="205"/>
                </a:lnTo>
                <a:lnTo>
                  <a:pt x="424" y="205"/>
                </a:lnTo>
                <a:lnTo>
                  <a:pt x="423" y="206"/>
                </a:lnTo>
                <a:lnTo>
                  <a:pt x="422" y="206"/>
                </a:lnTo>
                <a:lnTo>
                  <a:pt x="422" y="207"/>
                </a:lnTo>
                <a:lnTo>
                  <a:pt x="422" y="206"/>
                </a:lnTo>
                <a:lnTo>
                  <a:pt x="421" y="206"/>
                </a:lnTo>
                <a:lnTo>
                  <a:pt x="421" y="207"/>
                </a:lnTo>
                <a:lnTo>
                  <a:pt x="420" y="207"/>
                </a:lnTo>
                <a:lnTo>
                  <a:pt x="420" y="208"/>
                </a:lnTo>
                <a:lnTo>
                  <a:pt x="419" y="208"/>
                </a:lnTo>
                <a:lnTo>
                  <a:pt x="418" y="208"/>
                </a:lnTo>
                <a:lnTo>
                  <a:pt x="417" y="209"/>
                </a:lnTo>
                <a:lnTo>
                  <a:pt x="416" y="208"/>
                </a:lnTo>
                <a:lnTo>
                  <a:pt x="415" y="208"/>
                </a:lnTo>
                <a:lnTo>
                  <a:pt x="414" y="208"/>
                </a:lnTo>
                <a:lnTo>
                  <a:pt x="413" y="208"/>
                </a:lnTo>
                <a:lnTo>
                  <a:pt x="413" y="207"/>
                </a:lnTo>
                <a:lnTo>
                  <a:pt x="413" y="208"/>
                </a:lnTo>
                <a:lnTo>
                  <a:pt x="412" y="208"/>
                </a:lnTo>
                <a:lnTo>
                  <a:pt x="411" y="208"/>
                </a:lnTo>
                <a:lnTo>
                  <a:pt x="411" y="209"/>
                </a:lnTo>
                <a:lnTo>
                  <a:pt x="410" y="209"/>
                </a:lnTo>
                <a:lnTo>
                  <a:pt x="410" y="210"/>
                </a:lnTo>
                <a:lnTo>
                  <a:pt x="410" y="211"/>
                </a:lnTo>
                <a:lnTo>
                  <a:pt x="411" y="211"/>
                </a:lnTo>
                <a:lnTo>
                  <a:pt x="411" y="212"/>
                </a:lnTo>
                <a:lnTo>
                  <a:pt x="410" y="212"/>
                </a:lnTo>
                <a:lnTo>
                  <a:pt x="409" y="212"/>
                </a:lnTo>
                <a:lnTo>
                  <a:pt x="408" y="212"/>
                </a:lnTo>
                <a:lnTo>
                  <a:pt x="408" y="213"/>
                </a:lnTo>
                <a:lnTo>
                  <a:pt x="407" y="214"/>
                </a:lnTo>
                <a:lnTo>
                  <a:pt x="407" y="215"/>
                </a:lnTo>
                <a:lnTo>
                  <a:pt x="407" y="216"/>
                </a:lnTo>
                <a:lnTo>
                  <a:pt x="408" y="216"/>
                </a:lnTo>
                <a:lnTo>
                  <a:pt x="408" y="217"/>
                </a:lnTo>
                <a:lnTo>
                  <a:pt x="407" y="217"/>
                </a:lnTo>
                <a:lnTo>
                  <a:pt x="406" y="217"/>
                </a:lnTo>
                <a:lnTo>
                  <a:pt x="405" y="217"/>
                </a:lnTo>
                <a:lnTo>
                  <a:pt x="406" y="217"/>
                </a:lnTo>
                <a:lnTo>
                  <a:pt x="405" y="216"/>
                </a:lnTo>
                <a:lnTo>
                  <a:pt x="405" y="215"/>
                </a:lnTo>
                <a:lnTo>
                  <a:pt x="404" y="215"/>
                </a:lnTo>
                <a:lnTo>
                  <a:pt x="404" y="216"/>
                </a:lnTo>
                <a:lnTo>
                  <a:pt x="404" y="215"/>
                </a:lnTo>
                <a:lnTo>
                  <a:pt x="403" y="216"/>
                </a:lnTo>
                <a:lnTo>
                  <a:pt x="403" y="215"/>
                </a:lnTo>
                <a:lnTo>
                  <a:pt x="402" y="215"/>
                </a:lnTo>
                <a:lnTo>
                  <a:pt x="401" y="215"/>
                </a:lnTo>
                <a:lnTo>
                  <a:pt x="401" y="216"/>
                </a:lnTo>
                <a:lnTo>
                  <a:pt x="400" y="215"/>
                </a:lnTo>
                <a:lnTo>
                  <a:pt x="400" y="216"/>
                </a:lnTo>
                <a:lnTo>
                  <a:pt x="400" y="215"/>
                </a:lnTo>
                <a:lnTo>
                  <a:pt x="400" y="216"/>
                </a:lnTo>
                <a:lnTo>
                  <a:pt x="399" y="215"/>
                </a:lnTo>
                <a:lnTo>
                  <a:pt x="398" y="215"/>
                </a:lnTo>
                <a:lnTo>
                  <a:pt x="398" y="216"/>
                </a:lnTo>
                <a:lnTo>
                  <a:pt x="397" y="217"/>
                </a:lnTo>
                <a:lnTo>
                  <a:pt x="396" y="217"/>
                </a:lnTo>
                <a:lnTo>
                  <a:pt x="396" y="218"/>
                </a:lnTo>
                <a:lnTo>
                  <a:pt x="395" y="217"/>
                </a:lnTo>
                <a:lnTo>
                  <a:pt x="394" y="216"/>
                </a:lnTo>
                <a:lnTo>
                  <a:pt x="393" y="216"/>
                </a:lnTo>
                <a:lnTo>
                  <a:pt x="393" y="217"/>
                </a:lnTo>
                <a:lnTo>
                  <a:pt x="392" y="217"/>
                </a:lnTo>
                <a:lnTo>
                  <a:pt x="392" y="218"/>
                </a:lnTo>
                <a:lnTo>
                  <a:pt x="391" y="219"/>
                </a:lnTo>
                <a:lnTo>
                  <a:pt x="390" y="219"/>
                </a:lnTo>
                <a:lnTo>
                  <a:pt x="389" y="219"/>
                </a:lnTo>
                <a:lnTo>
                  <a:pt x="388" y="219"/>
                </a:lnTo>
                <a:lnTo>
                  <a:pt x="388" y="220"/>
                </a:lnTo>
                <a:lnTo>
                  <a:pt x="387" y="220"/>
                </a:lnTo>
                <a:lnTo>
                  <a:pt x="386" y="219"/>
                </a:lnTo>
                <a:lnTo>
                  <a:pt x="386" y="220"/>
                </a:lnTo>
                <a:lnTo>
                  <a:pt x="385" y="220"/>
                </a:lnTo>
                <a:lnTo>
                  <a:pt x="385" y="221"/>
                </a:lnTo>
                <a:lnTo>
                  <a:pt x="384" y="221"/>
                </a:lnTo>
                <a:lnTo>
                  <a:pt x="383" y="222"/>
                </a:lnTo>
                <a:lnTo>
                  <a:pt x="382" y="222"/>
                </a:lnTo>
                <a:lnTo>
                  <a:pt x="382" y="223"/>
                </a:lnTo>
                <a:lnTo>
                  <a:pt x="381" y="223"/>
                </a:lnTo>
                <a:lnTo>
                  <a:pt x="381" y="224"/>
                </a:lnTo>
                <a:lnTo>
                  <a:pt x="380" y="224"/>
                </a:lnTo>
                <a:lnTo>
                  <a:pt x="380" y="226"/>
                </a:lnTo>
                <a:lnTo>
                  <a:pt x="380" y="227"/>
                </a:lnTo>
                <a:lnTo>
                  <a:pt x="379" y="227"/>
                </a:lnTo>
                <a:lnTo>
                  <a:pt x="379" y="228"/>
                </a:lnTo>
                <a:lnTo>
                  <a:pt x="380" y="228"/>
                </a:lnTo>
                <a:lnTo>
                  <a:pt x="380" y="229"/>
                </a:lnTo>
                <a:lnTo>
                  <a:pt x="379" y="230"/>
                </a:lnTo>
                <a:lnTo>
                  <a:pt x="379" y="231"/>
                </a:lnTo>
                <a:lnTo>
                  <a:pt x="378" y="231"/>
                </a:lnTo>
                <a:lnTo>
                  <a:pt x="377" y="231"/>
                </a:lnTo>
                <a:lnTo>
                  <a:pt x="377" y="232"/>
                </a:lnTo>
                <a:lnTo>
                  <a:pt x="377" y="233"/>
                </a:lnTo>
                <a:lnTo>
                  <a:pt x="376" y="234"/>
                </a:lnTo>
                <a:lnTo>
                  <a:pt x="375" y="234"/>
                </a:lnTo>
                <a:lnTo>
                  <a:pt x="374" y="233"/>
                </a:lnTo>
                <a:lnTo>
                  <a:pt x="373" y="232"/>
                </a:lnTo>
                <a:lnTo>
                  <a:pt x="373" y="231"/>
                </a:lnTo>
                <a:lnTo>
                  <a:pt x="372" y="231"/>
                </a:lnTo>
                <a:lnTo>
                  <a:pt x="371" y="231"/>
                </a:lnTo>
                <a:lnTo>
                  <a:pt x="370" y="232"/>
                </a:lnTo>
                <a:lnTo>
                  <a:pt x="370" y="231"/>
                </a:lnTo>
                <a:lnTo>
                  <a:pt x="369" y="230"/>
                </a:lnTo>
                <a:lnTo>
                  <a:pt x="368" y="229"/>
                </a:lnTo>
                <a:lnTo>
                  <a:pt x="367" y="228"/>
                </a:lnTo>
                <a:lnTo>
                  <a:pt x="366" y="228"/>
                </a:lnTo>
                <a:lnTo>
                  <a:pt x="365" y="228"/>
                </a:lnTo>
                <a:lnTo>
                  <a:pt x="365" y="227"/>
                </a:lnTo>
                <a:lnTo>
                  <a:pt x="365" y="228"/>
                </a:lnTo>
                <a:lnTo>
                  <a:pt x="364" y="228"/>
                </a:lnTo>
                <a:lnTo>
                  <a:pt x="363" y="227"/>
                </a:lnTo>
                <a:lnTo>
                  <a:pt x="363" y="225"/>
                </a:lnTo>
                <a:lnTo>
                  <a:pt x="363" y="224"/>
                </a:lnTo>
                <a:lnTo>
                  <a:pt x="362" y="224"/>
                </a:lnTo>
                <a:lnTo>
                  <a:pt x="362" y="223"/>
                </a:lnTo>
                <a:lnTo>
                  <a:pt x="362" y="222"/>
                </a:lnTo>
                <a:lnTo>
                  <a:pt x="362" y="221"/>
                </a:lnTo>
                <a:lnTo>
                  <a:pt x="362" y="220"/>
                </a:lnTo>
                <a:lnTo>
                  <a:pt x="362" y="219"/>
                </a:lnTo>
                <a:lnTo>
                  <a:pt x="361" y="219"/>
                </a:lnTo>
                <a:lnTo>
                  <a:pt x="361" y="220"/>
                </a:lnTo>
                <a:lnTo>
                  <a:pt x="360" y="220"/>
                </a:lnTo>
                <a:lnTo>
                  <a:pt x="359" y="219"/>
                </a:lnTo>
                <a:lnTo>
                  <a:pt x="360" y="219"/>
                </a:lnTo>
                <a:lnTo>
                  <a:pt x="360" y="218"/>
                </a:lnTo>
                <a:lnTo>
                  <a:pt x="359" y="218"/>
                </a:lnTo>
                <a:lnTo>
                  <a:pt x="359" y="217"/>
                </a:lnTo>
                <a:lnTo>
                  <a:pt x="358" y="217"/>
                </a:lnTo>
                <a:lnTo>
                  <a:pt x="357" y="217"/>
                </a:lnTo>
                <a:lnTo>
                  <a:pt x="357" y="216"/>
                </a:lnTo>
                <a:lnTo>
                  <a:pt x="357" y="215"/>
                </a:lnTo>
                <a:lnTo>
                  <a:pt x="356" y="215"/>
                </a:lnTo>
                <a:lnTo>
                  <a:pt x="356" y="216"/>
                </a:lnTo>
                <a:lnTo>
                  <a:pt x="355" y="216"/>
                </a:lnTo>
                <a:lnTo>
                  <a:pt x="355" y="217"/>
                </a:lnTo>
                <a:lnTo>
                  <a:pt x="355" y="218"/>
                </a:lnTo>
                <a:lnTo>
                  <a:pt x="354" y="219"/>
                </a:lnTo>
                <a:lnTo>
                  <a:pt x="352" y="220"/>
                </a:lnTo>
                <a:lnTo>
                  <a:pt x="352" y="221"/>
                </a:lnTo>
                <a:lnTo>
                  <a:pt x="351" y="221"/>
                </a:lnTo>
                <a:lnTo>
                  <a:pt x="351" y="220"/>
                </a:lnTo>
                <a:lnTo>
                  <a:pt x="350" y="220"/>
                </a:lnTo>
                <a:lnTo>
                  <a:pt x="349" y="221"/>
                </a:lnTo>
                <a:lnTo>
                  <a:pt x="348" y="222"/>
                </a:lnTo>
                <a:lnTo>
                  <a:pt x="348" y="223"/>
                </a:lnTo>
                <a:lnTo>
                  <a:pt x="347" y="224"/>
                </a:lnTo>
                <a:lnTo>
                  <a:pt x="346" y="224"/>
                </a:lnTo>
                <a:lnTo>
                  <a:pt x="345" y="224"/>
                </a:lnTo>
                <a:lnTo>
                  <a:pt x="345" y="225"/>
                </a:lnTo>
                <a:lnTo>
                  <a:pt x="344" y="225"/>
                </a:lnTo>
                <a:lnTo>
                  <a:pt x="343" y="225"/>
                </a:lnTo>
                <a:lnTo>
                  <a:pt x="342" y="226"/>
                </a:lnTo>
                <a:lnTo>
                  <a:pt x="341" y="227"/>
                </a:lnTo>
                <a:lnTo>
                  <a:pt x="341" y="228"/>
                </a:lnTo>
                <a:lnTo>
                  <a:pt x="340" y="228"/>
                </a:lnTo>
                <a:lnTo>
                  <a:pt x="339" y="228"/>
                </a:lnTo>
                <a:lnTo>
                  <a:pt x="339" y="227"/>
                </a:lnTo>
                <a:lnTo>
                  <a:pt x="339" y="226"/>
                </a:lnTo>
                <a:lnTo>
                  <a:pt x="339" y="225"/>
                </a:lnTo>
                <a:lnTo>
                  <a:pt x="338" y="224"/>
                </a:lnTo>
                <a:lnTo>
                  <a:pt x="337" y="225"/>
                </a:lnTo>
                <a:lnTo>
                  <a:pt x="337" y="226"/>
                </a:lnTo>
                <a:lnTo>
                  <a:pt x="336" y="227"/>
                </a:lnTo>
                <a:lnTo>
                  <a:pt x="335" y="227"/>
                </a:lnTo>
                <a:lnTo>
                  <a:pt x="333" y="227"/>
                </a:lnTo>
                <a:lnTo>
                  <a:pt x="333" y="228"/>
                </a:lnTo>
                <a:lnTo>
                  <a:pt x="333" y="229"/>
                </a:lnTo>
                <a:lnTo>
                  <a:pt x="335" y="230"/>
                </a:lnTo>
                <a:lnTo>
                  <a:pt x="336" y="230"/>
                </a:lnTo>
                <a:lnTo>
                  <a:pt x="336" y="231"/>
                </a:lnTo>
                <a:lnTo>
                  <a:pt x="336" y="232"/>
                </a:lnTo>
                <a:lnTo>
                  <a:pt x="336" y="233"/>
                </a:lnTo>
                <a:lnTo>
                  <a:pt x="336" y="234"/>
                </a:lnTo>
                <a:lnTo>
                  <a:pt x="336" y="235"/>
                </a:lnTo>
                <a:lnTo>
                  <a:pt x="336" y="236"/>
                </a:lnTo>
                <a:lnTo>
                  <a:pt x="337" y="237"/>
                </a:lnTo>
                <a:lnTo>
                  <a:pt x="336" y="237"/>
                </a:lnTo>
                <a:lnTo>
                  <a:pt x="336" y="238"/>
                </a:lnTo>
                <a:lnTo>
                  <a:pt x="335" y="238"/>
                </a:lnTo>
                <a:lnTo>
                  <a:pt x="333" y="238"/>
                </a:lnTo>
                <a:lnTo>
                  <a:pt x="333" y="237"/>
                </a:lnTo>
                <a:lnTo>
                  <a:pt x="333" y="238"/>
                </a:lnTo>
                <a:lnTo>
                  <a:pt x="333" y="239"/>
                </a:lnTo>
                <a:lnTo>
                  <a:pt x="333" y="240"/>
                </a:lnTo>
                <a:lnTo>
                  <a:pt x="332" y="240"/>
                </a:lnTo>
                <a:lnTo>
                  <a:pt x="332" y="241"/>
                </a:lnTo>
                <a:lnTo>
                  <a:pt x="332" y="242"/>
                </a:lnTo>
                <a:lnTo>
                  <a:pt x="331" y="242"/>
                </a:lnTo>
                <a:lnTo>
                  <a:pt x="331" y="241"/>
                </a:lnTo>
                <a:lnTo>
                  <a:pt x="330" y="242"/>
                </a:lnTo>
                <a:lnTo>
                  <a:pt x="330" y="243"/>
                </a:lnTo>
                <a:lnTo>
                  <a:pt x="329" y="243"/>
                </a:lnTo>
                <a:lnTo>
                  <a:pt x="329" y="242"/>
                </a:lnTo>
                <a:lnTo>
                  <a:pt x="329" y="243"/>
                </a:lnTo>
                <a:lnTo>
                  <a:pt x="328" y="242"/>
                </a:lnTo>
                <a:lnTo>
                  <a:pt x="328" y="243"/>
                </a:lnTo>
                <a:lnTo>
                  <a:pt x="327" y="243"/>
                </a:lnTo>
                <a:lnTo>
                  <a:pt x="326" y="243"/>
                </a:lnTo>
                <a:lnTo>
                  <a:pt x="326" y="244"/>
                </a:lnTo>
                <a:lnTo>
                  <a:pt x="327" y="245"/>
                </a:lnTo>
                <a:lnTo>
                  <a:pt x="326" y="245"/>
                </a:lnTo>
                <a:lnTo>
                  <a:pt x="326" y="246"/>
                </a:lnTo>
                <a:lnTo>
                  <a:pt x="325" y="246"/>
                </a:lnTo>
                <a:lnTo>
                  <a:pt x="324" y="247"/>
                </a:lnTo>
                <a:lnTo>
                  <a:pt x="323" y="246"/>
                </a:lnTo>
                <a:lnTo>
                  <a:pt x="322" y="246"/>
                </a:lnTo>
                <a:lnTo>
                  <a:pt x="321" y="246"/>
                </a:lnTo>
                <a:lnTo>
                  <a:pt x="321" y="245"/>
                </a:lnTo>
                <a:lnTo>
                  <a:pt x="320" y="245"/>
                </a:lnTo>
                <a:lnTo>
                  <a:pt x="320" y="246"/>
                </a:lnTo>
                <a:lnTo>
                  <a:pt x="320" y="245"/>
                </a:lnTo>
                <a:lnTo>
                  <a:pt x="319" y="245"/>
                </a:lnTo>
                <a:lnTo>
                  <a:pt x="318" y="245"/>
                </a:lnTo>
                <a:lnTo>
                  <a:pt x="318" y="246"/>
                </a:lnTo>
                <a:lnTo>
                  <a:pt x="317" y="247"/>
                </a:lnTo>
                <a:lnTo>
                  <a:pt x="317" y="248"/>
                </a:lnTo>
                <a:lnTo>
                  <a:pt x="317" y="249"/>
                </a:lnTo>
                <a:lnTo>
                  <a:pt x="318" y="249"/>
                </a:lnTo>
                <a:lnTo>
                  <a:pt x="318" y="250"/>
                </a:lnTo>
                <a:lnTo>
                  <a:pt x="317" y="250"/>
                </a:lnTo>
                <a:lnTo>
                  <a:pt x="317" y="251"/>
                </a:lnTo>
                <a:lnTo>
                  <a:pt x="318" y="251"/>
                </a:lnTo>
                <a:lnTo>
                  <a:pt x="317" y="252"/>
                </a:lnTo>
                <a:lnTo>
                  <a:pt x="316" y="252"/>
                </a:lnTo>
                <a:lnTo>
                  <a:pt x="316" y="251"/>
                </a:lnTo>
                <a:lnTo>
                  <a:pt x="315" y="251"/>
                </a:lnTo>
                <a:lnTo>
                  <a:pt x="315" y="250"/>
                </a:lnTo>
                <a:lnTo>
                  <a:pt x="315" y="249"/>
                </a:lnTo>
                <a:lnTo>
                  <a:pt x="314" y="249"/>
                </a:lnTo>
                <a:lnTo>
                  <a:pt x="314" y="248"/>
                </a:lnTo>
                <a:lnTo>
                  <a:pt x="313" y="247"/>
                </a:lnTo>
                <a:lnTo>
                  <a:pt x="312" y="247"/>
                </a:lnTo>
                <a:lnTo>
                  <a:pt x="312" y="248"/>
                </a:lnTo>
                <a:lnTo>
                  <a:pt x="311" y="248"/>
                </a:lnTo>
                <a:lnTo>
                  <a:pt x="310" y="248"/>
                </a:lnTo>
                <a:lnTo>
                  <a:pt x="310" y="249"/>
                </a:lnTo>
                <a:lnTo>
                  <a:pt x="310" y="250"/>
                </a:lnTo>
                <a:lnTo>
                  <a:pt x="310" y="251"/>
                </a:lnTo>
                <a:lnTo>
                  <a:pt x="309" y="251"/>
                </a:lnTo>
                <a:lnTo>
                  <a:pt x="308" y="252"/>
                </a:lnTo>
                <a:lnTo>
                  <a:pt x="308" y="253"/>
                </a:lnTo>
                <a:lnTo>
                  <a:pt x="309" y="253"/>
                </a:lnTo>
                <a:lnTo>
                  <a:pt x="310" y="253"/>
                </a:lnTo>
                <a:lnTo>
                  <a:pt x="309" y="254"/>
                </a:lnTo>
                <a:lnTo>
                  <a:pt x="310" y="254"/>
                </a:lnTo>
                <a:lnTo>
                  <a:pt x="310" y="255"/>
                </a:lnTo>
                <a:lnTo>
                  <a:pt x="310" y="256"/>
                </a:lnTo>
                <a:lnTo>
                  <a:pt x="310" y="257"/>
                </a:lnTo>
                <a:lnTo>
                  <a:pt x="310" y="258"/>
                </a:lnTo>
                <a:lnTo>
                  <a:pt x="309" y="258"/>
                </a:lnTo>
                <a:lnTo>
                  <a:pt x="310" y="259"/>
                </a:lnTo>
                <a:lnTo>
                  <a:pt x="311" y="260"/>
                </a:lnTo>
                <a:lnTo>
                  <a:pt x="312" y="260"/>
                </a:lnTo>
                <a:lnTo>
                  <a:pt x="313" y="260"/>
                </a:lnTo>
                <a:lnTo>
                  <a:pt x="314" y="260"/>
                </a:lnTo>
                <a:lnTo>
                  <a:pt x="314" y="259"/>
                </a:lnTo>
                <a:lnTo>
                  <a:pt x="315" y="259"/>
                </a:lnTo>
                <a:lnTo>
                  <a:pt x="315" y="258"/>
                </a:lnTo>
                <a:lnTo>
                  <a:pt x="316" y="259"/>
                </a:lnTo>
                <a:lnTo>
                  <a:pt x="316" y="260"/>
                </a:lnTo>
                <a:lnTo>
                  <a:pt x="317" y="260"/>
                </a:lnTo>
                <a:lnTo>
                  <a:pt x="317" y="261"/>
                </a:lnTo>
                <a:lnTo>
                  <a:pt x="317" y="262"/>
                </a:lnTo>
                <a:lnTo>
                  <a:pt x="317" y="263"/>
                </a:lnTo>
                <a:lnTo>
                  <a:pt x="317" y="264"/>
                </a:lnTo>
                <a:lnTo>
                  <a:pt x="318" y="264"/>
                </a:lnTo>
                <a:lnTo>
                  <a:pt x="318" y="265"/>
                </a:lnTo>
                <a:lnTo>
                  <a:pt x="318" y="266"/>
                </a:lnTo>
                <a:lnTo>
                  <a:pt x="317" y="266"/>
                </a:lnTo>
                <a:lnTo>
                  <a:pt x="317" y="267"/>
                </a:lnTo>
                <a:lnTo>
                  <a:pt x="318" y="267"/>
                </a:lnTo>
                <a:lnTo>
                  <a:pt x="318" y="268"/>
                </a:lnTo>
                <a:lnTo>
                  <a:pt x="318" y="269"/>
                </a:lnTo>
                <a:lnTo>
                  <a:pt x="318" y="270"/>
                </a:lnTo>
                <a:lnTo>
                  <a:pt x="319" y="270"/>
                </a:lnTo>
                <a:lnTo>
                  <a:pt x="319" y="271"/>
                </a:lnTo>
                <a:lnTo>
                  <a:pt x="320" y="272"/>
                </a:lnTo>
                <a:lnTo>
                  <a:pt x="320" y="273"/>
                </a:lnTo>
                <a:lnTo>
                  <a:pt x="320" y="274"/>
                </a:lnTo>
                <a:lnTo>
                  <a:pt x="319" y="275"/>
                </a:lnTo>
                <a:lnTo>
                  <a:pt x="318" y="275"/>
                </a:lnTo>
                <a:lnTo>
                  <a:pt x="318" y="276"/>
                </a:lnTo>
                <a:lnTo>
                  <a:pt x="317" y="276"/>
                </a:lnTo>
                <a:lnTo>
                  <a:pt x="318" y="276"/>
                </a:lnTo>
                <a:lnTo>
                  <a:pt x="317" y="277"/>
                </a:lnTo>
                <a:lnTo>
                  <a:pt x="317" y="278"/>
                </a:lnTo>
                <a:lnTo>
                  <a:pt x="317" y="279"/>
                </a:lnTo>
                <a:lnTo>
                  <a:pt x="317" y="281"/>
                </a:lnTo>
                <a:lnTo>
                  <a:pt x="317" y="282"/>
                </a:lnTo>
                <a:lnTo>
                  <a:pt x="318" y="282"/>
                </a:lnTo>
                <a:lnTo>
                  <a:pt x="318" y="283"/>
                </a:lnTo>
                <a:lnTo>
                  <a:pt x="318" y="282"/>
                </a:lnTo>
                <a:lnTo>
                  <a:pt x="319" y="282"/>
                </a:lnTo>
                <a:lnTo>
                  <a:pt x="319" y="283"/>
                </a:lnTo>
                <a:lnTo>
                  <a:pt x="320" y="283"/>
                </a:lnTo>
                <a:lnTo>
                  <a:pt x="321" y="283"/>
                </a:lnTo>
                <a:lnTo>
                  <a:pt x="321" y="284"/>
                </a:lnTo>
                <a:lnTo>
                  <a:pt x="320" y="285"/>
                </a:lnTo>
                <a:lnTo>
                  <a:pt x="321" y="285"/>
                </a:lnTo>
                <a:lnTo>
                  <a:pt x="322" y="285"/>
                </a:lnTo>
                <a:lnTo>
                  <a:pt x="322" y="286"/>
                </a:lnTo>
                <a:lnTo>
                  <a:pt x="323" y="286"/>
                </a:lnTo>
                <a:lnTo>
                  <a:pt x="324" y="286"/>
                </a:lnTo>
                <a:lnTo>
                  <a:pt x="323" y="287"/>
                </a:lnTo>
                <a:lnTo>
                  <a:pt x="323" y="288"/>
                </a:lnTo>
                <a:lnTo>
                  <a:pt x="323" y="289"/>
                </a:lnTo>
                <a:lnTo>
                  <a:pt x="322" y="289"/>
                </a:lnTo>
                <a:lnTo>
                  <a:pt x="322" y="290"/>
                </a:lnTo>
                <a:lnTo>
                  <a:pt x="321" y="291"/>
                </a:lnTo>
                <a:lnTo>
                  <a:pt x="321" y="292"/>
                </a:lnTo>
                <a:lnTo>
                  <a:pt x="320" y="292"/>
                </a:lnTo>
                <a:lnTo>
                  <a:pt x="320" y="293"/>
                </a:lnTo>
                <a:lnTo>
                  <a:pt x="319" y="294"/>
                </a:lnTo>
                <a:lnTo>
                  <a:pt x="319" y="295"/>
                </a:lnTo>
                <a:lnTo>
                  <a:pt x="318" y="295"/>
                </a:lnTo>
                <a:lnTo>
                  <a:pt x="317" y="295"/>
                </a:lnTo>
                <a:lnTo>
                  <a:pt x="316" y="295"/>
                </a:lnTo>
                <a:lnTo>
                  <a:pt x="316" y="296"/>
                </a:lnTo>
                <a:lnTo>
                  <a:pt x="316" y="297"/>
                </a:lnTo>
                <a:lnTo>
                  <a:pt x="315" y="297"/>
                </a:lnTo>
                <a:lnTo>
                  <a:pt x="314" y="298"/>
                </a:lnTo>
                <a:lnTo>
                  <a:pt x="313" y="299"/>
                </a:lnTo>
                <a:lnTo>
                  <a:pt x="313" y="300"/>
                </a:lnTo>
                <a:lnTo>
                  <a:pt x="312" y="300"/>
                </a:lnTo>
                <a:lnTo>
                  <a:pt x="312" y="301"/>
                </a:lnTo>
                <a:lnTo>
                  <a:pt x="312" y="302"/>
                </a:lnTo>
                <a:lnTo>
                  <a:pt x="312" y="303"/>
                </a:lnTo>
                <a:lnTo>
                  <a:pt x="312" y="304"/>
                </a:lnTo>
                <a:lnTo>
                  <a:pt x="312" y="305"/>
                </a:lnTo>
                <a:lnTo>
                  <a:pt x="313" y="306"/>
                </a:lnTo>
                <a:lnTo>
                  <a:pt x="312" y="306"/>
                </a:lnTo>
                <a:lnTo>
                  <a:pt x="311" y="307"/>
                </a:lnTo>
                <a:lnTo>
                  <a:pt x="310" y="307"/>
                </a:lnTo>
                <a:lnTo>
                  <a:pt x="309" y="307"/>
                </a:lnTo>
                <a:lnTo>
                  <a:pt x="308" y="308"/>
                </a:lnTo>
                <a:lnTo>
                  <a:pt x="307" y="309"/>
                </a:lnTo>
                <a:lnTo>
                  <a:pt x="306" y="310"/>
                </a:lnTo>
                <a:lnTo>
                  <a:pt x="305" y="310"/>
                </a:lnTo>
                <a:lnTo>
                  <a:pt x="304" y="311"/>
                </a:lnTo>
                <a:lnTo>
                  <a:pt x="304" y="312"/>
                </a:lnTo>
                <a:lnTo>
                  <a:pt x="303" y="313"/>
                </a:lnTo>
                <a:lnTo>
                  <a:pt x="303" y="314"/>
                </a:lnTo>
                <a:lnTo>
                  <a:pt x="302" y="314"/>
                </a:lnTo>
                <a:lnTo>
                  <a:pt x="301" y="314"/>
                </a:lnTo>
                <a:lnTo>
                  <a:pt x="301" y="313"/>
                </a:lnTo>
                <a:lnTo>
                  <a:pt x="301" y="312"/>
                </a:lnTo>
                <a:lnTo>
                  <a:pt x="301" y="313"/>
                </a:lnTo>
                <a:lnTo>
                  <a:pt x="300" y="313"/>
                </a:lnTo>
                <a:lnTo>
                  <a:pt x="299" y="312"/>
                </a:lnTo>
                <a:lnTo>
                  <a:pt x="298" y="313"/>
                </a:lnTo>
                <a:lnTo>
                  <a:pt x="297" y="313"/>
                </a:lnTo>
                <a:lnTo>
                  <a:pt x="297" y="314"/>
                </a:lnTo>
                <a:lnTo>
                  <a:pt x="296" y="314"/>
                </a:lnTo>
                <a:lnTo>
                  <a:pt x="296" y="315"/>
                </a:lnTo>
                <a:lnTo>
                  <a:pt x="295" y="315"/>
                </a:lnTo>
                <a:lnTo>
                  <a:pt x="294" y="315"/>
                </a:lnTo>
                <a:lnTo>
                  <a:pt x="293" y="314"/>
                </a:lnTo>
                <a:lnTo>
                  <a:pt x="292" y="314"/>
                </a:lnTo>
                <a:lnTo>
                  <a:pt x="292" y="315"/>
                </a:lnTo>
                <a:lnTo>
                  <a:pt x="291" y="315"/>
                </a:lnTo>
                <a:lnTo>
                  <a:pt x="290" y="315"/>
                </a:lnTo>
                <a:lnTo>
                  <a:pt x="289" y="315"/>
                </a:lnTo>
                <a:lnTo>
                  <a:pt x="289" y="316"/>
                </a:lnTo>
                <a:lnTo>
                  <a:pt x="288" y="316"/>
                </a:lnTo>
                <a:lnTo>
                  <a:pt x="287" y="316"/>
                </a:lnTo>
                <a:lnTo>
                  <a:pt x="287" y="317"/>
                </a:lnTo>
                <a:lnTo>
                  <a:pt x="286" y="317"/>
                </a:lnTo>
                <a:lnTo>
                  <a:pt x="287" y="318"/>
                </a:lnTo>
                <a:lnTo>
                  <a:pt x="286" y="318"/>
                </a:lnTo>
                <a:lnTo>
                  <a:pt x="285" y="318"/>
                </a:lnTo>
                <a:lnTo>
                  <a:pt x="285" y="317"/>
                </a:lnTo>
                <a:lnTo>
                  <a:pt x="284" y="317"/>
                </a:lnTo>
                <a:lnTo>
                  <a:pt x="283" y="317"/>
                </a:lnTo>
                <a:lnTo>
                  <a:pt x="282" y="317"/>
                </a:lnTo>
                <a:lnTo>
                  <a:pt x="281" y="317"/>
                </a:lnTo>
                <a:lnTo>
                  <a:pt x="280" y="318"/>
                </a:lnTo>
                <a:lnTo>
                  <a:pt x="279" y="318"/>
                </a:lnTo>
                <a:lnTo>
                  <a:pt x="279" y="319"/>
                </a:lnTo>
                <a:lnTo>
                  <a:pt x="278" y="320"/>
                </a:lnTo>
                <a:lnTo>
                  <a:pt x="277" y="320"/>
                </a:lnTo>
                <a:lnTo>
                  <a:pt x="277" y="321"/>
                </a:lnTo>
                <a:lnTo>
                  <a:pt x="276" y="322"/>
                </a:lnTo>
                <a:lnTo>
                  <a:pt x="275" y="323"/>
                </a:lnTo>
                <a:lnTo>
                  <a:pt x="274" y="324"/>
                </a:lnTo>
                <a:lnTo>
                  <a:pt x="274" y="325"/>
                </a:lnTo>
                <a:lnTo>
                  <a:pt x="273" y="326"/>
                </a:lnTo>
                <a:lnTo>
                  <a:pt x="273" y="327"/>
                </a:lnTo>
                <a:lnTo>
                  <a:pt x="272" y="327"/>
                </a:lnTo>
                <a:lnTo>
                  <a:pt x="271" y="328"/>
                </a:lnTo>
                <a:lnTo>
                  <a:pt x="271" y="329"/>
                </a:lnTo>
                <a:lnTo>
                  <a:pt x="270" y="330"/>
                </a:lnTo>
                <a:lnTo>
                  <a:pt x="270" y="329"/>
                </a:lnTo>
                <a:lnTo>
                  <a:pt x="269" y="329"/>
                </a:lnTo>
                <a:lnTo>
                  <a:pt x="269" y="330"/>
                </a:lnTo>
                <a:lnTo>
                  <a:pt x="269" y="331"/>
                </a:lnTo>
                <a:lnTo>
                  <a:pt x="268" y="331"/>
                </a:lnTo>
                <a:lnTo>
                  <a:pt x="268" y="332"/>
                </a:lnTo>
                <a:lnTo>
                  <a:pt x="267" y="333"/>
                </a:lnTo>
                <a:lnTo>
                  <a:pt x="267" y="334"/>
                </a:lnTo>
                <a:lnTo>
                  <a:pt x="267" y="335"/>
                </a:lnTo>
                <a:lnTo>
                  <a:pt x="267" y="336"/>
                </a:lnTo>
                <a:lnTo>
                  <a:pt x="267" y="337"/>
                </a:lnTo>
                <a:lnTo>
                  <a:pt x="267" y="338"/>
                </a:lnTo>
                <a:lnTo>
                  <a:pt x="268" y="338"/>
                </a:lnTo>
                <a:lnTo>
                  <a:pt x="268" y="339"/>
                </a:lnTo>
                <a:lnTo>
                  <a:pt x="269" y="340"/>
                </a:lnTo>
                <a:lnTo>
                  <a:pt x="269" y="341"/>
                </a:lnTo>
                <a:lnTo>
                  <a:pt x="268" y="341"/>
                </a:lnTo>
                <a:lnTo>
                  <a:pt x="266" y="342"/>
                </a:lnTo>
                <a:lnTo>
                  <a:pt x="266" y="343"/>
                </a:lnTo>
                <a:lnTo>
                  <a:pt x="265" y="344"/>
                </a:lnTo>
                <a:lnTo>
                  <a:pt x="265" y="345"/>
                </a:lnTo>
                <a:lnTo>
                  <a:pt x="264" y="345"/>
                </a:lnTo>
                <a:lnTo>
                  <a:pt x="264" y="346"/>
                </a:lnTo>
                <a:lnTo>
                  <a:pt x="264" y="347"/>
                </a:lnTo>
                <a:lnTo>
                  <a:pt x="264" y="348"/>
                </a:lnTo>
                <a:lnTo>
                  <a:pt x="266" y="349"/>
                </a:lnTo>
                <a:lnTo>
                  <a:pt x="266" y="350"/>
                </a:lnTo>
                <a:lnTo>
                  <a:pt x="267" y="351"/>
                </a:lnTo>
                <a:lnTo>
                  <a:pt x="268" y="351"/>
                </a:lnTo>
                <a:lnTo>
                  <a:pt x="267" y="352"/>
                </a:lnTo>
                <a:lnTo>
                  <a:pt x="268" y="352"/>
                </a:lnTo>
                <a:lnTo>
                  <a:pt x="269" y="353"/>
                </a:lnTo>
                <a:lnTo>
                  <a:pt x="269" y="354"/>
                </a:lnTo>
                <a:lnTo>
                  <a:pt x="269" y="355"/>
                </a:lnTo>
                <a:lnTo>
                  <a:pt x="269" y="356"/>
                </a:lnTo>
                <a:lnTo>
                  <a:pt x="269" y="357"/>
                </a:lnTo>
                <a:lnTo>
                  <a:pt x="268" y="359"/>
                </a:lnTo>
                <a:lnTo>
                  <a:pt x="267" y="359"/>
                </a:lnTo>
                <a:lnTo>
                  <a:pt x="267" y="360"/>
                </a:lnTo>
                <a:lnTo>
                  <a:pt x="267" y="361"/>
                </a:lnTo>
                <a:lnTo>
                  <a:pt x="266" y="361"/>
                </a:lnTo>
                <a:lnTo>
                  <a:pt x="267" y="361"/>
                </a:lnTo>
                <a:lnTo>
                  <a:pt x="267" y="362"/>
                </a:lnTo>
                <a:lnTo>
                  <a:pt x="268" y="362"/>
                </a:lnTo>
                <a:lnTo>
                  <a:pt x="269" y="362"/>
                </a:lnTo>
                <a:lnTo>
                  <a:pt x="269" y="363"/>
                </a:lnTo>
                <a:lnTo>
                  <a:pt x="270" y="363"/>
                </a:lnTo>
                <a:lnTo>
                  <a:pt x="270" y="364"/>
                </a:lnTo>
                <a:lnTo>
                  <a:pt x="270" y="365"/>
                </a:lnTo>
                <a:lnTo>
                  <a:pt x="271" y="365"/>
                </a:lnTo>
                <a:lnTo>
                  <a:pt x="271" y="366"/>
                </a:lnTo>
                <a:lnTo>
                  <a:pt x="272" y="367"/>
                </a:lnTo>
                <a:lnTo>
                  <a:pt x="271" y="367"/>
                </a:lnTo>
                <a:lnTo>
                  <a:pt x="271" y="368"/>
                </a:lnTo>
                <a:lnTo>
                  <a:pt x="272" y="368"/>
                </a:lnTo>
                <a:lnTo>
                  <a:pt x="272" y="369"/>
                </a:lnTo>
                <a:lnTo>
                  <a:pt x="273" y="369"/>
                </a:lnTo>
                <a:lnTo>
                  <a:pt x="274" y="369"/>
                </a:lnTo>
                <a:lnTo>
                  <a:pt x="275" y="369"/>
                </a:lnTo>
                <a:lnTo>
                  <a:pt x="276" y="369"/>
                </a:lnTo>
                <a:lnTo>
                  <a:pt x="275" y="370"/>
                </a:lnTo>
                <a:lnTo>
                  <a:pt x="276" y="370"/>
                </a:lnTo>
                <a:lnTo>
                  <a:pt x="277" y="370"/>
                </a:lnTo>
                <a:lnTo>
                  <a:pt x="276" y="370"/>
                </a:lnTo>
                <a:lnTo>
                  <a:pt x="275" y="370"/>
                </a:lnTo>
                <a:lnTo>
                  <a:pt x="275" y="371"/>
                </a:lnTo>
                <a:lnTo>
                  <a:pt x="275" y="372"/>
                </a:lnTo>
                <a:lnTo>
                  <a:pt x="274" y="373"/>
                </a:lnTo>
                <a:lnTo>
                  <a:pt x="273" y="374"/>
                </a:lnTo>
                <a:lnTo>
                  <a:pt x="273" y="375"/>
                </a:lnTo>
                <a:lnTo>
                  <a:pt x="272" y="375"/>
                </a:lnTo>
                <a:lnTo>
                  <a:pt x="272" y="376"/>
                </a:lnTo>
                <a:lnTo>
                  <a:pt x="272" y="377"/>
                </a:lnTo>
                <a:lnTo>
                  <a:pt x="273" y="377"/>
                </a:lnTo>
                <a:lnTo>
                  <a:pt x="273" y="378"/>
                </a:lnTo>
                <a:lnTo>
                  <a:pt x="273" y="379"/>
                </a:lnTo>
                <a:lnTo>
                  <a:pt x="272" y="379"/>
                </a:lnTo>
                <a:lnTo>
                  <a:pt x="272" y="380"/>
                </a:lnTo>
                <a:lnTo>
                  <a:pt x="271" y="380"/>
                </a:lnTo>
                <a:lnTo>
                  <a:pt x="271" y="381"/>
                </a:lnTo>
                <a:lnTo>
                  <a:pt x="270" y="381"/>
                </a:lnTo>
                <a:lnTo>
                  <a:pt x="270" y="380"/>
                </a:lnTo>
                <a:lnTo>
                  <a:pt x="269" y="380"/>
                </a:lnTo>
                <a:lnTo>
                  <a:pt x="268" y="381"/>
                </a:lnTo>
                <a:lnTo>
                  <a:pt x="268" y="380"/>
                </a:lnTo>
                <a:lnTo>
                  <a:pt x="268" y="379"/>
                </a:lnTo>
                <a:lnTo>
                  <a:pt x="268" y="378"/>
                </a:lnTo>
                <a:lnTo>
                  <a:pt x="268" y="377"/>
                </a:lnTo>
                <a:lnTo>
                  <a:pt x="267" y="378"/>
                </a:lnTo>
                <a:lnTo>
                  <a:pt x="267" y="377"/>
                </a:lnTo>
                <a:lnTo>
                  <a:pt x="266" y="377"/>
                </a:lnTo>
                <a:lnTo>
                  <a:pt x="265" y="377"/>
                </a:lnTo>
                <a:lnTo>
                  <a:pt x="265" y="376"/>
                </a:lnTo>
                <a:lnTo>
                  <a:pt x="264" y="377"/>
                </a:lnTo>
                <a:lnTo>
                  <a:pt x="264" y="378"/>
                </a:lnTo>
                <a:lnTo>
                  <a:pt x="264" y="379"/>
                </a:lnTo>
                <a:lnTo>
                  <a:pt x="263" y="379"/>
                </a:lnTo>
                <a:lnTo>
                  <a:pt x="263" y="380"/>
                </a:lnTo>
                <a:lnTo>
                  <a:pt x="262" y="380"/>
                </a:lnTo>
                <a:lnTo>
                  <a:pt x="262" y="381"/>
                </a:lnTo>
                <a:lnTo>
                  <a:pt x="263" y="381"/>
                </a:lnTo>
                <a:lnTo>
                  <a:pt x="263" y="382"/>
                </a:lnTo>
                <a:lnTo>
                  <a:pt x="263" y="381"/>
                </a:lnTo>
                <a:lnTo>
                  <a:pt x="262" y="381"/>
                </a:lnTo>
                <a:lnTo>
                  <a:pt x="262" y="382"/>
                </a:lnTo>
                <a:lnTo>
                  <a:pt x="261" y="382"/>
                </a:lnTo>
                <a:lnTo>
                  <a:pt x="260" y="382"/>
                </a:lnTo>
                <a:lnTo>
                  <a:pt x="261" y="382"/>
                </a:lnTo>
                <a:lnTo>
                  <a:pt x="261" y="383"/>
                </a:lnTo>
                <a:lnTo>
                  <a:pt x="260" y="383"/>
                </a:lnTo>
                <a:lnTo>
                  <a:pt x="260" y="382"/>
                </a:lnTo>
                <a:lnTo>
                  <a:pt x="259" y="383"/>
                </a:lnTo>
                <a:lnTo>
                  <a:pt x="259" y="384"/>
                </a:lnTo>
                <a:lnTo>
                  <a:pt x="258" y="385"/>
                </a:lnTo>
                <a:lnTo>
                  <a:pt x="257" y="386"/>
                </a:lnTo>
                <a:lnTo>
                  <a:pt x="258" y="386"/>
                </a:lnTo>
                <a:lnTo>
                  <a:pt x="257" y="387"/>
                </a:lnTo>
                <a:lnTo>
                  <a:pt x="256" y="387"/>
                </a:lnTo>
                <a:lnTo>
                  <a:pt x="255" y="388"/>
                </a:lnTo>
                <a:lnTo>
                  <a:pt x="256" y="388"/>
                </a:lnTo>
                <a:lnTo>
                  <a:pt x="256" y="389"/>
                </a:lnTo>
                <a:lnTo>
                  <a:pt x="256" y="390"/>
                </a:lnTo>
                <a:lnTo>
                  <a:pt x="255" y="390"/>
                </a:lnTo>
                <a:lnTo>
                  <a:pt x="254" y="390"/>
                </a:lnTo>
                <a:lnTo>
                  <a:pt x="254" y="391"/>
                </a:lnTo>
                <a:lnTo>
                  <a:pt x="253" y="391"/>
                </a:lnTo>
                <a:lnTo>
                  <a:pt x="253" y="392"/>
                </a:lnTo>
                <a:lnTo>
                  <a:pt x="254" y="393"/>
                </a:lnTo>
                <a:lnTo>
                  <a:pt x="253" y="394"/>
                </a:lnTo>
                <a:lnTo>
                  <a:pt x="253" y="395"/>
                </a:lnTo>
                <a:lnTo>
                  <a:pt x="253" y="396"/>
                </a:lnTo>
                <a:lnTo>
                  <a:pt x="253" y="397"/>
                </a:lnTo>
                <a:lnTo>
                  <a:pt x="252" y="397"/>
                </a:lnTo>
                <a:lnTo>
                  <a:pt x="253" y="397"/>
                </a:lnTo>
                <a:lnTo>
                  <a:pt x="254" y="397"/>
                </a:lnTo>
                <a:lnTo>
                  <a:pt x="254" y="398"/>
                </a:lnTo>
                <a:lnTo>
                  <a:pt x="253" y="398"/>
                </a:lnTo>
                <a:lnTo>
                  <a:pt x="254" y="398"/>
                </a:lnTo>
                <a:lnTo>
                  <a:pt x="254" y="399"/>
                </a:lnTo>
                <a:lnTo>
                  <a:pt x="254" y="400"/>
                </a:lnTo>
                <a:lnTo>
                  <a:pt x="253" y="400"/>
                </a:lnTo>
                <a:lnTo>
                  <a:pt x="253" y="401"/>
                </a:lnTo>
                <a:lnTo>
                  <a:pt x="254" y="401"/>
                </a:lnTo>
                <a:lnTo>
                  <a:pt x="255" y="401"/>
                </a:lnTo>
                <a:lnTo>
                  <a:pt x="255" y="402"/>
                </a:lnTo>
                <a:lnTo>
                  <a:pt x="256" y="402"/>
                </a:lnTo>
                <a:lnTo>
                  <a:pt x="255" y="401"/>
                </a:lnTo>
                <a:lnTo>
                  <a:pt x="256" y="401"/>
                </a:lnTo>
                <a:lnTo>
                  <a:pt x="256" y="402"/>
                </a:lnTo>
                <a:lnTo>
                  <a:pt x="257" y="402"/>
                </a:lnTo>
                <a:lnTo>
                  <a:pt x="258" y="401"/>
                </a:lnTo>
                <a:lnTo>
                  <a:pt x="259" y="401"/>
                </a:lnTo>
                <a:lnTo>
                  <a:pt x="260" y="401"/>
                </a:lnTo>
                <a:lnTo>
                  <a:pt x="260" y="400"/>
                </a:lnTo>
                <a:lnTo>
                  <a:pt x="261" y="400"/>
                </a:lnTo>
                <a:lnTo>
                  <a:pt x="261" y="401"/>
                </a:lnTo>
                <a:lnTo>
                  <a:pt x="261" y="402"/>
                </a:lnTo>
                <a:lnTo>
                  <a:pt x="261" y="403"/>
                </a:lnTo>
                <a:lnTo>
                  <a:pt x="261" y="404"/>
                </a:lnTo>
                <a:lnTo>
                  <a:pt x="262" y="405"/>
                </a:lnTo>
                <a:lnTo>
                  <a:pt x="262" y="406"/>
                </a:lnTo>
                <a:lnTo>
                  <a:pt x="262" y="407"/>
                </a:lnTo>
                <a:lnTo>
                  <a:pt x="261" y="407"/>
                </a:lnTo>
                <a:lnTo>
                  <a:pt x="261" y="408"/>
                </a:lnTo>
                <a:lnTo>
                  <a:pt x="260" y="408"/>
                </a:lnTo>
                <a:lnTo>
                  <a:pt x="260" y="409"/>
                </a:lnTo>
                <a:lnTo>
                  <a:pt x="259" y="409"/>
                </a:lnTo>
                <a:lnTo>
                  <a:pt x="258" y="410"/>
                </a:lnTo>
                <a:lnTo>
                  <a:pt x="258" y="411"/>
                </a:lnTo>
                <a:lnTo>
                  <a:pt x="257" y="411"/>
                </a:lnTo>
                <a:lnTo>
                  <a:pt x="256" y="411"/>
                </a:lnTo>
                <a:lnTo>
                  <a:pt x="256" y="412"/>
                </a:lnTo>
                <a:lnTo>
                  <a:pt x="256" y="413"/>
                </a:lnTo>
                <a:lnTo>
                  <a:pt x="255" y="413"/>
                </a:lnTo>
                <a:lnTo>
                  <a:pt x="254" y="413"/>
                </a:lnTo>
                <a:lnTo>
                  <a:pt x="255" y="413"/>
                </a:lnTo>
                <a:lnTo>
                  <a:pt x="254" y="413"/>
                </a:lnTo>
                <a:lnTo>
                  <a:pt x="254" y="414"/>
                </a:lnTo>
                <a:lnTo>
                  <a:pt x="254" y="415"/>
                </a:lnTo>
                <a:lnTo>
                  <a:pt x="254" y="414"/>
                </a:lnTo>
                <a:lnTo>
                  <a:pt x="253" y="414"/>
                </a:lnTo>
                <a:lnTo>
                  <a:pt x="253" y="415"/>
                </a:lnTo>
                <a:lnTo>
                  <a:pt x="252" y="416"/>
                </a:lnTo>
                <a:lnTo>
                  <a:pt x="252" y="417"/>
                </a:lnTo>
                <a:lnTo>
                  <a:pt x="251" y="418"/>
                </a:lnTo>
                <a:lnTo>
                  <a:pt x="250" y="418"/>
                </a:lnTo>
                <a:lnTo>
                  <a:pt x="250" y="419"/>
                </a:lnTo>
                <a:lnTo>
                  <a:pt x="251" y="420"/>
                </a:lnTo>
                <a:lnTo>
                  <a:pt x="251" y="421"/>
                </a:lnTo>
                <a:lnTo>
                  <a:pt x="251" y="422"/>
                </a:lnTo>
                <a:lnTo>
                  <a:pt x="250" y="422"/>
                </a:lnTo>
                <a:lnTo>
                  <a:pt x="249" y="422"/>
                </a:lnTo>
                <a:lnTo>
                  <a:pt x="248" y="423"/>
                </a:lnTo>
                <a:lnTo>
                  <a:pt x="247" y="423"/>
                </a:lnTo>
                <a:lnTo>
                  <a:pt x="247" y="424"/>
                </a:lnTo>
                <a:lnTo>
                  <a:pt x="246" y="424"/>
                </a:lnTo>
                <a:lnTo>
                  <a:pt x="246" y="425"/>
                </a:lnTo>
                <a:lnTo>
                  <a:pt x="245" y="425"/>
                </a:lnTo>
                <a:lnTo>
                  <a:pt x="245" y="426"/>
                </a:lnTo>
                <a:lnTo>
                  <a:pt x="244" y="427"/>
                </a:lnTo>
                <a:lnTo>
                  <a:pt x="244" y="426"/>
                </a:lnTo>
                <a:lnTo>
                  <a:pt x="243" y="427"/>
                </a:lnTo>
                <a:lnTo>
                  <a:pt x="242" y="427"/>
                </a:lnTo>
                <a:lnTo>
                  <a:pt x="241" y="427"/>
                </a:lnTo>
                <a:lnTo>
                  <a:pt x="241" y="428"/>
                </a:lnTo>
                <a:lnTo>
                  <a:pt x="240" y="428"/>
                </a:lnTo>
                <a:lnTo>
                  <a:pt x="239" y="428"/>
                </a:lnTo>
                <a:lnTo>
                  <a:pt x="239" y="429"/>
                </a:lnTo>
                <a:lnTo>
                  <a:pt x="239" y="428"/>
                </a:lnTo>
                <a:lnTo>
                  <a:pt x="238" y="428"/>
                </a:lnTo>
                <a:lnTo>
                  <a:pt x="237" y="428"/>
                </a:lnTo>
                <a:lnTo>
                  <a:pt x="236" y="428"/>
                </a:lnTo>
                <a:lnTo>
                  <a:pt x="235" y="428"/>
                </a:lnTo>
                <a:lnTo>
                  <a:pt x="234" y="429"/>
                </a:lnTo>
                <a:lnTo>
                  <a:pt x="234" y="430"/>
                </a:lnTo>
                <a:lnTo>
                  <a:pt x="233" y="430"/>
                </a:lnTo>
                <a:lnTo>
                  <a:pt x="233" y="431"/>
                </a:lnTo>
                <a:lnTo>
                  <a:pt x="232" y="431"/>
                </a:lnTo>
                <a:lnTo>
                  <a:pt x="231" y="431"/>
                </a:lnTo>
                <a:lnTo>
                  <a:pt x="231" y="432"/>
                </a:lnTo>
                <a:lnTo>
                  <a:pt x="230" y="432"/>
                </a:lnTo>
                <a:lnTo>
                  <a:pt x="230" y="433"/>
                </a:lnTo>
                <a:lnTo>
                  <a:pt x="230" y="434"/>
                </a:lnTo>
                <a:lnTo>
                  <a:pt x="230" y="435"/>
                </a:lnTo>
                <a:lnTo>
                  <a:pt x="230" y="436"/>
                </a:lnTo>
                <a:lnTo>
                  <a:pt x="231" y="436"/>
                </a:lnTo>
                <a:lnTo>
                  <a:pt x="231" y="437"/>
                </a:lnTo>
                <a:lnTo>
                  <a:pt x="232" y="437"/>
                </a:lnTo>
                <a:lnTo>
                  <a:pt x="232" y="438"/>
                </a:lnTo>
                <a:lnTo>
                  <a:pt x="232" y="439"/>
                </a:lnTo>
                <a:lnTo>
                  <a:pt x="233" y="439"/>
                </a:lnTo>
                <a:lnTo>
                  <a:pt x="233" y="440"/>
                </a:lnTo>
                <a:lnTo>
                  <a:pt x="234" y="440"/>
                </a:lnTo>
                <a:lnTo>
                  <a:pt x="234" y="441"/>
                </a:lnTo>
                <a:lnTo>
                  <a:pt x="234" y="442"/>
                </a:lnTo>
                <a:lnTo>
                  <a:pt x="234" y="443"/>
                </a:lnTo>
                <a:lnTo>
                  <a:pt x="234" y="444"/>
                </a:lnTo>
                <a:lnTo>
                  <a:pt x="233" y="444"/>
                </a:lnTo>
                <a:lnTo>
                  <a:pt x="233" y="443"/>
                </a:lnTo>
                <a:lnTo>
                  <a:pt x="233" y="442"/>
                </a:lnTo>
                <a:lnTo>
                  <a:pt x="232" y="442"/>
                </a:lnTo>
                <a:lnTo>
                  <a:pt x="231" y="443"/>
                </a:lnTo>
                <a:lnTo>
                  <a:pt x="230" y="443"/>
                </a:lnTo>
                <a:lnTo>
                  <a:pt x="229" y="443"/>
                </a:lnTo>
                <a:lnTo>
                  <a:pt x="229" y="444"/>
                </a:lnTo>
                <a:lnTo>
                  <a:pt x="229" y="445"/>
                </a:lnTo>
                <a:lnTo>
                  <a:pt x="228" y="445"/>
                </a:lnTo>
                <a:lnTo>
                  <a:pt x="229" y="445"/>
                </a:lnTo>
                <a:lnTo>
                  <a:pt x="229" y="446"/>
                </a:lnTo>
                <a:lnTo>
                  <a:pt x="228" y="446"/>
                </a:lnTo>
                <a:lnTo>
                  <a:pt x="228" y="447"/>
                </a:lnTo>
                <a:lnTo>
                  <a:pt x="228" y="448"/>
                </a:lnTo>
                <a:lnTo>
                  <a:pt x="228" y="449"/>
                </a:lnTo>
                <a:lnTo>
                  <a:pt x="227" y="449"/>
                </a:lnTo>
                <a:lnTo>
                  <a:pt x="226" y="449"/>
                </a:lnTo>
                <a:lnTo>
                  <a:pt x="225" y="449"/>
                </a:lnTo>
                <a:lnTo>
                  <a:pt x="224" y="448"/>
                </a:lnTo>
                <a:lnTo>
                  <a:pt x="224" y="449"/>
                </a:lnTo>
                <a:lnTo>
                  <a:pt x="224" y="450"/>
                </a:lnTo>
                <a:lnTo>
                  <a:pt x="224" y="449"/>
                </a:lnTo>
                <a:lnTo>
                  <a:pt x="223" y="449"/>
                </a:lnTo>
                <a:lnTo>
                  <a:pt x="223" y="450"/>
                </a:lnTo>
                <a:lnTo>
                  <a:pt x="223" y="451"/>
                </a:lnTo>
                <a:lnTo>
                  <a:pt x="224" y="451"/>
                </a:lnTo>
                <a:lnTo>
                  <a:pt x="224" y="452"/>
                </a:lnTo>
                <a:lnTo>
                  <a:pt x="223" y="452"/>
                </a:lnTo>
                <a:lnTo>
                  <a:pt x="224" y="453"/>
                </a:lnTo>
                <a:lnTo>
                  <a:pt x="223" y="453"/>
                </a:lnTo>
                <a:lnTo>
                  <a:pt x="224" y="454"/>
                </a:lnTo>
                <a:lnTo>
                  <a:pt x="224" y="455"/>
                </a:lnTo>
                <a:lnTo>
                  <a:pt x="224" y="456"/>
                </a:lnTo>
                <a:lnTo>
                  <a:pt x="224" y="455"/>
                </a:lnTo>
                <a:lnTo>
                  <a:pt x="223" y="455"/>
                </a:lnTo>
                <a:lnTo>
                  <a:pt x="223" y="456"/>
                </a:lnTo>
                <a:lnTo>
                  <a:pt x="222" y="456"/>
                </a:lnTo>
                <a:lnTo>
                  <a:pt x="222" y="457"/>
                </a:lnTo>
                <a:lnTo>
                  <a:pt x="222" y="458"/>
                </a:lnTo>
                <a:lnTo>
                  <a:pt x="222" y="459"/>
                </a:lnTo>
                <a:lnTo>
                  <a:pt x="223" y="459"/>
                </a:lnTo>
                <a:lnTo>
                  <a:pt x="223" y="460"/>
                </a:lnTo>
                <a:lnTo>
                  <a:pt x="223" y="461"/>
                </a:lnTo>
                <a:lnTo>
                  <a:pt x="223" y="462"/>
                </a:lnTo>
                <a:lnTo>
                  <a:pt x="223" y="463"/>
                </a:lnTo>
                <a:lnTo>
                  <a:pt x="224" y="463"/>
                </a:lnTo>
                <a:lnTo>
                  <a:pt x="223" y="463"/>
                </a:lnTo>
                <a:lnTo>
                  <a:pt x="223" y="464"/>
                </a:lnTo>
                <a:lnTo>
                  <a:pt x="223" y="465"/>
                </a:lnTo>
                <a:lnTo>
                  <a:pt x="222" y="465"/>
                </a:lnTo>
                <a:lnTo>
                  <a:pt x="222" y="464"/>
                </a:lnTo>
                <a:lnTo>
                  <a:pt x="221" y="465"/>
                </a:lnTo>
                <a:lnTo>
                  <a:pt x="221" y="468"/>
                </a:lnTo>
                <a:lnTo>
                  <a:pt x="220" y="468"/>
                </a:lnTo>
                <a:lnTo>
                  <a:pt x="220" y="469"/>
                </a:lnTo>
                <a:lnTo>
                  <a:pt x="219" y="469"/>
                </a:lnTo>
                <a:lnTo>
                  <a:pt x="219" y="470"/>
                </a:lnTo>
                <a:lnTo>
                  <a:pt x="218" y="470"/>
                </a:lnTo>
                <a:lnTo>
                  <a:pt x="218" y="471"/>
                </a:lnTo>
                <a:lnTo>
                  <a:pt x="219" y="471"/>
                </a:lnTo>
                <a:lnTo>
                  <a:pt x="219" y="472"/>
                </a:lnTo>
                <a:lnTo>
                  <a:pt x="218" y="472"/>
                </a:lnTo>
                <a:lnTo>
                  <a:pt x="219" y="472"/>
                </a:lnTo>
                <a:lnTo>
                  <a:pt x="220" y="472"/>
                </a:lnTo>
                <a:lnTo>
                  <a:pt x="219" y="472"/>
                </a:lnTo>
                <a:lnTo>
                  <a:pt x="219" y="474"/>
                </a:lnTo>
                <a:lnTo>
                  <a:pt x="219" y="475"/>
                </a:lnTo>
                <a:lnTo>
                  <a:pt x="220" y="476"/>
                </a:lnTo>
                <a:lnTo>
                  <a:pt x="220" y="477"/>
                </a:lnTo>
                <a:lnTo>
                  <a:pt x="220" y="478"/>
                </a:lnTo>
                <a:lnTo>
                  <a:pt x="219" y="478"/>
                </a:lnTo>
                <a:lnTo>
                  <a:pt x="218" y="478"/>
                </a:lnTo>
                <a:lnTo>
                  <a:pt x="218" y="479"/>
                </a:lnTo>
                <a:lnTo>
                  <a:pt x="218" y="480"/>
                </a:lnTo>
                <a:lnTo>
                  <a:pt x="219" y="480"/>
                </a:lnTo>
                <a:lnTo>
                  <a:pt x="218" y="480"/>
                </a:lnTo>
                <a:lnTo>
                  <a:pt x="218" y="481"/>
                </a:lnTo>
                <a:lnTo>
                  <a:pt x="217" y="482"/>
                </a:lnTo>
                <a:lnTo>
                  <a:pt x="218" y="483"/>
                </a:lnTo>
                <a:lnTo>
                  <a:pt x="218" y="484"/>
                </a:lnTo>
                <a:lnTo>
                  <a:pt x="218" y="485"/>
                </a:lnTo>
                <a:lnTo>
                  <a:pt x="217" y="485"/>
                </a:lnTo>
                <a:lnTo>
                  <a:pt x="218" y="485"/>
                </a:lnTo>
                <a:lnTo>
                  <a:pt x="218" y="486"/>
                </a:lnTo>
                <a:lnTo>
                  <a:pt x="218" y="487"/>
                </a:lnTo>
                <a:lnTo>
                  <a:pt x="218" y="488"/>
                </a:lnTo>
                <a:lnTo>
                  <a:pt x="219" y="488"/>
                </a:lnTo>
                <a:lnTo>
                  <a:pt x="218" y="489"/>
                </a:lnTo>
                <a:lnTo>
                  <a:pt x="218" y="490"/>
                </a:lnTo>
                <a:lnTo>
                  <a:pt x="217" y="491"/>
                </a:lnTo>
                <a:lnTo>
                  <a:pt x="217" y="490"/>
                </a:lnTo>
                <a:lnTo>
                  <a:pt x="216" y="490"/>
                </a:lnTo>
                <a:lnTo>
                  <a:pt x="216" y="491"/>
                </a:lnTo>
                <a:lnTo>
                  <a:pt x="215" y="491"/>
                </a:lnTo>
                <a:lnTo>
                  <a:pt x="214" y="491"/>
                </a:lnTo>
                <a:lnTo>
                  <a:pt x="213" y="491"/>
                </a:lnTo>
                <a:lnTo>
                  <a:pt x="213" y="492"/>
                </a:lnTo>
                <a:lnTo>
                  <a:pt x="214" y="493"/>
                </a:lnTo>
                <a:lnTo>
                  <a:pt x="213" y="494"/>
                </a:lnTo>
                <a:lnTo>
                  <a:pt x="213" y="495"/>
                </a:lnTo>
                <a:lnTo>
                  <a:pt x="212" y="495"/>
                </a:lnTo>
                <a:lnTo>
                  <a:pt x="212" y="496"/>
                </a:lnTo>
                <a:lnTo>
                  <a:pt x="211" y="496"/>
                </a:lnTo>
                <a:lnTo>
                  <a:pt x="211" y="497"/>
                </a:lnTo>
                <a:lnTo>
                  <a:pt x="210" y="497"/>
                </a:lnTo>
                <a:lnTo>
                  <a:pt x="209" y="497"/>
                </a:lnTo>
                <a:lnTo>
                  <a:pt x="208" y="498"/>
                </a:lnTo>
                <a:lnTo>
                  <a:pt x="207" y="499"/>
                </a:lnTo>
                <a:lnTo>
                  <a:pt x="207" y="498"/>
                </a:lnTo>
                <a:lnTo>
                  <a:pt x="206" y="498"/>
                </a:lnTo>
                <a:lnTo>
                  <a:pt x="206" y="499"/>
                </a:lnTo>
                <a:lnTo>
                  <a:pt x="205" y="499"/>
                </a:lnTo>
                <a:lnTo>
                  <a:pt x="205" y="500"/>
                </a:lnTo>
                <a:lnTo>
                  <a:pt x="205" y="501"/>
                </a:lnTo>
                <a:lnTo>
                  <a:pt x="205" y="502"/>
                </a:lnTo>
                <a:lnTo>
                  <a:pt x="205" y="503"/>
                </a:lnTo>
                <a:lnTo>
                  <a:pt x="205" y="504"/>
                </a:lnTo>
                <a:lnTo>
                  <a:pt x="204" y="504"/>
                </a:lnTo>
                <a:lnTo>
                  <a:pt x="205" y="505"/>
                </a:lnTo>
                <a:lnTo>
                  <a:pt x="206" y="505"/>
                </a:lnTo>
                <a:lnTo>
                  <a:pt x="207" y="505"/>
                </a:lnTo>
                <a:lnTo>
                  <a:pt x="207" y="506"/>
                </a:lnTo>
                <a:lnTo>
                  <a:pt x="208" y="506"/>
                </a:lnTo>
                <a:lnTo>
                  <a:pt x="208" y="507"/>
                </a:lnTo>
                <a:lnTo>
                  <a:pt x="208" y="508"/>
                </a:lnTo>
                <a:lnTo>
                  <a:pt x="207" y="508"/>
                </a:lnTo>
                <a:lnTo>
                  <a:pt x="206" y="508"/>
                </a:lnTo>
                <a:lnTo>
                  <a:pt x="207" y="508"/>
                </a:lnTo>
                <a:lnTo>
                  <a:pt x="207" y="509"/>
                </a:lnTo>
                <a:lnTo>
                  <a:pt x="207" y="510"/>
                </a:lnTo>
                <a:lnTo>
                  <a:pt x="208" y="510"/>
                </a:lnTo>
                <a:lnTo>
                  <a:pt x="207" y="510"/>
                </a:lnTo>
                <a:lnTo>
                  <a:pt x="207" y="511"/>
                </a:lnTo>
                <a:lnTo>
                  <a:pt x="207" y="512"/>
                </a:lnTo>
                <a:lnTo>
                  <a:pt x="208" y="512"/>
                </a:lnTo>
                <a:lnTo>
                  <a:pt x="208" y="511"/>
                </a:lnTo>
                <a:lnTo>
                  <a:pt x="209" y="512"/>
                </a:lnTo>
                <a:lnTo>
                  <a:pt x="210" y="512"/>
                </a:lnTo>
                <a:lnTo>
                  <a:pt x="210" y="513"/>
                </a:lnTo>
                <a:lnTo>
                  <a:pt x="210" y="514"/>
                </a:lnTo>
                <a:lnTo>
                  <a:pt x="211" y="514"/>
                </a:lnTo>
                <a:lnTo>
                  <a:pt x="211" y="515"/>
                </a:lnTo>
                <a:lnTo>
                  <a:pt x="211" y="516"/>
                </a:lnTo>
                <a:lnTo>
                  <a:pt x="211" y="517"/>
                </a:lnTo>
                <a:lnTo>
                  <a:pt x="210" y="516"/>
                </a:lnTo>
                <a:lnTo>
                  <a:pt x="209" y="516"/>
                </a:lnTo>
                <a:lnTo>
                  <a:pt x="209" y="517"/>
                </a:lnTo>
                <a:lnTo>
                  <a:pt x="208" y="517"/>
                </a:lnTo>
                <a:lnTo>
                  <a:pt x="208" y="518"/>
                </a:lnTo>
                <a:lnTo>
                  <a:pt x="207" y="518"/>
                </a:lnTo>
                <a:lnTo>
                  <a:pt x="206" y="518"/>
                </a:lnTo>
                <a:lnTo>
                  <a:pt x="207" y="519"/>
                </a:lnTo>
                <a:lnTo>
                  <a:pt x="207" y="520"/>
                </a:lnTo>
                <a:lnTo>
                  <a:pt x="207" y="521"/>
                </a:lnTo>
                <a:lnTo>
                  <a:pt x="208" y="521"/>
                </a:lnTo>
                <a:lnTo>
                  <a:pt x="209" y="521"/>
                </a:lnTo>
                <a:lnTo>
                  <a:pt x="209" y="522"/>
                </a:lnTo>
                <a:lnTo>
                  <a:pt x="210" y="522"/>
                </a:lnTo>
                <a:lnTo>
                  <a:pt x="210" y="523"/>
                </a:lnTo>
                <a:lnTo>
                  <a:pt x="210" y="524"/>
                </a:lnTo>
                <a:lnTo>
                  <a:pt x="211" y="524"/>
                </a:lnTo>
                <a:lnTo>
                  <a:pt x="211" y="525"/>
                </a:lnTo>
                <a:lnTo>
                  <a:pt x="210" y="525"/>
                </a:lnTo>
                <a:lnTo>
                  <a:pt x="210" y="524"/>
                </a:lnTo>
                <a:lnTo>
                  <a:pt x="209" y="524"/>
                </a:lnTo>
                <a:lnTo>
                  <a:pt x="209" y="525"/>
                </a:lnTo>
                <a:lnTo>
                  <a:pt x="209" y="524"/>
                </a:lnTo>
                <a:lnTo>
                  <a:pt x="208" y="524"/>
                </a:lnTo>
                <a:lnTo>
                  <a:pt x="208" y="523"/>
                </a:lnTo>
                <a:lnTo>
                  <a:pt x="207" y="523"/>
                </a:lnTo>
                <a:lnTo>
                  <a:pt x="206" y="523"/>
                </a:lnTo>
                <a:lnTo>
                  <a:pt x="206" y="524"/>
                </a:lnTo>
                <a:lnTo>
                  <a:pt x="206" y="525"/>
                </a:lnTo>
                <a:lnTo>
                  <a:pt x="207" y="525"/>
                </a:lnTo>
                <a:lnTo>
                  <a:pt x="207" y="526"/>
                </a:lnTo>
                <a:lnTo>
                  <a:pt x="208" y="526"/>
                </a:lnTo>
                <a:lnTo>
                  <a:pt x="208" y="527"/>
                </a:lnTo>
                <a:lnTo>
                  <a:pt x="207" y="527"/>
                </a:lnTo>
                <a:lnTo>
                  <a:pt x="207" y="528"/>
                </a:lnTo>
                <a:lnTo>
                  <a:pt x="207" y="529"/>
                </a:lnTo>
                <a:lnTo>
                  <a:pt x="208" y="529"/>
                </a:lnTo>
                <a:lnTo>
                  <a:pt x="207" y="530"/>
                </a:lnTo>
                <a:lnTo>
                  <a:pt x="207" y="531"/>
                </a:lnTo>
                <a:lnTo>
                  <a:pt x="208" y="531"/>
                </a:lnTo>
                <a:lnTo>
                  <a:pt x="208" y="532"/>
                </a:lnTo>
                <a:lnTo>
                  <a:pt x="209" y="532"/>
                </a:lnTo>
                <a:lnTo>
                  <a:pt x="210" y="532"/>
                </a:lnTo>
                <a:lnTo>
                  <a:pt x="210" y="533"/>
                </a:lnTo>
                <a:lnTo>
                  <a:pt x="209" y="533"/>
                </a:lnTo>
                <a:lnTo>
                  <a:pt x="208" y="534"/>
                </a:lnTo>
                <a:lnTo>
                  <a:pt x="207" y="534"/>
                </a:lnTo>
                <a:lnTo>
                  <a:pt x="206" y="534"/>
                </a:lnTo>
                <a:lnTo>
                  <a:pt x="206" y="535"/>
                </a:lnTo>
                <a:lnTo>
                  <a:pt x="205" y="535"/>
                </a:lnTo>
                <a:lnTo>
                  <a:pt x="205" y="534"/>
                </a:lnTo>
                <a:lnTo>
                  <a:pt x="206" y="533"/>
                </a:lnTo>
                <a:lnTo>
                  <a:pt x="205" y="533"/>
                </a:lnTo>
                <a:lnTo>
                  <a:pt x="206" y="532"/>
                </a:lnTo>
                <a:lnTo>
                  <a:pt x="205" y="532"/>
                </a:lnTo>
                <a:lnTo>
                  <a:pt x="204" y="531"/>
                </a:lnTo>
                <a:lnTo>
                  <a:pt x="204" y="530"/>
                </a:lnTo>
                <a:lnTo>
                  <a:pt x="203" y="530"/>
                </a:lnTo>
                <a:lnTo>
                  <a:pt x="202" y="530"/>
                </a:lnTo>
                <a:lnTo>
                  <a:pt x="201" y="531"/>
                </a:lnTo>
                <a:lnTo>
                  <a:pt x="201" y="532"/>
                </a:lnTo>
                <a:lnTo>
                  <a:pt x="200" y="533"/>
                </a:lnTo>
                <a:lnTo>
                  <a:pt x="200" y="534"/>
                </a:lnTo>
                <a:lnTo>
                  <a:pt x="201" y="534"/>
                </a:lnTo>
                <a:lnTo>
                  <a:pt x="201" y="535"/>
                </a:lnTo>
                <a:lnTo>
                  <a:pt x="200" y="535"/>
                </a:lnTo>
                <a:lnTo>
                  <a:pt x="199" y="535"/>
                </a:lnTo>
                <a:lnTo>
                  <a:pt x="198" y="535"/>
                </a:lnTo>
                <a:lnTo>
                  <a:pt x="199" y="535"/>
                </a:lnTo>
                <a:lnTo>
                  <a:pt x="198" y="536"/>
                </a:lnTo>
                <a:lnTo>
                  <a:pt x="199" y="537"/>
                </a:lnTo>
                <a:lnTo>
                  <a:pt x="199" y="538"/>
                </a:lnTo>
                <a:lnTo>
                  <a:pt x="198" y="537"/>
                </a:lnTo>
                <a:lnTo>
                  <a:pt x="198" y="538"/>
                </a:lnTo>
                <a:lnTo>
                  <a:pt x="198" y="539"/>
                </a:lnTo>
                <a:lnTo>
                  <a:pt x="197" y="539"/>
                </a:lnTo>
                <a:lnTo>
                  <a:pt x="197" y="541"/>
                </a:lnTo>
                <a:lnTo>
                  <a:pt x="197" y="542"/>
                </a:lnTo>
                <a:lnTo>
                  <a:pt x="197" y="543"/>
                </a:lnTo>
                <a:lnTo>
                  <a:pt x="198" y="543"/>
                </a:lnTo>
                <a:lnTo>
                  <a:pt x="198" y="544"/>
                </a:lnTo>
                <a:lnTo>
                  <a:pt x="197" y="544"/>
                </a:lnTo>
                <a:lnTo>
                  <a:pt x="197" y="545"/>
                </a:lnTo>
                <a:lnTo>
                  <a:pt x="197" y="546"/>
                </a:lnTo>
                <a:lnTo>
                  <a:pt x="196" y="546"/>
                </a:lnTo>
                <a:lnTo>
                  <a:pt x="196" y="547"/>
                </a:lnTo>
                <a:lnTo>
                  <a:pt x="196" y="548"/>
                </a:lnTo>
                <a:lnTo>
                  <a:pt x="197" y="548"/>
                </a:lnTo>
                <a:lnTo>
                  <a:pt x="197" y="549"/>
                </a:lnTo>
                <a:lnTo>
                  <a:pt x="197" y="550"/>
                </a:lnTo>
                <a:lnTo>
                  <a:pt x="198" y="550"/>
                </a:lnTo>
                <a:lnTo>
                  <a:pt x="198" y="551"/>
                </a:lnTo>
                <a:lnTo>
                  <a:pt x="199" y="551"/>
                </a:lnTo>
                <a:lnTo>
                  <a:pt x="200" y="551"/>
                </a:lnTo>
                <a:lnTo>
                  <a:pt x="201" y="551"/>
                </a:lnTo>
                <a:lnTo>
                  <a:pt x="200" y="552"/>
                </a:lnTo>
                <a:lnTo>
                  <a:pt x="200" y="553"/>
                </a:lnTo>
                <a:lnTo>
                  <a:pt x="200" y="554"/>
                </a:lnTo>
                <a:lnTo>
                  <a:pt x="199" y="554"/>
                </a:lnTo>
                <a:lnTo>
                  <a:pt x="198" y="554"/>
                </a:lnTo>
                <a:lnTo>
                  <a:pt x="197" y="554"/>
                </a:lnTo>
                <a:lnTo>
                  <a:pt x="196" y="554"/>
                </a:lnTo>
                <a:lnTo>
                  <a:pt x="196" y="555"/>
                </a:lnTo>
                <a:lnTo>
                  <a:pt x="197" y="555"/>
                </a:lnTo>
                <a:lnTo>
                  <a:pt x="198" y="555"/>
                </a:lnTo>
                <a:lnTo>
                  <a:pt x="198" y="556"/>
                </a:lnTo>
                <a:lnTo>
                  <a:pt x="199" y="556"/>
                </a:lnTo>
                <a:lnTo>
                  <a:pt x="199" y="557"/>
                </a:lnTo>
                <a:lnTo>
                  <a:pt x="199" y="558"/>
                </a:lnTo>
                <a:lnTo>
                  <a:pt x="200" y="558"/>
                </a:lnTo>
                <a:lnTo>
                  <a:pt x="200" y="559"/>
                </a:lnTo>
                <a:lnTo>
                  <a:pt x="200" y="560"/>
                </a:lnTo>
                <a:lnTo>
                  <a:pt x="201" y="560"/>
                </a:lnTo>
                <a:lnTo>
                  <a:pt x="201" y="561"/>
                </a:lnTo>
                <a:lnTo>
                  <a:pt x="202" y="562"/>
                </a:lnTo>
                <a:lnTo>
                  <a:pt x="203" y="562"/>
                </a:lnTo>
                <a:lnTo>
                  <a:pt x="203" y="563"/>
                </a:lnTo>
                <a:lnTo>
                  <a:pt x="204" y="563"/>
                </a:lnTo>
                <a:lnTo>
                  <a:pt x="203" y="564"/>
                </a:lnTo>
                <a:lnTo>
                  <a:pt x="204" y="564"/>
                </a:lnTo>
                <a:lnTo>
                  <a:pt x="205" y="565"/>
                </a:lnTo>
                <a:lnTo>
                  <a:pt x="204" y="565"/>
                </a:lnTo>
                <a:lnTo>
                  <a:pt x="203" y="565"/>
                </a:lnTo>
                <a:lnTo>
                  <a:pt x="203" y="566"/>
                </a:lnTo>
                <a:lnTo>
                  <a:pt x="202" y="566"/>
                </a:lnTo>
                <a:lnTo>
                  <a:pt x="202" y="565"/>
                </a:lnTo>
                <a:lnTo>
                  <a:pt x="201" y="565"/>
                </a:lnTo>
                <a:lnTo>
                  <a:pt x="201" y="566"/>
                </a:lnTo>
                <a:lnTo>
                  <a:pt x="200" y="565"/>
                </a:lnTo>
                <a:lnTo>
                  <a:pt x="199" y="565"/>
                </a:lnTo>
                <a:lnTo>
                  <a:pt x="199" y="564"/>
                </a:lnTo>
                <a:lnTo>
                  <a:pt x="198" y="565"/>
                </a:lnTo>
                <a:lnTo>
                  <a:pt x="198" y="566"/>
                </a:lnTo>
                <a:lnTo>
                  <a:pt x="197" y="565"/>
                </a:lnTo>
                <a:lnTo>
                  <a:pt x="197" y="566"/>
                </a:lnTo>
                <a:lnTo>
                  <a:pt x="196" y="567"/>
                </a:lnTo>
                <a:lnTo>
                  <a:pt x="195" y="568"/>
                </a:lnTo>
                <a:lnTo>
                  <a:pt x="194" y="567"/>
                </a:lnTo>
                <a:lnTo>
                  <a:pt x="192" y="568"/>
                </a:lnTo>
                <a:lnTo>
                  <a:pt x="192" y="567"/>
                </a:lnTo>
                <a:lnTo>
                  <a:pt x="191" y="567"/>
                </a:lnTo>
                <a:lnTo>
                  <a:pt x="190" y="567"/>
                </a:lnTo>
                <a:lnTo>
                  <a:pt x="189" y="567"/>
                </a:lnTo>
                <a:lnTo>
                  <a:pt x="189" y="566"/>
                </a:lnTo>
                <a:lnTo>
                  <a:pt x="189" y="565"/>
                </a:lnTo>
                <a:lnTo>
                  <a:pt x="190" y="565"/>
                </a:lnTo>
                <a:lnTo>
                  <a:pt x="190" y="564"/>
                </a:lnTo>
                <a:lnTo>
                  <a:pt x="190" y="563"/>
                </a:lnTo>
                <a:lnTo>
                  <a:pt x="189" y="562"/>
                </a:lnTo>
                <a:lnTo>
                  <a:pt x="189" y="561"/>
                </a:lnTo>
                <a:lnTo>
                  <a:pt x="188" y="561"/>
                </a:lnTo>
                <a:lnTo>
                  <a:pt x="187" y="561"/>
                </a:lnTo>
                <a:lnTo>
                  <a:pt x="187" y="560"/>
                </a:lnTo>
                <a:lnTo>
                  <a:pt x="186" y="560"/>
                </a:lnTo>
                <a:lnTo>
                  <a:pt x="185" y="560"/>
                </a:lnTo>
                <a:lnTo>
                  <a:pt x="184" y="559"/>
                </a:lnTo>
                <a:lnTo>
                  <a:pt x="184" y="560"/>
                </a:lnTo>
                <a:lnTo>
                  <a:pt x="183" y="559"/>
                </a:lnTo>
                <a:lnTo>
                  <a:pt x="182" y="559"/>
                </a:lnTo>
                <a:lnTo>
                  <a:pt x="182" y="560"/>
                </a:lnTo>
                <a:lnTo>
                  <a:pt x="181" y="560"/>
                </a:lnTo>
                <a:lnTo>
                  <a:pt x="180" y="560"/>
                </a:lnTo>
                <a:lnTo>
                  <a:pt x="179" y="560"/>
                </a:lnTo>
                <a:lnTo>
                  <a:pt x="179" y="559"/>
                </a:lnTo>
                <a:lnTo>
                  <a:pt x="179" y="558"/>
                </a:lnTo>
                <a:lnTo>
                  <a:pt x="178" y="558"/>
                </a:lnTo>
                <a:lnTo>
                  <a:pt x="178" y="557"/>
                </a:lnTo>
                <a:lnTo>
                  <a:pt x="178" y="556"/>
                </a:lnTo>
                <a:lnTo>
                  <a:pt x="178" y="555"/>
                </a:lnTo>
                <a:lnTo>
                  <a:pt x="178" y="554"/>
                </a:lnTo>
                <a:lnTo>
                  <a:pt x="178" y="553"/>
                </a:lnTo>
                <a:lnTo>
                  <a:pt x="177" y="553"/>
                </a:lnTo>
                <a:lnTo>
                  <a:pt x="177" y="552"/>
                </a:lnTo>
                <a:lnTo>
                  <a:pt x="176" y="552"/>
                </a:lnTo>
                <a:lnTo>
                  <a:pt x="175" y="552"/>
                </a:lnTo>
                <a:lnTo>
                  <a:pt x="175" y="551"/>
                </a:lnTo>
                <a:lnTo>
                  <a:pt x="175" y="550"/>
                </a:lnTo>
                <a:lnTo>
                  <a:pt x="176" y="550"/>
                </a:lnTo>
                <a:lnTo>
                  <a:pt x="175" y="550"/>
                </a:lnTo>
                <a:lnTo>
                  <a:pt x="174" y="550"/>
                </a:lnTo>
                <a:lnTo>
                  <a:pt x="173" y="549"/>
                </a:lnTo>
                <a:lnTo>
                  <a:pt x="173" y="548"/>
                </a:lnTo>
                <a:lnTo>
                  <a:pt x="172" y="548"/>
                </a:lnTo>
                <a:lnTo>
                  <a:pt x="173" y="548"/>
                </a:lnTo>
                <a:lnTo>
                  <a:pt x="173" y="547"/>
                </a:lnTo>
                <a:lnTo>
                  <a:pt x="172" y="547"/>
                </a:lnTo>
                <a:lnTo>
                  <a:pt x="171" y="546"/>
                </a:lnTo>
                <a:lnTo>
                  <a:pt x="171" y="545"/>
                </a:lnTo>
                <a:lnTo>
                  <a:pt x="170" y="545"/>
                </a:lnTo>
                <a:lnTo>
                  <a:pt x="170" y="544"/>
                </a:lnTo>
                <a:lnTo>
                  <a:pt x="169" y="545"/>
                </a:lnTo>
                <a:lnTo>
                  <a:pt x="169" y="544"/>
                </a:lnTo>
                <a:lnTo>
                  <a:pt x="168" y="544"/>
                </a:lnTo>
                <a:lnTo>
                  <a:pt x="167" y="543"/>
                </a:lnTo>
                <a:lnTo>
                  <a:pt x="166" y="543"/>
                </a:lnTo>
                <a:lnTo>
                  <a:pt x="165" y="542"/>
                </a:lnTo>
                <a:lnTo>
                  <a:pt x="164" y="542"/>
                </a:lnTo>
                <a:lnTo>
                  <a:pt x="163" y="543"/>
                </a:lnTo>
                <a:lnTo>
                  <a:pt x="163" y="544"/>
                </a:lnTo>
                <a:lnTo>
                  <a:pt x="162" y="544"/>
                </a:lnTo>
                <a:lnTo>
                  <a:pt x="161" y="544"/>
                </a:lnTo>
                <a:lnTo>
                  <a:pt x="160" y="545"/>
                </a:lnTo>
                <a:lnTo>
                  <a:pt x="160" y="546"/>
                </a:lnTo>
                <a:lnTo>
                  <a:pt x="161" y="547"/>
                </a:lnTo>
                <a:lnTo>
                  <a:pt x="160" y="548"/>
                </a:lnTo>
                <a:lnTo>
                  <a:pt x="160" y="547"/>
                </a:lnTo>
                <a:lnTo>
                  <a:pt x="159" y="547"/>
                </a:lnTo>
                <a:lnTo>
                  <a:pt x="158" y="546"/>
                </a:lnTo>
                <a:lnTo>
                  <a:pt x="157" y="546"/>
                </a:lnTo>
                <a:lnTo>
                  <a:pt x="156" y="546"/>
                </a:lnTo>
                <a:lnTo>
                  <a:pt x="156" y="545"/>
                </a:lnTo>
                <a:lnTo>
                  <a:pt x="154" y="545"/>
                </a:lnTo>
                <a:lnTo>
                  <a:pt x="154" y="546"/>
                </a:lnTo>
                <a:lnTo>
                  <a:pt x="153" y="546"/>
                </a:lnTo>
                <a:lnTo>
                  <a:pt x="152" y="546"/>
                </a:lnTo>
                <a:lnTo>
                  <a:pt x="152" y="547"/>
                </a:lnTo>
                <a:lnTo>
                  <a:pt x="152" y="548"/>
                </a:lnTo>
                <a:lnTo>
                  <a:pt x="151" y="548"/>
                </a:lnTo>
                <a:lnTo>
                  <a:pt x="150" y="548"/>
                </a:lnTo>
                <a:lnTo>
                  <a:pt x="149" y="548"/>
                </a:lnTo>
                <a:lnTo>
                  <a:pt x="149" y="549"/>
                </a:lnTo>
                <a:lnTo>
                  <a:pt x="148" y="549"/>
                </a:lnTo>
                <a:lnTo>
                  <a:pt x="147" y="549"/>
                </a:lnTo>
                <a:lnTo>
                  <a:pt x="146" y="550"/>
                </a:lnTo>
                <a:lnTo>
                  <a:pt x="145" y="550"/>
                </a:lnTo>
                <a:lnTo>
                  <a:pt x="145" y="551"/>
                </a:lnTo>
                <a:lnTo>
                  <a:pt x="145" y="552"/>
                </a:lnTo>
                <a:lnTo>
                  <a:pt x="144" y="552"/>
                </a:lnTo>
                <a:lnTo>
                  <a:pt x="143" y="552"/>
                </a:lnTo>
                <a:lnTo>
                  <a:pt x="142" y="552"/>
                </a:lnTo>
                <a:lnTo>
                  <a:pt x="141" y="552"/>
                </a:lnTo>
                <a:lnTo>
                  <a:pt x="141" y="553"/>
                </a:lnTo>
                <a:lnTo>
                  <a:pt x="140" y="553"/>
                </a:lnTo>
                <a:lnTo>
                  <a:pt x="139" y="553"/>
                </a:lnTo>
                <a:lnTo>
                  <a:pt x="139" y="554"/>
                </a:lnTo>
                <a:lnTo>
                  <a:pt x="139" y="555"/>
                </a:lnTo>
                <a:lnTo>
                  <a:pt x="138" y="555"/>
                </a:lnTo>
                <a:lnTo>
                  <a:pt x="139" y="555"/>
                </a:lnTo>
                <a:lnTo>
                  <a:pt x="138" y="554"/>
                </a:lnTo>
                <a:lnTo>
                  <a:pt x="138" y="555"/>
                </a:lnTo>
                <a:lnTo>
                  <a:pt x="137" y="555"/>
                </a:lnTo>
                <a:lnTo>
                  <a:pt x="137" y="554"/>
                </a:lnTo>
                <a:lnTo>
                  <a:pt x="136" y="554"/>
                </a:lnTo>
                <a:lnTo>
                  <a:pt x="136" y="553"/>
                </a:lnTo>
                <a:lnTo>
                  <a:pt x="136" y="552"/>
                </a:lnTo>
                <a:lnTo>
                  <a:pt x="134" y="551"/>
                </a:lnTo>
                <a:lnTo>
                  <a:pt x="133" y="551"/>
                </a:lnTo>
                <a:lnTo>
                  <a:pt x="133" y="550"/>
                </a:lnTo>
                <a:lnTo>
                  <a:pt x="132" y="550"/>
                </a:lnTo>
                <a:lnTo>
                  <a:pt x="132" y="551"/>
                </a:lnTo>
                <a:lnTo>
                  <a:pt x="133" y="551"/>
                </a:lnTo>
                <a:lnTo>
                  <a:pt x="132" y="551"/>
                </a:lnTo>
                <a:lnTo>
                  <a:pt x="132" y="552"/>
                </a:lnTo>
                <a:lnTo>
                  <a:pt x="131" y="553"/>
                </a:lnTo>
                <a:lnTo>
                  <a:pt x="130" y="554"/>
                </a:lnTo>
                <a:lnTo>
                  <a:pt x="130" y="555"/>
                </a:lnTo>
                <a:lnTo>
                  <a:pt x="130" y="554"/>
                </a:lnTo>
                <a:lnTo>
                  <a:pt x="129" y="554"/>
                </a:lnTo>
                <a:lnTo>
                  <a:pt x="128" y="554"/>
                </a:lnTo>
                <a:lnTo>
                  <a:pt x="129" y="554"/>
                </a:lnTo>
                <a:lnTo>
                  <a:pt x="128" y="553"/>
                </a:lnTo>
                <a:lnTo>
                  <a:pt x="128" y="554"/>
                </a:lnTo>
                <a:lnTo>
                  <a:pt x="127" y="554"/>
                </a:lnTo>
                <a:lnTo>
                  <a:pt x="126" y="554"/>
                </a:lnTo>
                <a:lnTo>
                  <a:pt x="125" y="555"/>
                </a:lnTo>
                <a:lnTo>
                  <a:pt x="124" y="555"/>
                </a:lnTo>
                <a:lnTo>
                  <a:pt x="124" y="556"/>
                </a:lnTo>
                <a:lnTo>
                  <a:pt x="123" y="556"/>
                </a:lnTo>
                <a:lnTo>
                  <a:pt x="122" y="556"/>
                </a:lnTo>
                <a:lnTo>
                  <a:pt x="122" y="555"/>
                </a:lnTo>
                <a:lnTo>
                  <a:pt x="120" y="555"/>
                </a:lnTo>
                <a:lnTo>
                  <a:pt x="120" y="556"/>
                </a:lnTo>
                <a:lnTo>
                  <a:pt x="120" y="557"/>
                </a:lnTo>
                <a:lnTo>
                  <a:pt x="119" y="557"/>
                </a:lnTo>
                <a:lnTo>
                  <a:pt x="119" y="558"/>
                </a:lnTo>
                <a:lnTo>
                  <a:pt x="119" y="559"/>
                </a:lnTo>
                <a:lnTo>
                  <a:pt x="119" y="560"/>
                </a:lnTo>
                <a:lnTo>
                  <a:pt x="119" y="561"/>
                </a:lnTo>
                <a:lnTo>
                  <a:pt x="118" y="562"/>
                </a:lnTo>
                <a:lnTo>
                  <a:pt x="118" y="563"/>
                </a:lnTo>
                <a:lnTo>
                  <a:pt x="117" y="564"/>
                </a:lnTo>
                <a:lnTo>
                  <a:pt x="117" y="565"/>
                </a:lnTo>
                <a:lnTo>
                  <a:pt x="116" y="565"/>
                </a:lnTo>
                <a:lnTo>
                  <a:pt x="115" y="565"/>
                </a:lnTo>
                <a:lnTo>
                  <a:pt x="115" y="564"/>
                </a:lnTo>
                <a:lnTo>
                  <a:pt x="115" y="563"/>
                </a:lnTo>
                <a:lnTo>
                  <a:pt x="115" y="562"/>
                </a:lnTo>
                <a:lnTo>
                  <a:pt x="114" y="561"/>
                </a:lnTo>
                <a:lnTo>
                  <a:pt x="113" y="562"/>
                </a:lnTo>
                <a:lnTo>
                  <a:pt x="112" y="562"/>
                </a:lnTo>
                <a:lnTo>
                  <a:pt x="112" y="563"/>
                </a:lnTo>
                <a:lnTo>
                  <a:pt x="112" y="562"/>
                </a:lnTo>
                <a:lnTo>
                  <a:pt x="111" y="562"/>
                </a:lnTo>
                <a:lnTo>
                  <a:pt x="110" y="561"/>
                </a:lnTo>
                <a:lnTo>
                  <a:pt x="109" y="561"/>
                </a:lnTo>
                <a:lnTo>
                  <a:pt x="108" y="560"/>
                </a:lnTo>
                <a:lnTo>
                  <a:pt x="108" y="561"/>
                </a:lnTo>
                <a:lnTo>
                  <a:pt x="107" y="561"/>
                </a:lnTo>
                <a:lnTo>
                  <a:pt x="106" y="561"/>
                </a:lnTo>
                <a:lnTo>
                  <a:pt x="106" y="560"/>
                </a:lnTo>
                <a:lnTo>
                  <a:pt x="105" y="560"/>
                </a:lnTo>
                <a:lnTo>
                  <a:pt x="104" y="560"/>
                </a:lnTo>
                <a:lnTo>
                  <a:pt x="103" y="561"/>
                </a:lnTo>
                <a:lnTo>
                  <a:pt x="104" y="561"/>
                </a:lnTo>
                <a:lnTo>
                  <a:pt x="104" y="562"/>
                </a:lnTo>
                <a:lnTo>
                  <a:pt x="103" y="562"/>
                </a:lnTo>
                <a:lnTo>
                  <a:pt x="104" y="563"/>
                </a:lnTo>
                <a:lnTo>
                  <a:pt x="104" y="564"/>
                </a:lnTo>
                <a:lnTo>
                  <a:pt x="104" y="565"/>
                </a:lnTo>
                <a:lnTo>
                  <a:pt x="104" y="566"/>
                </a:lnTo>
                <a:lnTo>
                  <a:pt x="103" y="566"/>
                </a:lnTo>
                <a:lnTo>
                  <a:pt x="103" y="567"/>
                </a:lnTo>
                <a:lnTo>
                  <a:pt x="103" y="566"/>
                </a:lnTo>
                <a:lnTo>
                  <a:pt x="102" y="566"/>
                </a:lnTo>
                <a:lnTo>
                  <a:pt x="102" y="567"/>
                </a:lnTo>
                <a:lnTo>
                  <a:pt x="102" y="568"/>
                </a:lnTo>
                <a:lnTo>
                  <a:pt x="101" y="569"/>
                </a:lnTo>
                <a:lnTo>
                  <a:pt x="101" y="568"/>
                </a:lnTo>
                <a:lnTo>
                  <a:pt x="100" y="568"/>
                </a:lnTo>
                <a:lnTo>
                  <a:pt x="99" y="567"/>
                </a:lnTo>
                <a:lnTo>
                  <a:pt x="99" y="566"/>
                </a:lnTo>
                <a:lnTo>
                  <a:pt x="98" y="565"/>
                </a:lnTo>
                <a:lnTo>
                  <a:pt x="98" y="564"/>
                </a:lnTo>
                <a:lnTo>
                  <a:pt x="98" y="563"/>
                </a:lnTo>
                <a:lnTo>
                  <a:pt x="97" y="564"/>
                </a:lnTo>
                <a:lnTo>
                  <a:pt x="96" y="564"/>
                </a:lnTo>
                <a:lnTo>
                  <a:pt x="95" y="565"/>
                </a:lnTo>
                <a:lnTo>
                  <a:pt x="94" y="564"/>
                </a:lnTo>
                <a:lnTo>
                  <a:pt x="93" y="564"/>
                </a:lnTo>
                <a:lnTo>
                  <a:pt x="93" y="565"/>
                </a:lnTo>
                <a:lnTo>
                  <a:pt x="92" y="566"/>
                </a:lnTo>
                <a:lnTo>
                  <a:pt x="92" y="567"/>
                </a:lnTo>
                <a:lnTo>
                  <a:pt x="91" y="567"/>
                </a:lnTo>
                <a:lnTo>
                  <a:pt x="91" y="568"/>
                </a:lnTo>
                <a:lnTo>
                  <a:pt x="90" y="567"/>
                </a:lnTo>
                <a:lnTo>
                  <a:pt x="89" y="567"/>
                </a:lnTo>
                <a:lnTo>
                  <a:pt x="89" y="568"/>
                </a:lnTo>
                <a:lnTo>
                  <a:pt x="87" y="567"/>
                </a:lnTo>
                <a:lnTo>
                  <a:pt x="86" y="566"/>
                </a:lnTo>
                <a:lnTo>
                  <a:pt x="85" y="566"/>
                </a:lnTo>
                <a:lnTo>
                  <a:pt x="85" y="567"/>
                </a:lnTo>
                <a:lnTo>
                  <a:pt x="84" y="567"/>
                </a:lnTo>
                <a:lnTo>
                  <a:pt x="83" y="567"/>
                </a:lnTo>
                <a:lnTo>
                  <a:pt x="83" y="568"/>
                </a:lnTo>
                <a:lnTo>
                  <a:pt x="82" y="568"/>
                </a:lnTo>
                <a:lnTo>
                  <a:pt x="81" y="569"/>
                </a:lnTo>
                <a:lnTo>
                  <a:pt x="80" y="570"/>
                </a:lnTo>
                <a:lnTo>
                  <a:pt x="80" y="571"/>
                </a:lnTo>
                <a:lnTo>
                  <a:pt x="79" y="571"/>
                </a:lnTo>
                <a:lnTo>
                  <a:pt x="78" y="572"/>
                </a:lnTo>
                <a:lnTo>
                  <a:pt x="77" y="573"/>
                </a:lnTo>
                <a:lnTo>
                  <a:pt x="76" y="573"/>
                </a:lnTo>
                <a:lnTo>
                  <a:pt x="76" y="572"/>
                </a:lnTo>
                <a:lnTo>
                  <a:pt x="75" y="572"/>
                </a:lnTo>
                <a:lnTo>
                  <a:pt x="75" y="571"/>
                </a:lnTo>
                <a:lnTo>
                  <a:pt x="74" y="571"/>
                </a:lnTo>
                <a:lnTo>
                  <a:pt x="74" y="572"/>
                </a:lnTo>
                <a:lnTo>
                  <a:pt x="74" y="571"/>
                </a:lnTo>
                <a:lnTo>
                  <a:pt x="74" y="570"/>
                </a:lnTo>
                <a:lnTo>
                  <a:pt x="74" y="569"/>
                </a:lnTo>
                <a:lnTo>
                  <a:pt x="73" y="568"/>
                </a:lnTo>
                <a:lnTo>
                  <a:pt x="73" y="567"/>
                </a:lnTo>
                <a:lnTo>
                  <a:pt x="72" y="567"/>
                </a:lnTo>
                <a:lnTo>
                  <a:pt x="73" y="566"/>
                </a:lnTo>
                <a:lnTo>
                  <a:pt x="73" y="565"/>
                </a:lnTo>
                <a:lnTo>
                  <a:pt x="72" y="565"/>
                </a:lnTo>
                <a:lnTo>
                  <a:pt x="72" y="566"/>
                </a:lnTo>
                <a:lnTo>
                  <a:pt x="72" y="565"/>
                </a:lnTo>
                <a:lnTo>
                  <a:pt x="72" y="564"/>
                </a:lnTo>
                <a:lnTo>
                  <a:pt x="71" y="564"/>
                </a:lnTo>
                <a:lnTo>
                  <a:pt x="70" y="564"/>
                </a:lnTo>
                <a:lnTo>
                  <a:pt x="70" y="563"/>
                </a:lnTo>
                <a:lnTo>
                  <a:pt x="70" y="562"/>
                </a:lnTo>
                <a:lnTo>
                  <a:pt x="69" y="563"/>
                </a:lnTo>
                <a:lnTo>
                  <a:pt x="69" y="564"/>
                </a:lnTo>
                <a:lnTo>
                  <a:pt x="69" y="563"/>
                </a:lnTo>
                <a:lnTo>
                  <a:pt x="68" y="563"/>
                </a:lnTo>
                <a:lnTo>
                  <a:pt x="68" y="564"/>
                </a:lnTo>
                <a:lnTo>
                  <a:pt x="67" y="564"/>
                </a:lnTo>
                <a:lnTo>
                  <a:pt x="66" y="564"/>
                </a:lnTo>
                <a:lnTo>
                  <a:pt x="65" y="564"/>
                </a:lnTo>
                <a:lnTo>
                  <a:pt x="65" y="563"/>
                </a:lnTo>
                <a:lnTo>
                  <a:pt x="65" y="562"/>
                </a:lnTo>
                <a:lnTo>
                  <a:pt x="64" y="562"/>
                </a:lnTo>
                <a:lnTo>
                  <a:pt x="64" y="559"/>
                </a:lnTo>
                <a:lnTo>
                  <a:pt x="63" y="559"/>
                </a:lnTo>
                <a:lnTo>
                  <a:pt x="63" y="558"/>
                </a:lnTo>
                <a:lnTo>
                  <a:pt x="62" y="558"/>
                </a:lnTo>
                <a:lnTo>
                  <a:pt x="61" y="558"/>
                </a:lnTo>
                <a:lnTo>
                  <a:pt x="61" y="557"/>
                </a:lnTo>
                <a:lnTo>
                  <a:pt x="60" y="557"/>
                </a:lnTo>
                <a:lnTo>
                  <a:pt x="59" y="557"/>
                </a:lnTo>
                <a:lnTo>
                  <a:pt x="58" y="558"/>
                </a:lnTo>
                <a:lnTo>
                  <a:pt x="58" y="557"/>
                </a:lnTo>
                <a:lnTo>
                  <a:pt x="57" y="557"/>
                </a:lnTo>
                <a:lnTo>
                  <a:pt x="56" y="556"/>
                </a:lnTo>
                <a:lnTo>
                  <a:pt x="55" y="556"/>
                </a:lnTo>
                <a:lnTo>
                  <a:pt x="54" y="556"/>
                </a:lnTo>
                <a:lnTo>
                  <a:pt x="54" y="557"/>
                </a:lnTo>
                <a:lnTo>
                  <a:pt x="53" y="557"/>
                </a:lnTo>
                <a:lnTo>
                  <a:pt x="53" y="556"/>
                </a:lnTo>
                <a:lnTo>
                  <a:pt x="54" y="555"/>
                </a:lnTo>
                <a:lnTo>
                  <a:pt x="54" y="556"/>
                </a:lnTo>
                <a:lnTo>
                  <a:pt x="55" y="556"/>
                </a:lnTo>
                <a:lnTo>
                  <a:pt x="55" y="555"/>
                </a:lnTo>
                <a:lnTo>
                  <a:pt x="54" y="555"/>
                </a:lnTo>
                <a:lnTo>
                  <a:pt x="54" y="554"/>
                </a:lnTo>
                <a:lnTo>
                  <a:pt x="53" y="553"/>
                </a:lnTo>
                <a:lnTo>
                  <a:pt x="53" y="552"/>
                </a:lnTo>
                <a:lnTo>
                  <a:pt x="54" y="552"/>
                </a:lnTo>
                <a:lnTo>
                  <a:pt x="55" y="552"/>
                </a:lnTo>
                <a:lnTo>
                  <a:pt x="56" y="552"/>
                </a:lnTo>
                <a:lnTo>
                  <a:pt x="56" y="553"/>
                </a:lnTo>
                <a:lnTo>
                  <a:pt x="56" y="552"/>
                </a:lnTo>
                <a:lnTo>
                  <a:pt x="57" y="552"/>
                </a:lnTo>
                <a:lnTo>
                  <a:pt x="58" y="551"/>
                </a:lnTo>
                <a:lnTo>
                  <a:pt x="59" y="551"/>
                </a:lnTo>
                <a:lnTo>
                  <a:pt x="60" y="551"/>
                </a:lnTo>
                <a:lnTo>
                  <a:pt x="61" y="551"/>
                </a:lnTo>
                <a:lnTo>
                  <a:pt x="61" y="552"/>
                </a:lnTo>
                <a:lnTo>
                  <a:pt x="61" y="551"/>
                </a:lnTo>
                <a:lnTo>
                  <a:pt x="62" y="551"/>
                </a:lnTo>
                <a:lnTo>
                  <a:pt x="63" y="551"/>
                </a:lnTo>
                <a:lnTo>
                  <a:pt x="63" y="550"/>
                </a:lnTo>
                <a:lnTo>
                  <a:pt x="62" y="550"/>
                </a:lnTo>
                <a:lnTo>
                  <a:pt x="63" y="550"/>
                </a:lnTo>
                <a:lnTo>
                  <a:pt x="63" y="549"/>
                </a:lnTo>
                <a:lnTo>
                  <a:pt x="63" y="548"/>
                </a:lnTo>
                <a:lnTo>
                  <a:pt x="64" y="548"/>
                </a:lnTo>
                <a:lnTo>
                  <a:pt x="65" y="548"/>
                </a:lnTo>
                <a:lnTo>
                  <a:pt x="66" y="548"/>
                </a:lnTo>
                <a:lnTo>
                  <a:pt x="66" y="547"/>
                </a:lnTo>
                <a:lnTo>
                  <a:pt x="67" y="547"/>
                </a:lnTo>
                <a:lnTo>
                  <a:pt x="68" y="547"/>
                </a:lnTo>
                <a:lnTo>
                  <a:pt x="68" y="546"/>
                </a:lnTo>
                <a:lnTo>
                  <a:pt x="68" y="545"/>
                </a:lnTo>
                <a:lnTo>
                  <a:pt x="69" y="545"/>
                </a:lnTo>
                <a:lnTo>
                  <a:pt x="69" y="544"/>
                </a:lnTo>
                <a:lnTo>
                  <a:pt x="68" y="544"/>
                </a:lnTo>
                <a:lnTo>
                  <a:pt x="68" y="543"/>
                </a:lnTo>
                <a:lnTo>
                  <a:pt x="67" y="543"/>
                </a:lnTo>
                <a:lnTo>
                  <a:pt x="68" y="543"/>
                </a:lnTo>
                <a:lnTo>
                  <a:pt x="68" y="542"/>
                </a:lnTo>
                <a:lnTo>
                  <a:pt x="69" y="542"/>
                </a:lnTo>
                <a:lnTo>
                  <a:pt x="69" y="541"/>
                </a:lnTo>
                <a:lnTo>
                  <a:pt x="68" y="540"/>
                </a:lnTo>
                <a:lnTo>
                  <a:pt x="69" y="539"/>
                </a:lnTo>
                <a:lnTo>
                  <a:pt x="70" y="539"/>
                </a:lnTo>
                <a:lnTo>
                  <a:pt x="70" y="538"/>
                </a:lnTo>
                <a:lnTo>
                  <a:pt x="70" y="537"/>
                </a:lnTo>
                <a:lnTo>
                  <a:pt x="71" y="536"/>
                </a:lnTo>
                <a:lnTo>
                  <a:pt x="71" y="535"/>
                </a:lnTo>
                <a:lnTo>
                  <a:pt x="72" y="535"/>
                </a:lnTo>
                <a:lnTo>
                  <a:pt x="73" y="535"/>
                </a:lnTo>
                <a:lnTo>
                  <a:pt x="73" y="534"/>
                </a:lnTo>
                <a:lnTo>
                  <a:pt x="74" y="534"/>
                </a:lnTo>
                <a:lnTo>
                  <a:pt x="74" y="533"/>
                </a:lnTo>
                <a:lnTo>
                  <a:pt x="74" y="532"/>
                </a:lnTo>
                <a:lnTo>
                  <a:pt x="74" y="531"/>
                </a:lnTo>
                <a:lnTo>
                  <a:pt x="74" y="530"/>
                </a:lnTo>
                <a:lnTo>
                  <a:pt x="73" y="530"/>
                </a:lnTo>
                <a:lnTo>
                  <a:pt x="73" y="529"/>
                </a:lnTo>
                <a:lnTo>
                  <a:pt x="74" y="529"/>
                </a:lnTo>
                <a:lnTo>
                  <a:pt x="74" y="528"/>
                </a:lnTo>
                <a:lnTo>
                  <a:pt x="74" y="527"/>
                </a:lnTo>
                <a:lnTo>
                  <a:pt x="73" y="527"/>
                </a:lnTo>
                <a:lnTo>
                  <a:pt x="74" y="527"/>
                </a:lnTo>
                <a:lnTo>
                  <a:pt x="73" y="526"/>
                </a:lnTo>
                <a:lnTo>
                  <a:pt x="74" y="525"/>
                </a:lnTo>
                <a:lnTo>
                  <a:pt x="75" y="525"/>
                </a:lnTo>
                <a:lnTo>
                  <a:pt x="76" y="525"/>
                </a:lnTo>
                <a:lnTo>
                  <a:pt x="76" y="524"/>
                </a:lnTo>
                <a:lnTo>
                  <a:pt x="76" y="525"/>
                </a:lnTo>
                <a:lnTo>
                  <a:pt x="75" y="524"/>
                </a:lnTo>
                <a:lnTo>
                  <a:pt x="76" y="524"/>
                </a:lnTo>
                <a:lnTo>
                  <a:pt x="76" y="523"/>
                </a:lnTo>
                <a:lnTo>
                  <a:pt x="77" y="524"/>
                </a:lnTo>
                <a:lnTo>
                  <a:pt x="77" y="523"/>
                </a:lnTo>
                <a:lnTo>
                  <a:pt x="78" y="523"/>
                </a:lnTo>
                <a:lnTo>
                  <a:pt x="79" y="523"/>
                </a:lnTo>
                <a:lnTo>
                  <a:pt x="79" y="522"/>
                </a:lnTo>
                <a:lnTo>
                  <a:pt x="79" y="521"/>
                </a:lnTo>
                <a:lnTo>
                  <a:pt x="80" y="520"/>
                </a:lnTo>
                <a:lnTo>
                  <a:pt x="81" y="520"/>
                </a:lnTo>
                <a:lnTo>
                  <a:pt x="82" y="520"/>
                </a:lnTo>
                <a:lnTo>
                  <a:pt x="84" y="520"/>
                </a:lnTo>
                <a:lnTo>
                  <a:pt x="84" y="519"/>
                </a:lnTo>
                <a:lnTo>
                  <a:pt x="84" y="518"/>
                </a:lnTo>
                <a:lnTo>
                  <a:pt x="85" y="518"/>
                </a:lnTo>
                <a:lnTo>
                  <a:pt x="85" y="519"/>
                </a:lnTo>
                <a:lnTo>
                  <a:pt x="86" y="518"/>
                </a:lnTo>
                <a:lnTo>
                  <a:pt x="86" y="517"/>
                </a:lnTo>
                <a:lnTo>
                  <a:pt x="87" y="516"/>
                </a:lnTo>
                <a:lnTo>
                  <a:pt x="86" y="516"/>
                </a:lnTo>
                <a:lnTo>
                  <a:pt x="86" y="515"/>
                </a:lnTo>
                <a:lnTo>
                  <a:pt x="87" y="515"/>
                </a:lnTo>
                <a:lnTo>
                  <a:pt x="87" y="514"/>
                </a:lnTo>
                <a:lnTo>
                  <a:pt x="88" y="514"/>
                </a:lnTo>
                <a:lnTo>
                  <a:pt x="88" y="513"/>
                </a:lnTo>
                <a:lnTo>
                  <a:pt x="88" y="512"/>
                </a:lnTo>
                <a:lnTo>
                  <a:pt x="89" y="512"/>
                </a:lnTo>
                <a:lnTo>
                  <a:pt x="90" y="512"/>
                </a:lnTo>
                <a:lnTo>
                  <a:pt x="91" y="512"/>
                </a:lnTo>
                <a:lnTo>
                  <a:pt x="91" y="513"/>
                </a:lnTo>
                <a:lnTo>
                  <a:pt x="92" y="512"/>
                </a:lnTo>
                <a:lnTo>
                  <a:pt x="93" y="513"/>
                </a:lnTo>
                <a:lnTo>
                  <a:pt x="94" y="513"/>
                </a:lnTo>
                <a:lnTo>
                  <a:pt x="95" y="513"/>
                </a:lnTo>
                <a:lnTo>
                  <a:pt x="96" y="513"/>
                </a:lnTo>
                <a:lnTo>
                  <a:pt x="97" y="513"/>
                </a:lnTo>
                <a:lnTo>
                  <a:pt x="97" y="512"/>
                </a:lnTo>
                <a:lnTo>
                  <a:pt x="98" y="512"/>
                </a:lnTo>
                <a:lnTo>
                  <a:pt x="98" y="511"/>
                </a:lnTo>
                <a:lnTo>
                  <a:pt x="98" y="510"/>
                </a:lnTo>
                <a:lnTo>
                  <a:pt x="98" y="511"/>
                </a:lnTo>
                <a:lnTo>
                  <a:pt x="98" y="510"/>
                </a:lnTo>
                <a:lnTo>
                  <a:pt x="99" y="510"/>
                </a:lnTo>
                <a:lnTo>
                  <a:pt x="100" y="510"/>
                </a:lnTo>
                <a:lnTo>
                  <a:pt x="101" y="510"/>
                </a:lnTo>
                <a:lnTo>
                  <a:pt x="101" y="509"/>
                </a:lnTo>
                <a:lnTo>
                  <a:pt x="102" y="510"/>
                </a:lnTo>
                <a:lnTo>
                  <a:pt x="102" y="509"/>
                </a:lnTo>
                <a:lnTo>
                  <a:pt x="103" y="509"/>
                </a:lnTo>
                <a:lnTo>
                  <a:pt x="104" y="508"/>
                </a:lnTo>
                <a:lnTo>
                  <a:pt x="104" y="507"/>
                </a:lnTo>
                <a:lnTo>
                  <a:pt x="104" y="506"/>
                </a:lnTo>
                <a:lnTo>
                  <a:pt x="104" y="505"/>
                </a:lnTo>
                <a:lnTo>
                  <a:pt x="103" y="505"/>
                </a:lnTo>
                <a:lnTo>
                  <a:pt x="103" y="504"/>
                </a:lnTo>
                <a:lnTo>
                  <a:pt x="102" y="504"/>
                </a:lnTo>
                <a:lnTo>
                  <a:pt x="101" y="504"/>
                </a:lnTo>
                <a:lnTo>
                  <a:pt x="100" y="504"/>
                </a:lnTo>
                <a:lnTo>
                  <a:pt x="99" y="503"/>
                </a:lnTo>
                <a:lnTo>
                  <a:pt x="100" y="502"/>
                </a:lnTo>
                <a:lnTo>
                  <a:pt x="99" y="502"/>
                </a:lnTo>
                <a:lnTo>
                  <a:pt x="99" y="501"/>
                </a:lnTo>
                <a:lnTo>
                  <a:pt x="99" y="500"/>
                </a:lnTo>
                <a:lnTo>
                  <a:pt x="100" y="500"/>
                </a:lnTo>
                <a:lnTo>
                  <a:pt x="100" y="501"/>
                </a:lnTo>
                <a:lnTo>
                  <a:pt x="101" y="500"/>
                </a:lnTo>
                <a:lnTo>
                  <a:pt x="100" y="499"/>
                </a:lnTo>
                <a:lnTo>
                  <a:pt x="101" y="499"/>
                </a:lnTo>
                <a:lnTo>
                  <a:pt x="101" y="498"/>
                </a:lnTo>
                <a:lnTo>
                  <a:pt x="102" y="498"/>
                </a:lnTo>
                <a:lnTo>
                  <a:pt x="102" y="497"/>
                </a:lnTo>
                <a:lnTo>
                  <a:pt x="103" y="497"/>
                </a:lnTo>
                <a:lnTo>
                  <a:pt x="104" y="497"/>
                </a:lnTo>
                <a:lnTo>
                  <a:pt x="104" y="498"/>
                </a:lnTo>
                <a:lnTo>
                  <a:pt x="105" y="497"/>
                </a:lnTo>
                <a:lnTo>
                  <a:pt x="105" y="496"/>
                </a:lnTo>
                <a:lnTo>
                  <a:pt x="105" y="497"/>
                </a:lnTo>
                <a:lnTo>
                  <a:pt x="104" y="497"/>
                </a:lnTo>
                <a:lnTo>
                  <a:pt x="104" y="496"/>
                </a:lnTo>
                <a:lnTo>
                  <a:pt x="105" y="496"/>
                </a:lnTo>
                <a:lnTo>
                  <a:pt x="105" y="495"/>
                </a:lnTo>
                <a:lnTo>
                  <a:pt x="105" y="494"/>
                </a:lnTo>
                <a:lnTo>
                  <a:pt x="105" y="493"/>
                </a:lnTo>
                <a:lnTo>
                  <a:pt x="105" y="492"/>
                </a:lnTo>
                <a:lnTo>
                  <a:pt x="104" y="492"/>
                </a:lnTo>
                <a:lnTo>
                  <a:pt x="104" y="491"/>
                </a:lnTo>
                <a:lnTo>
                  <a:pt x="103" y="492"/>
                </a:lnTo>
                <a:lnTo>
                  <a:pt x="103" y="491"/>
                </a:lnTo>
                <a:lnTo>
                  <a:pt x="103" y="490"/>
                </a:lnTo>
                <a:lnTo>
                  <a:pt x="103" y="489"/>
                </a:lnTo>
                <a:lnTo>
                  <a:pt x="102" y="489"/>
                </a:lnTo>
                <a:lnTo>
                  <a:pt x="102" y="488"/>
                </a:lnTo>
                <a:lnTo>
                  <a:pt x="101" y="488"/>
                </a:lnTo>
                <a:lnTo>
                  <a:pt x="100" y="488"/>
                </a:lnTo>
                <a:lnTo>
                  <a:pt x="99" y="489"/>
                </a:lnTo>
                <a:lnTo>
                  <a:pt x="98" y="488"/>
                </a:lnTo>
                <a:lnTo>
                  <a:pt x="98" y="487"/>
                </a:lnTo>
                <a:lnTo>
                  <a:pt x="96" y="487"/>
                </a:lnTo>
                <a:lnTo>
                  <a:pt x="95" y="487"/>
                </a:lnTo>
                <a:lnTo>
                  <a:pt x="94" y="487"/>
                </a:lnTo>
                <a:lnTo>
                  <a:pt x="94" y="486"/>
                </a:lnTo>
                <a:lnTo>
                  <a:pt x="93" y="485"/>
                </a:lnTo>
                <a:lnTo>
                  <a:pt x="93" y="484"/>
                </a:lnTo>
                <a:lnTo>
                  <a:pt x="92" y="484"/>
                </a:lnTo>
                <a:lnTo>
                  <a:pt x="92" y="483"/>
                </a:lnTo>
                <a:lnTo>
                  <a:pt x="91" y="483"/>
                </a:lnTo>
                <a:lnTo>
                  <a:pt x="91" y="482"/>
                </a:lnTo>
                <a:lnTo>
                  <a:pt x="92" y="482"/>
                </a:lnTo>
                <a:lnTo>
                  <a:pt x="92" y="481"/>
                </a:lnTo>
                <a:lnTo>
                  <a:pt x="91" y="481"/>
                </a:lnTo>
                <a:lnTo>
                  <a:pt x="91" y="480"/>
                </a:lnTo>
                <a:lnTo>
                  <a:pt x="90" y="480"/>
                </a:lnTo>
                <a:lnTo>
                  <a:pt x="90" y="481"/>
                </a:lnTo>
                <a:lnTo>
                  <a:pt x="90" y="482"/>
                </a:lnTo>
                <a:lnTo>
                  <a:pt x="89" y="481"/>
                </a:lnTo>
                <a:lnTo>
                  <a:pt x="89" y="480"/>
                </a:lnTo>
                <a:lnTo>
                  <a:pt x="90" y="480"/>
                </a:lnTo>
                <a:lnTo>
                  <a:pt x="90" y="479"/>
                </a:lnTo>
                <a:lnTo>
                  <a:pt x="90" y="480"/>
                </a:lnTo>
                <a:lnTo>
                  <a:pt x="89" y="480"/>
                </a:lnTo>
                <a:lnTo>
                  <a:pt x="89" y="479"/>
                </a:lnTo>
                <a:lnTo>
                  <a:pt x="88" y="479"/>
                </a:lnTo>
                <a:lnTo>
                  <a:pt x="87" y="478"/>
                </a:lnTo>
                <a:lnTo>
                  <a:pt x="86" y="478"/>
                </a:lnTo>
                <a:lnTo>
                  <a:pt x="85" y="478"/>
                </a:lnTo>
                <a:lnTo>
                  <a:pt x="85" y="479"/>
                </a:lnTo>
                <a:lnTo>
                  <a:pt x="84" y="479"/>
                </a:lnTo>
                <a:lnTo>
                  <a:pt x="84" y="480"/>
                </a:lnTo>
                <a:lnTo>
                  <a:pt x="83" y="480"/>
                </a:lnTo>
                <a:lnTo>
                  <a:pt x="84" y="480"/>
                </a:lnTo>
                <a:lnTo>
                  <a:pt x="84" y="481"/>
                </a:lnTo>
                <a:lnTo>
                  <a:pt x="83" y="481"/>
                </a:lnTo>
                <a:lnTo>
                  <a:pt x="83" y="482"/>
                </a:lnTo>
                <a:lnTo>
                  <a:pt x="82" y="482"/>
                </a:lnTo>
                <a:lnTo>
                  <a:pt x="81" y="482"/>
                </a:lnTo>
                <a:lnTo>
                  <a:pt x="81" y="483"/>
                </a:lnTo>
                <a:lnTo>
                  <a:pt x="81" y="482"/>
                </a:lnTo>
                <a:lnTo>
                  <a:pt x="80" y="482"/>
                </a:lnTo>
                <a:lnTo>
                  <a:pt x="79" y="482"/>
                </a:lnTo>
                <a:lnTo>
                  <a:pt x="79" y="481"/>
                </a:lnTo>
                <a:lnTo>
                  <a:pt x="80" y="481"/>
                </a:lnTo>
                <a:lnTo>
                  <a:pt x="79" y="481"/>
                </a:lnTo>
                <a:lnTo>
                  <a:pt x="78" y="481"/>
                </a:lnTo>
                <a:lnTo>
                  <a:pt x="77" y="482"/>
                </a:lnTo>
                <a:lnTo>
                  <a:pt x="77" y="483"/>
                </a:lnTo>
                <a:lnTo>
                  <a:pt x="77" y="484"/>
                </a:lnTo>
                <a:lnTo>
                  <a:pt x="76" y="485"/>
                </a:lnTo>
                <a:lnTo>
                  <a:pt x="76" y="486"/>
                </a:lnTo>
                <a:lnTo>
                  <a:pt x="75" y="486"/>
                </a:lnTo>
                <a:lnTo>
                  <a:pt x="74" y="486"/>
                </a:lnTo>
                <a:lnTo>
                  <a:pt x="74" y="487"/>
                </a:lnTo>
                <a:lnTo>
                  <a:pt x="73" y="487"/>
                </a:lnTo>
                <a:lnTo>
                  <a:pt x="73" y="488"/>
                </a:lnTo>
                <a:lnTo>
                  <a:pt x="72" y="488"/>
                </a:lnTo>
                <a:lnTo>
                  <a:pt x="71" y="488"/>
                </a:lnTo>
                <a:lnTo>
                  <a:pt x="71" y="487"/>
                </a:lnTo>
                <a:lnTo>
                  <a:pt x="70" y="487"/>
                </a:lnTo>
                <a:lnTo>
                  <a:pt x="69" y="487"/>
                </a:lnTo>
                <a:lnTo>
                  <a:pt x="68" y="486"/>
                </a:lnTo>
                <a:lnTo>
                  <a:pt x="67" y="486"/>
                </a:lnTo>
                <a:lnTo>
                  <a:pt x="66" y="486"/>
                </a:lnTo>
                <a:lnTo>
                  <a:pt x="65" y="487"/>
                </a:lnTo>
                <a:lnTo>
                  <a:pt x="65" y="488"/>
                </a:lnTo>
                <a:lnTo>
                  <a:pt x="66" y="489"/>
                </a:lnTo>
                <a:lnTo>
                  <a:pt x="65" y="489"/>
                </a:lnTo>
                <a:lnTo>
                  <a:pt x="64" y="490"/>
                </a:lnTo>
                <a:lnTo>
                  <a:pt x="65" y="491"/>
                </a:lnTo>
                <a:lnTo>
                  <a:pt x="64" y="491"/>
                </a:lnTo>
                <a:lnTo>
                  <a:pt x="64" y="490"/>
                </a:lnTo>
                <a:lnTo>
                  <a:pt x="63" y="490"/>
                </a:lnTo>
                <a:lnTo>
                  <a:pt x="62" y="490"/>
                </a:lnTo>
                <a:lnTo>
                  <a:pt x="61" y="491"/>
                </a:lnTo>
                <a:lnTo>
                  <a:pt x="60" y="490"/>
                </a:lnTo>
                <a:lnTo>
                  <a:pt x="59" y="490"/>
                </a:lnTo>
                <a:lnTo>
                  <a:pt x="58" y="490"/>
                </a:lnTo>
                <a:lnTo>
                  <a:pt x="57" y="490"/>
                </a:lnTo>
                <a:lnTo>
                  <a:pt x="56" y="490"/>
                </a:lnTo>
                <a:lnTo>
                  <a:pt x="56" y="489"/>
                </a:lnTo>
                <a:lnTo>
                  <a:pt x="55" y="488"/>
                </a:lnTo>
                <a:lnTo>
                  <a:pt x="54" y="489"/>
                </a:lnTo>
                <a:lnTo>
                  <a:pt x="53" y="489"/>
                </a:lnTo>
                <a:lnTo>
                  <a:pt x="52" y="489"/>
                </a:lnTo>
                <a:lnTo>
                  <a:pt x="51" y="489"/>
                </a:lnTo>
                <a:lnTo>
                  <a:pt x="50" y="489"/>
                </a:lnTo>
                <a:lnTo>
                  <a:pt x="49" y="489"/>
                </a:lnTo>
                <a:lnTo>
                  <a:pt x="49" y="490"/>
                </a:lnTo>
                <a:lnTo>
                  <a:pt x="48" y="490"/>
                </a:lnTo>
                <a:lnTo>
                  <a:pt x="47" y="490"/>
                </a:lnTo>
                <a:lnTo>
                  <a:pt x="47" y="491"/>
                </a:lnTo>
                <a:lnTo>
                  <a:pt x="46" y="492"/>
                </a:lnTo>
                <a:lnTo>
                  <a:pt x="45" y="492"/>
                </a:lnTo>
                <a:lnTo>
                  <a:pt x="44" y="492"/>
                </a:lnTo>
                <a:lnTo>
                  <a:pt x="44" y="493"/>
                </a:lnTo>
                <a:lnTo>
                  <a:pt x="44" y="492"/>
                </a:lnTo>
                <a:lnTo>
                  <a:pt x="43" y="492"/>
                </a:lnTo>
                <a:lnTo>
                  <a:pt x="42" y="492"/>
                </a:lnTo>
                <a:lnTo>
                  <a:pt x="42" y="493"/>
                </a:lnTo>
                <a:lnTo>
                  <a:pt x="42" y="494"/>
                </a:lnTo>
                <a:lnTo>
                  <a:pt x="41" y="495"/>
                </a:lnTo>
                <a:lnTo>
                  <a:pt x="40" y="495"/>
                </a:lnTo>
                <a:lnTo>
                  <a:pt x="40" y="494"/>
                </a:lnTo>
                <a:lnTo>
                  <a:pt x="40" y="493"/>
                </a:lnTo>
                <a:lnTo>
                  <a:pt x="39" y="493"/>
                </a:lnTo>
                <a:lnTo>
                  <a:pt x="39" y="492"/>
                </a:lnTo>
                <a:lnTo>
                  <a:pt x="40" y="492"/>
                </a:lnTo>
                <a:lnTo>
                  <a:pt x="40" y="491"/>
                </a:lnTo>
                <a:lnTo>
                  <a:pt x="40" y="490"/>
                </a:lnTo>
                <a:lnTo>
                  <a:pt x="41" y="489"/>
                </a:lnTo>
                <a:lnTo>
                  <a:pt x="42" y="489"/>
                </a:lnTo>
                <a:lnTo>
                  <a:pt x="43" y="489"/>
                </a:lnTo>
                <a:lnTo>
                  <a:pt x="42" y="489"/>
                </a:lnTo>
                <a:lnTo>
                  <a:pt x="42" y="488"/>
                </a:lnTo>
                <a:lnTo>
                  <a:pt x="41" y="488"/>
                </a:lnTo>
                <a:lnTo>
                  <a:pt x="40" y="487"/>
                </a:lnTo>
                <a:lnTo>
                  <a:pt x="40" y="486"/>
                </a:lnTo>
                <a:lnTo>
                  <a:pt x="41" y="486"/>
                </a:lnTo>
                <a:lnTo>
                  <a:pt x="41" y="485"/>
                </a:lnTo>
                <a:lnTo>
                  <a:pt x="42" y="484"/>
                </a:lnTo>
                <a:lnTo>
                  <a:pt x="41" y="484"/>
                </a:lnTo>
                <a:lnTo>
                  <a:pt x="41" y="483"/>
                </a:lnTo>
                <a:lnTo>
                  <a:pt x="40" y="482"/>
                </a:lnTo>
                <a:lnTo>
                  <a:pt x="41" y="482"/>
                </a:lnTo>
                <a:lnTo>
                  <a:pt x="41" y="481"/>
                </a:lnTo>
                <a:lnTo>
                  <a:pt x="42" y="481"/>
                </a:lnTo>
                <a:lnTo>
                  <a:pt x="41" y="480"/>
                </a:lnTo>
                <a:lnTo>
                  <a:pt x="40" y="481"/>
                </a:lnTo>
                <a:lnTo>
                  <a:pt x="39" y="481"/>
                </a:lnTo>
                <a:lnTo>
                  <a:pt x="39" y="480"/>
                </a:lnTo>
                <a:lnTo>
                  <a:pt x="38" y="480"/>
                </a:lnTo>
                <a:lnTo>
                  <a:pt x="37" y="480"/>
                </a:lnTo>
                <a:lnTo>
                  <a:pt x="36" y="479"/>
                </a:lnTo>
                <a:lnTo>
                  <a:pt x="36" y="478"/>
                </a:lnTo>
                <a:lnTo>
                  <a:pt x="37" y="478"/>
                </a:lnTo>
                <a:lnTo>
                  <a:pt x="37" y="477"/>
                </a:lnTo>
                <a:lnTo>
                  <a:pt x="38" y="477"/>
                </a:lnTo>
                <a:lnTo>
                  <a:pt x="38" y="476"/>
                </a:lnTo>
                <a:lnTo>
                  <a:pt x="38" y="475"/>
                </a:lnTo>
                <a:lnTo>
                  <a:pt x="37" y="475"/>
                </a:lnTo>
                <a:lnTo>
                  <a:pt x="36" y="475"/>
                </a:lnTo>
                <a:lnTo>
                  <a:pt x="34" y="474"/>
                </a:lnTo>
                <a:lnTo>
                  <a:pt x="34" y="475"/>
                </a:lnTo>
                <a:lnTo>
                  <a:pt x="33" y="475"/>
                </a:lnTo>
                <a:lnTo>
                  <a:pt x="32" y="475"/>
                </a:lnTo>
                <a:lnTo>
                  <a:pt x="32" y="473"/>
                </a:lnTo>
                <a:lnTo>
                  <a:pt x="33" y="472"/>
                </a:lnTo>
                <a:lnTo>
                  <a:pt x="34" y="472"/>
                </a:lnTo>
                <a:lnTo>
                  <a:pt x="34" y="471"/>
                </a:lnTo>
                <a:lnTo>
                  <a:pt x="33" y="471"/>
                </a:lnTo>
                <a:lnTo>
                  <a:pt x="33" y="469"/>
                </a:lnTo>
                <a:lnTo>
                  <a:pt x="34" y="468"/>
                </a:lnTo>
                <a:lnTo>
                  <a:pt x="34" y="467"/>
                </a:lnTo>
                <a:lnTo>
                  <a:pt x="34" y="466"/>
                </a:lnTo>
                <a:lnTo>
                  <a:pt x="35" y="466"/>
                </a:lnTo>
                <a:lnTo>
                  <a:pt x="35" y="467"/>
                </a:lnTo>
                <a:lnTo>
                  <a:pt x="36" y="467"/>
                </a:lnTo>
                <a:lnTo>
                  <a:pt x="36" y="466"/>
                </a:lnTo>
                <a:lnTo>
                  <a:pt x="37" y="466"/>
                </a:lnTo>
                <a:lnTo>
                  <a:pt x="36" y="466"/>
                </a:lnTo>
                <a:lnTo>
                  <a:pt x="36" y="465"/>
                </a:lnTo>
                <a:lnTo>
                  <a:pt x="37" y="464"/>
                </a:lnTo>
                <a:lnTo>
                  <a:pt x="37" y="463"/>
                </a:lnTo>
                <a:lnTo>
                  <a:pt x="36" y="462"/>
                </a:lnTo>
                <a:lnTo>
                  <a:pt x="35" y="461"/>
                </a:lnTo>
                <a:lnTo>
                  <a:pt x="36" y="461"/>
                </a:lnTo>
                <a:lnTo>
                  <a:pt x="36" y="460"/>
                </a:lnTo>
                <a:lnTo>
                  <a:pt x="36" y="459"/>
                </a:lnTo>
                <a:lnTo>
                  <a:pt x="35" y="458"/>
                </a:lnTo>
                <a:lnTo>
                  <a:pt x="34" y="458"/>
                </a:lnTo>
                <a:lnTo>
                  <a:pt x="33" y="457"/>
                </a:lnTo>
                <a:lnTo>
                  <a:pt x="33" y="456"/>
                </a:lnTo>
                <a:lnTo>
                  <a:pt x="32" y="454"/>
                </a:lnTo>
                <a:lnTo>
                  <a:pt x="32" y="453"/>
                </a:lnTo>
                <a:lnTo>
                  <a:pt x="31" y="452"/>
                </a:lnTo>
                <a:lnTo>
                  <a:pt x="31" y="451"/>
                </a:lnTo>
                <a:lnTo>
                  <a:pt x="31" y="450"/>
                </a:lnTo>
                <a:lnTo>
                  <a:pt x="30" y="449"/>
                </a:lnTo>
                <a:lnTo>
                  <a:pt x="30" y="448"/>
                </a:lnTo>
                <a:lnTo>
                  <a:pt x="30" y="447"/>
                </a:lnTo>
                <a:lnTo>
                  <a:pt x="30" y="446"/>
                </a:lnTo>
                <a:lnTo>
                  <a:pt x="30" y="445"/>
                </a:lnTo>
                <a:lnTo>
                  <a:pt x="31" y="445"/>
                </a:lnTo>
                <a:lnTo>
                  <a:pt x="31" y="444"/>
                </a:lnTo>
                <a:lnTo>
                  <a:pt x="33" y="443"/>
                </a:lnTo>
                <a:lnTo>
                  <a:pt x="34" y="442"/>
                </a:lnTo>
                <a:lnTo>
                  <a:pt x="34" y="441"/>
                </a:lnTo>
                <a:lnTo>
                  <a:pt x="34" y="440"/>
                </a:lnTo>
                <a:lnTo>
                  <a:pt x="34" y="439"/>
                </a:lnTo>
                <a:lnTo>
                  <a:pt x="35" y="438"/>
                </a:lnTo>
                <a:lnTo>
                  <a:pt x="35" y="437"/>
                </a:lnTo>
                <a:lnTo>
                  <a:pt x="35" y="436"/>
                </a:lnTo>
                <a:lnTo>
                  <a:pt x="35" y="435"/>
                </a:lnTo>
                <a:lnTo>
                  <a:pt x="36" y="433"/>
                </a:lnTo>
                <a:lnTo>
                  <a:pt x="37" y="433"/>
                </a:lnTo>
                <a:lnTo>
                  <a:pt x="38" y="432"/>
                </a:lnTo>
                <a:lnTo>
                  <a:pt x="39" y="431"/>
                </a:lnTo>
                <a:lnTo>
                  <a:pt x="39" y="430"/>
                </a:lnTo>
                <a:lnTo>
                  <a:pt x="40" y="430"/>
                </a:lnTo>
                <a:lnTo>
                  <a:pt x="40" y="429"/>
                </a:lnTo>
                <a:lnTo>
                  <a:pt x="40" y="428"/>
                </a:lnTo>
                <a:lnTo>
                  <a:pt x="40" y="427"/>
                </a:lnTo>
                <a:lnTo>
                  <a:pt x="40" y="426"/>
                </a:lnTo>
                <a:lnTo>
                  <a:pt x="39" y="426"/>
                </a:lnTo>
                <a:lnTo>
                  <a:pt x="40" y="426"/>
                </a:lnTo>
                <a:lnTo>
                  <a:pt x="40" y="425"/>
                </a:lnTo>
                <a:lnTo>
                  <a:pt x="40" y="424"/>
                </a:lnTo>
                <a:lnTo>
                  <a:pt x="40" y="423"/>
                </a:lnTo>
                <a:lnTo>
                  <a:pt x="39" y="423"/>
                </a:lnTo>
                <a:lnTo>
                  <a:pt x="40" y="423"/>
                </a:lnTo>
                <a:lnTo>
                  <a:pt x="40" y="422"/>
                </a:lnTo>
                <a:lnTo>
                  <a:pt x="39" y="422"/>
                </a:lnTo>
                <a:lnTo>
                  <a:pt x="40" y="421"/>
                </a:lnTo>
                <a:lnTo>
                  <a:pt x="39" y="421"/>
                </a:lnTo>
                <a:lnTo>
                  <a:pt x="40" y="421"/>
                </a:lnTo>
                <a:lnTo>
                  <a:pt x="40" y="420"/>
                </a:lnTo>
                <a:lnTo>
                  <a:pt x="40" y="419"/>
                </a:lnTo>
                <a:lnTo>
                  <a:pt x="39" y="419"/>
                </a:lnTo>
                <a:lnTo>
                  <a:pt x="39" y="418"/>
                </a:lnTo>
                <a:lnTo>
                  <a:pt x="38" y="417"/>
                </a:lnTo>
                <a:lnTo>
                  <a:pt x="39" y="417"/>
                </a:lnTo>
                <a:lnTo>
                  <a:pt x="39" y="416"/>
                </a:lnTo>
                <a:lnTo>
                  <a:pt x="39" y="415"/>
                </a:lnTo>
                <a:lnTo>
                  <a:pt x="40" y="415"/>
                </a:lnTo>
                <a:lnTo>
                  <a:pt x="41" y="414"/>
                </a:lnTo>
                <a:lnTo>
                  <a:pt x="41" y="413"/>
                </a:lnTo>
                <a:lnTo>
                  <a:pt x="41" y="412"/>
                </a:lnTo>
                <a:lnTo>
                  <a:pt x="41" y="411"/>
                </a:lnTo>
                <a:lnTo>
                  <a:pt x="42" y="411"/>
                </a:lnTo>
                <a:lnTo>
                  <a:pt x="42" y="410"/>
                </a:lnTo>
                <a:lnTo>
                  <a:pt x="43" y="410"/>
                </a:lnTo>
                <a:lnTo>
                  <a:pt x="44" y="410"/>
                </a:lnTo>
                <a:lnTo>
                  <a:pt x="44" y="411"/>
                </a:lnTo>
                <a:lnTo>
                  <a:pt x="45" y="411"/>
                </a:lnTo>
                <a:lnTo>
                  <a:pt x="46" y="411"/>
                </a:lnTo>
                <a:lnTo>
                  <a:pt x="47" y="411"/>
                </a:lnTo>
                <a:lnTo>
                  <a:pt x="48" y="411"/>
                </a:lnTo>
                <a:lnTo>
                  <a:pt x="49" y="410"/>
                </a:lnTo>
                <a:lnTo>
                  <a:pt x="49" y="409"/>
                </a:lnTo>
                <a:lnTo>
                  <a:pt x="48" y="409"/>
                </a:lnTo>
                <a:lnTo>
                  <a:pt x="47" y="409"/>
                </a:lnTo>
                <a:lnTo>
                  <a:pt x="47" y="408"/>
                </a:lnTo>
                <a:lnTo>
                  <a:pt x="48" y="408"/>
                </a:lnTo>
                <a:lnTo>
                  <a:pt x="49" y="407"/>
                </a:lnTo>
                <a:lnTo>
                  <a:pt x="50" y="407"/>
                </a:lnTo>
                <a:lnTo>
                  <a:pt x="51" y="407"/>
                </a:lnTo>
                <a:lnTo>
                  <a:pt x="52" y="406"/>
                </a:lnTo>
                <a:lnTo>
                  <a:pt x="53" y="406"/>
                </a:lnTo>
                <a:lnTo>
                  <a:pt x="54" y="406"/>
                </a:lnTo>
                <a:lnTo>
                  <a:pt x="55" y="406"/>
                </a:lnTo>
                <a:lnTo>
                  <a:pt x="56" y="405"/>
                </a:lnTo>
                <a:lnTo>
                  <a:pt x="57" y="404"/>
                </a:lnTo>
                <a:lnTo>
                  <a:pt x="58" y="404"/>
                </a:lnTo>
                <a:lnTo>
                  <a:pt x="58" y="403"/>
                </a:lnTo>
                <a:lnTo>
                  <a:pt x="59" y="403"/>
                </a:lnTo>
                <a:lnTo>
                  <a:pt x="59" y="402"/>
                </a:lnTo>
                <a:lnTo>
                  <a:pt x="58" y="402"/>
                </a:lnTo>
                <a:lnTo>
                  <a:pt x="57" y="401"/>
                </a:lnTo>
                <a:lnTo>
                  <a:pt x="59" y="400"/>
                </a:lnTo>
                <a:lnTo>
                  <a:pt x="58" y="399"/>
                </a:lnTo>
                <a:lnTo>
                  <a:pt x="57" y="399"/>
                </a:lnTo>
                <a:lnTo>
                  <a:pt x="58" y="398"/>
                </a:lnTo>
                <a:lnTo>
                  <a:pt x="57" y="398"/>
                </a:lnTo>
                <a:lnTo>
                  <a:pt x="57" y="397"/>
                </a:lnTo>
                <a:lnTo>
                  <a:pt x="57" y="398"/>
                </a:lnTo>
                <a:lnTo>
                  <a:pt x="56" y="398"/>
                </a:lnTo>
                <a:lnTo>
                  <a:pt x="55" y="398"/>
                </a:lnTo>
                <a:lnTo>
                  <a:pt x="54" y="398"/>
                </a:lnTo>
                <a:lnTo>
                  <a:pt x="54" y="397"/>
                </a:lnTo>
                <a:lnTo>
                  <a:pt x="54" y="396"/>
                </a:lnTo>
                <a:lnTo>
                  <a:pt x="52" y="397"/>
                </a:lnTo>
                <a:lnTo>
                  <a:pt x="51" y="397"/>
                </a:lnTo>
                <a:lnTo>
                  <a:pt x="51" y="398"/>
                </a:lnTo>
                <a:lnTo>
                  <a:pt x="51" y="397"/>
                </a:lnTo>
                <a:lnTo>
                  <a:pt x="50" y="398"/>
                </a:lnTo>
                <a:lnTo>
                  <a:pt x="49" y="398"/>
                </a:lnTo>
                <a:lnTo>
                  <a:pt x="48" y="398"/>
                </a:lnTo>
                <a:lnTo>
                  <a:pt x="48" y="399"/>
                </a:lnTo>
                <a:lnTo>
                  <a:pt x="47" y="399"/>
                </a:lnTo>
                <a:lnTo>
                  <a:pt x="47" y="400"/>
                </a:lnTo>
                <a:lnTo>
                  <a:pt x="46" y="400"/>
                </a:lnTo>
                <a:lnTo>
                  <a:pt x="46" y="401"/>
                </a:lnTo>
                <a:lnTo>
                  <a:pt x="45" y="401"/>
                </a:lnTo>
                <a:lnTo>
                  <a:pt x="44" y="401"/>
                </a:lnTo>
                <a:lnTo>
                  <a:pt x="43" y="401"/>
                </a:lnTo>
                <a:lnTo>
                  <a:pt x="43" y="402"/>
                </a:lnTo>
                <a:lnTo>
                  <a:pt x="43" y="401"/>
                </a:lnTo>
                <a:lnTo>
                  <a:pt x="43" y="400"/>
                </a:lnTo>
                <a:lnTo>
                  <a:pt x="43" y="399"/>
                </a:lnTo>
                <a:lnTo>
                  <a:pt x="42" y="400"/>
                </a:lnTo>
                <a:lnTo>
                  <a:pt x="41" y="399"/>
                </a:lnTo>
                <a:lnTo>
                  <a:pt x="40" y="400"/>
                </a:lnTo>
                <a:lnTo>
                  <a:pt x="39" y="400"/>
                </a:lnTo>
                <a:lnTo>
                  <a:pt x="39" y="399"/>
                </a:lnTo>
                <a:lnTo>
                  <a:pt x="38" y="400"/>
                </a:lnTo>
                <a:lnTo>
                  <a:pt x="37" y="401"/>
                </a:lnTo>
                <a:lnTo>
                  <a:pt x="36" y="401"/>
                </a:lnTo>
                <a:lnTo>
                  <a:pt x="36" y="402"/>
                </a:lnTo>
                <a:lnTo>
                  <a:pt x="34" y="403"/>
                </a:lnTo>
                <a:lnTo>
                  <a:pt x="34" y="402"/>
                </a:lnTo>
                <a:lnTo>
                  <a:pt x="33" y="402"/>
                </a:lnTo>
                <a:lnTo>
                  <a:pt x="32" y="401"/>
                </a:lnTo>
                <a:lnTo>
                  <a:pt x="33" y="401"/>
                </a:lnTo>
                <a:lnTo>
                  <a:pt x="34" y="401"/>
                </a:lnTo>
                <a:lnTo>
                  <a:pt x="34" y="400"/>
                </a:lnTo>
                <a:lnTo>
                  <a:pt x="33" y="400"/>
                </a:lnTo>
                <a:lnTo>
                  <a:pt x="33" y="399"/>
                </a:lnTo>
                <a:lnTo>
                  <a:pt x="34" y="398"/>
                </a:lnTo>
                <a:lnTo>
                  <a:pt x="35" y="398"/>
                </a:lnTo>
                <a:lnTo>
                  <a:pt x="35" y="397"/>
                </a:lnTo>
                <a:lnTo>
                  <a:pt x="36" y="394"/>
                </a:lnTo>
                <a:lnTo>
                  <a:pt x="36" y="393"/>
                </a:lnTo>
                <a:lnTo>
                  <a:pt x="37" y="393"/>
                </a:lnTo>
                <a:lnTo>
                  <a:pt x="38" y="392"/>
                </a:lnTo>
                <a:lnTo>
                  <a:pt x="39" y="391"/>
                </a:lnTo>
                <a:lnTo>
                  <a:pt x="40" y="391"/>
                </a:lnTo>
                <a:lnTo>
                  <a:pt x="40" y="390"/>
                </a:lnTo>
                <a:lnTo>
                  <a:pt x="39" y="389"/>
                </a:lnTo>
                <a:lnTo>
                  <a:pt x="40" y="388"/>
                </a:lnTo>
                <a:lnTo>
                  <a:pt x="41" y="387"/>
                </a:lnTo>
                <a:lnTo>
                  <a:pt x="41" y="386"/>
                </a:lnTo>
                <a:lnTo>
                  <a:pt x="41" y="385"/>
                </a:lnTo>
                <a:lnTo>
                  <a:pt x="41" y="384"/>
                </a:lnTo>
                <a:lnTo>
                  <a:pt x="42" y="384"/>
                </a:lnTo>
                <a:lnTo>
                  <a:pt x="42" y="383"/>
                </a:lnTo>
                <a:lnTo>
                  <a:pt x="41" y="383"/>
                </a:lnTo>
                <a:lnTo>
                  <a:pt x="41" y="382"/>
                </a:lnTo>
                <a:lnTo>
                  <a:pt x="41" y="381"/>
                </a:lnTo>
                <a:lnTo>
                  <a:pt x="40" y="380"/>
                </a:lnTo>
                <a:lnTo>
                  <a:pt x="41" y="380"/>
                </a:lnTo>
                <a:lnTo>
                  <a:pt x="41" y="379"/>
                </a:lnTo>
                <a:lnTo>
                  <a:pt x="42" y="378"/>
                </a:lnTo>
                <a:lnTo>
                  <a:pt x="43" y="378"/>
                </a:lnTo>
                <a:lnTo>
                  <a:pt x="43" y="377"/>
                </a:lnTo>
                <a:lnTo>
                  <a:pt x="44" y="376"/>
                </a:lnTo>
                <a:lnTo>
                  <a:pt x="44" y="377"/>
                </a:lnTo>
                <a:lnTo>
                  <a:pt x="45" y="377"/>
                </a:lnTo>
                <a:lnTo>
                  <a:pt x="46" y="376"/>
                </a:lnTo>
                <a:lnTo>
                  <a:pt x="46" y="375"/>
                </a:lnTo>
                <a:lnTo>
                  <a:pt x="45" y="375"/>
                </a:lnTo>
                <a:lnTo>
                  <a:pt x="46" y="374"/>
                </a:lnTo>
                <a:lnTo>
                  <a:pt x="46" y="373"/>
                </a:lnTo>
                <a:lnTo>
                  <a:pt x="46" y="372"/>
                </a:lnTo>
                <a:lnTo>
                  <a:pt x="46" y="371"/>
                </a:lnTo>
                <a:lnTo>
                  <a:pt x="47" y="371"/>
                </a:lnTo>
                <a:lnTo>
                  <a:pt x="47" y="370"/>
                </a:lnTo>
                <a:lnTo>
                  <a:pt x="47" y="369"/>
                </a:lnTo>
                <a:lnTo>
                  <a:pt x="46" y="369"/>
                </a:lnTo>
                <a:lnTo>
                  <a:pt x="45" y="369"/>
                </a:lnTo>
                <a:lnTo>
                  <a:pt x="44" y="369"/>
                </a:lnTo>
                <a:lnTo>
                  <a:pt x="44" y="368"/>
                </a:lnTo>
                <a:lnTo>
                  <a:pt x="45" y="368"/>
                </a:lnTo>
                <a:lnTo>
                  <a:pt x="45" y="367"/>
                </a:lnTo>
                <a:lnTo>
                  <a:pt x="45" y="366"/>
                </a:lnTo>
                <a:lnTo>
                  <a:pt x="45" y="365"/>
                </a:lnTo>
                <a:lnTo>
                  <a:pt x="46" y="364"/>
                </a:lnTo>
                <a:lnTo>
                  <a:pt x="46" y="363"/>
                </a:lnTo>
                <a:lnTo>
                  <a:pt x="46" y="362"/>
                </a:lnTo>
                <a:lnTo>
                  <a:pt x="47" y="362"/>
                </a:lnTo>
                <a:lnTo>
                  <a:pt x="47" y="361"/>
                </a:lnTo>
                <a:lnTo>
                  <a:pt x="47" y="360"/>
                </a:lnTo>
                <a:lnTo>
                  <a:pt x="47" y="359"/>
                </a:lnTo>
                <a:lnTo>
                  <a:pt x="45" y="359"/>
                </a:lnTo>
                <a:lnTo>
                  <a:pt x="44" y="359"/>
                </a:lnTo>
                <a:lnTo>
                  <a:pt x="43" y="359"/>
                </a:lnTo>
                <a:lnTo>
                  <a:pt x="41" y="359"/>
                </a:lnTo>
                <a:lnTo>
                  <a:pt x="40" y="358"/>
                </a:lnTo>
                <a:lnTo>
                  <a:pt x="39" y="358"/>
                </a:lnTo>
                <a:lnTo>
                  <a:pt x="39" y="357"/>
                </a:lnTo>
                <a:lnTo>
                  <a:pt x="38" y="356"/>
                </a:lnTo>
                <a:lnTo>
                  <a:pt x="37" y="355"/>
                </a:lnTo>
                <a:lnTo>
                  <a:pt x="36" y="355"/>
                </a:lnTo>
                <a:lnTo>
                  <a:pt x="35" y="356"/>
                </a:lnTo>
                <a:lnTo>
                  <a:pt x="35" y="355"/>
                </a:lnTo>
                <a:lnTo>
                  <a:pt x="34" y="355"/>
                </a:lnTo>
                <a:lnTo>
                  <a:pt x="33" y="355"/>
                </a:lnTo>
                <a:lnTo>
                  <a:pt x="32" y="356"/>
                </a:lnTo>
                <a:lnTo>
                  <a:pt x="30" y="355"/>
                </a:lnTo>
                <a:lnTo>
                  <a:pt x="29" y="356"/>
                </a:lnTo>
                <a:lnTo>
                  <a:pt x="29" y="355"/>
                </a:lnTo>
                <a:lnTo>
                  <a:pt x="29" y="354"/>
                </a:lnTo>
                <a:lnTo>
                  <a:pt x="28" y="354"/>
                </a:lnTo>
                <a:lnTo>
                  <a:pt x="28" y="353"/>
                </a:lnTo>
                <a:lnTo>
                  <a:pt x="27" y="353"/>
                </a:lnTo>
                <a:lnTo>
                  <a:pt x="27" y="352"/>
                </a:lnTo>
                <a:lnTo>
                  <a:pt x="27" y="351"/>
                </a:lnTo>
                <a:lnTo>
                  <a:pt x="26" y="351"/>
                </a:lnTo>
                <a:lnTo>
                  <a:pt x="26" y="352"/>
                </a:lnTo>
                <a:lnTo>
                  <a:pt x="25" y="351"/>
                </a:lnTo>
                <a:lnTo>
                  <a:pt x="25" y="350"/>
                </a:lnTo>
                <a:lnTo>
                  <a:pt x="25" y="349"/>
                </a:lnTo>
                <a:lnTo>
                  <a:pt x="25" y="346"/>
                </a:lnTo>
                <a:lnTo>
                  <a:pt x="25" y="345"/>
                </a:lnTo>
                <a:lnTo>
                  <a:pt x="24" y="344"/>
                </a:lnTo>
                <a:lnTo>
                  <a:pt x="24" y="342"/>
                </a:lnTo>
                <a:lnTo>
                  <a:pt x="24" y="341"/>
                </a:lnTo>
                <a:lnTo>
                  <a:pt x="24" y="340"/>
                </a:lnTo>
                <a:lnTo>
                  <a:pt x="24" y="339"/>
                </a:lnTo>
                <a:lnTo>
                  <a:pt x="24" y="338"/>
                </a:lnTo>
                <a:lnTo>
                  <a:pt x="23" y="337"/>
                </a:lnTo>
                <a:lnTo>
                  <a:pt x="23" y="336"/>
                </a:lnTo>
                <a:lnTo>
                  <a:pt x="24" y="335"/>
                </a:lnTo>
                <a:lnTo>
                  <a:pt x="24" y="334"/>
                </a:lnTo>
                <a:lnTo>
                  <a:pt x="25" y="334"/>
                </a:lnTo>
                <a:lnTo>
                  <a:pt x="25" y="333"/>
                </a:lnTo>
                <a:lnTo>
                  <a:pt x="26" y="331"/>
                </a:lnTo>
                <a:lnTo>
                  <a:pt x="27" y="330"/>
                </a:lnTo>
                <a:lnTo>
                  <a:pt x="28" y="330"/>
                </a:lnTo>
                <a:lnTo>
                  <a:pt x="28" y="329"/>
                </a:lnTo>
                <a:lnTo>
                  <a:pt x="28" y="327"/>
                </a:lnTo>
                <a:lnTo>
                  <a:pt x="28" y="326"/>
                </a:lnTo>
                <a:lnTo>
                  <a:pt x="29" y="325"/>
                </a:lnTo>
                <a:lnTo>
                  <a:pt x="29" y="324"/>
                </a:lnTo>
                <a:lnTo>
                  <a:pt x="29" y="323"/>
                </a:lnTo>
                <a:lnTo>
                  <a:pt x="30" y="323"/>
                </a:lnTo>
                <a:lnTo>
                  <a:pt x="30" y="322"/>
                </a:lnTo>
                <a:lnTo>
                  <a:pt x="31" y="322"/>
                </a:lnTo>
                <a:lnTo>
                  <a:pt x="31" y="321"/>
                </a:lnTo>
                <a:lnTo>
                  <a:pt x="31" y="320"/>
                </a:lnTo>
                <a:lnTo>
                  <a:pt x="29" y="320"/>
                </a:lnTo>
                <a:lnTo>
                  <a:pt x="28" y="320"/>
                </a:lnTo>
                <a:lnTo>
                  <a:pt x="28" y="319"/>
                </a:lnTo>
                <a:lnTo>
                  <a:pt x="27" y="319"/>
                </a:lnTo>
                <a:lnTo>
                  <a:pt x="27" y="318"/>
                </a:lnTo>
                <a:lnTo>
                  <a:pt x="26" y="317"/>
                </a:lnTo>
                <a:lnTo>
                  <a:pt x="26" y="316"/>
                </a:lnTo>
                <a:lnTo>
                  <a:pt x="26" y="317"/>
                </a:lnTo>
                <a:lnTo>
                  <a:pt x="25" y="316"/>
                </a:lnTo>
                <a:lnTo>
                  <a:pt x="25" y="315"/>
                </a:lnTo>
                <a:lnTo>
                  <a:pt x="25" y="314"/>
                </a:lnTo>
                <a:lnTo>
                  <a:pt x="24" y="314"/>
                </a:lnTo>
                <a:lnTo>
                  <a:pt x="24" y="313"/>
                </a:lnTo>
                <a:lnTo>
                  <a:pt x="23" y="313"/>
                </a:lnTo>
                <a:lnTo>
                  <a:pt x="22" y="312"/>
                </a:lnTo>
                <a:lnTo>
                  <a:pt x="21" y="311"/>
                </a:lnTo>
                <a:lnTo>
                  <a:pt x="21" y="310"/>
                </a:lnTo>
                <a:lnTo>
                  <a:pt x="20" y="308"/>
                </a:lnTo>
                <a:lnTo>
                  <a:pt x="20" y="307"/>
                </a:lnTo>
                <a:lnTo>
                  <a:pt x="20" y="306"/>
                </a:lnTo>
                <a:lnTo>
                  <a:pt x="19" y="306"/>
                </a:lnTo>
                <a:lnTo>
                  <a:pt x="19" y="307"/>
                </a:lnTo>
                <a:lnTo>
                  <a:pt x="18" y="307"/>
                </a:lnTo>
                <a:lnTo>
                  <a:pt x="17" y="306"/>
                </a:lnTo>
                <a:lnTo>
                  <a:pt x="17" y="305"/>
                </a:lnTo>
                <a:lnTo>
                  <a:pt x="17" y="304"/>
                </a:lnTo>
                <a:lnTo>
                  <a:pt x="17" y="303"/>
                </a:lnTo>
                <a:lnTo>
                  <a:pt x="18" y="302"/>
                </a:lnTo>
                <a:lnTo>
                  <a:pt x="19" y="301"/>
                </a:lnTo>
                <a:lnTo>
                  <a:pt x="19" y="300"/>
                </a:lnTo>
                <a:lnTo>
                  <a:pt x="20" y="299"/>
                </a:lnTo>
                <a:lnTo>
                  <a:pt x="21" y="298"/>
                </a:lnTo>
                <a:lnTo>
                  <a:pt x="22" y="296"/>
                </a:lnTo>
                <a:lnTo>
                  <a:pt x="22" y="294"/>
                </a:lnTo>
                <a:lnTo>
                  <a:pt x="23" y="293"/>
                </a:lnTo>
                <a:lnTo>
                  <a:pt x="24" y="292"/>
                </a:lnTo>
                <a:lnTo>
                  <a:pt x="24" y="291"/>
                </a:lnTo>
                <a:lnTo>
                  <a:pt x="25" y="288"/>
                </a:lnTo>
                <a:lnTo>
                  <a:pt x="26" y="287"/>
                </a:lnTo>
                <a:lnTo>
                  <a:pt x="26" y="286"/>
                </a:lnTo>
                <a:lnTo>
                  <a:pt x="25" y="286"/>
                </a:lnTo>
                <a:lnTo>
                  <a:pt x="24" y="286"/>
                </a:lnTo>
                <a:lnTo>
                  <a:pt x="24" y="284"/>
                </a:lnTo>
                <a:lnTo>
                  <a:pt x="24" y="283"/>
                </a:lnTo>
                <a:lnTo>
                  <a:pt x="25" y="282"/>
                </a:lnTo>
                <a:lnTo>
                  <a:pt x="26" y="282"/>
                </a:lnTo>
                <a:lnTo>
                  <a:pt x="26" y="281"/>
                </a:lnTo>
                <a:lnTo>
                  <a:pt x="26" y="280"/>
                </a:lnTo>
                <a:lnTo>
                  <a:pt x="26" y="279"/>
                </a:lnTo>
                <a:lnTo>
                  <a:pt x="26" y="278"/>
                </a:lnTo>
                <a:lnTo>
                  <a:pt x="26" y="277"/>
                </a:lnTo>
                <a:lnTo>
                  <a:pt x="26" y="278"/>
                </a:lnTo>
                <a:lnTo>
                  <a:pt x="25" y="279"/>
                </a:lnTo>
                <a:lnTo>
                  <a:pt x="24" y="279"/>
                </a:lnTo>
                <a:lnTo>
                  <a:pt x="24" y="278"/>
                </a:lnTo>
                <a:lnTo>
                  <a:pt x="23" y="278"/>
                </a:lnTo>
                <a:lnTo>
                  <a:pt x="22" y="278"/>
                </a:lnTo>
                <a:lnTo>
                  <a:pt x="22" y="279"/>
                </a:lnTo>
                <a:lnTo>
                  <a:pt x="21" y="279"/>
                </a:lnTo>
                <a:lnTo>
                  <a:pt x="20" y="278"/>
                </a:lnTo>
                <a:lnTo>
                  <a:pt x="19" y="278"/>
                </a:lnTo>
                <a:lnTo>
                  <a:pt x="19" y="279"/>
                </a:lnTo>
                <a:lnTo>
                  <a:pt x="17" y="279"/>
                </a:lnTo>
                <a:lnTo>
                  <a:pt x="15" y="280"/>
                </a:lnTo>
                <a:lnTo>
                  <a:pt x="15" y="279"/>
                </a:lnTo>
                <a:lnTo>
                  <a:pt x="15" y="280"/>
                </a:lnTo>
                <a:lnTo>
                  <a:pt x="14" y="280"/>
                </a:lnTo>
                <a:lnTo>
                  <a:pt x="14" y="281"/>
                </a:lnTo>
                <a:lnTo>
                  <a:pt x="13" y="281"/>
                </a:lnTo>
                <a:lnTo>
                  <a:pt x="13" y="280"/>
                </a:lnTo>
                <a:lnTo>
                  <a:pt x="12" y="280"/>
                </a:lnTo>
                <a:lnTo>
                  <a:pt x="12" y="281"/>
                </a:lnTo>
                <a:lnTo>
                  <a:pt x="11" y="282"/>
                </a:lnTo>
                <a:lnTo>
                  <a:pt x="10" y="282"/>
                </a:lnTo>
                <a:lnTo>
                  <a:pt x="8" y="282"/>
                </a:lnTo>
                <a:lnTo>
                  <a:pt x="7" y="280"/>
                </a:lnTo>
                <a:lnTo>
                  <a:pt x="6" y="280"/>
                </a:lnTo>
                <a:lnTo>
                  <a:pt x="5" y="280"/>
                </a:lnTo>
                <a:lnTo>
                  <a:pt x="4" y="280"/>
                </a:lnTo>
                <a:lnTo>
                  <a:pt x="3" y="280"/>
                </a:lnTo>
                <a:lnTo>
                  <a:pt x="2" y="280"/>
                </a:lnTo>
                <a:lnTo>
                  <a:pt x="2" y="279"/>
                </a:lnTo>
                <a:lnTo>
                  <a:pt x="2" y="278"/>
                </a:lnTo>
                <a:lnTo>
                  <a:pt x="2" y="277"/>
                </a:lnTo>
                <a:lnTo>
                  <a:pt x="1" y="277"/>
                </a:lnTo>
                <a:lnTo>
                  <a:pt x="2" y="276"/>
                </a:lnTo>
                <a:lnTo>
                  <a:pt x="3" y="275"/>
                </a:lnTo>
                <a:lnTo>
                  <a:pt x="4" y="275"/>
                </a:lnTo>
                <a:lnTo>
                  <a:pt x="4" y="274"/>
                </a:lnTo>
                <a:lnTo>
                  <a:pt x="4" y="273"/>
                </a:lnTo>
                <a:lnTo>
                  <a:pt x="3" y="273"/>
                </a:lnTo>
                <a:lnTo>
                  <a:pt x="2" y="273"/>
                </a:lnTo>
                <a:lnTo>
                  <a:pt x="1" y="272"/>
                </a:lnTo>
                <a:lnTo>
                  <a:pt x="2" y="271"/>
                </a:lnTo>
                <a:lnTo>
                  <a:pt x="1" y="270"/>
                </a:lnTo>
                <a:lnTo>
                  <a:pt x="1" y="269"/>
                </a:lnTo>
                <a:lnTo>
                  <a:pt x="1" y="268"/>
                </a:lnTo>
                <a:lnTo>
                  <a:pt x="3" y="267"/>
                </a:lnTo>
                <a:lnTo>
                  <a:pt x="4" y="265"/>
                </a:lnTo>
                <a:lnTo>
                  <a:pt x="4" y="264"/>
                </a:lnTo>
                <a:lnTo>
                  <a:pt x="4" y="262"/>
                </a:lnTo>
                <a:lnTo>
                  <a:pt x="3" y="263"/>
                </a:lnTo>
                <a:lnTo>
                  <a:pt x="2" y="263"/>
                </a:lnTo>
                <a:lnTo>
                  <a:pt x="1" y="263"/>
                </a:lnTo>
                <a:lnTo>
                  <a:pt x="1" y="262"/>
                </a:lnTo>
                <a:lnTo>
                  <a:pt x="1" y="263"/>
                </a:lnTo>
                <a:lnTo>
                  <a:pt x="0" y="262"/>
                </a:lnTo>
                <a:lnTo>
                  <a:pt x="0" y="261"/>
                </a:lnTo>
                <a:lnTo>
                  <a:pt x="0" y="260"/>
                </a:lnTo>
                <a:lnTo>
                  <a:pt x="0" y="259"/>
                </a:lnTo>
                <a:lnTo>
                  <a:pt x="1" y="259"/>
                </a:lnTo>
                <a:lnTo>
                  <a:pt x="1" y="258"/>
                </a:lnTo>
                <a:lnTo>
                  <a:pt x="1" y="257"/>
                </a:lnTo>
                <a:lnTo>
                  <a:pt x="2" y="256"/>
                </a:lnTo>
                <a:lnTo>
                  <a:pt x="2" y="255"/>
                </a:lnTo>
                <a:lnTo>
                  <a:pt x="2" y="253"/>
                </a:lnTo>
                <a:lnTo>
                  <a:pt x="2" y="252"/>
                </a:lnTo>
                <a:lnTo>
                  <a:pt x="2" y="251"/>
                </a:lnTo>
                <a:lnTo>
                  <a:pt x="3" y="251"/>
                </a:lnTo>
                <a:lnTo>
                  <a:pt x="4" y="250"/>
                </a:lnTo>
                <a:lnTo>
                  <a:pt x="6" y="249"/>
                </a:lnTo>
                <a:lnTo>
                  <a:pt x="6" y="248"/>
                </a:lnTo>
                <a:lnTo>
                  <a:pt x="7" y="248"/>
                </a:lnTo>
                <a:lnTo>
                  <a:pt x="7" y="246"/>
                </a:lnTo>
                <a:lnTo>
                  <a:pt x="8" y="245"/>
                </a:lnTo>
                <a:lnTo>
                  <a:pt x="8" y="244"/>
                </a:lnTo>
                <a:lnTo>
                  <a:pt x="10" y="243"/>
                </a:lnTo>
                <a:lnTo>
                  <a:pt x="11" y="242"/>
                </a:lnTo>
                <a:lnTo>
                  <a:pt x="11" y="241"/>
                </a:lnTo>
                <a:lnTo>
                  <a:pt x="10" y="240"/>
                </a:lnTo>
                <a:lnTo>
                  <a:pt x="12" y="239"/>
                </a:lnTo>
                <a:lnTo>
                  <a:pt x="13" y="238"/>
                </a:lnTo>
                <a:lnTo>
                  <a:pt x="13" y="237"/>
                </a:lnTo>
                <a:lnTo>
                  <a:pt x="14" y="237"/>
                </a:lnTo>
                <a:lnTo>
                  <a:pt x="14" y="236"/>
                </a:lnTo>
                <a:lnTo>
                  <a:pt x="15" y="236"/>
                </a:lnTo>
                <a:lnTo>
                  <a:pt x="16" y="234"/>
                </a:lnTo>
                <a:lnTo>
                  <a:pt x="16" y="233"/>
                </a:lnTo>
                <a:lnTo>
                  <a:pt x="17" y="232"/>
                </a:lnTo>
                <a:lnTo>
                  <a:pt x="16" y="230"/>
                </a:lnTo>
                <a:lnTo>
                  <a:pt x="16" y="229"/>
                </a:lnTo>
                <a:lnTo>
                  <a:pt x="16" y="228"/>
                </a:lnTo>
                <a:lnTo>
                  <a:pt x="15" y="227"/>
                </a:lnTo>
                <a:lnTo>
                  <a:pt x="14" y="227"/>
                </a:lnTo>
                <a:lnTo>
                  <a:pt x="13" y="227"/>
                </a:lnTo>
                <a:lnTo>
                  <a:pt x="13" y="226"/>
                </a:lnTo>
                <a:lnTo>
                  <a:pt x="13" y="225"/>
                </a:lnTo>
                <a:lnTo>
                  <a:pt x="14" y="224"/>
                </a:lnTo>
                <a:lnTo>
                  <a:pt x="15" y="222"/>
                </a:lnTo>
                <a:lnTo>
                  <a:pt x="15" y="221"/>
                </a:lnTo>
                <a:lnTo>
                  <a:pt x="15" y="220"/>
                </a:lnTo>
                <a:lnTo>
                  <a:pt x="17" y="219"/>
                </a:lnTo>
                <a:lnTo>
                  <a:pt x="18" y="219"/>
                </a:lnTo>
                <a:lnTo>
                  <a:pt x="19" y="218"/>
                </a:lnTo>
                <a:lnTo>
                  <a:pt x="19" y="217"/>
                </a:lnTo>
                <a:lnTo>
                  <a:pt x="20" y="216"/>
                </a:lnTo>
                <a:lnTo>
                  <a:pt x="21" y="216"/>
                </a:lnTo>
                <a:lnTo>
                  <a:pt x="22" y="216"/>
                </a:lnTo>
                <a:lnTo>
                  <a:pt x="22" y="217"/>
                </a:lnTo>
                <a:lnTo>
                  <a:pt x="24" y="217"/>
                </a:lnTo>
                <a:lnTo>
                  <a:pt x="24" y="216"/>
                </a:lnTo>
                <a:lnTo>
                  <a:pt x="24" y="215"/>
                </a:lnTo>
                <a:lnTo>
                  <a:pt x="25" y="214"/>
                </a:lnTo>
                <a:lnTo>
                  <a:pt x="25" y="213"/>
                </a:lnTo>
                <a:lnTo>
                  <a:pt x="26" y="213"/>
                </a:lnTo>
                <a:lnTo>
                  <a:pt x="26" y="214"/>
                </a:lnTo>
                <a:lnTo>
                  <a:pt x="27" y="215"/>
                </a:lnTo>
                <a:lnTo>
                  <a:pt x="27" y="214"/>
                </a:lnTo>
                <a:lnTo>
                  <a:pt x="28" y="215"/>
                </a:lnTo>
                <a:lnTo>
                  <a:pt x="29" y="215"/>
                </a:lnTo>
                <a:lnTo>
                  <a:pt x="30" y="215"/>
                </a:lnTo>
                <a:lnTo>
                  <a:pt x="30" y="214"/>
                </a:lnTo>
                <a:lnTo>
                  <a:pt x="30" y="213"/>
                </a:lnTo>
                <a:lnTo>
                  <a:pt x="31" y="213"/>
                </a:lnTo>
                <a:lnTo>
                  <a:pt x="31" y="212"/>
                </a:lnTo>
                <a:lnTo>
                  <a:pt x="32" y="212"/>
                </a:lnTo>
                <a:lnTo>
                  <a:pt x="32" y="213"/>
                </a:lnTo>
                <a:lnTo>
                  <a:pt x="32" y="212"/>
                </a:lnTo>
                <a:lnTo>
                  <a:pt x="33" y="212"/>
                </a:lnTo>
                <a:lnTo>
                  <a:pt x="34" y="212"/>
                </a:lnTo>
                <a:lnTo>
                  <a:pt x="35" y="212"/>
                </a:lnTo>
                <a:lnTo>
                  <a:pt x="34" y="211"/>
                </a:lnTo>
                <a:lnTo>
                  <a:pt x="34" y="210"/>
                </a:lnTo>
                <a:lnTo>
                  <a:pt x="35" y="210"/>
                </a:lnTo>
                <a:lnTo>
                  <a:pt x="35" y="209"/>
                </a:lnTo>
                <a:lnTo>
                  <a:pt x="36" y="210"/>
                </a:lnTo>
                <a:lnTo>
                  <a:pt x="37" y="210"/>
                </a:lnTo>
                <a:lnTo>
                  <a:pt x="37" y="209"/>
                </a:lnTo>
                <a:lnTo>
                  <a:pt x="38" y="209"/>
                </a:lnTo>
                <a:lnTo>
                  <a:pt x="38" y="210"/>
                </a:lnTo>
                <a:lnTo>
                  <a:pt x="39" y="210"/>
                </a:lnTo>
                <a:lnTo>
                  <a:pt x="40" y="210"/>
                </a:lnTo>
                <a:lnTo>
                  <a:pt x="40" y="211"/>
                </a:lnTo>
                <a:lnTo>
                  <a:pt x="40" y="210"/>
                </a:lnTo>
                <a:lnTo>
                  <a:pt x="40" y="209"/>
                </a:lnTo>
                <a:lnTo>
                  <a:pt x="41" y="209"/>
                </a:lnTo>
                <a:lnTo>
                  <a:pt x="41" y="208"/>
                </a:lnTo>
                <a:lnTo>
                  <a:pt x="42" y="208"/>
                </a:lnTo>
                <a:lnTo>
                  <a:pt x="42" y="207"/>
                </a:lnTo>
                <a:lnTo>
                  <a:pt x="41" y="207"/>
                </a:lnTo>
                <a:lnTo>
                  <a:pt x="41" y="206"/>
                </a:lnTo>
                <a:lnTo>
                  <a:pt x="40" y="206"/>
                </a:lnTo>
                <a:lnTo>
                  <a:pt x="40" y="205"/>
                </a:lnTo>
                <a:lnTo>
                  <a:pt x="39" y="205"/>
                </a:lnTo>
                <a:lnTo>
                  <a:pt x="40" y="205"/>
                </a:lnTo>
                <a:lnTo>
                  <a:pt x="40" y="204"/>
                </a:lnTo>
                <a:lnTo>
                  <a:pt x="39" y="203"/>
                </a:lnTo>
                <a:lnTo>
                  <a:pt x="39" y="202"/>
                </a:lnTo>
                <a:lnTo>
                  <a:pt x="39" y="201"/>
                </a:lnTo>
                <a:lnTo>
                  <a:pt x="38" y="201"/>
                </a:lnTo>
                <a:lnTo>
                  <a:pt x="38" y="200"/>
                </a:lnTo>
                <a:lnTo>
                  <a:pt x="38" y="199"/>
                </a:lnTo>
                <a:lnTo>
                  <a:pt x="38" y="198"/>
                </a:lnTo>
                <a:lnTo>
                  <a:pt x="37" y="198"/>
                </a:lnTo>
                <a:lnTo>
                  <a:pt x="37" y="197"/>
                </a:lnTo>
                <a:lnTo>
                  <a:pt x="37" y="196"/>
                </a:lnTo>
                <a:lnTo>
                  <a:pt x="38" y="197"/>
                </a:lnTo>
                <a:lnTo>
                  <a:pt x="38" y="196"/>
                </a:lnTo>
                <a:lnTo>
                  <a:pt x="39" y="196"/>
                </a:lnTo>
                <a:lnTo>
                  <a:pt x="40" y="196"/>
                </a:lnTo>
                <a:lnTo>
                  <a:pt x="41" y="196"/>
                </a:lnTo>
                <a:lnTo>
                  <a:pt x="42" y="196"/>
                </a:lnTo>
                <a:lnTo>
                  <a:pt x="43" y="196"/>
                </a:lnTo>
                <a:lnTo>
                  <a:pt x="44" y="196"/>
                </a:lnTo>
                <a:lnTo>
                  <a:pt x="45" y="196"/>
                </a:lnTo>
                <a:lnTo>
                  <a:pt x="45" y="195"/>
                </a:lnTo>
                <a:lnTo>
                  <a:pt x="46" y="195"/>
                </a:lnTo>
                <a:lnTo>
                  <a:pt x="47" y="195"/>
                </a:lnTo>
                <a:lnTo>
                  <a:pt x="47" y="194"/>
                </a:lnTo>
                <a:lnTo>
                  <a:pt x="47" y="193"/>
                </a:lnTo>
                <a:lnTo>
                  <a:pt x="48" y="192"/>
                </a:lnTo>
                <a:lnTo>
                  <a:pt x="49" y="191"/>
                </a:lnTo>
                <a:lnTo>
                  <a:pt x="49" y="189"/>
                </a:lnTo>
                <a:lnTo>
                  <a:pt x="50" y="189"/>
                </a:lnTo>
                <a:lnTo>
                  <a:pt x="51" y="188"/>
                </a:lnTo>
                <a:lnTo>
                  <a:pt x="51" y="187"/>
                </a:lnTo>
                <a:lnTo>
                  <a:pt x="52" y="187"/>
                </a:lnTo>
                <a:lnTo>
                  <a:pt x="53" y="187"/>
                </a:lnTo>
                <a:lnTo>
                  <a:pt x="54" y="187"/>
                </a:lnTo>
                <a:lnTo>
                  <a:pt x="54" y="186"/>
                </a:lnTo>
                <a:lnTo>
                  <a:pt x="54" y="185"/>
                </a:lnTo>
                <a:lnTo>
                  <a:pt x="55" y="185"/>
                </a:lnTo>
                <a:lnTo>
                  <a:pt x="55" y="184"/>
                </a:lnTo>
                <a:lnTo>
                  <a:pt x="55" y="183"/>
                </a:lnTo>
                <a:lnTo>
                  <a:pt x="56" y="183"/>
                </a:lnTo>
                <a:lnTo>
                  <a:pt x="57" y="183"/>
                </a:lnTo>
                <a:lnTo>
                  <a:pt x="58" y="182"/>
                </a:lnTo>
                <a:lnTo>
                  <a:pt x="58" y="181"/>
                </a:lnTo>
                <a:lnTo>
                  <a:pt x="59" y="181"/>
                </a:lnTo>
                <a:lnTo>
                  <a:pt x="59" y="180"/>
                </a:lnTo>
                <a:lnTo>
                  <a:pt x="60" y="180"/>
                </a:lnTo>
                <a:lnTo>
                  <a:pt x="61" y="180"/>
                </a:lnTo>
                <a:lnTo>
                  <a:pt x="61" y="179"/>
                </a:lnTo>
                <a:lnTo>
                  <a:pt x="60" y="178"/>
                </a:lnTo>
                <a:lnTo>
                  <a:pt x="60" y="179"/>
                </a:lnTo>
                <a:lnTo>
                  <a:pt x="60" y="178"/>
                </a:lnTo>
                <a:lnTo>
                  <a:pt x="59" y="178"/>
                </a:lnTo>
                <a:lnTo>
                  <a:pt x="59" y="177"/>
                </a:lnTo>
                <a:lnTo>
                  <a:pt x="60" y="177"/>
                </a:lnTo>
                <a:lnTo>
                  <a:pt x="60" y="178"/>
                </a:lnTo>
                <a:lnTo>
                  <a:pt x="60" y="177"/>
                </a:lnTo>
                <a:lnTo>
                  <a:pt x="61" y="177"/>
                </a:lnTo>
                <a:lnTo>
                  <a:pt x="61" y="176"/>
                </a:lnTo>
                <a:lnTo>
                  <a:pt x="60" y="176"/>
                </a:lnTo>
                <a:lnTo>
                  <a:pt x="60" y="175"/>
                </a:lnTo>
                <a:lnTo>
                  <a:pt x="61" y="175"/>
                </a:lnTo>
                <a:lnTo>
                  <a:pt x="61" y="174"/>
                </a:lnTo>
                <a:lnTo>
                  <a:pt x="61" y="173"/>
                </a:lnTo>
                <a:lnTo>
                  <a:pt x="61" y="172"/>
                </a:lnTo>
                <a:lnTo>
                  <a:pt x="60" y="172"/>
                </a:lnTo>
                <a:lnTo>
                  <a:pt x="59" y="172"/>
                </a:lnTo>
                <a:lnTo>
                  <a:pt x="58" y="172"/>
                </a:lnTo>
                <a:lnTo>
                  <a:pt x="57" y="172"/>
                </a:lnTo>
                <a:lnTo>
                  <a:pt x="57" y="171"/>
                </a:lnTo>
                <a:lnTo>
                  <a:pt x="56" y="170"/>
                </a:lnTo>
                <a:lnTo>
                  <a:pt x="55" y="169"/>
                </a:lnTo>
                <a:lnTo>
                  <a:pt x="55" y="168"/>
                </a:lnTo>
                <a:lnTo>
                  <a:pt x="54" y="168"/>
                </a:lnTo>
                <a:lnTo>
                  <a:pt x="55" y="168"/>
                </a:lnTo>
                <a:lnTo>
                  <a:pt x="55" y="167"/>
                </a:lnTo>
                <a:lnTo>
                  <a:pt x="56" y="166"/>
                </a:lnTo>
                <a:lnTo>
                  <a:pt x="57" y="165"/>
                </a:lnTo>
                <a:lnTo>
                  <a:pt x="58" y="164"/>
                </a:lnTo>
                <a:lnTo>
                  <a:pt x="57" y="163"/>
                </a:lnTo>
                <a:lnTo>
                  <a:pt x="56" y="163"/>
                </a:lnTo>
                <a:lnTo>
                  <a:pt x="56" y="162"/>
                </a:lnTo>
                <a:lnTo>
                  <a:pt x="55" y="162"/>
                </a:lnTo>
                <a:lnTo>
                  <a:pt x="54" y="162"/>
                </a:lnTo>
                <a:lnTo>
                  <a:pt x="53" y="162"/>
                </a:lnTo>
                <a:lnTo>
                  <a:pt x="52" y="161"/>
                </a:lnTo>
                <a:lnTo>
                  <a:pt x="51" y="160"/>
                </a:lnTo>
                <a:lnTo>
                  <a:pt x="50" y="159"/>
                </a:lnTo>
                <a:lnTo>
                  <a:pt x="50" y="158"/>
                </a:lnTo>
                <a:lnTo>
                  <a:pt x="49" y="158"/>
                </a:lnTo>
                <a:lnTo>
                  <a:pt x="48" y="158"/>
                </a:lnTo>
                <a:lnTo>
                  <a:pt x="48" y="157"/>
                </a:lnTo>
                <a:lnTo>
                  <a:pt x="48" y="158"/>
                </a:lnTo>
                <a:lnTo>
                  <a:pt x="47" y="158"/>
                </a:lnTo>
                <a:lnTo>
                  <a:pt x="46" y="157"/>
                </a:lnTo>
                <a:lnTo>
                  <a:pt x="46" y="156"/>
                </a:lnTo>
                <a:lnTo>
                  <a:pt x="45" y="156"/>
                </a:lnTo>
                <a:lnTo>
                  <a:pt x="46" y="155"/>
                </a:lnTo>
                <a:lnTo>
                  <a:pt x="46" y="154"/>
                </a:lnTo>
                <a:lnTo>
                  <a:pt x="47" y="154"/>
                </a:lnTo>
                <a:lnTo>
                  <a:pt x="47" y="153"/>
                </a:lnTo>
                <a:lnTo>
                  <a:pt x="48" y="153"/>
                </a:lnTo>
                <a:lnTo>
                  <a:pt x="49" y="152"/>
                </a:lnTo>
                <a:lnTo>
                  <a:pt x="49" y="151"/>
                </a:lnTo>
                <a:lnTo>
                  <a:pt x="50" y="151"/>
                </a:lnTo>
                <a:lnTo>
                  <a:pt x="50" y="150"/>
                </a:lnTo>
                <a:lnTo>
                  <a:pt x="49" y="150"/>
                </a:lnTo>
                <a:lnTo>
                  <a:pt x="49" y="149"/>
                </a:lnTo>
                <a:lnTo>
                  <a:pt x="49" y="148"/>
                </a:lnTo>
                <a:lnTo>
                  <a:pt x="50" y="147"/>
                </a:lnTo>
                <a:lnTo>
                  <a:pt x="49" y="146"/>
                </a:lnTo>
                <a:lnTo>
                  <a:pt x="50" y="146"/>
                </a:lnTo>
                <a:lnTo>
                  <a:pt x="50" y="145"/>
                </a:lnTo>
                <a:lnTo>
                  <a:pt x="49" y="145"/>
                </a:lnTo>
                <a:lnTo>
                  <a:pt x="50" y="144"/>
                </a:lnTo>
                <a:lnTo>
                  <a:pt x="49" y="144"/>
                </a:lnTo>
                <a:lnTo>
                  <a:pt x="49" y="143"/>
                </a:lnTo>
                <a:lnTo>
                  <a:pt x="49" y="142"/>
                </a:lnTo>
                <a:lnTo>
                  <a:pt x="49" y="141"/>
                </a:lnTo>
                <a:lnTo>
                  <a:pt x="50" y="141"/>
                </a:lnTo>
                <a:lnTo>
                  <a:pt x="51" y="140"/>
                </a:lnTo>
                <a:lnTo>
                  <a:pt x="51" y="139"/>
                </a:lnTo>
                <a:lnTo>
                  <a:pt x="51" y="138"/>
                </a:lnTo>
                <a:lnTo>
                  <a:pt x="51" y="137"/>
                </a:lnTo>
                <a:lnTo>
                  <a:pt x="51" y="136"/>
                </a:lnTo>
                <a:lnTo>
                  <a:pt x="52" y="135"/>
                </a:lnTo>
                <a:lnTo>
                  <a:pt x="52" y="134"/>
                </a:lnTo>
                <a:lnTo>
                  <a:pt x="51" y="133"/>
                </a:lnTo>
                <a:lnTo>
                  <a:pt x="50" y="133"/>
                </a:lnTo>
                <a:lnTo>
                  <a:pt x="50" y="132"/>
                </a:lnTo>
                <a:lnTo>
                  <a:pt x="51" y="132"/>
                </a:lnTo>
                <a:lnTo>
                  <a:pt x="51" y="131"/>
                </a:lnTo>
                <a:lnTo>
                  <a:pt x="51" y="130"/>
                </a:lnTo>
                <a:lnTo>
                  <a:pt x="52" y="129"/>
                </a:lnTo>
                <a:lnTo>
                  <a:pt x="51" y="129"/>
                </a:lnTo>
                <a:lnTo>
                  <a:pt x="51" y="128"/>
                </a:lnTo>
                <a:lnTo>
                  <a:pt x="51" y="127"/>
                </a:lnTo>
                <a:lnTo>
                  <a:pt x="51" y="128"/>
                </a:lnTo>
                <a:lnTo>
                  <a:pt x="50" y="128"/>
                </a:lnTo>
                <a:lnTo>
                  <a:pt x="49" y="128"/>
                </a:lnTo>
                <a:lnTo>
                  <a:pt x="49" y="127"/>
                </a:lnTo>
                <a:lnTo>
                  <a:pt x="49" y="126"/>
                </a:lnTo>
                <a:lnTo>
                  <a:pt x="48" y="127"/>
                </a:lnTo>
                <a:lnTo>
                  <a:pt x="47" y="127"/>
                </a:lnTo>
                <a:lnTo>
                  <a:pt x="47" y="128"/>
                </a:lnTo>
                <a:lnTo>
                  <a:pt x="46" y="128"/>
                </a:lnTo>
                <a:lnTo>
                  <a:pt x="46" y="127"/>
                </a:lnTo>
                <a:lnTo>
                  <a:pt x="45" y="127"/>
                </a:lnTo>
                <a:lnTo>
                  <a:pt x="45" y="128"/>
                </a:lnTo>
                <a:lnTo>
                  <a:pt x="44" y="127"/>
                </a:lnTo>
                <a:lnTo>
                  <a:pt x="44" y="126"/>
                </a:lnTo>
                <a:lnTo>
                  <a:pt x="43" y="126"/>
                </a:lnTo>
                <a:lnTo>
                  <a:pt x="43" y="125"/>
                </a:lnTo>
                <a:lnTo>
                  <a:pt x="43" y="124"/>
                </a:lnTo>
                <a:lnTo>
                  <a:pt x="43" y="123"/>
                </a:lnTo>
                <a:lnTo>
                  <a:pt x="44" y="122"/>
                </a:lnTo>
                <a:lnTo>
                  <a:pt x="43" y="121"/>
                </a:lnTo>
                <a:lnTo>
                  <a:pt x="42" y="120"/>
                </a:lnTo>
                <a:lnTo>
                  <a:pt x="41" y="120"/>
                </a:lnTo>
                <a:lnTo>
                  <a:pt x="41" y="121"/>
                </a:lnTo>
                <a:lnTo>
                  <a:pt x="40" y="121"/>
                </a:lnTo>
                <a:lnTo>
                  <a:pt x="40" y="122"/>
                </a:lnTo>
                <a:lnTo>
                  <a:pt x="40" y="121"/>
                </a:lnTo>
                <a:lnTo>
                  <a:pt x="40" y="120"/>
                </a:lnTo>
                <a:lnTo>
                  <a:pt x="39" y="119"/>
                </a:lnTo>
                <a:lnTo>
                  <a:pt x="38" y="119"/>
                </a:lnTo>
                <a:lnTo>
                  <a:pt x="38" y="118"/>
                </a:lnTo>
                <a:lnTo>
                  <a:pt x="38" y="117"/>
                </a:lnTo>
                <a:lnTo>
                  <a:pt x="38" y="116"/>
                </a:lnTo>
                <a:lnTo>
                  <a:pt x="39" y="116"/>
                </a:lnTo>
                <a:lnTo>
                  <a:pt x="38" y="115"/>
                </a:lnTo>
                <a:lnTo>
                  <a:pt x="37" y="115"/>
                </a:lnTo>
                <a:lnTo>
                  <a:pt x="36" y="116"/>
                </a:lnTo>
                <a:lnTo>
                  <a:pt x="36" y="117"/>
                </a:lnTo>
                <a:lnTo>
                  <a:pt x="35" y="117"/>
                </a:lnTo>
                <a:lnTo>
                  <a:pt x="35" y="116"/>
                </a:lnTo>
                <a:lnTo>
                  <a:pt x="34" y="116"/>
                </a:lnTo>
                <a:lnTo>
                  <a:pt x="34" y="115"/>
                </a:lnTo>
                <a:lnTo>
                  <a:pt x="34" y="114"/>
                </a:lnTo>
                <a:lnTo>
                  <a:pt x="34" y="113"/>
                </a:lnTo>
                <a:lnTo>
                  <a:pt x="34" y="112"/>
                </a:lnTo>
                <a:lnTo>
                  <a:pt x="34" y="111"/>
                </a:lnTo>
                <a:lnTo>
                  <a:pt x="34" y="110"/>
                </a:lnTo>
                <a:lnTo>
                  <a:pt x="34" y="109"/>
                </a:lnTo>
                <a:lnTo>
                  <a:pt x="33" y="109"/>
                </a:lnTo>
                <a:lnTo>
                  <a:pt x="33" y="108"/>
                </a:lnTo>
                <a:lnTo>
                  <a:pt x="33" y="107"/>
                </a:lnTo>
                <a:lnTo>
                  <a:pt x="33" y="106"/>
                </a:lnTo>
                <a:lnTo>
                  <a:pt x="33" y="105"/>
                </a:lnTo>
                <a:lnTo>
                  <a:pt x="33" y="104"/>
                </a:lnTo>
                <a:lnTo>
                  <a:pt x="33" y="103"/>
                </a:lnTo>
                <a:lnTo>
                  <a:pt x="33" y="102"/>
                </a:lnTo>
                <a:lnTo>
                  <a:pt x="33" y="100"/>
                </a:lnTo>
                <a:lnTo>
                  <a:pt x="34" y="100"/>
                </a:lnTo>
                <a:lnTo>
                  <a:pt x="35" y="100"/>
                </a:lnTo>
                <a:lnTo>
                  <a:pt x="36" y="99"/>
                </a:lnTo>
                <a:lnTo>
                  <a:pt x="36" y="98"/>
                </a:lnTo>
                <a:lnTo>
                  <a:pt x="37" y="98"/>
                </a:lnTo>
                <a:lnTo>
                  <a:pt x="37" y="97"/>
                </a:lnTo>
                <a:lnTo>
                  <a:pt x="38" y="97"/>
                </a:lnTo>
                <a:lnTo>
                  <a:pt x="38" y="96"/>
                </a:lnTo>
                <a:lnTo>
                  <a:pt x="39" y="96"/>
                </a:lnTo>
                <a:lnTo>
                  <a:pt x="40" y="96"/>
                </a:lnTo>
                <a:lnTo>
                  <a:pt x="40" y="95"/>
                </a:lnTo>
                <a:lnTo>
                  <a:pt x="41" y="94"/>
                </a:lnTo>
                <a:lnTo>
                  <a:pt x="41" y="93"/>
                </a:lnTo>
                <a:lnTo>
                  <a:pt x="42" y="93"/>
                </a:lnTo>
                <a:lnTo>
                  <a:pt x="42" y="92"/>
                </a:lnTo>
                <a:lnTo>
                  <a:pt x="43" y="92"/>
                </a:lnTo>
                <a:lnTo>
                  <a:pt x="44" y="91"/>
                </a:lnTo>
                <a:lnTo>
                  <a:pt x="44" y="90"/>
                </a:lnTo>
                <a:lnTo>
                  <a:pt x="44" y="89"/>
                </a:lnTo>
                <a:lnTo>
                  <a:pt x="45" y="89"/>
                </a:lnTo>
                <a:lnTo>
                  <a:pt x="46" y="89"/>
                </a:lnTo>
                <a:lnTo>
                  <a:pt x="47" y="89"/>
                </a:lnTo>
                <a:lnTo>
                  <a:pt x="48" y="89"/>
                </a:lnTo>
                <a:lnTo>
                  <a:pt x="49" y="89"/>
                </a:lnTo>
                <a:lnTo>
                  <a:pt x="49" y="88"/>
                </a:lnTo>
                <a:lnTo>
                  <a:pt x="50" y="89"/>
                </a:lnTo>
                <a:lnTo>
                  <a:pt x="51" y="89"/>
                </a:lnTo>
                <a:lnTo>
                  <a:pt x="52" y="89"/>
                </a:lnTo>
                <a:lnTo>
                  <a:pt x="52" y="88"/>
                </a:lnTo>
                <a:lnTo>
                  <a:pt x="53" y="88"/>
                </a:lnTo>
                <a:lnTo>
                  <a:pt x="54" y="89"/>
                </a:lnTo>
                <a:lnTo>
                  <a:pt x="55" y="88"/>
                </a:lnTo>
                <a:lnTo>
                  <a:pt x="55" y="87"/>
                </a:lnTo>
                <a:lnTo>
                  <a:pt x="56" y="88"/>
                </a:lnTo>
                <a:lnTo>
                  <a:pt x="56" y="87"/>
                </a:lnTo>
                <a:lnTo>
                  <a:pt x="57" y="87"/>
                </a:lnTo>
                <a:lnTo>
                  <a:pt x="57" y="86"/>
                </a:lnTo>
                <a:lnTo>
                  <a:pt x="58" y="87"/>
                </a:lnTo>
                <a:lnTo>
                  <a:pt x="58" y="86"/>
                </a:lnTo>
                <a:lnTo>
                  <a:pt x="59" y="86"/>
                </a:lnTo>
                <a:lnTo>
                  <a:pt x="59" y="87"/>
                </a:lnTo>
                <a:lnTo>
                  <a:pt x="60" y="87"/>
                </a:lnTo>
                <a:lnTo>
                  <a:pt x="61" y="86"/>
                </a:lnTo>
                <a:lnTo>
                  <a:pt x="61" y="85"/>
                </a:lnTo>
                <a:lnTo>
                  <a:pt x="60" y="85"/>
                </a:lnTo>
                <a:lnTo>
                  <a:pt x="60" y="84"/>
                </a:lnTo>
                <a:lnTo>
                  <a:pt x="60" y="83"/>
                </a:lnTo>
                <a:lnTo>
                  <a:pt x="61" y="83"/>
                </a:lnTo>
                <a:lnTo>
                  <a:pt x="61" y="82"/>
                </a:lnTo>
                <a:lnTo>
                  <a:pt x="60" y="82"/>
                </a:lnTo>
                <a:lnTo>
                  <a:pt x="61" y="82"/>
                </a:lnTo>
                <a:lnTo>
                  <a:pt x="61" y="81"/>
                </a:lnTo>
                <a:lnTo>
                  <a:pt x="61" y="80"/>
                </a:lnTo>
                <a:lnTo>
                  <a:pt x="60" y="80"/>
                </a:lnTo>
                <a:lnTo>
                  <a:pt x="60" y="79"/>
                </a:lnTo>
                <a:lnTo>
                  <a:pt x="61" y="78"/>
                </a:lnTo>
                <a:lnTo>
                  <a:pt x="61" y="77"/>
                </a:lnTo>
                <a:lnTo>
                  <a:pt x="61" y="76"/>
                </a:lnTo>
                <a:lnTo>
                  <a:pt x="61" y="75"/>
                </a:lnTo>
                <a:lnTo>
                  <a:pt x="62" y="75"/>
                </a:lnTo>
                <a:lnTo>
                  <a:pt x="62" y="74"/>
                </a:lnTo>
                <a:lnTo>
                  <a:pt x="63" y="74"/>
                </a:lnTo>
                <a:lnTo>
                  <a:pt x="63" y="75"/>
                </a:lnTo>
                <a:lnTo>
                  <a:pt x="63" y="74"/>
                </a:lnTo>
                <a:lnTo>
                  <a:pt x="64" y="74"/>
                </a:lnTo>
                <a:lnTo>
                  <a:pt x="65" y="73"/>
                </a:lnTo>
                <a:lnTo>
                  <a:pt x="66" y="73"/>
                </a:lnTo>
                <a:lnTo>
                  <a:pt x="66" y="74"/>
                </a:lnTo>
                <a:lnTo>
                  <a:pt x="67" y="74"/>
                </a:lnTo>
                <a:lnTo>
                  <a:pt x="68" y="76"/>
                </a:lnTo>
                <a:lnTo>
                  <a:pt x="68" y="77"/>
                </a:lnTo>
                <a:lnTo>
                  <a:pt x="69" y="77"/>
                </a:lnTo>
                <a:lnTo>
                  <a:pt x="69" y="78"/>
                </a:lnTo>
                <a:lnTo>
                  <a:pt x="70" y="78"/>
                </a:lnTo>
                <a:lnTo>
                  <a:pt x="70" y="77"/>
                </a:lnTo>
                <a:lnTo>
                  <a:pt x="71" y="78"/>
                </a:lnTo>
                <a:lnTo>
                  <a:pt x="72" y="77"/>
                </a:lnTo>
                <a:lnTo>
                  <a:pt x="73" y="76"/>
                </a:lnTo>
                <a:lnTo>
                  <a:pt x="74" y="76"/>
                </a:lnTo>
                <a:lnTo>
                  <a:pt x="75" y="76"/>
                </a:lnTo>
                <a:lnTo>
                  <a:pt x="76" y="76"/>
                </a:lnTo>
                <a:lnTo>
                  <a:pt x="77" y="76"/>
                </a:lnTo>
                <a:lnTo>
                  <a:pt x="77" y="75"/>
                </a:lnTo>
                <a:lnTo>
                  <a:pt x="78" y="75"/>
                </a:lnTo>
                <a:lnTo>
                  <a:pt x="78" y="76"/>
                </a:lnTo>
                <a:lnTo>
                  <a:pt x="79" y="76"/>
                </a:lnTo>
                <a:lnTo>
                  <a:pt x="79" y="77"/>
                </a:lnTo>
                <a:lnTo>
                  <a:pt x="79" y="78"/>
                </a:lnTo>
                <a:lnTo>
                  <a:pt x="80" y="78"/>
                </a:lnTo>
                <a:lnTo>
                  <a:pt x="80" y="77"/>
                </a:lnTo>
                <a:lnTo>
                  <a:pt x="81" y="77"/>
                </a:lnTo>
                <a:lnTo>
                  <a:pt x="82" y="77"/>
                </a:lnTo>
                <a:lnTo>
                  <a:pt x="83" y="77"/>
                </a:lnTo>
                <a:lnTo>
                  <a:pt x="83" y="78"/>
                </a:lnTo>
                <a:lnTo>
                  <a:pt x="84" y="77"/>
                </a:lnTo>
                <a:lnTo>
                  <a:pt x="85" y="77"/>
                </a:lnTo>
                <a:lnTo>
                  <a:pt x="86" y="77"/>
                </a:lnTo>
                <a:lnTo>
                  <a:pt x="87" y="77"/>
                </a:lnTo>
                <a:lnTo>
                  <a:pt x="87" y="76"/>
                </a:lnTo>
                <a:lnTo>
                  <a:pt x="88" y="75"/>
                </a:lnTo>
                <a:lnTo>
                  <a:pt x="89" y="75"/>
                </a:lnTo>
                <a:lnTo>
                  <a:pt x="90" y="75"/>
                </a:lnTo>
                <a:lnTo>
                  <a:pt x="91" y="74"/>
                </a:lnTo>
                <a:lnTo>
                  <a:pt x="92" y="74"/>
                </a:lnTo>
                <a:lnTo>
                  <a:pt x="92" y="73"/>
                </a:lnTo>
                <a:lnTo>
                  <a:pt x="93" y="73"/>
                </a:lnTo>
                <a:lnTo>
                  <a:pt x="93" y="72"/>
                </a:lnTo>
                <a:lnTo>
                  <a:pt x="94" y="71"/>
                </a:lnTo>
                <a:lnTo>
                  <a:pt x="95" y="72"/>
                </a:lnTo>
                <a:lnTo>
                  <a:pt x="96" y="71"/>
                </a:lnTo>
                <a:lnTo>
                  <a:pt x="97" y="71"/>
                </a:lnTo>
                <a:lnTo>
                  <a:pt x="97" y="70"/>
                </a:lnTo>
                <a:lnTo>
                  <a:pt x="97" y="71"/>
                </a:lnTo>
                <a:lnTo>
                  <a:pt x="98" y="70"/>
                </a:lnTo>
                <a:lnTo>
                  <a:pt x="99" y="71"/>
                </a:lnTo>
                <a:lnTo>
                  <a:pt x="100" y="71"/>
                </a:lnTo>
                <a:lnTo>
                  <a:pt x="101" y="70"/>
                </a:lnTo>
                <a:lnTo>
                  <a:pt x="102" y="70"/>
                </a:lnTo>
                <a:lnTo>
                  <a:pt x="104" y="70"/>
                </a:lnTo>
                <a:lnTo>
                  <a:pt x="105" y="71"/>
                </a:lnTo>
                <a:lnTo>
                  <a:pt x="105" y="72"/>
                </a:lnTo>
                <a:lnTo>
                  <a:pt x="104" y="73"/>
                </a:lnTo>
                <a:lnTo>
                  <a:pt x="105" y="73"/>
                </a:lnTo>
                <a:lnTo>
                  <a:pt x="106" y="73"/>
                </a:lnTo>
                <a:lnTo>
                  <a:pt x="106" y="72"/>
                </a:lnTo>
                <a:lnTo>
                  <a:pt x="107" y="72"/>
                </a:lnTo>
                <a:lnTo>
                  <a:pt x="108" y="72"/>
                </a:lnTo>
                <a:lnTo>
                  <a:pt x="108" y="71"/>
                </a:lnTo>
                <a:lnTo>
                  <a:pt x="109" y="71"/>
                </a:lnTo>
                <a:lnTo>
                  <a:pt x="110" y="71"/>
                </a:lnTo>
                <a:lnTo>
                  <a:pt x="110" y="72"/>
                </a:lnTo>
                <a:lnTo>
                  <a:pt x="111" y="71"/>
                </a:lnTo>
                <a:lnTo>
                  <a:pt x="112" y="71"/>
                </a:lnTo>
                <a:lnTo>
                  <a:pt x="112" y="70"/>
                </a:lnTo>
                <a:lnTo>
                  <a:pt x="113" y="70"/>
                </a:lnTo>
                <a:lnTo>
                  <a:pt x="114" y="70"/>
                </a:lnTo>
                <a:lnTo>
                  <a:pt x="115" y="69"/>
                </a:lnTo>
                <a:lnTo>
                  <a:pt x="116" y="69"/>
                </a:lnTo>
                <a:lnTo>
                  <a:pt x="117" y="69"/>
                </a:lnTo>
                <a:lnTo>
                  <a:pt x="117" y="70"/>
                </a:lnTo>
                <a:lnTo>
                  <a:pt x="118" y="70"/>
                </a:lnTo>
                <a:lnTo>
                  <a:pt x="119" y="69"/>
                </a:lnTo>
                <a:lnTo>
                  <a:pt x="119" y="68"/>
                </a:lnTo>
                <a:lnTo>
                  <a:pt x="120" y="67"/>
                </a:lnTo>
                <a:lnTo>
                  <a:pt x="121" y="68"/>
                </a:lnTo>
                <a:lnTo>
                  <a:pt x="122" y="67"/>
                </a:lnTo>
                <a:lnTo>
                  <a:pt x="122" y="66"/>
                </a:lnTo>
                <a:lnTo>
                  <a:pt x="121" y="66"/>
                </a:lnTo>
                <a:lnTo>
                  <a:pt x="121" y="65"/>
                </a:lnTo>
                <a:lnTo>
                  <a:pt x="122" y="65"/>
                </a:lnTo>
                <a:lnTo>
                  <a:pt x="122" y="64"/>
                </a:lnTo>
                <a:lnTo>
                  <a:pt x="122" y="63"/>
                </a:lnTo>
                <a:lnTo>
                  <a:pt x="123" y="63"/>
                </a:lnTo>
                <a:lnTo>
                  <a:pt x="122" y="63"/>
                </a:lnTo>
                <a:lnTo>
                  <a:pt x="122" y="62"/>
                </a:lnTo>
                <a:lnTo>
                  <a:pt x="122" y="61"/>
                </a:lnTo>
                <a:lnTo>
                  <a:pt x="121" y="61"/>
                </a:lnTo>
                <a:lnTo>
                  <a:pt x="120" y="61"/>
                </a:lnTo>
                <a:lnTo>
                  <a:pt x="120" y="62"/>
                </a:lnTo>
                <a:lnTo>
                  <a:pt x="119" y="62"/>
                </a:lnTo>
                <a:lnTo>
                  <a:pt x="119" y="63"/>
                </a:lnTo>
                <a:lnTo>
                  <a:pt x="120" y="63"/>
                </a:lnTo>
                <a:lnTo>
                  <a:pt x="121" y="63"/>
                </a:lnTo>
                <a:lnTo>
                  <a:pt x="121" y="64"/>
                </a:lnTo>
                <a:lnTo>
                  <a:pt x="120" y="64"/>
                </a:lnTo>
                <a:lnTo>
                  <a:pt x="119" y="65"/>
                </a:lnTo>
                <a:lnTo>
                  <a:pt x="118" y="66"/>
                </a:lnTo>
                <a:lnTo>
                  <a:pt x="117" y="66"/>
                </a:lnTo>
                <a:lnTo>
                  <a:pt x="117" y="65"/>
                </a:lnTo>
                <a:lnTo>
                  <a:pt x="117" y="64"/>
                </a:lnTo>
                <a:lnTo>
                  <a:pt x="117" y="63"/>
                </a:lnTo>
                <a:lnTo>
                  <a:pt x="117" y="62"/>
                </a:lnTo>
                <a:lnTo>
                  <a:pt x="116" y="63"/>
                </a:lnTo>
                <a:lnTo>
                  <a:pt x="115" y="63"/>
                </a:lnTo>
                <a:lnTo>
                  <a:pt x="115" y="62"/>
                </a:lnTo>
                <a:lnTo>
                  <a:pt x="116" y="61"/>
                </a:lnTo>
                <a:lnTo>
                  <a:pt x="117" y="61"/>
                </a:lnTo>
                <a:lnTo>
                  <a:pt x="117" y="60"/>
                </a:lnTo>
                <a:lnTo>
                  <a:pt x="117" y="59"/>
                </a:lnTo>
                <a:lnTo>
                  <a:pt x="118" y="59"/>
                </a:lnTo>
                <a:lnTo>
                  <a:pt x="118" y="58"/>
                </a:lnTo>
                <a:lnTo>
                  <a:pt x="118" y="56"/>
                </a:lnTo>
                <a:lnTo>
                  <a:pt x="119" y="56"/>
                </a:lnTo>
                <a:lnTo>
                  <a:pt x="120" y="57"/>
                </a:lnTo>
                <a:lnTo>
                  <a:pt x="119" y="57"/>
                </a:lnTo>
                <a:lnTo>
                  <a:pt x="119" y="58"/>
                </a:lnTo>
                <a:lnTo>
                  <a:pt x="119" y="59"/>
                </a:lnTo>
                <a:lnTo>
                  <a:pt x="119" y="58"/>
                </a:lnTo>
                <a:lnTo>
                  <a:pt x="120" y="58"/>
                </a:lnTo>
                <a:lnTo>
                  <a:pt x="121" y="58"/>
                </a:lnTo>
                <a:lnTo>
                  <a:pt x="121" y="57"/>
                </a:lnTo>
                <a:lnTo>
                  <a:pt x="121" y="58"/>
                </a:lnTo>
                <a:lnTo>
                  <a:pt x="121" y="59"/>
                </a:lnTo>
                <a:lnTo>
                  <a:pt x="122" y="59"/>
                </a:lnTo>
                <a:lnTo>
                  <a:pt x="122" y="60"/>
                </a:lnTo>
                <a:lnTo>
                  <a:pt x="123" y="60"/>
                </a:lnTo>
                <a:lnTo>
                  <a:pt x="124" y="59"/>
                </a:lnTo>
                <a:lnTo>
                  <a:pt x="125" y="59"/>
                </a:lnTo>
                <a:lnTo>
                  <a:pt x="124" y="59"/>
                </a:lnTo>
                <a:lnTo>
                  <a:pt x="124" y="58"/>
                </a:lnTo>
                <a:lnTo>
                  <a:pt x="125" y="58"/>
                </a:lnTo>
                <a:lnTo>
                  <a:pt x="125" y="57"/>
                </a:lnTo>
                <a:lnTo>
                  <a:pt x="124" y="57"/>
                </a:lnTo>
                <a:lnTo>
                  <a:pt x="123" y="57"/>
                </a:lnTo>
                <a:lnTo>
                  <a:pt x="123" y="56"/>
                </a:lnTo>
                <a:lnTo>
                  <a:pt x="123" y="55"/>
                </a:lnTo>
                <a:lnTo>
                  <a:pt x="124" y="55"/>
                </a:lnTo>
                <a:lnTo>
                  <a:pt x="124" y="54"/>
                </a:lnTo>
                <a:lnTo>
                  <a:pt x="125" y="54"/>
                </a:lnTo>
                <a:lnTo>
                  <a:pt x="126" y="53"/>
                </a:lnTo>
                <a:lnTo>
                  <a:pt x="127" y="53"/>
                </a:lnTo>
                <a:lnTo>
                  <a:pt x="128" y="53"/>
                </a:lnTo>
                <a:lnTo>
                  <a:pt x="128" y="52"/>
                </a:lnTo>
                <a:lnTo>
                  <a:pt x="128" y="53"/>
                </a:lnTo>
                <a:lnTo>
                  <a:pt x="129" y="53"/>
                </a:lnTo>
                <a:lnTo>
                  <a:pt x="129" y="54"/>
                </a:lnTo>
                <a:lnTo>
                  <a:pt x="130" y="54"/>
                </a:lnTo>
                <a:lnTo>
                  <a:pt x="131" y="55"/>
                </a:lnTo>
                <a:lnTo>
                  <a:pt x="132" y="54"/>
                </a:lnTo>
                <a:lnTo>
                  <a:pt x="133" y="54"/>
                </a:lnTo>
                <a:lnTo>
                  <a:pt x="134" y="53"/>
                </a:lnTo>
                <a:lnTo>
                  <a:pt x="135" y="54"/>
                </a:lnTo>
                <a:lnTo>
                  <a:pt x="135" y="53"/>
                </a:lnTo>
                <a:lnTo>
                  <a:pt x="136" y="53"/>
                </a:lnTo>
                <a:lnTo>
                  <a:pt x="136" y="54"/>
                </a:lnTo>
                <a:lnTo>
                  <a:pt x="137" y="54"/>
                </a:lnTo>
                <a:lnTo>
                  <a:pt x="136" y="55"/>
                </a:lnTo>
                <a:lnTo>
                  <a:pt x="136" y="56"/>
                </a:lnTo>
                <a:lnTo>
                  <a:pt x="135" y="57"/>
                </a:lnTo>
                <a:lnTo>
                  <a:pt x="136" y="57"/>
                </a:lnTo>
                <a:lnTo>
                  <a:pt x="137" y="57"/>
                </a:lnTo>
                <a:lnTo>
                  <a:pt x="138" y="58"/>
                </a:lnTo>
                <a:lnTo>
                  <a:pt x="139" y="58"/>
                </a:lnTo>
                <a:lnTo>
                  <a:pt x="140" y="58"/>
                </a:lnTo>
                <a:lnTo>
                  <a:pt x="141" y="58"/>
                </a:lnTo>
                <a:lnTo>
                  <a:pt x="142" y="59"/>
                </a:lnTo>
                <a:lnTo>
                  <a:pt x="142" y="58"/>
                </a:lnTo>
                <a:lnTo>
                  <a:pt x="142" y="57"/>
                </a:lnTo>
                <a:lnTo>
                  <a:pt x="141" y="56"/>
                </a:lnTo>
                <a:lnTo>
                  <a:pt x="142" y="55"/>
                </a:lnTo>
                <a:lnTo>
                  <a:pt x="141" y="55"/>
                </a:lnTo>
                <a:lnTo>
                  <a:pt x="142" y="54"/>
                </a:lnTo>
                <a:lnTo>
                  <a:pt x="141" y="54"/>
                </a:lnTo>
                <a:lnTo>
                  <a:pt x="141" y="53"/>
                </a:lnTo>
                <a:lnTo>
                  <a:pt x="142" y="53"/>
                </a:lnTo>
                <a:lnTo>
                  <a:pt x="142" y="52"/>
                </a:lnTo>
                <a:lnTo>
                  <a:pt x="142" y="51"/>
                </a:lnTo>
                <a:lnTo>
                  <a:pt x="143" y="50"/>
                </a:lnTo>
                <a:lnTo>
                  <a:pt x="144" y="50"/>
                </a:lnTo>
                <a:lnTo>
                  <a:pt x="144" y="49"/>
                </a:lnTo>
                <a:lnTo>
                  <a:pt x="142" y="49"/>
                </a:lnTo>
                <a:lnTo>
                  <a:pt x="141" y="49"/>
                </a:lnTo>
                <a:lnTo>
                  <a:pt x="141" y="50"/>
                </a:lnTo>
                <a:lnTo>
                  <a:pt x="140" y="50"/>
                </a:lnTo>
                <a:lnTo>
                  <a:pt x="139" y="50"/>
                </a:lnTo>
                <a:lnTo>
                  <a:pt x="138" y="50"/>
                </a:lnTo>
                <a:lnTo>
                  <a:pt x="138" y="49"/>
                </a:lnTo>
                <a:lnTo>
                  <a:pt x="139" y="49"/>
                </a:lnTo>
                <a:lnTo>
                  <a:pt x="139" y="48"/>
                </a:lnTo>
                <a:lnTo>
                  <a:pt x="140" y="48"/>
                </a:lnTo>
                <a:lnTo>
                  <a:pt x="140" y="47"/>
                </a:lnTo>
                <a:lnTo>
                  <a:pt x="140" y="46"/>
                </a:lnTo>
                <a:lnTo>
                  <a:pt x="140" y="45"/>
                </a:lnTo>
                <a:lnTo>
                  <a:pt x="141" y="45"/>
                </a:lnTo>
                <a:lnTo>
                  <a:pt x="140" y="44"/>
                </a:lnTo>
                <a:lnTo>
                  <a:pt x="139" y="44"/>
                </a:lnTo>
                <a:lnTo>
                  <a:pt x="138" y="44"/>
                </a:lnTo>
                <a:lnTo>
                  <a:pt x="138" y="43"/>
                </a:lnTo>
                <a:lnTo>
                  <a:pt x="137" y="43"/>
                </a:lnTo>
                <a:lnTo>
                  <a:pt x="137" y="42"/>
                </a:lnTo>
                <a:lnTo>
                  <a:pt x="138" y="42"/>
                </a:lnTo>
                <a:lnTo>
                  <a:pt x="138" y="41"/>
                </a:lnTo>
                <a:lnTo>
                  <a:pt x="139" y="41"/>
                </a:lnTo>
                <a:lnTo>
                  <a:pt x="140" y="41"/>
                </a:lnTo>
                <a:lnTo>
                  <a:pt x="140" y="42"/>
                </a:lnTo>
                <a:lnTo>
                  <a:pt x="141" y="43"/>
                </a:lnTo>
                <a:lnTo>
                  <a:pt x="142" y="43"/>
                </a:lnTo>
                <a:lnTo>
                  <a:pt x="143" y="43"/>
                </a:lnTo>
                <a:lnTo>
                  <a:pt x="144" y="44"/>
                </a:lnTo>
                <a:lnTo>
                  <a:pt x="144" y="43"/>
                </a:lnTo>
                <a:lnTo>
                  <a:pt x="145" y="44"/>
                </a:lnTo>
                <a:lnTo>
                  <a:pt x="146" y="44"/>
                </a:lnTo>
                <a:lnTo>
                  <a:pt x="148" y="44"/>
                </a:lnTo>
                <a:lnTo>
                  <a:pt x="149" y="44"/>
                </a:lnTo>
                <a:lnTo>
                  <a:pt x="150" y="44"/>
                </a:lnTo>
                <a:lnTo>
                  <a:pt x="150" y="43"/>
                </a:lnTo>
                <a:lnTo>
                  <a:pt x="151" y="43"/>
                </a:lnTo>
                <a:lnTo>
                  <a:pt x="152" y="43"/>
                </a:lnTo>
                <a:lnTo>
                  <a:pt x="152" y="44"/>
                </a:lnTo>
                <a:lnTo>
                  <a:pt x="152" y="45"/>
                </a:lnTo>
                <a:lnTo>
                  <a:pt x="151" y="45"/>
                </a:lnTo>
                <a:lnTo>
                  <a:pt x="152" y="46"/>
                </a:lnTo>
                <a:lnTo>
                  <a:pt x="152" y="47"/>
                </a:lnTo>
                <a:lnTo>
                  <a:pt x="153" y="47"/>
                </a:lnTo>
                <a:lnTo>
                  <a:pt x="154" y="47"/>
                </a:lnTo>
                <a:lnTo>
                  <a:pt x="154" y="46"/>
                </a:lnTo>
                <a:lnTo>
                  <a:pt x="155" y="46"/>
                </a:lnTo>
                <a:lnTo>
                  <a:pt x="155" y="45"/>
                </a:lnTo>
                <a:lnTo>
                  <a:pt x="156" y="45"/>
                </a:lnTo>
                <a:lnTo>
                  <a:pt x="156" y="46"/>
                </a:lnTo>
                <a:lnTo>
                  <a:pt x="157" y="45"/>
                </a:lnTo>
                <a:lnTo>
                  <a:pt x="157" y="44"/>
                </a:lnTo>
                <a:lnTo>
                  <a:pt x="158" y="44"/>
                </a:lnTo>
                <a:lnTo>
                  <a:pt x="159" y="44"/>
                </a:lnTo>
                <a:lnTo>
                  <a:pt x="160" y="44"/>
                </a:lnTo>
                <a:lnTo>
                  <a:pt x="162" y="42"/>
                </a:lnTo>
                <a:lnTo>
                  <a:pt x="163" y="41"/>
                </a:lnTo>
                <a:lnTo>
                  <a:pt x="163" y="42"/>
                </a:lnTo>
                <a:lnTo>
                  <a:pt x="164" y="41"/>
                </a:lnTo>
                <a:lnTo>
                  <a:pt x="165" y="41"/>
                </a:lnTo>
                <a:lnTo>
                  <a:pt x="165" y="40"/>
                </a:lnTo>
                <a:lnTo>
                  <a:pt x="165" y="39"/>
                </a:lnTo>
                <a:lnTo>
                  <a:pt x="166" y="39"/>
                </a:lnTo>
                <a:lnTo>
                  <a:pt x="166" y="38"/>
                </a:lnTo>
                <a:lnTo>
                  <a:pt x="167" y="38"/>
                </a:lnTo>
                <a:lnTo>
                  <a:pt x="167" y="37"/>
                </a:lnTo>
                <a:lnTo>
                  <a:pt x="168" y="36"/>
                </a:lnTo>
                <a:lnTo>
                  <a:pt x="168" y="37"/>
                </a:lnTo>
                <a:lnTo>
                  <a:pt x="169" y="37"/>
                </a:lnTo>
                <a:lnTo>
                  <a:pt x="169" y="36"/>
                </a:lnTo>
                <a:lnTo>
                  <a:pt x="170" y="36"/>
                </a:lnTo>
                <a:lnTo>
                  <a:pt x="170" y="35"/>
                </a:lnTo>
                <a:lnTo>
                  <a:pt x="171" y="34"/>
                </a:lnTo>
                <a:lnTo>
                  <a:pt x="171" y="33"/>
                </a:lnTo>
                <a:lnTo>
                  <a:pt x="170" y="33"/>
                </a:lnTo>
                <a:lnTo>
                  <a:pt x="170" y="32"/>
                </a:lnTo>
                <a:lnTo>
                  <a:pt x="170" y="31"/>
                </a:lnTo>
                <a:lnTo>
                  <a:pt x="171" y="31"/>
                </a:lnTo>
                <a:lnTo>
                  <a:pt x="170" y="30"/>
                </a:lnTo>
                <a:lnTo>
                  <a:pt x="171" y="30"/>
                </a:lnTo>
                <a:lnTo>
                  <a:pt x="171" y="29"/>
                </a:lnTo>
                <a:lnTo>
                  <a:pt x="171" y="28"/>
                </a:lnTo>
                <a:lnTo>
                  <a:pt x="170" y="28"/>
                </a:lnTo>
                <a:lnTo>
                  <a:pt x="171" y="28"/>
                </a:lnTo>
                <a:lnTo>
                  <a:pt x="171" y="27"/>
                </a:lnTo>
                <a:lnTo>
                  <a:pt x="172" y="27"/>
                </a:lnTo>
                <a:lnTo>
                  <a:pt x="173" y="26"/>
                </a:lnTo>
                <a:lnTo>
                  <a:pt x="174" y="25"/>
                </a:lnTo>
                <a:lnTo>
                  <a:pt x="175" y="25"/>
                </a:lnTo>
                <a:lnTo>
                  <a:pt x="178" y="25"/>
                </a:lnTo>
                <a:lnTo>
                  <a:pt x="179" y="25"/>
                </a:lnTo>
                <a:lnTo>
                  <a:pt x="181" y="25"/>
                </a:lnTo>
                <a:lnTo>
                  <a:pt x="182" y="25"/>
                </a:lnTo>
                <a:lnTo>
                  <a:pt x="183" y="25"/>
                </a:lnTo>
                <a:lnTo>
                  <a:pt x="184" y="25"/>
                </a:lnTo>
                <a:lnTo>
                  <a:pt x="185" y="25"/>
                </a:lnTo>
                <a:lnTo>
                  <a:pt x="187" y="24"/>
                </a:lnTo>
                <a:lnTo>
                  <a:pt x="188" y="24"/>
                </a:lnTo>
                <a:lnTo>
                  <a:pt x="189" y="24"/>
                </a:lnTo>
                <a:lnTo>
                  <a:pt x="190" y="24"/>
                </a:lnTo>
                <a:lnTo>
                  <a:pt x="191" y="25"/>
                </a:lnTo>
                <a:lnTo>
                  <a:pt x="192" y="25"/>
                </a:lnTo>
                <a:lnTo>
                  <a:pt x="193" y="26"/>
                </a:lnTo>
                <a:lnTo>
                  <a:pt x="195" y="27"/>
                </a:lnTo>
                <a:lnTo>
                  <a:pt x="195" y="28"/>
                </a:lnTo>
                <a:lnTo>
                  <a:pt x="196" y="28"/>
                </a:lnTo>
                <a:lnTo>
                  <a:pt x="196" y="29"/>
                </a:lnTo>
                <a:lnTo>
                  <a:pt x="197" y="30"/>
                </a:lnTo>
                <a:lnTo>
                  <a:pt x="198" y="30"/>
                </a:lnTo>
                <a:lnTo>
                  <a:pt x="199" y="31"/>
                </a:lnTo>
                <a:lnTo>
                  <a:pt x="200" y="32"/>
                </a:lnTo>
                <a:lnTo>
                  <a:pt x="201" y="32"/>
                </a:lnTo>
                <a:lnTo>
                  <a:pt x="202" y="33"/>
                </a:lnTo>
                <a:lnTo>
                  <a:pt x="203" y="34"/>
                </a:lnTo>
                <a:lnTo>
                  <a:pt x="204" y="34"/>
                </a:lnTo>
                <a:lnTo>
                  <a:pt x="207" y="35"/>
                </a:lnTo>
                <a:lnTo>
                  <a:pt x="208" y="36"/>
                </a:lnTo>
                <a:lnTo>
                  <a:pt x="209" y="36"/>
                </a:lnTo>
                <a:lnTo>
                  <a:pt x="211" y="37"/>
                </a:lnTo>
                <a:lnTo>
                  <a:pt x="212" y="37"/>
                </a:lnTo>
                <a:lnTo>
                  <a:pt x="214" y="36"/>
                </a:lnTo>
                <a:lnTo>
                  <a:pt x="215" y="36"/>
                </a:lnTo>
                <a:lnTo>
                  <a:pt x="218" y="35"/>
                </a:lnTo>
                <a:lnTo>
                  <a:pt x="220" y="34"/>
                </a:lnTo>
                <a:lnTo>
                  <a:pt x="221" y="34"/>
                </a:lnTo>
                <a:lnTo>
                  <a:pt x="221" y="33"/>
                </a:lnTo>
                <a:lnTo>
                  <a:pt x="222" y="33"/>
                </a:lnTo>
                <a:lnTo>
                  <a:pt x="223" y="33"/>
                </a:lnTo>
                <a:lnTo>
                  <a:pt x="223" y="32"/>
                </a:lnTo>
                <a:lnTo>
                  <a:pt x="224" y="31"/>
                </a:lnTo>
                <a:lnTo>
                  <a:pt x="224" y="30"/>
                </a:lnTo>
                <a:lnTo>
                  <a:pt x="225" y="30"/>
                </a:lnTo>
                <a:lnTo>
                  <a:pt x="225" y="29"/>
                </a:lnTo>
                <a:lnTo>
                  <a:pt x="226" y="29"/>
                </a:lnTo>
                <a:lnTo>
                  <a:pt x="227" y="28"/>
                </a:lnTo>
                <a:lnTo>
                  <a:pt x="228" y="28"/>
                </a:lnTo>
                <a:lnTo>
                  <a:pt x="228" y="27"/>
                </a:lnTo>
                <a:lnTo>
                  <a:pt x="229" y="27"/>
                </a:lnTo>
                <a:lnTo>
                  <a:pt x="230" y="26"/>
                </a:lnTo>
                <a:lnTo>
                  <a:pt x="231" y="26"/>
                </a:lnTo>
                <a:lnTo>
                  <a:pt x="232" y="26"/>
                </a:lnTo>
                <a:lnTo>
                  <a:pt x="236" y="26"/>
                </a:lnTo>
                <a:lnTo>
                  <a:pt x="237" y="26"/>
                </a:lnTo>
                <a:lnTo>
                  <a:pt x="238" y="26"/>
                </a:lnTo>
                <a:lnTo>
                  <a:pt x="238" y="27"/>
                </a:lnTo>
                <a:lnTo>
                  <a:pt x="239" y="27"/>
                </a:lnTo>
                <a:lnTo>
                  <a:pt x="239" y="28"/>
                </a:lnTo>
                <a:lnTo>
                  <a:pt x="240" y="29"/>
                </a:lnTo>
                <a:lnTo>
                  <a:pt x="241" y="30"/>
                </a:lnTo>
                <a:lnTo>
                  <a:pt x="241" y="31"/>
                </a:lnTo>
                <a:lnTo>
                  <a:pt x="242" y="31"/>
                </a:lnTo>
                <a:lnTo>
                  <a:pt x="242" y="30"/>
                </a:lnTo>
                <a:lnTo>
                  <a:pt x="243" y="30"/>
                </a:lnTo>
                <a:lnTo>
                  <a:pt x="244" y="29"/>
                </a:lnTo>
                <a:lnTo>
                  <a:pt x="245" y="28"/>
                </a:lnTo>
                <a:lnTo>
                  <a:pt x="246" y="28"/>
                </a:lnTo>
                <a:lnTo>
                  <a:pt x="246" y="27"/>
                </a:lnTo>
                <a:lnTo>
                  <a:pt x="247" y="27"/>
                </a:lnTo>
                <a:lnTo>
                  <a:pt x="247" y="26"/>
                </a:lnTo>
                <a:lnTo>
                  <a:pt x="248" y="25"/>
                </a:lnTo>
                <a:lnTo>
                  <a:pt x="249" y="25"/>
                </a:lnTo>
                <a:lnTo>
                  <a:pt x="250" y="24"/>
                </a:lnTo>
                <a:lnTo>
                  <a:pt x="251" y="24"/>
                </a:lnTo>
                <a:lnTo>
                  <a:pt x="252" y="23"/>
                </a:lnTo>
                <a:lnTo>
                  <a:pt x="253" y="23"/>
                </a:lnTo>
                <a:lnTo>
                  <a:pt x="255" y="22"/>
                </a:lnTo>
                <a:lnTo>
                  <a:pt x="256" y="22"/>
                </a:lnTo>
                <a:lnTo>
                  <a:pt x="256" y="21"/>
                </a:lnTo>
                <a:lnTo>
                  <a:pt x="257" y="21"/>
                </a:lnTo>
                <a:lnTo>
                  <a:pt x="258" y="20"/>
                </a:lnTo>
                <a:lnTo>
                  <a:pt x="259" y="20"/>
                </a:lnTo>
                <a:lnTo>
                  <a:pt x="259" y="19"/>
                </a:lnTo>
                <a:lnTo>
                  <a:pt x="260" y="19"/>
                </a:lnTo>
                <a:lnTo>
                  <a:pt x="261" y="18"/>
                </a:lnTo>
                <a:lnTo>
                  <a:pt x="263" y="18"/>
                </a:lnTo>
                <a:lnTo>
                  <a:pt x="265" y="19"/>
                </a:lnTo>
                <a:lnTo>
                  <a:pt x="266" y="19"/>
                </a:lnTo>
                <a:lnTo>
                  <a:pt x="266" y="18"/>
                </a:lnTo>
                <a:lnTo>
                  <a:pt x="267" y="18"/>
                </a:lnTo>
                <a:lnTo>
                  <a:pt x="268" y="17"/>
                </a:lnTo>
                <a:lnTo>
                  <a:pt x="268" y="16"/>
                </a:lnTo>
                <a:lnTo>
                  <a:pt x="268" y="15"/>
                </a:lnTo>
                <a:lnTo>
                  <a:pt x="268" y="14"/>
                </a:lnTo>
                <a:lnTo>
                  <a:pt x="269" y="13"/>
                </a:lnTo>
                <a:lnTo>
                  <a:pt x="269" y="9"/>
                </a:lnTo>
                <a:lnTo>
                  <a:pt x="269" y="8"/>
                </a:lnTo>
                <a:lnTo>
                  <a:pt x="269" y="7"/>
                </a:lnTo>
                <a:lnTo>
                  <a:pt x="270" y="5"/>
                </a:lnTo>
                <a:lnTo>
                  <a:pt x="271" y="4"/>
                </a:lnTo>
                <a:lnTo>
                  <a:pt x="271" y="2"/>
                </a:lnTo>
                <a:lnTo>
                  <a:pt x="272" y="2"/>
                </a:lnTo>
                <a:lnTo>
                  <a:pt x="273" y="1"/>
                </a:lnTo>
                <a:lnTo>
                  <a:pt x="274" y="0"/>
                </a:lnTo>
                <a:lnTo>
                  <a:pt x="276" y="0"/>
                </a:lnTo>
                <a:lnTo>
                  <a:pt x="278" y="0"/>
                </a:lnTo>
                <a:lnTo>
                  <a:pt x="279" y="0"/>
                </a:lnTo>
                <a:lnTo>
                  <a:pt x="279" y="1"/>
                </a:lnTo>
                <a:lnTo>
                  <a:pt x="28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94" name=""/>
          <p:cNvSpPr/>
          <p:nvPr/>
        </p:nvSpPr>
        <p:spPr>
          <a:xfrm>
            <a:off x="4620600" y="16801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95" name=""/>
          <p:cNvSpPr/>
          <p:nvPr/>
        </p:nvSpPr>
        <p:spPr>
          <a:xfrm>
            <a:off x="4627800" y="167436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1" y="6"/>
                </a:move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3" y="2"/>
                </a:lnTo>
                <a:lnTo>
                  <a:pt x="3" y="1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4" y="4"/>
                </a:lnTo>
                <a:lnTo>
                  <a:pt x="5" y="5"/>
                </a:lnTo>
                <a:lnTo>
                  <a:pt x="4" y="5"/>
                </a:lnTo>
                <a:lnTo>
                  <a:pt x="3" y="6"/>
                </a:lnTo>
                <a:lnTo>
                  <a:pt x="1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96" name=""/>
          <p:cNvSpPr/>
          <p:nvPr/>
        </p:nvSpPr>
        <p:spPr>
          <a:xfrm>
            <a:off x="4632840" y="1668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97" name=""/>
          <p:cNvSpPr/>
          <p:nvPr/>
        </p:nvSpPr>
        <p:spPr>
          <a:xfrm>
            <a:off x="4638960" y="16678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98" name=""/>
          <p:cNvSpPr/>
          <p:nvPr/>
        </p:nvSpPr>
        <p:spPr>
          <a:xfrm>
            <a:off x="4641840" y="1663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99" name=""/>
          <p:cNvSpPr/>
          <p:nvPr/>
        </p:nvSpPr>
        <p:spPr>
          <a:xfrm>
            <a:off x="4454640" y="1582920"/>
            <a:ext cx="256320" cy="144000"/>
          </a:xfrm>
          <a:custGeom>
            <a:avLst/>
            <a:gdLst/>
            <a:ahLst/>
            <a:rect l="0" t="0" r="r" b="b"/>
            <a:pathLst>
              <a:path w="712" h="400">
                <a:moveTo>
                  <a:pt x="275" y="1"/>
                </a:moveTo>
                <a:lnTo>
                  <a:pt x="276" y="1"/>
                </a:lnTo>
                <a:lnTo>
                  <a:pt x="277" y="1"/>
                </a:lnTo>
                <a:lnTo>
                  <a:pt x="277" y="2"/>
                </a:lnTo>
                <a:lnTo>
                  <a:pt x="277" y="3"/>
                </a:lnTo>
                <a:lnTo>
                  <a:pt x="278" y="3"/>
                </a:lnTo>
                <a:lnTo>
                  <a:pt x="278" y="2"/>
                </a:lnTo>
                <a:lnTo>
                  <a:pt x="279" y="2"/>
                </a:lnTo>
                <a:lnTo>
                  <a:pt x="280" y="3"/>
                </a:lnTo>
                <a:lnTo>
                  <a:pt x="281" y="3"/>
                </a:lnTo>
                <a:lnTo>
                  <a:pt x="282" y="4"/>
                </a:lnTo>
                <a:lnTo>
                  <a:pt x="283" y="4"/>
                </a:lnTo>
                <a:lnTo>
                  <a:pt x="284" y="5"/>
                </a:lnTo>
                <a:lnTo>
                  <a:pt x="284" y="6"/>
                </a:lnTo>
                <a:lnTo>
                  <a:pt x="285" y="7"/>
                </a:lnTo>
                <a:lnTo>
                  <a:pt x="286" y="7"/>
                </a:lnTo>
                <a:lnTo>
                  <a:pt x="285" y="8"/>
                </a:lnTo>
                <a:lnTo>
                  <a:pt x="287" y="9"/>
                </a:lnTo>
                <a:lnTo>
                  <a:pt x="287" y="8"/>
                </a:lnTo>
                <a:lnTo>
                  <a:pt x="288" y="8"/>
                </a:lnTo>
                <a:lnTo>
                  <a:pt x="289" y="8"/>
                </a:lnTo>
                <a:lnTo>
                  <a:pt x="290" y="8"/>
                </a:lnTo>
                <a:lnTo>
                  <a:pt x="292" y="9"/>
                </a:lnTo>
                <a:lnTo>
                  <a:pt x="292" y="10"/>
                </a:lnTo>
                <a:lnTo>
                  <a:pt x="293" y="10"/>
                </a:lnTo>
                <a:lnTo>
                  <a:pt x="294" y="11"/>
                </a:lnTo>
                <a:lnTo>
                  <a:pt x="295" y="11"/>
                </a:lnTo>
                <a:lnTo>
                  <a:pt x="295" y="12"/>
                </a:lnTo>
                <a:lnTo>
                  <a:pt x="295" y="13"/>
                </a:lnTo>
                <a:lnTo>
                  <a:pt x="294" y="14"/>
                </a:lnTo>
                <a:lnTo>
                  <a:pt x="295" y="14"/>
                </a:lnTo>
                <a:lnTo>
                  <a:pt x="297" y="14"/>
                </a:lnTo>
                <a:lnTo>
                  <a:pt x="297" y="13"/>
                </a:lnTo>
                <a:lnTo>
                  <a:pt x="297" y="14"/>
                </a:lnTo>
                <a:lnTo>
                  <a:pt x="298" y="14"/>
                </a:lnTo>
                <a:lnTo>
                  <a:pt x="298" y="13"/>
                </a:lnTo>
                <a:lnTo>
                  <a:pt x="299" y="13"/>
                </a:lnTo>
                <a:lnTo>
                  <a:pt x="300" y="13"/>
                </a:lnTo>
                <a:lnTo>
                  <a:pt x="302" y="14"/>
                </a:lnTo>
                <a:lnTo>
                  <a:pt x="303" y="14"/>
                </a:lnTo>
                <a:lnTo>
                  <a:pt x="304" y="14"/>
                </a:lnTo>
                <a:lnTo>
                  <a:pt x="305" y="14"/>
                </a:lnTo>
                <a:lnTo>
                  <a:pt x="306" y="14"/>
                </a:lnTo>
                <a:lnTo>
                  <a:pt x="307" y="14"/>
                </a:lnTo>
                <a:lnTo>
                  <a:pt x="308" y="14"/>
                </a:lnTo>
                <a:lnTo>
                  <a:pt x="309" y="14"/>
                </a:lnTo>
                <a:lnTo>
                  <a:pt x="309" y="15"/>
                </a:lnTo>
                <a:lnTo>
                  <a:pt x="310" y="15"/>
                </a:lnTo>
                <a:lnTo>
                  <a:pt x="311" y="15"/>
                </a:lnTo>
                <a:lnTo>
                  <a:pt x="311" y="16"/>
                </a:lnTo>
                <a:lnTo>
                  <a:pt x="313" y="16"/>
                </a:lnTo>
                <a:lnTo>
                  <a:pt x="313" y="15"/>
                </a:lnTo>
                <a:lnTo>
                  <a:pt x="314" y="16"/>
                </a:lnTo>
                <a:lnTo>
                  <a:pt x="315" y="16"/>
                </a:lnTo>
                <a:lnTo>
                  <a:pt x="315" y="17"/>
                </a:lnTo>
                <a:lnTo>
                  <a:pt x="316" y="17"/>
                </a:lnTo>
                <a:lnTo>
                  <a:pt x="316" y="16"/>
                </a:lnTo>
                <a:lnTo>
                  <a:pt x="317" y="16"/>
                </a:lnTo>
                <a:lnTo>
                  <a:pt x="318" y="16"/>
                </a:lnTo>
                <a:lnTo>
                  <a:pt x="318" y="17"/>
                </a:lnTo>
                <a:lnTo>
                  <a:pt x="317" y="17"/>
                </a:lnTo>
                <a:lnTo>
                  <a:pt x="316" y="17"/>
                </a:lnTo>
                <a:lnTo>
                  <a:pt x="317" y="17"/>
                </a:lnTo>
                <a:lnTo>
                  <a:pt x="318" y="17"/>
                </a:lnTo>
                <a:lnTo>
                  <a:pt x="319" y="17"/>
                </a:lnTo>
                <a:lnTo>
                  <a:pt x="319" y="18"/>
                </a:lnTo>
                <a:lnTo>
                  <a:pt x="319" y="19"/>
                </a:lnTo>
                <a:lnTo>
                  <a:pt x="319" y="20"/>
                </a:lnTo>
                <a:lnTo>
                  <a:pt x="320" y="20"/>
                </a:lnTo>
                <a:lnTo>
                  <a:pt x="320" y="19"/>
                </a:lnTo>
                <a:lnTo>
                  <a:pt x="319" y="19"/>
                </a:lnTo>
                <a:lnTo>
                  <a:pt x="319" y="17"/>
                </a:lnTo>
                <a:lnTo>
                  <a:pt x="326" y="17"/>
                </a:lnTo>
                <a:lnTo>
                  <a:pt x="326" y="18"/>
                </a:lnTo>
                <a:lnTo>
                  <a:pt x="325" y="19"/>
                </a:lnTo>
                <a:lnTo>
                  <a:pt x="325" y="20"/>
                </a:lnTo>
                <a:lnTo>
                  <a:pt x="325" y="21"/>
                </a:lnTo>
                <a:lnTo>
                  <a:pt x="325" y="20"/>
                </a:lnTo>
                <a:lnTo>
                  <a:pt x="326" y="20"/>
                </a:lnTo>
                <a:lnTo>
                  <a:pt x="326" y="19"/>
                </a:lnTo>
                <a:lnTo>
                  <a:pt x="326" y="18"/>
                </a:lnTo>
                <a:lnTo>
                  <a:pt x="328" y="18"/>
                </a:lnTo>
                <a:lnTo>
                  <a:pt x="329" y="18"/>
                </a:lnTo>
                <a:lnTo>
                  <a:pt x="331" y="18"/>
                </a:lnTo>
                <a:lnTo>
                  <a:pt x="332" y="18"/>
                </a:lnTo>
                <a:lnTo>
                  <a:pt x="333" y="19"/>
                </a:lnTo>
                <a:lnTo>
                  <a:pt x="334" y="19"/>
                </a:lnTo>
                <a:lnTo>
                  <a:pt x="334" y="21"/>
                </a:lnTo>
                <a:lnTo>
                  <a:pt x="334" y="23"/>
                </a:lnTo>
                <a:lnTo>
                  <a:pt x="335" y="23"/>
                </a:lnTo>
                <a:lnTo>
                  <a:pt x="336" y="23"/>
                </a:lnTo>
                <a:lnTo>
                  <a:pt x="336" y="24"/>
                </a:lnTo>
                <a:lnTo>
                  <a:pt x="337" y="24"/>
                </a:lnTo>
                <a:lnTo>
                  <a:pt x="337" y="23"/>
                </a:lnTo>
                <a:lnTo>
                  <a:pt x="338" y="23"/>
                </a:lnTo>
                <a:lnTo>
                  <a:pt x="339" y="23"/>
                </a:lnTo>
                <a:lnTo>
                  <a:pt x="339" y="24"/>
                </a:lnTo>
                <a:lnTo>
                  <a:pt x="340" y="24"/>
                </a:lnTo>
                <a:lnTo>
                  <a:pt x="342" y="24"/>
                </a:lnTo>
                <a:lnTo>
                  <a:pt x="343" y="24"/>
                </a:lnTo>
                <a:lnTo>
                  <a:pt x="344" y="24"/>
                </a:lnTo>
                <a:lnTo>
                  <a:pt x="344" y="23"/>
                </a:lnTo>
                <a:lnTo>
                  <a:pt x="343" y="23"/>
                </a:lnTo>
                <a:lnTo>
                  <a:pt x="342" y="22"/>
                </a:lnTo>
                <a:lnTo>
                  <a:pt x="342" y="21"/>
                </a:lnTo>
                <a:lnTo>
                  <a:pt x="343" y="20"/>
                </a:lnTo>
                <a:lnTo>
                  <a:pt x="342" y="20"/>
                </a:lnTo>
                <a:lnTo>
                  <a:pt x="344" y="19"/>
                </a:lnTo>
                <a:lnTo>
                  <a:pt x="344" y="20"/>
                </a:lnTo>
                <a:lnTo>
                  <a:pt x="346" y="20"/>
                </a:lnTo>
                <a:lnTo>
                  <a:pt x="345" y="19"/>
                </a:lnTo>
                <a:lnTo>
                  <a:pt x="346" y="19"/>
                </a:lnTo>
                <a:lnTo>
                  <a:pt x="347" y="19"/>
                </a:lnTo>
                <a:lnTo>
                  <a:pt x="347" y="18"/>
                </a:lnTo>
                <a:lnTo>
                  <a:pt x="346" y="18"/>
                </a:lnTo>
                <a:lnTo>
                  <a:pt x="346" y="17"/>
                </a:lnTo>
                <a:lnTo>
                  <a:pt x="347" y="16"/>
                </a:lnTo>
                <a:lnTo>
                  <a:pt x="348" y="16"/>
                </a:lnTo>
                <a:lnTo>
                  <a:pt x="349" y="16"/>
                </a:lnTo>
                <a:lnTo>
                  <a:pt x="349" y="17"/>
                </a:lnTo>
                <a:lnTo>
                  <a:pt x="349" y="18"/>
                </a:lnTo>
                <a:lnTo>
                  <a:pt x="350" y="17"/>
                </a:lnTo>
                <a:lnTo>
                  <a:pt x="352" y="17"/>
                </a:lnTo>
                <a:lnTo>
                  <a:pt x="351" y="18"/>
                </a:lnTo>
                <a:lnTo>
                  <a:pt x="352" y="18"/>
                </a:lnTo>
                <a:lnTo>
                  <a:pt x="353" y="18"/>
                </a:lnTo>
                <a:lnTo>
                  <a:pt x="353" y="19"/>
                </a:lnTo>
                <a:lnTo>
                  <a:pt x="354" y="19"/>
                </a:lnTo>
                <a:lnTo>
                  <a:pt x="354" y="20"/>
                </a:lnTo>
                <a:lnTo>
                  <a:pt x="355" y="20"/>
                </a:lnTo>
                <a:lnTo>
                  <a:pt x="356" y="20"/>
                </a:lnTo>
                <a:lnTo>
                  <a:pt x="357" y="20"/>
                </a:lnTo>
                <a:lnTo>
                  <a:pt x="358" y="20"/>
                </a:lnTo>
                <a:lnTo>
                  <a:pt x="360" y="20"/>
                </a:lnTo>
                <a:lnTo>
                  <a:pt x="361" y="20"/>
                </a:lnTo>
                <a:lnTo>
                  <a:pt x="361" y="19"/>
                </a:lnTo>
                <a:lnTo>
                  <a:pt x="361" y="17"/>
                </a:lnTo>
                <a:lnTo>
                  <a:pt x="360" y="17"/>
                </a:lnTo>
                <a:lnTo>
                  <a:pt x="360" y="16"/>
                </a:lnTo>
                <a:lnTo>
                  <a:pt x="361" y="16"/>
                </a:lnTo>
                <a:lnTo>
                  <a:pt x="361" y="15"/>
                </a:lnTo>
                <a:lnTo>
                  <a:pt x="361" y="14"/>
                </a:lnTo>
                <a:lnTo>
                  <a:pt x="361" y="13"/>
                </a:lnTo>
                <a:lnTo>
                  <a:pt x="362" y="13"/>
                </a:lnTo>
                <a:lnTo>
                  <a:pt x="365" y="13"/>
                </a:lnTo>
                <a:lnTo>
                  <a:pt x="365" y="16"/>
                </a:lnTo>
                <a:lnTo>
                  <a:pt x="367" y="16"/>
                </a:lnTo>
                <a:lnTo>
                  <a:pt x="368" y="16"/>
                </a:lnTo>
                <a:lnTo>
                  <a:pt x="368" y="15"/>
                </a:lnTo>
                <a:lnTo>
                  <a:pt x="368" y="14"/>
                </a:lnTo>
                <a:lnTo>
                  <a:pt x="369" y="15"/>
                </a:lnTo>
                <a:lnTo>
                  <a:pt x="374" y="18"/>
                </a:lnTo>
                <a:lnTo>
                  <a:pt x="374" y="19"/>
                </a:lnTo>
                <a:lnTo>
                  <a:pt x="373" y="20"/>
                </a:lnTo>
                <a:lnTo>
                  <a:pt x="372" y="20"/>
                </a:lnTo>
                <a:lnTo>
                  <a:pt x="373" y="20"/>
                </a:lnTo>
                <a:lnTo>
                  <a:pt x="374" y="20"/>
                </a:lnTo>
                <a:lnTo>
                  <a:pt x="375" y="20"/>
                </a:lnTo>
                <a:lnTo>
                  <a:pt x="375" y="22"/>
                </a:lnTo>
                <a:lnTo>
                  <a:pt x="376" y="22"/>
                </a:lnTo>
                <a:lnTo>
                  <a:pt x="376" y="23"/>
                </a:lnTo>
                <a:lnTo>
                  <a:pt x="376" y="24"/>
                </a:lnTo>
                <a:lnTo>
                  <a:pt x="377" y="25"/>
                </a:lnTo>
                <a:lnTo>
                  <a:pt x="377" y="26"/>
                </a:lnTo>
                <a:lnTo>
                  <a:pt x="376" y="26"/>
                </a:lnTo>
                <a:lnTo>
                  <a:pt x="376" y="27"/>
                </a:lnTo>
                <a:lnTo>
                  <a:pt x="376" y="28"/>
                </a:lnTo>
                <a:lnTo>
                  <a:pt x="377" y="29"/>
                </a:lnTo>
                <a:lnTo>
                  <a:pt x="377" y="30"/>
                </a:lnTo>
                <a:lnTo>
                  <a:pt x="378" y="30"/>
                </a:lnTo>
                <a:lnTo>
                  <a:pt x="379" y="33"/>
                </a:lnTo>
                <a:lnTo>
                  <a:pt x="381" y="33"/>
                </a:lnTo>
                <a:lnTo>
                  <a:pt x="383" y="34"/>
                </a:lnTo>
                <a:lnTo>
                  <a:pt x="384" y="35"/>
                </a:lnTo>
                <a:lnTo>
                  <a:pt x="385" y="36"/>
                </a:lnTo>
                <a:lnTo>
                  <a:pt x="386" y="36"/>
                </a:lnTo>
                <a:lnTo>
                  <a:pt x="387" y="37"/>
                </a:lnTo>
                <a:lnTo>
                  <a:pt x="387" y="40"/>
                </a:lnTo>
                <a:lnTo>
                  <a:pt x="387" y="43"/>
                </a:lnTo>
                <a:lnTo>
                  <a:pt x="387" y="44"/>
                </a:lnTo>
                <a:lnTo>
                  <a:pt x="386" y="45"/>
                </a:lnTo>
                <a:lnTo>
                  <a:pt x="385" y="45"/>
                </a:lnTo>
                <a:lnTo>
                  <a:pt x="385" y="46"/>
                </a:lnTo>
                <a:lnTo>
                  <a:pt x="385" y="47"/>
                </a:lnTo>
                <a:lnTo>
                  <a:pt x="386" y="47"/>
                </a:lnTo>
                <a:lnTo>
                  <a:pt x="387" y="47"/>
                </a:lnTo>
                <a:lnTo>
                  <a:pt x="388" y="48"/>
                </a:lnTo>
                <a:lnTo>
                  <a:pt x="387" y="48"/>
                </a:lnTo>
                <a:lnTo>
                  <a:pt x="387" y="49"/>
                </a:lnTo>
                <a:lnTo>
                  <a:pt x="386" y="50"/>
                </a:lnTo>
                <a:lnTo>
                  <a:pt x="386" y="51"/>
                </a:lnTo>
                <a:lnTo>
                  <a:pt x="387" y="50"/>
                </a:lnTo>
                <a:lnTo>
                  <a:pt x="389" y="51"/>
                </a:lnTo>
                <a:lnTo>
                  <a:pt x="390" y="50"/>
                </a:lnTo>
                <a:lnTo>
                  <a:pt x="393" y="50"/>
                </a:lnTo>
                <a:lnTo>
                  <a:pt x="393" y="51"/>
                </a:lnTo>
                <a:lnTo>
                  <a:pt x="393" y="52"/>
                </a:lnTo>
                <a:lnTo>
                  <a:pt x="394" y="51"/>
                </a:lnTo>
                <a:lnTo>
                  <a:pt x="395" y="50"/>
                </a:lnTo>
                <a:lnTo>
                  <a:pt x="396" y="49"/>
                </a:lnTo>
                <a:lnTo>
                  <a:pt x="397" y="49"/>
                </a:lnTo>
                <a:lnTo>
                  <a:pt x="398" y="50"/>
                </a:lnTo>
                <a:lnTo>
                  <a:pt x="398" y="51"/>
                </a:lnTo>
                <a:lnTo>
                  <a:pt x="399" y="51"/>
                </a:lnTo>
                <a:lnTo>
                  <a:pt x="400" y="50"/>
                </a:lnTo>
                <a:lnTo>
                  <a:pt x="401" y="50"/>
                </a:lnTo>
                <a:lnTo>
                  <a:pt x="401" y="49"/>
                </a:lnTo>
                <a:lnTo>
                  <a:pt x="402" y="49"/>
                </a:lnTo>
                <a:lnTo>
                  <a:pt x="403" y="49"/>
                </a:lnTo>
                <a:lnTo>
                  <a:pt x="403" y="48"/>
                </a:lnTo>
                <a:lnTo>
                  <a:pt x="404" y="48"/>
                </a:lnTo>
                <a:lnTo>
                  <a:pt x="405" y="49"/>
                </a:lnTo>
                <a:lnTo>
                  <a:pt x="405" y="50"/>
                </a:lnTo>
                <a:lnTo>
                  <a:pt x="406" y="50"/>
                </a:lnTo>
                <a:lnTo>
                  <a:pt x="406" y="51"/>
                </a:lnTo>
                <a:lnTo>
                  <a:pt x="405" y="51"/>
                </a:lnTo>
                <a:lnTo>
                  <a:pt x="404" y="52"/>
                </a:lnTo>
                <a:lnTo>
                  <a:pt x="403" y="52"/>
                </a:lnTo>
                <a:lnTo>
                  <a:pt x="403" y="51"/>
                </a:lnTo>
                <a:lnTo>
                  <a:pt x="402" y="52"/>
                </a:lnTo>
                <a:lnTo>
                  <a:pt x="401" y="53"/>
                </a:lnTo>
                <a:lnTo>
                  <a:pt x="400" y="53"/>
                </a:lnTo>
                <a:lnTo>
                  <a:pt x="399" y="53"/>
                </a:lnTo>
                <a:lnTo>
                  <a:pt x="398" y="53"/>
                </a:lnTo>
                <a:lnTo>
                  <a:pt x="397" y="53"/>
                </a:lnTo>
                <a:lnTo>
                  <a:pt x="397" y="52"/>
                </a:lnTo>
                <a:lnTo>
                  <a:pt x="396" y="52"/>
                </a:lnTo>
                <a:lnTo>
                  <a:pt x="396" y="53"/>
                </a:lnTo>
                <a:lnTo>
                  <a:pt x="395" y="54"/>
                </a:lnTo>
                <a:lnTo>
                  <a:pt x="396" y="55"/>
                </a:lnTo>
                <a:lnTo>
                  <a:pt x="397" y="56"/>
                </a:lnTo>
                <a:lnTo>
                  <a:pt x="398" y="56"/>
                </a:lnTo>
                <a:lnTo>
                  <a:pt x="398" y="57"/>
                </a:lnTo>
                <a:lnTo>
                  <a:pt x="399" y="57"/>
                </a:lnTo>
                <a:lnTo>
                  <a:pt x="401" y="58"/>
                </a:lnTo>
                <a:lnTo>
                  <a:pt x="402" y="60"/>
                </a:lnTo>
                <a:lnTo>
                  <a:pt x="403" y="60"/>
                </a:lnTo>
                <a:lnTo>
                  <a:pt x="403" y="61"/>
                </a:lnTo>
                <a:lnTo>
                  <a:pt x="403" y="62"/>
                </a:lnTo>
                <a:lnTo>
                  <a:pt x="403" y="61"/>
                </a:lnTo>
                <a:lnTo>
                  <a:pt x="399" y="58"/>
                </a:lnTo>
                <a:lnTo>
                  <a:pt x="396" y="56"/>
                </a:lnTo>
                <a:lnTo>
                  <a:pt x="398" y="58"/>
                </a:lnTo>
                <a:lnTo>
                  <a:pt x="401" y="60"/>
                </a:lnTo>
                <a:lnTo>
                  <a:pt x="402" y="63"/>
                </a:lnTo>
                <a:lnTo>
                  <a:pt x="401" y="63"/>
                </a:lnTo>
                <a:lnTo>
                  <a:pt x="400" y="61"/>
                </a:lnTo>
                <a:lnTo>
                  <a:pt x="400" y="60"/>
                </a:lnTo>
                <a:lnTo>
                  <a:pt x="399" y="60"/>
                </a:lnTo>
                <a:lnTo>
                  <a:pt x="398" y="59"/>
                </a:lnTo>
                <a:lnTo>
                  <a:pt x="396" y="58"/>
                </a:lnTo>
                <a:lnTo>
                  <a:pt x="395" y="57"/>
                </a:lnTo>
                <a:lnTo>
                  <a:pt x="394" y="57"/>
                </a:lnTo>
                <a:lnTo>
                  <a:pt x="393" y="57"/>
                </a:lnTo>
                <a:lnTo>
                  <a:pt x="390" y="57"/>
                </a:lnTo>
                <a:lnTo>
                  <a:pt x="389" y="57"/>
                </a:lnTo>
                <a:lnTo>
                  <a:pt x="388" y="58"/>
                </a:lnTo>
                <a:lnTo>
                  <a:pt x="387" y="58"/>
                </a:lnTo>
                <a:lnTo>
                  <a:pt x="386" y="57"/>
                </a:lnTo>
                <a:lnTo>
                  <a:pt x="384" y="56"/>
                </a:lnTo>
                <a:lnTo>
                  <a:pt x="383" y="56"/>
                </a:lnTo>
                <a:lnTo>
                  <a:pt x="382" y="56"/>
                </a:lnTo>
                <a:lnTo>
                  <a:pt x="381" y="56"/>
                </a:lnTo>
                <a:lnTo>
                  <a:pt x="381" y="57"/>
                </a:lnTo>
                <a:lnTo>
                  <a:pt x="381" y="58"/>
                </a:lnTo>
                <a:lnTo>
                  <a:pt x="382" y="59"/>
                </a:lnTo>
                <a:lnTo>
                  <a:pt x="381" y="59"/>
                </a:lnTo>
                <a:lnTo>
                  <a:pt x="381" y="60"/>
                </a:lnTo>
                <a:lnTo>
                  <a:pt x="382" y="60"/>
                </a:lnTo>
                <a:lnTo>
                  <a:pt x="381" y="62"/>
                </a:lnTo>
                <a:lnTo>
                  <a:pt x="380" y="62"/>
                </a:lnTo>
                <a:lnTo>
                  <a:pt x="380" y="63"/>
                </a:lnTo>
                <a:lnTo>
                  <a:pt x="379" y="63"/>
                </a:lnTo>
                <a:lnTo>
                  <a:pt x="379" y="64"/>
                </a:lnTo>
                <a:lnTo>
                  <a:pt x="378" y="64"/>
                </a:lnTo>
                <a:lnTo>
                  <a:pt x="377" y="66"/>
                </a:lnTo>
                <a:lnTo>
                  <a:pt x="376" y="66"/>
                </a:lnTo>
                <a:lnTo>
                  <a:pt x="376" y="67"/>
                </a:lnTo>
                <a:lnTo>
                  <a:pt x="375" y="67"/>
                </a:lnTo>
                <a:lnTo>
                  <a:pt x="374" y="69"/>
                </a:lnTo>
                <a:lnTo>
                  <a:pt x="374" y="70"/>
                </a:lnTo>
                <a:lnTo>
                  <a:pt x="375" y="70"/>
                </a:lnTo>
                <a:lnTo>
                  <a:pt x="374" y="70"/>
                </a:lnTo>
                <a:lnTo>
                  <a:pt x="374" y="71"/>
                </a:lnTo>
                <a:lnTo>
                  <a:pt x="373" y="73"/>
                </a:lnTo>
                <a:lnTo>
                  <a:pt x="372" y="74"/>
                </a:lnTo>
                <a:lnTo>
                  <a:pt x="372" y="75"/>
                </a:lnTo>
                <a:lnTo>
                  <a:pt x="372" y="76"/>
                </a:lnTo>
                <a:lnTo>
                  <a:pt x="371" y="76"/>
                </a:lnTo>
                <a:lnTo>
                  <a:pt x="370" y="76"/>
                </a:lnTo>
                <a:lnTo>
                  <a:pt x="370" y="77"/>
                </a:lnTo>
                <a:lnTo>
                  <a:pt x="369" y="76"/>
                </a:lnTo>
                <a:lnTo>
                  <a:pt x="369" y="77"/>
                </a:lnTo>
                <a:lnTo>
                  <a:pt x="370" y="77"/>
                </a:lnTo>
                <a:lnTo>
                  <a:pt x="370" y="78"/>
                </a:lnTo>
                <a:lnTo>
                  <a:pt x="371" y="80"/>
                </a:lnTo>
                <a:lnTo>
                  <a:pt x="372" y="80"/>
                </a:lnTo>
                <a:lnTo>
                  <a:pt x="372" y="81"/>
                </a:lnTo>
                <a:lnTo>
                  <a:pt x="372" y="82"/>
                </a:lnTo>
                <a:lnTo>
                  <a:pt x="372" y="83"/>
                </a:lnTo>
                <a:lnTo>
                  <a:pt x="372" y="84"/>
                </a:lnTo>
                <a:lnTo>
                  <a:pt x="371" y="85"/>
                </a:lnTo>
                <a:lnTo>
                  <a:pt x="371" y="86"/>
                </a:lnTo>
                <a:lnTo>
                  <a:pt x="371" y="87"/>
                </a:lnTo>
                <a:lnTo>
                  <a:pt x="371" y="88"/>
                </a:lnTo>
                <a:lnTo>
                  <a:pt x="372" y="90"/>
                </a:lnTo>
                <a:lnTo>
                  <a:pt x="371" y="91"/>
                </a:lnTo>
                <a:lnTo>
                  <a:pt x="372" y="92"/>
                </a:lnTo>
                <a:lnTo>
                  <a:pt x="373" y="92"/>
                </a:lnTo>
                <a:lnTo>
                  <a:pt x="373" y="94"/>
                </a:lnTo>
                <a:lnTo>
                  <a:pt x="372" y="94"/>
                </a:lnTo>
                <a:lnTo>
                  <a:pt x="371" y="94"/>
                </a:lnTo>
                <a:lnTo>
                  <a:pt x="370" y="94"/>
                </a:lnTo>
                <a:lnTo>
                  <a:pt x="369" y="93"/>
                </a:lnTo>
                <a:lnTo>
                  <a:pt x="369" y="92"/>
                </a:lnTo>
                <a:lnTo>
                  <a:pt x="368" y="92"/>
                </a:lnTo>
                <a:lnTo>
                  <a:pt x="368" y="94"/>
                </a:lnTo>
                <a:lnTo>
                  <a:pt x="368" y="93"/>
                </a:lnTo>
                <a:lnTo>
                  <a:pt x="369" y="94"/>
                </a:lnTo>
                <a:lnTo>
                  <a:pt x="369" y="95"/>
                </a:lnTo>
                <a:lnTo>
                  <a:pt x="368" y="95"/>
                </a:lnTo>
                <a:lnTo>
                  <a:pt x="367" y="95"/>
                </a:lnTo>
                <a:lnTo>
                  <a:pt x="367" y="97"/>
                </a:lnTo>
                <a:lnTo>
                  <a:pt x="368" y="97"/>
                </a:lnTo>
                <a:lnTo>
                  <a:pt x="369" y="96"/>
                </a:lnTo>
                <a:lnTo>
                  <a:pt x="370" y="95"/>
                </a:lnTo>
                <a:lnTo>
                  <a:pt x="371" y="95"/>
                </a:lnTo>
                <a:lnTo>
                  <a:pt x="372" y="95"/>
                </a:lnTo>
                <a:lnTo>
                  <a:pt x="373" y="95"/>
                </a:lnTo>
                <a:lnTo>
                  <a:pt x="374" y="96"/>
                </a:lnTo>
                <a:lnTo>
                  <a:pt x="374" y="97"/>
                </a:lnTo>
                <a:lnTo>
                  <a:pt x="374" y="98"/>
                </a:lnTo>
                <a:lnTo>
                  <a:pt x="374" y="99"/>
                </a:lnTo>
                <a:lnTo>
                  <a:pt x="375" y="99"/>
                </a:lnTo>
                <a:lnTo>
                  <a:pt x="376" y="99"/>
                </a:lnTo>
                <a:lnTo>
                  <a:pt x="376" y="100"/>
                </a:lnTo>
                <a:lnTo>
                  <a:pt x="375" y="102"/>
                </a:lnTo>
                <a:lnTo>
                  <a:pt x="376" y="102"/>
                </a:lnTo>
                <a:lnTo>
                  <a:pt x="377" y="102"/>
                </a:lnTo>
                <a:lnTo>
                  <a:pt x="378" y="102"/>
                </a:lnTo>
                <a:lnTo>
                  <a:pt x="378" y="103"/>
                </a:lnTo>
                <a:lnTo>
                  <a:pt x="381" y="103"/>
                </a:lnTo>
                <a:lnTo>
                  <a:pt x="382" y="104"/>
                </a:lnTo>
                <a:lnTo>
                  <a:pt x="382" y="105"/>
                </a:lnTo>
                <a:lnTo>
                  <a:pt x="383" y="105"/>
                </a:lnTo>
                <a:lnTo>
                  <a:pt x="384" y="106"/>
                </a:lnTo>
                <a:lnTo>
                  <a:pt x="385" y="107"/>
                </a:lnTo>
                <a:lnTo>
                  <a:pt x="386" y="107"/>
                </a:lnTo>
                <a:lnTo>
                  <a:pt x="387" y="109"/>
                </a:lnTo>
                <a:lnTo>
                  <a:pt x="388" y="109"/>
                </a:lnTo>
                <a:lnTo>
                  <a:pt x="389" y="108"/>
                </a:lnTo>
                <a:lnTo>
                  <a:pt x="390" y="109"/>
                </a:lnTo>
                <a:lnTo>
                  <a:pt x="391" y="107"/>
                </a:lnTo>
                <a:lnTo>
                  <a:pt x="391" y="106"/>
                </a:lnTo>
                <a:lnTo>
                  <a:pt x="392" y="107"/>
                </a:lnTo>
                <a:lnTo>
                  <a:pt x="393" y="107"/>
                </a:lnTo>
                <a:lnTo>
                  <a:pt x="395" y="108"/>
                </a:lnTo>
                <a:lnTo>
                  <a:pt x="395" y="111"/>
                </a:lnTo>
                <a:lnTo>
                  <a:pt x="397" y="111"/>
                </a:lnTo>
                <a:lnTo>
                  <a:pt x="397" y="109"/>
                </a:lnTo>
                <a:lnTo>
                  <a:pt x="397" y="108"/>
                </a:lnTo>
                <a:lnTo>
                  <a:pt x="399" y="108"/>
                </a:lnTo>
                <a:lnTo>
                  <a:pt x="401" y="110"/>
                </a:lnTo>
                <a:lnTo>
                  <a:pt x="402" y="110"/>
                </a:lnTo>
                <a:lnTo>
                  <a:pt x="403" y="109"/>
                </a:lnTo>
                <a:lnTo>
                  <a:pt x="404" y="110"/>
                </a:lnTo>
                <a:lnTo>
                  <a:pt x="404" y="111"/>
                </a:lnTo>
                <a:lnTo>
                  <a:pt x="404" y="112"/>
                </a:lnTo>
                <a:lnTo>
                  <a:pt x="404" y="114"/>
                </a:lnTo>
                <a:lnTo>
                  <a:pt x="405" y="114"/>
                </a:lnTo>
                <a:lnTo>
                  <a:pt x="405" y="115"/>
                </a:lnTo>
                <a:lnTo>
                  <a:pt x="401" y="121"/>
                </a:lnTo>
                <a:lnTo>
                  <a:pt x="402" y="121"/>
                </a:lnTo>
                <a:lnTo>
                  <a:pt x="403" y="121"/>
                </a:lnTo>
                <a:lnTo>
                  <a:pt x="404" y="121"/>
                </a:lnTo>
                <a:lnTo>
                  <a:pt x="405" y="121"/>
                </a:lnTo>
                <a:lnTo>
                  <a:pt x="405" y="120"/>
                </a:lnTo>
                <a:lnTo>
                  <a:pt x="406" y="120"/>
                </a:lnTo>
                <a:lnTo>
                  <a:pt x="407" y="120"/>
                </a:lnTo>
                <a:lnTo>
                  <a:pt x="407" y="121"/>
                </a:lnTo>
                <a:lnTo>
                  <a:pt x="408" y="122"/>
                </a:lnTo>
                <a:lnTo>
                  <a:pt x="408" y="123"/>
                </a:lnTo>
                <a:lnTo>
                  <a:pt x="408" y="124"/>
                </a:lnTo>
                <a:lnTo>
                  <a:pt x="409" y="124"/>
                </a:lnTo>
                <a:lnTo>
                  <a:pt x="409" y="123"/>
                </a:lnTo>
                <a:lnTo>
                  <a:pt x="409" y="122"/>
                </a:lnTo>
                <a:lnTo>
                  <a:pt x="409" y="121"/>
                </a:lnTo>
                <a:lnTo>
                  <a:pt x="410" y="120"/>
                </a:lnTo>
                <a:lnTo>
                  <a:pt x="411" y="120"/>
                </a:lnTo>
                <a:lnTo>
                  <a:pt x="412" y="120"/>
                </a:lnTo>
                <a:lnTo>
                  <a:pt x="412" y="119"/>
                </a:lnTo>
                <a:lnTo>
                  <a:pt x="413" y="119"/>
                </a:lnTo>
                <a:lnTo>
                  <a:pt x="413" y="118"/>
                </a:lnTo>
                <a:lnTo>
                  <a:pt x="414" y="118"/>
                </a:lnTo>
                <a:lnTo>
                  <a:pt x="417" y="118"/>
                </a:lnTo>
                <a:lnTo>
                  <a:pt x="417" y="119"/>
                </a:lnTo>
                <a:lnTo>
                  <a:pt x="421" y="119"/>
                </a:lnTo>
                <a:lnTo>
                  <a:pt x="420" y="120"/>
                </a:lnTo>
                <a:lnTo>
                  <a:pt x="420" y="121"/>
                </a:lnTo>
                <a:lnTo>
                  <a:pt x="421" y="121"/>
                </a:lnTo>
                <a:lnTo>
                  <a:pt x="421" y="122"/>
                </a:lnTo>
                <a:lnTo>
                  <a:pt x="422" y="121"/>
                </a:lnTo>
                <a:lnTo>
                  <a:pt x="423" y="121"/>
                </a:lnTo>
                <a:lnTo>
                  <a:pt x="423" y="120"/>
                </a:lnTo>
                <a:lnTo>
                  <a:pt x="423" y="119"/>
                </a:lnTo>
                <a:lnTo>
                  <a:pt x="424" y="119"/>
                </a:lnTo>
                <a:lnTo>
                  <a:pt x="424" y="118"/>
                </a:lnTo>
                <a:lnTo>
                  <a:pt x="428" y="118"/>
                </a:lnTo>
                <a:lnTo>
                  <a:pt x="428" y="119"/>
                </a:lnTo>
                <a:lnTo>
                  <a:pt x="428" y="122"/>
                </a:lnTo>
                <a:lnTo>
                  <a:pt x="428" y="123"/>
                </a:lnTo>
                <a:lnTo>
                  <a:pt x="428" y="124"/>
                </a:lnTo>
                <a:lnTo>
                  <a:pt x="428" y="125"/>
                </a:lnTo>
                <a:lnTo>
                  <a:pt x="429" y="125"/>
                </a:lnTo>
                <a:lnTo>
                  <a:pt x="429" y="124"/>
                </a:lnTo>
                <a:lnTo>
                  <a:pt x="429" y="123"/>
                </a:lnTo>
                <a:lnTo>
                  <a:pt x="429" y="122"/>
                </a:lnTo>
                <a:lnTo>
                  <a:pt x="430" y="122"/>
                </a:lnTo>
                <a:lnTo>
                  <a:pt x="430" y="121"/>
                </a:lnTo>
                <a:lnTo>
                  <a:pt x="431" y="121"/>
                </a:lnTo>
                <a:lnTo>
                  <a:pt x="431" y="120"/>
                </a:lnTo>
                <a:lnTo>
                  <a:pt x="430" y="120"/>
                </a:lnTo>
                <a:lnTo>
                  <a:pt x="431" y="120"/>
                </a:lnTo>
                <a:lnTo>
                  <a:pt x="432" y="119"/>
                </a:lnTo>
                <a:lnTo>
                  <a:pt x="432" y="118"/>
                </a:lnTo>
                <a:lnTo>
                  <a:pt x="433" y="117"/>
                </a:lnTo>
                <a:lnTo>
                  <a:pt x="434" y="117"/>
                </a:lnTo>
                <a:lnTo>
                  <a:pt x="435" y="116"/>
                </a:lnTo>
                <a:lnTo>
                  <a:pt x="435" y="117"/>
                </a:lnTo>
                <a:lnTo>
                  <a:pt x="439" y="117"/>
                </a:lnTo>
                <a:lnTo>
                  <a:pt x="439" y="118"/>
                </a:lnTo>
                <a:lnTo>
                  <a:pt x="439" y="119"/>
                </a:lnTo>
                <a:lnTo>
                  <a:pt x="442" y="118"/>
                </a:lnTo>
                <a:lnTo>
                  <a:pt x="442" y="117"/>
                </a:lnTo>
                <a:lnTo>
                  <a:pt x="442" y="116"/>
                </a:lnTo>
                <a:lnTo>
                  <a:pt x="444" y="116"/>
                </a:lnTo>
                <a:lnTo>
                  <a:pt x="444" y="117"/>
                </a:lnTo>
                <a:lnTo>
                  <a:pt x="444" y="118"/>
                </a:lnTo>
                <a:lnTo>
                  <a:pt x="445" y="118"/>
                </a:lnTo>
                <a:lnTo>
                  <a:pt x="446" y="118"/>
                </a:lnTo>
                <a:lnTo>
                  <a:pt x="446" y="116"/>
                </a:lnTo>
                <a:lnTo>
                  <a:pt x="447" y="116"/>
                </a:lnTo>
                <a:lnTo>
                  <a:pt x="447" y="115"/>
                </a:lnTo>
                <a:lnTo>
                  <a:pt x="448" y="114"/>
                </a:lnTo>
                <a:lnTo>
                  <a:pt x="449" y="114"/>
                </a:lnTo>
                <a:lnTo>
                  <a:pt x="449" y="113"/>
                </a:lnTo>
                <a:lnTo>
                  <a:pt x="450" y="112"/>
                </a:lnTo>
                <a:lnTo>
                  <a:pt x="451" y="111"/>
                </a:lnTo>
                <a:lnTo>
                  <a:pt x="451" y="112"/>
                </a:lnTo>
                <a:lnTo>
                  <a:pt x="452" y="111"/>
                </a:lnTo>
                <a:lnTo>
                  <a:pt x="454" y="110"/>
                </a:lnTo>
                <a:lnTo>
                  <a:pt x="455" y="109"/>
                </a:lnTo>
                <a:lnTo>
                  <a:pt x="453" y="109"/>
                </a:lnTo>
                <a:lnTo>
                  <a:pt x="454" y="109"/>
                </a:lnTo>
                <a:lnTo>
                  <a:pt x="455" y="109"/>
                </a:lnTo>
                <a:lnTo>
                  <a:pt x="456" y="108"/>
                </a:lnTo>
                <a:lnTo>
                  <a:pt x="456" y="107"/>
                </a:lnTo>
                <a:lnTo>
                  <a:pt x="457" y="107"/>
                </a:lnTo>
                <a:lnTo>
                  <a:pt x="457" y="106"/>
                </a:lnTo>
                <a:lnTo>
                  <a:pt x="458" y="106"/>
                </a:lnTo>
                <a:lnTo>
                  <a:pt x="459" y="105"/>
                </a:lnTo>
                <a:lnTo>
                  <a:pt x="459" y="104"/>
                </a:lnTo>
                <a:lnTo>
                  <a:pt x="458" y="104"/>
                </a:lnTo>
                <a:lnTo>
                  <a:pt x="459" y="104"/>
                </a:lnTo>
                <a:lnTo>
                  <a:pt x="459" y="103"/>
                </a:lnTo>
                <a:lnTo>
                  <a:pt x="460" y="103"/>
                </a:lnTo>
                <a:lnTo>
                  <a:pt x="460" y="102"/>
                </a:lnTo>
                <a:lnTo>
                  <a:pt x="459" y="102"/>
                </a:lnTo>
                <a:lnTo>
                  <a:pt x="458" y="102"/>
                </a:lnTo>
                <a:lnTo>
                  <a:pt x="458" y="101"/>
                </a:lnTo>
                <a:lnTo>
                  <a:pt x="459" y="100"/>
                </a:lnTo>
                <a:lnTo>
                  <a:pt x="459" y="101"/>
                </a:lnTo>
                <a:lnTo>
                  <a:pt x="460" y="101"/>
                </a:lnTo>
                <a:lnTo>
                  <a:pt x="460" y="100"/>
                </a:lnTo>
                <a:lnTo>
                  <a:pt x="460" y="99"/>
                </a:lnTo>
                <a:lnTo>
                  <a:pt x="459" y="99"/>
                </a:lnTo>
                <a:lnTo>
                  <a:pt x="458" y="99"/>
                </a:lnTo>
                <a:lnTo>
                  <a:pt x="458" y="98"/>
                </a:lnTo>
                <a:lnTo>
                  <a:pt x="458" y="97"/>
                </a:lnTo>
                <a:lnTo>
                  <a:pt x="458" y="96"/>
                </a:lnTo>
                <a:lnTo>
                  <a:pt x="457" y="97"/>
                </a:lnTo>
                <a:lnTo>
                  <a:pt x="457" y="98"/>
                </a:lnTo>
                <a:lnTo>
                  <a:pt x="456" y="97"/>
                </a:lnTo>
                <a:lnTo>
                  <a:pt x="455" y="96"/>
                </a:lnTo>
                <a:lnTo>
                  <a:pt x="454" y="95"/>
                </a:lnTo>
                <a:lnTo>
                  <a:pt x="454" y="94"/>
                </a:lnTo>
                <a:lnTo>
                  <a:pt x="455" y="94"/>
                </a:lnTo>
                <a:lnTo>
                  <a:pt x="455" y="93"/>
                </a:lnTo>
                <a:lnTo>
                  <a:pt x="454" y="93"/>
                </a:lnTo>
                <a:lnTo>
                  <a:pt x="454" y="92"/>
                </a:lnTo>
                <a:lnTo>
                  <a:pt x="455" y="92"/>
                </a:lnTo>
                <a:lnTo>
                  <a:pt x="456" y="92"/>
                </a:lnTo>
                <a:lnTo>
                  <a:pt x="457" y="92"/>
                </a:lnTo>
                <a:lnTo>
                  <a:pt x="458" y="92"/>
                </a:lnTo>
                <a:lnTo>
                  <a:pt x="460" y="91"/>
                </a:lnTo>
                <a:lnTo>
                  <a:pt x="462" y="91"/>
                </a:lnTo>
                <a:lnTo>
                  <a:pt x="463" y="91"/>
                </a:lnTo>
                <a:lnTo>
                  <a:pt x="463" y="90"/>
                </a:lnTo>
                <a:lnTo>
                  <a:pt x="464" y="90"/>
                </a:lnTo>
                <a:lnTo>
                  <a:pt x="463" y="89"/>
                </a:lnTo>
                <a:lnTo>
                  <a:pt x="463" y="88"/>
                </a:lnTo>
                <a:lnTo>
                  <a:pt x="464" y="88"/>
                </a:lnTo>
                <a:lnTo>
                  <a:pt x="464" y="87"/>
                </a:lnTo>
                <a:lnTo>
                  <a:pt x="466" y="87"/>
                </a:lnTo>
                <a:lnTo>
                  <a:pt x="466" y="88"/>
                </a:lnTo>
                <a:lnTo>
                  <a:pt x="468" y="88"/>
                </a:lnTo>
                <a:lnTo>
                  <a:pt x="469" y="87"/>
                </a:lnTo>
                <a:lnTo>
                  <a:pt x="470" y="87"/>
                </a:lnTo>
                <a:lnTo>
                  <a:pt x="470" y="86"/>
                </a:lnTo>
                <a:lnTo>
                  <a:pt x="471" y="86"/>
                </a:lnTo>
                <a:lnTo>
                  <a:pt x="472" y="86"/>
                </a:lnTo>
                <a:lnTo>
                  <a:pt x="474" y="86"/>
                </a:lnTo>
                <a:lnTo>
                  <a:pt x="475" y="86"/>
                </a:lnTo>
                <a:lnTo>
                  <a:pt x="476" y="85"/>
                </a:lnTo>
                <a:lnTo>
                  <a:pt x="477" y="85"/>
                </a:lnTo>
                <a:lnTo>
                  <a:pt x="477" y="84"/>
                </a:lnTo>
                <a:lnTo>
                  <a:pt x="477" y="83"/>
                </a:lnTo>
                <a:lnTo>
                  <a:pt x="478" y="83"/>
                </a:lnTo>
                <a:lnTo>
                  <a:pt x="479" y="83"/>
                </a:lnTo>
                <a:lnTo>
                  <a:pt x="480" y="83"/>
                </a:lnTo>
                <a:lnTo>
                  <a:pt x="481" y="82"/>
                </a:lnTo>
                <a:lnTo>
                  <a:pt x="482" y="82"/>
                </a:lnTo>
                <a:lnTo>
                  <a:pt x="483" y="81"/>
                </a:lnTo>
                <a:lnTo>
                  <a:pt x="484" y="81"/>
                </a:lnTo>
                <a:lnTo>
                  <a:pt x="486" y="79"/>
                </a:lnTo>
                <a:lnTo>
                  <a:pt x="488" y="77"/>
                </a:lnTo>
                <a:lnTo>
                  <a:pt x="489" y="76"/>
                </a:lnTo>
                <a:lnTo>
                  <a:pt x="489" y="75"/>
                </a:lnTo>
                <a:lnTo>
                  <a:pt x="490" y="75"/>
                </a:lnTo>
                <a:lnTo>
                  <a:pt x="490" y="74"/>
                </a:lnTo>
                <a:lnTo>
                  <a:pt x="491" y="74"/>
                </a:lnTo>
                <a:lnTo>
                  <a:pt x="490" y="73"/>
                </a:lnTo>
                <a:lnTo>
                  <a:pt x="487" y="70"/>
                </a:lnTo>
                <a:lnTo>
                  <a:pt x="489" y="69"/>
                </a:lnTo>
                <a:lnTo>
                  <a:pt x="490" y="68"/>
                </a:lnTo>
                <a:lnTo>
                  <a:pt x="490" y="67"/>
                </a:lnTo>
                <a:lnTo>
                  <a:pt x="491" y="67"/>
                </a:lnTo>
                <a:lnTo>
                  <a:pt x="496" y="67"/>
                </a:lnTo>
                <a:lnTo>
                  <a:pt x="497" y="67"/>
                </a:lnTo>
                <a:lnTo>
                  <a:pt x="497" y="66"/>
                </a:lnTo>
                <a:lnTo>
                  <a:pt x="497" y="65"/>
                </a:lnTo>
                <a:lnTo>
                  <a:pt x="498" y="65"/>
                </a:lnTo>
                <a:lnTo>
                  <a:pt x="498" y="64"/>
                </a:lnTo>
                <a:lnTo>
                  <a:pt x="498" y="63"/>
                </a:lnTo>
                <a:lnTo>
                  <a:pt x="497" y="62"/>
                </a:lnTo>
                <a:lnTo>
                  <a:pt x="496" y="63"/>
                </a:lnTo>
                <a:lnTo>
                  <a:pt x="496" y="64"/>
                </a:lnTo>
                <a:lnTo>
                  <a:pt x="495" y="64"/>
                </a:lnTo>
                <a:lnTo>
                  <a:pt x="494" y="64"/>
                </a:lnTo>
                <a:lnTo>
                  <a:pt x="495" y="63"/>
                </a:lnTo>
                <a:lnTo>
                  <a:pt x="494" y="63"/>
                </a:lnTo>
                <a:lnTo>
                  <a:pt x="495" y="63"/>
                </a:lnTo>
                <a:lnTo>
                  <a:pt x="496" y="62"/>
                </a:lnTo>
                <a:lnTo>
                  <a:pt x="494" y="62"/>
                </a:lnTo>
                <a:lnTo>
                  <a:pt x="494" y="63"/>
                </a:lnTo>
                <a:lnTo>
                  <a:pt x="493" y="62"/>
                </a:lnTo>
                <a:lnTo>
                  <a:pt x="492" y="62"/>
                </a:lnTo>
                <a:lnTo>
                  <a:pt x="491" y="62"/>
                </a:lnTo>
                <a:lnTo>
                  <a:pt x="489" y="62"/>
                </a:lnTo>
                <a:lnTo>
                  <a:pt x="489" y="61"/>
                </a:lnTo>
                <a:lnTo>
                  <a:pt x="488" y="61"/>
                </a:lnTo>
                <a:lnTo>
                  <a:pt x="489" y="60"/>
                </a:lnTo>
                <a:lnTo>
                  <a:pt x="490" y="60"/>
                </a:lnTo>
                <a:lnTo>
                  <a:pt x="496" y="60"/>
                </a:lnTo>
                <a:lnTo>
                  <a:pt x="497" y="60"/>
                </a:lnTo>
                <a:lnTo>
                  <a:pt x="498" y="60"/>
                </a:lnTo>
                <a:lnTo>
                  <a:pt x="499" y="60"/>
                </a:lnTo>
                <a:lnTo>
                  <a:pt x="500" y="60"/>
                </a:lnTo>
                <a:lnTo>
                  <a:pt x="501" y="60"/>
                </a:lnTo>
                <a:lnTo>
                  <a:pt x="501" y="59"/>
                </a:lnTo>
                <a:lnTo>
                  <a:pt x="502" y="59"/>
                </a:lnTo>
                <a:lnTo>
                  <a:pt x="503" y="59"/>
                </a:lnTo>
                <a:lnTo>
                  <a:pt x="504" y="58"/>
                </a:lnTo>
                <a:lnTo>
                  <a:pt x="505" y="58"/>
                </a:lnTo>
                <a:lnTo>
                  <a:pt x="505" y="57"/>
                </a:lnTo>
                <a:lnTo>
                  <a:pt x="505" y="58"/>
                </a:lnTo>
                <a:lnTo>
                  <a:pt x="505" y="57"/>
                </a:lnTo>
                <a:lnTo>
                  <a:pt x="506" y="57"/>
                </a:lnTo>
                <a:lnTo>
                  <a:pt x="506" y="56"/>
                </a:lnTo>
                <a:lnTo>
                  <a:pt x="507" y="56"/>
                </a:lnTo>
                <a:lnTo>
                  <a:pt x="507" y="55"/>
                </a:lnTo>
                <a:lnTo>
                  <a:pt x="508" y="55"/>
                </a:lnTo>
                <a:lnTo>
                  <a:pt x="509" y="54"/>
                </a:lnTo>
                <a:lnTo>
                  <a:pt x="510" y="54"/>
                </a:lnTo>
                <a:lnTo>
                  <a:pt x="511" y="54"/>
                </a:lnTo>
                <a:lnTo>
                  <a:pt x="512" y="54"/>
                </a:lnTo>
                <a:lnTo>
                  <a:pt x="513" y="54"/>
                </a:lnTo>
                <a:lnTo>
                  <a:pt x="514" y="54"/>
                </a:lnTo>
                <a:lnTo>
                  <a:pt x="515" y="54"/>
                </a:lnTo>
                <a:lnTo>
                  <a:pt x="516" y="54"/>
                </a:lnTo>
                <a:lnTo>
                  <a:pt x="517" y="54"/>
                </a:lnTo>
                <a:lnTo>
                  <a:pt x="518" y="54"/>
                </a:lnTo>
                <a:lnTo>
                  <a:pt x="518" y="53"/>
                </a:lnTo>
                <a:lnTo>
                  <a:pt x="519" y="53"/>
                </a:lnTo>
                <a:lnTo>
                  <a:pt x="520" y="53"/>
                </a:lnTo>
                <a:lnTo>
                  <a:pt x="521" y="53"/>
                </a:lnTo>
                <a:lnTo>
                  <a:pt x="523" y="52"/>
                </a:lnTo>
                <a:lnTo>
                  <a:pt x="523" y="51"/>
                </a:lnTo>
                <a:lnTo>
                  <a:pt x="524" y="51"/>
                </a:lnTo>
                <a:lnTo>
                  <a:pt x="525" y="51"/>
                </a:lnTo>
                <a:lnTo>
                  <a:pt x="526" y="51"/>
                </a:lnTo>
                <a:lnTo>
                  <a:pt x="527" y="51"/>
                </a:lnTo>
                <a:lnTo>
                  <a:pt x="527" y="50"/>
                </a:lnTo>
                <a:lnTo>
                  <a:pt x="528" y="50"/>
                </a:lnTo>
                <a:lnTo>
                  <a:pt x="529" y="50"/>
                </a:lnTo>
                <a:lnTo>
                  <a:pt x="529" y="49"/>
                </a:lnTo>
                <a:lnTo>
                  <a:pt x="530" y="49"/>
                </a:lnTo>
                <a:lnTo>
                  <a:pt x="531" y="49"/>
                </a:lnTo>
                <a:lnTo>
                  <a:pt x="531" y="48"/>
                </a:lnTo>
                <a:lnTo>
                  <a:pt x="533" y="47"/>
                </a:lnTo>
                <a:lnTo>
                  <a:pt x="534" y="46"/>
                </a:lnTo>
                <a:lnTo>
                  <a:pt x="535" y="46"/>
                </a:lnTo>
                <a:lnTo>
                  <a:pt x="536" y="46"/>
                </a:lnTo>
                <a:lnTo>
                  <a:pt x="537" y="46"/>
                </a:lnTo>
                <a:lnTo>
                  <a:pt x="538" y="46"/>
                </a:lnTo>
                <a:lnTo>
                  <a:pt x="539" y="46"/>
                </a:lnTo>
                <a:lnTo>
                  <a:pt x="540" y="46"/>
                </a:lnTo>
                <a:lnTo>
                  <a:pt x="540" y="47"/>
                </a:lnTo>
                <a:lnTo>
                  <a:pt x="541" y="47"/>
                </a:lnTo>
                <a:lnTo>
                  <a:pt x="543" y="47"/>
                </a:lnTo>
                <a:lnTo>
                  <a:pt x="544" y="47"/>
                </a:lnTo>
                <a:lnTo>
                  <a:pt x="545" y="47"/>
                </a:lnTo>
                <a:lnTo>
                  <a:pt x="545" y="46"/>
                </a:lnTo>
                <a:lnTo>
                  <a:pt x="546" y="46"/>
                </a:lnTo>
                <a:lnTo>
                  <a:pt x="548" y="46"/>
                </a:lnTo>
                <a:lnTo>
                  <a:pt x="549" y="46"/>
                </a:lnTo>
                <a:lnTo>
                  <a:pt x="550" y="46"/>
                </a:lnTo>
                <a:lnTo>
                  <a:pt x="551" y="46"/>
                </a:lnTo>
                <a:lnTo>
                  <a:pt x="551" y="47"/>
                </a:lnTo>
                <a:lnTo>
                  <a:pt x="553" y="47"/>
                </a:lnTo>
                <a:lnTo>
                  <a:pt x="554" y="47"/>
                </a:lnTo>
                <a:lnTo>
                  <a:pt x="554" y="48"/>
                </a:lnTo>
                <a:lnTo>
                  <a:pt x="553" y="48"/>
                </a:lnTo>
                <a:lnTo>
                  <a:pt x="553" y="49"/>
                </a:lnTo>
                <a:lnTo>
                  <a:pt x="552" y="49"/>
                </a:lnTo>
                <a:lnTo>
                  <a:pt x="552" y="50"/>
                </a:lnTo>
                <a:lnTo>
                  <a:pt x="552" y="51"/>
                </a:lnTo>
                <a:lnTo>
                  <a:pt x="553" y="51"/>
                </a:lnTo>
                <a:lnTo>
                  <a:pt x="554" y="52"/>
                </a:lnTo>
                <a:lnTo>
                  <a:pt x="555" y="52"/>
                </a:lnTo>
                <a:lnTo>
                  <a:pt x="555" y="53"/>
                </a:lnTo>
                <a:lnTo>
                  <a:pt x="556" y="53"/>
                </a:lnTo>
                <a:lnTo>
                  <a:pt x="557" y="54"/>
                </a:lnTo>
                <a:lnTo>
                  <a:pt x="558" y="54"/>
                </a:lnTo>
                <a:lnTo>
                  <a:pt x="559" y="54"/>
                </a:lnTo>
                <a:lnTo>
                  <a:pt x="559" y="55"/>
                </a:lnTo>
                <a:lnTo>
                  <a:pt x="559" y="56"/>
                </a:lnTo>
                <a:lnTo>
                  <a:pt x="560" y="57"/>
                </a:lnTo>
                <a:lnTo>
                  <a:pt x="561" y="57"/>
                </a:lnTo>
                <a:lnTo>
                  <a:pt x="561" y="58"/>
                </a:lnTo>
                <a:lnTo>
                  <a:pt x="562" y="58"/>
                </a:lnTo>
                <a:lnTo>
                  <a:pt x="563" y="58"/>
                </a:lnTo>
                <a:lnTo>
                  <a:pt x="564" y="58"/>
                </a:lnTo>
                <a:lnTo>
                  <a:pt x="564" y="57"/>
                </a:lnTo>
                <a:lnTo>
                  <a:pt x="565" y="57"/>
                </a:lnTo>
                <a:lnTo>
                  <a:pt x="566" y="58"/>
                </a:lnTo>
                <a:lnTo>
                  <a:pt x="569" y="58"/>
                </a:lnTo>
                <a:lnTo>
                  <a:pt x="571" y="58"/>
                </a:lnTo>
                <a:lnTo>
                  <a:pt x="572" y="58"/>
                </a:lnTo>
                <a:lnTo>
                  <a:pt x="572" y="59"/>
                </a:lnTo>
                <a:lnTo>
                  <a:pt x="571" y="59"/>
                </a:lnTo>
                <a:lnTo>
                  <a:pt x="571" y="60"/>
                </a:lnTo>
                <a:lnTo>
                  <a:pt x="571" y="61"/>
                </a:lnTo>
                <a:lnTo>
                  <a:pt x="570" y="62"/>
                </a:lnTo>
                <a:lnTo>
                  <a:pt x="570" y="63"/>
                </a:lnTo>
                <a:lnTo>
                  <a:pt x="571" y="63"/>
                </a:lnTo>
                <a:lnTo>
                  <a:pt x="572" y="63"/>
                </a:lnTo>
                <a:lnTo>
                  <a:pt x="572" y="64"/>
                </a:lnTo>
                <a:lnTo>
                  <a:pt x="573" y="64"/>
                </a:lnTo>
                <a:lnTo>
                  <a:pt x="572" y="65"/>
                </a:lnTo>
                <a:lnTo>
                  <a:pt x="572" y="66"/>
                </a:lnTo>
                <a:lnTo>
                  <a:pt x="571" y="66"/>
                </a:lnTo>
                <a:lnTo>
                  <a:pt x="571" y="67"/>
                </a:lnTo>
                <a:lnTo>
                  <a:pt x="572" y="67"/>
                </a:lnTo>
                <a:lnTo>
                  <a:pt x="571" y="67"/>
                </a:lnTo>
                <a:lnTo>
                  <a:pt x="571" y="68"/>
                </a:lnTo>
                <a:lnTo>
                  <a:pt x="572" y="69"/>
                </a:lnTo>
                <a:lnTo>
                  <a:pt x="572" y="70"/>
                </a:lnTo>
                <a:lnTo>
                  <a:pt x="573" y="70"/>
                </a:lnTo>
                <a:lnTo>
                  <a:pt x="574" y="71"/>
                </a:lnTo>
                <a:lnTo>
                  <a:pt x="575" y="71"/>
                </a:lnTo>
                <a:lnTo>
                  <a:pt x="576" y="71"/>
                </a:lnTo>
                <a:lnTo>
                  <a:pt x="577" y="71"/>
                </a:lnTo>
                <a:lnTo>
                  <a:pt x="578" y="72"/>
                </a:lnTo>
                <a:lnTo>
                  <a:pt x="580" y="72"/>
                </a:lnTo>
                <a:lnTo>
                  <a:pt x="581" y="72"/>
                </a:lnTo>
                <a:lnTo>
                  <a:pt x="583" y="72"/>
                </a:lnTo>
                <a:lnTo>
                  <a:pt x="584" y="72"/>
                </a:lnTo>
                <a:lnTo>
                  <a:pt x="584" y="71"/>
                </a:lnTo>
                <a:lnTo>
                  <a:pt x="586" y="71"/>
                </a:lnTo>
                <a:lnTo>
                  <a:pt x="587" y="71"/>
                </a:lnTo>
                <a:lnTo>
                  <a:pt x="588" y="71"/>
                </a:lnTo>
                <a:lnTo>
                  <a:pt x="589" y="71"/>
                </a:lnTo>
                <a:lnTo>
                  <a:pt x="590" y="71"/>
                </a:lnTo>
                <a:lnTo>
                  <a:pt x="590" y="70"/>
                </a:lnTo>
                <a:lnTo>
                  <a:pt x="591" y="69"/>
                </a:lnTo>
                <a:lnTo>
                  <a:pt x="592" y="69"/>
                </a:lnTo>
                <a:lnTo>
                  <a:pt x="592" y="68"/>
                </a:lnTo>
                <a:lnTo>
                  <a:pt x="591" y="67"/>
                </a:lnTo>
                <a:lnTo>
                  <a:pt x="590" y="67"/>
                </a:lnTo>
                <a:lnTo>
                  <a:pt x="590" y="66"/>
                </a:lnTo>
                <a:lnTo>
                  <a:pt x="591" y="66"/>
                </a:lnTo>
                <a:lnTo>
                  <a:pt x="592" y="67"/>
                </a:lnTo>
                <a:lnTo>
                  <a:pt x="593" y="67"/>
                </a:lnTo>
                <a:lnTo>
                  <a:pt x="594" y="67"/>
                </a:lnTo>
                <a:lnTo>
                  <a:pt x="594" y="68"/>
                </a:lnTo>
                <a:lnTo>
                  <a:pt x="595" y="68"/>
                </a:lnTo>
                <a:lnTo>
                  <a:pt x="596" y="68"/>
                </a:lnTo>
                <a:lnTo>
                  <a:pt x="596" y="69"/>
                </a:lnTo>
                <a:lnTo>
                  <a:pt x="597" y="69"/>
                </a:lnTo>
                <a:lnTo>
                  <a:pt x="598" y="69"/>
                </a:lnTo>
                <a:lnTo>
                  <a:pt x="598" y="70"/>
                </a:lnTo>
                <a:lnTo>
                  <a:pt x="596" y="70"/>
                </a:lnTo>
                <a:lnTo>
                  <a:pt x="595" y="69"/>
                </a:lnTo>
                <a:lnTo>
                  <a:pt x="594" y="69"/>
                </a:lnTo>
                <a:lnTo>
                  <a:pt x="593" y="69"/>
                </a:lnTo>
                <a:lnTo>
                  <a:pt x="592" y="70"/>
                </a:lnTo>
                <a:lnTo>
                  <a:pt x="593" y="71"/>
                </a:lnTo>
                <a:lnTo>
                  <a:pt x="594" y="71"/>
                </a:lnTo>
                <a:lnTo>
                  <a:pt x="594" y="72"/>
                </a:lnTo>
                <a:lnTo>
                  <a:pt x="593" y="72"/>
                </a:lnTo>
                <a:lnTo>
                  <a:pt x="592" y="74"/>
                </a:lnTo>
                <a:lnTo>
                  <a:pt x="593" y="74"/>
                </a:lnTo>
                <a:lnTo>
                  <a:pt x="593" y="75"/>
                </a:lnTo>
                <a:lnTo>
                  <a:pt x="594" y="75"/>
                </a:lnTo>
                <a:lnTo>
                  <a:pt x="595" y="75"/>
                </a:lnTo>
                <a:lnTo>
                  <a:pt x="596" y="75"/>
                </a:lnTo>
                <a:lnTo>
                  <a:pt x="596" y="76"/>
                </a:lnTo>
                <a:lnTo>
                  <a:pt x="597" y="76"/>
                </a:lnTo>
                <a:lnTo>
                  <a:pt x="598" y="76"/>
                </a:lnTo>
                <a:lnTo>
                  <a:pt x="598" y="77"/>
                </a:lnTo>
                <a:lnTo>
                  <a:pt x="599" y="77"/>
                </a:lnTo>
                <a:lnTo>
                  <a:pt x="599" y="78"/>
                </a:lnTo>
                <a:lnTo>
                  <a:pt x="599" y="80"/>
                </a:lnTo>
                <a:lnTo>
                  <a:pt x="599" y="81"/>
                </a:lnTo>
                <a:lnTo>
                  <a:pt x="600" y="82"/>
                </a:lnTo>
                <a:lnTo>
                  <a:pt x="601" y="82"/>
                </a:lnTo>
                <a:lnTo>
                  <a:pt x="601" y="83"/>
                </a:lnTo>
                <a:lnTo>
                  <a:pt x="602" y="83"/>
                </a:lnTo>
                <a:lnTo>
                  <a:pt x="603" y="83"/>
                </a:lnTo>
                <a:lnTo>
                  <a:pt x="603" y="84"/>
                </a:lnTo>
                <a:lnTo>
                  <a:pt x="604" y="84"/>
                </a:lnTo>
                <a:lnTo>
                  <a:pt x="605" y="84"/>
                </a:lnTo>
                <a:lnTo>
                  <a:pt x="606" y="84"/>
                </a:lnTo>
                <a:lnTo>
                  <a:pt x="607" y="84"/>
                </a:lnTo>
                <a:lnTo>
                  <a:pt x="607" y="85"/>
                </a:lnTo>
                <a:lnTo>
                  <a:pt x="608" y="85"/>
                </a:lnTo>
                <a:lnTo>
                  <a:pt x="609" y="85"/>
                </a:lnTo>
                <a:lnTo>
                  <a:pt x="610" y="85"/>
                </a:lnTo>
                <a:lnTo>
                  <a:pt x="610" y="86"/>
                </a:lnTo>
                <a:lnTo>
                  <a:pt x="611" y="85"/>
                </a:lnTo>
                <a:lnTo>
                  <a:pt x="613" y="85"/>
                </a:lnTo>
                <a:lnTo>
                  <a:pt x="613" y="86"/>
                </a:lnTo>
                <a:lnTo>
                  <a:pt x="614" y="86"/>
                </a:lnTo>
                <a:lnTo>
                  <a:pt x="614" y="85"/>
                </a:lnTo>
                <a:lnTo>
                  <a:pt x="616" y="84"/>
                </a:lnTo>
                <a:lnTo>
                  <a:pt x="616" y="85"/>
                </a:lnTo>
                <a:lnTo>
                  <a:pt x="617" y="85"/>
                </a:lnTo>
                <a:lnTo>
                  <a:pt x="618" y="85"/>
                </a:lnTo>
                <a:lnTo>
                  <a:pt x="617" y="84"/>
                </a:lnTo>
                <a:lnTo>
                  <a:pt x="617" y="83"/>
                </a:lnTo>
                <a:lnTo>
                  <a:pt x="618" y="83"/>
                </a:lnTo>
                <a:lnTo>
                  <a:pt x="619" y="83"/>
                </a:lnTo>
                <a:lnTo>
                  <a:pt x="620" y="84"/>
                </a:lnTo>
                <a:lnTo>
                  <a:pt x="622" y="84"/>
                </a:lnTo>
                <a:lnTo>
                  <a:pt x="624" y="84"/>
                </a:lnTo>
                <a:lnTo>
                  <a:pt x="625" y="84"/>
                </a:lnTo>
                <a:lnTo>
                  <a:pt x="626" y="84"/>
                </a:lnTo>
                <a:lnTo>
                  <a:pt x="626" y="85"/>
                </a:lnTo>
                <a:lnTo>
                  <a:pt x="627" y="85"/>
                </a:lnTo>
                <a:lnTo>
                  <a:pt x="627" y="86"/>
                </a:lnTo>
                <a:lnTo>
                  <a:pt x="628" y="87"/>
                </a:lnTo>
                <a:lnTo>
                  <a:pt x="628" y="86"/>
                </a:lnTo>
                <a:lnTo>
                  <a:pt x="627" y="86"/>
                </a:lnTo>
                <a:lnTo>
                  <a:pt x="627" y="85"/>
                </a:lnTo>
                <a:lnTo>
                  <a:pt x="627" y="84"/>
                </a:lnTo>
                <a:lnTo>
                  <a:pt x="628" y="84"/>
                </a:lnTo>
                <a:lnTo>
                  <a:pt x="631" y="84"/>
                </a:lnTo>
                <a:lnTo>
                  <a:pt x="633" y="83"/>
                </a:lnTo>
                <a:lnTo>
                  <a:pt x="634" y="83"/>
                </a:lnTo>
                <a:lnTo>
                  <a:pt x="635" y="83"/>
                </a:lnTo>
                <a:lnTo>
                  <a:pt x="636" y="83"/>
                </a:lnTo>
                <a:lnTo>
                  <a:pt x="638" y="83"/>
                </a:lnTo>
                <a:lnTo>
                  <a:pt x="639" y="83"/>
                </a:lnTo>
                <a:lnTo>
                  <a:pt x="640" y="83"/>
                </a:lnTo>
                <a:lnTo>
                  <a:pt x="641" y="83"/>
                </a:lnTo>
                <a:lnTo>
                  <a:pt x="642" y="82"/>
                </a:lnTo>
                <a:lnTo>
                  <a:pt x="643" y="82"/>
                </a:lnTo>
                <a:lnTo>
                  <a:pt x="644" y="82"/>
                </a:lnTo>
                <a:lnTo>
                  <a:pt x="645" y="82"/>
                </a:lnTo>
                <a:lnTo>
                  <a:pt x="645" y="83"/>
                </a:lnTo>
                <a:lnTo>
                  <a:pt x="645" y="84"/>
                </a:lnTo>
                <a:lnTo>
                  <a:pt x="646" y="84"/>
                </a:lnTo>
                <a:lnTo>
                  <a:pt x="645" y="85"/>
                </a:lnTo>
                <a:lnTo>
                  <a:pt x="646" y="85"/>
                </a:lnTo>
                <a:lnTo>
                  <a:pt x="647" y="85"/>
                </a:lnTo>
                <a:lnTo>
                  <a:pt x="646" y="84"/>
                </a:lnTo>
                <a:lnTo>
                  <a:pt x="646" y="83"/>
                </a:lnTo>
                <a:lnTo>
                  <a:pt x="646" y="82"/>
                </a:lnTo>
                <a:lnTo>
                  <a:pt x="646" y="81"/>
                </a:lnTo>
                <a:lnTo>
                  <a:pt x="647" y="81"/>
                </a:lnTo>
                <a:lnTo>
                  <a:pt x="648" y="80"/>
                </a:lnTo>
                <a:lnTo>
                  <a:pt x="649" y="80"/>
                </a:lnTo>
                <a:lnTo>
                  <a:pt x="649" y="79"/>
                </a:lnTo>
                <a:lnTo>
                  <a:pt x="650" y="79"/>
                </a:lnTo>
                <a:lnTo>
                  <a:pt x="650" y="78"/>
                </a:lnTo>
                <a:lnTo>
                  <a:pt x="651" y="77"/>
                </a:lnTo>
                <a:lnTo>
                  <a:pt x="650" y="77"/>
                </a:lnTo>
                <a:lnTo>
                  <a:pt x="650" y="76"/>
                </a:lnTo>
                <a:lnTo>
                  <a:pt x="651" y="77"/>
                </a:lnTo>
                <a:lnTo>
                  <a:pt x="652" y="77"/>
                </a:lnTo>
                <a:lnTo>
                  <a:pt x="652" y="76"/>
                </a:lnTo>
                <a:lnTo>
                  <a:pt x="653" y="76"/>
                </a:lnTo>
                <a:lnTo>
                  <a:pt x="653" y="75"/>
                </a:lnTo>
                <a:lnTo>
                  <a:pt x="654" y="75"/>
                </a:lnTo>
                <a:lnTo>
                  <a:pt x="654" y="76"/>
                </a:lnTo>
                <a:lnTo>
                  <a:pt x="655" y="76"/>
                </a:lnTo>
                <a:lnTo>
                  <a:pt x="656" y="75"/>
                </a:lnTo>
                <a:lnTo>
                  <a:pt x="655" y="74"/>
                </a:lnTo>
                <a:lnTo>
                  <a:pt x="655" y="73"/>
                </a:lnTo>
                <a:lnTo>
                  <a:pt x="656" y="73"/>
                </a:lnTo>
                <a:lnTo>
                  <a:pt x="656" y="74"/>
                </a:lnTo>
                <a:lnTo>
                  <a:pt x="657" y="75"/>
                </a:lnTo>
                <a:lnTo>
                  <a:pt x="658" y="75"/>
                </a:lnTo>
                <a:lnTo>
                  <a:pt x="660" y="74"/>
                </a:lnTo>
                <a:lnTo>
                  <a:pt x="659" y="73"/>
                </a:lnTo>
                <a:lnTo>
                  <a:pt x="660" y="73"/>
                </a:lnTo>
                <a:lnTo>
                  <a:pt x="660" y="74"/>
                </a:lnTo>
                <a:lnTo>
                  <a:pt x="661" y="74"/>
                </a:lnTo>
                <a:lnTo>
                  <a:pt x="662" y="74"/>
                </a:lnTo>
                <a:lnTo>
                  <a:pt x="661" y="74"/>
                </a:lnTo>
                <a:lnTo>
                  <a:pt x="661" y="75"/>
                </a:lnTo>
                <a:lnTo>
                  <a:pt x="662" y="75"/>
                </a:lnTo>
                <a:lnTo>
                  <a:pt x="663" y="75"/>
                </a:lnTo>
                <a:lnTo>
                  <a:pt x="663" y="76"/>
                </a:lnTo>
                <a:lnTo>
                  <a:pt x="663" y="77"/>
                </a:lnTo>
                <a:lnTo>
                  <a:pt x="662" y="77"/>
                </a:lnTo>
                <a:lnTo>
                  <a:pt x="662" y="78"/>
                </a:lnTo>
                <a:lnTo>
                  <a:pt x="661" y="78"/>
                </a:lnTo>
                <a:lnTo>
                  <a:pt x="660" y="78"/>
                </a:lnTo>
                <a:lnTo>
                  <a:pt x="660" y="79"/>
                </a:lnTo>
                <a:lnTo>
                  <a:pt x="660" y="80"/>
                </a:lnTo>
                <a:lnTo>
                  <a:pt x="661" y="80"/>
                </a:lnTo>
                <a:lnTo>
                  <a:pt x="662" y="80"/>
                </a:lnTo>
                <a:lnTo>
                  <a:pt x="661" y="80"/>
                </a:lnTo>
                <a:lnTo>
                  <a:pt x="661" y="81"/>
                </a:lnTo>
                <a:lnTo>
                  <a:pt x="661" y="82"/>
                </a:lnTo>
                <a:lnTo>
                  <a:pt x="661" y="83"/>
                </a:lnTo>
                <a:lnTo>
                  <a:pt x="662" y="83"/>
                </a:lnTo>
                <a:lnTo>
                  <a:pt x="662" y="84"/>
                </a:lnTo>
                <a:lnTo>
                  <a:pt x="663" y="84"/>
                </a:lnTo>
                <a:lnTo>
                  <a:pt x="663" y="85"/>
                </a:lnTo>
                <a:lnTo>
                  <a:pt x="663" y="86"/>
                </a:lnTo>
                <a:lnTo>
                  <a:pt x="664" y="87"/>
                </a:lnTo>
                <a:lnTo>
                  <a:pt x="665" y="87"/>
                </a:lnTo>
                <a:lnTo>
                  <a:pt x="666" y="86"/>
                </a:lnTo>
                <a:lnTo>
                  <a:pt x="666" y="85"/>
                </a:lnTo>
                <a:lnTo>
                  <a:pt x="666" y="84"/>
                </a:lnTo>
                <a:lnTo>
                  <a:pt x="667" y="85"/>
                </a:lnTo>
                <a:lnTo>
                  <a:pt x="669" y="84"/>
                </a:lnTo>
                <a:lnTo>
                  <a:pt x="670" y="83"/>
                </a:lnTo>
                <a:lnTo>
                  <a:pt x="671" y="83"/>
                </a:lnTo>
                <a:lnTo>
                  <a:pt x="672" y="84"/>
                </a:lnTo>
                <a:lnTo>
                  <a:pt x="673" y="84"/>
                </a:lnTo>
                <a:lnTo>
                  <a:pt x="674" y="85"/>
                </a:lnTo>
                <a:lnTo>
                  <a:pt x="673" y="85"/>
                </a:lnTo>
                <a:lnTo>
                  <a:pt x="673" y="86"/>
                </a:lnTo>
                <a:lnTo>
                  <a:pt x="674" y="87"/>
                </a:lnTo>
                <a:lnTo>
                  <a:pt x="675" y="87"/>
                </a:lnTo>
                <a:lnTo>
                  <a:pt x="676" y="88"/>
                </a:lnTo>
                <a:lnTo>
                  <a:pt x="677" y="88"/>
                </a:lnTo>
                <a:lnTo>
                  <a:pt x="678" y="88"/>
                </a:lnTo>
                <a:lnTo>
                  <a:pt x="678" y="89"/>
                </a:lnTo>
                <a:lnTo>
                  <a:pt x="679" y="89"/>
                </a:lnTo>
                <a:lnTo>
                  <a:pt x="681" y="88"/>
                </a:lnTo>
                <a:lnTo>
                  <a:pt x="683" y="88"/>
                </a:lnTo>
                <a:lnTo>
                  <a:pt x="684" y="88"/>
                </a:lnTo>
                <a:lnTo>
                  <a:pt x="684" y="89"/>
                </a:lnTo>
                <a:lnTo>
                  <a:pt x="686" y="89"/>
                </a:lnTo>
                <a:lnTo>
                  <a:pt x="687" y="89"/>
                </a:lnTo>
                <a:lnTo>
                  <a:pt x="688" y="88"/>
                </a:lnTo>
                <a:lnTo>
                  <a:pt x="689" y="88"/>
                </a:lnTo>
                <a:lnTo>
                  <a:pt x="691" y="87"/>
                </a:lnTo>
                <a:lnTo>
                  <a:pt x="692" y="87"/>
                </a:lnTo>
                <a:lnTo>
                  <a:pt x="692" y="88"/>
                </a:lnTo>
                <a:lnTo>
                  <a:pt x="693" y="88"/>
                </a:lnTo>
                <a:lnTo>
                  <a:pt x="693" y="89"/>
                </a:lnTo>
                <a:lnTo>
                  <a:pt x="692" y="89"/>
                </a:lnTo>
                <a:lnTo>
                  <a:pt x="692" y="90"/>
                </a:lnTo>
                <a:lnTo>
                  <a:pt x="693" y="90"/>
                </a:lnTo>
                <a:lnTo>
                  <a:pt x="693" y="91"/>
                </a:lnTo>
                <a:lnTo>
                  <a:pt x="692" y="91"/>
                </a:lnTo>
                <a:lnTo>
                  <a:pt x="693" y="91"/>
                </a:lnTo>
                <a:lnTo>
                  <a:pt x="693" y="92"/>
                </a:lnTo>
                <a:lnTo>
                  <a:pt x="694" y="92"/>
                </a:lnTo>
                <a:lnTo>
                  <a:pt x="694" y="90"/>
                </a:lnTo>
                <a:lnTo>
                  <a:pt x="693" y="90"/>
                </a:lnTo>
                <a:lnTo>
                  <a:pt x="693" y="89"/>
                </a:lnTo>
                <a:lnTo>
                  <a:pt x="694" y="89"/>
                </a:lnTo>
                <a:lnTo>
                  <a:pt x="695" y="89"/>
                </a:lnTo>
                <a:lnTo>
                  <a:pt x="696" y="89"/>
                </a:lnTo>
                <a:lnTo>
                  <a:pt x="697" y="89"/>
                </a:lnTo>
                <a:lnTo>
                  <a:pt x="698" y="90"/>
                </a:lnTo>
                <a:lnTo>
                  <a:pt x="699" y="90"/>
                </a:lnTo>
                <a:lnTo>
                  <a:pt x="700" y="90"/>
                </a:lnTo>
                <a:lnTo>
                  <a:pt x="701" y="89"/>
                </a:lnTo>
                <a:lnTo>
                  <a:pt x="702" y="89"/>
                </a:lnTo>
                <a:lnTo>
                  <a:pt x="702" y="88"/>
                </a:lnTo>
                <a:lnTo>
                  <a:pt x="703" y="88"/>
                </a:lnTo>
                <a:lnTo>
                  <a:pt x="704" y="88"/>
                </a:lnTo>
                <a:lnTo>
                  <a:pt x="704" y="87"/>
                </a:lnTo>
                <a:lnTo>
                  <a:pt x="705" y="87"/>
                </a:lnTo>
                <a:lnTo>
                  <a:pt x="706" y="87"/>
                </a:lnTo>
                <a:lnTo>
                  <a:pt x="706" y="88"/>
                </a:lnTo>
                <a:lnTo>
                  <a:pt x="707" y="88"/>
                </a:lnTo>
                <a:lnTo>
                  <a:pt x="707" y="87"/>
                </a:lnTo>
                <a:lnTo>
                  <a:pt x="708" y="87"/>
                </a:lnTo>
                <a:lnTo>
                  <a:pt x="708" y="88"/>
                </a:lnTo>
                <a:lnTo>
                  <a:pt x="709" y="88"/>
                </a:lnTo>
                <a:lnTo>
                  <a:pt x="709" y="89"/>
                </a:lnTo>
                <a:lnTo>
                  <a:pt x="709" y="88"/>
                </a:lnTo>
                <a:lnTo>
                  <a:pt x="710" y="88"/>
                </a:lnTo>
                <a:lnTo>
                  <a:pt x="709" y="87"/>
                </a:lnTo>
                <a:lnTo>
                  <a:pt x="710" y="87"/>
                </a:lnTo>
                <a:lnTo>
                  <a:pt x="711" y="88"/>
                </a:lnTo>
                <a:lnTo>
                  <a:pt x="712" y="88"/>
                </a:lnTo>
                <a:lnTo>
                  <a:pt x="712" y="89"/>
                </a:lnTo>
                <a:lnTo>
                  <a:pt x="711" y="89"/>
                </a:lnTo>
                <a:lnTo>
                  <a:pt x="712" y="89"/>
                </a:lnTo>
                <a:lnTo>
                  <a:pt x="712" y="90"/>
                </a:lnTo>
                <a:lnTo>
                  <a:pt x="712" y="91"/>
                </a:lnTo>
                <a:lnTo>
                  <a:pt x="711" y="91"/>
                </a:lnTo>
                <a:lnTo>
                  <a:pt x="711" y="92"/>
                </a:lnTo>
                <a:lnTo>
                  <a:pt x="710" y="92"/>
                </a:lnTo>
                <a:lnTo>
                  <a:pt x="710" y="91"/>
                </a:lnTo>
                <a:lnTo>
                  <a:pt x="709" y="91"/>
                </a:lnTo>
                <a:lnTo>
                  <a:pt x="708" y="90"/>
                </a:lnTo>
                <a:lnTo>
                  <a:pt x="707" y="90"/>
                </a:lnTo>
                <a:lnTo>
                  <a:pt x="706" y="91"/>
                </a:lnTo>
                <a:lnTo>
                  <a:pt x="705" y="91"/>
                </a:lnTo>
                <a:lnTo>
                  <a:pt x="705" y="92"/>
                </a:lnTo>
                <a:lnTo>
                  <a:pt x="704" y="92"/>
                </a:lnTo>
                <a:lnTo>
                  <a:pt x="703" y="92"/>
                </a:lnTo>
                <a:lnTo>
                  <a:pt x="702" y="93"/>
                </a:lnTo>
                <a:lnTo>
                  <a:pt x="702" y="94"/>
                </a:lnTo>
                <a:lnTo>
                  <a:pt x="701" y="94"/>
                </a:lnTo>
                <a:lnTo>
                  <a:pt x="701" y="95"/>
                </a:lnTo>
                <a:lnTo>
                  <a:pt x="701" y="96"/>
                </a:lnTo>
                <a:lnTo>
                  <a:pt x="702" y="96"/>
                </a:lnTo>
                <a:lnTo>
                  <a:pt x="702" y="97"/>
                </a:lnTo>
                <a:lnTo>
                  <a:pt x="702" y="98"/>
                </a:lnTo>
                <a:lnTo>
                  <a:pt x="701" y="98"/>
                </a:lnTo>
                <a:lnTo>
                  <a:pt x="701" y="99"/>
                </a:lnTo>
                <a:lnTo>
                  <a:pt x="700" y="99"/>
                </a:lnTo>
                <a:lnTo>
                  <a:pt x="700" y="98"/>
                </a:lnTo>
                <a:lnTo>
                  <a:pt x="699" y="98"/>
                </a:lnTo>
                <a:lnTo>
                  <a:pt x="699" y="99"/>
                </a:lnTo>
                <a:lnTo>
                  <a:pt x="700" y="99"/>
                </a:lnTo>
                <a:lnTo>
                  <a:pt x="700" y="100"/>
                </a:lnTo>
                <a:lnTo>
                  <a:pt x="699" y="100"/>
                </a:lnTo>
                <a:lnTo>
                  <a:pt x="699" y="101"/>
                </a:lnTo>
                <a:lnTo>
                  <a:pt x="700" y="101"/>
                </a:lnTo>
                <a:lnTo>
                  <a:pt x="700" y="102"/>
                </a:lnTo>
                <a:lnTo>
                  <a:pt x="700" y="101"/>
                </a:lnTo>
                <a:lnTo>
                  <a:pt x="699" y="101"/>
                </a:lnTo>
                <a:lnTo>
                  <a:pt x="698" y="102"/>
                </a:lnTo>
                <a:lnTo>
                  <a:pt x="699" y="102"/>
                </a:lnTo>
                <a:lnTo>
                  <a:pt x="700" y="102"/>
                </a:lnTo>
                <a:lnTo>
                  <a:pt x="700" y="103"/>
                </a:lnTo>
                <a:lnTo>
                  <a:pt x="699" y="104"/>
                </a:lnTo>
                <a:lnTo>
                  <a:pt x="700" y="104"/>
                </a:lnTo>
                <a:lnTo>
                  <a:pt x="701" y="104"/>
                </a:lnTo>
                <a:lnTo>
                  <a:pt x="701" y="105"/>
                </a:lnTo>
                <a:lnTo>
                  <a:pt x="702" y="105"/>
                </a:lnTo>
                <a:lnTo>
                  <a:pt x="702" y="106"/>
                </a:lnTo>
                <a:lnTo>
                  <a:pt x="702" y="107"/>
                </a:lnTo>
                <a:lnTo>
                  <a:pt x="702" y="108"/>
                </a:lnTo>
                <a:lnTo>
                  <a:pt x="703" y="108"/>
                </a:lnTo>
                <a:lnTo>
                  <a:pt x="703" y="109"/>
                </a:lnTo>
                <a:lnTo>
                  <a:pt x="704" y="109"/>
                </a:lnTo>
                <a:lnTo>
                  <a:pt x="705" y="110"/>
                </a:lnTo>
                <a:lnTo>
                  <a:pt x="704" y="110"/>
                </a:lnTo>
                <a:lnTo>
                  <a:pt x="703" y="110"/>
                </a:lnTo>
                <a:lnTo>
                  <a:pt x="703" y="111"/>
                </a:lnTo>
                <a:lnTo>
                  <a:pt x="702" y="111"/>
                </a:lnTo>
                <a:lnTo>
                  <a:pt x="701" y="111"/>
                </a:lnTo>
                <a:lnTo>
                  <a:pt x="700" y="112"/>
                </a:lnTo>
                <a:lnTo>
                  <a:pt x="699" y="112"/>
                </a:lnTo>
                <a:lnTo>
                  <a:pt x="699" y="113"/>
                </a:lnTo>
                <a:lnTo>
                  <a:pt x="700" y="113"/>
                </a:lnTo>
                <a:lnTo>
                  <a:pt x="701" y="114"/>
                </a:lnTo>
                <a:lnTo>
                  <a:pt x="701" y="115"/>
                </a:lnTo>
                <a:lnTo>
                  <a:pt x="700" y="115"/>
                </a:lnTo>
                <a:lnTo>
                  <a:pt x="699" y="115"/>
                </a:lnTo>
                <a:lnTo>
                  <a:pt x="698" y="115"/>
                </a:lnTo>
                <a:lnTo>
                  <a:pt x="697" y="114"/>
                </a:lnTo>
                <a:lnTo>
                  <a:pt x="696" y="114"/>
                </a:lnTo>
                <a:lnTo>
                  <a:pt x="695" y="114"/>
                </a:lnTo>
                <a:lnTo>
                  <a:pt x="694" y="114"/>
                </a:lnTo>
                <a:lnTo>
                  <a:pt x="694" y="115"/>
                </a:lnTo>
                <a:lnTo>
                  <a:pt x="694" y="114"/>
                </a:lnTo>
                <a:lnTo>
                  <a:pt x="693" y="114"/>
                </a:lnTo>
                <a:lnTo>
                  <a:pt x="693" y="115"/>
                </a:lnTo>
                <a:lnTo>
                  <a:pt x="692" y="115"/>
                </a:lnTo>
                <a:lnTo>
                  <a:pt x="692" y="116"/>
                </a:lnTo>
                <a:lnTo>
                  <a:pt x="691" y="118"/>
                </a:lnTo>
                <a:lnTo>
                  <a:pt x="691" y="119"/>
                </a:lnTo>
                <a:lnTo>
                  <a:pt x="690" y="119"/>
                </a:lnTo>
                <a:lnTo>
                  <a:pt x="690" y="118"/>
                </a:lnTo>
                <a:lnTo>
                  <a:pt x="689" y="119"/>
                </a:lnTo>
                <a:lnTo>
                  <a:pt x="690" y="120"/>
                </a:lnTo>
                <a:lnTo>
                  <a:pt x="690" y="121"/>
                </a:lnTo>
                <a:lnTo>
                  <a:pt x="691" y="122"/>
                </a:lnTo>
                <a:lnTo>
                  <a:pt x="691" y="123"/>
                </a:lnTo>
                <a:lnTo>
                  <a:pt x="691" y="124"/>
                </a:lnTo>
                <a:lnTo>
                  <a:pt x="689" y="124"/>
                </a:lnTo>
                <a:lnTo>
                  <a:pt x="688" y="125"/>
                </a:lnTo>
                <a:lnTo>
                  <a:pt x="687" y="126"/>
                </a:lnTo>
                <a:lnTo>
                  <a:pt x="688" y="127"/>
                </a:lnTo>
                <a:lnTo>
                  <a:pt x="688" y="128"/>
                </a:lnTo>
                <a:lnTo>
                  <a:pt x="689" y="128"/>
                </a:lnTo>
                <a:lnTo>
                  <a:pt x="689" y="127"/>
                </a:lnTo>
                <a:lnTo>
                  <a:pt x="690" y="127"/>
                </a:lnTo>
                <a:lnTo>
                  <a:pt x="691" y="127"/>
                </a:lnTo>
                <a:lnTo>
                  <a:pt x="692" y="127"/>
                </a:lnTo>
                <a:lnTo>
                  <a:pt x="693" y="128"/>
                </a:lnTo>
                <a:lnTo>
                  <a:pt x="694" y="128"/>
                </a:lnTo>
                <a:lnTo>
                  <a:pt x="695" y="128"/>
                </a:lnTo>
                <a:lnTo>
                  <a:pt x="696" y="127"/>
                </a:lnTo>
                <a:lnTo>
                  <a:pt x="699" y="126"/>
                </a:lnTo>
                <a:lnTo>
                  <a:pt x="700" y="126"/>
                </a:lnTo>
                <a:lnTo>
                  <a:pt x="701" y="126"/>
                </a:lnTo>
                <a:lnTo>
                  <a:pt x="700" y="127"/>
                </a:lnTo>
                <a:lnTo>
                  <a:pt x="699" y="127"/>
                </a:lnTo>
                <a:lnTo>
                  <a:pt x="698" y="127"/>
                </a:lnTo>
                <a:lnTo>
                  <a:pt x="697" y="128"/>
                </a:lnTo>
                <a:lnTo>
                  <a:pt x="697" y="130"/>
                </a:lnTo>
                <a:lnTo>
                  <a:pt x="697" y="131"/>
                </a:lnTo>
                <a:lnTo>
                  <a:pt x="697" y="132"/>
                </a:lnTo>
                <a:lnTo>
                  <a:pt x="698" y="133"/>
                </a:lnTo>
                <a:lnTo>
                  <a:pt x="697" y="133"/>
                </a:lnTo>
                <a:lnTo>
                  <a:pt x="697" y="134"/>
                </a:lnTo>
                <a:lnTo>
                  <a:pt x="696" y="134"/>
                </a:lnTo>
                <a:lnTo>
                  <a:pt x="696" y="135"/>
                </a:lnTo>
                <a:lnTo>
                  <a:pt x="696" y="137"/>
                </a:lnTo>
                <a:lnTo>
                  <a:pt x="696" y="138"/>
                </a:lnTo>
                <a:lnTo>
                  <a:pt x="697" y="139"/>
                </a:lnTo>
                <a:lnTo>
                  <a:pt x="696" y="139"/>
                </a:lnTo>
                <a:lnTo>
                  <a:pt x="696" y="140"/>
                </a:lnTo>
                <a:lnTo>
                  <a:pt x="695" y="141"/>
                </a:lnTo>
                <a:lnTo>
                  <a:pt x="694" y="141"/>
                </a:lnTo>
                <a:lnTo>
                  <a:pt x="693" y="141"/>
                </a:lnTo>
                <a:lnTo>
                  <a:pt x="693" y="140"/>
                </a:lnTo>
                <a:lnTo>
                  <a:pt x="694" y="140"/>
                </a:lnTo>
                <a:lnTo>
                  <a:pt x="694" y="139"/>
                </a:lnTo>
                <a:lnTo>
                  <a:pt x="695" y="138"/>
                </a:lnTo>
                <a:lnTo>
                  <a:pt x="694" y="138"/>
                </a:lnTo>
                <a:lnTo>
                  <a:pt x="694" y="137"/>
                </a:lnTo>
                <a:lnTo>
                  <a:pt x="693" y="137"/>
                </a:lnTo>
                <a:lnTo>
                  <a:pt x="692" y="137"/>
                </a:lnTo>
                <a:lnTo>
                  <a:pt x="692" y="138"/>
                </a:lnTo>
                <a:lnTo>
                  <a:pt x="691" y="138"/>
                </a:lnTo>
                <a:lnTo>
                  <a:pt x="690" y="138"/>
                </a:lnTo>
                <a:lnTo>
                  <a:pt x="689" y="138"/>
                </a:lnTo>
                <a:lnTo>
                  <a:pt x="688" y="138"/>
                </a:lnTo>
                <a:lnTo>
                  <a:pt x="687" y="138"/>
                </a:lnTo>
                <a:lnTo>
                  <a:pt x="687" y="139"/>
                </a:lnTo>
                <a:lnTo>
                  <a:pt x="686" y="139"/>
                </a:lnTo>
                <a:lnTo>
                  <a:pt x="686" y="140"/>
                </a:lnTo>
                <a:lnTo>
                  <a:pt x="686" y="141"/>
                </a:lnTo>
                <a:lnTo>
                  <a:pt x="687" y="141"/>
                </a:lnTo>
                <a:lnTo>
                  <a:pt x="687" y="142"/>
                </a:lnTo>
                <a:lnTo>
                  <a:pt x="688" y="142"/>
                </a:lnTo>
                <a:lnTo>
                  <a:pt x="688" y="141"/>
                </a:lnTo>
                <a:lnTo>
                  <a:pt x="689" y="141"/>
                </a:lnTo>
                <a:lnTo>
                  <a:pt x="689" y="142"/>
                </a:lnTo>
                <a:lnTo>
                  <a:pt x="689" y="143"/>
                </a:lnTo>
                <a:lnTo>
                  <a:pt x="688" y="143"/>
                </a:lnTo>
                <a:lnTo>
                  <a:pt x="687" y="144"/>
                </a:lnTo>
                <a:lnTo>
                  <a:pt x="686" y="144"/>
                </a:lnTo>
                <a:lnTo>
                  <a:pt x="685" y="144"/>
                </a:lnTo>
                <a:lnTo>
                  <a:pt x="684" y="144"/>
                </a:lnTo>
                <a:lnTo>
                  <a:pt x="683" y="144"/>
                </a:lnTo>
                <a:lnTo>
                  <a:pt x="682" y="145"/>
                </a:lnTo>
                <a:lnTo>
                  <a:pt x="683" y="146"/>
                </a:lnTo>
                <a:lnTo>
                  <a:pt x="682" y="146"/>
                </a:lnTo>
                <a:lnTo>
                  <a:pt x="681" y="147"/>
                </a:lnTo>
                <a:lnTo>
                  <a:pt x="680" y="147"/>
                </a:lnTo>
                <a:lnTo>
                  <a:pt x="680" y="148"/>
                </a:lnTo>
                <a:lnTo>
                  <a:pt x="679" y="147"/>
                </a:lnTo>
                <a:lnTo>
                  <a:pt x="678" y="147"/>
                </a:lnTo>
                <a:lnTo>
                  <a:pt x="677" y="147"/>
                </a:lnTo>
                <a:lnTo>
                  <a:pt x="676" y="147"/>
                </a:lnTo>
                <a:lnTo>
                  <a:pt x="675" y="147"/>
                </a:lnTo>
                <a:lnTo>
                  <a:pt x="674" y="147"/>
                </a:lnTo>
                <a:lnTo>
                  <a:pt x="674" y="146"/>
                </a:lnTo>
                <a:lnTo>
                  <a:pt x="673" y="146"/>
                </a:lnTo>
                <a:lnTo>
                  <a:pt x="672" y="147"/>
                </a:lnTo>
                <a:lnTo>
                  <a:pt x="671" y="146"/>
                </a:lnTo>
                <a:lnTo>
                  <a:pt x="670" y="146"/>
                </a:lnTo>
                <a:lnTo>
                  <a:pt x="669" y="146"/>
                </a:lnTo>
                <a:lnTo>
                  <a:pt x="669" y="145"/>
                </a:lnTo>
                <a:lnTo>
                  <a:pt x="668" y="145"/>
                </a:lnTo>
                <a:lnTo>
                  <a:pt x="668" y="146"/>
                </a:lnTo>
                <a:lnTo>
                  <a:pt x="667" y="146"/>
                </a:lnTo>
                <a:lnTo>
                  <a:pt x="666" y="146"/>
                </a:lnTo>
                <a:lnTo>
                  <a:pt x="665" y="146"/>
                </a:lnTo>
                <a:lnTo>
                  <a:pt x="666" y="145"/>
                </a:lnTo>
                <a:lnTo>
                  <a:pt x="666" y="144"/>
                </a:lnTo>
                <a:lnTo>
                  <a:pt x="666" y="143"/>
                </a:lnTo>
                <a:lnTo>
                  <a:pt x="665" y="143"/>
                </a:lnTo>
                <a:lnTo>
                  <a:pt x="665" y="142"/>
                </a:lnTo>
                <a:lnTo>
                  <a:pt x="666" y="141"/>
                </a:lnTo>
                <a:lnTo>
                  <a:pt x="666" y="140"/>
                </a:lnTo>
                <a:lnTo>
                  <a:pt x="667" y="140"/>
                </a:lnTo>
                <a:lnTo>
                  <a:pt x="668" y="140"/>
                </a:lnTo>
                <a:lnTo>
                  <a:pt x="669" y="140"/>
                </a:lnTo>
                <a:lnTo>
                  <a:pt x="670" y="140"/>
                </a:lnTo>
                <a:lnTo>
                  <a:pt x="671" y="140"/>
                </a:lnTo>
                <a:lnTo>
                  <a:pt x="672" y="140"/>
                </a:lnTo>
                <a:lnTo>
                  <a:pt x="671" y="140"/>
                </a:lnTo>
                <a:lnTo>
                  <a:pt x="670" y="140"/>
                </a:lnTo>
                <a:lnTo>
                  <a:pt x="669" y="140"/>
                </a:lnTo>
                <a:lnTo>
                  <a:pt x="668" y="140"/>
                </a:lnTo>
                <a:lnTo>
                  <a:pt x="667" y="140"/>
                </a:lnTo>
                <a:lnTo>
                  <a:pt x="667" y="139"/>
                </a:lnTo>
                <a:lnTo>
                  <a:pt x="666" y="139"/>
                </a:lnTo>
                <a:lnTo>
                  <a:pt x="665" y="140"/>
                </a:lnTo>
                <a:lnTo>
                  <a:pt x="664" y="139"/>
                </a:lnTo>
                <a:lnTo>
                  <a:pt x="663" y="139"/>
                </a:lnTo>
                <a:lnTo>
                  <a:pt x="663" y="138"/>
                </a:lnTo>
                <a:lnTo>
                  <a:pt x="663" y="137"/>
                </a:lnTo>
                <a:lnTo>
                  <a:pt x="664" y="137"/>
                </a:lnTo>
                <a:lnTo>
                  <a:pt x="663" y="137"/>
                </a:lnTo>
                <a:lnTo>
                  <a:pt x="662" y="137"/>
                </a:lnTo>
                <a:lnTo>
                  <a:pt x="662" y="136"/>
                </a:lnTo>
                <a:lnTo>
                  <a:pt x="662" y="135"/>
                </a:lnTo>
                <a:lnTo>
                  <a:pt x="663" y="135"/>
                </a:lnTo>
                <a:lnTo>
                  <a:pt x="664" y="134"/>
                </a:lnTo>
                <a:lnTo>
                  <a:pt x="664" y="133"/>
                </a:lnTo>
                <a:lnTo>
                  <a:pt x="664" y="132"/>
                </a:lnTo>
                <a:lnTo>
                  <a:pt x="665" y="132"/>
                </a:lnTo>
                <a:lnTo>
                  <a:pt x="665" y="131"/>
                </a:lnTo>
                <a:lnTo>
                  <a:pt x="665" y="130"/>
                </a:lnTo>
                <a:lnTo>
                  <a:pt x="666" y="130"/>
                </a:lnTo>
                <a:lnTo>
                  <a:pt x="667" y="130"/>
                </a:lnTo>
                <a:lnTo>
                  <a:pt x="667" y="129"/>
                </a:lnTo>
                <a:lnTo>
                  <a:pt x="667" y="128"/>
                </a:lnTo>
                <a:lnTo>
                  <a:pt x="668" y="128"/>
                </a:lnTo>
                <a:lnTo>
                  <a:pt x="668" y="127"/>
                </a:lnTo>
                <a:lnTo>
                  <a:pt x="669" y="127"/>
                </a:lnTo>
                <a:lnTo>
                  <a:pt x="668" y="127"/>
                </a:lnTo>
                <a:lnTo>
                  <a:pt x="667" y="128"/>
                </a:lnTo>
                <a:lnTo>
                  <a:pt x="667" y="127"/>
                </a:lnTo>
                <a:lnTo>
                  <a:pt x="667" y="126"/>
                </a:lnTo>
                <a:lnTo>
                  <a:pt x="666" y="125"/>
                </a:lnTo>
                <a:lnTo>
                  <a:pt x="666" y="126"/>
                </a:lnTo>
                <a:lnTo>
                  <a:pt x="667" y="126"/>
                </a:lnTo>
                <a:lnTo>
                  <a:pt x="667" y="127"/>
                </a:lnTo>
                <a:lnTo>
                  <a:pt x="667" y="128"/>
                </a:lnTo>
                <a:lnTo>
                  <a:pt x="666" y="128"/>
                </a:lnTo>
                <a:lnTo>
                  <a:pt x="666" y="129"/>
                </a:lnTo>
                <a:lnTo>
                  <a:pt x="665" y="129"/>
                </a:lnTo>
                <a:lnTo>
                  <a:pt x="664" y="129"/>
                </a:lnTo>
                <a:lnTo>
                  <a:pt x="663" y="129"/>
                </a:lnTo>
                <a:lnTo>
                  <a:pt x="663" y="130"/>
                </a:lnTo>
                <a:lnTo>
                  <a:pt x="663" y="131"/>
                </a:lnTo>
                <a:lnTo>
                  <a:pt x="663" y="132"/>
                </a:lnTo>
                <a:lnTo>
                  <a:pt x="662" y="132"/>
                </a:lnTo>
                <a:lnTo>
                  <a:pt x="662" y="134"/>
                </a:lnTo>
                <a:lnTo>
                  <a:pt x="662" y="135"/>
                </a:lnTo>
                <a:lnTo>
                  <a:pt x="662" y="136"/>
                </a:lnTo>
                <a:lnTo>
                  <a:pt x="661" y="136"/>
                </a:lnTo>
                <a:lnTo>
                  <a:pt x="661" y="135"/>
                </a:lnTo>
                <a:lnTo>
                  <a:pt x="660" y="135"/>
                </a:lnTo>
                <a:lnTo>
                  <a:pt x="659" y="135"/>
                </a:lnTo>
                <a:lnTo>
                  <a:pt x="658" y="135"/>
                </a:lnTo>
                <a:lnTo>
                  <a:pt x="658" y="136"/>
                </a:lnTo>
                <a:lnTo>
                  <a:pt x="657" y="137"/>
                </a:lnTo>
                <a:lnTo>
                  <a:pt x="657" y="138"/>
                </a:lnTo>
                <a:lnTo>
                  <a:pt x="656" y="139"/>
                </a:lnTo>
                <a:lnTo>
                  <a:pt x="655" y="139"/>
                </a:lnTo>
                <a:lnTo>
                  <a:pt x="654" y="139"/>
                </a:lnTo>
                <a:lnTo>
                  <a:pt x="653" y="140"/>
                </a:lnTo>
                <a:lnTo>
                  <a:pt x="652" y="140"/>
                </a:lnTo>
                <a:lnTo>
                  <a:pt x="651" y="140"/>
                </a:lnTo>
                <a:lnTo>
                  <a:pt x="651" y="139"/>
                </a:lnTo>
                <a:lnTo>
                  <a:pt x="652" y="139"/>
                </a:lnTo>
                <a:lnTo>
                  <a:pt x="652" y="138"/>
                </a:lnTo>
                <a:lnTo>
                  <a:pt x="652" y="137"/>
                </a:lnTo>
                <a:lnTo>
                  <a:pt x="651" y="136"/>
                </a:lnTo>
                <a:lnTo>
                  <a:pt x="650" y="135"/>
                </a:lnTo>
                <a:lnTo>
                  <a:pt x="651" y="135"/>
                </a:lnTo>
                <a:lnTo>
                  <a:pt x="650" y="134"/>
                </a:lnTo>
                <a:lnTo>
                  <a:pt x="649" y="134"/>
                </a:lnTo>
                <a:lnTo>
                  <a:pt x="649" y="133"/>
                </a:lnTo>
                <a:lnTo>
                  <a:pt x="649" y="132"/>
                </a:lnTo>
                <a:lnTo>
                  <a:pt x="649" y="131"/>
                </a:lnTo>
                <a:lnTo>
                  <a:pt x="649" y="132"/>
                </a:lnTo>
                <a:lnTo>
                  <a:pt x="648" y="133"/>
                </a:lnTo>
                <a:lnTo>
                  <a:pt x="649" y="133"/>
                </a:lnTo>
                <a:lnTo>
                  <a:pt x="649" y="134"/>
                </a:lnTo>
                <a:lnTo>
                  <a:pt x="647" y="134"/>
                </a:lnTo>
                <a:lnTo>
                  <a:pt x="646" y="134"/>
                </a:lnTo>
                <a:lnTo>
                  <a:pt x="646" y="133"/>
                </a:lnTo>
                <a:lnTo>
                  <a:pt x="645" y="133"/>
                </a:lnTo>
                <a:lnTo>
                  <a:pt x="644" y="133"/>
                </a:lnTo>
                <a:lnTo>
                  <a:pt x="644" y="132"/>
                </a:lnTo>
                <a:lnTo>
                  <a:pt x="644" y="133"/>
                </a:lnTo>
                <a:lnTo>
                  <a:pt x="645" y="133"/>
                </a:lnTo>
                <a:lnTo>
                  <a:pt x="646" y="133"/>
                </a:lnTo>
                <a:lnTo>
                  <a:pt x="646" y="134"/>
                </a:lnTo>
                <a:lnTo>
                  <a:pt x="645" y="134"/>
                </a:lnTo>
                <a:lnTo>
                  <a:pt x="646" y="134"/>
                </a:lnTo>
                <a:lnTo>
                  <a:pt x="646" y="135"/>
                </a:lnTo>
                <a:lnTo>
                  <a:pt x="646" y="136"/>
                </a:lnTo>
                <a:lnTo>
                  <a:pt x="645" y="136"/>
                </a:lnTo>
                <a:lnTo>
                  <a:pt x="642" y="137"/>
                </a:lnTo>
                <a:lnTo>
                  <a:pt x="641" y="137"/>
                </a:lnTo>
                <a:lnTo>
                  <a:pt x="640" y="138"/>
                </a:lnTo>
                <a:lnTo>
                  <a:pt x="639" y="138"/>
                </a:lnTo>
                <a:lnTo>
                  <a:pt x="638" y="138"/>
                </a:lnTo>
                <a:lnTo>
                  <a:pt x="637" y="139"/>
                </a:lnTo>
                <a:lnTo>
                  <a:pt x="636" y="139"/>
                </a:lnTo>
                <a:lnTo>
                  <a:pt x="635" y="140"/>
                </a:lnTo>
                <a:lnTo>
                  <a:pt x="634" y="140"/>
                </a:lnTo>
                <a:lnTo>
                  <a:pt x="633" y="140"/>
                </a:lnTo>
                <a:lnTo>
                  <a:pt x="632" y="141"/>
                </a:lnTo>
                <a:lnTo>
                  <a:pt x="631" y="141"/>
                </a:lnTo>
                <a:lnTo>
                  <a:pt x="630" y="141"/>
                </a:lnTo>
                <a:lnTo>
                  <a:pt x="629" y="142"/>
                </a:lnTo>
                <a:lnTo>
                  <a:pt x="628" y="142"/>
                </a:lnTo>
                <a:lnTo>
                  <a:pt x="627" y="143"/>
                </a:lnTo>
                <a:lnTo>
                  <a:pt x="627" y="144"/>
                </a:lnTo>
                <a:lnTo>
                  <a:pt x="626" y="144"/>
                </a:lnTo>
                <a:lnTo>
                  <a:pt x="626" y="145"/>
                </a:lnTo>
                <a:lnTo>
                  <a:pt x="627" y="145"/>
                </a:lnTo>
                <a:lnTo>
                  <a:pt x="627" y="146"/>
                </a:lnTo>
                <a:lnTo>
                  <a:pt x="626" y="146"/>
                </a:lnTo>
                <a:lnTo>
                  <a:pt x="625" y="147"/>
                </a:lnTo>
                <a:lnTo>
                  <a:pt x="624" y="148"/>
                </a:lnTo>
                <a:lnTo>
                  <a:pt x="623" y="148"/>
                </a:lnTo>
                <a:lnTo>
                  <a:pt x="622" y="148"/>
                </a:lnTo>
                <a:lnTo>
                  <a:pt x="620" y="148"/>
                </a:lnTo>
                <a:lnTo>
                  <a:pt x="619" y="148"/>
                </a:lnTo>
                <a:lnTo>
                  <a:pt x="618" y="149"/>
                </a:lnTo>
                <a:lnTo>
                  <a:pt x="616" y="150"/>
                </a:lnTo>
                <a:lnTo>
                  <a:pt x="615" y="150"/>
                </a:lnTo>
                <a:lnTo>
                  <a:pt x="615" y="149"/>
                </a:lnTo>
                <a:lnTo>
                  <a:pt x="616" y="149"/>
                </a:lnTo>
                <a:lnTo>
                  <a:pt x="617" y="148"/>
                </a:lnTo>
                <a:lnTo>
                  <a:pt x="618" y="148"/>
                </a:lnTo>
                <a:lnTo>
                  <a:pt x="617" y="148"/>
                </a:lnTo>
                <a:lnTo>
                  <a:pt x="616" y="148"/>
                </a:lnTo>
                <a:lnTo>
                  <a:pt x="615" y="148"/>
                </a:lnTo>
                <a:lnTo>
                  <a:pt x="615" y="149"/>
                </a:lnTo>
                <a:lnTo>
                  <a:pt x="615" y="150"/>
                </a:lnTo>
                <a:lnTo>
                  <a:pt x="615" y="151"/>
                </a:lnTo>
                <a:lnTo>
                  <a:pt x="615" y="152"/>
                </a:lnTo>
                <a:lnTo>
                  <a:pt x="615" y="153"/>
                </a:lnTo>
                <a:lnTo>
                  <a:pt x="615" y="154"/>
                </a:lnTo>
                <a:lnTo>
                  <a:pt x="615" y="155"/>
                </a:lnTo>
                <a:lnTo>
                  <a:pt x="616" y="155"/>
                </a:lnTo>
                <a:lnTo>
                  <a:pt x="616" y="156"/>
                </a:lnTo>
                <a:lnTo>
                  <a:pt x="616" y="157"/>
                </a:lnTo>
                <a:lnTo>
                  <a:pt x="617" y="157"/>
                </a:lnTo>
                <a:lnTo>
                  <a:pt x="616" y="157"/>
                </a:lnTo>
                <a:lnTo>
                  <a:pt x="615" y="157"/>
                </a:lnTo>
                <a:lnTo>
                  <a:pt x="614" y="157"/>
                </a:lnTo>
                <a:lnTo>
                  <a:pt x="613" y="157"/>
                </a:lnTo>
                <a:lnTo>
                  <a:pt x="613" y="156"/>
                </a:lnTo>
                <a:lnTo>
                  <a:pt x="613" y="155"/>
                </a:lnTo>
                <a:lnTo>
                  <a:pt x="613" y="154"/>
                </a:lnTo>
                <a:lnTo>
                  <a:pt x="612" y="154"/>
                </a:lnTo>
                <a:lnTo>
                  <a:pt x="611" y="155"/>
                </a:lnTo>
                <a:lnTo>
                  <a:pt x="611" y="154"/>
                </a:lnTo>
                <a:lnTo>
                  <a:pt x="610" y="154"/>
                </a:lnTo>
                <a:lnTo>
                  <a:pt x="609" y="154"/>
                </a:lnTo>
                <a:lnTo>
                  <a:pt x="608" y="154"/>
                </a:lnTo>
                <a:lnTo>
                  <a:pt x="608" y="155"/>
                </a:lnTo>
                <a:lnTo>
                  <a:pt x="609" y="155"/>
                </a:lnTo>
                <a:lnTo>
                  <a:pt x="610" y="156"/>
                </a:lnTo>
                <a:lnTo>
                  <a:pt x="610" y="157"/>
                </a:lnTo>
                <a:lnTo>
                  <a:pt x="610" y="158"/>
                </a:lnTo>
                <a:lnTo>
                  <a:pt x="609" y="158"/>
                </a:lnTo>
                <a:lnTo>
                  <a:pt x="608" y="158"/>
                </a:lnTo>
                <a:lnTo>
                  <a:pt x="608" y="157"/>
                </a:lnTo>
                <a:lnTo>
                  <a:pt x="608" y="156"/>
                </a:lnTo>
                <a:lnTo>
                  <a:pt x="607" y="156"/>
                </a:lnTo>
                <a:lnTo>
                  <a:pt x="606" y="156"/>
                </a:lnTo>
                <a:lnTo>
                  <a:pt x="606" y="155"/>
                </a:lnTo>
                <a:lnTo>
                  <a:pt x="605" y="155"/>
                </a:lnTo>
                <a:lnTo>
                  <a:pt x="604" y="155"/>
                </a:lnTo>
                <a:lnTo>
                  <a:pt x="604" y="154"/>
                </a:lnTo>
                <a:lnTo>
                  <a:pt x="603" y="154"/>
                </a:lnTo>
                <a:lnTo>
                  <a:pt x="602" y="153"/>
                </a:lnTo>
                <a:lnTo>
                  <a:pt x="603" y="152"/>
                </a:lnTo>
                <a:lnTo>
                  <a:pt x="604" y="152"/>
                </a:lnTo>
                <a:lnTo>
                  <a:pt x="605" y="152"/>
                </a:lnTo>
                <a:lnTo>
                  <a:pt x="605" y="151"/>
                </a:lnTo>
                <a:lnTo>
                  <a:pt x="606" y="151"/>
                </a:lnTo>
                <a:lnTo>
                  <a:pt x="607" y="150"/>
                </a:lnTo>
                <a:lnTo>
                  <a:pt x="607" y="151"/>
                </a:lnTo>
                <a:lnTo>
                  <a:pt x="608" y="151"/>
                </a:lnTo>
                <a:lnTo>
                  <a:pt x="609" y="150"/>
                </a:lnTo>
                <a:lnTo>
                  <a:pt x="608" y="150"/>
                </a:lnTo>
                <a:lnTo>
                  <a:pt x="609" y="149"/>
                </a:lnTo>
                <a:lnTo>
                  <a:pt x="610" y="149"/>
                </a:lnTo>
                <a:lnTo>
                  <a:pt x="611" y="148"/>
                </a:lnTo>
                <a:lnTo>
                  <a:pt x="611" y="147"/>
                </a:lnTo>
                <a:lnTo>
                  <a:pt x="612" y="146"/>
                </a:lnTo>
                <a:lnTo>
                  <a:pt x="613" y="146"/>
                </a:lnTo>
                <a:lnTo>
                  <a:pt x="614" y="146"/>
                </a:lnTo>
                <a:lnTo>
                  <a:pt x="613" y="146"/>
                </a:lnTo>
                <a:lnTo>
                  <a:pt x="613" y="145"/>
                </a:lnTo>
                <a:lnTo>
                  <a:pt x="612" y="146"/>
                </a:lnTo>
                <a:lnTo>
                  <a:pt x="611" y="146"/>
                </a:lnTo>
                <a:lnTo>
                  <a:pt x="610" y="146"/>
                </a:lnTo>
                <a:lnTo>
                  <a:pt x="609" y="147"/>
                </a:lnTo>
                <a:lnTo>
                  <a:pt x="608" y="148"/>
                </a:lnTo>
                <a:lnTo>
                  <a:pt x="607" y="148"/>
                </a:lnTo>
                <a:lnTo>
                  <a:pt x="606" y="148"/>
                </a:lnTo>
                <a:lnTo>
                  <a:pt x="606" y="149"/>
                </a:lnTo>
                <a:lnTo>
                  <a:pt x="605" y="150"/>
                </a:lnTo>
                <a:lnTo>
                  <a:pt x="604" y="150"/>
                </a:lnTo>
                <a:lnTo>
                  <a:pt x="604" y="151"/>
                </a:lnTo>
                <a:lnTo>
                  <a:pt x="603" y="151"/>
                </a:lnTo>
                <a:lnTo>
                  <a:pt x="603" y="150"/>
                </a:lnTo>
                <a:lnTo>
                  <a:pt x="603" y="149"/>
                </a:lnTo>
                <a:lnTo>
                  <a:pt x="602" y="149"/>
                </a:lnTo>
                <a:lnTo>
                  <a:pt x="602" y="148"/>
                </a:lnTo>
                <a:lnTo>
                  <a:pt x="601" y="148"/>
                </a:lnTo>
                <a:lnTo>
                  <a:pt x="601" y="149"/>
                </a:lnTo>
                <a:lnTo>
                  <a:pt x="602" y="150"/>
                </a:lnTo>
                <a:lnTo>
                  <a:pt x="601" y="151"/>
                </a:lnTo>
                <a:lnTo>
                  <a:pt x="601" y="152"/>
                </a:lnTo>
                <a:lnTo>
                  <a:pt x="601" y="153"/>
                </a:lnTo>
                <a:lnTo>
                  <a:pt x="601" y="154"/>
                </a:lnTo>
                <a:lnTo>
                  <a:pt x="600" y="154"/>
                </a:lnTo>
                <a:lnTo>
                  <a:pt x="600" y="155"/>
                </a:lnTo>
                <a:lnTo>
                  <a:pt x="599" y="155"/>
                </a:lnTo>
                <a:lnTo>
                  <a:pt x="598" y="155"/>
                </a:lnTo>
                <a:lnTo>
                  <a:pt x="597" y="156"/>
                </a:lnTo>
                <a:lnTo>
                  <a:pt x="597" y="155"/>
                </a:lnTo>
                <a:lnTo>
                  <a:pt x="596" y="155"/>
                </a:lnTo>
                <a:lnTo>
                  <a:pt x="595" y="155"/>
                </a:lnTo>
                <a:lnTo>
                  <a:pt x="594" y="156"/>
                </a:lnTo>
                <a:lnTo>
                  <a:pt x="593" y="157"/>
                </a:lnTo>
                <a:lnTo>
                  <a:pt x="593" y="158"/>
                </a:lnTo>
                <a:lnTo>
                  <a:pt x="593" y="159"/>
                </a:lnTo>
                <a:lnTo>
                  <a:pt x="594" y="159"/>
                </a:lnTo>
                <a:lnTo>
                  <a:pt x="594" y="160"/>
                </a:lnTo>
                <a:lnTo>
                  <a:pt x="595" y="160"/>
                </a:lnTo>
                <a:lnTo>
                  <a:pt x="594" y="160"/>
                </a:lnTo>
                <a:lnTo>
                  <a:pt x="594" y="161"/>
                </a:lnTo>
                <a:lnTo>
                  <a:pt x="593" y="161"/>
                </a:lnTo>
                <a:lnTo>
                  <a:pt x="592" y="161"/>
                </a:lnTo>
                <a:lnTo>
                  <a:pt x="592" y="160"/>
                </a:lnTo>
                <a:lnTo>
                  <a:pt x="591" y="159"/>
                </a:lnTo>
                <a:lnTo>
                  <a:pt x="590" y="159"/>
                </a:lnTo>
                <a:lnTo>
                  <a:pt x="589" y="159"/>
                </a:lnTo>
                <a:lnTo>
                  <a:pt x="588" y="159"/>
                </a:lnTo>
                <a:lnTo>
                  <a:pt x="587" y="160"/>
                </a:lnTo>
                <a:lnTo>
                  <a:pt x="586" y="160"/>
                </a:lnTo>
                <a:lnTo>
                  <a:pt x="585" y="160"/>
                </a:lnTo>
                <a:lnTo>
                  <a:pt x="584" y="160"/>
                </a:lnTo>
                <a:lnTo>
                  <a:pt x="583" y="160"/>
                </a:lnTo>
                <a:lnTo>
                  <a:pt x="582" y="161"/>
                </a:lnTo>
                <a:lnTo>
                  <a:pt x="581" y="162"/>
                </a:lnTo>
                <a:lnTo>
                  <a:pt x="581" y="164"/>
                </a:lnTo>
                <a:lnTo>
                  <a:pt x="580" y="164"/>
                </a:lnTo>
                <a:lnTo>
                  <a:pt x="580" y="163"/>
                </a:lnTo>
                <a:lnTo>
                  <a:pt x="580" y="162"/>
                </a:lnTo>
                <a:lnTo>
                  <a:pt x="579" y="162"/>
                </a:lnTo>
                <a:lnTo>
                  <a:pt x="578" y="162"/>
                </a:lnTo>
                <a:lnTo>
                  <a:pt x="577" y="162"/>
                </a:lnTo>
                <a:lnTo>
                  <a:pt x="576" y="162"/>
                </a:lnTo>
                <a:lnTo>
                  <a:pt x="576" y="163"/>
                </a:lnTo>
                <a:lnTo>
                  <a:pt x="575" y="163"/>
                </a:lnTo>
                <a:lnTo>
                  <a:pt x="574" y="164"/>
                </a:lnTo>
                <a:lnTo>
                  <a:pt x="573" y="164"/>
                </a:lnTo>
                <a:lnTo>
                  <a:pt x="572" y="164"/>
                </a:lnTo>
                <a:lnTo>
                  <a:pt x="572" y="165"/>
                </a:lnTo>
                <a:lnTo>
                  <a:pt x="570" y="166"/>
                </a:lnTo>
                <a:lnTo>
                  <a:pt x="569" y="167"/>
                </a:lnTo>
                <a:lnTo>
                  <a:pt x="568" y="168"/>
                </a:lnTo>
                <a:lnTo>
                  <a:pt x="567" y="168"/>
                </a:lnTo>
                <a:lnTo>
                  <a:pt x="567" y="169"/>
                </a:lnTo>
                <a:lnTo>
                  <a:pt x="566" y="169"/>
                </a:lnTo>
                <a:lnTo>
                  <a:pt x="565" y="169"/>
                </a:lnTo>
                <a:lnTo>
                  <a:pt x="564" y="170"/>
                </a:lnTo>
                <a:lnTo>
                  <a:pt x="563" y="170"/>
                </a:lnTo>
                <a:lnTo>
                  <a:pt x="563" y="169"/>
                </a:lnTo>
                <a:lnTo>
                  <a:pt x="564" y="169"/>
                </a:lnTo>
                <a:lnTo>
                  <a:pt x="564" y="168"/>
                </a:lnTo>
                <a:lnTo>
                  <a:pt x="563" y="168"/>
                </a:lnTo>
                <a:lnTo>
                  <a:pt x="563" y="169"/>
                </a:lnTo>
                <a:lnTo>
                  <a:pt x="563" y="170"/>
                </a:lnTo>
                <a:lnTo>
                  <a:pt x="562" y="171"/>
                </a:lnTo>
                <a:lnTo>
                  <a:pt x="562" y="172"/>
                </a:lnTo>
                <a:lnTo>
                  <a:pt x="563" y="172"/>
                </a:lnTo>
                <a:lnTo>
                  <a:pt x="562" y="172"/>
                </a:lnTo>
                <a:lnTo>
                  <a:pt x="561" y="172"/>
                </a:lnTo>
                <a:lnTo>
                  <a:pt x="561" y="173"/>
                </a:lnTo>
                <a:lnTo>
                  <a:pt x="560" y="173"/>
                </a:lnTo>
                <a:lnTo>
                  <a:pt x="559" y="173"/>
                </a:lnTo>
                <a:lnTo>
                  <a:pt x="558" y="173"/>
                </a:lnTo>
                <a:lnTo>
                  <a:pt x="558" y="174"/>
                </a:lnTo>
                <a:lnTo>
                  <a:pt x="557" y="174"/>
                </a:lnTo>
                <a:lnTo>
                  <a:pt x="556" y="174"/>
                </a:lnTo>
                <a:lnTo>
                  <a:pt x="556" y="173"/>
                </a:lnTo>
                <a:lnTo>
                  <a:pt x="555" y="173"/>
                </a:lnTo>
                <a:lnTo>
                  <a:pt x="555" y="174"/>
                </a:lnTo>
                <a:lnTo>
                  <a:pt x="554" y="173"/>
                </a:lnTo>
                <a:lnTo>
                  <a:pt x="553" y="173"/>
                </a:lnTo>
                <a:lnTo>
                  <a:pt x="553" y="172"/>
                </a:lnTo>
                <a:lnTo>
                  <a:pt x="552" y="172"/>
                </a:lnTo>
                <a:lnTo>
                  <a:pt x="552" y="171"/>
                </a:lnTo>
                <a:lnTo>
                  <a:pt x="553" y="169"/>
                </a:lnTo>
                <a:lnTo>
                  <a:pt x="554" y="168"/>
                </a:lnTo>
                <a:lnTo>
                  <a:pt x="553" y="168"/>
                </a:lnTo>
                <a:lnTo>
                  <a:pt x="552" y="169"/>
                </a:lnTo>
                <a:lnTo>
                  <a:pt x="552" y="170"/>
                </a:lnTo>
                <a:lnTo>
                  <a:pt x="551" y="169"/>
                </a:lnTo>
                <a:lnTo>
                  <a:pt x="550" y="169"/>
                </a:lnTo>
                <a:lnTo>
                  <a:pt x="550" y="167"/>
                </a:lnTo>
                <a:lnTo>
                  <a:pt x="550" y="166"/>
                </a:lnTo>
                <a:lnTo>
                  <a:pt x="549" y="165"/>
                </a:lnTo>
                <a:lnTo>
                  <a:pt x="549" y="166"/>
                </a:lnTo>
                <a:lnTo>
                  <a:pt x="549" y="168"/>
                </a:lnTo>
                <a:lnTo>
                  <a:pt x="549" y="169"/>
                </a:lnTo>
                <a:lnTo>
                  <a:pt x="548" y="169"/>
                </a:lnTo>
                <a:lnTo>
                  <a:pt x="548" y="167"/>
                </a:lnTo>
                <a:lnTo>
                  <a:pt x="547" y="166"/>
                </a:lnTo>
                <a:lnTo>
                  <a:pt x="546" y="166"/>
                </a:lnTo>
                <a:lnTo>
                  <a:pt x="547" y="168"/>
                </a:lnTo>
                <a:lnTo>
                  <a:pt x="547" y="169"/>
                </a:lnTo>
                <a:lnTo>
                  <a:pt x="546" y="169"/>
                </a:lnTo>
                <a:lnTo>
                  <a:pt x="545" y="169"/>
                </a:lnTo>
                <a:lnTo>
                  <a:pt x="545" y="170"/>
                </a:lnTo>
                <a:lnTo>
                  <a:pt x="544" y="170"/>
                </a:lnTo>
                <a:lnTo>
                  <a:pt x="543" y="170"/>
                </a:lnTo>
                <a:lnTo>
                  <a:pt x="542" y="171"/>
                </a:lnTo>
                <a:lnTo>
                  <a:pt x="541" y="171"/>
                </a:lnTo>
                <a:lnTo>
                  <a:pt x="541" y="170"/>
                </a:lnTo>
                <a:lnTo>
                  <a:pt x="540" y="170"/>
                </a:lnTo>
                <a:lnTo>
                  <a:pt x="540" y="169"/>
                </a:lnTo>
                <a:lnTo>
                  <a:pt x="539" y="168"/>
                </a:lnTo>
                <a:lnTo>
                  <a:pt x="539" y="169"/>
                </a:lnTo>
                <a:lnTo>
                  <a:pt x="540" y="169"/>
                </a:lnTo>
                <a:lnTo>
                  <a:pt x="540" y="170"/>
                </a:lnTo>
                <a:lnTo>
                  <a:pt x="541" y="171"/>
                </a:lnTo>
                <a:lnTo>
                  <a:pt x="541" y="172"/>
                </a:lnTo>
                <a:lnTo>
                  <a:pt x="540" y="172"/>
                </a:lnTo>
                <a:lnTo>
                  <a:pt x="540" y="173"/>
                </a:lnTo>
                <a:lnTo>
                  <a:pt x="539" y="172"/>
                </a:lnTo>
                <a:lnTo>
                  <a:pt x="538" y="172"/>
                </a:lnTo>
                <a:lnTo>
                  <a:pt x="538" y="173"/>
                </a:lnTo>
                <a:lnTo>
                  <a:pt x="539" y="173"/>
                </a:lnTo>
                <a:lnTo>
                  <a:pt x="540" y="173"/>
                </a:lnTo>
                <a:lnTo>
                  <a:pt x="541" y="173"/>
                </a:lnTo>
                <a:lnTo>
                  <a:pt x="542" y="172"/>
                </a:lnTo>
                <a:lnTo>
                  <a:pt x="543" y="172"/>
                </a:lnTo>
                <a:lnTo>
                  <a:pt x="543" y="171"/>
                </a:lnTo>
                <a:lnTo>
                  <a:pt x="544" y="171"/>
                </a:lnTo>
                <a:lnTo>
                  <a:pt x="545" y="170"/>
                </a:lnTo>
                <a:lnTo>
                  <a:pt x="546" y="170"/>
                </a:lnTo>
                <a:lnTo>
                  <a:pt x="546" y="171"/>
                </a:lnTo>
                <a:lnTo>
                  <a:pt x="547" y="171"/>
                </a:lnTo>
                <a:lnTo>
                  <a:pt x="548" y="171"/>
                </a:lnTo>
                <a:lnTo>
                  <a:pt x="548" y="172"/>
                </a:lnTo>
                <a:lnTo>
                  <a:pt x="548" y="173"/>
                </a:lnTo>
                <a:lnTo>
                  <a:pt x="549" y="175"/>
                </a:lnTo>
                <a:lnTo>
                  <a:pt x="549" y="174"/>
                </a:lnTo>
                <a:lnTo>
                  <a:pt x="550" y="174"/>
                </a:lnTo>
                <a:lnTo>
                  <a:pt x="550" y="175"/>
                </a:lnTo>
                <a:lnTo>
                  <a:pt x="551" y="174"/>
                </a:lnTo>
                <a:lnTo>
                  <a:pt x="552" y="174"/>
                </a:lnTo>
                <a:lnTo>
                  <a:pt x="552" y="175"/>
                </a:lnTo>
                <a:lnTo>
                  <a:pt x="555" y="175"/>
                </a:lnTo>
                <a:lnTo>
                  <a:pt x="556" y="176"/>
                </a:lnTo>
                <a:lnTo>
                  <a:pt x="556" y="177"/>
                </a:lnTo>
                <a:lnTo>
                  <a:pt x="557" y="177"/>
                </a:lnTo>
                <a:lnTo>
                  <a:pt x="556" y="178"/>
                </a:lnTo>
                <a:lnTo>
                  <a:pt x="555" y="179"/>
                </a:lnTo>
                <a:lnTo>
                  <a:pt x="555" y="181"/>
                </a:lnTo>
                <a:lnTo>
                  <a:pt x="554" y="181"/>
                </a:lnTo>
                <a:lnTo>
                  <a:pt x="554" y="182"/>
                </a:lnTo>
                <a:lnTo>
                  <a:pt x="554" y="183"/>
                </a:lnTo>
                <a:lnTo>
                  <a:pt x="554" y="184"/>
                </a:lnTo>
                <a:lnTo>
                  <a:pt x="554" y="185"/>
                </a:lnTo>
                <a:lnTo>
                  <a:pt x="555" y="184"/>
                </a:lnTo>
                <a:lnTo>
                  <a:pt x="555" y="185"/>
                </a:lnTo>
                <a:lnTo>
                  <a:pt x="555" y="186"/>
                </a:lnTo>
                <a:lnTo>
                  <a:pt x="554" y="186"/>
                </a:lnTo>
                <a:lnTo>
                  <a:pt x="554" y="187"/>
                </a:lnTo>
                <a:lnTo>
                  <a:pt x="553" y="187"/>
                </a:lnTo>
                <a:lnTo>
                  <a:pt x="553" y="188"/>
                </a:lnTo>
                <a:lnTo>
                  <a:pt x="553" y="187"/>
                </a:lnTo>
                <a:lnTo>
                  <a:pt x="552" y="187"/>
                </a:lnTo>
                <a:lnTo>
                  <a:pt x="551" y="187"/>
                </a:lnTo>
                <a:lnTo>
                  <a:pt x="550" y="187"/>
                </a:lnTo>
                <a:lnTo>
                  <a:pt x="550" y="189"/>
                </a:lnTo>
                <a:lnTo>
                  <a:pt x="551" y="189"/>
                </a:lnTo>
                <a:lnTo>
                  <a:pt x="551" y="190"/>
                </a:lnTo>
                <a:lnTo>
                  <a:pt x="551" y="191"/>
                </a:lnTo>
                <a:lnTo>
                  <a:pt x="550" y="191"/>
                </a:lnTo>
                <a:lnTo>
                  <a:pt x="550" y="192"/>
                </a:lnTo>
                <a:lnTo>
                  <a:pt x="549" y="193"/>
                </a:lnTo>
                <a:lnTo>
                  <a:pt x="548" y="194"/>
                </a:lnTo>
                <a:lnTo>
                  <a:pt x="549" y="194"/>
                </a:lnTo>
                <a:lnTo>
                  <a:pt x="549" y="195"/>
                </a:lnTo>
                <a:lnTo>
                  <a:pt x="548" y="195"/>
                </a:lnTo>
                <a:lnTo>
                  <a:pt x="548" y="196"/>
                </a:lnTo>
                <a:lnTo>
                  <a:pt x="547" y="196"/>
                </a:lnTo>
                <a:lnTo>
                  <a:pt x="547" y="195"/>
                </a:lnTo>
                <a:lnTo>
                  <a:pt x="546" y="195"/>
                </a:lnTo>
                <a:lnTo>
                  <a:pt x="545" y="194"/>
                </a:lnTo>
                <a:lnTo>
                  <a:pt x="546" y="194"/>
                </a:lnTo>
                <a:lnTo>
                  <a:pt x="546" y="193"/>
                </a:lnTo>
                <a:lnTo>
                  <a:pt x="545" y="193"/>
                </a:lnTo>
                <a:lnTo>
                  <a:pt x="546" y="192"/>
                </a:lnTo>
                <a:lnTo>
                  <a:pt x="546" y="191"/>
                </a:lnTo>
                <a:lnTo>
                  <a:pt x="546" y="190"/>
                </a:lnTo>
                <a:lnTo>
                  <a:pt x="545" y="190"/>
                </a:lnTo>
                <a:lnTo>
                  <a:pt x="545" y="189"/>
                </a:lnTo>
                <a:lnTo>
                  <a:pt x="544" y="189"/>
                </a:lnTo>
                <a:lnTo>
                  <a:pt x="544" y="188"/>
                </a:lnTo>
                <a:lnTo>
                  <a:pt x="545" y="187"/>
                </a:lnTo>
                <a:lnTo>
                  <a:pt x="544" y="186"/>
                </a:lnTo>
                <a:lnTo>
                  <a:pt x="542" y="185"/>
                </a:lnTo>
                <a:lnTo>
                  <a:pt x="542" y="186"/>
                </a:lnTo>
                <a:lnTo>
                  <a:pt x="540" y="186"/>
                </a:lnTo>
                <a:lnTo>
                  <a:pt x="537" y="186"/>
                </a:lnTo>
                <a:lnTo>
                  <a:pt x="536" y="187"/>
                </a:lnTo>
                <a:lnTo>
                  <a:pt x="537" y="188"/>
                </a:lnTo>
                <a:lnTo>
                  <a:pt x="536" y="188"/>
                </a:lnTo>
                <a:lnTo>
                  <a:pt x="537" y="189"/>
                </a:lnTo>
                <a:lnTo>
                  <a:pt x="536" y="189"/>
                </a:lnTo>
                <a:lnTo>
                  <a:pt x="535" y="189"/>
                </a:lnTo>
                <a:lnTo>
                  <a:pt x="534" y="189"/>
                </a:lnTo>
                <a:lnTo>
                  <a:pt x="534" y="190"/>
                </a:lnTo>
                <a:lnTo>
                  <a:pt x="533" y="190"/>
                </a:lnTo>
                <a:lnTo>
                  <a:pt x="534" y="190"/>
                </a:lnTo>
                <a:lnTo>
                  <a:pt x="534" y="191"/>
                </a:lnTo>
                <a:lnTo>
                  <a:pt x="533" y="191"/>
                </a:lnTo>
                <a:lnTo>
                  <a:pt x="532" y="191"/>
                </a:lnTo>
                <a:lnTo>
                  <a:pt x="532" y="192"/>
                </a:lnTo>
                <a:lnTo>
                  <a:pt x="532" y="193"/>
                </a:lnTo>
                <a:lnTo>
                  <a:pt x="531" y="193"/>
                </a:lnTo>
                <a:lnTo>
                  <a:pt x="531" y="194"/>
                </a:lnTo>
                <a:lnTo>
                  <a:pt x="531" y="196"/>
                </a:lnTo>
                <a:lnTo>
                  <a:pt x="532" y="196"/>
                </a:lnTo>
                <a:lnTo>
                  <a:pt x="533" y="197"/>
                </a:lnTo>
                <a:lnTo>
                  <a:pt x="534" y="197"/>
                </a:lnTo>
                <a:lnTo>
                  <a:pt x="534" y="198"/>
                </a:lnTo>
                <a:lnTo>
                  <a:pt x="535" y="199"/>
                </a:lnTo>
                <a:lnTo>
                  <a:pt x="535" y="200"/>
                </a:lnTo>
                <a:lnTo>
                  <a:pt x="534" y="200"/>
                </a:lnTo>
                <a:lnTo>
                  <a:pt x="533" y="200"/>
                </a:lnTo>
                <a:lnTo>
                  <a:pt x="532" y="200"/>
                </a:lnTo>
                <a:lnTo>
                  <a:pt x="531" y="200"/>
                </a:lnTo>
                <a:lnTo>
                  <a:pt x="530" y="200"/>
                </a:lnTo>
                <a:lnTo>
                  <a:pt x="530" y="199"/>
                </a:lnTo>
                <a:lnTo>
                  <a:pt x="529" y="199"/>
                </a:lnTo>
                <a:lnTo>
                  <a:pt x="528" y="199"/>
                </a:lnTo>
                <a:lnTo>
                  <a:pt x="527" y="199"/>
                </a:lnTo>
                <a:lnTo>
                  <a:pt x="528" y="200"/>
                </a:lnTo>
                <a:lnTo>
                  <a:pt x="527" y="200"/>
                </a:lnTo>
                <a:lnTo>
                  <a:pt x="527" y="201"/>
                </a:lnTo>
                <a:lnTo>
                  <a:pt x="528" y="201"/>
                </a:lnTo>
                <a:lnTo>
                  <a:pt x="528" y="202"/>
                </a:lnTo>
                <a:lnTo>
                  <a:pt x="528" y="203"/>
                </a:lnTo>
                <a:lnTo>
                  <a:pt x="528" y="204"/>
                </a:lnTo>
                <a:lnTo>
                  <a:pt x="527" y="204"/>
                </a:lnTo>
                <a:lnTo>
                  <a:pt x="527" y="205"/>
                </a:lnTo>
                <a:lnTo>
                  <a:pt x="527" y="206"/>
                </a:lnTo>
                <a:lnTo>
                  <a:pt x="528" y="206"/>
                </a:lnTo>
                <a:lnTo>
                  <a:pt x="529" y="205"/>
                </a:lnTo>
                <a:lnTo>
                  <a:pt x="530" y="205"/>
                </a:lnTo>
                <a:lnTo>
                  <a:pt x="530" y="207"/>
                </a:lnTo>
                <a:lnTo>
                  <a:pt x="529" y="207"/>
                </a:lnTo>
                <a:lnTo>
                  <a:pt x="530" y="208"/>
                </a:lnTo>
                <a:lnTo>
                  <a:pt x="529" y="208"/>
                </a:lnTo>
                <a:lnTo>
                  <a:pt x="529" y="209"/>
                </a:lnTo>
                <a:lnTo>
                  <a:pt x="529" y="210"/>
                </a:lnTo>
                <a:lnTo>
                  <a:pt x="530" y="210"/>
                </a:lnTo>
                <a:lnTo>
                  <a:pt x="530" y="211"/>
                </a:lnTo>
                <a:lnTo>
                  <a:pt x="530" y="212"/>
                </a:lnTo>
                <a:lnTo>
                  <a:pt x="531" y="212"/>
                </a:lnTo>
                <a:lnTo>
                  <a:pt x="531" y="213"/>
                </a:lnTo>
                <a:lnTo>
                  <a:pt x="530" y="213"/>
                </a:lnTo>
                <a:lnTo>
                  <a:pt x="530" y="214"/>
                </a:lnTo>
                <a:lnTo>
                  <a:pt x="530" y="215"/>
                </a:lnTo>
                <a:lnTo>
                  <a:pt x="531" y="215"/>
                </a:lnTo>
                <a:lnTo>
                  <a:pt x="530" y="216"/>
                </a:lnTo>
                <a:lnTo>
                  <a:pt x="531" y="217"/>
                </a:lnTo>
                <a:lnTo>
                  <a:pt x="531" y="218"/>
                </a:lnTo>
                <a:lnTo>
                  <a:pt x="532" y="218"/>
                </a:lnTo>
                <a:lnTo>
                  <a:pt x="532" y="219"/>
                </a:lnTo>
                <a:lnTo>
                  <a:pt x="531" y="219"/>
                </a:lnTo>
                <a:lnTo>
                  <a:pt x="532" y="220"/>
                </a:lnTo>
                <a:lnTo>
                  <a:pt x="533" y="219"/>
                </a:lnTo>
                <a:lnTo>
                  <a:pt x="533" y="220"/>
                </a:lnTo>
                <a:lnTo>
                  <a:pt x="532" y="220"/>
                </a:lnTo>
                <a:lnTo>
                  <a:pt x="531" y="220"/>
                </a:lnTo>
                <a:lnTo>
                  <a:pt x="530" y="220"/>
                </a:lnTo>
                <a:lnTo>
                  <a:pt x="529" y="220"/>
                </a:lnTo>
                <a:lnTo>
                  <a:pt x="528" y="220"/>
                </a:lnTo>
                <a:lnTo>
                  <a:pt x="528" y="221"/>
                </a:lnTo>
                <a:lnTo>
                  <a:pt x="527" y="221"/>
                </a:lnTo>
                <a:lnTo>
                  <a:pt x="526" y="221"/>
                </a:lnTo>
                <a:lnTo>
                  <a:pt x="525" y="221"/>
                </a:lnTo>
                <a:lnTo>
                  <a:pt x="524" y="221"/>
                </a:lnTo>
                <a:lnTo>
                  <a:pt x="523" y="221"/>
                </a:lnTo>
                <a:lnTo>
                  <a:pt x="523" y="222"/>
                </a:lnTo>
                <a:lnTo>
                  <a:pt x="523" y="223"/>
                </a:lnTo>
                <a:lnTo>
                  <a:pt x="522" y="223"/>
                </a:lnTo>
                <a:lnTo>
                  <a:pt x="521" y="223"/>
                </a:lnTo>
                <a:lnTo>
                  <a:pt x="521" y="222"/>
                </a:lnTo>
                <a:lnTo>
                  <a:pt x="520" y="222"/>
                </a:lnTo>
                <a:lnTo>
                  <a:pt x="519" y="222"/>
                </a:lnTo>
                <a:lnTo>
                  <a:pt x="519" y="223"/>
                </a:lnTo>
                <a:lnTo>
                  <a:pt x="519" y="222"/>
                </a:lnTo>
                <a:lnTo>
                  <a:pt x="518" y="222"/>
                </a:lnTo>
                <a:lnTo>
                  <a:pt x="517" y="222"/>
                </a:lnTo>
                <a:lnTo>
                  <a:pt x="517" y="223"/>
                </a:lnTo>
                <a:lnTo>
                  <a:pt x="518" y="224"/>
                </a:lnTo>
                <a:lnTo>
                  <a:pt x="517" y="224"/>
                </a:lnTo>
                <a:lnTo>
                  <a:pt x="516" y="224"/>
                </a:lnTo>
                <a:lnTo>
                  <a:pt x="515" y="224"/>
                </a:lnTo>
                <a:lnTo>
                  <a:pt x="513" y="224"/>
                </a:lnTo>
                <a:lnTo>
                  <a:pt x="512" y="224"/>
                </a:lnTo>
                <a:lnTo>
                  <a:pt x="511" y="224"/>
                </a:lnTo>
                <a:lnTo>
                  <a:pt x="510" y="224"/>
                </a:lnTo>
                <a:lnTo>
                  <a:pt x="510" y="225"/>
                </a:lnTo>
                <a:lnTo>
                  <a:pt x="509" y="225"/>
                </a:lnTo>
                <a:lnTo>
                  <a:pt x="509" y="226"/>
                </a:lnTo>
                <a:lnTo>
                  <a:pt x="508" y="227"/>
                </a:lnTo>
                <a:lnTo>
                  <a:pt x="507" y="227"/>
                </a:lnTo>
                <a:lnTo>
                  <a:pt x="507" y="228"/>
                </a:lnTo>
                <a:lnTo>
                  <a:pt x="506" y="228"/>
                </a:lnTo>
                <a:lnTo>
                  <a:pt x="505" y="228"/>
                </a:lnTo>
                <a:lnTo>
                  <a:pt x="504" y="228"/>
                </a:lnTo>
                <a:lnTo>
                  <a:pt x="503" y="227"/>
                </a:lnTo>
                <a:lnTo>
                  <a:pt x="502" y="228"/>
                </a:lnTo>
                <a:lnTo>
                  <a:pt x="501" y="228"/>
                </a:lnTo>
                <a:lnTo>
                  <a:pt x="500" y="228"/>
                </a:lnTo>
                <a:lnTo>
                  <a:pt x="500" y="229"/>
                </a:lnTo>
                <a:lnTo>
                  <a:pt x="499" y="228"/>
                </a:lnTo>
                <a:lnTo>
                  <a:pt x="498" y="228"/>
                </a:lnTo>
                <a:lnTo>
                  <a:pt x="498" y="227"/>
                </a:lnTo>
                <a:lnTo>
                  <a:pt x="497" y="227"/>
                </a:lnTo>
                <a:lnTo>
                  <a:pt x="496" y="228"/>
                </a:lnTo>
                <a:lnTo>
                  <a:pt x="495" y="228"/>
                </a:lnTo>
                <a:lnTo>
                  <a:pt x="494" y="228"/>
                </a:lnTo>
                <a:lnTo>
                  <a:pt x="494" y="227"/>
                </a:lnTo>
                <a:lnTo>
                  <a:pt x="495" y="227"/>
                </a:lnTo>
                <a:lnTo>
                  <a:pt x="496" y="226"/>
                </a:lnTo>
                <a:lnTo>
                  <a:pt x="497" y="225"/>
                </a:lnTo>
                <a:lnTo>
                  <a:pt x="497" y="224"/>
                </a:lnTo>
                <a:lnTo>
                  <a:pt x="498" y="225"/>
                </a:lnTo>
                <a:lnTo>
                  <a:pt x="498" y="224"/>
                </a:lnTo>
                <a:lnTo>
                  <a:pt x="498" y="223"/>
                </a:lnTo>
                <a:lnTo>
                  <a:pt x="498" y="224"/>
                </a:lnTo>
                <a:lnTo>
                  <a:pt x="497" y="224"/>
                </a:lnTo>
                <a:lnTo>
                  <a:pt x="497" y="225"/>
                </a:lnTo>
                <a:lnTo>
                  <a:pt x="497" y="224"/>
                </a:lnTo>
                <a:lnTo>
                  <a:pt x="496" y="224"/>
                </a:lnTo>
                <a:lnTo>
                  <a:pt x="497" y="224"/>
                </a:lnTo>
                <a:lnTo>
                  <a:pt x="497" y="223"/>
                </a:lnTo>
                <a:lnTo>
                  <a:pt x="497" y="222"/>
                </a:lnTo>
                <a:lnTo>
                  <a:pt x="498" y="222"/>
                </a:lnTo>
                <a:lnTo>
                  <a:pt x="498" y="221"/>
                </a:lnTo>
                <a:lnTo>
                  <a:pt x="499" y="220"/>
                </a:lnTo>
                <a:lnTo>
                  <a:pt x="499" y="219"/>
                </a:lnTo>
                <a:lnTo>
                  <a:pt x="500" y="218"/>
                </a:lnTo>
                <a:lnTo>
                  <a:pt x="501" y="218"/>
                </a:lnTo>
                <a:lnTo>
                  <a:pt x="502" y="218"/>
                </a:lnTo>
                <a:lnTo>
                  <a:pt x="501" y="218"/>
                </a:lnTo>
                <a:lnTo>
                  <a:pt x="501" y="217"/>
                </a:lnTo>
                <a:lnTo>
                  <a:pt x="500" y="217"/>
                </a:lnTo>
                <a:lnTo>
                  <a:pt x="501" y="216"/>
                </a:lnTo>
                <a:lnTo>
                  <a:pt x="502" y="216"/>
                </a:lnTo>
                <a:lnTo>
                  <a:pt x="502" y="215"/>
                </a:lnTo>
                <a:lnTo>
                  <a:pt x="502" y="214"/>
                </a:lnTo>
                <a:lnTo>
                  <a:pt x="501" y="213"/>
                </a:lnTo>
                <a:lnTo>
                  <a:pt x="500" y="213"/>
                </a:lnTo>
                <a:lnTo>
                  <a:pt x="499" y="212"/>
                </a:lnTo>
                <a:lnTo>
                  <a:pt x="499" y="211"/>
                </a:lnTo>
                <a:lnTo>
                  <a:pt x="498" y="211"/>
                </a:lnTo>
                <a:lnTo>
                  <a:pt x="498" y="210"/>
                </a:lnTo>
                <a:lnTo>
                  <a:pt x="497" y="209"/>
                </a:lnTo>
                <a:lnTo>
                  <a:pt x="497" y="208"/>
                </a:lnTo>
                <a:lnTo>
                  <a:pt x="497" y="207"/>
                </a:lnTo>
                <a:lnTo>
                  <a:pt x="497" y="208"/>
                </a:lnTo>
                <a:lnTo>
                  <a:pt x="496" y="208"/>
                </a:lnTo>
                <a:lnTo>
                  <a:pt x="495" y="208"/>
                </a:lnTo>
                <a:lnTo>
                  <a:pt x="495" y="209"/>
                </a:lnTo>
                <a:lnTo>
                  <a:pt x="496" y="209"/>
                </a:lnTo>
                <a:lnTo>
                  <a:pt x="495" y="210"/>
                </a:lnTo>
                <a:lnTo>
                  <a:pt x="495" y="211"/>
                </a:lnTo>
                <a:lnTo>
                  <a:pt x="494" y="211"/>
                </a:lnTo>
                <a:lnTo>
                  <a:pt x="494" y="212"/>
                </a:lnTo>
                <a:lnTo>
                  <a:pt x="495" y="213"/>
                </a:lnTo>
                <a:lnTo>
                  <a:pt x="496" y="213"/>
                </a:lnTo>
                <a:lnTo>
                  <a:pt x="496" y="214"/>
                </a:lnTo>
                <a:lnTo>
                  <a:pt x="496" y="215"/>
                </a:lnTo>
                <a:lnTo>
                  <a:pt x="494" y="215"/>
                </a:lnTo>
                <a:lnTo>
                  <a:pt x="493" y="215"/>
                </a:lnTo>
                <a:lnTo>
                  <a:pt x="492" y="215"/>
                </a:lnTo>
                <a:lnTo>
                  <a:pt x="492" y="214"/>
                </a:lnTo>
                <a:lnTo>
                  <a:pt x="492" y="213"/>
                </a:lnTo>
                <a:lnTo>
                  <a:pt x="490" y="213"/>
                </a:lnTo>
                <a:lnTo>
                  <a:pt x="490" y="214"/>
                </a:lnTo>
                <a:lnTo>
                  <a:pt x="489" y="214"/>
                </a:lnTo>
                <a:lnTo>
                  <a:pt x="489" y="212"/>
                </a:lnTo>
                <a:lnTo>
                  <a:pt x="488" y="212"/>
                </a:lnTo>
                <a:lnTo>
                  <a:pt x="488" y="211"/>
                </a:lnTo>
                <a:lnTo>
                  <a:pt x="486" y="212"/>
                </a:lnTo>
                <a:lnTo>
                  <a:pt x="485" y="212"/>
                </a:lnTo>
                <a:lnTo>
                  <a:pt x="484" y="213"/>
                </a:lnTo>
                <a:lnTo>
                  <a:pt x="483" y="214"/>
                </a:lnTo>
                <a:lnTo>
                  <a:pt x="482" y="215"/>
                </a:lnTo>
                <a:lnTo>
                  <a:pt x="481" y="215"/>
                </a:lnTo>
                <a:lnTo>
                  <a:pt x="480" y="215"/>
                </a:lnTo>
                <a:lnTo>
                  <a:pt x="479" y="215"/>
                </a:lnTo>
                <a:lnTo>
                  <a:pt x="479" y="214"/>
                </a:lnTo>
                <a:lnTo>
                  <a:pt x="480" y="214"/>
                </a:lnTo>
                <a:lnTo>
                  <a:pt x="479" y="214"/>
                </a:lnTo>
                <a:lnTo>
                  <a:pt x="479" y="215"/>
                </a:lnTo>
                <a:lnTo>
                  <a:pt x="480" y="215"/>
                </a:lnTo>
                <a:lnTo>
                  <a:pt x="480" y="216"/>
                </a:lnTo>
                <a:lnTo>
                  <a:pt x="480" y="217"/>
                </a:lnTo>
                <a:lnTo>
                  <a:pt x="480" y="218"/>
                </a:lnTo>
                <a:lnTo>
                  <a:pt x="481" y="218"/>
                </a:lnTo>
                <a:lnTo>
                  <a:pt x="480" y="219"/>
                </a:lnTo>
                <a:lnTo>
                  <a:pt x="479" y="220"/>
                </a:lnTo>
                <a:lnTo>
                  <a:pt x="478" y="220"/>
                </a:lnTo>
                <a:lnTo>
                  <a:pt x="477" y="220"/>
                </a:lnTo>
                <a:lnTo>
                  <a:pt x="476" y="220"/>
                </a:lnTo>
                <a:lnTo>
                  <a:pt x="477" y="221"/>
                </a:lnTo>
                <a:lnTo>
                  <a:pt x="478" y="221"/>
                </a:lnTo>
                <a:lnTo>
                  <a:pt x="479" y="222"/>
                </a:lnTo>
                <a:lnTo>
                  <a:pt x="479" y="223"/>
                </a:lnTo>
                <a:lnTo>
                  <a:pt x="478" y="223"/>
                </a:lnTo>
                <a:lnTo>
                  <a:pt x="479" y="224"/>
                </a:lnTo>
                <a:lnTo>
                  <a:pt x="480" y="224"/>
                </a:lnTo>
                <a:lnTo>
                  <a:pt x="481" y="224"/>
                </a:lnTo>
                <a:lnTo>
                  <a:pt x="482" y="224"/>
                </a:lnTo>
                <a:lnTo>
                  <a:pt x="482" y="225"/>
                </a:lnTo>
                <a:lnTo>
                  <a:pt x="483" y="226"/>
                </a:lnTo>
                <a:lnTo>
                  <a:pt x="483" y="225"/>
                </a:lnTo>
                <a:lnTo>
                  <a:pt x="484" y="226"/>
                </a:lnTo>
                <a:lnTo>
                  <a:pt x="483" y="227"/>
                </a:lnTo>
                <a:lnTo>
                  <a:pt x="484" y="227"/>
                </a:lnTo>
                <a:lnTo>
                  <a:pt x="485" y="227"/>
                </a:lnTo>
                <a:lnTo>
                  <a:pt x="489" y="227"/>
                </a:lnTo>
                <a:lnTo>
                  <a:pt x="490" y="227"/>
                </a:lnTo>
                <a:lnTo>
                  <a:pt x="490" y="228"/>
                </a:lnTo>
                <a:lnTo>
                  <a:pt x="490" y="229"/>
                </a:lnTo>
                <a:lnTo>
                  <a:pt x="489" y="229"/>
                </a:lnTo>
                <a:lnTo>
                  <a:pt x="489" y="230"/>
                </a:lnTo>
                <a:lnTo>
                  <a:pt x="489" y="231"/>
                </a:lnTo>
                <a:lnTo>
                  <a:pt x="488" y="232"/>
                </a:lnTo>
                <a:lnTo>
                  <a:pt x="486" y="234"/>
                </a:lnTo>
                <a:lnTo>
                  <a:pt x="486" y="233"/>
                </a:lnTo>
                <a:lnTo>
                  <a:pt x="486" y="234"/>
                </a:lnTo>
                <a:lnTo>
                  <a:pt x="487" y="234"/>
                </a:lnTo>
                <a:lnTo>
                  <a:pt x="488" y="234"/>
                </a:lnTo>
                <a:lnTo>
                  <a:pt x="490" y="232"/>
                </a:lnTo>
                <a:lnTo>
                  <a:pt x="490" y="233"/>
                </a:lnTo>
                <a:lnTo>
                  <a:pt x="491" y="232"/>
                </a:lnTo>
                <a:lnTo>
                  <a:pt x="491" y="233"/>
                </a:lnTo>
                <a:lnTo>
                  <a:pt x="491" y="234"/>
                </a:lnTo>
                <a:lnTo>
                  <a:pt x="490" y="234"/>
                </a:lnTo>
                <a:lnTo>
                  <a:pt x="491" y="234"/>
                </a:lnTo>
                <a:lnTo>
                  <a:pt x="491" y="235"/>
                </a:lnTo>
                <a:lnTo>
                  <a:pt x="490" y="236"/>
                </a:lnTo>
                <a:lnTo>
                  <a:pt x="491" y="236"/>
                </a:lnTo>
                <a:lnTo>
                  <a:pt x="492" y="235"/>
                </a:lnTo>
                <a:lnTo>
                  <a:pt x="492" y="234"/>
                </a:lnTo>
                <a:lnTo>
                  <a:pt x="493" y="234"/>
                </a:lnTo>
                <a:lnTo>
                  <a:pt x="493" y="235"/>
                </a:lnTo>
                <a:lnTo>
                  <a:pt x="494" y="235"/>
                </a:lnTo>
                <a:lnTo>
                  <a:pt x="494" y="234"/>
                </a:lnTo>
                <a:lnTo>
                  <a:pt x="493" y="234"/>
                </a:lnTo>
                <a:lnTo>
                  <a:pt x="493" y="233"/>
                </a:lnTo>
                <a:lnTo>
                  <a:pt x="494" y="233"/>
                </a:lnTo>
                <a:lnTo>
                  <a:pt x="494" y="232"/>
                </a:lnTo>
                <a:lnTo>
                  <a:pt x="495" y="232"/>
                </a:lnTo>
                <a:lnTo>
                  <a:pt x="496" y="232"/>
                </a:lnTo>
                <a:lnTo>
                  <a:pt x="496" y="233"/>
                </a:lnTo>
                <a:lnTo>
                  <a:pt x="497" y="233"/>
                </a:lnTo>
                <a:lnTo>
                  <a:pt x="496" y="234"/>
                </a:lnTo>
                <a:lnTo>
                  <a:pt x="496" y="235"/>
                </a:lnTo>
                <a:lnTo>
                  <a:pt x="496" y="236"/>
                </a:lnTo>
                <a:lnTo>
                  <a:pt x="495" y="236"/>
                </a:lnTo>
                <a:lnTo>
                  <a:pt x="495" y="237"/>
                </a:lnTo>
                <a:lnTo>
                  <a:pt x="494" y="237"/>
                </a:lnTo>
                <a:lnTo>
                  <a:pt x="493" y="237"/>
                </a:lnTo>
                <a:lnTo>
                  <a:pt x="492" y="237"/>
                </a:lnTo>
                <a:lnTo>
                  <a:pt x="489" y="239"/>
                </a:lnTo>
                <a:lnTo>
                  <a:pt x="488" y="240"/>
                </a:lnTo>
                <a:lnTo>
                  <a:pt x="487" y="241"/>
                </a:lnTo>
                <a:lnTo>
                  <a:pt x="487" y="242"/>
                </a:lnTo>
                <a:lnTo>
                  <a:pt x="486" y="242"/>
                </a:lnTo>
                <a:lnTo>
                  <a:pt x="486" y="243"/>
                </a:lnTo>
                <a:lnTo>
                  <a:pt x="486" y="244"/>
                </a:lnTo>
                <a:lnTo>
                  <a:pt x="485" y="244"/>
                </a:lnTo>
                <a:lnTo>
                  <a:pt x="485" y="245"/>
                </a:lnTo>
                <a:lnTo>
                  <a:pt x="484" y="245"/>
                </a:lnTo>
                <a:lnTo>
                  <a:pt x="484" y="244"/>
                </a:lnTo>
                <a:lnTo>
                  <a:pt x="484" y="243"/>
                </a:lnTo>
                <a:lnTo>
                  <a:pt x="485" y="243"/>
                </a:lnTo>
                <a:lnTo>
                  <a:pt x="485" y="242"/>
                </a:lnTo>
                <a:lnTo>
                  <a:pt x="486" y="242"/>
                </a:lnTo>
                <a:lnTo>
                  <a:pt x="486" y="241"/>
                </a:lnTo>
                <a:lnTo>
                  <a:pt x="487" y="240"/>
                </a:lnTo>
                <a:lnTo>
                  <a:pt x="488" y="240"/>
                </a:lnTo>
                <a:lnTo>
                  <a:pt x="488" y="239"/>
                </a:lnTo>
                <a:lnTo>
                  <a:pt x="487" y="239"/>
                </a:lnTo>
                <a:lnTo>
                  <a:pt x="486" y="239"/>
                </a:lnTo>
                <a:lnTo>
                  <a:pt x="485" y="239"/>
                </a:lnTo>
                <a:lnTo>
                  <a:pt x="484" y="240"/>
                </a:lnTo>
                <a:lnTo>
                  <a:pt x="484" y="241"/>
                </a:lnTo>
                <a:lnTo>
                  <a:pt x="483" y="241"/>
                </a:lnTo>
                <a:lnTo>
                  <a:pt x="483" y="242"/>
                </a:lnTo>
                <a:lnTo>
                  <a:pt x="482" y="243"/>
                </a:lnTo>
                <a:lnTo>
                  <a:pt x="481" y="243"/>
                </a:lnTo>
                <a:lnTo>
                  <a:pt x="481" y="242"/>
                </a:lnTo>
                <a:lnTo>
                  <a:pt x="480" y="242"/>
                </a:lnTo>
                <a:lnTo>
                  <a:pt x="481" y="243"/>
                </a:lnTo>
                <a:lnTo>
                  <a:pt x="480" y="243"/>
                </a:lnTo>
                <a:lnTo>
                  <a:pt x="479" y="243"/>
                </a:lnTo>
                <a:lnTo>
                  <a:pt x="478" y="243"/>
                </a:lnTo>
                <a:lnTo>
                  <a:pt x="477" y="244"/>
                </a:lnTo>
                <a:lnTo>
                  <a:pt x="476" y="245"/>
                </a:lnTo>
                <a:lnTo>
                  <a:pt x="475" y="245"/>
                </a:lnTo>
                <a:lnTo>
                  <a:pt x="474" y="246"/>
                </a:lnTo>
                <a:lnTo>
                  <a:pt x="474" y="247"/>
                </a:lnTo>
                <a:lnTo>
                  <a:pt x="473" y="248"/>
                </a:lnTo>
                <a:lnTo>
                  <a:pt x="473" y="249"/>
                </a:lnTo>
                <a:lnTo>
                  <a:pt x="472" y="250"/>
                </a:lnTo>
                <a:lnTo>
                  <a:pt x="472" y="251"/>
                </a:lnTo>
                <a:lnTo>
                  <a:pt x="471" y="251"/>
                </a:lnTo>
                <a:lnTo>
                  <a:pt x="471" y="252"/>
                </a:lnTo>
                <a:lnTo>
                  <a:pt x="471" y="253"/>
                </a:lnTo>
                <a:lnTo>
                  <a:pt x="471" y="254"/>
                </a:lnTo>
                <a:lnTo>
                  <a:pt x="472" y="254"/>
                </a:lnTo>
                <a:lnTo>
                  <a:pt x="472" y="255"/>
                </a:lnTo>
                <a:lnTo>
                  <a:pt x="472" y="256"/>
                </a:lnTo>
                <a:lnTo>
                  <a:pt x="472" y="257"/>
                </a:lnTo>
                <a:lnTo>
                  <a:pt x="472" y="258"/>
                </a:lnTo>
                <a:lnTo>
                  <a:pt x="471" y="259"/>
                </a:lnTo>
                <a:lnTo>
                  <a:pt x="470" y="259"/>
                </a:lnTo>
                <a:lnTo>
                  <a:pt x="470" y="260"/>
                </a:lnTo>
                <a:lnTo>
                  <a:pt x="471" y="261"/>
                </a:lnTo>
                <a:lnTo>
                  <a:pt x="470" y="261"/>
                </a:lnTo>
                <a:lnTo>
                  <a:pt x="470" y="262"/>
                </a:lnTo>
                <a:lnTo>
                  <a:pt x="469" y="262"/>
                </a:lnTo>
                <a:lnTo>
                  <a:pt x="468" y="262"/>
                </a:lnTo>
                <a:lnTo>
                  <a:pt x="467" y="262"/>
                </a:lnTo>
                <a:lnTo>
                  <a:pt x="467" y="261"/>
                </a:lnTo>
                <a:lnTo>
                  <a:pt x="467" y="260"/>
                </a:lnTo>
                <a:lnTo>
                  <a:pt x="466" y="260"/>
                </a:lnTo>
                <a:lnTo>
                  <a:pt x="465" y="260"/>
                </a:lnTo>
                <a:lnTo>
                  <a:pt x="466" y="260"/>
                </a:lnTo>
                <a:lnTo>
                  <a:pt x="466" y="259"/>
                </a:lnTo>
                <a:lnTo>
                  <a:pt x="465" y="258"/>
                </a:lnTo>
                <a:lnTo>
                  <a:pt x="464" y="258"/>
                </a:lnTo>
                <a:lnTo>
                  <a:pt x="463" y="257"/>
                </a:lnTo>
                <a:lnTo>
                  <a:pt x="462" y="257"/>
                </a:lnTo>
                <a:lnTo>
                  <a:pt x="462" y="258"/>
                </a:lnTo>
                <a:lnTo>
                  <a:pt x="461" y="258"/>
                </a:lnTo>
                <a:lnTo>
                  <a:pt x="461" y="259"/>
                </a:lnTo>
                <a:lnTo>
                  <a:pt x="460" y="259"/>
                </a:lnTo>
                <a:lnTo>
                  <a:pt x="460" y="260"/>
                </a:lnTo>
                <a:lnTo>
                  <a:pt x="461" y="261"/>
                </a:lnTo>
                <a:lnTo>
                  <a:pt x="462" y="262"/>
                </a:lnTo>
                <a:lnTo>
                  <a:pt x="464" y="262"/>
                </a:lnTo>
                <a:lnTo>
                  <a:pt x="464" y="263"/>
                </a:lnTo>
                <a:lnTo>
                  <a:pt x="463" y="264"/>
                </a:lnTo>
                <a:lnTo>
                  <a:pt x="462" y="264"/>
                </a:lnTo>
                <a:lnTo>
                  <a:pt x="461" y="264"/>
                </a:lnTo>
                <a:lnTo>
                  <a:pt x="461" y="265"/>
                </a:lnTo>
                <a:lnTo>
                  <a:pt x="461" y="266"/>
                </a:lnTo>
                <a:lnTo>
                  <a:pt x="460" y="266"/>
                </a:lnTo>
                <a:lnTo>
                  <a:pt x="460" y="267"/>
                </a:lnTo>
                <a:lnTo>
                  <a:pt x="460" y="268"/>
                </a:lnTo>
                <a:lnTo>
                  <a:pt x="460" y="269"/>
                </a:lnTo>
                <a:lnTo>
                  <a:pt x="461" y="269"/>
                </a:lnTo>
                <a:lnTo>
                  <a:pt x="462" y="269"/>
                </a:lnTo>
                <a:lnTo>
                  <a:pt x="462" y="270"/>
                </a:lnTo>
                <a:lnTo>
                  <a:pt x="461" y="271"/>
                </a:lnTo>
                <a:lnTo>
                  <a:pt x="460" y="271"/>
                </a:lnTo>
                <a:lnTo>
                  <a:pt x="459" y="271"/>
                </a:lnTo>
                <a:lnTo>
                  <a:pt x="458" y="272"/>
                </a:lnTo>
                <a:lnTo>
                  <a:pt x="457" y="273"/>
                </a:lnTo>
                <a:lnTo>
                  <a:pt x="457" y="274"/>
                </a:lnTo>
                <a:lnTo>
                  <a:pt x="456" y="273"/>
                </a:lnTo>
                <a:lnTo>
                  <a:pt x="456" y="272"/>
                </a:lnTo>
                <a:lnTo>
                  <a:pt x="455" y="272"/>
                </a:lnTo>
                <a:lnTo>
                  <a:pt x="456" y="272"/>
                </a:lnTo>
                <a:lnTo>
                  <a:pt x="456" y="271"/>
                </a:lnTo>
                <a:lnTo>
                  <a:pt x="455" y="271"/>
                </a:lnTo>
                <a:lnTo>
                  <a:pt x="454" y="272"/>
                </a:lnTo>
                <a:lnTo>
                  <a:pt x="453" y="272"/>
                </a:lnTo>
                <a:lnTo>
                  <a:pt x="453" y="271"/>
                </a:lnTo>
                <a:lnTo>
                  <a:pt x="453" y="270"/>
                </a:lnTo>
                <a:lnTo>
                  <a:pt x="454" y="270"/>
                </a:lnTo>
                <a:lnTo>
                  <a:pt x="453" y="270"/>
                </a:lnTo>
                <a:lnTo>
                  <a:pt x="452" y="269"/>
                </a:lnTo>
                <a:lnTo>
                  <a:pt x="452" y="270"/>
                </a:lnTo>
                <a:lnTo>
                  <a:pt x="451" y="270"/>
                </a:lnTo>
                <a:lnTo>
                  <a:pt x="451" y="271"/>
                </a:lnTo>
                <a:lnTo>
                  <a:pt x="450" y="271"/>
                </a:lnTo>
                <a:lnTo>
                  <a:pt x="450" y="272"/>
                </a:lnTo>
                <a:lnTo>
                  <a:pt x="449" y="272"/>
                </a:lnTo>
                <a:lnTo>
                  <a:pt x="449" y="273"/>
                </a:lnTo>
                <a:lnTo>
                  <a:pt x="451" y="273"/>
                </a:lnTo>
                <a:lnTo>
                  <a:pt x="451" y="274"/>
                </a:lnTo>
                <a:lnTo>
                  <a:pt x="449" y="275"/>
                </a:lnTo>
                <a:lnTo>
                  <a:pt x="450" y="275"/>
                </a:lnTo>
                <a:lnTo>
                  <a:pt x="449" y="275"/>
                </a:lnTo>
                <a:lnTo>
                  <a:pt x="450" y="276"/>
                </a:lnTo>
                <a:lnTo>
                  <a:pt x="449" y="277"/>
                </a:lnTo>
                <a:lnTo>
                  <a:pt x="449" y="276"/>
                </a:lnTo>
                <a:lnTo>
                  <a:pt x="448" y="277"/>
                </a:lnTo>
                <a:lnTo>
                  <a:pt x="448" y="276"/>
                </a:lnTo>
                <a:lnTo>
                  <a:pt x="447" y="276"/>
                </a:lnTo>
                <a:lnTo>
                  <a:pt x="446" y="276"/>
                </a:lnTo>
                <a:lnTo>
                  <a:pt x="446" y="273"/>
                </a:lnTo>
                <a:lnTo>
                  <a:pt x="445" y="271"/>
                </a:lnTo>
                <a:lnTo>
                  <a:pt x="445" y="270"/>
                </a:lnTo>
                <a:lnTo>
                  <a:pt x="445" y="272"/>
                </a:lnTo>
                <a:lnTo>
                  <a:pt x="444" y="272"/>
                </a:lnTo>
                <a:lnTo>
                  <a:pt x="443" y="272"/>
                </a:lnTo>
                <a:lnTo>
                  <a:pt x="443" y="273"/>
                </a:lnTo>
                <a:lnTo>
                  <a:pt x="442" y="273"/>
                </a:lnTo>
                <a:lnTo>
                  <a:pt x="441" y="274"/>
                </a:lnTo>
                <a:lnTo>
                  <a:pt x="440" y="274"/>
                </a:lnTo>
                <a:lnTo>
                  <a:pt x="440" y="275"/>
                </a:lnTo>
                <a:lnTo>
                  <a:pt x="439" y="276"/>
                </a:lnTo>
                <a:lnTo>
                  <a:pt x="438" y="276"/>
                </a:lnTo>
                <a:lnTo>
                  <a:pt x="438" y="275"/>
                </a:lnTo>
                <a:lnTo>
                  <a:pt x="437" y="274"/>
                </a:lnTo>
                <a:lnTo>
                  <a:pt x="436" y="273"/>
                </a:lnTo>
                <a:lnTo>
                  <a:pt x="436" y="274"/>
                </a:lnTo>
                <a:lnTo>
                  <a:pt x="437" y="274"/>
                </a:lnTo>
                <a:lnTo>
                  <a:pt x="437" y="275"/>
                </a:lnTo>
                <a:lnTo>
                  <a:pt x="438" y="276"/>
                </a:lnTo>
                <a:lnTo>
                  <a:pt x="437" y="275"/>
                </a:lnTo>
                <a:lnTo>
                  <a:pt x="436" y="275"/>
                </a:lnTo>
                <a:lnTo>
                  <a:pt x="436" y="276"/>
                </a:lnTo>
                <a:lnTo>
                  <a:pt x="437" y="276"/>
                </a:lnTo>
                <a:lnTo>
                  <a:pt x="438" y="276"/>
                </a:lnTo>
                <a:lnTo>
                  <a:pt x="438" y="277"/>
                </a:lnTo>
                <a:lnTo>
                  <a:pt x="438" y="278"/>
                </a:lnTo>
                <a:lnTo>
                  <a:pt x="437" y="278"/>
                </a:lnTo>
                <a:lnTo>
                  <a:pt x="436" y="278"/>
                </a:lnTo>
                <a:lnTo>
                  <a:pt x="435" y="278"/>
                </a:lnTo>
                <a:lnTo>
                  <a:pt x="436" y="278"/>
                </a:lnTo>
                <a:lnTo>
                  <a:pt x="435" y="278"/>
                </a:lnTo>
                <a:lnTo>
                  <a:pt x="435" y="279"/>
                </a:lnTo>
                <a:lnTo>
                  <a:pt x="437" y="279"/>
                </a:lnTo>
                <a:lnTo>
                  <a:pt x="436" y="279"/>
                </a:lnTo>
                <a:lnTo>
                  <a:pt x="435" y="281"/>
                </a:lnTo>
                <a:lnTo>
                  <a:pt x="435" y="282"/>
                </a:lnTo>
                <a:lnTo>
                  <a:pt x="435" y="283"/>
                </a:lnTo>
                <a:lnTo>
                  <a:pt x="435" y="284"/>
                </a:lnTo>
                <a:lnTo>
                  <a:pt x="434" y="284"/>
                </a:lnTo>
                <a:lnTo>
                  <a:pt x="433" y="286"/>
                </a:lnTo>
                <a:lnTo>
                  <a:pt x="433" y="287"/>
                </a:lnTo>
                <a:lnTo>
                  <a:pt x="433" y="288"/>
                </a:lnTo>
                <a:lnTo>
                  <a:pt x="433" y="289"/>
                </a:lnTo>
                <a:lnTo>
                  <a:pt x="432" y="289"/>
                </a:lnTo>
                <a:lnTo>
                  <a:pt x="431" y="289"/>
                </a:lnTo>
                <a:lnTo>
                  <a:pt x="431" y="290"/>
                </a:lnTo>
                <a:lnTo>
                  <a:pt x="431" y="291"/>
                </a:lnTo>
                <a:lnTo>
                  <a:pt x="430" y="291"/>
                </a:lnTo>
                <a:lnTo>
                  <a:pt x="430" y="292"/>
                </a:lnTo>
                <a:lnTo>
                  <a:pt x="430" y="293"/>
                </a:lnTo>
                <a:lnTo>
                  <a:pt x="429" y="293"/>
                </a:lnTo>
                <a:lnTo>
                  <a:pt x="429" y="294"/>
                </a:lnTo>
                <a:lnTo>
                  <a:pt x="429" y="295"/>
                </a:lnTo>
                <a:lnTo>
                  <a:pt x="429" y="294"/>
                </a:lnTo>
                <a:lnTo>
                  <a:pt x="428" y="295"/>
                </a:lnTo>
                <a:lnTo>
                  <a:pt x="429" y="295"/>
                </a:lnTo>
                <a:lnTo>
                  <a:pt x="429" y="296"/>
                </a:lnTo>
                <a:lnTo>
                  <a:pt x="429" y="297"/>
                </a:lnTo>
                <a:lnTo>
                  <a:pt x="429" y="298"/>
                </a:lnTo>
                <a:lnTo>
                  <a:pt x="428" y="299"/>
                </a:lnTo>
                <a:lnTo>
                  <a:pt x="428" y="300"/>
                </a:lnTo>
                <a:lnTo>
                  <a:pt x="428" y="299"/>
                </a:lnTo>
                <a:lnTo>
                  <a:pt x="428" y="298"/>
                </a:lnTo>
                <a:lnTo>
                  <a:pt x="427" y="297"/>
                </a:lnTo>
                <a:lnTo>
                  <a:pt x="427" y="298"/>
                </a:lnTo>
                <a:lnTo>
                  <a:pt x="427" y="302"/>
                </a:lnTo>
                <a:lnTo>
                  <a:pt x="426" y="302"/>
                </a:lnTo>
                <a:lnTo>
                  <a:pt x="426" y="305"/>
                </a:lnTo>
                <a:lnTo>
                  <a:pt x="425" y="305"/>
                </a:lnTo>
                <a:lnTo>
                  <a:pt x="425" y="302"/>
                </a:lnTo>
                <a:lnTo>
                  <a:pt x="423" y="302"/>
                </a:lnTo>
                <a:lnTo>
                  <a:pt x="421" y="302"/>
                </a:lnTo>
                <a:lnTo>
                  <a:pt x="422" y="303"/>
                </a:lnTo>
                <a:lnTo>
                  <a:pt x="421" y="304"/>
                </a:lnTo>
                <a:lnTo>
                  <a:pt x="420" y="303"/>
                </a:lnTo>
                <a:lnTo>
                  <a:pt x="419" y="305"/>
                </a:lnTo>
                <a:lnTo>
                  <a:pt x="419" y="304"/>
                </a:lnTo>
                <a:lnTo>
                  <a:pt x="418" y="305"/>
                </a:lnTo>
                <a:lnTo>
                  <a:pt x="418" y="306"/>
                </a:lnTo>
                <a:lnTo>
                  <a:pt x="418" y="307"/>
                </a:lnTo>
                <a:lnTo>
                  <a:pt x="417" y="307"/>
                </a:lnTo>
                <a:lnTo>
                  <a:pt x="416" y="308"/>
                </a:lnTo>
                <a:lnTo>
                  <a:pt x="415" y="308"/>
                </a:lnTo>
                <a:lnTo>
                  <a:pt x="415" y="309"/>
                </a:lnTo>
                <a:lnTo>
                  <a:pt x="415" y="311"/>
                </a:lnTo>
                <a:lnTo>
                  <a:pt x="415" y="312"/>
                </a:lnTo>
                <a:lnTo>
                  <a:pt x="415" y="313"/>
                </a:lnTo>
                <a:lnTo>
                  <a:pt x="414" y="313"/>
                </a:lnTo>
                <a:lnTo>
                  <a:pt x="414" y="315"/>
                </a:lnTo>
                <a:lnTo>
                  <a:pt x="414" y="316"/>
                </a:lnTo>
                <a:lnTo>
                  <a:pt x="413" y="317"/>
                </a:lnTo>
                <a:lnTo>
                  <a:pt x="413" y="318"/>
                </a:lnTo>
                <a:lnTo>
                  <a:pt x="413" y="319"/>
                </a:lnTo>
                <a:lnTo>
                  <a:pt x="413" y="320"/>
                </a:lnTo>
                <a:lnTo>
                  <a:pt x="413" y="322"/>
                </a:lnTo>
                <a:lnTo>
                  <a:pt x="413" y="323"/>
                </a:lnTo>
                <a:lnTo>
                  <a:pt x="414" y="323"/>
                </a:lnTo>
                <a:lnTo>
                  <a:pt x="413" y="325"/>
                </a:lnTo>
                <a:lnTo>
                  <a:pt x="412" y="325"/>
                </a:lnTo>
                <a:lnTo>
                  <a:pt x="413" y="325"/>
                </a:lnTo>
                <a:lnTo>
                  <a:pt x="413" y="326"/>
                </a:lnTo>
                <a:lnTo>
                  <a:pt x="414" y="326"/>
                </a:lnTo>
                <a:lnTo>
                  <a:pt x="413" y="326"/>
                </a:lnTo>
                <a:lnTo>
                  <a:pt x="413" y="327"/>
                </a:lnTo>
                <a:lnTo>
                  <a:pt x="412" y="327"/>
                </a:lnTo>
                <a:lnTo>
                  <a:pt x="412" y="326"/>
                </a:lnTo>
                <a:lnTo>
                  <a:pt x="411" y="327"/>
                </a:lnTo>
                <a:lnTo>
                  <a:pt x="411" y="328"/>
                </a:lnTo>
                <a:lnTo>
                  <a:pt x="410" y="328"/>
                </a:lnTo>
                <a:lnTo>
                  <a:pt x="410" y="327"/>
                </a:lnTo>
                <a:lnTo>
                  <a:pt x="411" y="327"/>
                </a:lnTo>
                <a:lnTo>
                  <a:pt x="411" y="326"/>
                </a:lnTo>
                <a:lnTo>
                  <a:pt x="410" y="326"/>
                </a:lnTo>
                <a:lnTo>
                  <a:pt x="410" y="327"/>
                </a:lnTo>
                <a:lnTo>
                  <a:pt x="409" y="327"/>
                </a:lnTo>
                <a:lnTo>
                  <a:pt x="408" y="327"/>
                </a:lnTo>
                <a:lnTo>
                  <a:pt x="407" y="327"/>
                </a:lnTo>
                <a:lnTo>
                  <a:pt x="406" y="328"/>
                </a:lnTo>
                <a:lnTo>
                  <a:pt x="406" y="327"/>
                </a:lnTo>
                <a:lnTo>
                  <a:pt x="405" y="327"/>
                </a:lnTo>
                <a:lnTo>
                  <a:pt x="405" y="326"/>
                </a:lnTo>
                <a:lnTo>
                  <a:pt x="404" y="325"/>
                </a:lnTo>
                <a:lnTo>
                  <a:pt x="404" y="324"/>
                </a:lnTo>
                <a:lnTo>
                  <a:pt x="403" y="324"/>
                </a:lnTo>
                <a:lnTo>
                  <a:pt x="402" y="324"/>
                </a:lnTo>
                <a:lnTo>
                  <a:pt x="401" y="324"/>
                </a:lnTo>
                <a:lnTo>
                  <a:pt x="401" y="323"/>
                </a:lnTo>
                <a:lnTo>
                  <a:pt x="400" y="323"/>
                </a:lnTo>
                <a:lnTo>
                  <a:pt x="399" y="324"/>
                </a:lnTo>
                <a:lnTo>
                  <a:pt x="399" y="325"/>
                </a:lnTo>
                <a:lnTo>
                  <a:pt x="398" y="325"/>
                </a:lnTo>
                <a:lnTo>
                  <a:pt x="397" y="325"/>
                </a:lnTo>
                <a:lnTo>
                  <a:pt x="396" y="325"/>
                </a:lnTo>
                <a:lnTo>
                  <a:pt x="395" y="325"/>
                </a:lnTo>
                <a:lnTo>
                  <a:pt x="394" y="325"/>
                </a:lnTo>
                <a:lnTo>
                  <a:pt x="393" y="325"/>
                </a:lnTo>
                <a:lnTo>
                  <a:pt x="393" y="326"/>
                </a:lnTo>
                <a:lnTo>
                  <a:pt x="392" y="326"/>
                </a:lnTo>
                <a:lnTo>
                  <a:pt x="391" y="326"/>
                </a:lnTo>
                <a:lnTo>
                  <a:pt x="390" y="326"/>
                </a:lnTo>
                <a:lnTo>
                  <a:pt x="390" y="327"/>
                </a:lnTo>
                <a:lnTo>
                  <a:pt x="391" y="327"/>
                </a:lnTo>
                <a:lnTo>
                  <a:pt x="390" y="327"/>
                </a:lnTo>
                <a:lnTo>
                  <a:pt x="390" y="329"/>
                </a:lnTo>
                <a:lnTo>
                  <a:pt x="389" y="329"/>
                </a:lnTo>
                <a:lnTo>
                  <a:pt x="389" y="330"/>
                </a:lnTo>
                <a:lnTo>
                  <a:pt x="390" y="330"/>
                </a:lnTo>
                <a:lnTo>
                  <a:pt x="389" y="330"/>
                </a:lnTo>
                <a:lnTo>
                  <a:pt x="389" y="331"/>
                </a:lnTo>
                <a:lnTo>
                  <a:pt x="388" y="331"/>
                </a:lnTo>
                <a:lnTo>
                  <a:pt x="387" y="331"/>
                </a:lnTo>
                <a:lnTo>
                  <a:pt x="387" y="330"/>
                </a:lnTo>
                <a:lnTo>
                  <a:pt x="385" y="330"/>
                </a:lnTo>
                <a:lnTo>
                  <a:pt x="384" y="331"/>
                </a:lnTo>
                <a:lnTo>
                  <a:pt x="383" y="331"/>
                </a:lnTo>
                <a:lnTo>
                  <a:pt x="382" y="331"/>
                </a:lnTo>
                <a:lnTo>
                  <a:pt x="381" y="331"/>
                </a:lnTo>
                <a:lnTo>
                  <a:pt x="381" y="330"/>
                </a:lnTo>
                <a:lnTo>
                  <a:pt x="379" y="330"/>
                </a:lnTo>
                <a:lnTo>
                  <a:pt x="379" y="331"/>
                </a:lnTo>
                <a:lnTo>
                  <a:pt x="377" y="331"/>
                </a:lnTo>
                <a:lnTo>
                  <a:pt x="376" y="331"/>
                </a:lnTo>
                <a:lnTo>
                  <a:pt x="375" y="331"/>
                </a:lnTo>
                <a:lnTo>
                  <a:pt x="374" y="331"/>
                </a:lnTo>
                <a:lnTo>
                  <a:pt x="373" y="331"/>
                </a:lnTo>
                <a:lnTo>
                  <a:pt x="372" y="331"/>
                </a:lnTo>
                <a:lnTo>
                  <a:pt x="371" y="331"/>
                </a:lnTo>
                <a:lnTo>
                  <a:pt x="370" y="331"/>
                </a:lnTo>
                <a:lnTo>
                  <a:pt x="368" y="332"/>
                </a:lnTo>
                <a:lnTo>
                  <a:pt x="368" y="333"/>
                </a:lnTo>
                <a:lnTo>
                  <a:pt x="367" y="332"/>
                </a:lnTo>
                <a:lnTo>
                  <a:pt x="366" y="333"/>
                </a:lnTo>
                <a:lnTo>
                  <a:pt x="365" y="333"/>
                </a:lnTo>
                <a:lnTo>
                  <a:pt x="366" y="334"/>
                </a:lnTo>
                <a:lnTo>
                  <a:pt x="366" y="335"/>
                </a:lnTo>
                <a:lnTo>
                  <a:pt x="366" y="336"/>
                </a:lnTo>
                <a:lnTo>
                  <a:pt x="366" y="337"/>
                </a:lnTo>
                <a:lnTo>
                  <a:pt x="365" y="339"/>
                </a:lnTo>
                <a:lnTo>
                  <a:pt x="365" y="340"/>
                </a:lnTo>
                <a:lnTo>
                  <a:pt x="366" y="341"/>
                </a:lnTo>
                <a:lnTo>
                  <a:pt x="366" y="342"/>
                </a:lnTo>
                <a:lnTo>
                  <a:pt x="365" y="342"/>
                </a:lnTo>
                <a:lnTo>
                  <a:pt x="366" y="343"/>
                </a:lnTo>
                <a:lnTo>
                  <a:pt x="366" y="344"/>
                </a:lnTo>
                <a:lnTo>
                  <a:pt x="365" y="344"/>
                </a:lnTo>
                <a:lnTo>
                  <a:pt x="365" y="343"/>
                </a:lnTo>
                <a:lnTo>
                  <a:pt x="364" y="343"/>
                </a:lnTo>
                <a:lnTo>
                  <a:pt x="364" y="344"/>
                </a:lnTo>
                <a:lnTo>
                  <a:pt x="363" y="345"/>
                </a:lnTo>
                <a:lnTo>
                  <a:pt x="362" y="345"/>
                </a:lnTo>
                <a:lnTo>
                  <a:pt x="362" y="346"/>
                </a:lnTo>
                <a:lnTo>
                  <a:pt x="362" y="347"/>
                </a:lnTo>
                <a:lnTo>
                  <a:pt x="361" y="347"/>
                </a:lnTo>
                <a:lnTo>
                  <a:pt x="361" y="348"/>
                </a:lnTo>
                <a:lnTo>
                  <a:pt x="360" y="349"/>
                </a:lnTo>
                <a:lnTo>
                  <a:pt x="361" y="350"/>
                </a:lnTo>
                <a:lnTo>
                  <a:pt x="361" y="351"/>
                </a:lnTo>
                <a:lnTo>
                  <a:pt x="361" y="352"/>
                </a:lnTo>
                <a:lnTo>
                  <a:pt x="360" y="352"/>
                </a:lnTo>
                <a:lnTo>
                  <a:pt x="359" y="352"/>
                </a:lnTo>
                <a:lnTo>
                  <a:pt x="359" y="351"/>
                </a:lnTo>
                <a:lnTo>
                  <a:pt x="358" y="351"/>
                </a:lnTo>
                <a:lnTo>
                  <a:pt x="359" y="351"/>
                </a:lnTo>
                <a:lnTo>
                  <a:pt x="359" y="352"/>
                </a:lnTo>
                <a:lnTo>
                  <a:pt x="358" y="352"/>
                </a:lnTo>
                <a:lnTo>
                  <a:pt x="357" y="351"/>
                </a:lnTo>
                <a:lnTo>
                  <a:pt x="357" y="352"/>
                </a:lnTo>
                <a:lnTo>
                  <a:pt x="357" y="353"/>
                </a:lnTo>
                <a:lnTo>
                  <a:pt x="359" y="353"/>
                </a:lnTo>
                <a:lnTo>
                  <a:pt x="358" y="354"/>
                </a:lnTo>
                <a:lnTo>
                  <a:pt x="358" y="356"/>
                </a:lnTo>
                <a:lnTo>
                  <a:pt x="358" y="357"/>
                </a:lnTo>
                <a:lnTo>
                  <a:pt x="357" y="357"/>
                </a:lnTo>
                <a:lnTo>
                  <a:pt x="356" y="357"/>
                </a:lnTo>
                <a:lnTo>
                  <a:pt x="355" y="357"/>
                </a:lnTo>
                <a:lnTo>
                  <a:pt x="354" y="357"/>
                </a:lnTo>
                <a:lnTo>
                  <a:pt x="354" y="358"/>
                </a:lnTo>
                <a:lnTo>
                  <a:pt x="355" y="358"/>
                </a:lnTo>
                <a:lnTo>
                  <a:pt x="355" y="359"/>
                </a:lnTo>
                <a:lnTo>
                  <a:pt x="355" y="360"/>
                </a:lnTo>
                <a:lnTo>
                  <a:pt x="354" y="360"/>
                </a:lnTo>
                <a:lnTo>
                  <a:pt x="353" y="360"/>
                </a:lnTo>
                <a:lnTo>
                  <a:pt x="352" y="361"/>
                </a:lnTo>
                <a:lnTo>
                  <a:pt x="352" y="362"/>
                </a:lnTo>
                <a:lnTo>
                  <a:pt x="353" y="362"/>
                </a:lnTo>
                <a:lnTo>
                  <a:pt x="354" y="362"/>
                </a:lnTo>
                <a:lnTo>
                  <a:pt x="354" y="363"/>
                </a:lnTo>
                <a:lnTo>
                  <a:pt x="355" y="363"/>
                </a:lnTo>
                <a:lnTo>
                  <a:pt x="356" y="362"/>
                </a:lnTo>
                <a:lnTo>
                  <a:pt x="357" y="362"/>
                </a:lnTo>
                <a:lnTo>
                  <a:pt x="358" y="363"/>
                </a:lnTo>
                <a:lnTo>
                  <a:pt x="358" y="364"/>
                </a:lnTo>
                <a:lnTo>
                  <a:pt x="358" y="365"/>
                </a:lnTo>
                <a:lnTo>
                  <a:pt x="357" y="366"/>
                </a:lnTo>
                <a:lnTo>
                  <a:pt x="356" y="367"/>
                </a:lnTo>
                <a:lnTo>
                  <a:pt x="355" y="367"/>
                </a:lnTo>
                <a:lnTo>
                  <a:pt x="354" y="367"/>
                </a:lnTo>
                <a:lnTo>
                  <a:pt x="353" y="367"/>
                </a:lnTo>
                <a:lnTo>
                  <a:pt x="352" y="367"/>
                </a:lnTo>
                <a:lnTo>
                  <a:pt x="351" y="368"/>
                </a:lnTo>
                <a:lnTo>
                  <a:pt x="350" y="369"/>
                </a:lnTo>
                <a:lnTo>
                  <a:pt x="349" y="369"/>
                </a:lnTo>
                <a:lnTo>
                  <a:pt x="349" y="368"/>
                </a:lnTo>
                <a:lnTo>
                  <a:pt x="349" y="367"/>
                </a:lnTo>
                <a:lnTo>
                  <a:pt x="346" y="367"/>
                </a:lnTo>
                <a:lnTo>
                  <a:pt x="346" y="368"/>
                </a:lnTo>
                <a:lnTo>
                  <a:pt x="345" y="368"/>
                </a:lnTo>
                <a:lnTo>
                  <a:pt x="344" y="368"/>
                </a:lnTo>
                <a:lnTo>
                  <a:pt x="344" y="367"/>
                </a:lnTo>
                <a:lnTo>
                  <a:pt x="343" y="368"/>
                </a:lnTo>
                <a:lnTo>
                  <a:pt x="342" y="368"/>
                </a:lnTo>
                <a:lnTo>
                  <a:pt x="342" y="366"/>
                </a:lnTo>
                <a:lnTo>
                  <a:pt x="343" y="366"/>
                </a:lnTo>
                <a:lnTo>
                  <a:pt x="343" y="365"/>
                </a:lnTo>
                <a:lnTo>
                  <a:pt x="342" y="365"/>
                </a:lnTo>
                <a:lnTo>
                  <a:pt x="340" y="365"/>
                </a:lnTo>
                <a:lnTo>
                  <a:pt x="338" y="365"/>
                </a:lnTo>
                <a:lnTo>
                  <a:pt x="337" y="365"/>
                </a:lnTo>
                <a:lnTo>
                  <a:pt x="336" y="365"/>
                </a:lnTo>
                <a:lnTo>
                  <a:pt x="335" y="365"/>
                </a:lnTo>
                <a:lnTo>
                  <a:pt x="336" y="365"/>
                </a:lnTo>
                <a:lnTo>
                  <a:pt x="336" y="366"/>
                </a:lnTo>
                <a:lnTo>
                  <a:pt x="335" y="366"/>
                </a:lnTo>
                <a:lnTo>
                  <a:pt x="335" y="367"/>
                </a:lnTo>
                <a:lnTo>
                  <a:pt x="336" y="367"/>
                </a:lnTo>
                <a:lnTo>
                  <a:pt x="336" y="368"/>
                </a:lnTo>
                <a:lnTo>
                  <a:pt x="335" y="368"/>
                </a:lnTo>
                <a:lnTo>
                  <a:pt x="334" y="368"/>
                </a:lnTo>
                <a:lnTo>
                  <a:pt x="333" y="369"/>
                </a:lnTo>
                <a:lnTo>
                  <a:pt x="333" y="370"/>
                </a:lnTo>
                <a:lnTo>
                  <a:pt x="332" y="370"/>
                </a:lnTo>
                <a:lnTo>
                  <a:pt x="331" y="370"/>
                </a:lnTo>
                <a:lnTo>
                  <a:pt x="331" y="369"/>
                </a:lnTo>
                <a:lnTo>
                  <a:pt x="330" y="369"/>
                </a:lnTo>
                <a:lnTo>
                  <a:pt x="330" y="370"/>
                </a:lnTo>
                <a:lnTo>
                  <a:pt x="330" y="371"/>
                </a:lnTo>
                <a:lnTo>
                  <a:pt x="330" y="372"/>
                </a:lnTo>
                <a:lnTo>
                  <a:pt x="331" y="372"/>
                </a:lnTo>
                <a:lnTo>
                  <a:pt x="331" y="373"/>
                </a:lnTo>
                <a:lnTo>
                  <a:pt x="331" y="375"/>
                </a:lnTo>
                <a:lnTo>
                  <a:pt x="330" y="375"/>
                </a:lnTo>
                <a:lnTo>
                  <a:pt x="329" y="375"/>
                </a:lnTo>
                <a:lnTo>
                  <a:pt x="328" y="375"/>
                </a:lnTo>
                <a:lnTo>
                  <a:pt x="327" y="374"/>
                </a:lnTo>
                <a:lnTo>
                  <a:pt x="327" y="375"/>
                </a:lnTo>
                <a:lnTo>
                  <a:pt x="327" y="376"/>
                </a:lnTo>
                <a:lnTo>
                  <a:pt x="326" y="376"/>
                </a:lnTo>
                <a:lnTo>
                  <a:pt x="326" y="377"/>
                </a:lnTo>
                <a:lnTo>
                  <a:pt x="326" y="378"/>
                </a:lnTo>
                <a:lnTo>
                  <a:pt x="326" y="379"/>
                </a:lnTo>
                <a:lnTo>
                  <a:pt x="326" y="380"/>
                </a:lnTo>
                <a:lnTo>
                  <a:pt x="327" y="381"/>
                </a:lnTo>
                <a:lnTo>
                  <a:pt x="328" y="384"/>
                </a:lnTo>
                <a:lnTo>
                  <a:pt x="328" y="385"/>
                </a:lnTo>
                <a:lnTo>
                  <a:pt x="327" y="386"/>
                </a:lnTo>
                <a:lnTo>
                  <a:pt x="327" y="388"/>
                </a:lnTo>
                <a:lnTo>
                  <a:pt x="326" y="389"/>
                </a:lnTo>
                <a:lnTo>
                  <a:pt x="325" y="390"/>
                </a:lnTo>
                <a:lnTo>
                  <a:pt x="325" y="391"/>
                </a:lnTo>
                <a:lnTo>
                  <a:pt x="325" y="392"/>
                </a:lnTo>
                <a:lnTo>
                  <a:pt x="325" y="393"/>
                </a:lnTo>
                <a:lnTo>
                  <a:pt x="325" y="394"/>
                </a:lnTo>
                <a:lnTo>
                  <a:pt x="324" y="394"/>
                </a:lnTo>
                <a:lnTo>
                  <a:pt x="323" y="395"/>
                </a:lnTo>
                <a:lnTo>
                  <a:pt x="322" y="395"/>
                </a:lnTo>
                <a:lnTo>
                  <a:pt x="322" y="396"/>
                </a:lnTo>
                <a:lnTo>
                  <a:pt x="321" y="396"/>
                </a:lnTo>
                <a:lnTo>
                  <a:pt x="320" y="395"/>
                </a:lnTo>
                <a:lnTo>
                  <a:pt x="319" y="395"/>
                </a:lnTo>
                <a:lnTo>
                  <a:pt x="317" y="395"/>
                </a:lnTo>
                <a:lnTo>
                  <a:pt x="315" y="395"/>
                </a:lnTo>
                <a:lnTo>
                  <a:pt x="314" y="395"/>
                </a:lnTo>
                <a:lnTo>
                  <a:pt x="314" y="396"/>
                </a:lnTo>
                <a:lnTo>
                  <a:pt x="312" y="397"/>
                </a:lnTo>
                <a:lnTo>
                  <a:pt x="311" y="397"/>
                </a:lnTo>
                <a:lnTo>
                  <a:pt x="310" y="397"/>
                </a:lnTo>
                <a:lnTo>
                  <a:pt x="309" y="397"/>
                </a:lnTo>
                <a:lnTo>
                  <a:pt x="308" y="397"/>
                </a:lnTo>
                <a:lnTo>
                  <a:pt x="308" y="398"/>
                </a:lnTo>
                <a:lnTo>
                  <a:pt x="307" y="399"/>
                </a:lnTo>
                <a:lnTo>
                  <a:pt x="308" y="399"/>
                </a:lnTo>
                <a:lnTo>
                  <a:pt x="308" y="400"/>
                </a:lnTo>
                <a:lnTo>
                  <a:pt x="307" y="400"/>
                </a:lnTo>
                <a:lnTo>
                  <a:pt x="305" y="399"/>
                </a:lnTo>
                <a:lnTo>
                  <a:pt x="304" y="399"/>
                </a:lnTo>
                <a:lnTo>
                  <a:pt x="303" y="399"/>
                </a:lnTo>
                <a:lnTo>
                  <a:pt x="303" y="398"/>
                </a:lnTo>
                <a:lnTo>
                  <a:pt x="304" y="398"/>
                </a:lnTo>
                <a:lnTo>
                  <a:pt x="304" y="397"/>
                </a:lnTo>
                <a:lnTo>
                  <a:pt x="304" y="396"/>
                </a:lnTo>
                <a:lnTo>
                  <a:pt x="303" y="396"/>
                </a:lnTo>
                <a:lnTo>
                  <a:pt x="304" y="396"/>
                </a:lnTo>
                <a:lnTo>
                  <a:pt x="304" y="395"/>
                </a:lnTo>
                <a:lnTo>
                  <a:pt x="305" y="394"/>
                </a:lnTo>
                <a:lnTo>
                  <a:pt x="304" y="392"/>
                </a:lnTo>
                <a:lnTo>
                  <a:pt x="302" y="391"/>
                </a:lnTo>
                <a:lnTo>
                  <a:pt x="301" y="390"/>
                </a:lnTo>
                <a:lnTo>
                  <a:pt x="301" y="389"/>
                </a:lnTo>
                <a:lnTo>
                  <a:pt x="301" y="390"/>
                </a:lnTo>
                <a:lnTo>
                  <a:pt x="301" y="389"/>
                </a:lnTo>
                <a:lnTo>
                  <a:pt x="300" y="389"/>
                </a:lnTo>
                <a:lnTo>
                  <a:pt x="299" y="389"/>
                </a:lnTo>
                <a:lnTo>
                  <a:pt x="299" y="388"/>
                </a:lnTo>
                <a:lnTo>
                  <a:pt x="300" y="388"/>
                </a:lnTo>
                <a:lnTo>
                  <a:pt x="301" y="387"/>
                </a:lnTo>
                <a:lnTo>
                  <a:pt x="302" y="387"/>
                </a:lnTo>
                <a:lnTo>
                  <a:pt x="303" y="387"/>
                </a:lnTo>
                <a:lnTo>
                  <a:pt x="303" y="386"/>
                </a:lnTo>
                <a:lnTo>
                  <a:pt x="303" y="385"/>
                </a:lnTo>
                <a:lnTo>
                  <a:pt x="303" y="384"/>
                </a:lnTo>
                <a:lnTo>
                  <a:pt x="304" y="383"/>
                </a:lnTo>
                <a:lnTo>
                  <a:pt x="305" y="383"/>
                </a:lnTo>
                <a:lnTo>
                  <a:pt x="303" y="382"/>
                </a:lnTo>
                <a:lnTo>
                  <a:pt x="302" y="382"/>
                </a:lnTo>
                <a:lnTo>
                  <a:pt x="301" y="382"/>
                </a:lnTo>
                <a:lnTo>
                  <a:pt x="300" y="381"/>
                </a:lnTo>
                <a:lnTo>
                  <a:pt x="299" y="381"/>
                </a:lnTo>
                <a:lnTo>
                  <a:pt x="298" y="381"/>
                </a:lnTo>
                <a:lnTo>
                  <a:pt x="297" y="380"/>
                </a:lnTo>
                <a:lnTo>
                  <a:pt x="295" y="380"/>
                </a:lnTo>
                <a:lnTo>
                  <a:pt x="295" y="379"/>
                </a:lnTo>
                <a:lnTo>
                  <a:pt x="296" y="379"/>
                </a:lnTo>
                <a:lnTo>
                  <a:pt x="296" y="378"/>
                </a:lnTo>
                <a:lnTo>
                  <a:pt x="297" y="378"/>
                </a:lnTo>
                <a:lnTo>
                  <a:pt x="297" y="377"/>
                </a:lnTo>
                <a:lnTo>
                  <a:pt x="298" y="375"/>
                </a:lnTo>
                <a:lnTo>
                  <a:pt x="298" y="374"/>
                </a:lnTo>
                <a:lnTo>
                  <a:pt x="297" y="374"/>
                </a:lnTo>
                <a:lnTo>
                  <a:pt x="297" y="373"/>
                </a:lnTo>
                <a:lnTo>
                  <a:pt x="297" y="372"/>
                </a:lnTo>
                <a:lnTo>
                  <a:pt x="297" y="371"/>
                </a:lnTo>
                <a:lnTo>
                  <a:pt x="296" y="371"/>
                </a:lnTo>
                <a:lnTo>
                  <a:pt x="296" y="372"/>
                </a:lnTo>
                <a:lnTo>
                  <a:pt x="295" y="371"/>
                </a:lnTo>
                <a:lnTo>
                  <a:pt x="294" y="371"/>
                </a:lnTo>
                <a:lnTo>
                  <a:pt x="293" y="371"/>
                </a:lnTo>
                <a:lnTo>
                  <a:pt x="292" y="371"/>
                </a:lnTo>
                <a:lnTo>
                  <a:pt x="291" y="371"/>
                </a:lnTo>
                <a:lnTo>
                  <a:pt x="290" y="371"/>
                </a:lnTo>
                <a:lnTo>
                  <a:pt x="290" y="372"/>
                </a:lnTo>
                <a:lnTo>
                  <a:pt x="289" y="372"/>
                </a:lnTo>
                <a:lnTo>
                  <a:pt x="287" y="371"/>
                </a:lnTo>
                <a:lnTo>
                  <a:pt x="287" y="370"/>
                </a:lnTo>
                <a:lnTo>
                  <a:pt x="286" y="369"/>
                </a:lnTo>
                <a:lnTo>
                  <a:pt x="285" y="369"/>
                </a:lnTo>
                <a:lnTo>
                  <a:pt x="284" y="369"/>
                </a:lnTo>
                <a:lnTo>
                  <a:pt x="283" y="369"/>
                </a:lnTo>
                <a:lnTo>
                  <a:pt x="283" y="370"/>
                </a:lnTo>
                <a:lnTo>
                  <a:pt x="282" y="371"/>
                </a:lnTo>
                <a:lnTo>
                  <a:pt x="281" y="371"/>
                </a:lnTo>
                <a:lnTo>
                  <a:pt x="281" y="370"/>
                </a:lnTo>
                <a:lnTo>
                  <a:pt x="280" y="370"/>
                </a:lnTo>
                <a:lnTo>
                  <a:pt x="280" y="369"/>
                </a:lnTo>
                <a:lnTo>
                  <a:pt x="280" y="370"/>
                </a:lnTo>
                <a:lnTo>
                  <a:pt x="280" y="371"/>
                </a:lnTo>
                <a:lnTo>
                  <a:pt x="280" y="372"/>
                </a:lnTo>
                <a:lnTo>
                  <a:pt x="279" y="372"/>
                </a:lnTo>
                <a:lnTo>
                  <a:pt x="278" y="372"/>
                </a:lnTo>
                <a:lnTo>
                  <a:pt x="277" y="372"/>
                </a:lnTo>
                <a:lnTo>
                  <a:pt x="276" y="372"/>
                </a:lnTo>
                <a:lnTo>
                  <a:pt x="275" y="372"/>
                </a:lnTo>
                <a:lnTo>
                  <a:pt x="274" y="372"/>
                </a:lnTo>
                <a:lnTo>
                  <a:pt x="273" y="372"/>
                </a:lnTo>
                <a:lnTo>
                  <a:pt x="272" y="372"/>
                </a:lnTo>
                <a:lnTo>
                  <a:pt x="271" y="372"/>
                </a:lnTo>
                <a:lnTo>
                  <a:pt x="270" y="372"/>
                </a:lnTo>
                <a:lnTo>
                  <a:pt x="271" y="372"/>
                </a:lnTo>
                <a:lnTo>
                  <a:pt x="270" y="371"/>
                </a:lnTo>
                <a:lnTo>
                  <a:pt x="269" y="371"/>
                </a:lnTo>
                <a:lnTo>
                  <a:pt x="269" y="372"/>
                </a:lnTo>
                <a:lnTo>
                  <a:pt x="270" y="374"/>
                </a:lnTo>
                <a:lnTo>
                  <a:pt x="270" y="375"/>
                </a:lnTo>
                <a:lnTo>
                  <a:pt x="270" y="376"/>
                </a:lnTo>
                <a:lnTo>
                  <a:pt x="269" y="377"/>
                </a:lnTo>
                <a:lnTo>
                  <a:pt x="269" y="378"/>
                </a:lnTo>
                <a:lnTo>
                  <a:pt x="269" y="379"/>
                </a:lnTo>
                <a:lnTo>
                  <a:pt x="269" y="380"/>
                </a:lnTo>
                <a:lnTo>
                  <a:pt x="270" y="380"/>
                </a:lnTo>
                <a:lnTo>
                  <a:pt x="269" y="381"/>
                </a:lnTo>
                <a:lnTo>
                  <a:pt x="270" y="381"/>
                </a:lnTo>
                <a:lnTo>
                  <a:pt x="270" y="382"/>
                </a:lnTo>
                <a:lnTo>
                  <a:pt x="269" y="382"/>
                </a:lnTo>
                <a:lnTo>
                  <a:pt x="270" y="383"/>
                </a:lnTo>
                <a:lnTo>
                  <a:pt x="270" y="384"/>
                </a:lnTo>
                <a:lnTo>
                  <a:pt x="270" y="385"/>
                </a:lnTo>
                <a:lnTo>
                  <a:pt x="269" y="385"/>
                </a:lnTo>
                <a:lnTo>
                  <a:pt x="268" y="384"/>
                </a:lnTo>
                <a:lnTo>
                  <a:pt x="263" y="383"/>
                </a:lnTo>
                <a:lnTo>
                  <a:pt x="262" y="383"/>
                </a:lnTo>
                <a:lnTo>
                  <a:pt x="261" y="382"/>
                </a:lnTo>
                <a:lnTo>
                  <a:pt x="260" y="382"/>
                </a:lnTo>
                <a:lnTo>
                  <a:pt x="260" y="383"/>
                </a:lnTo>
                <a:lnTo>
                  <a:pt x="259" y="383"/>
                </a:lnTo>
                <a:lnTo>
                  <a:pt x="259" y="384"/>
                </a:lnTo>
                <a:lnTo>
                  <a:pt x="259" y="385"/>
                </a:lnTo>
                <a:lnTo>
                  <a:pt x="259" y="386"/>
                </a:lnTo>
                <a:lnTo>
                  <a:pt x="258" y="386"/>
                </a:lnTo>
                <a:lnTo>
                  <a:pt x="257" y="386"/>
                </a:lnTo>
                <a:lnTo>
                  <a:pt x="257" y="387"/>
                </a:lnTo>
                <a:lnTo>
                  <a:pt x="256" y="387"/>
                </a:lnTo>
                <a:lnTo>
                  <a:pt x="255" y="388"/>
                </a:lnTo>
                <a:lnTo>
                  <a:pt x="254" y="388"/>
                </a:lnTo>
                <a:lnTo>
                  <a:pt x="253" y="388"/>
                </a:lnTo>
                <a:lnTo>
                  <a:pt x="252" y="389"/>
                </a:lnTo>
                <a:lnTo>
                  <a:pt x="252" y="390"/>
                </a:lnTo>
                <a:lnTo>
                  <a:pt x="251" y="390"/>
                </a:lnTo>
                <a:lnTo>
                  <a:pt x="251" y="391"/>
                </a:lnTo>
                <a:lnTo>
                  <a:pt x="249" y="391"/>
                </a:lnTo>
                <a:lnTo>
                  <a:pt x="249" y="390"/>
                </a:lnTo>
                <a:lnTo>
                  <a:pt x="248" y="390"/>
                </a:lnTo>
                <a:lnTo>
                  <a:pt x="248" y="389"/>
                </a:lnTo>
                <a:lnTo>
                  <a:pt x="247" y="390"/>
                </a:lnTo>
                <a:lnTo>
                  <a:pt x="246" y="390"/>
                </a:lnTo>
                <a:lnTo>
                  <a:pt x="245" y="390"/>
                </a:lnTo>
                <a:lnTo>
                  <a:pt x="244" y="390"/>
                </a:lnTo>
                <a:lnTo>
                  <a:pt x="243" y="390"/>
                </a:lnTo>
                <a:lnTo>
                  <a:pt x="242" y="390"/>
                </a:lnTo>
                <a:lnTo>
                  <a:pt x="242" y="389"/>
                </a:lnTo>
                <a:lnTo>
                  <a:pt x="241" y="388"/>
                </a:lnTo>
                <a:lnTo>
                  <a:pt x="240" y="388"/>
                </a:lnTo>
                <a:lnTo>
                  <a:pt x="239" y="388"/>
                </a:lnTo>
                <a:lnTo>
                  <a:pt x="239" y="387"/>
                </a:lnTo>
                <a:lnTo>
                  <a:pt x="238" y="385"/>
                </a:lnTo>
                <a:lnTo>
                  <a:pt x="238" y="384"/>
                </a:lnTo>
                <a:lnTo>
                  <a:pt x="237" y="384"/>
                </a:lnTo>
                <a:lnTo>
                  <a:pt x="237" y="385"/>
                </a:lnTo>
                <a:lnTo>
                  <a:pt x="236" y="385"/>
                </a:lnTo>
                <a:lnTo>
                  <a:pt x="236" y="384"/>
                </a:lnTo>
                <a:lnTo>
                  <a:pt x="237" y="383"/>
                </a:lnTo>
                <a:lnTo>
                  <a:pt x="236" y="383"/>
                </a:lnTo>
                <a:lnTo>
                  <a:pt x="235" y="383"/>
                </a:lnTo>
                <a:lnTo>
                  <a:pt x="234" y="382"/>
                </a:lnTo>
                <a:lnTo>
                  <a:pt x="234" y="381"/>
                </a:lnTo>
                <a:lnTo>
                  <a:pt x="234" y="380"/>
                </a:lnTo>
                <a:lnTo>
                  <a:pt x="233" y="380"/>
                </a:lnTo>
                <a:lnTo>
                  <a:pt x="233" y="379"/>
                </a:lnTo>
                <a:lnTo>
                  <a:pt x="232" y="378"/>
                </a:lnTo>
                <a:lnTo>
                  <a:pt x="231" y="379"/>
                </a:lnTo>
                <a:lnTo>
                  <a:pt x="230" y="379"/>
                </a:lnTo>
                <a:lnTo>
                  <a:pt x="230" y="378"/>
                </a:lnTo>
                <a:lnTo>
                  <a:pt x="229" y="378"/>
                </a:lnTo>
                <a:lnTo>
                  <a:pt x="229" y="379"/>
                </a:lnTo>
                <a:lnTo>
                  <a:pt x="228" y="379"/>
                </a:lnTo>
                <a:lnTo>
                  <a:pt x="228" y="380"/>
                </a:lnTo>
                <a:lnTo>
                  <a:pt x="227" y="380"/>
                </a:lnTo>
                <a:lnTo>
                  <a:pt x="226" y="380"/>
                </a:lnTo>
                <a:lnTo>
                  <a:pt x="227" y="380"/>
                </a:lnTo>
                <a:lnTo>
                  <a:pt x="228" y="380"/>
                </a:lnTo>
                <a:lnTo>
                  <a:pt x="228" y="381"/>
                </a:lnTo>
                <a:lnTo>
                  <a:pt x="227" y="381"/>
                </a:lnTo>
                <a:lnTo>
                  <a:pt x="226" y="381"/>
                </a:lnTo>
                <a:lnTo>
                  <a:pt x="225" y="381"/>
                </a:lnTo>
                <a:lnTo>
                  <a:pt x="225" y="380"/>
                </a:lnTo>
                <a:lnTo>
                  <a:pt x="226" y="380"/>
                </a:lnTo>
                <a:lnTo>
                  <a:pt x="225" y="380"/>
                </a:lnTo>
                <a:lnTo>
                  <a:pt x="224" y="380"/>
                </a:lnTo>
                <a:lnTo>
                  <a:pt x="223" y="380"/>
                </a:lnTo>
                <a:lnTo>
                  <a:pt x="222" y="381"/>
                </a:lnTo>
                <a:lnTo>
                  <a:pt x="223" y="382"/>
                </a:lnTo>
                <a:lnTo>
                  <a:pt x="223" y="381"/>
                </a:lnTo>
                <a:lnTo>
                  <a:pt x="224" y="381"/>
                </a:lnTo>
                <a:lnTo>
                  <a:pt x="224" y="382"/>
                </a:lnTo>
                <a:lnTo>
                  <a:pt x="225" y="382"/>
                </a:lnTo>
                <a:lnTo>
                  <a:pt x="225" y="383"/>
                </a:lnTo>
                <a:lnTo>
                  <a:pt x="224" y="383"/>
                </a:lnTo>
                <a:lnTo>
                  <a:pt x="224" y="384"/>
                </a:lnTo>
                <a:lnTo>
                  <a:pt x="222" y="384"/>
                </a:lnTo>
                <a:lnTo>
                  <a:pt x="222" y="383"/>
                </a:lnTo>
                <a:lnTo>
                  <a:pt x="222" y="384"/>
                </a:lnTo>
                <a:lnTo>
                  <a:pt x="223" y="385"/>
                </a:lnTo>
                <a:lnTo>
                  <a:pt x="222" y="385"/>
                </a:lnTo>
                <a:lnTo>
                  <a:pt x="222" y="386"/>
                </a:lnTo>
                <a:lnTo>
                  <a:pt x="223" y="386"/>
                </a:lnTo>
                <a:lnTo>
                  <a:pt x="223" y="387"/>
                </a:lnTo>
                <a:lnTo>
                  <a:pt x="222" y="387"/>
                </a:lnTo>
                <a:lnTo>
                  <a:pt x="221" y="387"/>
                </a:lnTo>
                <a:lnTo>
                  <a:pt x="221" y="388"/>
                </a:lnTo>
                <a:lnTo>
                  <a:pt x="222" y="388"/>
                </a:lnTo>
                <a:lnTo>
                  <a:pt x="222" y="389"/>
                </a:lnTo>
                <a:lnTo>
                  <a:pt x="222" y="390"/>
                </a:lnTo>
                <a:lnTo>
                  <a:pt x="221" y="390"/>
                </a:lnTo>
                <a:lnTo>
                  <a:pt x="221" y="391"/>
                </a:lnTo>
                <a:lnTo>
                  <a:pt x="221" y="392"/>
                </a:lnTo>
                <a:lnTo>
                  <a:pt x="220" y="393"/>
                </a:lnTo>
                <a:lnTo>
                  <a:pt x="219" y="393"/>
                </a:lnTo>
                <a:lnTo>
                  <a:pt x="219" y="392"/>
                </a:lnTo>
                <a:lnTo>
                  <a:pt x="218" y="392"/>
                </a:lnTo>
                <a:lnTo>
                  <a:pt x="217" y="393"/>
                </a:lnTo>
                <a:lnTo>
                  <a:pt x="217" y="394"/>
                </a:lnTo>
                <a:lnTo>
                  <a:pt x="216" y="394"/>
                </a:lnTo>
                <a:lnTo>
                  <a:pt x="215" y="394"/>
                </a:lnTo>
                <a:lnTo>
                  <a:pt x="214" y="394"/>
                </a:lnTo>
                <a:lnTo>
                  <a:pt x="213" y="394"/>
                </a:lnTo>
                <a:lnTo>
                  <a:pt x="213" y="393"/>
                </a:lnTo>
                <a:lnTo>
                  <a:pt x="212" y="392"/>
                </a:lnTo>
                <a:lnTo>
                  <a:pt x="212" y="391"/>
                </a:lnTo>
                <a:lnTo>
                  <a:pt x="212" y="390"/>
                </a:lnTo>
                <a:lnTo>
                  <a:pt x="212" y="389"/>
                </a:lnTo>
                <a:lnTo>
                  <a:pt x="212" y="388"/>
                </a:lnTo>
                <a:lnTo>
                  <a:pt x="211" y="388"/>
                </a:lnTo>
                <a:lnTo>
                  <a:pt x="211" y="387"/>
                </a:lnTo>
                <a:lnTo>
                  <a:pt x="211" y="386"/>
                </a:lnTo>
                <a:lnTo>
                  <a:pt x="210" y="385"/>
                </a:lnTo>
                <a:lnTo>
                  <a:pt x="210" y="384"/>
                </a:lnTo>
                <a:lnTo>
                  <a:pt x="210" y="383"/>
                </a:lnTo>
                <a:lnTo>
                  <a:pt x="211" y="383"/>
                </a:lnTo>
                <a:lnTo>
                  <a:pt x="211" y="382"/>
                </a:lnTo>
                <a:lnTo>
                  <a:pt x="211" y="381"/>
                </a:lnTo>
                <a:lnTo>
                  <a:pt x="211" y="380"/>
                </a:lnTo>
                <a:lnTo>
                  <a:pt x="210" y="379"/>
                </a:lnTo>
                <a:lnTo>
                  <a:pt x="210" y="378"/>
                </a:lnTo>
                <a:lnTo>
                  <a:pt x="210" y="377"/>
                </a:lnTo>
                <a:lnTo>
                  <a:pt x="209" y="377"/>
                </a:lnTo>
                <a:lnTo>
                  <a:pt x="209" y="376"/>
                </a:lnTo>
                <a:lnTo>
                  <a:pt x="209" y="375"/>
                </a:lnTo>
                <a:lnTo>
                  <a:pt x="208" y="375"/>
                </a:lnTo>
                <a:lnTo>
                  <a:pt x="208" y="374"/>
                </a:lnTo>
                <a:lnTo>
                  <a:pt x="208" y="372"/>
                </a:lnTo>
                <a:lnTo>
                  <a:pt x="207" y="372"/>
                </a:lnTo>
                <a:lnTo>
                  <a:pt x="206" y="372"/>
                </a:lnTo>
                <a:lnTo>
                  <a:pt x="205" y="372"/>
                </a:lnTo>
                <a:lnTo>
                  <a:pt x="205" y="373"/>
                </a:lnTo>
                <a:lnTo>
                  <a:pt x="204" y="373"/>
                </a:lnTo>
                <a:lnTo>
                  <a:pt x="204" y="372"/>
                </a:lnTo>
                <a:lnTo>
                  <a:pt x="205" y="372"/>
                </a:lnTo>
                <a:lnTo>
                  <a:pt x="205" y="371"/>
                </a:lnTo>
                <a:lnTo>
                  <a:pt x="206" y="371"/>
                </a:lnTo>
                <a:lnTo>
                  <a:pt x="203" y="371"/>
                </a:lnTo>
                <a:lnTo>
                  <a:pt x="203" y="370"/>
                </a:lnTo>
                <a:lnTo>
                  <a:pt x="204" y="370"/>
                </a:lnTo>
                <a:lnTo>
                  <a:pt x="205" y="370"/>
                </a:lnTo>
                <a:lnTo>
                  <a:pt x="206" y="370"/>
                </a:lnTo>
                <a:lnTo>
                  <a:pt x="205" y="369"/>
                </a:lnTo>
                <a:lnTo>
                  <a:pt x="205" y="368"/>
                </a:lnTo>
                <a:lnTo>
                  <a:pt x="204" y="369"/>
                </a:lnTo>
                <a:lnTo>
                  <a:pt x="204" y="368"/>
                </a:lnTo>
                <a:lnTo>
                  <a:pt x="204" y="367"/>
                </a:lnTo>
                <a:lnTo>
                  <a:pt x="205" y="367"/>
                </a:lnTo>
                <a:lnTo>
                  <a:pt x="204" y="366"/>
                </a:lnTo>
                <a:lnTo>
                  <a:pt x="204" y="365"/>
                </a:lnTo>
                <a:lnTo>
                  <a:pt x="203" y="365"/>
                </a:lnTo>
                <a:lnTo>
                  <a:pt x="203" y="364"/>
                </a:lnTo>
                <a:lnTo>
                  <a:pt x="202" y="364"/>
                </a:lnTo>
                <a:lnTo>
                  <a:pt x="202" y="363"/>
                </a:lnTo>
                <a:lnTo>
                  <a:pt x="201" y="363"/>
                </a:lnTo>
                <a:lnTo>
                  <a:pt x="201" y="362"/>
                </a:lnTo>
                <a:lnTo>
                  <a:pt x="200" y="361"/>
                </a:lnTo>
                <a:lnTo>
                  <a:pt x="200" y="360"/>
                </a:lnTo>
                <a:lnTo>
                  <a:pt x="199" y="360"/>
                </a:lnTo>
                <a:lnTo>
                  <a:pt x="198" y="360"/>
                </a:lnTo>
                <a:lnTo>
                  <a:pt x="197" y="360"/>
                </a:lnTo>
                <a:lnTo>
                  <a:pt x="196" y="360"/>
                </a:lnTo>
                <a:lnTo>
                  <a:pt x="196" y="359"/>
                </a:lnTo>
                <a:lnTo>
                  <a:pt x="195" y="358"/>
                </a:lnTo>
                <a:lnTo>
                  <a:pt x="194" y="357"/>
                </a:lnTo>
                <a:lnTo>
                  <a:pt x="194" y="356"/>
                </a:lnTo>
                <a:lnTo>
                  <a:pt x="196" y="356"/>
                </a:lnTo>
                <a:lnTo>
                  <a:pt x="196" y="355"/>
                </a:lnTo>
                <a:lnTo>
                  <a:pt x="195" y="354"/>
                </a:lnTo>
                <a:lnTo>
                  <a:pt x="195" y="353"/>
                </a:lnTo>
                <a:lnTo>
                  <a:pt x="195" y="352"/>
                </a:lnTo>
                <a:lnTo>
                  <a:pt x="191" y="352"/>
                </a:lnTo>
                <a:lnTo>
                  <a:pt x="191" y="351"/>
                </a:lnTo>
                <a:lnTo>
                  <a:pt x="192" y="350"/>
                </a:lnTo>
                <a:lnTo>
                  <a:pt x="193" y="350"/>
                </a:lnTo>
                <a:lnTo>
                  <a:pt x="194" y="350"/>
                </a:lnTo>
                <a:lnTo>
                  <a:pt x="195" y="350"/>
                </a:lnTo>
                <a:lnTo>
                  <a:pt x="195" y="349"/>
                </a:lnTo>
                <a:lnTo>
                  <a:pt x="194" y="349"/>
                </a:lnTo>
                <a:lnTo>
                  <a:pt x="194" y="350"/>
                </a:lnTo>
                <a:lnTo>
                  <a:pt x="193" y="349"/>
                </a:lnTo>
                <a:lnTo>
                  <a:pt x="192" y="349"/>
                </a:lnTo>
                <a:lnTo>
                  <a:pt x="191" y="349"/>
                </a:lnTo>
                <a:lnTo>
                  <a:pt x="191" y="346"/>
                </a:lnTo>
                <a:lnTo>
                  <a:pt x="190" y="345"/>
                </a:lnTo>
                <a:lnTo>
                  <a:pt x="189" y="345"/>
                </a:lnTo>
                <a:lnTo>
                  <a:pt x="190" y="345"/>
                </a:lnTo>
                <a:lnTo>
                  <a:pt x="190" y="346"/>
                </a:lnTo>
                <a:lnTo>
                  <a:pt x="189" y="346"/>
                </a:lnTo>
                <a:lnTo>
                  <a:pt x="188" y="346"/>
                </a:lnTo>
                <a:lnTo>
                  <a:pt x="188" y="345"/>
                </a:lnTo>
                <a:lnTo>
                  <a:pt x="189" y="345"/>
                </a:lnTo>
                <a:lnTo>
                  <a:pt x="188" y="344"/>
                </a:lnTo>
                <a:lnTo>
                  <a:pt x="185" y="342"/>
                </a:lnTo>
                <a:lnTo>
                  <a:pt x="184" y="341"/>
                </a:lnTo>
                <a:lnTo>
                  <a:pt x="183" y="341"/>
                </a:lnTo>
                <a:lnTo>
                  <a:pt x="183" y="343"/>
                </a:lnTo>
                <a:lnTo>
                  <a:pt x="184" y="343"/>
                </a:lnTo>
                <a:lnTo>
                  <a:pt x="184" y="342"/>
                </a:lnTo>
                <a:lnTo>
                  <a:pt x="185" y="342"/>
                </a:lnTo>
                <a:lnTo>
                  <a:pt x="185" y="343"/>
                </a:lnTo>
                <a:lnTo>
                  <a:pt x="185" y="344"/>
                </a:lnTo>
                <a:lnTo>
                  <a:pt x="184" y="344"/>
                </a:lnTo>
                <a:lnTo>
                  <a:pt x="183" y="344"/>
                </a:lnTo>
                <a:lnTo>
                  <a:pt x="183" y="343"/>
                </a:lnTo>
                <a:lnTo>
                  <a:pt x="183" y="341"/>
                </a:lnTo>
                <a:lnTo>
                  <a:pt x="181" y="339"/>
                </a:lnTo>
                <a:lnTo>
                  <a:pt x="180" y="339"/>
                </a:lnTo>
                <a:lnTo>
                  <a:pt x="180" y="340"/>
                </a:lnTo>
                <a:lnTo>
                  <a:pt x="181" y="342"/>
                </a:lnTo>
                <a:lnTo>
                  <a:pt x="181" y="343"/>
                </a:lnTo>
                <a:lnTo>
                  <a:pt x="180" y="343"/>
                </a:lnTo>
                <a:lnTo>
                  <a:pt x="180" y="342"/>
                </a:lnTo>
                <a:lnTo>
                  <a:pt x="180" y="340"/>
                </a:lnTo>
                <a:lnTo>
                  <a:pt x="180" y="339"/>
                </a:lnTo>
                <a:lnTo>
                  <a:pt x="179" y="338"/>
                </a:lnTo>
                <a:lnTo>
                  <a:pt x="179" y="339"/>
                </a:lnTo>
                <a:lnTo>
                  <a:pt x="178" y="340"/>
                </a:lnTo>
                <a:lnTo>
                  <a:pt x="178" y="341"/>
                </a:lnTo>
                <a:lnTo>
                  <a:pt x="179" y="342"/>
                </a:lnTo>
                <a:lnTo>
                  <a:pt x="179" y="343"/>
                </a:lnTo>
                <a:lnTo>
                  <a:pt x="178" y="344"/>
                </a:lnTo>
                <a:lnTo>
                  <a:pt x="177" y="345"/>
                </a:lnTo>
                <a:lnTo>
                  <a:pt x="176" y="345"/>
                </a:lnTo>
                <a:lnTo>
                  <a:pt x="176" y="344"/>
                </a:lnTo>
                <a:lnTo>
                  <a:pt x="175" y="344"/>
                </a:lnTo>
                <a:lnTo>
                  <a:pt x="174" y="344"/>
                </a:lnTo>
                <a:lnTo>
                  <a:pt x="173" y="344"/>
                </a:lnTo>
                <a:lnTo>
                  <a:pt x="173" y="343"/>
                </a:lnTo>
                <a:lnTo>
                  <a:pt x="173" y="344"/>
                </a:lnTo>
                <a:lnTo>
                  <a:pt x="173" y="343"/>
                </a:lnTo>
                <a:lnTo>
                  <a:pt x="172" y="343"/>
                </a:lnTo>
                <a:lnTo>
                  <a:pt x="171" y="343"/>
                </a:lnTo>
                <a:lnTo>
                  <a:pt x="171" y="342"/>
                </a:lnTo>
                <a:lnTo>
                  <a:pt x="170" y="342"/>
                </a:lnTo>
                <a:lnTo>
                  <a:pt x="169" y="342"/>
                </a:lnTo>
                <a:lnTo>
                  <a:pt x="169" y="343"/>
                </a:lnTo>
                <a:lnTo>
                  <a:pt x="167" y="343"/>
                </a:lnTo>
                <a:lnTo>
                  <a:pt x="166" y="343"/>
                </a:lnTo>
                <a:lnTo>
                  <a:pt x="165" y="343"/>
                </a:lnTo>
                <a:lnTo>
                  <a:pt x="165" y="342"/>
                </a:lnTo>
                <a:lnTo>
                  <a:pt x="164" y="342"/>
                </a:lnTo>
                <a:lnTo>
                  <a:pt x="163" y="343"/>
                </a:lnTo>
                <a:lnTo>
                  <a:pt x="164" y="343"/>
                </a:lnTo>
                <a:lnTo>
                  <a:pt x="163" y="344"/>
                </a:lnTo>
                <a:lnTo>
                  <a:pt x="161" y="344"/>
                </a:lnTo>
                <a:lnTo>
                  <a:pt x="160" y="345"/>
                </a:lnTo>
                <a:lnTo>
                  <a:pt x="159" y="345"/>
                </a:lnTo>
                <a:lnTo>
                  <a:pt x="158" y="345"/>
                </a:lnTo>
                <a:lnTo>
                  <a:pt x="157" y="345"/>
                </a:lnTo>
                <a:lnTo>
                  <a:pt x="156" y="345"/>
                </a:lnTo>
                <a:lnTo>
                  <a:pt x="155" y="346"/>
                </a:lnTo>
                <a:lnTo>
                  <a:pt x="155" y="345"/>
                </a:lnTo>
                <a:lnTo>
                  <a:pt x="154" y="345"/>
                </a:lnTo>
                <a:lnTo>
                  <a:pt x="153" y="345"/>
                </a:lnTo>
                <a:lnTo>
                  <a:pt x="153" y="346"/>
                </a:lnTo>
                <a:lnTo>
                  <a:pt x="151" y="346"/>
                </a:lnTo>
                <a:lnTo>
                  <a:pt x="150" y="346"/>
                </a:lnTo>
                <a:lnTo>
                  <a:pt x="149" y="346"/>
                </a:lnTo>
                <a:lnTo>
                  <a:pt x="149" y="347"/>
                </a:lnTo>
                <a:lnTo>
                  <a:pt x="148" y="347"/>
                </a:lnTo>
                <a:lnTo>
                  <a:pt x="148" y="348"/>
                </a:lnTo>
                <a:lnTo>
                  <a:pt x="147" y="348"/>
                </a:lnTo>
                <a:lnTo>
                  <a:pt x="147" y="349"/>
                </a:lnTo>
                <a:lnTo>
                  <a:pt x="146" y="349"/>
                </a:lnTo>
                <a:lnTo>
                  <a:pt x="145" y="350"/>
                </a:lnTo>
                <a:lnTo>
                  <a:pt x="145" y="351"/>
                </a:lnTo>
                <a:lnTo>
                  <a:pt x="145" y="352"/>
                </a:lnTo>
                <a:lnTo>
                  <a:pt x="145" y="353"/>
                </a:lnTo>
                <a:lnTo>
                  <a:pt x="144" y="353"/>
                </a:lnTo>
                <a:lnTo>
                  <a:pt x="144" y="354"/>
                </a:lnTo>
                <a:lnTo>
                  <a:pt x="145" y="354"/>
                </a:lnTo>
                <a:lnTo>
                  <a:pt x="145" y="355"/>
                </a:lnTo>
                <a:lnTo>
                  <a:pt x="144" y="355"/>
                </a:lnTo>
                <a:lnTo>
                  <a:pt x="144" y="356"/>
                </a:lnTo>
                <a:lnTo>
                  <a:pt x="144" y="357"/>
                </a:lnTo>
                <a:lnTo>
                  <a:pt x="144" y="358"/>
                </a:lnTo>
                <a:lnTo>
                  <a:pt x="144" y="360"/>
                </a:lnTo>
                <a:lnTo>
                  <a:pt x="143" y="361"/>
                </a:lnTo>
                <a:lnTo>
                  <a:pt x="142" y="362"/>
                </a:lnTo>
                <a:lnTo>
                  <a:pt x="141" y="362"/>
                </a:lnTo>
                <a:lnTo>
                  <a:pt x="141" y="361"/>
                </a:lnTo>
                <a:lnTo>
                  <a:pt x="141" y="362"/>
                </a:lnTo>
                <a:lnTo>
                  <a:pt x="140" y="362"/>
                </a:lnTo>
                <a:lnTo>
                  <a:pt x="140" y="363"/>
                </a:lnTo>
                <a:lnTo>
                  <a:pt x="141" y="363"/>
                </a:lnTo>
                <a:lnTo>
                  <a:pt x="141" y="364"/>
                </a:lnTo>
                <a:lnTo>
                  <a:pt x="140" y="364"/>
                </a:lnTo>
                <a:lnTo>
                  <a:pt x="140" y="365"/>
                </a:lnTo>
                <a:lnTo>
                  <a:pt x="141" y="365"/>
                </a:lnTo>
                <a:lnTo>
                  <a:pt x="142" y="365"/>
                </a:lnTo>
                <a:lnTo>
                  <a:pt x="143" y="366"/>
                </a:lnTo>
                <a:lnTo>
                  <a:pt x="143" y="367"/>
                </a:lnTo>
                <a:lnTo>
                  <a:pt x="142" y="369"/>
                </a:lnTo>
                <a:lnTo>
                  <a:pt x="142" y="370"/>
                </a:lnTo>
                <a:lnTo>
                  <a:pt x="142" y="371"/>
                </a:lnTo>
                <a:lnTo>
                  <a:pt x="141" y="371"/>
                </a:lnTo>
                <a:lnTo>
                  <a:pt x="141" y="372"/>
                </a:lnTo>
                <a:lnTo>
                  <a:pt x="141" y="373"/>
                </a:lnTo>
                <a:lnTo>
                  <a:pt x="142" y="373"/>
                </a:lnTo>
                <a:lnTo>
                  <a:pt x="141" y="373"/>
                </a:lnTo>
                <a:lnTo>
                  <a:pt x="141" y="374"/>
                </a:lnTo>
                <a:lnTo>
                  <a:pt x="139" y="375"/>
                </a:lnTo>
                <a:lnTo>
                  <a:pt x="138" y="375"/>
                </a:lnTo>
                <a:lnTo>
                  <a:pt x="138" y="376"/>
                </a:lnTo>
                <a:lnTo>
                  <a:pt x="137" y="376"/>
                </a:lnTo>
                <a:lnTo>
                  <a:pt x="137" y="377"/>
                </a:lnTo>
                <a:lnTo>
                  <a:pt x="136" y="377"/>
                </a:lnTo>
                <a:lnTo>
                  <a:pt x="135" y="377"/>
                </a:lnTo>
                <a:lnTo>
                  <a:pt x="134" y="376"/>
                </a:lnTo>
                <a:lnTo>
                  <a:pt x="133" y="376"/>
                </a:lnTo>
                <a:lnTo>
                  <a:pt x="133" y="377"/>
                </a:lnTo>
                <a:lnTo>
                  <a:pt x="133" y="378"/>
                </a:lnTo>
                <a:lnTo>
                  <a:pt x="133" y="379"/>
                </a:lnTo>
                <a:lnTo>
                  <a:pt x="132" y="379"/>
                </a:lnTo>
                <a:lnTo>
                  <a:pt x="131" y="380"/>
                </a:lnTo>
                <a:lnTo>
                  <a:pt x="131" y="381"/>
                </a:lnTo>
                <a:lnTo>
                  <a:pt x="130" y="381"/>
                </a:lnTo>
                <a:lnTo>
                  <a:pt x="130" y="382"/>
                </a:lnTo>
                <a:lnTo>
                  <a:pt x="129" y="382"/>
                </a:lnTo>
                <a:lnTo>
                  <a:pt x="129" y="381"/>
                </a:lnTo>
                <a:lnTo>
                  <a:pt x="128" y="381"/>
                </a:lnTo>
                <a:lnTo>
                  <a:pt x="128" y="380"/>
                </a:lnTo>
                <a:lnTo>
                  <a:pt x="127" y="379"/>
                </a:lnTo>
                <a:lnTo>
                  <a:pt x="126" y="379"/>
                </a:lnTo>
                <a:lnTo>
                  <a:pt x="126" y="380"/>
                </a:lnTo>
                <a:lnTo>
                  <a:pt x="125" y="380"/>
                </a:lnTo>
                <a:lnTo>
                  <a:pt x="124" y="380"/>
                </a:lnTo>
                <a:lnTo>
                  <a:pt x="123" y="380"/>
                </a:lnTo>
                <a:lnTo>
                  <a:pt x="122" y="381"/>
                </a:lnTo>
                <a:lnTo>
                  <a:pt x="121" y="381"/>
                </a:lnTo>
                <a:lnTo>
                  <a:pt x="120" y="381"/>
                </a:lnTo>
                <a:lnTo>
                  <a:pt x="120" y="380"/>
                </a:lnTo>
                <a:lnTo>
                  <a:pt x="120" y="379"/>
                </a:lnTo>
                <a:lnTo>
                  <a:pt x="119" y="379"/>
                </a:lnTo>
                <a:lnTo>
                  <a:pt x="118" y="378"/>
                </a:lnTo>
                <a:lnTo>
                  <a:pt x="117" y="377"/>
                </a:lnTo>
                <a:lnTo>
                  <a:pt x="113" y="377"/>
                </a:lnTo>
                <a:lnTo>
                  <a:pt x="112" y="377"/>
                </a:lnTo>
                <a:lnTo>
                  <a:pt x="109" y="376"/>
                </a:lnTo>
                <a:lnTo>
                  <a:pt x="108" y="375"/>
                </a:lnTo>
                <a:lnTo>
                  <a:pt x="107" y="376"/>
                </a:lnTo>
                <a:lnTo>
                  <a:pt x="107" y="378"/>
                </a:lnTo>
                <a:lnTo>
                  <a:pt x="106" y="378"/>
                </a:lnTo>
                <a:lnTo>
                  <a:pt x="106" y="379"/>
                </a:lnTo>
                <a:lnTo>
                  <a:pt x="105" y="379"/>
                </a:lnTo>
                <a:lnTo>
                  <a:pt x="104" y="379"/>
                </a:lnTo>
                <a:lnTo>
                  <a:pt x="103" y="379"/>
                </a:lnTo>
                <a:lnTo>
                  <a:pt x="102" y="379"/>
                </a:lnTo>
                <a:lnTo>
                  <a:pt x="101" y="379"/>
                </a:lnTo>
                <a:lnTo>
                  <a:pt x="98" y="380"/>
                </a:lnTo>
                <a:lnTo>
                  <a:pt x="97" y="380"/>
                </a:lnTo>
                <a:lnTo>
                  <a:pt x="94" y="381"/>
                </a:lnTo>
                <a:lnTo>
                  <a:pt x="93" y="381"/>
                </a:lnTo>
                <a:lnTo>
                  <a:pt x="92" y="381"/>
                </a:lnTo>
                <a:lnTo>
                  <a:pt x="91" y="381"/>
                </a:lnTo>
                <a:lnTo>
                  <a:pt x="91" y="380"/>
                </a:lnTo>
                <a:lnTo>
                  <a:pt x="90" y="380"/>
                </a:lnTo>
                <a:lnTo>
                  <a:pt x="90" y="379"/>
                </a:lnTo>
                <a:lnTo>
                  <a:pt x="89" y="379"/>
                </a:lnTo>
                <a:lnTo>
                  <a:pt x="88" y="379"/>
                </a:lnTo>
                <a:lnTo>
                  <a:pt x="87" y="379"/>
                </a:lnTo>
                <a:lnTo>
                  <a:pt x="87" y="378"/>
                </a:lnTo>
                <a:lnTo>
                  <a:pt x="86" y="378"/>
                </a:lnTo>
                <a:lnTo>
                  <a:pt x="85" y="378"/>
                </a:lnTo>
                <a:lnTo>
                  <a:pt x="84" y="378"/>
                </a:lnTo>
                <a:lnTo>
                  <a:pt x="83" y="378"/>
                </a:lnTo>
                <a:lnTo>
                  <a:pt x="82" y="378"/>
                </a:lnTo>
                <a:lnTo>
                  <a:pt x="82" y="377"/>
                </a:lnTo>
                <a:lnTo>
                  <a:pt x="81" y="377"/>
                </a:lnTo>
                <a:lnTo>
                  <a:pt x="80" y="379"/>
                </a:lnTo>
                <a:lnTo>
                  <a:pt x="81" y="379"/>
                </a:lnTo>
                <a:lnTo>
                  <a:pt x="81" y="380"/>
                </a:lnTo>
                <a:lnTo>
                  <a:pt x="80" y="380"/>
                </a:lnTo>
                <a:lnTo>
                  <a:pt x="80" y="381"/>
                </a:lnTo>
                <a:lnTo>
                  <a:pt x="79" y="381"/>
                </a:lnTo>
                <a:lnTo>
                  <a:pt x="78" y="381"/>
                </a:lnTo>
                <a:lnTo>
                  <a:pt x="77" y="381"/>
                </a:lnTo>
                <a:lnTo>
                  <a:pt x="77" y="380"/>
                </a:lnTo>
                <a:lnTo>
                  <a:pt x="76" y="380"/>
                </a:lnTo>
                <a:lnTo>
                  <a:pt x="75" y="380"/>
                </a:lnTo>
                <a:lnTo>
                  <a:pt x="74" y="380"/>
                </a:lnTo>
                <a:lnTo>
                  <a:pt x="74" y="379"/>
                </a:lnTo>
                <a:lnTo>
                  <a:pt x="73" y="379"/>
                </a:lnTo>
                <a:lnTo>
                  <a:pt x="73" y="380"/>
                </a:lnTo>
                <a:lnTo>
                  <a:pt x="71" y="380"/>
                </a:lnTo>
                <a:lnTo>
                  <a:pt x="70" y="380"/>
                </a:lnTo>
                <a:lnTo>
                  <a:pt x="66" y="380"/>
                </a:lnTo>
                <a:lnTo>
                  <a:pt x="65" y="379"/>
                </a:lnTo>
                <a:lnTo>
                  <a:pt x="64" y="379"/>
                </a:lnTo>
                <a:lnTo>
                  <a:pt x="63" y="378"/>
                </a:lnTo>
                <a:lnTo>
                  <a:pt x="62" y="377"/>
                </a:lnTo>
                <a:lnTo>
                  <a:pt x="61" y="376"/>
                </a:lnTo>
                <a:lnTo>
                  <a:pt x="61" y="375"/>
                </a:lnTo>
                <a:lnTo>
                  <a:pt x="60" y="375"/>
                </a:lnTo>
                <a:lnTo>
                  <a:pt x="60" y="374"/>
                </a:lnTo>
                <a:lnTo>
                  <a:pt x="60" y="373"/>
                </a:lnTo>
                <a:lnTo>
                  <a:pt x="59" y="373"/>
                </a:lnTo>
                <a:lnTo>
                  <a:pt x="58" y="374"/>
                </a:lnTo>
                <a:lnTo>
                  <a:pt x="58" y="373"/>
                </a:lnTo>
                <a:lnTo>
                  <a:pt x="58" y="372"/>
                </a:lnTo>
                <a:lnTo>
                  <a:pt x="58" y="371"/>
                </a:lnTo>
                <a:lnTo>
                  <a:pt x="57" y="370"/>
                </a:lnTo>
                <a:lnTo>
                  <a:pt x="57" y="369"/>
                </a:lnTo>
                <a:lnTo>
                  <a:pt x="57" y="367"/>
                </a:lnTo>
                <a:lnTo>
                  <a:pt x="57" y="365"/>
                </a:lnTo>
                <a:lnTo>
                  <a:pt x="56" y="364"/>
                </a:lnTo>
                <a:lnTo>
                  <a:pt x="55" y="364"/>
                </a:lnTo>
                <a:lnTo>
                  <a:pt x="55" y="363"/>
                </a:lnTo>
                <a:lnTo>
                  <a:pt x="56" y="363"/>
                </a:lnTo>
                <a:lnTo>
                  <a:pt x="57" y="363"/>
                </a:lnTo>
                <a:lnTo>
                  <a:pt x="57" y="362"/>
                </a:lnTo>
                <a:lnTo>
                  <a:pt x="57" y="361"/>
                </a:lnTo>
                <a:lnTo>
                  <a:pt x="56" y="360"/>
                </a:lnTo>
                <a:lnTo>
                  <a:pt x="56" y="358"/>
                </a:lnTo>
                <a:lnTo>
                  <a:pt x="55" y="358"/>
                </a:lnTo>
                <a:lnTo>
                  <a:pt x="55" y="356"/>
                </a:lnTo>
                <a:lnTo>
                  <a:pt x="56" y="356"/>
                </a:lnTo>
                <a:lnTo>
                  <a:pt x="55" y="356"/>
                </a:lnTo>
                <a:lnTo>
                  <a:pt x="54" y="356"/>
                </a:lnTo>
                <a:lnTo>
                  <a:pt x="54" y="355"/>
                </a:lnTo>
                <a:lnTo>
                  <a:pt x="53" y="354"/>
                </a:lnTo>
                <a:lnTo>
                  <a:pt x="53" y="353"/>
                </a:lnTo>
                <a:lnTo>
                  <a:pt x="51" y="353"/>
                </a:lnTo>
                <a:lnTo>
                  <a:pt x="51" y="354"/>
                </a:lnTo>
                <a:lnTo>
                  <a:pt x="50" y="353"/>
                </a:lnTo>
                <a:lnTo>
                  <a:pt x="49" y="353"/>
                </a:lnTo>
                <a:lnTo>
                  <a:pt x="48" y="352"/>
                </a:lnTo>
                <a:lnTo>
                  <a:pt x="47" y="351"/>
                </a:lnTo>
                <a:lnTo>
                  <a:pt x="46" y="351"/>
                </a:lnTo>
                <a:lnTo>
                  <a:pt x="45" y="350"/>
                </a:lnTo>
                <a:lnTo>
                  <a:pt x="44" y="350"/>
                </a:lnTo>
                <a:lnTo>
                  <a:pt x="43" y="350"/>
                </a:lnTo>
                <a:lnTo>
                  <a:pt x="43" y="351"/>
                </a:lnTo>
                <a:lnTo>
                  <a:pt x="43" y="352"/>
                </a:lnTo>
                <a:lnTo>
                  <a:pt x="42" y="352"/>
                </a:lnTo>
                <a:lnTo>
                  <a:pt x="42" y="351"/>
                </a:lnTo>
                <a:lnTo>
                  <a:pt x="41" y="351"/>
                </a:lnTo>
                <a:lnTo>
                  <a:pt x="40" y="352"/>
                </a:lnTo>
                <a:lnTo>
                  <a:pt x="39" y="352"/>
                </a:lnTo>
                <a:lnTo>
                  <a:pt x="39" y="351"/>
                </a:lnTo>
                <a:lnTo>
                  <a:pt x="39" y="350"/>
                </a:lnTo>
                <a:lnTo>
                  <a:pt x="38" y="350"/>
                </a:lnTo>
                <a:lnTo>
                  <a:pt x="38" y="349"/>
                </a:lnTo>
                <a:lnTo>
                  <a:pt x="38" y="348"/>
                </a:lnTo>
                <a:lnTo>
                  <a:pt x="38" y="347"/>
                </a:lnTo>
                <a:lnTo>
                  <a:pt x="39" y="347"/>
                </a:lnTo>
                <a:lnTo>
                  <a:pt x="40" y="346"/>
                </a:lnTo>
                <a:lnTo>
                  <a:pt x="40" y="345"/>
                </a:lnTo>
                <a:lnTo>
                  <a:pt x="38" y="345"/>
                </a:lnTo>
                <a:lnTo>
                  <a:pt x="37" y="345"/>
                </a:lnTo>
                <a:lnTo>
                  <a:pt x="36" y="345"/>
                </a:lnTo>
                <a:lnTo>
                  <a:pt x="36" y="346"/>
                </a:lnTo>
                <a:lnTo>
                  <a:pt x="35" y="345"/>
                </a:lnTo>
                <a:lnTo>
                  <a:pt x="34" y="345"/>
                </a:lnTo>
                <a:lnTo>
                  <a:pt x="34" y="344"/>
                </a:lnTo>
                <a:lnTo>
                  <a:pt x="34" y="343"/>
                </a:lnTo>
                <a:lnTo>
                  <a:pt x="35" y="344"/>
                </a:lnTo>
                <a:lnTo>
                  <a:pt x="35" y="343"/>
                </a:lnTo>
                <a:lnTo>
                  <a:pt x="36" y="342"/>
                </a:lnTo>
                <a:lnTo>
                  <a:pt x="37" y="342"/>
                </a:lnTo>
                <a:lnTo>
                  <a:pt x="37" y="341"/>
                </a:lnTo>
                <a:lnTo>
                  <a:pt x="36" y="340"/>
                </a:lnTo>
                <a:lnTo>
                  <a:pt x="35" y="340"/>
                </a:lnTo>
                <a:lnTo>
                  <a:pt x="35" y="341"/>
                </a:lnTo>
                <a:lnTo>
                  <a:pt x="34" y="341"/>
                </a:lnTo>
                <a:lnTo>
                  <a:pt x="34" y="340"/>
                </a:lnTo>
                <a:lnTo>
                  <a:pt x="32" y="340"/>
                </a:lnTo>
                <a:lnTo>
                  <a:pt x="31" y="340"/>
                </a:lnTo>
                <a:lnTo>
                  <a:pt x="31" y="339"/>
                </a:lnTo>
                <a:lnTo>
                  <a:pt x="30" y="339"/>
                </a:lnTo>
                <a:lnTo>
                  <a:pt x="29" y="338"/>
                </a:lnTo>
                <a:lnTo>
                  <a:pt x="28" y="337"/>
                </a:lnTo>
                <a:lnTo>
                  <a:pt x="29" y="337"/>
                </a:lnTo>
                <a:lnTo>
                  <a:pt x="29" y="336"/>
                </a:lnTo>
                <a:lnTo>
                  <a:pt x="28" y="336"/>
                </a:lnTo>
                <a:lnTo>
                  <a:pt x="28" y="335"/>
                </a:lnTo>
                <a:lnTo>
                  <a:pt x="27" y="335"/>
                </a:lnTo>
                <a:lnTo>
                  <a:pt x="27" y="336"/>
                </a:lnTo>
                <a:lnTo>
                  <a:pt x="26" y="337"/>
                </a:lnTo>
                <a:lnTo>
                  <a:pt x="26" y="336"/>
                </a:lnTo>
                <a:lnTo>
                  <a:pt x="25" y="336"/>
                </a:lnTo>
                <a:lnTo>
                  <a:pt x="25" y="337"/>
                </a:lnTo>
                <a:lnTo>
                  <a:pt x="24" y="336"/>
                </a:lnTo>
                <a:lnTo>
                  <a:pt x="23" y="336"/>
                </a:lnTo>
                <a:lnTo>
                  <a:pt x="22" y="337"/>
                </a:lnTo>
                <a:lnTo>
                  <a:pt x="21" y="338"/>
                </a:lnTo>
                <a:lnTo>
                  <a:pt x="20" y="338"/>
                </a:lnTo>
                <a:lnTo>
                  <a:pt x="20" y="339"/>
                </a:lnTo>
                <a:lnTo>
                  <a:pt x="19" y="339"/>
                </a:lnTo>
                <a:lnTo>
                  <a:pt x="18" y="338"/>
                </a:lnTo>
                <a:lnTo>
                  <a:pt x="18" y="337"/>
                </a:lnTo>
                <a:lnTo>
                  <a:pt x="17" y="337"/>
                </a:lnTo>
                <a:lnTo>
                  <a:pt x="16" y="337"/>
                </a:lnTo>
                <a:lnTo>
                  <a:pt x="15" y="337"/>
                </a:lnTo>
                <a:lnTo>
                  <a:pt x="14" y="337"/>
                </a:lnTo>
                <a:lnTo>
                  <a:pt x="13" y="336"/>
                </a:lnTo>
                <a:lnTo>
                  <a:pt x="13" y="337"/>
                </a:lnTo>
                <a:lnTo>
                  <a:pt x="12" y="337"/>
                </a:lnTo>
                <a:lnTo>
                  <a:pt x="11" y="338"/>
                </a:lnTo>
                <a:lnTo>
                  <a:pt x="10" y="339"/>
                </a:lnTo>
                <a:lnTo>
                  <a:pt x="9" y="339"/>
                </a:lnTo>
                <a:lnTo>
                  <a:pt x="8" y="338"/>
                </a:lnTo>
                <a:lnTo>
                  <a:pt x="8" y="337"/>
                </a:lnTo>
                <a:lnTo>
                  <a:pt x="6" y="337"/>
                </a:lnTo>
                <a:lnTo>
                  <a:pt x="6" y="336"/>
                </a:lnTo>
                <a:lnTo>
                  <a:pt x="6" y="335"/>
                </a:lnTo>
                <a:lnTo>
                  <a:pt x="6" y="334"/>
                </a:lnTo>
                <a:lnTo>
                  <a:pt x="6" y="333"/>
                </a:lnTo>
                <a:lnTo>
                  <a:pt x="5" y="333"/>
                </a:lnTo>
                <a:lnTo>
                  <a:pt x="5" y="334"/>
                </a:lnTo>
                <a:lnTo>
                  <a:pt x="4" y="335"/>
                </a:lnTo>
                <a:lnTo>
                  <a:pt x="4" y="336"/>
                </a:lnTo>
                <a:lnTo>
                  <a:pt x="3" y="336"/>
                </a:lnTo>
                <a:lnTo>
                  <a:pt x="1" y="335"/>
                </a:lnTo>
                <a:lnTo>
                  <a:pt x="0" y="335"/>
                </a:lnTo>
                <a:lnTo>
                  <a:pt x="1" y="335"/>
                </a:lnTo>
                <a:lnTo>
                  <a:pt x="2" y="334"/>
                </a:lnTo>
                <a:lnTo>
                  <a:pt x="3" y="334"/>
                </a:lnTo>
                <a:lnTo>
                  <a:pt x="3" y="333"/>
                </a:lnTo>
                <a:lnTo>
                  <a:pt x="4" y="333"/>
                </a:lnTo>
                <a:lnTo>
                  <a:pt x="4" y="332"/>
                </a:lnTo>
                <a:lnTo>
                  <a:pt x="3" y="332"/>
                </a:lnTo>
                <a:lnTo>
                  <a:pt x="2" y="332"/>
                </a:lnTo>
                <a:lnTo>
                  <a:pt x="1" y="331"/>
                </a:lnTo>
                <a:lnTo>
                  <a:pt x="0" y="331"/>
                </a:lnTo>
                <a:lnTo>
                  <a:pt x="0" y="330"/>
                </a:lnTo>
                <a:lnTo>
                  <a:pt x="0" y="329"/>
                </a:lnTo>
                <a:lnTo>
                  <a:pt x="0" y="328"/>
                </a:lnTo>
                <a:lnTo>
                  <a:pt x="1" y="328"/>
                </a:lnTo>
                <a:lnTo>
                  <a:pt x="2" y="328"/>
                </a:lnTo>
                <a:lnTo>
                  <a:pt x="3" y="328"/>
                </a:lnTo>
                <a:lnTo>
                  <a:pt x="4" y="327"/>
                </a:lnTo>
                <a:lnTo>
                  <a:pt x="5" y="327"/>
                </a:lnTo>
                <a:lnTo>
                  <a:pt x="6" y="327"/>
                </a:lnTo>
                <a:lnTo>
                  <a:pt x="6" y="326"/>
                </a:lnTo>
                <a:lnTo>
                  <a:pt x="6" y="325"/>
                </a:lnTo>
                <a:lnTo>
                  <a:pt x="6" y="324"/>
                </a:lnTo>
                <a:lnTo>
                  <a:pt x="5" y="323"/>
                </a:lnTo>
                <a:lnTo>
                  <a:pt x="5" y="322"/>
                </a:lnTo>
                <a:lnTo>
                  <a:pt x="4" y="321"/>
                </a:lnTo>
                <a:lnTo>
                  <a:pt x="3" y="320"/>
                </a:lnTo>
                <a:lnTo>
                  <a:pt x="3" y="319"/>
                </a:lnTo>
                <a:lnTo>
                  <a:pt x="3" y="318"/>
                </a:lnTo>
                <a:lnTo>
                  <a:pt x="4" y="317"/>
                </a:lnTo>
                <a:lnTo>
                  <a:pt x="5" y="317"/>
                </a:lnTo>
                <a:lnTo>
                  <a:pt x="6" y="317"/>
                </a:lnTo>
                <a:lnTo>
                  <a:pt x="6" y="316"/>
                </a:lnTo>
                <a:lnTo>
                  <a:pt x="7" y="316"/>
                </a:lnTo>
                <a:lnTo>
                  <a:pt x="8" y="316"/>
                </a:lnTo>
                <a:lnTo>
                  <a:pt x="10" y="316"/>
                </a:lnTo>
                <a:lnTo>
                  <a:pt x="11" y="316"/>
                </a:lnTo>
                <a:lnTo>
                  <a:pt x="11" y="313"/>
                </a:lnTo>
                <a:lnTo>
                  <a:pt x="10" y="313"/>
                </a:lnTo>
                <a:lnTo>
                  <a:pt x="10" y="311"/>
                </a:lnTo>
                <a:lnTo>
                  <a:pt x="11" y="310"/>
                </a:lnTo>
                <a:lnTo>
                  <a:pt x="12" y="310"/>
                </a:lnTo>
                <a:lnTo>
                  <a:pt x="13" y="308"/>
                </a:lnTo>
                <a:lnTo>
                  <a:pt x="14" y="308"/>
                </a:lnTo>
                <a:lnTo>
                  <a:pt x="14" y="307"/>
                </a:lnTo>
                <a:lnTo>
                  <a:pt x="15" y="307"/>
                </a:lnTo>
                <a:lnTo>
                  <a:pt x="15" y="306"/>
                </a:lnTo>
                <a:lnTo>
                  <a:pt x="15" y="305"/>
                </a:lnTo>
                <a:lnTo>
                  <a:pt x="16" y="305"/>
                </a:lnTo>
                <a:lnTo>
                  <a:pt x="16" y="304"/>
                </a:lnTo>
                <a:lnTo>
                  <a:pt x="17" y="303"/>
                </a:lnTo>
                <a:lnTo>
                  <a:pt x="18" y="303"/>
                </a:lnTo>
                <a:lnTo>
                  <a:pt x="18" y="302"/>
                </a:lnTo>
                <a:lnTo>
                  <a:pt x="18" y="303"/>
                </a:lnTo>
                <a:lnTo>
                  <a:pt x="19" y="303"/>
                </a:lnTo>
                <a:lnTo>
                  <a:pt x="19" y="302"/>
                </a:lnTo>
                <a:lnTo>
                  <a:pt x="18" y="302"/>
                </a:lnTo>
                <a:lnTo>
                  <a:pt x="18" y="301"/>
                </a:lnTo>
                <a:lnTo>
                  <a:pt x="18" y="300"/>
                </a:lnTo>
                <a:lnTo>
                  <a:pt x="18" y="299"/>
                </a:lnTo>
                <a:lnTo>
                  <a:pt x="18" y="298"/>
                </a:lnTo>
                <a:lnTo>
                  <a:pt x="19" y="298"/>
                </a:lnTo>
                <a:lnTo>
                  <a:pt x="20" y="298"/>
                </a:lnTo>
                <a:lnTo>
                  <a:pt x="22" y="298"/>
                </a:lnTo>
                <a:lnTo>
                  <a:pt x="23" y="298"/>
                </a:lnTo>
                <a:lnTo>
                  <a:pt x="24" y="297"/>
                </a:lnTo>
                <a:lnTo>
                  <a:pt x="24" y="296"/>
                </a:lnTo>
                <a:lnTo>
                  <a:pt x="25" y="296"/>
                </a:lnTo>
                <a:lnTo>
                  <a:pt x="25" y="295"/>
                </a:lnTo>
                <a:lnTo>
                  <a:pt x="24" y="294"/>
                </a:lnTo>
                <a:lnTo>
                  <a:pt x="25" y="294"/>
                </a:lnTo>
                <a:lnTo>
                  <a:pt x="25" y="293"/>
                </a:lnTo>
                <a:lnTo>
                  <a:pt x="25" y="294"/>
                </a:lnTo>
                <a:lnTo>
                  <a:pt x="26" y="295"/>
                </a:lnTo>
                <a:lnTo>
                  <a:pt x="27" y="295"/>
                </a:lnTo>
                <a:lnTo>
                  <a:pt x="28" y="295"/>
                </a:lnTo>
                <a:lnTo>
                  <a:pt x="28" y="294"/>
                </a:lnTo>
                <a:lnTo>
                  <a:pt x="28" y="293"/>
                </a:lnTo>
                <a:lnTo>
                  <a:pt x="29" y="293"/>
                </a:lnTo>
                <a:lnTo>
                  <a:pt x="29" y="292"/>
                </a:lnTo>
                <a:lnTo>
                  <a:pt x="30" y="292"/>
                </a:lnTo>
                <a:lnTo>
                  <a:pt x="31" y="292"/>
                </a:lnTo>
                <a:lnTo>
                  <a:pt x="32" y="292"/>
                </a:lnTo>
                <a:lnTo>
                  <a:pt x="32" y="293"/>
                </a:lnTo>
                <a:lnTo>
                  <a:pt x="33" y="293"/>
                </a:lnTo>
                <a:lnTo>
                  <a:pt x="34" y="293"/>
                </a:lnTo>
                <a:lnTo>
                  <a:pt x="35" y="293"/>
                </a:lnTo>
                <a:lnTo>
                  <a:pt x="36" y="293"/>
                </a:lnTo>
                <a:lnTo>
                  <a:pt x="37" y="293"/>
                </a:lnTo>
                <a:lnTo>
                  <a:pt x="38" y="293"/>
                </a:lnTo>
                <a:lnTo>
                  <a:pt x="40" y="291"/>
                </a:lnTo>
                <a:lnTo>
                  <a:pt x="41" y="290"/>
                </a:lnTo>
                <a:lnTo>
                  <a:pt x="41" y="289"/>
                </a:lnTo>
                <a:lnTo>
                  <a:pt x="42" y="289"/>
                </a:lnTo>
                <a:lnTo>
                  <a:pt x="43" y="289"/>
                </a:lnTo>
                <a:lnTo>
                  <a:pt x="44" y="288"/>
                </a:lnTo>
                <a:lnTo>
                  <a:pt x="45" y="288"/>
                </a:lnTo>
                <a:lnTo>
                  <a:pt x="45" y="287"/>
                </a:lnTo>
                <a:lnTo>
                  <a:pt x="46" y="287"/>
                </a:lnTo>
                <a:lnTo>
                  <a:pt x="46" y="286"/>
                </a:lnTo>
                <a:lnTo>
                  <a:pt x="47" y="286"/>
                </a:lnTo>
                <a:lnTo>
                  <a:pt x="48" y="286"/>
                </a:lnTo>
                <a:lnTo>
                  <a:pt x="49" y="286"/>
                </a:lnTo>
                <a:lnTo>
                  <a:pt x="49" y="285"/>
                </a:lnTo>
                <a:lnTo>
                  <a:pt x="49" y="284"/>
                </a:lnTo>
                <a:lnTo>
                  <a:pt x="49" y="283"/>
                </a:lnTo>
                <a:lnTo>
                  <a:pt x="48" y="282"/>
                </a:lnTo>
                <a:lnTo>
                  <a:pt x="48" y="281"/>
                </a:lnTo>
                <a:lnTo>
                  <a:pt x="48" y="280"/>
                </a:lnTo>
                <a:lnTo>
                  <a:pt x="48" y="279"/>
                </a:lnTo>
                <a:lnTo>
                  <a:pt x="48" y="280"/>
                </a:lnTo>
                <a:lnTo>
                  <a:pt x="49" y="279"/>
                </a:lnTo>
                <a:lnTo>
                  <a:pt x="50" y="278"/>
                </a:lnTo>
                <a:lnTo>
                  <a:pt x="51" y="278"/>
                </a:lnTo>
                <a:lnTo>
                  <a:pt x="52" y="277"/>
                </a:lnTo>
                <a:lnTo>
                  <a:pt x="52" y="276"/>
                </a:lnTo>
                <a:lnTo>
                  <a:pt x="53" y="275"/>
                </a:lnTo>
                <a:lnTo>
                  <a:pt x="53" y="274"/>
                </a:lnTo>
                <a:lnTo>
                  <a:pt x="54" y="274"/>
                </a:lnTo>
                <a:lnTo>
                  <a:pt x="54" y="273"/>
                </a:lnTo>
                <a:lnTo>
                  <a:pt x="54" y="272"/>
                </a:lnTo>
                <a:lnTo>
                  <a:pt x="55" y="272"/>
                </a:lnTo>
                <a:lnTo>
                  <a:pt x="55" y="271"/>
                </a:lnTo>
                <a:lnTo>
                  <a:pt x="56" y="270"/>
                </a:lnTo>
                <a:lnTo>
                  <a:pt x="57" y="270"/>
                </a:lnTo>
                <a:lnTo>
                  <a:pt x="57" y="269"/>
                </a:lnTo>
                <a:lnTo>
                  <a:pt x="55" y="269"/>
                </a:lnTo>
                <a:lnTo>
                  <a:pt x="56" y="269"/>
                </a:lnTo>
                <a:lnTo>
                  <a:pt x="57" y="269"/>
                </a:lnTo>
                <a:lnTo>
                  <a:pt x="58" y="269"/>
                </a:lnTo>
                <a:lnTo>
                  <a:pt x="58" y="268"/>
                </a:lnTo>
                <a:lnTo>
                  <a:pt x="59" y="268"/>
                </a:lnTo>
                <a:lnTo>
                  <a:pt x="58" y="267"/>
                </a:lnTo>
                <a:lnTo>
                  <a:pt x="59" y="267"/>
                </a:lnTo>
                <a:lnTo>
                  <a:pt x="60" y="265"/>
                </a:lnTo>
                <a:lnTo>
                  <a:pt x="60" y="264"/>
                </a:lnTo>
                <a:lnTo>
                  <a:pt x="61" y="263"/>
                </a:lnTo>
                <a:lnTo>
                  <a:pt x="62" y="262"/>
                </a:lnTo>
                <a:lnTo>
                  <a:pt x="63" y="262"/>
                </a:lnTo>
                <a:lnTo>
                  <a:pt x="64" y="261"/>
                </a:lnTo>
                <a:lnTo>
                  <a:pt x="66" y="261"/>
                </a:lnTo>
                <a:lnTo>
                  <a:pt x="67" y="261"/>
                </a:lnTo>
                <a:lnTo>
                  <a:pt x="68" y="261"/>
                </a:lnTo>
                <a:lnTo>
                  <a:pt x="70" y="261"/>
                </a:lnTo>
                <a:lnTo>
                  <a:pt x="71" y="262"/>
                </a:lnTo>
                <a:lnTo>
                  <a:pt x="71" y="261"/>
                </a:lnTo>
                <a:lnTo>
                  <a:pt x="71" y="260"/>
                </a:lnTo>
                <a:lnTo>
                  <a:pt x="72" y="260"/>
                </a:lnTo>
                <a:lnTo>
                  <a:pt x="72" y="261"/>
                </a:lnTo>
                <a:lnTo>
                  <a:pt x="74" y="260"/>
                </a:lnTo>
                <a:lnTo>
                  <a:pt x="76" y="260"/>
                </a:lnTo>
                <a:lnTo>
                  <a:pt x="77" y="259"/>
                </a:lnTo>
                <a:lnTo>
                  <a:pt x="78" y="259"/>
                </a:lnTo>
                <a:lnTo>
                  <a:pt x="79" y="259"/>
                </a:lnTo>
                <a:lnTo>
                  <a:pt x="80" y="259"/>
                </a:lnTo>
                <a:lnTo>
                  <a:pt x="81" y="257"/>
                </a:lnTo>
                <a:lnTo>
                  <a:pt x="81" y="256"/>
                </a:lnTo>
                <a:lnTo>
                  <a:pt x="80" y="256"/>
                </a:lnTo>
                <a:lnTo>
                  <a:pt x="80" y="255"/>
                </a:lnTo>
                <a:lnTo>
                  <a:pt x="81" y="255"/>
                </a:lnTo>
                <a:lnTo>
                  <a:pt x="81" y="254"/>
                </a:lnTo>
                <a:lnTo>
                  <a:pt x="82" y="254"/>
                </a:lnTo>
                <a:lnTo>
                  <a:pt x="83" y="253"/>
                </a:lnTo>
                <a:lnTo>
                  <a:pt x="84" y="251"/>
                </a:lnTo>
                <a:lnTo>
                  <a:pt x="86" y="251"/>
                </a:lnTo>
                <a:lnTo>
                  <a:pt x="86" y="250"/>
                </a:lnTo>
                <a:lnTo>
                  <a:pt x="87" y="250"/>
                </a:lnTo>
                <a:lnTo>
                  <a:pt x="87" y="249"/>
                </a:lnTo>
                <a:lnTo>
                  <a:pt x="91" y="249"/>
                </a:lnTo>
                <a:lnTo>
                  <a:pt x="91" y="250"/>
                </a:lnTo>
                <a:lnTo>
                  <a:pt x="92" y="249"/>
                </a:lnTo>
                <a:lnTo>
                  <a:pt x="93" y="249"/>
                </a:lnTo>
                <a:lnTo>
                  <a:pt x="93" y="248"/>
                </a:lnTo>
                <a:lnTo>
                  <a:pt x="94" y="248"/>
                </a:lnTo>
                <a:lnTo>
                  <a:pt x="95" y="248"/>
                </a:lnTo>
                <a:lnTo>
                  <a:pt x="96" y="248"/>
                </a:lnTo>
                <a:lnTo>
                  <a:pt x="96" y="247"/>
                </a:lnTo>
                <a:lnTo>
                  <a:pt x="96" y="248"/>
                </a:lnTo>
                <a:lnTo>
                  <a:pt x="97" y="248"/>
                </a:lnTo>
                <a:lnTo>
                  <a:pt x="97" y="247"/>
                </a:lnTo>
                <a:lnTo>
                  <a:pt x="97" y="246"/>
                </a:lnTo>
                <a:lnTo>
                  <a:pt x="97" y="244"/>
                </a:lnTo>
                <a:lnTo>
                  <a:pt x="98" y="244"/>
                </a:lnTo>
                <a:lnTo>
                  <a:pt x="97" y="243"/>
                </a:lnTo>
                <a:lnTo>
                  <a:pt x="96" y="243"/>
                </a:lnTo>
                <a:lnTo>
                  <a:pt x="96" y="242"/>
                </a:lnTo>
                <a:lnTo>
                  <a:pt x="97" y="242"/>
                </a:lnTo>
                <a:lnTo>
                  <a:pt x="98" y="242"/>
                </a:lnTo>
                <a:lnTo>
                  <a:pt x="98" y="241"/>
                </a:lnTo>
                <a:lnTo>
                  <a:pt x="99" y="241"/>
                </a:lnTo>
                <a:lnTo>
                  <a:pt x="100" y="241"/>
                </a:lnTo>
                <a:lnTo>
                  <a:pt x="100" y="240"/>
                </a:lnTo>
                <a:lnTo>
                  <a:pt x="99" y="239"/>
                </a:lnTo>
                <a:lnTo>
                  <a:pt x="100" y="238"/>
                </a:lnTo>
                <a:lnTo>
                  <a:pt x="102" y="237"/>
                </a:lnTo>
                <a:lnTo>
                  <a:pt x="103" y="237"/>
                </a:lnTo>
                <a:lnTo>
                  <a:pt x="105" y="237"/>
                </a:lnTo>
                <a:lnTo>
                  <a:pt x="106" y="237"/>
                </a:lnTo>
                <a:lnTo>
                  <a:pt x="108" y="236"/>
                </a:lnTo>
                <a:lnTo>
                  <a:pt x="108" y="237"/>
                </a:lnTo>
                <a:lnTo>
                  <a:pt x="109" y="237"/>
                </a:lnTo>
                <a:lnTo>
                  <a:pt x="111" y="237"/>
                </a:lnTo>
                <a:lnTo>
                  <a:pt x="112" y="237"/>
                </a:lnTo>
                <a:lnTo>
                  <a:pt x="112" y="236"/>
                </a:lnTo>
                <a:lnTo>
                  <a:pt x="113" y="234"/>
                </a:lnTo>
                <a:lnTo>
                  <a:pt x="113" y="233"/>
                </a:lnTo>
                <a:lnTo>
                  <a:pt x="113" y="232"/>
                </a:lnTo>
                <a:lnTo>
                  <a:pt x="113" y="231"/>
                </a:lnTo>
                <a:lnTo>
                  <a:pt x="114" y="231"/>
                </a:lnTo>
                <a:lnTo>
                  <a:pt x="115" y="231"/>
                </a:lnTo>
                <a:lnTo>
                  <a:pt x="115" y="229"/>
                </a:lnTo>
                <a:lnTo>
                  <a:pt x="115" y="228"/>
                </a:lnTo>
                <a:lnTo>
                  <a:pt x="116" y="228"/>
                </a:lnTo>
                <a:lnTo>
                  <a:pt x="115" y="228"/>
                </a:lnTo>
                <a:lnTo>
                  <a:pt x="116" y="227"/>
                </a:lnTo>
                <a:lnTo>
                  <a:pt x="116" y="226"/>
                </a:lnTo>
                <a:lnTo>
                  <a:pt x="116" y="225"/>
                </a:lnTo>
                <a:lnTo>
                  <a:pt x="116" y="224"/>
                </a:lnTo>
                <a:lnTo>
                  <a:pt x="117" y="223"/>
                </a:lnTo>
                <a:lnTo>
                  <a:pt x="117" y="222"/>
                </a:lnTo>
                <a:lnTo>
                  <a:pt x="116" y="222"/>
                </a:lnTo>
                <a:lnTo>
                  <a:pt x="115" y="222"/>
                </a:lnTo>
                <a:lnTo>
                  <a:pt x="115" y="223"/>
                </a:lnTo>
                <a:lnTo>
                  <a:pt x="114" y="223"/>
                </a:lnTo>
                <a:lnTo>
                  <a:pt x="113" y="223"/>
                </a:lnTo>
                <a:lnTo>
                  <a:pt x="112" y="224"/>
                </a:lnTo>
                <a:lnTo>
                  <a:pt x="112" y="225"/>
                </a:lnTo>
                <a:lnTo>
                  <a:pt x="111" y="225"/>
                </a:lnTo>
                <a:lnTo>
                  <a:pt x="111" y="226"/>
                </a:lnTo>
                <a:lnTo>
                  <a:pt x="110" y="226"/>
                </a:lnTo>
                <a:lnTo>
                  <a:pt x="110" y="227"/>
                </a:lnTo>
                <a:lnTo>
                  <a:pt x="109" y="228"/>
                </a:lnTo>
                <a:lnTo>
                  <a:pt x="108" y="228"/>
                </a:lnTo>
                <a:lnTo>
                  <a:pt x="107" y="229"/>
                </a:lnTo>
                <a:lnTo>
                  <a:pt x="106" y="229"/>
                </a:lnTo>
                <a:lnTo>
                  <a:pt x="105" y="229"/>
                </a:lnTo>
                <a:lnTo>
                  <a:pt x="104" y="229"/>
                </a:lnTo>
                <a:lnTo>
                  <a:pt x="104" y="230"/>
                </a:lnTo>
                <a:lnTo>
                  <a:pt x="102" y="230"/>
                </a:lnTo>
                <a:lnTo>
                  <a:pt x="102" y="231"/>
                </a:lnTo>
                <a:lnTo>
                  <a:pt x="101" y="231"/>
                </a:lnTo>
                <a:lnTo>
                  <a:pt x="101" y="232"/>
                </a:lnTo>
                <a:lnTo>
                  <a:pt x="100" y="231"/>
                </a:lnTo>
                <a:lnTo>
                  <a:pt x="99" y="231"/>
                </a:lnTo>
                <a:lnTo>
                  <a:pt x="98" y="231"/>
                </a:lnTo>
                <a:lnTo>
                  <a:pt x="97" y="231"/>
                </a:lnTo>
                <a:lnTo>
                  <a:pt x="97" y="232"/>
                </a:lnTo>
                <a:lnTo>
                  <a:pt x="96" y="232"/>
                </a:lnTo>
                <a:lnTo>
                  <a:pt x="96" y="233"/>
                </a:lnTo>
                <a:lnTo>
                  <a:pt x="95" y="233"/>
                </a:lnTo>
                <a:lnTo>
                  <a:pt x="94" y="233"/>
                </a:lnTo>
                <a:lnTo>
                  <a:pt x="93" y="232"/>
                </a:lnTo>
                <a:lnTo>
                  <a:pt x="93" y="233"/>
                </a:lnTo>
                <a:lnTo>
                  <a:pt x="92" y="233"/>
                </a:lnTo>
                <a:lnTo>
                  <a:pt x="92" y="232"/>
                </a:lnTo>
                <a:lnTo>
                  <a:pt x="91" y="232"/>
                </a:lnTo>
                <a:lnTo>
                  <a:pt x="90" y="233"/>
                </a:lnTo>
                <a:lnTo>
                  <a:pt x="89" y="233"/>
                </a:lnTo>
                <a:lnTo>
                  <a:pt x="89" y="234"/>
                </a:lnTo>
                <a:lnTo>
                  <a:pt x="88" y="234"/>
                </a:lnTo>
                <a:lnTo>
                  <a:pt x="88" y="235"/>
                </a:lnTo>
                <a:lnTo>
                  <a:pt x="88" y="236"/>
                </a:lnTo>
                <a:lnTo>
                  <a:pt x="87" y="236"/>
                </a:lnTo>
                <a:lnTo>
                  <a:pt x="87" y="237"/>
                </a:lnTo>
                <a:lnTo>
                  <a:pt x="86" y="237"/>
                </a:lnTo>
                <a:lnTo>
                  <a:pt x="84" y="237"/>
                </a:lnTo>
                <a:lnTo>
                  <a:pt x="83" y="237"/>
                </a:lnTo>
                <a:lnTo>
                  <a:pt x="82" y="237"/>
                </a:lnTo>
                <a:lnTo>
                  <a:pt x="81" y="237"/>
                </a:lnTo>
                <a:lnTo>
                  <a:pt x="80" y="237"/>
                </a:lnTo>
                <a:lnTo>
                  <a:pt x="80" y="238"/>
                </a:lnTo>
                <a:lnTo>
                  <a:pt x="79" y="239"/>
                </a:lnTo>
                <a:lnTo>
                  <a:pt x="79" y="240"/>
                </a:lnTo>
                <a:lnTo>
                  <a:pt x="78" y="240"/>
                </a:lnTo>
                <a:lnTo>
                  <a:pt x="77" y="240"/>
                </a:lnTo>
                <a:lnTo>
                  <a:pt x="77" y="241"/>
                </a:lnTo>
                <a:lnTo>
                  <a:pt x="76" y="241"/>
                </a:lnTo>
                <a:lnTo>
                  <a:pt x="76" y="242"/>
                </a:lnTo>
                <a:lnTo>
                  <a:pt x="74" y="241"/>
                </a:lnTo>
                <a:lnTo>
                  <a:pt x="73" y="241"/>
                </a:lnTo>
                <a:lnTo>
                  <a:pt x="72" y="241"/>
                </a:lnTo>
                <a:lnTo>
                  <a:pt x="71" y="242"/>
                </a:lnTo>
                <a:lnTo>
                  <a:pt x="70" y="242"/>
                </a:lnTo>
                <a:lnTo>
                  <a:pt x="68" y="243"/>
                </a:lnTo>
                <a:lnTo>
                  <a:pt x="67" y="243"/>
                </a:lnTo>
                <a:lnTo>
                  <a:pt x="66" y="244"/>
                </a:lnTo>
                <a:lnTo>
                  <a:pt x="65" y="245"/>
                </a:lnTo>
                <a:lnTo>
                  <a:pt x="64" y="245"/>
                </a:lnTo>
                <a:lnTo>
                  <a:pt x="63" y="245"/>
                </a:lnTo>
                <a:lnTo>
                  <a:pt x="62" y="245"/>
                </a:lnTo>
                <a:lnTo>
                  <a:pt x="61" y="245"/>
                </a:lnTo>
                <a:lnTo>
                  <a:pt x="61" y="246"/>
                </a:lnTo>
                <a:lnTo>
                  <a:pt x="60" y="246"/>
                </a:lnTo>
                <a:lnTo>
                  <a:pt x="59" y="247"/>
                </a:lnTo>
                <a:lnTo>
                  <a:pt x="58" y="247"/>
                </a:lnTo>
                <a:lnTo>
                  <a:pt x="58" y="248"/>
                </a:lnTo>
                <a:lnTo>
                  <a:pt x="57" y="248"/>
                </a:lnTo>
                <a:lnTo>
                  <a:pt x="55" y="250"/>
                </a:lnTo>
                <a:lnTo>
                  <a:pt x="54" y="252"/>
                </a:lnTo>
                <a:lnTo>
                  <a:pt x="53" y="252"/>
                </a:lnTo>
                <a:lnTo>
                  <a:pt x="53" y="253"/>
                </a:lnTo>
                <a:lnTo>
                  <a:pt x="53" y="254"/>
                </a:lnTo>
                <a:lnTo>
                  <a:pt x="52" y="254"/>
                </a:lnTo>
                <a:lnTo>
                  <a:pt x="50" y="255"/>
                </a:lnTo>
                <a:lnTo>
                  <a:pt x="50" y="256"/>
                </a:lnTo>
                <a:lnTo>
                  <a:pt x="49" y="256"/>
                </a:lnTo>
                <a:lnTo>
                  <a:pt x="48" y="256"/>
                </a:lnTo>
                <a:lnTo>
                  <a:pt x="48" y="255"/>
                </a:lnTo>
                <a:lnTo>
                  <a:pt x="47" y="255"/>
                </a:lnTo>
                <a:lnTo>
                  <a:pt x="47" y="254"/>
                </a:lnTo>
                <a:lnTo>
                  <a:pt x="47" y="253"/>
                </a:lnTo>
                <a:lnTo>
                  <a:pt x="47" y="252"/>
                </a:lnTo>
                <a:lnTo>
                  <a:pt x="48" y="251"/>
                </a:lnTo>
                <a:lnTo>
                  <a:pt x="47" y="250"/>
                </a:lnTo>
                <a:lnTo>
                  <a:pt x="48" y="250"/>
                </a:lnTo>
                <a:lnTo>
                  <a:pt x="48" y="249"/>
                </a:lnTo>
                <a:lnTo>
                  <a:pt x="48" y="248"/>
                </a:lnTo>
                <a:lnTo>
                  <a:pt x="47" y="248"/>
                </a:lnTo>
                <a:lnTo>
                  <a:pt x="47" y="247"/>
                </a:lnTo>
                <a:lnTo>
                  <a:pt x="48" y="247"/>
                </a:lnTo>
                <a:lnTo>
                  <a:pt x="49" y="247"/>
                </a:lnTo>
                <a:lnTo>
                  <a:pt x="49" y="246"/>
                </a:lnTo>
                <a:lnTo>
                  <a:pt x="50" y="244"/>
                </a:lnTo>
                <a:lnTo>
                  <a:pt x="49" y="241"/>
                </a:lnTo>
                <a:lnTo>
                  <a:pt x="49" y="240"/>
                </a:lnTo>
                <a:lnTo>
                  <a:pt x="48" y="239"/>
                </a:lnTo>
                <a:lnTo>
                  <a:pt x="49" y="239"/>
                </a:lnTo>
                <a:lnTo>
                  <a:pt x="49" y="238"/>
                </a:lnTo>
                <a:lnTo>
                  <a:pt x="49" y="237"/>
                </a:lnTo>
                <a:lnTo>
                  <a:pt x="49" y="236"/>
                </a:lnTo>
                <a:lnTo>
                  <a:pt x="51" y="236"/>
                </a:lnTo>
                <a:lnTo>
                  <a:pt x="52" y="236"/>
                </a:lnTo>
                <a:lnTo>
                  <a:pt x="52" y="235"/>
                </a:lnTo>
                <a:lnTo>
                  <a:pt x="53" y="234"/>
                </a:lnTo>
                <a:lnTo>
                  <a:pt x="53" y="235"/>
                </a:lnTo>
                <a:lnTo>
                  <a:pt x="54" y="234"/>
                </a:lnTo>
                <a:lnTo>
                  <a:pt x="54" y="233"/>
                </a:lnTo>
                <a:lnTo>
                  <a:pt x="55" y="233"/>
                </a:lnTo>
                <a:lnTo>
                  <a:pt x="56" y="233"/>
                </a:lnTo>
                <a:lnTo>
                  <a:pt x="57" y="233"/>
                </a:lnTo>
                <a:lnTo>
                  <a:pt x="57" y="232"/>
                </a:lnTo>
                <a:lnTo>
                  <a:pt x="57" y="231"/>
                </a:lnTo>
                <a:lnTo>
                  <a:pt x="57" y="230"/>
                </a:lnTo>
                <a:lnTo>
                  <a:pt x="57" y="227"/>
                </a:lnTo>
                <a:lnTo>
                  <a:pt x="58" y="227"/>
                </a:lnTo>
                <a:lnTo>
                  <a:pt x="58" y="226"/>
                </a:lnTo>
                <a:lnTo>
                  <a:pt x="58" y="225"/>
                </a:lnTo>
                <a:lnTo>
                  <a:pt x="59" y="224"/>
                </a:lnTo>
                <a:lnTo>
                  <a:pt x="60" y="223"/>
                </a:lnTo>
                <a:lnTo>
                  <a:pt x="60" y="222"/>
                </a:lnTo>
                <a:lnTo>
                  <a:pt x="60" y="221"/>
                </a:lnTo>
                <a:lnTo>
                  <a:pt x="61" y="220"/>
                </a:lnTo>
                <a:lnTo>
                  <a:pt x="60" y="220"/>
                </a:lnTo>
                <a:lnTo>
                  <a:pt x="60" y="219"/>
                </a:lnTo>
                <a:lnTo>
                  <a:pt x="60" y="218"/>
                </a:lnTo>
                <a:lnTo>
                  <a:pt x="60" y="219"/>
                </a:lnTo>
                <a:lnTo>
                  <a:pt x="61" y="218"/>
                </a:lnTo>
                <a:lnTo>
                  <a:pt x="60" y="218"/>
                </a:lnTo>
                <a:lnTo>
                  <a:pt x="60" y="217"/>
                </a:lnTo>
                <a:lnTo>
                  <a:pt x="60" y="216"/>
                </a:lnTo>
                <a:lnTo>
                  <a:pt x="60" y="215"/>
                </a:lnTo>
                <a:lnTo>
                  <a:pt x="60" y="214"/>
                </a:lnTo>
                <a:lnTo>
                  <a:pt x="59" y="214"/>
                </a:lnTo>
                <a:lnTo>
                  <a:pt x="60" y="214"/>
                </a:lnTo>
                <a:lnTo>
                  <a:pt x="60" y="213"/>
                </a:lnTo>
                <a:lnTo>
                  <a:pt x="60" y="212"/>
                </a:lnTo>
                <a:lnTo>
                  <a:pt x="59" y="212"/>
                </a:lnTo>
                <a:lnTo>
                  <a:pt x="59" y="211"/>
                </a:lnTo>
                <a:lnTo>
                  <a:pt x="60" y="211"/>
                </a:lnTo>
                <a:lnTo>
                  <a:pt x="60" y="210"/>
                </a:lnTo>
                <a:lnTo>
                  <a:pt x="60" y="209"/>
                </a:lnTo>
                <a:lnTo>
                  <a:pt x="60" y="208"/>
                </a:lnTo>
                <a:lnTo>
                  <a:pt x="59" y="208"/>
                </a:lnTo>
                <a:lnTo>
                  <a:pt x="59" y="207"/>
                </a:lnTo>
                <a:lnTo>
                  <a:pt x="59" y="206"/>
                </a:lnTo>
                <a:lnTo>
                  <a:pt x="58" y="206"/>
                </a:lnTo>
                <a:lnTo>
                  <a:pt x="58" y="205"/>
                </a:lnTo>
                <a:lnTo>
                  <a:pt x="57" y="206"/>
                </a:lnTo>
                <a:lnTo>
                  <a:pt x="56" y="205"/>
                </a:lnTo>
                <a:lnTo>
                  <a:pt x="55" y="205"/>
                </a:lnTo>
                <a:lnTo>
                  <a:pt x="56" y="205"/>
                </a:lnTo>
                <a:lnTo>
                  <a:pt x="55" y="204"/>
                </a:lnTo>
                <a:lnTo>
                  <a:pt x="54" y="204"/>
                </a:lnTo>
                <a:lnTo>
                  <a:pt x="55" y="203"/>
                </a:lnTo>
                <a:lnTo>
                  <a:pt x="55" y="202"/>
                </a:lnTo>
                <a:lnTo>
                  <a:pt x="55" y="201"/>
                </a:lnTo>
                <a:lnTo>
                  <a:pt x="54" y="200"/>
                </a:lnTo>
                <a:lnTo>
                  <a:pt x="53" y="200"/>
                </a:lnTo>
                <a:lnTo>
                  <a:pt x="53" y="201"/>
                </a:lnTo>
                <a:lnTo>
                  <a:pt x="52" y="201"/>
                </a:lnTo>
                <a:lnTo>
                  <a:pt x="51" y="201"/>
                </a:lnTo>
                <a:lnTo>
                  <a:pt x="50" y="202"/>
                </a:lnTo>
                <a:lnTo>
                  <a:pt x="49" y="202"/>
                </a:lnTo>
                <a:lnTo>
                  <a:pt x="48" y="202"/>
                </a:lnTo>
                <a:lnTo>
                  <a:pt x="48" y="201"/>
                </a:lnTo>
                <a:lnTo>
                  <a:pt x="49" y="201"/>
                </a:lnTo>
                <a:lnTo>
                  <a:pt x="50" y="201"/>
                </a:lnTo>
                <a:lnTo>
                  <a:pt x="50" y="200"/>
                </a:lnTo>
                <a:lnTo>
                  <a:pt x="50" y="198"/>
                </a:lnTo>
                <a:lnTo>
                  <a:pt x="49" y="198"/>
                </a:lnTo>
                <a:lnTo>
                  <a:pt x="48" y="198"/>
                </a:lnTo>
                <a:lnTo>
                  <a:pt x="48" y="197"/>
                </a:lnTo>
                <a:lnTo>
                  <a:pt x="48" y="196"/>
                </a:lnTo>
                <a:lnTo>
                  <a:pt x="47" y="196"/>
                </a:lnTo>
                <a:lnTo>
                  <a:pt x="47" y="195"/>
                </a:lnTo>
                <a:lnTo>
                  <a:pt x="47" y="194"/>
                </a:lnTo>
                <a:lnTo>
                  <a:pt x="48" y="194"/>
                </a:lnTo>
                <a:lnTo>
                  <a:pt x="48" y="193"/>
                </a:lnTo>
                <a:lnTo>
                  <a:pt x="47" y="193"/>
                </a:lnTo>
                <a:lnTo>
                  <a:pt x="46" y="193"/>
                </a:lnTo>
                <a:lnTo>
                  <a:pt x="45" y="192"/>
                </a:lnTo>
                <a:lnTo>
                  <a:pt x="44" y="192"/>
                </a:lnTo>
                <a:lnTo>
                  <a:pt x="43" y="192"/>
                </a:lnTo>
                <a:lnTo>
                  <a:pt x="43" y="191"/>
                </a:lnTo>
                <a:lnTo>
                  <a:pt x="44" y="191"/>
                </a:lnTo>
                <a:lnTo>
                  <a:pt x="44" y="190"/>
                </a:lnTo>
                <a:lnTo>
                  <a:pt x="45" y="190"/>
                </a:lnTo>
                <a:lnTo>
                  <a:pt x="45" y="189"/>
                </a:lnTo>
                <a:lnTo>
                  <a:pt x="45" y="188"/>
                </a:lnTo>
                <a:lnTo>
                  <a:pt x="45" y="187"/>
                </a:lnTo>
                <a:lnTo>
                  <a:pt x="44" y="187"/>
                </a:lnTo>
                <a:lnTo>
                  <a:pt x="44" y="186"/>
                </a:lnTo>
                <a:lnTo>
                  <a:pt x="43" y="187"/>
                </a:lnTo>
                <a:lnTo>
                  <a:pt x="43" y="186"/>
                </a:lnTo>
                <a:lnTo>
                  <a:pt x="43" y="185"/>
                </a:lnTo>
                <a:lnTo>
                  <a:pt x="42" y="185"/>
                </a:lnTo>
                <a:lnTo>
                  <a:pt x="42" y="184"/>
                </a:lnTo>
                <a:lnTo>
                  <a:pt x="42" y="183"/>
                </a:lnTo>
                <a:lnTo>
                  <a:pt x="43" y="183"/>
                </a:lnTo>
                <a:lnTo>
                  <a:pt x="43" y="182"/>
                </a:lnTo>
                <a:lnTo>
                  <a:pt x="43" y="181"/>
                </a:lnTo>
                <a:lnTo>
                  <a:pt x="44" y="179"/>
                </a:lnTo>
                <a:lnTo>
                  <a:pt x="45" y="178"/>
                </a:lnTo>
                <a:lnTo>
                  <a:pt x="46" y="177"/>
                </a:lnTo>
                <a:lnTo>
                  <a:pt x="47" y="176"/>
                </a:lnTo>
                <a:lnTo>
                  <a:pt x="47" y="175"/>
                </a:lnTo>
                <a:lnTo>
                  <a:pt x="47" y="174"/>
                </a:lnTo>
                <a:lnTo>
                  <a:pt x="47" y="173"/>
                </a:lnTo>
                <a:lnTo>
                  <a:pt x="47" y="172"/>
                </a:lnTo>
                <a:lnTo>
                  <a:pt x="47" y="171"/>
                </a:lnTo>
                <a:lnTo>
                  <a:pt x="48" y="171"/>
                </a:lnTo>
                <a:lnTo>
                  <a:pt x="48" y="170"/>
                </a:lnTo>
                <a:lnTo>
                  <a:pt x="48" y="169"/>
                </a:lnTo>
                <a:lnTo>
                  <a:pt x="49" y="168"/>
                </a:lnTo>
                <a:lnTo>
                  <a:pt x="49" y="169"/>
                </a:lnTo>
                <a:lnTo>
                  <a:pt x="50" y="169"/>
                </a:lnTo>
                <a:lnTo>
                  <a:pt x="50" y="168"/>
                </a:lnTo>
                <a:lnTo>
                  <a:pt x="51" y="168"/>
                </a:lnTo>
                <a:lnTo>
                  <a:pt x="52" y="167"/>
                </a:lnTo>
                <a:lnTo>
                  <a:pt x="52" y="166"/>
                </a:lnTo>
                <a:lnTo>
                  <a:pt x="51" y="166"/>
                </a:lnTo>
                <a:lnTo>
                  <a:pt x="52" y="165"/>
                </a:lnTo>
                <a:lnTo>
                  <a:pt x="53" y="165"/>
                </a:lnTo>
                <a:lnTo>
                  <a:pt x="54" y="164"/>
                </a:lnTo>
                <a:lnTo>
                  <a:pt x="53" y="164"/>
                </a:lnTo>
                <a:lnTo>
                  <a:pt x="54" y="164"/>
                </a:lnTo>
                <a:lnTo>
                  <a:pt x="54" y="163"/>
                </a:lnTo>
                <a:lnTo>
                  <a:pt x="55" y="163"/>
                </a:lnTo>
                <a:lnTo>
                  <a:pt x="54" y="163"/>
                </a:lnTo>
                <a:lnTo>
                  <a:pt x="55" y="163"/>
                </a:lnTo>
                <a:lnTo>
                  <a:pt x="55" y="162"/>
                </a:lnTo>
                <a:lnTo>
                  <a:pt x="56" y="162"/>
                </a:lnTo>
                <a:lnTo>
                  <a:pt x="57" y="162"/>
                </a:lnTo>
                <a:lnTo>
                  <a:pt x="57" y="161"/>
                </a:lnTo>
                <a:lnTo>
                  <a:pt x="57" y="160"/>
                </a:lnTo>
                <a:lnTo>
                  <a:pt x="58" y="159"/>
                </a:lnTo>
                <a:lnTo>
                  <a:pt x="58" y="158"/>
                </a:lnTo>
                <a:lnTo>
                  <a:pt x="59" y="158"/>
                </a:lnTo>
                <a:lnTo>
                  <a:pt x="59" y="157"/>
                </a:lnTo>
                <a:lnTo>
                  <a:pt x="60" y="157"/>
                </a:lnTo>
                <a:lnTo>
                  <a:pt x="60" y="156"/>
                </a:lnTo>
                <a:lnTo>
                  <a:pt x="60" y="155"/>
                </a:lnTo>
                <a:lnTo>
                  <a:pt x="61" y="155"/>
                </a:lnTo>
                <a:lnTo>
                  <a:pt x="63" y="154"/>
                </a:lnTo>
                <a:lnTo>
                  <a:pt x="64" y="155"/>
                </a:lnTo>
                <a:lnTo>
                  <a:pt x="64" y="154"/>
                </a:lnTo>
                <a:lnTo>
                  <a:pt x="65" y="154"/>
                </a:lnTo>
                <a:lnTo>
                  <a:pt x="67" y="153"/>
                </a:lnTo>
                <a:lnTo>
                  <a:pt x="68" y="153"/>
                </a:lnTo>
                <a:lnTo>
                  <a:pt x="70" y="153"/>
                </a:lnTo>
                <a:lnTo>
                  <a:pt x="71" y="153"/>
                </a:lnTo>
                <a:lnTo>
                  <a:pt x="72" y="152"/>
                </a:lnTo>
                <a:lnTo>
                  <a:pt x="73" y="152"/>
                </a:lnTo>
                <a:lnTo>
                  <a:pt x="74" y="152"/>
                </a:lnTo>
                <a:lnTo>
                  <a:pt x="74" y="151"/>
                </a:lnTo>
                <a:lnTo>
                  <a:pt x="75" y="151"/>
                </a:lnTo>
                <a:lnTo>
                  <a:pt x="76" y="151"/>
                </a:lnTo>
                <a:lnTo>
                  <a:pt x="76" y="150"/>
                </a:lnTo>
                <a:lnTo>
                  <a:pt x="77" y="150"/>
                </a:lnTo>
                <a:lnTo>
                  <a:pt x="78" y="150"/>
                </a:lnTo>
                <a:lnTo>
                  <a:pt x="79" y="150"/>
                </a:lnTo>
                <a:lnTo>
                  <a:pt x="80" y="149"/>
                </a:lnTo>
                <a:lnTo>
                  <a:pt x="80" y="148"/>
                </a:lnTo>
                <a:lnTo>
                  <a:pt x="80" y="147"/>
                </a:lnTo>
                <a:lnTo>
                  <a:pt x="80" y="146"/>
                </a:lnTo>
                <a:lnTo>
                  <a:pt x="81" y="145"/>
                </a:lnTo>
                <a:lnTo>
                  <a:pt x="81" y="144"/>
                </a:lnTo>
                <a:lnTo>
                  <a:pt x="81" y="143"/>
                </a:lnTo>
                <a:lnTo>
                  <a:pt x="82" y="143"/>
                </a:lnTo>
                <a:lnTo>
                  <a:pt x="82" y="142"/>
                </a:lnTo>
                <a:lnTo>
                  <a:pt x="83" y="142"/>
                </a:lnTo>
                <a:lnTo>
                  <a:pt x="83" y="141"/>
                </a:lnTo>
                <a:lnTo>
                  <a:pt x="84" y="141"/>
                </a:lnTo>
                <a:lnTo>
                  <a:pt x="85" y="140"/>
                </a:lnTo>
                <a:lnTo>
                  <a:pt x="86" y="140"/>
                </a:lnTo>
                <a:lnTo>
                  <a:pt x="87" y="140"/>
                </a:lnTo>
                <a:lnTo>
                  <a:pt x="87" y="139"/>
                </a:lnTo>
                <a:lnTo>
                  <a:pt x="86" y="138"/>
                </a:lnTo>
                <a:lnTo>
                  <a:pt x="87" y="138"/>
                </a:lnTo>
                <a:lnTo>
                  <a:pt x="87" y="137"/>
                </a:lnTo>
                <a:lnTo>
                  <a:pt x="86" y="137"/>
                </a:lnTo>
                <a:lnTo>
                  <a:pt x="87" y="137"/>
                </a:lnTo>
                <a:lnTo>
                  <a:pt x="88" y="136"/>
                </a:lnTo>
                <a:lnTo>
                  <a:pt x="89" y="135"/>
                </a:lnTo>
                <a:lnTo>
                  <a:pt x="89" y="134"/>
                </a:lnTo>
                <a:lnTo>
                  <a:pt x="89" y="133"/>
                </a:lnTo>
                <a:lnTo>
                  <a:pt x="89" y="134"/>
                </a:lnTo>
                <a:lnTo>
                  <a:pt x="88" y="134"/>
                </a:lnTo>
                <a:lnTo>
                  <a:pt x="88" y="133"/>
                </a:lnTo>
                <a:lnTo>
                  <a:pt x="89" y="133"/>
                </a:lnTo>
                <a:lnTo>
                  <a:pt x="89" y="132"/>
                </a:lnTo>
                <a:lnTo>
                  <a:pt x="88" y="132"/>
                </a:lnTo>
                <a:lnTo>
                  <a:pt x="88" y="131"/>
                </a:lnTo>
                <a:lnTo>
                  <a:pt x="89" y="130"/>
                </a:lnTo>
                <a:lnTo>
                  <a:pt x="90" y="130"/>
                </a:lnTo>
                <a:lnTo>
                  <a:pt x="91" y="129"/>
                </a:lnTo>
                <a:lnTo>
                  <a:pt x="90" y="129"/>
                </a:lnTo>
                <a:lnTo>
                  <a:pt x="91" y="129"/>
                </a:lnTo>
                <a:lnTo>
                  <a:pt x="91" y="128"/>
                </a:lnTo>
                <a:lnTo>
                  <a:pt x="91" y="127"/>
                </a:lnTo>
                <a:lnTo>
                  <a:pt x="92" y="127"/>
                </a:lnTo>
                <a:lnTo>
                  <a:pt x="93" y="126"/>
                </a:lnTo>
                <a:lnTo>
                  <a:pt x="93" y="125"/>
                </a:lnTo>
                <a:lnTo>
                  <a:pt x="94" y="125"/>
                </a:lnTo>
                <a:lnTo>
                  <a:pt x="94" y="124"/>
                </a:lnTo>
                <a:lnTo>
                  <a:pt x="95" y="124"/>
                </a:lnTo>
                <a:lnTo>
                  <a:pt x="96" y="123"/>
                </a:lnTo>
                <a:lnTo>
                  <a:pt x="96" y="122"/>
                </a:lnTo>
                <a:lnTo>
                  <a:pt x="96" y="121"/>
                </a:lnTo>
                <a:lnTo>
                  <a:pt x="97" y="120"/>
                </a:lnTo>
                <a:lnTo>
                  <a:pt x="97" y="119"/>
                </a:lnTo>
                <a:lnTo>
                  <a:pt x="97" y="118"/>
                </a:lnTo>
                <a:lnTo>
                  <a:pt x="97" y="117"/>
                </a:lnTo>
                <a:lnTo>
                  <a:pt x="97" y="116"/>
                </a:lnTo>
                <a:lnTo>
                  <a:pt x="97" y="115"/>
                </a:lnTo>
                <a:lnTo>
                  <a:pt x="97" y="114"/>
                </a:lnTo>
                <a:lnTo>
                  <a:pt x="98" y="114"/>
                </a:lnTo>
                <a:lnTo>
                  <a:pt x="99" y="114"/>
                </a:lnTo>
                <a:lnTo>
                  <a:pt x="99" y="113"/>
                </a:lnTo>
                <a:lnTo>
                  <a:pt x="100" y="112"/>
                </a:lnTo>
                <a:lnTo>
                  <a:pt x="99" y="111"/>
                </a:lnTo>
                <a:lnTo>
                  <a:pt x="100" y="110"/>
                </a:lnTo>
                <a:lnTo>
                  <a:pt x="100" y="109"/>
                </a:lnTo>
                <a:lnTo>
                  <a:pt x="101" y="108"/>
                </a:lnTo>
                <a:lnTo>
                  <a:pt x="102" y="107"/>
                </a:lnTo>
                <a:lnTo>
                  <a:pt x="103" y="107"/>
                </a:lnTo>
                <a:lnTo>
                  <a:pt x="104" y="107"/>
                </a:lnTo>
                <a:lnTo>
                  <a:pt x="105" y="106"/>
                </a:lnTo>
                <a:lnTo>
                  <a:pt x="105" y="105"/>
                </a:lnTo>
                <a:lnTo>
                  <a:pt x="105" y="104"/>
                </a:lnTo>
                <a:lnTo>
                  <a:pt x="106" y="103"/>
                </a:lnTo>
                <a:lnTo>
                  <a:pt x="106" y="102"/>
                </a:lnTo>
                <a:lnTo>
                  <a:pt x="105" y="102"/>
                </a:lnTo>
                <a:lnTo>
                  <a:pt x="105" y="101"/>
                </a:lnTo>
                <a:lnTo>
                  <a:pt x="105" y="100"/>
                </a:lnTo>
                <a:lnTo>
                  <a:pt x="106" y="100"/>
                </a:lnTo>
                <a:lnTo>
                  <a:pt x="106" y="99"/>
                </a:lnTo>
                <a:lnTo>
                  <a:pt x="106" y="98"/>
                </a:lnTo>
                <a:lnTo>
                  <a:pt x="106" y="97"/>
                </a:lnTo>
                <a:lnTo>
                  <a:pt x="106" y="96"/>
                </a:lnTo>
                <a:lnTo>
                  <a:pt x="107" y="95"/>
                </a:lnTo>
                <a:lnTo>
                  <a:pt x="107" y="96"/>
                </a:lnTo>
                <a:lnTo>
                  <a:pt x="109" y="95"/>
                </a:lnTo>
                <a:lnTo>
                  <a:pt x="111" y="94"/>
                </a:lnTo>
                <a:lnTo>
                  <a:pt x="112" y="94"/>
                </a:lnTo>
                <a:lnTo>
                  <a:pt x="113" y="94"/>
                </a:lnTo>
                <a:lnTo>
                  <a:pt x="113" y="93"/>
                </a:lnTo>
                <a:lnTo>
                  <a:pt x="114" y="93"/>
                </a:lnTo>
                <a:lnTo>
                  <a:pt x="115" y="92"/>
                </a:lnTo>
                <a:lnTo>
                  <a:pt x="116" y="92"/>
                </a:lnTo>
                <a:lnTo>
                  <a:pt x="117" y="93"/>
                </a:lnTo>
                <a:lnTo>
                  <a:pt x="118" y="93"/>
                </a:lnTo>
                <a:lnTo>
                  <a:pt x="118" y="92"/>
                </a:lnTo>
                <a:lnTo>
                  <a:pt x="119" y="92"/>
                </a:lnTo>
                <a:lnTo>
                  <a:pt x="121" y="92"/>
                </a:lnTo>
                <a:lnTo>
                  <a:pt x="122" y="91"/>
                </a:lnTo>
                <a:lnTo>
                  <a:pt x="123" y="91"/>
                </a:lnTo>
                <a:lnTo>
                  <a:pt x="124" y="93"/>
                </a:lnTo>
                <a:lnTo>
                  <a:pt x="125" y="93"/>
                </a:lnTo>
                <a:lnTo>
                  <a:pt x="127" y="93"/>
                </a:lnTo>
                <a:lnTo>
                  <a:pt x="128" y="93"/>
                </a:lnTo>
                <a:lnTo>
                  <a:pt x="129" y="93"/>
                </a:lnTo>
                <a:lnTo>
                  <a:pt x="129" y="94"/>
                </a:lnTo>
                <a:lnTo>
                  <a:pt x="129" y="93"/>
                </a:lnTo>
                <a:lnTo>
                  <a:pt x="130" y="92"/>
                </a:lnTo>
                <a:lnTo>
                  <a:pt x="131" y="92"/>
                </a:lnTo>
                <a:lnTo>
                  <a:pt x="131" y="91"/>
                </a:lnTo>
                <a:lnTo>
                  <a:pt x="132" y="91"/>
                </a:lnTo>
                <a:lnTo>
                  <a:pt x="132" y="90"/>
                </a:lnTo>
                <a:lnTo>
                  <a:pt x="133" y="90"/>
                </a:lnTo>
                <a:lnTo>
                  <a:pt x="133" y="89"/>
                </a:lnTo>
                <a:lnTo>
                  <a:pt x="134" y="89"/>
                </a:lnTo>
                <a:lnTo>
                  <a:pt x="133" y="89"/>
                </a:lnTo>
                <a:lnTo>
                  <a:pt x="132" y="88"/>
                </a:lnTo>
                <a:lnTo>
                  <a:pt x="133" y="88"/>
                </a:lnTo>
                <a:lnTo>
                  <a:pt x="132" y="88"/>
                </a:lnTo>
                <a:lnTo>
                  <a:pt x="132" y="87"/>
                </a:lnTo>
                <a:lnTo>
                  <a:pt x="132" y="88"/>
                </a:lnTo>
                <a:lnTo>
                  <a:pt x="132" y="87"/>
                </a:lnTo>
                <a:lnTo>
                  <a:pt x="131" y="87"/>
                </a:lnTo>
                <a:lnTo>
                  <a:pt x="132" y="87"/>
                </a:lnTo>
                <a:lnTo>
                  <a:pt x="132" y="86"/>
                </a:lnTo>
                <a:lnTo>
                  <a:pt x="131" y="87"/>
                </a:lnTo>
                <a:lnTo>
                  <a:pt x="130" y="87"/>
                </a:lnTo>
                <a:lnTo>
                  <a:pt x="129" y="87"/>
                </a:lnTo>
                <a:lnTo>
                  <a:pt x="128" y="87"/>
                </a:lnTo>
                <a:lnTo>
                  <a:pt x="128" y="86"/>
                </a:lnTo>
                <a:lnTo>
                  <a:pt x="129" y="85"/>
                </a:lnTo>
                <a:lnTo>
                  <a:pt x="130" y="85"/>
                </a:lnTo>
                <a:lnTo>
                  <a:pt x="130" y="84"/>
                </a:lnTo>
                <a:lnTo>
                  <a:pt x="129" y="83"/>
                </a:lnTo>
                <a:lnTo>
                  <a:pt x="128" y="83"/>
                </a:lnTo>
                <a:lnTo>
                  <a:pt x="128" y="82"/>
                </a:lnTo>
                <a:lnTo>
                  <a:pt x="128" y="81"/>
                </a:lnTo>
                <a:lnTo>
                  <a:pt x="129" y="81"/>
                </a:lnTo>
                <a:lnTo>
                  <a:pt x="129" y="80"/>
                </a:lnTo>
                <a:lnTo>
                  <a:pt x="130" y="80"/>
                </a:lnTo>
                <a:lnTo>
                  <a:pt x="130" y="81"/>
                </a:lnTo>
                <a:lnTo>
                  <a:pt x="131" y="81"/>
                </a:lnTo>
                <a:lnTo>
                  <a:pt x="132" y="81"/>
                </a:lnTo>
                <a:lnTo>
                  <a:pt x="132" y="82"/>
                </a:lnTo>
                <a:lnTo>
                  <a:pt x="132" y="83"/>
                </a:lnTo>
                <a:lnTo>
                  <a:pt x="133" y="83"/>
                </a:lnTo>
                <a:lnTo>
                  <a:pt x="133" y="82"/>
                </a:lnTo>
                <a:lnTo>
                  <a:pt x="132" y="82"/>
                </a:lnTo>
                <a:lnTo>
                  <a:pt x="132" y="81"/>
                </a:lnTo>
                <a:lnTo>
                  <a:pt x="133" y="81"/>
                </a:lnTo>
                <a:lnTo>
                  <a:pt x="134" y="81"/>
                </a:lnTo>
                <a:lnTo>
                  <a:pt x="133" y="81"/>
                </a:lnTo>
                <a:lnTo>
                  <a:pt x="133" y="80"/>
                </a:lnTo>
                <a:lnTo>
                  <a:pt x="134" y="80"/>
                </a:lnTo>
                <a:lnTo>
                  <a:pt x="134" y="79"/>
                </a:lnTo>
                <a:lnTo>
                  <a:pt x="134" y="80"/>
                </a:lnTo>
                <a:lnTo>
                  <a:pt x="133" y="79"/>
                </a:lnTo>
                <a:lnTo>
                  <a:pt x="134" y="79"/>
                </a:lnTo>
                <a:lnTo>
                  <a:pt x="134" y="78"/>
                </a:lnTo>
                <a:lnTo>
                  <a:pt x="133" y="78"/>
                </a:lnTo>
                <a:lnTo>
                  <a:pt x="133" y="77"/>
                </a:lnTo>
                <a:lnTo>
                  <a:pt x="134" y="77"/>
                </a:lnTo>
                <a:lnTo>
                  <a:pt x="134" y="76"/>
                </a:lnTo>
                <a:lnTo>
                  <a:pt x="134" y="75"/>
                </a:lnTo>
                <a:lnTo>
                  <a:pt x="134" y="74"/>
                </a:lnTo>
                <a:lnTo>
                  <a:pt x="134" y="73"/>
                </a:lnTo>
                <a:lnTo>
                  <a:pt x="135" y="73"/>
                </a:lnTo>
                <a:lnTo>
                  <a:pt x="135" y="72"/>
                </a:lnTo>
                <a:lnTo>
                  <a:pt x="135" y="73"/>
                </a:lnTo>
                <a:lnTo>
                  <a:pt x="136" y="73"/>
                </a:lnTo>
                <a:lnTo>
                  <a:pt x="136" y="72"/>
                </a:lnTo>
                <a:lnTo>
                  <a:pt x="137" y="72"/>
                </a:lnTo>
                <a:lnTo>
                  <a:pt x="138" y="72"/>
                </a:lnTo>
                <a:lnTo>
                  <a:pt x="138" y="71"/>
                </a:lnTo>
                <a:lnTo>
                  <a:pt x="137" y="71"/>
                </a:lnTo>
                <a:lnTo>
                  <a:pt x="138" y="71"/>
                </a:lnTo>
                <a:lnTo>
                  <a:pt x="138" y="72"/>
                </a:lnTo>
                <a:lnTo>
                  <a:pt x="139" y="72"/>
                </a:lnTo>
                <a:lnTo>
                  <a:pt x="139" y="73"/>
                </a:lnTo>
                <a:lnTo>
                  <a:pt x="140" y="73"/>
                </a:lnTo>
                <a:lnTo>
                  <a:pt x="140" y="72"/>
                </a:lnTo>
                <a:lnTo>
                  <a:pt x="141" y="72"/>
                </a:lnTo>
                <a:lnTo>
                  <a:pt x="141" y="73"/>
                </a:lnTo>
                <a:lnTo>
                  <a:pt x="142" y="73"/>
                </a:lnTo>
                <a:lnTo>
                  <a:pt x="142" y="75"/>
                </a:lnTo>
                <a:lnTo>
                  <a:pt x="141" y="75"/>
                </a:lnTo>
                <a:lnTo>
                  <a:pt x="141" y="76"/>
                </a:lnTo>
                <a:lnTo>
                  <a:pt x="141" y="77"/>
                </a:lnTo>
                <a:lnTo>
                  <a:pt x="142" y="77"/>
                </a:lnTo>
                <a:lnTo>
                  <a:pt x="143" y="77"/>
                </a:lnTo>
                <a:lnTo>
                  <a:pt x="143" y="78"/>
                </a:lnTo>
                <a:lnTo>
                  <a:pt x="142" y="78"/>
                </a:lnTo>
                <a:lnTo>
                  <a:pt x="143" y="78"/>
                </a:lnTo>
                <a:lnTo>
                  <a:pt x="144" y="78"/>
                </a:lnTo>
                <a:lnTo>
                  <a:pt x="144" y="79"/>
                </a:lnTo>
                <a:lnTo>
                  <a:pt x="145" y="79"/>
                </a:lnTo>
                <a:lnTo>
                  <a:pt x="145" y="80"/>
                </a:lnTo>
                <a:lnTo>
                  <a:pt x="146" y="81"/>
                </a:lnTo>
                <a:lnTo>
                  <a:pt x="147" y="82"/>
                </a:lnTo>
                <a:lnTo>
                  <a:pt x="148" y="81"/>
                </a:lnTo>
                <a:lnTo>
                  <a:pt x="148" y="79"/>
                </a:lnTo>
                <a:lnTo>
                  <a:pt x="149" y="78"/>
                </a:lnTo>
                <a:lnTo>
                  <a:pt x="150" y="77"/>
                </a:lnTo>
                <a:lnTo>
                  <a:pt x="151" y="77"/>
                </a:lnTo>
                <a:lnTo>
                  <a:pt x="152" y="77"/>
                </a:lnTo>
                <a:lnTo>
                  <a:pt x="153" y="76"/>
                </a:lnTo>
                <a:lnTo>
                  <a:pt x="153" y="75"/>
                </a:lnTo>
                <a:lnTo>
                  <a:pt x="154" y="75"/>
                </a:lnTo>
                <a:lnTo>
                  <a:pt x="154" y="74"/>
                </a:lnTo>
                <a:lnTo>
                  <a:pt x="155" y="73"/>
                </a:lnTo>
                <a:lnTo>
                  <a:pt x="157" y="72"/>
                </a:lnTo>
                <a:lnTo>
                  <a:pt x="157" y="71"/>
                </a:lnTo>
                <a:lnTo>
                  <a:pt x="158" y="70"/>
                </a:lnTo>
                <a:lnTo>
                  <a:pt x="159" y="70"/>
                </a:lnTo>
                <a:lnTo>
                  <a:pt x="159" y="69"/>
                </a:lnTo>
                <a:lnTo>
                  <a:pt x="160" y="68"/>
                </a:lnTo>
                <a:lnTo>
                  <a:pt x="161" y="67"/>
                </a:lnTo>
                <a:lnTo>
                  <a:pt x="162" y="67"/>
                </a:lnTo>
                <a:lnTo>
                  <a:pt x="163" y="66"/>
                </a:lnTo>
                <a:lnTo>
                  <a:pt x="163" y="65"/>
                </a:lnTo>
                <a:lnTo>
                  <a:pt x="164" y="65"/>
                </a:lnTo>
                <a:lnTo>
                  <a:pt x="164" y="64"/>
                </a:lnTo>
                <a:lnTo>
                  <a:pt x="165" y="63"/>
                </a:lnTo>
                <a:lnTo>
                  <a:pt x="166" y="62"/>
                </a:lnTo>
                <a:lnTo>
                  <a:pt x="165" y="62"/>
                </a:lnTo>
                <a:lnTo>
                  <a:pt x="165" y="61"/>
                </a:lnTo>
                <a:lnTo>
                  <a:pt x="166" y="61"/>
                </a:lnTo>
                <a:lnTo>
                  <a:pt x="167" y="61"/>
                </a:lnTo>
                <a:lnTo>
                  <a:pt x="167" y="60"/>
                </a:lnTo>
                <a:lnTo>
                  <a:pt x="168" y="60"/>
                </a:lnTo>
                <a:lnTo>
                  <a:pt x="168" y="59"/>
                </a:lnTo>
                <a:lnTo>
                  <a:pt x="169" y="57"/>
                </a:lnTo>
                <a:lnTo>
                  <a:pt x="169" y="56"/>
                </a:lnTo>
                <a:lnTo>
                  <a:pt x="170" y="56"/>
                </a:lnTo>
                <a:lnTo>
                  <a:pt x="171" y="56"/>
                </a:lnTo>
                <a:lnTo>
                  <a:pt x="171" y="55"/>
                </a:lnTo>
                <a:lnTo>
                  <a:pt x="172" y="55"/>
                </a:lnTo>
                <a:lnTo>
                  <a:pt x="173" y="55"/>
                </a:lnTo>
                <a:lnTo>
                  <a:pt x="173" y="54"/>
                </a:lnTo>
                <a:lnTo>
                  <a:pt x="173" y="53"/>
                </a:lnTo>
                <a:lnTo>
                  <a:pt x="173" y="52"/>
                </a:lnTo>
                <a:lnTo>
                  <a:pt x="174" y="52"/>
                </a:lnTo>
                <a:lnTo>
                  <a:pt x="174" y="53"/>
                </a:lnTo>
                <a:lnTo>
                  <a:pt x="175" y="53"/>
                </a:lnTo>
                <a:lnTo>
                  <a:pt x="175" y="52"/>
                </a:lnTo>
                <a:lnTo>
                  <a:pt x="176" y="52"/>
                </a:lnTo>
                <a:lnTo>
                  <a:pt x="176" y="50"/>
                </a:lnTo>
                <a:lnTo>
                  <a:pt x="176" y="49"/>
                </a:lnTo>
                <a:lnTo>
                  <a:pt x="176" y="48"/>
                </a:lnTo>
                <a:lnTo>
                  <a:pt x="177" y="48"/>
                </a:lnTo>
                <a:lnTo>
                  <a:pt x="178" y="47"/>
                </a:lnTo>
                <a:lnTo>
                  <a:pt x="178" y="46"/>
                </a:lnTo>
                <a:lnTo>
                  <a:pt x="179" y="46"/>
                </a:lnTo>
                <a:lnTo>
                  <a:pt x="179" y="45"/>
                </a:lnTo>
                <a:lnTo>
                  <a:pt x="179" y="44"/>
                </a:lnTo>
                <a:lnTo>
                  <a:pt x="180" y="44"/>
                </a:lnTo>
                <a:lnTo>
                  <a:pt x="181" y="44"/>
                </a:lnTo>
                <a:lnTo>
                  <a:pt x="182" y="44"/>
                </a:lnTo>
                <a:lnTo>
                  <a:pt x="183" y="45"/>
                </a:lnTo>
                <a:lnTo>
                  <a:pt x="184" y="45"/>
                </a:lnTo>
                <a:lnTo>
                  <a:pt x="187" y="44"/>
                </a:lnTo>
                <a:lnTo>
                  <a:pt x="188" y="44"/>
                </a:lnTo>
                <a:lnTo>
                  <a:pt x="189" y="44"/>
                </a:lnTo>
                <a:lnTo>
                  <a:pt x="190" y="44"/>
                </a:lnTo>
                <a:lnTo>
                  <a:pt x="191" y="44"/>
                </a:lnTo>
                <a:lnTo>
                  <a:pt x="193" y="44"/>
                </a:lnTo>
                <a:lnTo>
                  <a:pt x="193" y="45"/>
                </a:lnTo>
                <a:lnTo>
                  <a:pt x="194" y="45"/>
                </a:lnTo>
                <a:lnTo>
                  <a:pt x="194" y="44"/>
                </a:lnTo>
                <a:lnTo>
                  <a:pt x="196" y="44"/>
                </a:lnTo>
                <a:lnTo>
                  <a:pt x="197" y="45"/>
                </a:lnTo>
                <a:lnTo>
                  <a:pt x="198" y="45"/>
                </a:lnTo>
                <a:lnTo>
                  <a:pt x="200" y="45"/>
                </a:lnTo>
                <a:lnTo>
                  <a:pt x="201" y="45"/>
                </a:lnTo>
                <a:lnTo>
                  <a:pt x="202" y="44"/>
                </a:lnTo>
                <a:lnTo>
                  <a:pt x="203" y="44"/>
                </a:lnTo>
                <a:lnTo>
                  <a:pt x="204" y="44"/>
                </a:lnTo>
                <a:lnTo>
                  <a:pt x="205" y="44"/>
                </a:lnTo>
                <a:lnTo>
                  <a:pt x="206" y="44"/>
                </a:lnTo>
                <a:lnTo>
                  <a:pt x="207" y="44"/>
                </a:lnTo>
                <a:lnTo>
                  <a:pt x="208" y="44"/>
                </a:lnTo>
                <a:lnTo>
                  <a:pt x="210" y="44"/>
                </a:lnTo>
                <a:lnTo>
                  <a:pt x="211" y="45"/>
                </a:lnTo>
                <a:lnTo>
                  <a:pt x="213" y="45"/>
                </a:lnTo>
                <a:lnTo>
                  <a:pt x="213" y="44"/>
                </a:lnTo>
                <a:lnTo>
                  <a:pt x="214" y="44"/>
                </a:lnTo>
                <a:lnTo>
                  <a:pt x="215" y="44"/>
                </a:lnTo>
                <a:lnTo>
                  <a:pt x="216" y="44"/>
                </a:lnTo>
                <a:lnTo>
                  <a:pt x="219" y="44"/>
                </a:lnTo>
                <a:lnTo>
                  <a:pt x="220" y="44"/>
                </a:lnTo>
                <a:lnTo>
                  <a:pt x="221" y="45"/>
                </a:lnTo>
                <a:lnTo>
                  <a:pt x="222" y="45"/>
                </a:lnTo>
                <a:lnTo>
                  <a:pt x="224" y="44"/>
                </a:lnTo>
                <a:lnTo>
                  <a:pt x="225" y="44"/>
                </a:lnTo>
                <a:lnTo>
                  <a:pt x="225" y="43"/>
                </a:lnTo>
                <a:lnTo>
                  <a:pt x="226" y="43"/>
                </a:lnTo>
                <a:lnTo>
                  <a:pt x="227" y="42"/>
                </a:lnTo>
                <a:lnTo>
                  <a:pt x="229" y="42"/>
                </a:lnTo>
                <a:lnTo>
                  <a:pt x="229" y="43"/>
                </a:lnTo>
                <a:lnTo>
                  <a:pt x="230" y="43"/>
                </a:lnTo>
                <a:lnTo>
                  <a:pt x="231" y="43"/>
                </a:lnTo>
                <a:lnTo>
                  <a:pt x="232" y="43"/>
                </a:lnTo>
                <a:lnTo>
                  <a:pt x="234" y="44"/>
                </a:lnTo>
                <a:lnTo>
                  <a:pt x="235" y="44"/>
                </a:lnTo>
                <a:lnTo>
                  <a:pt x="236" y="44"/>
                </a:lnTo>
                <a:lnTo>
                  <a:pt x="237" y="43"/>
                </a:lnTo>
                <a:lnTo>
                  <a:pt x="240" y="39"/>
                </a:lnTo>
                <a:lnTo>
                  <a:pt x="240" y="38"/>
                </a:lnTo>
                <a:lnTo>
                  <a:pt x="241" y="37"/>
                </a:lnTo>
                <a:lnTo>
                  <a:pt x="242" y="36"/>
                </a:lnTo>
                <a:lnTo>
                  <a:pt x="243" y="35"/>
                </a:lnTo>
                <a:lnTo>
                  <a:pt x="244" y="34"/>
                </a:lnTo>
                <a:lnTo>
                  <a:pt x="244" y="33"/>
                </a:lnTo>
                <a:lnTo>
                  <a:pt x="245" y="32"/>
                </a:lnTo>
                <a:lnTo>
                  <a:pt x="245" y="30"/>
                </a:lnTo>
                <a:lnTo>
                  <a:pt x="245" y="29"/>
                </a:lnTo>
                <a:lnTo>
                  <a:pt x="246" y="28"/>
                </a:lnTo>
                <a:lnTo>
                  <a:pt x="247" y="27"/>
                </a:lnTo>
                <a:lnTo>
                  <a:pt x="247" y="26"/>
                </a:lnTo>
                <a:lnTo>
                  <a:pt x="247" y="25"/>
                </a:lnTo>
                <a:lnTo>
                  <a:pt x="248" y="25"/>
                </a:lnTo>
                <a:lnTo>
                  <a:pt x="248" y="24"/>
                </a:lnTo>
                <a:lnTo>
                  <a:pt x="248" y="23"/>
                </a:lnTo>
                <a:lnTo>
                  <a:pt x="248" y="22"/>
                </a:lnTo>
                <a:lnTo>
                  <a:pt x="249" y="22"/>
                </a:lnTo>
                <a:lnTo>
                  <a:pt x="250" y="22"/>
                </a:lnTo>
                <a:lnTo>
                  <a:pt x="250" y="21"/>
                </a:lnTo>
                <a:lnTo>
                  <a:pt x="251" y="21"/>
                </a:lnTo>
                <a:lnTo>
                  <a:pt x="252" y="21"/>
                </a:lnTo>
                <a:lnTo>
                  <a:pt x="253" y="21"/>
                </a:lnTo>
                <a:lnTo>
                  <a:pt x="254" y="21"/>
                </a:lnTo>
                <a:lnTo>
                  <a:pt x="255" y="21"/>
                </a:lnTo>
                <a:lnTo>
                  <a:pt x="256" y="21"/>
                </a:lnTo>
                <a:lnTo>
                  <a:pt x="258" y="21"/>
                </a:lnTo>
                <a:lnTo>
                  <a:pt x="258" y="20"/>
                </a:lnTo>
                <a:lnTo>
                  <a:pt x="259" y="20"/>
                </a:lnTo>
                <a:lnTo>
                  <a:pt x="260" y="20"/>
                </a:lnTo>
                <a:lnTo>
                  <a:pt x="261" y="20"/>
                </a:lnTo>
                <a:lnTo>
                  <a:pt x="262" y="20"/>
                </a:lnTo>
                <a:lnTo>
                  <a:pt x="263" y="19"/>
                </a:lnTo>
                <a:lnTo>
                  <a:pt x="264" y="19"/>
                </a:lnTo>
                <a:lnTo>
                  <a:pt x="264" y="18"/>
                </a:lnTo>
                <a:lnTo>
                  <a:pt x="264" y="17"/>
                </a:lnTo>
                <a:lnTo>
                  <a:pt x="265" y="16"/>
                </a:lnTo>
                <a:lnTo>
                  <a:pt x="265" y="15"/>
                </a:lnTo>
                <a:lnTo>
                  <a:pt x="266" y="15"/>
                </a:lnTo>
                <a:lnTo>
                  <a:pt x="267" y="15"/>
                </a:lnTo>
                <a:lnTo>
                  <a:pt x="268" y="14"/>
                </a:lnTo>
                <a:lnTo>
                  <a:pt x="267" y="14"/>
                </a:lnTo>
                <a:lnTo>
                  <a:pt x="267" y="13"/>
                </a:lnTo>
                <a:lnTo>
                  <a:pt x="267" y="12"/>
                </a:lnTo>
                <a:lnTo>
                  <a:pt x="267" y="11"/>
                </a:lnTo>
                <a:lnTo>
                  <a:pt x="268" y="11"/>
                </a:lnTo>
                <a:lnTo>
                  <a:pt x="269" y="11"/>
                </a:lnTo>
                <a:lnTo>
                  <a:pt x="270" y="11"/>
                </a:lnTo>
                <a:lnTo>
                  <a:pt x="270" y="10"/>
                </a:lnTo>
                <a:lnTo>
                  <a:pt x="269" y="10"/>
                </a:lnTo>
                <a:lnTo>
                  <a:pt x="269" y="9"/>
                </a:lnTo>
                <a:lnTo>
                  <a:pt x="270" y="9"/>
                </a:lnTo>
                <a:lnTo>
                  <a:pt x="270" y="8"/>
                </a:lnTo>
                <a:lnTo>
                  <a:pt x="269" y="8"/>
                </a:lnTo>
                <a:lnTo>
                  <a:pt x="269" y="7"/>
                </a:lnTo>
                <a:lnTo>
                  <a:pt x="270" y="7"/>
                </a:lnTo>
                <a:lnTo>
                  <a:pt x="271" y="6"/>
                </a:lnTo>
                <a:lnTo>
                  <a:pt x="270" y="5"/>
                </a:lnTo>
                <a:lnTo>
                  <a:pt x="271" y="5"/>
                </a:lnTo>
                <a:lnTo>
                  <a:pt x="271" y="4"/>
                </a:lnTo>
                <a:lnTo>
                  <a:pt x="271" y="3"/>
                </a:lnTo>
                <a:lnTo>
                  <a:pt x="270" y="1"/>
                </a:lnTo>
                <a:lnTo>
                  <a:pt x="269" y="1"/>
                </a:lnTo>
                <a:lnTo>
                  <a:pt x="270" y="1"/>
                </a:lnTo>
                <a:lnTo>
                  <a:pt x="270" y="0"/>
                </a:lnTo>
                <a:lnTo>
                  <a:pt x="271" y="0"/>
                </a:lnTo>
                <a:lnTo>
                  <a:pt x="272" y="1"/>
                </a:lnTo>
                <a:lnTo>
                  <a:pt x="273" y="1"/>
                </a:lnTo>
                <a:lnTo>
                  <a:pt x="274" y="1"/>
                </a:lnTo>
                <a:lnTo>
                  <a:pt x="27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0" name=""/>
          <p:cNvSpPr/>
          <p:nvPr/>
        </p:nvSpPr>
        <p:spPr>
          <a:xfrm>
            <a:off x="4617000" y="16182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1" name=""/>
          <p:cNvSpPr/>
          <p:nvPr/>
        </p:nvSpPr>
        <p:spPr>
          <a:xfrm>
            <a:off x="4637160" y="160092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2" name=""/>
          <p:cNvSpPr/>
          <p:nvPr/>
        </p:nvSpPr>
        <p:spPr>
          <a:xfrm>
            <a:off x="4597560" y="1600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3" name=""/>
          <p:cNvSpPr/>
          <p:nvPr/>
        </p:nvSpPr>
        <p:spPr>
          <a:xfrm>
            <a:off x="4598640" y="15998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4" name=""/>
          <p:cNvSpPr/>
          <p:nvPr/>
        </p:nvSpPr>
        <p:spPr>
          <a:xfrm>
            <a:off x="4644720" y="159480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2" y="3"/>
                </a:move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5" name=""/>
          <p:cNvSpPr/>
          <p:nvPr/>
        </p:nvSpPr>
        <p:spPr>
          <a:xfrm>
            <a:off x="4645080" y="1593360"/>
            <a:ext cx="2880" cy="3960"/>
          </a:xfrm>
          <a:custGeom>
            <a:avLst/>
            <a:gdLst/>
            <a:ahLst/>
            <a:rect l="0" t="0" r="r" b="b"/>
            <a:pathLst>
              <a:path w="8" h="11">
                <a:moveTo>
                  <a:pt x="5" y="3"/>
                </a:moveTo>
                <a:lnTo>
                  <a:pt x="5" y="4"/>
                </a:lnTo>
                <a:lnTo>
                  <a:pt x="6" y="4"/>
                </a:lnTo>
                <a:lnTo>
                  <a:pt x="7" y="4"/>
                </a:lnTo>
                <a:lnTo>
                  <a:pt x="7" y="6"/>
                </a:lnTo>
                <a:lnTo>
                  <a:pt x="8" y="7"/>
                </a:lnTo>
                <a:lnTo>
                  <a:pt x="8" y="8"/>
                </a:lnTo>
                <a:lnTo>
                  <a:pt x="8" y="10"/>
                </a:lnTo>
                <a:lnTo>
                  <a:pt x="8" y="11"/>
                </a:lnTo>
                <a:lnTo>
                  <a:pt x="7" y="11"/>
                </a:lnTo>
                <a:lnTo>
                  <a:pt x="6" y="10"/>
                </a:lnTo>
                <a:lnTo>
                  <a:pt x="6" y="8"/>
                </a:lnTo>
                <a:lnTo>
                  <a:pt x="5" y="8"/>
                </a:lnTo>
                <a:lnTo>
                  <a:pt x="4" y="8"/>
                </a:lnTo>
                <a:lnTo>
                  <a:pt x="5" y="8"/>
                </a:lnTo>
                <a:lnTo>
                  <a:pt x="5" y="7"/>
                </a:lnTo>
                <a:lnTo>
                  <a:pt x="5" y="6"/>
                </a:lnTo>
                <a:lnTo>
                  <a:pt x="5" y="5"/>
                </a:lnTo>
                <a:lnTo>
                  <a:pt x="5" y="4"/>
                </a:ln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5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6" name=""/>
          <p:cNvSpPr/>
          <p:nvPr/>
        </p:nvSpPr>
        <p:spPr>
          <a:xfrm>
            <a:off x="4642200" y="159372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4" y="0"/>
                </a:moveTo>
                <a:lnTo>
                  <a:pt x="4" y="1"/>
                </a:lnTo>
                <a:lnTo>
                  <a:pt x="4" y="2"/>
                </a:ln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7" name=""/>
          <p:cNvSpPr/>
          <p:nvPr/>
        </p:nvSpPr>
        <p:spPr>
          <a:xfrm>
            <a:off x="4643640" y="15937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8" name=""/>
          <p:cNvSpPr/>
          <p:nvPr/>
        </p:nvSpPr>
        <p:spPr>
          <a:xfrm>
            <a:off x="4643640" y="1587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9" name=""/>
          <p:cNvSpPr/>
          <p:nvPr/>
        </p:nvSpPr>
        <p:spPr>
          <a:xfrm>
            <a:off x="4647960" y="165780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10" name=""/>
          <p:cNvSpPr/>
          <p:nvPr/>
        </p:nvSpPr>
        <p:spPr>
          <a:xfrm>
            <a:off x="4653000" y="1651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11" name=""/>
          <p:cNvSpPr/>
          <p:nvPr/>
        </p:nvSpPr>
        <p:spPr>
          <a:xfrm>
            <a:off x="4653720" y="1650960"/>
            <a:ext cx="1080" cy="360"/>
          </a:xfrm>
          <a:custGeom>
            <a:avLst/>
            <a:gdLst/>
            <a:ahLst/>
            <a:rect l="0" t="0" r="r" b="b"/>
            <a:pathLst>
              <a:path w="3" h="1">
                <a:moveTo>
                  <a:pt x="3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12" name=""/>
          <p:cNvSpPr/>
          <p:nvPr/>
        </p:nvSpPr>
        <p:spPr>
          <a:xfrm>
            <a:off x="4675320" y="16398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13" name=""/>
          <p:cNvSpPr/>
          <p:nvPr/>
        </p:nvSpPr>
        <p:spPr>
          <a:xfrm>
            <a:off x="4695840" y="16387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14" name=""/>
          <p:cNvSpPr/>
          <p:nvPr/>
        </p:nvSpPr>
        <p:spPr>
          <a:xfrm>
            <a:off x="4674240" y="161208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2" y="3"/>
                </a:moveTo>
                <a:lnTo>
                  <a:pt x="1" y="3"/>
                </a:lnTo>
                <a:lnTo>
                  <a:pt x="0" y="5"/>
                </a:lnTo>
                <a:lnTo>
                  <a:pt x="0" y="3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15" name=""/>
          <p:cNvSpPr/>
          <p:nvPr/>
        </p:nvSpPr>
        <p:spPr>
          <a:xfrm>
            <a:off x="4693320" y="16110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5" y="2"/>
                </a:lnTo>
                <a:lnTo>
                  <a:pt x="5" y="4"/>
                </a:lnTo>
                <a:lnTo>
                  <a:pt x="4" y="4"/>
                </a:lnTo>
                <a:lnTo>
                  <a:pt x="4" y="2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16" name=""/>
          <p:cNvSpPr/>
          <p:nvPr/>
        </p:nvSpPr>
        <p:spPr>
          <a:xfrm>
            <a:off x="4671720" y="16092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0" y="2"/>
                </a:lnTo>
                <a:lnTo>
                  <a:pt x="2" y="0"/>
                </a:lnTo>
                <a:lnTo>
                  <a:pt x="0" y="0"/>
                </a:lnTo>
                <a:lnTo>
                  <a:pt x="4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17" name=""/>
          <p:cNvSpPr/>
          <p:nvPr/>
        </p:nvSpPr>
        <p:spPr>
          <a:xfrm>
            <a:off x="4653000" y="15915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18" name=""/>
          <p:cNvSpPr/>
          <p:nvPr/>
        </p:nvSpPr>
        <p:spPr>
          <a:xfrm>
            <a:off x="4646880" y="158580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4"/>
                </a:move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19" name=""/>
          <p:cNvSpPr/>
          <p:nvPr/>
        </p:nvSpPr>
        <p:spPr>
          <a:xfrm>
            <a:off x="4648680" y="158148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4" y="2"/>
                </a:moveTo>
                <a:lnTo>
                  <a:pt x="3" y="2"/>
                </a:lnTo>
                <a:lnTo>
                  <a:pt x="3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7" y="0"/>
                </a:lnTo>
                <a:lnTo>
                  <a:pt x="7" y="2"/>
                </a:lnTo>
                <a:lnTo>
                  <a:pt x="5" y="2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20" name=""/>
          <p:cNvSpPr/>
          <p:nvPr/>
        </p:nvSpPr>
        <p:spPr>
          <a:xfrm>
            <a:off x="4650120" y="15800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21" name=""/>
          <p:cNvSpPr/>
          <p:nvPr/>
        </p:nvSpPr>
        <p:spPr>
          <a:xfrm>
            <a:off x="4651920" y="15793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2" y="1"/>
                </a:move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22" name=""/>
          <p:cNvSpPr/>
          <p:nvPr/>
        </p:nvSpPr>
        <p:spPr>
          <a:xfrm>
            <a:off x="4651920" y="15782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23" name=""/>
          <p:cNvSpPr/>
          <p:nvPr/>
        </p:nvSpPr>
        <p:spPr>
          <a:xfrm>
            <a:off x="4310280" y="1653120"/>
            <a:ext cx="204120" cy="183960"/>
          </a:xfrm>
          <a:custGeom>
            <a:avLst/>
            <a:gdLst/>
            <a:ahLst/>
            <a:rect l="0" t="0" r="r" b="b"/>
            <a:pathLst>
              <a:path w="567" h="511">
                <a:moveTo>
                  <a:pt x="306" y="0"/>
                </a:moveTo>
                <a:lnTo>
                  <a:pt x="307" y="1"/>
                </a:lnTo>
                <a:lnTo>
                  <a:pt x="308" y="2"/>
                </a:lnTo>
                <a:lnTo>
                  <a:pt x="309" y="2"/>
                </a:lnTo>
                <a:lnTo>
                  <a:pt x="310" y="2"/>
                </a:lnTo>
                <a:lnTo>
                  <a:pt x="311" y="2"/>
                </a:lnTo>
                <a:lnTo>
                  <a:pt x="311" y="3"/>
                </a:lnTo>
                <a:lnTo>
                  <a:pt x="312" y="4"/>
                </a:lnTo>
                <a:lnTo>
                  <a:pt x="313" y="4"/>
                </a:lnTo>
                <a:lnTo>
                  <a:pt x="314" y="4"/>
                </a:lnTo>
                <a:lnTo>
                  <a:pt x="315" y="4"/>
                </a:lnTo>
                <a:lnTo>
                  <a:pt x="316" y="4"/>
                </a:lnTo>
                <a:lnTo>
                  <a:pt x="315" y="3"/>
                </a:lnTo>
                <a:lnTo>
                  <a:pt x="315" y="2"/>
                </a:lnTo>
                <a:lnTo>
                  <a:pt x="316" y="2"/>
                </a:lnTo>
                <a:lnTo>
                  <a:pt x="317" y="2"/>
                </a:lnTo>
                <a:lnTo>
                  <a:pt x="318" y="1"/>
                </a:lnTo>
                <a:lnTo>
                  <a:pt x="318" y="2"/>
                </a:lnTo>
                <a:lnTo>
                  <a:pt x="319" y="2"/>
                </a:lnTo>
                <a:lnTo>
                  <a:pt x="320" y="5"/>
                </a:lnTo>
                <a:lnTo>
                  <a:pt x="320" y="6"/>
                </a:lnTo>
                <a:lnTo>
                  <a:pt x="321" y="6"/>
                </a:lnTo>
                <a:lnTo>
                  <a:pt x="321" y="5"/>
                </a:lnTo>
                <a:lnTo>
                  <a:pt x="323" y="5"/>
                </a:lnTo>
                <a:lnTo>
                  <a:pt x="323" y="4"/>
                </a:lnTo>
                <a:lnTo>
                  <a:pt x="323" y="3"/>
                </a:lnTo>
                <a:lnTo>
                  <a:pt x="324" y="3"/>
                </a:lnTo>
                <a:lnTo>
                  <a:pt x="325" y="3"/>
                </a:lnTo>
                <a:lnTo>
                  <a:pt x="325" y="2"/>
                </a:lnTo>
                <a:lnTo>
                  <a:pt x="324" y="2"/>
                </a:lnTo>
                <a:lnTo>
                  <a:pt x="324" y="1"/>
                </a:lnTo>
                <a:lnTo>
                  <a:pt x="325" y="1"/>
                </a:lnTo>
                <a:lnTo>
                  <a:pt x="325" y="2"/>
                </a:lnTo>
                <a:lnTo>
                  <a:pt x="326" y="3"/>
                </a:lnTo>
                <a:lnTo>
                  <a:pt x="326" y="4"/>
                </a:lnTo>
                <a:lnTo>
                  <a:pt x="327" y="4"/>
                </a:lnTo>
                <a:lnTo>
                  <a:pt x="327" y="5"/>
                </a:lnTo>
                <a:lnTo>
                  <a:pt x="328" y="5"/>
                </a:lnTo>
                <a:lnTo>
                  <a:pt x="329" y="4"/>
                </a:lnTo>
                <a:lnTo>
                  <a:pt x="329" y="3"/>
                </a:lnTo>
                <a:lnTo>
                  <a:pt x="328" y="3"/>
                </a:lnTo>
                <a:lnTo>
                  <a:pt x="327" y="2"/>
                </a:lnTo>
                <a:lnTo>
                  <a:pt x="326" y="2"/>
                </a:lnTo>
                <a:lnTo>
                  <a:pt x="326" y="1"/>
                </a:lnTo>
                <a:lnTo>
                  <a:pt x="327" y="1"/>
                </a:lnTo>
                <a:lnTo>
                  <a:pt x="328" y="1"/>
                </a:lnTo>
                <a:lnTo>
                  <a:pt x="328" y="2"/>
                </a:lnTo>
                <a:lnTo>
                  <a:pt x="329" y="2"/>
                </a:lnTo>
                <a:lnTo>
                  <a:pt x="329" y="3"/>
                </a:lnTo>
                <a:lnTo>
                  <a:pt x="330" y="3"/>
                </a:lnTo>
                <a:lnTo>
                  <a:pt x="330" y="2"/>
                </a:lnTo>
                <a:lnTo>
                  <a:pt x="330" y="1"/>
                </a:lnTo>
                <a:lnTo>
                  <a:pt x="331" y="1"/>
                </a:lnTo>
                <a:lnTo>
                  <a:pt x="331" y="2"/>
                </a:lnTo>
                <a:lnTo>
                  <a:pt x="332" y="2"/>
                </a:lnTo>
                <a:lnTo>
                  <a:pt x="331" y="2"/>
                </a:lnTo>
                <a:lnTo>
                  <a:pt x="331" y="3"/>
                </a:lnTo>
                <a:lnTo>
                  <a:pt x="331" y="4"/>
                </a:lnTo>
                <a:lnTo>
                  <a:pt x="331" y="5"/>
                </a:lnTo>
                <a:lnTo>
                  <a:pt x="331" y="4"/>
                </a:lnTo>
                <a:lnTo>
                  <a:pt x="332" y="4"/>
                </a:lnTo>
                <a:lnTo>
                  <a:pt x="333" y="4"/>
                </a:lnTo>
                <a:lnTo>
                  <a:pt x="334" y="4"/>
                </a:lnTo>
                <a:lnTo>
                  <a:pt x="334" y="5"/>
                </a:lnTo>
                <a:lnTo>
                  <a:pt x="334" y="6"/>
                </a:lnTo>
                <a:lnTo>
                  <a:pt x="333" y="6"/>
                </a:lnTo>
                <a:lnTo>
                  <a:pt x="332" y="7"/>
                </a:lnTo>
                <a:lnTo>
                  <a:pt x="333" y="8"/>
                </a:lnTo>
                <a:lnTo>
                  <a:pt x="334" y="8"/>
                </a:lnTo>
                <a:lnTo>
                  <a:pt x="334" y="9"/>
                </a:lnTo>
                <a:lnTo>
                  <a:pt x="334" y="10"/>
                </a:lnTo>
                <a:lnTo>
                  <a:pt x="336" y="10"/>
                </a:lnTo>
                <a:lnTo>
                  <a:pt x="337" y="10"/>
                </a:lnTo>
                <a:lnTo>
                  <a:pt x="337" y="9"/>
                </a:lnTo>
                <a:lnTo>
                  <a:pt x="338" y="10"/>
                </a:lnTo>
                <a:lnTo>
                  <a:pt x="339" y="10"/>
                </a:lnTo>
                <a:lnTo>
                  <a:pt x="340" y="10"/>
                </a:lnTo>
                <a:lnTo>
                  <a:pt x="340" y="9"/>
                </a:lnTo>
                <a:lnTo>
                  <a:pt x="341" y="9"/>
                </a:lnTo>
                <a:lnTo>
                  <a:pt x="342" y="10"/>
                </a:lnTo>
                <a:lnTo>
                  <a:pt x="343" y="10"/>
                </a:lnTo>
                <a:lnTo>
                  <a:pt x="344" y="10"/>
                </a:lnTo>
                <a:lnTo>
                  <a:pt x="344" y="11"/>
                </a:lnTo>
                <a:lnTo>
                  <a:pt x="344" y="12"/>
                </a:lnTo>
                <a:lnTo>
                  <a:pt x="344" y="13"/>
                </a:lnTo>
                <a:lnTo>
                  <a:pt x="345" y="13"/>
                </a:lnTo>
                <a:lnTo>
                  <a:pt x="345" y="12"/>
                </a:lnTo>
                <a:lnTo>
                  <a:pt x="346" y="12"/>
                </a:lnTo>
                <a:lnTo>
                  <a:pt x="346" y="13"/>
                </a:lnTo>
                <a:lnTo>
                  <a:pt x="347" y="13"/>
                </a:lnTo>
                <a:lnTo>
                  <a:pt x="347" y="12"/>
                </a:lnTo>
                <a:lnTo>
                  <a:pt x="347" y="11"/>
                </a:lnTo>
                <a:lnTo>
                  <a:pt x="347" y="10"/>
                </a:lnTo>
                <a:lnTo>
                  <a:pt x="348" y="10"/>
                </a:lnTo>
                <a:lnTo>
                  <a:pt x="349" y="10"/>
                </a:lnTo>
                <a:lnTo>
                  <a:pt x="349" y="11"/>
                </a:lnTo>
                <a:lnTo>
                  <a:pt x="350" y="12"/>
                </a:lnTo>
                <a:lnTo>
                  <a:pt x="351" y="12"/>
                </a:lnTo>
                <a:lnTo>
                  <a:pt x="351" y="11"/>
                </a:lnTo>
                <a:lnTo>
                  <a:pt x="352" y="11"/>
                </a:lnTo>
                <a:lnTo>
                  <a:pt x="353" y="11"/>
                </a:lnTo>
                <a:lnTo>
                  <a:pt x="353" y="12"/>
                </a:lnTo>
                <a:lnTo>
                  <a:pt x="355" y="12"/>
                </a:lnTo>
                <a:lnTo>
                  <a:pt x="356" y="12"/>
                </a:lnTo>
                <a:lnTo>
                  <a:pt x="357" y="12"/>
                </a:lnTo>
                <a:lnTo>
                  <a:pt x="358" y="12"/>
                </a:lnTo>
                <a:lnTo>
                  <a:pt x="360" y="12"/>
                </a:lnTo>
                <a:lnTo>
                  <a:pt x="360" y="13"/>
                </a:lnTo>
                <a:lnTo>
                  <a:pt x="361" y="13"/>
                </a:lnTo>
                <a:lnTo>
                  <a:pt x="361" y="14"/>
                </a:lnTo>
                <a:lnTo>
                  <a:pt x="362" y="14"/>
                </a:lnTo>
                <a:lnTo>
                  <a:pt x="362" y="15"/>
                </a:lnTo>
                <a:lnTo>
                  <a:pt x="363" y="15"/>
                </a:lnTo>
                <a:lnTo>
                  <a:pt x="364" y="15"/>
                </a:lnTo>
                <a:lnTo>
                  <a:pt x="365" y="15"/>
                </a:lnTo>
                <a:lnTo>
                  <a:pt x="365" y="14"/>
                </a:lnTo>
                <a:lnTo>
                  <a:pt x="366" y="15"/>
                </a:lnTo>
                <a:lnTo>
                  <a:pt x="366" y="16"/>
                </a:lnTo>
                <a:lnTo>
                  <a:pt x="366" y="17"/>
                </a:lnTo>
                <a:lnTo>
                  <a:pt x="367" y="17"/>
                </a:lnTo>
                <a:lnTo>
                  <a:pt x="368" y="17"/>
                </a:lnTo>
                <a:lnTo>
                  <a:pt x="369" y="16"/>
                </a:lnTo>
                <a:lnTo>
                  <a:pt x="370" y="16"/>
                </a:lnTo>
                <a:lnTo>
                  <a:pt x="370" y="17"/>
                </a:lnTo>
                <a:lnTo>
                  <a:pt x="370" y="18"/>
                </a:lnTo>
                <a:lnTo>
                  <a:pt x="371" y="18"/>
                </a:lnTo>
                <a:lnTo>
                  <a:pt x="371" y="19"/>
                </a:lnTo>
                <a:lnTo>
                  <a:pt x="372" y="20"/>
                </a:lnTo>
                <a:lnTo>
                  <a:pt x="372" y="19"/>
                </a:lnTo>
                <a:lnTo>
                  <a:pt x="373" y="20"/>
                </a:lnTo>
                <a:lnTo>
                  <a:pt x="374" y="20"/>
                </a:lnTo>
                <a:lnTo>
                  <a:pt x="375" y="20"/>
                </a:lnTo>
                <a:lnTo>
                  <a:pt x="375" y="21"/>
                </a:lnTo>
                <a:lnTo>
                  <a:pt x="375" y="20"/>
                </a:lnTo>
                <a:lnTo>
                  <a:pt x="376" y="20"/>
                </a:lnTo>
                <a:lnTo>
                  <a:pt x="377" y="20"/>
                </a:lnTo>
                <a:lnTo>
                  <a:pt x="377" y="21"/>
                </a:lnTo>
                <a:lnTo>
                  <a:pt x="377" y="22"/>
                </a:lnTo>
                <a:lnTo>
                  <a:pt x="378" y="22"/>
                </a:lnTo>
                <a:lnTo>
                  <a:pt x="379" y="22"/>
                </a:lnTo>
                <a:lnTo>
                  <a:pt x="380" y="22"/>
                </a:lnTo>
                <a:lnTo>
                  <a:pt x="380" y="23"/>
                </a:lnTo>
                <a:lnTo>
                  <a:pt x="381" y="23"/>
                </a:lnTo>
                <a:lnTo>
                  <a:pt x="381" y="24"/>
                </a:lnTo>
                <a:lnTo>
                  <a:pt x="382" y="24"/>
                </a:lnTo>
                <a:lnTo>
                  <a:pt x="382" y="25"/>
                </a:lnTo>
                <a:lnTo>
                  <a:pt x="381" y="25"/>
                </a:lnTo>
                <a:lnTo>
                  <a:pt x="381" y="26"/>
                </a:lnTo>
                <a:lnTo>
                  <a:pt x="382" y="26"/>
                </a:lnTo>
                <a:lnTo>
                  <a:pt x="382" y="25"/>
                </a:lnTo>
                <a:lnTo>
                  <a:pt x="383" y="25"/>
                </a:lnTo>
                <a:lnTo>
                  <a:pt x="384" y="24"/>
                </a:lnTo>
                <a:lnTo>
                  <a:pt x="384" y="25"/>
                </a:lnTo>
                <a:lnTo>
                  <a:pt x="385" y="25"/>
                </a:lnTo>
                <a:lnTo>
                  <a:pt x="386" y="25"/>
                </a:lnTo>
                <a:lnTo>
                  <a:pt x="386" y="24"/>
                </a:lnTo>
                <a:lnTo>
                  <a:pt x="387" y="24"/>
                </a:lnTo>
                <a:lnTo>
                  <a:pt x="388" y="24"/>
                </a:lnTo>
                <a:lnTo>
                  <a:pt x="388" y="23"/>
                </a:lnTo>
                <a:lnTo>
                  <a:pt x="390" y="23"/>
                </a:lnTo>
                <a:lnTo>
                  <a:pt x="391" y="24"/>
                </a:lnTo>
                <a:lnTo>
                  <a:pt x="391" y="23"/>
                </a:lnTo>
                <a:lnTo>
                  <a:pt x="392" y="23"/>
                </a:lnTo>
                <a:lnTo>
                  <a:pt x="393" y="23"/>
                </a:lnTo>
                <a:lnTo>
                  <a:pt x="394" y="23"/>
                </a:lnTo>
                <a:lnTo>
                  <a:pt x="394" y="22"/>
                </a:lnTo>
                <a:lnTo>
                  <a:pt x="395" y="22"/>
                </a:lnTo>
                <a:lnTo>
                  <a:pt x="396" y="22"/>
                </a:lnTo>
                <a:lnTo>
                  <a:pt x="396" y="23"/>
                </a:lnTo>
                <a:lnTo>
                  <a:pt x="396" y="24"/>
                </a:lnTo>
                <a:lnTo>
                  <a:pt x="397" y="24"/>
                </a:lnTo>
                <a:lnTo>
                  <a:pt x="398" y="24"/>
                </a:lnTo>
                <a:lnTo>
                  <a:pt x="397" y="25"/>
                </a:lnTo>
                <a:lnTo>
                  <a:pt x="398" y="25"/>
                </a:lnTo>
                <a:lnTo>
                  <a:pt x="399" y="25"/>
                </a:lnTo>
                <a:lnTo>
                  <a:pt x="399" y="24"/>
                </a:lnTo>
                <a:lnTo>
                  <a:pt x="400" y="24"/>
                </a:lnTo>
                <a:lnTo>
                  <a:pt x="401" y="24"/>
                </a:lnTo>
                <a:lnTo>
                  <a:pt x="402" y="25"/>
                </a:lnTo>
                <a:lnTo>
                  <a:pt x="403" y="25"/>
                </a:lnTo>
                <a:lnTo>
                  <a:pt x="404" y="24"/>
                </a:lnTo>
                <a:lnTo>
                  <a:pt x="405" y="24"/>
                </a:lnTo>
                <a:lnTo>
                  <a:pt x="405" y="25"/>
                </a:lnTo>
                <a:lnTo>
                  <a:pt x="406" y="25"/>
                </a:lnTo>
                <a:lnTo>
                  <a:pt x="406" y="24"/>
                </a:lnTo>
                <a:lnTo>
                  <a:pt x="406" y="23"/>
                </a:lnTo>
                <a:lnTo>
                  <a:pt x="407" y="23"/>
                </a:lnTo>
                <a:lnTo>
                  <a:pt x="408" y="23"/>
                </a:lnTo>
                <a:lnTo>
                  <a:pt x="409" y="23"/>
                </a:lnTo>
                <a:lnTo>
                  <a:pt x="410" y="23"/>
                </a:lnTo>
                <a:lnTo>
                  <a:pt x="411" y="23"/>
                </a:lnTo>
                <a:lnTo>
                  <a:pt x="411" y="24"/>
                </a:lnTo>
                <a:lnTo>
                  <a:pt x="411" y="25"/>
                </a:lnTo>
                <a:lnTo>
                  <a:pt x="410" y="25"/>
                </a:lnTo>
                <a:lnTo>
                  <a:pt x="410" y="26"/>
                </a:lnTo>
                <a:lnTo>
                  <a:pt x="411" y="26"/>
                </a:lnTo>
                <a:lnTo>
                  <a:pt x="411" y="27"/>
                </a:lnTo>
                <a:lnTo>
                  <a:pt x="412" y="27"/>
                </a:lnTo>
                <a:lnTo>
                  <a:pt x="412" y="28"/>
                </a:lnTo>
                <a:lnTo>
                  <a:pt x="412" y="29"/>
                </a:lnTo>
                <a:lnTo>
                  <a:pt x="412" y="30"/>
                </a:lnTo>
                <a:lnTo>
                  <a:pt x="412" y="31"/>
                </a:lnTo>
                <a:lnTo>
                  <a:pt x="411" y="31"/>
                </a:lnTo>
                <a:lnTo>
                  <a:pt x="411" y="33"/>
                </a:lnTo>
                <a:lnTo>
                  <a:pt x="412" y="33"/>
                </a:lnTo>
                <a:lnTo>
                  <a:pt x="412" y="32"/>
                </a:lnTo>
                <a:lnTo>
                  <a:pt x="413" y="32"/>
                </a:lnTo>
                <a:lnTo>
                  <a:pt x="414" y="31"/>
                </a:lnTo>
                <a:lnTo>
                  <a:pt x="415" y="31"/>
                </a:lnTo>
                <a:lnTo>
                  <a:pt x="416" y="31"/>
                </a:lnTo>
                <a:lnTo>
                  <a:pt x="417" y="31"/>
                </a:lnTo>
                <a:lnTo>
                  <a:pt x="418" y="31"/>
                </a:lnTo>
                <a:lnTo>
                  <a:pt x="419" y="31"/>
                </a:lnTo>
                <a:lnTo>
                  <a:pt x="420" y="30"/>
                </a:lnTo>
                <a:lnTo>
                  <a:pt x="419" y="30"/>
                </a:lnTo>
                <a:lnTo>
                  <a:pt x="420" y="29"/>
                </a:lnTo>
                <a:lnTo>
                  <a:pt x="421" y="28"/>
                </a:lnTo>
                <a:lnTo>
                  <a:pt x="422" y="28"/>
                </a:lnTo>
                <a:lnTo>
                  <a:pt x="422" y="27"/>
                </a:lnTo>
                <a:lnTo>
                  <a:pt x="423" y="26"/>
                </a:lnTo>
                <a:lnTo>
                  <a:pt x="423" y="25"/>
                </a:lnTo>
                <a:lnTo>
                  <a:pt x="423" y="24"/>
                </a:lnTo>
                <a:lnTo>
                  <a:pt x="423" y="23"/>
                </a:lnTo>
                <a:lnTo>
                  <a:pt x="423" y="22"/>
                </a:lnTo>
                <a:lnTo>
                  <a:pt x="423" y="21"/>
                </a:lnTo>
                <a:lnTo>
                  <a:pt x="424" y="21"/>
                </a:lnTo>
                <a:lnTo>
                  <a:pt x="424" y="20"/>
                </a:lnTo>
                <a:lnTo>
                  <a:pt x="424" y="19"/>
                </a:lnTo>
                <a:lnTo>
                  <a:pt x="425" y="19"/>
                </a:lnTo>
                <a:lnTo>
                  <a:pt x="426" y="20"/>
                </a:lnTo>
                <a:lnTo>
                  <a:pt x="427" y="20"/>
                </a:lnTo>
                <a:lnTo>
                  <a:pt x="428" y="20"/>
                </a:lnTo>
                <a:lnTo>
                  <a:pt x="428" y="19"/>
                </a:lnTo>
                <a:lnTo>
                  <a:pt x="427" y="19"/>
                </a:lnTo>
                <a:lnTo>
                  <a:pt x="428" y="18"/>
                </a:lnTo>
                <a:lnTo>
                  <a:pt x="429" y="18"/>
                </a:lnTo>
                <a:lnTo>
                  <a:pt x="429" y="17"/>
                </a:lnTo>
                <a:lnTo>
                  <a:pt x="430" y="17"/>
                </a:lnTo>
                <a:lnTo>
                  <a:pt x="430" y="16"/>
                </a:lnTo>
                <a:lnTo>
                  <a:pt x="431" y="16"/>
                </a:lnTo>
                <a:lnTo>
                  <a:pt x="432" y="16"/>
                </a:lnTo>
                <a:lnTo>
                  <a:pt x="432" y="17"/>
                </a:lnTo>
                <a:lnTo>
                  <a:pt x="433" y="17"/>
                </a:lnTo>
                <a:lnTo>
                  <a:pt x="433" y="18"/>
                </a:lnTo>
                <a:lnTo>
                  <a:pt x="434" y="18"/>
                </a:lnTo>
                <a:lnTo>
                  <a:pt x="433" y="18"/>
                </a:lnTo>
                <a:lnTo>
                  <a:pt x="434" y="18"/>
                </a:lnTo>
                <a:lnTo>
                  <a:pt x="435" y="18"/>
                </a:lnTo>
                <a:lnTo>
                  <a:pt x="436" y="17"/>
                </a:lnTo>
                <a:lnTo>
                  <a:pt x="437" y="17"/>
                </a:lnTo>
                <a:lnTo>
                  <a:pt x="437" y="16"/>
                </a:lnTo>
                <a:lnTo>
                  <a:pt x="436" y="16"/>
                </a:lnTo>
                <a:lnTo>
                  <a:pt x="437" y="16"/>
                </a:lnTo>
                <a:lnTo>
                  <a:pt x="437" y="17"/>
                </a:lnTo>
                <a:lnTo>
                  <a:pt x="438" y="17"/>
                </a:lnTo>
                <a:lnTo>
                  <a:pt x="439" y="18"/>
                </a:lnTo>
                <a:lnTo>
                  <a:pt x="439" y="17"/>
                </a:lnTo>
                <a:lnTo>
                  <a:pt x="440" y="17"/>
                </a:lnTo>
                <a:lnTo>
                  <a:pt x="440" y="18"/>
                </a:lnTo>
                <a:lnTo>
                  <a:pt x="441" y="18"/>
                </a:lnTo>
                <a:lnTo>
                  <a:pt x="441" y="19"/>
                </a:lnTo>
                <a:lnTo>
                  <a:pt x="442" y="19"/>
                </a:lnTo>
                <a:lnTo>
                  <a:pt x="442" y="20"/>
                </a:lnTo>
                <a:lnTo>
                  <a:pt x="442" y="21"/>
                </a:lnTo>
                <a:lnTo>
                  <a:pt x="443" y="22"/>
                </a:lnTo>
                <a:lnTo>
                  <a:pt x="443" y="23"/>
                </a:lnTo>
                <a:lnTo>
                  <a:pt x="443" y="24"/>
                </a:lnTo>
                <a:lnTo>
                  <a:pt x="444" y="24"/>
                </a:lnTo>
                <a:lnTo>
                  <a:pt x="445" y="24"/>
                </a:lnTo>
                <a:lnTo>
                  <a:pt x="446" y="24"/>
                </a:lnTo>
                <a:lnTo>
                  <a:pt x="446" y="25"/>
                </a:lnTo>
                <a:lnTo>
                  <a:pt x="446" y="26"/>
                </a:lnTo>
                <a:lnTo>
                  <a:pt x="445" y="26"/>
                </a:lnTo>
                <a:lnTo>
                  <a:pt x="445" y="27"/>
                </a:lnTo>
                <a:lnTo>
                  <a:pt x="446" y="28"/>
                </a:lnTo>
                <a:lnTo>
                  <a:pt x="447" y="29"/>
                </a:lnTo>
                <a:lnTo>
                  <a:pt x="448" y="29"/>
                </a:lnTo>
                <a:lnTo>
                  <a:pt x="448" y="28"/>
                </a:lnTo>
                <a:lnTo>
                  <a:pt x="449" y="28"/>
                </a:lnTo>
                <a:lnTo>
                  <a:pt x="449" y="29"/>
                </a:lnTo>
                <a:lnTo>
                  <a:pt x="450" y="29"/>
                </a:lnTo>
                <a:lnTo>
                  <a:pt x="451" y="28"/>
                </a:lnTo>
                <a:lnTo>
                  <a:pt x="452" y="28"/>
                </a:lnTo>
                <a:lnTo>
                  <a:pt x="452" y="27"/>
                </a:lnTo>
                <a:lnTo>
                  <a:pt x="452" y="26"/>
                </a:lnTo>
                <a:lnTo>
                  <a:pt x="453" y="26"/>
                </a:lnTo>
                <a:lnTo>
                  <a:pt x="452" y="26"/>
                </a:lnTo>
                <a:lnTo>
                  <a:pt x="452" y="25"/>
                </a:lnTo>
                <a:lnTo>
                  <a:pt x="453" y="24"/>
                </a:lnTo>
                <a:lnTo>
                  <a:pt x="454" y="24"/>
                </a:lnTo>
                <a:lnTo>
                  <a:pt x="455" y="24"/>
                </a:lnTo>
                <a:lnTo>
                  <a:pt x="455" y="23"/>
                </a:lnTo>
                <a:lnTo>
                  <a:pt x="455" y="22"/>
                </a:lnTo>
                <a:lnTo>
                  <a:pt x="455" y="21"/>
                </a:lnTo>
                <a:lnTo>
                  <a:pt x="455" y="22"/>
                </a:lnTo>
                <a:lnTo>
                  <a:pt x="455" y="23"/>
                </a:lnTo>
                <a:lnTo>
                  <a:pt x="456" y="24"/>
                </a:lnTo>
                <a:lnTo>
                  <a:pt x="457" y="24"/>
                </a:lnTo>
                <a:lnTo>
                  <a:pt x="457" y="23"/>
                </a:lnTo>
                <a:lnTo>
                  <a:pt x="458" y="23"/>
                </a:lnTo>
                <a:lnTo>
                  <a:pt x="459" y="23"/>
                </a:lnTo>
                <a:lnTo>
                  <a:pt x="459" y="22"/>
                </a:lnTo>
                <a:lnTo>
                  <a:pt x="459" y="21"/>
                </a:lnTo>
                <a:lnTo>
                  <a:pt x="459" y="20"/>
                </a:lnTo>
                <a:lnTo>
                  <a:pt x="460" y="20"/>
                </a:lnTo>
                <a:lnTo>
                  <a:pt x="461" y="20"/>
                </a:lnTo>
                <a:lnTo>
                  <a:pt x="461" y="21"/>
                </a:lnTo>
                <a:lnTo>
                  <a:pt x="461" y="22"/>
                </a:lnTo>
                <a:lnTo>
                  <a:pt x="462" y="22"/>
                </a:lnTo>
                <a:lnTo>
                  <a:pt x="462" y="23"/>
                </a:lnTo>
                <a:lnTo>
                  <a:pt x="462" y="24"/>
                </a:lnTo>
                <a:lnTo>
                  <a:pt x="463" y="24"/>
                </a:lnTo>
                <a:lnTo>
                  <a:pt x="462" y="25"/>
                </a:lnTo>
                <a:lnTo>
                  <a:pt x="462" y="26"/>
                </a:lnTo>
                <a:lnTo>
                  <a:pt x="462" y="27"/>
                </a:lnTo>
                <a:lnTo>
                  <a:pt x="461" y="28"/>
                </a:lnTo>
                <a:lnTo>
                  <a:pt x="460" y="29"/>
                </a:lnTo>
                <a:lnTo>
                  <a:pt x="460" y="30"/>
                </a:lnTo>
                <a:lnTo>
                  <a:pt x="460" y="31"/>
                </a:lnTo>
                <a:lnTo>
                  <a:pt x="459" y="31"/>
                </a:lnTo>
                <a:lnTo>
                  <a:pt x="459" y="34"/>
                </a:lnTo>
                <a:lnTo>
                  <a:pt x="459" y="35"/>
                </a:lnTo>
                <a:lnTo>
                  <a:pt x="459" y="36"/>
                </a:lnTo>
                <a:lnTo>
                  <a:pt x="459" y="37"/>
                </a:lnTo>
                <a:lnTo>
                  <a:pt x="458" y="37"/>
                </a:lnTo>
                <a:lnTo>
                  <a:pt x="457" y="37"/>
                </a:lnTo>
                <a:lnTo>
                  <a:pt x="456" y="37"/>
                </a:lnTo>
                <a:lnTo>
                  <a:pt x="456" y="38"/>
                </a:lnTo>
                <a:lnTo>
                  <a:pt x="455" y="39"/>
                </a:lnTo>
                <a:lnTo>
                  <a:pt x="455" y="38"/>
                </a:lnTo>
                <a:lnTo>
                  <a:pt x="454" y="39"/>
                </a:lnTo>
                <a:lnTo>
                  <a:pt x="454" y="40"/>
                </a:lnTo>
                <a:lnTo>
                  <a:pt x="453" y="40"/>
                </a:lnTo>
                <a:lnTo>
                  <a:pt x="451" y="40"/>
                </a:lnTo>
                <a:lnTo>
                  <a:pt x="451" y="41"/>
                </a:lnTo>
                <a:lnTo>
                  <a:pt x="451" y="42"/>
                </a:lnTo>
                <a:lnTo>
                  <a:pt x="451" y="43"/>
                </a:lnTo>
                <a:lnTo>
                  <a:pt x="450" y="43"/>
                </a:lnTo>
                <a:lnTo>
                  <a:pt x="451" y="44"/>
                </a:lnTo>
                <a:lnTo>
                  <a:pt x="451" y="45"/>
                </a:lnTo>
                <a:lnTo>
                  <a:pt x="452" y="48"/>
                </a:lnTo>
                <a:lnTo>
                  <a:pt x="451" y="50"/>
                </a:lnTo>
                <a:lnTo>
                  <a:pt x="451" y="51"/>
                </a:lnTo>
                <a:lnTo>
                  <a:pt x="450" y="51"/>
                </a:lnTo>
                <a:lnTo>
                  <a:pt x="449" y="51"/>
                </a:lnTo>
                <a:lnTo>
                  <a:pt x="449" y="52"/>
                </a:lnTo>
                <a:lnTo>
                  <a:pt x="450" y="52"/>
                </a:lnTo>
                <a:lnTo>
                  <a:pt x="450" y="53"/>
                </a:lnTo>
                <a:lnTo>
                  <a:pt x="450" y="54"/>
                </a:lnTo>
                <a:lnTo>
                  <a:pt x="449" y="54"/>
                </a:lnTo>
                <a:lnTo>
                  <a:pt x="450" y="55"/>
                </a:lnTo>
                <a:lnTo>
                  <a:pt x="449" y="56"/>
                </a:lnTo>
                <a:lnTo>
                  <a:pt x="449" y="57"/>
                </a:lnTo>
                <a:lnTo>
                  <a:pt x="449" y="58"/>
                </a:lnTo>
                <a:lnTo>
                  <a:pt x="449" y="59"/>
                </a:lnTo>
                <a:lnTo>
                  <a:pt x="450" y="59"/>
                </a:lnTo>
                <a:lnTo>
                  <a:pt x="450" y="60"/>
                </a:lnTo>
                <a:lnTo>
                  <a:pt x="451" y="60"/>
                </a:lnTo>
                <a:lnTo>
                  <a:pt x="452" y="60"/>
                </a:lnTo>
                <a:lnTo>
                  <a:pt x="452" y="59"/>
                </a:lnTo>
                <a:lnTo>
                  <a:pt x="454" y="58"/>
                </a:lnTo>
                <a:lnTo>
                  <a:pt x="455" y="58"/>
                </a:lnTo>
                <a:lnTo>
                  <a:pt x="455" y="57"/>
                </a:lnTo>
                <a:lnTo>
                  <a:pt x="455" y="56"/>
                </a:lnTo>
                <a:lnTo>
                  <a:pt x="456" y="56"/>
                </a:lnTo>
                <a:lnTo>
                  <a:pt x="457" y="54"/>
                </a:lnTo>
                <a:lnTo>
                  <a:pt x="459" y="52"/>
                </a:lnTo>
                <a:lnTo>
                  <a:pt x="460" y="52"/>
                </a:lnTo>
                <a:lnTo>
                  <a:pt x="460" y="51"/>
                </a:lnTo>
                <a:lnTo>
                  <a:pt x="461" y="51"/>
                </a:lnTo>
                <a:lnTo>
                  <a:pt x="462" y="50"/>
                </a:lnTo>
                <a:lnTo>
                  <a:pt x="463" y="50"/>
                </a:lnTo>
                <a:lnTo>
                  <a:pt x="463" y="49"/>
                </a:lnTo>
                <a:lnTo>
                  <a:pt x="464" y="49"/>
                </a:lnTo>
                <a:lnTo>
                  <a:pt x="465" y="49"/>
                </a:lnTo>
                <a:lnTo>
                  <a:pt x="466" y="49"/>
                </a:lnTo>
                <a:lnTo>
                  <a:pt x="467" y="49"/>
                </a:lnTo>
                <a:lnTo>
                  <a:pt x="468" y="48"/>
                </a:lnTo>
                <a:lnTo>
                  <a:pt x="469" y="47"/>
                </a:lnTo>
                <a:lnTo>
                  <a:pt x="470" y="47"/>
                </a:lnTo>
                <a:lnTo>
                  <a:pt x="471" y="46"/>
                </a:lnTo>
                <a:lnTo>
                  <a:pt x="472" y="46"/>
                </a:lnTo>
                <a:lnTo>
                  <a:pt x="473" y="45"/>
                </a:lnTo>
                <a:lnTo>
                  <a:pt x="474" y="45"/>
                </a:lnTo>
                <a:lnTo>
                  <a:pt x="475" y="45"/>
                </a:lnTo>
                <a:lnTo>
                  <a:pt x="477" y="46"/>
                </a:lnTo>
                <a:lnTo>
                  <a:pt x="477" y="45"/>
                </a:lnTo>
                <a:lnTo>
                  <a:pt x="478" y="45"/>
                </a:lnTo>
                <a:lnTo>
                  <a:pt x="478" y="44"/>
                </a:lnTo>
                <a:lnTo>
                  <a:pt x="479" y="44"/>
                </a:lnTo>
                <a:lnTo>
                  <a:pt x="480" y="44"/>
                </a:lnTo>
                <a:lnTo>
                  <a:pt x="480" y="43"/>
                </a:lnTo>
                <a:lnTo>
                  <a:pt x="481" y="42"/>
                </a:lnTo>
                <a:lnTo>
                  <a:pt x="481" y="41"/>
                </a:lnTo>
                <a:lnTo>
                  <a:pt x="482" y="41"/>
                </a:lnTo>
                <a:lnTo>
                  <a:pt x="483" y="41"/>
                </a:lnTo>
                <a:lnTo>
                  <a:pt x="484" y="41"/>
                </a:lnTo>
                <a:lnTo>
                  <a:pt x="485" y="41"/>
                </a:lnTo>
                <a:lnTo>
                  <a:pt x="487" y="41"/>
                </a:lnTo>
                <a:lnTo>
                  <a:pt x="488" y="41"/>
                </a:lnTo>
                <a:lnTo>
                  <a:pt x="488" y="40"/>
                </a:lnTo>
                <a:lnTo>
                  <a:pt x="489" y="40"/>
                </a:lnTo>
                <a:lnTo>
                  <a:pt x="489" y="39"/>
                </a:lnTo>
                <a:lnTo>
                  <a:pt x="489" y="38"/>
                </a:lnTo>
                <a:lnTo>
                  <a:pt x="490" y="38"/>
                </a:lnTo>
                <a:lnTo>
                  <a:pt x="490" y="37"/>
                </a:lnTo>
                <a:lnTo>
                  <a:pt x="491" y="37"/>
                </a:lnTo>
                <a:lnTo>
                  <a:pt x="492" y="36"/>
                </a:lnTo>
                <a:lnTo>
                  <a:pt x="493" y="36"/>
                </a:lnTo>
                <a:lnTo>
                  <a:pt x="493" y="37"/>
                </a:lnTo>
                <a:lnTo>
                  <a:pt x="494" y="37"/>
                </a:lnTo>
                <a:lnTo>
                  <a:pt x="494" y="36"/>
                </a:lnTo>
                <a:lnTo>
                  <a:pt x="495" y="37"/>
                </a:lnTo>
                <a:lnTo>
                  <a:pt x="496" y="37"/>
                </a:lnTo>
                <a:lnTo>
                  <a:pt x="497" y="37"/>
                </a:lnTo>
                <a:lnTo>
                  <a:pt x="497" y="36"/>
                </a:lnTo>
                <a:lnTo>
                  <a:pt x="498" y="36"/>
                </a:lnTo>
                <a:lnTo>
                  <a:pt x="498" y="35"/>
                </a:lnTo>
                <a:lnTo>
                  <a:pt x="499" y="35"/>
                </a:lnTo>
                <a:lnTo>
                  <a:pt x="500" y="35"/>
                </a:lnTo>
                <a:lnTo>
                  <a:pt x="501" y="35"/>
                </a:lnTo>
                <a:lnTo>
                  <a:pt x="502" y="36"/>
                </a:lnTo>
                <a:lnTo>
                  <a:pt x="502" y="35"/>
                </a:lnTo>
                <a:lnTo>
                  <a:pt x="503" y="35"/>
                </a:lnTo>
                <a:lnTo>
                  <a:pt x="503" y="34"/>
                </a:lnTo>
                <a:lnTo>
                  <a:pt x="505" y="34"/>
                </a:lnTo>
                <a:lnTo>
                  <a:pt x="505" y="33"/>
                </a:lnTo>
                <a:lnTo>
                  <a:pt x="506" y="33"/>
                </a:lnTo>
                <a:lnTo>
                  <a:pt x="507" y="33"/>
                </a:lnTo>
                <a:lnTo>
                  <a:pt x="508" y="33"/>
                </a:lnTo>
                <a:lnTo>
                  <a:pt x="509" y="32"/>
                </a:lnTo>
                <a:lnTo>
                  <a:pt x="510" y="32"/>
                </a:lnTo>
                <a:lnTo>
                  <a:pt x="511" y="31"/>
                </a:lnTo>
                <a:lnTo>
                  <a:pt x="511" y="30"/>
                </a:lnTo>
                <a:lnTo>
                  <a:pt x="512" y="30"/>
                </a:lnTo>
                <a:lnTo>
                  <a:pt x="512" y="29"/>
                </a:lnTo>
                <a:lnTo>
                  <a:pt x="513" y="29"/>
                </a:lnTo>
                <a:lnTo>
                  <a:pt x="513" y="28"/>
                </a:lnTo>
                <a:lnTo>
                  <a:pt x="514" y="27"/>
                </a:lnTo>
                <a:lnTo>
                  <a:pt x="515" y="27"/>
                </a:lnTo>
                <a:lnTo>
                  <a:pt x="516" y="27"/>
                </a:lnTo>
                <a:lnTo>
                  <a:pt x="516" y="26"/>
                </a:lnTo>
                <a:lnTo>
                  <a:pt x="517" y="26"/>
                </a:lnTo>
                <a:lnTo>
                  <a:pt x="518" y="26"/>
                </a:lnTo>
                <a:lnTo>
                  <a:pt x="518" y="27"/>
                </a:lnTo>
                <a:lnTo>
                  <a:pt x="517" y="28"/>
                </a:lnTo>
                <a:lnTo>
                  <a:pt x="517" y="29"/>
                </a:lnTo>
                <a:lnTo>
                  <a:pt x="517" y="30"/>
                </a:lnTo>
                <a:lnTo>
                  <a:pt x="517" y="31"/>
                </a:lnTo>
                <a:lnTo>
                  <a:pt x="516" y="32"/>
                </a:lnTo>
                <a:lnTo>
                  <a:pt x="517" y="32"/>
                </a:lnTo>
                <a:lnTo>
                  <a:pt x="516" y="32"/>
                </a:lnTo>
                <a:lnTo>
                  <a:pt x="516" y="33"/>
                </a:lnTo>
                <a:lnTo>
                  <a:pt x="516" y="35"/>
                </a:lnTo>
                <a:lnTo>
                  <a:pt x="515" y="35"/>
                </a:lnTo>
                <a:lnTo>
                  <a:pt x="514" y="35"/>
                </a:lnTo>
                <a:lnTo>
                  <a:pt x="514" y="36"/>
                </a:lnTo>
                <a:lnTo>
                  <a:pt x="514" y="37"/>
                </a:lnTo>
                <a:lnTo>
                  <a:pt x="514" y="38"/>
                </a:lnTo>
                <a:lnTo>
                  <a:pt x="513" y="40"/>
                </a:lnTo>
                <a:lnTo>
                  <a:pt x="513" y="41"/>
                </a:lnTo>
                <a:lnTo>
                  <a:pt x="512" y="41"/>
                </a:lnTo>
                <a:lnTo>
                  <a:pt x="510" y="41"/>
                </a:lnTo>
                <a:lnTo>
                  <a:pt x="509" y="41"/>
                </a:lnTo>
                <a:lnTo>
                  <a:pt x="509" y="40"/>
                </a:lnTo>
                <a:lnTo>
                  <a:pt x="507" y="41"/>
                </a:lnTo>
                <a:lnTo>
                  <a:pt x="506" y="41"/>
                </a:lnTo>
                <a:lnTo>
                  <a:pt x="504" y="41"/>
                </a:lnTo>
                <a:lnTo>
                  <a:pt x="503" y="41"/>
                </a:lnTo>
                <a:lnTo>
                  <a:pt x="501" y="42"/>
                </a:lnTo>
                <a:lnTo>
                  <a:pt x="500" y="43"/>
                </a:lnTo>
                <a:lnTo>
                  <a:pt x="501" y="44"/>
                </a:lnTo>
                <a:lnTo>
                  <a:pt x="501" y="45"/>
                </a:lnTo>
                <a:lnTo>
                  <a:pt x="500" y="45"/>
                </a:lnTo>
                <a:lnTo>
                  <a:pt x="499" y="45"/>
                </a:lnTo>
                <a:lnTo>
                  <a:pt x="499" y="46"/>
                </a:lnTo>
                <a:lnTo>
                  <a:pt x="498" y="46"/>
                </a:lnTo>
                <a:lnTo>
                  <a:pt x="497" y="46"/>
                </a:lnTo>
                <a:lnTo>
                  <a:pt x="497" y="47"/>
                </a:lnTo>
                <a:lnTo>
                  <a:pt x="498" y="47"/>
                </a:lnTo>
                <a:lnTo>
                  <a:pt x="499" y="48"/>
                </a:lnTo>
                <a:lnTo>
                  <a:pt x="498" y="48"/>
                </a:lnTo>
                <a:lnTo>
                  <a:pt x="498" y="50"/>
                </a:lnTo>
                <a:lnTo>
                  <a:pt x="498" y="51"/>
                </a:lnTo>
                <a:lnTo>
                  <a:pt x="498" y="52"/>
                </a:lnTo>
                <a:lnTo>
                  <a:pt x="497" y="52"/>
                </a:lnTo>
                <a:lnTo>
                  <a:pt x="497" y="51"/>
                </a:lnTo>
                <a:lnTo>
                  <a:pt x="497" y="52"/>
                </a:lnTo>
                <a:lnTo>
                  <a:pt x="496" y="52"/>
                </a:lnTo>
                <a:lnTo>
                  <a:pt x="495" y="52"/>
                </a:lnTo>
                <a:lnTo>
                  <a:pt x="494" y="52"/>
                </a:lnTo>
                <a:lnTo>
                  <a:pt x="494" y="53"/>
                </a:lnTo>
                <a:lnTo>
                  <a:pt x="493" y="53"/>
                </a:lnTo>
                <a:lnTo>
                  <a:pt x="492" y="54"/>
                </a:lnTo>
                <a:lnTo>
                  <a:pt x="492" y="53"/>
                </a:lnTo>
                <a:lnTo>
                  <a:pt x="488" y="53"/>
                </a:lnTo>
                <a:lnTo>
                  <a:pt x="488" y="54"/>
                </a:lnTo>
                <a:lnTo>
                  <a:pt x="487" y="54"/>
                </a:lnTo>
                <a:lnTo>
                  <a:pt x="487" y="55"/>
                </a:lnTo>
                <a:lnTo>
                  <a:pt x="485" y="55"/>
                </a:lnTo>
                <a:lnTo>
                  <a:pt x="484" y="57"/>
                </a:lnTo>
                <a:lnTo>
                  <a:pt x="483" y="58"/>
                </a:lnTo>
                <a:lnTo>
                  <a:pt x="482" y="58"/>
                </a:lnTo>
                <a:lnTo>
                  <a:pt x="482" y="59"/>
                </a:lnTo>
                <a:lnTo>
                  <a:pt x="481" y="59"/>
                </a:lnTo>
                <a:lnTo>
                  <a:pt x="481" y="60"/>
                </a:lnTo>
                <a:lnTo>
                  <a:pt x="482" y="60"/>
                </a:lnTo>
                <a:lnTo>
                  <a:pt x="482" y="61"/>
                </a:lnTo>
                <a:lnTo>
                  <a:pt x="481" y="63"/>
                </a:lnTo>
                <a:lnTo>
                  <a:pt x="480" y="63"/>
                </a:lnTo>
                <a:lnTo>
                  <a:pt x="479" y="63"/>
                </a:lnTo>
                <a:lnTo>
                  <a:pt x="478" y="63"/>
                </a:lnTo>
                <a:lnTo>
                  <a:pt x="477" y="64"/>
                </a:lnTo>
                <a:lnTo>
                  <a:pt x="475" y="64"/>
                </a:lnTo>
                <a:lnTo>
                  <a:pt x="473" y="65"/>
                </a:lnTo>
                <a:lnTo>
                  <a:pt x="473" y="64"/>
                </a:lnTo>
                <a:lnTo>
                  <a:pt x="472" y="64"/>
                </a:lnTo>
                <a:lnTo>
                  <a:pt x="472" y="65"/>
                </a:lnTo>
                <a:lnTo>
                  <a:pt x="472" y="66"/>
                </a:lnTo>
                <a:lnTo>
                  <a:pt x="471" y="65"/>
                </a:lnTo>
                <a:lnTo>
                  <a:pt x="470" y="65"/>
                </a:lnTo>
                <a:lnTo>
                  <a:pt x="469" y="65"/>
                </a:lnTo>
                <a:lnTo>
                  <a:pt x="468" y="65"/>
                </a:lnTo>
                <a:lnTo>
                  <a:pt x="466" y="65"/>
                </a:lnTo>
                <a:lnTo>
                  <a:pt x="465" y="66"/>
                </a:lnTo>
                <a:lnTo>
                  <a:pt x="464" y="66"/>
                </a:lnTo>
                <a:lnTo>
                  <a:pt x="463" y="67"/>
                </a:lnTo>
                <a:lnTo>
                  <a:pt x="462" y="68"/>
                </a:lnTo>
                <a:lnTo>
                  <a:pt x="462" y="69"/>
                </a:lnTo>
                <a:lnTo>
                  <a:pt x="461" y="71"/>
                </a:lnTo>
                <a:lnTo>
                  <a:pt x="460" y="71"/>
                </a:lnTo>
                <a:lnTo>
                  <a:pt x="461" y="72"/>
                </a:lnTo>
                <a:lnTo>
                  <a:pt x="460" y="72"/>
                </a:lnTo>
                <a:lnTo>
                  <a:pt x="460" y="73"/>
                </a:lnTo>
                <a:lnTo>
                  <a:pt x="459" y="73"/>
                </a:lnTo>
                <a:lnTo>
                  <a:pt x="458" y="73"/>
                </a:lnTo>
                <a:lnTo>
                  <a:pt x="457" y="73"/>
                </a:lnTo>
                <a:lnTo>
                  <a:pt x="459" y="73"/>
                </a:lnTo>
                <a:lnTo>
                  <a:pt x="459" y="74"/>
                </a:lnTo>
                <a:lnTo>
                  <a:pt x="458" y="74"/>
                </a:lnTo>
                <a:lnTo>
                  <a:pt x="457" y="75"/>
                </a:lnTo>
                <a:lnTo>
                  <a:pt x="457" y="76"/>
                </a:lnTo>
                <a:lnTo>
                  <a:pt x="456" y="76"/>
                </a:lnTo>
                <a:lnTo>
                  <a:pt x="456" y="77"/>
                </a:lnTo>
                <a:lnTo>
                  <a:pt x="456" y="78"/>
                </a:lnTo>
                <a:lnTo>
                  <a:pt x="455" y="78"/>
                </a:lnTo>
                <a:lnTo>
                  <a:pt x="455" y="79"/>
                </a:lnTo>
                <a:lnTo>
                  <a:pt x="454" y="80"/>
                </a:lnTo>
                <a:lnTo>
                  <a:pt x="454" y="81"/>
                </a:lnTo>
                <a:lnTo>
                  <a:pt x="453" y="82"/>
                </a:lnTo>
                <a:lnTo>
                  <a:pt x="452" y="82"/>
                </a:lnTo>
                <a:lnTo>
                  <a:pt x="451" y="83"/>
                </a:lnTo>
                <a:lnTo>
                  <a:pt x="450" y="84"/>
                </a:lnTo>
                <a:lnTo>
                  <a:pt x="450" y="83"/>
                </a:lnTo>
                <a:lnTo>
                  <a:pt x="450" y="84"/>
                </a:lnTo>
                <a:lnTo>
                  <a:pt x="450" y="85"/>
                </a:lnTo>
                <a:lnTo>
                  <a:pt x="450" y="86"/>
                </a:lnTo>
                <a:lnTo>
                  <a:pt x="451" y="87"/>
                </a:lnTo>
                <a:lnTo>
                  <a:pt x="451" y="88"/>
                </a:lnTo>
                <a:lnTo>
                  <a:pt x="451" y="89"/>
                </a:lnTo>
                <a:lnTo>
                  <a:pt x="451" y="90"/>
                </a:lnTo>
                <a:lnTo>
                  <a:pt x="450" y="90"/>
                </a:lnTo>
                <a:lnTo>
                  <a:pt x="449" y="90"/>
                </a:lnTo>
                <a:lnTo>
                  <a:pt x="448" y="90"/>
                </a:lnTo>
                <a:lnTo>
                  <a:pt x="448" y="91"/>
                </a:lnTo>
                <a:lnTo>
                  <a:pt x="447" y="91"/>
                </a:lnTo>
                <a:lnTo>
                  <a:pt x="447" y="92"/>
                </a:lnTo>
                <a:lnTo>
                  <a:pt x="446" y="92"/>
                </a:lnTo>
                <a:lnTo>
                  <a:pt x="445" y="93"/>
                </a:lnTo>
                <a:lnTo>
                  <a:pt x="444" y="93"/>
                </a:lnTo>
                <a:lnTo>
                  <a:pt x="443" y="93"/>
                </a:lnTo>
                <a:lnTo>
                  <a:pt x="443" y="94"/>
                </a:lnTo>
                <a:lnTo>
                  <a:pt x="442" y="95"/>
                </a:lnTo>
                <a:lnTo>
                  <a:pt x="440" y="97"/>
                </a:lnTo>
                <a:lnTo>
                  <a:pt x="439" y="97"/>
                </a:lnTo>
                <a:lnTo>
                  <a:pt x="438" y="97"/>
                </a:lnTo>
                <a:lnTo>
                  <a:pt x="437" y="97"/>
                </a:lnTo>
                <a:lnTo>
                  <a:pt x="436" y="97"/>
                </a:lnTo>
                <a:lnTo>
                  <a:pt x="435" y="97"/>
                </a:lnTo>
                <a:lnTo>
                  <a:pt x="434" y="97"/>
                </a:lnTo>
                <a:lnTo>
                  <a:pt x="434" y="96"/>
                </a:lnTo>
                <a:lnTo>
                  <a:pt x="433" y="96"/>
                </a:lnTo>
                <a:lnTo>
                  <a:pt x="432" y="96"/>
                </a:lnTo>
                <a:lnTo>
                  <a:pt x="431" y="96"/>
                </a:lnTo>
                <a:lnTo>
                  <a:pt x="431" y="97"/>
                </a:lnTo>
                <a:lnTo>
                  <a:pt x="430" y="97"/>
                </a:lnTo>
                <a:lnTo>
                  <a:pt x="430" y="98"/>
                </a:lnTo>
                <a:lnTo>
                  <a:pt x="430" y="99"/>
                </a:lnTo>
                <a:lnTo>
                  <a:pt x="429" y="99"/>
                </a:lnTo>
                <a:lnTo>
                  <a:pt x="428" y="99"/>
                </a:lnTo>
                <a:lnTo>
                  <a:pt x="427" y="98"/>
                </a:lnTo>
                <a:lnTo>
                  <a:pt x="427" y="97"/>
                </a:lnTo>
                <a:lnTo>
                  <a:pt x="427" y="98"/>
                </a:lnTo>
                <a:lnTo>
                  <a:pt x="426" y="98"/>
                </a:lnTo>
                <a:lnTo>
                  <a:pt x="427" y="99"/>
                </a:lnTo>
                <a:lnTo>
                  <a:pt x="427" y="100"/>
                </a:lnTo>
                <a:lnTo>
                  <a:pt x="426" y="100"/>
                </a:lnTo>
                <a:lnTo>
                  <a:pt x="426" y="101"/>
                </a:lnTo>
                <a:lnTo>
                  <a:pt x="425" y="102"/>
                </a:lnTo>
                <a:lnTo>
                  <a:pt x="424" y="102"/>
                </a:lnTo>
                <a:lnTo>
                  <a:pt x="422" y="102"/>
                </a:lnTo>
                <a:lnTo>
                  <a:pt x="421" y="102"/>
                </a:lnTo>
                <a:lnTo>
                  <a:pt x="420" y="102"/>
                </a:lnTo>
                <a:lnTo>
                  <a:pt x="420" y="103"/>
                </a:lnTo>
                <a:lnTo>
                  <a:pt x="420" y="104"/>
                </a:lnTo>
                <a:lnTo>
                  <a:pt x="420" y="105"/>
                </a:lnTo>
                <a:lnTo>
                  <a:pt x="420" y="106"/>
                </a:lnTo>
                <a:lnTo>
                  <a:pt x="421" y="106"/>
                </a:lnTo>
                <a:lnTo>
                  <a:pt x="421" y="107"/>
                </a:lnTo>
                <a:lnTo>
                  <a:pt x="420" y="107"/>
                </a:lnTo>
                <a:lnTo>
                  <a:pt x="420" y="106"/>
                </a:lnTo>
                <a:lnTo>
                  <a:pt x="420" y="107"/>
                </a:lnTo>
                <a:lnTo>
                  <a:pt x="419" y="107"/>
                </a:lnTo>
                <a:lnTo>
                  <a:pt x="418" y="108"/>
                </a:lnTo>
                <a:lnTo>
                  <a:pt x="418" y="109"/>
                </a:lnTo>
                <a:lnTo>
                  <a:pt x="417" y="109"/>
                </a:lnTo>
                <a:lnTo>
                  <a:pt x="417" y="110"/>
                </a:lnTo>
                <a:lnTo>
                  <a:pt x="417" y="111"/>
                </a:lnTo>
                <a:lnTo>
                  <a:pt x="416" y="111"/>
                </a:lnTo>
                <a:lnTo>
                  <a:pt x="416" y="112"/>
                </a:lnTo>
                <a:lnTo>
                  <a:pt x="415" y="112"/>
                </a:lnTo>
                <a:lnTo>
                  <a:pt x="414" y="114"/>
                </a:lnTo>
                <a:lnTo>
                  <a:pt x="413" y="114"/>
                </a:lnTo>
                <a:lnTo>
                  <a:pt x="412" y="115"/>
                </a:lnTo>
                <a:lnTo>
                  <a:pt x="412" y="117"/>
                </a:lnTo>
                <a:lnTo>
                  <a:pt x="413" y="117"/>
                </a:lnTo>
                <a:lnTo>
                  <a:pt x="413" y="120"/>
                </a:lnTo>
                <a:lnTo>
                  <a:pt x="412" y="120"/>
                </a:lnTo>
                <a:lnTo>
                  <a:pt x="410" y="120"/>
                </a:lnTo>
                <a:lnTo>
                  <a:pt x="409" y="120"/>
                </a:lnTo>
                <a:lnTo>
                  <a:pt x="408" y="120"/>
                </a:lnTo>
                <a:lnTo>
                  <a:pt x="408" y="121"/>
                </a:lnTo>
                <a:lnTo>
                  <a:pt x="407" y="121"/>
                </a:lnTo>
                <a:lnTo>
                  <a:pt x="406" y="121"/>
                </a:lnTo>
                <a:lnTo>
                  <a:pt x="405" y="122"/>
                </a:lnTo>
                <a:lnTo>
                  <a:pt x="405" y="123"/>
                </a:lnTo>
                <a:lnTo>
                  <a:pt x="405" y="124"/>
                </a:lnTo>
                <a:lnTo>
                  <a:pt x="406" y="125"/>
                </a:lnTo>
                <a:lnTo>
                  <a:pt x="407" y="126"/>
                </a:lnTo>
                <a:lnTo>
                  <a:pt x="407" y="127"/>
                </a:lnTo>
                <a:lnTo>
                  <a:pt x="408" y="128"/>
                </a:lnTo>
                <a:lnTo>
                  <a:pt x="408" y="129"/>
                </a:lnTo>
                <a:lnTo>
                  <a:pt x="408" y="130"/>
                </a:lnTo>
                <a:lnTo>
                  <a:pt x="408" y="131"/>
                </a:lnTo>
                <a:lnTo>
                  <a:pt x="407" y="131"/>
                </a:lnTo>
                <a:lnTo>
                  <a:pt x="406" y="131"/>
                </a:lnTo>
                <a:lnTo>
                  <a:pt x="405" y="132"/>
                </a:lnTo>
                <a:lnTo>
                  <a:pt x="404" y="132"/>
                </a:lnTo>
                <a:lnTo>
                  <a:pt x="403" y="132"/>
                </a:lnTo>
                <a:lnTo>
                  <a:pt x="402" y="132"/>
                </a:lnTo>
                <a:lnTo>
                  <a:pt x="402" y="133"/>
                </a:lnTo>
                <a:lnTo>
                  <a:pt x="402" y="134"/>
                </a:lnTo>
                <a:lnTo>
                  <a:pt x="402" y="135"/>
                </a:lnTo>
                <a:lnTo>
                  <a:pt x="403" y="135"/>
                </a:lnTo>
                <a:lnTo>
                  <a:pt x="404" y="136"/>
                </a:lnTo>
                <a:lnTo>
                  <a:pt x="405" y="136"/>
                </a:lnTo>
                <a:lnTo>
                  <a:pt x="406" y="136"/>
                </a:lnTo>
                <a:lnTo>
                  <a:pt x="406" y="137"/>
                </a:lnTo>
                <a:lnTo>
                  <a:pt x="405" y="137"/>
                </a:lnTo>
                <a:lnTo>
                  <a:pt x="405" y="138"/>
                </a:lnTo>
                <a:lnTo>
                  <a:pt x="404" y="138"/>
                </a:lnTo>
                <a:lnTo>
                  <a:pt x="403" y="139"/>
                </a:lnTo>
                <a:lnTo>
                  <a:pt x="402" y="139"/>
                </a:lnTo>
                <a:lnTo>
                  <a:pt x="403" y="139"/>
                </a:lnTo>
                <a:lnTo>
                  <a:pt x="405" y="140"/>
                </a:lnTo>
                <a:lnTo>
                  <a:pt x="406" y="140"/>
                </a:lnTo>
                <a:lnTo>
                  <a:pt x="406" y="139"/>
                </a:lnTo>
                <a:lnTo>
                  <a:pt x="407" y="138"/>
                </a:lnTo>
                <a:lnTo>
                  <a:pt x="407" y="137"/>
                </a:lnTo>
                <a:lnTo>
                  <a:pt x="408" y="137"/>
                </a:lnTo>
                <a:lnTo>
                  <a:pt x="408" y="138"/>
                </a:lnTo>
                <a:lnTo>
                  <a:pt x="408" y="139"/>
                </a:lnTo>
                <a:lnTo>
                  <a:pt x="408" y="140"/>
                </a:lnTo>
                <a:lnTo>
                  <a:pt x="408" y="141"/>
                </a:lnTo>
                <a:lnTo>
                  <a:pt x="410" y="141"/>
                </a:lnTo>
                <a:lnTo>
                  <a:pt x="410" y="142"/>
                </a:lnTo>
                <a:lnTo>
                  <a:pt x="411" y="143"/>
                </a:lnTo>
                <a:lnTo>
                  <a:pt x="412" y="143"/>
                </a:lnTo>
                <a:lnTo>
                  <a:pt x="413" y="142"/>
                </a:lnTo>
                <a:lnTo>
                  <a:pt x="414" y="141"/>
                </a:lnTo>
                <a:lnTo>
                  <a:pt x="415" y="141"/>
                </a:lnTo>
                <a:lnTo>
                  <a:pt x="415" y="140"/>
                </a:lnTo>
                <a:lnTo>
                  <a:pt x="416" y="141"/>
                </a:lnTo>
                <a:lnTo>
                  <a:pt x="417" y="141"/>
                </a:lnTo>
                <a:lnTo>
                  <a:pt x="418" y="141"/>
                </a:lnTo>
                <a:lnTo>
                  <a:pt x="419" y="141"/>
                </a:lnTo>
                <a:lnTo>
                  <a:pt x="420" y="141"/>
                </a:lnTo>
                <a:lnTo>
                  <a:pt x="420" y="142"/>
                </a:lnTo>
                <a:lnTo>
                  <a:pt x="421" y="143"/>
                </a:lnTo>
                <a:lnTo>
                  <a:pt x="422" y="143"/>
                </a:lnTo>
                <a:lnTo>
                  <a:pt x="422" y="142"/>
                </a:lnTo>
                <a:lnTo>
                  <a:pt x="423" y="142"/>
                </a:lnTo>
                <a:lnTo>
                  <a:pt x="424" y="141"/>
                </a:lnTo>
                <a:lnTo>
                  <a:pt x="425" y="140"/>
                </a:lnTo>
                <a:lnTo>
                  <a:pt x="426" y="140"/>
                </a:lnTo>
                <a:lnTo>
                  <a:pt x="427" y="141"/>
                </a:lnTo>
                <a:lnTo>
                  <a:pt x="427" y="140"/>
                </a:lnTo>
                <a:lnTo>
                  <a:pt x="428" y="140"/>
                </a:lnTo>
                <a:lnTo>
                  <a:pt x="428" y="141"/>
                </a:lnTo>
                <a:lnTo>
                  <a:pt x="429" y="140"/>
                </a:lnTo>
                <a:lnTo>
                  <a:pt x="429" y="139"/>
                </a:lnTo>
                <a:lnTo>
                  <a:pt x="430" y="139"/>
                </a:lnTo>
                <a:lnTo>
                  <a:pt x="430" y="140"/>
                </a:lnTo>
                <a:lnTo>
                  <a:pt x="431" y="140"/>
                </a:lnTo>
                <a:lnTo>
                  <a:pt x="431" y="141"/>
                </a:lnTo>
                <a:lnTo>
                  <a:pt x="430" y="141"/>
                </a:lnTo>
                <a:lnTo>
                  <a:pt x="431" y="142"/>
                </a:lnTo>
                <a:lnTo>
                  <a:pt x="432" y="143"/>
                </a:lnTo>
                <a:lnTo>
                  <a:pt x="433" y="143"/>
                </a:lnTo>
                <a:lnTo>
                  <a:pt x="433" y="144"/>
                </a:lnTo>
                <a:lnTo>
                  <a:pt x="434" y="144"/>
                </a:lnTo>
                <a:lnTo>
                  <a:pt x="436" y="144"/>
                </a:lnTo>
                <a:lnTo>
                  <a:pt x="436" y="145"/>
                </a:lnTo>
                <a:lnTo>
                  <a:pt x="437" y="145"/>
                </a:lnTo>
                <a:lnTo>
                  <a:pt x="437" y="144"/>
                </a:lnTo>
                <a:lnTo>
                  <a:pt x="438" y="144"/>
                </a:lnTo>
                <a:lnTo>
                  <a:pt x="439" y="145"/>
                </a:lnTo>
                <a:lnTo>
                  <a:pt x="439" y="146"/>
                </a:lnTo>
                <a:lnTo>
                  <a:pt x="438" y="146"/>
                </a:lnTo>
                <a:lnTo>
                  <a:pt x="437" y="147"/>
                </a:lnTo>
                <a:lnTo>
                  <a:pt x="437" y="148"/>
                </a:lnTo>
                <a:lnTo>
                  <a:pt x="436" y="147"/>
                </a:lnTo>
                <a:lnTo>
                  <a:pt x="436" y="148"/>
                </a:lnTo>
                <a:lnTo>
                  <a:pt x="436" y="149"/>
                </a:lnTo>
                <a:lnTo>
                  <a:pt x="437" y="149"/>
                </a:lnTo>
                <a:lnTo>
                  <a:pt x="438" y="150"/>
                </a:lnTo>
                <a:lnTo>
                  <a:pt x="438" y="149"/>
                </a:lnTo>
                <a:lnTo>
                  <a:pt x="439" y="149"/>
                </a:lnTo>
                <a:lnTo>
                  <a:pt x="440" y="149"/>
                </a:lnTo>
                <a:lnTo>
                  <a:pt x="442" y="149"/>
                </a:lnTo>
                <a:lnTo>
                  <a:pt x="442" y="150"/>
                </a:lnTo>
                <a:lnTo>
                  <a:pt x="441" y="151"/>
                </a:lnTo>
                <a:lnTo>
                  <a:pt x="440" y="151"/>
                </a:lnTo>
                <a:lnTo>
                  <a:pt x="440" y="152"/>
                </a:lnTo>
                <a:lnTo>
                  <a:pt x="440" y="153"/>
                </a:lnTo>
                <a:lnTo>
                  <a:pt x="440" y="154"/>
                </a:lnTo>
                <a:lnTo>
                  <a:pt x="441" y="154"/>
                </a:lnTo>
                <a:lnTo>
                  <a:pt x="441" y="155"/>
                </a:lnTo>
                <a:lnTo>
                  <a:pt x="441" y="156"/>
                </a:lnTo>
                <a:lnTo>
                  <a:pt x="442" y="156"/>
                </a:lnTo>
                <a:lnTo>
                  <a:pt x="443" y="155"/>
                </a:lnTo>
                <a:lnTo>
                  <a:pt x="444" y="155"/>
                </a:lnTo>
                <a:lnTo>
                  <a:pt x="444" y="156"/>
                </a:lnTo>
                <a:lnTo>
                  <a:pt x="445" y="156"/>
                </a:lnTo>
                <a:lnTo>
                  <a:pt x="445" y="155"/>
                </a:lnTo>
                <a:lnTo>
                  <a:pt x="445" y="154"/>
                </a:lnTo>
                <a:lnTo>
                  <a:pt x="446" y="154"/>
                </a:lnTo>
                <a:lnTo>
                  <a:pt x="447" y="154"/>
                </a:lnTo>
                <a:lnTo>
                  <a:pt x="448" y="155"/>
                </a:lnTo>
                <a:lnTo>
                  <a:pt x="449" y="155"/>
                </a:lnTo>
                <a:lnTo>
                  <a:pt x="450" y="156"/>
                </a:lnTo>
                <a:lnTo>
                  <a:pt x="451" y="157"/>
                </a:lnTo>
                <a:lnTo>
                  <a:pt x="452" y="157"/>
                </a:lnTo>
                <a:lnTo>
                  <a:pt x="453" y="158"/>
                </a:lnTo>
                <a:lnTo>
                  <a:pt x="453" y="157"/>
                </a:lnTo>
                <a:lnTo>
                  <a:pt x="455" y="157"/>
                </a:lnTo>
                <a:lnTo>
                  <a:pt x="455" y="158"/>
                </a:lnTo>
                <a:lnTo>
                  <a:pt x="456" y="159"/>
                </a:lnTo>
                <a:lnTo>
                  <a:pt x="456" y="160"/>
                </a:lnTo>
                <a:lnTo>
                  <a:pt x="457" y="160"/>
                </a:lnTo>
                <a:lnTo>
                  <a:pt x="458" y="160"/>
                </a:lnTo>
                <a:lnTo>
                  <a:pt x="457" y="160"/>
                </a:lnTo>
                <a:lnTo>
                  <a:pt x="457" y="162"/>
                </a:lnTo>
                <a:lnTo>
                  <a:pt x="458" y="162"/>
                </a:lnTo>
                <a:lnTo>
                  <a:pt x="458" y="164"/>
                </a:lnTo>
                <a:lnTo>
                  <a:pt x="459" y="165"/>
                </a:lnTo>
                <a:lnTo>
                  <a:pt x="459" y="166"/>
                </a:lnTo>
                <a:lnTo>
                  <a:pt x="459" y="167"/>
                </a:lnTo>
                <a:lnTo>
                  <a:pt x="458" y="167"/>
                </a:lnTo>
                <a:lnTo>
                  <a:pt x="457" y="167"/>
                </a:lnTo>
                <a:lnTo>
                  <a:pt x="457" y="168"/>
                </a:lnTo>
                <a:lnTo>
                  <a:pt x="458" y="168"/>
                </a:lnTo>
                <a:lnTo>
                  <a:pt x="459" y="169"/>
                </a:lnTo>
                <a:lnTo>
                  <a:pt x="459" y="171"/>
                </a:lnTo>
                <a:lnTo>
                  <a:pt x="459" y="173"/>
                </a:lnTo>
                <a:lnTo>
                  <a:pt x="459" y="174"/>
                </a:lnTo>
                <a:lnTo>
                  <a:pt x="460" y="175"/>
                </a:lnTo>
                <a:lnTo>
                  <a:pt x="460" y="176"/>
                </a:lnTo>
                <a:lnTo>
                  <a:pt x="460" y="177"/>
                </a:lnTo>
                <a:lnTo>
                  <a:pt x="460" y="178"/>
                </a:lnTo>
                <a:lnTo>
                  <a:pt x="461" y="177"/>
                </a:lnTo>
                <a:lnTo>
                  <a:pt x="462" y="177"/>
                </a:lnTo>
                <a:lnTo>
                  <a:pt x="462" y="178"/>
                </a:lnTo>
                <a:lnTo>
                  <a:pt x="462" y="179"/>
                </a:lnTo>
                <a:lnTo>
                  <a:pt x="463" y="179"/>
                </a:lnTo>
                <a:lnTo>
                  <a:pt x="463" y="180"/>
                </a:lnTo>
                <a:lnTo>
                  <a:pt x="464" y="181"/>
                </a:lnTo>
                <a:lnTo>
                  <a:pt x="465" y="182"/>
                </a:lnTo>
                <a:lnTo>
                  <a:pt x="466" y="183"/>
                </a:lnTo>
                <a:lnTo>
                  <a:pt x="467" y="183"/>
                </a:lnTo>
                <a:lnTo>
                  <a:pt x="468" y="184"/>
                </a:lnTo>
                <a:lnTo>
                  <a:pt x="471" y="184"/>
                </a:lnTo>
                <a:lnTo>
                  <a:pt x="472" y="184"/>
                </a:lnTo>
                <a:lnTo>
                  <a:pt x="474" y="184"/>
                </a:lnTo>
                <a:lnTo>
                  <a:pt x="474" y="183"/>
                </a:lnTo>
                <a:lnTo>
                  <a:pt x="475" y="183"/>
                </a:lnTo>
                <a:lnTo>
                  <a:pt x="475" y="184"/>
                </a:lnTo>
                <a:lnTo>
                  <a:pt x="476" y="184"/>
                </a:lnTo>
                <a:lnTo>
                  <a:pt x="477" y="184"/>
                </a:lnTo>
                <a:lnTo>
                  <a:pt x="478" y="184"/>
                </a:lnTo>
                <a:lnTo>
                  <a:pt x="478" y="185"/>
                </a:lnTo>
                <a:lnTo>
                  <a:pt x="479" y="185"/>
                </a:lnTo>
                <a:lnTo>
                  <a:pt x="480" y="185"/>
                </a:lnTo>
                <a:lnTo>
                  <a:pt x="481" y="185"/>
                </a:lnTo>
                <a:lnTo>
                  <a:pt x="481" y="184"/>
                </a:lnTo>
                <a:lnTo>
                  <a:pt x="482" y="184"/>
                </a:lnTo>
                <a:lnTo>
                  <a:pt x="482" y="183"/>
                </a:lnTo>
                <a:lnTo>
                  <a:pt x="481" y="183"/>
                </a:lnTo>
                <a:lnTo>
                  <a:pt x="482" y="181"/>
                </a:lnTo>
                <a:lnTo>
                  <a:pt x="483" y="181"/>
                </a:lnTo>
                <a:lnTo>
                  <a:pt x="483" y="182"/>
                </a:lnTo>
                <a:lnTo>
                  <a:pt x="484" y="182"/>
                </a:lnTo>
                <a:lnTo>
                  <a:pt x="485" y="182"/>
                </a:lnTo>
                <a:lnTo>
                  <a:pt x="486" y="182"/>
                </a:lnTo>
                <a:lnTo>
                  <a:pt x="487" y="182"/>
                </a:lnTo>
                <a:lnTo>
                  <a:pt x="488" y="182"/>
                </a:lnTo>
                <a:lnTo>
                  <a:pt x="488" y="183"/>
                </a:lnTo>
                <a:lnTo>
                  <a:pt x="489" y="183"/>
                </a:lnTo>
                <a:lnTo>
                  <a:pt x="490" y="183"/>
                </a:lnTo>
                <a:lnTo>
                  <a:pt x="491" y="183"/>
                </a:lnTo>
                <a:lnTo>
                  <a:pt x="491" y="184"/>
                </a:lnTo>
                <a:lnTo>
                  <a:pt x="492" y="184"/>
                </a:lnTo>
                <a:lnTo>
                  <a:pt x="492" y="185"/>
                </a:lnTo>
                <a:lnTo>
                  <a:pt x="493" y="185"/>
                </a:lnTo>
                <a:lnTo>
                  <a:pt x="494" y="185"/>
                </a:lnTo>
                <a:lnTo>
                  <a:pt x="495" y="185"/>
                </a:lnTo>
                <a:lnTo>
                  <a:pt x="498" y="184"/>
                </a:lnTo>
                <a:lnTo>
                  <a:pt x="499" y="184"/>
                </a:lnTo>
                <a:lnTo>
                  <a:pt x="502" y="183"/>
                </a:lnTo>
                <a:lnTo>
                  <a:pt x="503" y="183"/>
                </a:lnTo>
                <a:lnTo>
                  <a:pt x="504" y="183"/>
                </a:lnTo>
                <a:lnTo>
                  <a:pt x="505" y="183"/>
                </a:lnTo>
                <a:lnTo>
                  <a:pt x="506" y="183"/>
                </a:lnTo>
                <a:lnTo>
                  <a:pt x="507" y="183"/>
                </a:lnTo>
                <a:lnTo>
                  <a:pt x="507" y="182"/>
                </a:lnTo>
                <a:lnTo>
                  <a:pt x="508" y="182"/>
                </a:lnTo>
                <a:lnTo>
                  <a:pt x="508" y="180"/>
                </a:lnTo>
                <a:lnTo>
                  <a:pt x="509" y="179"/>
                </a:lnTo>
                <a:lnTo>
                  <a:pt x="510" y="180"/>
                </a:lnTo>
                <a:lnTo>
                  <a:pt x="513" y="181"/>
                </a:lnTo>
                <a:lnTo>
                  <a:pt x="514" y="181"/>
                </a:lnTo>
                <a:lnTo>
                  <a:pt x="518" y="181"/>
                </a:lnTo>
                <a:lnTo>
                  <a:pt x="519" y="182"/>
                </a:lnTo>
                <a:lnTo>
                  <a:pt x="520" y="183"/>
                </a:lnTo>
                <a:lnTo>
                  <a:pt x="521" y="183"/>
                </a:lnTo>
                <a:lnTo>
                  <a:pt x="521" y="184"/>
                </a:lnTo>
                <a:lnTo>
                  <a:pt x="521" y="185"/>
                </a:lnTo>
                <a:lnTo>
                  <a:pt x="522" y="185"/>
                </a:lnTo>
                <a:lnTo>
                  <a:pt x="523" y="185"/>
                </a:lnTo>
                <a:lnTo>
                  <a:pt x="524" y="184"/>
                </a:lnTo>
                <a:lnTo>
                  <a:pt x="525" y="184"/>
                </a:lnTo>
                <a:lnTo>
                  <a:pt x="526" y="184"/>
                </a:lnTo>
                <a:lnTo>
                  <a:pt x="527" y="184"/>
                </a:lnTo>
                <a:lnTo>
                  <a:pt x="527" y="185"/>
                </a:lnTo>
                <a:lnTo>
                  <a:pt x="527" y="186"/>
                </a:lnTo>
                <a:lnTo>
                  <a:pt x="526" y="187"/>
                </a:lnTo>
                <a:lnTo>
                  <a:pt x="526" y="188"/>
                </a:lnTo>
                <a:lnTo>
                  <a:pt x="528" y="190"/>
                </a:lnTo>
                <a:lnTo>
                  <a:pt x="527" y="190"/>
                </a:lnTo>
                <a:lnTo>
                  <a:pt x="527" y="191"/>
                </a:lnTo>
                <a:lnTo>
                  <a:pt x="526" y="191"/>
                </a:lnTo>
                <a:lnTo>
                  <a:pt x="525" y="192"/>
                </a:lnTo>
                <a:lnTo>
                  <a:pt x="525" y="194"/>
                </a:lnTo>
                <a:lnTo>
                  <a:pt x="524" y="194"/>
                </a:lnTo>
                <a:lnTo>
                  <a:pt x="524" y="195"/>
                </a:lnTo>
                <a:lnTo>
                  <a:pt x="523" y="195"/>
                </a:lnTo>
                <a:lnTo>
                  <a:pt x="523" y="196"/>
                </a:lnTo>
                <a:lnTo>
                  <a:pt x="524" y="196"/>
                </a:lnTo>
                <a:lnTo>
                  <a:pt x="524" y="197"/>
                </a:lnTo>
                <a:lnTo>
                  <a:pt x="525" y="197"/>
                </a:lnTo>
                <a:lnTo>
                  <a:pt x="526" y="198"/>
                </a:lnTo>
                <a:lnTo>
                  <a:pt x="525" y="198"/>
                </a:lnTo>
                <a:lnTo>
                  <a:pt x="525" y="199"/>
                </a:lnTo>
                <a:lnTo>
                  <a:pt x="526" y="199"/>
                </a:lnTo>
                <a:lnTo>
                  <a:pt x="527" y="200"/>
                </a:lnTo>
                <a:lnTo>
                  <a:pt x="528" y="200"/>
                </a:lnTo>
                <a:lnTo>
                  <a:pt x="528" y="201"/>
                </a:lnTo>
                <a:lnTo>
                  <a:pt x="527" y="202"/>
                </a:lnTo>
                <a:lnTo>
                  <a:pt x="527" y="203"/>
                </a:lnTo>
                <a:lnTo>
                  <a:pt x="528" y="203"/>
                </a:lnTo>
                <a:lnTo>
                  <a:pt x="528" y="204"/>
                </a:lnTo>
                <a:lnTo>
                  <a:pt x="530" y="204"/>
                </a:lnTo>
                <a:lnTo>
                  <a:pt x="531" y="204"/>
                </a:lnTo>
                <a:lnTo>
                  <a:pt x="531" y="203"/>
                </a:lnTo>
                <a:lnTo>
                  <a:pt x="532" y="203"/>
                </a:lnTo>
                <a:lnTo>
                  <a:pt x="533" y="204"/>
                </a:lnTo>
                <a:lnTo>
                  <a:pt x="533" y="205"/>
                </a:lnTo>
                <a:lnTo>
                  <a:pt x="534" y="205"/>
                </a:lnTo>
                <a:lnTo>
                  <a:pt x="534" y="206"/>
                </a:lnTo>
                <a:lnTo>
                  <a:pt x="535" y="205"/>
                </a:lnTo>
                <a:lnTo>
                  <a:pt x="536" y="206"/>
                </a:lnTo>
                <a:lnTo>
                  <a:pt x="536" y="207"/>
                </a:lnTo>
                <a:lnTo>
                  <a:pt x="537" y="208"/>
                </a:lnTo>
                <a:lnTo>
                  <a:pt x="537" y="207"/>
                </a:lnTo>
                <a:lnTo>
                  <a:pt x="537" y="208"/>
                </a:lnTo>
                <a:lnTo>
                  <a:pt x="538" y="208"/>
                </a:lnTo>
                <a:lnTo>
                  <a:pt x="539" y="209"/>
                </a:lnTo>
                <a:lnTo>
                  <a:pt x="540" y="209"/>
                </a:lnTo>
                <a:lnTo>
                  <a:pt x="541" y="210"/>
                </a:lnTo>
                <a:lnTo>
                  <a:pt x="542" y="210"/>
                </a:lnTo>
                <a:lnTo>
                  <a:pt x="543" y="212"/>
                </a:lnTo>
                <a:lnTo>
                  <a:pt x="542" y="213"/>
                </a:lnTo>
                <a:lnTo>
                  <a:pt x="541" y="214"/>
                </a:lnTo>
                <a:lnTo>
                  <a:pt x="542" y="214"/>
                </a:lnTo>
                <a:lnTo>
                  <a:pt x="542" y="215"/>
                </a:lnTo>
                <a:lnTo>
                  <a:pt x="543" y="214"/>
                </a:lnTo>
                <a:lnTo>
                  <a:pt x="544" y="214"/>
                </a:lnTo>
                <a:lnTo>
                  <a:pt x="545" y="214"/>
                </a:lnTo>
                <a:lnTo>
                  <a:pt x="546" y="214"/>
                </a:lnTo>
                <a:lnTo>
                  <a:pt x="546" y="215"/>
                </a:lnTo>
                <a:lnTo>
                  <a:pt x="547" y="215"/>
                </a:lnTo>
                <a:lnTo>
                  <a:pt x="548" y="215"/>
                </a:lnTo>
                <a:lnTo>
                  <a:pt x="548" y="214"/>
                </a:lnTo>
                <a:lnTo>
                  <a:pt x="548" y="213"/>
                </a:lnTo>
                <a:lnTo>
                  <a:pt x="549" y="213"/>
                </a:lnTo>
                <a:lnTo>
                  <a:pt x="550" y="213"/>
                </a:lnTo>
                <a:lnTo>
                  <a:pt x="549" y="213"/>
                </a:lnTo>
                <a:lnTo>
                  <a:pt x="549" y="214"/>
                </a:lnTo>
                <a:lnTo>
                  <a:pt x="550" y="214"/>
                </a:lnTo>
                <a:lnTo>
                  <a:pt x="550" y="215"/>
                </a:lnTo>
                <a:lnTo>
                  <a:pt x="550" y="214"/>
                </a:lnTo>
                <a:lnTo>
                  <a:pt x="551" y="215"/>
                </a:lnTo>
                <a:lnTo>
                  <a:pt x="552" y="215"/>
                </a:lnTo>
                <a:lnTo>
                  <a:pt x="552" y="214"/>
                </a:lnTo>
                <a:lnTo>
                  <a:pt x="554" y="212"/>
                </a:lnTo>
                <a:lnTo>
                  <a:pt x="555" y="212"/>
                </a:lnTo>
                <a:lnTo>
                  <a:pt x="556" y="212"/>
                </a:lnTo>
                <a:lnTo>
                  <a:pt x="557" y="212"/>
                </a:lnTo>
                <a:lnTo>
                  <a:pt x="558" y="212"/>
                </a:lnTo>
                <a:lnTo>
                  <a:pt x="559" y="212"/>
                </a:lnTo>
                <a:lnTo>
                  <a:pt x="560" y="213"/>
                </a:lnTo>
                <a:lnTo>
                  <a:pt x="560" y="214"/>
                </a:lnTo>
                <a:lnTo>
                  <a:pt x="562" y="214"/>
                </a:lnTo>
                <a:lnTo>
                  <a:pt x="561" y="214"/>
                </a:lnTo>
                <a:lnTo>
                  <a:pt x="561" y="215"/>
                </a:lnTo>
                <a:lnTo>
                  <a:pt x="560" y="216"/>
                </a:lnTo>
                <a:lnTo>
                  <a:pt x="560" y="217"/>
                </a:lnTo>
                <a:lnTo>
                  <a:pt x="559" y="217"/>
                </a:lnTo>
                <a:lnTo>
                  <a:pt x="558" y="217"/>
                </a:lnTo>
                <a:lnTo>
                  <a:pt x="558" y="218"/>
                </a:lnTo>
                <a:lnTo>
                  <a:pt x="558" y="219"/>
                </a:lnTo>
                <a:lnTo>
                  <a:pt x="558" y="220"/>
                </a:lnTo>
                <a:lnTo>
                  <a:pt x="558" y="221"/>
                </a:lnTo>
                <a:lnTo>
                  <a:pt x="558" y="222"/>
                </a:lnTo>
                <a:lnTo>
                  <a:pt x="559" y="223"/>
                </a:lnTo>
                <a:lnTo>
                  <a:pt x="559" y="224"/>
                </a:lnTo>
                <a:lnTo>
                  <a:pt x="560" y="224"/>
                </a:lnTo>
                <a:lnTo>
                  <a:pt x="560" y="225"/>
                </a:lnTo>
                <a:lnTo>
                  <a:pt x="559" y="225"/>
                </a:lnTo>
                <a:lnTo>
                  <a:pt x="558" y="226"/>
                </a:lnTo>
                <a:lnTo>
                  <a:pt x="557" y="228"/>
                </a:lnTo>
                <a:lnTo>
                  <a:pt x="557" y="230"/>
                </a:lnTo>
                <a:lnTo>
                  <a:pt x="558" y="231"/>
                </a:lnTo>
                <a:lnTo>
                  <a:pt x="557" y="232"/>
                </a:lnTo>
                <a:lnTo>
                  <a:pt x="558" y="232"/>
                </a:lnTo>
                <a:lnTo>
                  <a:pt x="559" y="232"/>
                </a:lnTo>
                <a:lnTo>
                  <a:pt x="560" y="233"/>
                </a:lnTo>
                <a:lnTo>
                  <a:pt x="560" y="234"/>
                </a:lnTo>
                <a:lnTo>
                  <a:pt x="560" y="235"/>
                </a:lnTo>
                <a:lnTo>
                  <a:pt x="561" y="235"/>
                </a:lnTo>
                <a:lnTo>
                  <a:pt x="561" y="236"/>
                </a:lnTo>
                <a:lnTo>
                  <a:pt x="562" y="237"/>
                </a:lnTo>
                <a:lnTo>
                  <a:pt x="562" y="238"/>
                </a:lnTo>
                <a:lnTo>
                  <a:pt x="563" y="238"/>
                </a:lnTo>
                <a:lnTo>
                  <a:pt x="563" y="239"/>
                </a:lnTo>
                <a:lnTo>
                  <a:pt x="563" y="240"/>
                </a:lnTo>
                <a:lnTo>
                  <a:pt x="563" y="241"/>
                </a:lnTo>
                <a:lnTo>
                  <a:pt x="564" y="241"/>
                </a:lnTo>
                <a:lnTo>
                  <a:pt x="564" y="242"/>
                </a:lnTo>
                <a:lnTo>
                  <a:pt x="565" y="243"/>
                </a:lnTo>
                <a:lnTo>
                  <a:pt x="565" y="245"/>
                </a:lnTo>
                <a:lnTo>
                  <a:pt x="566" y="245"/>
                </a:lnTo>
                <a:lnTo>
                  <a:pt x="567" y="245"/>
                </a:lnTo>
                <a:lnTo>
                  <a:pt x="567" y="246"/>
                </a:lnTo>
                <a:lnTo>
                  <a:pt x="567" y="248"/>
                </a:lnTo>
                <a:lnTo>
                  <a:pt x="567" y="249"/>
                </a:lnTo>
                <a:lnTo>
                  <a:pt x="567" y="250"/>
                </a:lnTo>
                <a:lnTo>
                  <a:pt x="567" y="251"/>
                </a:lnTo>
                <a:lnTo>
                  <a:pt x="567" y="252"/>
                </a:lnTo>
                <a:lnTo>
                  <a:pt x="567" y="253"/>
                </a:lnTo>
                <a:lnTo>
                  <a:pt x="567" y="254"/>
                </a:lnTo>
                <a:lnTo>
                  <a:pt x="567" y="255"/>
                </a:lnTo>
                <a:lnTo>
                  <a:pt x="566" y="255"/>
                </a:lnTo>
                <a:lnTo>
                  <a:pt x="564" y="255"/>
                </a:lnTo>
                <a:lnTo>
                  <a:pt x="564" y="254"/>
                </a:lnTo>
                <a:lnTo>
                  <a:pt x="563" y="254"/>
                </a:lnTo>
                <a:lnTo>
                  <a:pt x="563" y="253"/>
                </a:lnTo>
                <a:lnTo>
                  <a:pt x="562" y="254"/>
                </a:lnTo>
                <a:lnTo>
                  <a:pt x="562" y="253"/>
                </a:lnTo>
                <a:lnTo>
                  <a:pt x="561" y="253"/>
                </a:lnTo>
                <a:lnTo>
                  <a:pt x="561" y="252"/>
                </a:lnTo>
                <a:lnTo>
                  <a:pt x="560" y="252"/>
                </a:lnTo>
                <a:lnTo>
                  <a:pt x="560" y="253"/>
                </a:lnTo>
                <a:lnTo>
                  <a:pt x="559" y="253"/>
                </a:lnTo>
                <a:lnTo>
                  <a:pt x="559" y="254"/>
                </a:lnTo>
                <a:lnTo>
                  <a:pt x="559" y="255"/>
                </a:lnTo>
                <a:lnTo>
                  <a:pt x="558" y="256"/>
                </a:lnTo>
                <a:lnTo>
                  <a:pt x="557" y="256"/>
                </a:lnTo>
                <a:lnTo>
                  <a:pt x="557" y="255"/>
                </a:lnTo>
                <a:lnTo>
                  <a:pt x="556" y="255"/>
                </a:lnTo>
                <a:lnTo>
                  <a:pt x="556" y="256"/>
                </a:lnTo>
                <a:lnTo>
                  <a:pt x="556" y="257"/>
                </a:lnTo>
                <a:lnTo>
                  <a:pt x="555" y="257"/>
                </a:lnTo>
                <a:lnTo>
                  <a:pt x="554" y="257"/>
                </a:lnTo>
                <a:lnTo>
                  <a:pt x="553" y="257"/>
                </a:lnTo>
                <a:lnTo>
                  <a:pt x="552" y="256"/>
                </a:lnTo>
                <a:lnTo>
                  <a:pt x="552" y="257"/>
                </a:lnTo>
                <a:lnTo>
                  <a:pt x="551" y="257"/>
                </a:lnTo>
                <a:lnTo>
                  <a:pt x="550" y="257"/>
                </a:lnTo>
                <a:lnTo>
                  <a:pt x="550" y="258"/>
                </a:lnTo>
                <a:lnTo>
                  <a:pt x="549" y="259"/>
                </a:lnTo>
                <a:lnTo>
                  <a:pt x="548" y="259"/>
                </a:lnTo>
                <a:lnTo>
                  <a:pt x="548" y="262"/>
                </a:lnTo>
                <a:lnTo>
                  <a:pt x="548" y="263"/>
                </a:lnTo>
                <a:lnTo>
                  <a:pt x="548" y="264"/>
                </a:lnTo>
                <a:lnTo>
                  <a:pt x="547" y="264"/>
                </a:lnTo>
                <a:lnTo>
                  <a:pt x="546" y="264"/>
                </a:lnTo>
                <a:lnTo>
                  <a:pt x="546" y="263"/>
                </a:lnTo>
                <a:lnTo>
                  <a:pt x="545" y="263"/>
                </a:lnTo>
                <a:lnTo>
                  <a:pt x="545" y="264"/>
                </a:lnTo>
                <a:lnTo>
                  <a:pt x="544" y="265"/>
                </a:lnTo>
                <a:lnTo>
                  <a:pt x="543" y="265"/>
                </a:lnTo>
                <a:lnTo>
                  <a:pt x="543" y="266"/>
                </a:lnTo>
                <a:lnTo>
                  <a:pt x="542" y="266"/>
                </a:lnTo>
                <a:lnTo>
                  <a:pt x="541" y="266"/>
                </a:lnTo>
                <a:lnTo>
                  <a:pt x="540" y="266"/>
                </a:lnTo>
                <a:lnTo>
                  <a:pt x="540" y="265"/>
                </a:lnTo>
                <a:lnTo>
                  <a:pt x="539" y="265"/>
                </a:lnTo>
                <a:lnTo>
                  <a:pt x="539" y="266"/>
                </a:lnTo>
                <a:lnTo>
                  <a:pt x="538" y="267"/>
                </a:lnTo>
                <a:lnTo>
                  <a:pt x="537" y="267"/>
                </a:lnTo>
                <a:lnTo>
                  <a:pt x="536" y="269"/>
                </a:lnTo>
                <a:lnTo>
                  <a:pt x="536" y="268"/>
                </a:lnTo>
                <a:lnTo>
                  <a:pt x="534" y="268"/>
                </a:lnTo>
                <a:lnTo>
                  <a:pt x="533" y="269"/>
                </a:lnTo>
                <a:lnTo>
                  <a:pt x="533" y="270"/>
                </a:lnTo>
                <a:lnTo>
                  <a:pt x="533" y="271"/>
                </a:lnTo>
                <a:lnTo>
                  <a:pt x="532" y="271"/>
                </a:lnTo>
                <a:lnTo>
                  <a:pt x="531" y="271"/>
                </a:lnTo>
                <a:lnTo>
                  <a:pt x="531" y="270"/>
                </a:lnTo>
                <a:lnTo>
                  <a:pt x="531" y="269"/>
                </a:lnTo>
                <a:lnTo>
                  <a:pt x="530" y="269"/>
                </a:lnTo>
                <a:lnTo>
                  <a:pt x="529" y="270"/>
                </a:lnTo>
                <a:lnTo>
                  <a:pt x="529" y="271"/>
                </a:lnTo>
                <a:lnTo>
                  <a:pt x="529" y="272"/>
                </a:lnTo>
                <a:lnTo>
                  <a:pt x="528" y="272"/>
                </a:lnTo>
                <a:lnTo>
                  <a:pt x="527" y="272"/>
                </a:lnTo>
                <a:lnTo>
                  <a:pt x="527" y="271"/>
                </a:lnTo>
                <a:lnTo>
                  <a:pt x="526" y="271"/>
                </a:lnTo>
                <a:lnTo>
                  <a:pt x="526" y="272"/>
                </a:lnTo>
                <a:lnTo>
                  <a:pt x="526" y="273"/>
                </a:lnTo>
                <a:lnTo>
                  <a:pt x="525" y="273"/>
                </a:lnTo>
                <a:lnTo>
                  <a:pt x="523" y="273"/>
                </a:lnTo>
                <a:lnTo>
                  <a:pt x="523" y="272"/>
                </a:lnTo>
                <a:lnTo>
                  <a:pt x="522" y="271"/>
                </a:lnTo>
                <a:lnTo>
                  <a:pt x="521" y="270"/>
                </a:lnTo>
                <a:lnTo>
                  <a:pt x="521" y="269"/>
                </a:lnTo>
                <a:lnTo>
                  <a:pt x="520" y="268"/>
                </a:lnTo>
                <a:lnTo>
                  <a:pt x="519" y="268"/>
                </a:lnTo>
                <a:lnTo>
                  <a:pt x="518" y="268"/>
                </a:lnTo>
                <a:lnTo>
                  <a:pt x="518" y="267"/>
                </a:lnTo>
                <a:lnTo>
                  <a:pt x="518" y="266"/>
                </a:lnTo>
                <a:lnTo>
                  <a:pt x="518" y="265"/>
                </a:lnTo>
                <a:lnTo>
                  <a:pt x="516" y="265"/>
                </a:lnTo>
                <a:lnTo>
                  <a:pt x="516" y="266"/>
                </a:lnTo>
                <a:lnTo>
                  <a:pt x="515" y="266"/>
                </a:lnTo>
                <a:lnTo>
                  <a:pt x="515" y="265"/>
                </a:lnTo>
                <a:lnTo>
                  <a:pt x="515" y="264"/>
                </a:lnTo>
                <a:lnTo>
                  <a:pt x="514" y="263"/>
                </a:lnTo>
                <a:lnTo>
                  <a:pt x="514" y="262"/>
                </a:lnTo>
                <a:lnTo>
                  <a:pt x="514" y="261"/>
                </a:lnTo>
                <a:lnTo>
                  <a:pt x="513" y="261"/>
                </a:lnTo>
                <a:lnTo>
                  <a:pt x="513" y="262"/>
                </a:lnTo>
                <a:lnTo>
                  <a:pt x="513" y="261"/>
                </a:lnTo>
                <a:lnTo>
                  <a:pt x="513" y="260"/>
                </a:lnTo>
                <a:lnTo>
                  <a:pt x="514" y="260"/>
                </a:lnTo>
                <a:lnTo>
                  <a:pt x="514" y="261"/>
                </a:lnTo>
                <a:lnTo>
                  <a:pt x="515" y="259"/>
                </a:lnTo>
                <a:lnTo>
                  <a:pt x="514" y="258"/>
                </a:lnTo>
                <a:lnTo>
                  <a:pt x="514" y="257"/>
                </a:lnTo>
                <a:lnTo>
                  <a:pt x="513" y="256"/>
                </a:lnTo>
                <a:lnTo>
                  <a:pt x="512" y="256"/>
                </a:lnTo>
                <a:lnTo>
                  <a:pt x="512" y="255"/>
                </a:lnTo>
                <a:lnTo>
                  <a:pt x="511" y="255"/>
                </a:lnTo>
                <a:lnTo>
                  <a:pt x="510" y="255"/>
                </a:lnTo>
                <a:lnTo>
                  <a:pt x="510" y="254"/>
                </a:lnTo>
                <a:lnTo>
                  <a:pt x="510" y="253"/>
                </a:lnTo>
                <a:lnTo>
                  <a:pt x="509" y="253"/>
                </a:lnTo>
                <a:lnTo>
                  <a:pt x="509" y="254"/>
                </a:lnTo>
                <a:lnTo>
                  <a:pt x="508" y="254"/>
                </a:lnTo>
                <a:lnTo>
                  <a:pt x="508" y="253"/>
                </a:lnTo>
                <a:lnTo>
                  <a:pt x="507" y="252"/>
                </a:lnTo>
                <a:lnTo>
                  <a:pt x="507" y="250"/>
                </a:lnTo>
                <a:lnTo>
                  <a:pt x="508" y="250"/>
                </a:lnTo>
                <a:lnTo>
                  <a:pt x="508" y="249"/>
                </a:lnTo>
                <a:lnTo>
                  <a:pt x="509" y="247"/>
                </a:lnTo>
                <a:lnTo>
                  <a:pt x="509" y="246"/>
                </a:lnTo>
                <a:lnTo>
                  <a:pt x="508" y="245"/>
                </a:lnTo>
                <a:lnTo>
                  <a:pt x="508" y="243"/>
                </a:lnTo>
                <a:lnTo>
                  <a:pt x="507" y="243"/>
                </a:lnTo>
                <a:lnTo>
                  <a:pt x="506" y="242"/>
                </a:lnTo>
                <a:lnTo>
                  <a:pt x="505" y="242"/>
                </a:lnTo>
                <a:lnTo>
                  <a:pt x="504" y="242"/>
                </a:lnTo>
                <a:lnTo>
                  <a:pt x="503" y="242"/>
                </a:lnTo>
                <a:lnTo>
                  <a:pt x="502" y="241"/>
                </a:lnTo>
                <a:lnTo>
                  <a:pt x="501" y="242"/>
                </a:lnTo>
                <a:lnTo>
                  <a:pt x="500" y="242"/>
                </a:lnTo>
                <a:lnTo>
                  <a:pt x="499" y="241"/>
                </a:lnTo>
                <a:lnTo>
                  <a:pt x="499" y="240"/>
                </a:lnTo>
                <a:lnTo>
                  <a:pt x="500" y="240"/>
                </a:lnTo>
                <a:lnTo>
                  <a:pt x="500" y="239"/>
                </a:lnTo>
                <a:lnTo>
                  <a:pt x="498" y="239"/>
                </a:lnTo>
                <a:lnTo>
                  <a:pt x="498" y="240"/>
                </a:lnTo>
                <a:lnTo>
                  <a:pt x="498" y="241"/>
                </a:lnTo>
                <a:lnTo>
                  <a:pt x="498" y="242"/>
                </a:lnTo>
                <a:lnTo>
                  <a:pt x="496" y="242"/>
                </a:lnTo>
                <a:lnTo>
                  <a:pt x="495" y="242"/>
                </a:lnTo>
                <a:lnTo>
                  <a:pt x="496" y="241"/>
                </a:lnTo>
                <a:lnTo>
                  <a:pt x="496" y="240"/>
                </a:lnTo>
                <a:lnTo>
                  <a:pt x="495" y="239"/>
                </a:lnTo>
                <a:lnTo>
                  <a:pt x="494" y="239"/>
                </a:lnTo>
                <a:lnTo>
                  <a:pt x="493" y="238"/>
                </a:lnTo>
                <a:lnTo>
                  <a:pt x="492" y="237"/>
                </a:lnTo>
                <a:lnTo>
                  <a:pt x="492" y="236"/>
                </a:lnTo>
                <a:lnTo>
                  <a:pt x="492" y="235"/>
                </a:lnTo>
                <a:lnTo>
                  <a:pt x="490" y="235"/>
                </a:lnTo>
                <a:lnTo>
                  <a:pt x="489" y="235"/>
                </a:lnTo>
                <a:lnTo>
                  <a:pt x="489" y="236"/>
                </a:lnTo>
                <a:lnTo>
                  <a:pt x="488" y="236"/>
                </a:lnTo>
                <a:lnTo>
                  <a:pt x="487" y="236"/>
                </a:lnTo>
                <a:lnTo>
                  <a:pt x="487" y="235"/>
                </a:lnTo>
                <a:lnTo>
                  <a:pt x="486" y="235"/>
                </a:lnTo>
                <a:lnTo>
                  <a:pt x="486" y="234"/>
                </a:lnTo>
                <a:lnTo>
                  <a:pt x="485" y="234"/>
                </a:lnTo>
                <a:lnTo>
                  <a:pt x="484" y="235"/>
                </a:lnTo>
                <a:lnTo>
                  <a:pt x="483" y="236"/>
                </a:lnTo>
                <a:lnTo>
                  <a:pt x="482" y="236"/>
                </a:lnTo>
                <a:lnTo>
                  <a:pt x="482" y="235"/>
                </a:lnTo>
                <a:lnTo>
                  <a:pt x="480" y="235"/>
                </a:lnTo>
                <a:lnTo>
                  <a:pt x="480" y="236"/>
                </a:lnTo>
                <a:lnTo>
                  <a:pt x="479" y="236"/>
                </a:lnTo>
                <a:lnTo>
                  <a:pt x="478" y="236"/>
                </a:lnTo>
                <a:lnTo>
                  <a:pt x="477" y="236"/>
                </a:lnTo>
                <a:lnTo>
                  <a:pt x="478" y="236"/>
                </a:lnTo>
                <a:lnTo>
                  <a:pt x="477" y="239"/>
                </a:lnTo>
                <a:lnTo>
                  <a:pt x="476" y="239"/>
                </a:lnTo>
                <a:lnTo>
                  <a:pt x="476" y="238"/>
                </a:lnTo>
                <a:lnTo>
                  <a:pt x="474" y="238"/>
                </a:lnTo>
                <a:lnTo>
                  <a:pt x="473" y="239"/>
                </a:lnTo>
                <a:lnTo>
                  <a:pt x="473" y="240"/>
                </a:lnTo>
                <a:lnTo>
                  <a:pt x="473" y="241"/>
                </a:lnTo>
                <a:lnTo>
                  <a:pt x="472" y="241"/>
                </a:lnTo>
                <a:lnTo>
                  <a:pt x="471" y="243"/>
                </a:lnTo>
                <a:lnTo>
                  <a:pt x="472" y="243"/>
                </a:lnTo>
                <a:lnTo>
                  <a:pt x="472" y="245"/>
                </a:lnTo>
                <a:lnTo>
                  <a:pt x="472" y="246"/>
                </a:lnTo>
                <a:lnTo>
                  <a:pt x="471" y="246"/>
                </a:lnTo>
                <a:lnTo>
                  <a:pt x="471" y="247"/>
                </a:lnTo>
                <a:lnTo>
                  <a:pt x="471" y="248"/>
                </a:lnTo>
                <a:lnTo>
                  <a:pt x="470" y="248"/>
                </a:lnTo>
                <a:lnTo>
                  <a:pt x="470" y="249"/>
                </a:lnTo>
                <a:lnTo>
                  <a:pt x="470" y="250"/>
                </a:lnTo>
                <a:lnTo>
                  <a:pt x="469" y="250"/>
                </a:lnTo>
                <a:lnTo>
                  <a:pt x="469" y="251"/>
                </a:lnTo>
                <a:lnTo>
                  <a:pt x="469" y="252"/>
                </a:lnTo>
                <a:lnTo>
                  <a:pt x="470" y="252"/>
                </a:lnTo>
                <a:lnTo>
                  <a:pt x="469" y="253"/>
                </a:lnTo>
                <a:lnTo>
                  <a:pt x="469" y="254"/>
                </a:lnTo>
                <a:lnTo>
                  <a:pt x="468" y="254"/>
                </a:lnTo>
                <a:lnTo>
                  <a:pt x="468" y="256"/>
                </a:lnTo>
                <a:lnTo>
                  <a:pt x="469" y="256"/>
                </a:lnTo>
                <a:lnTo>
                  <a:pt x="470" y="256"/>
                </a:lnTo>
                <a:lnTo>
                  <a:pt x="471" y="256"/>
                </a:lnTo>
                <a:lnTo>
                  <a:pt x="472" y="256"/>
                </a:lnTo>
                <a:lnTo>
                  <a:pt x="472" y="257"/>
                </a:lnTo>
                <a:lnTo>
                  <a:pt x="473" y="257"/>
                </a:lnTo>
                <a:lnTo>
                  <a:pt x="474" y="256"/>
                </a:lnTo>
                <a:lnTo>
                  <a:pt x="475" y="256"/>
                </a:lnTo>
                <a:lnTo>
                  <a:pt x="476" y="257"/>
                </a:lnTo>
                <a:lnTo>
                  <a:pt x="476" y="259"/>
                </a:lnTo>
                <a:lnTo>
                  <a:pt x="476" y="260"/>
                </a:lnTo>
                <a:lnTo>
                  <a:pt x="475" y="260"/>
                </a:lnTo>
                <a:lnTo>
                  <a:pt x="475" y="261"/>
                </a:lnTo>
                <a:lnTo>
                  <a:pt x="474" y="261"/>
                </a:lnTo>
                <a:lnTo>
                  <a:pt x="474" y="262"/>
                </a:lnTo>
                <a:lnTo>
                  <a:pt x="475" y="262"/>
                </a:lnTo>
                <a:lnTo>
                  <a:pt x="474" y="265"/>
                </a:lnTo>
                <a:lnTo>
                  <a:pt x="474" y="266"/>
                </a:lnTo>
                <a:lnTo>
                  <a:pt x="473" y="266"/>
                </a:lnTo>
                <a:lnTo>
                  <a:pt x="472" y="265"/>
                </a:lnTo>
                <a:lnTo>
                  <a:pt x="471" y="265"/>
                </a:lnTo>
                <a:lnTo>
                  <a:pt x="470" y="266"/>
                </a:lnTo>
                <a:lnTo>
                  <a:pt x="469" y="267"/>
                </a:lnTo>
                <a:lnTo>
                  <a:pt x="470" y="267"/>
                </a:lnTo>
                <a:lnTo>
                  <a:pt x="471" y="268"/>
                </a:lnTo>
                <a:lnTo>
                  <a:pt x="471" y="269"/>
                </a:lnTo>
                <a:lnTo>
                  <a:pt x="472" y="270"/>
                </a:lnTo>
                <a:lnTo>
                  <a:pt x="473" y="270"/>
                </a:lnTo>
                <a:lnTo>
                  <a:pt x="473" y="271"/>
                </a:lnTo>
                <a:lnTo>
                  <a:pt x="473" y="272"/>
                </a:lnTo>
                <a:lnTo>
                  <a:pt x="472" y="273"/>
                </a:lnTo>
                <a:lnTo>
                  <a:pt x="472" y="274"/>
                </a:lnTo>
                <a:lnTo>
                  <a:pt x="473" y="274"/>
                </a:lnTo>
                <a:lnTo>
                  <a:pt x="473" y="275"/>
                </a:lnTo>
                <a:lnTo>
                  <a:pt x="472" y="276"/>
                </a:lnTo>
                <a:lnTo>
                  <a:pt x="473" y="276"/>
                </a:lnTo>
                <a:lnTo>
                  <a:pt x="473" y="277"/>
                </a:lnTo>
                <a:lnTo>
                  <a:pt x="473" y="278"/>
                </a:lnTo>
                <a:lnTo>
                  <a:pt x="473" y="279"/>
                </a:lnTo>
                <a:lnTo>
                  <a:pt x="474" y="279"/>
                </a:lnTo>
                <a:lnTo>
                  <a:pt x="474" y="280"/>
                </a:lnTo>
                <a:lnTo>
                  <a:pt x="474" y="281"/>
                </a:lnTo>
                <a:lnTo>
                  <a:pt x="475" y="281"/>
                </a:lnTo>
                <a:lnTo>
                  <a:pt x="475" y="282"/>
                </a:lnTo>
                <a:lnTo>
                  <a:pt x="476" y="283"/>
                </a:lnTo>
                <a:lnTo>
                  <a:pt x="476" y="284"/>
                </a:lnTo>
                <a:lnTo>
                  <a:pt x="476" y="285"/>
                </a:lnTo>
                <a:lnTo>
                  <a:pt x="476" y="286"/>
                </a:lnTo>
                <a:lnTo>
                  <a:pt x="475" y="286"/>
                </a:lnTo>
                <a:lnTo>
                  <a:pt x="474" y="287"/>
                </a:lnTo>
                <a:lnTo>
                  <a:pt x="473" y="286"/>
                </a:lnTo>
                <a:lnTo>
                  <a:pt x="472" y="286"/>
                </a:lnTo>
                <a:lnTo>
                  <a:pt x="469" y="286"/>
                </a:lnTo>
                <a:lnTo>
                  <a:pt x="469" y="287"/>
                </a:lnTo>
                <a:lnTo>
                  <a:pt x="469" y="288"/>
                </a:lnTo>
                <a:lnTo>
                  <a:pt x="468" y="288"/>
                </a:lnTo>
                <a:lnTo>
                  <a:pt x="468" y="287"/>
                </a:lnTo>
                <a:lnTo>
                  <a:pt x="467" y="287"/>
                </a:lnTo>
                <a:lnTo>
                  <a:pt x="467" y="288"/>
                </a:lnTo>
                <a:lnTo>
                  <a:pt x="465" y="288"/>
                </a:lnTo>
                <a:lnTo>
                  <a:pt x="464" y="288"/>
                </a:lnTo>
                <a:lnTo>
                  <a:pt x="464" y="287"/>
                </a:lnTo>
                <a:lnTo>
                  <a:pt x="463" y="288"/>
                </a:lnTo>
                <a:lnTo>
                  <a:pt x="462" y="288"/>
                </a:lnTo>
                <a:lnTo>
                  <a:pt x="461" y="288"/>
                </a:lnTo>
                <a:lnTo>
                  <a:pt x="460" y="287"/>
                </a:lnTo>
                <a:lnTo>
                  <a:pt x="459" y="287"/>
                </a:lnTo>
                <a:lnTo>
                  <a:pt x="459" y="288"/>
                </a:lnTo>
                <a:lnTo>
                  <a:pt x="456" y="289"/>
                </a:lnTo>
                <a:lnTo>
                  <a:pt x="455" y="291"/>
                </a:lnTo>
                <a:lnTo>
                  <a:pt x="455" y="292"/>
                </a:lnTo>
                <a:lnTo>
                  <a:pt x="455" y="293"/>
                </a:lnTo>
                <a:lnTo>
                  <a:pt x="455" y="294"/>
                </a:lnTo>
                <a:lnTo>
                  <a:pt x="454" y="294"/>
                </a:lnTo>
                <a:lnTo>
                  <a:pt x="454" y="293"/>
                </a:lnTo>
                <a:lnTo>
                  <a:pt x="453" y="293"/>
                </a:lnTo>
                <a:lnTo>
                  <a:pt x="452" y="292"/>
                </a:lnTo>
                <a:lnTo>
                  <a:pt x="451" y="293"/>
                </a:lnTo>
                <a:lnTo>
                  <a:pt x="450" y="294"/>
                </a:lnTo>
                <a:lnTo>
                  <a:pt x="450" y="295"/>
                </a:lnTo>
                <a:lnTo>
                  <a:pt x="450" y="297"/>
                </a:lnTo>
                <a:lnTo>
                  <a:pt x="450" y="298"/>
                </a:lnTo>
                <a:lnTo>
                  <a:pt x="450" y="299"/>
                </a:lnTo>
                <a:lnTo>
                  <a:pt x="450" y="300"/>
                </a:lnTo>
                <a:lnTo>
                  <a:pt x="449" y="300"/>
                </a:lnTo>
                <a:lnTo>
                  <a:pt x="449" y="299"/>
                </a:lnTo>
                <a:lnTo>
                  <a:pt x="448" y="299"/>
                </a:lnTo>
                <a:lnTo>
                  <a:pt x="447" y="300"/>
                </a:lnTo>
                <a:lnTo>
                  <a:pt x="447" y="301"/>
                </a:lnTo>
                <a:lnTo>
                  <a:pt x="447" y="302"/>
                </a:lnTo>
                <a:lnTo>
                  <a:pt x="448" y="304"/>
                </a:lnTo>
                <a:lnTo>
                  <a:pt x="448" y="305"/>
                </a:lnTo>
                <a:lnTo>
                  <a:pt x="447" y="305"/>
                </a:lnTo>
                <a:lnTo>
                  <a:pt x="447" y="306"/>
                </a:lnTo>
                <a:lnTo>
                  <a:pt x="447" y="307"/>
                </a:lnTo>
                <a:lnTo>
                  <a:pt x="447" y="308"/>
                </a:lnTo>
                <a:lnTo>
                  <a:pt x="448" y="308"/>
                </a:lnTo>
                <a:lnTo>
                  <a:pt x="449" y="308"/>
                </a:lnTo>
                <a:lnTo>
                  <a:pt x="449" y="307"/>
                </a:lnTo>
                <a:lnTo>
                  <a:pt x="450" y="307"/>
                </a:lnTo>
                <a:lnTo>
                  <a:pt x="450" y="308"/>
                </a:lnTo>
                <a:lnTo>
                  <a:pt x="449" y="308"/>
                </a:lnTo>
                <a:lnTo>
                  <a:pt x="450" y="309"/>
                </a:lnTo>
                <a:lnTo>
                  <a:pt x="450" y="310"/>
                </a:lnTo>
                <a:lnTo>
                  <a:pt x="451" y="311"/>
                </a:lnTo>
                <a:lnTo>
                  <a:pt x="452" y="311"/>
                </a:lnTo>
                <a:lnTo>
                  <a:pt x="451" y="312"/>
                </a:lnTo>
                <a:lnTo>
                  <a:pt x="451" y="313"/>
                </a:lnTo>
                <a:lnTo>
                  <a:pt x="451" y="315"/>
                </a:lnTo>
                <a:lnTo>
                  <a:pt x="450" y="315"/>
                </a:lnTo>
                <a:lnTo>
                  <a:pt x="449" y="315"/>
                </a:lnTo>
                <a:lnTo>
                  <a:pt x="449" y="316"/>
                </a:lnTo>
                <a:lnTo>
                  <a:pt x="449" y="317"/>
                </a:lnTo>
                <a:lnTo>
                  <a:pt x="449" y="318"/>
                </a:lnTo>
                <a:lnTo>
                  <a:pt x="450" y="318"/>
                </a:lnTo>
                <a:lnTo>
                  <a:pt x="450" y="319"/>
                </a:lnTo>
                <a:lnTo>
                  <a:pt x="449" y="319"/>
                </a:lnTo>
                <a:lnTo>
                  <a:pt x="448" y="320"/>
                </a:lnTo>
                <a:lnTo>
                  <a:pt x="448" y="321"/>
                </a:lnTo>
                <a:lnTo>
                  <a:pt x="449" y="321"/>
                </a:lnTo>
                <a:lnTo>
                  <a:pt x="448" y="321"/>
                </a:lnTo>
                <a:lnTo>
                  <a:pt x="448" y="322"/>
                </a:lnTo>
                <a:lnTo>
                  <a:pt x="447" y="322"/>
                </a:lnTo>
                <a:lnTo>
                  <a:pt x="447" y="323"/>
                </a:lnTo>
                <a:lnTo>
                  <a:pt x="448" y="323"/>
                </a:lnTo>
                <a:lnTo>
                  <a:pt x="448" y="324"/>
                </a:lnTo>
                <a:lnTo>
                  <a:pt x="447" y="324"/>
                </a:lnTo>
                <a:lnTo>
                  <a:pt x="447" y="325"/>
                </a:lnTo>
                <a:lnTo>
                  <a:pt x="447" y="324"/>
                </a:lnTo>
                <a:lnTo>
                  <a:pt x="446" y="324"/>
                </a:lnTo>
                <a:lnTo>
                  <a:pt x="446" y="325"/>
                </a:lnTo>
                <a:lnTo>
                  <a:pt x="445" y="325"/>
                </a:lnTo>
                <a:lnTo>
                  <a:pt x="445" y="326"/>
                </a:lnTo>
                <a:lnTo>
                  <a:pt x="445" y="327"/>
                </a:lnTo>
                <a:lnTo>
                  <a:pt x="446" y="328"/>
                </a:lnTo>
                <a:lnTo>
                  <a:pt x="446" y="329"/>
                </a:lnTo>
                <a:lnTo>
                  <a:pt x="446" y="330"/>
                </a:lnTo>
                <a:lnTo>
                  <a:pt x="446" y="331"/>
                </a:lnTo>
                <a:lnTo>
                  <a:pt x="445" y="331"/>
                </a:lnTo>
                <a:lnTo>
                  <a:pt x="445" y="332"/>
                </a:lnTo>
                <a:lnTo>
                  <a:pt x="444" y="332"/>
                </a:lnTo>
                <a:lnTo>
                  <a:pt x="444" y="331"/>
                </a:lnTo>
                <a:lnTo>
                  <a:pt x="443" y="331"/>
                </a:lnTo>
                <a:lnTo>
                  <a:pt x="442" y="332"/>
                </a:lnTo>
                <a:lnTo>
                  <a:pt x="441" y="332"/>
                </a:lnTo>
                <a:lnTo>
                  <a:pt x="441" y="331"/>
                </a:lnTo>
                <a:lnTo>
                  <a:pt x="441" y="332"/>
                </a:lnTo>
                <a:lnTo>
                  <a:pt x="440" y="332"/>
                </a:lnTo>
                <a:lnTo>
                  <a:pt x="440" y="333"/>
                </a:lnTo>
                <a:lnTo>
                  <a:pt x="437" y="333"/>
                </a:lnTo>
                <a:lnTo>
                  <a:pt x="436" y="333"/>
                </a:lnTo>
                <a:lnTo>
                  <a:pt x="435" y="334"/>
                </a:lnTo>
                <a:lnTo>
                  <a:pt x="434" y="334"/>
                </a:lnTo>
                <a:lnTo>
                  <a:pt x="434" y="335"/>
                </a:lnTo>
                <a:lnTo>
                  <a:pt x="434" y="336"/>
                </a:lnTo>
                <a:lnTo>
                  <a:pt x="433" y="337"/>
                </a:lnTo>
                <a:lnTo>
                  <a:pt x="432" y="337"/>
                </a:lnTo>
                <a:lnTo>
                  <a:pt x="431" y="337"/>
                </a:lnTo>
                <a:lnTo>
                  <a:pt x="430" y="337"/>
                </a:lnTo>
                <a:lnTo>
                  <a:pt x="429" y="338"/>
                </a:lnTo>
                <a:lnTo>
                  <a:pt x="427" y="337"/>
                </a:lnTo>
                <a:lnTo>
                  <a:pt x="427" y="336"/>
                </a:lnTo>
                <a:lnTo>
                  <a:pt x="426" y="336"/>
                </a:lnTo>
                <a:lnTo>
                  <a:pt x="425" y="336"/>
                </a:lnTo>
                <a:lnTo>
                  <a:pt x="425" y="337"/>
                </a:lnTo>
                <a:lnTo>
                  <a:pt x="424" y="337"/>
                </a:lnTo>
                <a:lnTo>
                  <a:pt x="424" y="336"/>
                </a:lnTo>
                <a:lnTo>
                  <a:pt x="423" y="336"/>
                </a:lnTo>
                <a:lnTo>
                  <a:pt x="422" y="336"/>
                </a:lnTo>
                <a:lnTo>
                  <a:pt x="421" y="336"/>
                </a:lnTo>
                <a:lnTo>
                  <a:pt x="420" y="336"/>
                </a:lnTo>
                <a:lnTo>
                  <a:pt x="418" y="335"/>
                </a:lnTo>
                <a:lnTo>
                  <a:pt x="418" y="334"/>
                </a:lnTo>
                <a:lnTo>
                  <a:pt x="418" y="333"/>
                </a:lnTo>
                <a:lnTo>
                  <a:pt x="417" y="333"/>
                </a:lnTo>
                <a:lnTo>
                  <a:pt x="416" y="332"/>
                </a:lnTo>
                <a:lnTo>
                  <a:pt x="416" y="331"/>
                </a:lnTo>
                <a:lnTo>
                  <a:pt x="417" y="331"/>
                </a:lnTo>
                <a:lnTo>
                  <a:pt x="417" y="330"/>
                </a:lnTo>
                <a:lnTo>
                  <a:pt x="416" y="330"/>
                </a:lnTo>
                <a:lnTo>
                  <a:pt x="415" y="330"/>
                </a:lnTo>
                <a:lnTo>
                  <a:pt x="413" y="330"/>
                </a:lnTo>
                <a:lnTo>
                  <a:pt x="413" y="331"/>
                </a:lnTo>
                <a:lnTo>
                  <a:pt x="412" y="331"/>
                </a:lnTo>
                <a:lnTo>
                  <a:pt x="411" y="331"/>
                </a:lnTo>
                <a:lnTo>
                  <a:pt x="410" y="331"/>
                </a:lnTo>
                <a:lnTo>
                  <a:pt x="410" y="332"/>
                </a:lnTo>
                <a:lnTo>
                  <a:pt x="410" y="333"/>
                </a:lnTo>
                <a:lnTo>
                  <a:pt x="410" y="334"/>
                </a:lnTo>
                <a:lnTo>
                  <a:pt x="410" y="335"/>
                </a:lnTo>
                <a:lnTo>
                  <a:pt x="409" y="335"/>
                </a:lnTo>
                <a:lnTo>
                  <a:pt x="410" y="337"/>
                </a:lnTo>
                <a:lnTo>
                  <a:pt x="411" y="337"/>
                </a:lnTo>
                <a:lnTo>
                  <a:pt x="411" y="338"/>
                </a:lnTo>
                <a:lnTo>
                  <a:pt x="412" y="339"/>
                </a:lnTo>
                <a:lnTo>
                  <a:pt x="412" y="340"/>
                </a:lnTo>
                <a:lnTo>
                  <a:pt x="412" y="342"/>
                </a:lnTo>
                <a:lnTo>
                  <a:pt x="413" y="343"/>
                </a:lnTo>
                <a:lnTo>
                  <a:pt x="412" y="344"/>
                </a:lnTo>
                <a:lnTo>
                  <a:pt x="411" y="344"/>
                </a:lnTo>
                <a:lnTo>
                  <a:pt x="410" y="343"/>
                </a:lnTo>
                <a:lnTo>
                  <a:pt x="409" y="343"/>
                </a:lnTo>
                <a:lnTo>
                  <a:pt x="409" y="344"/>
                </a:lnTo>
                <a:lnTo>
                  <a:pt x="410" y="344"/>
                </a:lnTo>
                <a:lnTo>
                  <a:pt x="410" y="345"/>
                </a:lnTo>
                <a:lnTo>
                  <a:pt x="410" y="346"/>
                </a:lnTo>
                <a:lnTo>
                  <a:pt x="409" y="346"/>
                </a:lnTo>
                <a:lnTo>
                  <a:pt x="408" y="346"/>
                </a:lnTo>
                <a:lnTo>
                  <a:pt x="408" y="347"/>
                </a:lnTo>
                <a:lnTo>
                  <a:pt x="408" y="348"/>
                </a:lnTo>
                <a:lnTo>
                  <a:pt x="409" y="348"/>
                </a:lnTo>
                <a:lnTo>
                  <a:pt x="410" y="348"/>
                </a:lnTo>
                <a:lnTo>
                  <a:pt x="411" y="349"/>
                </a:lnTo>
                <a:lnTo>
                  <a:pt x="413" y="350"/>
                </a:lnTo>
                <a:lnTo>
                  <a:pt x="413" y="351"/>
                </a:lnTo>
                <a:lnTo>
                  <a:pt x="413" y="352"/>
                </a:lnTo>
                <a:lnTo>
                  <a:pt x="414" y="352"/>
                </a:lnTo>
                <a:lnTo>
                  <a:pt x="415" y="352"/>
                </a:lnTo>
                <a:lnTo>
                  <a:pt x="416" y="352"/>
                </a:lnTo>
                <a:lnTo>
                  <a:pt x="417" y="352"/>
                </a:lnTo>
                <a:lnTo>
                  <a:pt x="420" y="352"/>
                </a:lnTo>
                <a:lnTo>
                  <a:pt x="421" y="352"/>
                </a:lnTo>
                <a:lnTo>
                  <a:pt x="422" y="352"/>
                </a:lnTo>
                <a:lnTo>
                  <a:pt x="423" y="352"/>
                </a:lnTo>
                <a:lnTo>
                  <a:pt x="423" y="353"/>
                </a:lnTo>
                <a:lnTo>
                  <a:pt x="422" y="354"/>
                </a:lnTo>
                <a:lnTo>
                  <a:pt x="421" y="354"/>
                </a:lnTo>
                <a:lnTo>
                  <a:pt x="421" y="355"/>
                </a:lnTo>
                <a:lnTo>
                  <a:pt x="422" y="355"/>
                </a:lnTo>
                <a:lnTo>
                  <a:pt x="423" y="355"/>
                </a:lnTo>
                <a:lnTo>
                  <a:pt x="424" y="355"/>
                </a:lnTo>
                <a:lnTo>
                  <a:pt x="425" y="355"/>
                </a:lnTo>
                <a:lnTo>
                  <a:pt x="426" y="355"/>
                </a:lnTo>
                <a:lnTo>
                  <a:pt x="427" y="355"/>
                </a:lnTo>
                <a:lnTo>
                  <a:pt x="427" y="356"/>
                </a:lnTo>
                <a:lnTo>
                  <a:pt x="428" y="356"/>
                </a:lnTo>
                <a:lnTo>
                  <a:pt x="429" y="356"/>
                </a:lnTo>
                <a:lnTo>
                  <a:pt x="430" y="356"/>
                </a:lnTo>
                <a:lnTo>
                  <a:pt x="431" y="356"/>
                </a:lnTo>
                <a:lnTo>
                  <a:pt x="432" y="356"/>
                </a:lnTo>
                <a:lnTo>
                  <a:pt x="432" y="357"/>
                </a:lnTo>
                <a:lnTo>
                  <a:pt x="432" y="358"/>
                </a:lnTo>
                <a:lnTo>
                  <a:pt x="433" y="358"/>
                </a:lnTo>
                <a:lnTo>
                  <a:pt x="433" y="359"/>
                </a:lnTo>
                <a:lnTo>
                  <a:pt x="434" y="360"/>
                </a:lnTo>
                <a:lnTo>
                  <a:pt x="436" y="360"/>
                </a:lnTo>
                <a:lnTo>
                  <a:pt x="437" y="360"/>
                </a:lnTo>
                <a:lnTo>
                  <a:pt x="437" y="361"/>
                </a:lnTo>
                <a:lnTo>
                  <a:pt x="437" y="362"/>
                </a:lnTo>
                <a:lnTo>
                  <a:pt x="436" y="362"/>
                </a:lnTo>
                <a:lnTo>
                  <a:pt x="436" y="363"/>
                </a:lnTo>
                <a:lnTo>
                  <a:pt x="436" y="364"/>
                </a:lnTo>
                <a:lnTo>
                  <a:pt x="436" y="365"/>
                </a:lnTo>
                <a:lnTo>
                  <a:pt x="436" y="366"/>
                </a:lnTo>
                <a:lnTo>
                  <a:pt x="437" y="366"/>
                </a:lnTo>
                <a:lnTo>
                  <a:pt x="438" y="366"/>
                </a:lnTo>
                <a:lnTo>
                  <a:pt x="438" y="367"/>
                </a:lnTo>
                <a:lnTo>
                  <a:pt x="437" y="367"/>
                </a:lnTo>
                <a:lnTo>
                  <a:pt x="436" y="367"/>
                </a:lnTo>
                <a:lnTo>
                  <a:pt x="435" y="367"/>
                </a:lnTo>
                <a:lnTo>
                  <a:pt x="435" y="368"/>
                </a:lnTo>
                <a:lnTo>
                  <a:pt x="436" y="369"/>
                </a:lnTo>
                <a:lnTo>
                  <a:pt x="436" y="370"/>
                </a:lnTo>
                <a:lnTo>
                  <a:pt x="435" y="372"/>
                </a:lnTo>
                <a:lnTo>
                  <a:pt x="435" y="373"/>
                </a:lnTo>
                <a:lnTo>
                  <a:pt x="435" y="374"/>
                </a:lnTo>
                <a:lnTo>
                  <a:pt x="435" y="376"/>
                </a:lnTo>
                <a:lnTo>
                  <a:pt x="435" y="378"/>
                </a:lnTo>
                <a:lnTo>
                  <a:pt x="435" y="379"/>
                </a:lnTo>
                <a:lnTo>
                  <a:pt x="435" y="380"/>
                </a:lnTo>
                <a:lnTo>
                  <a:pt x="436" y="380"/>
                </a:lnTo>
                <a:lnTo>
                  <a:pt x="436" y="379"/>
                </a:lnTo>
                <a:lnTo>
                  <a:pt x="437" y="379"/>
                </a:lnTo>
                <a:lnTo>
                  <a:pt x="437" y="380"/>
                </a:lnTo>
                <a:lnTo>
                  <a:pt x="437" y="381"/>
                </a:lnTo>
                <a:lnTo>
                  <a:pt x="436" y="382"/>
                </a:lnTo>
                <a:lnTo>
                  <a:pt x="436" y="383"/>
                </a:lnTo>
                <a:lnTo>
                  <a:pt x="437" y="383"/>
                </a:lnTo>
                <a:lnTo>
                  <a:pt x="437" y="384"/>
                </a:lnTo>
                <a:lnTo>
                  <a:pt x="437" y="385"/>
                </a:lnTo>
                <a:lnTo>
                  <a:pt x="436" y="385"/>
                </a:lnTo>
                <a:lnTo>
                  <a:pt x="436" y="386"/>
                </a:lnTo>
                <a:lnTo>
                  <a:pt x="437" y="387"/>
                </a:lnTo>
                <a:lnTo>
                  <a:pt x="438" y="387"/>
                </a:lnTo>
                <a:lnTo>
                  <a:pt x="438" y="388"/>
                </a:lnTo>
                <a:lnTo>
                  <a:pt x="438" y="387"/>
                </a:lnTo>
                <a:lnTo>
                  <a:pt x="439" y="387"/>
                </a:lnTo>
                <a:lnTo>
                  <a:pt x="440" y="387"/>
                </a:lnTo>
                <a:lnTo>
                  <a:pt x="441" y="387"/>
                </a:lnTo>
                <a:lnTo>
                  <a:pt x="442" y="387"/>
                </a:lnTo>
                <a:lnTo>
                  <a:pt x="442" y="388"/>
                </a:lnTo>
                <a:lnTo>
                  <a:pt x="443" y="388"/>
                </a:lnTo>
                <a:lnTo>
                  <a:pt x="444" y="388"/>
                </a:lnTo>
                <a:lnTo>
                  <a:pt x="444" y="387"/>
                </a:lnTo>
                <a:lnTo>
                  <a:pt x="446" y="387"/>
                </a:lnTo>
                <a:lnTo>
                  <a:pt x="446" y="388"/>
                </a:lnTo>
                <a:lnTo>
                  <a:pt x="446" y="390"/>
                </a:lnTo>
                <a:lnTo>
                  <a:pt x="445" y="390"/>
                </a:lnTo>
                <a:lnTo>
                  <a:pt x="446" y="390"/>
                </a:lnTo>
                <a:lnTo>
                  <a:pt x="446" y="391"/>
                </a:lnTo>
                <a:lnTo>
                  <a:pt x="447" y="391"/>
                </a:lnTo>
                <a:lnTo>
                  <a:pt x="448" y="391"/>
                </a:lnTo>
                <a:lnTo>
                  <a:pt x="449" y="390"/>
                </a:lnTo>
                <a:lnTo>
                  <a:pt x="454" y="389"/>
                </a:lnTo>
                <a:lnTo>
                  <a:pt x="455" y="389"/>
                </a:lnTo>
                <a:lnTo>
                  <a:pt x="456" y="389"/>
                </a:lnTo>
                <a:lnTo>
                  <a:pt x="456" y="390"/>
                </a:lnTo>
                <a:lnTo>
                  <a:pt x="456" y="391"/>
                </a:lnTo>
                <a:lnTo>
                  <a:pt x="457" y="391"/>
                </a:lnTo>
                <a:lnTo>
                  <a:pt x="458" y="391"/>
                </a:lnTo>
                <a:lnTo>
                  <a:pt x="459" y="392"/>
                </a:lnTo>
                <a:lnTo>
                  <a:pt x="459" y="393"/>
                </a:lnTo>
                <a:lnTo>
                  <a:pt x="458" y="393"/>
                </a:lnTo>
                <a:lnTo>
                  <a:pt x="459" y="394"/>
                </a:lnTo>
                <a:lnTo>
                  <a:pt x="460" y="394"/>
                </a:lnTo>
                <a:lnTo>
                  <a:pt x="461" y="394"/>
                </a:lnTo>
                <a:lnTo>
                  <a:pt x="461" y="395"/>
                </a:lnTo>
                <a:lnTo>
                  <a:pt x="461" y="394"/>
                </a:lnTo>
                <a:lnTo>
                  <a:pt x="462" y="394"/>
                </a:lnTo>
                <a:lnTo>
                  <a:pt x="462" y="395"/>
                </a:lnTo>
                <a:lnTo>
                  <a:pt x="463" y="395"/>
                </a:lnTo>
                <a:lnTo>
                  <a:pt x="462" y="396"/>
                </a:lnTo>
                <a:lnTo>
                  <a:pt x="463" y="397"/>
                </a:lnTo>
                <a:lnTo>
                  <a:pt x="464" y="397"/>
                </a:lnTo>
                <a:lnTo>
                  <a:pt x="464" y="398"/>
                </a:lnTo>
                <a:lnTo>
                  <a:pt x="465" y="400"/>
                </a:lnTo>
                <a:lnTo>
                  <a:pt x="465" y="401"/>
                </a:lnTo>
                <a:lnTo>
                  <a:pt x="465" y="402"/>
                </a:lnTo>
                <a:lnTo>
                  <a:pt x="466" y="402"/>
                </a:lnTo>
                <a:lnTo>
                  <a:pt x="466" y="403"/>
                </a:lnTo>
                <a:lnTo>
                  <a:pt x="467" y="403"/>
                </a:lnTo>
                <a:lnTo>
                  <a:pt x="468" y="403"/>
                </a:lnTo>
                <a:lnTo>
                  <a:pt x="468" y="404"/>
                </a:lnTo>
                <a:lnTo>
                  <a:pt x="469" y="404"/>
                </a:lnTo>
                <a:lnTo>
                  <a:pt x="470" y="404"/>
                </a:lnTo>
                <a:lnTo>
                  <a:pt x="470" y="405"/>
                </a:lnTo>
                <a:lnTo>
                  <a:pt x="470" y="406"/>
                </a:lnTo>
                <a:lnTo>
                  <a:pt x="469" y="406"/>
                </a:lnTo>
                <a:lnTo>
                  <a:pt x="469" y="405"/>
                </a:lnTo>
                <a:lnTo>
                  <a:pt x="469" y="406"/>
                </a:lnTo>
                <a:lnTo>
                  <a:pt x="468" y="406"/>
                </a:lnTo>
                <a:lnTo>
                  <a:pt x="469" y="406"/>
                </a:lnTo>
                <a:lnTo>
                  <a:pt x="470" y="406"/>
                </a:lnTo>
                <a:lnTo>
                  <a:pt x="471" y="406"/>
                </a:lnTo>
                <a:lnTo>
                  <a:pt x="471" y="405"/>
                </a:lnTo>
                <a:lnTo>
                  <a:pt x="472" y="405"/>
                </a:lnTo>
                <a:lnTo>
                  <a:pt x="472" y="404"/>
                </a:lnTo>
                <a:lnTo>
                  <a:pt x="473" y="404"/>
                </a:lnTo>
                <a:lnTo>
                  <a:pt x="474" y="404"/>
                </a:lnTo>
                <a:lnTo>
                  <a:pt x="474" y="405"/>
                </a:lnTo>
                <a:lnTo>
                  <a:pt x="475" y="406"/>
                </a:lnTo>
                <a:lnTo>
                  <a:pt x="476" y="405"/>
                </a:lnTo>
                <a:lnTo>
                  <a:pt x="477" y="405"/>
                </a:lnTo>
                <a:lnTo>
                  <a:pt x="477" y="404"/>
                </a:lnTo>
                <a:lnTo>
                  <a:pt x="478" y="405"/>
                </a:lnTo>
                <a:lnTo>
                  <a:pt x="478" y="406"/>
                </a:lnTo>
                <a:lnTo>
                  <a:pt x="479" y="406"/>
                </a:lnTo>
                <a:lnTo>
                  <a:pt x="479" y="405"/>
                </a:lnTo>
                <a:lnTo>
                  <a:pt x="480" y="402"/>
                </a:lnTo>
                <a:lnTo>
                  <a:pt x="480" y="401"/>
                </a:lnTo>
                <a:lnTo>
                  <a:pt x="480" y="400"/>
                </a:lnTo>
                <a:lnTo>
                  <a:pt x="479" y="400"/>
                </a:lnTo>
                <a:lnTo>
                  <a:pt x="480" y="400"/>
                </a:lnTo>
                <a:lnTo>
                  <a:pt x="482" y="400"/>
                </a:lnTo>
                <a:lnTo>
                  <a:pt x="482" y="399"/>
                </a:lnTo>
                <a:lnTo>
                  <a:pt x="481" y="399"/>
                </a:lnTo>
                <a:lnTo>
                  <a:pt x="481" y="398"/>
                </a:lnTo>
                <a:lnTo>
                  <a:pt x="482" y="397"/>
                </a:lnTo>
                <a:lnTo>
                  <a:pt x="483" y="397"/>
                </a:lnTo>
                <a:lnTo>
                  <a:pt x="483" y="398"/>
                </a:lnTo>
                <a:lnTo>
                  <a:pt x="484" y="398"/>
                </a:lnTo>
                <a:lnTo>
                  <a:pt x="485" y="398"/>
                </a:lnTo>
                <a:lnTo>
                  <a:pt x="486" y="399"/>
                </a:lnTo>
                <a:lnTo>
                  <a:pt x="487" y="399"/>
                </a:lnTo>
                <a:lnTo>
                  <a:pt x="487" y="398"/>
                </a:lnTo>
                <a:lnTo>
                  <a:pt x="488" y="398"/>
                </a:lnTo>
                <a:lnTo>
                  <a:pt x="488" y="397"/>
                </a:lnTo>
                <a:lnTo>
                  <a:pt x="488" y="396"/>
                </a:lnTo>
                <a:lnTo>
                  <a:pt x="489" y="397"/>
                </a:lnTo>
                <a:lnTo>
                  <a:pt x="490" y="398"/>
                </a:lnTo>
                <a:lnTo>
                  <a:pt x="490" y="399"/>
                </a:lnTo>
                <a:lnTo>
                  <a:pt x="489" y="399"/>
                </a:lnTo>
                <a:lnTo>
                  <a:pt x="489" y="400"/>
                </a:lnTo>
                <a:lnTo>
                  <a:pt x="490" y="400"/>
                </a:lnTo>
                <a:lnTo>
                  <a:pt x="490" y="399"/>
                </a:lnTo>
                <a:lnTo>
                  <a:pt x="491" y="399"/>
                </a:lnTo>
                <a:lnTo>
                  <a:pt x="491" y="398"/>
                </a:lnTo>
                <a:lnTo>
                  <a:pt x="492" y="398"/>
                </a:lnTo>
                <a:lnTo>
                  <a:pt x="492" y="397"/>
                </a:lnTo>
                <a:lnTo>
                  <a:pt x="493" y="397"/>
                </a:lnTo>
                <a:lnTo>
                  <a:pt x="493" y="396"/>
                </a:lnTo>
                <a:lnTo>
                  <a:pt x="494" y="396"/>
                </a:lnTo>
                <a:lnTo>
                  <a:pt x="495" y="396"/>
                </a:lnTo>
                <a:lnTo>
                  <a:pt x="494" y="396"/>
                </a:lnTo>
                <a:lnTo>
                  <a:pt x="494" y="395"/>
                </a:lnTo>
                <a:lnTo>
                  <a:pt x="494" y="394"/>
                </a:lnTo>
                <a:lnTo>
                  <a:pt x="495" y="394"/>
                </a:lnTo>
                <a:lnTo>
                  <a:pt x="495" y="393"/>
                </a:lnTo>
                <a:lnTo>
                  <a:pt x="496" y="393"/>
                </a:lnTo>
                <a:lnTo>
                  <a:pt x="497" y="392"/>
                </a:lnTo>
                <a:lnTo>
                  <a:pt x="498" y="391"/>
                </a:lnTo>
                <a:lnTo>
                  <a:pt x="498" y="390"/>
                </a:lnTo>
                <a:lnTo>
                  <a:pt x="499" y="390"/>
                </a:lnTo>
                <a:lnTo>
                  <a:pt x="499" y="389"/>
                </a:lnTo>
                <a:lnTo>
                  <a:pt x="499" y="388"/>
                </a:lnTo>
                <a:lnTo>
                  <a:pt x="500" y="388"/>
                </a:lnTo>
                <a:lnTo>
                  <a:pt x="501" y="389"/>
                </a:lnTo>
                <a:lnTo>
                  <a:pt x="502" y="389"/>
                </a:lnTo>
                <a:lnTo>
                  <a:pt x="502" y="390"/>
                </a:lnTo>
                <a:lnTo>
                  <a:pt x="501" y="390"/>
                </a:lnTo>
                <a:lnTo>
                  <a:pt x="501" y="389"/>
                </a:lnTo>
                <a:lnTo>
                  <a:pt x="501" y="390"/>
                </a:lnTo>
                <a:lnTo>
                  <a:pt x="500" y="390"/>
                </a:lnTo>
                <a:lnTo>
                  <a:pt x="500" y="391"/>
                </a:lnTo>
                <a:lnTo>
                  <a:pt x="499" y="391"/>
                </a:lnTo>
                <a:lnTo>
                  <a:pt x="498" y="392"/>
                </a:lnTo>
                <a:lnTo>
                  <a:pt x="498" y="394"/>
                </a:lnTo>
                <a:lnTo>
                  <a:pt x="497" y="394"/>
                </a:lnTo>
                <a:lnTo>
                  <a:pt x="496" y="395"/>
                </a:lnTo>
                <a:lnTo>
                  <a:pt x="495" y="395"/>
                </a:lnTo>
                <a:lnTo>
                  <a:pt x="495" y="396"/>
                </a:lnTo>
                <a:lnTo>
                  <a:pt x="496" y="396"/>
                </a:lnTo>
                <a:lnTo>
                  <a:pt x="497" y="396"/>
                </a:lnTo>
                <a:lnTo>
                  <a:pt x="497" y="397"/>
                </a:lnTo>
                <a:lnTo>
                  <a:pt x="498" y="397"/>
                </a:lnTo>
                <a:lnTo>
                  <a:pt x="498" y="398"/>
                </a:lnTo>
                <a:lnTo>
                  <a:pt x="498" y="399"/>
                </a:lnTo>
                <a:lnTo>
                  <a:pt x="497" y="399"/>
                </a:lnTo>
                <a:lnTo>
                  <a:pt x="497" y="400"/>
                </a:lnTo>
                <a:lnTo>
                  <a:pt x="497" y="401"/>
                </a:lnTo>
                <a:lnTo>
                  <a:pt x="498" y="401"/>
                </a:lnTo>
                <a:lnTo>
                  <a:pt x="498" y="402"/>
                </a:lnTo>
                <a:lnTo>
                  <a:pt x="498" y="403"/>
                </a:lnTo>
                <a:lnTo>
                  <a:pt x="499" y="406"/>
                </a:lnTo>
                <a:lnTo>
                  <a:pt x="500" y="407"/>
                </a:lnTo>
                <a:lnTo>
                  <a:pt x="500" y="410"/>
                </a:lnTo>
                <a:lnTo>
                  <a:pt x="500" y="411"/>
                </a:lnTo>
                <a:lnTo>
                  <a:pt x="500" y="412"/>
                </a:lnTo>
                <a:lnTo>
                  <a:pt x="500" y="413"/>
                </a:lnTo>
                <a:lnTo>
                  <a:pt x="501" y="414"/>
                </a:lnTo>
                <a:lnTo>
                  <a:pt x="500" y="415"/>
                </a:lnTo>
                <a:lnTo>
                  <a:pt x="501" y="417"/>
                </a:lnTo>
                <a:lnTo>
                  <a:pt x="501" y="418"/>
                </a:lnTo>
                <a:lnTo>
                  <a:pt x="501" y="419"/>
                </a:lnTo>
                <a:lnTo>
                  <a:pt x="502" y="420"/>
                </a:lnTo>
                <a:lnTo>
                  <a:pt x="502" y="421"/>
                </a:lnTo>
                <a:lnTo>
                  <a:pt x="501" y="421"/>
                </a:lnTo>
                <a:lnTo>
                  <a:pt x="501" y="422"/>
                </a:lnTo>
                <a:lnTo>
                  <a:pt x="501" y="424"/>
                </a:lnTo>
                <a:lnTo>
                  <a:pt x="501" y="425"/>
                </a:lnTo>
                <a:lnTo>
                  <a:pt x="502" y="426"/>
                </a:lnTo>
                <a:lnTo>
                  <a:pt x="502" y="427"/>
                </a:lnTo>
                <a:lnTo>
                  <a:pt x="502" y="428"/>
                </a:lnTo>
                <a:lnTo>
                  <a:pt x="502" y="429"/>
                </a:lnTo>
                <a:lnTo>
                  <a:pt x="503" y="429"/>
                </a:lnTo>
                <a:lnTo>
                  <a:pt x="503" y="430"/>
                </a:lnTo>
                <a:lnTo>
                  <a:pt x="503" y="431"/>
                </a:lnTo>
                <a:lnTo>
                  <a:pt x="503" y="432"/>
                </a:lnTo>
                <a:lnTo>
                  <a:pt x="503" y="433"/>
                </a:lnTo>
                <a:lnTo>
                  <a:pt x="503" y="434"/>
                </a:lnTo>
                <a:lnTo>
                  <a:pt x="503" y="435"/>
                </a:lnTo>
                <a:lnTo>
                  <a:pt x="503" y="436"/>
                </a:lnTo>
                <a:lnTo>
                  <a:pt x="502" y="436"/>
                </a:lnTo>
                <a:lnTo>
                  <a:pt x="502" y="437"/>
                </a:lnTo>
                <a:lnTo>
                  <a:pt x="503" y="439"/>
                </a:lnTo>
                <a:lnTo>
                  <a:pt x="504" y="439"/>
                </a:lnTo>
                <a:lnTo>
                  <a:pt x="504" y="440"/>
                </a:lnTo>
                <a:lnTo>
                  <a:pt x="503" y="442"/>
                </a:lnTo>
                <a:lnTo>
                  <a:pt x="502" y="442"/>
                </a:lnTo>
                <a:lnTo>
                  <a:pt x="502" y="443"/>
                </a:lnTo>
                <a:lnTo>
                  <a:pt x="502" y="444"/>
                </a:lnTo>
                <a:lnTo>
                  <a:pt x="502" y="445"/>
                </a:lnTo>
                <a:lnTo>
                  <a:pt x="502" y="446"/>
                </a:lnTo>
                <a:lnTo>
                  <a:pt x="502" y="447"/>
                </a:lnTo>
                <a:lnTo>
                  <a:pt x="503" y="448"/>
                </a:lnTo>
                <a:lnTo>
                  <a:pt x="502" y="448"/>
                </a:lnTo>
                <a:lnTo>
                  <a:pt x="502" y="449"/>
                </a:lnTo>
                <a:lnTo>
                  <a:pt x="502" y="450"/>
                </a:lnTo>
                <a:lnTo>
                  <a:pt x="501" y="451"/>
                </a:lnTo>
                <a:lnTo>
                  <a:pt x="501" y="452"/>
                </a:lnTo>
                <a:lnTo>
                  <a:pt x="501" y="453"/>
                </a:lnTo>
                <a:lnTo>
                  <a:pt x="501" y="454"/>
                </a:lnTo>
                <a:lnTo>
                  <a:pt x="502" y="454"/>
                </a:lnTo>
                <a:lnTo>
                  <a:pt x="501" y="455"/>
                </a:lnTo>
                <a:lnTo>
                  <a:pt x="502" y="455"/>
                </a:lnTo>
                <a:lnTo>
                  <a:pt x="502" y="456"/>
                </a:lnTo>
                <a:lnTo>
                  <a:pt x="502" y="457"/>
                </a:lnTo>
                <a:lnTo>
                  <a:pt x="501" y="457"/>
                </a:lnTo>
                <a:lnTo>
                  <a:pt x="501" y="458"/>
                </a:lnTo>
                <a:lnTo>
                  <a:pt x="501" y="459"/>
                </a:lnTo>
                <a:lnTo>
                  <a:pt x="500" y="459"/>
                </a:lnTo>
                <a:lnTo>
                  <a:pt x="500" y="460"/>
                </a:lnTo>
                <a:lnTo>
                  <a:pt x="499" y="460"/>
                </a:lnTo>
                <a:lnTo>
                  <a:pt x="499" y="461"/>
                </a:lnTo>
                <a:lnTo>
                  <a:pt x="500" y="461"/>
                </a:lnTo>
                <a:lnTo>
                  <a:pt x="499" y="461"/>
                </a:lnTo>
                <a:lnTo>
                  <a:pt x="499" y="462"/>
                </a:lnTo>
                <a:lnTo>
                  <a:pt x="500" y="462"/>
                </a:lnTo>
                <a:lnTo>
                  <a:pt x="499" y="463"/>
                </a:lnTo>
                <a:lnTo>
                  <a:pt x="499" y="464"/>
                </a:lnTo>
                <a:lnTo>
                  <a:pt x="499" y="465"/>
                </a:lnTo>
                <a:lnTo>
                  <a:pt x="500" y="465"/>
                </a:lnTo>
                <a:lnTo>
                  <a:pt x="501" y="465"/>
                </a:lnTo>
                <a:lnTo>
                  <a:pt x="501" y="466"/>
                </a:lnTo>
                <a:lnTo>
                  <a:pt x="501" y="467"/>
                </a:lnTo>
                <a:lnTo>
                  <a:pt x="501" y="468"/>
                </a:lnTo>
                <a:lnTo>
                  <a:pt x="501" y="469"/>
                </a:lnTo>
                <a:lnTo>
                  <a:pt x="500" y="469"/>
                </a:lnTo>
                <a:lnTo>
                  <a:pt x="499" y="470"/>
                </a:lnTo>
                <a:lnTo>
                  <a:pt x="498" y="471"/>
                </a:lnTo>
                <a:lnTo>
                  <a:pt x="497" y="471"/>
                </a:lnTo>
                <a:lnTo>
                  <a:pt x="496" y="471"/>
                </a:lnTo>
                <a:lnTo>
                  <a:pt x="496" y="470"/>
                </a:lnTo>
                <a:lnTo>
                  <a:pt x="495" y="469"/>
                </a:lnTo>
                <a:lnTo>
                  <a:pt x="495" y="470"/>
                </a:lnTo>
                <a:lnTo>
                  <a:pt x="494" y="471"/>
                </a:lnTo>
                <a:lnTo>
                  <a:pt x="494" y="470"/>
                </a:lnTo>
                <a:lnTo>
                  <a:pt x="493" y="471"/>
                </a:lnTo>
                <a:lnTo>
                  <a:pt x="493" y="472"/>
                </a:lnTo>
                <a:lnTo>
                  <a:pt x="492" y="472"/>
                </a:lnTo>
                <a:lnTo>
                  <a:pt x="491" y="471"/>
                </a:lnTo>
                <a:lnTo>
                  <a:pt x="492" y="471"/>
                </a:lnTo>
                <a:lnTo>
                  <a:pt x="491" y="471"/>
                </a:lnTo>
                <a:lnTo>
                  <a:pt x="490" y="471"/>
                </a:lnTo>
                <a:lnTo>
                  <a:pt x="490" y="470"/>
                </a:lnTo>
                <a:lnTo>
                  <a:pt x="489" y="470"/>
                </a:lnTo>
                <a:lnTo>
                  <a:pt x="488" y="470"/>
                </a:lnTo>
                <a:lnTo>
                  <a:pt x="488" y="469"/>
                </a:lnTo>
                <a:lnTo>
                  <a:pt x="488" y="470"/>
                </a:lnTo>
                <a:lnTo>
                  <a:pt x="486" y="470"/>
                </a:lnTo>
                <a:lnTo>
                  <a:pt x="485" y="471"/>
                </a:lnTo>
                <a:lnTo>
                  <a:pt x="485" y="472"/>
                </a:lnTo>
                <a:lnTo>
                  <a:pt x="484" y="472"/>
                </a:lnTo>
                <a:lnTo>
                  <a:pt x="483" y="472"/>
                </a:lnTo>
                <a:lnTo>
                  <a:pt x="483" y="471"/>
                </a:lnTo>
                <a:lnTo>
                  <a:pt x="482" y="471"/>
                </a:lnTo>
                <a:lnTo>
                  <a:pt x="481" y="471"/>
                </a:lnTo>
                <a:lnTo>
                  <a:pt x="480" y="470"/>
                </a:lnTo>
                <a:lnTo>
                  <a:pt x="479" y="471"/>
                </a:lnTo>
                <a:lnTo>
                  <a:pt x="479" y="472"/>
                </a:lnTo>
                <a:lnTo>
                  <a:pt x="478" y="472"/>
                </a:lnTo>
                <a:lnTo>
                  <a:pt x="477" y="472"/>
                </a:lnTo>
                <a:lnTo>
                  <a:pt x="476" y="473"/>
                </a:lnTo>
                <a:lnTo>
                  <a:pt x="476" y="472"/>
                </a:lnTo>
                <a:lnTo>
                  <a:pt x="476" y="473"/>
                </a:lnTo>
                <a:lnTo>
                  <a:pt x="475" y="474"/>
                </a:lnTo>
                <a:lnTo>
                  <a:pt x="474" y="474"/>
                </a:lnTo>
                <a:lnTo>
                  <a:pt x="474" y="475"/>
                </a:lnTo>
                <a:lnTo>
                  <a:pt x="473" y="475"/>
                </a:lnTo>
                <a:lnTo>
                  <a:pt x="472" y="476"/>
                </a:lnTo>
                <a:lnTo>
                  <a:pt x="471" y="476"/>
                </a:lnTo>
                <a:lnTo>
                  <a:pt x="472" y="477"/>
                </a:lnTo>
                <a:lnTo>
                  <a:pt x="471" y="477"/>
                </a:lnTo>
                <a:lnTo>
                  <a:pt x="470" y="477"/>
                </a:lnTo>
                <a:lnTo>
                  <a:pt x="470" y="478"/>
                </a:lnTo>
                <a:lnTo>
                  <a:pt x="469" y="478"/>
                </a:lnTo>
                <a:lnTo>
                  <a:pt x="469" y="479"/>
                </a:lnTo>
                <a:lnTo>
                  <a:pt x="468" y="479"/>
                </a:lnTo>
                <a:lnTo>
                  <a:pt x="467" y="479"/>
                </a:lnTo>
                <a:lnTo>
                  <a:pt x="467" y="478"/>
                </a:lnTo>
                <a:lnTo>
                  <a:pt x="466" y="478"/>
                </a:lnTo>
                <a:lnTo>
                  <a:pt x="466" y="479"/>
                </a:lnTo>
                <a:lnTo>
                  <a:pt x="465" y="480"/>
                </a:lnTo>
                <a:lnTo>
                  <a:pt x="464" y="480"/>
                </a:lnTo>
                <a:lnTo>
                  <a:pt x="464" y="481"/>
                </a:lnTo>
                <a:lnTo>
                  <a:pt x="463" y="481"/>
                </a:lnTo>
                <a:lnTo>
                  <a:pt x="463" y="482"/>
                </a:lnTo>
                <a:lnTo>
                  <a:pt x="462" y="482"/>
                </a:lnTo>
                <a:lnTo>
                  <a:pt x="462" y="483"/>
                </a:lnTo>
                <a:lnTo>
                  <a:pt x="463" y="483"/>
                </a:lnTo>
                <a:lnTo>
                  <a:pt x="462" y="483"/>
                </a:lnTo>
                <a:lnTo>
                  <a:pt x="462" y="484"/>
                </a:lnTo>
                <a:lnTo>
                  <a:pt x="462" y="485"/>
                </a:lnTo>
                <a:lnTo>
                  <a:pt x="463" y="486"/>
                </a:lnTo>
                <a:lnTo>
                  <a:pt x="463" y="487"/>
                </a:lnTo>
                <a:lnTo>
                  <a:pt x="463" y="488"/>
                </a:lnTo>
                <a:lnTo>
                  <a:pt x="462" y="488"/>
                </a:lnTo>
                <a:lnTo>
                  <a:pt x="461" y="488"/>
                </a:lnTo>
                <a:lnTo>
                  <a:pt x="461" y="489"/>
                </a:lnTo>
                <a:lnTo>
                  <a:pt x="460" y="489"/>
                </a:lnTo>
                <a:lnTo>
                  <a:pt x="459" y="489"/>
                </a:lnTo>
                <a:lnTo>
                  <a:pt x="459" y="490"/>
                </a:lnTo>
                <a:lnTo>
                  <a:pt x="458" y="490"/>
                </a:lnTo>
                <a:lnTo>
                  <a:pt x="459" y="491"/>
                </a:lnTo>
                <a:lnTo>
                  <a:pt x="458" y="491"/>
                </a:lnTo>
                <a:lnTo>
                  <a:pt x="458" y="492"/>
                </a:lnTo>
                <a:lnTo>
                  <a:pt x="457" y="492"/>
                </a:lnTo>
                <a:lnTo>
                  <a:pt x="458" y="492"/>
                </a:lnTo>
                <a:lnTo>
                  <a:pt x="458" y="493"/>
                </a:lnTo>
                <a:lnTo>
                  <a:pt x="457" y="494"/>
                </a:lnTo>
                <a:lnTo>
                  <a:pt x="457" y="495"/>
                </a:lnTo>
                <a:lnTo>
                  <a:pt x="457" y="496"/>
                </a:lnTo>
                <a:lnTo>
                  <a:pt x="456" y="496"/>
                </a:lnTo>
                <a:lnTo>
                  <a:pt x="456" y="497"/>
                </a:lnTo>
                <a:lnTo>
                  <a:pt x="455" y="497"/>
                </a:lnTo>
                <a:lnTo>
                  <a:pt x="455" y="498"/>
                </a:lnTo>
                <a:lnTo>
                  <a:pt x="454" y="498"/>
                </a:lnTo>
                <a:lnTo>
                  <a:pt x="453" y="498"/>
                </a:lnTo>
                <a:lnTo>
                  <a:pt x="453" y="499"/>
                </a:lnTo>
                <a:lnTo>
                  <a:pt x="452" y="499"/>
                </a:lnTo>
                <a:lnTo>
                  <a:pt x="452" y="500"/>
                </a:lnTo>
                <a:lnTo>
                  <a:pt x="453" y="500"/>
                </a:lnTo>
                <a:lnTo>
                  <a:pt x="453" y="501"/>
                </a:lnTo>
                <a:lnTo>
                  <a:pt x="452" y="501"/>
                </a:lnTo>
                <a:lnTo>
                  <a:pt x="453" y="501"/>
                </a:lnTo>
                <a:lnTo>
                  <a:pt x="453" y="502"/>
                </a:lnTo>
                <a:lnTo>
                  <a:pt x="453" y="503"/>
                </a:lnTo>
                <a:lnTo>
                  <a:pt x="454" y="503"/>
                </a:lnTo>
                <a:lnTo>
                  <a:pt x="454" y="504"/>
                </a:lnTo>
                <a:lnTo>
                  <a:pt x="454" y="505"/>
                </a:lnTo>
                <a:lnTo>
                  <a:pt x="453" y="505"/>
                </a:lnTo>
                <a:lnTo>
                  <a:pt x="454" y="505"/>
                </a:lnTo>
                <a:lnTo>
                  <a:pt x="454" y="506"/>
                </a:lnTo>
                <a:lnTo>
                  <a:pt x="453" y="506"/>
                </a:lnTo>
                <a:lnTo>
                  <a:pt x="453" y="507"/>
                </a:lnTo>
                <a:lnTo>
                  <a:pt x="453" y="508"/>
                </a:lnTo>
                <a:lnTo>
                  <a:pt x="452" y="509"/>
                </a:lnTo>
                <a:lnTo>
                  <a:pt x="451" y="509"/>
                </a:lnTo>
                <a:lnTo>
                  <a:pt x="450" y="509"/>
                </a:lnTo>
                <a:lnTo>
                  <a:pt x="449" y="509"/>
                </a:lnTo>
                <a:lnTo>
                  <a:pt x="448" y="510"/>
                </a:lnTo>
                <a:lnTo>
                  <a:pt x="447" y="511"/>
                </a:lnTo>
                <a:lnTo>
                  <a:pt x="446" y="511"/>
                </a:lnTo>
                <a:lnTo>
                  <a:pt x="446" y="510"/>
                </a:lnTo>
                <a:lnTo>
                  <a:pt x="445" y="509"/>
                </a:lnTo>
                <a:lnTo>
                  <a:pt x="444" y="509"/>
                </a:lnTo>
                <a:lnTo>
                  <a:pt x="443" y="509"/>
                </a:lnTo>
                <a:lnTo>
                  <a:pt x="443" y="510"/>
                </a:lnTo>
                <a:lnTo>
                  <a:pt x="442" y="510"/>
                </a:lnTo>
                <a:lnTo>
                  <a:pt x="441" y="510"/>
                </a:lnTo>
                <a:lnTo>
                  <a:pt x="441" y="509"/>
                </a:lnTo>
                <a:lnTo>
                  <a:pt x="442" y="509"/>
                </a:lnTo>
                <a:lnTo>
                  <a:pt x="442" y="508"/>
                </a:lnTo>
                <a:lnTo>
                  <a:pt x="442" y="507"/>
                </a:lnTo>
                <a:lnTo>
                  <a:pt x="441" y="507"/>
                </a:lnTo>
                <a:lnTo>
                  <a:pt x="440" y="507"/>
                </a:lnTo>
                <a:lnTo>
                  <a:pt x="440" y="506"/>
                </a:lnTo>
                <a:lnTo>
                  <a:pt x="439" y="506"/>
                </a:lnTo>
                <a:lnTo>
                  <a:pt x="439" y="507"/>
                </a:lnTo>
                <a:lnTo>
                  <a:pt x="438" y="506"/>
                </a:lnTo>
                <a:lnTo>
                  <a:pt x="438" y="505"/>
                </a:lnTo>
                <a:lnTo>
                  <a:pt x="438" y="504"/>
                </a:lnTo>
                <a:lnTo>
                  <a:pt x="437" y="504"/>
                </a:lnTo>
                <a:lnTo>
                  <a:pt x="438" y="504"/>
                </a:lnTo>
                <a:lnTo>
                  <a:pt x="438" y="503"/>
                </a:lnTo>
                <a:lnTo>
                  <a:pt x="438" y="502"/>
                </a:lnTo>
                <a:lnTo>
                  <a:pt x="439" y="502"/>
                </a:lnTo>
                <a:lnTo>
                  <a:pt x="438" y="502"/>
                </a:lnTo>
                <a:lnTo>
                  <a:pt x="438" y="501"/>
                </a:lnTo>
                <a:lnTo>
                  <a:pt x="438" y="500"/>
                </a:lnTo>
                <a:lnTo>
                  <a:pt x="438" y="499"/>
                </a:lnTo>
                <a:lnTo>
                  <a:pt x="439" y="498"/>
                </a:lnTo>
                <a:lnTo>
                  <a:pt x="438" y="498"/>
                </a:lnTo>
                <a:lnTo>
                  <a:pt x="438" y="497"/>
                </a:lnTo>
                <a:lnTo>
                  <a:pt x="439" y="497"/>
                </a:lnTo>
                <a:lnTo>
                  <a:pt x="439" y="496"/>
                </a:lnTo>
                <a:lnTo>
                  <a:pt x="439" y="495"/>
                </a:lnTo>
                <a:lnTo>
                  <a:pt x="440" y="495"/>
                </a:lnTo>
                <a:lnTo>
                  <a:pt x="439" y="495"/>
                </a:lnTo>
                <a:lnTo>
                  <a:pt x="439" y="494"/>
                </a:lnTo>
                <a:lnTo>
                  <a:pt x="440" y="494"/>
                </a:lnTo>
                <a:lnTo>
                  <a:pt x="440" y="493"/>
                </a:lnTo>
                <a:lnTo>
                  <a:pt x="439" y="493"/>
                </a:lnTo>
                <a:lnTo>
                  <a:pt x="438" y="493"/>
                </a:lnTo>
                <a:lnTo>
                  <a:pt x="438" y="492"/>
                </a:lnTo>
                <a:lnTo>
                  <a:pt x="437" y="492"/>
                </a:lnTo>
                <a:lnTo>
                  <a:pt x="436" y="492"/>
                </a:lnTo>
                <a:lnTo>
                  <a:pt x="436" y="491"/>
                </a:lnTo>
                <a:lnTo>
                  <a:pt x="435" y="491"/>
                </a:lnTo>
                <a:lnTo>
                  <a:pt x="435" y="490"/>
                </a:lnTo>
                <a:lnTo>
                  <a:pt x="435" y="489"/>
                </a:lnTo>
                <a:lnTo>
                  <a:pt x="434" y="488"/>
                </a:lnTo>
                <a:lnTo>
                  <a:pt x="433" y="488"/>
                </a:lnTo>
                <a:lnTo>
                  <a:pt x="432" y="488"/>
                </a:lnTo>
                <a:lnTo>
                  <a:pt x="431" y="488"/>
                </a:lnTo>
                <a:lnTo>
                  <a:pt x="430" y="489"/>
                </a:lnTo>
                <a:lnTo>
                  <a:pt x="430" y="490"/>
                </a:lnTo>
                <a:lnTo>
                  <a:pt x="430" y="491"/>
                </a:lnTo>
                <a:lnTo>
                  <a:pt x="429" y="491"/>
                </a:lnTo>
                <a:lnTo>
                  <a:pt x="429" y="492"/>
                </a:lnTo>
                <a:lnTo>
                  <a:pt x="428" y="492"/>
                </a:lnTo>
                <a:lnTo>
                  <a:pt x="428" y="493"/>
                </a:lnTo>
                <a:lnTo>
                  <a:pt x="429" y="493"/>
                </a:lnTo>
                <a:lnTo>
                  <a:pt x="429" y="494"/>
                </a:lnTo>
                <a:lnTo>
                  <a:pt x="428" y="494"/>
                </a:lnTo>
                <a:lnTo>
                  <a:pt x="428" y="495"/>
                </a:lnTo>
                <a:lnTo>
                  <a:pt x="429" y="495"/>
                </a:lnTo>
                <a:lnTo>
                  <a:pt x="429" y="496"/>
                </a:lnTo>
                <a:lnTo>
                  <a:pt x="427" y="497"/>
                </a:lnTo>
                <a:lnTo>
                  <a:pt x="428" y="497"/>
                </a:lnTo>
                <a:lnTo>
                  <a:pt x="428" y="498"/>
                </a:lnTo>
                <a:lnTo>
                  <a:pt x="427" y="498"/>
                </a:lnTo>
                <a:lnTo>
                  <a:pt x="425" y="498"/>
                </a:lnTo>
                <a:lnTo>
                  <a:pt x="424" y="497"/>
                </a:lnTo>
                <a:lnTo>
                  <a:pt x="423" y="497"/>
                </a:lnTo>
                <a:lnTo>
                  <a:pt x="422" y="497"/>
                </a:lnTo>
                <a:lnTo>
                  <a:pt x="421" y="497"/>
                </a:lnTo>
                <a:lnTo>
                  <a:pt x="422" y="496"/>
                </a:lnTo>
                <a:lnTo>
                  <a:pt x="421" y="496"/>
                </a:lnTo>
                <a:lnTo>
                  <a:pt x="421" y="497"/>
                </a:lnTo>
                <a:lnTo>
                  <a:pt x="420" y="497"/>
                </a:lnTo>
                <a:lnTo>
                  <a:pt x="420" y="498"/>
                </a:lnTo>
                <a:lnTo>
                  <a:pt x="420" y="499"/>
                </a:lnTo>
                <a:lnTo>
                  <a:pt x="419" y="499"/>
                </a:lnTo>
                <a:lnTo>
                  <a:pt x="420" y="500"/>
                </a:lnTo>
                <a:lnTo>
                  <a:pt x="419" y="500"/>
                </a:lnTo>
                <a:lnTo>
                  <a:pt x="419" y="501"/>
                </a:lnTo>
                <a:lnTo>
                  <a:pt x="419" y="502"/>
                </a:lnTo>
                <a:lnTo>
                  <a:pt x="418" y="502"/>
                </a:lnTo>
                <a:lnTo>
                  <a:pt x="418" y="501"/>
                </a:lnTo>
                <a:lnTo>
                  <a:pt x="417" y="501"/>
                </a:lnTo>
                <a:lnTo>
                  <a:pt x="417" y="500"/>
                </a:lnTo>
                <a:lnTo>
                  <a:pt x="417" y="499"/>
                </a:lnTo>
                <a:lnTo>
                  <a:pt x="416" y="499"/>
                </a:lnTo>
                <a:lnTo>
                  <a:pt x="415" y="499"/>
                </a:lnTo>
                <a:lnTo>
                  <a:pt x="415" y="500"/>
                </a:lnTo>
                <a:lnTo>
                  <a:pt x="414" y="500"/>
                </a:lnTo>
                <a:lnTo>
                  <a:pt x="414" y="501"/>
                </a:lnTo>
                <a:lnTo>
                  <a:pt x="413" y="501"/>
                </a:lnTo>
                <a:lnTo>
                  <a:pt x="413" y="502"/>
                </a:lnTo>
                <a:lnTo>
                  <a:pt x="412" y="501"/>
                </a:lnTo>
                <a:lnTo>
                  <a:pt x="411" y="501"/>
                </a:lnTo>
                <a:lnTo>
                  <a:pt x="410" y="501"/>
                </a:lnTo>
                <a:lnTo>
                  <a:pt x="409" y="501"/>
                </a:lnTo>
                <a:lnTo>
                  <a:pt x="409" y="502"/>
                </a:lnTo>
                <a:lnTo>
                  <a:pt x="408" y="502"/>
                </a:lnTo>
                <a:lnTo>
                  <a:pt x="408" y="501"/>
                </a:lnTo>
                <a:lnTo>
                  <a:pt x="407" y="501"/>
                </a:lnTo>
                <a:lnTo>
                  <a:pt x="406" y="501"/>
                </a:lnTo>
                <a:lnTo>
                  <a:pt x="405" y="501"/>
                </a:lnTo>
                <a:lnTo>
                  <a:pt x="405" y="502"/>
                </a:lnTo>
                <a:lnTo>
                  <a:pt x="405" y="503"/>
                </a:lnTo>
                <a:lnTo>
                  <a:pt x="404" y="503"/>
                </a:lnTo>
                <a:lnTo>
                  <a:pt x="403" y="503"/>
                </a:lnTo>
                <a:lnTo>
                  <a:pt x="404" y="503"/>
                </a:lnTo>
                <a:lnTo>
                  <a:pt x="403" y="502"/>
                </a:lnTo>
                <a:lnTo>
                  <a:pt x="403" y="501"/>
                </a:lnTo>
                <a:lnTo>
                  <a:pt x="402" y="501"/>
                </a:lnTo>
                <a:lnTo>
                  <a:pt x="401" y="501"/>
                </a:lnTo>
                <a:lnTo>
                  <a:pt x="400" y="501"/>
                </a:lnTo>
                <a:lnTo>
                  <a:pt x="399" y="500"/>
                </a:lnTo>
                <a:lnTo>
                  <a:pt x="399" y="499"/>
                </a:lnTo>
                <a:lnTo>
                  <a:pt x="398" y="499"/>
                </a:lnTo>
                <a:lnTo>
                  <a:pt x="398" y="498"/>
                </a:lnTo>
                <a:lnTo>
                  <a:pt x="399" y="498"/>
                </a:lnTo>
                <a:lnTo>
                  <a:pt x="398" y="498"/>
                </a:lnTo>
                <a:lnTo>
                  <a:pt x="398" y="497"/>
                </a:lnTo>
                <a:lnTo>
                  <a:pt x="399" y="497"/>
                </a:lnTo>
                <a:lnTo>
                  <a:pt x="400" y="497"/>
                </a:lnTo>
                <a:lnTo>
                  <a:pt x="399" y="496"/>
                </a:lnTo>
                <a:lnTo>
                  <a:pt x="399" y="497"/>
                </a:lnTo>
                <a:lnTo>
                  <a:pt x="399" y="496"/>
                </a:lnTo>
                <a:lnTo>
                  <a:pt x="399" y="497"/>
                </a:lnTo>
                <a:lnTo>
                  <a:pt x="398" y="497"/>
                </a:lnTo>
                <a:lnTo>
                  <a:pt x="397" y="496"/>
                </a:lnTo>
                <a:lnTo>
                  <a:pt x="396" y="496"/>
                </a:lnTo>
                <a:lnTo>
                  <a:pt x="396" y="497"/>
                </a:lnTo>
                <a:lnTo>
                  <a:pt x="396" y="496"/>
                </a:lnTo>
                <a:lnTo>
                  <a:pt x="395" y="496"/>
                </a:lnTo>
                <a:lnTo>
                  <a:pt x="394" y="497"/>
                </a:lnTo>
                <a:lnTo>
                  <a:pt x="393" y="497"/>
                </a:lnTo>
                <a:lnTo>
                  <a:pt x="393" y="496"/>
                </a:lnTo>
                <a:lnTo>
                  <a:pt x="392" y="496"/>
                </a:lnTo>
                <a:lnTo>
                  <a:pt x="391" y="496"/>
                </a:lnTo>
                <a:lnTo>
                  <a:pt x="391" y="495"/>
                </a:lnTo>
                <a:lnTo>
                  <a:pt x="392" y="495"/>
                </a:lnTo>
                <a:lnTo>
                  <a:pt x="392" y="494"/>
                </a:lnTo>
                <a:lnTo>
                  <a:pt x="391" y="494"/>
                </a:lnTo>
                <a:lnTo>
                  <a:pt x="390" y="494"/>
                </a:lnTo>
                <a:lnTo>
                  <a:pt x="389" y="494"/>
                </a:lnTo>
                <a:lnTo>
                  <a:pt x="388" y="493"/>
                </a:lnTo>
                <a:lnTo>
                  <a:pt x="388" y="492"/>
                </a:lnTo>
                <a:lnTo>
                  <a:pt x="387" y="491"/>
                </a:lnTo>
                <a:lnTo>
                  <a:pt x="387" y="490"/>
                </a:lnTo>
                <a:lnTo>
                  <a:pt x="386" y="490"/>
                </a:lnTo>
                <a:lnTo>
                  <a:pt x="385" y="490"/>
                </a:lnTo>
                <a:lnTo>
                  <a:pt x="384" y="490"/>
                </a:lnTo>
                <a:lnTo>
                  <a:pt x="384" y="491"/>
                </a:lnTo>
                <a:lnTo>
                  <a:pt x="383" y="491"/>
                </a:lnTo>
                <a:lnTo>
                  <a:pt x="382" y="491"/>
                </a:lnTo>
                <a:lnTo>
                  <a:pt x="382" y="492"/>
                </a:lnTo>
                <a:lnTo>
                  <a:pt x="382" y="493"/>
                </a:lnTo>
                <a:lnTo>
                  <a:pt x="381" y="492"/>
                </a:lnTo>
                <a:lnTo>
                  <a:pt x="380" y="493"/>
                </a:lnTo>
                <a:lnTo>
                  <a:pt x="379" y="492"/>
                </a:lnTo>
                <a:lnTo>
                  <a:pt x="379" y="491"/>
                </a:lnTo>
                <a:lnTo>
                  <a:pt x="379" y="490"/>
                </a:lnTo>
                <a:lnTo>
                  <a:pt x="379" y="489"/>
                </a:lnTo>
                <a:lnTo>
                  <a:pt x="378" y="488"/>
                </a:lnTo>
                <a:lnTo>
                  <a:pt x="378" y="487"/>
                </a:lnTo>
                <a:lnTo>
                  <a:pt x="378" y="486"/>
                </a:lnTo>
                <a:lnTo>
                  <a:pt x="378" y="485"/>
                </a:lnTo>
                <a:lnTo>
                  <a:pt x="378" y="484"/>
                </a:lnTo>
                <a:lnTo>
                  <a:pt x="379" y="484"/>
                </a:lnTo>
                <a:lnTo>
                  <a:pt x="379" y="483"/>
                </a:lnTo>
                <a:lnTo>
                  <a:pt x="380" y="483"/>
                </a:lnTo>
                <a:lnTo>
                  <a:pt x="380" y="482"/>
                </a:lnTo>
                <a:lnTo>
                  <a:pt x="380" y="481"/>
                </a:lnTo>
                <a:lnTo>
                  <a:pt x="380" y="480"/>
                </a:lnTo>
                <a:lnTo>
                  <a:pt x="381" y="479"/>
                </a:lnTo>
                <a:lnTo>
                  <a:pt x="382" y="479"/>
                </a:lnTo>
                <a:lnTo>
                  <a:pt x="382" y="478"/>
                </a:lnTo>
                <a:lnTo>
                  <a:pt x="381" y="478"/>
                </a:lnTo>
                <a:lnTo>
                  <a:pt x="381" y="477"/>
                </a:lnTo>
                <a:lnTo>
                  <a:pt x="381" y="476"/>
                </a:lnTo>
                <a:lnTo>
                  <a:pt x="381" y="475"/>
                </a:lnTo>
                <a:lnTo>
                  <a:pt x="381" y="474"/>
                </a:lnTo>
                <a:lnTo>
                  <a:pt x="381" y="473"/>
                </a:lnTo>
                <a:lnTo>
                  <a:pt x="382" y="473"/>
                </a:lnTo>
                <a:lnTo>
                  <a:pt x="381" y="472"/>
                </a:lnTo>
                <a:lnTo>
                  <a:pt x="380" y="472"/>
                </a:lnTo>
                <a:lnTo>
                  <a:pt x="379" y="472"/>
                </a:lnTo>
                <a:lnTo>
                  <a:pt x="379" y="471"/>
                </a:lnTo>
                <a:lnTo>
                  <a:pt x="378" y="471"/>
                </a:lnTo>
                <a:lnTo>
                  <a:pt x="378" y="472"/>
                </a:lnTo>
                <a:lnTo>
                  <a:pt x="379" y="472"/>
                </a:lnTo>
                <a:lnTo>
                  <a:pt x="378" y="473"/>
                </a:lnTo>
                <a:lnTo>
                  <a:pt x="377" y="474"/>
                </a:lnTo>
                <a:lnTo>
                  <a:pt x="376" y="474"/>
                </a:lnTo>
                <a:lnTo>
                  <a:pt x="376" y="473"/>
                </a:lnTo>
                <a:lnTo>
                  <a:pt x="377" y="473"/>
                </a:lnTo>
                <a:lnTo>
                  <a:pt x="376" y="473"/>
                </a:lnTo>
                <a:lnTo>
                  <a:pt x="376" y="472"/>
                </a:lnTo>
                <a:lnTo>
                  <a:pt x="375" y="471"/>
                </a:lnTo>
                <a:lnTo>
                  <a:pt x="374" y="472"/>
                </a:lnTo>
                <a:lnTo>
                  <a:pt x="374" y="473"/>
                </a:lnTo>
                <a:lnTo>
                  <a:pt x="373" y="473"/>
                </a:lnTo>
                <a:lnTo>
                  <a:pt x="374" y="474"/>
                </a:lnTo>
                <a:lnTo>
                  <a:pt x="374" y="473"/>
                </a:lnTo>
                <a:lnTo>
                  <a:pt x="375" y="474"/>
                </a:lnTo>
                <a:lnTo>
                  <a:pt x="374" y="474"/>
                </a:lnTo>
                <a:lnTo>
                  <a:pt x="374" y="475"/>
                </a:lnTo>
                <a:lnTo>
                  <a:pt x="373" y="475"/>
                </a:lnTo>
                <a:lnTo>
                  <a:pt x="373" y="474"/>
                </a:lnTo>
                <a:lnTo>
                  <a:pt x="372" y="474"/>
                </a:lnTo>
                <a:lnTo>
                  <a:pt x="371" y="474"/>
                </a:lnTo>
                <a:lnTo>
                  <a:pt x="371" y="475"/>
                </a:lnTo>
                <a:lnTo>
                  <a:pt x="370" y="475"/>
                </a:lnTo>
                <a:lnTo>
                  <a:pt x="370" y="474"/>
                </a:lnTo>
                <a:lnTo>
                  <a:pt x="369" y="474"/>
                </a:lnTo>
                <a:lnTo>
                  <a:pt x="369" y="475"/>
                </a:lnTo>
                <a:lnTo>
                  <a:pt x="369" y="476"/>
                </a:lnTo>
                <a:lnTo>
                  <a:pt x="368" y="475"/>
                </a:lnTo>
                <a:lnTo>
                  <a:pt x="367" y="475"/>
                </a:lnTo>
                <a:lnTo>
                  <a:pt x="366" y="475"/>
                </a:lnTo>
                <a:lnTo>
                  <a:pt x="367" y="475"/>
                </a:lnTo>
                <a:lnTo>
                  <a:pt x="366" y="474"/>
                </a:lnTo>
                <a:lnTo>
                  <a:pt x="365" y="473"/>
                </a:lnTo>
                <a:lnTo>
                  <a:pt x="364" y="474"/>
                </a:lnTo>
                <a:lnTo>
                  <a:pt x="363" y="474"/>
                </a:lnTo>
                <a:lnTo>
                  <a:pt x="362" y="473"/>
                </a:lnTo>
                <a:lnTo>
                  <a:pt x="361" y="473"/>
                </a:lnTo>
                <a:lnTo>
                  <a:pt x="360" y="473"/>
                </a:lnTo>
                <a:lnTo>
                  <a:pt x="359" y="473"/>
                </a:lnTo>
                <a:lnTo>
                  <a:pt x="358" y="473"/>
                </a:lnTo>
                <a:lnTo>
                  <a:pt x="357" y="473"/>
                </a:lnTo>
                <a:lnTo>
                  <a:pt x="356" y="473"/>
                </a:lnTo>
                <a:lnTo>
                  <a:pt x="355" y="473"/>
                </a:lnTo>
                <a:lnTo>
                  <a:pt x="355" y="472"/>
                </a:lnTo>
                <a:lnTo>
                  <a:pt x="354" y="472"/>
                </a:lnTo>
                <a:lnTo>
                  <a:pt x="354" y="471"/>
                </a:lnTo>
                <a:lnTo>
                  <a:pt x="353" y="471"/>
                </a:lnTo>
                <a:lnTo>
                  <a:pt x="353" y="470"/>
                </a:lnTo>
                <a:lnTo>
                  <a:pt x="352" y="469"/>
                </a:lnTo>
                <a:lnTo>
                  <a:pt x="352" y="468"/>
                </a:lnTo>
                <a:lnTo>
                  <a:pt x="352" y="467"/>
                </a:lnTo>
                <a:lnTo>
                  <a:pt x="351" y="467"/>
                </a:lnTo>
                <a:lnTo>
                  <a:pt x="350" y="466"/>
                </a:lnTo>
                <a:lnTo>
                  <a:pt x="350" y="465"/>
                </a:lnTo>
                <a:lnTo>
                  <a:pt x="350" y="464"/>
                </a:lnTo>
                <a:lnTo>
                  <a:pt x="349" y="464"/>
                </a:lnTo>
                <a:lnTo>
                  <a:pt x="349" y="465"/>
                </a:lnTo>
                <a:lnTo>
                  <a:pt x="348" y="465"/>
                </a:lnTo>
                <a:lnTo>
                  <a:pt x="348" y="464"/>
                </a:lnTo>
                <a:lnTo>
                  <a:pt x="347" y="464"/>
                </a:lnTo>
                <a:lnTo>
                  <a:pt x="346" y="463"/>
                </a:lnTo>
                <a:lnTo>
                  <a:pt x="345" y="463"/>
                </a:lnTo>
                <a:lnTo>
                  <a:pt x="344" y="463"/>
                </a:lnTo>
                <a:lnTo>
                  <a:pt x="343" y="463"/>
                </a:lnTo>
                <a:lnTo>
                  <a:pt x="343" y="464"/>
                </a:lnTo>
                <a:lnTo>
                  <a:pt x="342" y="464"/>
                </a:lnTo>
                <a:lnTo>
                  <a:pt x="341" y="464"/>
                </a:lnTo>
                <a:lnTo>
                  <a:pt x="340" y="464"/>
                </a:lnTo>
                <a:lnTo>
                  <a:pt x="340" y="465"/>
                </a:lnTo>
                <a:lnTo>
                  <a:pt x="340" y="466"/>
                </a:lnTo>
                <a:lnTo>
                  <a:pt x="339" y="466"/>
                </a:lnTo>
                <a:lnTo>
                  <a:pt x="339" y="467"/>
                </a:lnTo>
                <a:lnTo>
                  <a:pt x="339" y="468"/>
                </a:lnTo>
                <a:lnTo>
                  <a:pt x="338" y="468"/>
                </a:lnTo>
                <a:lnTo>
                  <a:pt x="337" y="468"/>
                </a:lnTo>
                <a:lnTo>
                  <a:pt x="337" y="469"/>
                </a:lnTo>
                <a:lnTo>
                  <a:pt x="337" y="470"/>
                </a:lnTo>
                <a:lnTo>
                  <a:pt x="336" y="470"/>
                </a:lnTo>
                <a:lnTo>
                  <a:pt x="335" y="470"/>
                </a:lnTo>
                <a:lnTo>
                  <a:pt x="334" y="470"/>
                </a:lnTo>
                <a:lnTo>
                  <a:pt x="334" y="471"/>
                </a:lnTo>
                <a:lnTo>
                  <a:pt x="333" y="471"/>
                </a:lnTo>
                <a:lnTo>
                  <a:pt x="332" y="471"/>
                </a:lnTo>
                <a:lnTo>
                  <a:pt x="331" y="471"/>
                </a:lnTo>
                <a:lnTo>
                  <a:pt x="330" y="471"/>
                </a:lnTo>
                <a:lnTo>
                  <a:pt x="329" y="472"/>
                </a:lnTo>
                <a:lnTo>
                  <a:pt x="328" y="473"/>
                </a:lnTo>
                <a:lnTo>
                  <a:pt x="327" y="473"/>
                </a:lnTo>
                <a:lnTo>
                  <a:pt x="326" y="472"/>
                </a:lnTo>
                <a:lnTo>
                  <a:pt x="326" y="471"/>
                </a:lnTo>
                <a:lnTo>
                  <a:pt x="326" y="470"/>
                </a:lnTo>
                <a:lnTo>
                  <a:pt x="325" y="470"/>
                </a:lnTo>
                <a:lnTo>
                  <a:pt x="325" y="469"/>
                </a:lnTo>
                <a:lnTo>
                  <a:pt x="324" y="469"/>
                </a:lnTo>
                <a:lnTo>
                  <a:pt x="324" y="468"/>
                </a:lnTo>
                <a:lnTo>
                  <a:pt x="324" y="467"/>
                </a:lnTo>
                <a:lnTo>
                  <a:pt x="324" y="466"/>
                </a:lnTo>
                <a:lnTo>
                  <a:pt x="324" y="465"/>
                </a:lnTo>
                <a:lnTo>
                  <a:pt x="325" y="464"/>
                </a:lnTo>
                <a:lnTo>
                  <a:pt x="325" y="463"/>
                </a:lnTo>
                <a:lnTo>
                  <a:pt x="325" y="462"/>
                </a:lnTo>
                <a:lnTo>
                  <a:pt x="324" y="462"/>
                </a:lnTo>
                <a:lnTo>
                  <a:pt x="323" y="461"/>
                </a:lnTo>
                <a:lnTo>
                  <a:pt x="323" y="460"/>
                </a:lnTo>
                <a:lnTo>
                  <a:pt x="322" y="460"/>
                </a:lnTo>
                <a:lnTo>
                  <a:pt x="321" y="460"/>
                </a:lnTo>
                <a:lnTo>
                  <a:pt x="320" y="461"/>
                </a:lnTo>
                <a:lnTo>
                  <a:pt x="320" y="462"/>
                </a:lnTo>
                <a:lnTo>
                  <a:pt x="319" y="463"/>
                </a:lnTo>
                <a:lnTo>
                  <a:pt x="318" y="463"/>
                </a:lnTo>
                <a:lnTo>
                  <a:pt x="318" y="464"/>
                </a:lnTo>
                <a:lnTo>
                  <a:pt x="317" y="464"/>
                </a:lnTo>
                <a:lnTo>
                  <a:pt x="317" y="463"/>
                </a:lnTo>
                <a:lnTo>
                  <a:pt x="316" y="463"/>
                </a:lnTo>
                <a:lnTo>
                  <a:pt x="316" y="464"/>
                </a:lnTo>
                <a:lnTo>
                  <a:pt x="315" y="464"/>
                </a:lnTo>
                <a:lnTo>
                  <a:pt x="314" y="463"/>
                </a:lnTo>
                <a:lnTo>
                  <a:pt x="314" y="462"/>
                </a:lnTo>
                <a:lnTo>
                  <a:pt x="314" y="461"/>
                </a:lnTo>
                <a:lnTo>
                  <a:pt x="313" y="461"/>
                </a:lnTo>
                <a:lnTo>
                  <a:pt x="313" y="460"/>
                </a:lnTo>
                <a:lnTo>
                  <a:pt x="314" y="460"/>
                </a:lnTo>
                <a:lnTo>
                  <a:pt x="314" y="459"/>
                </a:lnTo>
                <a:lnTo>
                  <a:pt x="314" y="458"/>
                </a:lnTo>
                <a:lnTo>
                  <a:pt x="314" y="457"/>
                </a:lnTo>
                <a:lnTo>
                  <a:pt x="314" y="456"/>
                </a:lnTo>
                <a:lnTo>
                  <a:pt x="313" y="456"/>
                </a:lnTo>
                <a:lnTo>
                  <a:pt x="312" y="456"/>
                </a:lnTo>
                <a:lnTo>
                  <a:pt x="312" y="455"/>
                </a:lnTo>
                <a:lnTo>
                  <a:pt x="311" y="455"/>
                </a:lnTo>
                <a:lnTo>
                  <a:pt x="311" y="453"/>
                </a:lnTo>
                <a:lnTo>
                  <a:pt x="311" y="452"/>
                </a:lnTo>
                <a:lnTo>
                  <a:pt x="312" y="452"/>
                </a:lnTo>
                <a:lnTo>
                  <a:pt x="312" y="451"/>
                </a:lnTo>
                <a:lnTo>
                  <a:pt x="311" y="451"/>
                </a:lnTo>
                <a:lnTo>
                  <a:pt x="311" y="450"/>
                </a:lnTo>
                <a:lnTo>
                  <a:pt x="310" y="450"/>
                </a:lnTo>
                <a:lnTo>
                  <a:pt x="309" y="450"/>
                </a:lnTo>
                <a:lnTo>
                  <a:pt x="308" y="450"/>
                </a:lnTo>
                <a:lnTo>
                  <a:pt x="307" y="449"/>
                </a:lnTo>
                <a:lnTo>
                  <a:pt x="307" y="448"/>
                </a:lnTo>
                <a:lnTo>
                  <a:pt x="307" y="447"/>
                </a:lnTo>
                <a:lnTo>
                  <a:pt x="308" y="446"/>
                </a:lnTo>
                <a:lnTo>
                  <a:pt x="309" y="446"/>
                </a:lnTo>
                <a:lnTo>
                  <a:pt x="310" y="445"/>
                </a:lnTo>
                <a:lnTo>
                  <a:pt x="310" y="444"/>
                </a:lnTo>
                <a:lnTo>
                  <a:pt x="309" y="443"/>
                </a:lnTo>
                <a:lnTo>
                  <a:pt x="309" y="442"/>
                </a:lnTo>
                <a:lnTo>
                  <a:pt x="309" y="443"/>
                </a:lnTo>
                <a:lnTo>
                  <a:pt x="308" y="443"/>
                </a:lnTo>
                <a:lnTo>
                  <a:pt x="308" y="442"/>
                </a:lnTo>
                <a:lnTo>
                  <a:pt x="307" y="442"/>
                </a:lnTo>
                <a:lnTo>
                  <a:pt x="306" y="441"/>
                </a:lnTo>
                <a:lnTo>
                  <a:pt x="306" y="440"/>
                </a:lnTo>
                <a:lnTo>
                  <a:pt x="305" y="440"/>
                </a:lnTo>
                <a:lnTo>
                  <a:pt x="305" y="439"/>
                </a:lnTo>
                <a:lnTo>
                  <a:pt x="304" y="439"/>
                </a:lnTo>
                <a:lnTo>
                  <a:pt x="304" y="438"/>
                </a:lnTo>
                <a:lnTo>
                  <a:pt x="304" y="437"/>
                </a:lnTo>
                <a:lnTo>
                  <a:pt x="304" y="436"/>
                </a:lnTo>
                <a:lnTo>
                  <a:pt x="304" y="435"/>
                </a:lnTo>
                <a:lnTo>
                  <a:pt x="303" y="435"/>
                </a:lnTo>
                <a:lnTo>
                  <a:pt x="304" y="435"/>
                </a:lnTo>
                <a:lnTo>
                  <a:pt x="305" y="435"/>
                </a:lnTo>
                <a:lnTo>
                  <a:pt x="305" y="436"/>
                </a:lnTo>
                <a:lnTo>
                  <a:pt x="306" y="436"/>
                </a:lnTo>
                <a:lnTo>
                  <a:pt x="307" y="435"/>
                </a:lnTo>
                <a:lnTo>
                  <a:pt x="307" y="434"/>
                </a:lnTo>
                <a:lnTo>
                  <a:pt x="307" y="432"/>
                </a:lnTo>
                <a:lnTo>
                  <a:pt x="307" y="431"/>
                </a:lnTo>
                <a:lnTo>
                  <a:pt x="308" y="430"/>
                </a:lnTo>
                <a:lnTo>
                  <a:pt x="308" y="429"/>
                </a:lnTo>
                <a:lnTo>
                  <a:pt x="309" y="429"/>
                </a:lnTo>
                <a:lnTo>
                  <a:pt x="309" y="428"/>
                </a:lnTo>
                <a:lnTo>
                  <a:pt x="309" y="427"/>
                </a:lnTo>
                <a:lnTo>
                  <a:pt x="308" y="426"/>
                </a:lnTo>
                <a:lnTo>
                  <a:pt x="308" y="427"/>
                </a:lnTo>
                <a:lnTo>
                  <a:pt x="307" y="427"/>
                </a:lnTo>
                <a:lnTo>
                  <a:pt x="306" y="426"/>
                </a:lnTo>
                <a:lnTo>
                  <a:pt x="306" y="425"/>
                </a:lnTo>
                <a:lnTo>
                  <a:pt x="306" y="423"/>
                </a:lnTo>
                <a:lnTo>
                  <a:pt x="305" y="423"/>
                </a:lnTo>
                <a:lnTo>
                  <a:pt x="305" y="421"/>
                </a:lnTo>
                <a:lnTo>
                  <a:pt x="306" y="421"/>
                </a:lnTo>
                <a:lnTo>
                  <a:pt x="306" y="420"/>
                </a:lnTo>
                <a:lnTo>
                  <a:pt x="306" y="419"/>
                </a:lnTo>
                <a:lnTo>
                  <a:pt x="305" y="419"/>
                </a:lnTo>
                <a:lnTo>
                  <a:pt x="306" y="419"/>
                </a:lnTo>
                <a:lnTo>
                  <a:pt x="306" y="418"/>
                </a:lnTo>
                <a:lnTo>
                  <a:pt x="308" y="417"/>
                </a:lnTo>
                <a:lnTo>
                  <a:pt x="308" y="416"/>
                </a:lnTo>
                <a:lnTo>
                  <a:pt x="308" y="415"/>
                </a:lnTo>
                <a:lnTo>
                  <a:pt x="307" y="415"/>
                </a:lnTo>
                <a:lnTo>
                  <a:pt x="306" y="414"/>
                </a:lnTo>
                <a:lnTo>
                  <a:pt x="306" y="413"/>
                </a:lnTo>
                <a:lnTo>
                  <a:pt x="307" y="412"/>
                </a:lnTo>
                <a:lnTo>
                  <a:pt x="307" y="411"/>
                </a:lnTo>
                <a:lnTo>
                  <a:pt x="308" y="411"/>
                </a:lnTo>
                <a:lnTo>
                  <a:pt x="308" y="410"/>
                </a:lnTo>
                <a:lnTo>
                  <a:pt x="307" y="410"/>
                </a:lnTo>
                <a:lnTo>
                  <a:pt x="307" y="411"/>
                </a:lnTo>
                <a:lnTo>
                  <a:pt x="306" y="411"/>
                </a:lnTo>
                <a:lnTo>
                  <a:pt x="306" y="410"/>
                </a:lnTo>
                <a:lnTo>
                  <a:pt x="305" y="410"/>
                </a:lnTo>
                <a:lnTo>
                  <a:pt x="306" y="409"/>
                </a:lnTo>
                <a:lnTo>
                  <a:pt x="306" y="408"/>
                </a:lnTo>
                <a:lnTo>
                  <a:pt x="306" y="407"/>
                </a:lnTo>
                <a:lnTo>
                  <a:pt x="305" y="407"/>
                </a:lnTo>
                <a:lnTo>
                  <a:pt x="305" y="406"/>
                </a:lnTo>
                <a:lnTo>
                  <a:pt x="304" y="405"/>
                </a:lnTo>
                <a:lnTo>
                  <a:pt x="303" y="405"/>
                </a:lnTo>
                <a:lnTo>
                  <a:pt x="303" y="406"/>
                </a:lnTo>
                <a:lnTo>
                  <a:pt x="302" y="406"/>
                </a:lnTo>
                <a:lnTo>
                  <a:pt x="302" y="405"/>
                </a:lnTo>
                <a:lnTo>
                  <a:pt x="301" y="405"/>
                </a:lnTo>
                <a:lnTo>
                  <a:pt x="300" y="405"/>
                </a:lnTo>
                <a:lnTo>
                  <a:pt x="299" y="405"/>
                </a:lnTo>
                <a:lnTo>
                  <a:pt x="299" y="404"/>
                </a:lnTo>
                <a:lnTo>
                  <a:pt x="298" y="405"/>
                </a:lnTo>
                <a:lnTo>
                  <a:pt x="298" y="406"/>
                </a:lnTo>
                <a:lnTo>
                  <a:pt x="297" y="405"/>
                </a:lnTo>
                <a:lnTo>
                  <a:pt x="297" y="406"/>
                </a:lnTo>
                <a:lnTo>
                  <a:pt x="297" y="407"/>
                </a:lnTo>
                <a:lnTo>
                  <a:pt x="296" y="407"/>
                </a:lnTo>
                <a:lnTo>
                  <a:pt x="296" y="408"/>
                </a:lnTo>
                <a:lnTo>
                  <a:pt x="295" y="408"/>
                </a:lnTo>
                <a:lnTo>
                  <a:pt x="295" y="409"/>
                </a:lnTo>
                <a:lnTo>
                  <a:pt x="295" y="411"/>
                </a:lnTo>
                <a:lnTo>
                  <a:pt x="294" y="411"/>
                </a:lnTo>
                <a:lnTo>
                  <a:pt x="293" y="410"/>
                </a:lnTo>
                <a:lnTo>
                  <a:pt x="292" y="410"/>
                </a:lnTo>
                <a:lnTo>
                  <a:pt x="292" y="411"/>
                </a:lnTo>
                <a:lnTo>
                  <a:pt x="293" y="411"/>
                </a:lnTo>
                <a:lnTo>
                  <a:pt x="293" y="412"/>
                </a:lnTo>
                <a:lnTo>
                  <a:pt x="292" y="412"/>
                </a:lnTo>
                <a:lnTo>
                  <a:pt x="291" y="412"/>
                </a:lnTo>
                <a:lnTo>
                  <a:pt x="291" y="413"/>
                </a:lnTo>
                <a:lnTo>
                  <a:pt x="290" y="413"/>
                </a:lnTo>
                <a:lnTo>
                  <a:pt x="289" y="413"/>
                </a:lnTo>
                <a:lnTo>
                  <a:pt x="288" y="414"/>
                </a:lnTo>
                <a:lnTo>
                  <a:pt x="289" y="415"/>
                </a:lnTo>
                <a:lnTo>
                  <a:pt x="289" y="416"/>
                </a:lnTo>
                <a:lnTo>
                  <a:pt x="290" y="417"/>
                </a:lnTo>
                <a:lnTo>
                  <a:pt x="289" y="417"/>
                </a:lnTo>
                <a:lnTo>
                  <a:pt x="288" y="416"/>
                </a:lnTo>
                <a:lnTo>
                  <a:pt x="288" y="415"/>
                </a:lnTo>
                <a:lnTo>
                  <a:pt x="288" y="414"/>
                </a:lnTo>
                <a:lnTo>
                  <a:pt x="287" y="414"/>
                </a:lnTo>
                <a:lnTo>
                  <a:pt x="286" y="414"/>
                </a:lnTo>
                <a:lnTo>
                  <a:pt x="285" y="415"/>
                </a:lnTo>
                <a:lnTo>
                  <a:pt x="284" y="415"/>
                </a:lnTo>
                <a:lnTo>
                  <a:pt x="283" y="416"/>
                </a:lnTo>
                <a:lnTo>
                  <a:pt x="283" y="417"/>
                </a:lnTo>
                <a:lnTo>
                  <a:pt x="282" y="417"/>
                </a:lnTo>
                <a:lnTo>
                  <a:pt x="281" y="417"/>
                </a:lnTo>
                <a:lnTo>
                  <a:pt x="280" y="417"/>
                </a:lnTo>
                <a:lnTo>
                  <a:pt x="281" y="417"/>
                </a:lnTo>
                <a:lnTo>
                  <a:pt x="280" y="418"/>
                </a:lnTo>
                <a:lnTo>
                  <a:pt x="279" y="419"/>
                </a:lnTo>
                <a:lnTo>
                  <a:pt x="278" y="419"/>
                </a:lnTo>
                <a:lnTo>
                  <a:pt x="277" y="420"/>
                </a:lnTo>
                <a:lnTo>
                  <a:pt x="276" y="420"/>
                </a:lnTo>
                <a:lnTo>
                  <a:pt x="276" y="419"/>
                </a:lnTo>
                <a:lnTo>
                  <a:pt x="275" y="419"/>
                </a:lnTo>
                <a:lnTo>
                  <a:pt x="274" y="419"/>
                </a:lnTo>
                <a:lnTo>
                  <a:pt x="274" y="418"/>
                </a:lnTo>
                <a:lnTo>
                  <a:pt x="273" y="418"/>
                </a:lnTo>
                <a:lnTo>
                  <a:pt x="273" y="417"/>
                </a:lnTo>
                <a:lnTo>
                  <a:pt x="272" y="417"/>
                </a:lnTo>
                <a:lnTo>
                  <a:pt x="271" y="417"/>
                </a:lnTo>
                <a:lnTo>
                  <a:pt x="271" y="418"/>
                </a:lnTo>
                <a:lnTo>
                  <a:pt x="270" y="417"/>
                </a:lnTo>
                <a:lnTo>
                  <a:pt x="269" y="416"/>
                </a:lnTo>
                <a:lnTo>
                  <a:pt x="269" y="415"/>
                </a:lnTo>
                <a:lnTo>
                  <a:pt x="268" y="415"/>
                </a:lnTo>
                <a:lnTo>
                  <a:pt x="267" y="415"/>
                </a:lnTo>
                <a:lnTo>
                  <a:pt x="267" y="414"/>
                </a:lnTo>
                <a:lnTo>
                  <a:pt x="268" y="414"/>
                </a:lnTo>
                <a:lnTo>
                  <a:pt x="268" y="413"/>
                </a:lnTo>
                <a:lnTo>
                  <a:pt x="269" y="413"/>
                </a:lnTo>
                <a:lnTo>
                  <a:pt x="268" y="413"/>
                </a:lnTo>
                <a:lnTo>
                  <a:pt x="268" y="412"/>
                </a:lnTo>
                <a:lnTo>
                  <a:pt x="267" y="412"/>
                </a:lnTo>
                <a:lnTo>
                  <a:pt x="266" y="412"/>
                </a:lnTo>
                <a:lnTo>
                  <a:pt x="265" y="411"/>
                </a:lnTo>
                <a:lnTo>
                  <a:pt x="265" y="410"/>
                </a:lnTo>
                <a:lnTo>
                  <a:pt x="264" y="409"/>
                </a:lnTo>
                <a:lnTo>
                  <a:pt x="263" y="409"/>
                </a:lnTo>
                <a:lnTo>
                  <a:pt x="263" y="408"/>
                </a:lnTo>
                <a:lnTo>
                  <a:pt x="262" y="408"/>
                </a:lnTo>
                <a:lnTo>
                  <a:pt x="261" y="407"/>
                </a:lnTo>
                <a:lnTo>
                  <a:pt x="260" y="406"/>
                </a:lnTo>
                <a:lnTo>
                  <a:pt x="259" y="406"/>
                </a:lnTo>
                <a:lnTo>
                  <a:pt x="259" y="405"/>
                </a:lnTo>
                <a:lnTo>
                  <a:pt x="259" y="404"/>
                </a:lnTo>
                <a:lnTo>
                  <a:pt x="258" y="404"/>
                </a:lnTo>
                <a:lnTo>
                  <a:pt x="258" y="403"/>
                </a:lnTo>
                <a:lnTo>
                  <a:pt x="257" y="403"/>
                </a:lnTo>
                <a:lnTo>
                  <a:pt x="256" y="404"/>
                </a:lnTo>
                <a:lnTo>
                  <a:pt x="255" y="405"/>
                </a:lnTo>
                <a:lnTo>
                  <a:pt x="255" y="404"/>
                </a:lnTo>
                <a:lnTo>
                  <a:pt x="254" y="404"/>
                </a:lnTo>
                <a:lnTo>
                  <a:pt x="254" y="405"/>
                </a:lnTo>
                <a:lnTo>
                  <a:pt x="253" y="405"/>
                </a:lnTo>
                <a:lnTo>
                  <a:pt x="253" y="406"/>
                </a:lnTo>
                <a:lnTo>
                  <a:pt x="253" y="407"/>
                </a:lnTo>
                <a:lnTo>
                  <a:pt x="252" y="407"/>
                </a:lnTo>
                <a:lnTo>
                  <a:pt x="252" y="408"/>
                </a:lnTo>
                <a:lnTo>
                  <a:pt x="253" y="409"/>
                </a:lnTo>
                <a:lnTo>
                  <a:pt x="252" y="409"/>
                </a:lnTo>
                <a:lnTo>
                  <a:pt x="251" y="409"/>
                </a:lnTo>
                <a:lnTo>
                  <a:pt x="250" y="409"/>
                </a:lnTo>
                <a:lnTo>
                  <a:pt x="249" y="409"/>
                </a:lnTo>
                <a:lnTo>
                  <a:pt x="249" y="408"/>
                </a:lnTo>
                <a:lnTo>
                  <a:pt x="248" y="407"/>
                </a:lnTo>
                <a:lnTo>
                  <a:pt x="246" y="407"/>
                </a:lnTo>
                <a:lnTo>
                  <a:pt x="245" y="407"/>
                </a:lnTo>
                <a:lnTo>
                  <a:pt x="244" y="407"/>
                </a:lnTo>
                <a:lnTo>
                  <a:pt x="244" y="406"/>
                </a:lnTo>
                <a:lnTo>
                  <a:pt x="243" y="405"/>
                </a:lnTo>
                <a:lnTo>
                  <a:pt x="242" y="405"/>
                </a:lnTo>
                <a:lnTo>
                  <a:pt x="242" y="404"/>
                </a:lnTo>
                <a:lnTo>
                  <a:pt x="241" y="404"/>
                </a:lnTo>
                <a:lnTo>
                  <a:pt x="240" y="405"/>
                </a:lnTo>
                <a:lnTo>
                  <a:pt x="239" y="405"/>
                </a:lnTo>
                <a:lnTo>
                  <a:pt x="238" y="405"/>
                </a:lnTo>
                <a:lnTo>
                  <a:pt x="238" y="406"/>
                </a:lnTo>
                <a:lnTo>
                  <a:pt x="238" y="407"/>
                </a:lnTo>
                <a:lnTo>
                  <a:pt x="238" y="408"/>
                </a:lnTo>
                <a:lnTo>
                  <a:pt x="238" y="409"/>
                </a:lnTo>
                <a:lnTo>
                  <a:pt x="238" y="410"/>
                </a:lnTo>
                <a:lnTo>
                  <a:pt x="237" y="410"/>
                </a:lnTo>
                <a:lnTo>
                  <a:pt x="236" y="410"/>
                </a:lnTo>
                <a:lnTo>
                  <a:pt x="235" y="409"/>
                </a:lnTo>
                <a:lnTo>
                  <a:pt x="235" y="408"/>
                </a:lnTo>
                <a:lnTo>
                  <a:pt x="236" y="408"/>
                </a:lnTo>
                <a:lnTo>
                  <a:pt x="235" y="407"/>
                </a:lnTo>
                <a:lnTo>
                  <a:pt x="235" y="408"/>
                </a:lnTo>
                <a:lnTo>
                  <a:pt x="234" y="408"/>
                </a:lnTo>
                <a:lnTo>
                  <a:pt x="234" y="409"/>
                </a:lnTo>
                <a:lnTo>
                  <a:pt x="233" y="408"/>
                </a:lnTo>
                <a:lnTo>
                  <a:pt x="232" y="408"/>
                </a:lnTo>
                <a:lnTo>
                  <a:pt x="231" y="408"/>
                </a:lnTo>
                <a:lnTo>
                  <a:pt x="230" y="407"/>
                </a:lnTo>
                <a:lnTo>
                  <a:pt x="229" y="408"/>
                </a:lnTo>
                <a:lnTo>
                  <a:pt x="229" y="409"/>
                </a:lnTo>
                <a:lnTo>
                  <a:pt x="228" y="409"/>
                </a:lnTo>
                <a:lnTo>
                  <a:pt x="227" y="409"/>
                </a:lnTo>
                <a:lnTo>
                  <a:pt x="228" y="408"/>
                </a:lnTo>
                <a:lnTo>
                  <a:pt x="227" y="408"/>
                </a:lnTo>
                <a:lnTo>
                  <a:pt x="227" y="407"/>
                </a:lnTo>
                <a:lnTo>
                  <a:pt x="226" y="407"/>
                </a:lnTo>
                <a:lnTo>
                  <a:pt x="226" y="408"/>
                </a:lnTo>
                <a:lnTo>
                  <a:pt x="225" y="408"/>
                </a:lnTo>
                <a:lnTo>
                  <a:pt x="225" y="409"/>
                </a:lnTo>
                <a:lnTo>
                  <a:pt x="224" y="409"/>
                </a:lnTo>
                <a:lnTo>
                  <a:pt x="223" y="410"/>
                </a:lnTo>
                <a:lnTo>
                  <a:pt x="222" y="410"/>
                </a:lnTo>
                <a:lnTo>
                  <a:pt x="221" y="410"/>
                </a:lnTo>
                <a:lnTo>
                  <a:pt x="220" y="411"/>
                </a:lnTo>
                <a:lnTo>
                  <a:pt x="219" y="411"/>
                </a:lnTo>
                <a:lnTo>
                  <a:pt x="218" y="411"/>
                </a:lnTo>
                <a:lnTo>
                  <a:pt x="218" y="412"/>
                </a:lnTo>
                <a:lnTo>
                  <a:pt x="217" y="412"/>
                </a:lnTo>
                <a:lnTo>
                  <a:pt x="216" y="413"/>
                </a:lnTo>
                <a:lnTo>
                  <a:pt x="215" y="412"/>
                </a:lnTo>
                <a:lnTo>
                  <a:pt x="215" y="411"/>
                </a:lnTo>
                <a:lnTo>
                  <a:pt x="215" y="410"/>
                </a:lnTo>
                <a:lnTo>
                  <a:pt x="214" y="410"/>
                </a:lnTo>
                <a:lnTo>
                  <a:pt x="213" y="411"/>
                </a:lnTo>
                <a:lnTo>
                  <a:pt x="213" y="412"/>
                </a:lnTo>
                <a:lnTo>
                  <a:pt x="212" y="412"/>
                </a:lnTo>
                <a:lnTo>
                  <a:pt x="212" y="411"/>
                </a:lnTo>
                <a:lnTo>
                  <a:pt x="211" y="411"/>
                </a:lnTo>
                <a:lnTo>
                  <a:pt x="210" y="411"/>
                </a:lnTo>
                <a:lnTo>
                  <a:pt x="209" y="410"/>
                </a:lnTo>
                <a:lnTo>
                  <a:pt x="208" y="410"/>
                </a:lnTo>
                <a:lnTo>
                  <a:pt x="208" y="411"/>
                </a:lnTo>
                <a:lnTo>
                  <a:pt x="208" y="410"/>
                </a:lnTo>
                <a:lnTo>
                  <a:pt x="208" y="409"/>
                </a:lnTo>
                <a:lnTo>
                  <a:pt x="207" y="409"/>
                </a:lnTo>
                <a:lnTo>
                  <a:pt x="206" y="409"/>
                </a:lnTo>
                <a:lnTo>
                  <a:pt x="206" y="410"/>
                </a:lnTo>
                <a:lnTo>
                  <a:pt x="205" y="410"/>
                </a:lnTo>
                <a:lnTo>
                  <a:pt x="205" y="409"/>
                </a:lnTo>
                <a:lnTo>
                  <a:pt x="204" y="409"/>
                </a:lnTo>
                <a:lnTo>
                  <a:pt x="203" y="409"/>
                </a:lnTo>
                <a:lnTo>
                  <a:pt x="203" y="408"/>
                </a:lnTo>
                <a:lnTo>
                  <a:pt x="202" y="408"/>
                </a:lnTo>
                <a:lnTo>
                  <a:pt x="202" y="409"/>
                </a:lnTo>
                <a:lnTo>
                  <a:pt x="201" y="409"/>
                </a:lnTo>
                <a:lnTo>
                  <a:pt x="201" y="408"/>
                </a:lnTo>
                <a:lnTo>
                  <a:pt x="200" y="408"/>
                </a:lnTo>
                <a:lnTo>
                  <a:pt x="200" y="407"/>
                </a:lnTo>
                <a:lnTo>
                  <a:pt x="199" y="407"/>
                </a:lnTo>
                <a:lnTo>
                  <a:pt x="198" y="407"/>
                </a:lnTo>
                <a:lnTo>
                  <a:pt x="198" y="406"/>
                </a:lnTo>
                <a:lnTo>
                  <a:pt x="197" y="407"/>
                </a:lnTo>
                <a:lnTo>
                  <a:pt x="198" y="407"/>
                </a:lnTo>
                <a:lnTo>
                  <a:pt x="197" y="408"/>
                </a:lnTo>
                <a:lnTo>
                  <a:pt x="197" y="409"/>
                </a:lnTo>
                <a:lnTo>
                  <a:pt x="195" y="409"/>
                </a:lnTo>
                <a:lnTo>
                  <a:pt x="194" y="408"/>
                </a:lnTo>
                <a:lnTo>
                  <a:pt x="194" y="409"/>
                </a:lnTo>
                <a:lnTo>
                  <a:pt x="193" y="409"/>
                </a:lnTo>
                <a:lnTo>
                  <a:pt x="192" y="409"/>
                </a:lnTo>
                <a:lnTo>
                  <a:pt x="191" y="409"/>
                </a:lnTo>
                <a:lnTo>
                  <a:pt x="190" y="409"/>
                </a:lnTo>
                <a:lnTo>
                  <a:pt x="190" y="410"/>
                </a:lnTo>
                <a:lnTo>
                  <a:pt x="189" y="410"/>
                </a:lnTo>
                <a:lnTo>
                  <a:pt x="188" y="411"/>
                </a:lnTo>
                <a:lnTo>
                  <a:pt x="188" y="412"/>
                </a:lnTo>
                <a:lnTo>
                  <a:pt x="188" y="413"/>
                </a:lnTo>
                <a:lnTo>
                  <a:pt x="187" y="412"/>
                </a:lnTo>
                <a:lnTo>
                  <a:pt x="186" y="412"/>
                </a:lnTo>
                <a:lnTo>
                  <a:pt x="185" y="411"/>
                </a:lnTo>
                <a:lnTo>
                  <a:pt x="184" y="410"/>
                </a:lnTo>
                <a:lnTo>
                  <a:pt x="183" y="410"/>
                </a:lnTo>
                <a:lnTo>
                  <a:pt x="182" y="410"/>
                </a:lnTo>
                <a:lnTo>
                  <a:pt x="182" y="411"/>
                </a:lnTo>
                <a:lnTo>
                  <a:pt x="181" y="410"/>
                </a:lnTo>
                <a:lnTo>
                  <a:pt x="180" y="410"/>
                </a:lnTo>
                <a:lnTo>
                  <a:pt x="179" y="411"/>
                </a:lnTo>
                <a:lnTo>
                  <a:pt x="179" y="412"/>
                </a:lnTo>
                <a:lnTo>
                  <a:pt x="178" y="412"/>
                </a:lnTo>
                <a:lnTo>
                  <a:pt x="178" y="413"/>
                </a:lnTo>
                <a:lnTo>
                  <a:pt x="177" y="413"/>
                </a:lnTo>
                <a:lnTo>
                  <a:pt x="177" y="414"/>
                </a:lnTo>
                <a:lnTo>
                  <a:pt x="176" y="414"/>
                </a:lnTo>
                <a:lnTo>
                  <a:pt x="175" y="414"/>
                </a:lnTo>
                <a:lnTo>
                  <a:pt x="173" y="412"/>
                </a:lnTo>
                <a:lnTo>
                  <a:pt x="171" y="411"/>
                </a:lnTo>
                <a:lnTo>
                  <a:pt x="170" y="411"/>
                </a:lnTo>
                <a:lnTo>
                  <a:pt x="170" y="410"/>
                </a:lnTo>
                <a:lnTo>
                  <a:pt x="169" y="410"/>
                </a:lnTo>
                <a:lnTo>
                  <a:pt x="169" y="409"/>
                </a:lnTo>
                <a:lnTo>
                  <a:pt x="168" y="409"/>
                </a:lnTo>
                <a:lnTo>
                  <a:pt x="168" y="408"/>
                </a:lnTo>
                <a:lnTo>
                  <a:pt x="167" y="408"/>
                </a:lnTo>
                <a:lnTo>
                  <a:pt x="166" y="408"/>
                </a:lnTo>
                <a:lnTo>
                  <a:pt x="165" y="407"/>
                </a:lnTo>
                <a:lnTo>
                  <a:pt x="165" y="408"/>
                </a:lnTo>
                <a:lnTo>
                  <a:pt x="164" y="408"/>
                </a:lnTo>
                <a:lnTo>
                  <a:pt x="163" y="408"/>
                </a:lnTo>
                <a:lnTo>
                  <a:pt x="163" y="407"/>
                </a:lnTo>
                <a:lnTo>
                  <a:pt x="163" y="406"/>
                </a:lnTo>
                <a:lnTo>
                  <a:pt x="162" y="406"/>
                </a:lnTo>
                <a:lnTo>
                  <a:pt x="161" y="406"/>
                </a:lnTo>
                <a:lnTo>
                  <a:pt x="160" y="406"/>
                </a:lnTo>
                <a:lnTo>
                  <a:pt x="161" y="406"/>
                </a:lnTo>
                <a:lnTo>
                  <a:pt x="161" y="407"/>
                </a:lnTo>
                <a:lnTo>
                  <a:pt x="162" y="407"/>
                </a:lnTo>
                <a:lnTo>
                  <a:pt x="162" y="408"/>
                </a:lnTo>
                <a:lnTo>
                  <a:pt x="161" y="408"/>
                </a:lnTo>
                <a:lnTo>
                  <a:pt x="162" y="408"/>
                </a:lnTo>
                <a:lnTo>
                  <a:pt x="162" y="409"/>
                </a:lnTo>
                <a:lnTo>
                  <a:pt x="161" y="409"/>
                </a:lnTo>
                <a:lnTo>
                  <a:pt x="160" y="408"/>
                </a:lnTo>
                <a:lnTo>
                  <a:pt x="159" y="407"/>
                </a:lnTo>
                <a:lnTo>
                  <a:pt x="159" y="406"/>
                </a:lnTo>
                <a:lnTo>
                  <a:pt x="159" y="407"/>
                </a:lnTo>
                <a:lnTo>
                  <a:pt x="158" y="407"/>
                </a:lnTo>
                <a:lnTo>
                  <a:pt x="157" y="406"/>
                </a:lnTo>
                <a:lnTo>
                  <a:pt x="157" y="405"/>
                </a:lnTo>
                <a:lnTo>
                  <a:pt x="156" y="405"/>
                </a:lnTo>
                <a:lnTo>
                  <a:pt x="155" y="405"/>
                </a:lnTo>
                <a:lnTo>
                  <a:pt x="155" y="404"/>
                </a:lnTo>
                <a:lnTo>
                  <a:pt x="155" y="403"/>
                </a:lnTo>
                <a:lnTo>
                  <a:pt x="154" y="403"/>
                </a:lnTo>
                <a:lnTo>
                  <a:pt x="153" y="403"/>
                </a:lnTo>
                <a:lnTo>
                  <a:pt x="153" y="402"/>
                </a:lnTo>
                <a:lnTo>
                  <a:pt x="154" y="402"/>
                </a:lnTo>
                <a:lnTo>
                  <a:pt x="154" y="401"/>
                </a:lnTo>
                <a:lnTo>
                  <a:pt x="153" y="400"/>
                </a:lnTo>
                <a:lnTo>
                  <a:pt x="153" y="399"/>
                </a:lnTo>
                <a:lnTo>
                  <a:pt x="152" y="399"/>
                </a:lnTo>
                <a:lnTo>
                  <a:pt x="151" y="399"/>
                </a:lnTo>
                <a:lnTo>
                  <a:pt x="151" y="400"/>
                </a:lnTo>
                <a:lnTo>
                  <a:pt x="150" y="400"/>
                </a:lnTo>
                <a:lnTo>
                  <a:pt x="150" y="401"/>
                </a:lnTo>
                <a:lnTo>
                  <a:pt x="149" y="401"/>
                </a:lnTo>
                <a:lnTo>
                  <a:pt x="149" y="402"/>
                </a:lnTo>
                <a:lnTo>
                  <a:pt x="148" y="402"/>
                </a:lnTo>
                <a:lnTo>
                  <a:pt x="148" y="401"/>
                </a:lnTo>
                <a:lnTo>
                  <a:pt x="147" y="401"/>
                </a:lnTo>
                <a:lnTo>
                  <a:pt x="146" y="401"/>
                </a:lnTo>
                <a:lnTo>
                  <a:pt x="146" y="400"/>
                </a:lnTo>
                <a:lnTo>
                  <a:pt x="147" y="400"/>
                </a:lnTo>
                <a:lnTo>
                  <a:pt x="146" y="400"/>
                </a:lnTo>
                <a:lnTo>
                  <a:pt x="146" y="399"/>
                </a:lnTo>
                <a:lnTo>
                  <a:pt x="145" y="399"/>
                </a:lnTo>
                <a:lnTo>
                  <a:pt x="145" y="397"/>
                </a:lnTo>
                <a:lnTo>
                  <a:pt x="144" y="397"/>
                </a:lnTo>
                <a:lnTo>
                  <a:pt x="144" y="396"/>
                </a:lnTo>
                <a:lnTo>
                  <a:pt x="144" y="395"/>
                </a:lnTo>
                <a:lnTo>
                  <a:pt x="143" y="395"/>
                </a:lnTo>
                <a:lnTo>
                  <a:pt x="142" y="395"/>
                </a:lnTo>
                <a:lnTo>
                  <a:pt x="141" y="395"/>
                </a:lnTo>
                <a:lnTo>
                  <a:pt x="140" y="396"/>
                </a:lnTo>
                <a:lnTo>
                  <a:pt x="139" y="396"/>
                </a:lnTo>
                <a:lnTo>
                  <a:pt x="138" y="397"/>
                </a:lnTo>
                <a:lnTo>
                  <a:pt x="138" y="396"/>
                </a:lnTo>
                <a:lnTo>
                  <a:pt x="137" y="396"/>
                </a:lnTo>
                <a:lnTo>
                  <a:pt x="136" y="396"/>
                </a:lnTo>
                <a:lnTo>
                  <a:pt x="135" y="395"/>
                </a:lnTo>
                <a:lnTo>
                  <a:pt x="135" y="394"/>
                </a:lnTo>
                <a:lnTo>
                  <a:pt x="135" y="393"/>
                </a:lnTo>
                <a:lnTo>
                  <a:pt x="135" y="394"/>
                </a:lnTo>
                <a:lnTo>
                  <a:pt x="133" y="394"/>
                </a:lnTo>
                <a:lnTo>
                  <a:pt x="132" y="394"/>
                </a:lnTo>
                <a:lnTo>
                  <a:pt x="132" y="393"/>
                </a:lnTo>
                <a:lnTo>
                  <a:pt x="131" y="393"/>
                </a:lnTo>
                <a:lnTo>
                  <a:pt x="130" y="393"/>
                </a:lnTo>
                <a:lnTo>
                  <a:pt x="130" y="392"/>
                </a:lnTo>
                <a:lnTo>
                  <a:pt x="129" y="392"/>
                </a:lnTo>
                <a:lnTo>
                  <a:pt x="128" y="392"/>
                </a:lnTo>
                <a:lnTo>
                  <a:pt x="128" y="391"/>
                </a:lnTo>
                <a:lnTo>
                  <a:pt x="128" y="390"/>
                </a:lnTo>
                <a:lnTo>
                  <a:pt x="127" y="390"/>
                </a:lnTo>
                <a:lnTo>
                  <a:pt x="126" y="390"/>
                </a:lnTo>
                <a:lnTo>
                  <a:pt x="125" y="389"/>
                </a:lnTo>
                <a:lnTo>
                  <a:pt x="124" y="388"/>
                </a:lnTo>
                <a:lnTo>
                  <a:pt x="124" y="387"/>
                </a:lnTo>
                <a:lnTo>
                  <a:pt x="123" y="387"/>
                </a:lnTo>
                <a:lnTo>
                  <a:pt x="123" y="386"/>
                </a:lnTo>
                <a:lnTo>
                  <a:pt x="122" y="386"/>
                </a:lnTo>
                <a:lnTo>
                  <a:pt x="121" y="385"/>
                </a:lnTo>
                <a:lnTo>
                  <a:pt x="120" y="386"/>
                </a:lnTo>
                <a:lnTo>
                  <a:pt x="117" y="385"/>
                </a:lnTo>
                <a:lnTo>
                  <a:pt x="116" y="385"/>
                </a:lnTo>
                <a:lnTo>
                  <a:pt x="116" y="386"/>
                </a:lnTo>
                <a:lnTo>
                  <a:pt x="115" y="386"/>
                </a:lnTo>
                <a:lnTo>
                  <a:pt x="115" y="385"/>
                </a:lnTo>
                <a:lnTo>
                  <a:pt x="115" y="384"/>
                </a:lnTo>
                <a:lnTo>
                  <a:pt x="115" y="383"/>
                </a:lnTo>
                <a:lnTo>
                  <a:pt x="114" y="383"/>
                </a:lnTo>
                <a:lnTo>
                  <a:pt x="113" y="383"/>
                </a:lnTo>
                <a:lnTo>
                  <a:pt x="113" y="384"/>
                </a:lnTo>
                <a:lnTo>
                  <a:pt x="113" y="385"/>
                </a:lnTo>
                <a:lnTo>
                  <a:pt x="112" y="386"/>
                </a:lnTo>
                <a:lnTo>
                  <a:pt x="111" y="386"/>
                </a:lnTo>
                <a:lnTo>
                  <a:pt x="111" y="387"/>
                </a:lnTo>
                <a:lnTo>
                  <a:pt x="110" y="386"/>
                </a:lnTo>
                <a:lnTo>
                  <a:pt x="110" y="387"/>
                </a:lnTo>
                <a:lnTo>
                  <a:pt x="109" y="387"/>
                </a:lnTo>
                <a:lnTo>
                  <a:pt x="108" y="387"/>
                </a:lnTo>
                <a:lnTo>
                  <a:pt x="108" y="386"/>
                </a:lnTo>
                <a:lnTo>
                  <a:pt x="107" y="385"/>
                </a:lnTo>
                <a:lnTo>
                  <a:pt x="106" y="385"/>
                </a:lnTo>
                <a:lnTo>
                  <a:pt x="105" y="385"/>
                </a:lnTo>
                <a:lnTo>
                  <a:pt x="105" y="384"/>
                </a:lnTo>
                <a:lnTo>
                  <a:pt x="106" y="384"/>
                </a:lnTo>
                <a:lnTo>
                  <a:pt x="106" y="383"/>
                </a:lnTo>
                <a:lnTo>
                  <a:pt x="105" y="383"/>
                </a:lnTo>
                <a:lnTo>
                  <a:pt x="105" y="382"/>
                </a:lnTo>
                <a:lnTo>
                  <a:pt x="104" y="382"/>
                </a:lnTo>
                <a:lnTo>
                  <a:pt x="105" y="382"/>
                </a:lnTo>
                <a:lnTo>
                  <a:pt x="105" y="381"/>
                </a:lnTo>
                <a:lnTo>
                  <a:pt x="104" y="380"/>
                </a:lnTo>
                <a:lnTo>
                  <a:pt x="104" y="379"/>
                </a:lnTo>
                <a:lnTo>
                  <a:pt x="103" y="379"/>
                </a:lnTo>
                <a:lnTo>
                  <a:pt x="103" y="378"/>
                </a:lnTo>
                <a:lnTo>
                  <a:pt x="102" y="378"/>
                </a:lnTo>
                <a:lnTo>
                  <a:pt x="102" y="377"/>
                </a:lnTo>
                <a:lnTo>
                  <a:pt x="101" y="377"/>
                </a:lnTo>
                <a:lnTo>
                  <a:pt x="100" y="377"/>
                </a:lnTo>
                <a:lnTo>
                  <a:pt x="100" y="376"/>
                </a:lnTo>
                <a:lnTo>
                  <a:pt x="100" y="375"/>
                </a:lnTo>
                <a:lnTo>
                  <a:pt x="100" y="374"/>
                </a:lnTo>
                <a:lnTo>
                  <a:pt x="99" y="374"/>
                </a:lnTo>
                <a:lnTo>
                  <a:pt x="98" y="374"/>
                </a:lnTo>
                <a:lnTo>
                  <a:pt x="97" y="374"/>
                </a:lnTo>
                <a:lnTo>
                  <a:pt x="96" y="374"/>
                </a:lnTo>
                <a:lnTo>
                  <a:pt x="96" y="373"/>
                </a:lnTo>
                <a:lnTo>
                  <a:pt x="95" y="373"/>
                </a:lnTo>
                <a:lnTo>
                  <a:pt x="95" y="372"/>
                </a:lnTo>
                <a:lnTo>
                  <a:pt x="96" y="372"/>
                </a:lnTo>
                <a:lnTo>
                  <a:pt x="96" y="373"/>
                </a:lnTo>
                <a:lnTo>
                  <a:pt x="97" y="373"/>
                </a:lnTo>
                <a:lnTo>
                  <a:pt x="99" y="373"/>
                </a:lnTo>
                <a:lnTo>
                  <a:pt x="99" y="372"/>
                </a:lnTo>
                <a:lnTo>
                  <a:pt x="100" y="372"/>
                </a:lnTo>
                <a:lnTo>
                  <a:pt x="100" y="371"/>
                </a:lnTo>
                <a:lnTo>
                  <a:pt x="100" y="370"/>
                </a:lnTo>
                <a:lnTo>
                  <a:pt x="99" y="369"/>
                </a:lnTo>
                <a:lnTo>
                  <a:pt x="99" y="368"/>
                </a:lnTo>
                <a:lnTo>
                  <a:pt x="99" y="369"/>
                </a:lnTo>
                <a:lnTo>
                  <a:pt x="99" y="370"/>
                </a:lnTo>
                <a:lnTo>
                  <a:pt x="98" y="370"/>
                </a:lnTo>
                <a:lnTo>
                  <a:pt x="97" y="370"/>
                </a:lnTo>
                <a:lnTo>
                  <a:pt x="98" y="370"/>
                </a:lnTo>
                <a:lnTo>
                  <a:pt x="98" y="371"/>
                </a:lnTo>
                <a:lnTo>
                  <a:pt x="97" y="371"/>
                </a:lnTo>
                <a:lnTo>
                  <a:pt x="96" y="371"/>
                </a:lnTo>
                <a:lnTo>
                  <a:pt x="95" y="371"/>
                </a:lnTo>
                <a:lnTo>
                  <a:pt x="94" y="368"/>
                </a:lnTo>
                <a:lnTo>
                  <a:pt x="93" y="367"/>
                </a:lnTo>
                <a:lnTo>
                  <a:pt x="93" y="366"/>
                </a:lnTo>
                <a:lnTo>
                  <a:pt x="92" y="366"/>
                </a:lnTo>
                <a:lnTo>
                  <a:pt x="93" y="366"/>
                </a:lnTo>
                <a:lnTo>
                  <a:pt x="93" y="365"/>
                </a:lnTo>
                <a:lnTo>
                  <a:pt x="92" y="364"/>
                </a:lnTo>
                <a:lnTo>
                  <a:pt x="91" y="364"/>
                </a:lnTo>
                <a:lnTo>
                  <a:pt x="91" y="363"/>
                </a:lnTo>
                <a:lnTo>
                  <a:pt x="90" y="363"/>
                </a:lnTo>
                <a:lnTo>
                  <a:pt x="90" y="362"/>
                </a:lnTo>
                <a:lnTo>
                  <a:pt x="89" y="362"/>
                </a:lnTo>
                <a:lnTo>
                  <a:pt x="88" y="362"/>
                </a:lnTo>
                <a:lnTo>
                  <a:pt x="87" y="362"/>
                </a:lnTo>
                <a:lnTo>
                  <a:pt x="86" y="361"/>
                </a:lnTo>
                <a:lnTo>
                  <a:pt x="84" y="360"/>
                </a:lnTo>
                <a:lnTo>
                  <a:pt x="83" y="360"/>
                </a:lnTo>
                <a:lnTo>
                  <a:pt x="83" y="359"/>
                </a:lnTo>
                <a:lnTo>
                  <a:pt x="83" y="358"/>
                </a:lnTo>
                <a:lnTo>
                  <a:pt x="84" y="358"/>
                </a:lnTo>
                <a:lnTo>
                  <a:pt x="84" y="357"/>
                </a:lnTo>
                <a:lnTo>
                  <a:pt x="84" y="356"/>
                </a:lnTo>
                <a:lnTo>
                  <a:pt x="83" y="356"/>
                </a:lnTo>
                <a:lnTo>
                  <a:pt x="82" y="356"/>
                </a:lnTo>
                <a:lnTo>
                  <a:pt x="81" y="357"/>
                </a:lnTo>
                <a:lnTo>
                  <a:pt x="81" y="358"/>
                </a:lnTo>
                <a:lnTo>
                  <a:pt x="80" y="358"/>
                </a:lnTo>
                <a:lnTo>
                  <a:pt x="80" y="357"/>
                </a:lnTo>
                <a:lnTo>
                  <a:pt x="79" y="357"/>
                </a:lnTo>
                <a:lnTo>
                  <a:pt x="79" y="356"/>
                </a:lnTo>
                <a:lnTo>
                  <a:pt x="80" y="356"/>
                </a:lnTo>
                <a:lnTo>
                  <a:pt x="80" y="355"/>
                </a:lnTo>
                <a:lnTo>
                  <a:pt x="80" y="354"/>
                </a:lnTo>
                <a:lnTo>
                  <a:pt x="79" y="354"/>
                </a:lnTo>
                <a:lnTo>
                  <a:pt x="79" y="352"/>
                </a:lnTo>
                <a:lnTo>
                  <a:pt x="80" y="351"/>
                </a:lnTo>
                <a:lnTo>
                  <a:pt x="80" y="350"/>
                </a:lnTo>
                <a:lnTo>
                  <a:pt x="80" y="351"/>
                </a:lnTo>
                <a:lnTo>
                  <a:pt x="80" y="350"/>
                </a:lnTo>
                <a:lnTo>
                  <a:pt x="81" y="350"/>
                </a:lnTo>
                <a:lnTo>
                  <a:pt x="82" y="350"/>
                </a:lnTo>
                <a:lnTo>
                  <a:pt x="82" y="348"/>
                </a:lnTo>
                <a:lnTo>
                  <a:pt x="82" y="347"/>
                </a:lnTo>
                <a:lnTo>
                  <a:pt x="82" y="346"/>
                </a:lnTo>
                <a:lnTo>
                  <a:pt x="81" y="346"/>
                </a:lnTo>
                <a:lnTo>
                  <a:pt x="81" y="345"/>
                </a:lnTo>
                <a:lnTo>
                  <a:pt x="80" y="344"/>
                </a:lnTo>
                <a:lnTo>
                  <a:pt x="80" y="343"/>
                </a:lnTo>
                <a:lnTo>
                  <a:pt x="80" y="342"/>
                </a:lnTo>
                <a:lnTo>
                  <a:pt x="79" y="342"/>
                </a:lnTo>
                <a:lnTo>
                  <a:pt x="78" y="341"/>
                </a:lnTo>
                <a:lnTo>
                  <a:pt x="77" y="341"/>
                </a:lnTo>
                <a:lnTo>
                  <a:pt x="76" y="341"/>
                </a:lnTo>
                <a:lnTo>
                  <a:pt x="75" y="341"/>
                </a:lnTo>
                <a:lnTo>
                  <a:pt x="74" y="341"/>
                </a:lnTo>
                <a:lnTo>
                  <a:pt x="73" y="341"/>
                </a:lnTo>
                <a:lnTo>
                  <a:pt x="72" y="341"/>
                </a:lnTo>
                <a:lnTo>
                  <a:pt x="72" y="342"/>
                </a:lnTo>
                <a:lnTo>
                  <a:pt x="71" y="341"/>
                </a:lnTo>
                <a:lnTo>
                  <a:pt x="71" y="340"/>
                </a:lnTo>
                <a:lnTo>
                  <a:pt x="72" y="339"/>
                </a:lnTo>
                <a:lnTo>
                  <a:pt x="73" y="339"/>
                </a:lnTo>
                <a:lnTo>
                  <a:pt x="74" y="339"/>
                </a:lnTo>
                <a:lnTo>
                  <a:pt x="75" y="339"/>
                </a:lnTo>
                <a:lnTo>
                  <a:pt x="75" y="338"/>
                </a:lnTo>
                <a:lnTo>
                  <a:pt x="75" y="337"/>
                </a:lnTo>
                <a:lnTo>
                  <a:pt x="75" y="336"/>
                </a:lnTo>
                <a:lnTo>
                  <a:pt x="74" y="336"/>
                </a:lnTo>
                <a:lnTo>
                  <a:pt x="73" y="336"/>
                </a:lnTo>
                <a:lnTo>
                  <a:pt x="73" y="334"/>
                </a:lnTo>
                <a:lnTo>
                  <a:pt x="74" y="334"/>
                </a:lnTo>
                <a:lnTo>
                  <a:pt x="73" y="334"/>
                </a:lnTo>
                <a:lnTo>
                  <a:pt x="73" y="333"/>
                </a:lnTo>
                <a:lnTo>
                  <a:pt x="72" y="333"/>
                </a:lnTo>
                <a:lnTo>
                  <a:pt x="71" y="333"/>
                </a:lnTo>
                <a:lnTo>
                  <a:pt x="70" y="333"/>
                </a:lnTo>
                <a:lnTo>
                  <a:pt x="70" y="332"/>
                </a:lnTo>
                <a:lnTo>
                  <a:pt x="69" y="332"/>
                </a:lnTo>
                <a:lnTo>
                  <a:pt x="69" y="331"/>
                </a:lnTo>
                <a:lnTo>
                  <a:pt x="69" y="330"/>
                </a:lnTo>
                <a:lnTo>
                  <a:pt x="69" y="329"/>
                </a:lnTo>
                <a:lnTo>
                  <a:pt x="68" y="329"/>
                </a:lnTo>
                <a:lnTo>
                  <a:pt x="67" y="328"/>
                </a:lnTo>
                <a:lnTo>
                  <a:pt x="65" y="328"/>
                </a:lnTo>
                <a:lnTo>
                  <a:pt x="66" y="327"/>
                </a:lnTo>
                <a:lnTo>
                  <a:pt x="65" y="327"/>
                </a:lnTo>
                <a:lnTo>
                  <a:pt x="64" y="327"/>
                </a:lnTo>
                <a:lnTo>
                  <a:pt x="63" y="327"/>
                </a:lnTo>
                <a:lnTo>
                  <a:pt x="63" y="328"/>
                </a:lnTo>
                <a:lnTo>
                  <a:pt x="63" y="329"/>
                </a:lnTo>
                <a:lnTo>
                  <a:pt x="62" y="329"/>
                </a:lnTo>
                <a:lnTo>
                  <a:pt x="62" y="330"/>
                </a:lnTo>
                <a:lnTo>
                  <a:pt x="61" y="330"/>
                </a:lnTo>
                <a:lnTo>
                  <a:pt x="61" y="329"/>
                </a:lnTo>
                <a:lnTo>
                  <a:pt x="62" y="328"/>
                </a:lnTo>
                <a:lnTo>
                  <a:pt x="62" y="327"/>
                </a:lnTo>
                <a:lnTo>
                  <a:pt x="63" y="327"/>
                </a:lnTo>
                <a:lnTo>
                  <a:pt x="63" y="326"/>
                </a:lnTo>
                <a:lnTo>
                  <a:pt x="62" y="325"/>
                </a:lnTo>
                <a:lnTo>
                  <a:pt x="61" y="325"/>
                </a:lnTo>
                <a:lnTo>
                  <a:pt x="61" y="324"/>
                </a:lnTo>
                <a:lnTo>
                  <a:pt x="60" y="324"/>
                </a:lnTo>
                <a:lnTo>
                  <a:pt x="59" y="323"/>
                </a:lnTo>
                <a:lnTo>
                  <a:pt x="59" y="322"/>
                </a:lnTo>
                <a:lnTo>
                  <a:pt x="58" y="322"/>
                </a:lnTo>
                <a:lnTo>
                  <a:pt x="58" y="321"/>
                </a:lnTo>
                <a:lnTo>
                  <a:pt x="57" y="321"/>
                </a:lnTo>
                <a:lnTo>
                  <a:pt x="57" y="320"/>
                </a:lnTo>
                <a:lnTo>
                  <a:pt x="57" y="319"/>
                </a:lnTo>
                <a:lnTo>
                  <a:pt x="56" y="318"/>
                </a:lnTo>
                <a:lnTo>
                  <a:pt x="57" y="317"/>
                </a:lnTo>
                <a:lnTo>
                  <a:pt x="57" y="316"/>
                </a:lnTo>
                <a:lnTo>
                  <a:pt x="57" y="315"/>
                </a:lnTo>
                <a:lnTo>
                  <a:pt x="57" y="314"/>
                </a:lnTo>
                <a:lnTo>
                  <a:pt x="57" y="315"/>
                </a:lnTo>
                <a:lnTo>
                  <a:pt x="58" y="315"/>
                </a:lnTo>
                <a:lnTo>
                  <a:pt x="58" y="314"/>
                </a:lnTo>
                <a:lnTo>
                  <a:pt x="58" y="313"/>
                </a:lnTo>
                <a:lnTo>
                  <a:pt x="58" y="312"/>
                </a:lnTo>
                <a:lnTo>
                  <a:pt x="59" y="312"/>
                </a:lnTo>
                <a:lnTo>
                  <a:pt x="60" y="312"/>
                </a:lnTo>
                <a:lnTo>
                  <a:pt x="60" y="311"/>
                </a:lnTo>
                <a:lnTo>
                  <a:pt x="60" y="310"/>
                </a:lnTo>
                <a:lnTo>
                  <a:pt x="60" y="309"/>
                </a:lnTo>
                <a:lnTo>
                  <a:pt x="60" y="308"/>
                </a:lnTo>
                <a:lnTo>
                  <a:pt x="61" y="308"/>
                </a:lnTo>
                <a:lnTo>
                  <a:pt x="60" y="308"/>
                </a:lnTo>
                <a:lnTo>
                  <a:pt x="60" y="307"/>
                </a:lnTo>
                <a:lnTo>
                  <a:pt x="60" y="306"/>
                </a:lnTo>
                <a:lnTo>
                  <a:pt x="59" y="306"/>
                </a:lnTo>
                <a:lnTo>
                  <a:pt x="59" y="305"/>
                </a:lnTo>
                <a:lnTo>
                  <a:pt x="58" y="304"/>
                </a:lnTo>
                <a:lnTo>
                  <a:pt x="58" y="303"/>
                </a:lnTo>
                <a:lnTo>
                  <a:pt x="58" y="302"/>
                </a:lnTo>
                <a:lnTo>
                  <a:pt x="57" y="301"/>
                </a:lnTo>
                <a:lnTo>
                  <a:pt x="57" y="300"/>
                </a:lnTo>
                <a:lnTo>
                  <a:pt x="58" y="300"/>
                </a:lnTo>
                <a:lnTo>
                  <a:pt x="58" y="301"/>
                </a:lnTo>
                <a:lnTo>
                  <a:pt x="59" y="301"/>
                </a:lnTo>
                <a:lnTo>
                  <a:pt x="59" y="300"/>
                </a:lnTo>
                <a:lnTo>
                  <a:pt x="59" y="299"/>
                </a:lnTo>
                <a:lnTo>
                  <a:pt x="60" y="298"/>
                </a:lnTo>
                <a:lnTo>
                  <a:pt x="59" y="298"/>
                </a:lnTo>
                <a:lnTo>
                  <a:pt x="59" y="297"/>
                </a:lnTo>
                <a:lnTo>
                  <a:pt x="60" y="297"/>
                </a:lnTo>
                <a:lnTo>
                  <a:pt x="60" y="296"/>
                </a:lnTo>
                <a:lnTo>
                  <a:pt x="60" y="294"/>
                </a:lnTo>
                <a:lnTo>
                  <a:pt x="59" y="293"/>
                </a:lnTo>
                <a:lnTo>
                  <a:pt x="59" y="292"/>
                </a:lnTo>
                <a:lnTo>
                  <a:pt x="58" y="292"/>
                </a:lnTo>
                <a:lnTo>
                  <a:pt x="58" y="291"/>
                </a:lnTo>
                <a:lnTo>
                  <a:pt x="57" y="291"/>
                </a:lnTo>
                <a:lnTo>
                  <a:pt x="58" y="290"/>
                </a:lnTo>
                <a:lnTo>
                  <a:pt x="58" y="289"/>
                </a:lnTo>
                <a:lnTo>
                  <a:pt x="58" y="288"/>
                </a:lnTo>
                <a:lnTo>
                  <a:pt x="58" y="287"/>
                </a:lnTo>
                <a:lnTo>
                  <a:pt x="58" y="286"/>
                </a:lnTo>
                <a:lnTo>
                  <a:pt x="57" y="286"/>
                </a:lnTo>
                <a:lnTo>
                  <a:pt x="57" y="285"/>
                </a:lnTo>
                <a:lnTo>
                  <a:pt x="56" y="285"/>
                </a:lnTo>
                <a:lnTo>
                  <a:pt x="55" y="284"/>
                </a:lnTo>
                <a:lnTo>
                  <a:pt x="55" y="283"/>
                </a:lnTo>
                <a:lnTo>
                  <a:pt x="54" y="283"/>
                </a:lnTo>
                <a:lnTo>
                  <a:pt x="53" y="283"/>
                </a:lnTo>
                <a:lnTo>
                  <a:pt x="52" y="283"/>
                </a:lnTo>
                <a:lnTo>
                  <a:pt x="52" y="282"/>
                </a:lnTo>
                <a:lnTo>
                  <a:pt x="51" y="282"/>
                </a:lnTo>
                <a:lnTo>
                  <a:pt x="50" y="282"/>
                </a:lnTo>
                <a:lnTo>
                  <a:pt x="50" y="281"/>
                </a:lnTo>
                <a:lnTo>
                  <a:pt x="49" y="281"/>
                </a:lnTo>
                <a:lnTo>
                  <a:pt x="48" y="281"/>
                </a:lnTo>
                <a:lnTo>
                  <a:pt x="47" y="281"/>
                </a:lnTo>
                <a:lnTo>
                  <a:pt x="46" y="281"/>
                </a:lnTo>
                <a:lnTo>
                  <a:pt x="46" y="280"/>
                </a:lnTo>
                <a:lnTo>
                  <a:pt x="45" y="279"/>
                </a:lnTo>
                <a:lnTo>
                  <a:pt x="45" y="278"/>
                </a:lnTo>
                <a:lnTo>
                  <a:pt x="44" y="278"/>
                </a:lnTo>
                <a:lnTo>
                  <a:pt x="43" y="278"/>
                </a:lnTo>
                <a:lnTo>
                  <a:pt x="43" y="277"/>
                </a:lnTo>
                <a:lnTo>
                  <a:pt x="42" y="277"/>
                </a:lnTo>
                <a:lnTo>
                  <a:pt x="42" y="276"/>
                </a:lnTo>
                <a:lnTo>
                  <a:pt x="41" y="275"/>
                </a:lnTo>
                <a:lnTo>
                  <a:pt x="41" y="274"/>
                </a:lnTo>
                <a:lnTo>
                  <a:pt x="42" y="273"/>
                </a:lnTo>
                <a:lnTo>
                  <a:pt x="42" y="272"/>
                </a:lnTo>
                <a:lnTo>
                  <a:pt x="41" y="271"/>
                </a:lnTo>
                <a:lnTo>
                  <a:pt x="41" y="270"/>
                </a:lnTo>
                <a:lnTo>
                  <a:pt x="41" y="268"/>
                </a:lnTo>
                <a:lnTo>
                  <a:pt x="40" y="268"/>
                </a:lnTo>
                <a:lnTo>
                  <a:pt x="40" y="267"/>
                </a:lnTo>
                <a:lnTo>
                  <a:pt x="39" y="267"/>
                </a:lnTo>
                <a:lnTo>
                  <a:pt x="39" y="266"/>
                </a:lnTo>
                <a:lnTo>
                  <a:pt x="38" y="266"/>
                </a:lnTo>
                <a:lnTo>
                  <a:pt x="38" y="265"/>
                </a:lnTo>
                <a:lnTo>
                  <a:pt x="38" y="264"/>
                </a:lnTo>
                <a:lnTo>
                  <a:pt x="37" y="264"/>
                </a:lnTo>
                <a:lnTo>
                  <a:pt x="36" y="264"/>
                </a:lnTo>
                <a:lnTo>
                  <a:pt x="35" y="264"/>
                </a:lnTo>
                <a:lnTo>
                  <a:pt x="34" y="264"/>
                </a:lnTo>
                <a:lnTo>
                  <a:pt x="34" y="263"/>
                </a:lnTo>
                <a:lnTo>
                  <a:pt x="33" y="263"/>
                </a:lnTo>
                <a:lnTo>
                  <a:pt x="32" y="262"/>
                </a:lnTo>
                <a:lnTo>
                  <a:pt x="32" y="261"/>
                </a:lnTo>
                <a:lnTo>
                  <a:pt x="31" y="260"/>
                </a:lnTo>
                <a:lnTo>
                  <a:pt x="30" y="260"/>
                </a:lnTo>
                <a:lnTo>
                  <a:pt x="29" y="260"/>
                </a:lnTo>
                <a:lnTo>
                  <a:pt x="29" y="259"/>
                </a:lnTo>
                <a:lnTo>
                  <a:pt x="28" y="259"/>
                </a:lnTo>
                <a:lnTo>
                  <a:pt x="28" y="258"/>
                </a:lnTo>
                <a:lnTo>
                  <a:pt x="27" y="258"/>
                </a:lnTo>
                <a:lnTo>
                  <a:pt x="26" y="258"/>
                </a:lnTo>
                <a:lnTo>
                  <a:pt x="25" y="259"/>
                </a:lnTo>
                <a:lnTo>
                  <a:pt x="24" y="259"/>
                </a:lnTo>
                <a:lnTo>
                  <a:pt x="23" y="258"/>
                </a:lnTo>
                <a:lnTo>
                  <a:pt x="22" y="258"/>
                </a:lnTo>
                <a:lnTo>
                  <a:pt x="22" y="257"/>
                </a:lnTo>
                <a:lnTo>
                  <a:pt x="22" y="256"/>
                </a:lnTo>
                <a:lnTo>
                  <a:pt x="21" y="256"/>
                </a:lnTo>
                <a:lnTo>
                  <a:pt x="20" y="255"/>
                </a:lnTo>
                <a:lnTo>
                  <a:pt x="20" y="253"/>
                </a:lnTo>
                <a:lnTo>
                  <a:pt x="21" y="253"/>
                </a:lnTo>
                <a:lnTo>
                  <a:pt x="22" y="253"/>
                </a:lnTo>
                <a:lnTo>
                  <a:pt x="22" y="252"/>
                </a:lnTo>
                <a:lnTo>
                  <a:pt x="23" y="253"/>
                </a:lnTo>
                <a:lnTo>
                  <a:pt x="24" y="253"/>
                </a:lnTo>
                <a:lnTo>
                  <a:pt x="24" y="252"/>
                </a:lnTo>
                <a:lnTo>
                  <a:pt x="23" y="252"/>
                </a:lnTo>
                <a:lnTo>
                  <a:pt x="23" y="251"/>
                </a:lnTo>
                <a:lnTo>
                  <a:pt x="24" y="251"/>
                </a:lnTo>
                <a:lnTo>
                  <a:pt x="25" y="250"/>
                </a:lnTo>
                <a:lnTo>
                  <a:pt x="25" y="249"/>
                </a:lnTo>
                <a:lnTo>
                  <a:pt x="26" y="249"/>
                </a:lnTo>
                <a:lnTo>
                  <a:pt x="27" y="249"/>
                </a:lnTo>
                <a:lnTo>
                  <a:pt x="28" y="249"/>
                </a:lnTo>
                <a:lnTo>
                  <a:pt x="28" y="248"/>
                </a:lnTo>
                <a:lnTo>
                  <a:pt x="28" y="247"/>
                </a:lnTo>
                <a:lnTo>
                  <a:pt x="27" y="247"/>
                </a:lnTo>
                <a:lnTo>
                  <a:pt x="27" y="246"/>
                </a:lnTo>
                <a:lnTo>
                  <a:pt x="26" y="246"/>
                </a:lnTo>
                <a:lnTo>
                  <a:pt x="26" y="245"/>
                </a:lnTo>
                <a:lnTo>
                  <a:pt x="26" y="243"/>
                </a:lnTo>
                <a:lnTo>
                  <a:pt x="25" y="242"/>
                </a:lnTo>
                <a:lnTo>
                  <a:pt x="25" y="241"/>
                </a:lnTo>
                <a:lnTo>
                  <a:pt x="24" y="240"/>
                </a:lnTo>
                <a:lnTo>
                  <a:pt x="24" y="239"/>
                </a:lnTo>
                <a:lnTo>
                  <a:pt x="23" y="238"/>
                </a:lnTo>
                <a:lnTo>
                  <a:pt x="23" y="239"/>
                </a:lnTo>
                <a:lnTo>
                  <a:pt x="22" y="239"/>
                </a:lnTo>
                <a:lnTo>
                  <a:pt x="23" y="239"/>
                </a:lnTo>
                <a:lnTo>
                  <a:pt x="22" y="240"/>
                </a:lnTo>
                <a:lnTo>
                  <a:pt x="20" y="240"/>
                </a:lnTo>
                <a:lnTo>
                  <a:pt x="20" y="239"/>
                </a:lnTo>
                <a:lnTo>
                  <a:pt x="20" y="238"/>
                </a:lnTo>
                <a:lnTo>
                  <a:pt x="21" y="238"/>
                </a:lnTo>
                <a:lnTo>
                  <a:pt x="20" y="237"/>
                </a:lnTo>
                <a:lnTo>
                  <a:pt x="20" y="236"/>
                </a:lnTo>
                <a:lnTo>
                  <a:pt x="21" y="236"/>
                </a:lnTo>
                <a:lnTo>
                  <a:pt x="21" y="235"/>
                </a:lnTo>
                <a:lnTo>
                  <a:pt x="21" y="233"/>
                </a:lnTo>
                <a:lnTo>
                  <a:pt x="20" y="232"/>
                </a:lnTo>
                <a:lnTo>
                  <a:pt x="21" y="231"/>
                </a:lnTo>
                <a:lnTo>
                  <a:pt x="22" y="231"/>
                </a:lnTo>
                <a:lnTo>
                  <a:pt x="23" y="230"/>
                </a:lnTo>
                <a:lnTo>
                  <a:pt x="23" y="229"/>
                </a:lnTo>
                <a:lnTo>
                  <a:pt x="24" y="229"/>
                </a:lnTo>
                <a:lnTo>
                  <a:pt x="24" y="228"/>
                </a:lnTo>
                <a:lnTo>
                  <a:pt x="24" y="227"/>
                </a:lnTo>
                <a:lnTo>
                  <a:pt x="25" y="227"/>
                </a:lnTo>
                <a:lnTo>
                  <a:pt x="25" y="226"/>
                </a:lnTo>
                <a:lnTo>
                  <a:pt x="25" y="225"/>
                </a:lnTo>
                <a:lnTo>
                  <a:pt x="24" y="225"/>
                </a:lnTo>
                <a:lnTo>
                  <a:pt x="23" y="224"/>
                </a:lnTo>
                <a:lnTo>
                  <a:pt x="22" y="224"/>
                </a:lnTo>
                <a:lnTo>
                  <a:pt x="21" y="224"/>
                </a:lnTo>
                <a:lnTo>
                  <a:pt x="20" y="224"/>
                </a:lnTo>
                <a:lnTo>
                  <a:pt x="20" y="223"/>
                </a:lnTo>
                <a:lnTo>
                  <a:pt x="21" y="223"/>
                </a:lnTo>
                <a:lnTo>
                  <a:pt x="20" y="223"/>
                </a:lnTo>
                <a:lnTo>
                  <a:pt x="19" y="222"/>
                </a:lnTo>
                <a:lnTo>
                  <a:pt x="19" y="223"/>
                </a:lnTo>
                <a:lnTo>
                  <a:pt x="18" y="222"/>
                </a:lnTo>
                <a:lnTo>
                  <a:pt x="17" y="222"/>
                </a:lnTo>
                <a:lnTo>
                  <a:pt x="17" y="221"/>
                </a:lnTo>
                <a:lnTo>
                  <a:pt x="17" y="220"/>
                </a:lnTo>
                <a:lnTo>
                  <a:pt x="16" y="220"/>
                </a:lnTo>
                <a:lnTo>
                  <a:pt x="15" y="220"/>
                </a:lnTo>
                <a:lnTo>
                  <a:pt x="14" y="220"/>
                </a:lnTo>
                <a:lnTo>
                  <a:pt x="13" y="220"/>
                </a:lnTo>
                <a:lnTo>
                  <a:pt x="13" y="219"/>
                </a:lnTo>
                <a:lnTo>
                  <a:pt x="12" y="219"/>
                </a:lnTo>
                <a:lnTo>
                  <a:pt x="11" y="218"/>
                </a:lnTo>
                <a:lnTo>
                  <a:pt x="10" y="218"/>
                </a:lnTo>
                <a:lnTo>
                  <a:pt x="9" y="218"/>
                </a:lnTo>
                <a:lnTo>
                  <a:pt x="8" y="218"/>
                </a:lnTo>
                <a:lnTo>
                  <a:pt x="7" y="218"/>
                </a:lnTo>
                <a:lnTo>
                  <a:pt x="7" y="217"/>
                </a:lnTo>
                <a:lnTo>
                  <a:pt x="7" y="216"/>
                </a:lnTo>
                <a:lnTo>
                  <a:pt x="6" y="214"/>
                </a:lnTo>
                <a:lnTo>
                  <a:pt x="6" y="213"/>
                </a:lnTo>
                <a:lnTo>
                  <a:pt x="6" y="212"/>
                </a:lnTo>
                <a:lnTo>
                  <a:pt x="7" y="212"/>
                </a:lnTo>
                <a:lnTo>
                  <a:pt x="8" y="212"/>
                </a:lnTo>
                <a:lnTo>
                  <a:pt x="9" y="211"/>
                </a:lnTo>
                <a:lnTo>
                  <a:pt x="10" y="210"/>
                </a:lnTo>
                <a:lnTo>
                  <a:pt x="10" y="209"/>
                </a:lnTo>
                <a:lnTo>
                  <a:pt x="11" y="210"/>
                </a:lnTo>
                <a:lnTo>
                  <a:pt x="12" y="209"/>
                </a:lnTo>
                <a:lnTo>
                  <a:pt x="13" y="208"/>
                </a:lnTo>
                <a:lnTo>
                  <a:pt x="13" y="207"/>
                </a:lnTo>
                <a:lnTo>
                  <a:pt x="12" y="207"/>
                </a:lnTo>
                <a:lnTo>
                  <a:pt x="12" y="206"/>
                </a:lnTo>
                <a:lnTo>
                  <a:pt x="11" y="206"/>
                </a:lnTo>
                <a:lnTo>
                  <a:pt x="11" y="205"/>
                </a:lnTo>
                <a:lnTo>
                  <a:pt x="11" y="204"/>
                </a:lnTo>
                <a:lnTo>
                  <a:pt x="10" y="203"/>
                </a:lnTo>
                <a:lnTo>
                  <a:pt x="10" y="202"/>
                </a:lnTo>
                <a:lnTo>
                  <a:pt x="10" y="201"/>
                </a:lnTo>
                <a:lnTo>
                  <a:pt x="10" y="200"/>
                </a:lnTo>
                <a:lnTo>
                  <a:pt x="9" y="200"/>
                </a:lnTo>
                <a:lnTo>
                  <a:pt x="9" y="201"/>
                </a:lnTo>
                <a:lnTo>
                  <a:pt x="8" y="201"/>
                </a:lnTo>
                <a:lnTo>
                  <a:pt x="7" y="201"/>
                </a:lnTo>
                <a:lnTo>
                  <a:pt x="6" y="200"/>
                </a:lnTo>
                <a:lnTo>
                  <a:pt x="5" y="200"/>
                </a:lnTo>
                <a:lnTo>
                  <a:pt x="5" y="199"/>
                </a:lnTo>
                <a:lnTo>
                  <a:pt x="4" y="199"/>
                </a:lnTo>
                <a:lnTo>
                  <a:pt x="4" y="198"/>
                </a:lnTo>
                <a:lnTo>
                  <a:pt x="3" y="197"/>
                </a:lnTo>
                <a:lnTo>
                  <a:pt x="3" y="196"/>
                </a:lnTo>
                <a:lnTo>
                  <a:pt x="3" y="195"/>
                </a:lnTo>
                <a:lnTo>
                  <a:pt x="3" y="194"/>
                </a:lnTo>
                <a:lnTo>
                  <a:pt x="2" y="194"/>
                </a:lnTo>
                <a:lnTo>
                  <a:pt x="1" y="193"/>
                </a:lnTo>
                <a:lnTo>
                  <a:pt x="1" y="192"/>
                </a:lnTo>
                <a:lnTo>
                  <a:pt x="0" y="191"/>
                </a:lnTo>
                <a:lnTo>
                  <a:pt x="0" y="190"/>
                </a:lnTo>
                <a:lnTo>
                  <a:pt x="0" y="189"/>
                </a:lnTo>
                <a:lnTo>
                  <a:pt x="0" y="188"/>
                </a:lnTo>
                <a:lnTo>
                  <a:pt x="0" y="187"/>
                </a:lnTo>
                <a:lnTo>
                  <a:pt x="1" y="187"/>
                </a:lnTo>
                <a:lnTo>
                  <a:pt x="1" y="186"/>
                </a:lnTo>
                <a:lnTo>
                  <a:pt x="2" y="185"/>
                </a:lnTo>
                <a:lnTo>
                  <a:pt x="2" y="186"/>
                </a:lnTo>
                <a:lnTo>
                  <a:pt x="3" y="186"/>
                </a:lnTo>
                <a:lnTo>
                  <a:pt x="3" y="185"/>
                </a:lnTo>
                <a:lnTo>
                  <a:pt x="4" y="185"/>
                </a:lnTo>
                <a:lnTo>
                  <a:pt x="3" y="185"/>
                </a:lnTo>
                <a:lnTo>
                  <a:pt x="3" y="184"/>
                </a:lnTo>
                <a:lnTo>
                  <a:pt x="3" y="185"/>
                </a:lnTo>
                <a:lnTo>
                  <a:pt x="2" y="185"/>
                </a:lnTo>
                <a:lnTo>
                  <a:pt x="1" y="185"/>
                </a:lnTo>
                <a:lnTo>
                  <a:pt x="0" y="184"/>
                </a:lnTo>
                <a:lnTo>
                  <a:pt x="1" y="183"/>
                </a:lnTo>
                <a:lnTo>
                  <a:pt x="1" y="182"/>
                </a:lnTo>
                <a:lnTo>
                  <a:pt x="0" y="182"/>
                </a:lnTo>
                <a:lnTo>
                  <a:pt x="1" y="181"/>
                </a:lnTo>
                <a:lnTo>
                  <a:pt x="2" y="181"/>
                </a:lnTo>
                <a:lnTo>
                  <a:pt x="3" y="181"/>
                </a:lnTo>
                <a:lnTo>
                  <a:pt x="3" y="182"/>
                </a:lnTo>
                <a:lnTo>
                  <a:pt x="4" y="182"/>
                </a:lnTo>
                <a:lnTo>
                  <a:pt x="5" y="182"/>
                </a:lnTo>
                <a:lnTo>
                  <a:pt x="6" y="182"/>
                </a:lnTo>
                <a:lnTo>
                  <a:pt x="6" y="181"/>
                </a:lnTo>
                <a:lnTo>
                  <a:pt x="7" y="181"/>
                </a:lnTo>
                <a:lnTo>
                  <a:pt x="8" y="180"/>
                </a:lnTo>
                <a:lnTo>
                  <a:pt x="9" y="180"/>
                </a:lnTo>
                <a:lnTo>
                  <a:pt x="9" y="179"/>
                </a:lnTo>
                <a:lnTo>
                  <a:pt x="10" y="179"/>
                </a:lnTo>
                <a:lnTo>
                  <a:pt x="11" y="179"/>
                </a:lnTo>
                <a:lnTo>
                  <a:pt x="11" y="180"/>
                </a:lnTo>
                <a:lnTo>
                  <a:pt x="12" y="180"/>
                </a:lnTo>
                <a:lnTo>
                  <a:pt x="12" y="181"/>
                </a:lnTo>
                <a:lnTo>
                  <a:pt x="13" y="181"/>
                </a:lnTo>
                <a:lnTo>
                  <a:pt x="14" y="181"/>
                </a:lnTo>
                <a:lnTo>
                  <a:pt x="14" y="182"/>
                </a:lnTo>
                <a:lnTo>
                  <a:pt x="15" y="182"/>
                </a:lnTo>
                <a:lnTo>
                  <a:pt x="15" y="183"/>
                </a:lnTo>
                <a:lnTo>
                  <a:pt x="16" y="183"/>
                </a:lnTo>
                <a:lnTo>
                  <a:pt x="16" y="182"/>
                </a:lnTo>
                <a:lnTo>
                  <a:pt x="17" y="182"/>
                </a:lnTo>
                <a:lnTo>
                  <a:pt x="18" y="182"/>
                </a:lnTo>
                <a:lnTo>
                  <a:pt x="19" y="182"/>
                </a:lnTo>
                <a:lnTo>
                  <a:pt x="20" y="182"/>
                </a:lnTo>
                <a:lnTo>
                  <a:pt x="20" y="181"/>
                </a:lnTo>
                <a:lnTo>
                  <a:pt x="21" y="181"/>
                </a:lnTo>
                <a:lnTo>
                  <a:pt x="21" y="180"/>
                </a:lnTo>
                <a:lnTo>
                  <a:pt x="22" y="180"/>
                </a:lnTo>
                <a:lnTo>
                  <a:pt x="23" y="180"/>
                </a:lnTo>
                <a:lnTo>
                  <a:pt x="24" y="180"/>
                </a:lnTo>
                <a:lnTo>
                  <a:pt x="24" y="181"/>
                </a:lnTo>
                <a:lnTo>
                  <a:pt x="25" y="181"/>
                </a:lnTo>
                <a:lnTo>
                  <a:pt x="26" y="181"/>
                </a:lnTo>
                <a:lnTo>
                  <a:pt x="26" y="182"/>
                </a:lnTo>
                <a:lnTo>
                  <a:pt x="27" y="182"/>
                </a:lnTo>
                <a:lnTo>
                  <a:pt x="28" y="182"/>
                </a:lnTo>
                <a:lnTo>
                  <a:pt x="29" y="181"/>
                </a:lnTo>
                <a:lnTo>
                  <a:pt x="29" y="180"/>
                </a:lnTo>
                <a:lnTo>
                  <a:pt x="30" y="180"/>
                </a:lnTo>
                <a:lnTo>
                  <a:pt x="31" y="180"/>
                </a:lnTo>
                <a:lnTo>
                  <a:pt x="32" y="180"/>
                </a:lnTo>
                <a:lnTo>
                  <a:pt x="32" y="179"/>
                </a:lnTo>
                <a:lnTo>
                  <a:pt x="32" y="178"/>
                </a:lnTo>
                <a:lnTo>
                  <a:pt x="33" y="178"/>
                </a:lnTo>
                <a:lnTo>
                  <a:pt x="33" y="177"/>
                </a:lnTo>
                <a:lnTo>
                  <a:pt x="34" y="177"/>
                </a:lnTo>
                <a:lnTo>
                  <a:pt x="34" y="176"/>
                </a:lnTo>
                <a:lnTo>
                  <a:pt x="35" y="176"/>
                </a:lnTo>
                <a:lnTo>
                  <a:pt x="35" y="175"/>
                </a:lnTo>
                <a:lnTo>
                  <a:pt x="37" y="175"/>
                </a:lnTo>
                <a:lnTo>
                  <a:pt x="38" y="176"/>
                </a:lnTo>
                <a:lnTo>
                  <a:pt x="39" y="176"/>
                </a:lnTo>
                <a:lnTo>
                  <a:pt x="40" y="177"/>
                </a:lnTo>
                <a:lnTo>
                  <a:pt x="40" y="178"/>
                </a:lnTo>
                <a:lnTo>
                  <a:pt x="41" y="179"/>
                </a:lnTo>
                <a:lnTo>
                  <a:pt x="42" y="179"/>
                </a:lnTo>
                <a:lnTo>
                  <a:pt x="43" y="179"/>
                </a:lnTo>
                <a:lnTo>
                  <a:pt x="43" y="178"/>
                </a:lnTo>
                <a:lnTo>
                  <a:pt x="43" y="177"/>
                </a:lnTo>
                <a:lnTo>
                  <a:pt x="44" y="177"/>
                </a:lnTo>
                <a:lnTo>
                  <a:pt x="45" y="177"/>
                </a:lnTo>
                <a:lnTo>
                  <a:pt x="46" y="177"/>
                </a:lnTo>
                <a:lnTo>
                  <a:pt x="47" y="176"/>
                </a:lnTo>
                <a:lnTo>
                  <a:pt x="48" y="175"/>
                </a:lnTo>
                <a:lnTo>
                  <a:pt x="49" y="173"/>
                </a:lnTo>
                <a:lnTo>
                  <a:pt x="49" y="172"/>
                </a:lnTo>
                <a:lnTo>
                  <a:pt x="49" y="171"/>
                </a:lnTo>
                <a:lnTo>
                  <a:pt x="49" y="170"/>
                </a:lnTo>
                <a:lnTo>
                  <a:pt x="50" y="170"/>
                </a:lnTo>
                <a:lnTo>
                  <a:pt x="50" y="169"/>
                </a:lnTo>
                <a:lnTo>
                  <a:pt x="50" y="168"/>
                </a:lnTo>
                <a:lnTo>
                  <a:pt x="51" y="167"/>
                </a:lnTo>
                <a:lnTo>
                  <a:pt x="52" y="167"/>
                </a:lnTo>
                <a:lnTo>
                  <a:pt x="52" y="168"/>
                </a:lnTo>
                <a:lnTo>
                  <a:pt x="53" y="168"/>
                </a:lnTo>
                <a:lnTo>
                  <a:pt x="54" y="169"/>
                </a:lnTo>
                <a:lnTo>
                  <a:pt x="54" y="170"/>
                </a:lnTo>
                <a:lnTo>
                  <a:pt x="54" y="171"/>
                </a:lnTo>
                <a:lnTo>
                  <a:pt x="55" y="171"/>
                </a:lnTo>
                <a:lnTo>
                  <a:pt x="55" y="170"/>
                </a:lnTo>
                <a:lnTo>
                  <a:pt x="56" y="170"/>
                </a:lnTo>
                <a:lnTo>
                  <a:pt x="56" y="169"/>
                </a:lnTo>
                <a:lnTo>
                  <a:pt x="57" y="169"/>
                </a:lnTo>
                <a:lnTo>
                  <a:pt x="58" y="168"/>
                </a:lnTo>
                <a:lnTo>
                  <a:pt x="59" y="167"/>
                </a:lnTo>
                <a:lnTo>
                  <a:pt x="60" y="167"/>
                </a:lnTo>
                <a:lnTo>
                  <a:pt x="60" y="166"/>
                </a:lnTo>
                <a:lnTo>
                  <a:pt x="62" y="166"/>
                </a:lnTo>
                <a:lnTo>
                  <a:pt x="62" y="165"/>
                </a:lnTo>
                <a:lnTo>
                  <a:pt x="63" y="165"/>
                </a:lnTo>
                <a:lnTo>
                  <a:pt x="65" y="165"/>
                </a:lnTo>
                <a:lnTo>
                  <a:pt x="66" y="165"/>
                </a:lnTo>
                <a:lnTo>
                  <a:pt x="67" y="165"/>
                </a:lnTo>
                <a:lnTo>
                  <a:pt x="68" y="165"/>
                </a:lnTo>
                <a:lnTo>
                  <a:pt x="68" y="164"/>
                </a:lnTo>
                <a:lnTo>
                  <a:pt x="69" y="163"/>
                </a:lnTo>
                <a:lnTo>
                  <a:pt x="69" y="162"/>
                </a:lnTo>
                <a:lnTo>
                  <a:pt x="69" y="161"/>
                </a:lnTo>
                <a:lnTo>
                  <a:pt x="70" y="161"/>
                </a:lnTo>
                <a:lnTo>
                  <a:pt x="71" y="159"/>
                </a:lnTo>
                <a:lnTo>
                  <a:pt x="72" y="159"/>
                </a:lnTo>
                <a:lnTo>
                  <a:pt x="73" y="159"/>
                </a:lnTo>
                <a:lnTo>
                  <a:pt x="73" y="160"/>
                </a:lnTo>
                <a:lnTo>
                  <a:pt x="74" y="160"/>
                </a:lnTo>
                <a:lnTo>
                  <a:pt x="75" y="160"/>
                </a:lnTo>
                <a:lnTo>
                  <a:pt x="76" y="160"/>
                </a:lnTo>
                <a:lnTo>
                  <a:pt x="77" y="161"/>
                </a:lnTo>
                <a:lnTo>
                  <a:pt x="78" y="161"/>
                </a:lnTo>
                <a:lnTo>
                  <a:pt x="79" y="161"/>
                </a:lnTo>
                <a:lnTo>
                  <a:pt x="79" y="160"/>
                </a:lnTo>
                <a:lnTo>
                  <a:pt x="80" y="160"/>
                </a:lnTo>
                <a:lnTo>
                  <a:pt x="80" y="159"/>
                </a:lnTo>
                <a:lnTo>
                  <a:pt x="80" y="158"/>
                </a:lnTo>
                <a:lnTo>
                  <a:pt x="81" y="158"/>
                </a:lnTo>
                <a:lnTo>
                  <a:pt x="81" y="159"/>
                </a:lnTo>
                <a:lnTo>
                  <a:pt x="82" y="159"/>
                </a:lnTo>
                <a:lnTo>
                  <a:pt x="83" y="159"/>
                </a:lnTo>
                <a:lnTo>
                  <a:pt x="83" y="160"/>
                </a:lnTo>
                <a:lnTo>
                  <a:pt x="84" y="160"/>
                </a:lnTo>
                <a:lnTo>
                  <a:pt x="84" y="159"/>
                </a:lnTo>
                <a:lnTo>
                  <a:pt x="85" y="159"/>
                </a:lnTo>
                <a:lnTo>
                  <a:pt x="86" y="158"/>
                </a:lnTo>
                <a:lnTo>
                  <a:pt x="87" y="158"/>
                </a:lnTo>
                <a:lnTo>
                  <a:pt x="87" y="157"/>
                </a:lnTo>
                <a:lnTo>
                  <a:pt x="88" y="157"/>
                </a:lnTo>
                <a:lnTo>
                  <a:pt x="89" y="157"/>
                </a:lnTo>
                <a:lnTo>
                  <a:pt x="89" y="158"/>
                </a:lnTo>
                <a:lnTo>
                  <a:pt x="90" y="158"/>
                </a:lnTo>
                <a:lnTo>
                  <a:pt x="91" y="158"/>
                </a:lnTo>
                <a:lnTo>
                  <a:pt x="92" y="159"/>
                </a:lnTo>
                <a:lnTo>
                  <a:pt x="93" y="159"/>
                </a:lnTo>
                <a:lnTo>
                  <a:pt x="94" y="159"/>
                </a:lnTo>
                <a:lnTo>
                  <a:pt x="94" y="158"/>
                </a:lnTo>
                <a:lnTo>
                  <a:pt x="95" y="157"/>
                </a:lnTo>
                <a:lnTo>
                  <a:pt x="95" y="158"/>
                </a:lnTo>
                <a:lnTo>
                  <a:pt x="96" y="157"/>
                </a:lnTo>
                <a:lnTo>
                  <a:pt x="97" y="157"/>
                </a:lnTo>
                <a:lnTo>
                  <a:pt x="97" y="156"/>
                </a:lnTo>
                <a:lnTo>
                  <a:pt x="98" y="157"/>
                </a:lnTo>
                <a:lnTo>
                  <a:pt x="99" y="157"/>
                </a:lnTo>
                <a:lnTo>
                  <a:pt x="99" y="158"/>
                </a:lnTo>
                <a:lnTo>
                  <a:pt x="100" y="158"/>
                </a:lnTo>
                <a:lnTo>
                  <a:pt x="101" y="158"/>
                </a:lnTo>
                <a:lnTo>
                  <a:pt x="102" y="157"/>
                </a:lnTo>
                <a:lnTo>
                  <a:pt x="103" y="157"/>
                </a:lnTo>
                <a:lnTo>
                  <a:pt x="103" y="156"/>
                </a:lnTo>
                <a:lnTo>
                  <a:pt x="104" y="156"/>
                </a:lnTo>
                <a:lnTo>
                  <a:pt x="105" y="155"/>
                </a:lnTo>
                <a:lnTo>
                  <a:pt x="106" y="155"/>
                </a:lnTo>
                <a:lnTo>
                  <a:pt x="107" y="155"/>
                </a:lnTo>
                <a:lnTo>
                  <a:pt x="108" y="155"/>
                </a:lnTo>
                <a:lnTo>
                  <a:pt x="108" y="156"/>
                </a:lnTo>
                <a:lnTo>
                  <a:pt x="109" y="156"/>
                </a:lnTo>
                <a:lnTo>
                  <a:pt x="110" y="155"/>
                </a:lnTo>
                <a:lnTo>
                  <a:pt x="110" y="154"/>
                </a:lnTo>
                <a:lnTo>
                  <a:pt x="111" y="153"/>
                </a:lnTo>
                <a:lnTo>
                  <a:pt x="111" y="152"/>
                </a:lnTo>
                <a:lnTo>
                  <a:pt x="111" y="151"/>
                </a:lnTo>
                <a:lnTo>
                  <a:pt x="112" y="151"/>
                </a:lnTo>
                <a:lnTo>
                  <a:pt x="113" y="151"/>
                </a:lnTo>
                <a:lnTo>
                  <a:pt x="113" y="150"/>
                </a:lnTo>
                <a:lnTo>
                  <a:pt x="113" y="149"/>
                </a:lnTo>
                <a:lnTo>
                  <a:pt x="113" y="148"/>
                </a:lnTo>
                <a:lnTo>
                  <a:pt x="114" y="148"/>
                </a:lnTo>
                <a:lnTo>
                  <a:pt x="114" y="147"/>
                </a:lnTo>
                <a:lnTo>
                  <a:pt x="115" y="147"/>
                </a:lnTo>
                <a:lnTo>
                  <a:pt x="115" y="146"/>
                </a:lnTo>
                <a:lnTo>
                  <a:pt x="116" y="146"/>
                </a:lnTo>
                <a:lnTo>
                  <a:pt x="117" y="146"/>
                </a:lnTo>
                <a:lnTo>
                  <a:pt x="118" y="145"/>
                </a:lnTo>
                <a:lnTo>
                  <a:pt x="119" y="145"/>
                </a:lnTo>
                <a:lnTo>
                  <a:pt x="118" y="143"/>
                </a:lnTo>
                <a:lnTo>
                  <a:pt x="118" y="142"/>
                </a:lnTo>
                <a:lnTo>
                  <a:pt x="117" y="142"/>
                </a:lnTo>
                <a:lnTo>
                  <a:pt x="117" y="141"/>
                </a:lnTo>
                <a:lnTo>
                  <a:pt x="118" y="141"/>
                </a:lnTo>
                <a:lnTo>
                  <a:pt x="119" y="141"/>
                </a:lnTo>
                <a:lnTo>
                  <a:pt x="120" y="140"/>
                </a:lnTo>
                <a:lnTo>
                  <a:pt x="121" y="140"/>
                </a:lnTo>
                <a:lnTo>
                  <a:pt x="122" y="140"/>
                </a:lnTo>
                <a:lnTo>
                  <a:pt x="123" y="140"/>
                </a:lnTo>
                <a:lnTo>
                  <a:pt x="124" y="139"/>
                </a:lnTo>
                <a:lnTo>
                  <a:pt x="124" y="138"/>
                </a:lnTo>
                <a:lnTo>
                  <a:pt x="125" y="138"/>
                </a:lnTo>
                <a:lnTo>
                  <a:pt x="126" y="138"/>
                </a:lnTo>
                <a:lnTo>
                  <a:pt x="127" y="138"/>
                </a:lnTo>
                <a:lnTo>
                  <a:pt x="127" y="137"/>
                </a:lnTo>
                <a:lnTo>
                  <a:pt x="128" y="137"/>
                </a:lnTo>
                <a:lnTo>
                  <a:pt x="129" y="137"/>
                </a:lnTo>
                <a:lnTo>
                  <a:pt x="130" y="137"/>
                </a:lnTo>
                <a:lnTo>
                  <a:pt x="130" y="136"/>
                </a:lnTo>
                <a:lnTo>
                  <a:pt x="130" y="134"/>
                </a:lnTo>
                <a:lnTo>
                  <a:pt x="130" y="133"/>
                </a:lnTo>
                <a:lnTo>
                  <a:pt x="131" y="133"/>
                </a:lnTo>
                <a:lnTo>
                  <a:pt x="132" y="133"/>
                </a:lnTo>
                <a:lnTo>
                  <a:pt x="133" y="133"/>
                </a:lnTo>
                <a:lnTo>
                  <a:pt x="134" y="132"/>
                </a:lnTo>
                <a:lnTo>
                  <a:pt x="135" y="132"/>
                </a:lnTo>
                <a:lnTo>
                  <a:pt x="136" y="132"/>
                </a:lnTo>
                <a:lnTo>
                  <a:pt x="136" y="133"/>
                </a:lnTo>
                <a:lnTo>
                  <a:pt x="137" y="133"/>
                </a:lnTo>
                <a:lnTo>
                  <a:pt x="138" y="132"/>
                </a:lnTo>
                <a:lnTo>
                  <a:pt x="139" y="132"/>
                </a:lnTo>
                <a:lnTo>
                  <a:pt x="140" y="133"/>
                </a:lnTo>
                <a:lnTo>
                  <a:pt x="140" y="132"/>
                </a:lnTo>
                <a:lnTo>
                  <a:pt x="141" y="132"/>
                </a:lnTo>
                <a:lnTo>
                  <a:pt x="141" y="131"/>
                </a:lnTo>
                <a:lnTo>
                  <a:pt x="143" y="131"/>
                </a:lnTo>
                <a:lnTo>
                  <a:pt x="143" y="132"/>
                </a:lnTo>
                <a:lnTo>
                  <a:pt x="144" y="132"/>
                </a:lnTo>
                <a:lnTo>
                  <a:pt x="145" y="132"/>
                </a:lnTo>
                <a:lnTo>
                  <a:pt x="145" y="133"/>
                </a:lnTo>
                <a:lnTo>
                  <a:pt x="146" y="133"/>
                </a:lnTo>
                <a:lnTo>
                  <a:pt x="147" y="133"/>
                </a:lnTo>
                <a:lnTo>
                  <a:pt x="148" y="133"/>
                </a:lnTo>
                <a:lnTo>
                  <a:pt x="149" y="133"/>
                </a:lnTo>
                <a:lnTo>
                  <a:pt x="149" y="134"/>
                </a:lnTo>
                <a:lnTo>
                  <a:pt x="150" y="134"/>
                </a:lnTo>
                <a:lnTo>
                  <a:pt x="151" y="135"/>
                </a:lnTo>
                <a:lnTo>
                  <a:pt x="152" y="135"/>
                </a:lnTo>
                <a:lnTo>
                  <a:pt x="153" y="135"/>
                </a:lnTo>
                <a:lnTo>
                  <a:pt x="153" y="134"/>
                </a:lnTo>
                <a:lnTo>
                  <a:pt x="153" y="132"/>
                </a:lnTo>
                <a:lnTo>
                  <a:pt x="153" y="131"/>
                </a:lnTo>
                <a:lnTo>
                  <a:pt x="152" y="131"/>
                </a:lnTo>
                <a:lnTo>
                  <a:pt x="152" y="130"/>
                </a:lnTo>
                <a:lnTo>
                  <a:pt x="153" y="130"/>
                </a:lnTo>
                <a:lnTo>
                  <a:pt x="153" y="129"/>
                </a:lnTo>
                <a:lnTo>
                  <a:pt x="153" y="128"/>
                </a:lnTo>
                <a:lnTo>
                  <a:pt x="153" y="127"/>
                </a:lnTo>
                <a:lnTo>
                  <a:pt x="153" y="126"/>
                </a:lnTo>
                <a:lnTo>
                  <a:pt x="153" y="125"/>
                </a:lnTo>
                <a:lnTo>
                  <a:pt x="153" y="124"/>
                </a:lnTo>
                <a:lnTo>
                  <a:pt x="153" y="123"/>
                </a:lnTo>
                <a:lnTo>
                  <a:pt x="152" y="123"/>
                </a:lnTo>
                <a:lnTo>
                  <a:pt x="151" y="121"/>
                </a:lnTo>
                <a:lnTo>
                  <a:pt x="151" y="120"/>
                </a:lnTo>
                <a:lnTo>
                  <a:pt x="151" y="119"/>
                </a:lnTo>
                <a:lnTo>
                  <a:pt x="152" y="119"/>
                </a:lnTo>
                <a:lnTo>
                  <a:pt x="153" y="119"/>
                </a:lnTo>
                <a:lnTo>
                  <a:pt x="153" y="118"/>
                </a:lnTo>
                <a:lnTo>
                  <a:pt x="154" y="118"/>
                </a:lnTo>
                <a:lnTo>
                  <a:pt x="155" y="118"/>
                </a:lnTo>
                <a:lnTo>
                  <a:pt x="155" y="117"/>
                </a:lnTo>
                <a:lnTo>
                  <a:pt x="154" y="116"/>
                </a:lnTo>
                <a:lnTo>
                  <a:pt x="154" y="115"/>
                </a:lnTo>
                <a:lnTo>
                  <a:pt x="154" y="114"/>
                </a:lnTo>
                <a:lnTo>
                  <a:pt x="153" y="113"/>
                </a:lnTo>
                <a:lnTo>
                  <a:pt x="152" y="112"/>
                </a:lnTo>
                <a:lnTo>
                  <a:pt x="152" y="111"/>
                </a:lnTo>
                <a:lnTo>
                  <a:pt x="153" y="111"/>
                </a:lnTo>
                <a:lnTo>
                  <a:pt x="154" y="112"/>
                </a:lnTo>
                <a:lnTo>
                  <a:pt x="156" y="111"/>
                </a:lnTo>
                <a:lnTo>
                  <a:pt x="156" y="112"/>
                </a:lnTo>
                <a:lnTo>
                  <a:pt x="157" y="112"/>
                </a:lnTo>
                <a:lnTo>
                  <a:pt x="158" y="112"/>
                </a:lnTo>
                <a:lnTo>
                  <a:pt x="157" y="113"/>
                </a:lnTo>
                <a:lnTo>
                  <a:pt x="158" y="113"/>
                </a:lnTo>
                <a:lnTo>
                  <a:pt x="159" y="112"/>
                </a:lnTo>
                <a:lnTo>
                  <a:pt x="160" y="112"/>
                </a:lnTo>
                <a:lnTo>
                  <a:pt x="161" y="112"/>
                </a:lnTo>
                <a:lnTo>
                  <a:pt x="161" y="113"/>
                </a:lnTo>
                <a:lnTo>
                  <a:pt x="162" y="113"/>
                </a:lnTo>
                <a:lnTo>
                  <a:pt x="163" y="113"/>
                </a:lnTo>
                <a:lnTo>
                  <a:pt x="165" y="114"/>
                </a:lnTo>
                <a:lnTo>
                  <a:pt x="166" y="114"/>
                </a:lnTo>
                <a:lnTo>
                  <a:pt x="166" y="115"/>
                </a:lnTo>
                <a:lnTo>
                  <a:pt x="167" y="115"/>
                </a:lnTo>
                <a:lnTo>
                  <a:pt x="167" y="116"/>
                </a:lnTo>
                <a:lnTo>
                  <a:pt x="168" y="116"/>
                </a:lnTo>
                <a:lnTo>
                  <a:pt x="169" y="116"/>
                </a:lnTo>
                <a:lnTo>
                  <a:pt x="170" y="116"/>
                </a:lnTo>
                <a:lnTo>
                  <a:pt x="170" y="115"/>
                </a:lnTo>
                <a:lnTo>
                  <a:pt x="171" y="115"/>
                </a:lnTo>
                <a:lnTo>
                  <a:pt x="172" y="114"/>
                </a:lnTo>
                <a:lnTo>
                  <a:pt x="173" y="114"/>
                </a:lnTo>
                <a:lnTo>
                  <a:pt x="174" y="114"/>
                </a:lnTo>
                <a:lnTo>
                  <a:pt x="175" y="114"/>
                </a:lnTo>
                <a:lnTo>
                  <a:pt x="175" y="115"/>
                </a:lnTo>
                <a:lnTo>
                  <a:pt x="174" y="115"/>
                </a:lnTo>
                <a:lnTo>
                  <a:pt x="174" y="116"/>
                </a:lnTo>
                <a:lnTo>
                  <a:pt x="173" y="117"/>
                </a:lnTo>
                <a:lnTo>
                  <a:pt x="173" y="118"/>
                </a:lnTo>
                <a:lnTo>
                  <a:pt x="174" y="118"/>
                </a:lnTo>
                <a:lnTo>
                  <a:pt x="174" y="117"/>
                </a:lnTo>
                <a:lnTo>
                  <a:pt x="175" y="117"/>
                </a:lnTo>
                <a:lnTo>
                  <a:pt x="176" y="117"/>
                </a:lnTo>
                <a:lnTo>
                  <a:pt x="177" y="117"/>
                </a:lnTo>
                <a:lnTo>
                  <a:pt x="178" y="118"/>
                </a:lnTo>
                <a:lnTo>
                  <a:pt x="178" y="117"/>
                </a:lnTo>
                <a:lnTo>
                  <a:pt x="179" y="117"/>
                </a:lnTo>
                <a:lnTo>
                  <a:pt x="180" y="117"/>
                </a:lnTo>
                <a:lnTo>
                  <a:pt x="180" y="118"/>
                </a:lnTo>
                <a:lnTo>
                  <a:pt x="182" y="116"/>
                </a:lnTo>
                <a:lnTo>
                  <a:pt x="182" y="115"/>
                </a:lnTo>
                <a:lnTo>
                  <a:pt x="183" y="115"/>
                </a:lnTo>
                <a:lnTo>
                  <a:pt x="184" y="115"/>
                </a:lnTo>
                <a:lnTo>
                  <a:pt x="185" y="115"/>
                </a:lnTo>
                <a:lnTo>
                  <a:pt x="185" y="116"/>
                </a:lnTo>
                <a:lnTo>
                  <a:pt x="186" y="116"/>
                </a:lnTo>
                <a:lnTo>
                  <a:pt x="188" y="116"/>
                </a:lnTo>
                <a:lnTo>
                  <a:pt x="188" y="117"/>
                </a:lnTo>
                <a:lnTo>
                  <a:pt x="189" y="116"/>
                </a:lnTo>
                <a:lnTo>
                  <a:pt x="190" y="116"/>
                </a:lnTo>
                <a:lnTo>
                  <a:pt x="190" y="117"/>
                </a:lnTo>
                <a:lnTo>
                  <a:pt x="191" y="117"/>
                </a:lnTo>
                <a:lnTo>
                  <a:pt x="191" y="116"/>
                </a:lnTo>
                <a:lnTo>
                  <a:pt x="192" y="116"/>
                </a:lnTo>
                <a:lnTo>
                  <a:pt x="192" y="117"/>
                </a:lnTo>
                <a:lnTo>
                  <a:pt x="193" y="117"/>
                </a:lnTo>
                <a:lnTo>
                  <a:pt x="194" y="118"/>
                </a:lnTo>
                <a:lnTo>
                  <a:pt x="195" y="117"/>
                </a:lnTo>
                <a:lnTo>
                  <a:pt x="197" y="117"/>
                </a:lnTo>
                <a:lnTo>
                  <a:pt x="198" y="118"/>
                </a:lnTo>
                <a:lnTo>
                  <a:pt x="199" y="118"/>
                </a:lnTo>
                <a:lnTo>
                  <a:pt x="200" y="118"/>
                </a:lnTo>
                <a:lnTo>
                  <a:pt x="200" y="117"/>
                </a:lnTo>
                <a:lnTo>
                  <a:pt x="202" y="117"/>
                </a:lnTo>
                <a:lnTo>
                  <a:pt x="203" y="117"/>
                </a:lnTo>
                <a:lnTo>
                  <a:pt x="204" y="117"/>
                </a:lnTo>
                <a:lnTo>
                  <a:pt x="205" y="117"/>
                </a:lnTo>
                <a:lnTo>
                  <a:pt x="205" y="116"/>
                </a:lnTo>
                <a:lnTo>
                  <a:pt x="206" y="116"/>
                </a:lnTo>
                <a:lnTo>
                  <a:pt x="206" y="115"/>
                </a:lnTo>
                <a:lnTo>
                  <a:pt x="205" y="115"/>
                </a:lnTo>
                <a:lnTo>
                  <a:pt x="204" y="115"/>
                </a:lnTo>
                <a:lnTo>
                  <a:pt x="204" y="114"/>
                </a:lnTo>
                <a:lnTo>
                  <a:pt x="205" y="113"/>
                </a:lnTo>
                <a:lnTo>
                  <a:pt x="205" y="112"/>
                </a:lnTo>
                <a:lnTo>
                  <a:pt x="205" y="113"/>
                </a:lnTo>
                <a:lnTo>
                  <a:pt x="206" y="113"/>
                </a:lnTo>
                <a:lnTo>
                  <a:pt x="207" y="113"/>
                </a:lnTo>
                <a:lnTo>
                  <a:pt x="207" y="114"/>
                </a:lnTo>
                <a:lnTo>
                  <a:pt x="207" y="115"/>
                </a:lnTo>
                <a:lnTo>
                  <a:pt x="208" y="115"/>
                </a:lnTo>
                <a:lnTo>
                  <a:pt x="208" y="116"/>
                </a:lnTo>
                <a:lnTo>
                  <a:pt x="209" y="116"/>
                </a:lnTo>
                <a:lnTo>
                  <a:pt x="210" y="116"/>
                </a:lnTo>
                <a:lnTo>
                  <a:pt x="210" y="117"/>
                </a:lnTo>
                <a:lnTo>
                  <a:pt x="211" y="118"/>
                </a:lnTo>
                <a:lnTo>
                  <a:pt x="212" y="118"/>
                </a:lnTo>
                <a:lnTo>
                  <a:pt x="212" y="120"/>
                </a:lnTo>
                <a:lnTo>
                  <a:pt x="212" y="121"/>
                </a:lnTo>
                <a:lnTo>
                  <a:pt x="213" y="121"/>
                </a:lnTo>
                <a:lnTo>
                  <a:pt x="213" y="120"/>
                </a:lnTo>
                <a:lnTo>
                  <a:pt x="213" y="119"/>
                </a:lnTo>
                <a:lnTo>
                  <a:pt x="214" y="119"/>
                </a:lnTo>
                <a:lnTo>
                  <a:pt x="214" y="118"/>
                </a:lnTo>
                <a:lnTo>
                  <a:pt x="215" y="118"/>
                </a:lnTo>
                <a:lnTo>
                  <a:pt x="215" y="119"/>
                </a:lnTo>
                <a:lnTo>
                  <a:pt x="216" y="119"/>
                </a:lnTo>
                <a:lnTo>
                  <a:pt x="217" y="119"/>
                </a:lnTo>
                <a:lnTo>
                  <a:pt x="217" y="118"/>
                </a:lnTo>
                <a:lnTo>
                  <a:pt x="218" y="118"/>
                </a:lnTo>
                <a:lnTo>
                  <a:pt x="219" y="117"/>
                </a:lnTo>
                <a:lnTo>
                  <a:pt x="219" y="116"/>
                </a:lnTo>
                <a:lnTo>
                  <a:pt x="218" y="116"/>
                </a:lnTo>
                <a:lnTo>
                  <a:pt x="219" y="115"/>
                </a:lnTo>
                <a:lnTo>
                  <a:pt x="220" y="115"/>
                </a:lnTo>
                <a:lnTo>
                  <a:pt x="220" y="116"/>
                </a:lnTo>
                <a:lnTo>
                  <a:pt x="221" y="116"/>
                </a:lnTo>
                <a:lnTo>
                  <a:pt x="222" y="115"/>
                </a:lnTo>
                <a:lnTo>
                  <a:pt x="222" y="114"/>
                </a:lnTo>
                <a:lnTo>
                  <a:pt x="223" y="114"/>
                </a:lnTo>
                <a:lnTo>
                  <a:pt x="224" y="114"/>
                </a:lnTo>
                <a:lnTo>
                  <a:pt x="225" y="114"/>
                </a:lnTo>
                <a:lnTo>
                  <a:pt x="226" y="115"/>
                </a:lnTo>
                <a:lnTo>
                  <a:pt x="227" y="115"/>
                </a:lnTo>
                <a:lnTo>
                  <a:pt x="228" y="115"/>
                </a:lnTo>
                <a:lnTo>
                  <a:pt x="230" y="115"/>
                </a:lnTo>
                <a:lnTo>
                  <a:pt x="231" y="115"/>
                </a:lnTo>
                <a:lnTo>
                  <a:pt x="232" y="115"/>
                </a:lnTo>
                <a:lnTo>
                  <a:pt x="232" y="114"/>
                </a:lnTo>
                <a:lnTo>
                  <a:pt x="232" y="113"/>
                </a:lnTo>
                <a:lnTo>
                  <a:pt x="233" y="113"/>
                </a:lnTo>
                <a:lnTo>
                  <a:pt x="233" y="112"/>
                </a:lnTo>
                <a:lnTo>
                  <a:pt x="233" y="111"/>
                </a:lnTo>
                <a:lnTo>
                  <a:pt x="232" y="111"/>
                </a:lnTo>
                <a:lnTo>
                  <a:pt x="233" y="111"/>
                </a:lnTo>
                <a:lnTo>
                  <a:pt x="234" y="111"/>
                </a:lnTo>
                <a:lnTo>
                  <a:pt x="235" y="110"/>
                </a:lnTo>
                <a:lnTo>
                  <a:pt x="236" y="110"/>
                </a:lnTo>
                <a:lnTo>
                  <a:pt x="237" y="111"/>
                </a:lnTo>
                <a:lnTo>
                  <a:pt x="237" y="110"/>
                </a:lnTo>
                <a:lnTo>
                  <a:pt x="238" y="110"/>
                </a:lnTo>
                <a:lnTo>
                  <a:pt x="238" y="109"/>
                </a:lnTo>
                <a:lnTo>
                  <a:pt x="237" y="108"/>
                </a:lnTo>
                <a:lnTo>
                  <a:pt x="237" y="106"/>
                </a:lnTo>
                <a:lnTo>
                  <a:pt x="237" y="105"/>
                </a:lnTo>
                <a:lnTo>
                  <a:pt x="238" y="104"/>
                </a:lnTo>
                <a:lnTo>
                  <a:pt x="237" y="104"/>
                </a:lnTo>
                <a:lnTo>
                  <a:pt x="237" y="103"/>
                </a:lnTo>
                <a:lnTo>
                  <a:pt x="238" y="103"/>
                </a:lnTo>
                <a:lnTo>
                  <a:pt x="239" y="103"/>
                </a:lnTo>
                <a:lnTo>
                  <a:pt x="240" y="103"/>
                </a:lnTo>
                <a:lnTo>
                  <a:pt x="241" y="104"/>
                </a:lnTo>
                <a:lnTo>
                  <a:pt x="241" y="103"/>
                </a:lnTo>
                <a:lnTo>
                  <a:pt x="242" y="103"/>
                </a:lnTo>
                <a:lnTo>
                  <a:pt x="243" y="104"/>
                </a:lnTo>
                <a:lnTo>
                  <a:pt x="244" y="104"/>
                </a:lnTo>
                <a:lnTo>
                  <a:pt x="245" y="104"/>
                </a:lnTo>
                <a:lnTo>
                  <a:pt x="246" y="105"/>
                </a:lnTo>
                <a:lnTo>
                  <a:pt x="247" y="106"/>
                </a:lnTo>
                <a:lnTo>
                  <a:pt x="247" y="105"/>
                </a:lnTo>
                <a:lnTo>
                  <a:pt x="248" y="105"/>
                </a:lnTo>
                <a:lnTo>
                  <a:pt x="248" y="106"/>
                </a:lnTo>
                <a:lnTo>
                  <a:pt x="249" y="106"/>
                </a:lnTo>
                <a:lnTo>
                  <a:pt x="250" y="106"/>
                </a:lnTo>
                <a:lnTo>
                  <a:pt x="251" y="106"/>
                </a:lnTo>
                <a:lnTo>
                  <a:pt x="251" y="105"/>
                </a:lnTo>
                <a:lnTo>
                  <a:pt x="251" y="104"/>
                </a:lnTo>
                <a:lnTo>
                  <a:pt x="252" y="104"/>
                </a:lnTo>
                <a:lnTo>
                  <a:pt x="252" y="103"/>
                </a:lnTo>
                <a:lnTo>
                  <a:pt x="252" y="102"/>
                </a:lnTo>
                <a:lnTo>
                  <a:pt x="252" y="101"/>
                </a:lnTo>
                <a:lnTo>
                  <a:pt x="253" y="101"/>
                </a:lnTo>
                <a:lnTo>
                  <a:pt x="253" y="100"/>
                </a:lnTo>
                <a:lnTo>
                  <a:pt x="254" y="100"/>
                </a:lnTo>
                <a:lnTo>
                  <a:pt x="254" y="99"/>
                </a:lnTo>
                <a:lnTo>
                  <a:pt x="253" y="98"/>
                </a:lnTo>
                <a:lnTo>
                  <a:pt x="254" y="98"/>
                </a:lnTo>
                <a:lnTo>
                  <a:pt x="255" y="98"/>
                </a:lnTo>
                <a:lnTo>
                  <a:pt x="255" y="97"/>
                </a:lnTo>
                <a:lnTo>
                  <a:pt x="255" y="96"/>
                </a:lnTo>
                <a:lnTo>
                  <a:pt x="256" y="96"/>
                </a:lnTo>
                <a:lnTo>
                  <a:pt x="255" y="95"/>
                </a:lnTo>
                <a:lnTo>
                  <a:pt x="256" y="94"/>
                </a:lnTo>
                <a:lnTo>
                  <a:pt x="257" y="94"/>
                </a:lnTo>
                <a:lnTo>
                  <a:pt x="258" y="94"/>
                </a:lnTo>
                <a:lnTo>
                  <a:pt x="259" y="94"/>
                </a:lnTo>
                <a:lnTo>
                  <a:pt x="260" y="94"/>
                </a:lnTo>
                <a:lnTo>
                  <a:pt x="261" y="95"/>
                </a:lnTo>
                <a:lnTo>
                  <a:pt x="262" y="95"/>
                </a:lnTo>
                <a:lnTo>
                  <a:pt x="263" y="95"/>
                </a:lnTo>
                <a:lnTo>
                  <a:pt x="264" y="95"/>
                </a:lnTo>
                <a:lnTo>
                  <a:pt x="264" y="96"/>
                </a:lnTo>
                <a:lnTo>
                  <a:pt x="265" y="96"/>
                </a:lnTo>
                <a:lnTo>
                  <a:pt x="265" y="97"/>
                </a:lnTo>
                <a:lnTo>
                  <a:pt x="266" y="97"/>
                </a:lnTo>
                <a:lnTo>
                  <a:pt x="266" y="96"/>
                </a:lnTo>
                <a:lnTo>
                  <a:pt x="265" y="96"/>
                </a:lnTo>
                <a:lnTo>
                  <a:pt x="265" y="95"/>
                </a:lnTo>
                <a:lnTo>
                  <a:pt x="265" y="94"/>
                </a:lnTo>
                <a:lnTo>
                  <a:pt x="266" y="94"/>
                </a:lnTo>
                <a:lnTo>
                  <a:pt x="266" y="93"/>
                </a:lnTo>
                <a:lnTo>
                  <a:pt x="267" y="93"/>
                </a:lnTo>
                <a:lnTo>
                  <a:pt x="267" y="94"/>
                </a:lnTo>
                <a:lnTo>
                  <a:pt x="268" y="93"/>
                </a:lnTo>
                <a:lnTo>
                  <a:pt x="267" y="93"/>
                </a:lnTo>
                <a:lnTo>
                  <a:pt x="267" y="92"/>
                </a:lnTo>
                <a:lnTo>
                  <a:pt x="266" y="92"/>
                </a:lnTo>
                <a:lnTo>
                  <a:pt x="265" y="92"/>
                </a:lnTo>
                <a:lnTo>
                  <a:pt x="266" y="91"/>
                </a:lnTo>
                <a:lnTo>
                  <a:pt x="267" y="91"/>
                </a:lnTo>
                <a:lnTo>
                  <a:pt x="268" y="91"/>
                </a:lnTo>
                <a:lnTo>
                  <a:pt x="268" y="92"/>
                </a:lnTo>
                <a:lnTo>
                  <a:pt x="269" y="92"/>
                </a:lnTo>
                <a:lnTo>
                  <a:pt x="270" y="92"/>
                </a:lnTo>
                <a:lnTo>
                  <a:pt x="270" y="91"/>
                </a:lnTo>
                <a:lnTo>
                  <a:pt x="271" y="91"/>
                </a:lnTo>
                <a:lnTo>
                  <a:pt x="272" y="90"/>
                </a:lnTo>
                <a:lnTo>
                  <a:pt x="273" y="90"/>
                </a:lnTo>
                <a:lnTo>
                  <a:pt x="273" y="89"/>
                </a:lnTo>
                <a:lnTo>
                  <a:pt x="273" y="88"/>
                </a:lnTo>
                <a:lnTo>
                  <a:pt x="274" y="88"/>
                </a:lnTo>
                <a:lnTo>
                  <a:pt x="275" y="88"/>
                </a:lnTo>
                <a:lnTo>
                  <a:pt x="275" y="87"/>
                </a:lnTo>
                <a:lnTo>
                  <a:pt x="275" y="88"/>
                </a:lnTo>
                <a:lnTo>
                  <a:pt x="276" y="88"/>
                </a:lnTo>
                <a:lnTo>
                  <a:pt x="277" y="88"/>
                </a:lnTo>
                <a:lnTo>
                  <a:pt x="278" y="88"/>
                </a:lnTo>
                <a:lnTo>
                  <a:pt x="279" y="88"/>
                </a:lnTo>
                <a:lnTo>
                  <a:pt x="280" y="87"/>
                </a:lnTo>
                <a:lnTo>
                  <a:pt x="280" y="88"/>
                </a:lnTo>
                <a:lnTo>
                  <a:pt x="281" y="88"/>
                </a:lnTo>
                <a:lnTo>
                  <a:pt x="282" y="87"/>
                </a:lnTo>
                <a:lnTo>
                  <a:pt x="281" y="87"/>
                </a:lnTo>
                <a:lnTo>
                  <a:pt x="282" y="87"/>
                </a:lnTo>
                <a:lnTo>
                  <a:pt x="283" y="87"/>
                </a:lnTo>
                <a:lnTo>
                  <a:pt x="284" y="87"/>
                </a:lnTo>
                <a:lnTo>
                  <a:pt x="284" y="86"/>
                </a:lnTo>
                <a:lnTo>
                  <a:pt x="283" y="86"/>
                </a:lnTo>
                <a:lnTo>
                  <a:pt x="283" y="85"/>
                </a:lnTo>
                <a:lnTo>
                  <a:pt x="283" y="84"/>
                </a:lnTo>
                <a:lnTo>
                  <a:pt x="284" y="84"/>
                </a:lnTo>
                <a:lnTo>
                  <a:pt x="284" y="83"/>
                </a:lnTo>
                <a:lnTo>
                  <a:pt x="284" y="82"/>
                </a:lnTo>
                <a:lnTo>
                  <a:pt x="284" y="81"/>
                </a:lnTo>
                <a:lnTo>
                  <a:pt x="285" y="81"/>
                </a:lnTo>
                <a:lnTo>
                  <a:pt x="285" y="80"/>
                </a:lnTo>
                <a:lnTo>
                  <a:pt x="286" y="79"/>
                </a:lnTo>
                <a:lnTo>
                  <a:pt x="287" y="79"/>
                </a:lnTo>
                <a:lnTo>
                  <a:pt x="287" y="78"/>
                </a:lnTo>
                <a:lnTo>
                  <a:pt x="288" y="77"/>
                </a:lnTo>
                <a:lnTo>
                  <a:pt x="289" y="76"/>
                </a:lnTo>
                <a:lnTo>
                  <a:pt x="288" y="76"/>
                </a:lnTo>
                <a:lnTo>
                  <a:pt x="288" y="75"/>
                </a:lnTo>
                <a:lnTo>
                  <a:pt x="288" y="74"/>
                </a:lnTo>
                <a:lnTo>
                  <a:pt x="288" y="73"/>
                </a:lnTo>
                <a:lnTo>
                  <a:pt x="289" y="73"/>
                </a:lnTo>
                <a:lnTo>
                  <a:pt x="289" y="74"/>
                </a:lnTo>
                <a:lnTo>
                  <a:pt x="290" y="75"/>
                </a:lnTo>
                <a:lnTo>
                  <a:pt x="291" y="75"/>
                </a:lnTo>
                <a:lnTo>
                  <a:pt x="292" y="75"/>
                </a:lnTo>
                <a:lnTo>
                  <a:pt x="293" y="75"/>
                </a:lnTo>
                <a:lnTo>
                  <a:pt x="294" y="75"/>
                </a:lnTo>
                <a:lnTo>
                  <a:pt x="295" y="75"/>
                </a:lnTo>
                <a:lnTo>
                  <a:pt x="295" y="74"/>
                </a:lnTo>
                <a:lnTo>
                  <a:pt x="295" y="73"/>
                </a:lnTo>
                <a:lnTo>
                  <a:pt x="294" y="72"/>
                </a:lnTo>
                <a:lnTo>
                  <a:pt x="295" y="71"/>
                </a:lnTo>
                <a:lnTo>
                  <a:pt x="294" y="70"/>
                </a:lnTo>
                <a:lnTo>
                  <a:pt x="293" y="70"/>
                </a:lnTo>
                <a:lnTo>
                  <a:pt x="292" y="69"/>
                </a:lnTo>
                <a:lnTo>
                  <a:pt x="293" y="69"/>
                </a:lnTo>
                <a:lnTo>
                  <a:pt x="293" y="68"/>
                </a:lnTo>
                <a:lnTo>
                  <a:pt x="293" y="67"/>
                </a:lnTo>
                <a:lnTo>
                  <a:pt x="292" y="67"/>
                </a:lnTo>
                <a:lnTo>
                  <a:pt x="293" y="67"/>
                </a:lnTo>
                <a:lnTo>
                  <a:pt x="293" y="66"/>
                </a:lnTo>
                <a:lnTo>
                  <a:pt x="292" y="66"/>
                </a:lnTo>
                <a:lnTo>
                  <a:pt x="292" y="65"/>
                </a:lnTo>
                <a:lnTo>
                  <a:pt x="292" y="64"/>
                </a:lnTo>
                <a:lnTo>
                  <a:pt x="292" y="63"/>
                </a:lnTo>
                <a:lnTo>
                  <a:pt x="293" y="62"/>
                </a:lnTo>
                <a:lnTo>
                  <a:pt x="293" y="61"/>
                </a:lnTo>
                <a:lnTo>
                  <a:pt x="292" y="60"/>
                </a:lnTo>
                <a:lnTo>
                  <a:pt x="291" y="60"/>
                </a:lnTo>
                <a:lnTo>
                  <a:pt x="291" y="59"/>
                </a:lnTo>
                <a:lnTo>
                  <a:pt x="292" y="59"/>
                </a:lnTo>
                <a:lnTo>
                  <a:pt x="293" y="59"/>
                </a:lnTo>
                <a:lnTo>
                  <a:pt x="293" y="58"/>
                </a:lnTo>
                <a:lnTo>
                  <a:pt x="292" y="58"/>
                </a:lnTo>
                <a:lnTo>
                  <a:pt x="291" y="58"/>
                </a:lnTo>
                <a:lnTo>
                  <a:pt x="291" y="57"/>
                </a:lnTo>
                <a:lnTo>
                  <a:pt x="292" y="57"/>
                </a:lnTo>
                <a:lnTo>
                  <a:pt x="291" y="56"/>
                </a:lnTo>
                <a:lnTo>
                  <a:pt x="291" y="55"/>
                </a:lnTo>
                <a:lnTo>
                  <a:pt x="292" y="55"/>
                </a:lnTo>
                <a:lnTo>
                  <a:pt x="292" y="56"/>
                </a:lnTo>
                <a:lnTo>
                  <a:pt x="293" y="56"/>
                </a:lnTo>
                <a:lnTo>
                  <a:pt x="294" y="55"/>
                </a:lnTo>
                <a:lnTo>
                  <a:pt x="295" y="55"/>
                </a:lnTo>
                <a:lnTo>
                  <a:pt x="296" y="55"/>
                </a:lnTo>
                <a:lnTo>
                  <a:pt x="296" y="56"/>
                </a:lnTo>
                <a:lnTo>
                  <a:pt x="297" y="56"/>
                </a:lnTo>
                <a:lnTo>
                  <a:pt x="297" y="55"/>
                </a:lnTo>
                <a:lnTo>
                  <a:pt x="298" y="55"/>
                </a:lnTo>
                <a:lnTo>
                  <a:pt x="298" y="54"/>
                </a:lnTo>
                <a:lnTo>
                  <a:pt x="298" y="53"/>
                </a:lnTo>
                <a:lnTo>
                  <a:pt x="297" y="52"/>
                </a:lnTo>
                <a:lnTo>
                  <a:pt x="297" y="53"/>
                </a:lnTo>
                <a:lnTo>
                  <a:pt x="296" y="52"/>
                </a:lnTo>
                <a:lnTo>
                  <a:pt x="296" y="51"/>
                </a:lnTo>
                <a:lnTo>
                  <a:pt x="296" y="50"/>
                </a:lnTo>
                <a:lnTo>
                  <a:pt x="297" y="50"/>
                </a:lnTo>
                <a:lnTo>
                  <a:pt x="297" y="49"/>
                </a:lnTo>
                <a:lnTo>
                  <a:pt x="297" y="48"/>
                </a:lnTo>
                <a:lnTo>
                  <a:pt x="297" y="47"/>
                </a:lnTo>
                <a:lnTo>
                  <a:pt x="297" y="46"/>
                </a:lnTo>
                <a:lnTo>
                  <a:pt x="296" y="46"/>
                </a:lnTo>
                <a:lnTo>
                  <a:pt x="296" y="45"/>
                </a:lnTo>
                <a:lnTo>
                  <a:pt x="297" y="45"/>
                </a:lnTo>
                <a:lnTo>
                  <a:pt x="298" y="45"/>
                </a:lnTo>
                <a:lnTo>
                  <a:pt x="298" y="43"/>
                </a:lnTo>
                <a:lnTo>
                  <a:pt x="297" y="43"/>
                </a:lnTo>
                <a:lnTo>
                  <a:pt x="297" y="42"/>
                </a:lnTo>
                <a:lnTo>
                  <a:pt x="297" y="41"/>
                </a:lnTo>
                <a:lnTo>
                  <a:pt x="296" y="41"/>
                </a:lnTo>
                <a:lnTo>
                  <a:pt x="296" y="40"/>
                </a:lnTo>
                <a:lnTo>
                  <a:pt x="295" y="40"/>
                </a:lnTo>
                <a:lnTo>
                  <a:pt x="295" y="39"/>
                </a:lnTo>
                <a:lnTo>
                  <a:pt x="296" y="39"/>
                </a:lnTo>
                <a:lnTo>
                  <a:pt x="297" y="39"/>
                </a:lnTo>
                <a:lnTo>
                  <a:pt x="297" y="38"/>
                </a:lnTo>
                <a:lnTo>
                  <a:pt x="298" y="39"/>
                </a:lnTo>
                <a:lnTo>
                  <a:pt x="299" y="39"/>
                </a:lnTo>
                <a:lnTo>
                  <a:pt x="300" y="39"/>
                </a:lnTo>
                <a:lnTo>
                  <a:pt x="301" y="39"/>
                </a:lnTo>
                <a:lnTo>
                  <a:pt x="302" y="39"/>
                </a:lnTo>
                <a:lnTo>
                  <a:pt x="302" y="38"/>
                </a:lnTo>
                <a:lnTo>
                  <a:pt x="301" y="37"/>
                </a:lnTo>
                <a:lnTo>
                  <a:pt x="302" y="36"/>
                </a:lnTo>
                <a:lnTo>
                  <a:pt x="302" y="35"/>
                </a:lnTo>
                <a:lnTo>
                  <a:pt x="301" y="35"/>
                </a:lnTo>
                <a:lnTo>
                  <a:pt x="300" y="35"/>
                </a:lnTo>
                <a:lnTo>
                  <a:pt x="299" y="35"/>
                </a:lnTo>
                <a:lnTo>
                  <a:pt x="298" y="35"/>
                </a:lnTo>
                <a:lnTo>
                  <a:pt x="298" y="34"/>
                </a:lnTo>
                <a:lnTo>
                  <a:pt x="298" y="33"/>
                </a:lnTo>
                <a:lnTo>
                  <a:pt x="299" y="33"/>
                </a:lnTo>
                <a:lnTo>
                  <a:pt x="299" y="32"/>
                </a:lnTo>
                <a:lnTo>
                  <a:pt x="300" y="32"/>
                </a:lnTo>
                <a:lnTo>
                  <a:pt x="300" y="31"/>
                </a:lnTo>
                <a:lnTo>
                  <a:pt x="300" y="30"/>
                </a:lnTo>
                <a:lnTo>
                  <a:pt x="300" y="28"/>
                </a:lnTo>
                <a:lnTo>
                  <a:pt x="299" y="26"/>
                </a:lnTo>
                <a:lnTo>
                  <a:pt x="299" y="25"/>
                </a:lnTo>
                <a:lnTo>
                  <a:pt x="300" y="25"/>
                </a:lnTo>
                <a:lnTo>
                  <a:pt x="301" y="25"/>
                </a:lnTo>
                <a:lnTo>
                  <a:pt x="302" y="25"/>
                </a:lnTo>
                <a:lnTo>
                  <a:pt x="303" y="24"/>
                </a:lnTo>
                <a:lnTo>
                  <a:pt x="302" y="23"/>
                </a:lnTo>
                <a:lnTo>
                  <a:pt x="302" y="22"/>
                </a:lnTo>
                <a:lnTo>
                  <a:pt x="301" y="22"/>
                </a:lnTo>
                <a:lnTo>
                  <a:pt x="300" y="21"/>
                </a:lnTo>
                <a:lnTo>
                  <a:pt x="299" y="21"/>
                </a:lnTo>
                <a:lnTo>
                  <a:pt x="298" y="21"/>
                </a:lnTo>
                <a:lnTo>
                  <a:pt x="297" y="20"/>
                </a:lnTo>
                <a:lnTo>
                  <a:pt x="298" y="20"/>
                </a:lnTo>
                <a:lnTo>
                  <a:pt x="299" y="20"/>
                </a:lnTo>
                <a:lnTo>
                  <a:pt x="301" y="19"/>
                </a:lnTo>
                <a:lnTo>
                  <a:pt x="301" y="18"/>
                </a:lnTo>
                <a:lnTo>
                  <a:pt x="300" y="18"/>
                </a:lnTo>
                <a:lnTo>
                  <a:pt x="301" y="17"/>
                </a:lnTo>
                <a:lnTo>
                  <a:pt x="302" y="17"/>
                </a:lnTo>
                <a:lnTo>
                  <a:pt x="302" y="16"/>
                </a:lnTo>
                <a:lnTo>
                  <a:pt x="301" y="16"/>
                </a:lnTo>
                <a:lnTo>
                  <a:pt x="301" y="14"/>
                </a:lnTo>
                <a:lnTo>
                  <a:pt x="302" y="12"/>
                </a:lnTo>
                <a:lnTo>
                  <a:pt x="301" y="12"/>
                </a:lnTo>
                <a:lnTo>
                  <a:pt x="302" y="11"/>
                </a:lnTo>
                <a:lnTo>
                  <a:pt x="303" y="11"/>
                </a:lnTo>
                <a:lnTo>
                  <a:pt x="303" y="10"/>
                </a:lnTo>
                <a:lnTo>
                  <a:pt x="303" y="9"/>
                </a:lnTo>
                <a:lnTo>
                  <a:pt x="302" y="7"/>
                </a:lnTo>
                <a:lnTo>
                  <a:pt x="303" y="7"/>
                </a:lnTo>
                <a:lnTo>
                  <a:pt x="304" y="6"/>
                </a:lnTo>
                <a:lnTo>
                  <a:pt x="305" y="5"/>
                </a:lnTo>
                <a:lnTo>
                  <a:pt x="305" y="4"/>
                </a:lnTo>
                <a:lnTo>
                  <a:pt x="304" y="3"/>
                </a:lnTo>
                <a:lnTo>
                  <a:pt x="305" y="1"/>
                </a:lnTo>
                <a:lnTo>
                  <a:pt x="305" y="0"/>
                </a:lnTo>
                <a:lnTo>
                  <a:pt x="30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24" name=""/>
          <p:cNvSpPr/>
          <p:nvPr/>
        </p:nvSpPr>
        <p:spPr>
          <a:xfrm>
            <a:off x="4245480" y="1767240"/>
            <a:ext cx="252360" cy="156240"/>
          </a:xfrm>
          <a:custGeom>
            <a:avLst/>
            <a:gdLst/>
            <a:ahLst/>
            <a:rect l="0" t="0" r="r" b="b"/>
            <a:pathLst>
              <a:path w="701" h="434">
                <a:moveTo>
                  <a:pt x="115" y="0"/>
                </a:moveTo>
                <a:lnTo>
                  <a:pt x="116" y="1"/>
                </a:lnTo>
                <a:lnTo>
                  <a:pt x="116" y="2"/>
                </a:lnTo>
                <a:lnTo>
                  <a:pt x="117" y="2"/>
                </a:lnTo>
                <a:lnTo>
                  <a:pt x="117" y="1"/>
                </a:lnTo>
                <a:lnTo>
                  <a:pt x="118" y="1"/>
                </a:lnTo>
                <a:lnTo>
                  <a:pt x="119" y="1"/>
                </a:lnTo>
                <a:lnTo>
                  <a:pt x="120" y="1"/>
                </a:lnTo>
                <a:lnTo>
                  <a:pt x="121" y="2"/>
                </a:lnTo>
                <a:lnTo>
                  <a:pt x="121" y="3"/>
                </a:lnTo>
                <a:lnTo>
                  <a:pt x="121" y="4"/>
                </a:lnTo>
                <a:lnTo>
                  <a:pt x="122" y="3"/>
                </a:lnTo>
                <a:lnTo>
                  <a:pt x="123" y="3"/>
                </a:lnTo>
                <a:lnTo>
                  <a:pt x="123" y="4"/>
                </a:lnTo>
                <a:lnTo>
                  <a:pt x="124" y="4"/>
                </a:lnTo>
                <a:lnTo>
                  <a:pt x="126" y="3"/>
                </a:lnTo>
                <a:lnTo>
                  <a:pt x="127" y="3"/>
                </a:lnTo>
                <a:lnTo>
                  <a:pt x="128" y="3"/>
                </a:lnTo>
                <a:lnTo>
                  <a:pt x="130" y="3"/>
                </a:lnTo>
                <a:lnTo>
                  <a:pt x="131" y="3"/>
                </a:lnTo>
                <a:lnTo>
                  <a:pt x="132" y="3"/>
                </a:lnTo>
                <a:lnTo>
                  <a:pt x="133" y="3"/>
                </a:lnTo>
                <a:lnTo>
                  <a:pt x="133" y="2"/>
                </a:lnTo>
                <a:lnTo>
                  <a:pt x="134" y="2"/>
                </a:lnTo>
                <a:lnTo>
                  <a:pt x="136" y="2"/>
                </a:lnTo>
                <a:lnTo>
                  <a:pt x="136" y="3"/>
                </a:lnTo>
                <a:lnTo>
                  <a:pt x="137" y="3"/>
                </a:lnTo>
                <a:lnTo>
                  <a:pt x="138" y="3"/>
                </a:lnTo>
                <a:lnTo>
                  <a:pt x="139" y="3"/>
                </a:lnTo>
                <a:lnTo>
                  <a:pt x="139" y="4"/>
                </a:lnTo>
                <a:lnTo>
                  <a:pt x="140" y="4"/>
                </a:lnTo>
                <a:lnTo>
                  <a:pt x="141" y="4"/>
                </a:lnTo>
                <a:lnTo>
                  <a:pt x="142" y="5"/>
                </a:lnTo>
                <a:lnTo>
                  <a:pt x="143" y="6"/>
                </a:lnTo>
                <a:lnTo>
                  <a:pt x="144" y="6"/>
                </a:lnTo>
                <a:lnTo>
                  <a:pt x="145" y="7"/>
                </a:lnTo>
                <a:lnTo>
                  <a:pt x="146" y="7"/>
                </a:lnTo>
                <a:lnTo>
                  <a:pt x="147" y="7"/>
                </a:lnTo>
                <a:lnTo>
                  <a:pt x="148" y="6"/>
                </a:lnTo>
                <a:lnTo>
                  <a:pt x="149" y="6"/>
                </a:lnTo>
                <a:lnTo>
                  <a:pt x="149" y="7"/>
                </a:lnTo>
                <a:lnTo>
                  <a:pt x="150" y="7"/>
                </a:lnTo>
                <a:lnTo>
                  <a:pt x="150" y="8"/>
                </a:lnTo>
                <a:lnTo>
                  <a:pt x="151" y="7"/>
                </a:lnTo>
                <a:lnTo>
                  <a:pt x="152" y="8"/>
                </a:lnTo>
                <a:lnTo>
                  <a:pt x="153" y="7"/>
                </a:lnTo>
                <a:lnTo>
                  <a:pt x="153" y="6"/>
                </a:lnTo>
                <a:lnTo>
                  <a:pt x="154" y="6"/>
                </a:lnTo>
                <a:lnTo>
                  <a:pt x="154" y="7"/>
                </a:lnTo>
                <a:lnTo>
                  <a:pt x="155" y="7"/>
                </a:lnTo>
                <a:lnTo>
                  <a:pt x="156" y="7"/>
                </a:lnTo>
                <a:lnTo>
                  <a:pt x="156" y="6"/>
                </a:lnTo>
                <a:lnTo>
                  <a:pt x="157" y="7"/>
                </a:lnTo>
                <a:lnTo>
                  <a:pt x="158" y="7"/>
                </a:lnTo>
                <a:lnTo>
                  <a:pt x="159" y="7"/>
                </a:lnTo>
                <a:lnTo>
                  <a:pt x="160" y="6"/>
                </a:lnTo>
                <a:lnTo>
                  <a:pt x="161" y="6"/>
                </a:lnTo>
                <a:lnTo>
                  <a:pt x="162" y="6"/>
                </a:lnTo>
                <a:lnTo>
                  <a:pt x="163" y="6"/>
                </a:lnTo>
                <a:lnTo>
                  <a:pt x="163" y="7"/>
                </a:lnTo>
                <a:lnTo>
                  <a:pt x="163" y="8"/>
                </a:lnTo>
                <a:lnTo>
                  <a:pt x="164" y="8"/>
                </a:lnTo>
                <a:lnTo>
                  <a:pt x="165" y="8"/>
                </a:lnTo>
                <a:lnTo>
                  <a:pt x="165" y="9"/>
                </a:lnTo>
                <a:lnTo>
                  <a:pt x="166" y="9"/>
                </a:lnTo>
                <a:lnTo>
                  <a:pt x="166" y="10"/>
                </a:lnTo>
                <a:lnTo>
                  <a:pt x="166" y="11"/>
                </a:lnTo>
                <a:lnTo>
                  <a:pt x="167" y="11"/>
                </a:lnTo>
                <a:lnTo>
                  <a:pt x="168" y="11"/>
                </a:lnTo>
                <a:lnTo>
                  <a:pt x="169" y="11"/>
                </a:lnTo>
                <a:lnTo>
                  <a:pt x="170" y="11"/>
                </a:lnTo>
                <a:lnTo>
                  <a:pt x="171" y="11"/>
                </a:lnTo>
                <a:lnTo>
                  <a:pt x="171" y="10"/>
                </a:lnTo>
                <a:lnTo>
                  <a:pt x="173" y="10"/>
                </a:lnTo>
                <a:lnTo>
                  <a:pt x="174" y="10"/>
                </a:lnTo>
                <a:lnTo>
                  <a:pt x="175" y="10"/>
                </a:lnTo>
                <a:lnTo>
                  <a:pt x="176" y="10"/>
                </a:lnTo>
                <a:lnTo>
                  <a:pt x="177" y="11"/>
                </a:lnTo>
                <a:lnTo>
                  <a:pt x="178" y="11"/>
                </a:lnTo>
                <a:lnTo>
                  <a:pt x="178" y="10"/>
                </a:lnTo>
                <a:lnTo>
                  <a:pt x="179" y="10"/>
                </a:lnTo>
                <a:lnTo>
                  <a:pt x="180" y="9"/>
                </a:lnTo>
                <a:lnTo>
                  <a:pt x="181" y="9"/>
                </a:lnTo>
                <a:lnTo>
                  <a:pt x="181" y="8"/>
                </a:lnTo>
                <a:lnTo>
                  <a:pt x="181" y="9"/>
                </a:lnTo>
                <a:lnTo>
                  <a:pt x="183" y="9"/>
                </a:lnTo>
                <a:lnTo>
                  <a:pt x="184" y="9"/>
                </a:lnTo>
                <a:lnTo>
                  <a:pt x="184" y="10"/>
                </a:lnTo>
                <a:lnTo>
                  <a:pt x="185" y="10"/>
                </a:lnTo>
                <a:lnTo>
                  <a:pt x="186" y="10"/>
                </a:lnTo>
                <a:lnTo>
                  <a:pt x="187" y="10"/>
                </a:lnTo>
                <a:lnTo>
                  <a:pt x="187" y="9"/>
                </a:lnTo>
                <a:lnTo>
                  <a:pt x="188" y="9"/>
                </a:lnTo>
                <a:lnTo>
                  <a:pt x="189" y="10"/>
                </a:lnTo>
                <a:lnTo>
                  <a:pt x="190" y="10"/>
                </a:lnTo>
                <a:lnTo>
                  <a:pt x="190" y="9"/>
                </a:lnTo>
                <a:lnTo>
                  <a:pt x="190" y="8"/>
                </a:lnTo>
                <a:lnTo>
                  <a:pt x="191" y="8"/>
                </a:lnTo>
                <a:lnTo>
                  <a:pt x="192" y="7"/>
                </a:lnTo>
                <a:lnTo>
                  <a:pt x="192" y="6"/>
                </a:lnTo>
                <a:lnTo>
                  <a:pt x="193" y="5"/>
                </a:lnTo>
                <a:lnTo>
                  <a:pt x="193" y="4"/>
                </a:lnTo>
                <a:lnTo>
                  <a:pt x="194" y="3"/>
                </a:lnTo>
                <a:lnTo>
                  <a:pt x="194" y="4"/>
                </a:lnTo>
                <a:lnTo>
                  <a:pt x="195" y="4"/>
                </a:lnTo>
                <a:lnTo>
                  <a:pt x="196" y="3"/>
                </a:lnTo>
                <a:lnTo>
                  <a:pt x="195" y="3"/>
                </a:lnTo>
                <a:lnTo>
                  <a:pt x="195" y="2"/>
                </a:lnTo>
                <a:lnTo>
                  <a:pt x="195" y="1"/>
                </a:lnTo>
                <a:lnTo>
                  <a:pt x="196" y="1"/>
                </a:lnTo>
                <a:lnTo>
                  <a:pt x="197" y="1"/>
                </a:lnTo>
                <a:lnTo>
                  <a:pt x="198" y="2"/>
                </a:lnTo>
                <a:lnTo>
                  <a:pt x="199" y="3"/>
                </a:lnTo>
                <a:lnTo>
                  <a:pt x="199" y="2"/>
                </a:lnTo>
                <a:lnTo>
                  <a:pt x="200" y="3"/>
                </a:lnTo>
                <a:lnTo>
                  <a:pt x="200" y="4"/>
                </a:lnTo>
                <a:lnTo>
                  <a:pt x="200" y="5"/>
                </a:lnTo>
                <a:lnTo>
                  <a:pt x="201" y="5"/>
                </a:lnTo>
                <a:lnTo>
                  <a:pt x="201" y="6"/>
                </a:lnTo>
                <a:lnTo>
                  <a:pt x="201" y="7"/>
                </a:lnTo>
                <a:lnTo>
                  <a:pt x="201" y="9"/>
                </a:lnTo>
                <a:lnTo>
                  <a:pt x="201" y="10"/>
                </a:lnTo>
                <a:lnTo>
                  <a:pt x="201" y="11"/>
                </a:lnTo>
                <a:lnTo>
                  <a:pt x="201" y="12"/>
                </a:lnTo>
                <a:lnTo>
                  <a:pt x="202" y="12"/>
                </a:lnTo>
                <a:lnTo>
                  <a:pt x="203" y="12"/>
                </a:lnTo>
                <a:lnTo>
                  <a:pt x="204" y="13"/>
                </a:lnTo>
                <a:lnTo>
                  <a:pt x="205" y="13"/>
                </a:lnTo>
                <a:lnTo>
                  <a:pt x="205" y="12"/>
                </a:lnTo>
                <a:lnTo>
                  <a:pt x="205" y="11"/>
                </a:lnTo>
                <a:lnTo>
                  <a:pt x="206" y="11"/>
                </a:lnTo>
                <a:lnTo>
                  <a:pt x="206" y="12"/>
                </a:lnTo>
                <a:lnTo>
                  <a:pt x="207" y="13"/>
                </a:lnTo>
                <a:lnTo>
                  <a:pt x="207" y="14"/>
                </a:lnTo>
                <a:lnTo>
                  <a:pt x="208" y="13"/>
                </a:lnTo>
                <a:lnTo>
                  <a:pt x="208" y="14"/>
                </a:lnTo>
                <a:lnTo>
                  <a:pt x="208" y="15"/>
                </a:lnTo>
                <a:lnTo>
                  <a:pt x="209" y="15"/>
                </a:lnTo>
                <a:lnTo>
                  <a:pt x="210" y="16"/>
                </a:lnTo>
                <a:lnTo>
                  <a:pt x="211" y="18"/>
                </a:lnTo>
                <a:lnTo>
                  <a:pt x="212" y="17"/>
                </a:lnTo>
                <a:lnTo>
                  <a:pt x="212" y="15"/>
                </a:lnTo>
                <a:lnTo>
                  <a:pt x="213" y="14"/>
                </a:lnTo>
                <a:lnTo>
                  <a:pt x="214" y="14"/>
                </a:lnTo>
                <a:lnTo>
                  <a:pt x="214" y="13"/>
                </a:lnTo>
                <a:lnTo>
                  <a:pt x="215" y="13"/>
                </a:lnTo>
                <a:lnTo>
                  <a:pt x="216" y="13"/>
                </a:lnTo>
                <a:lnTo>
                  <a:pt x="216" y="12"/>
                </a:lnTo>
                <a:lnTo>
                  <a:pt x="217" y="12"/>
                </a:lnTo>
                <a:lnTo>
                  <a:pt x="218" y="12"/>
                </a:lnTo>
                <a:lnTo>
                  <a:pt x="219" y="12"/>
                </a:lnTo>
                <a:lnTo>
                  <a:pt x="220" y="11"/>
                </a:lnTo>
                <a:lnTo>
                  <a:pt x="220" y="12"/>
                </a:lnTo>
                <a:lnTo>
                  <a:pt x="221" y="12"/>
                </a:lnTo>
                <a:lnTo>
                  <a:pt x="221" y="11"/>
                </a:lnTo>
                <a:lnTo>
                  <a:pt x="221" y="10"/>
                </a:lnTo>
                <a:lnTo>
                  <a:pt x="221" y="9"/>
                </a:lnTo>
                <a:lnTo>
                  <a:pt x="221" y="8"/>
                </a:lnTo>
                <a:lnTo>
                  <a:pt x="222" y="7"/>
                </a:lnTo>
                <a:lnTo>
                  <a:pt x="223" y="6"/>
                </a:lnTo>
                <a:lnTo>
                  <a:pt x="224" y="6"/>
                </a:lnTo>
                <a:lnTo>
                  <a:pt x="225" y="6"/>
                </a:lnTo>
                <a:lnTo>
                  <a:pt x="225" y="5"/>
                </a:lnTo>
                <a:lnTo>
                  <a:pt x="226" y="5"/>
                </a:lnTo>
                <a:lnTo>
                  <a:pt x="226" y="6"/>
                </a:lnTo>
                <a:lnTo>
                  <a:pt x="227" y="6"/>
                </a:lnTo>
                <a:lnTo>
                  <a:pt x="228" y="6"/>
                </a:lnTo>
                <a:lnTo>
                  <a:pt x="228" y="7"/>
                </a:lnTo>
                <a:lnTo>
                  <a:pt x="229" y="7"/>
                </a:lnTo>
                <a:lnTo>
                  <a:pt x="229" y="6"/>
                </a:lnTo>
                <a:lnTo>
                  <a:pt x="230" y="6"/>
                </a:lnTo>
                <a:lnTo>
                  <a:pt x="229" y="6"/>
                </a:lnTo>
                <a:lnTo>
                  <a:pt x="229" y="7"/>
                </a:lnTo>
                <a:lnTo>
                  <a:pt x="230" y="7"/>
                </a:lnTo>
                <a:lnTo>
                  <a:pt x="230" y="6"/>
                </a:lnTo>
                <a:lnTo>
                  <a:pt x="231" y="5"/>
                </a:lnTo>
                <a:lnTo>
                  <a:pt x="232" y="5"/>
                </a:lnTo>
                <a:lnTo>
                  <a:pt x="232" y="4"/>
                </a:lnTo>
                <a:lnTo>
                  <a:pt x="232" y="3"/>
                </a:lnTo>
                <a:lnTo>
                  <a:pt x="233" y="3"/>
                </a:lnTo>
                <a:lnTo>
                  <a:pt x="234" y="2"/>
                </a:lnTo>
                <a:lnTo>
                  <a:pt x="234" y="1"/>
                </a:lnTo>
                <a:lnTo>
                  <a:pt x="235" y="1"/>
                </a:lnTo>
                <a:lnTo>
                  <a:pt x="236" y="1"/>
                </a:lnTo>
                <a:lnTo>
                  <a:pt x="237" y="2"/>
                </a:lnTo>
                <a:lnTo>
                  <a:pt x="237" y="3"/>
                </a:lnTo>
                <a:lnTo>
                  <a:pt x="238" y="3"/>
                </a:lnTo>
                <a:lnTo>
                  <a:pt x="238" y="4"/>
                </a:lnTo>
                <a:lnTo>
                  <a:pt x="239" y="4"/>
                </a:lnTo>
                <a:lnTo>
                  <a:pt x="239" y="5"/>
                </a:lnTo>
                <a:lnTo>
                  <a:pt x="240" y="6"/>
                </a:lnTo>
                <a:lnTo>
                  <a:pt x="241" y="6"/>
                </a:lnTo>
                <a:lnTo>
                  <a:pt x="241" y="7"/>
                </a:lnTo>
                <a:lnTo>
                  <a:pt x="242" y="7"/>
                </a:lnTo>
                <a:lnTo>
                  <a:pt x="243" y="8"/>
                </a:lnTo>
                <a:lnTo>
                  <a:pt x="243" y="9"/>
                </a:lnTo>
                <a:lnTo>
                  <a:pt x="242" y="9"/>
                </a:lnTo>
                <a:lnTo>
                  <a:pt x="242" y="10"/>
                </a:lnTo>
                <a:lnTo>
                  <a:pt x="241" y="11"/>
                </a:lnTo>
                <a:lnTo>
                  <a:pt x="241" y="12"/>
                </a:lnTo>
                <a:lnTo>
                  <a:pt x="242" y="12"/>
                </a:lnTo>
                <a:lnTo>
                  <a:pt x="242" y="11"/>
                </a:lnTo>
                <a:lnTo>
                  <a:pt x="243" y="11"/>
                </a:lnTo>
                <a:lnTo>
                  <a:pt x="243" y="10"/>
                </a:lnTo>
                <a:lnTo>
                  <a:pt x="243" y="9"/>
                </a:lnTo>
                <a:lnTo>
                  <a:pt x="244" y="9"/>
                </a:lnTo>
                <a:lnTo>
                  <a:pt x="245" y="9"/>
                </a:lnTo>
                <a:lnTo>
                  <a:pt x="246" y="9"/>
                </a:lnTo>
                <a:lnTo>
                  <a:pt x="245" y="10"/>
                </a:lnTo>
                <a:lnTo>
                  <a:pt x="247" y="10"/>
                </a:lnTo>
                <a:lnTo>
                  <a:pt x="248" y="11"/>
                </a:lnTo>
                <a:lnTo>
                  <a:pt x="249" y="11"/>
                </a:lnTo>
                <a:lnTo>
                  <a:pt x="249" y="12"/>
                </a:lnTo>
                <a:lnTo>
                  <a:pt x="249" y="13"/>
                </a:lnTo>
                <a:lnTo>
                  <a:pt x="249" y="14"/>
                </a:lnTo>
                <a:lnTo>
                  <a:pt x="250" y="14"/>
                </a:lnTo>
                <a:lnTo>
                  <a:pt x="250" y="15"/>
                </a:lnTo>
                <a:lnTo>
                  <a:pt x="251" y="15"/>
                </a:lnTo>
                <a:lnTo>
                  <a:pt x="252" y="15"/>
                </a:lnTo>
                <a:lnTo>
                  <a:pt x="253" y="15"/>
                </a:lnTo>
                <a:lnTo>
                  <a:pt x="253" y="16"/>
                </a:lnTo>
                <a:lnTo>
                  <a:pt x="254" y="16"/>
                </a:lnTo>
                <a:lnTo>
                  <a:pt x="253" y="16"/>
                </a:lnTo>
                <a:lnTo>
                  <a:pt x="253" y="18"/>
                </a:lnTo>
                <a:lnTo>
                  <a:pt x="254" y="18"/>
                </a:lnTo>
                <a:lnTo>
                  <a:pt x="255" y="18"/>
                </a:lnTo>
                <a:lnTo>
                  <a:pt x="255" y="19"/>
                </a:lnTo>
                <a:lnTo>
                  <a:pt x="255" y="20"/>
                </a:lnTo>
                <a:lnTo>
                  <a:pt x="255" y="21"/>
                </a:lnTo>
                <a:lnTo>
                  <a:pt x="254" y="21"/>
                </a:lnTo>
                <a:lnTo>
                  <a:pt x="253" y="21"/>
                </a:lnTo>
                <a:lnTo>
                  <a:pt x="252" y="21"/>
                </a:lnTo>
                <a:lnTo>
                  <a:pt x="251" y="22"/>
                </a:lnTo>
                <a:lnTo>
                  <a:pt x="251" y="23"/>
                </a:lnTo>
                <a:lnTo>
                  <a:pt x="252" y="24"/>
                </a:lnTo>
                <a:lnTo>
                  <a:pt x="252" y="23"/>
                </a:lnTo>
                <a:lnTo>
                  <a:pt x="253" y="23"/>
                </a:lnTo>
                <a:lnTo>
                  <a:pt x="254" y="23"/>
                </a:lnTo>
                <a:lnTo>
                  <a:pt x="255" y="23"/>
                </a:lnTo>
                <a:lnTo>
                  <a:pt x="256" y="23"/>
                </a:lnTo>
                <a:lnTo>
                  <a:pt x="257" y="23"/>
                </a:lnTo>
                <a:lnTo>
                  <a:pt x="258" y="23"/>
                </a:lnTo>
                <a:lnTo>
                  <a:pt x="259" y="24"/>
                </a:lnTo>
                <a:lnTo>
                  <a:pt x="260" y="24"/>
                </a:lnTo>
                <a:lnTo>
                  <a:pt x="260" y="25"/>
                </a:lnTo>
                <a:lnTo>
                  <a:pt x="260" y="26"/>
                </a:lnTo>
                <a:lnTo>
                  <a:pt x="261" y="27"/>
                </a:lnTo>
                <a:lnTo>
                  <a:pt x="261" y="28"/>
                </a:lnTo>
                <a:lnTo>
                  <a:pt x="262" y="28"/>
                </a:lnTo>
                <a:lnTo>
                  <a:pt x="262" y="29"/>
                </a:lnTo>
                <a:lnTo>
                  <a:pt x="262" y="30"/>
                </a:lnTo>
                <a:lnTo>
                  <a:pt x="262" y="32"/>
                </a:lnTo>
                <a:lnTo>
                  <a:pt x="261" y="32"/>
                </a:lnTo>
                <a:lnTo>
                  <a:pt x="260" y="32"/>
                </a:lnTo>
                <a:lnTo>
                  <a:pt x="260" y="33"/>
                </a:lnTo>
                <a:lnTo>
                  <a:pt x="260" y="32"/>
                </a:lnTo>
                <a:lnTo>
                  <a:pt x="260" y="33"/>
                </a:lnTo>
                <a:lnTo>
                  <a:pt x="259" y="34"/>
                </a:lnTo>
                <a:lnTo>
                  <a:pt x="259" y="36"/>
                </a:lnTo>
                <a:lnTo>
                  <a:pt x="260" y="36"/>
                </a:lnTo>
                <a:lnTo>
                  <a:pt x="260" y="37"/>
                </a:lnTo>
                <a:lnTo>
                  <a:pt x="260" y="38"/>
                </a:lnTo>
                <a:lnTo>
                  <a:pt x="259" y="38"/>
                </a:lnTo>
                <a:lnTo>
                  <a:pt x="259" y="39"/>
                </a:lnTo>
                <a:lnTo>
                  <a:pt x="260" y="39"/>
                </a:lnTo>
                <a:lnTo>
                  <a:pt x="260" y="40"/>
                </a:lnTo>
                <a:lnTo>
                  <a:pt x="261" y="40"/>
                </a:lnTo>
                <a:lnTo>
                  <a:pt x="261" y="39"/>
                </a:lnTo>
                <a:lnTo>
                  <a:pt x="262" y="38"/>
                </a:lnTo>
                <a:lnTo>
                  <a:pt x="263" y="38"/>
                </a:lnTo>
                <a:lnTo>
                  <a:pt x="264" y="38"/>
                </a:lnTo>
                <a:lnTo>
                  <a:pt x="264" y="39"/>
                </a:lnTo>
                <a:lnTo>
                  <a:pt x="264" y="40"/>
                </a:lnTo>
                <a:lnTo>
                  <a:pt x="263" y="40"/>
                </a:lnTo>
                <a:lnTo>
                  <a:pt x="263" y="41"/>
                </a:lnTo>
                <a:lnTo>
                  <a:pt x="263" y="42"/>
                </a:lnTo>
                <a:lnTo>
                  <a:pt x="264" y="42"/>
                </a:lnTo>
                <a:lnTo>
                  <a:pt x="266" y="43"/>
                </a:lnTo>
                <a:lnTo>
                  <a:pt x="267" y="44"/>
                </a:lnTo>
                <a:lnTo>
                  <a:pt x="268" y="44"/>
                </a:lnTo>
                <a:lnTo>
                  <a:pt x="269" y="44"/>
                </a:lnTo>
                <a:lnTo>
                  <a:pt x="270" y="44"/>
                </a:lnTo>
                <a:lnTo>
                  <a:pt x="270" y="45"/>
                </a:lnTo>
                <a:lnTo>
                  <a:pt x="271" y="45"/>
                </a:lnTo>
                <a:lnTo>
                  <a:pt x="271" y="46"/>
                </a:lnTo>
                <a:lnTo>
                  <a:pt x="272" y="46"/>
                </a:lnTo>
                <a:lnTo>
                  <a:pt x="273" y="47"/>
                </a:lnTo>
                <a:lnTo>
                  <a:pt x="273" y="48"/>
                </a:lnTo>
                <a:lnTo>
                  <a:pt x="272" y="48"/>
                </a:lnTo>
                <a:lnTo>
                  <a:pt x="273" y="48"/>
                </a:lnTo>
                <a:lnTo>
                  <a:pt x="273" y="49"/>
                </a:lnTo>
                <a:lnTo>
                  <a:pt x="274" y="50"/>
                </a:lnTo>
                <a:lnTo>
                  <a:pt x="275" y="53"/>
                </a:lnTo>
                <a:lnTo>
                  <a:pt x="276" y="53"/>
                </a:lnTo>
                <a:lnTo>
                  <a:pt x="277" y="53"/>
                </a:lnTo>
                <a:lnTo>
                  <a:pt x="278" y="53"/>
                </a:lnTo>
                <a:lnTo>
                  <a:pt x="278" y="52"/>
                </a:lnTo>
                <a:lnTo>
                  <a:pt x="277" y="52"/>
                </a:lnTo>
                <a:lnTo>
                  <a:pt x="278" y="52"/>
                </a:lnTo>
                <a:lnTo>
                  <a:pt x="279" y="52"/>
                </a:lnTo>
                <a:lnTo>
                  <a:pt x="279" y="51"/>
                </a:lnTo>
                <a:lnTo>
                  <a:pt x="279" y="50"/>
                </a:lnTo>
                <a:lnTo>
                  <a:pt x="279" y="51"/>
                </a:lnTo>
                <a:lnTo>
                  <a:pt x="280" y="52"/>
                </a:lnTo>
                <a:lnTo>
                  <a:pt x="280" y="53"/>
                </a:lnTo>
                <a:lnTo>
                  <a:pt x="280" y="54"/>
                </a:lnTo>
                <a:lnTo>
                  <a:pt x="279" y="54"/>
                </a:lnTo>
                <a:lnTo>
                  <a:pt x="279" y="55"/>
                </a:lnTo>
                <a:lnTo>
                  <a:pt x="277" y="55"/>
                </a:lnTo>
                <a:lnTo>
                  <a:pt x="276" y="55"/>
                </a:lnTo>
                <a:lnTo>
                  <a:pt x="276" y="54"/>
                </a:lnTo>
                <a:lnTo>
                  <a:pt x="275" y="54"/>
                </a:lnTo>
                <a:lnTo>
                  <a:pt x="275" y="55"/>
                </a:lnTo>
                <a:lnTo>
                  <a:pt x="276" y="55"/>
                </a:lnTo>
                <a:lnTo>
                  <a:pt x="276" y="56"/>
                </a:lnTo>
                <a:lnTo>
                  <a:pt x="277" y="56"/>
                </a:lnTo>
                <a:lnTo>
                  <a:pt x="278" y="56"/>
                </a:lnTo>
                <a:lnTo>
                  <a:pt x="279" y="56"/>
                </a:lnTo>
                <a:lnTo>
                  <a:pt x="280" y="56"/>
                </a:lnTo>
                <a:lnTo>
                  <a:pt x="280" y="57"/>
                </a:lnTo>
                <a:lnTo>
                  <a:pt x="280" y="58"/>
                </a:lnTo>
                <a:lnTo>
                  <a:pt x="280" y="59"/>
                </a:lnTo>
                <a:lnTo>
                  <a:pt x="281" y="59"/>
                </a:lnTo>
                <a:lnTo>
                  <a:pt x="282" y="59"/>
                </a:lnTo>
                <a:lnTo>
                  <a:pt x="282" y="60"/>
                </a:lnTo>
                <a:lnTo>
                  <a:pt x="283" y="60"/>
                </a:lnTo>
                <a:lnTo>
                  <a:pt x="283" y="61"/>
                </a:lnTo>
                <a:lnTo>
                  <a:pt x="284" y="61"/>
                </a:lnTo>
                <a:lnTo>
                  <a:pt x="284" y="62"/>
                </a:lnTo>
                <a:lnTo>
                  <a:pt x="285" y="63"/>
                </a:lnTo>
                <a:lnTo>
                  <a:pt x="285" y="64"/>
                </a:lnTo>
                <a:lnTo>
                  <a:pt x="284" y="64"/>
                </a:lnTo>
                <a:lnTo>
                  <a:pt x="285" y="64"/>
                </a:lnTo>
                <a:lnTo>
                  <a:pt x="285" y="65"/>
                </a:lnTo>
                <a:lnTo>
                  <a:pt x="286" y="65"/>
                </a:lnTo>
                <a:lnTo>
                  <a:pt x="286" y="66"/>
                </a:lnTo>
                <a:lnTo>
                  <a:pt x="285" y="66"/>
                </a:lnTo>
                <a:lnTo>
                  <a:pt x="285" y="67"/>
                </a:lnTo>
                <a:lnTo>
                  <a:pt x="286" y="67"/>
                </a:lnTo>
                <a:lnTo>
                  <a:pt x="287" y="67"/>
                </a:lnTo>
                <a:lnTo>
                  <a:pt x="288" y="68"/>
                </a:lnTo>
                <a:lnTo>
                  <a:pt x="288" y="69"/>
                </a:lnTo>
                <a:lnTo>
                  <a:pt x="289" y="69"/>
                </a:lnTo>
                <a:lnTo>
                  <a:pt x="290" y="69"/>
                </a:lnTo>
                <a:lnTo>
                  <a:pt x="290" y="68"/>
                </a:lnTo>
                <a:lnTo>
                  <a:pt x="291" y="69"/>
                </a:lnTo>
                <a:lnTo>
                  <a:pt x="291" y="68"/>
                </a:lnTo>
                <a:lnTo>
                  <a:pt x="292" y="68"/>
                </a:lnTo>
                <a:lnTo>
                  <a:pt x="293" y="67"/>
                </a:lnTo>
                <a:lnTo>
                  <a:pt x="293" y="66"/>
                </a:lnTo>
                <a:lnTo>
                  <a:pt x="293" y="65"/>
                </a:lnTo>
                <a:lnTo>
                  <a:pt x="294" y="65"/>
                </a:lnTo>
                <a:lnTo>
                  <a:pt x="295" y="65"/>
                </a:lnTo>
                <a:lnTo>
                  <a:pt x="295" y="66"/>
                </a:lnTo>
                <a:lnTo>
                  <a:pt x="295" y="67"/>
                </a:lnTo>
                <a:lnTo>
                  <a:pt x="295" y="68"/>
                </a:lnTo>
                <a:lnTo>
                  <a:pt x="296" y="68"/>
                </a:lnTo>
                <a:lnTo>
                  <a:pt x="296" y="67"/>
                </a:lnTo>
                <a:lnTo>
                  <a:pt x="297" y="67"/>
                </a:lnTo>
                <a:lnTo>
                  <a:pt x="300" y="68"/>
                </a:lnTo>
                <a:lnTo>
                  <a:pt x="301" y="67"/>
                </a:lnTo>
                <a:lnTo>
                  <a:pt x="302" y="68"/>
                </a:lnTo>
                <a:lnTo>
                  <a:pt x="303" y="68"/>
                </a:lnTo>
                <a:lnTo>
                  <a:pt x="303" y="69"/>
                </a:lnTo>
                <a:lnTo>
                  <a:pt x="304" y="69"/>
                </a:lnTo>
                <a:lnTo>
                  <a:pt x="304" y="70"/>
                </a:lnTo>
                <a:lnTo>
                  <a:pt x="305" y="72"/>
                </a:lnTo>
                <a:lnTo>
                  <a:pt x="306" y="73"/>
                </a:lnTo>
                <a:lnTo>
                  <a:pt x="307" y="73"/>
                </a:lnTo>
                <a:lnTo>
                  <a:pt x="308" y="73"/>
                </a:lnTo>
                <a:lnTo>
                  <a:pt x="308" y="74"/>
                </a:lnTo>
                <a:lnTo>
                  <a:pt x="308" y="75"/>
                </a:lnTo>
                <a:lnTo>
                  <a:pt x="309" y="75"/>
                </a:lnTo>
                <a:lnTo>
                  <a:pt x="310" y="75"/>
                </a:lnTo>
                <a:lnTo>
                  <a:pt x="310" y="76"/>
                </a:lnTo>
                <a:lnTo>
                  <a:pt x="311" y="76"/>
                </a:lnTo>
                <a:lnTo>
                  <a:pt x="312" y="76"/>
                </a:lnTo>
                <a:lnTo>
                  <a:pt x="312" y="77"/>
                </a:lnTo>
                <a:lnTo>
                  <a:pt x="313" y="77"/>
                </a:lnTo>
                <a:lnTo>
                  <a:pt x="315" y="77"/>
                </a:lnTo>
                <a:lnTo>
                  <a:pt x="315" y="76"/>
                </a:lnTo>
                <a:lnTo>
                  <a:pt x="315" y="77"/>
                </a:lnTo>
                <a:lnTo>
                  <a:pt x="315" y="78"/>
                </a:lnTo>
                <a:lnTo>
                  <a:pt x="316" y="79"/>
                </a:lnTo>
                <a:lnTo>
                  <a:pt x="317" y="79"/>
                </a:lnTo>
                <a:lnTo>
                  <a:pt x="318" y="79"/>
                </a:lnTo>
                <a:lnTo>
                  <a:pt x="318" y="80"/>
                </a:lnTo>
                <a:lnTo>
                  <a:pt x="319" y="79"/>
                </a:lnTo>
                <a:lnTo>
                  <a:pt x="320" y="79"/>
                </a:lnTo>
                <a:lnTo>
                  <a:pt x="321" y="78"/>
                </a:lnTo>
                <a:lnTo>
                  <a:pt x="322" y="78"/>
                </a:lnTo>
                <a:lnTo>
                  <a:pt x="323" y="78"/>
                </a:lnTo>
                <a:lnTo>
                  <a:pt x="324" y="78"/>
                </a:lnTo>
                <a:lnTo>
                  <a:pt x="324" y="79"/>
                </a:lnTo>
                <a:lnTo>
                  <a:pt x="324" y="80"/>
                </a:lnTo>
                <a:lnTo>
                  <a:pt x="325" y="80"/>
                </a:lnTo>
                <a:lnTo>
                  <a:pt x="325" y="82"/>
                </a:lnTo>
                <a:lnTo>
                  <a:pt x="326" y="82"/>
                </a:lnTo>
                <a:lnTo>
                  <a:pt x="326" y="83"/>
                </a:lnTo>
                <a:lnTo>
                  <a:pt x="327" y="83"/>
                </a:lnTo>
                <a:lnTo>
                  <a:pt x="326" y="83"/>
                </a:lnTo>
                <a:lnTo>
                  <a:pt x="326" y="84"/>
                </a:lnTo>
                <a:lnTo>
                  <a:pt x="327" y="84"/>
                </a:lnTo>
                <a:lnTo>
                  <a:pt x="328" y="84"/>
                </a:lnTo>
                <a:lnTo>
                  <a:pt x="328" y="85"/>
                </a:lnTo>
                <a:lnTo>
                  <a:pt x="329" y="85"/>
                </a:lnTo>
                <a:lnTo>
                  <a:pt x="329" y="84"/>
                </a:lnTo>
                <a:lnTo>
                  <a:pt x="330" y="84"/>
                </a:lnTo>
                <a:lnTo>
                  <a:pt x="330" y="83"/>
                </a:lnTo>
                <a:lnTo>
                  <a:pt x="331" y="83"/>
                </a:lnTo>
                <a:lnTo>
                  <a:pt x="331" y="82"/>
                </a:lnTo>
                <a:lnTo>
                  <a:pt x="332" y="82"/>
                </a:lnTo>
                <a:lnTo>
                  <a:pt x="333" y="82"/>
                </a:lnTo>
                <a:lnTo>
                  <a:pt x="333" y="83"/>
                </a:lnTo>
                <a:lnTo>
                  <a:pt x="334" y="84"/>
                </a:lnTo>
                <a:lnTo>
                  <a:pt x="334" y="85"/>
                </a:lnTo>
                <a:lnTo>
                  <a:pt x="333" y="85"/>
                </a:lnTo>
                <a:lnTo>
                  <a:pt x="333" y="86"/>
                </a:lnTo>
                <a:lnTo>
                  <a:pt x="334" y="86"/>
                </a:lnTo>
                <a:lnTo>
                  <a:pt x="335" y="86"/>
                </a:lnTo>
                <a:lnTo>
                  <a:pt x="335" y="87"/>
                </a:lnTo>
                <a:lnTo>
                  <a:pt x="335" y="88"/>
                </a:lnTo>
                <a:lnTo>
                  <a:pt x="336" y="88"/>
                </a:lnTo>
                <a:lnTo>
                  <a:pt x="337" y="88"/>
                </a:lnTo>
                <a:lnTo>
                  <a:pt x="337" y="89"/>
                </a:lnTo>
                <a:lnTo>
                  <a:pt x="338" y="90"/>
                </a:lnTo>
                <a:lnTo>
                  <a:pt x="339" y="90"/>
                </a:lnTo>
                <a:lnTo>
                  <a:pt x="339" y="89"/>
                </a:lnTo>
                <a:lnTo>
                  <a:pt x="339" y="90"/>
                </a:lnTo>
                <a:lnTo>
                  <a:pt x="340" y="91"/>
                </a:lnTo>
                <a:lnTo>
                  <a:pt x="341" y="92"/>
                </a:lnTo>
                <a:lnTo>
                  <a:pt x="342" y="92"/>
                </a:lnTo>
                <a:lnTo>
                  <a:pt x="342" y="91"/>
                </a:lnTo>
                <a:lnTo>
                  <a:pt x="341" y="91"/>
                </a:lnTo>
                <a:lnTo>
                  <a:pt x="342" y="91"/>
                </a:lnTo>
                <a:lnTo>
                  <a:pt x="342" y="90"/>
                </a:lnTo>
                <a:lnTo>
                  <a:pt x="341" y="90"/>
                </a:lnTo>
                <a:lnTo>
                  <a:pt x="341" y="89"/>
                </a:lnTo>
                <a:lnTo>
                  <a:pt x="340" y="89"/>
                </a:lnTo>
                <a:lnTo>
                  <a:pt x="341" y="89"/>
                </a:lnTo>
                <a:lnTo>
                  <a:pt x="342" y="89"/>
                </a:lnTo>
                <a:lnTo>
                  <a:pt x="343" y="89"/>
                </a:lnTo>
                <a:lnTo>
                  <a:pt x="343" y="90"/>
                </a:lnTo>
                <a:lnTo>
                  <a:pt x="343" y="91"/>
                </a:lnTo>
                <a:lnTo>
                  <a:pt x="344" y="91"/>
                </a:lnTo>
                <a:lnTo>
                  <a:pt x="345" y="91"/>
                </a:lnTo>
                <a:lnTo>
                  <a:pt x="345" y="90"/>
                </a:lnTo>
                <a:lnTo>
                  <a:pt x="346" y="91"/>
                </a:lnTo>
                <a:lnTo>
                  <a:pt x="347" y="91"/>
                </a:lnTo>
                <a:lnTo>
                  <a:pt x="348" y="91"/>
                </a:lnTo>
                <a:lnTo>
                  <a:pt x="348" y="92"/>
                </a:lnTo>
                <a:lnTo>
                  <a:pt x="349" y="92"/>
                </a:lnTo>
                <a:lnTo>
                  <a:pt x="349" y="93"/>
                </a:lnTo>
                <a:lnTo>
                  <a:pt x="350" y="93"/>
                </a:lnTo>
                <a:lnTo>
                  <a:pt x="350" y="94"/>
                </a:lnTo>
                <a:lnTo>
                  <a:pt x="351" y="94"/>
                </a:lnTo>
                <a:lnTo>
                  <a:pt x="353" y="95"/>
                </a:lnTo>
                <a:lnTo>
                  <a:pt x="355" y="97"/>
                </a:lnTo>
                <a:lnTo>
                  <a:pt x="356" y="97"/>
                </a:lnTo>
                <a:lnTo>
                  <a:pt x="357" y="97"/>
                </a:lnTo>
                <a:lnTo>
                  <a:pt x="357" y="96"/>
                </a:lnTo>
                <a:lnTo>
                  <a:pt x="358" y="96"/>
                </a:lnTo>
                <a:lnTo>
                  <a:pt x="358" y="95"/>
                </a:lnTo>
                <a:lnTo>
                  <a:pt x="359" y="95"/>
                </a:lnTo>
                <a:lnTo>
                  <a:pt x="359" y="94"/>
                </a:lnTo>
                <a:lnTo>
                  <a:pt x="360" y="93"/>
                </a:lnTo>
                <a:lnTo>
                  <a:pt x="361" y="93"/>
                </a:lnTo>
                <a:lnTo>
                  <a:pt x="362" y="94"/>
                </a:lnTo>
                <a:lnTo>
                  <a:pt x="362" y="93"/>
                </a:lnTo>
                <a:lnTo>
                  <a:pt x="363" y="93"/>
                </a:lnTo>
                <a:lnTo>
                  <a:pt x="364" y="93"/>
                </a:lnTo>
                <a:lnTo>
                  <a:pt x="365" y="94"/>
                </a:lnTo>
                <a:lnTo>
                  <a:pt x="366" y="95"/>
                </a:lnTo>
                <a:lnTo>
                  <a:pt x="367" y="95"/>
                </a:lnTo>
                <a:lnTo>
                  <a:pt x="368" y="96"/>
                </a:lnTo>
                <a:lnTo>
                  <a:pt x="368" y="95"/>
                </a:lnTo>
                <a:lnTo>
                  <a:pt x="368" y="94"/>
                </a:lnTo>
                <a:lnTo>
                  <a:pt x="369" y="93"/>
                </a:lnTo>
                <a:lnTo>
                  <a:pt x="370" y="93"/>
                </a:lnTo>
                <a:lnTo>
                  <a:pt x="370" y="92"/>
                </a:lnTo>
                <a:lnTo>
                  <a:pt x="371" y="92"/>
                </a:lnTo>
                <a:lnTo>
                  <a:pt x="372" y="92"/>
                </a:lnTo>
                <a:lnTo>
                  <a:pt x="373" y="92"/>
                </a:lnTo>
                <a:lnTo>
                  <a:pt x="374" y="92"/>
                </a:lnTo>
                <a:lnTo>
                  <a:pt x="374" y="91"/>
                </a:lnTo>
                <a:lnTo>
                  <a:pt x="375" y="92"/>
                </a:lnTo>
                <a:lnTo>
                  <a:pt x="376" y="92"/>
                </a:lnTo>
                <a:lnTo>
                  <a:pt x="376" y="91"/>
                </a:lnTo>
                <a:lnTo>
                  <a:pt x="377" y="90"/>
                </a:lnTo>
                <a:lnTo>
                  <a:pt x="376" y="90"/>
                </a:lnTo>
                <a:lnTo>
                  <a:pt x="377" y="89"/>
                </a:lnTo>
                <a:lnTo>
                  <a:pt x="377" y="90"/>
                </a:lnTo>
                <a:lnTo>
                  <a:pt x="378" y="90"/>
                </a:lnTo>
                <a:lnTo>
                  <a:pt x="379" y="90"/>
                </a:lnTo>
                <a:lnTo>
                  <a:pt x="379" y="91"/>
                </a:lnTo>
                <a:lnTo>
                  <a:pt x="380" y="91"/>
                </a:lnTo>
                <a:lnTo>
                  <a:pt x="380" y="92"/>
                </a:lnTo>
                <a:lnTo>
                  <a:pt x="381" y="92"/>
                </a:lnTo>
                <a:lnTo>
                  <a:pt x="381" y="91"/>
                </a:lnTo>
                <a:lnTo>
                  <a:pt x="382" y="91"/>
                </a:lnTo>
                <a:lnTo>
                  <a:pt x="382" y="92"/>
                </a:lnTo>
                <a:lnTo>
                  <a:pt x="383" y="92"/>
                </a:lnTo>
                <a:lnTo>
                  <a:pt x="384" y="92"/>
                </a:lnTo>
                <a:lnTo>
                  <a:pt x="384" y="93"/>
                </a:lnTo>
                <a:lnTo>
                  <a:pt x="385" y="93"/>
                </a:lnTo>
                <a:lnTo>
                  <a:pt x="385" y="92"/>
                </a:lnTo>
                <a:lnTo>
                  <a:pt x="386" y="92"/>
                </a:lnTo>
                <a:lnTo>
                  <a:pt x="387" y="92"/>
                </a:lnTo>
                <a:lnTo>
                  <a:pt x="387" y="93"/>
                </a:lnTo>
                <a:lnTo>
                  <a:pt x="387" y="94"/>
                </a:lnTo>
                <a:lnTo>
                  <a:pt x="387" y="93"/>
                </a:lnTo>
                <a:lnTo>
                  <a:pt x="388" y="93"/>
                </a:lnTo>
                <a:lnTo>
                  <a:pt x="389" y="94"/>
                </a:lnTo>
                <a:lnTo>
                  <a:pt x="390" y="94"/>
                </a:lnTo>
                <a:lnTo>
                  <a:pt x="391" y="94"/>
                </a:lnTo>
                <a:lnTo>
                  <a:pt x="391" y="95"/>
                </a:lnTo>
                <a:lnTo>
                  <a:pt x="392" y="95"/>
                </a:lnTo>
                <a:lnTo>
                  <a:pt x="392" y="94"/>
                </a:lnTo>
                <a:lnTo>
                  <a:pt x="393" y="93"/>
                </a:lnTo>
                <a:lnTo>
                  <a:pt x="394" y="93"/>
                </a:lnTo>
                <a:lnTo>
                  <a:pt x="394" y="94"/>
                </a:lnTo>
                <a:lnTo>
                  <a:pt x="394" y="95"/>
                </a:lnTo>
                <a:lnTo>
                  <a:pt x="395" y="96"/>
                </a:lnTo>
                <a:lnTo>
                  <a:pt x="396" y="95"/>
                </a:lnTo>
                <a:lnTo>
                  <a:pt x="397" y="95"/>
                </a:lnTo>
                <a:lnTo>
                  <a:pt x="397" y="94"/>
                </a:lnTo>
                <a:lnTo>
                  <a:pt x="398" y="94"/>
                </a:lnTo>
                <a:lnTo>
                  <a:pt x="399" y="94"/>
                </a:lnTo>
                <a:lnTo>
                  <a:pt x="400" y="93"/>
                </a:lnTo>
                <a:lnTo>
                  <a:pt x="401" y="93"/>
                </a:lnTo>
                <a:lnTo>
                  <a:pt x="402" y="93"/>
                </a:lnTo>
                <a:lnTo>
                  <a:pt x="403" y="92"/>
                </a:lnTo>
                <a:lnTo>
                  <a:pt x="404" y="92"/>
                </a:lnTo>
                <a:lnTo>
                  <a:pt x="404" y="91"/>
                </a:lnTo>
                <a:lnTo>
                  <a:pt x="405" y="91"/>
                </a:lnTo>
                <a:lnTo>
                  <a:pt x="405" y="90"/>
                </a:lnTo>
                <a:lnTo>
                  <a:pt x="406" y="90"/>
                </a:lnTo>
                <a:lnTo>
                  <a:pt x="406" y="91"/>
                </a:lnTo>
                <a:lnTo>
                  <a:pt x="407" y="91"/>
                </a:lnTo>
                <a:lnTo>
                  <a:pt x="406" y="92"/>
                </a:lnTo>
                <a:lnTo>
                  <a:pt x="407" y="92"/>
                </a:lnTo>
                <a:lnTo>
                  <a:pt x="408" y="92"/>
                </a:lnTo>
                <a:lnTo>
                  <a:pt x="408" y="91"/>
                </a:lnTo>
                <a:lnTo>
                  <a:pt x="409" y="90"/>
                </a:lnTo>
                <a:lnTo>
                  <a:pt x="410" y="91"/>
                </a:lnTo>
                <a:lnTo>
                  <a:pt x="411" y="91"/>
                </a:lnTo>
                <a:lnTo>
                  <a:pt x="412" y="91"/>
                </a:lnTo>
                <a:lnTo>
                  <a:pt x="413" y="92"/>
                </a:lnTo>
                <a:lnTo>
                  <a:pt x="413" y="91"/>
                </a:lnTo>
                <a:lnTo>
                  <a:pt x="414" y="91"/>
                </a:lnTo>
                <a:lnTo>
                  <a:pt x="414" y="90"/>
                </a:lnTo>
                <a:lnTo>
                  <a:pt x="415" y="91"/>
                </a:lnTo>
                <a:lnTo>
                  <a:pt x="414" y="91"/>
                </a:lnTo>
                <a:lnTo>
                  <a:pt x="414" y="92"/>
                </a:lnTo>
                <a:lnTo>
                  <a:pt x="415" y="93"/>
                </a:lnTo>
                <a:lnTo>
                  <a:pt x="416" y="93"/>
                </a:lnTo>
                <a:lnTo>
                  <a:pt x="417" y="93"/>
                </a:lnTo>
                <a:lnTo>
                  <a:pt x="417" y="92"/>
                </a:lnTo>
                <a:lnTo>
                  <a:pt x="417" y="91"/>
                </a:lnTo>
                <a:lnTo>
                  <a:pt x="417" y="90"/>
                </a:lnTo>
                <a:lnTo>
                  <a:pt x="417" y="89"/>
                </a:lnTo>
                <a:lnTo>
                  <a:pt x="417" y="88"/>
                </a:lnTo>
                <a:lnTo>
                  <a:pt x="418" y="88"/>
                </a:lnTo>
                <a:lnTo>
                  <a:pt x="419" y="88"/>
                </a:lnTo>
                <a:lnTo>
                  <a:pt x="420" y="87"/>
                </a:lnTo>
                <a:lnTo>
                  <a:pt x="421" y="87"/>
                </a:lnTo>
                <a:lnTo>
                  <a:pt x="421" y="88"/>
                </a:lnTo>
                <a:lnTo>
                  <a:pt x="422" y="88"/>
                </a:lnTo>
                <a:lnTo>
                  <a:pt x="423" y="89"/>
                </a:lnTo>
                <a:lnTo>
                  <a:pt x="423" y="90"/>
                </a:lnTo>
                <a:lnTo>
                  <a:pt x="424" y="90"/>
                </a:lnTo>
                <a:lnTo>
                  <a:pt x="425" y="90"/>
                </a:lnTo>
                <a:lnTo>
                  <a:pt x="427" y="90"/>
                </a:lnTo>
                <a:lnTo>
                  <a:pt x="428" y="91"/>
                </a:lnTo>
                <a:lnTo>
                  <a:pt x="428" y="92"/>
                </a:lnTo>
                <a:lnTo>
                  <a:pt x="429" y="92"/>
                </a:lnTo>
                <a:lnTo>
                  <a:pt x="430" y="92"/>
                </a:lnTo>
                <a:lnTo>
                  <a:pt x="431" y="92"/>
                </a:lnTo>
                <a:lnTo>
                  <a:pt x="432" y="92"/>
                </a:lnTo>
                <a:lnTo>
                  <a:pt x="431" y="91"/>
                </a:lnTo>
                <a:lnTo>
                  <a:pt x="431" y="90"/>
                </a:lnTo>
                <a:lnTo>
                  <a:pt x="432" y="90"/>
                </a:lnTo>
                <a:lnTo>
                  <a:pt x="432" y="89"/>
                </a:lnTo>
                <a:lnTo>
                  <a:pt x="432" y="88"/>
                </a:lnTo>
                <a:lnTo>
                  <a:pt x="433" y="88"/>
                </a:lnTo>
                <a:lnTo>
                  <a:pt x="433" y="87"/>
                </a:lnTo>
                <a:lnTo>
                  <a:pt x="434" y="87"/>
                </a:lnTo>
                <a:lnTo>
                  <a:pt x="434" y="88"/>
                </a:lnTo>
                <a:lnTo>
                  <a:pt x="435" y="87"/>
                </a:lnTo>
                <a:lnTo>
                  <a:pt x="436" y="86"/>
                </a:lnTo>
                <a:lnTo>
                  <a:pt x="437" y="86"/>
                </a:lnTo>
                <a:lnTo>
                  <a:pt x="437" y="87"/>
                </a:lnTo>
                <a:lnTo>
                  <a:pt x="438" y="87"/>
                </a:lnTo>
                <a:lnTo>
                  <a:pt x="438" y="88"/>
                </a:lnTo>
                <a:lnTo>
                  <a:pt x="438" y="89"/>
                </a:lnTo>
                <a:lnTo>
                  <a:pt x="439" y="89"/>
                </a:lnTo>
                <a:lnTo>
                  <a:pt x="440" y="90"/>
                </a:lnTo>
                <a:lnTo>
                  <a:pt x="441" y="91"/>
                </a:lnTo>
                <a:lnTo>
                  <a:pt x="442" y="91"/>
                </a:lnTo>
                <a:lnTo>
                  <a:pt x="442" y="92"/>
                </a:lnTo>
                <a:lnTo>
                  <a:pt x="443" y="92"/>
                </a:lnTo>
                <a:lnTo>
                  <a:pt x="444" y="93"/>
                </a:lnTo>
                <a:lnTo>
                  <a:pt x="444" y="94"/>
                </a:lnTo>
                <a:lnTo>
                  <a:pt x="445" y="95"/>
                </a:lnTo>
                <a:lnTo>
                  <a:pt x="446" y="95"/>
                </a:lnTo>
                <a:lnTo>
                  <a:pt x="447" y="95"/>
                </a:lnTo>
                <a:lnTo>
                  <a:pt x="447" y="96"/>
                </a:lnTo>
                <a:lnTo>
                  <a:pt x="448" y="96"/>
                </a:lnTo>
                <a:lnTo>
                  <a:pt x="447" y="96"/>
                </a:lnTo>
                <a:lnTo>
                  <a:pt x="447" y="97"/>
                </a:lnTo>
                <a:lnTo>
                  <a:pt x="446" y="97"/>
                </a:lnTo>
                <a:lnTo>
                  <a:pt x="446" y="98"/>
                </a:lnTo>
                <a:lnTo>
                  <a:pt x="447" y="98"/>
                </a:lnTo>
                <a:lnTo>
                  <a:pt x="448" y="98"/>
                </a:lnTo>
                <a:lnTo>
                  <a:pt x="448" y="99"/>
                </a:lnTo>
                <a:lnTo>
                  <a:pt x="449" y="100"/>
                </a:lnTo>
                <a:lnTo>
                  <a:pt x="450" y="101"/>
                </a:lnTo>
                <a:lnTo>
                  <a:pt x="450" y="100"/>
                </a:lnTo>
                <a:lnTo>
                  <a:pt x="451" y="100"/>
                </a:lnTo>
                <a:lnTo>
                  <a:pt x="452" y="100"/>
                </a:lnTo>
                <a:lnTo>
                  <a:pt x="452" y="101"/>
                </a:lnTo>
                <a:lnTo>
                  <a:pt x="453" y="101"/>
                </a:lnTo>
                <a:lnTo>
                  <a:pt x="453" y="102"/>
                </a:lnTo>
                <a:lnTo>
                  <a:pt x="454" y="102"/>
                </a:lnTo>
                <a:lnTo>
                  <a:pt x="455" y="102"/>
                </a:lnTo>
                <a:lnTo>
                  <a:pt x="455" y="103"/>
                </a:lnTo>
                <a:lnTo>
                  <a:pt x="456" y="103"/>
                </a:lnTo>
                <a:lnTo>
                  <a:pt x="457" y="102"/>
                </a:lnTo>
                <a:lnTo>
                  <a:pt x="459" y="102"/>
                </a:lnTo>
                <a:lnTo>
                  <a:pt x="460" y="101"/>
                </a:lnTo>
                <a:lnTo>
                  <a:pt x="461" y="100"/>
                </a:lnTo>
                <a:lnTo>
                  <a:pt x="460" y="100"/>
                </a:lnTo>
                <a:lnTo>
                  <a:pt x="461" y="100"/>
                </a:lnTo>
                <a:lnTo>
                  <a:pt x="462" y="100"/>
                </a:lnTo>
                <a:lnTo>
                  <a:pt x="463" y="100"/>
                </a:lnTo>
                <a:lnTo>
                  <a:pt x="463" y="99"/>
                </a:lnTo>
                <a:lnTo>
                  <a:pt x="464" y="98"/>
                </a:lnTo>
                <a:lnTo>
                  <a:pt x="465" y="98"/>
                </a:lnTo>
                <a:lnTo>
                  <a:pt x="466" y="97"/>
                </a:lnTo>
                <a:lnTo>
                  <a:pt x="467" y="97"/>
                </a:lnTo>
                <a:lnTo>
                  <a:pt x="468" y="97"/>
                </a:lnTo>
                <a:lnTo>
                  <a:pt x="468" y="98"/>
                </a:lnTo>
                <a:lnTo>
                  <a:pt x="468" y="99"/>
                </a:lnTo>
                <a:lnTo>
                  <a:pt x="469" y="100"/>
                </a:lnTo>
                <a:lnTo>
                  <a:pt x="470" y="100"/>
                </a:lnTo>
                <a:lnTo>
                  <a:pt x="469" y="99"/>
                </a:lnTo>
                <a:lnTo>
                  <a:pt x="469" y="98"/>
                </a:lnTo>
                <a:lnTo>
                  <a:pt x="468" y="97"/>
                </a:lnTo>
                <a:lnTo>
                  <a:pt x="469" y="96"/>
                </a:lnTo>
                <a:lnTo>
                  <a:pt x="470" y="96"/>
                </a:lnTo>
                <a:lnTo>
                  <a:pt x="471" y="96"/>
                </a:lnTo>
                <a:lnTo>
                  <a:pt x="471" y="95"/>
                </a:lnTo>
                <a:lnTo>
                  <a:pt x="472" y="95"/>
                </a:lnTo>
                <a:lnTo>
                  <a:pt x="473" y="95"/>
                </a:lnTo>
                <a:lnTo>
                  <a:pt x="473" y="94"/>
                </a:lnTo>
                <a:lnTo>
                  <a:pt x="472" y="94"/>
                </a:lnTo>
                <a:lnTo>
                  <a:pt x="472" y="93"/>
                </a:lnTo>
                <a:lnTo>
                  <a:pt x="473" y="93"/>
                </a:lnTo>
                <a:lnTo>
                  <a:pt x="474" y="94"/>
                </a:lnTo>
                <a:lnTo>
                  <a:pt x="475" y="94"/>
                </a:lnTo>
                <a:lnTo>
                  <a:pt x="475" y="92"/>
                </a:lnTo>
                <a:lnTo>
                  <a:pt x="475" y="91"/>
                </a:lnTo>
                <a:lnTo>
                  <a:pt x="476" y="91"/>
                </a:lnTo>
                <a:lnTo>
                  <a:pt x="476" y="90"/>
                </a:lnTo>
                <a:lnTo>
                  <a:pt x="477" y="90"/>
                </a:lnTo>
                <a:lnTo>
                  <a:pt x="477" y="89"/>
                </a:lnTo>
                <a:lnTo>
                  <a:pt x="477" y="88"/>
                </a:lnTo>
                <a:lnTo>
                  <a:pt x="478" y="89"/>
                </a:lnTo>
                <a:lnTo>
                  <a:pt x="478" y="88"/>
                </a:lnTo>
                <a:lnTo>
                  <a:pt x="479" y="87"/>
                </a:lnTo>
                <a:lnTo>
                  <a:pt x="479" y="88"/>
                </a:lnTo>
                <a:lnTo>
                  <a:pt x="480" y="88"/>
                </a:lnTo>
                <a:lnTo>
                  <a:pt x="481" y="88"/>
                </a:lnTo>
                <a:lnTo>
                  <a:pt x="482" y="88"/>
                </a:lnTo>
                <a:lnTo>
                  <a:pt x="482" y="89"/>
                </a:lnTo>
                <a:lnTo>
                  <a:pt x="483" y="89"/>
                </a:lnTo>
                <a:lnTo>
                  <a:pt x="483" y="88"/>
                </a:lnTo>
                <a:lnTo>
                  <a:pt x="484" y="88"/>
                </a:lnTo>
                <a:lnTo>
                  <a:pt x="485" y="89"/>
                </a:lnTo>
                <a:lnTo>
                  <a:pt x="485" y="90"/>
                </a:lnTo>
                <a:lnTo>
                  <a:pt x="486" y="90"/>
                </a:lnTo>
                <a:lnTo>
                  <a:pt x="486" y="91"/>
                </a:lnTo>
                <a:lnTo>
                  <a:pt x="486" y="92"/>
                </a:lnTo>
                <a:lnTo>
                  <a:pt x="485" y="93"/>
                </a:lnTo>
                <a:lnTo>
                  <a:pt x="486" y="93"/>
                </a:lnTo>
                <a:lnTo>
                  <a:pt x="486" y="94"/>
                </a:lnTo>
                <a:lnTo>
                  <a:pt x="487" y="94"/>
                </a:lnTo>
                <a:lnTo>
                  <a:pt x="487" y="93"/>
                </a:lnTo>
                <a:lnTo>
                  <a:pt x="488" y="93"/>
                </a:lnTo>
                <a:lnTo>
                  <a:pt x="488" y="94"/>
                </a:lnTo>
                <a:lnTo>
                  <a:pt x="487" y="94"/>
                </a:lnTo>
                <a:lnTo>
                  <a:pt x="487" y="95"/>
                </a:lnTo>
                <a:lnTo>
                  <a:pt x="486" y="96"/>
                </a:lnTo>
                <a:lnTo>
                  <a:pt x="486" y="97"/>
                </a:lnTo>
                <a:lnTo>
                  <a:pt x="487" y="98"/>
                </a:lnTo>
                <a:lnTo>
                  <a:pt x="488" y="98"/>
                </a:lnTo>
                <a:lnTo>
                  <a:pt x="488" y="99"/>
                </a:lnTo>
                <a:lnTo>
                  <a:pt x="488" y="100"/>
                </a:lnTo>
                <a:lnTo>
                  <a:pt x="486" y="101"/>
                </a:lnTo>
                <a:lnTo>
                  <a:pt x="486" y="102"/>
                </a:lnTo>
                <a:lnTo>
                  <a:pt x="485" y="102"/>
                </a:lnTo>
                <a:lnTo>
                  <a:pt x="486" y="102"/>
                </a:lnTo>
                <a:lnTo>
                  <a:pt x="486" y="103"/>
                </a:lnTo>
                <a:lnTo>
                  <a:pt x="486" y="104"/>
                </a:lnTo>
                <a:lnTo>
                  <a:pt x="485" y="104"/>
                </a:lnTo>
                <a:lnTo>
                  <a:pt x="485" y="106"/>
                </a:lnTo>
                <a:lnTo>
                  <a:pt x="486" y="106"/>
                </a:lnTo>
                <a:lnTo>
                  <a:pt x="486" y="108"/>
                </a:lnTo>
                <a:lnTo>
                  <a:pt x="486" y="109"/>
                </a:lnTo>
                <a:lnTo>
                  <a:pt x="487" y="110"/>
                </a:lnTo>
                <a:lnTo>
                  <a:pt x="488" y="110"/>
                </a:lnTo>
                <a:lnTo>
                  <a:pt x="488" y="109"/>
                </a:lnTo>
                <a:lnTo>
                  <a:pt x="489" y="110"/>
                </a:lnTo>
                <a:lnTo>
                  <a:pt x="489" y="111"/>
                </a:lnTo>
                <a:lnTo>
                  <a:pt x="489" y="112"/>
                </a:lnTo>
                <a:lnTo>
                  <a:pt x="488" y="112"/>
                </a:lnTo>
                <a:lnTo>
                  <a:pt x="488" y="113"/>
                </a:lnTo>
                <a:lnTo>
                  <a:pt x="487" y="114"/>
                </a:lnTo>
                <a:lnTo>
                  <a:pt x="487" y="115"/>
                </a:lnTo>
                <a:lnTo>
                  <a:pt x="487" y="117"/>
                </a:lnTo>
                <a:lnTo>
                  <a:pt x="487" y="118"/>
                </a:lnTo>
                <a:lnTo>
                  <a:pt x="486" y="119"/>
                </a:lnTo>
                <a:lnTo>
                  <a:pt x="485" y="119"/>
                </a:lnTo>
                <a:lnTo>
                  <a:pt x="485" y="118"/>
                </a:lnTo>
                <a:lnTo>
                  <a:pt x="484" y="118"/>
                </a:lnTo>
                <a:lnTo>
                  <a:pt x="483" y="118"/>
                </a:lnTo>
                <a:lnTo>
                  <a:pt x="484" y="118"/>
                </a:lnTo>
                <a:lnTo>
                  <a:pt x="484" y="119"/>
                </a:lnTo>
                <a:lnTo>
                  <a:pt x="484" y="120"/>
                </a:lnTo>
                <a:lnTo>
                  <a:pt x="484" y="121"/>
                </a:lnTo>
                <a:lnTo>
                  <a:pt x="484" y="122"/>
                </a:lnTo>
                <a:lnTo>
                  <a:pt x="485" y="122"/>
                </a:lnTo>
                <a:lnTo>
                  <a:pt x="485" y="123"/>
                </a:lnTo>
                <a:lnTo>
                  <a:pt x="486" y="123"/>
                </a:lnTo>
                <a:lnTo>
                  <a:pt x="486" y="124"/>
                </a:lnTo>
                <a:lnTo>
                  <a:pt x="487" y="125"/>
                </a:lnTo>
                <a:lnTo>
                  <a:pt x="488" y="125"/>
                </a:lnTo>
                <a:lnTo>
                  <a:pt x="488" y="126"/>
                </a:lnTo>
                <a:lnTo>
                  <a:pt x="489" y="126"/>
                </a:lnTo>
                <a:lnTo>
                  <a:pt x="489" y="125"/>
                </a:lnTo>
                <a:lnTo>
                  <a:pt x="489" y="126"/>
                </a:lnTo>
                <a:lnTo>
                  <a:pt x="490" y="127"/>
                </a:lnTo>
                <a:lnTo>
                  <a:pt x="490" y="128"/>
                </a:lnTo>
                <a:lnTo>
                  <a:pt x="489" y="129"/>
                </a:lnTo>
                <a:lnTo>
                  <a:pt x="488" y="129"/>
                </a:lnTo>
                <a:lnTo>
                  <a:pt x="487" y="130"/>
                </a:lnTo>
                <a:lnTo>
                  <a:pt x="487" y="131"/>
                </a:lnTo>
                <a:lnTo>
                  <a:pt x="487" y="132"/>
                </a:lnTo>
                <a:lnTo>
                  <a:pt x="488" y="133"/>
                </a:lnTo>
                <a:lnTo>
                  <a:pt x="489" y="133"/>
                </a:lnTo>
                <a:lnTo>
                  <a:pt x="490" y="133"/>
                </a:lnTo>
                <a:lnTo>
                  <a:pt x="491" y="133"/>
                </a:lnTo>
                <a:lnTo>
                  <a:pt x="491" y="134"/>
                </a:lnTo>
                <a:lnTo>
                  <a:pt x="492" y="134"/>
                </a:lnTo>
                <a:lnTo>
                  <a:pt x="492" y="135"/>
                </a:lnTo>
                <a:lnTo>
                  <a:pt x="491" y="135"/>
                </a:lnTo>
                <a:lnTo>
                  <a:pt x="491" y="136"/>
                </a:lnTo>
                <a:lnTo>
                  <a:pt x="491" y="138"/>
                </a:lnTo>
                <a:lnTo>
                  <a:pt x="492" y="138"/>
                </a:lnTo>
                <a:lnTo>
                  <a:pt x="492" y="139"/>
                </a:lnTo>
                <a:lnTo>
                  <a:pt x="493" y="139"/>
                </a:lnTo>
                <a:lnTo>
                  <a:pt x="494" y="139"/>
                </a:lnTo>
                <a:lnTo>
                  <a:pt x="494" y="140"/>
                </a:lnTo>
                <a:lnTo>
                  <a:pt x="494" y="141"/>
                </a:lnTo>
                <a:lnTo>
                  <a:pt x="494" y="142"/>
                </a:lnTo>
                <a:lnTo>
                  <a:pt x="494" y="143"/>
                </a:lnTo>
                <a:lnTo>
                  <a:pt x="493" y="143"/>
                </a:lnTo>
                <a:lnTo>
                  <a:pt x="493" y="144"/>
                </a:lnTo>
                <a:lnTo>
                  <a:pt x="494" y="144"/>
                </a:lnTo>
                <a:lnTo>
                  <a:pt x="494" y="145"/>
                </a:lnTo>
                <a:lnTo>
                  <a:pt x="494" y="146"/>
                </a:lnTo>
                <a:lnTo>
                  <a:pt x="495" y="147"/>
                </a:lnTo>
                <a:lnTo>
                  <a:pt x="496" y="147"/>
                </a:lnTo>
                <a:lnTo>
                  <a:pt x="496" y="146"/>
                </a:lnTo>
                <a:lnTo>
                  <a:pt x="497" y="146"/>
                </a:lnTo>
                <a:lnTo>
                  <a:pt x="497" y="147"/>
                </a:lnTo>
                <a:lnTo>
                  <a:pt x="498" y="147"/>
                </a:lnTo>
                <a:lnTo>
                  <a:pt x="498" y="146"/>
                </a:lnTo>
                <a:lnTo>
                  <a:pt x="499" y="146"/>
                </a:lnTo>
                <a:lnTo>
                  <a:pt x="500" y="145"/>
                </a:lnTo>
                <a:lnTo>
                  <a:pt x="500" y="144"/>
                </a:lnTo>
                <a:lnTo>
                  <a:pt x="501" y="143"/>
                </a:lnTo>
                <a:lnTo>
                  <a:pt x="502" y="143"/>
                </a:lnTo>
                <a:lnTo>
                  <a:pt x="503" y="143"/>
                </a:lnTo>
                <a:lnTo>
                  <a:pt x="503" y="144"/>
                </a:lnTo>
                <a:lnTo>
                  <a:pt x="504" y="145"/>
                </a:lnTo>
                <a:lnTo>
                  <a:pt x="505" y="145"/>
                </a:lnTo>
                <a:lnTo>
                  <a:pt x="505" y="146"/>
                </a:lnTo>
                <a:lnTo>
                  <a:pt x="505" y="147"/>
                </a:lnTo>
                <a:lnTo>
                  <a:pt x="504" y="148"/>
                </a:lnTo>
                <a:lnTo>
                  <a:pt x="504" y="149"/>
                </a:lnTo>
                <a:lnTo>
                  <a:pt x="504" y="150"/>
                </a:lnTo>
                <a:lnTo>
                  <a:pt x="504" y="151"/>
                </a:lnTo>
                <a:lnTo>
                  <a:pt x="504" y="152"/>
                </a:lnTo>
                <a:lnTo>
                  <a:pt x="505" y="152"/>
                </a:lnTo>
                <a:lnTo>
                  <a:pt x="505" y="153"/>
                </a:lnTo>
                <a:lnTo>
                  <a:pt x="506" y="153"/>
                </a:lnTo>
                <a:lnTo>
                  <a:pt x="506" y="154"/>
                </a:lnTo>
                <a:lnTo>
                  <a:pt x="506" y="155"/>
                </a:lnTo>
                <a:lnTo>
                  <a:pt x="507" y="156"/>
                </a:lnTo>
                <a:lnTo>
                  <a:pt x="508" y="156"/>
                </a:lnTo>
                <a:lnTo>
                  <a:pt x="509" y="155"/>
                </a:lnTo>
                <a:lnTo>
                  <a:pt x="510" y="154"/>
                </a:lnTo>
                <a:lnTo>
                  <a:pt x="511" y="154"/>
                </a:lnTo>
                <a:lnTo>
                  <a:pt x="512" y="154"/>
                </a:lnTo>
                <a:lnTo>
                  <a:pt x="513" y="154"/>
                </a:lnTo>
                <a:lnTo>
                  <a:pt x="514" y="154"/>
                </a:lnTo>
                <a:lnTo>
                  <a:pt x="514" y="153"/>
                </a:lnTo>
                <a:lnTo>
                  <a:pt x="515" y="153"/>
                </a:lnTo>
                <a:lnTo>
                  <a:pt x="516" y="153"/>
                </a:lnTo>
                <a:lnTo>
                  <a:pt x="517" y="153"/>
                </a:lnTo>
                <a:lnTo>
                  <a:pt x="517" y="152"/>
                </a:lnTo>
                <a:lnTo>
                  <a:pt x="517" y="151"/>
                </a:lnTo>
                <a:lnTo>
                  <a:pt x="518" y="151"/>
                </a:lnTo>
                <a:lnTo>
                  <a:pt x="519" y="151"/>
                </a:lnTo>
                <a:lnTo>
                  <a:pt x="519" y="150"/>
                </a:lnTo>
                <a:lnTo>
                  <a:pt x="519" y="149"/>
                </a:lnTo>
                <a:lnTo>
                  <a:pt x="520" y="149"/>
                </a:lnTo>
                <a:lnTo>
                  <a:pt x="520" y="148"/>
                </a:lnTo>
                <a:lnTo>
                  <a:pt x="520" y="147"/>
                </a:lnTo>
                <a:lnTo>
                  <a:pt x="521" y="147"/>
                </a:lnTo>
                <a:lnTo>
                  <a:pt x="522" y="147"/>
                </a:lnTo>
                <a:lnTo>
                  <a:pt x="523" y="147"/>
                </a:lnTo>
                <a:lnTo>
                  <a:pt x="523" y="146"/>
                </a:lnTo>
                <a:lnTo>
                  <a:pt x="524" y="146"/>
                </a:lnTo>
                <a:lnTo>
                  <a:pt x="525" y="146"/>
                </a:lnTo>
                <a:lnTo>
                  <a:pt x="526" y="146"/>
                </a:lnTo>
                <a:lnTo>
                  <a:pt x="527" y="147"/>
                </a:lnTo>
                <a:lnTo>
                  <a:pt x="528" y="147"/>
                </a:lnTo>
                <a:lnTo>
                  <a:pt x="528" y="148"/>
                </a:lnTo>
                <a:lnTo>
                  <a:pt x="529" y="148"/>
                </a:lnTo>
                <a:lnTo>
                  <a:pt x="529" y="147"/>
                </a:lnTo>
                <a:lnTo>
                  <a:pt x="530" y="147"/>
                </a:lnTo>
                <a:lnTo>
                  <a:pt x="530" y="148"/>
                </a:lnTo>
                <a:lnTo>
                  <a:pt x="530" y="149"/>
                </a:lnTo>
                <a:lnTo>
                  <a:pt x="531" y="150"/>
                </a:lnTo>
                <a:lnTo>
                  <a:pt x="532" y="150"/>
                </a:lnTo>
                <a:lnTo>
                  <a:pt x="532" y="151"/>
                </a:lnTo>
                <a:lnTo>
                  <a:pt x="532" y="152"/>
                </a:lnTo>
                <a:lnTo>
                  <a:pt x="533" y="153"/>
                </a:lnTo>
                <a:lnTo>
                  <a:pt x="533" y="154"/>
                </a:lnTo>
                <a:lnTo>
                  <a:pt x="534" y="154"/>
                </a:lnTo>
                <a:lnTo>
                  <a:pt x="534" y="155"/>
                </a:lnTo>
                <a:lnTo>
                  <a:pt x="535" y="155"/>
                </a:lnTo>
                <a:lnTo>
                  <a:pt x="535" y="156"/>
                </a:lnTo>
                <a:lnTo>
                  <a:pt x="536" y="156"/>
                </a:lnTo>
                <a:lnTo>
                  <a:pt x="537" y="156"/>
                </a:lnTo>
                <a:lnTo>
                  <a:pt x="538" y="156"/>
                </a:lnTo>
                <a:lnTo>
                  <a:pt x="539" y="156"/>
                </a:lnTo>
                <a:lnTo>
                  <a:pt x="540" y="156"/>
                </a:lnTo>
                <a:lnTo>
                  <a:pt x="541" y="156"/>
                </a:lnTo>
                <a:lnTo>
                  <a:pt x="542" y="156"/>
                </a:lnTo>
                <a:lnTo>
                  <a:pt x="543" y="157"/>
                </a:lnTo>
                <a:lnTo>
                  <a:pt x="544" y="157"/>
                </a:lnTo>
                <a:lnTo>
                  <a:pt x="545" y="156"/>
                </a:lnTo>
                <a:lnTo>
                  <a:pt x="546" y="157"/>
                </a:lnTo>
                <a:lnTo>
                  <a:pt x="547" y="158"/>
                </a:lnTo>
                <a:lnTo>
                  <a:pt x="546" y="158"/>
                </a:lnTo>
                <a:lnTo>
                  <a:pt x="547" y="158"/>
                </a:lnTo>
                <a:lnTo>
                  <a:pt x="548" y="158"/>
                </a:lnTo>
                <a:lnTo>
                  <a:pt x="549" y="159"/>
                </a:lnTo>
                <a:lnTo>
                  <a:pt x="549" y="158"/>
                </a:lnTo>
                <a:lnTo>
                  <a:pt x="549" y="157"/>
                </a:lnTo>
                <a:lnTo>
                  <a:pt x="550" y="157"/>
                </a:lnTo>
                <a:lnTo>
                  <a:pt x="550" y="158"/>
                </a:lnTo>
                <a:lnTo>
                  <a:pt x="551" y="158"/>
                </a:lnTo>
                <a:lnTo>
                  <a:pt x="551" y="157"/>
                </a:lnTo>
                <a:lnTo>
                  <a:pt x="552" y="157"/>
                </a:lnTo>
                <a:lnTo>
                  <a:pt x="553" y="157"/>
                </a:lnTo>
                <a:lnTo>
                  <a:pt x="553" y="158"/>
                </a:lnTo>
                <a:lnTo>
                  <a:pt x="554" y="158"/>
                </a:lnTo>
                <a:lnTo>
                  <a:pt x="554" y="157"/>
                </a:lnTo>
                <a:lnTo>
                  <a:pt x="555" y="157"/>
                </a:lnTo>
                <a:lnTo>
                  <a:pt x="554" y="156"/>
                </a:lnTo>
                <a:lnTo>
                  <a:pt x="554" y="157"/>
                </a:lnTo>
                <a:lnTo>
                  <a:pt x="553" y="156"/>
                </a:lnTo>
                <a:lnTo>
                  <a:pt x="554" y="156"/>
                </a:lnTo>
                <a:lnTo>
                  <a:pt x="554" y="155"/>
                </a:lnTo>
                <a:lnTo>
                  <a:pt x="555" y="154"/>
                </a:lnTo>
                <a:lnTo>
                  <a:pt x="556" y="155"/>
                </a:lnTo>
                <a:lnTo>
                  <a:pt x="556" y="156"/>
                </a:lnTo>
                <a:lnTo>
                  <a:pt x="557" y="156"/>
                </a:lnTo>
                <a:lnTo>
                  <a:pt x="556" y="156"/>
                </a:lnTo>
                <a:lnTo>
                  <a:pt x="556" y="157"/>
                </a:lnTo>
                <a:lnTo>
                  <a:pt x="557" y="157"/>
                </a:lnTo>
                <a:lnTo>
                  <a:pt x="558" y="156"/>
                </a:lnTo>
                <a:lnTo>
                  <a:pt x="559" y="155"/>
                </a:lnTo>
                <a:lnTo>
                  <a:pt x="558" y="155"/>
                </a:lnTo>
                <a:lnTo>
                  <a:pt x="558" y="154"/>
                </a:lnTo>
                <a:lnTo>
                  <a:pt x="559" y="154"/>
                </a:lnTo>
                <a:lnTo>
                  <a:pt x="559" y="155"/>
                </a:lnTo>
                <a:lnTo>
                  <a:pt x="560" y="155"/>
                </a:lnTo>
                <a:lnTo>
                  <a:pt x="561" y="155"/>
                </a:lnTo>
                <a:lnTo>
                  <a:pt x="562" y="156"/>
                </a:lnTo>
                <a:lnTo>
                  <a:pt x="561" y="156"/>
                </a:lnTo>
                <a:lnTo>
                  <a:pt x="561" y="157"/>
                </a:lnTo>
                <a:lnTo>
                  <a:pt x="561" y="158"/>
                </a:lnTo>
                <a:lnTo>
                  <a:pt x="561" y="159"/>
                </a:lnTo>
                <a:lnTo>
                  <a:pt x="561" y="160"/>
                </a:lnTo>
                <a:lnTo>
                  <a:pt x="561" y="161"/>
                </a:lnTo>
                <a:lnTo>
                  <a:pt x="562" y="161"/>
                </a:lnTo>
                <a:lnTo>
                  <a:pt x="562" y="162"/>
                </a:lnTo>
                <a:lnTo>
                  <a:pt x="561" y="162"/>
                </a:lnTo>
                <a:lnTo>
                  <a:pt x="560" y="163"/>
                </a:lnTo>
                <a:lnTo>
                  <a:pt x="560" y="164"/>
                </a:lnTo>
                <a:lnTo>
                  <a:pt x="560" y="165"/>
                </a:lnTo>
                <a:lnTo>
                  <a:pt x="560" y="166"/>
                </a:lnTo>
                <a:lnTo>
                  <a:pt x="559" y="166"/>
                </a:lnTo>
                <a:lnTo>
                  <a:pt x="559" y="167"/>
                </a:lnTo>
                <a:lnTo>
                  <a:pt x="558" y="167"/>
                </a:lnTo>
                <a:lnTo>
                  <a:pt x="558" y="168"/>
                </a:lnTo>
                <a:lnTo>
                  <a:pt x="558" y="169"/>
                </a:lnTo>
                <a:lnTo>
                  <a:pt x="558" y="170"/>
                </a:lnTo>
                <a:lnTo>
                  <a:pt x="558" y="171"/>
                </a:lnTo>
                <a:lnTo>
                  <a:pt x="559" y="172"/>
                </a:lnTo>
                <a:lnTo>
                  <a:pt x="559" y="173"/>
                </a:lnTo>
                <a:lnTo>
                  <a:pt x="559" y="174"/>
                </a:lnTo>
                <a:lnTo>
                  <a:pt x="559" y="175"/>
                </a:lnTo>
                <a:lnTo>
                  <a:pt x="560" y="176"/>
                </a:lnTo>
                <a:lnTo>
                  <a:pt x="561" y="175"/>
                </a:lnTo>
                <a:lnTo>
                  <a:pt x="562" y="176"/>
                </a:lnTo>
                <a:lnTo>
                  <a:pt x="562" y="175"/>
                </a:lnTo>
                <a:lnTo>
                  <a:pt x="562" y="174"/>
                </a:lnTo>
                <a:lnTo>
                  <a:pt x="563" y="174"/>
                </a:lnTo>
                <a:lnTo>
                  <a:pt x="564" y="174"/>
                </a:lnTo>
                <a:lnTo>
                  <a:pt x="564" y="173"/>
                </a:lnTo>
                <a:lnTo>
                  <a:pt x="565" y="173"/>
                </a:lnTo>
                <a:lnTo>
                  <a:pt x="566" y="173"/>
                </a:lnTo>
                <a:lnTo>
                  <a:pt x="567" y="173"/>
                </a:lnTo>
                <a:lnTo>
                  <a:pt x="567" y="174"/>
                </a:lnTo>
                <a:lnTo>
                  <a:pt x="568" y="175"/>
                </a:lnTo>
                <a:lnTo>
                  <a:pt x="568" y="176"/>
                </a:lnTo>
                <a:lnTo>
                  <a:pt x="569" y="177"/>
                </a:lnTo>
                <a:lnTo>
                  <a:pt x="570" y="177"/>
                </a:lnTo>
                <a:lnTo>
                  <a:pt x="571" y="177"/>
                </a:lnTo>
                <a:lnTo>
                  <a:pt x="572" y="177"/>
                </a:lnTo>
                <a:lnTo>
                  <a:pt x="572" y="178"/>
                </a:lnTo>
                <a:lnTo>
                  <a:pt x="571" y="178"/>
                </a:lnTo>
                <a:lnTo>
                  <a:pt x="571" y="179"/>
                </a:lnTo>
                <a:lnTo>
                  <a:pt x="572" y="179"/>
                </a:lnTo>
                <a:lnTo>
                  <a:pt x="573" y="179"/>
                </a:lnTo>
                <a:lnTo>
                  <a:pt x="573" y="180"/>
                </a:lnTo>
                <a:lnTo>
                  <a:pt x="574" y="180"/>
                </a:lnTo>
                <a:lnTo>
                  <a:pt x="575" y="179"/>
                </a:lnTo>
                <a:lnTo>
                  <a:pt x="576" y="179"/>
                </a:lnTo>
                <a:lnTo>
                  <a:pt x="576" y="180"/>
                </a:lnTo>
                <a:lnTo>
                  <a:pt x="576" y="179"/>
                </a:lnTo>
                <a:lnTo>
                  <a:pt x="577" y="179"/>
                </a:lnTo>
                <a:lnTo>
                  <a:pt x="578" y="180"/>
                </a:lnTo>
                <a:lnTo>
                  <a:pt x="579" y="180"/>
                </a:lnTo>
                <a:lnTo>
                  <a:pt x="579" y="179"/>
                </a:lnTo>
                <a:lnTo>
                  <a:pt x="579" y="180"/>
                </a:lnTo>
                <a:lnTo>
                  <a:pt x="579" y="179"/>
                </a:lnTo>
                <a:lnTo>
                  <a:pt x="580" y="180"/>
                </a:lnTo>
                <a:lnTo>
                  <a:pt x="579" y="180"/>
                </a:lnTo>
                <a:lnTo>
                  <a:pt x="578" y="180"/>
                </a:lnTo>
                <a:lnTo>
                  <a:pt x="578" y="181"/>
                </a:lnTo>
                <a:lnTo>
                  <a:pt x="579" y="181"/>
                </a:lnTo>
                <a:lnTo>
                  <a:pt x="578" y="181"/>
                </a:lnTo>
                <a:lnTo>
                  <a:pt x="578" y="182"/>
                </a:lnTo>
                <a:lnTo>
                  <a:pt x="579" y="182"/>
                </a:lnTo>
                <a:lnTo>
                  <a:pt x="579" y="183"/>
                </a:lnTo>
                <a:lnTo>
                  <a:pt x="580" y="184"/>
                </a:lnTo>
                <a:lnTo>
                  <a:pt x="581" y="184"/>
                </a:lnTo>
                <a:lnTo>
                  <a:pt x="582" y="184"/>
                </a:lnTo>
                <a:lnTo>
                  <a:pt x="583" y="184"/>
                </a:lnTo>
                <a:lnTo>
                  <a:pt x="583" y="185"/>
                </a:lnTo>
                <a:lnTo>
                  <a:pt x="584" y="186"/>
                </a:lnTo>
                <a:lnTo>
                  <a:pt x="583" y="186"/>
                </a:lnTo>
                <a:lnTo>
                  <a:pt x="584" y="186"/>
                </a:lnTo>
                <a:lnTo>
                  <a:pt x="585" y="186"/>
                </a:lnTo>
                <a:lnTo>
                  <a:pt x="585" y="185"/>
                </a:lnTo>
                <a:lnTo>
                  <a:pt x="585" y="184"/>
                </a:lnTo>
                <a:lnTo>
                  <a:pt x="586" y="184"/>
                </a:lnTo>
                <a:lnTo>
                  <a:pt x="587" y="184"/>
                </a:lnTo>
                <a:lnTo>
                  <a:pt x="588" y="184"/>
                </a:lnTo>
                <a:lnTo>
                  <a:pt x="588" y="185"/>
                </a:lnTo>
                <a:lnTo>
                  <a:pt x="589" y="185"/>
                </a:lnTo>
                <a:lnTo>
                  <a:pt x="589" y="184"/>
                </a:lnTo>
                <a:lnTo>
                  <a:pt x="590" y="184"/>
                </a:lnTo>
                <a:lnTo>
                  <a:pt x="591" y="184"/>
                </a:lnTo>
                <a:lnTo>
                  <a:pt x="592" y="184"/>
                </a:lnTo>
                <a:lnTo>
                  <a:pt x="593" y="185"/>
                </a:lnTo>
                <a:lnTo>
                  <a:pt x="593" y="184"/>
                </a:lnTo>
                <a:lnTo>
                  <a:pt x="594" y="184"/>
                </a:lnTo>
                <a:lnTo>
                  <a:pt x="594" y="183"/>
                </a:lnTo>
                <a:lnTo>
                  <a:pt x="595" y="183"/>
                </a:lnTo>
                <a:lnTo>
                  <a:pt x="595" y="182"/>
                </a:lnTo>
                <a:lnTo>
                  <a:pt x="596" y="182"/>
                </a:lnTo>
                <a:lnTo>
                  <a:pt x="597" y="182"/>
                </a:lnTo>
                <a:lnTo>
                  <a:pt x="597" y="183"/>
                </a:lnTo>
                <a:lnTo>
                  <a:pt x="597" y="184"/>
                </a:lnTo>
                <a:lnTo>
                  <a:pt x="598" y="184"/>
                </a:lnTo>
                <a:lnTo>
                  <a:pt x="598" y="185"/>
                </a:lnTo>
                <a:lnTo>
                  <a:pt x="599" y="185"/>
                </a:lnTo>
                <a:lnTo>
                  <a:pt x="599" y="184"/>
                </a:lnTo>
                <a:lnTo>
                  <a:pt x="599" y="183"/>
                </a:lnTo>
                <a:lnTo>
                  <a:pt x="600" y="183"/>
                </a:lnTo>
                <a:lnTo>
                  <a:pt x="599" y="182"/>
                </a:lnTo>
                <a:lnTo>
                  <a:pt x="600" y="182"/>
                </a:lnTo>
                <a:lnTo>
                  <a:pt x="600" y="181"/>
                </a:lnTo>
                <a:lnTo>
                  <a:pt x="600" y="180"/>
                </a:lnTo>
                <a:lnTo>
                  <a:pt x="601" y="180"/>
                </a:lnTo>
                <a:lnTo>
                  <a:pt x="601" y="179"/>
                </a:lnTo>
                <a:lnTo>
                  <a:pt x="602" y="179"/>
                </a:lnTo>
                <a:lnTo>
                  <a:pt x="601" y="180"/>
                </a:lnTo>
                <a:lnTo>
                  <a:pt x="602" y="180"/>
                </a:lnTo>
                <a:lnTo>
                  <a:pt x="603" y="180"/>
                </a:lnTo>
                <a:lnTo>
                  <a:pt x="604" y="180"/>
                </a:lnTo>
                <a:lnTo>
                  <a:pt x="605" y="181"/>
                </a:lnTo>
                <a:lnTo>
                  <a:pt x="607" y="181"/>
                </a:lnTo>
                <a:lnTo>
                  <a:pt x="608" y="181"/>
                </a:lnTo>
                <a:lnTo>
                  <a:pt x="608" y="180"/>
                </a:lnTo>
                <a:lnTo>
                  <a:pt x="607" y="180"/>
                </a:lnTo>
                <a:lnTo>
                  <a:pt x="609" y="179"/>
                </a:lnTo>
                <a:lnTo>
                  <a:pt x="609" y="178"/>
                </a:lnTo>
                <a:lnTo>
                  <a:pt x="608" y="178"/>
                </a:lnTo>
                <a:lnTo>
                  <a:pt x="608" y="177"/>
                </a:lnTo>
                <a:lnTo>
                  <a:pt x="609" y="177"/>
                </a:lnTo>
                <a:lnTo>
                  <a:pt x="609" y="176"/>
                </a:lnTo>
                <a:lnTo>
                  <a:pt x="608" y="176"/>
                </a:lnTo>
                <a:lnTo>
                  <a:pt x="608" y="175"/>
                </a:lnTo>
                <a:lnTo>
                  <a:pt x="609" y="175"/>
                </a:lnTo>
                <a:lnTo>
                  <a:pt x="609" y="174"/>
                </a:lnTo>
                <a:lnTo>
                  <a:pt x="610" y="174"/>
                </a:lnTo>
                <a:lnTo>
                  <a:pt x="610" y="173"/>
                </a:lnTo>
                <a:lnTo>
                  <a:pt x="610" y="172"/>
                </a:lnTo>
                <a:lnTo>
                  <a:pt x="611" y="171"/>
                </a:lnTo>
                <a:lnTo>
                  <a:pt x="612" y="171"/>
                </a:lnTo>
                <a:lnTo>
                  <a:pt x="613" y="171"/>
                </a:lnTo>
                <a:lnTo>
                  <a:pt x="614" y="171"/>
                </a:lnTo>
                <a:lnTo>
                  <a:pt x="615" y="172"/>
                </a:lnTo>
                <a:lnTo>
                  <a:pt x="615" y="173"/>
                </a:lnTo>
                <a:lnTo>
                  <a:pt x="615" y="174"/>
                </a:lnTo>
                <a:lnTo>
                  <a:pt x="616" y="174"/>
                </a:lnTo>
                <a:lnTo>
                  <a:pt x="616" y="175"/>
                </a:lnTo>
                <a:lnTo>
                  <a:pt x="617" y="175"/>
                </a:lnTo>
                <a:lnTo>
                  <a:pt x="618" y="175"/>
                </a:lnTo>
                <a:lnTo>
                  <a:pt x="618" y="176"/>
                </a:lnTo>
                <a:lnTo>
                  <a:pt x="619" y="176"/>
                </a:lnTo>
                <a:lnTo>
                  <a:pt x="620" y="176"/>
                </a:lnTo>
                <a:lnTo>
                  <a:pt x="620" y="177"/>
                </a:lnTo>
                <a:lnTo>
                  <a:pt x="619" y="177"/>
                </a:lnTo>
                <a:lnTo>
                  <a:pt x="619" y="178"/>
                </a:lnTo>
                <a:lnTo>
                  <a:pt x="620" y="178"/>
                </a:lnTo>
                <a:lnTo>
                  <a:pt x="619" y="178"/>
                </a:lnTo>
                <a:lnTo>
                  <a:pt x="619" y="179"/>
                </a:lnTo>
                <a:lnTo>
                  <a:pt x="619" y="180"/>
                </a:lnTo>
                <a:lnTo>
                  <a:pt x="618" y="180"/>
                </a:lnTo>
                <a:lnTo>
                  <a:pt x="618" y="181"/>
                </a:lnTo>
                <a:lnTo>
                  <a:pt x="619" y="181"/>
                </a:lnTo>
                <a:lnTo>
                  <a:pt x="618" y="182"/>
                </a:lnTo>
                <a:lnTo>
                  <a:pt x="618" y="183"/>
                </a:lnTo>
                <a:lnTo>
                  <a:pt x="618" y="184"/>
                </a:lnTo>
                <a:lnTo>
                  <a:pt x="618" y="185"/>
                </a:lnTo>
                <a:lnTo>
                  <a:pt x="619" y="185"/>
                </a:lnTo>
                <a:lnTo>
                  <a:pt x="618" y="185"/>
                </a:lnTo>
                <a:lnTo>
                  <a:pt x="618" y="186"/>
                </a:lnTo>
                <a:lnTo>
                  <a:pt x="618" y="187"/>
                </a:lnTo>
                <a:lnTo>
                  <a:pt x="617" y="187"/>
                </a:lnTo>
                <a:lnTo>
                  <a:pt x="618" y="187"/>
                </a:lnTo>
                <a:lnTo>
                  <a:pt x="618" y="188"/>
                </a:lnTo>
                <a:lnTo>
                  <a:pt x="618" y="189"/>
                </a:lnTo>
                <a:lnTo>
                  <a:pt x="619" y="190"/>
                </a:lnTo>
                <a:lnTo>
                  <a:pt x="619" y="189"/>
                </a:lnTo>
                <a:lnTo>
                  <a:pt x="620" y="189"/>
                </a:lnTo>
                <a:lnTo>
                  <a:pt x="620" y="190"/>
                </a:lnTo>
                <a:lnTo>
                  <a:pt x="621" y="190"/>
                </a:lnTo>
                <a:lnTo>
                  <a:pt x="622" y="190"/>
                </a:lnTo>
                <a:lnTo>
                  <a:pt x="622" y="191"/>
                </a:lnTo>
                <a:lnTo>
                  <a:pt x="622" y="192"/>
                </a:lnTo>
                <a:lnTo>
                  <a:pt x="621" y="192"/>
                </a:lnTo>
                <a:lnTo>
                  <a:pt x="621" y="193"/>
                </a:lnTo>
                <a:lnTo>
                  <a:pt x="622" y="193"/>
                </a:lnTo>
                <a:lnTo>
                  <a:pt x="623" y="193"/>
                </a:lnTo>
                <a:lnTo>
                  <a:pt x="623" y="192"/>
                </a:lnTo>
                <a:lnTo>
                  <a:pt x="624" y="192"/>
                </a:lnTo>
                <a:lnTo>
                  <a:pt x="625" y="192"/>
                </a:lnTo>
                <a:lnTo>
                  <a:pt x="626" y="193"/>
                </a:lnTo>
                <a:lnTo>
                  <a:pt x="626" y="194"/>
                </a:lnTo>
                <a:lnTo>
                  <a:pt x="627" y="194"/>
                </a:lnTo>
                <a:lnTo>
                  <a:pt x="628" y="193"/>
                </a:lnTo>
                <a:lnTo>
                  <a:pt x="629" y="192"/>
                </a:lnTo>
                <a:lnTo>
                  <a:pt x="630" y="192"/>
                </a:lnTo>
                <a:lnTo>
                  <a:pt x="631" y="192"/>
                </a:lnTo>
                <a:lnTo>
                  <a:pt x="632" y="192"/>
                </a:lnTo>
                <a:lnTo>
                  <a:pt x="633" y="192"/>
                </a:lnTo>
                <a:lnTo>
                  <a:pt x="634" y="193"/>
                </a:lnTo>
                <a:lnTo>
                  <a:pt x="634" y="194"/>
                </a:lnTo>
                <a:lnTo>
                  <a:pt x="633" y="195"/>
                </a:lnTo>
                <a:lnTo>
                  <a:pt x="633" y="196"/>
                </a:lnTo>
                <a:lnTo>
                  <a:pt x="633" y="197"/>
                </a:lnTo>
                <a:lnTo>
                  <a:pt x="632" y="197"/>
                </a:lnTo>
                <a:lnTo>
                  <a:pt x="633" y="197"/>
                </a:lnTo>
                <a:lnTo>
                  <a:pt x="634" y="198"/>
                </a:lnTo>
                <a:lnTo>
                  <a:pt x="635" y="198"/>
                </a:lnTo>
                <a:lnTo>
                  <a:pt x="635" y="199"/>
                </a:lnTo>
                <a:lnTo>
                  <a:pt x="635" y="198"/>
                </a:lnTo>
                <a:lnTo>
                  <a:pt x="636" y="198"/>
                </a:lnTo>
                <a:lnTo>
                  <a:pt x="637" y="197"/>
                </a:lnTo>
                <a:lnTo>
                  <a:pt x="637" y="198"/>
                </a:lnTo>
                <a:lnTo>
                  <a:pt x="638" y="197"/>
                </a:lnTo>
                <a:lnTo>
                  <a:pt x="639" y="198"/>
                </a:lnTo>
                <a:lnTo>
                  <a:pt x="639" y="199"/>
                </a:lnTo>
                <a:lnTo>
                  <a:pt x="639" y="200"/>
                </a:lnTo>
                <a:lnTo>
                  <a:pt x="639" y="201"/>
                </a:lnTo>
                <a:lnTo>
                  <a:pt x="640" y="201"/>
                </a:lnTo>
                <a:lnTo>
                  <a:pt x="640" y="200"/>
                </a:lnTo>
                <a:lnTo>
                  <a:pt x="641" y="201"/>
                </a:lnTo>
                <a:lnTo>
                  <a:pt x="640" y="202"/>
                </a:lnTo>
                <a:lnTo>
                  <a:pt x="640" y="203"/>
                </a:lnTo>
                <a:lnTo>
                  <a:pt x="640" y="204"/>
                </a:lnTo>
                <a:lnTo>
                  <a:pt x="641" y="205"/>
                </a:lnTo>
                <a:lnTo>
                  <a:pt x="641" y="206"/>
                </a:lnTo>
                <a:lnTo>
                  <a:pt x="642" y="206"/>
                </a:lnTo>
                <a:lnTo>
                  <a:pt x="643" y="206"/>
                </a:lnTo>
                <a:lnTo>
                  <a:pt x="644" y="206"/>
                </a:lnTo>
                <a:lnTo>
                  <a:pt x="645" y="206"/>
                </a:lnTo>
                <a:lnTo>
                  <a:pt x="645" y="205"/>
                </a:lnTo>
                <a:lnTo>
                  <a:pt x="645" y="206"/>
                </a:lnTo>
                <a:lnTo>
                  <a:pt x="646" y="206"/>
                </a:lnTo>
                <a:lnTo>
                  <a:pt x="646" y="207"/>
                </a:lnTo>
                <a:lnTo>
                  <a:pt x="647" y="208"/>
                </a:lnTo>
                <a:lnTo>
                  <a:pt x="648" y="209"/>
                </a:lnTo>
                <a:lnTo>
                  <a:pt x="648" y="210"/>
                </a:lnTo>
                <a:lnTo>
                  <a:pt x="647" y="210"/>
                </a:lnTo>
                <a:lnTo>
                  <a:pt x="647" y="211"/>
                </a:lnTo>
                <a:lnTo>
                  <a:pt x="647" y="212"/>
                </a:lnTo>
                <a:lnTo>
                  <a:pt x="647" y="213"/>
                </a:lnTo>
                <a:lnTo>
                  <a:pt x="648" y="213"/>
                </a:lnTo>
                <a:lnTo>
                  <a:pt x="648" y="214"/>
                </a:lnTo>
                <a:lnTo>
                  <a:pt x="649" y="215"/>
                </a:lnTo>
                <a:lnTo>
                  <a:pt x="649" y="216"/>
                </a:lnTo>
                <a:lnTo>
                  <a:pt x="650" y="216"/>
                </a:lnTo>
                <a:lnTo>
                  <a:pt x="650" y="217"/>
                </a:lnTo>
                <a:lnTo>
                  <a:pt x="651" y="218"/>
                </a:lnTo>
                <a:lnTo>
                  <a:pt x="652" y="218"/>
                </a:lnTo>
                <a:lnTo>
                  <a:pt x="653" y="217"/>
                </a:lnTo>
                <a:lnTo>
                  <a:pt x="652" y="217"/>
                </a:lnTo>
                <a:lnTo>
                  <a:pt x="653" y="216"/>
                </a:lnTo>
                <a:lnTo>
                  <a:pt x="653" y="217"/>
                </a:lnTo>
                <a:lnTo>
                  <a:pt x="653" y="216"/>
                </a:lnTo>
                <a:lnTo>
                  <a:pt x="654" y="215"/>
                </a:lnTo>
                <a:lnTo>
                  <a:pt x="654" y="214"/>
                </a:lnTo>
                <a:lnTo>
                  <a:pt x="655" y="214"/>
                </a:lnTo>
                <a:lnTo>
                  <a:pt x="656" y="214"/>
                </a:lnTo>
                <a:lnTo>
                  <a:pt x="656" y="213"/>
                </a:lnTo>
                <a:lnTo>
                  <a:pt x="657" y="213"/>
                </a:lnTo>
                <a:lnTo>
                  <a:pt x="657" y="212"/>
                </a:lnTo>
                <a:lnTo>
                  <a:pt x="657" y="211"/>
                </a:lnTo>
                <a:lnTo>
                  <a:pt x="657" y="210"/>
                </a:lnTo>
                <a:lnTo>
                  <a:pt x="658" y="210"/>
                </a:lnTo>
                <a:lnTo>
                  <a:pt x="658" y="211"/>
                </a:lnTo>
                <a:lnTo>
                  <a:pt x="659" y="212"/>
                </a:lnTo>
                <a:lnTo>
                  <a:pt x="659" y="211"/>
                </a:lnTo>
                <a:lnTo>
                  <a:pt x="660" y="211"/>
                </a:lnTo>
                <a:lnTo>
                  <a:pt x="660" y="212"/>
                </a:lnTo>
                <a:lnTo>
                  <a:pt x="661" y="212"/>
                </a:lnTo>
                <a:lnTo>
                  <a:pt x="662" y="212"/>
                </a:lnTo>
                <a:lnTo>
                  <a:pt x="663" y="212"/>
                </a:lnTo>
                <a:lnTo>
                  <a:pt x="663" y="213"/>
                </a:lnTo>
                <a:lnTo>
                  <a:pt x="663" y="214"/>
                </a:lnTo>
                <a:lnTo>
                  <a:pt x="664" y="214"/>
                </a:lnTo>
                <a:lnTo>
                  <a:pt x="664" y="215"/>
                </a:lnTo>
                <a:lnTo>
                  <a:pt x="665" y="215"/>
                </a:lnTo>
                <a:lnTo>
                  <a:pt x="665" y="216"/>
                </a:lnTo>
                <a:lnTo>
                  <a:pt x="665" y="217"/>
                </a:lnTo>
                <a:lnTo>
                  <a:pt x="666" y="217"/>
                </a:lnTo>
                <a:lnTo>
                  <a:pt x="666" y="218"/>
                </a:lnTo>
                <a:lnTo>
                  <a:pt x="667" y="218"/>
                </a:lnTo>
                <a:lnTo>
                  <a:pt x="667" y="219"/>
                </a:lnTo>
                <a:lnTo>
                  <a:pt x="668" y="219"/>
                </a:lnTo>
                <a:lnTo>
                  <a:pt x="668" y="220"/>
                </a:lnTo>
                <a:lnTo>
                  <a:pt x="668" y="221"/>
                </a:lnTo>
                <a:lnTo>
                  <a:pt x="668" y="222"/>
                </a:lnTo>
                <a:lnTo>
                  <a:pt x="669" y="222"/>
                </a:lnTo>
                <a:lnTo>
                  <a:pt x="670" y="221"/>
                </a:lnTo>
                <a:lnTo>
                  <a:pt x="670" y="220"/>
                </a:lnTo>
                <a:lnTo>
                  <a:pt x="671" y="220"/>
                </a:lnTo>
                <a:lnTo>
                  <a:pt x="672" y="220"/>
                </a:lnTo>
                <a:lnTo>
                  <a:pt x="673" y="220"/>
                </a:lnTo>
                <a:lnTo>
                  <a:pt x="675" y="220"/>
                </a:lnTo>
                <a:lnTo>
                  <a:pt x="675" y="219"/>
                </a:lnTo>
                <a:lnTo>
                  <a:pt x="676" y="219"/>
                </a:lnTo>
                <a:lnTo>
                  <a:pt x="676" y="218"/>
                </a:lnTo>
                <a:lnTo>
                  <a:pt x="677" y="218"/>
                </a:lnTo>
                <a:lnTo>
                  <a:pt x="678" y="218"/>
                </a:lnTo>
                <a:lnTo>
                  <a:pt x="679" y="219"/>
                </a:lnTo>
                <a:lnTo>
                  <a:pt x="679" y="220"/>
                </a:lnTo>
                <a:lnTo>
                  <a:pt x="679" y="221"/>
                </a:lnTo>
                <a:lnTo>
                  <a:pt x="679" y="222"/>
                </a:lnTo>
                <a:lnTo>
                  <a:pt x="680" y="223"/>
                </a:lnTo>
                <a:lnTo>
                  <a:pt x="680" y="224"/>
                </a:lnTo>
                <a:lnTo>
                  <a:pt x="681" y="224"/>
                </a:lnTo>
                <a:lnTo>
                  <a:pt x="682" y="224"/>
                </a:lnTo>
                <a:lnTo>
                  <a:pt x="682" y="225"/>
                </a:lnTo>
                <a:lnTo>
                  <a:pt x="682" y="226"/>
                </a:lnTo>
                <a:lnTo>
                  <a:pt x="683" y="226"/>
                </a:lnTo>
                <a:lnTo>
                  <a:pt x="684" y="226"/>
                </a:lnTo>
                <a:lnTo>
                  <a:pt x="684" y="227"/>
                </a:lnTo>
                <a:lnTo>
                  <a:pt x="684" y="228"/>
                </a:lnTo>
                <a:lnTo>
                  <a:pt x="683" y="228"/>
                </a:lnTo>
                <a:lnTo>
                  <a:pt x="684" y="229"/>
                </a:lnTo>
                <a:lnTo>
                  <a:pt x="685" y="229"/>
                </a:lnTo>
                <a:lnTo>
                  <a:pt x="686" y="229"/>
                </a:lnTo>
                <a:lnTo>
                  <a:pt x="687" y="229"/>
                </a:lnTo>
                <a:lnTo>
                  <a:pt x="688" y="229"/>
                </a:lnTo>
                <a:lnTo>
                  <a:pt x="688" y="230"/>
                </a:lnTo>
                <a:lnTo>
                  <a:pt x="689" y="230"/>
                </a:lnTo>
                <a:lnTo>
                  <a:pt x="689" y="229"/>
                </a:lnTo>
                <a:lnTo>
                  <a:pt x="689" y="230"/>
                </a:lnTo>
                <a:lnTo>
                  <a:pt x="690" y="230"/>
                </a:lnTo>
                <a:lnTo>
                  <a:pt x="689" y="231"/>
                </a:lnTo>
                <a:lnTo>
                  <a:pt x="690" y="231"/>
                </a:lnTo>
                <a:lnTo>
                  <a:pt x="690" y="232"/>
                </a:lnTo>
                <a:lnTo>
                  <a:pt x="691" y="231"/>
                </a:lnTo>
                <a:lnTo>
                  <a:pt x="691" y="232"/>
                </a:lnTo>
                <a:lnTo>
                  <a:pt x="692" y="232"/>
                </a:lnTo>
                <a:lnTo>
                  <a:pt x="692" y="231"/>
                </a:lnTo>
                <a:lnTo>
                  <a:pt x="693" y="231"/>
                </a:lnTo>
                <a:lnTo>
                  <a:pt x="693" y="232"/>
                </a:lnTo>
                <a:lnTo>
                  <a:pt x="694" y="231"/>
                </a:lnTo>
                <a:lnTo>
                  <a:pt x="694" y="232"/>
                </a:lnTo>
                <a:lnTo>
                  <a:pt x="694" y="233"/>
                </a:lnTo>
                <a:lnTo>
                  <a:pt x="695" y="234"/>
                </a:lnTo>
                <a:lnTo>
                  <a:pt x="695" y="235"/>
                </a:lnTo>
                <a:lnTo>
                  <a:pt x="695" y="236"/>
                </a:lnTo>
                <a:lnTo>
                  <a:pt x="695" y="237"/>
                </a:lnTo>
                <a:lnTo>
                  <a:pt x="696" y="238"/>
                </a:lnTo>
                <a:lnTo>
                  <a:pt x="695" y="238"/>
                </a:lnTo>
                <a:lnTo>
                  <a:pt x="695" y="237"/>
                </a:lnTo>
                <a:lnTo>
                  <a:pt x="694" y="237"/>
                </a:lnTo>
                <a:lnTo>
                  <a:pt x="693" y="237"/>
                </a:lnTo>
                <a:lnTo>
                  <a:pt x="692" y="237"/>
                </a:lnTo>
                <a:lnTo>
                  <a:pt x="692" y="238"/>
                </a:lnTo>
                <a:lnTo>
                  <a:pt x="691" y="238"/>
                </a:lnTo>
                <a:lnTo>
                  <a:pt x="690" y="238"/>
                </a:lnTo>
                <a:lnTo>
                  <a:pt x="689" y="238"/>
                </a:lnTo>
                <a:lnTo>
                  <a:pt x="689" y="239"/>
                </a:lnTo>
                <a:lnTo>
                  <a:pt x="688" y="239"/>
                </a:lnTo>
                <a:lnTo>
                  <a:pt x="688" y="240"/>
                </a:lnTo>
                <a:lnTo>
                  <a:pt x="687" y="240"/>
                </a:lnTo>
                <a:lnTo>
                  <a:pt x="686" y="240"/>
                </a:lnTo>
                <a:lnTo>
                  <a:pt x="686" y="241"/>
                </a:lnTo>
                <a:lnTo>
                  <a:pt x="685" y="242"/>
                </a:lnTo>
                <a:lnTo>
                  <a:pt x="684" y="242"/>
                </a:lnTo>
                <a:lnTo>
                  <a:pt x="684" y="243"/>
                </a:lnTo>
                <a:lnTo>
                  <a:pt x="683" y="243"/>
                </a:lnTo>
                <a:lnTo>
                  <a:pt x="683" y="244"/>
                </a:lnTo>
                <a:lnTo>
                  <a:pt x="682" y="245"/>
                </a:lnTo>
                <a:lnTo>
                  <a:pt x="681" y="244"/>
                </a:lnTo>
                <a:lnTo>
                  <a:pt x="680" y="244"/>
                </a:lnTo>
                <a:lnTo>
                  <a:pt x="680" y="245"/>
                </a:lnTo>
                <a:lnTo>
                  <a:pt x="681" y="245"/>
                </a:lnTo>
                <a:lnTo>
                  <a:pt x="679" y="245"/>
                </a:lnTo>
                <a:lnTo>
                  <a:pt x="678" y="245"/>
                </a:lnTo>
                <a:lnTo>
                  <a:pt x="678" y="246"/>
                </a:lnTo>
                <a:lnTo>
                  <a:pt x="677" y="246"/>
                </a:lnTo>
                <a:lnTo>
                  <a:pt x="677" y="247"/>
                </a:lnTo>
                <a:lnTo>
                  <a:pt x="677" y="248"/>
                </a:lnTo>
                <a:lnTo>
                  <a:pt x="676" y="248"/>
                </a:lnTo>
                <a:lnTo>
                  <a:pt x="676" y="249"/>
                </a:lnTo>
                <a:lnTo>
                  <a:pt x="675" y="249"/>
                </a:lnTo>
                <a:lnTo>
                  <a:pt x="675" y="250"/>
                </a:lnTo>
                <a:lnTo>
                  <a:pt x="675" y="251"/>
                </a:lnTo>
                <a:lnTo>
                  <a:pt x="676" y="251"/>
                </a:lnTo>
                <a:lnTo>
                  <a:pt x="677" y="252"/>
                </a:lnTo>
                <a:lnTo>
                  <a:pt x="676" y="252"/>
                </a:lnTo>
                <a:lnTo>
                  <a:pt x="677" y="253"/>
                </a:lnTo>
                <a:lnTo>
                  <a:pt x="677" y="254"/>
                </a:lnTo>
                <a:lnTo>
                  <a:pt x="676" y="254"/>
                </a:lnTo>
                <a:lnTo>
                  <a:pt x="676" y="255"/>
                </a:lnTo>
                <a:lnTo>
                  <a:pt x="677" y="255"/>
                </a:lnTo>
                <a:lnTo>
                  <a:pt x="677" y="256"/>
                </a:lnTo>
                <a:lnTo>
                  <a:pt x="676" y="257"/>
                </a:lnTo>
                <a:lnTo>
                  <a:pt x="676" y="258"/>
                </a:lnTo>
                <a:lnTo>
                  <a:pt x="675" y="258"/>
                </a:lnTo>
                <a:lnTo>
                  <a:pt x="674" y="258"/>
                </a:lnTo>
                <a:lnTo>
                  <a:pt x="673" y="258"/>
                </a:lnTo>
                <a:lnTo>
                  <a:pt x="672" y="258"/>
                </a:lnTo>
                <a:lnTo>
                  <a:pt x="671" y="258"/>
                </a:lnTo>
                <a:lnTo>
                  <a:pt x="670" y="258"/>
                </a:lnTo>
                <a:lnTo>
                  <a:pt x="669" y="259"/>
                </a:lnTo>
                <a:lnTo>
                  <a:pt x="669" y="260"/>
                </a:lnTo>
                <a:lnTo>
                  <a:pt x="669" y="261"/>
                </a:lnTo>
                <a:lnTo>
                  <a:pt x="668" y="262"/>
                </a:lnTo>
                <a:lnTo>
                  <a:pt x="668" y="263"/>
                </a:lnTo>
                <a:lnTo>
                  <a:pt x="668" y="264"/>
                </a:lnTo>
                <a:lnTo>
                  <a:pt x="668" y="265"/>
                </a:lnTo>
                <a:lnTo>
                  <a:pt x="667" y="265"/>
                </a:lnTo>
                <a:lnTo>
                  <a:pt x="668" y="265"/>
                </a:lnTo>
                <a:lnTo>
                  <a:pt x="668" y="266"/>
                </a:lnTo>
                <a:lnTo>
                  <a:pt x="669" y="267"/>
                </a:lnTo>
                <a:lnTo>
                  <a:pt x="670" y="267"/>
                </a:lnTo>
                <a:lnTo>
                  <a:pt x="671" y="268"/>
                </a:lnTo>
                <a:lnTo>
                  <a:pt x="671" y="269"/>
                </a:lnTo>
                <a:lnTo>
                  <a:pt x="671" y="270"/>
                </a:lnTo>
                <a:lnTo>
                  <a:pt x="672" y="270"/>
                </a:lnTo>
                <a:lnTo>
                  <a:pt x="672" y="271"/>
                </a:lnTo>
                <a:lnTo>
                  <a:pt x="672" y="272"/>
                </a:lnTo>
                <a:lnTo>
                  <a:pt x="671" y="272"/>
                </a:lnTo>
                <a:lnTo>
                  <a:pt x="672" y="273"/>
                </a:lnTo>
                <a:lnTo>
                  <a:pt x="673" y="274"/>
                </a:lnTo>
                <a:lnTo>
                  <a:pt x="673" y="273"/>
                </a:lnTo>
                <a:lnTo>
                  <a:pt x="674" y="273"/>
                </a:lnTo>
                <a:lnTo>
                  <a:pt x="674" y="274"/>
                </a:lnTo>
                <a:lnTo>
                  <a:pt x="675" y="274"/>
                </a:lnTo>
                <a:lnTo>
                  <a:pt x="676" y="274"/>
                </a:lnTo>
                <a:lnTo>
                  <a:pt x="676" y="275"/>
                </a:lnTo>
                <a:lnTo>
                  <a:pt x="677" y="275"/>
                </a:lnTo>
                <a:lnTo>
                  <a:pt x="678" y="276"/>
                </a:lnTo>
                <a:lnTo>
                  <a:pt x="678" y="277"/>
                </a:lnTo>
                <a:lnTo>
                  <a:pt x="678" y="278"/>
                </a:lnTo>
                <a:lnTo>
                  <a:pt x="678" y="279"/>
                </a:lnTo>
                <a:lnTo>
                  <a:pt x="679" y="279"/>
                </a:lnTo>
                <a:lnTo>
                  <a:pt x="679" y="280"/>
                </a:lnTo>
                <a:lnTo>
                  <a:pt x="680" y="280"/>
                </a:lnTo>
                <a:lnTo>
                  <a:pt x="680" y="281"/>
                </a:lnTo>
                <a:lnTo>
                  <a:pt x="680" y="282"/>
                </a:lnTo>
                <a:lnTo>
                  <a:pt x="681" y="282"/>
                </a:lnTo>
                <a:lnTo>
                  <a:pt x="682" y="282"/>
                </a:lnTo>
                <a:lnTo>
                  <a:pt x="681" y="283"/>
                </a:lnTo>
                <a:lnTo>
                  <a:pt x="680" y="284"/>
                </a:lnTo>
                <a:lnTo>
                  <a:pt x="681" y="284"/>
                </a:lnTo>
                <a:lnTo>
                  <a:pt x="680" y="284"/>
                </a:lnTo>
                <a:lnTo>
                  <a:pt x="680" y="285"/>
                </a:lnTo>
                <a:lnTo>
                  <a:pt x="680" y="286"/>
                </a:lnTo>
                <a:lnTo>
                  <a:pt x="680" y="287"/>
                </a:lnTo>
                <a:lnTo>
                  <a:pt x="680" y="288"/>
                </a:lnTo>
                <a:lnTo>
                  <a:pt x="679" y="288"/>
                </a:lnTo>
                <a:lnTo>
                  <a:pt x="679" y="289"/>
                </a:lnTo>
                <a:lnTo>
                  <a:pt x="680" y="289"/>
                </a:lnTo>
                <a:lnTo>
                  <a:pt x="681" y="290"/>
                </a:lnTo>
                <a:lnTo>
                  <a:pt x="682" y="290"/>
                </a:lnTo>
                <a:lnTo>
                  <a:pt x="682" y="291"/>
                </a:lnTo>
                <a:lnTo>
                  <a:pt x="683" y="291"/>
                </a:lnTo>
                <a:lnTo>
                  <a:pt x="684" y="292"/>
                </a:lnTo>
                <a:lnTo>
                  <a:pt x="683" y="293"/>
                </a:lnTo>
                <a:lnTo>
                  <a:pt x="683" y="292"/>
                </a:lnTo>
                <a:lnTo>
                  <a:pt x="682" y="292"/>
                </a:lnTo>
                <a:lnTo>
                  <a:pt x="682" y="293"/>
                </a:lnTo>
                <a:lnTo>
                  <a:pt x="681" y="294"/>
                </a:lnTo>
                <a:lnTo>
                  <a:pt x="680" y="295"/>
                </a:lnTo>
                <a:lnTo>
                  <a:pt x="680" y="294"/>
                </a:lnTo>
                <a:lnTo>
                  <a:pt x="680" y="295"/>
                </a:lnTo>
                <a:lnTo>
                  <a:pt x="679" y="295"/>
                </a:lnTo>
                <a:lnTo>
                  <a:pt x="679" y="296"/>
                </a:lnTo>
                <a:lnTo>
                  <a:pt x="678" y="296"/>
                </a:lnTo>
                <a:lnTo>
                  <a:pt x="679" y="297"/>
                </a:lnTo>
                <a:lnTo>
                  <a:pt x="679" y="298"/>
                </a:lnTo>
                <a:lnTo>
                  <a:pt x="679" y="299"/>
                </a:lnTo>
                <a:lnTo>
                  <a:pt x="680" y="299"/>
                </a:lnTo>
                <a:lnTo>
                  <a:pt x="680" y="300"/>
                </a:lnTo>
                <a:lnTo>
                  <a:pt x="681" y="300"/>
                </a:lnTo>
                <a:lnTo>
                  <a:pt x="681" y="301"/>
                </a:lnTo>
                <a:lnTo>
                  <a:pt x="682" y="302"/>
                </a:lnTo>
                <a:lnTo>
                  <a:pt x="681" y="302"/>
                </a:lnTo>
                <a:lnTo>
                  <a:pt x="681" y="303"/>
                </a:lnTo>
                <a:lnTo>
                  <a:pt x="680" y="304"/>
                </a:lnTo>
                <a:lnTo>
                  <a:pt x="681" y="304"/>
                </a:lnTo>
                <a:lnTo>
                  <a:pt x="682" y="304"/>
                </a:lnTo>
                <a:lnTo>
                  <a:pt x="683" y="304"/>
                </a:lnTo>
                <a:lnTo>
                  <a:pt x="683" y="303"/>
                </a:lnTo>
                <a:lnTo>
                  <a:pt x="683" y="304"/>
                </a:lnTo>
                <a:lnTo>
                  <a:pt x="684" y="304"/>
                </a:lnTo>
                <a:lnTo>
                  <a:pt x="685" y="304"/>
                </a:lnTo>
                <a:lnTo>
                  <a:pt x="686" y="304"/>
                </a:lnTo>
                <a:lnTo>
                  <a:pt x="687" y="305"/>
                </a:lnTo>
                <a:lnTo>
                  <a:pt x="688" y="306"/>
                </a:lnTo>
                <a:lnTo>
                  <a:pt x="688" y="307"/>
                </a:lnTo>
                <a:lnTo>
                  <a:pt x="687" y="307"/>
                </a:lnTo>
                <a:lnTo>
                  <a:pt x="688" y="307"/>
                </a:lnTo>
                <a:lnTo>
                  <a:pt x="688" y="308"/>
                </a:lnTo>
                <a:lnTo>
                  <a:pt x="688" y="309"/>
                </a:lnTo>
                <a:lnTo>
                  <a:pt x="689" y="309"/>
                </a:lnTo>
                <a:lnTo>
                  <a:pt x="690" y="309"/>
                </a:lnTo>
                <a:lnTo>
                  <a:pt x="690" y="310"/>
                </a:lnTo>
                <a:lnTo>
                  <a:pt x="690" y="311"/>
                </a:lnTo>
                <a:lnTo>
                  <a:pt x="691" y="311"/>
                </a:lnTo>
                <a:lnTo>
                  <a:pt x="691" y="310"/>
                </a:lnTo>
                <a:lnTo>
                  <a:pt x="692" y="311"/>
                </a:lnTo>
                <a:lnTo>
                  <a:pt x="691" y="311"/>
                </a:lnTo>
                <a:lnTo>
                  <a:pt x="692" y="312"/>
                </a:lnTo>
                <a:lnTo>
                  <a:pt x="693" y="312"/>
                </a:lnTo>
                <a:lnTo>
                  <a:pt x="693" y="313"/>
                </a:lnTo>
                <a:lnTo>
                  <a:pt x="694" y="313"/>
                </a:lnTo>
                <a:lnTo>
                  <a:pt x="695" y="314"/>
                </a:lnTo>
                <a:lnTo>
                  <a:pt x="694" y="315"/>
                </a:lnTo>
                <a:lnTo>
                  <a:pt x="695" y="315"/>
                </a:lnTo>
                <a:lnTo>
                  <a:pt x="695" y="316"/>
                </a:lnTo>
                <a:lnTo>
                  <a:pt x="694" y="316"/>
                </a:lnTo>
                <a:lnTo>
                  <a:pt x="694" y="317"/>
                </a:lnTo>
                <a:lnTo>
                  <a:pt x="694" y="318"/>
                </a:lnTo>
                <a:lnTo>
                  <a:pt x="694" y="319"/>
                </a:lnTo>
                <a:lnTo>
                  <a:pt x="694" y="320"/>
                </a:lnTo>
                <a:lnTo>
                  <a:pt x="695" y="320"/>
                </a:lnTo>
                <a:lnTo>
                  <a:pt x="695" y="321"/>
                </a:lnTo>
                <a:lnTo>
                  <a:pt x="695" y="322"/>
                </a:lnTo>
                <a:lnTo>
                  <a:pt x="696" y="322"/>
                </a:lnTo>
                <a:lnTo>
                  <a:pt x="697" y="322"/>
                </a:lnTo>
                <a:lnTo>
                  <a:pt x="697" y="323"/>
                </a:lnTo>
                <a:lnTo>
                  <a:pt x="696" y="323"/>
                </a:lnTo>
                <a:lnTo>
                  <a:pt x="697" y="324"/>
                </a:lnTo>
                <a:lnTo>
                  <a:pt x="697" y="325"/>
                </a:lnTo>
                <a:lnTo>
                  <a:pt x="696" y="325"/>
                </a:lnTo>
                <a:lnTo>
                  <a:pt x="696" y="326"/>
                </a:lnTo>
                <a:lnTo>
                  <a:pt x="696" y="327"/>
                </a:lnTo>
                <a:lnTo>
                  <a:pt x="697" y="327"/>
                </a:lnTo>
                <a:lnTo>
                  <a:pt x="696" y="328"/>
                </a:lnTo>
                <a:lnTo>
                  <a:pt x="696" y="329"/>
                </a:lnTo>
                <a:lnTo>
                  <a:pt x="696" y="330"/>
                </a:lnTo>
                <a:lnTo>
                  <a:pt x="696" y="329"/>
                </a:lnTo>
                <a:lnTo>
                  <a:pt x="696" y="330"/>
                </a:lnTo>
                <a:lnTo>
                  <a:pt x="697" y="330"/>
                </a:lnTo>
                <a:lnTo>
                  <a:pt x="697" y="331"/>
                </a:lnTo>
                <a:lnTo>
                  <a:pt x="697" y="332"/>
                </a:lnTo>
                <a:lnTo>
                  <a:pt x="696" y="332"/>
                </a:lnTo>
                <a:lnTo>
                  <a:pt x="696" y="333"/>
                </a:lnTo>
                <a:lnTo>
                  <a:pt x="696" y="334"/>
                </a:lnTo>
                <a:lnTo>
                  <a:pt x="696" y="335"/>
                </a:lnTo>
                <a:lnTo>
                  <a:pt x="696" y="336"/>
                </a:lnTo>
                <a:lnTo>
                  <a:pt x="696" y="337"/>
                </a:lnTo>
                <a:lnTo>
                  <a:pt x="696" y="338"/>
                </a:lnTo>
                <a:lnTo>
                  <a:pt x="696" y="339"/>
                </a:lnTo>
                <a:lnTo>
                  <a:pt x="701" y="346"/>
                </a:lnTo>
                <a:lnTo>
                  <a:pt x="701" y="345"/>
                </a:lnTo>
                <a:lnTo>
                  <a:pt x="701" y="346"/>
                </a:lnTo>
                <a:lnTo>
                  <a:pt x="700" y="346"/>
                </a:lnTo>
                <a:lnTo>
                  <a:pt x="700" y="347"/>
                </a:lnTo>
                <a:lnTo>
                  <a:pt x="701" y="347"/>
                </a:lnTo>
                <a:lnTo>
                  <a:pt x="701" y="348"/>
                </a:lnTo>
                <a:lnTo>
                  <a:pt x="701" y="349"/>
                </a:lnTo>
                <a:lnTo>
                  <a:pt x="700" y="349"/>
                </a:lnTo>
                <a:lnTo>
                  <a:pt x="700" y="350"/>
                </a:lnTo>
                <a:lnTo>
                  <a:pt x="701" y="350"/>
                </a:lnTo>
                <a:lnTo>
                  <a:pt x="701" y="351"/>
                </a:lnTo>
                <a:lnTo>
                  <a:pt x="701" y="352"/>
                </a:lnTo>
                <a:lnTo>
                  <a:pt x="701" y="353"/>
                </a:lnTo>
                <a:lnTo>
                  <a:pt x="700" y="354"/>
                </a:lnTo>
                <a:lnTo>
                  <a:pt x="699" y="354"/>
                </a:lnTo>
                <a:lnTo>
                  <a:pt x="699" y="355"/>
                </a:lnTo>
                <a:lnTo>
                  <a:pt x="698" y="355"/>
                </a:lnTo>
                <a:lnTo>
                  <a:pt x="697" y="356"/>
                </a:lnTo>
                <a:lnTo>
                  <a:pt x="696" y="356"/>
                </a:lnTo>
                <a:lnTo>
                  <a:pt x="696" y="357"/>
                </a:lnTo>
                <a:lnTo>
                  <a:pt x="695" y="357"/>
                </a:lnTo>
                <a:lnTo>
                  <a:pt x="695" y="358"/>
                </a:lnTo>
                <a:lnTo>
                  <a:pt x="694" y="359"/>
                </a:lnTo>
                <a:lnTo>
                  <a:pt x="694" y="360"/>
                </a:lnTo>
                <a:lnTo>
                  <a:pt x="693" y="360"/>
                </a:lnTo>
                <a:lnTo>
                  <a:pt x="692" y="360"/>
                </a:lnTo>
                <a:lnTo>
                  <a:pt x="692" y="361"/>
                </a:lnTo>
                <a:lnTo>
                  <a:pt x="691" y="361"/>
                </a:lnTo>
                <a:lnTo>
                  <a:pt x="689" y="362"/>
                </a:lnTo>
                <a:lnTo>
                  <a:pt x="686" y="363"/>
                </a:lnTo>
                <a:lnTo>
                  <a:pt x="685" y="363"/>
                </a:lnTo>
                <a:lnTo>
                  <a:pt x="683" y="364"/>
                </a:lnTo>
                <a:lnTo>
                  <a:pt x="682" y="364"/>
                </a:lnTo>
                <a:lnTo>
                  <a:pt x="680" y="363"/>
                </a:lnTo>
                <a:lnTo>
                  <a:pt x="679" y="363"/>
                </a:lnTo>
                <a:lnTo>
                  <a:pt x="678" y="362"/>
                </a:lnTo>
                <a:lnTo>
                  <a:pt x="675" y="361"/>
                </a:lnTo>
                <a:lnTo>
                  <a:pt x="674" y="361"/>
                </a:lnTo>
                <a:lnTo>
                  <a:pt x="673" y="360"/>
                </a:lnTo>
                <a:lnTo>
                  <a:pt x="672" y="359"/>
                </a:lnTo>
                <a:lnTo>
                  <a:pt x="671" y="359"/>
                </a:lnTo>
                <a:lnTo>
                  <a:pt x="670" y="358"/>
                </a:lnTo>
                <a:lnTo>
                  <a:pt x="669" y="357"/>
                </a:lnTo>
                <a:lnTo>
                  <a:pt x="668" y="357"/>
                </a:lnTo>
                <a:lnTo>
                  <a:pt x="667" y="356"/>
                </a:lnTo>
                <a:lnTo>
                  <a:pt x="667" y="355"/>
                </a:lnTo>
                <a:lnTo>
                  <a:pt x="666" y="355"/>
                </a:lnTo>
                <a:lnTo>
                  <a:pt x="666" y="354"/>
                </a:lnTo>
                <a:lnTo>
                  <a:pt x="664" y="353"/>
                </a:lnTo>
                <a:lnTo>
                  <a:pt x="663" y="352"/>
                </a:lnTo>
                <a:lnTo>
                  <a:pt x="662" y="352"/>
                </a:lnTo>
                <a:lnTo>
                  <a:pt x="661" y="351"/>
                </a:lnTo>
                <a:lnTo>
                  <a:pt x="660" y="351"/>
                </a:lnTo>
                <a:lnTo>
                  <a:pt x="659" y="351"/>
                </a:lnTo>
                <a:lnTo>
                  <a:pt x="658" y="351"/>
                </a:lnTo>
                <a:lnTo>
                  <a:pt x="656" y="352"/>
                </a:lnTo>
                <a:lnTo>
                  <a:pt x="655" y="352"/>
                </a:lnTo>
                <a:lnTo>
                  <a:pt x="654" y="352"/>
                </a:lnTo>
                <a:lnTo>
                  <a:pt x="653" y="352"/>
                </a:lnTo>
                <a:lnTo>
                  <a:pt x="652" y="352"/>
                </a:lnTo>
                <a:lnTo>
                  <a:pt x="650" y="352"/>
                </a:lnTo>
                <a:lnTo>
                  <a:pt x="649" y="352"/>
                </a:lnTo>
                <a:lnTo>
                  <a:pt x="646" y="352"/>
                </a:lnTo>
                <a:lnTo>
                  <a:pt x="645" y="352"/>
                </a:lnTo>
                <a:lnTo>
                  <a:pt x="644" y="353"/>
                </a:lnTo>
                <a:lnTo>
                  <a:pt x="643" y="354"/>
                </a:lnTo>
                <a:lnTo>
                  <a:pt x="642" y="354"/>
                </a:lnTo>
                <a:lnTo>
                  <a:pt x="642" y="355"/>
                </a:lnTo>
                <a:lnTo>
                  <a:pt x="641" y="355"/>
                </a:lnTo>
                <a:lnTo>
                  <a:pt x="642" y="355"/>
                </a:lnTo>
                <a:lnTo>
                  <a:pt x="642" y="356"/>
                </a:lnTo>
                <a:lnTo>
                  <a:pt x="642" y="357"/>
                </a:lnTo>
                <a:lnTo>
                  <a:pt x="641" y="357"/>
                </a:lnTo>
                <a:lnTo>
                  <a:pt x="642" y="358"/>
                </a:lnTo>
                <a:lnTo>
                  <a:pt x="641" y="358"/>
                </a:lnTo>
                <a:lnTo>
                  <a:pt x="641" y="359"/>
                </a:lnTo>
                <a:lnTo>
                  <a:pt x="641" y="360"/>
                </a:lnTo>
                <a:lnTo>
                  <a:pt x="642" y="360"/>
                </a:lnTo>
                <a:lnTo>
                  <a:pt x="642" y="361"/>
                </a:lnTo>
                <a:lnTo>
                  <a:pt x="641" y="362"/>
                </a:lnTo>
                <a:lnTo>
                  <a:pt x="641" y="363"/>
                </a:lnTo>
                <a:lnTo>
                  <a:pt x="640" y="363"/>
                </a:lnTo>
                <a:lnTo>
                  <a:pt x="640" y="364"/>
                </a:lnTo>
                <a:lnTo>
                  <a:pt x="639" y="364"/>
                </a:lnTo>
                <a:lnTo>
                  <a:pt x="639" y="363"/>
                </a:lnTo>
                <a:lnTo>
                  <a:pt x="638" y="364"/>
                </a:lnTo>
                <a:lnTo>
                  <a:pt x="638" y="365"/>
                </a:lnTo>
                <a:lnTo>
                  <a:pt x="637" y="365"/>
                </a:lnTo>
                <a:lnTo>
                  <a:pt x="637" y="366"/>
                </a:lnTo>
                <a:lnTo>
                  <a:pt x="636" y="366"/>
                </a:lnTo>
                <a:lnTo>
                  <a:pt x="636" y="367"/>
                </a:lnTo>
                <a:lnTo>
                  <a:pt x="636" y="368"/>
                </a:lnTo>
                <a:lnTo>
                  <a:pt x="635" y="368"/>
                </a:lnTo>
                <a:lnTo>
                  <a:pt x="634" y="369"/>
                </a:lnTo>
                <a:lnTo>
                  <a:pt x="634" y="368"/>
                </a:lnTo>
                <a:lnTo>
                  <a:pt x="633" y="369"/>
                </a:lnTo>
                <a:lnTo>
                  <a:pt x="631" y="371"/>
                </a:lnTo>
                <a:lnTo>
                  <a:pt x="630" y="371"/>
                </a:lnTo>
                <a:lnTo>
                  <a:pt x="629" y="371"/>
                </a:lnTo>
                <a:lnTo>
                  <a:pt x="628" y="371"/>
                </a:lnTo>
                <a:lnTo>
                  <a:pt x="628" y="372"/>
                </a:lnTo>
                <a:lnTo>
                  <a:pt x="627" y="373"/>
                </a:lnTo>
                <a:lnTo>
                  <a:pt x="627" y="372"/>
                </a:lnTo>
                <a:lnTo>
                  <a:pt x="626" y="372"/>
                </a:lnTo>
                <a:lnTo>
                  <a:pt x="626" y="373"/>
                </a:lnTo>
                <a:lnTo>
                  <a:pt x="625" y="373"/>
                </a:lnTo>
                <a:lnTo>
                  <a:pt x="625" y="374"/>
                </a:lnTo>
                <a:lnTo>
                  <a:pt x="624" y="374"/>
                </a:lnTo>
                <a:lnTo>
                  <a:pt x="623" y="374"/>
                </a:lnTo>
                <a:lnTo>
                  <a:pt x="623" y="373"/>
                </a:lnTo>
                <a:lnTo>
                  <a:pt x="622" y="372"/>
                </a:lnTo>
                <a:lnTo>
                  <a:pt x="623" y="372"/>
                </a:lnTo>
                <a:lnTo>
                  <a:pt x="623" y="371"/>
                </a:lnTo>
                <a:lnTo>
                  <a:pt x="623" y="370"/>
                </a:lnTo>
                <a:lnTo>
                  <a:pt x="622" y="370"/>
                </a:lnTo>
                <a:lnTo>
                  <a:pt x="621" y="370"/>
                </a:lnTo>
                <a:lnTo>
                  <a:pt x="621" y="371"/>
                </a:lnTo>
                <a:lnTo>
                  <a:pt x="620" y="371"/>
                </a:lnTo>
                <a:lnTo>
                  <a:pt x="619" y="371"/>
                </a:lnTo>
                <a:lnTo>
                  <a:pt x="617" y="371"/>
                </a:lnTo>
                <a:lnTo>
                  <a:pt x="616" y="371"/>
                </a:lnTo>
                <a:lnTo>
                  <a:pt x="615" y="370"/>
                </a:lnTo>
                <a:lnTo>
                  <a:pt x="615" y="371"/>
                </a:lnTo>
                <a:lnTo>
                  <a:pt x="614" y="370"/>
                </a:lnTo>
                <a:lnTo>
                  <a:pt x="613" y="370"/>
                </a:lnTo>
                <a:lnTo>
                  <a:pt x="612" y="370"/>
                </a:lnTo>
                <a:lnTo>
                  <a:pt x="611" y="369"/>
                </a:lnTo>
                <a:lnTo>
                  <a:pt x="611" y="368"/>
                </a:lnTo>
                <a:lnTo>
                  <a:pt x="610" y="368"/>
                </a:lnTo>
                <a:lnTo>
                  <a:pt x="609" y="368"/>
                </a:lnTo>
                <a:lnTo>
                  <a:pt x="609" y="369"/>
                </a:lnTo>
                <a:lnTo>
                  <a:pt x="608" y="369"/>
                </a:lnTo>
                <a:lnTo>
                  <a:pt x="608" y="370"/>
                </a:lnTo>
                <a:lnTo>
                  <a:pt x="609" y="370"/>
                </a:lnTo>
                <a:lnTo>
                  <a:pt x="609" y="371"/>
                </a:lnTo>
                <a:lnTo>
                  <a:pt x="610" y="371"/>
                </a:lnTo>
                <a:lnTo>
                  <a:pt x="611" y="371"/>
                </a:lnTo>
                <a:lnTo>
                  <a:pt x="612" y="372"/>
                </a:lnTo>
                <a:lnTo>
                  <a:pt x="611" y="372"/>
                </a:lnTo>
                <a:lnTo>
                  <a:pt x="611" y="373"/>
                </a:lnTo>
                <a:lnTo>
                  <a:pt x="611" y="374"/>
                </a:lnTo>
                <a:lnTo>
                  <a:pt x="611" y="375"/>
                </a:lnTo>
                <a:lnTo>
                  <a:pt x="610" y="375"/>
                </a:lnTo>
                <a:lnTo>
                  <a:pt x="610" y="376"/>
                </a:lnTo>
                <a:lnTo>
                  <a:pt x="609" y="376"/>
                </a:lnTo>
                <a:lnTo>
                  <a:pt x="609" y="377"/>
                </a:lnTo>
                <a:lnTo>
                  <a:pt x="610" y="377"/>
                </a:lnTo>
                <a:lnTo>
                  <a:pt x="611" y="377"/>
                </a:lnTo>
                <a:lnTo>
                  <a:pt x="612" y="377"/>
                </a:lnTo>
                <a:lnTo>
                  <a:pt x="612" y="376"/>
                </a:lnTo>
                <a:lnTo>
                  <a:pt x="613" y="376"/>
                </a:lnTo>
                <a:lnTo>
                  <a:pt x="615" y="376"/>
                </a:lnTo>
                <a:lnTo>
                  <a:pt x="615" y="377"/>
                </a:lnTo>
                <a:lnTo>
                  <a:pt x="614" y="377"/>
                </a:lnTo>
                <a:lnTo>
                  <a:pt x="613" y="378"/>
                </a:lnTo>
                <a:lnTo>
                  <a:pt x="613" y="379"/>
                </a:lnTo>
                <a:lnTo>
                  <a:pt x="613" y="380"/>
                </a:lnTo>
                <a:lnTo>
                  <a:pt x="612" y="380"/>
                </a:lnTo>
                <a:lnTo>
                  <a:pt x="612" y="381"/>
                </a:lnTo>
                <a:lnTo>
                  <a:pt x="613" y="381"/>
                </a:lnTo>
                <a:lnTo>
                  <a:pt x="612" y="382"/>
                </a:lnTo>
                <a:lnTo>
                  <a:pt x="613" y="382"/>
                </a:lnTo>
                <a:lnTo>
                  <a:pt x="612" y="383"/>
                </a:lnTo>
                <a:lnTo>
                  <a:pt x="613" y="384"/>
                </a:lnTo>
                <a:lnTo>
                  <a:pt x="613" y="385"/>
                </a:lnTo>
                <a:lnTo>
                  <a:pt x="613" y="386"/>
                </a:lnTo>
                <a:lnTo>
                  <a:pt x="612" y="385"/>
                </a:lnTo>
                <a:lnTo>
                  <a:pt x="611" y="385"/>
                </a:lnTo>
                <a:lnTo>
                  <a:pt x="610" y="385"/>
                </a:lnTo>
                <a:lnTo>
                  <a:pt x="609" y="385"/>
                </a:lnTo>
                <a:lnTo>
                  <a:pt x="608" y="384"/>
                </a:lnTo>
                <a:lnTo>
                  <a:pt x="607" y="384"/>
                </a:lnTo>
                <a:lnTo>
                  <a:pt x="606" y="384"/>
                </a:lnTo>
                <a:lnTo>
                  <a:pt x="607" y="383"/>
                </a:lnTo>
                <a:lnTo>
                  <a:pt x="607" y="382"/>
                </a:lnTo>
                <a:lnTo>
                  <a:pt x="608" y="381"/>
                </a:lnTo>
                <a:lnTo>
                  <a:pt x="607" y="381"/>
                </a:lnTo>
                <a:lnTo>
                  <a:pt x="607" y="380"/>
                </a:lnTo>
                <a:lnTo>
                  <a:pt x="606" y="380"/>
                </a:lnTo>
                <a:lnTo>
                  <a:pt x="606" y="381"/>
                </a:lnTo>
                <a:lnTo>
                  <a:pt x="605" y="380"/>
                </a:lnTo>
                <a:lnTo>
                  <a:pt x="604" y="381"/>
                </a:lnTo>
                <a:lnTo>
                  <a:pt x="603" y="381"/>
                </a:lnTo>
                <a:lnTo>
                  <a:pt x="602" y="382"/>
                </a:lnTo>
                <a:lnTo>
                  <a:pt x="601" y="381"/>
                </a:lnTo>
                <a:lnTo>
                  <a:pt x="600" y="381"/>
                </a:lnTo>
                <a:lnTo>
                  <a:pt x="600" y="380"/>
                </a:lnTo>
                <a:lnTo>
                  <a:pt x="599" y="380"/>
                </a:lnTo>
                <a:lnTo>
                  <a:pt x="599" y="379"/>
                </a:lnTo>
                <a:lnTo>
                  <a:pt x="599" y="380"/>
                </a:lnTo>
                <a:lnTo>
                  <a:pt x="598" y="380"/>
                </a:lnTo>
                <a:lnTo>
                  <a:pt x="597" y="380"/>
                </a:lnTo>
                <a:lnTo>
                  <a:pt x="596" y="381"/>
                </a:lnTo>
                <a:lnTo>
                  <a:pt x="595" y="381"/>
                </a:lnTo>
                <a:lnTo>
                  <a:pt x="595" y="382"/>
                </a:lnTo>
                <a:lnTo>
                  <a:pt x="594" y="382"/>
                </a:lnTo>
                <a:lnTo>
                  <a:pt x="594" y="383"/>
                </a:lnTo>
                <a:lnTo>
                  <a:pt x="594" y="384"/>
                </a:lnTo>
                <a:lnTo>
                  <a:pt x="595" y="384"/>
                </a:lnTo>
                <a:lnTo>
                  <a:pt x="596" y="384"/>
                </a:lnTo>
                <a:lnTo>
                  <a:pt x="596" y="385"/>
                </a:lnTo>
                <a:lnTo>
                  <a:pt x="595" y="385"/>
                </a:lnTo>
                <a:lnTo>
                  <a:pt x="595" y="386"/>
                </a:lnTo>
                <a:lnTo>
                  <a:pt x="596" y="386"/>
                </a:lnTo>
                <a:lnTo>
                  <a:pt x="595" y="386"/>
                </a:lnTo>
                <a:lnTo>
                  <a:pt x="594" y="387"/>
                </a:lnTo>
                <a:lnTo>
                  <a:pt x="593" y="387"/>
                </a:lnTo>
                <a:lnTo>
                  <a:pt x="593" y="386"/>
                </a:lnTo>
                <a:lnTo>
                  <a:pt x="592" y="386"/>
                </a:lnTo>
                <a:lnTo>
                  <a:pt x="592" y="385"/>
                </a:lnTo>
                <a:lnTo>
                  <a:pt x="592" y="384"/>
                </a:lnTo>
                <a:lnTo>
                  <a:pt x="592" y="385"/>
                </a:lnTo>
                <a:lnTo>
                  <a:pt x="591" y="385"/>
                </a:lnTo>
                <a:lnTo>
                  <a:pt x="590" y="385"/>
                </a:lnTo>
                <a:lnTo>
                  <a:pt x="590" y="386"/>
                </a:lnTo>
                <a:lnTo>
                  <a:pt x="590" y="385"/>
                </a:lnTo>
                <a:lnTo>
                  <a:pt x="590" y="384"/>
                </a:lnTo>
                <a:lnTo>
                  <a:pt x="591" y="384"/>
                </a:lnTo>
                <a:lnTo>
                  <a:pt x="590" y="383"/>
                </a:lnTo>
                <a:lnTo>
                  <a:pt x="589" y="383"/>
                </a:lnTo>
                <a:lnTo>
                  <a:pt x="589" y="385"/>
                </a:lnTo>
                <a:lnTo>
                  <a:pt x="589" y="386"/>
                </a:lnTo>
                <a:lnTo>
                  <a:pt x="588" y="386"/>
                </a:lnTo>
                <a:lnTo>
                  <a:pt x="588" y="387"/>
                </a:lnTo>
                <a:lnTo>
                  <a:pt x="588" y="388"/>
                </a:lnTo>
                <a:lnTo>
                  <a:pt x="587" y="388"/>
                </a:lnTo>
                <a:lnTo>
                  <a:pt x="586" y="389"/>
                </a:lnTo>
                <a:lnTo>
                  <a:pt x="586" y="390"/>
                </a:lnTo>
                <a:lnTo>
                  <a:pt x="587" y="390"/>
                </a:lnTo>
                <a:lnTo>
                  <a:pt x="588" y="389"/>
                </a:lnTo>
                <a:lnTo>
                  <a:pt x="588" y="390"/>
                </a:lnTo>
                <a:lnTo>
                  <a:pt x="588" y="391"/>
                </a:lnTo>
                <a:lnTo>
                  <a:pt x="588" y="392"/>
                </a:lnTo>
                <a:lnTo>
                  <a:pt x="588" y="393"/>
                </a:lnTo>
                <a:lnTo>
                  <a:pt x="589" y="393"/>
                </a:lnTo>
                <a:lnTo>
                  <a:pt x="590" y="392"/>
                </a:lnTo>
                <a:lnTo>
                  <a:pt x="591" y="391"/>
                </a:lnTo>
                <a:lnTo>
                  <a:pt x="592" y="391"/>
                </a:lnTo>
                <a:lnTo>
                  <a:pt x="592" y="390"/>
                </a:lnTo>
                <a:lnTo>
                  <a:pt x="591" y="390"/>
                </a:lnTo>
                <a:lnTo>
                  <a:pt x="590" y="390"/>
                </a:lnTo>
                <a:lnTo>
                  <a:pt x="590" y="389"/>
                </a:lnTo>
                <a:lnTo>
                  <a:pt x="591" y="389"/>
                </a:lnTo>
                <a:lnTo>
                  <a:pt x="591" y="388"/>
                </a:lnTo>
                <a:lnTo>
                  <a:pt x="592" y="388"/>
                </a:lnTo>
                <a:lnTo>
                  <a:pt x="593" y="388"/>
                </a:lnTo>
                <a:lnTo>
                  <a:pt x="593" y="389"/>
                </a:lnTo>
                <a:lnTo>
                  <a:pt x="593" y="390"/>
                </a:lnTo>
                <a:lnTo>
                  <a:pt x="594" y="390"/>
                </a:lnTo>
                <a:lnTo>
                  <a:pt x="593" y="390"/>
                </a:lnTo>
                <a:lnTo>
                  <a:pt x="593" y="391"/>
                </a:lnTo>
                <a:lnTo>
                  <a:pt x="593" y="392"/>
                </a:lnTo>
                <a:lnTo>
                  <a:pt x="592" y="392"/>
                </a:lnTo>
                <a:lnTo>
                  <a:pt x="592" y="393"/>
                </a:lnTo>
                <a:lnTo>
                  <a:pt x="593" y="393"/>
                </a:lnTo>
                <a:lnTo>
                  <a:pt x="593" y="394"/>
                </a:lnTo>
                <a:lnTo>
                  <a:pt x="592" y="395"/>
                </a:lnTo>
                <a:lnTo>
                  <a:pt x="591" y="394"/>
                </a:lnTo>
                <a:lnTo>
                  <a:pt x="590" y="395"/>
                </a:lnTo>
                <a:lnTo>
                  <a:pt x="590" y="396"/>
                </a:lnTo>
                <a:lnTo>
                  <a:pt x="589" y="397"/>
                </a:lnTo>
                <a:lnTo>
                  <a:pt x="588" y="397"/>
                </a:lnTo>
                <a:lnTo>
                  <a:pt x="588" y="396"/>
                </a:lnTo>
                <a:lnTo>
                  <a:pt x="587" y="396"/>
                </a:lnTo>
                <a:lnTo>
                  <a:pt x="586" y="396"/>
                </a:lnTo>
                <a:lnTo>
                  <a:pt x="585" y="397"/>
                </a:lnTo>
                <a:lnTo>
                  <a:pt x="584" y="397"/>
                </a:lnTo>
                <a:lnTo>
                  <a:pt x="583" y="397"/>
                </a:lnTo>
                <a:lnTo>
                  <a:pt x="583" y="398"/>
                </a:lnTo>
                <a:lnTo>
                  <a:pt x="582" y="398"/>
                </a:lnTo>
                <a:lnTo>
                  <a:pt x="581" y="399"/>
                </a:lnTo>
                <a:lnTo>
                  <a:pt x="581" y="398"/>
                </a:lnTo>
                <a:lnTo>
                  <a:pt x="580" y="398"/>
                </a:lnTo>
                <a:lnTo>
                  <a:pt x="579" y="398"/>
                </a:lnTo>
                <a:lnTo>
                  <a:pt x="579" y="399"/>
                </a:lnTo>
                <a:lnTo>
                  <a:pt x="578" y="399"/>
                </a:lnTo>
                <a:lnTo>
                  <a:pt x="577" y="399"/>
                </a:lnTo>
                <a:lnTo>
                  <a:pt x="577" y="400"/>
                </a:lnTo>
                <a:lnTo>
                  <a:pt x="576" y="400"/>
                </a:lnTo>
                <a:lnTo>
                  <a:pt x="575" y="400"/>
                </a:lnTo>
                <a:lnTo>
                  <a:pt x="576" y="399"/>
                </a:lnTo>
                <a:lnTo>
                  <a:pt x="576" y="398"/>
                </a:lnTo>
                <a:lnTo>
                  <a:pt x="575" y="397"/>
                </a:lnTo>
                <a:lnTo>
                  <a:pt x="573" y="397"/>
                </a:lnTo>
                <a:lnTo>
                  <a:pt x="572" y="397"/>
                </a:lnTo>
                <a:lnTo>
                  <a:pt x="571" y="398"/>
                </a:lnTo>
                <a:lnTo>
                  <a:pt x="570" y="398"/>
                </a:lnTo>
                <a:lnTo>
                  <a:pt x="569" y="397"/>
                </a:lnTo>
                <a:lnTo>
                  <a:pt x="568" y="398"/>
                </a:lnTo>
                <a:lnTo>
                  <a:pt x="568" y="397"/>
                </a:lnTo>
                <a:lnTo>
                  <a:pt x="568" y="398"/>
                </a:lnTo>
                <a:lnTo>
                  <a:pt x="567" y="398"/>
                </a:lnTo>
                <a:lnTo>
                  <a:pt x="566" y="399"/>
                </a:lnTo>
                <a:lnTo>
                  <a:pt x="565" y="398"/>
                </a:lnTo>
                <a:lnTo>
                  <a:pt x="564" y="399"/>
                </a:lnTo>
                <a:lnTo>
                  <a:pt x="564" y="400"/>
                </a:lnTo>
                <a:lnTo>
                  <a:pt x="563" y="400"/>
                </a:lnTo>
                <a:lnTo>
                  <a:pt x="563" y="401"/>
                </a:lnTo>
                <a:lnTo>
                  <a:pt x="562" y="401"/>
                </a:lnTo>
                <a:lnTo>
                  <a:pt x="561" y="402"/>
                </a:lnTo>
                <a:lnTo>
                  <a:pt x="560" y="402"/>
                </a:lnTo>
                <a:lnTo>
                  <a:pt x="559" y="402"/>
                </a:lnTo>
                <a:lnTo>
                  <a:pt x="558" y="403"/>
                </a:lnTo>
                <a:lnTo>
                  <a:pt x="558" y="404"/>
                </a:lnTo>
                <a:lnTo>
                  <a:pt x="557" y="404"/>
                </a:lnTo>
                <a:lnTo>
                  <a:pt x="556" y="404"/>
                </a:lnTo>
                <a:lnTo>
                  <a:pt x="555" y="404"/>
                </a:lnTo>
                <a:lnTo>
                  <a:pt x="554" y="405"/>
                </a:lnTo>
                <a:lnTo>
                  <a:pt x="554" y="404"/>
                </a:lnTo>
                <a:lnTo>
                  <a:pt x="553" y="404"/>
                </a:lnTo>
                <a:lnTo>
                  <a:pt x="552" y="404"/>
                </a:lnTo>
                <a:lnTo>
                  <a:pt x="551" y="404"/>
                </a:lnTo>
                <a:lnTo>
                  <a:pt x="551" y="405"/>
                </a:lnTo>
                <a:lnTo>
                  <a:pt x="550" y="405"/>
                </a:lnTo>
                <a:lnTo>
                  <a:pt x="550" y="404"/>
                </a:lnTo>
                <a:lnTo>
                  <a:pt x="550" y="403"/>
                </a:lnTo>
                <a:lnTo>
                  <a:pt x="549" y="403"/>
                </a:lnTo>
                <a:lnTo>
                  <a:pt x="549" y="402"/>
                </a:lnTo>
                <a:lnTo>
                  <a:pt x="548" y="402"/>
                </a:lnTo>
                <a:lnTo>
                  <a:pt x="548" y="403"/>
                </a:lnTo>
                <a:lnTo>
                  <a:pt x="547" y="403"/>
                </a:lnTo>
                <a:lnTo>
                  <a:pt x="546" y="403"/>
                </a:lnTo>
                <a:lnTo>
                  <a:pt x="545" y="403"/>
                </a:lnTo>
                <a:lnTo>
                  <a:pt x="544" y="403"/>
                </a:lnTo>
                <a:lnTo>
                  <a:pt x="543" y="404"/>
                </a:lnTo>
                <a:lnTo>
                  <a:pt x="542" y="405"/>
                </a:lnTo>
                <a:lnTo>
                  <a:pt x="541" y="404"/>
                </a:lnTo>
                <a:lnTo>
                  <a:pt x="541" y="405"/>
                </a:lnTo>
                <a:lnTo>
                  <a:pt x="540" y="405"/>
                </a:lnTo>
                <a:lnTo>
                  <a:pt x="540" y="404"/>
                </a:lnTo>
                <a:lnTo>
                  <a:pt x="539" y="404"/>
                </a:lnTo>
                <a:lnTo>
                  <a:pt x="539" y="403"/>
                </a:lnTo>
                <a:lnTo>
                  <a:pt x="538" y="401"/>
                </a:lnTo>
                <a:lnTo>
                  <a:pt x="537" y="401"/>
                </a:lnTo>
                <a:lnTo>
                  <a:pt x="537" y="400"/>
                </a:lnTo>
                <a:lnTo>
                  <a:pt x="536" y="400"/>
                </a:lnTo>
                <a:lnTo>
                  <a:pt x="535" y="401"/>
                </a:lnTo>
                <a:lnTo>
                  <a:pt x="534" y="401"/>
                </a:lnTo>
                <a:lnTo>
                  <a:pt x="534" y="402"/>
                </a:lnTo>
                <a:lnTo>
                  <a:pt x="534" y="401"/>
                </a:lnTo>
                <a:lnTo>
                  <a:pt x="533" y="401"/>
                </a:lnTo>
                <a:lnTo>
                  <a:pt x="533" y="402"/>
                </a:lnTo>
                <a:lnTo>
                  <a:pt x="532" y="402"/>
                </a:lnTo>
                <a:lnTo>
                  <a:pt x="532" y="403"/>
                </a:lnTo>
                <a:lnTo>
                  <a:pt x="532" y="404"/>
                </a:lnTo>
                <a:lnTo>
                  <a:pt x="532" y="405"/>
                </a:lnTo>
                <a:lnTo>
                  <a:pt x="531" y="406"/>
                </a:lnTo>
                <a:lnTo>
                  <a:pt x="531" y="407"/>
                </a:lnTo>
                <a:lnTo>
                  <a:pt x="532" y="407"/>
                </a:lnTo>
                <a:lnTo>
                  <a:pt x="532" y="408"/>
                </a:lnTo>
                <a:lnTo>
                  <a:pt x="532" y="409"/>
                </a:lnTo>
                <a:lnTo>
                  <a:pt x="531" y="409"/>
                </a:lnTo>
                <a:lnTo>
                  <a:pt x="532" y="409"/>
                </a:lnTo>
                <a:lnTo>
                  <a:pt x="532" y="410"/>
                </a:lnTo>
                <a:lnTo>
                  <a:pt x="531" y="410"/>
                </a:lnTo>
                <a:lnTo>
                  <a:pt x="531" y="411"/>
                </a:lnTo>
                <a:lnTo>
                  <a:pt x="531" y="412"/>
                </a:lnTo>
                <a:lnTo>
                  <a:pt x="532" y="412"/>
                </a:lnTo>
                <a:lnTo>
                  <a:pt x="532" y="413"/>
                </a:lnTo>
                <a:lnTo>
                  <a:pt x="531" y="414"/>
                </a:lnTo>
                <a:lnTo>
                  <a:pt x="530" y="414"/>
                </a:lnTo>
                <a:lnTo>
                  <a:pt x="530" y="413"/>
                </a:lnTo>
                <a:lnTo>
                  <a:pt x="529" y="413"/>
                </a:lnTo>
                <a:lnTo>
                  <a:pt x="529" y="414"/>
                </a:lnTo>
                <a:lnTo>
                  <a:pt x="528" y="413"/>
                </a:lnTo>
                <a:lnTo>
                  <a:pt x="528" y="414"/>
                </a:lnTo>
                <a:lnTo>
                  <a:pt x="527" y="414"/>
                </a:lnTo>
                <a:lnTo>
                  <a:pt x="527" y="415"/>
                </a:lnTo>
                <a:lnTo>
                  <a:pt x="526" y="414"/>
                </a:lnTo>
                <a:lnTo>
                  <a:pt x="526" y="415"/>
                </a:lnTo>
                <a:lnTo>
                  <a:pt x="525" y="416"/>
                </a:lnTo>
                <a:lnTo>
                  <a:pt x="524" y="415"/>
                </a:lnTo>
                <a:lnTo>
                  <a:pt x="523" y="415"/>
                </a:lnTo>
                <a:lnTo>
                  <a:pt x="523" y="416"/>
                </a:lnTo>
                <a:lnTo>
                  <a:pt x="522" y="416"/>
                </a:lnTo>
                <a:lnTo>
                  <a:pt x="521" y="416"/>
                </a:lnTo>
                <a:lnTo>
                  <a:pt x="520" y="415"/>
                </a:lnTo>
                <a:lnTo>
                  <a:pt x="520" y="416"/>
                </a:lnTo>
                <a:lnTo>
                  <a:pt x="519" y="416"/>
                </a:lnTo>
                <a:lnTo>
                  <a:pt x="518" y="416"/>
                </a:lnTo>
                <a:lnTo>
                  <a:pt x="517" y="416"/>
                </a:lnTo>
                <a:lnTo>
                  <a:pt x="516" y="416"/>
                </a:lnTo>
                <a:lnTo>
                  <a:pt x="515" y="416"/>
                </a:lnTo>
                <a:lnTo>
                  <a:pt x="515" y="417"/>
                </a:lnTo>
                <a:lnTo>
                  <a:pt x="515" y="418"/>
                </a:lnTo>
                <a:lnTo>
                  <a:pt x="514" y="419"/>
                </a:lnTo>
                <a:lnTo>
                  <a:pt x="513" y="419"/>
                </a:lnTo>
                <a:lnTo>
                  <a:pt x="513" y="420"/>
                </a:lnTo>
                <a:lnTo>
                  <a:pt x="512" y="420"/>
                </a:lnTo>
                <a:lnTo>
                  <a:pt x="512" y="421"/>
                </a:lnTo>
                <a:lnTo>
                  <a:pt x="511" y="422"/>
                </a:lnTo>
                <a:lnTo>
                  <a:pt x="511" y="423"/>
                </a:lnTo>
                <a:lnTo>
                  <a:pt x="510" y="423"/>
                </a:lnTo>
                <a:lnTo>
                  <a:pt x="509" y="423"/>
                </a:lnTo>
                <a:lnTo>
                  <a:pt x="509" y="424"/>
                </a:lnTo>
                <a:lnTo>
                  <a:pt x="508" y="424"/>
                </a:lnTo>
                <a:lnTo>
                  <a:pt x="508" y="425"/>
                </a:lnTo>
                <a:lnTo>
                  <a:pt x="507" y="425"/>
                </a:lnTo>
                <a:lnTo>
                  <a:pt x="507" y="426"/>
                </a:lnTo>
                <a:lnTo>
                  <a:pt x="506" y="427"/>
                </a:lnTo>
                <a:lnTo>
                  <a:pt x="505" y="427"/>
                </a:lnTo>
                <a:lnTo>
                  <a:pt x="504" y="427"/>
                </a:lnTo>
                <a:lnTo>
                  <a:pt x="504" y="429"/>
                </a:lnTo>
                <a:lnTo>
                  <a:pt x="504" y="430"/>
                </a:lnTo>
                <a:lnTo>
                  <a:pt x="504" y="431"/>
                </a:lnTo>
                <a:lnTo>
                  <a:pt x="504" y="432"/>
                </a:lnTo>
                <a:lnTo>
                  <a:pt x="504" y="433"/>
                </a:lnTo>
                <a:lnTo>
                  <a:pt x="503" y="433"/>
                </a:lnTo>
                <a:lnTo>
                  <a:pt x="503" y="432"/>
                </a:lnTo>
                <a:lnTo>
                  <a:pt x="503" y="433"/>
                </a:lnTo>
                <a:lnTo>
                  <a:pt x="502" y="433"/>
                </a:lnTo>
                <a:lnTo>
                  <a:pt x="501" y="433"/>
                </a:lnTo>
                <a:lnTo>
                  <a:pt x="501" y="434"/>
                </a:lnTo>
                <a:lnTo>
                  <a:pt x="500" y="434"/>
                </a:lnTo>
                <a:lnTo>
                  <a:pt x="499" y="434"/>
                </a:lnTo>
                <a:lnTo>
                  <a:pt x="498" y="434"/>
                </a:lnTo>
                <a:lnTo>
                  <a:pt x="497" y="434"/>
                </a:lnTo>
                <a:lnTo>
                  <a:pt x="498" y="434"/>
                </a:lnTo>
                <a:lnTo>
                  <a:pt x="498" y="433"/>
                </a:lnTo>
                <a:lnTo>
                  <a:pt x="497" y="433"/>
                </a:lnTo>
                <a:lnTo>
                  <a:pt x="497" y="432"/>
                </a:lnTo>
                <a:lnTo>
                  <a:pt x="498" y="432"/>
                </a:lnTo>
                <a:lnTo>
                  <a:pt x="498" y="431"/>
                </a:lnTo>
                <a:lnTo>
                  <a:pt x="497" y="431"/>
                </a:lnTo>
                <a:lnTo>
                  <a:pt x="496" y="431"/>
                </a:lnTo>
                <a:lnTo>
                  <a:pt x="496" y="432"/>
                </a:lnTo>
                <a:lnTo>
                  <a:pt x="495" y="432"/>
                </a:lnTo>
                <a:lnTo>
                  <a:pt x="495" y="431"/>
                </a:lnTo>
                <a:lnTo>
                  <a:pt x="494" y="431"/>
                </a:lnTo>
                <a:lnTo>
                  <a:pt x="494" y="430"/>
                </a:lnTo>
                <a:lnTo>
                  <a:pt x="494" y="429"/>
                </a:lnTo>
                <a:lnTo>
                  <a:pt x="494" y="428"/>
                </a:lnTo>
                <a:lnTo>
                  <a:pt x="493" y="428"/>
                </a:lnTo>
                <a:lnTo>
                  <a:pt x="493" y="427"/>
                </a:lnTo>
                <a:lnTo>
                  <a:pt x="492" y="427"/>
                </a:lnTo>
                <a:lnTo>
                  <a:pt x="491" y="427"/>
                </a:lnTo>
                <a:lnTo>
                  <a:pt x="490" y="427"/>
                </a:lnTo>
                <a:lnTo>
                  <a:pt x="490" y="428"/>
                </a:lnTo>
                <a:lnTo>
                  <a:pt x="490" y="427"/>
                </a:lnTo>
                <a:lnTo>
                  <a:pt x="489" y="427"/>
                </a:lnTo>
                <a:lnTo>
                  <a:pt x="489" y="428"/>
                </a:lnTo>
                <a:lnTo>
                  <a:pt x="488" y="428"/>
                </a:lnTo>
                <a:lnTo>
                  <a:pt x="488" y="429"/>
                </a:lnTo>
                <a:lnTo>
                  <a:pt x="487" y="429"/>
                </a:lnTo>
                <a:lnTo>
                  <a:pt x="487" y="430"/>
                </a:lnTo>
                <a:lnTo>
                  <a:pt x="487" y="431"/>
                </a:lnTo>
                <a:lnTo>
                  <a:pt x="486" y="431"/>
                </a:lnTo>
                <a:lnTo>
                  <a:pt x="486" y="432"/>
                </a:lnTo>
                <a:lnTo>
                  <a:pt x="485" y="432"/>
                </a:lnTo>
                <a:lnTo>
                  <a:pt x="485" y="431"/>
                </a:lnTo>
                <a:lnTo>
                  <a:pt x="484" y="431"/>
                </a:lnTo>
                <a:lnTo>
                  <a:pt x="484" y="430"/>
                </a:lnTo>
                <a:lnTo>
                  <a:pt x="484" y="429"/>
                </a:lnTo>
                <a:lnTo>
                  <a:pt x="484" y="428"/>
                </a:lnTo>
                <a:lnTo>
                  <a:pt x="484" y="427"/>
                </a:lnTo>
                <a:lnTo>
                  <a:pt x="483" y="427"/>
                </a:lnTo>
                <a:lnTo>
                  <a:pt x="483" y="428"/>
                </a:lnTo>
                <a:lnTo>
                  <a:pt x="482" y="428"/>
                </a:lnTo>
                <a:lnTo>
                  <a:pt x="482" y="429"/>
                </a:lnTo>
                <a:lnTo>
                  <a:pt x="481" y="429"/>
                </a:lnTo>
                <a:lnTo>
                  <a:pt x="480" y="429"/>
                </a:lnTo>
                <a:lnTo>
                  <a:pt x="480" y="428"/>
                </a:lnTo>
                <a:lnTo>
                  <a:pt x="480" y="427"/>
                </a:lnTo>
                <a:lnTo>
                  <a:pt x="481" y="427"/>
                </a:lnTo>
                <a:lnTo>
                  <a:pt x="481" y="426"/>
                </a:lnTo>
                <a:lnTo>
                  <a:pt x="480" y="426"/>
                </a:lnTo>
                <a:lnTo>
                  <a:pt x="480" y="425"/>
                </a:lnTo>
                <a:lnTo>
                  <a:pt x="480" y="424"/>
                </a:lnTo>
                <a:lnTo>
                  <a:pt x="479" y="424"/>
                </a:lnTo>
                <a:lnTo>
                  <a:pt x="479" y="423"/>
                </a:lnTo>
                <a:lnTo>
                  <a:pt x="479" y="422"/>
                </a:lnTo>
                <a:lnTo>
                  <a:pt x="479" y="421"/>
                </a:lnTo>
                <a:lnTo>
                  <a:pt x="478" y="421"/>
                </a:lnTo>
                <a:lnTo>
                  <a:pt x="478" y="420"/>
                </a:lnTo>
                <a:lnTo>
                  <a:pt x="479" y="419"/>
                </a:lnTo>
                <a:lnTo>
                  <a:pt x="480" y="419"/>
                </a:lnTo>
                <a:lnTo>
                  <a:pt x="480" y="418"/>
                </a:lnTo>
                <a:lnTo>
                  <a:pt x="481" y="418"/>
                </a:lnTo>
                <a:lnTo>
                  <a:pt x="481" y="417"/>
                </a:lnTo>
                <a:lnTo>
                  <a:pt x="481" y="416"/>
                </a:lnTo>
                <a:lnTo>
                  <a:pt x="481" y="415"/>
                </a:lnTo>
                <a:lnTo>
                  <a:pt x="481" y="414"/>
                </a:lnTo>
                <a:lnTo>
                  <a:pt x="480" y="413"/>
                </a:lnTo>
                <a:lnTo>
                  <a:pt x="479" y="413"/>
                </a:lnTo>
                <a:lnTo>
                  <a:pt x="479" y="414"/>
                </a:lnTo>
                <a:lnTo>
                  <a:pt x="479" y="415"/>
                </a:lnTo>
                <a:lnTo>
                  <a:pt x="478" y="415"/>
                </a:lnTo>
                <a:lnTo>
                  <a:pt x="478" y="414"/>
                </a:lnTo>
                <a:lnTo>
                  <a:pt x="477" y="414"/>
                </a:lnTo>
                <a:lnTo>
                  <a:pt x="477" y="413"/>
                </a:lnTo>
                <a:lnTo>
                  <a:pt x="476" y="413"/>
                </a:lnTo>
                <a:lnTo>
                  <a:pt x="476" y="412"/>
                </a:lnTo>
                <a:lnTo>
                  <a:pt x="475" y="412"/>
                </a:lnTo>
                <a:lnTo>
                  <a:pt x="475" y="413"/>
                </a:lnTo>
                <a:lnTo>
                  <a:pt x="475" y="412"/>
                </a:lnTo>
                <a:lnTo>
                  <a:pt x="474" y="412"/>
                </a:lnTo>
                <a:lnTo>
                  <a:pt x="474" y="411"/>
                </a:lnTo>
                <a:lnTo>
                  <a:pt x="473" y="411"/>
                </a:lnTo>
                <a:lnTo>
                  <a:pt x="473" y="410"/>
                </a:lnTo>
                <a:lnTo>
                  <a:pt x="474" y="410"/>
                </a:lnTo>
                <a:lnTo>
                  <a:pt x="474" y="409"/>
                </a:lnTo>
                <a:lnTo>
                  <a:pt x="474" y="408"/>
                </a:lnTo>
                <a:lnTo>
                  <a:pt x="475" y="408"/>
                </a:lnTo>
                <a:lnTo>
                  <a:pt x="475" y="407"/>
                </a:lnTo>
                <a:lnTo>
                  <a:pt x="475" y="406"/>
                </a:lnTo>
                <a:lnTo>
                  <a:pt x="475" y="405"/>
                </a:lnTo>
                <a:lnTo>
                  <a:pt x="476" y="405"/>
                </a:lnTo>
                <a:lnTo>
                  <a:pt x="476" y="404"/>
                </a:lnTo>
                <a:lnTo>
                  <a:pt x="477" y="404"/>
                </a:lnTo>
                <a:lnTo>
                  <a:pt x="478" y="404"/>
                </a:lnTo>
                <a:lnTo>
                  <a:pt x="478" y="403"/>
                </a:lnTo>
                <a:lnTo>
                  <a:pt x="478" y="402"/>
                </a:lnTo>
                <a:lnTo>
                  <a:pt x="479" y="402"/>
                </a:lnTo>
                <a:lnTo>
                  <a:pt x="478" y="402"/>
                </a:lnTo>
                <a:lnTo>
                  <a:pt x="478" y="401"/>
                </a:lnTo>
                <a:lnTo>
                  <a:pt x="478" y="400"/>
                </a:lnTo>
                <a:lnTo>
                  <a:pt x="478" y="399"/>
                </a:lnTo>
                <a:lnTo>
                  <a:pt x="479" y="398"/>
                </a:lnTo>
                <a:lnTo>
                  <a:pt x="479" y="397"/>
                </a:lnTo>
                <a:lnTo>
                  <a:pt x="480" y="397"/>
                </a:lnTo>
                <a:lnTo>
                  <a:pt x="481" y="397"/>
                </a:lnTo>
                <a:lnTo>
                  <a:pt x="482" y="397"/>
                </a:lnTo>
                <a:lnTo>
                  <a:pt x="483" y="397"/>
                </a:lnTo>
                <a:lnTo>
                  <a:pt x="483" y="398"/>
                </a:lnTo>
                <a:lnTo>
                  <a:pt x="484" y="398"/>
                </a:lnTo>
                <a:lnTo>
                  <a:pt x="484" y="397"/>
                </a:lnTo>
                <a:lnTo>
                  <a:pt x="485" y="397"/>
                </a:lnTo>
                <a:lnTo>
                  <a:pt x="485" y="396"/>
                </a:lnTo>
                <a:lnTo>
                  <a:pt x="485" y="395"/>
                </a:lnTo>
                <a:lnTo>
                  <a:pt x="485" y="394"/>
                </a:lnTo>
                <a:lnTo>
                  <a:pt x="485" y="393"/>
                </a:lnTo>
                <a:lnTo>
                  <a:pt x="486" y="393"/>
                </a:lnTo>
                <a:lnTo>
                  <a:pt x="486" y="392"/>
                </a:lnTo>
                <a:lnTo>
                  <a:pt x="486" y="391"/>
                </a:lnTo>
                <a:lnTo>
                  <a:pt x="486" y="390"/>
                </a:lnTo>
                <a:lnTo>
                  <a:pt x="485" y="390"/>
                </a:lnTo>
                <a:lnTo>
                  <a:pt x="485" y="389"/>
                </a:lnTo>
                <a:lnTo>
                  <a:pt x="484" y="389"/>
                </a:lnTo>
                <a:lnTo>
                  <a:pt x="483" y="389"/>
                </a:lnTo>
                <a:lnTo>
                  <a:pt x="483" y="388"/>
                </a:lnTo>
                <a:lnTo>
                  <a:pt x="482" y="388"/>
                </a:lnTo>
                <a:lnTo>
                  <a:pt x="482" y="387"/>
                </a:lnTo>
                <a:lnTo>
                  <a:pt x="481" y="387"/>
                </a:lnTo>
                <a:lnTo>
                  <a:pt x="481" y="386"/>
                </a:lnTo>
                <a:lnTo>
                  <a:pt x="481" y="385"/>
                </a:lnTo>
                <a:lnTo>
                  <a:pt x="480" y="385"/>
                </a:lnTo>
                <a:lnTo>
                  <a:pt x="479" y="385"/>
                </a:lnTo>
                <a:lnTo>
                  <a:pt x="478" y="385"/>
                </a:lnTo>
                <a:lnTo>
                  <a:pt x="477" y="385"/>
                </a:lnTo>
                <a:lnTo>
                  <a:pt x="476" y="385"/>
                </a:lnTo>
                <a:lnTo>
                  <a:pt x="475" y="385"/>
                </a:lnTo>
                <a:lnTo>
                  <a:pt x="475" y="384"/>
                </a:lnTo>
                <a:lnTo>
                  <a:pt x="476" y="384"/>
                </a:lnTo>
                <a:lnTo>
                  <a:pt x="476" y="383"/>
                </a:lnTo>
                <a:lnTo>
                  <a:pt x="477" y="383"/>
                </a:lnTo>
                <a:lnTo>
                  <a:pt x="478" y="383"/>
                </a:lnTo>
                <a:lnTo>
                  <a:pt x="478" y="382"/>
                </a:lnTo>
                <a:lnTo>
                  <a:pt x="478" y="383"/>
                </a:lnTo>
                <a:lnTo>
                  <a:pt x="479" y="383"/>
                </a:lnTo>
                <a:lnTo>
                  <a:pt x="479" y="382"/>
                </a:lnTo>
                <a:lnTo>
                  <a:pt x="480" y="382"/>
                </a:lnTo>
                <a:lnTo>
                  <a:pt x="480" y="381"/>
                </a:lnTo>
                <a:lnTo>
                  <a:pt x="481" y="381"/>
                </a:lnTo>
                <a:lnTo>
                  <a:pt x="482" y="381"/>
                </a:lnTo>
                <a:lnTo>
                  <a:pt x="483" y="381"/>
                </a:lnTo>
                <a:lnTo>
                  <a:pt x="483" y="380"/>
                </a:lnTo>
                <a:lnTo>
                  <a:pt x="482" y="380"/>
                </a:lnTo>
                <a:lnTo>
                  <a:pt x="483" y="380"/>
                </a:lnTo>
                <a:lnTo>
                  <a:pt x="483" y="379"/>
                </a:lnTo>
                <a:lnTo>
                  <a:pt x="484" y="379"/>
                </a:lnTo>
                <a:lnTo>
                  <a:pt x="485" y="378"/>
                </a:lnTo>
                <a:lnTo>
                  <a:pt x="485" y="377"/>
                </a:lnTo>
                <a:lnTo>
                  <a:pt x="484" y="376"/>
                </a:lnTo>
                <a:lnTo>
                  <a:pt x="484" y="375"/>
                </a:lnTo>
                <a:lnTo>
                  <a:pt x="483" y="375"/>
                </a:lnTo>
                <a:lnTo>
                  <a:pt x="482" y="375"/>
                </a:lnTo>
                <a:lnTo>
                  <a:pt x="482" y="374"/>
                </a:lnTo>
                <a:lnTo>
                  <a:pt x="482" y="373"/>
                </a:lnTo>
                <a:lnTo>
                  <a:pt x="481" y="373"/>
                </a:lnTo>
                <a:lnTo>
                  <a:pt x="481" y="372"/>
                </a:lnTo>
                <a:lnTo>
                  <a:pt x="480" y="372"/>
                </a:lnTo>
                <a:lnTo>
                  <a:pt x="480" y="373"/>
                </a:lnTo>
                <a:lnTo>
                  <a:pt x="479" y="373"/>
                </a:lnTo>
                <a:lnTo>
                  <a:pt x="479" y="372"/>
                </a:lnTo>
                <a:lnTo>
                  <a:pt x="480" y="372"/>
                </a:lnTo>
                <a:lnTo>
                  <a:pt x="480" y="371"/>
                </a:lnTo>
                <a:lnTo>
                  <a:pt x="479" y="371"/>
                </a:lnTo>
                <a:lnTo>
                  <a:pt x="479" y="370"/>
                </a:lnTo>
                <a:lnTo>
                  <a:pt x="479" y="369"/>
                </a:lnTo>
                <a:lnTo>
                  <a:pt x="478" y="368"/>
                </a:lnTo>
                <a:lnTo>
                  <a:pt x="478" y="367"/>
                </a:lnTo>
                <a:lnTo>
                  <a:pt x="478" y="368"/>
                </a:lnTo>
                <a:lnTo>
                  <a:pt x="477" y="368"/>
                </a:lnTo>
                <a:lnTo>
                  <a:pt x="477" y="367"/>
                </a:lnTo>
                <a:lnTo>
                  <a:pt x="477" y="368"/>
                </a:lnTo>
                <a:lnTo>
                  <a:pt x="477" y="369"/>
                </a:lnTo>
                <a:lnTo>
                  <a:pt x="476" y="369"/>
                </a:lnTo>
                <a:lnTo>
                  <a:pt x="475" y="369"/>
                </a:lnTo>
                <a:lnTo>
                  <a:pt x="474" y="369"/>
                </a:lnTo>
                <a:lnTo>
                  <a:pt x="473" y="369"/>
                </a:lnTo>
                <a:lnTo>
                  <a:pt x="472" y="369"/>
                </a:lnTo>
                <a:lnTo>
                  <a:pt x="471" y="368"/>
                </a:lnTo>
                <a:lnTo>
                  <a:pt x="470" y="368"/>
                </a:lnTo>
                <a:lnTo>
                  <a:pt x="470" y="369"/>
                </a:lnTo>
                <a:lnTo>
                  <a:pt x="469" y="369"/>
                </a:lnTo>
                <a:lnTo>
                  <a:pt x="469" y="368"/>
                </a:lnTo>
                <a:lnTo>
                  <a:pt x="468" y="368"/>
                </a:lnTo>
                <a:lnTo>
                  <a:pt x="467" y="368"/>
                </a:lnTo>
                <a:lnTo>
                  <a:pt x="467" y="367"/>
                </a:lnTo>
                <a:lnTo>
                  <a:pt x="467" y="366"/>
                </a:lnTo>
                <a:lnTo>
                  <a:pt x="467" y="365"/>
                </a:lnTo>
                <a:lnTo>
                  <a:pt x="468" y="364"/>
                </a:lnTo>
                <a:lnTo>
                  <a:pt x="468" y="363"/>
                </a:lnTo>
                <a:lnTo>
                  <a:pt x="468" y="362"/>
                </a:lnTo>
                <a:lnTo>
                  <a:pt x="468" y="361"/>
                </a:lnTo>
                <a:lnTo>
                  <a:pt x="468" y="359"/>
                </a:lnTo>
                <a:lnTo>
                  <a:pt x="469" y="359"/>
                </a:lnTo>
                <a:lnTo>
                  <a:pt x="468" y="359"/>
                </a:lnTo>
                <a:lnTo>
                  <a:pt x="468" y="358"/>
                </a:lnTo>
                <a:lnTo>
                  <a:pt x="469" y="358"/>
                </a:lnTo>
                <a:lnTo>
                  <a:pt x="469" y="357"/>
                </a:lnTo>
                <a:lnTo>
                  <a:pt x="470" y="357"/>
                </a:lnTo>
                <a:lnTo>
                  <a:pt x="469" y="357"/>
                </a:lnTo>
                <a:lnTo>
                  <a:pt x="469" y="356"/>
                </a:lnTo>
                <a:lnTo>
                  <a:pt x="470" y="356"/>
                </a:lnTo>
                <a:lnTo>
                  <a:pt x="470" y="355"/>
                </a:lnTo>
                <a:lnTo>
                  <a:pt x="469" y="355"/>
                </a:lnTo>
                <a:lnTo>
                  <a:pt x="469" y="354"/>
                </a:lnTo>
                <a:lnTo>
                  <a:pt x="470" y="354"/>
                </a:lnTo>
                <a:lnTo>
                  <a:pt x="471" y="354"/>
                </a:lnTo>
                <a:lnTo>
                  <a:pt x="471" y="353"/>
                </a:lnTo>
                <a:lnTo>
                  <a:pt x="470" y="353"/>
                </a:lnTo>
                <a:lnTo>
                  <a:pt x="471" y="353"/>
                </a:lnTo>
                <a:lnTo>
                  <a:pt x="471" y="352"/>
                </a:lnTo>
                <a:lnTo>
                  <a:pt x="470" y="351"/>
                </a:lnTo>
                <a:lnTo>
                  <a:pt x="469" y="351"/>
                </a:lnTo>
                <a:lnTo>
                  <a:pt x="468" y="352"/>
                </a:lnTo>
                <a:lnTo>
                  <a:pt x="467" y="352"/>
                </a:lnTo>
                <a:lnTo>
                  <a:pt x="467" y="353"/>
                </a:lnTo>
                <a:lnTo>
                  <a:pt x="466" y="353"/>
                </a:lnTo>
                <a:lnTo>
                  <a:pt x="466" y="354"/>
                </a:lnTo>
                <a:lnTo>
                  <a:pt x="465" y="354"/>
                </a:lnTo>
                <a:lnTo>
                  <a:pt x="465" y="355"/>
                </a:lnTo>
                <a:lnTo>
                  <a:pt x="464" y="355"/>
                </a:lnTo>
                <a:lnTo>
                  <a:pt x="464" y="356"/>
                </a:lnTo>
                <a:lnTo>
                  <a:pt x="463" y="357"/>
                </a:lnTo>
                <a:lnTo>
                  <a:pt x="462" y="358"/>
                </a:lnTo>
                <a:lnTo>
                  <a:pt x="461" y="359"/>
                </a:lnTo>
                <a:lnTo>
                  <a:pt x="460" y="359"/>
                </a:lnTo>
                <a:lnTo>
                  <a:pt x="460" y="360"/>
                </a:lnTo>
                <a:lnTo>
                  <a:pt x="459" y="360"/>
                </a:lnTo>
                <a:lnTo>
                  <a:pt x="457" y="360"/>
                </a:lnTo>
                <a:lnTo>
                  <a:pt x="457" y="361"/>
                </a:lnTo>
                <a:lnTo>
                  <a:pt x="456" y="361"/>
                </a:lnTo>
                <a:lnTo>
                  <a:pt x="456" y="362"/>
                </a:lnTo>
                <a:lnTo>
                  <a:pt x="455" y="362"/>
                </a:lnTo>
                <a:lnTo>
                  <a:pt x="455" y="363"/>
                </a:lnTo>
                <a:lnTo>
                  <a:pt x="454" y="363"/>
                </a:lnTo>
                <a:lnTo>
                  <a:pt x="450" y="367"/>
                </a:lnTo>
                <a:lnTo>
                  <a:pt x="449" y="368"/>
                </a:lnTo>
                <a:lnTo>
                  <a:pt x="448" y="369"/>
                </a:lnTo>
                <a:lnTo>
                  <a:pt x="448" y="370"/>
                </a:lnTo>
                <a:lnTo>
                  <a:pt x="447" y="370"/>
                </a:lnTo>
                <a:lnTo>
                  <a:pt x="447" y="371"/>
                </a:lnTo>
                <a:lnTo>
                  <a:pt x="446" y="372"/>
                </a:lnTo>
                <a:lnTo>
                  <a:pt x="445" y="373"/>
                </a:lnTo>
                <a:lnTo>
                  <a:pt x="445" y="374"/>
                </a:lnTo>
                <a:lnTo>
                  <a:pt x="444" y="375"/>
                </a:lnTo>
                <a:lnTo>
                  <a:pt x="443" y="377"/>
                </a:lnTo>
                <a:lnTo>
                  <a:pt x="442" y="377"/>
                </a:lnTo>
                <a:lnTo>
                  <a:pt x="442" y="379"/>
                </a:lnTo>
                <a:lnTo>
                  <a:pt x="441" y="379"/>
                </a:lnTo>
                <a:lnTo>
                  <a:pt x="441" y="380"/>
                </a:lnTo>
                <a:lnTo>
                  <a:pt x="440" y="380"/>
                </a:lnTo>
                <a:lnTo>
                  <a:pt x="439" y="381"/>
                </a:lnTo>
                <a:lnTo>
                  <a:pt x="438" y="381"/>
                </a:lnTo>
                <a:lnTo>
                  <a:pt x="438" y="382"/>
                </a:lnTo>
                <a:lnTo>
                  <a:pt x="437" y="382"/>
                </a:lnTo>
                <a:lnTo>
                  <a:pt x="437" y="383"/>
                </a:lnTo>
                <a:lnTo>
                  <a:pt x="437" y="384"/>
                </a:lnTo>
                <a:lnTo>
                  <a:pt x="436" y="384"/>
                </a:lnTo>
                <a:lnTo>
                  <a:pt x="436" y="385"/>
                </a:lnTo>
                <a:lnTo>
                  <a:pt x="435" y="385"/>
                </a:lnTo>
                <a:lnTo>
                  <a:pt x="435" y="386"/>
                </a:lnTo>
                <a:lnTo>
                  <a:pt x="435" y="387"/>
                </a:lnTo>
                <a:lnTo>
                  <a:pt x="434" y="387"/>
                </a:lnTo>
                <a:lnTo>
                  <a:pt x="434" y="388"/>
                </a:lnTo>
                <a:lnTo>
                  <a:pt x="433" y="389"/>
                </a:lnTo>
                <a:lnTo>
                  <a:pt x="432" y="390"/>
                </a:lnTo>
                <a:lnTo>
                  <a:pt x="432" y="391"/>
                </a:lnTo>
                <a:lnTo>
                  <a:pt x="431" y="391"/>
                </a:lnTo>
                <a:lnTo>
                  <a:pt x="430" y="391"/>
                </a:lnTo>
                <a:lnTo>
                  <a:pt x="429" y="391"/>
                </a:lnTo>
                <a:lnTo>
                  <a:pt x="428" y="391"/>
                </a:lnTo>
                <a:lnTo>
                  <a:pt x="427" y="391"/>
                </a:lnTo>
                <a:lnTo>
                  <a:pt x="427" y="390"/>
                </a:lnTo>
                <a:lnTo>
                  <a:pt x="427" y="391"/>
                </a:lnTo>
                <a:lnTo>
                  <a:pt x="427" y="393"/>
                </a:lnTo>
                <a:lnTo>
                  <a:pt x="426" y="393"/>
                </a:lnTo>
                <a:lnTo>
                  <a:pt x="425" y="393"/>
                </a:lnTo>
                <a:lnTo>
                  <a:pt x="424" y="392"/>
                </a:lnTo>
                <a:lnTo>
                  <a:pt x="424" y="391"/>
                </a:lnTo>
                <a:lnTo>
                  <a:pt x="424" y="390"/>
                </a:lnTo>
                <a:lnTo>
                  <a:pt x="424" y="389"/>
                </a:lnTo>
                <a:lnTo>
                  <a:pt x="424" y="388"/>
                </a:lnTo>
                <a:lnTo>
                  <a:pt x="424" y="387"/>
                </a:lnTo>
                <a:lnTo>
                  <a:pt x="424" y="386"/>
                </a:lnTo>
                <a:lnTo>
                  <a:pt x="424" y="385"/>
                </a:lnTo>
                <a:lnTo>
                  <a:pt x="423" y="384"/>
                </a:lnTo>
                <a:lnTo>
                  <a:pt x="422" y="384"/>
                </a:lnTo>
                <a:lnTo>
                  <a:pt x="421" y="384"/>
                </a:lnTo>
                <a:lnTo>
                  <a:pt x="420" y="384"/>
                </a:lnTo>
                <a:lnTo>
                  <a:pt x="419" y="385"/>
                </a:lnTo>
                <a:lnTo>
                  <a:pt x="418" y="385"/>
                </a:lnTo>
                <a:lnTo>
                  <a:pt x="417" y="386"/>
                </a:lnTo>
                <a:lnTo>
                  <a:pt x="416" y="387"/>
                </a:lnTo>
                <a:lnTo>
                  <a:pt x="416" y="388"/>
                </a:lnTo>
                <a:lnTo>
                  <a:pt x="415" y="388"/>
                </a:lnTo>
                <a:lnTo>
                  <a:pt x="415" y="389"/>
                </a:lnTo>
                <a:lnTo>
                  <a:pt x="415" y="390"/>
                </a:lnTo>
                <a:lnTo>
                  <a:pt x="414" y="390"/>
                </a:lnTo>
                <a:lnTo>
                  <a:pt x="413" y="389"/>
                </a:lnTo>
                <a:lnTo>
                  <a:pt x="412" y="388"/>
                </a:lnTo>
                <a:lnTo>
                  <a:pt x="412" y="387"/>
                </a:lnTo>
                <a:lnTo>
                  <a:pt x="412" y="385"/>
                </a:lnTo>
                <a:lnTo>
                  <a:pt x="412" y="384"/>
                </a:lnTo>
                <a:lnTo>
                  <a:pt x="412" y="383"/>
                </a:lnTo>
                <a:lnTo>
                  <a:pt x="411" y="382"/>
                </a:lnTo>
                <a:lnTo>
                  <a:pt x="411" y="380"/>
                </a:lnTo>
                <a:lnTo>
                  <a:pt x="411" y="379"/>
                </a:lnTo>
                <a:lnTo>
                  <a:pt x="410" y="377"/>
                </a:lnTo>
                <a:lnTo>
                  <a:pt x="410" y="376"/>
                </a:lnTo>
                <a:lnTo>
                  <a:pt x="410" y="375"/>
                </a:lnTo>
                <a:lnTo>
                  <a:pt x="410" y="374"/>
                </a:lnTo>
                <a:lnTo>
                  <a:pt x="411" y="373"/>
                </a:lnTo>
                <a:lnTo>
                  <a:pt x="412" y="372"/>
                </a:lnTo>
                <a:lnTo>
                  <a:pt x="412" y="371"/>
                </a:lnTo>
                <a:lnTo>
                  <a:pt x="413" y="371"/>
                </a:lnTo>
                <a:lnTo>
                  <a:pt x="414" y="371"/>
                </a:lnTo>
                <a:lnTo>
                  <a:pt x="414" y="370"/>
                </a:lnTo>
                <a:lnTo>
                  <a:pt x="415" y="369"/>
                </a:lnTo>
                <a:lnTo>
                  <a:pt x="416" y="369"/>
                </a:lnTo>
                <a:lnTo>
                  <a:pt x="417" y="368"/>
                </a:lnTo>
                <a:lnTo>
                  <a:pt x="418" y="366"/>
                </a:lnTo>
                <a:lnTo>
                  <a:pt x="418" y="365"/>
                </a:lnTo>
                <a:lnTo>
                  <a:pt x="419" y="365"/>
                </a:lnTo>
                <a:lnTo>
                  <a:pt x="419" y="364"/>
                </a:lnTo>
                <a:lnTo>
                  <a:pt x="419" y="363"/>
                </a:lnTo>
                <a:lnTo>
                  <a:pt x="419" y="362"/>
                </a:lnTo>
                <a:lnTo>
                  <a:pt x="420" y="361"/>
                </a:lnTo>
                <a:lnTo>
                  <a:pt x="420" y="360"/>
                </a:lnTo>
                <a:lnTo>
                  <a:pt x="420" y="359"/>
                </a:lnTo>
                <a:lnTo>
                  <a:pt x="419" y="359"/>
                </a:lnTo>
                <a:lnTo>
                  <a:pt x="418" y="360"/>
                </a:lnTo>
                <a:lnTo>
                  <a:pt x="418" y="361"/>
                </a:lnTo>
                <a:lnTo>
                  <a:pt x="417" y="362"/>
                </a:lnTo>
                <a:lnTo>
                  <a:pt x="416" y="363"/>
                </a:lnTo>
                <a:lnTo>
                  <a:pt x="415" y="364"/>
                </a:lnTo>
                <a:lnTo>
                  <a:pt x="415" y="365"/>
                </a:lnTo>
                <a:lnTo>
                  <a:pt x="414" y="366"/>
                </a:lnTo>
                <a:lnTo>
                  <a:pt x="413" y="367"/>
                </a:lnTo>
                <a:lnTo>
                  <a:pt x="413" y="368"/>
                </a:lnTo>
                <a:lnTo>
                  <a:pt x="412" y="368"/>
                </a:lnTo>
                <a:lnTo>
                  <a:pt x="411" y="367"/>
                </a:lnTo>
                <a:lnTo>
                  <a:pt x="411" y="366"/>
                </a:lnTo>
                <a:lnTo>
                  <a:pt x="411" y="365"/>
                </a:lnTo>
                <a:lnTo>
                  <a:pt x="411" y="364"/>
                </a:lnTo>
                <a:lnTo>
                  <a:pt x="411" y="363"/>
                </a:lnTo>
                <a:lnTo>
                  <a:pt x="412" y="362"/>
                </a:lnTo>
                <a:lnTo>
                  <a:pt x="412" y="361"/>
                </a:lnTo>
                <a:lnTo>
                  <a:pt x="411" y="361"/>
                </a:lnTo>
                <a:lnTo>
                  <a:pt x="411" y="360"/>
                </a:lnTo>
                <a:lnTo>
                  <a:pt x="411" y="359"/>
                </a:lnTo>
                <a:lnTo>
                  <a:pt x="411" y="358"/>
                </a:lnTo>
                <a:lnTo>
                  <a:pt x="410" y="358"/>
                </a:lnTo>
                <a:lnTo>
                  <a:pt x="409" y="357"/>
                </a:lnTo>
                <a:lnTo>
                  <a:pt x="408" y="357"/>
                </a:lnTo>
                <a:lnTo>
                  <a:pt x="407" y="357"/>
                </a:lnTo>
                <a:lnTo>
                  <a:pt x="406" y="357"/>
                </a:lnTo>
                <a:lnTo>
                  <a:pt x="405" y="357"/>
                </a:lnTo>
                <a:lnTo>
                  <a:pt x="404" y="358"/>
                </a:lnTo>
                <a:lnTo>
                  <a:pt x="403" y="359"/>
                </a:lnTo>
                <a:lnTo>
                  <a:pt x="402" y="360"/>
                </a:lnTo>
                <a:lnTo>
                  <a:pt x="401" y="361"/>
                </a:lnTo>
                <a:lnTo>
                  <a:pt x="400" y="362"/>
                </a:lnTo>
                <a:lnTo>
                  <a:pt x="399" y="362"/>
                </a:lnTo>
                <a:lnTo>
                  <a:pt x="399" y="363"/>
                </a:lnTo>
                <a:lnTo>
                  <a:pt x="400" y="363"/>
                </a:lnTo>
                <a:lnTo>
                  <a:pt x="400" y="364"/>
                </a:lnTo>
                <a:lnTo>
                  <a:pt x="399" y="364"/>
                </a:lnTo>
                <a:lnTo>
                  <a:pt x="399" y="365"/>
                </a:lnTo>
                <a:lnTo>
                  <a:pt x="399" y="366"/>
                </a:lnTo>
                <a:lnTo>
                  <a:pt x="398" y="366"/>
                </a:lnTo>
                <a:lnTo>
                  <a:pt x="398" y="367"/>
                </a:lnTo>
                <a:lnTo>
                  <a:pt x="398" y="368"/>
                </a:lnTo>
                <a:lnTo>
                  <a:pt x="399" y="368"/>
                </a:lnTo>
                <a:lnTo>
                  <a:pt x="398" y="368"/>
                </a:lnTo>
                <a:lnTo>
                  <a:pt x="397" y="368"/>
                </a:lnTo>
                <a:lnTo>
                  <a:pt x="396" y="368"/>
                </a:lnTo>
                <a:lnTo>
                  <a:pt x="396" y="369"/>
                </a:lnTo>
                <a:lnTo>
                  <a:pt x="396" y="370"/>
                </a:lnTo>
                <a:lnTo>
                  <a:pt x="395" y="370"/>
                </a:lnTo>
                <a:lnTo>
                  <a:pt x="395" y="371"/>
                </a:lnTo>
                <a:lnTo>
                  <a:pt x="394" y="371"/>
                </a:lnTo>
                <a:lnTo>
                  <a:pt x="393" y="371"/>
                </a:lnTo>
                <a:lnTo>
                  <a:pt x="393" y="370"/>
                </a:lnTo>
                <a:lnTo>
                  <a:pt x="392" y="370"/>
                </a:lnTo>
                <a:lnTo>
                  <a:pt x="392" y="371"/>
                </a:lnTo>
                <a:lnTo>
                  <a:pt x="392" y="372"/>
                </a:lnTo>
                <a:lnTo>
                  <a:pt x="391" y="373"/>
                </a:lnTo>
                <a:lnTo>
                  <a:pt x="391" y="374"/>
                </a:lnTo>
                <a:lnTo>
                  <a:pt x="390" y="374"/>
                </a:lnTo>
                <a:lnTo>
                  <a:pt x="390" y="375"/>
                </a:lnTo>
                <a:lnTo>
                  <a:pt x="390" y="376"/>
                </a:lnTo>
                <a:lnTo>
                  <a:pt x="389" y="377"/>
                </a:lnTo>
                <a:lnTo>
                  <a:pt x="388" y="377"/>
                </a:lnTo>
                <a:lnTo>
                  <a:pt x="388" y="376"/>
                </a:lnTo>
                <a:lnTo>
                  <a:pt x="387" y="376"/>
                </a:lnTo>
                <a:lnTo>
                  <a:pt x="386" y="376"/>
                </a:lnTo>
                <a:lnTo>
                  <a:pt x="386" y="377"/>
                </a:lnTo>
                <a:lnTo>
                  <a:pt x="386" y="376"/>
                </a:lnTo>
                <a:lnTo>
                  <a:pt x="385" y="376"/>
                </a:lnTo>
                <a:lnTo>
                  <a:pt x="385" y="375"/>
                </a:lnTo>
                <a:lnTo>
                  <a:pt x="384" y="375"/>
                </a:lnTo>
                <a:lnTo>
                  <a:pt x="384" y="374"/>
                </a:lnTo>
                <a:lnTo>
                  <a:pt x="383" y="375"/>
                </a:lnTo>
                <a:lnTo>
                  <a:pt x="382" y="375"/>
                </a:lnTo>
                <a:lnTo>
                  <a:pt x="382" y="374"/>
                </a:lnTo>
                <a:lnTo>
                  <a:pt x="381" y="374"/>
                </a:lnTo>
                <a:lnTo>
                  <a:pt x="380" y="374"/>
                </a:lnTo>
                <a:lnTo>
                  <a:pt x="379" y="374"/>
                </a:lnTo>
                <a:lnTo>
                  <a:pt x="378" y="374"/>
                </a:lnTo>
                <a:lnTo>
                  <a:pt x="378" y="375"/>
                </a:lnTo>
                <a:lnTo>
                  <a:pt x="377" y="375"/>
                </a:lnTo>
                <a:lnTo>
                  <a:pt x="376" y="376"/>
                </a:lnTo>
                <a:lnTo>
                  <a:pt x="375" y="376"/>
                </a:lnTo>
                <a:lnTo>
                  <a:pt x="374" y="375"/>
                </a:lnTo>
                <a:lnTo>
                  <a:pt x="373" y="375"/>
                </a:lnTo>
                <a:lnTo>
                  <a:pt x="373" y="374"/>
                </a:lnTo>
                <a:lnTo>
                  <a:pt x="373" y="373"/>
                </a:lnTo>
                <a:lnTo>
                  <a:pt x="371" y="373"/>
                </a:lnTo>
                <a:lnTo>
                  <a:pt x="370" y="373"/>
                </a:lnTo>
                <a:lnTo>
                  <a:pt x="369" y="373"/>
                </a:lnTo>
                <a:lnTo>
                  <a:pt x="369" y="372"/>
                </a:lnTo>
                <a:lnTo>
                  <a:pt x="368" y="372"/>
                </a:lnTo>
                <a:lnTo>
                  <a:pt x="368" y="373"/>
                </a:lnTo>
                <a:lnTo>
                  <a:pt x="367" y="373"/>
                </a:lnTo>
                <a:lnTo>
                  <a:pt x="367" y="374"/>
                </a:lnTo>
                <a:lnTo>
                  <a:pt x="366" y="374"/>
                </a:lnTo>
                <a:lnTo>
                  <a:pt x="366" y="375"/>
                </a:lnTo>
                <a:lnTo>
                  <a:pt x="366" y="376"/>
                </a:lnTo>
                <a:lnTo>
                  <a:pt x="366" y="377"/>
                </a:lnTo>
                <a:lnTo>
                  <a:pt x="365" y="377"/>
                </a:lnTo>
                <a:lnTo>
                  <a:pt x="365" y="378"/>
                </a:lnTo>
                <a:lnTo>
                  <a:pt x="364" y="378"/>
                </a:lnTo>
                <a:lnTo>
                  <a:pt x="364" y="379"/>
                </a:lnTo>
                <a:lnTo>
                  <a:pt x="363" y="379"/>
                </a:lnTo>
                <a:lnTo>
                  <a:pt x="363" y="380"/>
                </a:lnTo>
                <a:lnTo>
                  <a:pt x="363" y="379"/>
                </a:lnTo>
                <a:lnTo>
                  <a:pt x="362" y="380"/>
                </a:lnTo>
                <a:lnTo>
                  <a:pt x="362" y="381"/>
                </a:lnTo>
                <a:lnTo>
                  <a:pt x="361" y="381"/>
                </a:lnTo>
                <a:lnTo>
                  <a:pt x="361" y="382"/>
                </a:lnTo>
                <a:lnTo>
                  <a:pt x="360" y="382"/>
                </a:lnTo>
                <a:lnTo>
                  <a:pt x="359" y="382"/>
                </a:lnTo>
                <a:lnTo>
                  <a:pt x="358" y="382"/>
                </a:lnTo>
                <a:lnTo>
                  <a:pt x="357" y="382"/>
                </a:lnTo>
                <a:lnTo>
                  <a:pt x="356" y="382"/>
                </a:lnTo>
                <a:lnTo>
                  <a:pt x="356" y="383"/>
                </a:lnTo>
                <a:lnTo>
                  <a:pt x="356" y="384"/>
                </a:lnTo>
                <a:lnTo>
                  <a:pt x="355" y="384"/>
                </a:lnTo>
                <a:lnTo>
                  <a:pt x="354" y="384"/>
                </a:lnTo>
                <a:lnTo>
                  <a:pt x="354" y="385"/>
                </a:lnTo>
                <a:lnTo>
                  <a:pt x="353" y="385"/>
                </a:lnTo>
                <a:lnTo>
                  <a:pt x="353" y="386"/>
                </a:lnTo>
                <a:lnTo>
                  <a:pt x="353" y="387"/>
                </a:lnTo>
                <a:lnTo>
                  <a:pt x="353" y="386"/>
                </a:lnTo>
                <a:lnTo>
                  <a:pt x="353" y="383"/>
                </a:lnTo>
                <a:lnTo>
                  <a:pt x="353" y="382"/>
                </a:lnTo>
                <a:lnTo>
                  <a:pt x="354" y="382"/>
                </a:lnTo>
                <a:lnTo>
                  <a:pt x="354" y="381"/>
                </a:lnTo>
                <a:lnTo>
                  <a:pt x="354" y="380"/>
                </a:lnTo>
                <a:lnTo>
                  <a:pt x="355" y="380"/>
                </a:lnTo>
                <a:lnTo>
                  <a:pt x="355" y="378"/>
                </a:lnTo>
                <a:lnTo>
                  <a:pt x="354" y="377"/>
                </a:lnTo>
                <a:lnTo>
                  <a:pt x="354" y="376"/>
                </a:lnTo>
                <a:lnTo>
                  <a:pt x="353" y="376"/>
                </a:lnTo>
                <a:lnTo>
                  <a:pt x="353" y="377"/>
                </a:lnTo>
                <a:lnTo>
                  <a:pt x="353" y="376"/>
                </a:lnTo>
                <a:lnTo>
                  <a:pt x="352" y="376"/>
                </a:lnTo>
                <a:lnTo>
                  <a:pt x="351" y="376"/>
                </a:lnTo>
                <a:lnTo>
                  <a:pt x="351" y="375"/>
                </a:lnTo>
                <a:lnTo>
                  <a:pt x="350" y="375"/>
                </a:lnTo>
                <a:lnTo>
                  <a:pt x="349" y="375"/>
                </a:lnTo>
                <a:lnTo>
                  <a:pt x="349" y="374"/>
                </a:lnTo>
                <a:lnTo>
                  <a:pt x="349" y="375"/>
                </a:lnTo>
                <a:lnTo>
                  <a:pt x="349" y="374"/>
                </a:lnTo>
                <a:lnTo>
                  <a:pt x="348" y="374"/>
                </a:lnTo>
                <a:lnTo>
                  <a:pt x="348" y="373"/>
                </a:lnTo>
                <a:lnTo>
                  <a:pt x="348" y="372"/>
                </a:lnTo>
                <a:lnTo>
                  <a:pt x="349" y="372"/>
                </a:lnTo>
                <a:lnTo>
                  <a:pt x="349" y="371"/>
                </a:lnTo>
                <a:lnTo>
                  <a:pt x="349" y="370"/>
                </a:lnTo>
                <a:lnTo>
                  <a:pt x="348" y="371"/>
                </a:lnTo>
                <a:lnTo>
                  <a:pt x="347" y="371"/>
                </a:lnTo>
                <a:lnTo>
                  <a:pt x="347" y="372"/>
                </a:lnTo>
                <a:lnTo>
                  <a:pt x="347" y="373"/>
                </a:lnTo>
                <a:lnTo>
                  <a:pt x="346" y="373"/>
                </a:lnTo>
                <a:lnTo>
                  <a:pt x="345" y="373"/>
                </a:lnTo>
                <a:lnTo>
                  <a:pt x="345" y="374"/>
                </a:lnTo>
                <a:lnTo>
                  <a:pt x="345" y="373"/>
                </a:lnTo>
                <a:lnTo>
                  <a:pt x="344" y="373"/>
                </a:lnTo>
                <a:lnTo>
                  <a:pt x="344" y="372"/>
                </a:lnTo>
                <a:lnTo>
                  <a:pt x="344" y="371"/>
                </a:lnTo>
                <a:lnTo>
                  <a:pt x="343" y="370"/>
                </a:lnTo>
                <a:lnTo>
                  <a:pt x="342" y="370"/>
                </a:lnTo>
                <a:lnTo>
                  <a:pt x="341" y="370"/>
                </a:lnTo>
                <a:lnTo>
                  <a:pt x="341" y="371"/>
                </a:lnTo>
                <a:lnTo>
                  <a:pt x="341" y="370"/>
                </a:lnTo>
                <a:lnTo>
                  <a:pt x="340" y="370"/>
                </a:lnTo>
                <a:lnTo>
                  <a:pt x="339" y="370"/>
                </a:lnTo>
                <a:lnTo>
                  <a:pt x="338" y="370"/>
                </a:lnTo>
                <a:lnTo>
                  <a:pt x="337" y="370"/>
                </a:lnTo>
                <a:lnTo>
                  <a:pt x="337" y="369"/>
                </a:lnTo>
                <a:lnTo>
                  <a:pt x="336" y="368"/>
                </a:lnTo>
                <a:lnTo>
                  <a:pt x="336" y="367"/>
                </a:lnTo>
                <a:lnTo>
                  <a:pt x="335" y="367"/>
                </a:lnTo>
                <a:lnTo>
                  <a:pt x="335" y="368"/>
                </a:lnTo>
                <a:lnTo>
                  <a:pt x="334" y="368"/>
                </a:lnTo>
                <a:lnTo>
                  <a:pt x="333" y="368"/>
                </a:lnTo>
                <a:lnTo>
                  <a:pt x="333" y="367"/>
                </a:lnTo>
                <a:lnTo>
                  <a:pt x="333" y="366"/>
                </a:lnTo>
                <a:lnTo>
                  <a:pt x="333" y="365"/>
                </a:lnTo>
                <a:lnTo>
                  <a:pt x="334" y="365"/>
                </a:lnTo>
                <a:lnTo>
                  <a:pt x="334" y="364"/>
                </a:lnTo>
                <a:lnTo>
                  <a:pt x="334" y="362"/>
                </a:lnTo>
                <a:lnTo>
                  <a:pt x="334" y="361"/>
                </a:lnTo>
                <a:lnTo>
                  <a:pt x="333" y="360"/>
                </a:lnTo>
                <a:lnTo>
                  <a:pt x="333" y="359"/>
                </a:lnTo>
                <a:lnTo>
                  <a:pt x="332" y="360"/>
                </a:lnTo>
                <a:lnTo>
                  <a:pt x="333" y="361"/>
                </a:lnTo>
                <a:lnTo>
                  <a:pt x="333" y="362"/>
                </a:lnTo>
                <a:lnTo>
                  <a:pt x="333" y="361"/>
                </a:lnTo>
                <a:lnTo>
                  <a:pt x="332" y="361"/>
                </a:lnTo>
                <a:lnTo>
                  <a:pt x="332" y="360"/>
                </a:lnTo>
                <a:lnTo>
                  <a:pt x="331" y="360"/>
                </a:lnTo>
                <a:lnTo>
                  <a:pt x="330" y="360"/>
                </a:lnTo>
                <a:lnTo>
                  <a:pt x="330" y="359"/>
                </a:lnTo>
                <a:lnTo>
                  <a:pt x="329" y="359"/>
                </a:lnTo>
                <a:lnTo>
                  <a:pt x="328" y="358"/>
                </a:lnTo>
                <a:lnTo>
                  <a:pt x="327" y="358"/>
                </a:lnTo>
                <a:lnTo>
                  <a:pt x="327" y="357"/>
                </a:lnTo>
                <a:lnTo>
                  <a:pt x="326" y="357"/>
                </a:lnTo>
                <a:lnTo>
                  <a:pt x="326" y="356"/>
                </a:lnTo>
                <a:lnTo>
                  <a:pt x="325" y="356"/>
                </a:lnTo>
                <a:lnTo>
                  <a:pt x="325" y="357"/>
                </a:lnTo>
                <a:lnTo>
                  <a:pt x="325" y="356"/>
                </a:lnTo>
                <a:lnTo>
                  <a:pt x="324" y="356"/>
                </a:lnTo>
                <a:lnTo>
                  <a:pt x="323" y="356"/>
                </a:lnTo>
                <a:lnTo>
                  <a:pt x="323" y="355"/>
                </a:lnTo>
                <a:lnTo>
                  <a:pt x="323" y="354"/>
                </a:lnTo>
                <a:lnTo>
                  <a:pt x="324" y="353"/>
                </a:lnTo>
                <a:lnTo>
                  <a:pt x="324" y="352"/>
                </a:lnTo>
                <a:lnTo>
                  <a:pt x="323" y="352"/>
                </a:lnTo>
                <a:lnTo>
                  <a:pt x="322" y="352"/>
                </a:lnTo>
                <a:lnTo>
                  <a:pt x="321" y="352"/>
                </a:lnTo>
                <a:lnTo>
                  <a:pt x="320" y="352"/>
                </a:lnTo>
                <a:lnTo>
                  <a:pt x="320" y="351"/>
                </a:lnTo>
                <a:lnTo>
                  <a:pt x="320" y="350"/>
                </a:lnTo>
                <a:lnTo>
                  <a:pt x="319" y="350"/>
                </a:lnTo>
                <a:lnTo>
                  <a:pt x="318" y="350"/>
                </a:lnTo>
                <a:lnTo>
                  <a:pt x="317" y="350"/>
                </a:lnTo>
                <a:lnTo>
                  <a:pt x="317" y="349"/>
                </a:lnTo>
                <a:lnTo>
                  <a:pt x="316" y="349"/>
                </a:lnTo>
                <a:lnTo>
                  <a:pt x="316" y="350"/>
                </a:lnTo>
                <a:lnTo>
                  <a:pt x="315" y="350"/>
                </a:lnTo>
                <a:lnTo>
                  <a:pt x="315" y="349"/>
                </a:lnTo>
                <a:lnTo>
                  <a:pt x="314" y="349"/>
                </a:lnTo>
                <a:lnTo>
                  <a:pt x="314" y="348"/>
                </a:lnTo>
                <a:lnTo>
                  <a:pt x="313" y="348"/>
                </a:lnTo>
                <a:lnTo>
                  <a:pt x="312" y="348"/>
                </a:lnTo>
                <a:lnTo>
                  <a:pt x="312" y="347"/>
                </a:lnTo>
                <a:lnTo>
                  <a:pt x="312" y="346"/>
                </a:lnTo>
                <a:lnTo>
                  <a:pt x="312" y="347"/>
                </a:lnTo>
                <a:lnTo>
                  <a:pt x="311" y="347"/>
                </a:lnTo>
                <a:lnTo>
                  <a:pt x="311" y="346"/>
                </a:lnTo>
                <a:lnTo>
                  <a:pt x="310" y="346"/>
                </a:lnTo>
                <a:lnTo>
                  <a:pt x="310" y="345"/>
                </a:lnTo>
                <a:lnTo>
                  <a:pt x="309" y="345"/>
                </a:lnTo>
                <a:lnTo>
                  <a:pt x="309" y="344"/>
                </a:lnTo>
                <a:lnTo>
                  <a:pt x="308" y="344"/>
                </a:lnTo>
                <a:lnTo>
                  <a:pt x="307" y="344"/>
                </a:lnTo>
                <a:lnTo>
                  <a:pt x="307" y="345"/>
                </a:lnTo>
                <a:lnTo>
                  <a:pt x="307" y="344"/>
                </a:lnTo>
                <a:lnTo>
                  <a:pt x="306" y="344"/>
                </a:lnTo>
                <a:lnTo>
                  <a:pt x="306" y="345"/>
                </a:lnTo>
                <a:lnTo>
                  <a:pt x="306" y="344"/>
                </a:lnTo>
                <a:lnTo>
                  <a:pt x="306" y="343"/>
                </a:lnTo>
                <a:lnTo>
                  <a:pt x="305" y="343"/>
                </a:lnTo>
                <a:lnTo>
                  <a:pt x="305" y="344"/>
                </a:lnTo>
                <a:lnTo>
                  <a:pt x="305" y="343"/>
                </a:lnTo>
                <a:lnTo>
                  <a:pt x="304" y="343"/>
                </a:lnTo>
                <a:lnTo>
                  <a:pt x="303" y="343"/>
                </a:lnTo>
                <a:lnTo>
                  <a:pt x="303" y="344"/>
                </a:lnTo>
                <a:lnTo>
                  <a:pt x="303" y="345"/>
                </a:lnTo>
                <a:lnTo>
                  <a:pt x="302" y="345"/>
                </a:lnTo>
                <a:lnTo>
                  <a:pt x="302" y="346"/>
                </a:lnTo>
                <a:lnTo>
                  <a:pt x="301" y="346"/>
                </a:lnTo>
                <a:lnTo>
                  <a:pt x="300" y="347"/>
                </a:lnTo>
                <a:lnTo>
                  <a:pt x="299" y="347"/>
                </a:lnTo>
                <a:lnTo>
                  <a:pt x="298" y="347"/>
                </a:lnTo>
                <a:lnTo>
                  <a:pt x="297" y="347"/>
                </a:lnTo>
                <a:lnTo>
                  <a:pt x="296" y="347"/>
                </a:lnTo>
                <a:lnTo>
                  <a:pt x="296" y="346"/>
                </a:lnTo>
                <a:lnTo>
                  <a:pt x="295" y="346"/>
                </a:lnTo>
                <a:lnTo>
                  <a:pt x="294" y="346"/>
                </a:lnTo>
                <a:lnTo>
                  <a:pt x="293" y="346"/>
                </a:lnTo>
                <a:lnTo>
                  <a:pt x="292" y="346"/>
                </a:lnTo>
                <a:lnTo>
                  <a:pt x="291" y="346"/>
                </a:lnTo>
                <a:lnTo>
                  <a:pt x="291" y="347"/>
                </a:lnTo>
                <a:lnTo>
                  <a:pt x="291" y="346"/>
                </a:lnTo>
                <a:lnTo>
                  <a:pt x="290" y="346"/>
                </a:lnTo>
                <a:lnTo>
                  <a:pt x="289" y="346"/>
                </a:lnTo>
                <a:lnTo>
                  <a:pt x="288" y="346"/>
                </a:lnTo>
                <a:lnTo>
                  <a:pt x="287" y="346"/>
                </a:lnTo>
                <a:lnTo>
                  <a:pt x="287" y="345"/>
                </a:lnTo>
                <a:lnTo>
                  <a:pt x="286" y="345"/>
                </a:lnTo>
                <a:lnTo>
                  <a:pt x="286" y="344"/>
                </a:lnTo>
                <a:lnTo>
                  <a:pt x="285" y="344"/>
                </a:lnTo>
                <a:lnTo>
                  <a:pt x="286" y="344"/>
                </a:lnTo>
                <a:lnTo>
                  <a:pt x="285" y="344"/>
                </a:lnTo>
                <a:lnTo>
                  <a:pt x="285" y="343"/>
                </a:lnTo>
                <a:lnTo>
                  <a:pt x="284" y="343"/>
                </a:lnTo>
                <a:lnTo>
                  <a:pt x="283" y="343"/>
                </a:lnTo>
                <a:lnTo>
                  <a:pt x="282" y="343"/>
                </a:lnTo>
                <a:lnTo>
                  <a:pt x="281" y="343"/>
                </a:lnTo>
                <a:lnTo>
                  <a:pt x="280" y="343"/>
                </a:lnTo>
                <a:lnTo>
                  <a:pt x="279" y="343"/>
                </a:lnTo>
                <a:lnTo>
                  <a:pt x="279" y="342"/>
                </a:lnTo>
                <a:lnTo>
                  <a:pt x="279" y="343"/>
                </a:lnTo>
                <a:lnTo>
                  <a:pt x="278" y="343"/>
                </a:lnTo>
                <a:lnTo>
                  <a:pt x="277" y="343"/>
                </a:lnTo>
                <a:lnTo>
                  <a:pt x="277" y="342"/>
                </a:lnTo>
                <a:lnTo>
                  <a:pt x="276" y="343"/>
                </a:lnTo>
                <a:lnTo>
                  <a:pt x="275" y="343"/>
                </a:lnTo>
                <a:lnTo>
                  <a:pt x="275" y="344"/>
                </a:lnTo>
                <a:lnTo>
                  <a:pt x="274" y="344"/>
                </a:lnTo>
                <a:lnTo>
                  <a:pt x="273" y="344"/>
                </a:lnTo>
                <a:lnTo>
                  <a:pt x="272" y="344"/>
                </a:lnTo>
                <a:lnTo>
                  <a:pt x="272" y="343"/>
                </a:lnTo>
                <a:lnTo>
                  <a:pt x="272" y="342"/>
                </a:lnTo>
                <a:lnTo>
                  <a:pt x="271" y="342"/>
                </a:lnTo>
                <a:lnTo>
                  <a:pt x="271" y="341"/>
                </a:lnTo>
                <a:lnTo>
                  <a:pt x="272" y="341"/>
                </a:lnTo>
                <a:lnTo>
                  <a:pt x="272" y="340"/>
                </a:lnTo>
                <a:lnTo>
                  <a:pt x="271" y="340"/>
                </a:lnTo>
                <a:lnTo>
                  <a:pt x="270" y="340"/>
                </a:lnTo>
                <a:lnTo>
                  <a:pt x="269" y="340"/>
                </a:lnTo>
                <a:lnTo>
                  <a:pt x="269" y="341"/>
                </a:lnTo>
                <a:lnTo>
                  <a:pt x="268" y="341"/>
                </a:lnTo>
                <a:lnTo>
                  <a:pt x="268" y="340"/>
                </a:lnTo>
                <a:lnTo>
                  <a:pt x="268" y="339"/>
                </a:lnTo>
                <a:lnTo>
                  <a:pt x="267" y="339"/>
                </a:lnTo>
                <a:lnTo>
                  <a:pt x="267" y="338"/>
                </a:lnTo>
                <a:lnTo>
                  <a:pt x="267" y="337"/>
                </a:lnTo>
                <a:lnTo>
                  <a:pt x="266" y="337"/>
                </a:lnTo>
                <a:lnTo>
                  <a:pt x="266" y="338"/>
                </a:lnTo>
                <a:lnTo>
                  <a:pt x="266" y="337"/>
                </a:lnTo>
                <a:lnTo>
                  <a:pt x="265" y="337"/>
                </a:lnTo>
                <a:lnTo>
                  <a:pt x="264" y="337"/>
                </a:lnTo>
                <a:lnTo>
                  <a:pt x="264" y="336"/>
                </a:lnTo>
                <a:lnTo>
                  <a:pt x="264" y="335"/>
                </a:lnTo>
                <a:lnTo>
                  <a:pt x="263" y="334"/>
                </a:lnTo>
                <a:lnTo>
                  <a:pt x="262" y="334"/>
                </a:lnTo>
                <a:lnTo>
                  <a:pt x="261" y="334"/>
                </a:lnTo>
                <a:lnTo>
                  <a:pt x="261" y="333"/>
                </a:lnTo>
                <a:lnTo>
                  <a:pt x="261" y="332"/>
                </a:lnTo>
                <a:lnTo>
                  <a:pt x="260" y="332"/>
                </a:lnTo>
                <a:lnTo>
                  <a:pt x="260" y="331"/>
                </a:lnTo>
                <a:lnTo>
                  <a:pt x="257" y="331"/>
                </a:lnTo>
                <a:lnTo>
                  <a:pt x="256" y="331"/>
                </a:lnTo>
                <a:lnTo>
                  <a:pt x="255" y="331"/>
                </a:lnTo>
                <a:lnTo>
                  <a:pt x="254" y="331"/>
                </a:lnTo>
                <a:lnTo>
                  <a:pt x="253" y="331"/>
                </a:lnTo>
                <a:lnTo>
                  <a:pt x="252" y="331"/>
                </a:lnTo>
                <a:lnTo>
                  <a:pt x="251" y="331"/>
                </a:lnTo>
                <a:lnTo>
                  <a:pt x="250" y="331"/>
                </a:lnTo>
                <a:lnTo>
                  <a:pt x="249" y="331"/>
                </a:lnTo>
                <a:lnTo>
                  <a:pt x="249" y="330"/>
                </a:lnTo>
                <a:lnTo>
                  <a:pt x="249" y="331"/>
                </a:lnTo>
                <a:lnTo>
                  <a:pt x="248" y="331"/>
                </a:lnTo>
                <a:lnTo>
                  <a:pt x="248" y="330"/>
                </a:lnTo>
                <a:lnTo>
                  <a:pt x="247" y="330"/>
                </a:lnTo>
                <a:lnTo>
                  <a:pt x="246" y="330"/>
                </a:lnTo>
                <a:lnTo>
                  <a:pt x="244" y="330"/>
                </a:lnTo>
                <a:lnTo>
                  <a:pt x="242" y="330"/>
                </a:lnTo>
                <a:lnTo>
                  <a:pt x="241" y="330"/>
                </a:lnTo>
                <a:lnTo>
                  <a:pt x="240" y="330"/>
                </a:lnTo>
                <a:lnTo>
                  <a:pt x="239" y="330"/>
                </a:lnTo>
                <a:lnTo>
                  <a:pt x="238" y="330"/>
                </a:lnTo>
                <a:lnTo>
                  <a:pt x="237" y="329"/>
                </a:lnTo>
                <a:lnTo>
                  <a:pt x="236" y="329"/>
                </a:lnTo>
                <a:lnTo>
                  <a:pt x="235" y="329"/>
                </a:lnTo>
                <a:lnTo>
                  <a:pt x="234" y="329"/>
                </a:lnTo>
                <a:lnTo>
                  <a:pt x="233" y="329"/>
                </a:lnTo>
                <a:lnTo>
                  <a:pt x="232" y="329"/>
                </a:lnTo>
                <a:lnTo>
                  <a:pt x="231" y="329"/>
                </a:lnTo>
                <a:lnTo>
                  <a:pt x="231" y="328"/>
                </a:lnTo>
                <a:lnTo>
                  <a:pt x="230" y="328"/>
                </a:lnTo>
                <a:lnTo>
                  <a:pt x="231" y="328"/>
                </a:lnTo>
                <a:lnTo>
                  <a:pt x="230" y="327"/>
                </a:lnTo>
                <a:lnTo>
                  <a:pt x="230" y="326"/>
                </a:lnTo>
                <a:lnTo>
                  <a:pt x="231" y="326"/>
                </a:lnTo>
                <a:lnTo>
                  <a:pt x="231" y="325"/>
                </a:lnTo>
                <a:lnTo>
                  <a:pt x="230" y="325"/>
                </a:lnTo>
                <a:lnTo>
                  <a:pt x="230" y="324"/>
                </a:lnTo>
                <a:lnTo>
                  <a:pt x="231" y="324"/>
                </a:lnTo>
                <a:lnTo>
                  <a:pt x="230" y="324"/>
                </a:lnTo>
                <a:lnTo>
                  <a:pt x="229" y="324"/>
                </a:lnTo>
                <a:lnTo>
                  <a:pt x="228" y="324"/>
                </a:lnTo>
                <a:lnTo>
                  <a:pt x="226" y="324"/>
                </a:lnTo>
                <a:lnTo>
                  <a:pt x="225" y="324"/>
                </a:lnTo>
                <a:lnTo>
                  <a:pt x="225" y="323"/>
                </a:lnTo>
                <a:lnTo>
                  <a:pt x="224" y="323"/>
                </a:lnTo>
                <a:lnTo>
                  <a:pt x="224" y="322"/>
                </a:lnTo>
                <a:lnTo>
                  <a:pt x="223" y="323"/>
                </a:lnTo>
                <a:lnTo>
                  <a:pt x="222" y="323"/>
                </a:lnTo>
                <a:lnTo>
                  <a:pt x="221" y="322"/>
                </a:lnTo>
                <a:lnTo>
                  <a:pt x="221" y="323"/>
                </a:lnTo>
                <a:lnTo>
                  <a:pt x="220" y="323"/>
                </a:lnTo>
                <a:lnTo>
                  <a:pt x="220" y="324"/>
                </a:lnTo>
                <a:lnTo>
                  <a:pt x="219" y="324"/>
                </a:lnTo>
                <a:lnTo>
                  <a:pt x="219" y="323"/>
                </a:lnTo>
                <a:lnTo>
                  <a:pt x="218" y="323"/>
                </a:lnTo>
                <a:lnTo>
                  <a:pt x="217" y="323"/>
                </a:lnTo>
                <a:lnTo>
                  <a:pt x="216" y="323"/>
                </a:lnTo>
                <a:lnTo>
                  <a:pt x="215" y="323"/>
                </a:lnTo>
                <a:lnTo>
                  <a:pt x="215" y="324"/>
                </a:lnTo>
                <a:lnTo>
                  <a:pt x="214" y="324"/>
                </a:lnTo>
                <a:lnTo>
                  <a:pt x="215" y="324"/>
                </a:lnTo>
                <a:lnTo>
                  <a:pt x="215" y="325"/>
                </a:lnTo>
                <a:lnTo>
                  <a:pt x="215" y="326"/>
                </a:lnTo>
                <a:lnTo>
                  <a:pt x="215" y="327"/>
                </a:lnTo>
                <a:lnTo>
                  <a:pt x="215" y="328"/>
                </a:lnTo>
                <a:lnTo>
                  <a:pt x="215" y="329"/>
                </a:lnTo>
                <a:lnTo>
                  <a:pt x="215" y="330"/>
                </a:lnTo>
                <a:lnTo>
                  <a:pt x="214" y="331"/>
                </a:lnTo>
                <a:lnTo>
                  <a:pt x="213" y="331"/>
                </a:lnTo>
                <a:lnTo>
                  <a:pt x="212" y="331"/>
                </a:lnTo>
                <a:lnTo>
                  <a:pt x="212" y="332"/>
                </a:lnTo>
                <a:lnTo>
                  <a:pt x="211" y="332"/>
                </a:lnTo>
                <a:lnTo>
                  <a:pt x="211" y="331"/>
                </a:lnTo>
                <a:lnTo>
                  <a:pt x="210" y="331"/>
                </a:lnTo>
                <a:lnTo>
                  <a:pt x="209" y="331"/>
                </a:lnTo>
                <a:lnTo>
                  <a:pt x="209" y="329"/>
                </a:lnTo>
                <a:lnTo>
                  <a:pt x="208" y="329"/>
                </a:lnTo>
                <a:lnTo>
                  <a:pt x="208" y="328"/>
                </a:lnTo>
                <a:lnTo>
                  <a:pt x="207" y="328"/>
                </a:lnTo>
                <a:lnTo>
                  <a:pt x="206" y="327"/>
                </a:lnTo>
                <a:lnTo>
                  <a:pt x="205" y="327"/>
                </a:lnTo>
                <a:lnTo>
                  <a:pt x="205" y="328"/>
                </a:lnTo>
                <a:lnTo>
                  <a:pt x="204" y="328"/>
                </a:lnTo>
                <a:lnTo>
                  <a:pt x="204" y="329"/>
                </a:lnTo>
                <a:lnTo>
                  <a:pt x="203" y="329"/>
                </a:lnTo>
                <a:lnTo>
                  <a:pt x="202" y="329"/>
                </a:lnTo>
                <a:lnTo>
                  <a:pt x="202" y="330"/>
                </a:lnTo>
                <a:lnTo>
                  <a:pt x="201" y="330"/>
                </a:lnTo>
                <a:lnTo>
                  <a:pt x="201" y="329"/>
                </a:lnTo>
                <a:lnTo>
                  <a:pt x="199" y="329"/>
                </a:lnTo>
                <a:lnTo>
                  <a:pt x="198" y="329"/>
                </a:lnTo>
                <a:lnTo>
                  <a:pt x="198" y="330"/>
                </a:lnTo>
                <a:lnTo>
                  <a:pt x="198" y="329"/>
                </a:lnTo>
                <a:lnTo>
                  <a:pt x="197" y="329"/>
                </a:lnTo>
                <a:lnTo>
                  <a:pt x="197" y="330"/>
                </a:lnTo>
                <a:lnTo>
                  <a:pt x="197" y="329"/>
                </a:lnTo>
                <a:lnTo>
                  <a:pt x="196" y="329"/>
                </a:lnTo>
                <a:lnTo>
                  <a:pt x="195" y="329"/>
                </a:lnTo>
                <a:lnTo>
                  <a:pt x="194" y="329"/>
                </a:lnTo>
                <a:lnTo>
                  <a:pt x="194" y="330"/>
                </a:lnTo>
                <a:lnTo>
                  <a:pt x="193" y="330"/>
                </a:lnTo>
                <a:lnTo>
                  <a:pt x="192" y="330"/>
                </a:lnTo>
                <a:lnTo>
                  <a:pt x="192" y="329"/>
                </a:lnTo>
                <a:lnTo>
                  <a:pt x="192" y="330"/>
                </a:lnTo>
                <a:lnTo>
                  <a:pt x="192" y="331"/>
                </a:lnTo>
                <a:lnTo>
                  <a:pt x="192" y="332"/>
                </a:lnTo>
                <a:lnTo>
                  <a:pt x="192" y="333"/>
                </a:lnTo>
                <a:lnTo>
                  <a:pt x="192" y="334"/>
                </a:lnTo>
                <a:lnTo>
                  <a:pt x="193" y="334"/>
                </a:lnTo>
                <a:lnTo>
                  <a:pt x="194" y="335"/>
                </a:lnTo>
                <a:lnTo>
                  <a:pt x="195" y="335"/>
                </a:lnTo>
                <a:lnTo>
                  <a:pt x="196" y="335"/>
                </a:lnTo>
                <a:lnTo>
                  <a:pt x="197" y="335"/>
                </a:lnTo>
                <a:lnTo>
                  <a:pt x="197" y="336"/>
                </a:lnTo>
                <a:lnTo>
                  <a:pt x="198" y="336"/>
                </a:lnTo>
                <a:lnTo>
                  <a:pt x="198" y="337"/>
                </a:lnTo>
                <a:lnTo>
                  <a:pt x="197" y="337"/>
                </a:lnTo>
                <a:lnTo>
                  <a:pt x="196" y="337"/>
                </a:lnTo>
                <a:lnTo>
                  <a:pt x="196" y="338"/>
                </a:lnTo>
                <a:lnTo>
                  <a:pt x="195" y="338"/>
                </a:lnTo>
                <a:lnTo>
                  <a:pt x="194" y="339"/>
                </a:lnTo>
                <a:lnTo>
                  <a:pt x="194" y="340"/>
                </a:lnTo>
                <a:lnTo>
                  <a:pt x="193" y="341"/>
                </a:lnTo>
                <a:lnTo>
                  <a:pt x="193" y="342"/>
                </a:lnTo>
                <a:lnTo>
                  <a:pt x="193" y="343"/>
                </a:lnTo>
                <a:lnTo>
                  <a:pt x="193" y="344"/>
                </a:lnTo>
                <a:lnTo>
                  <a:pt x="194" y="344"/>
                </a:lnTo>
                <a:lnTo>
                  <a:pt x="194" y="345"/>
                </a:lnTo>
                <a:lnTo>
                  <a:pt x="195" y="345"/>
                </a:lnTo>
                <a:lnTo>
                  <a:pt x="196" y="345"/>
                </a:lnTo>
                <a:lnTo>
                  <a:pt x="196" y="346"/>
                </a:lnTo>
                <a:lnTo>
                  <a:pt x="196" y="347"/>
                </a:lnTo>
                <a:lnTo>
                  <a:pt x="195" y="348"/>
                </a:lnTo>
                <a:lnTo>
                  <a:pt x="196" y="348"/>
                </a:lnTo>
                <a:lnTo>
                  <a:pt x="196" y="349"/>
                </a:lnTo>
                <a:lnTo>
                  <a:pt x="197" y="349"/>
                </a:lnTo>
                <a:lnTo>
                  <a:pt x="197" y="351"/>
                </a:lnTo>
                <a:lnTo>
                  <a:pt x="198" y="351"/>
                </a:lnTo>
                <a:lnTo>
                  <a:pt x="199" y="351"/>
                </a:lnTo>
                <a:lnTo>
                  <a:pt x="200" y="352"/>
                </a:lnTo>
                <a:lnTo>
                  <a:pt x="201" y="352"/>
                </a:lnTo>
                <a:lnTo>
                  <a:pt x="202" y="352"/>
                </a:lnTo>
                <a:lnTo>
                  <a:pt x="203" y="352"/>
                </a:lnTo>
                <a:lnTo>
                  <a:pt x="203" y="353"/>
                </a:lnTo>
                <a:lnTo>
                  <a:pt x="203" y="354"/>
                </a:lnTo>
                <a:lnTo>
                  <a:pt x="204" y="354"/>
                </a:lnTo>
                <a:lnTo>
                  <a:pt x="204" y="355"/>
                </a:lnTo>
                <a:lnTo>
                  <a:pt x="204" y="356"/>
                </a:lnTo>
                <a:lnTo>
                  <a:pt x="204" y="357"/>
                </a:lnTo>
                <a:lnTo>
                  <a:pt x="205" y="357"/>
                </a:lnTo>
                <a:lnTo>
                  <a:pt x="205" y="358"/>
                </a:lnTo>
                <a:lnTo>
                  <a:pt x="205" y="359"/>
                </a:lnTo>
                <a:lnTo>
                  <a:pt x="204" y="360"/>
                </a:lnTo>
                <a:lnTo>
                  <a:pt x="203" y="360"/>
                </a:lnTo>
                <a:lnTo>
                  <a:pt x="203" y="361"/>
                </a:lnTo>
                <a:lnTo>
                  <a:pt x="202" y="361"/>
                </a:lnTo>
                <a:lnTo>
                  <a:pt x="202" y="362"/>
                </a:lnTo>
                <a:lnTo>
                  <a:pt x="201" y="362"/>
                </a:lnTo>
                <a:lnTo>
                  <a:pt x="200" y="362"/>
                </a:lnTo>
                <a:lnTo>
                  <a:pt x="201" y="362"/>
                </a:lnTo>
                <a:lnTo>
                  <a:pt x="200" y="362"/>
                </a:lnTo>
                <a:lnTo>
                  <a:pt x="200" y="363"/>
                </a:lnTo>
                <a:lnTo>
                  <a:pt x="199" y="363"/>
                </a:lnTo>
                <a:lnTo>
                  <a:pt x="199" y="364"/>
                </a:lnTo>
                <a:lnTo>
                  <a:pt x="198" y="364"/>
                </a:lnTo>
                <a:lnTo>
                  <a:pt x="198" y="365"/>
                </a:lnTo>
                <a:lnTo>
                  <a:pt x="197" y="365"/>
                </a:lnTo>
                <a:lnTo>
                  <a:pt x="196" y="365"/>
                </a:lnTo>
                <a:lnTo>
                  <a:pt x="196" y="366"/>
                </a:lnTo>
                <a:lnTo>
                  <a:pt x="195" y="366"/>
                </a:lnTo>
                <a:lnTo>
                  <a:pt x="194" y="367"/>
                </a:lnTo>
                <a:lnTo>
                  <a:pt x="194" y="366"/>
                </a:lnTo>
                <a:lnTo>
                  <a:pt x="193" y="366"/>
                </a:lnTo>
                <a:lnTo>
                  <a:pt x="194" y="366"/>
                </a:lnTo>
                <a:lnTo>
                  <a:pt x="193" y="366"/>
                </a:lnTo>
                <a:lnTo>
                  <a:pt x="193" y="367"/>
                </a:lnTo>
                <a:lnTo>
                  <a:pt x="192" y="367"/>
                </a:lnTo>
                <a:lnTo>
                  <a:pt x="192" y="366"/>
                </a:lnTo>
                <a:lnTo>
                  <a:pt x="191" y="366"/>
                </a:lnTo>
                <a:lnTo>
                  <a:pt x="191" y="365"/>
                </a:lnTo>
                <a:lnTo>
                  <a:pt x="190" y="365"/>
                </a:lnTo>
                <a:lnTo>
                  <a:pt x="189" y="365"/>
                </a:lnTo>
                <a:lnTo>
                  <a:pt x="189" y="364"/>
                </a:lnTo>
                <a:lnTo>
                  <a:pt x="189" y="365"/>
                </a:lnTo>
                <a:lnTo>
                  <a:pt x="189" y="366"/>
                </a:lnTo>
                <a:lnTo>
                  <a:pt x="188" y="366"/>
                </a:lnTo>
                <a:lnTo>
                  <a:pt x="188" y="367"/>
                </a:lnTo>
                <a:lnTo>
                  <a:pt x="188" y="368"/>
                </a:lnTo>
                <a:lnTo>
                  <a:pt x="188" y="369"/>
                </a:lnTo>
                <a:lnTo>
                  <a:pt x="187" y="369"/>
                </a:lnTo>
                <a:lnTo>
                  <a:pt x="187" y="370"/>
                </a:lnTo>
                <a:lnTo>
                  <a:pt x="185" y="370"/>
                </a:lnTo>
                <a:lnTo>
                  <a:pt x="184" y="370"/>
                </a:lnTo>
                <a:lnTo>
                  <a:pt x="184" y="371"/>
                </a:lnTo>
                <a:lnTo>
                  <a:pt x="183" y="371"/>
                </a:lnTo>
                <a:lnTo>
                  <a:pt x="182" y="371"/>
                </a:lnTo>
                <a:lnTo>
                  <a:pt x="182" y="372"/>
                </a:lnTo>
                <a:lnTo>
                  <a:pt x="181" y="372"/>
                </a:lnTo>
                <a:lnTo>
                  <a:pt x="181" y="373"/>
                </a:lnTo>
                <a:lnTo>
                  <a:pt x="180" y="373"/>
                </a:lnTo>
                <a:lnTo>
                  <a:pt x="180" y="372"/>
                </a:lnTo>
                <a:lnTo>
                  <a:pt x="179" y="372"/>
                </a:lnTo>
                <a:lnTo>
                  <a:pt x="179" y="371"/>
                </a:lnTo>
                <a:lnTo>
                  <a:pt x="179" y="370"/>
                </a:lnTo>
                <a:lnTo>
                  <a:pt x="178" y="370"/>
                </a:lnTo>
                <a:lnTo>
                  <a:pt x="178" y="369"/>
                </a:lnTo>
                <a:lnTo>
                  <a:pt x="177" y="369"/>
                </a:lnTo>
                <a:lnTo>
                  <a:pt x="176" y="369"/>
                </a:lnTo>
                <a:lnTo>
                  <a:pt x="175" y="369"/>
                </a:lnTo>
                <a:lnTo>
                  <a:pt x="175" y="370"/>
                </a:lnTo>
                <a:lnTo>
                  <a:pt x="174" y="370"/>
                </a:lnTo>
                <a:lnTo>
                  <a:pt x="174" y="369"/>
                </a:lnTo>
                <a:lnTo>
                  <a:pt x="173" y="368"/>
                </a:lnTo>
                <a:lnTo>
                  <a:pt x="173" y="367"/>
                </a:lnTo>
                <a:lnTo>
                  <a:pt x="174" y="367"/>
                </a:lnTo>
                <a:lnTo>
                  <a:pt x="173" y="367"/>
                </a:lnTo>
                <a:lnTo>
                  <a:pt x="173" y="366"/>
                </a:lnTo>
                <a:lnTo>
                  <a:pt x="173" y="365"/>
                </a:lnTo>
                <a:lnTo>
                  <a:pt x="172" y="365"/>
                </a:lnTo>
                <a:lnTo>
                  <a:pt x="172" y="364"/>
                </a:lnTo>
                <a:lnTo>
                  <a:pt x="171" y="364"/>
                </a:lnTo>
                <a:lnTo>
                  <a:pt x="170" y="364"/>
                </a:lnTo>
                <a:lnTo>
                  <a:pt x="170" y="363"/>
                </a:lnTo>
                <a:lnTo>
                  <a:pt x="169" y="362"/>
                </a:lnTo>
                <a:lnTo>
                  <a:pt x="168" y="362"/>
                </a:lnTo>
                <a:lnTo>
                  <a:pt x="167" y="362"/>
                </a:lnTo>
                <a:lnTo>
                  <a:pt x="167" y="361"/>
                </a:lnTo>
                <a:lnTo>
                  <a:pt x="166" y="361"/>
                </a:lnTo>
                <a:lnTo>
                  <a:pt x="166" y="360"/>
                </a:lnTo>
                <a:lnTo>
                  <a:pt x="165" y="360"/>
                </a:lnTo>
                <a:lnTo>
                  <a:pt x="164" y="359"/>
                </a:lnTo>
                <a:lnTo>
                  <a:pt x="164" y="360"/>
                </a:lnTo>
                <a:lnTo>
                  <a:pt x="163" y="360"/>
                </a:lnTo>
                <a:lnTo>
                  <a:pt x="162" y="361"/>
                </a:lnTo>
                <a:lnTo>
                  <a:pt x="162" y="360"/>
                </a:lnTo>
                <a:lnTo>
                  <a:pt x="161" y="359"/>
                </a:lnTo>
                <a:lnTo>
                  <a:pt x="161" y="358"/>
                </a:lnTo>
                <a:lnTo>
                  <a:pt x="160" y="358"/>
                </a:lnTo>
                <a:lnTo>
                  <a:pt x="159" y="358"/>
                </a:lnTo>
                <a:lnTo>
                  <a:pt x="159" y="357"/>
                </a:lnTo>
                <a:lnTo>
                  <a:pt x="158" y="357"/>
                </a:lnTo>
                <a:lnTo>
                  <a:pt x="157" y="357"/>
                </a:lnTo>
                <a:lnTo>
                  <a:pt x="156" y="357"/>
                </a:lnTo>
                <a:lnTo>
                  <a:pt x="156" y="356"/>
                </a:lnTo>
                <a:lnTo>
                  <a:pt x="156" y="357"/>
                </a:lnTo>
                <a:lnTo>
                  <a:pt x="154" y="357"/>
                </a:lnTo>
                <a:lnTo>
                  <a:pt x="154" y="356"/>
                </a:lnTo>
                <a:lnTo>
                  <a:pt x="154" y="357"/>
                </a:lnTo>
                <a:lnTo>
                  <a:pt x="153" y="357"/>
                </a:lnTo>
                <a:lnTo>
                  <a:pt x="152" y="357"/>
                </a:lnTo>
                <a:lnTo>
                  <a:pt x="151" y="358"/>
                </a:lnTo>
                <a:lnTo>
                  <a:pt x="150" y="358"/>
                </a:lnTo>
                <a:lnTo>
                  <a:pt x="149" y="358"/>
                </a:lnTo>
                <a:lnTo>
                  <a:pt x="148" y="358"/>
                </a:lnTo>
                <a:lnTo>
                  <a:pt x="147" y="358"/>
                </a:lnTo>
                <a:lnTo>
                  <a:pt x="147" y="359"/>
                </a:lnTo>
                <a:lnTo>
                  <a:pt x="146" y="359"/>
                </a:lnTo>
                <a:lnTo>
                  <a:pt x="145" y="359"/>
                </a:lnTo>
                <a:lnTo>
                  <a:pt x="145" y="358"/>
                </a:lnTo>
                <a:lnTo>
                  <a:pt x="144" y="358"/>
                </a:lnTo>
                <a:lnTo>
                  <a:pt x="143" y="358"/>
                </a:lnTo>
                <a:lnTo>
                  <a:pt x="142" y="358"/>
                </a:lnTo>
                <a:lnTo>
                  <a:pt x="141" y="358"/>
                </a:lnTo>
                <a:lnTo>
                  <a:pt x="140" y="358"/>
                </a:lnTo>
                <a:lnTo>
                  <a:pt x="140" y="359"/>
                </a:lnTo>
                <a:lnTo>
                  <a:pt x="139" y="359"/>
                </a:lnTo>
                <a:lnTo>
                  <a:pt x="138" y="359"/>
                </a:lnTo>
                <a:lnTo>
                  <a:pt x="137" y="359"/>
                </a:lnTo>
                <a:lnTo>
                  <a:pt x="137" y="358"/>
                </a:lnTo>
                <a:lnTo>
                  <a:pt x="136" y="358"/>
                </a:lnTo>
                <a:lnTo>
                  <a:pt x="135" y="358"/>
                </a:lnTo>
                <a:lnTo>
                  <a:pt x="134" y="359"/>
                </a:lnTo>
                <a:lnTo>
                  <a:pt x="133" y="359"/>
                </a:lnTo>
                <a:lnTo>
                  <a:pt x="133" y="358"/>
                </a:lnTo>
                <a:lnTo>
                  <a:pt x="132" y="358"/>
                </a:lnTo>
                <a:lnTo>
                  <a:pt x="132" y="359"/>
                </a:lnTo>
                <a:lnTo>
                  <a:pt x="131" y="359"/>
                </a:lnTo>
                <a:lnTo>
                  <a:pt x="131" y="358"/>
                </a:lnTo>
                <a:lnTo>
                  <a:pt x="131" y="359"/>
                </a:lnTo>
                <a:lnTo>
                  <a:pt x="130" y="359"/>
                </a:lnTo>
                <a:lnTo>
                  <a:pt x="129" y="359"/>
                </a:lnTo>
                <a:lnTo>
                  <a:pt x="128" y="359"/>
                </a:lnTo>
                <a:lnTo>
                  <a:pt x="128" y="360"/>
                </a:lnTo>
                <a:lnTo>
                  <a:pt x="127" y="360"/>
                </a:lnTo>
                <a:lnTo>
                  <a:pt x="127" y="361"/>
                </a:lnTo>
                <a:lnTo>
                  <a:pt x="126" y="361"/>
                </a:lnTo>
                <a:lnTo>
                  <a:pt x="125" y="362"/>
                </a:lnTo>
                <a:lnTo>
                  <a:pt x="126" y="362"/>
                </a:lnTo>
                <a:lnTo>
                  <a:pt x="126" y="363"/>
                </a:lnTo>
                <a:lnTo>
                  <a:pt x="127" y="363"/>
                </a:lnTo>
                <a:lnTo>
                  <a:pt x="127" y="364"/>
                </a:lnTo>
                <a:lnTo>
                  <a:pt x="126" y="364"/>
                </a:lnTo>
                <a:lnTo>
                  <a:pt x="126" y="365"/>
                </a:lnTo>
                <a:lnTo>
                  <a:pt x="125" y="365"/>
                </a:lnTo>
                <a:lnTo>
                  <a:pt x="126" y="365"/>
                </a:lnTo>
                <a:lnTo>
                  <a:pt x="126" y="366"/>
                </a:lnTo>
                <a:lnTo>
                  <a:pt x="126" y="367"/>
                </a:lnTo>
                <a:lnTo>
                  <a:pt x="125" y="367"/>
                </a:lnTo>
                <a:lnTo>
                  <a:pt x="124" y="368"/>
                </a:lnTo>
                <a:lnTo>
                  <a:pt x="123" y="368"/>
                </a:lnTo>
                <a:lnTo>
                  <a:pt x="122" y="368"/>
                </a:lnTo>
                <a:lnTo>
                  <a:pt x="122" y="369"/>
                </a:lnTo>
                <a:lnTo>
                  <a:pt x="121" y="369"/>
                </a:lnTo>
                <a:lnTo>
                  <a:pt x="122" y="369"/>
                </a:lnTo>
                <a:lnTo>
                  <a:pt x="122" y="370"/>
                </a:lnTo>
                <a:lnTo>
                  <a:pt x="122" y="371"/>
                </a:lnTo>
                <a:lnTo>
                  <a:pt x="121" y="371"/>
                </a:lnTo>
                <a:lnTo>
                  <a:pt x="121" y="372"/>
                </a:lnTo>
                <a:lnTo>
                  <a:pt x="120" y="372"/>
                </a:lnTo>
                <a:lnTo>
                  <a:pt x="120" y="373"/>
                </a:lnTo>
                <a:lnTo>
                  <a:pt x="121" y="373"/>
                </a:lnTo>
                <a:lnTo>
                  <a:pt x="121" y="374"/>
                </a:lnTo>
                <a:lnTo>
                  <a:pt x="122" y="374"/>
                </a:lnTo>
                <a:lnTo>
                  <a:pt x="122" y="375"/>
                </a:lnTo>
                <a:lnTo>
                  <a:pt x="121" y="375"/>
                </a:lnTo>
                <a:lnTo>
                  <a:pt x="120" y="375"/>
                </a:lnTo>
                <a:lnTo>
                  <a:pt x="119" y="375"/>
                </a:lnTo>
                <a:lnTo>
                  <a:pt x="119" y="376"/>
                </a:lnTo>
                <a:lnTo>
                  <a:pt x="118" y="376"/>
                </a:lnTo>
                <a:lnTo>
                  <a:pt x="118" y="375"/>
                </a:lnTo>
                <a:lnTo>
                  <a:pt x="118" y="376"/>
                </a:lnTo>
                <a:lnTo>
                  <a:pt x="117" y="376"/>
                </a:lnTo>
                <a:lnTo>
                  <a:pt x="116" y="376"/>
                </a:lnTo>
                <a:lnTo>
                  <a:pt x="116" y="375"/>
                </a:lnTo>
                <a:lnTo>
                  <a:pt x="116" y="374"/>
                </a:lnTo>
                <a:lnTo>
                  <a:pt x="115" y="374"/>
                </a:lnTo>
                <a:lnTo>
                  <a:pt x="114" y="373"/>
                </a:lnTo>
                <a:lnTo>
                  <a:pt x="113" y="373"/>
                </a:lnTo>
                <a:lnTo>
                  <a:pt x="112" y="373"/>
                </a:lnTo>
                <a:lnTo>
                  <a:pt x="111" y="373"/>
                </a:lnTo>
                <a:lnTo>
                  <a:pt x="110" y="373"/>
                </a:lnTo>
                <a:lnTo>
                  <a:pt x="109" y="373"/>
                </a:lnTo>
                <a:lnTo>
                  <a:pt x="109" y="374"/>
                </a:lnTo>
                <a:lnTo>
                  <a:pt x="108" y="374"/>
                </a:lnTo>
                <a:lnTo>
                  <a:pt x="108" y="375"/>
                </a:lnTo>
                <a:lnTo>
                  <a:pt x="107" y="375"/>
                </a:lnTo>
                <a:lnTo>
                  <a:pt x="107" y="374"/>
                </a:lnTo>
                <a:lnTo>
                  <a:pt x="107" y="375"/>
                </a:lnTo>
                <a:lnTo>
                  <a:pt x="106" y="375"/>
                </a:lnTo>
                <a:lnTo>
                  <a:pt x="105" y="375"/>
                </a:lnTo>
                <a:lnTo>
                  <a:pt x="105" y="374"/>
                </a:lnTo>
                <a:lnTo>
                  <a:pt x="105" y="373"/>
                </a:lnTo>
                <a:lnTo>
                  <a:pt x="105" y="374"/>
                </a:lnTo>
                <a:lnTo>
                  <a:pt x="104" y="374"/>
                </a:lnTo>
                <a:lnTo>
                  <a:pt x="104" y="373"/>
                </a:lnTo>
                <a:lnTo>
                  <a:pt x="104" y="374"/>
                </a:lnTo>
                <a:lnTo>
                  <a:pt x="103" y="374"/>
                </a:lnTo>
                <a:lnTo>
                  <a:pt x="104" y="374"/>
                </a:lnTo>
                <a:lnTo>
                  <a:pt x="104" y="375"/>
                </a:lnTo>
                <a:lnTo>
                  <a:pt x="104" y="376"/>
                </a:lnTo>
                <a:lnTo>
                  <a:pt x="103" y="376"/>
                </a:lnTo>
                <a:lnTo>
                  <a:pt x="102" y="376"/>
                </a:lnTo>
                <a:lnTo>
                  <a:pt x="102" y="377"/>
                </a:lnTo>
                <a:lnTo>
                  <a:pt x="103" y="377"/>
                </a:lnTo>
                <a:lnTo>
                  <a:pt x="103" y="378"/>
                </a:lnTo>
                <a:lnTo>
                  <a:pt x="102" y="378"/>
                </a:lnTo>
                <a:lnTo>
                  <a:pt x="102" y="379"/>
                </a:lnTo>
                <a:lnTo>
                  <a:pt x="101" y="380"/>
                </a:lnTo>
                <a:lnTo>
                  <a:pt x="102" y="380"/>
                </a:lnTo>
                <a:lnTo>
                  <a:pt x="101" y="380"/>
                </a:lnTo>
                <a:lnTo>
                  <a:pt x="101" y="381"/>
                </a:lnTo>
                <a:lnTo>
                  <a:pt x="100" y="381"/>
                </a:lnTo>
                <a:lnTo>
                  <a:pt x="100" y="380"/>
                </a:lnTo>
                <a:lnTo>
                  <a:pt x="99" y="380"/>
                </a:lnTo>
                <a:lnTo>
                  <a:pt x="99" y="381"/>
                </a:lnTo>
                <a:lnTo>
                  <a:pt x="99" y="382"/>
                </a:lnTo>
                <a:lnTo>
                  <a:pt x="99" y="383"/>
                </a:lnTo>
                <a:lnTo>
                  <a:pt x="98" y="383"/>
                </a:lnTo>
                <a:lnTo>
                  <a:pt x="99" y="383"/>
                </a:lnTo>
                <a:lnTo>
                  <a:pt x="99" y="384"/>
                </a:lnTo>
                <a:lnTo>
                  <a:pt x="99" y="385"/>
                </a:lnTo>
                <a:lnTo>
                  <a:pt x="98" y="385"/>
                </a:lnTo>
                <a:lnTo>
                  <a:pt x="98" y="384"/>
                </a:lnTo>
                <a:lnTo>
                  <a:pt x="97" y="384"/>
                </a:lnTo>
                <a:lnTo>
                  <a:pt x="97" y="383"/>
                </a:lnTo>
                <a:lnTo>
                  <a:pt x="96" y="383"/>
                </a:lnTo>
                <a:lnTo>
                  <a:pt x="96" y="384"/>
                </a:lnTo>
                <a:lnTo>
                  <a:pt x="96" y="386"/>
                </a:lnTo>
                <a:lnTo>
                  <a:pt x="97" y="386"/>
                </a:lnTo>
                <a:lnTo>
                  <a:pt x="97" y="387"/>
                </a:lnTo>
                <a:lnTo>
                  <a:pt x="96" y="387"/>
                </a:lnTo>
                <a:lnTo>
                  <a:pt x="95" y="387"/>
                </a:lnTo>
                <a:lnTo>
                  <a:pt x="94" y="387"/>
                </a:lnTo>
                <a:lnTo>
                  <a:pt x="94" y="388"/>
                </a:lnTo>
                <a:lnTo>
                  <a:pt x="94" y="389"/>
                </a:lnTo>
                <a:lnTo>
                  <a:pt x="94" y="390"/>
                </a:lnTo>
                <a:lnTo>
                  <a:pt x="95" y="391"/>
                </a:lnTo>
                <a:lnTo>
                  <a:pt x="95" y="392"/>
                </a:lnTo>
                <a:lnTo>
                  <a:pt x="95" y="391"/>
                </a:lnTo>
                <a:lnTo>
                  <a:pt x="94" y="391"/>
                </a:lnTo>
                <a:lnTo>
                  <a:pt x="94" y="392"/>
                </a:lnTo>
                <a:lnTo>
                  <a:pt x="93" y="392"/>
                </a:lnTo>
                <a:lnTo>
                  <a:pt x="94" y="392"/>
                </a:lnTo>
                <a:lnTo>
                  <a:pt x="94" y="393"/>
                </a:lnTo>
                <a:lnTo>
                  <a:pt x="93" y="393"/>
                </a:lnTo>
                <a:lnTo>
                  <a:pt x="92" y="393"/>
                </a:lnTo>
                <a:lnTo>
                  <a:pt x="91" y="394"/>
                </a:lnTo>
                <a:lnTo>
                  <a:pt x="91" y="395"/>
                </a:lnTo>
                <a:lnTo>
                  <a:pt x="90" y="395"/>
                </a:lnTo>
                <a:lnTo>
                  <a:pt x="91" y="395"/>
                </a:lnTo>
                <a:lnTo>
                  <a:pt x="91" y="396"/>
                </a:lnTo>
                <a:lnTo>
                  <a:pt x="91" y="397"/>
                </a:lnTo>
                <a:lnTo>
                  <a:pt x="92" y="397"/>
                </a:lnTo>
                <a:lnTo>
                  <a:pt x="92" y="398"/>
                </a:lnTo>
                <a:lnTo>
                  <a:pt x="92" y="399"/>
                </a:lnTo>
                <a:lnTo>
                  <a:pt x="93" y="399"/>
                </a:lnTo>
                <a:lnTo>
                  <a:pt x="92" y="399"/>
                </a:lnTo>
                <a:lnTo>
                  <a:pt x="91" y="399"/>
                </a:lnTo>
                <a:lnTo>
                  <a:pt x="91" y="398"/>
                </a:lnTo>
                <a:lnTo>
                  <a:pt x="90" y="398"/>
                </a:lnTo>
                <a:lnTo>
                  <a:pt x="90" y="399"/>
                </a:lnTo>
                <a:lnTo>
                  <a:pt x="89" y="399"/>
                </a:lnTo>
                <a:lnTo>
                  <a:pt x="88" y="399"/>
                </a:lnTo>
                <a:lnTo>
                  <a:pt x="88" y="400"/>
                </a:lnTo>
                <a:lnTo>
                  <a:pt x="88" y="401"/>
                </a:lnTo>
                <a:lnTo>
                  <a:pt x="88" y="402"/>
                </a:lnTo>
                <a:lnTo>
                  <a:pt x="88" y="403"/>
                </a:lnTo>
                <a:lnTo>
                  <a:pt x="87" y="403"/>
                </a:lnTo>
                <a:lnTo>
                  <a:pt x="87" y="404"/>
                </a:lnTo>
                <a:lnTo>
                  <a:pt x="88" y="404"/>
                </a:lnTo>
                <a:lnTo>
                  <a:pt x="88" y="405"/>
                </a:lnTo>
                <a:lnTo>
                  <a:pt x="88" y="406"/>
                </a:lnTo>
                <a:lnTo>
                  <a:pt x="89" y="406"/>
                </a:lnTo>
                <a:lnTo>
                  <a:pt x="89" y="407"/>
                </a:lnTo>
                <a:lnTo>
                  <a:pt x="89" y="408"/>
                </a:lnTo>
                <a:lnTo>
                  <a:pt x="89" y="409"/>
                </a:lnTo>
                <a:lnTo>
                  <a:pt x="88" y="409"/>
                </a:lnTo>
                <a:lnTo>
                  <a:pt x="88" y="410"/>
                </a:lnTo>
                <a:lnTo>
                  <a:pt x="87" y="410"/>
                </a:lnTo>
                <a:lnTo>
                  <a:pt x="87" y="411"/>
                </a:lnTo>
                <a:lnTo>
                  <a:pt x="86" y="411"/>
                </a:lnTo>
                <a:lnTo>
                  <a:pt x="86" y="412"/>
                </a:lnTo>
                <a:lnTo>
                  <a:pt x="85" y="412"/>
                </a:lnTo>
                <a:lnTo>
                  <a:pt x="84" y="412"/>
                </a:lnTo>
                <a:lnTo>
                  <a:pt x="83" y="412"/>
                </a:lnTo>
                <a:lnTo>
                  <a:pt x="83" y="413"/>
                </a:lnTo>
                <a:lnTo>
                  <a:pt x="83" y="414"/>
                </a:lnTo>
                <a:lnTo>
                  <a:pt x="82" y="414"/>
                </a:lnTo>
                <a:lnTo>
                  <a:pt x="81" y="414"/>
                </a:lnTo>
                <a:lnTo>
                  <a:pt x="81" y="415"/>
                </a:lnTo>
                <a:lnTo>
                  <a:pt x="81" y="416"/>
                </a:lnTo>
                <a:lnTo>
                  <a:pt x="82" y="416"/>
                </a:lnTo>
                <a:lnTo>
                  <a:pt x="82" y="417"/>
                </a:lnTo>
                <a:lnTo>
                  <a:pt x="82" y="418"/>
                </a:lnTo>
                <a:lnTo>
                  <a:pt x="82" y="419"/>
                </a:lnTo>
                <a:lnTo>
                  <a:pt x="82" y="420"/>
                </a:lnTo>
                <a:lnTo>
                  <a:pt x="81" y="420"/>
                </a:lnTo>
                <a:lnTo>
                  <a:pt x="81" y="421"/>
                </a:lnTo>
                <a:lnTo>
                  <a:pt x="81" y="422"/>
                </a:lnTo>
                <a:lnTo>
                  <a:pt x="81" y="423"/>
                </a:lnTo>
                <a:lnTo>
                  <a:pt x="82" y="423"/>
                </a:lnTo>
                <a:lnTo>
                  <a:pt x="82" y="424"/>
                </a:lnTo>
                <a:lnTo>
                  <a:pt x="82" y="425"/>
                </a:lnTo>
                <a:lnTo>
                  <a:pt x="81" y="425"/>
                </a:lnTo>
                <a:lnTo>
                  <a:pt x="80" y="425"/>
                </a:lnTo>
                <a:lnTo>
                  <a:pt x="80" y="426"/>
                </a:lnTo>
                <a:lnTo>
                  <a:pt x="79" y="426"/>
                </a:lnTo>
                <a:lnTo>
                  <a:pt x="78" y="426"/>
                </a:lnTo>
                <a:lnTo>
                  <a:pt x="78" y="425"/>
                </a:lnTo>
                <a:lnTo>
                  <a:pt x="78" y="424"/>
                </a:lnTo>
                <a:lnTo>
                  <a:pt x="77" y="424"/>
                </a:lnTo>
                <a:lnTo>
                  <a:pt x="77" y="423"/>
                </a:lnTo>
                <a:lnTo>
                  <a:pt x="77" y="422"/>
                </a:lnTo>
                <a:lnTo>
                  <a:pt x="76" y="422"/>
                </a:lnTo>
                <a:lnTo>
                  <a:pt x="75" y="422"/>
                </a:lnTo>
                <a:lnTo>
                  <a:pt x="75" y="421"/>
                </a:lnTo>
                <a:lnTo>
                  <a:pt x="74" y="421"/>
                </a:lnTo>
                <a:lnTo>
                  <a:pt x="74" y="420"/>
                </a:lnTo>
                <a:lnTo>
                  <a:pt x="73" y="420"/>
                </a:lnTo>
                <a:lnTo>
                  <a:pt x="73" y="419"/>
                </a:lnTo>
                <a:lnTo>
                  <a:pt x="72" y="419"/>
                </a:lnTo>
                <a:lnTo>
                  <a:pt x="71" y="419"/>
                </a:lnTo>
                <a:lnTo>
                  <a:pt x="71" y="420"/>
                </a:lnTo>
                <a:lnTo>
                  <a:pt x="72" y="420"/>
                </a:lnTo>
                <a:lnTo>
                  <a:pt x="71" y="420"/>
                </a:lnTo>
                <a:lnTo>
                  <a:pt x="70" y="420"/>
                </a:lnTo>
                <a:lnTo>
                  <a:pt x="69" y="420"/>
                </a:lnTo>
                <a:lnTo>
                  <a:pt x="69" y="419"/>
                </a:lnTo>
                <a:lnTo>
                  <a:pt x="69" y="418"/>
                </a:lnTo>
                <a:lnTo>
                  <a:pt x="68" y="418"/>
                </a:lnTo>
                <a:lnTo>
                  <a:pt x="68" y="417"/>
                </a:lnTo>
                <a:lnTo>
                  <a:pt x="68" y="416"/>
                </a:lnTo>
                <a:lnTo>
                  <a:pt x="67" y="416"/>
                </a:lnTo>
                <a:lnTo>
                  <a:pt x="67" y="415"/>
                </a:lnTo>
                <a:lnTo>
                  <a:pt x="67" y="414"/>
                </a:lnTo>
                <a:lnTo>
                  <a:pt x="68" y="413"/>
                </a:lnTo>
                <a:lnTo>
                  <a:pt x="68" y="412"/>
                </a:lnTo>
                <a:lnTo>
                  <a:pt x="69" y="412"/>
                </a:lnTo>
                <a:lnTo>
                  <a:pt x="69" y="411"/>
                </a:lnTo>
                <a:lnTo>
                  <a:pt x="70" y="411"/>
                </a:lnTo>
                <a:lnTo>
                  <a:pt x="70" y="410"/>
                </a:lnTo>
                <a:lnTo>
                  <a:pt x="69" y="409"/>
                </a:lnTo>
                <a:lnTo>
                  <a:pt x="68" y="409"/>
                </a:lnTo>
                <a:lnTo>
                  <a:pt x="68" y="408"/>
                </a:lnTo>
                <a:lnTo>
                  <a:pt x="67" y="408"/>
                </a:lnTo>
                <a:lnTo>
                  <a:pt x="67" y="407"/>
                </a:lnTo>
                <a:lnTo>
                  <a:pt x="67" y="406"/>
                </a:lnTo>
                <a:lnTo>
                  <a:pt x="68" y="405"/>
                </a:lnTo>
                <a:lnTo>
                  <a:pt x="67" y="405"/>
                </a:lnTo>
                <a:lnTo>
                  <a:pt x="67" y="404"/>
                </a:lnTo>
                <a:lnTo>
                  <a:pt x="68" y="404"/>
                </a:lnTo>
                <a:lnTo>
                  <a:pt x="68" y="403"/>
                </a:lnTo>
                <a:lnTo>
                  <a:pt x="67" y="403"/>
                </a:lnTo>
                <a:lnTo>
                  <a:pt x="67" y="402"/>
                </a:lnTo>
                <a:lnTo>
                  <a:pt x="68" y="402"/>
                </a:lnTo>
                <a:lnTo>
                  <a:pt x="68" y="401"/>
                </a:lnTo>
                <a:lnTo>
                  <a:pt x="67" y="401"/>
                </a:lnTo>
                <a:lnTo>
                  <a:pt x="67" y="400"/>
                </a:lnTo>
                <a:lnTo>
                  <a:pt x="66" y="399"/>
                </a:lnTo>
                <a:lnTo>
                  <a:pt x="65" y="398"/>
                </a:lnTo>
                <a:lnTo>
                  <a:pt x="64" y="398"/>
                </a:lnTo>
                <a:lnTo>
                  <a:pt x="64" y="397"/>
                </a:lnTo>
                <a:lnTo>
                  <a:pt x="63" y="397"/>
                </a:lnTo>
                <a:lnTo>
                  <a:pt x="62" y="396"/>
                </a:lnTo>
                <a:lnTo>
                  <a:pt x="62" y="397"/>
                </a:lnTo>
                <a:lnTo>
                  <a:pt x="61" y="397"/>
                </a:lnTo>
                <a:lnTo>
                  <a:pt x="61" y="398"/>
                </a:lnTo>
                <a:lnTo>
                  <a:pt x="60" y="399"/>
                </a:lnTo>
                <a:lnTo>
                  <a:pt x="60" y="398"/>
                </a:lnTo>
                <a:lnTo>
                  <a:pt x="60" y="399"/>
                </a:lnTo>
                <a:lnTo>
                  <a:pt x="60" y="400"/>
                </a:lnTo>
                <a:lnTo>
                  <a:pt x="61" y="400"/>
                </a:lnTo>
                <a:lnTo>
                  <a:pt x="60" y="400"/>
                </a:lnTo>
                <a:lnTo>
                  <a:pt x="60" y="401"/>
                </a:lnTo>
                <a:lnTo>
                  <a:pt x="59" y="401"/>
                </a:lnTo>
                <a:lnTo>
                  <a:pt x="58" y="401"/>
                </a:lnTo>
                <a:lnTo>
                  <a:pt x="57" y="400"/>
                </a:lnTo>
                <a:lnTo>
                  <a:pt x="57" y="401"/>
                </a:lnTo>
                <a:lnTo>
                  <a:pt x="56" y="401"/>
                </a:lnTo>
                <a:lnTo>
                  <a:pt x="56" y="402"/>
                </a:lnTo>
                <a:lnTo>
                  <a:pt x="56" y="403"/>
                </a:lnTo>
                <a:lnTo>
                  <a:pt x="55" y="404"/>
                </a:lnTo>
                <a:lnTo>
                  <a:pt x="54" y="404"/>
                </a:lnTo>
                <a:lnTo>
                  <a:pt x="53" y="404"/>
                </a:lnTo>
                <a:lnTo>
                  <a:pt x="52" y="404"/>
                </a:lnTo>
                <a:lnTo>
                  <a:pt x="50" y="404"/>
                </a:lnTo>
                <a:lnTo>
                  <a:pt x="50" y="403"/>
                </a:lnTo>
                <a:lnTo>
                  <a:pt x="50" y="402"/>
                </a:lnTo>
                <a:lnTo>
                  <a:pt x="51" y="402"/>
                </a:lnTo>
                <a:lnTo>
                  <a:pt x="51" y="401"/>
                </a:lnTo>
                <a:lnTo>
                  <a:pt x="51" y="400"/>
                </a:lnTo>
                <a:lnTo>
                  <a:pt x="51" y="399"/>
                </a:lnTo>
                <a:lnTo>
                  <a:pt x="51" y="398"/>
                </a:lnTo>
                <a:lnTo>
                  <a:pt x="51" y="397"/>
                </a:lnTo>
                <a:lnTo>
                  <a:pt x="51" y="396"/>
                </a:lnTo>
                <a:lnTo>
                  <a:pt x="52" y="396"/>
                </a:lnTo>
                <a:lnTo>
                  <a:pt x="52" y="395"/>
                </a:lnTo>
                <a:lnTo>
                  <a:pt x="51" y="394"/>
                </a:lnTo>
                <a:lnTo>
                  <a:pt x="52" y="394"/>
                </a:lnTo>
                <a:lnTo>
                  <a:pt x="51" y="394"/>
                </a:lnTo>
                <a:lnTo>
                  <a:pt x="51" y="393"/>
                </a:lnTo>
                <a:lnTo>
                  <a:pt x="50" y="393"/>
                </a:lnTo>
                <a:lnTo>
                  <a:pt x="49" y="393"/>
                </a:lnTo>
                <a:lnTo>
                  <a:pt x="48" y="392"/>
                </a:lnTo>
                <a:lnTo>
                  <a:pt x="48" y="393"/>
                </a:lnTo>
                <a:lnTo>
                  <a:pt x="47" y="393"/>
                </a:lnTo>
                <a:lnTo>
                  <a:pt x="47" y="392"/>
                </a:lnTo>
                <a:lnTo>
                  <a:pt x="46" y="392"/>
                </a:lnTo>
                <a:lnTo>
                  <a:pt x="46" y="391"/>
                </a:lnTo>
                <a:lnTo>
                  <a:pt x="46" y="390"/>
                </a:lnTo>
                <a:lnTo>
                  <a:pt x="45" y="390"/>
                </a:lnTo>
                <a:lnTo>
                  <a:pt x="45" y="389"/>
                </a:lnTo>
                <a:lnTo>
                  <a:pt x="46" y="388"/>
                </a:lnTo>
                <a:lnTo>
                  <a:pt x="46" y="387"/>
                </a:lnTo>
                <a:lnTo>
                  <a:pt x="47" y="387"/>
                </a:lnTo>
                <a:lnTo>
                  <a:pt x="47" y="386"/>
                </a:lnTo>
                <a:lnTo>
                  <a:pt x="47" y="385"/>
                </a:lnTo>
                <a:lnTo>
                  <a:pt x="47" y="384"/>
                </a:lnTo>
                <a:lnTo>
                  <a:pt x="47" y="383"/>
                </a:lnTo>
                <a:lnTo>
                  <a:pt x="46" y="383"/>
                </a:lnTo>
                <a:lnTo>
                  <a:pt x="46" y="382"/>
                </a:lnTo>
                <a:lnTo>
                  <a:pt x="47" y="382"/>
                </a:lnTo>
                <a:lnTo>
                  <a:pt x="47" y="381"/>
                </a:lnTo>
                <a:lnTo>
                  <a:pt x="48" y="381"/>
                </a:lnTo>
                <a:lnTo>
                  <a:pt x="48" y="380"/>
                </a:lnTo>
                <a:lnTo>
                  <a:pt x="49" y="379"/>
                </a:lnTo>
                <a:lnTo>
                  <a:pt x="49" y="378"/>
                </a:lnTo>
                <a:lnTo>
                  <a:pt x="48" y="378"/>
                </a:lnTo>
                <a:lnTo>
                  <a:pt x="49" y="377"/>
                </a:lnTo>
                <a:lnTo>
                  <a:pt x="49" y="376"/>
                </a:lnTo>
                <a:lnTo>
                  <a:pt x="48" y="376"/>
                </a:lnTo>
                <a:lnTo>
                  <a:pt x="48" y="377"/>
                </a:lnTo>
                <a:lnTo>
                  <a:pt x="47" y="377"/>
                </a:lnTo>
                <a:lnTo>
                  <a:pt x="46" y="377"/>
                </a:lnTo>
                <a:lnTo>
                  <a:pt x="46" y="376"/>
                </a:lnTo>
                <a:lnTo>
                  <a:pt x="45" y="376"/>
                </a:lnTo>
                <a:lnTo>
                  <a:pt x="46" y="376"/>
                </a:lnTo>
                <a:lnTo>
                  <a:pt x="46" y="375"/>
                </a:lnTo>
                <a:lnTo>
                  <a:pt x="47" y="373"/>
                </a:lnTo>
                <a:lnTo>
                  <a:pt x="47" y="372"/>
                </a:lnTo>
                <a:lnTo>
                  <a:pt x="46" y="372"/>
                </a:lnTo>
                <a:lnTo>
                  <a:pt x="45" y="372"/>
                </a:lnTo>
                <a:lnTo>
                  <a:pt x="44" y="372"/>
                </a:lnTo>
                <a:lnTo>
                  <a:pt x="44" y="371"/>
                </a:lnTo>
                <a:lnTo>
                  <a:pt x="43" y="370"/>
                </a:lnTo>
                <a:lnTo>
                  <a:pt x="43" y="371"/>
                </a:lnTo>
                <a:lnTo>
                  <a:pt x="42" y="371"/>
                </a:lnTo>
                <a:lnTo>
                  <a:pt x="42" y="370"/>
                </a:lnTo>
                <a:lnTo>
                  <a:pt x="42" y="369"/>
                </a:lnTo>
                <a:lnTo>
                  <a:pt x="41" y="370"/>
                </a:lnTo>
                <a:lnTo>
                  <a:pt x="41" y="371"/>
                </a:lnTo>
                <a:lnTo>
                  <a:pt x="41" y="372"/>
                </a:lnTo>
                <a:lnTo>
                  <a:pt x="41" y="373"/>
                </a:lnTo>
                <a:lnTo>
                  <a:pt x="40" y="373"/>
                </a:lnTo>
                <a:lnTo>
                  <a:pt x="40" y="372"/>
                </a:lnTo>
                <a:lnTo>
                  <a:pt x="39" y="372"/>
                </a:lnTo>
                <a:lnTo>
                  <a:pt x="38" y="372"/>
                </a:lnTo>
                <a:lnTo>
                  <a:pt x="38" y="373"/>
                </a:lnTo>
                <a:lnTo>
                  <a:pt x="37" y="372"/>
                </a:lnTo>
                <a:lnTo>
                  <a:pt x="37" y="371"/>
                </a:lnTo>
                <a:lnTo>
                  <a:pt x="38" y="371"/>
                </a:lnTo>
                <a:lnTo>
                  <a:pt x="39" y="371"/>
                </a:lnTo>
                <a:lnTo>
                  <a:pt x="39" y="370"/>
                </a:lnTo>
                <a:lnTo>
                  <a:pt x="39" y="369"/>
                </a:lnTo>
                <a:lnTo>
                  <a:pt x="38" y="369"/>
                </a:lnTo>
                <a:lnTo>
                  <a:pt x="38" y="368"/>
                </a:lnTo>
                <a:lnTo>
                  <a:pt x="38" y="367"/>
                </a:lnTo>
                <a:lnTo>
                  <a:pt x="37" y="366"/>
                </a:lnTo>
                <a:lnTo>
                  <a:pt x="36" y="366"/>
                </a:lnTo>
                <a:lnTo>
                  <a:pt x="36" y="367"/>
                </a:lnTo>
                <a:lnTo>
                  <a:pt x="35" y="367"/>
                </a:lnTo>
                <a:lnTo>
                  <a:pt x="35" y="368"/>
                </a:lnTo>
                <a:lnTo>
                  <a:pt x="36" y="368"/>
                </a:lnTo>
                <a:lnTo>
                  <a:pt x="37" y="368"/>
                </a:lnTo>
                <a:lnTo>
                  <a:pt x="37" y="369"/>
                </a:lnTo>
                <a:lnTo>
                  <a:pt x="37" y="370"/>
                </a:lnTo>
                <a:lnTo>
                  <a:pt x="38" y="370"/>
                </a:lnTo>
                <a:lnTo>
                  <a:pt x="38" y="371"/>
                </a:lnTo>
                <a:lnTo>
                  <a:pt x="37" y="371"/>
                </a:lnTo>
                <a:lnTo>
                  <a:pt x="36" y="370"/>
                </a:lnTo>
                <a:lnTo>
                  <a:pt x="35" y="370"/>
                </a:lnTo>
                <a:lnTo>
                  <a:pt x="36" y="371"/>
                </a:lnTo>
                <a:lnTo>
                  <a:pt x="36" y="372"/>
                </a:lnTo>
                <a:lnTo>
                  <a:pt x="35" y="371"/>
                </a:lnTo>
                <a:lnTo>
                  <a:pt x="34" y="371"/>
                </a:lnTo>
                <a:lnTo>
                  <a:pt x="34" y="370"/>
                </a:lnTo>
                <a:lnTo>
                  <a:pt x="34" y="369"/>
                </a:lnTo>
                <a:lnTo>
                  <a:pt x="33" y="369"/>
                </a:lnTo>
                <a:lnTo>
                  <a:pt x="32" y="368"/>
                </a:lnTo>
                <a:lnTo>
                  <a:pt x="31" y="368"/>
                </a:lnTo>
                <a:lnTo>
                  <a:pt x="31" y="367"/>
                </a:lnTo>
                <a:lnTo>
                  <a:pt x="32" y="367"/>
                </a:lnTo>
                <a:lnTo>
                  <a:pt x="32" y="366"/>
                </a:lnTo>
                <a:lnTo>
                  <a:pt x="31" y="366"/>
                </a:lnTo>
                <a:lnTo>
                  <a:pt x="30" y="366"/>
                </a:lnTo>
                <a:lnTo>
                  <a:pt x="30" y="367"/>
                </a:lnTo>
                <a:lnTo>
                  <a:pt x="29" y="367"/>
                </a:lnTo>
                <a:lnTo>
                  <a:pt x="29" y="366"/>
                </a:lnTo>
                <a:lnTo>
                  <a:pt x="30" y="366"/>
                </a:lnTo>
                <a:lnTo>
                  <a:pt x="30" y="365"/>
                </a:lnTo>
                <a:lnTo>
                  <a:pt x="29" y="365"/>
                </a:lnTo>
                <a:lnTo>
                  <a:pt x="29" y="364"/>
                </a:lnTo>
                <a:lnTo>
                  <a:pt x="28" y="364"/>
                </a:lnTo>
                <a:lnTo>
                  <a:pt x="28" y="363"/>
                </a:lnTo>
                <a:lnTo>
                  <a:pt x="29" y="362"/>
                </a:lnTo>
                <a:lnTo>
                  <a:pt x="29" y="361"/>
                </a:lnTo>
                <a:lnTo>
                  <a:pt x="28" y="361"/>
                </a:lnTo>
                <a:lnTo>
                  <a:pt x="28" y="360"/>
                </a:lnTo>
                <a:lnTo>
                  <a:pt x="28" y="359"/>
                </a:lnTo>
                <a:lnTo>
                  <a:pt x="28" y="358"/>
                </a:lnTo>
                <a:lnTo>
                  <a:pt x="28" y="357"/>
                </a:lnTo>
                <a:lnTo>
                  <a:pt x="28" y="356"/>
                </a:lnTo>
                <a:lnTo>
                  <a:pt x="28" y="355"/>
                </a:lnTo>
                <a:lnTo>
                  <a:pt x="28" y="354"/>
                </a:lnTo>
                <a:lnTo>
                  <a:pt x="27" y="354"/>
                </a:lnTo>
                <a:lnTo>
                  <a:pt x="27" y="355"/>
                </a:lnTo>
                <a:lnTo>
                  <a:pt x="27" y="354"/>
                </a:lnTo>
                <a:lnTo>
                  <a:pt x="26" y="354"/>
                </a:lnTo>
                <a:lnTo>
                  <a:pt x="27" y="354"/>
                </a:lnTo>
                <a:lnTo>
                  <a:pt x="28" y="353"/>
                </a:lnTo>
                <a:lnTo>
                  <a:pt x="27" y="353"/>
                </a:lnTo>
                <a:lnTo>
                  <a:pt x="27" y="352"/>
                </a:lnTo>
                <a:lnTo>
                  <a:pt x="27" y="351"/>
                </a:lnTo>
                <a:lnTo>
                  <a:pt x="27" y="350"/>
                </a:lnTo>
                <a:lnTo>
                  <a:pt x="26" y="350"/>
                </a:lnTo>
                <a:lnTo>
                  <a:pt x="25" y="350"/>
                </a:lnTo>
                <a:lnTo>
                  <a:pt x="24" y="350"/>
                </a:lnTo>
                <a:lnTo>
                  <a:pt x="24" y="349"/>
                </a:lnTo>
                <a:lnTo>
                  <a:pt x="23" y="349"/>
                </a:lnTo>
                <a:lnTo>
                  <a:pt x="22" y="349"/>
                </a:lnTo>
                <a:lnTo>
                  <a:pt x="21" y="349"/>
                </a:lnTo>
                <a:lnTo>
                  <a:pt x="20" y="350"/>
                </a:lnTo>
                <a:lnTo>
                  <a:pt x="21" y="350"/>
                </a:lnTo>
                <a:lnTo>
                  <a:pt x="20" y="350"/>
                </a:lnTo>
                <a:lnTo>
                  <a:pt x="20" y="351"/>
                </a:lnTo>
                <a:lnTo>
                  <a:pt x="19" y="351"/>
                </a:lnTo>
                <a:lnTo>
                  <a:pt x="19" y="352"/>
                </a:lnTo>
                <a:lnTo>
                  <a:pt x="19" y="353"/>
                </a:lnTo>
                <a:lnTo>
                  <a:pt x="18" y="353"/>
                </a:lnTo>
                <a:lnTo>
                  <a:pt x="18" y="354"/>
                </a:lnTo>
                <a:lnTo>
                  <a:pt x="17" y="354"/>
                </a:lnTo>
                <a:lnTo>
                  <a:pt x="17" y="355"/>
                </a:lnTo>
                <a:lnTo>
                  <a:pt x="16" y="355"/>
                </a:lnTo>
                <a:lnTo>
                  <a:pt x="15" y="357"/>
                </a:lnTo>
                <a:lnTo>
                  <a:pt x="16" y="357"/>
                </a:lnTo>
                <a:lnTo>
                  <a:pt x="15" y="357"/>
                </a:lnTo>
                <a:lnTo>
                  <a:pt x="15" y="358"/>
                </a:lnTo>
                <a:lnTo>
                  <a:pt x="14" y="359"/>
                </a:lnTo>
                <a:lnTo>
                  <a:pt x="15" y="360"/>
                </a:lnTo>
                <a:lnTo>
                  <a:pt x="16" y="360"/>
                </a:lnTo>
                <a:lnTo>
                  <a:pt x="17" y="361"/>
                </a:lnTo>
                <a:lnTo>
                  <a:pt x="16" y="362"/>
                </a:lnTo>
                <a:lnTo>
                  <a:pt x="15" y="362"/>
                </a:lnTo>
                <a:lnTo>
                  <a:pt x="15" y="363"/>
                </a:lnTo>
                <a:lnTo>
                  <a:pt x="14" y="362"/>
                </a:lnTo>
                <a:lnTo>
                  <a:pt x="13" y="362"/>
                </a:lnTo>
                <a:lnTo>
                  <a:pt x="13" y="363"/>
                </a:lnTo>
                <a:lnTo>
                  <a:pt x="12" y="362"/>
                </a:lnTo>
                <a:lnTo>
                  <a:pt x="12" y="363"/>
                </a:lnTo>
                <a:lnTo>
                  <a:pt x="13" y="363"/>
                </a:lnTo>
                <a:lnTo>
                  <a:pt x="13" y="364"/>
                </a:lnTo>
                <a:lnTo>
                  <a:pt x="13" y="365"/>
                </a:lnTo>
                <a:lnTo>
                  <a:pt x="12" y="365"/>
                </a:lnTo>
                <a:lnTo>
                  <a:pt x="11" y="364"/>
                </a:lnTo>
                <a:lnTo>
                  <a:pt x="11" y="363"/>
                </a:lnTo>
                <a:lnTo>
                  <a:pt x="10" y="363"/>
                </a:lnTo>
                <a:lnTo>
                  <a:pt x="9" y="363"/>
                </a:lnTo>
                <a:lnTo>
                  <a:pt x="9" y="362"/>
                </a:lnTo>
                <a:lnTo>
                  <a:pt x="8" y="362"/>
                </a:lnTo>
                <a:lnTo>
                  <a:pt x="7" y="362"/>
                </a:lnTo>
                <a:lnTo>
                  <a:pt x="6" y="362"/>
                </a:lnTo>
                <a:lnTo>
                  <a:pt x="7" y="361"/>
                </a:lnTo>
                <a:lnTo>
                  <a:pt x="7" y="360"/>
                </a:lnTo>
                <a:lnTo>
                  <a:pt x="7" y="359"/>
                </a:lnTo>
                <a:lnTo>
                  <a:pt x="7" y="358"/>
                </a:lnTo>
                <a:lnTo>
                  <a:pt x="6" y="358"/>
                </a:lnTo>
                <a:lnTo>
                  <a:pt x="6" y="359"/>
                </a:lnTo>
                <a:lnTo>
                  <a:pt x="5" y="358"/>
                </a:lnTo>
                <a:lnTo>
                  <a:pt x="5" y="357"/>
                </a:lnTo>
                <a:lnTo>
                  <a:pt x="5" y="356"/>
                </a:lnTo>
                <a:lnTo>
                  <a:pt x="5" y="355"/>
                </a:lnTo>
                <a:lnTo>
                  <a:pt x="6" y="355"/>
                </a:lnTo>
                <a:lnTo>
                  <a:pt x="5" y="354"/>
                </a:lnTo>
                <a:lnTo>
                  <a:pt x="4" y="354"/>
                </a:lnTo>
                <a:lnTo>
                  <a:pt x="4" y="353"/>
                </a:lnTo>
                <a:lnTo>
                  <a:pt x="4" y="352"/>
                </a:lnTo>
                <a:lnTo>
                  <a:pt x="3" y="352"/>
                </a:lnTo>
                <a:lnTo>
                  <a:pt x="3" y="353"/>
                </a:lnTo>
                <a:lnTo>
                  <a:pt x="3" y="354"/>
                </a:lnTo>
                <a:lnTo>
                  <a:pt x="2" y="354"/>
                </a:lnTo>
                <a:lnTo>
                  <a:pt x="1" y="354"/>
                </a:lnTo>
                <a:lnTo>
                  <a:pt x="0" y="354"/>
                </a:lnTo>
                <a:lnTo>
                  <a:pt x="0" y="353"/>
                </a:lnTo>
                <a:lnTo>
                  <a:pt x="0" y="352"/>
                </a:lnTo>
                <a:lnTo>
                  <a:pt x="1" y="352"/>
                </a:lnTo>
                <a:lnTo>
                  <a:pt x="1" y="351"/>
                </a:lnTo>
                <a:lnTo>
                  <a:pt x="2" y="351"/>
                </a:lnTo>
                <a:lnTo>
                  <a:pt x="2" y="350"/>
                </a:lnTo>
                <a:lnTo>
                  <a:pt x="2" y="349"/>
                </a:lnTo>
                <a:lnTo>
                  <a:pt x="3" y="349"/>
                </a:lnTo>
                <a:lnTo>
                  <a:pt x="3" y="350"/>
                </a:lnTo>
                <a:lnTo>
                  <a:pt x="4" y="350"/>
                </a:lnTo>
                <a:lnTo>
                  <a:pt x="4" y="349"/>
                </a:lnTo>
                <a:lnTo>
                  <a:pt x="5" y="349"/>
                </a:lnTo>
                <a:lnTo>
                  <a:pt x="5" y="348"/>
                </a:lnTo>
                <a:lnTo>
                  <a:pt x="6" y="348"/>
                </a:lnTo>
                <a:lnTo>
                  <a:pt x="5" y="348"/>
                </a:lnTo>
                <a:lnTo>
                  <a:pt x="6" y="347"/>
                </a:lnTo>
                <a:lnTo>
                  <a:pt x="6" y="348"/>
                </a:lnTo>
                <a:lnTo>
                  <a:pt x="7" y="348"/>
                </a:lnTo>
                <a:lnTo>
                  <a:pt x="8" y="348"/>
                </a:lnTo>
                <a:lnTo>
                  <a:pt x="8" y="349"/>
                </a:lnTo>
                <a:lnTo>
                  <a:pt x="9" y="349"/>
                </a:lnTo>
                <a:lnTo>
                  <a:pt x="10" y="349"/>
                </a:lnTo>
                <a:lnTo>
                  <a:pt x="11" y="349"/>
                </a:lnTo>
                <a:lnTo>
                  <a:pt x="12" y="349"/>
                </a:lnTo>
                <a:lnTo>
                  <a:pt x="12" y="348"/>
                </a:lnTo>
                <a:lnTo>
                  <a:pt x="12" y="347"/>
                </a:lnTo>
                <a:lnTo>
                  <a:pt x="13" y="347"/>
                </a:lnTo>
                <a:lnTo>
                  <a:pt x="13" y="348"/>
                </a:lnTo>
                <a:lnTo>
                  <a:pt x="14" y="349"/>
                </a:lnTo>
                <a:lnTo>
                  <a:pt x="14" y="348"/>
                </a:lnTo>
                <a:lnTo>
                  <a:pt x="14" y="347"/>
                </a:lnTo>
                <a:lnTo>
                  <a:pt x="14" y="346"/>
                </a:lnTo>
                <a:lnTo>
                  <a:pt x="14" y="345"/>
                </a:lnTo>
                <a:lnTo>
                  <a:pt x="14" y="344"/>
                </a:lnTo>
                <a:lnTo>
                  <a:pt x="14" y="343"/>
                </a:lnTo>
                <a:lnTo>
                  <a:pt x="14" y="342"/>
                </a:lnTo>
                <a:lnTo>
                  <a:pt x="14" y="341"/>
                </a:lnTo>
                <a:lnTo>
                  <a:pt x="14" y="340"/>
                </a:lnTo>
                <a:lnTo>
                  <a:pt x="15" y="339"/>
                </a:lnTo>
                <a:lnTo>
                  <a:pt x="15" y="338"/>
                </a:lnTo>
                <a:lnTo>
                  <a:pt x="15" y="337"/>
                </a:lnTo>
                <a:lnTo>
                  <a:pt x="16" y="337"/>
                </a:lnTo>
                <a:lnTo>
                  <a:pt x="16" y="336"/>
                </a:lnTo>
                <a:lnTo>
                  <a:pt x="16" y="337"/>
                </a:lnTo>
                <a:lnTo>
                  <a:pt x="17" y="337"/>
                </a:lnTo>
                <a:lnTo>
                  <a:pt x="16" y="337"/>
                </a:lnTo>
                <a:lnTo>
                  <a:pt x="16" y="336"/>
                </a:lnTo>
                <a:lnTo>
                  <a:pt x="16" y="335"/>
                </a:lnTo>
                <a:lnTo>
                  <a:pt x="15" y="335"/>
                </a:lnTo>
                <a:lnTo>
                  <a:pt x="15" y="334"/>
                </a:lnTo>
                <a:lnTo>
                  <a:pt x="15" y="333"/>
                </a:lnTo>
                <a:lnTo>
                  <a:pt x="15" y="331"/>
                </a:lnTo>
                <a:lnTo>
                  <a:pt x="15" y="330"/>
                </a:lnTo>
                <a:lnTo>
                  <a:pt x="15" y="329"/>
                </a:lnTo>
                <a:lnTo>
                  <a:pt x="14" y="329"/>
                </a:lnTo>
                <a:lnTo>
                  <a:pt x="14" y="330"/>
                </a:lnTo>
                <a:lnTo>
                  <a:pt x="13" y="329"/>
                </a:lnTo>
                <a:lnTo>
                  <a:pt x="14" y="328"/>
                </a:lnTo>
                <a:lnTo>
                  <a:pt x="15" y="328"/>
                </a:lnTo>
                <a:lnTo>
                  <a:pt x="15" y="327"/>
                </a:lnTo>
                <a:lnTo>
                  <a:pt x="15" y="328"/>
                </a:lnTo>
                <a:lnTo>
                  <a:pt x="15" y="327"/>
                </a:lnTo>
                <a:lnTo>
                  <a:pt x="15" y="326"/>
                </a:lnTo>
                <a:lnTo>
                  <a:pt x="16" y="326"/>
                </a:lnTo>
                <a:lnTo>
                  <a:pt x="16" y="324"/>
                </a:lnTo>
                <a:lnTo>
                  <a:pt x="17" y="323"/>
                </a:lnTo>
                <a:lnTo>
                  <a:pt x="17" y="322"/>
                </a:lnTo>
                <a:lnTo>
                  <a:pt x="18" y="320"/>
                </a:lnTo>
                <a:lnTo>
                  <a:pt x="18" y="319"/>
                </a:lnTo>
                <a:lnTo>
                  <a:pt x="17" y="319"/>
                </a:lnTo>
                <a:lnTo>
                  <a:pt x="17" y="317"/>
                </a:lnTo>
                <a:lnTo>
                  <a:pt x="18" y="315"/>
                </a:lnTo>
                <a:lnTo>
                  <a:pt x="18" y="314"/>
                </a:lnTo>
                <a:lnTo>
                  <a:pt x="18" y="313"/>
                </a:lnTo>
                <a:lnTo>
                  <a:pt x="18" y="312"/>
                </a:lnTo>
                <a:lnTo>
                  <a:pt x="18" y="311"/>
                </a:lnTo>
                <a:lnTo>
                  <a:pt x="19" y="311"/>
                </a:lnTo>
                <a:lnTo>
                  <a:pt x="20" y="309"/>
                </a:lnTo>
                <a:lnTo>
                  <a:pt x="19" y="309"/>
                </a:lnTo>
                <a:lnTo>
                  <a:pt x="18" y="309"/>
                </a:lnTo>
                <a:lnTo>
                  <a:pt x="18" y="308"/>
                </a:lnTo>
                <a:lnTo>
                  <a:pt x="17" y="308"/>
                </a:lnTo>
                <a:lnTo>
                  <a:pt x="16" y="308"/>
                </a:lnTo>
                <a:lnTo>
                  <a:pt x="16" y="307"/>
                </a:lnTo>
                <a:lnTo>
                  <a:pt x="15" y="307"/>
                </a:lnTo>
                <a:lnTo>
                  <a:pt x="15" y="306"/>
                </a:lnTo>
                <a:lnTo>
                  <a:pt x="15" y="305"/>
                </a:lnTo>
                <a:lnTo>
                  <a:pt x="14" y="305"/>
                </a:lnTo>
                <a:lnTo>
                  <a:pt x="15" y="304"/>
                </a:lnTo>
                <a:lnTo>
                  <a:pt x="14" y="304"/>
                </a:lnTo>
                <a:lnTo>
                  <a:pt x="14" y="303"/>
                </a:lnTo>
                <a:lnTo>
                  <a:pt x="13" y="303"/>
                </a:lnTo>
                <a:lnTo>
                  <a:pt x="12" y="303"/>
                </a:lnTo>
                <a:lnTo>
                  <a:pt x="12" y="302"/>
                </a:lnTo>
                <a:lnTo>
                  <a:pt x="11" y="302"/>
                </a:lnTo>
                <a:lnTo>
                  <a:pt x="10" y="301"/>
                </a:lnTo>
                <a:lnTo>
                  <a:pt x="10" y="300"/>
                </a:lnTo>
                <a:lnTo>
                  <a:pt x="9" y="300"/>
                </a:lnTo>
                <a:lnTo>
                  <a:pt x="9" y="299"/>
                </a:lnTo>
                <a:lnTo>
                  <a:pt x="8" y="298"/>
                </a:lnTo>
                <a:lnTo>
                  <a:pt x="7" y="299"/>
                </a:lnTo>
                <a:lnTo>
                  <a:pt x="6" y="299"/>
                </a:lnTo>
                <a:lnTo>
                  <a:pt x="6" y="298"/>
                </a:lnTo>
                <a:lnTo>
                  <a:pt x="5" y="298"/>
                </a:lnTo>
                <a:lnTo>
                  <a:pt x="3" y="297"/>
                </a:lnTo>
                <a:lnTo>
                  <a:pt x="3" y="295"/>
                </a:lnTo>
                <a:lnTo>
                  <a:pt x="4" y="295"/>
                </a:lnTo>
                <a:lnTo>
                  <a:pt x="5" y="295"/>
                </a:lnTo>
                <a:lnTo>
                  <a:pt x="5" y="294"/>
                </a:lnTo>
                <a:lnTo>
                  <a:pt x="5" y="293"/>
                </a:lnTo>
                <a:lnTo>
                  <a:pt x="6" y="293"/>
                </a:lnTo>
                <a:lnTo>
                  <a:pt x="5" y="292"/>
                </a:lnTo>
                <a:lnTo>
                  <a:pt x="5" y="291"/>
                </a:lnTo>
                <a:lnTo>
                  <a:pt x="4" y="291"/>
                </a:lnTo>
                <a:lnTo>
                  <a:pt x="4" y="290"/>
                </a:lnTo>
                <a:lnTo>
                  <a:pt x="5" y="290"/>
                </a:lnTo>
                <a:lnTo>
                  <a:pt x="5" y="289"/>
                </a:lnTo>
                <a:lnTo>
                  <a:pt x="5" y="288"/>
                </a:lnTo>
                <a:lnTo>
                  <a:pt x="5" y="287"/>
                </a:lnTo>
                <a:lnTo>
                  <a:pt x="4" y="287"/>
                </a:lnTo>
                <a:lnTo>
                  <a:pt x="5" y="285"/>
                </a:lnTo>
                <a:lnTo>
                  <a:pt x="6" y="285"/>
                </a:lnTo>
                <a:lnTo>
                  <a:pt x="7" y="285"/>
                </a:lnTo>
                <a:lnTo>
                  <a:pt x="8" y="284"/>
                </a:lnTo>
                <a:lnTo>
                  <a:pt x="8" y="285"/>
                </a:lnTo>
                <a:lnTo>
                  <a:pt x="9" y="285"/>
                </a:lnTo>
                <a:lnTo>
                  <a:pt x="9" y="286"/>
                </a:lnTo>
                <a:lnTo>
                  <a:pt x="10" y="286"/>
                </a:lnTo>
                <a:lnTo>
                  <a:pt x="11" y="285"/>
                </a:lnTo>
                <a:lnTo>
                  <a:pt x="11" y="284"/>
                </a:lnTo>
                <a:lnTo>
                  <a:pt x="13" y="284"/>
                </a:lnTo>
                <a:lnTo>
                  <a:pt x="14" y="284"/>
                </a:lnTo>
                <a:lnTo>
                  <a:pt x="14" y="285"/>
                </a:lnTo>
                <a:lnTo>
                  <a:pt x="15" y="285"/>
                </a:lnTo>
                <a:lnTo>
                  <a:pt x="16" y="285"/>
                </a:lnTo>
                <a:lnTo>
                  <a:pt x="15" y="285"/>
                </a:lnTo>
                <a:lnTo>
                  <a:pt x="16" y="285"/>
                </a:lnTo>
                <a:lnTo>
                  <a:pt x="17" y="286"/>
                </a:lnTo>
                <a:lnTo>
                  <a:pt x="18" y="286"/>
                </a:lnTo>
                <a:lnTo>
                  <a:pt x="18" y="287"/>
                </a:lnTo>
                <a:lnTo>
                  <a:pt x="19" y="287"/>
                </a:lnTo>
                <a:lnTo>
                  <a:pt x="19" y="286"/>
                </a:lnTo>
                <a:lnTo>
                  <a:pt x="19" y="285"/>
                </a:lnTo>
                <a:lnTo>
                  <a:pt x="20" y="285"/>
                </a:lnTo>
                <a:lnTo>
                  <a:pt x="20" y="284"/>
                </a:lnTo>
                <a:lnTo>
                  <a:pt x="21" y="284"/>
                </a:lnTo>
                <a:lnTo>
                  <a:pt x="21" y="285"/>
                </a:lnTo>
                <a:lnTo>
                  <a:pt x="21" y="284"/>
                </a:lnTo>
                <a:lnTo>
                  <a:pt x="22" y="284"/>
                </a:lnTo>
                <a:lnTo>
                  <a:pt x="22" y="283"/>
                </a:lnTo>
                <a:lnTo>
                  <a:pt x="23" y="283"/>
                </a:lnTo>
                <a:lnTo>
                  <a:pt x="23" y="282"/>
                </a:lnTo>
                <a:lnTo>
                  <a:pt x="23" y="281"/>
                </a:lnTo>
                <a:lnTo>
                  <a:pt x="24" y="281"/>
                </a:lnTo>
                <a:lnTo>
                  <a:pt x="25" y="281"/>
                </a:lnTo>
                <a:lnTo>
                  <a:pt x="25" y="282"/>
                </a:lnTo>
                <a:lnTo>
                  <a:pt x="25" y="281"/>
                </a:lnTo>
                <a:lnTo>
                  <a:pt x="25" y="280"/>
                </a:lnTo>
                <a:lnTo>
                  <a:pt x="26" y="280"/>
                </a:lnTo>
                <a:lnTo>
                  <a:pt x="26" y="279"/>
                </a:lnTo>
                <a:lnTo>
                  <a:pt x="26" y="278"/>
                </a:lnTo>
                <a:lnTo>
                  <a:pt x="25" y="278"/>
                </a:lnTo>
                <a:lnTo>
                  <a:pt x="25" y="277"/>
                </a:lnTo>
                <a:lnTo>
                  <a:pt x="25" y="276"/>
                </a:lnTo>
                <a:lnTo>
                  <a:pt x="26" y="275"/>
                </a:lnTo>
                <a:lnTo>
                  <a:pt x="27" y="275"/>
                </a:lnTo>
                <a:lnTo>
                  <a:pt x="29" y="275"/>
                </a:lnTo>
                <a:lnTo>
                  <a:pt x="30" y="276"/>
                </a:lnTo>
                <a:lnTo>
                  <a:pt x="30" y="277"/>
                </a:lnTo>
                <a:lnTo>
                  <a:pt x="30" y="278"/>
                </a:lnTo>
                <a:lnTo>
                  <a:pt x="30" y="279"/>
                </a:lnTo>
                <a:lnTo>
                  <a:pt x="30" y="280"/>
                </a:lnTo>
                <a:lnTo>
                  <a:pt x="31" y="280"/>
                </a:lnTo>
                <a:lnTo>
                  <a:pt x="32" y="281"/>
                </a:lnTo>
                <a:lnTo>
                  <a:pt x="31" y="281"/>
                </a:lnTo>
                <a:lnTo>
                  <a:pt x="31" y="282"/>
                </a:lnTo>
                <a:lnTo>
                  <a:pt x="32" y="282"/>
                </a:lnTo>
                <a:lnTo>
                  <a:pt x="33" y="282"/>
                </a:lnTo>
                <a:lnTo>
                  <a:pt x="33" y="283"/>
                </a:lnTo>
                <a:lnTo>
                  <a:pt x="32" y="283"/>
                </a:lnTo>
                <a:lnTo>
                  <a:pt x="33" y="284"/>
                </a:lnTo>
                <a:lnTo>
                  <a:pt x="34" y="284"/>
                </a:lnTo>
                <a:lnTo>
                  <a:pt x="35" y="284"/>
                </a:lnTo>
                <a:lnTo>
                  <a:pt x="36" y="284"/>
                </a:lnTo>
                <a:lnTo>
                  <a:pt x="37" y="284"/>
                </a:lnTo>
                <a:lnTo>
                  <a:pt x="38" y="283"/>
                </a:lnTo>
                <a:lnTo>
                  <a:pt x="38" y="282"/>
                </a:lnTo>
                <a:lnTo>
                  <a:pt x="38" y="283"/>
                </a:lnTo>
                <a:lnTo>
                  <a:pt x="39" y="283"/>
                </a:lnTo>
                <a:lnTo>
                  <a:pt x="39" y="284"/>
                </a:lnTo>
                <a:lnTo>
                  <a:pt x="40" y="284"/>
                </a:lnTo>
                <a:lnTo>
                  <a:pt x="40" y="285"/>
                </a:lnTo>
                <a:lnTo>
                  <a:pt x="41" y="285"/>
                </a:lnTo>
                <a:lnTo>
                  <a:pt x="41" y="284"/>
                </a:lnTo>
                <a:lnTo>
                  <a:pt x="42" y="284"/>
                </a:lnTo>
                <a:lnTo>
                  <a:pt x="43" y="284"/>
                </a:lnTo>
                <a:lnTo>
                  <a:pt x="44" y="283"/>
                </a:lnTo>
                <a:lnTo>
                  <a:pt x="45" y="281"/>
                </a:lnTo>
                <a:lnTo>
                  <a:pt x="46" y="281"/>
                </a:lnTo>
                <a:lnTo>
                  <a:pt x="46" y="280"/>
                </a:lnTo>
                <a:lnTo>
                  <a:pt x="46" y="279"/>
                </a:lnTo>
                <a:lnTo>
                  <a:pt x="48" y="278"/>
                </a:lnTo>
                <a:lnTo>
                  <a:pt x="48" y="277"/>
                </a:lnTo>
                <a:lnTo>
                  <a:pt x="49" y="277"/>
                </a:lnTo>
                <a:lnTo>
                  <a:pt x="49" y="276"/>
                </a:lnTo>
                <a:lnTo>
                  <a:pt x="50" y="275"/>
                </a:lnTo>
                <a:lnTo>
                  <a:pt x="51" y="274"/>
                </a:lnTo>
                <a:lnTo>
                  <a:pt x="52" y="274"/>
                </a:lnTo>
                <a:lnTo>
                  <a:pt x="52" y="273"/>
                </a:lnTo>
                <a:lnTo>
                  <a:pt x="53" y="273"/>
                </a:lnTo>
                <a:lnTo>
                  <a:pt x="53" y="272"/>
                </a:lnTo>
                <a:lnTo>
                  <a:pt x="54" y="271"/>
                </a:lnTo>
                <a:lnTo>
                  <a:pt x="55" y="271"/>
                </a:lnTo>
                <a:lnTo>
                  <a:pt x="56" y="271"/>
                </a:lnTo>
                <a:lnTo>
                  <a:pt x="56" y="272"/>
                </a:lnTo>
                <a:lnTo>
                  <a:pt x="56" y="271"/>
                </a:lnTo>
                <a:lnTo>
                  <a:pt x="57" y="271"/>
                </a:lnTo>
                <a:lnTo>
                  <a:pt x="57" y="270"/>
                </a:lnTo>
                <a:lnTo>
                  <a:pt x="57" y="271"/>
                </a:lnTo>
                <a:lnTo>
                  <a:pt x="58" y="271"/>
                </a:lnTo>
                <a:lnTo>
                  <a:pt x="58" y="270"/>
                </a:lnTo>
                <a:lnTo>
                  <a:pt x="59" y="269"/>
                </a:lnTo>
                <a:lnTo>
                  <a:pt x="60" y="269"/>
                </a:lnTo>
                <a:lnTo>
                  <a:pt x="61" y="268"/>
                </a:lnTo>
                <a:lnTo>
                  <a:pt x="61" y="269"/>
                </a:lnTo>
                <a:lnTo>
                  <a:pt x="62" y="269"/>
                </a:lnTo>
                <a:lnTo>
                  <a:pt x="63" y="269"/>
                </a:lnTo>
                <a:lnTo>
                  <a:pt x="64" y="270"/>
                </a:lnTo>
                <a:lnTo>
                  <a:pt x="64" y="269"/>
                </a:lnTo>
                <a:lnTo>
                  <a:pt x="65" y="269"/>
                </a:lnTo>
                <a:lnTo>
                  <a:pt x="66" y="269"/>
                </a:lnTo>
                <a:lnTo>
                  <a:pt x="68" y="270"/>
                </a:lnTo>
                <a:lnTo>
                  <a:pt x="68" y="271"/>
                </a:lnTo>
                <a:lnTo>
                  <a:pt x="68" y="272"/>
                </a:lnTo>
                <a:lnTo>
                  <a:pt x="67" y="272"/>
                </a:lnTo>
                <a:lnTo>
                  <a:pt x="67" y="273"/>
                </a:lnTo>
                <a:lnTo>
                  <a:pt x="66" y="273"/>
                </a:lnTo>
                <a:lnTo>
                  <a:pt x="65" y="273"/>
                </a:lnTo>
                <a:lnTo>
                  <a:pt x="64" y="274"/>
                </a:lnTo>
                <a:lnTo>
                  <a:pt x="65" y="274"/>
                </a:lnTo>
                <a:lnTo>
                  <a:pt x="65" y="275"/>
                </a:lnTo>
                <a:lnTo>
                  <a:pt x="66" y="276"/>
                </a:lnTo>
                <a:lnTo>
                  <a:pt x="66" y="277"/>
                </a:lnTo>
                <a:lnTo>
                  <a:pt x="65" y="277"/>
                </a:lnTo>
                <a:lnTo>
                  <a:pt x="66" y="277"/>
                </a:lnTo>
                <a:lnTo>
                  <a:pt x="67" y="278"/>
                </a:lnTo>
                <a:lnTo>
                  <a:pt x="67" y="279"/>
                </a:lnTo>
                <a:lnTo>
                  <a:pt x="67" y="280"/>
                </a:lnTo>
                <a:lnTo>
                  <a:pt x="68" y="280"/>
                </a:lnTo>
                <a:lnTo>
                  <a:pt x="68" y="281"/>
                </a:lnTo>
                <a:lnTo>
                  <a:pt x="69" y="281"/>
                </a:lnTo>
                <a:lnTo>
                  <a:pt x="70" y="281"/>
                </a:lnTo>
                <a:lnTo>
                  <a:pt x="70" y="282"/>
                </a:lnTo>
                <a:lnTo>
                  <a:pt x="71" y="281"/>
                </a:lnTo>
                <a:lnTo>
                  <a:pt x="72" y="280"/>
                </a:lnTo>
                <a:lnTo>
                  <a:pt x="72" y="279"/>
                </a:lnTo>
                <a:lnTo>
                  <a:pt x="73" y="279"/>
                </a:lnTo>
                <a:lnTo>
                  <a:pt x="74" y="279"/>
                </a:lnTo>
                <a:lnTo>
                  <a:pt x="75" y="279"/>
                </a:lnTo>
                <a:lnTo>
                  <a:pt x="75" y="278"/>
                </a:lnTo>
                <a:lnTo>
                  <a:pt x="76" y="278"/>
                </a:lnTo>
                <a:lnTo>
                  <a:pt x="77" y="278"/>
                </a:lnTo>
                <a:lnTo>
                  <a:pt x="77" y="277"/>
                </a:lnTo>
                <a:lnTo>
                  <a:pt x="78" y="277"/>
                </a:lnTo>
                <a:lnTo>
                  <a:pt x="78" y="276"/>
                </a:lnTo>
                <a:lnTo>
                  <a:pt x="79" y="276"/>
                </a:lnTo>
                <a:lnTo>
                  <a:pt x="79" y="275"/>
                </a:lnTo>
                <a:lnTo>
                  <a:pt x="78" y="275"/>
                </a:lnTo>
                <a:lnTo>
                  <a:pt x="78" y="276"/>
                </a:lnTo>
                <a:lnTo>
                  <a:pt x="78" y="275"/>
                </a:lnTo>
                <a:lnTo>
                  <a:pt x="79" y="274"/>
                </a:lnTo>
                <a:lnTo>
                  <a:pt x="80" y="274"/>
                </a:lnTo>
                <a:lnTo>
                  <a:pt x="80" y="275"/>
                </a:lnTo>
                <a:lnTo>
                  <a:pt x="80" y="274"/>
                </a:lnTo>
                <a:lnTo>
                  <a:pt x="81" y="274"/>
                </a:lnTo>
                <a:lnTo>
                  <a:pt x="82" y="273"/>
                </a:lnTo>
                <a:lnTo>
                  <a:pt x="83" y="272"/>
                </a:lnTo>
                <a:lnTo>
                  <a:pt x="84" y="271"/>
                </a:lnTo>
                <a:lnTo>
                  <a:pt x="84" y="272"/>
                </a:lnTo>
                <a:lnTo>
                  <a:pt x="85" y="272"/>
                </a:lnTo>
                <a:lnTo>
                  <a:pt x="85" y="273"/>
                </a:lnTo>
                <a:lnTo>
                  <a:pt x="86" y="273"/>
                </a:lnTo>
                <a:lnTo>
                  <a:pt x="86" y="272"/>
                </a:lnTo>
                <a:lnTo>
                  <a:pt x="87" y="272"/>
                </a:lnTo>
                <a:lnTo>
                  <a:pt x="87" y="273"/>
                </a:lnTo>
                <a:lnTo>
                  <a:pt x="86" y="273"/>
                </a:lnTo>
                <a:lnTo>
                  <a:pt x="86" y="274"/>
                </a:lnTo>
                <a:lnTo>
                  <a:pt x="85" y="274"/>
                </a:lnTo>
                <a:lnTo>
                  <a:pt x="86" y="274"/>
                </a:lnTo>
                <a:lnTo>
                  <a:pt x="86" y="275"/>
                </a:lnTo>
                <a:lnTo>
                  <a:pt x="87" y="275"/>
                </a:lnTo>
                <a:lnTo>
                  <a:pt x="88" y="276"/>
                </a:lnTo>
                <a:lnTo>
                  <a:pt x="89" y="277"/>
                </a:lnTo>
                <a:lnTo>
                  <a:pt x="89" y="278"/>
                </a:lnTo>
                <a:lnTo>
                  <a:pt x="90" y="278"/>
                </a:lnTo>
                <a:lnTo>
                  <a:pt x="90" y="279"/>
                </a:lnTo>
                <a:lnTo>
                  <a:pt x="88" y="280"/>
                </a:lnTo>
                <a:lnTo>
                  <a:pt x="88" y="281"/>
                </a:lnTo>
                <a:lnTo>
                  <a:pt x="88" y="282"/>
                </a:lnTo>
                <a:lnTo>
                  <a:pt x="88" y="283"/>
                </a:lnTo>
                <a:lnTo>
                  <a:pt x="88" y="284"/>
                </a:lnTo>
                <a:lnTo>
                  <a:pt x="89" y="285"/>
                </a:lnTo>
                <a:lnTo>
                  <a:pt x="90" y="285"/>
                </a:lnTo>
                <a:lnTo>
                  <a:pt x="90" y="284"/>
                </a:lnTo>
                <a:lnTo>
                  <a:pt x="91" y="284"/>
                </a:lnTo>
                <a:lnTo>
                  <a:pt x="91" y="283"/>
                </a:lnTo>
                <a:lnTo>
                  <a:pt x="92" y="282"/>
                </a:lnTo>
                <a:lnTo>
                  <a:pt x="92" y="281"/>
                </a:lnTo>
                <a:lnTo>
                  <a:pt x="93" y="281"/>
                </a:lnTo>
                <a:lnTo>
                  <a:pt x="93" y="280"/>
                </a:lnTo>
                <a:lnTo>
                  <a:pt x="94" y="280"/>
                </a:lnTo>
                <a:lnTo>
                  <a:pt x="94" y="279"/>
                </a:lnTo>
                <a:lnTo>
                  <a:pt x="95" y="278"/>
                </a:lnTo>
                <a:lnTo>
                  <a:pt x="95" y="277"/>
                </a:lnTo>
                <a:lnTo>
                  <a:pt x="96" y="277"/>
                </a:lnTo>
                <a:lnTo>
                  <a:pt x="96" y="276"/>
                </a:lnTo>
                <a:lnTo>
                  <a:pt x="96" y="275"/>
                </a:lnTo>
                <a:lnTo>
                  <a:pt x="96" y="274"/>
                </a:lnTo>
                <a:lnTo>
                  <a:pt x="97" y="274"/>
                </a:lnTo>
                <a:lnTo>
                  <a:pt x="98" y="273"/>
                </a:lnTo>
                <a:lnTo>
                  <a:pt x="99" y="272"/>
                </a:lnTo>
                <a:lnTo>
                  <a:pt x="100" y="272"/>
                </a:lnTo>
                <a:lnTo>
                  <a:pt x="101" y="272"/>
                </a:lnTo>
                <a:lnTo>
                  <a:pt x="101" y="271"/>
                </a:lnTo>
                <a:lnTo>
                  <a:pt x="101" y="270"/>
                </a:lnTo>
                <a:lnTo>
                  <a:pt x="102" y="270"/>
                </a:lnTo>
                <a:lnTo>
                  <a:pt x="103" y="269"/>
                </a:lnTo>
                <a:lnTo>
                  <a:pt x="103" y="268"/>
                </a:lnTo>
                <a:lnTo>
                  <a:pt x="104" y="268"/>
                </a:lnTo>
                <a:lnTo>
                  <a:pt x="105" y="268"/>
                </a:lnTo>
                <a:lnTo>
                  <a:pt x="105" y="267"/>
                </a:lnTo>
                <a:lnTo>
                  <a:pt x="106" y="268"/>
                </a:lnTo>
                <a:lnTo>
                  <a:pt x="106" y="269"/>
                </a:lnTo>
                <a:lnTo>
                  <a:pt x="105" y="269"/>
                </a:lnTo>
                <a:lnTo>
                  <a:pt x="105" y="270"/>
                </a:lnTo>
                <a:lnTo>
                  <a:pt x="106" y="270"/>
                </a:lnTo>
                <a:lnTo>
                  <a:pt x="107" y="269"/>
                </a:lnTo>
                <a:lnTo>
                  <a:pt x="108" y="269"/>
                </a:lnTo>
                <a:lnTo>
                  <a:pt x="109" y="269"/>
                </a:lnTo>
                <a:lnTo>
                  <a:pt x="109" y="268"/>
                </a:lnTo>
                <a:lnTo>
                  <a:pt x="109" y="267"/>
                </a:lnTo>
                <a:lnTo>
                  <a:pt x="110" y="267"/>
                </a:lnTo>
                <a:lnTo>
                  <a:pt x="110" y="266"/>
                </a:lnTo>
                <a:lnTo>
                  <a:pt x="109" y="266"/>
                </a:lnTo>
                <a:lnTo>
                  <a:pt x="110" y="266"/>
                </a:lnTo>
                <a:lnTo>
                  <a:pt x="110" y="265"/>
                </a:lnTo>
                <a:lnTo>
                  <a:pt x="110" y="264"/>
                </a:lnTo>
                <a:lnTo>
                  <a:pt x="111" y="264"/>
                </a:lnTo>
                <a:lnTo>
                  <a:pt x="112" y="264"/>
                </a:lnTo>
                <a:lnTo>
                  <a:pt x="112" y="263"/>
                </a:lnTo>
                <a:lnTo>
                  <a:pt x="113" y="263"/>
                </a:lnTo>
                <a:lnTo>
                  <a:pt x="113" y="264"/>
                </a:lnTo>
                <a:lnTo>
                  <a:pt x="114" y="263"/>
                </a:lnTo>
                <a:lnTo>
                  <a:pt x="115" y="263"/>
                </a:lnTo>
                <a:lnTo>
                  <a:pt x="115" y="262"/>
                </a:lnTo>
                <a:lnTo>
                  <a:pt x="116" y="262"/>
                </a:lnTo>
                <a:lnTo>
                  <a:pt x="116" y="261"/>
                </a:lnTo>
                <a:lnTo>
                  <a:pt x="117" y="260"/>
                </a:lnTo>
                <a:lnTo>
                  <a:pt x="117" y="259"/>
                </a:lnTo>
                <a:lnTo>
                  <a:pt x="116" y="259"/>
                </a:lnTo>
                <a:lnTo>
                  <a:pt x="116" y="258"/>
                </a:lnTo>
                <a:lnTo>
                  <a:pt x="116" y="257"/>
                </a:lnTo>
                <a:lnTo>
                  <a:pt x="117" y="257"/>
                </a:lnTo>
                <a:lnTo>
                  <a:pt x="118" y="257"/>
                </a:lnTo>
                <a:lnTo>
                  <a:pt x="119" y="257"/>
                </a:lnTo>
                <a:lnTo>
                  <a:pt x="119" y="256"/>
                </a:lnTo>
                <a:lnTo>
                  <a:pt x="120" y="255"/>
                </a:lnTo>
                <a:lnTo>
                  <a:pt x="121" y="256"/>
                </a:lnTo>
                <a:lnTo>
                  <a:pt x="120" y="256"/>
                </a:lnTo>
                <a:lnTo>
                  <a:pt x="120" y="257"/>
                </a:lnTo>
                <a:lnTo>
                  <a:pt x="120" y="256"/>
                </a:lnTo>
                <a:lnTo>
                  <a:pt x="121" y="256"/>
                </a:lnTo>
                <a:lnTo>
                  <a:pt x="122" y="256"/>
                </a:lnTo>
                <a:lnTo>
                  <a:pt x="122" y="255"/>
                </a:lnTo>
                <a:lnTo>
                  <a:pt x="121" y="255"/>
                </a:lnTo>
                <a:lnTo>
                  <a:pt x="122" y="254"/>
                </a:lnTo>
                <a:lnTo>
                  <a:pt x="122" y="253"/>
                </a:lnTo>
                <a:lnTo>
                  <a:pt x="123" y="253"/>
                </a:lnTo>
                <a:lnTo>
                  <a:pt x="124" y="252"/>
                </a:lnTo>
                <a:lnTo>
                  <a:pt x="124" y="251"/>
                </a:lnTo>
                <a:lnTo>
                  <a:pt x="125" y="251"/>
                </a:lnTo>
                <a:lnTo>
                  <a:pt x="125" y="250"/>
                </a:lnTo>
                <a:lnTo>
                  <a:pt x="126" y="250"/>
                </a:lnTo>
                <a:lnTo>
                  <a:pt x="126" y="249"/>
                </a:lnTo>
                <a:lnTo>
                  <a:pt x="127" y="249"/>
                </a:lnTo>
                <a:lnTo>
                  <a:pt x="127" y="248"/>
                </a:lnTo>
                <a:lnTo>
                  <a:pt x="128" y="248"/>
                </a:lnTo>
                <a:lnTo>
                  <a:pt x="129" y="248"/>
                </a:lnTo>
                <a:lnTo>
                  <a:pt x="130" y="247"/>
                </a:lnTo>
                <a:lnTo>
                  <a:pt x="131" y="247"/>
                </a:lnTo>
                <a:lnTo>
                  <a:pt x="132" y="246"/>
                </a:lnTo>
                <a:lnTo>
                  <a:pt x="133" y="246"/>
                </a:lnTo>
                <a:lnTo>
                  <a:pt x="134" y="245"/>
                </a:lnTo>
                <a:lnTo>
                  <a:pt x="135" y="245"/>
                </a:lnTo>
                <a:lnTo>
                  <a:pt x="136" y="245"/>
                </a:lnTo>
                <a:lnTo>
                  <a:pt x="136" y="244"/>
                </a:lnTo>
                <a:lnTo>
                  <a:pt x="137" y="244"/>
                </a:lnTo>
                <a:lnTo>
                  <a:pt x="137" y="243"/>
                </a:lnTo>
                <a:lnTo>
                  <a:pt x="138" y="243"/>
                </a:lnTo>
                <a:lnTo>
                  <a:pt x="139" y="243"/>
                </a:lnTo>
                <a:lnTo>
                  <a:pt x="140" y="244"/>
                </a:lnTo>
                <a:lnTo>
                  <a:pt x="141" y="244"/>
                </a:lnTo>
                <a:lnTo>
                  <a:pt x="142" y="244"/>
                </a:lnTo>
                <a:lnTo>
                  <a:pt x="142" y="245"/>
                </a:lnTo>
                <a:lnTo>
                  <a:pt x="143" y="245"/>
                </a:lnTo>
                <a:lnTo>
                  <a:pt x="143" y="246"/>
                </a:lnTo>
                <a:lnTo>
                  <a:pt x="144" y="245"/>
                </a:lnTo>
                <a:lnTo>
                  <a:pt x="145" y="244"/>
                </a:lnTo>
                <a:lnTo>
                  <a:pt x="145" y="245"/>
                </a:lnTo>
                <a:lnTo>
                  <a:pt x="146" y="245"/>
                </a:lnTo>
                <a:lnTo>
                  <a:pt x="146" y="244"/>
                </a:lnTo>
                <a:lnTo>
                  <a:pt x="147" y="244"/>
                </a:lnTo>
                <a:lnTo>
                  <a:pt x="147" y="245"/>
                </a:lnTo>
                <a:lnTo>
                  <a:pt x="148" y="245"/>
                </a:lnTo>
                <a:lnTo>
                  <a:pt x="148" y="246"/>
                </a:lnTo>
                <a:lnTo>
                  <a:pt x="148" y="247"/>
                </a:lnTo>
                <a:lnTo>
                  <a:pt x="149" y="248"/>
                </a:lnTo>
                <a:lnTo>
                  <a:pt x="149" y="249"/>
                </a:lnTo>
                <a:lnTo>
                  <a:pt x="149" y="250"/>
                </a:lnTo>
                <a:lnTo>
                  <a:pt x="150" y="251"/>
                </a:lnTo>
                <a:lnTo>
                  <a:pt x="151" y="252"/>
                </a:lnTo>
                <a:lnTo>
                  <a:pt x="151" y="253"/>
                </a:lnTo>
                <a:lnTo>
                  <a:pt x="152" y="253"/>
                </a:lnTo>
                <a:lnTo>
                  <a:pt x="153" y="253"/>
                </a:lnTo>
                <a:lnTo>
                  <a:pt x="155" y="253"/>
                </a:lnTo>
                <a:lnTo>
                  <a:pt x="155" y="252"/>
                </a:lnTo>
                <a:lnTo>
                  <a:pt x="156" y="250"/>
                </a:lnTo>
                <a:lnTo>
                  <a:pt x="157" y="249"/>
                </a:lnTo>
                <a:lnTo>
                  <a:pt x="158" y="249"/>
                </a:lnTo>
                <a:lnTo>
                  <a:pt x="158" y="248"/>
                </a:lnTo>
                <a:lnTo>
                  <a:pt x="158" y="247"/>
                </a:lnTo>
                <a:lnTo>
                  <a:pt x="159" y="246"/>
                </a:lnTo>
                <a:lnTo>
                  <a:pt x="159" y="245"/>
                </a:lnTo>
                <a:lnTo>
                  <a:pt x="159" y="244"/>
                </a:lnTo>
                <a:lnTo>
                  <a:pt x="160" y="244"/>
                </a:lnTo>
                <a:lnTo>
                  <a:pt x="160" y="243"/>
                </a:lnTo>
                <a:lnTo>
                  <a:pt x="161" y="243"/>
                </a:lnTo>
                <a:lnTo>
                  <a:pt x="161" y="242"/>
                </a:lnTo>
                <a:lnTo>
                  <a:pt x="161" y="241"/>
                </a:lnTo>
                <a:lnTo>
                  <a:pt x="160" y="241"/>
                </a:lnTo>
                <a:lnTo>
                  <a:pt x="160" y="240"/>
                </a:lnTo>
                <a:lnTo>
                  <a:pt x="161" y="239"/>
                </a:lnTo>
                <a:lnTo>
                  <a:pt x="161" y="238"/>
                </a:lnTo>
                <a:lnTo>
                  <a:pt x="162" y="237"/>
                </a:lnTo>
                <a:lnTo>
                  <a:pt x="162" y="236"/>
                </a:lnTo>
                <a:lnTo>
                  <a:pt x="163" y="235"/>
                </a:lnTo>
                <a:lnTo>
                  <a:pt x="163" y="234"/>
                </a:lnTo>
                <a:lnTo>
                  <a:pt x="162" y="234"/>
                </a:lnTo>
                <a:lnTo>
                  <a:pt x="160" y="234"/>
                </a:lnTo>
                <a:lnTo>
                  <a:pt x="159" y="234"/>
                </a:lnTo>
                <a:lnTo>
                  <a:pt x="160" y="234"/>
                </a:lnTo>
                <a:lnTo>
                  <a:pt x="160" y="233"/>
                </a:lnTo>
                <a:lnTo>
                  <a:pt x="160" y="231"/>
                </a:lnTo>
                <a:lnTo>
                  <a:pt x="160" y="230"/>
                </a:lnTo>
                <a:lnTo>
                  <a:pt x="159" y="230"/>
                </a:lnTo>
                <a:lnTo>
                  <a:pt x="158" y="230"/>
                </a:lnTo>
                <a:lnTo>
                  <a:pt x="158" y="229"/>
                </a:lnTo>
                <a:lnTo>
                  <a:pt x="159" y="229"/>
                </a:lnTo>
                <a:lnTo>
                  <a:pt x="159" y="228"/>
                </a:lnTo>
                <a:lnTo>
                  <a:pt x="159" y="227"/>
                </a:lnTo>
                <a:lnTo>
                  <a:pt x="159" y="226"/>
                </a:lnTo>
                <a:lnTo>
                  <a:pt x="158" y="226"/>
                </a:lnTo>
                <a:lnTo>
                  <a:pt x="158" y="225"/>
                </a:lnTo>
                <a:lnTo>
                  <a:pt x="158" y="224"/>
                </a:lnTo>
                <a:lnTo>
                  <a:pt x="159" y="224"/>
                </a:lnTo>
                <a:lnTo>
                  <a:pt x="159" y="223"/>
                </a:lnTo>
                <a:lnTo>
                  <a:pt x="159" y="222"/>
                </a:lnTo>
                <a:lnTo>
                  <a:pt x="160" y="222"/>
                </a:lnTo>
                <a:lnTo>
                  <a:pt x="160" y="221"/>
                </a:lnTo>
                <a:lnTo>
                  <a:pt x="161" y="221"/>
                </a:lnTo>
                <a:lnTo>
                  <a:pt x="162" y="221"/>
                </a:lnTo>
                <a:lnTo>
                  <a:pt x="163" y="221"/>
                </a:lnTo>
                <a:lnTo>
                  <a:pt x="163" y="220"/>
                </a:lnTo>
                <a:lnTo>
                  <a:pt x="164" y="220"/>
                </a:lnTo>
                <a:lnTo>
                  <a:pt x="164" y="219"/>
                </a:lnTo>
                <a:lnTo>
                  <a:pt x="164" y="218"/>
                </a:lnTo>
                <a:lnTo>
                  <a:pt x="165" y="218"/>
                </a:lnTo>
                <a:lnTo>
                  <a:pt x="165" y="217"/>
                </a:lnTo>
                <a:lnTo>
                  <a:pt x="165" y="216"/>
                </a:lnTo>
                <a:lnTo>
                  <a:pt x="164" y="215"/>
                </a:lnTo>
                <a:lnTo>
                  <a:pt x="163" y="215"/>
                </a:lnTo>
                <a:lnTo>
                  <a:pt x="163" y="214"/>
                </a:lnTo>
                <a:lnTo>
                  <a:pt x="163" y="213"/>
                </a:lnTo>
                <a:lnTo>
                  <a:pt x="163" y="211"/>
                </a:lnTo>
                <a:lnTo>
                  <a:pt x="163" y="210"/>
                </a:lnTo>
                <a:lnTo>
                  <a:pt x="162" y="210"/>
                </a:lnTo>
                <a:lnTo>
                  <a:pt x="163" y="210"/>
                </a:lnTo>
                <a:lnTo>
                  <a:pt x="163" y="209"/>
                </a:lnTo>
                <a:lnTo>
                  <a:pt x="163" y="208"/>
                </a:lnTo>
                <a:lnTo>
                  <a:pt x="163" y="207"/>
                </a:lnTo>
                <a:lnTo>
                  <a:pt x="162" y="207"/>
                </a:lnTo>
                <a:lnTo>
                  <a:pt x="162" y="206"/>
                </a:lnTo>
                <a:lnTo>
                  <a:pt x="161" y="205"/>
                </a:lnTo>
                <a:lnTo>
                  <a:pt x="161" y="204"/>
                </a:lnTo>
                <a:lnTo>
                  <a:pt x="161" y="203"/>
                </a:lnTo>
                <a:lnTo>
                  <a:pt x="162" y="203"/>
                </a:lnTo>
                <a:lnTo>
                  <a:pt x="162" y="202"/>
                </a:lnTo>
                <a:lnTo>
                  <a:pt x="162" y="201"/>
                </a:lnTo>
                <a:lnTo>
                  <a:pt x="161" y="201"/>
                </a:lnTo>
                <a:lnTo>
                  <a:pt x="161" y="200"/>
                </a:lnTo>
                <a:lnTo>
                  <a:pt x="161" y="199"/>
                </a:lnTo>
                <a:lnTo>
                  <a:pt x="161" y="198"/>
                </a:lnTo>
                <a:lnTo>
                  <a:pt x="160" y="198"/>
                </a:lnTo>
                <a:lnTo>
                  <a:pt x="160" y="197"/>
                </a:lnTo>
                <a:lnTo>
                  <a:pt x="161" y="197"/>
                </a:lnTo>
                <a:lnTo>
                  <a:pt x="160" y="196"/>
                </a:lnTo>
                <a:lnTo>
                  <a:pt x="160" y="195"/>
                </a:lnTo>
                <a:lnTo>
                  <a:pt x="160" y="194"/>
                </a:lnTo>
                <a:lnTo>
                  <a:pt x="160" y="193"/>
                </a:lnTo>
                <a:lnTo>
                  <a:pt x="159" y="193"/>
                </a:lnTo>
                <a:lnTo>
                  <a:pt x="158" y="192"/>
                </a:lnTo>
                <a:lnTo>
                  <a:pt x="158" y="191"/>
                </a:lnTo>
                <a:lnTo>
                  <a:pt x="157" y="191"/>
                </a:lnTo>
                <a:lnTo>
                  <a:pt x="156" y="191"/>
                </a:lnTo>
                <a:lnTo>
                  <a:pt x="155" y="191"/>
                </a:lnTo>
                <a:lnTo>
                  <a:pt x="154" y="191"/>
                </a:lnTo>
                <a:lnTo>
                  <a:pt x="152" y="191"/>
                </a:lnTo>
                <a:lnTo>
                  <a:pt x="151" y="190"/>
                </a:lnTo>
                <a:lnTo>
                  <a:pt x="151" y="189"/>
                </a:lnTo>
                <a:lnTo>
                  <a:pt x="150" y="189"/>
                </a:lnTo>
                <a:lnTo>
                  <a:pt x="150" y="188"/>
                </a:lnTo>
                <a:lnTo>
                  <a:pt x="151" y="188"/>
                </a:lnTo>
                <a:lnTo>
                  <a:pt x="150" y="188"/>
                </a:lnTo>
                <a:lnTo>
                  <a:pt x="149" y="188"/>
                </a:lnTo>
                <a:lnTo>
                  <a:pt x="148" y="187"/>
                </a:lnTo>
                <a:lnTo>
                  <a:pt x="147" y="187"/>
                </a:lnTo>
                <a:lnTo>
                  <a:pt x="148" y="187"/>
                </a:lnTo>
                <a:lnTo>
                  <a:pt x="148" y="186"/>
                </a:lnTo>
                <a:lnTo>
                  <a:pt x="147" y="186"/>
                </a:lnTo>
                <a:lnTo>
                  <a:pt x="147" y="185"/>
                </a:lnTo>
                <a:lnTo>
                  <a:pt x="147" y="184"/>
                </a:lnTo>
                <a:lnTo>
                  <a:pt x="146" y="184"/>
                </a:lnTo>
                <a:lnTo>
                  <a:pt x="145" y="184"/>
                </a:lnTo>
                <a:lnTo>
                  <a:pt x="144" y="184"/>
                </a:lnTo>
                <a:lnTo>
                  <a:pt x="144" y="185"/>
                </a:lnTo>
                <a:lnTo>
                  <a:pt x="143" y="185"/>
                </a:lnTo>
                <a:lnTo>
                  <a:pt x="142" y="185"/>
                </a:lnTo>
                <a:lnTo>
                  <a:pt x="142" y="184"/>
                </a:lnTo>
                <a:lnTo>
                  <a:pt x="142" y="183"/>
                </a:lnTo>
                <a:lnTo>
                  <a:pt x="143" y="183"/>
                </a:lnTo>
                <a:lnTo>
                  <a:pt x="144" y="183"/>
                </a:lnTo>
                <a:lnTo>
                  <a:pt x="144" y="182"/>
                </a:lnTo>
                <a:lnTo>
                  <a:pt x="145" y="181"/>
                </a:lnTo>
                <a:lnTo>
                  <a:pt x="146" y="180"/>
                </a:lnTo>
                <a:lnTo>
                  <a:pt x="145" y="180"/>
                </a:lnTo>
                <a:lnTo>
                  <a:pt x="145" y="181"/>
                </a:lnTo>
                <a:lnTo>
                  <a:pt x="144" y="181"/>
                </a:lnTo>
                <a:lnTo>
                  <a:pt x="143" y="181"/>
                </a:lnTo>
                <a:lnTo>
                  <a:pt x="142" y="181"/>
                </a:lnTo>
                <a:lnTo>
                  <a:pt x="142" y="180"/>
                </a:lnTo>
                <a:lnTo>
                  <a:pt x="141" y="180"/>
                </a:lnTo>
                <a:lnTo>
                  <a:pt x="140" y="180"/>
                </a:lnTo>
                <a:lnTo>
                  <a:pt x="139" y="180"/>
                </a:lnTo>
                <a:lnTo>
                  <a:pt x="138" y="180"/>
                </a:lnTo>
                <a:lnTo>
                  <a:pt x="137" y="180"/>
                </a:lnTo>
                <a:lnTo>
                  <a:pt x="137" y="179"/>
                </a:lnTo>
                <a:lnTo>
                  <a:pt x="136" y="179"/>
                </a:lnTo>
                <a:lnTo>
                  <a:pt x="135" y="179"/>
                </a:lnTo>
                <a:lnTo>
                  <a:pt x="135" y="178"/>
                </a:lnTo>
                <a:lnTo>
                  <a:pt x="135" y="177"/>
                </a:lnTo>
                <a:lnTo>
                  <a:pt x="134" y="177"/>
                </a:lnTo>
                <a:lnTo>
                  <a:pt x="134" y="176"/>
                </a:lnTo>
                <a:lnTo>
                  <a:pt x="133" y="176"/>
                </a:lnTo>
                <a:lnTo>
                  <a:pt x="132" y="176"/>
                </a:lnTo>
                <a:lnTo>
                  <a:pt x="131" y="176"/>
                </a:lnTo>
                <a:lnTo>
                  <a:pt x="131" y="177"/>
                </a:lnTo>
                <a:lnTo>
                  <a:pt x="129" y="178"/>
                </a:lnTo>
                <a:lnTo>
                  <a:pt x="129" y="177"/>
                </a:lnTo>
                <a:lnTo>
                  <a:pt x="128" y="177"/>
                </a:lnTo>
                <a:lnTo>
                  <a:pt x="128" y="176"/>
                </a:lnTo>
                <a:lnTo>
                  <a:pt x="128" y="177"/>
                </a:lnTo>
                <a:lnTo>
                  <a:pt x="127" y="177"/>
                </a:lnTo>
                <a:lnTo>
                  <a:pt x="126" y="177"/>
                </a:lnTo>
                <a:lnTo>
                  <a:pt x="125" y="177"/>
                </a:lnTo>
                <a:lnTo>
                  <a:pt x="124" y="177"/>
                </a:lnTo>
                <a:lnTo>
                  <a:pt x="123" y="177"/>
                </a:lnTo>
                <a:lnTo>
                  <a:pt x="122" y="177"/>
                </a:lnTo>
                <a:lnTo>
                  <a:pt x="122" y="176"/>
                </a:lnTo>
                <a:lnTo>
                  <a:pt x="122" y="175"/>
                </a:lnTo>
                <a:lnTo>
                  <a:pt x="123" y="175"/>
                </a:lnTo>
                <a:lnTo>
                  <a:pt x="123" y="174"/>
                </a:lnTo>
                <a:lnTo>
                  <a:pt x="124" y="174"/>
                </a:lnTo>
                <a:lnTo>
                  <a:pt x="125" y="174"/>
                </a:lnTo>
                <a:lnTo>
                  <a:pt x="125" y="173"/>
                </a:lnTo>
                <a:lnTo>
                  <a:pt x="124" y="173"/>
                </a:lnTo>
                <a:lnTo>
                  <a:pt x="124" y="172"/>
                </a:lnTo>
                <a:lnTo>
                  <a:pt x="125" y="171"/>
                </a:lnTo>
                <a:lnTo>
                  <a:pt x="126" y="171"/>
                </a:lnTo>
                <a:lnTo>
                  <a:pt x="125" y="171"/>
                </a:lnTo>
                <a:lnTo>
                  <a:pt x="125" y="170"/>
                </a:lnTo>
                <a:lnTo>
                  <a:pt x="124" y="170"/>
                </a:lnTo>
                <a:lnTo>
                  <a:pt x="124" y="169"/>
                </a:lnTo>
                <a:lnTo>
                  <a:pt x="124" y="168"/>
                </a:lnTo>
                <a:lnTo>
                  <a:pt x="124" y="167"/>
                </a:lnTo>
                <a:lnTo>
                  <a:pt x="124" y="166"/>
                </a:lnTo>
                <a:lnTo>
                  <a:pt x="124" y="165"/>
                </a:lnTo>
                <a:lnTo>
                  <a:pt x="123" y="164"/>
                </a:lnTo>
                <a:lnTo>
                  <a:pt x="123" y="163"/>
                </a:lnTo>
                <a:lnTo>
                  <a:pt x="123" y="162"/>
                </a:lnTo>
                <a:lnTo>
                  <a:pt x="123" y="161"/>
                </a:lnTo>
                <a:lnTo>
                  <a:pt x="122" y="161"/>
                </a:lnTo>
                <a:lnTo>
                  <a:pt x="121" y="161"/>
                </a:lnTo>
                <a:lnTo>
                  <a:pt x="120" y="161"/>
                </a:lnTo>
                <a:lnTo>
                  <a:pt x="120" y="160"/>
                </a:lnTo>
                <a:lnTo>
                  <a:pt x="119" y="160"/>
                </a:lnTo>
                <a:lnTo>
                  <a:pt x="119" y="159"/>
                </a:lnTo>
                <a:lnTo>
                  <a:pt x="118" y="160"/>
                </a:lnTo>
                <a:lnTo>
                  <a:pt x="116" y="160"/>
                </a:lnTo>
                <a:lnTo>
                  <a:pt x="116" y="159"/>
                </a:lnTo>
                <a:lnTo>
                  <a:pt x="115" y="159"/>
                </a:lnTo>
                <a:lnTo>
                  <a:pt x="114" y="160"/>
                </a:lnTo>
                <a:lnTo>
                  <a:pt x="113" y="160"/>
                </a:lnTo>
                <a:lnTo>
                  <a:pt x="112" y="160"/>
                </a:lnTo>
                <a:lnTo>
                  <a:pt x="111" y="159"/>
                </a:lnTo>
                <a:lnTo>
                  <a:pt x="110" y="159"/>
                </a:lnTo>
                <a:lnTo>
                  <a:pt x="110" y="158"/>
                </a:lnTo>
                <a:lnTo>
                  <a:pt x="111" y="158"/>
                </a:lnTo>
                <a:lnTo>
                  <a:pt x="111" y="157"/>
                </a:lnTo>
                <a:lnTo>
                  <a:pt x="112" y="157"/>
                </a:lnTo>
                <a:lnTo>
                  <a:pt x="111" y="156"/>
                </a:lnTo>
                <a:lnTo>
                  <a:pt x="111" y="155"/>
                </a:lnTo>
                <a:lnTo>
                  <a:pt x="111" y="154"/>
                </a:lnTo>
                <a:lnTo>
                  <a:pt x="110" y="153"/>
                </a:lnTo>
                <a:lnTo>
                  <a:pt x="111" y="153"/>
                </a:lnTo>
                <a:lnTo>
                  <a:pt x="112" y="152"/>
                </a:lnTo>
                <a:lnTo>
                  <a:pt x="111" y="151"/>
                </a:lnTo>
                <a:lnTo>
                  <a:pt x="112" y="151"/>
                </a:lnTo>
                <a:lnTo>
                  <a:pt x="113" y="151"/>
                </a:lnTo>
                <a:lnTo>
                  <a:pt x="114" y="151"/>
                </a:lnTo>
                <a:lnTo>
                  <a:pt x="115" y="151"/>
                </a:lnTo>
                <a:lnTo>
                  <a:pt x="115" y="149"/>
                </a:lnTo>
                <a:lnTo>
                  <a:pt x="114" y="149"/>
                </a:lnTo>
                <a:lnTo>
                  <a:pt x="114" y="148"/>
                </a:lnTo>
                <a:lnTo>
                  <a:pt x="114" y="147"/>
                </a:lnTo>
                <a:lnTo>
                  <a:pt x="113" y="147"/>
                </a:lnTo>
                <a:lnTo>
                  <a:pt x="113" y="146"/>
                </a:lnTo>
                <a:lnTo>
                  <a:pt x="113" y="145"/>
                </a:lnTo>
                <a:lnTo>
                  <a:pt x="112" y="145"/>
                </a:lnTo>
                <a:lnTo>
                  <a:pt x="113" y="145"/>
                </a:lnTo>
                <a:lnTo>
                  <a:pt x="113" y="144"/>
                </a:lnTo>
                <a:lnTo>
                  <a:pt x="112" y="143"/>
                </a:lnTo>
                <a:lnTo>
                  <a:pt x="111" y="143"/>
                </a:lnTo>
                <a:lnTo>
                  <a:pt x="111" y="142"/>
                </a:lnTo>
                <a:lnTo>
                  <a:pt x="110" y="142"/>
                </a:lnTo>
                <a:lnTo>
                  <a:pt x="110" y="141"/>
                </a:lnTo>
                <a:lnTo>
                  <a:pt x="110" y="140"/>
                </a:lnTo>
                <a:lnTo>
                  <a:pt x="111" y="140"/>
                </a:lnTo>
                <a:lnTo>
                  <a:pt x="111" y="139"/>
                </a:lnTo>
                <a:lnTo>
                  <a:pt x="112" y="139"/>
                </a:lnTo>
                <a:lnTo>
                  <a:pt x="113" y="139"/>
                </a:lnTo>
                <a:lnTo>
                  <a:pt x="113" y="138"/>
                </a:lnTo>
                <a:lnTo>
                  <a:pt x="114" y="137"/>
                </a:lnTo>
                <a:lnTo>
                  <a:pt x="114" y="136"/>
                </a:lnTo>
                <a:lnTo>
                  <a:pt x="114" y="135"/>
                </a:lnTo>
                <a:lnTo>
                  <a:pt x="113" y="134"/>
                </a:lnTo>
                <a:lnTo>
                  <a:pt x="114" y="134"/>
                </a:lnTo>
                <a:lnTo>
                  <a:pt x="113" y="134"/>
                </a:lnTo>
                <a:lnTo>
                  <a:pt x="113" y="133"/>
                </a:lnTo>
                <a:lnTo>
                  <a:pt x="112" y="132"/>
                </a:lnTo>
                <a:lnTo>
                  <a:pt x="111" y="132"/>
                </a:lnTo>
                <a:lnTo>
                  <a:pt x="111" y="131"/>
                </a:lnTo>
                <a:lnTo>
                  <a:pt x="110" y="131"/>
                </a:lnTo>
                <a:lnTo>
                  <a:pt x="110" y="130"/>
                </a:lnTo>
                <a:lnTo>
                  <a:pt x="110" y="128"/>
                </a:lnTo>
                <a:lnTo>
                  <a:pt x="110" y="127"/>
                </a:lnTo>
                <a:lnTo>
                  <a:pt x="111" y="127"/>
                </a:lnTo>
                <a:lnTo>
                  <a:pt x="111" y="126"/>
                </a:lnTo>
                <a:lnTo>
                  <a:pt x="110" y="126"/>
                </a:lnTo>
                <a:lnTo>
                  <a:pt x="111" y="124"/>
                </a:lnTo>
                <a:lnTo>
                  <a:pt x="112" y="124"/>
                </a:lnTo>
                <a:lnTo>
                  <a:pt x="112" y="123"/>
                </a:lnTo>
                <a:lnTo>
                  <a:pt x="113" y="123"/>
                </a:lnTo>
                <a:lnTo>
                  <a:pt x="113" y="122"/>
                </a:lnTo>
                <a:lnTo>
                  <a:pt x="112" y="122"/>
                </a:lnTo>
                <a:lnTo>
                  <a:pt x="112" y="121"/>
                </a:lnTo>
                <a:lnTo>
                  <a:pt x="113" y="121"/>
                </a:lnTo>
                <a:lnTo>
                  <a:pt x="113" y="120"/>
                </a:lnTo>
                <a:lnTo>
                  <a:pt x="113" y="119"/>
                </a:lnTo>
                <a:lnTo>
                  <a:pt x="112" y="119"/>
                </a:lnTo>
                <a:lnTo>
                  <a:pt x="112" y="118"/>
                </a:lnTo>
                <a:lnTo>
                  <a:pt x="111" y="118"/>
                </a:lnTo>
                <a:lnTo>
                  <a:pt x="111" y="117"/>
                </a:lnTo>
                <a:lnTo>
                  <a:pt x="111" y="116"/>
                </a:lnTo>
                <a:lnTo>
                  <a:pt x="110" y="115"/>
                </a:lnTo>
                <a:lnTo>
                  <a:pt x="110" y="113"/>
                </a:lnTo>
                <a:lnTo>
                  <a:pt x="111" y="113"/>
                </a:lnTo>
                <a:lnTo>
                  <a:pt x="111" y="112"/>
                </a:lnTo>
                <a:lnTo>
                  <a:pt x="111" y="111"/>
                </a:lnTo>
                <a:lnTo>
                  <a:pt x="111" y="110"/>
                </a:lnTo>
                <a:lnTo>
                  <a:pt x="112" y="110"/>
                </a:lnTo>
                <a:lnTo>
                  <a:pt x="112" y="109"/>
                </a:lnTo>
                <a:lnTo>
                  <a:pt x="111" y="109"/>
                </a:lnTo>
                <a:lnTo>
                  <a:pt x="110" y="109"/>
                </a:lnTo>
                <a:lnTo>
                  <a:pt x="109" y="108"/>
                </a:lnTo>
                <a:lnTo>
                  <a:pt x="108" y="108"/>
                </a:lnTo>
                <a:lnTo>
                  <a:pt x="107" y="108"/>
                </a:lnTo>
                <a:lnTo>
                  <a:pt x="107" y="107"/>
                </a:lnTo>
                <a:lnTo>
                  <a:pt x="106" y="107"/>
                </a:lnTo>
                <a:lnTo>
                  <a:pt x="106" y="106"/>
                </a:lnTo>
                <a:lnTo>
                  <a:pt x="106" y="105"/>
                </a:lnTo>
                <a:lnTo>
                  <a:pt x="105" y="105"/>
                </a:lnTo>
                <a:lnTo>
                  <a:pt x="105" y="104"/>
                </a:lnTo>
                <a:lnTo>
                  <a:pt x="104" y="103"/>
                </a:lnTo>
                <a:lnTo>
                  <a:pt x="104" y="102"/>
                </a:lnTo>
                <a:lnTo>
                  <a:pt x="103" y="102"/>
                </a:lnTo>
                <a:lnTo>
                  <a:pt x="102" y="102"/>
                </a:lnTo>
                <a:lnTo>
                  <a:pt x="101" y="101"/>
                </a:lnTo>
                <a:lnTo>
                  <a:pt x="102" y="100"/>
                </a:lnTo>
                <a:lnTo>
                  <a:pt x="102" y="99"/>
                </a:lnTo>
                <a:lnTo>
                  <a:pt x="103" y="98"/>
                </a:lnTo>
                <a:lnTo>
                  <a:pt x="103" y="97"/>
                </a:lnTo>
                <a:lnTo>
                  <a:pt x="104" y="97"/>
                </a:lnTo>
                <a:lnTo>
                  <a:pt x="104" y="96"/>
                </a:lnTo>
                <a:lnTo>
                  <a:pt x="103" y="95"/>
                </a:lnTo>
                <a:lnTo>
                  <a:pt x="103" y="94"/>
                </a:lnTo>
                <a:lnTo>
                  <a:pt x="103" y="93"/>
                </a:lnTo>
                <a:lnTo>
                  <a:pt x="102" y="91"/>
                </a:lnTo>
                <a:lnTo>
                  <a:pt x="103" y="90"/>
                </a:lnTo>
                <a:lnTo>
                  <a:pt x="104" y="90"/>
                </a:lnTo>
                <a:lnTo>
                  <a:pt x="105" y="90"/>
                </a:lnTo>
                <a:lnTo>
                  <a:pt x="105" y="89"/>
                </a:lnTo>
                <a:lnTo>
                  <a:pt x="105" y="88"/>
                </a:lnTo>
                <a:lnTo>
                  <a:pt x="104" y="88"/>
                </a:lnTo>
                <a:lnTo>
                  <a:pt x="104" y="87"/>
                </a:lnTo>
                <a:lnTo>
                  <a:pt x="105" y="86"/>
                </a:lnTo>
                <a:lnTo>
                  <a:pt x="106" y="85"/>
                </a:lnTo>
                <a:lnTo>
                  <a:pt x="107" y="84"/>
                </a:lnTo>
                <a:lnTo>
                  <a:pt x="107" y="83"/>
                </a:lnTo>
                <a:lnTo>
                  <a:pt x="107" y="82"/>
                </a:lnTo>
                <a:lnTo>
                  <a:pt x="108" y="82"/>
                </a:lnTo>
                <a:lnTo>
                  <a:pt x="108" y="81"/>
                </a:lnTo>
                <a:lnTo>
                  <a:pt x="109" y="81"/>
                </a:lnTo>
                <a:lnTo>
                  <a:pt x="109" y="80"/>
                </a:lnTo>
                <a:lnTo>
                  <a:pt x="109" y="79"/>
                </a:lnTo>
                <a:lnTo>
                  <a:pt x="110" y="78"/>
                </a:lnTo>
                <a:lnTo>
                  <a:pt x="112" y="77"/>
                </a:lnTo>
                <a:lnTo>
                  <a:pt x="112" y="78"/>
                </a:lnTo>
                <a:lnTo>
                  <a:pt x="113" y="78"/>
                </a:lnTo>
                <a:lnTo>
                  <a:pt x="113" y="77"/>
                </a:lnTo>
                <a:lnTo>
                  <a:pt x="113" y="76"/>
                </a:lnTo>
                <a:lnTo>
                  <a:pt x="114" y="76"/>
                </a:lnTo>
                <a:lnTo>
                  <a:pt x="115" y="76"/>
                </a:lnTo>
                <a:lnTo>
                  <a:pt x="115" y="75"/>
                </a:lnTo>
                <a:lnTo>
                  <a:pt x="115" y="74"/>
                </a:lnTo>
                <a:lnTo>
                  <a:pt x="114" y="74"/>
                </a:lnTo>
                <a:lnTo>
                  <a:pt x="113" y="74"/>
                </a:lnTo>
                <a:lnTo>
                  <a:pt x="113" y="73"/>
                </a:lnTo>
                <a:lnTo>
                  <a:pt x="113" y="72"/>
                </a:lnTo>
                <a:lnTo>
                  <a:pt x="114" y="72"/>
                </a:lnTo>
                <a:lnTo>
                  <a:pt x="114" y="70"/>
                </a:lnTo>
                <a:lnTo>
                  <a:pt x="113" y="70"/>
                </a:lnTo>
                <a:lnTo>
                  <a:pt x="113" y="69"/>
                </a:lnTo>
                <a:lnTo>
                  <a:pt x="114" y="69"/>
                </a:lnTo>
                <a:lnTo>
                  <a:pt x="115" y="69"/>
                </a:lnTo>
                <a:lnTo>
                  <a:pt x="117" y="69"/>
                </a:lnTo>
                <a:lnTo>
                  <a:pt x="118" y="68"/>
                </a:lnTo>
                <a:lnTo>
                  <a:pt x="119" y="68"/>
                </a:lnTo>
                <a:lnTo>
                  <a:pt x="119" y="69"/>
                </a:lnTo>
                <a:lnTo>
                  <a:pt x="120" y="69"/>
                </a:lnTo>
                <a:lnTo>
                  <a:pt x="120" y="68"/>
                </a:lnTo>
                <a:lnTo>
                  <a:pt x="121" y="68"/>
                </a:lnTo>
                <a:lnTo>
                  <a:pt x="122" y="68"/>
                </a:lnTo>
                <a:lnTo>
                  <a:pt x="123" y="68"/>
                </a:lnTo>
                <a:lnTo>
                  <a:pt x="124" y="69"/>
                </a:lnTo>
                <a:lnTo>
                  <a:pt x="125" y="69"/>
                </a:lnTo>
                <a:lnTo>
                  <a:pt x="125" y="70"/>
                </a:lnTo>
                <a:lnTo>
                  <a:pt x="126" y="70"/>
                </a:lnTo>
                <a:lnTo>
                  <a:pt x="127" y="70"/>
                </a:lnTo>
                <a:lnTo>
                  <a:pt x="128" y="70"/>
                </a:lnTo>
                <a:lnTo>
                  <a:pt x="129" y="70"/>
                </a:lnTo>
                <a:lnTo>
                  <a:pt x="129" y="72"/>
                </a:lnTo>
                <a:lnTo>
                  <a:pt x="130" y="72"/>
                </a:lnTo>
                <a:lnTo>
                  <a:pt x="131" y="72"/>
                </a:lnTo>
                <a:lnTo>
                  <a:pt x="132" y="72"/>
                </a:lnTo>
                <a:lnTo>
                  <a:pt x="132" y="70"/>
                </a:lnTo>
                <a:lnTo>
                  <a:pt x="133" y="70"/>
                </a:lnTo>
                <a:lnTo>
                  <a:pt x="134" y="70"/>
                </a:lnTo>
                <a:lnTo>
                  <a:pt x="135" y="70"/>
                </a:lnTo>
                <a:lnTo>
                  <a:pt x="136" y="69"/>
                </a:lnTo>
                <a:lnTo>
                  <a:pt x="137" y="69"/>
                </a:lnTo>
                <a:lnTo>
                  <a:pt x="138" y="69"/>
                </a:lnTo>
                <a:lnTo>
                  <a:pt x="137" y="69"/>
                </a:lnTo>
                <a:lnTo>
                  <a:pt x="138" y="69"/>
                </a:lnTo>
                <a:lnTo>
                  <a:pt x="139" y="69"/>
                </a:lnTo>
                <a:lnTo>
                  <a:pt x="139" y="70"/>
                </a:lnTo>
                <a:lnTo>
                  <a:pt x="139" y="69"/>
                </a:lnTo>
                <a:lnTo>
                  <a:pt x="140" y="69"/>
                </a:lnTo>
                <a:lnTo>
                  <a:pt x="141" y="69"/>
                </a:lnTo>
                <a:lnTo>
                  <a:pt x="142" y="70"/>
                </a:lnTo>
                <a:lnTo>
                  <a:pt x="142" y="72"/>
                </a:lnTo>
                <a:lnTo>
                  <a:pt x="143" y="72"/>
                </a:lnTo>
                <a:lnTo>
                  <a:pt x="144" y="72"/>
                </a:lnTo>
                <a:lnTo>
                  <a:pt x="145" y="72"/>
                </a:lnTo>
                <a:lnTo>
                  <a:pt x="145" y="73"/>
                </a:lnTo>
                <a:lnTo>
                  <a:pt x="146" y="74"/>
                </a:lnTo>
                <a:lnTo>
                  <a:pt x="147" y="74"/>
                </a:lnTo>
                <a:lnTo>
                  <a:pt x="148" y="74"/>
                </a:lnTo>
                <a:lnTo>
                  <a:pt x="148" y="75"/>
                </a:lnTo>
                <a:lnTo>
                  <a:pt x="149" y="75"/>
                </a:lnTo>
                <a:lnTo>
                  <a:pt x="150" y="75"/>
                </a:lnTo>
                <a:lnTo>
                  <a:pt x="151" y="75"/>
                </a:lnTo>
                <a:lnTo>
                  <a:pt x="151" y="74"/>
                </a:lnTo>
                <a:lnTo>
                  <a:pt x="152" y="73"/>
                </a:lnTo>
                <a:lnTo>
                  <a:pt x="153" y="73"/>
                </a:lnTo>
                <a:lnTo>
                  <a:pt x="153" y="72"/>
                </a:lnTo>
                <a:lnTo>
                  <a:pt x="154" y="70"/>
                </a:lnTo>
                <a:lnTo>
                  <a:pt x="155" y="70"/>
                </a:lnTo>
                <a:lnTo>
                  <a:pt x="156" y="70"/>
                </a:lnTo>
                <a:lnTo>
                  <a:pt x="156" y="69"/>
                </a:lnTo>
                <a:lnTo>
                  <a:pt x="155" y="69"/>
                </a:lnTo>
                <a:lnTo>
                  <a:pt x="155" y="68"/>
                </a:lnTo>
                <a:lnTo>
                  <a:pt x="155" y="67"/>
                </a:lnTo>
                <a:lnTo>
                  <a:pt x="155" y="66"/>
                </a:lnTo>
                <a:lnTo>
                  <a:pt x="156" y="66"/>
                </a:lnTo>
                <a:lnTo>
                  <a:pt x="157" y="66"/>
                </a:lnTo>
                <a:lnTo>
                  <a:pt x="159" y="66"/>
                </a:lnTo>
                <a:lnTo>
                  <a:pt x="159" y="67"/>
                </a:lnTo>
                <a:lnTo>
                  <a:pt x="159" y="68"/>
                </a:lnTo>
                <a:lnTo>
                  <a:pt x="160" y="68"/>
                </a:lnTo>
                <a:lnTo>
                  <a:pt x="160" y="69"/>
                </a:lnTo>
                <a:lnTo>
                  <a:pt x="161" y="69"/>
                </a:lnTo>
                <a:lnTo>
                  <a:pt x="162" y="69"/>
                </a:lnTo>
                <a:lnTo>
                  <a:pt x="162" y="68"/>
                </a:lnTo>
                <a:lnTo>
                  <a:pt x="163" y="68"/>
                </a:lnTo>
                <a:lnTo>
                  <a:pt x="163" y="67"/>
                </a:lnTo>
                <a:lnTo>
                  <a:pt x="164" y="67"/>
                </a:lnTo>
                <a:lnTo>
                  <a:pt x="164" y="66"/>
                </a:lnTo>
                <a:lnTo>
                  <a:pt x="165" y="66"/>
                </a:lnTo>
                <a:lnTo>
                  <a:pt x="166" y="65"/>
                </a:lnTo>
                <a:lnTo>
                  <a:pt x="166" y="64"/>
                </a:lnTo>
                <a:lnTo>
                  <a:pt x="165" y="64"/>
                </a:lnTo>
                <a:lnTo>
                  <a:pt x="164" y="64"/>
                </a:lnTo>
                <a:lnTo>
                  <a:pt x="164" y="63"/>
                </a:lnTo>
                <a:lnTo>
                  <a:pt x="164" y="62"/>
                </a:lnTo>
                <a:lnTo>
                  <a:pt x="163" y="62"/>
                </a:lnTo>
                <a:lnTo>
                  <a:pt x="161" y="60"/>
                </a:lnTo>
                <a:lnTo>
                  <a:pt x="161" y="59"/>
                </a:lnTo>
                <a:lnTo>
                  <a:pt x="162" y="59"/>
                </a:lnTo>
                <a:lnTo>
                  <a:pt x="162" y="58"/>
                </a:lnTo>
                <a:lnTo>
                  <a:pt x="162" y="57"/>
                </a:lnTo>
                <a:lnTo>
                  <a:pt x="163" y="56"/>
                </a:lnTo>
                <a:lnTo>
                  <a:pt x="162" y="55"/>
                </a:lnTo>
                <a:lnTo>
                  <a:pt x="162" y="54"/>
                </a:lnTo>
                <a:lnTo>
                  <a:pt x="162" y="53"/>
                </a:lnTo>
                <a:lnTo>
                  <a:pt x="162" y="52"/>
                </a:lnTo>
                <a:lnTo>
                  <a:pt x="162" y="51"/>
                </a:lnTo>
                <a:lnTo>
                  <a:pt x="161" y="51"/>
                </a:lnTo>
                <a:lnTo>
                  <a:pt x="160" y="52"/>
                </a:lnTo>
                <a:lnTo>
                  <a:pt x="160" y="51"/>
                </a:lnTo>
                <a:lnTo>
                  <a:pt x="159" y="51"/>
                </a:lnTo>
                <a:lnTo>
                  <a:pt x="159" y="50"/>
                </a:lnTo>
                <a:lnTo>
                  <a:pt x="159" y="49"/>
                </a:lnTo>
                <a:lnTo>
                  <a:pt x="160" y="49"/>
                </a:lnTo>
                <a:lnTo>
                  <a:pt x="160" y="48"/>
                </a:lnTo>
                <a:lnTo>
                  <a:pt x="160" y="47"/>
                </a:lnTo>
                <a:lnTo>
                  <a:pt x="159" y="47"/>
                </a:lnTo>
                <a:lnTo>
                  <a:pt x="158" y="47"/>
                </a:lnTo>
                <a:lnTo>
                  <a:pt x="158" y="46"/>
                </a:lnTo>
                <a:lnTo>
                  <a:pt x="158" y="45"/>
                </a:lnTo>
                <a:lnTo>
                  <a:pt x="157" y="45"/>
                </a:lnTo>
                <a:lnTo>
                  <a:pt x="157" y="44"/>
                </a:lnTo>
                <a:lnTo>
                  <a:pt x="156" y="44"/>
                </a:lnTo>
                <a:lnTo>
                  <a:pt x="155" y="44"/>
                </a:lnTo>
                <a:lnTo>
                  <a:pt x="155" y="43"/>
                </a:lnTo>
                <a:lnTo>
                  <a:pt x="154" y="43"/>
                </a:lnTo>
                <a:lnTo>
                  <a:pt x="153" y="43"/>
                </a:lnTo>
                <a:lnTo>
                  <a:pt x="152" y="43"/>
                </a:lnTo>
                <a:lnTo>
                  <a:pt x="151" y="42"/>
                </a:lnTo>
                <a:lnTo>
                  <a:pt x="150" y="42"/>
                </a:lnTo>
                <a:lnTo>
                  <a:pt x="150" y="41"/>
                </a:lnTo>
                <a:lnTo>
                  <a:pt x="150" y="40"/>
                </a:lnTo>
                <a:lnTo>
                  <a:pt x="149" y="40"/>
                </a:lnTo>
                <a:lnTo>
                  <a:pt x="149" y="41"/>
                </a:lnTo>
                <a:lnTo>
                  <a:pt x="148" y="41"/>
                </a:lnTo>
                <a:lnTo>
                  <a:pt x="148" y="40"/>
                </a:lnTo>
                <a:lnTo>
                  <a:pt x="147" y="40"/>
                </a:lnTo>
                <a:lnTo>
                  <a:pt x="147" y="39"/>
                </a:lnTo>
                <a:lnTo>
                  <a:pt x="146" y="39"/>
                </a:lnTo>
                <a:lnTo>
                  <a:pt x="145" y="39"/>
                </a:lnTo>
                <a:lnTo>
                  <a:pt x="144" y="39"/>
                </a:lnTo>
                <a:lnTo>
                  <a:pt x="143" y="39"/>
                </a:lnTo>
                <a:lnTo>
                  <a:pt x="142" y="39"/>
                </a:lnTo>
                <a:lnTo>
                  <a:pt x="141" y="39"/>
                </a:lnTo>
                <a:lnTo>
                  <a:pt x="141" y="38"/>
                </a:lnTo>
                <a:lnTo>
                  <a:pt x="140" y="38"/>
                </a:lnTo>
                <a:lnTo>
                  <a:pt x="139" y="37"/>
                </a:lnTo>
                <a:lnTo>
                  <a:pt x="138" y="37"/>
                </a:lnTo>
                <a:lnTo>
                  <a:pt x="137" y="37"/>
                </a:lnTo>
                <a:lnTo>
                  <a:pt x="137" y="38"/>
                </a:lnTo>
                <a:lnTo>
                  <a:pt x="136" y="36"/>
                </a:lnTo>
                <a:lnTo>
                  <a:pt x="135" y="36"/>
                </a:lnTo>
                <a:lnTo>
                  <a:pt x="134" y="36"/>
                </a:lnTo>
                <a:lnTo>
                  <a:pt x="134" y="37"/>
                </a:lnTo>
                <a:lnTo>
                  <a:pt x="134" y="38"/>
                </a:lnTo>
                <a:lnTo>
                  <a:pt x="133" y="38"/>
                </a:lnTo>
                <a:lnTo>
                  <a:pt x="132" y="38"/>
                </a:lnTo>
                <a:lnTo>
                  <a:pt x="131" y="39"/>
                </a:lnTo>
                <a:lnTo>
                  <a:pt x="130" y="40"/>
                </a:lnTo>
                <a:lnTo>
                  <a:pt x="129" y="40"/>
                </a:lnTo>
                <a:lnTo>
                  <a:pt x="128" y="39"/>
                </a:lnTo>
                <a:lnTo>
                  <a:pt x="128" y="38"/>
                </a:lnTo>
                <a:lnTo>
                  <a:pt x="127" y="38"/>
                </a:lnTo>
                <a:lnTo>
                  <a:pt x="127" y="37"/>
                </a:lnTo>
                <a:lnTo>
                  <a:pt x="126" y="37"/>
                </a:lnTo>
                <a:lnTo>
                  <a:pt x="126" y="35"/>
                </a:lnTo>
                <a:lnTo>
                  <a:pt x="127" y="35"/>
                </a:lnTo>
                <a:lnTo>
                  <a:pt x="127" y="34"/>
                </a:lnTo>
                <a:lnTo>
                  <a:pt x="127" y="33"/>
                </a:lnTo>
                <a:lnTo>
                  <a:pt x="127" y="32"/>
                </a:lnTo>
                <a:lnTo>
                  <a:pt x="127" y="31"/>
                </a:lnTo>
                <a:lnTo>
                  <a:pt x="128" y="31"/>
                </a:lnTo>
                <a:lnTo>
                  <a:pt x="128" y="30"/>
                </a:lnTo>
                <a:lnTo>
                  <a:pt x="128" y="29"/>
                </a:lnTo>
                <a:lnTo>
                  <a:pt x="128" y="28"/>
                </a:lnTo>
                <a:lnTo>
                  <a:pt x="128" y="27"/>
                </a:lnTo>
                <a:lnTo>
                  <a:pt x="128" y="26"/>
                </a:lnTo>
                <a:lnTo>
                  <a:pt x="129" y="26"/>
                </a:lnTo>
                <a:lnTo>
                  <a:pt x="129" y="25"/>
                </a:lnTo>
                <a:lnTo>
                  <a:pt x="128" y="25"/>
                </a:lnTo>
                <a:lnTo>
                  <a:pt x="129" y="24"/>
                </a:lnTo>
                <a:lnTo>
                  <a:pt x="129" y="23"/>
                </a:lnTo>
                <a:lnTo>
                  <a:pt x="129" y="22"/>
                </a:lnTo>
                <a:lnTo>
                  <a:pt x="129" y="21"/>
                </a:lnTo>
                <a:lnTo>
                  <a:pt x="129" y="20"/>
                </a:lnTo>
                <a:lnTo>
                  <a:pt x="127" y="20"/>
                </a:lnTo>
                <a:lnTo>
                  <a:pt x="126" y="20"/>
                </a:lnTo>
                <a:lnTo>
                  <a:pt x="125" y="19"/>
                </a:lnTo>
                <a:lnTo>
                  <a:pt x="124" y="18"/>
                </a:lnTo>
                <a:lnTo>
                  <a:pt x="123" y="18"/>
                </a:lnTo>
                <a:lnTo>
                  <a:pt x="122" y="18"/>
                </a:lnTo>
                <a:lnTo>
                  <a:pt x="121" y="18"/>
                </a:lnTo>
                <a:lnTo>
                  <a:pt x="121" y="17"/>
                </a:lnTo>
                <a:lnTo>
                  <a:pt x="120" y="16"/>
                </a:lnTo>
                <a:lnTo>
                  <a:pt x="119" y="15"/>
                </a:lnTo>
                <a:lnTo>
                  <a:pt x="119" y="16"/>
                </a:lnTo>
                <a:lnTo>
                  <a:pt x="118" y="16"/>
                </a:lnTo>
                <a:lnTo>
                  <a:pt x="117" y="16"/>
                </a:lnTo>
                <a:lnTo>
                  <a:pt x="116" y="16"/>
                </a:lnTo>
                <a:lnTo>
                  <a:pt x="114" y="16"/>
                </a:lnTo>
                <a:lnTo>
                  <a:pt x="113" y="16"/>
                </a:lnTo>
                <a:lnTo>
                  <a:pt x="112" y="17"/>
                </a:lnTo>
                <a:lnTo>
                  <a:pt x="112" y="16"/>
                </a:lnTo>
                <a:lnTo>
                  <a:pt x="111" y="16"/>
                </a:lnTo>
                <a:lnTo>
                  <a:pt x="110" y="15"/>
                </a:lnTo>
                <a:lnTo>
                  <a:pt x="109" y="16"/>
                </a:lnTo>
                <a:lnTo>
                  <a:pt x="109" y="15"/>
                </a:lnTo>
                <a:lnTo>
                  <a:pt x="108" y="15"/>
                </a:lnTo>
                <a:lnTo>
                  <a:pt x="109" y="15"/>
                </a:lnTo>
                <a:lnTo>
                  <a:pt x="108" y="15"/>
                </a:lnTo>
                <a:lnTo>
                  <a:pt x="107" y="15"/>
                </a:lnTo>
                <a:lnTo>
                  <a:pt x="107" y="14"/>
                </a:lnTo>
                <a:lnTo>
                  <a:pt x="106" y="14"/>
                </a:lnTo>
                <a:lnTo>
                  <a:pt x="105" y="14"/>
                </a:lnTo>
                <a:lnTo>
                  <a:pt x="104" y="14"/>
                </a:lnTo>
                <a:lnTo>
                  <a:pt x="103" y="14"/>
                </a:lnTo>
                <a:lnTo>
                  <a:pt x="103" y="13"/>
                </a:lnTo>
                <a:lnTo>
                  <a:pt x="102" y="13"/>
                </a:lnTo>
                <a:lnTo>
                  <a:pt x="101" y="13"/>
                </a:lnTo>
                <a:lnTo>
                  <a:pt x="100" y="13"/>
                </a:lnTo>
                <a:lnTo>
                  <a:pt x="99" y="13"/>
                </a:lnTo>
                <a:lnTo>
                  <a:pt x="98" y="13"/>
                </a:lnTo>
                <a:lnTo>
                  <a:pt x="97" y="13"/>
                </a:lnTo>
                <a:lnTo>
                  <a:pt x="97" y="12"/>
                </a:lnTo>
                <a:lnTo>
                  <a:pt x="98" y="11"/>
                </a:lnTo>
                <a:lnTo>
                  <a:pt x="98" y="10"/>
                </a:lnTo>
                <a:lnTo>
                  <a:pt x="99" y="10"/>
                </a:lnTo>
                <a:lnTo>
                  <a:pt x="99" y="9"/>
                </a:lnTo>
                <a:lnTo>
                  <a:pt x="100" y="9"/>
                </a:lnTo>
                <a:lnTo>
                  <a:pt x="101" y="8"/>
                </a:lnTo>
                <a:lnTo>
                  <a:pt x="101" y="7"/>
                </a:lnTo>
                <a:lnTo>
                  <a:pt x="100" y="7"/>
                </a:lnTo>
                <a:lnTo>
                  <a:pt x="101" y="7"/>
                </a:lnTo>
                <a:lnTo>
                  <a:pt x="102" y="6"/>
                </a:lnTo>
                <a:lnTo>
                  <a:pt x="103" y="6"/>
                </a:lnTo>
                <a:lnTo>
                  <a:pt x="103" y="5"/>
                </a:lnTo>
                <a:lnTo>
                  <a:pt x="103" y="4"/>
                </a:lnTo>
                <a:lnTo>
                  <a:pt x="104" y="4"/>
                </a:lnTo>
                <a:lnTo>
                  <a:pt x="104" y="3"/>
                </a:lnTo>
                <a:lnTo>
                  <a:pt x="105" y="3"/>
                </a:lnTo>
                <a:lnTo>
                  <a:pt x="106" y="3"/>
                </a:lnTo>
                <a:lnTo>
                  <a:pt x="107" y="3"/>
                </a:lnTo>
                <a:lnTo>
                  <a:pt x="108" y="3"/>
                </a:lnTo>
                <a:lnTo>
                  <a:pt x="109" y="3"/>
                </a:lnTo>
                <a:lnTo>
                  <a:pt x="109" y="4"/>
                </a:lnTo>
                <a:lnTo>
                  <a:pt x="111" y="4"/>
                </a:lnTo>
                <a:lnTo>
                  <a:pt x="112" y="4"/>
                </a:lnTo>
                <a:lnTo>
                  <a:pt x="112" y="3"/>
                </a:lnTo>
                <a:lnTo>
                  <a:pt x="112" y="2"/>
                </a:lnTo>
                <a:lnTo>
                  <a:pt x="112" y="1"/>
                </a:lnTo>
                <a:lnTo>
                  <a:pt x="113" y="0"/>
                </a:lnTo>
                <a:lnTo>
                  <a:pt x="114" y="0"/>
                </a:lnTo>
                <a:lnTo>
                  <a:pt x="115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25" name=""/>
          <p:cNvSpPr/>
          <p:nvPr/>
        </p:nvSpPr>
        <p:spPr>
          <a:xfrm>
            <a:off x="4259160" y="1882800"/>
            <a:ext cx="177840" cy="202320"/>
          </a:xfrm>
          <a:custGeom>
            <a:avLst/>
            <a:gdLst/>
            <a:ahLst/>
            <a:rect l="0" t="0" r="r" b="b"/>
            <a:pathLst>
              <a:path w="494" h="562">
                <a:moveTo>
                  <a:pt x="186" y="0"/>
                </a:moveTo>
                <a:lnTo>
                  <a:pt x="186" y="1"/>
                </a:lnTo>
                <a:lnTo>
                  <a:pt x="187" y="1"/>
                </a:lnTo>
                <a:lnTo>
                  <a:pt x="187" y="2"/>
                </a:lnTo>
                <a:lnTo>
                  <a:pt x="188" y="2"/>
                </a:lnTo>
                <a:lnTo>
                  <a:pt x="190" y="2"/>
                </a:lnTo>
                <a:lnTo>
                  <a:pt x="191" y="2"/>
                </a:lnTo>
                <a:lnTo>
                  <a:pt x="192" y="2"/>
                </a:lnTo>
                <a:lnTo>
                  <a:pt x="193" y="2"/>
                </a:lnTo>
                <a:lnTo>
                  <a:pt x="192" y="2"/>
                </a:lnTo>
                <a:lnTo>
                  <a:pt x="192" y="3"/>
                </a:lnTo>
                <a:lnTo>
                  <a:pt x="193" y="3"/>
                </a:lnTo>
                <a:lnTo>
                  <a:pt x="193" y="4"/>
                </a:lnTo>
                <a:lnTo>
                  <a:pt x="192" y="4"/>
                </a:lnTo>
                <a:lnTo>
                  <a:pt x="192" y="5"/>
                </a:lnTo>
                <a:lnTo>
                  <a:pt x="193" y="6"/>
                </a:lnTo>
                <a:lnTo>
                  <a:pt x="192" y="6"/>
                </a:lnTo>
                <a:lnTo>
                  <a:pt x="193" y="6"/>
                </a:lnTo>
                <a:lnTo>
                  <a:pt x="193" y="7"/>
                </a:lnTo>
                <a:lnTo>
                  <a:pt x="194" y="7"/>
                </a:lnTo>
                <a:lnTo>
                  <a:pt x="195" y="7"/>
                </a:lnTo>
                <a:lnTo>
                  <a:pt x="196" y="7"/>
                </a:lnTo>
                <a:lnTo>
                  <a:pt x="197" y="7"/>
                </a:lnTo>
                <a:lnTo>
                  <a:pt x="198" y="7"/>
                </a:lnTo>
                <a:lnTo>
                  <a:pt x="199" y="7"/>
                </a:lnTo>
                <a:lnTo>
                  <a:pt x="200" y="8"/>
                </a:lnTo>
                <a:lnTo>
                  <a:pt x="201" y="8"/>
                </a:lnTo>
                <a:lnTo>
                  <a:pt x="202" y="8"/>
                </a:lnTo>
                <a:lnTo>
                  <a:pt x="203" y="8"/>
                </a:lnTo>
                <a:lnTo>
                  <a:pt x="204" y="8"/>
                </a:lnTo>
                <a:lnTo>
                  <a:pt x="206" y="8"/>
                </a:lnTo>
                <a:lnTo>
                  <a:pt x="208" y="8"/>
                </a:lnTo>
                <a:lnTo>
                  <a:pt x="209" y="8"/>
                </a:lnTo>
                <a:lnTo>
                  <a:pt x="210" y="8"/>
                </a:lnTo>
                <a:lnTo>
                  <a:pt x="210" y="9"/>
                </a:lnTo>
                <a:lnTo>
                  <a:pt x="211" y="9"/>
                </a:lnTo>
                <a:lnTo>
                  <a:pt x="211" y="8"/>
                </a:lnTo>
                <a:lnTo>
                  <a:pt x="211" y="9"/>
                </a:lnTo>
                <a:lnTo>
                  <a:pt x="212" y="9"/>
                </a:lnTo>
                <a:lnTo>
                  <a:pt x="213" y="9"/>
                </a:lnTo>
                <a:lnTo>
                  <a:pt x="214" y="9"/>
                </a:lnTo>
                <a:lnTo>
                  <a:pt x="215" y="9"/>
                </a:lnTo>
                <a:lnTo>
                  <a:pt x="216" y="9"/>
                </a:lnTo>
                <a:lnTo>
                  <a:pt x="217" y="9"/>
                </a:lnTo>
                <a:lnTo>
                  <a:pt x="218" y="9"/>
                </a:lnTo>
                <a:lnTo>
                  <a:pt x="219" y="9"/>
                </a:lnTo>
                <a:lnTo>
                  <a:pt x="222" y="9"/>
                </a:lnTo>
                <a:lnTo>
                  <a:pt x="222" y="10"/>
                </a:lnTo>
                <a:lnTo>
                  <a:pt x="224" y="10"/>
                </a:lnTo>
                <a:lnTo>
                  <a:pt x="224" y="11"/>
                </a:lnTo>
                <a:lnTo>
                  <a:pt x="224" y="12"/>
                </a:lnTo>
                <a:lnTo>
                  <a:pt x="225" y="12"/>
                </a:lnTo>
                <a:lnTo>
                  <a:pt x="226" y="12"/>
                </a:lnTo>
                <a:lnTo>
                  <a:pt x="227" y="13"/>
                </a:lnTo>
                <a:lnTo>
                  <a:pt x="227" y="14"/>
                </a:lnTo>
                <a:lnTo>
                  <a:pt x="227" y="15"/>
                </a:lnTo>
                <a:lnTo>
                  <a:pt x="228" y="15"/>
                </a:lnTo>
                <a:lnTo>
                  <a:pt x="229" y="15"/>
                </a:lnTo>
                <a:lnTo>
                  <a:pt x="229" y="16"/>
                </a:lnTo>
                <a:lnTo>
                  <a:pt x="229" y="15"/>
                </a:lnTo>
                <a:lnTo>
                  <a:pt x="230" y="15"/>
                </a:lnTo>
                <a:lnTo>
                  <a:pt x="230" y="16"/>
                </a:lnTo>
                <a:lnTo>
                  <a:pt x="230" y="17"/>
                </a:lnTo>
                <a:lnTo>
                  <a:pt x="231" y="17"/>
                </a:lnTo>
                <a:lnTo>
                  <a:pt x="231" y="18"/>
                </a:lnTo>
                <a:lnTo>
                  <a:pt x="231" y="19"/>
                </a:lnTo>
                <a:lnTo>
                  <a:pt x="232" y="19"/>
                </a:lnTo>
                <a:lnTo>
                  <a:pt x="232" y="18"/>
                </a:lnTo>
                <a:lnTo>
                  <a:pt x="233" y="18"/>
                </a:lnTo>
                <a:lnTo>
                  <a:pt x="234" y="18"/>
                </a:lnTo>
                <a:lnTo>
                  <a:pt x="235" y="18"/>
                </a:lnTo>
                <a:lnTo>
                  <a:pt x="235" y="19"/>
                </a:lnTo>
                <a:lnTo>
                  <a:pt x="234" y="19"/>
                </a:lnTo>
                <a:lnTo>
                  <a:pt x="234" y="20"/>
                </a:lnTo>
                <a:lnTo>
                  <a:pt x="235" y="20"/>
                </a:lnTo>
                <a:lnTo>
                  <a:pt x="235" y="21"/>
                </a:lnTo>
                <a:lnTo>
                  <a:pt x="235" y="22"/>
                </a:lnTo>
                <a:lnTo>
                  <a:pt x="236" y="22"/>
                </a:lnTo>
                <a:lnTo>
                  <a:pt x="237" y="22"/>
                </a:lnTo>
                <a:lnTo>
                  <a:pt x="238" y="22"/>
                </a:lnTo>
                <a:lnTo>
                  <a:pt x="238" y="21"/>
                </a:lnTo>
                <a:lnTo>
                  <a:pt x="239" y="21"/>
                </a:lnTo>
                <a:lnTo>
                  <a:pt x="240" y="20"/>
                </a:lnTo>
                <a:lnTo>
                  <a:pt x="240" y="21"/>
                </a:lnTo>
                <a:lnTo>
                  <a:pt x="241" y="21"/>
                </a:lnTo>
                <a:lnTo>
                  <a:pt x="242" y="21"/>
                </a:lnTo>
                <a:lnTo>
                  <a:pt x="242" y="20"/>
                </a:lnTo>
                <a:lnTo>
                  <a:pt x="242" y="21"/>
                </a:lnTo>
                <a:lnTo>
                  <a:pt x="243" y="21"/>
                </a:lnTo>
                <a:lnTo>
                  <a:pt x="244" y="21"/>
                </a:lnTo>
                <a:lnTo>
                  <a:pt x="245" y="21"/>
                </a:lnTo>
                <a:lnTo>
                  <a:pt x="246" y="21"/>
                </a:lnTo>
                <a:lnTo>
                  <a:pt x="247" y="21"/>
                </a:lnTo>
                <a:lnTo>
                  <a:pt x="248" y="21"/>
                </a:lnTo>
                <a:lnTo>
                  <a:pt x="248" y="22"/>
                </a:lnTo>
                <a:lnTo>
                  <a:pt x="249" y="22"/>
                </a:lnTo>
                <a:lnTo>
                  <a:pt x="248" y="22"/>
                </a:lnTo>
                <a:lnTo>
                  <a:pt x="249" y="22"/>
                </a:lnTo>
                <a:lnTo>
                  <a:pt x="249" y="23"/>
                </a:lnTo>
                <a:lnTo>
                  <a:pt x="250" y="23"/>
                </a:lnTo>
                <a:lnTo>
                  <a:pt x="250" y="24"/>
                </a:lnTo>
                <a:lnTo>
                  <a:pt x="251" y="24"/>
                </a:lnTo>
                <a:lnTo>
                  <a:pt x="252" y="24"/>
                </a:lnTo>
                <a:lnTo>
                  <a:pt x="253" y="24"/>
                </a:lnTo>
                <a:lnTo>
                  <a:pt x="254" y="24"/>
                </a:lnTo>
                <a:lnTo>
                  <a:pt x="254" y="25"/>
                </a:lnTo>
                <a:lnTo>
                  <a:pt x="254" y="24"/>
                </a:lnTo>
                <a:lnTo>
                  <a:pt x="255" y="24"/>
                </a:lnTo>
                <a:lnTo>
                  <a:pt x="256" y="24"/>
                </a:lnTo>
                <a:lnTo>
                  <a:pt x="257" y="24"/>
                </a:lnTo>
                <a:lnTo>
                  <a:pt x="258" y="24"/>
                </a:lnTo>
                <a:lnTo>
                  <a:pt x="259" y="24"/>
                </a:lnTo>
                <a:lnTo>
                  <a:pt x="259" y="25"/>
                </a:lnTo>
                <a:lnTo>
                  <a:pt x="260" y="25"/>
                </a:lnTo>
                <a:lnTo>
                  <a:pt x="261" y="25"/>
                </a:lnTo>
                <a:lnTo>
                  <a:pt x="262" y="25"/>
                </a:lnTo>
                <a:lnTo>
                  <a:pt x="263" y="25"/>
                </a:lnTo>
                <a:lnTo>
                  <a:pt x="264" y="24"/>
                </a:lnTo>
                <a:lnTo>
                  <a:pt x="265" y="24"/>
                </a:lnTo>
                <a:lnTo>
                  <a:pt x="265" y="23"/>
                </a:lnTo>
                <a:lnTo>
                  <a:pt x="266" y="23"/>
                </a:lnTo>
                <a:lnTo>
                  <a:pt x="266" y="22"/>
                </a:lnTo>
                <a:lnTo>
                  <a:pt x="266" y="21"/>
                </a:lnTo>
                <a:lnTo>
                  <a:pt x="267" y="21"/>
                </a:lnTo>
                <a:lnTo>
                  <a:pt x="268" y="21"/>
                </a:lnTo>
                <a:lnTo>
                  <a:pt x="268" y="22"/>
                </a:lnTo>
                <a:lnTo>
                  <a:pt x="268" y="21"/>
                </a:lnTo>
                <a:lnTo>
                  <a:pt x="269" y="21"/>
                </a:lnTo>
                <a:lnTo>
                  <a:pt x="269" y="22"/>
                </a:lnTo>
                <a:lnTo>
                  <a:pt x="269" y="23"/>
                </a:lnTo>
                <a:lnTo>
                  <a:pt x="269" y="22"/>
                </a:lnTo>
                <a:lnTo>
                  <a:pt x="270" y="22"/>
                </a:lnTo>
                <a:lnTo>
                  <a:pt x="270" y="23"/>
                </a:lnTo>
                <a:lnTo>
                  <a:pt x="270" y="22"/>
                </a:lnTo>
                <a:lnTo>
                  <a:pt x="271" y="22"/>
                </a:lnTo>
                <a:lnTo>
                  <a:pt x="272" y="22"/>
                </a:lnTo>
                <a:lnTo>
                  <a:pt x="272" y="23"/>
                </a:lnTo>
                <a:lnTo>
                  <a:pt x="273" y="23"/>
                </a:lnTo>
                <a:lnTo>
                  <a:pt x="273" y="24"/>
                </a:lnTo>
                <a:lnTo>
                  <a:pt x="274" y="24"/>
                </a:lnTo>
                <a:lnTo>
                  <a:pt x="274" y="25"/>
                </a:lnTo>
                <a:lnTo>
                  <a:pt x="275" y="25"/>
                </a:lnTo>
                <a:lnTo>
                  <a:pt x="275" y="24"/>
                </a:lnTo>
                <a:lnTo>
                  <a:pt x="275" y="25"/>
                </a:lnTo>
                <a:lnTo>
                  <a:pt x="275" y="26"/>
                </a:lnTo>
                <a:lnTo>
                  <a:pt x="276" y="26"/>
                </a:lnTo>
                <a:lnTo>
                  <a:pt x="277" y="26"/>
                </a:lnTo>
                <a:lnTo>
                  <a:pt x="277" y="27"/>
                </a:lnTo>
                <a:lnTo>
                  <a:pt x="278" y="27"/>
                </a:lnTo>
                <a:lnTo>
                  <a:pt x="278" y="28"/>
                </a:lnTo>
                <a:lnTo>
                  <a:pt x="279" y="28"/>
                </a:lnTo>
                <a:lnTo>
                  <a:pt x="279" y="27"/>
                </a:lnTo>
                <a:lnTo>
                  <a:pt x="280" y="27"/>
                </a:lnTo>
                <a:lnTo>
                  <a:pt x="280" y="28"/>
                </a:lnTo>
                <a:lnTo>
                  <a:pt x="281" y="28"/>
                </a:lnTo>
                <a:lnTo>
                  <a:pt x="282" y="28"/>
                </a:lnTo>
                <a:lnTo>
                  <a:pt x="283" y="28"/>
                </a:lnTo>
                <a:lnTo>
                  <a:pt x="283" y="29"/>
                </a:lnTo>
                <a:lnTo>
                  <a:pt x="283" y="30"/>
                </a:lnTo>
                <a:lnTo>
                  <a:pt x="284" y="30"/>
                </a:lnTo>
                <a:lnTo>
                  <a:pt x="285" y="30"/>
                </a:lnTo>
                <a:lnTo>
                  <a:pt x="286" y="30"/>
                </a:lnTo>
                <a:lnTo>
                  <a:pt x="287" y="30"/>
                </a:lnTo>
                <a:lnTo>
                  <a:pt x="287" y="31"/>
                </a:lnTo>
                <a:lnTo>
                  <a:pt x="286" y="32"/>
                </a:lnTo>
                <a:lnTo>
                  <a:pt x="286" y="33"/>
                </a:lnTo>
                <a:lnTo>
                  <a:pt x="286" y="34"/>
                </a:lnTo>
                <a:lnTo>
                  <a:pt x="287" y="34"/>
                </a:lnTo>
                <a:lnTo>
                  <a:pt x="288" y="34"/>
                </a:lnTo>
                <a:lnTo>
                  <a:pt x="288" y="35"/>
                </a:lnTo>
                <a:lnTo>
                  <a:pt x="288" y="34"/>
                </a:lnTo>
                <a:lnTo>
                  <a:pt x="289" y="34"/>
                </a:lnTo>
                <a:lnTo>
                  <a:pt x="289" y="35"/>
                </a:lnTo>
                <a:lnTo>
                  <a:pt x="290" y="35"/>
                </a:lnTo>
                <a:lnTo>
                  <a:pt x="290" y="36"/>
                </a:lnTo>
                <a:lnTo>
                  <a:pt x="291" y="36"/>
                </a:lnTo>
                <a:lnTo>
                  <a:pt x="292" y="37"/>
                </a:lnTo>
                <a:lnTo>
                  <a:pt x="293" y="37"/>
                </a:lnTo>
                <a:lnTo>
                  <a:pt x="293" y="38"/>
                </a:lnTo>
                <a:lnTo>
                  <a:pt x="294" y="38"/>
                </a:lnTo>
                <a:lnTo>
                  <a:pt x="295" y="38"/>
                </a:lnTo>
                <a:lnTo>
                  <a:pt x="295" y="39"/>
                </a:lnTo>
                <a:lnTo>
                  <a:pt x="296" y="39"/>
                </a:lnTo>
                <a:lnTo>
                  <a:pt x="296" y="40"/>
                </a:lnTo>
                <a:lnTo>
                  <a:pt x="296" y="39"/>
                </a:lnTo>
                <a:lnTo>
                  <a:pt x="295" y="38"/>
                </a:lnTo>
                <a:lnTo>
                  <a:pt x="296" y="37"/>
                </a:lnTo>
                <a:lnTo>
                  <a:pt x="296" y="38"/>
                </a:lnTo>
                <a:lnTo>
                  <a:pt x="297" y="39"/>
                </a:lnTo>
                <a:lnTo>
                  <a:pt x="297" y="40"/>
                </a:lnTo>
                <a:lnTo>
                  <a:pt x="297" y="42"/>
                </a:lnTo>
                <a:lnTo>
                  <a:pt x="297" y="43"/>
                </a:lnTo>
                <a:lnTo>
                  <a:pt x="296" y="43"/>
                </a:lnTo>
                <a:lnTo>
                  <a:pt x="296" y="44"/>
                </a:lnTo>
                <a:lnTo>
                  <a:pt x="296" y="45"/>
                </a:lnTo>
                <a:lnTo>
                  <a:pt x="296" y="46"/>
                </a:lnTo>
                <a:lnTo>
                  <a:pt x="297" y="46"/>
                </a:lnTo>
                <a:lnTo>
                  <a:pt x="298" y="46"/>
                </a:lnTo>
                <a:lnTo>
                  <a:pt x="298" y="45"/>
                </a:lnTo>
                <a:lnTo>
                  <a:pt x="299" y="45"/>
                </a:lnTo>
                <a:lnTo>
                  <a:pt x="299" y="46"/>
                </a:lnTo>
                <a:lnTo>
                  <a:pt x="300" y="47"/>
                </a:lnTo>
                <a:lnTo>
                  <a:pt x="300" y="48"/>
                </a:lnTo>
                <a:lnTo>
                  <a:pt x="301" y="48"/>
                </a:lnTo>
                <a:lnTo>
                  <a:pt x="302" y="48"/>
                </a:lnTo>
                <a:lnTo>
                  <a:pt x="303" y="48"/>
                </a:lnTo>
                <a:lnTo>
                  <a:pt x="304" y="48"/>
                </a:lnTo>
                <a:lnTo>
                  <a:pt x="304" y="49"/>
                </a:lnTo>
                <a:lnTo>
                  <a:pt x="304" y="48"/>
                </a:lnTo>
                <a:lnTo>
                  <a:pt x="305" y="48"/>
                </a:lnTo>
                <a:lnTo>
                  <a:pt x="306" y="48"/>
                </a:lnTo>
                <a:lnTo>
                  <a:pt x="307" y="49"/>
                </a:lnTo>
                <a:lnTo>
                  <a:pt x="307" y="50"/>
                </a:lnTo>
                <a:lnTo>
                  <a:pt x="307" y="51"/>
                </a:lnTo>
                <a:lnTo>
                  <a:pt x="308" y="51"/>
                </a:lnTo>
                <a:lnTo>
                  <a:pt x="308" y="52"/>
                </a:lnTo>
                <a:lnTo>
                  <a:pt x="308" y="51"/>
                </a:lnTo>
                <a:lnTo>
                  <a:pt x="309" y="51"/>
                </a:lnTo>
                <a:lnTo>
                  <a:pt x="310" y="51"/>
                </a:lnTo>
                <a:lnTo>
                  <a:pt x="310" y="50"/>
                </a:lnTo>
                <a:lnTo>
                  <a:pt x="310" y="49"/>
                </a:lnTo>
                <a:lnTo>
                  <a:pt x="311" y="49"/>
                </a:lnTo>
                <a:lnTo>
                  <a:pt x="312" y="48"/>
                </a:lnTo>
                <a:lnTo>
                  <a:pt x="312" y="49"/>
                </a:lnTo>
                <a:lnTo>
                  <a:pt x="312" y="50"/>
                </a:lnTo>
                <a:lnTo>
                  <a:pt x="311" y="50"/>
                </a:lnTo>
                <a:lnTo>
                  <a:pt x="311" y="51"/>
                </a:lnTo>
                <a:lnTo>
                  <a:pt x="311" y="52"/>
                </a:lnTo>
                <a:lnTo>
                  <a:pt x="312" y="52"/>
                </a:lnTo>
                <a:lnTo>
                  <a:pt x="312" y="53"/>
                </a:lnTo>
                <a:lnTo>
                  <a:pt x="312" y="52"/>
                </a:lnTo>
                <a:lnTo>
                  <a:pt x="312" y="53"/>
                </a:lnTo>
                <a:lnTo>
                  <a:pt x="313" y="53"/>
                </a:lnTo>
                <a:lnTo>
                  <a:pt x="314" y="53"/>
                </a:lnTo>
                <a:lnTo>
                  <a:pt x="314" y="54"/>
                </a:lnTo>
                <a:lnTo>
                  <a:pt x="315" y="54"/>
                </a:lnTo>
                <a:lnTo>
                  <a:pt x="316" y="54"/>
                </a:lnTo>
                <a:lnTo>
                  <a:pt x="316" y="55"/>
                </a:lnTo>
                <a:lnTo>
                  <a:pt x="316" y="54"/>
                </a:lnTo>
                <a:lnTo>
                  <a:pt x="317" y="54"/>
                </a:lnTo>
                <a:lnTo>
                  <a:pt x="317" y="55"/>
                </a:lnTo>
                <a:lnTo>
                  <a:pt x="318" y="56"/>
                </a:lnTo>
                <a:lnTo>
                  <a:pt x="318" y="58"/>
                </a:lnTo>
                <a:lnTo>
                  <a:pt x="317" y="58"/>
                </a:lnTo>
                <a:lnTo>
                  <a:pt x="317" y="59"/>
                </a:lnTo>
                <a:lnTo>
                  <a:pt x="317" y="60"/>
                </a:lnTo>
                <a:lnTo>
                  <a:pt x="316" y="60"/>
                </a:lnTo>
                <a:lnTo>
                  <a:pt x="316" y="61"/>
                </a:lnTo>
                <a:lnTo>
                  <a:pt x="316" y="64"/>
                </a:lnTo>
                <a:lnTo>
                  <a:pt x="316" y="65"/>
                </a:lnTo>
                <a:lnTo>
                  <a:pt x="316" y="64"/>
                </a:lnTo>
                <a:lnTo>
                  <a:pt x="316" y="63"/>
                </a:lnTo>
                <a:lnTo>
                  <a:pt x="317" y="63"/>
                </a:lnTo>
                <a:lnTo>
                  <a:pt x="317" y="62"/>
                </a:lnTo>
                <a:lnTo>
                  <a:pt x="318" y="62"/>
                </a:lnTo>
                <a:lnTo>
                  <a:pt x="319" y="62"/>
                </a:lnTo>
                <a:lnTo>
                  <a:pt x="319" y="61"/>
                </a:lnTo>
                <a:lnTo>
                  <a:pt x="319" y="60"/>
                </a:lnTo>
                <a:lnTo>
                  <a:pt x="320" y="60"/>
                </a:lnTo>
                <a:lnTo>
                  <a:pt x="321" y="60"/>
                </a:lnTo>
                <a:lnTo>
                  <a:pt x="322" y="60"/>
                </a:lnTo>
                <a:lnTo>
                  <a:pt x="323" y="60"/>
                </a:lnTo>
                <a:lnTo>
                  <a:pt x="324" y="60"/>
                </a:lnTo>
                <a:lnTo>
                  <a:pt x="324" y="59"/>
                </a:lnTo>
                <a:lnTo>
                  <a:pt x="325" y="59"/>
                </a:lnTo>
                <a:lnTo>
                  <a:pt x="325" y="58"/>
                </a:lnTo>
                <a:lnTo>
                  <a:pt x="326" y="57"/>
                </a:lnTo>
                <a:lnTo>
                  <a:pt x="326" y="58"/>
                </a:lnTo>
                <a:lnTo>
                  <a:pt x="326" y="57"/>
                </a:lnTo>
                <a:lnTo>
                  <a:pt x="327" y="57"/>
                </a:lnTo>
                <a:lnTo>
                  <a:pt x="327" y="56"/>
                </a:lnTo>
                <a:lnTo>
                  <a:pt x="328" y="56"/>
                </a:lnTo>
                <a:lnTo>
                  <a:pt x="328" y="55"/>
                </a:lnTo>
                <a:lnTo>
                  <a:pt x="329" y="55"/>
                </a:lnTo>
                <a:lnTo>
                  <a:pt x="329" y="54"/>
                </a:lnTo>
                <a:lnTo>
                  <a:pt x="329" y="53"/>
                </a:lnTo>
                <a:lnTo>
                  <a:pt x="329" y="52"/>
                </a:lnTo>
                <a:lnTo>
                  <a:pt x="330" y="52"/>
                </a:lnTo>
                <a:lnTo>
                  <a:pt x="330" y="51"/>
                </a:lnTo>
                <a:lnTo>
                  <a:pt x="331" y="51"/>
                </a:lnTo>
                <a:lnTo>
                  <a:pt x="331" y="50"/>
                </a:lnTo>
                <a:lnTo>
                  <a:pt x="332" y="50"/>
                </a:lnTo>
                <a:lnTo>
                  <a:pt x="332" y="51"/>
                </a:lnTo>
                <a:lnTo>
                  <a:pt x="333" y="51"/>
                </a:lnTo>
                <a:lnTo>
                  <a:pt x="334" y="51"/>
                </a:lnTo>
                <a:lnTo>
                  <a:pt x="336" y="51"/>
                </a:lnTo>
                <a:lnTo>
                  <a:pt x="336" y="52"/>
                </a:lnTo>
                <a:lnTo>
                  <a:pt x="336" y="53"/>
                </a:lnTo>
                <a:lnTo>
                  <a:pt x="337" y="53"/>
                </a:lnTo>
                <a:lnTo>
                  <a:pt x="338" y="54"/>
                </a:lnTo>
                <a:lnTo>
                  <a:pt x="339" y="54"/>
                </a:lnTo>
                <a:lnTo>
                  <a:pt x="340" y="53"/>
                </a:lnTo>
                <a:lnTo>
                  <a:pt x="341" y="53"/>
                </a:lnTo>
                <a:lnTo>
                  <a:pt x="341" y="52"/>
                </a:lnTo>
                <a:lnTo>
                  <a:pt x="342" y="52"/>
                </a:lnTo>
                <a:lnTo>
                  <a:pt x="343" y="52"/>
                </a:lnTo>
                <a:lnTo>
                  <a:pt x="344" y="52"/>
                </a:lnTo>
                <a:lnTo>
                  <a:pt x="345" y="52"/>
                </a:lnTo>
                <a:lnTo>
                  <a:pt x="345" y="53"/>
                </a:lnTo>
                <a:lnTo>
                  <a:pt x="346" y="53"/>
                </a:lnTo>
                <a:lnTo>
                  <a:pt x="347" y="52"/>
                </a:lnTo>
                <a:lnTo>
                  <a:pt x="347" y="53"/>
                </a:lnTo>
                <a:lnTo>
                  <a:pt x="348" y="53"/>
                </a:lnTo>
                <a:lnTo>
                  <a:pt x="348" y="54"/>
                </a:lnTo>
                <a:lnTo>
                  <a:pt x="349" y="54"/>
                </a:lnTo>
                <a:lnTo>
                  <a:pt x="349" y="55"/>
                </a:lnTo>
                <a:lnTo>
                  <a:pt x="349" y="54"/>
                </a:lnTo>
                <a:lnTo>
                  <a:pt x="350" y="54"/>
                </a:lnTo>
                <a:lnTo>
                  <a:pt x="351" y="54"/>
                </a:lnTo>
                <a:lnTo>
                  <a:pt x="351" y="55"/>
                </a:lnTo>
                <a:lnTo>
                  <a:pt x="352" y="55"/>
                </a:lnTo>
                <a:lnTo>
                  <a:pt x="353" y="54"/>
                </a:lnTo>
                <a:lnTo>
                  <a:pt x="353" y="53"/>
                </a:lnTo>
                <a:lnTo>
                  <a:pt x="353" y="52"/>
                </a:lnTo>
                <a:lnTo>
                  <a:pt x="354" y="52"/>
                </a:lnTo>
                <a:lnTo>
                  <a:pt x="354" y="51"/>
                </a:lnTo>
                <a:lnTo>
                  <a:pt x="355" y="50"/>
                </a:lnTo>
                <a:lnTo>
                  <a:pt x="355" y="49"/>
                </a:lnTo>
                <a:lnTo>
                  <a:pt x="355" y="48"/>
                </a:lnTo>
                <a:lnTo>
                  <a:pt x="356" y="48"/>
                </a:lnTo>
                <a:lnTo>
                  <a:pt x="356" y="49"/>
                </a:lnTo>
                <a:lnTo>
                  <a:pt x="357" y="49"/>
                </a:lnTo>
                <a:lnTo>
                  <a:pt x="358" y="49"/>
                </a:lnTo>
                <a:lnTo>
                  <a:pt x="358" y="48"/>
                </a:lnTo>
                <a:lnTo>
                  <a:pt x="359" y="48"/>
                </a:lnTo>
                <a:lnTo>
                  <a:pt x="359" y="47"/>
                </a:lnTo>
                <a:lnTo>
                  <a:pt x="359" y="46"/>
                </a:lnTo>
                <a:lnTo>
                  <a:pt x="360" y="46"/>
                </a:lnTo>
                <a:lnTo>
                  <a:pt x="361" y="46"/>
                </a:lnTo>
                <a:lnTo>
                  <a:pt x="362" y="46"/>
                </a:lnTo>
                <a:lnTo>
                  <a:pt x="361" y="46"/>
                </a:lnTo>
                <a:lnTo>
                  <a:pt x="361" y="45"/>
                </a:lnTo>
                <a:lnTo>
                  <a:pt x="361" y="44"/>
                </a:lnTo>
                <a:lnTo>
                  <a:pt x="362" y="44"/>
                </a:lnTo>
                <a:lnTo>
                  <a:pt x="362" y="43"/>
                </a:lnTo>
                <a:lnTo>
                  <a:pt x="362" y="42"/>
                </a:lnTo>
                <a:lnTo>
                  <a:pt x="363" y="42"/>
                </a:lnTo>
                <a:lnTo>
                  <a:pt x="363" y="41"/>
                </a:lnTo>
                <a:lnTo>
                  <a:pt x="362" y="41"/>
                </a:lnTo>
                <a:lnTo>
                  <a:pt x="362" y="40"/>
                </a:lnTo>
                <a:lnTo>
                  <a:pt x="363" y="40"/>
                </a:lnTo>
                <a:lnTo>
                  <a:pt x="364" y="39"/>
                </a:lnTo>
                <a:lnTo>
                  <a:pt x="365" y="38"/>
                </a:lnTo>
                <a:lnTo>
                  <a:pt x="366" y="37"/>
                </a:lnTo>
                <a:lnTo>
                  <a:pt x="367" y="36"/>
                </a:lnTo>
                <a:lnTo>
                  <a:pt x="368" y="35"/>
                </a:lnTo>
                <a:lnTo>
                  <a:pt x="369" y="35"/>
                </a:lnTo>
                <a:lnTo>
                  <a:pt x="370" y="35"/>
                </a:lnTo>
                <a:lnTo>
                  <a:pt x="371" y="35"/>
                </a:lnTo>
                <a:lnTo>
                  <a:pt x="372" y="35"/>
                </a:lnTo>
                <a:lnTo>
                  <a:pt x="373" y="36"/>
                </a:lnTo>
                <a:lnTo>
                  <a:pt x="374" y="36"/>
                </a:lnTo>
                <a:lnTo>
                  <a:pt x="374" y="37"/>
                </a:lnTo>
                <a:lnTo>
                  <a:pt x="374" y="38"/>
                </a:lnTo>
                <a:lnTo>
                  <a:pt x="374" y="39"/>
                </a:lnTo>
                <a:lnTo>
                  <a:pt x="375" y="39"/>
                </a:lnTo>
                <a:lnTo>
                  <a:pt x="375" y="40"/>
                </a:lnTo>
                <a:lnTo>
                  <a:pt x="374" y="41"/>
                </a:lnTo>
                <a:lnTo>
                  <a:pt x="374" y="42"/>
                </a:lnTo>
                <a:lnTo>
                  <a:pt x="374" y="43"/>
                </a:lnTo>
                <a:lnTo>
                  <a:pt x="374" y="44"/>
                </a:lnTo>
                <a:lnTo>
                  <a:pt x="374" y="45"/>
                </a:lnTo>
                <a:lnTo>
                  <a:pt x="375" y="46"/>
                </a:lnTo>
                <a:lnTo>
                  <a:pt x="376" y="46"/>
                </a:lnTo>
                <a:lnTo>
                  <a:pt x="376" y="45"/>
                </a:lnTo>
                <a:lnTo>
                  <a:pt x="377" y="44"/>
                </a:lnTo>
                <a:lnTo>
                  <a:pt x="378" y="43"/>
                </a:lnTo>
                <a:lnTo>
                  <a:pt x="378" y="42"/>
                </a:lnTo>
                <a:lnTo>
                  <a:pt x="379" y="41"/>
                </a:lnTo>
                <a:lnTo>
                  <a:pt x="380" y="40"/>
                </a:lnTo>
                <a:lnTo>
                  <a:pt x="381" y="39"/>
                </a:lnTo>
                <a:lnTo>
                  <a:pt x="381" y="38"/>
                </a:lnTo>
                <a:lnTo>
                  <a:pt x="382" y="37"/>
                </a:lnTo>
                <a:lnTo>
                  <a:pt x="383" y="37"/>
                </a:lnTo>
                <a:lnTo>
                  <a:pt x="383" y="38"/>
                </a:lnTo>
                <a:lnTo>
                  <a:pt x="383" y="39"/>
                </a:lnTo>
                <a:lnTo>
                  <a:pt x="382" y="40"/>
                </a:lnTo>
                <a:lnTo>
                  <a:pt x="382" y="41"/>
                </a:lnTo>
                <a:lnTo>
                  <a:pt x="382" y="42"/>
                </a:lnTo>
                <a:lnTo>
                  <a:pt x="382" y="43"/>
                </a:lnTo>
                <a:lnTo>
                  <a:pt x="381" y="43"/>
                </a:lnTo>
                <a:lnTo>
                  <a:pt x="381" y="44"/>
                </a:lnTo>
                <a:lnTo>
                  <a:pt x="380" y="46"/>
                </a:lnTo>
                <a:lnTo>
                  <a:pt x="379" y="47"/>
                </a:lnTo>
                <a:lnTo>
                  <a:pt x="378" y="47"/>
                </a:lnTo>
                <a:lnTo>
                  <a:pt x="377" y="48"/>
                </a:lnTo>
                <a:lnTo>
                  <a:pt x="377" y="49"/>
                </a:lnTo>
                <a:lnTo>
                  <a:pt x="376" y="49"/>
                </a:lnTo>
                <a:lnTo>
                  <a:pt x="375" y="49"/>
                </a:lnTo>
                <a:lnTo>
                  <a:pt x="375" y="50"/>
                </a:lnTo>
                <a:lnTo>
                  <a:pt x="374" y="51"/>
                </a:lnTo>
                <a:lnTo>
                  <a:pt x="373" y="52"/>
                </a:lnTo>
                <a:lnTo>
                  <a:pt x="373" y="53"/>
                </a:lnTo>
                <a:lnTo>
                  <a:pt x="373" y="54"/>
                </a:lnTo>
                <a:lnTo>
                  <a:pt x="373" y="55"/>
                </a:lnTo>
                <a:lnTo>
                  <a:pt x="374" y="57"/>
                </a:lnTo>
                <a:lnTo>
                  <a:pt x="374" y="58"/>
                </a:lnTo>
                <a:lnTo>
                  <a:pt x="374" y="60"/>
                </a:lnTo>
                <a:lnTo>
                  <a:pt x="375" y="61"/>
                </a:lnTo>
                <a:lnTo>
                  <a:pt x="375" y="62"/>
                </a:lnTo>
                <a:lnTo>
                  <a:pt x="375" y="63"/>
                </a:lnTo>
                <a:lnTo>
                  <a:pt x="375" y="65"/>
                </a:lnTo>
                <a:lnTo>
                  <a:pt x="375" y="66"/>
                </a:lnTo>
                <a:lnTo>
                  <a:pt x="376" y="67"/>
                </a:lnTo>
                <a:lnTo>
                  <a:pt x="377" y="68"/>
                </a:lnTo>
                <a:lnTo>
                  <a:pt x="378" y="68"/>
                </a:lnTo>
                <a:lnTo>
                  <a:pt x="378" y="67"/>
                </a:lnTo>
                <a:lnTo>
                  <a:pt x="378" y="66"/>
                </a:lnTo>
                <a:lnTo>
                  <a:pt x="379" y="66"/>
                </a:lnTo>
                <a:lnTo>
                  <a:pt x="379" y="65"/>
                </a:lnTo>
                <a:lnTo>
                  <a:pt x="380" y="64"/>
                </a:lnTo>
                <a:lnTo>
                  <a:pt x="381" y="63"/>
                </a:lnTo>
                <a:lnTo>
                  <a:pt x="382" y="63"/>
                </a:lnTo>
                <a:lnTo>
                  <a:pt x="383" y="62"/>
                </a:lnTo>
                <a:lnTo>
                  <a:pt x="384" y="62"/>
                </a:lnTo>
                <a:lnTo>
                  <a:pt x="385" y="62"/>
                </a:lnTo>
                <a:lnTo>
                  <a:pt x="386" y="62"/>
                </a:lnTo>
                <a:lnTo>
                  <a:pt x="387" y="63"/>
                </a:lnTo>
                <a:lnTo>
                  <a:pt x="387" y="64"/>
                </a:lnTo>
                <a:lnTo>
                  <a:pt x="387" y="65"/>
                </a:lnTo>
                <a:lnTo>
                  <a:pt x="387" y="66"/>
                </a:lnTo>
                <a:lnTo>
                  <a:pt x="387" y="67"/>
                </a:lnTo>
                <a:lnTo>
                  <a:pt x="387" y="68"/>
                </a:lnTo>
                <a:lnTo>
                  <a:pt x="387" y="69"/>
                </a:lnTo>
                <a:lnTo>
                  <a:pt x="387" y="70"/>
                </a:lnTo>
                <a:lnTo>
                  <a:pt x="388" y="71"/>
                </a:lnTo>
                <a:lnTo>
                  <a:pt x="389" y="71"/>
                </a:lnTo>
                <a:lnTo>
                  <a:pt x="390" y="71"/>
                </a:lnTo>
                <a:lnTo>
                  <a:pt x="390" y="69"/>
                </a:lnTo>
                <a:lnTo>
                  <a:pt x="390" y="68"/>
                </a:lnTo>
                <a:lnTo>
                  <a:pt x="390" y="69"/>
                </a:lnTo>
                <a:lnTo>
                  <a:pt x="391" y="69"/>
                </a:lnTo>
                <a:lnTo>
                  <a:pt x="392" y="69"/>
                </a:lnTo>
                <a:lnTo>
                  <a:pt x="393" y="69"/>
                </a:lnTo>
                <a:lnTo>
                  <a:pt x="394" y="69"/>
                </a:lnTo>
                <a:lnTo>
                  <a:pt x="395" y="69"/>
                </a:lnTo>
                <a:lnTo>
                  <a:pt x="395" y="68"/>
                </a:lnTo>
                <a:lnTo>
                  <a:pt x="396" y="67"/>
                </a:lnTo>
                <a:lnTo>
                  <a:pt x="397" y="66"/>
                </a:lnTo>
                <a:lnTo>
                  <a:pt x="397" y="65"/>
                </a:lnTo>
                <a:lnTo>
                  <a:pt x="398" y="65"/>
                </a:lnTo>
                <a:lnTo>
                  <a:pt x="398" y="64"/>
                </a:lnTo>
                <a:lnTo>
                  <a:pt x="398" y="63"/>
                </a:lnTo>
                <a:lnTo>
                  <a:pt x="399" y="63"/>
                </a:lnTo>
                <a:lnTo>
                  <a:pt x="399" y="62"/>
                </a:lnTo>
                <a:lnTo>
                  <a:pt x="400" y="62"/>
                </a:lnTo>
                <a:lnTo>
                  <a:pt x="400" y="61"/>
                </a:lnTo>
                <a:lnTo>
                  <a:pt x="400" y="60"/>
                </a:lnTo>
                <a:lnTo>
                  <a:pt x="401" y="60"/>
                </a:lnTo>
                <a:lnTo>
                  <a:pt x="401" y="59"/>
                </a:lnTo>
                <a:lnTo>
                  <a:pt x="402" y="59"/>
                </a:lnTo>
                <a:lnTo>
                  <a:pt x="403" y="58"/>
                </a:lnTo>
                <a:lnTo>
                  <a:pt x="404" y="58"/>
                </a:lnTo>
                <a:lnTo>
                  <a:pt x="404" y="57"/>
                </a:lnTo>
                <a:lnTo>
                  <a:pt x="405" y="57"/>
                </a:lnTo>
                <a:lnTo>
                  <a:pt x="405" y="55"/>
                </a:lnTo>
                <a:lnTo>
                  <a:pt x="406" y="55"/>
                </a:lnTo>
                <a:lnTo>
                  <a:pt x="407" y="53"/>
                </a:lnTo>
                <a:lnTo>
                  <a:pt x="408" y="52"/>
                </a:lnTo>
                <a:lnTo>
                  <a:pt x="408" y="51"/>
                </a:lnTo>
                <a:lnTo>
                  <a:pt x="409" y="50"/>
                </a:lnTo>
                <a:lnTo>
                  <a:pt x="410" y="49"/>
                </a:lnTo>
                <a:lnTo>
                  <a:pt x="410" y="48"/>
                </a:lnTo>
                <a:lnTo>
                  <a:pt x="411" y="48"/>
                </a:lnTo>
                <a:lnTo>
                  <a:pt x="411" y="47"/>
                </a:lnTo>
                <a:lnTo>
                  <a:pt x="412" y="46"/>
                </a:lnTo>
                <a:lnTo>
                  <a:pt x="413" y="45"/>
                </a:lnTo>
                <a:lnTo>
                  <a:pt x="417" y="41"/>
                </a:lnTo>
                <a:lnTo>
                  <a:pt x="418" y="41"/>
                </a:lnTo>
                <a:lnTo>
                  <a:pt x="418" y="40"/>
                </a:lnTo>
                <a:lnTo>
                  <a:pt x="419" y="40"/>
                </a:lnTo>
                <a:lnTo>
                  <a:pt x="419" y="39"/>
                </a:lnTo>
                <a:lnTo>
                  <a:pt x="420" y="39"/>
                </a:lnTo>
                <a:lnTo>
                  <a:pt x="420" y="38"/>
                </a:lnTo>
                <a:lnTo>
                  <a:pt x="421" y="38"/>
                </a:lnTo>
                <a:lnTo>
                  <a:pt x="422" y="38"/>
                </a:lnTo>
                <a:lnTo>
                  <a:pt x="422" y="37"/>
                </a:lnTo>
                <a:lnTo>
                  <a:pt x="423" y="37"/>
                </a:lnTo>
                <a:lnTo>
                  <a:pt x="424" y="36"/>
                </a:lnTo>
                <a:lnTo>
                  <a:pt x="425" y="35"/>
                </a:lnTo>
                <a:lnTo>
                  <a:pt x="426" y="34"/>
                </a:lnTo>
                <a:lnTo>
                  <a:pt x="426" y="33"/>
                </a:lnTo>
                <a:lnTo>
                  <a:pt x="427" y="33"/>
                </a:lnTo>
                <a:lnTo>
                  <a:pt x="427" y="32"/>
                </a:lnTo>
                <a:lnTo>
                  <a:pt x="428" y="32"/>
                </a:lnTo>
                <a:lnTo>
                  <a:pt x="428" y="31"/>
                </a:lnTo>
                <a:lnTo>
                  <a:pt x="429" y="31"/>
                </a:lnTo>
                <a:lnTo>
                  <a:pt x="429" y="30"/>
                </a:lnTo>
                <a:lnTo>
                  <a:pt x="430" y="30"/>
                </a:lnTo>
                <a:lnTo>
                  <a:pt x="431" y="29"/>
                </a:lnTo>
                <a:lnTo>
                  <a:pt x="432" y="29"/>
                </a:lnTo>
                <a:lnTo>
                  <a:pt x="433" y="30"/>
                </a:lnTo>
                <a:lnTo>
                  <a:pt x="433" y="31"/>
                </a:lnTo>
                <a:lnTo>
                  <a:pt x="432" y="31"/>
                </a:lnTo>
                <a:lnTo>
                  <a:pt x="433" y="31"/>
                </a:lnTo>
                <a:lnTo>
                  <a:pt x="433" y="32"/>
                </a:lnTo>
                <a:lnTo>
                  <a:pt x="432" y="32"/>
                </a:lnTo>
                <a:lnTo>
                  <a:pt x="431" y="32"/>
                </a:lnTo>
                <a:lnTo>
                  <a:pt x="431" y="33"/>
                </a:lnTo>
                <a:lnTo>
                  <a:pt x="432" y="33"/>
                </a:lnTo>
                <a:lnTo>
                  <a:pt x="432" y="34"/>
                </a:lnTo>
                <a:lnTo>
                  <a:pt x="431" y="34"/>
                </a:lnTo>
                <a:lnTo>
                  <a:pt x="431" y="35"/>
                </a:lnTo>
                <a:lnTo>
                  <a:pt x="432" y="35"/>
                </a:lnTo>
                <a:lnTo>
                  <a:pt x="431" y="35"/>
                </a:lnTo>
                <a:lnTo>
                  <a:pt x="431" y="36"/>
                </a:lnTo>
                <a:lnTo>
                  <a:pt x="430" y="36"/>
                </a:lnTo>
                <a:lnTo>
                  <a:pt x="430" y="37"/>
                </a:lnTo>
                <a:lnTo>
                  <a:pt x="431" y="37"/>
                </a:lnTo>
                <a:lnTo>
                  <a:pt x="430" y="37"/>
                </a:lnTo>
                <a:lnTo>
                  <a:pt x="430" y="39"/>
                </a:lnTo>
                <a:lnTo>
                  <a:pt x="430" y="40"/>
                </a:lnTo>
                <a:lnTo>
                  <a:pt x="430" y="41"/>
                </a:lnTo>
                <a:lnTo>
                  <a:pt x="430" y="42"/>
                </a:lnTo>
                <a:lnTo>
                  <a:pt x="429" y="43"/>
                </a:lnTo>
                <a:lnTo>
                  <a:pt x="429" y="44"/>
                </a:lnTo>
                <a:lnTo>
                  <a:pt x="429" y="45"/>
                </a:lnTo>
                <a:lnTo>
                  <a:pt x="429" y="46"/>
                </a:lnTo>
                <a:lnTo>
                  <a:pt x="430" y="46"/>
                </a:lnTo>
                <a:lnTo>
                  <a:pt x="431" y="46"/>
                </a:lnTo>
                <a:lnTo>
                  <a:pt x="431" y="47"/>
                </a:lnTo>
                <a:lnTo>
                  <a:pt x="432" y="47"/>
                </a:lnTo>
                <a:lnTo>
                  <a:pt x="432" y="46"/>
                </a:lnTo>
                <a:lnTo>
                  <a:pt x="433" y="46"/>
                </a:lnTo>
                <a:lnTo>
                  <a:pt x="434" y="47"/>
                </a:lnTo>
                <a:lnTo>
                  <a:pt x="435" y="47"/>
                </a:lnTo>
                <a:lnTo>
                  <a:pt x="436" y="47"/>
                </a:lnTo>
                <a:lnTo>
                  <a:pt x="437" y="47"/>
                </a:lnTo>
                <a:lnTo>
                  <a:pt x="438" y="47"/>
                </a:lnTo>
                <a:lnTo>
                  <a:pt x="439" y="47"/>
                </a:lnTo>
                <a:lnTo>
                  <a:pt x="439" y="46"/>
                </a:lnTo>
                <a:lnTo>
                  <a:pt x="439" y="45"/>
                </a:lnTo>
                <a:lnTo>
                  <a:pt x="439" y="46"/>
                </a:lnTo>
                <a:lnTo>
                  <a:pt x="440" y="46"/>
                </a:lnTo>
                <a:lnTo>
                  <a:pt x="440" y="45"/>
                </a:lnTo>
                <a:lnTo>
                  <a:pt x="440" y="46"/>
                </a:lnTo>
                <a:lnTo>
                  <a:pt x="441" y="47"/>
                </a:lnTo>
                <a:lnTo>
                  <a:pt x="441" y="48"/>
                </a:lnTo>
                <a:lnTo>
                  <a:pt x="441" y="49"/>
                </a:lnTo>
                <a:lnTo>
                  <a:pt x="442" y="49"/>
                </a:lnTo>
                <a:lnTo>
                  <a:pt x="442" y="50"/>
                </a:lnTo>
                <a:lnTo>
                  <a:pt x="441" y="50"/>
                </a:lnTo>
                <a:lnTo>
                  <a:pt x="441" y="51"/>
                </a:lnTo>
                <a:lnTo>
                  <a:pt x="442" y="51"/>
                </a:lnTo>
                <a:lnTo>
                  <a:pt x="442" y="50"/>
                </a:lnTo>
                <a:lnTo>
                  <a:pt x="443" y="50"/>
                </a:lnTo>
                <a:lnTo>
                  <a:pt x="443" y="51"/>
                </a:lnTo>
                <a:lnTo>
                  <a:pt x="444" y="51"/>
                </a:lnTo>
                <a:lnTo>
                  <a:pt x="444" y="52"/>
                </a:lnTo>
                <a:lnTo>
                  <a:pt x="444" y="53"/>
                </a:lnTo>
                <a:lnTo>
                  <a:pt x="445" y="53"/>
                </a:lnTo>
                <a:lnTo>
                  <a:pt x="446" y="53"/>
                </a:lnTo>
                <a:lnTo>
                  <a:pt x="446" y="54"/>
                </a:lnTo>
                <a:lnTo>
                  <a:pt x="447" y="55"/>
                </a:lnTo>
                <a:lnTo>
                  <a:pt x="447" y="56"/>
                </a:lnTo>
                <a:lnTo>
                  <a:pt x="446" y="57"/>
                </a:lnTo>
                <a:lnTo>
                  <a:pt x="445" y="57"/>
                </a:lnTo>
                <a:lnTo>
                  <a:pt x="445" y="58"/>
                </a:lnTo>
                <a:lnTo>
                  <a:pt x="444" y="58"/>
                </a:lnTo>
                <a:lnTo>
                  <a:pt x="445" y="58"/>
                </a:lnTo>
                <a:lnTo>
                  <a:pt x="445" y="59"/>
                </a:lnTo>
                <a:lnTo>
                  <a:pt x="444" y="59"/>
                </a:lnTo>
                <a:lnTo>
                  <a:pt x="443" y="59"/>
                </a:lnTo>
                <a:lnTo>
                  <a:pt x="442" y="59"/>
                </a:lnTo>
                <a:lnTo>
                  <a:pt x="442" y="60"/>
                </a:lnTo>
                <a:lnTo>
                  <a:pt x="441" y="60"/>
                </a:lnTo>
                <a:lnTo>
                  <a:pt x="441" y="61"/>
                </a:lnTo>
                <a:lnTo>
                  <a:pt x="440" y="61"/>
                </a:lnTo>
                <a:lnTo>
                  <a:pt x="440" y="60"/>
                </a:lnTo>
                <a:lnTo>
                  <a:pt x="440" y="61"/>
                </a:lnTo>
                <a:lnTo>
                  <a:pt x="439" y="61"/>
                </a:lnTo>
                <a:lnTo>
                  <a:pt x="438" y="61"/>
                </a:lnTo>
                <a:lnTo>
                  <a:pt x="438" y="62"/>
                </a:lnTo>
                <a:lnTo>
                  <a:pt x="437" y="62"/>
                </a:lnTo>
                <a:lnTo>
                  <a:pt x="437" y="63"/>
                </a:lnTo>
                <a:lnTo>
                  <a:pt x="438" y="63"/>
                </a:lnTo>
                <a:lnTo>
                  <a:pt x="439" y="63"/>
                </a:lnTo>
                <a:lnTo>
                  <a:pt x="440" y="63"/>
                </a:lnTo>
                <a:lnTo>
                  <a:pt x="441" y="63"/>
                </a:lnTo>
                <a:lnTo>
                  <a:pt x="442" y="63"/>
                </a:lnTo>
                <a:lnTo>
                  <a:pt x="443" y="63"/>
                </a:lnTo>
                <a:lnTo>
                  <a:pt x="443" y="64"/>
                </a:lnTo>
                <a:lnTo>
                  <a:pt x="443" y="65"/>
                </a:lnTo>
                <a:lnTo>
                  <a:pt x="444" y="65"/>
                </a:lnTo>
                <a:lnTo>
                  <a:pt x="444" y="66"/>
                </a:lnTo>
                <a:lnTo>
                  <a:pt x="445" y="66"/>
                </a:lnTo>
                <a:lnTo>
                  <a:pt x="445" y="67"/>
                </a:lnTo>
                <a:lnTo>
                  <a:pt x="446" y="67"/>
                </a:lnTo>
                <a:lnTo>
                  <a:pt x="447" y="67"/>
                </a:lnTo>
                <a:lnTo>
                  <a:pt x="447" y="68"/>
                </a:lnTo>
                <a:lnTo>
                  <a:pt x="448" y="68"/>
                </a:lnTo>
                <a:lnTo>
                  <a:pt x="448" y="69"/>
                </a:lnTo>
                <a:lnTo>
                  <a:pt x="448" y="70"/>
                </a:lnTo>
                <a:lnTo>
                  <a:pt x="448" y="71"/>
                </a:lnTo>
                <a:lnTo>
                  <a:pt x="447" y="71"/>
                </a:lnTo>
                <a:lnTo>
                  <a:pt x="447" y="72"/>
                </a:lnTo>
                <a:lnTo>
                  <a:pt x="447" y="73"/>
                </a:lnTo>
                <a:lnTo>
                  <a:pt x="447" y="74"/>
                </a:lnTo>
                <a:lnTo>
                  <a:pt x="447" y="75"/>
                </a:lnTo>
                <a:lnTo>
                  <a:pt x="446" y="75"/>
                </a:lnTo>
                <a:lnTo>
                  <a:pt x="446" y="76"/>
                </a:lnTo>
                <a:lnTo>
                  <a:pt x="445" y="76"/>
                </a:lnTo>
                <a:lnTo>
                  <a:pt x="445" y="75"/>
                </a:lnTo>
                <a:lnTo>
                  <a:pt x="444" y="75"/>
                </a:lnTo>
                <a:lnTo>
                  <a:pt x="443" y="75"/>
                </a:lnTo>
                <a:lnTo>
                  <a:pt x="442" y="75"/>
                </a:lnTo>
                <a:lnTo>
                  <a:pt x="441" y="75"/>
                </a:lnTo>
                <a:lnTo>
                  <a:pt x="441" y="76"/>
                </a:lnTo>
                <a:lnTo>
                  <a:pt x="440" y="77"/>
                </a:lnTo>
                <a:lnTo>
                  <a:pt x="440" y="78"/>
                </a:lnTo>
                <a:lnTo>
                  <a:pt x="440" y="79"/>
                </a:lnTo>
                <a:lnTo>
                  <a:pt x="440" y="80"/>
                </a:lnTo>
                <a:lnTo>
                  <a:pt x="441" y="80"/>
                </a:lnTo>
                <a:lnTo>
                  <a:pt x="440" y="80"/>
                </a:lnTo>
                <a:lnTo>
                  <a:pt x="440" y="81"/>
                </a:lnTo>
                <a:lnTo>
                  <a:pt x="440" y="82"/>
                </a:lnTo>
                <a:lnTo>
                  <a:pt x="439" y="82"/>
                </a:lnTo>
                <a:lnTo>
                  <a:pt x="438" y="82"/>
                </a:lnTo>
                <a:lnTo>
                  <a:pt x="438" y="83"/>
                </a:lnTo>
                <a:lnTo>
                  <a:pt x="437" y="83"/>
                </a:lnTo>
                <a:lnTo>
                  <a:pt x="437" y="84"/>
                </a:lnTo>
                <a:lnTo>
                  <a:pt x="437" y="85"/>
                </a:lnTo>
                <a:lnTo>
                  <a:pt x="437" y="86"/>
                </a:lnTo>
                <a:lnTo>
                  <a:pt x="436" y="86"/>
                </a:lnTo>
                <a:lnTo>
                  <a:pt x="436" y="87"/>
                </a:lnTo>
                <a:lnTo>
                  <a:pt x="436" y="88"/>
                </a:lnTo>
                <a:lnTo>
                  <a:pt x="435" y="88"/>
                </a:lnTo>
                <a:lnTo>
                  <a:pt x="435" y="89"/>
                </a:lnTo>
                <a:lnTo>
                  <a:pt x="436" y="89"/>
                </a:lnTo>
                <a:lnTo>
                  <a:pt x="436" y="90"/>
                </a:lnTo>
                <a:lnTo>
                  <a:pt x="437" y="90"/>
                </a:lnTo>
                <a:lnTo>
                  <a:pt x="437" y="91"/>
                </a:lnTo>
                <a:lnTo>
                  <a:pt x="437" y="90"/>
                </a:lnTo>
                <a:lnTo>
                  <a:pt x="438" y="90"/>
                </a:lnTo>
                <a:lnTo>
                  <a:pt x="438" y="91"/>
                </a:lnTo>
                <a:lnTo>
                  <a:pt x="439" y="91"/>
                </a:lnTo>
                <a:lnTo>
                  <a:pt x="439" y="92"/>
                </a:lnTo>
                <a:lnTo>
                  <a:pt x="440" y="92"/>
                </a:lnTo>
                <a:lnTo>
                  <a:pt x="440" y="93"/>
                </a:lnTo>
                <a:lnTo>
                  <a:pt x="441" y="93"/>
                </a:lnTo>
                <a:lnTo>
                  <a:pt x="441" y="92"/>
                </a:lnTo>
                <a:lnTo>
                  <a:pt x="441" y="91"/>
                </a:lnTo>
                <a:lnTo>
                  <a:pt x="442" y="91"/>
                </a:lnTo>
                <a:lnTo>
                  <a:pt x="443" y="92"/>
                </a:lnTo>
                <a:lnTo>
                  <a:pt x="443" y="93"/>
                </a:lnTo>
                <a:lnTo>
                  <a:pt x="443" y="94"/>
                </a:lnTo>
                <a:lnTo>
                  <a:pt x="443" y="95"/>
                </a:lnTo>
                <a:lnTo>
                  <a:pt x="443" y="96"/>
                </a:lnTo>
                <a:lnTo>
                  <a:pt x="442" y="96"/>
                </a:lnTo>
                <a:lnTo>
                  <a:pt x="442" y="97"/>
                </a:lnTo>
                <a:lnTo>
                  <a:pt x="441" y="97"/>
                </a:lnTo>
                <a:lnTo>
                  <a:pt x="440" y="98"/>
                </a:lnTo>
                <a:lnTo>
                  <a:pt x="440" y="99"/>
                </a:lnTo>
                <a:lnTo>
                  <a:pt x="441" y="99"/>
                </a:lnTo>
                <a:lnTo>
                  <a:pt x="441" y="101"/>
                </a:lnTo>
                <a:lnTo>
                  <a:pt x="441" y="102"/>
                </a:lnTo>
                <a:lnTo>
                  <a:pt x="441" y="103"/>
                </a:lnTo>
                <a:lnTo>
                  <a:pt x="442" y="103"/>
                </a:lnTo>
                <a:lnTo>
                  <a:pt x="442" y="104"/>
                </a:lnTo>
                <a:lnTo>
                  <a:pt x="442" y="105"/>
                </a:lnTo>
                <a:lnTo>
                  <a:pt x="443" y="105"/>
                </a:lnTo>
                <a:lnTo>
                  <a:pt x="443" y="106"/>
                </a:lnTo>
                <a:lnTo>
                  <a:pt x="442" y="106"/>
                </a:lnTo>
                <a:lnTo>
                  <a:pt x="442" y="107"/>
                </a:lnTo>
                <a:lnTo>
                  <a:pt x="442" y="108"/>
                </a:lnTo>
                <a:lnTo>
                  <a:pt x="443" y="108"/>
                </a:lnTo>
                <a:lnTo>
                  <a:pt x="444" y="108"/>
                </a:lnTo>
                <a:lnTo>
                  <a:pt x="444" y="107"/>
                </a:lnTo>
                <a:lnTo>
                  <a:pt x="445" y="107"/>
                </a:lnTo>
                <a:lnTo>
                  <a:pt x="445" y="106"/>
                </a:lnTo>
                <a:lnTo>
                  <a:pt x="446" y="106"/>
                </a:lnTo>
                <a:lnTo>
                  <a:pt x="446" y="107"/>
                </a:lnTo>
                <a:lnTo>
                  <a:pt x="446" y="108"/>
                </a:lnTo>
                <a:lnTo>
                  <a:pt x="446" y="109"/>
                </a:lnTo>
                <a:lnTo>
                  <a:pt x="446" y="110"/>
                </a:lnTo>
                <a:lnTo>
                  <a:pt x="447" y="110"/>
                </a:lnTo>
                <a:lnTo>
                  <a:pt x="447" y="111"/>
                </a:lnTo>
                <a:lnTo>
                  <a:pt x="448" y="111"/>
                </a:lnTo>
                <a:lnTo>
                  <a:pt x="448" y="110"/>
                </a:lnTo>
                <a:lnTo>
                  <a:pt x="449" y="110"/>
                </a:lnTo>
                <a:lnTo>
                  <a:pt x="449" y="109"/>
                </a:lnTo>
                <a:lnTo>
                  <a:pt x="449" y="108"/>
                </a:lnTo>
                <a:lnTo>
                  <a:pt x="450" y="108"/>
                </a:lnTo>
                <a:lnTo>
                  <a:pt x="450" y="107"/>
                </a:lnTo>
                <a:lnTo>
                  <a:pt x="451" y="107"/>
                </a:lnTo>
                <a:lnTo>
                  <a:pt x="451" y="106"/>
                </a:lnTo>
                <a:lnTo>
                  <a:pt x="452" y="106"/>
                </a:lnTo>
                <a:lnTo>
                  <a:pt x="452" y="107"/>
                </a:lnTo>
                <a:lnTo>
                  <a:pt x="452" y="106"/>
                </a:lnTo>
                <a:lnTo>
                  <a:pt x="453" y="106"/>
                </a:lnTo>
                <a:lnTo>
                  <a:pt x="454" y="106"/>
                </a:lnTo>
                <a:lnTo>
                  <a:pt x="455" y="106"/>
                </a:lnTo>
                <a:lnTo>
                  <a:pt x="455" y="107"/>
                </a:lnTo>
                <a:lnTo>
                  <a:pt x="456" y="107"/>
                </a:lnTo>
                <a:lnTo>
                  <a:pt x="456" y="108"/>
                </a:lnTo>
                <a:lnTo>
                  <a:pt x="456" y="109"/>
                </a:lnTo>
                <a:lnTo>
                  <a:pt x="456" y="110"/>
                </a:lnTo>
                <a:lnTo>
                  <a:pt x="457" y="110"/>
                </a:lnTo>
                <a:lnTo>
                  <a:pt x="457" y="111"/>
                </a:lnTo>
                <a:lnTo>
                  <a:pt x="458" y="111"/>
                </a:lnTo>
                <a:lnTo>
                  <a:pt x="458" y="110"/>
                </a:lnTo>
                <a:lnTo>
                  <a:pt x="459" y="110"/>
                </a:lnTo>
                <a:lnTo>
                  <a:pt x="460" y="110"/>
                </a:lnTo>
                <a:lnTo>
                  <a:pt x="460" y="111"/>
                </a:lnTo>
                <a:lnTo>
                  <a:pt x="459" y="111"/>
                </a:lnTo>
                <a:lnTo>
                  <a:pt x="459" y="112"/>
                </a:lnTo>
                <a:lnTo>
                  <a:pt x="460" y="112"/>
                </a:lnTo>
                <a:lnTo>
                  <a:pt x="460" y="113"/>
                </a:lnTo>
                <a:lnTo>
                  <a:pt x="459" y="113"/>
                </a:lnTo>
                <a:lnTo>
                  <a:pt x="460" y="113"/>
                </a:lnTo>
                <a:lnTo>
                  <a:pt x="461" y="113"/>
                </a:lnTo>
                <a:lnTo>
                  <a:pt x="462" y="113"/>
                </a:lnTo>
                <a:lnTo>
                  <a:pt x="463" y="113"/>
                </a:lnTo>
                <a:lnTo>
                  <a:pt x="463" y="112"/>
                </a:lnTo>
                <a:lnTo>
                  <a:pt x="464" y="112"/>
                </a:lnTo>
                <a:lnTo>
                  <a:pt x="465" y="112"/>
                </a:lnTo>
                <a:lnTo>
                  <a:pt x="465" y="111"/>
                </a:lnTo>
                <a:lnTo>
                  <a:pt x="465" y="112"/>
                </a:lnTo>
                <a:lnTo>
                  <a:pt x="466" y="112"/>
                </a:lnTo>
                <a:lnTo>
                  <a:pt x="466" y="113"/>
                </a:lnTo>
                <a:lnTo>
                  <a:pt x="466" y="114"/>
                </a:lnTo>
                <a:lnTo>
                  <a:pt x="466" y="115"/>
                </a:lnTo>
                <a:lnTo>
                  <a:pt x="467" y="115"/>
                </a:lnTo>
                <a:lnTo>
                  <a:pt x="467" y="116"/>
                </a:lnTo>
                <a:lnTo>
                  <a:pt x="467" y="117"/>
                </a:lnTo>
                <a:lnTo>
                  <a:pt x="467" y="118"/>
                </a:lnTo>
                <a:lnTo>
                  <a:pt x="467" y="119"/>
                </a:lnTo>
                <a:lnTo>
                  <a:pt x="467" y="120"/>
                </a:lnTo>
                <a:lnTo>
                  <a:pt x="467" y="121"/>
                </a:lnTo>
                <a:lnTo>
                  <a:pt x="467" y="122"/>
                </a:lnTo>
                <a:lnTo>
                  <a:pt x="468" y="122"/>
                </a:lnTo>
                <a:lnTo>
                  <a:pt x="468" y="123"/>
                </a:lnTo>
                <a:lnTo>
                  <a:pt x="469" y="123"/>
                </a:lnTo>
                <a:lnTo>
                  <a:pt x="469" y="122"/>
                </a:lnTo>
                <a:lnTo>
                  <a:pt x="470" y="121"/>
                </a:lnTo>
                <a:lnTo>
                  <a:pt x="471" y="121"/>
                </a:lnTo>
                <a:lnTo>
                  <a:pt x="472" y="122"/>
                </a:lnTo>
                <a:lnTo>
                  <a:pt x="471" y="122"/>
                </a:lnTo>
                <a:lnTo>
                  <a:pt x="471" y="123"/>
                </a:lnTo>
                <a:lnTo>
                  <a:pt x="471" y="124"/>
                </a:lnTo>
                <a:lnTo>
                  <a:pt x="471" y="125"/>
                </a:lnTo>
                <a:lnTo>
                  <a:pt x="472" y="125"/>
                </a:lnTo>
                <a:lnTo>
                  <a:pt x="473" y="126"/>
                </a:lnTo>
                <a:lnTo>
                  <a:pt x="473" y="127"/>
                </a:lnTo>
                <a:lnTo>
                  <a:pt x="473" y="128"/>
                </a:lnTo>
                <a:lnTo>
                  <a:pt x="473" y="127"/>
                </a:lnTo>
                <a:lnTo>
                  <a:pt x="474" y="127"/>
                </a:lnTo>
                <a:lnTo>
                  <a:pt x="474" y="126"/>
                </a:lnTo>
                <a:lnTo>
                  <a:pt x="475" y="126"/>
                </a:lnTo>
                <a:lnTo>
                  <a:pt x="476" y="127"/>
                </a:lnTo>
                <a:lnTo>
                  <a:pt x="477" y="128"/>
                </a:lnTo>
                <a:lnTo>
                  <a:pt x="476" y="129"/>
                </a:lnTo>
                <a:lnTo>
                  <a:pt x="476" y="130"/>
                </a:lnTo>
                <a:lnTo>
                  <a:pt x="476" y="131"/>
                </a:lnTo>
                <a:lnTo>
                  <a:pt x="476" y="132"/>
                </a:lnTo>
                <a:lnTo>
                  <a:pt x="477" y="132"/>
                </a:lnTo>
                <a:lnTo>
                  <a:pt x="477" y="133"/>
                </a:lnTo>
                <a:lnTo>
                  <a:pt x="478" y="134"/>
                </a:lnTo>
                <a:lnTo>
                  <a:pt x="478" y="133"/>
                </a:lnTo>
                <a:lnTo>
                  <a:pt x="479" y="133"/>
                </a:lnTo>
                <a:lnTo>
                  <a:pt x="479" y="134"/>
                </a:lnTo>
                <a:lnTo>
                  <a:pt x="480" y="134"/>
                </a:lnTo>
                <a:lnTo>
                  <a:pt x="480" y="133"/>
                </a:lnTo>
                <a:lnTo>
                  <a:pt x="481" y="133"/>
                </a:lnTo>
                <a:lnTo>
                  <a:pt x="482" y="132"/>
                </a:lnTo>
                <a:lnTo>
                  <a:pt x="482" y="133"/>
                </a:lnTo>
                <a:lnTo>
                  <a:pt x="482" y="134"/>
                </a:lnTo>
                <a:lnTo>
                  <a:pt x="483" y="134"/>
                </a:lnTo>
                <a:lnTo>
                  <a:pt x="484" y="134"/>
                </a:lnTo>
                <a:lnTo>
                  <a:pt x="484" y="133"/>
                </a:lnTo>
                <a:lnTo>
                  <a:pt x="484" y="134"/>
                </a:lnTo>
                <a:lnTo>
                  <a:pt x="484" y="135"/>
                </a:lnTo>
                <a:lnTo>
                  <a:pt x="485" y="135"/>
                </a:lnTo>
                <a:lnTo>
                  <a:pt x="484" y="136"/>
                </a:lnTo>
                <a:lnTo>
                  <a:pt x="484" y="137"/>
                </a:lnTo>
                <a:lnTo>
                  <a:pt x="484" y="138"/>
                </a:lnTo>
                <a:lnTo>
                  <a:pt x="483" y="138"/>
                </a:lnTo>
                <a:lnTo>
                  <a:pt x="483" y="139"/>
                </a:lnTo>
                <a:lnTo>
                  <a:pt x="484" y="139"/>
                </a:lnTo>
                <a:lnTo>
                  <a:pt x="485" y="140"/>
                </a:lnTo>
                <a:lnTo>
                  <a:pt x="485" y="141"/>
                </a:lnTo>
                <a:lnTo>
                  <a:pt x="484" y="142"/>
                </a:lnTo>
                <a:lnTo>
                  <a:pt x="484" y="143"/>
                </a:lnTo>
                <a:lnTo>
                  <a:pt x="484" y="144"/>
                </a:lnTo>
                <a:lnTo>
                  <a:pt x="484" y="145"/>
                </a:lnTo>
                <a:lnTo>
                  <a:pt x="484" y="146"/>
                </a:lnTo>
                <a:lnTo>
                  <a:pt x="483" y="147"/>
                </a:lnTo>
                <a:lnTo>
                  <a:pt x="482" y="147"/>
                </a:lnTo>
                <a:lnTo>
                  <a:pt x="482" y="148"/>
                </a:lnTo>
                <a:lnTo>
                  <a:pt x="482" y="149"/>
                </a:lnTo>
                <a:lnTo>
                  <a:pt x="482" y="150"/>
                </a:lnTo>
                <a:lnTo>
                  <a:pt x="483" y="150"/>
                </a:lnTo>
                <a:lnTo>
                  <a:pt x="482" y="151"/>
                </a:lnTo>
                <a:lnTo>
                  <a:pt x="483" y="151"/>
                </a:lnTo>
                <a:lnTo>
                  <a:pt x="483" y="152"/>
                </a:lnTo>
                <a:lnTo>
                  <a:pt x="482" y="152"/>
                </a:lnTo>
                <a:lnTo>
                  <a:pt x="483" y="153"/>
                </a:lnTo>
                <a:lnTo>
                  <a:pt x="482" y="154"/>
                </a:lnTo>
                <a:lnTo>
                  <a:pt x="482" y="155"/>
                </a:lnTo>
                <a:lnTo>
                  <a:pt x="482" y="156"/>
                </a:lnTo>
                <a:lnTo>
                  <a:pt x="483" y="156"/>
                </a:lnTo>
                <a:lnTo>
                  <a:pt x="483" y="157"/>
                </a:lnTo>
                <a:lnTo>
                  <a:pt x="482" y="157"/>
                </a:lnTo>
                <a:lnTo>
                  <a:pt x="482" y="158"/>
                </a:lnTo>
                <a:lnTo>
                  <a:pt x="481" y="159"/>
                </a:lnTo>
                <a:lnTo>
                  <a:pt x="480" y="159"/>
                </a:lnTo>
                <a:lnTo>
                  <a:pt x="480" y="160"/>
                </a:lnTo>
                <a:lnTo>
                  <a:pt x="479" y="160"/>
                </a:lnTo>
                <a:lnTo>
                  <a:pt x="479" y="161"/>
                </a:lnTo>
                <a:lnTo>
                  <a:pt x="478" y="162"/>
                </a:lnTo>
                <a:lnTo>
                  <a:pt x="479" y="162"/>
                </a:lnTo>
                <a:lnTo>
                  <a:pt x="479" y="163"/>
                </a:lnTo>
                <a:lnTo>
                  <a:pt x="480" y="164"/>
                </a:lnTo>
                <a:lnTo>
                  <a:pt x="481" y="164"/>
                </a:lnTo>
                <a:lnTo>
                  <a:pt x="481" y="163"/>
                </a:lnTo>
                <a:lnTo>
                  <a:pt x="481" y="164"/>
                </a:lnTo>
                <a:lnTo>
                  <a:pt x="482" y="164"/>
                </a:lnTo>
                <a:lnTo>
                  <a:pt x="483" y="164"/>
                </a:lnTo>
                <a:lnTo>
                  <a:pt x="483" y="165"/>
                </a:lnTo>
                <a:lnTo>
                  <a:pt x="484" y="166"/>
                </a:lnTo>
                <a:lnTo>
                  <a:pt x="485" y="167"/>
                </a:lnTo>
                <a:lnTo>
                  <a:pt x="486" y="168"/>
                </a:lnTo>
                <a:lnTo>
                  <a:pt x="487" y="168"/>
                </a:lnTo>
                <a:lnTo>
                  <a:pt x="488" y="168"/>
                </a:lnTo>
                <a:lnTo>
                  <a:pt x="489" y="168"/>
                </a:lnTo>
                <a:lnTo>
                  <a:pt x="489" y="169"/>
                </a:lnTo>
                <a:lnTo>
                  <a:pt x="490" y="169"/>
                </a:lnTo>
                <a:lnTo>
                  <a:pt x="491" y="170"/>
                </a:lnTo>
                <a:lnTo>
                  <a:pt x="490" y="171"/>
                </a:lnTo>
                <a:lnTo>
                  <a:pt x="489" y="172"/>
                </a:lnTo>
                <a:lnTo>
                  <a:pt x="488" y="173"/>
                </a:lnTo>
                <a:lnTo>
                  <a:pt x="488" y="174"/>
                </a:lnTo>
                <a:lnTo>
                  <a:pt x="487" y="174"/>
                </a:lnTo>
                <a:lnTo>
                  <a:pt x="488" y="174"/>
                </a:lnTo>
                <a:lnTo>
                  <a:pt x="488" y="175"/>
                </a:lnTo>
                <a:lnTo>
                  <a:pt x="489" y="176"/>
                </a:lnTo>
                <a:lnTo>
                  <a:pt x="490" y="177"/>
                </a:lnTo>
                <a:lnTo>
                  <a:pt x="490" y="178"/>
                </a:lnTo>
                <a:lnTo>
                  <a:pt x="491" y="178"/>
                </a:lnTo>
                <a:lnTo>
                  <a:pt x="492" y="178"/>
                </a:lnTo>
                <a:lnTo>
                  <a:pt x="493" y="178"/>
                </a:lnTo>
                <a:lnTo>
                  <a:pt x="494" y="178"/>
                </a:lnTo>
                <a:lnTo>
                  <a:pt x="494" y="179"/>
                </a:lnTo>
                <a:lnTo>
                  <a:pt x="494" y="180"/>
                </a:lnTo>
                <a:lnTo>
                  <a:pt x="494" y="181"/>
                </a:lnTo>
                <a:lnTo>
                  <a:pt x="493" y="181"/>
                </a:lnTo>
                <a:lnTo>
                  <a:pt x="493" y="182"/>
                </a:lnTo>
                <a:lnTo>
                  <a:pt x="494" y="182"/>
                </a:lnTo>
                <a:lnTo>
                  <a:pt x="494" y="183"/>
                </a:lnTo>
                <a:lnTo>
                  <a:pt x="493" y="183"/>
                </a:lnTo>
                <a:lnTo>
                  <a:pt x="493" y="184"/>
                </a:lnTo>
                <a:lnTo>
                  <a:pt x="493" y="183"/>
                </a:lnTo>
                <a:lnTo>
                  <a:pt x="492" y="183"/>
                </a:lnTo>
                <a:lnTo>
                  <a:pt x="492" y="184"/>
                </a:lnTo>
                <a:lnTo>
                  <a:pt x="493" y="184"/>
                </a:lnTo>
                <a:lnTo>
                  <a:pt x="493" y="185"/>
                </a:lnTo>
                <a:lnTo>
                  <a:pt x="493" y="184"/>
                </a:lnTo>
                <a:lnTo>
                  <a:pt x="494" y="185"/>
                </a:lnTo>
                <a:lnTo>
                  <a:pt x="494" y="186"/>
                </a:lnTo>
                <a:lnTo>
                  <a:pt x="493" y="186"/>
                </a:lnTo>
                <a:lnTo>
                  <a:pt x="492" y="186"/>
                </a:lnTo>
                <a:lnTo>
                  <a:pt x="492" y="187"/>
                </a:lnTo>
                <a:lnTo>
                  <a:pt x="491" y="187"/>
                </a:lnTo>
                <a:lnTo>
                  <a:pt x="491" y="188"/>
                </a:lnTo>
                <a:lnTo>
                  <a:pt x="490" y="189"/>
                </a:lnTo>
                <a:lnTo>
                  <a:pt x="489" y="189"/>
                </a:lnTo>
                <a:lnTo>
                  <a:pt x="488" y="189"/>
                </a:lnTo>
                <a:lnTo>
                  <a:pt x="488" y="190"/>
                </a:lnTo>
                <a:lnTo>
                  <a:pt x="488" y="191"/>
                </a:lnTo>
                <a:lnTo>
                  <a:pt x="487" y="191"/>
                </a:lnTo>
                <a:lnTo>
                  <a:pt x="487" y="192"/>
                </a:lnTo>
                <a:lnTo>
                  <a:pt x="487" y="193"/>
                </a:lnTo>
                <a:lnTo>
                  <a:pt x="486" y="193"/>
                </a:lnTo>
                <a:lnTo>
                  <a:pt x="485" y="193"/>
                </a:lnTo>
                <a:lnTo>
                  <a:pt x="484" y="193"/>
                </a:lnTo>
                <a:lnTo>
                  <a:pt x="484" y="194"/>
                </a:lnTo>
                <a:lnTo>
                  <a:pt x="483" y="195"/>
                </a:lnTo>
                <a:lnTo>
                  <a:pt x="482" y="195"/>
                </a:lnTo>
                <a:lnTo>
                  <a:pt x="482" y="196"/>
                </a:lnTo>
                <a:lnTo>
                  <a:pt x="481" y="197"/>
                </a:lnTo>
                <a:lnTo>
                  <a:pt x="480" y="198"/>
                </a:lnTo>
                <a:lnTo>
                  <a:pt x="480" y="199"/>
                </a:lnTo>
                <a:lnTo>
                  <a:pt x="480" y="200"/>
                </a:lnTo>
                <a:lnTo>
                  <a:pt x="479" y="200"/>
                </a:lnTo>
                <a:lnTo>
                  <a:pt x="478" y="200"/>
                </a:lnTo>
                <a:lnTo>
                  <a:pt x="478" y="201"/>
                </a:lnTo>
                <a:lnTo>
                  <a:pt x="477" y="201"/>
                </a:lnTo>
                <a:lnTo>
                  <a:pt x="476" y="201"/>
                </a:lnTo>
                <a:lnTo>
                  <a:pt x="475" y="201"/>
                </a:lnTo>
                <a:lnTo>
                  <a:pt x="474" y="201"/>
                </a:lnTo>
                <a:lnTo>
                  <a:pt x="473" y="201"/>
                </a:lnTo>
                <a:lnTo>
                  <a:pt x="472" y="201"/>
                </a:lnTo>
                <a:lnTo>
                  <a:pt x="471" y="201"/>
                </a:lnTo>
                <a:lnTo>
                  <a:pt x="471" y="202"/>
                </a:lnTo>
                <a:lnTo>
                  <a:pt x="470" y="201"/>
                </a:lnTo>
                <a:lnTo>
                  <a:pt x="470" y="202"/>
                </a:lnTo>
                <a:lnTo>
                  <a:pt x="470" y="203"/>
                </a:lnTo>
                <a:lnTo>
                  <a:pt x="471" y="203"/>
                </a:lnTo>
                <a:lnTo>
                  <a:pt x="471" y="204"/>
                </a:lnTo>
                <a:lnTo>
                  <a:pt x="471" y="205"/>
                </a:lnTo>
                <a:lnTo>
                  <a:pt x="471" y="206"/>
                </a:lnTo>
                <a:lnTo>
                  <a:pt x="472" y="206"/>
                </a:lnTo>
                <a:lnTo>
                  <a:pt x="472" y="207"/>
                </a:lnTo>
                <a:lnTo>
                  <a:pt x="472" y="208"/>
                </a:lnTo>
                <a:lnTo>
                  <a:pt x="473" y="209"/>
                </a:lnTo>
                <a:lnTo>
                  <a:pt x="473" y="210"/>
                </a:lnTo>
                <a:lnTo>
                  <a:pt x="472" y="210"/>
                </a:lnTo>
                <a:lnTo>
                  <a:pt x="473" y="210"/>
                </a:lnTo>
                <a:lnTo>
                  <a:pt x="473" y="211"/>
                </a:lnTo>
                <a:lnTo>
                  <a:pt x="474" y="211"/>
                </a:lnTo>
                <a:lnTo>
                  <a:pt x="474" y="212"/>
                </a:lnTo>
                <a:lnTo>
                  <a:pt x="475" y="212"/>
                </a:lnTo>
                <a:lnTo>
                  <a:pt x="475" y="213"/>
                </a:lnTo>
                <a:lnTo>
                  <a:pt x="474" y="213"/>
                </a:lnTo>
                <a:lnTo>
                  <a:pt x="474" y="214"/>
                </a:lnTo>
                <a:lnTo>
                  <a:pt x="473" y="214"/>
                </a:lnTo>
                <a:lnTo>
                  <a:pt x="473" y="215"/>
                </a:lnTo>
                <a:lnTo>
                  <a:pt x="473" y="216"/>
                </a:lnTo>
                <a:lnTo>
                  <a:pt x="473" y="215"/>
                </a:lnTo>
                <a:lnTo>
                  <a:pt x="472" y="215"/>
                </a:lnTo>
                <a:lnTo>
                  <a:pt x="471" y="215"/>
                </a:lnTo>
                <a:lnTo>
                  <a:pt x="471" y="214"/>
                </a:lnTo>
                <a:lnTo>
                  <a:pt x="470" y="214"/>
                </a:lnTo>
                <a:lnTo>
                  <a:pt x="470" y="215"/>
                </a:lnTo>
                <a:lnTo>
                  <a:pt x="469" y="215"/>
                </a:lnTo>
                <a:lnTo>
                  <a:pt x="468" y="214"/>
                </a:lnTo>
                <a:lnTo>
                  <a:pt x="468" y="215"/>
                </a:lnTo>
                <a:lnTo>
                  <a:pt x="467" y="215"/>
                </a:lnTo>
                <a:lnTo>
                  <a:pt x="467" y="216"/>
                </a:lnTo>
                <a:lnTo>
                  <a:pt x="468" y="217"/>
                </a:lnTo>
                <a:lnTo>
                  <a:pt x="467" y="217"/>
                </a:lnTo>
                <a:lnTo>
                  <a:pt x="466" y="217"/>
                </a:lnTo>
                <a:lnTo>
                  <a:pt x="465" y="217"/>
                </a:lnTo>
                <a:lnTo>
                  <a:pt x="465" y="218"/>
                </a:lnTo>
                <a:lnTo>
                  <a:pt x="465" y="217"/>
                </a:lnTo>
                <a:lnTo>
                  <a:pt x="464" y="217"/>
                </a:lnTo>
                <a:lnTo>
                  <a:pt x="464" y="218"/>
                </a:lnTo>
                <a:lnTo>
                  <a:pt x="463" y="218"/>
                </a:lnTo>
                <a:lnTo>
                  <a:pt x="463" y="219"/>
                </a:lnTo>
                <a:lnTo>
                  <a:pt x="463" y="220"/>
                </a:lnTo>
                <a:lnTo>
                  <a:pt x="462" y="220"/>
                </a:lnTo>
                <a:lnTo>
                  <a:pt x="461" y="220"/>
                </a:lnTo>
                <a:lnTo>
                  <a:pt x="460" y="219"/>
                </a:lnTo>
                <a:lnTo>
                  <a:pt x="460" y="220"/>
                </a:lnTo>
                <a:lnTo>
                  <a:pt x="459" y="219"/>
                </a:lnTo>
                <a:lnTo>
                  <a:pt x="459" y="218"/>
                </a:lnTo>
                <a:lnTo>
                  <a:pt x="458" y="218"/>
                </a:lnTo>
                <a:lnTo>
                  <a:pt x="458" y="219"/>
                </a:lnTo>
                <a:lnTo>
                  <a:pt x="457" y="220"/>
                </a:lnTo>
                <a:lnTo>
                  <a:pt x="457" y="221"/>
                </a:lnTo>
                <a:lnTo>
                  <a:pt x="457" y="222"/>
                </a:lnTo>
                <a:lnTo>
                  <a:pt x="455" y="222"/>
                </a:lnTo>
                <a:lnTo>
                  <a:pt x="455" y="221"/>
                </a:lnTo>
                <a:lnTo>
                  <a:pt x="454" y="221"/>
                </a:lnTo>
                <a:lnTo>
                  <a:pt x="453" y="221"/>
                </a:lnTo>
                <a:lnTo>
                  <a:pt x="452" y="222"/>
                </a:lnTo>
                <a:lnTo>
                  <a:pt x="452" y="223"/>
                </a:lnTo>
                <a:lnTo>
                  <a:pt x="451" y="224"/>
                </a:lnTo>
                <a:lnTo>
                  <a:pt x="450" y="224"/>
                </a:lnTo>
                <a:lnTo>
                  <a:pt x="448" y="225"/>
                </a:lnTo>
                <a:lnTo>
                  <a:pt x="448" y="226"/>
                </a:lnTo>
                <a:lnTo>
                  <a:pt x="448" y="227"/>
                </a:lnTo>
                <a:lnTo>
                  <a:pt x="447" y="229"/>
                </a:lnTo>
                <a:lnTo>
                  <a:pt x="446" y="230"/>
                </a:lnTo>
                <a:lnTo>
                  <a:pt x="446" y="231"/>
                </a:lnTo>
                <a:lnTo>
                  <a:pt x="446" y="232"/>
                </a:lnTo>
                <a:lnTo>
                  <a:pt x="447" y="232"/>
                </a:lnTo>
                <a:lnTo>
                  <a:pt x="448" y="232"/>
                </a:lnTo>
                <a:lnTo>
                  <a:pt x="449" y="233"/>
                </a:lnTo>
                <a:lnTo>
                  <a:pt x="449" y="234"/>
                </a:lnTo>
                <a:lnTo>
                  <a:pt x="449" y="235"/>
                </a:lnTo>
                <a:lnTo>
                  <a:pt x="450" y="237"/>
                </a:lnTo>
                <a:lnTo>
                  <a:pt x="449" y="238"/>
                </a:lnTo>
                <a:lnTo>
                  <a:pt x="449" y="239"/>
                </a:lnTo>
                <a:lnTo>
                  <a:pt x="448" y="241"/>
                </a:lnTo>
                <a:lnTo>
                  <a:pt x="447" y="241"/>
                </a:lnTo>
                <a:lnTo>
                  <a:pt x="447" y="242"/>
                </a:lnTo>
                <a:lnTo>
                  <a:pt x="446" y="242"/>
                </a:lnTo>
                <a:lnTo>
                  <a:pt x="446" y="243"/>
                </a:lnTo>
                <a:lnTo>
                  <a:pt x="445" y="244"/>
                </a:lnTo>
                <a:lnTo>
                  <a:pt x="443" y="245"/>
                </a:lnTo>
                <a:lnTo>
                  <a:pt x="444" y="246"/>
                </a:lnTo>
                <a:lnTo>
                  <a:pt x="444" y="247"/>
                </a:lnTo>
                <a:lnTo>
                  <a:pt x="443" y="248"/>
                </a:lnTo>
                <a:lnTo>
                  <a:pt x="441" y="249"/>
                </a:lnTo>
                <a:lnTo>
                  <a:pt x="441" y="250"/>
                </a:lnTo>
                <a:lnTo>
                  <a:pt x="440" y="251"/>
                </a:lnTo>
                <a:lnTo>
                  <a:pt x="440" y="253"/>
                </a:lnTo>
                <a:lnTo>
                  <a:pt x="439" y="253"/>
                </a:lnTo>
                <a:lnTo>
                  <a:pt x="439" y="254"/>
                </a:lnTo>
                <a:lnTo>
                  <a:pt x="437" y="255"/>
                </a:lnTo>
                <a:lnTo>
                  <a:pt x="436" y="256"/>
                </a:lnTo>
                <a:lnTo>
                  <a:pt x="435" y="256"/>
                </a:lnTo>
                <a:lnTo>
                  <a:pt x="435" y="257"/>
                </a:lnTo>
                <a:lnTo>
                  <a:pt x="435" y="258"/>
                </a:lnTo>
                <a:lnTo>
                  <a:pt x="435" y="260"/>
                </a:lnTo>
                <a:lnTo>
                  <a:pt x="435" y="261"/>
                </a:lnTo>
                <a:lnTo>
                  <a:pt x="434" y="262"/>
                </a:lnTo>
                <a:lnTo>
                  <a:pt x="434" y="263"/>
                </a:lnTo>
                <a:lnTo>
                  <a:pt x="434" y="264"/>
                </a:lnTo>
                <a:lnTo>
                  <a:pt x="433" y="264"/>
                </a:lnTo>
                <a:lnTo>
                  <a:pt x="433" y="265"/>
                </a:lnTo>
                <a:lnTo>
                  <a:pt x="433" y="266"/>
                </a:lnTo>
                <a:lnTo>
                  <a:pt x="433" y="267"/>
                </a:lnTo>
                <a:lnTo>
                  <a:pt x="434" y="268"/>
                </a:lnTo>
                <a:lnTo>
                  <a:pt x="434" y="267"/>
                </a:lnTo>
                <a:lnTo>
                  <a:pt x="434" y="268"/>
                </a:lnTo>
                <a:lnTo>
                  <a:pt x="435" y="268"/>
                </a:lnTo>
                <a:lnTo>
                  <a:pt x="436" y="268"/>
                </a:lnTo>
                <a:lnTo>
                  <a:pt x="437" y="267"/>
                </a:lnTo>
                <a:lnTo>
                  <a:pt x="437" y="269"/>
                </a:lnTo>
                <a:lnTo>
                  <a:pt x="437" y="270"/>
                </a:lnTo>
                <a:lnTo>
                  <a:pt x="436" y="272"/>
                </a:lnTo>
                <a:lnTo>
                  <a:pt x="434" y="273"/>
                </a:lnTo>
                <a:lnTo>
                  <a:pt x="434" y="274"/>
                </a:lnTo>
                <a:lnTo>
                  <a:pt x="434" y="275"/>
                </a:lnTo>
                <a:lnTo>
                  <a:pt x="435" y="276"/>
                </a:lnTo>
                <a:lnTo>
                  <a:pt x="434" y="277"/>
                </a:lnTo>
                <a:lnTo>
                  <a:pt x="435" y="278"/>
                </a:lnTo>
                <a:lnTo>
                  <a:pt x="436" y="278"/>
                </a:lnTo>
                <a:lnTo>
                  <a:pt x="437" y="278"/>
                </a:lnTo>
                <a:lnTo>
                  <a:pt x="437" y="279"/>
                </a:lnTo>
                <a:lnTo>
                  <a:pt x="437" y="280"/>
                </a:lnTo>
                <a:lnTo>
                  <a:pt x="436" y="280"/>
                </a:lnTo>
                <a:lnTo>
                  <a:pt x="435" y="281"/>
                </a:lnTo>
                <a:lnTo>
                  <a:pt x="434" y="282"/>
                </a:lnTo>
                <a:lnTo>
                  <a:pt x="435" y="282"/>
                </a:lnTo>
                <a:lnTo>
                  <a:pt x="435" y="283"/>
                </a:lnTo>
                <a:lnTo>
                  <a:pt x="435" y="284"/>
                </a:lnTo>
                <a:lnTo>
                  <a:pt x="435" y="285"/>
                </a:lnTo>
                <a:lnTo>
                  <a:pt x="436" y="285"/>
                </a:lnTo>
                <a:lnTo>
                  <a:pt x="437" y="285"/>
                </a:lnTo>
                <a:lnTo>
                  <a:pt x="438" y="285"/>
                </a:lnTo>
                <a:lnTo>
                  <a:pt x="439" y="285"/>
                </a:lnTo>
                <a:lnTo>
                  <a:pt x="440" y="285"/>
                </a:lnTo>
                <a:lnTo>
                  <a:pt x="441" y="287"/>
                </a:lnTo>
                <a:lnTo>
                  <a:pt x="443" y="287"/>
                </a:lnTo>
                <a:lnTo>
                  <a:pt x="444" y="287"/>
                </a:lnTo>
                <a:lnTo>
                  <a:pt x="445" y="286"/>
                </a:lnTo>
                <a:lnTo>
                  <a:pt x="445" y="285"/>
                </a:lnTo>
                <a:lnTo>
                  <a:pt x="446" y="285"/>
                </a:lnTo>
                <a:lnTo>
                  <a:pt x="446" y="286"/>
                </a:lnTo>
                <a:lnTo>
                  <a:pt x="447" y="286"/>
                </a:lnTo>
                <a:lnTo>
                  <a:pt x="447" y="285"/>
                </a:lnTo>
                <a:lnTo>
                  <a:pt x="448" y="285"/>
                </a:lnTo>
                <a:lnTo>
                  <a:pt x="448" y="284"/>
                </a:lnTo>
                <a:lnTo>
                  <a:pt x="448" y="285"/>
                </a:lnTo>
                <a:lnTo>
                  <a:pt x="450" y="284"/>
                </a:lnTo>
                <a:lnTo>
                  <a:pt x="452" y="284"/>
                </a:lnTo>
                <a:lnTo>
                  <a:pt x="452" y="283"/>
                </a:lnTo>
                <a:lnTo>
                  <a:pt x="453" y="283"/>
                </a:lnTo>
                <a:lnTo>
                  <a:pt x="454" y="284"/>
                </a:lnTo>
                <a:lnTo>
                  <a:pt x="455" y="284"/>
                </a:lnTo>
                <a:lnTo>
                  <a:pt x="455" y="283"/>
                </a:lnTo>
                <a:lnTo>
                  <a:pt x="456" y="283"/>
                </a:lnTo>
                <a:lnTo>
                  <a:pt x="457" y="283"/>
                </a:lnTo>
                <a:lnTo>
                  <a:pt x="457" y="284"/>
                </a:lnTo>
                <a:lnTo>
                  <a:pt x="458" y="284"/>
                </a:lnTo>
                <a:lnTo>
                  <a:pt x="459" y="283"/>
                </a:lnTo>
                <a:lnTo>
                  <a:pt x="459" y="282"/>
                </a:lnTo>
                <a:lnTo>
                  <a:pt x="459" y="283"/>
                </a:lnTo>
                <a:lnTo>
                  <a:pt x="459" y="284"/>
                </a:lnTo>
                <a:lnTo>
                  <a:pt x="459" y="285"/>
                </a:lnTo>
                <a:lnTo>
                  <a:pt x="459" y="286"/>
                </a:lnTo>
                <a:lnTo>
                  <a:pt x="459" y="287"/>
                </a:lnTo>
                <a:lnTo>
                  <a:pt x="458" y="287"/>
                </a:lnTo>
                <a:lnTo>
                  <a:pt x="457" y="288"/>
                </a:lnTo>
                <a:lnTo>
                  <a:pt x="457" y="289"/>
                </a:lnTo>
                <a:lnTo>
                  <a:pt x="457" y="291"/>
                </a:lnTo>
                <a:lnTo>
                  <a:pt x="458" y="291"/>
                </a:lnTo>
                <a:lnTo>
                  <a:pt x="459" y="291"/>
                </a:lnTo>
                <a:lnTo>
                  <a:pt x="459" y="292"/>
                </a:lnTo>
                <a:lnTo>
                  <a:pt x="458" y="293"/>
                </a:lnTo>
                <a:lnTo>
                  <a:pt x="457" y="296"/>
                </a:lnTo>
                <a:lnTo>
                  <a:pt x="457" y="297"/>
                </a:lnTo>
                <a:lnTo>
                  <a:pt x="456" y="298"/>
                </a:lnTo>
                <a:lnTo>
                  <a:pt x="455" y="299"/>
                </a:lnTo>
                <a:lnTo>
                  <a:pt x="455" y="301"/>
                </a:lnTo>
                <a:lnTo>
                  <a:pt x="454" y="303"/>
                </a:lnTo>
                <a:lnTo>
                  <a:pt x="453" y="304"/>
                </a:lnTo>
                <a:lnTo>
                  <a:pt x="452" y="305"/>
                </a:lnTo>
                <a:lnTo>
                  <a:pt x="452" y="306"/>
                </a:lnTo>
                <a:lnTo>
                  <a:pt x="451" y="307"/>
                </a:lnTo>
                <a:lnTo>
                  <a:pt x="450" y="308"/>
                </a:lnTo>
                <a:lnTo>
                  <a:pt x="450" y="309"/>
                </a:lnTo>
                <a:lnTo>
                  <a:pt x="450" y="310"/>
                </a:lnTo>
                <a:lnTo>
                  <a:pt x="450" y="311"/>
                </a:lnTo>
                <a:lnTo>
                  <a:pt x="451" y="312"/>
                </a:lnTo>
                <a:lnTo>
                  <a:pt x="452" y="312"/>
                </a:lnTo>
                <a:lnTo>
                  <a:pt x="452" y="311"/>
                </a:lnTo>
                <a:lnTo>
                  <a:pt x="453" y="311"/>
                </a:lnTo>
                <a:lnTo>
                  <a:pt x="453" y="312"/>
                </a:lnTo>
                <a:lnTo>
                  <a:pt x="453" y="313"/>
                </a:lnTo>
                <a:lnTo>
                  <a:pt x="454" y="315"/>
                </a:lnTo>
                <a:lnTo>
                  <a:pt x="454" y="316"/>
                </a:lnTo>
                <a:lnTo>
                  <a:pt x="455" y="317"/>
                </a:lnTo>
                <a:lnTo>
                  <a:pt x="456" y="318"/>
                </a:lnTo>
                <a:lnTo>
                  <a:pt x="457" y="318"/>
                </a:lnTo>
                <a:lnTo>
                  <a:pt x="457" y="319"/>
                </a:lnTo>
                <a:lnTo>
                  <a:pt x="458" y="319"/>
                </a:lnTo>
                <a:lnTo>
                  <a:pt x="458" y="320"/>
                </a:lnTo>
                <a:lnTo>
                  <a:pt x="458" y="321"/>
                </a:lnTo>
                <a:lnTo>
                  <a:pt x="459" y="322"/>
                </a:lnTo>
                <a:lnTo>
                  <a:pt x="459" y="321"/>
                </a:lnTo>
                <a:lnTo>
                  <a:pt x="459" y="322"/>
                </a:lnTo>
                <a:lnTo>
                  <a:pt x="460" y="323"/>
                </a:lnTo>
                <a:lnTo>
                  <a:pt x="460" y="324"/>
                </a:lnTo>
                <a:lnTo>
                  <a:pt x="461" y="324"/>
                </a:lnTo>
                <a:lnTo>
                  <a:pt x="461" y="325"/>
                </a:lnTo>
                <a:lnTo>
                  <a:pt x="462" y="325"/>
                </a:lnTo>
                <a:lnTo>
                  <a:pt x="464" y="325"/>
                </a:lnTo>
                <a:lnTo>
                  <a:pt x="464" y="326"/>
                </a:lnTo>
                <a:lnTo>
                  <a:pt x="464" y="327"/>
                </a:lnTo>
                <a:lnTo>
                  <a:pt x="463" y="327"/>
                </a:lnTo>
                <a:lnTo>
                  <a:pt x="463" y="328"/>
                </a:lnTo>
                <a:lnTo>
                  <a:pt x="462" y="328"/>
                </a:lnTo>
                <a:lnTo>
                  <a:pt x="462" y="329"/>
                </a:lnTo>
                <a:lnTo>
                  <a:pt x="462" y="330"/>
                </a:lnTo>
                <a:lnTo>
                  <a:pt x="461" y="331"/>
                </a:lnTo>
                <a:lnTo>
                  <a:pt x="461" y="332"/>
                </a:lnTo>
                <a:lnTo>
                  <a:pt x="461" y="334"/>
                </a:lnTo>
                <a:lnTo>
                  <a:pt x="461" y="335"/>
                </a:lnTo>
                <a:lnTo>
                  <a:pt x="460" y="335"/>
                </a:lnTo>
                <a:lnTo>
                  <a:pt x="459" y="336"/>
                </a:lnTo>
                <a:lnTo>
                  <a:pt x="458" y="338"/>
                </a:lnTo>
                <a:lnTo>
                  <a:pt x="458" y="339"/>
                </a:lnTo>
                <a:lnTo>
                  <a:pt x="457" y="339"/>
                </a:lnTo>
                <a:lnTo>
                  <a:pt x="457" y="340"/>
                </a:lnTo>
                <a:lnTo>
                  <a:pt x="456" y="341"/>
                </a:lnTo>
                <a:lnTo>
                  <a:pt x="456" y="342"/>
                </a:lnTo>
                <a:lnTo>
                  <a:pt x="457" y="343"/>
                </a:lnTo>
                <a:lnTo>
                  <a:pt x="457" y="344"/>
                </a:lnTo>
                <a:lnTo>
                  <a:pt x="457" y="345"/>
                </a:lnTo>
                <a:lnTo>
                  <a:pt x="457" y="346"/>
                </a:lnTo>
                <a:lnTo>
                  <a:pt x="457" y="347"/>
                </a:lnTo>
                <a:lnTo>
                  <a:pt x="457" y="349"/>
                </a:lnTo>
                <a:lnTo>
                  <a:pt x="458" y="350"/>
                </a:lnTo>
                <a:lnTo>
                  <a:pt x="458" y="351"/>
                </a:lnTo>
                <a:lnTo>
                  <a:pt x="458" y="354"/>
                </a:lnTo>
                <a:lnTo>
                  <a:pt x="458" y="355"/>
                </a:lnTo>
                <a:lnTo>
                  <a:pt x="458" y="356"/>
                </a:lnTo>
                <a:lnTo>
                  <a:pt x="459" y="357"/>
                </a:lnTo>
                <a:lnTo>
                  <a:pt x="459" y="356"/>
                </a:lnTo>
                <a:lnTo>
                  <a:pt x="460" y="356"/>
                </a:lnTo>
                <a:lnTo>
                  <a:pt x="460" y="357"/>
                </a:lnTo>
                <a:lnTo>
                  <a:pt x="460" y="358"/>
                </a:lnTo>
                <a:lnTo>
                  <a:pt x="461" y="358"/>
                </a:lnTo>
                <a:lnTo>
                  <a:pt x="461" y="359"/>
                </a:lnTo>
                <a:lnTo>
                  <a:pt x="462" y="359"/>
                </a:lnTo>
                <a:lnTo>
                  <a:pt x="462" y="360"/>
                </a:lnTo>
                <a:lnTo>
                  <a:pt x="462" y="361"/>
                </a:lnTo>
                <a:lnTo>
                  <a:pt x="463" y="360"/>
                </a:lnTo>
                <a:lnTo>
                  <a:pt x="465" y="361"/>
                </a:lnTo>
                <a:lnTo>
                  <a:pt x="466" y="360"/>
                </a:lnTo>
                <a:lnTo>
                  <a:pt x="467" y="360"/>
                </a:lnTo>
                <a:lnTo>
                  <a:pt x="468" y="360"/>
                </a:lnTo>
                <a:lnTo>
                  <a:pt x="468" y="361"/>
                </a:lnTo>
                <a:lnTo>
                  <a:pt x="469" y="360"/>
                </a:lnTo>
                <a:lnTo>
                  <a:pt x="470" y="360"/>
                </a:lnTo>
                <a:lnTo>
                  <a:pt x="471" y="361"/>
                </a:lnTo>
                <a:lnTo>
                  <a:pt x="472" y="362"/>
                </a:lnTo>
                <a:lnTo>
                  <a:pt x="472" y="363"/>
                </a:lnTo>
                <a:lnTo>
                  <a:pt x="473" y="363"/>
                </a:lnTo>
                <a:lnTo>
                  <a:pt x="474" y="364"/>
                </a:lnTo>
                <a:lnTo>
                  <a:pt x="476" y="364"/>
                </a:lnTo>
                <a:lnTo>
                  <a:pt x="477" y="364"/>
                </a:lnTo>
                <a:lnTo>
                  <a:pt x="478" y="364"/>
                </a:lnTo>
                <a:lnTo>
                  <a:pt x="480" y="364"/>
                </a:lnTo>
                <a:lnTo>
                  <a:pt x="480" y="365"/>
                </a:lnTo>
                <a:lnTo>
                  <a:pt x="480" y="366"/>
                </a:lnTo>
                <a:lnTo>
                  <a:pt x="480" y="367"/>
                </a:lnTo>
                <a:lnTo>
                  <a:pt x="479" y="367"/>
                </a:lnTo>
                <a:lnTo>
                  <a:pt x="479" y="368"/>
                </a:lnTo>
                <a:lnTo>
                  <a:pt x="479" y="369"/>
                </a:lnTo>
                <a:lnTo>
                  <a:pt x="478" y="370"/>
                </a:lnTo>
                <a:lnTo>
                  <a:pt x="478" y="371"/>
                </a:lnTo>
                <a:lnTo>
                  <a:pt x="478" y="372"/>
                </a:lnTo>
                <a:lnTo>
                  <a:pt x="478" y="373"/>
                </a:lnTo>
                <a:lnTo>
                  <a:pt x="477" y="373"/>
                </a:lnTo>
                <a:lnTo>
                  <a:pt x="477" y="374"/>
                </a:lnTo>
                <a:lnTo>
                  <a:pt x="478" y="374"/>
                </a:lnTo>
                <a:lnTo>
                  <a:pt x="479" y="374"/>
                </a:lnTo>
                <a:lnTo>
                  <a:pt x="480" y="374"/>
                </a:lnTo>
                <a:lnTo>
                  <a:pt x="480" y="375"/>
                </a:lnTo>
                <a:lnTo>
                  <a:pt x="480" y="376"/>
                </a:lnTo>
                <a:lnTo>
                  <a:pt x="479" y="376"/>
                </a:lnTo>
                <a:lnTo>
                  <a:pt x="479" y="377"/>
                </a:lnTo>
                <a:lnTo>
                  <a:pt x="479" y="378"/>
                </a:lnTo>
                <a:lnTo>
                  <a:pt x="479" y="379"/>
                </a:lnTo>
                <a:lnTo>
                  <a:pt x="478" y="380"/>
                </a:lnTo>
                <a:lnTo>
                  <a:pt x="479" y="380"/>
                </a:lnTo>
                <a:lnTo>
                  <a:pt x="479" y="381"/>
                </a:lnTo>
                <a:lnTo>
                  <a:pt x="478" y="382"/>
                </a:lnTo>
                <a:lnTo>
                  <a:pt x="477" y="382"/>
                </a:lnTo>
                <a:lnTo>
                  <a:pt x="477" y="381"/>
                </a:lnTo>
                <a:lnTo>
                  <a:pt x="476" y="382"/>
                </a:lnTo>
                <a:lnTo>
                  <a:pt x="476" y="383"/>
                </a:lnTo>
                <a:lnTo>
                  <a:pt x="475" y="383"/>
                </a:lnTo>
                <a:lnTo>
                  <a:pt x="474" y="384"/>
                </a:lnTo>
                <a:lnTo>
                  <a:pt x="474" y="385"/>
                </a:lnTo>
                <a:lnTo>
                  <a:pt x="473" y="385"/>
                </a:lnTo>
                <a:lnTo>
                  <a:pt x="474" y="386"/>
                </a:lnTo>
                <a:lnTo>
                  <a:pt x="474" y="387"/>
                </a:lnTo>
                <a:lnTo>
                  <a:pt x="474" y="388"/>
                </a:lnTo>
                <a:lnTo>
                  <a:pt x="475" y="388"/>
                </a:lnTo>
                <a:lnTo>
                  <a:pt x="475" y="389"/>
                </a:lnTo>
                <a:lnTo>
                  <a:pt x="474" y="389"/>
                </a:lnTo>
                <a:lnTo>
                  <a:pt x="474" y="390"/>
                </a:lnTo>
                <a:lnTo>
                  <a:pt x="474" y="391"/>
                </a:lnTo>
                <a:lnTo>
                  <a:pt x="474" y="392"/>
                </a:lnTo>
                <a:lnTo>
                  <a:pt x="473" y="393"/>
                </a:lnTo>
                <a:lnTo>
                  <a:pt x="472" y="394"/>
                </a:lnTo>
                <a:lnTo>
                  <a:pt x="473" y="395"/>
                </a:lnTo>
                <a:lnTo>
                  <a:pt x="473" y="396"/>
                </a:lnTo>
                <a:lnTo>
                  <a:pt x="472" y="396"/>
                </a:lnTo>
                <a:lnTo>
                  <a:pt x="471" y="397"/>
                </a:lnTo>
                <a:lnTo>
                  <a:pt x="470" y="398"/>
                </a:lnTo>
                <a:lnTo>
                  <a:pt x="469" y="398"/>
                </a:lnTo>
                <a:lnTo>
                  <a:pt x="469" y="399"/>
                </a:lnTo>
                <a:lnTo>
                  <a:pt x="468" y="402"/>
                </a:lnTo>
                <a:lnTo>
                  <a:pt x="468" y="403"/>
                </a:lnTo>
                <a:lnTo>
                  <a:pt x="467" y="403"/>
                </a:lnTo>
                <a:lnTo>
                  <a:pt x="466" y="404"/>
                </a:lnTo>
                <a:lnTo>
                  <a:pt x="466" y="405"/>
                </a:lnTo>
                <a:lnTo>
                  <a:pt x="467" y="405"/>
                </a:lnTo>
                <a:lnTo>
                  <a:pt x="467" y="406"/>
                </a:lnTo>
                <a:lnTo>
                  <a:pt x="466" y="406"/>
                </a:lnTo>
                <a:lnTo>
                  <a:pt x="465" y="406"/>
                </a:lnTo>
                <a:lnTo>
                  <a:pt x="466" y="407"/>
                </a:lnTo>
                <a:lnTo>
                  <a:pt x="467" y="407"/>
                </a:lnTo>
                <a:lnTo>
                  <a:pt x="467" y="408"/>
                </a:lnTo>
                <a:lnTo>
                  <a:pt x="469" y="407"/>
                </a:lnTo>
                <a:lnTo>
                  <a:pt x="469" y="406"/>
                </a:lnTo>
                <a:lnTo>
                  <a:pt x="470" y="406"/>
                </a:lnTo>
                <a:lnTo>
                  <a:pt x="471" y="405"/>
                </a:lnTo>
                <a:lnTo>
                  <a:pt x="472" y="404"/>
                </a:lnTo>
                <a:lnTo>
                  <a:pt x="472" y="405"/>
                </a:lnTo>
                <a:lnTo>
                  <a:pt x="473" y="405"/>
                </a:lnTo>
                <a:lnTo>
                  <a:pt x="474" y="404"/>
                </a:lnTo>
                <a:lnTo>
                  <a:pt x="475" y="405"/>
                </a:lnTo>
                <a:lnTo>
                  <a:pt x="476" y="404"/>
                </a:lnTo>
                <a:lnTo>
                  <a:pt x="476" y="405"/>
                </a:lnTo>
                <a:lnTo>
                  <a:pt x="476" y="406"/>
                </a:lnTo>
                <a:lnTo>
                  <a:pt x="476" y="407"/>
                </a:lnTo>
                <a:lnTo>
                  <a:pt x="476" y="406"/>
                </a:lnTo>
                <a:lnTo>
                  <a:pt x="477" y="406"/>
                </a:lnTo>
                <a:lnTo>
                  <a:pt x="478" y="406"/>
                </a:lnTo>
                <a:lnTo>
                  <a:pt x="479" y="406"/>
                </a:lnTo>
                <a:lnTo>
                  <a:pt x="479" y="405"/>
                </a:lnTo>
                <a:lnTo>
                  <a:pt x="480" y="405"/>
                </a:lnTo>
                <a:lnTo>
                  <a:pt x="480" y="404"/>
                </a:lnTo>
                <a:lnTo>
                  <a:pt x="481" y="404"/>
                </a:lnTo>
                <a:lnTo>
                  <a:pt x="481" y="403"/>
                </a:lnTo>
                <a:lnTo>
                  <a:pt x="482" y="403"/>
                </a:lnTo>
                <a:lnTo>
                  <a:pt x="483" y="403"/>
                </a:lnTo>
                <a:lnTo>
                  <a:pt x="484" y="402"/>
                </a:lnTo>
                <a:lnTo>
                  <a:pt x="484" y="403"/>
                </a:lnTo>
                <a:lnTo>
                  <a:pt x="484" y="402"/>
                </a:lnTo>
                <a:lnTo>
                  <a:pt x="485" y="402"/>
                </a:lnTo>
                <a:lnTo>
                  <a:pt x="487" y="401"/>
                </a:lnTo>
                <a:lnTo>
                  <a:pt x="487" y="402"/>
                </a:lnTo>
                <a:lnTo>
                  <a:pt x="487" y="403"/>
                </a:lnTo>
                <a:lnTo>
                  <a:pt x="488" y="403"/>
                </a:lnTo>
                <a:lnTo>
                  <a:pt x="489" y="403"/>
                </a:lnTo>
                <a:lnTo>
                  <a:pt x="490" y="403"/>
                </a:lnTo>
                <a:lnTo>
                  <a:pt x="490" y="402"/>
                </a:lnTo>
                <a:lnTo>
                  <a:pt x="490" y="403"/>
                </a:lnTo>
                <a:lnTo>
                  <a:pt x="491" y="403"/>
                </a:lnTo>
                <a:lnTo>
                  <a:pt x="490" y="404"/>
                </a:lnTo>
                <a:lnTo>
                  <a:pt x="491" y="404"/>
                </a:lnTo>
                <a:lnTo>
                  <a:pt x="492" y="405"/>
                </a:lnTo>
                <a:lnTo>
                  <a:pt x="490" y="406"/>
                </a:lnTo>
                <a:lnTo>
                  <a:pt x="491" y="407"/>
                </a:lnTo>
                <a:lnTo>
                  <a:pt x="492" y="407"/>
                </a:lnTo>
                <a:lnTo>
                  <a:pt x="492" y="408"/>
                </a:lnTo>
                <a:lnTo>
                  <a:pt x="491" y="408"/>
                </a:lnTo>
                <a:lnTo>
                  <a:pt x="491" y="409"/>
                </a:lnTo>
                <a:lnTo>
                  <a:pt x="490" y="409"/>
                </a:lnTo>
                <a:lnTo>
                  <a:pt x="489" y="410"/>
                </a:lnTo>
                <a:lnTo>
                  <a:pt x="488" y="411"/>
                </a:lnTo>
                <a:lnTo>
                  <a:pt x="487" y="411"/>
                </a:lnTo>
                <a:lnTo>
                  <a:pt x="486" y="411"/>
                </a:lnTo>
                <a:lnTo>
                  <a:pt x="485" y="411"/>
                </a:lnTo>
                <a:lnTo>
                  <a:pt x="484" y="412"/>
                </a:lnTo>
                <a:lnTo>
                  <a:pt x="483" y="412"/>
                </a:lnTo>
                <a:lnTo>
                  <a:pt x="482" y="412"/>
                </a:lnTo>
                <a:lnTo>
                  <a:pt x="481" y="413"/>
                </a:lnTo>
                <a:lnTo>
                  <a:pt x="480" y="413"/>
                </a:lnTo>
                <a:lnTo>
                  <a:pt x="480" y="414"/>
                </a:lnTo>
                <a:lnTo>
                  <a:pt x="481" y="414"/>
                </a:lnTo>
                <a:lnTo>
                  <a:pt x="482" y="414"/>
                </a:lnTo>
                <a:lnTo>
                  <a:pt x="482" y="415"/>
                </a:lnTo>
                <a:lnTo>
                  <a:pt x="481" y="416"/>
                </a:lnTo>
                <a:lnTo>
                  <a:pt x="480" y="416"/>
                </a:lnTo>
                <a:lnTo>
                  <a:pt x="479" y="416"/>
                </a:lnTo>
                <a:lnTo>
                  <a:pt x="478" y="416"/>
                </a:lnTo>
                <a:lnTo>
                  <a:pt x="477" y="416"/>
                </a:lnTo>
                <a:lnTo>
                  <a:pt x="477" y="415"/>
                </a:lnTo>
                <a:lnTo>
                  <a:pt x="476" y="415"/>
                </a:lnTo>
                <a:lnTo>
                  <a:pt x="475" y="415"/>
                </a:lnTo>
                <a:lnTo>
                  <a:pt x="475" y="416"/>
                </a:lnTo>
                <a:lnTo>
                  <a:pt x="474" y="416"/>
                </a:lnTo>
                <a:lnTo>
                  <a:pt x="474" y="417"/>
                </a:lnTo>
                <a:lnTo>
                  <a:pt x="474" y="418"/>
                </a:lnTo>
                <a:lnTo>
                  <a:pt x="474" y="419"/>
                </a:lnTo>
                <a:lnTo>
                  <a:pt x="473" y="420"/>
                </a:lnTo>
                <a:lnTo>
                  <a:pt x="472" y="420"/>
                </a:lnTo>
                <a:lnTo>
                  <a:pt x="472" y="421"/>
                </a:lnTo>
                <a:lnTo>
                  <a:pt x="472" y="422"/>
                </a:lnTo>
                <a:lnTo>
                  <a:pt x="471" y="422"/>
                </a:lnTo>
                <a:lnTo>
                  <a:pt x="472" y="423"/>
                </a:lnTo>
                <a:lnTo>
                  <a:pt x="472" y="424"/>
                </a:lnTo>
                <a:lnTo>
                  <a:pt x="473" y="424"/>
                </a:lnTo>
                <a:lnTo>
                  <a:pt x="473" y="425"/>
                </a:lnTo>
                <a:lnTo>
                  <a:pt x="473" y="426"/>
                </a:lnTo>
                <a:lnTo>
                  <a:pt x="472" y="426"/>
                </a:lnTo>
                <a:lnTo>
                  <a:pt x="473" y="426"/>
                </a:lnTo>
                <a:lnTo>
                  <a:pt x="472" y="427"/>
                </a:lnTo>
                <a:lnTo>
                  <a:pt x="473" y="427"/>
                </a:lnTo>
                <a:lnTo>
                  <a:pt x="473" y="428"/>
                </a:lnTo>
                <a:lnTo>
                  <a:pt x="472" y="428"/>
                </a:lnTo>
                <a:lnTo>
                  <a:pt x="473" y="428"/>
                </a:lnTo>
                <a:lnTo>
                  <a:pt x="473" y="429"/>
                </a:lnTo>
                <a:lnTo>
                  <a:pt x="473" y="430"/>
                </a:lnTo>
                <a:lnTo>
                  <a:pt x="473" y="431"/>
                </a:lnTo>
                <a:lnTo>
                  <a:pt x="472" y="431"/>
                </a:lnTo>
                <a:lnTo>
                  <a:pt x="473" y="431"/>
                </a:lnTo>
                <a:lnTo>
                  <a:pt x="473" y="432"/>
                </a:lnTo>
                <a:lnTo>
                  <a:pt x="473" y="433"/>
                </a:lnTo>
                <a:lnTo>
                  <a:pt x="473" y="434"/>
                </a:lnTo>
                <a:lnTo>
                  <a:pt x="473" y="435"/>
                </a:lnTo>
                <a:lnTo>
                  <a:pt x="472" y="435"/>
                </a:lnTo>
                <a:lnTo>
                  <a:pt x="472" y="436"/>
                </a:lnTo>
                <a:lnTo>
                  <a:pt x="471" y="437"/>
                </a:lnTo>
                <a:lnTo>
                  <a:pt x="470" y="438"/>
                </a:lnTo>
                <a:lnTo>
                  <a:pt x="469" y="438"/>
                </a:lnTo>
                <a:lnTo>
                  <a:pt x="468" y="440"/>
                </a:lnTo>
                <a:lnTo>
                  <a:pt x="468" y="441"/>
                </a:lnTo>
                <a:lnTo>
                  <a:pt x="468" y="442"/>
                </a:lnTo>
                <a:lnTo>
                  <a:pt x="468" y="443"/>
                </a:lnTo>
                <a:lnTo>
                  <a:pt x="467" y="444"/>
                </a:lnTo>
                <a:lnTo>
                  <a:pt x="467" y="445"/>
                </a:lnTo>
                <a:lnTo>
                  <a:pt x="467" y="446"/>
                </a:lnTo>
                <a:lnTo>
                  <a:pt x="467" y="447"/>
                </a:lnTo>
                <a:lnTo>
                  <a:pt x="466" y="448"/>
                </a:lnTo>
                <a:lnTo>
                  <a:pt x="464" y="449"/>
                </a:lnTo>
                <a:lnTo>
                  <a:pt x="464" y="450"/>
                </a:lnTo>
                <a:lnTo>
                  <a:pt x="463" y="450"/>
                </a:lnTo>
                <a:lnTo>
                  <a:pt x="463" y="451"/>
                </a:lnTo>
                <a:lnTo>
                  <a:pt x="463" y="452"/>
                </a:lnTo>
                <a:lnTo>
                  <a:pt x="463" y="453"/>
                </a:lnTo>
                <a:lnTo>
                  <a:pt x="463" y="454"/>
                </a:lnTo>
                <a:lnTo>
                  <a:pt x="464" y="455"/>
                </a:lnTo>
                <a:lnTo>
                  <a:pt x="464" y="456"/>
                </a:lnTo>
                <a:lnTo>
                  <a:pt x="464" y="457"/>
                </a:lnTo>
                <a:lnTo>
                  <a:pt x="465" y="458"/>
                </a:lnTo>
                <a:lnTo>
                  <a:pt x="465" y="459"/>
                </a:lnTo>
                <a:lnTo>
                  <a:pt x="466" y="461"/>
                </a:lnTo>
                <a:lnTo>
                  <a:pt x="466" y="462"/>
                </a:lnTo>
                <a:lnTo>
                  <a:pt x="467" y="463"/>
                </a:lnTo>
                <a:lnTo>
                  <a:pt x="468" y="463"/>
                </a:lnTo>
                <a:lnTo>
                  <a:pt x="469" y="464"/>
                </a:lnTo>
                <a:lnTo>
                  <a:pt x="469" y="465"/>
                </a:lnTo>
                <a:lnTo>
                  <a:pt x="469" y="466"/>
                </a:lnTo>
                <a:lnTo>
                  <a:pt x="468" y="466"/>
                </a:lnTo>
                <a:lnTo>
                  <a:pt x="469" y="467"/>
                </a:lnTo>
                <a:lnTo>
                  <a:pt x="470" y="468"/>
                </a:lnTo>
                <a:lnTo>
                  <a:pt x="470" y="469"/>
                </a:lnTo>
                <a:lnTo>
                  <a:pt x="469" y="470"/>
                </a:lnTo>
                <a:lnTo>
                  <a:pt x="469" y="471"/>
                </a:lnTo>
                <a:lnTo>
                  <a:pt x="470" y="471"/>
                </a:lnTo>
                <a:lnTo>
                  <a:pt x="469" y="471"/>
                </a:lnTo>
                <a:lnTo>
                  <a:pt x="469" y="472"/>
                </a:lnTo>
                <a:lnTo>
                  <a:pt x="468" y="472"/>
                </a:lnTo>
                <a:lnTo>
                  <a:pt x="468" y="471"/>
                </a:lnTo>
                <a:lnTo>
                  <a:pt x="467" y="471"/>
                </a:lnTo>
                <a:lnTo>
                  <a:pt x="467" y="472"/>
                </a:lnTo>
                <a:lnTo>
                  <a:pt x="467" y="473"/>
                </a:lnTo>
                <a:lnTo>
                  <a:pt x="466" y="474"/>
                </a:lnTo>
                <a:lnTo>
                  <a:pt x="466" y="476"/>
                </a:lnTo>
                <a:lnTo>
                  <a:pt x="467" y="476"/>
                </a:lnTo>
                <a:lnTo>
                  <a:pt x="467" y="477"/>
                </a:lnTo>
                <a:lnTo>
                  <a:pt x="466" y="477"/>
                </a:lnTo>
                <a:lnTo>
                  <a:pt x="465" y="478"/>
                </a:lnTo>
                <a:lnTo>
                  <a:pt x="465" y="480"/>
                </a:lnTo>
                <a:lnTo>
                  <a:pt x="466" y="480"/>
                </a:lnTo>
                <a:lnTo>
                  <a:pt x="465" y="481"/>
                </a:lnTo>
                <a:lnTo>
                  <a:pt x="464" y="480"/>
                </a:lnTo>
                <a:lnTo>
                  <a:pt x="463" y="480"/>
                </a:lnTo>
                <a:lnTo>
                  <a:pt x="460" y="481"/>
                </a:lnTo>
                <a:lnTo>
                  <a:pt x="460" y="482"/>
                </a:lnTo>
                <a:lnTo>
                  <a:pt x="460" y="483"/>
                </a:lnTo>
                <a:lnTo>
                  <a:pt x="461" y="484"/>
                </a:lnTo>
                <a:lnTo>
                  <a:pt x="459" y="487"/>
                </a:lnTo>
                <a:lnTo>
                  <a:pt x="459" y="488"/>
                </a:lnTo>
                <a:lnTo>
                  <a:pt x="458" y="488"/>
                </a:lnTo>
                <a:lnTo>
                  <a:pt x="456" y="488"/>
                </a:lnTo>
                <a:lnTo>
                  <a:pt x="456" y="489"/>
                </a:lnTo>
                <a:lnTo>
                  <a:pt x="456" y="490"/>
                </a:lnTo>
                <a:lnTo>
                  <a:pt x="455" y="491"/>
                </a:lnTo>
                <a:lnTo>
                  <a:pt x="455" y="492"/>
                </a:lnTo>
                <a:lnTo>
                  <a:pt x="454" y="492"/>
                </a:lnTo>
                <a:lnTo>
                  <a:pt x="453" y="492"/>
                </a:lnTo>
                <a:lnTo>
                  <a:pt x="452" y="492"/>
                </a:lnTo>
                <a:lnTo>
                  <a:pt x="451" y="491"/>
                </a:lnTo>
                <a:lnTo>
                  <a:pt x="450" y="492"/>
                </a:lnTo>
                <a:lnTo>
                  <a:pt x="449" y="492"/>
                </a:lnTo>
                <a:lnTo>
                  <a:pt x="449" y="491"/>
                </a:lnTo>
                <a:lnTo>
                  <a:pt x="449" y="490"/>
                </a:lnTo>
                <a:lnTo>
                  <a:pt x="448" y="489"/>
                </a:lnTo>
                <a:lnTo>
                  <a:pt x="448" y="488"/>
                </a:lnTo>
                <a:lnTo>
                  <a:pt x="447" y="488"/>
                </a:lnTo>
                <a:lnTo>
                  <a:pt x="447" y="489"/>
                </a:lnTo>
                <a:lnTo>
                  <a:pt x="446" y="489"/>
                </a:lnTo>
                <a:lnTo>
                  <a:pt x="444" y="489"/>
                </a:lnTo>
                <a:lnTo>
                  <a:pt x="445" y="489"/>
                </a:lnTo>
                <a:lnTo>
                  <a:pt x="444" y="489"/>
                </a:lnTo>
                <a:lnTo>
                  <a:pt x="443" y="489"/>
                </a:lnTo>
                <a:lnTo>
                  <a:pt x="442" y="490"/>
                </a:lnTo>
                <a:lnTo>
                  <a:pt x="442" y="491"/>
                </a:lnTo>
                <a:lnTo>
                  <a:pt x="441" y="491"/>
                </a:lnTo>
                <a:lnTo>
                  <a:pt x="440" y="491"/>
                </a:lnTo>
                <a:lnTo>
                  <a:pt x="440" y="492"/>
                </a:lnTo>
                <a:lnTo>
                  <a:pt x="439" y="492"/>
                </a:lnTo>
                <a:lnTo>
                  <a:pt x="438" y="492"/>
                </a:lnTo>
                <a:lnTo>
                  <a:pt x="437" y="492"/>
                </a:lnTo>
                <a:lnTo>
                  <a:pt x="436" y="492"/>
                </a:lnTo>
                <a:lnTo>
                  <a:pt x="434" y="493"/>
                </a:lnTo>
                <a:lnTo>
                  <a:pt x="434" y="494"/>
                </a:lnTo>
                <a:lnTo>
                  <a:pt x="433" y="493"/>
                </a:lnTo>
                <a:lnTo>
                  <a:pt x="433" y="492"/>
                </a:lnTo>
                <a:lnTo>
                  <a:pt x="433" y="491"/>
                </a:lnTo>
                <a:lnTo>
                  <a:pt x="433" y="490"/>
                </a:lnTo>
                <a:lnTo>
                  <a:pt x="432" y="490"/>
                </a:lnTo>
                <a:lnTo>
                  <a:pt x="431" y="490"/>
                </a:lnTo>
                <a:lnTo>
                  <a:pt x="430" y="489"/>
                </a:lnTo>
                <a:lnTo>
                  <a:pt x="429" y="488"/>
                </a:lnTo>
                <a:lnTo>
                  <a:pt x="428" y="488"/>
                </a:lnTo>
                <a:lnTo>
                  <a:pt x="428" y="489"/>
                </a:lnTo>
                <a:lnTo>
                  <a:pt x="427" y="489"/>
                </a:lnTo>
                <a:lnTo>
                  <a:pt x="427" y="488"/>
                </a:lnTo>
                <a:lnTo>
                  <a:pt x="426" y="488"/>
                </a:lnTo>
                <a:lnTo>
                  <a:pt x="426" y="487"/>
                </a:lnTo>
                <a:lnTo>
                  <a:pt x="424" y="487"/>
                </a:lnTo>
                <a:lnTo>
                  <a:pt x="423" y="488"/>
                </a:lnTo>
                <a:lnTo>
                  <a:pt x="422" y="488"/>
                </a:lnTo>
                <a:lnTo>
                  <a:pt x="421" y="488"/>
                </a:lnTo>
                <a:lnTo>
                  <a:pt x="421" y="489"/>
                </a:lnTo>
                <a:lnTo>
                  <a:pt x="419" y="487"/>
                </a:lnTo>
                <a:lnTo>
                  <a:pt x="419" y="486"/>
                </a:lnTo>
                <a:lnTo>
                  <a:pt x="419" y="485"/>
                </a:lnTo>
                <a:lnTo>
                  <a:pt x="418" y="485"/>
                </a:lnTo>
                <a:lnTo>
                  <a:pt x="417" y="485"/>
                </a:lnTo>
                <a:lnTo>
                  <a:pt x="416" y="485"/>
                </a:lnTo>
                <a:lnTo>
                  <a:pt x="416" y="484"/>
                </a:lnTo>
                <a:lnTo>
                  <a:pt x="415" y="484"/>
                </a:lnTo>
                <a:lnTo>
                  <a:pt x="414" y="484"/>
                </a:lnTo>
                <a:lnTo>
                  <a:pt x="414" y="483"/>
                </a:lnTo>
                <a:lnTo>
                  <a:pt x="414" y="482"/>
                </a:lnTo>
                <a:lnTo>
                  <a:pt x="413" y="481"/>
                </a:lnTo>
                <a:lnTo>
                  <a:pt x="412" y="481"/>
                </a:lnTo>
                <a:lnTo>
                  <a:pt x="411" y="480"/>
                </a:lnTo>
                <a:lnTo>
                  <a:pt x="410" y="479"/>
                </a:lnTo>
                <a:lnTo>
                  <a:pt x="410" y="480"/>
                </a:lnTo>
                <a:lnTo>
                  <a:pt x="409" y="480"/>
                </a:lnTo>
                <a:lnTo>
                  <a:pt x="409" y="479"/>
                </a:lnTo>
                <a:lnTo>
                  <a:pt x="409" y="477"/>
                </a:lnTo>
                <a:lnTo>
                  <a:pt x="408" y="475"/>
                </a:lnTo>
                <a:lnTo>
                  <a:pt x="408" y="474"/>
                </a:lnTo>
                <a:lnTo>
                  <a:pt x="407" y="474"/>
                </a:lnTo>
                <a:lnTo>
                  <a:pt x="407" y="473"/>
                </a:lnTo>
                <a:lnTo>
                  <a:pt x="408" y="473"/>
                </a:lnTo>
                <a:lnTo>
                  <a:pt x="407" y="473"/>
                </a:lnTo>
                <a:lnTo>
                  <a:pt x="406" y="473"/>
                </a:lnTo>
                <a:lnTo>
                  <a:pt x="406" y="474"/>
                </a:lnTo>
                <a:lnTo>
                  <a:pt x="407" y="474"/>
                </a:lnTo>
                <a:lnTo>
                  <a:pt x="407" y="475"/>
                </a:lnTo>
                <a:lnTo>
                  <a:pt x="406" y="475"/>
                </a:lnTo>
                <a:lnTo>
                  <a:pt x="405" y="474"/>
                </a:lnTo>
                <a:lnTo>
                  <a:pt x="404" y="474"/>
                </a:lnTo>
                <a:lnTo>
                  <a:pt x="405" y="474"/>
                </a:lnTo>
                <a:lnTo>
                  <a:pt x="404" y="474"/>
                </a:lnTo>
                <a:lnTo>
                  <a:pt x="404" y="475"/>
                </a:lnTo>
                <a:lnTo>
                  <a:pt x="404" y="474"/>
                </a:lnTo>
                <a:lnTo>
                  <a:pt x="403" y="474"/>
                </a:lnTo>
                <a:lnTo>
                  <a:pt x="403" y="473"/>
                </a:lnTo>
                <a:lnTo>
                  <a:pt x="402" y="473"/>
                </a:lnTo>
                <a:lnTo>
                  <a:pt x="401" y="473"/>
                </a:lnTo>
                <a:lnTo>
                  <a:pt x="400" y="474"/>
                </a:lnTo>
                <a:lnTo>
                  <a:pt x="399" y="475"/>
                </a:lnTo>
                <a:lnTo>
                  <a:pt x="399" y="476"/>
                </a:lnTo>
                <a:lnTo>
                  <a:pt x="399" y="477"/>
                </a:lnTo>
                <a:lnTo>
                  <a:pt x="398" y="477"/>
                </a:lnTo>
                <a:lnTo>
                  <a:pt x="397" y="477"/>
                </a:lnTo>
                <a:lnTo>
                  <a:pt x="397" y="478"/>
                </a:lnTo>
                <a:lnTo>
                  <a:pt x="396" y="477"/>
                </a:lnTo>
                <a:lnTo>
                  <a:pt x="396" y="476"/>
                </a:lnTo>
                <a:lnTo>
                  <a:pt x="396" y="475"/>
                </a:lnTo>
                <a:lnTo>
                  <a:pt x="395" y="475"/>
                </a:lnTo>
                <a:lnTo>
                  <a:pt x="394" y="475"/>
                </a:lnTo>
                <a:lnTo>
                  <a:pt x="394" y="476"/>
                </a:lnTo>
                <a:lnTo>
                  <a:pt x="393" y="477"/>
                </a:lnTo>
                <a:lnTo>
                  <a:pt x="394" y="477"/>
                </a:lnTo>
                <a:lnTo>
                  <a:pt x="394" y="478"/>
                </a:lnTo>
                <a:lnTo>
                  <a:pt x="393" y="478"/>
                </a:lnTo>
                <a:lnTo>
                  <a:pt x="392" y="478"/>
                </a:lnTo>
                <a:lnTo>
                  <a:pt x="392" y="479"/>
                </a:lnTo>
                <a:lnTo>
                  <a:pt x="391" y="479"/>
                </a:lnTo>
                <a:lnTo>
                  <a:pt x="391" y="480"/>
                </a:lnTo>
                <a:lnTo>
                  <a:pt x="391" y="481"/>
                </a:lnTo>
                <a:lnTo>
                  <a:pt x="392" y="481"/>
                </a:lnTo>
                <a:lnTo>
                  <a:pt x="392" y="482"/>
                </a:lnTo>
                <a:lnTo>
                  <a:pt x="392" y="483"/>
                </a:lnTo>
                <a:lnTo>
                  <a:pt x="391" y="483"/>
                </a:lnTo>
                <a:lnTo>
                  <a:pt x="390" y="482"/>
                </a:lnTo>
                <a:lnTo>
                  <a:pt x="390" y="483"/>
                </a:lnTo>
                <a:lnTo>
                  <a:pt x="389" y="483"/>
                </a:lnTo>
                <a:lnTo>
                  <a:pt x="389" y="485"/>
                </a:lnTo>
                <a:lnTo>
                  <a:pt x="388" y="485"/>
                </a:lnTo>
                <a:lnTo>
                  <a:pt x="388" y="486"/>
                </a:lnTo>
                <a:lnTo>
                  <a:pt x="387" y="487"/>
                </a:lnTo>
                <a:lnTo>
                  <a:pt x="387" y="486"/>
                </a:lnTo>
                <a:lnTo>
                  <a:pt x="386" y="487"/>
                </a:lnTo>
                <a:lnTo>
                  <a:pt x="384" y="488"/>
                </a:lnTo>
                <a:lnTo>
                  <a:pt x="383" y="489"/>
                </a:lnTo>
                <a:lnTo>
                  <a:pt x="383" y="490"/>
                </a:lnTo>
                <a:lnTo>
                  <a:pt x="382" y="490"/>
                </a:lnTo>
                <a:lnTo>
                  <a:pt x="381" y="490"/>
                </a:lnTo>
                <a:lnTo>
                  <a:pt x="380" y="490"/>
                </a:lnTo>
                <a:lnTo>
                  <a:pt x="379" y="490"/>
                </a:lnTo>
                <a:lnTo>
                  <a:pt x="379" y="489"/>
                </a:lnTo>
                <a:lnTo>
                  <a:pt x="378" y="490"/>
                </a:lnTo>
                <a:lnTo>
                  <a:pt x="377" y="491"/>
                </a:lnTo>
                <a:lnTo>
                  <a:pt x="376" y="491"/>
                </a:lnTo>
                <a:lnTo>
                  <a:pt x="375" y="492"/>
                </a:lnTo>
                <a:lnTo>
                  <a:pt x="374" y="493"/>
                </a:lnTo>
                <a:lnTo>
                  <a:pt x="374" y="494"/>
                </a:lnTo>
                <a:lnTo>
                  <a:pt x="374" y="495"/>
                </a:lnTo>
                <a:lnTo>
                  <a:pt x="372" y="495"/>
                </a:lnTo>
                <a:lnTo>
                  <a:pt x="372" y="494"/>
                </a:lnTo>
                <a:lnTo>
                  <a:pt x="371" y="493"/>
                </a:lnTo>
                <a:lnTo>
                  <a:pt x="371" y="491"/>
                </a:lnTo>
                <a:lnTo>
                  <a:pt x="369" y="492"/>
                </a:lnTo>
                <a:lnTo>
                  <a:pt x="368" y="491"/>
                </a:lnTo>
                <a:lnTo>
                  <a:pt x="367" y="491"/>
                </a:lnTo>
                <a:lnTo>
                  <a:pt x="367" y="492"/>
                </a:lnTo>
                <a:lnTo>
                  <a:pt x="368" y="493"/>
                </a:lnTo>
                <a:lnTo>
                  <a:pt x="367" y="494"/>
                </a:lnTo>
                <a:lnTo>
                  <a:pt x="368" y="496"/>
                </a:lnTo>
                <a:lnTo>
                  <a:pt x="368" y="497"/>
                </a:lnTo>
                <a:lnTo>
                  <a:pt x="369" y="497"/>
                </a:lnTo>
                <a:lnTo>
                  <a:pt x="369" y="499"/>
                </a:lnTo>
                <a:lnTo>
                  <a:pt x="368" y="499"/>
                </a:lnTo>
                <a:lnTo>
                  <a:pt x="368" y="500"/>
                </a:lnTo>
                <a:lnTo>
                  <a:pt x="369" y="500"/>
                </a:lnTo>
                <a:lnTo>
                  <a:pt x="370" y="500"/>
                </a:lnTo>
                <a:lnTo>
                  <a:pt x="371" y="500"/>
                </a:lnTo>
                <a:lnTo>
                  <a:pt x="371" y="501"/>
                </a:lnTo>
                <a:lnTo>
                  <a:pt x="372" y="501"/>
                </a:lnTo>
                <a:lnTo>
                  <a:pt x="373" y="501"/>
                </a:lnTo>
                <a:lnTo>
                  <a:pt x="374" y="500"/>
                </a:lnTo>
                <a:lnTo>
                  <a:pt x="374" y="501"/>
                </a:lnTo>
                <a:lnTo>
                  <a:pt x="375" y="501"/>
                </a:lnTo>
                <a:lnTo>
                  <a:pt x="375" y="500"/>
                </a:lnTo>
                <a:lnTo>
                  <a:pt x="374" y="500"/>
                </a:lnTo>
                <a:lnTo>
                  <a:pt x="375" y="500"/>
                </a:lnTo>
                <a:lnTo>
                  <a:pt x="376" y="500"/>
                </a:lnTo>
                <a:lnTo>
                  <a:pt x="377" y="500"/>
                </a:lnTo>
                <a:lnTo>
                  <a:pt x="378" y="500"/>
                </a:lnTo>
                <a:lnTo>
                  <a:pt x="380" y="500"/>
                </a:lnTo>
                <a:lnTo>
                  <a:pt x="380" y="501"/>
                </a:lnTo>
                <a:lnTo>
                  <a:pt x="381" y="502"/>
                </a:lnTo>
                <a:lnTo>
                  <a:pt x="382" y="502"/>
                </a:lnTo>
                <a:lnTo>
                  <a:pt x="382" y="503"/>
                </a:lnTo>
                <a:lnTo>
                  <a:pt x="382" y="504"/>
                </a:lnTo>
                <a:lnTo>
                  <a:pt x="383" y="504"/>
                </a:lnTo>
                <a:lnTo>
                  <a:pt x="384" y="504"/>
                </a:lnTo>
                <a:lnTo>
                  <a:pt x="384" y="505"/>
                </a:lnTo>
                <a:lnTo>
                  <a:pt x="383" y="506"/>
                </a:lnTo>
                <a:lnTo>
                  <a:pt x="382" y="506"/>
                </a:lnTo>
                <a:lnTo>
                  <a:pt x="381" y="506"/>
                </a:lnTo>
                <a:lnTo>
                  <a:pt x="380" y="507"/>
                </a:lnTo>
                <a:lnTo>
                  <a:pt x="379" y="508"/>
                </a:lnTo>
                <a:lnTo>
                  <a:pt x="378" y="509"/>
                </a:lnTo>
                <a:lnTo>
                  <a:pt x="377" y="511"/>
                </a:lnTo>
                <a:lnTo>
                  <a:pt x="378" y="512"/>
                </a:lnTo>
                <a:lnTo>
                  <a:pt x="379" y="513"/>
                </a:lnTo>
                <a:lnTo>
                  <a:pt x="379" y="514"/>
                </a:lnTo>
                <a:lnTo>
                  <a:pt x="381" y="517"/>
                </a:lnTo>
                <a:lnTo>
                  <a:pt x="382" y="517"/>
                </a:lnTo>
                <a:lnTo>
                  <a:pt x="381" y="518"/>
                </a:lnTo>
                <a:lnTo>
                  <a:pt x="380" y="519"/>
                </a:lnTo>
                <a:lnTo>
                  <a:pt x="381" y="519"/>
                </a:lnTo>
                <a:lnTo>
                  <a:pt x="381" y="520"/>
                </a:lnTo>
                <a:lnTo>
                  <a:pt x="380" y="521"/>
                </a:lnTo>
                <a:lnTo>
                  <a:pt x="379" y="521"/>
                </a:lnTo>
                <a:lnTo>
                  <a:pt x="379" y="522"/>
                </a:lnTo>
                <a:lnTo>
                  <a:pt x="379" y="523"/>
                </a:lnTo>
                <a:lnTo>
                  <a:pt x="380" y="524"/>
                </a:lnTo>
                <a:lnTo>
                  <a:pt x="380" y="525"/>
                </a:lnTo>
                <a:lnTo>
                  <a:pt x="379" y="525"/>
                </a:lnTo>
                <a:lnTo>
                  <a:pt x="381" y="527"/>
                </a:lnTo>
                <a:lnTo>
                  <a:pt x="381" y="528"/>
                </a:lnTo>
                <a:lnTo>
                  <a:pt x="381" y="529"/>
                </a:lnTo>
                <a:lnTo>
                  <a:pt x="381" y="530"/>
                </a:lnTo>
                <a:lnTo>
                  <a:pt x="381" y="531"/>
                </a:lnTo>
                <a:lnTo>
                  <a:pt x="382" y="531"/>
                </a:lnTo>
                <a:lnTo>
                  <a:pt x="381" y="531"/>
                </a:lnTo>
                <a:lnTo>
                  <a:pt x="381" y="532"/>
                </a:lnTo>
                <a:lnTo>
                  <a:pt x="381" y="531"/>
                </a:lnTo>
                <a:lnTo>
                  <a:pt x="380" y="532"/>
                </a:lnTo>
                <a:lnTo>
                  <a:pt x="380" y="533"/>
                </a:lnTo>
                <a:lnTo>
                  <a:pt x="379" y="533"/>
                </a:lnTo>
                <a:lnTo>
                  <a:pt x="379" y="534"/>
                </a:lnTo>
                <a:lnTo>
                  <a:pt x="378" y="534"/>
                </a:lnTo>
                <a:lnTo>
                  <a:pt x="377" y="534"/>
                </a:lnTo>
                <a:lnTo>
                  <a:pt x="377" y="533"/>
                </a:lnTo>
                <a:lnTo>
                  <a:pt x="376" y="534"/>
                </a:lnTo>
                <a:lnTo>
                  <a:pt x="375" y="534"/>
                </a:lnTo>
                <a:lnTo>
                  <a:pt x="374" y="534"/>
                </a:lnTo>
                <a:lnTo>
                  <a:pt x="372" y="534"/>
                </a:lnTo>
                <a:lnTo>
                  <a:pt x="370" y="535"/>
                </a:lnTo>
                <a:lnTo>
                  <a:pt x="369" y="535"/>
                </a:lnTo>
                <a:lnTo>
                  <a:pt x="369" y="536"/>
                </a:lnTo>
                <a:lnTo>
                  <a:pt x="368" y="536"/>
                </a:lnTo>
                <a:lnTo>
                  <a:pt x="367" y="536"/>
                </a:lnTo>
                <a:lnTo>
                  <a:pt x="366" y="536"/>
                </a:lnTo>
                <a:lnTo>
                  <a:pt x="365" y="536"/>
                </a:lnTo>
                <a:lnTo>
                  <a:pt x="364" y="536"/>
                </a:lnTo>
                <a:lnTo>
                  <a:pt x="363" y="537"/>
                </a:lnTo>
                <a:lnTo>
                  <a:pt x="362" y="537"/>
                </a:lnTo>
                <a:lnTo>
                  <a:pt x="361" y="536"/>
                </a:lnTo>
                <a:lnTo>
                  <a:pt x="361" y="535"/>
                </a:lnTo>
                <a:lnTo>
                  <a:pt x="361" y="534"/>
                </a:lnTo>
                <a:lnTo>
                  <a:pt x="361" y="533"/>
                </a:lnTo>
                <a:lnTo>
                  <a:pt x="361" y="532"/>
                </a:lnTo>
                <a:lnTo>
                  <a:pt x="361" y="531"/>
                </a:lnTo>
                <a:lnTo>
                  <a:pt x="360" y="531"/>
                </a:lnTo>
                <a:lnTo>
                  <a:pt x="359" y="530"/>
                </a:lnTo>
                <a:lnTo>
                  <a:pt x="358" y="530"/>
                </a:lnTo>
                <a:lnTo>
                  <a:pt x="357" y="530"/>
                </a:lnTo>
                <a:lnTo>
                  <a:pt x="357" y="528"/>
                </a:lnTo>
                <a:lnTo>
                  <a:pt x="358" y="527"/>
                </a:lnTo>
                <a:lnTo>
                  <a:pt x="357" y="526"/>
                </a:lnTo>
                <a:lnTo>
                  <a:pt x="356" y="525"/>
                </a:lnTo>
                <a:lnTo>
                  <a:pt x="355" y="523"/>
                </a:lnTo>
                <a:lnTo>
                  <a:pt x="355" y="521"/>
                </a:lnTo>
                <a:lnTo>
                  <a:pt x="356" y="521"/>
                </a:lnTo>
                <a:lnTo>
                  <a:pt x="355" y="518"/>
                </a:lnTo>
                <a:lnTo>
                  <a:pt x="355" y="517"/>
                </a:lnTo>
                <a:lnTo>
                  <a:pt x="354" y="517"/>
                </a:lnTo>
                <a:lnTo>
                  <a:pt x="353" y="517"/>
                </a:lnTo>
                <a:lnTo>
                  <a:pt x="353" y="516"/>
                </a:lnTo>
                <a:lnTo>
                  <a:pt x="352" y="515"/>
                </a:lnTo>
                <a:lnTo>
                  <a:pt x="352" y="514"/>
                </a:lnTo>
                <a:lnTo>
                  <a:pt x="351" y="514"/>
                </a:lnTo>
                <a:lnTo>
                  <a:pt x="350" y="512"/>
                </a:lnTo>
                <a:lnTo>
                  <a:pt x="348" y="511"/>
                </a:lnTo>
                <a:lnTo>
                  <a:pt x="347" y="511"/>
                </a:lnTo>
                <a:lnTo>
                  <a:pt x="346" y="512"/>
                </a:lnTo>
                <a:lnTo>
                  <a:pt x="344" y="513"/>
                </a:lnTo>
                <a:lnTo>
                  <a:pt x="341" y="513"/>
                </a:lnTo>
                <a:lnTo>
                  <a:pt x="340" y="513"/>
                </a:lnTo>
                <a:lnTo>
                  <a:pt x="340" y="512"/>
                </a:lnTo>
                <a:lnTo>
                  <a:pt x="339" y="512"/>
                </a:lnTo>
                <a:lnTo>
                  <a:pt x="337" y="512"/>
                </a:lnTo>
                <a:lnTo>
                  <a:pt x="336" y="512"/>
                </a:lnTo>
                <a:lnTo>
                  <a:pt x="335" y="511"/>
                </a:lnTo>
                <a:lnTo>
                  <a:pt x="333" y="510"/>
                </a:lnTo>
                <a:lnTo>
                  <a:pt x="332" y="510"/>
                </a:lnTo>
                <a:lnTo>
                  <a:pt x="331" y="509"/>
                </a:lnTo>
                <a:lnTo>
                  <a:pt x="331" y="508"/>
                </a:lnTo>
                <a:lnTo>
                  <a:pt x="332" y="508"/>
                </a:lnTo>
                <a:lnTo>
                  <a:pt x="331" y="507"/>
                </a:lnTo>
                <a:lnTo>
                  <a:pt x="330" y="506"/>
                </a:lnTo>
                <a:lnTo>
                  <a:pt x="329" y="507"/>
                </a:lnTo>
                <a:lnTo>
                  <a:pt x="329" y="508"/>
                </a:lnTo>
                <a:lnTo>
                  <a:pt x="329" y="509"/>
                </a:lnTo>
                <a:lnTo>
                  <a:pt x="329" y="510"/>
                </a:lnTo>
                <a:lnTo>
                  <a:pt x="328" y="511"/>
                </a:lnTo>
                <a:lnTo>
                  <a:pt x="327" y="511"/>
                </a:lnTo>
                <a:lnTo>
                  <a:pt x="326" y="511"/>
                </a:lnTo>
                <a:lnTo>
                  <a:pt x="325" y="510"/>
                </a:lnTo>
                <a:lnTo>
                  <a:pt x="325" y="509"/>
                </a:lnTo>
                <a:lnTo>
                  <a:pt x="326" y="509"/>
                </a:lnTo>
                <a:lnTo>
                  <a:pt x="325" y="508"/>
                </a:lnTo>
                <a:lnTo>
                  <a:pt x="324" y="508"/>
                </a:lnTo>
                <a:lnTo>
                  <a:pt x="324" y="507"/>
                </a:lnTo>
                <a:lnTo>
                  <a:pt x="323" y="506"/>
                </a:lnTo>
                <a:lnTo>
                  <a:pt x="322" y="507"/>
                </a:lnTo>
                <a:lnTo>
                  <a:pt x="321" y="507"/>
                </a:lnTo>
                <a:lnTo>
                  <a:pt x="320" y="508"/>
                </a:lnTo>
                <a:lnTo>
                  <a:pt x="319" y="508"/>
                </a:lnTo>
                <a:lnTo>
                  <a:pt x="318" y="508"/>
                </a:lnTo>
                <a:lnTo>
                  <a:pt x="318" y="509"/>
                </a:lnTo>
                <a:lnTo>
                  <a:pt x="318" y="510"/>
                </a:lnTo>
                <a:lnTo>
                  <a:pt x="317" y="509"/>
                </a:lnTo>
                <a:lnTo>
                  <a:pt x="316" y="509"/>
                </a:lnTo>
                <a:lnTo>
                  <a:pt x="315" y="509"/>
                </a:lnTo>
                <a:lnTo>
                  <a:pt x="314" y="509"/>
                </a:lnTo>
                <a:lnTo>
                  <a:pt x="313" y="509"/>
                </a:lnTo>
                <a:lnTo>
                  <a:pt x="313" y="508"/>
                </a:lnTo>
                <a:lnTo>
                  <a:pt x="313" y="507"/>
                </a:lnTo>
                <a:lnTo>
                  <a:pt x="311" y="506"/>
                </a:lnTo>
                <a:lnTo>
                  <a:pt x="311" y="507"/>
                </a:lnTo>
                <a:lnTo>
                  <a:pt x="310" y="507"/>
                </a:lnTo>
                <a:lnTo>
                  <a:pt x="308" y="506"/>
                </a:lnTo>
                <a:lnTo>
                  <a:pt x="307" y="507"/>
                </a:lnTo>
                <a:lnTo>
                  <a:pt x="307" y="509"/>
                </a:lnTo>
                <a:lnTo>
                  <a:pt x="306" y="511"/>
                </a:lnTo>
                <a:lnTo>
                  <a:pt x="306" y="512"/>
                </a:lnTo>
                <a:lnTo>
                  <a:pt x="306" y="513"/>
                </a:lnTo>
                <a:lnTo>
                  <a:pt x="305" y="516"/>
                </a:lnTo>
                <a:lnTo>
                  <a:pt x="305" y="518"/>
                </a:lnTo>
                <a:lnTo>
                  <a:pt x="304" y="519"/>
                </a:lnTo>
                <a:lnTo>
                  <a:pt x="304" y="520"/>
                </a:lnTo>
                <a:lnTo>
                  <a:pt x="304" y="521"/>
                </a:lnTo>
                <a:lnTo>
                  <a:pt x="304" y="522"/>
                </a:lnTo>
                <a:lnTo>
                  <a:pt x="304" y="523"/>
                </a:lnTo>
                <a:lnTo>
                  <a:pt x="303" y="524"/>
                </a:lnTo>
                <a:lnTo>
                  <a:pt x="302" y="526"/>
                </a:lnTo>
                <a:lnTo>
                  <a:pt x="301" y="526"/>
                </a:lnTo>
                <a:lnTo>
                  <a:pt x="301" y="527"/>
                </a:lnTo>
                <a:lnTo>
                  <a:pt x="301" y="529"/>
                </a:lnTo>
                <a:lnTo>
                  <a:pt x="301" y="530"/>
                </a:lnTo>
                <a:lnTo>
                  <a:pt x="302" y="530"/>
                </a:lnTo>
                <a:lnTo>
                  <a:pt x="302" y="531"/>
                </a:lnTo>
                <a:lnTo>
                  <a:pt x="303" y="531"/>
                </a:lnTo>
                <a:lnTo>
                  <a:pt x="303" y="532"/>
                </a:lnTo>
                <a:lnTo>
                  <a:pt x="304" y="532"/>
                </a:lnTo>
                <a:lnTo>
                  <a:pt x="305" y="533"/>
                </a:lnTo>
                <a:lnTo>
                  <a:pt x="306" y="533"/>
                </a:lnTo>
                <a:lnTo>
                  <a:pt x="306" y="535"/>
                </a:lnTo>
                <a:lnTo>
                  <a:pt x="306" y="536"/>
                </a:lnTo>
                <a:lnTo>
                  <a:pt x="305" y="536"/>
                </a:lnTo>
                <a:lnTo>
                  <a:pt x="305" y="537"/>
                </a:lnTo>
                <a:lnTo>
                  <a:pt x="305" y="539"/>
                </a:lnTo>
                <a:lnTo>
                  <a:pt x="306" y="540"/>
                </a:lnTo>
                <a:lnTo>
                  <a:pt x="305" y="541"/>
                </a:lnTo>
                <a:lnTo>
                  <a:pt x="304" y="542"/>
                </a:lnTo>
                <a:lnTo>
                  <a:pt x="303" y="542"/>
                </a:lnTo>
                <a:lnTo>
                  <a:pt x="303" y="541"/>
                </a:lnTo>
                <a:lnTo>
                  <a:pt x="302" y="542"/>
                </a:lnTo>
                <a:lnTo>
                  <a:pt x="301" y="542"/>
                </a:lnTo>
                <a:lnTo>
                  <a:pt x="301" y="543"/>
                </a:lnTo>
                <a:lnTo>
                  <a:pt x="300" y="543"/>
                </a:lnTo>
                <a:lnTo>
                  <a:pt x="299" y="544"/>
                </a:lnTo>
                <a:lnTo>
                  <a:pt x="298" y="546"/>
                </a:lnTo>
                <a:lnTo>
                  <a:pt x="297" y="546"/>
                </a:lnTo>
                <a:lnTo>
                  <a:pt x="296" y="546"/>
                </a:lnTo>
                <a:lnTo>
                  <a:pt x="295" y="548"/>
                </a:lnTo>
                <a:lnTo>
                  <a:pt x="294" y="548"/>
                </a:lnTo>
                <a:lnTo>
                  <a:pt x="294" y="549"/>
                </a:lnTo>
                <a:lnTo>
                  <a:pt x="293" y="549"/>
                </a:lnTo>
                <a:lnTo>
                  <a:pt x="293" y="551"/>
                </a:lnTo>
                <a:lnTo>
                  <a:pt x="293" y="552"/>
                </a:lnTo>
                <a:lnTo>
                  <a:pt x="292" y="552"/>
                </a:lnTo>
                <a:lnTo>
                  <a:pt x="290" y="550"/>
                </a:lnTo>
                <a:lnTo>
                  <a:pt x="289" y="550"/>
                </a:lnTo>
                <a:lnTo>
                  <a:pt x="288" y="550"/>
                </a:lnTo>
                <a:lnTo>
                  <a:pt x="287" y="549"/>
                </a:lnTo>
                <a:lnTo>
                  <a:pt x="286" y="549"/>
                </a:lnTo>
                <a:lnTo>
                  <a:pt x="286" y="550"/>
                </a:lnTo>
                <a:lnTo>
                  <a:pt x="285" y="550"/>
                </a:lnTo>
                <a:lnTo>
                  <a:pt x="284" y="550"/>
                </a:lnTo>
                <a:lnTo>
                  <a:pt x="283" y="549"/>
                </a:lnTo>
                <a:lnTo>
                  <a:pt x="282" y="549"/>
                </a:lnTo>
                <a:lnTo>
                  <a:pt x="281" y="549"/>
                </a:lnTo>
                <a:lnTo>
                  <a:pt x="281" y="550"/>
                </a:lnTo>
                <a:lnTo>
                  <a:pt x="280" y="551"/>
                </a:lnTo>
                <a:lnTo>
                  <a:pt x="279" y="551"/>
                </a:lnTo>
                <a:lnTo>
                  <a:pt x="279" y="550"/>
                </a:lnTo>
                <a:lnTo>
                  <a:pt x="279" y="549"/>
                </a:lnTo>
                <a:lnTo>
                  <a:pt x="279" y="548"/>
                </a:lnTo>
                <a:lnTo>
                  <a:pt x="277" y="548"/>
                </a:lnTo>
                <a:lnTo>
                  <a:pt x="276" y="548"/>
                </a:lnTo>
                <a:lnTo>
                  <a:pt x="275" y="548"/>
                </a:lnTo>
                <a:lnTo>
                  <a:pt x="274" y="548"/>
                </a:lnTo>
                <a:lnTo>
                  <a:pt x="273" y="548"/>
                </a:lnTo>
                <a:lnTo>
                  <a:pt x="271" y="548"/>
                </a:lnTo>
                <a:lnTo>
                  <a:pt x="271" y="547"/>
                </a:lnTo>
                <a:lnTo>
                  <a:pt x="271" y="546"/>
                </a:lnTo>
                <a:lnTo>
                  <a:pt x="270" y="547"/>
                </a:lnTo>
                <a:lnTo>
                  <a:pt x="269" y="548"/>
                </a:lnTo>
                <a:lnTo>
                  <a:pt x="267" y="548"/>
                </a:lnTo>
                <a:lnTo>
                  <a:pt x="266" y="548"/>
                </a:lnTo>
                <a:lnTo>
                  <a:pt x="265" y="547"/>
                </a:lnTo>
                <a:lnTo>
                  <a:pt x="264" y="547"/>
                </a:lnTo>
                <a:lnTo>
                  <a:pt x="263" y="548"/>
                </a:lnTo>
                <a:lnTo>
                  <a:pt x="262" y="548"/>
                </a:lnTo>
                <a:lnTo>
                  <a:pt x="261" y="549"/>
                </a:lnTo>
                <a:lnTo>
                  <a:pt x="260" y="550"/>
                </a:lnTo>
                <a:lnTo>
                  <a:pt x="260" y="551"/>
                </a:lnTo>
                <a:lnTo>
                  <a:pt x="259" y="552"/>
                </a:lnTo>
                <a:lnTo>
                  <a:pt x="259" y="553"/>
                </a:lnTo>
                <a:lnTo>
                  <a:pt x="258" y="554"/>
                </a:lnTo>
                <a:lnTo>
                  <a:pt x="258" y="555"/>
                </a:lnTo>
                <a:lnTo>
                  <a:pt x="258" y="556"/>
                </a:lnTo>
                <a:lnTo>
                  <a:pt x="259" y="556"/>
                </a:lnTo>
                <a:lnTo>
                  <a:pt x="258" y="557"/>
                </a:lnTo>
                <a:lnTo>
                  <a:pt x="258" y="558"/>
                </a:lnTo>
                <a:lnTo>
                  <a:pt x="257" y="557"/>
                </a:lnTo>
                <a:lnTo>
                  <a:pt x="255" y="557"/>
                </a:lnTo>
                <a:lnTo>
                  <a:pt x="255" y="556"/>
                </a:lnTo>
                <a:lnTo>
                  <a:pt x="254" y="556"/>
                </a:lnTo>
                <a:lnTo>
                  <a:pt x="254" y="557"/>
                </a:lnTo>
                <a:lnTo>
                  <a:pt x="253" y="558"/>
                </a:lnTo>
                <a:lnTo>
                  <a:pt x="253" y="559"/>
                </a:lnTo>
                <a:lnTo>
                  <a:pt x="252" y="561"/>
                </a:lnTo>
                <a:lnTo>
                  <a:pt x="252" y="562"/>
                </a:lnTo>
                <a:lnTo>
                  <a:pt x="251" y="562"/>
                </a:lnTo>
                <a:lnTo>
                  <a:pt x="250" y="562"/>
                </a:lnTo>
                <a:lnTo>
                  <a:pt x="250" y="561"/>
                </a:lnTo>
                <a:lnTo>
                  <a:pt x="249" y="562"/>
                </a:lnTo>
                <a:lnTo>
                  <a:pt x="248" y="562"/>
                </a:lnTo>
                <a:lnTo>
                  <a:pt x="247" y="562"/>
                </a:lnTo>
                <a:lnTo>
                  <a:pt x="247" y="561"/>
                </a:lnTo>
                <a:lnTo>
                  <a:pt x="246" y="560"/>
                </a:lnTo>
                <a:lnTo>
                  <a:pt x="245" y="560"/>
                </a:lnTo>
                <a:lnTo>
                  <a:pt x="245" y="559"/>
                </a:lnTo>
                <a:lnTo>
                  <a:pt x="244" y="559"/>
                </a:lnTo>
                <a:lnTo>
                  <a:pt x="243" y="559"/>
                </a:lnTo>
                <a:lnTo>
                  <a:pt x="243" y="560"/>
                </a:lnTo>
                <a:lnTo>
                  <a:pt x="241" y="560"/>
                </a:lnTo>
                <a:lnTo>
                  <a:pt x="241" y="559"/>
                </a:lnTo>
                <a:lnTo>
                  <a:pt x="241" y="558"/>
                </a:lnTo>
                <a:lnTo>
                  <a:pt x="240" y="558"/>
                </a:lnTo>
                <a:lnTo>
                  <a:pt x="239" y="558"/>
                </a:lnTo>
                <a:lnTo>
                  <a:pt x="239" y="557"/>
                </a:lnTo>
                <a:lnTo>
                  <a:pt x="240" y="556"/>
                </a:lnTo>
                <a:lnTo>
                  <a:pt x="241" y="555"/>
                </a:lnTo>
                <a:lnTo>
                  <a:pt x="241" y="554"/>
                </a:lnTo>
                <a:lnTo>
                  <a:pt x="241" y="553"/>
                </a:lnTo>
                <a:lnTo>
                  <a:pt x="242" y="553"/>
                </a:lnTo>
                <a:lnTo>
                  <a:pt x="242" y="552"/>
                </a:lnTo>
                <a:lnTo>
                  <a:pt x="242" y="551"/>
                </a:lnTo>
                <a:lnTo>
                  <a:pt x="243" y="549"/>
                </a:lnTo>
                <a:lnTo>
                  <a:pt x="244" y="549"/>
                </a:lnTo>
                <a:lnTo>
                  <a:pt x="244" y="547"/>
                </a:lnTo>
                <a:lnTo>
                  <a:pt x="244" y="546"/>
                </a:lnTo>
                <a:lnTo>
                  <a:pt x="244" y="545"/>
                </a:lnTo>
                <a:lnTo>
                  <a:pt x="243" y="544"/>
                </a:lnTo>
                <a:lnTo>
                  <a:pt x="243" y="543"/>
                </a:lnTo>
                <a:lnTo>
                  <a:pt x="242" y="542"/>
                </a:lnTo>
                <a:lnTo>
                  <a:pt x="241" y="541"/>
                </a:lnTo>
                <a:lnTo>
                  <a:pt x="241" y="540"/>
                </a:lnTo>
                <a:lnTo>
                  <a:pt x="242" y="538"/>
                </a:lnTo>
                <a:lnTo>
                  <a:pt x="242" y="537"/>
                </a:lnTo>
                <a:lnTo>
                  <a:pt x="241" y="536"/>
                </a:lnTo>
                <a:lnTo>
                  <a:pt x="242" y="534"/>
                </a:lnTo>
                <a:lnTo>
                  <a:pt x="242" y="533"/>
                </a:lnTo>
                <a:lnTo>
                  <a:pt x="242" y="532"/>
                </a:lnTo>
                <a:lnTo>
                  <a:pt x="242" y="531"/>
                </a:lnTo>
                <a:lnTo>
                  <a:pt x="241" y="531"/>
                </a:lnTo>
                <a:lnTo>
                  <a:pt x="240" y="530"/>
                </a:lnTo>
                <a:lnTo>
                  <a:pt x="240" y="529"/>
                </a:lnTo>
                <a:lnTo>
                  <a:pt x="239" y="529"/>
                </a:lnTo>
                <a:lnTo>
                  <a:pt x="240" y="528"/>
                </a:lnTo>
                <a:lnTo>
                  <a:pt x="240" y="527"/>
                </a:lnTo>
                <a:lnTo>
                  <a:pt x="241" y="526"/>
                </a:lnTo>
                <a:lnTo>
                  <a:pt x="242" y="526"/>
                </a:lnTo>
                <a:lnTo>
                  <a:pt x="242" y="525"/>
                </a:lnTo>
                <a:lnTo>
                  <a:pt x="243" y="524"/>
                </a:lnTo>
                <a:lnTo>
                  <a:pt x="242" y="523"/>
                </a:lnTo>
                <a:lnTo>
                  <a:pt x="243" y="523"/>
                </a:lnTo>
                <a:lnTo>
                  <a:pt x="243" y="522"/>
                </a:lnTo>
                <a:lnTo>
                  <a:pt x="242" y="522"/>
                </a:lnTo>
                <a:lnTo>
                  <a:pt x="241" y="522"/>
                </a:lnTo>
                <a:lnTo>
                  <a:pt x="240" y="522"/>
                </a:lnTo>
                <a:lnTo>
                  <a:pt x="238" y="522"/>
                </a:lnTo>
                <a:lnTo>
                  <a:pt x="238" y="521"/>
                </a:lnTo>
                <a:lnTo>
                  <a:pt x="238" y="520"/>
                </a:lnTo>
                <a:lnTo>
                  <a:pt x="239" y="519"/>
                </a:lnTo>
                <a:lnTo>
                  <a:pt x="239" y="518"/>
                </a:lnTo>
                <a:lnTo>
                  <a:pt x="238" y="518"/>
                </a:lnTo>
                <a:lnTo>
                  <a:pt x="238" y="517"/>
                </a:lnTo>
                <a:lnTo>
                  <a:pt x="239" y="517"/>
                </a:lnTo>
                <a:lnTo>
                  <a:pt x="239" y="515"/>
                </a:lnTo>
                <a:lnTo>
                  <a:pt x="238" y="515"/>
                </a:lnTo>
                <a:lnTo>
                  <a:pt x="237" y="515"/>
                </a:lnTo>
                <a:lnTo>
                  <a:pt x="237" y="514"/>
                </a:lnTo>
                <a:lnTo>
                  <a:pt x="237" y="513"/>
                </a:lnTo>
                <a:lnTo>
                  <a:pt x="236" y="512"/>
                </a:lnTo>
                <a:lnTo>
                  <a:pt x="235" y="512"/>
                </a:lnTo>
                <a:lnTo>
                  <a:pt x="234" y="513"/>
                </a:lnTo>
                <a:lnTo>
                  <a:pt x="234" y="514"/>
                </a:lnTo>
                <a:lnTo>
                  <a:pt x="234" y="515"/>
                </a:lnTo>
                <a:lnTo>
                  <a:pt x="233" y="515"/>
                </a:lnTo>
                <a:lnTo>
                  <a:pt x="232" y="515"/>
                </a:lnTo>
                <a:lnTo>
                  <a:pt x="231" y="515"/>
                </a:lnTo>
                <a:lnTo>
                  <a:pt x="229" y="515"/>
                </a:lnTo>
                <a:lnTo>
                  <a:pt x="229" y="514"/>
                </a:lnTo>
                <a:lnTo>
                  <a:pt x="227" y="513"/>
                </a:lnTo>
                <a:lnTo>
                  <a:pt x="226" y="511"/>
                </a:lnTo>
                <a:lnTo>
                  <a:pt x="226" y="510"/>
                </a:lnTo>
                <a:lnTo>
                  <a:pt x="225" y="510"/>
                </a:lnTo>
                <a:lnTo>
                  <a:pt x="224" y="511"/>
                </a:lnTo>
                <a:lnTo>
                  <a:pt x="224" y="512"/>
                </a:lnTo>
                <a:lnTo>
                  <a:pt x="224" y="513"/>
                </a:lnTo>
                <a:lnTo>
                  <a:pt x="222" y="513"/>
                </a:lnTo>
                <a:lnTo>
                  <a:pt x="221" y="513"/>
                </a:lnTo>
                <a:lnTo>
                  <a:pt x="220" y="514"/>
                </a:lnTo>
                <a:lnTo>
                  <a:pt x="220" y="515"/>
                </a:lnTo>
                <a:lnTo>
                  <a:pt x="218" y="517"/>
                </a:lnTo>
                <a:lnTo>
                  <a:pt x="218" y="518"/>
                </a:lnTo>
                <a:lnTo>
                  <a:pt x="217" y="518"/>
                </a:lnTo>
                <a:lnTo>
                  <a:pt x="216" y="519"/>
                </a:lnTo>
                <a:lnTo>
                  <a:pt x="215" y="519"/>
                </a:lnTo>
                <a:lnTo>
                  <a:pt x="213" y="520"/>
                </a:lnTo>
                <a:lnTo>
                  <a:pt x="213" y="521"/>
                </a:lnTo>
                <a:lnTo>
                  <a:pt x="212" y="521"/>
                </a:lnTo>
                <a:lnTo>
                  <a:pt x="211" y="521"/>
                </a:lnTo>
                <a:lnTo>
                  <a:pt x="210" y="521"/>
                </a:lnTo>
                <a:lnTo>
                  <a:pt x="209" y="522"/>
                </a:lnTo>
                <a:lnTo>
                  <a:pt x="209" y="524"/>
                </a:lnTo>
                <a:lnTo>
                  <a:pt x="209" y="525"/>
                </a:lnTo>
                <a:lnTo>
                  <a:pt x="209" y="527"/>
                </a:lnTo>
                <a:lnTo>
                  <a:pt x="208" y="528"/>
                </a:lnTo>
                <a:lnTo>
                  <a:pt x="208" y="529"/>
                </a:lnTo>
                <a:lnTo>
                  <a:pt x="208" y="531"/>
                </a:lnTo>
                <a:lnTo>
                  <a:pt x="208" y="532"/>
                </a:lnTo>
                <a:lnTo>
                  <a:pt x="207" y="531"/>
                </a:lnTo>
                <a:lnTo>
                  <a:pt x="206" y="532"/>
                </a:lnTo>
                <a:lnTo>
                  <a:pt x="204" y="533"/>
                </a:lnTo>
                <a:lnTo>
                  <a:pt x="203" y="533"/>
                </a:lnTo>
                <a:lnTo>
                  <a:pt x="202" y="533"/>
                </a:lnTo>
                <a:lnTo>
                  <a:pt x="202" y="532"/>
                </a:lnTo>
                <a:lnTo>
                  <a:pt x="201" y="533"/>
                </a:lnTo>
                <a:lnTo>
                  <a:pt x="200" y="534"/>
                </a:lnTo>
                <a:lnTo>
                  <a:pt x="199" y="533"/>
                </a:lnTo>
                <a:lnTo>
                  <a:pt x="199" y="534"/>
                </a:lnTo>
                <a:lnTo>
                  <a:pt x="198" y="534"/>
                </a:lnTo>
                <a:lnTo>
                  <a:pt x="198" y="533"/>
                </a:lnTo>
                <a:lnTo>
                  <a:pt x="198" y="532"/>
                </a:lnTo>
                <a:lnTo>
                  <a:pt x="198" y="531"/>
                </a:lnTo>
                <a:lnTo>
                  <a:pt x="199" y="530"/>
                </a:lnTo>
                <a:lnTo>
                  <a:pt x="199" y="529"/>
                </a:lnTo>
                <a:lnTo>
                  <a:pt x="198" y="529"/>
                </a:lnTo>
                <a:lnTo>
                  <a:pt x="197" y="529"/>
                </a:lnTo>
                <a:lnTo>
                  <a:pt x="196" y="528"/>
                </a:lnTo>
                <a:lnTo>
                  <a:pt x="197" y="528"/>
                </a:lnTo>
                <a:lnTo>
                  <a:pt x="197" y="527"/>
                </a:lnTo>
                <a:lnTo>
                  <a:pt x="197" y="526"/>
                </a:lnTo>
                <a:lnTo>
                  <a:pt x="196" y="526"/>
                </a:lnTo>
                <a:lnTo>
                  <a:pt x="196" y="525"/>
                </a:lnTo>
                <a:lnTo>
                  <a:pt x="195" y="524"/>
                </a:lnTo>
                <a:lnTo>
                  <a:pt x="195" y="523"/>
                </a:lnTo>
                <a:lnTo>
                  <a:pt x="195" y="522"/>
                </a:lnTo>
                <a:lnTo>
                  <a:pt x="195" y="521"/>
                </a:lnTo>
                <a:lnTo>
                  <a:pt x="196" y="519"/>
                </a:lnTo>
                <a:lnTo>
                  <a:pt x="196" y="518"/>
                </a:lnTo>
                <a:lnTo>
                  <a:pt x="196" y="517"/>
                </a:lnTo>
                <a:lnTo>
                  <a:pt x="197" y="516"/>
                </a:lnTo>
                <a:lnTo>
                  <a:pt x="198" y="515"/>
                </a:lnTo>
                <a:lnTo>
                  <a:pt x="197" y="515"/>
                </a:lnTo>
                <a:lnTo>
                  <a:pt x="197" y="514"/>
                </a:lnTo>
                <a:lnTo>
                  <a:pt x="198" y="513"/>
                </a:lnTo>
                <a:lnTo>
                  <a:pt x="198" y="512"/>
                </a:lnTo>
                <a:lnTo>
                  <a:pt x="199" y="511"/>
                </a:lnTo>
                <a:lnTo>
                  <a:pt x="199" y="510"/>
                </a:lnTo>
                <a:lnTo>
                  <a:pt x="199" y="509"/>
                </a:lnTo>
                <a:lnTo>
                  <a:pt x="200" y="508"/>
                </a:lnTo>
                <a:lnTo>
                  <a:pt x="201" y="508"/>
                </a:lnTo>
                <a:lnTo>
                  <a:pt x="202" y="508"/>
                </a:lnTo>
                <a:lnTo>
                  <a:pt x="203" y="507"/>
                </a:lnTo>
                <a:lnTo>
                  <a:pt x="204" y="507"/>
                </a:lnTo>
                <a:lnTo>
                  <a:pt x="204" y="506"/>
                </a:lnTo>
                <a:lnTo>
                  <a:pt x="206" y="506"/>
                </a:lnTo>
                <a:lnTo>
                  <a:pt x="206" y="505"/>
                </a:lnTo>
                <a:lnTo>
                  <a:pt x="207" y="505"/>
                </a:lnTo>
                <a:lnTo>
                  <a:pt x="208" y="504"/>
                </a:lnTo>
                <a:lnTo>
                  <a:pt x="209" y="504"/>
                </a:lnTo>
                <a:lnTo>
                  <a:pt x="209" y="503"/>
                </a:lnTo>
                <a:lnTo>
                  <a:pt x="210" y="503"/>
                </a:lnTo>
                <a:lnTo>
                  <a:pt x="210" y="502"/>
                </a:lnTo>
                <a:lnTo>
                  <a:pt x="210" y="501"/>
                </a:lnTo>
                <a:lnTo>
                  <a:pt x="209" y="500"/>
                </a:lnTo>
                <a:lnTo>
                  <a:pt x="209" y="499"/>
                </a:lnTo>
                <a:lnTo>
                  <a:pt x="209" y="498"/>
                </a:lnTo>
                <a:lnTo>
                  <a:pt x="209" y="497"/>
                </a:lnTo>
                <a:lnTo>
                  <a:pt x="209" y="496"/>
                </a:lnTo>
                <a:lnTo>
                  <a:pt x="210" y="496"/>
                </a:lnTo>
                <a:lnTo>
                  <a:pt x="211" y="495"/>
                </a:lnTo>
                <a:lnTo>
                  <a:pt x="212" y="495"/>
                </a:lnTo>
                <a:lnTo>
                  <a:pt x="212" y="494"/>
                </a:lnTo>
                <a:lnTo>
                  <a:pt x="213" y="493"/>
                </a:lnTo>
                <a:lnTo>
                  <a:pt x="214" y="492"/>
                </a:lnTo>
                <a:lnTo>
                  <a:pt x="214" y="491"/>
                </a:lnTo>
                <a:lnTo>
                  <a:pt x="214" y="490"/>
                </a:lnTo>
                <a:lnTo>
                  <a:pt x="215" y="489"/>
                </a:lnTo>
                <a:lnTo>
                  <a:pt x="216" y="488"/>
                </a:lnTo>
                <a:lnTo>
                  <a:pt x="218" y="488"/>
                </a:lnTo>
                <a:lnTo>
                  <a:pt x="219" y="488"/>
                </a:lnTo>
                <a:lnTo>
                  <a:pt x="220" y="487"/>
                </a:lnTo>
                <a:lnTo>
                  <a:pt x="221" y="487"/>
                </a:lnTo>
                <a:lnTo>
                  <a:pt x="222" y="485"/>
                </a:lnTo>
                <a:lnTo>
                  <a:pt x="224" y="483"/>
                </a:lnTo>
                <a:lnTo>
                  <a:pt x="224" y="482"/>
                </a:lnTo>
                <a:lnTo>
                  <a:pt x="225" y="482"/>
                </a:lnTo>
                <a:lnTo>
                  <a:pt x="226" y="482"/>
                </a:lnTo>
                <a:lnTo>
                  <a:pt x="226" y="481"/>
                </a:lnTo>
                <a:lnTo>
                  <a:pt x="227" y="481"/>
                </a:lnTo>
                <a:lnTo>
                  <a:pt x="227" y="480"/>
                </a:lnTo>
                <a:lnTo>
                  <a:pt x="228" y="479"/>
                </a:lnTo>
                <a:lnTo>
                  <a:pt x="227" y="479"/>
                </a:lnTo>
                <a:lnTo>
                  <a:pt x="227" y="478"/>
                </a:lnTo>
                <a:lnTo>
                  <a:pt x="228" y="477"/>
                </a:lnTo>
                <a:lnTo>
                  <a:pt x="229" y="476"/>
                </a:lnTo>
                <a:lnTo>
                  <a:pt x="229" y="475"/>
                </a:lnTo>
                <a:lnTo>
                  <a:pt x="229" y="474"/>
                </a:lnTo>
                <a:lnTo>
                  <a:pt x="230" y="472"/>
                </a:lnTo>
                <a:lnTo>
                  <a:pt x="230" y="471"/>
                </a:lnTo>
                <a:lnTo>
                  <a:pt x="230" y="470"/>
                </a:lnTo>
                <a:lnTo>
                  <a:pt x="229" y="470"/>
                </a:lnTo>
                <a:lnTo>
                  <a:pt x="229" y="469"/>
                </a:lnTo>
                <a:lnTo>
                  <a:pt x="230" y="468"/>
                </a:lnTo>
                <a:lnTo>
                  <a:pt x="230" y="466"/>
                </a:lnTo>
                <a:lnTo>
                  <a:pt x="231" y="465"/>
                </a:lnTo>
                <a:lnTo>
                  <a:pt x="231" y="464"/>
                </a:lnTo>
                <a:lnTo>
                  <a:pt x="231" y="463"/>
                </a:lnTo>
                <a:lnTo>
                  <a:pt x="231" y="462"/>
                </a:lnTo>
                <a:lnTo>
                  <a:pt x="230" y="462"/>
                </a:lnTo>
                <a:lnTo>
                  <a:pt x="229" y="461"/>
                </a:lnTo>
                <a:lnTo>
                  <a:pt x="228" y="460"/>
                </a:lnTo>
                <a:lnTo>
                  <a:pt x="228" y="459"/>
                </a:lnTo>
                <a:lnTo>
                  <a:pt x="228" y="458"/>
                </a:lnTo>
                <a:lnTo>
                  <a:pt x="229" y="458"/>
                </a:lnTo>
                <a:lnTo>
                  <a:pt x="229" y="457"/>
                </a:lnTo>
                <a:lnTo>
                  <a:pt x="229" y="455"/>
                </a:lnTo>
                <a:lnTo>
                  <a:pt x="228" y="455"/>
                </a:lnTo>
                <a:lnTo>
                  <a:pt x="228" y="453"/>
                </a:lnTo>
                <a:lnTo>
                  <a:pt x="228" y="452"/>
                </a:lnTo>
                <a:lnTo>
                  <a:pt x="229" y="451"/>
                </a:lnTo>
                <a:lnTo>
                  <a:pt x="230" y="450"/>
                </a:lnTo>
                <a:lnTo>
                  <a:pt x="230" y="451"/>
                </a:lnTo>
                <a:lnTo>
                  <a:pt x="231" y="451"/>
                </a:lnTo>
                <a:lnTo>
                  <a:pt x="232" y="451"/>
                </a:lnTo>
                <a:lnTo>
                  <a:pt x="233" y="451"/>
                </a:lnTo>
                <a:lnTo>
                  <a:pt x="234" y="450"/>
                </a:lnTo>
                <a:lnTo>
                  <a:pt x="235" y="450"/>
                </a:lnTo>
                <a:lnTo>
                  <a:pt x="236" y="450"/>
                </a:lnTo>
                <a:lnTo>
                  <a:pt x="237" y="450"/>
                </a:lnTo>
                <a:lnTo>
                  <a:pt x="237" y="449"/>
                </a:lnTo>
                <a:lnTo>
                  <a:pt x="237" y="448"/>
                </a:lnTo>
                <a:lnTo>
                  <a:pt x="238" y="447"/>
                </a:lnTo>
                <a:lnTo>
                  <a:pt x="240" y="447"/>
                </a:lnTo>
                <a:lnTo>
                  <a:pt x="240" y="446"/>
                </a:lnTo>
                <a:lnTo>
                  <a:pt x="240" y="445"/>
                </a:lnTo>
                <a:lnTo>
                  <a:pt x="240" y="444"/>
                </a:lnTo>
                <a:lnTo>
                  <a:pt x="240" y="443"/>
                </a:lnTo>
                <a:lnTo>
                  <a:pt x="240" y="442"/>
                </a:lnTo>
                <a:lnTo>
                  <a:pt x="239" y="442"/>
                </a:lnTo>
                <a:lnTo>
                  <a:pt x="239" y="441"/>
                </a:lnTo>
                <a:lnTo>
                  <a:pt x="239" y="440"/>
                </a:lnTo>
                <a:lnTo>
                  <a:pt x="240" y="439"/>
                </a:lnTo>
                <a:lnTo>
                  <a:pt x="241" y="439"/>
                </a:lnTo>
                <a:lnTo>
                  <a:pt x="242" y="439"/>
                </a:lnTo>
                <a:lnTo>
                  <a:pt x="242" y="438"/>
                </a:lnTo>
                <a:lnTo>
                  <a:pt x="243" y="438"/>
                </a:lnTo>
                <a:lnTo>
                  <a:pt x="244" y="438"/>
                </a:lnTo>
                <a:lnTo>
                  <a:pt x="245" y="437"/>
                </a:lnTo>
                <a:lnTo>
                  <a:pt x="245" y="436"/>
                </a:lnTo>
                <a:lnTo>
                  <a:pt x="243" y="436"/>
                </a:lnTo>
                <a:lnTo>
                  <a:pt x="242" y="436"/>
                </a:lnTo>
                <a:lnTo>
                  <a:pt x="242" y="435"/>
                </a:lnTo>
                <a:lnTo>
                  <a:pt x="241" y="435"/>
                </a:lnTo>
                <a:lnTo>
                  <a:pt x="240" y="435"/>
                </a:lnTo>
                <a:lnTo>
                  <a:pt x="239" y="435"/>
                </a:lnTo>
                <a:lnTo>
                  <a:pt x="238" y="435"/>
                </a:lnTo>
                <a:lnTo>
                  <a:pt x="238" y="436"/>
                </a:lnTo>
                <a:lnTo>
                  <a:pt x="237" y="436"/>
                </a:lnTo>
                <a:lnTo>
                  <a:pt x="237" y="435"/>
                </a:lnTo>
                <a:lnTo>
                  <a:pt x="235" y="435"/>
                </a:lnTo>
                <a:lnTo>
                  <a:pt x="234" y="434"/>
                </a:lnTo>
                <a:lnTo>
                  <a:pt x="235" y="434"/>
                </a:lnTo>
                <a:lnTo>
                  <a:pt x="234" y="433"/>
                </a:lnTo>
                <a:lnTo>
                  <a:pt x="233" y="433"/>
                </a:lnTo>
                <a:lnTo>
                  <a:pt x="233" y="434"/>
                </a:lnTo>
                <a:lnTo>
                  <a:pt x="232" y="434"/>
                </a:lnTo>
                <a:lnTo>
                  <a:pt x="231" y="433"/>
                </a:lnTo>
                <a:lnTo>
                  <a:pt x="230" y="433"/>
                </a:lnTo>
                <a:lnTo>
                  <a:pt x="230" y="434"/>
                </a:lnTo>
                <a:lnTo>
                  <a:pt x="229" y="434"/>
                </a:lnTo>
                <a:lnTo>
                  <a:pt x="228" y="435"/>
                </a:lnTo>
                <a:lnTo>
                  <a:pt x="227" y="436"/>
                </a:lnTo>
                <a:lnTo>
                  <a:pt x="227" y="437"/>
                </a:lnTo>
                <a:lnTo>
                  <a:pt x="226" y="437"/>
                </a:lnTo>
                <a:lnTo>
                  <a:pt x="227" y="437"/>
                </a:lnTo>
                <a:lnTo>
                  <a:pt x="227" y="438"/>
                </a:lnTo>
                <a:lnTo>
                  <a:pt x="226" y="438"/>
                </a:lnTo>
                <a:lnTo>
                  <a:pt x="225" y="437"/>
                </a:lnTo>
                <a:lnTo>
                  <a:pt x="224" y="437"/>
                </a:lnTo>
                <a:lnTo>
                  <a:pt x="222" y="437"/>
                </a:lnTo>
                <a:lnTo>
                  <a:pt x="222" y="436"/>
                </a:lnTo>
                <a:lnTo>
                  <a:pt x="222" y="435"/>
                </a:lnTo>
                <a:lnTo>
                  <a:pt x="221" y="434"/>
                </a:lnTo>
                <a:lnTo>
                  <a:pt x="220" y="434"/>
                </a:lnTo>
                <a:lnTo>
                  <a:pt x="220" y="433"/>
                </a:lnTo>
                <a:lnTo>
                  <a:pt x="220" y="432"/>
                </a:lnTo>
                <a:lnTo>
                  <a:pt x="219" y="431"/>
                </a:lnTo>
                <a:lnTo>
                  <a:pt x="219" y="430"/>
                </a:lnTo>
                <a:lnTo>
                  <a:pt x="218" y="429"/>
                </a:lnTo>
                <a:lnTo>
                  <a:pt x="218" y="428"/>
                </a:lnTo>
                <a:lnTo>
                  <a:pt x="217" y="428"/>
                </a:lnTo>
                <a:lnTo>
                  <a:pt x="217" y="426"/>
                </a:lnTo>
                <a:lnTo>
                  <a:pt x="218" y="426"/>
                </a:lnTo>
                <a:lnTo>
                  <a:pt x="218" y="425"/>
                </a:lnTo>
                <a:lnTo>
                  <a:pt x="218" y="423"/>
                </a:lnTo>
                <a:lnTo>
                  <a:pt x="218" y="422"/>
                </a:lnTo>
                <a:lnTo>
                  <a:pt x="219" y="422"/>
                </a:lnTo>
                <a:lnTo>
                  <a:pt x="219" y="421"/>
                </a:lnTo>
                <a:lnTo>
                  <a:pt x="220" y="420"/>
                </a:lnTo>
                <a:lnTo>
                  <a:pt x="220" y="418"/>
                </a:lnTo>
                <a:lnTo>
                  <a:pt x="221" y="418"/>
                </a:lnTo>
                <a:lnTo>
                  <a:pt x="222" y="418"/>
                </a:lnTo>
                <a:lnTo>
                  <a:pt x="224" y="418"/>
                </a:lnTo>
                <a:lnTo>
                  <a:pt x="224" y="419"/>
                </a:lnTo>
                <a:lnTo>
                  <a:pt x="224" y="418"/>
                </a:lnTo>
                <a:lnTo>
                  <a:pt x="224" y="417"/>
                </a:lnTo>
                <a:lnTo>
                  <a:pt x="222" y="416"/>
                </a:lnTo>
                <a:lnTo>
                  <a:pt x="222" y="415"/>
                </a:lnTo>
                <a:lnTo>
                  <a:pt x="222" y="413"/>
                </a:lnTo>
                <a:lnTo>
                  <a:pt x="222" y="412"/>
                </a:lnTo>
                <a:lnTo>
                  <a:pt x="224" y="412"/>
                </a:lnTo>
                <a:lnTo>
                  <a:pt x="225" y="411"/>
                </a:lnTo>
                <a:lnTo>
                  <a:pt x="224" y="411"/>
                </a:lnTo>
                <a:lnTo>
                  <a:pt x="224" y="410"/>
                </a:lnTo>
                <a:lnTo>
                  <a:pt x="225" y="410"/>
                </a:lnTo>
                <a:lnTo>
                  <a:pt x="224" y="409"/>
                </a:lnTo>
                <a:lnTo>
                  <a:pt x="222" y="409"/>
                </a:lnTo>
                <a:lnTo>
                  <a:pt x="224" y="408"/>
                </a:lnTo>
                <a:lnTo>
                  <a:pt x="224" y="407"/>
                </a:lnTo>
                <a:lnTo>
                  <a:pt x="225" y="406"/>
                </a:lnTo>
                <a:lnTo>
                  <a:pt x="225" y="404"/>
                </a:lnTo>
                <a:lnTo>
                  <a:pt x="225" y="402"/>
                </a:lnTo>
                <a:lnTo>
                  <a:pt x="225" y="401"/>
                </a:lnTo>
                <a:lnTo>
                  <a:pt x="226" y="401"/>
                </a:lnTo>
                <a:lnTo>
                  <a:pt x="226" y="400"/>
                </a:lnTo>
                <a:lnTo>
                  <a:pt x="226" y="399"/>
                </a:lnTo>
                <a:lnTo>
                  <a:pt x="227" y="399"/>
                </a:lnTo>
                <a:lnTo>
                  <a:pt x="226" y="397"/>
                </a:lnTo>
                <a:lnTo>
                  <a:pt x="226" y="396"/>
                </a:lnTo>
                <a:lnTo>
                  <a:pt x="225" y="396"/>
                </a:lnTo>
                <a:lnTo>
                  <a:pt x="224" y="395"/>
                </a:lnTo>
                <a:lnTo>
                  <a:pt x="224" y="396"/>
                </a:lnTo>
                <a:lnTo>
                  <a:pt x="222" y="396"/>
                </a:lnTo>
                <a:lnTo>
                  <a:pt x="220" y="396"/>
                </a:lnTo>
                <a:lnTo>
                  <a:pt x="219" y="396"/>
                </a:lnTo>
                <a:lnTo>
                  <a:pt x="218" y="396"/>
                </a:lnTo>
                <a:lnTo>
                  <a:pt x="218" y="395"/>
                </a:lnTo>
                <a:lnTo>
                  <a:pt x="218" y="394"/>
                </a:lnTo>
                <a:lnTo>
                  <a:pt x="218" y="393"/>
                </a:lnTo>
                <a:lnTo>
                  <a:pt x="218" y="392"/>
                </a:lnTo>
                <a:lnTo>
                  <a:pt x="217" y="392"/>
                </a:lnTo>
                <a:lnTo>
                  <a:pt x="216" y="392"/>
                </a:lnTo>
                <a:lnTo>
                  <a:pt x="215" y="392"/>
                </a:lnTo>
                <a:lnTo>
                  <a:pt x="215" y="391"/>
                </a:lnTo>
                <a:lnTo>
                  <a:pt x="214" y="392"/>
                </a:lnTo>
                <a:lnTo>
                  <a:pt x="212" y="392"/>
                </a:lnTo>
                <a:lnTo>
                  <a:pt x="211" y="392"/>
                </a:lnTo>
                <a:lnTo>
                  <a:pt x="210" y="392"/>
                </a:lnTo>
                <a:lnTo>
                  <a:pt x="209" y="392"/>
                </a:lnTo>
                <a:lnTo>
                  <a:pt x="208" y="392"/>
                </a:lnTo>
                <a:lnTo>
                  <a:pt x="207" y="392"/>
                </a:lnTo>
                <a:lnTo>
                  <a:pt x="207" y="391"/>
                </a:lnTo>
                <a:lnTo>
                  <a:pt x="206" y="390"/>
                </a:lnTo>
                <a:lnTo>
                  <a:pt x="205" y="390"/>
                </a:lnTo>
                <a:lnTo>
                  <a:pt x="204" y="390"/>
                </a:lnTo>
                <a:lnTo>
                  <a:pt x="204" y="391"/>
                </a:lnTo>
                <a:lnTo>
                  <a:pt x="203" y="390"/>
                </a:lnTo>
                <a:lnTo>
                  <a:pt x="203" y="389"/>
                </a:lnTo>
                <a:lnTo>
                  <a:pt x="202" y="389"/>
                </a:lnTo>
                <a:lnTo>
                  <a:pt x="201" y="389"/>
                </a:lnTo>
                <a:lnTo>
                  <a:pt x="200" y="389"/>
                </a:lnTo>
                <a:lnTo>
                  <a:pt x="200" y="388"/>
                </a:lnTo>
                <a:lnTo>
                  <a:pt x="199" y="388"/>
                </a:lnTo>
                <a:lnTo>
                  <a:pt x="200" y="387"/>
                </a:lnTo>
                <a:lnTo>
                  <a:pt x="199" y="386"/>
                </a:lnTo>
                <a:lnTo>
                  <a:pt x="198" y="386"/>
                </a:lnTo>
                <a:lnTo>
                  <a:pt x="198" y="385"/>
                </a:lnTo>
                <a:lnTo>
                  <a:pt x="197" y="384"/>
                </a:lnTo>
                <a:lnTo>
                  <a:pt x="196" y="384"/>
                </a:lnTo>
                <a:lnTo>
                  <a:pt x="195" y="384"/>
                </a:lnTo>
                <a:lnTo>
                  <a:pt x="195" y="385"/>
                </a:lnTo>
                <a:lnTo>
                  <a:pt x="194" y="385"/>
                </a:lnTo>
                <a:lnTo>
                  <a:pt x="195" y="385"/>
                </a:lnTo>
                <a:lnTo>
                  <a:pt x="195" y="386"/>
                </a:lnTo>
                <a:lnTo>
                  <a:pt x="195" y="387"/>
                </a:lnTo>
                <a:lnTo>
                  <a:pt x="195" y="388"/>
                </a:lnTo>
                <a:lnTo>
                  <a:pt x="195" y="389"/>
                </a:lnTo>
                <a:lnTo>
                  <a:pt x="194" y="390"/>
                </a:lnTo>
                <a:lnTo>
                  <a:pt x="193" y="390"/>
                </a:lnTo>
                <a:lnTo>
                  <a:pt x="193" y="391"/>
                </a:lnTo>
                <a:lnTo>
                  <a:pt x="194" y="392"/>
                </a:lnTo>
                <a:lnTo>
                  <a:pt x="194" y="394"/>
                </a:lnTo>
                <a:lnTo>
                  <a:pt x="194" y="395"/>
                </a:lnTo>
                <a:lnTo>
                  <a:pt x="193" y="397"/>
                </a:lnTo>
                <a:lnTo>
                  <a:pt x="192" y="397"/>
                </a:lnTo>
                <a:lnTo>
                  <a:pt x="193" y="397"/>
                </a:lnTo>
                <a:lnTo>
                  <a:pt x="193" y="396"/>
                </a:lnTo>
                <a:lnTo>
                  <a:pt x="192" y="395"/>
                </a:lnTo>
                <a:lnTo>
                  <a:pt x="191" y="395"/>
                </a:lnTo>
                <a:lnTo>
                  <a:pt x="189" y="395"/>
                </a:lnTo>
                <a:lnTo>
                  <a:pt x="188" y="396"/>
                </a:lnTo>
                <a:lnTo>
                  <a:pt x="187" y="396"/>
                </a:lnTo>
                <a:lnTo>
                  <a:pt x="186" y="396"/>
                </a:lnTo>
                <a:lnTo>
                  <a:pt x="185" y="397"/>
                </a:lnTo>
                <a:lnTo>
                  <a:pt x="184" y="397"/>
                </a:lnTo>
                <a:lnTo>
                  <a:pt x="183" y="397"/>
                </a:lnTo>
                <a:lnTo>
                  <a:pt x="181" y="396"/>
                </a:lnTo>
                <a:lnTo>
                  <a:pt x="179" y="396"/>
                </a:lnTo>
                <a:lnTo>
                  <a:pt x="179" y="397"/>
                </a:lnTo>
                <a:lnTo>
                  <a:pt x="179" y="398"/>
                </a:lnTo>
                <a:lnTo>
                  <a:pt x="178" y="398"/>
                </a:lnTo>
                <a:lnTo>
                  <a:pt x="176" y="396"/>
                </a:lnTo>
                <a:lnTo>
                  <a:pt x="176" y="395"/>
                </a:lnTo>
                <a:lnTo>
                  <a:pt x="176" y="394"/>
                </a:lnTo>
                <a:lnTo>
                  <a:pt x="177" y="393"/>
                </a:lnTo>
                <a:lnTo>
                  <a:pt x="177" y="392"/>
                </a:lnTo>
                <a:lnTo>
                  <a:pt x="177" y="391"/>
                </a:lnTo>
                <a:lnTo>
                  <a:pt x="176" y="391"/>
                </a:lnTo>
                <a:lnTo>
                  <a:pt x="175" y="392"/>
                </a:lnTo>
                <a:lnTo>
                  <a:pt x="175" y="393"/>
                </a:lnTo>
                <a:lnTo>
                  <a:pt x="174" y="393"/>
                </a:lnTo>
                <a:lnTo>
                  <a:pt x="173" y="393"/>
                </a:lnTo>
                <a:lnTo>
                  <a:pt x="173" y="392"/>
                </a:lnTo>
                <a:lnTo>
                  <a:pt x="171" y="391"/>
                </a:lnTo>
                <a:lnTo>
                  <a:pt x="170" y="391"/>
                </a:lnTo>
                <a:lnTo>
                  <a:pt x="169" y="391"/>
                </a:lnTo>
                <a:lnTo>
                  <a:pt x="168" y="392"/>
                </a:lnTo>
                <a:lnTo>
                  <a:pt x="167" y="392"/>
                </a:lnTo>
                <a:lnTo>
                  <a:pt x="167" y="391"/>
                </a:lnTo>
                <a:lnTo>
                  <a:pt x="166" y="391"/>
                </a:lnTo>
                <a:lnTo>
                  <a:pt x="165" y="390"/>
                </a:lnTo>
                <a:lnTo>
                  <a:pt x="165" y="389"/>
                </a:lnTo>
                <a:lnTo>
                  <a:pt x="163" y="391"/>
                </a:lnTo>
                <a:lnTo>
                  <a:pt x="162" y="393"/>
                </a:lnTo>
                <a:lnTo>
                  <a:pt x="161" y="394"/>
                </a:lnTo>
                <a:lnTo>
                  <a:pt x="160" y="394"/>
                </a:lnTo>
                <a:lnTo>
                  <a:pt x="159" y="394"/>
                </a:lnTo>
                <a:lnTo>
                  <a:pt x="159" y="395"/>
                </a:lnTo>
                <a:lnTo>
                  <a:pt x="159" y="396"/>
                </a:lnTo>
                <a:lnTo>
                  <a:pt x="159" y="397"/>
                </a:lnTo>
                <a:lnTo>
                  <a:pt x="159" y="398"/>
                </a:lnTo>
                <a:lnTo>
                  <a:pt x="159" y="400"/>
                </a:lnTo>
                <a:lnTo>
                  <a:pt x="158" y="400"/>
                </a:lnTo>
                <a:lnTo>
                  <a:pt x="158" y="401"/>
                </a:lnTo>
                <a:lnTo>
                  <a:pt x="157" y="402"/>
                </a:lnTo>
                <a:lnTo>
                  <a:pt x="157" y="403"/>
                </a:lnTo>
                <a:lnTo>
                  <a:pt x="156" y="404"/>
                </a:lnTo>
                <a:lnTo>
                  <a:pt x="155" y="404"/>
                </a:lnTo>
                <a:lnTo>
                  <a:pt x="155" y="405"/>
                </a:lnTo>
                <a:lnTo>
                  <a:pt x="155" y="406"/>
                </a:lnTo>
                <a:lnTo>
                  <a:pt x="154" y="406"/>
                </a:lnTo>
                <a:lnTo>
                  <a:pt x="153" y="406"/>
                </a:lnTo>
                <a:lnTo>
                  <a:pt x="153" y="405"/>
                </a:lnTo>
                <a:lnTo>
                  <a:pt x="153" y="404"/>
                </a:lnTo>
                <a:lnTo>
                  <a:pt x="152" y="405"/>
                </a:lnTo>
                <a:lnTo>
                  <a:pt x="150" y="407"/>
                </a:lnTo>
                <a:lnTo>
                  <a:pt x="149" y="408"/>
                </a:lnTo>
                <a:lnTo>
                  <a:pt x="148" y="409"/>
                </a:lnTo>
                <a:lnTo>
                  <a:pt x="147" y="409"/>
                </a:lnTo>
                <a:lnTo>
                  <a:pt x="147" y="411"/>
                </a:lnTo>
                <a:lnTo>
                  <a:pt x="146" y="411"/>
                </a:lnTo>
                <a:lnTo>
                  <a:pt x="145" y="411"/>
                </a:lnTo>
                <a:lnTo>
                  <a:pt x="144" y="412"/>
                </a:lnTo>
                <a:lnTo>
                  <a:pt x="144" y="413"/>
                </a:lnTo>
                <a:lnTo>
                  <a:pt x="143" y="413"/>
                </a:lnTo>
                <a:lnTo>
                  <a:pt x="143" y="415"/>
                </a:lnTo>
                <a:lnTo>
                  <a:pt x="143" y="416"/>
                </a:lnTo>
                <a:lnTo>
                  <a:pt x="142" y="416"/>
                </a:lnTo>
                <a:lnTo>
                  <a:pt x="141" y="417"/>
                </a:lnTo>
                <a:lnTo>
                  <a:pt x="141" y="418"/>
                </a:lnTo>
                <a:lnTo>
                  <a:pt x="142" y="418"/>
                </a:lnTo>
                <a:lnTo>
                  <a:pt x="142" y="419"/>
                </a:lnTo>
                <a:lnTo>
                  <a:pt x="141" y="420"/>
                </a:lnTo>
                <a:lnTo>
                  <a:pt x="141" y="421"/>
                </a:lnTo>
                <a:lnTo>
                  <a:pt x="140" y="422"/>
                </a:lnTo>
                <a:lnTo>
                  <a:pt x="140" y="423"/>
                </a:lnTo>
                <a:lnTo>
                  <a:pt x="139" y="425"/>
                </a:lnTo>
                <a:lnTo>
                  <a:pt x="138" y="426"/>
                </a:lnTo>
                <a:lnTo>
                  <a:pt x="137" y="427"/>
                </a:lnTo>
                <a:lnTo>
                  <a:pt x="136" y="427"/>
                </a:lnTo>
                <a:lnTo>
                  <a:pt x="135" y="427"/>
                </a:lnTo>
                <a:lnTo>
                  <a:pt x="134" y="427"/>
                </a:lnTo>
                <a:lnTo>
                  <a:pt x="133" y="427"/>
                </a:lnTo>
                <a:lnTo>
                  <a:pt x="132" y="427"/>
                </a:lnTo>
                <a:lnTo>
                  <a:pt x="132" y="426"/>
                </a:lnTo>
                <a:lnTo>
                  <a:pt x="132" y="425"/>
                </a:lnTo>
                <a:lnTo>
                  <a:pt x="132" y="424"/>
                </a:lnTo>
                <a:lnTo>
                  <a:pt x="132" y="423"/>
                </a:lnTo>
                <a:lnTo>
                  <a:pt x="131" y="423"/>
                </a:lnTo>
                <a:lnTo>
                  <a:pt x="132" y="422"/>
                </a:lnTo>
                <a:lnTo>
                  <a:pt x="132" y="421"/>
                </a:lnTo>
                <a:lnTo>
                  <a:pt x="131" y="421"/>
                </a:lnTo>
                <a:lnTo>
                  <a:pt x="131" y="420"/>
                </a:lnTo>
                <a:lnTo>
                  <a:pt x="129" y="419"/>
                </a:lnTo>
                <a:lnTo>
                  <a:pt x="128" y="419"/>
                </a:lnTo>
                <a:lnTo>
                  <a:pt x="128" y="418"/>
                </a:lnTo>
                <a:lnTo>
                  <a:pt x="128" y="417"/>
                </a:lnTo>
                <a:lnTo>
                  <a:pt x="127" y="416"/>
                </a:lnTo>
                <a:lnTo>
                  <a:pt x="126" y="416"/>
                </a:lnTo>
                <a:lnTo>
                  <a:pt x="126" y="417"/>
                </a:lnTo>
                <a:lnTo>
                  <a:pt x="125" y="418"/>
                </a:lnTo>
                <a:lnTo>
                  <a:pt x="124" y="419"/>
                </a:lnTo>
                <a:lnTo>
                  <a:pt x="124" y="420"/>
                </a:lnTo>
                <a:lnTo>
                  <a:pt x="124" y="421"/>
                </a:lnTo>
                <a:lnTo>
                  <a:pt x="123" y="421"/>
                </a:lnTo>
                <a:lnTo>
                  <a:pt x="122" y="421"/>
                </a:lnTo>
                <a:lnTo>
                  <a:pt x="122" y="420"/>
                </a:lnTo>
                <a:lnTo>
                  <a:pt x="121" y="420"/>
                </a:lnTo>
                <a:lnTo>
                  <a:pt x="121" y="419"/>
                </a:lnTo>
                <a:lnTo>
                  <a:pt x="120" y="419"/>
                </a:lnTo>
                <a:lnTo>
                  <a:pt x="120" y="420"/>
                </a:lnTo>
                <a:lnTo>
                  <a:pt x="119" y="421"/>
                </a:lnTo>
                <a:lnTo>
                  <a:pt x="118" y="421"/>
                </a:lnTo>
                <a:lnTo>
                  <a:pt x="118" y="420"/>
                </a:lnTo>
                <a:lnTo>
                  <a:pt x="118" y="419"/>
                </a:lnTo>
                <a:lnTo>
                  <a:pt x="117" y="419"/>
                </a:lnTo>
                <a:lnTo>
                  <a:pt x="116" y="419"/>
                </a:lnTo>
                <a:lnTo>
                  <a:pt x="115" y="419"/>
                </a:lnTo>
                <a:lnTo>
                  <a:pt x="116" y="418"/>
                </a:lnTo>
                <a:lnTo>
                  <a:pt x="116" y="417"/>
                </a:lnTo>
                <a:lnTo>
                  <a:pt x="116" y="416"/>
                </a:lnTo>
                <a:lnTo>
                  <a:pt x="116" y="415"/>
                </a:lnTo>
                <a:lnTo>
                  <a:pt x="116" y="414"/>
                </a:lnTo>
                <a:lnTo>
                  <a:pt x="117" y="413"/>
                </a:lnTo>
                <a:lnTo>
                  <a:pt x="117" y="412"/>
                </a:lnTo>
                <a:lnTo>
                  <a:pt x="118" y="411"/>
                </a:lnTo>
                <a:lnTo>
                  <a:pt x="118" y="410"/>
                </a:lnTo>
                <a:lnTo>
                  <a:pt x="118" y="409"/>
                </a:lnTo>
                <a:lnTo>
                  <a:pt x="118" y="408"/>
                </a:lnTo>
                <a:lnTo>
                  <a:pt x="117" y="408"/>
                </a:lnTo>
                <a:lnTo>
                  <a:pt x="118" y="408"/>
                </a:lnTo>
                <a:lnTo>
                  <a:pt x="118" y="407"/>
                </a:lnTo>
                <a:lnTo>
                  <a:pt x="118" y="406"/>
                </a:lnTo>
                <a:lnTo>
                  <a:pt x="117" y="406"/>
                </a:lnTo>
                <a:lnTo>
                  <a:pt x="116" y="406"/>
                </a:lnTo>
                <a:lnTo>
                  <a:pt x="115" y="406"/>
                </a:lnTo>
                <a:lnTo>
                  <a:pt x="114" y="406"/>
                </a:lnTo>
                <a:lnTo>
                  <a:pt x="113" y="407"/>
                </a:lnTo>
                <a:lnTo>
                  <a:pt x="112" y="407"/>
                </a:lnTo>
                <a:lnTo>
                  <a:pt x="112" y="406"/>
                </a:lnTo>
                <a:lnTo>
                  <a:pt x="111" y="405"/>
                </a:lnTo>
                <a:lnTo>
                  <a:pt x="111" y="404"/>
                </a:lnTo>
                <a:lnTo>
                  <a:pt x="110" y="404"/>
                </a:lnTo>
                <a:lnTo>
                  <a:pt x="109" y="404"/>
                </a:lnTo>
                <a:lnTo>
                  <a:pt x="109" y="405"/>
                </a:lnTo>
                <a:lnTo>
                  <a:pt x="108" y="405"/>
                </a:lnTo>
                <a:lnTo>
                  <a:pt x="108" y="404"/>
                </a:lnTo>
                <a:lnTo>
                  <a:pt x="107" y="403"/>
                </a:lnTo>
                <a:lnTo>
                  <a:pt x="106" y="403"/>
                </a:lnTo>
                <a:lnTo>
                  <a:pt x="106" y="404"/>
                </a:lnTo>
                <a:lnTo>
                  <a:pt x="105" y="404"/>
                </a:lnTo>
                <a:lnTo>
                  <a:pt x="105" y="405"/>
                </a:lnTo>
                <a:lnTo>
                  <a:pt x="103" y="407"/>
                </a:lnTo>
                <a:lnTo>
                  <a:pt x="101" y="408"/>
                </a:lnTo>
                <a:lnTo>
                  <a:pt x="101" y="410"/>
                </a:lnTo>
                <a:lnTo>
                  <a:pt x="101" y="411"/>
                </a:lnTo>
                <a:lnTo>
                  <a:pt x="101" y="412"/>
                </a:lnTo>
                <a:lnTo>
                  <a:pt x="100" y="414"/>
                </a:lnTo>
                <a:lnTo>
                  <a:pt x="99" y="416"/>
                </a:lnTo>
                <a:lnTo>
                  <a:pt x="99" y="417"/>
                </a:lnTo>
                <a:lnTo>
                  <a:pt x="99" y="418"/>
                </a:lnTo>
                <a:lnTo>
                  <a:pt x="99" y="419"/>
                </a:lnTo>
                <a:lnTo>
                  <a:pt x="98" y="420"/>
                </a:lnTo>
                <a:lnTo>
                  <a:pt x="97" y="420"/>
                </a:lnTo>
                <a:lnTo>
                  <a:pt x="95" y="420"/>
                </a:lnTo>
                <a:lnTo>
                  <a:pt x="94" y="420"/>
                </a:lnTo>
                <a:lnTo>
                  <a:pt x="93" y="419"/>
                </a:lnTo>
                <a:lnTo>
                  <a:pt x="92" y="419"/>
                </a:lnTo>
                <a:lnTo>
                  <a:pt x="92" y="420"/>
                </a:lnTo>
                <a:lnTo>
                  <a:pt x="91" y="420"/>
                </a:lnTo>
                <a:lnTo>
                  <a:pt x="91" y="421"/>
                </a:lnTo>
                <a:lnTo>
                  <a:pt x="91" y="422"/>
                </a:lnTo>
                <a:lnTo>
                  <a:pt x="90" y="422"/>
                </a:lnTo>
                <a:lnTo>
                  <a:pt x="90" y="424"/>
                </a:lnTo>
                <a:lnTo>
                  <a:pt x="90" y="425"/>
                </a:lnTo>
                <a:lnTo>
                  <a:pt x="91" y="425"/>
                </a:lnTo>
                <a:lnTo>
                  <a:pt x="92" y="426"/>
                </a:lnTo>
                <a:lnTo>
                  <a:pt x="93" y="426"/>
                </a:lnTo>
                <a:lnTo>
                  <a:pt x="92" y="426"/>
                </a:lnTo>
                <a:lnTo>
                  <a:pt x="92" y="427"/>
                </a:lnTo>
                <a:lnTo>
                  <a:pt x="92" y="428"/>
                </a:lnTo>
                <a:lnTo>
                  <a:pt x="93" y="430"/>
                </a:lnTo>
                <a:lnTo>
                  <a:pt x="93" y="431"/>
                </a:lnTo>
                <a:lnTo>
                  <a:pt x="94" y="431"/>
                </a:lnTo>
                <a:lnTo>
                  <a:pt x="94" y="432"/>
                </a:lnTo>
                <a:lnTo>
                  <a:pt x="94" y="433"/>
                </a:lnTo>
                <a:lnTo>
                  <a:pt x="93" y="433"/>
                </a:lnTo>
                <a:lnTo>
                  <a:pt x="93" y="434"/>
                </a:lnTo>
                <a:lnTo>
                  <a:pt x="93" y="435"/>
                </a:lnTo>
                <a:lnTo>
                  <a:pt x="92" y="436"/>
                </a:lnTo>
                <a:lnTo>
                  <a:pt x="90" y="436"/>
                </a:lnTo>
                <a:lnTo>
                  <a:pt x="89" y="437"/>
                </a:lnTo>
                <a:lnTo>
                  <a:pt x="89" y="436"/>
                </a:lnTo>
                <a:lnTo>
                  <a:pt x="88" y="436"/>
                </a:lnTo>
                <a:lnTo>
                  <a:pt x="88" y="435"/>
                </a:lnTo>
                <a:lnTo>
                  <a:pt x="86" y="435"/>
                </a:lnTo>
                <a:lnTo>
                  <a:pt x="84" y="435"/>
                </a:lnTo>
                <a:lnTo>
                  <a:pt x="83" y="435"/>
                </a:lnTo>
                <a:lnTo>
                  <a:pt x="82" y="435"/>
                </a:lnTo>
                <a:lnTo>
                  <a:pt x="82" y="436"/>
                </a:lnTo>
                <a:lnTo>
                  <a:pt x="81" y="435"/>
                </a:lnTo>
                <a:lnTo>
                  <a:pt x="80" y="435"/>
                </a:lnTo>
                <a:lnTo>
                  <a:pt x="80" y="434"/>
                </a:lnTo>
                <a:lnTo>
                  <a:pt x="81" y="433"/>
                </a:lnTo>
                <a:lnTo>
                  <a:pt x="82" y="433"/>
                </a:lnTo>
                <a:lnTo>
                  <a:pt x="81" y="432"/>
                </a:lnTo>
                <a:lnTo>
                  <a:pt x="80" y="431"/>
                </a:lnTo>
                <a:lnTo>
                  <a:pt x="81" y="430"/>
                </a:lnTo>
                <a:lnTo>
                  <a:pt x="81" y="429"/>
                </a:lnTo>
                <a:lnTo>
                  <a:pt x="82" y="428"/>
                </a:lnTo>
                <a:lnTo>
                  <a:pt x="83" y="428"/>
                </a:lnTo>
                <a:lnTo>
                  <a:pt x="84" y="427"/>
                </a:lnTo>
                <a:lnTo>
                  <a:pt x="84" y="426"/>
                </a:lnTo>
                <a:lnTo>
                  <a:pt x="85" y="425"/>
                </a:lnTo>
                <a:lnTo>
                  <a:pt x="85" y="424"/>
                </a:lnTo>
                <a:lnTo>
                  <a:pt x="84" y="423"/>
                </a:lnTo>
                <a:lnTo>
                  <a:pt x="83" y="422"/>
                </a:lnTo>
                <a:lnTo>
                  <a:pt x="82" y="422"/>
                </a:lnTo>
                <a:lnTo>
                  <a:pt x="82" y="423"/>
                </a:lnTo>
                <a:lnTo>
                  <a:pt x="83" y="423"/>
                </a:lnTo>
                <a:lnTo>
                  <a:pt x="83" y="424"/>
                </a:lnTo>
                <a:lnTo>
                  <a:pt x="82" y="424"/>
                </a:lnTo>
                <a:lnTo>
                  <a:pt x="82" y="423"/>
                </a:lnTo>
                <a:lnTo>
                  <a:pt x="81" y="423"/>
                </a:lnTo>
                <a:lnTo>
                  <a:pt x="81" y="422"/>
                </a:lnTo>
                <a:lnTo>
                  <a:pt x="81" y="421"/>
                </a:lnTo>
                <a:lnTo>
                  <a:pt x="80" y="421"/>
                </a:lnTo>
                <a:lnTo>
                  <a:pt x="80" y="422"/>
                </a:lnTo>
                <a:lnTo>
                  <a:pt x="79" y="422"/>
                </a:lnTo>
                <a:lnTo>
                  <a:pt x="78" y="422"/>
                </a:lnTo>
                <a:lnTo>
                  <a:pt x="78" y="421"/>
                </a:lnTo>
                <a:lnTo>
                  <a:pt x="78" y="420"/>
                </a:lnTo>
                <a:lnTo>
                  <a:pt x="78" y="419"/>
                </a:lnTo>
                <a:lnTo>
                  <a:pt x="78" y="418"/>
                </a:lnTo>
                <a:lnTo>
                  <a:pt x="77" y="418"/>
                </a:lnTo>
                <a:lnTo>
                  <a:pt x="76" y="418"/>
                </a:lnTo>
                <a:lnTo>
                  <a:pt x="75" y="419"/>
                </a:lnTo>
                <a:lnTo>
                  <a:pt x="74" y="419"/>
                </a:lnTo>
                <a:lnTo>
                  <a:pt x="74" y="421"/>
                </a:lnTo>
                <a:lnTo>
                  <a:pt x="73" y="421"/>
                </a:lnTo>
                <a:lnTo>
                  <a:pt x="72" y="421"/>
                </a:lnTo>
                <a:lnTo>
                  <a:pt x="72" y="422"/>
                </a:lnTo>
                <a:lnTo>
                  <a:pt x="71" y="422"/>
                </a:lnTo>
                <a:lnTo>
                  <a:pt x="71" y="421"/>
                </a:lnTo>
                <a:lnTo>
                  <a:pt x="70" y="421"/>
                </a:lnTo>
                <a:lnTo>
                  <a:pt x="69" y="421"/>
                </a:lnTo>
                <a:lnTo>
                  <a:pt x="68" y="421"/>
                </a:lnTo>
                <a:lnTo>
                  <a:pt x="68" y="422"/>
                </a:lnTo>
                <a:lnTo>
                  <a:pt x="69" y="423"/>
                </a:lnTo>
                <a:lnTo>
                  <a:pt x="68" y="423"/>
                </a:lnTo>
                <a:lnTo>
                  <a:pt x="68" y="424"/>
                </a:lnTo>
                <a:lnTo>
                  <a:pt x="66" y="423"/>
                </a:lnTo>
                <a:lnTo>
                  <a:pt x="65" y="423"/>
                </a:lnTo>
                <a:lnTo>
                  <a:pt x="65" y="422"/>
                </a:lnTo>
                <a:lnTo>
                  <a:pt x="64" y="421"/>
                </a:lnTo>
                <a:lnTo>
                  <a:pt x="64" y="420"/>
                </a:lnTo>
                <a:lnTo>
                  <a:pt x="63" y="420"/>
                </a:lnTo>
                <a:lnTo>
                  <a:pt x="62" y="420"/>
                </a:lnTo>
                <a:lnTo>
                  <a:pt x="62" y="419"/>
                </a:lnTo>
                <a:lnTo>
                  <a:pt x="62" y="418"/>
                </a:lnTo>
                <a:lnTo>
                  <a:pt x="61" y="418"/>
                </a:lnTo>
                <a:lnTo>
                  <a:pt x="60" y="418"/>
                </a:lnTo>
                <a:lnTo>
                  <a:pt x="60" y="417"/>
                </a:lnTo>
                <a:lnTo>
                  <a:pt x="60" y="416"/>
                </a:lnTo>
                <a:lnTo>
                  <a:pt x="60" y="414"/>
                </a:lnTo>
                <a:lnTo>
                  <a:pt x="60" y="413"/>
                </a:lnTo>
                <a:lnTo>
                  <a:pt x="61" y="414"/>
                </a:lnTo>
                <a:lnTo>
                  <a:pt x="62" y="413"/>
                </a:lnTo>
                <a:lnTo>
                  <a:pt x="63" y="413"/>
                </a:lnTo>
                <a:lnTo>
                  <a:pt x="64" y="413"/>
                </a:lnTo>
                <a:lnTo>
                  <a:pt x="65" y="413"/>
                </a:lnTo>
                <a:lnTo>
                  <a:pt x="65" y="412"/>
                </a:lnTo>
                <a:lnTo>
                  <a:pt x="65" y="411"/>
                </a:lnTo>
                <a:lnTo>
                  <a:pt x="66" y="410"/>
                </a:lnTo>
                <a:lnTo>
                  <a:pt x="65" y="410"/>
                </a:lnTo>
                <a:lnTo>
                  <a:pt x="64" y="408"/>
                </a:lnTo>
                <a:lnTo>
                  <a:pt x="63" y="408"/>
                </a:lnTo>
                <a:lnTo>
                  <a:pt x="62" y="408"/>
                </a:lnTo>
                <a:lnTo>
                  <a:pt x="61" y="407"/>
                </a:lnTo>
                <a:lnTo>
                  <a:pt x="61" y="406"/>
                </a:lnTo>
                <a:lnTo>
                  <a:pt x="62" y="406"/>
                </a:lnTo>
                <a:lnTo>
                  <a:pt x="61" y="405"/>
                </a:lnTo>
                <a:lnTo>
                  <a:pt x="61" y="404"/>
                </a:lnTo>
                <a:lnTo>
                  <a:pt x="61" y="403"/>
                </a:lnTo>
                <a:lnTo>
                  <a:pt x="62" y="403"/>
                </a:lnTo>
                <a:lnTo>
                  <a:pt x="62" y="402"/>
                </a:lnTo>
                <a:lnTo>
                  <a:pt x="61" y="402"/>
                </a:lnTo>
                <a:lnTo>
                  <a:pt x="60" y="402"/>
                </a:lnTo>
                <a:lnTo>
                  <a:pt x="60" y="401"/>
                </a:lnTo>
                <a:lnTo>
                  <a:pt x="60" y="400"/>
                </a:lnTo>
                <a:lnTo>
                  <a:pt x="60" y="399"/>
                </a:lnTo>
                <a:lnTo>
                  <a:pt x="59" y="399"/>
                </a:lnTo>
                <a:lnTo>
                  <a:pt x="58" y="398"/>
                </a:lnTo>
                <a:lnTo>
                  <a:pt x="59" y="398"/>
                </a:lnTo>
                <a:lnTo>
                  <a:pt x="60" y="397"/>
                </a:lnTo>
                <a:lnTo>
                  <a:pt x="60" y="396"/>
                </a:lnTo>
                <a:lnTo>
                  <a:pt x="60" y="395"/>
                </a:lnTo>
                <a:lnTo>
                  <a:pt x="61" y="394"/>
                </a:lnTo>
                <a:lnTo>
                  <a:pt x="61" y="393"/>
                </a:lnTo>
                <a:lnTo>
                  <a:pt x="62" y="393"/>
                </a:lnTo>
                <a:lnTo>
                  <a:pt x="62" y="392"/>
                </a:lnTo>
                <a:lnTo>
                  <a:pt x="61" y="391"/>
                </a:lnTo>
                <a:lnTo>
                  <a:pt x="60" y="392"/>
                </a:lnTo>
                <a:lnTo>
                  <a:pt x="59" y="392"/>
                </a:lnTo>
                <a:lnTo>
                  <a:pt x="59" y="393"/>
                </a:lnTo>
                <a:lnTo>
                  <a:pt x="59" y="394"/>
                </a:lnTo>
                <a:lnTo>
                  <a:pt x="58" y="394"/>
                </a:lnTo>
                <a:lnTo>
                  <a:pt x="57" y="394"/>
                </a:lnTo>
                <a:lnTo>
                  <a:pt x="54" y="394"/>
                </a:lnTo>
                <a:lnTo>
                  <a:pt x="53" y="395"/>
                </a:lnTo>
                <a:lnTo>
                  <a:pt x="52" y="395"/>
                </a:lnTo>
                <a:lnTo>
                  <a:pt x="51" y="396"/>
                </a:lnTo>
                <a:lnTo>
                  <a:pt x="50" y="396"/>
                </a:lnTo>
                <a:lnTo>
                  <a:pt x="50" y="395"/>
                </a:lnTo>
                <a:lnTo>
                  <a:pt x="49" y="394"/>
                </a:lnTo>
                <a:lnTo>
                  <a:pt x="48" y="393"/>
                </a:lnTo>
                <a:lnTo>
                  <a:pt x="47" y="393"/>
                </a:lnTo>
                <a:lnTo>
                  <a:pt x="46" y="393"/>
                </a:lnTo>
                <a:lnTo>
                  <a:pt x="45" y="393"/>
                </a:lnTo>
                <a:lnTo>
                  <a:pt x="44" y="393"/>
                </a:lnTo>
                <a:lnTo>
                  <a:pt x="44" y="392"/>
                </a:lnTo>
                <a:lnTo>
                  <a:pt x="45" y="392"/>
                </a:lnTo>
                <a:lnTo>
                  <a:pt x="44" y="392"/>
                </a:lnTo>
                <a:lnTo>
                  <a:pt x="44" y="391"/>
                </a:lnTo>
                <a:lnTo>
                  <a:pt x="44" y="390"/>
                </a:lnTo>
                <a:lnTo>
                  <a:pt x="44" y="389"/>
                </a:lnTo>
                <a:lnTo>
                  <a:pt x="44" y="388"/>
                </a:lnTo>
                <a:lnTo>
                  <a:pt x="45" y="388"/>
                </a:lnTo>
                <a:lnTo>
                  <a:pt x="46" y="388"/>
                </a:lnTo>
                <a:lnTo>
                  <a:pt x="46" y="387"/>
                </a:lnTo>
                <a:lnTo>
                  <a:pt x="46" y="386"/>
                </a:lnTo>
                <a:lnTo>
                  <a:pt x="46" y="385"/>
                </a:lnTo>
                <a:lnTo>
                  <a:pt x="46" y="384"/>
                </a:lnTo>
                <a:lnTo>
                  <a:pt x="47" y="384"/>
                </a:lnTo>
                <a:lnTo>
                  <a:pt x="48" y="383"/>
                </a:lnTo>
                <a:lnTo>
                  <a:pt x="48" y="382"/>
                </a:lnTo>
                <a:lnTo>
                  <a:pt x="48" y="381"/>
                </a:lnTo>
                <a:lnTo>
                  <a:pt x="49" y="380"/>
                </a:lnTo>
                <a:lnTo>
                  <a:pt x="49" y="379"/>
                </a:lnTo>
                <a:lnTo>
                  <a:pt x="50" y="379"/>
                </a:lnTo>
                <a:lnTo>
                  <a:pt x="50" y="378"/>
                </a:lnTo>
                <a:lnTo>
                  <a:pt x="51" y="378"/>
                </a:lnTo>
                <a:lnTo>
                  <a:pt x="52" y="377"/>
                </a:lnTo>
                <a:lnTo>
                  <a:pt x="53" y="376"/>
                </a:lnTo>
                <a:lnTo>
                  <a:pt x="54" y="376"/>
                </a:lnTo>
                <a:lnTo>
                  <a:pt x="53" y="375"/>
                </a:lnTo>
                <a:lnTo>
                  <a:pt x="53" y="376"/>
                </a:lnTo>
                <a:lnTo>
                  <a:pt x="52" y="375"/>
                </a:lnTo>
                <a:lnTo>
                  <a:pt x="52" y="374"/>
                </a:lnTo>
                <a:lnTo>
                  <a:pt x="53" y="373"/>
                </a:lnTo>
                <a:lnTo>
                  <a:pt x="54" y="373"/>
                </a:lnTo>
                <a:lnTo>
                  <a:pt x="55" y="372"/>
                </a:lnTo>
                <a:lnTo>
                  <a:pt x="54" y="371"/>
                </a:lnTo>
                <a:lnTo>
                  <a:pt x="53" y="370"/>
                </a:lnTo>
                <a:lnTo>
                  <a:pt x="54" y="370"/>
                </a:lnTo>
                <a:lnTo>
                  <a:pt x="54" y="369"/>
                </a:lnTo>
                <a:lnTo>
                  <a:pt x="55" y="369"/>
                </a:lnTo>
                <a:lnTo>
                  <a:pt x="56" y="369"/>
                </a:lnTo>
                <a:lnTo>
                  <a:pt x="56" y="368"/>
                </a:lnTo>
                <a:lnTo>
                  <a:pt x="56" y="367"/>
                </a:lnTo>
                <a:lnTo>
                  <a:pt x="55" y="367"/>
                </a:lnTo>
                <a:lnTo>
                  <a:pt x="55" y="366"/>
                </a:lnTo>
                <a:lnTo>
                  <a:pt x="55" y="365"/>
                </a:lnTo>
                <a:lnTo>
                  <a:pt x="54" y="365"/>
                </a:lnTo>
                <a:lnTo>
                  <a:pt x="54" y="363"/>
                </a:lnTo>
                <a:lnTo>
                  <a:pt x="55" y="362"/>
                </a:lnTo>
                <a:lnTo>
                  <a:pt x="54" y="361"/>
                </a:lnTo>
                <a:lnTo>
                  <a:pt x="53" y="360"/>
                </a:lnTo>
                <a:lnTo>
                  <a:pt x="53" y="359"/>
                </a:lnTo>
                <a:lnTo>
                  <a:pt x="52" y="358"/>
                </a:lnTo>
                <a:lnTo>
                  <a:pt x="52" y="357"/>
                </a:lnTo>
                <a:lnTo>
                  <a:pt x="51" y="356"/>
                </a:lnTo>
                <a:lnTo>
                  <a:pt x="50" y="357"/>
                </a:lnTo>
                <a:lnTo>
                  <a:pt x="49" y="357"/>
                </a:lnTo>
                <a:lnTo>
                  <a:pt x="49" y="356"/>
                </a:lnTo>
                <a:lnTo>
                  <a:pt x="47" y="356"/>
                </a:lnTo>
                <a:lnTo>
                  <a:pt x="46" y="356"/>
                </a:lnTo>
                <a:lnTo>
                  <a:pt x="46" y="355"/>
                </a:lnTo>
                <a:lnTo>
                  <a:pt x="46" y="354"/>
                </a:lnTo>
                <a:lnTo>
                  <a:pt x="46" y="353"/>
                </a:lnTo>
                <a:lnTo>
                  <a:pt x="45" y="352"/>
                </a:lnTo>
                <a:lnTo>
                  <a:pt x="45" y="351"/>
                </a:lnTo>
                <a:lnTo>
                  <a:pt x="47" y="351"/>
                </a:lnTo>
                <a:lnTo>
                  <a:pt x="47" y="350"/>
                </a:lnTo>
                <a:lnTo>
                  <a:pt x="48" y="351"/>
                </a:lnTo>
                <a:lnTo>
                  <a:pt x="49" y="351"/>
                </a:lnTo>
                <a:lnTo>
                  <a:pt x="50" y="352"/>
                </a:lnTo>
                <a:lnTo>
                  <a:pt x="52" y="351"/>
                </a:lnTo>
                <a:lnTo>
                  <a:pt x="53" y="351"/>
                </a:lnTo>
                <a:lnTo>
                  <a:pt x="54" y="350"/>
                </a:lnTo>
                <a:lnTo>
                  <a:pt x="55" y="350"/>
                </a:lnTo>
                <a:lnTo>
                  <a:pt x="54" y="349"/>
                </a:lnTo>
                <a:lnTo>
                  <a:pt x="55" y="349"/>
                </a:lnTo>
                <a:lnTo>
                  <a:pt x="56" y="350"/>
                </a:lnTo>
                <a:lnTo>
                  <a:pt x="57" y="349"/>
                </a:lnTo>
                <a:lnTo>
                  <a:pt x="57" y="348"/>
                </a:lnTo>
                <a:lnTo>
                  <a:pt x="56" y="348"/>
                </a:lnTo>
                <a:lnTo>
                  <a:pt x="56" y="347"/>
                </a:lnTo>
                <a:lnTo>
                  <a:pt x="58" y="347"/>
                </a:lnTo>
                <a:lnTo>
                  <a:pt x="59" y="345"/>
                </a:lnTo>
                <a:lnTo>
                  <a:pt x="60" y="345"/>
                </a:lnTo>
                <a:lnTo>
                  <a:pt x="61" y="345"/>
                </a:lnTo>
                <a:lnTo>
                  <a:pt x="62" y="345"/>
                </a:lnTo>
                <a:lnTo>
                  <a:pt x="63" y="345"/>
                </a:lnTo>
                <a:lnTo>
                  <a:pt x="64" y="345"/>
                </a:lnTo>
                <a:lnTo>
                  <a:pt x="65" y="345"/>
                </a:lnTo>
                <a:lnTo>
                  <a:pt x="65" y="346"/>
                </a:lnTo>
                <a:lnTo>
                  <a:pt x="65" y="347"/>
                </a:lnTo>
                <a:lnTo>
                  <a:pt x="66" y="347"/>
                </a:lnTo>
                <a:lnTo>
                  <a:pt x="66" y="346"/>
                </a:lnTo>
                <a:lnTo>
                  <a:pt x="66" y="345"/>
                </a:lnTo>
                <a:lnTo>
                  <a:pt x="66" y="344"/>
                </a:lnTo>
                <a:lnTo>
                  <a:pt x="66" y="343"/>
                </a:lnTo>
                <a:lnTo>
                  <a:pt x="66" y="342"/>
                </a:lnTo>
                <a:lnTo>
                  <a:pt x="64" y="341"/>
                </a:lnTo>
                <a:lnTo>
                  <a:pt x="64" y="340"/>
                </a:lnTo>
                <a:lnTo>
                  <a:pt x="64" y="339"/>
                </a:lnTo>
                <a:lnTo>
                  <a:pt x="65" y="338"/>
                </a:lnTo>
                <a:lnTo>
                  <a:pt x="66" y="337"/>
                </a:lnTo>
                <a:lnTo>
                  <a:pt x="66" y="336"/>
                </a:lnTo>
                <a:lnTo>
                  <a:pt x="66" y="335"/>
                </a:lnTo>
                <a:lnTo>
                  <a:pt x="65" y="335"/>
                </a:lnTo>
                <a:lnTo>
                  <a:pt x="65" y="334"/>
                </a:lnTo>
                <a:lnTo>
                  <a:pt x="66" y="334"/>
                </a:lnTo>
                <a:lnTo>
                  <a:pt x="66" y="333"/>
                </a:lnTo>
                <a:lnTo>
                  <a:pt x="65" y="333"/>
                </a:lnTo>
                <a:lnTo>
                  <a:pt x="64" y="333"/>
                </a:lnTo>
                <a:lnTo>
                  <a:pt x="63" y="332"/>
                </a:lnTo>
                <a:lnTo>
                  <a:pt x="63" y="331"/>
                </a:lnTo>
                <a:lnTo>
                  <a:pt x="62" y="331"/>
                </a:lnTo>
                <a:lnTo>
                  <a:pt x="62" y="332"/>
                </a:lnTo>
                <a:lnTo>
                  <a:pt x="62" y="333"/>
                </a:lnTo>
                <a:lnTo>
                  <a:pt x="61" y="333"/>
                </a:lnTo>
                <a:lnTo>
                  <a:pt x="60" y="334"/>
                </a:lnTo>
                <a:lnTo>
                  <a:pt x="60" y="335"/>
                </a:lnTo>
                <a:lnTo>
                  <a:pt x="59" y="335"/>
                </a:lnTo>
                <a:lnTo>
                  <a:pt x="58" y="335"/>
                </a:lnTo>
                <a:lnTo>
                  <a:pt x="59" y="333"/>
                </a:lnTo>
                <a:lnTo>
                  <a:pt x="59" y="332"/>
                </a:lnTo>
                <a:lnTo>
                  <a:pt x="61" y="331"/>
                </a:lnTo>
                <a:lnTo>
                  <a:pt x="62" y="330"/>
                </a:lnTo>
                <a:lnTo>
                  <a:pt x="63" y="330"/>
                </a:lnTo>
                <a:lnTo>
                  <a:pt x="64" y="329"/>
                </a:lnTo>
                <a:lnTo>
                  <a:pt x="65" y="328"/>
                </a:lnTo>
                <a:lnTo>
                  <a:pt x="66" y="328"/>
                </a:lnTo>
                <a:lnTo>
                  <a:pt x="66" y="329"/>
                </a:lnTo>
                <a:lnTo>
                  <a:pt x="67" y="329"/>
                </a:lnTo>
                <a:lnTo>
                  <a:pt x="68" y="329"/>
                </a:lnTo>
                <a:lnTo>
                  <a:pt x="68" y="328"/>
                </a:lnTo>
                <a:lnTo>
                  <a:pt x="67" y="328"/>
                </a:lnTo>
                <a:lnTo>
                  <a:pt x="68" y="327"/>
                </a:lnTo>
                <a:lnTo>
                  <a:pt x="69" y="327"/>
                </a:lnTo>
                <a:lnTo>
                  <a:pt x="70" y="327"/>
                </a:lnTo>
                <a:lnTo>
                  <a:pt x="70" y="326"/>
                </a:lnTo>
                <a:lnTo>
                  <a:pt x="70" y="325"/>
                </a:lnTo>
                <a:lnTo>
                  <a:pt x="69" y="325"/>
                </a:lnTo>
                <a:lnTo>
                  <a:pt x="69" y="324"/>
                </a:lnTo>
                <a:lnTo>
                  <a:pt x="68" y="323"/>
                </a:lnTo>
                <a:lnTo>
                  <a:pt x="67" y="323"/>
                </a:lnTo>
                <a:lnTo>
                  <a:pt x="67" y="322"/>
                </a:lnTo>
                <a:lnTo>
                  <a:pt x="68" y="322"/>
                </a:lnTo>
                <a:lnTo>
                  <a:pt x="68" y="321"/>
                </a:lnTo>
                <a:lnTo>
                  <a:pt x="68" y="320"/>
                </a:lnTo>
                <a:lnTo>
                  <a:pt x="68" y="319"/>
                </a:lnTo>
                <a:lnTo>
                  <a:pt x="67" y="319"/>
                </a:lnTo>
                <a:lnTo>
                  <a:pt x="66" y="318"/>
                </a:lnTo>
                <a:lnTo>
                  <a:pt x="66" y="316"/>
                </a:lnTo>
                <a:lnTo>
                  <a:pt x="66" y="315"/>
                </a:lnTo>
                <a:lnTo>
                  <a:pt x="66" y="314"/>
                </a:lnTo>
                <a:lnTo>
                  <a:pt x="64" y="313"/>
                </a:lnTo>
                <a:lnTo>
                  <a:pt x="63" y="313"/>
                </a:lnTo>
                <a:lnTo>
                  <a:pt x="63" y="314"/>
                </a:lnTo>
                <a:lnTo>
                  <a:pt x="64" y="315"/>
                </a:lnTo>
                <a:lnTo>
                  <a:pt x="63" y="315"/>
                </a:lnTo>
                <a:lnTo>
                  <a:pt x="62" y="315"/>
                </a:lnTo>
                <a:lnTo>
                  <a:pt x="61" y="314"/>
                </a:lnTo>
                <a:lnTo>
                  <a:pt x="60" y="314"/>
                </a:lnTo>
                <a:lnTo>
                  <a:pt x="61" y="314"/>
                </a:lnTo>
                <a:lnTo>
                  <a:pt x="62" y="314"/>
                </a:lnTo>
                <a:lnTo>
                  <a:pt x="63" y="314"/>
                </a:lnTo>
                <a:lnTo>
                  <a:pt x="63" y="313"/>
                </a:lnTo>
                <a:lnTo>
                  <a:pt x="62" y="313"/>
                </a:lnTo>
                <a:lnTo>
                  <a:pt x="61" y="313"/>
                </a:lnTo>
                <a:lnTo>
                  <a:pt x="60" y="312"/>
                </a:lnTo>
                <a:lnTo>
                  <a:pt x="61" y="311"/>
                </a:lnTo>
                <a:lnTo>
                  <a:pt x="61" y="310"/>
                </a:lnTo>
                <a:lnTo>
                  <a:pt x="62" y="309"/>
                </a:lnTo>
                <a:lnTo>
                  <a:pt x="62" y="308"/>
                </a:lnTo>
                <a:lnTo>
                  <a:pt x="62" y="307"/>
                </a:lnTo>
                <a:lnTo>
                  <a:pt x="61" y="307"/>
                </a:lnTo>
                <a:lnTo>
                  <a:pt x="61" y="308"/>
                </a:lnTo>
                <a:lnTo>
                  <a:pt x="60" y="308"/>
                </a:lnTo>
                <a:lnTo>
                  <a:pt x="59" y="308"/>
                </a:lnTo>
                <a:lnTo>
                  <a:pt x="58" y="308"/>
                </a:lnTo>
                <a:lnTo>
                  <a:pt x="57" y="306"/>
                </a:lnTo>
                <a:lnTo>
                  <a:pt x="57" y="305"/>
                </a:lnTo>
                <a:lnTo>
                  <a:pt x="56" y="305"/>
                </a:lnTo>
                <a:lnTo>
                  <a:pt x="55" y="305"/>
                </a:lnTo>
                <a:lnTo>
                  <a:pt x="55" y="306"/>
                </a:lnTo>
                <a:lnTo>
                  <a:pt x="54" y="306"/>
                </a:lnTo>
                <a:lnTo>
                  <a:pt x="53" y="305"/>
                </a:lnTo>
                <a:lnTo>
                  <a:pt x="53" y="306"/>
                </a:lnTo>
                <a:lnTo>
                  <a:pt x="52" y="306"/>
                </a:lnTo>
                <a:lnTo>
                  <a:pt x="52" y="305"/>
                </a:lnTo>
                <a:lnTo>
                  <a:pt x="51" y="305"/>
                </a:lnTo>
                <a:lnTo>
                  <a:pt x="49" y="306"/>
                </a:lnTo>
                <a:lnTo>
                  <a:pt x="49" y="307"/>
                </a:lnTo>
                <a:lnTo>
                  <a:pt x="50" y="307"/>
                </a:lnTo>
                <a:lnTo>
                  <a:pt x="49" y="307"/>
                </a:lnTo>
                <a:lnTo>
                  <a:pt x="48" y="307"/>
                </a:lnTo>
                <a:lnTo>
                  <a:pt x="47" y="307"/>
                </a:lnTo>
                <a:lnTo>
                  <a:pt x="46" y="307"/>
                </a:lnTo>
                <a:lnTo>
                  <a:pt x="44" y="307"/>
                </a:lnTo>
                <a:lnTo>
                  <a:pt x="44" y="308"/>
                </a:lnTo>
                <a:lnTo>
                  <a:pt x="43" y="308"/>
                </a:lnTo>
                <a:lnTo>
                  <a:pt x="42" y="307"/>
                </a:lnTo>
                <a:lnTo>
                  <a:pt x="42" y="306"/>
                </a:lnTo>
                <a:lnTo>
                  <a:pt x="42" y="305"/>
                </a:lnTo>
                <a:lnTo>
                  <a:pt x="41" y="306"/>
                </a:lnTo>
                <a:lnTo>
                  <a:pt x="41" y="307"/>
                </a:lnTo>
                <a:lnTo>
                  <a:pt x="40" y="307"/>
                </a:lnTo>
                <a:lnTo>
                  <a:pt x="40" y="308"/>
                </a:lnTo>
                <a:lnTo>
                  <a:pt x="39" y="308"/>
                </a:lnTo>
                <a:lnTo>
                  <a:pt x="39" y="309"/>
                </a:lnTo>
                <a:lnTo>
                  <a:pt x="38" y="310"/>
                </a:lnTo>
                <a:lnTo>
                  <a:pt x="38" y="311"/>
                </a:lnTo>
                <a:lnTo>
                  <a:pt x="37" y="312"/>
                </a:lnTo>
                <a:lnTo>
                  <a:pt x="36" y="313"/>
                </a:lnTo>
                <a:lnTo>
                  <a:pt x="35" y="313"/>
                </a:lnTo>
                <a:lnTo>
                  <a:pt x="35" y="312"/>
                </a:lnTo>
                <a:lnTo>
                  <a:pt x="35" y="313"/>
                </a:lnTo>
                <a:lnTo>
                  <a:pt x="34" y="314"/>
                </a:lnTo>
                <a:lnTo>
                  <a:pt x="33" y="314"/>
                </a:lnTo>
                <a:lnTo>
                  <a:pt x="31" y="314"/>
                </a:lnTo>
                <a:lnTo>
                  <a:pt x="29" y="314"/>
                </a:lnTo>
                <a:lnTo>
                  <a:pt x="28" y="313"/>
                </a:lnTo>
                <a:lnTo>
                  <a:pt x="29" y="312"/>
                </a:lnTo>
                <a:lnTo>
                  <a:pt x="29" y="311"/>
                </a:lnTo>
                <a:lnTo>
                  <a:pt x="30" y="310"/>
                </a:lnTo>
                <a:lnTo>
                  <a:pt x="31" y="310"/>
                </a:lnTo>
                <a:lnTo>
                  <a:pt x="31" y="309"/>
                </a:lnTo>
                <a:lnTo>
                  <a:pt x="31" y="308"/>
                </a:lnTo>
                <a:lnTo>
                  <a:pt x="30" y="308"/>
                </a:lnTo>
                <a:lnTo>
                  <a:pt x="29" y="308"/>
                </a:lnTo>
                <a:lnTo>
                  <a:pt x="28" y="309"/>
                </a:lnTo>
                <a:lnTo>
                  <a:pt x="27" y="309"/>
                </a:lnTo>
                <a:lnTo>
                  <a:pt x="26" y="309"/>
                </a:lnTo>
                <a:lnTo>
                  <a:pt x="25" y="310"/>
                </a:lnTo>
                <a:lnTo>
                  <a:pt x="24" y="310"/>
                </a:lnTo>
                <a:lnTo>
                  <a:pt x="24" y="311"/>
                </a:lnTo>
                <a:lnTo>
                  <a:pt x="23" y="311"/>
                </a:lnTo>
                <a:lnTo>
                  <a:pt x="22" y="311"/>
                </a:lnTo>
                <a:lnTo>
                  <a:pt x="22" y="310"/>
                </a:lnTo>
                <a:lnTo>
                  <a:pt x="21" y="310"/>
                </a:lnTo>
                <a:lnTo>
                  <a:pt x="20" y="312"/>
                </a:lnTo>
                <a:lnTo>
                  <a:pt x="20" y="313"/>
                </a:lnTo>
                <a:lnTo>
                  <a:pt x="19" y="313"/>
                </a:lnTo>
                <a:lnTo>
                  <a:pt x="18" y="314"/>
                </a:lnTo>
                <a:lnTo>
                  <a:pt x="17" y="314"/>
                </a:lnTo>
                <a:lnTo>
                  <a:pt x="17" y="315"/>
                </a:lnTo>
                <a:lnTo>
                  <a:pt x="16" y="316"/>
                </a:lnTo>
                <a:lnTo>
                  <a:pt x="15" y="316"/>
                </a:lnTo>
                <a:lnTo>
                  <a:pt x="14" y="316"/>
                </a:lnTo>
                <a:lnTo>
                  <a:pt x="14" y="317"/>
                </a:lnTo>
                <a:lnTo>
                  <a:pt x="15" y="317"/>
                </a:lnTo>
                <a:lnTo>
                  <a:pt x="15" y="319"/>
                </a:lnTo>
                <a:lnTo>
                  <a:pt x="14" y="319"/>
                </a:lnTo>
                <a:lnTo>
                  <a:pt x="12" y="320"/>
                </a:lnTo>
                <a:lnTo>
                  <a:pt x="12" y="319"/>
                </a:lnTo>
                <a:lnTo>
                  <a:pt x="12" y="318"/>
                </a:lnTo>
                <a:lnTo>
                  <a:pt x="11" y="318"/>
                </a:lnTo>
                <a:lnTo>
                  <a:pt x="12" y="318"/>
                </a:lnTo>
                <a:lnTo>
                  <a:pt x="12" y="319"/>
                </a:lnTo>
                <a:lnTo>
                  <a:pt x="11" y="319"/>
                </a:lnTo>
                <a:lnTo>
                  <a:pt x="10" y="319"/>
                </a:lnTo>
                <a:lnTo>
                  <a:pt x="10" y="320"/>
                </a:lnTo>
                <a:lnTo>
                  <a:pt x="9" y="320"/>
                </a:lnTo>
                <a:lnTo>
                  <a:pt x="9" y="321"/>
                </a:lnTo>
                <a:lnTo>
                  <a:pt x="8" y="321"/>
                </a:lnTo>
                <a:lnTo>
                  <a:pt x="8" y="320"/>
                </a:lnTo>
                <a:lnTo>
                  <a:pt x="8" y="319"/>
                </a:lnTo>
                <a:lnTo>
                  <a:pt x="8" y="318"/>
                </a:lnTo>
                <a:lnTo>
                  <a:pt x="7" y="318"/>
                </a:lnTo>
                <a:lnTo>
                  <a:pt x="6" y="317"/>
                </a:lnTo>
                <a:lnTo>
                  <a:pt x="5" y="317"/>
                </a:lnTo>
                <a:lnTo>
                  <a:pt x="5" y="316"/>
                </a:lnTo>
                <a:lnTo>
                  <a:pt x="5" y="315"/>
                </a:lnTo>
                <a:lnTo>
                  <a:pt x="4" y="315"/>
                </a:lnTo>
                <a:lnTo>
                  <a:pt x="3" y="314"/>
                </a:lnTo>
                <a:lnTo>
                  <a:pt x="2" y="313"/>
                </a:lnTo>
                <a:lnTo>
                  <a:pt x="1" y="313"/>
                </a:lnTo>
                <a:lnTo>
                  <a:pt x="0" y="312"/>
                </a:lnTo>
                <a:lnTo>
                  <a:pt x="1" y="312"/>
                </a:lnTo>
                <a:lnTo>
                  <a:pt x="2" y="311"/>
                </a:lnTo>
                <a:lnTo>
                  <a:pt x="3" y="312"/>
                </a:lnTo>
                <a:lnTo>
                  <a:pt x="5" y="311"/>
                </a:lnTo>
                <a:lnTo>
                  <a:pt x="6" y="310"/>
                </a:lnTo>
                <a:lnTo>
                  <a:pt x="7" y="309"/>
                </a:lnTo>
                <a:lnTo>
                  <a:pt x="8" y="309"/>
                </a:lnTo>
                <a:lnTo>
                  <a:pt x="8" y="310"/>
                </a:lnTo>
                <a:lnTo>
                  <a:pt x="9" y="310"/>
                </a:lnTo>
                <a:lnTo>
                  <a:pt x="9" y="309"/>
                </a:lnTo>
                <a:lnTo>
                  <a:pt x="9" y="308"/>
                </a:lnTo>
                <a:lnTo>
                  <a:pt x="10" y="308"/>
                </a:lnTo>
                <a:lnTo>
                  <a:pt x="10" y="307"/>
                </a:lnTo>
                <a:lnTo>
                  <a:pt x="11" y="307"/>
                </a:lnTo>
                <a:lnTo>
                  <a:pt x="12" y="305"/>
                </a:lnTo>
                <a:lnTo>
                  <a:pt x="13" y="305"/>
                </a:lnTo>
                <a:lnTo>
                  <a:pt x="13" y="304"/>
                </a:lnTo>
                <a:lnTo>
                  <a:pt x="13" y="302"/>
                </a:lnTo>
                <a:lnTo>
                  <a:pt x="12" y="302"/>
                </a:lnTo>
                <a:lnTo>
                  <a:pt x="12" y="301"/>
                </a:lnTo>
                <a:lnTo>
                  <a:pt x="12" y="300"/>
                </a:lnTo>
                <a:lnTo>
                  <a:pt x="11" y="300"/>
                </a:lnTo>
                <a:lnTo>
                  <a:pt x="11" y="299"/>
                </a:lnTo>
                <a:lnTo>
                  <a:pt x="13" y="298"/>
                </a:lnTo>
                <a:lnTo>
                  <a:pt x="14" y="298"/>
                </a:lnTo>
                <a:lnTo>
                  <a:pt x="15" y="298"/>
                </a:lnTo>
                <a:lnTo>
                  <a:pt x="15" y="297"/>
                </a:lnTo>
                <a:lnTo>
                  <a:pt x="16" y="297"/>
                </a:lnTo>
                <a:lnTo>
                  <a:pt x="16" y="296"/>
                </a:lnTo>
                <a:lnTo>
                  <a:pt x="17" y="295"/>
                </a:lnTo>
                <a:lnTo>
                  <a:pt x="18" y="294"/>
                </a:lnTo>
                <a:lnTo>
                  <a:pt x="18" y="293"/>
                </a:lnTo>
                <a:lnTo>
                  <a:pt x="19" y="294"/>
                </a:lnTo>
                <a:lnTo>
                  <a:pt x="20" y="293"/>
                </a:lnTo>
                <a:lnTo>
                  <a:pt x="21" y="292"/>
                </a:lnTo>
                <a:lnTo>
                  <a:pt x="22" y="292"/>
                </a:lnTo>
                <a:lnTo>
                  <a:pt x="22" y="293"/>
                </a:lnTo>
                <a:lnTo>
                  <a:pt x="23" y="293"/>
                </a:lnTo>
                <a:lnTo>
                  <a:pt x="23" y="291"/>
                </a:lnTo>
                <a:lnTo>
                  <a:pt x="24" y="291"/>
                </a:lnTo>
                <a:lnTo>
                  <a:pt x="24" y="290"/>
                </a:lnTo>
                <a:lnTo>
                  <a:pt x="24" y="289"/>
                </a:lnTo>
                <a:lnTo>
                  <a:pt x="24" y="288"/>
                </a:lnTo>
                <a:lnTo>
                  <a:pt x="23" y="287"/>
                </a:lnTo>
                <a:lnTo>
                  <a:pt x="24" y="286"/>
                </a:lnTo>
                <a:lnTo>
                  <a:pt x="24" y="287"/>
                </a:lnTo>
                <a:lnTo>
                  <a:pt x="25" y="287"/>
                </a:lnTo>
                <a:lnTo>
                  <a:pt x="25" y="288"/>
                </a:lnTo>
                <a:lnTo>
                  <a:pt x="26" y="288"/>
                </a:lnTo>
                <a:lnTo>
                  <a:pt x="26" y="287"/>
                </a:lnTo>
                <a:lnTo>
                  <a:pt x="27" y="287"/>
                </a:lnTo>
                <a:lnTo>
                  <a:pt x="28" y="287"/>
                </a:lnTo>
                <a:lnTo>
                  <a:pt x="28" y="286"/>
                </a:lnTo>
                <a:lnTo>
                  <a:pt x="29" y="286"/>
                </a:lnTo>
                <a:lnTo>
                  <a:pt x="28" y="286"/>
                </a:lnTo>
                <a:lnTo>
                  <a:pt x="28" y="285"/>
                </a:lnTo>
                <a:lnTo>
                  <a:pt x="29" y="285"/>
                </a:lnTo>
                <a:lnTo>
                  <a:pt x="30" y="285"/>
                </a:lnTo>
                <a:lnTo>
                  <a:pt x="30" y="284"/>
                </a:lnTo>
                <a:lnTo>
                  <a:pt x="30" y="283"/>
                </a:lnTo>
                <a:lnTo>
                  <a:pt x="29" y="283"/>
                </a:lnTo>
                <a:lnTo>
                  <a:pt x="30" y="283"/>
                </a:lnTo>
                <a:lnTo>
                  <a:pt x="30" y="282"/>
                </a:lnTo>
                <a:lnTo>
                  <a:pt x="30" y="281"/>
                </a:lnTo>
                <a:lnTo>
                  <a:pt x="30" y="280"/>
                </a:lnTo>
                <a:lnTo>
                  <a:pt x="31" y="280"/>
                </a:lnTo>
                <a:lnTo>
                  <a:pt x="32" y="279"/>
                </a:lnTo>
                <a:lnTo>
                  <a:pt x="32" y="278"/>
                </a:lnTo>
                <a:lnTo>
                  <a:pt x="32" y="277"/>
                </a:lnTo>
                <a:lnTo>
                  <a:pt x="31" y="277"/>
                </a:lnTo>
                <a:lnTo>
                  <a:pt x="31" y="278"/>
                </a:lnTo>
                <a:lnTo>
                  <a:pt x="30" y="278"/>
                </a:lnTo>
                <a:lnTo>
                  <a:pt x="30" y="279"/>
                </a:lnTo>
                <a:lnTo>
                  <a:pt x="29" y="279"/>
                </a:lnTo>
                <a:lnTo>
                  <a:pt x="29" y="278"/>
                </a:lnTo>
                <a:lnTo>
                  <a:pt x="29" y="277"/>
                </a:lnTo>
                <a:lnTo>
                  <a:pt x="30" y="278"/>
                </a:lnTo>
                <a:lnTo>
                  <a:pt x="30" y="277"/>
                </a:lnTo>
                <a:lnTo>
                  <a:pt x="31" y="277"/>
                </a:lnTo>
                <a:lnTo>
                  <a:pt x="31" y="276"/>
                </a:lnTo>
                <a:lnTo>
                  <a:pt x="32" y="275"/>
                </a:lnTo>
                <a:lnTo>
                  <a:pt x="33" y="275"/>
                </a:lnTo>
                <a:lnTo>
                  <a:pt x="33" y="276"/>
                </a:lnTo>
                <a:lnTo>
                  <a:pt x="34" y="277"/>
                </a:lnTo>
                <a:lnTo>
                  <a:pt x="34" y="278"/>
                </a:lnTo>
                <a:lnTo>
                  <a:pt x="33" y="278"/>
                </a:lnTo>
                <a:lnTo>
                  <a:pt x="33" y="279"/>
                </a:lnTo>
                <a:lnTo>
                  <a:pt x="34" y="279"/>
                </a:lnTo>
                <a:lnTo>
                  <a:pt x="34" y="278"/>
                </a:lnTo>
                <a:lnTo>
                  <a:pt x="35" y="277"/>
                </a:lnTo>
                <a:lnTo>
                  <a:pt x="36" y="277"/>
                </a:lnTo>
                <a:lnTo>
                  <a:pt x="37" y="276"/>
                </a:lnTo>
                <a:lnTo>
                  <a:pt x="38" y="275"/>
                </a:lnTo>
                <a:lnTo>
                  <a:pt x="38" y="274"/>
                </a:lnTo>
                <a:lnTo>
                  <a:pt x="39" y="275"/>
                </a:lnTo>
                <a:lnTo>
                  <a:pt x="39" y="276"/>
                </a:lnTo>
                <a:lnTo>
                  <a:pt x="41" y="277"/>
                </a:lnTo>
                <a:lnTo>
                  <a:pt x="42" y="277"/>
                </a:lnTo>
                <a:lnTo>
                  <a:pt x="41" y="277"/>
                </a:lnTo>
                <a:lnTo>
                  <a:pt x="41" y="278"/>
                </a:lnTo>
                <a:lnTo>
                  <a:pt x="42" y="278"/>
                </a:lnTo>
                <a:lnTo>
                  <a:pt x="43" y="277"/>
                </a:lnTo>
                <a:lnTo>
                  <a:pt x="44" y="277"/>
                </a:lnTo>
                <a:lnTo>
                  <a:pt x="45" y="278"/>
                </a:lnTo>
                <a:lnTo>
                  <a:pt x="46" y="278"/>
                </a:lnTo>
                <a:lnTo>
                  <a:pt x="46" y="277"/>
                </a:lnTo>
                <a:lnTo>
                  <a:pt x="46" y="276"/>
                </a:lnTo>
                <a:lnTo>
                  <a:pt x="47" y="276"/>
                </a:lnTo>
                <a:lnTo>
                  <a:pt x="47" y="275"/>
                </a:lnTo>
                <a:lnTo>
                  <a:pt x="47" y="274"/>
                </a:lnTo>
                <a:lnTo>
                  <a:pt x="46" y="273"/>
                </a:lnTo>
                <a:lnTo>
                  <a:pt x="46" y="272"/>
                </a:lnTo>
                <a:lnTo>
                  <a:pt x="47" y="272"/>
                </a:lnTo>
                <a:lnTo>
                  <a:pt x="48" y="271"/>
                </a:lnTo>
                <a:lnTo>
                  <a:pt x="49" y="270"/>
                </a:lnTo>
                <a:lnTo>
                  <a:pt x="50" y="270"/>
                </a:lnTo>
                <a:lnTo>
                  <a:pt x="51" y="269"/>
                </a:lnTo>
                <a:lnTo>
                  <a:pt x="51" y="268"/>
                </a:lnTo>
                <a:lnTo>
                  <a:pt x="52" y="268"/>
                </a:lnTo>
                <a:lnTo>
                  <a:pt x="52" y="267"/>
                </a:lnTo>
                <a:lnTo>
                  <a:pt x="53" y="267"/>
                </a:lnTo>
                <a:lnTo>
                  <a:pt x="53" y="266"/>
                </a:lnTo>
                <a:lnTo>
                  <a:pt x="54" y="266"/>
                </a:lnTo>
                <a:lnTo>
                  <a:pt x="55" y="265"/>
                </a:lnTo>
                <a:lnTo>
                  <a:pt x="57" y="264"/>
                </a:lnTo>
                <a:lnTo>
                  <a:pt x="57" y="265"/>
                </a:lnTo>
                <a:lnTo>
                  <a:pt x="58" y="265"/>
                </a:lnTo>
                <a:lnTo>
                  <a:pt x="58" y="264"/>
                </a:lnTo>
                <a:lnTo>
                  <a:pt x="59" y="263"/>
                </a:lnTo>
                <a:lnTo>
                  <a:pt x="60" y="264"/>
                </a:lnTo>
                <a:lnTo>
                  <a:pt x="61" y="264"/>
                </a:lnTo>
                <a:lnTo>
                  <a:pt x="61" y="263"/>
                </a:lnTo>
                <a:lnTo>
                  <a:pt x="60" y="262"/>
                </a:lnTo>
                <a:lnTo>
                  <a:pt x="60" y="261"/>
                </a:lnTo>
                <a:lnTo>
                  <a:pt x="60" y="260"/>
                </a:lnTo>
                <a:lnTo>
                  <a:pt x="61" y="260"/>
                </a:lnTo>
                <a:lnTo>
                  <a:pt x="61" y="259"/>
                </a:lnTo>
                <a:lnTo>
                  <a:pt x="62" y="258"/>
                </a:lnTo>
                <a:lnTo>
                  <a:pt x="62" y="256"/>
                </a:lnTo>
                <a:lnTo>
                  <a:pt x="62" y="255"/>
                </a:lnTo>
                <a:lnTo>
                  <a:pt x="61" y="255"/>
                </a:lnTo>
                <a:lnTo>
                  <a:pt x="61" y="254"/>
                </a:lnTo>
                <a:lnTo>
                  <a:pt x="61" y="253"/>
                </a:lnTo>
                <a:lnTo>
                  <a:pt x="61" y="252"/>
                </a:lnTo>
                <a:lnTo>
                  <a:pt x="61" y="251"/>
                </a:lnTo>
                <a:lnTo>
                  <a:pt x="60" y="250"/>
                </a:lnTo>
                <a:lnTo>
                  <a:pt x="59" y="250"/>
                </a:lnTo>
                <a:lnTo>
                  <a:pt x="59" y="249"/>
                </a:lnTo>
                <a:lnTo>
                  <a:pt x="58" y="249"/>
                </a:lnTo>
                <a:lnTo>
                  <a:pt x="57" y="248"/>
                </a:lnTo>
                <a:lnTo>
                  <a:pt x="57" y="247"/>
                </a:lnTo>
                <a:lnTo>
                  <a:pt x="56" y="247"/>
                </a:lnTo>
                <a:lnTo>
                  <a:pt x="55" y="247"/>
                </a:lnTo>
                <a:lnTo>
                  <a:pt x="54" y="247"/>
                </a:lnTo>
                <a:lnTo>
                  <a:pt x="53" y="247"/>
                </a:lnTo>
                <a:lnTo>
                  <a:pt x="52" y="246"/>
                </a:lnTo>
                <a:lnTo>
                  <a:pt x="53" y="246"/>
                </a:lnTo>
                <a:lnTo>
                  <a:pt x="53" y="245"/>
                </a:lnTo>
                <a:lnTo>
                  <a:pt x="52" y="244"/>
                </a:lnTo>
                <a:lnTo>
                  <a:pt x="51" y="242"/>
                </a:lnTo>
                <a:lnTo>
                  <a:pt x="50" y="242"/>
                </a:lnTo>
                <a:lnTo>
                  <a:pt x="49" y="242"/>
                </a:lnTo>
                <a:lnTo>
                  <a:pt x="49" y="241"/>
                </a:lnTo>
                <a:lnTo>
                  <a:pt x="49" y="240"/>
                </a:lnTo>
                <a:lnTo>
                  <a:pt x="50" y="239"/>
                </a:lnTo>
                <a:lnTo>
                  <a:pt x="49" y="239"/>
                </a:lnTo>
                <a:lnTo>
                  <a:pt x="50" y="239"/>
                </a:lnTo>
                <a:lnTo>
                  <a:pt x="50" y="238"/>
                </a:lnTo>
                <a:lnTo>
                  <a:pt x="50" y="237"/>
                </a:lnTo>
                <a:lnTo>
                  <a:pt x="50" y="236"/>
                </a:lnTo>
                <a:lnTo>
                  <a:pt x="50" y="235"/>
                </a:lnTo>
                <a:lnTo>
                  <a:pt x="51" y="235"/>
                </a:lnTo>
                <a:lnTo>
                  <a:pt x="50" y="234"/>
                </a:lnTo>
                <a:lnTo>
                  <a:pt x="49" y="234"/>
                </a:lnTo>
                <a:lnTo>
                  <a:pt x="48" y="233"/>
                </a:lnTo>
                <a:lnTo>
                  <a:pt x="49" y="233"/>
                </a:lnTo>
                <a:lnTo>
                  <a:pt x="50" y="233"/>
                </a:lnTo>
                <a:lnTo>
                  <a:pt x="50" y="232"/>
                </a:lnTo>
                <a:lnTo>
                  <a:pt x="49" y="232"/>
                </a:lnTo>
                <a:lnTo>
                  <a:pt x="48" y="232"/>
                </a:lnTo>
                <a:lnTo>
                  <a:pt x="48" y="231"/>
                </a:lnTo>
                <a:lnTo>
                  <a:pt x="48" y="230"/>
                </a:lnTo>
                <a:lnTo>
                  <a:pt x="48" y="229"/>
                </a:lnTo>
                <a:lnTo>
                  <a:pt x="47" y="228"/>
                </a:lnTo>
                <a:lnTo>
                  <a:pt x="48" y="227"/>
                </a:lnTo>
                <a:lnTo>
                  <a:pt x="47" y="225"/>
                </a:lnTo>
                <a:lnTo>
                  <a:pt x="46" y="223"/>
                </a:lnTo>
                <a:lnTo>
                  <a:pt x="47" y="222"/>
                </a:lnTo>
                <a:lnTo>
                  <a:pt x="48" y="222"/>
                </a:lnTo>
                <a:lnTo>
                  <a:pt x="48" y="220"/>
                </a:lnTo>
                <a:lnTo>
                  <a:pt x="48" y="219"/>
                </a:lnTo>
                <a:lnTo>
                  <a:pt x="49" y="219"/>
                </a:lnTo>
                <a:lnTo>
                  <a:pt x="50" y="218"/>
                </a:lnTo>
                <a:lnTo>
                  <a:pt x="51" y="218"/>
                </a:lnTo>
                <a:lnTo>
                  <a:pt x="52" y="218"/>
                </a:lnTo>
                <a:lnTo>
                  <a:pt x="52" y="217"/>
                </a:lnTo>
                <a:lnTo>
                  <a:pt x="53" y="216"/>
                </a:lnTo>
                <a:lnTo>
                  <a:pt x="53" y="215"/>
                </a:lnTo>
                <a:lnTo>
                  <a:pt x="53" y="214"/>
                </a:lnTo>
                <a:lnTo>
                  <a:pt x="52" y="214"/>
                </a:lnTo>
                <a:lnTo>
                  <a:pt x="52" y="213"/>
                </a:lnTo>
                <a:lnTo>
                  <a:pt x="51" y="213"/>
                </a:lnTo>
                <a:lnTo>
                  <a:pt x="50" y="213"/>
                </a:lnTo>
                <a:lnTo>
                  <a:pt x="50" y="212"/>
                </a:lnTo>
                <a:lnTo>
                  <a:pt x="49" y="212"/>
                </a:lnTo>
                <a:lnTo>
                  <a:pt x="49" y="213"/>
                </a:lnTo>
                <a:lnTo>
                  <a:pt x="49" y="214"/>
                </a:lnTo>
                <a:lnTo>
                  <a:pt x="48" y="214"/>
                </a:lnTo>
                <a:lnTo>
                  <a:pt x="48" y="215"/>
                </a:lnTo>
                <a:lnTo>
                  <a:pt x="47" y="215"/>
                </a:lnTo>
                <a:lnTo>
                  <a:pt x="47" y="216"/>
                </a:lnTo>
                <a:lnTo>
                  <a:pt x="46" y="216"/>
                </a:lnTo>
                <a:lnTo>
                  <a:pt x="46" y="215"/>
                </a:lnTo>
                <a:lnTo>
                  <a:pt x="46" y="214"/>
                </a:lnTo>
                <a:lnTo>
                  <a:pt x="46" y="213"/>
                </a:lnTo>
                <a:lnTo>
                  <a:pt x="47" y="212"/>
                </a:lnTo>
                <a:lnTo>
                  <a:pt x="46" y="212"/>
                </a:lnTo>
                <a:lnTo>
                  <a:pt x="46" y="211"/>
                </a:lnTo>
                <a:lnTo>
                  <a:pt x="47" y="211"/>
                </a:lnTo>
                <a:lnTo>
                  <a:pt x="47" y="210"/>
                </a:lnTo>
                <a:lnTo>
                  <a:pt x="47" y="209"/>
                </a:lnTo>
                <a:lnTo>
                  <a:pt x="47" y="208"/>
                </a:lnTo>
                <a:lnTo>
                  <a:pt x="48" y="208"/>
                </a:lnTo>
                <a:lnTo>
                  <a:pt x="49" y="207"/>
                </a:lnTo>
                <a:lnTo>
                  <a:pt x="49" y="206"/>
                </a:lnTo>
                <a:lnTo>
                  <a:pt x="49" y="205"/>
                </a:lnTo>
                <a:lnTo>
                  <a:pt x="50" y="205"/>
                </a:lnTo>
                <a:lnTo>
                  <a:pt x="50" y="204"/>
                </a:lnTo>
                <a:lnTo>
                  <a:pt x="50" y="203"/>
                </a:lnTo>
                <a:lnTo>
                  <a:pt x="49" y="203"/>
                </a:lnTo>
                <a:lnTo>
                  <a:pt x="50" y="202"/>
                </a:lnTo>
                <a:lnTo>
                  <a:pt x="50" y="201"/>
                </a:lnTo>
                <a:lnTo>
                  <a:pt x="50" y="200"/>
                </a:lnTo>
                <a:lnTo>
                  <a:pt x="50" y="199"/>
                </a:lnTo>
                <a:lnTo>
                  <a:pt x="50" y="197"/>
                </a:lnTo>
                <a:lnTo>
                  <a:pt x="52" y="196"/>
                </a:lnTo>
                <a:lnTo>
                  <a:pt x="52" y="195"/>
                </a:lnTo>
                <a:lnTo>
                  <a:pt x="51" y="195"/>
                </a:lnTo>
                <a:lnTo>
                  <a:pt x="52" y="195"/>
                </a:lnTo>
                <a:lnTo>
                  <a:pt x="52" y="194"/>
                </a:lnTo>
                <a:lnTo>
                  <a:pt x="53" y="194"/>
                </a:lnTo>
                <a:lnTo>
                  <a:pt x="53" y="193"/>
                </a:lnTo>
                <a:lnTo>
                  <a:pt x="52" y="193"/>
                </a:lnTo>
                <a:lnTo>
                  <a:pt x="53" y="192"/>
                </a:lnTo>
                <a:lnTo>
                  <a:pt x="54" y="192"/>
                </a:lnTo>
                <a:lnTo>
                  <a:pt x="54" y="191"/>
                </a:lnTo>
                <a:lnTo>
                  <a:pt x="55" y="191"/>
                </a:lnTo>
                <a:lnTo>
                  <a:pt x="54" y="191"/>
                </a:lnTo>
                <a:lnTo>
                  <a:pt x="53" y="190"/>
                </a:lnTo>
                <a:lnTo>
                  <a:pt x="52" y="190"/>
                </a:lnTo>
                <a:lnTo>
                  <a:pt x="52" y="191"/>
                </a:lnTo>
                <a:lnTo>
                  <a:pt x="51" y="192"/>
                </a:lnTo>
                <a:lnTo>
                  <a:pt x="51" y="191"/>
                </a:lnTo>
                <a:lnTo>
                  <a:pt x="51" y="190"/>
                </a:lnTo>
                <a:lnTo>
                  <a:pt x="52" y="190"/>
                </a:lnTo>
                <a:lnTo>
                  <a:pt x="51" y="189"/>
                </a:lnTo>
                <a:lnTo>
                  <a:pt x="50" y="189"/>
                </a:lnTo>
                <a:lnTo>
                  <a:pt x="49" y="189"/>
                </a:lnTo>
                <a:lnTo>
                  <a:pt x="49" y="190"/>
                </a:lnTo>
                <a:lnTo>
                  <a:pt x="48" y="190"/>
                </a:lnTo>
                <a:lnTo>
                  <a:pt x="47" y="191"/>
                </a:lnTo>
                <a:lnTo>
                  <a:pt x="46" y="190"/>
                </a:lnTo>
                <a:lnTo>
                  <a:pt x="46" y="189"/>
                </a:lnTo>
                <a:lnTo>
                  <a:pt x="46" y="188"/>
                </a:lnTo>
                <a:lnTo>
                  <a:pt x="45" y="188"/>
                </a:lnTo>
                <a:lnTo>
                  <a:pt x="45" y="187"/>
                </a:lnTo>
                <a:lnTo>
                  <a:pt x="44" y="187"/>
                </a:lnTo>
                <a:lnTo>
                  <a:pt x="44" y="186"/>
                </a:lnTo>
                <a:lnTo>
                  <a:pt x="44" y="185"/>
                </a:lnTo>
                <a:lnTo>
                  <a:pt x="43" y="185"/>
                </a:lnTo>
                <a:lnTo>
                  <a:pt x="43" y="184"/>
                </a:lnTo>
                <a:lnTo>
                  <a:pt x="44" y="184"/>
                </a:lnTo>
                <a:lnTo>
                  <a:pt x="44" y="183"/>
                </a:lnTo>
                <a:lnTo>
                  <a:pt x="45" y="182"/>
                </a:lnTo>
                <a:lnTo>
                  <a:pt x="45" y="181"/>
                </a:lnTo>
                <a:lnTo>
                  <a:pt x="45" y="180"/>
                </a:lnTo>
                <a:lnTo>
                  <a:pt x="44" y="180"/>
                </a:lnTo>
                <a:lnTo>
                  <a:pt x="44" y="179"/>
                </a:lnTo>
                <a:lnTo>
                  <a:pt x="43" y="179"/>
                </a:lnTo>
                <a:lnTo>
                  <a:pt x="43" y="178"/>
                </a:lnTo>
                <a:lnTo>
                  <a:pt x="43" y="177"/>
                </a:lnTo>
                <a:lnTo>
                  <a:pt x="43" y="175"/>
                </a:lnTo>
                <a:lnTo>
                  <a:pt x="42" y="174"/>
                </a:lnTo>
                <a:lnTo>
                  <a:pt x="43" y="173"/>
                </a:lnTo>
                <a:lnTo>
                  <a:pt x="43" y="172"/>
                </a:lnTo>
                <a:lnTo>
                  <a:pt x="43" y="171"/>
                </a:lnTo>
                <a:lnTo>
                  <a:pt x="43" y="169"/>
                </a:lnTo>
                <a:lnTo>
                  <a:pt x="44" y="169"/>
                </a:lnTo>
                <a:lnTo>
                  <a:pt x="44" y="168"/>
                </a:lnTo>
                <a:lnTo>
                  <a:pt x="44" y="167"/>
                </a:lnTo>
                <a:lnTo>
                  <a:pt x="44" y="166"/>
                </a:lnTo>
                <a:lnTo>
                  <a:pt x="44" y="165"/>
                </a:lnTo>
                <a:lnTo>
                  <a:pt x="44" y="164"/>
                </a:lnTo>
                <a:lnTo>
                  <a:pt x="44" y="163"/>
                </a:lnTo>
                <a:lnTo>
                  <a:pt x="45" y="163"/>
                </a:lnTo>
                <a:lnTo>
                  <a:pt x="45" y="162"/>
                </a:lnTo>
                <a:lnTo>
                  <a:pt x="46" y="162"/>
                </a:lnTo>
                <a:lnTo>
                  <a:pt x="46" y="161"/>
                </a:lnTo>
                <a:lnTo>
                  <a:pt x="46" y="160"/>
                </a:lnTo>
                <a:lnTo>
                  <a:pt x="46" y="159"/>
                </a:lnTo>
                <a:lnTo>
                  <a:pt x="47" y="159"/>
                </a:lnTo>
                <a:lnTo>
                  <a:pt x="48" y="159"/>
                </a:lnTo>
                <a:lnTo>
                  <a:pt x="48" y="158"/>
                </a:lnTo>
                <a:lnTo>
                  <a:pt x="47" y="158"/>
                </a:lnTo>
                <a:lnTo>
                  <a:pt x="47" y="157"/>
                </a:lnTo>
                <a:lnTo>
                  <a:pt x="46" y="157"/>
                </a:lnTo>
                <a:lnTo>
                  <a:pt x="47" y="157"/>
                </a:lnTo>
                <a:lnTo>
                  <a:pt x="47" y="156"/>
                </a:lnTo>
                <a:lnTo>
                  <a:pt x="47" y="155"/>
                </a:lnTo>
                <a:lnTo>
                  <a:pt x="46" y="155"/>
                </a:lnTo>
                <a:lnTo>
                  <a:pt x="46" y="154"/>
                </a:lnTo>
                <a:lnTo>
                  <a:pt x="45" y="154"/>
                </a:lnTo>
                <a:lnTo>
                  <a:pt x="45" y="155"/>
                </a:lnTo>
                <a:lnTo>
                  <a:pt x="44" y="156"/>
                </a:lnTo>
                <a:lnTo>
                  <a:pt x="43" y="156"/>
                </a:lnTo>
                <a:lnTo>
                  <a:pt x="43" y="157"/>
                </a:lnTo>
                <a:lnTo>
                  <a:pt x="42" y="157"/>
                </a:lnTo>
                <a:lnTo>
                  <a:pt x="41" y="156"/>
                </a:lnTo>
                <a:lnTo>
                  <a:pt x="41" y="155"/>
                </a:lnTo>
                <a:lnTo>
                  <a:pt x="40" y="155"/>
                </a:lnTo>
                <a:lnTo>
                  <a:pt x="40" y="156"/>
                </a:lnTo>
                <a:lnTo>
                  <a:pt x="39" y="156"/>
                </a:lnTo>
                <a:lnTo>
                  <a:pt x="38" y="157"/>
                </a:lnTo>
                <a:lnTo>
                  <a:pt x="37" y="157"/>
                </a:lnTo>
                <a:lnTo>
                  <a:pt x="36" y="157"/>
                </a:lnTo>
                <a:lnTo>
                  <a:pt x="36" y="156"/>
                </a:lnTo>
                <a:lnTo>
                  <a:pt x="35" y="155"/>
                </a:lnTo>
                <a:lnTo>
                  <a:pt x="36" y="155"/>
                </a:lnTo>
                <a:lnTo>
                  <a:pt x="36" y="154"/>
                </a:lnTo>
                <a:lnTo>
                  <a:pt x="37" y="154"/>
                </a:lnTo>
                <a:lnTo>
                  <a:pt x="37" y="153"/>
                </a:lnTo>
                <a:lnTo>
                  <a:pt x="38" y="153"/>
                </a:lnTo>
                <a:lnTo>
                  <a:pt x="39" y="153"/>
                </a:lnTo>
                <a:lnTo>
                  <a:pt x="39" y="152"/>
                </a:lnTo>
                <a:lnTo>
                  <a:pt x="40" y="152"/>
                </a:lnTo>
                <a:lnTo>
                  <a:pt x="41" y="152"/>
                </a:lnTo>
                <a:lnTo>
                  <a:pt x="41" y="151"/>
                </a:lnTo>
                <a:lnTo>
                  <a:pt x="42" y="151"/>
                </a:lnTo>
                <a:lnTo>
                  <a:pt x="43" y="151"/>
                </a:lnTo>
                <a:lnTo>
                  <a:pt x="43" y="150"/>
                </a:lnTo>
                <a:lnTo>
                  <a:pt x="44" y="150"/>
                </a:lnTo>
                <a:lnTo>
                  <a:pt x="43" y="149"/>
                </a:lnTo>
                <a:lnTo>
                  <a:pt x="42" y="149"/>
                </a:lnTo>
                <a:lnTo>
                  <a:pt x="42" y="148"/>
                </a:lnTo>
                <a:lnTo>
                  <a:pt x="43" y="147"/>
                </a:lnTo>
                <a:lnTo>
                  <a:pt x="44" y="147"/>
                </a:lnTo>
                <a:lnTo>
                  <a:pt x="44" y="146"/>
                </a:lnTo>
                <a:lnTo>
                  <a:pt x="45" y="146"/>
                </a:lnTo>
                <a:lnTo>
                  <a:pt x="45" y="145"/>
                </a:lnTo>
                <a:lnTo>
                  <a:pt x="46" y="145"/>
                </a:lnTo>
                <a:lnTo>
                  <a:pt x="45" y="145"/>
                </a:lnTo>
                <a:lnTo>
                  <a:pt x="45" y="144"/>
                </a:lnTo>
                <a:lnTo>
                  <a:pt x="46" y="144"/>
                </a:lnTo>
                <a:lnTo>
                  <a:pt x="46" y="143"/>
                </a:lnTo>
                <a:lnTo>
                  <a:pt x="46" y="142"/>
                </a:lnTo>
                <a:lnTo>
                  <a:pt x="44" y="142"/>
                </a:lnTo>
                <a:lnTo>
                  <a:pt x="44" y="141"/>
                </a:lnTo>
                <a:lnTo>
                  <a:pt x="43" y="141"/>
                </a:lnTo>
                <a:lnTo>
                  <a:pt x="42" y="140"/>
                </a:lnTo>
                <a:lnTo>
                  <a:pt x="43" y="140"/>
                </a:lnTo>
                <a:lnTo>
                  <a:pt x="43" y="139"/>
                </a:lnTo>
                <a:lnTo>
                  <a:pt x="42" y="139"/>
                </a:lnTo>
                <a:lnTo>
                  <a:pt x="41" y="139"/>
                </a:lnTo>
                <a:lnTo>
                  <a:pt x="41" y="138"/>
                </a:lnTo>
                <a:lnTo>
                  <a:pt x="41" y="137"/>
                </a:lnTo>
                <a:lnTo>
                  <a:pt x="41" y="136"/>
                </a:lnTo>
                <a:lnTo>
                  <a:pt x="41" y="135"/>
                </a:lnTo>
                <a:lnTo>
                  <a:pt x="41" y="134"/>
                </a:lnTo>
                <a:lnTo>
                  <a:pt x="41" y="133"/>
                </a:lnTo>
                <a:lnTo>
                  <a:pt x="41" y="131"/>
                </a:lnTo>
                <a:lnTo>
                  <a:pt x="40" y="130"/>
                </a:lnTo>
                <a:lnTo>
                  <a:pt x="40" y="129"/>
                </a:lnTo>
                <a:lnTo>
                  <a:pt x="40" y="128"/>
                </a:lnTo>
                <a:lnTo>
                  <a:pt x="41" y="128"/>
                </a:lnTo>
                <a:lnTo>
                  <a:pt x="41" y="127"/>
                </a:lnTo>
                <a:lnTo>
                  <a:pt x="42" y="127"/>
                </a:lnTo>
                <a:lnTo>
                  <a:pt x="42" y="126"/>
                </a:lnTo>
                <a:lnTo>
                  <a:pt x="42" y="124"/>
                </a:lnTo>
                <a:lnTo>
                  <a:pt x="42" y="123"/>
                </a:lnTo>
                <a:lnTo>
                  <a:pt x="43" y="121"/>
                </a:lnTo>
                <a:lnTo>
                  <a:pt x="43" y="120"/>
                </a:lnTo>
                <a:lnTo>
                  <a:pt x="44" y="120"/>
                </a:lnTo>
                <a:lnTo>
                  <a:pt x="44" y="119"/>
                </a:lnTo>
                <a:lnTo>
                  <a:pt x="45" y="119"/>
                </a:lnTo>
                <a:lnTo>
                  <a:pt x="45" y="118"/>
                </a:lnTo>
                <a:lnTo>
                  <a:pt x="46" y="118"/>
                </a:lnTo>
                <a:lnTo>
                  <a:pt x="46" y="117"/>
                </a:lnTo>
                <a:lnTo>
                  <a:pt x="45" y="117"/>
                </a:lnTo>
                <a:lnTo>
                  <a:pt x="46" y="115"/>
                </a:lnTo>
                <a:lnTo>
                  <a:pt x="46" y="114"/>
                </a:lnTo>
                <a:lnTo>
                  <a:pt x="47" y="114"/>
                </a:lnTo>
                <a:lnTo>
                  <a:pt x="47" y="113"/>
                </a:lnTo>
                <a:lnTo>
                  <a:pt x="48" y="113"/>
                </a:lnTo>
                <a:lnTo>
                  <a:pt x="48" y="112"/>
                </a:lnTo>
                <a:lnTo>
                  <a:pt x="48" y="111"/>
                </a:lnTo>
                <a:lnTo>
                  <a:pt x="47" y="111"/>
                </a:lnTo>
                <a:lnTo>
                  <a:pt x="47" y="110"/>
                </a:lnTo>
                <a:lnTo>
                  <a:pt x="46" y="109"/>
                </a:lnTo>
                <a:lnTo>
                  <a:pt x="45" y="109"/>
                </a:lnTo>
                <a:lnTo>
                  <a:pt x="44" y="109"/>
                </a:lnTo>
                <a:lnTo>
                  <a:pt x="44" y="108"/>
                </a:lnTo>
                <a:lnTo>
                  <a:pt x="43" y="108"/>
                </a:lnTo>
                <a:lnTo>
                  <a:pt x="42" y="107"/>
                </a:lnTo>
                <a:lnTo>
                  <a:pt x="42" y="108"/>
                </a:lnTo>
                <a:lnTo>
                  <a:pt x="41" y="108"/>
                </a:lnTo>
                <a:lnTo>
                  <a:pt x="40" y="108"/>
                </a:lnTo>
                <a:lnTo>
                  <a:pt x="40" y="107"/>
                </a:lnTo>
                <a:lnTo>
                  <a:pt x="40" y="106"/>
                </a:lnTo>
                <a:lnTo>
                  <a:pt x="39" y="105"/>
                </a:lnTo>
                <a:lnTo>
                  <a:pt x="40" y="105"/>
                </a:lnTo>
                <a:lnTo>
                  <a:pt x="41" y="105"/>
                </a:lnTo>
                <a:lnTo>
                  <a:pt x="42" y="105"/>
                </a:lnTo>
                <a:lnTo>
                  <a:pt x="42" y="104"/>
                </a:lnTo>
                <a:lnTo>
                  <a:pt x="43" y="104"/>
                </a:lnTo>
                <a:lnTo>
                  <a:pt x="44" y="104"/>
                </a:lnTo>
                <a:lnTo>
                  <a:pt x="44" y="103"/>
                </a:lnTo>
                <a:lnTo>
                  <a:pt x="44" y="102"/>
                </a:lnTo>
                <a:lnTo>
                  <a:pt x="43" y="102"/>
                </a:lnTo>
                <a:lnTo>
                  <a:pt x="43" y="101"/>
                </a:lnTo>
                <a:lnTo>
                  <a:pt x="43" y="99"/>
                </a:lnTo>
                <a:lnTo>
                  <a:pt x="43" y="98"/>
                </a:lnTo>
                <a:lnTo>
                  <a:pt x="44" y="98"/>
                </a:lnTo>
                <a:lnTo>
                  <a:pt x="44" y="97"/>
                </a:lnTo>
                <a:lnTo>
                  <a:pt x="44" y="96"/>
                </a:lnTo>
                <a:lnTo>
                  <a:pt x="44" y="95"/>
                </a:lnTo>
                <a:lnTo>
                  <a:pt x="44" y="94"/>
                </a:lnTo>
                <a:lnTo>
                  <a:pt x="43" y="94"/>
                </a:lnTo>
                <a:lnTo>
                  <a:pt x="43" y="93"/>
                </a:lnTo>
                <a:lnTo>
                  <a:pt x="43" y="92"/>
                </a:lnTo>
                <a:lnTo>
                  <a:pt x="44" y="92"/>
                </a:lnTo>
                <a:lnTo>
                  <a:pt x="45" y="92"/>
                </a:lnTo>
                <a:lnTo>
                  <a:pt x="45" y="91"/>
                </a:lnTo>
                <a:lnTo>
                  <a:pt x="45" y="90"/>
                </a:lnTo>
                <a:lnTo>
                  <a:pt x="46" y="90"/>
                </a:lnTo>
                <a:lnTo>
                  <a:pt x="47" y="90"/>
                </a:lnTo>
                <a:lnTo>
                  <a:pt x="48" y="90"/>
                </a:lnTo>
                <a:lnTo>
                  <a:pt x="48" y="89"/>
                </a:lnTo>
                <a:lnTo>
                  <a:pt x="49" y="89"/>
                </a:lnTo>
                <a:lnTo>
                  <a:pt x="49" y="88"/>
                </a:lnTo>
                <a:lnTo>
                  <a:pt x="50" y="88"/>
                </a:lnTo>
                <a:lnTo>
                  <a:pt x="50" y="87"/>
                </a:lnTo>
                <a:lnTo>
                  <a:pt x="51" y="87"/>
                </a:lnTo>
                <a:lnTo>
                  <a:pt x="51" y="86"/>
                </a:lnTo>
                <a:lnTo>
                  <a:pt x="51" y="85"/>
                </a:lnTo>
                <a:lnTo>
                  <a:pt x="51" y="84"/>
                </a:lnTo>
                <a:lnTo>
                  <a:pt x="50" y="84"/>
                </a:lnTo>
                <a:lnTo>
                  <a:pt x="50" y="83"/>
                </a:lnTo>
                <a:lnTo>
                  <a:pt x="50" y="82"/>
                </a:lnTo>
                <a:lnTo>
                  <a:pt x="49" y="82"/>
                </a:lnTo>
                <a:lnTo>
                  <a:pt x="49" y="81"/>
                </a:lnTo>
                <a:lnTo>
                  <a:pt x="50" y="81"/>
                </a:lnTo>
                <a:lnTo>
                  <a:pt x="50" y="80"/>
                </a:lnTo>
                <a:lnTo>
                  <a:pt x="50" y="79"/>
                </a:lnTo>
                <a:lnTo>
                  <a:pt x="50" y="78"/>
                </a:lnTo>
                <a:lnTo>
                  <a:pt x="50" y="77"/>
                </a:lnTo>
                <a:lnTo>
                  <a:pt x="51" y="77"/>
                </a:lnTo>
                <a:lnTo>
                  <a:pt x="52" y="77"/>
                </a:lnTo>
                <a:lnTo>
                  <a:pt x="52" y="76"/>
                </a:lnTo>
                <a:lnTo>
                  <a:pt x="53" y="76"/>
                </a:lnTo>
                <a:lnTo>
                  <a:pt x="53" y="77"/>
                </a:lnTo>
                <a:lnTo>
                  <a:pt x="54" y="77"/>
                </a:lnTo>
                <a:lnTo>
                  <a:pt x="55" y="77"/>
                </a:lnTo>
                <a:lnTo>
                  <a:pt x="54" y="77"/>
                </a:lnTo>
                <a:lnTo>
                  <a:pt x="54" y="76"/>
                </a:lnTo>
                <a:lnTo>
                  <a:pt x="54" y="75"/>
                </a:lnTo>
                <a:lnTo>
                  <a:pt x="53" y="75"/>
                </a:lnTo>
                <a:lnTo>
                  <a:pt x="53" y="74"/>
                </a:lnTo>
                <a:lnTo>
                  <a:pt x="53" y="73"/>
                </a:lnTo>
                <a:lnTo>
                  <a:pt x="52" y="73"/>
                </a:lnTo>
                <a:lnTo>
                  <a:pt x="53" y="73"/>
                </a:lnTo>
                <a:lnTo>
                  <a:pt x="53" y="72"/>
                </a:lnTo>
                <a:lnTo>
                  <a:pt x="54" y="71"/>
                </a:lnTo>
                <a:lnTo>
                  <a:pt x="55" y="71"/>
                </a:lnTo>
                <a:lnTo>
                  <a:pt x="56" y="71"/>
                </a:lnTo>
                <a:lnTo>
                  <a:pt x="56" y="70"/>
                </a:lnTo>
                <a:lnTo>
                  <a:pt x="55" y="70"/>
                </a:lnTo>
                <a:lnTo>
                  <a:pt x="56" y="70"/>
                </a:lnTo>
                <a:lnTo>
                  <a:pt x="56" y="69"/>
                </a:lnTo>
                <a:lnTo>
                  <a:pt x="57" y="69"/>
                </a:lnTo>
                <a:lnTo>
                  <a:pt x="57" y="70"/>
                </a:lnTo>
                <a:lnTo>
                  <a:pt x="57" y="69"/>
                </a:lnTo>
                <a:lnTo>
                  <a:pt x="56" y="68"/>
                </a:lnTo>
                <a:lnTo>
                  <a:pt x="56" y="67"/>
                </a:lnTo>
                <a:lnTo>
                  <a:pt x="56" y="66"/>
                </a:lnTo>
                <a:lnTo>
                  <a:pt x="56" y="65"/>
                </a:lnTo>
                <a:lnTo>
                  <a:pt x="57" y="65"/>
                </a:lnTo>
                <a:lnTo>
                  <a:pt x="58" y="65"/>
                </a:lnTo>
                <a:lnTo>
                  <a:pt x="59" y="65"/>
                </a:lnTo>
                <a:lnTo>
                  <a:pt x="59" y="64"/>
                </a:lnTo>
                <a:lnTo>
                  <a:pt x="58" y="64"/>
                </a:lnTo>
                <a:lnTo>
                  <a:pt x="58" y="62"/>
                </a:lnTo>
                <a:lnTo>
                  <a:pt x="58" y="61"/>
                </a:lnTo>
                <a:lnTo>
                  <a:pt x="59" y="61"/>
                </a:lnTo>
                <a:lnTo>
                  <a:pt x="59" y="62"/>
                </a:lnTo>
                <a:lnTo>
                  <a:pt x="60" y="62"/>
                </a:lnTo>
                <a:lnTo>
                  <a:pt x="60" y="63"/>
                </a:lnTo>
                <a:lnTo>
                  <a:pt x="61" y="63"/>
                </a:lnTo>
                <a:lnTo>
                  <a:pt x="61" y="62"/>
                </a:lnTo>
                <a:lnTo>
                  <a:pt x="61" y="61"/>
                </a:lnTo>
                <a:lnTo>
                  <a:pt x="60" y="61"/>
                </a:lnTo>
                <a:lnTo>
                  <a:pt x="61" y="61"/>
                </a:lnTo>
                <a:lnTo>
                  <a:pt x="61" y="60"/>
                </a:lnTo>
                <a:lnTo>
                  <a:pt x="61" y="59"/>
                </a:lnTo>
                <a:lnTo>
                  <a:pt x="61" y="58"/>
                </a:lnTo>
                <a:lnTo>
                  <a:pt x="62" y="58"/>
                </a:lnTo>
                <a:lnTo>
                  <a:pt x="62" y="59"/>
                </a:lnTo>
                <a:lnTo>
                  <a:pt x="63" y="59"/>
                </a:lnTo>
                <a:lnTo>
                  <a:pt x="63" y="58"/>
                </a:lnTo>
                <a:lnTo>
                  <a:pt x="64" y="58"/>
                </a:lnTo>
                <a:lnTo>
                  <a:pt x="63" y="58"/>
                </a:lnTo>
                <a:lnTo>
                  <a:pt x="64" y="57"/>
                </a:lnTo>
                <a:lnTo>
                  <a:pt x="64" y="56"/>
                </a:lnTo>
                <a:lnTo>
                  <a:pt x="65" y="56"/>
                </a:lnTo>
                <a:lnTo>
                  <a:pt x="65" y="55"/>
                </a:lnTo>
                <a:lnTo>
                  <a:pt x="64" y="55"/>
                </a:lnTo>
                <a:lnTo>
                  <a:pt x="64" y="54"/>
                </a:lnTo>
                <a:lnTo>
                  <a:pt x="65" y="54"/>
                </a:lnTo>
                <a:lnTo>
                  <a:pt x="66" y="54"/>
                </a:lnTo>
                <a:lnTo>
                  <a:pt x="66" y="53"/>
                </a:lnTo>
                <a:lnTo>
                  <a:pt x="66" y="52"/>
                </a:lnTo>
                <a:lnTo>
                  <a:pt x="65" y="52"/>
                </a:lnTo>
                <a:lnTo>
                  <a:pt x="66" y="52"/>
                </a:lnTo>
                <a:lnTo>
                  <a:pt x="66" y="51"/>
                </a:lnTo>
                <a:lnTo>
                  <a:pt x="66" y="52"/>
                </a:lnTo>
                <a:lnTo>
                  <a:pt x="67" y="52"/>
                </a:lnTo>
                <a:lnTo>
                  <a:pt x="67" y="51"/>
                </a:lnTo>
                <a:lnTo>
                  <a:pt x="67" y="52"/>
                </a:lnTo>
                <a:lnTo>
                  <a:pt x="67" y="53"/>
                </a:lnTo>
                <a:lnTo>
                  <a:pt x="68" y="53"/>
                </a:lnTo>
                <a:lnTo>
                  <a:pt x="69" y="53"/>
                </a:lnTo>
                <a:lnTo>
                  <a:pt x="69" y="52"/>
                </a:lnTo>
                <a:lnTo>
                  <a:pt x="69" y="53"/>
                </a:lnTo>
                <a:lnTo>
                  <a:pt x="70" y="53"/>
                </a:lnTo>
                <a:lnTo>
                  <a:pt x="70" y="52"/>
                </a:lnTo>
                <a:lnTo>
                  <a:pt x="71" y="52"/>
                </a:lnTo>
                <a:lnTo>
                  <a:pt x="71" y="51"/>
                </a:lnTo>
                <a:lnTo>
                  <a:pt x="72" y="51"/>
                </a:lnTo>
                <a:lnTo>
                  <a:pt x="73" y="51"/>
                </a:lnTo>
                <a:lnTo>
                  <a:pt x="74" y="51"/>
                </a:lnTo>
                <a:lnTo>
                  <a:pt x="75" y="51"/>
                </a:lnTo>
                <a:lnTo>
                  <a:pt x="76" y="51"/>
                </a:lnTo>
                <a:lnTo>
                  <a:pt x="77" y="52"/>
                </a:lnTo>
                <a:lnTo>
                  <a:pt x="78" y="52"/>
                </a:lnTo>
                <a:lnTo>
                  <a:pt x="78" y="53"/>
                </a:lnTo>
                <a:lnTo>
                  <a:pt x="78" y="54"/>
                </a:lnTo>
                <a:lnTo>
                  <a:pt x="79" y="54"/>
                </a:lnTo>
                <a:lnTo>
                  <a:pt x="80" y="54"/>
                </a:lnTo>
                <a:lnTo>
                  <a:pt x="80" y="53"/>
                </a:lnTo>
                <a:lnTo>
                  <a:pt x="80" y="54"/>
                </a:lnTo>
                <a:lnTo>
                  <a:pt x="81" y="54"/>
                </a:lnTo>
                <a:lnTo>
                  <a:pt x="81" y="53"/>
                </a:lnTo>
                <a:lnTo>
                  <a:pt x="82" y="53"/>
                </a:lnTo>
                <a:lnTo>
                  <a:pt x="83" y="53"/>
                </a:lnTo>
                <a:lnTo>
                  <a:pt x="84" y="53"/>
                </a:lnTo>
                <a:lnTo>
                  <a:pt x="84" y="52"/>
                </a:lnTo>
                <a:lnTo>
                  <a:pt x="83" y="52"/>
                </a:lnTo>
                <a:lnTo>
                  <a:pt x="83" y="51"/>
                </a:lnTo>
                <a:lnTo>
                  <a:pt x="82" y="51"/>
                </a:lnTo>
                <a:lnTo>
                  <a:pt x="82" y="50"/>
                </a:lnTo>
                <a:lnTo>
                  <a:pt x="83" y="50"/>
                </a:lnTo>
                <a:lnTo>
                  <a:pt x="83" y="49"/>
                </a:lnTo>
                <a:lnTo>
                  <a:pt x="84" y="49"/>
                </a:lnTo>
                <a:lnTo>
                  <a:pt x="84" y="48"/>
                </a:lnTo>
                <a:lnTo>
                  <a:pt x="84" y="47"/>
                </a:lnTo>
                <a:lnTo>
                  <a:pt x="83" y="47"/>
                </a:lnTo>
                <a:lnTo>
                  <a:pt x="84" y="47"/>
                </a:lnTo>
                <a:lnTo>
                  <a:pt x="84" y="46"/>
                </a:lnTo>
                <a:lnTo>
                  <a:pt x="85" y="46"/>
                </a:lnTo>
                <a:lnTo>
                  <a:pt x="86" y="46"/>
                </a:lnTo>
                <a:lnTo>
                  <a:pt x="87" y="45"/>
                </a:lnTo>
                <a:lnTo>
                  <a:pt x="88" y="45"/>
                </a:lnTo>
                <a:lnTo>
                  <a:pt x="88" y="44"/>
                </a:lnTo>
                <a:lnTo>
                  <a:pt x="88" y="43"/>
                </a:lnTo>
                <a:lnTo>
                  <a:pt x="87" y="43"/>
                </a:lnTo>
                <a:lnTo>
                  <a:pt x="88" y="43"/>
                </a:lnTo>
                <a:lnTo>
                  <a:pt x="88" y="42"/>
                </a:lnTo>
                <a:lnTo>
                  <a:pt x="89" y="42"/>
                </a:lnTo>
                <a:lnTo>
                  <a:pt x="89" y="41"/>
                </a:lnTo>
                <a:lnTo>
                  <a:pt x="88" y="41"/>
                </a:lnTo>
                <a:lnTo>
                  <a:pt x="88" y="40"/>
                </a:lnTo>
                <a:lnTo>
                  <a:pt x="87" y="40"/>
                </a:lnTo>
                <a:lnTo>
                  <a:pt x="88" y="39"/>
                </a:lnTo>
                <a:lnTo>
                  <a:pt x="89" y="39"/>
                </a:lnTo>
                <a:lnTo>
                  <a:pt x="89" y="38"/>
                </a:lnTo>
                <a:lnTo>
                  <a:pt x="90" y="38"/>
                </a:lnTo>
                <a:lnTo>
                  <a:pt x="90" y="37"/>
                </a:lnTo>
                <a:lnTo>
                  <a:pt x="91" y="37"/>
                </a:lnTo>
                <a:lnTo>
                  <a:pt x="92" y="37"/>
                </a:lnTo>
                <a:lnTo>
                  <a:pt x="93" y="37"/>
                </a:lnTo>
                <a:lnTo>
                  <a:pt x="93" y="36"/>
                </a:lnTo>
                <a:lnTo>
                  <a:pt x="93" y="37"/>
                </a:lnTo>
                <a:lnTo>
                  <a:pt x="94" y="37"/>
                </a:lnTo>
                <a:lnTo>
                  <a:pt x="94" y="36"/>
                </a:lnTo>
                <a:lnTo>
                  <a:pt x="95" y="36"/>
                </a:lnTo>
                <a:lnTo>
                  <a:pt x="95" y="37"/>
                </a:lnTo>
                <a:lnTo>
                  <a:pt x="96" y="37"/>
                </a:lnTo>
                <a:lnTo>
                  <a:pt x="97" y="36"/>
                </a:lnTo>
                <a:lnTo>
                  <a:pt x="98" y="36"/>
                </a:lnTo>
                <a:lnTo>
                  <a:pt x="99" y="36"/>
                </a:lnTo>
                <a:lnTo>
                  <a:pt x="99" y="37"/>
                </a:lnTo>
                <a:lnTo>
                  <a:pt x="100" y="37"/>
                </a:lnTo>
                <a:lnTo>
                  <a:pt x="101" y="37"/>
                </a:lnTo>
                <a:lnTo>
                  <a:pt x="102" y="37"/>
                </a:lnTo>
                <a:lnTo>
                  <a:pt x="102" y="36"/>
                </a:lnTo>
                <a:lnTo>
                  <a:pt x="103" y="36"/>
                </a:lnTo>
                <a:lnTo>
                  <a:pt x="104" y="36"/>
                </a:lnTo>
                <a:lnTo>
                  <a:pt x="105" y="36"/>
                </a:lnTo>
                <a:lnTo>
                  <a:pt x="106" y="36"/>
                </a:lnTo>
                <a:lnTo>
                  <a:pt x="107" y="36"/>
                </a:lnTo>
                <a:lnTo>
                  <a:pt x="107" y="37"/>
                </a:lnTo>
                <a:lnTo>
                  <a:pt x="108" y="37"/>
                </a:lnTo>
                <a:lnTo>
                  <a:pt x="109" y="37"/>
                </a:lnTo>
                <a:lnTo>
                  <a:pt x="109" y="36"/>
                </a:lnTo>
                <a:lnTo>
                  <a:pt x="110" y="36"/>
                </a:lnTo>
                <a:lnTo>
                  <a:pt x="111" y="36"/>
                </a:lnTo>
                <a:lnTo>
                  <a:pt x="112" y="36"/>
                </a:lnTo>
                <a:lnTo>
                  <a:pt x="113" y="36"/>
                </a:lnTo>
                <a:lnTo>
                  <a:pt x="114" y="35"/>
                </a:lnTo>
                <a:lnTo>
                  <a:pt x="115" y="35"/>
                </a:lnTo>
                <a:lnTo>
                  <a:pt x="116" y="35"/>
                </a:lnTo>
                <a:lnTo>
                  <a:pt x="116" y="34"/>
                </a:lnTo>
                <a:lnTo>
                  <a:pt x="116" y="35"/>
                </a:lnTo>
                <a:lnTo>
                  <a:pt x="118" y="35"/>
                </a:lnTo>
                <a:lnTo>
                  <a:pt x="118" y="34"/>
                </a:lnTo>
                <a:lnTo>
                  <a:pt x="118" y="35"/>
                </a:lnTo>
                <a:lnTo>
                  <a:pt x="119" y="35"/>
                </a:lnTo>
                <a:lnTo>
                  <a:pt x="120" y="35"/>
                </a:lnTo>
                <a:lnTo>
                  <a:pt x="121" y="35"/>
                </a:lnTo>
                <a:lnTo>
                  <a:pt x="121" y="36"/>
                </a:lnTo>
                <a:lnTo>
                  <a:pt x="122" y="36"/>
                </a:lnTo>
                <a:lnTo>
                  <a:pt x="123" y="36"/>
                </a:lnTo>
                <a:lnTo>
                  <a:pt x="123" y="37"/>
                </a:lnTo>
                <a:lnTo>
                  <a:pt x="124" y="38"/>
                </a:lnTo>
                <a:lnTo>
                  <a:pt x="124" y="39"/>
                </a:lnTo>
                <a:lnTo>
                  <a:pt x="125" y="38"/>
                </a:lnTo>
                <a:lnTo>
                  <a:pt x="126" y="38"/>
                </a:lnTo>
                <a:lnTo>
                  <a:pt x="126" y="37"/>
                </a:lnTo>
                <a:lnTo>
                  <a:pt x="127" y="38"/>
                </a:lnTo>
                <a:lnTo>
                  <a:pt x="128" y="38"/>
                </a:lnTo>
                <a:lnTo>
                  <a:pt x="128" y="39"/>
                </a:lnTo>
                <a:lnTo>
                  <a:pt x="129" y="39"/>
                </a:lnTo>
                <a:lnTo>
                  <a:pt x="129" y="40"/>
                </a:lnTo>
                <a:lnTo>
                  <a:pt x="130" y="40"/>
                </a:lnTo>
                <a:lnTo>
                  <a:pt x="131" y="40"/>
                </a:lnTo>
                <a:lnTo>
                  <a:pt x="132" y="41"/>
                </a:lnTo>
                <a:lnTo>
                  <a:pt x="132" y="42"/>
                </a:lnTo>
                <a:lnTo>
                  <a:pt x="133" y="42"/>
                </a:lnTo>
                <a:lnTo>
                  <a:pt x="134" y="42"/>
                </a:lnTo>
                <a:lnTo>
                  <a:pt x="134" y="43"/>
                </a:lnTo>
                <a:lnTo>
                  <a:pt x="135" y="43"/>
                </a:lnTo>
                <a:lnTo>
                  <a:pt x="135" y="44"/>
                </a:lnTo>
                <a:lnTo>
                  <a:pt x="135" y="45"/>
                </a:lnTo>
                <a:lnTo>
                  <a:pt x="136" y="45"/>
                </a:lnTo>
                <a:lnTo>
                  <a:pt x="135" y="45"/>
                </a:lnTo>
                <a:lnTo>
                  <a:pt x="135" y="46"/>
                </a:lnTo>
                <a:lnTo>
                  <a:pt x="136" y="47"/>
                </a:lnTo>
                <a:lnTo>
                  <a:pt x="136" y="48"/>
                </a:lnTo>
                <a:lnTo>
                  <a:pt x="137" y="48"/>
                </a:lnTo>
                <a:lnTo>
                  <a:pt x="137" y="47"/>
                </a:lnTo>
                <a:lnTo>
                  <a:pt x="138" y="47"/>
                </a:lnTo>
                <a:lnTo>
                  <a:pt x="139" y="47"/>
                </a:lnTo>
                <a:lnTo>
                  <a:pt x="140" y="47"/>
                </a:lnTo>
                <a:lnTo>
                  <a:pt x="140" y="48"/>
                </a:lnTo>
                <a:lnTo>
                  <a:pt x="141" y="48"/>
                </a:lnTo>
                <a:lnTo>
                  <a:pt x="141" y="49"/>
                </a:lnTo>
                <a:lnTo>
                  <a:pt x="141" y="50"/>
                </a:lnTo>
                <a:lnTo>
                  <a:pt x="142" y="50"/>
                </a:lnTo>
                <a:lnTo>
                  <a:pt x="142" y="51"/>
                </a:lnTo>
                <a:lnTo>
                  <a:pt x="143" y="51"/>
                </a:lnTo>
                <a:lnTo>
                  <a:pt x="143" y="50"/>
                </a:lnTo>
                <a:lnTo>
                  <a:pt x="144" y="50"/>
                </a:lnTo>
                <a:lnTo>
                  <a:pt x="144" y="49"/>
                </a:lnTo>
                <a:lnTo>
                  <a:pt x="145" y="49"/>
                </a:lnTo>
                <a:lnTo>
                  <a:pt x="146" y="49"/>
                </a:lnTo>
                <a:lnTo>
                  <a:pt x="146" y="48"/>
                </a:lnTo>
                <a:lnTo>
                  <a:pt x="147" y="48"/>
                </a:lnTo>
                <a:lnTo>
                  <a:pt x="149" y="48"/>
                </a:lnTo>
                <a:lnTo>
                  <a:pt x="149" y="47"/>
                </a:lnTo>
                <a:lnTo>
                  <a:pt x="150" y="47"/>
                </a:lnTo>
                <a:lnTo>
                  <a:pt x="150" y="46"/>
                </a:lnTo>
                <a:lnTo>
                  <a:pt x="150" y="45"/>
                </a:lnTo>
                <a:lnTo>
                  <a:pt x="150" y="44"/>
                </a:lnTo>
                <a:lnTo>
                  <a:pt x="151" y="44"/>
                </a:lnTo>
                <a:lnTo>
                  <a:pt x="151" y="43"/>
                </a:lnTo>
                <a:lnTo>
                  <a:pt x="151" y="42"/>
                </a:lnTo>
                <a:lnTo>
                  <a:pt x="151" y="43"/>
                </a:lnTo>
                <a:lnTo>
                  <a:pt x="152" y="43"/>
                </a:lnTo>
                <a:lnTo>
                  <a:pt x="153" y="43"/>
                </a:lnTo>
                <a:lnTo>
                  <a:pt x="153" y="44"/>
                </a:lnTo>
                <a:lnTo>
                  <a:pt x="154" y="44"/>
                </a:lnTo>
                <a:lnTo>
                  <a:pt x="154" y="45"/>
                </a:lnTo>
                <a:lnTo>
                  <a:pt x="155" y="45"/>
                </a:lnTo>
                <a:lnTo>
                  <a:pt x="155" y="44"/>
                </a:lnTo>
                <a:lnTo>
                  <a:pt x="156" y="44"/>
                </a:lnTo>
                <a:lnTo>
                  <a:pt x="155" y="44"/>
                </a:lnTo>
                <a:lnTo>
                  <a:pt x="156" y="44"/>
                </a:lnTo>
                <a:lnTo>
                  <a:pt x="156" y="45"/>
                </a:lnTo>
                <a:lnTo>
                  <a:pt x="157" y="44"/>
                </a:lnTo>
                <a:lnTo>
                  <a:pt x="158" y="44"/>
                </a:lnTo>
                <a:lnTo>
                  <a:pt x="158" y="43"/>
                </a:lnTo>
                <a:lnTo>
                  <a:pt x="159" y="43"/>
                </a:lnTo>
                <a:lnTo>
                  <a:pt x="160" y="43"/>
                </a:lnTo>
                <a:lnTo>
                  <a:pt x="160" y="42"/>
                </a:lnTo>
                <a:lnTo>
                  <a:pt x="161" y="42"/>
                </a:lnTo>
                <a:lnTo>
                  <a:pt x="161" y="41"/>
                </a:lnTo>
                <a:lnTo>
                  <a:pt x="162" y="41"/>
                </a:lnTo>
                <a:lnTo>
                  <a:pt x="162" y="40"/>
                </a:lnTo>
                <a:lnTo>
                  <a:pt x="163" y="40"/>
                </a:lnTo>
                <a:lnTo>
                  <a:pt x="162" y="40"/>
                </a:lnTo>
                <a:lnTo>
                  <a:pt x="163" y="40"/>
                </a:lnTo>
                <a:lnTo>
                  <a:pt x="164" y="40"/>
                </a:lnTo>
                <a:lnTo>
                  <a:pt x="164" y="39"/>
                </a:lnTo>
                <a:lnTo>
                  <a:pt x="165" y="39"/>
                </a:lnTo>
                <a:lnTo>
                  <a:pt x="165" y="38"/>
                </a:lnTo>
                <a:lnTo>
                  <a:pt x="166" y="38"/>
                </a:lnTo>
                <a:lnTo>
                  <a:pt x="167" y="37"/>
                </a:lnTo>
                <a:lnTo>
                  <a:pt x="167" y="36"/>
                </a:lnTo>
                <a:lnTo>
                  <a:pt x="167" y="35"/>
                </a:lnTo>
                <a:lnTo>
                  <a:pt x="166" y="35"/>
                </a:lnTo>
                <a:lnTo>
                  <a:pt x="166" y="34"/>
                </a:lnTo>
                <a:lnTo>
                  <a:pt x="166" y="33"/>
                </a:lnTo>
                <a:lnTo>
                  <a:pt x="166" y="32"/>
                </a:lnTo>
                <a:lnTo>
                  <a:pt x="165" y="32"/>
                </a:lnTo>
                <a:lnTo>
                  <a:pt x="165" y="31"/>
                </a:lnTo>
                <a:lnTo>
                  <a:pt x="165" y="30"/>
                </a:lnTo>
                <a:lnTo>
                  <a:pt x="164" y="30"/>
                </a:lnTo>
                <a:lnTo>
                  <a:pt x="163" y="30"/>
                </a:lnTo>
                <a:lnTo>
                  <a:pt x="162" y="30"/>
                </a:lnTo>
                <a:lnTo>
                  <a:pt x="161" y="29"/>
                </a:lnTo>
                <a:lnTo>
                  <a:pt x="160" y="29"/>
                </a:lnTo>
                <a:lnTo>
                  <a:pt x="159" y="29"/>
                </a:lnTo>
                <a:lnTo>
                  <a:pt x="159" y="27"/>
                </a:lnTo>
                <a:lnTo>
                  <a:pt x="158" y="27"/>
                </a:lnTo>
                <a:lnTo>
                  <a:pt x="158" y="26"/>
                </a:lnTo>
                <a:lnTo>
                  <a:pt x="157" y="26"/>
                </a:lnTo>
                <a:lnTo>
                  <a:pt x="158" y="25"/>
                </a:lnTo>
                <a:lnTo>
                  <a:pt x="158" y="24"/>
                </a:lnTo>
                <a:lnTo>
                  <a:pt x="158" y="23"/>
                </a:lnTo>
                <a:lnTo>
                  <a:pt x="157" y="23"/>
                </a:lnTo>
                <a:lnTo>
                  <a:pt x="156" y="23"/>
                </a:lnTo>
                <a:lnTo>
                  <a:pt x="156" y="22"/>
                </a:lnTo>
                <a:lnTo>
                  <a:pt x="155" y="22"/>
                </a:lnTo>
                <a:lnTo>
                  <a:pt x="155" y="21"/>
                </a:lnTo>
                <a:lnTo>
                  <a:pt x="155" y="20"/>
                </a:lnTo>
                <a:lnTo>
                  <a:pt x="155" y="19"/>
                </a:lnTo>
                <a:lnTo>
                  <a:pt x="156" y="18"/>
                </a:lnTo>
                <a:lnTo>
                  <a:pt x="156" y="17"/>
                </a:lnTo>
                <a:lnTo>
                  <a:pt x="157" y="16"/>
                </a:lnTo>
                <a:lnTo>
                  <a:pt x="158" y="16"/>
                </a:lnTo>
                <a:lnTo>
                  <a:pt x="158" y="15"/>
                </a:lnTo>
                <a:lnTo>
                  <a:pt x="159" y="15"/>
                </a:lnTo>
                <a:lnTo>
                  <a:pt x="160" y="15"/>
                </a:lnTo>
                <a:lnTo>
                  <a:pt x="160" y="14"/>
                </a:lnTo>
                <a:lnTo>
                  <a:pt x="159" y="14"/>
                </a:lnTo>
                <a:lnTo>
                  <a:pt x="159" y="13"/>
                </a:lnTo>
                <a:lnTo>
                  <a:pt x="158" y="13"/>
                </a:lnTo>
                <a:lnTo>
                  <a:pt x="157" y="13"/>
                </a:lnTo>
                <a:lnTo>
                  <a:pt x="156" y="13"/>
                </a:lnTo>
                <a:lnTo>
                  <a:pt x="155" y="12"/>
                </a:lnTo>
                <a:lnTo>
                  <a:pt x="154" y="12"/>
                </a:lnTo>
                <a:lnTo>
                  <a:pt x="154" y="11"/>
                </a:lnTo>
                <a:lnTo>
                  <a:pt x="154" y="10"/>
                </a:lnTo>
                <a:lnTo>
                  <a:pt x="154" y="9"/>
                </a:lnTo>
                <a:lnTo>
                  <a:pt x="154" y="8"/>
                </a:lnTo>
                <a:lnTo>
                  <a:pt x="154" y="7"/>
                </a:lnTo>
                <a:lnTo>
                  <a:pt x="154" y="8"/>
                </a:lnTo>
                <a:lnTo>
                  <a:pt x="155" y="8"/>
                </a:lnTo>
                <a:lnTo>
                  <a:pt x="156" y="8"/>
                </a:lnTo>
                <a:lnTo>
                  <a:pt x="156" y="7"/>
                </a:lnTo>
                <a:lnTo>
                  <a:pt x="157" y="7"/>
                </a:lnTo>
                <a:lnTo>
                  <a:pt x="158" y="7"/>
                </a:lnTo>
                <a:lnTo>
                  <a:pt x="159" y="7"/>
                </a:lnTo>
                <a:lnTo>
                  <a:pt x="159" y="8"/>
                </a:lnTo>
                <a:lnTo>
                  <a:pt x="159" y="7"/>
                </a:lnTo>
                <a:lnTo>
                  <a:pt x="160" y="7"/>
                </a:lnTo>
                <a:lnTo>
                  <a:pt x="160" y="8"/>
                </a:lnTo>
                <a:lnTo>
                  <a:pt x="160" y="7"/>
                </a:lnTo>
                <a:lnTo>
                  <a:pt x="161" y="7"/>
                </a:lnTo>
                <a:lnTo>
                  <a:pt x="163" y="7"/>
                </a:lnTo>
                <a:lnTo>
                  <a:pt x="163" y="8"/>
                </a:lnTo>
                <a:lnTo>
                  <a:pt x="164" y="8"/>
                </a:lnTo>
                <a:lnTo>
                  <a:pt x="164" y="7"/>
                </a:lnTo>
                <a:lnTo>
                  <a:pt x="165" y="7"/>
                </a:lnTo>
                <a:lnTo>
                  <a:pt x="166" y="7"/>
                </a:lnTo>
                <a:lnTo>
                  <a:pt x="166" y="6"/>
                </a:lnTo>
                <a:lnTo>
                  <a:pt x="167" y="6"/>
                </a:lnTo>
                <a:lnTo>
                  <a:pt x="167" y="5"/>
                </a:lnTo>
                <a:lnTo>
                  <a:pt x="168" y="5"/>
                </a:lnTo>
                <a:lnTo>
                  <a:pt x="169" y="6"/>
                </a:lnTo>
                <a:lnTo>
                  <a:pt x="170" y="6"/>
                </a:lnTo>
                <a:lnTo>
                  <a:pt x="170" y="7"/>
                </a:lnTo>
                <a:lnTo>
                  <a:pt x="171" y="7"/>
                </a:lnTo>
                <a:lnTo>
                  <a:pt x="171" y="9"/>
                </a:lnTo>
                <a:lnTo>
                  <a:pt x="172" y="9"/>
                </a:lnTo>
                <a:lnTo>
                  <a:pt x="173" y="9"/>
                </a:lnTo>
                <a:lnTo>
                  <a:pt x="173" y="10"/>
                </a:lnTo>
                <a:lnTo>
                  <a:pt x="174" y="10"/>
                </a:lnTo>
                <a:lnTo>
                  <a:pt x="174" y="9"/>
                </a:lnTo>
                <a:lnTo>
                  <a:pt x="175" y="9"/>
                </a:lnTo>
                <a:lnTo>
                  <a:pt x="176" y="9"/>
                </a:lnTo>
                <a:lnTo>
                  <a:pt x="177" y="8"/>
                </a:lnTo>
                <a:lnTo>
                  <a:pt x="177" y="7"/>
                </a:lnTo>
                <a:lnTo>
                  <a:pt x="177" y="6"/>
                </a:lnTo>
                <a:lnTo>
                  <a:pt x="177" y="5"/>
                </a:lnTo>
                <a:lnTo>
                  <a:pt x="177" y="4"/>
                </a:lnTo>
                <a:lnTo>
                  <a:pt x="177" y="3"/>
                </a:lnTo>
                <a:lnTo>
                  <a:pt x="177" y="2"/>
                </a:lnTo>
                <a:lnTo>
                  <a:pt x="176" y="2"/>
                </a:lnTo>
                <a:lnTo>
                  <a:pt x="177" y="2"/>
                </a:lnTo>
                <a:lnTo>
                  <a:pt x="177" y="1"/>
                </a:lnTo>
                <a:lnTo>
                  <a:pt x="178" y="1"/>
                </a:lnTo>
                <a:lnTo>
                  <a:pt x="179" y="1"/>
                </a:lnTo>
                <a:lnTo>
                  <a:pt x="180" y="1"/>
                </a:lnTo>
                <a:lnTo>
                  <a:pt x="181" y="1"/>
                </a:lnTo>
                <a:lnTo>
                  <a:pt x="181" y="2"/>
                </a:lnTo>
                <a:lnTo>
                  <a:pt x="182" y="2"/>
                </a:lnTo>
                <a:lnTo>
                  <a:pt x="182" y="1"/>
                </a:lnTo>
                <a:lnTo>
                  <a:pt x="183" y="1"/>
                </a:lnTo>
                <a:lnTo>
                  <a:pt x="183" y="0"/>
                </a:lnTo>
                <a:lnTo>
                  <a:pt x="184" y="1"/>
                </a:lnTo>
                <a:lnTo>
                  <a:pt x="185" y="1"/>
                </a:lnTo>
                <a:lnTo>
                  <a:pt x="18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26" name=""/>
          <p:cNvSpPr/>
          <p:nvPr/>
        </p:nvSpPr>
        <p:spPr>
          <a:xfrm>
            <a:off x="4316760" y="224172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3" y="2"/>
                </a:moveTo>
                <a:lnTo>
                  <a:pt x="3" y="4"/>
                </a:lnTo>
                <a:lnTo>
                  <a:pt x="1" y="6"/>
                </a:lnTo>
                <a:lnTo>
                  <a:pt x="0" y="6"/>
                </a:lnTo>
                <a:lnTo>
                  <a:pt x="1" y="4"/>
                </a:lnTo>
                <a:lnTo>
                  <a:pt x="1" y="2"/>
                </a:lnTo>
                <a:lnTo>
                  <a:pt x="1" y="1"/>
                </a:lnTo>
                <a:lnTo>
                  <a:pt x="3" y="1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27" name=""/>
          <p:cNvSpPr/>
          <p:nvPr/>
        </p:nvSpPr>
        <p:spPr>
          <a:xfrm>
            <a:off x="4316400" y="2235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28" name=""/>
          <p:cNvSpPr/>
          <p:nvPr/>
        </p:nvSpPr>
        <p:spPr>
          <a:xfrm>
            <a:off x="4312080" y="223344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29" name=""/>
          <p:cNvSpPr/>
          <p:nvPr/>
        </p:nvSpPr>
        <p:spPr>
          <a:xfrm>
            <a:off x="4309920" y="223056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0" name=""/>
          <p:cNvSpPr/>
          <p:nvPr/>
        </p:nvSpPr>
        <p:spPr>
          <a:xfrm>
            <a:off x="4311720" y="22298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0"/>
                </a:moveTo>
                <a:lnTo>
                  <a:pt x="3" y="1"/>
                </a:ln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1" name=""/>
          <p:cNvSpPr/>
          <p:nvPr/>
        </p:nvSpPr>
        <p:spPr>
          <a:xfrm>
            <a:off x="4290120" y="22266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1"/>
                </a:moveTo>
                <a:lnTo>
                  <a:pt x="0" y="1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2" name=""/>
          <p:cNvSpPr/>
          <p:nvPr/>
        </p:nvSpPr>
        <p:spPr>
          <a:xfrm>
            <a:off x="4316400" y="2220840"/>
            <a:ext cx="3240" cy="3600"/>
          </a:xfrm>
          <a:custGeom>
            <a:avLst/>
            <a:gdLst/>
            <a:ahLst/>
            <a:rect l="0" t="0" r="r" b="b"/>
            <a:pathLst>
              <a:path w="9" h="10">
                <a:moveTo>
                  <a:pt x="4" y="0"/>
                </a:moveTo>
                <a:lnTo>
                  <a:pt x="6" y="0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9" y="4"/>
                </a:lnTo>
                <a:lnTo>
                  <a:pt x="9" y="5"/>
                </a:lnTo>
                <a:lnTo>
                  <a:pt x="8" y="5"/>
                </a:lnTo>
                <a:lnTo>
                  <a:pt x="8" y="6"/>
                </a:lnTo>
                <a:lnTo>
                  <a:pt x="8" y="7"/>
                </a:lnTo>
                <a:lnTo>
                  <a:pt x="7" y="7"/>
                </a:lnTo>
                <a:lnTo>
                  <a:pt x="8" y="7"/>
                </a:lnTo>
                <a:lnTo>
                  <a:pt x="7" y="7"/>
                </a:lnTo>
                <a:lnTo>
                  <a:pt x="7" y="8"/>
                </a:lnTo>
                <a:lnTo>
                  <a:pt x="7" y="7"/>
                </a:lnTo>
                <a:lnTo>
                  <a:pt x="6" y="8"/>
                </a:lnTo>
                <a:lnTo>
                  <a:pt x="6" y="9"/>
                </a:lnTo>
                <a:lnTo>
                  <a:pt x="6" y="10"/>
                </a:lnTo>
                <a:lnTo>
                  <a:pt x="6" y="9"/>
                </a:lnTo>
                <a:lnTo>
                  <a:pt x="6" y="10"/>
                </a:lnTo>
                <a:lnTo>
                  <a:pt x="4" y="10"/>
                </a:lnTo>
                <a:lnTo>
                  <a:pt x="3" y="10"/>
                </a:lnTo>
                <a:lnTo>
                  <a:pt x="3" y="9"/>
                </a:lnTo>
                <a:lnTo>
                  <a:pt x="2" y="9"/>
                </a:lnTo>
                <a:lnTo>
                  <a:pt x="2" y="10"/>
                </a:lnTo>
                <a:lnTo>
                  <a:pt x="2" y="9"/>
                </a:lnTo>
                <a:lnTo>
                  <a:pt x="1" y="9"/>
                </a:lnTo>
                <a:lnTo>
                  <a:pt x="1" y="8"/>
                </a:lnTo>
                <a:lnTo>
                  <a:pt x="2" y="8"/>
                </a:lnTo>
                <a:lnTo>
                  <a:pt x="1" y="7"/>
                </a:lnTo>
                <a:lnTo>
                  <a:pt x="1" y="8"/>
                </a:lnTo>
                <a:lnTo>
                  <a:pt x="1" y="7"/>
                </a:lnTo>
                <a:lnTo>
                  <a:pt x="0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3" y="4"/>
                </a:lnTo>
                <a:lnTo>
                  <a:pt x="3" y="2"/>
                </a:lnTo>
                <a:lnTo>
                  <a:pt x="3" y="1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3" name=""/>
          <p:cNvSpPr/>
          <p:nvPr/>
        </p:nvSpPr>
        <p:spPr>
          <a:xfrm>
            <a:off x="4314240" y="22219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4" name=""/>
          <p:cNvSpPr/>
          <p:nvPr/>
        </p:nvSpPr>
        <p:spPr>
          <a:xfrm>
            <a:off x="4305240" y="221976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5" y="3"/>
                </a:move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lnTo>
                  <a:pt x="5" y="2"/>
                </a:lnTo>
                <a:lnTo>
                  <a:pt x="5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5" name=""/>
          <p:cNvSpPr/>
          <p:nvPr/>
        </p:nvSpPr>
        <p:spPr>
          <a:xfrm>
            <a:off x="4306680" y="2215440"/>
            <a:ext cx="10080" cy="6840"/>
          </a:xfrm>
          <a:custGeom>
            <a:avLst/>
            <a:gdLst/>
            <a:ahLst/>
            <a:rect l="0" t="0" r="r" b="b"/>
            <a:pathLst>
              <a:path w="28" h="19">
                <a:moveTo>
                  <a:pt x="16" y="4"/>
                </a:move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9" y="5"/>
                </a:lnTo>
                <a:lnTo>
                  <a:pt x="19" y="4"/>
                </a:lnTo>
                <a:lnTo>
                  <a:pt x="20" y="4"/>
                </a:lnTo>
                <a:lnTo>
                  <a:pt x="20" y="5"/>
                </a:lnTo>
                <a:lnTo>
                  <a:pt x="21" y="5"/>
                </a:lnTo>
                <a:lnTo>
                  <a:pt x="22" y="4"/>
                </a:lnTo>
                <a:lnTo>
                  <a:pt x="22" y="3"/>
                </a:lnTo>
                <a:lnTo>
                  <a:pt x="23" y="3"/>
                </a:lnTo>
                <a:lnTo>
                  <a:pt x="24" y="3"/>
                </a:lnTo>
                <a:lnTo>
                  <a:pt x="25" y="2"/>
                </a:lnTo>
                <a:lnTo>
                  <a:pt x="26" y="2"/>
                </a:lnTo>
                <a:lnTo>
                  <a:pt x="26" y="3"/>
                </a:lnTo>
                <a:lnTo>
                  <a:pt x="27" y="3"/>
                </a:lnTo>
                <a:lnTo>
                  <a:pt x="28" y="3"/>
                </a:lnTo>
                <a:lnTo>
                  <a:pt x="28" y="4"/>
                </a:lnTo>
                <a:lnTo>
                  <a:pt x="28" y="5"/>
                </a:lnTo>
                <a:lnTo>
                  <a:pt x="28" y="6"/>
                </a:lnTo>
                <a:lnTo>
                  <a:pt x="28" y="7"/>
                </a:lnTo>
                <a:lnTo>
                  <a:pt x="27" y="8"/>
                </a:lnTo>
                <a:lnTo>
                  <a:pt x="27" y="10"/>
                </a:lnTo>
                <a:lnTo>
                  <a:pt x="27" y="11"/>
                </a:lnTo>
                <a:lnTo>
                  <a:pt x="26" y="12"/>
                </a:lnTo>
                <a:lnTo>
                  <a:pt x="26" y="13"/>
                </a:lnTo>
                <a:lnTo>
                  <a:pt x="26" y="14"/>
                </a:lnTo>
                <a:lnTo>
                  <a:pt x="26" y="15"/>
                </a:lnTo>
                <a:lnTo>
                  <a:pt x="26" y="16"/>
                </a:lnTo>
                <a:lnTo>
                  <a:pt x="26" y="18"/>
                </a:lnTo>
                <a:lnTo>
                  <a:pt x="26" y="19"/>
                </a:lnTo>
                <a:lnTo>
                  <a:pt x="25" y="19"/>
                </a:lnTo>
                <a:lnTo>
                  <a:pt x="24" y="19"/>
                </a:lnTo>
                <a:lnTo>
                  <a:pt x="24" y="18"/>
                </a:lnTo>
                <a:lnTo>
                  <a:pt x="24" y="17"/>
                </a:lnTo>
                <a:lnTo>
                  <a:pt x="24" y="16"/>
                </a:lnTo>
                <a:lnTo>
                  <a:pt x="24" y="15"/>
                </a:lnTo>
                <a:lnTo>
                  <a:pt x="23" y="15"/>
                </a:lnTo>
                <a:lnTo>
                  <a:pt x="22" y="14"/>
                </a:lnTo>
                <a:lnTo>
                  <a:pt x="22" y="13"/>
                </a:lnTo>
                <a:lnTo>
                  <a:pt x="21" y="12"/>
                </a:lnTo>
                <a:lnTo>
                  <a:pt x="21" y="11"/>
                </a:lnTo>
                <a:lnTo>
                  <a:pt x="20" y="11"/>
                </a:lnTo>
                <a:lnTo>
                  <a:pt x="19" y="11"/>
                </a:lnTo>
                <a:lnTo>
                  <a:pt x="18" y="11"/>
                </a:lnTo>
                <a:lnTo>
                  <a:pt x="18" y="12"/>
                </a:lnTo>
                <a:lnTo>
                  <a:pt x="17" y="11"/>
                </a:lnTo>
                <a:lnTo>
                  <a:pt x="16" y="11"/>
                </a:lnTo>
                <a:lnTo>
                  <a:pt x="15" y="11"/>
                </a:lnTo>
                <a:lnTo>
                  <a:pt x="14" y="11"/>
                </a:lnTo>
                <a:lnTo>
                  <a:pt x="13" y="12"/>
                </a:lnTo>
                <a:lnTo>
                  <a:pt x="12" y="12"/>
                </a:lnTo>
                <a:lnTo>
                  <a:pt x="12" y="11"/>
                </a:lnTo>
                <a:lnTo>
                  <a:pt x="11" y="11"/>
                </a:lnTo>
                <a:lnTo>
                  <a:pt x="9" y="11"/>
                </a:lnTo>
                <a:lnTo>
                  <a:pt x="9" y="12"/>
                </a:lnTo>
                <a:lnTo>
                  <a:pt x="8" y="12"/>
                </a:lnTo>
                <a:lnTo>
                  <a:pt x="7" y="12"/>
                </a:lnTo>
                <a:lnTo>
                  <a:pt x="7" y="13"/>
                </a:lnTo>
                <a:lnTo>
                  <a:pt x="6" y="13"/>
                </a:lnTo>
                <a:lnTo>
                  <a:pt x="5" y="14"/>
                </a:lnTo>
                <a:lnTo>
                  <a:pt x="4" y="14"/>
                </a:lnTo>
                <a:lnTo>
                  <a:pt x="3" y="14"/>
                </a:lnTo>
                <a:lnTo>
                  <a:pt x="2" y="15"/>
                </a:lnTo>
                <a:lnTo>
                  <a:pt x="1" y="15"/>
                </a:lnTo>
                <a:lnTo>
                  <a:pt x="0" y="15"/>
                </a:lnTo>
                <a:lnTo>
                  <a:pt x="0" y="14"/>
                </a:lnTo>
                <a:lnTo>
                  <a:pt x="1" y="14"/>
                </a:lnTo>
                <a:lnTo>
                  <a:pt x="1" y="15"/>
                </a:lnTo>
                <a:lnTo>
                  <a:pt x="1" y="14"/>
                </a:lnTo>
                <a:lnTo>
                  <a:pt x="1" y="13"/>
                </a:lnTo>
                <a:lnTo>
                  <a:pt x="2" y="12"/>
                </a:lnTo>
                <a:lnTo>
                  <a:pt x="2" y="11"/>
                </a:lnTo>
                <a:lnTo>
                  <a:pt x="3" y="11"/>
                </a:lnTo>
                <a:lnTo>
                  <a:pt x="3" y="10"/>
                </a:lnTo>
                <a:lnTo>
                  <a:pt x="3" y="8"/>
                </a:lnTo>
                <a:lnTo>
                  <a:pt x="4" y="7"/>
                </a:lnTo>
                <a:lnTo>
                  <a:pt x="5" y="7"/>
                </a:lnTo>
                <a:lnTo>
                  <a:pt x="6" y="7"/>
                </a:lnTo>
                <a:lnTo>
                  <a:pt x="7" y="7"/>
                </a:lnTo>
                <a:lnTo>
                  <a:pt x="6" y="6"/>
                </a:lnTo>
                <a:lnTo>
                  <a:pt x="6" y="5"/>
                </a:lnTo>
                <a:lnTo>
                  <a:pt x="7" y="5"/>
                </a:lnTo>
                <a:lnTo>
                  <a:pt x="7" y="4"/>
                </a:lnTo>
                <a:lnTo>
                  <a:pt x="6" y="4"/>
                </a:lnTo>
                <a:lnTo>
                  <a:pt x="6" y="3"/>
                </a:lnTo>
                <a:lnTo>
                  <a:pt x="5" y="3"/>
                </a:lnTo>
                <a:lnTo>
                  <a:pt x="6" y="3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9" y="2"/>
                </a:lnTo>
                <a:lnTo>
                  <a:pt x="11" y="2"/>
                </a:lnTo>
                <a:lnTo>
                  <a:pt x="12" y="3"/>
                </a:lnTo>
                <a:lnTo>
                  <a:pt x="12" y="2"/>
                </a:lnTo>
                <a:lnTo>
                  <a:pt x="13" y="1"/>
                </a:lnTo>
                <a:lnTo>
                  <a:pt x="14" y="1"/>
                </a:lnTo>
                <a:lnTo>
                  <a:pt x="14" y="0"/>
                </a:lnTo>
                <a:lnTo>
                  <a:pt x="15" y="1"/>
                </a:lnTo>
                <a:lnTo>
                  <a:pt x="16" y="1"/>
                </a:lnTo>
                <a:lnTo>
                  <a:pt x="16" y="2"/>
                </a:lnTo>
                <a:lnTo>
                  <a:pt x="1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6" name=""/>
          <p:cNvSpPr/>
          <p:nvPr/>
        </p:nvSpPr>
        <p:spPr>
          <a:xfrm>
            <a:off x="4312440" y="221616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0" y="0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7" name=""/>
          <p:cNvSpPr/>
          <p:nvPr/>
        </p:nvSpPr>
        <p:spPr>
          <a:xfrm>
            <a:off x="4311360" y="221472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3" y="4"/>
                </a:move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5" y="4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8" name=""/>
          <p:cNvSpPr/>
          <p:nvPr/>
        </p:nvSpPr>
        <p:spPr>
          <a:xfrm>
            <a:off x="4312440" y="2211120"/>
            <a:ext cx="6840" cy="5040"/>
          </a:xfrm>
          <a:custGeom>
            <a:avLst/>
            <a:gdLst/>
            <a:ahLst/>
            <a:rect l="0" t="0" r="r" b="b"/>
            <a:pathLst>
              <a:path w="19" h="14">
                <a:moveTo>
                  <a:pt x="8" y="3"/>
                </a:moveTo>
                <a:lnTo>
                  <a:pt x="7" y="3"/>
                </a:lnTo>
                <a:lnTo>
                  <a:pt x="7" y="4"/>
                </a:lnTo>
                <a:lnTo>
                  <a:pt x="8" y="3"/>
                </a:lnTo>
                <a:lnTo>
                  <a:pt x="9" y="3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1" y="1"/>
                </a:lnTo>
                <a:lnTo>
                  <a:pt x="12" y="1"/>
                </a:lnTo>
                <a:lnTo>
                  <a:pt x="14" y="1"/>
                </a:lnTo>
                <a:lnTo>
                  <a:pt x="14" y="2"/>
                </a:lnTo>
                <a:lnTo>
                  <a:pt x="16" y="2"/>
                </a:lnTo>
                <a:lnTo>
                  <a:pt x="17" y="2"/>
                </a:lnTo>
                <a:lnTo>
                  <a:pt x="18" y="1"/>
                </a:lnTo>
                <a:lnTo>
                  <a:pt x="19" y="1"/>
                </a:lnTo>
                <a:lnTo>
                  <a:pt x="18" y="1"/>
                </a:lnTo>
                <a:lnTo>
                  <a:pt x="19" y="2"/>
                </a:lnTo>
                <a:lnTo>
                  <a:pt x="18" y="3"/>
                </a:lnTo>
                <a:lnTo>
                  <a:pt x="17" y="5"/>
                </a:lnTo>
                <a:lnTo>
                  <a:pt x="17" y="6"/>
                </a:lnTo>
                <a:lnTo>
                  <a:pt x="16" y="6"/>
                </a:lnTo>
                <a:lnTo>
                  <a:pt x="16" y="7"/>
                </a:lnTo>
                <a:lnTo>
                  <a:pt x="16" y="8"/>
                </a:lnTo>
                <a:lnTo>
                  <a:pt x="14" y="10"/>
                </a:lnTo>
                <a:lnTo>
                  <a:pt x="14" y="11"/>
                </a:lnTo>
                <a:lnTo>
                  <a:pt x="14" y="12"/>
                </a:lnTo>
                <a:lnTo>
                  <a:pt x="13" y="13"/>
                </a:lnTo>
                <a:lnTo>
                  <a:pt x="13" y="14"/>
                </a:lnTo>
                <a:lnTo>
                  <a:pt x="12" y="13"/>
                </a:lnTo>
                <a:lnTo>
                  <a:pt x="11" y="14"/>
                </a:lnTo>
                <a:lnTo>
                  <a:pt x="10" y="14"/>
                </a:lnTo>
                <a:lnTo>
                  <a:pt x="9" y="13"/>
                </a:lnTo>
                <a:lnTo>
                  <a:pt x="10" y="13"/>
                </a:lnTo>
                <a:lnTo>
                  <a:pt x="10" y="12"/>
                </a:lnTo>
                <a:lnTo>
                  <a:pt x="10" y="11"/>
                </a:lnTo>
                <a:lnTo>
                  <a:pt x="9" y="11"/>
                </a:lnTo>
                <a:lnTo>
                  <a:pt x="8" y="11"/>
                </a:lnTo>
                <a:lnTo>
                  <a:pt x="8" y="10"/>
                </a:lnTo>
                <a:lnTo>
                  <a:pt x="8" y="8"/>
                </a:lnTo>
                <a:lnTo>
                  <a:pt x="8" y="7"/>
                </a:lnTo>
                <a:lnTo>
                  <a:pt x="8" y="6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6" y="6"/>
                </a:lnTo>
                <a:lnTo>
                  <a:pt x="6" y="7"/>
                </a:lnTo>
                <a:lnTo>
                  <a:pt x="5" y="7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4" y="6"/>
                </a:lnTo>
                <a:lnTo>
                  <a:pt x="3" y="6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3" y="3"/>
                </a:lnTo>
                <a:lnTo>
                  <a:pt x="4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8" y="2"/>
                </a:lnTo>
                <a:lnTo>
                  <a:pt x="8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9" name=""/>
          <p:cNvSpPr/>
          <p:nvPr/>
        </p:nvSpPr>
        <p:spPr>
          <a:xfrm>
            <a:off x="4312080" y="22129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4"/>
                </a:move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0" name=""/>
          <p:cNvSpPr/>
          <p:nvPr/>
        </p:nvSpPr>
        <p:spPr>
          <a:xfrm>
            <a:off x="4314960" y="2211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1" name=""/>
          <p:cNvSpPr/>
          <p:nvPr/>
        </p:nvSpPr>
        <p:spPr>
          <a:xfrm>
            <a:off x="4336920" y="22046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2" name=""/>
          <p:cNvSpPr/>
          <p:nvPr/>
        </p:nvSpPr>
        <p:spPr>
          <a:xfrm>
            <a:off x="4332240" y="2200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3" name=""/>
          <p:cNvSpPr/>
          <p:nvPr/>
        </p:nvSpPr>
        <p:spPr>
          <a:xfrm>
            <a:off x="4368960" y="21981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4"/>
                </a:move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5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4" name=""/>
          <p:cNvSpPr/>
          <p:nvPr/>
        </p:nvSpPr>
        <p:spPr>
          <a:xfrm>
            <a:off x="4367880" y="2196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5" name=""/>
          <p:cNvSpPr/>
          <p:nvPr/>
        </p:nvSpPr>
        <p:spPr>
          <a:xfrm>
            <a:off x="4357080" y="2194560"/>
            <a:ext cx="7560" cy="4320"/>
          </a:xfrm>
          <a:custGeom>
            <a:avLst/>
            <a:gdLst/>
            <a:ahLst/>
            <a:rect l="0" t="0" r="r" b="b"/>
            <a:pathLst>
              <a:path w="21" h="12">
                <a:moveTo>
                  <a:pt x="14" y="2"/>
                </a:moveTo>
                <a:lnTo>
                  <a:pt x="15" y="2"/>
                </a:lnTo>
                <a:lnTo>
                  <a:pt x="15" y="1"/>
                </a:lnTo>
                <a:lnTo>
                  <a:pt x="16" y="1"/>
                </a:lnTo>
                <a:lnTo>
                  <a:pt x="16" y="2"/>
                </a:lnTo>
                <a:lnTo>
                  <a:pt x="17" y="2"/>
                </a:lnTo>
                <a:lnTo>
                  <a:pt x="17" y="1"/>
                </a:lnTo>
                <a:lnTo>
                  <a:pt x="18" y="1"/>
                </a:lnTo>
                <a:lnTo>
                  <a:pt x="19" y="2"/>
                </a:lnTo>
                <a:lnTo>
                  <a:pt x="20" y="2"/>
                </a:lnTo>
                <a:lnTo>
                  <a:pt x="21" y="2"/>
                </a:lnTo>
                <a:lnTo>
                  <a:pt x="21" y="3"/>
                </a:lnTo>
                <a:lnTo>
                  <a:pt x="20" y="5"/>
                </a:lnTo>
                <a:lnTo>
                  <a:pt x="19" y="5"/>
                </a:lnTo>
                <a:lnTo>
                  <a:pt x="18" y="5"/>
                </a:lnTo>
                <a:lnTo>
                  <a:pt x="17" y="6"/>
                </a:lnTo>
                <a:lnTo>
                  <a:pt x="16" y="7"/>
                </a:lnTo>
                <a:lnTo>
                  <a:pt x="15" y="7"/>
                </a:lnTo>
                <a:lnTo>
                  <a:pt x="14" y="7"/>
                </a:lnTo>
                <a:lnTo>
                  <a:pt x="14" y="6"/>
                </a:lnTo>
                <a:lnTo>
                  <a:pt x="13" y="6"/>
                </a:lnTo>
                <a:lnTo>
                  <a:pt x="12" y="7"/>
                </a:lnTo>
                <a:lnTo>
                  <a:pt x="11" y="7"/>
                </a:lnTo>
                <a:lnTo>
                  <a:pt x="9" y="8"/>
                </a:lnTo>
                <a:lnTo>
                  <a:pt x="8" y="9"/>
                </a:lnTo>
                <a:lnTo>
                  <a:pt x="7" y="9"/>
                </a:lnTo>
                <a:lnTo>
                  <a:pt x="6" y="11"/>
                </a:lnTo>
                <a:lnTo>
                  <a:pt x="5" y="11"/>
                </a:lnTo>
                <a:lnTo>
                  <a:pt x="5" y="10"/>
                </a:lnTo>
                <a:lnTo>
                  <a:pt x="4" y="10"/>
                </a:lnTo>
                <a:lnTo>
                  <a:pt x="3" y="11"/>
                </a:lnTo>
                <a:lnTo>
                  <a:pt x="2" y="12"/>
                </a:lnTo>
                <a:lnTo>
                  <a:pt x="2" y="11"/>
                </a:lnTo>
                <a:lnTo>
                  <a:pt x="1" y="11"/>
                </a:lnTo>
                <a:lnTo>
                  <a:pt x="1" y="12"/>
                </a:lnTo>
                <a:lnTo>
                  <a:pt x="0" y="12"/>
                </a:lnTo>
                <a:lnTo>
                  <a:pt x="1" y="12"/>
                </a:lnTo>
                <a:lnTo>
                  <a:pt x="1" y="10"/>
                </a:lnTo>
                <a:lnTo>
                  <a:pt x="1" y="11"/>
                </a:lnTo>
                <a:lnTo>
                  <a:pt x="1" y="10"/>
                </a:lnTo>
                <a:lnTo>
                  <a:pt x="2" y="10"/>
                </a:lnTo>
                <a:lnTo>
                  <a:pt x="3" y="9"/>
                </a:lnTo>
                <a:lnTo>
                  <a:pt x="2" y="9"/>
                </a:lnTo>
                <a:lnTo>
                  <a:pt x="2" y="8"/>
                </a:lnTo>
                <a:lnTo>
                  <a:pt x="3" y="8"/>
                </a:lnTo>
                <a:lnTo>
                  <a:pt x="3" y="7"/>
                </a:lnTo>
                <a:lnTo>
                  <a:pt x="4" y="7"/>
                </a:lnTo>
                <a:lnTo>
                  <a:pt x="5" y="6"/>
                </a:lnTo>
                <a:lnTo>
                  <a:pt x="5" y="5"/>
                </a:lnTo>
                <a:lnTo>
                  <a:pt x="4" y="3"/>
                </a:lnTo>
                <a:lnTo>
                  <a:pt x="3" y="3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6" y="2"/>
                </a:lnTo>
                <a:lnTo>
                  <a:pt x="7" y="2"/>
                </a:lnTo>
                <a:lnTo>
                  <a:pt x="8" y="2"/>
                </a:lnTo>
                <a:lnTo>
                  <a:pt x="9" y="1"/>
                </a:lnTo>
                <a:lnTo>
                  <a:pt x="9" y="0"/>
                </a:lnTo>
                <a:lnTo>
                  <a:pt x="9" y="1"/>
                </a:lnTo>
                <a:lnTo>
                  <a:pt x="11" y="1"/>
                </a:lnTo>
                <a:lnTo>
                  <a:pt x="12" y="0"/>
                </a:lnTo>
                <a:lnTo>
                  <a:pt x="13" y="0"/>
                </a:lnTo>
                <a:lnTo>
                  <a:pt x="13" y="1"/>
                </a:lnTo>
                <a:lnTo>
                  <a:pt x="13" y="2"/>
                </a:lnTo>
                <a:lnTo>
                  <a:pt x="1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6" name=""/>
          <p:cNvSpPr/>
          <p:nvPr/>
        </p:nvSpPr>
        <p:spPr>
          <a:xfrm>
            <a:off x="4367160" y="21952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7" name=""/>
          <p:cNvSpPr/>
          <p:nvPr/>
        </p:nvSpPr>
        <p:spPr>
          <a:xfrm>
            <a:off x="4357800" y="219312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2" y="3"/>
                </a:lnTo>
                <a:lnTo>
                  <a:pt x="0" y="5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8" name=""/>
          <p:cNvSpPr/>
          <p:nvPr/>
        </p:nvSpPr>
        <p:spPr>
          <a:xfrm>
            <a:off x="4356720" y="219312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2" y="2"/>
                </a:moveTo>
                <a:lnTo>
                  <a:pt x="2" y="3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9" name=""/>
          <p:cNvSpPr/>
          <p:nvPr/>
        </p:nvSpPr>
        <p:spPr>
          <a:xfrm>
            <a:off x="4357440" y="2192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50" name=""/>
          <p:cNvSpPr/>
          <p:nvPr/>
        </p:nvSpPr>
        <p:spPr>
          <a:xfrm>
            <a:off x="4357440" y="21916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51" name=""/>
          <p:cNvSpPr/>
          <p:nvPr/>
        </p:nvSpPr>
        <p:spPr>
          <a:xfrm>
            <a:off x="4389120" y="21974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4"/>
                </a:moveTo>
                <a:lnTo>
                  <a:pt x="2" y="2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52" name=""/>
          <p:cNvSpPr/>
          <p:nvPr/>
        </p:nvSpPr>
        <p:spPr>
          <a:xfrm>
            <a:off x="4382280" y="21967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53" name=""/>
          <p:cNvSpPr/>
          <p:nvPr/>
        </p:nvSpPr>
        <p:spPr>
          <a:xfrm>
            <a:off x="4384440" y="21967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54" name=""/>
          <p:cNvSpPr/>
          <p:nvPr/>
        </p:nvSpPr>
        <p:spPr>
          <a:xfrm>
            <a:off x="4391280" y="21963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2"/>
                </a:move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55" name=""/>
          <p:cNvSpPr/>
          <p:nvPr/>
        </p:nvSpPr>
        <p:spPr>
          <a:xfrm>
            <a:off x="4384800" y="21963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56" name=""/>
          <p:cNvSpPr/>
          <p:nvPr/>
        </p:nvSpPr>
        <p:spPr>
          <a:xfrm>
            <a:off x="4380480" y="2192760"/>
            <a:ext cx="5040" cy="5040"/>
          </a:xfrm>
          <a:custGeom>
            <a:avLst/>
            <a:gdLst/>
            <a:ahLst/>
            <a:rect l="0" t="0" r="r" b="b"/>
            <a:pathLst>
              <a:path w="14" h="14">
                <a:moveTo>
                  <a:pt x="13" y="0"/>
                </a:moveTo>
                <a:lnTo>
                  <a:pt x="13" y="1"/>
                </a:lnTo>
                <a:lnTo>
                  <a:pt x="14" y="1"/>
                </a:lnTo>
                <a:lnTo>
                  <a:pt x="14" y="2"/>
                </a:lnTo>
                <a:lnTo>
                  <a:pt x="14" y="3"/>
                </a:lnTo>
                <a:lnTo>
                  <a:pt x="13" y="3"/>
                </a:lnTo>
                <a:lnTo>
                  <a:pt x="12" y="3"/>
                </a:lnTo>
                <a:lnTo>
                  <a:pt x="11" y="4"/>
                </a:lnTo>
                <a:lnTo>
                  <a:pt x="11" y="5"/>
                </a:lnTo>
                <a:lnTo>
                  <a:pt x="11" y="6"/>
                </a:lnTo>
                <a:lnTo>
                  <a:pt x="12" y="7"/>
                </a:lnTo>
                <a:lnTo>
                  <a:pt x="11" y="7"/>
                </a:lnTo>
                <a:lnTo>
                  <a:pt x="12" y="7"/>
                </a:lnTo>
                <a:lnTo>
                  <a:pt x="13" y="7"/>
                </a:lnTo>
                <a:lnTo>
                  <a:pt x="13" y="8"/>
                </a:lnTo>
                <a:lnTo>
                  <a:pt x="12" y="8"/>
                </a:lnTo>
                <a:lnTo>
                  <a:pt x="11" y="8"/>
                </a:lnTo>
                <a:lnTo>
                  <a:pt x="10" y="8"/>
                </a:lnTo>
                <a:lnTo>
                  <a:pt x="10" y="9"/>
                </a:lnTo>
                <a:lnTo>
                  <a:pt x="9" y="9"/>
                </a:lnTo>
                <a:lnTo>
                  <a:pt x="9" y="10"/>
                </a:lnTo>
                <a:lnTo>
                  <a:pt x="9" y="11"/>
                </a:lnTo>
                <a:lnTo>
                  <a:pt x="9" y="10"/>
                </a:lnTo>
                <a:lnTo>
                  <a:pt x="8" y="10"/>
                </a:lnTo>
                <a:lnTo>
                  <a:pt x="8" y="11"/>
                </a:lnTo>
                <a:lnTo>
                  <a:pt x="6" y="11"/>
                </a:lnTo>
                <a:lnTo>
                  <a:pt x="6" y="10"/>
                </a:lnTo>
                <a:lnTo>
                  <a:pt x="5" y="10"/>
                </a:lnTo>
                <a:lnTo>
                  <a:pt x="5" y="9"/>
                </a:lnTo>
                <a:lnTo>
                  <a:pt x="4" y="9"/>
                </a:lnTo>
                <a:lnTo>
                  <a:pt x="3" y="9"/>
                </a:lnTo>
                <a:lnTo>
                  <a:pt x="3" y="10"/>
                </a:lnTo>
                <a:lnTo>
                  <a:pt x="2" y="10"/>
                </a:lnTo>
                <a:lnTo>
                  <a:pt x="1" y="11"/>
                </a:lnTo>
                <a:lnTo>
                  <a:pt x="1" y="12"/>
                </a:lnTo>
                <a:lnTo>
                  <a:pt x="2" y="12"/>
                </a:lnTo>
                <a:lnTo>
                  <a:pt x="3" y="12"/>
                </a:lnTo>
                <a:lnTo>
                  <a:pt x="3" y="14"/>
                </a:lnTo>
                <a:lnTo>
                  <a:pt x="3" y="12"/>
                </a:lnTo>
                <a:lnTo>
                  <a:pt x="2" y="14"/>
                </a:lnTo>
                <a:lnTo>
                  <a:pt x="2" y="12"/>
                </a:lnTo>
                <a:lnTo>
                  <a:pt x="1" y="12"/>
                </a:lnTo>
                <a:lnTo>
                  <a:pt x="1" y="14"/>
                </a:lnTo>
                <a:lnTo>
                  <a:pt x="0" y="14"/>
                </a:lnTo>
                <a:lnTo>
                  <a:pt x="0" y="12"/>
                </a:lnTo>
                <a:lnTo>
                  <a:pt x="1" y="12"/>
                </a:lnTo>
                <a:lnTo>
                  <a:pt x="1" y="11"/>
                </a:lnTo>
                <a:lnTo>
                  <a:pt x="0" y="11"/>
                </a:lnTo>
                <a:lnTo>
                  <a:pt x="1" y="11"/>
                </a:lnTo>
                <a:lnTo>
                  <a:pt x="1" y="10"/>
                </a:lnTo>
                <a:lnTo>
                  <a:pt x="0" y="10"/>
                </a:lnTo>
                <a:lnTo>
                  <a:pt x="1" y="10"/>
                </a:lnTo>
                <a:lnTo>
                  <a:pt x="1" y="9"/>
                </a:lnTo>
                <a:lnTo>
                  <a:pt x="1" y="8"/>
                </a:lnTo>
                <a:lnTo>
                  <a:pt x="2" y="8"/>
                </a:lnTo>
                <a:lnTo>
                  <a:pt x="3" y="8"/>
                </a:lnTo>
                <a:lnTo>
                  <a:pt x="3" y="7"/>
                </a:lnTo>
                <a:lnTo>
                  <a:pt x="4" y="7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6" y="3"/>
                </a:lnTo>
                <a:lnTo>
                  <a:pt x="6" y="2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11" y="0"/>
                </a:lnTo>
                <a:lnTo>
                  <a:pt x="12" y="0"/>
                </a:lnTo>
                <a:lnTo>
                  <a:pt x="13" y="1"/>
                </a:lnTo>
                <a:lnTo>
                  <a:pt x="1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57" name=""/>
          <p:cNvSpPr/>
          <p:nvPr/>
        </p:nvSpPr>
        <p:spPr>
          <a:xfrm>
            <a:off x="4377600" y="219348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3" y="4"/>
                </a:move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58" name=""/>
          <p:cNvSpPr/>
          <p:nvPr/>
        </p:nvSpPr>
        <p:spPr>
          <a:xfrm>
            <a:off x="4386240" y="2190240"/>
            <a:ext cx="6120" cy="8280"/>
          </a:xfrm>
          <a:custGeom>
            <a:avLst/>
            <a:gdLst/>
            <a:ahLst/>
            <a:rect l="0" t="0" r="r" b="b"/>
            <a:pathLst>
              <a:path w="17" h="23">
                <a:moveTo>
                  <a:pt x="16" y="1"/>
                </a:moveTo>
                <a:lnTo>
                  <a:pt x="17" y="1"/>
                </a:lnTo>
                <a:lnTo>
                  <a:pt x="16" y="1"/>
                </a:lnTo>
                <a:lnTo>
                  <a:pt x="16" y="2"/>
                </a:lnTo>
                <a:lnTo>
                  <a:pt x="17" y="2"/>
                </a:lnTo>
                <a:lnTo>
                  <a:pt x="16" y="3"/>
                </a:lnTo>
                <a:lnTo>
                  <a:pt x="15" y="4"/>
                </a:lnTo>
                <a:lnTo>
                  <a:pt x="14" y="4"/>
                </a:lnTo>
                <a:lnTo>
                  <a:pt x="13" y="4"/>
                </a:lnTo>
                <a:lnTo>
                  <a:pt x="12" y="4"/>
                </a:lnTo>
                <a:lnTo>
                  <a:pt x="12" y="5"/>
                </a:lnTo>
                <a:lnTo>
                  <a:pt x="11" y="6"/>
                </a:lnTo>
                <a:lnTo>
                  <a:pt x="11" y="7"/>
                </a:lnTo>
                <a:lnTo>
                  <a:pt x="10" y="8"/>
                </a:lnTo>
                <a:lnTo>
                  <a:pt x="10" y="9"/>
                </a:lnTo>
                <a:lnTo>
                  <a:pt x="10" y="10"/>
                </a:lnTo>
                <a:lnTo>
                  <a:pt x="10" y="11"/>
                </a:lnTo>
                <a:lnTo>
                  <a:pt x="11" y="11"/>
                </a:lnTo>
                <a:lnTo>
                  <a:pt x="11" y="12"/>
                </a:lnTo>
                <a:lnTo>
                  <a:pt x="11" y="13"/>
                </a:lnTo>
                <a:lnTo>
                  <a:pt x="10" y="14"/>
                </a:lnTo>
                <a:lnTo>
                  <a:pt x="10" y="15"/>
                </a:lnTo>
                <a:lnTo>
                  <a:pt x="9" y="16"/>
                </a:lnTo>
                <a:lnTo>
                  <a:pt x="9" y="18"/>
                </a:lnTo>
                <a:lnTo>
                  <a:pt x="9" y="19"/>
                </a:lnTo>
                <a:lnTo>
                  <a:pt x="10" y="19"/>
                </a:lnTo>
                <a:lnTo>
                  <a:pt x="10" y="20"/>
                </a:lnTo>
                <a:lnTo>
                  <a:pt x="11" y="20"/>
                </a:lnTo>
                <a:lnTo>
                  <a:pt x="11" y="21"/>
                </a:lnTo>
                <a:lnTo>
                  <a:pt x="10" y="21"/>
                </a:lnTo>
                <a:lnTo>
                  <a:pt x="10" y="22"/>
                </a:lnTo>
                <a:lnTo>
                  <a:pt x="9" y="22"/>
                </a:lnTo>
                <a:lnTo>
                  <a:pt x="8" y="22"/>
                </a:lnTo>
                <a:lnTo>
                  <a:pt x="8" y="23"/>
                </a:lnTo>
                <a:lnTo>
                  <a:pt x="7" y="23"/>
                </a:lnTo>
                <a:lnTo>
                  <a:pt x="7" y="22"/>
                </a:lnTo>
                <a:lnTo>
                  <a:pt x="6" y="22"/>
                </a:lnTo>
                <a:lnTo>
                  <a:pt x="7" y="21"/>
                </a:lnTo>
                <a:lnTo>
                  <a:pt x="7" y="20"/>
                </a:lnTo>
                <a:lnTo>
                  <a:pt x="6" y="20"/>
                </a:lnTo>
                <a:lnTo>
                  <a:pt x="6" y="21"/>
                </a:lnTo>
                <a:lnTo>
                  <a:pt x="5" y="21"/>
                </a:lnTo>
                <a:lnTo>
                  <a:pt x="5" y="20"/>
                </a:lnTo>
                <a:lnTo>
                  <a:pt x="6" y="20"/>
                </a:lnTo>
                <a:lnTo>
                  <a:pt x="6" y="19"/>
                </a:lnTo>
                <a:lnTo>
                  <a:pt x="7" y="18"/>
                </a:lnTo>
                <a:lnTo>
                  <a:pt x="6" y="18"/>
                </a:lnTo>
                <a:lnTo>
                  <a:pt x="6" y="16"/>
                </a:lnTo>
                <a:lnTo>
                  <a:pt x="6" y="18"/>
                </a:lnTo>
                <a:lnTo>
                  <a:pt x="5" y="18"/>
                </a:lnTo>
                <a:lnTo>
                  <a:pt x="5" y="19"/>
                </a:lnTo>
                <a:lnTo>
                  <a:pt x="3" y="19"/>
                </a:lnTo>
                <a:lnTo>
                  <a:pt x="2" y="18"/>
                </a:lnTo>
                <a:lnTo>
                  <a:pt x="3" y="18"/>
                </a:lnTo>
                <a:lnTo>
                  <a:pt x="3" y="16"/>
                </a:lnTo>
                <a:lnTo>
                  <a:pt x="3" y="15"/>
                </a:lnTo>
                <a:lnTo>
                  <a:pt x="5" y="15"/>
                </a:lnTo>
                <a:lnTo>
                  <a:pt x="5" y="14"/>
                </a:lnTo>
                <a:lnTo>
                  <a:pt x="5" y="13"/>
                </a:lnTo>
                <a:lnTo>
                  <a:pt x="6" y="13"/>
                </a:lnTo>
                <a:lnTo>
                  <a:pt x="7" y="13"/>
                </a:lnTo>
                <a:lnTo>
                  <a:pt x="7" y="14"/>
                </a:lnTo>
                <a:lnTo>
                  <a:pt x="6" y="14"/>
                </a:lnTo>
                <a:lnTo>
                  <a:pt x="7" y="14"/>
                </a:lnTo>
                <a:lnTo>
                  <a:pt x="8" y="14"/>
                </a:lnTo>
                <a:lnTo>
                  <a:pt x="8" y="13"/>
                </a:lnTo>
                <a:lnTo>
                  <a:pt x="8" y="12"/>
                </a:lnTo>
                <a:lnTo>
                  <a:pt x="9" y="12"/>
                </a:lnTo>
                <a:lnTo>
                  <a:pt x="8" y="12"/>
                </a:lnTo>
                <a:lnTo>
                  <a:pt x="8" y="11"/>
                </a:lnTo>
                <a:lnTo>
                  <a:pt x="9" y="11"/>
                </a:lnTo>
                <a:lnTo>
                  <a:pt x="9" y="10"/>
                </a:lnTo>
                <a:lnTo>
                  <a:pt x="8" y="10"/>
                </a:lnTo>
                <a:lnTo>
                  <a:pt x="8" y="11"/>
                </a:lnTo>
                <a:lnTo>
                  <a:pt x="7" y="10"/>
                </a:lnTo>
                <a:lnTo>
                  <a:pt x="6" y="10"/>
                </a:lnTo>
                <a:lnTo>
                  <a:pt x="5" y="10"/>
                </a:lnTo>
                <a:lnTo>
                  <a:pt x="5" y="11"/>
                </a:lnTo>
                <a:lnTo>
                  <a:pt x="3" y="12"/>
                </a:lnTo>
                <a:lnTo>
                  <a:pt x="3" y="11"/>
                </a:lnTo>
                <a:lnTo>
                  <a:pt x="2" y="11"/>
                </a:lnTo>
                <a:lnTo>
                  <a:pt x="2" y="10"/>
                </a:lnTo>
                <a:lnTo>
                  <a:pt x="1" y="11"/>
                </a:lnTo>
                <a:lnTo>
                  <a:pt x="1" y="10"/>
                </a:lnTo>
                <a:lnTo>
                  <a:pt x="0" y="10"/>
                </a:lnTo>
                <a:lnTo>
                  <a:pt x="1" y="10"/>
                </a:lnTo>
                <a:lnTo>
                  <a:pt x="1" y="9"/>
                </a:lnTo>
                <a:lnTo>
                  <a:pt x="2" y="9"/>
                </a:lnTo>
                <a:lnTo>
                  <a:pt x="1" y="9"/>
                </a:lnTo>
                <a:lnTo>
                  <a:pt x="1" y="8"/>
                </a:lnTo>
                <a:lnTo>
                  <a:pt x="1" y="9"/>
                </a:lnTo>
                <a:lnTo>
                  <a:pt x="0" y="9"/>
                </a:lnTo>
                <a:lnTo>
                  <a:pt x="0" y="8"/>
                </a:lnTo>
                <a:lnTo>
                  <a:pt x="1" y="8"/>
                </a:lnTo>
                <a:lnTo>
                  <a:pt x="1" y="7"/>
                </a:lnTo>
                <a:lnTo>
                  <a:pt x="2" y="7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5" y="6"/>
                </a:lnTo>
                <a:lnTo>
                  <a:pt x="5" y="5"/>
                </a:lnTo>
                <a:lnTo>
                  <a:pt x="6" y="5"/>
                </a:lnTo>
                <a:lnTo>
                  <a:pt x="6" y="6"/>
                </a:lnTo>
                <a:lnTo>
                  <a:pt x="6" y="7"/>
                </a:lnTo>
                <a:lnTo>
                  <a:pt x="7" y="6"/>
                </a:lnTo>
                <a:lnTo>
                  <a:pt x="7" y="5"/>
                </a:lnTo>
                <a:lnTo>
                  <a:pt x="8" y="5"/>
                </a:lnTo>
                <a:lnTo>
                  <a:pt x="8" y="4"/>
                </a:lnTo>
                <a:lnTo>
                  <a:pt x="8" y="3"/>
                </a:lnTo>
                <a:lnTo>
                  <a:pt x="8" y="2"/>
                </a:lnTo>
                <a:lnTo>
                  <a:pt x="8" y="1"/>
                </a:lnTo>
                <a:lnTo>
                  <a:pt x="8" y="2"/>
                </a:lnTo>
                <a:lnTo>
                  <a:pt x="9" y="2"/>
                </a:lnTo>
                <a:lnTo>
                  <a:pt x="9" y="3"/>
                </a:lnTo>
                <a:lnTo>
                  <a:pt x="10" y="2"/>
                </a:lnTo>
                <a:lnTo>
                  <a:pt x="10" y="1"/>
                </a:lnTo>
                <a:lnTo>
                  <a:pt x="10" y="2"/>
                </a:lnTo>
                <a:lnTo>
                  <a:pt x="11" y="2"/>
                </a:lnTo>
                <a:lnTo>
                  <a:pt x="11" y="1"/>
                </a:lnTo>
                <a:lnTo>
                  <a:pt x="12" y="1"/>
                </a:lnTo>
                <a:lnTo>
                  <a:pt x="13" y="0"/>
                </a:lnTo>
                <a:lnTo>
                  <a:pt x="14" y="0"/>
                </a:lnTo>
                <a:lnTo>
                  <a:pt x="14" y="1"/>
                </a:lnTo>
                <a:lnTo>
                  <a:pt x="15" y="1"/>
                </a:lnTo>
                <a:lnTo>
                  <a:pt x="1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59" name=""/>
          <p:cNvSpPr/>
          <p:nvPr/>
        </p:nvSpPr>
        <p:spPr>
          <a:xfrm>
            <a:off x="4385160" y="21927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0" name=""/>
          <p:cNvSpPr/>
          <p:nvPr/>
        </p:nvSpPr>
        <p:spPr>
          <a:xfrm>
            <a:off x="4400280" y="218664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5" y="2"/>
                </a:moveTo>
                <a:lnTo>
                  <a:pt x="6" y="1"/>
                </a:lnTo>
                <a:lnTo>
                  <a:pt x="7" y="1"/>
                </a:lnTo>
                <a:lnTo>
                  <a:pt x="6" y="2"/>
                </a:lnTo>
                <a:lnTo>
                  <a:pt x="5" y="2"/>
                </a:lnTo>
                <a:lnTo>
                  <a:pt x="5" y="3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1" y="3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1" name=""/>
          <p:cNvSpPr/>
          <p:nvPr/>
        </p:nvSpPr>
        <p:spPr>
          <a:xfrm>
            <a:off x="4395960" y="218628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4" y="4"/>
                </a:moveTo>
                <a:lnTo>
                  <a:pt x="3" y="4"/>
                </a:lnTo>
                <a:lnTo>
                  <a:pt x="3" y="6"/>
                </a:lnTo>
                <a:lnTo>
                  <a:pt x="2" y="6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6" y="2"/>
                </a:lnTo>
                <a:lnTo>
                  <a:pt x="6" y="3"/>
                </a:lnTo>
                <a:lnTo>
                  <a:pt x="6" y="4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2" name=""/>
          <p:cNvSpPr/>
          <p:nvPr/>
        </p:nvSpPr>
        <p:spPr>
          <a:xfrm>
            <a:off x="4399920" y="21844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4"/>
                </a:moveTo>
                <a:lnTo>
                  <a:pt x="1" y="3"/>
                </a:lnTo>
                <a:lnTo>
                  <a:pt x="1" y="1"/>
                </a:lnTo>
                <a:lnTo>
                  <a:pt x="3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3" name=""/>
          <p:cNvSpPr/>
          <p:nvPr/>
        </p:nvSpPr>
        <p:spPr>
          <a:xfrm>
            <a:off x="4401000" y="21837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4" name=""/>
          <p:cNvSpPr/>
          <p:nvPr/>
        </p:nvSpPr>
        <p:spPr>
          <a:xfrm>
            <a:off x="4375440" y="2181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5" name=""/>
          <p:cNvSpPr/>
          <p:nvPr/>
        </p:nvSpPr>
        <p:spPr>
          <a:xfrm>
            <a:off x="4417560" y="218052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6" name=""/>
          <p:cNvSpPr/>
          <p:nvPr/>
        </p:nvSpPr>
        <p:spPr>
          <a:xfrm>
            <a:off x="4376520" y="21801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7" name=""/>
          <p:cNvSpPr/>
          <p:nvPr/>
        </p:nvSpPr>
        <p:spPr>
          <a:xfrm>
            <a:off x="4410000" y="21794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8" name=""/>
          <p:cNvSpPr/>
          <p:nvPr/>
        </p:nvSpPr>
        <p:spPr>
          <a:xfrm>
            <a:off x="4411440" y="21794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2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9" name=""/>
          <p:cNvSpPr/>
          <p:nvPr/>
        </p:nvSpPr>
        <p:spPr>
          <a:xfrm>
            <a:off x="4409640" y="2179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0" name=""/>
          <p:cNvSpPr/>
          <p:nvPr/>
        </p:nvSpPr>
        <p:spPr>
          <a:xfrm>
            <a:off x="4415400" y="217296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1" name=""/>
          <p:cNvSpPr/>
          <p:nvPr/>
        </p:nvSpPr>
        <p:spPr>
          <a:xfrm>
            <a:off x="4414680" y="2171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2" name=""/>
          <p:cNvSpPr/>
          <p:nvPr/>
        </p:nvSpPr>
        <p:spPr>
          <a:xfrm>
            <a:off x="4415760" y="216612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6" y="2"/>
                </a:move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6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3" name=""/>
          <p:cNvSpPr/>
          <p:nvPr/>
        </p:nvSpPr>
        <p:spPr>
          <a:xfrm>
            <a:off x="4416120" y="21603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1"/>
                </a:moveTo>
                <a:lnTo>
                  <a:pt x="3" y="0"/>
                </a:lnTo>
                <a:lnTo>
                  <a:pt x="4" y="1"/>
                </a:lnTo>
                <a:lnTo>
                  <a:pt x="1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4" name=""/>
          <p:cNvSpPr/>
          <p:nvPr/>
        </p:nvSpPr>
        <p:spPr>
          <a:xfrm>
            <a:off x="4415040" y="2155320"/>
            <a:ext cx="3960" cy="6120"/>
          </a:xfrm>
          <a:custGeom>
            <a:avLst/>
            <a:gdLst/>
            <a:ahLst/>
            <a:rect l="0" t="0" r="r" b="b"/>
            <a:pathLst>
              <a:path w="11" h="17">
                <a:moveTo>
                  <a:pt x="6" y="2"/>
                </a:moveTo>
                <a:lnTo>
                  <a:pt x="6" y="3"/>
                </a:lnTo>
                <a:lnTo>
                  <a:pt x="7" y="3"/>
                </a:lnTo>
                <a:lnTo>
                  <a:pt x="7" y="4"/>
                </a:lnTo>
                <a:lnTo>
                  <a:pt x="8" y="5"/>
                </a:lnTo>
                <a:lnTo>
                  <a:pt x="8" y="7"/>
                </a:lnTo>
                <a:lnTo>
                  <a:pt x="8" y="8"/>
                </a:lnTo>
                <a:lnTo>
                  <a:pt x="9" y="8"/>
                </a:lnTo>
                <a:lnTo>
                  <a:pt x="8" y="8"/>
                </a:lnTo>
                <a:lnTo>
                  <a:pt x="9" y="8"/>
                </a:lnTo>
                <a:lnTo>
                  <a:pt x="9" y="9"/>
                </a:lnTo>
                <a:lnTo>
                  <a:pt x="10" y="11"/>
                </a:lnTo>
                <a:lnTo>
                  <a:pt x="10" y="13"/>
                </a:lnTo>
                <a:lnTo>
                  <a:pt x="10" y="14"/>
                </a:lnTo>
                <a:lnTo>
                  <a:pt x="11" y="16"/>
                </a:lnTo>
                <a:lnTo>
                  <a:pt x="11" y="17"/>
                </a:lnTo>
                <a:lnTo>
                  <a:pt x="10" y="16"/>
                </a:lnTo>
                <a:lnTo>
                  <a:pt x="9" y="14"/>
                </a:lnTo>
                <a:lnTo>
                  <a:pt x="8" y="13"/>
                </a:lnTo>
                <a:lnTo>
                  <a:pt x="8" y="11"/>
                </a:lnTo>
                <a:lnTo>
                  <a:pt x="7" y="10"/>
                </a:lnTo>
                <a:lnTo>
                  <a:pt x="7" y="9"/>
                </a:lnTo>
                <a:lnTo>
                  <a:pt x="8" y="9"/>
                </a:lnTo>
                <a:lnTo>
                  <a:pt x="7" y="9"/>
                </a:lnTo>
                <a:lnTo>
                  <a:pt x="6" y="8"/>
                </a:lnTo>
                <a:lnTo>
                  <a:pt x="5" y="7"/>
                </a:lnTo>
                <a:lnTo>
                  <a:pt x="4" y="5"/>
                </a:lnTo>
                <a:lnTo>
                  <a:pt x="3" y="4"/>
                </a:lnTo>
                <a:lnTo>
                  <a:pt x="2" y="3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3" y="2"/>
                </a:lnTo>
                <a:lnTo>
                  <a:pt x="4" y="1"/>
                </a:lnTo>
                <a:lnTo>
                  <a:pt x="4" y="0"/>
                </a:lnTo>
                <a:lnTo>
                  <a:pt x="5" y="1"/>
                </a:lnTo>
                <a:lnTo>
                  <a:pt x="6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5" name=""/>
          <p:cNvSpPr/>
          <p:nvPr/>
        </p:nvSpPr>
        <p:spPr>
          <a:xfrm>
            <a:off x="4287600" y="2052720"/>
            <a:ext cx="244440" cy="195480"/>
          </a:xfrm>
          <a:custGeom>
            <a:avLst/>
            <a:gdLst/>
            <a:ahLst/>
            <a:rect l="0" t="0" r="r" b="b"/>
            <a:pathLst>
              <a:path w="679" h="543">
                <a:moveTo>
                  <a:pt x="329" y="6"/>
                </a:moveTo>
                <a:lnTo>
                  <a:pt x="329" y="7"/>
                </a:lnTo>
                <a:lnTo>
                  <a:pt x="330" y="7"/>
                </a:lnTo>
                <a:lnTo>
                  <a:pt x="330" y="6"/>
                </a:lnTo>
                <a:lnTo>
                  <a:pt x="331" y="7"/>
                </a:lnTo>
                <a:lnTo>
                  <a:pt x="332" y="8"/>
                </a:lnTo>
                <a:lnTo>
                  <a:pt x="333" y="8"/>
                </a:lnTo>
                <a:lnTo>
                  <a:pt x="334" y="9"/>
                </a:lnTo>
                <a:lnTo>
                  <a:pt x="334" y="10"/>
                </a:lnTo>
                <a:lnTo>
                  <a:pt x="334" y="11"/>
                </a:lnTo>
                <a:lnTo>
                  <a:pt x="335" y="11"/>
                </a:lnTo>
                <a:lnTo>
                  <a:pt x="336" y="11"/>
                </a:lnTo>
                <a:lnTo>
                  <a:pt x="336" y="12"/>
                </a:lnTo>
                <a:lnTo>
                  <a:pt x="337" y="12"/>
                </a:lnTo>
                <a:lnTo>
                  <a:pt x="338" y="12"/>
                </a:lnTo>
                <a:lnTo>
                  <a:pt x="339" y="12"/>
                </a:lnTo>
                <a:lnTo>
                  <a:pt x="339" y="13"/>
                </a:lnTo>
                <a:lnTo>
                  <a:pt x="339" y="14"/>
                </a:lnTo>
                <a:lnTo>
                  <a:pt x="341" y="16"/>
                </a:lnTo>
                <a:lnTo>
                  <a:pt x="341" y="15"/>
                </a:lnTo>
                <a:lnTo>
                  <a:pt x="342" y="15"/>
                </a:lnTo>
                <a:lnTo>
                  <a:pt x="343" y="15"/>
                </a:lnTo>
                <a:lnTo>
                  <a:pt x="344" y="14"/>
                </a:lnTo>
                <a:lnTo>
                  <a:pt x="346" y="14"/>
                </a:lnTo>
                <a:lnTo>
                  <a:pt x="346" y="15"/>
                </a:lnTo>
                <a:lnTo>
                  <a:pt x="347" y="15"/>
                </a:lnTo>
                <a:lnTo>
                  <a:pt x="347" y="16"/>
                </a:lnTo>
                <a:lnTo>
                  <a:pt x="348" y="16"/>
                </a:lnTo>
                <a:lnTo>
                  <a:pt x="348" y="15"/>
                </a:lnTo>
                <a:lnTo>
                  <a:pt x="349" y="15"/>
                </a:lnTo>
                <a:lnTo>
                  <a:pt x="350" y="16"/>
                </a:lnTo>
                <a:lnTo>
                  <a:pt x="351" y="17"/>
                </a:lnTo>
                <a:lnTo>
                  <a:pt x="352" y="17"/>
                </a:lnTo>
                <a:lnTo>
                  <a:pt x="353" y="17"/>
                </a:lnTo>
                <a:lnTo>
                  <a:pt x="353" y="18"/>
                </a:lnTo>
                <a:lnTo>
                  <a:pt x="353" y="19"/>
                </a:lnTo>
                <a:lnTo>
                  <a:pt x="353" y="20"/>
                </a:lnTo>
                <a:lnTo>
                  <a:pt x="354" y="21"/>
                </a:lnTo>
                <a:lnTo>
                  <a:pt x="354" y="20"/>
                </a:lnTo>
                <a:lnTo>
                  <a:pt x="356" y="19"/>
                </a:lnTo>
                <a:lnTo>
                  <a:pt x="357" y="19"/>
                </a:lnTo>
                <a:lnTo>
                  <a:pt x="358" y="19"/>
                </a:lnTo>
                <a:lnTo>
                  <a:pt x="359" y="19"/>
                </a:lnTo>
                <a:lnTo>
                  <a:pt x="360" y="19"/>
                </a:lnTo>
                <a:lnTo>
                  <a:pt x="360" y="18"/>
                </a:lnTo>
                <a:lnTo>
                  <a:pt x="361" y="18"/>
                </a:lnTo>
                <a:lnTo>
                  <a:pt x="362" y="18"/>
                </a:lnTo>
                <a:lnTo>
                  <a:pt x="362" y="17"/>
                </a:lnTo>
                <a:lnTo>
                  <a:pt x="363" y="16"/>
                </a:lnTo>
                <a:lnTo>
                  <a:pt x="364" y="16"/>
                </a:lnTo>
                <a:lnTo>
                  <a:pt x="365" y="16"/>
                </a:lnTo>
                <a:lnTo>
                  <a:pt x="364" y="16"/>
                </a:lnTo>
                <a:lnTo>
                  <a:pt x="366" y="16"/>
                </a:lnTo>
                <a:lnTo>
                  <a:pt x="367" y="16"/>
                </a:lnTo>
                <a:lnTo>
                  <a:pt x="367" y="15"/>
                </a:lnTo>
                <a:lnTo>
                  <a:pt x="368" y="15"/>
                </a:lnTo>
                <a:lnTo>
                  <a:pt x="368" y="16"/>
                </a:lnTo>
                <a:lnTo>
                  <a:pt x="369" y="17"/>
                </a:lnTo>
                <a:lnTo>
                  <a:pt x="369" y="18"/>
                </a:lnTo>
                <a:lnTo>
                  <a:pt x="369" y="19"/>
                </a:lnTo>
                <a:lnTo>
                  <a:pt x="370" y="19"/>
                </a:lnTo>
                <a:lnTo>
                  <a:pt x="371" y="18"/>
                </a:lnTo>
                <a:lnTo>
                  <a:pt x="372" y="19"/>
                </a:lnTo>
                <a:lnTo>
                  <a:pt x="373" y="19"/>
                </a:lnTo>
                <a:lnTo>
                  <a:pt x="374" y="19"/>
                </a:lnTo>
                <a:lnTo>
                  <a:pt x="375" y="19"/>
                </a:lnTo>
                <a:lnTo>
                  <a:pt x="375" y="18"/>
                </a:lnTo>
                <a:lnTo>
                  <a:pt x="376" y="17"/>
                </a:lnTo>
                <a:lnTo>
                  <a:pt x="376" y="16"/>
                </a:lnTo>
                <a:lnTo>
                  <a:pt x="376" y="15"/>
                </a:lnTo>
                <a:lnTo>
                  <a:pt x="378" y="15"/>
                </a:lnTo>
                <a:lnTo>
                  <a:pt x="379" y="15"/>
                </a:lnTo>
                <a:lnTo>
                  <a:pt x="379" y="14"/>
                </a:lnTo>
                <a:lnTo>
                  <a:pt x="381" y="11"/>
                </a:lnTo>
                <a:lnTo>
                  <a:pt x="380" y="10"/>
                </a:lnTo>
                <a:lnTo>
                  <a:pt x="380" y="9"/>
                </a:lnTo>
                <a:lnTo>
                  <a:pt x="380" y="8"/>
                </a:lnTo>
                <a:lnTo>
                  <a:pt x="383" y="7"/>
                </a:lnTo>
                <a:lnTo>
                  <a:pt x="384" y="7"/>
                </a:lnTo>
                <a:lnTo>
                  <a:pt x="385" y="8"/>
                </a:lnTo>
                <a:lnTo>
                  <a:pt x="386" y="7"/>
                </a:lnTo>
                <a:lnTo>
                  <a:pt x="387" y="7"/>
                </a:lnTo>
                <a:lnTo>
                  <a:pt x="387" y="6"/>
                </a:lnTo>
                <a:lnTo>
                  <a:pt x="389" y="7"/>
                </a:lnTo>
                <a:lnTo>
                  <a:pt x="390" y="7"/>
                </a:lnTo>
                <a:lnTo>
                  <a:pt x="391" y="7"/>
                </a:lnTo>
                <a:lnTo>
                  <a:pt x="391" y="8"/>
                </a:lnTo>
                <a:lnTo>
                  <a:pt x="391" y="9"/>
                </a:lnTo>
                <a:lnTo>
                  <a:pt x="390" y="9"/>
                </a:lnTo>
                <a:lnTo>
                  <a:pt x="390" y="10"/>
                </a:lnTo>
                <a:lnTo>
                  <a:pt x="389" y="10"/>
                </a:lnTo>
                <a:lnTo>
                  <a:pt x="389" y="11"/>
                </a:lnTo>
                <a:lnTo>
                  <a:pt x="390" y="12"/>
                </a:lnTo>
                <a:lnTo>
                  <a:pt x="391" y="12"/>
                </a:lnTo>
                <a:lnTo>
                  <a:pt x="392" y="12"/>
                </a:lnTo>
                <a:lnTo>
                  <a:pt x="392" y="13"/>
                </a:lnTo>
                <a:lnTo>
                  <a:pt x="393" y="13"/>
                </a:lnTo>
                <a:lnTo>
                  <a:pt x="394" y="12"/>
                </a:lnTo>
                <a:lnTo>
                  <a:pt x="395" y="13"/>
                </a:lnTo>
                <a:lnTo>
                  <a:pt x="394" y="13"/>
                </a:lnTo>
                <a:lnTo>
                  <a:pt x="394" y="14"/>
                </a:lnTo>
                <a:lnTo>
                  <a:pt x="393" y="14"/>
                </a:lnTo>
                <a:lnTo>
                  <a:pt x="394" y="15"/>
                </a:lnTo>
                <a:lnTo>
                  <a:pt x="394" y="16"/>
                </a:lnTo>
                <a:lnTo>
                  <a:pt x="395" y="16"/>
                </a:lnTo>
                <a:lnTo>
                  <a:pt x="394" y="17"/>
                </a:lnTo>
                <a:lnTo>
                  <a:pt x="394" y="18"/>
                </a:lnTo>
                <a:lnTo>
                  <a:pt x="393" y="18"/>
                </a:lnTo>
                <a:lnTo>
                  <a:pt x="393" y="19"/>
                </a:lnTo>
                <a:lnTo>
                  <a:pt x="394" y="20"/>
                </a:lnTo>
                <a:lnTo>
                  <a:pt x="395" y="20"/>
                </a:lnTo>
                <a:lnTo>
                  <a:pt x="395" y="21"/>
                </a:lnTo>
                <a:lnTo>
                  <a:pt x="396" y="21"/>
                </a:lnTo>
                <a:lnTo>
                  <a:pt x="395" y="21"/>
                </a:lnTo>
                <a:lnTo>
                  <a:pt x="394" y="21"/>
                </a:lnTo>
                <a:lnTo>
                  <a:pt x="393" y="22"/>
                </a:lnTo>
                <a:lnTo>
                  <a:pt x="393" y="23"/>
                </a:lnTo>
                <a:lnTo>
                  <a:pt x="393" y="24"/>
                </a:lnTo>
                <a:lnTo>
                  <a:pt x="392" y="24"/>
                </a:lnTo>
                <a:lnTo>
                  <a:pt x="392" y="25"/>
                </a:lnTo>
                <a:lnTo>
                  <a:pt x="393" y="25"/>
                </a:lnTo>
                <a:lnTo>
                  <a:pt x="393" y="26"/>
                </a:lnTo>
                <a:lnTo>
                  <a:pt x="393" y="27"/>
                </a:lnTo>
                <a:lnTo>
                  <a:pt x="394" y="27"/>
                </a:lnTo>
                <a:lnTo>
                  <a:pt x="395" y="26"/>
                </a:lnTo>
                <a:lnTo>
                  <a:pt x="395" y="25"/>
                </a:lnTo>
                <a:lnTo>
                  <a:pt x="395" y="24"/>
                </a:lnTo>
                <a:lnTo>
                  <a:pt x="396" y="24"/>
                </a:lnTo>
                <a:lnTo>
                  <a:pt x="397" y="24"/>
                </a:lnTo>
                <a:lnTo>
                  <a:pt x="397" y="25"/>
                </a:lnTo>
                <a:lnTo>
                  <a:pt x="397" y="24"/>
                </a:lnTo>
                <a:lnTo>
                  <a:pt x="398" y="24"/>
                </a:lnTo>
                <a:lnTo>
                  <a:pt x="399" y="24"/>
                </a:lnTo>
                <a:lnTo>
                  <a:pt x="400" y="23"/>
                </a:lnTo>
                <a:lnTo>
                  <a:pt x="400" y="22"/>
                </a:lnTo>
                <a:lnTo>
                  <a:pt x="401" y="22"/>
                </a:lnTo>
                <a:lnTo>
                  <a:pt x="402" y="22"/>
                </a:lnTo>
                <a:lnTo>
                  <a:pt x="402" y="21"/>
                </a:lnTo>
                <a:lnTo>
                  <a:pt x="403" y="21"/>
                </a:lnTo>
                <a:lnTo>
                  <a:pt x="404" y="21"/>
                </a:lnTo>
                <a:lnTo>
                  <a:pt x="405" y="21"/>
                </a:lnTo>
                <a:lnTo>
                  <a:pt x="406" y="21"/>
                </a:lnTo>
                <a:lnTo>
                  <a:pt x="407" y="21"/>
                </a:lnTo>
                <a:lnTo>
                  <a:pt x="408" y="20"/>
                </a:lnTo>
                <a:lnTo>
                  <a:pt x="409" y="21"/>
                </a:lnTo>
                <a:lnTo>
                  <a:pt x="409" y="22"/>
                </a:lnTo>
                <a:lnTo>
                  <a:pt x="410" y="22"/>
                </a:lnTo>
                <a:lnTo>
                  <a:pt x="411" y="22"/>
                </a:lnTo>
                <a:lnTo>
                  <a:pt x="412" y="22"/>
                </a:lnTo>
                <a:lnTo>
                  <a:pt x="413" y="22"/>
                </a:lnTo>
                <a:lnTo>
                  <a:pt x="414" y="23"/>
                </a:lnTo>
                <a:lnTo>
                  <a:pt x="415" y="22"/>
                </a:lnTo>
                <a:lnTo>
                  <a:pt x="416" y="22"/>
                </a:lnTo>
                <a:lnTo>
                  <a:pt x="417" y="22"/>
                </a:lnTo>
                <a:lnTo>
                  <a:pt x="417" y="23"/>
                </a:lnTo>
                <a:lnTo>
                  <a:pt x="418" y="23"/>
                </a:lnTo>
                <a:lnTo>
                  <a:pt x="417" y="22"/>
                </a:lnTo>
                <a:lnTo>
                  <a:pt x="418" y="21"/>
                </a:lnTo>
                <a:lnTo>
                  <a:pt x="419" y="21"/>
                </a:lnTo>
                <a:lnTo>
                  <a:pt x="418" y="20"/>
                </a:lnTo>
                <a:lnTo>
                  <a:pt x="418" y="19"/>
                </a:lnTo>
                <a:lnTo>
                  <a:pt x="419" y="18"/>
                </a:lnTo>
                <a:lnTo>
                  <a:pt x="420" y="18"/>
                </a:lnTo>
                <a:lnTo>
                  <a:pt x="421" y="18"/>
                </a:lnTo>
                <a:lnTo>
                  <a:pt x="422" y="19"/>
                </a:lnTo>
                <a:lnTo>
                  <a:pt x="423" y="19"/>
                </a:lnTo>
                <a:lnTo>
                  <a:pt x="424" y="19"/>
                </a:lnTo>
                <a:lnTo>
                  <a:pt x="424" y="20"/>
                </a:lnTo>
                <a:lnTo>
                  <a:pt x="425" y="20"/>
                </a:lnTo>
                <a:lnTo>
                  <a:pt x="426" y="20"/>
                </a:lnTo>
                <a:lnTo>
                  <a:pt x="426" y="19"/>
                </a:lnTo>
                <a:lnTo>
                  <a:pt x="427" y="19"/>
                </a:lnTo>
                <a:lnTo>
                  <a:pt x="427" y="18"/>
                </a:lnTo>
                <a:lnTo>
                  <a:pt x="428" y="18"/>
                </a:lnTo>
                <a:lnTo>
                  <a:pt x="429" y="18"/>
                </a:lnTo>
                <a:lnTo>
                  <a:pt x="429" y="17"/>
                </a:lnTo>
                <a:lnTo>
                  <a:pt x="430" y="16"/>
                </a:lnTo>
                <a:lnTo>
                  <a:pt x="430" y="15"/>
                </a:lnTo>
                <a:lnTo>
                  <a:pt x="430" y="14"/>
                </a:lnTo>
                <a:lnTo>
                  <a:pt x="431" y="13"/>
                </a:lnTo>
                <a:lnTo>
                  <a:pt x="432" y="13"/>
                </a:lnTo>
                <a:lnTo>
                  <a:pt x="433" y="13"/>
                </a:lnTo>
                <a:lnTo>
                  <a:pt x="432" y="13"/>
                </a:lnTo>
                <a:lnTo>
                  <a:pt x="432" y="14"/>
                </a:lnTo>
                <a:lnTo>
                  <a:pt x="433" y="14"/>
                </a:lnTo>
                <a:lnTo>
                  <a:pt x="434" y="14"/>
                </a:lnTo>
                <a:lnTo>
                  <a:pt x="434" y="15"/>
                </a:lnTo>
                <a:lnTo>
                  <a:pt x="434" y="14"/>
                </a:lnTo>
                <a:lnTo>
                  <a:pt x="435" y="14"/>
                </a:lnTo>
                <a:lnTo>
                  <a:pt x="436" y="14"/>
                </a:lnTo>
                <a:lnTo>
                  <a:pt x="436" y="13"/>
                </a:lnTo>
                <a:lnTo>
                  <a:pt x="437" y="13"/>
                </a:lnTo>
                <a:lnTo>
                  <a:pt x="437" y="12"/>
                </a:lnTo>
                <a:lnTo>
                  <a:pt x="436" y="12"/>
                </a:lnTo>
                <a:lnTo>
                  <a:pt x="437" y="12"/>
                </a:lnTo>
                <a:lnTo>
                  <a:pt x="437" y="11"/>
                </a:lnTo>
                <a:lnTo>
                  <a:pt x="438" y="11"/>
                </a:lnTo>
                <a:lnTo>
                  <a:pt x="438" y="10"/>
                </a:lnTo>
                <a:lnTo>
                  <a:pt x="439" y="10"/>
                </a:lnTo>
                <a:lnTo>
                  <a:pt x="440" y="10"/>
                </a:lnTo>
                <a:lnTo>
                  <a:pt x="441" y="11"/>
                </a:lnTo>
                <a:lnTo>
                  <a:pt x="442" y="11"/>
                </a:lnTo>
                <a:lnTo>
                  <a:pt x="442" y="12"/>
                </a:lnTo>
                <a:lnTo>
                  <a:pt x="443" y="12"/>
                </a:lnTo>
                <a:lnTo>
                  <a:pt x="443" y="11"/>
                </a:lnTo>
                <a:lnTo>
                  <a:pt x="443" y="12"/>
                </a:lnTo>
                <a:lnTo>
                  <a:pt x="442" y="12"/>
                </a:lnTo>
                <a:lnTo>
                  <a:pt x="442" y="13"/>
                </a:lnTo>
                <a:lnTo>
                  <a:pt x="443" y="14"/>
                </a:lnTo>
                <a:lnTo>
                  <a:pt x="443" y="13"/>
                </a:lnTo>
                <a:lnTo>
                  <a:pt x="443" y="12"/>
                </a:lnTo>
                <a:lnTo>
                  <a:pt x="444" y="12"/>
                </a:lnTo>
                <a:lnTo>
                  <a:pt x="444" y="13"/>
                </a:lnTo>
                <a:lnTo>
                  <a:pt x="445" y="13"/>
                </a:lnTo>
                <a:lnTo>
                  <a:pt x="445" y="14"/>
                </a:lnTo>
                <a:lnTo>
                  <a:pt x="444" y="14"/>
                </a:lnTo>
                <a:lnTo>
                  <a:pt x="444" y="15"/>
                </a:lnTo>
                <a:lnTo>
                  <a:pt x="445" y="15"/>
                </a:lnTo>
                <a:lnTo>
                  <a:pt x="445" y="16"/>
                </a:lnTo>
                <a:lnTo>
                  <a:pt x="446" y="16"/>
                </a:lnTo>
                <a:lnTo>
                  <a:pt x="446" y="17"/>
                </a:lnTo>
                <a:lnTo>
                  <a:pt x="447" y="18"/>
                </a:lnTo>
                <a:lnTo>
                  <a:pt x="447" y="19"/>
                </a:lnTo>
                <a:lnTo>
                  <a:pt x="448" y="19"/>
                </a:lnTo>
                <a:lnTo>
                  <a:pt x="449" y="19"/>
                </a:lnTo>
                <a:lnTo>
                  <a:pt x="451" y="19"/>
                </a:lnTo>
                <a:lnTo>
                  <a:pt x="451" y="20"/>
                </a:lnTo>
                <a:lnTo>
                  <a:pt x="452" y="21"/>
                </a:lnTo>
                <a:lnTo>
                  <a:pt x="453" y="20"/>
                </a:lnTo>
                <a:lnTo>
                  <a:pt x="454" y="20"/>
                </a:lnTo>
                <a:lnTo>
                  <a:pt x="455" y="20"/>
                </a:lnTo>
                <a:lnTo>
                  <a:pt x="455" y="21"/>
                </a:lnTo>
                <a:lnTo>
                  <a:pt x="456" y="21"/>
                </a:lnTo>
                <a:lnTo>
                  <a:pt x="456" y="22"/>
                </a:lnTo>
                <a:lnTo>
                  <a:pt x="456" y="23"/>
                </a:lnTo>
                <a:lnTo>
                  <a:pt x="456" y="24"/>
                </a:lnTo>
                <a:lnTo>
                  <a:pt x="457" y="23"/>
                </a:lnTo>
                <a:lnTo>
                  <a:pt x="457" y="24"/>
                </a:lnTo>
                <a:lnTo>
                  <a:pt x="458" y="24"/>
                </a:lnTo>
                <a:lnTo>
                  <a:pt x="458" y="25"/>
                </a:lnTo>
                <a:lnTo>
                  <a:pt x="458" y="26"/>
                </a:lnTo>
                <a:lnTo>
                  <a:pt x="458" y="27"/>
                </a:lnTo>
                <a:lnTo>
                  <a:pt x="458" y="28"/>
                </a:lnTo>
                <a:lnTo>
                  <a:pt x="457" y="28"/>
                </a:lnTo>
                <a:lnTo>
                  <a:pt x="457" y="29"/>
                </a:lnTo>
                <a:lnTo>
                  <a:pt x="458" y="29"/>
                </a:lnTo>
                <a:lnTo>
                  <a:pt x="458" y="28"/>
                </a:lnTo>
                <a:lnTo>
                  <a:pt x="458" y="29"/>
                </a:lnTo>
                <a:lnTo>
                  <a:pt x="457" y="30"/>
                </a:lnTo>
                <a:lnTo>
                  <a:pt x="457" y="29"/>
                </a:lnTo>
                <a:lnTo>
                  <a:pt x="456" y="29"/>
                </a:lnTo>
                <a:lnTo>
                  <a:pt x="455" y="29"/>
                </a:lnTo>
                <a:lnTo>
                  <a:pt x="455" y="30"/>
                </a:lnTo>
                <a:lnTo>
                  <a:pt x="454" y="30"/>
                </a:lnTo>
                <a:lnTo>
                  <a:pt x="454" y="31"/>
                </a:lnTo>
                <a:lnTo>
                  <a:pt x="453" y="31"/>
                </a:lnTo>
                <a:lnTo>
                  <a:pt x="454" y="32"/>
                </a:lnTo>
                <a:lnTo>
                  <a:pt x="453" y="33"/>
                </a:lnTo>
                <a:lnTo>
                  <a:pt x="453" y="32"/>
                </a:lnTo>
                <a:lnTo>
                  <a:pt x="452" y="32"/>
                </a:lnTo>
                <a:lnTo>
                  <a:pt x="452" y="33"/>
                </a:lnTo>
                <a:lnTo>
                  <a:pt x="452" y="34"/>
                </a:lnTo>
                <a:lnTo>
                  <a:pt x="453" y="34"/>
                </a:lnTo>
                <a:lnTo>
                  <a:pt x="452" y="35"/>
                </a:lnTo>
                <a:lnTo>
                  <a:pt x="453" y="36"/>
                </a:lnTo>
                <a:lnTo>
                  <a:pt x="454" y="36"/>
                </a:lnTo>
                <a:lnTo>
                  <a:pt x="455" y="36"/>
                </a:lnTo>
                <a:lnTo>
                  <a:pt x="456" y="36"/>
                </a:lnTo>
                <a:lnTo>
                  <a:pt x="456" y="37"/>
                </a:lnTo>
                <a:lnTo>
                  <a:pt x="457" y="37"/>
                </a:lnTo>
                <a:lnTo>
                  <a:pt x="457" y="38"/>
                </a:lnTo>
                <a:lnTo>
                  <a:pt x="457" y="39"/>
                </a:lnTo>
                <a:lnTo>
                  <a:pt x="457" y="40"/>
                </a:lnTo>
                <a:lnTo>
                  <a:pt x="456" y="41"/>
                </a:lnTo>
                <a:lnTo>
                  <a:pt x="455" y="41"/>
                </a:lnTo>
                <a:lnTo>
                  <a:pt x="455" y="42"/>
                </a:lnTo>
                <a:lnTo>
                  <a:pt x="454" y="41"/>
                </a:lnTo>
                <a:lnTo>
                  <a:pt x="454" y="42"/>
                </a:lnTo>
                <a:lnTo>
                  <a:pt x="453" y="42"/>
                </a:lnTo>
                <a:lnTo>
                  <a:pt x="452" y="42"/>
                </a:lnTo>
                <a:lnTo>
                  <a:pt x="451" y="42"/>
                </a:lnTo>
                <a:lnTo>
                  <a:pt x="451" y="43"/>
                </a:lnTo>
                <a:lnTo>
                  <a:pt x="451" y="42"/>
                </a:lnTo>
                <a:lnTo>
                  <a:pt x="451" y="43"/>
                </a:lnTo>
                <a:lnTo>
                  <a:pt x="451" y="44"/>
                </a:lnTo>
                <a:lnTo>
                  <a:pt x="450" y="44"/>
                </a:lnTo>
                <a:lnTo>
                  <a:pt x="450" y="45"/>
                </a:lnTo>
                <a:lnTo>
                  <a:pt x="449" y="45"/>
                </a:lnTo>
                <a:lnTo>
                  <a:pt x="448" y="45"/>
                </a:lnTo>
                <a:lnTo>
                  <a:pt x="447" y="45"/>
                </a:lnTo>
                <a:lnTo>
                  <a:pt x="446" y="45"/>
                </a:lnTo>
                <a:lnTo>
                  <a:pt x="445" y="44"/>
                </a:lnTo>
                <a:lnTo>
                  <a:pt x="444" y="45"/>
                </a:lnTo>
                <a:lnTo>
                  <a:pt x="444" y="44"/>
                </a:lnTo>
                <a:lnTo>
                  <a:pt x="443" y="44"/>
                </a:lnTo>
                <a:lnTo>
                  <a:pt x="442" y="44"/>
                </a:lnTo>
                <a:lnTo>
                  <a:pt x="441" y="44"/>
                </a:lnTo>
                <a:lnTo>
                  <a:pt x="441" y="45"/>
                </a:lnTo>
                <a:lnTo>
                  <a:pt x="441" y="46"/>
                </a:lnTo>
                <a:lnTo>
                  <a:pt x="440" y="46"/>
                </a:lnTo>
                <a:lnTo>
                  <a:pt x="440" y="47"/>
                </a:lnTo>
                <a:lnTo>
                  <a:pt x="439" y="47"/>
                </a:lnTo>
                <a:lnTo>
                  <a:pt x="439" y="48"/>
                </a:lnTo>
                <a:lnTo>
                  <a:pt x="440" y="48"/>
                </a:lnTo>
                <a:lnTo>
                  <a:pt x="439" y="49"/>
                </a:lnTo>
                <a:lnTo>
                  <a:pt x="439" y="50"/>
                </a:lnTo>
                <a:lnTo>
                  <a:pt x="438" y="51"/>
                </a:lnTo>
                <a:lnTo>
                  <a:pt x="438" y="50"/>
                </a:lnTo>
                <a:lnTo>
                  <a:pt x="437" y="50"/>
                </a:lnTo>
                <a:lnTo>
                  <a:pt x="437" y="51"/>
                </a:lnTo>
                <a:lnTo>
                  <a:pt x="437" y="52"/>
                </a:lnTo>
                <a:lnTo>
                  <a:pt x="435" y="52"/>
                </a:lnTo>
                <a:lnTo>
                  <a:pt x="434" y="52"/>
                </a:lnTo>
                <a:lnTo>
                  <a:pt x="433" y="52"/>
                </a:lnTo>
                <a:lnTo>
                  <a:pt x="432" y="53"/>
                </a:lnTo>
                <a:lnTo>
                  <a:pt x="432" y="54"/>
                </a:lnTo>
                <a:lnTo>
                  <a:pt x="432" y="55"/>
                </a:lnTo>
                <a:lnTo>
                  <a:pt x="431" y="55"/>
                </a:lnTo>
                <a:lnTo>
                  <a:pt x="430" y="55"/>
                </a:lnTo>
                <a:lnTo>
                  <a:pt x="430" y="56"/>
                </a:lnTo>
                <a:lnTo>
                  <a:pt x="429" y="55"/>
                </a:lnTo>
                <a:lnTo>
                  <a:pt x="429" y="56"/>
                </a:lnTo>
                <a:lnTo>
                  <a:pt x="428" y="56"/>
                </a:lnTo>
                <a:lnTo>
                  <a:pt x="429" y="57"/>
                </a:lnTo>
                <a:lnTo>
                  <a:pt x="429" y="56"/>
                </a:lnTo>
                <a:lnTo>
                  <a:pt x="429" y="57"/>
                </a:lnTo>
                <a:lnTo>
                  <a:pt x="428" y="57"/>
                </a:lnTo>
                <a:lnTo>
                  <a:pt x="427" y="57"/>
                </a:lnTo>
                <a:lnTo>
                  <a:pt x="426" y="58"/>
                </a:lnTo>
                <a:lnTo>
                  <a:pt x="427" y="59"/>
                </a:lnTo>
                <a:lnTo>
                  <a:pt x="426" y="59"/>
                </a:lnTo>
                <a:lnTo>
                  <a:pt x="427" y="59"/>
                </a:lnTo>
                <a:lnTo>
                  <a:pt x="427" y="60"/>
                </a:lnTo>
                <a:lnTo>
                  <a:pt x="427" y="61"/>
                </a:lnTo>
                <a:lnTo>
                  <a:pt x="426" y="61"/>
                </a:lnTo>
                <a:lnTo>
                  <a:pt x="426" y="62"/>
                </a:lnTo>
                <a:lnTo>
                  <a:pt x="427" y="62"/>
                </a:lnTo>
                <a:lnTo>
                  <a:pt x="427" y="63"/>
                </a:lnTo>
                <a:lnTo>
                  <a:pt x="427" y="64"/>
                </a:lnTo>
                <a:lnTo>
                  <a:pt x="427" y="65"/>
                </a:lnTo>
                <a:lnTo>
                  <a:pt x="427" y="66"/>
                </a:lnTo>
                <a:lnTo>
                  <a:pt x="426" y="66"/>
                </a:lnTo>
                <a:lnTo>
                  <a:pt x="426" y="67"/>
                </a:lnTo>
                <a:lnTo>
                  <a:pt x="425" y="67"/>
                </a:lnTo>
                <a:lnTo>
                  <a:pt x="424" y="67"/>
                </a:lnTo>
                <a:lnTo>
                  <a:pt x="424" y="68"/>
                </a:lnTo>
                <a:lnTo>
                  <a:pt x="423" y="69"/>
                </a:lnTo>
                <a:lnTo>
                  <a:pt x="423" y="70"/>
                </a:lnTo>
                <a:lnTo>
                  <a:pt x="423" y="71"/>
                </a:lnTo>
                <a:lnTo>
                  <a:pt x="422" y="71"/>
                </a:lnTo>
                <a:lnTo>
                  <a:pt x="421" y="72"/>
                </a:lnTo>
                <a:lnTo>
                  <a:pt x="422" y="73"/>
                </a:lnTo>
                <a:lnTo>
                  <a:pt x="422" y="74"/>
                </a:lnTo>
                <a:lnTo>
                  <a:pt x="421" y="74"/>
                </a:lnTo>
                <a:lnTo>
                  <a:pt x="421" y="75"/>
                </a:lnTo>
                <a:lnTo>
                  <a:pt x="420" y="75"/>
                </a:lnTo>
                <a:lnTo>
                  <a:pt x="421" y="75"/>
                </a:lnTo>
                <a:lnTo>
                  <a:pt x="421" y="76"/>
                </a:lnTo>
                <a:lnTo>
                  <a:pt x="422" y="76"/>
                </a:lnTo>
                <a:lnTo>
                  <a:pt x="422" y="77"/>
                </a:lnTo>
                <a:lnTo>
                  <a:pt x="421" y="77"/>
                </a:lnTo>
                <a:lnTo>
                  <a:pt x="421" y="78"/>
                </a:lnTo>
                <a:lnTo>
                  <a:pt x="421" y="79"/>
                </a:lnTo>
                <a:lnTo>
                  <a:pt x="420" y="79"/>
                </a:lnTo>
                <a:lnTo>
                  <a:pt x="419" y="79"/>
                </a:lnTo>
                <a:lnTo>
                  <a:pt x="419" y="80"/>
                </a:lnTo>
                <a:lnTo>
                  <a:pt x="418" y="80"/>
                </a:lnTo>
                <a:lnTo>
                  <a:pt x="417" y="80"/>
                </a:lnTo>
                <a:lnTo>
                  <a:pt x="416" y="80"/>
                </a:lnTo>
                <a:lnTo>
                  <a:pt x="416" y="81"/>
                </a:lnTo>
                <a:lnTo>
                  <a:pt x="416" y="82"/>
                </a:lnTo>
                <a:lnTo>
                  <a:pt x="415" y="82"/>
                </a:lnTo>
                <a:lnTo>
                  <a:pt x="416" y="82"/>
                </a:lnTo>
                <a:lnTo>
                  <a:pt x="416" y="83"/>
                </a:lnTo>
                <a:lnTo>
                  <a:pt x="415" y="83"/>
                </a:lnTo>
                <a:lnTo>
                  <a:pt x="414" y="83"/>
                </a:lnTo>
                <a:lnTo>
                  <a:pt x="414" y="84"/>
                </a:lnTo>
                <a:lnTo>
                  <a:pt x="414" y="83"/>
                </a:lnTo>
                <a:lnTo>
                  <a:pt x="413" y="83"/>
                </a:lnTo>
                <a:lnTo>
                  <a:pt x="412" y="83"/>
                </a:lnTo>
                <a:lnTo>
                  <a:pt x="411" y="83"/>
                </a:lnTo>
                <a:lnTo>
                  <a:pt x="410" y="84"/>
                </a:lnTo>
                <a:lnTo>
                  <a:pt x="409" y="84"/>
                </a:lnTo>
                <a:lnTo>
                  <a:pt x="409" y="85"/>
                </a:lnTo>
                <a:lnTo>
                  <a:pt x="409" y="84"/>
                </a:lnTo>
                <a:lnTo>
                  <a:pt x="408" y="84"/>
                </a:lnTo>
                <a:lnTo>
                  <a:pt x="407" y="84"/>
                </a:lnTo>
                <a:lnTo>
                  <a:pt x="406" y="84"/>
                </a:lnTo>
                <a:lnTo>
                  <a:pt x="406" y="85"/>
                </a:lnTo>
                <a:lnTo>
                  <a:pt x="407" y="86"/>
                </a:lnTo>
                <a:lnTo>
                  <a:pt x="407" y="87"/>
                </a:lnTo>
                <a:lnTo>
                  <a:pt x="408" y="87"/>
                </a:lnTo>
                <a:lnTo>
                  <a:pt x="408" y="88"/>
                </a:lnTo>
                <a:lnTo>
                  <a:pt x="407" y="88"/>
                </a:lnTo>
                <a:lnTo>
                  <a:pt x="407" y="87"/>
                </a:lnTo>
                <a:lnTo>
                  <a:pt x="406" y="88"/>
                </a:lnTo>
                <a:lnTo>
                  <a:pt x="406" y="89"/>
                </a:lnTo>
                <a:lnTo>
                  <a:pt x="407" y="89"/>
                </a:lnTo>
                <a:lnTo>
                  <a:pt x="407" y="88"/>
                </a:lnTo>
                <a:lnTo>
                  <a:pt x="408" y="88"/>
                </a:lnTo>
                <a:lnTo>
                  <a:pt x="409" y="88"/>
                </a:lnTo>
                <a:lnTo>
                  <a:pt x="410" y="89"/>
                </a:lnTo>
                <a:lnTo>
                  <a:pt x="411" y="89"/>
                </a:lnTo>
                <a:lnTo>
                  <a:pt x="411" y="90"/>
                </a:lnTo>
                <a:lnTo>
                  <a:pt x="412" y="89"/>
                </a:lnTo>
                <a:lnTo>
                  <a:pt x="413" y="89"/>
                </a:lnTo>
                <a:lnTo>
                  <a:pt x="414" y="89"/>
                </a:lnTo>
                <a:lnTo>
                  <a:pt x="414" y="90"/>
                </a:lnTo>
                <a:lnTo>
                  <a:pt x="415" y="90"/>
                </a:lnTo>
                <a:lnTo>
                  <a:pt x="416" y="90"/>
                </a:lnTo>
                <a:lnTo>
                  <a:pt x="416" y="91"/>
                </a:lnTo>
                <a:lnTo>
                  <a:pt x="417" y="91"/>
                </a:lnTo>
                <a:lnTo>
                  <a:pt x="417" y="94"/>
                </a:lnTo>
                <a:lnTo>
                  <a:pt x="418" y="94"/>
                </a:lnTo>
                <a:lnTo>
                  <a:pt x="418" y="95"/>
                </a:lnTo>
                <a:lnTo>
                  <a:pt x="418" y="96"/>
                </a:lnTo>
                <a:lnTo>
                  <a:pt x="419" y="96"/>
                </a:lnTo>
                <a:lnTo>
                  <a:pt x="420" y="96"/>
                </a:lnTo>
                <a:lnTo>
                  <a:pt x="421" y="96"/>
                </a:lnTo>
                <a:lnTo>
                  <a:pt x="421" y="95"/>
                </a:lnTo>
                <a:lnTo>
                  <a:pt x="422" y="95"/>
                </a:lnTo>
                <a:lnTo>
                  <a:pt x="422" y="96"/>
                </a:lnTo>
                <a:lnTo>
                  <a:pt x="422" y="95"/>
                </a:lnTo>
                <a:lnTo>
                  <a:pt x="423" y="94"/>
                </a:lnTo>
                <a:lnTo>
                  <a:pt x="423" y="95"/>
                </a:lnTo>
                <a:lnTo>
                  <a:pt x="423" y="96"/>
                </a:lnTo>
                <a:lnTo>
                  <a:pt x="424" y="96"/>
                </a:lnTo>
                <a:lnTo>
                  <a:pt x="425" y="96"/>
                </a:lnTo>
                <a:lnTo>
                  <a:pt x="425" y="97"/>
                </a:lnTo>
                <a:lnTo>
                  <a:pt x="425" y="98"/>
                </a:lnTo>
                <a:lnTo>
                  <a:pt x="425" y="97"/>
                </a:lnTo>
                <a:lnTo>
                  <a:pt x="426" y="97"/>
                </a:lnTo>
                <a:lnTo>
                  <a:pt x="426" y="98"/>
                </a:lnTo>
                <a:lnTo>
                  <a:pt x="425" y="99"/>
                </a:lnTo>
                <a:lnTo>
                  <a:pt x="426" y="99"/>
                </a:lnTo>
                <a:lnTo>
                  <a:pt x="426" y="100"/>
                </a:lnTo>
                <a:lnTo>
                  <a:pt x="427" y="101"/>
                </a:lnTo>
                <a:lnTo>
                  <a:pt x="427" y="102"/>
                </a:lnTo>
                <a:lnTo>
                  <a:pt x="427" y="103"/>
                </a:lnTo>
                <a:lnTo>
                  <a:pt x="427" y="104"/>
                </a:lnTo>
                <a:lnTo>
                  <a:pt x="427" y="103"/>
                </a:lnTo>
                <a:lnTo>
                  <a:pt x="428" y="103"/>
                </a:lnTo>
                <a:lnTo>
                  <a:pt x="428" y="104"/>
                </a:lnTo>
                <a:lnTo>
                  <a:pt x="429" y="104"/>
                </a:lnTo>
                <a:lnTo>
                  <a:pt x="429" y="105"/>
                </a:lnTo>
                <a:lnTo>
                  <a:pt x="430" y="105"/>
                </a:lnTo>
                <a:lnTo>
                  <a:pt x="431" y="104"/>
                </a:lnTo>
                <a:lnTo>
                  <a:pt x="432" y="103"/>
                </a:lnTo>
                <a:lnTo>
                  <a:pt x="433" y="103"/>
                </a:lnTo>
                <a:lnTo>
                  <a:pt x="433" y="102"/>
                </a:lnTo>
                <a:lnTo>
                  <a:pt x="434" y="101"/>
                </a:lnTo>
                <a:lnTo>
                  <a:pt x="435" y="100"/>
                </a:lnTo>
                <a:lnTo>
                  <a:pt x="436" y="100"/>
                </a:lnTo>
                <a:lnTo>
                  <a:pt x="436" y="99"/>
                </a:lnTo>
                <a:lnTo>
                  <a:pt x="437" y="99"/>
                </a:lnTo>
                <a:lnTo>
                  <a:pt x="438" y="99"/>
                </a:lnTo>
                <a:lnTo>
                  <a:pt x="438" y="98"/>
                </a:lnTo>
                <a:lnTo>
                  <a:pt x="439" y="98"/>
                </a:lnTo>
                <a:lnTo>
                  <a:pt x="440" y="99"/>
                </a:lnTo>
                <a:lnTo>
                  <a:pt x="442" y="100"/>
                </a:lnTo>
                <a:lnTo>
                  <a:pt x="442" y="99"/>
                </a:lnTo>
                <a:lnTo>
                  <a:pt x="443" y="99"/>
                </a:lnTo>
                <a:lnTo>
                  <a:pt x="444" y="100"/>
                </a:lnTo>
                <a:lnTo>
                  <a:pt x="444" y="99"/>
                </a:lnTo>
                <a:lnTo>
                  <a:pt x="445" y="99"/>
                </a:lnTo>
                <a:lnTo>
                  <a:pt x="445" y="98"/>
                </a:lnTo>
                <a:lnTo>
                  <a:pt x="446" y="97"/>
                </a:lnTo>
                <a:lnTo>
                  <a:pt x="446" y="96"/>
                </a:lnTo>
                <a:lnTo>
                  <a:pt x="447" y="96"/>
                </a:lnTo>
                <a:lnTo>
                  <a:pt x="448" y="97"/>
                </a:lnTo>
                <a:lnTo>
                  <a:pt x="449" y="96"/>
                </a:lnTo>
                <a:lnTo>
                  <a:pt x="450" y="96"/>
                </a:lnTo>
                <a:lnTo>
                  <a:pt x="451" y="95"/>
                </a:lnTo>
                <a:lnTo>
                  <a:pt x="451" y="96"/>
                </a:lnTo>
                <a:lnTo>
                  <a:pt x="451" y="97"/>
                </a:lnTo>
                <a:lnTo>
                  <a:pt x="452" y="98"/>
                </a:lnTo>
                <a:lnTo>
                  <a:pt x="452" y="99"/>
                </a:lnTo>
                <a:lnTo>
                  <a:pt x="453" y="100"/>
                </a:lnTo>
                <a:lnTo>
                  <a:pt x="454" y="100"/>
                </a:lnTo>
                <a:lnTo>
                  <a:pt x="454" y="101"/>
                </a:lnTo>
                <a:lnTo>
                  <a:pt x="455" y="100"/>
                </a:lnTo>
                <a:lnTo>
                  <a:pt x="455" y="99"/>
                </a:lnTo>
                <a:lnTo>
                  <a:pt x="455" y="98"/>
                </a:lnTo>
                <a:lnTo>
                  <a:pt x="456" y="98"/>
                </a:lnTo>
                <a:lnTo>
                  <a:pt x="456" y="99"/>
                </a:lnTo>
                <a:lnTo>
                  <a:pt x="456" y="98"/>
                </a:lnTo>
                <a:lnTo>
                  <a:pt x="457" y="98"/>
                </a:lnTo>
                <a:lnTo>
                  <a:pt x="457" y="97"/>
                </a:lnTo>
                <a:lnTo>
                  <a:pt x="457" y="96"/>
                </a:lnTo>
                <a:lnTo>
                  <a:pt x="457" y="95"/>
                </a:lnTo>
                <a:lnTo>
                  <a:pt x="456" y="94"/>
                </a:lnTo>
                <a:lnTo>
                  <a:pt x="457" y="94"/>
                </a:lnTo>
                <a:lnTo>
                  <a:pt x="457" y="93"/>
                </a:lnTo>
                <a:lnTo>
                  <a:pt x="456" y="93"/>
                </a:lnTo>
                <a:lnTo>
                  <a:pt x="457" y="92"/>
                </a:lnTo>
                <a:lnTo>
                  <a:pt x="458" y="92"/>
                </a:lnTo>
                <a:lnTo>
                  <a:pt x="459" y="92"/>
                </a:lnTo>
                <a:lnTo>
                  <a:pt x="459" y="93"/>
                </a:lnTo>
                <a:lnTo>
                  <a:pt x="460" y="93"/>
                </a:lnTo>
                <a:lnTo>
                  <a:pt x="461" y="93"/>
                </a:lnTo>
                <a:lnTo>
                  <a:pt x="461" y="92"/>
                </a:lnTo>
                <a:lnTo>
                  <a:pt x="462" y="93"/>
                </a:lnTo>
                <a:lnTo>
                  <a:pt x="463" y="93"/>
                </a:lnTo>
                <a:lnTo>
                  <a:pt x="464" y="94"/>
                </a:lnTo>
                <a:lnTo>
                  <a:pt x="465" y="94"/>
                </a:lnTo>
                <a:lnTo>
                  <a:pt x="465" y="95"/>
                </a:lnTo>
                <a:lnTo>
                  <a:pt x="465" y="94"/>
                </a:lnTo>
                <a:lnTo>
                  <a:pt x="466" y="94"/>
                </a:lnTo>
                <a:lnTo>
                  <a:pt x="467" y="93"/>
                </a:lnTo>
                <a:lnTo>
                  <a:pt x="468" y="94"/>
                </a:lnTo>
                <a:lnTo>
                  <a:pt x="468" y="95"/>
                </a:lnTo>
                <a:lnTo>
                  <a:pt x="468" y="96"/>
                </a:lnTo>
                <a:lnTo>
                  <a:pt x="468" y="97"/>
                </a:lnTo>
                <a:lnTo>
                  <a:pt x="469" y="97"/>
                </a:lnTo>
                <a:lnTo>
                  <a:pt x="470" y="97"/>
                </a:lnTo>
                <a:lnTo>
                  <a:pt x="470" y="96"/>
                </a:lnTo>
                <a:lnTo>
                  <a:pt x="471" y="95"/>
                </a:lnTo>
                <a:lnTo>
                  <a:pt x="471" y="94"/>
                </a:lnTo>
                <a:lnTo>
                  <a:pt x="472" y="93"/>
                </a:lnTo>
                <a:lnTo>
                  <a:pt x="472" y="92"/>
                </a:lnTo>
                <a:lnTo>
                  <a:pt x="472" y="91"/>
                </a:lnTo>
                <a:lnTo>
                  <a:pt x="472" y="90"/>
                </a:lnTo>
                <a:lnTo>
                  <a:pt x="472" y="89"/>
                </a:lnTo>
                <a:lnTo>
                  <a:pt x="473" y="89"/>
                </a:lnTo>
                <a:lnTo>
                  <a:pt x="473" y="88"/>
                </a:lnTo>
                <a:lnTo>
                  <a:pt x="473" y="87"/>
                </a:lnTo>
                <a:lnTo>
                  <a:pt x="475" y="87"/>
                </a:lnTo>
                <a:lnTo>
                  <a:pt x="475" y="88"/>
                </a:lnTo>
                <a:lnTo>
                  <a:pt x="476" y="88"/>
                </a:lnTo>
                <a:lnTo>
                  <a:pt x="477" y="88"/>
                </a:lnTo>
                <a:lnTo>
                  <a:pt x="477" y="87"/>
                </a:lnTo>
                <a:lnTo>
                  <a:pt x="478" y="87"/>
                </a:lnTo>
                <a:lnTo>
                  <a:pt x="479" y="86"/>
                </a:lnTo>
                <a:lnTo>
                  <a:pt x="480" y="86"/>
                </a:lnTo>
                <a:lnTo>
                  <a:pt x="481" y="86"/>
                </a:lnTo>
                <a:lnTo>
                  <a:pt x="481" y="85"/>
                </a:lnTo>
                <a:lnTo>
                  <a:pt x="482" y="86"/>
                </a:lnTo>
                <a:lnTo>
                  <a:pt x="481" y="86"/>
                </a:lnTo>
                <a:lnTo>
                  <a:pt x="482" y="86"/>
                </a:lnTo>
                <a:lnTo>
                  <a:pt x="483" y="86"/>
                </a:lnTo>
                <a:lnTo>
                  <a:pt x="483" y="87"/>
                </a:lnTo>
                <a:lnTo>
                  <a:pt x="483" y="86"/>
                </a:lnTo>
                <a:lnTo>
                  <a:pt x="484" y="85"/>
                </a:lnTo>
                <a:lnTo>
                  <a:pt x="485" y="84"/>
                </a:lnTo>
                <a:lnTo>
                  <a:pt x="485" y="83"/>
                </a:lnTo>
                <a:lnTo>
                  <a:pt x="486" y="83"/>
                </a:lnTo>
                <a:lnTo>
                  <a:pt x="485" y="83"/>
                </a:lnTo>
                <a:lnTo>
                  <a:pt x="485" y="82"/>
                </a:lnTo>
                <a:lnTo>
                  <a:pt x="486" y="82"/>
                </a:lnTo>
                <a:lnTo>
                  <a:pt x="486" y="83"/>
                </a:lnTo>
                <a:lnTo>
                  <a:pt x="487" y="83"/>
                </a:lnTo>
                <a:lnTo>
                  <a:pt x="489" y="84"/>
                </a:lnTo>
                <a:lnTo>
                  <a:pt x="489" y="85"/>
                </a:lnTo>
                <a:lnTo>
                  <a:pt x="489" y="86"/>
                </a:lnTo>
                <a:lnTo>
                  <a:pt x="490" y="86"/>
                </a:lnTo>
                <a:lnTo>
                  <a:pt x="490" y="87"/>
                </a:lnTo>
                <a:lnTo>
                  <a:pt x="491" y="87"/>
                </a:lnTo>
                <a:lnTo>
                  <a:pt x="491" y="86"/>
                </a:lnTo>
                <a:lnTo>
                  <a:pt x="492" y="87"/>
                </a:lnTo>
                <a:lnTo>
                  <a:pt x="491" y="87"/>
                </a:lnTo>
                <a:lnTo>
                  <a:pt x="492" y="87"/>
                </a:lnTo>
                <a:lnTo>
                  <a:pt x="492" y="86"/>
                </a:lnTo>
                <a:lnTo>
                  <a:pt x="492" y="85"/>
                </a:lnTo>
                <a:lnTo>
                  <a:pt x="493" y="85"/>
                </a:lnTo>
                <a:lnTo>
                  <a:pt x="494" y="85"/>
                </a:lnTo>
                <a:lnTo>
                  <a:pt x="494" y="84"/>
                </a:lnTo>
                <a:lnTo>
                  <a:pt x="495" y="84"/>
                </a:lnTo>
                <a:lnTo>
                  <a:pt x="496" y="84"/>
                </a:lnTo>
                <a:lnTo>
                  <a:pt x="497" y="84"/>
                </a:lnTo>
                <a:lnTo>
                  <a:pt x="498" y="84"/>
                </a:lnTo>
                <a:lnTo>
                  <a:pt x="498" y="83"/>
                </a:lnTo>
                <a:lnTo>
                  <a:pt x="498" y="82"/>
                </a:lnTo>
                <a:lnTo>
                  <a:pt x="499" y="82"/>
                </a:lnTo>
                <a:lnTo>
                  <a:pt x="500" y="81"/>
                </a:lnTo>
                <a:lnTo>
                  <a:pt x="501" y="81"/>
                </a:lnTo>
                <a:lnTo>
                  <a:pt x="502" y="81"/>
                </a:lnTo>
                <a:lnTo>
                  <a:pt x="502" y="80"/>
                </a:lnTo>
                <a:lnTo>
                  <a:pt x="503" y="80"/>
                </a:lnTo>
                <a:lnTo>
                  <a:pt x="504" y="80"/>
                </a:lnTo>
                <a:lnTo>
                  <a:pt x="505" y="80"/>
                </a:lnTo>
                <a:lnTo>
                  <a:pt x="505" y="79"/>
                </a:lnTo>
                <a:lnTo>
                  <a:pt x="505" y="78"/>
                </a:lnTo>
                <a:lnTo>
                  <a:pt x="506" y="78"/>
                </a:lnTo>
                <a:lnTo>
                  <a:pt x="507" y="78"/>
                </a:lnTo>
                <a:lnTo>
                  <a:pt x="507" y="77"/>
                </a:lnTo>
                <a:lnTo>
                  <a:pt x="509" y="77"/>
                </a:lnTo>
                <a:lnTo>
                  <a:pt x="509" y="78"/>
                </a:lnTo>
                <a:lnTo>
                  <a:pt x="510" y="78"/>
                </a:lnTo>
                <a:lnTo>
                  <a:pt x="511" y="78"/>
                </a:lnTo>
                <a:lnTo>
                  <a:pt x="512" y="79"/>
                </a:lnTo>
                <a:lnTo>
                  <a:pt x="513" y="79"/>
                </a:lnTo>
                <a:lnTo>
                  <a:pt x="513" y="80"/>
                </a:lnTo>
                <a:lnTo>
                  <a:pt x="514" y="79"/>
                </a:lnTo>
                <a:lnTo>
                  <a:pt x="513" y="78"/>
                </a:lnTo>
                <a:lnTo>
                  <a:pt x="513" y="77"/>
                </a:lnTo>
                <a:lnTo>
                  <a:pt x="514" y="76"/>
                </a:lnTo>
                <a:lnTo>
                  <a:pt x="515" y="76"/>
                </a:lnTo>
                <a:lnTo>
                  <a:pt x="516" y="76"/>
                </a:lnTo>
                <a:lnTo>
                  <a:pt x="516" y="75"/>
                </a:lnTo>
                <a:lnTo>
                  <a:pt x="517" y="74"/>
                </a:lnTo>
                <a:lnTo>
                  <a:pt x="518" y="74"/>
                </a:lnTo>
                <a:lnTo>
                  <a:pt x="519" y="75"/>
                </a:lnTo>
                <a:lnTo>
                  <a:pt x="520" y="75"/>
                </a:lnTo>
                <a:lnTo>
                  <a:pt x="521" y="76"/>
                </a:lnTo>
                <a:lnTo>
                  <a:pt x="522" y="76"/>
                </a:lnTo>
                <a:lnTo>
                  <a:pt x="522" y="77"/>
                </a:lnTo>
                <a:lnTo>
                  <a:pt x="523" y="76"/>
                </a:lnTo>
                <a:lnTo>
                  <a:pt x="523" y="77"/>
                </a:lnTo>
                <a:lnTo>
                  <a:pt x="524" y="77"/>
                </a:lnTo>
                <a:lnTo>
                  <a:pt x="524" y="78"/>
                </a:lnTo>
                <a:lnTo>
                  <a:pt x="525" y="79"/>
                </a:lnTo>
                <a:lnTo>
                  <a:pt x="526" y="79"/>
                </a:lnTo>
                <a:lnTo>
                  <a:pt x="526" y="80"/>
                </a:lnTo>
                <a:lnTo>
                  <a:pt x="525" y="80"/>
                </a:lnTo>
                <a:lnTo>
                  <a:pt x="526" y="80"/>
                </a:lnTo>
                <a:lnTo>
                  <a:pt x="526" y="81"/>
                </a:lnTo>
                <a:lnTo>
                  <a:pt x="527" y="82"/>
                </a:lnTo>
                <a:lnTo>
                  <a:pt x="528" y="82"/>
                </a:lnTo>
                <a:lnTo>
                  <a:pt x="529" y="82"/>
                </a:lnTo>
                <a:lnTo>
                  <a:pt x="528" y="82"/>
                </a:lnTo>
                <a:lnTo>
                  <a:pt x="528" y="83"/>
                </a:lnTo>
                <a:lnTo>
                  <a:pt x="528" y="84"/>
                </a:lnTo>
                <a:lnTo>
                  <a:pt x="529" y="84"/>
                </a:lnTo>
                <a:lnTo>
                  <a:pt x="530" y="84"/>
                </a:lnTo>
                <a:lnTo>
                  <a:pt x="530" y="85"/>
                </a:lnTo>
                <a:lnTo>
                  <a:pt x="531" y="85"/>
                </a:lnTo>
                <a:lnTo>
                  <a:pt x="531" y="86"/>
                </a:lnTo>
                <a:lnTo>
                  <a:pt x="531" y="87"/>
                </a:lnTo>
                <a:lnTo>
                  <a:pt x="531" y="88"/>
                </a:lnTo>
                <a:lnTo>
                  <a:pt x="531" y="89"/>
                </a:lnTo>
                <a:lnTo>
                  <a:pt x="531" y="90"/>
                </a:lnTo>
                <a:lnTo>
                  <a:pt x="532" y="90"/>
                </a:lnTo>
                <a:lnTo>
                  <a:pt x="532" y="91"/>
                </a:lnTo>
                <a:lnTo>
                  <a:pt x="532" y="92"/>
                </a:lnTo>
                <a:lnTo>
                  <a:pt x="533" y="92"/>
                </a:lnTo>
                <a:lnTo>
                  <a:pt x="534" y="92"/>
                </a:lnTo>
                <a:lnTo>
                  <a:pt x="535" y="92"/>
                </a:lnTo>
                <a:lnTo>
                  <a:pt x="535" y="91"/>
                </a:lnTo>
                <a:lnTo>
                  <a:pt x="536" y="91"/>
                </a:lnTo>
                <a:lnTo>
                  <a:pt x="537" y="92"/>
                </a:lnTo>
                <a:lnTo>
                  <a:pt x="537" y="91"/>
                </a:lnTo>
                <a:lnTo>
                  <a:pt x="538" y="92"/>
                </a:lnTo>
                <a:lnTo>
                  <a:pt x="539" y="92"/>
                </a:lnTo>
                <a:lnTo>
                  <a:pt x="540" y="92"/>
                </a:lnTo>
                <a:lnTo>
                  <a:pt x="540" y="93"/>
                </a:lnTo>
                <a:lnTo>
                  <a:pt x="541" y="93"/>
                </a:lnTo>
                <a:lnTo>
                  <a:pt x="542" y="93"/>
                </a:lnTo>
                <a:lnTo>
                  <a:pt x="542" y="94"/>
                </a:lnTo>
                <a:lnTo>
                  <a:pt x="543" y="95"/>
                </a:lnTo>
                <a:lnTo>
                  <a:pt x="543" y="96"/>
                </a:lnTo>
                <a:lnTo>
                  <a:pt x="543" y="97"/>
                </a:lnTo>
                <a:lnTo>
                  <a:pt x="542" y="97"/>
                </a:lnTo>
                <a:lnTo>
                  <a:pt x="542" y="98"/>
                </a:lnTo>
                <a:lnTo>
                  <a:pt x="542" y="99"/>
                </a:lnTo>
                <a:lnTo>
                  <a:pt x="543" y="99"/>
                </a:lnTo>
                <a:lnTo>
                  <a:pt x="544" y="99"/>
                </a:lnTo>
                <a:lnTo>
                  <a:pt x="545" y="99"/>
                </a:lnTo>
                <a:lnTo>
                  <a:pt x="545" y="100"/>
                </a:lnTo>
                <a:lnTo>
                  <a:pt x="547" y="99"/>
                </a:lnTo>
                <a:lnTo>
                  <a:pt x="548" y="100"/>
                </a:lnTo>
                <a:lnTo>
                  <a:pt x="549" y="99"/>
                </a:lnTo>
                <a:lnTo>
                  <a:pt x="550" y="98"/>
                </a:lnTo>
                <a:lnTo>
                  <a:pt x="550" y="97"/>
                </a:lnTo>
                <a:lnTo>
                  <a:pt x="551" y="98"/>
                </a:lnTo>
                <a:lnTo>
                  <a:pt x="551" y="97"/>
                </a:lnTo>
                <a:lnTo>
                  <a:pt x="552" y="96"/>
                </a:lnTo>
                <a:lnTo>
                  <a:pt x="552" y="97"/>
                </a:lnTo>
                <a:lnTo>
                  <a:pt x="553" y="97"/>
                </a:lnTo>
                <a:lnTo>
                  <a:pt x="554" y="98"/>
                </a:lnTo>
                <a:lnTo>
                  <a:pt x="554" y="97"/>
                </a:lnTo>
                <a:lnTo>
                  <a:pt x="555" y="97"/>
                </a:lnTo>
                <a:lnTo>
                  <a:pt x="555" y="98"/>
                </a:lnTo>
                <a:lnTo>
                  <a:pt x="556" y="98"/>
                </a:lnTo>
                <a:lnTo>
                  <a:pt x="556" y="97"/>
                </a:lnTo>
                <a:lnTo>
                  <a:pt x="557" y="97"/>
                </a:lnTo>
                <a:lnTo>
                  <a:pt x="558" y="97"/>
                </a:lnTo>
                <a:lnTo>
                  <a:pt x="557" y="96"/>
                </a:lnTo>
                <a:lnTo>
                  <a:pt x="556" y="96"/>
                </a:lnTo>
                <a:lnTo>
                  <a:pt x="557" y="95"/>
                </a:lnTo>
                <a:lnTo>
                  <a:pt x="556" y="95"/>
                </a:lnTo>
                <a:lnTo>
                  <a:pt x="556" y="94"/>
                </a:lnTo>
                <a:lnTo>
                  <a:pt x="555" y="94"/>
                </a:lnTo>
                <a:lnTo>
                  <a:pt x="554" y="93"/>
                </a:lnTo>
                <a:lnTo>
                  <a:pt x="554" y="92"/>
                </a:lnTo>
                <a:lnTo>
                  <a:pt x="553" y="92"/>
                </a:lnTo>
                <a:lnTo>
                  <a:pt x="553" y="91"/>
                </a:lnTo>
                <a:lnTo>
                  <a:pt x="553" y="90"/>
                </a:lnTo>
                <a:lnTo>
                  <a:pt x="552" y="90"/>
                </a:lnTo>
                <a:lnTo>
                  <a:pt x="552" y="89"/>
                </a:lnTo>
                <a:lnTo>
                  <a:pt x="552" y="88"/>
                </a:lnTo>
                <a:lnTo>
                  <a:pt x="551" y="88"/>
                </a:lnTo>
                <a:lnTo>
                  <a:pt x="551" y="87"/>
                </a:lnTo>
                <a:lnTo>
                  <a:pt x="550" y="87"/>
                </a:lnTo>
                <a:lnTo>
                  <a:pt x="549" y="87"/>
                </a:lnTo>
                <a:lnTo>
                  <a:pt x="549" y="86"/>
                </a:lnTo>
                <a:lnTo>
                  <a:pt x="550" y="86"/>
                </a:lnTo>
                <a:lnTo>
                  <a:pt x="551" y="86"/>
                </a:lnTo>
                <a:lnTo>
                  <a:pt x="552" y="86"/>
                </a:lnTo>
                <a:lnTo>
                  <a:pt x="553" y="86"/>
                </a:lnTo>
                <a:lnTo>
                  <a:pt x="553" y="85"/>
                </a:lnTo>
                <a:lnTo>
                  <a:pt x="553" y="84"/>
                </a:lnTo>
                <a:lnTo>
                  <a:pt x="554" y="83"/>
                </a:lnTo>
                <a:lnTo>
                  <a:pt x="553" y="83"/>
                </a:lnTo>
                <a:lnTo>
                  <a:pt x="552" y="83"/>
                </a:lnTo>
                <a:lnTo>
                  <a:pt x="551" y="83"/>
                </a:lnTo>
                <a:lnTo>
                  <a:pt x="551" y="82"/>
                </a:lnTo>
                <a:lnTo>
                  <a:pt x="550" y="82"/>
                </a:lnTo>
                <a:lnTo>
                  <a:pt x="550" y="81"/>
                </a:lnTo>
                <a:lnTo>
                  <a:pt x="550" y="80"/>
                </a:lnTo>
                <a:lnTo>
                  <a:pt x="549" y="80"/>
                </a:lnTo>
                <a:lnTo>
                  <a:pt x="549" y="79"/>
                </a:lnTo>
                <a:lnTo>
                  <a:pt x="549" y="78"/>
                </a:lnTo>
                <a:lnTo>
                  <a:pt x="550" y="78"/>
                </a:lnTo>
                <a:lnTo>
                  <a:pt x="550" y="77"/>
                </a:lnTo>
                <a:lnTo>
                  <a:pt x="550" y="76"/>
                </a:lnTo>
                <a:lnTo>
                  <a:pt x="551" y="76"/>
                </a:lnTo>
                <a:lnTo>
                  <a:pt x="551" y="75"/>
                </a:lnTo>
                <a:lnTo>
                  <a:pt x="550" y="75"/>
                </a:lnTo>
                <a:lnTo>
                  <a:pt x="550" y="74"/>
                </a:lnTo>
                <a:lnTo>
                  <a:pt x="550" y="73"/>
                </a:lnTo>
                <a:lnTo>
                  <a:pt x="550" y="71"/>
                </a:lnTo>
                <a:lnTo>
                  <a:pt x="551" y="71"/>
                </a:lnTo>
                <a:lnTo>
                  <a:pt x="551" y="70"/>
                </a:lnTo>
                <a:lnTo>
                  <a:pt x="551" y="69"/>
                </a:lnTo>
                <a:lnTo>
                  <a:pt x="552" y="70"/>
                </a:lnTo>
                <a:lnTo>
                  <a:pt x="552" y="69"/>
                </a:lnTo>
                <a:lnTo>
                  <a:pt x="551" y="68"/>
                </a:lnTo>
                <a:lnTo>
                  <a:pt x="552" y="67"/>
                </a:lnTo>
                <a:lnTo>
                  <a:pt x="551" y="67"/>
                </a:lnTo>
                <a:lnTo>
                  <a:pt x="552" y="67"/>
                </a:lnTo>
                <a:lnTo>
                  <a:pt x="553" y="67"/>
                </a:lnTo>
                <a:lnTo>
                  <a:pt x="554" y="67"/>
                </a:lnTo>
                <a:lnTo>
                  <a:pt x="554" y="66"/>
                </a:lnTo>
                <a:lnTo>
                  <a:pt x="553" y="66"/>
                </a:lnTo>
                <a:lnTo>
                  <a:pt x="553" y="65"/>
                </a:lnTo>
                <a:lnTo>
                  <a:pt x="554" y="64"/>
                </a:lnTo>
                <a:lnTo>
                  <a:pt x="554" y="63"/>
                </a:lnTo>
                <a:lnTo>
                  <a:pt x="555" y="62"/>
                </a:lnTo>
                <a:lnTo>
                  <a:pt x="556" y="62"/>
                </a:lnTo>
                <a:lnTo>
                  <a:pt x="557" y="62"/>
                </a:lnTo>
                <a:lnTo>
                  <a:pt x="557" y="63"/>
                </a:lnTo>
                <a:lnTo>
                  <a:pt x="558" y="64"/>
                </a:lnTo>
                <a:lnTo>
                  <a:pt x="559" y="64"/>
                </a:lnTo>
                <a:lnTo>
                  <a:pt x="558" y="65"/>
                </a:lnTo>
                <a:lnTo>
                  <a:pt x="559" y="65"/>
                </a:lnTo>
                <a:lnTo>
                  <a:pt x="558" y="66"/>
                </a:lnTo>
                <a:lnTo>
                  <a:pt x="558" y="67"/>
                </a:lnTo>
                <a:lnTo>
                  <a:pt x="559" y="67"/>
                </a:lnTo>
                <a:lnTo>
                  <a:pt x="559" y="66"/>
                </a:lnTo>
                <a:lnTo>
                  <a:pt x="560" y="66"/>
                </a:lnTo>
                <a:lnTo>
                  <a:pt x="561" y="66"/>
                </a:lnTo>
                <a:lnTo>
                  <a:pt x="562" y="65"/>
                </a:lnTo>
                <a:lnTo>
                  <a:pt x="563" y="65"/>
                </a:lnTo>
                <a:lnTo>
                  <a:pt x="563" y="64"/>
                </a:lnTo>
                <a:lnTo>
                  <a:pt x="562" y="64"/>
                </a:lnTo>
                <a:lnTo>
                  <a:pt x="561" y="64"/>
                </a:lnTo>
                <a:lnTo>
                  <a:pt x="561" y="63"/>
                </a:lnTo>
                <a:lnTo>
                  <a:pt x="560" y="63"/>
                </a:lnTo>
                <a:lnTo>
                  <a:pt x="560" y="62"/>
                </a:lnTo>
                <a:lnTo>
                  <a:pt x="561" y="61"/>
                </a:lnTo>
                <a:lnTo>
                  <a:pt x="560" y="61"/>
                </a:lnTo>
                <a:lnTo>
                  <a:pt x="560" y="60"/>
                </a:lnTo>
                <a:lnTo>
                  <a:pt x="560" y="59"/>
                </a:lnTo>
                <a:lnTo>
                  <a:pt x="561" y="59"/>
                </a:lnTo>
                <a:lnTo>
                  <a:pt x="562" y="59"/>
                </a:lnTo>
                <a:lnTo>
                  <a:pt x="562" y="60"/>
                </a:lnTo>
                <a:lnTo>
                  <a:pt x="563" y="60"/>
                </a:lnTo>
                <a:lnTo>
                  <a:pt x="564" y="60"/>
                </a:lnTo>
                <a:lnTo>
                  <a:pt x="564" y="61"/>
                </a:lnTo>
                <a:lnTo>
                  <a:pt x="565" y="61"/>
                </a:lnTo>
                <a:lnTo>
                  <a:pt x="566" y="61"/>
                </a:lnTo>
                <a:lnTo>
                  <a:pt x="568" y="62"/>
                </a:lnTo>
                <a:lnTo>
                  <a:pt x="568" y="61"/>
                </a:lnTo>
                <a:lnTo>
                  <a:pt x="569" y="61"/>
                </a:lnTo>
                <a:lnTo>
                  <a:pt x="569" y="63"/>
                </a:lnTo>
                <a:lnTo>
                  <a:pt x="570" y="63"/>
                </a:lnTo>
                <a:lnTo>
                  <a:pt x="571" y="63"/>
                </a:lnTo>
                <a:lnTo>
                  <a:pt x="572" y="63"/>
                </a:lnTo>
                <a:lnTo>
                  <a:pt x="572" y="62"/>
                </a:lnTo>
                <a:lnTo>
                  <a:pt x="573" y="62"/>
                </a:lnTo>
                <a:lnTo>
                  <a:pt x="573" y="63"/>
                </a:lnTo>
                <a:lnTo>
                  <a:pt x="574" y="63"/>
                </a:lnTo>
                <a:lnTo>
                  <a:pt x="574" y="64"/>
                </a:lnTo>
                <a:lnTo>
                  <a:pt x="575" y="64"/>
                </a:lnTo>
                <a:lnTo>
                  <a:pt x="575" y="65"/>
                </a:lnTo>
                <a:lnTo>
                  <a:pt x="575" y="66"/>
                </a:lnTo>
                <a:lnTo>
                  <a:pt x="576" y="67"/>
                </a:lnTo>
                <a:lnTo>
                  <a:pt x="577" y="67"/>
                </a:lnTo>
                <a:lnTo>
                  <a:pt x="577" y="68"/>
                </a:lnTo>
                <a:lnTo>
                  <a:pt x="578" y="68"/>
                </a:lnTo>
                <a:lnTo>
                  <a:pt x="579" y="68"/>
                </a:lnTo>
                <a:lnTo>
                  <a:pt x="579" y="69"/>
                </a:lnTo>
                <a:lnTo>
                  <a:pt x="579" y="68"/>
                </a:lnTo>
                <a:lnTo>
                  <a:pt x="580" y="68"/>
                </a:lnTo>
                <a:lnTo>
                  <a:pt x="581" y="68"/>
                </a:lnTo>
                <a:lnTo>
                  <a:pt x="582" y="68"/>
                </a:lnTo>
                <a:lnTo>
                  <a:pt x="583" y="68"/>
                </a:lnTo>
                <a:lnTo>
                  <a:pt x="584" y="69"/>
                </a:lnTo>
                <a:lnTo>
                  <a:pt x="584" y="68"/>
                </a:lnTo>
                <a:lnTo>
                  <a:pt x="585" y="68"/>
                </a:lnTo>
                <a:lnTo>
                  <a:pt x="585" y="67"/>
                </a:lnTo>
                <a:lnTo>
                  <a:pt x="586" y="67"/>
                </a:lnTo>
                <a:lnTo>
                  <a:pt x="587" y="66"/>
                </a:lnTo>
                <a:lnTo>
                  <a:pt x="587" y="65"/>
                </a:lnTo>
                <a:lnTo>
                  <a:pt x="588" y="65"/>
                </a:lnTo>
                <a:lnTo>
                  <a:pt x="588" y="66"/>
                </a:lnTo>
                <a:lnTo>
                  <a:pt x="589" y="67"/>
                </a:lnTo>
                <a:lnTo>
                  <a:pt x="590" y="68"/>
                </a:lnTo>
                <a:lnTo>
                  <a:pt x="591" y="68"/>
                </a:lnTo>
                <a:lnTo>
                  <a:pt x="591" y="69"/>
                </a:lnTo>
                <a:lnTo>
                  <a:pt x="590" y="69"/>
                </a:lnTo>
                <a:lnTo>
                  <a:pt x="591" y="70"/>
                </a:lnTo>
                <a:lnTo>
                  <a:pt x="592" y="70"/>
                </a:lnTo>
                <a:lnTo>
                  <a:pt x="593" y="70"/>
                </a:lnTo>
                <a:lnTo>
                  <a:pt x="593" y="71"/>
                </a:lnTo>
                <a:lnTo>
                  <a:pt x="592" y="73"/>
                </a:lnTo>
                <a:lnTo>
                  <a:pt x="593" y="74"/>
                </a:lnTo>
                <a:lnTo>
                  <a:pt x="594" y="74"/>
                </a:lnTo>
                <a:lnTo>
                  <a:pt x="594" y="73"/>
                </a:lnTo>
                <a:lnTo>
                  <a:pt x="595" y="73"/>
                </a:lnTo>
                <a:lnTo>
                  <a:pt x="596" y="73"/>
                </a:lnTo>
                <a:lnTo>
                  <a:pt x="597" y="73"/>
                </a:lnTo>
                <a:lnTo>
                  <a:pt x="598" y="73"/>
                </a:lnTo>
                <a:lnTo>
                  <a:pt x="598" y="72"/>
                </a:lnTo>
                <a:lnTo>
                  <a:pt x="599" y="72"/>
                </a:lnTo>
                <a:lnTo>
                  <a:pt x="600" y="71"/>
                </a:lnTo>
                <a:lnTo>
                  <a:pt x="601" y="71"/>
                </a:lnTo>
                <a:lnTo>
                  <a:pt x="602" y="70"/>
                </a:lnTo>
                <a:lnTo>
                  <a:pt x="602" y="69"/>
                </a:lnTo>
                <a:lnTo>
                  <a:pt x="603" y="69"/>
                </a:lnTo>
                <a:lnTo>
                  <a:pt x="602" y="68"/>
                </a:lnTo>
                <a:lnTo>
                  <a:pt x="602" y="67"/>
                </a:lnTo>
                <a:lnTo>
                  <a:pt x="603" y="67"/>
                </a:lnTo>
                <a:lnTo>
                  <a:pt x="603" y="66"/>
                </a:lnTo>
                <a:lnTo>
                  <a:pt x="604" y="66"/>
                </a:lnTo>
                <a:lnTo>
                  <a:pt x="605" y="66"/>
                </a:lnTo>
                <a:lnTo>
                  <a:pt x="605" y="65"/>
                </a:lnTo>
                <a:lnTo>
                  <a:pt x="606" y="65"/>
                </a:lnTo>
                <a:lnTo>
                  <a:pt x="607" y="65"/>
                </a:lnTo>
                <a:lnTo>
                  <a:pt x="607" y="66"/>
                </a:lnTo>
                <a:lnTo>
                  <a:pt x="606" y="66"/>
                </a:lnTo>
                <a:lnTo>
                  <a:pt x="606" y="67"/>
                </a:lnTo>
                <a:lnTo>
                  <a:pt x="607" y="68"/>
                </a:lnTo>
                <a:lnTo>
                  <a:pt x="608" y="68"/>
                </a:lnTo>
                <a:lnTo>
                  <a:pt x="609" y="69"/>
                </a:lnTo>
                <a:lnTo>
                  <a:pt x="608" y="69"/>
                </a:lnTo>
                <a:lnTo>
                  <a:pt x="608" y="70"/>
                </a:lnTo>
                <a:lnTo>
                  <a:pt x="607" y="70"/>
                </a:lnTo>
                <a:lnTo>
                  <a:pt x="606" y="70"/>
                </a:lnTo>
                <a:lnTo>
                  <a:pt x="605" y="71"/>
                </a:lnTo>
                <a:lnTo>
                  <a:pt x="605" y="72"/>
                </a:lnTo>
                <a:lnTo>
                  <a:pt x="605" y="73"/>
                </a:lnTo>
                <a:lnTo>
                  <a:pt x="606" y="73"/>
                </a:lnTo>
                <a:lnTo>
                  <a:pt x="605" y="74"/>
                </a:lnTo>
                <a:lnTo>
                  <a:pt x="606" y="74"/>
                </a:lnTo>
                <a:lnTo>
                  <a:pt x="607" y="74"/>
                </a:lnTo>
                <a:lnTo>
                  <a:pt x="607" y="75"/>
                </a:lnTo>
                <a:lnTo>
                  <a:pt x="608" y="75"/>
                </a:lnTo>
                <a:lnTo>
                  <a:pt x="608" y="76"/>
                </a:lnTo>
                <a:lnTo>
                  <a:pt x="609" y="76"/>
                </a:lnTo>
                <a:lnTo>
                  <a:pt x="609" y="77"/>
                </a:lnTo>
                <a:lnTo>
                  <a:pt x="608" y="78"/>
                </a:lnTo>
                <a:lnTo>
                  <a:pt x="608" y="79"/>
                </a:lnTo>
                <a:lnTo>
                  <a:pt x="609" y="79"/>
                </a:lnTo>
                <a:lnTo>
                  <a:pt x="610" y="79"/>
                </a:lnTo>
                <a:lnTo>
                  <a:pt x="610" y="80"/>
                </a:lnTo>
                <a:lnTo>
                  <a:pt x="611" y="80"/>
                </a:lnTo>
                <a:lnTo>
                  <a:pt x="611" y="81"/>
                </a:lnTo>
                <a:lnTo>
                  <a:pt x="611" y="82"/>
                </a:lnTo>
                <a:lnTo>
                  <a:pt x="612" y="82"/>
                </a:lnTo>
                <a:lnTo>
                  <a:pt x="613" y="82"/>
                </a:lnTo>
                <a:lnTo>
                  <a:pt x="613" y="81"/>
                </a:lnTo>
                <a:lnTo>
                  <a:pt x="614" y="81"/>
                </a:lnTo>
                <a:lnTo>
                  <a:pt x="615" y="81"/>
                </a:lnTo>
                <a:lnTo>
                  <a:pt x="615" y="82"/>
                </a:lnTo>
                <a:lnTo>
                  <a:pt x="616" y="83"/>
                </a:lnTo>
                <a:lnTo>
                  <a:pt x="616" y="84"/>
                </a:lnTo>
                <a:lnTo>
                  <a:pt x="616" y="85"/>
                </a:lnTo>
                <a:lnTo>
                  <a:pt x="616" y="86"/>
                </a:lnTo>
                <a:lnTo>
                  <a:pt x="616" y="87"/>
                </a:lnTo>
                <a:lnTo>
                  <a:pt x="617" y="87"/>
                </a:lnTo>
                <a:lnTo>
                  <a:pt x="617" y="88"/>
                </a:lnTo>
                <a:lnTo>
                  <a:pt x="618" y="88"/>
                </a:lnTo>
                <a:lnTo>
                  <a:pt x="617" y="88"/>
                </a:lnTo>
                <a:lnTo>
                  <a:pt x="617" y="89"/>
                </a:lnTo>
                <a:lnTo>
                  <a:pt x="617" y="90"/>
                </a:lnTo>
                <a:lnTo>
                  <a:pt x="617" y="91"/>
                </a:lnTo>
                <a:lnTo>
                  <a:pt x="616" y="91"/>
                </a:lnTo>
                <a:lnTo>
                  <a:pt x="617" y="92"/>
                </a:lnTo>
                <a:lnTo>
                  <a:pt x="618" y="92"/>
                </a:lnTo>
                <a:lnTo>
                  <a:pt x="618" y="93"/>
                </a:lnTo>
                <a:lnTo>
                  <a:pt x="619" y="93"/>
                </a:lnTo>
                <a:lnTo>
                  <a:pt x="620" y="92"/>
                </a:lnTo>
                <a:lnTo>
                  <a:pt x="621" y="92"/>
                </a:lnTo>
                <a:lnTo>
                  <a:pt x="620" y="93"/>
                </a:lnTo>
                <a:lnTo>
                  <a:pt x="621" y="93"/>
                </a:lnTo>
                <a:lnTo>
                  <a:pt x="621" y="92"/>
                </a:lnTo>
                <a:lnTo>
                  <a:pt x="622" y="91"/>
                </a:lnTo>
                <a:lnTo>
                  <a:pt x="623" y="90"/>
                </a:lnTo>
                <a:lnTo>
                  <a:pt x="624" y="90"/>
                </a:lnTo>
                <a:lnTo>
                  <a:pt x="624" y="89"/>
                </a:lnTo>
                <a:lnTo>
                  <a:pt x="624" y="88"/>
                </a:lnTo>
                <a:lnTo>
                  <a:pt x="625" y="88"/>
                </a:lnTo>
                <a:lnTo>
                  <a:pt x="625" y="89"/>
                </a:lnTo>
                <a:lnTo>
                  <a:pt x="626" y="89"/>
                </a:lnTo>
                <a:lnTo>
                  <a:pt x="627" y="89"/>
                </a:lnTo>
                <a:lnTo>
                  <a:pt x="628" y="89"/>
                </a:lnTo>
                <a:lnTo>
                  <a:pt x="629" y="88"/>
                </a:lnTo>
                <a:lnTo>
                  <a:pt x="630" y="88"/>
                </a:lnTo>
                <a:lnTo>
                  <a:pt x="631" y="88"/>
                </a:lnTo>
                <a:lnTo>
                  <a:pt x="632" y="87"/>
                </a:lnTo>
                <a:lnTo>
                  <a:pt x="634" y="87"/>
                </a:lnTo>
                <a:lnTo>
                  <a:pt x="635" y="88"/>
                </a:lnTo>
                <a:lnTo>
                  <a:pt x="635" y="87"/>
                </a:lnTo>
                <a:lnTo>
                  <a:pt x="637" y="87"/>
                </a:lnTo>
                <a:lnTo>
                  <a:pt x="638" y="87"/>
                </a:lnTo>
                <a:lnTo>
                  <a:pt x="639" y="87"/>
                </a:lnTo>
                <a:lnTo>
                  <a:pt x="639" y="88"/>
                </a:lnTo>
                <a:lnTo>
                  <a:pt x="640" y="88"/>
                </a:lnTo>
                <a:lnTo>
                  <a:pt x="640" y="87"/>
                </a:lnTo>
                <a:lnTo>
                  <a:pt x="641" y="87"/>
                </a:lnTo>
                <a:lnTo>
                  <a:pt x="641" y="86"/>
                </a:lnTo>
                <a:lnTo>
                  <a:pt x="642" y="86"/>
                </a:lnTo>
                <a:lnTo>
                  <a:pt x="642" y="85"/>
                </a:lnTo>
                <a:lnTo>
                  <a:pt x="643" y="85"/>
                </a:lnTo>
                <a:lnTo>
                  <a:pt x="643" y="86"/>
                </a:lnTo>
                <a:lnTo>
                  <a:pt x="644" y="86"/>
                </a:lnTo>
                <a:lnTo>
                  <a:pt x="645" y="86"/>
                </a:lnTo>
                <a:lnTo>
                  <a:pt x="645" y="87"/>
                </a:lnTo>
                <a:lnTo>
                  <a:pt x="645" y="88"/>
                </a:lnTo>
                <a:lnTo>
                  <a:pt x="645" y="89"/>
                </a:lnTo>
                <a:lnTo>
                  <a:pt x="644" y="89"/>
                </a:lnTo>
                <a:lnTo>
                  <a:pt x="644" y="90"/>
                </a:lnTo>
                <a:lnTo>
                  <a:pt x="644" y="91"/>
                </a:lnTo>
                <a:lnTo>
                  <a:pt x="643" y="92"/>
                </a:lnTo>
                <a:lnTo>
                  <a:pt x="642" y="93"/>
                </a:lnTo>
                <a:lnTo>
                  <a:pt x="642" y="94"/>
                </a:lnTo>
                <a:lnTo>
                  <a:pt x="641" y="94"/>
                </a:lnTo>
                <a:lnTo>
                  <a:pt x="641" y="95"/>
                </a:lnTo>
                <a:lnTo>
                  <a:pt x="640" y="95"/>
                </a:lnTo>
                <a:lnTo>
                  <a:pt x="641" y="96"/>
                </a:lnTo>
                <a:lnTo>
                  <a:pt x="641" y="97"/>
                </a:lnTo>
                <a:lnTo>
                  <a:pt x="640" y="98"/>
                </a:lnTo>
                <a:lnTo>
                  <a:pt x="640" y="99"/>
                </a:lnTo>
                <a:lnTo>
                  <a:pt x="641" y="100"/>
                </a:lnTo>
                <a:lnTo>
                  <a:pt x="642" y="100"/>
                </a:lnTo>
                <a:lnTo>
                  <a:pt x="642" y="101"/>
                </a:lnTo>
                <a:lnTo>
                  <a:pt x="642" y="102"/>
                </a:lnTo>
                <a:lnTo>
                  <a:pt x="643" y="102"/>
                </a:lnTo>
                <a:lnTo>
                  <a:pt x="643" y="103"/>
                </a:lnTo>
                <a:lnTo>
                  <a:pt x="644" y="104"/>
                </a:lnTo>
                <a:lnTo>
                  <a:pt x="645" y="104"/>
                </a:lnTo>
                <a:lnTo>
                  <a:pt x="646" y="105"/>
                </a:lnTo>
                <a:lnTo>
                  <a:pt x="645" y="105"/>
                </a:lnTo>
                <a:lnTo>
                  <a:pt x="646" y="105"/>
                </a:lnTo>
                <a:lnTo>
                  <a:pt x="646" y="104"/>
                </a:lnTo>
                <a:lnTo>
                  <a:pt x="647" y="104"/>
                </a:lnTo>
                <a:lnTo>
                  <a:pt x="647" y="105"/>
                </a:lnTo>
                <a:lnTo>
                  <a:pt x="648" y="105"/>
                </a:lnTo>
                <a:lnTo>
                  <a:pt x="648" y="106"/>
                </a:lnTo>
                <a:lnTo>
                  <a:pt x="649" y="106"/>
                </a:lnTo>
                <a:lnTo>
                  <a:pt x="649" y="107"/>
                </a:lnTo>
                <a:lnTo>
                  <a:pt x="649" y="108"/>
                </a:lnTo>
                <a:lnTo>
                  <a:pt x="649" y="109"/>
                </a:lnTo>
                <a:lnTo>
                  <a:pt x="648" y="109"/>
                </a:lnTo>
                <a:lnTo>
                  <a:pt x="648" y="108"/>
                </a:lnTo>
                <a:lnTo>
                  <a:pt x="648" y="109"/>
                </a:lnTo>
                <a:lnTo>
                  <a:pt x="647" y="109"/>
                </a:lnTo>
                <a:lnTo>
                  <a:pt x="647" y="110"/>
                </a:lnTo>
                <a:lnTo>
                  <a:pt x="648" y="111"/>
                </a:lnTo>
                <a:lnTo>
                  <a:pt x="649" y="111"/>
                </a:lnTo>
                <a:lnTo>
                  <a:pt x="649" y="112"/>
                </a:lnTo>
                <a:lnTo>
                  <a:pt x="650" y="113"/>
                </a:lnTo>
                <a:lnTo>
                  <a:pt x="650" y="114"/>
                </a:lnTo>
                <a:lnTo>
                  <a:pt x="651" y="115"/>
                </a:lnTo>
                <a:lnTo>
                  <a:pt x="651" y="114"/>
                </a:lnTo>
                <a:lnTo>
                  <a:pt x="652" y="114"/>
                </a:lnTo>
                <a:lnTo>
                  <a:pt x="652" y="115"/>
                </a:lnTo>
                <a:lnTo>
                  <a:pt x="653" y="116"/>
                </a:lnTo>
                <a:lnTo>
                  <a:pt x="653" y="117"/>
                </a:lnTo>
                <a:lnTo>
                  <a:pt x="653" y="118"/>
                </a:lnTo>
                <a:lnTo>
                  <a:pt x="653" y="119"/>
                </a:lnTo>
                <a:lnTo>
                  <a:pt x="654" y="120"/>
                </a:lnTo>
                <a:lnTo>
                  <a:pt x="654" y="121"/>
                </a:lnTo>
                <a:lnTo>
                  <a:pt x="655" y="122"/>
                </a:lnTo>
                <a:lnTo>
                  <a:pt x="654" y="123"/>
                </a:lnTo>
                <a:lnTo>
                  <a:pt x="654" y="124"/>
                </a:lnTo>
                <a:lnTo>
                  <a:pt x="654" y="125"/>
                </a:lnTo>
                <a:lnTo>
                  <a:pt x="655" y="125"/>
                </a:lnTo>
                <a:lnTo>
                  <a:pt x="654" y="125"/>
                </a:lnTo>
                <a:lnTo>
                  <a:pt x="654" y="126"/>
                </a:lnTo>
                <a:lnTo>
                  <a:pt x="655" y="126"/>
                </a:lnTo>
                <a:lnTo>
                  <a:pt x="656" y="126"/>
                </a:lnTo>
                <a:lnTo>
                  <a:pt x="657" y="126"/>
                </a:lnTo>
                <a:lnTo>
                  <a:pt x="657" y="127"/>
                </a:lnTo>
                <a:lnTo>
                  <a:pt x="656" y="128"/>
                </a:lnTo>
                <a:lnTo>
                  <a:pt x="656" y="129"/>
                </a:lnTo>
                <a:lnTo>
                  <a:pt x="657" y="129"/>
                </a:lnTo>
                <a:lnTo>
                  <a:pt x="656" y="129"/>
                </a:lnTo>
                <a:lnTo>
                  <a:pt x="656" y="130"/>
                </a:lnTo>
                <a:lnTo>
                  <a:pt x="657" y="131"/>
                </a:lnTo>
                <a:lnTo>
                  <a:pt x="656" y="131"/>
                </a:lnTo>
                <a:lnTo>
                  <a:pt x="656" y="132"/>
                </a:lnTo>
                <a:lnTo>
                  <a:pt x="656" y="133"/>
                </a:lnTo>
                <a:lnTo>
                  <a:pt x="657" y="133"/>
                </a:lnTo>
                <a:lnTo>
                  <a:pt x="658" y="133"/>
                </a:lnTo>
                <a:lnTo>
                  <a:pt x="659" y="133"/>
                </a:lnTo>
                <a:lnTo>
                  <a:pt x="659" y="134"/>
                </a:lnTo>
                <a:lnTo>
                  <a:pt x="659" y="135"/>
                </a:lnTo>
                <a:lnTo>
                  <a:pt x="660" y="135"/>
                </a:lnTo>
                <a:lnTo>
                  <a:pt x="660" y="134"/>
                </a:lnTo>
                <a:lnTo>
                  <a:pt x="661" y="135"/>
                </a:lnTo>
                <a:lnTo>
                  <a:pt x="661" y="136"/>
                </a:lnTo>
                <a:lnTo>
                  <a:pt x="662" y="136"/>
                </a:lnTo>
                <a:lnTo>
                  <a:pt x="661" y="137"/>
                </a:lnTo>
                <a:lnTo>
                  <a:pt x="660" y="138"/>
                </a:lnTo>
                <a:lnTo>
                  <a:pt x="660" y="139"/>
                </a:lnTo>
                <a:lnTo>
                  <a:pt x="659" y="139"/>
                </a:lnTo>
                <a:lnTo>
                  <a:pt x="658" y="139"/>
                </a:lnTo>
                <a:lnTo>
                  <a:pt x="658" y="140"/>
                </a:lnTo>
                <a:lnTo>
                  <a:pt x="657" y="140"/>
                </a:lnTo>
                <a:lnTo>
                  <a:pt x="658" y="141"/>
                </a:lnTo>
                <a:lnTo>
                  <a:pt x="657" y="141"/>
                </a:lnTo>
                <a:lnTo>
                  <a:pt x="657" y="142"/>
                </a:lnTo>
                <a:lnTo>
                  <a:pt x="656" y="142"/>
                </a:lnTo>
                <a:lnTo>
                  <a:pt x="656" y="143"/>
                </a:lnTo>
                <a:lnTo>
                  <a:pt x="656" y="144"/>
                </a:lnTo>
                <a:lnTo>
                  <a:pt x="655" y="144"/>
                </a:lnTo>
                <a:lnTo>
                  <a:pt x="655" y="145"/>
                </a:lnTo>
                <a:lnTo>
                  <a:pt x="656" y="145"/>
                </a:lnTo>
                <a:lnTo>
                  <a:pt x="656" y="146"/>
                </a:lnTo>
                <a:lnTo>
                  <a:pt x="656" y="147"/>
                </a:lnTo>
                <a:lnTo>
                  <a:pt x="656" y="148"/>
                </a:lnTo>
                <a:lnTo>
                  <a:pt x="656" y="149"/>
                </a:lnTo>
                <a:lnTo>
                  <a:pt x="657" y="149"/>
                </a:lnTo>
                <a:lnTo>
                  <a:pt x="658" y="149"/>
                </a:lnTo>
                <a:lnTo>
                  <a:pt x="658" y="151"/>
                </a:lnTo>
                <a:lnTo>
                  <a:pt x="657" y="151"/>
                </a:lnTo>
                <a:lnTo>
                  <a:pt x="657" y="152"/>
                </a:lnTo>
                <a:lnTo>
                  <a:pt x="658" y="153"/>
                </a:lnTo>
                <a:lnTo>
                  <a:pt x="658" y="155"/>
                </a:lnTo>
                <a:lnTo>
                  <a:pt x="658" y="154"/>
                </a:lnTo>
                <a:lnTo>
                  <a:pt x="659" y="154"/>
                </a:lnTo>
                <a:lnTo>
                  <a:pt x="660" y="154"/>
                </a:lnTo>
                <a:lnTo>
                  <a:pt x="660" y="155"/>
                </a:lnTo>
                <a:lnTo>
                  <a:pt x="660" y="156"/>
                </a:lnTo>
                <a:lnTo>
                  <a:pt x="659" y="158"/>
                </a:lnTo>
                <a:lnTo>
                  <a:pt x="660" y="158"/>
                </a:lnTo>
                <a:lnTo>
                  <a:pt x="660" y="159"/>
                </a:lnTo>
                <a:lnTo>
                  <a:pt x="660" y="161"/>
                </a:lnTo>
                <a:lnTo>
                  <a:pt x="660" y="162"/>
                </a:lnTo>
                <a:lnTo>
                  <a:pt x="659" y="163"/>
                </a:lnTo>
                <a:lnTo>
                  <a:pt x="658" y="163"/>
                </a:lnTo>
                <a:lnTo>
                  <a:pt x="658" y="164"/>
                </a:lnTo>
                <a:lnTo>
                  <a:pt x="658" y="165"/>
                </a:lnTo>
                <a:lnTo>
                  <a:pt x="659" y="165"/>
                </a:lnTo>
                <a:lnTo>
                  <a:pt x="660" y="165"/>
                </a:lnTo>
                <a:lnTo>
                  <a:pt x="660" y="166"/>
                </a:lnTo>
                <a:lnTo>
                  <a:pt x="660" y="167"/>
                </a:lnTo>
                <a:lnTo>
                  <a:pt x="660" y="168"/>
                </a:lnTo>
                <a:lnTo>
                  <a:pt x="659" y="168"/>
                </a:lnTo>
                <a:lnTo>
                  <a:pt x="658" y="168"/>
                </a:lnTo>
                <a:lnTo>
                  <a:pt x="658" y="169"/>
                </a:lnTo>
                <a:lnTo>
                  <a:pt x="659" y="169"/>
                </a:lnTo>
                <a:lnTo>
                  <a:pt x="660" y="170"/>
                </a:lnTo>
                <a:lnTo>
                  <a:pt x="660" y="169"/>
                </a:lnTo>
                <a:lnTo>
                  <a:pt x="661" y="169"/>
                </a:lnTo>
                <a:lnTo>
                  <a:pt x="662" y="169"/>
                </a:lnTo>
                <a:lnTo>
                  <a:pt x="663" y="170"/>
                </a:lnTo>
                <a:lnTo>
                  <a:pt x="664" y="171"/>
                </a:lnTo>
                <a:lnTo>
                  <a:pt x="664" y="172"/>
                </a:lnTo>
                <a:lnTo>
                  <a:pt x="665" y="173"/>
                </a:lnTo>
                <a:lnTo>
                  <a:pt x="665" y="174"/>
                </a:lnTo>
                <a:lnTo>
                  <a:pt x="664" y="174"/>
                </a:lnTo>
                <a:lnTo>
                  <a:pt x="664" y="175"/>
                </a:lnTo>
                <a:lnTo>
                  <a:pt x="665" y="176"/>
                </a:lnTo>
                <a:lnTo>
                  <a:pt x="665" y="177"/>
                </a:lnTo>
                <a:lnTo>
                  <a:pt x="666" y="178"/>
                </a:lnTo>
                <a:lnTo>
                  <a:pt x="666" y="180"/>
                </a:lnTo>
                <a:lnTo>
                  <a:pt x="666" y="181"/>
                </a:lnTo>
                <a:lnTo>
                  <a:pt x="667" y="182"/>
                </a:lnTo>
                <a:lnTo>
                  <a:pt x="666" y="183"/>
                </a:lnTo>
                <a:lnTo>
                  <a:pt x="667" y="184"/>
                </a:lnTo>
                <a:lnTo>
                  <a:pt x="666" y="184"/>
                </a:lnTo>
                <a:lnTo>
                  <a:pt x="666" y="186"/>
                </a:lnTo>
                <a:lnTo>
                  <a:pt x="667" y="187"/>
                </a:lnTo>
                <a:lnTo>
                  <a:pt x="668" y="187"/>
                </a:lnTo>
                <a:lnTo>
                  <a:pt x="669" y="188"/>
                </a:lnTo>
                <a:lnTo>
                  <a:pt x="670" y="188"/>
                </a:lnTo>
                <a:lnTo>
                  <a:pt x="669" y="188"/>
                </a:lnTo>
                <a:lnTo>
                  <a:pt x="670" y="189"/>
                </a:lnTo>
                <a:lnTo>
                  <a:pt x="671" y="189"/>
                </a:lnTo>
                <a:lnTo>
                  <a:pt x="673" y="190"/>
                </a:lnTo>
                <a:lnTo>
                  <a:pt x="673" y="191"/>
                </a:lnTo>
                <a:lnTo>
                  <a:pt x="674" y="191"/>
                </a:lnTo>
                <a:lnTo>
                  <a:pt x="675" y="190"/>
                </a:lnTo>
                <a:lnTo>
                  <a:pt x="675" y="191"/>
                </a:lnTo>
                <a:lnTo>
                  <a:pt x="676" y="191"/>
                </a:lnTo>
                <a:lnTo>
                  <a:pt x="676" y="192"/>
                </a:lnTo>
                <a:lnTo>
                  <a:pt x="677" y="192"/>
                </a:lnTo>
                <a:lnTo>
                  <a:pt x="678" y="192"/>
                </a:lnTo>
                <a:lnTo>
                  <a:pt x="679" y="193"/>
                </a:lnTo>
                <a:lnTo>
                  <a:pt x="679" y="194"/>
                </a:lnTo>
                <a:lnTo>
                  <a:pt x="677" y="195"/>
                </a:lnTo>
                <a:lnTo>
                  <a:pt x="676" y="196"/>
                </a:lnTo>
                <a:lnTo>
                  <a:pt x="675" y="197"/>
                </a:lnTo>
                <a:lnTo>
                  <a:pt x="674" y="198"/>
                </a:lnTo>
                <a:lnTo>
                  <a:pt x="674" y="199"/>
                </a:lnTo>
                <a:lnTo>
                  <a:pt x="674" y="200"/>
                </a:lnTo>
                <a:lnTo>
                  <a:pt x="673" y="200"/>
                </a:lnTo>
                <a:lnTo>
                  <a:pt x="672" y="200"/>
                </a:lnTo>
                <a:lnTo>
                  <a:pt x="671" y="200"/>
                </a:lnTo>
                <a:lnTo>
                  <a:pt x="670" y="201"/>
                </a:lnTo>
                <a:lnTo>
                  <a:pt x="670" y="202"/>
                </a:lnTo>
                <a:lnTo>
                  <a:pt x="670" y="201"/>
                </a:lnTo>
                <a:lnTo>
                  <a:pt x="669" y="201"/>
                </a:lnTo>
                <a:lnTo>
                  <a:pt x="669" y="200"/>
                </a:lnTo>
                <a:lnTo>
                  <a:pt x="670" y="200"/>
                </a:lnTo>
                <a:lnTo>
                  <a:pt x="670" y="199"/>
                </a:lnTo>
                <a:lnTo>
                  <a:pt x="669" y="199"/>
                </a:lnTo>
                <a:lnTo>
                  <a:pt x="669" y="198"/>
                </a:lnTo>
                <a:lnTo>
                  <a:pt x="670" y="198"/>
                </a:lnTo>
                <a:lnTo>
                  <a:pt x="670" y="197"/>
                </a:lnTo>
                <a:lnTo>
                  <a:pt x="669" y="196"/>
                </a:lnTo>
                <a:lnTo>
                  <a:pt x="669" y="195"/>
                </a:lnTo>
                <a:lnTo>
                  <a:pt x="669" y="194"/>
                </a:lnTo>
                <a:lnTo>
                  <a:pt x="667" y="194"/>
                </a:lnTo>
                <a:lnTo>
                  <a:pt x="665" y="194"/>
                </a:lnTo>
                <a:lnTo>
                  <a:pt x="665" y="193"/>
                </a:lnTo>
                <a:lnTo>
                  <a:pt x="665" y="194"/>
                </a:lnTo>
                <a:lnTo>
                  <a:pt x="664" y="194"/>
                </a:lnTo>
                <a:lnTo>
                  <a:pt x="661" y="193"/>
                </a:lnTo>
                <a:lnTo>
                  <a:pt x="660" y="194"/>
                </a:lnTo>
                <a:lnTo>
                  <a:pt x="660" y="195"/>
                </a:lnTo>
                <a:lnTo>
                  <a:pt x="659" y="195"/>
                </a:lnTo>
                <a:lnTo>
                  <a:pt x="659" y="196"/>
                </a:lnTo>
                <a:lnTo>
                  <a:pt x="660" y="196"/>
                </a:lnTo>
                <a:lnTo>
                  <a:pt x="660" y="197"/>
                </a:lnTo>
                <a:lnTo>
                  <a:pt x="660" y="198"/>
                </a:lnTo>
                <a:lnTo>
                  <a:pt x="659" y="198"/>
                </a:lnTo>
                <a:lnTo>
                  <a:pt x="659" y="199"/>
                </a:lnTo>
                <a:lnTo>
                  <a:pt x="659" y="200"/>
                </a:lnTo>
                <a:lnTo>
                  <a:pt x="659" y="201"/>
                </a:lnTo>
                <a:lnTo>
                  <a:pt x="660" y="201"/>
                </a:lnTo>
                <a:lnTo>
                  <a:pt x="660" y="200"/>
                </a:lnTo>
                <a:lnTo>
                  <a:pt x="661" y="200"/>
                </a:lnTo>
                <a:lnTo>
                  <a:pt x="662" y="200"/>
                </a:lnTo>
                <a:lnTo>
                  <a:pt x="662" y="199"/>
                </a:lnTo>
                <a:lnTo>
                  <a:pt x="663" y="200"/>
                </a:lnTo>
                <a:lnTo>
                  <a:pt x="664" y="200"/>
                </a:lnTo>
                <a:lnTo>
                  <a:pt x="664" y="201"/>
                </a:lnTo>
                <a:lnTo>
                  <a:pt x="663" y="201"/>
                </a:lnTo>
                <a:lnTo>
                  <a:pt x="662" y="201"/>
                </a:lnTo>
                <a:lnTo>
                  <a:pt x="662" y="202"/>
                </a:lnTo>
                <a:lnTo>
                  <a:pt x="662" y="203"/>
                </a:lnTo>
                <a:lnTo>
                  <a:pt x="662" y="204"/>
                </a:lnTo>
                <a:lnTo>
                  <a:pt x="662" y="205"/>
                </a:lnTo>
                <a:lnTo>
                  <a:pt x="661" y="205"/>
                </a:lnTo>
                <a:lnTo>
                  <a:pt x="660" y="205"/>
                </a:lnTo>
                <a:lnTo>
                  <a:pt x="659" y="205"/>
                </a:lnTo>
                <a:lnTo>
                  <a:pt x="658" y="205"/>
                </a:lnTo>
                <a:lnTo>
                  <a:pt x="658" y="204"/>
                </a:lnTo>
                <a:lnTo>
                  <a:pt x="657" y="204"/>
                </a:lnTo>
                <a:lnTo>
                  <a:pt x="656" y="204"/>
                </a:lnTo>
                <a:lnTo>
                  <a:pt x="656" y="203"/>
                </a:lnTo>
                <a:lnTo>
                  <a:pt x="657" y="202"/>
                </a:lnTo>
                <a:lnTo>
                  <a:pt x="658" y="202"/>
                </a:lnTo>
                <a:lnTo>
                  <a:pt x="659" y="202"/>
                </a:lnTo>
                <a:lnTo>
                  <a:pt x="658" y="202"/>
                </a:lnTo>
                <a:lnTo>
                  <a:pt x="657" y="202"/>
                </a:lnTo>
                <a:lnTo>
                  <a:pt x="656" y="202"/>
                </a:lnTo>
                <a:lnTo>
                  <a:pt x="655" y="202"/>
                </a:lnTo>
                <a:lnTo>
                  <a:pt x="655" y="201"/>
                </a:lnTo>
                <a:lnTo>
                  <a:pt x="653" y="201"/>
                </a:lnTo>
                <a:lnTo>
                  <a:pt x="652" y="201"/>
                </a:lnTo>
                <a:lnTo>
                  <a:pt x="651" y="201"/>
                </a:lnTo>
                <a:lnTo>
                  <a:pt x="652" y="201"/>
                </a:lnTo>
                <a:lnTo>
                  <a:pt x="653" y="202"/>
                </a:lnTo>
                <a:lnTo>
                  <a:pt x="652" y="204"/>
                </a:lnTo>
                <a:lnTo>
                  <a:pt x="651" y="206"/>
                </a:lnTo>
                <a:lnTo>
                  <a:pt x="651" y="207"/>
                </a:lnTo>
                <a:lnTo>
                  <a:pt x="650" y="206"/>
                </a:lnTo>
                <a:lnTo>
                  <a:pt x="650" y="207"/>
                </a:lnTo>
                <a:lnTo>
                  <a:pt x="650" y="208"/>
                </a:lnTo>
                <a:lnTo>
                  <a:pt x="650" y="209"/>
                </a:lnTo>
                <a:lnTo>
                  <a:pt x="651" y="209"/>
                </a:lnTo>
                <a:lnTo>
                  <a:pt x="651" y="210"/>
                </a:lnTo>
                <a:lnTo>
                  <a:pt x="650" y="210"/>
                </a:lnTo>
                <a:lnTo>
                  <a:pt x="649" y="210"/>
                </a:lnTo>
                <a:lnTo>
                  <a:pt x="648" y="211"/>
                </a:lnTo>
                <a:lnTo>
                  <a:pt x="647" y="211"/>
                </a:lnTo>
                <a:lnTo>
                  <a:pt x="646" y="211"/>
                </a:lnTo>
                <a:lnTo>
                  <a:pt x="647" y="211"/>
                </a:lnTo>
                <a:lnTo>
                  <a:pt x="648" y="211"/>
                </a:lnTo>
                <a:lnTo>
                  <a:pt x="649" y="211"/>
                </a:lnTo>
                <a:lnTo>
                  <a:pt x="650" y="212"/>
                </a:lnTo>
                <a:lnTo>
                  <a:pt x="650" y="213"/>
                </a:lnTo>
                <a:lnTo>
                  <a:pt x="650" y="214"/>
                </a:lnTo>
                <a:lnTo>
                  <a:pt x="650" y="215"/>
                </a:lnTo>
                <a:lnTo>
                  <a:pt x="649" y="215"/>
                </a:lnTo>
                <a:lnTo>
                  <a:pt x="648" y="215"/>
                </a:lnTo>
                <a:lnTo>
                  <a:pt x="648" y="216"/>
                </a:lnTo>
                <a:lnTo>
                  <a:pt x="647" y="217"/>
                </a:lnTo>
                <a:lnTo>
                  <a:pt x="647" y="218"/>
                </a:lnTo>
                <a:lnTo>
                  <a:pt x="646" y="217"/>
                </a:lnTo>
                <a:lnTo>
                  <a:pt x="645" y="216"/>
                </a:lnTo>
                <a:lnTo>
                  <a:pt x="645" y="217"/>
                </a:lnTo>
                <a:lnTo>
                  <a:pt x="645" y="218"/>
                </a:lnTo>
                <a:lnTo>
                  <a:pt x="646" y="219"/>
                </a:lnTo>
                <a:lnTo>
                  <a:pt x="645" y="220"/>
                </a:lnTo>
                <a:lnTo>
                  <a:pt x="644" y="221"/>
                </a:lnTo>
                <a:lnTo>
                  <a:pt x="644" y="223"/>
                </a:lnTo>
                <a:lnTo>
                  <a:pt x="643" y="223"/>
                </a:lnTo>
                <a:lnTo>
                  <a:pt x="642" y="224"/>
                </a:lnTo>
                <a:lnTo>
                  <a:pt x="641" y="223"/>
                </a:lnTo>
                <a:lnTo>
                  <a:pt x="641" y="224"/>
                </a:lnTo>
                <a:lnTo>
                  <a:pt x="641" y="225"/>
                </a:lnTo>
                <a:lnTo>
                  <a:pt x="641" y="226"/>
                </a:lnTo>
                <a:lnTo>
                  <a:pt x="640" y="226"/>
                </a:lnTo>
                <a:lnTo>
                  <a:pt x="641" y="226"/>
                </a:lnTo>
                <a:lnTo>
                  <a:pt x="642" y="227"/>
                </a:lnTo>
                <a:lnTo>
                  <a:pt x="642" y="228"/>
                </a:lnTo>
                <a:lnTo>
                  <a:pt x="642" y="230"/>
                </a:lnTo>
                <a:lnTo>
                  <a:pt x="642" y="231"/>
                </a:lnTo>
                <a:lnTo>
                  <a:pt x="642" y="232"/>
                </a:lnTo>
                <a:lnTo>
                  <a:pt x="643" y="233"/>
                </a:lnTo>
                <a:lnTo>
                  <a:pt x="644" y="233"/>
                </a:lnTo>
                <a:lnTo>
                  <a:pt x="645" y="233"/>
                </a:lnTo>
                <a:lnTo>
                  <a:pt x="644" y="234"/>
                </a:lnTo>
                <a:lnTo>
                  <a:pt x="644" y="235"/>
                </a:lnTo>
                <a:lnTo>
                  <a:pt x="644" y="236"/>
                </a:lnTo>
                <a:lnTo>
                  <a:pt x="643" y="236"/>
                </a:lnTo>
                <a:lnTo>
                  <a:pt x="642" y="235"/>
                </a:lnTo>
                <a:lnTo>
                  <a:pt x="642" y="234"/>
                </a:lnTo>
                <a:lnTo>
                  <a:pt x="641" y="234"/>
                </a:lnTo>
                <a:lnTo>
                  <a:pt x="640" y="233"/>
                </a:lnTo>
                <a:lnTo>
                  <a:pt x="640" y="232"/>
                </a:lnTo>
                <a:lnTo>
                  <a:pt x="640" y="231"/>
                </a:lnTo>
                <a:lnTo>
                  <a:pt x="639" y="231"/>
                </a:lnTo>
                <a:lnTo>
                  <a:pt x="638" y="231"/>
                </a:lnTo>
                <a:lnTo>
                  <a:pt x="638" y="230"/>
                </a:lnTo>
                <a:lnTo>
                  <a:pt x="637" y="231"/>
                </a:lnTo>
                <a:lnTo>
                  <a:pt x="637" y="232"/>
                </a:lnTo>
                <a:lnTo>
                  <a:pt x="638" y="232"/>
                </a:lnTo>
                <a:lnTo>
                  <a:pt x="638" y="231"/>
                </a:lnTo>
                <a:lnTo>
                  <a:pt x="639" y="232"/>
                </a:lnTo>
                <a:lnTo>
                  <a:pt x="638" y="232"/>
                </a:lnTo>
                <a:lnTo>
                  <a:pt x="637" y="233"/>
                </a:lnTo>
                <a:lnTo>
                  <a:pt x="637" y="232"/>
                </a:lnTo>
                <a:lnTo>
                  <a:pt x="636" y="233"/>
                </a:lnTo>
                <a:lnTo>
                  <a:pt x="635" y="233"/>
                </a:lnTo>
                <a:lnTo>
                  <a:pt x="635" y="234"/>
                </a:lnTo>
                <a:lnTo>
                  <a:pt x="634" y="235"/>
                </a:lnTo>
                <a:lnTo>
                  <a:pt x="632" y="235"/>
                </a:lnTo>
                <a:lnTo>
                  <a:pt x="631" y="237"/>
                </a:lnTo>
                <a:lnTo>
                  <a:pt x="631" y="238"/>
                </a:lnTo>
                <a:lnTo>
                  <a:pt x="631" y="239"/>
                </a:lnTo>
                <a:lnTo>
                  <a:pt x="630" y="240"/>
                </a:lnTo>
                <a:lnTo>
                  <a:pt x="629" y="241"/>
                </a:lnTo>
                <a:lnTo>
                  <a:pt x="628" y="240"/>
                </a:lnTo>
                <a:lnTo>
                  <a:pt x="628" y="239"/>
                </a:lnTo>
                <a:lnTo>
                  <a:pt x="628" y="240"/>
                </a:lnTo>
                <a:lnTo>
                  <a:pt x="628" y="239"/>
                </a:lnTo>
                <a:lnTo>
                  <a:pt x="627" y="239"/>
                </a:lnTo>
                <a:lnTo>
                  <a:pt x="626" y="239"/>
                </a:lnTo>
                <a:lnTo>
                  <a:pt x="626" y="238"/>
                </a:lnTo>
                <a:lnTo>
                  <a:pt x="626" y="237"/>
                </a:lnTo>
                <a:lnTo>
                  <a:pt x="627" y="237"/>
                </a:lnTo>
                <a:lnTo>
                  <a:pt x="627" y="236"/>
                </a:lnTo>
                <a:lnTo>
                  <a:pt x="627" y="235"/>
                </a:lnTo>
                <a:lnTo>
                  <a:pt x="626" y="235"/>
                </a:lnTo>
                <a:lnTo>
                  <a:pt x="627" y="236"/>
                </a:lnTo>
                <a:lnTo>
                  <a:pt x="627" y="237"/>
                </a:lnTo>
                <a:lnTo>
                  <a:pt x="626" y="237"/>
                </a:lnTo>
                <a:lnTo>
                  <a:pt x="626" y="236"/>
                </a:lnTo>
                <a:lnTo>
                  <a:pt x="626" y="237"/>
                </a:lnTo>
                <a:lnTo>
                  <a:pt x="625" y="238"/>
                </a:lnTo>
                <a:lnTo>
                  <a:pt x="624" y="238"/>
                </a:lnTo>
                <a:lnTo>
                  <a:pt x="623" y="239"/>
                </a:lnTo>
                <a:lnTo>
                  <a:pt x="622" y="240"/>
                </a:lnTo>
                <a:lnTo>
                  <a:pt x="621" y="241"/>
                </a:lnTo>
                <a:lnTo>
                  <a:pt x="621" y="242"/>
                </a:lnTo>
                <a:lnTo>
                  <a:pt x="620" y="242"/>
                </a:lnTo>
                <a:lnTo>
                  <a:pt x="620" y="243"/>
                </a:lnTo>
                <a:lnTo>
                  <a:pt x="620" y="244"/>
                </a:lnTo>
                <a:lnTo>
                  <a:pt x="620" y="245"/>
                </a:lnTo>
                <a:lnTo>
                  <a:pt x="619" y="245"/>
                </a:lnTo>
                <a:lnTo>
                  <a:pt x="619" y="247"/>
                </a:lnTo>
                <a:lnTo>
                  <a:pt x="620" y="247"/>
                </a:lnTo>
                <a:lnTo>
                  <a:pt x="620" y="248"/>
                </a:lnTo>
                <a:lnTo>
                  <a:pt x="621" y="248"/>
                </a:lnTo>
                <a:lnTo>
                  <a:pt x="621" y="249"/>
                </a:lnTo>
                <a:lnTo>
                  <a:pt x="621" y="250"/>
                </a:lnTo>
                <a:lnTo>
                  <a:pt x="621" y="251"/>
                </a:lnTo>
                <a:lnTo>
                  <a:pt x="621" y="252"/>
                </a:lnTo>
                <a:lnTo>
                  <a:pt x="621" y="253"/>
                </a:lnTo>
                <a:lnTo>
                  <a:pt x="621" y="254"/>
                </a:lnTo>
                <a:lnTo>
                  <a:pt x="622" y="255"/>
                </a:lnTo>
                <a:lnTo>
                  <a:pt x="622" y="256"/>
                </a:lnTo>
                <a:lnTo>
                  <a:pt x="621" y="256"/>
                </a:lnTo>
                <a:lnTo>
                  <a:pt x="622" y="257"/>
                </a:lnTo>
                <a:lnTo>
                  <a:pt x="621" y="257"/>
                </a:lnTo>
                <a:lnTo>
                  <a:pt x="621" y="258"/>
                </a:lnTo>
                <a:lnTo>
                  <a:pt x="620" y="258"/>
                </a:lnTo>
                <a:lnTo>
                  <a:pt x="620" y="257"/>
                </a:lnTo>
                <a:lnTo>
                  <a:pt x="619" y="257"/>
                </a:lnTo>
                <a:lnTo>
                  <a:pt x="618" y="258"/>
                </a:lnTo>
                <a:lnTo>
                  <a:pt x="618" y="259"/>
                </a:lnTo>
                <a:lnTo>
                  <a:pt x="618" y="260"/>
                </a:lnTo>
                <a:lnTo>
                  <a:pt x="618" y="261"/>
                </a:lnTo>
                <a:lnTo>
                  <a:pt x="617" y="261"/>
                </a:lnTo>
                <a:lnTo>
                  <a:pt x="617" y="262"/>
                </a:lnTo>
                <a:lnTo>
                  <a:pt x="617" y="263"/>
                </a:lnTo>
                <a:lnTo>
                  <a:pt x="616" y="264"/>
                </a:lnTo>
                <a:lnTo>
                  <a:pt x="615" y="264"/>
                </a:lnTo>
                <a:lnTo>
                  <a:pt x="615" y="263"/>
                </a:lnTo>
                <a:lnTo>
                  <a:pt x="614" y="263"/>
                </a:lnTo>
                <a:lnTo>
                  <a:pt x="613" y="263"/>
                </a:lnTo>
                <a:lnTo>
                  <a:pt x="612" y="263"/>
                </a:lnTo>
                <a:lnTo>
                  <a:pt x="611" y="263"/>
                </a:lnTo>
                <a:lnTo>
                  <a:pt x="611" y="264"/>
                </a:lnTo>
                <a:lnTo>
                  <a:pt x="610" y="264"/>
                </a:lnTo>
                <a:lnTo>
                  <a:pt x="609" y="264"/>
                </a:lnTo>
                <a:lnTo>
                  <a:pt x="608" y="264"/>
                </a:lnTo>
                <a:lnTo>
                  <a:pt x="607" y="264"/>
                </a:lnTo>
                <a:lnTo>
                  <a:pt x="606" y="264"/>
                </a:lnTo>
                <a:lnTo>
                  <a:pt x="606" y="265"/>
                </a:lnTo>
                <a:lnTo>
                  <a:pt x="605" y="265"/>
                </a:lnTo>
                <a:lnTo>
                  <a:pt x="605" y="264"/>
                </a:lnTo>
                <a:lnTo>
                  <a:pt x="604" y="264"/>
                </a:lnTo>
                <a:lnTo>
                  <a:pt x="603" y="264"/>
                </a:lnTo>
                <a:lnTo>
                  <a:pt x="602" y="263"/>
                </a:lnTo>
                <a:lnTo>
                  <a:pt x="601" y="263"/>
                </a:lnTo>
                <a:lnTo>
                  <a:pt x="601" y="262"/>
                </a:lnTo>
                <a:lnTo>
                  <a:pt x="600" y="262"/>
                </a:lnTo>
                <a:lnTo>
                  <a:pt x="600" y="261"/>
                </a:lnTo>
                <a:lnTo>
                  <a:pt x="599" y="261"/>
                </a:lnTo>
                <a:lnTo>
                  <a:pt x="598" y="262"/>
                </a:lnTo>
                <a:lnTo>
                  <a:pt x="597" y="262"/>
                </a:lnTo>
                <a:lnTo>
                  <a:pt x="595" y="263"/>
                </a:lnTo>
                <a:lnTo>
                  <a:pt x="594" y="263"/>
                </a:lnTo>
                <a:lnTo>
                  <a:pt x="594" y="264"/>
                </a:lnTo>
                <a:lnTo>
                  <a:pt x="593" y="264"/>
                </a:lnTo>
                <a:lnTo>
                  <a:pt x="592" y="265"/>
                </a:lnTo>
                <a:lnTo>
                  <a:pt x="591" y="266"/>
                </a:lnTo>
                <a:lnTo>
                  <a:pt x="590" y="267"/>
                </a:lnTo>
                <a:lnTo>
                  <a:pt x="589" y="268"/>
                </a:lnTo>
                <a:lnTo>
                  <a:pt x="588" y="270"/>
                </a:lnTo>
                <a:lnTo>
                  <a:pt x="587" y="270"/>
                </a:lnTo>
                <a:lnTo>
                  <a:pt x="587" y="271"/>
                </a:lnTo>
                <a:lnTo>
                  <a:pt x="584" y="273"/>
                </a:lnTo>
                <a:lnTo>
                  <a:pt x="584" y="274"/>
                </a:lnTo>
                <a:lnTo>
                  <a:pt x="583" y="274"/>
                </a:lnTo>
                <a:lnTo>
                  <a:pt x="582" y="274"/>
                </a:lnTo>
                <a:lnTo>
                  <a:pt x="581" y="275"/>
                </a:lnTo>
                <a:lnTo>
                  <a:pt x="580" y="275"/>
                </a:lnTo>
                <a:lnTo>
                  <a:pt x="580" y="276"/>
                </a:lnTo>
                <a:lnTo>
                  <a:pt x="579" y="275"/>
                </a:lnTo>
                <a:lnTo>
                  <a:pt x="579" y="274"/>
                </a:lnTo>
                <a:lnTo>
                  <a:pt x="579" y="273"/>
                </a:lnTo>
                <a:lnTo>
                  <a:pt x="578" y="273"/>
                </a:lnTo>
                <a:lnTo>
                  <a:pt x="577" y="273"/>
                </a:lnTo>
                <a:lnTo>
                  <a:pt x="575" y="273"/>
                </a:lnTo>
                <a:lnTo>
                  <a:pt x="574" y="273"/>
                </a:lnTo>
                <a:lnTo>
                  <a:pt x="573" y="273"/>
                </a:lnTo>
                <a:lnTo>
                  <a:pt x="573" y="274"/>
                </a:lnTo>
                <a:lnTo>
                  <a:pt x="572" y="274"/>
                </a:lnTo>
                <a:lnTo>
                  <a:pt x="571" y="275"/>
                </a:lnTo>
                <a:lnTo>
                  <a:pt x="571" y="274"/>
                </a:lnTo>
                <a:lnTo>
                  <a:pt x="570" y="275"/>
                </a:lnTo>
                <a:lnTo>
                  <a:pt x="569" y="276"/>
                </a:lnTo>
                <a:lnTo>
                  <a:pt x="568" y="277"/>
                </a:lnTo>
                <a:lnTo>
                  <a:pt x="567" y="278"/>
                </a:lnTo>
                <a:lnTo>
                  <a:pt x="567" y="277"/>
                </a:lnTo>
                <a:lnTo>
                  <a:pt x="567" y="276"/>
                </a:lnTo>
                <a:lnTo>
                  <a:pt x="566" y="277"/>
                </a:lnTo>
                <a:lnTo>
                  <a:pt x="565" y="277"/>
                </a:lnTo>
                <a:lnTo>
                  <a:pt x="564" y="277"/>
                </a:lnTo>
                <a:lnTo>
                  <a:pt x="564" y="278"/>
                </a:lnTo>
                <a:lnTo>
                  <a:pt x="563" y="279"/>
                </a:lnTo>
                <a:lnTo>
                  <a:pt x="562" y="279"/>
                </a:lnTo>
                <a:lnTo>
                  <a:pt x="562" y="278"/>
                </a:lnTo>
                <a:lnTo>
                  <a:pt x="561" y="278"/>
                </a:lnTo>
                <a:lnTo>
                  <a:pt x="560" y="278"/>
                </a:lnTo>
                <a:lnTo>
                  <a:pt x="559" y="279"/>
                </a:lnTo>
                <a:lnTo>
                  <a:pt x="558" y="280"/>
                </a:lnTo>
                <a:lnTo>
                  <a:pt x="557" y="281"/>
                </a:lnTo>
                <a:lnTo>
                  <a:pt x="556" y="282"/>
                </a:lnTo>
                <a:lnTo>
                  <a:pt x="555" y="284"/>
                </a:lnTo>
                <a:lnTo>
                  <a:pt x="554" y="284"/>
                </a:lnTo>
                <a:lnTo>
                  <a:pt x="554" y="283"/>
                </a:lnTo>
                <a:lnTo>
                  <a:pt x="553" y="283"/>
                </a:lnTo>
                <a:lnTo>
                  <a:pt x="553" y="282"/>
                </a:lnTo>
                <a:lnTo>
                  <a:pt x="553" y="281"/>
                </a:lnTo>
                <a:lnTo>
                  <a:pt x="553" y="280"/>
                </a:lnTo>
                <a:lnTo>
                  <a:pt x="553" y="279"/>
                </a:lnTo>
                <a:lnTo>
                  <a:pt x="554" y="279"/>
                </a:lnTo>
                <a:lnTo>
                  <a:pt x="554" y="278"/>
                </a:lnTo>
                <a:lnTo>
                  <a:pt x="553" y="278"/>
                </a:lnTo>
                <a:lnTo>
                  <a:pt x="553" y="277"/>
                </a:lnTo>
                <a:lnTo>
                  <a:pt x="553" y="276"/>
                </a:lnTo>
                <a:lnTo>
                  <a:pt x="552" y="276"/>
                </a:lnTo>
                <a:lnTo>
                  <a:pt x="553" y="276"/>
                </a:lnTo>
                <a:lnTo>
                  <a:pt x="554" y="276"/>
                </a:lnTo>
                <a:lnTo>
                  <a:pt x="554" y="277"/>
                </a:lnTo>
                <a:lnTo>
                  <a:pt x="555" y="277"/>
                </a:lnTo>
                <a:lnTo>
                  <a:pt x="554" y="276"/>
                </a:lnTo>
                <a:lnTo>
                  <a:pt x="553" y="276"/>
                </a:lnTo>
                <a:lnTo>
                  <a:pt x="553" y="275"/>
                </a:lnTo>
                <a:lnTo>
                  <a:pt x="552" y="275"/>
                </a:lnTo>
                <a:lnTo>
                  <a:pt x="551" y="274"/>
                </a:lnTo>
                <a:lnTo>
                  <a:pt x="549" y="273"/>
                </a:lnTo>
                <a:lnTo>
                  <a:pt x="548" y="273"/>
                </a:lnTo>
                <a:lnTo>
                  <a:pt x="547" y="273"/>
                </a:lnTo>
                <a:lnTo>
                  <a:pt x="544" y="273"/>
                </a:lnTo>
                <a:lnTo>
                  <a:pt x="544" y="272"/>
                </a:lnTo>
                <a:lnTo>
                  <a:pt x="544" y="271"/>
                </a:lnTo>
                <a:lnTo>
                  <a:pt x="544" y="270"/>
                </a:lnTo>
                <a:lnTo>
                  <a:pt x="543" y="270"/>
                </a:lnTo>
                <a:lnTo>
                  <a:pt x="542" y="270"/>
                </a:lnTo>
                <a:lnTo>
                  <a:pt x="541" y="270"/>
                </a:lnTo>
                <a:lnTo>
                  <a:pt x="540" y="270"/>
                </a:lnTo>
                <a:lnTo>
                  <a:pt x="538" y="271"/>
                </a:lnTo>
                <a:lnTo>
                  <a:pt x="537" y="271"/>
                </a:lnTo>
                <a:lnTo>
                  <a:pt x="537" y="272"/>
                </a:lnTo>
                <a:lnTo>
                  <a:pt x="536" y="272"/>
                </a:lnTo>
                <a:lnTo>
                  <a:pt x="536" y="271"/>
                </a:lnTo>
                <a:lnTo>
                  <a:pt x="537" y="271"/>
                </a:lnTo>
                <a:lnTo>
                  <a:pt x="536" y="271"/>
                </a:lnTo>
                <a:lnTo>
                  <a:pt x="536" y="272"/>
                </a:lnTo>
                <a:lnTo>
                  <a:pt x="536" y="273"/>
                </a:lnTo>
                <a:lnTo>
                  <a:pt x="535" y="273"/>
                </a:lnTo>
                <a:lnTo>
                  <a:pt x="534" y="273"/>
                </a:lnTo>
                <a:lnTo>
                  <a:pt x="533" y="274"/>
                </a:lnTo>
                <a:lnTo>
                  <a:pt x="533" y="275"/>
                </a:lnTo>
                <a:lnTo>
                  <a:pt x="532" y="276"/>
                </a:lnTo>
                <a:lnTo>
                  <a:pt x="532" y="277"/>
                </a:lnTo>
                <a:lnTo>
                  <a:pt x="531" y="277"/>
                </a:lnTo>
                <a:lnTo>
                  <a:pt x="532" y="277"/>
                </a:lnTo>
                <a:lnTo>
                  <a:pt x="531" y="278"/>
                </a:lnTo>
                <a:lnTo>
                  <a:pt x="530" y="278"/>
                </a:lnTo>
                <a:lnTo>
                  <a:pt x="530" y="279"/>
                </a:lnTo>
                <a:lnTo>
                  <a:pt x="530" y="280"/>
                </a:lnTo>
                <a:lnTo>
                  <a:pt x="529" y="280"/>
                </a:lnTo>
                <a:lnTo>
                  <a:pt x="529" y="281"/>
                </a:lnTo>
                <a:lnTo>
                  <a:pt x="529" y="282"/>
                </a:lnTo>
                <a:lnTo>
                  <a:pt x="529" y="283"/>
                </a:lnTo>
                <a:lnTo>
                  <a:pt x="528" y="283"/>
                </a:lnTo>
                <a:lnTo>
                  <a:pt x="529" y="284"/>
                </a:lnTo>
                <a:lnTo>
                  <a:pt x="529" y="285"/>
                </a:lnTo>
                <a:lnTo>
                  <a:pt x="530" y="286"/>
                </a:lnTo>
                <a:lnTo>
                  <a:pt x="530" y="287"/>
                </a:lnTo>
                <a:lnTo>
                  <a:pt x="531" y="286"/>
                </a:lnTo>
                <a:lnTo>
                  <a:pt x="531" y="285"/>
                </a:lnTo>
                <a:lnTo>
                  <a:pt x="532" y="284"/>
                </a:lnTo>
                <a:lnTo>
                  <a:pt x="531" y="284"/>
                </a:lnTo>
                <a:lnTo>
                  <a:pt x="531" y="283"/>
                </a:lnTo>
                <a:lnTo>
                  <a:pt x="532" y="283"/>
                </a:lnTo>
                <a:lnTo>
                  <a:pt x="533" y="284"/>
                </a:lnTo>
                <a:lnTo>
                  <a:pt x="534" y="284"/>
                </a:lnTo>
                <a:lnTo>
                  <a:pt x="534" y="283"/>
                </a:lnTo>
                <a:lnTo>
                  <a:pt x="535" y="283"/>
                </a:lnTo>
                <a:lnTo>
                  <a:pt x="535" y="284"/>
                </a:lnTo>
                <a:lnTo>
                  <a:pt x="535" y="285"/>
                </a:lnTo>
                <a:lnTo>
                  <a:pt x="534" y="285"/>
                </a:lnTo>
                <a:lnTo>
                  <a:pt x="533" y="285"/>
                </a:lnTo>
                <a:lnTo>
                  <a:pt x="533" y="286"/>
                </a:lnTo>
                <a:lnTo>
                  <a:pt x="532" y="287"/>
                </a:lnTo>
                <a:lnTo>
                  <a:pt x="532" y="288"/>
                </a:lnTo>
                <a:lnTo>
                  <a:pt x="532" y="289"/>
                </a:lnTo>
                <a:lnTo>
                  <a:pt x="531" y="289"/>
                </a:lnTo>
                <a:lnTo>
                  <a:pt x="532" y="290"/>
                </a:lnTo>
                <a:lnTo>
                  <a:pt x="533" y="290"/>
                </a:lnTo>
                <a:lnTo>
                  <a:pt x="533" y="291"/>
                </a:lnTo>
                <a:lnTo>
                  <a:pt x="532" y="292"/>
                </a:lnTo>
                <a:lnTo>
                  <a:pt x="533" y="292"/>
                </a:lnTo>
                <a:lnTo>
                  <a:pt x="533" y="293"/>
                </a:lnTo>
                <a:lnTo>
                  <a:pt x="532" y="292"/>
                </a:lnTo>
                <a:lnTo>
                  <a:pt x="532" y="291"/>
                </a:lnTo>
                <a:lnTo>
                  <a:pt x="531" y="291"/>
                </a:lnTo>
                <a:lnTo>
                  <a:pt x="530" y="291"/>
                </a:lnTo>
                <a:lnTo>
                  <a:pt x="529" y="291"/>
                </a:lnTo>
                <a:lnTo>
                  <a:pt x="528" y="291"/>
                </a:lnTo>
                <a:lnTo>
                  <a:pt x="528" y="290"/>
                </a:lnTo>
                <a:lnTo>
                  <a:pt x="526" y="290"/>
                </a:lnTo>
                <a:lnTo>
                  <a:pt x="526" y="289"/>
                </a:lnTo>
                <a:lnTo>
                  <a:pt x="525" y="289"/>
                </a:lnTo>
                <a:lnTo>
                  <a:pt x="524" y="289"/>
                </a:lnTo>
                <a:lnTo>
                  <a:pt x="524" y="288"/>
                </a:lnTo>
                <a:lnTo>
                  <a:pt x="523" y="288"/>
                </a:lnTo>
                <a:lnTo>
                  <a:pt x="522" y="288"/>
                </a:lnTo>
                <a:lnTo>
                  <a:pt x="521" y="288"/>
                </a:lnTo>
                <a:lnTo>
                  <a:pt x="520" y="288"/>
                </a:lnTo>
                <a:lnTo>
                  <a:pt x="520" y="289"/>
                </a:lnTo>
                <a:lnTo>
                  <a:pt x="519" y="289"/>
                </a:lnTo>
                <a:lnTo>
                  <a:pt x="518" y="289"/>
                </a:lnTo>
                <a:lnTo>
                  <a:pt x="517" y="289"/>
                </a:lnTo>
                <a:lnTo>
                  <a:pt x="516" y="289"/>
                </a:lnTo>
                <a:lnTo>
                  <a:pt x="515" y="289"/>
                </a:lnTo>
                <a:lnTo>
                  <a:pt x="515" y="288"/>
                </a:lnTo>
                <a:lnTo>
                  <a:pt x="514" y="288"/>
                </a:lnTo>
                <a:lnTo>
                  <a:pt x="514" y="287"/>
                </a:lnTo>
                <a:lnTo>
                  <a:pt x="513" y="287"/>
                </a:lnTo>
                <a:lnTo>
                  <a:pt x="512" y="286"/>
                </a:lnTo>
                <a:lnTo>
                  <a:pt x="512" y="285"/>
                </a:lnTo>
                <a:lnTo>
                  <a:pt x="512" y="284"/>
                </a:lnTo>
                <a:lnTo>
                  <a:pt x="513" y="284"/>
                </a:lnTo>
                <a:lnTo>
                  <a:pt x="513" y="283"/>
                </a:lnTo>
                <a:lnTo>
                  <a:pt x="512" y="282"/>
                </a:lnTo>
                <a:lnTo>
                  <a:pt x="513" y="282"/>
                </a:lnTo>
                <a:lnTo>
                  <a:pt x="515" y="283"/>
                </a:lnTo>
                <a:lnTo>
                  <a:pt x="516" y="283"/>
                </a:lnTo>
                <a:lnTo>
                  <a:pt x="517" y="283"/>
                </a:lnTo>
                <a:lnTo>
                  <a:pt x="518" y="283"/>
                </a:lnTo>
                <a:lnTo>
                  <a:pt x="519" y="282"/>
                </a:lnTo>
                <a:lnTo>
                  <a:pt x="520" y="282"/>
                </a:lnTo>
                <a:lnTo>
                  <a:pt x="520" y="281"/>
                </a:lnTo>
                <a:lnTo>
                  <a:pt x="519" y="281"/>
                </a:lnTo>
                <a:lnTo>
                  <a:pt x="519" y="279"/>
                </a:lnTo>
                <a:lnTo>
                  <a:pt x="518" y="279"/>
                </a:lnTo>
                <a:lnTo>
                  <a:pt x="517" y="279"/>
                </a:lnTo>
                <a:lnTo>
                  <a:pt x="516" y="280"/>
                </a:lnTo>
                <a:lnTo>
                  <a:pt x="515" y="280"/>
                </a:lnTo>
                <a:lnTo>
                  <a:pt x="514" y="280"/>
                </a:lnTo>
                <a:lnTo>
                  <a:pt x="514" y="281"/>
                </a:lnTo>
                <a:lnTo>
                  <a:pt x="515" y="281"/>
                </a:lnTo>
                <a:lnTo>
                  <a:pt x="514" y="281"/>
                </a:lnTo>
                <a:lnTo>
                  <a:pt x="514" y="282"/>
                </a:lnTo>
                <a:lnTo>
                  <a:pt x="513" y="281"/>
                </a:lnTo>
                <a:lnTo>
                  <a:pt x="513" y="280"/>
                </a:lnTo>
                <a:lnTo>
                  <a:pt x="512" y="280"/>
                </a:lnTo>
                <a:lnTo>
                  <a:pt x="512" y="279"/>
                </a:lnTo>
                <a:lnTo>
                  <a:pt x="510" y="279"/>
                </a:lnTo>
                <a:lnTo>
                  <a:pt x="509" y="279"/>
                </a:lnTo>
                <a:lnTo>
                  <a:pt x="509" y="278"/>
                </a:lnTo>
                <a:lnTo>
                  <a:pt x="508" y="278"/>
                </a:lnTo>
                <a:lnTo>
                  <a:pt x="507" y="279"/>
                </a:lnTo>
                <a:lnTo>
                  <a:pt x="506" y="279"/>
                </a:lnTo>
                <a:lnTo>
                  <a:pt x="505" y="279"/>
                </a:lnTo>
                <a:lnTo>
                  <a:pt x="504" y="279"/>
                </a:lnTo>
                <a:lnTo>
                  <a:pt x="503" y="279"/>
                </a:lnTo>
                <a:lnTo>
                  <a:pt x="502" y="279"/>
                </a:lnTo>
                <a:lnTo>
                  <a:pt x="502" y="280"/>
                </a:lnTo>
                <a:lnTo>
                  <a:pt x="502" y="279"/>
                </a:lnTo>
                <a:lnTo>
                  <a:pt x="503" y="279"/>
                </a:lnTo>
                <a:lnTo>
                  <a:pt x="502" y="278"/>
                </a:lnTo>
                <a:lnTo>
                  <a:pt x="503" y="277"/>
                </a:lnTo>
                <a:lnTo>
                  <a:pt x="504" y="276"/>
                </a:lnTo>
                <a:lnTo>
                  <a:pt x="505" y="276"/>
                </a:lnTo>
                <a:lnTo>
                  <a:pt x="505" y="275"/>
                </a:lnTo>
                <a:lnTo>
                  <a:pt x="506" y="274"/>
                </a:lnTo>
                <a:lnTo>
                  <a:pt x="507" y="274"/>
                </a:lnTo>
                <a:lnTo>
                  <a:pt x="507" y="275"/>
                </a:lnTo>
                <a:lnTo>
                  <a:pt x="507" y="274"/>
                </a:lnTo>
                <a:lnTo>
                  <a:pt x="507" y="272"/>
                </a:lnTo>
                <a:lnTo>
                  <a:pt x="508" y="273"/>
                </a:lnTo>
                <a:lnTo>
                  <a:pt x="508" y="272"/>
                </a:lnTo>
                <a:lnTo>
                  <a:pt x="509" y="272"/>
                </a:lnTo>
                <a:lnTo>
                  <a:pt x="510" y="271"/>
                </a:lnTo>
                <a:lnTo>
                  <a:pt x="510" y="269"/>
                </a:lnTo>
                <a:lnTo>
                  <a:pt x="510" y="268"/>
                </a:lnTo>
                <a:lnTo>
                  <a:pt x="510" y="267"/>
                </a:lnTo>
                <a:lnTo>
                  <a:pt x="511" y="266"/>
                </a:lnTo>
                <a:lnTo>
                  <a:pt x="510" y="266"/>
                </a:lnTo>
                <a:lnTo>
                  <a:pt x="510" y="267"/>
                </a:lnTo>
                <a:lnTo>
                  <a:pt x="509" y="267"/>
                </a:lnTo>
                <a:lnTo>
                  <a:pt x="509" y="268"/>
                </a:lnTo>
                <a:lnTo>
                  <a:pt x="509" y="269"/>
                </a:lnTo>
                <a:lnTo>
                  <a:pt x="509" y="270"/>
                </a:lnTo>
                <a:lnTo>
                  <a:pt x="509" y="271"/>
                </a:lnTo>
                <a:lnTo>
                  <a:pt x="508" y="271"/>
                </a:lnTo>
                <a:lnTo>
                  <a:pt x="507" y="271"/>
                </a:lnTo>
                <a:lnTo>
                  <a:pt x="507" y="272"/>
                </a:lnTo>
                <a:lnTo>
                  <a:pt x="506" y="273"/>
                </a:lnTo>
                <a:lnTo>
                  <a:pt x="506" y="274"/>
                </a:lnTo>
                <a:lnTo>
                  <a:pt x="505" y="274"/>
                </a:lnTo>
                <a:lnTo>
                  <a:pt x="505" y="275"/>
                </a:lnTo>
                <a:lnTo>
                  <a:pt x="504" y="276"/>
                </a:lnTo>
                <a:lnTo>
                  <a:pt x="504" y="275"/>
                </a:lnTo>
                <a:lnTo>
                  <a:pt x="503" y="275"/>
                </a:lnTo>
                <a:lnTo>
                  <a:pt x="502" y="275"/>
                </a:lnTo>
                <a:lnTo>
                  <a:pt x="501" y="274"/>
                </a:lnTo>
                <a:lnTo>
                  <a:pt x="500" y="274"/>
                </a:lnTo>
                <a:lnTo>
                  <a:pt x="499" y="274"/>
                </a:lnTo>
                <a:lnTo>
                  <a:pt x="499" y="275"/>
                </a:lnTo>
                <a:lnTo>
                  <a:pt x="498" y="275"/>
                </a:lnTo>
                <a:lnTo>
                  <a:pt x="497" y="275"/>
                </a:lnTo>
                <a:lnTo>
                  <a:pt x="497" y="276"/>
                </a:lnTo>
                <a:lnTo>
                  <a:pt x="497" y="277"/>
                </a:lnTo>
                <a:lnTo>
                  <a:pt x="496" y="277"/>
                </a:lnTo>
                <a:lnTo>
                  <a:pt x="496" y="278"/>
                </a:lnTo>
                <a:lnTo>
                  <a:pt x="497" y="278"/>
                </a:lnTo>
                <a:lnTo>
                  <a:pt x="497" y="279"/>
                </a:lnTo>
                <a:lnTo>
                  <a:pt x="498" y="278"/>
                </a:lnTo>
                <a:lnTo>
                  <a:pt x="498" y="279"/>
                </a:lnTo>
                <a:lnTo>
                  <a:pt x="498" y="280"/>
                </a:lnTo>
                <a:lnTo>
                  <a:pt x="497" y="280"/>
                </a:lnTo>
                <a:lnTo>
                  <a:pt x="497" y="279"/>
                </a:lnTo>
                <a:lnTo>
                  <a:pt x="496" y="279"/>
                </a:lnTo>
                <a:lnTo>
                  <a:pt x="495" y="279"/>
                </a:lnTo>
                <a:lnTo>
                  <a:pt x="495" y="278"/>
                </a:lnTo>
                <a:lnTo>
                  <a:pt x="495" y="277"/>
                </a:lnTo>
                <a:lnTo>
                  <a:pt x="496" y="277"/>
                </a:lnTo>
                <a:lnTo>
                  <a:pt x="495" y="277"/>
                </a:lnTo>
                <a:lnTo>
                  <a:pt x="494" y="277"/>
                </a:lnTo>
                <a:lnTo>
                  <a:pt x="493" y="277"/>
                </a:lnTo>
                <a:lnTo>
                  <a:pt x="492" y="277"/>
                </a:lnTo>
                <a:lnTo>
                  <a:pt x="491" y="278"/>
                </a:lnTo>
                <a:lnTo>
                  <a:pt x="490" y="278"/>
                </a:lnTo>
                <a:lnTo>
                  <a:pt x="488" y="278"/>
                </a:lnTo>
                <a:lnTo>
                  <a:pt x="487" y="279"/>
                </a:lnTo>
                <a:lnTo>
                  <a:pt x="486" y="279"/>
                </a:lnTo>
                <a:lnTo>
                  <a:pt x="486" y="278"/>
                </a:lnTo>
                <a:lnTo>
                  <a:pt x="486" y="279"/>
                </a:lnTo>
                <a:lnTo>
                  <a:pt x="485" y="279"/>
                </a:lnTo>
                <a:lnTo>
                  <a:pt x="485" y="280"/>
                </a:lnTo>
                <a:lnTo>
                  <a:pt x="485" y="282"/>
                </a:lnTo>
                <a:lnTo>
                  <a:pt x="485" y="283"/>
                </a:lnTo>
                <a:lnTo>
                  <a:pt x="484" y="283"/>
                </a:lnTo>
                <a:lnTo>
                  <a:pt x="483" y="284"/>
                </a:lnTo>
                <a:lnTo>
                  <a:pt x="483" y="285"/>
                </a:lnTo>
                <a:lnTo>
                  <a:pt x="484" y="286"/>
                </a:lnTo>
                <a:lnTo>
                  <a:pt x="484" y="287"/>
                </a:lnTo>
                <a:lnTo>
                  <a:pt x="483" y="288"/>
                </a:lnTo>
                <a:lnTo>
                  <a:pt x="482" y="288"/>
                </a:lnTo>
                <a:lnTo>
                  <a:pt x="481" y="288"/>
                </a:lnTo>
                <a:lnTo>
                  <a:pt x="480" y="289"/>
                </a:lnTo>
                <a:lnTo>
                  <a:pt x="479" y="289"/>
                </a:lnTo>
                <a:lnTo>
                  <a:pt x="478" y="288"/>
                </a:lnTo>
                <a:lnTo>
                  <a:pt x="477" y="288"/>
                </a:lnTo>
                <a:lnTo>
                  <a:pt x="477" y="287"/>
                </a:lnTo>
                <a:lnTo>
                  <a:pt x="477" y="286"/>
                </a:lnTo>
                <a:lnTo>
                  <a:pt x="477" y="285"/>
                </a:lnTo>
                <a:lnTo>
                  <a:pt x="477" y="284"/>
                </a:lnTo>
                <a:lnTo>
                  <a:pt x="476" y="283"/>
                </a:lnTo>
                <a:lnTo>
                  <a:pt x="475" y="283"/>
                </a:lnTo>
                <a:lnTo>
                  <a:pt x="474" y="283"/>
                </a:lnTo>
                <a:lnTo>
                  <a:pt x="473" y="283"/>
                </a:lnTo>
                <a:lnTo>
                  <a:pt x="472" y="283"/>
                </a:lnTo>
                <a:lnTo>
                  <a:pt x="471" y="282"/>
                </a:lnTo>
                <a:lnTo>
                  <a:pt x="470" y="281"/>
                </a:lnTo>
                <a:lnTo>
                  <a:pt x="470" y="282"/>
                </a:lnTo>
                <a:lnTo>
                  <a:pt x="469" y="282"/>
                </a:lnTo>
                <a:lnTo>
                  <a:pt x="470" y="283"/>
                </a:lnTo>
                <a:lnTo>
                  <a:pt x="471" y="284"/>
                </a:lnTo>
                <a:lnTo>
                  <a:pt x="471" y="285"/>
                </a:lnTo>
                <a:lnTo>
                  <a:pt x="470" y="285"/>
                </a:lnTo>
                <a:lnTo>
                  <a:pt x="471" y="285"/>
                </a:lnTo>
                <a:lnTo>
                  <a:pt x="472" y="286"/>
                </a:lnTo>
                <a:lnTo>
                  <a:pt x="473" y="286"/>
                </a:lnTo>
                <a:lnTo>
                  <a:pt x="474" y="286"/>
                </a:lnTo>
                <a:lnTo>
                  <a:pt x="474" y="287"/>
                </a:lnTo>
                <a:lnTo>
                  <a:pt x="475" y="287"/>
                </a:lnTo>
                <a:lnTo>
                  <a:pt x="476" y="287"/>
                </a:lnTo>
                <a:lnTo>
                  <a:pt x="477" y="288"/>
                </a:lnTo>
                <a:lnTo>
                  <a:pt x="477" y="289"/>
                </a:lnTo>
                <a:lnTo>
                  <a:pt x="478" y="289"/>
                </a:lnTo>
                <a:lnTo>
                  <a:pt x="478" y="290"/>
                </a:lnTo>
                <a:lnTo>
                  <a:pt x="477" y="291"/>
                </a:lnTo>
                <a:lnTo>
                  <a:pt x="475" y="293"/>
                </a:lnTo>
                <a:lnTo>
                  <a:pt x="475" y="294"/>
                </a:lnTo>
                <a:lnTo>
                  <a:pt x="474" y="295"/>
                </a:lnTo>
                <a:lnTo>
                  <a:pt x="474" y="296"/>
                </a:lnTo>
                <a:lnTo>
                  <a:pt x="473" y="297"/>
                </a:lnTo>
                <a:lnTo>
                  <a:pt x="473" y="298"/>
                </a:lnTo>
                <a:lnTo>
                  <a:pt x="472" y="298"/>
                </a:lnTo>
                <a:lnTo>
                  <a:pt x="472" y="299"/>
                </a:lnTo>
                <a:lnTo>
                  <a:pt x="472" y="300"/>
                </a:lnTo>
                <a:lnTo>
                  <a:pt x="472" y="301"/>
                </a:lnTo>
                <a:lnTo>
                  <a:pt x="473" y="301"/>
                </a:lnTo>
                <a:lnTo>
                  <a:pt x="474" y="302"/>
                </a:lnTo>
                <a:lnTo>
                  <a:pt x="473" y="303"/>
                </a:lnTo>
                <a:lnTo>
                  <a:pt x="472" y="303"/>
                </a:lnTo>
                <a:lnTo>
                  <a:pt x="471" y="303"/>
                </a:lnTo>
                <a:lnTo>
                  <a:pt x="471" y="304"/>
                </a:lnTo>
                <a:lnTo>
                  <a:pt x="470" y="304"/>
                </a:lnTo>
                <a:lnTo>
                  <a:pt x="470" y="303"/>
                </a:lnTo>
                <a:lnTo>
                  <a:pt x="471" y="303"/>
                </a:lnTo>
                <a:lnTo>
                  <a:pt x="471" y="302"/>
                </a:lnTo>
                <a:lnTo>
                  <a:pt x="471" y="301"/>
                </a:lnTo>
                <a:lnTo>
                  <a:pt x="471" y="300"/>
                </a:lnTo>
                <a:lnTo>
                  <a:pt x="471" y="299"/>
                </a:lnTo>
                <a:lnTo>
                  <a:pt x="470" y="299"/>
                </a:lnTo>
                <a:lnTo>
                  <a:pt x="469" y="298"/>
                </a:lnTo>
                <a:lnTo>
                  <a:pt x="468" y="298"/>
                </a:lnTo>
                <a:lnTo>
                  <a:pt x="467" y="298"/>
                </a:lnTo>
                <a:lnTo>
                  <a:pt x="466" y="298"/>
                </a:lnTo>
                <a:lnTo>
                  <a:pt x="465" y="298"/>
                </a:lnTo>
                <a:lnTo>
                  <a:pt x="465" y="299"/>
                </a:lnTo>
                <a:lnTo>
                  <a:pt x="464" y="299"/>
                </a:lnTo>
                <a:lnTo>
                  <a:pt x="463" y="299"/>
                </a:lnTo>
                <a:lnTo>
                  <a:pt x="462" y="298"/>
                </a:lnTo>
                <a:lnTo>
                  <a:pt x="461" y="299"/>
                </a:lnTo>
                <a:lnTo>
                  <a:pt x="460" y="299"/>
                </a:lnTo>
                <a:lnTo>
                  <a:pt x="459" y="299"/>
                </a:lnTo>
                <a:lnTo>
                  <a:pt x="459" y="298"/>
                </a:lnTo>
                <a:lnTo>
                  <a:pt x="458" y="298"/>
                </a:lnTo>
                <a:lnTo>
                  <a:pt x="457" y="297"/>
                </a:lnTo>
                <a:lnTo>
                  <a:pt x="458" y="297"/>
                </a:lnTo>
                <a:lnTo>
                  <a:pt x="458" y="296"/>
                </a:lnTo>
                <a:lnTo>
                  <a:pt x="458" y="295"/>
                </a:lnTo>
                <a:lnTo>
                  <a:pt x="458" y="294"/>
                </a:lnTo>
                <a:lnTo>
                  <a:pt x="457" y="293"/>
                </a:lnTo>
                <a:lnTo>
                  <a:pt x="457" y="292"/>
                </a:lnTo>
                <a:lnTo>
                  <a:pt x="458" y="292"/>
                </a:lnTo>
                <a:lnTo>
                  <a:pt x="458" y="291"/>
                </a:lnTo>
                <a:lnTo>
                  <a:pt x="458" y="290"/>
                </a:lnTo>
                <a:lnTo>
                  <a:pt x="459" y="290"/>
                </a:lnTo>
                <a:lnTo>
                  <a:pt x="459" y="289"/>
                </a:lnTo>
                <a:lnTo>
                  <a:pt x="458" y="289"/>
                </a:lnTo>
                <a:lnTo>
                  <a:pt x="458" y="288"/>
                </a:lnTo>
                <a:lnTo>
                  <a:pt x="458" y="287"/>
                </a:lnTo>
                <a:lnTo>
                  <a:pt x="458" y="286"/>
                </a:lnTo>
                <a:lnTo>
                  <a:pt x="458" y="285"/>
                </a:lnTo>
                <a:lnTo>
                  <a:pt x="458" y="284"/>
                </a:lnTo>
                <a:lnTo>
                  <a:pt x="458" y="283"/>
                </a:lnTo>
                <a:lnTo>
                  <a:pt x="459" y="283"/>
                </a:lnTo>
                <a:lnTo>
                  <a:pt x="459" y="282"/>
                </a:lnTo>
                <a:lnTo>
                  <a:pt x="460" y="282"/>
                </a:lnTo>
                <a:lnTo>
                  <a:pt x="461" y="282"/>
                </a:lnTo>
                <a:lnTo>
                  <a:pt x="462" y="280"/>
                </a:lnTo>
                <a:lnTo>
                  <a:pt x="463" y="280"/>
                </a:lnTo>
                <a:lnTo>
                  <a:pt x="464" y="280"/>
                </a:lnTo>
                <a:lnTo>
                  <a:pt x="465" y="280"/>
                </a:lnTo>
                <a:lnTo>
                  <a:pt x="465" y="279"/>
                </a:lnTo>
                <a:lnTo>
                  <a:pt x="466" y="279"/>
                </a:lnTo>
                <a:lnTo>
                  <a:pt x="465" y="278"/>
                </a:lnTo>
                <a:lnTo>
                  <a:pt x="464" y="277"/>
                </a:lnTo>
                <a:lnTo>
                  <a:pt x="463" y="276"/>
                </a:lnTo>
                <a:lnTo>
                  <a:pt x="463" y="275"/>
                </a:lnTo>
                <a:lnTo>
                  <a:pt x="462" y="275"/>
                </a:lnTo>
                <a:lnTo>
                  <a:pt x="462" y="274"/>
                </a:lnTo>
                <a:lnTo>
                  <a:pt x="461" y="274"/>
                </a:lnTo>
                <a:lnTo>
                  <a:pt x="462" y="275"/>
                </a:lnTo>
                <a:lnTo>
                  <a:pt x="462" y="274"/>
                </a:lnTo>
                <a:lnTo>
                  <a:pt x="462" y="276"/>
                </a:lnTo>
                <a:lnTo>
                  <a:pt x="461" y="275"/>
                </a:lnTo>
                <a:lnTo>
                  <a:pt x="460" y="275"/>
                </a:lnTo>
                <a:lnTo>
                  <a:pt x="461" y="275"/>
                </a:lnTo>
                <a:lnTo>
                  <a:pt x="461" y="276"/>
                </a:lnTo>
                <a:lnTo>
                  <a:pt x="461" y="278"/>
                </a:lnTo>
                <a:lnTo>
                  <a:pt x="460" y="279"/>
                </a:lnTo>
                <a:lnTo>
                  <a:pt x="459" y="280"/>
                </a:lnTo>
                <a:lnTo>
                  <a:pt x="458" y="280"/>
                </a:lnTo>
                <a:lnTo>
                  <a:pt x="457" y="280"/>
                </a:lnTo>
                <a:lnTo>
                  <a:pt x="456" y="279"/>
                </a:lnTo>
                <a:lnTo>
                  <a:pt x="456" y="280"/>
                </a:lnTo>
                <a:lnTo>
                  <a:pt x="456" y="279"/>
                </a:lnTo>
                <a:lnTo>
                  <a:pt x="456" y="278"/>
                </a:lnTo>
                <a:lnTo>
                  <a:pt x="455" y="278"/>
                </a:lnTo>
                <a:lnTo>
                  <a:pt x="455" y="279"/>
                </a:lnTo>
                <a:lnTo>
                  <a:pt x="454" y="279"/>
                </a:lnTo>
                <a:lnTo>
                  <a:pt x="453" y="279"/>
                </a:lnTo>
                <a:lnTo>
                  <a:pt x="453" y="280"/>
                </a:lnTo>
                <a:lnTo>
                  <a:pt x="452" y="280"/>
                </a:lnTo>
                <a:lnTo>
                  <a:pt x="451" y="280"/>
                </a:lnTo>
                <a:lnTo>
                  <a:pt x="450" y="281"/>
                </a:lnTo>
                <a:lnTo>
                  <a:pt x="449" y="281"/>
                </a:lnTo>
                <a:lnTo>
                  <a:pt x="449" y="282"/>
                </a:lnTo>
                <a:lnTo>
                  <a:pt x="449" y="283"/>
                </a:lnTo>
                <a:lnTo>
                  <a:pt x="448" y="283"/>
                </a:lnTo>
                <a:lnTo>
                  <a:pt x="446" y="284"/>
                </a:lnTo>
                <a:lnTo>
                  <a:pt x="444" y="284"/>
                </a:lnTo>
                <a:lnTo>
                  <a:pt x="444" y="285"/>
                </a:lnTo>
                <a:lnTo>
                  <a:pt x="443" y="285"/>
                </a:lnTo>
                <a:lnTo>
                  <a:pt x="442" y="285"/>
                </a:lnTo>
                <a:lnTo>
                  <a:pt x="442" y="286"/>
                </a:lnTo>
                <a:lnTo>
                  <a:pt x="443" y="287"/>
                </a:lnTo>
                <a:lnTo>
                  <a:pt x="443" y="288"/>
                </a:lnTo>
                <a:lnTo>
                  <a:pt x="443" y="289"/>
                </a:lnTo>
                <a:lnTo>
                  <a:pt x="442" y="289"/>
                </a:lnTo>
                <a:lnTo>
                  <a:pt x="441" y="289"/>
                </a:lnTo>
                <a:lnTo>
                  <a:pt x="441" y="288"/>
                </a:lnTo>
                <a:lnTo>
                  <a:pt x="440" y="288"/>
                </a:lnTo>
                <a:lnTo>
                  <a:pt x="440" y="287"/>
                </a:lnTo>
                <a:lnTo>
                  <a:pt x="439" y="287"/>
                </a:lnTo>
                <a:lnTo>
                  <a:pt x="439" y="288"/>
                </a:lnTo>
                <a:lnTo>
                  <a:pt x="440" y="289"/>
                </a:lnTo>
                <a:lnTo>
                  <a:pt x="440" y="290"/>
                </a:lnTo>
                <a:lnTo>
                  <a:pt x="439" y="290"/>
                </a:lnTo>
                <a:lnTo>
                  <a:pt x="438" y="290"/>
                </a:lnTo>
                <a:lnTo>
                  <a:pt x="437" y="290"/>
                </a:lnTo>
                <a:lnTo>
                  <a:pt x="437" y="291"/>
                </a:lnTo>
                <a:lnTo>
                  <a:pt x="436" y="292"/>
                </a:lnTo>
                <a:lnTo>
                  <a:pt x="436" y="293"/>
                </a:lnTo>
                <a:lnTo>
                  <a:pt x="437" y="294"/>
                </a:lnTo>
                <a:lnTo>
                  <a:pt x="438" y="293"/>
                </a:lnTo>
                <a:lnTo>
                  <a:pt x="439" y="293"/>
                </a:lnTo>
                <a:lnTo>
                  <a:pt x="440" y="293"/>
                </a:lnTo>
                <a:lnTo>
                  <a:pt x="441" y="293"/>
                </a:lnTo>
                <a:lnTo>
                  <a:pt x="442" y="293"/>
                </a:lnTo>
                <a:lnTo>
                  <a:pt x="443" y="293"/>
                </a:lnTo>
                <a:lnTo>
                  <a:pt x="443" y="292"/>
                </a:lnTo>
                <a:lnTo>
                  <a:pt x="444" y="292"/>
                </a:lnTo>
                <a:lnTo>
                  <a:pt x="444" y="293"/>
                </a:lnTo>
                <a:lnTo>
                  <a:pt x="445" y="293"/>
                </a:lnTo>
                <a:lnTo>
                  <a:pt x="444" y="293"/>
                </a:lnTo>
                <a:lnTo>
                  <a:pt x="444" y="294"/>
                </a:lnTo>
                <a:lnTo>
                  <a:pt x="443" y="295"/>
                </a:lnTo>
                <a:lnTo>
                  <a:pt x="443" y="296"/>
                </a:lnTo>
                <a:lnTo>
                  <a:pt x="443" y="297"/>
                </a:lnTo>
                <a:lnTo>
                  <a:pt x="442" y="297"/>
                </a:lnTo>
                <a:lnTo>
                  <a:pt x="441" y="298"/>
                </a:lnTo>
                <a:lnTo>
                  <a:pt x="440" y="299"/>
                </a:lnTo>
                <a:lnTo>
                  <a:pt x="439" y="299"/>
                </a:lnTo>
                <a:lnTo>
                  <a:pt x="438" y="299"/>
                </a:lnTo>
                <a:lnTo>
                  <a:pt x="437" y="299"/>
                </a:lnTo>
                <a:lnTo>
                  <a:pt x="436" y="300"/>
                </a:lnTo>
                <a:lnTo>
                  <a:pt x="436" y="301"/>
                </a:lnTo>
                <a:lnTo>
                  <a:pt x="436" y="302"/>
                </a:lnTo>
                <a:lnTo>
                  <a:pt x="436" y="303"/>
                </a:lnTo>
                <a:lnTo>
                  <a:pt x="438" y="303"/>
                </a:lnTo>
                <a:lnTo>
                  <a:pt x="439" y="302"/>
                </a:lnTo>
                <a:lnTo>
                  <a:pt x="438" y="302"/>
                </a:lnTo>
                <a:lnTo>
                  <a:pt x="439" y="302"/>
                </a:lnTo>
                <a:lnTo>
                  <a:pt x="439" y="301"/>
                </a:lnTo>
                <a:lnTo>
                  <a:pt x="440" y="301"/>
                </a:lnTo>
                <a:lnTo>
                  <a:pt x="441" y="301"/>
                </a:lnTo>
                <a:lnTo>
                  <a:pt x="441" y="302"/>
                </a:lnTo>
                <a:lnTo>
                  <a:pt x="441" y="303"/>
                </a:lnTo>
                <a:lnTo>
                  <a:pt x="442" y="303"/>
                </a:lnTo>
                <a:lnTo>
                  <a:pt x="442" y="304"/>
                </a:lnTo>
                <a:lnTo>
                  <a:pt x="443" y="304"/>
                </a:lnTo>
                <a:lnTo>
                  <a:pt x="444" y="304"/>
                </a:lnTo>
                <a:lnTo>
                  <a:pt x="445" y="304"/>
                </a:lnTo>
                <a:lnTo>
                  <a:pt x="446" y="304"/>
                </a:lnTo>
                <a:lnTo>
                  <a:pt x="446" y="305"/>
                </a:lnTo>
                <a:lnTo>
                  <a:pt x="445" y="305"/>
                </a:lnTo>
                <a:lnTo>
                  <a:pt x="446" y="306"/>
                </a:lnTo>
                <a:lnTo>
                  <a:pt x="447" y="306"/>
                </a:lnTo>
                <a:lnTo>
                  <a:pt x="447" y="307"/>
                </a:lnTo>
                <a:lnTo>
                  <a:pt x="447" y="308"/>
                </a:lnTo>
                <a:lnTo>
                  <a:pt x="446" y="309"/>
                </a:lnTo>
                <a:lnTo>
                  <a:pt x="445" y="309"/>
                </a:lnTo>
                <a:lnTo>
                  <a:pt x="444" y="309"/>
                </a:lnTo>
                <a:lnTo>
                  <a:pt x="443" y="309"/>
                </a:lnTo>
                <a:lnTo>
                  <a:pt x="443" y="310"/>
                </a:lnTo>
                <a:lnTo>
                  <a:pt x="442" y="310"/>
                </a:lnTo>
                <a:lnTo>
                  <a:pt x="442" y="311"/>
                </a:lnTo>
                <a:lnTo>
                  <a:pt x="441" y="311"/>
                </a:lnTo>
                <a:lnTo>
                  <a:pt x="440" y="310"/>
                </a:lnTo>
                <a:lnTo>
                  <a:pt x="439" y="311"/>
                </a:lnTo>
                <a:lnTo>
                  <a:pt x="439" y="312"/>
                </a:lnTo>
                <a:lnTo>
                  <a:pt x="439" y="313"/>
                </a:lnTo>
                <a:lnTo>
                  <a:pt x="438" y="313"/>
                </a:lnTo>
                <a:lnTo>
                  <a:pt x="436" y="314"/>
                </a:lnTo>
                <a:lnTo>
                  <a:pt x="436" y="313"/>
                </a:lnTo>
                <a:lnTo>
                  <a:pt x="436" y="312"/>
                </a:lnTo>
                <a:lnTo>
                  <a:pt x="435" y="312"/>
                </a:lnTo>
                <a:lnTo>
                  <a:pt x="435" y="311"/>
                </a:lnTo>
                <a:lnTo>
                  <a:pt x="435" y="310"/>
                </a:lnTo>
                <a:lnTo>
                  <a:pt x="435" y="309"/>
                </a:lnTo>
                <a:lnTo>
                  <a:pt x="434" y="309"/>
                </a:lnTo>
                <a:lnTo>
                  <a:pt x="434" y="308"/>
                </a:lnTo>
                <a:lnTo>
                  <a:pt x="434" y="307"/>
                </a:lnTo>
                <a:lnTo>
                  <a:pt x="435" y="307"/>
                </a:lnTo>
                <a:lnTo>
                  <a:pt x="435" y="306"/>
                </a:lnTo>
                <a:lnTo>
                  <a:pt x="435" y="305"/>
                </a:lnTo>
                <a:lnTo>
                  <a:pt x="434" y="304"/>
                </a:lnTo>
                <a:lnTo>
                  <a:pt x="434" y="303"/>
                </a:lnTo>
                <a:lnTo>
                  <a:pt x="433" y="303"/>
                </a:lnTo>
                <a:lnTo>
                  <a:pt x="433" y="302"/>
                </a:lnTo>
                <a:lnTo>
                  <a:pt x="432" y="301"/>
                </a:lnTo>
                <a:lnTo>
                  <a:pt x="431" y="301"/>
                </a:lnTo>
                <a:lnTo>
                  <a:pt x="430" y="301"/>
                </a:lnTo>
                <a:lnTo>
                  <a:pt x="430" y="300"/>
                </a:lnTo>
                <a:lnTo>
                  <a:pt x="430" y="299"/>
                </a:lnTo>
                <a:lnTo>
                  <a:pt x="430" y="298"/>
                </a:lnTo>
                <a:lnTo>
                  <a:pt x="429" y="298"/>
                </a:lnTo>
                <a:lnTo>
                  <a:pt x="428" y="298"/>
                </a:lnTo>
                <a:lnTo>
                  <a:pt x="428" y="297"/>
                </a:lnTo>
                <a:lnTo>
                  <a:pt x="427" y="297"/>
                </a:lnTo>
                <a:lnTo>
                  <a:pt x="426" y="297"/>
                </a:lnTo>
                <a:lnTo>
                  <a:pt x="425" y="297"/>
                </a:lnTo>
                <a:lnTo>
                  <a:pt x="424" y="297"/>
                </a:lnTo>
                <a:lnTo>
                  <a:pt x="424" y="298"/>
                </a:lnTo>
                <a:lnTo>
                  <a:pt x="423" y="298"/>
                </a:lnTo>
                <a:lnTo>
                  <a:pt x="422" y="298"/>
                </a:lnTo>
                <a:lnTo>
                  <a:pt x="421" y="298"/>
                </a:lnTo>
                <a:lnTo>
                  <a:pt x="420" y="298"/>
                </a:lnTo>
                <a:lnTo>
                  <a:pt x="419" y="298"/>
                </a:lnTo>
                <a:lnTo>
                  <a:pt x="419" y="299"/>
                </a:lnTo>
                <a:lnTo>
                  <a:pt x="418" y="299"/>
                </a:lnTo>
                <a:lnTo>
                  <a:pt x="418" y="300"/>
                </a:lnTo>
                <a:lnTo>
                  <a:pt x="418" y="301"/>
                </a:lnTo>
                <a:lnTo>
                  <a:pt x="417" y="300"/>
                </a:lnTo>
                <a:lnTo>
                  <a:pt x="416" y="300"/>
                </a:lnTo>
                <a:lnTo>
                  <a:pt x="416" y="299"/>
                </a:lnTo>
                <a:lnTo>
                  <a:pt x="415" y="300"/>
                </a:lnTo>
                <a:lnTo>
                  <a:pt x="413" y="302"/>
                </a:lnTo>
                <a:lnTo>
                  <a:pt x="412" y="303"/>
                </a:lnTo>
                <a:lnTo>
                  <a:pt x="412" y="304"/>
                </a:lnTo>
                <a:lnTo>
                  <a:pt x="411" y="304"/>
                </a:lnTo>
                <a:lnTo>
                  <a:pt x="411" y="303"/>
                </a:lnTo>
                <a:lnTo>
                  <a:pt x="409" y="303"/>
                </a:lnTo>
                <a:lnTo>
                  <a:pt x="408" y="303"/>
                </a:lnTo>
                <a:lnTo>
                  <a:pt x="407" y="303"/>
                </a:lnTo>
                <a:lnTo>
                  <a:pt x="407" y="302"/>
                </a:lnTo>
                <a:lnTo>
                  <a:pt x="406" y="302"/>
                </a:lnTo>
                <a:lnTo>
                  <a:pt x="405" y="302"/>
                </a:lnTo>
                <a:lnTo>
                  <a:pt x="405" y="303"/>
                </a:lnTo>
                <a:lnTo>
                  <a:pt x="405" y="304"/>
                </a:lnTo>
                <a:lnTo>
                  <a:pt x="404" y="304"/>
                </a:lnTo>
                <a:lnTo>
                  <a:pt x="403" y="304"/>
                </a:lnTo>
                <a:lnTo>
                  <a:pt x="402" y="304"/>
                </a:lnTo>
                <a:lnTo>
                  <a:pt x="402" y="305"/>
                </a:lnTo>
                <a:lnTo>
                  <a:pt x="401" y="306"/>
                </a:lnTo>
                <a:lnTo>
                  <a:pt x="401" y="305"/>
                </a:lnTo>
                <a:lnTo>
                  <a:pt x="400" y="305"/>
                </a:lnTo>
                <a:lnTo>
                  <a:pt x="399" y="305"/>
                </a:lnTo>
                <a:lnTo>
                  <a:pt x="398" y="305"/>
                </a:lnTo>
                <a:lnTo>
                  <a:pt x="398" y="306"/>
                </a:lnTo>
                <a:lnTo>
                  <a:pt x="399" y="306"/>
                </a:lnTo>
                <a:lnTo>
                  <a:pt x="399" y="307"/>
                </a:lnTo>
                <a:lnTo>
                  <a:pt x="398" y="307"/>
                </a:lnTo>
                <a:lnTo>
                  <a:pt x="397" y="307"/>
                </a:lnTo>
                <a:lnTo>
                  <a:pt x="396" y="307"/>
                </a:lnTo>
                <a:lnTo>
                  <a:pt x="396" y="308"/>
                </a:lnTo>
                <a:lnTo>
                  <a:pt x="395" y="308"/>
                </a:lnTo>
                <a:lnTo>
                  <a:pt x="394" y="308"/>
                </a:lnTo>
                <a:lnTo>
                  <a:pt x="394" y="307"/>
                </a:lnTo>
                <a:lnTo>
                  <a:pt x="393" y="307"/>
                </a:lnTo>
                <a:lnTo>
                  <a:pt x="392" y="306"/>
                </a:lnTo>
                <a:lnTo>
                  <a:pt x="391" y="306"/>
                </a:lnTo>
                <a:lnTo>
                  <a:pt x="387" y="306"/>
                </a:lnTo>
                <a:lnTo>
                  <a:pt x="386" y="309"/>
                </a:lnTo>
                <a:lnTo>
                  <a:pt x="385" y="310"/>
                </a:lnTo>
                <a:lnTo>
                  <a:pt x="385" y="311"/>
                </a:lnTo>
                <a:lnTo>
                  <a:pt x="384" y="310"/>
                </a:lnTo>
                <a:lnTo>
                  <a:pt x="383" y="311"/>
                </a:lnTo>
                <a:lnTo>
                  <a:pt x="382" y="311"/>
                </a:lnTo>
                <a:lnTo>
                  <a:pt x="382" y="312"/>
                </a:lnTo>
                <a:lnTo>
                  <a:pt x="382" y="313"/>
                </a:lnTo>
                <a:lnTo>
                  <a:pt x="381" y="314"/>
                </a:lnTo>
                <a:lnTo>
                  <a:pt x="380" y="313"/>
                </a:lnTo>
                <a:lnTo>
                  <a:pt x="380" y="311"/>
                </a:lnTo>
                <a:lnTo>
                  <a:pt x="379" y="310"/>
                </a:lnTo>
                <a:lnTo>
                  <a:pt x="379" y="309"/>
                </a:lnTo>
                <a:lnTo>
                  <a:pt x="379" y="308"/>
                </a:lnTo>
                <a:lnTo>
                  <a:pt x="379" y="307"/>
                </a:lnTo>
                <a:lnTo>
                  <a:pt x="380" y="306"/>
                </a:lnTo>
                <a:lnTo>
                  <a:pt x="381" y="305"/>
                </a:lnTo>
                <a:lnTo>
                  <a:pt x="381" y="304"/>
                </a:lnTo>
                <a:lnTo>
                  <a:pt x="380" y="304"/>
                </a:lnTo>
                <a:lnTo>
                  <a:pt x="379" y="304"/>
                </a:lnTo>
                <a:lnTo>
                  <a:pt x="379" y="303"/>
                </a:lnTo>
                <a:lnTo>
                  <a:pt x="379" y="306"/>
                </a:lnTo>
                <a:lnTo>
                  <a:pt x="378" y="306"/>
                </a:lnTo>
                <a:lnTo>
                  <a:pt x="377" y="303"/>
                </a:lnTo>
                <a:lnTo>
                  <a:pt x="377" y="302"/>
                </a:lnTo>
                <a:lnTo>
                  <a:pt x="376" y="301"/>
                </a:lnTo>
                <a:lnTo>
                  <a:pt x="377" y="301"/>
                </a:lnTo>
                <a:lnTo>
                  <a:pt x="376" y="300"/>
                </a:lnTo>
                <a:lnTo>
                  <a:pt x="375" y="297"/>
                </a:lnTo>
                <a:lnTo>
                  <a:pt x="374" y="298"/>
                </a:lnTo>
                <a:lnTo>
                  <a:pt x="373" y="296"/>
                </a:lnTo>
                <a:lnTo>
                  <a:pt x="372" y="293"/>
                </a:lnTo>
                <a:lnTo>
                  <a:pt x="370" y="291"/>
                </a:lnTo>
                <a:lnTo>
                  <a:pt x="370" y="290"/>
                </a:lnTo>
                <a:lnTo>
                  <a:pt x="369" y="290"/>
                </a:lnTo>
                <a:lnTo>
                  <a:pt x="369" y="289"/>
                </a:lnTo>
                <a:lnTo>
                  <a:pt x="369" y="288"/>
                </a:lnTo>
                <a:lnTo>
                  <a:pt x="369" y="286"/>
                </a:lnTo>
                <a:lnTo>
                  <a:pt x="369" y="285"/>
                </a:lnTo>
                <a:lnTo>
                  <a:pt x="369" y="284"/>
                </a:lnTo>
                <a:lnTo>
                  <a:pt x="370" y="284"/>
                </a:lnTo>
                <a:lnTo>
                  <a:pt x="369" y="284"/>
                </a:lnTo>
                <a:lnTo>
                  <a:pt x="368" y="285"/>
                </a:lnTo>
                <a:lnTo>
                  <a:pt x="368" y="284"/>
                </a:lnTo>
                <a:lnTo>
                  <a:pt x="367" y="283"/>
                </a:lnTo>
                <a:lnTo>
                  <a:pt x="366" y="283"/>
                </a:lnTo>
                <a:lnTo>
                  <a:pt x="365" y="283"/>
                </a:lnTo>
                <a:lnTo>
                  <a:pt x="365" y="282"/>
                </a:lnTo>
                <a:lnTo>
                  <a:pt x="365" y="283"/>
                </a:lnTo>
                <a:lnTo>
                  <a:pt x="365" y="284"/>
                </a:lnTo>
                <a:lnTo>
                  <a:pt x="362" y="284"/>
                </a:lnTo>
                <a:lnTo>
                  <a:pt x="361" y="284"/>
                </a:lnTo>
                <a:lnTo>
                  <a:pt x="361" y="283"/>
                </a:lnTo>
                <a:lnTo>
                  <a:pt x="360" y="282"/>
                </a:lnTo>
                <a:lnTo>
                  <a:pt x="359" y="282"/>
                </a:lnTo>
                <a:lnTo>
                  <a:pt x="357" y="282"/>
                </a:lnTo>
                <a:lnTo>
                  <a:pt x="357" y="283"/>
                </a:lnTo>
                <a:lnTo>
                  <a:pt x="356" y="284"/>
                </a:lnTo>
                <a:lnTo>
                  <a:pt x="355" y="284"/>
                </a:lnTo>
                <a:lnTo>
                  <a:pt x="354" y="284"/>
                </a:lnTo>
                <a:lnTo>
                  <a:pt x="353" y="284"/>
                </a:lnTo>
                <a:lnTo>
                  <a:pt x="352" y="284"/>
                </a:lnTo>
                <a:lnTo>
                  <a:pt x="351" y="283"/>
                </a:lnTo>
                <a:lnTo>
                  <a:pt x="351" y="284"/>
                </a:lnTo>
                <a:lnTo>
                  <a:pt x="351" y="285"/>
                </a:lnTo>
                <a:lnTo>
                  <a:pt x="352" y="285"/>
                </a:lnTo>
                <a:lnTo>
                  <a:pt x="352" y="286"/>
                </a:lnTo>
                <a:lnTo>
                  <a:pt x="353" y="286"/>
                </a:lnTo>
                <a:lnTo>
                  <a:pt x="354" y="288"/>
                </a:lnTo>
                <a:lnTo>
                  <a:pt x="354" y="289"/>
                </a:lnTo>
                <a:lnTo>
                  <a:pt x="355" y="289"/>
                </a:lnTo>
                <a:lnTo>
                  <a:pt x="356" y="290"/>
                </a:lnTo>
                <a:lnTo>
                  <a:pt x="357" y="292"/>
                </a:lnTo>
                <a:lnTo>
                  <a:pt x="358" y="293"/>
                </a:lnTo>
                <a:lnTo>
                  <a:pt x="358" y="294"/>
                </a:lnTo>
                <a:lnTo>
                  <a:pt x="359" y="294"/>
                </a:lnTo>
                <a:lnTo>
                  <a:pt x="359" y="295"/>
                </a:lnTo>
                <a:lnTo>
                  <a:pt x="359" y="296"/>
                </a:lnTo>
                <a:lnTo>
                  <a:pt x="360" y="297"/>
                </a:lnTo>
                <a:lnTo>
                  <a:pt x="360" y="298"/>
                </a:lnTo>
                <a:lnTo>
                  <a:pt x="359" y="299"/>
                </a:lnTo>
                <a:lnTo>
                  <a:pt x="357" y="301"/>
                </a:lnTo>
                <a:lnTo>
                  <a:pt x="357" y="300"/>
                </a:lnTo>
                <a:lnTo>
                  <a:pt x="356" y="299"/>
                </a:lnTo>
                <a:lnTo>
                  <a:pt x="355" y="298"/>
                </a:lnTo>
                <a:lnTo>
                  <a:pt x="355" y="297"/>
                </a:lnTo>
                <a:lnTo>
                  <a:pt x="354" y="298"/>
                </a:lnTo>
                <a:lnTo>
                  <a:pt x="353" y="298"/>
                </a:lnTo>
                <a:lnTo>
                  <a:pt x="353" y="299"/>
                </a:lnTo>
                <a:lnTo>
                  <a:pt x="352" y="300"/>
                </a:lnTo>
                <a:lnTo>
                  <a:pt x="351" y="300"/>
                </a:lnTo>
                <a:lnTo>
                  <a:pt x="351" y="301"/>
                </a:lnTo>
                <a:lnTo>
                  <a:pt x="351" y="300"/>
                </a:lnTo>
                <a:lnTo>
                  <a:pt x="352" y="300"/>
                </a:lnTo>
                <a:lnTo>
                  <a:pt x="354" y="300"/>
                </a:lnTo>
                <a:lnTo>
                  <a:pt x="355" y="300"/>
                </a:lnTo>
                <a:lnTo>
                  <a:pt x="356" y="301"/>
                </a:lnTo>
                <a:lnTo>
                  <a:pt x="356" y="302"/>
                </a:lnTo>
                <a:lnTo>
                  <a:pt x="357" y="302"/>
                </a:lnTo>
                <a:lnTo>
                  <a:pt x="357" y="303"/>
                </a:lnTo>
                <a:lnTo>
                  <a:pt x="357" y="304"/>
                </a:lnTo>
                <a:lnTo>
                  <a:pt x="357" y="307"/>
                </a:lnTo>
                <a:lnTo>
                  <a:pt x="357" y="308"/>
                </a:lnTo>
                <a:lnTo>
                  <a:pt x="356" y="308"/>
                </a:lnTo>
                <a:lnTo>
                  <a:pt x="355" y="308"/>
                </a:lnTo>
                <a:lnTo>
                  <a:pt x="354" y="309"/>
                </a:lnTo>
                <a:lnTo>
                  <a:pt x="354" y="308"/>
                </a:lnTo>
                <a:lnTo>
                  <a:pt x="354" y="307"/>
                </a:lnTo>
                <a:lnTo>
                  <a:pt x="354" y="306"/>
                </a:lnTo>
                <a:lnTo>
                  <a:pt x="354" y="305"/>
                </a:lnTo>
                <a:lnTo>
                  <a:pt x="354" y="304"/>
                </a:lnTo>
                <a:lnTo>
                  <a:pt x="354" y="303"/>
                </a:lnTo>
                <a:lnTo>
                  <a:pt x="352" y="302"/>
                </a:lnTo>
                <a:lnTo>
                  <a:pt x="353" y="302"/>
                </a:lnTo>
                <a:lnTo>
                  <a:pt x="353" y="303"/>
                </a:lnTo>
                <a:lnTo>
                  <a:pt x="353" y="304"/>
                </a:lnTo>
                <a:lnTo>
                  <a:pt x="353" y="306"/>
                </a:lnTo>
                <a:lnTo>
                  <a:pt x="354" y="308"/>
                </a:lnTo>
                <a:lnTo>
                  <a:pt x="354" y="309"/>
                </a:lnTo>
                <a:lnTo>
                  <a:pt x="354" y="310"/>
                </a:lnTo>
                <a:lnTo>
                  <a:pt x="353" y="310"/>
                </a:lnTo>
                <a:lnTo>
                  <a:pt x="352" y="312"/>
                </a:lnTo>
                <a:lnTo>
                  <a:pt x="353" y="312"/>
                </a:lnTo>
                <a:lnTo>
                  <a:pt x="353" y="316"/>
                </a:lnTo>
                <a:lnTo>
                  <a:pt x="352" y="317"/>
                </a:lnTo>
                <a:lnTo>
                  <a:pt x="352" y="318"/>
                </a:lnTo>
                <a:lnTo>
                  <a:pt x="352" y="319"/>
                </a:lnTo>
                <a:lnTo>
                  <a:pt x="352" y="320"/>
                </a:lnTo>
                <a:lnTo>
                  <a:pt x="353" y="320"/>
                </a:lnTo>
                <a:lnTo>
                  <a:pt x="354" y="320"/>
                </a:lnTo>
                <a:lnTo>
                  <a:pt x="356" y="321"/>
                </a:lnTo>
                <a:lnTo>
                  <a:pt x="356" y="322"/>
                </a:lnTo>
                <a:lnTo>
                  <a:pt x="356" y="321"/>
                </a:lnTo>
                <a:lnTo>
                  <a:pt x="357" y="321"/>
                </a:lnTo>
                <a:lnTo>
                  <a:pt x="357" y="322"/>
                </a:lnTo>
                <a:lnTo>
                  <a:pt x="357" y="323"/>
                </a:lnTo>
                <a:lnTo>
                  <a:pt x="357" y="324"/>
                </a:lnTo>
                <a:lnTo>
                  <a:pt x="356" y="324"/>
                </a:lnTo>
                <a:lnTo>
                  <a:pt x="355" y="324"/>
                </a:lnTo>
                <a:lnTo>
                  <a:pt x="354" y="324"/>
                </a:lnTo>
                <a:lnTo>
                  <a:pt x="354" y="325"/>
                </a:lnTo>
                <a:lnTo>
                  <a:pt x="355" y="326"/>
                </a:lnTo>
                <a:lnTo>
                  <a:pt x="355" y="327"/>
                </a:lnTo>
                <a:lnTo>
                  <a:pt x="356" y="327"/>
                </a:lnTo>
                <a:lnTo>
                  <a:pt x="355" y="328"/>
                </a:lnTo>
                <a:lnTo>
                  <a:pt x="354" y="327"/>
                </a:lnTo>
                <a:lnTo>
                  <a:pt x="353" y="328"/>
                </a:lnTo>
                <a:lnTo>
                  <a:pt x="353" y="329"/>
                </a:lnTo>
                <a:lnTo>
                  <a:pt x="353" y="330"/>
                </a:lnTo>
                <a:lnTo>
                  <a:pt x="353" y="331"/>
                </a:lnTo>
                <a:lnTo>
                  <a:pt x="353" y="332"/>
                </a:lnTo>
                <a:lnTo>
                  <a:pt x="353" y="333"/>
                </a:lnTo>
                <a:lnTo>
                  <a:pt x="354" y="333"/>
                </a:lnTo>
                <a:lnTo>
                  <a:pt x="354" y="334"/>
                </a:lnTo>
                <a:lnTo>
                  <a:pt x="354" y="335"/>
                </a:lnTo>
                <a:lnTo>
                  <a:pt x="354" y="336"/>
                </a:lnTo>
                <a:lnTo>
                  <a:pt x="353" y="336"/>
                </a:lnTo>
                <a:lnTo>
                  <a:pt x="352" y="336"/>
                </a:lnTo>
                <a:lnTo>
                  <a:pt x="351" y="336"/>
                </a:lnTo>
                <a:lnTo>
                  <a:pt x="351" y="338"/>
                </a:lnTo>
                <a:lnTo>
                  <a:pt x="350" y="338"/>
                </a:lnTo>
                <a:lnTo>
                  <a:pt x="349" y="338"/>
                </a:lnTo>
                <a:lnTo>
                  <a:pt x="349" y="339"/>
                </a:lnTo>
                <a:lnTo>
                  <a:pt x="349" y="340"/>
                </a:lnTo>
                <a:lnTo>
                  <a:pt x="348" y="340"/>
                </a:lnTo>
                <a:lnTo>
                  <a:pt x="348" y="342"/>
                </a:lnTo>
                <a:lnTo>
                  <a:pt x="348" y="343"/>
                </a:lnTo>
                <a:lnTo>
                  <a:pt x="349" y="342"/>
                </a:lnTo>
                <a:lnTo>
                  <a:pt x="349" y="343"/>
                </a:lnTo>
                <a:lnTo>
                  <a:pt x="350" y="344"/>
                </a:lnTo>
                <a:lnTo>
                  <a:pt x="350" y="345"/>
                </a:lnTo>
                <a:lnTo>
                  <a:pt x="350" y="346"/>
                </a:lnTo>
                <a:lnTo>
                  <a:pt x="350" y="349"/>
                </a:lnTo>
                <a:lnTo>
                  <a:pt x="350" y="350"/>
                </a:lnTo>
                <a:lnTo>
                  <a:pt x="351" y="350"/>
                </a:lnTo>
                <a:lnTo>
                  <a:pt x="351" y="351"/>
                </a:lnTo>
                <a:lnTo>
                  <a:pt x="351" y="352"/>
                </a:lnTo>
                <a:lnTo>
                  <a:pt x="350" y="352"/>
                </a:lnTo>
                <a:lnTo>
                  <a:pt x="350" y="351"/>
                </a:lnTo>
                <a:lnTo>
                  <a:pt x="349" y="351"/>
                </a:lnTo>
                <a:lnTo>
                  <a:pt x="348" y="351"/>
                </a:lnTo>
                <a:lnTo>
                  <a:pt x="346" y="352"/>
                </a:lnTo>
                <a:lnTo>
                  <a:pt x="345" y="352"/>
                </a:lnTo>
                <a:lnTo>
                  <a:pt x="344" y="351"/>
                </a:lnTo>
                <a:lnTo>
                  <a:pt x="343" y="350"/>
                </a:lnTo>
                <a:lnTo>
                  <a:pt x="342" y="348"/>
                </a:lnTo>
                <a:lnTo>
                  <a:pt x="342" y="347"/>
                </a:lnTo>
                <a:lnTo>
                  <a:pt x="340" y="343"/>
                </a:lnTo>
                <a:lnTo>
                  <a:pt x="340" y="342"/>
                </a:lnTo>
                <a:lnTo>
                  <a:pt x="338" y="342"/>
                </a:lnTo>
                <a:lnTo>
                  <a:pt x="338" y="344"/>
                </a:lnTo>
                <a:lnTo>
                  <a:pt x="337" y="344"/>
                </a:lnTo>
                <a:lnTo>
                  <a:pt x="337" y="345"/>
                </a:lnTo>
                <a:lnTo>
                  <a:pt x="335" y="346"/>
                </a:lnTo>
                <a:lnTo>
                  <a:pt x="334" y="345"/>
                </a:lnTo>
                <a:lnTo>
                  <a:pt x="334" y="344"/>
                </a:lnTo>
                <a:lnTo>
                  <a:pt x="334" y="345"/>
                </a:lnTo>
                <a:lnTo>
                  <a:pt x="334" y="347"/>
                </a:lnTo>
                <a:lnTo>
                  <a:pt x="334" y="348"/>
                </a:lnTo>
                <a:lnTo>
                  <a:pt x="335" y="349"/>
                </a:lnTo>
                <a:lnTo>
                  <a:pt x="335" y="350"/>
                </a:lnTo>
                <a:lnTo>
                  <a:pt x="335" y="351"/>
                </a:lnTo>
                <a:lnTo>
                  <a:pt x="336" y="351"/>
                </a:lnTo>
                <a:lnTo>
                  <a:pt x="337" y="352"/>
                </a:lnTo>
                <a:lnTo>
                  <a:pt x="338" y="352"/>
                </a:lnTo>
                <a:lnTo>
                  <a:pt x="338" y="353"/>
                </a:lnTo>
                <a:lnTo>
                  <a:pt x="338" y="354"/>
                </a:lnTo>
                <a:lnTo>
                  <a:pt x="337" y="355"/>
                </a:lnTo>
                <a:lnTo>
                  <a:pt x="337" y="356"/>
                </a:lnTo>
                <a:lnTo>
                  <a:pt x="336" y="356"/>
                </a:lnTo>
                <a:lnTo>
                  <a:pt x="336" y="357"/>
                </a:lnTo>
                <a:lnTo>
                  <a:pt x="336" y="358"/>
                </a:lnTo>
                <a:lnTo>
                  <a:pt x="337" y="358"/>
                </a:lnTo>
                <a:lnTo>
                  <a:pt x="338" y="358"/>
                </a:lnTo>
                <a:lnTo>
                  <a:pt x="338" y="359"/>
                </a:lnTo>
                <a:lnTo>
                  <a:pt x="337" y="359"/>
                </a:lnTo>
                <a:lnTo>
                  <a:pt x="336" y="359"/>
                </a:lnTo>
                <a:lnTo>
                  <a:pt x="335" y="359"/>
                </a:lnTo>
                <a:lnTo>
                  <a:pt x="335" y="360"/>
                </a:lnTo>
                <a:lnTo>
                  <a:pt x="334" y="361"/>
                </a:lnTo>
                <a:lnTo>
                  <a:pt x="333" y="361"/>
                </a:lnTo>
                <a:lnTo>
                  <a:pt x="333" y="360"/>
                </a:lnTo>
                <a:lnTo>
                  <a:pt x="333" y="359"/>
                </a:lnTo>
                <a:lnTo>
                  <a:pt x="332" y="359"/>
                </a:lnTo>
                <a:lnTo>
                  <a:pt x="331" y="359"/>
                </a:lnTo>
                <a:lnTo>
                  <a:pt x="330" y="359"/>
                </a:lnTo>
                <a:lnTo>
                  <a:pt x="329" y="359"/>
                </a:lnTo>
                <a:lnTo>
                  <a:pt x="328" y="359"/>
                </a:lnTo>
                <a:lnTo>
                  <a:pt x="327" y="359"/>
                </a:lnTo>
                <a:lnTo>
                  <a:pt x="327" y="358"/>
                </a:lnTo>
                <a:lnTo>
                  <a:pt x="328" y="357"/>
                </a:lnTo>
                <a:lnTo>
                  <a:pt x="327" y="357"/>
                </a:lnTo>
                <a:lnTo>
                  <a:pt x="326" y="356"/>
                </a:lnTo>
                <a:lnTo>
                  <a:pt x="326" y="355"/>
                </a:lnTo>
                <a:lnTo>
                  <a:pt x="326" y="354"/>
                </a:lnTo>
                <a:lnTo>
                  <a:pt x="326" y="353"/>
                </a:lnTo>
                <a:lnTo>
                  <a:pt x="326" y="352"/>
                </a:lnTo>
                <a:lnTo>
                  <a:pt x="325" y="351"/>
                </a:lnTo>
                <a:lnTo>
                  <a:pt x="325" y="352"/>
                </a:lnTo>
                <a:lnTo>
                  <a:pt x="325" y="353"/>
                </a:lnTo>
                <a:lnTo>
                  <a:pt x="325" y="355"/>
                </a:lnTo>
                <a:lnTo>
                  <a:pt x="325" y="356"/>
                </a:lnTo>
                <a:lnTo>
                  <a:pt x="325" y="355"/>
                </a:lnTo>
                <a:lnTo>
                  <a:pt x="324" y="355"/>
                </a:lnTo>
                <a:lnTo>
                  <a:pt x="324" y="356"/>
                </a:lnTo>
                <a:lnTo>
                  <a:pt x="324" y="357"/>
                </a:lnTo>
                <a:lnTo>
                  <a:pt x="323" y="357"/>
                </a:lnTo>
                <a:lnTo>
                  <a:pt x="322" y="357"/>
                </a:lnTo>
                <a:lnTo>
                  <a:pt x="322" y="358"/>
                </a:lnTo>
                <a:lnTo>
                  <a:pt x="323" y="358"/>
                </a:lnTo>
                <a:lnTo>
                  <a:pt x="324" y="358"/>
                </a:lnTo>
                <a:lnTo>
                  <a:pt x="324" y="359"/>
                </a:lnTo>
                <a:lnTo>
                  <a:pt x="323" y="359"/>
                </a:lnTo>
                <a:lnTo>
                  <a:pt x="324" y="360"/>
                </a:lnTo>
                <a:lnTo>
                  <a:pt x="325" y="364"/>
                </a:lnTo>
                <a:lnTo>
                  <a:pt x="325" y="365"/>
                </a:lnTo>
                <a:lnTo>
                  <a:pt x="326" y="366"/>
                </a:lnTo>
                <a:lnTo>
                  <a:pt x="326" y="367"/>
                </a:lnTo>
                <a:lnTo>
                  <a:pt x="327" y="367"/>
                </a:lnTo>
                <a:lnTo>
                  <a:pt x="328" y="368"/>
                </a:lnTo>
                <a:lnTo>
                  <a:pt x="327" y="368"/>
                </a:lnTo>
                <a:lnTo>
                  <a:pt x="326" y="368"/>
                </a:lnTo>
                <a:lnTo>
                  <a:pt x="326" y="369"/>
                </a:lnTo>
                <a:lnTo>
                  <a:pt x="327" y="370"/>
                </a:lnTo>
                <a:lnTo>
                  <a:pt x="326" y="370"/>
                </a:lnTo>
                <a:lnTo>
                  <a:pt x="326" y="371"/>
                </a:lnTo>
                <a:lnTo>
                  <a:pt x="325" y="371"/>
                </a:lnTo>
                <a:lnTo>
                  <a:pt x="325" y="372"/>
                </a:lnTo>
                <a:lnTo>
                  <a:pt x="325" y="373"/>
                </a:lnTo>
                <a:lnTo>
                  <a:pt x="324" y="372"/>
                </a:lnTo>
                <a:lnTo>
                  <a:pt x="323" y="371"/>
                </a:lnTo>
                <a:lnTo>
                  <a:pt x="322" y="371"/>
                </a:lnTo>
                <a:lnTo>
                  <a:pt x="322" y="370"/>
                </a:lnTo>
                <a:lnTo>
                  <a:pt x="322" y="369"/>
                </a:lnTo>
                <a:lnTo>
                  <a:pt x="321" y="370"/>
                </a:lnTo>
                <a:lnTo>
                  <a:pt x="321" y="369"/>
                </a:lnTo>
                <a:lnTo>
                  <a:pt x="320" y="367"/>
                </a:lnTo>
                <a:lnTo>
                  <a:pt x="321" y="367"/>
                </a:lnTo>
                <a:lnTo>
                  <a:pt x="321" y="366"/>
                </a:lnTo>
                <a:lnTo>
                  <a:pt x="322" y="365"/>
                </a:lnTo>
                <a:lnTo>
                  <a:pt x="321" y="365"/>
                </a:lnTo>
                <a:lnTo>
                  <a:pt x="321" y="366"/>
                </a:lnTo>
                <a:lnTo>
                  <a:pt x="320" y="366"/>
                </a:lnTo>
                <a:lnTo>
                  <a:pt x="320" y="367"/>
                </a:lnTo>
                <a:lnTo>
                  <a:pt x="319" y="366"/>
                </a:lnTo>
                <a:lnTo>
                  <a:pt x="320" y="365"/>
                </a:lnTo>
                <a:lnTo>
                  <a:pt x="320" y="364"/>
                </a:lnTo>
                <a:lnTo>
                  <a:pt x="320" y="363"/>
                </a:lnTo>
                <a:lnTo>
                  <a:pt x="320" y="364"/>
                </a:lnTo>
                <a:lnTo>
                  <a:pt x="319" y="364"/>
                </a:lnTo>
                <a:lnTo>
                  <a:pt x="319" y="365"/>
                </a:lnTo>
                <a:lnTo>
                  <a:pt x="318" y="364"/>
                </a:lnTo>
                <a:lnTo>
                  <a:pt x="317" y="363"/>
                </a:lnTo>
                <a:lnTo>
                  <a:pt x="316" y="363"/>
                </a:lnTo>
                <a:lnTo>
                  <a:pt x="315" y="362"/>
                </a:lnTo>
                <a:lnTo>
                  <a:pt x="315" y="361"/>
                </a:lnTo>
                <a:lnTo>
                  <a:pt x="315" y="360"/>
                </a:lnTo>
                <a:lnTo>
                  <a:pt x="314" y="359"/>
                </a:lnTo>
                <a:lnTo>
                  <a:pt x="314" y="358"/>
                </a:lnTo>
                <a:lnTo>
                  <a:pt x="313" y="356"/>
                </a:lnTo>
                <a:lnTo>
                  <a:pt x="312" y="356"/>
                </a:lnTo>
                <a:lnTo>
                  <a:pt x="311" y="354"/>
                </a:lnTo>
                <a:lnTo>
                  <a:pt x="311" y="353"/>
                </a:lnTo>
                <a:lnTo>
                  <a:pt x="310" y="353"/>
                </a:lnTo>
                <a:lnTo>
                  <a:pt x="310" y="351"/>
                </a:lnTo>
                <a:lnTo>
                  <a:pt x="310" y="350"/>
                </a:lnTo>
                <a:lnTo>
                  <a:pt x="311" y="349"/>
                </a:lnTo>
                <a:lnTo>
                  <a:pt x="311" y="348"/>
                </a:lnTo>
                <a:lnTo>
                  <a:pt x="311" y="347"/>
                </a:lnTo>
                <a:lnTo>
                  <a:pt x="311" y="344"/>
                </a:lnTo>
                <a:lnTo>
                  <a:pt x="311" y="342"/>
                </a:lnTo>
                <a:lnTo>
                  <a:pt x="310" y="341"/>
                </a:lnTo>
                <a:lnTo>
                  <a:pt x="310" y="340"/>
                </a:lnTo>
                <a:lnTo>
                  <a:pt x="310" y="339"/>
                </a:lnTo>
                <a:lnTo>
                  <a:pt x="311" y="339"/>
                </a:lnTo>
                <a:lnTo>
                  <a:pt x="312" y="338"/>
                </a:lnTo>
                <a:lnTo>
                  <a:pt x="312" y="337"/>
                </a:lnTo>
                <a:lnTo>
                  <a:pt x="311" y="338"/>
                </a:lnTo>
                <a:lnTo>
                  <a:pt x="310" y="339"/>
                </a:lnTo>
                <a:lnTo>
                  <a:pt x="310" y="338"/>
                </a:lnTo>
                <a:lnTo>
                  <a:pt x="309" y="337"/>
                </a:lnTo>
                <a:lnTo>
                  <a:pt x="308" y="337"/>
                </a:lnTo>
                <a:lnTo>
                  <a:pt x="309" y="337"/>
                </a:lnTo>
                <a:lnTo>
                  <a:pt x="309" y="338"/>
                </a:lnTo>
                <a:lnTo>
                  <a:pt x="309" y="339"/>
                </a:lnTo>
                <a:lnTo>
                  <a:pt x="308" y="340"/>
                </a:lnTo>
                <a:lnTo>
                  <a:pt x="309" y="341"/>
                </a:lnTo>
                <a:lnTo>
                  <a:pt x="309" y="343"/>
                </a:lnTo>
                <a:lnTo>
                  <a:pt x="308" y="343"/>
                </a:lnTo>
                <a:lnTo>
                  <a:pt x="308" y="344"/>
                </a:lnTo>
                <a:lnTo>
                  <a:pt x="307" y="344"/>
                </a:lnTo>
                <a:lnTo>
                  <a:pt x="309" y="345"/>
                </a:lnTo>
                <a:lnTo>
                  <a:pt x="308" y="345"/>
                </a:lnTo>
                <a:lnTo>
                  <a:pt x="307" y="346"/>
                </a:lnTo>
                <a:lnTo>
                  <a:pt x="307" y="347"/>
                </a:lnTo>
                <a:lnTo>
                  <a:pt x="306" y="348"/>
                </a:lnTo>
                <a:lnTo>
                  <a:pt x="304" y="346"/>
                </a:lnTo>
                <a:lnTo>
                  <a:pt x="302" y="348"/>
                </a:lnTo>
                <a:lnTo>
                  <a:pt x="303" y="348"/>
                </a:lnTo>
                <a:lnTo>
                  <a:pt x="303" y="349"/>
                </a:lnTo>
                <a:lnTo>
                  <a:pt x="303" y="350"/>
                </a:lnTo>
                <a:lnTo>
                  <a:pt x="303" y="351"/>
                </a:lnTo>
                <a:lnTo>
                  <a:pt x="303" y="352"/>
                </a:lnTo>
                <a:lnTo>
                  <a:pt x="302" y="351"/>
                </a:lnTo>
                <a:lnTo>
                  <a:pt x="302" y="352"/>
                </a:lnTo>
                <a:lnTo>
                  <a:pt x="302" y="353"/>
                </a:lnTo>
                <a:lnTo>
                  <a:pt x="302" y="355"/>
                </a:lnTo>
                <a:lnTo>
                  <a:pt x="302" y="356"/>
                </a:lnTo>
                <a:lnTo>
                  <a:pt x="302" y="357"/>
                </a:lnTo>
                <a:lnTo>
                  <a:pt x="303" y="357"/>
                </a:lnTo>
                <a:lnTo>
                  <a:pt x="302" y="357"/>
                </a:lnTo>
                <a:lnTo>
                  <a:pt x="303" y="358"/>
                </a:lnTo>
                <a:lnTo>
                  <a:pt x="303" y="359"/>
                </a:lnTo>
                <a:lnTo>
                  <a:pt x="303" y="360"/>
                </a:lnTo>
                <a:lnTo>
                  <a:pt x="303" y="361"/>
                </a:lnTo>
                <a:lnTo>
                  <a:pt x="303" y="362"/>
                </a:lnTo>
                <a:lnTo>
                  <a:pt x="303" y="363"/>
                </a:lnTo>
                <a:lnTo>
                  <a:pt x="304" y="363"/>
                </a:lnTo>
                <a:lnTo>
                  <a:pt x="304" y="364"/>
                </a:lnTo>
                <a:lnTo>
                  <a:pt x="304" y="365"/>
                </a:lnTo>
                <a:lnTo>
                  <a:pt x="303" y="365"/>
                </a:lnTo>
                <a:lnTo>
                  <a:pt x="303" y="366"/>
                </a:lnTo>
                <a:lnTo>
                  <a:pt x="302" y="366"/>
                </a:lnTo>
                <a:lnTo>
                  <a:pt x="301" y="366"/>
                </a:lnTo>
                <a:lnTo>
                  <a:pt x="301" y="367"/>
                </a:lnTo>
                <a:lnTo>
                  <a:pt x="300" y="368"/>
                </a:lnTo>
                <a:lnTo>
                  <a:pt x="300" y="369"/>
                </a:lnTo>
                <a:lnTo>
                  <a:pt x="299" y="370"/>
                </a:lnTo>
                <a:lnTo>
                  <a:pt x="299" y="371"/>
                </a:lnTo>
                <a:lnTo>
                  <a:pt x="298" y="371"/>
                </a:lnTo>
                <a:lnTo>
                  <a:pt x="298" y="372"/>
                </a:lnTo>
                <a:lnTo>
                  <a:pt x="297" y="372"/>
                </a:lnTo>
                <a:lnTo>
                  <a:pt x="297" y="373"/>
                </a:lnTo>
                <a:lnTo>
                  <a:pt x="296" y="373"/>
                </a:lnTo>
                <a:lnTo>
                  <a:pt x="295" y="373"/>
                </a:lnTo>
                <a:lnTo>
                  <a:pt x="295" y="375"/>
                </a:lnTo>
                <a:lnTo>
                  <a:pt x="294" y="375"/>
                </a:lnTo>
                <a:lnTo>
                  <a:pt x="293" y="375"/>
                </a:lnTo>
                <a:lnTo>
                  <a:pt x="292" y="375"/>
                </a:lnTo>
                <a:lnTo>
                  <a:pt x="292" y="374"/>
                </a:lnTo>
                <a:lnTo>
                  <a:pt x="291" y="374"/>
                </a:lnTo>
                <a:lnTo>
                  <a:pt x="291" y="373"/>
                </a:lnTo>
                <a:lnTo>
                  <a:pt x="291" y="372"/>
                </a:lnTo>
                <a:lnTo>
                  <a:pt x="291" y="371"/>
                </a:lnTo>
                <a:lnTo>
                  <a:pt x="290" y="371"/>
                </a:lnTo>
                <a:lnTo>
                  <a:pt x="289" y="371"/>
                </a:lnTo>
                <a:lnTo>
                  <a:pt x="289" y="370"/>
                </a:lnTo>
                <a:lnTo>
                  <a:pt x="288" y="368"/>
                </a:lnTo>
                <a:lnTo>
                  <a:pt x="288" y="367"/>
                </a:lnTo>
                <a:lnTo>
                  <a:pt x="288" y="366"/>
                </a:lnTo>
                <a:lnTo>
                  <a:pt x="287" y="366"/>
                </a:lnTo>
                <a:lnTo>
                  <a:pt x="286" y="365"/>
                </a:lnTo>
                <a:lnTo>
                  <a:pt x="286" y="364"/>
                </a:lnTo>
                <a:lnTo>
                  <a:pt x="285" y="364"/>
                </a:lnTo>
                <a:lnTo>
                  <a:pt x="285" y="363"/>
                </a:lnTo>
                <a:lnTo>
                  <a:pt x="285" y="364"/>
                </a:lnTo>
                <a:lnTo>
                  <a:pt x="285" y="365"/>
                </a:lnTo>
                <a:lnTo>
                  <a:pt x="284" y="365"/>
                </a:lnTo>
                <a:lnTo>
                  <a:pt x="283" y="365"/>
                </a:lnTo>
                <a:lnTo>
                  <a:pt x="282" y="366"/>
                </a:lnTo>
                <a:lnTo>
                  <a:pt x="281" y="366"/>
                </a:lnTo>
                <a:lnTo>
                  <a:pt x="280" y="367"/>
                </a:lnTo>
                <a:lnTo>
                  <a:pt x="279" y="367"/>
                </a:lnTo>
                <a:lnTo>
                  <a:pt x="279" y="368"/>
                </a:lnTo>
                <a:lnTo>
                  <a:pt x="278" y="368"/>
                </a:lnTo>
                <a:lnTo>
                  <a:pt x="278" y="369"/>
                </a:lnTo>
                <a:lnTo>
                  <a:pt x="278" y="370"/>
                </a:lnTo>
                <a:lnTo>
                  <a:pt x="278" y="371"/>
                </a:lnTo>
                <a:lnTo>
                  <a:pt x="277" y="371"/>
                </a:lnTo>
                <a:lnTo>
                  <a:pt x="277" y="370"/>
                </a:lnTo>
                <a:lnTo>
                  <a:pt x="277" y="371"/>
                </a:lnTo>
                <a:lnTo>
                  <a:pt x="276" y="371"/>
                </a:lnTo>
                <a:lnTo>
                  <a:pt x="275" y="371"/>
                </a:lnTo>
                <a:lnTo>
                  <a:pt x="274" y="372"/>
                </a:lnTo>
                <a:lnTo>
                  <a:pt x="273" y="374"/>
                </a:lnTo>
                <a:lnTo>
                  <a:pt x="273" y="375"/>
                </a:lnTo>
                <a:lnTo>
                  <a:pt x="272" y="375"/>
                </a:lnTo>
                <a:lnTo>
                  <a:pt x="271" y="375"/>
                </a:lnTo>
                <a:lnTo>
                  <a:pt x="271" y="376"/>
                </a:lnTo>
                <a:lnTo>
                  <a:pt x="270" y="376"/>
                </a:lnTo>
                <a:lnTo>
                  <a:pt x="270" y="377"/>
                </a:lnTo>
                <a:lnTo>
                  <a:pt x="270" y="378"/>
                </a:lnTo>
                <a:lnTo>
                  <a:pt x="269" y="378"/>
                </a:lnTo>
                <a:lnTo>
                  <a:pt x="269" y="379"/>
                </a:lnTo>
                <a:lnTo>
                  <a:pt x="269" y="380"/>
                </a:lnTo>
                <a:lnTo>
                  <a:pt x="269" y="382"/>
                </a:lnTo>
                <a:lnTo>
                  <a:pt x="268" y="382"/>
                </a:lnTo>
                <a:lnTo>
                  <a:pt x="268" y="381"/>
                </a:lnTo>
                <a:lnTo>
                  <a:pt x="267" y="381"/>
                </a:lnTo>
                <a:lnTo>
                  <a:pt x="267" y="382"/>
                </a:lnTo>
                <a:lnTo>
                  <a:pt x="267" y="383"/>
                </a:lnTo>
                <a:lnTo>
                  <a:pt x="266" y="383"/>
                </a:lnTo>
                <a:lnTo>
                  <a:pt x="265" y="383"/>
                </a:lnTo>
                <a:lnTo>
                  <a:pt x="265" y="384"/>
                </a:lnTo>
                <a:lnTo>
                  <a:pt x="264" y="384"/>
                </a:lnTo>
                <a:lnTo>
                  <a:pt x="262" y="384"/>
                </a:lnTo>
                <a:lnTo>
                  <a:pt x="262" y="385"/>
                </a:lnTo>
                <a:lnTo>
                  <a:pt x="261" y="385"/>
                </a:lnTo>
                <a:lnTo>
                  <a:pt x="261" y="384"/>
                </a:lnTo>
                <a:lnTo>
                  <a:pt x="260" y="384"/>
                </a:lnTo>
                <a:lnTo>
                  <a:pt x="260" y="383"/>
                </a:lnTo>
                <a:lnTo>
                  <a:pt x="259" y="383"/>
                </a:lnTo>
                <a:lnTo>
                  <a:pt x="258" y="383"/>
                </a:lnTo>
                <a:lnTo>
                  <a:pt x="257" y="382"/>
                </a:lnTo>
                <a:lnTo>
                  <a:pt x="256" y="382"/>
                </a:lnTo>
                <a:lnTo>
                  <a:pt x="256" y="381"/>
                </a:lnTo>
                <a:lnTo>
                  <a:pt x="255" y="381"/>
                </a:lnTo>
                <a:lnTo>
                  <a:pt x="254" y="381"/>
                </a:lnTo>
                <a:lnTo>
                  <a:pt x="254" y="380"/>
                </a:lnTo>
                <a:lnTo>
                  <a:pt x="253" y="380"/>
                </a:lnTo>
                <a:lnTo>
                  <a:pt x="253" y="379"/>
                </a:lnTo>
                <a:lnTo>
                  <a:pt x="252" y="379"/>
                </a:lnTo>
                <a:lnTo>
                  <a:pt x="251" y="379"/>
                </a:lnTo>
                <a:lnTo>
                  <a:pt x="250" y="379"/>
                </a:lnTo>
                <a:lnTo>
                  <a:pt x="250" y="378"/>
                </a:lnTo>
                <a:lnTo>
                  <a:pt x="249" y="378"/>
                </a:lnTo>
                <a:lnTo>
                  <a:pt x="249" y="377"/>
                </a:lnTo>
                <a:lnTo>
                  <a:pt x="249" y="376"/>
                </a:lnTo>
                <a:lnTo>
                  <a:pt x="249" y="375"/>
                </a:lnTo>
                <a:lnTo>
                  <a:pt x="248" y="375"/>
                </a:lnTo>
                <a:lnTo>
                  <a:pt x="248" y="373"/>
                </a:lnTo>
                <a:lnTo>
                  <a:pt x="249" y="373"/>
                </a:lnTo>
                <a:lnTo>
                  <a:pt x="248" y="371"/>
                </a:lnTo>
                <a:lnTo>
                  <a:pt x="248" y="370"/>
                </a:lnTo>
                <a:lnTo>
                  <a:pt x="249" y="369"/>
                </a:lnTo>
                <a:lnTo>
                  <a:pt x="249" y="368"/>
                </a:lnTo>
                <a:lnTo>
                  <a:pt x="250" y="368"/>
                </a:lnTo>
                <a:lnTo>
                  <a:pt x="250" y="367"/>
                </a:lnTo>
                <a:lnTo>
                  <a:pt x="251" y="367"/>
                </a:lnTo>
                <a:lnTo>
                  <a:pt x="252" y="367"/>
                </a:lnTo>
                <a:lnTo>
                  <a:pt x="253" y="367"/>
                </a:lnTo>
                <a:lnTo>
                  <a:pt x="254" y="366"/>
                </a:lnTo>
                <a:lnTo>
                  <a:pt x="255" y="366"/>
                </a:lnTo>
                <a:lnTo>
                  <a:pt x="256" y="366"/>
                </a:lnTo>
                <a:lnTo>
                  <a:pt x="257" y="365"/>
                </a:lnTo>
                <a:lnTo>
                  <a:pt x="256" y="365"/>
                </a:lnTo>
                <a:lnTo>
                  <a:pt x="256" y="366"/>
                </a:lnTo>
                <a:lnTo>
                  <a:pt x="256" y="365"/>
                </a:lnTo>
                <a:lnTo>
                  <a:pt x="256" y="366"/>
                </a:lnTo>
                <a:lnTo>
                  <a:pt x="255" y="366"/>
                </a:lnTo>
                <a:lnTo>
                  <a:pt x="255" y="365"/>
                </a:lnTo>
                <a:lnTo>
                  <a:pt x="254" y="365"/>
                </a:lnTo>
                <a:lnTo>
                  <a:pt x="253" y="365"/>
                </a:lnTo>
                <a:lnTo>
                  <a:pt x="252" y="364"/>
                </a:lnTo>
                <a:lnTo>
                  <a:pt x="252" y="365"/>
                </a:lnTo>
                <a:lnTo>
                  <a:pt x="252" y="366"/>
                </a:lnTo>
                <a:lnTo>
                  <a:pt x="251" y="366"/>
                </a:lnTo>
                <a:lnTo>
                  <a:pt x="251" y="367"/>
                </a:lnTo>
                <a:lnTo>
                  <a:pt x="250" y="367"/>
                </a:lnTo>
                <a:lnTo>
                  <a:pt x="249" y="367"/>
                </a:lnTo>
                <a:lnTo>
                  <a:pt x="249" y="368"/>
                </a:lnTo>
                <a:lnTo>
                  <a:pt x="248" y="368"/>
                </a:lnTo>
                <a:lnTo>
                  <a:pt x="248" y="369"/>
                </a:lnTo>
                <a:lnTo>
                  <a:pt x="248" y="368"/>
                </a:lnTo>
                <a:lnTo>
                  <a:pt x="247" y="368"/>
                </a:lnTo>
                <a:lnTo>
                  <a:pt x="247" y="367"/>
                </a:lnTo>
                <a:lnTo>
                  <a:pt x="247" y="366"/>
                </a:lnTo>
                <a:lnTo>
                  <a:pt x="246" y="366"/>
                </a:lnTo>
                <a:lnTo>
                  <a:pt x="246" y="365"/>
                </a:lnTo>
                <a:lnTo>
                  <a:pt x="246" y="364"/>
                </a:lnTo>
                <a:lnTo>
                  <a:pt x="245" y="363"/>
                </a:lnTo>
                <a:lnTo>
                  <a:pt x="245" y="362"/>
                </a:lnTo>
                <a:lnTo>
                  <a:pt x="245" y="361"/>
                </a:lnTo>
                <a:lnTo>
                  <a:pt x="244" y="361"/>
                </a:lnTo>
                <a:lnTo>
                  <a:pt x="244" y="360"/>
                </a:lnTo>
                <a:lnTo>
                  <a:pt x="245" y="360"/>
                </a:lnTo>
                <a:lnTo>
                  <a:pt x="245" y="359"/>
                </a:lnTo>
                <a:lnTo>
                  <a:pt x="246" y="358"/>
                </a:lnTo>
                <a:lnTo>
                  <a:pt x="245" y="358"/>
                </a:lnTo>
                <a:lnTo>
                  <a:pt x="246" y="357"/>
                </a:lnTo>
                <a:lnTo>
                  <a:pt x="247" y="357"/>
                </a:lnTo>
                <a:lnTo>
                  <a:pt x="247" y="356"/>
                </a:lnTo>
                <a:lnTo>
                  <a:pt x="247" y="355"/>
                </a:lnTo>
                <a:lnTo>
                  <a:pt x="247" y="354"/>
                </a:lnTo>
                <a:lnTo>
                  <a:pt x="247" y="353"/>
                </a:lnTo>
                <a:lnTo>
                  <a:pt x="246" y="354"/>
                </a:lnTo>
                <a:lnTo>
                  <a:pt x="247" y="354"/>
                </a:lnTo>
                <a:lnTo>
                  <a:pt x="247" y="355"/>
                </a:lnTo>
                <a:lnTo>
                  <a:pt x="246" y="355"/>
                </a:lnTo>
                <a:lnTo>
                  <a:pt x="247" y="355"/>
                </a:lnTo>
                <a:lnTo>
                  <a:pt x="247" y="356"/>
                </a:lnTo>
                <a:lnTo>
                  <a:pt x="246" y="356"/>
                </a:lnTo>
                <a:lnTo>
                  <a:pt x="245" y="356"/>
                </a:lnTo>
                <a:lnTo>
                  <a:pt x="245" y="357"/>
                </a:lnTo>
                <a:lnTo>
                  <a:pt x="244" y="358"/>
                </a:lnTo>
                <a:lnTo>
                  <a:pt x="245" y="358"/>
                </a:lnTo>
                <a:lnTo>
                  <a:pt x="245" y="359"/>
                </a:lnTo>
                <a:lnTo>
                  <a:pt x="244" y="359"/>
                </a:lnTo>
                <a:lnTo>
                  <a:pt x="244" y="361"/>
                </a:lnTo>
                <a:lnTo>
                  <a:pt x="245" y="362"/>
                </a:lnTo>
                <a:lnTo>
                  <a:pt x="245" y="363"/>
                </a:lnTo>
                <a:lnTo>
                  <a:pt x="245" y="364"/>
                </a:lnTo>
                <a:lnTo>
                  <a:pt x="245" y="365"/>
                </a:lnTo>
                <a:lnTo>
                  <a:pt x="246" y="366"/>
                </a:lnTo>
                <a:lnTo>
                  <a:pt x="246" y="367"/>
                </a:lnTo>
                <a:lnTo>
                  <a:pt x="246" y="368"/>
                </a:lnTo>
                <a:lnTo>
                  <a:pt x="247" y="369"/>
                </a:lnTo>
                <a:lnTo>
                  <a:pt x="246" y="369"/>
                </a:lnTo>
                <a:lnTo>
                  <a:pt x="247" y="369"/>
                </a:lnTo>
                <a:lnTo>
                  <a:pt x="247" y="370"/>
                </a:lnTo>
                <a:lnTo>
                  <a:pt x="247" y="371"/>
                </a:lnTo>
                <a:lnTo>
                  <a:pt x="247" y="372"/>
                </a:lnTo>
                <a:lnTo>
                  <a:pt x="247" y="375"/>
                </a:lnTo>
                <a:lnTo>
                  <a:pt x="247" y="376"/>
                </a:lnTo>
                <a:lnTo>
                  <a:pt x="248" y="376"/>
                </a:lnTo>
                <a:lnTo>
                  <a:pt x="248" y="377"/>
                </a:lnTo>
                <a:lnTo>
                  <a:pt x="248" y="378"/>
                </a:lnTo>
                <a:lnTo>
                  <a:pt x="248" y="379"/>
                </a:lnTo>
                <a:lnTo>
                  <a:pt x="248" y="380"/>
                </a:lnTo>
                <a:lnTo>
                  <a:pt x="248" y="381"/>
                </a:lnTo>
                <a:lnTo>
                  <a:pt x="248" y="382"/>
                </a:lnTo>
                <a:lnTo>
                  <a:pt x="248" y="383"/>
                </a:lnTo>
                <a:lnTo>
                  <a:pt x="248" y="384"/>
                </a:lnTo>
                <a:lnTo>
                  <a:pt x="248" y="385"/>
                </a:lnTo>
                <a:lnTo>
                  <a:pt x="247" y="385"/>
                </a:lnTo>
                <a:lnTo>
                  <a:pt x="247" y="386"/>
                </a:lnTo>
                <a:lnTo>
                  <a:pt x="248" y="386"/>
                </a:lnTo>
                <a:lnTo>
                  <a:pt x="247" y="387"/>
                </a:lnTo>
                <a:lnTo>
                  <a:pt x="246" y="387"/>
                </a:lnTo>
                <a:lnTo>
                  <a:pt x="245" y="387"/>
                </a:lnTo>
                <a:lnTo>
                  <a:pt x="244" y="387"/>
                </a:lnTo>
                <a:lnTo>
                  <a:pt x="244" y="388"/>
                </a:lnTo>
                <a:lnTo>
                  <a:pt x="243" y="388"/>
                </a:lnTo>
                <a:lnTo>
                  <a:pt x="242" y="388"/>
                </a:lnTo>
                <a:lnTo>
                  <a:pt x="242" y="389"/>
                </a:lnTo>
                <a:lnTo>
                  <a:pt x="242" y="388"/>
                </a:lnTo>
                <a:lnTo>
                  <a:pt x="240" y="388"/>
                </a:lnTo>
                <a:lnTo>
                  <a:pt x="240" y="389"/>
                </a:lnTo>
                <a:lnTo>
                  <a:pt x="239" y="389"/>
                </a:lnTo>
                <a:lnTo>
                  <a:pt x="239" y="390"/>
                </a:lnTo>
                <a:lnTo>
                  <a:pt x="238" y="390"/>
                </a:lnTo>
                <a:lnTo>
                  <a:pt x="237" y="390"/>
                </a:lnTo>
                <a:lnTo>
                  <a:pt x="236" y="390"/>
                </a:lnTo>
                <a:lnTo>
                  <a:pt x="235" y="390"/>
                </a:lnTo>
                <a:lnTo>
                  <a:pt x="234" y="390"/>
                </a:lnTo>
                <a:lnTo>
                  <a:pt x="233" y="390"/>
                </a:lnTo>
                <a:lnTo>
                  <a:pt x="232" y="390"/>
                </a:lnTo>
                <a:lnTo>
                  <a:pt x="232" y="389"/>
                </a:lnTo>
                <a:lnTo>
                  <a:pt x="233" y="389"/>
                </a:lnTo>
                <a:lnTo>
                  <a:pt x="233" y="388"/>
                </a:lnTo>
                <a:lnTo>
                  <a:pt x="233" y="387"/>
                </a:lnTo>
                <a:lnTo>
                  <a:pt x="232" y="387"/>
                </a:lnTo>
                <a:lnTo>
                  <a:pt x="231" y="387"/>
                </a:lnTo>
                <a:lnTo>
                  <a:pt x="230" y="387"/>
                </a:lnTo>
                <a:lnTo>
                  <a:pt x="230" y="386"/>
                </a:lnTo>
                <a:lnTo>
                  <a:pt x="229" y="386"/>
                </a:lnTo>
                <a:lnTo>
                  <a:pt x="229" y="385"/>
                </a:lnTo>
                <a:lnTo>
                  <a:pt x="228" y="385"/>
                </a:lnTo>
                <a:lnTo>
                  <a:pt x="228" y="384"/>
                </a:lnTo>
                <a:lnTo>
                  <a:pt x="229" y="384"/>
                </a:lnTo>
                <a:lnTo>
                  <a:pt x="229" y="383"/>
                </a:lnTo>
                <a:lnTo>
                  <a:pt x="229" y="382"/>
                </a:lnTo>
                <a:lnTo>
                  <a:pt x="229" y="381"/>
                </a:lnTo>
                <a:lnTo>
                  <a:pt x="228" y="381"/>
                </a:lnTo>
                <a:lnTo>
                  <a:pt x="228" y="380"/>
                </a:lnTo>
                <a:lnTo>
                  <a:pt x="227" y="380"/>
                </a:lnTo>
                <a:lnTo>
                  <a:pt x="226" y="379"/>
                </a:lnTo>
                <a:lnTo>
                  <a:pt x="225" y="379"/>
                </a:lnTo>
                <a:lnTo>
                  <a:pt x="224" y="380"/>
                </a:lnTo>
                <a:lnTo>
                  <a:pt x="223" y="380"/>
                </a:lnTo>
                <a:lnTo>
                  <a:pt x="222" y="380"/>
                </a:lnTo>
                <a:lnTo>
                  <a:pt x="221" y="381"/>
                </a:lnTo>
                <a:lnTo>
                  <a:pt x="220" y="381"/>
                </a:lnTo>
                <a:lnTo>
                  <a:pt x="219" y="381"/>
                </a:lnTo>
                <a:lnTo>
                  <a:pt x="218" y="382"/>
                </a:lnTo>
                <a:lnTo>
                  <a:pt x="217" y="382"/>
                </a:lnTo>
                <a:lnTo>
                  <a:pt x="216" y="382"/>
                </a:lnTo>
                <a:lnTo>
                  <a:pt x="215" y="382"/>
                </a:lnTo>
                <a:lnTo>
                  <a:pt x="214" y="381"/>
                </a:lnTo>
                <a:lnTo>
                  <a:pt x="213" y="381"/>
                </a:lnTo>
                <a:lnTo>
                  <a:pt x="213" y="382"/>
                </a:lnTo>
                <a:lnTo>
                  <a:pt x="214" y="382"/>
                </a:lnTo>
                <a:lnTo>
                  <a:pt x="215" y="382"/>
                </a:lnTo>
                <a:lnTo>
                  <a:pt x="216" y="382"/>
                </a:lnTo>
                <a:lnTo>
                  <a:pt x="216" y="383"/>
                </a:lnTo>
                <a:lnTo>
                  <a:pt x="215" y="383"/>
                </a:lnTo>
                <a:lnTo>
                  <a:pt x="214" y="383"/>
                </a:lnTo>
                <a:lnTo>
                  <a:pt x="213" y="384"/>
                </a:lnTo>
                <a:lnTo>
                  <a:pt x="212" y="384"/>
                </a:lnTo>
                <a:lnTo>
                  <a:pt x="211" y="384"/>
                </a:lnTo>
                <a:lnTo>
                  <a:pt x="211" y="385"/>
                </a:lnTo>
                <a:lnTo>
                  <a:pt x="210" y="385"/>
                </a:lnTo>
                <a:lnTo>
                  <a:pt x="209" y="386"/>
                </a:lnTo>
                <a:lnTo>
                  <a:pt x="208" y="387"/>
                </a:lnTo>
                <a:lnTo>
                  <a:pt x="207" y="388"/>
                </a:lnTo>
                <a:lnTo>
                  <a:pt x="207" y="387"/>
                </a:lnTo>
                <a:lnTo>
                  <a:pt x="207" y="386"/>
                </a:lnTo>
                <a:lnTo>
                  <a:pt x="208" y="386"/>
                </a:lnTo>
                <a:lnTo>
                  <a:pt x="209" y="386"/>
                </a:lnTo>
                <a:lnTo>
                  <a:pt x="209" y="385"/>
                </a:lnTo>
                <a:lnTo>
                  <a:pt x="208" y="385"/>
                </a:lnTo>
                <a:lnTo>
                  <a:pt x="208" y="386"/>
                </a:lnTo>
                <a:lnTo>
                  <a:pt x="207" y="386"/>
                </a:lnTo>
                <a:lnTo>
                  <a:pt x="207" y="387"/>
                </a:lnTo>
                <a:lnTo>
                  <a:pt x="206" y="387"/>
                </a:lnTo>
                <a:lnTo>
                  <a:pt x="206" y="388"/>
                </a:lnTo>
                <a:lnTo>
                  <a:pt x="205" y="389"/>
                </a:lnTo>
                <a:lnTo>
                  <a:pt x="205" y="388"/>
                </a:lnTo>
                <a:lnTo>
                  <a:pt x="206" y="388"/>
                </a:lnTo>
                <a:lnTo>
                  <a:pt x="205" y="388"/>
                </a:lnTo>
                <a:lnTo>
                  <a:pt x="205" y="389"/>
                </a:lnTo>
                <a:lnTo>
                  <a:pt x="204" y="390"/>
                </a:lnTo>
                <a:lnTo>
                  <a:pt x="203" y="390"/>
                </a:lnTo>
                <a:lnTo>
                  <a:pt x="202" y="390"/>
                </a:lnTo>
                <a:lnTo>
                  <a:pt x="202" y="391"/>
                </a:lnTo>
                <a:lnTo>
                  <a:pt x="201" y="391"/>
                </a:lnTo>
                <a:lnTo>
                  <a:pt x="201" y="392"/>
                </a:lnTo>
                <a:lnTo>
                  <a:pt x="200" y="392"/>
                </a:lnTo>
                <a:lnTo>
                  <a:pt x="199" y="392"/>
                </a:lnTo>
                <a:lnTo>
                  <a:pt x="198" y="392"/>
                </a:lnTo>
                <a:lnTo>
                  <a:pt x="198" y="393"/>
                </a:lnTo>
                <a:lnTo>
                  <a:pt x="198" y="392"/>
                </a:lnTo>
                <a:lnTo>
                  <a:pt x="197" y="392"/>
                </a:lnTo>
                <a:lnTo>
                  <a:pt x="196" y="392"/>
                </a:lnTo>
                <a:lnTo>
                  <a:pt x="196" y="391"/>
                </a:lnTo>
                <a:lnTo>
                  <a:pt x="196" y="390"/>
                </a:lnTo>
                <a:lnTo>
                  <a:pt x="196" y="389"/>
                </a:lnTo>
                <a:lnTo>
                  <a:pt x="196" y="388"/>
                </a:lnTo>
                <a:lnTo>
                  <a:pt x="196" y="389"/>
                </a:lnTo>
                <a:lnTo>
                  <a:pt x="195" y="389"/>
                </a:lnTo>
                <a:lnTo>
                  <a:pt x="195" y="390"/>
                </a:lnTo>
                <a:lnTo>
                  <a:pt x="194" y="390"/>
                </a:lnTo>
                <a:lnTo>
                  <a:pt x="194" y="389"/>
                </a:lnTo>
                <a:lnTo>
                  <a:pt x="194" y="388"/>
                </a:lnTo>
                <a:lnTo>
                  <a:pt x="195" y="388"/>
                </a:lnTo>
                <a:lnTo>
                  <a:pt x="196" y="388"/>
                </a:lnTo>
                <a:lnTo>
                  <a:pt x="196" y="387"/>
                </a:lnTo>
                <a:lnTo>
                  <a:pt x="196" y="386"/>
                </a:lnTo>
                <a:lnTo>
                  <a:pt x="195" y="387"/>
                </a:lnTo>
                <a:lnTo>
                  <a:pt x="195" y="386"/>
                </a:lnTo>
                <a:lnTo>
                  <a:pt x="196" y="386"/>
                </a:lnTo>
                <a:lnTo>
                  <a:pt x="197" y="385"/>
                </a:lnTo>
                <a:lnTo>
                  <a:pt x="196" y="385"/>
                </a:lnTo>
                <a:lnTo>
                  <a:pt x="195" y="385"/>
                </a:lnTo>
                <a:lnTo>
                  <a:pt x="194" y="386"/>
                </a:lnTo>
                <a:lnTo>
                  <a:pt x="194" y="387"/>
                </a:lnTo>
                <a:lnTo>
                  <a:pt x="193" y="387"/>
                </a:lnTo>
                <a:lnTo>
                  <a:pt x="193" y="386"/>
                </a:lnTo>
                <a:lnTo>
                  <a:pt x="193" y="385"/>
                </a:lnTo>
                <a:lnTo>
                  <a:pt x="193" y="384"/>
                </a:lnTo>
                <a:lnTo>
                  <a:pt x="193" y="385"/>
                </a:lnTo>
                <a:lnTo>
                  <a:pt x="192" y="385"/>
                </a:lnTo>
                <a:lnTo>
                  <a:pt x="192" y="384"/>
                </a:lnTo>
                <a:lnTo>
                  <a:pt x="192" y="383"/>
                </a:lnTo>
                <a:lnTo>
                  <a:pt x="193" y="383"/>
                </a:lnTo>
                <a:lnTo>
                  <a:pt x="193" y="382"/>
                </a:lnTo>
                <a:lnTo>
                  <a:pt x="192" y="382"/>
                </a:lnTo>
                <a:lnTo>
                  <a:pt x="192" y="383"/>
                </a:lnTo>
                <a:lnTo>
                  <a:pt x="191" y="383"/>
                </a:lnTo>
                <a:lnTo>
                  <a:pt x="191" y="384"/>
                </a:lnTo>
                <a:lnTo>
                  <a:pt x="190" y="384"/>
                </a:lnTo>
                <a:lnTo>
                  <a:pt x="189" y="383"/>
                </a:lnTo>
                <a:lnTo>
                  <a:pt x="188" y="383"/>
                </a:lnTo>
                <a:lnTo>
                  <a:pt x="188" y="384"/>
                </a:lnTo>
                <a:lnTo>
                  <a:pt x="187" y="384"/>
                </a:lnTo>
                <a:lnTo>
                  <a:pt x="186" y="384"/>
                </a:lnTo>
                <a:lnTo>
                  <a:pt x="185" y="384"/>
                </a:lnTo>
                <a:lnTo>
                  <a:pt x="184" y="383"/>
                </a:lnTo>
                <a:lnTo>
                  <a:pt x="184" y="382"/>
                </a:lnTo>
                <a:lnTo>
                  <a:pt x="185" y="382"/>
                </a:lnTo>
                <a:lnTo>
                  <a:pt x="184" y="382"/>
                </a:lnTo>
                <a:lnTo>
                  <a:pt x="184" y="383"/>
                </a:lnTo>
                <a:lnTo>
                  <a:pt x="184" y="384"/>
                </a:lnTo>
                <a:lnTo>
                  <a:pt x="183" y="383"/>
                </a:lnTo>
                <a:lnTo>
                  <a:pt x="183" y="384"/>
                </a:lnTo>
                <a:lnTo>
                  <a:pt x="184" y="384"/>
                </a:lnTo>
                <a:lnTo>
                  <a:pt x="184" y="385"/>
                </a:lnTo>
                <a:lnTo>
                  <a:pt x="185" y="385"/>
                </a:lnTo>
                <a:lnTo>
                  <a:pt x="184" y="385"/>
                </a:lnTo>
                <a:lnTo>
                  <a:pt x="184" y="386"/>
                </a:lnTo>
                <a:lnTo>
                  <a:pt x="185" y="386"/>
                </a:lnTo>
                <a:lnTo>
                  <a:pt x="186" y="386"/>
                </a:lnTo>
                <a:lnTo>
                  <a:pt x="186" y="387"/>
                </a:lnTo>
                <a:lnTo>
                  <a:pt x="187" y="387"/>
                </a:lnTo>
                <a:lnTo>
                  <a:pt x="187" y="388"/>
                </a:lnTo>
                <a:lnTo>
                  <a:pt x="187" y="389"/>
                </a:lnTo>
                <a:lnTo>
                  <a:pt x="187" y="388"/>
                </a:lnTo>
                <a:lnTo>
                  <a:pt x="187" y="387"/>
                </a:lnTo>
                <a:lnTo>
                  <a:pt x="188" y="387"/>
                </a:lnTo>
                <a:lnTo>
                  <a:pt x="188" y="388"/>
                </a:lnTo>
                <a:lnTo>
                  <a:pt x="189" y="388"/>
                </a:lnTo>
                <a:lnTo>
                  <a:pt x="190" y="388"/>
                </a:lnTo>
                <a:lnTo>
                  <a:pt x="191" y="389"/>
                </a:lnTo>
                <a:lnTo>
                  <a:pt x="192" y="389"/>
                </a:lnTo>
                <a:lnTo>
                  <a:pt x="192" y="390"/>
                </a:lnTo>
                <a:lnTo>
                  <a:pt x="192" y="391"/>
                </a:lnTo>
                <a:lnTo>
                  <a:pt x="192" y="392"/>
                </a:lnTo>
                <a:lnTo>
                  <a:pt x="191" y="392"/>
                </a:lnTo>
                <a:lnTo>
                  <a:pt x="191" y="393"/>
                </a:lnTo>
                <a:lnTo>
                  <a:pt x="192" y="393"/>
                </a:lnTo>
                <a:lnTo>
                  <a:pt x="192" y="394"/>
                </a:lnTo>
                <a:lnTo>
                  <a:pt x="191" y="394"/>
                </a:lnTo>
                <a:lnTo>
                  <a:pt x="191" y="395"/>
                </a:lnTo>
                <a:lnTo>
                  <a:pt x="191" y="396"/>
                </a:lnTo>
                <a:lnTo>
                  <a:pt x="190" y="396"/>
                </a:lnTo>
                <a:lnTo>
                  <a:pt x="189" y="396"/>
                </a:lnTo>
                <a:lnTo>
                  <a:pt x="189" y="397"/>
                </a:lnTo>
                <a:lnTo>
                  <a:pt x="190" y="398"/>
                </a:lnTo>
                <a:lnTo>
                  <a:pt x="191" y="398"/>
                </a:lnTo>
                <a:lnTo>
                  <a:pt x="192" y="398"/>
                </a:lnTo>
                <a:lnTo>
                  <a:pt x="192" y="399"/>
                </a:lnTo>
                <a:lnTo>
                  <a:pt x="191" y="399"/>
                </a:lnTo>
                <a:lnTo>
                  <a:pt x="190" y="399"/>
                </a:lnTo>
                <a:lnTo>
                  <a:pt x="188" y="399"/>
                </a:lnTo>
                <a:lnTo>
                  <a:pt x="187" y="399"/>
                </a:lnTo>
                <a:lnTo>
                  <a:pt x="185" y="400"/>
                </a:lnTo>
                <a:lnTo>
                  <a:pt x="184" y="400"/>
                </a:lnTo>
                <a:lnTo>
                  <a:pt x="184" y="401"/>
                </a:lnTo>
                <a:lnTo>
                  <a:pt x="182" y="402"/>
                </a:lnTo>
                <a:lnTo>
                  <a:pt x="181" y="403"/>
                </a:lnTo>
                <a:lnTo>
                  <a:pt x="181" y="404"/>
                </a:lnTo>
                <a:lnTo>
                  <a:pt x="181" y="405"/>
                </a:lnTo>
                <a:lnTo>
                  <a:pt x="181" y="406"/>
                </a:lnTo>
                <a:lnTo>
                  <a:pt x="181" y="407"/>
                </a:lnTo>
                <a:lnTo>
                  <a:pt x="182" y="407"/>
                </a:lnTo>
                <a:lnTo>
                  <a:pt x="181" y="408"/>
                </a:lnTo>
                <a:lnTo>
                  <a:pt x="180" y="408"/>
                </a:lnTo>
                <a:lnTo>
                  <a:pt x="179" y="408"/>
                </a:lnTo>
                <a:lnTo>
                  <a:pt x="179" y="409"/>
                </a:lnTo>
                <a:lnTo>
                  <a:pt x="178" y="409"/>
                </a:lnTo>
                <a:lnTo>
                  <a:pt x="178" y="408"/>
                </a:lnTo>
                <a:lnTo>
                  <a:pt x="178" y="407"/>
                </a:lnTo>
                <a:lnTo>
                  <a:pt x="177" y="407"/>
                </a:lnTo>
                <a:lnTo>
                  <a:pt x="176" y="406"/>
                </a:lnTo>
                <a:lnTo>
                  <a:pt x="175" y="406"/>
                </a:lnTo>
                <a:lnTo>
                  <a:pt x="176" y="407"/>
                </a:lnTo>
                <a:lnTo>
                  <a:pt x="177" y="407"/>
                </a:lnTo>
                <a:lnTo>
                  <a:pt x="178" y="408"/>
                </a:lnTo>
                <a:lnTo>
                  <a:pt x="177" y="408"/>
                </a:lnTo>
                <a:lnTo>
                  <a:pt x="177" y="407"/>
                </a:lnTo>
                <a:lnTo>
                  <a:pt x="176" y="407"/>
                </a:lnTo>
                <a:lnTo>
                  <a:pt x="175" y="407"/>
                </a:lnTo>
                <a:lnTo>
                  <a:pt x="174" y="408"/>
                </a:lnTo>
                <a:lnTo>
                  <a:pt x="173" y="408"/>
                </a:lnTo>
                <a:lnTo>
                  <a:pt x="172" y="408"/>
                </a:lnTo>
                <a:lnTo>
                  <a:pt x="172" y="409"/>
                </a:lnTo>
                <a:lnTo>
                  <a:pt x="171" y="409"/>
                </a:lnTo>
                <a:lnTo>
                  <a:pt x="171" y="410"/>
                </a:lnTo>
                <a:lnTo>
                  <a:pt x="170" y="410"/>
                </a:lnTo>
                <a:lnTo>
                  <a:pt x="169" y="410"/>
                </a:lnTo>
                <a:lnTo>
                  <a:pt x="170" y="409"/>
                </a:lnTo>
                <a:lnTo>
                  <a:pt x="170" y="408"/>
                </a:lnTo>
                <a:lnTo>
                  <a:pt x="169" y="408"/>
                </a:lnTo>
                <a:lnTo>
                  <a:pt x="168" y="408"/>
                </a:lnTo>
                <a:lnTo>
                  <a:pt x="167" y="409"/>
                </a:lnTo>
                <a:lnTo>
                  <a:pt x="165" y="410"/>
                </a:lnTo>
                <a:lnTo>
                  <a:pt x="164" y="410"/>
                </a:lnTo>
                <a:lnTo>
                  <a:pt x="164" y="411"/>
                </a:lnTo>
                <a:lnTo>
                  <a:pt x="163" y="411"/>
                </a:lnTo>
                <a:lnTo>
                  <a:pt x="163" y="410"/>
                </a:lnTo>
                <a:lnTo>
                  <a:pt x="163" y="409"/>
                </a:lnTo>
                <a:lnTo>
                  <a:pt x="162" y="409"/>
                </a:lnTo>
                <a:lnTo>
                  <a:pt x="162" y="408"/>
                </a:lnTo>
                <a:lnTo>
                  <a:pt x="163" y="408"/>
                </a:lnTo>
                <a:lnTo>
                  <a:pt x="163" y="409"/>
                </a:lnTo>
                <a:lnTo>
                  <a:pt x="164" y="409"/>
                </a:lnTo>
                <a:lnTo>
                  <a:pt x="164" y="408"/>
                </a:lnTo>
                <a:lnTo>
                  <a:pt x="165" y="408"/>
                </a:lnTo>
                <a:lnTo>
                  <a:pt x="164" y="408"/>
                </a:lnTo>
                <a:lnTo>
                  <a:pt x="163" y="408"/>
                </a:lnTo>
                <a:lnTo>
                  <a:pt x="163" y="407"/>
                </a:lnTo>
                <a:lnTo>
                  <a:pt x="162" y="407"/>
                </a:lnTo>
                <a:lnTo>
                  <a:pt x="162" y="406"/>
                </a:lnTo>
                <a:lnTo>
                  <a:pt x="162" y="405"/>
                </a:lnTo>
                <a:lnTo>
                  <a:pt x="161" y="404"/>
                </a:lnTo>
                <a:lnTo>
                  <a:pt x="160" y="403"/>
                </a:lnTo>
                <a:lnTo>
                  <a:pt x="160" y="404"/>
                </a:lnTo>
                <a:lnTo>
                  <a:pt x="160" y="405"/>
                </a:lnTo>
                <a:lnTo>
                  <a:pt x="161" y="405"/>
                </a:lnTo>
                <a:lnTo>
                  <a:pt x="161" y="406"/>
                </a:lnTo>
                <a:lnTo>
                  <a:pt x="160" y="406"/>
                </a:lnTo>
                <a:lnTo>
                  <a:pt x="160" y="405"/>
                </a:lnTo>
                <a:lnTo>
                  <a:pt x="160" y="406"/>
                </a:lnTo>
                <a:lnTo>
                  <a:pt x="160" y="407"/>
                </a:lnTo>
                <a:lnTo>
                  <a:pt x="161" y="407"/>
                </a:lnTo>
                <a:lnTo>
                  <a:pt x="161" y="408"/>
                </a:lnTo>
                <a:lnTo>
                  <a:pt x="160" y="408"/>
                </a:lnTo>
                <a:lnTo>
                  <a:pt x="159" y="408"/>
                </a:lnTo>
                <a:lnTo>
                  <a:pt x="159" y="409"/>
                </a:lnTo>
                <a:lnTo>
                  <a:pt x="159" y="408"/>
                </a:lnTo>
                <a:lnTo>
                  <a:pt x="158" y="408"/>
                </a:lnTo>
                <a:lnTo>
                  <a:pt x="157" y="408"/>
                </a:lnTo>
                <a:lnTo>
                  <a:pt x="157" y="407"/>
                </a:lnTo>
                <a:lnTo>
                  <a:pt x="156" y="407"/>
                </a:lnTo>
                <a:lnTo>
                  <a:pt x="155" y="407"/>
                </a:lnTo>
                <a:lnTo>
                  <a:pt x="155" y="408"/>
                </a:lnTo>
                <a:lnTo>
                  <a:pt x="155" y="407"/>
                </a:lnTo>
                <a:lnTo>
                  <a:pt x="156" y="407"/>
                </a:lnTo>
                <a:lnTo>
                  <a:pt x="156" y="408"/>
                </a:lnTo>
                <a:lnTo>
                  <a:pt x="157" y="408"/>
                </a:lnTo>
                <a:lnTo>
                  <a:pt x="157" y="409"/>
                </a:lnTo>
                <a:lnTo>
                  <a:pt x="158" y="409"/>
                </a:lnTo>
                <a:lnTo>
                  <a:pt x="158" y="408"/>
                </a:lnTo>
                <a:lnTo>
                  <a:pt x="158" y="409"/>
                </a:lnTo>
                <a:lnTo>
                  <a:pt x="157" y="409"/>
                </a:lnTo>
                <a:lnTo>
                  <a:pt x="156" y="410"/>
                </a:lnTo>
                <a:lnTo>
                  <a:pt x="155" y="410"/>
                </a:lnTo>
                <a:lnTo>
                  <a:pt x="154" y="410"/>
                </a:lnTo>
                <a:lnTo>
                  <a:pt x="154" y="411"/>
                </a:lnTo>
                <a:lnTo>
                  <a:pt x="153" y="412"/>
                </a:lnTo>
                <a:lnTo>
                  <a:pt x="152" y="413"/>
                </a:lnTo>
                <a:lnTo>
                  <a:pt x="151" y="414"/>
                </a:lnTo>
                <a:lnTo>
                  <a:pt x="150" y="415"/>
                </a:lnTo>
                <a:lnTo>
                  <a:pt x="149" y="415"/>
                </a:lnTo>
                <a:lnTo>
                  <a:pt x="149" y="416"/>
                </a:lnTo>
                <a:lnTo>
                  <a:pt x="148" y="416"/>
                </a:lnTo>
                <a:lnTo>
                  <a:pt x="148" y="417"/>
                </a:lnTo>
                <a:lnTo>
                  <a:pt x="147" y="417"/>
                </a:lnTo>
                <a:lnTo>
                  <a:pt x="146" y="418"/>
                </a:lnTo>
                <a:lnTo>
                  <a:pt x="146" y="419"/>
                </a:lnTo>
                <a:lnTo>
                  <a:pt x="145" y="419"/>
                </a:lnTo>
                <a:lnTo>
                  <a:pt x="144" y="419"/>
                </a:lnTo>
                <a:lnTo>
                  <a:pt x="144" y="420"/>
                </a:lnTo>
                <a:lnTo>
                  <a:pt x="144" y="419"/>
                </a:lnTo>
                <a:lnTo>
                  <a:pt x="144" y="418"/>
                </a:lnTo>
                <a:lnTo>
                  <a:pt x="144" y="417"/>
                </a:lnTo>
                <a:lnTo>
                  <a:pt x="144" y="416"/>
                </a:lnTo>
                <a:lnTo>
                  <a:pt x="143" y="416"/>
                </a:lnTo>
                <a:lnTo>
                  <a:pt x="144" y="416"/>
                </a:lnTo>
                <a:lnTo>
                  <a:pt x="144" y="417"/>
                </a:lnTo>
                <a:lnTo>
                  <a:pt x="145" y="417"/>
                </a:lnTo>
                <a:lnTo>
                  <a:pt x="146" y="417"/>
                </a:lnTo>
                <a:lnTo>
                  <a:pt x="146" y="416"/>
                </a:lnTo>
                <a:lnTo>
                  <a:pt x="146" y="415"/>
                </a:lnTo>
                <a:lnTo>
                  <a:pt x="146" y="414"/>
                </a:lnTo>
                <a:lnTo>
                  <a:pt x="147" y="414"/>
                </a:lnTo>
                <a:lnTo>
                  <a:pt x="147" y="413"/>
                </a:lnTo>
                <a:lnTo>
                  <a:pt x="148" y="413"/>
                </a:lnTo>
                <a:lnTo>
                  <a:pt x="147" y="413"/>
                </a:lnTo>
                <a:lnTo>
                  <a:pt x="147" y="412"/>
                </a:lnTo>
                <a:lnTo>
                  <a:pt x="146" y="412"/>
                </a:lnTo>
                <a:lnTo>
                  <a:pt x="146" y="411"/>
                </a:lnTo>
                <a:lnTo>
                  <a:pt x="145" y="411"/>
                </a:lnTo>
                <a:lnTo>
                  <a:pt x="144" y="412"/>
                </a:lnTo>
                <a:lnTo>
                  <a:pt x="143" y="412"/>
                </a:lnTo>
                <a:lnTo>
                  <a:pt x="143" y="411"/>
                </a:lnTo>
                <a:lnTo>
                  <a:pt x="142" y="411"/>
                </a:lnTo>
                <a:lnTo>
                  <a:pt x="141" y="410"/>
                </a:lnTo>
                <a:lnTo>
                  <a:pt x="140" y="410"/>
                </a:lnTo>
                <a:lnTo>
                  <a:pt x="139" y="409"/>
                </a:lnTo>
                <a:lnTo>
                  <a:pt x="139" y="410"/>
                </a:lnTo>
                <a:lnTo>
                  <a:pt x="138" y="410"/>
                </a:lnTo>
                <a:lnTo>
                  <a:pt x="138" y="411"/>
                </a:lnTo>
                <a:lnTo>
                  <a:pt x="141" y="411"/>
                </a:lnTo>
                <a:lnTo>
                  <a:pt x="142" y="412"/>
                </a:lnTo>
                <a:lnTo>
                  <a:pt x="142" y="413"/>
                </a:lnTo>
                <a:lnTo>
                  <a:pt x="141" y="413"/>
                </a:lnTo>
                <a:lnTo>
                  <a:pt x="140" y="413"/>
                </a:lnTo>
                <a:lnTo>
                  <a:pt x="139" y="413"/>
                </a:lnTo>
                <a:lnTo>
                  <a:pt x="138" y="413"/>
                </a:lnTo>
                <a:lnTo>
                  <a:pt x="137" y="413"/>
                </a:lnTo>
                <a:lnTo>
                  <a:pt x="137" y="414"/>
                </a:lnTo>
                <a:lnTo>
                  <a:pt x="135" y="414"/>
                </a:lnTo>
                <a:lnTo>
                  <a:pt x="134" y="414"/>
                </a:lnTo>
                <a:lnTo>
                  <a:pt x="133" y="414"/>
                </a:lnTo>
                <a:lnTo>
                  <a:pt x="133" y="415"/>
                </a:lnTo>
                <a:lnTo>
                  <a:pt x="133" y="414"/>
                </a:lnTo>
                <a:lnTo>
                  <a:pt x="132" y="414"/>
                </a:lnTo>
                <a:lnTo>
                  <a:pt x="131" y="414"/>
                </a:lnTo>
                <a:lnTo>
                  <a:pt x="131" y="415"/>
                </a:lnTo>
                <a:lnTo>
                  <a:pt x="130" y="415"/>
                </a:lnTo>
                <a:lnTo>
                  <a:pt x="130" y="414"/>
                </a:lnTo>
                <a:lnTo>
                  <a:pt x="129" y="414"/>
                </a:lnTo>
                <a:lnTo>
                  <a:pt x="128" y="413"/>
                </a:lnTo>
                <a:lnTo>
                  <a:pt x="129" y="413"/>
                </a:lnTo>
                <a:lnTo>
                  <a:pt x="129" y="412"/>
                </a:lnTo>
                <a:lnTo>
                  <a:pt x="128" y="413"/>
                </a:lnTo>
                <a:lnTo>
                  <a:pt x="128" y="412"/>
                </a:lnTo>
                <a:lnTo>
                  <a:pt x="127" y="412"/>
                </a:lnTo>
                <a:lnTo>
                  <a:pt x="127" y="411"/>
                </a:lnTo>
                <a:lnTo>
                  <a:pt x="128" y="410"/>
                </a:lnTo>
                <a:lnTo>
                  <a:pt x="127" y="409"/>
                </a:lnTo>
                <a:lnTo>
                  <a:pt x="125" y="409"/>
                </a:lnTo>
                <a:lnTo>
                  <a:pt x="124" y="409"/>
                </a:lnTo>
                <a:lnTo>
                  <a:pt x="124" y="408"/>
                </a:lnTo>
                <a:lnTo>
                  <a:pt x="124" y="407"/>
                </a:lnTo>
                <a:lnTo>
                  <a:pt x="123" y="408"/>
                </a:lnTo>
                <a:lnTo>
                  <a:pt x="123" y="409"/>
                </a:lnTo>
                <a:lnTo>
                  <a:pt x="122" y="410"/>
                </a:lnTo>
                <a:lnTo>
                  <a:pt x="122" y="409"/>
                </a:lnTo>
                <a:lnTo>
                  <a:pt x="122" y="410"/>
                </a:lnTo>
                <a:lnTo>
                  <a:pt x="121" y="411"/>
                </a:lnTo>
                <a:lnTo>
                  <a:pt x="121" y="412"/>
                </a:lnTo>
                <a:lnTo>
                  <a:pt x="122" y="412"/>
                </a:lnTo>
                <a:lnTo>
                  <a:pt x="122" y="413"/>
                </a:lnTo>
                <a:lnTo>
                  <a:pt x="122" y="414"/>
                </a:lnTo>
                <a:lnTo>
                  <a:pt x="123" y="414"/>
                </a:lnTo>
                <a:lnTo>
                  <a:pt x="123" y="413"/>
                </a:lnTo>
                <a:lnTo>
                  <a:pt x="124" y="413"/>
                </a:lnTo>
                <a:lnTo>
                  <a:pt x="125" y="413"/>
                </a:lnTo>
                <a:lnTo>
                  <a:pt x="125" y="412"/>
                </a:lnTo>
                <a:lnTo>
                  <a:pt x="126" y="412"/>
                </a:lnTo>
                <a:lnTo>
                  <a:pt x="127" y="412"/>
                </a:lnTo>
                <a:lnTo>
                  <a:pt x="127" y="413"/>
                </a:lnTo>
                <a:lnTo>
                  <a:pt x="128" y="414"/>
                </a:lnTo>
                <a:lnTo>
                  <a:pt x="128" y="415"/>
                </a:lnTo>
                <a:lnTo>
                  <a:pt x="127" y="415"/>
                </a:lnTo>
                <a:lnTo>
                  <a:pt x="126" y="415"/>
                </a:lnTo>
                <a:lnTo>
                  <a:pt x="124" y="415"/>
                </a:lnTo>
                <a:lnTo>
                  <a:pt x="124" y="416"/>
                </a:lnTo>
                <a:lnTo>
                  <a:pt x="123" y="416"/>
                </a:lnTo>
                <a:lnTo>
                  <a:pt x="122" y="417"/>
                </a:lnTo>
                <a:lnTo>
                  <a:pt x="121" y="417"/>
                </a:lnTo>
                <a:lnTo>
                  <a:pt x="120" y="418"/>
                </a:lnTo>
                <a:lnTo>
                  <a:pt x="119" y="418"/>
                </a:lnTo>
                <a:lnTo>
                  <a:pt x="118" y="418"/>
                </a:lnTo>
                <a:lnTo>
                  <a:pt x="118" y="419"/>
                </a:lnTo>
                <a:lnTo>
                  <a:pt x="117" y="419"/>
                </a:lnTo>
                <a:lnTo>
                  <a:pt x="116" y="420"/>
                </a:lnTo>
                <a:lnTo>
                  <a:pt x="116" y="419"/>
                </a:lnTo>
                <a:lnTo>
                  <a:pt x="115" y="419"/>
                </a:lnTo>
                <a:lnTo>
                  <a:pt x="114" y="419"/>
                </a:lnTo>
                <a:lnTo>
                  <a:pt x="114" y="420"/>
                </a:lnTo>
                <a:lnTo>
                  <a:pt x="113" y="420"/>
                </a:lnTo>
                <a:lnTo>
                  <a:pt x="112" y="421"/>
                </a:lnTo>
                <a:lnTo>
                  <a:pt x="111" y="422"/>
                </a:lnTo>
                <a:lnTo>
                  <a:pt x="110" y="423"/>
                </a:lnTo>
                <a:lnTo>
                  <a:pt x="109" y="422"/>
                </a:lnTo>
                <a:lnTo>
                  <a:pt x="109" y="423"/>
                </a:lnTo>
                <a:lnTo>
                  <a:pt x="108" y="423"/>
                </a:lnTo>
                <a:lnTo>
                  <a:pt x="108" y="422"/>
                </a:lnTo>
                <a:lnTo>
                  <a:pt x="107" y="422"/>
                </a:lnTo>
                <a:lnTo>
                  <a:pt x="106" y="422"/>
                </a:lnTo>
                <a:lnTo>
                  <a:pt x="105" y="422"/>
                </a:lnTo>
                <a:lnTo>
                  <a:pt x="105" y="421"/>
                </a:lnTo>
                <a:lnTo>
                  <a:pt x="103" y="421"/>
                </a:lnTo>
                <a:lnTo>
                  <a:pt x="103" y="422"/>
                </a:lnTo>
                <a:lnTo>
                  <a:pt x="103" y="421"/>
                </a:lnTo>
                <a:lnTo>
                  <a:pt x="102" y="421"/>
                </a:lnTo>
                <a:lnTo>
                  <a:pt x="101" y="421"/>
                </a:lnTo>
                <a:lnTo>
                  <a:pt x="100" y="421"/>
                </a:lnTo>
                <a:lnTo>
                  <a:pt x="100" y="422"/>
                </a:lnTo>
                <a:lnTo>
                  <a:pt x="99" y="422"/>
                </a:lnTo>
                <a:lnTo>
                  <a:pt x="99" y="423"/>
                </a:lnTo>
                <a:lnTo>
                  <a:pt x="98" y="423"/>
                </a:lnTo>
                <a:lnTo>
                  <a:pt x="97" y="423"/>
                </a:lnTo>
                <a:lnTo>
                  <a:pt x="97" y="424"/>
                </a:lnTo>
                <a:lnTo>
                  <a:pt x="96" y="424"/>
                </a:lnTo>
                <a:lnTo>
                  <a:pt x="96" y="425"/>
                </a:lnTo>
                <a:lnTo>
                  <a:pt x="95" y="425"/>
                </a:lnTo>
                <a:lnTo>
                  <a:pt x="95" y="426"/>
                </a:lnTo>
                <a:lnTo>
                  <a:pt x="94" y="427"/>
                </a:lnTo>
                <a:lnTo>
                  <a:pt x="94" y="428"/>
                </a:lnTo>
                <a:lnTo>
                  <a:pt x="93" y="428"/>
                </a:lnTo>
                <a:lnTo>
                  <a:pt x="92" y="430"/>
                </a:lnTo>
                <a:lnTo>
                  <a:pt x="91" y="432"/>
                </a:lnTo>
                <a:lnTo>
                  <a:pt x="91" y="433"/>
                </a:lnTo>
                <a:lnTo>
                  <a:pt x="91" y="434"/>
                </a:lnTo>
                <a:lnTo>
                  <a:pt x="90" y="434"/>
                </a:lnTo>
                <a:lnTo>
                  <a:pt x="90" y="435"/>
                </a:lnTo>
                <a:lnTo>
                  <a:pt x="90" y="436"/>
                </a:lnTo>
                <a:lnTo>
                  <a:pt x="89" y="437"/>
                </a:lnTo>
                <a:lnTo>
                  <a:pt x="88" y="437"/>
                </a:lnTo>
                <a:lnTo>
                  <a:pt x="88" y="438"/>
                </a:lnTo>
                <a:lnTo>
                  <a:pt x="88" y="439"/>
                </a:lnTo>
                <a:lnTo>
                  <a:pt x="87" y="439"/>
                </a:lnTo>
                <a:lnTo>
                  <a:pt x="86" y="439"/>
                </a:lnTo>
                <a:lnTo>
                  <a:pt x="85" y="439"/>
                </a:lnTo>
                <a:lnTo>
                  <a:pt x="85" y="438"/>
                </a:lnTo>
                <a:lnTo>
                  <a:pt x="85" y="439"/>
                </a:lnTo>
                <a:lnTo>
                  <a:pt x="85" y="440"/>
                </a:lnTo>
                <a:lnTo>
                  <a:pt x="84" y="440"/>
                </a:lnTo>
                <a:lnTo>
                  <a:pt x="83" y="440"/>
                </a:lnTo>
                <a:lnTo>
                  <a:pt x="82" y="439"/>
                </a:lnTo>
                <a:lnTo>
                  <a:pt x="81" y="439"/>
                </a:lnTo>
                <a:lnTo>
                  <a:pt x="80" y="440"/>
                </a:lnTo>
                <a:lnTo>
                  <a:pt x="79" y="441"/>
                </a:lnTo>
                <a:lnTo>
                  <a:pt x="78" y="441"/>
                </a:lnTo>
                <a:lnTo>
                  <a:pt x="77" y="440"/>
                </a:lnTo>
                <a:lnTo>
                  <a:pt x="76" y="440"/>
                </a:lnTo>
                <a:lnTo>
                  <a:pt x="76" y="439"/>
                </a:lnTo>
                <a:lnTo>
                  <a:pt x="75" y="439"/>
                </a:lnTo>
                <a:lnTo>
                  <a:pt x="74" y="440"/>
                </a:lnTo>
                <a:lnTo>
                  <a:pt x="73" y="441"/>
                </a:lnTo>
                <a:lnTo>
                  <a:pt x="73" y="440"/>
                </a:lnTo>
                <a:lnTo>
                  <a:pt x="73" y="441"/>
                </a:lnTo>
                <a:lnTo>
                  <a:pt x="72" y="441"/>
                </a:lnTo>
                <a:lnTo>
                  <a:pt x="72" y="442"/>
                </a:lnTo>
                <a:lnTo>
                  <a:pt x="71" y="442"/>
                </a:lnTo>
                <a:lnTo>
                  <a:pt x="71" y="443"/>
                </a:lnTo>
                <a:lnTo>
                  <a:pt x="70" y="443"/>
                </a:lnTo>
                <a:lnTo>
                  <a:pt x="70" y="442"/>
                </a:lnTo>
                <a:lnTo>
                  <a:pt x="69" y="442"/>
                </a:lnTo>
                <a:lnTo>
                  <a:pt x="69" y="441"/>
                </a:lnTo>
                <a:lnTo>
                  <a:pt x="70" y="441"/>
                </a:lnTo>
                <a:lnTo>
                  <a:pt x="70" y="440"/>
                </a:lnTo>
                <a:lnTo>
                  <a:pt x="70" y="439"/>
                </a:lnTo>
                <a:lnTo>
                  <a:pt x="71" y="439"/>
                </a:lnTo>
                <a:lnTo>
                  <a:pt x="71" y="438"/>
                </a:lnTo>
                <a:lnTo>
                  <a:pt x="71" y="437"/>
                </a:lnTo>
                <a:lnTo>
                  <a:pt x="70" y="437"/>
                </a:lnTo>
                <a:lnTo>
                  <a:pt x="70" y="436"/>
                </a:lnTo>
                <a:lnTo>
                  <a:pt x="69" y="436"/>
                </a:lnTo>
                <a:lnTo>
                  <a:pt x="69" y="435"/>
                </a:lnTo>
                <a:lnTo>
                  <a:pt x="69" y="434"/>
                </a:lnTo>
                <a:lnTo>
                  <a:pt x="69" y="433"/>
                </a:lnTo>
                <a:lnTo>
                  <a:pt x="70" y="433"/>
                </a:lnTo>
                <a:lnTo>
                  <a:pt x="70" y="432"/>
                </a:lnTo>
                <a:lnTo>
                  <a:pt x="71" y="432"/>
                </a:lnTo>
                <a:lnTo>
                  <a:pt x="71" y="431"/>
                </a:lnTo>
                <a:lnTo>
                  <a:pt x="71" y="430"/>
                </a:lnTo>
                <a:lnTo>
                  <a:pt x="70" y="431"/>
                </a:lnTo>
                <a:lnTo>
                  <a:pt x="69" y="431"/>
                </a:lnTo>
                <a:lnTo>
                  <a:pt x="69" y="430"/>
                </a:lnTo>
                <a:lnTo>
                  <a:pt x="69" y="429"/>
                </a:lnTo>
                <a:lnTo>
                  <a:pt x="69" y="428"/>
                </a:lnTo>
                <a:lnTo>
                  <a:pt x="69" y="426"/>
                </a:lnTo>
                <a:lnTo>
                  <a:pt x="69" y="425"/>
                </a:lnTo>
                <a:lnTo>
                  <a:pt x="70" y="425"/>
                </a:lnTo>
                <a:lnTo>
                  <a:pt x="70" y="422"/>
                </a:lnTo>
                <a:lnTo>
                  <a:pt x="69" y="422"/>
                </a:lnTo>
                <a:lnTo>
                  <a:pt x="69" y="423"/>
                </a:lnTo>
                <a:lnTo>
                  <a:pt x="69" y="424"/>
                </a:lnTo>
                <a:lnTo>
                  <a:pt x="69" y="425"/>
                </a:lnTo>
                <a:lnTo>
                  <a:pt x="68" y="424"/>
                </a:lnTo>
                <a:lnTo>
                  <a:pt x="67" y="423"/>
                </a:lnTo>
                <a:lnTo>
                  <a:pt x="66" y="422"/>
                </a:lnTo>
                <a:lnTo>
                  <a:pt x="66" y="421"/>
                </a:lnTo>
                <a:lnTo>
                  <a:pt x="65" y="421"/>
                </a:lnTo>
                <a:lnTo>
                  <a:pt x="65" y="420"/>
                </a:lnTo>
                <a:lnTo>
                  <a:pt x="64" y="420"/>
                </a:lnTo>
                <a:lnTo>
                  <a:pt x="65" y="420"/>
                </a:lnTo>
                <a:lnTo>
                  <a:pt x="65" y="421"/>
                </a:lnTo>
                <a:lnTo>
                  <a:pt x="65" y="422"/>
                </a:lnTo>
                <a:lnTo>
                  <a:pt x="65" y="423"/>
                </a:lnTo>
                <a:lnTo>
                  <a:pt x="66" y="423"/>
                </a:lnTo>
                <a:lnTo>
                  <a:pt x="66" y="424"/>
                </a:lnTo>
                <a:lnTo>
                  <a:pt x="67" y="424"/>
                </a:lnTo>
                <a:lnTo>
                  <a:pt x="67" y="425"/>
                </a:lnTo>
                <a:lnTo>
                  <a:pt x="66" y="425"/>
                </a:lnTo>
                <a:lnTo>
                  <a:pt x="67" y="426"/>
                </a:lnTo>
                <a:lnTo>
                  <a:pt x="67" y="427"/>
                </a:lnTo>
                <a:lnTo>
                  <a:pt x="68" y="428"/>
                </a:lnTo>
                <a:lnTo>
                  <a:pt x="67" y="428"/>
                </a:lnTo>
                <a:lnTo>
                  <a:pt x="67" y="429"/>
                </a:lnTo>
                <a:lnTo>
                  <a:pt x="66" y="429"/>
                </a:lnTo>
                <a:lnTo>
                  <a:pt x="66" y="430"/>
                </a:lnTo>
                <a:lnTo>
                  <a:pt x="67" y="430"/>
                </a:lnTo>
                <a:lnTo>
                  <a:pt x="67" y="429"/>
                </a:lnTo>
                <a:lnTo>
                  <a:pt x="68" y="429"/>
                </a:lnTo>
                <a:lnTo>
                  <a:pt x="68" y="430"/>
                </a:lnTo>
                <a:lnTo>
                  <a:pt x="68" y="431"/>
                </a:lnTo>
                <a:lnTo>
                  <a:pt x="68" y="432"/>
                </a:lnTo>
                <a:lnTo>
                  <a:pt x="67" y="433"/>
                </a:lnTo>
                <a:lnTo>
                  <a:pt x="68" y="433"/>
                </a:lnTo>
                <a:lnTo>
                  <a:pt x="67" y="434"/>
                </a:lnTo>
                <a:lnTo>
                  <a:pt x="66" y="434"/>
                </a:lnTo>
                <a:lnTo>
                  <a:pt x="66" y="435"/>
                </a:lnTo>
                <a:lnTo>
                  <a:pt x="66" y="436"/>
                </a:lnTo>
                <a:lnTo>
                  <a:pt x="67" y="436"/>
                </a:lnTo>
                <a:lnTo>
                  <a:pt x="67" y="435"/>
                </a:lnTo>
                <a:lnTo>
                  <a:pt x="67" y="436"/>
                </a:lnTo>
                <a:lnTo>
                  <a:pt x="68" y="436"/>
                </a:lnTo>
                <a:lnTo>
                  <a:pt x="67" y="437"/>
                </a:lnTo>
                <a:lnTo>
                  <a:pt x="68" y="437"/>
                </a:lnTo>
                <a:lnTo>
                  <a:pt x="69" y="438"/>
                </a:lnTo>
                <a:lnTo>
                  <a:pt x="69" y="439"/>
                </a:lnTo>
                <a:lnTo>
                  <a:pt x="68" y="440"/>
                </a:lnTo>
                <a:lnTo>
                  <a:pt x="68" y="441"/>
                </a:lnTo>
                <a:lnTo>
                  <a:pt x="68" y="442"/>
                </a:lnTo>
                <a:lnTo>
                  <a:pt x="68" y="443"/>
                </a:lnTo>
                <a:lnTo>
                  <a:pt x="67" y="443"/>
                </a:lnTo>
                <a:lnTo>
                  <a:pt x="67" y="444"/>
                </a:lnTo>
                <a:lnTo>
                  <a:pt x="67" y="445"/>
                </a:lnTo>
                <a:lnTo>
                  <a:pt x="67" y="446"/>
                </a:lnTo>
                <a:lnTo>
                  <a:pt x="67" y="447"/>
                </a:lnTo>
                <a:lnTo>
                  <a:pt x="67" y="448"/>
                </a:lnTo>
                <a:lnTo>
                  <a:pt x="66" y="448"/>
                </a:lnTo>
                <a:lnTo>
                  <a:pt x="65" y="448"/>
                </a:lnTo>
                <a:lnTo>
                  <a:pt x="65" y="447"/>
                </a:lnTo>
                <a:lnTo>
                  <a:pt x="64" y="448"/>
                </a:lnTo>
                <a:lnTo>
                  <a:pt x="63" y="448"/>
                </a:lnTo>
                <a:lnTo>
                  <a:pt x="63" y="449"/>
                </a:lnTo>
                <a:lnTo>
                  <a:pt x="63" y="450"/>
                </a:lnTo>
                <a:lnTo>
                  <a:pt x="62" y="450"/>
                </a:lnTo>
                <a:lnTo>
                  <a:pt x="62" y="451"/>
                </a:lnTo>
                <a:lnTo>
                  <a:pt x="61" y="451"/>
                </a:lnTo>
                <a:lnTo>
                  <a:pt x="60" y="451"/>
                </a:lnTo>
                <a:lnTo>
                  <a:pt x="60" y="450"/>
                </a:lnTo>
                <a:lnTo>
                  <a:pt x="59" y="450"/>
                </a:lnTo>
                <a:lnTo>
                  <a:pt x="59" y="451"/>
                </a:lnTo>
                <a:lnTo>
                  <a:pt x="58" y="451"/>
                </a:lnTo>
                <a:lnTo>
                  <a:pt x="58" y="452"/>
                </a:lnTo>
                <a:lnTo>
                  <a:pt x="57" y="452"/>
                </a:lnTo>
                <a:lnTo>
                  <a:pt x="56" y="452"/>
                </a:lnTo>
                <a:lnTo>
                  <a:pt x="55" y="453"/>
                </a:lnTo>
                <a:lnTo>
                  <a:pt x="54" y="453"/>
                </a:lnTo>
                <a:lnTo>
                  <a:pt x="53" y="452"/>
                </a:lnTo>
                <a:lnTo>
                  <a:pt x="52" y="452"/>
                </a:lnTo>
                <a:lnTo>
                  <a:pt x="53" y="453"/>
                </a:lnTo>
                <a:lnTo>
                  <a:pt x="53" y="454"/>
                </a:lnTo>
                <a:lnTo>
                  <a:pt x="52" y="455"/>
                </a:lnTo>
                <a:lnTo>
                  <a:pt x="52" y="456"/>
                </a:lnTo>
                <a:lnTo>
                  <a:pt x="52" y="457"/>
                </a:lnTo>
                <a:lnTo>
                  <a:pt x="51" y="457"/>
                </a:lnTo>
                <a:lnTo>
                  <a:pt x="51" y="458"/>
                </a:lnTo>
                <a:lnTo>
                  <a:pt x="51" y="459"/>
                </a:lnTo>
                <a:lnTo>
                  <a:pt x="50" y="458"/>
                </a:lnTo>
                <a:lnTo>
                  <a:pt x="50" y="457"/>
                </a:lnTo>
                <a:lnTo>
                  <a:pt x="50" y="456"/>
                </a:lnTo>
                <a:lnTo>
                  <a:pt x="50" y="455"/>
                </a:lnTo>
                <a:lnTo>
                  <a:pt x="50" y="454"/>
                </a:lnTo>
                <a:lnTo>
                  <a:pt x="50" y="453"/>
                </a:lnTo>
                <a:lnTo>
                  <a:pt x="50" y="452"/>
                </a:lnTo>
                <a:lnTo>
                  <a:pt x="51" y="452"/>
                </a:lnTo>
                <a:lnTo>
                  <a:pt x="51" y="451"/>
                </a:lnTo>
                <a:lnTo>
                  <a:pt x="50" y="451"/>
                </a:lnTo>
                <a:lnTo>
                  <a:pt x="50" y="450"/>
                </a:lnTo>
                <a:lnTo>
                  <a:pt x="49" y="450"/>
                </a:lnTo>
                <a:lnTo>
                  <a:pt x="49" y="451"/>
                </a:lnTo>
                <a:lnTo>
                  <a:pt x="49" y="452"/>
                </a:lnTo>
                <a:lnTo>
                  <a:pt x="49" y="454"/>
                </a:lnTo>
                <a:lnTo>
                  <a:pt x="50" y="455"/>
                </a:lnTo>
                <a:lnTo>
                  <a:pt x="49" y="455"/>
                </a:lnTo>
                <a:lnTo>
                  <a:pt x="49" y="456"/>
                </a:lnTo>
                <a:lnTo>
                  <a:pt x="48" y="455"/>
                </a:lnTo>
                <a:lnTo>
                  <a:pt x="47" y="455"/>
                </a:lnTo>
                <a:lnTo>
                  <a:pt x="47" y="456"/>
                </a:lnTo>
                <a:lnTo>
                  <a:pt x="48" y="456"/>
                </a:lnTo>
                <a:lnTo>
                  <a:pt x="49" y="456"/>
                </a:lnTo>
                <a:lnTo>
                  <a:pt x="49" y="457"/>
                </a:lnTo>
                <a:lnTo>
                  <a:pt x="48" y="458"/>
                </a:lnTo>
                <a:lnTo>
                  <a:pt x="48" y="457"/>
                </a:lnTo>
                <a:lnTo>
                  <a:pt x="48" y="458"/>
                </a:lnTo>
                <a:lnTo>
                  <a:pt x="48" y="459"/>
                </a:lnTo>
                <a:lnTo>
                  <a:pt x="47" y="460"/>
                </a:lnTo>
                <a:lnTo>
                  <a:pt x="47" y="461"/>
                </a:lnTo>
                <a:lnTo>
                  <a:pt x="46" y="461"/>
                </a:lnTo>
                <a:lnTo>
                  <a:pt x="46" y="462"/>
                </a:lnTo>
                <a:lnTo>
                  <a:pt x="47" y="462"/>
                </a:lnTo>
                <a:lnTo>
                  <a:pt x="47" y="463"/>
                </a:lnTo>
                <a:lnTo>
                  <a:pt x="47" y="462"/>
                </a:lnTo>
                <a:lnTo>
                  <a:pt x="46" y="462"/>
                </a:lnTo>
                <a:lnTo>
                  <a:pt x="46" y="463"/>
                </a:lnTo>
                <a:lnTo>
                  <a:pt x="46" y="464"/>
                </a:lnTo>
                <a:lnTo>
                  <a:pt x="45" y="464"/>
                </a:lnTo>
                <a:lnTo>
                  <a:pt x="45" y="463"/>
                </a:lnTo>
                <a:lnTo>
                  <a:pt x="45" y="464"/>
                </a:lnTo>
                <a:lnTo>
                  <a:pt x="46" y="464"/>
                </a:lnTo>
                <a:lnTo>
                  <a:pt x="46" y="465"/>
                </a:lnTo>
                <a:lnTo>
                  <a:pt x="46" y="466"/>
                </a:lnTo>
                <a:lnTo>
                  <a:pt x="46" y="467"/>
                </a:lnTo>
                <a:lnTo>
                  <a:pt x="45" y="467"/>
                </a:lnTo>
                <a:lnTo>
                  <a:pt x="45" y="468"/>
                </a:lnTo>
                <a:lnTo>
                  <a:pt x="45" y="469"/>
                </a:lnTo>
                <a:lnTo>
                  <a:pt x="45" y="470"/>
                </a:lnTo>
                <a:lnTo>
                  <a:pt x="46" y="471"/>
                </a:lnTo>
                <a:lnTo>
                  <a:pt x="46" y="472"/>
                </a:lnTo>
                <a:lnTo>
                  <a:pt x="45" y="472"/>
                </a:lnTo>
                <a:lnTo>
                  <a:pt x="46" y="472"/>
                </a:lnTo>
                <a:lnTo>
                  <a:pt x="46" y="473"/>
                </a:lnTo>
                <a:lnTo>
                  <a:pt x="47" y="474"/>
                </a:lnTo>
                <a:lnTo>
                  <a:pt x="47" y="475"/>
                </a:lnTo>
                <a:lnTo>
                  <a:pt x="48" y="475"/>
                </a:lnTo>
                <a:lnTo>
                  <a:pt x="48" y="476"/>
                </a:lnTo>
                <a:lnTo>
                  <a:pt x="48" y="477"/>
                </a:lnTo>
                <a:lnTo>
                  <a:pt x="47" y="477"/>
                </a:lnTo>
                <a:lnTo>
                  <a:pt x="47" y="478"/>
                </a:lnTo>
                <a:lnTo>
                  <a:pt x="46" y="479"/>
                </a:lnTo>
                <a:lnTo>
                  <a:pt x="47" y="479"/>
                </a:lnTo>
                <a:lnTo>
                  <a:pt x="47" y="478"/>
                </a:lnTo>
                <a:lnTo>
                  <a:pt x="48" y="478"/>
                </a:lnTo>
                <a:lnTo>
                  <a:pt x="49" y="478"/>
                </a:lnTo>
                <a:lnTo>
                  <a:pt x="50" y="477"/>
                </a:lnTo>
                <a:lnTo>
                  <a:pt x="51" y="477"/>
                </a:lnTo>
                <a:lnTo>
                  <a:pt x="52" y="477"/>
                </a:lnTo>
                <a:lnTo>
                  <a:pt x="53" y="477"/>
                </a:lnTo>
                <a:lnTo>
                  <a:pt x="53" y="478"/>
                </a:lnTo>
                <a:lnTo>
                  <a:pt x="54" y="478"/>
                </a:lnTo>
                <a:lnTo>
                  <a:pt x="54" y="479"/>
                </a:lnTo>
                <a:lnTo>
                  <a:pt x="55" y="479"/>
                </a:lnTo>
                <a:lnTo>
                  <a:pt x="55" y="478"/>
                </a:lnTo>
                <a:lnTo>
                  <a:pt x="56" y="478"/>
                </a:lnTo>
                <a:lnTo>
                  <a:pt x="57" y="478"/>
                </a:lnTo>
                <a:lnTo>
                  <a:pt x="59" y="478"/>
                </a:lnTo>
                <a:lnTo>
                  <a:pt x="60" y="478"/>
                </a:lnTo>
                <a:lnTo>
                  <a:pt x="60" y="479"/>
                </a:lnTo>
                <a:lnTo>
                  <a:pt x="61" y="479"/>
                </a:lnTo>
                <a:lnTo>
                  <a:pt x="62" y="480"/>
                </a:lnTo>
                <a:lnTo>
                  <a:pt x="63" y="480"/>
                </a:lnTo>
                <a:lnTo>
                  <a:pt x="64" y="480"/>
                </a:lnTo>
                <a:lnTo>
                  <a:pt x="64" y="481"/>
                </a:lnTo>
                <a:lnTo>
                  <a:pt x="65" y="481"/>
                </a:lnTo>
                <a:lnTo>
                  <a:pt x="65" y="480"/>
                </a:lnTo>
                <a:lnTo>
                  <a:pt x="64" y="480"/>
                </a:lnTo>
                <a:lnTo>
                  <a:pt x="65" y="480"/>
                </a:lnTo>
                <a:lnTo>
                  <a:pt x="65" y="481"/>
                </a:lnTo>
                <a:lnTo>
                  <a:pt x="65" y="483"/>
                </a:lnTo>
                <a:lnTo>
                  <a:pt x="65" y="484"/>
                </a:lnTo>
                <a:lnTo>
                  <a:pt x="65" y="483"/>
                </a:lnTo>
                <a:lnTo>
                  <a:pt x="66" y="483"/>
                </a:lnTo>
                <a:lnTo>
                  <a:pt x="66" y="484"/>
                </a:lnTo>
                <a:lnTo>
                  <a:pt x="66" y="485"/>
                </a:lnTo>
                <a:lnTo>
                  <a:pt x="66" y="486"/>
                </a:lnTo>
                <a:lnTo>
                  <a:pt x="66" y="487"/>
                </a:lnTo>
                <a:lnTo>
                  <a:pt x="66" y="488"/>
                </a:lnTo>
                <a:lnTo>
                  <a:pt x="66" y="489"/>
                </a:lnTo>
                <a:lnTo>
                  <a:pt x="66" y="490"/>
                </a:lnTo>
                <a:lnTo>
                  <a:pt x="66" y="491"/>
                </a:lnTo>
                <a:lnTo>
                  <a:pt x="65" y="491"/>
                </a:lnTo>
                <a:lnTo>
                  <a:pt x="65" y="492"/>
                </a:lnTo>
                <a:lnTo>
                  <a:pt x="64" y="492"/>
                </a:lnTo>
                <a:lnTo>
                  <a:pt x="63" y="492"/>
                </a:lnTo>
                <a:lnTo>
                  <a:pt x="63" y="491"/>
                </a:lnTo>
                <a:lnTo>
                  <a:pt x="63" y="490"/>
                </a:lnTo>
                <a:lnTo>
                  <a:pt x="62" y="490"/>
                </a:lnTo>
                <a:lnTo>
                  <a:pt x="61" y="489"/>
                </a:lnTo>
                <a:lnTo>
                  <a:pt x="61" y="488"/>
                </a:lnTo>
                <a:lnTo>
                  <a:pt x="61" y="487"/>
                </a:lnTo>
                <a:lnTo>
                  <a:pt x="61" y="486"/>
                </a:lnTo>
                <a:lnTo>
                  <a:pt x="60" y="486"/>
                </a:lnTo>
                <a:lnTo>
                  <a:pt x="60" y="485"/>
                </a:lnTo>
                <a:lnTo>
                  <a:pt x="60" y="484"/>
                </a:lnTo>
                <a:lnTo>
                  <a:pt x="60" y="485"/>
                </a:lnTo>
                <a:lnTo>
                  <a:pt x="60" y="484"/>
                </a:lnTo>
                <a:lnTo>
                  <a:pt x="60" y="485"/>
                </a:lnTo>
                <a:lnTo>
                  <a:pt x="60" y="486"/>
                </a:lnTo>
                <a:lnTo>
                  <a:pt x="61" y="486"/>
                </a:lnTo>
                <a:lnTo>
                  <a:pt x="60" y="486"/>
                </a:lnTo>
                <a:lnTo>
                  <a:pt x="60" y="487"/>
                </a:lnTo>
                <a:lnTo>
                  <a:pt x="61" y="487"/>
                </a:lnTo>
                <a:lnTo>
                  <a:pt x="61" y="488"/>
                </a:lnTo>
                <a:lnTo>
                  <a:pt x="60" y="488"/>
                </a:lnTo>
                <a:lnTo>
                  <a:pt x="59" y="488"/>
                </a:lnTo>
                <a:lnTo>
                  <a:pt x="59" y="489"/>
                </a:lnTo>
                <a:lnTo>
                  <a:pt x="59" y="488"/>
                </a:lnTo>
                <a:lnTo>
                  <a:pt x="59" y="489"/>
                </a:lnTo>
                <a:lnTo>
                  <a:pt x="59" y="490"/>
                </a:lnTo>
                <a:lnTo>
                  <a:pt x="59" y="489"/>
                </a:lnTo>
                <a:lnTo>
                  <a:pt x="58" y="489"/>
                </a:lnTo>
                <a:lnTo>
                  <a:pt x="58" y="490"/>
                </a:lnTo>
                <a:lnTo>
                  <a:pt x="59" y="490"/>
                </a:lnTo>
                <a:lnTo>
                  <a:pt x="59" y="489"/>
                </a:lnTo>
                <a:lnTo>
                  <a:pt x="60" y="489"/>
                </a:lnTo>
                <a:lnTo>
                  <a:pt x="60" y="488"/>
                </a:lnTo>
                <a:lnTo>
                  <a:pt x="60" y="489"/>
                </a:lnTo>
                <a:lnTo>
                  <a:pt x="60" y="490"/>
                </a:lnTo>
                <a:lnTo>
                  <a:pt x="60" y="491"/>
                </a:lnTo>
                <a:lnTo>
                  <a:pt x="61" y="491"/>
                </a:lnTo>
                <a:lnTo>
                  <a:pt x="61" y="492"/>
                </a:lnTo>
                <a:lnTo>
                  <a:pt x="61" y="493"/>
                </a:lnTo>
                <a:lnTo>
                  <a:pt x="60" y="493"/>
                </a:lnTo>
                <a:lnTo>
                  <a:pt x="59" y="493"/>
                </a:lnTo>
                <a:lnTo>
                  <a:pt x="59" y="494"/>
                </a:lnTo>
                <a:lnTo>
                  <a:pt x="58" y="494"/>
                </a:lnTo>
                <a:lnTo>
                  <a:pt x="58" y="495"/>
                </a:lnTo>
                <a:lnTo>
                  <a:pt x="58" y="494"/>
                </a:lnTo>
                <a:lnTo>
                  <a:pt x="57" y="494"/>
                </a:lnTo>
                <a:lnTo>
                  <a:pt x="58" y="494"/>
                </a:lnTo>
                <a:lnTo>
                  <a:pt x="58" y="495"/>
                </a:lnTo>
                <a:lnTo>
                  <a:pt x="58" y="496"/>
                </a:lnTo>
                <a:lnTo>
                  <a:pt x="58" y="497"/>
                </a:lnTo>
                <a:lnTo>
                  <a:pt x="57" y="497"/>
                </a:lnTo>
                <a:lnTo>
                  <a:pt x="58" y="497"/>
                </a:lnTo>
                <a:lnTo>
                  <a:pt x="58" y="496"/>
                </a:lnTo>
                <a:lnTo>
                  <a:pt x="59" y="496"/>
                </a:lnTo>
                <a:lnTo>
                  <a:pt x="59" y="495"/>
                </a:lnTo>
                <a:lnTo>
                  <a:pt x="60" y="495"/>
                </a:lnTo>
                <a:lnTo>
                  <a:pt x="61" y="495"/>
                </a:lnTo>
                <a:lnTo>
                  <a:pt x="61" y="496"/>
                </a:lnTo>
                <a:lnTo>
                  <a:pt x="61" y="497"/>
                </a:lnTo>
                <a:lnTo>
                  <a:pt x="61" y="498"/>
                </a:lnTo>
                <a:lnTo>
                  <a:pt x="61" y="499"/>
                </a:lnTo>
                <a:lnTo>
                  <a:pt x="60" y="499"/>
                </a:lnTo>
                <a:lnTo>
                  <a:pt x="61" y="499"/>
                </a:lnTo>
                <a:lnTo>
                  <a:pt x="61" y="498"/>
                </a:lnTo>
                <a:lnTo>
                  <a:pt x="61" y="497"/>
                </a:lnTo>
                <a:lnTo>
                  <a:pt x="61" y="496"/>
                </a:lnTo>
                <a:lnTo>
                  <a:pt x="61" y="497"/>
                </a:lnTo>
                <a:lnTo>
                  <a:pt x="62" y="497"/>
                </a:lnTo>
                <a:lnTo>
                  <a:pt x="62" y="498"/>
                </a:lnTo>
                <a:lnTo>
                  <a:pt x="62" y="497"/>
                </a:lnTo>
                <a:lnTo>
                  <a:pt x="63" y="497"/>
                </a:lnTo>
                <a:lnTo>
                  <a:pt x="63" y="498"/>
                </a:lnTo>
                <a:lnTo>
                  <a:pt x="64" y="497"/>
                </a:lnTo>
                <a:lnTo>
                  <a:pt x="64" y="498"/>
                </a:lnTo>
                <a:lnTo>
                  <a:pt x="64" y="499"/>
                </a:lnTo>
                <a:lnTo>
                  <a:pt x="64" y="497"/>
                </a:lnTo>
                <a:lnTo>
                  <a:pt x="65" y="497"/>
                </a:lnTo>
                <a:lnTo>
                  <a:pt x="65" y="496"/>
                </a:lnTo>
                <a:lnTo>
                  <a:pt x="65" y="497"/>
                </a:lnTo>
                <a:lnTo>
                  <a:pt x="65" y="498"/>
                </a:lnTo>
                <a:lnTo>
                  <a:pt x="65" y="499"/>
                </a:lnTo>
                <a:lnTo>
                  <a:pt x="66" y="499"/>
                </a:lnTo>
                <a:lnTo>
                  <a:pt x="67" y="498"/>
                </a:lnTo>
                <a:lnTo>
                  <a:pt x="67" y="497"/>
                </a:lnTo>
                <a:lnTo>
                  <a:pt x="68" y="497"/>
                </a:lnTo>
                <a:lnTo>
                  <a:pt x="69" y="497"/>
                </a:lnTo>
                <a:lnTo>
                  <a:pt x="69" y="496"/>
                </a:lnTo>
                <a:lnTo>
                  <a:pt x="70" y="496"/>
                </a:lnTo>
                <a:lnTo>
                  <a:pt x="71" y="497"/>
                </a:lnTo>
                <a:lnTo>
                  <a:pt x="71" y="498"/>
                </a:lnTo>
                <a:lnTo>
                  <a:pt x="72" y="498"/>
                </a:lnTo>
                <a:lnTo>
                  <a:pt x="71" y="498"/>
                </a:lnTo>
                <a:lnTo>
                  <a:pt x="71" y="497"/>
                </a:lnTo>
                <a:lnTo>
                  <a:pt x="72" y="497"/>
                </a:lnTo>
                <a:lnTo>
                  <a:pt x="72" y="496"/>
                </a:lnTo>
                <a:lnTo>
                  <a:pt x="72" y="495"/>
                </a:lnTo>
                <a:lnTo>
                  <a:pt x="73" y="496"/>
                </a:lnTo>
                <a:lnTo>
                  <a:pt x="73" y="497"/>
                </a:lnTo>
                <a:lnTo>
                  <a:pt x="73" y="498"/>
                </a:lnTo>
                <a:lnTo>
                  <a:pt x="74" y="499"/>
                </a:lnTo>
                <a:lnTo>
                  <a:pt x="74" y="500"/>
                </a:lnTo>
                <a:lnTo>
                  <a:pt x="74" y="501"/>
                </a:lnTo>
                <a:lnTo>
                  <a:pt x="74" y="502"/>
                </a:lnTo>
                <a:lnTo>
                  <a:pt x="75" y="503"/>
                </a:lnTo>
                <a:lnTo>
                  <a:pt x="75" y="504"/>
                </a:lnTo>
                <a:lnTo>
                  <a:pt x="74" y="504"/>
                </a:lnTo>
                <a:lnTo>
                  <a:pt x="74" y="505"/>
                </a:lnTo>
                <a:lnTo>
                  <a:pt x="74" y="504"/>
                </a:lnTo>
                <a:lnTo>
                  <a:pt x="73" y="504"/>
                </a:lnTo>
                <a:lnTo>
                  <a:pt x="73" y="505"/>
                </a:lnTo>
                <a:lnTo>
                  <a:pt x="73" y="504"/>
                </a:lnTo>
                <a:lnTo>
                  <a:pt x="72" y="504"/>
                </a:lnTo>
                <a:lnTo>
                  <a:pt x="72" y="505"/>
                </a:lnTo>
                <a:lnTo>
                  <a:pt x="71" y="505"/>
                </a:lnTo>
                <a:lnTo>
                  <a:pt x="71" y="504"/>
                </a:lnTo>
                <a:lnTo>
                  <a:pt x="71" y="503"/>
                </a:lnTo>
                <a:lnTo>
                  <a:pt x="70" y="503"/>
                </a:lnTo>
                <a:lnTo>
                  <a:pt x="70" y="502"/>
                </a:lnTo>
                <a:lnTo>
                  <a:pt x="70" y="501"/>
                </a:lnTo>
                <a:lnTo>
                  <a:pt x="70" y="500"/>
                </a:lnTo>
                <a:lnTo>
                  <a:pt x="69" y="500"/>
                </a:lnTo>
                <a:lnTo>
                  <a:pt x="69" y="499"/>
                </a:lnTo>
                <a:lnTo>
                  <a:pt x="68" y="499"/>
                </a:lnTo>
                <a:lnTo>
                  <a:pt x="68" y="500"/>
                </a:lnTo>
                <a:lnTo>
                  <a:pt x="67" y="500"/>
                </a:lnTo>
                <a:lnTo>
                  <a:pt x="67" y="501"/>
                </a:lnTo>
                <a:lnTo>
                  <a:pt x="66" y="501"/>
                </a:lnTo>
                <a:lnTo>
                  <a:pt x="66" y="502"/>
                </a:lnTo>
                <a:lnTo>
                  <a:pt x="66" y="503"/>
                </a:lnTo>
                <a:lnTo>
                  <a:pt x="67" y="503"/>
                </a:lnTo>
                <a:lnTo>
                  <a:pt x="67" y="504"/>
                </a:lnTo>
                <a:lnTo>
                  <a:pt x="68" y="504"/>
                </a:lnTo>
                <a:lnTo>
                  <a:pt x="68" y="505"/>
                </a:lnTo>
                <a:lnTo>
                  <a:pt x="67" y="505"/>
                </a:lnTo>
                <a:lnTo>
                  <a:pt x="68" y="505"/>
                </a:lnTo>
                <a:lnTo>
                  <a:pt x="68" y="504"/>
                </a:lnTo>
                <a:lnTo>
                  <a:pt x="69" y="504"/>
                </a:lnTo>
                <a:lnTo>
                  <a:pt x="70" y="506"/>
                </a:lnTo>
                <a:lnTo>
                  <a:pt x="71" y="506"/>
                </a:lnTo>
                <a:lnTo>
                  <a:pt x="71" y="507"/>
                </a:lnTo>
                <a:lnTo>
                  <a:pt x="72" y="506"/>
                </a:lnTo>
                <a:lnTo>
                  <a:pt x="72" y="505"/>
                </a:lnTo>
                <a:lnTo>
                  <a:pt x="73" y="505"/>
                </a:lnTo>
                <a:lnTo>
                  <a:pt x="74" y="506"/>
                </a:lnTo>
                <a:lnTo>
                  <a:pt x="74" y="507"/>
                </a:lnTo>
                <a:lnTo>
                  <a:pt x="75" y="507"/>
                </a:lnTo>
                <a:lnTo>
                  <a:pt x="75" y="508"/>
                </a:lnTo>
                <a:lnTo>
                  <a:pt x="76" y="509"/>
                </a:lnTo>
                <a:lnTo>
                  <a:pt x="76" y="510"/>
                </a:lnTo>
                <a:lnTo>
                  <a:pt x="75" y="510"/>
                </a:lnTo>
                <a:lnTo>
                  <a:pt x="76" y="510"/>
                </a:lnTo>
                <a:lnTo>
                  <a:pt x="77" y="510"/>
                </a:lnTo>
                <a:lnTo>
                  <a:pt x="77" y="511"/>
                </a:lnTo>
                <a:lnTo>
                  <a:pt x="77" y="512"/>
                </a:lnTo>
                <a:lnTo>
                  <a:pt x="77" y="513"/>
                </a:lnTo>
                <a:lnTo>
                  <a:pt x="78" y="514"/>
                </a:lnTo>
                <a:lnTo>
                  <a:pt x="78" y="515"/>
                </a:lnTo>
                <a:lnTo>
                  <a:pt x="79" y="515"/>
                </a:lnTo>
                <a:lnTo>
                  <a:pt x="79" y="516"/>
                </a:lnTo>
                <a:lnTo>
                  <a:pt x="78" y="516"/>
                </a:lnTo>
                <a:lnTo>
                  <a:pt x="78" y="517"/>
                </a:lnTo>
                <a:lnTo>
                  <a:pt x="78" y="518"/>
                </a:lnTo>
                <a:lnTo>
                  <a:pt x="78" y="519"/>
                </a:lnTo>
                <a:lnTo>
                  <a:pt x="77" y="519"/>
                </a:lnTo>
                <a:lnTo>
                  <a:pt x="77" y="521"/>
                </a:lnTo>
                <a:lnTo>
                  <a:pt x="77" y="522"/>
                </a:lnTo>
                <a:lnTo>
                  <a:pt x="76" y="522"/>
                </a:lnTo>
                <a:lnTo>
                  <a:pt x="76" y="523"/>
                </a:lnTo>
                <a:lnTo>
                  <a:pt x="75" y="523"/>
                </a:lnTo>
                <a:lnTo>
                  <a:pt x="75" y="524"/>
                </a:lnTo>
                <a:lnTo>
                  <a:pt x="74" y="524"/>
                </a:lnTo>
                <a:lnTo>
                  <a:pt x="74" y="525"/>
                </a:lnTo>
                <a:lnTo>
                  <a:pt x="73" y="525"/>
                </a:lnTo>
                <a:lnTo>
                  <a:pt x="73" y="526"/>
                </a:lnTo>
                <a:lnTo>
                  <a:pt x="73" y="527"/>
                </a:lnTo>
                <a:lnTo>
                  <a:pt x="73" y="528"/>
                </a:lnTo>
                <a:lnTo>
                  <a:pt x="72" y="528"/>
                </a:lnTo>
                <a:lnTo>
                  <a:pt x="72" y="529"/>
                </a:lnTo>
                <a:lnTo>
                  <a:pt x="71" y="529"/>
                </a:lnTo>
                <a:lnTo>
                  <a:pt x="71" y="530"/>
                </a:lnTo>
                <a:lnTo>
                  <a:pt x="71" y="531"/>
                </a:lnTo>
                <a:lnTo>
                  <a:pt x="70" y="531"/>
                </a:lnTo>
                <a:lnTo>
                  <a:pt x="70" y="532"/>
                </a:lnTo>
                <a:lnTo>
                  <a:pt x="69" y="532"/>
                </a:lnTo>
                <a:lnTo>
                  <a:pt x="68" y="533"/>
                </a:lnTo>
                <a:lnTo>
                  <a:pt x="68" y="534"/>
                </a:lnTo>
                <a:lnTo>
                  <a:pt x="67" y="534"/>
                </a:lnTo>
                <a:lnTo>
                  <a:pt x="66" y="534"/>
                </a:lnTo>
                <a:lnTo>
                  <a:pt x="65" y="534"/>
                </a:lnTo>
                <a:lnTo>
                  <a:pt x="64" y="534"/>
                </a:lnTo>
                <a:lnTo>
                  <a:pt x="64" y="535"/>
                </a:lnTo>
                <a:lnTo>
                  <a:pt x="63" y="535"/>
                </a:lnTo>
                <a:lnTo>
                  <a:pt x="63" y="536"/>
                </a:lnTo>
                <a:lnTo>
                  <a:pt x="62" y="536"/>
                </a:lnTo>
                <a:lnTo>
                  <a:pt x="61" y="536"/>
                </a:lnTo>
                <a:lnTo>
                  <a:pt x="61" y="538"/>
                </a:lnTo>
                <a:lnTo>
                  <a:pt x="59" y="538"/>
                </a:lnTo>
                <a:lnTo>
                  <a:pt x="59" y="539"/>
                </a:lnTo>
                <a:lnTo>
                  <a:pt x="58" y="539"/>
                </a:lnTo>
                <a:lnTo>
                  <a:pt x="58" y="538"/>
                </a:lnTo>
                <a:lnTo>
                  <a:pt x="57" y="538"/>
                </a:lnTo>
                <a:lnTo>
                  <a:pt x="57" y="539"/>
                </a:lnTo>
                <a:lnTo>
                  <a:pt x="56" y="539"/>
                </a:lnTo>
                <a:lnTo>
                  <a:pt x="56" y="540"/>
                </a:lnTo>
                <a:lnTo>
                  <a:pt x="56" y="539"/>
                </a:lnTo>
                <a:lnTo>
                  <a:pt x="55" y="539"/>
                </a:lnTo>
                <a:lnTo>
                  <a:pt x="56" y="539"/>
                </a:lnTo>
                <a:lnTo>
                  <a:pt x="56" y="538"/>
                </a:lnTo>
                <a:lnTo>
                  <a:pt x="55" y="538"/>
                </a:lnTo>
                <a:lnTo>
                  <a:pt x="54" y="538"/>
                </a:lnTo>
                <a:lnTo>
                  <a:pt x="53" y="538"/>
                </a:lnTo>
                <a:lnTo>
                  <a:pt x="53" y="537"/>
                </a:lnTo>
                <a:lnTo>
                  <a:pt x="52" y="537"/>
                </a:lnTo>
                <a:lnTo>
                  <a:pt x="50" y="537"/>
                </a:lnTo>
                <a:lnTo>
                  <a:pt x="50" y="536"/>
                </a:lnTo>
                <a:lnTo>
                  <a:pt x="50" y="537"/>
                </a:lnTo>
                <a:lnTo>
                  <a:pt x="51" y="537"/>
                </a:lnTo>
                <a:lnTo>
                  <a:pt x="52" y="538"/>
                </a:lnTo>
                <a:lnTo>
                  <a:pt x="51" y="538"/>
                </a:lnTo>
                <a:lnTo>
                  <a:pt x="50" y="538"/>
                </a:lnTo>
                <a:lnTo>
                  <a:pt x="49" y="537"/>
                </a:lnTo>
                <a:lnTo>
                  <a:pt x="48" y="537"/>
                </a:lnTo>
                <a:lnTo>
                  <a:pt x="48" y="538"/>
                </a:lnTo>
                <a:lnTo>
                  <a:pt x="48" y="539"/>
                </a:lnTo>
                <a:lnTo>
                  <a:pt x="48" y="540"/>
                </a:lnTo>
                <a:lnTo>
                  <a:pt x="47" y="540"/>
                </a:lnTo>
                <a:lnTo>
                  <a:pt x="44" y="540"/>
                </a:lnTo>
                <a:lnTo>
                  <a:pt x="44" y="541"/>
                </a:lnTo>
                <a:lnTo>
                  <a:pt x="42" y="541"/>
                </a:lnTo>
                <a:lnTo>
                  <a:pt x="42" y="540"/>
                </a:lnTo>
                <a:lnTo>
                  <a:pt x="42" y="539"/>
                </a:lnTo>
                <a:lnTo>
                  <a:pt x="41" y="538"/>
                </a:lnTo>
                <a:lnTo>
                  <a:pt x="40" y="538"/>
                </a:lnTo>
                <a:lnTo>
                  <a:pt x="39" y="538"/>
                </a:lnTo>
                <a:lnTo>
                  <a:pt x="38" y="538"/>
                </a:lnTo>
                <a:lnTo>
                  <a:pt x="37" y="537"/>
                </a:lnTo>
                <a:lnTo>
                  <a:pt x="37" y="536"/>
                </a:lnTo>
                <a:lnTo>
                  <a:pt x="36" y="536"/>
                </a:lnTo>
                <a:lnTo>
                  <a:pt x="35" y="535"/>
                </a:lnTo>
                <a:lnTo>
                  <a:pt x="34" y="535"/>
                </a:lnTo>
                <a:lnTo>
                  <a:pt x="34" y="536"/>
                </a:lnTo>
                <a:lnTo>
                  <a:pt x="35" y="536"/>
                </a:lnTo>
                <a:lnTo>
                  <a:pt x="34" y="536"/>
                </a:lnTo>
                <a:lnTo>
                  <a:pt x="34" y="537"/>
                </a:lnTo>
                <a:lnTo>
                  <a:pt x="33" y="537"/>
                </a:lnTo>
                <a:lnTo>
                  <a:pt x="32" y="537"/>
                </a:lnTo>
                <a:lnTo>
                  <a:pt x="32" y="536"/>
                </a:lnTo>
                <a:lnTo>
                  <a:pt x="32" y="537"/>
                </a:lnTo>
                <a:lnTo>
                  <a:pt x="32" y="538"/>
                </a:lnTo>
                <a:lnTo>
                  <a:pt x="31" y="538"/>
                </a:lnTo>
                <a:lnTo>
                  <a:pt x="31" y="537"/>
                </a:lnTo>
                <a:lnTo>
                  <a:pt x="30" y="537"/>
                </a:lnTo>
                <a:lnTo>
                  <a:pt x="30" y="536"/>
                </a:lnTo>
                <a:lnTo>
                  <a:pt x="29" y="536"/>
                </a:lnTo>
                <a:lnTo>
                  <a:pt x="29" y="537"/>
                </a:lnTo>
                <a:lnTo>
                  <a:pt x="28" y="537"/>
                </a:lnTo>
                <a:lnTo>
                  <a:pt x="27" y="538"/>
                </a:lnTo>
                <a:lnTo>
                  <a:pt x="26" y="540"/>
                </a:lnTo>
                <a:lnTo>
                  <a:pt x="25" y="540"/>
                </a:lnTo>
                <a:lnTo>
                  <a:pt x="25" y="541"/>
                </a:lnTo>
                <a:lnTo>
                  <a:pt x="25" y="542"/>
                </a:lnTo>
                <a:lnTo>
                  <a:pt x="24" y="542"/>
                </a:lnTo>
                <a:lnTo>
                  <a:pt x="24" y="543"/>
                </a:lnTo>
                <a:lnTo>
                  <a:pt x="23" y="543"/>
                </a:lnTo>
                <a:lnTo>
                  <a:pt x="23" y="542"/>
                </a:lnTo>
                <a:lnTo>
                  <a:pt x="24" y="541"/>
                </a:lnTo>
                <a:lnTo>
                  <a:pt x="23" y="540"/>
                </a:lnTo>
                <a:lnTo>
                  <a:pt x="23" y="538"/>
                </a:lnTo>
                <a:lnTo>
                  <a:pt x="24" y="538"/>
                </a:lnTo>
                <a:lnTo>
                  <a:pt x="25" y="536"/>
                </a:lnTo>
                <a:lnTo>
                  <a:pt x="25" y="535"/>
                </a:lnTo>
                <a:lnTo>
                  <a:pt x="24" y="533"/>
                </a:lnTo>
                <a:lnTo>
                  <a:pt x="24" y="532"/>
                </a:lnTo>
                <a:lnTo>
                  <a:pt x="24" y="531"/>
                </a:lnTo>
                <a:lnTo>
                  <a:pt x="24" y="530"/>
                </a:lnTo>
                <a:lnTo>
                  <a:pt x="23" y="529"/>
                </a:lnTo>
                <a:lnTo>
                  <a:pt x="22" y="529"/>
                </a:lnTo>
                <a:lnTo>
                  <a:pt x="22" y="528"/>
                </a:lnTo>
                <a:lnTo>
                  <a:pt x="21" y="528"/>
                </a:lnTo>
                <a:lnTo>
                  <a:pt x="21" y="529"/>
                </a:lnTo>
                <a:lnTo>
                  <a:pt x="20" y="528"/>
                </a:lnTo>
                <a:lnTo>
                  <a:pt x="20" y="527"/>
                </a:lnTo>
                <a:lnTo>
                  <a:pt x="20" y="526"/>
                </a:lnTo>
                <a:lnTo>
                  <a:pt x="19" y="525"/>
                </a:lnTo>
                <a:lnTo>
                  <a:pt x="19" y="524"/>
                </a:lnTo>
                <a:lnTo>
                  <a:pt x="20" y="524"/>
                </a:lnTo>
                <a:lnTo>
                  <a:pt x="21" y="524"/>
                </a:lnTo>
                <a:lnTo>
                  <a:pt x="22" y="523"/>
                </a:lnTo>
                <a:lnTo>
                  <a:pt x="22" y="522"/>
                </a:lnTo>
                <a:lnTo>
                  <a:pt x="22" y="521"/>
                </a:lnTo>
                <a:lnTo>
                  <a:pt x="23" y="522"/>
                </a:lnTo>
                <a:lnTo>
                  <a:pt x="24" y="522"/>
                </a:lnTo>
                <a:lnTo>
                  <a:pt x="24" y="523"/>
                </a:lnTo>
                <a:lnTo>
                  <a:pt x="24" y="522"/>
                </a:lnTo>
                <a:lnTo>
                  <a:pt x="25" y="523"/>
                </a:lnTo>
                <a:lnTo>
                  <a:pt x="26" y="524"/>
                </a:lnTo>
                <a:lnTo>
                  <a:pt x="27" y="524"/>
                </a:lnTo>
                <a:lnTo>
                  <a:pt x="28" y="524"/>
                </a:lnTo>
                <a:lnTo>
                  <a:pt x="28" y="525"/>
                </a:lnTo>
                <a:lnTo>
                  <a:pt x="27" y="525"/>
                </a:lnTo>
                <a:lnTo>
                  <a:pt x="27" y="526"/>
                </a:lnTo>
                <a:lnTo>
                  <a:pt x="28" y="526"/>
                </a:lnTo>
                <a:lnTo>
                  <a:pt x="28" y="527"/>
                </a:lnTo>
                <a:lnTo>
                  <a:pt x="29" y="528"/>
                </a:lnTo>
                <a:lnTo>
                  <a:pt x="29" y="529"/>
                </a:lnTo>
                <a:lnTo>
                  <a:pt x="29" y="530"/>
                </a:lnTo>
                <a:lnTo>
                  <a:pt x="30" y="530"/>
                </a:lnTo>
                <a:lnTo>
                  <a:pt x="29" y="530"/>
                </a:lnTo>
                <a:lnTo>
                  <a:pt x="30" y="530"/>
                </a:lnTo>
                <a:lnTo>
                  <a:pt x="30" y="529"/>
                </a:lnTo>
                <a:lnTo>
                  <a:pt x="30" y="530"/>
                </a:lnTo>
                <a:lnTo>
                  <a:pt x="30" y="529"/>
                </a:lnTo>
                <a:lnTo>
                  <a:pt x="29" y="529"/>
                </a:lnTo>
                <a:lnTo>
                  <a:pt x="29" y="528"/>
                </a:lnTo>
                <a:lnTo>
                  <a:pt x="30" y="528"/>
                </a:lnTo>
                <a:lnTo>
                  <a:pt x="30" y="527"/>
                </a:lnTo>
                <a:lnTo>
                  <a:pt x="29" y="526"/>
                </a:lnTo>
                <a:lnTo>
                  <a:pt x="30" y="526"/>
                </a:lnTo>
                <a:lnTo>
                  <a:pt x="30" y="525"/>
                </a:lnTo>
                <a:lnTo>
                  <a:pt x="31" y="525"/>
                </a:lnTo>
                <a:lnTo>
                  <a:pt x="31" y="524"/>
                </a:lnTo>
                <a:lnTo>
                  <a:pt x="32" y="524"/>
                </a:lnTo>
                <a:lnTo>
                  <a:pt x="32" y="523"/>
                </a:lnTo>
                <a:lnTo>
                  <a:pt x="32" y="522"/>
                </a:lnTo>
                <a:lnTo>
                  <a:pt x="31" y="522"/>
                </a:lnTo>
                <a:lnTo>
                  <a:pt x="32" y="522"/>
                </a:lnTo>
                <a:lnTo>
                  <a:pt x="31" y="522"/>
                </a:lnTo>
                <a:lnTo>
                  <a:pt x="31" y="521"/>
                </a:lnTo>
                <a:lnTo>
                  <a:pt x="30" y="519"/>
                </a:lnTo>
                <a:lnTo>
                  <a:pt x="29" y="519"/>
                </a:lnTo>
                <a:lnTo>
                  <a:pt x="29" y="518"/>
                </a:lnTo>
                <a:lnTo>
                  <a:pt x="28" y="518"/>
                </a:lnTo>
                <a:lnTo>
                  <a:pt x="28" y="517"/>
                </a:lnTo>
                <a:lnTo>
                  <a:pt x="28" y="516"/>
                </a:lnTo>
                <a:lnTo>
                  <a:pt x="27" y="517"/>
                </a:lnTo>
                <a:lnTo>
                  <a:pt x="27" y="518"/>
                </a:lnTo>
                <a:lnTo>
                  <a:pt x="27" y="519"/>
                </a:lnTo>
                <a:lnTo>
                  <a:pt x="26" y="519"/>
                </a:lnTo>
                <a:lnTo>
                  <a:pt x="26" y="518"/>
                </a:lnTo>
                <a:lnTo>
                  <a:pt x="26" y="517"/>
                </a:lnTo>
                <a:lnTo>
                  <a:pt x="25" y="516"/>
                </a:lnTo>
                <a:lnTo>
                  <a:pt x="25" y="515"/>
                </a:lnTo>
                <a:lnTo>
                  <a:pt x="25" y="514"/>
                </a:lnTo>
                <a:lnTo>
                  <a:pt x="25" y="515"/>
                </a:lnTo>
                <a:lnTo>
                  <a:pt x="24" y="515"/>
                </a:lnTo>
                <a:lnTo>
                  <a:pt x="24" y="516"/>
                </a:lnTo>
                <a:lnTo>
                  <a:pt x="24" y="517"/>
                </a:lnTo>
                <a:lnTo>
                  <a:pt x="25" y="517"/>
                </a:lnTo>
                <a:lnTo>
                  <a:pt x="25" y="518"/>
                </a:lnTo>
                <a:lnTo>
                  <a:pt x="24" y="519"/>
                </a:lnTo>
                <a:lnTo>
                  <a:pt x="23" y="521"/>
                </a:lnTo>
                <a:lnTo>
                  <a:pt x="23" y="519"/>
                </a:lnTo>
                <a:lnTo>
                  <a:pt x="23" y="518"/>
                </a:lnTo>
                <a:lnTo>
                  <a:pt x="23" y="517"/>
                </a:lnTo>
                <a:lnTo>
                  <a:pt x="23" y="516"/>
                </a:lnTo>
                <a:lnTo>
                  <a:pt x="23" y="515"/>
                </a:lnTo>
                <a:lnTo>
                  <a:pt x="22" y="514"/>
                </a:lnTo>
                <a:lnTo>
                  <a:pt x="21" y="514"/>
                </a:lnTo>
                <a:lnTo>
                  <a:pt x="20" y="514"/>
                </a:lnTo>
                <a:lnTo>
                  <a:pt x="19" y="514"/>
                </a:lnTo>
                <a:lnTo>
                  <a:pt x="20" y="513"/>
                </a:lnTo>
                <a:lnTo>
                  <a:pt x="19" y="513"/>
                </a:lnTo>
                <a:lnTo>
                  <a:pt x="18" y="513"/>
                </a:lnTo>
                <a:lnTo>
                  <a:pt x="17" y="513"/>
                </a:lnTo>
                <a:lnTo>
                  <a:pt x="16" y="513"/>
                </a:lnTo>
                <a:lnTo>
                  <a:pt x="16" y="512"/>
                </a:lnTo>
                <a:lnTo>
                  <a:pt x="15" y="512"/>
                </a:lnTo>
                <a:lnTo>
                  <a:pt x="15" y="513"/>
                </a:lnTo>
                <a:lnTo>
                  <a:pt x="15" y="512"/>
                </a:lnTo>
                <a:lnTo>
                  <a:pt x="15" y="511"/>
                </a:lnTo>
                <a:lnTo>
                  <a:pt x="14" y="510"/>
                </a:lnTo>
                <a:lnTo>
                  <a:pt x="14" y="509"/>
                </a:lnTo>
                <a:lnTo>
                  <a:pt x="15" y="509"/>
                </a:lnTo>
                <a:lnTo>
                  <a:pt x="15" y="508"/>
                </a:lnTo>
                <a:lnTo>
                  <a:pt x="16" y="508"/>
                </a:lnTo>
                <a:lnTo>
                  <a:pt x="16" y="507"/>
                </a:lnTo>
                <a:lnTo>
                  <a:pt x="16" y="508"/>
                </a:lnTo>
                <a:lnTo>
                  <a:pt x="15" y="508"/>
                </a:lnTo>
                <a:lnTo>
                  <a:pt x="15" y="507"/>
                </a:lnTo>
                <a:lnTo>
                  <a:pt x="15" y="506"/>
                </a:lnTo>
                <a:lnTo>
                  <a:pt x="15" y="505"/>
                </a:lnTo>
                <a:lnTo>
                  <a:pt x="15" y="504"/>
                </a:lnTo>
                <a:lnTo>
                  <a:pt x="14" y="504"/>
                </a:lnTo>
                <a:lnTo>
                  <a:pt x="14" y="503"/>
                </a:lnTo>
                <a:lnTo>
                  <a:pt x="13" y="502"/>
                </a:lnTo>
                <a:lnTo>
                  <a:pt x="13" y="501"/>
                </a:lnTo>
                <a:lnTo>
                  <a:pt x="12" y="500"/>
                </a:lnTo>
                <a:lnTo>
                  <a:pt x="11" y="500"/>
                </a:lnTo>
                <a:lnTo>
                  <a:pt x="11" y="499"/>
                </a:lnTo>
                <a:lnTo>
                  <a:pt x="10" y="499"/>
                </a:lnTo>
                <a:lnTo>
                  <a:pt x="9" y="500"/>
                </a:lnTo>
                <a:lnTo>
                  <a:pt x="8" y="500"/>
                </a:lnTo>
                <a:lnTo>
                  <a:pt x="8" y="499"/>
                </a:lnTo>
                <a:lnTo>
                  <a:pt x="8" y="498"/>
                </a:lnTo>
                <a:lnTo>
                  <a:pt x="8" y="497"/>
                </a:lnTo>
                <a:lnTo>
                  <a:pt x="7" y="496"/>
                </a:lnTo>
                <a:lnTo>
                  <a:pt x="8" y="495"/>
                </a:lnTo>
                <a:lnTo>
                  <a:pt x="9" y="495"/>
                </a:lnTo>
                <a:lnTo>
                  <a:pt x="9" y="494"/>
                </a:lnTo>
                <a:lnTo>
                  <a:pt x="10" y="493"/>
                </a:lnTo>
                <a:lnTo>
                  <a:pt x="11" y="493"/>
                </a:lnTo>
                <a:lnTo>
                  <a:pt x="11" y="494"/>
                </a:lnTo>
                <a:lnTo>
                  <a:pt x="12" y="494"/>
                </a:lnTo>
                <a:lnTo>
                  <a:pt x="12" y="495"/>
                </a:lnTo>
                <a:lnTo>
                  <a:pt x="13" y="495"/>
                </a:lnTo>
                <a:lnTo>
                  <a:pt x="13" y="494"/>
                </a:lnTo>
                <a:lnTo>
                  <a:pt x="13" y="493"/>
                </a:lnTo>
                <a:lnTo>
                  <a:pt x="14" y="493"/>
                </a:lnTo>
                <a:lnTo>
                  <a:pt x="14" y="494"/>
                </a:lnTo>
                <a:lnTo>
                  <a:pt x="14" y="493"/>
                </a:lnTo>
                <a:lnTo>
                  <a:pt x="14" y="492"/>
                </a:lnTo>
                <a:lnTo>
                  <a:pt x="15" y="492"/>
                </a:lnTo>
                <a:lnTo>
                  <a:pt x="14" y="492"/>
                </a:lnTo>
                <a:lnTo>
                  <a:pt x="14" y="493"/>
                </a:lnTo>
                <a:lnTo>
                  <a:pt x="13" y="492"/>
                </a:lnTo>
                <a:lnTo>
                  <a:pt x="14" y="492"/>
                </a:lnTo>
                <a:lnTo>
                  <a:pt x="15" y="492"/>
                </a:lnTo>
                <a:lnTo>
                  <a:pt x="15" y="491"/>
                </a:lnTo>
                <a:lnTo>
                  <a:pt x="14" y="491"/>
                </a:lnTo>
                <a:lnTo>
                  <a:pt x="13" y="491"/>
                </a:lnTo>
                <a:lnTo>
                  <a:pt x="12" y="492"/>
                </a:lnTo>
                <a:lnTo>
                  <a:pt x="12" y="493"/>
                </a:lnTo>
                <a:lnTo>
                  <a:pt x="12" y="494"/>
                </a:lnTo>
                <a:lnTo>
                  <a:pt x="12" y="493"/>
                </a:lnTo>
                <a:lnTo>
                  <a:pt x="11" y="493"/>
                </a:lnTo>
                <a:lnTo>
                  <a:pt x="11" y="492"/>
                </a:lnTo>
                <a:lnTo>
                  <a:pt x="10" y="492"/>
                </a:lnTo>
                <a:lnTo>
                  <a:pt x="10" y="491"/>
                </a:lnTo>
                <a:lnTo>
                  <a:pt x="9" y="491"/>
                </a:lnTo>
                <a:lnTo>
                  <a:pt x="9" y="490"/>
                </a:lnTo>
                <a:lnTo>
                  <a:pt x="9" y="489"/>
                </a:lnTo>
                <a:lnTo>
                  <a:pt x="8" y="489"/>
                </a:lnTo>
                <a:lnTo>
                  <a:pt x="8" y="488"/>
                </a:lnTo>
                <a:lnTo>
                  <a:pt x="8" y="487"/>
                </a:lnTo>
                <a:lnTo>
                  <a:pt x="9" y="487"/>
                </a:lnTo>
                <a:lnTo>
                  <a:pt x="9" y="486"/>
                </a:lnTo>
                <a:lnTo>
                  <a:pt x="9" y="485"/>
                </a:lnTo>
                <a:lnTo>
                  <a:pt x="9" y="484"/>
                </a:lnTo>
                <a:lnTo>
                  <a:pt x="9" y="483"/>
                </a:lnTo>
                <a:lnTo>
                  <a:pt x="9" y="482"/>
                </a:lnTo>
                <a:lnTo>
                  <a:pt x="9" y="481"/>
                </a:lnTo>
                <a:lnTo>
                  <a:pt x="7" y="482"/>
                </a:lnTo>
                <a:lnTo>
                  <a:pt x="6" y="482"/>
                </a:lnTo>
                <a:lnTo>
                  <a:pt x="6" y="483"/>
                </a:lnTo>
                <a:lnTo>
                  <a:pt x="6" y="482"/>
                </a:lnTo>
                <a:lnTo>
                  <a:pt x="5" y="482"/>
                </a:lnTo>
                <a:lnTo>
                  <a:pt x="5" y="481"/>
                </a:lnTo>
                <a:lnTo>
                  <a:pt x="5" y="480"/>
                </a:lnTo>
                <a:lnTo>
                  <a:pt x="4" y="480"/>
                </a:lnTo>
                <a:lnTo>
                  <a:pt x="4" y="479"/>
                </a:lnTo>
                <a:lnTo>
                  <a:pt x="3" y="479"/>
                </a:lnTo>
                <a:lnTo>
                  <a:pt x="3" y="478"/>
                </a:lnTo>
                <a:lnTo>
                  <a:pt x="2" y="477"/>
                </a:lnTo>
                <a:lnTo>
                  <a:pt x="2" y="476"/>
                </a:lnTo>
                <a:lnTo>
                  <a:pt x="1" y="476"/>
                </a:lnTo>
                <a:lnTo>
                  <a:pt x="1" y="475"/>
                </a:lnTo>
                <a:lnTo>
                  <a:pt x="1" y="474"/>
                </a:lnTo>
                <a:lnTo>
                  <a:pt x="1" y="473"/>
                </a:lnTo>
                <a:lnTo>
                  <a:pt x="1" y="472"/>
                </a:lnTo>
                <a:lnTo>
                  <a:pt x="1" y="471"/>
                </a:lnTo>
                <a:lnTo>
                  <a:pt x="0" y="470"/>
                </a:lnTo>
                <a:lnTo>
                  <a:pt x="0" y="469"/>
                </a:lnTo>
                <a:lnTo>
                  <a:pt x="1" y="469"/>
                </a:lnTo>
                <a:lnTo>
                  <a:pt x="1" y="468"/>
                </a:lnTo>
                <a:lnTo>
                  <a:pt x="1" y="467"/>
                </a:lnTo>
                <a:lnTo>
                  <a:pt x="1" y="466"/>
                </a:lnTo>
                <a:lnTo>
                  <a:pt x="1" y="467"/>
                </a:lnTo>
                <a:lnTo>
                  <a:pt x="2" y="467"/>
                </a:lnTo>
                <a:lnTo>
                  <a:pt x="2" y="466"/>
                </a:lnTo>
                <a:lnTo>
                  <a:pt x="1" y="466"/>
                </a:lnTo>
                <a:lnTo>
                  <a:pt x="1" y="465"/>
                </a:lnTo>
                <a:lnTo>
                  <a:pt x="2" y="465"/>
                </a:lnTo>
                <a:lnTo>
                  <a:pt x="2" y="464"/>
                </a:lnTo>
                <a:lnTo>
                  <a:pt x="2" y="463"/>
                </a:lnTo>
                <a:lnTo>
                  <a:pt x="2" y="462"/>
                </a:lnTo>
                <a:lnTo>
                  <a:pt x="2" y="461"/>
                </a:lnTo>
                <a:lnTo>
                  <a:pt x="3" y="461"/>
                </a:lnTo>
                <a:lnTo>
                  <a:pt x="3" y="460"/>
                </a:lnTo>
                <a:lnTo>
                  <a:pt x="4" y="460"/>
                </a:lnTo>
                <a:lnTo>
                  <a:pt x="4" y="459"/>
                </a:lnTo>
                <a:lnTo>
                  <a:pt x="4" y="458"/>
                </a:lnTo>
                <a:lnTo>
                  <a:pt x="4" y="457"/>
                </a:lnTo>
                <a:lnTo>
                  <a:pt x="5" y="456"/>
                </a:lnTo>
                <a:lnTo>
                  <a:pt x="5" y="455"/>
                </a:lnTo>
                <a:lnTo>
                  <a:pt x="4" y="455"/>
                </a:lnTo>
                <a:lnTo>
                  <a:pt x="3" y="453"/>
                </a:lnTo>
                <a:lnTo>
                  <a:pt x="3" y="452"/>
                </a:lnTo>
                <a:lnTo>
                  <a:pt x="2" y="451"/>
                </a:lnTo>
                <a:lnTo>
                  <a:pt x="2" y="450"/>
                </a:lnTo>
                <a:lnTo>
                  <a:pt x="1" y="450"/>
                </a:lnTo>
                <a:lnTo>
                  <a:pt x="2" y="450"/>
                </a:lnTo>
                <a:lnTo>
                  <a:pt x="2" y="449"/>
                </a:lnTo>
                <a:lnTo>
                  <a:pt x="2" y="448"/>
                </a:lnTo>
                <a:lnTo>
                  <a:pt x="3" y="447"/>
                </a:lnTo>
                <a:lnTo>
                  <a:pt x="4" y="445"/>
                </a:lnTo>
                <a:lnTo>
                  <a:pt x="5" y="444"/>
                </a:lnTo>
                <a:lnTo>
                  <a:pt x="6" y="444"/>
                </a:lnTo>
                <a:lnTo>
                  <a:pt x="6" y="443"/>
                </a:lnTo>
                <a:lnTo>
                  <a:pt x="7" y="443"/>
                </a:lnTo>
                <a:lnTo>
                  <a:pt x="7" y="442"/>
                </a:lnTo>
                <a:lnTo>
                  <a:pt x="7" y="443"/>
                </a:lnTo>
                <a:lnTo>
                  <a:pt x="7" y="444"/>
                </a:lnTo>
                <a:lnTo>
                  <a:pt x="7" y="445"/>
                </a:lnTo>
                <a:lnTo>
                  <a:pt x="8" y="445"/>
                </a:lnTo>
                <a:lnTo>
                  <a:pt x="8" y="446"/>
                </a:lnTo>
                <a:lnTo>
                  <a:pt x="9" y="446"/>
                </a:lnTo>
                <a:lnTo>
                  <a:pt x="10" y="446"/>
                </a:lnTo>
                <a:lnTo>
                  <a:pt x="9" y="446"/>
                </a:lnTo>
                <a:lnTo>
                  <a:pt x="8" y="445"/>
                </a:lnTo>
                <a:lnTo>
                  <a:pt x="8" y="444"/>
                </a:lnTo>
                <a:lnTo>
                  <a:pt x="7" y="444"/>
                </a:lnTo>
                <a:lnTo>
                  <a:pt x="7" y="443"/>
                </a:lnTo>
                <a:lnTo>
                  <a:pt x="8" y="443"/>
                </a:lnTo>
                <a:lnTo>
                  <a:pt x="8" y="442"/>
                </a:lnTo>
                <a:lnTo>
                  <a:pt x="8" y="443"/>
                </a:lnTo>
                <a:lnTo>
                  <a:pt x="8" y="442"/>
                </a:lnTo>
                <a:lnTo>
                  <a:pt x="9" y="442"/>
                </a:lnTo>
                <a:lnTo>
                  <a:pt x="9" y="441"/>
                </a:lnTo>
                <a:lnTo>
                  <a:pt x="10" y="441"/>
                </a:lnTo>
                <a:lnTo>
                  <a:pt x="10" y="440"/>
                </a:lnTo>
                <a:lnTo>
                  <a:pt x="10" y="439"/>
                </a:lnTo>
                <a:lnTo>
                  <a:pt x="10" y="436"/>
                </a:lnTo>
                <a:lnTo>
                  <a:pt x="10" y="435"/>
                </a:lnTo>
                <a:lnTo>
                  <a:pt x="10" y="434"/>
                </a:lnTo>
                <a:lnTo>
                  <a:pt x="10" y="433"/>
                </a:lnTo>
                <a:lnTo>
                  <a:pt x="10" y="432"/>
                </a:lnTo>
                <a:lnTo>
                  <a:pt x="10" y="431"/>
                </a:lnTo>
                <a:lnTo>
                  <a:pt x="10" y="430"/>
                </a:lnTo>
                <a:lnTo>
                  <a:pt x="10" y="429"/>
                </a:lnTo>
                <a:lnTo>
                  <a:pt x="10" y="428"/>
                </a:lnTo>
                <a:lnTo>
                  <a:pt x="9" y="427"/>
                </a:lnTo>
                <a:lnTo>
                  <a:pt x="9" y="426"/>
                </a:lnTo>
                <a:lnTo>
                  <a:pt x="10" y="426"/>
                </a:lnTo>
                <a:lnTo>
                  <a:pt x="11" y="427"/>
                </a:lnTo>
                <a:lnTo>
                  <a:pt x="11" y="428"/>
                </a:lnTo>
                <a:lnTo>
                  <a:pt x="12" y="427"/>
                </a:lnTo>
                <a:lnTo>
                  <a:pt x="12" y="428"/>
                </a:lnTo>
                <a:lnTo>
                  <a:pt x="12" y="427"/>
                </a:lnTo>
                <a:lnTo>
                  <a:pt x="12" y="426"/>
                </a:lnTo>
                <a:lnTo>
                  <a:pt x="13" y="426"/>
                </a:lnTo>
                <a:lnTo>
                  <a:pt x="14" y="426"/>
                </a:lnTo>
                <a:lnTo>
                  <a:pt x="15" y="426"/>
                </a:lnTo>
                <a:lnTo>
                  <a:pt x="15" y="427"/>
                </a:lnTo>
                <a:lnTo>
                  <a:pt x="16" y="427"/>
                </a:lnTo>
                <a:lnTo>
                  <a:pt x="16" y="426"/>
                </a:lnTo>
                <a:lnTo>
                  <a:pt x="18" y="425"/>
                </a:lnTo>
                <a:lnTo>
                  <a:pt x="19" y="425"/>
                </a:lnTo>
                <a:lnTo>
                  <a:pt x="23" y="425"/>
                </a:lnTo>
                <a:lnTo>
                  <a:pt x="23" y="424"/>
                </a:lnTo>
                <a:lnTo>
                  <a:pt x="22" y="424"/>
                </a:lnTo>
                <a:lnTo>
                  <a:pt x="22" y="423"/>
                </a:lnTo>
                <a:lnTo>
                  <a:pt x="22" y="422"/>
                </a:lnTo>
                <a:lnTo>
                  <a:pt x="23" y="421"/>
                </a:lnTo>
                <a:lnTo>
                  <a:pt x="23" y="420"/>
                </a:lnTo>
                <a:lnTo>
                  <a:pt x="22" y="420"/>
                </a:lnTo>
                <a:lnTo>
                  <a:pt x="23" y="419"/>
                </a:lnTo>
                <a:lnTo>
                  <a:pt x="24" y="419"/>
                </a:lnTo>
                <a:lnTo>
                  <a:pt x="24" y="418"/>
                </a:lnTo>
                <a:lnTo>
                  <a:pt x="25" y="418"/>
                </a:lnTo>
                <a:lnTo>
                  <a:pt x="25" y="417"/>
                </a:lnTo>
                <a:lnTo>
                  <a:pt x="24" y="417"/>
                </a:lnTo>
                <a:lnTo>
                  <a:pt x="24" y="418"/>
                </a:lnTo>
                <a:lnTo>
                  <a:pt x="23" y="417"/>
                </a:lnTo>
                <a:lnTo>
                  <a:pt x="23" y="416"/>
                </a:lnTo>
                <a:lnTo>
                  <a:pt x="22" y="416"/>
                </a:lnTo>
                <a:lnTo>
                  <a:pt x="22" y="415"/>
                </a:lnTo>
                <a:lnTo>
                  <a:pt x="23" y="415"/>
                </a:lnTo>
                <a:lnTo>
                  <a:pt x="23" y="414"/>
                </a:lnTo>
                <a:lnTo>
                  <a:pt x="24" y="414"/>
                </a:lnTo>
                <a:lnTo>
                  <a:pt x="23" y="414"/>
                </a:lnTo>
                <a:lnTo>
                  <a:pt x="22" y="415"/>
                </a:lnTo>
                <a:lnTo>
                  <a:pt x="21" y="415"/>
                </a:lnTo>
                <a:lnTo>
                  <a:pt x="20" y="415"/>
                </a:lnTo>
                <a:lnTo>
                  <a:pt x="19" y="415"/>
                </a:lnTo>
                <a:lnTo>
                  <a:pt x="19" y="416"/>
                </a:lnTo>
                <a:lnTo>
                  <a:pt x="17" y="416"/>
                </a:lnTo>
                <a:lnTo>
                  <a:pt x="16" y="416"/>
                </a:lnTo>
                <a:lnTo>
                  <a:pt x="15" y="416"/>
                </a:lnTo>
                <a:lnTo>
                  <a:pt x="15" y="415"/>
                </a:lnTo>
                <a:lnTo>
                  <a:pt x="14" y="415"/>
                </a:lnTo>
                <a:lnTo>
                  <a:pt x="13" y="415"/>
                </a:lnTo>
                <a:lnTo>
                  <a:pt x="13" y="414"/>
                </a:lnTo>
                <a:lnTo>
                  <a:pt x="12" y="414"/>
                </a:lnTo>
                <a:lnTo>
                  <a:pt x="12" y="413"/>
                </a:lnTo>
                <a:lnTo>
                  <a:pt x="13" y="413"/>
                </a:lnTo>
                <a:lnTo>
                  <a:pt x="13" y="412"/>
                </a:lnTo>
                <a:lnTo>
                  <a:pt x="12" y="412"/>
                </a:lnTo>
                <a:lnTo>
                  <a:pt x="12" y="411"/>
                </a:lnTo>
                <a:lnTo>
                  <a:pt x="12" y="410"/>
                </a:lnTo>
                <a:lnTo>
                  <a:pt x="11" y="409"/>
                </a:lnTo>
                <a:lnTo>
                  <a:pt x="12" y="409"/>
                </a:lnTo>
                <a:lnTo>
                  <a:pt x="12" y="408"/>
                </a:lnTo>
                <a:lnTo>
                  <a:pt x="11" y="408"/>
                </a:lnTo>
                <a:lnTo>
                  <a:pt x="11" y="407"/>
                </a:lnTo>
                <a:lnTo>
                  <a:pt x="10" y="407"/>
                </a:lnTo>
                <a:lnTo>
                  <a:pt x="10" y="406"/>
                </a:lnTo>
                <a:lnTo>
                  <a:pt x="10" y="405"/>
                </a:lnTo>
                <a:lnTo>
                  <a:pt x="9" y="405"/>
                </a:lnTo>
                <a:lnTo>
                  <a:pt x="9" y="404"/>
                </a:lnTo>
                <a:lnTo>
                  <a:pt x="10" y="404"/>
                </a:lnTo>
                <a:lnTo>
                  <a:pt x="10" y="403"/>
                </a:lnTo>
                <a:lnTo>
                  <a:pt x="11" y="403"/>
                </a:lnTo>
                <a:lnTo>
                  <a:pt x="10" y="403"/>
                </a:lnTo>
                <a:lnTo>
                  <a:pt x="10" y="404"/>
                </a:lnTo>
                <a:lnTo>
                  <a:pt x="9" y="404"/>
                </a:lnTo>
                <a:lnTo>
                  <a:pt x="9" y="403"/>
                </a:lnTo>
                <a:lnTo>
                  <a:pt x="8" y="403"/>
                </a:lnTo>
                <a:lnTo>
                  <a:pt x="8" y="402"/>
                </a:lnTo>
                <a:lnTo>
                  <a:pt x="8" y="401"/>
                </a:lnTo>
                <a:lnTo>
                  <a:pt x="7" y="400"/>
                </a:lnTo>
                <a:lnTo>
                  <a:pt x="7" y="399"/>
                </a:lnTo>
                <a:lnTo>
                  <a:pt x="7" y="398"/>
                </a:lnTo>
                <a:lnTo>
                  <a:pt x="8" y="398"/>
                </a:lnTo>
                <a:lnTo>
                  <a:pt x="8" y="397"/>
                </a:lnTo>
                <a:lnTo>
                  <a:pt x="9" y="395"/>
                </a:lnTo>
                <a:lnTo>
                  <a:pt x="9" y="394"/>
                </a:lnTo>
                <a:lnTo>
                  <a:pt x="10" y="393"/>
                </a:lnTo>
                <a:lnTo>
                  <a:pt x="10" y="394"/>
                </a:lnTo>
                <a:lnTo>
                  <a:pt x="11" y="396"/>
                </a:lnTo>
                <a:lnTo>
                  <a:pt x="11" y="397"/>
                </a:lnTo>
                <a:lnTo>
                  <a:pt x="12" y="397"/>
                </a:lnTo>
                <a:lnTo>
                  <a:pt x="12" y="398"/>
                </a:lnTo>
                <a:lnTo>
                  <a:pt x="13" y="397"/>
                </a:lnTo>
                <a:lnTo>
                  <a:pt x="13" y="396"/>
                </a:lnTo>
                <a:lnTo>
                  <a:pt x="14" y="396"/>
                </a:lnTo>
                <a:lnTo>
                  <a:pt x="16" y="397"/>
                </a:lnTo>
                <a:lnTo>
                  <a:pt x="16" y="396"/>
                </a:lnTo>
                <a:lnTo>
                  <a:pt x="18" y="395"/>
                </a:lnTo>
                <a:lnTo>
                  <a:pt x="19" y="395"/>
                </a:lnTo>
                <a:lnTo>
                  <a:pt x="20" y="395"/>
                </a:lnTo>
                <a:lnTo>
                  <a:pt x="21" y="395"/>
                </a:lnTo>
                <a:lnTo>
                  <a:pt x="22" y="395"/>
                </a:lnTo>
                <a:lnTo>
                  <a:pt x="23" y="394"/>
                </a:lnTo>
                <a:lnTo>
                  <a:pt x="23" y="393"/>
                </a:lnTo>
                <a:lnTo>
                  <a:pt x="23" y="392"/>
                </a:lnTo>
                <a:lnTo>
                  <a:pt x="22" y="392"/>
                </a:lnTo>
                <a:lnTo>
                  <a:pt x="22" y="391"/>
                </a:lnTo>
                <a:lnTo>
                  <a:pt x="23" y="390"/>
                </a:lnTo>
                <a:lnTo>
                  <a:pt x="24" y="390"/>
                </a:lnTo>
                <a:lnTo>
                  <a:pt x="24" y="389"/>
                </a:lnTo>
                <a:lnTo>
                  <a:pt x="23" y="388"/>
                </a:lnTo>
                <a:lnTo>
                  <a:pt x="23" y="387"/>
                </a:lnTo>
                <a:lnTo>
                  <a:pt x="24" y="387"/>
                </a:lnTo>
                <a:lnTo>
                  <a:pt x="25" y="387"/>
                </a:lnTo>
                <a:lnTo>
                  <a:pt x="25" y="386"/>
                </a:lnTo>
                <a:lnTo>
                  <a:pt x="24" y="386"/>
                </a:lnTo>
                <a:lnTo>
                  <a:pt x="24" y="385"/>
                </a:lnTo>
                <a:lnTo>
                  <a:pt x="25" y="384"/>
                </a:lnTo>
                <a:lnTo>
                  <a:pt x="25" y="383"/>
                </a:lnTo>
                <a:lnTo>
                  <a:pt x="25" y="382"/>
                </a:lnTo>
                <a:lnTo>
                  <a:pt x="25" y="381"/>
                </a:lnTo>
                <a:lnTo>
                  <a:pt x="25" y="379"/>
                </a:lnTo>
                <a:lnTo>
                  <a:pt x="25" y="378"/>
                </a:lnTo>
                <a:lnTo>
                  <a:pt x="26" y="377"/>
                </a:lnTo>
                <a:lnTo>
                  <a:pt x="26" y="376"/>
                </a:lnTo>
                <a:lnTo>
                  <a:pt x="25" y="375"/>
                </a:lnTo>
                <a:lnTo>
                  <a:pt x="26" y="375"/>
                </a:lnTo>
                <a:lnTo>
                  <a:pt x="27" y="374"/>
                </a:lnTo>
                <a:lnTo>
                  <a:pt x="28" y="373"/>
                </a:lnTo>
                <a:lnTo>
                  <a:pt x="29" y="372"/>
                </a:lnTo>
                <a:lnTo>
                  <a:pt x="30" y="372"/>
                </a:lnTo>
                <a:lnTo>
                  <a:pt x="31" y="372"/>
                </a:lnTo>
                <a:lnTo>
                  <a:pt x="32" y="373"/>
                </a:lnTo>
                <a:lnTo>
                  <a:pt x="33" y="373"/>
                </a:lnTo>
                <a:lnTo>
                  <a:pt x="34" y="373"/>
                </a:lnTo>
                <a:lnTo>
                  <a:pt x="35" y="374"/>
                </a:lnTo>
                <a:lnTo>
                  <a:pt x="37" y="374"/>
                </a:lnTo>
                <a:lnTo>
                  <a:pt x="38" y="373"/>
                </a:lnTo>
                <a:lnTo>
                  <a:pt x="38" y="372"/>
                </a:lnTo>
                <a:lnTo>
                  <a:pt x="39" y="371"/>
                </a:lnTo>
                <a:lnTo>
                  <a:pt x="39" y="372"/>
                </a:lnTo>
                <a:lnTo>
                  <a:pt x="39" y="373"/>
                </a:lnTo>
                <a:lnTo>
                  <a:pt x="40" y="373"/>
                </a:lnTo>
                <a:lnTo>
                  <a:pt x="40" y="372"/>
                </a:lnTo>
                <a:lnTo>
                  <a:pt x="40" y="371"/>
                </a:lnTo>
                <a:lnTo>
                  <a:pt x="41" y="370"/>
                </a:lnTo>
                <a:lnTo>
                  <a:pt x="42" y="369"/>
                </a:lnTo>
                <a:lnTo>
                  <a:pt x="42" y="370"/>
                </a:lnTo>
                <a:lnTo>
                  <a:pt x="43" y="371"/>
                </a:lnTo>
                <a:lnTo>
                  <a:pt x="44" y="370"/>
                </a:lnTo>
                <a:lnTo>
                  <a:pt x="45" y="370"/>
                </a:lnTo>
                <a:lnTo>
                  <a:pt x="46" y="370"/>
                </a:lnTo>
                <a:lnTo>
                  <a:pt x="47" y="370"/>
                </a:lnTo>
                <a:lnTo>
                  <a:pt x="48" y="370"/>
                </a:lnTo>
                <a:lnTo>
                  <a:pt x="49" y="370"/>
                </a:lnTo>
                <a:lnTo>
                  <a:pt x="49" y="371"/>
                </a:lnTo>
                <a:lnTo>
                  <a:pt x="50" y="372"/>
                </a:lnTo>
                <a:lnTo>
                  <a:pt x="51" y="372"/>
                </a:lnTo>
                <a:lnTo>
                  <a:pt x="52" y="372"/>
                </a:lnTo>
                <a:lnTo>
                  <a:pt x="53" y="372"/>
                </a:lnTo>
                <a:lnTo>
                  <a:pt x="54" y="372"/>
                </a:lnTo>
                <a:lnTo>
                  <a:pt x="54" y="371"/>
                </a:lnTo>
                <a:lnTo>
                  <a:pt x="55" y="370"/>
                </a:lnTo>
                <a:lnTo>
                  <a:pt x="56" y="371"/>
                </a:lnTo>
                <a:lnTo>
                  <a:pt x="56" y="370"/>
                </a:lnTo>
                <a:lnTo>
                  <a:pt x="57" y="369"/>
                </a:lnTo>
                <a:lnTo>
                  <a:pt x="56" y="368"/>
                </a:lnTo>
                <a:lnTo>
                  <a:pt x="57" y="368"/>
                </a:lnTo>
                <a:lnTo>
                  <a:pt x="57" y="369"/>
                </a:lnTo>
                <a:lnTo>
                  <a:pt x="58" y="369"/>
                </a:lnTo>
                <a:lnTo>
                  <a:pt x="59" y="369"/>
                </a:lnTo>
                <a:lnTo>
                  <a:pt x="59" y="370"/>
                </a:lnTo>
                <a:lnTo>
                  <a:pt x="60" y="371"/>
                </a:lnTo>
                <a:lnTo>
                  <a:pt x="61" y="371"/>
                </a:lnTo>
                <a:lnTo>
                  <a:pt x="62" y="371"/>
                </a:lnTo>
                <a:lnTo>
                  <a:pt x="64" y="371"/>
                </a:lnTo>
                <a:lnTo>
                  <a:pt x="65" y="371"/>
                </a:lnTo>
                <a:lnTo>
                  <a:pt x="66" y="370"/>
                </a:lnTo>
                <a:lnTo>
                  <a:pt x="66" y="369"/>
                </a:lnTo>
                <a:lnTo>
                  <a:pt x="65" y="369"/>
                </a:lnTo>
                <a:lnTo>
                  <a:pt x="66" y="369"/>
                </a:lnTo>
                <a:lnTo>
                  <a:pt x="66" y="368"/>
                </a:lnTo>
                <a:lnTo>
                  <a:pt x="65" y="368"/>
                </a:lnTo>
                <a:lnTo>
                  <a:pt x="65" y="367"/>
                </a:lnTo>
                <a:lnTo>
                  <a:pt x="64" y="367"/>
                </a:lnTo>
                <a:lnTo>
                  <a:pt x="64" y="366"/>
                </a:lnTo>
                <a:lnTo>
                  <a:pt x="65" y="365"/>
                </a:lnTo>
                <a:lnTo>
                  <a:pt x="65" y="364"/>
                </a:lnTo>
                <a:lnTo>
                  <a:pt x="64" y="363"/>
                </a:lnTo>
                <a:lnTo>
                  <a:pt x="63" y="363"/>
                </a:lnTo>
                <a:lnTo>
                  <a:pt x="62" y="362"/>
                </a:lnTo>
                <a:lnTo>
                  <a:pt x="62" y="361"/>
                </a:lnTo>
                <a:lnTo>
                  <a:pt x="63" y="361"/>
                </a:lnTo>
                <a:lnTo>
                  <a:pt x="63" y="359"/>
                </a:lnTo>
                <a:lnTo>
                  <a:pt x="63" y="358"/>
                </a:lnTo>
                <a:lnTo>
                  <a:pt x="62" y="356"/>
                </a:lnTo>
                <a:lnTo>
                  <a:pt x="62" y="355"/>
                </a:lnTo>
                <a:lnTo>
                  <a:pt x="62" y="353"/>
                </a:lnTo>
                <a:lnTo>
                  <a:pt x="62" y="352"/>
                </a:lnTo>
                <a:lnTo>
                  <a:pt x="63" y="352"/>
                </a:lnTo>
                <a:lnTo>
                  <a:pt x="63" y="351"/>
                </a:lnTo>
                <a:lnTo>
                  <a:pt x="62" y="351"/>
                </a:lnTo>
                <a:lnTo>
                  <a:pt x="62" y="350"/>
                </a:lnTo>
                <a:lnTo>
                  <a:pt x="62" y="349"/>
                </a:lnTo>
                <a:lnTo>
                  <a:pt x="63" y="350"/>
                </a:lnTo>
                <a:lnTo>
                  <a:pt x="63" y="349"/>
                </a:lnTo>
                <a:lnTo>
                  <a:pt x="63" y="347"/>
                </a:lnTo>
                <a:lnTo>
                  <a:pt x="63" y="346"/>
                </a:lnTo>
                <a:lnTo>
                  <a:pt x="62" y="346"/>
                </a:lnTo>
                <a:lnTo>
                  <a:pt x="61" y="346"/>
                </a:lnTo>
                <a:lnTo>
                  <a:pt x="60" y="345"/>
                </a:lnTo>
                <a:lnTo>
                  <a:pt x="60" y="344"/>
                </a:lnTo>
                <a:lnTo>
                  <a:pt x="60" y="343"/>
                </a:lnTo>
                <a:lnTo>
                  <a:pt x="60" y="342"/>
                </a:lnTo>
                <a:lnTo>
                  <a:pt x="61" y="341"/>
                </a:lnTo>
                <a:lnTo>
                  <a:pt x="62" y="339"/>
                </a:lnTo>
                <a:lnTo>
                  <a:pt x="62" y="340"/>
                </a:lnTo>
                <a:lnTo>
                  <a:pt x="63" y="341"/>
                </a:lnTo>
                <a:lnTo>
                  <a:pt x="64" y="342"/>
                </a:lnTo>
                <a:lnTo>
                  <a:pt x="64" y="343"/>
                </a:lnTo>
                <a:lnTo>
                  <a:pt x="65" y="343"/>
                </a:lnTo>
                <a:lnTo>
                  <a:pt x="65" y="342"/>
                </a:lnTo>
                <a:lnTo>
                  <a:pt x="66" y="342"/>
                </a:lnTo>
                <a:lnTo>
                  <a:pt x="66" y="341"/>
                </a:lnTo>
                <a:lnTo>
                  <a:pt x="65" y="341"/>
                </a:lnTo>
                <a:lnTo>
                  <a:pt x="66" y="340"/>
                </a:lnTo>
                <a:lnTo>
                  <a:pt x="67" y="340"/>
                </a:lnTo>
                <a:lnTo>
                  <a:pt x="67" y="339"/>
                </a:lnTo>
                <a:lnTo>
                  <a:pt x="67" y="338"/>
                </a:lnTo>
                <a:lnTo>
                  <a:pt x="68" y="338"/>
                </a:lnTo>
                <a:lnTo>
                  <a:pt x="69" y="338"/>
                </a:lnTo>
                <a:lnTo>
                  <a:pt x="71" y="340"/>
                </a:lnTo>
                <a:lnTo>
                  <a:pt x="72" y="341"/>
                </a:lnTo>
                <a:lnTo>
                  <a:pt x="73" y="342"/>
                </a:lnTo>
                <a:lnTo>
                  <a:pt x="74" y="343"/>
                </a:lnTo>
                <a:lnTo>
                  <a:pt x="74" y="344"/>
                </a:lnTo>
                <a:lnTo>
                  <a:pt x="75" y="345"/>
                </a:lnTo>
                <a:lnTo>
                  <a:pt x="76" y="345"/>
                </a:lnTo>
                <a:lnTo>
                  <a:pt x="77" y="344"/>
                </a:lnTo>
                <a:lnTo>
                  <a:pt x="78" y="344"/>
                </a:lnTo>
                <a:lnTo>
                  <a:pt x="78" y="343"/>
                </a:lnTo>
                <a:lnTo>
                  <a:pt x="78" y="342"/>
                </a:lnTo>
                <a:lnTo>
                  <a:pt x="79" y="342"/>
                </a:lnTo>
                <a:lnTo>
                  <a:pt x="79" y="341"/>
                </a:lnTo>
                <a:lnTo>
                  <a:pt x="80" y="340"/>
                </a:lnTo>
                <a:lnTo>
                  <a:pt x="81" y="339"/>
                </a:lnTo>
                <a:lnTo>
                  <a:pt x="83" y="340"/>
                </a:lnTo>
                <a:lnTo>
                  <a:pt x="84" y="340"/>
                </a:lnTo>
                <a:lnTo>
                  <a:pt x="85" y="341"/>
                </a:lnTo>
                <a:lnTo>
                  <a:pt x="85" y="342"/>
                </a:lnTo>
                <a:lnTo>
                  <a:pt x="84" y="342"/>
                </a:lnTo>
                <a:lnTo>
                  <a:pt x="84" y="343"/>
                </a:lnTo>
                <a:lnTo>
                  <a:pt x="85" y="344"/>
                </a:lnTo>
                <a:lnTo>
                  <a:pt x="86" y="343"/>
                </a:lnTo>
                <a:lnTo>
                  <a:pt x="87" y="344"/>
                </a:lnTo>
                <a:lnTo>
                  <a:pt x="88" y="344"/>
                </a:lnTo>
                <a:lnTo>
                  <a:pt x="88" y="343"/>
                </a:lnTo>
                <a:lnTo>
                  <a:pt x="89" y="342"/>
                </a:lnTo>
                <a:lnTo>
                  <a:pt x="90" y="342"/>
                </a:lnTo>
                <a:lnTo>
                  <a:pt x="91" y="342"/>
                </a:lnTo>
                <a:lnTo>
                  <a:pt x="92" y="342"/>
                </a:lnTo>
                <a:lnTo>
                  <a:pt x="91" y="340"/>
                </a:lnTo>
                <a:lnTo>
                  <a:pt x="90" y="339"/>
                </a:lnTo>
                <a:lnTo>
                  <a:pt x="89" y="339"/>
                </a:lnTo>
                <a:lnTo>
                  <a:pt x="89" y="338"/>
                </a:lnTo>
                <a:lnTo>
                  <a:pt x="89" y="336"/>
                </a:lnTo>
                <a:lnTo>
                  <a:pt x="89" y="335"/>
                </a:lnTo>
                <a:lnTo>
                  <a:pt x="90" y="335"/>
                </a:lnTo>
                <a:lnTo>
                  <a:pt x="90" y="334"/>
                </a:lnTo>
                <a:lnTo>
                  <a:pt x="91" y="335"/>
                </a:lnTo>
                <a:lnTo>
                  <a:pt x="91" y="334"/>
                </a:lnTo>
                <a:lnTo>
                  <a:pt x="92" y="334"/>
                </a:lnTo>
                <a:lnTo>
                  <a:pt x="93" y="333"/>
                </a:lnTo>
                <a:lnTo>
                  <a:pt x="92" y="332"/>
                </a:lnTo>
                <a:lnTo>
                  <a:pt x="93" y="332"/>
                </a:lnTo>
                <a:lnTo>
                  <a:pt x="93" y="331"/>
                </a:lnTo>
                <a:lnTo>
                  <a:pt x="94" y="331"/>
                </a:lnTo>
                <a:lnTo>
                  <a:pt x="94" y="332"/>
                </a:lnTo>
                <a:lnTo>
                  <a:pt x="94" y="331"/>
                </a:lnTo>
                <a:lnTo>
                  <a:pt x="95" y="331"/>
                </a:lnTo>
                <a:lnTo>
                  <a:pt x="95" y="330"/>
                </a:lnTo>
                <a:lnTo>
                  <a:pt x="95" y="329"/>
                </a:lnTo>
                <a:lnTo>
                  <a:pt x="96" y="329"/>
                </a:lnTo>
                <a:lnTo>
                  <a:pt x="96" y="330"/>
                </a:lnTo>
                <a:lnTo>
                  <a:pt x="97" y="331"/>
                </a:lnTo>
                <a:lnTo>
                  <a:pt x="99" y="331"/>
                </a:lnTo>
                <a:lnTo>
                  <a:pt x="100" y="331"/>
                </a:lnTo>
                <a:lnTo>
                  <a:pt x="101" y="331"/>
                </a:lnTo>
                <a:lnTo>
                  <a:pt x="101" y="330"/>
                </a:lnTo>
                <a:lnTo>
                  <a:pt x="101" y="329"/>
                </a:lnTo>
                <a:lnTo>
                  <a:pt x="100" y="329"/>
                </a:lnTo>
                <a:lnTo>
                  <a:pt x="100" y="328"/>
                </a:lnTo>
                <a:lnTo>
                  <a:pt x="100" y="327"/>
                </a:lnTo>
                <a:lnTo>
                  <a:pt x="99" y="327"/>
                </a:lnTo>
                <a:lnTo>
                  <a:pt x="98" y="326"/>
                </a:lnTo>
                <a:lnTo>
                  <a:pt x="98" y="325"/>
                </a:lnTo>
                <a:lnTo>
                  <a:pt x="98" y="324"/>
                </a:lnTo>
                <a:lnTo>
                  <a:pt x="98" y="323"/>
                </a:lnTo>
                <a:lnTo>
                  <a:pt x="97" y="323"/>
                </a:lnTo>
                <a:lnTo>
                  <a:pt x="96" y="322"/>
                </a:lnTo>
                <a:lnTo>
                  <a:pt x="96" y="323"/>
                </a:lnTo>
                <a:lnTo>
                  <a:pt x="95" y="323"/>
                </a:lnTo>
                <a:lnTo>
                  <a:pt x="94" y="322"/>
                </a:lnTo>
                <a:lnTo>
                  <a:pt x="94" y="321"/>
                </a:lnTo>
                <a:lnTo>
                  <a:pt x="94" y="320"/>
                </a:lnTo>
                <a:lnTo>
                  <a:pt x="95" y="320"/>
                </a:lnTo>
                <a:lnTo>
                  <a:pt x="95" y="319"/>
                </a:lnTo>
                <a:lnTo>
                  <a:pt x="94" y="319"/>
                </a:lnTo>
                <a:lnTo>
                  <a:pt x="94" y="318"/>
                </a:lnTo>
                <a:lnTo>
                  <a:pt x="94" y="317"/>
                </a:lnTo>
                <a:lnTo>
                  <a:pt x="95" y="317"/>
                </a:lnTo>
                <a:lnTo>
                  <a:pt x="95" y="315"/>
                </a:lnTo>
                <a:lnTo>
                  <a:pt x="94" y="314"/>
                </a:lnTo>
                <a:lnTo>
                  <a:pt x="93" y="314"/>
                </a:lnTo>
                <a:lnTo>
                  <a:pt x="93" y="313"/>
                </a:lnTo>
                <a:lnTo>
                  <a:pt x="92" y="312"/>
                </a:lnTo>
                <a:lnTo>
                  <a:pt x="92" y="311"/>
                </a:lnTo>
                <a:lnTo>
                  <a:pt x="92" y="310"/>
                </a:lnTo>
                <a:lnTo>
                  <a:pt x="93" y="311"/>
                </a:lnTo>
                <a:lnTo>
                  <a:pt x="94" y="312"/>
                </a:lnTo>
                <a:lnTo>
                  <a:pt x="95" y="312"/>
                </a:lnTo>
                <a:lnTo>
                  <a:pt x="96" y="312"/>
                </a:lnTo>
                <a:lnTo>
                  <a:pt x="97" y="312"/>
                </a:lnTo>
                <a:lnTo>
                  <a:pt x="98" y="311"/>
                </a:lnTo>
                <a:lnTo>
                  <a:pt x="97" y="311"/>
                </a:lnTo>
                <a:lnTo>
                  <a:pt x="97" y="310"/>
                </a:lnTo>
                <a:lnTo>
                  <a:pt x="97" y="309"/>
                </a:lnTo>
                <a:lnTo>
                  <a:pt x="97" y="308"/>
                </a:lnTo>
                <a:lnTo>
                  <a:pt x="97" y="307"/>
                </a:lnTo>
                <a:lnTo>
                  <a:pt x="98" y="307"/>
                </a:lnTo>
                <a:lnTo>
                  <a:pt x="98" y="306"/>
                </a:lnTo>
                <a:lnTo>
                  <a:pt x="99" y="307"/>
                </a:lnTo>
                <a:lnTo>
                  <a:pt x="99" y="306"/>
                </a:lnTo>
                <a:lnTo>
                  <a:pt x="99" y="305"/>
                </a:lnTo>
                <a:lnTo>
                  <a:pt x="99" y="304"/>
                </a:lnTo>
                <a:lnTo>
                  <a:pt x="98" y="303"/>
                </a:lnTo>
                <a:lnTo>
                  <a:pt x="98" y="302"/>
                </a:lnTo>
                <a:lnTo>
                  <a:pt x="99" y="302"/>
                </a:lnTo>
                <a:lnTo>
                  <a:pt x="99" y="301"/>
                </a:lnTo>
                <a:lnTo>
                  <a:pt x="99" y="300"/>
                </a:lnTo>
                <a:lnTo>
                  <a:pt x="100" y="299"/>
                </a:lnTo>
                <a:lnTo>
                  <a:pt x="102" y="301"/>
                </a:lnTo>
                <a:lnTo>
                  <a:pt x="102" y="302"/>
                </a:lnTo>
                <a:lnTo>
                  <a:pt x="103" y="302"/>
                </a:lnTo>
                <a:lnTo>
                  <a:pt x="103" y="301"/>
                </a:lnTo>
                <a:lnTo>
                  <a:pt x="104" y="300"/>
                </a:lnTo>
                <a:lnTo>
                  <a:pt x="105" y="300"/>
                </a:lnTo>
                <a:lnTo>
                  <a:pt x="105" y="299"/>
                </a:lnTo>
                <a:lnTo>
                  <a:pt x="106" y="299"/>
                </a:lnTo>
                <a:lnTo>
                  <a:pt x="107" y="300"/>
                </a:lnTo>
                <a:lnTo>
                  <a:pt x="108" y="300"/>
                </a:lnTo>
                <a:lnTo>
                  <a:pt x="108" y="299"/>
                </a:lnTo>
                <a:lnTo>
                  <a:pt x="109" y="299"/>
                </a:lnTo>
                <a:lnTo>
                  <a:pt x="109" y="300"/>
                </a:lnTo>
                <a:lnTo>
                  <a:pt x="110" y="300"/>
                </a:lnTo>
                <a:lnTo>
                  <a:pt x="111" y="299"/>
                </a:lnTo>
                <a:lnTo>
                  <a:pt x="111" y="298"/>
                </a:lnTo>
                <a:lnTo>
                  <a:pt x="111" y="297"/>
                </a:lnTo>
                <a:lnTo>
                  <a:pt x="112" y="297"/>
                </a:lnTo>
                <a:lnTo>
                  <a:pt x="113" y="297"/>
                </a:lnTo>
                <a:lnTo>
                  <a:pt x="114" y="297"/>
                </a:lnTo>
                <a:lnTo>
                  <a:pt x="115" y="297"/>
                </a:lnTo>
                <a:lnTo>
                  <a:pt x="116" y="297"/>
                </a:lnTo>
                <a:lnTo>
                  <a:pt x="117" y="296"/>
                </a:lnTo>
                <a:lnTo>
                  <a:pt x="117" y="295"/>
                </a:lnTo>
                <a:lnTo>
                  <a:pt x="117" y="294"/>
                </a:lnTo>
                <a:lnTo>
                  <a:pt x="118" y="294"/>
                </a:lnTo>
                <a:lnTo>
                  <a:pt x="119" y="294"/>
                </a:lnTo>
                <a:lnTo>
                  <a:pt x="120" y="295"/>
                </a:lnTo>
                <a:lnTo>
                  <a:pt x="120" y="294"/>
                </a:lnTo>
                <a:lnTo>
                  <a:pt x="121" y="294"/>
                </a:lnTo>
                <a:lnTo>
                  <a:pt x="121" y="293"/>
                </a:lnTo>
                <a:lnTo>
                  <a:pt x="123" y="293"/>
                </a:lnTo>
                <a:lnTo>
                  <a:pt x="124" y="293"/>
                </a:lnTo>
                <a:lnTo>
                  <a:pt x="125" y="293"/>
                </a:lnTo>
                <a:lnTo>
                  <a:pt x="126" y="293"/>
                </a:lnTo>
                <a:lnTo>
                  <a:pt x="126" y="292"/>
                </a:lnTo>
                <a:lnTo>
                  <a:pt x="126" y="291"/>
                </a:lnTo>
                <a:lnTo>
                  <a:pt x="127" y="291"/>
                </a:lnTo>
                <a:lnTo>
                  <a:pt x="127" y="290"/>
                </a:lnTo>
                <a:lnTo>
                  <a:pt x="128" y="290"/>
                </a:lnTo>
                <a:lnTo>
                  <a:pt x="128" y="289"/>
                </a:lnTo>
                <a:lnTo>
                  <a:pt x="128" y="288"/>
                </a:lnTo>
                <a:lnTo>
                  <a:pt x="128" y="287"/>
                </a:lnTo>
                <a:lnTo>
                  <a:pt x="127" y="287"/>
                </a:lnTo>
                <a:lnTo>
                  <a:pt x="127" y="286"/>
                </a:lnTo>
                <a:lnTo>
                  <a:pt x="126" y="286"/>
                </a:lnTo>
                <a:lnTo>
                  <a:pt x="125" y="285"/>
                </a:lnTo>
                <a:lnTo>
                  <a:pt x="126" y="285"/>
                </a:lnTo>
                <a:lnTo>
                  <a:pt x="128" y="285"/>
                </a:lnTo>
                <a:lnTo>
                  <a:pt x="129" y="285"/>
                </a:lnTo>
                <a:lnTo>
                  <a:pt x="129" y="284"/>
                </a:lnTo>
                <a:lnTo>
                  <a:pt x="130" y="284"/>
                </a:lnTo>
                <a:lnTo>
                  <a:pt x="131" y="284"/>
                </a:lnTo>
                <a:lnTo>
                  <a:pt x="131" y="283"/>
                </a:lnTo>
                <a:lnTo>
                  <a:pt x="131" y="284"/>
                </a:lnTo>
                <a:lnTo>
                  <a:pt x="132" y="284"/>
                </a:lnTo>
                <a:lnTo>
                  <a:pt x="133" y="284"/>
                </a:lnTo>
                <a:lnTo>
                  <a:pt x="134" y="284"/>
                </a:lnTo>
                <a:lnTo>
                  <a:pt x="134" y="283"/>
                </a:lnTo>
                <a:lnTo>
                  <a:pt x="134" y="284"/>
                </a:lnTo>
                <a:lnTo>
                  <a:pt x="135" y="284"/>
                </a:lnTo>
                <a:lnTo>
                  <a:pt x="136" y="284"/>
                </a:lnTo>
                <a:lnTo>
                  <a:pt x="137" y="284"/>
                </a:lnTo>
                <a:lnTo>
                  <a:pt x="138" y="284"/>
                </a:lnTo>
                <a:lnTo>
                  <a:pt x="139" y="284"/>
                </a:lnTo>
                <a:lnTo>
                  <a:pt x="139" y="283"/>
                </a:lnTo>
                <a:lnTo>
                  <a:pt x="140" y="283"/>
                </a:lnTo>
                <a:lnTo>
                  <a:pt x="141" y="282"/>
                </a:lnTo>
                <a:lnTo>
                  <a:pt x="141" y="281"/>
                </a:lnTo>
                <a:lnTo>
                  <a:pt x="142" y="281"/>
                </a:lnTo>
                <a:lnTo>
                  <a:pt x="142" y="280"/>
                </a:lnTo>
                <a:lnTo>
                  <a:pt x="142" y="279"/>
                </a:lnTo>
                <a:lnTo>
                  <a:pt x="143" y="279"/>
                </a:lnTo>
                <a:lnTo>
                  <a:pt x="143" y="278"/>
                </a:lnTo>
                <a:lnTo>
                  <a:pt x="144" y="278"/>
                </a:lnTo>
                <a:lnTo>
                  <a:pt x="144" y="279"/>
                </a:lnTo>
                <a:lnTo>
                  <a:pt x="145" y="279"/>
                </a:lnTo>
                <a:lnTo>
                  <a:pt x="145" y="278"/>
                </a:lnTo>
                <a:lnTo>
                  <a:pt x="146" y="277"/>
                </a:lnTo>
                <a:lnTo>
                  <a:pt x="146" y="276"/>
                </a:lnTo>
                <a:lnTo>
                  <a:pt x="147" y="275"/>
                </a:lnTo>
                <a:lnTo>
                  <a:pt x="147" y="274"/>
                </a:lnTo>
                <a:lnTo>
                  <a:pt x="148" y="274"/>
                </a:lnTo>
                <a:lnTo>
                  <a:pt x="148" y="273"/>
                </a:lnTo>
                <a:lnTo>
                  <a:pt x="149" y="272"/>
                </a:lnTo>
                <a:lnTo>
                  <a:pt x="150" y="272"/>
                </a:lnTo>
                <a:lnTo>
                  <a:pt x="150" y="271"/>
                </a:lnTo>
                <a:lnTo>
                  <a:pt x="151" y="271"/>
                </a:lnTo>
                <a:lnTo>
                  <a:pt x="151" y="270"/>
                </a:lnTo>
                <a:lnTo>
                  <a:pt x="152" y="270"/>
                </a:lnTo>
                <a:lnTo>
                  <a:pt x="152" y="269"/>
                </a:lnTo>
                <a:lnTo>
                  <a:pt x="153" y="268"/>
                </a:lnTo>
                <a:lnTo>
                  <a:pt x="153" y="267"/>
                </a:lnTo>
                <a:lnTo>
                  <a:pt x="154" y="266"/>
                </a:lnTo>
                <a:lnTo>
                  <a:pt x="154" y="265"/>
                </a:lnTo>
                <a:lnTo>
                  <a:pt x="154" y="264"/>
                </a:lnTo>
                <a:lnTo>
                  <a:pt x="154" y="263"/>
                </a:lnTo>
                <a:lnTo>
                  <a:pt x="153" y="262"/>
                </a:lnTo>
                <a:lnTo>
                  <a:pt x="153" y="260"/>
                </a:lnTo>
                <a:lnTo>
                  <a:pt x="154" y="260"/>
                </a:lnTo>
                <a:lnTo>
                  <a:pt x="155" y="259"/>
                </a:lnTo>
                <a:lnTo>
                  <a:pt x="156" y="259"/>
                </a:lnTo>
                <a:lnTo>
                  <a:pt x="157" y="258"/>
                </a:lnTo>
                <a:lnTo>
                  <a:pt x="156" y="258"/>
                </a:lnTo>
                <a:lnTo>
                  <a:pt x="155" y="257"/>
                </a:lnTo>
                <a:lnTo>
                  <a:pt x="156" y="256"/>
                </a:lnTo>
                <a:lnTo>
                  <a:pt x="157" y="255"/>
                </a:lnTo>
                <a:lnTo>
                  <a:pt x="158" y="255"/>
                </a:lnTo>
                <a:lnTo>
                  <a:pt x="158" y="254"/>
                </a:lnTo>
                <a:lnTo>
                  <a:pt x="159" y="254"/>
                </a:lnTo>
                <a:lnTo>
                  <a:pt x="159" y="252"/>
                </a:lnTo>
                <a:lnTo>
                  <a:pt x="159" y="251"/>
                </a:lnTo>
                <a:lnTo>
                  <a:pt x="159" y="250"/>
                </a:lnTo>
                <a:lnTo>
                  <a:pt x="158" y="251"/>
                </a:lnTo>
                <a:lnTo>
                  <a:pt x="158" y="250"/>
                </a:lnTo>
                <a:lnTo>
                  <a:pt x="157" y="250"/>
                </a:lnTo>
                <a:lnTo>
                  <a:pt x="156" y="250"/>
                </a:lnTo>
                <a:lnTo>
                  <a:pt x="154" y="249"/>
                </a:lnTo>
                <a:lnTo>
                  <a:pt x="154" y="248"/>
                </a:lnTo>
                <a:lnTo>
                  <a:pt x="154" y="247"/>
                </a:lnTo>
                <a:lnTo>
                  <a:pt x="154" y="246"/>
                </a:lnTo>
                <a:lnTo>
                  <a:pt x="155" y="245"/>
                </a:lnTo>
                <a:lnTo>
                  <a:pt x="154" y="244"/>
                </a:lnTo>
                <a:lnTo>
                  <a:pt x="154" y="243"/>
                </a:lnTo>
                <a:lnTo>
                  <a:pt x="154" y="242"/>
                </a:lnTo>
                <a:lnTo>
                  <a:pt x="155" y="242"/>
                </a:lnTo>
                <a:lnTo>
                  <a:pt x="156" y="241"/>
                </a:lnTo>
                <a:lnTo>
                  <a:pt x="156" y="240"/>
                </a:lnTo>
                <a:lnTo>
                  <a:pt x="155" y="240"/>
                </a:lnTo>
                <a:lnTo>
                  <a:pt x="155" y="239"/>
                </a:lnTo>
                <a:lnTo>
                  <a:pt x="155" y="238"/>
                </a:lnTo>
                <a:lnTo>
                  <a:pt x="155" y="237"/>
                </a:lnTo>
                <a:lnTo>
                  <a:pt x="155" y="236"/>
                </a:lnTo>
                <a:lnTo>
                  <a:pt x="155" y="235"/>
                </a:lnTo>
                <a:lnTo>
                  <a:pt x="154" y="235"/>
                </a:lnTo>
                <a:lnTo>
                  <a:pt x="154" y="234"/>
                </a:lnTo>
                <a:lnTo>
                  <a:pt x="154" y="233"/>
                </a:lnTo>
                <a:lnTo>
                  <a:pt x="153" y="233"/>
                </a:lnTo>
                <a:lnTo>
                  <a:pt x="153" y="232"/>
                </a:lnTo>
                <a:lnTo>
                  <a:pt x="154" y="232"/>
                </a:lnTo>
                <a:lnTo>
                  <a:pt x="154" y="231"/>
                </a:lnTo>
                <a:lnTo>
                  <a:pt x="154" y="230"/>
                </a:lnTo>
                <a:lnTo>
                  <a:pt x="153" y="230"/>
                </a:lnTo>
                <a:lnTo>
                  <a:pt x="152" y="230"/>
                </a:lnTo>
                <a:lnTo>
                  <a:pt x="152" y="229"/>
                </a:lnTo>
                <a:lnTo>
                  <a:pt x="152" y="228"/>
                </a:lnTo>
                <a:lnTo>
                  <a:pt x="153" y="227"/>
                </a:lnTo>
                <a:lnTo>
                  <a:pt x="154" y="226"/>
                </a:lnTo>
                <a:lnTo>
                  <a:pt x="154" y="225"/>
                </a:lnTo>
                <a:lnTo>
                  <a:pt x="154" y="224"/>
                </a:lnTo>
                <a:lnTo>
                  <a:pt x="153" y="224"/>
                </a:lnTo>
                <a:lnTo>
                  <a:pt x="153" y="222"/>
                </a:lnTo>
                <a:lnTo>
                  <a:pt x="153" y="221"/>
                </a:lnTo>
                <a:lnTo>
                  <a:pt x="154" y="221"/>
                </a:lnTo>
                <a:lnTo>
                  <a:pt x="154" y="220"/>
                </a:lnTo>
                <a:lnTo>
                  <a:pt x="154" y="219"/>
                </a:lnTo>
                <a:lnTo>
                  <a:pt x="155" y="219"/>
                </a:lnTo>
                <a:lnTo>
                  <a:pt x="156" y="218"/>
                </a:lnTo>
                <a:lnTo>
                  <a:pt x="156" y="217"/>
                </a:lnTo>
                <a:lnTo>
                  <a:pt x="155" y="217"/>
                </a:lnTo>
                <a:lnTo>
                  <a:pt x="155" y="216"/>
                </a:lnTo>
                <a:lnTo>
                  <a:pt x="155" y="215"/>
                </a:lnTo>
                <a:lnTo>
                  <a:pt x="155" y="213"/>
                </a:lnTo>
                <a:lnTo>
                  <a:pt x="156" y="213"/>
                </a:lnTo>
                <a:lnTo>
                  <a:pt x="156" y="212"/>
                </a:lnTo>
                <a:lnTo>
                  <a:pt x="156" y="211"/>
                </a:lnTo>
                <a:lnTo>
                  <a:pt x="156" y="210"/>
                </a:lnTo>
                <a:lnTo>
                  <a:pt x="156" y="209"/>
                </a:lnTo>
                <a:lnTo>
                  <a:pt x="157" y="209"/>
                </a:lnTo>
                <a:lnTo>
                  <a:pt x="158" y="209"/>
                </a:lnTo>
                <a:lnTo>
                  <a:pt x="159" y="209"/>
                </a:lnTo>
                <a:lnTo>
                  <a:pt x="159" y="210"/>
                </a:lnTo>
                <a:lnTo>
                  <a:pt x="159" y="209"/>
                </a:lnTo>
                <a:lnTo>
                  <a:pt x="159" y="208"/>
                </a:lnTo>
                <a:lnTo>
                  <a:pt x="160" y="208"/>
                </a:lnTo>
                <a:lnTo>
                  <a:pt x="161" y="207"/>
                </a:lnTo>
                <a:lnTo>
                  <a:pt x="161" y="206"/>
                </a:lnTo>
                <a:lnTo>
                  <a:pt x="162" y="206"/>
                </a:lnTo>
                <a:lnTo>
                  <a:pt x="162" y="205"/>
                </a:lnTo>
                <a:lnTo>
                  <a:pt x="163" y="204"/>
                </a:lnTo>
                <a:lnTo>
                  <a:pt x="163" y="203"/>
                </a:lnTo>
                <a:lnTo>
                  <a:pt x="163" y="202"/>
                </a:lnTo>
                <a:lnTo>
                  <a:pt x="164" y="200"/>
                </a:lnTo>
                <a:lnTo>
                  <a:pt x="165" y="199"/>
                </a:lnTo>
                <a:lnTo>
                  <a:pt x="164" y="197"/>
                </a:lnTo>
                <a:lnTo>
                  <a:pt x="164" y="196"/>
                </a:lnTo>
                <a:lnTo>
                  <a:pt x="164" y="195"/>
                </a:lnTo>
                <a:lnTo>
                  <a:pt x="164" y="193"/>
                </a:lnTo>
                <a:lnTo>
                  <a:pt x="166" y="193"/>
                </a:lnTo>
                <a:lnTo>
                  <a:pt x="167" y="193"/>
                </a:lnTo>
                <a:lnTo>
                  <a:pt x="168" y="193"/>
                </a:lnTo>
                <a:lnTo>
                  <a:pt x="169" y="192"/>
                </a:lnTo>
                <a:lnTo>
                  <a:pt x="170" y="192"/>
                </a:lnTo>
                <a:lnTo>
                  <a:pt x="171" y="192"/>
                </a:lnTo>
                <a:lnTo>
                  <a:pt x="170" y="192"/>
                </a:lnTo>
                <a:lnTo>
                  <a:pt x="171" y="192"/>
                </a:lnTo>
                <a:lnTo>
                  <a:pt x="172" y="192"/>
                </a:lnTo>
                <a:lnTo>
                  <a:pt x="172" y="191"/>
                </a:lnTo>
                <a:lnTo>
                  <a:pt x="173" y="191"/>
                </a:lnTo>
                <a:lnTo>
                  <a:pt x="174" y="191"/>
                </a:lnTo>
                <a:lnTo>
                  <a:pt x="175" y="192"/>
                </a:lnTo>
                <a:lnTo>
                  <a:pt x="176" y="192"/>
                </a:lnTo>
                <a:lnTo>
                  <a:pt x="176" y="191"/>
                </a:lnTo>
                <a:lnTo>
                  <a:pt x="176" y="190"/>
                </a:lnTo>
                <a:lnTo>
                  <a:pt x="176" y="189"/>
                </a:lnTo>
                <a:lnTo>
                  <a:pt x="177" y="188"/>
                </a:lnTo>
                <a:lnTo>
                  <a:pt x="178" y="188"/>
                </a:lnTo>
                <a:lnTo>
                  <a:pt x="178" y="187"/>
                </a:lnTo>
                <a:lnTo>
                  <a:pt x="178" y="186"/>
                </a:lnTo>
                <a:lnTo>
                  <a:pt x="179" y="186"/>
                </a:lnTo>
                <a:lnTo>
                  <a:pt x="180" y="186"/>
                </a:lnTo>
                <a:lnTo>
                  <a:pt x="180" y="184"/>
                </a:lnTo>
                <a:lnTo>
                  <a:pt x="179" y="183"/>
                </a:lnTo>
                <a:lnTo>
                  <a:pt x="178" y="183"/>
                </a:lnTo>
                <a:lnTo>
                  <a:pt x="178" y="184"/>
                </a:lnTo>
                <a:lnTo>
                  <a:pt x="177" y="183"/>
                </a:lnTo>
                <a:lnTo>
                  <a:pt x="176" y="183"/>
                </a:lnTo>
                <a:lnTo>
                  <a:pt x="176" y="182"/>
                </a:lnTo>
                <a:lnTo>
                  <a:pt x="177" y="182"/>
                </a:lnTo>
                <a:lnTo>
                  <a:pt x="177" y="181"/>
                </a:lnTo>
                <a:lnTo>
                  <a:pt x="177" y="176"/>
                </a:lnTo>
                <a:lnTo>
                  <a:pt x="178" y="176"/>
                </a:lnTo>
                <a:lnTo>
                  <a:pt x="179" y="174"/>
                </a:lnTo>
                <a:lnTo>
                  <a:pt x="179" y="173"/>
                </a:lnTo>
                <a:lnTo>
                  <a:pt x="179" y="172"/>
                </a:lnTo>
                <a:lnTo>
                  <a:pt x="180" y="172"/>
                </a:lnTo>
                <a:lnTo>
                  <a:pt x="181" y="172"/>
                </a:lnTo>
                <a:lnTo>
                  <a:pt x="181" y="173"/>
                </a:lnTo>
                <a:lnTo>
                  <a:pt x="182" y="173"/>
                </a:lnTo>
                <a:lnTo>
                  <a:pt x="183" y="174"/>
                </a:lnTo>
                <a:lnTo>
                  <a:pt x="183" y="173"/>
                </a:lnTo>
                <a:lnTo>
                  <a:pt x="183" y="172"/>
                </a:lnTo>
                <a:lnTo>
                  <a:pt x="184" y="171"/>
                </a:lnTo>
                <a:lnTo>
                  <a:pt x="185" y="172"/>
                </a:lnTo>
                <a:lnTo>
                  <a:pt x="185" y="173"/>
                </a:lnTo>
                <a:lnTo>
                  <a:pt x="186" y="173"/>
                </a:lnTo>
                <a:lnTo>
                  <a:pt x="187" y="173"/>
                </a:lnTo>
                <a:lnTo>
                  <a:pt x="188" y="173"/>
                </a:lnTo>
                <a:lnTo>
                  <a:pt x="188" y="174"/>
                </a:lnTo>
                <a:lnTo>
                  <a:pt x="189" y="174"/>
                </a:lnTo>
                <a:lnTo>
                  <a:pt x="190" y="174"/>
                </a:lnTo>
                <a:lnTo>
                  <a:pt x="192" y="174"/>
                </a:lnTo>
                <a:lnTo>
                  <a:pt x="193" y="174"/>
                </a:lnTo>
                <a:lnTo>
                  <a:pt x="193" y="175"/>
                </a:lnTo>
                <a:lnTo>
                  <a:pt x="194" y="174"/>
                </a:lnTo>
                <a:lnTo>
                  <a:pt x="193" y="174"/>
                </a:lnTo>
                <a:lnTo>
                  <a:pt x="193" y="173"/>
                </a:lnTo>
                <a:lnTo>
                  <a:pt x="194" y="172"/>
                </a:lnTo>
                <a:lnTo>
                  <a:pt x="195" y="172"/>
                </a:lnTo>
                <a:lnTo>
                  <a:pt x="194" y="171"/>
                </a:lnTo>
                <a:lnTo>
                  <a:pt x="194" y="169"/>
                </a:lnTo>
                <a:lnTo>
                  <a:pt x="194" y="168"/>
                </a:lnTo>
                <a:lnTo>
                  <a:pt x="195" y="168"/>
                </a:lnTo>
                <a:lnTo>
                  <a:pt x="194" y="168"/>
                </a:lnTo>
                <a:lnTo>
                  <a:pt x="194" y="167"/>
                </a:lnTo>
                <a:lnTo>
                  <a:pt x="193" y="167"/>
                </a:lnTo>
                <a:lnTo>
                  <a:pt x="193" y="166"/>
                </a:lnTo>
                <a:lnTo>
                  <a:pt x="194" y="164"/>
                </a:lnTo>
                <a:lnTo>
                  <a:pt x="195" y="164"/>
                </a:lnTo>
                <a:lnTo>
                  <a:pt x="196" y="164"/>
                </a:lnTo>
                <a:lnTo>
                  <a:pt x="197" y="165"/>
                </a:lnTo>
                <a:lnTo>
                  <a:pt x="197" y="164"/>
                </a:lnTo>
                <a:lnTo>
                  <a:pt x="198" y="164"/>
                </a:lnTo>
                <a:lnTo>
                  <a:pt x="198" y="163"/>
                </a:lnTo>
                <a:lnTo>
                  <a:pt x="198" y="162"/>
                </a:lnTo>
                <a:lnTo>
                  <a:pt x="197" y="162"/>
                </a:lnTo>
                <a:lnTo>
                  <a:pt x="197" y="161"/>
                </a:lnTo>
                <a:lnTo>
                  <a:pt x="197" y="160"/>
                </a:lnTo>
                <a:lnTo>
                  <a:pt x="198" y="160"/>
                </a:lnTo>
                <a:lnTo>
                  <a:pt x="198" y="161"/>
                </a:lnTo>
                <a:lnTo>
                  <a:pt x="199" y="161"/>
                </a:lnTo>
                <a:lnTo>
                  <a:pt x="200" y="161"/>
                </a:lnTo>
                <a:lnTo>
                  <a:pt x="201" y="160"/>
                </a:lnTo>
                <a:lnTo>
                  <a:pt x="202" y="160"/>
                </a:lnTo>
                <a:lnTo>
                  <a:pt x="202" y="161"/>
                </a:lnTo>
                <a:lnTo>
                  <a:pt x="203" y="161"/>
                </a:lnTo>
                <a:lnTo>
                  <a:pt x="203" y="159"/>
                </a:lnTo>
                <a:lnTo>
                  <a:pt x="204" y="159"/>
                </a:lnTo>
                <a:lnTo>
                  <a:pt x="203" y="159"/>
                </a:lnTo>
                <a:lnTo>
                  <a:pt x="204" y="158"/>
                </a:lnTo>
                <a:lnTo>
                  <a:pt x="204" y="157"/>
                </a:lnTo>
                <a:lnTo>
                  <a:pt x="205" y="157"/>
                </a:lnTo>
                <a:lnTo>
                  <a:pt x="205" y="156"/>
                </a:lnTo>
                <a:lnTo>
                  <a:pt x="204" y="155"/>
                </a:lnTo>
                <a:lnTo>
                  <a:pt x="205" y="155"/>
                </a:lnTo>
                <a:lnTo>
                  <a:pt x="204" y="155"/>
                </a:lnTo>
                <a:lnTo>
                  <a:pt x="204" y="154"/>
                </a:lnTo>
                <a:lnTo>
                  <a:pt x="203" y="154"/>
                </a:lnTo>
                <a:lnTo>
                  <a:pt x="203" y="153"/>
                </a:lnTo>
                <a:lnTo>
                  <a:pt x="204" y="153"/>
                </a:lnTo>
                <a:lnTo>
                  <a:pt x="203" y="151"/>
                </a:lnTo>
                <a:lnTo>
                  <a:pt x="203" y="150"/>
                </a:lnTo>
                <a:lnTo>
                  <a:pt x="202" y="150"/>
                </a:lnTo>
                <a:lnTo>
                  <a:pt x="201" y="148"/>
                </a:lnTo>
                <a:lnTo>
                  <a:pt x="201" y="147"/>
                </a:lnTo>
                <a:lnTo>
                  <a:pt x="200" y="145"/>
                </a:lnTo>
                <a:lnTo>
                  <a:pt x="200" y="144"/>
                </a:lnTo>
                <a:lnTo>
                  <a:pt x="200" y="142"/>
                </a:lnTo>
                <a:lnTo>
                  <a:pt x="200" y="141"/>
                </a:lnTo>
                <a:lnTo>
                  <a:pt x="200" y="139"/>
                </a:lnTo>
                <a:lnTo>
                  <a:pt x="200" y="138"/>
                </a:lnTo>
                <a:lnTo>
                  <a:pt x="199" y="137"/>
                </a:lnTo>
                <a:lnTo>
                  <a:pt x="199" y="136"/>
                </a:lnTo>
                <a:lnTo>
                  <a:pt x="199" y="135"/>
                </a:lnTo>
                <a:lnTo>
                  <a:pt x="199" y="133"/>
                </a:lnTo>
                <a:lnTo>
                  <a:pt x="199" y="132"/>
                </a:lnTo>
                <a:lnTo>
                  <a:pt x="200" y="131"/>
                </a:lnTo>
                <a:lnTo>
                  <a:pt x="200" y="132"/>
                </a:lnTo>
                <a:lnTo>
                  <a:pt x="201" y="132"/>
                </a:lnTo>
                <a:lnTo>
                  <a:pt x="203" y="132"/>
                </a:lnTo>
                <a:lnTo>
                  <a:pt x="203" y="131"/>
                </a:lnTo>
                <a:lnTo>
                  <a:pt x="204" y="131"/>
                </a:lnTo>
                <a:lnTo>
                  <a:pt x="205" y="131"/>
                </a:lnTo>
                <a:lnTo>
                  <a:pt x="205" y="130"/>
                </a:lnTo>
                <a:lnTo>
                  <a:pt x="206" y="129"/>
                </a:lnTo>
                <a:lnTo>
                  <a:pt x="206" y="128"/>
                </a:lnTo>
                <a:lnTo>
                  <a:pt x="207" y="128"/>
                </a:lnTo>
                <a:lnTo>
                  <a:pt x="208" y="128"/>
                </a:lnTo>
                <a:lnTo>
                  <a:pt x="208" y="129"/>
                </a:lnTo>
                <a:lnTo>
                  <a:pt x="209" y="129"/>
                </a:lnTo>
                <a:lnTo>
                  <a:pt x="209" y="128"/>
                </a:lnTo>
                <a:lnTo>
                  <a:pt x="209" y="127"/>
                </a:lnTo>
                <a:lnTo>
                  <a:pt x="210" y="126"/>
                </a:lnTo>
                <a:lnTo>
                  <a:pt x="211" y="126"/>
                </a:lnTo>
                <a:lnTo>
                  <a:pt x="211" y="125"/>
                </a:lnTo>
                <a:lnTo>
                  <a:pt x="212" y="125"/>
                </a:lnTo>
                <a:lnTo>
                  <a:pt x="213" y="125"/>
                </a:lnTo>
                <a:lnTo>
                  <a:pt x="213" y="124"/>
                </a:lnTo>
                <a:lnTo>
                  <a:pt x="213" y="123"/>
                </a:lnTo>
                <a:lnTo>
                  <a:pt x="214" y="123"/>
                </a:lnTo>
                <a:lnTo>
                  <a:pt x="214" y="122"/>
                </a:lnTo>
                <a:lnTo>
                  <a:pt x="215" y="122"/>
                </a:lnTo>
                <a:lnTo>
                  <a:pt x="215" y="121"/>
                </a:lnTo>
                <a:lnTo>
                  <a:pt x="216" y="120"/>
                </a:lnTo>
                <a:lnTo>
                  <a:pt x="216" y="117"/>
                </a:lnTo>
                <a:lnTo>
                  <a:pt x="216" y="115"/>
                </a:lnTo>
                <a:lnTo>
                  <a:pt x="215" y="115"/>
                </a:lnTo>
                <a:lnTo>
                  <a:pt x="214" y="115"/>
                </a:lnTo>
                <a:lnTo>
                  <a:pt x="214" y="114"/>
                </a:lnTo>
                <a:lnTo>
                  <a:pt x="214" y="113"/>
                </a:lnTo>
                <a:lnTo>
                  <a:pt x="214" y="112"/>
                </a:lnTo>
                <a:lnTo>
                  <a:pt x="213" y="111"/>
                </a:lnTo>
                <a:lnTo>
                  <a:pt x="213" y="110"/>
                </a:lnTo>
                <a:lnTo>
                  <a:pt x="212" y="110"/>
                </a:lnTo>
                <a:lnTo>
                  <a:pt x="212" y="109"/>
                </a:lnTo>
                <a:lnTo>
                  <a:pt x="211" y="109"/>
                </a:lnTo>
                <a:lnTo>
                  <a:pt x="210" y="108"/>
                </a:lnTo>
                <a:lnTo>
                  <a:pt x="209" y="107"/>
                </a:lnTo>
                <a:lnTo>
                  <a:pt x="209" y="106"/>
                </a:lnTo>
                <a:lnTo>
                  <a:pt x="209" y="105"/>
                </a:lnTo>
                <a:lnTo>
                  <a:pt x="210" y="104"/>
                </a:lnTo>
                <a:lnTo>
                  <a:pt x="211" y="104"/>
                </a:lnTo>
                <a:lnTo>
                  <a:pt x="211" y="103"/>
                </a:lnTo>
                <a:lnTo>
                  <a:pt x="211" y="102"/>
                </a:lnTo>
                <a:lnTo>
                  <a:pt x="211" y="101"/>
                </a:lnTo>
                <a:lnTo>
                  <a:pt x="211" y="100"/>
                </a:lnTo>
                <a:lnTo>
                  <a:pt x="210" y="99"/>
                </a:lnTo>
                <a:lnTo>
                  <a:pt x="210" y="98"/>
                </a:lnTo>
                <a:lnTo>
                  <a:pt x="209" y="98"/>
                </a:lnTo>
                <a:lnTo>
                  <a:pt x="209" y="97"/>
                </a:lnTo>
                <a:lnTo>
                  <a:pt x="208" y="96"/>
                </a:lnTo>
                <a:lnTo>
                  <a:pt x="207" y="95"/>
                </a:lnTo>
                <a:lnTo>
                  <a:pt x="206" y="95"/>
                </a:lnTo>
                <a:lnTo>
                  <a:pt x="206" y="94"/>
                </a:lnTo>
                <a:lnTo>
                  <a:pt x="205" y="94"/>
                </a:lnTo>
                <a:lnTo>
                  <a:pt x="205" y="93"/>
                </a:lnTo>
                <a:lnTo>
                  <a:pt x="205" y="92"/>
                </a:lnTo>
                <a:lnTo>
                  <a:pt x="204" y="91"/>
                </a:lnTo>
                <a:lnTo>
                  <a:pt x="204" y="90"/>
                </a:lnTo>
                <a:lnTo>
                  <a:pt x="205" y="89"/>
                </a:lnTo>
                <a:lnTo>
                  <a:pt x="206" y="89"/>
                </a:lnTo>
                <a:lnTo>
                  <a:pt x="206" y="88"/>
                </a:lnTo>
                <a:lnTo>
                  <a:pt x="206" y="87"/>
                </a:lnTo>
                <a:lnTo>
                  <a:pt x="205" y="86"/>
                </a:lnTo>
                <a:lnTo>
                  <a:pt x="205" y="85"/>
                </a:lnTo>
                <a:lnTo>
                  <a:pt x="205" y="84"/>
                </a:lnTo>
                <a:lnTo>
                  <a:pt x="206" y="84"/>
                </a:lnTo>
                <a:lnTo>
                  <a:pt x="206" y="83"/>
                </a:lnTo>
                <a:lnTo>
                  <a:pt x="207" y="81"/>
                </a:lnTo>
                <a:lnTo>
                  <a:pt x="208" y="81"/>
                </a:lnTo>
                <a:lnTo>
                  <a:pt x="208" y="80"/>
                </a:lnTo>
                <a:lnTo>
                  <a:pt x="209" y="81"/>
                </a:lnTo>
                <a:lnTo>
                  <a:pt x="209" y="80"/>
                </a:lnTo>
                <a:lnTo>
                  <a:pt x="210" y="80"/>
                </a:lnTo>
                <a:lnTo>
                  <a:pt x="211" y="80"/>
                </a:lnTo>
                <a:lnTo>
                  <a:pt x="212" y="80"/>
                </a:lnTo>
                <a:lnTo>
                  <a:pt x="213" y="79"/>
                </a:lnTo>
                <a:lnTo>
                  <a:pt x="213" y="78"/>
                </a:lnTo>
                <a:lnTo>
                  <a:pt x="213" y="76"/>
                </a:lnTo>
                <a:lnTo>
                  <a:pt x="214" y="76"/>
                </a:lnTo>
                <a:lnTo>
                  <a:pt x="214" y="75"/>
                </a:lnTo>
                <a:lnTo>
                  <a:pt x="215" y="75"/>
                </a:lnTo>
                <a:lnTo>
                  <a:pt x="216" y="73"/>
                </a:lnTo>
                <a:lnTo>
                  <a:pt x="217" y="73"/>
                </a:lnTo>
                <a:lnTo>
                  <a:pt x="218" y="73"/>
                </a:lnTo>
                <a:lnTo>
                  <a:pt x="219" y="71"/>
                </a:lnTo>
                <a:lnTo>
                  <a:pt x="220" y="70"/>
                </a:lnTo>
                <a:lnTo>
                  <a:pt x="221" y="70"/>
                </a:lnTo>
                <a:lnTo>
                  <a:pt x="221" y="69"/>
                </a:lnTo>
                <a:lnTo>
                  <a:pt x="222" y="69"/>
                </a:lnTo>
                <a:lnTo>
                  <a:pt x="223" y="68"/>
                </a:lnTo>
                <a:lnTo>
                  <a:pt x="223" y="69"/>
                </a:lnTo>
                <a:lnTo>
                  <a:pt x="224" y="69"/>
                </a:lnTo>
                <a:lnTo>
                  <a:pt x="225" y="68"/>
                </a:lnTo>
                <a:lnTo>
                  <a:pt x="226" y="67"/>
                </a:lnTo>
                <a:lnTo>
                  <a:pt x="225" y="66"/>
                </a:lnTo>
                <a:lnTo>
                  <a:pt x="225" y="64"/>
                </a:lnTo>
                <a:lnTo>
                  <a:pt x="225" y="63"/>
                </a:lnTo>
                <a:lnTo>
                  <a:pt x="226" y="63"/>
                </a:lnTo>
                <a:lnTo>
                  <a:pt x="226" y="62"/>
                </a:lnTo>
                <a:lnTo>
                  <a:pt x="226" y="60"/>
                </a:lnTo>
                <a:lnTo>
                  <a:pt x="225" y="60"/>
                </a:lnTo>
                <a:lnTo>
                  <a:pt x="224" y="59"/>
                </a:lnTo>
                <a:lnTo>
                  <a:pt x="223" y="59"/>
                </a:lnTo>
                <a:lnTo>
                  <a:pt x="223" y="58"/>
                </a:lnTo>
                <a:lnTo>
                  <a:pt x="222" y="58"/>
                </a:lnTo>
                <a:lnTo>
                  <a:pt x="222" y="57"/>
                </a:lnTo>
                <a:lnTo>
                  <a:pt x="221" y="57"/>
                </a:lnTo>
                <a:lnTo>
                  <a:pt x="221" y="56"/>
                </a:lnTo>
                <a:lnTo>
                  <a:pt x="221" y="54"/>
                </a:lnTo>
                <a:lnTo>
                  <a:pt x="221" y="53"/>
                </a:lnTo>
                <a:lnTo>
                  <a:pt x="222" y="53"/>
                </a:lnTo>
                <a:lnTo>
                  <a:pt x="223" y="51"/>
                </a:lnTo>
                <a:lnTo>
                  <a:pt x="224" y="50"/>
                </a:lnTo>
                <a:lnTo>
                  <a:pt x="224" y="49"/>
                </a:lnTo>
                <a:lnTo>
                  <a:pt x="224" y="48"/>
                </a:lnTo>
                <a:lnTo>
                  <a:pt x="224" y="47"/>
                </a:lnTo>
                <a:lnTo>
                  <a:pt x="224" y="46"/>
                </a:lnTo>
                <a:lnTo>
                  <a:pt x="225" y="45"/>
                </a:lnTo>
                <a:lnTo>
                  <a:pt x="225" y="43"/>
                </a:lnTo>
                <a:lnTo>
                  <a:pt x="226" y="40"/>
                </a:lnTo>
                <a:lnTo>
                  <a:pt x="226" y="39"/>
                </a:lnTo>
                <a:lnTo>
                  <a:pt x="226" y="38"/>
                </a:lnTo>
                <a:lnTo>
                  <a:pt x="227" y="36"/>
                </a:lnTo>
                <a:lnTo>
                  <a:pt x="227" y="34"/>
                </a:lnTo>
                <a:lnTo>
                  <a:pt x="228" y="33"/>
                </a:lnTo>
                <a:lnTo>
                  <a:pt x="230" y="34"/>
                </a:lnTo>
                <a:lnTo>
                  <a:pt x="231" y="34"/>
                </a:lnTo>
                <a:lnTo>
                  <a:pt x="231" y="33"/>
                </a:lnTo>
                <a:lnTo>
                  <a:pt x="233" y="34"/>
                </a:lnTo>
                <a:lnTo>
                  <a:pt x="233" y="35"/>
                </a:lnTo>
                <a:lnTo>
                  <a:pt x="233" y="36"/>
                </a:lnTo>
                <a:lnTo>
                  <a:pt x="234" y="36"/>
                </a:lnTo>
                <a:lnTo>
                  <a:pt x="235" y="36"/>
                </a:lnTo>
                <a:lnTo>
                  <a:pt x="236" y="36"/>
                </a:lnTo>
                <a:lnTo>
                  <a:pt x="237" y="36"/>
                </a:lnTo>
                <a:lnTo>
                  <a:pt x="238" y="37"/>
                </a:lnTo>
                <a:lnTo>
                  <a:pt x="238" y="36"/>
                </a:lnTo>
                <a:lnTo>
                  <a:pt x="238" y="35"/>
                </a:lnTo>
                <a:lnTo>
                  <a:pt x="239" y="35"/>
                </a:lnTo>
                <a:lnTo>
                  <a:pt x="240" y="35"/>
                </a:lnTo>
                <a:lnTo>
                  <a:pt x="241" y="34"/>
                </a:lnTo>
                <a:lnTo>
                  <a:pt x="242" y="34"/>
                </a:lnTo>
                <a:lnTo>
                  <a:pt x="243" y="33"/>
                </a:lnTo>
                <a:lnTo>
                  <a:pt x="244" y="34"/>
                </a:lnTo>
                <a:lnTo>
                  <a:pt x="244" y="35"/>
                </a:lnTo>
                <a:lnTo>
                  <a:pt x="245" y="35"/>
                </a:lnTo>
                <a:lnTo>
                  <a:pt x="246" y="36"/>
                </a:lnTo>
                <a:lnTo>
                  <a:pt x="245" y="36"/>
                </a:lnTo>
                <a:lnTo>
                  <a:pt x="245" y="37"/>
                </a:lnTo>
                <a:lnTo>
                  <a:pt x="246" y="38"/>
                </a:lnTo>
                <a:lnTo>
                  <a:pt x="247" y="38"/>
                </a:lnTo>
                <a:lnTo>
                  <a:pt x="248" y="38"/>
                </a:lnTo>
                <a:lnTo>
                  <a:pt x="249" y="37"/>
                </a:lnTo>
                <a:lnTo>
                  <a:pt x="249" y="36"/>
                </a:lnTo>
                <a:lnTo>
                  <a:pt x="249" y="35"/>
                </a:lnTo>
                <a:lnTo>
                  <a:pt x="249" y="34"/>
                </a:lnTo>
                <a:lnTo>
                  <a:pt x="250" y="33"/>
                </a:lnTo>
                <a:lnTo>
                  <a:pt x="251" y="34"/>
                </a:lnTo>
                <a:lnTo>
                  <a:pt x="252" y="35"/>
                </a:lnTo>
                <a:lnTo>
                  <a:pt x="251" y="35"/>
                </a:lnTo>
                <a:lnTo>
                  <a:pt x="251" y="36"/>
                </a:lnTo>
                <a:lnTo>
                  <a:pt x="252" y="37"/>
                </a:lnTo>
                <a:lnTo>
                  <a:pt x="253" y="37"/>
                </a:lnTo>
                <a:lnTo>
                  <a:pt x="255" y="38"/>
                </a:lnTo>
                <a:lnTo>
                  <a:pt x="256" y="39"/>
                </a:lnTo>
                <a:lnTo>
                  <a:pt x="257" y="39"/>
                </a:lnTo>
                <a:lnTo>
                  <a:pt x="259" y="39"/>
                </a:lnTo>
                <a:lnTo>
                  <a:pt x="260" y="39"/>
                </a:lnTo>
                <a:lnTo>
                  <a:pt x="260" y="40"/>
                </a:lnTo>
                <a:lnTo>
                  <a:pt x="261" y="40"/>
                </a:lnTo>
                <a:lnTo>
                  <a:pt x="264" y="40"/>
                </a:lnTo>
                <a:lnTo>
                  <a:pt x="266" y="39"/>
                </a:lnTo>
                <a:lnTo>
                  <a:pt x="267" y="38"/>
                </a:lnTo>
                <a:lnTo>
                  <a:pt x="268" y="38"/>
                </a:lnTo>
                <a:lnTo>
                  <a:pt x="270" y="39"/>
                </a:lnTo>
                <a:lnTo>
                  <a:pt x="271" y="41"/>
                </a:lnTo>
                <a:lnTo>
                  <a:pt x="272" y="41"/>
                </a:lnTo>
                <a:lnTo>
                  <a:pt x="272" y="42"/>
                </a:lnTo>
                <a:lnTo>
                  <a:pt x="273" y="43"/>
                </a:lnTo>
                <a:lnTo>
                  <a:pt x="273" y="44"/>
                </a:lnTo>
                <a:lnTo>
                  <a:pt x="274" y="44"/>
                </a:lnTo>
                <a:lnTo>
                  <a:pt x="275" y="44"/>
                </a:lnTo>
                <a:lnTo>
                  <a:pt x="275" y="45"/>
                </a:lnTo>
                <a:lnTo>
                  <a:pt x="276" y="48"/>
                </a:lnTo>
                <a:lnTo>
                  <a:pt x="275" y="48"/>
                </a:lnTo>
                <a:lnTo>
                  <a:pt x="275" y="50"/>
                </a:lnTo>
                <a:lnTo>
                  <a:pt x="276" y="52"/>
                </a:lnTo>
                <a:lnTo>
                  <a:pt x="277" y="53"/>
                </a:lnTo>
                <a:lnTo>
                  <a:pt x="278" y="54"/>
                </a:lnTo>
                <a:lnTo>
                  <a:pt x="277" y="55"/>
                </a:lnTo>
                <a:lnTo>
                  <a:pt x="277" y="57"/>
                </a:lnTo>
                <a:lnTo>
                  <a:pt x="278" y="57"/>
                </a:lnTo>
                <a:lnTo>
                  <a:pt x="279" y="57"/>
                </a:lnTo>
                <a:lnTo>
                  <a:pt x="280" y="58"/>
                </a:lnTo>
                <a:lnTo>
                  <a:pt x="281" y="58"/>
                </a:lnTo>
                <a:lnTo>
                  <a:pt x="281" y="59"/>
                </a:lnTo>
                <a:lnTo>
                  <a:pt x="281" y="60"/>
                </a:lnTo>
                <a:lnTo>
                  <a:pt x="281" y="61"/>
                </a:lnTo>
                <a:lnTo>
                  <a:pt x="281" y="62"/>
                </a:lnTo>
                <a:lnTo>
                  <a:pt x="281" y="63"/>
                </a:lnTo>
                <a:lnTo>
                  <a:pt x="282" y="64"/>
                </a:lnTo>
                <a:lnTo>
                  <a:pt x="283" y="64"/>
                </a:lnTo>
                <a:lnTo>
                  <a:pt x="284" y="63"/>
                </a:lnTo>
                <a:lnTo>
                  <a:pt x="285" y="63"/>
                </a:lnTo>
                <a:lnTo>
                  <a:pt x="286" y="63"/>
                </a:lnTo>
                <a:lnTo>
                  <a:pt x="287" y="63"/>
                </a:lnTo>
                <a:lnTo>
                  <a:pt x="288" y="63"/>
                </a:lnTo>
                <a:lnTo>
                  <a:pt x="289" y="63"/>
                </a:lnTo>
                <a:lnTo>
                  <a:pt x="289" y="62"/>
                </a:lnTo>
                <a:lnTo>
                  <a:pt x="290" y="62"/>
                </a:lnTo>
                <a:lnTo>
                  <a:pt x="292" y="61"/>
                </a:lnTo>
                <a:lnTo>
                  <a:pt x="294" y="61"/>
                </a:lnTo>
                <a:lnTo>
                  <a:pt x="295" y="61"/>
                </a:lnTo>
                <a:lnTo>
                  <a:pt x="296" y="61"/>
                </a:lnTo>
                <a:lnTo>
                  <a:pt x="297" y="60"/>
                </a:lnTo>
                <a:lnTo>
                  <a:pt x="297" y="61"/>
                </a:lnTo>
                <a:lnTo>
                  <a:pt x="298" y="61"/>
                </a:lnTo>
                <a:lnTo>
                  <a:pt x="299" y="61"/>
                </a:lnTo>
                <a:lnTo>
                  <a:pt x="299" y="60"/>
                </a:lnTo>
                <a:lnTo>
                  <a:pt x="300" y="60"/>
                </a:lnTo>
                <a:lnTo>
                  <a:pt x="300" y="59"/>
                </a:lnTo>
                <a:lnTo>
                  <a:pt x="301" y="58"/>
                </a:lnTo>
                <a:lnTo>
                  <a:pt x="301" y="59"/>
                </a:lnTo>
                <a:lnTo>
                  <a:pt x="301" y="58"/>
                </a:lnTo>
                <a:lnTo>
                  <a:pt x="302" y="58"/>
                </a:lnTo>
                <a:lnTo>
                  <a:pt x="301" y="58"/>
                </a:lnTo>
                <a:lnTo>
                  <a:pt x="301" y="57"/>
                </a:lnTo>
                <a:lnTo>
                  <a:pt x="301" y="56"/>
                </a:lnTo>
                <a:lnTo>
                  <a:pt x="301" y="55"/>
                </a:lnTo>
                <a:lnTo>
                  <a:pt x="301" y="54"/>
                </a:lnTo>
                <a:lnTo>
                  <a:pt x="299" y="52"/>
                </a:lnTo>
                <a:lnTo>
                  <a:pt x="300" y="52"/>
                </a:lnTo>
                <a:lnTo>
                  <a:pt x="300" y="51"/>
                </a:lnTo>
                <a:lnTo>
                  <a:pt x="299" y="50"/>
                </a:lnTo>
                <a:lnTo>
                  <a:pt x="299" y="49"/>
                </a:lnTo>
                <a:lnTo>
                  <a:pt x="299" y="48"/>
                </a:lnTo>
                <a:lnTo>
                  <a:pt x="300" y="48"/>
                </a:lnTo>
                <a:lnTo>
                  <a:pt x="301" y="47"/>
                </a:lnTo>
                <a:lnTo>
                  <a:pt x="301" y="46"/>
                </a:lnTo>
                <a:lnTo>
                  <a:pt x="300" y="46"/>
                </a:lnTo>
                <a:lnTo>
                  <a:pt x="301" y="45"/>
                </a:lnTo>
                <a:lnTo>
                  <a:pt x="302" y="44"/>
                </a:lnTo>
                <a:lnTo>
                  <a:pt x="301" y="44"/>
                </a:lnTo>
                <a:lnTo>
                  <a:pt x="299" y="41"/>
                </a:lnTo>
                <a:lnTo>
                  <a:pt x="299" y="40"/>
                </a:lnTo>
                <a:lnTo>
                  <a:pt x="298" y="39"/>
                </a:lnTo>
                <a:lnTo>
                  <a:pt x="297" y="38"/>
                </a:lnTo>
                <a:lnTo>
                  <a:pt x="298" y="36"/>
                </a:lnTo>
                <a:lnTo>
                  <a:pt x="299" y="35"/>
                </a:lnTo>
                <a:lnTo>
                  <a:pt x="300" y="34"/>
                </a:lnTo>
                <a:lnTo>
                  <a:pt x="301" y="33"/>
                </a:lnTo>
                <a:lnTo>
                  <a:pt x="302" y="33"/>
                </a:lnTo>
                <a:lnTo>
                  <a:pt x="303" y="33"/>
                </a:lnTo>
                <a:lnTo>
                  <a:pt x="304" y="32"/>
                </a:lnTo>
                <a:lnTo>
                  <a:pt x="304" y="31"/>
                </a:lnTo>
                <a:lnTo>
                  <a:pt x="303" y="31"/>
                </a:lnTo>
                <a:lnTo>
                  <a:pt x="302" y="31"/>
                </a:lnTo>
                <a:lnTo>
                  <a:pt x="302" y="30"/>
                </a:lnTo>
                <a:lnTo>
                  <a:pt x="302" y="29"/>
                </a:lnTo>
                <a:lnTo>
                  <a:pt x="301" y="29"/>
                </a:lnTo>
                <a:lnTo>
                  <a:pt x="300" y="28"/>
                </a:lnTo>
                <a:lnTo>
                  <a:pt x="300" y="27"/>
                </a:lnTo>
                <a:lnTo>
                  <a:pt x="298" y="27"/>
                </a:lnTo>
                <a:lnTo>
                  <a:pt x="297" y="27"/>
                </a:lnTo>
                <a:lnTo>
                  <a:pt x="296" y="27"/>
                </a:lnTo>
                <a:lnTo>
                  <a:pt x="295" y="27"/>
                </a:lnTo>
                <a:lnTo>
                  <a:pt x="294" y="27"/>
                </a:lnTo>
                <a:lnTo>
                  <a:pt x="295" y="27"/>
                </a:lnTo>
                <a:lnTo>
                  <a:pt x="295" y="28"/>
                </a:lnTo>
                <a:lnTo>
                  <a:pt x="294" y="28"/>
                </a:lnTo>
                <a:lnTo>
                  <a:pt x="294" y="27"/>
                </a:lnTo>
                <a:lnTo>
                  <a:pt x="293" y="28"/>
                </a:lnTo>
                <a:lnTo>
                  <a:pt x="292" y="28"/>
                </a:lnTo>
                <a:lnTo>
                  <a:pt x="291" y="28"/>
                </a:lnTo>
                <a:lnTo>
                  <a:pt x="291" y="27"/>
                </a:lnTo>
                <a:lnTo>
                  <a:pt x="290" y="27"/>
                </a:lnTo>
                <a:lnTo>
                  <a:pt x="289" y="27"/>
                </a:lnTo>
                <a:lnTo>
                  <a:pt x="288" y="27"/>
                </a:lnTo>
                <a:lnTo>
                  <a:pt x="288" y="26"/>
                </a:lnTo>
                <a:lnTo>
                  <a:pt x="289" y="26"/>
                </a:lnTo>
                <a:lnTo>
                  <a:pt x="289" y="24"/>
                </a:lnTo>
                <a:lnTo>
                  <a:pt x="288" y="24"/>
                </a:lnTo>
                <a:lnTo>
                  <a:pt x="288" y="23"/>
                </a:lnTo>
                <a:lnTo>
                  <a:pt x="287" y="21"/>
                </a:lnTo>
                <a:lnTo>
                  <a:pt x="288" y="20"/>
                </a:lnTo>
                <a:lnTo>
                  <a:pt x="287" y="19"/>
                </a:lnTo>
                <a:lnTo>
                  <a:pt x="287" y="18"/>
                </a:lnTo>
                <a:lnTo>
                  <a:pt x="288" y="18"/>
                </a:lnTo>
                <a:lnTo>
                  <a:pt x="289" y="19"/>
                </a:lnTo>
                <a:lnTo>
                  <a:pt x="291" y="18"/>
                </a:lnTo>
                <a:lnTo>
                  <a:pt x="291" y="20"/>
                </a:lnTo>
                <a:lnTo>
                  <a:pt x="292" y="21"/>
                </a:lnTo>
                <a:lnTo>
                  <a:pt x="292" y="22"/>
                </a:lnTo>
                <a:lnTo>
                  <a:pt x="294" y="22"/>
                </a:lnTo>
                <a:lnTo>
                  <a:pt x="294" y="21"/>
                </a:lnTo>
                <a:lnTo>
                  <a:pt x="294" y="20"/>
                </a:lnTo>
                <a:lnTo>
                  <a:pt x="295" y="19"/>
                </a:lnTo>
                <a:lnTo>
                  <a:pt x="296" y="18"/>
                </a:lnTo>
                <a:lnTo>
                  <a:pt x="297" y="18"/>
                </a:lnTo>
                <a:lnTo>
                  <a:pt x="298" y="17"/>
                </a:lnTo>
                <a:lnTo>
                  <a:pt x="299" y="16"/>
                </a:lnTo>
                <a:lnTo>
                  <a:pt x="299" y="17"/>
                </a:lnTo>
                <a:lnTo>
                  <a:pt x="300" y="17"/>
                </a:lnTo>
                <a:lnTo>
                  <a:pt x="301" y="17"/>
                </a:lnTo>
                <a:lnTo>
                  <a:pt x="302" y="17"/>
                </a:lnTo>
                <a:lnTo>
                  <a:pt x="303" y="17"/>
                </a:lnTo>
                <a:lnTo>
                  <a:pt x="303" y="16"/>
                </a:lnTo>
                <a:lnTo>
                  <a:pt x="304" y="15"/>
                </a:lnTo>
                <a:lnTo>
                  <a:pt x="306" y="14"/>
                </a:lnTo>
                <a:lnTo>
                  <a:pt x="307" y="13"/>
                </a:lnTo>
                <a:lnTo>
                  <a:pt x="307" y="14"/>
                </a:lnTo>
                <a:lnTo>
                  <a:pt x="308" y="13"/>
                </a:lnTo>
                <a:lnTo>
                  <a:pt x="308" y="12"/>
                </a:lnTo>
                <a:lnTo>
                  <a:pt x="309" y="12"/>
                </a:lnTo>
                <a:lnTo>
                  <a:pt x="309" y="10"/>
                </a:lnTo>
                <a:lnTo>
                  <a:pt x="310" y="10"/>
                </a:lnTo>
                <a:lnTo>
                  <a:pt x="310" y="9"/>
                </a:lnTo>
                <a:lnTo>
                  <a:pt x="311" y="10"/>
                </a:lnTo>
                <a:lnTo>
                  <a:pt x="312" y="10"/>
                </a:lnTo>
                <a:lnTo>
                  <a:pt x="312" y="9"/>
                </a:lnTo>
                <a:lnTo>
                  <a:pt x="312" y="8"/>
                </a:lnTo>
                <a:lnTo>
                  <a:pt x="311" y="8"/>
                </a:lnTo>
                <a:lnTo>
                  <a:pt x="311" y="7"/>
                </a:lnTo>
                <a:lnTo>
                  <a:pt x="311" y="6"/>
                </a:lnTo>
                <a:lnTo>
                  <a:pt x="312" y="6"/>
                </a:lnTo>
                <a:lnTo>
                  <a:pt x="312" y="5"/>
                </a:lnTo>
                <a:lnTo>
                  <a:pt x="313" y="5"/>
                </a:lnTo>
                <a:lnTo>
                  <a:pt x="314" y="5"/>
                </a:lnTo>
                <a:lnTo>
                  <a:pt x="314" y="4"/>
                </a:lnTo>
                <a:lnTo>
                  <a:pt x="313" y="4"/>
                </a:lnTo>
                <a:lnTo>
                  <a:pt x="314" y="3"/>
                </a:lnTo>
                <a:lnTo>
                  <a:pt x="314" y="2"/>
                </a:lnTo>
                <a:lnTo>
                  <a:pt x="315" y="2"/>
                </a:lnTo>
                <a:lnTo>
                  <a:pt x="316" y="2"/>
                </a:lnTo>
                <a:lnTo>
                  <a:pt x="316" y="3"/>
                </a:lnTo>
                <a:lnTo>
                  <a:pt x="316" y="4"/>
                </a:lnTo>
                <a:lnTo>
                  <a:pt x="317" y="5"/>
                </a:lnTo>
                <a:lnTo>
                  <a:pt x="317" y="4"/>
                </a:lnTo>
                <a:lnTo>
                  <a:pt x="318" y="4"/>
                </a:lnTo>
                <a:lnTo>
                  <a:pt x="319" y="4"/>
                </a:lnTo>
                <a:lnTo>
                  <a:pt x="319" y="3"/>
                </a:lnTo>
                <a:lnTo>
                  <a:pt x="319" y="2"/>
                </a:lnTo>
                <a:lnTo>
                  <a:pt x="320" y="1"/>
                </a:lnTo>
                <a:lnTo>
                  <a:pt x="321" y="0"/>
                </a:lnTo>
                <a:lnTo>
                  <a:pt x="322" y="0"/>
                </a:lnTo>
                <a:lnTo>
                  <a:pt x="323" y="0"/>
                </a:lnTo>
                <a:lnTo>
                  <a:pt x="323" y="1"/>
                </a:lnTo>
                <a:lnTo>
                  <a:pt x="324" y="1"/>
                </a:lnTo>
                <a:lnTo>
                  <a:pt x="324" y="2"/>
                </a:lnTo>
                <a:lnTo>
                  <a:pt x="324" y="1"/>
                </a:lnTo>
                <a:lnTo>
                  <a:pt x="325" y="1"/>
                </a:lnTo>
                <a:lnTo>
                  <a:pt x="324" y="1"/>
                </a:lnTo>
                <a:lnTo>
                  <a:pt x="325" y="1"/>
                </a:lnTo>
                <a:lnTo>
                  <a:pt x="326" y="2"/>
                </a:lnTo>
                <a:lnTo>
                  <a:pt x="327" y="2"/>
                </a:lnTo>
                <a:lnTo>
                  <a:pt x="327" y="1"/>
                </a:lnTo>
                <a:lnTo>
                  <a:pt x="326" y="1"/>
                </a:lnTo>
                <a:lnTo>
                  <a:pt x="326" y="0"/>
                </a:lnTo>
                <a:lnTo>
                  <a:pt x="327" y="0"/>
                </a:lnTo>
                <a:lnTo>
                  <a:pt x="328" y="0"/>
                </a:lnTo>
                <a:lnTo>
                  <a:pt x="327" y="0"/>
                </a:lnTo>
                <a:lnTo>
                  <a:pt x="327" y="1"/>
                </a:lnTo>
                <a:lnTo>
                  <a:pt x="328" y="1"/>
                </a:lnTo>
                <a:lnTo>
                  <a:pt x="328" y="2"/>
                </a:lnTo>
                <a:lnTo>
                  <a:pt x="329" y="4"/>
                </a:lnTo>
                <a:lnTo>
                  <a:pt x="329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6" name=""/>
          <p:cNvSpPr/>
          <p:nvPr/>
        </p:nvSpPr>
        <p:spPr>
          <a:xfrm>
            <a:off x="4428360" y="218664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0" y="5"/>
                </a:moveTo>
                <a:lnTo>
                  <a:pt x="1" y="5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1" y="3"/>
                </a:lnTo>
                <a:lnTo>
                  <a:pt x="1" y="5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7" name=""/>
          <p:cNvSpPr/>
          <p:nvPr/>
        </p:nvSpPr>
        <p:spPr>
          <a:xfrm>
            <a:off x="4429440" y="218556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3" y="0"/>
                </a:moveTo>
                <a:lnTo>
                  <a:pt x="4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6" y="1"/>
                </a:lnTo>
                <a:lnTo>
                  <a:pt x="4" y="1"/>
                </a:lnTo>
                <a:lnTo>
                  <a:pt x="3" y="1"/>
                </a:lnTo>
                <a:lnTo>
                  <a:pt x="3" y="2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8" name=""/>
          <p:cNvSpPr/>
          <p:nvPr/>
        </p:nvSpPr>
        <p:spPr>
          <a:xfrm>
            <a:off x="4419000" y="21837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1"/>
                </a:move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9" name=""/>
          <p:cNvSpPr/>
          <p:nvPr/>
        </p:nvSpPr>
        <p:spPr>
          <a:xfrm>
            <a:off x="4417920" y="21834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3" y="4"/>
                </a:move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5" y="3"/>
                </a:lnTo>
                <a:lnTo>
                  <a:pt x="3" y="3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0" name=""/>
          <p:cNvSpPr/>
          <p:nvPr/>
        </p:nvSpPr>
        <p:spPr>
          <a:xfrm>
            <a:off x="4432320" y="218340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1" name=""/>
          <p:cNvSpPr/>
          <p:nvPr/>
        </p:nvSpPr>
        <p:spPr>
          <a:xfrm>
            <a:off x="4419720" y="218232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6" y="1"/>
                </a:moveTo>
                <a:lnTo>
                  <a:pt x="6" y="2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2" y="2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2" name=""/>
          <p:cNvSpPr/>
          <p:nvPr/>
        </p:nvSpPr>
        <p:spPr>
          <a:xfrm>
            <a:off x="4422600" y="21819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4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3" name=""/>
          <p:cNvSpPr/>
          <p:nvPr/>
        </p:nvSpPr>
        <p:spPr>
          <a:xfrm>
            <a:off x="4421880" y="2181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4" name=""/>
          <p:cNvSpPr/>
          <p:nvPr/>
        </p:nvSpPr>
        <p:spPr>
          <a:xfrm>
            <a:off x="4418280" y="21808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3" y="2"/>
                </a:move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3" y="5"/>
                </a:lnTo>
                <a:lnTo>
                  <a:pt x="3" y="3"/>
                </a:lnTo>
                <a:lnTo>
                  <a:pt x="3" y="5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5" name=""/>
          <p:cNvSpPr/>
          <p:nvPr/>
        </p:nvSpPr>
        <p:spPr>
          <a:xfrm>
            <a:off x="4428360" y="2180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6" name=""/>
          <p:cNvSpPr/>
          <p:nvPr/>
        </p:nvSpPr>
        <p:spPr>
          <a:xfrm>
            <a:off x="4425120" y="2180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7" name=""/>
          <p:cNvSpPr/>
          <p:nvPr/>
        </p:nvSpPr>
        <p:spPr>
          <a:xfrm>
            <a:off x="4428720" y="2180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8" name=""/>
          <p:cNvSpPr/>
          <p:nvPr/>
        </p:nvSpPr>
        <p:spPr>
          <a:xfrm>
            <a:off x="4428720" y="2180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9" name=""/>
          <p:cNvSpPr/>
          <p:nvPr/>
        </p:nvSpPr>
        <p:spPr>
          <a:xfrm>
            <a:off x="4425480" y="21801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4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90" name=""/>
          <p:cNvSpPr/>
          <p:nvPr/>
        </p:nvSpPr>
        <p:spPr>
          <a:xfrm>
            <a:off x="4418280" y="2180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91" name=""/>
          <p:cNvSpPr/>
          <p:nvPr/>
        </p:nvSpPr>
        <p:spPr>
          <a:xfrm>
            <a:off x="4428000" y="21801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2"/>
                </a:move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92" name=""/>
          <p:cNvSpPr/>
          <p:nvPr/>
        </p:nvSpPr>
        <p:spPr>
          <a:xfrm>
            <a:off x="4427640" y="21798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93" name=""/>
          <p:cNvSpPr/>
          <p:nvPr/>
        </p:nvSpPr>
        <p:spPr>
          <a:xfrm>
            <a:off x="4418640" y="2178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94" name=""/>
          <p:cNvSpPr/>
          <p:nvPr/>
        </p:nvSpPr>
        <p:spPr>
          <a:xfrm>
            <a:off x="4429080" y="217800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4" y="3"/>
                </a:moveTo>
                <a:lnTo>
                  <a:pt x="3" y="5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95" name=""/>
          <p:cNvSpPr/>
          <p:nvPr/>
        </p:nvSpPr>
        <p:spPr>
          <a:xfrm>
            <a:off x="4424400" y="21776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96" name=""/>
          <p:cNvSpPr/>
          <p:nvPr/>
        </p:nvSpPr>
        <p:spPr>
          <a:xfrm>
            <a:off x="4422240" y="21765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97" name=""/>
          <p:cNvSpPr/>
          <p:nvPr/>
        </p:nvSpPr>
        <p:spPr>
          <a:xfrm>
            <a:off x="4418640" y="2176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98" name=""/>
          <p:cNvSpPr/>
          <p:nvPr/>
        </p:nvSpPr>
        <p:spPr>
          <a:xfrm>
            <a:off x="4421880" y="21758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99" name=""/>
          <p:cNvSpPr/>
          <p:nvPr/>
        </p:nvSpPr>
        <p:spPr>
          <a:xfrm>
            <a:off x="4421160" y="21664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4" y="2"/>
                </a:moveTo>
                <a:lnTo>
                  <a:pt x="4" y="3"/>
                </a:lnTo>
                <a:lnTo>
                  <a:pt x="5" y="3"/>
                </a:lnTo>
                <a:lnTo>
                  <a:pt x="5" y="5"/>
                </a:lnTo>
                <a:lnTo>
                  <a:pt x="4" y="5"/>
                </a:lnTo>
                <a:lnTo>
                  <a:pt x="2" y="3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0" name=""/>
          <p:cNvSpPr/>
          <p:nvPr/>
        </p:nvSpPr>
        <p:spPr>
          <a:xfrm>
            <a:off x="4422960" y="2163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1" name=""/>
          <p:cNvSpPr/>
          <p:nvPr/>
        </p:nvSpPr>
        <p:spPr>
          <a:xfrm>
            <a:off x="4423320" y="21632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2" name=""/>
          <p:cNvSpPr/>
          <p:nvPr/>
        </p:nvSpPr>
        <p:spPr>
          <a:xfrm>
            <a:off x="4432320" y="21819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3"/>
                </a:moveTo>
                <a:lnTo>
                  <a:pt x="4" y="3"/>
                </a:lnTo>
                <a:lnTo>
                  <a:pt x="4" y="4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3" y="3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3" name=""/>
          <p:cNvSpPr/>
          <p:nvPr/>
        </p:nvSpPr>
        <p:spPr>
          <a:xfrm>
            <a:off x="4434120" y="218160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4" y="2"/>
                </a:move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4" name=""/>
          <p:cNvSpPr/>
          <p:nvPr/>
        </p:nvSpPr>
        <p:spPr>
          <a:xfrm>
            <a:off x="4435560" y="2179800"/>
            <a:ext cx="3600" cy="2160"/>
          </a:xfrm>
          <a:custGeom>
            <a:avLst/>
            <a:gdLst/>
            <a:ahLst/>
            <a:rect l="0" t="0" r="r" b="b"/>
            <a:pathLst>
              <a:path w="10" h="6">
                <a:moveTo>
                  <a:pt x="10" y="0"/>
                </a:moveTo>
                <a:lnTo>
                  <a:pt x="10" y="1"/>
                </a:lnTo>
                <a:lnTo>
                  <a:pt x="9" y="1"/>
                </a:lnTo>
                <a:lnTo>
                  <a:pt x="9" y="2"/>
                </a:lnTo>
                <a:lnTo>
                  <a:pt x="8" y="2"/>
                </a:lnTo>
                <a:lnTo>
                  <a:pt x="8" y="4"/>
                </a:lnTo>
                <a:lnTo>
                  <a:pt x="7" y="4"/>
                </a:lnTo>
                <a:lnTo>
                  <a:pt x="6" y="4"/>
                </a:ln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3" y="4"/>
                </a:ln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  <a:lnTo>
                  <a:pt x="6" y="1"/>
                </a:lnTo>
                <a:lnTo>
                  <a:pt x="8" y="1"/>
                </a:lnTo>
                <a:lnTo>
                  <a:pt x="9" y="1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5" name=""/>
          <p:cNvSpPr/>
          <p:nvPr/>
        </p:nvSpPr>
        <p:spPr>
          <a:xfrm>
            <a:off x="4449240" y="21657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6" name=""/>
          <p:cNvSpPr/>
          <p:nvPr/>
        </p:nvSpPr>
        <p:spPr>
          <a:xfrm>
            <a:off x="4448520" y="21646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3" y="1"/>
                </a:moveTo>
                <a:lnTo>
                  <a:pt x="4" y="1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7" name=""/>
          <p:cNvSpPr/>
          <p:nvPr/>
        </p:nvSpPr>
        <p:spPr>
          <a:xfrm>
            <a:off x="4455360" y="21632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8" name=""/>
          <p:cNvSpPr/>
          <p:nvPr/>
        </p:nvSpPr>
        <p:spPr>
          <a:xfrm>
            <a:off x="4448880" y="21603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1"/>
                </a:move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4" y="3"/>
                </a:lnTo>
                <a:lnTo>
                  <a:pt x="2" y="3"/>
                </a:lnTo>
                <a:lnTo>
                  <a:pt x="0" y="1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9" name=""/>
          <p:cNvSpPr/>
          <p:nvPr/>
        </p:nvSpPr>
        <p:spPr>
          <a:xfrm>
            <a:off x="4451760" y="21603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0" name=""/>
          <p:cNvSpPr/>
          <p:nvPr/>
        </p:nvSpPr>
        <p:spPr>
          <a:xfrm>
            <a:off x="4479120" y="21582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1" name=""/>
          <p:cNvSpPr/>
          <p:nvPr/>
        </p:nvSpPr>
        <p:spPr>
          <a:xfrm>
            <a:off x="4449240" y="21578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2" name=""/>
          <p:cNvSpPr/>
          <p:nvPr/>
        </p:nvSpPr>
        <p:spPr>
          <a:xfrm>
            <a:off x="4447800" y="21574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3" name=""/>
          <p:cNvSpPr/>
          <p:nvPr/>
        </p:nvSpPr>
        <p:spPr>
          <a:xfrm>
            <a:off x="4449240" y="215712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4" name=""/>
          <p:cNvSpPr/>
          <p:nvPr/>
        </p:nvSpPr>
        <p:spPr>
          <a:xfrm>
            <a:off x="4447080" y="21556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5" name=""/>
          <p:cNvSpPr/>
          <p:nvPr/>
        </p:nvSpPr>
        <p:spPr>
          <a:xfrm>
            <a:off x="4458600" y="215532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0"/>
                </a:move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6" name=""/>
          <p:cNvSpPr/>
          <p:nvPr/>
        </p:nvSpPr>
        <p:spPr>
          <a:xfrm>
            <a:off x="4466880" y="215496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7" name=""/>
          <p:cNvSpPr/>
          <p:nvPr/>
        </p:nvSpPr>
        <p:spPr>
          <a:xfrm>
            <a:off x="4464000" y="21531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1"/>
                </a:moveTo>
                <a:lnTo>
                  <a:pt x="1" y="2"/>
                </a:lnTo>
                <a:lnTo>
                  <a:pt x="0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8" name=""/>
          <p:cNvSpPr/>
          <p:nvPr/>
        </p:nvSpPr>
        <p:spPr>
          <a:xfrm>
            <a:off x="4470840" y="21488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9" name=""/>
          <p:cNvSpPr/>
          <p:nvPr/>
        </p:nvSpPr>
        <p:spPr>
          <a:xfrm>
            <a:off x="4534920" y="21355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0" name=""/>
          <p:cNvSpPr/>
          <p:nvPr/>
        </p:nvSpPr>
        <p:spPr>
          <a:xfrm>
            <a:off x="4535280" y="2135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1" name=""/>
          <p:cNvSpPr/>
          <p:nvPr/>
        </p:nvSpPr>
        <p:spPr>
          <a:xfrm>
            <a:off x="4523760" y="2127600"/>
            <a:ext cx="7200" cy="3600"/>
          </a:xfrm>
          <a:custGeom>
            <a:avLst/>
            <a:gdLst/>
            <a:ahLst/>
            <a:rect l="0" t="0" r="r" b="b"/>
            <a:pathLst>
              <a:path w="20" h="10">
                <a:moveTo>
                  <a:pt x="18" y="1"/>
                </a:moveTo>
                <a:lnTo>
                  <a:pt x="18" y="2"/>
                </a:lnTo>
                <a:lnTo>
                  <a:pt x="17" y="2"/>
                </a:lnTo>
                <a:lnTo>
                  <a:pt x="18" y="3"/>
                </a:lnTo>
                <a:lnTo>
                  <a:pt x="18" y="2"/>
                </a:lnTo>
                <a:lnTo>
                  <a:pt x="19" y="2"/>
                </a:lnTo>
                <a:lnTo>
                  <a:pt x="19" y="3"/>
                </a:lnTo>
                <a:lnTo>
                  <a:pt x="20" y="4"/>
                </a:lnTo>
                <a:lnTo>
                  <a:pt x="19" y="4"/>
                </a:lnTo>
                <a:lnTo>
                  <a:pt x="18" y="4"/>
                </a:lnTo>
                <a:lnTo>
                  <a:pt x="18" y="5"/>
                </a:lnTo>
                <a:lnTo>
                  <a:pt x="18" y="6"/>
                </a:lnTo>
                <a:lnTo>
                  <a:pt x="19" y="6"/>
                </a:lnTo>
                <a:lnTo>
                  <a:pt x="19" y="7"/>
                </a:lnTo>
                <a:lnTo>
                  <a:pt x="19" y="9"/>
                </a:lnTo>
                <a:lnTo>
                  <a:pt x="18" y="10"/>
                </a:lnTo>
                <a:lnTo>
                  <a:pt x="18" y="9"/>
                </a:lnTo>
                <a:lnTo>
                  <a:pt x="18" y="10"/>
                </a:lnTo>
                <a:lnTo>
                  <a:pt x="17" y="10"/>
                </a:lnTo>
                <a:lnTo>
                  <a:pt x="17" y="9"/>
                </a:lnTo>
                <a:lnTo>
                  <a:pt x="16" y="9"/>
                </a:lnTo>
                <a:lnTo>
                  <a:pt x="16" y="10"/>
                </a:lnTo>
                <a:lnTo>
                  <a:pt x="15" y="10"/>
                </a:lnTo>
                <a:lnTo>
                  <a:pt x="15" y="9"/>
                </a:lnTo>
                <a:lnTo>
                  <a:pt x="14" y="7"/>
                </a:lnTo>
                <a:lnTo>
                  <a:pt x="13" y="7"/>
                </a:lnTo>
                <a:lnTo>
                  <a:pt x="12" y="7"/>
                </a:lnTo>
                <a:lnTo>
                  <a:pt x="12" y="9"/>
                </a:lnTo>
                <a:lnTo>
                  <a:pt x="11" y="9"/>
                </a:lnTo>
                <a:lnTo>
                  <a:pt x="10" y="9"/>
                </a:lnTo>
                <a:lnTo>
                  <a:pt x="9" y="9"/>
                </a:lnTo>
                <a:lnTo>
                  <a:pt x="9" y="7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lnTo>
                  <a:pt x="5" y="2"/>
                </a:lnTo>
                <a:lnTo>
                  <a:pt x="5" y="3"/>
                </a:lnTo>
                <a:lnTo>
                  <a:pt x="6" y="4"/>
                </a:lnTo>
                <a:lnTo>
                  <a:pt x="8" y="5"/>
                </a:lnTo>
                <a:lnTo>
                  <a:pt x="9" y="5"/>
                </a:lnTo>
                <a:lnTo>
                  <a:pt x="9" y="4"/>
                </a:lnTo>
                <a:lnTo>
                  <a:pt x="10" y="3"/>
                </a:lnTo>
                <a:lnTo>
                  <a:pt x="11" y="2"/>
                </a:lnTo>
                <a:lnTo>
                  <a:pt x="11" y="1"/>
                </a:lnTo>
                <a:lnTo>
                  <a:pt x="12" y="1"/>
                </a:lnTo>
                <a:lnTo>
                  <a:pt x="13" y="1"/>
                </a:lnTo>
                <a:lnTo>
                  <a:pt x="13" y="2"/>
                </a:lnTo>
                <a:lnTo>
                  <a:pt x="14" y="2"/>
                </a:lnTo>
                <a:lnTo>
                  <a:pt x="15" y="2"/>
                </a:lnTo>
                <a:lnTo>
                  <a:pt x="16" y="2"/>
                </a:lnTo>
                <a:lnTo>
                  <a:pt x="16" y="1"/>
                </a:lnTo>
                <a:lnTo>
                  <a:pt x="16" y="0"/>
                </a:lnTo>
                <a:lnTo>
                  <a:pt x="17" y="0"/>
                </a:lnTo>
                <a:lnTo>
                  <a:pt x="18" y="0"/>
                </a:lnTo>
                <a:lnTo>
                  <a:pt x="18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2" name=""/>
          <p:cNvSpPr/>
          <p:nvPr/>
        </p:nvSpPr>
        <p:spPr>
          <a:xfrm>
            <a:off x="4528800" y="2127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3" name=""/>
          <p:cNvSpPr/>
          <p:nvPr/>
        </p:nvSpPr>
        <p:spPr>
          <a:xfrm>
            <a:off x="4527720" y="21243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4" name=""/>
          <p:cNvSpPr/>
          <p:nvPr/>
        </p:nvSpPr>
        <p:spPr>
          <a:xfrm>
            <a:off x="4526280" y="21240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5" name=""/>
          <p:cNvSpPr/>
          <p:nvPr/>
        </p:nvSpPr>
        <p:spPr>
          <a:xfrm>
            <a:off x="4244400" y="2193840"/>
            <a:ext cx="2160" cy="5040"/>
          </a:xfrm>
          <a:custGeom>
            <a:avLst/>
            <a:gdLst/>
            <a:ahLst/>
            <a:rect l="0" t="0" r="r" b="b"/>
            <a:pathLst>
              <a:path w="6" h="14">
                <a:moveTo>
                  <a:pt x="5" y="4"/>
                </a:moveTo>
                <a:lnTo>
                  <a:pt x="5" y="5"/>
                </a:lnTo>
                <a:lnTo>
                  <a:pt x="4" y="5"/>
                </a:lnTo>
                <a:lnTo>
                  <a:pt x="4" y="6"/>
                </a:lnTo>
                <a:lnTo>
                  <a:pt x="4" y="7"/>
                </a:lnTo>
                <a:lnTo>
                  <a:pt x="5" y="7"/>
                </a:lnTo>
                <a:lnTo>
                  <a:pt x="5" y="9"/>
                </a:lnTo>
                <a:lnTo>
                  <a:pt x="4" y="9"/>
                </a:lnTo>
                <a:lnTo>
                  <a:pt x="4" y="10"/>
                </a:lnTo>
                <a:lnTo>
                  <a:pt x="4" y="11"/>
                </a:lnTo>
                <a:lnTo>
                  <a:pt x="2" y="11"/>
                </a:lnTo>
                <a:lnTo>
                  <a:pt x="1" y="11"/>
                </a:lnTo>
                <a:lnTo>
                  <a:pt x="2" y="12"/>
                </a:lnTo>
                <a:lnTo>
                  <a:pt x="4" y="12"/>
                </a:lnTo>
                <a:lnTo>
                  <a:pt x="4" y="13"/>
                </a:lnTo>
                <a:lnTo>
                  <a:pt x="2" y="14"/>
                </a:lnTo>
                <a:lnTo>
                  <a:pt x="1" y="13"/>
                </a:lnTo>
                <a:lnTo>
                  <a:pt x="1" y="11"/>
                </a:lnTo>
                <a:lnTo>
                  <a:pt x="0" y="11"/>
                </a:lnTo>
                <a:lnTo>
                  <a:pt x="0" y="9"/>
                </a:lnTo>
                <a:lnTo>
                  <a:pt x="0" y="7"/>
                </a:lnTo>
                <a:lnTo>
                  <a:pt x="1" y="7"/>
                </a:lnTo>
                <a:lnTo>
                  <a:pt x="1" y="6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4" y="2"/>
                </a:lnTo>
                <a:lnTo>
                  <a:pt x="2" y="2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  <a:lnTo>
                  <a:pt x="5" y="1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6" y="4"/>
                </a:lnTo>
                <a:lnTo>
                  <a:pt x="5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6" name=""/>
          <p:cNvSpPr/>
          <p:nvPr/>
        </p:nvSpPr>
        <p:spPr>
          <a:xfrm>
            <a:off x="4245120" y="21942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7" name=""/>
          <p:cNvSpPr/>
          <p:nvPr/>
        </p:nvSpPr>
        <p:spPr>
          <a:xfrm>
            <a:off x="4244400" y="21927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2"/>
                </a:moveTo>
                <a:lnTo>
                  <a:pt x="0" y="2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8" name=""/>
          <p:cNvSpPr/>
          <p:nvPr/>
        </p:nvSpPr>
        <p:spPr>
          <a:xfrm>
            <a:off x="4252320" y="21916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4" y="2"/>
                </a:moveTo>
                <a:lnTo>
                  <a:pt x="4" y="3"/>
                </a:lnTo>
                <a:lnTo>
                  <a:pt x="2" y="5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9" name=""/>
          <p:cNvSpPr/>
          <p:nvPr/>
        </p:nvSpPr>
        <p:spPr>
          <a:xfrm>
            <a:off x="4252320" y="21913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30" name=""/>
          <p:cNvSpPr/>
          <p:nvPr/>
        </p:nvSpPr>
        <p:spPr>
          <a:xfrm>
            <a:off x="4251960" y="21906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3" y="3"/>
                </a:moveTo>
                <a:lnTo>
                  <a:pt x="1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31" name=""/>
          <p:cNvSpPr/>
          <p:nvPr/>
        </p:nvSpPr>
        <p:spPr>
          <a:xfrm>
            <a:off x="4251960" y="2190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32" name=""/>
          <p:cNvSpPr/>
          <p:nvPr/>
        </p:nvSpPr>
        <p:spPr>
          <a:xfrm>
            <a:off x="4118400" y="2020680"/>
            <a:ext cx="247320" cy="183960"/>
          </a:xfrm>
          <a:custGeom>
            <a:avLst/>
            <a:gdLst/>
            <a:ahLst/>
            <a:rect l="0" t="0" r="r" b="b"/>
            <a:pathLst>
              <a:path w="687" h="511">
                <a:moveTo>
                  <a:pt x="592" y="5"/>
                </a:moveTo>
                <a:lnTo>
                  <a:pt x="593" y="5"/>
                </a:lnTo>
                <a:lnTo>
                  <a:pt x="594" y="5"/>
                </a:lnTo>
                <a:lnTo>
                  <a:pt x="595" y="5"/>
                </a:lnTo>
                <a:lnTo>
                  <a:pt x="595" y="6"/>
                </a:lnTo>
                <a:lnTo>
                  <a:pt x="596" y="7"/>
                </a:lnTo>
                <a:lnTo>
                  <a:pt x="596" y="6"/>
                </a:lnTo>
                <a:lnTo>
                  <a:pt x="597" y="6"/>
                </a:lnTo>
                <a:lnTo>
                  <a:pt x="598" y="6"/>
                </a:lnTo>
                <a:lnTo>
                  <a:pt x="599" y="7"/>
                </a:lnTo>
                <a:lnTo>
                  <a:pt x="599" y="8"/>
                </a:lnTo>
                <a:lnTo>
                  <a:pt x="600" y="8"/>
                </a:lnTo>
                <a:lnTo>
                  <a:pt x="601" y="8"/>
                </a:lnTo>
                <a:lnTo>
                  <a:pt x="602" y="8"/>
                </a:lnTo>
                <a:lnTo>
                  <a:pt x="603" y="8"/>
                </a:lnTo>
                <a:lnTo>
                  <a:pt x="604" y="8"/>
                </a:lnTo>
                <a:lnTo>
                  <a:pt x="606" y="8"/>
                </a:lnTo>
                <a:lnTo>
                  <a:pt x="607" y="7"/>
                </a:lnTo>
                <a:lnTo>
                  <a:pt x="607" y="8"/>
                </a:lnTo>
                <a:lnTo>
                  <a:pt x="608" y="8"/>
                </a:lnTo>
                <a:lnTo>
                  <a:pt x="609" y="8"/>
                </a:lnTo>
                <a:lnTo>
                  <a:pt x="610" y="8"/>
                </a:lnTo>
                <a:lnTo>
                  <a:pt x="610" y="9"/>
                </a:lnTo>
                <a:lnTo>
                  <a:pt x="610" y="10"/>
                </a:lnTo>
                <a:lnTo>
                  <a:pt x="610" y="11"/>
                </a:lnTo>
                <a:lnTo>
                  <a:pt x="610" y="12"/>
                </a:lnTo>
                <a:lnTo>
                  <a:pt x="611" y="12"/>
                </a:lnTo>
                <a:lnTo>
                  <a:pt x="612" y="12"/>
                </a:lnTo>
                <a:lnTo>
                  <a:pt x="614" y="12"/>
                </a:lnTo>
                <a:lnTo>
                  <a:pt x="615" y="12"/>
                </a:lnTo>
                <a:lnTo>
                  <a:pt x="615" y="11"/>
                </a:lnTo>
                <a:lnTo>
                  <a:pt x="616" y="12"/>
                </a:lnTo>
                <a:lnTo>
                  <a:pt x="617" y="12"/>
                </a:lnTo>
                <a:lnTo>
                  <a:pt x="617" y="13"/>
                </a:lnTo>
                <a:lnTo>
                  <a:pt x="618" y="15"/>
                </a:lnTo>
                <a:lnTo>
                  <a:pt x="617" y="15"/>
                </a:lnTo>
                <a:lnTo>
                  <a:pt x="617" y="16"/>
                </a:lnTo>
                <a:lnTo>
                  <a:pt x="617" y="17"/>
                </a:lnTo>
                <a:lnTo>
                  <a:pt x="616" y="17"/>
                </a:lnTo>
                <a:lnTo>
                  <a:pt x="616" y="18"/>
                </a:lnTo>
                <a:lnTo>
                  <a:pt x="616" y="20"/>
                </a:lnTo>
                <a:lnTo>
                  <a:pt x="616" y="22"/>
                </a:lnTo>
                <a:lnTo>
                  <a:pt x="615" y="23"/>
                </a:lnTo>
                <a:lnTo>
                  <a:pt x="615" y="24"/>
                </a:lnTo>
                <a:lnTo>
                  <a:pt x="614" y="25"/>
                </a:lnTo>
                <a:lnTo>
                  <a:pt x="615" y="25"/>
                </a:lnTo>
                <a:lnTo>
                  <a:pt x="616" y="26"/>
                </a:lnTo>
                <a:lnTo>
                  <a:pt x="615" y="26"/>
                </a:lnTo>
                <a:lnTo>
                  <a:pt x="615" y="27"/>
                </a:lnTo>
                <a:lnTo>
                  <a:pt x="616" y="27"/>
                </a:lnTo>
                <a:lnTo>
                  <a:pt x="615" y="28"/>
                </a:lnTo>
                <a:lnTo>
                  <a:pt x="614" y="28"/>
                </a:lnTo>
                <a:lnTo>
                  <a:pt x="614" y="29"/>
                </a:lnTo>
                <a:lnTo>
                  <a:pt x="614" y="31"/>
                </a:lnTo>
                <a:lnTo>
                  <a:pt x="614" y="32"/>
                </a:lnTo>
                <a:lnTo>
                  <a:pt x="615" y="33"/>
                </a:lnTo>
                <a:lnTo>
                  <a:pt x="615" y="34"/>
                </a:lnTo>
                <a:lnTo>
                  <a:pt x="615" y="35"/>
                </a:lnTo>
                <a:lnTo>
                  <a:pt x="615" y="34"/>
                </a:lnTo>
                <a:lnTo>
                  <a:pt x="614" y="34"/>
                </a:lnTo>
                <a:lnTo>
                  <a:pt x="613" y="34"/>
                </a:lnTo>
                <a:lnTo>
                  <a:pt x="612" y="34"/>
                </a:lnTo>
                <a:lnTo>
                  <a:pt x="612" y="36"/>
                </a:lnTo>
                <a:lnTo>
                  <a:pt x="611" y="37"/>
                </a:lnTo>
                <a:lnTo>
                  <a:pt x="611" y="38"/>
                </a:lnTo>
                <a:lnTo>
                  <a:pt x="610" y="38"/>
                </a:lnTo>
                <a:lnTo>
                  <a:pt x="610" y="39"/>
                </a:lnTo>
                <a:lnTo>
                  <a:pt x="610" y="41"/>
                </a:lnTo>
                <a:lnTo>
                  <a:pt x="610" y="42"/>
                </a:lnTo>
                <a:lnTo>
                  <a:pt x="609" y="42"/>
                </a:lnTo>
                <a:lnTo>
                  <a:pt x="609" y="44"/>
                </a:lnTo>
                <a:lnTo>
                  <a:pt x="610" y="44"/>
                </a:lnTo>
                <a:lnTo>
                  <a:pt x="610" y="45"/>
                </a:lnTo>
                <a:lnTo>
                  <a:pt x="611" y="46"/>
                </a:lnTo>
                <a:lnTo>
                  <a:pt x="611" y="47"/>
                </a:lnTo>
                <a:lnTo>
                  <a:pt x="612" y="48"/>
                </a:lnTo>
                <a:lnTo>
                  <a:pt x="612" y="49"/>
                </a:lnTo>
                <a:lnTo>
                  <a:pt x="612" y="50"/>
                </a:lnTo>
                <a:lnTo>
                  <a:pt x="613" y="50"/>
                </a:lnTo>
                <a:lnTo>
                  <a:pt x="614" y="51"/>
                </a:lnTo>
                <a:lnTo>
                  <a:pt x="614" y="52"/>
                </a:lnTo>
                <a:lnTo>
                  <a:pt x="614" y="53"/>
                </a:lnTo>
                <a:lnTo>
                  <a:pt x="615" y="53"/>
                </a:lnTo>
                <a:lnTo>
                  <a:pt x="616" y="53"/>
                </a:lnTo>
                <a:lnTo>
                  <a:pt x="617" y="54"/>
                </a:lnTo>
                <a:lnTo>
                  <a:pt x="618" y="54"/>
                </a:lnTo>
                <a:lnTo>
                  <a:pt x="618" y="53"/>
                </a:lnTo>
                <a:lnTo>
                  <a:pt x="617" y="53"/>
                </a:lnTo>
                <a:lnTo>
                  <a:pt x="618" y="53"/>
                </a:lnTo>
                <a:lnTo>
                  <a:pt x="618" y="52"/>
                </a:lnTo>
                <a:lnTo>
                  <a:pt x="619" y="51"/>
                </a:lnTo>
                <a:lnTo>
                  <a:pt x="620" y="50"/>
                </a:lnTo>
                <a:lnTo>
                  <a:pt x="621" y="50"/>
                </a:lnTo>
                <a:lnTo>
                  <a:pt x="621" y="49"/>
                </a:lnTo>
                <a:lnTo>
                  <a:pt x="622" y="49"/>
                </a:lnTo>
                <a:lnTo>
                  <a:pt x="623" y="50"/>
                </a:lnTo>
                <a:lnTo>
                  <a:pt x="624" y="50"/>
                </a:lnTo>
                <a:lnTo>
                  <a:pt x="624" y="49"/>
                </a:lnTo>
                <a:lnTo>
                  <a:pt x="625" y="49"/>
                </a:lnTo>
                <a:lnTo>
                  <a:pt x="626" y="50"/>
                </a:lnTo>
                <a:lnTo>
                  <a:pt x="625" y="50"/>
                </a:lnTo>
                <a:lnTo>
                  <a:pt x="626" y="51"/>
                </a:lnTo>
                <a:lnTo>
                  <a:pt x="628" y="51"/>
                </a:lnTo>
                <a:lnTo>
                  <a:pt x="628" y="52"/>
                </a:lnTo>
                <a:lnTo>
                  <a:pt x="629" y="52"/>
                </a:lnTo>
                <a:lnTo>
                  <a:pt x="629" y="51"/>
                </a:lnTo>
                <a:lnTo>
                  <a:pt x="630" y="51"/>
                </a:lnTo>
                <a:lnTo>
                  <a:pt x="631" y="51"/>
                </a:lnTo>
                <a:lnTo>
                  <a:pt x="632" y="51"/>
                </a:lnTo>
                <a:lnTo>
                  <a:pt x="633" y="51"/>
                </a:lnTo>
                <a:lnTo>
                  <a:pt x="633" y="52"/>
                </a:lnTo>
                <a:lnTo>
                  <a:pt x="634" y="52"/>
                </a:lnTo>
                <a:lnTo>
                  <a:pt x="636" y="52"/>
                </a:lnTo>
                <a:lnTo>
                  <a:pt x="636" y="53"/>
                </a:lnTo>
                <a:lnTo>
                  <a:pt x="635" y="54"/>
                </a:lnTo>
                <a:lnTo>
                  <a:pt x="634" y="54"/>
                </a:lnTo>
                <a:lnTo>
                  <a:pt x="633" y="54"/>
                </a:lnTo>
                <a:lnTo>
                  <a:pt x="633" y="55"/>
                </a:lnTo>
                <a:lnTo>
                  <a:pt x="632" y="55"/>
                </a:lnTo>
                <a:lnTo>
                  <a:pt x="631" y="55"/>
                </a:lnTo>
                <a:lnTo>
                  <a:pt x="630" y="56"/>
                </a:lnTo>
                <a:lnTo>
                  <a:pt x="630" y="57"/>
                </a:lnTo>
                <a:lnTo>
                  <a:pt x="630" y="58"/>
                </a:lnTo>
                <a:lnTo>
                  <a:pt x="631" y="58"/>
                </a:lnTo>
                <a:lnTo>
                  <a:pt x="631" y="59"/>
                </a:lnTo>
                <a:lnTo>
                  <a:pt x="631" y="60"/>
                </a:lnTo>
                <a:lnTo>
                  <a:pt x="631" y="61"/>
                </a:lnTo>
                <a:lnTo>
                  <a:pt x="631" y="62"/>
                </a:lnTo>
                <a:lnTo>
                  <a:pt x="631" y="63"/>
                </a:lnTo>
                <a:lnTo>
                  <a:pt x="629" y="63"/>
                </a:lnTo>
                <a:lnTo>
                  <a:pt x="628" y="64"/>
                </a:lnTo>
                <a:lnTo>
                  <a:pt x="628" y="65"/>
                </a:lnTo>
                <a:lnTo>
                  <a:pt x="628" y="66"/>
                </a:lnTo>
                <a:lnTo>
                  <a:pt x="627" y="66"/>
                </a:lnTo>
                <a:lnTo>
                  <a:pt x="626" y="66"/>
                </a:lnTo>
                <a:lnTo>
                  <a:pt x="625" y="66"/>
                </a:lnTo>
                <a:lnTo>
                  <a:pt x="624" y="67"/>
                </a:lnTo>
                <a:lnTo>
                  <a:pt x="623" y="67"/>
                </a:lnTo>
                <a:lnTo>
                  <a:pt x="622" y="67"/>
                </a:lnTo>
                <a:lnTo>
                  <a:pt x="621" y="67"/>
                </a:lnTo>
                <a:lnTo>
                  <a:pt x="621" y="66"/>
                </a:lnTo>
                <a:lnTo>
                  <a:pt x="620" y="67"/>
                </a:lnTo>
                <a:lnTo>
                  <a:pt x="619" y="68"/>
                </a:lnTo>
                <a:lnTo>
                  <a:pt x="619" y="69"/>
                </a:lnTo>
                <a:lnTo>
                  <a:pt x="619" y="71"/>
                </a:lnTo>
                <a:lnTo>
                  <a:pt x="620" y="71"/>
                </a:lnTo>
                <a:lnTo>
                  <a:pt x="620" y="73"/>
                </a:lnTo>
                <a:lnTo>
                  <a:pt x="620" y="74"/>
                </a:lnTo>
                <a:lnTo>
                  <a:pt x="619" y="74"/>
                </a:lnTo>
                <a:lnTo>
                  <a:pt x="619" y="75"/>
                </a:lnTo>
                <a:lnTo>
                  <a:pt x="619" y="76"/>
                </a:lnTo>
                <a:lnTo>
                  <a:pt x="620" y="77"/>
                </a:lnTo>
                <a:lnTo>
                  <a:pt x="621" y="78"/>
                </a:lnTo>
                <a:lnTo>
                  <a:pt x="622" y="78"/>
                </a:lnTo>
                <a:lnTo>
                  <a:pt x="622" y="79"/>
                </a:lnTo>
                <a:lnTo>
                  <a:pt x="622" y="80"/>
                </a:lnTo>
                <a:lnTo>
                  <a:pt x="622" y="81"/>
                </a:lnTo>
                <a:lnTo>
                  <a:pt x="621" y="82"/>
                </a:lnTo>
                <a:lnTo>
                  <a:pt x="621" y="84"/>
                </a:lnTo>
                <a:lnTo>
                  <a:pt x="620" y="85"/>
                </a:lnTo>
                <a:lnTo>
                  <a:pt x="620" y="86"/>
                </a:lnTo>
                <a:lnTo>
                  <a:pt x="621" y="86"/>
                </a:lnTo>
                <a:lnTo>
                  <a:pt x="621" y="87"/>
                </a:lnTo>
                <a:lnTo>
                  <a:pt x="621" y="88"/>
                </a:lnTo>
                <a:lnTo>
                  <a:pt x="620" y="90"/>
                </a:lnTo>
                <a:lnTo>
                  <a:pt x="620" y="91"/>
                </a:lnTo>
                <a:lnTo>
                  <a:pt x="620" y="92"/>
                </a:lnTo>
                <a:lnTo>
                  <a:pt x="619" y="93"/>
                </a:lnTo>
                <a:lnTo>
                  <a:pt x="618" y="94"/>
                </a:lnTo>
                <a:lnTo>
                  <a:pt x="618" y="95"/>
                </a:lnTo>
                <a:lnTo>
                  <a:pt x="619" y="95"/>
                </a:lnTo>
                <a:lnTo>
                  <a:pt x="618" y="96"/>
                </a:lnTo>
                <a:lnTo>
                  <a:pt x="618" y="97"/>
                </a:lnTo>
                <a:lnTo>
                  <a:pt x="617" y="97"/>
                </a:lnTo>
                <a:lnTo>
                  <a:pt x="617" y="98"/>
                </a:lnTo>
                <a:lnTo>
                  <a:pt x="616" y="98"/>
                </a:lnTo>
                <a:lnTo>
                  <a:pt x="615" y="98"/>
                </a:lnTo>
                <a:lnTo>
                  <a:pt x="615" y="99"/>
                </a:lnTo>
                <a:lnTo>
                  <a:pt x="614" y="101"/>
                </a:lnTo>
                <a:lnTo>
                  <a:pt x="613" y="103"/>
                </a:lnTo>
                <a:lnTo>
                  <a:pt x="612" y="103"/>
                </a:lnTo>
                <a:lnTo>
                  <a:pt x="611" y="104"/>
                </a:lnTo>
                <a:lnTo>
                  <a:pt x="610" y="104"/>
                </a:lnTo>
                <a:lnTo>
                  <a:pt x="608" y="104"/>
                </a:lnTo>
                <a:lnTo>
                  <a:pt x="607" y="105"/>
                </a:lnTo>
                <a:lnTo>
                  <a:pt x="606" y="106"/>
                </a:lnTo>
                <a:lnTo>
                  <a:pt x="606" y="107"/>
                </a:lnTo>
                <a:lnTo>
                  <a:pt x="606" y="108"/>
                </a:lnTo>
                <a:lnTo>
                  <a:pt x="605" y="109"/>
                </a:lnTo>
                <a:lnTo>
                  <a:pt x="604" y="110"/>
                </a:lnTo>
                <a:lnTo>
                  <a:pt x="604" y="111"/>
                </a:lnTo>
                <a:lnTo>
                  <a:pt x="603" y="111"/>
                </a:lnTo>
                <a:lnTo>
                  <a:pt x="602" y="112"/>
                </a:lnTo>
                <a:lnTo>
                  <a:pt x="601" y="112"/>
                </a:lnTo>
                <a:lnTo>
                  <a:pt x="601" y="113"/>
                </a:lnTo>
                <a:lnTo>
                  <a:pt x="601" y="114"/>
                </a:lnTo>
                <a:lnTo>
                  <a:pt x="601" y="115"/>
                </a:lnTo>
                <a:lnTo>
                  <a:pt x="601" y="116"/>
                </a:lnTo>
                <a:lnTo>
                  <a:pt x="602" y="117"/>
                </a:lnTo>
                <a:lnTo>
                  <a:pt x="602" y="118"/>
                </a:lnTo>
                <a:lnTo>
                  <a:pt x="602" y="119"/>
                </a:lnTo>
                <a:lnTo>
                  <a:pt x="601" y="119"/>
                </a:lnTo>
                <a:lnTo>
                  <a:pt x="601" y="120"/>
                </a:lnTo>
                <a:lnTo>
                  <a:pt x="600" y="120"/>
                </a:lnTo>
                <a:lnTo>
                  <a:pt x="599" y="121"/>
                </a:lnTo>
                <a:lnTo>
                  <a:pt x="598" y="121"/>
                </a:lnTo>
                <a:lnTo>
                  <a:pt x="598" y="122"/>
                </a:lnTo>
                <a:lnTo>
                  <a:pt x="596" y="122"/>
                </a:lnTo>
                <a:lnTo>
                  <a:pt x="596" y="123"/>
                </a:lnTo>
                <a:lnTo>
                  <a:pt x="595" y="123"/>
                </a:lnTo>
                <a:lnTo>
                  <a:pt x="594" y="124"/>
                </a:lnTo>
                <a:lnTo>
                  <a:pt x="593" y="124"/>
                </a:lnTo>
                <a:lnTo>
                  <a:pt x="592" y="124"/>
                </a:lnTo>
                <a:lnTo>
                  <a:pt x="591" y="125"/>
                </a:lnTo>
                <a:lnTo>
                  <a:pt x="591" y="126"/>
                </a:lnTo>
                <a:lnTo>
                  <a:pt x="591" y="127"/>
                </a:lnTo>
                <a:lnTo>
                  <a:pt x="590" y="128"/>
                </a:lnTo>
                <a:lnTo>
                  <a:pt x="590" y="129"/>
                </a:lnTo>
                <a:lnTo>
                  <a:pt x="589" y="130"/>
                </a:lnTo>
                <a:lnTo>
                  <a:pt x="589" y="131"/>
                </a:lnTo>
                <a:lnTo>
                  <a:pt x="590" y="131"/>
                </a:lnTo>
                <a:lnTo>
                  <a:pt x="589" y="132"/>
                </a:lnTo>
                <a:lnTo>
                  <a:pt x="588" y="133"/>
                </a:lnTo>
                <a:lnTo>
                  <a:pt x="588" y="134"/>
                </a:lnTo>
                <a:lnTo>
                  <a:pt x="588" y="135"/>
                </a:lnTo>
                <a:lnTo>
                  <a:pt x="587" y="137"/>
                </a:lnTo>
                <a:lnTo>
                  <a:pt x="587" y="138"/>
                </a:lnTo>
                <a:lnTo>
                  <a:pt x="587" y="139"/>
                </a:lnTo>
                <a:lnTo>
                  <a:pt x="587" y="140"/>
                </a:lnTo>
                <a:lnTo>
                  <a:pt x="588" y="141"/>
                </a:lnTo>
                <a:lnTo>
                  <a:pt x="588" y="142"/>
                </a:lnTo>
                <a:lnTo>
                  <a:pt x="589" y="142"/>
                </a:lnTo>
                <a:lnTo>
                  <a:pt x="589" y="143"/>
                </a:lnTo>
                <a:lnTo>
                  <a:pt x="589" y="144"/>
                </a:lnTo>
                <a:lnTo>
                  <a:pt x="588" y="144"/>
                </a:lnTo>
                <a:lnTo>
                  <a:pt x="589" y="145"/>
                </a:lnTo>
                <a:lnTo>
                  <a:pt x="590" y="145"/>
                </a:lnTo>
                <a:lnTo>
                  <a:pt x="591" y="145"/>
                </a:lnTo>
                <a:lnTo>
                  <a:pt x="591" y="146"/>
                </a:lnTo>
                <a:lnTo>
                  <a:pt x="590" y="147"/>
                </a:lnTo>
                <a:lnTo>
                  <a:pt x="590" y="148"/>
                </a:lnTo>
                <a:lnTo>
                  <a:pt x="590" y="149"/>
                </a:lnTo>
                <a:lnTo>
                  <a:pt x="590" y="150"/>
                </a:lnTo>
                <a:lnTo>
                  <a:pt x="591" y="150"/>
                </a:lnTo>
                <a:lnTo>
                  <a:pt x="591" y="149"/>
                </a:lnTo>
                <a:lnTo>
                  <a:pt x="592" y="150"/>
                </a:lnTo>
                <a:lnTo>
                  <a:pt x="593" y="149"/>
                </a:lnTo>
                <a:lnTo>
                  <a:pt x="594" y="148"/>
                </a:lnTo>
                <a:lnTo>
                  <a:pt x="594" y="149"/>
                </a:lnTo>
                <a:lnTo>
                  <a:pt x="595" y="149"/>
                </a:lnTo>
                <a:lnTo>
                  <a:pt x="596" y="149"/>
                </a:lnTo>
                <a:lnTo>
                  <a:pt x="598" y="148"/>
                </a:lnTo>
                <a:lnTo>
                  <a:pt x="599" y="147"/>
                </a:lnTo>
                <a:lnTo>
                  <a:pt x="600" y="148"/>
                </a:lnTo>
                <a:lnTo>
                  <a:pt x="600" y="147"/>
                </a:lnTo>
                <a:lnTo>
                  <a:pt x="600" y="145"/>
                </a:lnTo>
                <a:lnTo>
                  <a:pt x="600" y="144"/>
                </a:lnTo>
                <a:lnTo>
                  <a:pt x="601" y="143"/>
                </a:lnTo>
                <a:lnTo>
                  <a:pt x="601" y="141"/>
                </a:lnTo>
                <a:lnTo>
                  <a:pt x="601" y="140"/>
                </a:lnTo>
                <a:lnTo>
                  <a:pt x="601" y="138"/>
                </a:lnTo>
                <a:lnTo>
                  <a:pt x="602" y="137"/>
                </a:lnTo>
                <a:lnTo>
                  <a:pt x="603" y="137"/>
                </a:lnTo>
                <a:lnTo>
                  <a:pt x="604" y="137"/>
                </a:lnTo>
                <a:lnTo>
                  <a:pt x="605" y="137"/>
                </a:lnTo>
                <a:lnTo>
                  <a:pt x="605" y="136"/>
                </a:lnTo>
                <a:lnTo>
                  <a:pt x="607" y="135"/>
                </a:lnTo>
                <a:lnTo>
                  <a:pt x="608" y="135"/>
                </a:lnTo>
                <a:lnTo>
                  <a:pt x="609" y="134"/>
                </a:lnTo>
                <a:lnTo>
                  <a:pt x="610" y="134"/>
                </a:lnTo>
                <a:lnTo>
                  <a:pt x="610" y="133"/>
                </a:lnTo>
                <a:lnTo>
                  <a:pt x="612" y="131"/>
                </a:lnTo>
                <a:lnTo>
                  <a:pt x="612" y="130"/>
                </a:lnTo>
                <a:lnTo>
                  <a:pt x="613" y="129"/>
                </a:lnTo>
                <a:lnTo>
                  <a:pt x="614" y="129"/>
                </a:lnTo>
                <a:lnTo>
                  <a:pt x="615" y="129"/>
                </a:lnTo>
                <a:lnTo>
                  <a:pt x="615" y="128"/>
                </a:lnTo>
                <a:lnTo>
                  <a:pt x="615" y="127"/>
                </a:lnTo>
                <a:lnTo>
                  <a:pt x="616" y="126"/>
                </a:lnTo>
                <a:lnTo>
                  <a:pt x="617" y="126"/>
                </a:lnTo>
                <a:lnTo>
                  <a:pt x="617" y="127"/>
                </a:lnTo>
                <a:lnTo>
                  <a:pt x="618" y="129"/>
                </a:lnTo>
                <a:lnTo>
                  <a:pt x="620" y="130"/>
                </a:lnTo>
                <a:lnTo>
                  <a:pt x="620" y="131"/>
                </a:lnTo>
                <a:lnTo>
                  <a:pt x="622" y="131"/>
                </a:lnTo>
                <a:lnTo>
                  <a:pt x="623" y="131"/>
                </a:lnTo>
                <a:lnTo>
                  <a:pt x="624" y="131"/>
                </a:lnTo>
                <a:lnTo>
                  <a:pt x="625" y="131"/>
                </a:lnTo>
                <a:lnTo>
                  <a:pt x="625" y="130"/>
                </a:lnTo>
                <a:lnTo>
                  <a:pt x="625" y="129"/>
                </a:lnTo>
                <a:lnTo>
                  <a:pt x="626" y="128"/>
                </a:lnTo>
                <a:lnTo>
                  <a:pt x="627" y="128"/>
                </a:lnTo>
                <a:lnTo>
                  <a:pt x="628" y="129"/>
                </a:lnTo>
                <a:lnTo>
                  <a:pt x="628" y="130"/>
                </a:lnTo>
                <a:lnTo>
                  <a:pt x="628" y="131"/>
                </a:lnTo>
                <a:lnTo>
                  <a:pt x="629" y="131"/>
                </a:lnTo>
                <a:lnTo>
                  <a:pt x="630" y="131"/>
                </a:lnTo>
                <a:lnTo>
                  <a:pt x="630" y="133"/>
                </a:lnTo>
                <a:lnTo>
                  <a:pt x="629" y="133"/>
                </a:lnTo>
                <a:lnTo>
                  <a:pt x="629" y="134"/>
                </a:lnTo>
                <a:lnTo>
                  <a:pt x="630" y="134"/>
                </a:lnTo>
                <a:lnTo>
                  <a:pt x="630" y="135"/>
                </a:lnTo>
                <a:lnTo>
                  <a:pt x="629" y="136"/>
                </a:lnTo>
                <a:lnTo>
                  <a:pt x="629" y="137"/>
                </a:lnTo>
                <a:lnTo>
                  <a:pt x="629" y="138"/>
                </a:lnTo>
                <a:lnTo>
                  <a:pt x="631" y="138"/>
                </a:lnTo>
                <a:lnTo>
                  <a:pt x="632" y="138"/>
                </a:lnTo>
                <a:lnTo>
                  <a:pt x="633" y="138"/>
                </a:lnTo>
                <a:lnTo>
                  <a:pt x="634" y="138"/>
                </a:lnTo>
                <a:lnTo>
                  <a:pt x="634" y="139"/>
                </a:lnTo>
                <a:lnTo>
                  <a:pt x="633" y="139"/>
                </a:lnTo>
                <a:lnTo>
                  <a:pt x="634" y="140"/>
                </a:lnTo>
                <a:lnTo>
                  <a:pt x="633" y="141"/>
                </a:lnTo>
                <a:lnTo>
                  <a:pt x="633" y="142"/>
                </a:lnTo>
                <a:lnTo>
                  <a:pt x="632" y="142"/>
                </a:lnTo>
                <a:lnTo>
                  <a:pt x="631" y="143"/>
                </a:lnTo>
                <a:lnTo>
                  <a:pt x="631" y="144"/>
                </a:lnTo>
                <a:lnTo>
                  <a:pt x="630" y="145"/>
                </a:lnTo>
                <a:lnTo>
                  <a:pt x="631" y="145"/>
                </a:lnTo>
                <a:lnTo>
                  <a:pt x="631" y="146"/>
                </a:lnTo>
                <a:lnTo>
                  <a:pt x="632" y="147"/>
                </a:lnTo>
                <a:lnTo>
                  <a:pt x="633" y="147"/>
                </a:lnTo>
                <a:lnTo>
                  <a:pt x="633" y="148"/>
                </a:lnTo>
                <a:lnTo>
                  <a:pt x="633" y="149"/>
                </a:lnTo>
                <a:lnTo>
                  <a:pt x="633" y="150"/>
                </a:lnTo>
                <a:lnTo>
                  <a:pt x="632" y="152"/>
                </a:lnTo>
                <a:lnTo>
                  <a:pt x="633" y="153"/>
                </a:lnTo>
                <a:lnTo>
                  <a:pt x="633" y="154"/>
                </a:lnTo>
                <a:lnTo>
                  <a:pt x="632" y="156"/>
                </a:lnTo>
                <a:lnTo>
                  <a:pt x="632" y="157"/>
                </a:lnTo>
                <a:lnTo>
                  <a:pt x="633" y="158"/>
                </a:lnTo>
                <a:lnTo>
                  <a:pt x="634" y="159"/>
                </a:lnTo>
                <a:lnTo>
                  <a:pt x="634" y="160"/>
                </a:lnTo>
                <a:lnTo>
                  <a:pt x="635" y="161"/>
                </a:lnTo>
                <a:lnTo>
                  <a:pt x="635" y="162"/>
                </a:lnTo>
                <a:lnTo>
                  <a:pt x="635" y="163"/>
                </a:lnTo>
                <a:lnTo>
                  <a:pt x="635" y="165"/>
                </a:lnTo>
                <a:lnTo>
                  <a:pt x="634" y="165"/>
                </a:lnTo>
                <a:lnTo>
                  <a:pt x="633" y="167"/>
                </a:lnTo>
                <a:lnTo>
                  <a:pt x="633" y="168"/>
                </a:lnTo>
                <a:lnTo>
                  <a:pt x="633" y="169"/>
                </a:lnTo>
                <a:lnTo>
                  <a:pt x="632" y="169"/>
                </a:lnTo>
                <a:lnTo>
                  <a:pt x="632" y="170"/>
                </a:lnTo>
                <a:lnTo>
                  <a:pt x="632" y="171"/>
                </a:lnTo>
                <a:lnTo>
                  <a:pt x="631" y="172"/>
                </a:lnTo>
                <a:lnTo>
                  <a:pt x="630" y="173"/>
                </a:lnTo>
                <a:lnTo>
                  <a:pt x="630" y="174"/>
                </a:lnTo>
                <a:lnTo>
                  <a:pt x="631" y="174"/>
                </a:lnTo>
                <a:lnTo>
                  <a:pt x="632" y="174"/>
                </a:lnTo>
                <a:lnTo>
                  <a:pt x="632" y="175"/>
                </a:lnTo>
                <a:lnTo>
                  <a:pt x="632" y="176"/>
                </a:lnTo>
                <a:lnTo>
                  <a:pt x="634" y="176"/>
                </a:lnTo>
                <a:lnTo>
                  <a:pt x="634" y="175"/>
                </a:lnTo>
                <a:lnTo>
                  <a:pt x="635" y="175"/>
                </a:lnTo>
                <a:lnTo>
                  <a:pt x="636" y="175"/>
                </a:lnTo>
                <a:lnTo>
                  <a:pt x="636" y="176"/>
                </a:lnTo>
                <a:lnTo>
                  <a:pt x="637" y="176"/>
                </a:lnTo>
                <a:lnTo>
                  <a:pt x="638" y="177"/>
                </a:lnTo>
                <a:lnTo>
                  <a:pt x="638" y="178"/>
                </a:lnTo>
                <a:lnTo>
                  <a:pt x="639" y="178"/>
                </a:lnTo>
                <a:lnTo>
                  <a:pt x="640" y="178"/>
                </a:lnTo>
                <a:lnTo>
                  <a:pt x="641" y="177"/>
                </a:lnTo>
                <a:lnTo>
                  <a:pt x="641" y="178"/>
                </a:lnTo>
                <a:lnTo>
                  <a:pt x="642" y="178"/>
                </a:lnTo>
                <a:lnTo>
                  <a:pt x="643" y="178"/>
                </a:lnTo>
                <a:lnTo>
                  <a:pt x="643" y="177"/>
                </a:lnTo>
                <a:lnTo>
                  <a:pt x="644" y="175"/>
                </a:lnTo>
                <a:lnTo>
                  <a:pt x="644" y="174"/>
                </a:lnTo>
                <a:lnTo>
                  <a:pt x="645" y="173"/>
                </a:lnTo>
                <a:lnTo>
                  <a:pt x="645" y="172"/>
                </a:lnTo>
                <a:lnTo>
                  <a:pt x="646" y="172"/>
                </a:lnTo>
                <a:lnTo>
                  <a:pt x="646" y="173"/>
                </a:lnTo>
                <a:lnTo>
                  <a:pt x="648" y="173"/>
                </a:lnTo>
                <a:lnTo>
                  <a:pt x="649" y="174"/>
                </a:lnTo>
                <a:lnTo>
                  <a:pt x="649" y="173"/>
                </a:lnTo>
                <a:lnTo>
                  <a:pt x="650" y="172"/>
                </a:lnTo>
                <a:lnTo>
                  <a:pt x="649" y="172"/>
                </a:lnTo>
                <a:lnTo>
                  <a:pt x="649" y="171"/>
                </a:lnTo>
                <a:lnTo>
                  <a:pt x="649" y="170"/>
                </a:lnTo>
                <a:lnTo>
                  <a:pt x="650" y="169"/>
                </a:lnTo>
                <a:lnTo>
                  <a:pt x="650" y="168"/>
                </a:lnTo>
                <a:lnTo>
                  <a:pt x="651" y="167"/>
                </a:lnTo>
                <a:lnTo>
                  <a:pt x="651" y="166"/>
                </a:lnTo>
                <a:lnTo>
                  <a:pt x="652" y="165"/>
                </a:lnTo>
                <a:lnTo>
                  <a:pt x="653" y="164"/>
                </a:lnTo>
                <a:lnTo>
                  <a:pt x="654" y="164"/>
                </a:lnTo>
                <a:lnTo>
                  <a:pt x="655" y="163"/>
                </a:lnTo>
                <a:lnTo>
                  <a:pt x="656" y="163"/>
                </a:lnTo>
                <a:lnTo>
                  <a:pt x="657" y="164"/>
                </a:lnTo>
                <a:lnTo>
                  <a:pt x="658" y="164"/>
                </a:lnTo>
                <a:lnTo>
                  <a:pt x="660" y="164"/>
                </a:lnTo>
                <a:lnTo>
                  <a:pt x="661" y="163"/>
                </a:lnTo>
                <a:lnTo>
                  <a:pt x="662" y="162"/>
                </a:lnTo>
                <a:lnTo>
                  <a:pt x="662" y="163"/>
                </a:lnTo>
                <a:lnTo>
                  <a:pt x="662" y="164"/>
                </a:lnTo>
                <a:lnTo>
                  <a:pt x="664" y="164"/>
                </a:lnTo>
                <a:lnTo>
                  <a:pt x="665" y="164"/>
                </a:lnTo>
                <a:lnTo>
                  <a:pt x="666" y="164"/>
                </a:lnTo>
                <a:lnTo>
                  <a:pt x="667" y="164"/>
                </a:lnTo>
                <a:lnTo>
                  <a:pt x="668" y="164"/>
                </a:lnTo>
                <a:lnTo>
                  <a:pt x="670" y="164"/>
                </a:lnTo>
                <a:lnTo>
                  <a:pt x="670" y="165"/>
                </a:lnTo>
                <a:lnTo>
                  <a:pt x="670" y="166"/>
                </a:lnTo>
                <a:lnTo>
                  <a:pt x="670" y="167"/>
                </a:lnTo>
                <a:lnTo>
                  <a:pt x="671" y="167"/>
                </a:lnTo>
                <a:lnTo>
                  <a:pt x="672" y="166"/>
                </a:lnTo>
                <a:lnTo>
                  <a:pt x="672" y="165"/>
                </a:lnTo>
                <a:lnTo>
                  <a:pt x="673" y="165"/>
                </a:lnTo>
                <a:lnTo>
                  <a:pt x="674" y="165"/>
                </a:lnTo>
                <a:lnTo>
                  <a:pt x="675" y="166"/>
                </a:lnTo>
                <a:lnTo>
                  <a:pt x="676" y="166"/>
                </a:lnTo>
                <a:lnTo>
                  <a:pt x="677" y="166"/>
                </a:lnTo>
                <a:lnTo>
                  <a:pt x="677" y="165"/>
                </a:lnTo>
                <a:lnTo>
                  <a:pt x="678" y="165"/>
                </a:lnTo>
                <a:lnTo>
                  <a:pt x="679" y="166"/>
                </a:lnTo>
                <a:lnTo>
                  <a:pt x="680" y="166"/>
                </a:lnTo>
                <a:lnTo>
                  <a:pt x="681" y="166"/>
                </a:lnTo>
                <a:lnTo>
                  <a:pt x="683" y="168"/>
                </a:lnTo>
                <a:lnTo>
                  <a:pt x="684" y="168"/>
                </a:lnTo>
                <a:lnTo>
                  <a:pt x="683" y="169"/>
                </a:lnTo>
                <a:lnTo>
                  <a:pt x="682" y="169"/>
                </a:lnTo>
                <a:lnTo>
                  <a:pt x="681" y="169"/>
                </a:lnTo>
                <a:lnTo>
                  <a:pt x="680" y="169"/>
                </a:lnTo>
                <a:lnTo>
                  <a:pt x="680" y="170"/>
                </a:lnTo>
                <a:lnTo>
                  <a:pt x="679" y="169"/>
                </a:lnTo>
                <a:lnTo>
                  <a:pt x="679" y="170"/>
                </a:lnTo>
                <a:lnTo>
                  <a:pt x="678" y="170"/>
                </a:lnTo>
                <a:lnTo>
                  <a:pt x="677" y="172"/>
                </a:lnTo>
                <a:lnTo>
                  <a:pt x="677" y="173"/>
                </a:lnTo>
                <a:lnTo>
                  <a:pt x="676" y="173"/>
                </a:lnTo>
                <a:lnTo>
                  <a:pt x="676" y="174"/>
                </a:lnTo>
                <a:lnTo>
                  <a:pt x="676" y="175"/>
                </a:lnTo>
                <a:lnTo>
                  <a:pt x="677" y="176"/>
                </a:lnTo>
                <a:lnTo>
                  <a:pt x="677" y="177"/>
                </a:lnTo>
                <a:lnTo>
                  <a:pt x="677" y="178"/>
                </a:lnTo>
                <a:lnTo>
                  <a:pt x="676" y="178"/>
                </a:lnTo>
                <a:lnTo>
                  <a:pt x="675" y="179"/>
                </a:lnTo>
                <a:lnTo>
                  <a:pt x="675" y="180"/>
                </a:lnTo>
                <a:lnTo>
                  <a:pt x="676" y="181"/>
                </a:lnTo>
                <a:lnTo>
                  <a:pt x="676" y="182"/>
                </a:lnTo>
                <a:lnTo>
                  <a:pt x="676" y="183"/>
                </a:lnTo>
                <a:lnTo>
                  <a:pt x="677" y="183"/>
                </a:lnTo>
                <a:lnTo>
                  <a:pt x="677" y="184"/>
                </a:lnTo>
                <a:lnTo>
                  <a:pt x="678" y="184"/>
                </a:lnTo>
                <a:lnTo>
                  <a:pt x="679" y="185"/>
                </a:lnTo>
                <a:lnTo>
                  <a:pt x="680" y="186"/>
                </a:lnTo>
                <a:lnTo>
                  <a:pt x="680" y="187"/>
                </a:lnTo>
                <a:lnTo>
                  <a:pt x="681" y="187"/>
                </a:lnTo>
                <a:lnTo>
                  <a:pt x="681" y="188"/>
                </a:lnTo>
                <a:lnTo>
                  <a:pt x="682" y="189"/>
                </a:lnTo>
                <a:lnTo>
                  <a:pt x="682" y="190"/>
                </a:lnTo>
                <a:lnTo>
                  <a:pt x="682" y="191"/>
                </a:lnTo>
                <a:lnTo>
                  <a:pt x="682" y="192"/>
                </a:lnTo>
                <a:lnTo>
                  <a:pt x="682" y="193"/>
                </a:lnTo>
                <a:lnTo>
                  <a:pt x="681" y="193"/>
                </a:lnTo>
                <a:lnTo>
                  <a:pt x="680" y="194"/>
                </a:lnTo>
                <a:lnTo>
                  <a:pt x="680" y="195"/>
                </a:lnTo>
                <a:lnTo>
                  <a:pt x="680" y="196"/>
                </a:lnTo>
                <a:lnTo>
                  <a:pt x="681" y="197"/>
                </a:lnTo>
                <a:lnTo>
                  <a:pt x="682" y="198"/>
                </a:lnTo>
                <a:lnTo>
                  <a:pt x="683" y="198"/>
                </a:lnTo>
                <a:lnTo>
                  <a:pt x="683" y="199"/>
                </a:lnTo>
                <a:lnTo>
                  <a:pt x="684" y="199"/>
                </a:lnTo>
                <a:lnTo>
                  <a:pt x="684" y="200"/>
                </a:lnTo>
                <a:lnTo>
                  <a:pt x="685" y="201"/>
                </a:lnTo>
                <a:lnTo>
                  <a:pt x="685" y="202"/>
                </a:lnTo>
                <a:lnTo>
                  <a:pt x="685" y="203"/>
                </a:lnTo>
                <a:lnTo>
                  <a:pt x="685" y="204"/>
                </a:lnTo>
                <a:lnTo>
                  <a:pt x="686" y="204"/>
                </a:lnTo>
                <a:lnTo>
                  <a:pt x="687" y="204"/>
                </a:lnTo>
                <a:lnTo>
                  <a:pt x="687" y="206"/>
                </a:lnTo>
                <a:lnTo>
                  <a:pt x="687" y="209"/>
                </a:lnTo>
                <a:lnTo>
                  <a:pt x="686" y="210"/>
                </a:lnTo>
                <a:lnTo>
                  <a:pt x="686" y="211"/>
                </a:lnTo>
                <a:lnTo>
                  <a:pt x="685" y="211"/>
                </a:lnTo>
                <a:lnTo>
                  <a:pt x="685" y="212"/>
                </a:lnTo>
                <a:lnTo>
                  <a:pt x="684" y="212"/>
                </a:lnTo>
                <a:lnTo>
                  <a:pt x="684" y="213"/>
                </a:lnTo>
                <a:lnTo>
                  <a:pt x="684" y="214"/>
                </a:lnTo>
                <a:lnTo>
                  <a:pt x="683" y="214"/>
                </a:lnTo>
                <a:lnTo>
                  <a:pt x="682" y="214"/>
                </a:lnTo>
                <a:lnTo>
                  <a:pt x="682" y="215"/>
                </a:lnTo>
                <a:lnTo>
                  <a:pt x="681" y="215"/>
                </a:lnTo>
                <a:lnTo>
                  <a:pt x="680" y="216"/>
                </a:lnTo>
                <a:lnTo>
                  <a:pt x="680" y="217"/>
                </a:lnTo>
                <a:lnTo>
                  <a:pt x="680" y="218"/>
                </a:lnTo>
                <a:lnTo>
                  <a:pt x="679" y="218"/>
                </a:lnTo>
                <a:lnTo>
                  <a:pt x="679" y="217"/>
                </a:lnTo>
                <a:lnTo>
                  <a:pt x="678" y="217"/>
                </a:lnTo>
                <a:lnTo>
                  <a:pt x="677" y="217"/>
                </a:lnTo>
                <a:lnTo>
                  <a:pt x="677" y="218"/>
                </a:lnTo>
                <a:lnTo>
                  <a:pt x="676" y="219"/>
                </a:lnTo>
                <a:lnTo>
                  <a:pt x="676" y="220"/>
                </a:lnTo>
                <a:lnTo>
                  <a:pt x="675" y="220"/>
                </a:lnTo>
                <a:lnTo>
                  <a:pt x="674" y="220"/>
                </a:lnTo>
                <a:lnTo>
                  <a:pt x="674" y="221"/>
                </a:lnTo>
                <a:lnTo>
                  <a:pt x="672" y="221"/>
                </a:lnTo>
                <a:lnTo>
                  <a:pt x="671" y="221"/>
                </a:lnTo>
                <a:lnTo>
                  <a:pt x="671" y="220"/>
                </a:lnTo>
                <a:lnTo>
                  <a:pt x="670" y="221"/>
                </a:lnTo>
                <a:lnTo>
                  <a:pt x="670" y="222"/>
                </a:lnTo>
                <a:lnTo>
                  <a:pt x="670" y="224"/>
                </a:lnTo>
                <a:lnTo>
                  <a:pt x="670" y="225"/>
                </a:lnTo>
                <a:lnTo>
                  <a:pt x="670" y="226"/>
                </a:lnTo>
                <a:lnTo>
                  <a:pt x="671" y="227"/>
                </a:lnTo>
                <a:lnTo>
                  <a:pt x="671" y="228"/>
                </a:lnTo>
                <a:lnTo>
                  <a:pt x="671" y="230"/>
                </a:lnTo>
                <a:lnTo>
                  <a:pt x="671" y="231"/>
                </a:lnTo>
                <a:lnTo>
                  <a:pt x="671" y="233"/>
                </a:lnTo>
                <a:lnTo>
                  <a:pt x="671" y="234"/>
                </a:lnTo>
                <a:lnTo>
                  <a:pt x="672" y="236"/>
                </a:lnTo>
                <a:lnTo>
                  <a:pt x="672" y="237"/>
                </a:lnTo>
                <a:lnTo>
                  <a:pt x="673" y="239"/>
                </a:lnTo>
                <a:lnTo>
                  <a:pt x="674" y="239"/>
                </a:lnTo>
                <a:lnTo>
                  <a:pt x="674" y="240"/>
                </a:lnTo>
                <a:lnTo>
                  <a:pt x="675" y="242"/>
                </a:lnTo>
                <a:lnTo>
                  <a:pt x="674" y="242"/>
                </a:lnTo>
                <a:lnTo>
                  <a:pt x="674" y="243"/>
                </a:lnTo>
                <a:lnTo>
                  <a:pt x="675" y="243"/>
                </a:lnTo>
                <a:lnTo>
                  <a:pt x="675" y="244"/>
                </a:lnTo>
                <a:lnTo>
                  <a:pt x="676" y="244"/>
                </a:lnTo>
                <a:lnTo>
                  <a:pt x="675" y="244"/>
                </a:lnTo>
                <a:lnTo>
                  <a:pt x="676" y="245"/>
                </a:lnTo>
                <a:lnTo>
                  <a:pt x="676" y="246"/>
                </a:lnTo>
                <a:lnTo>
                  <a:pt x="675" y="246"/>
                </a:lnTo>
                <a:lnTo>
                  <a:pt x="675" y="247"/>
                </a:lnTo>
                <a:lnTo>
                  <a:pt x="674" y="248"/>
                </a:lnTo>
                <a:lnTo>
                  <a:pt x="675" y="248"/>
                </a:lnTo>
                <a:lnTo>
                  <a:pt x="674" y="248"/>
                </a:lnTo>
                <a:lnTo>
                  <a:pt x="674" y="250"/>
                </a:lnTo>
                <a:lnTo>
                  <a:pt x="673" y="250"/>
                </a:lnTo>
                <a:lnTo>
                  <a:pt x="673" y="249"/>
                </a:lnTo>
                <a:lnTo>
                  <a:pt x="672" y="249"/>
                </a:lnTo>
                <a:lnTo>
                  <a:pt x="671" y="250"/>
                </a:lnTo>
                <a:lnTo>
                  <a:pt x="670" y="250"/>
                </a:lnTo>
                <a:lnTo>
                  <a:pt x="669" y="250"/>
                </a:lnTo>
                <a:lnTo>
                  <a:pt x="669" y="249"/>
                </a:lnTo>
                <a:lnTo>
                  <a:pt x="668" y="249"/>
                </a:lnTo>
                <a:lnTo>
                  <a:pt x="668" y="250"/>
                </a:lnTo>
                <a:lnTo>
                  <a:pt x="668" y="251"/>
                </a:lnTo>
                <a:lnTo>
                  <a:pt x="669" y="251"/>
                </a:lnTo>
                <a:lnTo>
                  <a:pt x="669" y="253"/>
                </a:lnTo>
                <a:lnTo>
                  <a:pt x="669" y="254"/>
                </a:lnTo>
                <a:lnTo>
                  <a:pt x="668" y="254"/>
                </a:lnTo>
                <a:lnTo>
                  <a:pt x="668" y="255"/>
                </a:lnTo>
                <a:lnTo>
                  <a:pt x="667" y="254"/>
                </a:lnTo>
                <a:lnTo>
                  <a:pt x="666" y="254"/>
                </a:lnTo>
                <a:lnTo>
                  <a:pt x="665" y="254"/>
                </a:lnTo>
                <a:lnTo>
                  <a:pt x="664" y="256"/>
                </a:lnTo>
                <a:lnTo>
                  <a:pt x="664" y="257"/>
                </a:lnTo>
                <a:lnTo>
                  <a:pt x="665" y="257"/>
                </a:lnTo>
                <a:lnTo>
                  <a:pt x="665" y="258"/>
                </a:lnTo>
                <a:lnTo>
                  <a:pt x="666" y="258"/>
                </a:lnTo>
                <a:lnTo>
                  <a:pt x="665" y="258"/>
                </a:lnTo>
                <a:lnTo>
                  <a:pt x="665" y="259"/>
                </a:lnTo>
                <a:lnTo>
                  <a:pt x="665" y="261"/>
                </a:lnTo>
                <a:lnTo>
                  <a:pt x="666" y="262"/>
                </a:lnTo>
                <a:lnTo>
                  <a:pt x="665" y="262"/>
                </a:lnTo>
                <a:lnTo>
                  <a:pt x="664" y="263"/>
                </a:lnTo>
                <a:lnTo>
                  <a:pt x="664" y="264"/>
                </a:lnTo>
                <a:lnTo>
                  <a:pt x="665" y="264"/>
                </a:lnTo>
                <a:lnTo>
                  <a:pt x="664" y="265"/>
                </a:lnTo>
                <a:lnTo>
                  <a:pt x="664" y="264"/>
                </a:lnTo>
                <a:lnTo>
                  <a:pt x="663" y="264"/>
                </a:lnTo>
                <a:lnTo>
                  <a:pt x="661" y="264"/>
                </a:lnTo>
                <a:lnTo>
                  <a:pt x="660" y="264"/>
                </a:lnTo>
                <a:lnTo>
                  <a:pt x="659" y="264"/>
                </a:lnTo>
                <a:lnTo>
                  <a:pt x="659" y="263"/>
                </a:lnTo>
                <a:lnTo>
                  <a:pt x="658" y="263"/>
                </a:lnTo>
                <a:lnTo>
                  <a:pt x="657" y="263"/>
                </a:lnTo>
                <a:lnTo>
                  <a:pt x="656" y="263"/>
                </a:lnTo>
                <a:lnTo>
                  <a:pt x="656" y="262"/>
                </a:lnTo>
                <a:lnTo>
                  <a:pt x="655" y="261"/>
                </a:lnTo>
                <a:lnTo>
                  <a:pt x="654" y="262"/>
                </a:lnTo>
                <a:lnTo>
                  <a:pt x="654" y="263"/>
                </a:lnTo>
                <a:lnTo>
                  <a:pt x="654" y="264"/>
                </a:lnTo>
                <a:lnTo>
                  <a:pt x="653" y="263"/>
                </a:lnTo>
                <a:lnTo>
                  <a:pt x="652" y="263"/>
                </a:lnTo>
                <a:lnTo>
                  <a:pt x="652" y="262"/>
                </a:lnTo>
                <a:lnTo>
                  <a:pt x="651" y="262"/>
                </a:lnTo>
                <a:lnTo>
                  <a:pt x="650" y="262"/>
                </a:lnTo>
                <a:lnTo>
                  <a:pt x="650" y="263"/>
                </a:lnTo>
                <a:lnTo>
                  <a:pt x="650" y="264"/>
                </a:lnTo>
                <a:lnTo>
                  <a:pt x="649" y="266"/>
                </a:lnTo>
                <a:lnTo>
                  <a:pt x="648" y="266"/>
                </a:lnTo>
                <a:lnTo>
                  <a:pt x="648" y="271"/>
                </a:lnTo>
                <a:lnTo>
                  <a:pt x="648" y="272"/>
                </a:lnTo>
                <a:lnTo>
                  <a:pt x="647" y="272"/>
                </a:lnTo>
                <a:lnTo>
                  <a:pt x="647" y="273"/>
                </a:lnTo>
                <a:lnTo>
                  <a:pt x="648" y="273"/>
                </a:lnTo>
                <a:lnTo>
                  <a:pt x="649" y="274"/>
                </a:lnTo>
                <a:lnTo>
                  <a:pt x="649" y="273"/>
                </a:lnTo>
                <a:lnTo>
                  <a:pt x="650" y="273"/>
                </a:lnTo>
                <a:lnTo>
                  <a:pt x="651" y="274"/>
                </a:lnTo>
                <a:lnTo>
                  <a:pt x="651" y="276"/>
                </a:lnTo>
                <a:lnTo>
                  <a:pt x="650" y="276"/>
                </a:lnTo>
                <a:lnTo>
                  <a:pt x="649" y="276"/>
                </a:lnTo>
                <a:lnTo>
                  <a:pt x="649" y="277"/>
                </a:lnTo>
                <a:lnTo>
                  <a:pt x="649" y="278"/>
                </a:lnTo>
                <a:lnTo>
                  <a:pt x="648" y="278"/>
                </a:lnTo>
                <a:lnTo>
                  <a:pt x="647" y="279"/>
                </a:lnTo>
                <a:lnTo>
                  <a:pt x="647" y="280"/>
                </a:lnTo>
                <a:lnTo>
                  <a:pt x="647" y="281"/>
                </a:lnTo>
                <a:lnTo>
                  <a:pt x="647" y="282"/>
                </a:lnTo>
                <a:lnTo>
                  <a:pt x="646" y="282"/>
                </a:lnTo>
                <a:lnTo>
                  <a:pt x="645" y="281"/>
                </a:lnTo>
                <a:lnTo>
                  <a:pt x="644" y="281"/>
                </a:lnTo>
                <a:lnTo>
                  <a:pt x="643" y="281"/>
                </a:lnTo>
                <a:lnTo>
                  <a:pt x="643" y="282"/>
                </a:lnTo>
                <a:lnTo>
                  <a:pt x="642" y="282"/>
                </a:lnTo>
                <a:lnTo>
                  <a:pt x="641" y="282"/>
                </a:lnTo>
                <a:lnTo>
                  <a:pt x="642" y="282"/>
                </a:lnTo>
                <a:lnTo>
                  <a:pt x="641" y="282"/>
                </a:lnTo>
                <a:lnTo>
                  <a:pt x="640" y="282"/>
                </a:lnTo>
                <a:lnTo>
                  <a:pt x="639" y="283"/>
                </a:lnTo>
                <a:lnTo>
                  <a:pt x="638" y="283"/>
                </a:lnTo>
                <a:lnTo>
                  <a:pt x="637" y="283"/>
                </a:lnTo>
                <a:lnTo>
                  <a:pt x="635" y="283"/>
                </a:lnTo>
                <a:lnTo>
                  <a:pt x="635" y="285"/>
                </a:lnTo>
                <a:lnTo>
                  <a:pt x="635" y="286"/>
                </a:lnTo>
                <a:lnTo>
                  <a:pt x="635" y="287"/>
                </a:lnTo>
                <a:lnTo>
                  <a:pt x="636" y="289"/>
                </a:lnTo>
                <a:lnTo>
                  <a:pt x="635" y="290"/>
                </a:lnTo>
                <a:lnTo>
                  <a:pt x="634" y="292"/>
                </a:lnTo>
                <a:lnTo>
                  <a:pt x="634" y="293"/>
                </a:lnTo>
                <a:lnTo>
                  <a:pt x="634" y="294"/>
                </a:lnTo>
                <a:lnTo>
                  <a:pt x="633" y="295"/>
                </a:lnTo>
                <a:lnTo>
                  <a:pt x="633" y="296"/>
                </a:lnTo>
                <a:lnTo>
                  <a:pt x="632" y="296"/>
                </a:lnTo>
                <a:lnTo>
                  <a:pt x="632" y="297"/>
                </a:lnTo>
                <a:lnTo>
                  <a:pt x="631" y="298"/>
                </a:lnTo>
                <a:lnTo>
                  <a:pt x="630" y="298"/>
                </a:lnTo>
                <a:lnTo>
                  <a:pt x="630" y="299"/>
                </a:lnTo>
                <a:lnTo>
                  <a:pt x="630" y="300"/>
                </a:lnTo>
                <a:lnTo>
                  <a:pt x="630" y="299"/>
                </a:lnTo>
                <a:lnTo>
                  <a:pt x="629" y="299"/>
                </a:lnTo>
                <a:lnTo>
                  <a:pt x="628" y="299"/>
                </a:lnTo>
                <a:lnTo>
                  <a:pt x="627" y="299"/>
                </a:lnTo>
                <a:lnTo>
                  <a:pt x="627" y="300"/>
                </a:lnTo>
                <a:lnTo>
                  <a:pt x="627" y="301"/>
                </a:lnTo>
                <a:lnTo>
                  <a:pt x="627" y="302"/>
                </a:lnTo>
                <a:lnTo>
                  <a:pt x="627" y="303"/>
                </a:lnTo>
                <a:lnTo>
                  <a:pt x="626" y="303"/>
                </a:lnTo>
                <a:lnTo>
                  <a:pt x="626" y="305"/>
                </a:lnTo>
                <a:lnTo>
                  <a:pt x="626" y="306"/>
                </a:lnTo>
                <a:lnTo>
                  <a:pt x="626" y="307"/>
                </a:lnTo>
                <a:lnTo>
                  <a:pt x="627" y="307"/>
                </a:lnTo>
                <a:lnTo>
                  <a:pt x="627" y="308"/>
                </a:lnTo>
                <a:lnTo>
                  <a:pt x="626" y="309"/>
                </a:lnTo>
                <a:lnTo>
                  <a:pt x="625" y="309"/>
                </a:lnTo>
                <a:lnTo>
                  <a:pt x="625" y="310"/>
                </a:lnTo>
                <a:lnTo>
                  <a:pt x="625" y="311"/>
                </a:lnTo>
                <a:lnTo>
                  <a:pt x="624" y="311"/>
                </a:lnTo>
                <a:lnTo>
                  <a:pt x="624" y="312"/>
                </a:lnTo>
                <a:lnTo>
                  <a:pt x="624" y="314"/>
                </a:lnTo>
                <a:lnTo>
                  <a:pt x="625" y="314"/>
                </a:lnTo>
                <a:lnTo>
                  <a:pt x="625" y="315"/>
                </a:lnTo>
                <a:lnTo>
                  <a:pt x="625" y="316"/>
                </a:lnTo>
                <a:lnTo>
                  <a:pt x="624" y="317"/>
                </a:lnTo>
                <a:lnTo>
                  <a:pt x="623" y="318"/>
                </a:lnTo>
                <a:lnTo>
                  <a:pt x="623" y="319"/>
                </a:lnTo>
                <a:lnTo>
                  <a:pt x="623" y="320"/>
                </a:lnTo>
                <a:lnTo>
                  <a:pt x="624" y="320"/>
                </a:lnTo>
                <a:lnTo>
                  <a:pt x="625" y="320"/>
                </a:lnTo>
                <a:lnTo>
                  <a:pt x="625" y="321"/>
                </a:lnTo>
                <a:lnTo>
                  <a:pt x="625" y="322"/>
                </a:lnTo>
                <a:lnTo>
                  <a:pt x="624" y="322"/>
                </a:lnTo>
                <a:lnTo>
                  <a:pt x="624" y="323"/>
                </a:lnTo>
                <a:lnTo>
                  <a:pt x="625" y="323"/>
                </a:lnTo>
                <a:lnTo>
                  <a:pt x="625" y="324"/>
                </a:lnTo>
                <a:lnTo>
                  <a:pt x="625" y="325"/>
                </a:lnTo>
                <a:lnTo>
                  <a:pt x="626" y="325"/>
                </a:lnTo>
                <a:lnTo>
                  <a:pt x="626" y="326"/>
                </a:lnTo>
                <a:lnTo>
                  <a:pt x="626" y="327"/>
                </a:lnTo>
                <a:lnTo>
                  <a:pt x="626" y="328"/>
                </a:lnTo>
                <a:lnTo>
                  <a:pt x="626" y="329"/>
                </a:lnTo>
                <a:lnTo>
                  <a:pt x="626" y="330"/>
                </a:lnTo>
                <a:lnTo>
                  <a:pt x="627" y="330"/>
                </a:lnTo>
                <a:lnTo>
                  <a:pt x="627" y="331"/>
                </a:lnTo>
                <a:lnTo>
                  <a:pt x="626" y="332"/>
                </a:lnTo>
                <a:lnTo>
                  <a:pt x="625" y="332"/>
                </a:lnTo>
                <a:lnTo>
                  <a:pt x="625" y="333"/>
                </a:lnTo>
                <a:lnTo>
                  <a:pt x="625" y="334"/>
                </a:lnTo>
                <a:lnTo>
                  <a:pt x="626" y="335"/>
                </a:lnTo>
                <a:lnTo>
                  <a:pt x="625" y="336"/>
                </a:lnTo>
                <a:lnTo>
                  <a:pt x="625" y="337"/>
                </a:lnTo>
                <a:lnTo>
                  <a:pt x="625" y="338"/>
                </a:lnTo>
                <a:lnTo>
                  <a:pt x="625" y="339"/>
                </a:lnTo>
                <a:lnTo>
                  <a:pt x="627" y="340"/>
                </a:lnTo>
                <a:lnTo>
                  <a:pt x="628" y="340"/>
                </a:lnTo>
                <a:lnTo>
                  <a:pt x="629" y="340"/>
                </a:lnTo>
                <a:lnTo>
                  <a:pt x="629" y="341"/>
                </a:lnTo>
                <a:lnTo>
                  <a:pt x="630" y="340"/>
                </a:lnTo>
                <a:lnTo>
                  <a:pt x="630" y="341"/>
                </a:lnTo>
                <a:lnTo>
                  <a:pt x="630" y="342"/>
                </a:lnTo>
                <a:lnTo>
                  <a:pt x="630" y="344"/>
                </a:lnTo>
                <a:lnTo>
                  <a:pt x="629" y="344"/>
                </a:lnTo>
                <a:lnTo>
                  <a:pt x="629" y="345"/>
                </a:lnTo>
                <a:lnTo>
                  <a:pt x="628" y="345"/>
                </a:lnTo>
                <a:lnTo>
                  <a:pt x="627" y="346"/>
                </a:lnTo>
                <a:lnTo>
                  <a:pt x="626" y="347"/>
                </a:lnTo>
                <a:lnTo>
                  <a:pt x="627" y="348"/>
                </a:lnTo>
                <a:lnTo>
                  <a:pt x="628" y="348"/>
                </a:lnTo>
                <a:lnTo>
                  <a:pt x="627" y="349"/>
                </a:lnTo>
                <a:lnTo>
                  <a:pt x="626" y="349"/>
                </a:lnTo>
                <a:lnTo>
                  <a:pt x="625" y="350"/>
                </a:lnTo>
                <a:lnTo>
                  <a:pt x="624" y="350"/>
                </a:lnTo>
                <a:lnTo>
                  <a:pt x="624" y="352"/>
                </a:lnTo>
                <a:lnTo>
                  <a:pt x="625" y="353"/>
                </a:lnTo>
                <a:lnTo>
                  <a:pt x="625" y="354"/>
                </a:lnTo>
                <a:lnTo>
                  <a:pt x="625" y="355"/>
                </a:lnTo>
                <a:lnTo>
                  <a:pt x="625" y="356"/>
                </a:lnTo>
                <a:lnTo>
                  <a:pt x="624" y="357"/>
                </a:lnTo>
                <a:lnTo>
                  <a:pt x="624" y="358"/>
                </a:lnTo>
                <a:lnTo>
                  <a:pt x="623" y="359"/>
                </a:lnTo>
                <a:lnTo>
                  <a:pt x="623" y="360"/>
                </a:lnTo>
                <a:lnTo>
                  <a:pt x="622" y="360"/>
                </a:lnTo>
                <a:lnTo>
                  <a:pt x="622" y="361"/>
                </a:lnTo>
                <a:lnTo>
                  <a:pt x="621" y="361"/>
                </a:lnTo>
                <a:lnTo>
                  <a:pt x="621" y="362"/>
                </a:lnTo>
                <a:lnTo>
                  <a:pt x="620" y="362"/>
                </a:lnTo>
                <a:lnTo>
                  <a:pt x="619" y="363"/>
                </a:lnTo>
                <a:lnTo>
                  <a:pt x="619" y="364"/>
                </a:lnTo>
                <a:lnTo>
                  <a:pt x="618" y="364"/>
                </a:lnTo>
                <a:lnTo>
                  <a:pt x="618" y="365"/>
                </a:lnTo>
                <a:lnTo>
                  <a:pt x="617" y="366"/>
                </a:lnTo>
                <a:lnTo>
                  <a:pt x="617" y="367"/>
                </a:lnTo>
                <a:lnTo>
                  <a:pt x="616" y="368"/>
                </a:lnTo>
                <a:lnTo>
                  <a:pt x="616" y="369"/>
                </a:lnTo>
                <a:lnTo>
                  <a:pt x="615" y="369"/>
                </a:lnTo>
                <a:lnTo>
                  <a:pt x="615" y="368"/>
                </a:lnTo>
                <a:lnTo>
                  <a:pt x="614" y="368"/>
                </a:lnTo>
                <a:lnTo>
                  <a:pt x="614" y="369"/>
                </a:lnTo>
                <a:lnTo>
                  <a:pt x="613" y="369"/>
                </a:lnTo>
                <a:lnTo>
                  <a:pt x="613" y="370"/>
                </a:lnTo>
                <a:lnTo>
                  <a:pt x="613" y="371"/>
                </a:lnTo>
                <a:lnTo>
                  <a:pt x="612" y="371"/>
                </a:lnTo>
                <a:lnTo>
                  <a:pt x="612" y="372"/>
                </a:lnTo>
                <a:lnTo>
                  <a:pt x="611" y="373"/>
                </a:lnTo>
                <a:lnTo>
                  <a:pt x="610" y="373"/>
                </a:lnTo>
                <a:lnTo>
                  <a:pt x="610" y="374"/>
                </a:lnTo>
                <a:lnTo>
                  <a:pt x="609" y="374"/>
                </a:lnTo>
                <a:lnTo>
                  <a:pt x="608" y="374"/>
                </a:lnTo>
                <a:lnTo>
                  <a:pt x="607" y="374"/>
                </a:lnTo>
                <a:lnTo>
                  <a:pt x="606" y="374"/>
                </a:lnTo>
                <a:lnTo>
                  <a:pt x="605" y="374"/>
                </a:lnTo>
                <a:lnTo>
                  <a:pt x="605" y="373"/>
                </a:lnTo>
                <a:lnTo>
                  <a:pt x="605" y="374"/>
                </a:lnTo>
                <a:lnTo>
                  <a:pt x="604" y="374"/>
                </a:lnTo>
                <a:lnTo>
                  <a:pt x="603" y="374"/>
                </a:lnTo>
                <a:lnTo>
                  <a:pt x="602" y="374"/>
                </a:lnTo>
                <a:lnTo>
                  <a:pt x="602" y="373"/>
                </a:lnTo>
                <a:lnTo>
                  <a:pt x="602" y="374"/>
                </a:lnTo>
                <a:lnTo>
                  <a:pt x="601" y="374"/>
                </a:lnTo>
                <a:lnTo>
                  <a:pt x="600" y="374"/>
                </a:lnTo>
                <a:lnTo>
                  <a:pt x="600" y="375"/>
                </a:lnTo>
                <a:lnTo>
                  <a:pt x="599" y="375"/>
                </a:lnTo>
                <a:lnTo>
                  <a:pt x="597" y="375"/>
                </a:lnTo>
                <a:lnTo>
                  <a:pt x="596" y="375"/>
                </a:lnTo>
                <a:lnTo>
                  <a:pt x="597" y="376"/>
                </a:lnTo>
                <a:lnTo>
                  <a:pt x="598" y="376"/>
                </a:lnTo>
                <a:lnTo>
                  <a:pt x="598" y="377"/>
                </a:lnTo>
                <a:lnTo>
                  <a:pt x="599" y="377"/>
                </a:lnTo>
                <a:lnTo>
                  <a:pt x="599" y="378"/>
                </a:lnTo>
                <a:lnTo>
                  <a:pt x="599" y="379"/>
                </a:lnTo>
                <a:lnTo>
                  <a:pt x="599" y="380"/>
                </a:lnTo>
                <a:lnTo>
                  <a:pt x="598" y="380"/>
                </a:lnTo>
                <a:lnTo>
                  <a:pt x="598" y="381"/>
                </a:lnTo>
                <a:lnTo>
                  <a:pt x="597" y="381"/>
                </a:lnTo>
                <a:lnTo>
                  <a:pt x="597" y="382"/>
                </a:lnTo>
                <a:lnTo>
                  <a:pt x="597" y="383"/>
                </a:lnTo>
                <a:lnTo>
                  <a:pt x="596" y="383"/>
                </a:lnTo>
                <a:lnTo>
                  <a:pt x="595" y="383"/>
                </a:lnTo>
                <a:lnTo>
                  <a:pt x="594" y="383"/>
                </a:lnTo>
                <a:lnTo>
                  <a:pt x="592" y="383"/>
                </a:lnTo>
                <a:lnTo>
                  <a:pt x="592" y="384"/>
                </a:lnTo>
                <a:lnTo>
                  <a:pt x="591" y="384"/>
                </a:lnTo>
                <a:lnTo>
                  <a:pt x="591" y="385"/>
                </a:lnTo>
                <a:lnTo>
                  <a:pt x="590" y="384"/>
                </a:lnTo>
                <a:lnTo>
                  <a:pt x="589" y="384"/>
                </a:lnTo>
                <a:lnTo>
                  <a:pt x="588" y="384"/>
                </a:lnTo>
                <a:lnTo>
                  <a:pt x="588" y="385"/>
                </a:lnTo>
                <a:lnTo>
                  <a:pt x="588" y="386"/>
                </a:lnTo>
                <a:lnTo>
                  <a:pt x="587" y="387"/>
                </a:lnTo>
                <a:lnTo>
                  <a:pt x="586" y="387"/>
                </a:lnTo>
                <a:lnTo>
                  <a:pt x="585" y="387"/>
                </a:lnTo>
                <a:lnTo>
                  <a:pt x="584" y="387"/>
                </a:lnTo>
                <a:lnTo>
                  <a:pt x="583" y="387"/>
                </a:lnTo>
                <a:lnTo>
                  <a:pt x="582" y="387"/>
                </a:lnTo>
                <a:lnTo>
                  <a:pt x="582" y="388"/>
                </a:lnTo>
                <a:lnTo>
                  <a:pt x="582" y="389"/>
                </a:lnTo>
                <a:lnTo>
                  <a:pt x="581" y="390"/>
                </a:lnTo>
                <a:lnTo>
                  <a:pt x="580" y="390"/>
                </a:lnTo>
                <a:lnTo>
                  <a:pt x="580" y="389"/>
                </a:lnTo>
                <a:lnTo>
                  <a:pt x="579" y="389"/>
                </a:lnTo>
                <a:lnTo>
                  <a:pt x="579" y="390"/>
                </a:lnTo>
                <a:lnTo>
                  <a:pt x="578" y="390"/>
                </a:lnTo>
                <a:lnTo>
                  <a:pt x="577" y="389"/>
                </a:lnTo>
                <a:lnTo>
                  <a:pt x="576" y="389"/>
                </a:lnTo>
                <a:lnTo>
                  <a:pt x="576" y="390"/>
                </a:lnTo>
                <a:lnTo>
                  <a:pt x="575" y="390"/>
                </a:lnTo>
                <a:lnTo>
                  <a:pt x="574" y="391"/>
                </a:lnTo>
                <a:lnTo>
                  <a:pt x="574" y="392"/>
                </a:lnTo>
                <a:lnTo>
                  <a:pt x="573" y="392"/>
                </a:lnTo>
                <a:lnTo>
                  <a:pt x="573" y="391"/>
                </a:lnTo>
                <a:lnTo>
                  <a:pt x="571" y="389"/>
                </a:lnTo>
                <a:lnTo>
                  <a:pt x="570" y="390"/>
                </a:lnTo>
                <a:lnTo>
                  <a:pt x="570" y="391"/>
                </a:lnTo>
                <a:lnTo>
                  <a:pt x="570" y="392"/>
                </a:lnTo>
                <a:lnTo>
                  <a:pt x="569" y="392"/>
                </a:lnTo>
                <a:lnTo>
                  <a:pt x="569" y="393"/>
                </a:lnTo>
                <a:lnTo>
                  <a:pt x="570" y="394"/>
                </a:lnTo>
                <a:lnTo>
                  <a:pt x="570" y="395"/>
                </a:lnTo>
                <a:lnTo>
                  <a:pt x="570" y="396"/>
                </a:lnTo>
                <a:lnTo>
                  <a:pt x="570" y="397"/>
                </a:lnTo>
                <a:lnTo>
                  <a:pt x="569" y="396"/>
                </a:lnTo>
                <a:lnTo>
                  <a:pt x="569" y="397"/>
                </a:lnTo>
                <a:lnTo>
                  <a:pt x="568" y="397"/>
                </a:lnTo>
                <a:lnTo>
                  <a:pt x="568" y="398"/>
                </a:lnTo>
                <a:lnTo>
                  <a:pt x="568" y="399"/>
                </a:lnTo>
                <a:lnTo>
                  <a:pt x="568" y="400"/>
                </a:lnTo>
                <a:lnTo>
                  <a:pt x="568" y="401"/>
                </a:lnTo>
                <a:lnTo>
                  <a:pt x="569" y="401"/>
                </a:lnTo>
                <a:lnTo>
                  <a:pt x="568" y="402"/>
                </a:lnTo>
                <a:lnTo>
                  <a:pt x="567" y="402"/>
                </a:lnTo>
                <a:lnTo>
                  <a:pt x="566" y="402"/>
                </a:lnTo>
                <a:lnTo>
                  <a:pt x="565" y="402"/>
                </a:lnTo>
                <a:lnTo>
                  <a:pt x="564" y="401"/>
                </a:lnTo>
                <a:lnTo>
                  <a:pt x="563" y="400"/>
                </a:lnTo>
                <a:lnTo>
                  <a:pt x="563" y="401"/>
                </a:lnTo>
                <a:lnTo>
                  <a:pt x="563" y="402"/>
                </a:lnTo>
                <a:lnTo>
                  <a:pt x="564" y="403"/>
                </a:lnTo>
                <a:lnTo>
                  <a:pt x="564" y="404"/>
                </a:lnTo>
                <a:lnTo>
                  <a:pt x="565" y="404"/>
                </a:lnTo>
                <a:lnTo>
                  <a:pt x="566" y="405"/>
                </a:lnTo>
                <a:lnTo>
                  <a:pt x="566" y="407"/>
                </a:lnTo>
                <a:lnTo>
                  <a:pt x="565" y="407"/>
                </a:lnTo>
                <a:lnTo>
                  <a:pt x="565" y="408"/>
                </a:lnTo>
                <a:lnTo>
                  <a:pt x="565" y="409"/>
                </a:lnTo>
                <a:lnTo>
                  <a:pt x="566" y="409"/>
                </a:lnTo>
                <a:lnTo>
                  <a:pt x="566" y="410"/>
                </a:lnTo>
                <a:lnTo>
                  <a:pt x="565" y="410"/>
                </a:lnTo>
                <a:lnTo>
                  <a:pt x="565" y="411"/>
                </a:lnTo>
                <a:lnTo>
                  <a:pt x="565" y="412"/>
                </a:lnTo>
                <a:lnTo>
                  <a:pt x="566" y="413"/>
                </a:lnTo>
                <a:lnTo>
                  <a:pt x="567" y="413"/>
                </a:lnTo>
                <a:lnTo>
                  <a:pt x="567" y="412"/>
                </a:lnTo>
                <a:lnTo>
                  <a:pt x="568" y="413"/>
                </a:lnTo>
                <a:lnTo>
                  <a:pt x="569" y="413"/>
                </a:lnTo>
                <a:lnTo>
                  <a:pt x="569" y="414"/>
                </a:lnTo>
                <a:lnTo>
                  <a:pt x="569" y="415"/>
                </a:lnTo>
                <a:lnTo>
                  <a:pt x="569" y="416"/>
                </a:lnTo>
                <a:lnTo>
                  <a:pt x="570" y="417"/>
                </a:lnTo>
                <a:lnTo>
                  <a:pt x="571" y="417"/>
                </a:lnTo>
                <a:lnTo>
                  <a:pt x="571" y="418"/>
                </a:lnTo>
                <a:lnTo>
                  <a:pt x="571" y="419"/>
                </a:lnTo>
                <a:lnTo>
                  <a:pt x="572" y="419"/>
                </a:lnTo>
                <a:lnTo>
                  <a:pt x="572" y="420"/>
                </a:lnTo>
                <a:lnTo>
                  <a:pt x="572" y="421"/>
                </a:lnTo>
                <a:lnTo>
                  <a:pt x="571" y="421"/>
                </a:lnTo>
                <a:lnTo>
                  <a:pt x="570" y="421"/>
                </a:lnTo>
                <a:lnTo>
                  <a:pt x="568" y="421"/>
                </a:lnTo>
                <a:lnTo>
                  <a:pt x="567" y="420"/>
                </a:lnTo>
                <a:lnTo>
                  <a:pt x="567" y="419"/>
                </a:lnTo>
                <a:lnTo>
                  <a:pt x="566" y="419"/>
                </a:lnTo>
                <a:lnTo>
                  <a:pt x="566" y="420"/>
                </a:lnTo>
                <a:lnTo>
                  <a:pt x="566" y="421"/>
                </a:lnTo>
                <a:lnTo>
                  <a:pt x="565" y="421"/>
                </a:lnTo>
                <a:lnTo>
                  <a:pt x="565" y="422"/>
                </a:lnTo>
                <a:lnTo>
                  <a:pt x="565" y="421"/>
                </a:lnTo>
                <a:lnTo>
                  <a:pt x="564" y="421"/>
                </a:lnTo>
                <a:lnTo>
                  <a:pt x="564" y="422"/>
                </a:lnTo>
                <a:lnTo>
                  <a:pt x="563" y="422"/>
                </a:lnTo>
                <a:lnTo>
                  <a:pt x="564" y="423"/>
                </a:lnTo>
                <a:lnTo>
                  <a:pt x="563" y="424"/>
                </a:lnTo>
                <a:lnTo>
                  <a:pt x="562" y="424"/>
                </a:lnTo>
                <a:lnTo>
                  <a:pt x="562" y="425"/>
                </a:lnTo>
                <a:lnTo>
                  <a:pt x="561" y="424"/>
                </a:lnTo>
                <a:lnTo>
                  <a:pt x="561" y="425"/>
                </a:lnTo>
                <a:lnTo>
                  <a:pt x="560" y="425"/>
                </a:lnTo>
                <a:lnTo>
                  <a:pt x="560" y="426"/>
                </a:lnTo>
                <a:lnTo>
                  <a:pt x="560" y="428"/>
                </a:lnTo>
                <a:lnTo>
                  <a:pt x="560" y="429"/>
                </a:lnTo>
                <a:lnTo>
                  <a:pt x="561" y="429"/>
                </a:lnTo>
                <a:lnTo>
                  <a:pt x="562" y="430"/>
                </a:lnTo>
                <a:lnTo>
                  <a:pt x="563" y="432"/>
                </a:lnTo>
                <a:lnTo>
                  <a:pt x="562" y="432"/>
                </a:lnTo>
                <a:lnTo>
                  <a:pt x="561" y="432"/>
                </a:lnTo>
                <a:lnTo>
                  <a:pt x="560" y="432"/>
                </a:lnTo>
                <a:lnTo>
                  <a:pt x="559" y="433"/>
                </a:lnTo>
                <a:lnTo>
                  <a:pt x="559" y="434"/>
                </a:lnTo>
                <a:lnTo>
                  <a:pt x="558" y="434"/>
                </a:lnTo>
                <a:lnTo>
                  <a:pt x="557" y="433"/>
                </a:lnTo>
                <a:lnTo>
                  <a:pt x="556" y="434"/>
                </a:lnTo>
                <a:lnTo>
                  <a:pt x="555" y="433"/>
                </a:lnTo>
                <a:lnTo>
                  <a:pt x="555" y="432"/>
                </a:lnTo>
                <a:lnTo>
                  <a:pt x="556" y="432"/>
                </a:lnTo>
                <a:lnTo>
                  <a:pt x="556" y="431"/>
                </a:lnTo>
                <a:lnTo>
                  <a:pt x="555" y="430"/>
                </a:lnTo>
                <a:lnTo>
                  <a:pt x="554" y="430"/>
                </a:lnTo>
                <a:lnTo>
                  <a:pt x="552" y="429"/>
                </a:lnTo>
                <a:lnTo>
                  <a:pt x="551" y="430"/>
                </a:lnTo>
                <a:lnTo>
                  <a:pt x="550" y="431"/>
                </a:lnTo>
                <a:lnTo>
                  <a:pt x="550" y="432"/>
                </a:lnTo>
                <a:lnTo>
                  <a:pt x="549" y="432"/>
                </a:lnTo>
                <a:lnTo>
                  <a:pt x="549" y="433"/>
                </a:lnTo>
                <a:lnTo>
                  <a:pt x="549" y="434"/>
                </a:lnTo>
                <a:lnTo>
                  <a:pt x="547" y="434"/>
                </a:lnTo>
                <a:lnTo>
                  <a:pt x="546" y="435"/>
                </a:lnTo>
                <a:lnTo>
                  <a:pt x="545" y="435"/>
                </a:lnTo>
                <a:lnTo>
                  <a:pt x="544" y="434"/>
                </a:lnTo>
                <a:lnTo>
                  <a:pt x="544" y="433"/>
                </a:lnTo>
                <a:lnTo>
                  <a:pt x="543" y="432"/>
                </a:lnTo>
                <a:lnTo>
                  <a:pt x="542" y="431"/>
                </a:lnTo>
                <a:lnTo>
                  <a:pt x="541" y="430"/>
                </a:lnTo>
                <a:lnTo>
                  <a:pt x="539" y="428"/>
                </a:lnTo>
                <a:lnTo>
                  <a:pt x="538" y="428"/>
                </a:lnTo>
                <a:lnTo>
                  <a:pt x="537" y="428"/>
                </a:lnTo>
                <a:lnTo>
                  <a:pt x="537" y="429"/>
                </a:lnTo>
                <a:lnTo>
                  <a:pt x="537" y="430"/>
                </a:lnTo>
                <a:lnTo>
                  <a:pt x="536" y="430"/>
                </a:lnTo>
                <a:lnTo>
                  <a:pt x="535" y="431"/>
                </a:lnTo>
                <a:lnTo>
                  <a:pt x="536" y="431"/>
                </a:lnTo>
                <a:lnTo>
                  <a:pt x="536" y="432"/>
                </a:lnTo>
                <a:lnTo>
                  <a:pt x="535" y="432"/>
                </a:lnTo>
                <a:lnTo>
                  <a:pt x="535" y="433"/>
                </a:lnTo>
                <a:lnTo>
                  <a:pt x="534" y="433"/>
                </a:lnTo>
                <a:lnTo>
                  <a:pt x="534" y="432"/>
                </a:lnTo>
                <a:lnTo>
                  <a:pt x="533" y="431"/>
                </a:lnTo>
                <a:lnTo>
                  <a:pt x="532" y="430"/>
                </a:lnTo>
                <a:lnTo>
                  <a:pt x="532" y="429"/>
                </a:lnTo>
                <a:lnTo>
                  <a:pt x="531" y="431"/>
                </a:lnTo>
                <a:lnTo>
                  <a:pt x="530" y="432"/>
                </a:lnTo>
                <a:lnTo>
                  <a:pt x="530" y="433"/>
                </a:lnTo>
                <a:lnTo>
                  <a:pt x="530" y="434"/>
                </a:lnTo>
                <a:lnTo>
                  <a:pt x="530" y="435"/>
                </a:lnTo>
                <a:lnTo>
                  <a:pt x="531" y="436"/>
                </a:lnTo>
                <a:lnTo>
                  <a:pt x="532" y="436"/>
                </a:lnTo>
                <a:lnTo>
                  <a:pt x="533" y="436"/>
                </a:lnTo>
                <a:lnTo>
                  <a:pt x="533" y="437"/>
                </a:lnTo>
                <a:lnTo>
                  <a:pt x="533" y="439"/>
                </a:lnTo>
                <a:lnTo>
                  <a:pt x="533" y="440"/>
                </a:lnTo>
                <a:lnTo>
                  <a:pt x="532" y="439"/>
                </a:lnTo>
                <a:lnTo>
                  <a:pt x="532" y="440"/>
                </a:lnTo>
                <a:lnTo>
                  <a:pt x="532" y="441"/>
                </a:lnTo>
                <a:lnTo>
                  <a:pt x="533" y="441"/>
                </a:lnTo>
                <a:lnTo>
                  <a:pt x="533" y="442"/>
                </a:lnTo>
                <a:lnTo>
                  <a:pt x="532" y="442"/>
                </a:lnTo>
                <a:lnTo>
                  <a:pt x="532" y="443"/>
                </a:lnTo>
                <a:lnTo>
                  <a:pt x="532" y="445"/>
                </a:lnTo>
                <a:lnTo>
                  <a:pt x="532" y="446"/>
                </a:lnTo>
                <a:lnTo>
                  <a:pt x="533" y="448"/>
                </a:lnTo>
                <a:lnTo>
                  <a:pt x="533" y="449"/>
                </a:lnTo>
                <a:lnTo>
                  <a:pt x="533" y="451"/>
                </a:lnTo>
                <a:lnTo>
                  <a:pt x="532" y="451"/>
                </a:lnTo>
                <a:lnTo>
                  <a:pt x="532" y="452"/>
                </a:lnTo>
                <a:lnTo>
                  <a:pt x="533" y="453"/>
                </a:lnTo>
                <a:lnTo>
                  <a:pt x="534" y="453"/>
                </a:lnTo>
                <a:lnTo>
                  <a:pt x="535" y="454"/>
                </a:lnTo>
                <a:lnTo>
                  <a:pt x="535" y="455"/>
                </a:lnTo>
                <a:lnTo>
                  <a:pt x="534" y="456"/>
                </a:lnTo>
                <a:lnTo>
                  <a:pt x="534" y="457"/>
                </a:lnTo>
                <a:lnTo>
                  <a:pt x="535" y="457"/>
                </a:lnTo>
                <a:lnTo>
                  <a:pt x="535" y="458"/>
                </a:lnTo>
                <a:lnTo>
                  <a:pt x="536" y="458"/>
                </a:lnTo>
                <a:lnTo>
                  <a:pt x="536" y="459"/>
                </a:lnTo>
                <a:lnTo>
                  <a:pt x="535" y="459"/>
                </a:lnTo>
                <a:lnTo>
                  <a:pt x="536" y="459"/>
                </a:lnTo>
                <a:lnTo>
                  <a:pt x="536" y="460"/>
                </a:lnTo>
                <a:lnTo>
                  <a:pt x="535" y="461"/>
                </a:lnTo>
                <a:lnTo>
                  <a:pt x="534" y="461"/>
                </a:lnTo>
                <a:lnTo>
                  <a:pt x="532" y="461"/>
                </a:lnTo>
                <a:lnTo>
                  <a:pt x="531" y="461"/>
                </a:lnTo>
                <a:lnTo>
                  <a:pt x="530" y="461"/>
                </a:lnTo>
                <a:lnTo>
                  <a:pt x="529" y="460"/>
                </a:lnTo>
                <a:lnTo>
                  <a:pt x="529" y="459"/>
                </a:lnTo>
                <a:lnTo>
                  <a:pt x="528" y="459"/>
                </a:lnTo>
                <a:lnTo>
                  <a:pt x="527" y="459"/>
                </a:lnTo>
                <a:lnTo>
                  <a:pt x="527" y="458"/>
                </a:lnTo>
                <a:lnTo>
                  <a:pt x="526" y="458"/>
                </a:lnTo>
                <a:lnTo>
                  <a:pt x="527" y="459"/>
                </a:lnTo>
                <a:lnTo>
                  <a:pt x="526" y="460"/>
                </a:lnTo>
                <a:lnTo>
                  <a:pt x="526" y="461"/>
                </a:lnTo>
                <a:lnTo>
                  <a:pt x="525" y="460"/>
                </a:lnTo>
                <a:lnTo>
                  <a:pt x="524" y="461"/>
                </a:lnTo>
                <a:lnTo>
                  <a:pt x="524" y="462"/>
                </a:lnTo>
                <a:lnTo>
                  <a:pt x="523" y="462"/>
                </a:lnTo>
                <a:lnTo>
                  <a:pt x="522" y="462"/>
                </a:lnTo>
                <a:lnTo>
                  <a:pt x="521" y="462"/>
                </a:lnTo>
                <a:lnTo>
                  <a:pt x="520" y="462"/>
                </a:lnTo>
                <a:lnTo>
                  <a:pt x="519" y="461"/>
                </a:lnTo>
                <a:lnTo>
                  <a:pt x="519" y="460"/>
                </a:lnTo>
                <a:lnTo>
                  <a:pt x="518" y="460"/>
                </a:lnTo>
                <a:lnTo>
                  <a:pt x="517" y="460"/>
                </a:lnTo>
                <a:lnTo>
                  <a:pt x="516" y="460"/>
                </a:lnTo>
                <a:lnTo>
                  <a:pt x="515" y="460"/>
                </a:lnTo>
                <a:lnTo>
                  <a:pt x="514" y="460"/>
                </a:lnTo>
                <a:lnTo>
                  <a:pt x="513" y="461"/>
                </a:lnTo>
                <a:lnTo>
                  <a:pt x="512" y="460"/>
                </a:lnTo>
                <a:lnTo>
                  <a:pt x="512" y="459"/>
                </a:lnTo>
                <a:lnTo>
                  <a:pt x="511" y="460"/>
                </a:lnTo>
                <a:lnTo>
                  <a:pt x="510" y="461"/>
                </a:lnTo>
                <a:lnTo>
                  <a:pt x="510" y="462"/>
                </a:lnTo>
                <a:lnTo>
                  <a:pt x="510" y="463"/>
                </a:lnTo>
                <a:lnTo>
                  <a:pt x="509" y="463"/>
                </a:lnTo>
                <a:lnTo>
                  <a:pt x="509" y="462"/>
                </a:lnTo>
                <a:lnTo>
                  <a:pt x="509" y="461"/>
                </a:lnTo>
                <a:lnTo>
                  <a:pt x="508" y="462"/>
                </a:lnTo>
                <a:lnTo>
                  <a:pt x="508" y="463"/>
                </a:lnTo>
                <a:lnTo>
                  <a:pt x="507" y="464"/>
                </a:lnTo>
                <a:lnTo>
                  <a:pt x="505" y="464"/>
                </a:lnTo>
                <a:lnTo>
                  <a:pt x="504" y="463"/>
                </a:lnTo>
                <a:lnTo>
                  <a:pt x="503" y="463"/>
                </a:lnTo>
                <a:lnTo>
                  <a:pt x="502" y="463"/>
                </a:lnTo>
                <a:lnTo>
                  <a:pt x="501" y="462"/>
                </a:lnTo>
                <a:lnTo>
                  <a:pt x="500" y="462"/>
                </a:lnTo>
                <a:lnTo>
                  <a:pt x="499" y="462"/>
                </a:lnTo>
                <a:lnTo>
                  <a:pt x="498" y="463"/>
                </a:lnTo>
                <a:lnTo>
                  <a:pt x="497" y="464"/>
                </a:lnTo>
                <a:lnTo>
                  <a:pt x="496" y="465"/>
                </a:lnTo>
                <a:lnTo>
                  <a:pt x="495" y="465"/>
                </a:lnTo>
                <a:lnTo>
                  <a:pt x="496" y="466"/>
                </a:lnTo>
                <a:lnTo>
                  <a:pt x="496" y="467"/>
                </a:lnTo>
                <a:lnTo>
                  <a:pt x="495" y="468"/>
                </a:lnTo>
                <a:lnTo>
                  <a:pt x="495" y="469"/>
                </a:lnTo>
                <a:lnTo>
                  <a:pt x="495" y="471"/>
                </a:lnTo>
                <a:lnTo>
                  <a:pt x="495" y="472"/>
                </a:lnTo>
                <a:lnTo>
                  <a:pt x="495" y="473"/>
                </a:lnTo>
                <a:lnTo>
                  <a:pt x="495" y="474"/>
                </a:lnTo>
                <a:lnTo>
                  <a:pt x="494" y="475"/>
                </a:lnTo>
                <a:lnTo>
                  <a:pt x="494" y="476"/>
                </a:lnTo>
                <a:lnTo>
                  <a:pt x="495" y="476"/>
                </a:lnTo>
                <a:lnTo>
                  <a:pt x="495" y="477"/>
                </a:lnTo>
                <a:lnTo>
                  <a:pt x="494" y="477"/>
                </a:lnTo>
                <a:lnTo>
                  <a:pt x="493" y="477"/>
                </a:lnTo>
                <a:lnTo>
                  <a:pt x="493" y="478"/>
                </a:lnTo>
                <a:lnTo>
                  <a:pt x="494" y="479"/>
                </a:lnTo>
                <a:lnTo>
                  <a:pt x="494" y="480"/>
                </a:lnTo>
                <a:lnTo>
                  <a:pt x="493" y="480"/>
                </a:lnTo>
                <a:lnTo>
                  <a:pt x="492" y="481"/>
                </a:lnTo>
                <a:lnTo>
                  <a:pt x="492" y="482"/>
                </a:lnTo>
                <a:lnTo>
                  <a:pt x="493" y="482"/>
                </a:lnTo>
                <a:lnTo>
                  <a:pt x="493" y="483"/>
                </a:lnTo>
                <a:lnTo>
                  <a:pt x="493" y="484"/>
                </a:lnTo>
                <a:lnTo>
                  <a:pt x="492" y="485"/>
                </a:lnTo>
                <a:lnTo>
                  <a:pt x="491" y="485"/>
                </a:lnTo>
                <a:lnTo>
                  <a:pt x="490" y="485"/>
                </a:lnTo>
                <a:lnTo>
                  <a:pt x="489" y="485"/>
                </a:lnTo>
                <a:lnTo>
                  <a:pt x="488" y="485"/>
                </a:lnTo>
                <a:lnTo>
                  <a:pt x="486" y="486"/>
                </a:lnTo>
                <a:lnTo>
                  <a:pt x="486" y="487"/>
                </a:lnTo>
                <a:lnTo>
                  <a:pt x="484" y="486"/>
                </a:lnTo>
                <a:lnTo>
                  <a:pt x="483" y="486"/>
                </a:lnTo>
                <a:lnTo>
                  <a:pt x="483" y="487"/>
                </a:lnTo>
                <a:lnTo>
                  <a:pt x="482" y="488"/>
                </a:lnTo>
                <a:lnTo>
                  <a:pt x="482" y="487"/>
                </a:lnTo>
                <a:lnTo>
                  <a:pt x="481" y="487"/>
                </a:lnTo>
                <a:lnTo>
                  <a:pt x="481" y="486"/>
                </a:lnTo>
                <a:lnTo>
                  <a:pt x="480" y="484"/>
                </a:lnTo>
                <a:lnTo>
                  <a:pt x="480" y="483"/>
                </a:lnTo>
                <a:lnTo>
                  <a:pt x="479" y="484"/>
                </a:lnTo>
                <a:lnTo>
                  <a:pt x="479" y="485"/>
                </a:lnTo>
                <a:lnTo>
                  <a:pt x="478" y="487"/>
                </a:lnTo>
                <a:lnTo>
                  <a:pt x="478" y="488"/>
                </a:lnTo>
                <a:lnTo>
                  <a:pt x="477" y="488"/>
                </a:lnTo>
                <a:lnTo>
                  <a:pt x="477" y="489"/>
                </a:lnTo>
                <a:lnTo>
                  <a:pt x="477" y="490"/>
                </a:lnTo>
                <a:lnTo>
                  <a:pt x="478" y="491"/>
                </a:lnTo>
                <a:lnTo>
                  <a:pt x="478" y="492"/>
                </a:lnTo>
                <a:lnTo>
                  <a:pt x="478" y="493"/>
                </a:lnTo>
                <a:lnTo>
                  <a:pt x="478" y="494"/>
                </a:lnTo>
                <a:lnTo>
                  <a:pt x="478" y="495"/>
                </a:lnTo>
                <a:lnTo>
                  <a:pt x="478" y="494"/>
                </a:lnTo>
                <a:lnTo>
                  <a:pt x="478" y="495"/>
                </a:lnTo>
                <a:lnTo>
                  <a:pt x="478" y="496"/>
                </a:lnTo>
                <a:lnTo>
                  <a:pt x="478" y="497"/>
                </a:lnTo>
                <a:lnTo>
                  <a:pt x="479" y="497"/>
                </a:lnTo>
                <a:lnTo>
                  <a:pt x="479" y="498"/>
                </a:lnTo>
                <a:lnTo>
                  <a:pt x="479" y="499"/>
                </a:lnTo>
                <a:lnTo>
                  <a:pt x="479" y="500"/>
                </a:lnTo>
                <a:lnTo>
                  <a:pt x="479" y="501"/>
                </a:lnTo>
                <a:lnTo>
                  <a:pt x="480" y="501"/>
                </a:lnTo>
                <a:lnTo>
                  <a:pt x="480" y="502"/>
                </a:lnTo>
                <a:lnTo>
                  <a:pt x="480" y="503"/>
                </a:lnTo>
                <a:lnTo>
                  <a:pt x="480" y="502"/>
                </a:lnTo>
                <a:lnTo>
                  <a:pt x="480" y="501"/>
                </a:lnTo>
                <a:lnTo>
                  <a:pt x="479" y="501"/>
                </a:lnTo>
                <a:lnTo>
                  <a:pt x="479" y="502"/>
                </a:lnTo>
                <a:lnTo>
                  <a:pt x="479" y="503"/>
                </a:lnTo>
                <a:lnTo>
                  <a:pt x="479" y="504"/>
                </a:lnTo>
                <a:lnTo>
                  <a:pt x="479" y="505"/>
                </a:lnTo>
                <a:lnTo>
                  <a:pt x="478" y="505"/>
                </a:lnTo>
                <a:lnTo>
                  <a:pt x="477" y="504"/>
                </a:lnTo>
                <a:lnTo>
                  <a:pt x="476" y="504"/>
                </a:lnTo>
                <a:lnTo>
                  <a:pt x="475" y="504"/>
                </a:lnTo>
                <a:lnTo>
                  <a:pt x="475" y="503"/>
                </a:lnTo>
                <a:lnTo>
                  <a:pt x="474" y="503"/>
                </a:lnTo>
                <a:lnTo>
                  <a:pt x="474" y="502"/>
                </a:lnTo>
                <a:lnTo>
                  <a:pt x="473" y="502"/>
                </a:lnTo>
                <a:lnTo>
                  <a:pt x="473" y="501"/>
                </a:lnTo>
                <a:lnTo>
                  <a:pt x="472" y="501"/>
                </a:lnTo>
                <a:lnTo>
                  <a:pt x="471" y="501"/>
                </a:lnTo>
                <a:lnTo>
                  <a:pt x="471" y="500"/>
                </a:lnTo>
                <a:lnTo>
                  <a:pt x="470" y="500"/>
                </a:lnTo>
                <a:lnTo>
                  <a:pt x="470" y="499"/>
                </a:lnTo>
                <a:lnTo>
                  <a:pt x="469" y="499"/>
                </a:lnTo>
                <a:lnTo>
                  <a:pt x="470" y="499"/>
                </a:lnTo>
                <a:lnTo>
                  <a:pt x="470" y="498"/>
                </a:lnTo>
                <a:lnTo>
                  <a:pt x="471" y="498"/>
                </a:lnTo>
                <a:lnTo>
                  <a:pt x="471" y="496"/>
                </a:lnTo>
                <a:lnTo>
                  <a:pt x="471" y="495"/>
                </a:lnTo>
                <a:lnTo>
                  <a:pt x="471" y="494"/>
                </a:lnTo>
                <a:lnTo>
                  <a:pt x="471" y="493"/>
                </a:lnTo>
                <a:lnTo>
                  <a:pt x="471" y="492"/>
                </a:lnTo>
                <a:lnTo>
                  <a:pt x="471" y="491"/>
                </a:lnTo>
                <a:lnTo>
                  <a:pt x="471" y="490"/>
                </a:lnTo>
                <a:lnTo>
                  <a:pt x="472" y="490"/>
                </a:lnTo>
                <a:lnTo>
                  <a:pt x="471" y="490"/>
                </a:lnTo>
                <a:lnTo>
                  <a:pt x="471" y="489"/>
                </a:lnTo>
                <a:lnTo>
                  <a:pt x="472" y="490"/>
                </a:lnTo>
                <a:lnTo>
                  <a:pt x="472" y="489"/>
                </a:lnTo>
                <a:lnTo>
                  <a:pt x="471" y="489"/>
                </a:lnTo>
                <a:lnTo>
                  <a:pt x="471" y="490"/>
                </a:lnTo>
                <a:lnTo>
                  <a:pt x="470" y="490"/>
                </a:lnTo>
                <a:lnTo>
                  <a:pt x="469" y="490"/>
                </a:lnTo>
                <a:lnTo>
                  <a:pt x="469" y="491"/>
                </a:lnTo>
                <a:lnTo>
                  <a:pt x="468" y="491"/>
                </a:lnTo>
                <a:lnTo>
                  <a:pt x="468" y="492"/>
                </a:lnTo>
                <a:lnTo>
                  <a:pt x="468" y="493"/>
                </a:lnTo>
                <a:lnTo>
                  <a:pt x="468" y="494"/>
                </a:lnTo>
                <a:lnTo>
                  <a:pt x="468" y="495"/>
                </a:lnTo>
                <a:lnTo>
                  <a:pt x="468" y="494"/>
                </a:lnTo>
                <a:lnTo>
                  <a:pt x="467" y="494"/>
                </a:lnTo>
                <a:lnTo>
                  <a:pt x="466" y="494"/>
                </a:lnTo>
                <a:lnTo>
                  <a:pt x="466" y="493"/>
                </a:lnTo>
                <a:lnTo>
                  <a:pt x="465" y="493"/>
                </a:lnTo>
                <a:lnTo>
                  <a:pt x="465" y="492"/>
                </a:lnTo>
                <a:lnTo>
                  <a:pt x="466" y="492"/>
                </a:lnTo>
                <a:lnTo>
                  <a:pt x="466" y="491"/>
                </a:lnTo>
                <a:lnTo>
                  <a:pt x="466" y="490"/>
                </a:lnTo>
                <a:lnTo>
                  <a:pt x="465" y="490"/>
                </a:lnTo>
                <a:lnTo>
                  <a:pt x="465" y="489"/>
                </a:lnTo>
                <a:lnTo>
                  <a:pt x="465" y="488"/>
                </a:lnTo>
                <a:lnTo>
                  <a:pt x="465" y="487"/>
                </a:lnTo>
                <a:lnTo>
                  <a:pt x="466" y="487"/>
                </a:lnTo>
                <a:lnTo>
                  <a:pt x="466" y="486"/>
                </a:lnTo>
                <a:lnTo>
                  <a:pt x="465" y="486"/>
                </a:lnTo>
                <a:lnTo>
                  <a:pt x="465" y="487"/>
                </a:lnTo>
                <a:lnTo>
                  <a:pt x="464" y="487"/>
                </a:lnTo>
                <a:lnTo>
                  <a:pt x="464" y="488"/>
                </a:lnTo>
                <a:lnTo>
                  <a:pt x="463" y="488"/>
                </a:lnTo>
                <a:lnTo>
                  <a:pt x="463" y="487"/>
                </a:lnTo>
                <a:lnTo>
                  <a:pt x="463" y="486"/>
                </a:lnTo>
                <a:lnTo>
                  <a:pt x="463" y="485"/>
                </a:lnTo>
                <a:lnTo>
                  <a:pt x="462" y="485"/>
                </a:lnTo>
                <a:lnTo>
                  <a:pt x="463" y="485"/>
                </a:lnTo>
                <a:lnTo>
                  <a:pt x="463" y="484"/>
                </a:lnTo>
                <a:lnTo>
                  <a:pt x="462" y="484"/>
                </a:lnTo>
                <a:lnTo>
                  <a:pt x="461" y="484"/>
                </a:lnTo>
                <a:lnTo>
                  <a:pt x="461" y="483"/>
                </a:lnTo>
                <a:lnTo>
                  <a:pt x="462" y="483"/>
                </a:lnTo>
                <a:lnTo>
                  <a:pt x="462" y="482"/>
                </a:lnTo>
                <a:lnTo>
                  <a:pt x="461" y="482"/>
                </a:lnTo>
                <a:lnTo>
                  <a:pt x="461" y="483"/>
                </a:lnTo>
                <a:lnTo>
                  <a:pt x="461" y="482"/>
                </a:lnTo>
                <a:lnTo>
                  <a:pt x="462" y="482"/>
                </a:lnTo>
                <a:lnTo>
                  <a:pt x="462" y="481"/>
                </a:lnTo>
                <a:lnTo>
                  <a:pt x="462" y="482"/>
                </a:lnTo>
                <a:lnTo>
                  <a:pt x="461" y="482"/>
                </a:lnTo>
                <a:lnTo>
                  <a:pt x="461" y="481"/>
                </a:lnTo>
                <a:lnTo>
                  <a:pt x="461" y="482"/>
                </a:lnTo>
                <a:lnTo>
                  <a:pt x="461" y="481"/>
                </a:lnTo>
                <a:lnTo>
                  <a:pt x="461" y="480"/>
                </a:lnTo>
                <a:lnTo>
                  <a:pt x="461" y="479"/>
                </a:lnTo>
                <a:lnTo>
                  <a:pt x="461" y="478"/>
                </a:lnTo>
                <a:lnTo>
                  <a:pt x="462" y="478"/>
                </a:lnTo>
                <a:lnTo>
                  <a:pt x="463" y="478"/>
                </a:lnTo>
                <a:lnTo>
                  <a:pt x="464" y="478"/>
                </a:lnTo>
                <a:lnTo>
                  <a:pt x="464" y="477"/>
                </a:lnTo>
                <a:lnTo>
                  <a:pt x="465" y="477"/>
                </a:lnTo>
                <a:lnTo>
                  <a:pt x="465" y="476"/>
                </a:lnTo>
                <a:lnTo>
                  <a:pt x="464" y="476"/>
                </a:lnTo>
                <a:lnTo>
                  <a:pt x="464" y="477"/>
                </a:lnTo>
                <a:lnTo>
                  <a:pt x="464" y="476"/>
                </a:lnTo>
                <a:lnTo>
                  <a:pt x="463" y="476"/>
                </a:lnTo>
                <a:lnTo>
                  <a:pt x="463" y="477"/>
                </a:lnTo>
                <a:lnTo>
                  <a:pt x="463" y="476"/>
                </a:lnTo>
                <a:lnTo>
                  <a:pt x="462" y="477"/>
                </a:lnTo>
                <a:lnTo>
                  <a:pt x="461" y="477"/>
                </a:lnTo>
                <a:lnTo>
                  <a:pt x="460" y="477"/>
                </a:lnTo>
                <a:lnTo>
                  <a:pt x="459" y="477"/>
                </a:lnTo>
                <a:lnTo>
                  <a:pt x="459" y="478"/>
                </a:lnTo>
                <a:lnTo>
                  <a:pt x="458" y="478"/>
                </a:lnTo>
                <a:lnTo>
                  <a:pt x="458" y="479"/>
                </a:lnTo>
                <a:lnTo>
                  <a:pt x="458" y="480"/>
                </a:lnTo>
                <a:lnTo>
                  <a:pt x="457" y="480"/>
                </a:lnTo>
                <a:lnTo>
                  <a:pt x="456" y="480"/>
                </a:lnTo>
                <a:lnTo>
                  <a:pt x="456" y="481"/>
                </a:lnTo>
                <a:lnTo>
                  <a:pt x="457" y="481"/>
                </a:lnTo>
                <a:lnTo>
                  <a:pt x="456" y="481"/>
                </a:lnTo>
                <a:lnTo>
                  <a:pt x="456" y="482"/>
                </a:lnTo>
                <a:lnTo>
                  <a:pt x="457" y="482"/>
                </a:lnTo>
                <a:lnTo>
                  <a:pt x="457" y="481"/>
                </a:lnTo>
                <a:lnTo>
                  <a:pt x="457" y="482"/>
                </a:lnTo>
                <a:lnTo>
                  <a:pt x="457" y="481"/>
                </a:lnTo>
                <a:lnTo>
                  <a:pt x="458" y="481"/>
                </a:lnTo>
                <a:lnTo>
                  <a:pt x="458" y="482"/>
                </a:lnTo>
                <a:lnTo>
                  <a:pt x="459" y="482"/>
                </a:lnTo>
                <a:lnTo>
                  <a:pt x="458" y="482"/>
                </a:lnTo>
                <a:lnTo>
                  <a:pt x="458" y="483"/>
                </a:lnTo>
                <a:lnTo>
                  <a:pt x="459" y="483"/>
                </a:lnTo>
                <a:lnTo>
                  <a:pt x="458" y="483"/>
                </a:lnTo>
                <a:lnTo>
                  <a:pt x="458" y="484"/>
                </a:lnTo>
                <a:lnTo>
                  <a:pt x="459" y="484"/>
                </a:lnTo>
                <a:lnTo>
                  <a:pt x="459" y="485"/>
                </a:lnTo>
                <a:lnTo>
                  <a:pt x="457" y="485"/>
                </a:lnTo>
                <a:lnTo>
                  <a:pt x="456" y="485"/>
                </a:lnTo>
                <a:lnTo>
                  <a:pt x="455" y="484"/>
                </a:lnTo>
                <a:lnTo>
                  <a:pt x="454" y="484"/>
                </a:lnTo>
                <a:lnTo>
                  <a:pt x="454" y="485"/>
                </a:lnTo>
                <a:lnTo>
                  <a:pt x="455" y="485"/>
                </a:lnTo>
                <a:lnTo>
                  <a:pt x="456" y="485"/>
                </a:lnTo>
                <a:lnTo>
                  <a:pt x="456" y="486"/>
                </a:lnTo>
                <a:lnTo>
                  <a:pt x="457" y="486"/>
                </a:lnTo>
                <a:lnTo>
                  <a:pt x="458" y="486"/>
                </a:lnTo>
                <a:lnTo>
                  <a:pt x="459" y="486"/>
                </a:lnTo>
                <a:lnTo>
                  <a:pt x="459" y="487"/>
                </a:lnTo>
                <a:lnTo>
                  <a:pt x="459" y="488"/>
                </a:lnTo>
                <a:lnTo>
                  <a:pt x="460" y="488"/>
                </a:lnTo>
                <a:lnTo>
                  <a:pt x="460" y="489"/>
                </a:lnTo>
                <a:lnTo>
                  <a:pt x="461" y="489"/>
                </a:lnTo>
                <a:lnTo>
                  <a:pt x="462" y="489"/>
                </a:lnTo>
                <a:lnTo>
                  <a:pt x="462" y="490"/>
                </a:lnTo>
                <a:lnTo>
                  <a:pt x="462" y="491"/>
                </a:lnTo>
                <a:lnTo>
                  <a:pt x="463" y="492"/>
                </a:lnTo>
                <a:lnTo>
                  <a:pt x="463" y="493"/>
                </a:lnTo>
                <a:lnTo>
                  <a:pt x="463" y="494"/>
                </a:lnTo>
                <a:lnTo>
                  <a:pt x="463" y="493"/>
                </a:lnTo>
                <a:lnTo>
                  <a:pt x="462" y="493"/>
                </a:lnTo>
                <a:lnTo>
                  <a:pt x="463" y="494"/>
                </a:lnTo>
                <a:lnTo>
                  <a:pt x="463" y="495"/>
                </a:lnTo>
                <a:lnTo>
                  <a:pt x="462" y="495"/>
                </a:lnTo>
                <a:lnTo>
                  <a:pt x="461" y="495"/>
                </a:lnTo>
                <a:lnTo>
                  <a:pt x="461" y="496"/>
                </a:lnTo>
                <a:lnTo>
                  <a:pt x="461" y="497"/>
                </a:lnTo>
                <a:lnTo>
                  <a:pt x="461" y="498"/>
                </a:lnTo>
                <a:lnTo>
                  <a:pt x="461" y="499"/>
                </a:lnTo>
                <a:lnTo>
                  <a:pt x="460" y="499"/>
                </a:lnTo>
                <a:lnTo>
                  <a:pt x="460" y="500"/>
                </a:lnTo>
                <a:lnTo>
                  <a:pt x="460" y="501"/>
                </a:lnTo>
                <a:lnTo>
                  <a:pt x="461" y="501"/>
                </a:lnTo>
                <a:lnTo>
                  <a:pt x="460" y="502"/>
                </a:lnTo>
                <a:lnTo>
                  <a:pt x="460" y="503"/>
                </a:lnTo>
                <a:lnTo>
                  <a:pt x="458" y="502"/>
                </a:lnTo>
                <a:lnTo>
                  <a:pt x="457" y="502"/>
                </a:lnTo>
                <a:lnTo>
                  <a:pt x="456" y="502"/>
                </a:lnTo>
                <a:lnTo>
                  <a:pt x="456" y="503"/>
                </a:lnTo>
                <a:lnTo>
                  <a:pt x="453" y="504"/>
                </a:lnTo>
                <a:lnTo>
                  <a:pt x="452" y="504"/>
                </a:lnTo>
                <a:lnTo>
                  <a:pt x="452" y="505"/>
                </a:lnTo>
                <a:lnTo>
                  <a:pt x="451" y="505"/>
                </a:lnTo>
                <a:lnTo>
                  <a:pt x="450" y="505"/>
                </a:lnTo>
                <a:lnTo>
                  <a:pt x="449" y="505"/>
                </a:lnTo>
                <a:lnTo>
                  <a:pt x="449" y="506"/>
                </a:lnTo>
                <a:lnTo>
                  <a:pt x="448" y="506"/>
                </a:lnTo>
                <a:lnTo>
                  <a:pt x="448" y="505"/>
                </a:lnTo>
                <a:lnTo>
                  <a:pt x="447" y="505"/>
                </a:lnTo>
                <a:lnTo>
                  <a:pt x="446" y="505"/>
                </a:lnTo>
                <a:lnTo>
                  <a:pt x="445" y="505"/>
                </a:lnTo>
                <a:lnTo>
                  <a:pt x="443" y="505"/>
                </a:lnTo>
                <a:lnTo>
                  <a:pt x="443" y="506"/>
                </a:lnTo>
                <a:lnTo>
                  <a:pt x="442" y="506"/>
                </a:lnTo>
                <a:lnTo>
                  <a:pt x="441" y="506"/>
                </a:lnTo>
                <a:lnTo>
                  <a:pt x="440" y="506"/>
                </a:lnTo>
                <a:lnTo>
                  <a:pt x="441" y="505"/>
                </a:lnTo>
                <a:lnTo>
                  <a:pt x="441" y="504"/>
                </a:lnTo>
                <a:lnTo>
                  <a:pt x="440" y="503"/>
                </a:lnTo>
                <a:lnTo>
                  <a:pt x="440" y="504"/>
                </a:lnTo>
                <a:lnTo>
                  <a:pt x="440" y="505"/>
                </a:lnTo>
                <a:lnTo>
                  <a:pt x="439" y="506"/>
                </a:lnTo>
                <a:lnTo>
                  <a:pt x="438" y="506"/>
                </a:lnTo>
                <a:lnTo>
                  <a:pt x="438" y="507"/>
                </a:lnTo>
                <a:lnTo>
                  <a:pt x="437" y="507"/>
                </a:lnTo>
                <a:lnTo>
                  <a:pt x="436" y="507"/>
                </a:lnTo>
                <a:lnTo>
                  <a:pt x="435" y="508"/>
                </a:lnTo>
                <a:lnTo>
                  <a:pt x="434" y="508"/>
                </a:lnTo>
                <a:lnTo>
                  <a:pt x="433" y="508"/>
                </a:lnTo>
                <a:lnTo>
                  <a:pt x="433" y="507"/>
                </a:lnTo>
                <a:lnTo>
                  <a:pt x="432" y="507"/>
                </a:lnTo>
                <a:lnTo>
                  <a:pt x="432" y="506"/>
                </a:lnTo>
                <a:lnTo>
                  <a:pt x="432" y="505"/>
                </a:lnTo>
                <a:lnTo>
                  <a:pt x="432" y="504"/>
                </a:lnTo>
                <a:lnTo>
                  <a:pt x="433" y="504"/>
                </a:lnTo>
                <a:lnTo>
                  <a:pt x="433" y="503"/>
                </a:lnTo>
                <a:lnTo>
                  <a:pt x="432" y="503"/>
                </a:lnTo>
                <a:lnTo>
                  <a:pt x="432" y="504"/>
                </a:lnTo>
                <a:lnTo>
                  <a:pt x="432" y="505"/>
                </a:lnTo>
                <a:lnTo>
                  <a:pt x="431" y="505"/>
                </a:lnTo>
                <a:lnTo>
                  <a:pt x="431" y="506"/>
                </a:lnTo>
                <a:lnTo>
                  <a:pt x="431" y="507"/>
                </a:lnTo>
                <a:lnTo>
                  <a:pt x="431" y="508"/>
                </a:lnTo>
                <a:lnTo>
                  <a:pt x="431" y="509"/>
                </a:lnTo>
                <a:lnTo>
                  <a:pt x="429" y="509"/>
                </a:lnTo>
                <a:lnTo>
                  <a:pt x="428" y="509"/>
                </a:lnTo>
                <a:lnTo>
                  <a:pt x="427" y="509"/>
                </a:lnTo>
                <a:lnTo>
                  <a:pt x="427" y="510"/>
                </a:lnTo>
                <a:lnTo>
                  <a:pt x="426" y="510"/>
                </a:lnTo>
                <a:lnTo>
                  <a:pt x="425" y="510"/>
                </a:lnTo>
                <a:lnTo>
                  <a:pt x="425" y="509"/>
                </a:lnTo>
                <a:lnTo>
                  <a:pt x="425" y="510"/>
                </a:lnTo>
                <a:lnTo>
                  <a:pt x="425" y="511"/>
                </a:lnTo>
                <a:lnTo>
                  <a:pt x="424" y="511"/>
                </a:lnTo>
                <a:lnTo>
                  <a:pt x="424" y="510"/>
                </a:lnTo>
                <a:lnTo>
                  <a:pt x="423" y="510"/>
                </a:lnTo>
                <a:lnTo>
                  <a:pt x="422" y="510"/>
                </a:lnTo>
                <a:lnTo>
                  <a:pt x="422" y="509"/>
                </a:lnTo>
                <a:lnTo>
                  <a:pt x="421" y="509"/>
                </a:lnTo>
                <a:lnTo>
                  <a:pt x="420" y="509"/>
                </a:lnTo>
                <a:lnTo>
                  <a:pt x="419" y="509"/>
                </a:lnTo>
                <a:lnTo>
                  <a:pt x="419" y="508"/>
                </a:lnTo>
                <a:lnTo>
                  <a:pt x="418" y="507"/>
                </a:lnTo>
                <a:lnTo>
                  <a:pt x="417" y="507"/>
                </a:lnTo>
                <a:lnTo>
                  <a:pt x="416" y="507"/>
                </a:lnTo>
                <a:lnTo>
                  <a:pt x="416" y="506"/>
                </a:lnTo>
                <a:lnTo>
                  <a:pt x="415" y="506"/>
                </a:lnTo>
                <a:lnTo>
                  <a:pt x="415" y="507"/>
                </a:lnTo>
                <a:lnTo>
                  <a:pt x="415" y="506"/>
                </a:lnTo>
                <a:lnTo>
                  <a:pt x="414" y="506"/>
                </a:lnTo>
                <a:lnTo>
                  <a:pt x="415" y="505"/>
                </a:lnTo>
                <a:lnTo>
                  <a:pt x="416" y="504"/>
                </a:lnTo>
                <a:lnTo>
                  <a:pt x="415" y="504"/>
                </a:lnTo>
                <a:lnTo>
                  <a:pt x="416" y="504"/>
                </a:lnTo>
                <a:lnTo>
                  <a:pt x="417" y="502"/>
                </a:lnTo>
                <a:lnTo>
                  <a:pt x="418" y="503"/>
                </a:lnTo>
                <a:lnTo>
                  <a:pt x="419" y="503"/>
                </a:lnTo>
                <a:lnTo>
                  <a:pt x="420" y="503"/>
                </a:lnTo>
                <a:lnTo>
                  <a:pt x="420" y="502"/>
                </a:lnTo>
                <a:lnTo>
                  <a:pt x="421" y="502"/>
                </a:lnTo>
                <a:lnTo>
                  <a:pt x="422" y="502"/>
                </a:lnTo>
                <a:lnTo>
                  <a:pt x="422" y="501"/>
                </a:lnTo>
                <a:lnTo>
                  <a:pt x="423" y="501"/>
                </a:lnTo>
                <a:lnTo>
                  <a:pt x="424" y="500"/>
                </a:lnTo>
                <a:lnTo>
                  <a:pt x="425" y="499"/>
                </a:lnTo>
                <a:lnTo>
                  <a:pt x="425" y="498"/>
                </a:lnTo>
                <a:lnTo>
                  <a:pt x="426" y="498"/>
                </a:lnTo>
                <a:lnTo>
                  <a:pt x="426" y="497"/>
                </a:lnTo>
                <a:lnTo>
                  <a:pt x="426" y="496"/>
                </a:lnTo>
                <a:lnTo>
                  <a:pt x="425" y="496"/>
                </a:lnTo>
                <a:lnTo>
                  <a:pt x="425" y="495"/>
                </a:lnTo>
                <a:lnTo>
                  <a:pt x="424" y="494"/>
                </a:lnTo>
                <a:lnTo>
                  <a:pt x="424" y="495"/>
                </a:lnTo>
                <a:lnTo>
                  <a:pt x="424" y="494"/>
                </a:lnTo>
                <a:lnTo>
                  <a:pt x="424" y="493"/>
                </a:lnTo>
                <a:lnTo>
                  <a:pt x="424" y="492"/>
                </a:lnTo>
                <a:lnTo>
                  <a:pt x="423" y="492"/>
                </a:lnTo>
                <a:lnTo>
                  <a:pt x="423" y="493"/>
                </a:lnTo>
                <a:lnTo>
                  <a:pt x="422" y="493"/>
                </a:lnTo>
                <a:lnTo>
                  <a:pt x="422" y="492"/>
                </a:lnTo>
                <a:lnTo>
                  <a:pt x="421" y="492"/>
                </a:lnTo>
                <a:lnTo>
                  <a:pt x="420" y="492"/>
                </a:lnTo>
                <a:lnTo>
                  <a:pt x="419" y="492"/>
                </a:lnTo>
                <a:lnTo>
                  <a:pt x="418" y="492"/>
                </a:lnTo>
                <a:lnTo>
                  <a:pt x="418" y="491"/>
                </a:lnTo>
                <a:lnTo>
                  <a:pt x="417" y="491"/>
                </a:lnTo>
                <a:lnTo>
                  <a:pt x="417" y="489"/>
                </a:lnTo>
                <a:lnTo>
                  <a:pt x="417" y="488"/>
                </a:lnTo>
                <a:lnTo>
                  <a:pt x="418" y="487"/>
                </a:lnTo>
                <a:lnTo>
                  <a:pt x="419" y="487"/>
                </a:lnTo>
                <a:lnTo>
                  <a:pt x="419" y="486"/>
                </a:lnTo>
                <a:lnTo>
                  <a:pt x="419" y="485"/>
                </a:lnTo>
                <a:lnTo>
                  <a:pt x="420" y="485"/>
                </a:lnTo>
                <a:lnTo>
                  <a:pt x="421" y="485"/>
                </a:lnTo>
                <a:lnTo>
                  <a:pt x="421" y="484"/>
                </a:lnTo>
                <a:lnTo>
                  <a:pt x="422" y="484"/>
                </a:lnTo>
                <a:lnTo>
                  <a:pt x="421" y="484"/>
                </a:lnTo>
                <a:lnTo>
                  <a:pt x="421" y="485"/>
                </a:lnTo>
                <a:lnTo>
                  <a:pt x="420" y="485"/>
                </a:lnTo>
                <a:lnTo>
                  <a:pt x="419" y="485"/>
                </a:lnTo>
                <a:lnTo>
                  <a:pt x="419" y="486"/>
                </a:lnTo>
                <a:lnTo>
                  <a:pt x="419" y="487"/>
                </a:lnTo>
                <a:lnTo>
                  <a:pt x="418" y="487"/>
                </a:lnTo>
                <a:lnTo>
                  <a:pt x="417" y="487"/>
                </a:lnTo>
                <a:lnTo>
                  <a:pt x="417" y="488"/>
                </a:lnTo>
                <a:lnTo>
                  <a:pt x="417" y="489"/>
                </a:lnTo>
                <a:lnTo>
                  <a:pt x="417" y="490"/>
                </a:lnTo>
                <a:lnTo>
                  <a:pt x="417" y="491"/>
                </a:lnTo>
                <a:lnTo>
                  <a:pt x="416" y="491"/>
                </a:lnTo>
                <a:lnTo>
                  <a:pt x="415" y="491"/>
                </a:lnTo>
                <a:lnTo>
                  <a:pt x="415" y="490"/>
                </a:lnTo>
                <a:lnTo>
                  <a:pt x="416" y="490"/>
                </a:lnTo>
                <a:lnTo>
                  <a:pt x="415" y="489"/>
                </a:lnTo>
                <a:lnTo>
                  <a:pt x="416" y="489"/>
                </a:lnTo>
                <a:lnTo>
                  <a:pt x="416" y="488"/>
                </a:lnTo>
                <a:lnTo>
                  <a:pt x="417" y="488"/>
                </a:lnTo>
                <a:lnTo>
                  <a:pt x="417" y="487"/>
                </a:lnTo>
                <a:lnTo>
                  <a:pt x="417" y="486"/>
                </a:lnTo>
                <a:lnTo>
                  <a:pt x="417" y="485"/>
                </a:lnTo>
                <a:lnTo>
                  <a:pt x="418" y="484"/>
                </a:lnTo>
                <a:lnTo>
                  <a:pt x="417" y="485"/>
                </a:lnTo>
                <a:lnTo>
                  <a:pt x="417" y="486"/>
                </a:lnTo>
                <a:lnTo>
                  <a:pt x="416" y="486"/>
                </a:lnTo>
                <a:lnTo>
                  <a:pt x="417" y="486"/>
                </a:lnTo>
                <a:lnTo>
                  <a:pt x="417" y="487"/>
                </a:lnTo>
                <a:lnTo>
                  <a:pt x="416" y="487"/>
                </a:lnTo>
                <a:lnTo>
                  <a:pt x="415" y="488"/>
                </a:lnTo>
                <a:lnTo>
                  <a:pt x="414" y="488"/>
                </a:lnTo>
                <a:lnTo>
                  <a:pt x="413" y="488"/>
                </a:lnTo>
                <a:lnTo>
                  <a:pt x="413" y="489"/>
                </a:lnTo>
                <a:lnTo>
                  <a:pt x="412" y="489"/>
                </a:lnTo>
                <a:lnTo>
                  <a:pt x="411" y="490"/>
                </a:lnTo>
                <a:lnTo>
                  <a:pt x="410" y="490"/>
                </a:lnTo>
                <a:lnTo>
                  <a:pt x="409" y="490"/>
                </a:lnTo>
                <a:lnTo>
                  <a:pt x="409" y="491"/>
                </a:lnTo>
                <a:lnTo>
                  <a:pt x="408" y="491"/>
                </a:lnTo>
                <a:lnTo>
                  <a:pt x="407" y="491"/>
                </a:lnTo>
                <a:lnTo>
                  <a:pt x="406" y="490"/>
                </a:lnTo>
                <a:lnTo>
                  <a:pt x="405" y="490"/>
                </a:lnTo>
                <a:lnTo>
                  <a:pt x="404" y="490"/>
                </a:lnTo>
                <a:lnTo>
                  <a:pt x="404" y="489"/>
                </a:lnTo>
                <a:lnTo>
                  <a:pt x="403" y="489"/>
                </a:lnTo>
                <a:lnTo>
                  <a:pt x="402" y="489"/>
                </a:lnTo>
                <a:lnTo>
                  <a:pt x="402" y="487"/>
                </a:lnTo>
                <a:lnTo>
                  <a:pt x="402" y="486"/>
                </a:lnTo>
                <a:lnTo>
                  <a:pt x="401" y="486"/>
                </a:lnTo>
                <a:lnTo>
                  <a:pt x="401" y="485"/>
                </a:lnTo>
                <a:lnTo>
                  <a:pt x="400" y="484"/>
                </a:lnTo>
                <a:lnTo>
                  <a:pt x="399" y="484"/>
                </a:lnTo>
                <a:lnTo>
                  <a:pt x="398" y="483"/>
                </a:lnTo>
                <a:lnTo>
                  <a:pt x="399" y="483"/>
                </a:lnTo>
                <a:lnTo>
                  <a:pt x="398" y="483"/>
                </a:lnTo>
                <a:lnTo>
                  <a:pt x="398" y="482"/>
                </a:lnTo>
                <a:lnTo>
                  <a:pt x="397" y="482"/>
                </a:lnTo>
                <a:lnTo>
                  <a:pt x="397" y="481"/>
                </a:lnTo>
                <a:lnTo>
                  <a:pt x="397" y="480"/>
                </a:lnTo>
                <a:lnTo>
                  <a:pt x="398" y="480"/>
                </a:lnTo>
                <a:lnTo>
                  <a:pt x="399" y="480"/>
                </a:lnTo>
                <a:lnTo>
                  <a:pt x="399" y="479"/>
                </a:lnTo>
                <a:lnTo>
                  <a:pt x="399" y="478"/>
                </a:lnTo>
                <a:lnTo>
                  <a:pt x="398" y="477"/>
                </a:lnTo>
                <a:lnTo>
                  <a:pt x="398" y="476"/>
                </a:lnTo>
                <a:lnTo>
                  <a:pt x="399" y="476"/>
                </a:lnTo>
                <a:lnTo>
                  <a:pt x="400" y="476"/>
                </a:lnTo>
                <a:lnTo>
                  <a:pt x="400" y="477"/>
                </a:lnTo>
                <a:lnTo>
                  <a:pt x="400" y="476"/>
                </a:lnTo>
                <a:lnTo>
                  <a:pt x="401" y="476"/>
                </a:lnTo>
                <a:lnTo>
                  <a:pt x="402" y="475"/>
                </a:lnTo>
                <a:lnTo>
                  <a:pt x="401" y="475"/>
                </a:lnTo>
                <a:lnTo>
                  <a:pt x="401" y="476"/>
                </a:lnTo>
                <a:lnTo>
                  <a:pt x="400" y="476"/>
                </a:lnTo>
                <a:lnTo>
                  <a:pt x="400" y="475"/>
                </a:lnTo>
                <a:lnTo>
                  <a:pt x="401" y="475"/>
                </a:lnTo>
                <a:lnTo>
                  <a:pt x="401" y="474"/>
                </a:lnTo>
                <a:lnTo>
                  <a:pt x="401" y="473"/>
                </a:lnTo>
                <a:lnTo>
                  <a:pt x="401" y="474"/>
                </a:lnTo>
                <a:lnTo>
                  <a:pt x="400" y="475"/>
                </a:lnTo>
                <a:lnTo>
                  <a:pt x="399" y="475"/>
                </a:lnTo>
                <a:lnTo>
                  <a:pt x="399" y="476"/>
                </a:lnTo>
                <a:lnTo>
                  <a:pt x="399" y="475"/>
                </a:lnTo>
                <a:lnTo>
                  <a:pt x="399" y="474"/>
                </a:lnTo>
                <a:lnTo>
                  <a:pt x="398" y="474"/>
                </a:lnTo>
                <a:lnTo>
                  <a:pt x="398" y="473"/>
                </a:lnTo>
                <a:lnTo>
                  <a:pt x="399" y="473"/>
                </a:lnTo>
                <a:lnTo>
                  <a:pt x="399" y="472"/>
                </a:lnTo>
                <a:lnTo>
                  <a:pt x="398" y="472"/>
                </a:lnTo>
                <a:lnTo>
                  <a:pt x="397" y="472"/>
                </a:lnTo>
                <a:lnTo>
                  <a:pt x="397" y="470"/>
                </a:lnTo>
                <a:lnTo>
                  <a:pt x="396" y="470"/>
                </a:lnTo>
                <a:lnTo>
                  <a:pt x="395" y="469"/>
                </a:lnTo>
                <a:lnTo>
                  <a:pt x="395" y="470"/>
                </a:lnTo>
                <a:lnTo>
                  <a:pt x="396" y="470"/>
                </a:lnTo>
                <a:lnTo>
                  <a:pt x="396" y="471"/>
                </a:lnTo>
                <a:lnTo>
                  <a:pt x="396" y="470"/>
                </a:lnTo>
                <a:lnTo>
                  <a:pt x="397" y="470"/>
                </a:lnTo>
                <a:lnTo>
                  <a:pt x="397" y="471"/>
                </a:lnTo>
                <a:lnTo>
                  <a:pt x="397" y="472"/>
                </a:lnTo>
                <a:lnTo>
                  <a:pt x="396" y="472"/>
                </a:lnTo>
                <a:lnTo>
                  <a:pt x="396" y="471"/>
                </a:lnTo>
                <a:lnTo>
                  <a:pt x="395" y="471"/>
                </a:lnTo>
                <a:lnTo>
                  <a:pt x="396" y="471"/>
                </a:lnTo>
                <a:lnTo>
                  <a:pt x="396" y="472"/>
                </a:lnTo>
                <a:lnTo>
                  <a:pt x="396" y="473"/>
                </a:lnTo>
                <a:lnTo>
                  <a:pt x="397" y="473"/>
                </a:lnTo>
                <a:lnTo>
                  <a:pt x="398" y="473"/>
                </a:lnTo>
                <a:lnTo>
                  <a:pt x="398" y="474"/>
                </a:lnTo>
                <a:lnTo>
                  <a:pt x="397" y="475"/>
                </a:lnTo>
                <a:lnTo>
                  <a:pt x="397" y="476"/>
                </a:lnTo>
                <a:lnTo>
                  <a:pt x="397" y="478"/>
                </a:lnTo>
                <a:lnTo>
                  <a:pt x="396" y="478"/>
                </a:lnTo>
                <a:lnTo>
                  <a:pt x="396" y="479"/>
                </a:lnTo>
                <a:lnTo>
                  <a:pt x="397" y="479"/>
                </a:lnTo>
                <a:lnTo>
                  <a:pt x="397" y="480"/>
                </a:lnTo>
                <a:lnTo>
                  <a:pt x="396" y="480"/>
                </a:lnTo>
                <a:lnTo>
                  <a:pt x="395" y="480"/>
                </a:lnTo>
                <a:lnTo>
                  <a:pt x="395" y="479"/>
                </a:lnTo>
                <a:lnTo>
                  <a:pt x="394" y="479"/>
                </a:lnTo>
                <a:lnTo>
                  <a:pt x="394" y="480"/>
                </a:lnTo>
                <a:lnTo>
                  <a:pt x="395" y="480"/>
                </a:lnTo>
                <a:lnTo>
                  <a:pt x="396" y="481"/>
                </a:lnTo>
                <a:lnTo>
                  <a:pt x="395" y="481"/>
                </a:lnTo>
                <a:lnTo>
                  <a:pt x="396" y="482"/>
                </a:lnTo>
                <a:lnTo>
                  <a:pt x="396" y="483"/>
                </a:lnTo>
                <a:lnTo>
                  <a:pt x="396" y="484"/>
                </a:lnTo>
                <a:lnTo>
                  <a:pt x="397" y="484"/>
                </a:lnTo>
                <a:lnTo>
                  <a:pt x="397" y="485"/>
                </a:lnTo>
                <a:lnTo>
                  <a:pt x="396" y="485"/>
                </a:lnTo>
                <a:lnTo>
                  <a:pt x="397" y="486"/>
                </a:lnTo>
                <a:lnTo>
                  <a:pt x="398" y="486"/>
                </a:lnTo>
                <a:lnTo>
                  <a:pt x="399" y="486"/>
                </a:lnTo>
                <a:lnTo>
                  <a:pt x="399" y="487"/>
                </a:lnTo>
                <a:lnTo>
                  <a:pt x="398" y="487"/>
                </a:lnTo>
                <a:lnTo>
                  <a:pt x="398" y="488"/>
                </a:lnTo>
                <a:lnTo>
                  <a:pt x="399" y="488"/>
                </a:lnTo>
                <a:lnTo>
                  <a:pt x="398" y="488"/>
                </a:lnTo>
                <a:lnTo>
                  <a:pt x="397" y="488"/>
                </a:lnTo>
                <a:lnTo>
                  <a:pt x="397" y="489"/>
                </a:lnTo>
                <a:lnTo>
                  <a:pt x="395" y="489"/>
                </a:lnTo>
                <a:lnTo>
                  <a:pt x="395" y="488"/>
                </a:lnTo>
                <a:lnTo>
                  <a:pt x="394" y="488"/>
                </a:lnTo>
                <a:lnTo>
                  <a:pt x="394" y="487"/>
                </a:lnTo>
                <a:lnTo>
                  <a:pt x="393" y="487"/>
                </a:lnTo>
                <a:lnTo>
                  <a:pt x="393" y="488"/>
                </a:lnTo>
                <a:lnTo>
                  <a:pt x="393" y="487"/>
                </a:lnTo>
                <a:lnTo>
                  <a:pt x="392" y="487"/>
                </a:lnTo>
                <a:lnTo>
                  <a:pt x="391" y="487"/>
                </a:lnTo>
                <a:lnTo>
                  <a:pt x="391" y="488"/>
                </a:lnTo>
                <a:lnTo>
                  <a:pt x="390" y="488"/>
                </a:lnTo>
                <a:lnTo>
                  <a:pt x="389" y="488"/>
                </a:lnTo>
                <a:lnTo>
                  <a:pt x="389" y="489"/>
                </a:lnTo>
                <a:lnTo>
                  <a:pt x="388" y="489"/>
                </a:lnTo>
                <a:lnTo>
                  <a:pt x="388" y="490"/>
                </a:lnTo>
                <a:lnTo>
                  <a:pt x="387" y="490"/>
                </a:lnTo>
                <a:lnTo>
                  <a:pt x="387" y="489"/>
                </a:lnTo>
                <a:lnTo>
                  <a:pt x="386" y="489"/>
                </a:lnTo>
                <a:lnTo>
                  <a:pt x="386" y="488"/>
                </a:lnTo>
                <a:lnTo>
                  <a:pt x="387" y="487"/>
                </a:lnTo>
                <a:lnTo>
                  <a:pt x="386" y="487"/>
                </a:lnTo>
                <a:lnTo>
                  <a:pt x="386" y="486"/>
                </a:lnTo>
                <a:lnTo>
                  <a:pt x="385" y="486"/>
                </a:lnTo>
                <a:lnTo>
                  <a:pt x="385" y="485"/>
                </a:lnTo>
                <a:lnTo>
                  <a:pt x="384" y="485"/>
                </a:lnTo>
                <a:lnTo>
                  <a:pt x="384" y="484"/>
                </a:lnTo>
                <a:lnTo>
                  <a:pt x="385" y="484"/>
                </a:lnTo>
                <a:lnTo>
                  <a:pt x="386" y="484"/>
                </a:lnTo>
                <a:lnTo>
                  <a:pt x="385" y="483"/>
                </a:lnTo>
                <a:lnTo>
                  <a:pt x="385" y="482"/>
                </a:lnTo>
                <a:lnTo>
                  <a:pt x="384" y="482"/>
                </a:lnTo>
                <a:lnTo>
                  <a:pt x="384" y="481"/>
                </a:lnTo>
                <a:lnTo>
                  <a:pt x="384" y="480"/>
                </a:lnTo>
                <a:lnTo>
                  <a:pt x="385" y="480"/>
                </a:lnTo>
                <a:lnTo>
                  <a:pt x="385" y="479"/>
                </a:lnTo>
                <a:lnTo>
                  <a:pt x="385" y="478"/>
                </a:lnTo>
                <a:lnTo>
                  <a:pt x="385" y="477"/>
                </a:lnTo>
                <a:lnTo>
                  <a:pt x="384" y="477"/>
                </a:lnTo>
                <a:lnTo>
                  <a:pt x="384" y="478"/>
                </a:lnTo>
                <a:lnTo>
                  <a:pt x="384" y="479"/>
                </a:lnTo>
                <a:lnTo>
                  <a:pt x="383" y="479"/>
                </a:lnTo>
                <a:lnTo>
                  <a:pt x="383" y="480"/>
                </a:lnTo>
                <a:lnTo>
                  <a:pt x="383" y="481"/>
                </a:lnTo>
                <a:lnTo>
                  <a:pt x="383" y="480"/>
                </a:lnTo>
                <a:lnTo>
                  <a:pt x="382" y="480"/>
                </a:lnTo>
                <a:lnTo>
                  <a:pt x="382" y="479"/>
                </a:lnTo>
                <a:lnTo>
                  <a:pt x="381" y="479"/>
                </a:lnTo>
                <a:lnTo>
                  <a:pt x="380" y="479"/>
                </a:lnTo>
                <a:lnTo>
                  <a:pt x="380" y="478"/>
                </a:lnTo>
                <a:lnTo>
                  <a:pt x="380" y="479"/>
                </a:lnTo>
                <a:lnTo>
                  <a:pt x="381" y="480"/>
                </a:lnTo>
                <a:lnTo>
                  <a:pt x="381" y="481"/>
                </a:lnTo>
                <a:lnTo>
                  <a:pt x="380" y="481"/>
                </a:lnTo>
                <a:lnTo>
                  <a:pt x="380" y="482"/>
                </a:lnTo>
                <a:lnTo>
                  <a:pt x="381" y="484"/>
                </a:lnTo>
                <a:lnTo>
                  <a:pt x="380" y="484"/>
                </a:lnTo>
                <a:lnTo>
                  <a:pt x="379" y="484"/>
                </a:lnTo>
                <a:lnTo>
                  <a:pt x="378" y="482"/>
                </a:lnTo>
                <a:lnTo>
                  <a:pt x="378" y="481"/>
                </a:lnTo>
                <a:lnTo>
                  <a:pt x="378" y="480"/>
                </a:lnTo>
                <a:lnTo>
                  <a:pt x="378" y="479"/>
                </a:lnTo>
                <a:lnTo>
                  <a:pt x="378" y="477"/>
                </a:lnTo>
                <a:lnTo>
                  <a:pt x="378" y="476"/>
                </a:lnTo>
                <a:lnTo>
                  <a:pt x="379" y="475"/>
                </a:lnTo>
                <a:lnTo>
                  <a:pt x="379" y="474"/>
                </a:lnTo>
                <a:lnTo>
                  <a:pt x="379" y="473"/>
                </a:lnTo>
                <a:lnTo>
                  <a:pt x="380" y="473"/>
                </a:lnTo>
                <a:lnTo>
                  <a:pt x="380" y="472"/>
                </a:lnTo>
                <a:lnTo>
                  <a:pt x="381" y="472"/>
                </a:lnTo>
                <a:lnTo>
                  <a:pt x="381" y="471"/>
                </a:lnTo>
                <a:lnTo>
                  <a:pt x="381" y="470"/>
                </a:lnTo>
                <a:lnTo>
                  <a:pt x="381" y="471"/>
                </a:lnTo>
                <a:lnTo>
                  <a:pt x="380" y="472"/>
                </a:lnTo>
                <a:lnTo>
                  <a:pt x="379" y="472"/>
                </a:lnTo>
                <a:lnTo>
                  <a:pt x="379" y="471"/>
                </a:lnTo>
                <a:lnTo>
                  <a:pt x="379" y="470"/>
                </a:lnTo>
                <a:lnTo>
                  <a:pt x="379" y="471"/>
                </a:lnTo>
                <a:lnTo>
                  <a:pt x="379" y="472"/>
                </a:lnTo>
                <a:lnTo>
                  <a:pt x="379" y="473"/>
                </a:lnTo>
                <a:lnTo>
                  <a:pt x="378" y="474"/>
                </a:lnTo>
                <a:lnTo>
                  <a:pt x="377" y="473"/>
                </a:lnTo>
                <a:lnTo>
                  <a:pt x="377" y="474"/>
                </a:lnTo>
                <a:lnTo>
                  <a:pt x="378" y="474"/>
                </a:lnTo>
                <a:lnTo>
                  <a:pt x="378" y="475"/>
                </a:lnTo>
                <a:lnTo>
                  <a:pt x="378" y="476"/>
                </a:lnTo>
                <a:lnTo>
                  <a:pt x="377" y="476"/>
                </a:lnTo>
                <a:lnTo>
                  <a:pt x="377" y="477"/>
                </a:lnTo>
                <a:lnTo>
                  <a:pt x="377" y="480"/>
                </a:lnTo>
                <a:lnTo>
                  <a:pt x="376" y="480"/>
                </a:lnTo>
                <a:lnTo>
                  <a:pt x="376" y="481"/>
                </a:lnTo>
                <a:lnTo>
                  <a:pt x="375" y="481"/>
                </a:lnTo>
                <a:lnTo>
                  <a:pt x="375" y="480"/>
                </a:lnTo>
                <a:lnTo>
                  <a:pt x="374" y="479"/>
                </a:lnTo>
                <a:lnTo>
                  <a:pt x="374" y="478"/>
                </a:lnTo>
                <a:lnTo>
                  <a:pt x="374" y="477"/>
                </a:lnTo>
                <a:lnTo>
                  <a:pt x="374" y="476"/>
                </a:lnTo>
                <a:lnTo>
                  <a:pt x="374" y="475"/>
                </a:lnTo>
                <a:lnTo>
                  <a:pt x="374" y="474"/>
                </a:lnTo>
                <a:lnTo>
                  <a:pt x="373" y="473"/>
                </a:lnTo>
                <a:lnTo>
                  <a:pt x="372" y="473"/>
                </a:lnTo>
                <a:lnTo>
                  <a:pt x="372" y="472"/>
                </a:lnTo>
                <a:lnTo>
                  <a:pt x="371" y="472"/>
                </a:lnTo>
                <a:lnTo>
                  <a:pt x="371" y="471"/>
                </a:lnTo>
                <a:lnTo>
                  <a:pt x="371" y="470"/>
                </a:lnTo>
                <a:lnTo>
                  <a:pt x="372" y="470"/>
                </a:lnTo>
                <a:lnTo>
                  <a:pt x="373" y="470"/>
                </a:lnTo>
                <a:lnTo>
                  <a:pt x="372" y="470"/>
                </a:lnTo>
                <a:lnTo>
                  <a:pt x="372" y="469"/>
                </a:lnTo>
                <a:lnTo>
                  <a:pt x="373" y="469"/>
                </a:lnTo>
                <a:lnTo>
                  <a:pt x="373" y="468"/>
                </a:lnTo>
                <a:lnTo>
                  <a:pt x="374" y="468"/>
                </a:lnTo>
                <a:lnTo>
                  <a:pt x="375" y="468"/>
                </a:lnTo>
                <a:lnTo>
                  <a:pt x="375" y="467"/>
                </a:lnTo>
                <a:lnTo>
                  <a:pt x="374" y="467"/>
                </a:lnTo>
                <a:lnTo>
                  <a:pt x="375" y="467"/>
                </a:lnTo>
                <a:lnTo>
                  <a:pt x="375" y="466"/>
                </a:lnTo>
                <a:lnTo>
                  <a:pt x="376" y="466"/>
                </a:lnTo>
                <a:lnTo>
                  <a:pt x="376" y="465"/>
                </a:lnTo>
                <a:lnTo>
                  <a:pt x="375" y="465"/>
                </a:lnTo>
                <a:lnTo>
                  <a:pt x="375" y="464"/>
                </a:lnTo>
                <a:lnTo>
                  <a:pt x="375" y="463"/>
                </a:lnTo>
                <a:lnTo>
                  <a:pt x="376" y="463"/>
                </a:lnTo>
                <a:lnTo>
                  <a:pt x="377" y="462"/>
                </a:lnTo>
                <a:lnTo>
                  <a:pt x="378" y="462"/>
                </a:lnTo>
                <a:lnTo>
                  <a:pt x="377" y="461"/>
                </a:lnTo>
                <a:lnTo>
                  <a:pt x="376" y="461"/>
                </a:lnTo>
                <a:lnTo>
                  <a:pt x="376" y="460"/>
                </a:lnTo>
                <a:lnTo>
                  <a:pt x="376" y="461"/>
                </a:lnTo>
                <a:lnTo>
                  <a:pt x="375" y="461"/>
                </a:lnTo>
                <a:lnTo>
                  <a:pt x="375" y="460"/>
                </a:lnTo>
                <a:lnTo>
                  <a:pt x="375" y="461"/>
                </a:lnTo>
                <a:lnTo>
                  <a:pt x="374" y="461"/>
                </a:lnTo>
                <a:lnTo>
                  <a:pt x="373" y="461"/>
                </a:lnTo>
                <a:lnTo>
                  <a:pt x="372" y="461"/>
                </a:lnTo>
                <a:lnTo>
                  <a:pt x="371" y="461"/>
                </a:lnTo>
                <a:lnTo>
                  <a:pt x="370" y="461"/>
                </a:lnTo>
                <a:lnTo>
                  <a:pt x="370" y="460"/>
                </a:lnTo>
                <a:lnTo>
                  <a:pt x="370" y="459"/>
                </a:lnTo>
                <a:lnTo>
                  <a:pt x="370" y="458"/>
                </a:lnTo>
                <a:lnTo>
                  <a:pt x="369" y="459"/>
                </a:lnTo>
                <a:lnTo>
                  <a:pt x="369" y="460"/>
                </a:lnTo>
                <a:lnTo>
                  <a:pt x="368" y="460"/>
                </a:lnTo>
                <a:lnTo>
                  <a:pt x="368" y="461"/>
                </a:lnTo>
                <a:lnTo>
                  <a:pt x="367" y="462"/>
                </a:lnTo>
                <a:lnTo>
                  <a:pt x="367" y="461"/>
                </a:lnTo>
                <a:lnTo>
                  <a:pt x="366" y="461"/>
                </a:lnTo>
                <a:lnTo>
                  <a:pt x="366" y="462"/>
                </a:lnTo>
                <a:lnTo>
                  <a:pt x="365" y="462"/>
                </a:lnTo>
                <a:lnTo>
                  <a:pt x="366" y="462"/>
                </a:lnTo>
                <a:lnTo>
                  <a:pt x="366" y="463"/>
                </a:lnTo>
                <a:lnTo>
                  <a:pt x="364" y="463"/>
                </a:lnTo>
                <a:lnTo>
                  <a:pt x="364" y="464"/>
                </a:lnTo>
                <a:lnTo>
                  <a:pt x="364" y="463"/>
                </a:lnTo>
                <a:lnTo>
                  <a:pt x="364" y="464"/>
                </a:lnTo>
                <a:lnTo>
                  <a:pt x="365" y="464"/>
                </a:lnTo>
                <a:lnTo>
                  <a:pt x="365" y="465"/>
                </a:lnTo>
                <a:lnTo>
                  <a:pt x="364" y="465"/>
                </a:lnTo>
                <a:lnTo>
                  <a:pt x="364" y="466"/>
                </a:lnTo>
                <a:lnTo>
                  <a:pt x="363" y="466"/>
                </a:lnTo>
                <a:lnTo>
                  <a:pt x="363" y="465"/>
                </a:lnTo>
                <a:lnTo>
                  <a:pt x="362" y="465"/>
                </a:lnTo>
                <a:lnTo>
                  <a:pt x="362" y="464"/>
                </a:lnTo>
                <a:lnTo>
                  <a:pt x="362" y="463"/>
                </a:lnTo>
                <a:lnTo>
                  <a:pt x="361" y="463"/>
                </a:lnTo>
                <a:lnTo>
                  <a:pt x="362" y="464"/>
                </a:lnTo>
                <a:lnTo>
                  <a:pt x="362" y="465"/>
                </a:lnTo>
                <a:lnTo>
                  <a:pt x="363" y="465"/>
                </a:lnTo>
                <a:lnTo>
                  <a:pt x="363" y="466"/>
                </a:lnTo>
                <a:lnTo>
                  <a:pt x="364" y="467"/>
                </a:lnTo>
                <a:lnTo>
                  <a:pt x="365" y="468"/>
                </a:lnTo>
                <a:lnTo>
                  <a:pt x="366" y="469"/>
                </a:lnTo>
                <a:lnTo>
                  <a:pt x="366" y="470"/>
                </a:lnTo>
                <a:lnTo>
                  <a:pt x="366" y="471"/>
                </a:lnTo>
                <a:lnTo>
                  <a:pt x="366" y="472"/>
                </a:lnTo>
                <a:lnTo>
                  <a:pt x="367" y="472"/>
                </a:lnTo>
                <a:lnTo>
                  <a:pt x="367" y="473"/>
                </a:lnTo>
                <a:lnTo>
                  <a:pt x="366" y="473"/>
                </a:lnTo>
                <a:lnTo>
                  <a:pt x="367" y="473"/>
                </a:lnTo>
                <a:lnTo>
                  <a:pt x="367" y="474"/>
                </a:lnTo>
                <a:lnTo>
                  <a:pt x="367" y="473"/>
                </a:lnTo>
                <a:lnTo>
                  <a:pt x="368" y="473"/>
                </a:lnTo>
                <a:lnTo>
                  <a:pt x="368" y="474"/>
                </a:lnTo>
                <a:lnTo>
                  <a:pt x="368" y="475"/>
                </a:lnTo>
                <a:lnTo>
                  <a:pt x="369" y="475"/>
                </a:lnTo>
                <a:lnTo>
                  <a:pt x="370" y="475"/>
                </a:lnTo>
                <a:lnTo>
                  <a:pt x="370" y="476"/>
                </a:lnTo>
                <a:lnTo>
                  <a:pt x="369" y="476"/>
                </a:lnTo>
                <a:lnTo>
                  <a:pt x="369" y="477"/>
                </a:lnTo>
                <a:lnTo>
                  <a:pt x="368" y="477"/>
                </a:lnTo>
                <a:lnTo>
                  <a:pt x="368" y="478"/>
                </a:lnTo>
                <a:lnTo>
                  <a:pt x="367" y="478"/>
                </a:lnTo>
                <a:lnTo>
                  <a:pt x="366" y="478"/>
                </a:lnTo>
                <a:lnTo>
                  <a:pt x="367" y="478"/>
                </a:lnTo>
                <a:lnTo>
                  <a:pt x="367" y="477"/>
                </a:lnTo>
                <a:lnTo>
                  <a:pt x="366" y="477"/>
                </a:lnTo>
                <a:lnTo>
                  <a:pt x="366" y="478"/>
                </a:lnTo>
                <a:lnTo>
                  <a:pt x="366" y="477"/>
                </a:lnTo>
                <a:lnTo>
                  <a:pt x="366" y="476"/>
                </a:lnTo>
                <a:lnTo>
                  <a:pt x="366" y="475"/>
                </a:lnTo>
                <a:lnTo>
                  <a:pt x="366" y="476"/>
                </a:lnTo>
                <a:lnTo>
                  <a:pt x="366" y="477"/>
                </a:lnTo>
                <a:lnTo>
                  <a:pt x="366" y="478"/>
                </a:lnTo>
                <a:lnTo>
                  <a:pt x="366" y="479"/>
                </a:lnTo>
                <a:lnTo>
                  <a:pt x="366" y="480"/>
                </a:lnTo>
                <a:lnTo>
                  <a:pt x="367" y="479"/>
                </a:lnTo>
                <a:lnTo>
                  <a:pt x="367" y="480"/>
                </a:lnTo>
                <a:lnTo>
                  <a:pt x="368" y="480"/>
                </a:lnTo>
                <a:lnTo>
                  <a:pt x="368" y="479"/>
                </a:lnTo>
                <a:lnTo>
                  <a:pt x="368" y="478"/>
                </a:lnTo>
                <a:lnTo>
                  <a:pt x="369" y="478"/>
                </a:lnTo>
                <a:lnTo>
                  <a:pt x="370" y="478"/>
                </a:lnTo>
                <a:lnTo>
                  <a:pt x="370" y="479"/>
                </a:lnTo>
                <a:lnTo>
                  <a:pt x="370" y="480"/>
                </a:lnTo>
                <a:lnTo>
                  <a:pt x="369" y="480"/>
                </a:lnTo>
                <a:lnTo>
                  <a:pt x="369" y="481"/>
                </a:lnTo>
                <a:lnTo>
                  <a:pt x="368" y="481"/>
                </a:lnTo>
                <a:lnTo>
                  <a:pt x="368" y="482"/>
                </a:lnTo>
                <a:lnTo>
                  <a:pt x="369" y="482"/>
                </a:lnTo>
                <a:lnTo>
                  <a:pt x="369" y="481"/>
                </a:lnTo>
                <a:lnTo>
                  <a:pt x="370" y="481"/>
                </a:lnTo>
                <a:lnTo>
                  <a:pt x="371" y="481"/>
                </a:lnTo>
                <a:lnTo>
                  <a:pt x="371" y="480"/>
                </a:lnTo>
                <a:lnTo>
                  <a:pt x="370" y="480"/>
                </a:lnTo>
                <a:lnTo>
                  <a:pt x="371" y="480"/>
                </a:lnTo>
                <a:lnTo>
                  <a:pt x="372" y="481"/>
                </a:lnTo>
                <a:lnTo>
                  <a:pt x="372" y="482"/>
                </a:lnTo>
                <a:lnTo>
                  <a:pt x="371" y="483"/>
                </a:lnTo>
                <a:lnTo>
                  <a:pt x="371" y="484"/>
                </a:lnTo>
                <a:lnTo>
                  <a:pt x="372" y="484"/>
                </a:lnTo>
                <a:lnTo>
                  <a:pt x="371" y="484"/>
                </a:lnTo>
                <a:lnTo>
                  <a:pt x="370" y="484"/>
                </a:lnTo>
                <a:lnTo>
                  <a:pt x="370" y="485"/>
                </a:lnTo>
                <a:lnTo>
                  <a:pt x="369" y="485"/>
                </a:lnTo>
                <a:lnTo>
                  <a:pt x="370" y="485"/>
                </a:lnTo>
                <a:lnTo>
                  <a:pt x="370" y="484"/>
                </a:lnTo>
                <a:lnTo>
                  <a:pt x="371" y="484"/>
                </a:lnTo>
                <a:lnTo>
                  <a:pt x="371" y="485"/>
                </a:lnTo>
                <a:lnTo>
                  <a:pt x="370" y="485"/>
                </a:lnTo>
                <a:lnTo>
                  <a:pt x="370" y="486"/>
                </a:lnTo>
                <a:lnTo>
                  <a:pt x="370" y="487"/>
                </a:lnTo>
                <a:lnTo>
                  <a:pt x="369" y="487"/>
                </a:lnTo>
                <a:lnTo>
                  <a:pt x="368" y="487"/>
                </a:lnTo>
                <a:lnTo>
                  <a:pt x="369" y="487"/>
                </a:lnTo>
                <a:lnTo>
                  <a:pt x="368" y="487"/>
                </a:lnTo>
                <a:lnTo>
                  <a:pt x="368" y="488"/>
                </a:lnTo>
                <a:lnTo>
                  <a:pt x="368" y="489"/>
                </a:lnTo>
                <a:lnTo>
                  <a:pt x="368" y="490"/>
                </a:lnTo>
                <a:lnTo>
                  <a:pt x="367" y="490"/>
                </a:lnTo>
                <a:lnTo>
                  <a:pt x="368" y="490"/>
                </a:lnTo>
                <a:lnTo>
                  <a:pt x="367" y="491"/>
                </a:lnTo>
                <a:lnTo>
                  <a:pt x="367" y="492"/>
                </a:lnTo>
                <a:lnTo>
                  <a:pt x="365" y="492"/>
                </a:lnTo>
                <a:lnTo>
                  <a:pt x="364" y="492"/>
                </a:lnTo>
                <a:lnTo>
                  <a:pt x="363" y="492"/>
                </a:lnTo>
                <a:lnTo>
                  <a:pt x="364" y="491"/>
                </a:lnTo>
                <a:lnTo>
                  <a:pt x="364" y="490"/>
                </a:lnTo>
                <a:lnTo>
                  <a:pt x="365" y="490"/>
                </a:lnTo>
                <a:lnTo>
                  <a:pt x="365" y="489"/>
                </a:lnTo>
                <a:lnTo>
                  <a:pt x="364" y="489"/>
                </a:lnTo>
                <a:lnTo>
                  <a:pt x="364" y="490"/>
                </a:lnTo>
                <a:lnTo>
                  <a:pt x="363" y="491"/>
                </a:lnTo>
                <a:lnTo>
                  <a:pt x="363" y="492"/>
                </a:lnTo>
                <a:lnTo>
                  <a:pt x="363" y="493"/>
                </a:lnTo>
                <a:lnTo>
                  <a:pt x="364" y="494"/>
                </a:lnTo>
                <a:lnTo>
                  <a:pt x="363" y="494"/>
                </a:lnTo>
                <a:lnTo>
                  <a:pt x="362" y="494"/>
                </a:lnTo>
                <a:lnTo>
                  <a:pt x="363" y="494"/>
                </a:lnTo>
                <a:lnTo>
                  <a:pt x="363" y="495"/>
                </a:lnTo>
                <a:lnTo>
                  <a:pt x="362" y="495"/>
                </a:lnTo>
                <a:lnTo>
                  <a:pt x="361" y="495"/>
                </a:lnTo>
                <a:lnTo>
                  <a:pt x="360" y="495"/>
                </a:lnTo>
                <a:lnTo>
                  <a:pt x="359" y="495"/>
                </a:lnTo>
                <a:lnTo>
                  <a:pt x="358" y="495"/>
                </a:lnTo>
                <a:lnTo>
                  <a:pt x="358" y="496"/>
                </a:lnTo>
                <a:lnTo>
                  <a:pt x="357" y="496"/>
                </a:lnTo>
                <a:lnTo>
                  <a:pt x="357" y="497"/>
                </a:lnTo>
                <a:lnTo>
                  <a:pt x="354" y="497"/>
                </a:lnTo>
                <a:lnTo>
                  <a:pt x="354" y="496"/>
                </a:lnTo>
                <a:lnTo>
                  <a:pt x="354" y="495"/>
                </a:lnTo>
                <a:lnTo>
                  <a:pt x="355" y="493"/>
                </a:lnTo>
                <a:lnTo>
                  <a:pt x="356" y="493"/>
                </a:lnTo>
                <a:lnTo>
                  <a:pt x="356" y="492"/>
                </a:lnTo>
                <a:lnTo>
                  <a:pt x="355" y="491"/>
                </a:lnTo>
                <a:lnTo>
                  <a:pt x="356" y="491"/>
                </a:lnTo>
                <a:lnTo>
                  <a:pt x="357" y="491"/>
                </a:lnTo>
                <a:lnTo>
                  <a:pt x="358" y="491"/>
                </a:lnTo>
                <a:lnTo>
                  <a:pt x="359" y="491"/>
                </a:lnTo>
                <a:lnTo>
                  <a:pt x="359" y="490"/>
                </a:lnTo>
                <a:lnTo>
                  <a:pt x="360" y="490"/>
                </a:lnTo>
                <a:lnTo>
                  <a:pt x="360" y="489"/>
                </a:lnTo>
                <a:lnTo>
                  <a:pt x="359" y="489"/>
                </a:lnTo>
                <a:lnTo>
                  <a:pt x="359" y="490"/>
                </a:lnTo>
                <a:lnTo>
                  <a:pt x="358" y="490"/>
                </a:lnTo>
                <a:lnTo>
                  <a:pt x="358" y="489"/>
                </a:lnTo>
                <a:lnTo>
                  <a:pt x="358" y="488"/>
                </a:lnTo>
                <a:lnTo>
                  <a:pt x="359" y="488"/>
                </a:lnTo>
                <a:lnTo>
                  <a:pt x="358" y="488"/>
                </a:lnTo>
                <a:lnTo>
                  <a:pt x="358" y="487"/>
                </a:lnTo>
                <a:lnTo>
                  <a:pt x="359" y="487"/>
                </a:lnTo>
                <a:lnTo>
                  <a:pt x="360" y="486"/>
                </a:lnTo>
                <a:lnTo>
                  <a:pt x="360" y="485"/>
                </a:lnTo>
                <a:lnTo>
                  <a:pt x="361" y="485"/>
                </a:lnTo>
                <a:lnTo>
                  <a:pt x="362" y="485"/>
                </a:lnTo>
                <a:lnTo>
                  <a:pt x="362" y="484"/>
                </a:lnTo>
                <a:lnTo>
                  <a:pt x="363" y="484"/>
                </a:lnTo>
                <a:lnTo>
                  <a:pt x="362" y="484"/>
                </a:lnTo>
                <a:lnTo>
                  <a:pt x="361" y="484"/>
                </a:lnTo>
                <a:lnTo>
                  <a:pt x="360" y="484"/>
                </a:lnTo>
                <a:lnTo>
                  <a:pt x="359" y="484"/>
                </a:lnTo>
                <a:lnTo>
                  <a:pt x="359" y="485"/>
                </a:lnTo>
                <a:lnTo>
                  <a:pt x="358" y="485"/>
                </a:lnTo>
                <a:lnTo>
                  <a:pt x="358" y="486"/>
                </a:lnTo>
                <a:lnTo>
                  <a:pt x="358" y="485"/>
                </a:lnTo>
                <a:lnTo>
                  <a:pt x="358" y="484"/>
                </a:lnTo>
                <a:lnTo>
                  <a:pt x="359" y="483"/>
                </a:lnTo>
                <a:lnTo>
                  <a:pt x="360" y="483"/>
                </a:lnTo>
                <a:lnTo>
                  <a:pt x="359" y="483"/>
                </a:lnTo>
                <a:lnTo>
                  <a:pt x="359" y="482"/>
                </a:lnTo>
                <a:lnTo>
                  <a:pt x="360" y="482"/>
                </a:lnTo>
                <a:lnTo>
                  <a:pt x="360" y="481"/>
                </a:lnTo>
                <a:lnTo>
                  <a:pt x="360" y="482"/>
                </a:lnTo>
                <a:lnTo>
                  <a:pt x="359" y="482"/>
                </a:lnTo>
                <a:lnTo>
                  <a:pt x="359" y="481"/>
                </a:lnTo>
                <a:lnTo>
                  <a:pt x="358" y="481"/>
                </a:lnTo>
                <a:lnTo>
                  <a:pt x="358" y="482"/>
                </a:lnTo>
                <a:lnTo>
                  <a:pt x="358" y="483"/>
                </a:lnTo>
                <a:lnTo>
                  <a:pt x="358" y="484"/>
                </a:lnTo>
                <a:lnTo>
                  <a:pt x="357" y="484"/>
                </a:lnTo>
                <a:lnTo>
                  <a:pt x="356" y="484"/>
                </a:lnTo>
                <a:lnTo>
                  <a:pt x="356" y="483"/>
                </a:lnTo>
                <a:lnTo>
                  <a:pt x="355" y="483"/>
                </a:lnTo>
                <a:lnTo>
                  <a:pt x="355" y="484"/>
                </a:lnTo>
                <a:lnTo>
                  <a:pt x="355" y="483"/>
                </a:lnTo>
                <a:lnTo>
                  <a:pt x="354" y="483"/>
                </a:lnTo>
                <a:lnTo>
                  <a:pt x="354" y="482"/>
                </a:lnTo>
                <a:lnTo>
                  <a:pt x="353" y="482"/>
                </a:lnTo>
                <a:lnTo>
                  <a:pt x="353" y="483"/>
                </a:lnTo>
                <a:lnTo>
                  <a:pt x="352" y="483"/>
                </a:lnTo>
                <a:lnTo>
                  <a:pt x="352" y="482"/>
                </a:lnTo>
                <a:lnTo>
                  <a:pt x="351" y="482"/>
                </a:lnTo>
                <a:lnTo>
                  <a:pt x="351" y="481"/>
                </a:lnTo>
                <a:lnTo>
                  <a:pt x="351" y="480"/>
                </a:lnTo>
                <a:lnTo>
                  <a:pt x="351" y="479"/>
                </a:lnTo>
                <a:lnTo>
                  <a:pt x="350" y="480"/>
                </a:lnTo>
                <a:lnTo>
                  <a:pt x="350" y="481"/>
                </a:lnTo>
                <a:lnTo>
                  <a:pt x="351" y="482"/>
                </a:lnTo>
                <a:lnTo>
                  <a:pt x="351" y="483"/>
                </a:lnTo>
                <a:lnTo>
                  <a:pt x="351" y="484"/>
                </a:lnTo>
                <a:lnTo>
                  <a:pt x="350" y="484"/>
                </a:lnTo>
                <a:lnTo>
                  <a:pt x="350" y="485"/>
                </a:lnTo>
                <a:lnTo>
                  <a:pt x="350" y="483"/>
                </a:lnTo>
                <a:lnTo>
                  <a:pt x="350" y="482"/>
                </a:lnTo>
                <a:lnTo>
                  <a:pt x="350" y="483"/>
                </a:lnTo>
                <a:lnTo>
                  <a:pt x="349" y="483"/>
                </a:lnTo>
                <a:lnTo>
                  <a:pt x="349" y="484"/>
                </a:lnTo>
                <a:lnTo>
                  <a:pt x="349" y="485"/>
                </a:lnTo>
                <a:lnTo>
                  <a:pt x="349" y="486"/>
                </a:lnTo>
                <a:lnTo>
                  <a:pt x="350" y="486"/>
                </a:lnTo>
                <a:lnTo>
                  <a:pt x="350" y="487"/>
                </a:lnTo>
                <a:lnTo>
                  <a:pt x="349" y="487"/>
                </a:lnTo>
                <a:lnTo>
                  <a:pt x="349" y="488"/>
                </a:lnTo>
                <a:lnTo>
                  <a:pt x="349" y="489"/>
                </a:lnTo>
                <a:lnTo>
                  <a:pt x="348" y="489"/>
                </a:lnTo>
                <a:lnTo>
                  <a:pt x="348" y="490"/>
                </a:lnTo>
                <a:lnTo>
                  <a:pt x="348" y="491"/>
                </a:lnTo>
                <a:lnTo>
                  <a:pt x="347" y="491"/>
                </a:lnTo>
                <a:lnTo>
                  <a:pt x="348" y="491"/>
                </a:lnTo>
                <a:lnTo>
                  <a:pt x="349" y="491"/>
                </a:lnTo>
                <a:lnTo>
                  <a:pt x="350" y="491"/>
                </a:lnTo>
                <a:lnTo>
                  <a:pt x="350" y="492"/>
                </a:lnTo>
                <a:lnTo>
                  <a:pt x="349" y="492"/>
                </a:lnTo>
                <a:lnTo>
                  <a:pt x="349" y="493"/>
                </a:lnTo>
                <a:lnTo>
                  <a:pt x="348" y="494"/>
                </a:lnTo>
                <a:lnTo>
                  <a:pt x="347" y="495"/>
                </a:lnTo>
                <a:lnTo>
                  <a:pt x="347" y="496"/>
                </a:lnTo>
                <a:lnTo>
                  <a:pt x="347" y="497"/>
                </a:lnTo>
                <a:lnTo>
                  <a:pt x="346" y="497"/>
                </a:lnTo>
                <a:lnTo>
                  <a:pt x="345" y="497"/>
                </a:lnTo>
                <a:lnTo>
                  <a:pt x="344" y="497"/>
                </a:lnTo>
                <a:lnTo>
                  <a:pt x="344" y="498"/>
                </a:lnTo>
                <a:lnTo>
                  <a:pt x="344" y="499"/>
                </a:lnTo>
                <a:lnTo>
                  <a:pt x="343" y="499"/>
                </a:lnTo>
                <a:lnTo>
                  <a:pt x="342" y="500"/>
                </a:lnTo>
                <a:lnTo>
                  <a:pt x="341" y="500"/>
                </a:lnTo>
                <a:lnTo>
                  <a:pt x="340" y="501"/>
                </a:lnTo>
                <a:lnTo>
                  <a:pt x="339" y="500"/>
                </a:lnTo>
                <a:lnTo>
                  <a:pt x="340" y="500"/>
                </a:lnTo>
                <a:lnTo>
                  <a:pt x="340" y="499"/>
                </a:lnTo>
                <a:lnTo>
                  <a:pt x="341" y="497"/>
                </a:lnTo>
                <a:lnTo>
                  <a:pt x="342" y="497"/>
                </a:lnTo>
                <a:lnTo>
                  <a:pt x="342" y="496"/>
                </a:lnTo>
                <a:lnTo>
                  <a:pt x="344" y="493"/>
                </a:lnTo>
                <a:lnTo>
                  <a:pt x="344" y="492"/>
                </a:lnTo>
                <a:lnTo>
                  <a:pt x="345" y="491"/>
                </a:lnTo>
                <a:lnTo>
                  <a:pt x="344" y="491"/>
                </a:lnTo>
                <a:lnTo>
                  <a:pt x="344" y="492"/>
                </a:lnTo>
                <a:lnTo>
                  <a:pt x="343" y="492"/>
                </a:lnTo>
                <a:lnTo>
                  <a:pt x="343" y="491"/>
                </a:lnTo>
                <a:lnTo>
                  <a:pt x="343" y="490"/>
                </a:lnTo>
                <a:lnTo>
                  <a:pt x="343" y="489"/>
                </a:lnTo>
                <a:lnTo>
                  <a:pt x="342" y="489"/>
                </a:lnTo>
                <a:lnTo>
                  <a:pt x="341" y="489"/>
                </a:lnTo>
                <a:lnTo>
                  <a:pt x="340" y="489"/>
                </a:lnTo>
                <a:lnTo>
                  <a:pt x="341" y="488"/>
                </a:lnTo>
                <a:lnTo>
                  <a:pt x="340" y="488"/>
                </a:lnTo>
                <a:lnTo>
                  <a:pt x="340" y="489"/>
                </a:lnTo>
                <a:lnTo>
                  <a:pt x="340" y="490"/>
                </a:lnTo>
                <a:lnTo>
                  <a:pt x="339" y="490"/>
                </a:lnTo>
                <a:lnTo>
                  <a:pt x="338" y="490"/>
                </a:lnTo>
                <a:lnTo>
                  <a:pt x="337" y="490"/>
                </a:lnTo>
                <a:lnTo>
                  <a:pt x="337" y="491"/>
                </a:lnTo>
                <a:lnTo>
                  <a:pt x="336" y="491"/>
                </a:lnTo>
                <a:lnTo>
                  <a:pt x="336" y="490"/>
                </a:lnTo>
                <a:lnTo>
                  <a:pt x="335" y="491"/>
                </a:lnTo>
                <a:lnTo>
                  <a:pt x="336" y="491"/>
                </a:lnTo>
                <a:lnTo>
                  <a:pt x="336" y="492"/>
                </a:lnTo>
                <a:lnTo>
                  <a:pt x="336" y="493"/>
                </a:lnTo>
                <a:lnTo>
                  <a:pt x="335" y="493"/>
                </a:lnTo>
                <a:lnTo>
                  <a:pt x="335" y="492"/>
                </a:lnTo>
                <a:lnTo>
                  <a:pt x="335" y="493"/>
                </a:lnTo>
                <a:lnTo>
                  <a:pt x="334" y="493"/>
                </a:lnTo>
                <a:lnTo>
                  <a:pt x="334" y="494"/>
                </a:lnTo>
                <a:lnTo>
                  <a:pt x="333" y="494"/>
                </a:lnTo>
                <a:lnTo>
                  <a:pt x="333" y="493"/>
                </a:lnTo>
                <a:lnTo>
                  <a:pt x="333" y="494"/>
                </a:lnTo>
                <a:lnTo>
                  <a:pt x="333" y="495"/>
                </a:lnTo>
                <a:lnTo>
                  <a:pt x="334" y="496"/>
                </a:lnTo>
                <a:lnTo>
                  <a:pt x="335" y="496"/>
                </a:lnTo>
                <a:lnTo>
                  <a:pt x="336" y="496"/>
                </a:lnTo>
                <a:lnTo>
                  <a:pt x="336" y="497"/>
                </a:lnTo>
                <a:lnTo>
                  <a:pt x="337" y="497"/>
                </a:lnTo>
                <a:lnTo>
                  <a:pt x="337" y="498"/>
                </a:lnTo>
                <a:lnTo>
                  <a:pt x="336" y="498"/>
                </a:lnTo>
                <a:lnTo>
                  <a:pt x="335" y="498"/>
                </a:lnTo>
                <a:lnTo>
                  <a:pt x="334" y="498"/>
                </a:lnTo>
                <a:lnTo>
                  <a:pt x="333" y="499"/>
                </a:lnTo>
                <a:lnTo>
                  <a:pt x="331" y="499"/>
                </a:lnTo>
                <a:lnTo>
                  <a:pt x="332" y="499"/>
                </a:lnTo>
                <a:lnTo>
                  <a:pt x="333" y="498"/>
                </a:lnTo>
                <a:lnTo>
                  <a:pt x="332" y="498"/>
                </a:lnTo>
                <a:lnTo>
                  <a:pt x="332" y="497"/>
                </a:lnTo>
                <a:lnTo>
                  <a:pt x="332" y="498"/>
                </a:lnTo>
                <a:lnTo>
                  <a:pt x="331" y="498"/>
                </a:lnTo>
                <a:lnTo>
                  <a:pt x="330" y="498"/>
                </a:lnTo>
                <a:lnTo>
                  <a:pt x="330" y="497"/>
                </a:lnTo>
                <a:lnTo>
                  <a:pt x="328" y="496"/>
                </a:lnTo>
                <a:lnTo>
                  <a:pt x="328" y="497"/>
                </a:lnTo>
                <a:lnTo>
                  <a:pt x="327" y="497"/>
                </a:lnTo>
                <a:lnTo>
                  <a:pt x="326" y="497"/>
                </a:lnTo>
                <a:lnTo>
                  <a:pt x="325" y="497"/>
                </a:lnTo>
                <a:lnTo>
                  <a:pt x="325" y="496"/>
                </a:lnTo>
                <a:lnTo>
                  <a:pt x="324" y="496"/>
                </a:lnTo>
                <a:lnTo>
                  <a:pt x="323" y="496"/>
                </a:lnTo>
                <a:lnTo>
                  <a:pt x="322" y="496"/>
                </a:lnTo>
                <a:lnTo>
                  <a:pt x="323" y="496"/>
                </a:lnTo>
                <a:lnTo>
                  <a:pt x="322" y="496"/>
                </a:lnTo>
                <a:lnTo>
                  <a:pt x="321" y="496"/>
                </a:lnTo>
                <a:lnTo>
                  <a:pt x="320" y="496"/>
                </a:lnTo>
                <a:lnTo>
                  <a:pt x="319" y="496"/>
                </a:lnTo>
                <a:lnTo>
                  <a:pt x="318" y="496"/>
                </a:lnTo>
                <a:lnTo>
                  <a:pt x="318" y="497"/>
                </a:lnTo>
                <a:lnTo>
                  <a:pt x="317" y="497"/>
                </a:lnTo>
                <a:lnTo>
                  <a:pt x="316" y="497"/>
                </a:lnTo>
                <a:lnTo>
                  <a:pt x="316" y="496"/>
                </a:lnTo>
                <a:lnTo>
                  <a:pt x="316" y="495"/>
                </a:lnTo>
                <a:lnTo>
                  <a:pt x="315" y="495"/>
                </a:lnTo>
                <a:lnTo>
                  <a:pt x="315" y="494"/>
                </a:lnTo>
                <a:lnTo>
                  <a:pt x="315" y="493"/>
                </a:lnTo>
                <a:lnTo>
                  <a:pt x="314" y="493"/>
                </a:lnTo>
                <a:lnTo>
                  <a:pt x="314" y="492"/>
                </a:lnTo>
                <a:lnTo>
                  <a:pt x="313" y="492"/>
                </a:lnTo>
                <a:lnTo>
                  <a:pt x="312" y="492"/>
                </a:lnTo>
                <a:lnTo>
                  <a:pt x="311" y="492"/>
                </a:lnTo>
                <a:lnTo>
                  <a:pt x="311" y="491"/>
                </a:lnTo>
                <a:lnTo>
                  <a:pt x="311" y="490"/>
                </a:lnTo>
                <a:lnTo>
                  <a:pt x="310" y="490"/>
                </a:lnTo>
                <a:lnTo>
                  <a:pt x="310" y="489"/>
                </a:lnTo>
                <a:lnTo>
                  <a:pt x="311" y="489"/>
                </a:lnTo>
                <a:lnTo>
                  <a:pt x="310" y="489"/>
                </a:lnTo>
                <a:lnTo>
                  <a:pt x="310" y="488"/>
                </a:lnTo>
                <a:lnTo>
                  <a:pt x="309" y="488"/>
                </a:lnTo>
                <a:lnTo>
                  <a:pt x="309" y="487"/>
                </a:lnTo>
                <a:lnTo>
                  <a:pt x="309" y="486"/>
                </a:lnTo>
                <a:lnTo>
                  <a:pt x="308" y="486"/>
                </a:lnTo>
                <a:lnTo>
                  <a:pt x="308" y="485"/>
                </a:lnTo>
                <a:lnTo>
                  <a:pt x="307" y="485"/>
                </a:lnTo>
                <a:lnTo>
                  <a:pt x="307" y="486"/>
                </a:lnTo>
                <a:lnTo>
                  <a:pt x="306" y="486"/>
                </a:lnTo>
                <a:lnTo>
                  <a:pt x="307" y="486"/>
                </a:lnTo>
                <a:lnTo>
                  <a:pt x="306" y="486"/>
                </a:lnTo>
                <a:lnTo>
                  <a:pt x="305" y="486"/>
                </a:lnTo>
                <a:lnTo>
                  <a:pt x="305" y="485"/>
                </a:lnTo>
                <a:lnTo>
                  <a:pt x="304" y="485"/>
                </a:lnTo>
                <a:lnTo>
                  <a:pt x="303" y="485"/>
                </a:lnTo>
                <a:lnTo>
                  <a:pt x="302" y="485"/>
                </a:lnTo>
                <a:lnTo>
                  <a:pt x="301" y="485"/>
                </a:lnTo>
                <a:lnTo>
                  <a:pt x="301" y="486"/>
                </a:lnTo>
                <a:lnTo>
                  <a:pt x="300" y="486"/>
                </a:lnTo>
                <a:lnTo>
                  <a:pt x="299" y="486"/>
                </a:lnTo>
                <a:lnTo>
                  <a:pt x="298" y="486"/>
                </a:lnTo>
                <a:lnTo>
                  <a:pt x="298" y="487"/>
                </a:lnTo>
                <a:lnTo>
                  <a:pt x="297" y="487"/>
                </a:lnTo>
                <a:lnTo>
                  <a:pt x="296" y="487"/>
                </a:lnTo>
                <a:lnTo>
                  <a:pt x="296" y="488"/>
                </a:lnTo>
                <a:lnTo>
                  <a:pt x="295" y="488"/>
                </a:lnTo>
                <a:lnTo>
                  <a:pt x="294" y="489"/>
                </a:lnTo>
                <a:lnTo>
                  <a:pt x="293" y="489"/>
                </a:lnTo>
                <a:lnTo>
                  <a:pt x="292" y="489"/>
                </a:lnTo>
                <a:lnTo>
                  <a:pt x="292" y="490"/>
                </a:lnTo>
                <a:lnTo>
                  <a:pt x="292" y="489"/>
                </a:lnTo>
                <a:lnTo>
                  <a:pt x="292" y="490"/>
                </a:lnTo>
                <a:lnTo>
                  <a:pt x="291" y="490"/>
                </a:lnTo>
                <a:lnTo>
                  <a:pt x="291" y="489"/>
                </a:lnTo>
                <a:lnTo>
                  <a:pt x="290" y="489"/>
                </a:lnTo>
                <a:lnTo>
                  <a:pt x="290" y="490"/>
                </a:lnTo>
                <a:lnTo>
                  <a:pt x="289" y="490"/>
                </a:lnTo>
                <a:lnTo>
                  <a:pt x="287" y="490"/>
                </a:lnTo>
                <a:lnTo>
                  <a:pt x="286" y="490"/>
                </a:lnTo>
                <a:lnTo>
                  <a:pt x="285" y="490"/>
                </a:lnTo>
                <a:lnTo>
                  <a:pt x="284" y="490"/>
                </a:lnTo>
                <a:lnTo>
                  <a:pt x="283" y="490"/>
                </a:lnTo>
                <a:lnTo>
                  <a:pt x="283" y="489"/>
                </a:lnTo>
                <a:lnTo>
                  <a:pt x="282" y="489"/>
                </a:lnTo>
                <a:lnTo>
                  <a:pt x="281" y="489"/>
                </a:lnTo>
                <a:lnTo>
                  <a:pt x="281" y="490"/>
                </a:lnTo>
                <a:lnTo>
                  <a:pt x="280" y="490"/>
                </a:lnTo>
                <a:lnTo>
                  <a:pt x="280" y="491"/>
                </a:lnTo>
                <a:lnTo>
                  <a:pt x="279" y="492"/>
                </a:lnTo>
                <a:lnTo>
                  <a:pt x="279" y="491"/>
                </a:lnTo>
                <a:lnTo>
                  <a:pt x="278" y="491"/>
                </a:lnTo>
                <a:lnTo>
                  <a:pt x="278" y="492"/>
                </a:lnTo>
                <a:lnTo>
                  <a:pt x="277" y="492"/>
                </a:lnTo>
                <a:lnTo>
                  <a:pt x="277" y="491"/>
                </a:lnTo>
                <a:lnTo>
                  <a:pt x="276" y="491"/>
                </a:lnTo>
                <a:lnTo>
                  <a:pt x="275" y="491"/>
                </a:lnTo>
                <a:lnTo>
                  <a:pt x="274" y="491"/>
                </a:lnTo>
                <a:lnTo>
                  <a:pt x="274" y="490"/>
                </a:lnTo>
                <a:lnTo>
                  <a:pt x="275" y="490"/>
                </a:lnTo>
                <a:lnTo>
                  <a:pt x="275" y="489"/>
                </a:lnTo>
                <a:lnTo>
                  <a:pt x="275" y="488"/>
                </a:lnTo>
                <a:lnTo>
                  <a:pt x="274" y="488"/>
                </a:lnTo>
                <a:lnTo>
                  <a:pt x="274" y="486"/>
                </a:lnTo>
                <a:lnTo>
                  <a:pt x="274" y="485"/>
                </a:lnTo>
                <a:lnTo>
                  <a:pt x="274" y="484"/>
                </a:lnTo>
                <a:lnTo>
                  <a:pt x="274" y="485"/>
                </a:lnTo>
                <a:lnTo>
                  <a:pt x="273" y="485"/>
                </a:lnTo>
                <a:lnTo>
                  <a:pt x="273" y="484"/>
                </a:lnTo>
                <a:lnTo>
                  <a:pt x="272" y="484"/>
                </a:lnTo>
                <a:lnTo>
                  <a:pt x="271" y="484"/>
                </a:lnTo>
                <a:lnTo>
                  <a:pt x="271" y="485"/>
                </a:lnTo>
                <a:lnTo>
                  <a:pt x="270" y="485"/>
                </a:lnTo>
                <a:lnTo>
                  <a:pt x="270" y="486"/>
                </a:lnTo>
                <a:lnTo>
                  <a:pt x="269" y="485"/>
                </a:lnTo>
                <a:lnTo>
                  <a:pt x="269" y="486"/>
                </a:lnTo>
                <a:lnTo>
                  <a:pt x="268" y="486"/>
                </a:lnTo>
                <a:lnTo>
                  <a:pt x="268" y="487"/>
                </a:lnTo>
                <a:lnTo>
                  <a:pt x="268" y="488"/>
                </a:lnTo>
                <a:lnTo>
                  <a:pt x="267" y="488"/>
                </a:lnTo>
                <a:lnTo>
                  <a:pt x="267" y="489"/>
                </a:lnTo>
                <a:lnTo>
                  <a:pt x="266" y="489"/>
                </a:lnTo>
                <a:lnTo>
                  <a:pt x="266" y="490"/>
                </a:lnTo>
                <a:lnTo>
                  <a:pt x="265" y="490"/>
                </a:lnTo>
                <a:lnTo>
                  <a:pt x="265" y="491"/>
                </a:lnTo>
                <a:lnTo>
                  <a:pt x="264" y="491"/>
                </a:lnTo>
                <a:lnTo>
                  <a:pt x="264" y="490"/>
                </a:lnTo>
                <a:lnTo>
                  <a:pt x="263" y="491"/>
                </a:lnTo>
                <a:lnTo>
                  <a:pt x="263" y="490"/>
                </a:lnTo>
                <a:lnTo>
                  <a:pt x="262" y="490"/>
                </a:lnTo>
                <a:lnTo>
                  <a:pt x="263" y="490"/>
                </a:lnTo>
                <a:lnTo>
                  <a:pt x="263" y="489"/>
                </a:lnTo>
                <a:lnTo>
                  <a:pt x="263" y="488"/>
                </a:lnTo>
                <a:lnTo>
                  <a:pt x="262" y="488"/>
                </a:lnTo>
                <a:lnTo>
                  <a:pt x="263" y="487"/>
                </a:lnTo>
                <a:lnTo>
                  <a:pt x="263" y="486"/>
                </a:lnTo>
                <a:lnTo>
                  <a:pt x="263" y="485"/>
                </a:lnTo>
                <a:lnTo>
                  <a:pt x="263" y="484"/>
                </a:lnTo>
                <a:lnTo>
                  <a:pt x="262" y="484"/>
                </a:lnTo>
                <a:lnTo>
                  <a:pt x="263" y="484"/>
                </a:lnTo>
                <a:lnTo>
                  <a:pt x="262" y="484"/>
                </a:lnTo>
                <a:lnTo>
                  <a:pt x="262" y="483"/>
                </a:lnTo>
                <a:lnTo>
                  <a:pt x="261" y="483"/>
                </a:lnTo>
                <a:lnTo>
                  <a:pt x="262" y="483"/>
                </a:lnTo>
                <a:lnTo>
                  <a:pt x="262" y="482"/>
                </a:lnTo>
                <a:lnTo>
                  <a:pt x="261" y="482"/>
                </a:lnTo>
                <a:lnTo>
                  <a:pt x="261" y="481"/>
                </a:lnTo>
                <a:lnTo>
                  <a:pt x="260" y="481"/>
                </a:lnTo>
                <a:lnTo>
                  <a:pt x="260" y="480"/>
                </a:lnTo>
                <a:lnTo>
                  <a:pt x="260" y="479"/>
                </a:lnTo>
                <a:lnTo>
                  <a:pt x="259" y="479"/>
                </a:lnTo>
                <a:lnTo>
                  <a:pt x="259" y="478"/>
                </a:lnTo>
                <a:lnTo>
                  <a:pt x="259" y="477"/>
                </a:lnTo>
                <a:lnTo>
                  <a:pt x="258" y="477"/>
                </a:lnTo>
                <a:lnTo>
                  <a:pt x="258" y="476"/>
                </a:lnTo>
                <a:lnTo>
                  <a:pt x="257" y="476"/>
                </a:lnTo>
                <a:lnTo>
                  <a:pt x="257" y="477"/>
                </a:lnTo>
                <a:lnTo>
                  <a:pt x="256" y="477"/>
                </a:lnTo>
                <a:lnTo>
                  <a:pt x="255" y="477"/>
                </a:lnTo>
                <a:lnTo>
                  <a:pt x="254" y="477"/>
                </a:lnTo>
                <a:lnTo>
                  <a:pt x="254" y="478"/>
                </a:lnTo>
                <a:lnTo>
                  <a:pt x="253" y="478"/>
                </a:lnTo>
                <a:lnTo>
                  <a:pt x="253" y="479"/>
                </a:lnTo>
                <a:lnTo>
                  <a:pt x="253" y="480"/>
                </a:lnTo>
                <a:lnTo>
                  <a:pt x="252" y="480"/>
                </a:lnTo>
                <a:lnTo>
                  <a:pt x="251" y="480"/>
                </a:lnTo>
                <a:lnTo>
                  <a:pt x="250" y="480"/>
                </a:lnTo>
                <a:lnTo>
                  <a:pt x="250" y="479"/>
                </a:lnTo>
                <a:lnTo>
                  <a:pt x="249" y="479"/>
                </a:lnTo>
                <a:lnTo>
                  <a:pt x="249" y="478"/>
                </a:lnTo>
                <a:lnTo>
                  <a:pt x="248" y="478"/>
                </a:lnTo>
                <a:lnTo>
                  <a:pt x="248" y="477"/>
                </a:lnTo>
                <a:lnTo>
                  <a:pt x="248" y="476"/>
                </a:lnTo>
                <a:lnTo>
                  <a:pt x="247" y="476"/>
                </a:lnTo>
                <a:lnTo>
                  <a:pt x="248" y="476"/>
                </a:lnTo>
                <a:lnTo>
                  <a:pt x="247" y="476"/>
                </a:lnTo>
                <a:lnTo>
                  <a:pt x="247" y="475"/>
                </a:lnTo>
                <a:lnTo>
                  <a:pt x="246" y="475"/>
                </a:lnTo>
                <a:lnTo>
                  <a:pt x="246" y="476"/>
                </a:lnTo>
                <a:lnTo>
                  <a:pt x="246" y="475"/>
                </a:lnTo>
                <a:lnTo>
                  <a:pt x="245" y="475"/>
                </a:lnTo>
                <a:lnTo>
                  <a:pt x="245" y="474"/>
                </a:lnTo>
                <a:lnTo>
                  <a:pt x="244" y="474"/>
                </a:lnTo>
                <a:lnTo>
                  <a:pt x="243" y="474"/>
                </a:lnTo>
                <a:lnTo>
                  <a:pt x="243" y="473"/>
                </a:lnTo>
                <a:lnTo>
                  <a:pt x="242" y="473"/>
                </a:lnTo>
                <a:lnTo>
                  <a:pt x="242" y="472"/>
                </a:lnTo>
                <a:lnTo>
                  <a:pt x="241" y="472"/>
                </a:lnTo>
                <a:lnTo>
                  <a:pt x="241" y="471"/>
                </a:lnTo>
                <a:lnTo>
                  <a:pt x="240" y="471"/>
                </a:lnTo>
                <a:lnTo>
                  <a:pt x="239" y="471"/>
                </a:lnTo>
                <a:lnTo>
                  <a:pt x="239" y="470"/>
                </a:lnTo>
                <a:lnTo>
                  <a:pt x="238" y="470"/>
                </a:lnTo>
                <a:lnTo>
                  <a:pt x="238" y="469"/>
                </a:lnTo>
                <a:lnTo>
                  <a:pt x="237" y="469"/>
                </a:lnTo>
                <a:lnTo>
                  <a:pt x="236" y="469"/>
                </a:lnTo>
                <a:lnTo>
                  <a:pt x="235" y="469"/>
                </a:lnTo>
                <a:lnTo>
                  <a:pt x="234" y="469"/>
                </a:lnTo>
                <a:lnTo>
                  <a:pt x="233" y="469"/>
                </a:lnTo>
                <a:lnTo>
                  <a:pt x="233" y="468"/>
                </a:lnTo>
                <a:lnTo>
                  <a:pt x="232" y="468"/>
                </a:lnTo>
                <a:lnTo>
                  <a:pt x="232" y="467"/>
                </a:lnTo>
                <a:lnTo>
                  <a:pt x="232" y="468"/>
                </a:lnTo>
                <a:lnTo>
                  <a:pt x="231" y="468"/>
                </a:lnTo>
                <a:lnTo>
                  <a:pt x="231" y="467"/>
                </a:lnTo>
                <a:lnTo>
                  <a:pt x="231" y="465"/>
                </a:lnTo>
                <a:lnTo>
                  <a:pt x="232" y="465"/>
                </a:lnTo>
                <a:lnTo>
                  <a:pt x="232" y="464"/>
                </a:lnTo>
                <a:lnTo>
                  <a:pt x="232" y="463"/>
                </a:lnTo>
                <a:lnTo>
                  <a:pt x="233" y="463"/>
                </a:lnTo>
                <a:lnTo>
                  <a:pt x="233" y="464"/>
                </a:lnTo>
                <a:lnTo>
                  <a:pt x="233" y="463"/>
                </a:lnTo>
                <a:lnTo>
                  <a:pt x="234" y="463"/>
                </a:lnTo>
                <a:lnTo>
                  <a:pt x="234" y="462"/>
                </a:lnTo>
                <a:lnTo>
                  <a:pt x="235" y="462"/>
                </a:lnTo>
                <a:lnTo>
                  <a:pt x="235" y="461"/>
                </a:lnTo>
                <a:lnTo>
                  <a:pt x="236" y="461"/>
                </a:lnTo>
                <a:lnTo>
                  <a:pt x="236" y="460"/>
                </a:lnTo>
                <a:lnTo>
                  <a:pt x="236" y="459"/>
                </a:lnTo>
                <a:lnTo>
                  <a:pt x="235" y="459"/>
                </a:lnTo>
                <a:lnTo>
                  <a:pt x="236" y="459"/>
                </a:lnTo>
                <a:lnTo>
                  <a:pt x="236" y="458"/>
                </a:lnTo>
                <a:lnTo>
                  <a:pt x="235" y="458"/>
                </a:lnTo>
                <a:lnTo>
                  <a:pt x="235" y="457"/>
                </a:lnTo>
                <a:lnTo>
                  <a:pt x="234" y="457"/>
                </a:lnTo>
                <a:lnTo>
                  <a:pt x="234" y="456"/>
                </a:lnTo>
                <a:lnTo>
                  <a:pt x="233" y="456"/>
                </a:lnTo>
                <a:lnTo>
                  <a:pt x="232" y="456"/>
                </a:lnTo>
                <a:lnTo>
                  <a:pt x="233" y="456"/>
                </a:lnTo>
                <a:lnTo>
                  <a:pt x="233" y="455"/>
                </a:lnTo>
                <a:lnTo>
                  <a:pt x="232" y="455"/>
                </a:lnTo>
                <a:lnTo>
                  <a:pt x="231" y="455"/>
                </a:lnTo>
                <a:lnTo>
                  <a:pt x="230" y="455"/>
                </a:lnTo>
                <a:lnTo>
                  <a:pt x="229" y="455"/>
                </a:lnTo>
                <a:lnTo>
                  <a:pt x="229" y="456"/>
                </a:lnTo>
                <a:lnTo>
                  <a:pt x="229" y="457"/>
                </a:lnTo>
                <a:lnTo>
                  <a:pt x="228" y="457"/>
                </a:lnTo>
                <a:lnTo>
                  <a:pt x="228" y="458"/>
                </a:lnTo>
                <a:lnTo>
                  <a:pt x="228" y="457"/>
                </a:lnTo>
                <a:lnTo>
                  <a:pt x="227" y="457"/>
                </a:lnTo>
                <a:lnTo>
                  <a:pt x="227" y="458"/>
                </a:lnTo>
                <a:lnTo>
                  <a:pt x="226" y="458"/>
                </a:lnTo>
                <a:lnTo>
                  <a:pt x="226" y="457"/>
                </a:lnTo>
                <a:lnTo>
                  <a:pt x="225" y="457"/>
                </a:lnTo>
                <a:lnTo>
                  <a:pt x="224" y="457"/>
                </a:lnTo>
                <a:lnTo>
                  <a:pt x="224" y="456"/>
                </a:lnTo>
                <a:lnTo>
                  <a:pt x="224" y="455"/>
                </a:lnTo>
                <a:lnTo>
                  <a:pt x="223" y="455"/>
                </a:lnTo>
                <a:lnTo>
                  <a:pt x="224" y="455"/>
                </a:lnTo>
                <a:lnTo>
                  <a:pt x="223" y="455"/>
                </a:lnTo>
                <a:lnTo>
                  <a:pt x="223" y="454"/>
                </a:lnTo>
                <a:lnTo>
                  <a:pt x="223" y="453"/>
                </a:lnTo>
                <a:lnTo>
                  <a:pt x="223" y="452"/>
                </a:lnTo>
                <a:lnTo>
                  <a:pt x="222" y="452"/>
                </a:lnTo>
                <a:lnTo>
                  <a:pt x="222" y="453"/>
                </a:lnTo>
                <a:lnTo>
                  <a:pt x="221" y="453"/>
                </a:lnTo>
                <a:lnTo>
                  <a:pt x="221" y="452"/>
                </a:lnTo>
                <a:lnTo>
                  <a:pt x="220" y="452"/>
                </a:lnTo>
                <a:lnTo>
                  <a:pt x="219" y="452"/>
                </a:lnTo>
                <a:lnTo>
                  <a:pt x="219" y="451"/>
                </a:lnTo>
                <a:lnTo>
                  <a:pt x="218" y="451"/>
                </a:lnTo>
                <a:lnTo>
                  <a:pt x="218" y="452"/>
                </a:lnTo>
                <a:lnTo>
                  <a:pt x="218" y="451"/>
                </a:lnTo>
                <a:lnTo>
                  <a:pt x="218" y="452"/>
                </a:lnTo>
                <a:lnTo>
                  <a:pt x="217" y="452"/>
                </a:lnTo>
                <a:lnTo>
                  <a:pt x="216" y="452"/>
                </a:lnTo>
                <a:lnTo>
                  <a:pt x="216" y="451"/>
                </a:lnTo>
                <a:lnTo>
                  <a:pt x="215" y="451"/>
                </a:lnTo>
                <a:lnTo>
                  <a:pt x="215" y="452"/>
                </a:lnTo>
                <a:lnTo>
                  <a:pt x="214" y="452"/>
                </a:lnTo>
                <a:lnTo>
                  <a:pt x="214" y="453"/>
                </a:lnTo>
                <a:lnTo>
                  <a:pt x="214" y="452"/>
                </a:lnTo>
                <a:lnTo>
                  <a:pt x="213" y="453"/>
                </a:lnTo>
                <a:lnTo>
                  <a:pt x="213" y="452"/>
                </a:lnTo>
                <a:lnTo>
                  <a:pt x="212" y="452"/>
                </a:lnTo>
                <a:lnTo>
                  <a:pt x="212" y="451"/>
                </a:lnTo>
                <a:lnTo>
                  <a:pt x="212" y="450"/>
                </a:lnTo>
                <a:lnTo>
                  <a:pt x="212" y="451"/>
                </a:lnTo>
                <a:lnTo>
                  <a:pt x="211" y="451"/>
                </a:lnTo>
                <a:lnTo>
                  <a:pt x="211" y="450"/>
                </a:lnTo>
                <a:lnTo>
                  <a:pt x="211" y="449"/>
                </a:lnTo>
                <a:lnTo>
                  <a:pt x="210" y="449"/>
                </a:lnTo>
                <a:lnTo>
                  <a:pt x="209" y="449"/>
                </a:lnTo>
                <a:lnTo>
                  <a:pt x="209" y="448"/>
                </a:lnTo>
                <a:lnTo>
                  <a:pt x="209" y="449"/>
                </a:lnTo>
                <a:lnTo>
                  <a:pt x="209" y="448"/>
                </a:lnTo>
                <a:lnTo>
                  <a:pt x="209" y="449"/>
                </a:lnTo>
                <a:lnTo>
                  <a:pt x="208" y="449"/>
                </a:lnTo>
                <a:lnTo>
                  <a:pt x="207" y="449"/>
                </a:lnTo>
                <a:lnTo>
                  <a:pt x="207" y="450"/>
                </a:lnTo>
                <a:lnTo>
                  <a:pt x="206" y="450"/>
                </a:lnTo>
                <a:lnTo>
                  <a:pt x="206" y="451"/>
                </a:lnTo>
                <a:lnTo>
                  <a:pt x="206" y="452"/>
                </a:lnTo>
                <a:lnTo>
                  <a:pt x="205" y="452"/>
                </a:lnTo>
                <a:lnTo>
                  <a:pt x="205" y="453"/>
                </a:lnTo>
                <a:lnTo>
                  <a:pt x="204" y="453"/>
                </a:lnTo>
                <a:lnTo>
                  <a:pt x="204" y="452"/>
                </a:lnTo>
                <a:lnTo>
                  <a:pt x="204" y="453"/>
                </a:lnTo>
                <a:lnTo>
                  <a:pt x="203" y="453"/>
                </a:lnTo>
                <a:lnTo>
                  <a:pt x="203" y="454"/>
                </a:lnTo>
                <a:lnTo>
                  <a:pt x="203" y="453"/>
                </a:lnTo>
                <a:lnTo>
                  <a:pt x="203" y="452"/>
                </a:lnTo>
                <a:lnTo>
                  <a:pt x="202" y="452"/>
                </a:lnTo>
                <a:lnTo>
                  <a:pt x="202" y="451"/>
                </a:lnTo>
                <a:lnTo>
                  <a:pt x="202" y="450"/>
                </a:lnTo>
                <a:lnTo>
                  <a:pt x="202" y="449"/>
                </a:lnTo>
                <a:lnTo>
                  <a:pt x="203" y="449"/>
                </a:lnTo>
                <a:lnTo>
                  <a:pt x="203" y="448"/>
                </a:lnTo>
                <a:lnTo>
                  <a:pt x="204" y="448"/>
                </a:lnTo>
                <a:lnTo>
                  <a:pt x="203" y="447"/>
                </a:lnTo>
                <a:lnTo>
                  <a:pt x="204" y="447"/>
                </a:lnTo>
                <a:lnTo>
                  <a:pt x="204" y="446"/>
                </a:lnTo>
                <a:lnTo>
                  <a:pt x="203" y="446"/>
                </a:lnTo>
                <a:lnTo>
                  <a:pt x="203" y="445"/>
                </a:lnTo>
                <a:lnTo>
                  <a:pt x="203" y="444"/>
                </a:lnTo>
                <a:lnTo>
                  <a:pt x="204" y="443"/>
                </a:lnTo>
                <a:lnTo>
                  <a:pt x="204" y="442"/>
                </a:lnTo>
                <a:lnTo>
                  <a:pt x="204" y="441"/>
                </a:lnTo>
                <a:lnTo>
                  <a:pt x="204" y="440"/>
                </a:lnTo>
                <a:lnTo>
                  <a:pt x="204" y="439"/>
                </a:lnTo>
                <a:lnTo>
                  <a:pt x="203" y="439"/>
                </a:lnTo>
                <a:lnTo>
                  <a:pt x="203" y="438"/>
                </a:lnTo>
                <a:lnTo>
                  <a:pt x="203" y="437"/>
                </a:lnTo>
                <a:lnTo>
                  <a:pt x="203" y="436"/>
                </a:lnTo>
                <a:lnTo>
                  <a:pt x="202" y="436"/>
                </a:lnTo>
                <a:lnTo>
                  <a:pt x="202" y="435"/>
                </a:lnTo>
                <a:lnTo>
                  <a:pt x="203" y="435"/>
                </a:lnTo>
                <a:lnTo>
                  <a:pt x="203" y="434"/>
                </a:lnTo>
                <a:lnTo>
                  <a:pt x="204" y="434"/>
                </a:lnTo>
                <a:lnTo>
                  <a:pt x="204" y="433"/>
                </a:lnTo>
                <a:lnTo>
                  <a:pt x="203" y="433"/>
                </a:lnTo>
                <a:lnTo>
                  <a:pt x="202" y="433"/>
                </a:lnTo>
                <a:lnTo>
                  <a:pt x="202" y="432"/>
                </a:lnTo>
                <a:lnTo>
                  <a:pt x="201" y="432"/>
                </a:lnTo>
                <a:lnTo>
                  <a:pt x="201" y="431"/>
                </a:lnTo>
                <a:lnTo>
                  <a:pt x="201" y="430"/>
                </a:lnTo>
                <a:lnTo>
                  <a:pt x="202" y="430"/>
                </a:lnTo>
                <a:lnTo>
                  <a:pt x="202" y="429"/>
                </a:lnTo>
                <a:lnTo>
                  <a:pt x="201" y="429"/>
                </a:lnTo>
                <a:lnTo>
                  <a:pt x="202" y="429"/>
                </a:lnTo>
                <a:lnTo>
                  <a:pt x="203" y="429"/>
                </a:lnTo>
                <a:lnTo>
                  <a:pt x="203" y="428"/>
                </a:lnTo>
                <a:lnTo>
                  <a:pt x="203" y="427"/>
                </a:lnTo>
                <a:lnTo>
                  <a:pt x="203" y="426"/>
                </a:lnTo>
                <a:lnTo>
                  <a:pt x="203" y="425"/>
                </a:lnTo>
                <a:lnTo>
                  <a:pt x="202" y="424"/>
                </a:lnTo>
                <a:lnTo>
                  <a:pt x="203" y="424"/>
                </a:lnTo>
                <a:lnTo>
                  <a:pt x="202" y="424"/>
                </a:lnTo>
                <a:lnTo>
                  <a:pt x="202" y="423"/>
                </a:lnTo>
                <a:lnTo>
                  <a:pt x="202" y="422"/>
                </a:lnTo>
                <a:lnTo>
                  <a:pt x="203" y="422"/>
                </a:lnTo>
                <a:lnTo>
                  <a:pt x="202" y="422"/>
                </a:lnTo>
                <a:lnTo>
                  <a:pt x="203" y="422"/>
                </a:lnTo>
                <a:lnTo>
                  <a:pt x="203" y="421"/>
                </a:lnTo>
                <a:lnTo>
                  <a:pt x="202" y="421"/>
                </a:lnTo>
                <a:lnTo>
                  <a:pt x="201" y="421"/>
                </a:lnTo>
                <a:lnTo>
                  <a:pt x="200" y="421"/>
                </a:lnTo>
                <a:lnTo>
                  <a:pt x="200" y="420"/>
                </a:lnTo>
                <a:lnTo>
                  <a:pt x="200" y="419"/>
                </a:lnTo>
                <a:lnTo>
                  <a:pt x="200" y="418"/>
                </a:lnTo>
                <a:lnTo>
                  <a:pt x="200" y="417"/>
                </a:lnTo>
                <a:lnTo>
                  <a:pt x="200" y="416"/>
                </a:lnTo>
                <a:lnTo>
                  <a:pt x="200" y="415"/>
                </a:lnTo>
                <a:lnTo>
                  <a:pt x="199" y="415"/>
                </a:lnTo>
                <a:lnTo>
                  <a:pt x="198" y="415"/>
                </a:lnTo>
                <a:lnTo>
                  <a:pt x="197" y="415"/>
                </a:lnTo>
                <a:lnTo>
                  <a:pt x="196" y="415"/>
                </a:lnTo>
                <a:lnTo>
                  <a:pt x="196" y="416"/>
                </a:lnTo>
                <a:lnTo>
                  <a:pt x="196" y="415"/>
                </a:lnTo>
                <a:lnTo>
                  <a:pt x="195" y="415"/>
                </a:lnTo>
                <a:lnTo>
                  <a:pt x="194" y="415"/>
                </a:lnTo>
                <a:lnTo>
                  <a:pt x="193" y="415"/>
                </a:lnTo>
                <a:lnTo>
                  <a:pt x="192" y="415"/>
                </a:lnTo>
                <a:lnTo>
                  <a:pt x="192" y="414"/>
                </a:lnTo>
                <a:lnTo>
                  <a:pt x="192" y="415"/>
                </a:lnTo>
                <a:lnTo>
                  <a:pt x="191" y="414"/>
                </a:lnTo>
                <a:lnTo>
                  <a:pt x="191" y="413"/>
                </a:lnTo>
                <a:lnTo>
                  <a:pt x="191" y="412"/>
                </a:lnTo>
                <a:lnTo>
                  <a:pt x="192" y="412"/>
                </a:lnTo>
                <a:lnTo>
                  <a:pt x="193" y="412"/>
                </a:lnTo>
                <a:lnTo>
                  <a:pt x="193" y="411"/>
                </a:lnTo>
                <a:lnTo>
                  <a:pt x="193" y="410"/>
                </a:lnTo>
                <a:lnTo>
                  <a:pt x="193" y="409"/>
                </a:lnTo>
                <a:lnTo>
                  <a:pt x="192" y="409"/>
                </a:lnTo>
                <a:lnTo>
                  <a:pt x="192" y="408"/>
                </a:lnTo>
                <a:lnTo>
                  <a:pt x="191" y="407"/>
                </a:lnTo>
                <a:lnTo>
                  <a:pt x="191" y="406"/>
                </a:lnTo>
                <a:lnTo>
                  <a:pt x="191" y="405"/>
                </a:lnTo>
                <a:lnTo>
                  <a:pt x="191" y="404"/>
                </a:lnTo>
                <a:lnTo>
                  <a:pt x="191" y="403"/>
                </a:lnTo>
                <a:lnTo>
                  <a:pt x="190" y="403"/>
                </a:lnTo>
                <a:lnTo>
                  <a:pt x="191" y="403"/>
                </a:lnTo>
                <a:lnTo>
                  <a:pt x="191" y="402"/>
                </a:lnTo>
                <a:lnTo>
                  <a:pt x="191" y="401"/>
                </a:lnTo>
                <a:lnTo>
                  <a:pt x="192" y="401"/>
                </a:lnTo>
                <a:lnTo>
                  <a:pt x="192" y="402"/>
                </a:lnTo>
                <a:lnTo>
                  <a:pt x="192" y="401"/>
                </a:lnTo>
                <a:lnTo>
                  <a:pt x="193" y="401"/>
                </a:lnTo>
                <a:lnTo>
                  <a:pt x="193" y="400"/>
                </a:lnTo>
                <a:lnTo>
                  <a:pt x="193" y="399"/>
                </a:lnTo>
                <a:lnTo>
                  <a:pt x="193" y="398"/>
                </a:lnTo>
                <a:lnTo>
                  <a:pt x="193" y="397"/>
                </a:lnTo>
                <a:lnTo>
                  <a:pt x="193" y="396"/>
                </a:lnTo>
                <a:lnTo>
                  <a:pt x="193" y="395"/>
                </a:lnTo>
                <a:lnTo>
                  <a:pt x="194" y="395"/>
                </a:lnTo>
                <a:lnTo>
                  <a:pt x="193" y="395"/>
                </a:lnTo>
                <a:lnTo>
                  <a:pt x="193" y="394"/>
                </a:lnTo>
                <a:lnTo>
                  <a:pt x="194" y="394"/>
                </a:lnTo>
                <a:lnTo>
                  <a:pt x="193" y="394"/>
                </a:lnTo>
                <a:lnTo>
                  <a:pt x="193" y="393"/>
                </a:lnTo>
                <a:lnTo>
                  <a:pt x="194" y="393"/>
                </a:lnTo>
                <a:lnTo>
                  <a:pt x="195" y="393"/>
                </a:lnTo>
                <a:lnTo>
                  <a:pt x="195" y="392"/>
                </a:lnTo>
                <a:lnTo>
                  <a:pt x="195" y="391"/>
                </a:lnTo>
                <a:lnTo>
                  <a:pt x="194" y="391"/>
                </a:lnTo>
                <a:lnTo>
                  <a:pt x="195" y="391"/>
                </a:lnTo>
                <a:lnTo>
                  <a:pt x="195" y="390"/>
                </a:lnTo>
                <a:lnTo>
                  <a:pt x="195" y="389"/>
                </a:lnTo>
                <a:lnTo>
                  <a:pt x="195" y="388"/>
                </a:lnTo>
                <a:lnTo>
                  <a:pt x="196" y="388"/>
                </a:lnTo>
                <a:lnTo>
                  <a:pt x="197" y="388"/>
                </a:lnTo>
                <a:lnTo>
                  <a:pt x="197" y="389"/>
                </a:lnTo>
                <a:lnTo>
                  <a:pt x="198" y="389"/>
                </a:lnTo>
                <a:lnTo>
                  <a:pt x="198" y="390"/>
                </a:lnTo>
                <a:lnTo>
                  <a:pt x="199" y="390"/>
                </a:lnTo>
                <a:lnTo>
                  <a:pt x="199" y="391"/>
                </a:lnTo>
                <a:lnTo>
                  <a:pt x="200" y="391"/>
                </a:lnTo>
                <a:lnTo>
                  <a:pt x="201" y="391"/>
                </a:lnTo>
                <a:lnTo>
                  <a:pt x="201" y="390"/>
                </a:lnTo>
                <a:lnTo>
                  <a:pt x="202" y="390"/>
                </a:lnTo>
                <a:lnTo>
                  <a:pt x="202" y="391"/>
                </a:lnTo>
                <a:lnTo>
                  <a:pt x="202" y="390"/>
                </a:lnTo>
                <a:lnTo>
                  <a:pt x="203" y="390"/>
                </a:lnTo>
                <a:lnTo>
                  <a:pt x="204" y="390"/>
                </a:lnTo>
                <a:lnTo>
                  <a:pt x="204" y="391"/>
                </a:lnTo>
                <a:lnTo>
                  <a:pt x="204" y="390"/>
                </a:lnTo>
                <a:lnTo>
                  <a:pt x="205" y="390"/>
                </a:lnTo>
                <a:lnTo>
                  <a:pt x="205" y="389"/>
                </a:lnTo>
                <a:lnTo>
                  <a:pt x="206" y="389"/>
                </a:lnTo>
                <a:lnTo>
                  <a:pt x="206" y="388"/>
                </a:lnTo>
                <a:lnTo>
                  <a:pt x="205" y="388"/>
                </a:lnTo>
                <a:lnTo>
                  <a:pt x="205" y="387"/>
                </a:lnTo>
                <a:lnTo>
                  <a:pt x="205" y="388"/>
                </a:lnTo>
                <a:lnTo>
                  <a:pt x="205" y="387"/>
                </a:lnTo>
                <a:lnTo>
                  <a:pt x="205" y="386"/>
                </a:lnTo>
                <a:lnTo>
                  <a:pt x="206" y="386"/>
                </a:lnTo>
                <a:lnTo>
                  <a:pt x="206" y="385"/>
                </a:lnTo>
                <a:lnTo>
                  <a:pt x="205" y="385"/>
                </a:lnTo>
                <a:lnTo>
                  <a:pt x="205" y="384"/>
                </a:lnTo>
                <a:lnTo>
                  <a:pt x="206" y="384"/>
                </a:lnTo>
                <a:lnTo>
                  <a:pt x="206" y="383"/>
                </a:lnTo>
                <a:lnTo>
                  <a:pt x="207" y="383"/>
                </a:lnTo>
                <a:lnTo>
                  <a:pt x="207" y="382"/>
                </a:lnTo>
                <a:lnTo>
                  <a:pt x="207" y="381"/>
                </a:lnTo>
                <a:lnTo>
                  <a:pt x="208" y="381"/>
                </a:lnTo>
                <a:lnTo>
                  <a:pt x="209" y="381"/>
                </a:lnTo>
                <a:lnTo>
                  <a:pt x="208" y="381"/>
                </a:lnTo>
                <a:lnTo>
                  <a:pt x="208" y="380"/>
                </a:lnTo>
                <a:lnTo>
                  <a:pt x="209" y="380"/>
                </a:lnTo>
                <a:lnTo>
                  <a:pt x="208" y="380"/>
                </a:lnTo>
                <a:lnTo>
                  <a:pt x="208" y="379"/>
                </a:lnTo>
                <a:lnTo>
                  <a:pt x="208" y="378"/>
                </a:lnTo>
                <a:lnTo>
                  <a:pt x="209" y="378"/>
                </a:lnTo>
                <a:lnTo>
                  <a:pt x="210" y="378"/>
                </a:lnTo>
                <a:lnTo>
                  <a:pt x="210" y="377"/>
                </a:lnTo>
                <a:lnTo>
                  <a:pt x="211" y="377"/>
                </a:lnTo>
                <a:lnTo>
                  <a:pt x="210" y="377"/>
                </a:lnTo>
                <a:lnTo>
                  <a:pt x="210" y="376"/>
                </a:lnTo>
                <a:lnTo>
                  <a:pt x="209" y="376"/>
                </a:lnTo>
                <a:lnTo>
                  <a:pt x="209" y="375"/>
                </a:lnTo>
                <a:lnTo>
                  <a:pt x="210" y="374"/>
                </a:lnTo>
                <a:lnTo>
                  <a:pt x="209" y="374"/>
                </a:lnTo>
                <a:lnTo>
                  <a:pt x="210" y="374"/>
                </a:lnTo>
                <a:lnTo>
                  <a:pt x="210" y="373"/>
                </a:lnTo>
                <a:lnTo>
                  <a:pt x="211" y="373"/>
                </a:lnTo>
                <a:lnTo>
                  <a:pt x="211" y="372"/>
                </a:lnTo>
                <a:lnTo>
                  <a:pt x="212" y="372"/>
                </a:lnTo>
                <a:lnTo>
                  <a:pt x="211" y="372"/>
                </a:lnTo>
                <a:lnTo>
                  <a:pt x="211" y="371"/>
                </a:lnTo>
                <a:lnTo>
                  <a:pt x="212" y="371"/>
                </a:lnTo>
                <a:lnTo>
                  <a:pt x="213" y="371"/>
                </a:lnTo>
                <a:lnTo>
                  <a:pt x="214" y="371"/>
                </a:lnTo>
                <a:lnTo>
                  <a:pt x="214" y="370"/>
                </a:lnTo>
                <a:lnTo>
                  <a:pt x="215" y="370"/>
                </a:lnTo>
                <a:lnTo>
                  <a:pt x="214" y="370"/>
                </a:lnTo>
                <a:lnTo>
                  <a:pt x="214" y="369"/>
                </a:lnTo>
                <a:lnTo>
                  <a:pt x="215" y="369"/>
                </a:lnTo>
                <a:lnTo>
                  <a:pt x="215" y="368"/>
                </a:lnTo>
                <a:lnTo>
                  <a:pt x="216" y="368"/>
                </a:lnTo>
                <a:lnTo>
                  <a:pt x="216" y="367"/>
                </a:lnTo>
                <a:lnTo>
                  <a:pt x="215" y="367"/>
                </a:lnTo>
                <a:lnTo>
                  <a:pt x="214" y="367"/>
                </a:lnTo>
                <a:lnTo>
                  <a:pt x="214" y="366"/>
                </a:lnTo>
                <a:lnTo>
                  <a:pt x="213" y="366"/>
                </a:lnTo>
                <a:lnTo>
                  <a:pt x="212" y="366"/>
                </a:lnTo>
                <a:lnTo>
                  <a:pt x="211" y="366"/>
                </a:lnTo>
                <a:lnTo>
                  <a:pt x="211" y="367"/>
                </a:lnTo>
                <a:lnTo>
                  <a:pt x="211" y="366"/>
                </a:lnTo>
                <a:lnTo>
                  <a:pt x="210" y="366"/>
                </a:lnTo>
                <a:lnTo>
                  <a:pt x="210" y="367"/>
                </a:lnTo>
                <a:lnTo>
                  <a:pt x="209" y="367"/>
                </a:lnTo>
                <a:lnTo>
                  <a:pt x="209" y="366"/>
                </a:lnTo>
                <a:lnTo>
                  <a:pt x="209" y="365"/>
                </a:lnTo>
                <a:lnTo>
                  <a:pt x="210" y="365"/>
                </a:lnTo>
                <a:lnTo>
                  <a:pt x="209" y="365"/>
                </a:lnTo>
                <a:lnTo>
                  <a:pt x="208" y="365"/>
                </a:lnTo>
                <a:lnTo>
                  <a:pt x="208" y="364"/>
                </a:lnTo>
                <a:lnTo>
                  <a:pt x="207" y="364"/>
                </a:lnTo>
                <a:lnTo>
                  <a:pt x="207" y="363"/>
                </a:lnTo>
                <a:lnTo>
                  <a:pt x="206" y="363"/>
                </a:lnTo>
                <a:lnTo>
                  <a:pt x="206" y="362"/>
                </a:lnTo>
                <a:lnTo>
                  <a:pt x="205" y="362"/>
                </a:lnTo>
                <a:lnTo>
                  <a:pt x="205" y="361"/>
                </a:lnTo>
                <a:lnTo>
                  <a:pt x="204" y="361"/>
                </a:lnTo>
                <a:lnTo>
                  <a:pt x="205" y="361"/>
                </a:lnTo>
                <a:lnTo>
                  <a:pt x="205" y="360"/>
                </a:lnTo>
                <a:lnTo>
                  <a:pt x="204" y="360"/>
                </a:lnTo>
                <a:lnTo>
                  <a:pt x="204" y="359"/>
                </a:lnTo>
                <a:lnTo>
                  <a:pt x="203" y="359"/>
                </a:lnTo>
                <a:lnTo>
                  <a:pt x="202" y="359"/>
                </a:lnTo>
                <a:lnTo>
                  <a:pt x="201" y="359"/>
                </a:lnTo>
                <a:lnTo>
                  <a:pt x="201" y="358"/>
                </a:lnTo>
                <a:lnTo>
                  <a:pt x="201" y="359"/>
                </a:lnTo>
                <a:lnTo>
                  <a:pt x="201" y="358"/>
                </a:lnTo>
                <a:lnTo>
                  <a:pt x="200" y="359"/>
                </a:lnTo>
                <a:lnTo>
                  <a:pt x="200" y="360"/>
                </a:lnTo>
                <a:lnTo>
                  <a:pt x="200" y="361"/>
                </a:lnTo>
                <a:lnTo>
                  <a:pt x="199" y="361"/>
                </a:lnTo>
                <a:lnTo>
                  <a:pt x="198" y="361"/>
                </a:lnTo>
                <a:lnTo>
                  <a:pt x="198" y="360"/>
                </a:lnTo>
                <a:lnTo>
                  <a:pt x="198" y="359"/>
                </a:lnTo>
                <a:lnTo>
                  <a:pt x="197" y="359"/>
                </a:lnTo>
                <a:lnTo>
                  <a:pt x="197" y="358"/>
                </a:lnTo>
                <a:lnTo>
                  <a:pt x="196" y="358"/>
                </a:lnTo>
                <a:lnTo>
                  <a:pt x="196" y="357"/>
                </a:lnTo>
                <a:lnTo>
                  <a:pt x="195" y="357"/>
                </a:lnTo>
                <a:lnTo>
                  <a:pt x="195" y="356"/>
                </a:lnTo>
                <a:lnTo>
                  <a:pt x="195" y="355"/>
                </a:lnTo>
                <a:lnTo>
                  <a:pt x="194" y="355"/>
                </a:lnTo>
                <a:lnTo>
                  <a:pt x="194" y="354"/>
                </a:lnTo>
                <a:lnTo>
                  <a:pt x="193" y="354"/>
                </a:lnTo>
                <a:lnTo>
                  <a:pt x="193" y="355"/>
                </a:lnTo>
                <a:lnTo>
                  <a:pt x="192" y="355"/>
                </a:lnTo>
                <a:lnTo>
                  <a:pt x="191" y="356"/>
                </a:lnTo>
                <a:lnTo>
                  <a:pt x="191" y="355"/>
                </a:lnTo>
                <a:lnTo>
                  <a:pt x="190" y="355"/>
                </a:lnTo>
                <a:lnTo>
                  <a:pt x="189" y="355"/>
                </a:lnTo>
                <a:lnTo>
                  <a:pt x="189" y="354"/>
                </a:lnTo>
                <a:lnTo>
                  <a:pt x="189" y="353"/>
                </a:lnTo>
                <a:lnTo>
                  <a:pt x="188" y="353"/>
                </a:lnTo>
                <a:lnTo>
                  <a:pt x="188" y="354"/>
                </a:lnTo>
                <a:lnTo>
                  <a:pt x="188" y="353"/>
                </a:lnTo>
                <a:lnTo>
                  <a:pt x="187" y="353"/>
                </a:lnTo>
                <a:lnTo>
                  <a:pt x="186" y="353"/>
                </a:lnTo>
                <a:lnTo>
                  <a:pt x="186" y="354"/>
                </a:lnTo>
                <a:lnTo>
                  <a:pt x="186" y="355"/>
                </a:lnTo>
                <a:lnTo>
                  <a:pt x="185" y="355"/>
                </a:lnTo>
                <a:lnTo>
                  <a:pt x="186" y="355"/>
                </a:lnTo>
                <a:lnTo>
                  <a:pt x="185" y="355"/>
                </a:lnTo>
                <a:lnTo>
                  <a:pt x="185" y="356"/>
                </a:lnTo>
                <a:lnTo>
                  <a:pt x="186" y="356"/>
                </a:lnTo>
                <a:lnTo>
                  <a:pt x="185" y="356"/>
                </a:lnTo>
                <a:lnTo>
                  <a:pt x="186" y="356"/>
                </a:lnTo>
                <a:lnTo>
                  <a:pt x="186" y="357"/>
                </a:lnTo>
                <a:lnTo>
                  <a:pt x="185" y="357"/>
                </a:lnTo>
                <a:lnTo>
                  <a:pt x="184" y="357"/>
                </a:lnTo>
                <a:lnTo>
                  <a:pt x="183" y="357"/>
                </a:lnTo>
                <a:lnTo>
                  <a:pt x="183" y="358"/>
                </a:lnTo>
                <a:lnTo>
                  <a:pt x="182" y="358"/>
                </a:lnTo>
                <a:lnTo>
                  <a:pt x="182" y="357"/>
                </a:lnTo>
                <a:lnTo>
                  <a:pt x="182" y="358"/>
                </a:lnTo>
                <a:lnTo>
                  <a:pt x="181" y="358"/>
                </a:lnTo>
                <a:lnTo>
                  <a:pt x="181" y="357"/>
                </a:lnTo>
                <a:lnTo>
                  <a:pt x="180" y="357"/>
                </a:lnTo>
                <a:lnTo>
                  <a:pt x="180" y="358"/>
                </a:lnTo>
                <a:lnTo>
                  <a:pt x="180" y="359"/>
                </a:lnTo>
                <a:lnTo>
                  <a:pt x="179" y="359"/>
                </a:lnTo>
                <a:lnTo>
                  <a:pt x="178" y="359"/>
                </a:lnTo>
                <a:lnTo>
                  <a:pt x="178" y="358"/>
                </a:lnTo>
                <a:lnTo>
                  <a:pt x="178" y="359"/>
                </a:lnTo>
                <a:lnTo>
                  <a:pt x="177" y="359"/>
                </a:lnTo>
                <a:lnTo>
                  <a:pt x="178" y="359"/>
                </a:lnTo>
                <a:lnTo>
                  <a:pt x="178" y="360"/>
                </a:lnTo>
                <a:lnTo>
                  <a:pt x="177" y="360"/>
                </a:lnTo>
                <a:lnTo>
                  <a:pt x="177" y="359"/>
                </a:lnTo>
                <a:lnTo>
                  <a:pt x="176" y="359"/>
                </a:lnTo>
                <a:lnTo>
                  <a:pt x="176" y="360"/>
                </a:lnTo>
                <a:lnTo>
                  <a:pt x="176" y="359"/>
                </a:lnTo>
                <a:lnTo>
                  <a:pt x="175" y="359"/>
                </a:lnTo>
                <a:lnTo>
                  <a:pt x="174" y="359"/>
                </a:lnTo>
                <a:lnTo>
                  <a:pt x="173" y="359"/>
                </a:lnTo>
                <a:lnTo>
                  <a:pt x="173" y="360"/>
                </a:lnTo>
                <a:lnTo>
                  <a:pt x="173" y="361"/>
                </a:lnTo>
                <a:lnTo>
                  <a:pt x="173" y="362"/>
                </a:lnTo>
                <a:lnTo>
                  <a:pt x="172" y="362"/>
                </a:lnTo>
                <a:lnTo>
                  <a:pt x="171" y="362"/>
                </a:lnTo>
                <a:lnTo>
                  <a:pt x="171" y="361"/>
                </a:lnTo>
                <a:lnTo>
                  <a:pt x="170" y="361"/>
                </a:lnTo>
                <a:lnTo>
                  <a:pt x="170" y="360"/>
                </a:lnTo>
                <a:lnTo>
                  <a:pt x="169" y="360"/>
                </a:lnTo>
                <a:lnTo>
                  <a:pt x="169" y="361"/>
                </a:lnTo>
                <a:lnTo>
                  <a:pt x="168" y="361"/>
                </a:lnTo>
                <a:lnTo>
                  <a:pt x="168" y="360"/>
                </a:lnTo>
                <a:lnTo>
                  <a:pt x="167" y="360"/>
                </a:lnTo>
                <a:lnTo>
                  <a:pt x="166" y="360"/>
                </a:lnTo>
                <a:lnTo>
                  <a:pt x="167" y="361"/>
                </a:lnTo>
                <a:lnTo>
                  <a:pt x="166" y="361"/>
                </a:lnTo>
                <a:lnTo>
                  <a:pt x="165" y="361"/>
                </a:lnTo>
                <a:lnTo>
                  <a:pt x="165" y="360"/>
                </a:lnTo>
                <a:lnTo>
                  <a:pt x="164" y="360"/>
                </a:lnTo>
                <a:lnTo>
                  <a:pt x="163" y="360"/>
                </a:lnTo>
                <a:lnTo>
                  <a:pt x="164" y="360"/>
                </a:lnTo>
                <a:lnTo>
                  <a:pt x="164" y="359"/>
                </a:lnTo>
                <a:lnTo>
                  <a:pt x="163" y="359"/>
                </a:lnTo>
                <a:lnTo>
                  <a:pt x="163" y="358"/>
                </a:lnTo>
                <a:lnTo>
                  <a:pt x="164" y="358"/>
                </a:lnTo>
                <a:lnTo>
                  <a:pt x="164" y="357"/>
                </a:lnTo>
                <a:lnTo>
                  <a:pt x="164" y="356"/>
                </a:lnTo>
                <a:lnTo>
                  <a:pt x="163" y="356"/>
                </a:lnTo>
                <a:lnTo>
                  <a:pt x="163" y="355"/>
                </a:lnTo>
                <a:lnTo>
                  <a:pt x="162" y="354"/>
                </a:lnTo>
                <a:lnTo>
                  <a:pt x="163" y="354"/>
                </a:lnTo>
                <a:lnTo>
                  <a:pt x="162" y="354"/>
                </a:lnTo>
                <a:lnTo>
                  <a:pt x="162" y="353"/>
                </a:lnTo>
                <a:lnTo>
                  <a:pt x="161" y="353"/>
                </a:lnTo>
                <a:lnTo>
                  <a:pt x="162" y="353"/>
                </a:lnTo>
                <a:lnTo>
                  <a:pt x="161" y="353"/>
                </a:lnTo>
                <a:lnTo>
                  <a:pt x="161" y="352"/>
                </a:lnTo>
                <a:lnTo>
                  <a:pt x="162" y="352"/>
                </a:lnTo>
                <a:lnTo>
                  <a:pt x="161" y="352"/>
                </a:lnTo>
                <a:lnTo>
                  <a:pt x="160" y="352"/>
                </a:lnTo>
                <a:lnTo>
                  <a:pt x="160" y="351"/>
                </a:lnTo>
                <a:lnTo>
                  <a:pt x="161" y="351"/>
                </a:lnTo>
                <a:lnTo>
                  <a:pt x="160" y="351"/>
                </a:lnTo>
                <a:lnTo>
                  <a:pt x="160" y="350"/>
                </a:lnTo>
                <a:lnTo>
                  <a:pt x="159" y="350"/>
                </a:lnTo>
                <a:lnTo>
                  <a:pt x="159" y="349"/>
                </a:lnTo>
                <a:lnTo>
                  <a:pt x="158" y="349"/>
                </a:lnTo>
                <a:lnTo>
                  <a:pt x="157" y="349"/>
                </a:lnTo>
                <a:lnTo>
                  <a:pt x="157" y="348"/>
                </a:lnTo>
                <a:lnTo>
                  <a:pt x="157" y="349"/>
                </a:lnTo>
                <a:lnTo>
                  <a:pt x="157" y="348"/>
                </a:lnTo>
                <a:lnTo>
                  <a:pt x="157" y="349"/>
                </a:lnTo>
                <a:lnTo>
                  <a:pt x="156" y="349"/>
                </a:lnTo>
                <a:lnTo>
                  <a:pt x="155" y="349"/>
                </a:lnTo>
                <a:lnTo>
                  <a:pt x="154" y="349"/>
                </a:lnTo>
                <a:lnTo>
                  <a:pt x="154" y="348"/>
                </a:lnTo>
                <a:lnTo>
                  <a:pt x="153" y="348"/>
                </a:lnTo>
                <a:lnTo>
                  <a:pt x="152" y="348"/>
                </a:lnTo>
                <a:lnTo>
                  <a:pt x="152" y="349"/>
                </a:lnTo>
                <a:lnTo>
                  <a:pt x="151" y="349"/>
                </a:lnTo>
                <a:lnTo>
                  <a:pt x="150" y="349"/>
                </a:lnTo>
                <a:lnTo>
                  <a:pt x="150" y="348"/>
                </a:lnTo>
                <a:lnTo>
                  <a:pt x="150" y="349"/>
                </a:lnTo>
                <a:lnTo>
                  <a:pt x="149" y="349"/>
                </a:lnTo>
                <a:lnTo>
                  <a:pt x="149" y="348"/>
                </a:lnTo>
                <a:lnTo>
                  <a:pt x="148" y="348"/>
                </a:lnTo>
                <a:lnTo>
                  <a:pt x="148" y="347"/>
                </a:lnTo>
                <a:lnTo>
                  <a:pt x="148" y="348"/>
                </a:lnTo>
                <a:lnTo>
                  <a:pt x="147" y="348"/>
                </a:lnTo>
                <a:lnTo>
                  <a:pt x="146" y="348"/>
                </a:lnTo>
                <a:lnTo>
                  <a:pt x="145" y="348"/>
                </a:lnTo>
                <a:lnTo>
                  <a:pt x="144" y="348"/>
                </a:lnTo>
                <a:lnTo>
                  <a:pt x="143" y="348"/>
                </a:lnTo>
                <a:lnTo>
                  <a:pt x="142" y="348"/>
                </a:lnTo>
                <a:lnTo>
                  <a:pt x="140" y="348"/>
                </a:lnTo>
                <a:lnTo>
                  <a:pt x="140" y="349"/>
                </a:lnTo>
                <a:lnTo>
                  <a:pt x="141" y="349"/>
                </a:lnTo>
                <a:lnTo>
                  <a:pt x="141" y="350"/>
                </a:lnTo>
                <a:lnTo>
                  <a:pt x="141" y="351"/>
                </a:lnTo>
                <a:lnTo>
                  <a:pt x="141" y="352"/>
                </a:lnTo>
                <a:lnTo>
                  <a:pt x="140" y="352"/>
                </a:lnTo>
                <a:lnTo>
                  <a:pt x="141" y="353"/>
                </a:lnTo>
                <a:lnTo>
                  <a:pt x="140" y="353"/>
                </a:lnTo>
                <a:lnTo>
                  <a:pt x="140" y="354"/>
                </a:lnTo>
                <a:lnTo>
                  <a:pt x="139" y="354"/>
                </a:lnTo>
                <a:lnTo>
                  <a:pt x="139" y="353"/>
                </a:lnTo>
                <a:lnTo>
                  <a:pt x="138" y="353"/>
                </a:lnTo>
                <a:lnTo>
                  <a:pt x="137" y="353"/>
                </a:lnTo>
                <a:lnTo>
                  <a:pt x="137" y="352"/>
                </a:lnTo>
                <a:lnTo>
                  <a:pt x="136" y="352"/>
                </a:lnTo>
                <a:lnTo>
                  <a:pt x="136" y="354"/>
                </a:lnTo>
                <a:lnTo>
                  <a:pt x="135" y="354"/>
                </a:lnTo>
                <a:lnTo>
                  <a:pt x="134" y="354"/>
                </a:lnTo>
                <a:lnTo>
                  <a:pt x="134" y="353"/>
                </a:lnTo>
                <a:lnTo>
                  <a:pt x="134" y="354"/>
                </a:lnTo>
                <a:lnTo>
                  <a:pt x="134" y="353"/>
                </a:lnTo>
                <a:lnTo>
                  <a:pt x="133" y="353"/>
                </a:lnTo>
                <a:lnTo>
                  <a:pt x="132" y="353"/>
                </a:lnTo>
                <a:lnTo>
                  <a:pt x="132" y="354"/>
                </a:lnTo>
                <a:lnTo>
                  <a:pt x="132" y="353"/>
                </a:lnTo>
                <a:lnTo>
                  <a:pt x="131" y="353"/>
                </a:lnTo>
                <a:lnTo>
                  <a:pt x="131" y="354"/>
                </a:lnTo>
                <a:lnTo>
                  <a:pt x="130" y="354"/>
                </a:lnTo>
                <a:lnTo>
                  <a:pt x="130" y="355"/>
                </a:lnTo>
                <a:lnTo>
                  <a:pt x="130" y="356"/>
                </a:lnTo>
                <a:lnTo>
                  <a:pt x="129" y="356"/>
                </a:lnTo>
                <a:lnTo>
                  <a:pt x="129" y="355"/>
                </a:lnTo>
                <a:lnTo>
                  <a:pt x="129" y="354"/>
                </a:lnTo>
                <a:lnTo>
                  <a:pt x="128" y="354"/>
                </a:lnTo>
                <a:lnTo>
                  <a:pt x="128" y="353"/>
                </a:lnTo>
                <a:lnTo>
                  <a:pt x="127" y="353"/>
                </a:lnTo>
                <a:lnTo>
                  <a:pt x="127" y="352"/>
                </a:lnTo>
                <a:lnTo>
                  <a:pt x="126" y="352"/>
                </a:lnTo>
                <a:lnTo>
                  <a:pt x="126" y="351"/>
                </a:lnTo>
                <a:lnTo>
                  <a:pt x="126" y="352"/>
                </a:lnTo>
                <a:lnTo>
                  <a:pt x="127" y="352"/>
                </a:lnTo>
                <a:lnTo>
                  <a:pt x="127" y="351"/>
                </a:lnTo>
                <a:lnTo>
                  <a:pt x="127" y="350"/>
                </a:lnTo>
                <a:lnTo>
                  <a:pt x="126" y="350"/>
                </a:lnTo>
                <a:lnTo>
                  <a:pt x="126" y="351"/>
                </a:lnTo>
                <a:lnTo>
                  <a:pt x="126" y="350"/>
                </a:lnTo>
                <a:lnTo>
                  <a:pt x="126" y="349"/>
                </a:lnTo>
                <a:lnTo>
                  <a:pt x="126" y="350"/>
                </a:lnTo>
                <a:lnTo>
                  <a:pt x="126" y="349"/>
                </a:lnTo>
                <a:lnTo>
                  <a:pt x="125" y="349"/>
                </a:lnTo>
                <a:lnTo>
                  <a:pt x="125" y="348"/>
                </a:lnTo>
                <a:lnTo>
                  <a:pt x="124" y="348"/>
                </a:lnTo>
                <a:lnTo>
                  <a:pt x="124" y="349"/>
                </a:lnTo>
                <a:lnTo>
                  <a:pt x="123" y="349"/>
                </a:lnTo>
                <a:lnTo>
                  <a:pt x="123" y="348"/>
                </a:lnTo>
                <a:lnTo>
                  <a:pt x="123" y="349"/>
                </a:lnTo>
                <a:lnTo>
                  <a:pt x="123" y="348"/>
                </a:lnTo>
                <a:lnTo>
                  <a:pt x="122" y="348"/>
                </a:lnTo>
                <a:lnTo>
                  <a:pt x="123" y="348"/>
                </a:lnTo>
                <a:lnTo>
                  <a:pt x="122" y="348"/>
                </a:lnTo>
                <a:lnTo>
                  <a:pt x="122" y="347"/>
                </a:lnTo>
                <a:lnTo>
                  <a:pt x="121" y="347"/>
                </a:lnTo>
                <a:lnTo>
                  <a:pt x="121" y="346"/>
                </a:lnTo>
                <a:lnTo>
                  <a:pt x="121" y="345"/>
                </a:lnTo>
                <a:lnTo>
                  <a:pt x="120" y="345"/>
                </a:lnTo>
                <a:lnTo>
                  <a:pt x="119" y="345"/>
                </a:lnTo>
                <a:lnTo>
                  <a:pt x="119" y="344"/>
                </a:lnTo>
                <a:lnTo>
                  <a:pt x="119" y="345"/>
                </a:lnTo>
                <a:lnTo>
                  <a:pt x="119" y="344"/>
                </a:lnTo>
                <a:lnTo>
                  <a:pt x="118" y="344"/>
                </a:lnTo>
                <a:lnTo>
                  <a:pt x="117" y="344"/>
                </a:lnTo>
                <a:lnTo>
                  <a:pt x="116" y="344"/>
                </a:lnTo>
                <a:lnTo>
                  <a:pt x="116" y="343"/>
                </a:lnTo>
                <a:lnTo>
                  <a:pt x="116" y="342"/>
                </a:lnTo>
                <a:lnTo>
                  <a:pt x="115" y="342"/>
                </a:lnTo>
                <a:lnTo>
                  <a:pt x="115" y="341"/>
                </a:lnTo>
                <a:lnTo>
                  <a:pt x="114" y="341"/>
                </a:lnTo>
                <a:lnTo>
                  <a:pt x="114" y="340"/>
                </a:lnTo>
                <a:lnTo>
                  <a:pt x="114" y="341"/>
                </a:lnTo>
                <a:lnTo>
                  <a:pt x="113" y="341"/>
                </a:lnTo>
                <a:lnTo>
                  <a:pt x="112" y="341"/>
                </a:lnTo>
                <a:lnTo>
                  <a:pt x="111" y="341"/>
                </a:lnTo>
                <a:lnTo>
                  <a:pt x="111" y="340"/>
                </a:lnTo>
                <a:lnTo>
                  <a:pt x="110" y="340"/>
                </a:lnTo>
                <a:lnTo>
                  <a:pt x="109" y="340"/>
                </a:lnTo>
                <a:lnTo>
                  <a:pt x="109" y="339"/>
                </a:lnTo>
                <a:lnTo>
                  <a:pt x="108" y="339"/>
                </a:lnTo>
                <a:lnTo>
                  <a:pt x="107" y="339"/>
                </a:lnTo>
                <a:lnTo>
                  <a:pt x="107" y="340"/>
                </a:lnTo>
                <a:lnTo>
                  <a:pt x="106" y="340"/>
                </a:lnTo>
                <a:lnTo>
                  <a:pt x="106" y="341"/>
                </a:lnTo>
                <a:lnTo>
                  <a:pt x="106" y="340"/>
                </a:lnTo>
                <a:lnTo>
                  <a:pt x="105" y="340"/>
                </a:lnTo>
                <a:lnTo>
                  <a:pt x="104" y="340"/>
                </a:lnTo>
                <a:lnTo>
                  <a:pt x="103" y="340"/>
                </a:lnTo>
                <a:lnTo>
                  <a:pt x="102" y="340"/>
                </a:lnTo>
                <a:lnTo>
                  <a:pt x="101" y="340"/>
                </a:lnTo>
                <a:lnTo>
                  <a:pt x="101" y="339"/>
                </a:lnTo>
                <a:lnTo>
                  <a:pt x="101" y="338"/>
                </a:lnTo>
                <a:lnTo>
                  <a:pt x="101" y="337"/>
                </a:lnTo>
                <a:lnTo>
                  <a:pt x="101" y="336"/>
                </a:lnTo>
                <a:lnTo>
                  <a:pt x="101" y="335"/>
                </a:lnTo>
                <a:lnTo>
                  <a:pt x="101" y="334"/>
                </a:lnTo>
                <a:lnTo>
                  <a:pt x="101" y="333"/>
                </a:lnTo>
                <a:lnTo>
                  <a:pt x="101" y="332"/>
                </a:lnTo>
                <a:lnTo>
                  <a:pt x="102" y="332"/>
                </a:lnTo>
                <a:lnTo>
                  <a:pt x="102" y="331"/>
                </a:lnTo>
                <a:lnTo>
                  <a:pt x="101" y="331"/>
                </a:lnTo>
                <a:lnTo>
                  <a:pt x="101" y="330"/>
                </a:lnTo>
                <a:lnTo>
                  <a:pt x="100" y="330"/>
                </a:lnTo>
                <a:lnTo>
                  <a:pt x="100" y="329"/>
                </a:lnTo>
                <a:lnTo>
                  <a:pt x="100" y="328"/>
                </a:lnTo>
                <a:lnTo>
                  <a:pt x="99" y="328"/>
                </a:lnTo>
                <a:lnTo>
                  <a:pt x="99" y="327"/>
                </a:lnTo>
                <a:lnTo>
                  <a:pt x="99" y="326"/>
                </a:lnTo>
                <a:lnTo>
                  <a:pt x="98" y="325"/>
                </a:lnTo>
                <a:lnTo>
                  <a:pt x="98" y="324"/>
                </a:lnTo>
                <a:lnTo>
                  <a:pt x="98" y="323"/>
                </a:lnTo>
                <a:lnTo>
                  <a:pt x="98" y="322"/>
                </a:lnTo>
                <a:lnTo>
                  <a:pt x="99" y="322"/>
                </a:lnTo>
                <a:lnTo>
                  <a:pt x="100" y="322"/>
                </a:lnTo>
                <a:lnTo>
                  <a:pt x="100" y="321"/>
                </a:lnTo>
                <a:lnTo>
                  <a:pt x="101" y="321"/>
                </a:lnTo>
                <a:lnTo>
                  <a:pt x="101" y="320"/>
                </a:lnTo>
                <a:lnTo>
                  <a:pt x="101" y="319"/>
                </a:lnTo>
                <a:lnTo>
                  <a:pt x="102" y="318"/>
                </a:lnTo>
                <a:lnTo>
                  <a:pt x="103" y="317"/>
                </a:lnTo>
                <a:lnTo>
                  <a:pt x="103" y="316"/>
                </a:lnTo>
                <a:lnTo>
                  <a:pt x="103" y="315"/>
                </a:lnTo>
                <a:lnTo>
                  <a:pt x="104" y="315"/>
                </a:lnTo>
                <a:lnTo>
                  <a:pt x="105" y="315"/>
                </a:lnTo>
                <a:lnTo>
                  <a:pt x="105" y="314"/>
                </a:lnTo>
                <a:lnTo>
                  <a:pt x="106" y="314"/>
                </a:lnTo>
                <a:lnTo>
                  <a:pt x="107" y="313"/>
                </a:lnTo>
                <a:lnTo>
                  <a:pt x="108" y="313"/>
                </a:lnTo>
                <a:lnTo>
                  <a:pt x="108" y="312"/>
                </a:lnTo>
                <a:lnTo>
                  <a:pt x="109" y="312"/>
                </a:lnTo>
                <a:lnTo>
                  <a:pt x="110" y="312"/>
                </a:lnTo>
                <a:lnTo>
                  <a:pt x="111" y="312"/>
                </a:lnTo>
                <a:lnTo>
                  <a:pt x="111" y="313"/>
                </a:lnTo>
                <a:lnTo>
                  <a:pt x="110" y="313"/>
                </a:lnTo>
                <a:lnTo>
                  <a:pt x="110" y="314"/>
                </a:lnTo>
                <a:lnTo>
                  <a:pt x="111" y="314"/>
                </a:lnTo>
                <a:lnTo>
                  <a:pt x="113" y="314"/>
                </a:lnTo>
                <a:lnTo>
                  <a:pt x="113" y="313"/>
                </a:lnTo>
                <a:lnTo>
                  <a:pt x="112" y="312"/>
                </a:lnTo>
                <a:lnTo>
                  <a:pt x="111" y="311"/>
                </a:lnTo>
                <a:lnTo>
                  <a:pt x="111" y="312"/>
                </a:lnTo>
                <a:lnTo>
                  <a:pt x="110" y="311"/>
                </a:lnTo>
                <a:lnTo>
                  <a:pt x="111" y="311"/>
                </a:lnTo>
                <a:lnTo>
                  <a:pt x="112" y="311"/>
                </a:lnTo>
                <a:lnTo>
                  <a:pt x="112" y="310"/>
                </a:lnTo>
                <a:lnTo>
                  <a:pt x="113" y="310"/>
                </a:lnTo>
                <a:lnTo>
                  <a:pt x="112" y="310"/>
                </a:lnTo>
                <a:lnTo>
                  <a:pt x="112" y="309"/>
                </a:lnTo>
                <a:lnTo>
                  <a:pt x="111" y="309"/>
                </a:lnTo>
                <a:lnTo>
                  <a:pt x="111" y="308"/>
                </a:lnTo>
                <a:lnTo>
                  <a:pt x="110" y="308"/>
                </a:lnTo>
                <a:lnTo>
                  <a:pt x="110" y="307"/>
                </a:lnTo>
                <a:lnTo>
                  <a:pt x="109" y="307"/>
                </a:lnTo>
                <a:lnTo>
                  <a:pt x="108" y="307"/>
                </a:lnTo>
                <a:lnTo>
                  <a:pt x="108" y="306"/>
                </a:lnTo>
                <a:lnTo>
                  <a:pt x="107" y="306"/>
                </a:lnTo>
                <a:lnTo>
                  <a:pt x="107" y="307"/>
                </a:lnTo>
                <a:lnTo>
                  <a:pt x="107" y="306"/>
                </a:lnTo>
                <a:lnTo>
                  <a:pt x="108" y="306"/>
                </a:lnTo>
                <a:lnTo>
                  <a:pt x="109" y="306"/>
                </a:lnTo>
                <a:lnTo>
                  <a:pt x="110" y="306"/>
                </a:lnTo>
                <a:lnTo>
                  <a:pt x="110" y="305"/>
                </a:lnTo>
                <a:lnTo>
                  <a:pt x="111" y="305"/>
                </a:lnTo>
                <a:lnTo>
                  <a:pt x="111" y="306"/>
                </a:lnTo>
                <a:lnTo>
                  <a:pt x="112" y="306"/>
                </a:lnTo>
                <a:lnTo>
                  <a:pt x="112" y="307"/>
                </a:lnTo>
                <a:lnTo>
                  <a:pt x="113" y="306"/>
                </a:lnTo>
                <a:lnTo>
                  <a:pt x="114" y="306"/>
                </a:lnTo>
                <a:lnTo>
                  <a:pt x="114" y="305"/>
                </a:lnTo>
                <a:lnTo>
                  <a:pt x="115" y="305"/>
                </a:lnTo>
                <a:lnTo>
                  <a:pt x="115" y="304"/>
                </a:lnTo>
                <a:lnTo>
                  <a:pt x="116" y="304"/>
                </a:lnTo>
                <a:lnTo>
                  <a:pt x="116" y="303"/>
                </a:lnTo>
                <a:lnTo>
                  <a:pt x="117" y="303"/>
                </a:lnTo>
                <a:lnTo>
                  <a:pt x="118" y="303"/>
                </a:lnTo>
                <a:lnTo>
                  <a:pt x="118" y="302"/>
                </a:lnTo>
                <a:lnTo>
                  <a:pt x="118" y="301"/>
                </a:lnTo>
                <a:lnTo>
                  <a:pt x="118" y="300"/>
                </a:lnTo>
                <a:lnTo>
                  <a:pt x="119" y="300"/>
                </a:lnTo>
                <a:lnTo>
                  <a:pt x="120" y="300"/>
                </a:lnTo>
                <a:lnTo>
                  <a:pt x="121" y="300"/>
                </a:lnTo>
                <a:lnTo>
                  <a:pt x="121" y="299"/>
                </a:lnTo>
                <a:lnTo>
                  <a:pt x="122" y="299"/>
                </a:lnTo>
                <a:lnTo>
                  <a:pt x="123" y="300"/>
                </a:lnTo>
                <a:lnTo>
                  <a:pt x="123" y="299"/>
                </a:lnTo>
                <a:lnTo>
                  <a:pt x="124" y="298"/>
                </a:lnTo>
                <a:lnTo>
                  <a:pt x="123" y="298"/>
                </a:lnTo>
                <a:lnTo>
                  <a:pt x="124" y="297"/>
                </a:lnTo>
                <a:lnTo>
                  <a:pt x="123" y="297"/>
                </a:lnTo>
                <a:lnTo>
                  <a:pt x="123" y="296"/>
                </a:lnTo>
                <a:lnTo>
                  <a:pt x="124" y="296"/>
                </a:lnTo>
                <a:lnTo>
                  <a:pt x="124" y="295"/>
                </a:lnTo>
                <a:lnTo>
                  <a:pt x="124" y="294"/>
                </a:lnTo>
                <a:lnTo>
                  <a:pt x="125" y="294"/>
                </a:lnTo>
                <a:lnTo>
                  <a:pt x="125" y="293"/>
                </a:lnTo>
                <a:lnTo>
                  <a:pt x="126" y="293"/>
                </a:lnTo>
                <a:lnTo>
                  <a:pt x="127" y="293"/>
                </a:lnTo>
                <a:lnTo>
                  <a:pt x="128" y="293"/>
                </a:lnTo>
                <a:lnTo>
                  <a:pt x="129" y="293"/>
                </a:lnTo>
                <a:lnTo>
                  <a:pt x="130" y="293"/>
                </a:lnTo>
                <a:lnTo>
                  <a:pt x="131" y="294"/>
                </a:lnTo>
                <a:lnTo>
                  <a:pt x="131" y="295"/>
                </a:lnTo>
                <a:lnTo>
                  <a:pt x="131" y="296"/>
                </a:lnTo>
                <a:lnTo>
                  <a:pt x="132" y="296"/>
                </a:lnTo>
                <a:lnTo>
                  <a:pt x="133" y="296"/>
                </a:lnTo>
                <a:lnTo>
                  <a:pt x="133" y="295"/>
                </a:lnTo>
                <a:lnTo>
                  <a:pt x="134" y="296"/>
                </a:lnTo>
                <a:lnTo>
                  <a:pt x="135" y="296"/>
                </a:lnTo>
                <a:lnTo>
                  <a:pt x="135" y="297"/>
                </a:lnTo>
                <a:lnTo>
                  <a:pt x="136" y="297"/>
                </a:lnTo>
                <a:lnTo>
                  <a:pt x="137" y="297"/>
                </a:lnTo>
                <a:lnTo>
                  <a:pt x="137" y="296"/>
                </a:lnTo>
                <a:lnTo>
                  <a:pt x="137" y="297"/>
                </a:lnTo>
                <a:lnTo>
                  <a:pt x="138" y="297"/>
                </a:lnTo>
                <a:lnTo>
                  <a:pt x="139" y="297"/>
                </a:lnTo>
                <a:lnTo>
                  <a:pt x="140" y="297"/>
                </a:lnTo>
                <a:lnTo>
                  <a:pt x="140" y="298"/>
                </a:lnTo>
                <a:lnTo>
                  <a:pt x="140" y="299"/>
                </a:lnTo>
                <a:lnTo>
                  <a:pt x="140" y="300"/>
                </a:lnTo>
                <a:lnTo>
                  <a:pt x="139" y="300"/>
                </a:lnTo>
                <a:lnTo>
                  <a:pt x="139" y="301"/>
                </a:lnTo>
                <a:lnTo>
                  <a:pt x="140" y="301"/>
                </a:lnTo>
                <a:lnTo>
                  <a:pt x="140" y="302"/>
                </a:lnTo>
                <a:lnTo>
                  <a:pt x="141" y="301"/>
                </a:lnTo>
                <a:lnTo>
                  <a:pt x="141" y="300"/>
                </a:lnTo>
                <a:lnTo>
                  <a:pt x="142" y="300"/>
                </a:lnTo>
                <a:lnTo>
                  <a:pt x="142" y="299"/>
                </a:lnTo>
                <a:lnTo>
                  <a:pt x="143" y="299"/>
                </a:lnTo>
                <a:lnTo>
                  <a:pt x="143" y="298"/>
                </a:lnTo>
                <a:lnTo>
                  <a:pt x="143" y="297"/>
                </a:lnTo>
                <a:lnTo>
                  <a:pt x="144" y="297"/>
                </a:lnTo>
                <a:lnTo>
                  <a:pt x="144" y="298"/>
                </a:lnTo>
                <a:lnTo>
                  <a:pt x="145" y="298"/>
                </a:lnTo>
                <a:lnTo>
                  <a:pt x="145" y="297"/>
                </a:lnTo>
                <a:lnTo>
                  <a:pt x="146" y="297"/>
                </a:lnTo>
                <a:lnTo>
                  <a:pt x="147" y="297"/>
                </a:lnTo>
                <a:lnTo>
                  <a:pt x="147" y="296"/>
                </a:lnTo>
                <a:lnTo>
                  <a:pt x="146" y="296"/>
                </a:lnTo>
                <a:lnTo>
                  <a:pt x="147" y="296"/>
                </a:lnTo>
                <a:lnTo>
                  <a:pt x="147" y="295"/>
                </a:lnTo>
                <a:lnTo>
                  <a:pt x="147" y="294"/>
                </a:lnTo>
                <a:lnTo>
                  <a:pt x="148" y="294"/>
                </a:lnTo>
                <a:lnTo>
                  <a:pt x="147" y="294"/>
                </a:lnTo>
                <a:lnTo>
                  <a:pt x="148" y="293"/>
                </a:lnTo>
                <a:lnTo>
                  <a:pt x="150" y="293"/>
                </a:lnTo>
                <a:lnTo>
                  <a:pt x="150" y="292"/>
                </a:lnTo>
                <a:lnTo>
                  <a:pt x="151" y="292"/>
                </a:lnTo>
                <a:lnTo>
                  <a:pt x="151" y="291"/>
                </a:lnTo>
                <a:lnTo>
                  <a:pt x="152" y="290"/>
                </a:lnTo>
                <a:lnTo>
                  <a:pt x="151" y="290"/>
                </a:lnTo>
                <a:lnTo>
                  <a:pt x="152" y="290"/>
                </a:lnTo>
                <a:lnTo>
                  <a:pt x="152" y="289"/>
                </a:lnTo>
                <a:lnTo>
                  <a:pt x="153" y="289"/>
                </a:lnTo>
                <a:lnTo>
                  <a:pt x="153" y="288"/>
                </a:lnTo>
                <a:lnTo>
                  <a:pt x="152" y="288"/>
                </a:lnTo>
                <a:lnTo>
                  <a:pt x="151" y="288"/>
                </a:lnTo>
                <a:lnTo>
                  <a:pt x="151" y="287"/>
                </a:lnTo>
                <a:lnTo>
                  <a:pt x="151" y="286"/>
                </a:lnTo>
                <a:lnTo>
                  <a:pt x="151" y="285"/>
                </a:lnTo>
                <a:lnTo>
                  <a:pt x="152" y="285"/>
                </a:lnTo>
                <a:lnTo>
                  <a:pt x="152" y="284"/>
                </a:lnTo>
                <a:lnTo>
                  <a:pt x="153" y="283"/>
                </a:lnTo>
                <a:lnTo>
                  <a:pt x="153" y="282"/>
                </a:lnTo>
                <a:lnTo>
                  <a:pt x="153" y="281"/>
                </a:lnTo>
                <a:lnTo>
                  <a:pt x="154" y="280"/>
                </a:lnTo>
                <a:lnTo>
                  <a:pt x="154" y="279"/>
                </a:lnTo>
                <a:lnTo>
                  <a:pt x="154" y="278"/>
                </a:lnTo>
                <a:lnTo>
                  <a:pt x="154" y="277"/>
                </a:lnTo>
                <a:lnTo>
                  <a:pt x="154" y="276"/>
                </a:lnTo>
                <a:lnTo>
                  <a:pt x="154" y="275"/>
                </a:lnTo>
                <a:lnTo>
                  <a:pt x="155" y="274"/>
                </a:lnTo>
                <a:lnTo>
                  <a:pt x="155" y="273"/>
                </a:lnTo>
                <a:lnTo>
                  <a:pt x="154" y="273"/>
                </a:lnTo>
                <a:lnTo>
                  <a:pt x="153" y="272"/>
                </a:lnTo>
                <a:lnTo>
                  <a:pt x="153" y="271"/>
                </a:lnTo>
                <a:lnTo>
                  <a:pt x="153" y="270"/>
                </a:lnTo>
                <a:lnTo>
                  <a:pt x="153" y="269"/>
                </a:lnTo>
                <a:lnTo>
                  <a:pt x="153" y="268"/>
                </a:lnTo>
                <a:lnTo>
                  <a:pt x="153" y="266"/>
                </a:lnTo>
                <a:lnTo>
                  <a:pt x="152" y="266"/>
                </a:lnTo>
                <a:lnTo>
                  <a:pt x="152" y="265"/>
                </a:lnTo>
                <a:lnTo>
                  <a:pt x="153" y="265"/>
                </a:lnTo>
                <a:lnTo>
                  <a:pt x="153" y="264"/>
                </a:lnTo>
                <a:lnTo>
                  <a:pt x="153" y="265"/>
                </a:lnTo>
                <a:lnTo>
                  <a:pt x="154" y="264"/>
                </a:lnTo>
                <a:lnTo>
                  <a:pt x="155" y="264"/>
                </a:lnTo>
                <a:lnTo>
                  <a:pt x="156" y="264"/>
                </a:lnTo>
                <a:lnTo>
                  <a:pt x="157" y="264"/>
                </a:lnTo>
                <a:lnTo>
                  <a:pt x="157" y="263"/>
                </a:lnTo>
                <a:lnTo>
                  <a:pt x="158" y="262"/>
                </a:lnTo>
                <a:lnTo>
                  <a:pt x="157" y="261"/>
                </a:lnTo>
                <a:lnTo>
                  <a:pt x="156" y="261"/>
                </a:lnTo>
                <a:lnTo>
                  <a:pt x="156" y="260"/>
                </a:lnTo>
                <a:lnTo>
                  <a:pt x="156" y="259"/>
                </a:lnTo>
                <a:lnTo>
                  <a:pt x="157" y="259"/>
                </a:lnTo>
                <a:lnTo>
                  <a:pt x="158" y="259"/>
                </a:lnTo>
                <a:lnTo>
                  <a:pt x="158" y="258"/>
                </a:lnTo>
                <a:lnTo>
                  <a:pt x="158" y="257"/>
                </a:lnTo>
                <a:lnTo>
                  <a:pt x="157" y="257"/>
                </a:lnTo>
                <a:lnTo>
                  <a:pt x="156" y="257"/>
                </a:lnTo>
                <a:lnTo>
                  <a:pt x="155" y="257"/>
                </a:lnTo>
                <a:lnTo>
                  <a:pt x="154" y="257"/>
                </a:lnTo>
                <a:lnTo>
                  <a:pt x="155" y="257"/>
                </a:lnTo>
                <a:lnTo>
                  <a:pt x="155" y="256"/>
                </a:lnTo>
                <a:lnTo>
                  <a:pt x="154" y="256"/>
                </a:lnTo>
                <a:lnTo>
                  <a:pt x="154" y="255"/>
                </a:lnTo>
                <a:lnTo>
                  <a:pt x="154" y="254"/>
                </a:lnTo>
                <a:lnTo>
                  <a:pt x="153" y="254"/>
                </a:lnTo>
                <a:lnTo>
                  <a:pt x="153" y="253"/>
                </a:lnTo>
                <a:lnTo>
                  <a:pt x="153" y="250"/>
                </a:lnTo>
                <a:lnTo>
                  <a:pt x="153" y="249"/>
                </a:lnTo>
                <a:lnTo>
                  <a:pt x="152" y="249"/>
                </a:lnTo>
                <a:lnTo>
                  <a:pt x="152" y="248"/>
                </a:lnTo>
                <a:lnTo>
                  <a:pt x="151" y="248"/>
                </a:lnTo>
                <a:lnTo>
                  <a:pt x="150" y="247"/>
                </a:lnTo>
                <a:lnTo>
                  <a:pt x="150" y="246"/>
                </a:lnTo>
                <a:lnTo>
                  <a:pt x="149" y="246"/>
                </a:lnTo>
                <a:lnTo>
                  <a:pt x="149" y="245"/>
                </a:lnTo>
                <a:lnTo>
                  <a:pt x="148" y="245"/>
                </a:lnTo>
                <a:lnTo>
                  <a:pt x="147" y="245"/>
                </a:lnTo>
                <a:lnTo>
                  <a:pt x="148" y="244"/>
                </a:lnTo>
                <a:lnTo>
                  <a:pt x="149" y="242"/>
                </a:lnTo>
                <a:lnTo>
                  <a:pt x="149" y="241"/>
                </a:lnTo>
                <a:lnTo>
                  <a:pt x="148" y="241"/>
                </a:lnTo>
                <a:lnTo>
                  <a:pt x="148" y="240"/>
                </a:lnTo>
                <a:lnTo>
                  <a:pt x="147" y="240"/>
                </a:lnTo>
                <a:lnTo>
                  <a:pt x="147" y="241"/>
                </a:lnTo>
                <a:lnTo>
                  <a:pt x="146" y="241"/>
                </a:lnTo>
                <a:lnTo>
                  <a:pt x="147" y="240"/>
                </a:lnTo>
                <a:lnTo>
                  <a:pt x="146" y="240"/>
                </a:lnTo>
                <a:lnTo>
                  <a:pt x="145" y="240"/>
                </a:lnTo>
                <a:lnTo>
                  <a:pt x="145" y="239"/>
                </a:lnTo>
                <a:lnTo>
                  <a:pt x="145" y="238"/>
                </a:lnTo>
                <a:lnTo>
                  <a:pt x="145" y="237"/>
                </a:lnTo>
                <a:lnTo>
                  <a:pt x="145" y="235"/>
                </a:lnTo>
                <a:lnTo>
                  <a:pt x="144" y="235"/>
                </a:lnTo>
                <a:lnTo>
                  <a:pt x="144" y="234"/>
                </a:lnTo>
                <a:lnTo>
                  <a:pt x="143" y="234"/>
                </a:lnTo>
                <a:lnTo>
                  <a:pt x="142" y="233"/>
                </a:lnTo>
                <a:lnTo>
                  <a:pt x="141" y="234"/>
                </a:lnTo>
                <a:lnTo>
                  <a:pt x="141" y="233"/>
                </a:lnTo>
                <a:lnTo>
                  <a:pt x="140" y="232"/>
                </a:lnTo>
                <a:lnTo>
                  <a:pt x="139" y="232"/>
                </a:lnTo>
                <a:lnTo>
                  <a:pt x="138" y="232"/>
                </a:lnTo>
                <a:lnTo>
                  <a:pt x="136" y="232"/>
                </a:lnTo>
                <a:lnTo>
                  <a:pt x="135" y="232"/>
                </a:lnTo>
                <a:lnTo>
                  <a:pt x="134" y="232"/>
                </a:lnTo>
                <a:lnTo>
                  <a:pt x="133" y="231"/>
                </a:lnTo>
                <a:lnTo>
                  <a:pt x="131" y="233"/>
                </a:lnTo>
                <a:lnTo>
                  <a:pt x="131" y="234"/>
                </a:lnTo>
                <a:lnTo>
                  <a:pt x="130" y="235"/>
                </a:lnTo>
                <a:lnTo>
                  <a:pt x="131" y="235"/>
                </a:lnTo>
                <a:lnTo>
                  <a:pt x="131" y="236"/>
                </a:lnTo>
                <a:lnTo>
                  <a:pt x="132" y="237"/>
                </a:lnTo>
                <a:lnTo>
                  <a:pt x="131" y="237"/>
                </a:lnTo>
                <a:lnTo>
                  <a:pt x="131" y="238"/>
                </a:lnTo>
                <a:lnTo>
                  <a:pt x="131" y="239"/>
                </a:lnTo>
                <a:lnTo>
                  <a:pt x="131" y="240"/>
                </a:lnTo>
                <a:lnTo>
                  <a:pt x="130" y="240"/>
                </a:lnTo>
                <a:lnTo>
                  <a:pt x="130" y="239"/>
                </a:lnTo>
                <a:lnTo>
                  <a:pt x="129" y="239"/>
                </a:lnTo>
                <a:lnTo>
                  <a:pt x="128" y="238"/>
                </a:lnTo>
                <a:lnTo>
                  <a:pt x="127" y="238"/>
                </a:lnTo>
                <a:lnTo>
                  <a:pt x="126" y="238"/>
                </a:lnTo>
                <a:lnTo>
                  <a:pt x="126" y="239"/>
                </a:lnTo>
                <a:lnTo>
                  <a:pt x="126" y="240"/>
                </a:lnTo>
                <a:lnTo>
                  <a:pt x="126" y="241"/>
                </a:lnTo>
                <a:lnTo>
                  <a:pt x="125" y="241"/>
                </a:lnTo>
                <a:lnTo>
                  <a:pt x="124" y="241"/>
                </a:lnTo>
                <a:lnTo>
                  <a:pt x="123" y="241"/>
                </a:lnTo>
                <a:lnTo>
                  <a:pt x="122" y="241"/>
                </a:lnTo>
                <a:lnTo>
                  <a:pt x="122" y="242"/>
                </a:lnTo>
                <a:lnTo>
                  <a:pt x="122" y="241"/>
                </a:lnTo>
                <a:lnTo>
                  <a:pt x="121" y="241"/>
                </a:lnTo>
                <a:lnTo>
                  <a:pt x="121" y="240"/>
                </a:lnTo>
                <a:lnTo>
                  <a:pt x="122" y="239"/>
                </a:lnTo>
                <a:lnTo>
                  <a:pt x="122" y="238"/>
                </a:lnTo>
                <a:lnTo>
                  <a:pt x="121" y="237"/>
                </a:lnTo>
                <a:lnTo>
                  <a:pt x="120" y="237"/>
                </a:lnTo>
                <a:lnTo>
                  <a:pt x="119" y="237"/>
                </a:lnTo>
                <a:lnTo>
                  <a:pt x="118" y="237"/>
                </a:lnTo>
                <a:lnTo>
                  <a:pt x="117" y="237"/>
                </a:lnTo>
                <a:lnTo>
                  <a:pt x="117" y="238"/>
                </a:lnTo>
                <a:lnTo>
                  <a:pt x="116" y="238"/>
                </a:lnTo>
                <a:lnTo>
                  <a:pt x="115" y="238"/>
                </a:lnTo>
                <a:lnTo>
                  <a:pt x="114" y="238"/>
                </a:lnTo>
                <a:lnTo>
                  <a:pt x="114" y="237"/>
                </a:lnTo>
                <a:lnTo>
                  <a:pt x="113" y="237"/>
                </a:lnTo>
                <a:lnTo>
                  <a:pt x="113" y="238"/>
                </a:lnTo>
                <a:lnTo>
                  <a:pt x="112" y="239"/>
                </a:lnTo>
                <a:lnTo>
                  <a:pt x="111" y="239"/>
                </a:lnTo>
                <a:lnTo>
                  <a:pt x="111" y="240"/>
                </a:lnTo>
                <a:lnTo>
                  <a:pt x="110" y="240"/>
                </a:lnTo>
                <a:lnTo>
                  <a:pt x="109" y="240"/>
                </a:lnTo>
                <a:lnTo>
                  <a:pt x="109" y="241"/>
                </a:lnTo>
                <a:lnTo>
                  <a:pt x="108" y="241"/>
                </a:lnTo>
                <a:lnTo>
                  <a:pt x="108" y="240"/>
                </a:lnTo>
                <a:lnTo>
                  <a:pt x="107" y="239"/>
                </a:lnTo>
                <a:lnTo>
                  <a:pt x="107" y="238"/>
                </a:lnTo>
                <a:lnTo>
                  <a:pt x="108" y="237"/>
                </a:lnTo>
                <a:lnTo>
                  <a:pt x="107" y="237"/>
                </a:lnTo>
                <a:lnTo>
                  <a:pt x="108" y="236"/>
                </a:lnTo>
                <a:lnTo>
                  <a:pt x="107" y="236"/>
                </a:lnTo>
                <a:lnTo>
                  <a:pt x="108" y="236"/>
                </a:lnTo>
                <a:lnTo>
                  <a:pt x="108" y="235"/>
                </a:lnTo>
                <a:lnTo>
                  <a:pt x="107" y="235"/>
                </a:lnTo>
                <a:lnTo>
                  <a:pt x="107" y="234"/>
                </a:lnTo>
                <a:lnTo>
                  <a:pt x="107" y="233"/>
                </a:lnTo>
                <a:lnTo>
                  <a:pt x="106" y="233"/>
                </a:lnTo>
                <a:lnTo>
                  <a:pt x="107" y="233"/>
                </a:lnTo>
                <a:lnTo>
                  <a:pt x="107" y="232"/>
                </a:lnTo>
                <a:lnTo>
                  <a:pt x="106" y="232"/>
                </a:lnTo>
                <a:lnTo>
                  <a:pt x="106" y="231"/>
                </a:lnTo>
                <a:lnTo>
                  <a:pt x="106" y="230"/>
                </a:lnTo>
                <a:lnTo>
                  <a:pt x="105" y="230"/>
                </a:lnTo>
                <a:lnTo>
                  <a:pt x="104" y="230"/>
                </a:lnTo>
                <a:lnTo>
                  <a:pt x="103" y="230"/>
                </a:lnTo>
                <a:lnTo>
                  <a:pt x="103" y="231"/>
                </a:lnTo>
                <a:lnTo>
                  <a:pt x="102" y="231"/>
                </a:lnTo>
                <a:lnTo>
                  <a:pt x="102" y="230"/>
                </a:lnTo>
                <a:lnTo>
                  <a:pt x="101" y="230"/>
                </a:lnTo>
                <a:lnTo>
                  <a:pt x="100" y="231"/>
                </a:lnTo>
                <a:lnTo>
                  <a:pt x="99" y="231"/>
                </a:lnTo>
                <a:lnTo>
                  <a:pt x="98" y="231"/>
                </a:lnTo>
                <a:lnTo>
                  <a:pt x="97" y="231"/>
                </a:lnTo>
                <a:lnTo>
                  <a:pt x="98" y="232"/>
                </a:lnTo>
                <a:lnTo>
                  <a:pt x="97" y="233"/>
                </a:lnTo>
                <a:lnTo>
                  <a:pt x="97" y="234"/>
                </a:lnTo>
                <a:lnTo>
                  <a:pt x="97" y="236"/>
                </a:lnTo>
                <a:lnTo>
                  <a:pt x="96" y="237"/>
                </a:lnTo>
                <a:lnTo>
                  <a:pt x="96" y="238"/>
                </a:lnTo>
                <a:lnTo>
                  <a:pt x="96" y="239"/>
                </a:lnTo>
                <a:lnTo>
                  <a:pt x="95" y="239"/>
                </a:lnTo>
                <a:lnTo>
                  <a:pt x="95" y="240"/>
                </a:lnTo>
                <a:lnTo>
                  <a:pt x="96" y="240"/>
                </a:lnTo>
                <a:lnTo>
                  <a:pt x="96" y="241"/>
                </a:lnTo>
                <a:lnTo>
                  <a:pt x="95" y="241"/>
                </a:lnTo>
                <a:lnTo>
                  <a:pt x="95" y="242"/>
                </a:lnTo>
                <a:lnTo>
                  <a:pt x="94" y="242"/>
                </a:lnTo>
                <a:lnTo>
                  <a:pt x="93" y="242"/>
                </a:lnTo>
                <a:lnTo>
                  <a:pt x="92" y="242"/>
                </a:lnTo>
                <a:lnTo>
                  <a:pt x="92" y="241"/>
                </a:lnTo>
                <a:lnTo>
                  <a:pt x="91" y="241"/>
                </a:lnTo>
                <a:lnTo>
                  <a:pt x="90" y="241"/>
                </a:lnTo>
                <a:lnTo>
                  <a:pt x="90" y="240"/>
                </a:lnTo>
                <a:lnTo>
                  <a:pt x="89" y="240"/>
                </a:lnTo>
                <a:lnTo>
                  <a:pt x="89" y="241"/>
                </a:lnTo>
                <a:lnTo>
                  <a:pt x="88" y="241"/>
                </a:lnTo>
                <a:lnTo>
                  <a:pt x="87" y="241"/>
                </a:lnTo>
                <a:lnTo>
                  <a:pt x="87" y="240"/>
                </a:lnTo>
                <a:lnTo>
                  <a:pt x="86" y="239"/>
                </a:lnTo>
                <a:lnTo>
                  <a:pt x="86" y="238"/>
                </a:lnTo>
                <a:lnTo>
                  <a:pt x="86" y="237"/>
                </a:lnTo>
                <a:lnTo>
                  <a:pt x="85" y="237"/>
                </a:lnTo>
                <a:lnTo>
                  <a:pt x="84" y="237"/>
                </a:lnTo>
                <a:lnTo>
                  <a:pt x="84" y="236"/>
                </a:lnTo>
                <a:lnTo>
                  <a:pt x="83" y="236"/>
                </a:lnTo>
                <a:lnTo>
                  <a:pt x="82" y="235"/>
                </a:lnTo>
                <a:lnTo>
                  <a:pt x="81" y="235"/>
                </a:lnTo>
                <a:lnTo>
                  <a:pt x="81" y="234"/>
                </a:lnTo>
                <a:lnTo>
                  <a:pt x="80" y="234"/>
                </a:lnTo>
                <a:lnTo>
                  <a:pt x="80" y="233"/>
                </a:lnTo>
                <a:lnTo>
                  <a:pt x="79" y="233"/>
                </a:lnTo>
                <a:lnTo>
                  <a:pt x="80" y="233"/>
                </a:lnTo>
                <a:lnTo>
                  <a:pt x="79" y="233"/>
                </a:lnTo>
                <a:lnTo>
                  <a:pt x="79" y="232"/>
                </a:lnTo>
                <a:lnTo>
                  <a:pt x="78" y="232"/>
                </a:lnTo>
                <a:lnTo>
                  <a:pt x="77" y="233"/>
                </a:lnTo>
                <a:lnTo>
                  <a:pt x="77" y="232"/>
                </a:lnTo>
                <a:lnTo>
                  <a:pt x="76" y="232"/>
                </a:lnTo>
                <a:lnTo>
                  <a:pt x="76" y="233"/>
                </a:lnTo>
                <a:lnTo>
                  <a:pt x="76" y="234"/>
                </a:lnTo>
                <a:lnTo>
                  <a:pt x="75" y="234"/>
                </a:lnTo>
                <a:lnTo>
                  <a:pt x="74" y="234"/>
                </a:lnTo>
                <a:lnTo>
                  <a:pt x="75" y="234"/>
                </a:lnTo>
                <a:lnTo>
                  <a:pt x="75" y="235"/>
                </a:lnTo>
                <a:lnTo>
                  <a:pt x="76" y="236"/>
                </a:lnTo>
                <a:lnTo>
                  <a:pt x="76" y="237"/>
                </a:lnTo>
                <a:lnTo>
                  <a:pt x="75" y="237"/>
                </a:lnTo>
                <a:lnTo>
                  <a:pt x="74" y="237"/>
                </a:lnTo>
                <a:lnTo>
                  <a:pt x="73" y="238"/>
                </a:lnTo>
                <a:lnTo>
                  <a:pt x="73" y="237"/>
                </a:lnTo>
                <a:lnTo>
                  <a:pt x="72" y="237"/>
                </a:lnTo>
                <a:lnTo>
                  <a:pt x="72" y="236"/>
                </a:lnTo>
                <a:lnTo>
                  <a:pt x="71" y="236"/>
                </a:lnTo>
                <a:lnTo>
                  <a:pt x="71" y="235"/>
                </a:lnTo>
                <a:lnTo>
                  <a:pt x="70" y="235"/>
                </a:lnTo>
                <a:lnTo>
                  <a:pt x="69" y="234"/>
                </a:lnTo>
                <a:lnTo>
                  <a:pt x="68" y="233"/>
                </a:lnTo>
                <a:lnTo>
                  <a:pt x="68" y="232"/>
                </a:lnTo>
                <a:lnTo>
                  <a:pt x="67" y="231"/>
                </a:lnTo>
                <a:lnTo>
                  <a:pt x="66" y="230"/>
                </a:lnTo>
                <a:lnTo>
                  <a:pt x="66" y="229"/>
                </a:lnTo>
                <a:lnTo>
                  <a:pt x="67" y="229"/>
                </a:lnTo>
                <a:lnTo>
                  <a:pt x="66" y="229"/>
                </a:lnTo>
                <a:lnTo>
                  <a:pt x="66" y="228"/>
                </a:lnTo>
                <a:lnTo>
                  <a:pt x="66" y="227"/>
                </a:lnTo>
                <a:lnTo>
                  <a:pt x="67" y="227"/>
                </a:lnTo>
                <a:lnTo>
                  <a:pt x="68" y="227"/>
                </a:lnTo>
                <a:lnTo>
                  <a:pt x="69" y="227"/>
                </a:lnTo>
                <a:lnTo>
                  <a:pt x="69" y="228"/>
                </a:lnTo>
                <a:lnTo>
                  <a:pt x="69" y="227"/>
                </a:lnTo>
                <a:lnTo>
                  <a:pt x="70" y="227"/>
                </a:lnTo>
                <a:lnTo>
                  <a:pt x="71" y="227"/>
                </a:lnTo>
                <a:lnTo>
                  <a:pt x="71" y="226"/>
                </a:lnTo>
                <a:lnTo>
                  <a:pt x="71" y="224"/>
                </a:lnTo>
                <a:lnTo>
                  <a:pt x="72" y="224"/>
                </a:lnTo>
                <a:lnTo>
                  <a:pt x="72" y="223"/>
                </a:lnTo>
                <a:lnTo>
                  <a:pt x="72" y="222"/>
                </a:lnTo>
                <a:lnTo>
                  <a:pt x="71" y="222"/>
                </a:lnTo>
                <a:lnTo>
                  <a:pt x="71" y="223"/>
                </a:lnTo>
                <a:lnTo>
                  <a:pt x="71" y="222"/>
                </a:lnTo>
                <a:lnTo>
                  <a:pt x="71" y="221"/>
                </a:lnTo>
                <a:lnTo>
                  <a:pt x="70" y="221"/>
                </a:lnTo>
                <a:lnTo>
                  <a:pt x="70" y="222"/>
                </a:lnTo>
                <a:lnTo>
                  <a:pt x="69" y="222"/>
                </a:lnTo>
                <a:lnTo>
                  <a:pt x="69" y="221"/>
                </a:lnTo>
                <a:lnTo>
                  <a:pt x="68" y="220"/>
                </a:lnTo>
                <a:lnTo>
                  <a:pt x="68" y="219"/>
                </a:lnTo>
                <a:lnTo>
                  <a:pt x="68" y="218"/>
                </a:lnTo>
                <a:lnTo>
                  <a:pt x="67" y="218"/>
                </a:lnTo>
                <a:lnTo>
                  <a:pt x="66" y="218"/>
                </a:lnTo>
                <a:lnTo>
                  <a:pt x="66" y="217"/>
                </a:lnTo>
                <a:lnTo>
                  <a:pt x="65" y="216"/>
                </a:lnTo>
                <a:lnTo>
                  <a:pt x="65" y="215"/>
                </a:lnTo>
                <a:lnTo>
                  <a:pt x="64" y="215"/>
                </a:lnTo>
                <a:lnTo>
                  <a:pt x="65" y="214"/>
                </a:lnTo>
                <a:lnTo>
                  <a:pt x="66" y="215"/>
                </a:lnTo>
                <a:lnTo>
                  <a:pt x="66" y="214"/>
                </a:lnTo>
                <a:lnTo>
                  <a:pt x="65" y="213"/>
                </a:lnTo>
                <a:lnTo>
                  <a:pt x="66" y="212"/>
                </a:lnTo>
                <a:lnTo>
                  <a:pt x="68" y="211"/>
                </a:lnTo>
                <a:lnTo>
                  <a:pt x="68" y="210"/>
                </a:lnTo>
                <a:lnTo>
                  <a:pt x="67" y="209"/>
                </a:lnTo>
                <a:lnTo>
                  <a:pt x="66" y="209"/>
                </a:lnTo>
                <a:lnTo>
                  <a:pt x="65" y="208"/>
                </a:lnTo>
                <a:lnTo>
                  <a:pt x="64" y="207"/>
                </a:lnTo>
                <a:lnTo>
                  <a:pt x="63" y="207"/>
                </a:lnTo>
                <a:lnTo>
                  <a:pt x="63" y="206"/>
                </a:lnTo>
                <a:lnTo>
                  <a:pt x="62" y="206"/>
                </a:lnTo>
                <a:lnTo>
                  <a:pt x="61" y="206"/>
                </a:lnTo>
                <a:lnTo>
                  <a:pt x="60" y="207"/>
                </a:lnTo>
                <a:lnTo>
                  <a:pt x="60" y="206"/>
                </a:lnTo>
                <a:lnTo>
                  <a:pt x="60" y="205"/>
                </a:lnTo>
                <a:lnTo>
                  <a:pt x="59" y="205"/>
                </a:lnTo>
                <a:lnTo>
                  <a:pt x="59" y="204"/>
                </a:lnTo>
                <a:lnTo>
                  <a:pt x="60" y="204"/>
                </a:lnTo>
                <a:lnTo>
                  <a:pt x="60" y="203"/>
                </a:lnTo>
                <a:lnTo>
                  <a:pt x="59" y="203"/>
                </a:lnTo>
                <a:lnTo>
                  <a:pt x="59" y="202"/>
                </a:lnTo>
                <a:lnTo>
                  <a:pt x="60" y="202"/>
                </a:lnTo>
                <a:lnTo>
                  <a:pt x="59" y="201"/>
                </a:lnTo>
                <a:lnTo>
                  <a:pt x="58" y="201"/>
                </a:lnTo>
                <a:lnTo>
                  <a:pt x="57" y="201"/>
                </a:lnTo>
                <a:lnTo>
                  <a:pt x="57" y="200"/>
                </a:lnTo>
                <a:lnTo>
                  <a:pt x="56" y="200"/>
                </a:lnTo>
                <a:lnTo>
                  <a:pt x="55" y="200"/>
                </a:lnTo>
                <a:lnTo>
                  <a:pt x="55" y="199"/>
                </a:lnTo>
                <a:lnTo>
                  <a:pt x="54" y="199"/>
                </a:lnTo>
                <a:lnTo>
                  <a:pt x="53" y="199"/>
                </a:lnTo>
                <a:lnTo>
                  <a:pt x="52" y="199"/>
                </a:lnTo>
                <a:lnTo>
                  <a:pt x="52" y="200"/>
                </a:lnTo>
                <a:lnTo>
                  <a:pt x="50" y="200"/>
                </a:lnTo>
                <a:lnTo>
                  <a:pt x="49" y="200"/>
                </a:lnTo>
                <a:lnTo>
                  <a:pt x="49" y="201"/>
                </a:lnTo>
                <a:lnTo>
                  <a:pt x="48" y="201"/>
                </a:lnTo>
                <a:lnTo>
                  <a:pt x="48" y="202"/>
                </a:lnTo>
                <a:lnTo>
                  <a:pt x="47" y="202"/>
                </a:lnTo>
                <a:lnTo>
                  <a:pt x="46" y="202"/>
                </a:lnTo>
                <a:lnTo>
                  <a:pt x="45" y="202"/>
                </a:lnTo>
                <a:lnTo>
                  <a:pt x="44" y="202"/>
                </a:lnTo>
                <a:lnTo>
                  <a:pt x="43" y="202"/>
                </a:lnTo>
                <a:lnTo>
                  <a:pt x="43" y="201"/>
                </a:lnTo>
                <a:lnTo>
                  <a:pt x="42" y="200"/>
                </a:lnTo>
                <a:lnTo>
                  <a:pt x="41" y="200"/>
                </a:lnTo>
                <a:lnTo>
                  <a:pt x="40" y="200"/>
                </a:lnTo>
                <a:lnTo>
                  <a:pt x="39" y="200"/>
                </a:lnTo>
                <a:lnTo>
                  <a:pt x="38" y="200"/>
                </a:lnTo>
                <a:lnTo>
                  <a:pt x="38" y="199"/>
                </a:lnTo>
                <a:lnTo>
                  <a:pt x="37" y="199"/>
                </a:lnTo>
                <a:lnTo>
                  <a:pt x="36" y="199"/>
                </a:lnTo>
                <a:lnTo>
                  <a:pt x="36" y="198"/>
                </a:lnTo>
                <a:lnTo>
                  <a:pt x="35" y="198"/>
                </a:lnTo>
                <a:lnTo>
                  <a:pt x="34" y="199"/>
                </a:lnTo>
                <a:lnTo>
                  <a:pt x="33" y="199"/>
                </a:lnTo>
                <a:lnTo>
                  <a:pt x="32" y="199"/>
                </a:lnTo>
                <a:lnTo>
                  <a:pt x="30" y="199"/>
                </a:lnTo>
                <a:lnTo>
                  <a:pt x="30" y="198"/>
                </a:lnTo>
                <a:lnTo>
                  <a:pt x="29" y="197"/>
                </a:lnTo>
                <a:lnTo>
                  <a:pt x="28" y="197"/>
                </a:lnTo>
                <a:lnTo>
                  <a:pt x="28" y="199"/>
                </a:lnTo>
                <a:lnTo>
                  <a:pt x="27" y="199"/>
                </a:lnTo>
                <a:lnTo>
                  <a:pt x="26" y="199"/>
                </a:lnTo>
                <a:lnTo>
                  <a:pt x="26" y="198"/>
                </a:lnTo>
                <a:lnTo>
                  <a:pt x="25" y="198"/>
                </a:lnTo>
                <a:lnTo>
                  <a:pt x="25" y="199"/>
                </a:lnTo>
                <a:lnTo>
                  <a:pt x="24" y="199"/>
                </a:lnTo>
                <a:lnTo>
                  <a:pt x="24" y="200"/>
                </a:lnTo>
                <a:lnTo>
                  <a:pt x="23" y="201"/>
                </a:lnTo>
                <a:lnTo>
                  <a:pt x="24" y="201"/>
                </a:lnTo>
                <a:lnTo>
                  <a:pt x="24" y="202"/>
                </a:lnTo>
                <a:lnTo>
                  <a:pt x="24" y="203"/>
                </a:lnTo>
                <a:lnTo>
                  <a:pt x="24" y="204"/>
                </a:lnTo>
                <a:lnTo>
                  <a:pt x="24" y="205"/>
                </a:lnTo>
                <a:lnTo>
                  <a:pt x="24" y="206"/>
                </a:lnTo>
                <a:lnTo>
                  <a:pt x="25" y="206"/>
                </a:lnTo>
                <a:lnTo>
                  <a:pt x="24" y="206"/>
                </a:lnTo>
                <a:lnTo>
                  <a:pt x="24" y="207"/>
                </a:lnTo>
                <a:lnTo>
                  <a:pt x="24" y="208"/>
                </a:lnTo>
                <a:lnTo>
                  <a:pt x="25" y="208"/>
                </a:lnTo>
                <a:lnTo>
                  <a:pt x="25" y="209"/>
                </a:lnTo>
                <a:lnTo>
                  <a:pt x="25" y="210"/>
                </a:lnTo>
                <a:lnTo>
                  <a:pt x="24" y="210"/>
                </a:lnTo>
                <a:lnTo>
                  <a:pt x="24" y="211"/>
                </a:lnTo>
                <a:lnTo>
                  <a:pt x="23" y="211"/>
                </a:lnTo>
                <a:lnTo>
                  <a:pt x="22" y="211"/>
                </a:lnTo>
                <a:lnTo>
                  <a:pt x="21" y="211"/>
                </a:lnTo>
                <a:lnTo>
                  <a:pt x="21" y="210"/>
                </a:lnTo>
                <a:lnTo>
                  <a:pt x="21" y="209"/>
                </a:lnTo>
                <a:lnTo>
                  <a:pt x="20" y="208"/>
                </a:lnTo>
                <a:lnTo>
                  <a:pt x="19" y="208"/>
                </a:lnTo>
                <a:lnTo>
                  <a:pt x="19" y="207"/>
                </a:lnTo>
                <a:lnTo>
                  <a:pt x="18" y="207"/>
                </a:lnTo>
                <a:lnTo>
                  <a:pt x="18" y="206"/>
                </a:lnTo>
                <a:lnTo>
                  <a:pt x="17" y="206"/>
                </a:lnTo>
                <a:lnTo>
                  <a:pt x="16" y="206"/>
                </a:lnTo>
                <a:lnTo>
                  <a:pt x="15" y="205"/>
                </a:lnTo>
                <a:lnTo>
                  <a:pt x="15" y="206"/>
                </a:lnTo>
                <a:lnTo>
                  <a:pt x="15" y="205"/>
                </a:lnTo>
                <a:lnTo>
                  <a:pt x="15" y="204"/>
                </a:lnTo>
                <a:lnTo>
                  <a:pt x="16" y="204"/>
                </a:lnTo>
                <a:lnTo>
                  <a:pt x="16" y="203"/>
                </a:lnTo>
                <a:lnTo>
                  <a:pt x="17" y="203"/>
                </a:lnTo>
                <a:lnTo>
                  <a:pt x="16" y="203"/>
                </a:lnTo>
                <a:lnTo>
                  <a:pt x="16" y="202"/>
                </a:lnTo>
                <a:lnTo>
                  <a:pt x="16" y="201"/>
                </a:lnTo>
                <a:lnTo>
                  <a:pt x="15" y="201"/>
                </a:lnTo>
                <a:lnTo>
                  <a:pt x="14" y="201"/>
                </a:lnTo>
                <a:lnTo>
                  <a:pt x="13" y="201"/>
                </a:lnTo>
                <a:lnTo>
                  <a:pt x="12" y="201"/>
                </a:lnTo>
                <a:lnTo>
                  <a:pt x="12" y="200"/>
                </a:lnTo>
                <a:lnTo>
                  <a:pt x="11" y="199"/>
                </a:lnTo>
                <a:lnTo>
                  <a:pt x="11" y="198"/>
                </a:lnTo>
                <a:lnTo>
                  <a:pt x="12" y="198"/>
                </a:lnTo>
                <a:lnTo>
                  <a:pt x="11" y="197"/>
                </a:lnTo>
                <a:lnTo>
                  <a:pt x="11" y="196"/>
                </a:lnTo>
                <a:lnTo>
                  <a:pt x="11" y="195"/>
                </a:lnTo>
                <a:lnTo>
                  <a:pt x="10" y="195"/>
                </a:lnTo>
                <a:lnTo>
                  <a:pt x="9" y="194"/>
                </a:lnTo>
                <a:lnTo>
                  <a:pt x="9" y="193"/>
                </a:lnTo>
                <a:lnTo>
                  <a:pt x="9" y="192"/>
                </a:lnTo>
                <a:lnTo>
                  <a:pt x="9" y="191"/>
                </a:lnTo>
                <a:lnTo>
                  <a:pt x="9" y="190"/>
                </a:lnTo>
                <a:lnTo>
                  <a:pt x="8" y="189"/>
                </a:lnTo>
                <a:lnTo>
                  <a:pt x="8" y="190"/>
                </a:lnTo>
                <a:lnTo>
                  <a:pt x="7" y="189"/>
                </a:lnTo>
                <a:lnTo>
                  <a:pt x="6" y="188"/>
                </a:lnTo>
                <a:lnTo>
                  <a:pt x="6" y="187"/>
                </a:lnTo>
                <a:lnTo>
                  <a:pt x="6" y="186"/>
                </a:lnTo>
                <a:lnTo>
                  <a:pt x="6" y="185"/>
                </a:lnTo>
                <a:lnTo>
                  <a:pt x="6" y="184"/>
                </a:lnTo>
                <a:lnTo>
                  <a:pt x="5" y="184"/>
                </a:lnTo>
                <a:lnTo>
                  <a:pt x="5" y="183"/>
                </a:lnTo>
                <a:lnTo>
                  <a:pt x="5" y="181"/>
                </a:lnTo>
                <a:lnTo>
                  <a:pt x="5" y="180"/>
                </a:lnTo>
                <a:lnTo>
                  <a:pt x="4" y="179"/>
                </a:lnTo>
                <a:lnTo>
                  <a:pt x="4" y="178"/>
                </a:lnTo>
                <a:lnTo>
                  <a:pt x="3" y="178"/>
                </a:lnTo>
                <a:lnTo>
                  <a:pt x="3" y="179"/>
                </a:lnTo>
                <a:lnTo>
                  <a:pt x="2" y="179"/>
                </a:lnTo>
                <a:lnTo>
                  <a:pt x="1" y="179"/>
                </a:lnTo>
                <a:lnTo>
                  <a:pt x="1" y="178"/>
                </a:lnTo>
                <a:lnTo>
                  <a:pt x="0" y="179"/>
                </a:lnTo>
                <a:lnTo>
                  <a:pt x="0" y="178"/>
                </a:lnTo>
                <a:lnTo>
                  <a:pt x="1" y="178"/>
                </a:lnTo>
                <a:lnTo>
                  <a:pt x="2" y="178"/>
                </a:lnTo>
                <a:lnTo>
                  <a:pt x="3" y="178"/>
                </a:lnTo>
                <a:lnTo>
                  <a:pt x="3" y="177"/>
                </a:lnTo>
                <a:lnTo>
                  <a:pt x="4" y="177"/>
                </a:lnTo>
                <a:lnTo>
                  <a:pt x="4" y="176"/>
                </a:lnTo>
                <a:lnTo>
                  <a:pt x="5" y="175"/>
                </a:lnTo>
                <a:lnTo>
                  <a:pt x="5" y="174"/>
                </a:lnTo>
                <a:lnTo>
                  <a:pt x="5" y="173"/>
                </a:lnTo>
                <a:lnTo>
                  <a:pt x="6" y="173"/>
                </a:lnTo>
                <a:lnTo>
                  <a:pt x="6" y="172"/>
                </a:lnTo>
                <a:lnTo>
                  <a:pt x="6" y="171"/>
                </a:lnTo>
                <a:lnTo>
                  <a:pt x="7" y="170"/>
                </a:lnTo>
                <a:lnTo>
                  <a:pt x="7" y="169"/>
                </a:lnTo>
                <a:lnTo>
                  <a:pt x="8" y="169"/>
                </a:lnTo>
                <a:lnTo>
                  <a:pt x="9" y="169"/>
                </a:lnTo>
                <a:lnTo>
                  <a:pt x="10" y="169"/>
                </a:lnTo>
                <a:lnTo>
                  <a:pt x="10" y="170"/>
                </a:lnTo>
                <a:lnTo>
                  <a:pt x="11" y="170"/>
                </a:lnTo>
                <a:lnTo>
                  <a:pt x="11" y="171"/>
                </a:lnTo>
                <a:lnTo>
                  <a:pt x="12" y="171"/>
                </a:lnTo>
                <a:lnTo>
                  <a:pt x="13" y="171"/>
                </a:lnTo>
                <a:lnTo>
                  <a:pt x="14" y="171"/>
                </a:lnTo>
                <a:lnTo>
                  <a:pt x="14" y="172"/>
                </a:lnTo>
                <a:lnTo>
                  <a:pt x="14" y="173"/>
                </a:lnTo>
                <a:lnTo>
                  <a:pt x="16" y="175"/>
                </a:lnTo>
                <a:lnTo>
                  <a:pt x="16" y="176"/>
                </a:lnTo>
                <a:lnTo>
                  <a:pt x="17" y="176"/>
                </a:lnTo>
                <a:lnTo>
                  <a:pt x="19" y="176"/>
                </a:lnTo>
                <a:lnTo>
                  <a:pt x="19" y="177"/>
                </a:lnTo>
                <a:lnTo>
                  <a:pt x="20" y="177"/>
                </a:lnTo>
                <a:lnTo>
                  <a:pt x="21" y="177"/>
                </a:lnTo>
                <a:lnTo>
                  <a:pt x="22" y="177"/>
                </a:lnTo>
                <a:lnTo>
                  <a:pt x="23" y="177"/>
                </a:lnTo>
                <a:lnTo>
                  <a:pt x="23" y="178"/>
                </a:lnTo>
                <a:lnTo>
                  <a:pt x="23" y="179"/>
                </a:lnTo>
                <a:lnTo>
                  <a:pt x="23" y="180"/>
                </a:lnTo>
                <a:lnTo>
                  <a:pt x="24" y="180"/>
                </a:lnTo>
                <a:lnTo>
                  <a:pt x="25" y="180"/>
                </a:lnTo>
                <a:lnTo>
                  <a:pt x="25" y="181"/>
                </a:lnTo>
                <a:lnTo>
                  <a:pt x="26" y="181"/>
                </a:lnTo>
                <a:lnTo>
                  <a:pt x="27" y="180"/>
                </a:lnTo>
                <a:lnTo>
                  <a:pt x="27" y="179"/>
                </a:lnTo>
                <a:lnTo>
                  <a:pt x="27" y="178"/>
                </a:lnTo>
                <a:lnTo>
                  <a:pt x="28" y="178"/>
                </a:lnTo>
                <a:lnTo>
                  <a:pt x="28" y="177"/>
                </a:lnTo>
                <a:lnTo>
                  <a:pt x="29" y="176"/>
                </a:lnTo>
                <a:lnTo>
                  <a:pt x="30" y="176"/>
                </a:lnTo>
                <a:lnTo>
                  <a:pt x="32" y="176"/>
                </a:lnTo>
                <a:lnTo>
                  <a:pt x="33" y="175"/>
                </a:lnTo>
                <a:lnTo>
                  <a:pt x="34" y="175"/>
                </a:lnTo>
                <a:lnTo>
                  <a:pt x="35" y="175"/>
                </a:lnTo>
                <a:lnTo>
                  <a:pt x="36" y="175"/>
                </a:lnTo>
                <a:lnTo>
                  <a:pt x="36" y="174"/>
                </a:lnTo>
                <a:lnTo>
                  <a:pt x="36" y="173"/>
                </a:lnTo>
                <a:lnTo>
                  <a:pt x="37" y="173"/>
                </a:lnTo>
                <a:lnTo>
                  <a:pt x="37" y="172"/>
                </a:lnTo>
                <a:lnTo>
                  <a:pt x="37" y="170"/>
                </a:lnTo>
                <a:lnTo>
                  <a:pt x="38" y="170"/>
                </a:lnTo>
                <a:lnTo>
                  <a:pt x="38" y="169"/>
                </a:lnTo>
                <a:lnTo>
                  <a:pt x="39" y="168"/>
                </a:lnTo>
                <a:lnTo>
                  <a:pt x="40" y="167"/>
                </a:lnTo>
                <a:lnTo>
                  <a:pt x="41" y="167"/>
                </a:lnTo>
                <a:lnTo>
                  <a:pt x="42" y="167"/>
                </a:lnTo>
                <a:lnTo>
                  <a:pt x="42" y="166"/>
                </a:lnTo>
                <a:lnTo>
                  <a:pt x="43" y="166"/>
                </a:lnTo>
                <a:lnTo>
                  <a:pt x="44" y="166"/>
                </a:lnTo>
                <a:lnTo>
                  <a:pt x="45" y="166"/>
                </a:lnTo>
                <a:lnTo>
                  <a:pt x="46" y="166"/>
                </a:lnTo>
                <a:lnTo>
                  <a:pt x="46" y="165"/>
                </a:lnTo>
                <a:lnTo>
                  <a:pt x="48" y="165"/>
                </a:lnTo>
                <a:lnTo>
                  <a:pt x="49" y="165"/>
                </a:lnTo>
                <a:lnTo>
                  <a:pt x="50" y="164"/>
                </a:lnTo>
                <a:lnTo>
                  <a:pt x="51" y="164"/>
                </a:lnTo>
                <a:lnTo>
                  <a:pt x="52" y="163"/>
                </a:lnTo>
                <a:lnTo>
                  <a:pt x="53" y="163"/>
                </a:lnTo>
                <a:lnTo>
                  <a:pt x="53" y="162"/>
                </a:lnTo>
                <a:lnTo>
                  <a:pt x="52" y="161"/>
                </a:lnTo>
                <a:lnTo>
                  <a:pt x="52" y="160"/>
                </a:lnTo>
                <a:lnTo>
                  <a:pt x="53" y="160"/>
                </a:lnTo>
                <a:lnTo>
                  <a:pt x="53" y="159"/>
                </a:lnTo>
                <a:lnTo>
                  <a:pt x="53" y="158"/>
                </a:lnTo>
                <a:lnTo>
                  <a:pt x="53" y="157"/>
                </a:lnTo>
                <a:lnTo>
                  <a:pt x="54" y="157"/>
                </a:lnTo>
                <a:lnTo>
                  <a:pt x="54" y="156"/>
                </a:lnTo>
                <a:lnTo>
                  <a:pt x="53" y="156"/>
                </a:lnTo>
                <a:lnTo>
                  <a:pt x="53" y="155"/>
                </a:lnTo>
                <a:lnTo>
                  <a:pt x="54" y="154"/>
                </a:lnTo>
                <a:lnTo>
                  <a:pt x="55" y="154"/>
                </a:lnTo>
                <a:lnTo>
                  <a:pt x="55" y="153"/>
                </a:lnTo>
                <a:lnTo>
                  <a:pt x="56" y="153"/>
                </a:lnTo>
                <a:lnTo>
                  <a:pt x="56" y="152"/>
                </a:lnTo>
                <a:lnTo>
                  <a:pt x="56" y="151"/>
                </a:lnTo>
                <a:lnTo>
                  <a:pt x="57" y="150"/>
                </a:lnTo>
                <a:lnTo>
                  <a:pt x="58" y="150"/>
                </a:lnTo>
                <a:lnTo>
                  <a:pt x="58" y="149"/>
                </a:lnTo>
                <a:lnTo>
                  <a:pt x="59" y="148"/>
                </a:lnTo>
                <a:lnTo>
                  <a:pt x="60" y="148"/>
                </a:lnTo>
                <a:lnTo>
                  <a:pt x="60" y="147"/>
                </a:lnTo>
                <a:lnTo>
                  <a:pt x="61" y="147"/>
                </a:lnTo>
                <a:lnTo>
                  <a:pt x="62" y="146"/>
                </a:lnTo>
                <a:lnTo>
                  <a:pt x="62" y="145"/>
                </a:lnTo>
                <a:lnTo>
                  <a:pt x="63" y="145"/>
                </a:lnTo>
                <a:lnTo>
                  <a:pt x="64" y="145"/>
                </a:lnTo>
                <a:lnTo>
                  <a:pt x="64" y="146"/>
                </a:lnTo>
                <a:lnTo>
                  <a:pt x="64" y="145"/>
                </a:lnTo>
                <a:lnTo>
                  <a:pt x="65" y="145"/>
                </a:lnTo>
                <a:lnTo>
                  <a:pt x="65" y="144"/>
                </a:lnTo>
                <a:lnTo>
                  <a:pt x="66" y="143"/>
                </a:lnTo>
                <a:lnTo>
                  <a:pt x="67" y="143"/>
                </a:lnTo>
                <a:lnTo>
                  <a:pt x="67" y="142"/>
                </a:lnTo>
                <a:lnTo>
                  <a:pt x="68" y="142"/>
                </a:lnTo>
                <a:lnTo>
                  <a:pt x="69" y="142"/>
                </a:lnTo>
                <a:lnTo>
                  <a:pt x="69" y="143"/>
                </a:lnTo>
                <a:lnTo>
                  <a:pt x="70" y="144"/>
                </a:lnTo>
                <a:lnTo>
                  <a:pt x="71" y="144"/>
                </a:lnTo>
                <a:lnTo>
                  <a:pt x="71" y="145"/>
                </a:lnTo>
                <a:lnTo>
                  <a:pt x="72" y="145"/>
                </a:lnTo>
                <a:lnTo>
                  <a:pt x="73" y="145"/>
                </a:lnTo>
                <a:lnTo>
                  <a:pt x="74" y="146"/>
                </a:lnTo>
                <a:lnTo>
                  <a:pt x="73" y="147"/>
                </a:lnTo>
                <a:lnTo>
                  <a:pt x="73" y="148"/>
                </a:lnTo>
                <a:lnTo>
                  <a:pt x="74" y="149"/>
                </a:lnTo>
                <a:lnTo>
                  <a:pt x="75" y="149"/>
                </a:lnTo>
                <a:lnTo>
                  <a:pt x="76" y="149"/>
                </a:lnTo>
                <a:lnTo>
                  <a:pt x="77" y="149"/>
                </a:lnTo>
                <a:lnTo>
                  <a:pt x="79" y="149"/>
                </a:lnTo>
                <a:lnTo>
                  <a:pt x="80" y="149"/>
                </a:lnTo>
                <a:lnTo>
                  <a:pt x="80" y="148"/>
                </a:lnTo>
                <a:lnTo>
                  <a:pt x="81" y="148"/>
                </a:lnTo>
                <a:lnTo>
                  <a:pt x="82" y="148"/>
                </a:lnTo>
                <a:lnTo>
                  <a:pt x="83" y="148"/>
                </a:lnTo>
                <a:lnTo>
                  <a:pt x="83" y="147"/>
                </a:lnTo>
                <a:lnTo>
                  <a:pt x="84" y="148"/>
                </a:lnTo>
                <a:lnTo>
                  <a:pt x="85" y="148"/>
                </a:lnTo>
                <a:lnTo>
                  <a:pt x="86" y="148"/>
                </a:lnTo>
                <a:lnTo>
                  <a:pt x="87" y="148"/>
                </a:lnTo>
                <a:lnTo>
                  <a:pt x="88" y="148"/>
                </a:lnTo>
                <a:lnTo>
                  <a:pt x="88" y="149"/>
                </a:lnTo>
                <a:lnTo>
                  <a:pt x="89" y="149"/>
                </a:lnTo>
                <a:lnTo>
                  <a:pt x="90" y="149"/>
                </a:lnTo>
                <a:lnTo>
                  <a:pt x="90" y="150"/>
                </a:lnTo>
                <a:lnTo>
                  <a:pt x="90" y="151"/>
                </a:lnTo>
                <a:lnTo>
                  <a:pt x="90" y="152"/>
                </a:lnTo>
                <a:lnTo>
                  <a:pt x="91" y="152"/>
                </a:lnTo>
                <a:lnTo>
                  <a:pt x="91" y="153"/>
                </a:lnTo>
                <a:lnTo>
                  <a:pt x="91" y="154"/>
                </a:lnTo>
                <a:lnTo>
                  <a:pt x="91" y="155"/>
                </a:lnTo>
                <a:lnTo>
                  <a:pt x="92" y="155"/>
                </a:lnTo>
                <a:lnTo>
                  <a:pt x="92" y="156"/>
                </a:lnTo>
                <a:lnTo>
                  <a:pt x="92" y="157"/>
                </a:lnTo>
                <a:lnTo>
                  <a:pt x="93" y="157"/>
                </a:lnTo>
                <a:lnTo>
                  <a:pt x="94" y="157"/>
                </a:lnTo>
                <a:lnTo>
                  <a:pt x="94" y="158"/>
                </a:lnTo>
                <a:lnTo>
                  <a:pt x="94" y="159"/>
                </a:lnTo>
                <a:lnTo>
                  <a:pt x="94" y="160"/>
                </a:lnTo>
                <a:lnTo>
                  <a:pt x="94" y="161"/>
                </a:lnTo>
                <a:lnTo>
                  <a:pt x="95" y="161"/>
                </a:lnTo>
                <a:lnTo>
                  <a:pt x="96" y="161"/>
                </a:lnTo>
                <a:lnTo>
                  <a:pt x="96" y="162"/>
                </a:lnTo>
                <a:lnTo>
                  <a:pt x="97" y="162"/>
                </a:lnTo>
                <a:lnTo>
                  <a:pt x="98" y="162"/>
                </a:lnTo>
                <a:lnTo>
                  <a:pt x="99" y="162"/>
                </a:lnTo>
                <a:lnTo>
                  <a:pt x="102" y="162"/>
                </a:lnTo>
                <a:lnTo>
                  <a:pt x="103" y="161"/>
                </a:lnTo>
                <a:lnTo>
                  <a:pt x="104" y="161"/>
                </a:lnTo>
                <a:lnTo>
                  <a:pt x="104" y="162"/>
                </a:lnTo>
                <a:lnTo>
                  <a:pt x="105" y="162"/>
                </a:lnTo>
                <a:lnTo>
                  <a:pt x="105" y="163"/>
                </a:lnTo>
                <a:lnTo>
                  <a:pt x="105" y="164"/>
                </a:lnTo>
                <a:lnTo>
                  <a:pt x="106" y="164"/>
                </a:lnTo>
                <a:lnTo>
                  <a:pt x="107" y="164"/>
                </a:lnTo>
                <a:lnTo>
                  <a:pt x="107" y="165"/>
                </a:lnTo>
                <a:lnTo>
                  <a:pt x="108" y="165"/>
                </a:lnTo>
                <a:lnTo>
                  <a:pt x="109" y="165"/>
                </a:lnTo>
                <a:lnTo>
                  <a:pt x="110" y="165"/>
                </a:lnTo>
                <a:lnTo>
                  <a:pt x="111" y="165"/>
                </a:lnTo>
                <a:lnTo>
                  <a:pt x="111" y="164"/>
                </a:lnTo>
                <a:lnTo>
                  <a:pt x="111" y="165"/>
                </a:lnTo>
                <a:lnTo>
                  <a:pt x="112" y="165"/>
                </a:lnTo>
                <a:lnTo>
                  <a:pt x="113" y="165"/>
                </a:lnTo>
                <a:lnTo>
                  <a:pt x="114" y="165"/>
                </a:lnTo>
                <a:lnTo>
                  <a:pt x="114" y="166"/>
                </a:lnTo>
                <a:lnTo>
                  <a:pt x="115" y="166"/>
                </a:lnTo>
                <a:lnTo>
                  <a:pt x="115" y="167"/>
                </a:lnTo>
                <a:lnTo>
                  <a:pt x="116" y="167"/>
                </a:lnTo>
                <a:lnTo>
                  <a:pt x="116" y="168"/>
                </a:lnTo>
                <a:lnTo>
                  <a:pt x="117" y="168"/>
                </a:lnTo>
                <a:lnTo>
                  <a:pt x="118" y="168"/>
                </a:lnTo>
                <a:lnTo>
                  <a:pt x="118" y="169"/>
                </a:lnTo>
                <a:lnTo>
                  <a:pt x="119" y="169"/>
                </a:lnTo>
                <a:lnTo>
                  <a:pt x="119" y="170"/>
                </a:lnTo>
                <a:lnTo>
                  <a:pt x="119" y="171"/>
                </a:lnTo>
                <a:lnTo>
                  <a:pt x="120" y="171"/>
                </a:lnTo>
                <a:lnTo>
                  <a:pt x="121" y="171"/>
                </a:lnTo>
                <a:lnTo>
                  <a:pt x="121" y="172"/>
                </a:lnTo>
                <a:lnTo>
                  <a:pt x="122" y="172"/>
                </a:lnTo>
                <a:lnTo>
                  <a:pt x="123" y="172"/>
                </a:lnTo>
                <a:lnTo>
                  <a:pt x="124" y="172"/>
                </a:lnTo>
                <a:lnTo>
                  <a:pt x="125" y="172"/>
                </a:lnTo>
                <a:lnTo>
                  <a:pt x="125" y="171"/>
                </a:lnTo>
                <a:lnTo>
                  <a:pt x="126" y="171"/>
                </a:lnTo>
                <a:lnTo>
                  <a:pt x="127" y="171"/>
                </a:lnTo>
                <a:lnTo>
                  <a:pt x="127" y="170"/>
                </a:lnTo>
                <a:lnTo>
                  <a:pt x="128" y="170"/>
                </a:lnTo>
                <a:lnTo>
                  <a:pt x="128" y="169"/>
                </a:lnTo>
                <a:lnTo>
                  <a:pt x="129" y="169"/>
                </a:lnTo>
                <a:lnTo>
                  <a:pt x="130" y="169"/>
                </a:lnTo>
                <a:lnTo>
                  <a:pt x="130" y="170"/>
                </a:lnTo>
                <a:lnTo>
                  <a:pt x="131" y="170"/>
                </a:lnTo>
                <a:lnTo>
                  <a:pt x="134" y="170"/>
                </a:lnTo>
                <a:lnTo>
                  <a:pt x="134" y="169"/>
                </a:lnTo>
                <a:lnTo>
                  <a:pt x="134" y="170"/>
                </a:lnTo>
                <a:lnTo>
                  <a:pt x="135" y="170"/>
                </a:lnTo>
                <a:lnTo>
                  <a:pt x="135" y="171"/>
                </a:lnTo>
                <a:lnTo>
                  <a:pt x="135" y="172"/>
                </a:lnTo>
                <a:lnTo>
                  <a:pt x="136" y="173"/>
                </a:lnTo>
                <a:lnTo>
                  <a:pt x="136" y="174"/>
                </a:lnTo>
                <a:lnTo>
                  <a:pt x="137" y="174"/>
                </a:lnTo>
                <a:lnTo>
                  <a:pt x="137" y="175"/>
                </a:lnTo>
                <a:lnTo>
                  <a:pt x="138" y="175"/>
                </a:lnTo>
                <a:lnTo>
                  <a:pt x="138" y="176"/>
                </a:lnTo>
                <a:lnTo>
                  <a:pt x="139" y="176"/>
                </a:lnTo>
                <a:lnTo>
                  <a:pt x="139" y="177"/>
                </a:lnTo>
                <a:lnTo>
                  <a:pt x="140" y="178"/>
                </a:lnTo>
                <a:lnTo>
                  <a:pt x="141" y="178"/>
                </a:lnTo>
                <a:lnTo>
                  <a:pt x="141" y="179"/>
                </a:lnTo>
                <a:lnTo>
                  <a:pt x="142" y="179"/>
                </a:lnTo>
                <a:lnTo>
                  <a:pt x="142" y="178"/>
                </a:lnTo>
                <a:lnTo>
                  <a:pt x="143" y="178"/>
                </a:lnTo>
                <a:lnTo>
                  <a:pt x="143" y="177"/>
                </a:lnTo>
                <a:lnTo>
                  <a:pt x="144" y="176"/>
                </a:lnTo>
                <a:lnTo>
                  <a:pt x="144" y="175"/>
                </a:lnTo>
                <a:lnTo>
                  <a:pt x="144" y="174"/>
                </a:lnTo>
                <a:lnTo>
                  <a:pt x="145" y="174"/>
                </a:lnTo>
                <a:lnTo>
                  <a:pt x="145" y="173"/>
                </a:lnTo>
                <a:lnTo>
                  <a:pt x="146" y="173"/>
                </a:lnTo>
                <a:lnTo>
                  <a:pt x="146" y="172"/>
                </a:lnTo>
                <a:lnTo>
                  <a:pt x="147" y="172"/>
                </a:lnTo>
                <a:lnTo>
                  <a:pt x="148" y="172"/>
                </a:lnTo>
                <a:lnTo>
                  <a:pt x="149" y="172"/>
                </a:lnTo>
                <a:lnTo>
                  <a:pt x="149" y="171"/>
                </a:lnTo>
                <a:lnTo>
                  <a:pt x="150" y="171"/>
                </a:lnTo>
                <a:lnTo>
                  <a:pt x="151" y="170"/>
                </a:lnTo>
                <a:lnTo>
                  <a:pt x="151" y="169"/>
                </a:lnTo>
                <a:lnTo>
                  <a:pt x="152" y="169"/>
                </a:lnTo>
                <a:lnTo>
                  <a:pt x="152" y="168"/>
                </a:lnTo>
                <a:lnTo>
                  <a:pt x="153" y="168"/>
                </a:lnTo>
                <a:lnTo>
                  <a:pt x="153" y="167"/>
                </a:lnTo>
                <a:lnTo>
                  <a:pt x="153" y="166"/>
                </a:lnTo>
                <a:lnTo>
                  <a:pt x="154" y="166"/>
                </a:lnTo>
                <a:lnTo>
                  <a:pt x="155" y="166"/>
                </a:lnTo>
                <a:lnTo>
                  <a:pt x="156" y="166"/>
                </a:lnTo>
                <a:lnTo>
                  <a:pt x="156" y="165"/>
                </a:lnTo>
                <a:lnTo>
                  <a:pt x="156" y="164"/>
                </a:lnTo>
                <a:lnTo>
                  <a:pt x="157" y="163"/>
                </a:lnTo>
                <a:lnTo>
                  <a:pt x="157" y="162"/>
                </a:lnTo>
                <a:lnTo>
                  <a:pt x="157" y="161"/>
                </a:lnTo>
                <a:lnTo>
                  <a:pt x="158" y="161"/>
                </a:lnTo>
                <a:lnTo>
                  <a:pt x="158" y="160"/>
                </a:lnTo>
                <a:lnTo>
                  <a:pt x="158" y="159"/>
                </a:lnTo>
                <a:lnTo>
                  <a:pt x="158" y="158"/>
                </a:lnTo>
                <a:lnTo>
                  <a:pt x="158" y="157"/>
                </a:lnTo>
                <a:lnTo>
                  <a:pt x="159" y="157"/>
                </a:lnTo>
                <a:lnTo>
                  <a:pt x="158" y="156"/>
                </a:lnTo>
                <a:lnTo>
                  <a:pt x="158" y="155"/>
                </a:lnTo>
                <a:lnTo>
                  <a:pt x="158" y="154"/>
                </a:lnTo>
                <a:lnTo>
                  <a:pt x="158" y="153"/>
                </a:lnTo>
                <a:lnTo>
                  <a:pt x="157" y="153"/>
                </a:lnTo>
                <a:lnTo>
                  <a:pt x="157" y="152"/>
                </a:lnTo>
                <a:lnTo>
                  <a:pt x="156" y="151"/>
                </a:lnTo>
                <a:lnTo>
                  <a:pt x="156" y="150"/>
                </a:lnTo>
                <a:lnTo>
                  <a:pt x="155" y="149"/>
                </a:lnTo>
                <a:lnTo>
                  <a:pt x="155" y="148"/>
                </a:lnTo>
                <a:lnTo>
                  <a:pt x="154" y="148"/>
                </a:lnTo>
                <a:lnTo>
                  <a:pt x="153" y="147"/>
                </a:lnTo>
                <a:lnTo>
                  <a:pt x="153" y="146"/>
                </a:lnTo>
                <a:lnTo>
                  <a:pt x="154" y="146"/>
                </a:lnTo>
                <a:lnTo>
                  <a:pt x="155" y="146"/>
                </a:lnTo>
                <a:lnTo>
                  <a:pt x="156" y="146"/>
                </a:lnTo>
                <a:lnTo>
                  <a:pt x="157" y="147"/>
                </a:lnTo>
                <a:lnTo>
                  <a:pt x="157" y="146"/>
                </a:lnTo>
                <a:lnTo>
                  <a:pt x="158" y="146"/>
                </a:lnTo>
                <a:lnTo>
                  <a:pt x="158" y="145"/>
                </a:lnTo>
                <a:lnTo>
                  <a:pt x="159" y="144"/>
                </a:lnTo>
                <a:lnTo>
                  <a:pt x="159" y="143"/>
                </a:lnTo>
                <a:lnTo>
                  <a:pt x="160" y="143"/>
                </a:lnTo>
                <a:lnTo>
                  <a:pt x="160" y="144"/>
                </a:lnTo>
                <a:lnTo>
                  <a:pt x="161" y="144"/>
                </a:lnTo>
                <a:lnTo>
                  <a:pt x="162" y="144"/>
                </a:lnTo>
                <a:lnTo>
                  <a:pt x="162" y="145"/>
                </a:lnTo>
                <a:lnTo>
                  <a:pt x="163" y="145"/>
                </a:lnTo>
                <a:lnTo>
                  <a:pt x="164" y="144"/>
                </a:lnTo>
                <a:lnTo>
                  <a:pt x="165" y="144"/>
                </a:lnTo>
                <a:lnTo>
                  <a:pt x="166" y="144"/>
                </a:lnTo>
                <a:lnTo>
                  <a:pt x="168" y="144"/>
                </a:lnTo>
                <a:lnTo>
                  <a:pt x="168" y="143"/>
                </a:lnTo>
                <a:lnTo>
                  <a:pt x="169" y="143"/>
                </a:lnTo>
                <a:lnTo>
                  <a:pt x="170" y="143"/>
                </a:lnTo>
                <a:lnTo>
                  <a:pt x="171" y="143"/>
                </a:lnTo>
                <a:lnTo>
                  <a:pt x="172" y="143"/>
                </a:lnTo>
                <a:lnTo>
                  <a:pt x="173" y="142"/>
                </a:lnTo>
                <a:lnTo>
                  <a:pt x="174" y="141"/>
                </a:lnTo>
                <a:lnTo>
                  <a:pt x="175" y="141"/>
                </a:lnTo>
                <a:lnTo>
                  <a:pt x="176" y="141"/>
                </a:lnTo>
                <a:lnTo>
                  <a:pt x="177" y="141"/>
                </a:lnTo>
                <a:lnTo>
                  <a:pt x="177" y="140"/>
                </a:lnTo>
                <a:lnTo>
                  <a:pt x="178" y="140"/>
                </a:lnTo>
                <a:lnTo>
                  <a:pt x="179" y="140"/>
                </a:lnTo>
                <a:lnTo>
                  <a:pt x="180" y="140"/>
                </a:lnTo>
                <a:lnTo>
                  <a:pt x="180" y="139"/>
                </a:lnTo>
                <a:lnTo>
                  <a:pt x="180" y="138"/>
                </a:lnTo>
                <a:lnTo>
                  <a:pt x="181" y="138"/>
                </a:lnTo>
                <a:lnTo>
                  <a:pt x="182" y="137"/>
                </a:lnTo>
                <a:lnTo>
                  <a:pt x="183" y="137"/>
                </a:lnTo>
                <a:lnTo>
                  <a:pt x="184" y="137"/>
                </a:lnTo>
                <a:lnTo>
                  <a:pt x="185" y="137"/>
                </a:lnTo>
                <a:lnTo>
                  <a:pt x="185" y="136"/>
                </a:lnTo>
                <a:lnTo>
                  <a:pt x="186" y="136"/>
                </a:lnTo>
                <a:lnTo>
                  <a:pt x="187" y="136"/>
                </a:lnTo>
                <a:lnTo>
                  <a:pt x="187" y="135"/>
                </a:lnTo>
                <a:lnTo>
                  <a:pt x="188" y="134"/>
                </a:lnTo>
                <a:lnTo>
                  <a:pt x="189" y="134"/>
                </a:lnTo>
                <a:lnTo>
                  <a:pt x="189" y="133"/>
                </a:lnTo>
                <a:lnTo>
                  <a:pt x="190" y="133"/>
                </a:lnTo>
                <a:lnTo>
                  <a:pt x="193" y="133"/>
                </a:lnTo>
                <a:lnTo>
                  <a:pt x="193" y="132"/>
                </a:lnTo>
                <a:lnTo>
                  <a:pt x="194" y="132"/>
                </a:lnTo>
                <a:lnTo>
                  <a:pt x="194" y="131"/>
                </a:lnTo>
                <a:lnTo>
                  <a:pt x="194" y="130"/>
                </a:lnTo>
                <a:lnTo>
                  <a:pt x="195" y="130"/>
                </a:lnTo>
                <a:lnTo>
                  <a:pt x="196" y="129"/>
                </a:lnTo>
                <a:lnTo>
                  <a:pt x="197" y="129"/>
                </a:lnTo>
                <a:lnTo>
                  <a:pt x="197" y="128"/>
                </a:lnTo>
                <a:lnTo>
                  <a:pt x="198" y="128"/>
                </a:lnTo>
                <a:lnTo>
                  <a:pt x="198" y="127"/>
                </a:lnTo>
                <a:lnTo>
                  <a:pt x="198" y="126"/>
                </a:lnTo>
                <a:lnTo>
                  <a:pt x="198" y="125"/>
                </a:lnTo>
                <a:lnTo>
                  <a:pt x="199" y="124"/>
                </a:lnTo>
                <a:lnTo>
                  <a:pt x="200" y="124"/>
                </a:lnTo>
                <a:lnTo>
                  <a:pt x="201" y="124"/>
                </a:lnTo>
                <a:lnTo>
                  <a:pt x="201" y="123"/>
                </a:lnTo>
                <a:lnTo>
                  <a:pt x="202" y="123"/>
                </a:lnTo>
                <a:lnTo>
                  <a:pt x="203" y="123"/>
                </a:lnTo>
                <a:lnTo>
                  <a:pt x="203" y="124"/>
                </a:lnTo>
                <a:lnTo>
                  <a:pt x="204" y="124"/>
                </a:lnTo>
                <a:lnTo>
                  <a:pt x="204" y="125"/>
                </a:lnTo>
                <a:lnTo>
                  <a:pt x="205" y="125"/>
                </a:lnTo>
                <a:lnTo>
                  <a:pt x="206" y="125"/>
                </a:lnTo>
                <a:lnTo>
                  <a:pt x="207" y="124"/>
                </a:lnTo>
                <a:lnTo>
                  <a:pt x="208" y="123"/>
                </a:lnTo>
                <a:lnTo>
                  <a:pt x="209" y="123"/>
                </a:lnTo>
                <a:lnTo>
                  <a:pt x="210" y="124"/>
                </a:lnTo>
                <a:lnTo>
                  <a:pt x="211" y="124"/>
                </a:lnTo>
                <a:lnTo>
                  <a:pt x="212" y="124"/>
                </a:lnTo>
                <a:lnTo>
                  <a:pt x="213" y="124"/>
                </a:lnTo>
                <a:lnTo>
                  <a:pt x="214" y="124"/>
                </a:lnTo>
                <a:lnTo>
                  <a:pt x="214" y="123"/>
                </a:lnTo>
                <a:lnTo>
                  <a:pt x="215" y="123"/>
                </a:lnTo>
                <a:lnTo>
                  <a:pt x="216" y="123"/>
                </a:lnTo>
                <a:lnTo>
                  <a:pt x="217" y="122"/>
                </a:lnTo>
                <a:lnTo>
                  <a:pt x="218" y="123"/>
                </a:lnTo>
                <a:lnTo>
                  <a:pt x="219" y="123"/>
                </a:lnTo>
                <a:lnTo>
                  <a:pt x="220" y="123"/>
                </a:lnTo>
                <a:lnTo>
                  <a:pt x="221" y="122"/>
                </a:lnTo>
                <a:lnTo>
                  <a:pt x="221" y="121"/>
                </a:lnTo>
                <a:lnTo>
                  <a:pt x="221" y="119"/>
                </a:lnTo>
                <a:lnTo>
                  <a:pt x="221" y="118"/>
                </a:lnTo>
                <a:lnTo>
                  <a:pt x="222" y="118"/>
                </a:lnTo>
                <a:lnTo>
                  <a:pt x="222" y="117"/>
                </a:lnTo>
                <a:lnTo>
                  <a:pt x="223" y="116"/>
                </a:lnTo>
                <a:lnTo>
                  <a:pt x="224" y="116"/>
                </a:lnTo>
                <a:lnTo>
                  <a:pt x="225" y="116"/>
                </a:lnTo>
                <a:lnTo>
                  <a:pt x="226" y="116"/>
                </a:lnTo>
                <a:lnTo>
                  <a:pt x="226" y="117"/>
                </a:lnTo>
                <a:lnTo>
                  <a:pt x="227" y="117"/>
                </a:lnTo>
                <a:lnTo>
                  <a:pt x="228" y="117"/>
                </a:lnTo>
                <a:lnTo>
                  <a:pt x="228" y="118"/>
                </a:lnTo>
                <a:lnTo>
                  <a:pt x="228" y="117"/>
                </a:lnTo>
                <a:lnTo>
                  <a:pt x="229" y="117"/>
                </a:lnTo>
                <a:lnTo>
                  <a:pt x="230" y="117"/>
                </a:lnTo>
                <a:lnTo>
                  <a:pt x="230" y="116"/>
                </a:lnTo>
                <a:lnTo>
                  <a:pt x="229" y="116"/>
                </a:lnTo>
                <a:lnTo>
                  <a:pt x="229" y="115"/>
                </a:lnTo>
                <a:lnTo>
                  <a:pt x="230" y="114"/>
                </a:lnTo>
                <a:lnTo>
                  <a:pt x="231" y="114"/>
                </a:lnTo>
                <a:lnTo>
                  <a:pt x="231" y="113"/>
                </a:lnTo>
                <a:lnTo>
                  <a:pt x="231" y="112"/>
                </a:lnTo>
                <a:lnTo>
                  <a:pt x="231" y="111"/>
                </a:lnTo>
                <a:lnTo>
                  <a:pt x="231" y="110"/>
                </a:lnTo>
                <a:lnTo>
                  <a:pt x="231" y="109"/>
                </a:lnTo>
                <a:lnTo>
                  <a:pt x="231" y="108"/>
                </a:lnTo>
                <a:lnTo>
                  <a:pt x="231" y="107"/>
                </a:lnTo>
                <a:lnTo>
                  <a:pt x="231" y="106"/>
                </a:lnTo>
                <a:lnTo>
                  <a:pt x="231" y="105"/>
                </a:lnTo>
                <a:lnTo>
                  <a:pt x="229" y="105"/>
                </a:lnTo>
                <a:lnTo>
                  <a:pt x="229" y="104"/>
                </a:lnTo>
                <a:lnTo>
                  <a:pt x="228" y="104"/>
                </a:lnTo>
                <a:lnTo>
                  <a:pt x="228" y="103"/>
                </a:lnTo>
                <a:lnTo>
                  <a:pt x="228" y="102"/>
                </a:lnTo>
                <a:lnTo>
                  <a:pt x="228" y="101"/>
                </a:lnTo>
                <a:lnTo>
                  <a:pt x="228" y="100"/>
                </a:lnTo>
                <a:lnTo>
                  <a:pt x="227" y="100"/>
                </a:lnTo>
                <a:lnTo>
                  <a:pt x="227" y="99"/>
                </a:lnTo>
                <a:lnTo>
                  <a:pt x="227" y="98"/>
                </a:lnTo>
                <a:lnTo>
                  <a:pt x="227" y="97"/>
                </a:lnTo>
                <a:lnTo>
                  <a:pt x="227" y="96"/>
                </a:lnTo>
                <a:lnTo>
                  <a:pt x="228" y="96"/>
                </a:lnTo>
                <a:lnTo>
                  <a:pt x="229" y="96"/>
                </a:lnTo>
                <a:lnTo>
                  <a:pt x="230" y="96"/>
                </a:lnTo>
                <a:lnTo>
                  <a:pt x="230" y="95"/>
                </a:lnTo>
                <a:lnTo>
                  <a:pt x="230" y="94"/>
                </a:lnTo>
                <a:lnTo>
                  <a:pt x="231" y="94"/>
                </a:lnTo>
                <a:lnTo>
                  <a:pt x="231" y="93"/>
                </a:lnTo>
                <a:lnTo>
                  <a:pt x="231" y="92"/>
                </a:lnTo>
                <a:lnTo>
                  <a:pt x="231" y="91"/>
                </a:lnTo>
                <a:lnTo>
                  <a:pt x="232" y="91"/>
                </a:lnTo>
                <a:lnTo>
                  <a:pt x="233" y="90"/>
                </a:lnTo>
                <a:lnTo>
                  <a:pt x="234" y="90"/>
                </a:lnTo>
                <a:lnTo>
                  <a:pt x="235" y="90"/>
                </a:lnTo>
                <a:lnTo>
                  <a:pt x="236" y="89"/>
                </a:lnTo>
                <a:lnTo>
                  <a:pt x="237" y="89"/>
                </a:lnTo>
                <a:lnTo>
                  <a:pt x="237" y="88"/>
                </a:lnTo>
                <a:lnTo>
                  <a:pt x="237" y="87"/>
                </a:lnTo>
                <a:lnTo>
                  <a:pt x="236" y="87"/>
                </a:lnTo>
                <a:lnTo>
                  <a:pt x="236" y="86"/>
                </a:lnTo>
                <a:lnTo>
                  <a:pt x="236" y="85"/>
                </a:lnTo>
                <a:lnTo>
                  <a:pt x="237" y="85"/>
                </a:lnTo>
                <a:lnTo>
                  <a:pt x="237" y="84"/>
                </a:lnTo>
                <a:lnTo>
                  <a:pt x="238" y="83"/>
                </a:lnTo>
                <a:lnTo>
                  <a:pt x="239" y="83"/>
                </a:lnTo>
                <a:lnTo>
                  <a:pt x="240" y="84"/>
                </a:lnTo>
                <a:lnTo>
                  <a:pt x="242" y="84"/>
                </a:lnTo>
                <a:lnTo>
                  <a:pt x="243" y="84"/>
                </a:lnTo>
                <a:lnTo>
                  <a:pt x="244" y="83"/>
                </a:lnTo>
                <a:lnTo>
                  <a:pt x="245" y="83"/>
                </a:lnTo>
                <a:lnTo>
                  <a:pt x="246" y="83"/>
                </a:lnTo>
                <a:lnTo>
                  <a:pt x="247" y="82"/>
                </a:lnTo>
                <a:lnTo>
                  <a:pt x="247" y="81"/>
                </a:lnTo>
                <a:lnTo>
                  <a:pt x="247" y="80"/>
                </a:lnTo>
                <a:lnTo>
                  <a:pt x="247" y="81"/>
                </a:lnTo>
                <a:lnTo>
                  <a:pt x="248" y="80"/>
                </a:lnTo>
                <a:lnTo>
                  <a:pt x="249" y="79"/>
                </a:lnTo>
                <a:lnTo>
                  <a:pt x="250" y="79"/>
                </a:lnTo>
                <a:lnTo>
                  <a:pt x="250" y="80"/>
                </a:lnTo>
                <a:lnTo>
                  <a:pt x="251" y="81"/>
                </a:lnTo>
                <a:lnTo>
                  <a:pt x="251" y="80"/>
                </a:lnTo>
                <a:lnTo>
                  <a:pt x="252" y="81"/>
                </a:lnTo>
                <a:lnTo>
                  <a:pt x="251" y="81"/>
                </a:lnTo>
                <a:lnTo>
                  <a:pt x="251" y="82"/>
                </a:lnTo>
                <a:lnTo>
                  <a:pt x="251" y="83"/>
                </a:lnTo>
                <a:lnTo>
                  <a:pt x="251" y="84"/>
                </a:lnTo>
                <a:lnTo>
                  <a:pt x="250" y="84"/>
                </a:lnTo>
                <a:lnTo>
                  <a:pt x="251" y="85"/>
                </a:lnTo>
                <a:lnTo>
                  <a:pt x="252" y="86"/>
                </a:lnTo>
                <a:lnTo>
                  <a:pt x="253" y="86"/>
                </a:lnTo>
                <a:lnTo>
                  <a:pt x="254" y="86"/>
                </a:lnTo>
                <a:lnTo>
                  <a:pt x="255" y="87"/>
                </a:lnTo>
                <a:lnTo>
                  <a:pt x="256" y="88"/>
                </a:lnTo>
                <a:lnTo>
                  <a:pt x="257" y="89"/>
                </a:lnTo>
                <a:lnTo>
                  <a:pt x="257" y="90"/>
                </a:lnTo>
                <a:lnTo>
                  <a:pt x="258" y="90"/>
                </a:lnTo>
                <a:lnTo>
                  <a:pt x="259" y="90"/>
                </a:lnTo>
                <a:lnTo>
                  <a:pt x="259" y="91"/>
                </a:lnTo>
                <a:lnTo>
                  <a:pt x="259" y="90"/>
                </a:lnTo>
                <a:lnTo>
                  <a:pt x="260" y="90"/>
                </a:lnTo>
                <a:lnTo>
                  <a:pt x="260" y="91"/>
                </a:lnTo>
                <a:lnTo>
                  <a:pt x="259" y="91"/>
                </a:lnTo>
                <a:lnTo>
                  <a:pt x="259" y="92"/>
                </a:lnTo>
                <a:lnTo>
                  <a:pt x="259" y="93"/>
                </a:lnTo>
                <a:lnTo>
                  <a:pt x="260" y="93"/>
                </a:lnTo>
                <a:lnTo>
                  <a:pt x="260" y="94"/>
                </a:lnTo>
                <a:lnTo>
                  <a:pt x="260" y="95"/>
                </a:lnTo>
                <a:lnTo>
                  <a:pt x="260" y="96"/>
                </a:lnTo>
                <a:lnTo>
                  <a:pt x="259" y="97"/>
                </a:lnTo>
                <a:lnTo>
                  <a:pt x="258" y="97"/>
                </a:lnTo>
                <a:lnTo>
                  <a:pt x="258" y="98"/>
                </a:lnTo>
                <a:lnTo>
                  <a:pt x="258" y="99"/>
                </a:lnTo>
                <a:lnTo>
                  <a:pt x="258" y="100"/>
                </a:lnTo>
                <a:lnTo>
                  <a:pt x="259" y="100"/>
                </a:lnTo>
                <a:lnTo>
                  <a:pt x="260" y="100"/>
                </a:lnTo>
                <a:lnTo>
                  <a:pt x="261" y="100"/>
                </a:lnTo>
                <a:lnTo>
                  <a:pt x="261" y="101"/>
                </a:lnTo>
                <a:lnTo>
                  <a:pt x="262" y="101"/>
                </a:lnTo>
                <a:lnTo>
                  <a:pt x="263" y="101"/>
                </a:lnTo>
                <a:lnTo>
                  <a:pt x="263" y="100"/>
                </a:lnTo>
                <a:lnTo>
                  <a:pt x="264" y="100"/>
                </a:lnTo>
                <a:lnTo>
                  <a:pt x="265" y="100"/>
                </a:lnTo>
                <a:lnTo>
                  <a:pt x="266" y="100"/>
                </a:lnTo>
                <a:lnTo>
                  <a:pt x="265" y="101"/>
                </a:lnTo>
                <a:lnTo>
                  <a:pt x="266" y="102"/>
                </a:lnTo>
                <a:lnTo>
                  <a:pt x="267" y="102"/>
                </a:lnTo>
                <a:lnTo>
                  <a:pt x="268" y="102"/>
                </a:lnTo>
                <a:lnTo>
                  <a:pt x="267" y="104"/>
                </a:lnTo>
                <a:lnTo>
                  <a:pt x="267" y="105"/>
                </a:lnTo>
                <a:lnTo>
                  <a:pt x="267" y="106"/>
                </a:lnTo>
                <a:lnTo>
                  <a:pt x="266" y="106"/>
                </a:lnTo>
                <a:lnTo>
                  <a:pt x="267" y="107"/>
                </a:lnTo>
                <a:lnTo>
                  <a:pt x="268" y="107"/>
                </a:lnTo>
                <a:lnTo>
                  <a:pt x="268" y="108"/>
                </a:lnTo>
                <a:lnTo>
                  <a:pt x="268" y="110"/>
                </a:lnTo>
                <a:lnTo>
                  <a:pt x="268" y="111"/>
                </a:lnTo>
                <a:lnTo>
                  <a:pt x="268" y="112"/>
                </a:lnTo>
                <a:lnTo>
                  <a:pt x="269" y="113"/>
                </a:lnTo>
                <a:lnTo>
                  <a:pt x="270" y="113"/>
                </a:lnTo>
                <a:lnTo>
                  <a:pt x="271" y="113"/>
                </a:lnTo>
                <a:lnTo>
                  <a:pt x="272" y="112"/>
                </a:lnTo>
                <a:lnTo>
                  <a:pt x="273" y="111"/>
                </a:lnTo>
                <a:lnTo>
                  <a:pt x="273" y="112"/>
                </a:lnTo>
                <a:lnTo>
                  <a:pt x="274" y="112"/>
                </a:lnTo>
                <a:lnTo>
                  <a:pt x="274" y="113"/>
                </a:lnTo>
                <a:lnTo>
                  <a:pt x="273" y="113"/>
                </a:lnTo>
                <a:lnTo>
                  <a:pt x="274" y="114"/>
                </a:lnTo>
                <a:lnTo>
                  <a:pt x="273" y="114"/>
                </a:lnTo>
                <a:lnTo>
                  <a:pt x="273" y="115"/>
                </a:lnTo>
                <a:lnTo>
                  <a:pt x="273" y="116"/>
                </a:lnTo>
                <a:lnTo>
                  <a:pt x="273" y="117"/>
                </a:lnTo>
                <a:lnTo>
                  <a:pt x="272" y="117"/>
                </a:lnTo>
                <a:lnTo>
                  <a:pt x="272" y="118"/>
                </a:lnTo>
                <a:lnTo>
                  <a:pt x="273" y="118"/>
                </a:lnTo>
                <a:lnTo>
                  <a:pt x="272" y="119"/>
                </a:lnTo>
                <a:lnTo>
                  <a:pt x="273" y="120"/>
                </a:lnTo>
                <a:lnTo>
                  <a:pt x="275" y="120"/>
                </a:lnTo>
                <a:lnTo>
                  <a:pt x="276" y="120"/>
                </a:lnTo>
                <a:lnTo>
                  <a:pt x="277" y="120"/>
                </a:lnTo>
                <a:lnTo>
                  <a:pt x="277" y="119"/>
                </a:lnTo>
                <a:lnTo>
                  <a:pt x="278" y="119"/>
                </a:lnTo>
                <a:lnTo>
                  <a:pt x="279" y="118"/>
                </a:lnTo>
                <a:lnTo>
                  <a:pt x="281" y="116"/>
                </a:lnTo>
                <a:lnTo>
                  <a:pt x="282" y="116"/>
                </a:lnTo>
                <a:lnTo>
                  <a:pt x="283" y="116"/>
                </a:lnTo>
                <a:lnTo>
                  <a:pt x="284" y="116"/>
                </a:lnTo>
                <a:lnTo>
                  <a:pt x="283" y="115"/>
                </a:lnTo>
                <a:lnTo>
                  <a:pt x="284" y="115"/>
                </a:lnTo>
                <a:lnTo>
                  <a:pt x="285" y="115"/>
                </a:lnTo>
                <a:lnTo>
                  <a:pt x="286" y="114"/>
                </a:lnTo>
                <a:lnTo>
                  <a:pt x="286" y="113"/>
                </a:lnTo>
                <a:lnTo>
                  <a:pt x="285" y="113"/>
                </a:lnTo>
                <a:lnTo>
                  <a:pt x="286" y="112"/>
                </a:lnTo>
                <a:lnTo>
                  <a:pt x="286" y="111"/>
                </a:lnTo>
                <a:lnTo>
                  <a:pt x="286" y="110"/>
                </a:lnTo>
                <a:lnTo>
                  <a:pt x="287" y="110"/>
                </a:lnTo>
                <a:lnTo>
                  <a:pt x="288" y="110"/>
                </a:lnTo>
                <a:lnTo>
                  <a:pt x="288" y="109"/>
                </a:lnTo>
                <a:lnTo>
                  <a:pt x="289" y="109"/>
                </a:lnTo>
                <a:lnTo>
                  <a:pt x="290" y="109"/>
                </a:lnTo>
                <a:lnTo>
                  <a:pt x="290" y="110"/>
                </a:lnTo>
                <a:lnTo>
                  <a:pt x="290" y="111"/>
                </a:lnTo>
                <a:lnTo>
                  <a:pt x="289" y="111"/>
                </a:lnTo>
                <a:lnTo>
                  <a:pt x="289" y="112"/>
                </a:lnTo>
                <a:lnTo>
                  <a:pt x="290" y="112"/>
                </a:lnTo>
                <a:lnTo>
                  <a:pt x="290" y="113"/>
                </a:lnTo>
                <a:lnTo>
                  <a:pt x="290" y="115"/>
                </a:lnTo>
                <a:lnTo>
                  <a:pt x="290" y="116"/>
                </a:lnTo>
                <a:lnTo>
                  <a:pt x="291" y="116"/>
                </a:lnTo>
                <a:lnTo>
                  <a:pt x="290" y="116"/>
                </a:lnTo>
                <a:lnTo>
                  <a:pt x="290" y="117"/>
                </a:lnTo>
                <a:lnTo>
                  <a:pt x="291" y="117"/>
                </a:lnTo>
                <a:lnTo>
                  <a:pt x="291" y="118"/>
                </a:lnTo>
                <a:lnTo>
                  <a:pt x="292" y="118"/>
                </a:lnTo>
                <a:lnTo>
                  <a:pt x="292" y="119"/>
                </a:lnTo>
                <a:lnTo>
                  <a:pt x="293" y="119"/>
                </a:lnTo>
                <a:lnTo>
                  <a:pt x="293" y="120"/>
                </a:lnTo>
                <a:lnTo>
                  <a:pt x="292" y="121"/>
                </a:lnTo>
                <a:lnTo>
                  <a:pt x="292" y="122"/>
                </a:lnTo>
                <a:lnTo>
                  <a:pt x="293" y="121"/>
                </a:lnTo>
                <a:lnTo>
                  <a:pt x="294" y="121"/>
                </a:lnTo>
                <a:lnTo>
                  <a:pt x="294" y="120"/>
                </a:lnTo>
                <a:lnTo>
                  <a:pt x="295" y="119"/>
                </a:lnTo>
                <a:lnTo>
                  <a:pt x="296" y="119"/>
                </a:lnTo>
                <a:lnTo>
                  <a:pt x="297" y="118"/>
                </a:lnTo>
                <a:lnTo>
                  <a:pt x="297" y="117"/>
                </a:lnTo>
                <a:lnTo>
                  <a:pt x="298" y="117"/>
                </a:lnTo>
                <a:lnTo>
                  <a:pt x="299" y="118"/>
                </a:lnTo>
                <a:lnTo>
                  <a:pt x="299" y="119"/>
                </a:lnTo>
                <a:lnTo>
                  <a:pt x="298" y="120"/>
                </a:lnTo>
                <a:lnTo>
                  <a:pt x="298" y="121"/>
                </a:lnTo>
                <a:lnTo>
                  <a:pt x="299" y="121"/>
                </a:lnTo>
                <a:lnTo>
                  <a:pt x="299" y="122"/>
                </a:lnTo>
                <a:lnTo>
                  <a:pt x="298" y="122"/>
                </a:lnTo>
                <a:lnTo>
                  <a:pt x="299" y="122"/>
                </a:lnTo>
                <a:lnTo>
                  <a:pt x="299" y="123"/>
                </a:lnTo>
                <a:lnTo>
                  <a:pt x="300" y="123"/>
                </a:lnTo>
                <a:lnTo>
                  <a:pt x="300" y="124"/>
                </a:lnTo>
                <a:lnTo>
                  <a:pt x="301" y="124"/>
                </a:lnTo>
                <a:lnTo>
                  <a:pt x="301" y="125"/>
                </a:lnTo>
                <a:lnTo>
                  <a:pt x="300" y="125"/>
                </a:lnTo>
                <a:lnTo>
                  <a:pt x="301" y="126"/>
                </a:lnTo>
                <a:lnTo>
                  <a:pt x="301" y="127"/>
                </a:lnTo>
                <a:lnTo>
                  <a:pt x="300" y="128"/>
                </a:lnTo>
                <a:lnTo>
                  <a:pt x="299" y="129"/>
                </a:lnTo>
                <a:lnTo>
                  <a:pt x="299" y="130"/>
                </a:lnTo>
                <a:lnTo>
                  <a:pt x="299" y="129"/>
                </a:lnTo>
                <a:lnTo>
                  <a:pt x="300" y="129"/>
                </a:lnTo>
                <a:lnTo>
                  <a:pt x="301" y="130"/>
                </a:lnTo>
                <a:lnTo>
                  <a:pt x="302" y="130"/>
                </a:lnTo>
                <a:lnTo>
                  <a:pt x="303" y="129"/>
                </a:lnTo>
                <a:lnTo>
                  <a:pt x="304" y="129"/>
                </a:lnTo>
                <a:lnTo>
                  <a:pt x="305" y="129"/>
                </a:lnTo>
                <a:lnTo>
                  <a:pt x="306" y="130"/>
                </a:lnTo>
                <a:lnTo>
                  <a:pt x="307" y="129"/>
                </a:lnTo>
                <a:lnTo>
                  <a:pt x="308" y="129"/>
                </a:lnTo>
                <a:lnTo>
                  <a:pt x="309" y="128"/>
                </a:lnTo>
                <a:lnTo>
                  <a:pt x="308" y="128"/>
                </a:lnTo>
                <a:lnTo>
                  <a:pt x="308" y="127"/>
                </a:lnTo>
                <a:lnTo>
                  <a:pt x="309" y="127"/>
                </a:lnTo>
                <a:lnTo>
                  <a:pt x="310" y="127"/>
                </a:lnTo>
                <a:lnTo>
                  <a:pt x="311" y="126"/>
                </a:lnTo>
                <a:lnTo>
                  <a:pt x="312" y="126"/>
                </a:lnTo>
                <a:lnTo>
                  <a:pt x="313" y="126"/>
                </a:lnTo>
                <a:lnTo>
                  <a:pt x="314" y="125"/>
                </a:lnTo>
                <a:lnTo>
                  <a:pt x="315" y="125"/>
                </a:lnTo>
                <a:lnTo>
                  <a:pt x="315" y="124"/>
                </a:lnTo>
                <a:lnTo>
                  <a:pt x="316" y="124"/>
                </a:lnTo>
                <a:lnTo>
                  <a:pt x="317" y="123"/>
                </a:lnTo>
                <a:lnTo>
                  <a:pt x="317" y="124"/>
                </a:lnTo>
                <a:lnTo>
                  <a:pt x="317" y="123"/>
                </a:lnTo>
                <a:lnTo>
                  <a:pt x="318" y="123"/>
                </a:lnTo>
                <a:lnTo>
                  <a:pt x="319" y="123"/>
                </a:lnTo>
                <a:lnTo>
                  <a:pt x="320" y="122"/>
                </a:lnTo>
                <a:lnTo>
                  <a:pt x="320" y="121"/>
                </a:lnTo>
                <a:lnTo>
                  <a:pt x="321" y="122"/>
                </a:lnTo>
                <a:lnTo>
                  <a:pt x="322" y="122"/>
                </a:lnTo>
                <a:lnTo>
                  <a:pt x="322" y="121"/>
                </a:lnTo>
                <a:lnTo>
                  <a:pt x="323" y="121"/>
                </a:lnTo>
                <a:lnTo>
                  <a:pt x="324" y="121"/>
                </a:lnTo>
                <a:lnTo>
                  <a:pt x="325" y="121"/>
                </a:lnTo>
                <a:lnTo>
                  <a:pt x="326" y="121"/>
                </a:lnTo>
                <a:lnTo>
                  <a:pt x="327" y="122"/>
                </a:lnTo>
                <a:lnTo>
                  <a:pt x="328" y="121"/>
                </a:lnTo>
                <a:lnTo>
                  <a:pt x="329" y="121"/>
                </a:lnTo>
                <a:lnTo>
                  <a:pt x="330" y="120"/>
                </a:lnTo>
                <a:lnTo>
                  <a:pt x="331" y="119"/>
                </a:lnTo>
                <a:lnTo>
                  <a:pt x="332" y="118"/>
                </a:lnTo>
                <a:lnTo>
                  <a:pt x="333" y="118"/>
                </a:lnTo>
                <a:lnTo>
                  <a:pt x="333" y="117"/>
                </a:lnTo>
                <a:lnTo>
                  <a:pt x="332" y="116"/>
                </a:lnTo>
                <a:lnTo>
                  <a:pt x="332" y="115"/>
                </a:lnTo>
                <a:lnTo>
                  <a:pt x="333" y="115"/>
                </a:lnTo>
                <a:lnTo>
                  <a:pt x="333" y="114"/>
                </a:lnTo>
                <a:lnTo>
                  <a:pt x="333" y="113"/>
                </a:lnTo>
                <a:lnTo>
                  <a:pt x="333" y="112"/>
                </a:lnTo>
                <a:lnTo>
                  <a:pt x="333" y="111"/>
                </a:lnTo>
                <a:lnTo>
                  <a:pt x="334" y="110"/>
                </a:lnTo>
                <a:lnTo>
                  <a:pt x="334" y="109"/>
                </a:lnTo>
                <a:lnTo>
                  <a:pt x="334" y="108"/>
                </a:lnTo>
                <a:lnTo>
                  <a:pt x="334" y="107"/>
                </a:lnTo>
                <a:lnTo>
                  <a:pt x="333" y="107"/>
                </a:lnTo>
                <a:lnTo>
                  <a:pt x="333" y="106"/>
                </a:lnTo>
                <a:lnTo>
                  <a:pt x="334" y="105"/>
                </a:lnTo>
                <a:lnTo>
                  <a:pt x="334" y="104"/>
                </a:lnTo>
                <a:lnTo>
                  <a:pt x="334" y="103"/>
                </a:lnTo>
                <a:lnTo>
                  <a:pt x="333" y="102"/>
                </a:lnTo>
                <a:lnTo>
                  <a:pt x="333" y="101"/>
                </a:lnTo>
                <a:lnTo>
                  <a:pt x="334" y="101"/>
                </a:lnTo>
                <a:lnTo>
                  <a:pt x="335" y="101"/>
                </a:lnTo>
                <a:lnTo>
                  <a:pt x="336" y="102"/>
                </a:lnTo>
                <a:lnTo>
                  <a:pt x="337" y="101"/>
                </a:lnTo>
                <a:lnTo>
                  <a:pt x="337" y="100"/>
                </a:lnTo>
                <a:lnTo>
                  <a:pt x="337" y="99"/>
                </a:lnTo>
                <a:lnTo>
                  <a:pt x="336" y="98"/>
                </a:lnTo>
                <a:lnTo>
                  <a:pt x="335" y="98"/>
                </a:lnTo>
                <a:lnTo>
                  <a:pt x="335" y="97"/>
                </a:lnTo>
                <a:lnTo>
                  <a:pt x="334" y="97"/>
                </a:lnTo>
                <a:lnTo>
                  <a:pt x="336" y="96"/>
                </a:lnTo>
                <a:lnTo>
                  <a:pt x="337" y="95"/>
                </a:lnTo>
                <a:lnTo>
                  <a:pt x="338" y="95"/>
                </a:lnTo>
                <a:lnTo>
                  <a:pt x="339" y="96"/>
                </a:lnTo>
                <a:lnTo>
                  <a:pt x="339" y="95"/>
                </a:lnTo>
                <a:lnTo>
                  <a:pt x="340" y="95"/>
                </a:lnTo>
                <a:lnTo>
                  <a:pt x="340" y="96"/>
                </a:lnTo>
                <a:lnTo>
                  <a:pt x="340" y="97"/>
                </a:lnTo>
                <a:lnTo>
                  <a:pt x="341" y="97"/>
                </a:lnTo>
                <a:lnTo>
                  <a:pt x="341" y="98"/>
                </a:lnTo>
                <a:lnTo>
                  <a:pt x="342" y="98"/>
                </a:lnTo>
                <a:lnTo>
                  <a:pt x="343" y="98"/>
                </a:lnTo>
                <a:lnTo>
                  <a:pt x="343" y="97"/>
                </a:lnTo>
                <a:lnTo>
                  <a:pt x="342" y="96"/>
                </a:lnTo>
                <a:lnTo>
                  <a:pt x="342" y="95"/>
                </a:lnTo>
                <a:lnTo>
                  <a:pt x="342" y="94"/>
                </a:lnTo>
                <a:lnTo>
                  <a:pt x="343" y="94"/>
                </a:lnTo>
                <a:lnTo>
                  <a:pt x="343" y="93"/>
                </a:lnTo>
                <a:lnTo>
                  <a:pt x="344" y="93"/>
                </a:lnTo>
                <a:lnTo>
                  <a:pt x="345" y="93"/>
                </a:lnTo>
                <a:lnTo>
                  <a:pt x="346" y="93"/>
                </a:lnTo>
                <a:lnTo>
                  <a:pt x="347" y="92"/>
                </a:lnTo>
                <a:lnTo>
                  <a:pt x="346" y="91"/>
                </a:lnTo>
                <a:lnTo>
                  <a:pt x="347" y="91"/>
                </a:lnTo>
                <a:lnTo>
                  <a:pt x="347" y="90"/>
                </a:lnTo>
                <a:lnTo>
                  <a:pt x="347" y="89"/>
                </a:lnTo>
                <a:lnTo>
                  <a:pt x="347" y="88"/>
                </a:lnTo>
                <a:lnTo>
                  <a:pt x="348" y="88"/>
                </a:lnTo>
                <a:lnTo>
                  <a:pt x="349" y="88"/>
                </a:lnTo>
                <a:lnTo>
                  <a:pt x="350" y="87"/>
                </a:lnTo>
                <a:lnTo>
                  <a:pt x="351" y="87"/>
                </a:lnTo>
                <a:lnTo>
                  <a:pt x="352" y="87"/>
                </a:lnTo>
                <a:lnTo>
                  <a:pt x="352" y="88"/>
                </a:lnTo>
                <a:lnTo>
                  <a:pt x="352" y="89"/>
                </a:lnTo>
                <a:lnTo>
                  <a:pt x="353" y="90"/>
                </a:lnTo>
                <a:lnTo>
                  <a:pt x="356" y="91"/>
                </a:lnTo>
                <a:lnTo>
                  <a:pt x="356" y="92"/>
                </a:lnTo>
                <a:lnTo>
                  <a:pt x="357" y="93"/>
                </a:lnTo>
                <a:lnTo>
                  <a:pt x="358" y="94"/>
                </a:lnTo>
                <a:lnTo>
                  <a:pt x="358" y="95"/>
                </a:lnTo>
                <a:lnTo>
                  <a:pt x="358" y="96"/>
                </a:lnTo>
                <a:lnTo>
                  <a:pt x="358" y="97"/>
                </a:lnTo>
                <a:lnTo>
                  <a:pt x="359" y="97"/>
                </a:lnTo>
                <a:lnTo>
                  <a:pt x="359" y="96"/>
                </a:lnTo>
                <a:lnTo>
                  <a:pt x="360" y="96"/>
                </a:lnTo>
                <a:lnTo>
                  <a:pt x="360" y="95"/>
                </a:lnTo>
                <a:lnTo>
                  <a:pt x="361" y="95"/>
                </a:lnTo>
                <a:lnTo>
                  <a:pt x="362" y="95"/>
                </a:lnTo>
                <a:lnTo>
                  <a:pt x="364" y="95"/>
                </a:lnTo>
                <a:lnTo>
                  <a:pt x="365" y="96"/>
                </a:lnTo>
                <a:lnTo>
                  <a:pt x="366" y="96"/>
                </a:lnTo>
                <a:lnTo>
                  <a:pt x="366" y="98"/>
                </a:lnTo>
                <a:lnTo>
                  <a:pt x="366" y="99"/>
                </a:lnTo>
                <a:lnTo>
                  <a:pt x="367" y="99"/>
                </a:lnTo>
                <a:lnTo>
                  <a:pt x="368" y="99"/>
                </a:lnTo>
                <a:lnTo>
                  <a:pt x="368" y="100"/>
                </a:lnTo>
                <a:lnTo>
                  <a:pt x="369" y="100"/>
                </a:lnTo>
                <a:lnTo>
                  <a:pt x="370" y="101"/>
                </a:lnTo>
                <a:lnTo>
                  <a:pt x="371" y="102"/>
                </a:lnTo>
                <a:lnTo>
                  <a:pt x="371" y="103"/>
                </a:lnTo>
                <a:lnTo>
                  <a:pt x="372" y="104"/>
                </a:lnTo>
                <a:lnTo>
                  <a:pt x="373" y="104"/>
                </a:lnTo>
                <a:lnTo>
                  <a:pt x="374" y="106"/>
                </a:lnTo>
                <a:lnTo>
                  <a:pt x="373" y="107"/>
                </a:lnTo>
                <a:lnTo>
                  <a:pt x="374" y="108"/>
                </a:lnTo>
                <a:lnTo>
                  <a:pt x="375" y="110"/>
                </a:lnTo>
                <a:lnTo>
                  <a:pt x="376" y="110"/>
                </a:lnTo>
                <a:lnTo>
                  <a:pt x="376" y="108"/>
                </a:lnTo>
                <a:lnTo>
                  <a:pt x="377" y="108"/>
                </a:lnTo>
                <a:lnTo>
                  <a:pt x="377" y="107"/>
                </a:lnTo>
                <a:lnTo>
                  <a:pt x="376" y="106"/>
                </a:lnTo>
                <a:lnTo>
                  <a:pt x="376" y="105"/>
                </a:lnTo>
                <a:lnTo>
                  <a:pt x="376" y="104"/>
                </a:lnTo>
                <a:lnTo>
                  <a:pt x="376" y="103"/>
                </a:lnTo>
                <a:lnTo>
                  <a:pt x="376" y="102"/>
                </a:lnTo>
                <a:lnTo>
                  <a:pt x="376" y="101"/>
                </a:lnTo>
                <a:lnTo>
                  <a:pt x="375" y="100"/>
                </a:lnTo>
                <a:lnTo>
                  <a:pt x="374" y="100"/>
                </a:lnTo>
                <a:lnTo>
                  <a:pt x="373" y="100"/>
                </a:lnTo>
                <a:lnTo>
                  <a:pt x="373" y="99"/>
                </a:lnTo>
                <a:lnTo>
                  <a:pt x="373" y="98"/>
                </a:lnTo>
                <a:lnTo>
                  <a:pt x="374" y="98"/>
                </a:lnTo>
                <a:lnTo>
                  <a:pt x="374" y="97"/>
                </a:lnTo>
                <a:lnTo>
                  <a:pt x="374" y="96"/>
                </a:lnTo>
                <a:lnTo>
                  <a:pt x="374" y="95"/>
                </a:lnTo>
                <a:lnTo>
                  <a:pt x="375" y="93"/>
                </a:lnTo>
                <a:lnTo>
                  <a:pt x="376" y="93"/>
                </a:lnTo>
                <a:lnTo>
                  <a:pt x="376" y="94"/>
                </a:lnTo>
                <a:lnTo>
                  <a:pt x="377" y="94"/>
                </a:lnTo>
                <a:lnTo>
                  <a:pt x="377" y="93"/>
                </a:lnTo>
                <a:lnTo>
                  <a:pt x="376" y="93"/>
                </a:lnTo>
                <a:lnTo>
                  <a:pt x="376" y="92"/>
                </a:lnTo>
                <a:lnTo>
                  <a:pt x="375" y="92"/>
                </a:lnTo>
                <a:lnTo>
                  <a:pt x="375" y="91"/>
                </a:lnTo>
                <a:lnTo>
                  <a:pt x="376" y="91"/>
                </a:lnTo>
                <a:lnTo>
                  <a:pt x="377" y="90"/>
                </a:lnTo>
                <a:lnTo>
                  <a:pt x="377" y="89"/>
                </a:lnTo>
                <a:lnTo>
                  <a:pt x="377" y="88"/>
                </a:lnTo>
                <a:lnTo>
                  <a:pt x="378" y="88"/>
                </a:lnTo>
                <a:lnTo>
                  <a:pt x="379" y="88"/>
                </a:lnTo>
                <a:lnTo>
                  <a:pt x="380" y="87"/>
                </a:lnTo>
                <a:lnTo>
                  <a:pt x="381" y="88"/>
                </a:lnTo>
                <a:lnTo>
                  <a:pt x="382" y="88"/>
                </a:lnTo>
                <a:lnTo>
                  <a:pt x="382" y="89"/>
                </a:lnTo>
                <a:lnTo>
                  <a:pt x="382" y="88"/>
                </a:lnTo>
                <a:lnTo>
                  <a:pt x="382" y="87"/>
                </a:lnTo>
                <a:lnTo>
                  <a:pt x="381" y="87"/>
                </a:lnTo>
                <a:lnTo>
                  <a:pt x="381" y="86"/>
                </a:lnTo>
                <a:lnTo>
                  <a:pt x="380" y="85"/>
                </a:lnTo>
                <a:lnTo>
                  <a:pt x="379" y="85"/>
                </a:lnTo>
                <a:lnTo>
                  <a:pt x="380" y="84"/>
                </a:lnTo>
                <a:lnTo>
                  <a:pt x="380" y="83"/>
                </a:lnTo>
                <a:lnTo>
                  <a:pt x="379" y="83"/>
                </a:lnTo>
                <a:lnTo>
                  <a:pt x="380" y="82"/>
                </a:lnTo>
                <a:lnTo>
                  <a:pt x="380" y="81"/>
                </a:lnTo>
                <a:lnTo>
                  <a:pt x="381" y="81"/>
                </a:lnTo>
                <a:lnTo>
                  <a:pt x="381" y="82"/>
                </a:lnTo>
                <a:lnTo>
                  <a:pt x="382" y="82"/>
                </a:lnTo>
                <a:lnTo>
                  <a:pt x="382" y="81"/>
                </a:lnTo>
                <a:lnTo>
                  <a:pt x="382" y="80"/>
                </a:lnTo>
                <a:lnTo>
                  <a:pt x="382" y="79"/>
                </a:lnTo>
                <a:lnTo>
                  <a:pt x="382" y="78"/>
                </a:lnTo>
                <a:lnTo>
                  <a:pt x="383" y="78"/>
                </a:lnTo>
                <a:lnTo>
                  <a:pt x="384" y="78"/>
                </a:lnTo>
                <a:lnTo>
                  <a:pt x="385" y="77"/>
                </a:lnTo>
                <a:lnTo>
                  <a:pt x="386" y="77"/>
                </a:lnTo>
                <a:lnTo>
                  <a:pt x="387" y="77"/>
                </a:lnTo>
                <a:lnTo>
                  <a:pt x="388" y="76"/>
                </a:lnTo>
                <a:lnTo>
                  <a:pt x="389" y="77"/>
                </a:lnTo>
                <a:lnTo>
                  <a:pt x="390" y="78"/>
                </a:lnTo>
                <a:lnTo>
                  <a:pt x="391" y="78"/>
                </a:lnTo>
                <a:lnTo>
                  <a:pt x="391" y="79"/>
                </a:lnTo>
                <a:lnTo>
                  <a:pt x="391" y="80"/>
                </a:lnTo>
                <a:lnTo>
                  <a:pt x="391" y="81"/>
                </a:lnTo>
                <a:lnTo>
                  <a:pt x="392" y="81"/>
                </a:lnTo>
                <a:lnTo>
                  <a:pt x="392" y="82"/>
                </a:lnTo>
                <a:lnTo>
                  <a:pt x="392" y="83"/>
                </a:lnTo>
                <a:lnTo>
                  <a:pt x="391" y="83"/>
                </a:lnTo>
                <a:lnTo>
                  <a:pt x="391" y="85"/>
                </a:lnTo>
                <a:lnTo>
                  <a:pt x="392" y="85"/>
                </a:lnTo>
                <a:lnTo>
                  <a:pt x="392" y="86"/>
                </a:lnTo>
                <a:lnTo>
                  <a:pt x="393" y="87"/>
                </a:lnTo>
                <a:lnTo>
                  <a:pt x="393" y="88"/>
                </a:lnTo>
                <a:lnTo>
                  <a:pt x="394" y="87"/>
                </a:lnTo>
                <a:lnTo>
                  <a:pt x="394" y="86"/>
                </a:lnTo>
                <a:lnTo>
                  <a:pt x="396" y="86"/>
                </a:lnTo>
                <a:lnTo>
                  <a:pt x="397" y="86"/>
                </a:lnTo>
                <a:lnTo>
                  <a:pt x="397" y="85"/>
                </a:lnTo>
                <a:lnTo>
                  <a:pt x="398" y="85"/>
                </a:lnTo>
                <a:lnTo>
                  <a:pt x="399" y="85"/>
                </a:lnTo>
                <a:lnTo>
                  <a:pt x="400" y="85"/>
                </a:lnTo>
                <a:lnTo>
                  <a:pt x="400" y="86"/>
                </a:lnTo>
                <a:lnTo>
                  <a:pt x="401" y="86"/>
                </a:lnTo>
                <a:lnTo>
                  <a:pt x="403" y="86"/>
                </a:lnTo>
                <a:lnTo>
                  <a:pt x="404" y="85"/>
                </a:lnTo>
                <a:lnTo>
                  <a:pt x="406" y="85"/>
                </a:lnTo>
                <a:lnTo>
                  <a:pt x="407" y="86"/>
                </a:lnTo>
                <a:lnTo>
                  <a:pt x="408" y="86"/>
                </a:lnTo>
                <a:lnTo>
                  <a:pt x="408" y="87"/>
                </a:lnTo>
                <a:lnTo>
                  <a:pt x="409" y="87"/>
                </a:lnTo>
                <a:lnTo>
                  <a:pt x="410" y="87"/>
                </a:lnTo>
                <a:lnTo>
                  <a:pt x="411" y="88"/>
                </a:lnTo>
                <a:lnTo>
                  <a:pt x="411" y="89"/>
                </a:lnTo>
                <a:lnTo>
                  <a:pt x="412" y="89"/>
                </a:lnTo>
                <a:lnTo>
                  <a:pt x="413" y="89"/>
                </a:lnTo>
                <a:lnTo>
                  <a:pt x="414" y="88"/>
                </a:lnTo>
                <a:lnTo>
                  <a:pt x="415" y="88"/>
                </a:lnTo>
                <a:lnTo>
                  <a:pt x="416" y="87"/>
                </a:lnTo>
                <a:lnTo>
                  <a:pt x="416" y="86"/>
                </a:lnTo>
                <a:lnTo>
                  <a:pt x="417" y="87"/>
                </a:lnTo>
                <a:lnTo>
                  <a:pt x="418" y="86"/>
                </a:lnTo>
                <a:lnTo>
                  <a:pt x="418" y="85"/>
                </a:lnTo>
                <a:lnTo>
                  <a:pt x="417" y="84"/>
                </a:lnTo>
                <a:lnTo>
                  <a:pt x="416" y="84"/>
                </a:lnTo>
                <a:lnTo>
                  <a:pt x="415" y="84"/>
                </a:lnTo>
                <a:lnTo>
                  <a:pt x="414" y="83"/>
                </a:lnTo>
                <a:lnTo>
                  <a:pt x="414" y="82"/>
                </a:lnTo>
                <a:lnTo>
                  <a:pt x="414" y="81"/>
                </a:lnTo>
                <a:lnTo>
                  <a:pt x="414" y="80"/>
                </a:lnTo>
                <a:lnTo>
                  <a:pt x="414" y="79"/>
                </a:lnTo>
                <a:lnTo>
                  <a:pt x="415" y="79"/>
                </a:lnTo>
                <a:lnTo>
                  <a:pt x="414" y="79"/>
                </a:lnTo>
                <a:lnTo>
                  <a:pt x="414" y="78"/>
                </a:lnTo>
                <a:lnTo>
                  <a:pt x="414" y="79"/>
                </a:lnTo>
                <a:lnTo>
                  <a:pt x="414" y="78"/>
                </a:lnTo>
                <a:lnTo>
                  <a:pt x="413" y="77"/>
                </a:lnTo>
                <a:lnTo>
                  <a:pt x="414" y="75"/>
                </a:lnTo>
                <a:lnTo>
                  <a:pt x="415" y="72"/>
                </a:lnTo>
                <a:lnTo>
                  <a:pt x="416" y="71"/>
                </a:lnTo>
                <a:lnTo>
                  <a:pt x="417" y="71"/>
                </a:lnTo>
                <a:lnTo>
                  <a:pt x="417" y="70"/>
                </a:lnTo>
                <a:lnTo>
                  <a:pt x="417" y="69"/>
                </a:lnTo>
                <a:lnTo>
                  <a:pt x="417" y="68"/>
                </a:lnTo>
                <a:lnTo>
                  <a:pt x="416" y="68"/>
                </a:lnTo>
                <a:lnTo>
                  <a:pt x="415" y="67"/>
                </a:lnTo>
                <a:lnTo>
                  <a:pt x="415" y="66"/>
                </a:lnTo>
                <a:lnTo>
                  <a:pt x="415" y="65"/>
                </a:lnTo>
                <a:lnTo>
                  <a:pt x="415" y="66"/>
                </a:lnTo>
                <a:lnTo>
                  <a:pt x="414" y="66"/>
                </a:lnTo>
                <a:lnTo>
                  <a:pt x="414" y="67"/>
                </a:lnTo>
                <a:lnTo>
                  <a:pt x="413" y="68"/>
                </a:lnTo>
                <a:lnTo>
                  <a:pt x="412" y="67"/>
                </a:lnTo>
                <a:lnTo>
                  <a:pt x="411" y="66"/>
                </a:lnTo>
                <a:lnTo>
                  <a:pt x="410" y="66"/>
                </a:lnTo>
                <a:lnTo>
                  <a:pt x="410" y="67"/>
                </a:lnTo>
                <a:lnTo>
                  <a:pt x="410" y="68"/>
                </a:lnTo>
                <a:lnTo>
                  <a:pt x="409" y="68"/>
                </a:lnTo>
                <a:lnTo>
                  <a:pt x="409" y="69"/>
                </a:lnTo>
                <a:lnTo>
                  <a:pt x="408" y="70"/>
                </a:lnTo>
                <a:lnTo>
                  <a:pt x="407" y="70"/>
                </a:lnTo>
                <a:lnTo>
                  <a:pt x="407" y="71"/>
                </a:lnTo>
                <a:lnTo>
                  <a:pt x="406" y="72"/>
                </a:lnTo>
                <a:lnTo>
                  <a:pt x="405" y="72"/>
                </a:lnTo>
                <a:lnTo>
                  <a:pt x="404" y="72"/>
                </a:lnTo>
                <a:lnTo>
                  <a:pt x="403" y="72"/>
                </a:lnTo>
                <a:lnTo>
                  <a:pt x="402" y="72"/>
                </a:lnTo>
                <a:lnTo>
                  <a:pt x="401" y="72"/>
                </a:lnTo>
                <a:lnTo>
                  <a:pt x="401" y="71"/>
                </a:lnTo>
                <a:lnTo>
                  <a:pt x="401" y="70"/>
                </a:lnTo>
                <a:lnTo>
                  <a:pt x="401" y="69"/>
                </a:lnTo>
                <a:lnTo>
                  <a:pt x="401" y="68"/>
                </a:lnTo>
                <a:lnTo>
                  <a:pt x="402" y="67"/>
                </a:lnTo>
                <a:lnTo>
                  <a:pt x="403" y="67"/>
                </a:lnTo>
                <a:lnTo>
                  <a:pt x="405" y="66"/>
                </a:lnTo>
                <a:lnTo>
                  <a:pt x="405" y="67"/>
                </a:lnTo>
                <a:lnTo>
                  <a:pt x="406" y="67"/>
                </a:lnTo>
                <a:lnTo>
                  <a:pt x="407" y="67"/>
                </a:lnTo>
                <a:lnTo>
                  <a:pt x="407" y="66"/>
                </a:lnTo>
                <a:lnTo>
                  <a:pt x="406" y="66"/>
                </a:lnTo>
                <a:lnTo>
                  <a:pt x="407" y="65"/>
                </a:lnTo>
                <a:lnTo>
                  <a:pt x="407" y="66"/>
                </a:lnTo>
                <a:lnTo>
                  <a:pt x="408" y="66"/>
                </a:lnTo>
                <a:lnTo>
                  <a:pt x="408" y="65"/>
                </a:lnTo>
                <a:lnTo>
                  <a:pt x="409" y="64"/>
                </a:lnTo>
                <a:lnTo>
                  <a:pt x="410" y="64"/>
                </a:lnTo>
                <a:lnTo>
                  <a:pt x="410" y="63"/>
                </a:lnTo>
                <a:lnTo>
                  <a:pt x="409" y="62"/>
                </a:lnTo>
                <a:lnTo>
                  <a:pt x="410" y="62"/>
                </a:lnTo>
                <a:lnTo>
                  <a:pt x="411" y="61"/>
                </a:lnTo>
                <a:lnTo>
                  <a:pt x="412" y="61"/>
                </a:lnTo>
                <a:lnTo>
                  <a:pt x="413" y="61"/>
                </a:lnTo>
                <a:lnTo>
                  <a:pt x="414" y="61"/>
                </a:lnTo>
                <a:lnTo>
                  <a:pt x="415" y="61"/>
                </a:lnTo>
                <a:lnTo>
                  <a:pt x="417" y="62"/>
                </a:lnTo>
                <a:lnTo>
                  <a:pt x="417" y="61"/>
                </a:lnTo>
                <a:lnTo>
                  <a:pt x="418" y="61"/>
                </a:lnTo>
                <a:lnTo>
                  <a:pt x="419" y="59"/>
                </a:lnTo>
                <a:lnTo>
                  <a:pt x="420" y="59"/>
                </a:lnTo>
                <a:lnTo>
                  <a:pt x="421" y="59"/>
                </a:lnTo>
                <a:lnTo>
                  <a:pt x="422" y="59"/>
                </a:lnTo>
                <a:lnTo>
                  <a:pt x="423" y="60"/>
                </a:lnTo>
                <a:lnTo>
                  <a:pt x="424" y="62"/>
                </a:lnTo>
                <a:lnTo>
                  <a:pt x="423" y="62"/>
                </a:lnTo>
                <a:lnTo>
                  <a:pt x="423" y="63"/>
                </a:lnTo>
                <a:lnTo>
                  <a:pt x="422" y="63"/>
                </a:lnTo>
                <a:lnTo>
                  <a:pt x="422" y="64"/>
                </a:lnTo>
                <a:lnTo>
                  <a:pt x="423" y="65"/>
                </a:lnTo>
                <a:lnTo>
                  <a:pt x="423" y="66"/>
                </a:lnTo>
                <a:lnTo>
                  <a:pt x="424" y="66"/>
                </a:lnTo>
                <a:lnTo>
                  <a:pt x="424" y="65"/>
                </a:lnTo>
                <a:lnTo>
                  <a:pt x="425" y="65"/>
                </a:lnTo>
                <a:lnTo>
                  <a:pt x="425" y="64"/>
                </a:lnTo>
                <a:lnTo>
                  <a:pt x="424" y="64"/>
                </a:lnTo>
                <a:lnTo>
                  <a:pt x="425" y="64"/>
                </a:lnTo>
                <a:lnTo>
                  <a:pt x="426" y="64"/>
                </a:lnTo>
                <a:lnTo>
                  <a:pt x="427" y="63"/>
                </a:lnTo>
                <a:lnTo>
                  <a:pt x="427" y="62"/>
                </a:lnTo>
                <a:lnTo>
                  <a:pt x="426" y="62"/>
                </a:lnTo>
                <a:lnTo>
                  <a:pt x="425" y="60"/>
                </a:lnTo>
                <a:lnTo>
                  <a:pt x="426" y="59"/>
                </a:lnTo>
                <a:lnTo>
                  <a:pt x="427" y="59"/>
                </a:lnTo>
                <a:lnTo>
                  <a:pt x="427" y="60"/>
                </a:lnTo>
                <a:lnTo>
                  <a:pt x="428" y="60"/>
                </a:lnTo>
                <a:lnTo>
                  <a:pt x="429" y="60"/>
                </a:lnTo>
                <a:lnTo>
                  <a:pt x="429" y="61"/>
                </a:lnTo>
                <a:lnTo>
                  <a:pt x="429" y="62"/>
                </a:lnTo>
                <a:lnTo>
                  <a:pt x="429" y="63"/>
                </a:lnTo>
                <a:lnTo>
                  <a:pt x="428" y="63"/>
                </a:lnTo>
                <a:lnTo>
                  <a:pt x="428" y="64"/>
                </a:lnTo>
                <a:lnTo>
                  <a:pt x="428" y="63"/>
                </a:lnTo>
                <a:lnTo>
                  <a:pt x="429" y="63"/>
                </a:lnTo>
                <a:lnTo>
                  <a:pt x="429" y="64"/>
                </a:lnTo>
                <a:lnTo>
                  <a:pt x="429" y="65"/>
                </a:lnTo>
                <a:lnTo>
                  <a:pt x="429" y="66"/>
                </a:lnTo>
                <a:lnTo>
                  <a:pt x="430" y="66"/>
                </a:lnTo>
                <a:lnTo>
                  <a:pt x="431" y="66"/>
                </a:lnTo>
                <a:lnTo>
                  <a:pt x="432" y="67"/>
                </a:lnTo>
                <a:lnTo>
                  <a:pt x="433" y="68"/>
                </a:lnTo>
                <a:lnTo>
                  <a:pt x="434" y="68"/>
                </a:lnTo>
                <a:lnTo>
                  <a:pt x="435" y="68"/>
                </a:lnTo>
                <a:lnTo>
                  <a:pt x="437" y="68"/>
                </a:lnTo>
                <a:lnTo>
                  <a:pt x="438" y="68"/>
                </a:lnTo>
                <a:lnTo>
                  <a:pt x="438" y="67"/>
                </a:lnTo>
                <a:lnTo>
                  <a:pt x="439" y="67"/>
                </a:lnTo>
                <a:lnTo>
                  <a:pt x="441" y="67"/>
                </a:lnTo>
                <a:lnTo>
                  <a:pt x="441" y="65"/>
                </a:lnTo>
                <a:lnTo>
                  <a:pt x="441" y="64"/>
                </a:lnTo>
                <a:lnTo>
                  <a:pt x="440" y="64"/>
                </a:lnTo>
                <a:lnTo>
                  <a:pt x="440" y="63"/>
                </a:lnTo>
                <a:lnTo>
                  <a:pt x="441" y="63"/>
                </a:lnTo>
                <a:lnTo>
                  <a:pt x="440" y="62"/>
                </a:lnTo>
                <a:lnTo>
                  <a:pt x="440" y="61"/>
                </a:lnTo>
                <a:lnTo>
                  <a:pt x="441" y="60"/>
                </a:lnTo>
                <a:lnTo>
                  <a:pt x="441" y="59"/>
                </a:lnTo>
                <a:lnTo>
                  <a:pt x="440" y="58"/>
                </a:lnTo>
                <a:lnTo>
                  <a:pt x="441" y="56"/>
                </a:lnTo>
                <a:lnTo>
                  <a:pt x="442" y="56"/>
                </a:lnTo>
                <a:lnTo>
                  <a:pt x="442" y="55"/>
                </a:lnTo>
                <a:lnTo>
                  <a:pt x="443" y="55"/>
                </a:lnTo>
                <a:lnTo>
                  <a:pt x="444" y="54"/>
                </a:lnTo>
                <a:lnTo>
                  <a:pt x="445" y="53"/>
                </a:lnTo>
                <a:lnTo>
                  <a:pt x="446" y="52"/>
                </a:lnTo>
                <a:lnTo>
                  <a:pt x="446" y="51"/>
                </a:lnTo>
                <a:lnTo>
                  <a:pt x="446" y="50"/>
                </a:lnTo>
                <a:lnTo>
                  <a:pt x="445" y="50"/>
                </a:lnTo>
                <a:lnTo>
                  <a:pt x="446" y="50"/>
                </a:lnTo>
                <a:lnTo>
                  <a:pt x="446" y="49"/>
                </a:lnTo>
                <a:lnTo>
                  <a:pt x="448" y="49"/>
                </a:lnTo>
                <a:lnTo>
                  <a:pt x="448" y="48"/>
                </a:lnTo>
                <a:lnTo>
                  <a:pt x="449" y="48"/>
                </a:lnTo>
                <a:lnTo>
                  <a:pt x="449" y="47"/>
                </a:lnTo>
                <a:lnTo>
                  <a:pt x="450" y="44"/>
                </a:lnTo>
                <a:lnTo>
                  <a:pt x="449" y="43"/>
                </a:lnTo>
                <a:lnTo>
                  <a:pt x="447" y="43"/>
                </a:lnTo>
                <a:lnTo>
                  <a:pt x="448" y="42"/>
                </a:lnTo>
                <a:lnTo>
                  <a:pt x="449" y="42"/>
                </a:lnTo>
                <a:lnTo>
                  <a:pt x="449" y="41"/>
                </a:lnTo>
                <a:lnTo>
                  <a:pt x="450" y="41"/>
                </a:lnTo>
                <a:lnTo>
                  <a:pt x="451" y="41"/>
                </a:lnTo>
                <a:lnTo>
                  <a:pt x="451" y="40"/>
                </a:lnTo>
                <a:lnTo>
                  <a:pt x="452" y="40"/>
                </a:lnTo>
                <a:lnTo>
                  <a:pt x="452" y="39"/>
                </a:lnTo>
                <a:lnTo>
                  <a:pt x="453" y="39"/>
                </a:lnTo>
                <a:lnTo>
                  <a:pt x="453" y="38"/>
                </a:lnTo>
                <a:lnTo>
                  <a:pt x="454" y="37"/>
                </a:lnTo>
                <a:lnTo>
                  <a:pt x="454" y="36"/>
                </a:lnTo>
                <a:lnTo>
                  <a:pt x="455" y="36"/>
                </a:lnTo>
                <a:lnTo>
                  <a:pt x="455" y="37"/>
                </a:lnTo>
                <a:lnTo>
                  <a:pt x="456" y="38"/>
                </a:lnTo>
                <a:lnTo>
                  <a:pt x="456" y="39"/>
                </a:lnTo>
                <a:lnTo>
                  <a:pt x="457" y="39"/>
                </a:lnTo>
                <a:lnTo>
                  <a:pt x="459" y="40"/>
                </a:lnTo>
                <a:lnTo>
                  <a:pt x="459" y="39"/>
                </a:lnTo>
                <a:lnTo>
                  <a:pt x="460" y="39"/>
                </a:lnTo>
                <a:lnTo>
                  <a:pt x="459" y="38"/>
                </a:lnTo>
                <a:lnTo>
                  <a:pt x="459" y="37"/>
                </a:lnTo>
                <a:lnTo>
                  <a:pt x="460" y="37"/>
                </a:lnTo>
                <a:lnTo>
                  <a:pt x="461" y="37"/>
                </a:lnTo>
                <a:lnTo>
                  <a:pt x="462" y="37"/>
                </a:lnTo>
                <a:lnTo>
                  <a:pt x="462" y="38"/>
                </a:lnTo>
                <a:lnTo>
                  <a:pt x="463" y="38"/>
                </a:lnTo>
                <a:lnTo>
                  <a:pt x="463" y="37"/>
                </a:lnTo>
                <a:lnTo>
                  <a:pt x="464" y="37"/>
                </a:lnTo>
                <a:lnTo>
                  <a:pt x="465" y="37"/>
                </a:lnTo>
                <a:lnTo>
                  <a:pt x="465" y="35"/>
                </a:lnTo>
                <a:lnTo>
                  <a:pt x="466" y="35"/>
                </a:lnTo>
                <a:lnTo>
                  <a:pt x="467" y="34"/>
                </a:lnTo>
                <a:lnTo>
                  <a:pt x="468" y="34"/>
                </a:lnTo>
                <a:lnTo>
                  <a:pt x="469" y="34"/>
                </a:lnTo>
                <a:lnTo>
                  <a:pt x="469" y="35"/>
                </a:lnTo>
                <a:lnTo>
                  <a:pt x="469" y="36"/>
                </a:lnTo>
                <a:lnTo>
                  <a:pt x="469" y="37"/>
                </a:lnTo>
                <a:lnTo>
                  <a:pt x="469" y="38"/>
                </a:lnTo>
                <a:lnTo>
                  <a:pt x="470" y="38"/>
                </a:lnTo>
                <a:lnTo>
                  <a:pt x="471" y="38"/>
                </a:lnTo>
                <a:lnTo>
                  <a:pt x="471" y="37"/>
                </a:lnTo>
                <a:lnTo>
                  <a:pt x="472" y="37"/>
                </a:lnTo>
                <a:lnTo>
                  <a:pt x="472" y="38"/>
                </a:lnTo>
                <a:lnTo>
                  <a:pt x="472" y="39"/>
                </a:lnTo>
                <a:lnTo>
                  <a:pt x="473" y="39"/>
                </a:lnTo>
                <a:lnTo>
                  <a:pt x="473" y="40"/>
                </a:lnTo>
                <a:lnTo>
                  <a:pt x="474" y="40"/>
                </a:lnTo>
                <a:lnTo>
                  <a:pt x="474" y="39"/>
                </a:lnTo>
                <a:lnTo>
                  <a:pt x="473" y="39"/>
                </a:lnTo>
                <a:lnTo>
                  <a:pt x="473" y="38"/>
                </a:lnTo>
                <a:lnTo>
                  <a:pt x="474" y="38"/>
                </a:lnTo>
                <a:lnTo>
                  <a:pt x="475" y="39"/>
                </a:lnTo>
                <a:lnTo>
                  <a:pt x="476" y="40"/>
                </a:lnTo>
                <a:lnTo>
                  <a:pt x="476" y="41"/>
                </a:lnTo>
                <a:lnTo>
                  <a:pt x="475" y="42"/>
                </a:lnTo>
                <a:lnTo>
                  <a:pt x="475" y="43"/>
                </a:lnTo>
                <a:lnTo>
                  <a:pt x="474" y="44"/>
                </a:lnTo>
                <a:lnTo>
                  <a:pt x="473" y="44"/>
                </a:lnTo>
                <a:lnTo>
                  <a:pt x="472" y="45"/>
                </a:lnTo>
                <a:lnTo>
                  <a:pt x="472" y="46"/>
                </a:lnTo>
                <a:lnTo>
                  <a:pt x="471" y="47"/>
                </a:lnTo>
                <a:lnTo>
                  <a:pt x="472" y="48"/>
                </a:lnTo>
                <a:lnTo>
                  <a:pt x="473" y="49"/>
                </a:lnTo>
                <a:lnTo>
                  <a:pt x="472" y="49"/>
                </a:lnTo>
                <a:lnTo>
                  <a:pt x="471" y="50"/>
                </a:lnTo>
                <a:lnTo>
                  <a:pt x="471" y="51"/>
                </a:lnTo>
                <a:lnTo>
                  <a:pt x="472" y="51"/>
                </a:lnTo>
                <a:lnTo>
                  <a:pt x="473" y="52"/>
                </a:lnTo>
                <a:lnTo>
                  <a:pt x="473" y="51"/>
                </a:lnTo>
                <a:lnTo>
                  <a:pt x="474" y="51"/>
                </a:lnTo>
                <a:lnTo>
                  <a:pt x="475" y="51"/>
                </a:lnTo>
                <a:lnTo>
                  <a:pt x="477" y="51"/>
                </a:lnTo>
                <a:lnTo>
                  <a:pt x="479" y="51"/>
                </a:lnTo>
                <a:lnTo>
                  <a:pt x="479" y="52"/>
                </a:lnTo>
                <a:lnTo>
                  <a:pt x="480" y="52"/>
                </a:lnTo>
                <a:lnTo>
                  <a:pt x="480" y="53"/>
                </a:lnTo>
                <a:lnTo>
                  <a:pt x="481" y="52"/>
                </a:lnTo>
                <a:lnTo>
                  <a:pt x="483" y="52"/>
                </a:lnTo>
                <a:lnTo>
                  <a:pt x="484" y="51"/>
                </a:lnTo>
                <a:lnTo>
                  <a:pt x="484" y="50"/>
                </a:lnTo>
                <a:lnTo>
                  <a:pt x="484" y="49"/>
                </a:lnTo>
                <a:lnTo>
                  <a:pt x="485" y="49"/>
                </a:lnTo>
                <a:lnTo>
                  <a:pt x="485" y="48"/>
                </a:lnTo>
                <a:lnTo>
                  <a:pt x="485" y="47"/>
                </a:lnTo>
                <a:lnTo>
                  <a:pt x="484" y="47"/>
                </a:lnTo>
                <a:lnTo>
                  <a:pt x="484" y="46"/>
                </a:lnTo>
                <a:lnTo>
                  <a:pt x="483" y="44"/>
                </a:lnTo>
                <a:lnTo>
                  <a:pt x="483" y="43"/>
                </a:lnTo>
                <a:lnTo>
                  <a:pt x="483" y="42"/>
                </a:lnTo>
                <a:lnTo>
                  <a:pt x="484" y="42"/>
                </a:lnTo>
                <a:lnTo>
                  <a:pt x="483" y="42"/>
                </a:lnTo>
                <a:lnTo>
                  <a:pt x="482" y="41"/>
                </a:lnTo>
                <a:lnTo>
                  <a:pt x="481" y="41"/>
                </a:lnTo>
                <a:lnTo>
                  <a:pt x="481" y="40"/>
                </a:lnTo>
                <a:lnTo>
                  <a:pt x="481" y="38"/>
                </a:lnTo>
                <a:lnTo>
                  <a:pt x="482" y="38"/>
                </a:lnTo>
                <a:lnTo>
                  <a:pt x="482" y="37"/>
                </a:lnTo>
                <a:lnTo>
                  <a:pt x="482" y="36"/>
                </a:lnTo>
                <a:lnTo>
                  <a:pt x="483" y="36"/>
                </a:lnTo>
                <a:lnTo>
                  <a:pt x="483" y="35"/>
                </a:lnTo>
                <a:lnTo>
                  <a:pt x="484" y="35"/>
                </a:lnTo>
                <a:lnTo>
                  <a:pt x="485" y="36"/>
                </a:lnTo>
                <a:lnTo>
                  <a:pt x="486" y="36"/>
                </a:lnTo>
                <a:lnTo>
                  <a:pt x="488" y="36"/>
                </a:lnTo>
                <a:lnTo>
                  <a:pt x="489" y="36"/>
                </a:lnTo>
                <a:lnTo>
                  <a:pt x="490" y="35"/>
                </a:lnTo>
                <a:lnTo>
                  <a:pt x="490" y="34"/>
                </a:lnTo>
                <a:lnTo>
                  <a:pt x="490" y="33"/>
                </a:lnTo>
                <a:lnTo>
                  <a:pt x="490" y="32"/>
                </a:lnTo>
                <a:lnTo>
                  <a:pt x="491" y="30"/>
                </a:lnTo>
                <a:lnTo>
                  <a:pt x="492" y="28"/>
                </a:lnTo>
                <a:lnTo>
                  <a:pt x="492" y="27"/>
                </a:lnTo>
                <a:lnTo>
                  <a:pt x="492" y="26"/>
                </a:lnTo>
                <a:lnTo>
                  <a:pt x="492" y="24"/>
                </a:lnTo>
                <a:lnTo>
                  <a:pt x="494" y="23"/>
                </a:lnTo>
                <a:lnTo>
                  <a:pt x="496" y="21"/>
                </a:lnTo>
                <a:lnTo>
                  <a:pt x="496" y="20"/>
                </a:lnTo>
                <a:lnTo>
                  <a:pt x="497" y="20"/>
                </a:lnTo>
                <a:lnTo>
                  <a:pt x="497" y="19"/>
                </a:lnTo>
                <a:lnTo>
                  <a:pt x="498" y="19"/>
                </a:lnTo>
                <a:lnTo>
                  <a:pt x="499" y="20"/>
                </a:lnTo>
                <a:lnTo>
                  <a:pt x="499" y="21"/>
                </a:lnTo>
                <a:lnTo>
                  <a:pt x="500" y="21"/>
                </a:lnTo>
                <a:lnTo>
                  <a:pt x="500" y="20"/>
                </a:lnTo>
                <a:lnTo>
                  <a:pt x="501" y="20"/>
                </a:lnTo>
                <a:lnTo>
                  <a:pt x="502" y="20"/>
                </a:lnTo>
                <a:lnTo>
                  <a:pt x="502" y="21"/>
                </a:lnTo>
                <a:lnTo>
                  <a:pt x="503" y="22"/>
                </a:lnTo>
                <a:lnTo>
                  <a:pt x="503" y="23"/>
                </a:lnTo>
                <a:lnTo>
                  <a:pt x="504" y="23"/>
                </a:lnTo>
                <a:lnTo>
                  <a:pt x="505" y="22"/>
                </a:lnTo>
                <a:lnTo>
                  <a:pt x="506" y="22"/>
                </a:lnTo>
                <a:lnTo>
                  <a:pt x="507" y="22"/>
                </a:lnTo>
                <a:lnTo>
                  <a:pt x="508" y="22"/>
                </a:lnTo>
                <a:lnTo>
                  <a:pt x="509" y="22"/>
                </a:lnTo>
                <a:lnTo>
                  <a:pt x="509" y="23"/>
                </a:lnTo>
                <a:lnTo>
                  <a:pt x="509" y="24"/>
                </a:lnTo>
                <a:lnTo>
                  <a:pt x="508" y="24"/>
                </a:lnTo>
                <a:lnTo>
                  <a:pt x="509" y="24"/>
                </a:lnTo>
                <a:lnTo>
                  <a:pt x="509" y="25"/>
                </a:lnTo>
                <a:lnTo>
                  <a:pt x="509" y="26"/>
                </a:lnTo>
                <a:lnTo>
                  <a:pt x="509" y="27"/>
                </a:lnTo>
                <a:lnTo>
                  <a:pt x="508" y="28"/>
                </a:lnTo>
                <a:lnTo>
                  <a:pt x="508" y="29"/>
                </a:lnTo>
                <a:lnTo>
                  <a:pt x="507" y="30"/>
                </a:lnTo>
                <a:lnTo>
                  <a:pt x="507" y="31"/>
                </a:lnTo>
                <a:lnTo>
                  <a:pt x="507" y="32"/>
                </a:lnTo>
                <a:lnTo>
                  <a:pt x="507" y="33"/>
                </a:lnTo>
                <a:lnTo>
                  <a:pt x="507" y="34"/>
                </a:lnTo>
                <a:lnTo>
                  <a:pt x="506" y="35"/>
                </a:lnTo>
                <a:lnTo>
                  <a:pt x="507" y="35"/>
                </a:lnTo>
                <a:lnTo>
                  <a:pt x="508" y="35"/>
                </a:lnTo>
                <a:lnTo>
                  <a:pt x="509" y="35"/>
                </a:lnTo>
                <a:lnTo>
                  <a:pt x="509" y="36"/>
                </a:lnTo>
                <a:lnTo>
                  <a:pt x="509" y="37"/>
                </a:lnTo>
                <a:lnTo>
                  <a:pt x="510" y="37"/>
                </a:lnTo>
                <a:lnTo>
                  <a:pt x="511" y="36"/>
                </a:lnTo>
                <a:lnTo>
                  <a:pt x="511" y="35"/>
                </a:lnTo>
                <a:lnTo>
                  <a:pt x="512" y="35"/>
                </a:lnTo>
                <a:lnTo>
                  <a:pt x="512" y="36"/>
                </a:lnTo>
                <a:lnTo>
                  <a:pt x="513" y="36"/>
                </a:lnTo>
                <a:lnTo>
                  <a:pt x="513" y="37"/>
                </a:lnTo>
                <a:lnTo>
                  <a:pt x="514" y="37"/>
                </a:lnTo>
                <a:lnTo>
                  <a:pt x="515" y="37"/>
                </a:lnTo>
                <a:lnTo>
                  <a:pt x="515" y="36"/>
                </a:lnTo>
                <a:lnTo>
                  <a:pt x="515" y="35"/>
                </a:lnTo>
                <a:lnTo>
                  <a:pt x="516" y="34"/>
                </a:lnTo>
                <a:lnTo>
                  <a:pt x="517" y="33"/>
                </a:lnTo>
                <a:lnTo>
                  <a:pt x="517" y="32"/>
                </a:lnTo>
                <a:lnTo>
                  <a:pt x="518" y="32"/>
                </a:lnTo>
                <a:lnTo>
                  <a:pt x="519" y="33"/>
                </a:lnTo>
                <a:lnTo>
                  <a:pt x="519" y="34"/>
                </a:lnTo>
                <a:lnTo>
                  <a:pt x="519" y="35"/>
                </a:lnTo>
                <a:lnTo>
                  <a:pt x="520" y="35"/>
                </a:lnTo>
                <a:lnTo>
                  <a:pt x="522" y="36"/>
                </a:lnTo>
                <a:lnTo>
                  <a:pt x="522" y="37"/>
                </a:lnTo>
                <a:lnTo>
                  <a:pt x="523" y="37"/>
                </a:lnTo>
                <a:lnTo>
                  <a:pt x="523" y="38"/>
                </a:lnTo>
                <a:lnTo>
                  <a:pt x="522" y="39"/>
                </a:lnTo>
                <a:lnTo>
                  <a:pt x="523" y="39"/>
                </a:lnTo>
                <a:lnTo>
                  <a:pt x="523" y="40"/>
                </a:lnTo>
                <a:lnTo>
                  <a:pt x="523" y="41"/>
                </a:lnTo>
                <a:lnTo>
                  <a:pt x="523" y="42"/>
                </a:lnTo>
                <a:lnTo>
                  <a:pt x="523" y="43"/>
                </a:lnTo>
                <a:lnTo>
                  <a:pt x="524" y="43"/>
                </a:lnTo>
                <a:lnTo>
                  <a:pt x="525" y="43"/>
                </a:lnTo>
                <a:lnTo>
                  <a:pt x="526" y="43"/>
                </a:lnTo>
                <a:lnTo>
                  <a:pt x="527" y="43"/>
                </a:lnTo>
                <a:lnTo>
                  <a:pt x="528" y="43"/>
                </a:lnTo>
                <a:lnTo>
                  <a:pt x="529" y="42"/>
                </a:lnTo>
                <a:lnTo>
                  <a:pt x="530" y="41"/>
                </a:lnTo>
                <a:lnTo>
                  <a:pt x="531" y="39"/>
                </a:lnTo>
                <a:lnTo>
                  <a:pt x="531" y="38"/>
                </a:lnTo>
                <a:lnTo>
                  <a:pt x="532" y="37"/>
                </a:lnTo>
                <a:lnTo>
                  <a:pt x="532" y="36"/>
                </a:lnTo>
                <a:lnTo>
                  <a:pt x="533" y="35"/>
                </a:lnTo>
                <a:lnTo>
                  <a:pt x="533" y="34"/>
                </a:lnTo>
                <a:lnTo>
                  <a:pt x="532" y="34"/>
                </a:lnTo>
                <a:lnTo>
                  <a:pt x="532" y="33"/>
                </a:lnTo>
                <a:lnTo>
                  <a:pt x="533" y="32"/>
                </a:lnTo>
                <a:lnTo>
                  <a:pt x="534" y="32"/>
                </a:lnTo>
                <a:lnTo>
                  <a:pt x="534" y="31"/>
                </a:lnTo>
                <a:lnTo>
                  <a:pt x="534" y="29"/>
                </a:lnTo>
                <a:lnTo>
                  <a:pt x="535" y="29"/>
                </a:lnTo>
                <a:lnTo>
                  <a:pt x="535" y="28"/>
                </a:lnTo>
                <a:lnTo>
                  <a:pt x="536" y="27"/>
                </a:lnTo>
                <a:lnTo>
                  <a:pt x="537" y="27"/>
                </a:lnTo>
                <a:lnTo>
                  <a:pt x="538" y="27"/>
                </a:lnTo>
                <a:lnTo>
                  <a:pt x="538" y="25"/>
                </a:lnTo>
                <a:lnTo>
                  <a:pt x="539" y="25"/>
                </a:lnTo>
                <a:lnTo>
                  <a:pt x="540" y="24"/>
                </a:lnTo>
                <a:lnTo>
                  <a:pt x="541" y="23"/>
                </a:lnTo>
                <a:lnTo>
                  <a:pt x="543" y="21"/>
                </a:lnTo>
                <a:lnTo>
                  <a:pt x="544" y="20"/>
                </a:lnTo>
                <a:lnTo>
                  <a:pt x="544" y="21"/>
                </a:lnTo>
                <a:lnTo>
                  <a:pt x="544" y="22"/>
                </a:lnTo>
                <a:lnTo>
                  <a:pt x="545" y="22"/>
                </a:lnTo>
                <a:lnTo>
                  <a:pt x="546" y="22"/>
                </a:lnTo>
                <a:lnTo>
                  <a:pt x="546" y="21"/>
                </a:lnTo>
                <a:lnTo>
                  <a:pt x="546" y="20"/>
                </a:lnTo>
                <a:lnTo>
                  <a:pt x="547" y="20"/>
                </a:lnTo>
                <a:lnTo>
                  <a:pt x="549" y="19"/>
                </a:lnTo>
                <a:lnTo>
                  <a:pt x="549" y="18"/>
                </a:lnTo>
                <a:lnTo>
                  <a:pt x="550" y="17"/>
                </a:lnTo>
                <a:lnTo>
                  <a:pt x="550" y="16"/>
                </a:lnTo>
                <a:lnTo>
                  <a:pt x="551" y="16"/>
                </a:lnTo>
                <a:lnTo>
                  <a:pt x="551" y="14"/>
                </a:lnTo>
                <a:lnTo>
                  <a:pt x="551" y="13"/>
                </a:lnTo>
                <a:lnTo>
                  <a:pt x="551" y="12"/>
                </a:lnTo>
                <a:lnTo>
                  <a:pt x="551" y="11"/>
                </a:lnTo>
                <a:lnTo>
                  <a:pt x="551" y="10"/>
                </a:lnTo>
                <a:lnTo>
                  <a:pt x="552" y="10"/>
                </a:lnTo>
                <a:lnTo>
                  <a:pt x="553" y="10"/>
                </a:lnTo>
                <a:lnTo>
                  <a:pt x="554" y="9"/>
                </a:lnTo>
                <a:lnTo>
                  <a:pt x="555" y="7"/>
                </a:lnTo>
                <a:lnTo>
                  <a:pt x="557" y="5"/>
                </a:lnTo>
                <a:lnTo>
                  <a:pt x="557" y="6"/>
                </a:lnTo>
                <a:lnTo>
                  <a:pt x="558" y="7"/>
                </a:lnTo>
                <a:lnTo>
                  <a:pt x="559" y="7"/>
                </a:lnTo>
                <a:lnTo>
                  <a:pt x="559" y="8"/>
                </a:lnTo>
                <a:lnTo>
                  <a:pt x="560" y="8"/>
                </a:lnTo>
                <a:lnTo>
                  <a:pt x="561" y="7"/>
                </a:lnTo>
                <a:lnTo>
                  <a:pt x="562" y="7"/>
                </a:lnTo>
                <a:lnTo>
                  <a:pt x="563" y="7"/>
                </a:lnTo>
                <a:lnTo>
                  <a:pt x="565" y="8"/>
                </a:lnTo>
                <a:lnTo>
                  <a:pt x="565" y="9"/>
                </a:lnTo>
                <a:lnTo>
                  <a:pt x="566" y="9"/>
                </a:lnTo>
                <a:lnTo>
                  <a:pt x="567" y="9"/>
                </a:lnTo>
                <a:lnTo>
                  <a:pt x="567" y="8"/>
                </a:lnTo>
                <a:lnTo>
                  <a:pt x="568" y="7"/>
                </a:lnTo>
                <a:lnTo>
                  <a:pt x="569" y="7"/>
                </a:lnTo>
                <a:lnTo>
                  <a:pt x="569" y="8"/>
                </a:lnTo>
                <a:lnTo>
                  <a:pt x="569" y="9"/>
                </a:lnTo>
                <a:lnTo>
                  <a:pt x="568" y="10"/>
                </a:lnTo>
                <a:lnTo>
                  <a:pt x="568" y="11"/>
                </a:lnTo>
                <a:lnTo>
                  <a:pt x="568" y="12"/>
                </a:lnTo>
                <a:lnTo>
                  <a:pt x="570" y="14"/>
                </a:lnTo>
                <a:lnTo>
                  <a:pt x="571" y="14"/>
                </a:lnTo>
                <a:lnTo>
                  <a:pt x="571" y="13"/>
                </a:lnTo>
                <a:lnTo>
                  <a:pt x="571" y="12"/>
                </a:lnTo>
                <a:lnTo>
                  <a:pt x="573" y="12"/>
                </a:lnTo>
                <a:lnTo>
                  <a:pt x="575" y="13"/>
                </a:lnTo>
                <a:lnTo>
                  <a:pt x="576" y="13"/>
                </a:lnTo>
                <a:lnTo>
                  <a:pt x="577" y="13"/>
                </a:lnTo>
                <a:lnTo>
                  <a:pt x="578" y="12"/>
                </a:lnTo>
                <a:lnTo>
                  <a:pt x="579" y="12"/>
                </a:lnTo>
                <a:lnTo>
                  <a:pt x="580" y="12"/>
                </a:lnTo>
                <a:lnTo>
                  <a:pt x="581" y="11"/>
                </a:lnTo>
                <a:lnTo>
                  <a:pt x="583" y="11"/>
                </a:lnTo>
                <a:lnTo>
                  <a:pt x="584" y="11"/>
                </a:lnTo>
                <a:lnTo>
                  <a:pt x="585" y="12"/>
                </a:lnTo>
                <a:lnTo>
                  <a:pt x="585" y="13"/>
                </a:lnTo>
                <a:lnTo>
                  <a:pt x="584" y="13"/>
                </a:lnTo>
                <a:lnTo>
                  <a:pt x="585" y="13"/>
                </a:lnTo>
                <a:lnTo>
                  <a:pt x="586" y="11"/>
                </a:lnTo>
                <a:lnTo>
                  <a:pt x="586" y="10"/>
                </a:lnTo>
                <a:lnTo>
                  <a:pt x="586" y="8"/>
                </a:lnTo>
                <a:lnTo>
                  <a:pt x="585" y="7"/>
                </a:lnTo>
                <a:lnTo>
                  <a:pt x="585" y="6"/>
                </a:lnTo>
                <a:lnTo>
                  <a:pt x="586" y="6"/>
                </a:lnTo>
                <a:lnTo>
                  <a:pt x="587" y="5"/>
                </a:lnTo>
                <a:lnTo>
                  <a:pt x="587" y="4"/>
                </a:lnTo>
                <a:lnTo>
                  <a:pt x="587" y="3"/>
                </a:lnTo>
                <a:lnTo>
                  <a:pt x="587" y="2"/>
                </a:lnTo>
                <a:lnTo>
                  <a:pt x="587" y="1"/>
                </a:lnTo>
                <a:lnTo>
                  <a:pt x="586" y="1"/>
                </a:lnTo>
                <a:lnTo>
                  <a:pt x="587" y="1"/>
                </a:lnTo>
                <a:lnTo>
                  <a:pt x="587" y="0"/>
                </a:lnTo>
                <a:lnTo>
                  <a:pt x="588" y="0"/>
                </a:lnTo>
                <a:lnTo>
                  <a:pt x="589" y="0"/>
                </a:lnTo>
                <a:lnTo>
                  <a:pt x="590" y="1"/>
                </a:lnTo>
                <a:lnTo>
                  <a:pt x="590" y="2"/>
                </a:lnTo>
                <a:lnTo>
                  <a:pt x="591" y="2"/>
                </a:lnTo>
                <a:lnTo>
                  <a:pt x="592" y="3"/>
                </a:lnTo>
                <a:lnTo>
                  <a:pt x="591" y="4"/>
                </a:lnTo>
                <a:lnTo>
                  <a:pt x="592" y="4"/>
                </a:lnTo>
                <a:lnTo>
                  <a:pt x="592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33" name=""/>
          <p:cNvSpPr/>
          <p:nvPr/>
        </p:nvSpPr>
        <p:spPr>
          <a:xfrm>
            <a:off x="4272840" y="22219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34" name=""/>
          <p:cNvSpPr/>
          <p:nvPr/>
        </p:nvSpPr>
        <p:spPr>
          <a:xfrm>
            <a:off x="4268880" y="221652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4" y="6"/>
                </a:moveTo>
                <a:lnTo>
                  <a:pt x="3" y="6"/>
                </a:lnTo>
                <a:lnTo>
                  <a:pt x="2" y="5"/>
                </a:lnTo>
                <a:lnTo>
                  <a:pt x="1" y="5"/>
                </a:lnTo>
                <a:lnTo>
                  <a:pt x="1" y="6"/>
                </a:lnTo>
                <a:lnTo>
                  <a:pt x="1" y="7"/>
                </a:lnTo>
                <a:lnTo>
                  <a:pt x="1" y="6"/>
                </a:lnTo>
                <a:lnTo>
                  <a:pt x="1" y="7"/>
                </a:lnTo>
                <a:lnTo>
                  <a:pt x="2" y="7"/>
                </a:lnTo>
                <a:lnTo>
                  <a:pt x="1" y="7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6" y="1"/>
                </a:lnTo>
                <a:lnTo>
                  <a:pt x="6" y="3"/>
                </a:lnTo>
                <a:lnTo>
                  <a:pt x="6" y="4"/>
                </a:lnTo>
                <a:lnTo>
                  <a:pt x="4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35" name=""/>
          <p:cNvSpPr/>
          <p:nvPr/>
        </p:nvSpPr>
        <p:spPr>
          <a:xfrm>
            <a:off x="4268880" y="22010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36" name=""/>
          <p:cNvSpPr/>
          <p:nvPr/>
        </p:nvSpPr>
        <p:spPr>
          <a:xfrm>
            <a:off x="4255560" y="219636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1" y="3"/>
                </a:moveTo>
                <a:lnTo>
                  <a:pt x="0" y="3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1"/>
                </a:lnTo>
                <a:lnTo>
                  <a:pt x="3" y="3"/>
                </a:lnTo>
                <a:lnTo>
                  <a:pt x="1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37" name=""/>
          <p:cNvSpPr/>
          <p:nvPr/>
        </p:nvSpPr>
        <p:spPr>
          <a:xfrm>
            <a:off x="4267080" y="21956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0" y="4"/>
                </a:moveTo>
                <a:lnTo>
                  <a:pt x="1" y="3"/>
                </a:lnTo>
                <a:lnTo>
                  <a:pt x="3" y="1"/>
                </a:lnTo>
                <a:lnTo>
                  <a:pt x="4" y="1"/>
                </a:lnTo>
                <a:lnTo>
                  <a:pt x="5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38" name=""/>
          <p:cNvSpPr/>
          <p:nvPr/>
        </p:nvSpPr>
        <p:spPr>
          <a:xfrm>
            <a:off x="4268520" y="21949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39" name=""/>
          <p:cNvSpPr/>
          <p:nvPr/>
        </p:nvSpPr>
        <p:spPr>
          <a:xfrm>
            <a:off x="4261320" y="2192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0" name=""/>
          <p:cNvSpPr/>
          <p:nvPr/>
        </p:nvSpPr>
        <p:spPr>
          <a:xfrm>
            <a:off x="4252320" y="218628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6" y="1"/>
                </a:moveTo>
                <a:lnTo>
                  <a:pt x="5" y="1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1" y="6"/>
                </a:lnTo>
                <a:lnTo>
                  <a:pt x="1" y="4"/>
                </a:lnTo>
                <a:lnTo>
                  <a:pt x="1" y="3"/>
                </a:lnTo>
                <a:lnTo>
                  <a:pt x="3" y="3"/>
                </a:lnTo>
                <a:lnTo>
                  <a:pt x="3" y="2"/>
                </a:lnTo>
                <a:lnTo>
                  <a:pt x="1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1" name=""/>
          <p:cNvSpPr/>
          <p:nvPr/>
        </p:nvSpPr>
        <p:spPr>
          <a:xfrm>
            <a:off x="4337280" y="24105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1"/>
                </a:move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1" y="4"/>
                </a:lnTo>
                <a:lnTo>
                  <a:pt x="0" y="3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2" name=""/>
          <p:cNvSpPr/>
          <p:nvPr/>
        </p:nvSpPr>
        <p:spPr>
          <a:xfrm>
            <a:off x="4347000" y="238608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2" y="3"/>
                </a:moveTo>
                <a:lnTo>
                  <a:pt x="1" y="3"/>
                </a:lnTo>
                <a:lnTo>
                  <a:pt x="1" y="5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5" y="0"/>
                </a:lnTo>
                <a:lnTo>
                  <a:pt x="6" y="0"/>
                </a:lnTo>
                <a:lnTo>
                  <a:pt x="6" y="2"/>
                </a:lnTo>
                <a:lnTo>
                  <a:pt x="6" y="3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3" name=""/>
          <p:cNvSpPr/>
          <p:nvPr/>
        </p:nvSpPr>
        <p:spPr>
          <a:xfrm>
            <a:off x="4345920" y="23634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4" name=""/>
          <p:cNvSpPr/>
          <p:nvPr/>
        </p:nvSpPr>
        <p:spPr>
          <a:xfrm>
            <a:off x="4345560" y="2361960"/>
            <a:ext cx="3960" cy="2520"/>
          </a:xfrm>
          <a:custGeom>
            <a:avLst/>
            <a:gdLst/>
            <a:ahLst/>
            <a:rect l="0" t="0" r="r" b="b"/>
            <a:pathLst>
              <a:path w="11" h="7">
                <a:moveTo>
                  <a:pt x="9" y="4"/>
                </a:moveTo>
                <a:lnTo>
                  <a:pt x="8" y="4"/>
                </a:lnTo>
                <a:lnTo>
                  <a:pt x="7" y="5"/>
                </a:lnTo>
                <a:lnTo>
                  <a:pt x="6" y="7"/>
                </a:lnTo>
                <a:lnTo>
                  <a:pt x="5" y="7"/>
                </a:lnTo>
                <a:lnTo>
                  <a:pt x="3" y="7"/>
                </a:lnTo>
                <a:lnTo>
                  <a:pt x="3" y="5"/>
                </a:lnTo>
                <a:lnTo>
                  <a:pt x="3" y="4"/>
                </a:lnTo>
                <a:lnTo>
                  <a:pt x="5" y="4"/>
                </a:lnTo>
                <a:lnTo>
                  <a:pt x="6" y="4"/>
                </a:lnTo>
                <a:lnTo>
                  <a:pt x="6" y="3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3" y="2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5" y="1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1"/>
                </a:lnTo>
                <a:lnTo>
                  <a:pt x="11" y="2"/>
                </a:lnTo>
                <a:lnTo>
                  <a:pt x="11" y="3"/>
                </a:lnTo>
                <a:lnTo>
                  <a:pt x="10" y="4"/>
                </a:lnTo>
                <a:lnTo>
                  <a:pt x="9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5" name=""/>
          <p:cNvSpPr/>
          <p:nvPr/>
        </p:nvSpPr>
        <p:spPr>
          <a:xfrm>
            <a:off x="4288680" y="23227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6" name=""/>
          <p:cNvSpPr/>
          <p:nvPr/>
        </p:nvSpPr>
        <p:spPr>
          <a:xfrm>
            <a:off x="4279680" y="23212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7" name=""/>
          <p:cNvSpPr/>
          <p:nvPr/>
        </p:nvSpPr>
        <p:spPr>
          <a:xfrm>
            <a:off x="4287600" y="2321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8" name=""/>
          <p:cNvSpPr/>
          <p:nvPr/>
        </p:nvSpPr>
        <p:spPr>
          <a:xfrm>
            <a:off x="4277880" y="232056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2" y="2"/>
                </a:move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3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9" name=""/>
          <p:cNvSpPr/>
          <p:nvPr/>
        </p:nvSpPr>
        <p:spPr>
          <a:xfrm>
            <a:off x="4281840" y="2320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50" name=""/>
          <p:cNvSpPr/>
          <p:nvPr/>
        </p:nvSpPr>
        <p:spPr>
          <a:xfrm>
            <a:off x="4290840" y="23180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51" name=""/>
          <p:cNvSpPr/>
          <p:nvPr/>
        </p:nvSpPr>
        <p:spPr>
          <a:xfrm>
            <a:off x="4309920" y="2305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52" name=""/>
          <p:cNvSpPr/>
          <p:nvPr/>
        </p:nvSpPr>
        <p:spPr>
          <a:xfrm>
            <a:off x="4313880" y="23047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53" name=""/>
          <p:cNvSpPr/>
          <p:nvPr/>
        </p:nvSpPr>
        <p:spPr>
          <a:xfrm>
            <a:off x="4313880" y="23040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54" name=""/>
          <p:cNvSpPr/>
          <p:nvPr/>
        </p:nvSpPr>
        <p:spPr>
          <a:xfrm>
            <a:off x="4316760" y="22870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55" name=""/>
          <p:cNvSpPr/>
          <p:nvPr/>
        </p:nvSpPr>
        <p:spPr>
          <a:xfrm>
            <a:off x="4253760" y="2250000"/>
            <a:ext cx="79200" cy="74160"/>
          </a:xfrm>
          <a:custGeom>
            <a:avLst/>
            <a:gdLst/>
            <a:ahLst/>
            <a:rect l="0" t="0" r="r" b="b"/>
            <a:pathLst>
              <a:path w="220" h="206">
                <a:moveTo>
                  <a:pt x="192" y="11"/>
                </a:moveTo>
                <a:lnTo>
                  <a:pt x="193" y="11"/>
                </a:lnTo>
                <a:lnTo>
                  <a:pt x="193" y="12"/>
                </a:lnTo>
                <a:lnTo>
                  <a:pt x="194" y="12"/>
                </a:lnTo>
                <a:lnTo>
                  <a:pt x="195" y="12"/>
                </a:lnTo>
                <a:lnTo>
                  <a:pt x="195" y="13"/>
                </a:lnTo>
                <a:lnTo>
                  <a:pt x="195" y="14"/>
                </a:lnTo>
                <a:lnTo>
                  <a:pt x="197" y="15"/>
                </a:lnTo>
                <a:lnTo>
                  <a:pt x="197" y="16"/>
                </a:lnTo>
                <a:lnTo>
                  <a:pt x="199" y="16"/>
                </a:lnTo>
                <a:lnTo>
                  <a:pt x="200" y="16"/>
                </a:lnTo>
                <a:lnTo>
                  <a:pt x="200" y="17"/>
                </a:lnTo>
                <a:lnTo>
                  <a:pt x="201" y="17"/>
                </a:lnTo>
                <a:lnTo>
                  <a:pt x="202" y="17"/>
                </a:lnTo>
                <a:lnTo>
                  <a:pt x="203" y="17"/>
                </a:lnTo>
                <a:lnTo>
                  <a:pt x="204" y="17"/>
                </a:lnTo>
                <a:lnTo>
                  <a:pt x="205" y="17"/>
                </a:lnTo>
                <a:lnTo>
                  <a:pt x="206" y="16"/>
                </a:lnTo>
                <a:lnTo>
                  <a:pt x="207" y="16"/>
                </a:lnTo>
                <a:lnTo>
                  <a:pt x="208" y="16"/>
                </a:lnTo>
                <a:lnTo>
                  <a:pt x="208" y="15"/>
                </a:lnTo>
                <a:lnTo>
                  <a:pt x="209" y="15"/>
                </a:lnTo>
                <a:lnTo>
                  <a:pt x="210" y="15"/>
                </a:lnTo>
                <a:lnTo>
                  <a:pt x="210" y="16"/>
                </a:lnTo>
                <a:lnTo>
                  <a:pt x="211" y="19"/>
                </a:lnTo>
                <a:lnTo>
                  <a:pt x="211" y="21"/>
                </a:lnTo>
                <a:lnTo>
                  <a:pt x="212" y="21"/>
                </a:lnTo>
                <a:lnTo>
                  <a:pt x="212" y="22"/>
                </a:lnTo>
                <a:lnTo>
                  <a:pt x="212" y="23"/>
                </a:lnTo>
                <a:lnTo>
                  <a:pt x="213" y="25"/>
                </a:lnTo>
                <a:lnTo>
                  <a:pt x="213" y="26"/>
                </a:lnTo>
                <a:lnTo>
                  <a:pt x="213" y="27"/>
                </a:lnTo>
                <a:lnTo>
                  <a:pt x="214" y="28"/>
                </a:lnTo>
                <a:lnTo>
                  <a:pt x="214" y="30"/>
                </a:lnTo>
                <a:lnTo>
                  <a:pt x="214" y="31"/>
                </a:lnTo>
                <a:lnTo>
                  <a:pt x="215" y="32"/>
                </a:lnTo>
                <a:lnTo>
                  <a:pt x="215" y="33"/>
                </a:lnTo>
                <a:lnTo>
                  <a:pt x="215" y="34"/>
                </a:lnTo>
                <a:lnTo>
                  <a:pt x="215" y="35"/>
                </a:lnTo>
                <a:lnTo>
                  <a:pt x="215" y="37"/>
                </a:lnTo>
                <a:lnTo>
                  <a:pt x="216" y="39"/>
                </a:lnTo>
                <a:lnTo>
                  <a:pt x="216" y="42"/>
                </a:lnTo>
                <a:lnTo>
                  <a:pt x="216" y="43"/>
                </a:lnTo>
                <a:lnTo>
                  <a:pt x="216" y="44"/>
                </a:lnTo>
                <a:lnTo>
                  <a:pt x="216" y="46"/>
                </a:lnTo>
                <a:lnTo>
                  <a:pt x="216" y="47"/>
                </a:lnTo>
                <a:lnTo>
                  <a:pt x="216" y="48"/>
                </a:lnTo>
                <a:lnTo>
                  <a:pt x="217" y="49"/>
                </a:lnTo>
                <a:lnTo>
                  <a:pt x="217" y="48"/>
                </a:lnTo>
                <a:lnTo>
                  <a:pt x="217" y="49"/>
                </a:lnTo>
                <a:lnTo>
                  <a:pt x="218" y="49"/>
                </a:lnTo>
                <a:lnTo>
                  <a:pt x="218" y="50"/>
                </a:lnTo>
                <a:lnTo>
                  <a:pt x="218" y="51"/>
                </a:lnTo>
                <a:lnTo>
                  <a:pt x="218" y="52"/>
                </a:lnTo>
                <a:lnTo>
                  <a:pt x="219" y="52"/>
                </a:lnTo>
                <a:lnTo>
                  <a:pt x="219" y="53"/>
                </a:lnTo>
                <a:lnTo>
                  <a:pt x="220" y="53"/>
                </a:lnTo>
                <a:lnTo>
                  <a:pt x="219" y="53"/>
                </a:lnTo>
                <a:lnTo>
                  <a:pt x="218" y="54"/>
                </a:lnTo>
                <a:lnTo>
                  <a:pt x="217" y="53"/>
                </a:lnTo>
                <a:lnTo>
                  <a:pt x="216" y="53"/>
                </a:lnTo>
                <a:lnTo>
                  <a:pt x="214" y="53"/>
                </a:lnTo>
                <a:lnTo>
                  <a:pt x="213" y="55"/>
                </a:lnTo>
                <a:lnTo>
                  <a:pt x="212" y="56"/>
                </a:lnTo>
                <a:lnTo>
                  <a:pt x="211" y="57"/>
                </a:lnTo>
                <a:lnTo>
                  <a:pt x="210" y="58"/>
                </a:lnTo>
                <a:lnTo>
                  <a:pt x="209" y="58"/>
                </a:lnTo>
                <a:lnTo>
                  <a:pt x="209" y="59"/>
                </a:lnTo>
                <a:lnTo>
                  <a:pt x="209" y="58"/>
                </a:lnTo>
                <a:lnTo>
                  <a:pt x="208" y="59"/>
                </a:lnTo>
                <a:lnTo>
                  <a:pt x="208" y="60"/>
                </a:lnTo>
                <a:lnTo>
                  <a:pt x="207" y="60"/>
                </a:lnTo>
                <a:lnTo>
                  <a:pt x="207" y="61"/>
                </a:lnTo>
                <a:lnTo>
                  <a:pt x="206" y="61"/>
                </a:lnTo>
                <a:lnTo>
                  <a:pt x="206" y="62"/>
                </a:lnTo>
                <a:lnTo>
                  <a:pt x="205" y="62"/>
                </a:lnTo>
                <a:lnTo>
                  <a:pt x="205" y="63"/>
                </a:lnTo>
                <a:lnTo>
                  <a:pt x="204" y="64"/>
                </a:lnTo>
                <a:lnTo>
                  <a:pt x="204" y="65"/>
                </a:lnTo>
                <a:lnTo>
                  <a:pt x="203" y="65"/>
                </a:lnTo>
                <a:lnTo>
                  <a:pt x="202" y="65"/>
                </a:lnTo>
                <a:lnTo>
                  <a:pt x="202" y="64"/>
                </a:lnTo>
                <a:lnTo>
                  <a:pt x="202" y="63"/>
                </a:lnTo>
                <a:lnTo>
                  <a:pt x="201" y="62"/>
                </a:lnTo>
                <a:lnTo>
                  <a:pt x="201" y="61"/>
                </a:lnTo>
                <a:lnTo>
                  <a:pt x="201" y="62"/>
                </a:lnTo>
                <a:lnTo>
                  <a:pt x="202" y="62"/>
                </a:lnTo>
                <a:lnTo>
                  <a:pt x="201" y="61"/>
                </a:lnTo>
                <a:lnTo>
                  <a:pt x="200" y="61"/>
                </a:lnTo>
                <a:lnTo>
                  <a:pt x="200" y="60"/>
                </a:lnTo>
                <a:lnTo>
                  <a:pt x="201" y="59"/>
                </a:lnTo>
                <a:lnTo>
                  <a:pt x="200" y="58"/>
                </a:lnTo>
                <a:lnTo>
                  <a:pt x="200" y="57"/>
                </a:lnTo>
                <a:lnTo>
                  <a:pt x="201" y="56"/>
                </a:lnTo>
                <a:lnTo>
                  <a:pt x="202" y="56"/>
                </a:lnTo>
                <a:lnTo>
                  <a:pt x="203" y="56"/>
                </a:lnTo>
                <a:lnTo>
                  <a:pt x="204" y="56"/>
                </a:lnTo>
                <a:lnTo>
                  <a:pt x="204" y="55"/>
                </a:lnTo>
                <a:lnTo>
                  <a:pt x="205" y="55"/>
                </a:lnTo>
                <a:lnTo>
                  <a:pt x="205" y="53"/>
                </a:lnTo>
                <a:lnTo>
                  <a:pt x="206" y="53"/>
                </a:lnTo>
                <a:lnTo>
                  <a:pt x="206" y="52"/>
                </a:lnTo>
                <a:lnTo>
                  <a:pt x="207" y="53"/>
                </a:lnTo>
                <a:lnTo>
                  <a:pt x="207" y="52"/>
                </a:lnTo>
                <a:lnTo>
                  <a:pt x="206" y="52"/>
                </a:lnTo>
                <a:lnTo>
                  <a:pt x="205" y="53"/>
                </a:lnTo>
                <a:lnTo>
                  <a:pt x="205" y="55"/>
                </a:lnTo>
                <a:lnTo>
                  <a:pt x="204" y="55"/>
                </a:lnTo>
                <a:lnTo>
                  <a:pt x="203" y="55"/>
                </a:lnTo>
                <a:lnTo>
                  <a:pt x="203" y="54"/>
                </a:lnTo>
                <a:lnTo>
                  <a:pt x="201" y="54"/>
                </a:lnTo>
                <a:lnTo>
                  <a:pt x="201" y="55"/>
                </a:lnTo>
                <a:lnTo>
                  <a:pt x="201" y="54"/>
                </a:lnTo>
                <a:lnTo>
                  <a:pt x="199" y="55"/>
                </a:lnTo>
                <a:lnTo>
                  <a:pt x="198" y="55"/>
                </a:lnTo>
                <a:lnTo>
                  <a:pt x="197" y="55"/>
                </a:lnTo>
                <a:lnTo>
                  <a:pt x="197" y="54"/>
                </a:lnTo>
                <a:lnTo>
                  <a:pt x="196" y="54"/>
                </a:lnTo>
                <a:lnTo>
                  <a:pt x="196" y="55"/>
                </a:lnTo>
                <a:lnTo>
                  <a:pt x="195" y="55"/>
                </a:lnTo>
                <a:lnTo>
                  <a:pt x="194" y="55"/>
                </a:lnTo>
                <a:lnTo>
                  <a:pt x="195" y="55"/>
                </a:lnTo>
                <a:lnTo>
                  <a:pt x="196" y="55"/>
                </a:lnTo>
                <a:lnTo>
                  <a:pt x="196" y="56"/>
                </a:lnTo>
                <a:lnTo>
                  <a:pt x="197" y="56"/>
                </a:lnTo>
                <a:lnTo>
                  <a:pt x="198" y="58"/>
                </a:lnTo>
                <a:lnTo>
                  <a:pt x="199" y="58"/>
                </a:lnTo>
                <a:lnTo>
                  <a:pt x="199" y="59"/>
                </a:lnTo>
                <a:lnTo>
                  <a:pt x="199" y="60"/>
                </a:lnTo>
                <a:lnTo>
                  <a:pt x="200" y="61"/>
                </a:lnTo>
                <a:lnTo>
                  <a:pt x="201" y="63"/>
                </a:lnTo>
                <a:lnTo>
                  <a:pt x="201" y="64"/>
                </a:lnTo>
                <a:lnTo>
                  <a:pt x="201" y="65"/>
                </a:lnTo>
                <a:lnTo>
                  <a:pt x="201" y="64"/>
                </a:lnTo>
                <a:lnTo>
                  <a:pt x="200" y="64"/>
                </a:lnTo>
                <a:lnTo>
                  <a:pt x="200" y="63"/>
                </a:lnTo>
                <a:lnTo>
                  <a:pt x="199" y="64"/>
                </a:lnTo>
                <a:lnTo>
                  <a:pt x="198" y="65"/>
                </a:lnTo>
                <a:lnTo>
                  <a:pt x="198" y="66"/>
                </a:lnTo>
                <a:lnTo>
                  <a:pt x="199" y="67"/>
                </a:lnTo>
                <a:lnTo>
                  <a:pt x="199" y="68"/>
                </a:lnTo>
                <a:lnTo>
                  <a:pt x="198" y="69"/>
                </a:lnTo>
                <a:lnTo>
                  <a:pt x="198" y="70"/>
                </a:lnTo>
                <a:lnTo>
                  <a:pt x="197" y="70"/>
                </a:lnTo>
                <a:lnTo>
                  <a:pt x="197" y="71"/>
                </a:lnTo>
                <a:lnTo>
                  <a:pt x="196" y="71"/>
                </a:lnTo>
                <a:lnTo>
                  <a:pt x="196" y="72"/>
                </a:lnTo>
                <a:lnTo>
                  <a:pt x="195" y="72"/>
                </a:lnTo>
                <a:lnTo>
                  <a:pt x="194" y="72"/>
                </a:lnTo>
                <a:lnTo>
                  <a:pt x="195" y="73"/>
                </a:lnTo>
                <a:lnTo>
                  <a:pt x="195" y="72"/>
                </a:lnTo>
                <a:lnTo>
                  <a:pt x="195" y="73"/>
                </a:lnTo>
                <a:lnTo>
                  <a:pt x="195" y="74"/>
                </a:lnTo>
                <a:lnTo>
                  <a:pt x="194" y="74"/>
                </a:lnTo>
                <a:lnTo>
                  <a:pt x="194" y="75"/>
                </a:lnTo>
                <a:lnTo>
                  <a:pt x="194" y="76"/>
                </a:lnTo>
                <a:lnTo>
                  <a:pt x="193" y="76"/>
                </a:lnTo>
                <a:lnTo>
                  <a:pt x="192" y="76"/>
                </a:lnTo>
                <a:lnTo>
                  <a:pt x="192" y="77"/>
                </a:lnTo>
                <a:lnTo>
                  <a:pt x="191" y="77"/>
                </a:lnTo>
                <a:lnTo>
                  <a:pt x="191" y="76"/>
                </a:lnTo>
                <a:lnTo>
                  <a:pt x="190" y="76"/>
                </a:lnTo>
                <a:lnTo>
                  <a:pt x="189" y="77"/>
                </a:lnTo>
                <a:lnTo>
                  <a:pt x="188" y="77"/>
                </a:lnTo>
                <a:lnTo>
                  <a:pt x="188" y="78"/>
                </a:lnTo>
                <a:lnTo>
                  <a:pt x="187" y="78"/>
                </a:lnTo>
                <a:lnTo>
                  <a:pt x="187" y="79"/>
                </a:lnTo>
                <a:lnTo>
                  <a:pt x="186" y="80"/>
                </a:lnTo>
                <a:lnTo>
                  <a:pt x="186" y="81"/>
                </a:lnTo>
                <a:lnTo>
                  <a:pt x="186" y="82"/>
                </a:lnTo>
                <a:lnTo>
                  <a:pt x="186" y="83"/>
                </a:lnTo>
                <a:lnTo>
                  <a:pt x="187" y="83"/>
                </a:lnTo>
                <a:lnTo>
                  <a:pt x="187" y="84"/>
                </a:lnTo>
                <a:lnTo>
                  <a:pt x="187" y="85"/>
                </a:lnTo>
                <a:lnTo>
                  <a:pt x="187" y="86"/>
                </a:lnTo>
                <a:lnTo>
                  <a:pt x="186" y="86"/>
                </a:lnTo>
                <a:lnTo>
                  <a:pt x="185" y="87"/>
                </a:lnTo>
                <a:lnTo>
                  <a:pt x="184" y="87"/>
                </a:lnTo>
                <a:lnTo>
                  <a:pt x="183" y="87"/>
                </a:lnTo>
                <a:lnTo>
                  <a:pt x="183" y="88"/>
                </a:lnTo>
                <a:lnTo>
                  <a:pt x="183" y="89"/>
                </a:lnTo>
                <a:lnTo>
                  <a:pt x="183" y="90"/>
                </a:lnTo>
                <a:lnTo>
                  <a:pt x="183" y="91"/>
                </a:lnTo>
                <a:lnTo>
                  <a:pt x="183" y="92"/>
                </a:lnTo>
                <a:lnTo>
                  <a:pt x="183" y="93"/>
                </a:lnTo>
                <a:lnTo>
                  <a:pt x="182" y="94"/>
                </a:lnTo>
                <a:lnTo>
                  <a:pt x="181" y="94"/>
                </a:lnTo>
                <a:lnTo>
                  <a:pt x="182" y="95"/>
                </a:lnTo>
                <a:lnTo>
                  <a:pt x="181" y="96"/>
                </a:lnTo>
                <a:lnTo>
                  <a:pt x="181" y="97"/>
                </a:lnTo>
                <a:lnTo>
                  <a:pt x="181" y="98"/>
                </a:lnTo>
                <a:lnTo>
                  <a:pt x="180" y="98"/>
                </a:lnTo>
                <a:lnTo>
                  <a:pt x="180" y="99"/>
                </a:lnTo>
                <a:lnTo>
                  <a:pt x="179" y="99"/>
                </a:lnTo>
                <a:lnTo>
                  <a:pt x="179" y="100"/>
                </a:lnTo>
                <a:lnTo>
                  <a:pt x="179" y="101"/>
                </a:lnTo>
                <a:lnTo>
                  <a:pt x="179" y="102"/>
                </a:lnTo>
                <a:lnTo>
                  <a:pt x="178" y="102"/>
                </a:lnTo>
                <a:lnTo>
                  <a:pt x="178" y="103"/>
                </a:lnTo>
                <a:lnTo>
                  <a:pt x="178" y="102"/>
                </a:lnTo>
                <a:lnTo>
                  <a:pt x="178" y="103"/>
                </a:lnTo>
                <a:lnTo>
                  <a:pt x="177" y="103"/>
                </a:lnTo>
                <a:lnTo>
                  <a:pt x="176" y="104"/>
                </a:lnTo>
                <a:lnTo>
                  <a:pt x="176" y="105"/>
                </a:lnTo>
                <a:lnTo>
                  <a:pt x="176" y="106"/>
                </a:lnTo>
                <a:lnTo>
                  <a:pt x="177" y="106"/>
                </a:lnTo>
                <a:lnTo>
                  <a:pt x="177" y="107"/>
                </a:lnTo>
                <a:lnTo>
                  <a:pt x="176" y="107"/>
                </a:lnTo>
                <a:lnTo>
                  <a:pt x="176" y="108"/>
                </a:lnTo>
                <a:lnTo>
                  <a:pt x="175" y="108"/>
                </a:lnTo>
                <a:lnTo>
                  <a:pt x="176" y="108"/>
                </a:lnTo>
                <a:lnTo>
                  <a:pt x="176" y="109"/>
                </a:lnTo>
                <a:lnTo>
                  <a:pt x="176" y="108"/>
                </a:lnTo>
                <a:lnTo>
                  <a:pt x="177" y="108"/>
                </a:lnTo>
                <a:lnTo>
                  <a:pt x="177" y="107"/>
                </a:lnTo>
                <a:lnTo>
                  <a:pt x="176" y="107"/>
                </a:lnTo>
                <a:lnTo>
                  <a:pt x="177" y="107"/>
                </a:lnTo>
                <a:lnTo>
                  <a:pt x="177" y="106"/>
                </a:lnTo>
                <a:lnTo>
                  <a:pt x="177" y="105"/>
                </a:lnTo>
                <a:lnTo>
                  <a:pt x="178" y="105"/>
                </a:lnTo>
                <a:lnTo>
                  <a:pt x="178" y="107"/>
                </a:lnTo>
                <a:lnTo>
                  <a:pt x="177" y="107"/>
                </a:lnTo>
                <a:lnTo>
                  <a:pt x="177" y="108"/>
                </a:lnTo>
                <a:lnTo>
                  <a:pt x="177" y="109"/>
                </a:lnTo>
                <a:lnTo>
                  <a:pt x="177" y="110"/>
                </a:lnTo>
                <a:lnTo>
                  <a:pt x="177" y="112"/>
                </a:lnTo>
                <a:lnTo>
                  <a:pt x="177" y="113"/>
                </a:lnTo>
                <a:lnTo>
                  <a:pt x="177" y="114"/>
                </a:lnTo>
                <a:lnTo>
                  <a:pt x="176" y="114"/>
                </a:lnTo>
                <a:lnTo>
                  <a:pt x="175" y="114"/>
                </a:lnTo>
                <a:lnTo>
                  <a:pt x="174" y="115"/>
                </a:lnTo>
                <a:lnTo>
                  <a:pt x="174" y="116"/>
                </a:lnTo>
                <a:lnTo>
                  <a:pt x="174" y="117"/>
                </a:lnTo>
                <a:lnTo>
                  <a:pt x="173" y="117"/>
                </a:lnTo>
                <a:lnTo>
                  <a:pt x="173" y="118"/>
                </a:lnTo>
                <a:lnTo>
                  <a:pt x="172" y="119"/>
                </a:lnTo>
                <a:lnTo>
                  <a:pt x="172" y="120"/>
                </a:lnTo>
                <a:lnTo>
                  <a:pt x="172" y="122"/>
                </a:lnTo>
                <a:lnTo>
                  <a:pt x="172" y="124"/>
                </a:lnTo>
                <a:lnTo>
                  <a:pt x="172" y="125"/>
                </a:lnTo>
                <a:lnTo>
                  <a:pt x="172" y="127"/>
                </a:lnTo>
                <a:lnTo>
                  <a:pt x="172" y="128"/>
                </a:lnTo>
                <a:lnTo>
                  <a:pt x="172" y="129"/>
                </a:lnTo>
                <a:lnTo>
                  <a:pt x="172" y="130"/>
                </a:lnTo>
                <a:lnTo>
                  <a:pt x="172" y="129"/>
                </a:lnTo>
                <a:lnTo>
                  <a:pt x="171" y="130"/>
                </a:lnTo>
                <a:lnTo>
                  <a:pt x="170" y="130"/>
                </a:lnTo>
                <a:lnTo>
                  <a:pt x="169" y="130"/>
                </a:lnTo>
                <a:lnTo>
                  <a:pt x="169" y="131"/>
                </a:lnTo>
                <a:lnTo>
                  <a:pt x="168" y="132"/>
                </a:lnTo>
                <a:lnTo>
                  <a:pt x="168" y="131"/>
                </a:lnTo>
                <a:lnTo>
                  <a:pt x="167" y="131"/>
                </a:lnTo>
                <a:lnTo>
                  <a:pt x="168" y="132"/>
                </a:lnTo>
                <a:lnTo>
                  <a:pt x="168" y="133"/>
                </a:lnTo>
                <a:lnTo>
                  <a:pt x="168" y="134"/>
                </a:lnTo>
                <a:lnTo>
                  <a:pt x="167" y="135"/>
                </a:lnTo>
                <a:lnTo>
                  <a:pt x="165" y="135"/>
                </a:lnTo>
                <a:lnTo>
                  <a:pt x="165" y="136"/>
                </a:lnTo>
                <a:lnTo>
                  <a:pt x="165" y="137"/>
                </a:lnTo>
                <a:lnTo>
                  <a:pt x="165" y="138"/>
                </a:lnTo>
                <a:lnTo>
                  <a:pt x="166" y="138"/>
                </a:lnTo>
                <a:lnTo>
                  <a:pt x="167" y="138"/>
                </a:lnTo>
                <a:lnTo>
                  <a:pt x="168" y="138"/>
                </a:lnTo>
                <a:lnTo>
                  <a:pt x="168" y="139"/>
                </a:lnTo>
                <a:lnTo>
                  <a:pt x="169" y="139"/>
                </a:lnTo>
                <a:lnTo>
                  <a:pt x="170" y="139"/>
                </a:lnTo>
                <a:lnTo>
                  <a:pt x="170" y="140"/>
                </a:lnTo>
                <a:lnTo>
                  <a:pt x="171" y="139"/>
                </a:lnTo>
                <a:lnTo>
                  <a:pt x="172" y="139"/>
                </a:lnTo>
                <a:lnTo>
                  <a:pt x="172" y="138"/>
                </a:lnTo>
                <a:lnTo>
                  <a:pt x="171" y="138"/>
                </a:lnTo>
                <a:lnTo>
                  <a:pt x="171" y="137"/>
                </a:lnTo>
                <a:lnTo>
                  <a:pt x="171" y="136"/>
                </a:lnTo>
                <a:lnTo>
                  <a:pt x="171" y="135"/>
                </a:lnTo>
                <a:lnTo>
                  <a:pt x="170" y="134"/>
                </a:lnTo>
                <a:lnTo>
                  <a:pt x="170" y="133"/>
                </a:lnTo>
                <a:lnTo>
                  <a:pt x="170" y="132"/>
                </a:lnTo>
                <a:lnTo>
                  <a:pt x="170" y="131"/>
                </a:lnTo>
                <a:lnTo>
                  <a:pt x="170" y="130"/>
                </a:lnTo>
                <a:lnTo>
                  <a:pt x="171" y="130"/>
                </a:lnTo>
                <a:lnTo>
                  <a:pt x="172" y="130"/>
                </a:lnTo>
                <a:lnTo>
                  <a:pt x="172" y="131"/>
                </a:lnTo>
                <a:lnTo>
                  <a:pt x="172" y="132"/>
                </a:lnTo>
                <a:lnTo>
                  <a:pt x="172" y="133"/>
                </a:lnTo>
                <a:lnTo>
                  <a:pt x="172" y="134"/>
                </a:lnTo>
                <a:lnTo>
                  <a:pt x="172" y="135"/>
                </a:lnTo>
                <a:lnTo>
                  <a:pt x="172" y="136"/>
                </a:lnTo>
                <a:lnTo>
                  <a:pt x="173" y="137"/>
                </a:lnTo>
                <a:lnTo>
                  <a:pt x="173" y="138"/>
                </a:lnTo>
                <a:lnTo>
                  <a:pt x="173" y="139"/>
                </a:lnTo>
                <a:lnTo>
                  <a:pt x="174" y="140"/>
                </a:lnTo>
                <a:lnTo>
                  <a:pt x="174" y="141"/>
                </a:lnTo>
                <a:lnTo>
                  <a:pt x="174" y="140"/>
                </a:lnTo>
                <a:lnTo>
                  <a:pt x="173" y="140"/>
                </a:lnTo>
                <a:lnTo>
                  <a:pt x="172" y="141"/>
                </a:lnTo>
                <a:lnTo>
                  <a:pt x="172" y="142"/>
                </a:lnTo>
                <a:lnTo>
                  <a:pt x="172" y="141"/>
                </a:lnTo>
                <a:lnTo>
                  <a:pt x="171" y="141"/>
                </a:lnTo>
                <a:lnTo>
                  <a:pt x="170" y="142"/>
                </a:lnTo>
                <a:lnTo>
                  <a:pt x="170" y="143"/>
                </a:lnTo>
                <a:lnTo>
                  <a:pt x="170" y="142"/>
                </a:lnTo>
                <a:lnTo>
                  <a:pt x="169" y="142"/>
                </a:lnTo>
                <a:lnTo>
                  <a:pt x="168" y="142"/>
                </a:lnTo>
                <a:lnTo>
                  <a:pt x="167" y="143"/>
                </a:lnTo>
                <a:lnTo>
                  <a:pt x="167" y="144"/>
                </a:lnTo>
                <a:lnTo>
                  <a:pt x="166" y="145"/>
                </a:lnTo>
                <a:lnTo>
                  <a:pt x="166" y="146"/>
                </a:lnTo>
                <a:lnTo>
                  <a:pt x="165" y="146"/>
                </a:lnTo>
                <a:lnTo>
                  <a:pt x="165" y="147"/>
                </a:lnTo>
                <a:lnTo>
                  <a:pt x="164" y="148"/>
                </a:lnTo>
                <a:lnTo>
                  <a:pt x="164" y="151"/>
                </a:lnTo>
                <a:lnTo>
                  <a:pt x="164" y="152"/>
                </a:lnTo>
                <a:lnTo>
                  <a:pt x="163" y="153"/>
                </a:lnTo>
                <a:lnTo>
                  <a:pt x="162" y="153"/>
                </a:lnTo>
                <a:lnTo>
                  <a:pt x="162" y="152"/>
                </a:lnTo>
                <a:lnTo>
                  <a:pt x="161" y="152"/>
                </a:lnTo>
                <a:lnTo>
                  <a:pt x="160" y="152"/>
                </a:lnTo>
                <a:lnTo>
                  <a:pt x="159" y="152"/>
                </a:lnTo>
                <a:lnTo>
                  <a:pt x="158" y="153"/>
                </a:lnTo>
                <a:lnTo>
                  <a:pt x="157" y="153"/>
                </a:lnTo>
                <a:lnTo>
                  <a:pt x="158" y="153"/>
                </a:lnTo>
                <a:lnTo>
                  <a:pt x="158" y="152"/>
                </a:lnTo>
                <a:lnTo>
                  <a:pt x="157" y="152"/>
                </a:lnTo>
                <a:lnTo>
                  <a:pt x="156" y="152"/>
                </a:lnTo>
                <a:lnTo>
                  <a:pt x="155" y="153"/>
                </a:lnTo>
                <a:lnTo>
                  <a:pt x="155" y="152"/>
                </a:lnTo>
                <a:lnTo>
                  <a:pt x="156" y="152"/>
                </a:lnTo>
                <a:lnTo>
                  <a:pt x="156" y="151"/>
                </a:lnTo>
                <a:lnTo>
                  <a:pt x="157" y="151"/>
                </a:lnTo>
                <a:lnTo>
                  <a:pt x="158" y="150"/>
                </a:lnTo>
                <a:lnTo>
                  <a:pt x="159" y="150"/>
                </a:lnTo>
                <a:lnTo>
                  <a:pt x="159" y="151"/>
                </a:lnTo>
                <a:lnTo>
                  <a:pt x="160" y="151"/>
                </a:lnTo>
                <a:lnTo>
                  <a:pt x="160" y="150"/>
                </a:lnTo>
                <a:lnTo>
                  <a:pt x="161" y="150"/>
                </a:lnTo>
                <a:lnTo>
                  <a:pt x="161" y="151"/>
                </a:lnTo>
                <a:lnTo>
                  <a:pt x="162" y="151"/>
                </a:lnTo>
                <a:lnTo>
                  <a:pt x="162" y="150"/>
                </a:lnTo>
                <a:lnTo>
                  <a:pt x="163" y="150"/>
                </a:lnTo>
                <a:lnTo>
                  <a:pt x="163" y="151"/>
                </a:lnTo>
                <a:lnTo>
                  <a:pt x="163" y="150"/>
                </a:lnTo>
                <a:lnTo>
                  <a:pt x="162" y="149"/>
                </a:lnTo>
                <a:lnTo>
                  <a:pt x="161" y="149"/>
                </a:lnTo>
                <a:lnTo>
                  <a:pt x="161" y="150"/>
                </a:lnTo>
                <a:lnTo>
                  <a:pt x="162" y="150"/>
                </a:lnTo>
                <a:lnTo>
                  <a:pt x="162" y="151"/>
                </a:lnTo>
                <a:lnTo>
                  <a:pt x="161" y="151"/>
                </a:lnTo>
                <a:lnTo>
                  <a:pt x="161" y="150"/>
                </a:lnTo>
                <a:lnTo>
                  <a:pt x="160" y="150"/>
                </a:lnTo>
                <a:lnTo>
                  <a:pt x="159" y="150"/>
                </a:lnTo>
                <a:lnTo>
                  <a:pt x="158" y="150"/>
                </a:lnTo>
                <a:lnTo>
                  <a:pt x="157" y="150"/>
                </a:lnTo>
                <a:lnTo>
                  <a:pt x="155" y="152"/>
                </a:lnTo>
                <a:lnTo>
                  <a:pt x="155" y="153"/>
                </a:lnTo>
                <a:lnTo>
                  <a:pt x="154" y="153"/>
                </a:lnTo>
                <a:lnTo>
                  <a:pt x="153" y="153"/>
                </a:lnTo>
                <a:lnTo>
                  <a:pt x="152" y="153"/>
                </a:lnTo>
                <a:lnTo>
                  <a:pt x="151" y="152"/>
                </a:lnTo>
                <a:lnTo>
                  <a:pt x="150" y="153"/>
                </a:lnTo>
                <a:lnTo>
                  <a:pt x="149" y="153"/>
                </a:lnTo>
                <a:lnTo>
                  <a:pt x="149" y="154"/>
                </a:lnTo>
                <a:lnTo>
                  <a:pt x="148" y="154"/>
                </a:lnTo>
                <a:lnTo>
                  <a:pt x="147" y="156"/>
                </a:lnTo>
                <a:lnTo>
                  <a:pt x="146" y="156"/>
                </a:lnTo>
                <a:lnTo>
                  <a:pt x="146" y="157"/>
                </a:lnTo>
                <a:lnTo>
                  <a:pt x="146" y="156"/>
                </a:lnTo>
                <a:lnTo>
                  <a:pt x="145" y="156"/>
                </a:lnTo>
                <a:lnTo>
                  <a:pt x="144" y="157"/>
                </a:lnTo>
                <a:lnTo>
                  <a:pt x="144" y="158"/>
                </a:lnTo>
                <a:lnTo>
                  <a:pt x="143" y="158"/>
                </a:lnTo>
                <a:lnTo>
                  <a:pt x="143" y="159"/>
                </a:lnTo>
                <a:lnTo>
                  <a:pt x="142" y="159"/>
                </a:lnTo>
                <a:lnTo>
                  <a:pt x="142" y="160"/>
                </a:lnTo>
                <a:lnTo>
                  <a:pt x="142" y="161"/>
                </a:lnTo>
                <a:lnTo>
                  <a:pt x="141" y="161"/>
                </a:lnTo>
                <a:lnTo>
                  <a:pt x="140" y="161"/>
                </a:lnTo>
                <a:lnTo>
                  <a:pt x="139" y="162"/>
                </a:lnTo>
                <a:lnTo>
                  <a:pt x="139" y="163"/>
                </a:lnTo>
                <a:lnTo>
                  <a:pt x="138" y="164"/>
                </a:lnTo>
                <a:lnTo>
                  <a:pt x="138" y="165"/>
                </a:lnTo>
                <a:lnTo>
                  <a:pt x="137" y="165"/>
                </a:lnTo>
                <a:lnTo>
                  <a:pt x="137" y="164"/>
                </a:lnTo>
                <a:lnTo>
                  <a:pt x="137" y="165"/>
                </a:lnTo>
                <a:lnTo>
                  <a:pt x="136" y="165"/>
                </a:lnTo>
                <a:lnTo>
                  <a:pt x="136" y="166"/>
                </a:lnTo>
                <a:lnTo>
                  <a:pt x="135" y="167"/>
                </a:lnTo>
                <a:lnTo>
                  <a:pt x="135" y="168"/>
                </a:lnTo>
                <a:lnTo>
                  <a:pt x="134" y="170"/>
                </a:lnTo>
                <a:lnTo>
                  <a:pt x="134" y="171"/>
                </a:lnTo>
                <a:lnTo>
                  <a:pt x="133" y="171"/>
                </a:lnTo>
                <a:lnTo>
                  <a:pt x="133" y="172"/>
                </a:lnTo>
                <a:lnTo>
                  <a:pt x="133" y="174"/>
                </a:lnTo>
                <a:lnTo>
                  <a:pt x="132" y="177"/>
                </a:lnTo>
                <a:lnTo>
                  <a:pt x="132" y="178"/>
                </a:lnTo>
                <a:lnTo>
                  <a:pt x="132" y="179"/>
                </a:lnTo>
                <a:lnTo>
                  <a:pt x="132" y="180"/>
                </a:lnTo>
                <a:lnTo>
                  <a:pt x="131" y="180"/>
                </a:lnTo>
                <a:lnTo>
                  <a:pt x="131" y="179"/>
                </a:lnTo>
                <a:lnTo>
                  <a:pt x="131" y="178"/>
                </a:lnTo>
                <a:lnTo>
                  <a:pt x="132" y="178"/>
                </a:lnTo>
                <a:lnTo>
                  <a:pt x="131" y="177"/>
                </a:lnTo>
                <a:lnTo>
                  <a:pt x="131" y="175"/>
                </a:lnTo>
                <a:lnTo>
                  <a:pt x="130" y="175"/>
                </a:lnTo>
                <a:lnTo>
                  <a:pt x="130" y="177"/>
                </a:lnTo>
                <a:lnTo>
                  <a:pt x="129" y="178"/>
                </a:lnTo>
                <a:lnTo>
                  <a:pt x="129" y="179"/>
                </a:lnTo>
                <a:lnTo>
                  <a:pt x="130" y="179"/>
                </a:lnTo>
                <a:lnTo>
                  <a:pt x="129" y="179"/>
                </a:lnTo>
                <a:lnTo>
                  <a:pt x="129" y="180"/>
                </a:lnTo>
                <a:lnTo>
                  <a:pt x="128" y="180"/>
                </a:lnTo>
                <a:lnTo>
                  <a:pt x="128" y="181"/>
                </a:lnTo>
                <a:lnTo>
                  <a:pt x="129" y="181"/>
                </a:lnTo>
                <a:lnTo>
                  <a:pt x="129" y="180"/>
                </a:lnTo>
                <a:lnTo>
                  <a:pt x="129" y="179"/>
                </a:lnTo>
                <a:lnTo>
                  <a:pt x="129" y="180"/>
                </a:lnTo>
                <a:lnTo>
                  <a:pt x="130" y="180"/>
                </a:lnTo>
                <a:lnTo>
                  <a:pt x="131" y="180"/>
                </a:lnTo>
                <a:lnTo>
                  <a:pt x="131" y="181"/>
                </a:lnTo>
                <a:lnTo>
                  <a:pt x="131" y="182"/>
                </a:lnTo>
                <a:lnTo>
                  <a:pt x="130" y="182"/>
                </a:lnTo>
                <a:lnTo>
                  <a:pt x="131" y="182"/>
                </a:lnTo>
                <a:lnTo>
                  <a:pt x="130" y="182"/>
                </a:lnTo>
                <a:lnTo>
                  <a:pt x="129" y="182"/>
                </a:lnTo>
                <a:lnTo>
                  <a:pt x="128" y="182"/>
                </a:lnTo>
                <a:lnTo>
                  <a:pt x="127" y="183"/>
                </a:lnTo>
                <a:lnTo>
                  <a:pt x="126" y="184"/>
                </a:lnTo>
                <a:lnTo>
                  <a:pt x="125" y="183"/>
                </a:lnTo>
                <a:lnTo>
                  <a:pt x="126" y="183"/>
                </a:lnTo>
                <a:lnTo>
                  <a:pt x="125" y="182"/>
                </a:lnTo>
                <a:lnTo>
                  <a:pt x="124" y="182"/>
                </a:lnTo>
                <a:lnTo>
                  <a:pt x="123" y="182"/>
                </a:lnTo>
                <a:lnTo>
                  <a:pt x="123" y="181"/>
                </a:lnTo>
                <a:lnTo>
                  <a:pt x="123" y="180"/>
                </a:lnTo>
                <a:lnTo>
                  <a:pt x="124" y="180"/>
                </a:lnTo>
                <a:lnTo>
                  <a:pt x="124" y="181"/>
                </a:lnTo>
                <a:lnTo>
                  <a:pt x="125" y="181"/>
                </a:lnTo>
                <a:lnTo>
                  <a:pt x="126" y="181"/>
                </a:lnTo>
                <a:lnTo>
                  <a:pt x="127" y="180"/>
                </a:lnTo>
                <a:lnTo>
                  <a:pt x="128" y="179"/>
                </a:lnTo>
                <a:lnTo>
                  <a:pt x="128" y="178"/>
                </a:lnTo>
                <a:lnTo>
                  <a:pt x="128" y="177"/>
                </a:lnTo>
                <a:lnTo>
                  <a:pt x="129" y="177"/>
                </a:lnTo>
                <a:lnTo>
                  <a:pt x="128" y="177"/>
                </a:lnTo>
                <a:lnTo>
                  <a:pt x="128" y="175"/>
                </a:lnTo>
                <a:lnTo>
                  <a:pt x="127" y="175"/>
                </a:lnTo>
                <a:lnTo>
                  <a:pt x="127" y="177"/>
                </a:lnTo>
                <a:lnTo>
                  <a:pt x="127" y="178"/>
                </a:lnTo>
                <a:lnTo>
                  <a:pt x="126" y="178"/>
                </a:lnTo>
                <a:lnTo>
                  <a:pt x="126" y="177"/>
                </a:lnTo>
                <a:lnTo>
                  <a:pt x="125" y="177"/>
                </a:lnTo>
                <a:lnTo>
                  <a:pt x="125" y="178"/>
                </a:lnTo>
                <a:lnTo>
                  <a:pt x="125" y="177"/>
                </a:lnTo>
                <a:lnTo>
                  <a:pt x="124" y="178"/>
                </a:lnTo>
                <a:lnTo>
                  <a:pt x="124" y="179"/>
                </a:lnTo>
                <a:lnTo>
                  <a:pt x="123" y="179"/>
                </a:lnTo>
                <a:lnTo>
                  <a:pt x="123" y="180"/>
                </a:lnTo>
                <a:lnTo>
                  <a:pt x="122" y="180"/>
                </a:lnTo>
                <a:lnTo>
                  <a:pt x="120" y="179"/>
                </a:lnTo>
                <a:lnTo>
                  <a:pt x="119" y="179"/>
                </a:lnTo>
                <a:lnTo>
                  <a:pt x="118" y="179"/>
                </a:lnTo>
                <a:lnTo>
                  <a:pt x="117" y="179"/>
                </a:lnTo>
                <a:lnTo>
                  <a:pt x="117" y="180"/>
                </a:lnTo>
                <a:lnTo>
                  <a:pt x="116" y="180"/>
                </a:lnTo>
                <a:lnTo>
                  <a:pt x="115" y="180"/>
                </a:lnTo>
                <a:lnTo>
                  <a:pt x="114" y="181"/>
                </a:lnTo>
                <a:lnTo>
                  <a:pt x="113" y="182"/>
                </a:lnTo>
                <a:lnTo>
                  <a:pt x="112" y="182"/>
                </a:lnTo>
                <a:lnTo>
                  <a:pt x="111" y="182"/>
                </a:lnTo>
                <a:lnTo>
                  <a:pt x="111" y="183"/>
                </a:lnTo>
                <a:lnTo>
                  <a:pt x="110" y="183"/>
                </a:lnTo>
                <a:lnTo>
                  <a:pt x="109" y="183"/>
                </a:lnTo>
                <a:lnTo>
                  <a:pt x="109" y="182"/>
                </a:lnTo>
                <a:lnTo>
                  <a:pt x="109" y="181"/>
                </a:lnTo>
                <a:lnTo>
                  <a:pt x="108" y="181"/>
                </a:lnTo>
                <a:lnTo>
                  <a:pt x="107" y="181"/>
                </a:lnTo>
                <a:lnTo>
                  <a:pt x="106" y="181"/>
                </a:lnTo>
                <a:lnTo>
                  <a:pt x="105" y="182"/>
                </a:lnTo>
                <a:lnTo>
                  <a:pt x="104" y="182"/>
                </a:lnTo>
                <a:lnTo>
                  <a:pt x="104" y="183"/>
                </a:lnTo>
                <a:lnTo>
                  <a:pt x="103" y="184"/>
                </a:lnTo>
                <a:lnTo>
                  <a:pt x="102" y="187"/>
                </a:lnTo>
                <a:lnTo>
                  <a:pt x="102" y="189"/>
                </a:lnTo>
                <a:lnTo>
                  <a:pt x="101" y="190"/>
                </a:lnTo>
                <a:lnTo>
                  <a:pt x="101" y="191"/>
                </a:lnTo>
                <a:lnTo>
                  <a:pt x="101" y="192"/>
                </a:lnTo>
                <a:lnTo>
                  <a:pt x="100" y="193"/>
                </a:lnTo>
                <a:lnTo>
                  <a:pt x="101" y="193"/>
                </a:lnTo>
                <a:lnTo>
                  <a:pt x="101" y="194"/>
                </a:lnTo>
                <a:lnTo>
                  <a:pt x="102" y="194"/>
                </a:lnTo>
                <a:lnTo>
                  <a:pt x="101" y="194"/>
                </a:lnTo>
                <a:lnTo>
                  <a:pt x="101" y="195"/>
                </a:lnTo>
                <a:lnTo>
                  <a:pt x="100" y="195"/>
                </a:lnTo>
                <a:lnTo>
                  <a:pt x="99" y="195"/>
                </a:lnTo>
                <a:lnTo>
                  <a:pt x="99" y="194"/>
                </a:lnTo>
                <a:lnTo>
                  <a:pt x="99" y="193"/>
                </a:lnTo>
                <a:lnTo>
                  <a:pt x="98" y="193"/>
                </a:lnTo>
                <a:lnTo>
                  <a:pt x="98" y="194"/>
                </a:lnTo>
                <a:lnTo>
                  <a:pt x="97" y="193"/>
                </a:lnTo>
                <a:lnTo>
                  <a:pt x="96" y="194"/>
                </a:lnTo>
                <a:lnTo>
                  <a:pt x="97" y="195"/>
                </a:lnTo>
                <a:lnTo>
                  <a:pt x="98" y="195"/>
                </a:lnTo>
                <a:lnTo>
                  <a:pt x="98" y="194"/>
                </a:lnTo>
                <a:lnTo>
                  <a:pt x="98" y="193"/>
                </a:lnTo>
                <a:lnTo>
                  <a:pt x="99" y="193"/>
                </a:lnTo>
                <a:lnTo>
                  <a:pt x="99" y="194"/>
                </a:lnTo>
                <a:lnTo>
                  <a:pt x="99" y="195"/>
                </a:lnTo>
                <a:lnTo>
                  <a:pt x="101" y="195"/>
                </a:lnTo>
                <a:lnTo>
                  <a:pt x="102" y="195"/>
                </a:lnTo>
                <a:lnTo>
                  <a:pt x="102" y="196"/>
                </a:lnTo>
                <a:lnTo>
                  <a:pt x="102" y="197"/>
                </a:lnTo>
                <a:lnTo>
                  <a:pt x="102" y="198"/>
                </a:lnTo>
                <a:lnTo>
                  <a:pt x="101" y="198"/>
                </a:lnTo>
                <a:lnTo>
                  <a:pt x="101" y="199"/>
                </a:lnTo>
                <a:lnTo>
                  <a:pt x="102" y="199"/>
                </a:lnTo>
                <a:lnTo>
                  <a:pt x="101" y="200"/>
                </a:lnTo>
                <a:lnTo>
                  <a:pt x="100" y="200"/>
                </a:lnTo>
                <a:lnTo>
                  <a:pt x="100" y="199"/>
                </a:lnTo>
                <a:lnTo>
                  <a:pt x="99" y="199"/>
                </a:lnTo>
                <a:lnTo>
                  <a:pt x="99" y="200"/>
                </a:lnTo>
                <a:lnTo>
                  <a:pt x="99" y="201"/>
                </a:lnTo>
                <a:lnTo>
                  <a:pt x="100" y="202"/>
                </a:lnTo>
                <a:lnTo>
                  <a:pt x="99" y="202"/>
                </a:lnTo>
                <a:lnTo>
                  <a:pt x="98" y="201"/>
                </a:lnTo>
                <a:lnTo>
                  <a:pt x="97" y="200"/>
                </a:lnTo>
                <a:lnTo>
                  <a:pt x="98" y="199"/>
                </a:lnTo>
                <a:lnTo>
                  <a:pt x="97" y="198"/>
                </a:lnTo>
                <a:lnTo>
                  <a:pt x="96" y="198"/>
                </a:lnTo>
                <a:lnTo>
                  <a:pt x="95" y="198"/>
                </a:lnTo>
                <a:lnTo>
                  <a:pt x="94" y="198"/>
                </a:lnTo>
                <a:lnTo>
                  <a:pt x="93" y="198"/>
                </a:lnTo>
                <a:lnTo>
                  <a:pt x="92" y="199"/>
                </a:lnTo>
                <a:lnTo>
                  <a:pt x="91" y="199"/>
                </a:lnTo>
                <a:lnTo>
                  <a:pt x="91" y="200"/>
                </a:lnTo>
                <a:lnTo>
                  <a:pt x="90" y="200"/>
                </a:lnTo>
                <a:lnTo>
                  <a:pt x="91" y="200"/>
                </a:lnTo>
                <a:lnTo>
                  <a:pt x="91" y="201"/>
                </a:lnTo>
                <a:lnTo>
                  <a:pt x="90" y="202"/>
                </a:lnTo>
                <a:lnTo>
                  <a:pt x="91" y="202"/>
                </a:lnTo>
                <a:lnTo>
                  <a:pt x="91" y="203"/>
                </a:lnTo>
                <a:lnTo>
                  <a:pt x="92" y="204"/>
                </a:lnTo>
                <a:lnTo>
                  <a:pt x="91" y="204"/>
                </a:lnTo>
                <a:lnTo>
                  <a:pt x="90" y="204"/>
                </a:lnTo>
                <a:lnTo>
                  <a:pt x="90" y="203"/>
                </a:lnTo>
                <a:lnTo>
                  <a:pt x="90" y="204"/>
                </a:lnTo>
                <a:lnTo>
                  <a:pt x="89" y="204"/>
                </a:lnTo>
                <a:lnTo>
                  <a:pt x="88" y="204"/>
                </a:lnTo>
                <a:lnTo>
                  <a:pt x="88" y="203"/>
                </a:lnTo>
                <a:lnTo>
                  <a:pt x="88" y="204"/>
                </a:lnTo>
                <a:lnTo>
                  <a:pt x="88" y="205"/>
                </a:lnTo>
                <a:lnTo>
                  <a:pt x="87" y="205"/>
                </a:lnTo>
                <a:lnTo>
                  <a:pt x="87" y="206"/>
                </a:lnTo>
                <a:lnTo>
                  <a:pt x="86" y="204"/>
                </a:lnTo>
                <a:lnTo>
                  <a:pt x="87" y="203"/>
                </a:lnTo>
                <a:lnTo>
                  <a:pt x="86" y="202"/>
                </a:lnTo>
                <a:lnTo>
                  <a:pt x="87" y="202"/>
                </a:lnTo>
                <a:lnTo>
                  <a:pt x="87" y="201"/>
                </a:lnTo>
                <a:lnTo>
                  <a:pt x="86" y="200"/>
                </a:lnTo>
                <a:lnTo>
                  <a:pt x="85" y="200"/>
                </a:lnTo>
                <a:lnTo>
                  <a:pt x="85" y="199"/>
                </a:lnTo>
                <a:lnTo>
                  <a:pt x="86" y="198"/>
                </a:lnTo>
                <a:lnTo>
                  <a:pt x="87" y="197"/>
                </a:lnTo>
                <a:lnTo>
                  <a:pt x="87" y="196"/>
                </a:lnTo>
                <a:lnTo>
                  <a:pt x="86" y="196"/>
                </a:lnTo>
                <a:lnTo>
                  <a:pt x="86" y="197"/>
                </a:lnTo>
                <a:lnTo>
                  <a:pt x="86" y="198"/>
                </a:lnTo>
                <a:lnTo>
                  <a:pt x="85" y="198"/>
                </a:lnTo>
                <a:lnTo>
                  <a:pt x="84" y="198"/>
                </a:lnTo>
                <a:lnTo>
                  <a:pt x="83" y="199"/>
                </a:lnTo>
                <a:lnTo>
                  <a:pt x="84" y="199"/>
                </a:lnTo>
                <a:lnTo>
                  <a:pt x="84" y="201"/>
                </a:lnTo>
                <a:lnTo>
                  <a:pt x="83" y="200"/>
                </a:lnTo>
                <a:lnTo>
                  <a:pt x="83" y="199"/>
                </a:lnTo>
                <a:lnTo>
                  <a:pt x="82" y="199"/>
                </a:lnTo>
                <a:lnTo>
                  <a:pt x="82" y="200"/>
                </a:lnTo>
                <a:lnTo>
                  <a:pt x="81" y="201"/>
                </a:lnTo>
                <a:lnTo>
                  <a:pt x="81" y="200"/>
                </a:lnTo>
                <a:lnTo>
                  <a:pt x="80" y="200"/>
                </a:lnTo>
                <a:lnTo>
                  <a:pt x="80" y="201"/>
                </a:lnTo>
                <a:lnTo>
                  <a:pt x="80" y="202"/>
                </a:lnTo>
                <a:lnTo>
                  <a:pt x="79" y="203"/>
                </a:lnTo>
                <a:lnTo>
                  <a:pt x="79" y="202"/>
                </a:lnTo>
                <a:lnTo>
                  <a:pt x="78" y="201"/>
                </a:lnTo>
                <a:lnTo>
                  <a:pt x="78" y="200"/>
                </a:lnTo>
                <a:lnTo>
                  <a:pt x="79" y="200"/>
                </a:lnTo>
                <a:lnTo>
                  <a:pt x="80" y="199"/>
                </a:lnTo>
                <a:lnTo>
                  <a:pt x="79" y="199"/>
                </a:lnTo>
                <a:lnTo>
                  <a:pt x="79" y="198"/>
                </a:lnTo>
                <a:lnTo>
                  <a:pt x="80" y="198"/>
                </a:lnTo>
                <a:lnTo>
                  <a:pt x="80" y="196"/>
                </a:lnTo>
                <a:lnTo>
                  <a:pt x="80" y="195"/>
                </a:lnTo>
                <a:lnTo>
                  <a:pt x="79" y="195"/>
                </a:lnTo>
                <a:lnTo>
                  <a:pt x="79" y="194"/>
                </a:lnTo>
                <a:lnTo>
                  <a:pt x="78" y="194"/>
                </a:lnTo>
                <a:lnTo>
                  <a:pt x="78" y="193"/>
                </a:lnTo>
                <a:lnTo>
                  <a:pt x="77" y="193"/>
                </a:lnTo>
                <a:lnTo>
                  <a:pt x="76" y="193"/>
                </a:lnTo>
                <a:lnTo>
                  <a:pt x="75" y="193"/>
                </a:lnTo>
                <a:lnTo>
                  <a:pt x="74" y="192"/>
                </a:lnTo>
                <a:lnTo>
                  <a:pt x="69" y="192"/>
                </a:lnTo>
                <a:lnTo>
                  <a:pt x="68" y="192"/>
                </a:lnTo>
                <a:lnTo>
                  <a:pt x="67" y="192"/>
                </a:lnTo>
                <a:lnTo>
                  <a:pt x="66" y="192"/>
                </a:lnTo>
                <a:lnTo>
                  <a:pt x="66" y="191"/>
                </a:lnTo>
                <a:lnTo>
                  <a:pt x="64" y="191"/>
                </a:lnTo>
                <a:lnTo>
                  <a:pt x="61" y="191"/>
                </a:lnTo>
                <a:lnTo>
                  <a:pt x="59" y="191"/>
                </a:lnTo>
                <a:lnTo>
                  <a:pt x="58" y="191"/>
                </a:lnTo>
                <a:lnTo>
                  <a:pt x="57" y="191"/>
                </a:lnTo>
                <a:lnTo>
                  <a:pt x="56" y="191"/>
                </a:lnTo>
                <a:lnTo>
                  <a:pt x="55" y="191"/>
                </a:lnTo>
                <a:lnTo>
                  <a:pt x="54" y="191"/>
                </a:lnTo>
                <a:lnTo>
                  <a:pt x="53" y="192"/>
                </a:lnTo>
                <a:lnTo>
                  <a:pt x="52" y="193"/>
                </a:lnTo>
                <a:lnTo>
                  <a:pt x="51" y="193"/>
                </a:lnTo>
                <a:lnTo>
                  <a:pt x="50" y="193"/>
                </a:lnTo>
                <a:lnTo>
                  <a:pt x="50" y="192"/>
                </a:lnTo>
                <a:lnTo>
                  <a:pt x="49" y="192"/>
                </a:lnTo>
                <a:lnTo>
                  <a:pt x="48" y="191"/>
                </a:lnTo>
                <a:lnTo>
                  <a:pt x="47" y="190"/>
                </a:lnTo>
                <a:lnTo>
                  <a:pt x="47" y="189"/>
                </a:lnTo>
                <a:lnTo>
                  <a:pt x="48" y="189"/>
                </a:lnTo>
                <a:lnTo>
                  <a:pt x="48" y="188"/>
                </a:lnTo>
                <a:lnTo>
                  <a:pt x="47" y="188"/>
                </a:lnTo>
                <a:lnTo>
                  <a:pt x="47" y="187"/>
                </a:lnTo>
                <a:lnTo>
                  <a:pt x="46" y="187"/>
                </a:lnTo>
                <a:lnTo>
                  <a:pt x="46" y="186"/>
                </a:lnTo>
                <a:lnTo>
                  <a:pt x="45" y="186"/>
                </a:lnTo>
                <a:lnTo>
                  <a:pt x="45" y="185"/>
                </a:lnTo>
                <a:lnTo>
                  <a:pt x="44" y="185"/>
                </a:lnTo>
                <a:lnTo>
                  <a:pt x="43" y="184"/>
                </a:lnTo>
                <a:lnTo>
                  <a:pt x="42" y="184"/>
                </a:lnTo>
                <a:lnTo>
                  <a:pt x="41" y="184"/>
                </a:lnTo>
                <a:lnTo>
                  <a:pt x="40" y="184"/>
                </a:lnTo>
                <a:lnTo>
                  <a:pt x="39" y="184"/>
                </a:lnTo>
                <a:lnTo>
                  <a:pt x="38" y="184"/>
                </a:lnTo>
                <a:lnTo>
                  <a:pt x="36" y="185"/>
                </a:lnTo>
                <a:lnTo>
                  <a:pt x="35" y="185"/>
                </a:lnTo>
                <a:lnTo>
                  <a:pt x="34" y="185"/>
                </a:lnTo>
                <a:lnTo>
                  <a:pt x="33" y="184"/>
                </a:lnTo>
                <a:lnTo>
                  <a:pt x="33" y="183"/>
                </a:lnTo>
                <a:lnTo>
                  <a:pt x="32" y="183"/>
                </a:lnTo>
                <a:lnTo>
                  <a:pt x="32" y="182"/>
                </a:lnTo>
                <a:lnTo>
                  <a:pt x="31" y="181"/>
                </a:lnTo>
                <a:lnTo>
                  <a:pt x="30" y="181"/>
                </a:lnTo>
                <a:lnTo>
                  <a:pt x="30" y="180"/>
                </a:lnTo>
                <a:lnTo>
                  <a:pt x="29" y="180"/>
                </a:lnTo>
                <a:lnTo>
                  <a:pt x="28" y="180"/>
                </a:lnTo>
                <a:lnTo>
                  <a:pt x="27" y="179"/>
                </a:lnTo>
                <a:lnTo>
                  <a:pt x="26" y="179"/>
                </a:lnTo>
                <a:lnTo>
                  <a:pt x="25" y="179"/>
                </a:lnTo>
                <a:lnTo>
                  <a:pt x="24" y="179"/>
                </a:lnTo>
                <a:lnTo>
                  <a:pt x="23" y="178"/>
                </a:lnTo>
                <a:lnTo>
                  <a:pt x="22" y="178"/>
                </a:lnTo>
                <a:lnTo>
                  <a:pt x="23" y="177"/>
                </a:lnTo>
                <a:lnTo>
                  <a:pt x="22" y="177"/>
                </a:lnTo>
                <a:lnTo>
                  <a:pt x="21" y="177"/>
                </a:lnTo>
                <a:lnTo>
                  <a:pt x="21" y="175"/>
                </a:lnTo>
                <a:lnTo>
                  <a:pt x="21" y="174"/>
                </a:lnTo>
                <a:lnTo>
                  <a:pt x="20" y="174"/>
                </a:lnTo>
                <a:lnTo>
                  <a:pt x="18" y="173"/>
                </a:lnTo>
                <a:lnTo>
                  <a:pt x="16" y="172"/>
                </a:lnTo>
                <a:lnTo>
                  <a:pt x="14" y="171"/>
                </a:lnTo>
                <a:lnTo>
                  <a:pt x="13" y="171"/>
                </a:lnTo>
                <a:lnTo>
                  <a:pt x="11" y="171"/>
                </a:lnTo>
                <a:lnTo>
                  <a:pt x="9" y="170"/>
                </a:lnTo>
                <a:lnTo>
                  <a:pt x="8" y="170"/>
                </a:lnTo>
                <a:lnTo>
                  <a:pt x="7" y="170"/>
                </a:lnTo>
                <a:lnTo>
                  <a:pt x="6" y="169"/>
                </a:lnTo>
                <a:lnTo>
                  <a:pt x="6" y="168"/>
                </a:lnTo>
                <a:lnTo>
                  <a:pt x="6" y="167"/>
                </a:lnTo>
                <a:lnTo>
                  <a:pt x="6" y="166"/>
                </a:lnTo>
                <a:lnTo>
                  <a:pt x="5" y="165"/>
                </a:lnTo>
                <a:lnTo>
                  <a:pt x="5" y="164"/>
                </a:lnTo>
                <a:lnTo>
                  <a:pt x="6" y="163"/>
                </a:lnTo>
                <a:lnTo>
                  <a:pt x="6" y="162"/>
                </a:lnTo>
                <a:lnTo>
                  <a:pt x="6" y="161"/>
                </a:lnTo>
                <a:lnTo>
                  <a:pt x="7" y="160"/>
                </a:lnTo>
                <a:lnTo>
                  <a:pt x="7" y="159"/>
                </a:lnTo>
                <a:lnTo>
                  <a:pt x="8" y="157"/>
                </a:lnTo>
                <a:lnTo>
                  <a:pt x="8" y="156"/>
                </a:lnTo>
                <a:lnTo>
                  <a:pt x="7" y="156"/>
                </a:lnTo>
                <a:lnTo>
                  <a:pt x="7" y="155"/>
                </a:lnTo>
                <a:lnTo>
                  <a:pt x="8" y="155"/>
                </a:lnTo>
                <a:lnTo>
                  <a:pt x="7" y="155"/>
                </a:lnTo>
                <a:lnTo>
                  <a:pt x="8" y="154"/>
                </a:lnTo>
                <a:lnTo>
                  <a:pt x="8" y="153"/>
                </a:lnTo>
                <a:lnTo>
                  <a:pt x="8" y="152"/>
                </a:lnTo>
                <a:lnTo>
                  <a:pt x="8" y="151"/>
                </a:lnTo>
                <a:lnTo>
                  <a:pt x="7" y="151"/>
                </a:lnTo>
                <a:lnTo>
                  <a:pt x="7" y="150"/>
                </a:lnTo>
                <a:lnTo>
                  <a:pt x="7" y="149"/>
                </a:lnTo>
                <a:lnTo>
                  <a:pt x="7" y="148"/>
                </a:lnTo>
                <a:lnTo>
                  <a:pt x="7" y="147"/>
                </a:lnTo>
                <a:lnTo>
                  <a:pt x="7" y="146"/>
                </a:lnTo>
                <a:lnTo>
                  <a:pt x="7" y="145"/>
                </a:lnTo>
                <a:lnTo>
                  <a:pt x="7" y="144"/>
                </a:lnTo>
                <a:lnTo>
                  <a:pt x="6" y="144"/>
                </a:lnTo>
                <a:lnTo>
                  <a:pt x="5" y="141"/>
                </a:lnTo>
                <a:lnTo>
                  <a:pt x="5" y="140"/>
                </a:lnTo>
                <a:lnTo>
                  <a:pt x="4" y="138"/>
                </a:lnTo>
                <a:lnTo>
                  <a:pt x="3" y="138"/>
                </a:lnTo>
                <a:lnTo>
                  <a:pt x="3" y="137"/>
                </a:lnTo>
                <a:lnTo>
                  <a:pt x="2" y="137"/>
                </a:lnTo>
                <a:lnTo>
                  <a:pt x="1" y="137"/>
                </a:lnTo>
                <a:lnTo>
                  <a:pt x="1" y="135"/>
                </a:lnTo>
                <a:lnTo>
                  <a:pt x="1" y="134"/>
                </a:lnTo>
                <a:lnTo>
                  <a:pt x="1" y="133"/>
                </a:lnTo>
                <a:lnTo>
                  <a:pt x="2" y="133"/>
                </a:lnTo>
                <a:lnTo>
                  <a:pt x="2" y="132"/>
                </a:lnTo>
                <a:lnTo>
                  <a:pt x="2" y="131"/>
                </a:lnTo>
                <a:lnTo>
                  <a:pt x="3" y="130"/>
                </a:lnTo>
                <a:lnTo>
                  <a:pt x="3" y="129"/>
                </a:lnTo>
                <a:lnTo>
                  <a:pt x="3" y="128"/>
                </a:lnTo>
                <a:lnTo>
                  <a:pt x="4" y="127"/>
                </a:lnTo>
                <a:lnTo>
                  <a:pt x="4" y="126"/>
                </a:lnTo>
                <a:lnTo>
                  <a:pt x="4" y="125"/>
                </a:lnTo>
                <a:lnTo>
                  <a:pt x="3" y="123"/>
                </a:lnTo>
                <a:lnTo>
                  <a:pt x="3" y="122"/>
                </a:lnTo>
                <a:lnTo>
                  <a:pt x="3" y="121"/>
                </a:lnTo>
                <a:lnTo>
                  <a:pt x="3" y="119"/>
                </a:lnTo>
                <a:lnTo>
                  <a:pt x="3" y="118"/>
                </a:lnTo>
                <a:lnTo>
                  <a:pt x="2" y="117"/>
                </a:lnTo>
                <a:lnTo>
                  <a:pt x="2" y="115"/>
                </a:lnTo>
                <a:lnTo>
                  <a:pt x="2" y="114"/>
                </a:lnTo>
                <a:lnTo>
                  <a:pt x="1" y="114"/>
                </a:lnTo>
                <a:lnTo>
                  <a:pt x="1" y="112"/>
                </a:lnTo>
                <a:lnTo>
                  <a:pt x="1" y="111"/>
                </a:lnTo>
                <a:lnTo>
                  <a:pt x="1" y="110"/>
                </a:lnTo>
                <a:lnTo>
                  <a:pt x="0" y="110"/>
                </a:lnTo>
                <a:lnTo>
                  <a:pt x="0" y="109"/>
                </a:lnTo>
                <a:lnTo>
                  <a:pt x="0" y="108"/>
                </a:lnTo>
                <a:lnTo>
                  <a:pt x="1" y="108"/>
                </a:lnTo>
                <a:lnTo>
                  <a:pt x="2" y="107"/>
                </a:lnTo>
                <a:lnTo>
                  <a:pt x="3" y="106"/>
                </a:lnTo>
                <a:lnTo>
                  <a:pt x="4" y="105"/>
                </a:lnTo>
                <a:lnTo>
                  <a:pt x="4" y="104"/>
                </a:lnTo>
                <a:lnTo>
                  <a:pt x="5" y="103"/>
                </a:lnTo>
                <a:lnTo>
                  <a:pt x="5" y="102"/>
                </a:lnTo>
                <a:lnTo>
                  <a:pt x="6" y="102"/>
                </a:lnTo>
                <a:lnTo>
                  <a:pt x="6" y="101"/>
                </a:lnTo>
                <a:lnTo>
                  <a:pt x="5" y="101"/>
                </a:lnTo>
                <a:lnTo>
                  <a:pt x="5" y="100"/>
                </a:lnTo>
                <a:lnTo>
                  <a:pt x="5" y="99"/>
                </a:lnTo>
                <a:lnTo>
                  <a:pt x="4" y="98"/>
                </a:lnTo>
                <a:lnTo>
                  <a:pt x="4" y="97"/>
                </a:lnTo>
                <a:lnTo>
                  <a:pt x="3" y="97"/>
                </a:lnTo>
                <a:lnTo>
                  <a:pt x="2" y="96"/>
                </a:lnTo>
                <a:lnTo>
                  <a:pt x="1" y="96"/>
                </a:lnTo>
                <a:lnTo>
                  <a:pt x="1" y="95"/>
                </a:lnTo>
                <a:lnTo>
                  <a:pt x="2" y="95"/>
                </a:lnTo>
                <a:lnTo>
                  <a:pt x="2" y="94"/>
                </a:lnTo>
                <a:lnTo>
                  <a:pt x="2" y="93"/>
                </a:lnTo>
                <a:lnTo>
                  <a:pt x="2" y="92"/>
                </a:lnTo>
                <a:lnTo>
                  <a:pt x="2" y="91"/>
                </a:lnTo>
                <a:lnTo>
                  <a:pt x="2" y="90"/>
                </a:lnTo>
                <a:lnTo>
                  <a:pt x="2" y="89"/>
                </a:lnTo>
                <a:lnTo>
                  <a:pt x="2" y="88"/>
                </a:lnTo>
                <a:lnTo>
                  <a:pt x="3" y="89"/>
                </a:lnTo>
                <a:lnTo>
                  <a:pt x="4" y="89"/>
                </a:lnTo>
                <a:lnTo>
                  <a:pt x="5" y="89"/>
                </a:lnTo>
                <a:lnTo>
                  <a:pt x="4" y="88"/>
                </a:lnTo>
                <a:lnTo>
                  <a:pt x="3" y="88"/>
                </a:lnTo>
                <a:lnTo>
                  <a:pt x="3" y="87"/>
                </a:lnTo>
                <a:lnTo>
                  <a:pt x="3" y="86"/>
                </a:lnTo>
                <a:lnTo>
                  <a:pt x="4" y="86"/>
                </a:lnTo>
                <a:lnTo>
                  <a:pt x="4" y="87"/>
                </a:lnTo>
                <a:lnTo>
                  <a:pt x="5" y="88"/>
                </a:lnTo>
                <a:lnTo>
                  <a:pt x="5" y="89"/>
                </a:lnTo>
                <a:lnTo>
                  <a:pt x="5" y="88"/>
                </a:lnTo>
                <a:lnTo>
                  <a:pt x="5" y="87"/>
                </a:lnTo>
                <a:lnTo>
                  <a:pt x="4" y="87"/>
                </a:lnTo>
                <a:lnTo>
                  <a:pt x="4" y="86"/>
                </a:lnTo>
                <a:lnTo>
                  <a:pt x="5" y="86"/>
                </a:lnTo>
                <a:lnTo>
                  <a:pt x="6" y="86"/>
                </a:lnTo>
                <a:lnTo>
                  <a:pt x="6" y="87"/>
                </a:lnTo>
                <a:lnTo>
                  <a:pt x="7" y="87"/>
                </a:lnTo>
                <a:lnTo>
                  <a:pt x="6" y="87"/>
                </a:lnTo>
                <a:lnTo>
                  <a:pt x="6" y="86"/>
                </a:lnTo>
                <a:lnTo>
                  <a:pt x="6" y="85"/>
                </a:lnTo>
                <a:lnTo>
                  <a:pt x="5" y="85"/>
                </a:lnTo>
                <a:lnTo>
                  <a:pt x="5" y="84"/>
                </a:lnTo>
                <a:lnTo>
                  <a:pt x="4" y="84"/>
                </a:lnTo>
                <a:lnTo>
                  <a:pt x="4" y="83"/>
                </a:lnTo>
                <a:lnTo>
                  <a:pt x="5" y="83"/>
                </a:lnTo>
                <a:lnTo>
                  <a:pt x="5" y="82"/>
                </a:lnTo>
                <a:lnTo>
                  <a:pt x="6" y="82"/>
                </a:lnTo>
                <a:lnTo>
                  <a:pt x="6" y="81"/>
                </a:lnTo>
                <a:lnTo>
                  <a:pt x="7" y="80"/>
                </a:lnTo>
                <a:lnTo>
                  <a:pt x="9" y="81"/>
                </a:lnTo>
                <a:lnTo>
                  <a:pt x="9" y="80"/>
                </a:lnTo>
                <a:lnTo>
                  <a:pt x="10" y="80"/>
                </a:lnTo>
                <a:lnTo>
                  <a:pt x="11" y="80"/>
                </a:lnTo>
                <a:lnTo>
                  <a:pt x="12" y="80"/>
                </a:lnTo>
                <a:lnTo>
                  <a:pt x="13" y="79"/>
                </a:lnTo>
                <a:lnTo>
                  <a:pt x="14" y="79"/>
                </a:lnTo>
                <a:lnTo>
                  <a:pt x="15" y="78"/>
                </a:lnTo>
                <a:lnTo>
                  <a:pt x="16" y="77"/>
                </a:lnTo>
                <a:lnTo>
                  <a:pt x="16" y="76"/>
                </a:lnTo>
                <a:lnTo>
                  <a:pt x="17" y="76"/>
                </a:lnTo>
                <a:lnTo>
                  <a:pt x="17" y="75"/>
                </a:lnTo>
                <a:lnTo>
                  <a:pt x="18" y="75"/>
                </a:lnTo>
                <a:lnTo>
                  <a:pt x="18" y="74"/>
                </a:lnTo>
                <a:lnTo>
                  <a:pt x="19" y="73"/>
                </a:lnTo>
                <a:lnTo>
                  <a:pt x="20" y="73"/>
                </a:lnTo>
                <a:lnTo>
                  <a:pt x="21" y="73"/>
                </a:lnTo>
                <a:lnTo>
                  <a:pt x="22" y="72"/>
                </a:lnTo>
                <a:lnTo>
                  <a:pt x="23" y="72"/>
                </a:lnTo>
                <a:lnTo>
                  <a:pt x="23" y="71"/>
                </a:lnTo>
                <a:lnTo>
                  <a:pt x="24" y="71"/>
                </a:lnTo>
                <a:lnTo>
                  <a:pt x="25" y="70"/>
                </a:lnTo>
                <a:lnTo>
                  <a:pt x="26" y="69"/>
                </a:lnTo>
                <a:lnTo>
                  <a:pt x="27" y="68"/>
                </a:lnTo>
                <a:lnTo>
                  <a:pt x="28" y="67"/>
                </a:lnTo>
                <a:lnTo>
                  <a:pt x="29" y="67"/>
                </a:lnTo>
                <a:lnTo>
                  <a:pt x="29" y="66"/>
                </a:lnTo>
                <a:lnTo>
                  <a:pt x="30" y="66"/>
                </a:lnTo>
                <a:lnTo>
                  <a:pt x="30" y="67"/>
                </a:lnTo>
                <a:lnTo>
                  <a:pt x="30" y="66"/>
                </a:lnTo>
                <a:lnTo>
                  <a:pt x="29" y="66"/>
                </a:lnTo>
                <a:lnTo>
                  <a:pt x="30" y="65"/>
                </a:lnTo>
                <a:lnTo>
                  <a:pt x="31" y="64"/>
                </a:lnTo>
                <a:lnTo>
                  <a:pt x="32" y="64"/>
                </a:lnTo>
                <a:lnTo>
                  <a:pt x="33" y="63"/>
                </a:lnTo>
                <a:lnTo>
                  <a:pt x="33" y="62"/>
                </a:lnTo>
                <a:lnTo>
                  <a:pt x="34" y="61"/>
                </a:lnTo>
                <a:lnTo>
                  <a:pt x="35" y="59"/>
                </a:lnTo>
                <a:lnTo>
                  <a:pt x="36" y="59"/>
                </a:lnTo>
                <a:lnTo>
                  <a:pt x="37" y="58"/>
                </a:lnTo>
                <a:lnTo>
                  <a:pt x="38" y="58"/>
                </a:lnTo>
                <a:lnTo>
                  <a:pt x="39" y="57"/>
                </a:lnTo>
                <a:lnTo>
                  <a:pt x="40" y="57"/>
                </a:lnTo>
                <a:lnTo>
                  <a:pt x="41" y="57"/>
                </a:lnTo>
                <a:lnTo>
                  <a:pt x="42" y="57"/>
                </a:lnTo>
                <a:lnTo>
                  <a:pt x="43" y="56"/>
                </a:lnTo>
                <a:lnTo>
                  <a:pt x="44" y="55"/>
                </a:lnTo>
                <a:lnTo>
                  <a:pt x="45" y="55"/>
                </a:lnTo>
                <a:lnTo>
                  <a:pt x="46" y="54"/>
                </a:lnTo>
                <a:lnTo>
                  <a:pt x="47" y="53"/>
                </a:lnTo>
                <a:lnTo>
                  <a:pt x="48" y="53"/>
                </a:lnTo>
                <a:lnTo>
                  <a:pt x="49" y="53"/>
                </a:lnTo>
                <a:lnTo>
                  <a:pt x="51" y="52"/>
                </a:lnTo>
                <a:lnTo>
                  <a:pt x="51" y="51"/>
                </a:lnTo>
                <a:lnTo>
                  <a:pt x="52" y="50"/>
                </a:lnTo>
                <a:lnTo>
                  <a:pt x="53" y="50"/>
                </a:lnTo>
                <a:lnTo>
                  <a:pt x="53" y="49"/>
                </a:lnTo>
                <a:lnTo>
                  <a:pt x="54" y="49"/>
                </a:lnTo>
                <a:lnTo>
                  <a:pt x="54" y="48"/>
                </a:lnTo>
                <a:lnTo>
                  <a:pt x="54" y="47"/>
                </a:lnTo>
                <a:lnTo>
                  <a:pt x="54" y="46"/>
                </a:lnTo>
                <a:lnTo>
                  <a:pt x="54" y="45"/>
                </a:lnTo>
                <a:lnTo>
                  <a:pt x="55" y="45"/>
                </a:lnTo>
                <a:lnTo>
                  <a:pt x="54" y="45"/>
                </a:lnTo>
                <a:lnTo>
                  <a:pt x="54" y="46"/>
                </a:lnTo>
                <a:lnTo>
                  <a:pt x="55" y="46"/>
                </a:lnTo>
                <a:lnTo>
                  <a:pt x="55" y="45"/>
                </a:lnTo>
                <a:lnTo>
                  <a:pt x="56" y="45"/>
                </a:lnTo>
                <a:lnTo>
                  <a:pt x="56" y="44"/>
                </a:lnTo>
                <a:lnTo>
                  <a:pt x="56" y="45"/>
                </a:lnTo>
                <a:lnTo>
                  <a:pt x="57" y="45"/>
                </a:lnTo>
                <a:lnTo>
                  <a:pt x="59" y="45"/>
                </a:lnTo>
                <a:lnTo>
                  <a:pt x="59" y="44"/>
                </a:lnTo>
                <a:lnTo>
                  <a:pt x="60" y="45"/>
                </a:lnTo>
                <a:lnTo>
                  <a:pt x="61" y="45"/>
                </a:lnTo>
                <a:lnTo>
                  <a:pt x="61" y="46"/>
                </a:lnTo>
                <a:lnTo>
                  <a:pt x="61" y="47"/>
                </a:lnTo>
                <a:lnTo>
                  <a:pt x="61" y="46"/>
                </a:lnTo>
                <a:lnTo>
                  <a:pt x="61" y="47"/>
                </a:lnTo>
                <a:lnTo>
                  <a:pt x="62" y="47"/>
                </a:lnTo>
                <a:lnTo>
                  <a:pt x="61" y="47"/>
                </a:lnTo>
                <a:lnTo>
                  <a:pt x="62" y="48"/>
                </a:lnTo>
                <a:lnTo>
                  <a:pt x="62" y="47"/>
                </a:lnTo>
                <a:lnTo>
                  <a:pt x="62" y="46"/>
                </a:lnTo>
                <a:lnTo>
                  <a:pt x="62" y="45"/>
                </a:lnTo>
                <a:lnTo>
                  <a:pt x="61" y="44"/>
                </a:lnTo>
                <a:lnTo>
                  <a:pt x="60" y="43"/>
                </a:lnTo>
                <a:lnTo>
                  <a:pt x="59" y="43"/>
                </a:lnTo>
                <a:lnTo>
                  <a:pt x="59" y="42"/>
                </a:lnTo>
                <a:lnTo>
                  <a:pt x="60" y="42"/>
                </a:lnTo>
                <a:lnTo>
                  <a:pt x="61" y="41"/>
                </a:lnTo>
                <a:lnTo>
                  <a:pt x="62" y="41"/>
                </a:lnTo>
                <a:lnTo>
                  <a:pt x="62" y="42"/>
                </a:lnTo>
                <a:lnTo>
                  <a:pt x="62" y="41"/>
                </a:lnTo>
                <a:lnTo>
                  <a:pt x="62" y="40"/>
                </a:lnTo>
                <a:lnTo>
                  <a:pt x="62" y="39"/>
                </a:lnTo>
                <a:lnTo>
                  <a:pt x="63" y="39"/>
                </a:lnTo>
                <a:lnTo>
                  <a:pt x="64" y="39"/>
                </a:lnTo>
                <a:lnTo>
                  <a:pt x="63" y="39"/>
                </a:lnTo>
                <a:lnTo>
                  <a:pt x="62" y="39"/>
                </a:lnTo>
                <a:lnTo>
                  <a:pt x="62" y="38"/>
                </a:lnTo>
                <a:lnTo>
                  <a:pt x="62" y="39"/>
                </a:lnTo>
                <a:lnTo>
                  <a:pt x="61" y="39"/>
                </a:lnTo>
                <a:lnTo>
                  <a:pt x="61" y="38"/>
                </a:lnTo>
                <a:lnTo>
                  <a:pt x="61" y="37"/>
                </a:lnTo>
                <a:lnTo>
                  <a:pt x="60" y="37"/>
                </a:lnTo>
                <a:lnTo>
                  <a:pt x="60" y="38"/>
                </a:lnTo>
                <a:lnTo>
                  <a:pt x="59" y="38"/>
                </a:lnTo>
                <a:lnTo>
                  <a:pt x="59" y="39"/>
                </a:lnTo>
                <a:lnTo>
                  <a:pt x="59" y="40"/>
                </a:lnTo>
                <a:lnTo>
                  <a:pt x="59" y="41"/>
                </a:lnTo>
                <a:lnTo>
                  <a:pt x="58" y="41"/>
                </a:lnTo>
                <a:lnTo>
                  <a:pt x="58" y="40"/>
                </a:lnTo>
                <a:lnTo>
                  <a:pt x="58" y="39"/>
                </a:lnTo>
                <a:lnTo>
                  <a:pt x="58" y="40"/>
                </a:lnTo>
                <a:lnTo>
                  <a:pt x="57" y="40"/>
                </a:lnTo>
                <a:lnTo>
                  <a:pt x="57" y="41"/>
                </a:lnTo>
                <a:lnTo>
                  <a:pt x="56" y="41"/>
                </a:lnTo>
                <a:lnTo>
                  <a:pt x="55" y="41"/>
                </a:lnTo>
                <a:lnTo>
                  <a:pt x="55" y="42"/>
                </a:lnTo>
                <a:lnTo>
                  <a:pt x="55" y="43"/>
                </a:lnTo>
                <a:lnTo>
                  <a:pt x="54" y="43"/>
                </a:lnTo>
                <a:lnTo>
                  <a:pt x="54" y="42"/>
                </a:lnTo>
                <a:lnTo>
                  <a:pt x="54" y="43"/>
                </a:lnTo>
                <a:lnTo>
                  <a:pt x="54" y="44"/>
                </a:lnTo>
                <a:lnTo>
                  <a:pt x="53" y="44"/>
                </a:lnTo>
                <a:lnTo>
                  <a:pt x="52" y="44"/>
                </a:lnTo>
                <a:lnTo>
                  <a:pt x="51" y="44"/>
                </a:lnTo>
                <a:lnTo>
                  <a:pt x="51" y="45"/>
                </a:lnTo>
                <a:lnTo>
                  <a:pt x="50" y="45"/>
                </a:lnTo>
                <a:lnTo>
                  <a:pt x="50" y="46"/>
                </a:lnTo>
                <a:lnTo>
                  <a:pt x="49" y="45"/>
                </a:lnTo>
                <a:lnTo>
                  <a:pt x="49" y="46"/>
                </a:lnTo>
                <a:lnTo>
                  <a:pt x="48" y="46"/>
                </a:lnTo>
                <a:lnTo>
                  <a:pt x="48" y="45"/>
                </a:lnTo>
                <a:lnTo>
                  <a:pt x="49" y="44"/>
                </a:lnTo>
                <a:lnTo>
                  <a:pt x="50" y="44"/>
                </a:lnTo>
                <a:lnTo>
                  <a:pt x="51" y="43"/>
                </a:lnTo>
                <a:lnTo>
                  <a:pt x="50" y="43"/>
                </a:lnTo>
                <a:lnTo>
                  <a:pt x="50" y="42"/>
                </a:lnTo>
                <a:lnTo>
                  <a:pt x="50" y="41"/>
                </a:lnTo>
                <a:lnTo>
                  <a:pt x="49" y="41"/>
                </a:lnTo>
                <a:lnTo>
                  <a:pt x="49" y="39"/>
                </a:lnTo>
                <a:lnTo>
                  <a:pt x="49" y="38"/>
                </a:lnTo>
                <a:lnTo>
                  <a:pt x="49" y="37"/>
                </a:lnTo>
                <a:lnTo>
                  <a:pt x="50" y="35"/>
                </a:lnTo>
                <a:lnTo>
                  <a:pt x="51" y="35"/>
                </a:lnTo>
                <a:lnTo>
                  <a:pt x="52" y="34"/>
                </a:lnTo>
                <a:lnTo>
                  <a:pt x="53" y="35"/>
                </a:lnTo>
                <a:lnTo>
                  <a:pt x="54" y="35"/>
                </a:lnTo>
                <a:lnTo>
                  <a:pt x="53" y="34"/>
                </a:lnTo>
                <a:lnTo>
                  <a:pt x="54" y="33"/>
                </a:lnTo>
                <a:lnTo>
                  <a:pt x="54" y="32"/>
                </a:lnTo>
                <a:lnTo>
                  <a:pt x="54" y="31"/>
                </a:lnTo>
                <a:lnTo>
                  <a:pt x="55" y="31"/>
                </a:lnTo>
                <a:lnTo>
                  <a:pt x="55" y="32"/>
                </a:lnTo>
                <a:lnTo>
                  <a:pt x="56" y="32"/>
                </a:lnTo>
                <a:lnTo>
                  <a:pt x="55" y="31"/>
                </a:lnTo>
                <a:lnTo>
                  <a:pt x="56" y="31"/>
                </a:lnTo>
                <a:lnTo>
                  <a:pt x="57" y="31"/>
                </a:lnTo>
                <a:lnTo>
                  <a:pt x="58" y="30"/>
                </a:lnTo>
                <a:lnTo>
                  <a:pt x="58" y="29"/>
                </a:lnTo>
                <a:lnTo>
                  <a:pt x="58" y="28"/>
                </a:lnTo>
                <a:lnTo>
                  <a:pt x="58" y="27"/>
                </a:lnTo>
                <a:lnTo>
                  <a:pt x="58" y="26"/>
                </a:lnTo>
                <a:lnTo>
                  <a:pt x="59" y="26"/>
                </a:lnTo>
                <a:lnTo>
                  <a:pt x="60" y="27"/>
                </a:lnTo>
                <a:lnTo>
                  <a:pt x="61" y="27"/>
                </a:lnTo>
                <a:lnTo>
                  <a:pt x="61" y="26"/>
                </a:lnTo>
                <a:lnTo>
                  <a:pt x="61" y="25"/>
                </a:lnTo>
                <a:lnTo>
                  <a:pt x="62" y="25"/>
                </a:lnTo>
                <a:lnTo>
                  <a:pt x="63" y="25"/>
                </a:lnTo>
                <a:lnTo>
                  <a:pt x="64" y="26"/>
                </a:lnTo>
                <a:lnTo>
                  <a:pt x="63" y="26"/>
                </a:lnTo>
                <a:lnTo>
                  <a:pt x="63" y="27"/>
                </a:lnTo>
                <a:lnTo>
                  <a:pt x="64" y="28"/>
                </a:lnTo>
                <a:lnTo>
                  <a:pt x="66" y="28"/>
                </a:lnTo>
                <a:lnTo>
                  <a:pt x="68" y="27"/>
                </a:lnTo>
                <a:lnTo>
                  <a:pt x="68" y="28"/>
                </a:lnTo>
                <a:lnTo>
                  <a:pt x="69" y="28"/>
                </a:lnTo>
                <a:lnTo>
                  <a:pt x="70" y="29"/>
                </a:lnTo>
                <a:lnTo>
                  <a:pt x="70" y="28"/>
                </a:lnTo>
                <a:lnTo>
                  <a:pt x="71" y="28"/>
                </a:lnTo>
                <a:lnTo>
                  <a:pt x="71" y="29"/>
                </a:lnTo>
                <a:lnTo>
                  <a:pt x="72" y="30"/>
                </a:lnTo>
                <a:lnTo>
                  <a:pt x="73" y="31"/>
                </a:lnTo>
                <a:lnTo>
                  <a:pt x="74" y="31"/>
                </a:lnTo>
                <a:lnTo>
                  <a:pt x="73" y="31"/>
                </a:lnTo>
                <a:lnTo>
                  <a:pt x="73" y="32"/>
                </a:lnTo>
                <a:lnTo>
                  <a:pt x="74" y="32"/>
                </a:lnTo>
                <a:lnTo>
                  <a:pt x="74" y="31"/>
                </a:lnTo>
                <a:lnTo>
                  <a:pt x="75" y="30"/>
                </a:lnTo>
                <a:lnTo>
                  <a:pt x="75" y="29"/>
                </a:lnTo>
                <a:lnTo>
                  <a:pt x="76" y="29"/>
                </a:lnTo>
                <a:lnTo>
                  <a:pt x="76" y="30"/>
                </a:lnTo>
                <a:lnTo>
                  <a:pt x="76" y="31"/>
                </a:lnTo>
                <a:lnTo>
                  <a:pt x="77" y="30"/>
                </a:lnTo>
                <a:lnTo>
                  <a:pt x="76" y="30"/>
                </a:lnTo>
                <a:lnTo>
                  <a:pt x="77" y="30"/>
                </a:lnTo>
                <a:lnTo>
                  <a:pt x="78" y="31"/>
                </a:lnTo>
                <a:lnTo>
                  <a:pt x="78" y="32"/>
                </a:lnTo>
                <a:lnTo>
                  <a:pt x="78" y="33"/>
                </a:lnTo>
                <a:lnTo>
                  <a:pt x="78" y="34"/>
                </a:lnTo>
                <a:lnTo>
                  <a:pt x="79" y="34"/>
                </a:lnTo>
                <a:lnTo>
                  <a:pt x="79" y="33"/>
                </a:lnTo>
                <a:lnTo>
                  <a:pt x="81" y="33"/>
                </a:lnTo>
                <a:lnTo>
                  <a:pt x="82" y="32"/>
                </a:lnTo>
                <a:lnTo>
                  <a:pt x="83" y="32"/>
                </a:lnTo>
                <a:lnTo>
                  <a:pt x="83" y="31"/>
                </a:lnTo>
                <a:lnTo>
                  <a:pt x="84" y="30"/>
                </a:lnTo>
                <a:lnTo>
                  <a:pt x="84" y="31"/>
                </a:lnTo>
                <a:lnTo>
                  <a:pt x="84" y="32"/>
                </a:lnTo>
                <a:lnTo>
                  <a:pt x="83" y="32"/>
                </a:lnTo>
                <a:lnTo>
                  <a:pt x="82" y="33"/>
                </a:lnTo>
                <a:lnTo>
                  <a:pt x="83" y="33"/>
                </a:lnTo>
                <a:lnTo>
                  <a:pt x="84" y="33"/>
                </a:lnTo>
                <a:lnTo>
                  <a:pt x="83" y="33"/>
                </a:lnTo>
                <a:lnTo>
                  <a:pt x="84" y="33"/>
                </a:lnTo>
                <a:lnTo>
                  <a:pt x="85" y="32"/>
                </a:lnTo>
                <a:lnTo>
                  <a:pt x="85" y="31"/>
                </a:lnTo>
                <a:lnTo>
                  <a:pt x="86" y="31"/>
                </a:lnTo>
                <a:lnTo>
                  <a:pt x="86" y="32"/>
                </a:lnTo>
                <a:lnTo>
                  <a:pt x="87" y="32"/>
                </a:lnTo>
                <a:lnTo>
                  <a:pt x="87" y="31"/>
                </a:lnTo>
                <a:lnTo>
                  <a:pt x="88" y="31"/>
                </a:lnTo>
                <a:lnTo>
                  <a:pt x="87" y="31"/>
                </a:lnTo>
                <a:lnTo>
                  <a:pt x="86" y="30"/>
                </a:lnTo>
                <a:lnTo>
                  <a:pt x="85" y="30"/>
                </a:lnTo>
                <a:lnTo>
                  <a:pt x="84" y="30"/>
                </a:lnTo>
                <a:lnTo>
                  <a:pt x="84" y="29"/>
                </a:lnTo>
                <a:lnTo>
                  <a:pt x="83" y="29"/>
                </a:lnTo>
                <a:lnTo>
                  <a:pt x="83" y="30"/>
                </a:lnTo>
                <a:lnTo>
                  <a:pt x="82" y="30"/>
                </a:lnTo>
                <a:lnTo>
                  <a:pt x="82" y="29"/>
                </a:lnTo>
                <a:lnTo>
                  <a:pt x="83" y="28"/>
                </a:lnTo>
                <a:lnTo>
                  <a:pt x="83" y="27"/>
                </a:lnTo>
                <a:lnTo>
                  <a:pt x="82" y="27"/>
                </a:lnTo>
                <a:lnTo>
                  <a:pt x="82" y="26"/>
                </a:lnTo>
                <a:lnTo>
                  <a:pt x="83" y="25"/>
                </a:lnTo>
                <a:lnTo>
                  <a:pt x="85" y="25"/>
                </a:lnTo>
                <a:lnTo>
                  <a:pt x="86" y="25"/>
                </a:lnTo>
                <a:lnTo>
                  <a:pt x="86" y="26"/>
                </a:lnTo>
                <a:lnTo>
                  <a:pt x="87" y="26"/>
                </a:lnTo>
                <a:lnTo>
                  <a:pt x="86" y="26"/>
                </a:lnTo>
                <a:lnTo>
                  <a:pt x="86" y="25"/>
                </a:lnTo>
                <a:lnTo>
                  <a:pt x="85" y="25"/>
                </a:lnTo>
                <a:lnTo>
                  <a:pt x="84" y="25"/>
                </a:lnTo>
                <a:lnTo>
                  <a:pt x="83" y="24"/>
                </a:lnTo>
                <a:lnTo>
                  <a:pt x="83" y="23"/>
                </a:lnTo>
                <a:lnTo>
                  <a:pt x="84" y="22"/>
                </a:lnTo>
                <a:lnTo>
                  <a:pt x="85" y="22"/>
                </a:lnTo>
                <a:lnTo>
                  <a:pt x="86" y="21"/>
                </a:lnTo>
                <a:lnTo>
                  <a:pt x="86" y="20"/>
                </a:lnTo>
                <a:lnTo>
                  <a:pt x="87" y="20"/>
                </a:lnTo>
                <a:lnTo>
                  <a:pt x="87" y="19"/>
                </a:lnTo>
                <a:lnTo>
                  <a:pt x="88" y="18"/>
                </a:lnTo>
                <a:lnTo>
                  <a:pt x="89" y="18"/>
                </a:lnTo>
                <a:lnTo>
                  <a:pt x="90" y="17"/>
                </a:lnTo>
                <a:lnTo>
                  <a:pt x="91" y="17"/>
                </a:lnTo>
                <a:lnTo>
                  <a:pt x="92" y="17"/>
                </a:lnTo>
                <a:lnTo>
                  <a:pt x="94" y="17"/>
                </a:lnTo>
                <a:lnTo>
                  <a:pt x="95" y="16"/>
                </a:lnTo>
                <a:lnTo>
                  <a:pt x="96" y="16"/>
                </a:lnTo>
                <a:lnTo>
                  <a:pt x="97" y="16"/>
                </a:lnTo>
                <a:lnTo>
                  <a:pt x="98" y="16"/>
                </a:lnTo>
                <a:lnTo>
                  <a:pt x="99" y="16"/>
                </a:lnTo>
                <a:lnTo>
                  <a:pt x="99" y="15"/>
                </a:lnTo>
                <a:lnTo>
                  <a:pt x="100" y="15"/>
                </a:lnTo>
                <a:lnTo>
                  <a:pt x="100" y="16"/>
                </a:lnTo>
                <a:lnTo>
                  <a:pt x="101" y="16"/>
                </a:lnTo>
                <a:lnTo>
                  <a:pt x="102" y="17"/>
                </a:lnTo>
                <a:lnTo>
                  <a:pt x="101" y="17"/>
                </a:lnTo>
                <a:lnTo>
                  <a:pt x="101" y="18"/>
                </a:lnTo>
                <a:lnTo>
                  <a:pt x="101" y="19"/>
                </a:lnTo>
                <a:lnTo>
                  <a:pt x="102" y="19"/>
                </a:lnTo>
                <a:lnTo>
                  <a:pt x="102" y="18"/>
                </a:lnTo>
                <a:lnTo>
                  <a:pt x="103" y="19"/>
                </a:lnTo>
                <a:lnTo>
                  <a:pt x="104" y="20"/>
                </a:lnTo>
                <a:lnTo>
                  <a:pt x="105" y="20"/>
                </a:lnTo>
                <a:lnTo>
                  <a:pt x="106" y="20"/>
                </a:lnTo>
                <a:lnTo>
                  <a:pt x="107" y="20"/>
                </a:lnTo>
                <a:lnTo>
                  <a:pt x="108" y="20"/>
                </a:lnTo>
                <a:lnTo>
                  <a:pt x="108" y="21"/>
                </a:lnTo>
                <a:lnTo>
                  <a:pt x="108" y="22"/>
                </a:lnTo>
                <a:lnTo>
                  <a:pt x="108" y="23"/>
                </a:lnTo>
                <a:lnTo>
                  <a:pt x="109" y="22"/>
                </a:lnTo>
                <a:lnTo>
                  <a:pt x="110" y="21"/>
                </a:lnTo>
                <a:lnTo>
                  <a:pt x="109" y="21"/>
                </a:lnTo>
                <a:lnTo>
                  <a:pt x="109" y="20"/>
                </a:lnTo>
                <a:lnTo>
                  <a:pt x="109" y="19"/>
                </a:lnTo>
                <a:lnTo>
                  <a:pt x="109" y="18"/>
                </a:lnTo>
                <a:lnTo>
                  <a:pt x="110" y="18"/>
                </a:lnTo>
                <a:lnTo>
                  <a:pt x="111" y="18"/>
                </a:lnTo>
                <a:lnTo>
                  <a:pt x="111" y="19"/>
                </a:lnTo>
                <a:lnTo>
                  <a:pt x="111" y="20"/>
                </a:lnTo>
                <a:lnTo>
                  <a:pt x="111" y="21"/>
                </a:lnTo>
                <a:lnTo>
                  <a:pt x="111" y="22"/>
                </a:lnTo>
                <a:lnTo>
                  <a:pt x="112" y="22"/>
                </a:lnTo>
                <a:lnTo>
                  <a:pt x="111" y="23"/>
                </a:lnTo>
                <a:lnTo>
                  <a:pt x="111" y="24"/>
                </a:lnTo>
                <a:lnTo>
                  <a:pt x="111" y="25"/>
                </a:lnTo>
                <a:lnTo>
                  <a:pt x="112" y="25"/>
                </a:lnTo>
                <a:lnTo>
                  <a:pt x="111" y="25"/>
                </a:lnTo>
                <a:lnTo>
                  <a:pt x="112" y="25"/>
                </a:lnTo>
                <a:lnTo>
                  <a:pt x="112" y="24"/>
                </a:lnTo>
                <a:lnTo>
                  <a:pt x="111" y="24"/>
                </a:lnTo>
                <a:lnTo>
                  <a:pt x="111" y="23"/>
                </a:lnTo>
                <a:lnTo>
                  <a:pt x="112" y="23"/>
                </a:lnTo>
                <a:lnTo>
                  <a:pt x="112" y="22"/>
                </a:lnTo>
                <a:lnTo>
                  <a:pt x="113" y="23"/>
                </a:lnTo>
                <a:lnTo>
                  <a:pt x="113" y="22"/>
                </a:lnTo>
                <a:lnTo>
                  <a:pt x="114" y="22"/>
                </a:lnTo>
                <a:lnTo>
                  <a:pt x="114" y="23"/>
                </a:lnTo>
                <a:lnTo>
                  <a:pt x="114" y="22"/>
                </a:lnTo>
                <a:lnTo>
                  <a:pt x="114" y="21"/>
                </a:lnTo>
                <a:lnTo>
                  <a:pt x="115" y="21"/>
                </a:lnTo>
                <a:lnTo>
                  <a:pt x="114" y="20"/>
                </a:lnTo>
                <a:lnTo>
                  <a:pt x="115" y="20"/>
                </a:lnTo>
                <a:lnTo>
                  <a:pt x="116" y="20"/>
                </a:lnTo>
                <a:lnTo>
                  <a:pt x="116" y="19"/>
                </a:lnTo>
                <a:lnTo>
                  <a:pt x="116" y="18"/>
                </a:lnTo>
                <a:lnTo>
                  <a:pt x="115" y="18"/>
                </a:lnTo>
                <a:lnTo>
                  <a:pt x="115" y="17"/>
                </a:lnTo>
                <a:lnTo>
                  <a:pt x="116" y="18"/>
                </a:lnTo>
                <a:lnTo>
                  <a:pt x="117" y="18"/>
                </a:lnTo>
                <a:lnTo>
                  <a:pt x="118" y="18"/>
                </a:lnTo>
                <a:lnTo>
                  <a:pt x="119" y="18"/>
                </a:lnTo>
                <a:lnTo>
                  <a:pt x="120" y="17"/>
                </a:lnTo>
                <a:lnTo>
                  <a:pt x="121" y="18"/>
                </a:lnTo>
                <a:lnTo>
                  <a:pt x="121" y="19"/>
                </a:lnTo>
                <a:lnTo>
                  <a:pt x="122" y="19"/>
                </a:lnTo>
                <a:lnTo>
                  <a:pt x="121" y="19"/>
                </a:lnTo>
                <a:lnTo>
                  <a:pt x="121" y="20"/>
                </a:lnTo>
                <a:lnTo>
                  <a:pt x="122" y="20"/>
                </a:lnTo>
                <a:lnTo>
                  <a:pt x="122" y="21"/>
                </a:lnTo>
                <a:lnTo>
                  <a:pt x="123" y="21"/>
                </a:lnTo>
                <a:lnTo>
                  <a:pt x="124" y="22"/>
                </a:lnTo>
                <a:lnTo>
                  <a:pt x="125" y="22"/>
                </a:lnTo>
                <a:lnTo>
                  <a:pt x="125" y="23"/>
                </a:lnTo>
                <a:lnTo>
                  <a:pt x="126" y="23"/>
                </a:lnTo>
                <a:lnTo>
                  <a:pt x="127" y="22"/>
                </a:lnTo>
                <a:lnTo>
                  <a:pt x="128" y="22"/>
                </a:lnTo>
                <a:lnTo>
                  <a:pt x="127" y="23"/>
                </a:lnTo>
                <a:lnTo>
                  <a:pt x="126" y="23"/>
                </a:lnTo>
                <a:lnTo>
                  <a:pt x="125" y="23"/>
                </a:lnTo>
                <a:lnTo>
                  <a:pt x="124" y="23"/>
                </a:lnTo>
                <a:lnTo>
                  <a:pt x="124" y="24"/>
                </a:lnTo>
                <a:lnTo>
                  <a:pt x="123" y="24"/>
                </a:lnTo>
                <a:lnTo>
                  <a:pt x="122" y="24"/>
                </a:lnTo>
                <a:lnTo>
                  <a:pt x="122" y="25"/>
                </a:lnTo>
                <a:lnTo>
                  <a:pt x="123" y="25"/>
                </a:lnTo>
                <a:lnTo>
                  <a:pt x="123" y="26"/>
                </a:lnTo>
                <a:lnTo>
                  <a:pt x="124" y="26"/>
                </a:lnTo>
                <a:lnTo>
                  <a:pt x="124" y="25"/>
                </a:lnTo>
                <a:lnTo>
                  <a:pt x="124" y="26"/>
                </a:lnTo>
                <a:lnTo>
                  <a:pt x="125" y="26"/>
                </a:lnTo>
                <a:lnTo>
                  <a:pt x="125" y="27"/>
                </a:lnTo>
                <a:lnTo>
                  <a:pt x="125" y="26"/>
                </a:lnTo>
                <a:lnTo>
                  <a:pt x="125" y="25"/>
                </a:lnTo>
                <a:lnTo>
                  <a:pt x="126" y="25"/>
                </a:lnTo>
                <a:lnTo>
                  <a:pt x="126" y="26"/>
                </a:lnTo>
                <a:lnTo>
                  <a:pt x="126" y="25"/>
                </a:lnTo>
                <a:lnTo>
                  <a:pt x="127" y="25"/>
                </a:lnTo>
                <a:lnTo>
                  <a:pt x="126" y="25"/>
                </a:lnTo>
                <a:lnTo>
                  <a:pt x="125" y="24"/>
                </a:lnTo>
                <a:lnTo>
                  <a:pt x="125" y="23"/>
                </a:lnTo>
                <a:lnTo>
                  <a:pt x="126" y="23"/>
                </a:lnTo>
                <a:lnTo>
                  <a:pt x="127" y="23"/>
                </a:lnTo>
                <a:lnTo>
                  <a:pt x="128" y="23"/>
                </a:lnTo>
                <a:lnTo>
                  <a:pt x="128" y="22"/>
                </a:lnTo>
                <a:lnTo>
                  <a:pt x="128" y="21"/>
                </a:lnTo>
                <a:lnTo>
                  <a:pt x="127" y="21"/>
                </a:lnTo>
                <a:lnTo>
                  <a:pt x="127" y="20"/>
                </a:lnTo>
                <a:lnTo>
                  <a:pt x="127" y="21"/>
                </a:lnTo>
                <a:lnTo>
                  <a:pt x="128" y="21"/>
                </a:lnTo>
                <a:lnTo>
                  <a:pt x="128" y="20"/>
                </a:lnTo>
                <a:lnTo>
                  <a:pt x="129" y="20"/>
                </a:lnTo>
                <a:lnTo>
                  <a:pt x="130" y="20"/>
                </a:lnTo>
                <a:lnTo>
                  <a:pt x="130" y="19"/>
                </a:lnTo>
                <a:lnTo>
                  <a:pt x="131" y="18"/>
                </a:lnTo>
                <a:lnTo>
                  <a:pt x="132" y="18"/>
                </a:lnTo>
                <a:lnTo>
                  <a:pt x="133" y="19"/>
                </a:lnTo>
                <a:lnTo>
                  <a:pt x="134" y="19"/>
                </a:lnTo>
                <a:lnTo>
                  <a:pt x="135" y="19"/>
                </a:lnTo>
                <a:lnTo>
                  <a:pt x="136" y="19"/>
                </a:lnTo>
                <a:lnTo>
                  <a:pt x="136" y="20"/>
                </a:lnTo>
                <a:lnTo>
                  <a:pt x="137" y="20"/>
                </a:lnTo>
                <a:lnTo>
                  <a:pt x="137" y="19"/>
                </a:lnTo>
                <a:lnTo>
                  <a:pt x="137" y="18"/>
                </a:lnTo>
                <a:lnTo>
                  <a:pt x="136" y="18"/>
                </a:lnTo>
                <a:lnTo>
                  <a:pt x="135" y="18"/>
                </a:lnTo>
                <a:lnTo>
                  <a:pt x="134" y="18"/>
                </a:lnTo>
                <a:lnTo>
                  <a:pt x="133" y="18"/>
                </a:lnTo>
                <a:lnTo>
                  <a:pt x="132" y="18"/>
                </a:lnTo>
                <a:lnTo>
                  <a:pt x="134" y="18"/>
                </a:lnTo>
                <a:lnTo>
                  <a:pt x="135" y="18"/>
                </a:lnTo>
                <a:lnTo>
                  <a:pt x="135" y="17"/>
                </a:lnTo>
                <a:lnTo>
                  <a:pt x="136" y="17"/>
                </a:lnTo>
                <a:lnTo>
                  <a:pt x="137" y="16"/>
                </a:lnTo>
                <a:lnTo>
                  <a:pt x="138" y="16"/>
                </a:lnTo>
                <a:lnTo>
                  <a:pt x="138" y="15"/>
                </a:lnTo>
                <a:lnTo>
                  <a:pt x="138" y="14"/>
                </a:lnTo>
                <a:lnTo>
                  <a:pt x="139" y="14"/>
                </a:lnTo>
                <a:lnTo>
                  <a:pt x="139" y="13"/>
                </a:lnTo>
                <a:lnTo>
                  <a:pt x="139" y="12"/>
                </a:lnTo>
                <a:lnTo>
                  <a:pt x="140" y="11"/>
                </a:lnTo>
                <a:lnTo>
                  <a:pt x="140" y="10"/>
                </a:lnTo>
                <a:lnTo>
                  <a:pt x="141" y="10"/>
                </a:lnTo>
                <a:lnTo>
                  <a:pt x="143" y="10"/>
                </a:lnTo>
                <a:lnTo>
                  <a:pt x="144" y="10"/>
                </a:lnTo>
                <a:lnTo>
                  <a:pt x="145" y="10"/>
                </a:lnTo>
                <a:lnTo>
                  <a:pt x="145" y="11"/>
                </a:lnTo>
                <a:lnTo>
                  <a:pt x="146" y="11"/>
                </a:lnTo>
                <a:lnTo>
                  <a:pt x="146" y="12"/>
                </a:lnTo>
                <a:lnTo>
                  <a:pt x="147" y="12"/>
                </a:lnTo>
                <a:lnTo>
                  <a:pt x="147" y="13"/>
                </a:lnTo>
                <a:lnTo>
                  <a:pt x="148" y="13"/>
                </a:lnTo>
                <a:lnTo>
                  <a:pt x="149" y="13"/>
                </a:lnTo>
                <a:lnTo>
                  <a:pt x="150" y="14"/>
                </a:lnTo>
                <a:lnTo>
                  <a:pt x="151" y="14"/>
                </a:lnTo>
                <a:lnTo>
                  <a:pt x="151" y="13"/>
                </a:lnTo>
                <a:lnTo>
                  <a:pt x="150" y="12"/>
                </a:lnTo>
                <a:lnTo>
                  <a:pt x="151" y="12"/>
                </a:lnTo>
                <a:lnTo>
                  <a:pt x="152" y="12"/>
                </a:lnTo>
                <a:lnTo>
                  <a:pt x="152" y="13"/>
                </a:lnTo>
                <a:lnTo>
                  <a:pt x="153" y="13"/>
                </a:lnTo>
                <a:lnTo>
                  <a:pt x="153" y="12"/>
                </a:lnTo>
                <a:lnTo>
                  <a:pt x="154" y="12"/>
                </a:lnTo>
                <a:lnTo>
                  <a:pt x="154" y="11"/>
                </a:lnTo>
                <a:lnTo>
                  <a:pt x="155" y="11"/>
                </a:lnTo>
                <a:lnTo>
                  <a:pt x="156" y="11"/>
                </a:lnTo>
                <a:lnTo>
                  <a:pt x="155" y="11"/>
                </a:lnTo>
                <a:lnTo>
                  <a:pt x="154" y="10"/>
                </a:lnTo>
                <a:lnTo>
                  <a:pt x="153" y="10"/>
                </a:lnTo>
                <a:lnTo>
                  <a:pt x="153" y="9"/>
                </a:lnTo>
                <a:lnTo>
                  <a:pt x="154" y="9"/>
                </a:lnTo>
                <a:lnTo>
                  <a:pt x="154" y="8"/>
                </a:lnTo>
                <a:lnTo>
                  <a:pt x="155" y="8"/>
                </a:lnTo>
                <a:lnTo>
                  <a:pt x="157" y="7"/>
                </a:lnTo>
                <a:lnTo>
                  <a:pt x="158" y="7"/>
                </a:lnTo>
                <a:lnTo>
                  <a:pt x="159" y="7"/>
                </a:lnTo>
                <a:lnTo>
                  <a:pt x="159" y="8"/>
                </a:lnTo>
                <a:lnTo>
                  <a:pt x="160" y="8"/>
                </a:lnTo>
                <a:lnTo>
                  <a:pt x="159" y="8"/>
                </a:lnTo>
                <a:lnTo>
                  <a:pt x="160" y="8"/>
                </a:lnTo>
                <a:lnTo>
                  <a:pt x="161" y="8"/>
                </a:lnTo>
                <a:lnTo>
                  <a:pt x="161" y="9"/>
                </a:lnTo>
                <a:lnTo>
                  <a:pt x="162" y="9"/>
                </a:lnTo>
                <a:lnTo>
                  <a:pt x="163" y="10"/>
                </a:lnTo>
                <a:lnTo>
                  <a:pt x="164" y="10"/>
                </a:lnTo>
                <a:lnTo>
                  <a:pt x="164" y="11"/>
                </a:lnTo>
                <a:lnTo>
                  <a:pt x="165" y="11"/>
                </a:lnTo>
                <a:lnTo>
                  <a:pt x="166" y="12"/>
                </a:lnTo>
                <a:lnTo>
                  <a:pt x="167" y="12"/>
                </a:lnTo>
                <a:lnTo>
                  <a:pt x="167" y="13"/>
                </a:lnTo>
                <a:lnTo>
                  <a:pt x="168" y="13"/>
                </a:lnTo>
                <a:lnTo>
                  <a:pt x="169" y="13"/>
                </a:lnTo>
                <a:lnTo>
                  <a:pt x="169" y="14"/>
                </a:lnTo>
                <a:lnTo>
                  <a:pt x="170" y="14"/>
                </a:lnTo>
                <a:lnTo>
                  <a:pt x="171" y="14"/>
                </a:lnTo>
                <a:lnTo>
                  <a:pt x="173" y="14"/>
                </a:lnTo>
                <a:lnTo>
                  <a:pt x="174" y="14"/>
                </a:lnTo>
                <a:lnTo>
                  <a:pt x="175" y="14"/>
                </a:lnTo>
                <a:lnTo>
                  <a:pt x="175" y="15"/>
                </a:lnTo>
                <a:lnTo>
                  <a:pt x="174" y="15"/>
                </a:lnTo>
                <a:lnTo>
                  <a:pt x="174" y="16"/>
                </a:lnTo>
                <a:lnTo>
                  <a:pt x="174" y="17"/>
                </a:lnTo>
                <a:lnTo>
                  <a:pt x="175" y="19"/>
                </a:lnTo>
                <a:lnTo>
                  <a:pt x="175" y="20"/>
                </a:lnTo>
                <a:lnTo>
                  <a:pt x="175" y="19"/>
                </a:lnTo>
                <a:lnTo>
                  <a:pt x="176" y="19"/>
                </a:lnTo>
                <a:lnTo>
                  <a:pt x="177" y="18"/>
                </a:lnTo>
                <a:lnTo>
                  <a:pt x="177" y="17"/>
                </a:lnTo>
                <a:lnTo>
                  <a:pt x="177" y="16"/>
                </a:lnTo>
                <a:lnTo>
                  <a:pt x="178" y="16"/>
                </a:lnTo>
                <a:lnTo>
                  <a:pt x="178" y="17"/>
                </a:lnTo>
                <a:lnTo>
                  <a:pt x="179" y="17"/>
                </a:lnTo>
                <a:lnTo>
                  <a:pt x="178" y="18"/>
                </a:lnTo>
                <a:lnTo>
                  <a:pt x="178" y="19"/>
                </a:lnTo>
                <a:lnTo>
                  <a:pt x="179" y="20"/>
                </a:lnTo>
                <a:lnTo>
                  <a:pt x="179" y="21"/>
                </a:lnTo>
                <a:lnTo>
                  <a:pt x="178" y="21"/>
                </a:lnTo>
                <a:lnTo>
                  <a:pt x="177" y="21"/>
                </a:lnTo>
                <a:lnTo>
                  <a:pt x="176" y="21"/>
                </a:lnTo>
                <a:lnTo>
                  <a:pt x="176" y="22"/>
                </a:lnTo>
                <a:lnTo>
                  <a:pt x="177" y="21"/>
                </a:lnTo>
                <a:lnTo>
                  <a:pt x="178" y="22"/>
                </a:lnTo>
                <a:lnTo>
                  <a:pt x="179" y="22"/>
                </a:lnTo>
                <a:lnTo>
                  <a:pt x="178" y="22"/>
                </a:lnTo>
                <a:lnTo>
                  <a:pt x="178" y="23"/>
                </a:lnTo>
                <a:lnTo>
                  <a:pt x="179" y="24"/>
                </a:lnTo>
                <a:lnTo>
                  <a:pt x="179" y="25"/>
                </a:lnTo>
                <a:lnTo>
                  <a:pt x="180" y="25"/>
                </a:lnTo>
                <a:lnTo>
                  <a:pt x="180" y="26"/>
                </a:lnTo>
                <a:lnTo>
                  <a:pt x="180" y="27"/>
                </a:lnTo>
                <a:lnTo>
                  <a:pt x="180" y="28"/>
                </a:lnTo>
                <a:lnTo>
                  <a:pt x="180" y="27"/>
                </a:lnTo>
                <a:lnTo>
                  <a:pt x="181" y="27"/>
                </a:lnTo>
                <a:lnTo>
                  <a:pt x="180" y="26"/>
                </a:lnTo>
                <a:lnTo>
                  <a:pt x="180" y="25"/>
                </a:lnTo>
                <a:lnTo>
                  <a:pt x="180" y="24"/>
                </a:lnTo>
                <a:lnTo>
                  <a:pt x="182" y="24"/>
                </a:lnTo>
                <a:lnTo>
                  <a:pt x="182" y="25"/>
                </a:lnTo>
                <a:lnTo>
                  <a:pt x="183" y="24"/>
                </a:lnTo>
                <a:lnTo>
                  <a:pt x="183" y="23"/>
                </a:lnTo>
                <a:lnTo>
                  <a:pt x="182" y="22"/>
                </a:lnTo>
                <a:lnTo>
                  <a:pt x="182" y="21"/>
                </a:lnTo>
                <a:lnTo>
                  <a:pt x="182" y="20"/>
                </a:lnTo>
                <a:lnTo>
                  <a:pt x="182" y="19"/>
                </a:lnTo>
                <a:lnTo>
                  <a:pt x="181" y="18"/>
                </a:lnTo>
                <a:lnTo>
                  <a:pt x="181" y="16"/>
                </a:lnTo>
                <a:lnTo>
                  <a:pt x="180" y="16"/>
                </a:lnTo>
                <a:lnTo>
                  <a:pt x="180" y="15"/>
                </a:lnTo>
                <a:lnTo>
                  <a:pt x="181" y="15"/>
                </a:lnTo>
                <a:lnTo>
                  <a:pt x="180" y="15"/>
                </a:lnTo>
                <a:lnTo>
                  <a:pt x="181" y="15"/>
                </a:lnTo>
                <a:lnTo>
                  <a:pt x="181" y="14"/>
                </a:lnTo>
                <a:lnTo>
                  <a:pt x="180" y="14"/>
                </a:lnTo>
                <a:lnTo>
                  <a:pt x="179" y="14"/>
                </a:lnTo>
                <a:lnTo>
                  <a:pt x="178" y="14"/>
                </a:lnTo>
                <a:lnTo>
                  <a:pt x="177" y="14"/>
                </a:lnTo>
                <a:lnTo>
                  <a:pt x="178" y="14"/>
                </a:lnTo>
                <a:lnTo>
                  <a:pt x="177" y="13"/>
                </a:lnTo>
                <a:lnTo>
                  <a:pt x="177" y="12"/>
                </a:lnTo>
                <a:lnTo>
                  <a:pt x="177" y="11"/>
                </a:lnTo>
                <a:lnTo>
                  <a:pt x="177" y="10"/>
                </a:lnTo>
                <a:lnTo>
                  <a:pt x="177" y="9"/>
                </a:lnTo>
                <a:lnTo>
                  <a:pt x="178" y="9"/>
                </a:lnTo>
                <a:lnTo>
                  <a:pt x="178" y="8"/>
                </a:lnTo>
                <a:lnTo>
                  <a:pt x="178" y="7"/>
                </a:lnTo>
                <a:lnTo>
                  <a:pt x="177" y="7"/>
                </a:lnTo>
                <a:lnTo>
                  <a:pt x="179" y="6"/>
                </a:lnTo>
                <a:lnTo>
                  <a:pt x="179" y="5"/>
                </a:lnTo>
                <a:lnTo>
                  <a:pt x="180" y="5"/>
                </a:lnTo>
                <a:lnTo>
                  <a:pt x="179" y="5"/>
                </a:lnTo>
                <a:lnTo>
                  <a:pt x="180" y="5"/>
                </a:lnTo>
                <a:lnTo>
                  <a:pt x="181" y="5"/>
                </a:lnTo>
                <a:lnTo>
                  <a:pt x="182" y="5"/>
                </a:lnTo>
                <a:lnTo>
                  <a:pt x="183" y="6"/>
                </a:lnTo>
                <a:lnTo>
                  <a:pt x="184" y="6"/>
                </a:lnTo>
                <a:lnTo>
                  <a:pt x="184" y="5"/>
                </a:lnTo>
                <a:lnTo>
                  <a:pt x="185" y="5"/>
                </a:lnTo>
                <a:lnTo>
                  <a:pt x="185" y="4"/>
                </a:lnTo>
                <a:lnTo>
                  <a:pt x="186" y="3"/>
                </a:lnTo>
                <a:lnTo>
                  <a:pt x="187" y="2"/>
                </a:lnTo>
                <a:lnTo>
                  <a:pt x="187" y="1"/>
                </a:lnTo>
                <a:lnTo>
                  <a:pt x="186" y="1"/>
                </a:lnTo>
                <a:lnTo>
                  <a:pt x="187" y="0"/>
                </a:lnTo>
                <a:lnTo>
                  <a:pt x="188" y="0"/>
                </a:lnTo>
                <a:lnTo>
                  <a:pt x="188" y="1"/>
                </a:lnTo>
                <a:lnTo>
                  <a:pt x="188" y="2"/>
                </a:lnTo>
                <a:lnTo>
                  <a:pt x="189" y="2"/>
                </a:lnTo>
                <a:lnTo>
                  <a:pt x="189" y="3"/>
                </a:lnTo>
                <a:lnTo>
                  <a:pt x="189" y="6"/>
                </a:lnTo>
                <a:lnTo>
                  <a:pt x="190" y="9"/>
                </a:lnTo>
                <a:lnTo>
                  <a:pt x="192" y="1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56" name=""/>
          <p:cNvSpPr/>
          <p:nvPr/>
        </p:nvSpPr>
        <p:spPr>
          <a:xfrm>
            <a:off x="4318560" y="2284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57" name=""/>
          <p:cNvSpPr/>
          <p:nvPr/>
        </p:nvSpPr>
        <p:spPr>
          <a:xfrm>
            <a:off x="4255200" y="2280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58" name=""/>
          <p:cNvSpPr/>
          <p:nvPr/>
        </p:nvSpPr>
        <p:spPr>
          <a:xfrm>
            <a:off x="4271400" y="22676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1"/>
                </a:move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59" name=""/>
          <p:cNvSpPr/>
          <p:nvPr/>
        </p:nvSpPr>
        <p:spPr>
          <a:xfrm>
            <a:off x="4337640" y="22590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0" name=""/>
          <p:cNvSpPr/>
          <p:nvPr/>
        </p:nvSpPr>
        <p:spPr>
          <a:xfrm>
            <a:off x="4316400" y="22550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1" name=""/>
          <p:cNvSpPr/>
          <p:nvPr/>
        </p:nvSpPr>
        <p:spPr>
          <a:xfrm>
            <a:off x="4305960" y="2252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2" name=""/>
          <p:cNvSpPr/>
          <p:nvPr/>
        </p:nvSpPr>
        <p:spPr>
          <a:xfrm>
            <a:off x="4370040" y="241272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2" y="2"/>
                </a:move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6" y="3"/>
                </a:lnTo>
                <a:lnTo>
                  <a:pt x="5" y="4"/>
                </a:lnTo>
                <a:lnTo>
                  <a:pt x="3" y="5"/>
                </a:lnTo>
                <a:lnTo>
                  <a:pt x="2" y="6"/>
                </a:lnTo>
                <a:lnTo>
                  <a:pt x="1" y="6"/>
                </a:lnTo>
                <a:lnTo>
                  <a:pt x="0" y="5"/>
                </a:lnTo>
                <a:lnTo>
                  <a:pt x="0" y="3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3" name=""/>
          <p:cNvSpPr/>
          <p:nvPr/>
        </p:nvSpPr>
        <p:spPr>
          <a:xfrm>
            <a:off x="4355640" y="240048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0" y="3"/>
                </a:moveTo>
                <a:lnTo>
                  <a:pt x="0" y="1"/>
                </a:lnTo>
                <a:lnTo>
                  <a:pt x="2" y="1"/>
                </a:lnTo>
                <a:lnTo>
                  <a:pt x="3" y="0"/>
                </a:lnTo>
                <a:lnTo>
                  <a:pt x="5" y="0"/>
                </a:lnTo>
                <a:lnTo>
                  <a:pt x="7" y="0"/>
                </a:lnTo>
                <a:lnTo>
                  <a:pt x="7" y="1"/>
                </a:lnTo>
                <a:lnTo>
                  <a:pt x="7" y="3"/>
                </a:lnTo>
                <a:lnTo>
                  <a:pt x="5" y="4"/>
                </a:lnTo>
                <a:lnTo>
                  <a:pt x="4" y="5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4" name=""/>
          <p:cNvSpPr/>
          <p:nvPr/>
        </p:nvSpPr>
        <p:spPr>
          <a:xfrm>
            <a:off x="4353840" y="23950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5" name=""/>
          <p:cNvSpPr/>
          <p:nvPr/>
        </p:nvSpPr>
        <p:spPr>
          <a:xfrm>
            <a:off x="4349160" y="2393280"/>
            <a:ext cx="5040" cy="4680"/>
          </a:xfrm>
          <a:custGeom>
            <a:avLst/>
            <a:gdLst/>
            <a:ahLst/>
            <a:rect l="0" t="0" r="r" b="b"/>
            <a:pathLst>
              <a:path w="14" h="13">
                <a:moveTo>
                  <a:pt x="4" y="7"/>
                </a:moveTo>
                <a:lnTo>
                  <a:pt x="3" y="8"/>
                </a:lnTo>
                <a:lnTo>
                  <a:pt x="3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9"/>
                </a:lnTo>
                <a:lnTo>
                  <a:pt x="7" y="8"/>
                </a:lnTo>
                <a:lnTo>
                  <a:pt x="8" y="8"/>
                </a:lnTo>
                <a:lnTo>
                  <a:pt x="11" y="7"/>
                </a:lnTo>
                <a:lnTo>
                  <a:pt x="13" y="7"/>
                </a:lnTo>
                <a:lnTo>
                  <a:pt x="14" y="8"/>
                </a:lnTo>
                <a:lnTo>
                  <a:pt x="13" y="8"/>
                </a:lnTo>
                <a:lnTo>
                  <a:pt x="13" y="9"/>
                </a:lnTo>
                <a:lnTo>
                  <a:pt x="11" y="9"/>
                </a:lnTo>
                <a:lnTo>
                  <a:pt x="10" y="9"/>
                </a:lnTo>
                <a:lnTo>
                  <a:pt x="8" y="10"/>
                </a:lnTo>
                <a:lnTo>
                  <a:pt x="6" y="12"/>
                </a:lnTo>
                <a:lnTo>
                  <a:pt x="4" y="12"/>
                </a:lnTo>
                <a:lnTo>
                  <a:pt x="3" y="13"/>
                </a:lnTo>
                <a:lnTo>
                  <a:pt x="1" y="12"/>
                </a:lnTo>
                <a:lnTo>
                  <a:pt x="0" y="11"/>
                </a:lnTo>
                <a:lnTo>
                  <a:pt x="1" y="8"/>
                </a:lnTo>
                <a:lnTo>
                  <a:pt x="1" y="7"/>
                </a:lnTo>
                <a:lnTo>
                  <a:pt x="5" y="4"/>
                </a:lnTo>
                <a:lnTo>
                  <a:pt x="8" y="1"/>
                </a:lnTo>
                <a:lnTo>
                  <a:pt x="10" y="1"/>
                </a:lnTo>
                <a:lnTo>
                  <a:pt x="11" y="1"/>
                </a:lnTo>
                <a:lnTo>
                  <a:pt x="12" y="0"/>
                </a:lnTo>
                <a:lnTo>
                  <a:pt x="12" y="1"/>
                </a:lnTo>
                <a:lnTo>
                  <a:pt x="11" y="3"/>
                </a:lnTo>
                <a:lnTo>
                  <a:pt x="10" y="4"/>
                </a:lnTo>
                <a:lnTo>
                  <a:pt x="8" y="4"/>
                </a:lnTo>
                <a:lnTo>
                  <a:pt x="6" y="6"/>
                </a:lnTo>
                <a:lnTo>
                  <a:pt x="4" y="7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6" name=""/>
          <p:cNvSpPr/>
          <p:nvPr/>
        </p:nvSpPr>
        <p:spPr>
          <a:xfrm>
            <a:off x="4353120" y="2392920"/>
            <a:ext cx="4680" cy="3600"/>
          </a:xfrm>
          <a:custGeom>
            <a:avLst/>
            <a:gdLst/>
            <a:ahLst/>
            <a:rect l="0" t="0" r="r" b="b"/>
            <a:pathLst>
              <a:path w="13" h="10">
                <a:moveTo>
                  <a:pt x="7" y="9"/>
                </a:moveTo>
                <a:lnTo>
                  <a:pt x="6" y="10"/>
                </a:lnTo>
                <a:lnTo>
                  <a:pt x="4" y="9"/>
                </a:lnTo>
                <a:lnTo>
                  <a:pt x="4" y="8"/>
                </a:lnTo>
                <a:lnTo>
                  <a:pt x="5" y="8"/>
                </a:lnTo>
                <a:lnTo>
                  <a:pt x="7" y="8"/>
                </a:lnTo>
                <a:lnTo>
                  <a:pt x="9" y="7"/>
                </a:lnTo>
                <a:lnTo>
                  <a:pt x="11" y="7"/>
                </a:lnTo>
                <a:lnTo>
                  <a:pt x="11" y="6"/>
                </a:lnTo>
                <a:lnTo>
                  <a:pt x="11" y="4"/>
                </a:lnTo>
                <a:lnTo>
                  <a:pt x="11" y="3"/>
                </a:lnTo>
                <a:lnTo>
                  <a:pt x="9" y="2"/>
                </a:lnTo>
                <a:lnTo>
                  <a:pt x="8" y="2"/>
                </a:lnTo>
                <a:lnTo>
                  <a:pt x="7" y="2"/>
                </a:lnTo>
                <a:lnTo>
                  <a:pt x="7" y="3"/>
                </a:lnTo>
                <a:lnTo>
                  <a:pt x="6" y="3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4" y="2"/>
                </a:lnTo>
                <a:lnTo>
                  <a:pt x="6" y="1"/>
                </a:lnTo>
                <a:lnTo>
                  <a:pt x="7" y="1"/>
                </a:lnTo>
                <a:lnTo>
                  <a:pt x="9" y="0"/>
                </a:lnTo>
                <a:lnTo>
                  <a:pt x="11" y="0"/>
                </a:lnTo>
                <a:lnTo>
                  <a:pt x="12" y="1"/>
                </a:lnTo>
                <a:lnTo>
                  <a:pt x="13" y="2"/>
                </a:lnTo>
                <a:lnTo>
                  <a:pt x="13" y="3"/>
                </a:lnTo>
                <a:lnTo>
                  <a:pt x="13" y="4"/>
                </a:lnTo>
                <a:lnTo>
                  <a:pt x="13" y="6"/>
                </a:lnTo>
                <a:lnTo>
                  <a:pt x="12" y="8"/>
                </a:lnTo>
                <a:lnTo>
                  <a:pt x="9" y="9"/>
                </a:lnTo>
                <a:lnTo>
                  <a:pt x="7" y="9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7" name=""/>
          <p:cNvSpPr/>
          <p:nvPr/>
        </p:nvSpPr>
        <p:spPr>
          <a:xfrm>
            <a:off x="4375800" y="2391480"/>
            <a:ext cx="5400" cy="2160"/>
          </a:xfrm>
          <a:custGeom>
            <a:avLst/>
            <a:gdLst/>
            <a:ahLst/>
            <a:rect l="0" t="0" r="r" b="b"/>
            <a:pathLst>
              <a:path w="15" h="6">
                <a:moveTo>
                  <a:pt x="7" y="4"/>
                </a:moveTo>
                <a:lnTo>
                  <a:pt x="6" y="6"/>
                </a:lnTo>
                <a:lnTo>
                  <a:pt x="3" y="6"/>
                </a:ln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2" y="2"/>
                </a:lnTo>
                <a:lnTo>
                  <a:pt x="5" y="1"/>
                </a:lnTo>
                <a:lnTo>
                  <a:pt x="7" y="1"/>
                </a:lnTo>
                <a:lnTo>
                  <a:pt x="10" y="1"/>
                </a:lnTo>
                <a:lnTo>
                  <a:pt x="11" y="0"/>
                </a:lnTo>
                <a:lnTo>
                  <a:pt x="12" y="0"/>
                </a:lnTo>
                <a:lnTo>
                  <a:pt x="14" y="0"/>
                </a:lnTo>
                <a:lnTo>
                  <a:pt x="15" y="0"/>
                </a:lnTo>
                <a:lnTo>
                  <a:pt x="15" y="2"/>
                </a:lnTo>
                <a:lnTo>
                  <a:pt x="15" y="3"/>
                </a:lnTo>
                <a:lnTo>
                  <a:pt x="14" y="3"/>
                </a:lnTo>
                <a:lnTo>
                  <a:pt x="13" y="3"/>
                </a:lnTo>
                <a:lnTo>
                  <a:pt x="11" y="3"/>
                </a:lnTo>
                <a:lnTo>
                  <a:pt x="9" y="3"/>
                </a:lnTo>
                <a:lnTo>
                  <a:pt x="8" y="3"/>
                </a:lnTo>
                <a:lnTo>
                  <a:pt x="7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8" name=""/>
          <p:cNvSpPr/>
          <p:nvPr/>
        </p:nvSpPr>
        <p:spPr>
          <a:xfrm>
            <a:off x="4362480" y="2389680"/>
            <a:ext cx="4320" cy="2520"/>
          </a:xfrm>
          <a:custGeom>
            <a:avLst/>
            <a:gdLst/>
            <a:ahLst/>
            <a:rect l="0" t="0" r="r" b="b"/>
            <a:pathLst>
              <a:path w="12" h="7">
                <a:moveTo>
                  <a:pt x="0" y="4"/>
                </a:moveTo>
                <a:lnTo>
                  <a:pt x="2" y="3"/>
                </a:lnTo>
                <a:lnTo>
                  <a:pt x="3" y="2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0"/>
                </a:lnTo>
                <a:lnTo>
                  <a:pt x="8" y="1"/>
                </a:lnTo>
                <a:lnTo>
                  <a:pt x="10" y="2"/>
                </a:lnTo>
                <a:lnTo>
                  <a:pt x="12" y="3"/>
                </a:lnTo>
                <a:lnTo>
                  <a:pt x="10" y="4"/>
                </a:lnTo>
                <a:lnTo>
                  <a:pt x="10" y="6"/>
                </a:lnTo>
                <a:lnTo>
                  <a:pt x="9" y="6"/>
                </a:lnTo>
                <a:lnTo>
                  <a:pt x="7" y="6"/>
                </a:lnTo>
                <a:lnTo>
                  <a:pt x="6" y="6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9" name=""/>
          <p:cNvSpPr/>
          <p:nvPr/>
        </p:nvSpPr>
        <p:spPr>
          <a:xfrm>
            <a:off x="4353480" y="23864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70" name=""/>
          <p:cNvSpPr/>
          <p:nvPr/>
        </p:nvSpPr>
        <p:spPr>
          <a:xfrm>
            <a:off x="4349520" y="238500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0" y="5"/>
                </a:move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4" y="4"/>
                </a:lnTo>
                <a:lnTo>
                  <a:pt x="6" y="5"/>
                </a:lnTo>
                <a:lnTo>
                  <a:pt x="6" y="6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71" name=""/>
          <p:cNvSpPr/>
          <p:nvPr/>
        </p:nvSpPr>
        <p:spPr>
          <a:xfrm>
            <a:off x="4354920" y="2382840"/>
            <a:ext cx="1800" cy="3960"/>
          </a:xfrm>
          <a:custGeom>
            <a:avLst/>
            <a:gdLst/>
            <a:ahLst/>
            <a:rect l="0" t="0" r="r" b="b"/>
            <a:pathLst>
              <a:path w="5" h="11">
                <a:moveTo>
                  <a:pt x="2" y="9"/>
                </a:moveTo>
                <a:lnTo>
                  <a:pt x="3" y="8"/>
                </a:lnTo>
                <a:lnTo>
                  <a:pt x="3" y="7"/>
                </a:lnTo>
                <a:lnTo>
                  <a:pt x="3" y="5"/>
                </a:lnTo>
                <a:lnTo>
                  <a:pt x="3" y="4"/>
                </a:lnTo>
                <a:lnTo>
                  <a:pt x="3" y="3"/>
                </a:lnTo>
                <a:lnTo>
                  <a:pt x="2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2"/>
                </a:lnTo>
                <a:lnTo>
                  <a:pt x="5" y="3"/>
                </a:lnTo>
                <a:lnTo>
                  <a:pt x="5" y="4"/>
                </a:lnTo>
                <a:lnTo>
                  <a:pt x="5" y="7"/>
                </a:lnTo>
                <a:lnTo>
                  <a:pt x="4" y="8"/>
                </a:lnTo>
                <a:lnTo>
                  <a:pt x="3" y="9"/>
                </a:lnTo>
                <a:lnTo>
                  <a:pt x="3" y="10"/>
                </a:lnTo>
                <a:lnTo>
                  <a:pt x="2" y="11"/>
                </a:ln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2" y="9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72" name=""/>
          <p:cNvSpPr/>
          <p:nvPr/>
        </p:nvSpPr>
        <p:spPr>
          <a:xfrm>
            <a:off x="4349880" y="2384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73" name=""/>
          <p:cNvSpPr/>
          <p:nvPr/>
        </p:nvSpPr>
        <p:spPr>
          <a:xfrm>
            <a:off x="4350240" y="238284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74" name=""/>
          <p:cNvSpPr/>
          <p:nvPr/>
        </p:nvSpPr>
        <p:spPr>
          <a:xfrm>
            <a:off x="4354200" y="23832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75" name=""/>
          <p:cNvSpPr/>
          <p:nvPr/>
        </p:nvSpPr>
        <p:spPr>
          <a:xfrm>
            <a:off x="4354200" y="23828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76" name=""/>
          <p:cNvSpPr/>
          <p:nvPr/>
        </p:nvSpPr>
        <p:spPr>
          <a:xfrm>
            <a:off x="4353480" y="23821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77" name=""/>
          <p:cNvSpPr/>
          <p:nvPr/>
        </p:nvSpPr>
        <p:spPr>
          <a:xfrm>
            <a:off x="4352040" y="238176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2"/>
                </a:move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78" name=""/>
          <p:cNvSpPr/>
          <p:nvPr/>
        </p:nvSpPr>
        <p:spPr>
          <a:xfrm>
            <a:off x="4353480" y="238104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1" y="4"/>
                </a:move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1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79" name=""/>
          <p:cNvSpPr/>
          <p:nvPr/>
        </p:nvSpPr>
        <p:spPr>
          <a:xfrm>
            <a:off x="4370040" y="237384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0" y="1"/>
                </a:moveTo>
                <a:lnTo>
                  <a:pt x="0" y="0"/>
                </a:lnTo>
                <a:lnTo>
                  <a:pt x="2" y="0"/>
                </a:lnTo>
                <a:lnTo>
                  <a:pt x="5" y="1"/>
                </a:lnTo>
                <a:lnTo>
                  <a:pt x="6" y="2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3" y="5"/>
                </a:lnTo>
                <a:lnTo>
                  <a:pt x="2" y="5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0" name=""/>
          <p:cNvSpPr/>
          <p:nvPr/>
        </p:nvSpPr>
        <p:spPr>
          <a:xfrm>
            <a:off x="4374360" y="237204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3" y="0"/>
                </a:moveTo>
                <a:lnTo>
                  <a:pt x="3" y="1"/>
                </a:lnTo>
                <a:lnTo>
                  <a:pt x="1" y="1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1" name=""/>
          <p:cNvSpPr/>
          <p:nvPr/>
        </p:nvSpPr>
        <p:spPr>
          <a:xfrm>
            <a:off x="4373280" y="236736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1" y="4"/>
                </a:move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1"/>
                </a:lnTo>
                <a:lnTo>
                  <a:pt x="4" y="4"/>
                </a:lnTo>
                <a:lnTo>
                  <a:pt x="4" y="5"/>
                </a:lnTo>
                <a:lnTo>
                  <a:pt x="6" y="5"/>
                </a:lnTo>
                <a:lnTo>
                  <a:pt x="6" y="6"/>
                </a:lnTo>
                <a:lnTo>
                  <a:pt x="6" y="7"/>
                </a:lnTo>
                <a:lnTo>
                  <a:pt x="4" y="7"/>
                </a:lnTo>
                <a:lnTo>
                  <a:pt x="3" y="7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2" name=""/>
          <p:cNvSpPr/>
          <p:nvPr/>
        </p:nvSpPr>
        <p:spPr>
          <a:xfrm>
            <a:off x="4370040" y="2366280"/>
            <a:ext cx="3240" cy="1800"/>
          </a:xfrm>
          <a:custGeom>
            <a:avLst/>
            <a:gdLst/>
            <a:ahLst/>
            <a:rect l="0" t="0" r="r" b="b"/>
            <a:pathLst>
              <a:path w="9" h="5">
                <a:moveTo>
                  <a:pt x="5" y="4"/>
                </a:moveTo>
                <a:lnTo>
                  <a:pt x="4" y="5"/>
                </a:ln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8" y="3"/>
                </a:lnTo>
                <a:lnTo>
                  <a:pt x="9" y="3"/>
                </a:lnTo>
                <a:lnTo>
                  <a:pt x="9" y="4"/>
                </a:lnTo>
                <a:lnTo>
                  <a:pt x="8" y="4"/>
                </a:lnTo>
                <a:lnTo>
                  <a:pt x="6" y="4"/>
                </a:lnTo>
                <a:lnTo>
                  <a:pt x="5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3" name=""/>
          <p:cNvSpPr/>
          <p:nvPr/>
        </p:nvSpPr>
        <p:spPr>
          <a:xfrm>
            <a:off x="4403160" y="2759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4" name=""/>
          <p:cNvSpPr/>
          <p:nvPr/>
        </p:nvSpPr>
        <p:spPr>
          <a:xfrm>
            <a:off x="4403880" y="2758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5" name=""/>
          <p:cNvSpPr/>
          <p:nvPr/>
        </p:nvSpPr>
        <p:spPr>
          <a:xfrm>
            <a:off x="4407480" y="2686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6" name=""/>
          <p:cNvSpPr/>
          <p:nvPr/>
        </p:nvSpPr>
        <p:spPr>
          <a:xfrm>
            <a:off x="4419000" y="26618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7" name=""/>
          <p:cNvSpPr/>
          <p:nvPr/>
        </p:nvSpPr>
        <p:spPr>
          <a:xfrm>
            <a:off x="4440240" y="2610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8" name=""/>
          <p:cNvSpPr/>
          <p:nvPr/>
        </p:nvSpPr>
        <p:spPr>
          <a:xfrm>
            <a:off x="4437360" y="2585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9" name=""/>
          <p:cNvSpPr/>
          <p:nvPr/>
        </p:nvSpPr>
        <p:spPr>
          <a:xfrm>
            <a:off x="4552200" y="24357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90" name=""/>
          <p:cNvSpPr/>
          <p:nvPr/>
        </p:nvSpPr>
        <p:spPr>
          <a:xfrm>
            <a:off x="4550760" y="243576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91" name=""/>
          <p:cNvSpPr/>
          <p:nvPr/>
        </p:nvSpPr>
        <p:spPr>
          <a:xfrm>
            <a:off x="4549320" y="24357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92" name=""/>
          <p:cNvSpPr/>
          <p:nvPr/>
        </p:nvSpPr>
        <p:spPr>
          <a:xfrm>
            <a:off x="4552920" y="24350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93" name=""/>
          <p:cNvSpPr/>
          <p:nvPr/>
        </p:nvSpPr>
        <p:spPr>
          <a:xfrm>
            <a:off x="4549320" y="24321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94" name=""/>
          <p:cNvSpPr/>
          <p:nvPr/>
        </p:nvSpPr>
        <p:spPr>
          <a:xfrm>
            <a:off x="4377960" y="2400480"/>
            <a:ext cx="5760" cy="2880"/>
          </a:xfrm>
          <a:custGeom>
            <a:avLst/>
            <a:gdLst/>
            <a:ahLst/>
            <a:rect l="0" t="0" r="r" b="b"/>
            <a:pathLst>
              <a:path w="16" h="8">
                <a:moveTo>
                  <a:pt x="15" y="4"/>
                </a:moveTo>
                <a:lnTo>
                  <a:pt x="14" y="5"/>
                </a:lnTo>
                <a:lnTo>
                  <a:pt x="13" y="6"/>
                </a:lnTo>
                <a:lnTo>
                  <a:pt x="11" y="6"/>
                </a:lnTo>
                <a:lnTo>
                  <a:pt x="7" y="8"/>
                </a:lnTo>
                <a:lnTo>
                  <a:pt x="2" y="8"/>
                </a:lnTo>
                <a:lnTo>
                  <a:pt x="0" y="8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11" y="0"/>
                </a:lnTo>
                <a:lnTo>
                  <a:pt x="13" y="0"/>
                </a:lnTo>
                <a:lnTo>
                  <a:pt x="14" y="0"/>
                </a:lnTo>
                <a:lnTo>
                  <a:pt x="15" y="1"/>
                </a:lnTo>
                <a:lnTo>
                  <a:pt x="15" y="0"/>
                </a:lnTo>
                <a:lnTo>
                  <a:pt x="16" y="1"/>
                </a:lnTo>
                <a:lnTo>
                  <a:pt x="16" y="2"/>
                </a:lnTo>
                <a:lnTo>
                  <a:pt x="16" y="3"/>
                </a:lnTo>
                <a:lnTo>
                  <a:pt x="15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95" name=""/>
          <p:cNvSpPr/>
          <p:nvPr/>
        </p:nvSpPr>
        <p:spPr>
          <a:xfrm>
            <a:off x="4515480" y="2389320"/>
            <a:ext cx="2520" cy="3240"/>
          </a:xfrm>
          <a:custGeom>
            <a:avLst/>
            <a:gdLst/>
            <a:ahLst/>
            <a:rect l="0" t="0" r="r" b="b"/>
            <a:pathLst>
              <a:path w="7" h="9">
                <a:moveTo>
                  <a:pt x="3" y="0"/>
                </a:moveTo>
                <a:lnTo>
                  <a:pt x="6" y="1"/>
                </a:lnTo>
                <a:lnTo>
                  <a:pt x="7" y="2"/>
                </a:lnTo>
                <a:lnTo>
                  <a:pt x="7" y="4"/>
                </a:lnTo>
                <a:lnTo>
                  <a:pt x="6" y="6"/>
                </a:lnTo>
                <a:lnTo>
                  <a:pt x="4" y="9"/>
                </a:lnTo>
                <a:lnTo>
                  <a:pt x="2" y="9"/>
                </a:lnTo>
                <a:lnTo>
                  <a:pt x="1" y="6"/>
                </a:lnTo>
                <a:lnTo>
                  <a:pt x="0" y="4"/>
                </a:lnTo>
                <a:lnTo>
                  <a:pt x="1" y="2"/>
                </a:lnTo>
                <a:lnTo>
                  <a:pt x="2" y="1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96" name=""/>
          <p:cNvSpPr/>
          <p:nvPr/>
        </p:nvSpPr>
        <p:spPr>
          <a:xfrm>
            <a:off x="4385160" y="23896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1" y="0"/>
                </a:moveTo>
                <a:lnTo>
                  <a:pt x="3" y="1"/>
                </a:lnTo>
                <a:lnTo>
                  <a:pt x="4" y="2"/>
                </a:lnTo>
                <a:lnTo>
                  <a:pt x="4" y="4"/>
                </a:lnTo>
                <a:lnTo>
                  <a:pt x="3" y="5"/>
                </a:lnTo>
                <a:lnTo>
                  <a:pt x="1" y="5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97" name=""/>
          <p:cNvSpPr/>
          <p:nvPr/>
        </p:nvSpPr>
        <p:spPr>
          <a:xfrm>
            <a:off x="4384440" y="238752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4" y="1"/>
                </a:lnTo>
                <a:lnTo>
                  <a:pt x="4" y="3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98" name=""/>
          <p:cNvSpPr/>
          <p:nvPr/>
        </p:nvSpPr>
        <p:spPr>
          <a:xfrm>
            <a:off x="4379400" y="2383200"/>
            <a:ext cx="3240" cy="3240"/>
          </a:xfrm>
          <a:custGeom>
            <a:avLst/>
            <a:gdLst/>
            <a:ahLst/>
            <a:rect l="0" t="0" r="r" b="b"/>
            <a:pathLst>
              <a:path w="9" h="9">
                <a:moveTo>
                  <a:pt x="1" y="4"/>
                </a:moveTo>
                <a:lnTo>
                  <a:pt x="2" y="4"/>
                </a:lnTo>
                <a:lnTo>
                  <a:pt x="4" y="3"/>
                </a:lnTo>
                <a:lnTo>
                  <a:pt x="6" y="1"/>
                </a:lnTo>
                <a:lnTo>
                  <a:pt x="8" y="0"/>
                </a:lnTo>
                <a:lnTo>
                  <a:pt x="9" y="1"/>
                </a:lnTo>
                <a:lnTo>
                  <a:pt x="9" y="2"/>
                </a:lnTo>
                <a:lnTo>
                  <a:pt x="9" y="3"/>
                </a:lnTo>
                <a:lnTo>
                  <a:pt x="8" y="4"/>
                </a:lnTo>
                <a:lnTo>
                  <a:pt x="6" y="4"/>
                </a:lnTo>
                <a:lnTo>
                  <a:pt x="5" y="5"/>
                </a:lnTo>
                <a:lnTo>
                  <a:pt x="3" y="5"/>
                </a:lnTo>
                <a:lnTo>
                  <a:pt x="2" y="7"/>
                </a:lnTo>
                <a:lnTo>
                  <a:pt x="1" y="9"/>
                </a:lnTo>
                <a:lnTo>
                  <a:pt x="0" y="8"/>
                </a:lnTo>
                <a:lnTo>
                  <a:pt x="0" y="7"/>
                </a:lnTo>
                <a:lnTo>
                  <a:pt x="1" y="5"/>
                </a:lnTo>
                <a:lnTo>
                  <a:pt x="1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99" name=""/>
          <p:cNvSpPr/>
          <p:nvPr/>
        </p:nvSpPr>
        <p:spPr>
          <a:xfrm>
            <a:off x="4384080" y="2382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0" name=""/>
          <p:cNvSpPr/>
          <p:nvPr/>
        </p:nvSpPr>
        <p:spPr>
          <a:xfrm>
            <a:off x="4386600" y="237816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3" y="5"/>
                </a:lnTo>
                <a:lnTo>
                  <a:pt x="3" y="3"/>
                </a:lnTo>
                <a:lnTo>
                  <a:pt x="1" y="3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1" name=""/>
          <p:cNvSpPr/>
          <p:nvPr/>
        </p:nvSpPr>
        <p:spPr>
          <a:xfrm>
            <a:off x="4391640" y="23742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2" name=""/>
          <p:cNvSpPr/>
          <p:nvPr/>
        </p:nvSpPr>
        <p:spPr>
          <a:xfrm>
            <a:off x="4421880" y="2283840"/>
            <a:ext cx="4320" cy="3600"/>
          </a:xfrm>
          <a:custGeom>
            <a:avLst/>
            <a:gdLst/>
            <a:ahLst/>
            <a:rect l="0" t="0" r="r" b="b"/>
            <a:pathLst>
              <a:path w="12" h="10">
                <a:moveTo>
                  <a:pt x="0" y="2"/>
                </a:moveTo>
                <a:lnTo>
                  <a:pt x="2" y="1"/>
                </a:lnTo>
                <a:lnTo>
                  <a:pt x="4" y="0"/>
                </a:lnTo>
                <a:lnTo>
                  <a:pt x="7" y="0"/>
                </a:lnTo>
                <a:lnTo>
                  <a:pt x="9" y="1"/>
                </a:lnTo>
                <a:lnTo>
                  <a:pt x="12" y="2"/>
                </a:lnTo>
                <a:lnTo>
                  <a:pt x="12" y="3"/>
                </a:lnTo>
                <a:lnTo>
                  <a:pt x="12" y="6"/>
                </a:lnTo>
                <a:lnTo>
                  <a:pt x="11" y="8"/>
                </a:lnTo>
                <a:lnTo>
                  <a:pt x="8" y="9"/>
                </a:lnTo>
                <a:lnTo>
                  <a:pt x="6" y="10"/>
                </a:lnTo>
                <a:lnTo>
                  <a:pt x="4" y="10"/>
                </a:lnTo>
                <a:lnTo>
                  <a:pt x="3" y="9"/>
                </a:lnTo>
                <a:lnTo>
                  <a:pt x="1" y="8"/>
                </a:lnTo>
                <a:lnTo>
                  <a:pt x="0" y="5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3" name=""/>
          <p:cNvSpPr/>
          <p:nvPr/>
        </p:nvSpPr>
        <p:spPr>
          <a:xfrm>
            <a:off x="4395240" y="227304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0" y="3"/>
                </a:moveTo>
                <a:lnTo>
                  <a:pt x="1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2"/>
                </a:lnTo>
                <a:lnTo>
                  <a:pt x="7" y="4"/>
                </a:lnTo>
                <a:lnTo>
                  <a:pt x="7" y="5"/>
                </a:lnTo>
                <a:lnTo>
                  <a:pt x="6" y="6"/>
                </a:lnTo>
                <a:lnTo>
                  <a:pt x="5" y="7"/>
                </a:lnTo>
                <a:lnTo>
                  <a:pt x="3" y="7"/>
                </a:lnTo>
                <a:lnTo>
                  <a:pt x="2" y="7"/>
                </a:lnTo>
                <a:lnTo>
                  <a:pt x="1" y="7"/>
                </a:lnTo>
                <a:lnTo>
                  <a:pt x="0" y="6"/>
                </a:lnTo>
                <a:lnTo>
                  <a:pt x="0" y="5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4" name=""/>
          <p:cNvSpPr/>
          <p:nvPr/>
        </p:nvSpPr>
        <p:spPr>
          <a:xfrm>
            <a:off x="4145760" y="1806480"/>
            <a:ext cx="159480" cy="149040"/>
          </a:xfrm>
          <a:custGeom>
            <a:avLst/>
            <a:gdLst/>
            <a:ahLst/>
            <a:rect l="0" t="0" r="r" b="b"/>
            <a:pathLst>
              <a:path w="443" h="414">
                <a:moveTo>
                  <a:pt x="293" y="2"/>
                </a:moveTo>
                <a:lnTo>
                  <a:pt x="294" y="2"/>
                </a:lnTo>
                <a:lnTo>
                  <a:pt x="295" y="3"/>
                </a:lnTo>
                <a:lnTo>
                  <a:pt x="295" y="2"/>
                </a:lnTo>
                <a:lnTo>
                  <a:pt x="296" y="3"/>
                </a:lnTo>
                <a:lnTo>
                  <a:pt x="297" y="3"/>
                </a:lnTo>
                <a:lnTo>
                  <a:pt x="298" y="3"/>
                </a:lnTo>
                <a:lnTo>
                  <a:pt x="298" y="4"/>
                </a:lnTo>
                <a:lnTo>
                  <a:pt x="299" y="4"/>
                </a:lnTo>
                <a:lnTo>
                  <a:pt x="299" y="5"/>
                </a:lnTo>
                <a:lnTo>
                  <a:pt x="300" y="5"/>
                </a:lnTo>
                <a:lnTo>
                  <a:pt x="301" y="5"/>
                </a:lnTo>
                <a:lnTo>
                  <a:pt x="301" y="6"/>
                </a:lnTo>
                <a:lnTo>
                  <a:pt x="302" y="7"/>
                </a:lnTo>
                <a:lnTo>
                  <a:pt x="303" y="7"/>
                </a:lnTo>
                <a:lnTo>
                  <a:pt x="304" y="8"/>
                </a:lnTo>
                <a:lnTo>
                  <a:pt x="304" y="9"/>
                </a:lnTo>
                <a:lnTo>
                  <a:pt x="305" y="9"/>
                </a:lnTo>
                <a:lnTo>
                  <a:pt x="305" y="10"/>
                </a:lnTo>
                <a:lnTo>
                  <a:pt x="306" y="10"/>
                </a:lnTo>
                <a:lnTo>
                  <a:pt x="308" y="10"/>
                </a:lnTo>
                <a:lnTo>
                  <a:pt x="309" y="10"/>
                </a:lnTo>
                <a:lnTo>
                  <a:pt x="310" y="10"/>
                </a:lnTo>
                <a:lnTo>
                  <a:pt x="311" y="10"/>
                </a:lnTo>
                <a:lnTo>
                  <a:pt x="312" y="10"/>
                </a:lnTo>
                <a:lnTo>
                  <a:pt x="313" y="11"/>
                </a:lnTo>
                <a:lnTo>
                  <a:pt x="313" y="12"/>
                </a:lnTo>
                <a:lnTo>
                  <a:pt x="313" y="13"/>
                </a:lnTo>
                <a:lnTo>
                  <a:pt x="314" y="14"/>
                </a:lnTo>
                <a:lnTo>
                  <a:pt x="315" y="14"/>
                </a:lnTo>
                <a:lnTo>
                  <a:pt x="315" y="15"/>
                </a:lnTo>
                <a:lnTo>
                  <a:pt x="316" y="16"/>
                </a:lnTo>
                <a:lnTo>
                  <a:pt x="317" y="16"/>
                </a:lnTo>
                <a:lnTo>
                  <a:pt x="319" y="16"/>
                </a:lnTo>
                <a:lnTo>
                  <a:pt x="320" y="17"/>
                </a:lnTo>
                <a:lnTo>
                  <a:pt x="321" y="17"/>
                </a:lnTo>
                <a:lnTo>
                  <a:pt x="322" y="18"/>
                </a:lnTo>
                <a:lnTo>
                  <a:pt x="322" y="19"/>
                </a:lnTo>
                <a:lnTo>
                  <a:pt x="323" y="19"/>
                </a:lnTo>
                <a:lnTo>
                  <a:pt x="323" y="20"/>
                </a:lnTo>
                <a:lnTo>
                  <a:pt x="324" y="20"/>
                </a:lnTo>
                <a:lnTo>
                  <a:pt x="324" y="21"/>
                </a:lnTo>
                <a:lnTo>
                  <a:pt x="325" y="21"/>
                </a:lnTo>
                <a:lnTo>
                  <a:pt x="325" y="22"/>
                </a:lnTo>
                <a:lnTo>
                  <a:pt x="326" y="22"/>
                </a:lnTo>
                <a:lnTo>
                  <a:pt x="327" y="22"/>
                </a:lnTo>
                <a:lnTo>
                  <a:pt x="328" y="22"/>
                </a:lnTo>
                <a:lnTo>
                  <a:pt x="329" y="22"/>
                </a:lnTo>
                <a:lnTo>
                  <a:pt x="330" y="22"/>
                </a:lnTo>
                <a:lnTo>
                  <a:pt x="331" y="23"/>
                </a:lnTo>
                <a:lnTo>
                  <a:pt x="332" y="23"/>
                </a:lnTo>
                <a:lnTo>
                  <a:pt x="332" y="22"/>
                </a:lnTo>
                <a:lnTo>
                  <a:pt x="334" y="23"/>
                </a:lnTo>
                <a:lnTo>
                  <a:pt x="335" y="23"/>
                </a:lnTo>
                <a:lnTo>
                  <a:pt x="336" y="24"/>
                </a:lnTo>
                <a:lnTo>
                  <a:pt x="337" y="24"/>
                </a:lnTo>
                <a:lnTo>
                  <a:pt x="338" y="25"/>
                </a:lnTo>
                <a:lnTo>
                  <a:pt x="339" y="25"/>
                </a:lnTo>
                <a:lnTo>
                  <a:pt x="339" y="26"/>
                </a:lnTo>
                <a:lnTo>
                  <a:pt x="340" y="26"/>
                </a:lnTo>
                <a:lnTo>
                  <a:pt x="340" y="27"/>
                </a:lnTo>
                <a:lnTo>
                  <a:pt x="341" y="27"/>
                </a:lnTo>
                <a:lnTo>
                  <a:pt x="342" y="27"/>
                </a:lnTo>
                <a:lnTo>
                  <a:pt x="342" y="28"/>
                </a:lnTo>
                <a:lnTo>
                  <a:pt x="343" y="28"/>
                </a:lnTo>
                <a:lnTo>
                  <a:pt x="343" y="27"/>
                </a:lnTo>
                <a:lnTo>
                  <a:pt x="343" y="28"/>
                </a:lnTo>
                <a:lnTo>
                  <a:pt x="344" y="29"/>
                </a:lnTo>
                <a:lnTo>
                  <a:pt x="345" y="30"/>
                </a:lnTo>
                <a:lnTo>
                  <a:pt x="346" y="31"/>
                </a:lnTo>
                <a:lnTo>
                  <a:pt x="346" y="32"/>
                </a:lnTo>
                <a:lnTo>
                  <a:pt x="347" y="32"/>
                </a:lnTo>
                <a:lnTo>
                  <a:pt x="349" y="33"/>
                </a:lnTo>
                <a:lnTo>
                  <a:pt x="350" y="33"/>
                </a:lnTo>
                <a:lnTo>
                  <a:pt x="350" y="34"/>
                </a:lnTo>
                <a:lnTo>
                  <a:pt x="351" y="35"/>
                </a:lnTo>
                <a:lnTo>
                  <a:pt x="352" y="35"/>
                </a:lnTo>
                <a:lnTo>
                  <a:pt x="352" y="36"/>
                </a:lnTo>
                <a:lnTo>
                  <a:pt x="353" y="36"/>
                </a:lnTo>
                <a:lnTo>
                  <a:pt x="353" y="37"/>
                </a:lnTo>
                <a:lnTo>
                  <a:pt x="353" y="38"/>
                </a:lnTo>
                <a:lnTo>
                  <a:pt x="352" y="38"/>
                </a:lnTo>
                <a:lnTo>
                  <a:pt x="353" y="39"/>
                </a:lnTo>
                <a:lnTo>
                  <a:pt x="354" y="39"/>
                </a:lnTo>
                <a:lnTo>
                  <a:pt x="355" y="39"/>
                </a:lnTo>
                <a:lnTo>
                  <a:pt x="356" y="40"/>
                </a:lnTo>
                <a:lnTo>
                  <a:pt x="357" y="40"/>
                </a:lnTo>
                <a:lnTo>
                  <a:pt x="358" y="40"/>
                </a:lnTo>
                <a:lnTo>
                  <a:pt x="358" y="41"/>
                </a:lnTo>
                <a:lnTo>
                  <a:pt x="359" y="41"/>
                </a:lnTo>
                <a:lnTo>
                  <a:pt x="360" y="41"/>
                </a:lnTo>
                <a:lnTo>
                  <a:pt x="360" y="42"/>
                </a:lnTo>
                <a:lnTo>
                  <a:pt x="360" y="43"/>
                </a:lnTo>
                <a:lnTo>
                  <a:pt x="360" y="44"/>
                </a:lnTo>
                <a:lnTo>
                  <a:pt x="359" y="44"/>
                </a:lnTo>
                <a:lnTo>
                  <a:pt x="358" y="44"/>
                </a:lnTo>
                <a:lnTo>
                  <a:pt x="358" y="45"/>
                </a:lnTo>
                <a:lnTo>
                  <a:pt x="359" y="45"/>
                </a:lnTo>
                <a:lnTo>
                  <a:pt x="359" y="46"/>
                </a:lnTo>
                <a:lnTo>
                  <a:pt x="360" y="46"/>
                </a:lnTo>
                <a:lnTo>
                  <a:pt x="359" y="46"/>
                </a:lnTo>
                <a:lnTo>
                  <a:pt x="360" y="46"/>
                </a:lnTo>
                <a:lnTo>
                  <a:pt x="360" y="47"/>
                </a:lnTo>
                <a:lnTo>
                  <a:pt x="361" y="47"/>
                </a:lnTo>
                <a:lnTo>
                  <a:pt x="361" y="48"/>
                </a:lnTo>
                <a:lnTo>
                  <a:pt x="360" y="48"/>
                </a:lnTo>
                <a:lnTo>
                  <a:pt x="360" y="49"/>
                </a:lnTo>
                <a:lnTo>
                  <a:pt x="360" y="50"/>
                </a:lnTo>
                <a:lnTo>
                  <a:pt x="361" y="50"/>
                </a:lnTo>
                <a:lnTo>
                  <a:pt x="362" y="50"/>
                </a:lnTo>
                <a:lnTo>
                  <a:pt x="363" y="50"/>
                </a:lnTo>
                <a:lnTo>
                  <a:pt x="364" y="50"/>
                </a:lnTo>
                <a:lnTo>
                  <a:pt x="368" y="50"/>
                </a:lnTo>
                <a:lnTo>
                  <a:pt x="368" y="51"/>
                </a:lnTo>
                <a:lnTo>
                  <a:pt x="369" y="51"/>
                </a:lnTo>
                <a:lnTo>
                  <a:pt x="370" y="51"/>
                </a:lnTo>
                <a:lnTo>
                  <a:pt x="371" y="50"/>
                </a:lnTo>
                <a:lnTo>
                  <a:pt x="371" y="51"/>
                </a:lnTo>
                <a:lnTo>
                  <a:pt x="372" y="50"/>
                </a:lnTo>
                <a:lnTo>
                  <a:pt x="373" y="50"/>
                </a:lnTo>
                <a:lnTo>
                  <a:pt x="373" y="49"/>
                </a:lnTo>
                <a:lnTo>
                  <a:pt x="374" y="49"/>
                </a:lnTo>
                <a:lnTo>
                  <a:pt x="375" y="49"/>
                </a:lnTo>
                <a:lnTo>
                  <a:pt x="376" y="49"/>
                </a:lnTo>
                <a:lnTo>
                  <a:pt x="376" y="50"/>
                </a:lnTo>
                <a:lnTo>
                  <a:pt x="377" y="50"/>
                </a:lnTo>
                <a:lnTo>
                  <a:pt x="378" y="50"/>
                </a:lnTo>
                <a:lnTo>
                  <a:pt x="378" y="49"/>
                </a:lnTo>
                <a:lnTo>
                  <a:pt x="379" y="49"/>
                </a:lnTo>
                <a:lnTo>
                  <a:pt x="380" y="49"/>
                </a:lnTo>
                <a:lnTo>
                  <a:pt x="380" y="50"/>
                </a:lnTo>
                <a:lnTo>
                  <a:pt x="381" y="50"/>
                </a:lnTo>
                <a:lnTo>
                  <a:pt x="381" y="49"/>
                </a:lnTo>
                <a:lnTo>
                  <a:pt x="382" y="49"/>
                </a:lnTo>
                <a:lnTo>
                  <a:pt x="383" y="49"/>
                </a:lnTo>
                <a:lnTo>
                  <a:pt x="385" y="48"/>
                </a:lnTo>
                <a:lnTo>
                  <a:pt x="385" y="49"/>
                </a:lnTo>
                <a:lnTo>
                  <a:pt x="386" y="49"/>
                </a:lnTo>
                <a:lnTo>
                  <a:pt x="387" y="49"/>
                </a:lnTo>
                <a:lnTo>
                  <a:pt x="387" y="48"/>
                </a:lnTo>
                <a:lnTo>
                  <a:pt x="388" y="49"/>
                </a:lnTo>
                <a:lnTo>
                  <a:pt x="389" y="49"/>
                </a:lnTo>
                <a:lnTo>
                  <a:pt x="390" y="50"/>
                </a:lnTo>
                <a:lnTo>
                  <a:pt x="391" y="50"/>
                </a:lnTo>
                <a:lnTo>
                  <a:pt x="392" y="50"/>
                </a:lnTo>
                <a:lnTo>
                  <a:pt x="393" y="49"/>
                </a:lnTo>
                <a:lnTo>
                  <a:pt x="394" y="49"/>
                </a:lnTo>
                <a:lnTo>
                  <a:pt x="394" y="50"/>
                </a:lnTo>
                <a:lnTo>
                  <a:pt x="396" y="50"/>
                </a:lnTo>
                <a:lnTo>
                  <a:pt x="397" y="49"/>
                </a:lnTo>
                <a:lnTo>
                  <a:pt x="397" y="50"/>
                </a:lnTo>
                <a:lnTo>
                  <a:pt x="398" y="50"/>
                </a:lnTo>
                <a:lnTo>
                  <a:pt x="398" y="51"/>
                </a:lnTo>
                <a:lnTo>
                  <a:pt x="399" y="51"/>
                </a:lnTo>
                <a:lnTo>
                  <a:pt x="400" y="51"/>
                </a:lnTo>
                <a:lnTo>
                  <a:pt x="401" y="51"/>
                </a:lnTo>
                <a:lnTo>
                  <a:pt x="401" y="52"/>
                </a:lnTo>
                <a:lnTo>
                  <a:pt x="401" y="53"/>
                </a:lnTo>
                <a:lnTo>
                  <a:pt x="401" y="54"/>
                </a:lnTo>
                <a:lnTo>
                  <a:pt x="402" y="55"/>
                </a:lnTo>
                <a:lnTo>
                  <a:pt x="402" y="56"/>
                </a:lnTo>
                <a:lnTo>
                  <a:pt x="402" y="57"/>
                </a:lnTo>
                <a:lnTo>
                  <a:pt x="402" y="58"/>
                </a:lnTo>
                <a:lnTo>
                  <a:pt x="402" y="59"/>
                </a:lnTo>
                <a:lnTo>
                  <a:pt x="402" y="60"/>
                </a:lnTo>
                <a:lnTo>
                  <a:pt x="403" y="60"/>
                </a:lnTo>
                <a:lnTo>
                  <a:pt x="403" y="61"/>
                </a:lnTo>
                <a:lnTo>
                  <a:pt x="404" y="61"/>
                </a:lnTo>
                <a:lnTo>
                  <a:pt x="403" y="61"/>
                </a:lnTo>
                <a:lnTo>
                  <a:pt x="402" y="62"/>
                </a:lnTo>
                <a:lnTo>
                  <a:pt x="402" y="63"/>
                </a:lnTo>
                <a:lnTo>
                  <a:pt x="403" y="63"/>
                </a:lnTo>
                <a:lnTo>
                  <a:pt x="403" y="64"/>
                </a:lnTo>
                <a:lnTo>
                  <a:pt x="402" y="64"/>
                </a:lnTo>
                <a:lnTo>
                  <a:pt x="401" y="64"/>
                </a:lnTo>
                <a:lnTo>
                  <a:pt x="401" y="65"/>
                </a:lnTo>
                <a:lnTo>
                  <a:pt x="400" y="65"/>
                </a:lnTo>
                <a:lnTo>
                  <a:pt x="400" y="66"/>
                </a:lnTo>
                <a:lnTo>
                  <a:pt x="400" y="67"/>
                </a:lnTo>
                <a:lnTo>
                  <a:pt x="401" y="67"/>
                </a:lnTo>
                <a:lnTo>
                  <a:pt x="402" y="67"/>
                </a:lnTo>
                <a:lnTo>
                  <a:pt x="403" y="67"/>
                </a:lnTo>
                <a:lnTo>
                  <a:pt x="404" y="67"/>
                </a:lnTo>
                <a:lnTo>
                  <a:pt x="405" y="67"/>
                </a:lnTo>
                <a:lnTo>
                  <a:pt x="406" y="67"/>
                </a:lnTo>
                <a:lnTo>
                  <a:pt x="406" y="66"/>
                </a:lnTo>
                <a:lnTo>
                  <a:pt x="406" y="67"/>
                </a:lnTo>
                <a:lnTo>
                  <a:pt x="407" y="67"/>
                </a:lnTo>
                <a:lnTo>
                  <a:pt x="407" y="68"/>
                </a:lnTo>
                <a:lnTo>
                  <a:pt x="409" y="67"/>
                </a:lnTo>
                <a:lnTo>
                  <a:pt x="409" y="66"/>
                </a:lnTo>
                <a:lnTo>
                  <a:pt x="410" y="66"/>
                </a:lnTo>
                <a:lnTo>
                  <a:pt x="411" y="66"/>
                </a:lnTo>
                <a:lnTo>
                  <a:pt x="412" y="66"/>
                </a:lnTo>
                <a:lnTo>
                  <a:pt x="412" y="67"/>
                </a:lnTo>
                <a:lnTo>
                  <a:pt x="413" y="67"/>
                </a:lnTo>
                <a:lnTo>
                  <a:pt x="413" y="68"/>
                </a:lnTo>
                <a:lnTo>
                  <a:pt x="413" y="69"/>
                </a:lnTo>
                <a:lnTo>
                  <a:pt x="414" y="69"/>
                </a:lnTo>
                <a:lnTo>
                  <a:pt x="415" y="69"/>
                </a:lnTo>
                <a:lnTo>
                  <a:pt x="415" y="70"/>
                </a:lnTo>
                <a:lnTo>
                  <a:pt x="416" y="70"/>
                </a:lnTo>
                <a:lnTo>
                  <a:pt x="417" y="70"/>
                </a:lnTo>
                <a:lnTo>
                  <a:pt x="418" y="70"/>
                </a:lnTo>
                <a:lnTo>
                  <a:pt x="419" y="70"/>
                </a:lnTo>
                <a:lnTo>
                  <a:pt x="420" y="70"/>
                </a:lnTo>
                <a:lnTo>
                  <a:pt x="420" y="71"/>
                </a:lnTo>
                <a:lnTo>
                  <a:pt x="421" y="71"/>
                </a:lnTo>
                <a:lnTo>
                  <a:pt x="422" y="71"/>
                </a:lnTo>
                <a:lnTo>
                  <a:pt x="423" y="71"/>
                </a:lnTo>
                <a:lnTo>
                  <a:pt x="423" y="70"/>
                </a:lnTo>
                <a:lnTo>
                  <a:pt x="424" y="70"/>
                </a:lnTo>
                <a:lnTo>
                  <a:pt x="423" y="71"/>
                </a:lnTo>
                <a:lnTo>
                  <a:pt x="422" y="72"/>
                </a:lnTo>
                <a:lnTo>
                  <a:pt x="422" y="73"/>
                </a:lnTo>
                <a:lnTo>
                  <a:pt x="421" y="73"/>
                </a:lnTo>
                <a:lnTo>
                  <a:pt x="420" y="73"/>
                </a:lnTo>
                <a:lnTo>
                  <a:pt x="420" y="74"/>
                </a:lnTo>
                <a:lnTo>
                  <a:pt x="420" y="75"/>
                </a:lnTo>
                <a:lnTo>
                  <a:pt x="421" y="75"/>
                </a:lnTo>
                <a:lnTo>
                  <a:pt x="422" y="75"/>
                </a:lnTo>
                <a:lnTo>
                  <a:pt x="422" y="74"/>
                </a:lnTo>
                <a:lnTo>
                  <a:pt x="423" y="74"/>
                </a:lnTo>
                <a:lnTo>
                  <a:pt x="424" y="74"/>
                </a:lnTo>
                <a:lnTo>
                  <a:pt x="425" y="74"/>
                </a:lnTo>
                <a:lnTo>
                  <a:pt x="425" y="75"/>
                </a:lnTo>
                <a:lnTo>
                  <a:pt x="425" y="76"/>
                </a:lnTo>
                <a:lnTo>
                  <a:pt x="426" y="76"/>
                </a:lnTo>
                <a:lnTo>
                  <a:pt x="426" y="77"/>
                </a:lnTo>
                <a:lnTo>
                  <a:pt x="425" y="77"/>
                </a:lnTo>
                <a:lnTo>
                  <a:pt x="426" y="77"/>
                </a:lnTo>
                <a:lnTo>
                  <a:pt x="427" y="78"/>
                </a:lnTo>
                <a:lnTo>
                  <a:pt x="428" y="78"/>
                </a:lnTo>
                <a:lnTo>
                  <a:pt x="429" y="78"/>
                </a:lnTo>
                <a:lnTo>
                  <a:pt x="428" y="78"/>
                </a:lnTo>
                <a:lnTo>
                  <a:pt x="428" y="79"/>
                </a:lnTo>
                <a:lnTo>
                  <a:pt x="429" y="79"/>
                </a:lnTo>
                <a:lnTo>
                  <a:pt x="429" y="80"/>
                </a:lnTo>
                <a:lnTo>
                  <a:pt x="430" y="81"/>
                </a:lnTo>
                <a:lnTo>
                  <a:pt x="432" y="81"/>
                </a:lnTo>
                <a:lnTo>
                  <a:pt x="433" y="81"/>
                </a:lnTo>
                <a:lnTo>
                  <a:pt x="434" y="81"/>
                </a:lnTo>
                <a:lnTo>
                  <a:pt x="435" y="81"/>
                </a:lnTo>
                <a:lnTo>
                  <a:pt x="436" y="81"/>
                </a:lnTo>
                <a:lnTo>
                  <a:pt x="436" y="82"/>
                </a:lnTo>
                <a:lnTo>
                  <a:pt x="437" y="83"/>
                </a:lnTo>
                <a:lnTo>
                  <a:pt x="438" y="83"/>
                </a:lnTo>
                <a:lnTo>
                  <a:pt x="438" y="84"/>
                </a:lnTo>
                <a:lnTo>
                  <a:pt x="438" y="85"/>
                </a:lnTo>
                <a:lnTo>
                  <a:pt x="438" y="86"/>
                </a:lnTo>
                <a:lnTo>
                  <a:pt x="439" y="87"/>
                </a:lnTo>
                <a:lnTo>
                  <a:pt x="438" y="87"/>
                </a:lnTo>
                <a:lnTo>
                  <a:pt x="438" y="88"/>
                </a:lnTo>
                <a:lnTo>
                  <a:pt x="439" y="88"/>
                </a:lnTo>
                <a:lnTo>
                  <a:pt x="439" y="89"/>
                </a:lnTo>
                <a:lnTo>
                  <a:pt x="439" y="90"/>
                </a:lnTo>
                <a:lnTo>
                  <a:pt x="439" y="91"/>
                </a:lnTo>
                <a:lnTo>
                  <a:pt x="440" y="91"/>
                </a:lnTo>
                <a:lnTo>
                  <a:pt x="440" y="92"/>
                </a:lnTo>
                <a:lnTo>
                  <a:pt x="440" y="93"/>
                </a:lnTo>
                <a:lnTo>
                  <a:pt x="439" y="93"/>
                </a:lnTo>
                <a:lnTo>
                  <a:pt x="439" y="94"/>
                </a:lnTo>
                <a:lnTo>
                  <a:pt x="439" y="95"/>
                </a:lnTo>
                <a:lnTo>
                  <a:pt x="440" y="96"/>
                </a:lnTo>
                <a:lnTo>
                  <a:pt x="440" y="97"/>
                </a:lnTo>
                <a:lnTo>
                  <a:pt x="441" y="97"/>
                </a:lnTo>
                <a:lnTo>
                  <a:pt x="441" y="98"/>
                </a:lnTo>
                <a:lnTo>
                  <a:pt x="441" y="99"/>
                </a:lnTo>
                <a:lnTo>
                  <a:pt x="441" y="100"/>
                </a:lnTo>
                <a:lnTo>
                  <a:pt x="440" y="100"/>
                </a:lnTo>
                <a:lnTo>
                  <a:pt x="441" y="100"/>
                </a:lnTo>
                <a:lnTo>
                  <a:pt x="441" y="101"/>
                </a:lnTo>
                <a:lnTo>
                  <a:pt x="441" y="103"/>
                </a:lnTo>
                <a:lnTo>
                  <a:pt x="441" y="104"/>
                </a:lnTo>
                <a:lnTo>
                  <a:pt x="441" y="105"/>
                </a:lnTo>
                <a:lnTo>
                  <a:pt x="442" y="105"/>
                </a:lnTo>
                <a:lnTo>
                  <a:pt x="443" y="106"/>
                </a:lnTo>
                <a:lnTo>
                  <a:pt x="443" y="107"/>
                </a:lnTo>
                <a:lnTo>
                  <a:pt x="443" y="108"/>
                </a:lnTo>
                <a:lnTo>
                  <a:pt x="442" y="108"/>
                </a:lnTo>
                <a:lnTo>
                  <a:pt x="442" y="109"/>
                </a:lnTo>
                <a:lnTo>
                  <a:pt x="442" y="110"/>
                </a:lnTo>
                <a:lnTo>
                  <a:pt x="441" y="110"/>
                </a:lnTo>
                <a:lnTo>
                  <a:pt x="441" y="111"/>
                </a:lnTo>
                <a:lnTo>
                  <a:pt x="440" y="111"/>
                </a:lnTo>
                <a:lnTo>
                  <a:pt x="439" y="111"/>
                </a:lnTo>
                <a:lnTo>
                  <a:pt x="438" y="111"/>
                </a:lnTo>
                <a:lnTo>
                  <a:pt x="438" y="112"/>
                </a:lnTo>
                <a:lnTo>
                  <a:pt x="437" y="112"/>
                </a:lnTo>
                <a:lnTo>
                  <a:pt x="437" y="113"/>
                </a:lnTo>
                <a:lnTo>
                  <a:pt x="437" y="114"/>
                </a:lnTo>
                <a:lnTo>
                  <a:pt x="436" y="114"/>
                </a:lnTo>
                <a:lnTo>
                  <a:pt x="436" y="115"/>
                </a:lnTo>
                <a:lnTo>
                  <a:pt x="436" y="116"/>
                </a:lnTo>
                <a:lnTo>
                  <a:pt x="437" y="116"/>
                </a:lnTo>
                <a:lnTo>
                  <a:pt x="437" y="117"/>
                </a:lnTo>
                <a:lnTo>
                  <a:pt x="437" y="118"/>
                </a:lnTo>
                <a:lnTo>
                  <a:pt x="437" y="119"/>
                </a:lnTo>
                <a:lnTo>
                  <a:pt x="436" y="119"/>
                </a:lnTo>
                <a:lnTo>
                  <a:pt x="436" y="120"/>
                </a:lnTo>
                <a:lnTo>
                  <a:pt x="437" y="120"/>
                </a:lnTo>
                <a:lnTo>
                  <a:pt x="438" y="120"/>
                </a:lnTo>
                <a:lnTo>
                  <a:pt x="438" y="121"/>
                </a:lnTo>
                <a:lnTo>
                  <a:pt x="438" y="123"/>
                </a:lnTo>
                <a:lnTo>
                  <a:pt x="438" y="124"/>
                </a:lnTo>
                <a:lnTo>
                  <a:pt x="437" y="124"/>
                </a:lnTo>
                <a:lnTo>
                  <a:pt x="438" y="124"/>
                </a:lnTo>
                <a:lnTo>
                  <a:pt x="440" y="124"/>
                </a:lnTo>
                <a:lnTo>
                  <a:pt x="441" y="124"/>
                </a:lnTo>
                <a:lnTo>
                  <a:pt x="441" y="125"/>
                </a:lnTo>
                <a:lnTo>
                  <a:pt x="440" y="126"/>
                </a:lnTo>
                <a:lnTo>
                  <a:pt x="440" y="127"/>
                </a:lnTo>
                <a:lnTo>
                  <a:pt x="439" y="128"/>
                </a:lnTo>
                <a:lnTo>
                  <a:pt x="439" y="129"/>
                </a:lnTo>
                <a:lnTo>
                  <a:pt x="438" y="130"/>
                </a:lnTo>
                <a:lnTo>
                  <a:pt x="438" y="131"/>
                </a:lnTo>
                <a:lnTo>
                  <a:pt x="439" y="131"/>
                </a:lnTo>
                <a:lnTo>
                  <a:pt x="439" y="132"/>
                </a:lnTo>
                <a:lnTo>
                  <a:pt x="439" y="133"/>
                </a:lnTo>
                <a:lnTo>
                  <a:pt x="438" y="133"/>
                </a:lnTo>
                <a:lnTo>
                  <a:pt x="438" y="134"/>
                </a:lnTo>
                <a:lnTo>
                  <a:pt x="437" y="134"/>
                </a:lnTo>
                <a:lnTo>
                  <a:pt x="437" y="135"/>
                </a:lnTo>
                <a:lnTo>
                  <a:pt x="437" y="136"/>
                </a:lnTo>
                <a:lnTo>
                  <a:pt x="436" y="137"/>
                </a:lnTo>
                <a:lnTo>
                  <a:pt x="436" y="138"/>
                </a:lnTo>
                <a:lnTo>
                  <a:pt x="436" y="139"/>
                </a:lnTo>
                <a:lnTo>
                  <a:pt x="435" y="139"/>
                </a:lnTo>
                <a:lnTo>
                  <a:pt x="434" y="140"/>
                </a:lnTo>
                <a:lnTo>
                  <a:pt x="433" y="142"/>
                </a:lnTo>
                <a:lnTo>
                  <a:pt x="433" y="143"/>
                </a:lnTo>
                <a:lnTo>
                  <a:pt x="431" y="143"/>
                </a:lnTo>
                <a:lnTo>
                  <a:pt x="430" y="143"/>
                </a:lnTo>
                <a:lnTo>
                  <a:pt x="429" y="143"/>
                </a:lnTo>
                <a:lnTo>
                  <a:pt x="429" y="142"/>
                </a:lnTo>
                <a:lnTo>
                  <a:pt x="428" y="141"/>
                </a:lnTo>
                <a:lnTo>
                  <a:pt x="427" y="140"/>
                </a:lnTo>
                <a:lnTo>
                  <a:pt x="427" y="139"/>
                </a:lnTo>
                <a:lnTo>
                  <a:pt x="427" y="138"/>
                </a:lnTo>
                <a:lnTo>
                  <a:pt x="426" y="137"/>
                </a:lnTo>
                <a:lnTo>
                  <a:pt x="426" y="136"/>
                </a:lnTo>
                <a:lnTo>
                  <a:pt x="426" y="135"/>
                </a:lnTo>
                <a:lnTo>
                  <a:pt x="425" y="135"/>
                </a:lnTo>
                <a:lnTo>
                  <a:pt x="425" y="134"/>
                </a:lnTo>
                <a:lnTo>
                  <a:pt x="424" y="134"/>
                </a:lnTo>
                <a:lnTo>
                  <a:pt x="424" y="135"/>
                </a:lnTo>
                <a:lnTo>
                  <a:pt x="423" y="135"/>
                </a:lnTo>
                <a:lnTo>
                  <a:pt x="423" y="134"/>
                </a:lnTo>
                <a:lnTo>
                  <a:pt x="422" y="135"/>
                </a:lnTo>
                <a:lnTo>
                  <a:pt x="421" y="136"/>
                </a:lnTo>
                <a:lnTo>
                  <a:pt x="421" y="135"/>
                </a:lnTo>
                <a:lnTo>
                  <a:pt x="420" y="135"/>
                </a:lnTo>
                <a:lnTo>
                  <a:pt x="420" y="134"/>
                </a:lnTo>
                <a:lnTo>
                  <a:pt x="419" y="134"/>
                </a:lnTo>
                <a:lnTo>
                  <a:pt x="418" y="134"/>
                </a:lnTo>
                <a:lnTo>
                  <a:pt x="417" y="133"/>
                </a:lnTo>
                <a:lnTo>
                  <a:pt x="416" y="133"/>
                </a:lnTo>
                <a:lnTo>
                  <a:pt x="415" y="133"/>
                </a:lnTo>
                <a:lnTo>
                  <a:pt x="415" y="134"/>
                </a:lnTo>
                <a:lnTo>
                  <a:pt x="414" y="134"/>
                </a:lnTo>
                <a:lnTo>
                  <a:pt x="414" y="135"/>
                </a:lnTo>
                <a:lnTo>
                  <a:pt x="413" y="135"/>
                </a:lnTo>
                <a:lnTo>
                  <a:pt x="412" y="135"/>
                </a:lnTo>
                <a:lnTo>
                  <a:pt x="411" y="136"/>
                </a:lnTo>
                <a:lnTo>
                  <a:pt x="410" y="136"/>
                </a:lnTo>
                <a:lnTo>
                  <a:pt x="409" y="137"/>
                </a:lnTo>
                <a:lnTo>
                  <a:pt x="408" y="137"/>
                </a:lnTo>
                <a:lnTo>
                  <a:pt x="407" y="138"/>
                </a:lnTo>
                <a:lnTo>
                  <a:pt x="406" y="138"/>
                </a:lnTo>
                <a:lnTo>
                  <a:pt x="405" y="138"/>
                </a:lnTo>
                <a:lnTo>
                  <a:pt x="405" y="139"/>
                </a:lnTo>
                <a:lnTo>
                  <a:pt x="404" y="139"/>
                </a:lnTo>
                <a:lnTo>
                  <a:pt x="404" y="140"/>
                </a:lnTo>
                <a:lnTo>
                  <a:pt x="403" y="140"/>
                </a:lnTo>
                <a:lnTo>
                  <a:pt x="403" y="141"/>
                </a:lnTo>
                <a:lnTo>
                  <a:pt x="402" y="141"/>
                </a:lnTo>
                <a:lnTo>
                  <a:pt x="402" y="142"/>
                </a:lnTo>
                <a:lnTo>
                  <a:pt x="401" y="143"/>
                </a:lnTo>
                <a:lnTo>
                  <a:pt x="400" y="143"/>
                </a:lnTo>
                <a:lnTo>
                  <a:pt x="400" y="144"/>
                </a:lnTo>
                <a:lnTo>
                  <a:pt x="399" y="146"/>
                </a:lnTo>
                <a:lnTo>
                  <a:pt x="400" y="146"/>
                </a:lnTo>
                <a:lnTo>
                  <a:pt x="400" y="147"/>
                </a:lnTo>
                <a:lnTo>
                  <a:pt x="399" y="147"/>
                </a:lnTo>
                <a:lnTo>
                  <a:pt x="398" y="147"/>
                </a:lnTo>
                <a:lnTo>
                  <a:pt x="398" y="148"/>
                </a:lnTo>
                <a:lnTo>
                  <a:pt x="398" y="147"/>
                </a:lnTo>
                <a:lnTo>
                  <a:pt x="399" y="147"/>
                </a:lnTo>
                <a:lnTo>
                  <a:pt x="398" y="146"/>
                </a:lnTo>
                <a:lnTo>
                  <a:pt x="397" y="147"/>
                </a:lnTo>
                <a:lnTo>
                  <a:pt x="397" y="148"/>
                </a:lnTo>
                <a:lnTo>
                  <a:pt x="396" y="148"/>
                </a:lnTo>
                <a:lnTo>
                  <a:pt x="395" y="148"/>
                </a:lnTo>
                <a:lnTo>
                  <a:pt x="394" y="148"/>
                </a:lnTo>
                <a:lnTo>
                  <a:pt x="394" y="149"/>
                </a:lnTo>
                <a:lnTo>
                  <a:pt x="394" y="150"/>
                </a:lnTo>
                <a:lnTo>
                  <a:pt x="395" y="150"/>
                </a:lnTo>
                <a:lnTo>
                  <a:pt x="395" y="151"/>
                </a:lnTo>
                <a:lnTo>
                  <a:pt x="394" y="152"/>
                </a:lnTo>
                <a:lnTo>
                  <a:pt x="394" y="153"/>
                </a:lnTo>
                <a:lnTo>
                  <a:pt x="393" y="153"/>
                </a:lnTo>
                <a:lnTo>
                  <a:pt x="393" y="154"/>
                </a:lnTo>
                <a:lnTo>
                  <a:pt x="392" y="154"/>
                </a:lnTo>
                <a:lnTo>
                  <a:pt x="391" y="155"/>
                </a:lnTo>
                <a:lnTo>
                  <a:pt x="391" y="154"/>
                </a:lnTo>
                <a:lnTo>
                  <a:pt x="390" y="154"/>
                </a:lnTo>
                <a:lnTo>
                  <a:pt x="390" y="155"/>
                </a:lnTo>
                <a:lnTo>
                  <a:pt x="389" y="155"/>
                </a:lnTo>
                <a:lnTo>
                  <a:pt x="388" y="155"/>
                </a:lnTo>
                <a:lnTo>
                  <a:pt x="388" y="156"/>
                </a:lnTo>
                <a:lnTo>
                  <a:pt x="388" y="157"/>
                </a:lnTo>
                <a:lnTo>
                  <a:pt x="387" y="157"/>
                </a:lnTo>
                <a:lnTo>
                  <a:pt x="388" y="157"/>
                </a:lnTo>
                <a:lnTo>
                  <a:pt x="388" y="158"/>
                </a:lnTo>
                <a:lnTo>
                  <a:pt x="387" y="158"/>
                </a:lnTo>
                <a:lnTo>
                  <a:pt x="387" y="159"/>
                </a:lnTo>
                <a:lnTo>
                  <a:pt x="387" y="160"/>
                </a:lnTo>
                <a:lnTo>
                  <a:pt x="386" y="160"/>
                </a:lnTo>
                <a:lnTo>
                  <a:pt x="385" y="160"/>
                </a:lnTo>
                <a:lnTo>
                  <a:pt x="384" y="161"/>
                </a:lnTo>
                <a:lnTo>
                  <a:pt x="383" y="161"/>
                </a:lnTo>
                <a:lnTo>
                  <a:pt x="383" y="160"/>
                </a:lnTo>
                <a:lnTo>
                  <a:pt x="384" y="160"/>
                </a:lnTo>
                <a:lnTo>
                  <a:pt x="384" y="159"/>
                </a:lnTo>
                <a:lnTo>
                  <a:pt x="383" y="158"/>
                </a:lnTo>
                <a:lnTo>
                  <a:pt x="383" y="159"/>
                </a:lnTo>
                <a:lnTo>
                  <a:pt x="382" y="159"/>
                </a:lnTo>
                <a:lnTo>
                  <a:pt x="381" y="159"/>
                </a:lnTo>
                <a:lnTo>
                  <a:pt x="381" y="160"/>
                </a:lnTo>
                <a:lnTo>
                  <a:pt x="380" y="161"/>
                </a:lnTo>
                <a:lnTo>
                  <a:pt x="379" y="161"/>
                </a:lnTo>
                <a:lnTo>
                  <a:pt x="379" y="162"/>
                </a:lnTo>
                <a:lnTo>
                  <a:pt x="379" y="163"/>
                </a:lnTo>
                <a:lnTo>
                  <a:pt x="378" y="163"/>
                </a:lnTo>
                <a:lnTo>
                  <a:pt x="377" y="163"/>
                </a:lnTo>
                <a:lnTo>
                  <a:pt x="376" y="164"/>
                </a:lnTo>
                <a:lnTo>
                  <a:pt x="375" y="165"/>
                </a:lnTo>
                <a:lnTo>
                  <a:pt x="374" y="165"/>
                </a:lnTo>
                <a:lnTo>
                  <a:pt x="374" y="166"/>
                </a:lnTo>
                <a:lnTo>
                  <a:pt x="374" y="167"/>
                </a:lnTo>
                <a:lnTo>
                  <a:pt x="374" y="168"/>
                </a:lnTo>
                <a:lnTo>
                  <a:pt x="373" y="168"/>
                </a:lnTo>
                <a:lnTo>
                  <a:pt x="373" y="169"/>
                </a:lnTo>
                <a:lnTo>
                  <a:pt x="372" y="170"/>
                </a:lnTo>
                <a:lnTo>
                  <a:pt x="372" y="171"/>
                </a:lnTo>
                <a:lnTo>
                  <a:pt x="371" y="171"/>
                </a:lnTo>
                <a:lnTo>
                  <a:pt x="371" y="172"/>
                </a:lnTo>
                <a:lnTo>
                  <a:pt x="370" y="172"/>
                </a:lnTo>
                <a:lnTo>
                  <a:pt x="370" y="173"/>
                </a:lnTo>
                <a:lnTo>
                  <a:pt x="369" y="174"/>
                </a:lnTo>
                <a:lnTo>
                  <a:pt x="369" y="175"/>
                </a:lnTo>
                <a:lnTo>
                  <a:pt x="368" y="175"/>
                </a:lnTo>
                <a:lnTo>
                  <a:pt x="368" y="176"/>
                </a:lnTo>
                <a:lnTo>
                  <a:pt x="367" y="176"/>
                </a:lnTo>
                <a:lnTo>
                  <a:pt x="366" y="175"/>
                </a:lnTo>
                <a:lnTo>
                  <a:pt x="366" y="174"/>
                </a:lnTo>
                <a:lnTo>
                  <a:pt x="366" y="173"/>
                </a:lnTo>
                <a:lnTo>
                  <a:pt x="366" y="172"/>
                </a:lnTo>
                <a:lnTo>
                  <a:pt x="366" y="171"/>
                </a:lnTo>
                <a:lnTo>
                  <a:pt x="368" y="170"/>
                </a:lnTo>
                <a:lnTo>
                  <a:pt x="368" y="169"/>
                </a:lnTo>
                <a:lnTo>
                  <a:pt x="367" y="169"/>
                </a:lnTo>
                <a:lnTo>
                  <a:pt x="367" y="168"/>
                </a:lnTo>
                <a:lnTo>
                  <a:pt x="366" y="167"/>
                </a:lnTo>
                <a:lnTo>
                  <a:pt x="365" y="166"/>
                </a:lnTo>
                <a:lnTo>
                  <a:pt x="364" y="166"/>
                </a:lnTo>
                <a:lnTo>
                  <a:pt x="364" y="165"/>
                </a:lnTo>
                <a:lnTo>
                  <a:pt x="363" y="165"/>
                </a:lnTo>
                <a:lnTo>
                  <a:pt x="364" y="165"/>
                </a:lnTo>
                <a:lnTo>
                  <a:pt x="364" y="164"/>
                </a:lnTo>
                <a:lnTo>
                  <a:pt x="365" y="164"/>
                </a:lnTo>
                <a:lnTo>
                  <a:pt x="365" y="163"/>
                </a:lnTo>
                <a:lnTo>
                  <a:pt x="364" y="163"/>
                </a:lnTo>
                <a:lnTo>
                  <a:pt x="364" y="164"/>
                </a:lnTo>
                <a:lnTo>
                  <a:pt x="363" y="164"/>
                </a:lnTo>
                <a:lnTo>
                  <a:pt x="363" y="163"/>
                </a:lnTo>
                <a:lnTo>
                  <a:pt x="362" y="163"/>
                </a:lnTo>
                <a:lnTo>
                  <a:pt x="362" y="162"/>
                </a:lnTo>
                <a:lnTo>
                  <a:pt x="361" y="163"/>
                </a:lnTo>
                <a:lnTo>
                  <a:pt x="360" y="164"/>
                </a:lnTo>
                <a:lnTo>
                  <a:pt x="359" y="165"/>
                </a:lnTo>
                <a:lnTo>
                  <a:pt x="358" y="165"/>
                </a:lnTo>
                <a:lnTo>
                  <a:pt x="358" y="166"/>
                </a:lnTo>
                <a:lnTo>
                  <a:pt x="358" y="165"/>
                </a:lnTo>
                <a:lnTo>
                  <a:pt x="357" y="165"/>
                </a:lnTo>
                <a:lnTo>
                  <a:pt x="356" y="166"/>
                </a:lnTo>
                <a:lnTo>
                  <a:pt x="356" y="167"/>
                </a:lnTo>
                <a:lnTo>
                  <a:pt x="356" y="166"/>
                </a:lnTo>
                <a:lnTo>
                  <a:pt x="357" y="166"/>
                </a:lnTo>
                <a:lnTo>
                  <a:pt x="357" y="167"/>
                </a:lnTo>
                <a:lnTo>
                  <a:pt x="356" y="167"/>
                </a:lnTo>
                <a:lnTo>
                  <a:pt x="356" y="168"/>
                </a:lnTo>
                <a:lnTo>
                  <a:pt x="355" y="168"/>
                </a:lnTo>
                <a:lnTo>
                  <a:pt x="355" y="169"/>
                </a:lnTo>
                <a:lnTo>
                  <a:pt x="354" y="169"/>
                </a:lnTo>
                <a:lnTo>
                  <a:pt x="353" y="169"/>
                </a:lnTo>
                <a:lnTo>
                  <a:pt x="353" y="170"/>
                </a:lnTo>
                <a:lnTo>
                  <a:pt x="352" y="170"/>
                </a:lnTo>
                <a:lnTo>
                  <a:pt x="351" y="170"/>
                </a:lnTo>
                <a:lnTo>
                  <a:pt x="350" y="170"/>
                </a:lnTo>
                <a:lnTo>
                  <a:pt x="350" y="171"/>
                </a:lnTo>
                <a:lnTo>
                  <a:pt x="349" y="172"/>
                </a:lnTo>
                <a:lnTo>
                  <a:pt x="348" y="173"/>
                </a:lnTo>
                <a:lnTo>
                  <a:pt x="348" y="172"/>
                </a:lnTo>
                <a:lnTo>
                  <a:pt x="347" y="172"/>
                </a:lnTo>
                <a:lnTo>
                  <a:pt x="346" y="172"/>
                </a:lnTo>
                <a:lnTo>
                  <a:pt x="346" y="171"/>
                </a:lnTo>
                <a:lnTo>
                  <a:pt x="345" y="171"/>
                </a:lnTo>
                <a:lnTo>
                  <a:pt x="345" y="170"/>
                </a:lnTo>
                <a:lnTo>
                  <a:pt x="345" y="169"/>
                </a:lnTo>
                <a:lnTo>
                  <a:pt x="344" y="168"/>
                </a:lnTo>
                <a:lnTo>
                  <a:pt x="343" y="168"/>
                </a:lnTo>
                <a:lnTo>
                  <a:pt x="344" y="168"/>
                </a:lnTo>
                <a:lnTo>
                  <a:pt x="344" y="167"/>
                </a:lnTo>
                <a:lnTo>
                  <a:pt x="343" y="166"/>
                </a:lnTo>
                <a:lnTo>
                  <a:pt x="343" y="165"/>
                </a:lnTo>
                <a:lnTo>
                  <a:pt x="342" y="165"/>
                </a:lnTo>
                <a:lnTo>
                  <a:pt x="343" y="164"/>
                </a:lnTo>
                <a:lnTo>
                  <a:pt x="344" y="164"/>
                </a:lnTo>
                <a:lnTo>
                  <a:pt x="345" y="164"/>
                </a:lnTo>
                <a:lnTo>
                  <a:pt x="345" y="163"/>
                </a:lnTo>
                <a:lnTo>
                  <a:pt x="346" y="163"/>
                </a:lnTo>
                <a:lnTo>
                  <a:pt x="346" y="162"/>
                </a:lnTo>
                <a:lnTo>
                  <a:pt x="346" y="161"/>
                </a:lnTo>
                <a:lnTo>
                  <a:pt x="344" y="160"/>
                </a:lnTo>
                <a:lnTo>
                  <a:pt x="343" y="160"/>
                </a:lnTo>
                <a:lnTo>
                  <a:pt x="342" y="160"/>
                </a:lnTo>
                <a:lnTo>
                  <a:pt x="342" y="161"/>
                </a:lnTo>
                <a:lnTo>
                  <a:pt x="341" y="160"/>
                </a:lnTo>
                <a:lnTo>
                  <a:pt x="340" y="160"/>
                </a:lnTo>
                <a:lnTo>
                  <a:pt x="339" y="160"/>
                </a:lnTo>
                <a:lnTo>
                  <a:pt x="339" y="159"/>
                </a:lnTo>
                <a:lnTo>
                  <a:pt x="338" y="160"/>
                </a:lnTo>
                <a:lnTo>
                  <a:pt x="337" y="160"/>
                </a:lnTo>
                <a:lnTo>
                  <a:pt x="336" y="161"/>
                </a:lnTo>
                <a:lnTo>
                  <a:pt x="336" y="162"/>
                </a:lnTo>
                <a:lnTo>
                  <a:pt x="335" y="162"/>
                </a:lnTo>
                <a:lnTo>
                  <a:pt x="335" y="161"/>
                </a:lnTo>
                <a:lnTo>
                  <a:pt x="335" y="162"/>
                </a:lnTo>
                <a:lnTo>
                  <a:pt x="334" y="162"/>
                </a:lnTo>
                <a:lnTo>
                  <a:pt x="334" y="163"/>
                </a:lnTo>
                <a:lnTo>
                  <a:pt x="334" y="162"/>
                </a:lnTo>
                <a:lnTo>
                  <a:pt x="333" y="162"/>
                </a:lnTo>
                <a:lnTo>
                  <a:pt x="332" y="162"/>
                </a:lnTo>
                <a:lnTo>
                  <a:pt x="331" y="163"/>
                </a:lnTo>
                <a:lnTo>
                  <a:pt x="331" y="164"/>
                </a:lnTo>
                <a:lnTo>
                  <a:pt x="330" y="164"/>
                </a:lnTo>
                <a:lnTo>
                  <a:pt x="330" y="165"/>
                </a:lnTo>
                <a:lnTo>
                  <a:pt x="329" y="165"/>
                </a:lnTo>
                <a:lnTo>
                  <a:pt x="328" y="166"/>
                </a:lnTo>
                <a:lnTo>
                  <a:pt x="327" y="167"/>
                </a:lnTo>
                <a:lnTo>
                  <a:pt x="327" y="168"/>
                </a:lnTo>
                <a:lnTo>
                  <a:pt x="326" y="168"/>
                </a:lnTo>
                <a:lnTo>
                  <a:pt x="326" y="169"/>
                </a:lnTo>
                <a:lnTo>
                  <a:pt x="324" y="170"/>
                </a:lnTo>
                <a:lnTo>
                  <a:pt x="324" y="171"/>
                </a:lnTo>
                <a:lnTo>
                  <a:pt x="324" y="172"/>
                </a:lnTo>
                <a:lnTo>
                  <a:pt x="323" y="172"/>
                </a:lnTo>
                <a:lnTo>
                  <a:pt x="322" y="174"/>
                </a:lnTo>
                <a:lnTo>
                  <a:pt x="321" y="175"/>
                </a:lnTo>
                <a:lnTo>
                  <a:pt x="320" y="175"/>
                </a:lnTo>
                <a:lnTo>
                  <a:pt x="319" y="175"/>
                </a:lnTo>
                <a:lnTo>
                  <a:pt x="319" y="176"/>
                </a:lnTo>
                <a:lnTo>
                  <a:pt x="318" y="176"/>
                </a:lnTo>
                <a:lnTo>
                  <a:pt x="318" y="175"/>
                </a:lnTo>
                <a:lnTo>
                  <a:pt x="317" y="175"/>
                </a:lnTo>
                <a:lnTo>
                  <a:pt x="317" y="174"/>
                </a:lnTo>
                <a:lnTo>
                  <a:pt x="316" y="174"/>
                </a:lnTo>
                <a:lnTo>
                  <a:pt x="316" y="173"/>
                </a:lnTo>
                <a:lnTo>
                  <a:pt x="316" y="174"/>
                </a:lnTo>
                <a:lnTo>
                  <a:pt x="315" y="175"/>
                </a:lnTo>
                <a:lnTo>
                  <a:pt x="314" y="175"/>
                </a:lnTo>
                <a:lnTo>
                  <a:pt x="313" y="175"/>
                </a:lnTo>
                <a:lnTo>
                  <a:pt x="312" y="175"/>
                </a:lnTo>
                <a:lnTo>
                  <a:pt x="311" y="175"/>
                </a:lnTo>
                <a:lnTo>
                  <a:pt x="310" y="174"/>
                </a:lnTo>
                <a:lnTo>
                  <a:pt x="311" y="174"/>
                </a:lnTo>
                <a:lnTo>
                  <a:pt x="311" y="173"/>
                </a:lnTo>
                <a:lnTo>
                  <a:pt x="310" y="173"/>
                </a:lnTo>
                <a:lnTo>
                  <a:pt x="309" y="173"/>
                </a:lnTo>
                <a:lnTo>
                  <a:pt x="309" y="172"/>
                </a:lnTo>
                <a:lnTo>
                  <a:pt x="310" y="172"/>
                </a:lnTo>
                <a:lnTo>
                  <a:pt x="309" y="171"/>
                </a:lnTo>
                <a:lnTo>
                  <a:pt x="308" y="171"/>
                </a:lnTo>
                <a:lnTo>
                  <a:pt x="308" y="170"/>
                </a:lnTo>
                <a:lnTo>
                  <a:pt x="308" y="169"/>
                </a:lnTo>
                <a:lnTo>
                  <a:pt x="308" y="168"/>
                </a:lnTo>
                <a:lnTo>
                  <a:pt x="308" y="167"/>
                </a:lnTo>
                <a:lnTo>
                  <a:pt x="307" y="166"/>
                </a:lnTo>
                <a:lnTo>
                  <a:pt x="305" y="166"/>
                </a:lnTo>
                <a:lnTo>
                  <a:pt x="304" y="166"/>
                </a:lnTo>
                <a:lnTo>
                  <a:pt x="303" y="167"/>
                </a:lnTo>
                <a:lnTo>
                  <a:pt x="303" y="168"/>
                </a:lnTo>
                <a:lnTo>
                  <a:pt x="303" y="169"/>
                </a:lnTo>
                <a:lnTo>
                  <a:pt x="304" y="169"/>
                </a:lnTo>
                <a:lnTo>
                  <a:pt x="304" y="170"/>
                </a:lnTo>
                <a:lnTo>
                  <a:pt x="304" y="171"/>
                </a:lnTo>
                <a:lnTo>
                  <a:pt x="303" y="171"/>
                </a:lnTo>
                <a:lnTo>
                  <a:pt x="303" y="172"/>
                </a:lnTo>
                <a:lnTo>
                  <a:pt x="303" y="173"/>
                </a:lnTo>
                <a:lnTo>
                  <a:pt x="303" y="172"/>
                </a:lnTo>
                <a:lnTo>
                  <a:pt x="302" y="172"/>
                </a:lnTo>
                <a:lnTo>
                  <a:pt x="301" y="172"/>
                </a:lnTo>
                <a:lnTo>
                  <a:pt x="301" y="173"/>
                </a:lnTo>
                <a:lnTo>
                  <a:pt x="301" y="174"/>
                </a:lnTo>
                <a:lnTo>
                  <a:pt x="300" y="174"/>
                </a:lnTo>
                <a:lnTo>
                  <a:pt x="300" y="175"/>
                </a:lnTo>
                <a:lnTo>
                  <a:pt x="299" y="175"/>
                </a:lnTo>
                <a:lnTo>
                  <a:pt x="299" y="176"/>
                </a:lnTo>
                <a:lnTo>
                  <a:pt x="299" y="175"/>
                </a:lnTo>
                <a:lnTo>
                  <a:pt x="298" y="175"/>
                </a:lnTo>
                <a:lnTo>
                  <a:pt x="298" y="176"/>
                </a:lnTo>
                <a:lnTo>
                  <a:pt x="297" y="176"/>
                </a:lnTo>
                <a:lnTo>
                  <a:pt x="297" y="177"/>
                </a:lnTo>
                <a:lnTo>
                  <a:pt x="297" y="178"/>
                </a:lnTo>
                <a:lnTo>
                  <a:pt x="296" y="178"/>
                </a:lnTo>
                <a:lnTo>
                  <a:pt x="296" y="177"/>
                </a:lnTo>
                <a:lnTo>
                  <a:pt x="295" y="177"/>
                </a:lnTo>
                <a:lnTo>
                  <a:pt x="294" y="176"/>
                </a:lnTo>
                <a:lnTo>
                  <a:pt x="293" y="176"/>
                </a:lnTo>
                <a:lnTo>
                  <a:pt x="294" y="176"/>
                </a:lnTo>
                <a:lnTo>
                  <a:pt x="293" y="176"/>
                </a:lnTo>
                <a:lnTo>
                  <a:pt x="292" y="176"/>
                </a:lnTo>
                <a:lnTo>
                  <a:pt x="292" y="175"/>
                </a:lnTo>
                <a:lnTo>
                  <a:pt x="291" y="175"/>
                </a:lnTo>
                <a:lnTo>
                  <a:pt x="289" y="175"/>
                </a:lnTo>
                <a:lnTo>
                  <a:pt x="289" y="176"/>
                </a:lnTo>
                <a:lnTo>
                  <a:pt x="288" y="177"/>
                </a:lnTo>
                <a:lnTo>
                  <a:pt x="287" y="177"/>
                </a:lnTo>
                <a:lnTo>
                  <a:pt x="287" y="176"/>
                </a:lnTo>
                <a:lnTo>
                  <a:pt x="286" y="176"/>
                </a:lnTo>
                <a:lnTo>
                  <a:pt x="286" y="175"/>
                </a:lnTo>
                <a:lnTo>
                  <a:pt x="285" y="176"/>
                </a:lnTo>
                <a:lnTo>
                  <a:pt x="284" y="176"/>
                </a:lnTo>
                <a:lnTo>
                  <a:pt x="283" y="176"/>
                </a:lnTo>
                <a:lnTo>
                  <a:pt x="282" y="178"/>
                </a:lnTo>
                <a:lnTo>
                  <a:pt x="283" y="178"/>
                </a:lnTo>
                <a:lnTo>
                  <a:pt x="283" y="179"/>
                </a:lnTo>
                <a:lnTo>
                  <a:pt x="283" y="180"/>
                </a:lnTo>
                <a:lnTo>
                  <a:pt x="283" y="181"/>
                </a:lnTo>
                <a:lnTo>
                  <a:pt x="282" y="181"/>
                </a:lnTo>
                <a:lnTo>
                  <a:pt x="282" y="182"/>
                </a:lnTo>
                <a:lnTo>
                  <a:pt x="283" y="182"/>
                </a:lnTo>
                <a:lnTo>
                  <a:pt x="283" y="183"/>
                </a:lnTo>
                <a:lnTo>
                  <a:pt x="284" y="184"/>
                </a:lnTo>
                <a:lnTo>
                  <a:pt x="283" y="184"/>
                </a:lnTo>
                <a:lnTo>
                  <a:pt x="283" y="185"/>
                </a:lnTo>
                <a:lnTo>
                  <a:pt x="283" y="186"/>
                </a:lnTo>
                <a:lnTo>
                  <a:pt x="282" y="186"/>
                </a:lnTo>
                <a:lnTo>
                  <a:pt x="281" y="186"/>
                </a:lnTo>
                <a:lnTo>
                  <a:pt x="281" y="188"/>
                </a:lnTo>
                <a:lnTo>
                  <a:pt x="283" y="189"/>
                </a:lnTo>
                <a:lnTo>
                  <a:pt x="284" y="189"/>
                </a:lnTo>
                <a:lnTo>
                  <a:pt x="284" y="190"/>
                </a:lnTo>
                <a:lnTo>
                  <a:pt x="285" y="190"/>
                </a:lnTo>
                <a:lnTo>
                  <a:pt x="286" y="189"/>
                </a:lnTo>
                <a:lnTo>
                  <a:pt x="287" y="190"/>
                </a:lnTo>
                <a:lnTo>
                  <a:pt x="287" y="191"/>
                </a:lnTo>
                <a:lnTo>
                  <a:pt x="288" y="191"/>
                </a:lnTo>
                <a:lnTo>
                  <a:pt x="288" y="192"/>
                </a:lnTo>
                <a:lnTo>
                  <a:pt x="289" y="193"/>
                </a:lnTo>
                <a:lnTo>
                  <a:pt x="290" y="193"/>
                </a:lnTo>
                <a:lnTo>
                  <a:pt x="290" y="194"/>
                </a:lnTo>
                <a:lnTo>
                  <a:pt x="291" y="194"/>
                </a:lnTo>
                <a:lnTo>
                  <a:pt x="292" y="194"/>
                </a:lnTo>
                <a:lnTo>
                  <a:pt x="292" y="195"/>
                </a:lnTo>
                <a:lnTo>
                  <a:pt x="293" y="195"/>
                </a:lnTo>
                <a:lnTo>
                  <a:pt x="292" y="196"/>
                </a:lnTo>
                <a:lnTo>
                  <a:pt x="293" y="196"/>
                </a:lnTo>
                <a:lnTo>
                  <a:pt x="293" y="197"/>
                </a:lnTo>
                <a:lnTo>
                  <a:pt x="293" y="198"/>
                </a:lnTo>
                <a:lnTo>
                  <a:pt x="294" y="198"/>
                </a:lnTo>
                <a:lnTo>
                  <a:pt x="294" y="199"/>
                </a:lnTo>
                <a:lnTo>
                  <a:pt x="295" y="199"/>
                </a:lnTo>
                <a:lnTo>
                  <a:pt x="296" y="199"/>
                </a:lnTo>
                <a:lnTo>
                  <a:pt x="296" y="200"/>
                </a:lnTo>
                <a:lnTo>
                  <a:pt x="297" y="200"/>
                </a:lnTo>
                <a:lnTo>
                  <a:pt x="298" y="200"/>
                </a:lnTo>
                <a:lnTo>
                  <a:pt x="297" y="202"/>
                </a:lnTo>
                <a:lnTo>
                  <a:pt x="296" y="202"/>
                </a:lnTo>
                <a:lnTo>
                  <a:pt x="296" y="203"/>
                </a:lnTo>
                <a:lnTo>
                  <a:pt x="296" y="204"/>
                </a:lnTo>
                <a:lnTo>
                  <a:pt x="296" y="205"/>
                </a:lnTo>
                <a:lnTo>
                  <a:pt x="296" y="206"/>
                </a:lnTo>
                <a:lnTo>
                  <a:pt x="295" y="208"/>
                </a:lnTo>
                <a:lnTo>
                  <a:pt x="295" y="210"/>
                </a:lnTo>
                <a:lnTo>
                  <a:pt x="296" y="210"/>
                </a:lnTo>
                <a:lnTo>
                  <a:pt x="296" y="211"/>
                </a:lnTo>
                <a:lnTo>
                  <a:pt x="295" y="213"/>
                </a:lnTo>
                <a:lnTo>
                  <a:pt x="295" y="214"/>
                </a:lnTo>
                <a:lnTo>
                  <a:pt x="294" y="215"/>
                </a:lnTo>
                <a:lnTo>
                  <a:pt x="294" y="217"/>
                </a:lnTo>
                <a:lnTo>
                  <a:pt x="293" y="217"/>
                </a:lnTo>
                <a:lnTo>
                  <a:pt x="293" y="218"/>
                </a:lnTo>
                <a:lnTo>
                  <a:pt x="293" y="219"/>
                </a:lnTo>
                <a:lnTo>
                  <a:pt x="293" y="218"/>
                </a:lnTo>
                <a:lnTo>
                  <a:pt x="293" y="219"/>
                </a:lnTo>
                <a:lnTo>
                  <a:pt x="292" y="219"/>
                </a:lnTo>
                <a:lnTo>
                  <a:pt x="291" y="220"/>
                </a:lnTo>
                <a:lnTo>
                  <a:pt x="292" y="221"/>
                </a:lnTo>
                <a:lnTo>
                  <a:pt x="292" y="220"/>
                </a:lnTo>
                <a:lnTo>
                  <a:pt x="293" y="220"/>
                </a:lnTo>
                <a:lnTo>
                  <a:pt x="293" y="221"/>
                </a:lnTo>
                <a:lnTo>
                  <a:pt x="293" y="222"/>
                </a:lnTo>
                <a:lnTo>
                  <a:pt x="293" y="224"/>
                </a:lnTo>
                <a:lnTo>
                  <a:pt x="293" y="225"/>
                </a:lnTo>
                <a:lnTo>
                  <a:pt x="293" y="226"/>
                </a:lnTo>
                <a:lnTo>
                  <a:pt x="294" y="226"/>
                </a:lnTo>
                <a:lnTo>
                  <a:pt x="294" y="227"/>
                </a:lnTo>
                <a:lnTo>
                  <a:pt x="294" y="228"/>
                </a:lnTo>
                <a:lnTo>
                  <a:pt x="295" y="228"/>
                </a:lnTo>
                <a:lnTo>
                  <a:pt x="294" y="228"/>
                </a:lnTo>
                <a:lnTo>
                  <a:pt x="294" y="227"/>
                </a:lnTo>
                <a:lnTo>
                  <a:pt x="294" y="228"/>
                </a:lnTo>
                <a:lnTo>
                  <a:pt x="293" y="228"/>
                </a:lnTo>
                <a:lnTo>
                  <a:pt x="293" y="229"/>
                </a:lnTo>
                <a:lnTo>
                  <a:pt x="293" y="230"/>
                </a:lnTo>
                <a:lnTo>
                  <a:pt x="292" y="231"/>
                </a:lnTo>
                <a:lnTo>
                  <a:pt x="292" y="232"/>
                </a:lnTo>
                <a:lnTo>
                  <a:pt x="292" y="233"/>
                </a:lnTo>
                <a:lnTo>
                  <a:pt x="292" y="234"/>
                </a:lnTo>
                <a:lnTo>
                  <a:pt x="292" y="235"/>
                </a:lnTo>
                <a:lnTo>
                  <a:pt x="292" y="236"/>
                </a:lnTo>
                <a:lnTo>
                  <a:pt x="292" y="237"/>
                </a:lnTo>
                <a:lnTo>
                  <a:pt x="292" y="238"/>
                </a:lnTo>
                <a:lnTo>
                  <a:pt x="292" y="239"/>
                </a:lnTo>
                <a:lnTo>
                  <a:pt x="292" y="240"/>
                </a:lnTo>
                <a:lnTo>
                  <a:pt x="291" y="239"/>
                </a:lnTo>
                <a:lnTo>
                  <a:pt x="291" y="238"/>
                </a:lnTo>
                <a:lnTo>
                  <a:pt x="290" y="238"/>
                </a:lnTo>
                <a:lnTo>
                  <a:pt x="290" y="239"/>
                </a:lnTo>
                <a:lnTo>
                  <a:pt x="290" y="240"/>
                </a:lnTo>
                <a:lnTo>
                  <a:pt x="289" y="240"/>
                </a:lnTo>
                <a:lnTo>
                  <a:pt x="288" y="240"/>
                </a:lnTo>
                <a:lnTo>
                  <a:pt x="287" y="240"/>
                </a:lnTo>
                <a:lnTo>
                  <a:pt x="286" y="240"/>
                </a:lnTo>
                <a:lnTo>
                  <a:pt x="286" y="239"/>
                </a:lnTo>
                <a:lnTo>
                  <a:pt x="285" y="239"/>
                </a:lnTo>
                <a:lnTo>
                  <a:pt x="284" y="239"/>
                </a:lnTo>
                <a:lnTo>
                  <a:pt x="284" y="238"/>
                </a:lnTo>
                <a:lnTo>
                  <a:pt x="283" y="239"/>
                </a:lnTo>
                <a:lnTo>
                  <a:pt x="284" y="239"/>
                </a:lnTo>
                <a:lnTo>
                  <a:pt x="283" y="239"/>
                </a:lnTo>
                <a:lnTo>
                  <a:pt x="283" y="240"/>
                </a:lnTo>
                <a:lnTo>
                  <a:pt x="282" y="240"/>
                </a:lnTo>
                <a:lnTo>
                  <a:pt x="282" y="241"/>
                </a:lnTo>
                <a:lnTo>
                  <a:pt x="281" y="241"/>
                </a:lnTo>
                <a:lnTo>
                  <a:pt x="281" y="240"/>
                </a:lnTo>
                <a:lnTo>
                  <a:pt x="280" y="240"/>
                </a:lnTo>
                <a:lnTo>
                  <a:pt x="280" y="241"/>
                </a:lnTo>
                <a:lnTo>
                  <a:pt x="280" y="242"/>
                </a:lnTo>
                <a:lnTo>
                  <a:pt x="279" y="242"/>
                </a:lnTo>
                <a:lnTo>
                  <a:pt x="279" y="243"/>
                </a:lnTo>
                <a:lnTo>
                  <a:pt x="278" y="243"/>
                </a:lnTo>
                <a:lnTo>
                  <a:pt x="278" y="244"/>
                </a:lnTo>
                <a:lnTo>
                  <a:pt x="278" y="245"/>
                </a:lnTo>
                <a:lnTo>
                  <a:pt x="279" y="245"/>
                </a:lnTo>
                <a:lnTo>
                  <a:pt x="280" y="245"/>
                </a:lnTo>
                <a:lnTo>
                  <a:pt x="281" y="245"/>
                </a:lnTo>
                <a:lnTo>
                  <a:pt x="281" y="244"/>
                </a:lnTo>
                <a:lnTo>
                  <a:pt x="281" y="243"/>
                </a:lnTo>
                <a:lnTo>
                  <a:pt x="282" y="243"/>
                </a:lnTo>
                <a:lnTo>
                  <a:pt x="282" y="244"/>
                </a:lnTo>
                <a:lnTo>
                  <a:pt x="282" y="245"/>
                </a:lnTo>
                <a:lnTo>
                  <a:pt x="283" y="245"/>
                </a:lnTo>
                <a:lnTo>
                  <a:pt x="284" y="246"/>
                </a:lnTo>
                <a:lnTo>
                  <a:pt x="283" y="246"/>
                </a:lnTo>
                <a:lnTo>
                  <a:pt x="283" y="247"/>
                </a:lnTo>
                <a:lnTo>
                  <a:pt x="283" y="248"/>
                </a:lnTo>
                <a:lnTo>
                  <a:pt x="283" y="249"/>
                </a:lnTo>
                <a:lnTo>
                  <a:pt x="284" y="250"/>
                </a:lnTo>
                <a:lnTo>
                  <a:pt x="284" y="249"/>
                </a:lnTo>
                <a:lnTo>
                  <a:pt x="285" y="249"/>
                </a:lnTo>
                <a:lnTo>
                  <a:pt x="285" y="250"/>
                </a:lnTo>
                <a:lnTo>
                  <a:pt x="285" y="251"/>
                </a:lnTo>
                <a:lnTo>
                  <a:pt x="285" y="252"/>
                </a:lnTo>
                <a:lnTo>
                  <a:pt x="284" y="253"/>
                </a:lnTo>
                <a:lnTo>
                  <a:pt x="285" y="253"/>
                </a:lnTo>
                <a:lnTo>
                  <a:pt x="286" y="253"/>
                </a:lnTo>
                <a:lnTo>
                  <a:pt x="287" y="253"/>
                </a:lnTo>
                <a:lnTo>
                  <a:pt x="287" y="254"/>
                </a:lnTo>
                <a:lnTo>
                  <a:pt x="288" y="254"/>
                </a:lnTo>
                <a:lnTo>
                  <a:pt x="289" y="254"/>
                </a:lnTo>
                <a:lnTo>
                  <a:pt x="289" y="255"/>
                </a:lnTo>
                <a:lnTo>
                  <a:pt x="290" y="256"/>
                </a:lnTo>
                <a:lnTo>
                  <a:pt x="291" y="256"/>
                </a:lnTo>
                <a:lnTo>
                  <a:pt x="291" y="255"/>
                </a:lnTo>
                <a:lnTo>
                  <a:pt x="291" y="254"/>
                </a:lnTo>
                <a:lnTo>
                  <a:pt x="290" y="254"/>
                </a:lnTo>
                <a:lnTo>
                  <a:pt x="290" y="253"/>
                </a:lnTo>
                <a:lnTo>
                  <a:pt x="291" y="254"/>
                </a:lnTo>
                <a:lnTo>
                  <a:pt x="291" y="253"/>
                </a:lnTo>
                <a:lnTo>
                  <a:pt x="292" y="253"/>
                </a:lnTo>
                <a:lnTo>
                  <a:pt x="293" y="254"/>
                </a:lnTo>
                <a:lnTo>
                  <a:pt x="293" y="253"/>
                </a:lnTo>
                <a:lnTo>
                  <a:pt x="294" y="253"/>
                </a:lnTo>
                <a:lnTo>
                  <a:pt x="295" y="252"/>
                </a:lnTo>
                <a:lnTo>
                  <a:pt x="294" y="251"/>
                </a:lnTo>
                <a:lnTo>
                  <a:pt x="293" y="251"/>
                </a:lnTo>
                <a:lnTo>
                  <a:pt x="292" y="250"/>
                </a:lnTo>
                <a:lnTo>
                  <a:pt x="293" y="249"/>
                </a:lnTo>
                <a:lnTo>
                  <a:pt x="293" y="248"/>
                </a:lnTo>
                <a:lnTo>
                  <a:pt x="294" y="248"/>
                </a:lnTo>
                <a:lnTo>
                  <a:pt x="293" y="248"/>
                </a:lnTo>
                <a:lnTo>
                  <a:pt x="294" y="246"/>
                </a:lnTo>
                <a:lnTo>
                  <a:pt x="295" y="246"/>
                </a:lnTo>
                <a:lnTo>
                  <a:pt x="295" y="245"/>
                </a:lnTo>
                <a:lnTo>
                  <a:pt x="296" y="245"/>
                </a:lnTo>
                <a:lnTo>
                  <a:pt x="296" y="244"/>
                </a:lnTo>
                <a:lnTo>
                  <a:pt x="297" y="244"/>
                </a:lnTo>
                <a:lnTo>
                  <a:pt x="297" y="243"/>
                </a:lnTo>
                <a:lnTo>
                  <a:pt x="297" y="242"/>
                </a:lnTo>
                <a:lnTo>
                  <a:pt x="298" y="242"/>
                </a:lnTo>
                <a:lnTo>
                  <a:pt x="298" y="241"/>
                </a:lnTo>
                <a:lnTo>
                  <a:pt x="299" y="241"/>
                </a:lnTo>
                <a:lnTo>
                  <a:pt x="298" y="241"/>
                </a:lnTo>
                <a:lnTo>
                  <a:pt x="299" y="240"/>
                </a:lnTo>
                <a:lnTo>
                  <a:pt x="300" y="240"/>
                </a:lnTo>
                <a:lnTo>
                  <a:pt x="301" y="240"/>
                </a:lnTo>
                <a:lnTo>
                  <a:pt x="302" y="240"/>
                </a:lnTo>
                <a:lnTo>
                  <a:pt x="302" y="241"/>
                </a:lnTo>
                <a:lnTo>
                  <a:pt x="303" y="241"/>
                </a:lnTo>
                <a:lnTo>
                  <a:pt x="304" y="241"/>
                </a:lnTo>
                <a:lnTo>
                  <a:pt x="305" y="241"/>
                </a:lnTo>
                <a:lnTo>
                  <a:pt x="305" y="242"/>
                </a:lnTo>
                <a:lnTo>
                  <a:pt x="305" y="243"/>
                </a:lnTo>
                <a:lnTo>
                  <a:pt x="305" y="244"/>
                </a:lnTo>
                <a:lnTo>
                  <a:pt x="306" y="244"/>
                </a:lnTo>
                <a:lnTo>
                  <a:pt x="305" y="245"/>
                </a:lnTo>
                <a:lnTo>
                  <a:pt x="304" y="245"/>
                </a:lnTo>
                <a:lnTo>
                  <a:pt x="305" y="245"/>
                </a:lnTo>
                <a:lnTo>
                  <a:pt x="305" y="246"/>
                </a:lnTo>
                <a:lnTo>
                  <a:pt x="305" y="245"/>
                </a:lnTo>
                <a:lnTo>
                  <a:pt x="306" y="245"/>
                </a:lnTo>
                <a:lnTo>
                  <a:pt x="306" y="246"/>
                </a:lnTo>
                <a:lnTo>
                  <a:pt x="306" y="247"/>
                </a:lnTo>
                <a:lnTo>
                  <a:pt x="306" y="248"/>
                </a:lnTo>
                <a:lnTo>
                  <a:pt x="306" y="249"/>
                </a:lnTo>
                <a:lnTo>
                  <a:pt x="306" y="250"/>
                </a:lnTo>
                <a:lnTo>
                  <a:pt x="306" y="251"/>
                </a:lnTo>
                <a:lnTo>
                  <a:pt x="306" y="252"/>
                </a:lnTo>
                <a:lnTo>
                  <a:pt x="307" y="252"/>
                </a:lnTo>
                <a:lnTo>
                  <a:pt x="307" y="253"/>
                </a:lnTo>
                <a:lnTo>
                  <a:pt x="306" y="254"/>
                </a:lnTo>
                <a:lnTo>
                  <a:pt x="306" y="255"/>
                </a:lnTo>
                <a:lnTo>
                  <a:pt x="307" y="255"/>
                </a:lnTo>
                <a:lnTo>
                  <a:pt x="307" y="256"/>
                </a:lnTo>
                <a:lnTo>
                  <a:pt x="308" y="256"/>
                </a:lnTo>
                <a:lnTo>
                  <a:pt x="308" y="257"/>
                </a:lnTo>
                <a:lnTo>
                  <a:pt x="307" y="257"/>
                </a:lnTo>
                <a:lnTo>
                  <a:pt x="307" y="258"/>
                </a:lnTo>
                <a:lnTo>
                  <a:pt x="308" y="258"/>
                </a:lnTo>
                <a:lnTo>
                  <a:pt x="308" y="257"/>
                </a:lnTo>
                <a:lnTo>
                  <a:pt x="309" y="257"/>
                </a:lnTo>
                <a:lnTo>
                  <a:pt x="310" y="257"/>
                </a:lnTo>
                <a:lnTo>
                  <a:pt x="310" y="258"/>
                </a:lnTo>
                <a:lnTo>
                  <a:pt x="309" y="258"/>
                </a:lnTo>
                <a:lnTo>
                  <a:pt x="309" y="259"/>
                </a:lnTo>
                <a:lnTo>
                  <a:pt x="310" y="259"/>
                </a:lnTo>
                <a:lnTo>
                  <a:pt x="311" y="260"/>
                </a:lnTo>
                <a:lnTo>
                  <a:pt x="312" y="260"/>
                </a:lnTo>
                <a:lnTo>
                  <a:pt x="312" y="261"/>
                </a:lnTo>
                <a:lnTo>
                  <a:pt x="312" y="262"/>
                </a:lnTo>
                <a:lnTo>
                  <a:pt x="313" y="262"/>
                </a:lnTo>
                <a:lnTo>
                  <a:pt x="314" y="263"/>
                </a:lnTo>
                <a:lnTo>
                  <a:pt x="314" y="262"/>
                </a:lnTo>
                <a:lnTo>
                  <a:pt x="313" y="261"/>
                </a:lnTo>
                <a:lnTo>
                  <a:pt x="314" y="261"/>
                </a:lnTo>
                <a:lnTo>
                  <a:pt x="315" y="262"/>
                </a:lnTo>
                <a:lnTo>
                  <a:pt x="316" y="262"/>
                </a:lnTo>
                <a:lnTo>
                  <a:pt x="316" y="261"/>
                </a:lnTo>
                <a:lnTo>
                  <a:pt x="315" y="261"/>
                </a:lnTo>
                <a:lnTo>
                  <a:pt x="315" y="260"/>
                </a:lnTo>
                <a:lnTo>
                  <a:pt x="315" y="259"/>
                </a:lnTo>
                <a:lnTo>
                  <a:pt x="314" y="259"/>
                </a:lnTo>
                <a:lnTo>
                  <a:pt x="313" y="259"/>
                </a:lnTo>
                <a:lnTo>
                  <a:pt x="313" y="258"/>
                </a:lnTo>
                <a:lnTo>
                  <a:pt x="314" y="258"/>
                </a:lnTo>
                <a:lnTo>
                  <a:pt x="314" y="257"/>
                </a:lnTo>
                <a:lnTo>
                  <a:pt x="315" y="257"/>
                </a:lnTo>
                <a:lnTo>
                  <a:pt x="316" y="258"/>
                </a:lnTo>
                <a:lnTo>
                  <a:pt x="316" y="259"/>
                </a:lnTo>
                <a:lnTo>
                  <a:pt x="316" y="260"/>
                </a:lnTo>
                <a:lnTo>
                  <a:pt x="317" y="260"/>
                </a:lnTo>
                <a:lnTo>
                  <a:pt x="317" y="261"/>
                </a:lnTo>
                <a:lnTo>
                  <a:pt x="317" y="262"/>
                </a:lnTo>
                <a:lnTo>
                  <a:pt x="316" y="262"/>
                </a:lnTo>
                <a:lnTo>
                  <a:pt x="315" y="262"/>
                </a:lnTo>
                <a:lnTo>
                  <a:pt x="315" y="263"/>
                </a:lnTo>
                <a:lnTo>
                  <a:pt x="316" y="264"/>
                </a:lnTo>
                <a:lnTo>
                  <a:pt x="316" y="263"/>
                </a:lnTo>
                <a:lnTo>
                  <a:pt x="317" y="263"/>
                </a:lnTo>
                <a:lnTo>
                  <a:pt x="318" y="263"/>
                </a:lnTo>
                <a:lnTo>
                  <a:pt x="318" y="264"/>
                </a:lnTo>
                <a:lnTo>
                  <a:pt x="319" y="264"/>
                </a:lnTo>
                <a:lnTo>
                  <a:pt x="319" y="263"/>
                </a:lnTo>
                <a:lnTo>
                  <a:pt x="319" y="262"/>
                </a:lnTo>
                <a:lnTo>
                  <a:pt x="319" y="261"/>
                </a:lnTo>
                <a:lnTo>
                  <a:pt x="320" y="260"/>
                </a:lnTo>
                <a:lnTo>
                  <a:pt x="320" y="261"/>
                </a:lnTo>
                <a:lnTo>
                  <a:pt x="320" y="262"/>
                </a:lnTo>
                <a:lnTo>
                  <a:pt x="321" y="262"/>
                </a:lnTo>
                <a:lnTo>
                  <a:pt x="321" y="261"/>
                </a:lnTo>
                <a:lnTo>
                  <a:pt x="322" y="262"/>
                </a:lnTo>
                <a:lnTo>
                  <a:pt x="322" y="263"/>
                </a:lnTo>
                <a:lnTo>
                  <a:pt x="323" y="263"/>
                </a:lnTo>
                <a:lnTo>
                  <a:pt x="324" y="263"/>
                </a:lnTo>
                <a:lnTo>
                  <a:pt x="325" y="263"/>
                </a:lnTo>
                <a:lnTo>
                  <a:pt x="325" y="264"/>
                </a:lnTo>
                <a:lnTo>
                  <a:pt x="324" y="266"/>
                </a:lnTo>
                <a:lnTo>
                  <a:pt x="324" y="267"/>
                </a:lnTo>
                <a:lnTo>
                  <a:pt x="323" y="267"/>
                </a:lnTo>
                <a:lnTo>
                  <a:pt x="324" y="267"/>
                </a:lnTo>
                <a:lnTo>
                  <a:pt x="324" y="268"/>
                </a:lnTo>
                <a:lnTo>
                  <a:pt x="325" y="268"/>
                </a:lnTo>
                <a:lnTo>
                  <a:pt x="326" y="268"/>
                </a:lnTo>
                <a:lnTo>
                  <a:pt x="326" y="267"/>
                </a:lnTo>
                <a:lnTo>
                  <a:pt x="327" y="267"/>
                </a:lnTo>
                <a:lnTo>
                  <a:pt x="327" y="268"/>
                </a:lnTo>
                <a:lnTo>
                  <a:pt x="326" y="269"/>
                </a:lnTo>
                <a:lnTo>
                  <a:pt x="327" y="269"/>
                </a:lnTo>
                <a:lnTo>
                  <a:pt x="327" y="270"/>
                </a:lnTo>
                <a:lnTo>
                  <a:pt x="326" y="271"/>
                </a:lnTo>
                <a:lnTo>
                  <a:pt x="326" y="272"/>
                </a:lnTo>
                <a:lnTo>
                  <a:pt x="325" y="272"/>
                </a:lnTo>
                <a:lnTo>
                  <a:pt x="325" y="273"/>
                </a:lnTo>
                <a:lnTo>
                  <a:pt x="324" y="273"/>
                </a:lnTo>
                <a:lnTo>
                  <a:pt x="324" y="274"/>
                </a:lnTo>
                <a:lnTo>
                  <a:pt x="325" y="274"/>
                </a:lnTo>
                <a:lnTo>
                  <a:pt x="325" y="275"/>
                </a:lnTo>
                <a:lnTo>
                  <a:pt x="325" y="276"/>
                </a:lnTo>
                <a:lnTo>
                  <a:pt x="325" y="277"/>
                </a:lnTo>
                <a:lnTo>
                  <a:pt x="325" y="278"/>
                </a:lnTo>
                <a:lnTo>
                  <a:pt x="324" y="278"/>
                </a:lnTo>
                <a:lnTo>
                  <a:pt x="324" y="279"/>
                </a:lnTo>
                <a:lnTo>
                  <a:pt x="323" y="280"/>
                </a:lnTo>
                <a:lnTo>
                  <a:pt x="323" y="281"/>
                </a:lnTo>
                <a:lnTo>
                  <a:pt x="324" y="281"/>
                </a:lnTo>
                <a:lnTo>
                  <a:pt x="324" y="282"/>
                </a:lnTo>
                <a:lnTo>
                  <a:pt x="324" y="283"/>
                </a:lnTo>
                <a:lnTo>
                  <a:pt x="325" y="283"/>
                </a:lnTo>
                <a:lnTo>
                  <a:pt x="325" y="284"/>
                </a:lnTo>
                <a:lnTo>
                  <a:pt x="326" y="284"/>
                </a:lnTo>
                <a:lnTo>
                  <a:pt x="326" y="283"/>
                </a:lnTo>
                <a:lnTo>
                  <a:pt x="327" y="284"/>
                </a:lnTo>
                <a:lnTo>
                  <a:pt x="328" y="284"/>
                </a:lnTo>
                <a:lnTo>
                  <a:pt x="329" y="284"/>
                </a:lnTo>
                <a:lnTo>
                  <a:pt x="329" y="285"/>
                </a:lnTo>
                <a:lnTo>
                  <a:pt x="330" y="285"/>
                </a:lnTo>
                <a:lnTo>
                  <a:pt x="329" y="285"/>
                </a:lnTo>
                <a:lnTo>
                  <a:pt x="330" y="286"/>
                </a:lnTo>
                <a:lnTo>
                  <a:pt x="330" y="287"/>
                </a:lnTo>
                <a:lnTo>
                  <a:pt x="329" y="287"/>
                </a:lnTo>
                <a:lnTo>
                  <a:pt x="329" y="288"/>
                </a:lnTo>
                <a:lnTo>
                  <a:pt x="329" y="289"/>
                </a:lnTo>
                <a:lnTo>
                  <a:pt x="329" y="290"/>
                </a:lnTo>
                <a:lnTo>
                  <a:pt x="329" y="291"/>
                </a:lnTo>
                <a:lnTo>
                  <a:pt x="329" y="292"/>
                </a:lnTo>
                <a:lnTo>
                  <a:pt x="329" y="293"/>
                </a:lnTo>
                <a:lnTo>
                  <a:pt x="328" y="293"/>
                </a:lnTo>
                <a:lnTo>
                  <a:pt x="328" y="294"/>
                </a:lnTo>
                <a:lnTo>
                  <a:pt x="328" y="295"/>
                </a:lnTo>
                <a:lnTo>
                  <a:pt x="330" y="295"/>
                </a:lnTo>
                <a:lnTo>
                  <a:pt x="331" y="295"/>
                </a:lnTo>
                <a:lnTo>
                  <a:pt x="332" y="295"/>
                </a:lnTo>
                <a:lnTo>
                  <a:pt x="333" y="295"/>
                </a:lnTo>
                <a:lnTo>
                  <a:pt x="334" y="294"/>
                </a:lnTo>
                <a:lnTo>
                  <a:pt x="334" y="293"/>
                </a:lnTo>
                <a:lnTo>
                  <a:pt x="334" y="292"/>
                </a:lnTo>
                <a:lnTo>
                  <a:pt x="335" y="292"/>
                </a:lnTo>
                <a:lnTo>
                  <a:pt x="335" y="291"/>
                </a:lnTo>
                <a:lnTo>
                  <a:pt x="336" y="292"/>
                </a:lnTo>
                <a:lnTo>
                  <a:pt x="337" y="292"/>
                </a:lnTo>
                <a:lnTo>
                  <a:pt x="338" y="292"/>
                </a:lnTo>
                <a:lnTo>
                  <a:pt x="338" y="291"/>
                </a:lnTo>
                <a:lnTo>
                  <a:pt x="339" y="291"/>
                </a:lnTo>
                <a:lnTo>
                  <a:pt x="338" y="291"/>
                </a:lnTo>
                <a:lnTo>
                  <a:pt x="338" y="290"/>
                </a:lnTo>
                <a:lnTo>
                  <a:pt x="338" y="289"/>
                </a:lnTo>
                <a:lnTo>
                  <a:pt x="338" y="290"/>
                </a:lnTo>
                <a:lnTo>
                  <a:pt x="339" y="289"/>
                </a:lnTo>
                <a:lnTo>
                  <a:pt x="339" y="288"/>
                </a:lnTo>
                <a:lnTo>
                  <a:pt x="340" y="288"/>
                </a:lnTo>
                <a:lnTo>
                  <a:pt x="340" y="287"/>
                </a:lnTo>
                <a:lnTo>
                  <a:pt x="341" y="288"/>
                </a:lnTo>
                <a:lnTo>
                  <a:pt x="342" y="288"/>
                </a:lnTo>
                <a:lnTo>
                  <a:pt x="342" y="289"/>
                </a:lnTo>
                <a:lnTo>
                  <a:pt x="343" y="289"/>
                </a:lnTo>
                <a:lnTo>
                  <a:pt x="344" y="290"/>
                </a:lnTo>
                <a:lnTo>
                  <a:pt x="345" y="291"/>
                </a:lnTo>
                <a:lnTo>
                  <a:pt x="345" y="292"/>
                </a:lnTo>
                <a:lnTo>
                  <a:pt x="346" y="292"/>
                </a:lnTo>
                <a:lnTo>
                  <a:pt x="346" y="293"/>
                </a:lnTo>
                <a:lnTo>
                  <a:pt x="345" y="293"/>
                </a:lnTo>
                <a:lnTo>
                  <a:pt x="345" y="294"/>
                </a:lnTo>
                <a:lnTo>
                  <a:pt x="346" y="294"/>
                </a:lnTo>
                <a:lnTo>
                  <a:pt x="346" y="295"/>
                </a:lnTo>
                <a:lnTo>
                  <a:pt x="345" y="295"/>
                </a:lnTo>
                <a:lnTo>
                  <a:pt x="345" y="296"/>
                </a:lnTo>
                <a:lnTo>
                  <a:pt x="346" y="296"/>
                </a:lnTo>
                <a:lnTo>
                  <a:pt x="345" y="297"/>
                </a:lnTo>
                <a:lnTo>
                  <a:pt x="345" y="298"/>
                </a:lnTo>
                <a:lnTo>
                  <a:pt x="345" y="299"/>
                </a:lnTo>
                <a:lnTo>
                  <a:pt x="346" y="299"/>
                </a:lnTo>
                <a:lnTo>
                  <a:pt x="346" y="300"/>
                </a:lnTo>
                <a:lnTo>
                  <a:pt x="347" y="300"/>
                </a:lnTo>
                <a:lnTo>
                  <a:pt x="348" y="301"/>
                </a:lnTo>
                <a:lnTo>
                  <a:pt x="348" y="302"/>
                </a:lnTo>
                <a:lnTo>
                  <a:pt x="347" y="302"/>
                </a:lnTo>
                <a:lnTo>
                  <a:pt x="347" y="303"/>
                </a:lnTo>
                <a:lnTo>
                  <a:pt x="346" y="303"/>
                </a:lnTo>
                <a:lnTo>
                  <a:pt x="346" y="304"/>
                </a:lnTo>
                <a:lnTo>
                  <a:pt x="345" y="305"/>
                </a:lnTo>
                <a:lnTo>
                  <a:pt x="345" y="306"/>
                </a:lnTo>
                <a:lnTo>
                  <a:pt x="345" y="307"/>
                </a:lnTo>
                <a:lnTo>
                  <a:pt x="346" y="307"/>
                </a:lnTo>
                <a:lnTo>
                  <a:pt x="346" y="308"/>
                </a:lnTo>
                <a:lnTo>
                  <a:pt x="346" y="309"/>
                </a:lnTo>
                <a:lnTo>
                  <a:pt x="347" y="309"/>
                </a:lnTo>
                <a:lnTo>
                  <a:pt x="347" y="310"/>
                </a:lnTo>
                <a:lnTo>
                  <a:pt x="347" y="311"/>
                </a:lnTo>
                <a:lnTo>
                  <a:pt x="348" y="311"/>
                </a:lnTo>
                <a:lnTo>
                  <a:pt x="349" y="311"/>
                </a:lnTo>
                <a:lnTo>
                  <a:pt x="350" y="311"/>
                </a:lnTo>
                <a:lnTo>
                  <a:pt x="349" y="311"/>
                </a:lnTo>
                <a:lnTo>
                  <a:pt x="349" y="310"/>
                </a:lnTo>
                <a:lnTo>
                  <a:pt x="350" y="310"/>
                </a:lnTo>
                <a:lnTo>
                  <a:pt x="351" y="310"/>
                </a:lnTo>
                <a:lnTo>
                  <a:pt x="351" y="311"/>
                </a:lnTo>
                <a:lnTo>
                  <a:pt x="352" y="311"/>
                </a:lnTo>
                <a:lnTo>
                  <a:pt x="352" y="312"/>
                </a:lnTo>
                <a:lnTo>
                  <a:pt x="353" y="312"/>
                </a:lnTo>
                <a:lnTo>
                  <a:pt x="353" y="313"/>
                </a:lnTo>
                <a:lnTo>
                  <a:pt x="354" y="313"/>
                </a:lnTo>
                <a:lnTo>
                  <a:pt x="355" y="313"/>
                </a:lnTo>
                <a:lnTo>
                  <a:pt x="355" y="314"/>
                </a:lnTo>
                <a:lnTo>
                  <a:pt x="355" y="315"/>
                </a:lnTo>
                <a:lnTo>
                  <a:pt x="356" y="315"/>
                </a:lnTo>
                <a:lnTo>
                  <a:pt x="356" y="316"/>
                </a:lnTo>
                <a:lnTo>
                  <a:pt x="356" y="317"/>
                </a:lnTo>
                <a:lnTo>
                  <a:pt x="355" y="317"/>
                </a:lnTo>
                <a:lnTo>
                  <a:pt x="356" y="318"/>
                </a:lnTo>
                <a:lnTo>
                  <a:pt x="356" y="319"/>
                </a:lnTo>
                <a:lnTo>
                  <a:pt x="356" y="320"/>
                </a:lnTo>
                <a:lnTo>
                  <a:pt x="357" y="320"/>
                </a:lnTo>
                <a:lnTo>
                  <a:pt x="358" y="320"/>
                </a:lnTo>
                <a:lnTo>
                  <a:pt x="358" y="319"/>
                </a:lnTo>
                <a:lnTo>
                  <a:pt x="359" y="320"/>
                </a:lnTo>
                <a:lnTo>
                  <a:pt x="360" y="320"/>
                </a:lnTo>
                <a:lnTo>
                  <a:pt x="360" y="321"/>
                </a:lnTo>
                <a:lnTo>
                  <a:pt x="361" y="321"/>
                </a:lnTo>
                <a:lnTo>
                  <a:pt x="362" y="321"/>
                </a:lnTo>
                <a:lnTo>
                  <a:pt x="363" y="322"/>
                </a:lnTo>
                <a:lnTo>
                  <a:pt x="363" y="323"/>
                </a:lnTo>
                <a:lnTo>
                  <a:pt x="364" y="323"/>
                </a:lnTo>
                <a:lnTo>
                  <a:pt x="364" y="324"/>
                </a:lnTo>
                <a:lnTo>
                  <a:pt x="364" y="325"/>
                </a:lnTo>
                <a:lnTo>
                  <a:pt x="363" y="325"/>
                </a:lnTo>
                <a:lnTo>
                  <a:pt x="363" y="326"/>
                </a:lnTo>
                <a:lnTo>
                  <a:pt x="362" y="326"/>
                </a:lnTo>
                <a:lnTo>
                  <a:pt x="362" y="327"/>
                </a:lnTo>
                <a:lnTo>
                  <a:pt x="361" y="329"/>
                </a:lnTo>
                <a:lnTo>
                  <a:pt x="362" y="329"/>
                </a:lnTo>
                <a:lnTo>
                  <a:pt x="362" y="330"/>
                </a:lnTo>
                <a:lnTo>
                  <a:pt x="361" y="330"/>
                </a:lnTo>
                <a:lnTo>
                  <a:pt x="361" y="331"/>
                </a:lnTo>
                <a:lnTo>
                  <a:pt x="360" y="331"/>
                </a:lnTo>
                <a:lnTo>
                  <a:pt x="360" y="332"/>
                </a:lnTo>
                <a:lnTo>
                  <a:pt x="359" y="332"/>
                </a:lnTo>
                <a:lnTo>
                  <a:pt x="359" y="333"/>
                </a:lnTo>
                <a:lnTo>
                  <a:pt x="358" y="335"/>
                </a:lnTo>
                <a:lnTo>
                  <a:pt x="358" y="336"/>
                </a:lnTo>
                <a:lnTo>
                  <a:pt x="358" y="338"/>
                </a:lnTo>
                <a:lnTo>
                  <a:pt x="358" y="339"/>
                </a:lnTo>
                <a:lnTo>
                  <a:pt x="357" y="339"/>
                </a:lnTo>
                <a:lnTo>
                  <a:pt x="357" y="340"/>
                </a:lnTo>
                <a:lnTo>
                  <a:pt x="356" y="340"/>
                </a:lnTo>
                <a:lnTo>
                  <a:pt x="356" y="341"/>
                </a:lnTo>
                <a:lnTo>
                  <a:pt x="356" y="342"/>
                </a:lnTo>
                <a:lnTo>
                  <a:pt x="357" y="343"/>
                </a:lnTo>
                <a:lnTo>
                  <a:pt x="357" y="345"/>
                </a:lnTo>
                <a:lnTo>
                  <a:pt x="357" y="346"/>
                </a:lnTo>
                <a:lnTo>
                  <a:pt x="357" y="347"/>
                </a:lnTo>
                <a:lnTo>
                  <a:pt x="357" y="348"/>
                </a:lnTo>
                <a:lnTo>
                  <a:pt x="357" y="349"/>
                </a:lnTo>
                <a:lnTo>
                  <a:pt x="357" y="350"/>
                </a:lnTo>
                <a:lnTo>
                  <a:pt x="357" y="351"/>
                </a:lnTo>
                <a:lnTo>
                  <a:pt x="358" y="351"/>
                </a:lnTo>
                <a:lnTo>
                  <a:pt x="359" y="351"/>
                </a:lnTo>
                <a:lnTo>
                  <a:pt x="359" y="352"/>
                </a:lnTo>
                <a:lnTo>
                  <a:pt x="358" y="352"/>
                </a:lnTo>
                <a:lnTo>
                  <a:pt x="359" y="353"/>
                </a:lnTo>
                <a:lnTo>
                  <a:pt x="360" y="353"/>
                </a:lnTo>
                <a:lnTo>
                  <a:pt x="360" y="354"/>
                </a:lnTo>
                <a:lnTo>
                  <a:pt x="362" y="354"/>
                </a:lnTo>
                <a:lnTo>
                  <a:pt x="362" y="355"/>
                </a:lnTo>
                <a:lnTo>
                  <a:pt x="362" y="356"/>
                </a:lnTo>
                <a:lnTo>
                  <a:pt x="361" y="356"/>
                </a:lnTo>
                <a:lnTo>
                  <a:pt x="361" y="357"/>
                </a:lnTo>
                <a:lnTo>
                  <a:pt x="362" y="357"/>
                </a:lnTo>
                <a:lnTo>
                  <a:pt x="361" y="357"/>
                </a:lnTo>
                <a:lnTo>
                  <a:pt x="361" y="358"/>
                </a:lnTo>
                <a:lnTo>
                  <a:pt x="360" y="358"/>
                </a:lnTo>
                <a:lnTo>
                  <a:pt x="360" y="359"/>
                </a:lnTo>
                <a:lnTo>
                  <a:pt x="359" y="359"/>
                </a:lnTo>
                <a:lnTo>
                  <a:pt x="358" y="360"/>
                </a:lnTo>
                <a:lnTo>
                  <a:pt x="358" y="361"/>
                </a:lnTo>
                <a:lnTo>
                  <a:pt x="359" y="361"/>
                </a:lnTo>
                <a:lnTo>
                  <a:pt x="360" y="362"/>
                </a:lnTo>
                <a:lnTo>
                  <a:pt x="359" y="362"/>
                </a:lnTo>
                <a:lnTo>
                  <a:pt x="359" y="363"/>
                </a:lnTo>
                <a:lnTo>
                  <a:pt x="358" y="363"/>
                </a:lnTo>
                <a:lnTo>
                  <a:pt x="357" y="363"/>
                </a:lnTo>
                <a:lnTo>
                  <a:pt x="357" y="364"/>
                </a:lnTo>
                <a:lnTo>
                  <a:pt x="356" y="364"/>
                </a:lnTo>
                <a:lnTo>
                  <a:pt x="355" y="364"/>
                </a:lnTo>
                <a:lnTo>
                  <a:pt x="355" y="365"/>
                </a:lnTo>
                <a:lnTo>
                  <a:pt x="354" y="365"/>
                </a:lnTo>
                <a:lnTo>
                  <a:pt x="353" y="365"/>
                </a:lnTo>
                <a:lnTo>
                  <a:pt x="353" y="366"/>
                </a:lnTo>
                <a:lnTo>
                  <a:pt x="352" y="366"/>
                </a:lnTo>
                <a:lnTo>
                  <a:pt x="352" y="367"/>
                </a:lnTo>
                <a:lnTo>
                  <a:pt x="351" y="367"/>
                </a:lnTo>
                <a:lnTo>
                  <a:pt x="352" y="368"/>
                </a:lnTo>
                <a:lnTo>
                  <a:pt x="352" y="369"/>
                </a:lnTo>
                <a:lnTo>
                  <a:pt x="353" y="369"/>
                </a:lnTo>
                <a:lnTo>
                  <a:pt x="354" y="369"/>
                </a:lnTo>
                <a:lnTo>
                  <a:pt x="355" y="368"/>
                </a:lnTo>
                <a:lnTo>
                  <a:pt x="356" y="368"/>
                </a:lnTo>
                <a:lnTo>
                  <a:pt x="356" y="367"/>
                </a:lnTo>
                <a:lnTo>
                  <a:pt x="357" y="367"/>
                </a:lnTo>
                <a:lnTo>
                  <a:pt x="357" y="368"/>
                </a:lnTo>
                <a:lnTo>
                  <a:pt x="358" y="369"/>
                </a:lnTo>
                <a:lnTo>
                  <a:pt x="359" y="369"/>
                </a:lnTo>
                <a:lnTo>
                  <a:pt x="359" y="368"/>
                </a:lnTo>
                <a:lnTo>
                  <a:pt x="360" y="368"/>
                </a:lnTo>
                <a:lnTo>
                  <a:pt x="361" y="367"/>
                </a:lnTo>
                <a:lnTo>
                  <a:pt x="361" y="366"/>
                </a:lnTo>
                <a:lnTo>
                  <a:pt x="362" y="366"/>
                </a:lnTo>
                <a:lnTo>
                  <a:pt x="362" y="367"/>
                </a:lnTo>
                <a:lnTo>
                  <a:pt x="363" y="367"/>
                </a:lnTo>
                <a:lnTo>
                  <a:pt x="363" y="368"/>
                </a:lnTo>
                <a:lnTo>
                  <a:pt x="363" y="369"/>
                </a:lnTo>
                <a:lnTo>
                  <a:pt x="362" y="369"/>
                </a:lnTo>
                <a:lnTo>
                  <a:pt x="363" y="369"/>
                </a:lnTo>
                <a:lnTo>
                  <a:pt x="363" y="370"/>
                </a:lnTo>
                <a:lnTo>
                  <a:pt x="364" y="370"/>
                </a:lnTo>
                <a:lnTo>
                  <a:pt x="364" y="371"/>
                </a:lnTo>
                <a:lnTo>
                  <a:pt x="363" y="371"/>
                </a:lnTo>
                <a:lnTo>
                  <a:pt x="362" y="371"/>
                </a:lnTo>
                <a:lnTo>
                  <a:pt x="362" y="372"/>
                </a:lnTo>
                <a:lnTo>
                  <a:pt x="362" y="373"/>
                </a:lnTo>
                <a:lnTo>
                  <a:pt x="362" y="374"/>
                </a:lnTo>
                <a:lnTo>
                  <a:pt x="361" y="374"/>
                </a:lnTo>
                <a:lnTo>
                  <a:pt x="361" y="375"/>
                </a:lnTo>
                <a:lnTo>
                  <a:pt x="360" y="375"/>
                </a:lnTo>
                <a:lnTo>
                  <a:pt x="360" y="376"/>
                </a:lnTo>
                <a:lnTo>
                  <a:pt x="360" y="377"/>
                </a:lnTo>
                <a:lnTo>
                  <a:pt x="360" y="378"/>
                </a:lnTo>
                <a:lnTo>
                  <a:pt x="360" y="379"/>
                </a:lnTo>
                <a:lnTo>
                  <a:pt x="360" y="380"/>
                </a:lnTo>
                <a:lnTo>
                  <a:pt x="359" y="380"/>
                </a:lnTo>
                <a:lnTo>
                  <a:pt x="359" y="381"/>
                </a:lnTo>
                <a:lnTo>
                  <a:pt x="358" y="381"/>
                </a:lnTo>
                <a:lnTo>
                  <a:pt x="356" y="382"/>
                </a:lnTo>
                <a:lnTo>
                  <a:pt x="355" y="382"/>
                </a:lnTo>
                <a:lnTo>
                  <a:pt x="354" y="382"/>
                </a:lnTo>
                <a:lnTo>
                  <a:pt x="353" y="382"/>
                </a:lnTo>
                <a:lnTo>
                  <a:pt x="352" y="383"/>
                </a:lnTo>
                <a:lnTo>
                  <a:pt x="352" y="384"/>
                </a:lnTo>
                <a:lnTo>
                  <a:pt x="351" y="385"/>
                </a:lnTo>
                <a:lnTo>
                  <a:pt x="351" y="386"/>
                </a:lnTo>
                <a:lnTo>
                  <a:pt x="351" y="387"/>
                </a:lnTo>
                <a:lnTo>
                  <a:pt x="351" y="386"/>
                </a:lnTo>
                <a:lnTo>
                  <a:pt x="350" y="386"/>
                </a:lnTo>
                <a:lnTo>
                  <a:pt x="350" y="387"/>
                </a:lnTo>
                <a:lnTo>
                  <a:pt x="350" y="388"/>
                </a:lnTo>
                <a:lnTo>
                  <a:pt x="349" y="388"/>
                </a:lnTo>
                <a:lnTo>
                  <a:pt x="349" y="389"/>
                </a:lnTo>
                <a:lnTo>
                  <a:pt x="349" y="390"/>
                </a:lnTo>
                <a:lnTo>
                  <a:pt x="349" y="391"/>
                </a:lnTo>
                <a:lnTo>
                  <a:pt x="349" y="392"/>
                </a:lnTo>
                <a:lnTo>
                  <a:pt x="348" y="393"/>
                </a:lnTo>
                <a:lnTo>
                  <a:pt x="348" y="394"/>
                </a:lnTo>
                <a:lnTo>
                  <a:pt x="349" y="395"/>
                </a:lnTo>
                <a:lnTo>
                  <a:pt x="349" y="396"/>
                </a:lnTo>
                <a:lnTo>
                  <a:pt x="348" y="396"/>
                </a:lnTo>
                <a:lnTo>
                  <a:pt x="347" y="396"/>
                </a:lnTo>
                <a:lnTo>
                  <a:pt x="347" y="397"/>
                </a:lnTo>
                <a:lnTo>
                  <a:pt x="348" y="397"/>
                </a:lnTo>
                <a:lnTo>
                  <a:pt x="348" y="398"/>
                </a:lnTo>
                <a:lnTo>
                  <a:pt x="347" y="398"/>
                </a:lnTo>
                <a:lnTo>
                  <a:pt x="347" y="399"/>
                </a:lnTo>
                <a:lnTo>
                  <a:pt x="347" y="400"/>
                </a:lnTo>
                <a:lnTo>
                  <a:pt x="346" y="400"/>
                </a:lnTo>
                <a:lnTo>
                  <a:pt x="346" y="401"/>
                </a:lnTo>
                <a:lnTo>
                  <a:pt x="346" y="402"/>
                </a:lnTo>
                <a:lnTo>
                  <a:pt x="345" y="403"/>
                </a:lnTo>
                <a:lnTo>
                  <a:pt x="344" y="403"/>
                </a:lnTo>
                <a:lnTo>
                  <a:pt x="344" y="404"/>
                </a:lnTo>
                <a:lnTo>
                  <a:pt x="343" y="404"/>
                </a:lnTo>
                <a:lnTo>
                  <a:pt x="343" y="405"/>
                </a:lnTo>
                <a:lnTo>
                  <a:pt x="342" y="405"/>
                </a:lnTo>
                <a:lnTo>
                  <a:pt x="343" y="406"/>
                </a:lnTo>
                <a:lnTo>
                  <a:pt x="343" y="407"/>
                </a:lnTo>
                <a:lnTo>
                  <a:pt x="343" y="408"/>
                </a:lnTo>
                <a:lnTo>
                  <a:pt x="344" y="408"/>
                </a:lnTo>
                <a:lnTo>
                  <a:pt x="344" y="409"/>
                </a:lnTo>
                <a:lnTo>
                  <a:pt x="344" y="410"/>
                </a:lnTo>
                <a:lnTo>
                  <a:pt x="343" y="410"/>
                </a:lnTo>
                <a:lnTo>
                  <a:pt x="343" y="411"/>
                </a:lnTo>
                <a:lnTo>
                  <a:pt x="343" y="412"/>
                </a:lnTo>
                <a:lnTo>
                  <a:pt x="342" y="412"/>
                </a:lnTo>
                <a:lnTo>
                  <a:pt x="341" y="411"/>
                </a:lnTo>
                <a:lnTo>
                  <a:pt x="341" y="410"/>
                </a:lnTo>
                <a:lnTo>
                  <a:pt x="340" y="410"/>
                </a:lnTo>
                <a:lnTo>
                  <a:pt x="339" y="410"/>
                </a:lnTo>
                <a:lnTo>
                  <a:pt x="339" y="409"/>
                </a:lnTo>
                <a:lnTo>
                  <a:pt x="339" y="408"/>
                </a:lnTo>
                <a:lnTo>
                  <a:pt x="338" y="408"/>
                </a:lnTo>
                <a:lnTo>
                  <a:pt x="337" y="408"/>
                </a:lnTo>
                <a:lnTo>
                  <a:pt x="337" y="409"/>
                </a:lnTo>
                <a:lnTo>
                  <a:pt x="336" y="410"/>
                </a:lnTo>
                <a:lnTo>
                  <a:pt x="336" y="411"/>
                </a:lnTo>
                <a:lnTo>
                  <a:pt x="336" y="412"/>
                </a:lnTo>
                <a:lnTo>
                  <a:pt x="336" y="413"/>
                </a:lnTo>
                <a:lnTo>
                  <a:pt x="336" y="414"/>
                </a:lnTo>
                <a:lnTo>
                  <a:pt x="335" y="414"/>
                </a:lnTo>
                <a:lnTo>
                  <a:pt x="334" y="414"/>
                </a:lnTo>
                <a:lnTo>
                  <a:pt x="333" y="413"/>
                </a:lnTo>
                <a:lnTo>
                  <a:pt x="332" y="413"/>
                </a:lnTo>
                <a:lnTo>
                  <a:pt x="332" y="412"/>
                </a:lnTo>
                <a:lnTo>
                  <a:pt x="331" y="412"/>
                </a:lnTo>
                <a:lnTo>
                  <a:pt x="330" y="411"/>
                </a:lnTo>
                <a:lnTo>
                  <a:pt x="329" y="411"/>
                </a:lnTo>
                <a:lnTo>
                  <a:pt x="329" y="410"/>
                </a:lnTo>
                <a:lnTo>
                  <a:pt x="329" y="409"/>
                </a:lnTo>
                <a:lnTo>
                  <a:pt x="328" y="408"/>
                </a:lnTo>
                <a:lnTo>
                  <a:pt x="327" y="409"/>
                </a:lnTo>
                <a:lnTo>
                  <a:pt x="326" y="408"/>
                </a:lnTo>
                <a:lnTo>
                  <a:pt x="325" y="408"/>
                </a:lnTo>
                <a:lnTo>
                  <a:pt x="324" y="409"/>
                </a:lnTo>
                <a:lnTo>
                  <a:pt x="323" y="409"/>
                </a:lnTo>
                <a:lnTo>
                  <a:pt x="323" y="410"/>
                </a:lnTo>
                <a:lnTo>
                  <a:pt x="322" y="410"/>
                </a:lnTo>
                <a:lnTo>
                  <a:pt x="321" y="410"/>
                </a:lnTo>
                <a:lnTo>
                  <a:pt x="320" y="409"/>
                </a:lnTo>
                <a:lnTo>
                  <a:pt x="320" y="408"/>
                </a:lnTo>
                <a:lnTo>
                  <a:pt x="319" y="407"/>
                </a:lnTo>
                <a:lnTo>
                  <a:pt x="319" y="406"/>
                </a:lnTo>
                <a:lnTo>
                  <a:pt x="318" y="406"/>
                </a:lnTo>
                <a:lnTo>
                  <a:pt x="317" y="407"/>
                </a:lnTo>
                <a:lnTo>
                  <a:pt x="317" y="408"/>
                </a:lnTo>
                <a:lnTo>
                  <a:pt x="316" y="408"/>
                </a:lnTo>
                <a:lnTo>
                  <a:pt x="315" y="408"/>
                </a:lnTo>
                <a:lnTo>
                  <a:pt x="315" y="409"/>
                </a:lnTo>
                <a:lnTo>
                  <a:pt x="315" y="410"/>
                </a:lnTo>
                <a:lnTo>
                  <a:pt x="314" y="410"/>
                </a:lnTo>
                <a:lnTo>
                  <a:pt x="314" y="411"/>
                </a:lnTo>
                <a:lnTo>
                  <a:pt x="313" y="411"/>
                </a:lnTo>
                <a:lnTo>
                  <a:pt x="313" y="410"/>
                </a:lnTo>
                <a:lnTo>
                  <a:pt x="313" y="409"/>
                </a:lnTo>
                <a:lnTo>
                  <a:pt x="314" y="409"/>
                </a:lnTo>
                <a:lnTo>
                  <a:pt x="313" y="408"/>
                </a:lnTo>
                <a:lnTo>
                  <a:pt x="313" y="407"/>
                </a:lnTo>
                <a:lnTo>
                  <a:pt x="312" y="407"/>
                </a:lnTo>
                <a:lnTo>
                  <a:pt x="312" y="408"/>
                </a:lnTo>
                <a:lnTo>
                  <a:pt x="312" y="407"/>
                </a:lnTo>
                <a:lnTo>
                  <a:pt x="312" y="405"/>
                </a:lnTo>
                <a:lnTo>
                  <a:pt x="311" y="405"/>
                </a:lnTo>
                <a:lnTo>
                  <a:pt x="311" y="404"/>
                </a:lnTo>
                <a:lnTo>
                  <a:pt x="310" y="404"/>
                </a:lnTo>
                <a:lnTo>
                  <a:pt x="310" y="402"/>
                </a:lnTo>
                <a:lnTo>
                  <a:pt x="311" y="402"/>
                </a:lnTo>
                <a:lnTo>
                  <a:pt x="311" y="401"/>
                </a:lnTo>
                <a:lnTo>
                  <a:pt x="312" y="401"/>
                </a:lnTo>
                <a:lnTo>
                  <a:pt x="313" y="400"/>
                </a:lnTo>
                <a:lnTo>
                  <a:pt x="314" y="400"/>
                </a:lnTo>
                <a:lnTo>
                  <a:pt x="314" y="399"/>
                </a:lnTo>
                <a:lnTo>
                  <a:pt x="315" y="398"/>
                </a:lnTo>
                <a:lnTo>
                  <a:pt x="314" y="398"/>
                </a:lnTo>
                <a:lnTo>
                  <a:pt x="314" y="397"/>
                </a:lnTo>
                <a:lnTo>
                  <a:pt x="315" y="396"/>
                </a:lnTo>
                <a:lnTo>
                  <a:pt x="315" y="395"/>
                </a:lnTo>
                <a:lnTo>
                  <a:pt x="315" y="394"/>
                </a:lnTo>
                <a:lnTo>
                  <a:pt x="315" y="393"/>
                </a:lnTo>
                <a:lnTo>
                  <a:pt x="316" y="393"/>
                </a:lnTo>
                <a:lnTo>
                  <a:pt x="316" y="392"/>
                </a:lnTo>
                <a:lnTo>
                  <a:pt x="315" y="392"/>
                </a:lnTo>
                <a:lnTo>
                  <a:pt x="314" y="391"/>
                </a:lnTo>
                <a:lnTo>
                  <a:pt x="313" y="391"/>
                </a:lnTo>
                <a:lnTo>
                  <a:pt x="314" y="390"/>
                </a:lnTo>
                <a:lnTo>
                  <a:pt x="314" y="389"/>
                </a:lnTo>
                <a:lnTo>
                  <a:pt x="315" y="389"/>
                </a:lnTo>
                <a:lnTo>
                  <a:pt x="315" y="388"/>
                </a:lnTo>
                <a:lnTo>
                  <a:pt x="316" y="387"/>
                </a:lnTo>
                <a:lnTo>
                  <a:pt x="315" y="386"/>
                </a:lnTo>
                <a:lnTo>
                  <a:pt x="314" y="386"/>
                </a:lnTo>
                <a:lnTo>
                  <a:pt x="313" y="385"/>
                </a:lnTo>
                <a:lnTo>
                  <a:pt x="312" y="385"/>
                </a:lnTo>
                <a:lnTo>
                  <a:pt x="312" y="384"/>
                </a:lnTo>
                <a:lnTo>
                  <a:pt x="312" y="383"/>
                </a:lnTo>
                <a:lnTo>
                  <a:pt x="311" y="383"/>
                </a:lnTo>
                <a:lnTo>
                  <a:pt x="311" y="382"/>
                </a:lnTo>
                <a:lnTo>
                  <a:pt x="310" y="382"/>
                </a:lnTo>
                <a:lnTo>
                  <a:pt x="310" y="381"/>
                </a:lnTo>
                <a:lnTo>
                  <a:pt x="310" y="380"/>
                </a:lnTo>
                <a:lnTo>
                  <a:pt x="309" y="380"/>
                </a:lnTo>
                <a:lnTo>
                  <a:pt x="309" y="379"/>
                </a:lnTo>
                <a:lnTo>
                  <a:pt x="309" y="380"/>
                </a:lnTo>
                <a:lnTo>
                  <a:pt x="309" y="381"/>
                </a:lnTo>
                <a:lnTo>
                  <a:pt x="308" y="381"/>
                </a:lnTo>
                <a:lnTo>
                  <a:pt x="307" y="381"/>
                </a:lnTo>
                <a:lnTo>
                  <a:pt x="307" y="382"/>
                </a:lnTo>
                <a:lnTo>
                  <a:pt x="306" y="382"/>
                </a:lnTo>
                <a:lnTo>
                  <a:pt x="305" y="382"/>
                </a:lnTo>
                <a:lnTo>
                  <a:pt x="304" y="382"/>
                </a:lnTo>
                <a:lnTo>
                  <a:pt x="303" y="382"/>
                </a:lnTo>
                <a:lnTo>
                  <a:pt x="303" y="383"/>
                </a:lnTo>
                <a:lnTo>
                  <a:pt x="303" y="384"/>
                </a:lnTo>
                <a:lnTo>
                  <a:pt x="304" y="385"/>
                </a:lnTo>
                <a:lnTo>
                  <a:pt x="305" y="385"/>
                </a:lnTo>
                <a:lnTo>
                  <a:pt x="305" y="386"/>
                </a:lnTo>
                <a:lnTo>
                  <a:pt x="306" y="386"/>
                </a:lnTo>
                <a:lnTo>
                  <a:pt x="306" y="387"/>
                </a:lnTo>
                <a:lnTo>
                  <a:pt x="307" y="387"/>
                </a:lnTo>
                <a:lnTo>
                  <a:pt x="307" y="388"/>
                </a:lnTo>
                <a:lnTo>
                  <a:pt x="308" y="389"/>
                </a:lnTo>
                <a:lnTo>
                  <a:pt x="308" y="390"/>
                </a:lnTo>
                <a:lnTo>
                  <a:pt x="307" y="390"/>
                </a:lnTo>
                <a:lnTo>
                  <a:pt x="306" y="391"/>
                </a:lnTo>
                <a:lnTo>
                  <a:pt x="305" y="391"/>
                </a:lnTo>
                <a:lnTo>
                  <a:pt x="305" y="392"/>
                </a:lnTo>
                <a:lnTo>
                  <a:pt x="304" y="393"/>
                </a:lnTo>
                <a:lnTo>
                  <a:pt x="304" y="394"/>
                </a:lnTo>
                <a:lnTo>
                  <a:pt x="304" y="395"/>
                </a:lnTo>
                <a:lnTo>
                  <a:pt x="305" y="395"/>
                </a:lnTo>
                <a:lnTo>
                  <a:pt x="305" y="394"/>
                </a:lnTo>
                <a:lnTo>
                  <a:pt x="306" y="394"/>
                </a:lnTo>
                <a:lnTo>
                  <a:pt x="306" y="395"/>
                </a:lnTo>
                <a:lnTo>
                  <a:pt x="305" y="396"/>
                </a:lnTo>
                <a:lnTo>
                  <a:pt x="304" y="396"/>
                </a:lnTo>
                <a:lnTo>
                  <a:pt x="304" y="397"/>
                </a:lnTo>
                <a:lnTo>
                  <a:pt x="303" y="397"/>
                </a:lnTo>
                <a:lnTo>
                  <a:pt x="301" y="397"/>
                </a:lnTo>
                <a:lnTo>
                  <a:pt x="300" y="397"/>
                </a:lnTo>
                <a:lnTo>
                  <a:pt x="300" y="396"/>
                </a:lnTo>
                <a:lnTo>
                  <a:pt x="299" y="396"/>
                </a:lnTo>
                <a:lnTo>
                  <a:pt x="298" y="396"/>
                </a:lnTo>
                <a:lnTo>
                  <a:pt x="297" y="396"/>
                </a:lnTo>
                <a:lnTo>
                  <a:pt x="297" y="395"/>
                </a:lnTo>
                <a:lnTo>
                  <a:pt x="297" y="394"/>
                </a:lnTo>
                <a:lnTo>
                  <a:pt x="297" y="393"/>
                </a:lnTo>
                <a:lnTo>
                  <a:pt x="297" y="392"/>
                </a:lnTo>
                <a:lnTo>
                  <a:pt x="297" y="391"/>
                </a:lnTo>
                <a:lnTo>
                  <a:pt x="297" y="390"/>
                </a:lnTo>
                <a:lnTo>
                  <a:pt x="298" y="390"/>
                </a:lnTo>
                <a:lnTo>
                  <a:pt x="298" y="389"/>
                </a:lnTo>
                <a:lnTo>
                  <a:pt x="299" y="389"/>
                </a:lnTo>
                <a:lnTo>
                  <a:pt x="300" y="389"/>
                </a:lnTo>
                <a:lnTo>
                  <a:pt x="300" y="388"/>
                </a:lnTo>
                <a:lnTo>
                  <a:pt x="300" y="387"/>
                </a:lnTo>
                <a:lnTo>
                  <a:pt x="300" y="386"/>
                </a:lnTo>
                <a:lnTo>
                  <a:pt x="299" y="386"/>
                </a:lnTo>
                <a:lnTo>
                  <a:pt x="299" y="385"/>
                </a:lnTo>
                <a:lnTo>
                  <a:pt x="299" y="384"/>
                </a:lnTo>
                <a:lnTo>
                  <a:pt x="298" y="384"/>
                </a:lnTo>
                <a:lnTo>
                  <a:pt x="298" y="383"/>
                </a:lnTo>
                <a:lnTo>
                  <a:pt x="298" y="382"/>
                </a:lnTo>
                <a:lnTo>
                  <a:pt x="298" y="381"/>
                </a:lnTo>
                <a:lnTo>
                  <a:pt x="297" y="380"/>
                </a:lnTo>
                <a:lnTo>
                  <a:pt x="297" y="379"/>
                </a:lnTo>
                <a:lnTo>
                  <a:pt x="297" y="378"/>
                </a:lnTo>
                <a:lnTo>
                  <a:pt x="297" y="377"/>
                </a:lnTo>
                <a:lnTo>
                  <a:pt x="297" y="376"/>
                </a:lnTo>
                <a:lnTo>
                  <a:pt x="298" y="376"/>
                </a:lnTo>
                <a:lnTo>
                  <a:pt x="300" y="376"/>
                </a:lnTo>
                <a:lnTo>
                  <a:pt x="300" y="375"/>
                </a:lnTo>
                <a:lnTo>
                  <a:pt x="300" y="374"/>
                </a:lnTo>
                <a:lnTo>
                  <a:pt x="300" y="373"/>
                </a:lnTo>
                <a:lnTo>
                  <a:pt x="300" y="372"/>
                </a:lnTo>
                <a:lnTo>
                  <a:pt x="300" y="371"/>
                </a:lnTo>
                <a:lnTo>
                  <a:pt x="300" y="370"/>
                </a:lnTo>
                <a:lnTo>
                  <a:pt x="300" y="369"/>
                </a:lnTo>
                <a:lnTo>
                  <a:pt x="301" y="369"/>
                </a:lnTo>
                <a:lnTo>
                  <a:pt x="301" y="368"/>
                </a:lnTo>
                <a:lnTo>
                  <a:pt x="302" y="368"/>
                </a:lnTo>
                <a:lnTo>
                  <a:pt x="302" y="367"/>
                </a:lnTo>
                <a:lnTo>
                  <a:pt x="302" y="366"/>
                </a:lnTo>
                <a:lnTo>
                  <a:pt x="302" y="365"/>
                </a:lnTo>
                <a:lnTo>
                  <a:pt x="301" y="365"/>
                </a:lnTo>
                <a:lnTo>
                  <a:pt x="301" y="366"/>
                </a:lnTo>
                <a:lnTo>
                  <a:pt x="300" y="366"/>
                </a:lnTo>
                <a:lnTo>
                  <a:pt x="299" y="366"/>
                </a:lnTo>
                <a:lnTo>
                  <a:pt x="299" y="365"/>
                </a:lnTo>
                <a:lnTo>
                  <a:pt x="298" y="365"/>
                </a:lnTo>
                <a:lnTo>
                  <a:pt x="298" y="364"/>
                </a:lnTo>
                <a:lnTo>
                  <a:pt x="297" y="363"/>
                </a:lnTo>
                <a:lnTo>
                  <a:pt x="296" y="363"/>
                </a:lnTo>
                <a:lnTo>
                  <a:pt x="296" y="364"/>
                </a:lnTo>
                <a:lnTo>
                  <a:pt x="294" y="364"/>
                </a:lnTo>
                <a:lnTo>
                  <a:pt x="293" y="364"/>
                </a:lnTo>
                <a:lnTo>
                  <a:pt x="292" y="365"/>
                </a:lnTo>
                <a:lnTo>
                  <a:pt x="291" y="365"/>
                </a:lnTo>
                <a:lnTo>
                  <a:pt x="290" y="365"/>
                </a:lnTo>
                <a:lnTo>
                  <a:pt x="290" y="366"/>
                </a:lnTo>
                <a:lnTo>
                  <a:pt x="291" y="366"/>
                </a:lnTo>
                <a:lnTo>
                  <a:pt x="290" y="366"/>
                </a:lnTo>
                <a:lnTo>
                  <a:pt x="290" y="367"/>
                </a:lnTo>
                <a:lnTo>
                  <a:pt x="289" y="366"/>
                </a:lnTo>
                <a:lnTo>
                  <a:pt x="288" y="366"/>
                </a:lnTo>
                <a:lnTo>
                  <a:pt x="287" y="366"/>
                </a:lnTo>
                <a:lnTo>
                  <a:pt x="286" y="366"/>
                </a:lnTo>
                <a:lnTo>
                  <a:pt x="285" y="366"/>
                </a:lnTo>
                <a:lnTo>
                  <a:pt x="284" y="366"/>
                </a:lnTo>
                <a:lnTo>
                  <a:pt x="284" y="365"/>
                </a:lnTo>
                <a:lnTo>
                  <a:pt x="283" y="365"/>
                </a:lnTo>
                <a:lnTo>
                  <a:pt x="282" y="365"/>
                </a:lnTo>
                <a:lnTo>
                  <a:pt x="281" y="364"/>
                </a:lnTo>
                <a:lnTo>
                  <a:pt x="280" y="364"/>
                </a:lnTo>
                <a:lnTo>
                  <a:pt x="280" y="363"/>
                </a:lnTo>
                <a:lnTo>
                  <a:pt x="279" y="363"/>
                </a:lnTo>
                <a:lnTo>
                  <a:pt x="278" y="362"/>
                </a:lnTo>
                <a:lnTo>
                  <a:pt x="277" y="362"/>
                </a:lnTo>
                <a:lnTo>
                  <a:pt x="276" y="362"/>
                </a:lnTo>
                <a:lnTo>
                  <a:pt x="275" y="362"/>
                </a:lnTo>
                <a:lnTo>
                  <a:pt x="275" y="361"/>
                </a:lnTo>
                <a:lnTo>
                  <a:pt x="276" y="361"/>
                </a:lnTo>
                <a:lnTo>
                  <a:pt x="276" y="360"/>
                </a:lnTo>
                <a:lnTo>
                  <a:pt x="276" y="359"/>
                </a:lnTo>
                <a:lnTo>
                  <a:pt x="276" y="358"/>
                </a:lnTo>
                <a:lnTo>
                  <a:pt x="277" y="358"/>
                </a:lnTo>
                <a:lnTo>
                  <a:pt x="276" y="358"/>
                </a:lnTo>
                <a:lnTo>
                  <a:pt x="277" y="356"/>
                </a:lnTo>
                <a:lnTo>
                  <a:pt x="277" y="355"/>
                </a:lnTo>
                <a:lnTo>
                  <a:pt x="277" y="354"/>
                </a:lnTo>
                <a:lnTo>
                  <a:pt x="279" y="353"/>
                </a:lnTo>
                <a:lnTo>
                  <a:pt x="279" y="352"/>
                </a:lnTo>
                <a:lnTo>
                  <a:pt x="280" y="352"/>
                </a:lnTo>
                <a:lnTo>
                  <a:pt x="280" y="351"/>
                </a:lnTo>
                <a:lnTo>
                  <a:pt x="280" y="350"/>
                </a:lnTo>
                <a:lnTo>
                  <a:pt x="280" y="349"/>
                </a:lnTo>
                <a:lnTo>
                  <a:pt x="280" y="348"/>
                </a:lnTo>
                <a:lnTo>
                  <a:pt x="278" y="348"/>
                </a:lnTo>
                <a:lnTo>
                  <a:pt x="277" y="347"/>
                </a:lnTo>
                <a:lnTo>
                  <a:pt x="277" y="345"/>
                </a:lnTo>
                <a:lnTo>
                  <a:pt x="277" y="344"/>
                </a:lnTo>
                <a:lnTo>
                  <a:pt x="276" y="343"/>
                </a:lnTo>
                <a:lnTo>
                  <a:pt x="277" y="342"/>
                </a:lnTo>
                <a:lnTo>
                  <a:pt x="277" y="341"/>
                </a:lnTo>
                <a:lnTo>
                  <a:pt x="277" y="340"/>
                </a:lnTo>
                <a:lnTo>
                  <a:pt x="277" y="339"/>
                </a:lnTo>
                <a:lnTo>
                  <a:pt x="277" y="338"/>
                </a:lnTo>
                <a:lnTo>
                  <a:pt x="277" y="335"/>
                </a:lnTo>
                <a:lnTo>
                  <a:pt x="276" y="334"/>
                </a:lnTo>
                <a:lnTo>
                  <a:pt x="275" y="333"/>
                </a:lnTo>
                <a:lnTo>
                  <a:pt x="274" y="333"/>
                </a:lnTo>
                <a:lnTo>
                  <a:pt x="274" y="332"/>
                </a:lnTo>
                <a:lnTo>
                  <a:pt x="274" y="331"/>
                </a:lnTo>
                <a:lnTo>
                  <a:pt x="273" y="329"/>
                </a:lnTo>
                <a:lnTo>
                  <a:pt x="273" y="328"/>
                </a:lnTo>
                <a:lnTo>
                  <a:pt x="273" y="327"/>
                </a:lnTo>
                <a:lnTo>
                  <a:pt x="273" y="326"/>
                </a:lnTo>
                <a:lnTo>
                  <a:pt x="272" y="324"/>
                </a:lnTo>
                <a:lnTo>
                  <a:pt x="272" y="323"/>
                </a:lnTo>
                <a:lnTo>
                  <a:pt x="273" y="321"/>
                </a:lnTo>
                <a:lnTo>
                  <a:pt x="273" y="320"/>
                </a:lnTo>
                <a:lnTo>
                  <a:pt x="272" y="320"/>
                </a:lnTo>
                <a:lnTo>
                  <a:pt x="271" y="320"/>
                </a:lnTo>
                <a:lnTo>
                  <a:pt x="271" y="319"/>
                </a:lnTo>
                <a:lnTo>
                  <a:pt x="270" y="319"/>
                </a:lnTo>
                <a:lnTo>
                  <a:pt x="269" y="319"/>
                </a:lnTo>
                <a:lnTo>
                  <a:pt x="269" y="320"/>
                </a:lnTo>
                <a:lnTo>
                  <a:pt x="269" y="321"/>
                </a:lnTo>
                <a:lnTo>
                  <a:pt x="268" y="322"/>
                </a:lnTo>
                <a:lnTo>
                  <a:pt x="268" y="323"/>
                </a:lnTo>
                <a:lnTo>
                  <a:pt x="269" y="323"/>
                </a:lnTo>
                <a:lnTo>
                  <a:pt x="268" y="324"/>
                </a:lnTo>
                <a:lnTo>
                  <a:pt x="268" y="325"/>
                </a:lnTo>
                <a:lnTo>
                  <a:pt x="267" y="325"/>
                </a:lnTo>
                <a:lnTo>
                  <a:pt x="267" y="326"/>
                </a:lnTo>
                <a:lnTo>
                  <a:pt x="266" y="326"/>
                </a:lnTo>
                <a:lnTo>
                  <a:pt x="265" y="325"/>
                </a:lnTo>
                <a:lnTo>
                  <a:pt x="265" y="324"/>
                </a:lnTo>
                <a:lnTo>
                  <a:pt x="266" y="324"/>
                </a:lnTo>
                <a:lnTo>
                  <a:pt x="266" y="323"/>
                </a:lnTo>
                <a:lnTo>
                  <a:pt x="265" y="323"/>
                </a:lnTo>
                <a:lnTo>
                  <a:pt x="264" y="323"/>
                </a:lnTo>
                <a:lnTo>
                  <a:pt x="263" y="323"/>
                </a:lnTo>
                <a:lnTo>
                  <a:pt x="263" y="322"/>
                </a:lnTo>
                <a:lnTo>
                  <a:pt x="263" y="321"/>
                </a:lnTo>
                <a:lnTo>
                  <a:pt x="262" y="321"/>
                </a:lnTo>
                <a:lnTo>
                  <a:pt x="261" y="321"/>
                </a:lnTo>
                <a:lnTo>
                  <a:pt x="260" y="322"/>
                </a:lnTo>
                <a:lnTo>
                  <a:pt x="259" y="323"/>
                </a:lnTo>
                <a:lnTo>
                  <a:pt x="258" y="323"/>
                </a:lnTo>
                <a:lnTo>
                  <a:pt x="257" y="323"/>
                </a:lnTo>
                <a:lnTo>
                  <a:pt x="257" y="322"/>
                </a:lnTo>
                <a:lnTo>
                  <a:pt x="256" y="321"/>
                </a:lnTo>
                <a:lnTo>
                  <a:pt x="255" y="321"/>
                </a:lnTo>
                <a:lnTo>
                  <a:pt x="255" y="320"/>
                </a:lnTo>
                <a:lnTo>
                  <a:pt x="254" y="320"/>
                </a:lnTo>
                <a:lnTo>
                  <a:pt x="253" y="320"/>
                </a:lnTo>
                <a:lnTo>
                  <a:pt x="252" y="320"/>
                </a:lnTo>
                <a:lnTo>
                  <a:pt x="251" y="320"/>
                </a:lnTo>
                <a:lnTo>
                  <a:pt x="250" y="321"/>
                </a:lnTo>
                <a:lnTo>
                  <a:pt x="249" y="322"/>
                </a:lnTo>
                <a:lnTo>
                  <a:pt x="249" y="323"/>
                </a:lnTo>
                <a:lnTo>
                  <a:pt x="248" y="323"/>
                </a:lnTo>
                <a:lnTo>
                  <a:pt x="248" y="324"/>
                </a:lnTo>
                <a:lnTo>
                  <a:pt x="247" y="324"/>
                </a:lnTo>
                <a:lnTo>
                  <a:pt x="247" y="325"/>
                </a:lnTo>
                <a:lnTo>
                  <a:pt x="246" y="325"/>
                </a:lnTo>
                <a:lnTo>
                  <a:pt x="245" y="325"/>
                </a:lnTo>
                <a:lnTo>
                  <a:pt x="243" y="325"/>
                </a:lnTo>
                <a:lnTo>
                  <a:pt x="242" y="325"/>
                </a:lnTo>
                <a:lnTo>
                  <a:pt x="241" y="325"/>
                </a:lnTo>
                <a:lnTo>
                  <a:pt x="240" y="325"/>
                </a:lnTo>
                <a:lnTo>
                  <a:pt x="239" y="325"/>
                </a:lnTo>
                <a:lnTo>
                  <a:pt x="239" y="326"/>
                </a:lnTo>
                <a:lnTo>
                  <a:pt x="238" y="326"/>
                </a:lnTo>
                <a:lnTo>
                  <a:pt x="237" y="328"/>
                </a:lnTo>
                <a:lnTo>
                  <a:pt x="236" y="328"/>
                </a:lnTo>
                <a:lnTo>
                  <a:pt x="235" y="328"/>
                </a:lnTo>
                <a:lnTo>
                  <a:pt x="234" y="328"/>
                </a:lnTo>
                <a:lnTo>
                  <a:pt x="235" y="328"/>
                </a:lnTo>
                <a:lnTo>
                  <a:pt x="235" y="329"/>
                </a:lnTo>
                <a:lnTo>
                  <a:pt x="235" y="330"/>
                </a:lnTo>
                <a:lnTo>
                  <a:pt x="234" y="330"/>
                </a:lnTo>
                <a:lnTo>
                  <a:pt x="233" y="331"/>
                </a:lnTo>
                <a:lnTo>
                  <a:pt x="233" y="332"/>
                </a:lnTo>
                <a:lnTo>
                  <a:pt x="233" y="333"/>
                </a:lnTo>
                <a:lnTo>
                  <a:pt x="233" y="332"/>
                </a:lnTo>
                <a:lnTo>
                  <a:pt x="232" y="332"/>
                </a:lnTo>
                <a:lnTo>
                  <a:pt x="231" y="332"/>
                </a:lnTo>
                <a:lnTo>
                  <a:pt x="230" y="332"/>
                </a:lnTo>
                <a:lnTo>
                  <a:pt x="230" y="331"/>
                </a:lnTo>
                <a:lnTo>
                  <a:pt x="229" y="331"/>
                </a:lnTo>
                <a:lnTo>
                  <a:pt x="228" y="330"/>
                </a:lnTo>
                <a:lnTo>
                  <a:pt x="228" y="329"/>
                </a:lnTo>
                <a:lnTo>
                  <a:pt x="229" y="329"/>
                </a:lnTo>
                <a:lnTo>
                  <a:pt x="229" y="328"/>
                </a:lnTo>
                <a:lnTo>
                  <a:pt x="229" y="327"/>
                </a:lnTo>
                <a:lnTo>
                  <a:pt x="229" y="325"/>
                </a:lnTo>
                <a:lnTo>
                  <a:pt x="228" y="325"/>
                </a:lnTo>
                <a:lnTo>
                  <a:pt x="228" y="324"/>
                </a:lnTo>
                <a:lnTo>
                  <a:pt x="227" y="324"/>
                </a:lnTo>
                <a:lnTo>
                  <a:pt x="226" y="324"/>
                </a:lnTo>
                <a:lnTo>
                  <a:pt x="226" y="323"/>
                </a:lnTo>
                <a:lnTo>
                  <a:pt x="226" y="322"/>
                </a:lnTo>
                <a:lnTo>
                  <a:pt x="226" y="320"/>
                </a:lnTo>
                <a:lnTo>
                  <a:pt x="226" y="319"/>
                </a:lnTo>
                <a:lnTo>
                  <a:pt x="227" y="318"/>
                </a:lnTo>
                <a:lnTo>
                  <a:pt x="227" y="317"/>
                </a:lnTo>
                <a:lnTo>
                  <a:pt x="227" y="316"/>
                </a:lnTo>
                <a:lnTo>
                  <a:pt x="228" y="316"/>
                </a:lnTo>
                <a:lnTo>
                  <a:pt x="228" y="315"/>
                </a:lnTo>
                <a:lnTo>
                  <a:pt x="228" y="314"/>
                </a:lnTo>
                <a:lnTo>
                  <a:pt x="227" y="314"/>
                </a:lnTo>
                <a:lnTo>
                  <a:pt x="226" y="313"/>
                </a:lnTo>
                <a:lnTo>
                  <a:pt x="226" y="312"/>
                </a:lnTo>
                <a:lnTo>
                  <a:pt x="225" y="312"/>
                </a:lnTo>
                <a:lnTo>
                  <a:pt x="224" y="311"/>
                </a:lnTo>
                <a:lnTo>
                  <a:pt x="224" y="310"/>
                </a:lnTo>
                <a:lnTo>
                  <a:pt x="224" y="309"/>
                </a:lnTo>
                <a:lnTo>
                  <a:pt x="223" y="309"/>
                </a:lnTo>
                <a:lnTo>
                  <a:pt x="223" y="308"/>
                </a:lnTo>
                <a:lnTo>
                  <a:pt x="222" y="308"/>
                </a:lnTo>
                <a:lnTo>
                  <a:pt x="222" y="309"/>
                </a:lnTo>
                <a:lnTo>
                  <a:pt x="221" y="309"/>
                </a:lnTo>
                <a:lnTo>
                  <a:pt x="220" y="310"/>
                </a:lnTo>
                <a:lnTo>
                  <a:pt x="221" y="311"/>
                </a:lnTo>
                <a:lnTo>
                  <a:pt x="220" y="311"/>
                </a:lnTo>
                <a:lnTo>
                  <a:pt x="220" y="313"/>
                </a:lnTo>
                <a:lnTo>
                  <a:pt x="219" y="313"/>
                </a:lnTo>
                <a:lnTo>
                  <a:pt x="219" y="312"/>
                </a:lnTo>
                <a:lnTo>
                  <a:pt x="218" y="313"/>
                </a:lnTo>
                <a:lnTo>
                  <a:pt x="218" y="314"/>
                </a:lnTo>
                <a:lnTo>
                  <a:pt x="217" y="314"/>
                </a:lnTo>
                <a:lnTo>
                  <a:pt x="216" y="314"/>
                </a:lnTo>
                <a:lnTo>
                  <a:pt x="215" y="313"/>
                </a:lnTo>
                <a:lnTo>
                  <a:pt x="215" y="312"/>
                </a:lnTo>
                <a:lnTo>
                  <a:pt x="214" y="312"/>
                </a:lnTo>
                <a:lnTo>
                  <a:pt x="213" y="312"/>
                </a:lnTo>
                <a:lnTo>
                  <a:pt x="212" y="312"/>
                </a:lnTo>
                <a:lnTo>
                  <a:pt x="212" y="311"/>
                </a:lnTo>
                <a:lnTo>
                  <a:pt x="211" y="311"/>
                </a:lnTo>
                <a:lnTo>
                  <a:pt x="210" y="312"/>
                </a:lnTo>
                <a:lnTo>
                  <a:pt x="209" y="312"/>
                </a:lnTo>
                <a:lnTo>
                  <a:pt x="209" y="313"/>
                </a:lnTo>
                <a:lnTo>
                  <a:pt x="209" y="314"/>
                </a:lnTo>
                <a:lnTo>
                  <a:pt x="208" y="313"/>
                </a:lnTo>
                <a:lnTo>
                  <a:pt x="208" y="312"/>
                </a:lnTo>
                <a:lnTo>
                  <a:pt x="208" y="311"/>
                </a:lnTo>
                <a:lnTo>
                  <a:pt x="207" y="311"/>
                </a:lnTo>
                <a:lnTo>
                  <a:pt x="207" y="310"/>
                </a:lnTo>
                <a:lnTo>
                  <a:pt x="207" y="309"/>
                </a:lnTo>
                <a:lnTo>
                  <a:pt x="207" y="308"/>
                </a:lnTo>
                <a:lnTo>
                  <a:pt x="207" y="307"/>
                </a:lnTo>
                <a:lnTo>
                  <a:pt x="206" y="306"/>
                </a:lnTo>
                <a:lnTo>
                  <a:pt x="205" y="306"/>
                </a:lnTo>
                <a:lnTo>
                  <a:pt x="205" y="307"/>
                </a:lnTo>
                <a:lnTo>
                  <a:pt x="204" y="307"/>
                </a:lnTo>
                <a:lnTo>
                  <a:pt x="204" y="308"/>
                </a:lnTo>
                <a:lnTo>
                  <a:pt x="203" y="308"/>
                </a:lnTo>
                <a:lnTo>
                  <a:pt x="202" y="308"/>
                </a:lnTo>
                <a:lnTo>
                  <a:pt x="201" y="308"/>
                </a:lnTo>
                <a:lnTo>
                  <a:pt x="201" y="309"/>
                </a:lnTo>
                <a:lnTo>
                  <a:pt x="200" y="310"/>
                </a:lnTo>
                <a:lnTo>
                  <a:pt x="199" y="310"/>
                </a:lnTo>
                <a:lnTo>
                  <a:pt x="199" y="311"/>
                </a:lnTo>
                <a:lnTo>
                  <a:pt x="198" y="311"/>
                </a:lnTo>
                <a:lnTo>
                  <a:pt x="197" y="311"/>
                </a:lnTo>
                <a:lnTo>
                  <a:pt x="197" y="310"/>
                </a:lnTo>
                <a:lnTo>
                  <a:pt x="197" y="309"/>
                </a:lnTo>
                <a:lnTo>
                  <a:pt x="197" y="308"/>
                </a:lnTo>
                <a:lnTo>
                  <a:pt x="196" y="308"/>
                </a:lnTo>
                <a:lnTo>
                  <a:pt x="195" y="308"/>
                </a:lnTo>
                <a:lnTo>
                  <a:pt x="194" y="308"/>
                </a:lnTo>
                <a:lnTo>
                  <a:pt x="194" y="309"/>
                </a:lnTo>
                <a:lnTo>
                  <a:pt x="193" y="309"/>
                </a:lnTo>
                <a:lnTo>
                  <a:pt x="192" y="309"/>
                </a:lnTo>
                <a:lnTo>
                  <a:pt x="191" y="309"/>
                </a:lnTo>
                <a:lnTo>
                  <a:pt x="191" y="310"/>
                </a:lnTo>
                <a:lnTo>
                  <a:pt x="191" y="311"/>
                </a:lnTo>
                <a:lnTo>
                  <a:pt x="192" y="311"/>
                </a:lnTo>
                <a:lnTo>
                  <a:pt x="192" y="312"/>
                </a:lnTo>
                <a:lnTo>
                  <a:pt x="192" y="313"/>
                </a:lnTo>
                <a:lnTo>
                  <a:pt x="192" y="314"/>
                </a:lnTo>
                <a:lnTo>
                  <a:pt x="192" y="315"/>
                </a:lnTo>
                <a:lnTo>
                  <a:pt x="193" y="315"/>
                </a:lnTo>
                <a:lnTo>
                  <a:pt x="194" y="315"/>
                </a:lnTo>
                <a:lnTo>
                  <a:pt x="193" y="316"/>
                </a:lnTo>
                <a:lnTo>
                  <a:pt x="193" y="317"/>
                </a:lnTo>
                <a:lnTo>
                  <a:pt x="193" y="318"/>
                </a:lnTo>
                <a:lnTo>
                  <a:pt x="192" y="318"/>
                </a:lnTo>
                <a:lnTo>
                  <a:pt x="192" y="319"/>
                </a:lnTo>
                <a:lnTo>
                  <a:pt x="191" y="319"/>
                </a:lnTo>
                <a:lnTo>
                  <a:pt x="190" y="319"/>
                </a:lnTo>
                <a:lnTo>
                  <a:pt x="189" y="319"/>
                </a:lnTo>
                <a:lnTo>
                  <a:pt x="189" y="318"/>
                </a:lnTo>
                <a:lnTo>
                  <a:pt x="188" y="319"/>
                </a:lnTo>
                <a:lnTo>
                  <a:pt x="189" y="320"/>
                </a:lnTo>
                <a:lnTo>
                  <a:pt x="189" y="321"/>
                </a:lnTo>
                <a:lnTo>
                  <a:pt x="189" y="322"/>
                </a:lnTo>
                <a:lnTo>
                  <a:pt x="190" y="322"/>
                </a:lnTo>
                <a:lnTo>
                  <a:pt x="191" y="323"/>
                </a:lnTo>
                <a:lnTo>
                  <a:pt x="191" y="324"/>
                </a:lnTo>
                <a:lnTo>
                  <a:pt x="191" y="325"/>
                </a:lnTo>
                <a:lnTo>
                  <a:pt x="190" y="325"/>
                </a:lnTo>
                <a:lnTo>
                  <a:pt x="189" y="325"/>
                </a:lnTo>
                <a:lnTo>
                  <a:pt x="189" y="326"/>
                </a:lnTo>
                <a:lnTo>
                  <a:pt x="188" y="327"/>
                </a:lnTo>
                <a:lnTo>
                  <a:pt x="188" y="328"/>
                </a:lnTo>
                <a:lnTo>
                  <a:pt x="188" y="329"/>
                </a:lnTo>
                <a:lnTo>
                  <a:pt x="189" y="329"/>
                </a:lnTo>
                <a:lnTo>
                  <a:pt x="191" y="329"/>
                </a:lnTo>
                <a:lnTo>
                  <a:pt x="191" y="330"/>
                </a:lnTo>
                <a:lnTo>
                  <a:pt x="192" y="331"/>
                </a:lnTo>
                <a:lnTo>
                  <a:pt x="191" y="331"/>
                </a:lnTo>
                <a:lnTo>
                  <a:pt x="192" y="332"/>
                </a:lnTo>
                <a:lnTo>
                  <a:pt x="194" y="333"/>
                </a:lnTo>
                <a:lnTo>
                  <a:pt x="195" y="333"/>
                </a:lnTo>
                <a:lnTo>
                  <a:pt x="195" y="334"/>
                </a:lnTo>
                <a:lnTo>
                  <a:pt x="194" y="335"/>
                </a:lnTo>
                <a:lnTo>
                  <a:pt x="193" y="336"/>
                </a:lnTo>
                <a:lnTo>
                  <a:pt x="192" y="337"/>
                </a:lnTo>
                <a:lnTo>
                  <a:pt x="192" y="338"/>
                </a:lnTo>
                <a:lnTo>
                  <a:pt x="192" y="339"/>
                </a:lnTo>
                <a:lnTo>
                  <a:pt x="193" y="339"/>
                </a:lnTo>
                <a:lnTo>
                  <a:pt x="193" y="340"/>
                </a:lnTo>
                <a:lnTo>
                  <a:pt x="192" y="340"/>
                </a:lnTo>
                <a:lnTo>
                  <a:pt x="191" y="340"/>
                </a:lnTo>
                <a:lnTo>
                  <a:pt x="191" y="341"/>
                </a:lnTo>
                <a:lnTo>
                  <a:pt x="191" y="342"/>
                </a:lnTo>
                <a:lnTo>
                  <a:pt x="191" y="343"/>
                </a:lnTo>
                <a:lnTo>
                  <a:pt x="190" y="343"/>
                </a:lnTo>
                <a:lnTo>
                  <a:pt x="189" y="344"/>
                </a:lnTo>
                <a:lnTo>
                  <a:pt x="188" y="344"/>
                </a:lnTo>
                <a:lnTo>
                  <a:pt x="187" y="344"/>
                </a:lnTo>
                <a:lnTo>
                  <a:pt x="185" y="344"/>
                </a:lnTo>
                <a:lnTo>
                  <a:pt x="185" y="345"/>
                </a:lnTo>
                <a:lnTo>
                  <a:pt x="186" y="345"/>
                </a:lnTo>
                <a:lnTo>
                  <a:pt x="186" y="346"/>
                </a:lnTo>
                <a:lnTo>
                  <a:pt x="186" y="347"/>
                </a:lnTo>
                <a:lnTo>
                  <a:pt x="185" y="347"/>
                </a:lnTo>
                <a:lnTo>
                  <a:pt x="185" y="348"/>
                </a:lnTo>
                <a:lnTo>
                  <a:pt x="184" y="348"/>
                </a:lnTo>
                <a:lnTo>
                  <a:pt x="183" y="348"/>
                </a:lnTo>
                <a:lnTo>
                  <a:pt x="182" y="348"/>
                </a:lnTo>
                <a:lnTo>
                  <a:pt x="182" y="349"/>
                </a:lnTo>
                <a:lnTo>
                  <a:pt x="181" y="349"/>
                </a:lnTo>
                <a:lnTo>
                  <a:pt x="180" y="349"/>
                </a:lnTo>
                <a:lnTo>
                  <a:pt x="179" y="349"/>
                </a:lnTo>
                <a:lnTo>
                  <a:pt x="179" y="350"/>
                </a:lnTo>
                <a:lnTo>
                  <a:pt x="178" y="350"/>
                </a:lnTo>
                <a:lnTo>
                  <a:pt x="178" y="351"/>
                </a:lnTo>
                <a:lnTo>
                  <a:pt x="178" y="352"/>
                </a:lnTo>
                <a:lnTo>
                  <a:pt x="178" y="353"/>
                </a:lnTo>
                <a:lnTo>
                  <a:pt x="177" y="353"/>
                </a:lnTo>
                <a:lnTo>
                  <a:pt x="176" y="352"/>
                </a:lnTo>
                <a:lnTo>
                  <a:pt x="175" y="352"/>
                </a:lnTo>
                <a:lnTo>
                  <a:pt x="175" y="351"/>
                </a:lnTo>
                <a:lnTo>
                  <a:pt x="174" y="351"/>
                </a:lnTo>
                <a:lnTo>
                  <a:pt x="175" y="351"/>
                </a:lnTo>
                <a:lnTo>
                  <a:pt x="175" y="350"/>
                </a:lnTo>
                <a:lnTo>
                  <a:pt x="174" y="350"/>
                </a:lnTo>
                <a:lnTo>
                  <a:pt x="174" y="349"/>
                </a:lnTo>
                <a:lnTo>
                  <a:pt x="174" y="348"/>
                </a:lnTo>
                <a:lnTo>
                  <a:pt x="174" y="347"/>
                </a:lnTo>
                <a:lnTo>
                  <a:pt x="174" y="346"/>
                </a:lnTo>
                <a:lnTo>
                  <a:pt x="175" y="346"/>
                </a:lnTo>
                <a:lnTo>
                  <a:pt x="175" y="345"/>
                </a:lnTo>
                <a:lnTo>
                  <a:pt x="174" y="345"/>
                </a:lnTo>
                <a:lnTo>
                  <a:pt x="172" y="345"/>
                </a:lnTo>
                <a:lnTo>
                  <a:pt x="172" y="344"/>
                </a:lnTo>
                <a:lnTo>
                  <a:pt x="173" y="343"/>
                </a:lnTo>
                <a:lnTo>
                  <a:pt x="173" y="342"/>
                </a:lnTo>
                <a:lnTo>
                  <a:pt x="173" y="341"/>
                </a:lnTo>
                <a:lnTo>
                  <a:pt x="172" y="340"/>
                </a:lnTo>
                <a:lnTo>
                  <a:pt x="170" y="340"/>
                </a:lnTo>
                <a:lnTo>
                  <a:pt x="169" y="341"/>
                </a:lnTo>
                <a:lnTo>
                  <a:pt x="169" y="340"/>
                </a:lnTo>
                <a:lnTo>
                  <a:pt x="168" y="340"/>
                </a:lnTo>
                <a:lnTo>
                  <a:pt x="167" y="341"/>
                </a:lnTo>
                <a:lnTo>
                  <a:pt x="168" y="341"/>
                </a:lnTo>
                <a:lnTo>
                  <a:pt x="167" y="341"/>
                </a:lnTo>
                <a:lnTo>
                  <a:pt x="167" y="340"/>
                </a:lnTo>
                <a:lnTo>
                  <a:pt x="165" y="340"/>
                </a:lnTo>
                <a:lnTo>
                  <a:pt x="164" y="340"/>
                </a:lnTo>
                <a:lnTo>
                  <a:pt x="163" y="340"/>
                </a:lnTo>
                <a:lnTo>
                  <a:pt x="162" y="340"/>
                </a:lnTo>
                <a:lnTo>
                  <a:pt x="162" y="341"/>
                </a:lnTo>
                <a:lnTo>
                  <a:pt x="162" y="342"/>
                </a:lnTo>
                <a:lnTo>
                  <a:pt x="161" y="342"/>
                </a:lnTo>
                <a:lnTo>
                  <a:pt x="160" y="342"/>
                </a:lnTo>
                <a:lnTo>
                  <a:pt x="159" y="342"/>
                </a:lnTo>
                <a:lnTo>
                  <a:pt x="160" y="341"/>
                </a:lnTo>
                <a:lnTo>
                  <a:pt x="161" y="341"/>
                </a:lnTo>
                <a:lnTo>
                  <a:pt x="161" y="340"/>
                </a:lnTo>
                <a:lnTo>
                  <a:pt x="160" y="340"/>
                </a:lnTo>
                <a:lnTo>
                  <a:pt x="160" y="339"/>
                </a:lnTo>
                <a:lnTo>
                  <a:pt x="159" y="339"/>
                </a:lnTo>
                <a:lnTo>
                  <a:pt x="159" y="340"/>
                </a:lnTo>
                <a:lnTo>
                  <a:pt x="158" y="341"/>
                </a:lnTo>
                <a:lnTo>
                  <a:pt x="159" y="341"/>
                </a:lnTo>
                <a:lnTo>
                  <a:pt x="159" y="342"/>
                </a:lnTo>
                <a:lnTo>
                  <a:pt x="158" y="342"/>
                </a:lnTo>
                <a:lnTo>
                  <a:pt x="157" y="342"/>
                </a:lnTo>
                <a:lnTo>
                  <a:pt x="157" y="341"/>
                </a:lnTo>
                <a:lnTo>
                  <a:pt x="158" y="341"/>
                </a:lnTo>
                <a:lnTo>
                  <a:pt x="157" y="340"/>
                </a:lnTo>
                <a:lnTo>
                  <a:pt x="156" y="340"/>
                </a:lnTo>
                <a:lnTo>
                  <a:pt x="155" y="340"/>
                </a:lnTo>
                <a:lnTo>
                  <a:pt x="155" y="341"/>
                </a:lnTo>
                <a:lnTo>
                  <a:pt x="156" y="342"/>
                </a:lnTo>
                <a:lnTo>
                  <a:pt x="156" y="343"/>
                </a:lnTo>
                <a:lnTo>
                  <a:pt x="155" y="343"/>
                </a:lnTo>
                <a:lnTo>
                  <a:pt x="154" y="343"/>
                </a:lnTo>
                <a:lnTo>
                  <a:pt x="153" y="343"/>
                </a:lnTo>
                <a:lnTo>
                  <a:pt x="153" y="344"/>
                </a:lnTo>
                <a:lnTo>
                  <a:pt x="153" y="345"/>
                </a:lnTo>
                <a:lnTo>
                  <a:pt x="153" y="346"/>
                </a:lnTo>
                <a:lnTo>
                  <a:pt x="153" y="347"/>
                </a:lnTo>
                <a:lnTo>
                  <a:pt x="152" y="347"/>
                </a:lnTo>
                <a:lnTo>
                  <a:pt x="152" y="348"/>
                </a:lnTo>
                <a:lnTo>
                  <a:pt x="152" y="349"/>
                </a:lnTo>
                <a:lnTo>
                  <a:pt x="153" y="349"/>
                </a:lnTo>
                <a:lnTo>
                  <a:pt x="153" y="350"/>
                </a:lnTo>
                <a:lnTo>
                  <a:pt x="153" y="351"/>
                </a:lnTo>
                <a:lnTo>
                  <a:pt x="153" y="352"/>
                </a:lnTo>
                <a:lnTo>
                  <a:pt x="152" y="352"/>
                </a:lnTo>
                <a:lnTo>
                  <a:pt x="152" y="351"/>
                </a:lnTo>
                <a:lnTo>
                  <a:pt x="151" y="351"/>
                </a:lnTo>
                <a:lnTo>
                  <a:pt x="151" y="352"/>
                </a:lnTo>
                <a:lnTo>
                  <a:pt x="150" y="352"/>
                </a:lnTo>
                <a:lnTo>
                  <a:pt x="149" y="351"/>
                </a:lnTo>
                <a:lnTo>
                  <a:pt x="149" y="350"/>
                </a:lnTo>
                <a:lnTo>
                  <a:pt x="148" y="349"/>
                </a:lnTo>
                <a:lnTo>
                  <a:pt x="147" y="348"/>
                </a:lnTo>
                <a:lnTo>
                  <a:pt x="146" y="348"/>
                </a:lnTo>
                <a:lnTo>
                  <a:pt x="146" y="349"/>
                </a:lnTo>
                <a:lnTo>
                  <a:pt x="145" y="349"/>
                </a:lnTo>
                <a:lnTo>
                  <a:pt x="144" y="349"/>
                </a:lnTo>
                <a:lnTo>
                  <a:pt x="143" y="350"/>
                </a:lnTo>
                <a:lnTo>
                  <a:pt x="143" y="351"/>
                </a:lnTo>
                <a:lnTo>
                  <a:pt x="142" y="351"/>
                </a:lnTo>
                <a:lnTo>
                  <a:pt x="141" y="351"/>
                </a:lnTo>
                <a:lnTo>
                  <a:pt x="140" y="351"/>
                </a:lnTo>
                <a:lnTo>
                  <a:pt x="139" y="352"/>
                </a:lnTo>
                <a:lnTo>
                  <a:pt x="139" y="353"/>
                </a:lnTo>
                <a:lnTo>
                  <a:pt x="138" y="353"/>
                </a:lnTo>
                <a:lnTo>
                  <a:pt x="138" y="354"/>
                </a:lnTo>
                <a:lnTo>
                  <a:pt x="138" y="355"/>
                </a:lnTo>
                <a:lnTo>
                  <a:pt x="139" y="355"/>
                </a:lnTo>
                <a:lnTo>
                  <a:pt x="139" y="356"/>
                </a:lnTo>
                <a:lnTo>
                  <a:pt x="140" y="356"/>
                </a:lnTo>
                <a:lnTo>
                  <a:pt x="141" y="356"/>
                </a:lnTo>
                <a:lnTo>
                  <a:pt x="141" y="357"/>
                </a:lnTo>
                <a:lnTo>
                  <a:pt x="142" y="358"/>
                </a:lnTo>
                <a:lnTo>
                  <a:pt x="141" y="358"/>
                </a:lnTo>
                <a:lnTo>
                  <a:pt x="141" y="359"/>
                </a:lnTo>
                <a:lnTo>
                  <a:pt x="141" y="360"/>
                </a:lnTo>
                <a:lnTo>
                  <a:pt x="142" y="360"/>
                </a:lnTo>
                <a:lnTo>
                  <a:pt x="143" y="360"/>
                </a:lnTo>
                <a:lnTo>
                  <a:pt x="144" y="360"/>
                </a:lnTo>
                <a:lnTo>
                  <a:pt x="143" y="362"/>
                </a:lnTo>
                <a:lnTo>
                  <a:pt x="142" y="363"/>
                </a:lnTo>
                <a:lnTo>
                  <a:pt x="142" y="364"/>
                </a:lnTo>
                <a:lnTo>
                  <a:pt x="142" y="365"/>
                </a:lnTo>
                <a:lnTo>
                  <a:pt x="142" y="366"/>
                </a:lnTo>
                <a:lnTo>
                  <a:pt x="142" y="367"/>
                </a:lnTo>
                <a:lnTo>
                  <a:pt x="139" y="367"/>
                </a:lnTo>
                <a:lnTo>
                  <a:pt x="138" y="367"/>
                </a:lnTo>
                <a:lnTo>
                  <a:pt x="139" y="368"/>
                </a:lnTo>
                <a:lnTo>
                  <a:pt x="139" y="369"/>
                </a:lnTo>
                <a:lnTo>
                  <a:pt x="138" y="369"/>
                </a:lnTo>
                <a:lnTo>
                  <a:pt x="138" y="370"/>
                </a:lnTo>
                <a:lnTo>
                  <a:pt x="137" y="370"/>
                </a:lnTo>
                <a:lnTo>
                  <a:pt x="136" y="370"/>
                </a:lnTo>
                <a:lnTo>
                  <a:pt x="136" y="369"/>
                </a:lnTo>
                <a:lnTo>
                  <a:pt x="135" y="368"/>
                </a:lnTo>
                <a:lnTo>
                  <a:pt x="135" y="367"/>
                </a:lnTo>
                <a:lnTo>
                  <a:pt x="134" y="367"/>
                </a:lnTo>
                <a:lnTo>
                  <a:pt x="133" y="368"/>
                </a:lnTo>
                <a:lnTo>
                  <a:pt x="132" y="368"/>
                </a:lnTo>
                <a:lnTo>
                  <a:pt x="132" y="369"/>
                </a:lnTo>
                <a:lnTo>
                  <a:pt x="132" y="370"/>
                </a:lnTo>
                <a:lnTo>
                  <a:pt x="132" y="371"/>
                </a:lnTo>
                <a:lnTo>
                  <a:pt x="133" y="371"/>
                </a:lnTo>
                <a:lnTo>
                  <a:pt x="133" y="372"/>
                </a:lnTo>
                <a:lnTo>
                  <a:pt x="134" y="372"/>
                </a:lnTo>
                <a:lnTo>
                  <a:pt x="134" y="373"/>
                </a:lnTo>
                <a:lnTo>
                  <a:pt x="133" y="373"/>
                </a:lnTo>
                <a:lnTo>
                  <a:pt x="132" y="374"/>
                </a:lnTo>
                <a:lnTo>
                  <a:pt x="131" y="374"/>
                </a:lnTo>
                <a:lnTo>
                  <a:pt x="130" y="374"/>
                </a:lnTo>
                <a:lnTo>
                  <a:pt x="130" y="375"/>
                </a:lnTo>
                <a:lnTo>
                  <a:pt x="129" y="375"/>
                </a:lnTo>
                <a:lnTo>
                  <a:pt x="129" y="376"/>
                </a:lnTo>
                <a:lnTo>
                  <a:pt x="129" y="378"/>
                </a:lnTo>
                <a:lnTo>
                  <a:pt x="130" y="379"/>
                </a:lnTo>
                <a:lnTo>
                  <a:pt x="131" y="380"/>
                </a:lnTo>
                <a:lnTo>
                  <a:pt x="131" y="381"/>
                </a:lnTo>
                <a:lnTo>
                  <a:pt x="131" y="383"/>
                </a:lnTo>
                <a:lnTo>
                  <a:pt x="130" y="383"/>
                </a:lnTo>
                <a:lnTo>
                  <a:pt x="129" y="384"/>
                </a:lnTo>
                <a:lnTo>
                  <a:pt x="128" y="384"/>
                </a:lnTo>
                <a:lnTo>
                  <a:pt x="128" y="385"/>
                </a:lnTo>
                <a:lnTo>
                  <a:pt x="127" y="384"/>
                </a:lnTo>
                <a:lnTo>
                  <a:pt x="126" y="384"/>
                </a:lnTo>
                <a:lnTo>
                  <a:pt x="127" y="383"/>
                </a:lnTo>
                <a:lnTo>
                  <a:pt x="127" y="382"/>
                </a:lnTo>
                <a:lnTo>
                  <a:pt x="126" y="381"/>
                </a:lnTo>
                <a:lnTo>
                  <a:pt x="125" y="381"/>
                </a:lnTo>
                <a:lnTo>
                  <a:pt x="124" y="381"/>
                </a:lnTo>
                <a:lnTo>
                  <a:pt x="124" y="380"/>
                </a:lnTo>
                <a:lnTo>
                  <a:pt x="124" y="381"/>
                </a:lnTo>
                <a:lnTo>
                  <a:pt x="123" y="382"/>
                </a:lnTo>
                <a:lnTo>
                  <a:pt x="122" y="382"/>
                </a:lnTo>
                <a:lnTo>
                  <a:pt x="121" y="381"/>
                </a:lnTo>
                <a:lnTo>
                  <a:pt x="121" y="380"/>
                </a:lnTo>
                <a:lnTo>
                  <a:pt x="121" y="379"/>
                </a:lnTo>
                <a:lnTo>
                  <a:pt x="120" y="379"/>
                </a:lnTo>
                <a:lnTo>
                  <a:pt x="119" y="379"/>
                </a:lnTo>
                <a:lnTo>
                  <a:pt x="118" y="379"/>
                </a:lnTo>
                <a:lnTo>
                  <a:pt x="118" y="378"/>
                </a:lnTo>
                <a:lnTo>
                  <a:pt x="117" y="378"/>
                </a:lnTo>
                <a:lnTo>
                  <a:pt x="117" y="379"/>
                </a:lnTo>
                <a:lnTo>
                  <a:pt x="116" y="379"/>
                </a:lnTo>
                <a:lnTo>
                  <a:pt x="117" y="379"/>
                </a:lnTo>
                <a:lnTo>
                  <a:pt x="117" y="380"/>
                </a:lnTo>
                <a:lnTo>
                  <a:pt x="117" y="381"/>
                </a:lnTo>
                <a:lnTo>
                  <a:pt x="116" y="381"/>
                </a:lnTo>
                <a:lnTo>
                  <a:pt x="115" y="381"/>
                </a:lnTo>
                <a:lnTo>
                  <a:pt x="115" y="380"/>
                </a:lnTo>
                <a:lnTo>
                  <a:pt x="114" y="378"/>
                </a:lnTo>
                <a:lnTo>
                  <a:pt x="115" y="377"/>
                </a:lnTo>
                <a:lnTo>
                  <a:pt x="117" y="377"/>
                </a:lnTo>
                <a:lnTo>
                  <a:pt x="117" y="376"/>
                </a:lnTo>
                <a:lnTo>
                  <a:pt x="118" y="376"/>
                </a:lnTo>
                <a:lnTo>
                  <a:pt x="118" y="375"/>
                </a:lnTo>
                <a:lnTo>
                  <a:pt x="119" y="374"/>
                </a:lnTo>
                <a:lnTo>
                  <a:pt x="120" y="373"/>
                </a:lnTo>
                <a:lnTo>
                  <a:pt x="119" y="373"/>
                </a:lnTo>
                <a:lnTo>
                  <a:pt x="119" y="371"/>
                </a:lnTo>
                <a:lnTo>
                  <a:pt x="119" y="370"/>
                </a:lnTo>
                <a:lnTo>
                  <a:pt x="118" y="370"/>
                </a:lnTo>
                <a:lnTo>
                  <a:pt x="119" y="370"/>
                </a:lnTo>
                <a:lnTo>
                  <a:pt x="119" y="369"/>
                </a:lnTo>
                <a:lnTo>
                  <a:pt x="119" y="368"/>
                </a:lnTo>
                <a:lnTo>
                  <a:pt x="120" y="369"/>
                </a:lnTo>
                <a:lnTo>
                  <a:pt x="121" y="369"/>
                </a:lnTo>
                <a:lnTo>
                  <a:pt x="121" y="368"/>
                </a:lnTo>
                <a:lnTo>
                  <a:pt x="121" y="367"/>
                </a:lnTo>
                <a:lnTo>
                  <a:pt x="121" y="366"/>
                </a:lnTo>
                <a:lnTo>
                  <a:pt x="120" y="366"/>
                </a:lnTo>
                <a:lnTo>
                  <a:pt x="120" y="365"/>
                </a:lnTo>
                <a:lnTo>
                  <a:pt x="121" y="365"/>
                </a:lnTo>
                <a:lnTo>
                  <a:pt x="122" y="365"/>
                </a:lnTo>
                <a:lnTo>
                  <a:pt x="122" y="364"/>
                </a:lnTo>
                <a:lnTo>
                  <a:pt x="123" y="364"/>
                </a:lnTo>
                <a:lnTo>
                  <a:pt x="122" y="363"/>
                </a:lnTo>
                <a:lnTo>
                  <a:pt x="121" y="363"/>
                </a:lnTo>
                <a:lnTo>
                  <a:pt x="120" y="363"/>
                </a:lnTo>
                <a:lnTo>
                  <a:pt x="119" y="361"/>
                </a:lnTo>
                <a:lnTo>
                  <a:pt x="119" y="360"/>
                </a:lnTo>
                <a:lnTo>
                  <a:pt x="118" y="360"/>
                </a:lnTo>
                <a:lnTo>
                  <a:pt x="117" y="360"/>
                </a:lnTo>
                <a:lnTo>
                  <a:pt x="117" y="359"/>
                </a:lnTo>
                <a:lnTo>
                  <a:pt x="116" y="359"/>
                </a:lnTo>
                <a:lnTo>
                  <a:pt x="115" y="357"/>
                </a:lnTo>
                <a:lnTo>
                  <a:pt x="114" y="357"/>
                </a:lnTo>
                <a:lnTo>
                  <a:pt x="114" y="356"/>
                </a:lnTo>
                <a:lnTo>
                  <a:pt x="114" y="355"/>
                </a:lnTo>
                <a:lnTo>
                  <a:pt x="115" y="355"/>
                </a:lnTo>
                <a:lnTo>
                  <a:pt x="115" y="354"/>
                </a:lnTo>
                <a:lnTo>
                  <a:pt x="115" y="353"/>
                </a:lnTo>
                <a:lnTo>
                  <a:pt x="114" y="353"/>
                </a:lnTo>
                <a:lnTo>
                  <a:pt x="113" y="352"/>
                </a:lnTo>
                <a:lnTo>
                  <a:pt x="112" y="352"/>
                </a:lnTo>
                <a:lnTo>
                  <a:pt x="112" y="351"/>
                </a:lnTo>
                <a:lnTo>
                  <a:pt x="111" y="351"/>
                </a:lnTo>
                <a:lnTo>
                  <a:pt x="111" y="350"/>
                </a:lnTo>
                <a:lnTo>
                  <a:pt x="111" y="349"/>
                </a:lnTo>
                <a:lnTo>
                  <a:pt x="110" y="349"/>
                </a:lnTo>
                <a:lnTo>
                  <a:pt x="109" y="349"/>
                </a:lnTo>
                <a:lnTo>
                  <a:pt x="108" y="348"/>
                </a:lnTo>
                <a:lnTo>
                  <a:pt x="108" y="347"/>
                </a:lnTo>
                <a:lnTo>
                  <a:pt x="107" y="347"/>
                </a:lnTo>
                <a:lnTo>
                  <a:pt x="107" y="346"/>
                </a:lnTo>
                <a:lnTo>
                  <a:pt x="107" y="345"/>
                </a:lnTo>
                <a:lnTo>
                  <a:pt x="106" y="345"/>
                </a:lnTo>
                <a:lnTo>
                  <a:pt x="105" y="346"/>
                </a:lnTo>
                <a:lnTo>
                  <a:pt x="106" y="346"/>
                </a:lnTo>
                <a:lnTo>
                  <a:pt x="105" y="347"/>
                </a:lnTo>
                <a:lnTo>
                  <a:pt x="104" y="347"/>
                </a:lnTo>
                <a:lnTo>
                  <a:pt x="105" y="348"/>
                </a:lnTo>
                <a:lnTo>
                  <a:pt x="106" y="349"/>
                </a:lnTo>
                <a:lnTo>
                  <a:pt x="106" y="350"/>
                </a:lnTo>
                <a:lnTo>
                  <a:pt x="105" y="350"/>
                </a:lnTo>
                <a:lnTo>
                  <a:pt x="105" y="349"/>
                </a:lnTo>
                <a:lnTo>
                  <a:pt x="105" y="350"/>
                </a:lnTo>
                <a:lnTo>
                  <a:pt x="105" y="351"/>
                </a:lnTo>
                <a:lnTo>
                  <a:pt x="105" y="352"/>
                </a:lnTo>
                <a:lnTo>
                  <a:pt x="106" y="353"/>
                </a:lnTo>
                <a:lnTo>
                  <a:pt x="107" y="354"/>
                </a:lnTo>
                <a:lnTo>
                  <a:pt x="108" y="354"/>
                </a:lnTo>
                <a:lnTo>
                  <a:pt x="108" y="355"/>
                </a:lnTo>
                <a:lnTo>
                  <a:pt x="109" y="356"/>
                </a:lnTo>
                <a:lnTo>
                  <a:pt x="109" y="357"/>
                </a:lnTo>
                <a:lnTo>
                  <a:pt x="109" y="358"/>
                </a:lnTo>
                <a:lnTo>
                  <a:pt x="110" y="358"/>
                </a:lnTo>
                <a:lnTo>
                  <a:pt x="110" y="359"/>
                </a:lnTo>
                <a:lnTo>
                  <a:pt x="110" y="360"/>
                </a:lnTo>
                <a:lnTo>
                  <a:pt x="111" y="360"/>
                </a:lnTo>
                <a:lnTo>
                  <a:pt x="111" y="361"/>
                </a:lnTo>
                <a:lnTo>
                  <a:pt x="112" y="362"/>
                </a:lnTo>
                <a:lnTo>
                  <a:pt x="111" y="363"/>
                </a:lnTo>
                <a:lnTo>
                  <a:pt x="110" y="363"/>
                </a:lnTo>
                <a:lnTo>
                  <a:pt x="109" y="363"/>
                </a:lnTo>
                <a:lnTo>
                  <a:pt x="109" y="364"/>
                </a:lnTo>
                <a:lnTo>
                  <a:pt x="110" y="365"/>
                </a:lnTo>
                <a:lnTo>
                  <a:pt x="110" y="366"/>
                </a:lnTo>
                <a:lnTo>
                  <a:pt x="109" y="367"/>
                </a:lnTo>
                <a:lnTo>
                  <a:pt x="109" y="368"/>
                </a:lnTo>
                <a:lnTo>
                  <a:pt x="108" y="368"/>
                </a:lnTo>
                <a:lnTo>
                  <a:pt x="108" y="369"/>
                </a:lnTo>
                <a:lnTo>
                  <a:pt x="109" y="370"/>
                </a:lnTo>
                <a:lnTo>
                  <a:pt x="109" y="371"/>
                </a:lnTo>
                <a:lnTo>
                  <a:pt x="110" y="371"/>
                </a:lnTo>
                <a:lnTo>
                  <a:pt x="110" y="372"/>
                </a:lnTo>
                <a:lnTo>
                  <a:pt x="111" y="372"/>
                </a:lnTo>
                <a:lnTo>
                  <a:pt x="110" y="373"/>
                </a:lnTo>
                <a:lnTo>
                  <a:pt x="109" y="373"/>
                </a:lnTo>
                <a:lnTo>
                  <a:pt x="109" y="372"/>
                </a:lnTo>
                <a:lnTo>
                  <a:pt x="109" y="371"/>
                </a:lnTo>
                <a:lnTo>
                  <a:pt x="108" y="370"/>
                </a:lnTo>
                <a:lnTo>
                  <a:pt x="107" y="370"/>
                </a:lnTo>
                <a:lnTo>
                  <a:pt x="107" y="369"/>
                </a:lnTo>
                <a:lnTo>
                  <a:pt x="106" y="370"/>
                </a:lnTo>
                <a:lnTo>
                  <a:pt x="106" y="371"/>
                </a:lnTo>
                <a:lnTo>
                  <a:pt x="107" y="371"/>
                </a:lnTo>
                <a:lnTo>
                  <a:pt x="107" y="372"/>
                </a:lnTo>
                <a:lnTo>
                  <a:pt x="108" y="373"/>
                </a:lnTo>
                <a:lnTo>
                  <a:pt x="108" y="374"/>
                </a:lnTo>
                <a:lnTo>
                  <a:pt x="109" y="375"/>
                </a:lnTo>
                <a:lnTo>
                  <a:pt x="110" y="375"/>
                </a:lnTo>
                <a:lnTo>
                  <a:pt x="110" y="376"/>
                </a:lnTo>
                <a:lnTo>
                  <a:pt x="109" y="376"/>
                </a:lnTo>
                <a:lnTo>
                  <a:pt x="108" y="376"/>
                </a:lnTo>
                <a:lnTo>
                  <a:pt x="107" y="376"/>
                </a:lnTo>
                <a:lnTo>
                  <a:pt x="106" y="376"/>
                </a:lnTo>
                <a:lnTo>
                  <a:pt x="106" y="375"/>
                </a:lnTo>
                <a:lnTo>
                  <a:pt x="104" y="374"/>
                </a:lnTo>
                <a:lnTo>
                  <a:pt x="103" y="374"/>
                </a:lnTo>
                <a:lnTo>
                  <a:pt x="102" y="373"/>
                </a:lnTo>
                <a:lnTo>
                  <a:pt x="101" y="373"/>
                </a:lnTo>
                <a:lnTo>
                  <a:pt x="100" y="372"/>
                </a:lnTo>
                <a:lnTo>
                  <a:pt x="99" y="373"/>
                </a:lnTo>
                <a:lnTo>
                  <a:pt x="99" y="374"/>
                </a:lnTo>
                <a:lnTo>
                  <a:pt x="99" y="375"/>
                </a:lnTo>
                <a:lnTo>
                  <a:pt x="98" y="376"/>
                </a:lnTo>
                <a:lnTo>
                  <a:pt x="98" y="377"/>
                </a:lnTo>
                <a:lnTo>
                  <a:pt x="97" y="377"/>
                </a:lnTo>
                <a:lnTo>
                  <a:pt x="97" y="376"/>
                </a:lnTo>
                <a:lnTo>
                  <a:pt x="96" y="376"/>
                </a:lnTo>
                <a:lnTo>
                  <a:pt x="96" y="375"/>
                </a:lnTo>
                <a:lnTo>
                  <a:pt x="95" y="375"/>
                </a:lnTo>
                <a:lnTo>
                  <a:pt x="95" y="376"/>
                </a:lnTo>
                <a:lnTo>
                  <a:pt x="94" y="375"/>
                </a:lnTo>
                <a:lnTo>
                  <a:pt x="94" y="374"/>
                </a:lnTo>
                <a:lnTo>
                  <a:pt x="95" y="373"/>
                </a:lnTo>
                <a:lnTo>
                  <a:pt x="95" y="371"/>
                </a:lnTo>
                <a:lnTo>
                  <a:pt x="95" y="370"/>
                </a:lnTo>
                <a:lnTo>
                  <a:pt x="94" y="369"/>
                </a:lnTo>
                <a:lnTo>
                  <a:pt x="93" y="368"/>
                </a:lnTo>
                <a:lnTo>
                  <a:pt x="93" y="367"/>
                </a:lnTo>
                <a:lnTo>
                  <a:pt x="94" y="366"/>
                </a:lnTo>
                <a:lnTo>
                  <a:pt x="93" y="365"/>
                </a:lnTo>
                <a:lnTo>
                  <a:pt x="93" y="366"/>
                </a:lnTo>
                <a:lnTo>
                  <a:pt x="92" y="365"/>
                </a:lnTo>
                <a:lnTo>
                  <a:pt x="91" y="364"/>
                </a:lnTo>
                <a:lnTo>
                  <a:pt x="92" y="364"/>
                </a:lnTo>
                <a:lnTo>
                  <a:pt x="92" y="363"/>
                </a:lnTo>
                <a:lnTo>
                  <a:pt x="93" y="363"/>
                </a:lnTo>
                <a:lnTo>
                  <a:pt x="92" y="362"/>
                </a:lnTo>
                <a:lnTo>
                  <a:pt x="91" y="360"/>
                </a:lnTo>
                <a:lnTo>
                  <a:pt x="91" y="358"/>
                </a:lnTo>
                <a:lnTo>
                  <a:pt x="90" y="358"/>
                </a:lnTo>
                <a:lnTo>
                  <a:pt x="90" y="357"/>
                </a:lnTo>
                <a:lnTo>
                  <a:pt x="90" y="356"/>
                </a:lnTo>
                <a:lnTo>
                  <a:pt x="89" y="356"/>
                </a:lnTo>
                <a:lnTo>
                  <a:pt x="89" y="355"/>
                </a:lnTo>
                <a:lnTo>
                  <a:pt x="88" y="354"/>
                </a:lnTo>
                <a:lnTo>
                  <a:pt x="88" y="353"/>
                </a:lnTo>
                <a:lnTo>
                  <a:pt x="89" y="352"/>
                </a:lnTo>
                <a:lnTo>
                  <a:pt x="88" y="351"/>
                </a:lnTo>
                <a:lnTo>
                  <a:pt x="88" y="350"/>
                </a:lnTo>
                <a:lnTo>
                  <a:pt x="87" y="350"/>
                </a:lnTo>
                <a:lnTo>
                  <a:pt x="87" y="351"/>
                </a:lnTo>
                <a:lnTo>
                  <a:pt x="86" y="350"/>
                </a:lnTo>
                <a:lnTo>
                  <a:pt x="86" y="349"/>
                </a:lnTo>
                <a:lnTo>
                  <a:pt x="86" y="348"/>
                </a:lnTo>
                <a:lnTo>
                  <a:pt x="87" y="347"/>
                </a:lnTo>
                <a:lnTo>
                  <a:pt x="87" y="346"/>
                </a:lnTo>
                <a:lnTo>
                  <a:pt x="87" y="345"/>
                </a:lnTo>
                <a:lnTo>
                  <a:pt x="88" y="344"/>
                </a:lnTo>
                <a:lnTo>
                  <a:pt x="87" y="344"/>
                </a:lnTo>
                <a:lnTo>
                  <a:pt x="87" y="343"/>
                </a:lnTo>
                <a:lnTo>
                  <a:pt x="87" y="342"/>
                </a:lnTo>
                <a:lnTo>
                  <a:pt x="86" y="342"/>
                </a:lnTo>
                <a:lnTo>
                  <a:pt x="85" y="341"/>
                </a:lnTo>
                <a:lnTo>
                  <a:pt x="85" y="340"/>
                </a:lnTo>
                <a:lnTo>
                  <a:pt x="84" y="340"/>
                </a:lnTo>
                <a:lnTo>
                  <a:pt x="83" y="340"/>
                </a:lnTo>
                <a:lnTo>
                  <a:pt x="83" y="339"/>
                </a:lnTo>
                <a:lnTo>
                  <a:pt x="82" y="338"/>
                </a:lnTo>
                <a:lnTo>
                  <a:pt x="81" y="338"/>
                </a:lnTo>
                <a:lnTo>
                  <a:pt x="81" y="337"/>
                </a:lnTo>
                <a:lnTo>
                  <a:pt x="80" y="337"/>
                </a:lnTo>
                <a:lnTo>
                  <a:pt x="80" y="336"/>
                </a:lnTo>
                <a:lnTo>
                  <a:pt x="80" y="337"/>
                </a:lnTo>
                <a:lnTo>
                  <a:pt x="79" y="337"/>
                </a:lnTo>
                <a:lnTo>
                  <a:pt x="79" y="338"/>
                </a:lnTo>
                <a:lnTo>
                  <a:pt x="77" y="338"/>
                </a:lnTo>
                <a:lnTo>
                  <a:pt x="76" y="338"/>
                </a:lnTo>
                <a:lnTo>
                  <a:pt x="75" y="338"/>
                </a:lnTo>
                <a:lnTo>
                  <a:pt x="74" y="338"/>
                </a:lnTo>
                <a:lnTo>
                  <a:pt x="74" y="339"/>
                </a:lnTo>
                <a:lnTo>
                  <a:pt x="73" y="339"/>
                </a:lnTo>
                <a:lnTo>
                  <a:pt x="72" y="339"/>
                </a:lnTo>
                <a:lnTo>
                  <a:pt x="72" y="338"/>
                </a:lnTo>
                <a:lnTo>
                  <a:pt x="71" y="337"/>
                </a:lnTo>
                <a:lnTo>
                  <a:pt x="70" y="337"/>
                </a:lnTo>
                <a:lnTo>
                  <a:pt x="69" y="337"/>
                </a:lnTo>
                <a:lnTo>
                  <a:pt x="69" y="338"/>
                </a:lnTo>
                <a:lnTo>
                  <a:pt x="68" y="338"/>
                </a:lnTo>
                <a:lnTo>
                  <a:pt x="67" y="338"/>
                </a:lnTo>
                <a:lnTo>
                  <a:pt x="67" y="337"/>
                </a:lnTo>
                <a:lnTo>
                  <a:pt x="68" y="336"/>
                </a:lnTo>
                <a:lnTo>
                  <a:pt x="68" y="335"/>
                </a:lnTo>
                <a:lnTo>
                  <a:pt x="67" y="335"/>
                </a:lnTo>
                <a:lnTo>
                  <a:pt x="68" y="335"/>
                </a:lnTo>
                <a:lnTo>
                  <a:pt x="68" y="334"/>
                </a:lnTo>
                <a:lnTo>
                  <a:pt x="68" y="333"/>
                </a:lnTo>
                <a:lnTo>
                  <a:pt x="67" y="333"/>
                </a:lnTo>
                <a:lnTo>
                  <a:pt x="66" y="333"/>
                </a:lnTo>
                <a:lnTo>
                  <a:pt x="66" y="334"/>
                </a:lnTo>
                <a:lnTo>
                  <a:pt x="66" y="333"/>
                </a:lnTo>
                <a:lnTo>
                  <a:pt x="65" y="333"/>
                </a:lnTo>
                <a:lnTo>
                  <a:pt x="65" y="332"/>
                </a:lnTo>
                <a:lnTo>
                  <a:pt x="64" y="332"/>
                </a:lnTo>
                <a:lnTo>
                  <a:pt x="64" y="331"/>
                </a:lnTo>
                <a:lnTo>
                  <a:pt x="63" y="330"/>
                </a:lnTo>
                <a:lnTo>
                  <a:pt x="62" y="330"/>
                </a:lnTo>
                <a:lnTo>
                  <a:pt x="62" y="331"/>
                </a:lnTo>
                <a:lnTo>
                  <a:pt x="61" y="331"/>
                </a:lnTo>
                <a:lnTo>
                  <a:pt x="62" y="331"/>
                </a:lnTo>
                <a:lnTo>
                  <a:pt x="63" y="332"/>
                </a:lnTo>
                <a:lnTo>
                  <a:pt x="62" y="332"/>
                </a:lnTo>
                <a:lnTo>
                  <a:pt x="61" y="332"/>
                </a:lnTo>
                <a:lnTo>
                  <a:pt x="61" y="333"/>
                </a:lnTo>
                <a:lnTo>
                  <a:pt x="60" y="333"/>
                </a:lnTo>
                <a:lnTo>
                  <a:pt x="60" y="334"/>
                </a:lnTo>
                <a:lnTo>
                  <a:pt x="59" y="335"/>
                </a:lnTo>
                <a:lnTo>
                  <a:pt x="58" y="335"/>
                </a:lnTo>
                <a:lnTo>
                  <a:pt x="57" y="335"/>
                </a:lnTo>
                <a:lnTo>
                  <a:pt x="56" y="337"/>
                </a:lnTo>
                <a:lnTo>
                  <a:pt x="56" y="338"/>
                </a:lnTo>
                <a:lnTo>
                  <a:pt x="56" y="339"/>
                </a:lnTo>
                <a:lnTo>
                  <a:pt x="55" y="339"/>
                </a:lnTo>
                <a:lnTo>
                  <a:pt x="55" y="338"/>
                </a:lnTo>
                <a:lnTo>
                  <a:pt x="54" y="338"/>
                </a:lnTo>
                <a:lnTo>
                  <a:pt x="54" y="337"/>
                </a:lnTo>
                <a:lnTo>
                  <a:pt x="54" y="336"/>
                </a:lnTo>
                <a:lnTo>
                  <a:pt x="54" y="335"/>
                </a:lnTo>
                <a:lnTo>
                  <a:pt x="53" y="335"/>
                </a:lnTo>
                <a:lnTo>
                  <a:pt x="52" y="335"/>
                </a:lnTo>
                <a:lnTo>
                  <a:pt x="51" y="336"/>
                </a:lnTo>
                <a:lnTo>
                  <a:pt x="50" y="335"/>
                </a:lnTo>
                <a:lnTo>
                  <a:pt x="49" y="335"/>
                </a:lnTo>
                <a:lnTo>
                  <a:pt x="49" y="334"/>
                </a:lnTo>
                <a:lnTo>
                  <a:pt x="48" y="334"/>
                </a:lnTo>
                <a:lnTo>
                  <a:pt x="47" y="334"/>
                </a:lnTo>
                <a:lnTo>
                  <a:pt x="46" y="335"/>
                </a:lnTo>
                <a:lnTo>
                  <a:pt x="45" y="335"/>
                </a:lnTo>
                <a:lnTo>
                  <a:pt x="45" y="334"/>
                </a:lnTo>
                <a:lnTo>
                  <a:pt x="46" y="333"/>
                </a:lnTo>
                <a:lnTo>
                  <a:pt x="46" y="334"/>
                </a:lnTo>
                <a:lnTo>
                  <a:pt x="47" y="333"/>
                </a:lnTo>
                <a:lnTo>
                  <a:pt x="46" y="333"/>
                </a:lnTo>
                <a:lnTo>
                  <a:pt x="46" y="332"/>
                </a:lnTo>
                <a:lnTo>
                  <a:pt x="45" y="332"/>
                </a:lnTo>
                <a:lnTo>
                  <a:pt x="45" y="331"/>
                </a:lnTo>
                <a:lnTo>
                  <a:pt x="45" y="330"/>
                </a:lnTo>
                <a:lnTo>
                  <a:pt x="44" y="330"/>
                </a:lnTo>
                <a:lnTo>
                  <a:pt x="43" y="330"/>
                </a:lnTo>
                <a:lnTo>
                  <a:pt x="42" y="329"/>
                </a:lnTo>
                <a:lnTo>
                  <a:pt x="42" y="328"/>
                </a:lnTo>
                <a:lnTo>
                  <a:pt x="43" y="328"/>
                </a:lnTo>
                <a:lnTo>
                  <a:pt x="43" y="327"/>
                </a:lnTo>
                <a:lnTo>
                  <a:pt x="42" y="327"/>
                </a:lnTo>
                <a:lnTo>
                  <a:pt x="42" y="326"/>
                </a:lnTo>
                <a:lnTo>
                  <a:pt x="42" y="325"/>
                </a:lnTo>
                <a:lnTo>
                  <a:pt x="41" y="325"/>
                </a:lnTo>
                <a:lnTo>
                  <a:pt x="41" y="324"/>
                </a:lnTo>
                <a:lnTo>
                  <a:pt x="41" y="323"/>
                </a:lnTo>
                <a:lnTo>
                  <a:pt x="42" y="323"/>
                </a:lnTo>
                <a:lnTo>
                  <a:pt x="42" y="322"/>
                </a:lnTo>
                <a:lnTo>
                  <a:pt x="42" y="321"/>
                </a:lnTo>
                <a:lnTo>
                  <a:pt x="41" y="321"/>
                </a:lnTo>
                <a:lnTo>
                  <a:pt x="41" y="320"/>
                </a:lnTo>
                <a:lnTo>
                  <a:pt x="41" y="319"/>
                </a:lnTo>
                <a:lnTo>
                  <a:pt x="40" y="319"/>
                </a:lnTo>
                <a:lnTo>
                  <a:pt x="39" y="318"/>
                </a:lnTo>
                <a:lnTo>
                  <a:pt x="40" y="317"/>
                </a:lnTo>
                <a:lnTo>
                  <a:pt x="40" y="316"/>
                </a:lnTo>
                <a:lnTo>
                  <a:pt x="41" y="315"/>
                </a:lnTo>
                <a:lnTo>
                  <a:pt x="42" y="315"/>
                </a:lnTo>
                <a:lnTo>
                  <a:pt x="41" y="314"/>
                </a:lnTo>
                <a:lnTo>
                  <a:pt x="41" y="315"/>
                </a:lnTo>
                <a:lnTo>
                  <a:pt x="40" y="315"/>
                </a:lnTo>
                <a:lnTo>
                  <a:pt x="39" y="315"/>
                </a:lnTo>
                <a:lnTo>
                  <a:pt x="39" y="314"/>
                </a:lnTo>
                <a:lnTo>
                  <a:pt x="40" y="314"/>
                </a:lnTo>
                <a:lnTo>
                  <a:pt x="40" y="313"/>
                </a:lnTo>
                <a:lnTo>
                  <a:pt x="39" y="313"/>
                </a:lnTo>
                <a:lnTo>
                  <a:pt x="39" y="312"/>
                </a:lnTo>
                <a:lnTo>
                  <a:pt x="39" y="311"/>
                </a:lnTo>
                <a:lnTo>
                  <a:pt x="38" y="311"/>
                </a:lnTo>
                <a:lnTo>
                  <a:pt x="38" y="310"/>
                </a:lnTo>
                <a:lnTo>
                  <a:pt x="38" y="309"/>
                </a:lnTo>
                <a:lnTo>
                  <a:pt x="39" y="309"/>
                </a:lnTo>
                <a:lnTo>
                  <a:pt x="39" y="308"/>
                </a:lnTo>
                <a:lnTo>
                  <a:pt x="38" y="308"/>
                </a:lnTo>
                <a:lnTo>
                  <a:pt x="38" y="307"/>
                </a:lnTo>
                <a:lnTo>
                  <a:pt x="38" y="306"/>
                </a:lnTo>
                <a:lnTo>
                  <a:pt x="37" y="306"/>
                </a:lnTo>
                <a:lnTo>
                  <a:pt x="37" y="305"/>
                </a:lnTo>
                <a:lnTo>
                  <a:pt x="38" y="305"/>
                </a:lnTo>
                <a:lnTo>
                  <a:pt x="38" y="304"/>
                </a:lnTo>
                <a:lnTo>
                  <a:pt x="37" y="303"/>
                </a:lnTo>
                <a:lnTo>
                  <a:pt x="37" y="302"/>
                </a:lnTo>
                <a:lnTo>
                  <a:pt x="37" y="301"/>
                </a:lnTo>
                <a:lnTo>
                  <a:pt x="36" y="301"/>
                </a:lnTo>
                <a:lnTo>
                  <a:pt x="36" y="300"/>
                </a:lnTo>
                <a:lnTo>
                  <a:pt x="36" y="299"/>
                </a:lnTo>
                <a:lnTo>
                  <a:pt x="37" y="299"/>
                </a:lnTo>
                <a:lnTo>
                  <a:pt x="38" y="299"/>
                </a:lnTo>
                <a:lnTo>
                  <a:pt x="38" y="298"/>
                </a:lnTo>
                <a:lnTo>
                  <a:pt x="37" y="298"/>
                </a:lnTo>
                <a:lnTo>
                  <a:pt x="36" y="298"/>
                </a:lnTo>
                <a:lnTo>
                  <a:pt x="35" y="299"/>
                </a:lnTo>
                <a:lnTo>
                  <a:pt x="35" y="300"/>
                </a:lnTo>
                <a:lnTo>
                  <a:pt x="34" y="300"/>
                </a:lnTo>
                <a:lnTo>
                  <a:pt x="33" y="301"/>
                </a:lnTo>
                <a:lnTo>
                  <a:pt x="34" y="301"/>
                </a:lnTo>
                <a:lnTo>
                  <a:pt x="35" y="301"/>
                </a:lnTo>
                <a:lnTo>
                  <a:pt x="35" y="302"/>
                </a:lnTo>
                <a:lnTo>
                  <a:pt x="34" y="302"/>
                </a:lnTo>
                <a:lnTo>
                  <a:pt x="34" y="303"/>
                </a:lnTo>
                <a:lnTo>
                  <a:pt x="33" y="303"/>
                </a:lnTo>
                <a:lnTo>
                  <a:pt x="32" y="302"/>
                </a:lnTo>
                <a:lnTo>
                  <a:pt x="31" y="302"/>
                </a:lnTo>
                <a:lnTo>
                  <a:pt x="32" y="301"/>
                </a:lnTo>
                <a:lnTo>
                  <a:pt x="32" y="300"/>
                </a:lnTo>
                <a:lnTo>
                  <a:pt x="31" y="300"/>
                </a:lnTo>
                <a:lnTo>
                  <a:pt x="30" y="300"/>
                </a:lnTo>
                <a:lnTo>
                  <a:pt x="31" y="300"/>
                </a:lnTo>
                <a:lnTo>
                  <a:pt x="30" y="301"/>
                </a:lnTo>
                <a:lnTo>
                  <a:pt x="29" y="301"/>
                </a:lnTo>
                <a:lnTo>
                  <a:pt x="30" y="301"/>
                </a:lnTo>
                <a:lnTo>
                  <a:pt x="29" y="302"/>
                </a:lnTo>
                <a:lnTo>
                  <a:pt x="29" y="301"/>
                </a:lnTo>
                <a:lnTo>
                  <a:pt x="29" y="300"/>
                </a:lnTo>
                <a:lnTo>
                  <a:pt x="28" y="300"/>
                </a:lnTo>
                <a:lnTo>
                  <a:pt x="28" y="301"/>
                </a:lnTo>
                <a:lnTo>
                  <a:pt x="26" y="301"/>
                </a:lnTo>
                <a:lnTo>
                  <a:pt x="25" y="300"/>
                </a:lnTo>
                <a:lnTo>
                  <a:pt x="24" y="300"/>
                </a:lnTo>
                <a:lnTo>
                  <a:pt x="22" y="300"/>
                </a:lnTo>
                <a:lnTo>
                  <a:pt x="22" y="301"/>
                </a:lnTo>
                <a:lnTo>
                  <a:pt x="21" y="301"/>
                </a:lnTo>
                <a:lnTo>
                  <a:pt x="20" y="301"/>
                </a:lnTo>
                <a:lnTo>
                  <a:pt x="20" y="300"/>
                </a:lnTo>
                <a:lnTo>
                  <a:pt x="20" y="299"/>
                </a:lnTo>
                <a:lnTo>
                  <a:pt x="19" y="299"/>
                </a:lnTo>
                <a:lnTo>
                  <a:pt x="18" y="300"/>
                </a:lnTo>
                <a:lnTo>
                  <a:pt x="17" y="300"/>
                </a:lnTo>
                <a:lnTo>
                  <a:pt x="17" y="299"/>
                </a:lnTo>
                <a:lnTo>
                  <a:pt x="16" y="299"/>
                </a:lnTo>
                <a:lnTo>
                  <a:pt x="15" y="299"/>
                </a:lnTo>
                <a:lnTo>
                  <a:pt x="16" y="296"/>
                </a:lnTo>
                <a:lnTo>
                  <a:pt x="16" y="295"/>
                </a:lnTo>
                <a:lnTo>
                  <a:pt x="15" y="295"/>
                </a:lnTo>
                <a:lnTo>
                  <a:pt x="14" y="296"/>
                </a:lnTo>
                <a:lnTo>
                  <a:pt x="13" y="296"/>
                </a:lnTo>
                <a:lnTo>
                  <a:pt x="12" y="296"/>
                </a:lnTo>
                <a:lnTo>
                  <a:pt x="12" y="297"/>
                </a:lnTo>
                <a:lnTo>
                  <a:pt x="12" y="296"/>
                </a:lnTo>
                <a:lnTo>
                  <a:pt x="12" y="295"/>
                </a:lnTo>
                <a:lnTo>
                  <a:pt x="12" y="294"/>
                </a:lnTo>
                <a:lnTo>
                  <a:pt x="12" y="293"/>
                </a:lnTo>
                <a:lnTo>
                  <a:pt x="11" y="293"/>
                </a:lnTo>
                <a:lnTo>
                  <a:pt x="12" y="292"/>
                </a:lnTo>
                <a:lnTo>
                  <a:pt x="13" y="292"/>
                </a:lnTo>
                <a:lnTo>
                  <a:pt x="13" y="291"/>
                </a:lnTo>
                <a:lnTo>
                  <a:pt x="14" y="291"/>
                </a:lnTo>
                <a:lnTo>
                  <a:pt x="13" y="291"/>
                </a:lnTo>
                <a:lnTo>
                  <a:pt x="13" y="290"/>
                </a:lnTo>
                <a:lnTo>
                  <a:pt x="13" y="289"/>
                </a:lnTo>
                <a:lnTo>
                  <a:pt x="14" y="289"/>
                </a:lnTo>
                <a:lnTo>
                  <a:pt x="14" y="288"/>
                </a:lnTo>
                <a:lnTo>
                  <a:pt x="13" y="287"/>
                </a:lnTo>
                <a:lnTo>
                  <a:pt x="13" y="286"/>
                </a:lnTo>
                <a:lnTo>
                  <a:pt x="12" y="286"/>
                </a:lnTo>
                <a:lnTo>
                  <a:pt x="12" y="285"/>
                </a:lnTo>
                <a:lnTo>
                  <a:pt x="11" y="285"/>
                </a:lnTo>
                <a:lnTo>
                  <a:pt x="10" y="285"/>
                </a:lnTo>
                <a:lnTo>
                  <a:pt x="9" y="285"/>
                </a:lnTo>
                <a:lnTo>
                  <a:pt x="8" y="285"/>
                </a:lnTo>
                <a:lnTo>
                  <a:pt x="7" y="286"/>
                </a:lnTo>
                <a:lnTo>
                  <a:pt x="7" y="285"/>
                </a:lnTo>
                <a:lnTo>
                  <a:pt x="8" y="285"/>
                </a:lnTo>
                <a:lnTo>
                  <a:pt x="10" y="284"/>
                </a:lnTo>
                <a:lnTo>
                  <a:pt x="10" y="283"/>
                </a:lnTo>
                <a:lnTo>
                  <a:pt x="9" y="283"/>
                </a:lnTo>
                <a:lnTo>
                  <a:pt x="9" y="282"/>
                </a:lnTo>
                <a:lnTo>
                  <a:pt x="8" y="282"/>
                </a:lnTo>
                <a:lnTo>
                  <a:pt x="7" y="281"/>
                </a:lnTo>
                <a:lnTo>
                  <a:pt x="7" y="282"/>
                </a:lnTo>
                <a:lnTo>
                  <a:pt x="6" y="282"/>
                </a:lnTo>
                <a:lnTo>
                  <a:pt x="6" y="283"/>
                </a:lnTo>
                <a:lnTo>
                  <a:pt x="5" y="282"/>
                </a:lnTo>
                <a:lnTo>
                  <a:pt x="5" y="283"/>
                </a:lnTo>
                <a:lnTo>
                  <a:pt x="4" y="284"/>
                </a:lnTo>
                <a:lnTo>
                  <a:pt x="4" y="283"/>
                </a:lnTo>
                <a:lnTo>
                  <a:pt x="3" y="283"/>
                </a:lnTo>
                <a:lnTo>
                  <a:pt x="3" y="282"/>
                </a:lnTo>
                <a:lnTo>
                  <a:pt x="4" y="282"/>
                </a:lnTo>
                <a:lnTo>
                  <a:pt x="4" y="281"/>
                </a:lnTo>
                <a:lnTo>
                  <a:pt x="4" y="280"/>
                </a:lnTo>
                <a:lnTo>
                  <a:pt x="3" y="280"/>
                </a:lnTo>
                <a:lnTo>
                  <a:pt x="3" y="279"/>
                </a:lnTo>
                <a:lnTo>
                  <a:pt x="3" y="278"/>
                </a:lnTo>
                <a:lnTo>
                  <a:pt x="3" y="277"/>
                </a:lnTo>
                <a:lnTo>
                  <a:pt x="3" y="276"/>
                </a:lnTo>
                <a:lnTo>
                  <a:pt x="2" y="276"/>
                </a:lnTo>
                <a:lnTo>
                  <a:pt x="2" y="275"/>
                </a:lnTo>
                <a:lnTo>
                  <a:pt x="1" y="275"/>
                </a:lnTo>
                <a:lnTo>
                  <a:pt x="1" y="274"/>
                </a:lnTo>
                <a:lnTo>
                  <a:pt x="0" y="274"/>
                </a:lnTo>
                <a:lnTo>
                  <a:pt x="0" y="273"/>
                </a:lnTo>
                <a:lnTo>
                  <a:pt x="0" y="272"/>
                </a:lnTo>
                <a:lnTo>
                  <a:pt x="0" y="271"/>
                </a:lnTo>
                <a:lnTo>
                  <a:pt x="1" y="271"/>
                </a:lnTo>
                <a:lnTo>
                  <a:pt x="1" y="270"/>
                </a:lnTo>
                <a:lnTo>
                  <a:pt x="2" y="269"/>
                </a:lnTo>
                <a:lnTo>
                  <a:pt x="2" y="270"/>
                </a:lnTo>
                <a:lnTo>
                  <a:pt x="3" y="269"/>
                </a:lnTo>
                <a:lnTo>
                  <a:pt x="2" y="269"/>
                </a:lnTo>
                <a:lnTo>
                  <a:pt x="2" y="268"/>
                </a:lnTo>
                <a:lnTo>
                  <a:pt x="2" y="267"/>
                </a:lnTo>
                <a:lnTo>
                  <a:pt x="3" y="266"/>
                </a:lnTo>
                <a:lnTo>
                  <a:pt x="4" y="267"/>
                </a:lnTo>
                <a:lnTo>
                  <a:pt x="3" y="267"/>
                </a:lnTo>
                <a:lnTo>
                  <a:pt x="3" y="268"/>
                </a:lnTo>
                <a:lnTo>
                  <a:pt x="4" y="267"/>
                </a:lnTo>
                <a:lnTo>
                  <a:pt x="5" y="267"/>
                </a:lnTo>
                <a:lnTo>
                  <a:pt x="5" y="266"/>
                </a:lnTo>
                <a:lnTo>
                  <a:pt x="5" y="265"/>
                </a:lnTo>
                <a:lnTo>
                  <a:pt x="6" y="264"/>
                </a:lnTo>
                <a:lnTo>
                  <a:pt x="7" y="264"/>
                </a:lnTo>
                <a:lnTo>
                  <a:pt x="7" y="265"/>
                </a:lnTo>
                <a:lnTo>
                  <a:pt x="8" y="265"/>
                </a:lnTo>
                <a:lnTo>
                  <a:pt x="8" y="264"/>
                </a:lnTo>
                <a:lnTo>
                  <a:pt x="8" y="263"/>
                </a:lnTo>
                <a:lnTo>
                  <a:pt x="8" y="262"/>
                </a:lnTo>
                <a:lnTo>
                  <a:pt x="9" y="262"/>
                </a:lnTo>
                <a:lnTo>
                  <a:pt x="9" y="261"/>
                </a:lnTo>
                <a:lnTo>
                  <a:pt x="9" y="260"/>
                </a:lnTo>
                <a:lnTo>
                  <a:pt x="8" y="260"/>
                </a:lnTo>
                <a:lnTo>
                  <a:pt x="9" y="260"/>
                </a:lnTo>
                <a:lnTo>
                  <a:pt x="9" y="259"/>
                </a:lnTo>
                <a:lnTo>
                  <a:pt x="9" y="260"/>
                </a:lnTo>
                <a:lnTo>
                  <a:pt x="10" y="260"/>
                </a:lnTo>
                <a:lnTo>
                  <a:pt x="11" y="259"/>
                </a:lnTo>
                <a:lnTo>
                  <a:pt x="11" y="258"/>
                </a:lnTo>
                <a:lnTo>
                  <a:pt x="12" y="258"/>
                </a:lnTo>
                <a:lnTo>
                  <a:pt x="13" y="259"/>
                </a:lnTo>
                <a:lnTo>
                  <a:pt x="14" y="259"/>
                </a:lnTo>
                <a:lnTo>
                  <a:pt x="15" y="259"/>
                </a:lnTo>
                <a:lnTo>
                  <a:pt x="16" y="260"/>
                </a:lnTo>
                <a:lnTo>
                  <a:pt x="17" y="259"/>
                </a:lnTo>
                <a:lnTo>
                  <a:pt x="17" y="258"/>
                </a:lnTo>
                <a:lnTo>
                  <a:pt x="16" y="257"/>
                </a:lnTo>
                <a:lnTo>
                  <a:pt x="16" y="256"/>
                </a:lnTo>
                <a:lnTo>
                  <a:pt x="17" y="256"/>
                </a:lnTo>
                <a:lnTo>
                  <a:pt x="17" y="255"/>
                </a:lnTo>
                <a:lnTo>
                  <a:pt x="18" y="255"/>
                </a:lnTo>
                <a:lnTo>
                  <a:pt x="19" y="255"/>
                </a:lnTo>
                <a:lnTo>
                  <a:pt x="19" y="256"/>
                </a:lnTo>
                <a:lnTo>
                  <a:pt x="20" y="256"/>
                </a:lnTo>
                <a:lnTo>
                  <a:pt x="21" y="256"/>
                </a:lnTo>
                <a:lnTo>
                  <a:pt x="21" y="257"/>
                </a:lnTo>
                <a:lnTo>
                  <a:pt x="22" y="257"/>
                </a:lnTo>
                <a:lnTo>
                  <a:pt x="23" y="257"/>
                </a:lnTo>
                <a:lnTo>
                  <a:pt x="22" y="257"/>
                </a:lnTo>
                <a:lnTo>
                  <a:pt x="22" y="256"/>
                </a:lnTo>
                <a:lnTo>
                  <a:pt x="23" y="255"/>
                </a:lnTo>
                <a:lnTo>
                  <a:pt x="23" y="254"/>
                </a:lnTo>
                <a:lnTo>
                  <a:pt x="23" y="253"/>
                </a:lnTo>
                <a:lnTo>
                  <a:pt x="24" y="253"/>
                </a:lnTo>
                <a:lnTo>
                  <a:pt x="24" y="254"/>
                </a:lnTo>
                <a:lnTo>
                  <a:pt x="25" y="254"/>
                </a:lnTo>
                <a:lnTo>
                  <a:pt x="25" y="253"/>
                </a:lnTo>
                <a:lnTo>
                  <a:pt x="25" y="252"/>
                </a:lnTo>
                <a:lnTo>
                  <a:pt x="26" y="252"/>
                </a:lnTo>
                <a:lnTo>
                  <a:pt x="26" y="251"/>
                </a:lnTo>
                <a:lnTo>
                  <a:pt x="25" y="251"/>
                </a:lnTo>
                <a:lnTo>
                  <a:pt x="25" y="250"/>
                </a:lnTo>
                <a:lnTo>
                  <a:pt x="26" y="250"/>
                </a:lnTo>
                <a:lnTo>
                  <a:pt x="26" y="249"/>
                </a:lnTo>
                <a:lnTo>
                  <a:pt x="27" y="248"/>
                </a:lnTo>
                <a:lnTo>
                  <a:pt x="26" y="248"/>
                </a:lnTo>
                <a:lnTo>
                  <a:pt x="26" y="247"/>
                </a:lnTo>
                <a:lnTo>
                  <a:pt x="26" y="246"/>
                </a:lnTo>
                <a:lnTo>
                  <a:pt x="27" y="246"/>
                </a:lnTo>
                <a:lnTo>
                  <a:pt x="27" y="245"/>
                </a:lnTo>
                <a:lnTo>
                  <a:pt x="26" y="245"/>
                </a:lnTo>
                <a:lnTo>
                  <a:pt x="27" y="244"/>
                </a:lnTo>
                <a:lnTo>
                  <a:pt x="27" y="245"/>
                </a:lnTo>
                <a:lnTo>
                  <a:pt x="28" y="245"/>
                </a:lnTo>
                <a:lnTo>
                  <a:pt x="29" y="244"/>
                </a:lnTo>
                <a:lnTo>
                  <a:pt x="29" y="243"/>
                </a:lnTo>
                <a:lnTo>
                  <a:pt x="29" y="242"/>
                </a:lnTo>
                <a:lnTo>
                  <a:pt x="30" y="242"/>
                </a:lnTo>
                <a:lnTo>
                  <a:pt x="30" y="243"/>
                </a:lnTo>
                <a:lnTo>
                  <a:pt x="31" y="243"/>
                </a:lnTo>
                <a:lnTo>
                  <a:pt x="32" y="243"/>
                </a:lnTo>
                <a:lnTo>
                  <a:pt x="32" y="242"/>
                </a:lnTo>
                <a:lnTo>
                  <a:pt x="34" y="242"/>
                </a:lnTo>
                <a:lnTo>
                  <a:pt x="34" y="241"/>
                </a:lnTo>
                <a:lnTo>
                  <a:pt x="35" y="241"/>
                </a:lnTo>
                <a:lnTo>
                  <a:pt x="36" y="241"/>
                </a:lnTo>
                <a:lnTo>
                  <a:pt x="36" y="242"/>
                </a:lnTo>
                <a:lnTo>
                  <a:pt x="37" y="242"/>
                </a:lnTo>
                <a:lnTo>
                  <a:pt x="38" y="242"/>
                </a:lnTo>
                <a:lnTo>
                  <a:pt x="39" y="241"/>
                </a:lnTo>
                <a:lnTo>
                  <a:pt x="40" y="240"/>
                </a:lnTo>
                <a:lnTo>
                  <a:pt x="40" y="239"/>
                </a:lnTo>
                <a:lnTo>
                  <a:pt x="40" y="238"/>
                </a:lnTo>
                <a:lnTo>
                  <a:pt x="40" y="237"/>
                </a:lnTo>
                <a:lnTo>
                  <a:pt x="39" y="237"/>
                </a:lnTo>
                <a:lnTo>
                  <a:pt x="38" y="237"/>
                </a:lnTo>
                <a:lnTo>
                  <a:pt x="38" y="236"/>
                </a:lnTo>
                <a:lnTo>
                  <a:pt x="38" y="235"/>
                </a:lnTo>
                <a:lnTo>
                  <a:pt x="38" y="234"/>
                </a:lnTo>
                <a:lnTo>
                  <a:pt x="37" y="234"/>
                </a:lnTo>
                <a:lnTo>
                  <a:pt x="37" y="233"/>
                </a:lnTo>
                <a:lnTo>
                  <a:pt x="38" y="234"/>
                </a:lnTo>
                <a:lnTo>
                  <a:pt x="38" y="233"/>
                </a:lnTo>
                <a:lnTo>
                  <a:pt x="39" y="233"/>
                </a:lnTo>
                <a:lnTo>
                  <a:pt x="39" y="232"/>
                </a:lnTo>
                <a:lnTo>
                  <a:pt x="38" y="232"/>
                </a:lnTo>
                <a:lnTo>
                  <a:pt x="39" y="232"/>
                </a:lnTo>
                <a:lnTo>
                  <a:pt x="39" y="231"/>
                </a:lnTo>
                <a:lnTo>
                  <a:pt x="40" y="231"/>
                </a:lnTo>
                <a:lnTo>
                  <a:pt x="40" y="230"/>
                </a:lnTo>
                <a:lnTo>
                  <a:pt x="39" y="229"/>
                </a:lnTo>
                <a:lnTo>
                  <a:pt x="39" y="228"/>
                </a:lnTo>
                <a:lnTo>
                  <a:pt x="40" y="226"/>
                </a:lnTo>
                <a:lnTo>
                  <a:pt x="41" y="226"/>
                </a:lnTo>
                <a:lnTo>
                  <a:pt x="42" y="225"/>
                </a:lnTo>
                <a:lnTo>
                  <a:pt x="42" y="224"/>
                </a:lnTo>
                <a:lnTo>
                  <a:pt x="41" y="223"/>
                </a:lnTo>
                <a:lnTo>
                  <a:pt x="40" y="224"/>
                </a:lnTo>
                <a:lnTo>
                  <a:pt x="39" y="223"/>
                </a:lnTo>
                <a:lnTo>
                  <a:pt x="39" y="222"/>
                </a:lnTo>
                <a:lnTo>
                  <a:pt x="38" y="222"/>
                </a:lnTo>
                <a:lnTo>
                  <a:pt x="36" y="222"/>
                </a:lnTo>
                <a:lnTo>
                  <a:pt x="35" y="221"/>
                </a:lnTo>
                <a:lnTo>
                  <a:pt x="35" y="220"/>
                </a:lnTo>
                <a:lnTo>
                  <a:pt x="35" y="219"/>
                </a:lnTo>
                <a:lnTo>
                  <a:pt x="34" y="219"/>
                </a:lnTo>
                <a:lnTo>
                  <a:pt x="33" y="219"/>
                </a:lnTo>
                <a:lnTo>
                  <a:pt x="31" y="219"/>
                </a:lnTo>
                <a:lnTo>
                  <a:pt x="31" y="218"/>
                </a:lnTo>
                <a:lnTo>
                  <a:pt x="31" y="217"/>
                </a:lnTo>
                <a:lnTo>
                  <a:pt x="31" y="216"/>
                </a:lnTo>
                <a:lnTo>
                  <a:pt x="32" y="216"/>
                </a:lnTo>
                <a:lnTo>
                  <a:pt x="31" y="216"/>
                </a:lnTo>
                <a:lnTo>
                  <a:pt x="31" y="215"/>
                </a:lnTo>
                <a:lnTo>
                  <a:pt x="30" y="215"/>
                </a:lnTo>
                <a:lnTo>
                  <a:pt x="29" y="215"/>
                </a:lnTo>
                <a:lnTo>
                  <a:pt x="28" y="215"/>
                </a:lnTo>
                <a:lnTo>
                  <a:pt x="27" y="215"/>
                </a:lnTo>
                <a:lnTo>
                  <a:pt x="27" y="214"/>
                </a:lnTo>
                <a:lnTo>
                  <a:pt x="26" y="214"/>
                </a:lnTo>
                <a:lnTo>
                  <a:pt x="26" y="213"/>
                </a:lnTo>
                <a:lnTo>
                  <a:pt x="25" y="213"/>
                </a:lnTo>
                <a:lnTo>
                  <a:pt x="26" y="213"/>
                </a:lnTo>
                <a:lnTo>
                  <a:pt x="26" y="212"/>
                </a:lnTo>
                <a:lnTo>
                  <a:pt x="26" y="211"/>
                </a:lnTo>
                <a:lnTo>
                  <a:pt x="27" y="211"/>
                </a:lnTo>
                <a:lnTo>
                  <a:pt x="28" y="210"/>
                </a:lnTo>
                <a:lnTo>
                  <a:pt x="27" y="210"/>
                </a:lnTo>
                <a:lnTo>
                  <a:pt x="26" y="209"/>
                </a:lnTo>
                <a:lnTo>
                  <a:pt x="25" y="210"/>
                </a:lnTo>
                <a:lnTo>
                  <a:pt x="24" y="211"/>
                </a:lnTo>
                <a:lnTo>
                  <a:pt x="23" y="211"/>
                </a:lnTo>
                <a:lnTo>
                  <a:pt x="22" y="210"/>
                </a:lnTo>
                <a:lnTo>
                  <a:pt x="22" y="209"/>
                </a:lnTo>
                <a:lnTo>
                  <a:pt x="23" y="209"/>
                </a:lnTo>
                <a:lnTo>
                  <a:pt x="23" y="208"/>
                </a:lnTo>
                <a:lnTo>
                  <a:pt x="24" y="208"/>
                </a:lnTo>
                <a:lnTo>
                  <a:pt x="24" y="207"/>
                </a:lnTo>
                <a:lnTo>
                  <a:pt x="25" y="207"/>
                </a:lnTo>
                <a:lnTo>
                  <a:pt x="25" y="208"/>
                </a:lnTo>
                <a:lnTo>
                  <a:pt x="26" y="208"/>
                </a:lnTo>
                <a:lnTo>
                  <a:pt x="27" y="208"/>
                </a:lnTo>
                <a:lnTo>
                  <a:pt x="27" y="207"/>
                </a:lnTo>
                <a:lnTo>
                  <a:pt x="28" y="207"/>
                </a:lnTo>
                <a:lnTo>
                  <a:pt x="28" y="208"/>
                </a:lnTo>
                <a:lnTo>
                  <a:pt x="29" y="208"/>
                </a:lnTo>
                <a:lnTo>
                  <a:pt x="29" y="207"/>
                </a:lnTo>
                <a:lnTo>
                  <a:pt x="30" y="207"/>
                </a:lnTo>
                <a:lnTo>
                  <a:pt x="31" y="207"/>
                </a:lnTo>
                <a:lnTo>
                  <a:pt x="32" y="207"/>
                </a:lnTo>
                <a:lnTo>
                  <a:pt x="32" y="206"/>
                </a:lnTo>
                <a:lnTo>
                  <a:pt x="32" y="205"/>
                </a:lnTo>
                <a:lnTo>
                  <a:pt x="33" y="205"/>
                </a:lnTo>
                <a:lnTo>
                  <a:pt x="33" y="204"/>
                </a:lnTo>
                <a:lnTo>
                  <a:pt x="33" y="203"/>
                </a:lnTo>
                <a:lnTo>
                  <a:pt x="33" y="204"/>
                </a:lnTo>
                <a:lnTo>
                  <a:pt x="32" y="204"/>
                </a:lnTo>
                <a:lnTo>
                  <a:pt x="31" y="204"/>
                </a:lnTo>
                <a:lnTo>
                  <a:pt x="30" y="202"/>
                </a:lnTo>
                <a:lnTo>
                  <a:pt x="30" y="201"/>
                </a:lnTo>
                <a:lnTo>
                  <a:pt x="30" y="200"/>
                </a:lnTo>
                <a:lnTo>
                  <a:pt x="30" y="198"/>
                </a:lnTo>
                <a:lnTo>
                  <a:pt x="32" y="198"/>
                </a:lnTo>
                <a:lnTo>
                  <a:pt x="33" y="198"/>
                </a:lnTo>
                <a:lnTo>
                  <a:pt x="33" y="199"/>
                </a:lnTo>
                <a:lnTo>
                  <a:pt x="34" y="199"/>
                </a:lnTo>
                <a:lnTo>
                  <a:pt x="34" y="200"/>
                </a:lnTo>
                <a:lnTo>
                  <a:pt x="36" y="200"/>
                </a:lnTo>
                <a:lnTo>
                  <a:pt x="37" y="200"/>
                </a:lnTo>
                <a:lnTo>
                  <a:pt x="38" y="200"/>
                </a:lnTo>
                <a:lnTo>
                  <a:pt x="39" y="200"/>
                </a:lnTo>
                <a:lnTo>
                  <a:pt x="39" y="199"/>
                </a:lnTo>
                <a:lnTo>
                  <a:pt x="40" y="199"/>
                </a:lnTo>
                <a:lnTo>
                  <a:pt x="40" y="198"/>
                </a:lnTo>
                <a:lnTo>
                  <a:pt x="39" y="198"/>
                </a:lnTo>
                <a:lnTo>
                  <a:pt x="38" y="197"/>
                </a:lnTo>
                <a:lnTo>
                  <a:pt x="38" y="195"/>
                </a:lnTo>
                <a:lnTo>
                  <a:pt x="38" y="194"/>
                </a:lnTo>
                <a:lnTo>
                  <a:pt x="38" y="193"/>
                </a:lnTo>
                <a:lnTo>
                  <a:pt x="39" y="193"/>
                </a:lnTo>
                <a:lnTo>
                  <a:pt x="39" y="194"/>
                </a:lnTo>
                <a:lnTo>
                  <a:pt x="40" y="194"/>
                </a:lnTo>
                <a:lnTo>
                  <a:pt x="40" y="193"/>
                </a:lnTo>
                <a:lnTo>
                  <a:pt x="40" y="194"/>
                </a:lnTo>
                <a:lnTo>
                  <a:pt x="41" y="194"/>
                </a:lnTo>
                <a:lnTo>
                  <a:pt x="41" y="193"/>
                </a:lnTo>
                <a:lnTo>
                  <a:pt x="40" y="193"/>
                </a:lnTo>
                <a:lnTo>
                  <a:pt x="40" y="192"/>
                </a:lnTo>
                <a:lnTo>
                  <a:pt x="41" y="192"/>
                </a:lnTo>
                <a:lnTo>
                  <a:pt x="41" y="191"/>
                </a:lnTo>
                <a:lnTo>
                  <a:pt x="42" y="191"/>
                </a:lnTo>
                <a:lnTo>
                  <a:pt x="42" y="190"/>
                </a:lnTo>
                <a:lnTo>
                  <a:pt x="42" y="189"/>
                </a:lnTo>
                <a:lnTo>
                  <a:pt x="42" y="188"/>
                </a:lnTo>
                <a:lnTo>
                  <a:pt x="43" y="188"/>
                </a:lnTo>
                <a:lnTo>
                  <a:pt x="43" y="187"/>
                </a:lnTo>
                <a:lnTo>
                  <a:pt x="42" y="187"/>
                </a:lnTo>
                <a:lnTo>
                  <a:pt x="43" y="186"/>
                </a:lnTo>
                <a:lnTo>
                  <a:pt x="43" y="185"/>
                </a:lnTo>
                <a:lnTo>
                  <a:pt x="44" y="184"/>
                </a:lnTo>
                <a:lnTo>
                  <a:pt x="45" y="184"/>
                </a:lnTo>
                <a:lnTo>
                  <a:pt x="45" y="183"/>
                </a:lnTo>
                <a:lnTo>
                  <a:pt x="46" y="183"/>
                </a:lnTo>
                <a:lnTo>
                  <a:pt x="45" y="183"/>
                </a:lnTo>
                <a:lnTo>
                  <a:pt x="45" y="182"/>
                </a:lnTo>
                <a:lnTo>
                  <a:pt x="46" y="182"/>
                </a:lnTo>
                <a:lnTo>
                  <a:pt x="47" y="181"/>
                </a:lnTo>
                <a:lnTo>
                  <a:pt x="48" y="181"/>
                </a:lnTo>
                <a:lnTo>
                  <a:pt x="48" y="182"/>
                </a:lnTo>
                <a:lnTo>
                  <a:pt x="49" y="182"/>
                </a:lnTo>
                <a:lnTo>
                  <a:pt x="49" y="183"/>
                </a:lnTo>
                <a:lnTo>
                  <a:pt x="50" y="184"/>
                </a:lnTo>
                <a:lnTo>
                  <a:pt x="49" y="185"/>
                </a:lnTo>
                <a:lnTo>
                  <a:pt x="50" y="186"/>
                </a:lnTo>
                <a:lnTo>
                  <a:pt x="51" y="185"/>
                </a:lnTo>
                <a:lnTo>
                  <a:pt x="51" y="184"/>
                </a:lnTo>
                <a:lnTo>
                  <a:pt x="52" y="184"/>
                </a:lnTo>
                <a:lnTo>
                  <a:pt x="52" y="185"/>
                </a:lnTo>
                <a:lnTo>
                  <a:pt x="53" y="185"/>
                </a:lnTo>
                <a:lnTo>
                  <a:pt x="52" y="185"/>
                </a:lnTo>
                <a:lnTo>
                  <a:pt x="52" y="186"/>
                </a:lnTo>
                <a:lnTo>
                  <a:pt x="53" y="187"/>
                </a:lnTo>
                <a:lnTo>
                  <a:pt x="54" y="186"/>
                </a:lnTo>
                <a:lnTo>
                  <a:pt x="54" y="185"/>
                </a:lnTo>
                <a:lnTo>
                  <a:pt x="54" y="184"/>
                </a:lnTo>
                <a:lnTo>
                  <a:pt x="55" y="185"/>
                </a:lnTo>
                <a:lnTo>
                  <a:pt x="55" y="184"/>
                </a:lnTo>
                <a:lnTo>
                  <a:pt x="55" y="185"/>
                </a:lnTo>
                <a:lnTo>
                  <a:pt x="56" y="185"/>
                </a:lnTo>
                <a:lnTo>
                  <a:pt x="55" y="186"/>
                </a:lnTo>
                <a:lnTo>
                  <a:pt x="55" y="185"/>
                </a:lnTo>
                <a:lnTo>
                  <a:pt x="55" y="186"/>
                </a:lnTo>
                <a:lnTo>
                  <a:pt x="55" y="187"/>
                </a:lnTo>
                <a:lnTo>
                  <a:pt x="56" y="186"/>
                </a:lnTo>
                <a:lnTo>
                  <a:pt x="57" y="186"/>
                </a:lnTo>
                <a:lnTo>
                  <a:pt x="58" y="187"/>
                </a:lnTo>
                <a:lnTo>
                  <a:pt x="59" y="188"/>
                </a:lnTo>
                <a:lnTo>
                  <a:pt x="60" y="188"/>
                </a:lnTo>
                <a:lnTo>
                  <a:pt x="61" y="188"/>
                </a:lnTo>
                <a:lnTo>
                  <a:pt x="62" y="188"/>
                </a:lnTo>
                <a:lnTo>
                  <a:pt x="63" y="188"/>
                </a:lnTo>
                <a:lnTo>
                  <a:pt x="63" y="187"/>
                </a:lnTo>
                <a:lnTo>
                  <a:pt x="63" y="188"/>
                </a:lnTo>
                <a:lnTo>
                  <a:pt x="63" y="189"/>
                </a:lnTo>
                <a:lnTo>
                  <a:pt x="63" y="188"/>
                </a:lnTo>
                <a:lnTo>
                  <a:pt x="63" y="189"/>
                </a:lnTo>
                <a:lnTo>
                  <a:pt x="64" y="189"/>
                </a:lnTo>
                <a:lnTo>
                  <a:pt x="64" y="188"/>
                </a:lnTo>
                <a:lnTo>
                  <a:pt x="65" y="188"/>
                </a:lnTo>
                <a:lnTo>
                  <a:pt x="66" y="188"/>
                </a:lnTo>
                <a:lnTo>
                  <a:pt x="67" y="188"/>
                </a:lnTo>
                <a:lnTo>
                  <a:pt x="68" y="189"/>
                </a:lnTo>
                <a:lnTo>
                  <a:pt x="68" y="190"/>
                </a:lnTo>
                <a:lnTo>
                  <a:pt x="69" y="190"/>
                </a:lnTo>
                <a:lnTo>
                  <a:pt x="69" y="191"/>
                </a:lnTo>
                <a:lnTo>
                  <a:pt x="70" y="191"/>
                </a:lnTo>
                <a:lnTo>
                  <a:pt x="71" y="192"/>
                </a:lnTo>
                <a:lnTo>
                  <a:pt x="71" y="191"/>
                </a:lnTo>
                <a:lnTo>
                  <a:pt x="72" y="191"/>
                </a:lnTo>
                <a:lnTo>
                  <a:pt x="72" y="192"/>
                </a:lnTo>
                <a:lnTo>
                  <a:pt x="72" y="193"/>
                </a:lnTo>
                <a:lnTo>
                  <a:pt x="73" y="193"/>
                </a:lnTo>
                <a:lnTo>
                  <a:pt x="73" y="194"/>
                </a:lnTo>
                <a:lnTo>
                  <a:pt x="74" y="194"/>
                </a:lnTo>
                <a:lnTo>
                  <a:pt x="75" y="194"/>
                </a:lnTo>
                <a:lnTo>
                  <a:pt x="75" y="195"/>
                </a:lnTo>
                <a:lnTo>
                  <a:pt x="76" y="195"/>
                </a:lnTo>
                <a:lnTo>
                  <a:pt x="76" y="194"/>
                </a:lnTo>
                <a:lnTo>
                  <a:pt x="75" y="194"/>
                </a:lnTo>
                <a:lnTo>
                  <a:pt x="75" y="193"/>
                </a:lnTo>
                <a:lnTo>
                  <a:pt x="76" y="193"/>
                </a:lnTo>
                <a:lnTo>
                  <a:pt x="76" y="194"/>
                </a:lnTo>
                <a:lnTo>
                  <a:pt x="77" y="194"/>
                </a:lnTo>
                <a:lnTo>
                  <a:pt x="78" y="194"/>
                </a:lnTo>
                <a:lnTo>
                  <a:pt x="79" y="194"/>
                </a:lnTo>
                <a:lnTo>
                  <a:pt x="79" y="195"/>
                </a:lnTo>
                <a:lnTo>
                  <a:pt x="80" y="196"/>
                </a:lnTo>
                <a:lnTo>
                  <a:pt x="80" y="197"/>
                </a:lnTo>
                <a:lnTo>
                  <a:pt x="80" y="198"/>
                </a:lnTo>
                <a:lnTo>
                  <a:pt x="80" y="199"/>
                </a:lnTo>
                <a:lnTo>
                  <a:pt x="80" y="200"/>
                </a:lnTo>
                <a:lnTo>
                  <a:pt x="79" y="200"/>
                </a:lnTo>
                <a:lnTo>
                  <a:pt x="79" y="201"/>
                </a:lnTo>
                <a:lnTo>
                  <a:pt x="80" y="202"/>
                </a:lnTo>
                <a:lnTo>
                  <a:pt x="80" y="203"/>
                </a:lnTo>
                <a:lnTo>
                  <a:pt x="81" y="202"/>
                </a:lnTo>
                <a:lnTo>
                  <a:pt x="82" y="202"/>
                </a:lnTo>
                <a:lnTo>
                  <a:pt x="82" y="203"/>
                </a:lnTo>
                <a:lnTo>
                  <a:pt x="82" y="204"/>
                </a:lnTo>
                <a:lnTo>
                  <a:pt x="81" y="204"/>
                </a:lnTo>
                <a:lnTo>
                  <a:pt x="82" y="205"/>
                </a:lnTo>
                <a:lnTo>
                  <a:pt x="83" y="205"/>
                </a:lnTo>
                <a:lnTo>
                  <a:pt x="83" y="206"/>
                </a:lnTo>
                <a:lnTo>
                  <a:pt x="83" y="205"/>
                </a:lnTo>
                <a:lnTo>
                  <a:pt x="84" y="205"/>
                </a:lnTo>
                <a:lnTo>
                  <a:pt x="84" y="204"/>
                </a:lnTo>
                <a:lnTo>
                  <a:pt x="85" y="204"/>
                </a:lnTo>
                <a:lnTo>
                  <a:pt x="85" y="205"/>
                </a:lnTo>
                <a:lnTo>
                  <a:pt x="85" y="206"/>
                </a:lnTo>
                <a:lnTo>
                  <a:pt x="85" y="207"/>
                </a:lnTo>
                <a:lnTo>
                  <a:pt x="86" y="208"/>
                </a:lnTo>
                <a:lnTo>
                  <a:pt x="86" y="207"/>
                </a:lnTo>
                <a:lnTo>
                  <a:pt x="86" y="206"/>
                </a:lnTo>
                <a:lnTo>
                  <a:pt x="87" y="206"/>
                </a:lnTo>
                <a:lnTo>
                  <a:pt x="88" y="206"/>
                </a:lnTo>
                <a:lnTo>
                  <a:pt x="88" y="207"/>
                </a:lnTo>
                <a:lnTo>
                  <a:pt x="89" y="206"/>
                </a:lnTo>
                <a:lnTo>
                  <a:pt x="88" y="205"/>
                </a:lnTo>
                <a:lnTo>
                  <a:pt x="87" y="204"/>
                </a:lnTo>
                <a:lnTo>
                  <a:pt x="88" y="204"/>
                </a:lnTo>
                <a:lnTo>
                  <a:pt x="89" y="205"/>
                </a:lnTo>
                <a:lnTo>
                  <a:pt x="89" y="206"/>
                </a:lnTo>
                <a:lnTo>
                  <a:pt x="90" y="205"/>
                </a:lnTo>
                <a:lnTo>
                  <a:pt x="90" y="204"/>
                </a:lnTo>
                <a:lnTo>
                  <a:pt x="91" y="203"/>
                </a:lnTo>
                <a:lnTo>
                  <a:pt x="92" y="203"/>
                </a:lnTo>
                <a:lnTo>
                  <a:pt x="91" y="203"/>
                </a:lnTo>
                <a:lnTo>
                  <a:pt x="91" y="202"/>
                </a:lnTo>
                <a:lnTo>
                  <a:pt x="92" y="202"/>
                </a:lnTo>
                <a:lnTo>
                  <a:pt x="93" y="203"/>
                </a:lnTo>
                <a:lnTo>
                  <a:pt x="94" y="203"/>
                </a:lnTo>
                <a:lnTo>
                  <a:pt x="94" y="202"/>
                </a:lnTo>
                <a:lnTo>
                  <a:pt x="95" y="202"/>
                </a:lnTo>
                <a:lnTo>
                  <a:pt x="96" y="201"/>
                </a:lnTo>
                <a:lnTo>
                  <a:pt x="97" y="201"/>
                </a:lnTo>
                <a:lnTo>
                  <a:pt x="98" y="201"/>
                </a:lnTo>
                <a:lnTo>
                  <a:pt x="99" y="201"/>
                </a:lnTo>
                <a:lnTo>
                  <a:pt x="98" y="201"/>
                </a:lnTo>
                <a:lnTo>
                  <a:pt x="98" y="200"/>
                </a:lnTo>
                <a:lnTo>
                  <a:pt x="99" y="200"/>
                </a:lnTo>
                <a:lnTo>
                  <a:pt x="100" y="201"/>
                </a:lnTo>
                <a:lnTo>
                  <a:pt x="101" y="201"/>
                </a:lnTo>
                <a:lnTo>
                  <a:pt x="102" y="200"/>
                </a:lnTo>
                <a:lnTo>
                  <a:pt x="103" y="200"/>
                </a:lnTo>
                <a:lnTo>
                  <a:pt x="103" y="199"/>
                </a:lnTo>
                <a:lnTo>
                  <a:pt x="102" y="199"/>
                </a:lnTo>
                <a:lnTo>
                  <a:pt x="101" y="198"/>
                </a:lnTo>
                <a:lnTo>
                  <a:pt x="102" y="198"/>
                </a:lnTo>
                <a:lnTo>
                  <a:pt x="103" y="198"/>
                </a:lnTo>
                <a:lnTo>
                  <a:pt x="103" y="197"/>
                </a:lnTo>
                <a:lnTo>
                  <a:pt x="103" y="196"/>
                </a:lnTo>
                <a:lnTo>
                  <a:pt x="104" y="197"/>
                </a:lnTo>
                <a:lnTo>
                  <a:pt x="104" y="196"/>
                </a:lnTo>
                <a:lnTo>
                  <a:pt x="104" y="195"/>
                </a:lnTo>
                <a:lnTo>
                  <a:pt x="103" y="195"/>
                </a:lnTo>
                <a:lnTo>
                  <a:pt x="104" y="195"/>
                </a:lnTo>
                <a:lnTo>
                  <a:pt x="105" y="195"/>
                </a:lnTo>
                <a:lnTo>
                  <a:pt x="104" y="195"/>
                </a:lnTo>
                <a:lnTo>
                  <a:pt x="104" y="196"/>
                </a:lnTo>
                <a:lnTo>
                  <a:pt x="105" y="196"/>
                </a:lnTo>
                <a:lnTo>
                  <a:pt x="105" y="195"/>
                </a:lnTo>
                <a:lnTo>
                  <a:pt x="106" y="195"/>
                </a:lnTo>
                <a:lnTo>
                  <a:pt x="106" y="196"/>
                </a:lnTo>
                <a:lnTo>
                  <a:pt x="106" y="195"/>
                </a:lnTo>
                <a:lnTo>
                  <a:pt x="107" y="195"/>
                </a:lnTo>
                <a:lnTo>
                  <a:pt x="108" y="196"/>
                </a:lnTo>
                <a:lnTo>
                  <a:pt x="109" y="196"/>
                </a:lnTo>
                <a:lnTo>
                  <a:pt x="110" y="197"/>
                </a:lnTo>
                <a:lnTo>
                  <a:pt x="110" y="196"/>
                </a:lnTo>
                <a:lnTo>
                  <a:pt x="111" y="195"/>
                </a:lnTo>
                <a:lnTo>
                  <a:pt x="112" y="195"/>
                </a:lnTo>
                <a:lnTo>
                  <a:pt x="113" y="196"/>
                </a:lnTo>
                <a:lnTo>
                  <a:pt x="113" y="195"/>
                </a:lnTo>
                <a:lnTo>
                  <a:pt x="113" y="194"/>
                </a:lnTo>
                <a:lnTo>
                  <a:pt x="114" y="194"/>
                </a:lnTo>
                <a:lnTo>
                  <a:pt x="115" y="194"/>
                </a:lnTo>
                <a:lnTo>
                  <a:pt x="116" y="195"/>
                </a:lnTo>
                <a:lnTo>
                  <a:pt x="117" y="195"/>
                </a:lnTo>
                <a:lnTo>
                  <a:pt x="117" y="196"/>
                </a:lnTo>
                <a:lnTo>
                  <a:pt x="118" y="196"/>
                </a:lnTo>
                <a:lnTo>
                  <a:pt x="119" y="196"/>
                </a:lnTo>
                <a:lnTo>
                  <a:pt x="120" y="197"/>
                </a:lnTo>
                <a:lnTo>
                  <a:pt x="120" y="198"/>
                </a:lnTo>
                <a:lnTo>
                  <a:pt x="120" y="199"/>
                </a:lnTo>
                <a:lnTo>
                  <a:pt x="121" y="199"/>
                </a:lnTo>
                <a:lnTo>
                  <a:pt x="121" y="200"/>
                </a:lnTo>
                <a:lnTo>
                  <a:pt x="122" y="201"/>
                </a:lnTo>
                <a:lnTo>
                  <a:pt x="121" y="201"/>
                </a:lnTo>
                <a:lnTo>
                  <a:pt x="120" y="201"/>
                </a:lnTo>
                <a:lnTo>
                  <a:pt x="119" y="202"/>
                </a:lnTo>
                <a:lnTo>
                  <a:pt x="119" y="203"/>
                </a:lnTo>
                <a:lnTo>
                  <a:pt x="120" y="203"/>
                </a:lnTo>
                <a:lnTo>
                  <a:pt x="121" y="204"/>
                </a:lnTo>
                <a:lnTo>
                  <a:pt x="120" y="204"/>
                </a:lnTo>
                <a:lnTo>
                  <a:pt x="120" y="205"/>
                </a:lnTo>
                <a:lnTo>
                  <a:pt x="120" y="206"/>
                </a:lnTo>
                <a:lnTo>
                  <a:pt x="121" y="206"/>
                </a:lnTo>
                <a:lnTo>
                  <a:pt x="122" y="207"/>
                </a:lnTo>
                <a:lnTo>
                  <a:pt x="121" y="208"/>
                </a:lnTo>
                <a:lnTo>
                  <a:pt x="122" y="208"/>
                </a:lnTo>
                <a:lnTo>
                  <a:pt x="123" y="208"/>
                </a:lnTo>
                <a:lnTo>
                  <a:pt x="123" y="209"/>
                </a:lnTo>
                <a:lnTo>
                  <a:pt x="124" y="209"/>
                </a:lnTo>
                <a:lnTo>
                  <a:pt x="124" y="210"/>
                </a:lnTo>
                <a:lnTo>
                  <a:pt x="125" y="210"/>
                </a:lnTo>
                <a:lnTo>
                  <a:pt x="125" y="211"/>
                </a:lnTo>
                <a:lnTo>
                  <a:pt x="124" y="213"/>
                </a:lnTo>
                <a:lnTo>
                  <a:pt x="124" y="214"/>
                </a:lnTo>
                <a:lnTo>
                  <a:pt x="125" y="214"/>
                </a:lnTo>
                <a:lnTo>
                  <a:pt x="126" y="213"/>
                </a:lnTo>
                <a:lnTo>
                  <a:pt x="126" y="214"/>
                </a:lnTo>
                <a:lnTo>
                  <a:pt x="127" y="214"/>
                </a:lnTo>
                <a:lnTo>
                  <a:pt x="127" y="215"/>
                </a:lnTo>
                <a:lnTo>
                  <a:pt x="127" y="216"/>
                </a:lnTo>
                <a:lnTo>
                  <a:pt x="127" y="217"/>
                </a:lnTo>
                <a:lnTo>
                  <a:pt x="127" y="218"/>
                </a:lnTo>
                <a:lnTo>
                  <a:pt x="127" y="219"/>
                </a:lnTo>
                <a:lnTo>
                  <a:pt x="128" y="219"/>
                </a:lnTo>
                <a:lnTo>
                  <a:pt x="129" y="220"/>
                </a:lnTo>
                <a:lnTo>
                  <a:pt x="129" y="221"/>
                </a:lnTo>
                <a:lnTo>
                  <a:pt x="129" y="222"/>
                </a:lnTo>
                <a:lnTo>
                  <a:pt x="130" y="223"/>
                </a:lnTo>
                <a:lnTo>
                  <a:pt x="131" y="223"/>
                </a:lnTo>
                <a:lnTo>
                  <a:pt x="131" y="224"/>
                </a:lnTo>
                <a:lnTo>
                  <a:pt x="132" y="224"/>
                </a:lnTo>
                <a:lnTo>
                  <a:pt x="133" y="225"/>
                </a:lnTo>
                <a:lnTo>
                  <a:pt x="134" y="225"/>
                </a:lnTo>
                <a:lnTo>
                  <a:pt x="135" y="224"/>
                </a:lnTo>
                <a:lnTo>
                  <a:pt x="136" y="224"/>
                </a:lnTo>
                <a:lnTo>
                  <a:pt x="137" y="223"/>
                </a:lnTo>
                <a:lnTo>
                  <a:pt x="138" y="223"/>
                </a:lnTo>
                <a:lnTo>
                  <a:pt x="139" y="223"/>
                </a:lnTo>
                <a:lnTo>
                  <a:pt x="139" y="222"/>
                </a:lnTo>
                <a:lnTo>
                  <a:pt x="139" y="221"/>
                </a:lnTo>
                <a:lnTo>
                  <a:pt x="140" y="221"/>
                </a:lnTo>
                <a:lnTo>
                  <a:pt x="140" y="222"/>
                </a:lnTo>
                <a:lnTo>
                  <a:pt x="141" y="222"/>
                </a:lnTo>
                <a:lnTo>
                  <a:pt x="141" y="223"/>
                </a:lnTo>
                <a:lnTo>
                  <a:pt x="143" y="223"/>
                </a:lnTo>
                <a:lnTo>
                  <a:pt x="144" y="223"/>
                </a:lnTo>
                <a:lnTo>
                  <a:pt x="145" y="223"/>
                </a:lnTo>
                <a:lnTo>
                  <a:pt x="146" y="223"/>
                </a:lnTo>
                <a:lnTo>
                  <a:pt x="146" y="224"/>
                </a:lnTo>
                <a:lnTo>
                  <a:pt x="147" y="223"/>
                </a:lnTo>
                <a:lnTo>
                  <a:pt x="148" y="222"/>
                </a:lnTo>
                <a:lnTo>
                  <a:pt x="149" y="222"/>
                </a:lnTo>
                <a:lnTo>
                  <a:pt x="150" y="221"/>
                </a:lnTo>
                <a:lnTo>
                  <a:pt x="150" y="220"/>
                </a:lnTo>
                <a:lnTo>
                  <a:pt x="150" y="219"/>
                </a:lnTo>
                <a:lnTo>
                  <a:pt x="151" y="219"/>
                </a:lnTo>
                <a:lnTo>
                  <a:pt x="151" y="218"/>
                </a:lnTo>
                <a:lnTo>
                  <a:pt x="152" y="217"/>
                </a:lnTo>
                <a:lnTo>
                  <a:pt x="153" y="217"/>
                </a:lnTo>
                <a:lnTo>
                  <a:pt x="153" y="218"/>
                </a:lnTo>
                <a:lnTo>
                  <a:pt x="153" y="219"/>
                </a:lnTo>
                <a:lnTo>
                  <a:pt x="154" y="220"/>
                </a:lnTo>
                <a:lnTo>
                  <a:pt x="154" y="221"/>
                </a:lnTo>
                <a:lnTo>
                  <a:pt x="155" y="221"/>
                </a:lnTo>
                <a:lnTo>
                  <a:pt x="156" y="222"/>
                </a:lnTo>
                <a:lnTo>
                  <a:pt x="156" y="223"/>
                </a:lnTo>
                <a:lnTo>
                  <a:pt x="157" y="223"/>
                </a:lnTo>
                <a:lnTo>
                  <a:pt x="158" y="223"/>
                </a:lnTo>
                <a:lnTo>
                  <a:pt x="158" y="222"/>
                </a:lnTo>
                <a:lnTo>
                  <a:pt x="157" y="222"/>
                </a:lnTo>
                <a:lnTo>
                  <a:pt x="157" y="221"/>
                </a:lnTo>
                <a:lnTo>
                  <a:pt x="158" y="221"/>
                </a:lnTo>
                <a:lnTo>
                  <a:pt x="158" y="220"/>
                </a:lnTo>
                <a:lnTo>
                  <a:pt x="158" y="221"/>
                </a:lnTo>
                <a:lnTo>
                  <a:pt x="159" y="221"/>
                </a:lnTo>
                <a:lnTo>
                  <a:pt x="159" y="222"/>
                </a:lnTo>
                <a:lnTo>
                  <a:pt x="160" y="222"/>
                </a:lnTo>
                <a:lnTo>
                  <a:pt x="160" y="221"/>
                </a:lnTo>
                <a:lnTo>
                  <a:pt x="161" y="221"/>
                </a:lnTo>
                <a:lnTo>
                  <a:pt x="162" y="220"/>
                </a:lnTo>
                <a:lnTo>
                  <a:pt x="161" y="219"/>
                </a:lnTo>
                <a:lnTo>
                  <a:pt x="161" y="218"/>
                </a:lnTo>
                <a:lnTo>
                  <a:pt x="161" y="216"/>
                </a:lnTo>
                <a:lnTo>
                  <a:pt x="162" y="217"/>
                </a:lnTo>
                <a:lnTo>
                  <a:pt x="163" y="217"/>
                </a:lnTo>
                <a:lnTo>
                  <a:pt x="164" y="216"/>
                </a:lnTo>
                <a:lnTo>
                  <a:pt x="163" y="215"/>
                </a:lnTo>
                <a:lnTo>
                  <a:pt x="164" y="214"/>
                </a:lnTo>
                <a:lnTo>
                  <a:pt x="165" y="214"/>
                </a:lnTo>
                <a:lnTo>
                  <a:pt x="166" y="214"/>
                </a:lnTo>
                <a:lnTo>
                  <a:pt x="167" y="213"/>
                </a:lnTo>
                <a:lnTo>
                  <a:pt x="167" y="212"/>
                </a:lnTo>
                <a:lnTo>
                  <a:pt x="167" y="211"/>
                </a:lnTo>
                <a:lnTo>
                  <a:pt x="170" y="208"/>
                </a:lnTo>
                <a:lnTo>
                  <a:pt x="172" y="208"/>
                </a:lnTo>
                <a:lnTo>
                  <a:pt x="172" y="207"/>
                </a:lnTo>
                <a:lnTo>
                  <a:pt x="174" y="206"/>
                </a:lnTo>
                <a:lnTo>
                  <a:pt x="175" y="204"/>
                </a:lnTo>
                <a:lnTo>
                  <a:pt x="175" y="203"/>
                </a:lnTo>
                <a:lnTo>
                  <a:pt x="177" y="202"/>
                </a:lnTo>
                <a:lnTo>
                  <a:pt x="178" y="200"/>
                </a:lnTo>
                <a:lnTo>
                  <a:pt x="178" y="199"/>
                </a:lnTo>
                <a:lnTo>
                  <a:pt x="178" y="198"/>
                </a:lnTo>
                <a:lnTo>
                  <a:pt x="178" y="197"/>
                </a:lnTo>
                <a:lnTo>
                  <a:pt x="179" y="197"/>
                </a:lnTo>
                <a:lnTo>
                  <a:pt x="179" y="196"/>
                </a:lnTo>
                <a:lnTo>
                  <a:pt x="179" y="195"/>
                </a:lnTo>
                <a:lnTo>
                  <a:pt x="180" y="195"/>
                </a:lnTo>
                <a:lnTo>
                  <a:pt x="180" y="194"/>
                </a:lnTo>
                <a:lnTo>
                  <a:pt x="180" y="193"/>
                </a:lnTo>
                <a:lnTo>
                  <a:pt x="181" y="192"/>
                </a:lnTo>
                <a:lnTo>
                  <a:pt x="181" y="191"/>
                </a:lnTo>
                <a:lnTo>
                  <a:pt x="182" y="191"/>
                </a:lnTo>
                <a:lnTo>
                  <a:pt x="182" y="190"/>
                </a:lnTo>
                <a:lnTo>
                  <a:pt x="183" y="190"/>
                </a:lnTo>
                <a:lnTo>
                  <a:pt x="183" y="189"/>
                </a:lnTo>
                <a:lnTo>
                  <a:pt x="184" y="188"/>
                </a:lnTo>
                <a:lnTo>
                  <a:pt x="185" y="188"/>
                </a:lnTo>
                <a:lnTo>
                  <a:pt x="185" y="187"/>
                </a:lnTo>
                <a:lnTo>
                  <a:pt x="186" y="186"/>
                </a:lnTo>
                <a:lnTo>
                  <a:pt x="186" y="185"/>
                </a:lnTo>
                <a:lnTo>
                  <a:pt x="186" y="184"/>
                </a:lnTo>
                <a:lnTo>
                  <a:pt x="186" y="183"/>
                </a:lnTo>
                <a:lnTo>
                  <a:pt x="187" y="179"/>
                </a:lnTo>
                <a:lnTo>
                  <a:pt x="188" y="177"/>
                </a:lnTo>
                <a:lnTo>
                  <a:pt x="189" y="177"/>
                </a:lnTo>
                <a:lnTo>
                  <a:pt x="189" y="176"/>
                </a:lnTo>
                <a:lnTo>
                  <a:pt x="190" y="175"/>
                </a:lnTo>
                <a:lnTo>
                  <a:pt x="191" y="174"/>
                </a:lnTo>
                <a:lnTo>
                  <a:pt x="192" y="174"/>
                </a:lnTo>
                <a:lnTo>
                  <a:pt x="191" y="173"/>
                </a:lnTo>
                <a:lnTo>
                  <a:pt x="192" y="173"/>
                </a:lnTo>
                <a:lnTo>
                  <a:pt x="193" y="173"/>
                </a:lnTo>
                <a:lnTo>
                  <a:pt x="194" y="173"/>
                </a:lnTo>
                <a:lnTo>
                  <a:pt x="195" y="172"/>
                </a:lnTo>
                <a:lnTo>
                  <a:pt x="195" y="171"/>
                </a:lnTo>
                <a:lnTo>
                  <a:pt x="194" y="171"/>
                </a:lnTo>
                <a:lnTo>
                  <a:pt x="194" y="170"/>
                </a:lnTo>
                <a:lnTo>
                  <a:pt x="195" y="169"/>
                </a:lnTo>
                <a:lnTo>
                  <a:pt x="196" y="168"/>
                </a:lnTo>
                <a:lnTo>
                  <a:pt x="197" y="167"/>
                </a:lnTo>
                <a:lnTo>
                  <a:pt x="197" y="166"/>
                </a:lnTo>
                <a:lnTo>
                  <a:pt x="198" y="166"/>
                </a:lnTo>
                <a:lnTo>
                  <a:pt x="198" y="165"/>
                </a:lnTo>
                <a:lnTo>
                  <a:pt x="199" y="165"/>
                </a:lnTo>
                <a:lnTo>
                  <a:pt x="199" y="164"/>
                </a:lnTo>
                <a:lnTo>
                  <a:pt x="199" y="163"/>
                </a:lnTo>
                <a:lnTo>
                  <a:pt x="200" y="163"/>
                </a:lnTo>
                <a:lnTo>
                  <a:pt x="200" y="162"/>
                </a:lnTo>
                <a:lnTo>
                  <a:pt x="201" y="161"/>
                </a:lnTo>
                <a:lnTo>
                  <a:pt x="201" y="160"/>
                </a:lnTo>
                <a:lnTo>
                  <a:pt x="200" y="158"/>
                </a:lnTo>
                <a:lnTo>
                  <a:pt x="199" y="158"/>
                </a:lnTo>
                <a:lnTo>
                  <a:pt x="198" y="158"/>
                </a:lnTo>
                <a:lnTo>
                  <a:pt x="197" y="157"/>
                </a:lnTo>
                <a:lnTo>
                  <a:pt x="196" y="156"/>
                </a:lnTo>
                <a:lnTo>
                  <a:pt x="196" y="155"/>
                </a:lnTo>
                <a:lnTo>
                  <a:pt x="197" y="155"/>
                </a:lnTo>
                <a:lnTo>
                  <a:pt x="196" y="155"/>
                </a:lnTo>
                <a:lnTo>
                  <a:pt x="196" y="154"/>
                </a:lnTo>
                <a:lnTo>
                  <a:pt x="195" y="153"/>
                </a:lnTo>
                <a:lnTo>
                  <a:pt x="194" y="153"/>
                </a:lnTo>
                <a:lnTo>
                  <a:pt x="194" y="152"/>
                </a:lnTo>
                <a:lnTo>
                  <a:pt x="193" y="151"/>
                </a:lnTo>
                <a:lnTo>
                  <a:pt x="193" y="150"/>
                </a:lnTo>
                <a:lnTo>
                  <a:pt x="194" y="150"/>
                </a:lnTo>
                <a:lnTo>
                  <a:pt x="195" y="150"/>
                </a:lnTo>
                <a:lnTo>
                  <a:pt x="195" y="149"/>
                </a:lnTo>
                <a:lnTo>
                  <a:pt x="195" y="148"/>
                </a:lnTo>
                <a:lnTo>
                  <a:pt x="195" y="147"/>
                </a:lnTo>
                <a:lnTo>
                  <a:pt x="196" y="147"/>
                </a:lnTo>
                <a:lnTo>
                  <a:pt x="197" y="147"/>
                </a:lnTo>
                <a:lnTo>
                  <a:pt x="197" y="146"/>
                </a:lnTo>
                <a:lnTo>
                  <a:pt x="196" y="146"/>
                </a:lnTo>
                <a:lnTo>
                  <a:pt x="197" y="146"/>
                </a:lnTo>
                <a:lnTo>
                  <a:pt x="198" y="146"/>
                </a:lnTo>
                <a:lnTo>
                  <a:pt x="198" y="144"/>
                </a:lnTo>
                <a:lnTo>
                  <a:pt x="198" y="143"/>
                </a:lnTo>
                <a:lnTo>
                  <a:pt x="199" y="143"/>
                </a:lnTo>
                <a:lnTo>
                  <a:pt x="200" y="142"/>
                </a:lnTo>
                <a:lnTo>
                  <a:pt x="199" y="142"/>
                </a:lnTo>
                <a:lnTo>
                  <a:pt x="199" y="141"/>
                </a:lnTo>
                <a:lnTo>
                  <a:pt x="199" y="140"/>
                </a:lnTo>
                <a:lnTo>
                  <a:pt x="199" y="139"/>
                </a:lnTo>
                <a:lnTo>
                  <a:pt x="200" y="139"/>
                </a:lnTo>
                <a:lnTo>
                  <a:pt x="201" y="138"/>
                </a:lnTo>
                <a:lnTo>
                  <a:pt x="202" y="138"/>
                </a:lnTo>
                <a:lnTo>
                  <a:pt x="202" y="139"/>
                </a:lnTo>
                <a:lnTo>
                  <a:pt x="203" y="138"/>
                </a:lnTo>
                <a:lnTo>
                  <a:pt x="204" y="138"/>
                </a:lnTo>
                <a:lnTo>
                  <a:pt x="205" y="139"/>
                </a:lnTo>
                <a:lnTo>
                  <a:pt x="205" y="138"/>
                </a:lnTo>
                <a:lnTo>
                  <a:pt x="206" y="138"/>
                </a:lnTo>
                <a:lnTo>
                  <a:pt x="207" y="139"/>
                </a:lnTo>
                <a:lnTo>
                  <a:pt x="208" y="139"/>
                </a:lnTo>
                <a:lnTo>
                  <a:pt x="209" y="140"/>
                </a:lnTo>
                <a:lnTo>
                  <a:pt x="209" y="139"/>
                </a:lnTo>
                <a:lnTo>
                  <a:pt x="210" y="139"/>
                </a:lnTo>
                <a:lnTo>
                  <a:pt x="211" y="140"/>
                </a:lnTo>
                <a:lnTo>
                  <a:pt x="211" y="141"/>
                </a:lnTo>
                <a:lnTo>
                  <a:pt x="212" y="142"/>
                </a:lnTo>
                <a:lnTo>
                  <a:pt x="213" y="142"/>
                </a:lnTo>
                <a:lnTo>
                  <a:pt x="213" y="141"/>
                </a:lnTo>
                <a:lnTo>
                  <a:pt x="214" y="141"/>
                </a:lnTo>
                <a:lnTo>
                  <a:pt x="214" y="140"/>
                </a:lnTo>
                <a:lnTo>
                  <a:pt x="215" y="139"/>
                </a:lnTo>
                <a:lnTo>
                  <a:pt x="216" y="138"/>
                </a:lnTo>
                <a:lnTo>
                  <a:pt x="216" y="137"/>
                </a:lnTo>
                <a:lnTo>
                  <a:pt x="217" y="136"/>
                </a:lnTo>
                <a:lnTo>
                  <a:pt x="218" y="136"/>
                </a:lnTo>
                <a:lnTo>
                  <a:pt x="219" y="135"/>
                </a:lnTo>
                <a:lnTo>
                  <a:pt x="219" y="134"/>
                </a:lnTo>
                <a:lnTo>
                  <a:pt x="220" y="134"/>
                </a:lnTo>
                <a:lnTo>
                  <a:pt x="221" y="135"/>
                </a:lnTo>
                <a:lnTo>
                  <a:pt x="222" y="135"/>
                </a:lnTo>
                <a:lnTo>
                  <a:pt x="222" y="136"/>
                </a:lnTo>
                <a:lnTo>
                  <a:pt x="223" y="137"/>
                </a:lnTo>
                <a:lnTo>
                  <a:pt x="223" y="138"/>
                </a:lnTo>
                <a:lnTo>
                  <a:pt x="223" y="139"/>
                </a:lnTo>
                <a:lnTo>
                  <a:pt x="223" y="140"/>
                </a:lnTo>
                <a:lnTo>
                  <a:pt x="223" y="141"/>
                </a:lnTo>
                <a:lnTo>
                  <a:pt x="224" y="141"/>
                </a:lnTo>
                <a:lnTo>
                  <a:pt x="224" y="142"/>
                </a:lnTo>
                <a:lnTo>
                  <a:pt x="225" y="142"/>
                </a:lnTo>
                <a:lnTo>
                  <a:pt x="226" y="141"/>
                </a:lnTo>
                <a:lnTo>
                  <a:pt x="227" y="142"/>
                </a:lnTo>
                <a:lnTo>
                  <a:pt x="228" y="143"/>
                </a:lnTo>
                <a:lnTo>
                  <a:pt x="229" y="143"/>
                </a:lnTo>
                <a:lnTo>
                  <a:pt x="230" y="144"/>
                </a:lnTo>
                <a:lnTo>
                  <a:pt x="231" y="144"/>
                </a:lnTo>
                <a:lnTo>
                  <a:pt x="232" y="144"/>
                </a:lnTo>
                <a:lnTo>
                  <a:pt x="232" y="143"/>
                </a:lnTo>
                <a:lnTo>
                  <a:pt x="233" y="143"/>
                </a:lnTo>
                <a:lnTo>
                  <a:pt x="233" y="142"/>
                </a:lnTo>
                <a:lnTo>
                  <a:pt x="234" y="142"/>
                </a:lnTo>
                <a:lnTo>
                  <a:pt x="235" y="141"/>
                </a:lnTo>
                <a:lnTo>
                  <a:pt x="235" y="140"/>
                </a:lnTo>
                <a:lnTo>
                  <a:pt x="236" y="139"/>
                </a:lnTo>
                <a:lnTo>
                  <a:pt x="237" y="139"/>
                </a:lnTo>
                <a:lnTo>
                  <a:pt x="237" y="138"/>
                </a:lnTo>
                <a:lnTo>
                  <a:pt x="238" y="138"/>
                </a:lnTo>
                <a:lnTo>
                  <a:pt x="238" y="137"/>
                </a:lnTo>
                <a:lnTo>
                  <a:pt x="239" y="137"/>
                </a:lnTo>
                <a:lnTo>
                  <a:pt x="240" y="137"/>
                </a:lnTo>
                <a:lnTo>
                  <a:pt x="240" y="136"/>
                </a:lnTo>
                <a:lnTo>
                  <a:pt x="241" y="136"/>
                </a:lnTo>
                <a:lnTo>
                  <a:pt x="241" y="135"/>
                </a:lnTo>
                <a:lnTo>
                  <a:pt x="242" y="134"/>
                </a:lnTo>
                <a:lnTo>
                  <a:pt x="244" y="133"/>
                </a:lnTo>
                <a:lnTo>
                  <a:pt x="245" y="133"/>
                </a:lnTo>
                <a:lnTo>
                  <a:pt x="245" y="132"/>
                </a:lnTo>
                <a:lnTo>
                  <a:pt x="243" y="132"/>
                </a:lnTo>
                <a:lnTo>
                  <a:pt x="242" y="132"/>
                </a:lnTo>
                <a:lnTo>
                  <a:pt x="242" y="131"/>
                </a:lnTo>
                <a:lnTo>
                  <a:pt x="241" y="131"/>
                </a:lnTo>
                <a:lnTo>
                  <a:pt x="240" y="131"/>
                </a:lnTo>
                <a:lnTo>
                  <a:pt x="239" y="130"/>
                </a:lnTo>
                <a:lnTo>
                  <a:pt x="239" y="129"/>
                </a:lnTo>
                <a:lnTo>
                  <a:pt x="240" y="128"/>
                </a:lnTo>
                <a:lnTo>
                  <a:pt x="239" y="127"/>
                </a:lnTo>
                <a:lnTo>
                  <a:pt x="239" y="126"/>
                </a:lnTo>
                <a:lnTo>
                  <a:pt x="240" y="124"/>
                </a:lnTo>
                <a:lnTo>
                  <a:pt x="241" y="124"/>
                </a:lnTo>
                <a:lnTo>
                  <a:pt x="242" y="125"/>
                </a:lnTo>
                <a:lnTo>
                  <a:pt x="243" y="125"/>
                </a:lnTo>
                <a:lnTo>
                  <a:pt x="244" y="125"/>
                </a:lnTo>
                <a:lnTo>
                  <a:pt x="244" y="124"/>
                </a:lnTo>
                <a:lnTo>
                  <a:pt x="245" y="122"/>
                </a:lnTo>
                <a:lnTo>
                  <a:pt x="245" y="121"/>
                </a:lnTo>
                <a:lnTo>
                  <a:pt x="245" y="120"/>
                </a:lnTo>
                <a:lnTo>
                  <a:pt x="246" y="120"/>
                </a:lnTo>
                <a:lnTo>
                  <a:pt x="247" y="120"/>
                </a:lnTo>
                <a:lnTo>
                  <a:pt x="248" y="119"/>
                </a:lnTo>
                <a:lnTo>
                  <a:pt x="249" y="119"/>
                </a:lnTo>
                <a:lnTo>
                  <a:pt x="250" y="119"/>
                </a:lnTo>
                <a:lnTo>
                  <a:pt x="250" y="118"/>
                </a:lnTo>
                <a:lnTo>
                  <a:pt x="250" y="117"/>
                </a:lnTo>
                <a:lnTo>
                  <a:pt x="249" y="117"/>
                </a:lnTo>
                <a:lnTo>
                  <a:pt x="248" y="117"/>
                </a:lnTo>
                <a:lnTo>
                  <a:pt x="248" y="116"/>
                </a:lnTo>
                <a:lnTo>
                  <a:pt x="247" y="116"/>
                </a:lnTo>
                <a:lnTo>
                  <a:pt x="248" y="116"/>
                </a:lnTo>
                <a:lnTo>
                  <a:pt x="247" y="116"/>
                </a:lnTo>
                <a:lnTo>
                  <a:pt x="247" y="115"/>
                </a:lnTo>
                <a:lnTo>
                  <a:pt x="247" y="114"/>
                </a:lnTo>
                <a:lnTo>
                  <a:pt x="247" y="113"/>
                </a:lnTo>
                <a:lnTo>
                  <a:pt x="246" y="113"/>
                </a:lnTo>
                <a:lnTo>
                  <a:pt x="246" y="112"/>
                </a:lnTo>
                <a:lnTo>
                  <a:pt x="246" y="111"/>
                </a:lnTo>
                <a:lnTo>
                  <a:pt x="247" y="111"/>
                </a:lnTo>
                <a:lnTo>
                  <a:pt x="248" y="111"/>
                </a:lnTo>
                <a:lnTo>
                  <a:pt x="248" y="110"/>
                </a:lnTo>
                <a:lnTo>
                  <a:pt x="248" y="109"/>
                </a:lnTo>
                <a:lnTo>
                  <a:pt x="249" y="108"/>
                </a:lnTo>
                <a:lnTo>
                  <a:pt x="250" y="108"/>
                </a:lnTo>
                <a:lnTo>
                  <a:pt x="250" y="107"/>
                </a:lnTo>
                <a:lnTo>
                  <a:pt x="251" y="106"/>
                </a:lnTo>
                <a:lnTo>
                  <a:pt x="252" y="105"/>
                </a:lnTo>
                <a:lnTo>
                  <a:pt x="251" y="105"/>
                </a:lnTo>
                <a:lnTo>
                  <a:pt x="252" y="104"/>
                </a:lnTo>
                <a:lnTo>
                  <a:pt x="253" y="103"/>
                </a:lnTo>
                <a:lnTo>
                  <a:pt x="253" y="102"/>
                </a:lnTo>
                <a:lnTo>
                  <a:pt x="253" y="101"/>
                </a:lnTo>
                <a:lnTo>
                  <a:pt x="252" y="101"/>
                </a:lnTo>
                <a:lnTo>
                  <a:pt x="251" y="101"/>
                </a:lnTo>
                <a:lnTo>
                  <a:pt x="251" y="100"/>
                </a:lnTo>
                <a:lnTo>
                  <a:pt x="252" y="100"/>
                </a:lnTo>
                <a:lnTo>
                  <a:pt x="252" y="99"/>
                </a:lnTo>
                <a:lnTo>
                  <a:pt x="251" y="99"/>
                </a:lnTo>
                <a:lnTo>
                  <a:pt x="251" y="100"/>
                </a:lnTo>
                <a:lnTo>
                  <a:pt x="250" y="100"/>
                </a:lnTo>
                <a:lnTo>
                  <a:pt x="249" y="100"/>
                </a:lnTo>
                <a:lnTo>
                  <a:pt x="248" y="101"/>
                </a:lnTo>
                <a:lnTo>
                  <a:pt x="248" y="100"/>
                </a:lnTo>
                <a:lnTo>
                  <a:pt x="248" y="99"/>
                </a:lnTo>
                <a:lnTo>
                  <a:pt x="248" y="98"/>
                </a:lnTo>
                <a:lnTo>
                  <a:pt x="247" y="98"/>
                </a:lnTo>
                <a:lnTo>
                  <a:pt x="248" y="97"/>
                </a:lnTo>
                <a:lnTo>
                  <a:pt x="249" y="97"/>
                </a:lnTo>
                <a:lnTo>
                  <a:pt x="250" y="97"/>
                </a:lnTo>
                <a:lnTo>
                  <a:pt x="251" y="97"/>
                </a:lnTo>
                <a:lnTo>
                  <a:pt x="251" y="96"/>
                </a:lnTo>
                <a:lnTo>
                  <a:pt x="252" y="96"/>
                </a:lnTo>
                <a:lnTo>
                  <a:pt x="253" y="96"/>
                </a:lnTo>
                <a:lnTo>
                  <a:pt x="254" y="96"/>
                </a:lnTo>
                <a:lnTo>
                  <a:pt x="254" y="95"/>
                </a:lnTo>
                <a:lnTo>
                  <a:pt x="253" y="95"/>
                </a:lnTo>
                <a:lnTo>
                  <a:pt x="254" y="95"/>
                </a:lnTo>
                <a:lnTo>
                  <a:pt x="254" y="94"/>
                </a:lnTo>
                <a:lnTo>
                  <a:pt x="255" y="94"/>
                </a:lnTo>
                <a:lnTo>
                  <a:pt x="256" y="93"/>
                </a:lnTo>
                <a:lnTo>
                  <a:pt x="257" y="93"/>
                </a:lnTo>
                <a:lnTo>
                  <a:pt x="257" y="92"/>
                </a:lnTo>
                <a:lnTo>
                  <a:pt x="258" y="92"/>
                </a:lnTo>
                <a:lnTo>
                  <a:pt x="259" y="91"/>
                </a:lnTo>
                <a:lnTo>
                  <a:pt x="260" y="91"/>
                </a:lnTo>
                <a:lnTo>
                  <a:pt x="260" y="90"/>
                </a:lnTo>
                <a:lnTo>
                  <a:pt x="261" y="90"/>
                </a:lnTo>
                <a:lnTo>
                  <a:pt x="262" y="89"/>
                </a:lnTo>
                <a:lnTo>
                  <a:pt x="262" y="88"/>
                </a:lnTo>
                <a:lnTo>
                  <a:pt x="261" y="88"/>
                </a:lnTo>
                <a:lnTo>
                  <a:pt x="261" y="87"/>
                </a:lnTo>
                <a:lnTo>
                  <a:pt x="261" y="86"/>
                </a:lnTo>
                <a:lnTo>
                  <a:pt x="260" y="86"/>
                </a:lnTo>
                <a:lnTo>
                  <a:pt x="259" y="86"/>
                </a:lnTo>
                <a:lnTo>
                  <a:pt x="259" y="85"/>
                </a:lnTo>
                <a:lnTo>
                  <a:pt x="260" y="84"/>
                </a:lnTo>
                <a:lnTo>
                  <a:pt x="261" y="84"/>
                </a:lnTo>
                <a:lnTo>
                  <a:pt x="261" y="83"/>
                </a:lnTo>
                <a:lnTo>
                  <a:pt x="262" y="82"/>
                </a:lnTo>
                <a:lnTo>
                  <a:pt x="263" y="82"/>
                </a:lnTo>
                <a:lnTo>
                  <a:pt x="263" y="83"/>
                </a:lnTo>
                <a:lnTo>
                  <a:pt x="264" y="82"/>
                </a:lnTo>
                <a:lnTo>
                  <a:pt x="265" y="81"/>
                </a:lnTo>
                <a:lnTo>
                  <a:pt x="265" y="79"/>
                </a:lnTo>
                <a:lnTo>
                  <a:pt x="264" y="79"/>
                </a:lnTo>
                <a:lnTo>
                  <a:pt x="264" y="78"/>
                </a:lnTo>
                <a:lnTo>
                  <a:pt x="265" y="77"/>
                </a:lnTo>
                <a:lnTo>
                  <a:pt x="265" y="76"/>
                </a:lnTo>
                <a:lnTo>
                  <a:pt x="265" y="75"/>
                </a:lnTo>
                <a:lnTo>
                  <a:pt x="264" y="75"/>
                </a:lnTo>
                <a:lnTo>
                  <a:pt x="263" y="75"/>
                </a:lnTo>
                <a:lnTo>
                  <a:pt x="263" y="74"/>
                </a:lnTo>
                <a:lnTo>
                  <a:pt x="262" y="74"/>
                </a:lnTo>
                <a:lnTo>
                  <a:pt x="262" y="73"/>
                </a:lnTo>
                <a:lnTo>
                  <a:pt x="263" y="73"/>
                </a:lnTo>
                <a:lnTo>
                  <a:pt x="264" y="72"/>
                </a:lnTo>
                <a:lnTo>
                  <a:pt x="265" y="72"/>
                </a:lnTo>
                <a:lnTo>
                  <a:pt x="265" y="71"/>
                </a:lnTo>
                <a:lnTo>
                  <a:pt x="266" y="71"/>
                </a:lnTo>
                <a:lnTo>
                  <a:pt x="267" y="71"/>
                </a:lnTo>
                <a:lnTo>
                  <a:pt x="267" y="72"/>
                </a:lnTo>
                <a:lnTo>
                  <a:pt x="268" y="72"/>
                </a:lnTo>
                <a:lnTo>
                  <a:pt x="269" y="72"/>
                </a:lnTo>
                <a:lnTo>
                  <a:pt x="269" y="71"/>
                </a:lnTo>
                <a:lnTo>
                  <a:pt x="270" y="72"/>
                </a:lnTo>
                <a:lnTo>
                  <a:pt x="270" y="71"/>
                </a:lnTo>
                <a:lnTo>
                  <a:pt x="271" y="71"/>
                </a:lnTo>
                <a:lnTo>
                  <a:pt x="272" y="71"/>
                </a:lnTo>
                <a:lnTo>
                  <a:pt x="273" y="71"/>
                </a:lnTo>
                <a:lnTo>
                  <a:pt x="274" y="72"/>
                </a:lnTo>
                <a:lnTo>
                  <a:pt x="274" y="71"/>
                </a:lnTo>
                <a:lnTo>
                  <a:pt x="275" y="71"/>
                </a:lnTo>
                <a:lnTo>
                  <a:pt x="276" y="71"/>
                </a:lnTo>
                <a:lnTo>
                  <a:pt x="276" y="70"/>
                </a:lnTo>
                <a:lnTo>
                  <a:pt x="277" y="70"/>
                </a:lnTo>
                <a:lnTo>
                  <a:pt x="276" y="69"/>
                </a:lnTo>
                <a:lnTo>
                  <a:pt x="276" y="68"/>
                </a:lnTo>
                <a:lnTo>
                  <a:pt x="277" y="67"/>
                </a:lnTo>
                <a:lnTo>
                  <a:pt x="278" y="67"/>
                </a:lnTo>
                <a:lnTo>
                  <a:pt x="279" y="67"/>
                </a:lnTo>
                <a:lnTo>
                  <a:pt x="280" y="67"/>
                </a:lnTo>
                <a:lnTo>
                  <a:pt x="280" y="66"/>
                </a:lnTo>
                <a:lnTo>
                  <a:pt x="280" y="65"/>
                </a:lnTo>
                <a:lnTo>
                  <a:pt x="279" y="65"/>
                </a:lnTo>
                <a:lnTo>
                  <a:pt x="279" y="64"/>
                </a:lnTo>
                <a:lnTo>
                  <a:pt x="280" y="64"/>
                </a:lnTo>
                <a:lnTo>
                  <a:pt x="281" y="64"/>
                </a:lnTo>
                <a:lnTo>
                  <a:pt x="280" y="64"/>
                </a:lnTo>
                <a:lnTo>
                  <a:pt x="280" y="63"/>
                </a:lnTo>
                <a:lnTo>
                  <a:pt x="280" y="62"/>
                </a:lnTo>
                <a:lnTo>
                  <a:pt x="281" y="62"/>
                </a:lnTo>
                <a:lnTo>
                  <a:pt x="281" y="61"/>
                </a:lnTo>
                <a:lnTo>
                  <a:pt x="282" y="61"/>
                </a:lnTo>
                <a:lnTo>
                  <a:pt x="283" y="61"/>
                </a:lnTo>
                <a:lnTo>
                  <a:pt x="283" y="60"/>
                </a:lnTo>
                <a:lnTo>
                  <a:pt x="283" y="59"/>
                </a:lnTo>
                <a:lnTo>
                  <a:pt x="284" y="59"/>
                </a:lnTo>
                <a:lnTo>
                  <a:pt x="284" y="58"/>
                </a:lnTo>
                <a:lnTo>
                  <a:pt x="285" y="58"/>
                </a:lnTo>
                <a:lnTo>
                  <a:pt x="286" y="58"/>
                </a:lnTo>
                <a:lnTo>
                  <a:pt x="286" y="59"/>
                </a:lnTo>
                <a:lnTo>
                  <a:pt x="287" y="59"/>
                </a:lnTo>
                <a:lnTo>
                  <a:pt x="287" y="60"/>
                </a:lnTo>
                <a:lnTo>
                  <a:pt x="287" y="59"/>
                </a:lnTo>
                <a:lnTo>
                  <a:pt x="287" y="58"/>
                </a:lnTo>
                <a:lnTo>
                  <a:pt x="288" y="58"/>
                </a:lnTo>
                <a:lnTo>
                  <a:pt x="288" y="57"/>
                </a:lnTo>
                <a:lnTo>
                  <a:pt x="288" y="58"/>
                </a:lnTo>
                <a:lnTo>
                  <a:pt x="289" y="58"/>
                </a:lnTo>
                <a:lnTo>
                  <a:pt x="289" y="57"/>
                </a:lnTo>
                <a:lnTo>
                  <a:pt x="290" y="57"/>
                </a:lnTo>
                <a:lnTo>
                  <a:pt x="290" y="56"/>
                </a:lnTo>
                <a:lnTo>
                  <a:pt x="291" y="56"/>
                </a:lnTo>
                <a:lnTo>
                  <a:pt x="292" y="56"/>
                </a:lnTo>
                <a:lnTo>
                  <a:pt x="292" y="55"/>
                </a:lnTo>
                <a:lnTo>
                  <a:pt x="293" y="55"/>
                </a:lnTo>
                <a:lnTo>
                  <a:pt x="293" y="54"/>
                </a:lnTo>
                <a:lnTo>
                  <a:pt x="294" y="55"/>
                </a:lnTo>
                <a:lnTo>
                  <a:pt x="294" y="54"/>
                </a:lnTo>
                <a:lnTo>
                  <a:pt x="293" y="54"/>
                </a:lnTo>
                <a:lnTo>
                  <a:pt x="293" y="53"/>
                </a:lnTo>
                <a:lnTo>
                  <a:pt x="292" y="52"/>
                </a:lnTo>
                <a:lnTo>
                  <a:pt x="292" y="51"/>
                </a:lnTo>
                <a:lnTo>
                  <a:pt x="293" y="51"/>
                </a:lnTo>
                <a:lnTo>
                  <a:pt x="292" y="50"/>
                </a:lnTo>
                <a:lnTo>
                  <a:pt x="292" y="49"/>
                </a:lnTo>
                <a:lnTo>
                  <a:pt x="292" y="48"/>
                </a:lnTo>
                <a:lnTo>
                  <a:pt x="291" y="48"/>
                </a:lnTo>
                <a:lnTo>
                  <a:pt x="292" y="47"/>
                </a:lnTo>
                <a:lnTo>
                  <a:pt x="292" y="46"/>
                </a:lnTo>
                <a:lnTo>
                  <a:pt x="293" y="46"/>
                </a:lnTo>
                <a:lnTo>
                  <a:pt x="293" y="45"/>
                </a:lnTo>
                <a:lnTo>
                  <a:pt x="292" y="45"/>
                </a:lnTo>
                <a:lnTo>
                  <a:pt x="291" y="45"/>
                </a:lnTo>
                <a:lnTo>
                  <a:pt x="289" y="44"/>
                </a:lnTo>
                <a:lnTo>
                  <a:pt x="289" y="43"/>
                </a:lnTo>
                <a:lnTo>
                  <a:pt x="288" y="43"/>
                </a:lnTo>
                <a:lnTo>
                  <a:pt x="287" y="43"/>
                </a:lnTo>
                <a:lnTo>
                  <a:pt x="286" y="43"/>
                </a:lnTo>
                <a:lnTo>
                  <a:pt x="286" y="42"/>
                </a:lnTo>
                <a:lnTo>
                  <a:pt x="287" y="41"/>
                </a:lnTo>
                <a:lnTo>
                  <a:pt x="287" y="40"/>
                </a:lnTo>
                <a:lnTo>
                  <a:pt x="286" y="40"/>
                </a:lnTo>
                <a:lnTo>
                  <a:pt x="284" y="40"/>
                </a:lnTo>
                <a:lnTo>
                  <a:pt x="283" y="40"/>
                </a:lnTo>
                <a:lnTo>
                  <a:pt x="282" y="39"/>
                </a:lnTo>
                <a:lnTo>
                  <a:pt x="281" y="39"/>
                </a:lnTo>
                <a:lnTo>
                  <a:pt x="281" y="38"/>
                </a:lnTo>
                <a:lnTo>
                  <a:pt x="280" y="38"/>
                </a:lnTo>
                <a:lnTo>
                  <a:pt x="280" y="37"/>
                </a:lnTo>
                <a:lnTo>
                  <a:pt x="280" y="36"/>
                </a:lnTo>
                <a:lnTo>
                  <a:pt x="279" y="35"/>
                </a:lnTo>
                <a:lnTo>
                  <a:pt x="279" y="36"/>
                </a:lnTo>
                <a:lnTo>
                  <a:pt x="278" y="36"/>
                </a:lnTo>
                <a:lnTo>
                  <a:pt x="277" y="36"/>
                </a:lnTo>
                <a:lnTo>
                  <a:pt x="277" y="35"/>
                </a:lnTo>
                <a:lnTo>
                  <a:pt x="276" y="35"/>
                </a:lnTo>
                <a:lnTo>
                  <a:pt x="276" y="34"/>
                </a:lnTo>
                <a:lnTo>
                  <a:pt x="275" y="34"/>
                </a:lnTo>
                <a:lnTo>
                  <a:pt x="275" y="33"/>
                </a:lnTo>
                <a:lnTo>
                  <a:pt x="274" y="33"/>
                </a:lnTo>
                <a:lnTo>
                  <a:pt x="274" y="32"/>
                </a:lnTo>
                <a:lnTo>
                  <a:pt x="273" y="31"/>
                </a:lnTo>
                <a:lnTo>
                  <a:pt x="273" y="30"/>
                </a:lnTo>
                <a:lnTo>
                  <a:pt x="272" y="30"/>
                </a:lnTo>
                <a:lnTo>
                  <a:pt x="271" y="30"/>
                </a:lnTo>
                <a:lnTo>
                  <a:pt x="271" y="29"/>
                </a:lnTo>
                <a:lnTo>
                  <a:pt x="270" y="29"/>
                </a:lnTo>
                <a:lnTo>
                  <a:pt x="271" y="29"/>
                </a:lnTo>
                <a:lnTo>
                  <a:pt x="271" y="28"/>
                </a:lnTo>
                <a:lnTo>
                  <a:pt x="271" y="27"/>
                </a:lnTo>
                <a:lnTo>
                  <a:pt x="270" y="25"/>
                </a:lnTo>
                <a:lnTo>
                  <a:pt x="269" y="24"/>
                </a:lnTo>
                <a:lnTo>
                  <a:pt x="269" y="23"/>
                </a:lnTo>
                <a:lnTo>
                  <a:pt x="270" y="23"/>
                </a:lnTo>
                <a:lnTo>
                  <a:pt x="271" y="23"/>
                </a:lnTo>
                <a:lnTo>
                  <a:pt x="271" y="22"/>
                </a:lnTo>
                <a:lnTo>
                  <a:pt x="272" y="21"/>
                </a:lnTo>
                <a:lnTo>
                  <a:pt x="273" y="21"/>
                </a:lnTo>
                <a:lnTo>
                  <a:pt x="274" y="22"/>
                </a:lnTo>
                <a:lnTo>
                  <a:pt x="275" y="22"/>
                </a:lnTo>
                <a:lnTo>
                  <a:pt x="276" y="23"/>
                </a:lnTo>
                <a:lnTo>
                  <a:pt x="277" y="23"/>
                </a:lnTo>
                <a:lnTo>
                  <a:pt x="278" y="23"/>
                </a:lnTo>
                <a:lnTo>
                  <a:pt x="278" y="22"/>
                </a:lnTo>
                <a:lnTo>
                  <a:pt x="278" y="21"/>
                </a:lnTo>
                <a:lnTo>
                  <a:pt x="277" y="21"/>
                </a:lnTo>
                <a:lnTo>
                  <a:pt x="277" y="20"/>
                </a:lnTo>
                <a:lnTo>
                  <a:pt x="276" y="20"/>
                </a:lnTo>
                <a:lnTo>
                  <a:pt x="275" y="19"/>
                </a:lnTo>
                <a:lnTo>
                  <a:pt x="276" y="18"/>
                </a:lnTo>
                <a:lnTo>
                  <a:pt x="277" y="18"/>
                </a:lnTo>
                <a:lnTo>
                  <a:pt x="277" y="17"/>
                </a:lnTo>
                <a:lnTo>
                  <a:pt x="278" y="17"/>
                </a:lnTo>
                <a:lnTo>
                  <a:pt x="278" y="16"/>
                </a:lnTo>
                <a:lnTo>
                  <a:pt x="277" y="16"/>
                </a:lnTo>
                <a:lnTo>
                  <a:pt x="277" y="15"/>
                </a:lnTo>
                <a:lnTo>
                  <a:pt x="276" y="15"/>
                </a:lnTo>
                <a:lnTo>
                  <a:pt x="276" y="14"/>
                </a:lnTo>
                <a:lnTo>
                  <a:pt x="277" y="13"/>
                </a:lnTo>
                <a:lnTo>
                  <a:pt x="278" y="13"/>
                </a:lnTo>
                <a:lnTo>
                  <a:pt x="279" y="13"/>
                </a:lnTo>
                <a:lnTo>
                  <a:pt x="280" y="13"/>
                </a:lnTo>
                <a:lnTo>
                  <a:pt x="281" y="14"/>
                </a:lnTo>
                <a:lnTo>
                  <a:pt x="282" y="14"/>
                </a:lnTo>
                <a:lnTo>
                  <a:pt x="282" y="13"/>
                </a:lnTo>
                <a:lnTo>
                  <a:pt x="282" y="14"/>
                </a:lnTo>
                <a:lnTo>
                  <a:pt x="283" y="14"/>
                </a:lnTo>
                <a:lnTo>
                  <a:pt x="284" y="14"/>
                </a:lnTo>
                <a:lnTo>
                  <a:pt x="285" y="13"/>
                </a:lnTo>
                <a:lnTo>
                  <a:pt x="286" y="13"/>
                </a:lnTo>
                <a:lnTo>
                  <a:pt x="286" y="11"/>
                </a:lnTo>
                <a:lnTo>
                  <a:pt x="285" y="11"/>
                </a:lnTo>
                <a:lnTo>
                  <a:pt x="284" y="10"/>
                </a:lnTo>
                <a:lnTo>
                  <a:pt x="283" y="9"/>
                </a:lnTo>
                <a:lnTo>
                  <a:pt x="282" y="7"/>
                </a:lnTo>
                <a:lnTo>
                  <a:pt x="282" y="6"/>
                </a:lnTo>
                <a:lnTo>
                  <a:pt x="280" y="5"/>
                </a:lnTo>
                <a:lnTo>
                  <a:pt x="279" y="5"/>
                </a:lnTo>
                <a:lnTo>
                  <a:pt x="280" y="5"/>
                </a:lnTo>
                <a:lnTo>
                  <a:pt x="279" y="4"/>
                </a:lnTo>
                <a:lnTo>
                  <a:pt x="279" y="3"/>
                </a:lnTo>
                <a:lnTo>
                  <a:pt x="278" y="3"/>
                </a:lnTo>
                <a:lnTo>
                  <a:pt x="279" y="3"/>
                </a:lnTo>
                <a:lnTo>
                  <a:pt x="280" y="2"/>
                </a:lnTo>
                <a:lnTo>
                  <a:pt x="281" y="1"/>
                </a:lnTo>
                <a:lnTo>
                  <a:pt x="282" y="1"/>
                </a:lnTo>
                <a:lnTo>
                  <a:pt x="283" y="1"/>
                </a:lnTo>
                <a:lnTo>
                  <a:pt x="284" y="1"/>
                </a:lnTo>
                <a:lnTo>
                  <a:pt x="285" y="1"/>
                </a:lnTo>
                <a:lnTo>
                  <a:pt x="286" y="2"/>
                </a:lnTo>
                <a:lnTo>
                  <a:pt x="287" y="2"/>
                </a:lnTo>
                <a:lnTo>
                  <a:pt x="288" y="2"/>
                </a:lnTo>
                <a:lnTo>
                  <a:pt x="289" y="2"/>
                </a:lnTo>
                <a:lnTo>
                  <a:pt x="289" y="1"/>
                </a:lnTo>
                <a:lnTo>
                  <a:pt x="290" y="1"/>
                </a:lnTo>
                <a:lnTo>
                  <a:pt x="291" y="0"/>
                </a:lnTo>
                <a:lnTo>
                  <a:pt x="292" y="1"/>
                </a:lnTo>
                <a:lnTo>
                  <a:pt x="293" y="1"/>
                </a:lnTo>
                <a:lnTo>
                  <a:pt x="29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5" name=""/>
          <p:cNvSpPr/>
          <p:nvPr/>
        </p:nvSpPr>
        <p:spPr>
          <a:xfrm>
            <a:off x="3888360" y="1728720"/>
            <a:ext cx="363240" cy="304920"/>
          </a:xfrm>
          <a:custGeom>
            <a:avLst/>
            <a:gdLst/>
            <a:ahLst/>
            <a:rect l="0" t="0" r="r" b="b"/>
            <a:pathLst>
              <a:path w="1009" h="847">
                <a:moveTo>
                  <a:pt x="505" y="4"/>
                </a:moveTo>
                <a:lnTo>
                  <a:pt x="505" y="5"/>
                </a:lnTo>
                <a:lnTo>
                  <a:pt x="505" y="6"/>
                </a:lnTo>
                <a:lnTo>
                  <a:pt x="506" y="6"/>
                </a:lnTo>
                <a:lnTo>
                  <a:pt x="506" y="7"/>
                </a:lnTo>
                <a:lnTo>
                  <a:pt x="506" y="8"/>
                </a:lnTo>
                <a:lnTo>
                  <a:pt x="507" y="8"/>
                </a:lnTo>
                <a:lnTo>
                  <a:pt x="507" y="10"/>
                </a:lnTo>
                <a:lnTo>
                  <a:pt x="506" y="11"/>
                </a:lnTo>
                <a:lnTo>
                  <a:pt x="506" y="12"/>
                </a:lnTo>
                <a:lnTo>
                  <a:pt x="507" y="12"/>
                </a:lnTo>
                <a:lnTo>
                  <a:pt x="508" y="12"/>
                </a:lnTo>
                <a:lnTo>
                  <a:pt x="508" y="13"/>
                </a:lnTo>
                <a:lnTo>
                  <a:pt x="509" y="13"/>
                </a:lnTo>
                <a:lnTo>
                  <a:pt x="510" y="13"/>
                </a:lnTo>
                <a:lnTo>
                  <a:pt x="511" y="13"/>
                </a:lnTo>
                <a:lnTo>
                  <a:pt x="512" y="13"/>
                </a:lnTo>
                <a:lnTo>
                  <a:pt x="513" y="13"/>
                </a:lnTo>
                <a:lnTo>
                  <a:pt x="513" y="12"/>
                </a:lnTo>
                <a:lnTo>
                  <a:pt x="514" y="12"/>
                </a:lnTo>
                <a:lnTo>
                  <a:pt x="515" y="13"/>
                </a:lnTo>
                <a:lnTo>
                  <a:pt x="516" y="13"/>
                </a:lnTo>
                <a:lnTo>
                  <a:pt x="517" y="14"/>
                </a:lnTo>
                <a:lnTo>
                  <a:pt x="518" y="14"/>
                </a:lnTo>
                <a:lnTo>
                  <a:pt x="519" y="14"/>
                </a:lnTo>
                <a:lnTo>
                  <a:pt x="519" y="15"/>
                </a:lnTo>
                <a:lnTo>
                  <a:pt x="520" y="15"/>
                </a:lnTo>
                <a:lnTo>
                  <a:pt x="520" y="17"/>
                </a:lnTo>
                <a:lnTo>
                  <a:pt x="520" y="18"/>
                </a:lnTo>
                <a:lnTo>
                  <a:pt x="520" y="19"/>
                </a:lnTo>
                <a:lnTo>
                  <a:pt x="520" y="20"/>
                </a:lnTo>
                <a:lnTo>
                  <a:pt x="520" y="21"/>
                </a:lnTo>
                <a:lnTo>
                  <a:pt x="521" y="22"/>
                </a:lnTo>
                <a:lnTo>
                  <a:pt x="522" y="22"/>
                </a:lnTo>
                <a:lnTo>
                  <a:pt x="523" y="23"/>
                </a:lnTo>
                <a:lnTo>
                  <a:pt x="524" y="23"/>
                </a:lnTo>
                <a:lnTo>
                  <a:pt x="525" y="24"/>
                </a:lnTo>
                <a:lnTo>
                  <a:pt x="524" y="24"/>
                </a:lnTo>
                <a:lnTo>
                  <a:pt x="524" y="25"/>
                </a:lnTo>
                <a:lnTo>
                  <a:pt x="523" y="25"/>
                </a:lnTo>
                <a:lnTo>
                  <a:pt x="522" y="26"/>
                </a:lnTo>
                <a:lnTo>
                  <a:pt x="521" y="26"/>
                </a:lnTo>
                <a:lnTo>
                  <a:pt x="521" y="25"/>
                </a:lnTo>
                <a:lnTo>
                  <a:pt x="520" y="25"/>
                </a:lnTo>
                <a:lnTo>
                  <a:pt x="520" y="26"/>
                </a:lnTo>
                <a:lnTo>
                  <a:pt x="520" y="27"/>
                </a:lnTo>
                <a:lnTo>
                  <a:pt x="520" y="28"/>
                </a:lnTo>
                <a:lnTo>
                  <a:pt x="519" y="28"/>
                </a:lnTo>
                <a:lnTo>
                  <a:pt x="520" y="29"/>
                </a:lnTo>
                <a:lnTo>
                  <a:pt x="520" y="28"/>
                </a:lnTo>
                <a:lnTo>
                  <a:pt x="521" y="28"/>
                </a:lnTo>
                <a:lnTo>
                  <a:pt x="522" y="28"/>
                </a:lnTo>
                <a:lnTo>
                  <a:pt x="522" y="29"/>
                </a:lnTo>
                <a:lnTo>
                  <a:pt x="522" y="31"/>
                </a:lnTo>
                <a:lnTo>
                  <a:pt x="523" y="31"/>
                </a:lnTo>
                <a:lnTo>
                  <a:pt x="523" y="32"/>
                </a:lnTo>
                <a:lnTo>
                  <a:pt x="523" y="33"/>
                </a:lnTo>
                <a:lnTo>
                  <a:pt x="522" y="33"/>
                </a:lnTo>
                <a:lnTo>
                  <a:pt x="521" y="34"/>
                </a:lnTo>
                <a:lnTo>
                  <a:pt x="521" y="35"/>
                </a:lnTo>
                <a:lnTo>
                  <a:pt x="520" y="35"/>
                </a:lnTo>
                <a:lnTo>
                  <a:pt x="520" y="36"/>
                </a:lnTo>
                <a:lnTo>
                  <a:pt x="519" y="37"/>
                </a:lnTo>
                <a:lnTo>
                  <a:pt x="520" y="38"/>
                </a:lnTo>
                <a:lnTo>
                  <a:pt x="520" y="39"/>
                </a:lnTo>
                <a:lnTo>
                  <a:pt x="521" y="39"/>
                </a:lnTo>
                <a:lnTo>
                  <a:pt x="522" y="40"/>
                </a:lnTo>
                <a:lnTo>
                  <a:pt x="523" y="40"/>
                </a:lnTo>
                <a:lnTo>
                  <a:pt x="523" y="39"/>
                </a:lnTo>
                <a:lnTo>
                  <a:pt x="524" y="39"/>
                </a:lnTo>
                <a:lnTo>
                  <a:pt x="524" y="40"/>
                </a:lnTo>
                <a:lnTo>
                  <a:pt x="525" y="41"/>
                </a:lnTo>
                <a:lnTo>
                  <a:pt x="525" y="42"/>
                </a:lnTo>
                <a:lnTo>
                  <a:pt x="526" y="42"/>
                </a:lnTo>
                <a:lnTo>
                  <a:pt x="525" y="43"/>
                </a:lnTo>
                <a:lnTo>
                  <a:pt x="524" y="44"/>
                </a:lnTo>
                <a:lnTo>
                  <a:pt x="524" y="45"/>
                </a:lnTo>
                <a:lnTo>
                  <a:pt x="524" y="46"/>
                </a:lnTo>
                <a:lnTo>
                  <a:pt x="523" y="46"/>
                </a:lnTo>
                <a:lnTo>
                  <a:pt x="524" y="46"/>
                </a:lnTo>
                <a:lnTo>
                  <a:pt x="524" y="47"/>
                </a:lnTo>
                <a:lnTo>
                  <a:pt x="523" y="48"/>
                </a:lnTo>
                <a:lnTo>
                  <a:pt x="523" y="50"/>
                </a:lnTo>
                <a:lnTo>
                  <a:pt x="523" y="51"/>
                </a:lnTo>
                <a:lnTo>
                  <a:pt x="522" y="51"/>
                </a:lnTo>
                <a:lnTo>
                  <a:pt x="523" y="52"/>
                </a:lnTo>
                <a:lnTo>
                  <a:pt x="524" y="52"/>
                </a:lnTo>
                <a:lnTo>
                  <a:pt x="525" y="52"/>
                </a:lnTo>
                <a:lnTo>
                  <a:pt x="526" y="52"/>
                </a:lnTo>
                <a:lnTo>
                  <a:pt x="526" y="53"/>
                </a:lnTo>
                <a:lnTo>
                  <a:pt x="527" y="53"/>
                </a:lnTo>
                <a:lnTo>
                  <a:pt x="528" y="53"/>
                </a:lnTo>
                <a:lnTo>
                  <a:pt x="529" y="53"/>
                </a:lnTo>
                <a:lnTo>
                  <a:pt x="530" y="52"/>
                </a:lnTo>
                <a:lnTo>
                  <a:pt x="531" y="51"/>
                </a:lnTo>
                <a:lnTo>
                  <a:pt x="532" y="51"/>
                </a:lnTo>
                <a:lnTo>
                  <a:pt x="533" y="51"/>
                </a:lnTo>
                <a:lnTo>
                  <a:pt x="533" y="52"/>
                </a:lnTo>
                <a:lnTo>
                  <a:pt x="534" y="52"/>
                </a:lnTo>
                <a:lnTo>
                  <a:pt x="535" y="53"/>
                </a:lnTo>
                <a:lnTo>
                  <a:pt x="535" y="54"/>
                </a:lnTo>
                <a:lnTo>
                  <a:pt x="534" y="54"/>
                </a:lnTo>
                <a:lnTo>
                  <a:pt x="534" y="55"/>
                </a:lnTo>
                <a:lnTo>
                  <a:pt x="535" y="56"/>
                </a:lnTo>
                <a:lnTo>
                  <a:pt x="536" y="56"/>
                </a:lnTo>
                <a:lnTo>
                  <a:pt x="537" y="58"/>
                </a:lnTo>
                <a:lnTo>
                  <a:pt x="538" y="58"/>
                </a:lnTo>
                <a:lnTo>
                  <a:pt x="539" y="58"/>
                </a:lnTo>
                <a:lnTo>
                  <a:pt x="539" y="59"/>
                </a:lnTo>
                <a:lnTo>
                  <a:pt x="540" y="59"/>
                </a:lnTo>
                <a:lnTo>
                  <a:pt x="540" y="58"/>
                </a:lnTo>
                <a:lnTo>
                  <a:pt x="541" y="58"/>
                </a:lnTo>
                <a:lnTo>
                  <a:pt x="542" y="58"/>
                </a:lnTo>
                <a:lnTo>
                  <a:pt x="543" y="58"/>
                </a:lnTo>
                <a:lnTo>
                  <a:pt x="544" y="57"/>
                </a:lnTo>
                <a:lnTo>
                  <a:pt x="544" y="58"/>
                </a:lnTo>
                <a:lnTo>
                  <a:pt x="546" y="58"/>
                </a:lnTo>
                <a:lnTo>
                  <a:pt x="547" y="58"/>
                </a:lnTo>
                <a:lnTo>
                  <a:pt x="548" y="58"/>
                </a:lnTo>
                <a:lnTo>
                  <a:pt x="549" y="58"/>
                </a:lnTo>
                <a:lnTo>
                  <a:pt x="549" y="57"/>
                </a:lnTo>
                <a:lnTo>
                  <a:pt x="549" y="56"/>
                </a:lnTo>
                <a:lnTo>
                  <a:pt x="548" y="56"/>
                </a:lnTo>
                <a:lnTo>
                  <a:pt x="549" y="56"/>
                </a:lnTo>
                <a:lnTo>
                  <a:pt x="549" y="55"/>
                </a:lnTo>
                <a:lnTo>
                  <a:pt x="549" y="54"/>
                </a:lnTo>
                <a:lnTo>
                  <a:pt x="550" y="54"/>
                </a:lnTo>
                <a:lnTo>
                  <a:pt x="551" y="54"/>
                </a:lnTo>
                <a:lnTo>
                  <a:pt x="551" y="53"/>
                </a:lnTo>
                <a:lnTo>
                  <a:pt x="551" y="52"/>
                </a:lnTo>
                <a:lnTo>
                  <a:pt x="552" y="52"/>
                </a:lnTo>
                <a:lnTo>
                  <a:pt x="553" y="52"/>
                </a:lnTo>
                <a:lnTo>
                  <a:pt x="554" y="52"/>
                </a:lnTo>
                <a:lnTo>
                  <a:pt x="554" y="51"/>
                </a:lnTo>
                <a:lnTo>
                  <a:pt x="555" y="51"/>
                </a:lnTo>
                <a:lnTo>
                  <a:pt x="556" y="52"/>
                </a:lnTo>
                <a:lnTo>
                  <a:pt x="557" y="52"/>
                </a:lnTo>
                <a:lnTo>
                  <a:pt x="557" y="53"/>
                </a:lnTo>
                <a:lnTo>
                  <a:pt x="557" y="54"/>
                </a:lnTo>
                <a:lnTo>
                  <a:pt x="557" y="55"/>
                </a:lnTo>
                <a:lnTo>
                  <a:pt x="557" y="56"/>
                </a:lnTo>
                <a:lnTo>
                  <a:pt x="557" y="57"/>
                </a:lnTo>
                <a:lnTo>
                  <a:pt x="557" y="58"/>
                </a:lnTo>
                <a:lnTo>
                  <a:pt x="558" y="58"/>
                </a:lnTo>
                <a:lnTo>
                  <a:pt x="558" y="59"/>
                </a:lnTo>
                <a:lnTo>
                  <a:pt x="558" y="60"/>
                </a:lnTo>
                <a:lnTo>
                  <a:pt x="558" y="61"/>
                </a:lnTo>
                <a:lnTo>
                  <a:pt x="557" y="62"/>
                </a:lnTo>
                <a:lnTo>
                  <a:pt x="557" y="63"/>
                </a:lnTo>
                <a:lnTo>
                  <a:pt x="556" y="63"/>
                </a:lnTo>
                <a:lnTo>
                  <a:pt x="556" y="64"/>
                </a:lnTo>
                <a:lnTo>
                  <a:pt x="556" y="65"/>
                </a:lnTo>
                <a:lnTo>
                  <a:pt x="557" y="65"/>
                </a:lnTo>
                <a:lnTo>
                  <a:pt x="558" y="65"/>
                </a:lnTo>
                <a:lnTo>
                  <a:pt x="558" y="66"/>
                </a:lnTo>
                <a:lnTo>
                  <a:pt x="559" y="66"/>
                </a:lnTo>
                <a:lnTo>
                  <a:pt x="559" y="65"/>
                </a:lnTo>
                <a:lnTo>
                  <a:pt x="559" y="64"/>
                </a:lnTo>
                <a:lnTo>
                  <a:pt x="559" y="63"/>
                </a:lnTo>
                <a:lnTo>
                  <a:pt x="560" y="63"/>
                </a:lnTo>
                <a:lnTo>
                  <a:pt x="561" y="63"/>
                </a:lnTo>
                <a:lnTo>
                  <a:pt x="561" y="62"/>
                </a:lnTo>
                <a:lnTo>
                  <a:pt x="561" y="61"/>
                </a:lnTo>
                <a:lnTo>
                  <a:pt x="562" y="61"/>
                </a:lnTo>
                <a:lnTo>
                  <a:pt x="562" y="60"/>
                </a:lnTo>
                <a:lnTo>
                  <a:pt x="563" y="60"/>
                </a:lnTo>
                <a:lnTo>
                  <a:pt x="563" y="61"/>
                </a:lnTo>
                <a:lnTo>
                  <a:pt x="564" y="61"/>
                </a:lnTo>
                <a:lnTo>
                  <a:pt x="565" y="61"/>
                </a:lnTo>
                <a:lnTo>
                  <a:pt x="565" y="60"/>
                </a:lnTo>
                <a:lnTo>
                  <a:pt x="566" y="60"/>
                </a:lnTo>
                <a:lnTo>
                  <a:pt x="566" y="61"/>
                </a:lnTo>
                <a:lnTo>
                  <a:pt x="565" y="61"/>
                </a:lnTo>
                <a:lnTo>
                  <a:pt x="565" y="62"/>
                </a:lnTo>
                <a:lnTo>
                  <a:pt x="566" y="62"/>
                </a:lnTo>
                <a:lnTo>
                  <a:pt x="567" y="62"/>
                </a:lnTo>
                <a:lnTo>
                  <a:pt x="567" y="61"/>
                </a:lnTo>
                <a:lnTo>
                  <a:pt x="568" y="61"/>
                </a:lnTo>
                <a:lnTo>
                  <a:pt x="569" y="61"/>
                </a:lnTo>
                <a:lnTo>
                  <a:pt x="569" y="62"/>
                </a:lnTo>
                <a:lnTo>
                  <a:pt x="568" y="62"/>
                </a:lnTo>
                <a:lnTo>
                  <a:pt x="567" y="63"/>
                </a:lnTo>
                <a:lnTo>
                  <a:pt x="568" y="63"/>
                </a:lnTo>
                <a:lnTo>
                  <a:pt x="569" y="63"/>
                </a:lnTo>
                <a:lnTo>
                  <a:pt x="569" y="64"/>
                </a:lnTo>
                <a:lnTo>
                  <a:pt x="570" y="64"/>
                </a:lnTo>
                <a:lnTo>
                  <a:pt x="571" y="64"/>
                </a:lnTo>
                <a:lnTo>
                  <a:pt x="572" y="64"/>
                </a:lnTo>
                <a:lnTo>
                  <a:pt x="573" y="64"/>
                </a:lnTo>
                <a:lnTo>
                  <a:pt x="573" y="65"/>
                </a:lnTo>
                <a:lnTo>
                  <a:pt x="574" y="65"/>
                </a:lnTo>
                <a:lnTo>
                  <a:pt x="575" y="65"/>
                </a:lnTo>
                <a:lnTo>
                  <a:pt x="576" y="66"/>
                </a:lnTo>
                <a:lnTo>
                  <a:pt x="577" y="66"/>
                </a:lnTo>
                <a:lnTo>
                  <a:pt x="577" y="67"/>
                </a:lnTo>
                <a:lnTo>
                  <a:pt x="578" y="67"/>
                </a:lnTo>
                <a:lnTo>
                  <a:pt x="579" y="67"/>
                </a:lnTo>
                <a:lnTo>
                  <a:pt x="579" y="66"/>
                </a:lnTo>
                <a:lnTo>
                  <a:pt x="580" y="67"/>
                </a:lnTo>
                <a:lnTo>
                  <a:pt x="581" y="67"/>
                </a:lnTo>
                <a:lnTo>
                  <a:pt x="581" y="66"/>
                </a:lnTo>
                <a:lnTo>
                  <a:pt x="582" y="65"/>
                </a:lnTo>
                <a:lnTo>
                  <a:pt x="583" y="65"/>
                </a:lnTo>
                <a:lnTo>
                  <a:pt x="584" y="65"/>
                </a:lnTo>
                <a:lnTo>
                  <a:pt x="585" y="65"/>
                </a:lnTo>
                <a:lnTo>
                  <a:pt x="586" y="65"/>
                </a:lnTo>
                <a:lnTo>
                  <a:pt x="586" y="64"/>
                </a:lnTo>
                <a:lnTo>
                  <a:pt x="587" y="64"/>
                </a:lnTo>
                <a:lnTo>
                  <a:pt x="588" y="64"/>
                </a:lnTo>
                <a:lnTo>
                  <a:pt x="588" y="65"/>
                </a:lnTo>
                <a:lnTo>
                  <a:pt x="589" y="65"/>
                </a:lnTo>
                <a:lnTo>
                  <a:pt x="591" y="65"/>
                </a:lnTo>
                <a:lnTo>
                  <a:pt x="592" y="65"/>
                </a:lnTo>
                <a:lnTo>
                  <a:pt x="593" y="65"/>
                </a:lnTo>
                <a:lnTo>
                  <a:pt x="594" y="65"/>
                </a:lnTo>
                <a:lnTo>
                  <a:pt x="595" y="65"/>
                </a:lnTo>
                <a:lnTo>
                  <a:pt x="596" y="65"/>
                </a:lnTo>
                <a:lnTo>
                  <a:pt x="597" y="65"/>
                </a:lnTo>
                <a:lnTo>
                  <a:pt x="598" y="65"/>
                </a:lnTo>
                <a:lnTo>
                  <a:pt x="599" y="65"/>
                </a:lnTo>
                <a:lnTo>
                  <a:pt x="600" y="65"/>
                </a:lnTo>
                <a:lnTo>
                  <a:pt x="601" y="64"/>
                </a:lnTo>
                <a:lnTo>
                  <a:pt x="602" y="64"/>
                </a:lnTo>
                <a:lnTo>
                  <a:pt x="603" y="64"/>
                </a:lnTo>
                <a:lnTo>
                  <a:pt x="604" y="65"/>
                </a:lnTo>
                <a:lnTo>
                  <a:pt x="605" y="65"/>
                </a:lnTo>
                <a:lnTo>
                  <a:pt x="606" y="65"/>
                </a:lnTo>
                <a:lnTo>
                  <a:pt x="606" y="66"/>
                </a:lnTo>
                <a:lnTo>
                  <a:pt x="607" y="66"/>
                </a:lnTo>
                <a:lnTo>
                  <a:pt x="608" y="66"/>
                </a:lnTo>
                <a:lnTo>
                  <a:pt x="609" y="66"/>
                </a:lnTo>
                <a:lnTo>
                  <a:pt x="609" y="67"/>
                </a:lnTo>
                <a:lnTo>
                  <a:pt x="610" y="68"/>
                </a:lnTo>
                <a:lnTo>
                  <a:pt x="611" y="69"/>
                </a:lnTo>
                <a:lnTo>
                  <a:pt x="611" y="70"/>
                </a:lnTo>
                <a:lnTo>
                  <a:pt x="612" y="70"/>
                </a:lnTo>
                <a:lnTo>
                  <a:pt x="612" y="71"/>
                </a:lnTo>
                <a:lnTo>
                  <a:pt x="613" y="71"/>
                </a:lnTo>
                <a:lnTo>
                  <a:pt x="614" y="72"/>
                </a:lnTo>
                <a:lnTo>
                  <a:pt x="615" y="73"/>
                </a:lnTo>
                <a:lnTo>
                  <a:pt x="615" y="74"/>
                </a:lnTo>
                <a:lnTo>
                  <a:pt x="615" y="75"/>
                </a:lnTo>
                <a:lnTo>
                  <a:pt x="614" y="76"/>
                </a:lnTo>
                <a:lnTo>
                  <a:pt x="614" y="77"/>
                </a:lnTo>
                <a:lnTo>
                  <a:pt x="614" y="78"/>
                </a:lnTo>
                <a:lnTo>
                  <a:pt x="613" y="78"/>
                </a:lnTo>
                <a:lnTo>
                  <a:pt x="613" y="79"/>
                </a:lnTo>
                <a:lnTo>
                  <a:pt x="613" y="80"/>
                </a:lnTo>
                <a:lnTo>
                  <a:pt x="613" y="81"/>
                </a:lnTo>
                <a:lnTo>
                  <a:pt x="614" y="82"/>
                </a:lnTo>
                <a:lnTo>
                  <a:pt x="615" y="82"/>
                </a:lnTo>
                <a:lnTo>
                  <a:pt x="615" y="83"/>
                </a:lnTo>
                <a:lnTo>
                  <a:pt x="614" y="83"/>
                </a:lnTo>
                <a:lnTo>
                  <a:pt x="614" y="84"/>
                </a:lnTo>
                <a:lnTo>
                  <a:pt x="615" y="84"/>
                </a:lnTo>
                <a:lnTo>
                  <a:pt x="615" y="85"/>
                </a:lnTo>
                <a:lnTo>
                  <a:pt x="615" y="87"/>
                </a:lnTo>
                <a:lnTo>
                  <a:pt x="616" y="87"/>
                </a:lnTo>
                <a:lnTo>
                  <a:pt x="616" y="88"/>
                </a:lnTo>
                <a:lnTo>
                  <a:pt x="617" y="88"/>
                </a:lnTo>
                <a:lnTo>
                  <a:pt x="618" y="88"/>
                </a:lnTo>
                <a:lnTo>
                  <a:pt x="618" y="89"/>
                </a:lnTo>
                <a:lnTo>
                  <a:pt x="619" y="90"/>
                </a:lnTo>
                <a:lnTo>
                  <a:pt x="619" y="91"/>
                </a:lnTo>
                <a:lnTo>
                  <a:pt x="618" y="91"/>
                </a:lnTo>
                <a:lnTo>
                  <a:pt x="619" y="93"/>
                </a:lnTo>
                <a:lnTo>
                  <a:pt x="620" y="93"/>
                </a:lnTo>
                <a:lnTo>
                  <a:pt x="621" y="93"/>
                </a:lnTo>
                <a:lnTo>
                  <a:pt x="622" y="93"/>
                </a:lnTo>
                <a:lnTo>
                  <a:pt x="622" y="94"/>
                </a:lnTo>
                <a:lnTo>
                  <a:pt x="623" y="94"/>
                </a:lnTo>
                <a:lnTo>
                  <a:pt x="623" y="95"/>
                </a:lnTo>
                <a:lnTo>
                  <a:pt x="623" y="96"/>
                </a:lnTo>
                <a:lnTo>
                  <a:pt x="624" y="96"/>
                </a:lnTo>
                <a:lnTo>
                  <a:pt x="625" y="97"/>
                </a:lnTo>
                <a:lnTo>
                  <a:pt x="625" y="98"/>
                </a:lnTo>
                <a:lnTo>
                  <a:pt x="625" y="99"/>
                </a:lnTo>
                <a:lnTo>
                  <a:pt x="625" y="100"/>
                </a:lnTo>
                <a:lnTo>
                  <a:pt x="625" y="101"/>
                </a:lnTo>
                <a:lnTo>
                  <a:pt x="626" y="101"/>
                </a:lnTo>
                <a:lnTo>
                  <a:pt x="626" y="100"/>
                </a:lnTo>
                <a:lnTo>
                  <a:pt x="627" y="100"/>
                </a:lnTo>
                <a:lnTo>
                  <a:pt x="628" y="100"/>
                </a:lnTo>
                <a:lnTo>
                  <a:pt x="628" y="101"/>
                </a:lnTo>
                <a:lnTo>
                  <a:pt x="629" y="101"/>
                </a:lnTo>
                <a:lnTo>
                  <a:pt x="630" y="100"/>
                </a:lnTo>
                <a:lnTo>
                  <a:pt x="631" y="99"/>
                </a:lnTo>
                <a:lnTo>
                  <a:pt x="632" y="99"/>
                </a:lnTo>
                <a:lnTo>
                  <a:pt x="633" y="99"/>
                </a:lnTo>
                <a:lnTo>
                  <a:pt x="634" y="99"/>
                </a:lnTo>
                <a:lnTo>
                  <a:pt x="634" y="100"/>
                </a:lnTo>
                <a:lnTo>
                  <a:pt x="635" y="100"/>
                </a:lnTo>
                <a:lnTo>
                  <a:pt x="636" y="101"/>
                </a:lnTo>
                <a:lnTo>
                  <a:pt x="637" y="101"/>
                </a:lnTo>
                <a:lnTo>
                  <a:pt x="638" y="101"/>
                </a:lnTo>
                <a:lnTo>
                  <a:pt x="638" y="102"/>
                </a:lnTo>
                <a:lnTo>
                  <a:pt x="638" y="101"/>
                </a:lnTo>
                <a:lnTo>
                  <a:pt x="637" y="101"/>
                </a:lnTo>
                <a:lnTo>
                  <a:pt x="637" y="102"/>
                </a:lnTo>
                <a:lnTo>
                  <a:pt x="636" y="102"/>
                </a:lnTo>
                <a:lnTo>
                  <a:pt x="635" y="102"/>
                </a:lnTo>
                <a:lnTo>
                  <a:pt x="634" y="102"/>
                </a:lnTo>
                <a:lnTo>
                  <a:pt x="634" y="103"/>
                </a:lnTo>
                <a:lnTo>
                  <a:pt x="635" y="103"/>
                </a:lnTo>
                <a:lnTo>
                  <a:pt x="635" y="104"/>
                </a:lnTo>
                <a:lnTo>
                  <a:pt x="634" y="104"/>
                </a:lnTo>
                <a:lnTo>
                  <a:pt x="633" y="104"/>
                </a:lnTo>
                <a:lnTo>
                  <a:pt x="632" y="104"/>
                </a:lnTo>
                <a:lnTo>
                  <a:pt x="630" y="104"/>
                </a:lnTo>
                <a:lnTo>
                  <a:pt x="630" y="103"/>
                </a:lnTo>
                <a:lnTo>
                  <a:pt x="629" y="103"/>
                </a:lnTo>
                <a:lnTo>
                  <a:pt x="629" y="102"/>
                </a:lnTo>
                <a:lnTo>
                  <a:pt x="628" y="102"/>
                </a:lnTo>
                <a:lnTo>
                  <a:pt x="628" y="103"/>
                </a:lnTo>
                <a:lnTo>
                  <a:pt x="627" y="103"/>
                </a:lnTo>
                <a:lnTo>
                  <a:pt x="626" y="103"/>
                </a:lnTo>
                <a:lnTo>
                  <a:pt x="627" y="105"/>
                </a:lnTo>
                <a:lnTo>
                  <a:pt x="628" y="106"/>
                </a:lnTo>
                <a:lnTo>
                  <a:pt x="628" y="107"/>
                </a:lnTo>
                <a:lnTo>
                  <a:pt x="628" y="108"/>
                </a:lnTo>
                <a:lnTo>
                  <a:pt x="628" y="109"/>
                </a:lnTo>
                <a:lnTo>
                  <a:pt x="628" y="110"/>
                </a:lnTo>
                <a:lnTo>
                  <a:pt x="628" y="111"/>
                </a:lnTo>
                <a:lnTo>
                  <a:pt x="628" y="112"/>
                </a:lnTo>
                <a:lnTo>
                  <a:pt x="628" y="113"/>
                </a:lnTo>
                <a:lnTo>
                  <a:pt x="629" y="113"/>
                </a:lnTo>
                <a:lnTo>
                  <a:pt x="629" y="114"/>
                </a:lnTo>
                <a:lnTo>
                  <a:pt x="630" y="114"/>
                </a:lnTo>
                <a:lnTo>
                  <a:pt x="630" y="115"/>
                </a:lnTo>
                <a:lnTo>
                  <a:pt x="631" y="117"/>
                </a:lnTo>
                <a:lnTo>
                  <a:pt x="631" y="118"/>
                </a:lnTo>
                <a:lnTo>
                  <a:pt x="631" y="119"/>
                </a:lnTo>
                <a:lnTo>
                  <a:pt x="631" y="120"/>
                </a:lnTo>
                <a:lnTo>
                  <a:pt x="632" y="120"/>
                </a:lnTo>
                <a:lnTo>
                  <a:pt x="632" y="121"/>
                </a:lnTo>
                <a:lnTo>
                  <a:pt x="632" y="122"/>
                </a:lnTo>
                <a:lnTo>
                  <a:pt x="632" y="123"/>
                </a:lnTo>
                <a:lnTo>
                  <a:pt x="633" y="123"/>
                </a:lnTo>
                <a:lnTo>
                  <a:pt x="632" y="124"/>
                </a:lnTo>
                <a:lnTo>
                  <a:pt x="631" y="124"/>
                </a:lnTo>
                <a:lnTo>
                  <a:pt x="631" y="125"/>
                </a:lnTo>
                <a:lnTo>
                  <a:pt x="631" y="126"/>
                </a:lnTo>
                <a:lnTo>
                  <a:pt x="631" y="125"/>
                </a:lnTo>
                <a:lnTo>
                  <a:pt x="632" y="125"/>
                </a:lnTo>
                <a:lnTo>
                  <a:pt x="632" y="126"/>
                </a:lnTo>
                <a:lnTo>
                  <a:pt x="631" y="126"/>
                </a:lnTo>
                <a:lnTo>
                  <a:pt x="631" y="127"/>
                </a:lnTo>
                <a:lnTo>
                  <a:pt x="631" y="128"/>
                </a:lnTo>
                <a:lnTo>
                  <a:pt x="630" y="129"/>
                </a:lnTo>
                <a:lnTo>
                  <a:pt x="629" y="129"/>
                </a:lnTo>
                <a:lnTo>
                  <a:pt x="629" y="130"/>
                </a:lnTo>
                <a:lnTo>
                  <a:pt x="630" y="130"/>
                </a:lnTo>
                <a:lnTo>
                  <a:pt x="630" y="131"/>
                </a:lnTo>
                <a:lnTo>
                  <a:pt x="631" y="131"/>
                </a:lnTo>
                <a:lnTo>
                  <a:pt x="632" y="131"/>
                </a:lnTo>
                <a:lnTo>
                  <a:pt x="633" y="131"/>
                </a:lnTo>
                <a:lnTo>
                  <a:pt x="634" y="131"/>
                </a:lnTo>
                <a:lnTo>
                  <a:pt x="634" y="130"/>
                </a:lnTo>
                <a:lnTo>
                  <a:pt x="635" y="131"/>
                </a:lnTo>
                <a:lnTo>
                  <a:pt x="636" y="131"/>
                </a:lnTo>
                <a:lnTo>
                  <a:pt x="637" y="131"/>
                </a:lnTo>
                <a:lnTo>
                  <a:pt x="637" y="132"/>
                </a:lnTo>
                <a:lnTo>
                  <a:pt x="637" y="133"/>
                </a:lnTo>
                <a:lnTo>
                  <a:pt x="635" y="134"/>
                </a:lnTo>
                <a:lnTo>
                  <a:pt x="634" y="134"/>
                </a:lnTo>
                <a:lnTo>
                  <a:pt x="633" y="135"/>
                </a:lnTo>
                <a:lnTo>
                  <a:pt x="633" y="136"/>
                </a:lnTo>
                <a:lnTo>
                  <a:pt x="633" y="137"/>
                </a:lnTo>
                <a:lnTo>
                  <a:pt x="633" y="138"/>
                </a:lnTo>
                <a:lnTo>
                  <a:pt x="633" y="139"/>
                </a:lnTo>
                <a:lnTo>
                  <a:pt x="632" y="139"/>
                </a:lnTo>
                <a:lnTo>
                  <a:pt x="632" y="140"/>
                </a:lnTo>
                <a:lnTo>
                  <a:pt x="631" y="140"/>
                </a:lnTo>
                <a:lnTo>
                  <a:pt x="630" y="140"/>
                </a:lnTo>
                <a:lnTo>
                  <a:pt x="629" y="140"/>
                </a:lnTo>
                <a:lnTo>
                  <a:pt x="628" y="140"/>
                </a:lnTo>
                <a:lnTo>
                  <a:pt x="627" y="140"/>
                </a:lnTo>
                <a:lnTo>
                  <a:pt x="627" y="139"/>
                </a:lnTo>
                <a:lnTo>
                  <a:pt x="626" y="139"/>
                </a:lnTo>
                <a:lnTo>
                  <a:pt x="626" y="140"/>
                </a:lnTo>
                <a:lnTo>
                  <a:pt x="625" y="140"/>
                </a:lnTo>
                <a:lnTo>
                  <a:pt x="625" y="141"/>
                </a:lnTo>
                <a:lnTo>
                  <a:pt x="625" y="142"/>
                </a:lnTo>
                <a:lnTo>
                  <a:pt x="624" y="143"/>
                </a:lnTo>
                <a:lnTo>
                  <a:pt x="624" y="144"/>
                </a:lnTo>
                <a:lnTo>
                  <a:pt x="624" y="145"/>
                </a:lnTo>
                <a:lnTo>
                  <a:pt x="624" y="146"/>
                </a:lnTo>
                <a:lnTo>
                  <a:pt x="625" y="148"/>
                </a:lnTo>
                <a:lnTo>
                  <a:pt x="625" y="149"/>
                </a:lnTo>
                <a:lnTo>
                  <a:pt x="625" y="151"/>
                </a:lnTo>
                <a:lnTo>
                  <a:pt x="626" y="152"/>
                </a:lnTo>
                <a:lnTo>
                  <a:pt x="627" y="152"/>
                </a:lnTo>
                <a:lnTo>
                  <a:pt x="628" y="152"/>
                </a:lnTo>
                <a:lnTo>
                  <a:pt x="629" y="152"/>
                </a:lnTo>
                <a:lnTo>
                  <a:pt x="631" y="152"/>
                </a:lnTo>
                <a:lnTo>
                  <a:pt x="632" y="153"/>
                </a:lnTo>
                <a:lnTo>
                  <a:pt x="632" y="154"/>
                </a:lnTo>
                <a:lnTo>
                  <a:pt x="633" y="154"/>
                </a:lnTo>
                <a:lnTo>
                  <a:pt x="634" y="155"/>
                </a:lnTo>
                <a:lnTo>
                  <a:pt x="635" y="155"/>
                </a:lnTo>
                <a:lnTo>
                  <a:pt x="635" y="156"/>
                </a:lnTo>
                <a:lnTo>
                  <a:pt x="636" y="156"/>
                </a:lnTo>
                <a:lnTo>
                  <a:pt x="637" y="157"/>
                </a:lnTo>
                <a:lnTo>
                  <a:pt x="637" y="158"/>
                </a:lnTo>
                <a:lnTo>
                  <a:pt x="638" y="158"/>
                </a:lnTo>
                <a:lnTo>
                  <a:pt x="638" y="159"/>
                </a:lnTo>
                <a:lnTo>
                  <a:pt x="639" y="159"/>
                </a:lnTo>
                <a:lnTo>
                  <a:pt x="640" y="159"/>
                </a:lnTo>
                <a:lnTo>
                  <a:pt x="640" y="160"/>
                </a:lnTo>
                <a:lnTo>
                  <a:pt x="642" y="160"/>
                </a:lnTo>
                <a:lnTo>
                  <a:pt x="643" y="160"/>
                </a:lnTo>
                <a:lnTo>
                  <a:pt x="643" y="159"/>
                </a:lnTo>
                <a:lnTo>
                  <a:pt x="644" y="159"/>
                </a:lnTo>
                <a:lnTo>
                  <a:pt x="645" y="159"/>
                </a:lnTo>
                <a:lnTo>
                  <a:pt x="645" y="160"/>
                </a:lnTo>
                <a:lnTo>
                  <a:pt x="645" y="161"/>
                </a:lnTo>
                <a:lnTo>
                  <a:pt x="646" y="161"/>
                </a:lnTo>
                <a:lnTo>
                  <a:pt x="646" y="162"/>
                </a:lnTo>
                <a:lnTo>
                  <a:pt x="647" y="162"/>
                </a:lnTo>
                <a:lnTo>
                  <a:pt x="648" y="162"/>
                </a:lnTo>
                <a:lnTo>
                  <a:pt x="649" y="162"/>
                </a:lnTo>
                <a:lnTo>
                  <a:pt x="649" y="161"/>
                </a:lnTo>
                <a:lnTo>
                  <a:pt x="650" y="162"/>
                </a:lnTo>
                <a:lnTo>
                  <a:pt x="651" y="163"/>
                </a:lnTo>
                <a:lnTo>
                  <a:pt x="651" y="164"/>
                </a:lnTo>
                <a:lnTo>
                  <a:pt x="652" y="164"/>
                </a:lnTo>
                <a:lnTo>
                  <a:pt x="652" y="165"/>
                </a:lnTo>
                <a:lnTo>
                  <a:pt x="652" y="166"/>
                </a:lnTo>
                <a:lnTo>
                  <a:pt x="653" y="166"/>
                </a:lnTo>
                <a:lnTo>
                  <a:pt x="654" y="166"/>
                </a:lnTo>
                <a:lnTo>
                  <a:pt x="654" y="167"/>
                </a:lnTo>
                <a:lnTo>
                  <a:pt x="655" y="167"/>
                </a:lnTo>
                <a:lnTo>
                  <a:pt x="655" y="168"/>
                </a:lnTo>
                <a:lnTo>
                  <a:pt x="656" y="168"/>
                </a:lnTo>
                <a:lnTo>
                  <a:pt x="657" y="169"/>
                </a:lnTo>
                <a:lnTo>
                  <a:pt x="658" y="169"/>
                </a:lnTo>
                <a:lnTo>
                  <a:pt x="659" y="169"/>
                </a:lnTo>
                <a:lnTo>
                  <a:pt x="660" y="168"/>
                </a:lnTo>
                <a:lnTo>
                  <a:pt x="662" y="168"/>
                </a:lnTo>
                <a:lnTo>
                  <a:pt x="663" y="169"/>
                </a:lnTo>
                <a:lnTo>
                  <a:pt x="663" y="170"/>
                </a:lnTo>
                <a:lnTo>
                  <a:pt x="664" y="170"/>
                </a:lnTo>
                <a:lnTo>
                  <a:pt x="664" y="171"/>
                </a:lnTo>
                <a:lnTo>
                  <a:pt x="665" y="171"/>
                </a:lnTo>
                <a:lnTo>
                  <a:pt x="665" y="172"/>
                </a:lnTo>
                <a:lnTo>
                  <a:pt x="666" y="172"/>
                </a:lnTo>
                <a:lnTo>
                  <a:pt x="666" y="171"/>
                </a:lnTo>
                <a:lnTo>
                  <a:pt x="667" y="171"/>
                </a:lnTo>
                <a:lnTo>
                  <a:pt x="668" y="171"/>
                </a:lnTo>
                <a:lnTo>
                  <a:pt x="669" y="171"/>
                </a:lnTo>
                <a:lnTo>
                  <a:pt x="670" y="171"/>
                </a:lnTo>
                <a:lnTo>
                  <a:pt x="671" y="170"/>
                </a:lnTo>
                <a:lnTo>
                  <a:pt x="672" y="170"/>
                </a:lnTo>
                <a:lnTo>
                  <a:pt x="672" y="169"/>
                </a:lnTo>
                <a:lnTo>
                  <a:pt x="673" y="169"/>
                </a:lnTo>
                <a:lnTo>
                  <a:pt x="674" y="169"/>
                </a:lnTo>
                <a:lnTo>
                  <a:pt x="675" y="170"/>
                </a:lnTo>
                <a:lnTo>
                  <a:pt x="675" y="171"/>
                </a:lnTo>
                <a:lnTo>
                  <a:pt x="676" y="171"/>
                </a:lnTo>
                <a:lnTo>
                  <a:pt x="676" y="172"/>
                </a:lnTo>
                <a:lnTo>
                  <a:pt x="677" y="172"/>
                </a:lnTo>
                <a:lnTo>
                  <a:pt x="677" y="173"/>
                </a:lnTo>
                <a:lnTo>
                  <a:pt x="678" y="173"/>
                </a:lnTo>
                <a:lnTo>
                  <a:pt x="678" y="174"/>
                </a:lnTo>
                <a:lnTo>
                  <a:pt x="677" y="174"/>
                </a:lnTo>
                <a:lnTo>
                  <a:pt x="678" y="175"/>
                </a:lnTo>
                <a:lnTo>
                  <a:pt x="679" y="175"/>
                </a:lnTo>
                <a:lnTo>
                  <a:pt x="681" y="175"/>
                </a:lnTo>
                <a:lnTo>
                  <a:pt x="682" y="174"/>
                </a:lnTo>
                <a:lnTo>
                  <a:pt x="682" y="175"/>
                </a:lnTo>
                <a:lnTo>
                  <a:pt x="682" y="174"/>
                </a:lnTo>
                <a:lnTo>
                  <a:pt x="683" y="174"/>
                </a:lnTo>
                <a:lnTo>
                  <a:pt x="683" y="173"/>
                </a:lnTo>
                <a:lnTo>
                  <a:pt x="684" y="173"/>
                </a:lnTo>
                <a:lnTo>
                  <a:pt x="686" y="173"/>
                </a:lnTo>
                <a:lnTo>
                  <a:pt x="686" y="172"/>
                </a:lnTo>
                <a:lnTo>
                  <a:pt x="687" y="172"/>
                </a:lnTo>
                <a:lnTo>
                  <a:pt x="688" y="172"/>
                </a:lnTo>
                <a:lnTo>
                  <a:pt x="688" y="171"/>
                </a:lnTo>
                <a:lnTo>
                  <a:pt x="689" y="171"/>
                </a:lnTo>
                <a:lnTo>
                  <a:pt x="690" y="171"/>
                </a:lnTo>
                <a:lnTo>
                  <a:pt x="691" y="171"/>
                </a:lnTo>
                <a:lnTo>
                  <a:pt x="691" y="170"/>
                </a:lnTo>
                <a:lnTo>
                  <a:pt x="692" y="170"/>
                </a:lnTo>
                <a:lnTo>
                  <a:pt x="693" y="171"/>
                </a:lnTo>
                <a:lnTo>
                  <a:pt x="694" y="171"/>
                </a:lnTo>
                <a:lnTo>
                  <a:pt x="695" y="171"/>
                </a:lnTo>
                <a:lnTo>
                  <a:pt x="696" y="171"/>
                </a:lnTo>
                <a:lnTo>
                  <a:pt x="696" y="172"/>
                </a:lnTo>
                <a:lnTo>
                  <a:pt x="697" y="173"/>
                </a:lnTo>
                <a:lnTo>
                  <a:pt x="697" y="174"/>
                </a:lnTo>
                <a:lnTo>
                  <a:pt x="698" y="174"/>
                </a:lnTo>
                <a:lnTo>
                  <a:pt x="698" y="175"/>
                </a:lnTo>
                <a:lnTo>
                  <a:pt x="698" y="176"/>
                </a:lnTo>
                <a:lnTo>
                  <a:pt x="699" y="176"/>
                </a:lnTo>
                <a:lnTo>
                  <a:pt x="700" y="176"/>
                </a:lnTo>
                <a:lnTo>
                  <a:pt x="701" y="175"/>
                </a:lnTo>
                <a:lnTo>
                  <a:pt x="702" y="175"/>
                </a:lnTo>
                <a:lnTo>
                  <a:pt x="703" y="174"/>
                </a:lnTo>
                <a:lnTo>
                  <a:pt x="704" y="174"/>
                </a:lnTo>
                <a:lnTo>
                  <a:pt x="705" y="174"/>
                </a:lnTo>
                <a:lnTo>
                  <a:pt x="706" y="173"/>
                </a:lnTo>
                <a:lnTo>
                  <a:pt x="706" y="172"/>
                </a:lnTo>
                <a:lnTo>
                  <a:pt x="707" y="172"/>
                </a:lnTo>
                <a:lnTo>
                  <a:pt x="708" y="171"/>
                </a:lnTo>
                <a:lnTo>
                  <a:pt x="708" y="170"/>
                </a:lnTo>
                <a:lnTo>
                  <a:pt x="708" y="169"/>
                </a:lnTo>
                <a:lnTo>
                  <a:pt x="709" y="169"/>
                </a:lnTo>
                <a:lnTo>
                  <a:pt x="709" y="168"/>
                </a:lnTo>
                <a:lnTo>
                  <a:pt x="709" y="169"/>
                </a:lnTo>
                <a:lnTo>
                  <a:pt x="710" y="169"/>
                </a:lnTo>
                <a:lnTo>
                  <a:pt x="710" y="168"/>
                </a:lnTo>
                <a:lnTo>
                  <a:pt x="711" y="168"/>
                </a:lnTo>
                <a:lnTo>
                  <a:pt x="712" y="169"/>
                </a:lnTo>
                <a:lnTo>
                  <a:pt x="712" y="170"/>
                </a:lnTo>
                <a:lnTo>
                  <a:pt x="713" y="170"/>
                </a:lnTo>
                <a:lnTo>
                  <a:pt x="714" y="169"/>
                </a:lnTo>
                <a:lnTo>
                  <a:pt x="714" y="170"/>
                </a:lnTo>
                <a:lnTo>
                  <a:pt x="715" y="170"/>
                </a:lnTo>
                <a:lnTo>
                  <a:pt x="716" y="169"/>
                </a:lnTo>
                <a:lnTo>
                  <a:pt x="717" y="168"/>
                </a:lnTo>
                <a:lnTo>
                  <a:pt x="718" y="168"/>
                </a:lnTo>
                <a:lnTo>
                  <a:pt x="718" y="167"/>
                </a:lnTo>
                <a:lnTo>
                  <a:pt x="719" y="167"/>
                </a:lnTo>
                <a:lnTo>
                  <a:pt x="720" y="167"/>
                </a:lnTo>
                <a:lnTo>
                  <a:pt x="720" y="166"/>
                </a:lnTo>
                <a:lnTo>
                  <a:pt x="721" y="166"/>
                </a:lnTo>
                <a:lnTo>
                  <a:pt x="721" y="165"/>
                </a:lnTo>
                <a:lnTo>
                  <a:pt x="722" y="164"/>
                </a:lnTo>
                <a:lnTo>
                  <a:pt x="723" y="164"/>
                </a:lnTo>
                <a:lnTo>
                  <a:pt x="724" y="164"/>
                </a:lnTo>
                <a:lnTo>
                  <a:pt x="725" y="163"/>
                </a:lnTo>
                <a:lnTo>
                  <a:pt x="726" y="163"/>
                </a:lnTo>
                <a:lnTo>
                  <a:pt x="727" y="162"/>
                </a:lnTo>
                <a:lnTo>
                  <a:pt x="728" y="162"/>
                </a:lnTo>
                <a:lnTo>
                  <a:pt x="729" y="162"/>
                </a:lnTo>
                <a:lnTo>
                  <a:pt x="730" y="161"/>
                </a:lnTo>
                <a:lnTo>
                  <a:pt x="730" y="160"/>
                </a:lnTo>
                <a:lnTo>
                  <a:pt x="730" y="159"/>
                </a:lnTo>
                <a:lnTo>
                  <a:pt x="730" y="158"/>
                </a:lnTo>
                <a:lnTo>
                  <a:pt x="729" y="158"/>
                </a:lnTo>
                <a:lnTo>
                  <a:pt x="729" y="159"/>
                </a:lnTo>
                <a:lnTo>
                  <a:pt x="729" y="158"/>
                </a:lnTo>
                <a:lnTo>
                  <a:pt x="729" y="157"/>
                </a:lnTo>
                <a:lnTo>
                  <a:pt x="728" y="158"/>
                </a:lnTo>
                <a:lnTo>
                  <a:pt x="727" y="158"/>
                </a:lnTo>
                <a:lnTo>
                  <a:pt x="727" y="157"/>
                </a:lnTo>
                <a:lnTo>
                  <a:pt x="727" y="156"/>
                </a:lnTo>
                <a:lnTo>
                  <a:pt x="727" y="155"/>
                </a:lnTo>
                <a:lnTo>
                  <a:pt x="726" y="155"/>
                </a:lnTo>
                <a:lnTo>
                  <a:pt x="726" y="154"/>
                </a:lnTo>
                <a:lnTo>
                  <a:pt x="726" y="153"/>
                </a:lnTo>
                <a:lnTo>
                  <a:pt x="725" y="152"/>
                </a:lnTo>
                <a:lnTo>
                  <a:pt x="724" y="151"/>
                </a:lnTo>
                <a:lnTo>
                  <a:pt x="725" y="150"/>
                </a:lnTo>
                <a:lnTo>
                  <a:pt x="724" y="150"/>
                </a:lnTo>
                <a:lnTo>
                  <a:pt x="725" y="150"/>
                </a:lnTo>
                <a:lnTo>
                  <a:pt x="725" y="149"/>
                </a:lnTo>
                <a:lnTo>
                  <a:pt x="724" y="148"/>
                </a:lnTo>
                <a:lnTo>
                  <a:pt x="724" y="147"/>
                </a:lnTo>
                <a:lnTo>
                  <a:pt x="725" y="146"/>
                </a:lnTo>
                <a:lnTo>
                  <a:pt x="726" y="146"/>
                </a:lnTo>
                <a:lnTo>
                  <a:pt x="726" y="144"/>
                </a:lnTo>
                <a:lnTo>
                  <a:pt x="726" y="143"/>
                </a:lnTo>
                <a:lnTo>
                  <a:pt x="727" y="141"/>
                </a:lnTo>
                <a:lnTo>
                  <a:pt x="728" y="141"/>
                </a:lnTo>
                <a:lnTo>
                  <a:pt x="729" y="141"/>
                </a:lnTo>
                <a:lnTo>
                  <a:pt x="730" y="141"/>
                </a:lnTo>
                <a:lnTo>
                  <a:pt x="731" y="142"/>
                </a:lnTo>
                <a:lnTo>
                  <a:pt x="733" y="142"/>
                </a:lnTo>
                <a:lnTo>
                  <a:pt x="734" y="143"/>
                </a:lnTo>
                <a:lnTo>
                  <a:pt x="734" y="144"/>
                </a:lnTo>
                <a:lnTo>
                  <a:pt x="733" y="144"/>
                </a:lnTo>
                <a:lnTo>
                  <a:pt x="733" y="145"/>
                </a:lnTo>
                <a:lnTo>
                  <a:pt x="734" y="145"/>
                </a:lnTo>
                <a:lnTo>
                  <a:pt x="733" y="145"/>
                </a:lnTo>
                <a:lnTo>
                  <a:pt x="733" y="146"/>
                </a:lnTo>
                <a:lnTo>
                  <a:pt x="733" y="147"/>
                </a:lnTo>
                <a:lnTo>
                  <a:pt x="734" y="148"/>
                </a:lnTo>
                <a:lnTo>
                  <a:pt x="735" y="148"/>
                </a:lnTo>
                <a:lnTo>
                  <a:pt x="735" y="149"/>
                </a:lnTo>
                <a:lnTo>
                  <a:pt x="736" y="150"/>
                </a:lnTo>
                <a:lnTo>
                  <a:pt x="736" y="151"/>
                </a:lnTo>
                <a:lnTo>
                  <a:pt x="736" y="152"/>
                </a:lnTo>
                <a:lnTo>
                  <a:pt x="737" y="152"/>
                </a:lnTo>
                <a:lnTo>
                  <a:pt x="737" y="153"/>
                </a:lnTo>
                <a:lnTo>
                  <a:pt x="737" y="154"/>
                </a:lnTo>
                <a:lnTo>
                  <a:pt x="737" y="155"/>
                </a:lnTo>
                <a:lnTo>
                  <a:pt x="737" y="156"/>
                </a:lnTo>
                <a:lnTo>
                  <a:pt x="738" y="156"/>
                </a:lnTo>
                <a:lnTo>
                  <a:pt x="738" y="155"/>
                </a:lnTo>
                <a:lnTo>
                  <a:pt x="739" y="155"/>
                </a:lnTo>
                <a:lnTo>
                  <a:pt x="739" y="156"/>
                </a:lnTo>
                <a:lnTo>
                  <a:pt x="739" y="157"/>
                </a:lnTo>
                <a:lnTo>
                  <a:pt x="739" y="158"/>
                </a:lnTo>
                <a:lnTo>
                  <a:pt x="740" y="158"/>
                </a:lnTo>
                <a:lnTo>
                  <a:pt x="740" y="159"/>
                </a:lnTo>
                <a:lnTo>
                  <a:pt x="739" y="160"/>
                </a:lnTo>
                <a:lnTo>
                  <a:pt x="739" y="161"/>
                </a:lnTo>
                <a:lnTo>
                  <a:pt x="739" y="162"/>
                </a:lnTo>
                <a:lnTo>
                  <a:pt x="740" y="162"/>
                </a:lnTo>
                <a:lnTo>
                  <a:pt x="741" y="162"/>
                </a:lnTo>
                <a:lnTo>
                  <a:pt x="742" y="162"/>
                </a:lnTo>
                <a:lnTo>
                  <a:pt x="742" y="163"/>
                </a:lnTo>
                <a:lnTo>
                  <a:pt x="742" y="164"/>
                </a:lnTo>
                <a:lnTo>
                  <a:pt x="742" y="165"/>
                </a:lnTo>
                <a:lnTo>
                  <a:pt x="743" y="165"/>
                </a:lnTo>
                <a:lnTo>
                  <a:pt x="744" y="165"/>
                </a:lnTo>
                <a:lnTo>
                  <a:pt x="745" y="165"/>
                </a:lnTo>
                <a:lnTo>
                  <a:pt x="746" y="164"/>
                </a:lnTo>
                <a:lnTo>
                  <a:pt x="747" y="164"/>
                </a:lnTo>
                <a:lnTo>
                  <a:pt x="747" y="163"/>
                </a:lnTo>
                <a:lnTo>
                  <a:pt x="748" y="163"/>
                </a:lnTo>
                <a:lnTo>
                  <a:pt x="749" y="163"/>
                </a:lnTo>
                <a:lnTo>
                  <a:pt x="749" y="162"/>
                </a:lnTo>
                <a:lnTo>
                  <a:pt x="750" y="162"/>
                </a:lnTo>
                <a:lnTo>
                  <a:pt x="750" y="161"/>
                </a:lnTo>
                <a:lnTo>
                  <a:pt x="751" y="161"/>
                </a:lnTo>
                <a:lnTo>
                  <a:pt x="752" y="161"/>
                </a:lnTo>
                <a:lnTo>
                  <a:pt x="752" y="160"/>
                </a:lnTo>
                <a:lnTo>
                  <a:pt x="753" y="160"/>
                </a:lnTo>
                <a:lnTo>
                  <a:pt x="754" y="159"/>
                </a:lnTo>
                <a:lnTo>
                  <a:pt x="755" y="159"/>
                </a:lnTo>
                <a:lnTo>
                  <a:pt x="755" y="160"/>
                </a:lnTo>
                <a:lnTo>
                  <a:pt x="755" y="159"/>
                </a:lnTo>
                <a:lnTo>
                  <a:pt x="756" y="159"/>
                </a:lnTo>
                <a:lnTo>
                  <a:pt x="756" y="158"/>
                </a:lnTo>
                <a:lnTo>
                  <a:pt x="757" y="158"/>
                </a:lnTo>
                <a:lnTo>
                  <a:pt x="757" y="159"/>
                </a:lnTo>
                <a:lnTo>
                  <a:pt x="757" y="158"/>
                </a:lnTo>
                <a:lnTo>
                  <a:pt x="758" y="158"/>
                </a:lnTo>
                <a:lnTo>
                  <a:pt x="759" y="159"/>
                </a:lnTo>
                <a:lnTo>
                  <a:pt x="759" y="160"/>
                </a:lnTo>
                <a:lnTo>
                  <a:pt x="760" y="159"/>
                </a:lnTo>
                <a:lnTo>
                  <a:pt x="761" y="160"/>
                </a:lnTo>
                <a:lnTo>
                  <a:pt x="762" y="159"/>
                </a:lnTo>
                <a:lnTo>
                  <a:pt x="762" y="158"/>
                </a:lnTo>
                <a:lnTo>
                  <a:pt x="763" y="158"/>
                </a:lnTo>
                <a:lnTo>
                  <a:pt x="763" y="157"/>
                </a:lnTo>
                <a:lnTo>
                  <a:pt x="763" y="156"/>
                </a:lnTo>
                <a:lnTo>
                  <a:pt x="763" y="155"/>
                </a:lnTo>
                <a:lnTo>
                  <a:pt x="763" y="154"/>
                </a:lnTo>
                <a:lnTo>
                  <a:pt x="763" y="153"/>
                </a:lnTo>
                <a:lnTo>
                  <a:pt x="763" y="152"/>
                </a:lnTo>
                <a:lnTo>
                  <a:pt x="764" y="152"/>
                </a:lnTo>
                <a:lnTo>
                  <a:pt x="764" y="153"/>
                </a:lnTo>
                <a:lnTo>
                  <a:pt x="765" y="153"/>
                </a:lnTo>
                <a:lnTo>
                  <a:pt x="766" y="153"/>
                </a:lnTo>
                <a:lnTo>
                  <a:pt x="766" y="152"/>
                </a:lnTo>
                <a:lnTo>
                  <a:pt x="767" y="152"/>
                </a:lnTo>
                <a:lnTo>
                  <a:pt x="768" y="152"/>
                </a:lnTo>
                <a:lnTo>
                  <a:pt x="768" y="151"/>
                </a:lnTo>
                <a:lnTo>
                  <a:pt x="769" y="151"/>
                </a:lnTo>
                <a:lnTo>
                  <a:pt x="771" y="151"/>
                </a:lnTo>
                <a:lnTo>
                  <a:pt x="772" y="152"/>
                </a:lnTo>
                <a:lnTo>
                  <a:pt x="773" y="152"/>
                </a:lnTo>
                <a:lnTo>
                  <a:pt x="774" y="152"/>
                </a:lnTo>
                <a:lnTo>
                  <a:pt x="774" y="151"/>
                </a:lnTo>
                <a:lnTo>
                  <a:pt x="775" y="151"/>
                </a:lnTo>
                <a:lnTo>
                  <a:pt x="775" y="150"/>
                </a:lnTo>
                <a:lnTo>
                  <a:pt x="776" y="150"/>
                </a:lnTo>
                <a:lnTo>
                  <a:pt x="777" y="151"/>
                </a:lnTo>
                <a:lnTo>
                  <a:pt x="778" y="151"/>
                </a:lnTo>
                <a:lnTo>
                  <a:pt x="778" y="152"/>
                </a:lnTo>
                <a:lnTo>
                  <a:pt x="779" y="152"/>
                </a:lnTo>
                <a:lnTo>
                  <a:pt x="780" y="152"/>
                </a:lnTo>
                <a:lnTo>
                  <a:pt x="780" y="151"/>
                </a:lnTo>
                <a:lnTo>
                  <a:pt x="781" y="150"/>
                </a:lnTo>
                <a:lnTo>
                  <a:pt x="781" y="149"/>
                </a:lnTo>
                <a:lnTo>
                  <a:pt x="782" y="149"/>
                </a:lnTo>
                <a:lnTo>
                  <a:pt x="783" y="149"/>
                </a:lnTo>
                <a:lnTo>
                  <a:pt x="783" y="148"/>
                </a:lnTo>
                <a:lnTo>
                  <a:pt x="783" y="149"/>
                </a:lnTo>
                <a:lnTo>
                  <a:pt x="784" y="150"/>
                </a:lnTo>
                <a:lnTo>
                  <a:pt x="784" y="151"/>
                </a:lnTo>
                <a:lnTo>
                  <a:pt x="785" y="151"/>
                </a:lnTo>
                <a:lnTo>
                  <a:pt x="785" y="152"/>
                </a:lnTo>
                <a:lnTo>
                  <a:pt x="786" y="152"/>
                </a:lnTo>
                <a:lnTo>
                  <a:pt x="787" y="152"/>
                </a:lnTo>
                <a:lnTo>
                  <a:pt x="787" y="153"/>
                </a:lnTo>
                <a:lnTo>
                  <a:pt x="787" y="154"/>
                </a:lnTo>
                <a:lnTo>
                  <a:pt x="788" y="154"/>
                </a:lnTo>
                <a:lnTo>
                  <a:pt x="788" y="155"/>
                </a:lnTo>
                <a:lnTo>
                  <a:pt x="788" y="156"/>
                </a:lnTo>
                <a:lnTo>
                  <a:pt x="787" y="156"/>
                </a:lnTo>
                <a:lnTo>
                  <a:pt x="786" y="156"/>
                </a:lnTo>
                <a:lnTo>
                  <a:pt x="785" y="156"/>
                </a:lnTo>
                <a:lnTo>
                  <a:pt x="785" y="157"/>
                </a:lnTo>
                <a:lnTo>
                  <a:pt x="784" y="157"/>
                </a:lnTo>
                <a:lnTo>
                  <a:pt x="785" y="158"/>
                </a:lnTo>
                <a:lnTo>
                  <a:pt x="785" y="159"/>
                </a:lnTo>
                <a:lnTo>
                  <a:pt x="785" y="160"/>
                </a:lnTo>
                <a:lnTo>
                  <a:pt x="786" y="160"/>
                </a:lnTo>
                <a:lnTo>
                  <a:pt x="787" y="160"/>
                </a:lnTo>
                <a:lnTo>
                  <a:pt x="787" y="161"/>
                </a:lnTo>
                <a:lnTo>
                  <a:pt x="788" y="161"/>
                </a:lnTo>
                <a:lnTo>
                  <a:pt x="789" y="162"/>
                </a:lnTo>
                <a:lnTo>
                  <a:pt x="789" y="163"/>
                </a:lnTo>
                <a:lnTo>
                  <a:pt x="790" y="163"/>
                </a:lnTo>
                <a:lnTo>
                  <a:pt x="792" y="163"/>
                </a:lnTo>
                <a:lnTo>
                  <a:pt x="793" y="163"/>
                </a:lnTo>
                <a:lnTo>
                  <a:pt x="793" y="164"/>
                </a:lnTo>
                <a:lnTo>
                  <a:pt x="794" y="165"/>
                </a:lnTo>
                <a:lnTo>
                  <a:pt x="795" y="164"/>
                </a:lnTo>
                <a:lnTo>
                  <a:pt x="796" y="165"/>
                </a:lnTo>
                <a:lnTo>
                  <a:pt x="796" y="166"/>
                </a:lnTo>
                <a:lnTo>
                  <a:pt x="797" y="166"/>
                </a:lnTo>
                <a:lnTo>
                  <a:pt x="799" y="166"/>
                </a:lnTo>
                <a:lnTo>
                  <a:pt x="799" y="165"/>
                </a:lnTo>
                <a:lnTo>
                  <a:pt x="800" y="166"/>
                </a:lnTo>
                <a:lnTo>
                  <a:pt x="801" y="166"/>
                </a:lnTo>
                <a:lnTo>
                  <a:pt x="802" y="166"/>
                </a:lnTo>
                <a:lnTo>
                  <a:pt x="802" y="165"/>
                </a:lnTo>
                <a:lnTo>
                  <a:pt x="803" y="165"/>
                </a:lnTo>
                <a:lnTo>
                  <a:pt x="803" y="166"/>
                </a:lnTo>
                <a:lnTo>
                  <a:pt x="804" y="167"/>
                </a:lnTo>
                <a:lnTo>
                  <a:pt x="804" y="168"/>
                </a:lnTo>
                <a:lnTo>
                  <a:pt x="805" y="168"/>
                </a:lnTo>
                <a:lnTo>
                  <a:pt x="806" y="168"/>
                </a:lnTo>
                <a:lnTo>
                  <a:pt x="806" y="167"/>
                </a:lnTo>
                <a:lnTo>
                  <a:pt x="807" y="167"/>
                </a:lnTo>
                <a:lnTo>
                  <a:pt x="808" y="168"/>
                </a:lnTo>
                <a:lnTo>
                  <a:pt x="809" y="168"/>
                </a:lnTo>
                <a:lnTo>
                  <a:pt x="810" y="168"/>
                </a:lnTo>
                <a:lnTo>
                  <a:pt x="811" y="168"/>
                </a:lnTo>
                <a:lnTo>
                  <a:pt x="812" y="168"/>
                </a:lnTo>
                <a:lnTo>
                  <a:pt x="813" y="169"/>
                </a:lnTo>
                <a:lnTo>
                  <a:pt x="814" y="170"/>
                </a:lnTo>
                <a:lnTo>
                  <a:pt x="815" y="170"/>
                </a:lnTo>
                <a:lnTo>
                  <a:pt x="815" y="171"/>
                </a:lnTo>
                <a:lnTo>
                  <a:pt x="814" y="172"/>
                </a:lnTo>
                <a:lnTo>
                  <a:pt x="815" y="173"/>
                </a:lnTo>
                <a:lnTo>
                  <a:pt x="816" y="173"/>
                </a:lnTo>
                <a:lnTo>
                  <a:pt x="816" y="174"/>
                </a:lnTo>
                <a:lnTo>
                  <a:pt x="816" y="173"/>
                </a:lnTo>
                <a:lnTo>
                  <a:pt x="817" y="173"/>
                </a:lnTo>
                <a:lnTo>
                  <a:pt x="818" y="173"/>
                </a:lnTo>
                <a:lnTo>
                  <a:pt x="819" y="173"/>
                </a:lnTo>
                <a:lnTo>
                  <a:pt x="820" y="172"/>
                </a:lnTo>
                <a:lnTo>
                  <a:pt x="820" y="171"/>
                </a:lnTo>
                <a:lnTo>
                  <a:pt x="821" y="171"/>
                </a:lnTo>
                <a:lnTo>
                  <a:pt x="821" y="170"/>
                </a:lnTo>
                <a:lnTo>
                  <a:pt x="822" y="170"/>
                </a:lnTo>
                <a:lnTo>
                  <a:pt x="823" y="170"/>
                </a:lnTo>
                <a:lnTo>
                  <a:pt x="825" y="170"/>
                </a:lnTo>
                <a:lnTo>
                  <a:pt x="825" y="169"/>
                </a:lnTo>
                <a:lnTo>
                  <a:pt x="826" y="168"/>
                </a:lnTo>
                <a:lnTo>
                  <a:pt x="827" y="168"/>
                </a:lnTo>
                <a:lnTo>
                  <a:pt x="828" y="168"/>
                </a:lnTo>
                <a:lnTo>
                  <a:pt x="829" y="168"/>
                </a:lnTo>
                <a:lnTo>
                  <a:pt x="829" y="167"/>
                </a:lnTo>
                <a:lnTo>
                  <a:pt x="830" y="167"/>
                </a:lnTo>
                <a:lnTo>
                  <a:pt x="830" y="168"/>
                </a:lnTo>
                <a:lnTo>
                  <a:pt x="831" y="168"/>
                </a:lnTo>
                <a:lnTo>
                  <a:pt x="831" y="167"/>
                </a:lnTo>
                <a:lnTo>
                  <a:pt x="832" y="167"/>
                </a:lnTo>
                <a:lnTo>
                  <a:pt x="832" y="166"/>
                </a:lnTo>
                <a:lnTo>
                  <a:pt x="833" y="166"/>
                </a:lnTo>
                <a:lnTo>
                  <a:pt x="834" y="167"/>
                </a:lnTo>
                <a:lnTo>
                  <a:pt x="835" y="167"/>
                </a:lnTo>
                <a:lnTo>
                  <a:pt x="836" y="167"/>
                </a:lnTo>
                <a:lnTo>
                  <a:pt x="837" y="167"/>
                </a:lnTo>
                <a:lnTo>
                  <a:pt x="838" y="166"/>
                </a:lnTo>
                <a:lnTo>
                  <a:pt x="839" y="166"/>
                </a:lnTo>
                <a:lnTo>
                  <a:pt x="840" y="166"/>
                </a:lnTo>
                <a:lnTo>
                  <a:pt x="841" y="165"/>
                </a:lnTo>
                <a:lnTo>
                  <a:pt x="842" y="164"/>
                </a:lnTo>
                <a:lnTo>
                  <a:pt x="844" y="163"/>
                </a:lnTo>
                <a:lnTo>
                  <a:pt x="844" y="162"/>
                </a:lnTo>
                <a:lnTo>
                  <a:pt x="845" y="162"/>
                </a:lnTo>
                <a:lnTo>
                  <a:pt x="846" y="161"/>
                </a:lnTo>
                <a:lnTo>
                  <a:pt x="847" y="161"/>
                </a:lnTo>
                <a:lnTo>
                  <a:pt x="848" y="161"/>
                </a:lnTo>
                <a:lnTo>
                  <a:pt x="849" y="161"/>
                </a:lnTo>
                <a:lnTo>
                  <a:pt x="850" y="161"/>
                </a:lnTo>
                <a:lnTo>
                  <a:pt x="851" y="162"/>
                </a:lnTo>
                <a:lnTo>
                  <a:pt x="850" y="163"/>
                </a:lnTo>
                <a:lnTo>
                  <a:pt x="850" y="164"/>
                </a:lnTo>
                <a:lnTo>
                  <a:pt x="850" y="165"/>
                </a:lnTo>
                <a:lnTo>
                  <a:pt x="851" y="165"/>
                </a:lnTo>
                <a:lnTo>
                  <a:pt x="851" y="164"/>
                </a:lnTo>
                <a:lnTo>
                  <a:pt x="852" y="164"/>
                </a:lnTo>
                <a:lnTo>
                  <a:pt x="853" y="164"/>
                </a:lnTo>
                <a:lnTo>
                  <a:pt x="854" y="164"/>
                </a:lnTo>
                <a:lnTo>
                  <a:pt x="854" y="165"/>
                </a:lnTo>
                <a:lnTo>
                  <a:pt x="856" y="164"/>
                </a:lnTo>
                <a:lnTo>
                  <a:pt x="856" y="163"/>
                </a:lnTo>
                <a:lnTo>
                  <a:pt x="857" y="163"/>
                </a:lnTo>
                <a:lnTo>
                  <a:pt x="858" y="162"/>
                </a:lnTo>
                <a:lnTo>
                  <a:pt x="859" y="163"/>
                </a:lnTo>
                <a:lnTo>
                  <a:pt x="860" y="163"/>
                </a:lnTo>
                <a:lnTo>
                  <a:pt x="861" y="163"/>
                </a:lnTo>
                <a:lnTo>
                  <a:pt x="861" y="164"/>
                </a:lnTo>
                <a:lnTo>
                  <a:pt x="862" y="165"/>
                </a:lnTo>
                <a:lnTo>
                  <a:pt x="863" y="165"/>
                </a:lnTo>
                <a:lnTo>
                  <a:pt x="864" y="164"/>
                </a:lnTo>
                <a:lnTo>
                  <a:pt x="865" y="164"/>
                </a:lnTo>
                <a:lnTo>
                  <a:pt x="866" y="163"/>
                </a:lnTo>
                <a:lnTo>
                  <a:pt x="867" y="163"/>
                </a:lnTo>
                <a:lnTo>
                  <a:pt x="868" y="164"/>
                </a:lnTo>
                <a:lnTo>
                  <a:pt x="869" y="164"/>
                </a:lnTo>
                <a:lnTo>
                  <a:pt x="870" y="163"/>
                </a:lnTo>
                <a:lnTo>
                  <a:pt x="871" y="162"/>
                </a:lnTo>
                <a:lnTo>
                  <a:pt x="871" y="163"/>
                </a:lnTo>
                <a:lnTo>
                  <a:pt x="873" y="163"/>
                </a:lnTo>
                <a:lnTo>
                  <a:pt x="873" y="164"/>
                </a:lnTo>
                <a:lnTo>
                  <a:pt x="874" y="164"/>
                </a:lnTo>
                <a:lnTo>
                  <a:pt x="875" y="163"/>
                </a:lnTo>
                <a:lnTo>
                  <a:pt x="875" y="164"/>
                </a:lnTo>
                <a:lnTo>
                  <a:pt x="876" y="164"/>
                </a:lnTo>
                <a:lnTo>
                  <a:pt x="876" y="165"/>
                </a:lnTo>
                <a:lnTo>
                  <a:pt x="876" y="166"/>
                </a:lnTo>
                <a:lnTo>
                  <a:pt x="875" y="166"/>
                </a:lnTo>
                <a:lnTo>
                  <a:pt x="875" y="167"/>
                </a:lnTo>
                <a:lnTo>
                  <a:pt x="876" y="167"/>
                </a:lnTo>
                <a:lnTo>
                  <a:pt x="876" y="168"/>
                </a:lnTo>
                <a:lnTo>
                  <a:pt x="877" y="168"/>
                </a:lnTo>
                <a:lnTo>
                  <a:pt x="878" y="168"/>
                </a:lnTo>
                <a:lnTo>
                  <a:pt x="878" y="169"/>
                </a:lnTo>
                <a:lnTo>
                  <a:pt x="879" y="169"/>
                </a:lnTo>
                <a:lnTo>
                  <a:pt x="879" y="170"/>
                </a:lnTo>
                <a:lnTo>
                  <a:pt x="879" y="171"/>
                </a:lnTo>
                <a:lnTo>
                  <a:pt x="878" y="171"/>
                </a:lnTo>
                <a:lnTo>
                  <a:pt x="878" y="172"/>
                </a:lnTo>
                <a:lnTo>
                  <a:pt x="878" y="173"/>
                </a:lnTo>
                <a:lnTo>
                  <a:pt x="879" y="173"/>
                </a:lnTo>
                <a:lnTo>
                  <a:pt x="879" y="174"/>
                </a:lnTo>
                <a:lnTo>
                  <a:pt x="879" y="175"/>
                </a:lnTo>
                <a:lnTo>
                  <a:pt x="879" y="176"/>
                </a:lnTo>
                <a:lnTo>
                  <a:pt x="879" y="177"/>
                </a:lnTo>
                <a:lnTo>
                  <a:pt x="879" y="178"/>
                </a:lnTo>
                <a:lnTo>
                  <a:pt x="878" y="178"/>
                </a:lnTo>
                <a:lnTo>
                  <a:pt x="878" y="179"/>
                </a:lnTo>
                <a:lnTo>
                  <a:pt x="878" y="180"/>
                </a:lnTo>
                <a:lnTo>
                  <a:pt x="878" y="181"/>
                </a:lnTo>
                <a:lnTo>
                  <a:pt x="877" y="181"/>
                </a:lnTo>
                <a:lnTo>
                  <a:pt x="876" y="182"/>
                </a:lnTo>
                <a:lnTo>
                  <a:pt x="877" y="183"/>
                </a:lnTo>
                <a:lnTo>
                  <a:pt x="877" y="182"/>
                </a:lnTo>
                <a:lnTo>
                  <a:pt x="877" y="183"/>
                </a:lnTo>
                <a:lnTo>
                  <a:pt x="878" y="183"/>
                </a:lnTo>
                <a:lnTo>
                  <a:pt x="879" y="184"/>
                </a:lnTo>
                <a:lnTo>
                  <a:pt x="880" y="184"/>
                </a:lnTo>
                <a:lnTo>
                  <a:pt x="881" y="184"/>
                </a:lnTo>
                <a:lnTo>
                  <a:pt x="880" y="185"/>
                </a:lnTo>
                <a:lnTo>
                  <a:pt x="880" y="186"/>
                </a:lnTo>
                <a:lnTo>
                  <a:pt x="881" y="186"/>
                </a:lnTo>
                <a:lnTo>
                  <a:pt x="881" y="187"/>
                </a:lnTo>
                <a:lnTo>
                  <a:pt x="881" y="188"/>
                </a:lnTo>
                <a:lnTo>
                  <a:pt x="882" y="188"/>
                </a:lnTo>
                <a:lnTo>
                  <a:pt x="883" y="188"/>
                </a:lnTo>
                <a:lnTo>
                  <a:pt x="884" y="188"/>
                </a:lnTo>
                <a:lnTo>
                  <a:pt x="885" y="188"/>
                </a:lnTo>
                <a:lnTo>
                  <a:pt x="886" y="188"/>
                </a:lnTo>
                <a:lnTo>
                  <a:pt x="886" y="189"/>
                </a:lnTo>
                <a:lnTo>
                  <a:pt x="887" y="189"/>
                </a:lnTo>
                <a:lnTo>
                  <a:pt x="888" y="189"/>
                </a:lnTo>
                <a:lnTo>
                  <a:pt x="888" y="190"/>
                </a:lnTo>
                <a:lnTo>
                  <a:pt x="888" y="191"/>
                </a:lnTo>
                <a:lnTo>
                  <a:pt x="888" y="192"/>
                </a:lnTo>
                <a:lnTo>
                  <a:pt x="889" y="192"/>
                </a:lnTo>
                <a:lnTo>
                  <a:pt x="890" y="193"/>
                </a:lnTo>
                <a:lnTo>
                  <a:pt x="891" y="193"/>
                </a:lnTo>
                <a:lnTo>
                  <a:pt x="891" y="194"/>
                </a:lnTo>
                <a:lnTo>
                  <a:pt x="892" y="194"/>
                </a:lnTo>
                <a:lnTo>
                  <a:pt x="892" y="195"/>
                </a:lnTo>
                <a:lnTo>
                  <a:pt x="892" y="194"/>
                </a:lnTo>
                <a:lnTo>
                  <a:pt x="893" y="194"/>
                </a:lnTo>
                <a:lnTo>
                  <a:pt x="893" y="195"/>
                </a:lnTo>
                <a:lnTo>
                  <a:pt x="894" y="195"/>
                </a:lnTo>
                <a:lnTo>
                  <a:pt x="895" y="195"/>
                </a:lnTo>
                <a:lnTo>
                  <a:pt x="894" y="194"/>
                </a:lnTo>
                <a:lnTo>
                  <a:pt x="894" y="193"/>
                </a:lnTo>
                <a:lnTo>
                  <a:pt x="895" y="193"/>
                </a:lnTo>
                <a:lnTo>
                  <a:pt x="896" y="192"/>
                </a:lnTo>
                <a:lnTo>
                  <a:pt x="895" y="192"/>
                </a:lnTo>
                <a:lnTo>
                  <a:pt x="895" y="191"/>
                </a:lnTo>
                <a:lnTo>
                  <a:pt x="896" y="191"/>
                </a:lnTo>
                <a:lnTo>
                  <a:pt x="896" y="190"/>
                </a:lnTo>
                <a:lnTo>
                  <a:pt x="895" y="190"/>
                </a:lnTo>
                <a:lnTo>
                  <a:pt x="895" y="189"/>
                </a:lnTo>
                <a:lnTo>
                  <a:pt x="896" y="189"/>
                </a:lnTo>
                <a:lnTo>
                  <a:pt x="897" y="188"/>
                </a:lnTo>
                <a:lnTo>
                  <a:pt x="897" y="187"/>
                </a:lnTo>
                <a:lnTo>
                  <a:pt x="897" y="186"/>
                </a:lnTo>
                <a:lnTo>
                  <a:pt x="898" y="186"/>
                </a:lnTo>
                <a:lnTo>
                  <a:pt x="899" y="185"/>
                </a:lnTo>
                <a:lnTo>
                  <a:pt x="900" y="185"/>
                </a:lnTo>
                <a:lnTo>
                  <a:pt x="901" y="185"/>
                </a:lnTo>
                <a:lnTo>
                  <a:pt x="901" y="184"/>
                </a:lnTo>
                <a:lnTo>
                  <a:pt x="902" y="184"/>
                </a:lnTo>
                <a:lnTo>
                  <a:pt x="902" y="183"/>
                </a:lnTo>
                <a:lnTo>
                  <a:pt x="903" y="183"/>
                </a:lnTo>
                <a:lnTo>
                  <a:pt x="903" y="182"/>
                </a:lnTo>
                <a:lnTo>
                  <a:pt x="903" y="181"/>
                </a:lnTo>
                <a:lnTo>
                  <a:pt x="904" y="181"/>
                </a:lnTo>
                <a:lnTo>
                  <a:pt x="905" y="181"/>
                </a:lnTo>
                <a:lnTo>
                  <a:pt x="906" y="181"/>
                </a:lnTo>
                <a:lnTo>
                  <a:pt x="907" y="181"/>
                </a:lnTo>
                <a:lnTo>
                  <a:pt x="908" y="182"/>
                </a:lnTo>
                <a:lnTo>
                  <a:pt x="909" y="182"/>
                </a:lnTo>
                <a:lnTo>
                  <a:pt x="909" y="184"/>
                </a:lnTo>
                <a:lnTo>
                  <a:pt x="909" y="185"/>
                </a:lnTo>
                <a:lnTo>
                  <a:pt x="909" y="186"/>
                </a:lnTo>
                <a:lnTo>
                  <a:pt x="909" y="188"/>
                </a:lnTo>
                <a:lnTo>
                  <a:pt x="910" y="189"/>
                </a:lnTo>
                <a:lnTo>
                  <a:pt x="911" y="190"/>
                </a:lnTo>
                <a:lnTo>
                  <a:pt x="911" y="191"/>
                </a:lnTo>
                <a:lnTo>
                  <a:pt x="911" y="192"/>
                </a:lnTo>
                <a:lnTo>
                  <a:pt x="910" y="192"/>
                </a:lnTo>
                <a:lnTo>
                  <a:pt x="910" y="193"/>
                </a:lnTo>
                <a:lnTo>
                  <a:pt x="911" y="194"/>
                </a:lnTo>
                <a:lnTo>
                  <a:pt x="912" y="194"/>
                </a:lnTo>
                <a:lnTo>
                  <a:pt x="913" y="194"/>
                </a:lnTo>
                <a:lnTo>
                  <a:pt x="913" y="193"/>
                </a:lnTo>
                <a:lnTo>
                  <a:pt x="914" y="193"/>
                </a:lnTo>
                <a:lnTo>
                  <a:pt x="914" y="194"/>
                </a:lnTo>
                <a:lnTo>
                  <a:pt x="915" y="195"/>
                </a:lnTo>
                <a:lnTo>
                  <a:pt x="915" y="196"/>
                </a:lnTo>
                <a:lnTo>
                  <a:pt x="916" y="196"/>
                </a:lnTo>
                <a:lnTo>
                  <a:pt x="917" y="197"/>
                </a:lnTo>
                <a:lnTo>
                  <a:pt x="918" y="197"/>
                </a:lnTo>
                <a:lnTo>
                  <a:pt x="919" y="197"/>
                </a:lnTo>
                <a:lnTo>
                  <a:pt x="919" y="196"/>
                </a:lnTo>
                <a:lnTo>
                  <a:pt x="920" y="196"/>
                </a:lnTo>
                <a:lnTo>
                  <a:pt x="921" y="196"/>
                </a:lnTo>
                <a:lnTo>
                  <a:pt x="922" y="195"/>
                </a:lnTo>
                <a:lnTo>
                  <a:pt x="923" y="195"/>
                </a:lnTo>
                <a:lnTo>
                  <a:pt x="924" y="195"/>
                </a:lnTo>
                <a:lnTo>
                  <a:pt x="924" y="194"/>
                </a:lnTo>
                <a:lnTo>
                  <a:pt x="925" y="194"/>
                </a:lnTo>
                <a:lnTo>
                  <a:pt x="925" y="195"/>
                </a:lnTo>
                <a:lnTo>
                  <a:pt x="926" y="195"/>
                </a:lnTo>
                <a:lnTo>
                  <a:pt x="927" y="195"/>
                </a:lnTo>
                <a:lnTo>
                  <a:pt x="928" y="195"/>
                </a:lnTo>
                <a:lnTo>
                  <a:pt x="928" y="194"/>
                </a:lnTo>
                <a:lnTo>
                  <a:pt x="929" y="195"/>
                </a:lnTo>
                <a:lnTo>
                  <a:pt x="930" y="195"/>
                </a:lnTo>
                <a:lnTo>
                  <a:pt x="930" y="196"/>
                </a:lnTo>
                <a:lnTo>
                  <a:pt x="931" y="196"/>
                </a:lnTo>
                <a:lnTo>
                  <a:pt x="932" y="196"/>
                </a:lnTo>
                <a:lnTo>
                  <a:pt x="933" y="199"/>
                </a:lnTo>
                <a:lnTo>
                  <a:pt x="932" y="199"/>
                </a:lnTo>
                <a:lnTo>
                  <a:pt x="932" y="200"/>
                </a:lnTo>
                <a:lnTo>
                  <a:pt x="933" y="200"/>
                </a:lnTo>
                <a:lnTo>
                  <a:pt x="933" y="201"/>
                </a:lnTo>
                <a:lnTo>
                  <a:pt x="933" y="203"/>
                </a:lnTo>
                <a:lnTo>
                  <a:pt x="934" y="203"/>
                </a:lnTo>
                <a:lnTo>
                  <a:pt x="935" y="203"/>
                </a:lnTo>
                <a:lnTo>
                  <a:pt x="936" y="203"/>
                </a:lnTo>
                <a:lnTo>
                  <a:pt x="937" y="203"/>
                </a:lnTo>
                <a:lnTo>
                  <a:pt x="937" y="202"/>
                </a:lnTo>
                <a:lnTo>
                  <a:pt x="938" y="202"/>
                </a:lnTo>
                <a:lnTo>
                  <a:pt x="938" y="203"/>
                </a:lnTo>
                <a:lnTo>
                  <a:pt x="938" y="204"/>
                </a:lnTo>
                <a:lnTo>
                  <a:pt x="939" y="204"/>
                </a:lnTo>
                <a:lnTo>
                  <a:pt x="939" y="205"/>
                </a:lnTo>
                <a:lnTo>
                  <a:pt x="940" y="205"/>
                </a:lnTo>
                <a:lnTo>
                  <a:pt x="940" y="206"/>
                </a:lnTo>
                <a:lnTo>
                  <a:pt x="940" y="207"/>
                </a:lnTo>
                <a:lnTo>
                  <a:pt x="941" y="208"/>
                </a:lnTo>
                <a:lnTo>
                  <a:pt x="942" y="209"/>
                </a:lnTo>
                <a:lnTo>
                  <a:pt x="943" y="210"/>
                </a:lnTo>
                <a:lnTo>
                  <a:pt x="943" y="211"/>
                </a:lnTo>
                <a:lnTo>
                  <a:pt x="944" y="212"/>
                </a:lnTo>
                <a:lnTo>
                  <a:pt x="944" y="213"/>
                </a:lnTo>
                <a:lnTo>
                  <a:pt x="945" y="213"/>
                </a:lnTo>
                <a:lnTo>
                  <a:pt x="945" y="214"/>
                </a:lnTo>
                <a:lnTo>
                  <a:pt x="946" y="214"/>
                </a:lnTo>
                <a:lnTo>
                  <a:pt x="947" y="215"/>
                </a:lnTo>
                <a:lnTo>
                  <a:pt x="948" y="216"/>
                </a:lnTo>
                <a:lnTo>
                  <a:pt x="949" y="216"/>
                </a:lnTo>
                <a:lnTo>
                  <a:pt x="950" y="215"/>
                </a:lnTo>
                <a:lnTo>
                  <a:pt x="951" y="215"/>
                </a:lnTo>
                <a:lnTo>
                  <a:pt x="952" y="215"/>
                </a:lnTo>
                <a:lnTo>
                  <a:pt x="952" y="216"/>
                </a:lnTo>
                <a:lnTo>
                  <a:pt x="953" y="216"/>
                </a:lnTo>
                <a:lnTo>
                  <a:pt x="953" y="217"/>
                </a:lnTo>
                <a:lnTo>
                  <a:pt x="954" y="217"/>
                </a:lnTo>
                <a:lnTo>
                  <a:pt x="954" y="218"/>
                </a:lnTo>
                <a:lnTo>
                  <a:pt x="957" y="220"/>
                </a:lnTo>
                <a:lnTo>
                  <a:pt x="957" y="221"/>
                </a:lnTo>
                <a:lnTo>
                  <a:pt x="958" y="221"/>
                </a:lnTo>
                <a:lnTo>
                  <a:pt x="958" y="222"/>
                </a:lnTo>
                <a:lnTo>
                  <a:pt x="959" y="222"/>
                </a:lnTo>
                <a:lnTo>
                  <a:pt x="960" y="222"/>
                </a:lnTo>
                <a:lnTo>
                  <a:pt x="960" y="221"/>
                </a:lnTo>
                <a:lnTo>
                  <a:pt x="960" y="220"/>
                </a:lnTo>
                <a:lnTo>
                  <a:pt x="961" y="220"/>
                </a:lnTo>
                <a:lnTo>
                  <a:pt x="962" y="219"/>
                </a:lnTo>
                <a:lnTo>
                  <a:pt x="962" y="218"/>
                </a:lnTo>
                <a:lnTo>
                  <a:pt x="962" y="217"/>
                </a:lnTo>
                <a:lnTo>
                  <a:pt x="962" y="216"/>
                </a:lnTo>
                <a:lnTo>
                  <a:pt x="962" y="215"/>
                </a:lnTo>
                <a:lnTo>
                  <a:pt x="963" y="214"/>
                </a:lnTo>
                <a:lnTo>
                  <a:pt x="964" y="215"/>
                </a:lnTo>
                <a:lnTo>
                  <a:pt x="965" y="214"/>
                </a:lnTo>
                <a:lnTo>
                  <a:pt x="966" y="214"/>
                </a:lnTo>
                <a:lnTo>
                  <a:pt x="966" y="213"/>
                </a:lnTo>
                <a:lnTo>
                  <a:pt x="967" y="213"/>
                </a:lnTo>
                <a:lnTo>
                  <a:pt x="968" y="213"/>
                </a:lnTo>
                <a:lnTo>
                  <a:pt x="969" y="213"/>
                </a:lnTo>
                <a:lnTo>
                  <a:pt x="969" y="214"/>
                </a:lnTo>
                <a:lnTo>
                  <a:pt x="970" y="214"/>
                </a:lnTo>
                <a:lnTo>
                  <a:pt x="971" y="214"/>
                </a:lnTo>
                <a:lnTo>
                  <a:pt x="973" y="214"/>
                </a:lnTo>
                <a:lnTo>
                  <a:pt x="973" y="213"/>
                </a:lnTo>
                <a:lnTo>
                  <a:pt x="974" y="213"/>
                </a:lnTo>
                <a:lnTo>
                  <a:pt x="974" y="212"/>
                </a:lnTo>
                <a:lnTo>
                  <a:pt x="975" y="213"/>
                </a:lnTo>
                <a:lnTo>
                  <a:pt x="976" y="213"/>
                </a:lnTo>
                <a:lnTo>
                  <a:pt x="976" y="214"/>
                </a:lnTo>
                <a:lnTo>
                  <a:pt x="977" y="214"/>
                </a:lnTo>
                <a:lnTo>
                  <a:pt x="978" y="214"/>
                </a:lnTo>
                <a:lnTo>
                  <a:pt x="978" y="213"/>
                </a:lnTo>
                <a:lnTo>
                  <a:pt x="977" y="213"/>
                </a:lnTo>
                <a:lnTo>
                  <a:pt x="978" y="213"/>
                </a:lnTo>
                <a:lnTo>
                  <a:pt x="978" y="212"/>
                </a:lnTo>
                <a:lnTo>
                  <a:pt x="979" y="212"/>
                </a:lnTo>
                <a:lnTo>
                  <a:pt x="979" y="211"/>
                </a:lnTo>
                <a:lnTo>
                  <a:pt x="980" y="210"/>
                </a:lnTo>
                <a:lnTo>
                  <a:pt x="981" y="210"/>
                </a:lnTo>
                <a:lnTo>
                  <a:pt x="981" y="209"/>
                </a:lnTo>
                <a:lnTo>
                  <a:pt x="982" y="209"/>
                </a:lnTo>
                <a:lnTo>
                  <a:pt x="983" y="209"/>
                </a:lnTo>
                <a:lnTo>
                  <a:pt x="984" y="210"/>
                </a:lnTo>
                <a:lnTo>
                  <a:pt x="985" y="211"/>
                </a:lnTo>
                <a:lnTo>
                  <a:pt x="986" y="211"/>
                </a:lnTo>
                <a:lnTo>
                  <a:pt x="987" y="212"/>
                </a:lnTo>
                <a:lnTo>
                  <a:pt x="988" y="213"/>
                </a:lnTo>
                <a:lnTo>
                  <a:pt x="990" y="213"/>
                </a:lnTo>
                <a:lnTo>
                  <a:pt x="990" y="212"/>
                </a:lnTo>
                <a:lnTo>
                  <a:pt x="991" y="212"/>
                </a:lnTo>
                <a:lnTo>
                  <a:pt x="992" y="211"/>
                </a:lnTo>
                <a:lnTo>
                  <a:pt x="993" y="211"/>
                </a:lnTo>
                <a:lnTo>
                  <a:pt x="994" y="211"/>
                </a:lnTo>
                <a:lnTo>
                  <a:pt x="994" y="210"/>
                </a:lnTo>
                <a:lnTo>
                  <a:pt x="995" y="210"/>
                </a:lnTo>
                <a:lnTo>
                  <a:pt x="996" y="210"/>
                </a:lnTo>
                <a:lnTo>
                  <a:pt x="997" y="210"/>
                </a:lnTo>
                <a:lnTo>
                  <a:pt x="998" y="211"/>
                </a:lnTo>
                <a:lnTo>
                  <a:pt x="998" y="210"/>
                </a:lnTo>
                <a:lnTo>
                  <a:pt x="999" y="210"/>
                </a:lnTo>
                <a:lnTo>
                  <a:pt x="1000" y="210"/>
                </a:lnTo>
                <a:lnTo>
                  <a:pt x="1001" y="210"/>
                </a:lnTo>
                <a:lnTo>
                  <a:pt x="1002" y="210"/>
                </a:lnTo>
                <a:lnTo>
                  <a:pt x="1002" y="209"/>
                </a:lnTo>
                <a:lnTo>
                  <a:pt x="1003" y="209"/>
                </a:lnTo>
                <a:lnTo>
                  <a:pt x="1003" y="210"/>
                </a:lnTo>
                <a:lnTo>
                  <a:pt x="1004" y="210"/>
                </a:lnTo>
                <a:lnTo>
                  <a:pt x="1004" y="211"/>
                </a:lnTo>
                <a:lnTo>
                  <a:pt x="1005" y="211"/>
                </a:lnTo>
                <a:lnTo>
                  <a:pt x="1005" y="212"/>
                </a:lnTo>
                <a:lnTo>
                  <a:pt x="1005" y="211"/>
                </a:lnTo>
                <a:lnTo>
                  <a:pt x="1006" y="211"/>
                </a:lnTo>
                <a:lnTo>
                  <a:pt x="1006" y="212"/>
                </a:lnTo>
                <a:lnTo>
                  <a:pt x="1006" y="213"/>
                </a:lnTo>
                <a:lnTo>
                  <a:pt x="1006" y="214"/>
                </a:lnTo>
                <a:lnTo>
                  <a:pt x="1006" y="215"/>
                </a:lnTo>
                <a:lnTo>
                  <a:pt x="1006" y="216"/>
                </a:lnTo>
                <a:lnTo>
                  <a:pt x="1005" y="217"/>
                </a:lnTo>
                <a:lnTo>
                  <a:pt x="1004" y="217"/>
                </a:lnTo>
                <a:lnTo>
                  <a:pt x="1004" y="218"/>
                </a:lnTo>
                <a:lnTo>
                  <a:pt x="1003" y="218"/>
                </a:lnTo>
                <a:lnTo>
                  <a:pt x="1002" y="218"/>
                </a:lnTo>
                <a:lnTo>
                  <a:pt x="1001" y="218"/>
                </a:lnTo>
                <a:lnTo>
                  <a:pt x="1000" y="217"/>
                </a:lnTo>
                <a:lnTo>
                  <a:pt x="999" y="217"/>
                </a:lnTo>
                <a:lnTo>
                  <a:pt x="998" y="217"/>
                </a:lnTo>
                <a:lnTo>
                  <a:pt x="997" y="217"/>
                </a:lnTo>
                <a:lnTo>
                  <a:pt x="996" y="217"/>
                </a:lnTo>
                <a:lnTo>
                  <a:pt x="995" y="218"/>
                </a:lnTo>
                <a:lnTo>
                  <a:pt x="994" y="219"/>
                </a:lnTo>
                <a:lnTo>
                  <a:pt x="993" y="219"/>
                </a:lnTo>
                <a:lnTo>
                  <a:pt x="994" y="219"/>
                </a:lnTo>
                <a:lnTo>
                  <a:pt x="994" y="220"/>
                </a:lnTo>
                <a:lnTo>
                  <a:pt x="995" y="221"/>
                </a:lnTo>
                <a:lnTo>
                  <a:pt x="994" y="221"/>
                </a:lnTo>
                <a:lnTo>
                  <a:pt x="995" y="221"/>
                </a:lnTo>
                <a:lnTo>
                  <a:pt x="997" y="222"/>
                </a:lnTo>
                <a:lnTo>
                  <a:pt x="997" y="223"/>
                </a:lnTo>
                <a:lnTo>
                  <a:pt x="998" y="225"/>
                </a:lnTo>
                <a:lnTo>
                  <a:pt x="999" y="226"/>
                </a:lnTo>
                <a:lnTo>
                  <a:pt x="1000" y="227"/>
                </a:lnTo>
                <a:lnTo>
                  <a:pt x="1001" y="227"/>
                </a:lnTo>
                <a:lnTo>
                  <a:pt x="1001" y="229"/>
                </a:lnTo>
                <a:lnTo>
                  <a:pt x="1000" y="229"/>
                </a:lnTo>
                <a:lnTo>
                  <a:pt x="999" y="230"/>
                </a:lnTo>
                <a:lnTo>
                  <a:pt x="998" y="230"/>
                </a:lnTo>
                <a:lnTo>
                  <a:pt x="997" y="230"/>
                </a:lnTo>
                <a:lnTo>
                  <a:pt x="997" y="229"/>
                </a:lnTo>
                <a:lnTo>
                  <a:pt x="997" y="230"/>
                </a:lnTo>
                <a:lnTo>
                  <a:pt x="996" y="230"/>
                </a:lnTo>
                <a:lnTo>
                  <a:pt x="995" y="229"/>
                </a:lnTo>
                <a:lnTo>
                  <a:pt x="994" y="229"/>
                </a:lnTo>
                <a:lnTo>
                  <a:pt x="993" y="229"/>
                </a:lnTo>
                <a:lnTo>
                  <a:pt x="992" y="229"/>
                </a:lnTo>
                <a:lnTo>
                  <a:pt x="991" y="230"/>
                </a:lnTo>
                <a:lnTo>
                  <a:pt x="991" y="231"/>
                </a:lnTo>
                <a:lnTo>
                  <a:pt x="992" y="231"/>
                </a:lnTo>
                <a:lnTo>
                  <a:pt x="992" y="232"/>
                </a:lnTo>
                <a:lnTo>
                  <a:pt x="993" y="232"/>
                </a:lnTo>
                <a:lnTo>
                  <a:pt x="993" y="233"/>
                </a:lnTo>
                <a:lnTo>
                  <a:pt x="992" y="233"/>
                </a:lnTo>
                <a:lnTo>
                  <a:pt x="992" y="234"/>
                </a:lnTo>
                <a:lnTo>
                  <a:pt x="991" y="234"/>
                </a:lnTo>
                <a:lnTo>
                  <a:pt x="990" y="235"/>
                </a:lnTo>
                <a:lnTo>
                  <a:pt x="991" y="236"/>
                </a:lnTo>
                <a:lnTo>
                  <a:pt x="992" y="236"/>
                </a:lnTo>
                <a:lnTo>
                  <a:pt x="992" y="237"/>
                </a:lnTo>
                <a:lnTo>
                  <a:pt x="993" y="237"/>
                </a:lnTo>
                <a:lnTo>
                  <a:pt x="993" y="238"/>
                </a:lnTo>
                <a:lnTo>
                  <a:pt x="993" y="239"/>
                </a:lnTo>
                <a:lnTo>
                  <a:pt x="992" y="239"/>
                </a:lnTo>
                <a:lnTo>
                  <a:pt x="991" y="239"/>
                </a:lnTo>
                <a:lnTo>
                  <a:pt x="990" y="238"/>
                </a:lnTo>
                <a:lnTo>
                  <a:pt x="989" y="238"/>
                </a:lnTo>
                <a:lnTo>
                  <a:pt x="988" y="237"/>
                </a:lnTo>
                <a:lnTo>
                  <a:pt x="987" y="237"/>
                </a:lnTo>
                <a:lnTo>
                  <a:pt x="986" y="238"/>
                </a:lnTo>
                <a:lnTo>
                  <a:pt x="986" y="239"/>
                </a:lnTo>
                <a:lnTo>
                  <a:pt x="985" y="239"/>
                </a:lnTo>
                <a:lnTo>
                  <a:pt x="984" y="239"/>
                </a:lnTo>
                <a:lnTo>
                  <a:pt x="984" y="240"/>
                </a:lnTo>
                <a:lnTo>
                  <a:pt x="985" y="241"/>
                </a:lnTo>
                <a:lnTo>
                  <a:pt x="986" y="243"/>
                </a:lnTo>
                <a:lnTo>
                  <a:pt x="986" y="244"/>
                </a:lnTo>
                <a:lnTo>
                  <a:pt x="986" y="245"/>
                </a:lnTo>
                <a:lnTo>
                  <a:pt x="985" y="245"/>
                </a:lnTo>
                <a:lnTo>
                  <a:pt x="986" y="245"/>
                </a:lnTo>
                <a:lnTo>
                  <a:pt x="986" y="246"/>
                </a:lnTo>
                <a:lnTo>
                  <a:pt x="987" y="246"/>
                </a:lnTo>
                <a:lnTo>
                  <a:pt x="988" y="246"/>
                </a:lnTo>
                <a:lnTo>
                  <a:pt x="988" y="247"/>
                </a:lnTo>
                <a:lnTo>
                  <a:pt x="989" y="248"/>
                </a:lnTo>
                <a:lnTo>
                  <a:pt x="989" y="249"/>
                </a:lnTo>
                <a:lnTo>
                  <a:pt x="990" y="249"/>
                </a:lnTo>
                <a:lnTo>
                  <a:pt x="990" y="250"/>
                </a:lnTo>
                <a:lnTo>
                  <a:pt x="991" y="250"/>
                </a:lnTo>
                <a:lnTo>
                  <a:pt x="991" y="251"/>
                </a:lnTo>
                <a:lnTo>
                  <a:pt x="992" y="251"/>
                </a:lnTo>
                <a:lnTo>
                  <a:pt x="992" y="252"/>
                </a:lnTo>
                <a:lnTo>
                  <a:pt x="993" y="252"/>
                </a:lnTo>
                <a:lnTo>
                  <a:pt x="994" y="252"/>
                </a:lnTo>
                <a:lnTo>
                  <a:pt x="994" y="251"/>
                </a:lnTo>
                <a:lnTo>
                  <a:pt x="995" y="252"/>
                </a:lnTo>
                <a:lnTo>
                  <a:pt x="995" y="253"/>
                </a:lnTo>
                <a:lnTo>
                  <a:pt x="995" y="254"/>
                </a:lnTo>
                <a:lnTo>
                  <a:pt x="996" y="254"/>
                </a:lnTo>
                <a:lnTo>
                  <a:pt x="996" y="255"/>
                </a:lnTo>
                <a:lnTo>
                  <a:pt x="997" y="255"/>
                </a:lnTo>
                <a:lnTo>
                  <a:pt x="998" y="256"/>
                </a:lnTo>
                <a:lnTo>
                  <a:pt x="999" y="256"/>
                </a:lnTo>
                <a:lnTo>
                  <a:pt x="1001" y="256"/>
                </a:lnTo>
                <a:lnTo>
                  <a:pt x="1002" y="256"/>
                </a:lnTo>
                <a:lnTo>
                  <a:pt x="1002" y="257"/>
                </a:lnTo>
                <a:lnTo>
                  <a:pt x="1001" y="258"/>
                </a:lnTo>
                <a:lnTo>
                  <a:pt x="1001" y="259"/>
                </a:lnTo>
                <a:lnTo>
                  <a:pt x="1002" y="259"/>
                </a:lnTo>
                <a:lnTo>
                  <a:pt x="1003" y="259"/>
                </a:lnTo>
                <a:lnTo>
                  <a:pt x="1004" y="259"/>
                </a:lnTo>
                <a:lnTo>
                  <a:pt x="1004" y="260"/>
                </a:lnTo>
                <a:lnTo>
                  <a:pt x="1006" y="261"/>
                </a:lnTo>
                <a:lnTo>
                  <a:pt x="1007" y="261"/>
                </a:lnTo>
                <a:lnTo>
                  <a:pt x="1008" y="261"/>
                </a:lnTo>
                <a:lnTo>
                  <a:pt x="1008" y="262"/>
                </a:lnTo>
                <a:lnTo>
                  <a:pt x="1007" y="262"/>
                </a:lnTo>
                <a:lnTo>
                  <a:pt x="1007" y="263"/>
                </a:lnTo>
                <a:lnTo>
                  <a:pt x="1006" y="264"/>
                </a:lnTo>
                <a:lnTo>
                  <a:pt x="1007" y="264"/>
                </a:lnTo>
                <a:lnTo>
                  <a:pt x="1007" y="265"/>
                </a:lnTo>
                <a:lnTo>
                  <a:pt x="1007" y="266"/>
                </a:lnTo>
                <a:lnTo>
                  <a:pt x="1008" y="267"/>
                </a:lnTo>
                <a:lnTo>
                  <a:pt x="1007" y="267"/>
                </a:lnTo>
                <a:lnTo>
                  <a:pt x="1007" y="268"/>
                </a:lnTo>
                <a:lnTo>
                  <a:pt x="1008" y="269"/>
                </a:lnTo>
                <a:lnTo>
                  <a:pt x="1008" y="270"/>
                </a:lnTo>
                <a:lnTo>
                  <a:pt x="1009" y="270"/>
                </a:lnTo>
                <a:lnTo>
                  <a:pt x="1009" y="271"/>
                </a:lnTo>
                <a:lnTo>
                  <a:pt x="1008" y="270"/>
                </a:lnTo>
                <a:lnTo>
                  <a:pt x="1008" y="271"/>
                </a:lnTo>
                <a:lnTo>
                  <a:pt x="1007" y="271"/>
                </a:lnTo>
                <a:lnTo>
                  <a:pt x="1007" y="272"/>
                </a:lnTo>
                <a:lnTo>
                  <a:pt x="1006" y="272"/>
                </a:lnTo>
                <a:lnTo>
                  <a:pt x="1005" y="272"/>
                </a:lnTo>
                <a:lnTo>
                  <a:pt x="1005" y="273"/>
                </a:lnTo>
                <a:lnTo>
                  <a:pt x="1004" y="273"/>
                </a:lnTo>
                <a:lnTo>
                  <a:pt x="1004" y="274"/>
                </a:lnTo>
                <a:lnTo>
                  <a:pt x="1003" y="274"/>
                </a:lnTo>
                <a:lnTo>
                  <a:pt x="1003" y="273"/>
                </a:lnTo>
                <a:lnTo>
                  <a:pt x="1003" y="274"/>
                </a:lnTo>
                <a:lnTo>
                  <a:pt x="1002" y="274"/>
                </a:lnTo>
                <a:lnTo>
                  <a:pt x="1002" y="275"/>
                </a:lnTo>
                <a:lnTo>
                  <a:pt x="1002" y="276"/>
                </a:lnTo>
                <a:lnTo>
                  <a:pt x="1002" y="275"/>
                </a:lnTo>
                <a:lnTo>
                  <a:pt x="1001" y="275"/>
                </a:lnTo>
                <a:lnTo>
                  <a:pt x="1001" y="274"/>
                </a:lnTo>
                <a:lnTo>
                  <a:pt x="1000" y="274"/>
                </a:lnTo>
                <a:lnTo>
                  <a:pt x="999" y="274"/>
                </a:lnTo>
                <a:lnTo>
                  <a:pt x="999" y="275"/>
                </a:lnTo>
                <a:lnTo>
                  <a:pt x="998" y="275"/>
                </a:lnTo>
                <a:lnTo>
                  <a:pt x="998" y="276"/>
                </a:lnTo>
                <a:lnTo>
                  <a:pt x="998" y="277"/>
                </a:lnTo>
                <a:lnTo>
                  <a:pt x="997" y="277"/>
                </a:lnTo>
                <a:lnTo>
                  <a:pt x="996" y="277"/>
                </a:lnTo>
                <a:lnTo>
                  <a:pt x="996" y="278"/>
                </a:lnTo>
                <a:lnTo>
                  <a:pt x="995" y="278"/>
                </a:lnTo>
                <a:lnTo>
                  <a:pt x="995" y="279"/>
                </a:lnTo>
                <a:lnTo>
                  <a:pt x="995" y="280"/>
                </a:lnTo>
                <a:lnTo>
                  <a:pt x="996" y="280"/>
                </a:lnTo>
                <a:lnTo>
                  <a:pt x="995" y="280"/>
                </a:lnTo>
                <a:lnTo>
                  <a:pt x="994" y="280"/>
                </a:lnTo>
                <a:lnTo>
                  <a:pt x="994" y="281"/>
                </a:lnTo>
                <a:lnTo>
                  <a:pt x="995" y="281"/>
                </a:lnTo>
                <a:lnTo>
                  <a:pt x="995" y="282"/>
                </a:lnTo>
                <a:lnTo>
                  <a:pt x="995" y="283"/>
                </a:lnTo>
                <a:lnTo>
                  <a:pt x="994" y="283"/>
                </a:lnTo>
                <a:lnTo>
                  <a:pt x="993" y="283"/>
                </a:lnTo>
                <a:lnTo>
                  <a:pt x="992" y="283"/>
                </a:lnTo>
                <a:lnTo>
                  <a:pt x="991" y="284"/>
                </a:lnTo>
                <a:lnTo>
                  <a:pt x="991" y="285"/>
                </a:lnTo>
                <a:lnTo>
                  <a:pt x="992" y="286"/>
                </a:lnTo>
                <a:lnTo>
                  <a:pt x="991" y="286"/>
                </a:lnTo>
                <a:lnTo>
                  <a:pt x="991" y="287"/>
                </a:lnTo>
                <a:lnTo>
                  <a:pt x="990" y="287"/>
                </a:lnTo>
                <a:lnTo>
                  <a:pt x="989" y="287"/>
                </a:lnTo>
                <a:lnTo>
                  <a:pt x="989" y="288"/>
                </a:lnTo>
                <a:lnTo>
                  <a:pt x="988" y="287"/>
                </a:lnTo>
                <a:lnTo>
                  <a:pt x="987" y="287"/>
                </a:lnTo>
                <a:lnTo>
                  <a:pt x="986" y="287"/>
                </a:lnTo>
                <a:lnTo>
                  <a:pt x="985" y="287"/>
                </a:lnTo>
                <a:lnTo>
                  <a:pt x="985" y="288"/>
                </a:lnTo>
                <a:lnTo>
                  <a:pt x="984" y="287"/>
                </a:lnTo>
                <a:lnTo>
                  <a:pt x="984" y="288"/>
                </a:lnTo>
                <a:lnTo>
                  <a:pt x="983" y="288"/>
                </a:lnTo>
                <a:lnTo>
                  <a:pt x="982" y="288"/>
                </a:lnTo>
                <a:lnTo>
                  <a:pt x="982" y="287"/>
                </a:lnTo>
                <a:lnTo>
                  <a:pt x="981" y="287"/>
                </a:lnTo>
                <a:lnTo>
                  <a:pt x="980" y="287"/>
                </a:lnTo>
                <a:lnTo>
                  <a:pt x="980" y="288"/>
                </a:lnTo>
                <a:lnTo>
                  <a:pt x="979" y="288"/>
                </a:lnTo>
                <a:lnTo>
                  <a:pt x="978" y="289"/>
                </a:lnTo>
                <a:lnTo>
                  <a:pt x="977" y="289"/>
                </a:lnTo>
                <a:lnTo>
                  <a:pt x="977" y="290"/>
                </a:lnTo>
                <a:lnTo>
                  <a:pt x="978" y="290"/>
                </a:lnTo>
                <a:lnTo>
                  <a:pt x="978" y="291"/>
                </a:lnTo>
                <a:lnTo>
                  <a:pt x="979" y="291"/>
                </a:lnTo>
                <a:lnTo>
                  <a:pt x="980" y="291"/>
                </a:lnTo>
                <a:lnTo>
                  <a:pt x="980" y="292"/>
                </a:lnTo>
                <a:lnTo>
                  <a:pt x="980" y="293"/>
                </a:lnTo>
                <a:lnTo>
                  <a:pt x="979" y="294"/>
                </a:lnTo>
                <a:lnTo>
                  <a:pt x="979" y="295"/>
                </a:lnTo>
                <a:lnTo>
                  <a:pt x="980" y="295"/>
                </a:lnTo>
                <a:lnTo>
                  <a:pt x="980" y="297"/>
                </a:lnTo>
                <a:lnTo>
                  <a:pt x="979" y="298"/>
                </a:lnTo>
                <a:lnTo>
                  <a:pt x="978" y="299"/>
                </a:lnTo>
                <a:lnTo>
                  <a:pt x="978" y="298"/>
                </a:lnTo>
                <a:lnTo>
                  <a:pt x="977" y="298"/>
                </a:lnTo>
                <a:lnTo>
                  <a:pt x="976" y="299"/>
                </a:lnTo>
                <a:lnTo>
                  <a:pt x="976" y="300"/>
                </a:lnTo>
                <a:lnTo>
                  <a:pt x="975" y="300"/>
                </a:lnTo>
                <a:lnTo>
                  <a:pt x="974" y="301"/>
                </a:lnTo>
                <a:lnTo>
                  <a:pt x="974" y="302"/>
                </a:lnTo>
                <a:lnTo>
                  <a:pt x="975" y="302"/>
                </a:lnTo>
                <a:lnTo>
                  <a:pt x="976" y="302"/>
                </a:lnTo>
                <a:lnTo>
                  <a:pt x="976" y="303"/>
                </a:lnTo>
                <a:lnTo>
                  <a:pt x="976" y="304"/>
                </a:lnTo>
                <a:lnTo>
                  <a:pt x="977" y="304"/>
                </a:lnTo>
                <a:lnTo>
                  <a:pt x="977" y="305"/>
                </a:lnTo>
                <a:lnTo>
                  <a:pt x="976" y="306"/>
                </a:lnTo>
                <a:lnTo>
                  <a:pt x="975" y="306"/>
                </a:lnTo>
                <a:lnTo>
                  <a:pt x="975" y="307"/>
                </a:lnTo>
                <a:lnTo>
                  <a:pt x="974" y="307"/>
                </a:lnTo>
                <a:lnTo>
                  <a:pt x="973" y="308"/>
                </a:lnTo>
                <a:lnTo>
                  <a:pt x="972" y="308"/>
                </a:lnTo>
                <a:lnTo>
                  <a:pt x="972" y="309"/>
                </a:lnTo>
                <a:lnTo>
                  <a:pt x="971" y="309"/>
                </a:lnTo>
                <a:lnTo>
                  <a:pt x="970" y="310"/>
                </a:lnTo>
                <a:lnTo>
                  <a:pt x="969" y="310"/>
                </a:lnTo>
                <a:lnTo>
                  <a:pt x="969" y="311"/>
                </a:lnTo>
                <a:lnTo>
                  <a:pt x="968" y="311"/>
                </a:lnTo>
                <a:lnTo>
                  <a:pt x="969" y="311"/>
                </a:lnTo>
                <a:lnTo>
                  <a:pt x="969" y="312"/>
                </a:lnTo>
                <a:lnTo>
                  <a:pt x="968" y="312"/>
                </a:lnTo>
                <a:lnTo>
                  <a:pt x="967" y="312"/>
                </a:lnTo>
                <a:lnTo>
                  <a:pt x="966" y="312"/>
                </a:lnTo>
                <a:lnTo>
                  <a:pt x="966" y="313"/>
                </a:lnTo>
                <a:lnTo>
                  <a:pt x="965" y="313"/>
                </a:lnTo>
                <a:lnTo>
                  <a:pt x="964" y="313"/>
                </a:lnTo>
                <a:lnTo>
                  <a:pt x="963" y="313"/>
                </a:lnTo>
                <a:lnTo>
                  <a:pt x="962" y="314"/>
                </a:lnTo>
                <a:lnTo>
                  <a:pt x="963" y="314"/>
                </a:lnTo>
                <a:lnTo>
                  <a:pt x="963" y="315"/>
                </a:lnTo>
                <a:lnTo>
                  <a:pt x="963" y="316"/>
                </a:lnTo>
                <a:lnTo>
                  <a:pt x="963" y="317"/>
                </a:lnTo>
                <a:lnTo>
                  <a:pt x="964" y="316"/>
                </a:lnTo>
                <a:lnTo>
                  <a:pt x="965" y="316"/>
                </a:lnTo>
                <a:lnTo>
                  <a:pt x="966" y="316"/>
                </a:lnTo>
                <a:lnTo>
                  <a:pt x="966" y="315"/>
                </a:lnTo>
                <a:lnTo>
                  <a:pt x="967" y="315"/>
                </a:lnTo>
                <a:lnTo>
                  <a:pt x="967" y="316"/>
                </a:lnTo>
                <a:lnTo>
                  <a:pt x="966" y="316"/>
                </a:lnTo>
                <a:lnTo>
                  <a:pt x="966" y="317"/>
                </a:lnTo>
                <a:lnTo>
                  <a:pt x="967" y="317"/>
                </a:lnTo>
                <a:lnTo>
                  <a:pt x="968" y="317"/>
                </a:lnTo>
                <a:lnTo>
                  <a:pt x="968" y="318"/>
                </a:lnTo>
                <a:lnTo>
                  <a:pt x="968" y="319"/>
                </a:lnTo>
                <a:lnTo>
                  <a:pt x="967" y="320"/>
                </a:lnTo>
                <a:lnTo>
                  <a:pt x="966" y="321"/>
                </a:lnTo>
                <a:lnTo>
                  <a:pt x="967" y="321"/>
                </a:lnTo>
                <a:lnTo>
                  <a:pt x="966" y="322"/>
                </a:lnTo>
                <a:lnTo>
                  <a:pt x="965" y="323"/>
                </a:lnTo>
                <a:lnTo>
                  <a:pt x="965" y="324"/>
                </a:lnTo>
                <a:lnTo>
                  <a:pt x="964" y="324"/>
                </a:lnTo>
                <a:lnTo>
                  <a:pt x="963" y="325"/>
                </a:lnTo>
                <a:lnTo>
                  <a:pt x="963" y="326"/>
                </a:lnTo>
                <a:lnTo>
                  <a:pt x="963" y="327"/>
                </a:lnTo>
                <a:lnTo>
                  <a:pt x="962" y="327"/>
                </a:lnTo>
                <a:lnTo>
                  <a:pt x="961" y="327"/>
                </a:lnTo>
                <a:lnTo>
                  <a:pt x="961" y="328"/>
                </a:lnTo>
                <a:lnTo>
                  <a:pt x="961" y="329"/>
                </a:lnTo>
                <a:lnTo>
                  <a:pt x="962" y="329"/>
                </a:lnTo>
                <a:lnTo>
                  <a:pt x="962" y="330"/>
                </a:lnTo>
                <a:lnTo>
                  <a:pt x="962" y="331"/>
                </a:lnTo>
                <a:lnTo>
                  <a:pt x="962" y="332"/>
                </a:lnTo>
                <a:lnTo>
                  <a:pt x="963" y="332"/>
                </a:lnTo>
                <a:lnTo>
                  <a:pt x="962" y="332"/>
                </a:lnTo>
                <a:lnTo>
                  <a:pt x="963" y="332"/>
                </a:lnTo>
                <a:lnTo>
                  <a:pt x="963" y="333"/>
                </a:lnTo>
                <a:lnTo>
                  <a:pt x="964" y="333"/>
                </a:lnTo>
                <a:lnTo>
                  <a:pt x="965" y="333"/>
                </a:lnTo>
                <a:lnTo>
                  <a:pt x="965" y="334"/>
                </a:lnTo>
                <a:lnTo>
                  <a:pt x="965" y="335"/>
                </a:lnTo>
                <a:lnTo>
                  <a:pt x="964" y="335"/>
                </a:lnTo>
                <a:lnTo>
                  <a:pt x="963" y="335"/>
                </a:lnTo>
                <a:lnTo>
                  <a:pt x="962" y="336"/>
                </a:lnTo>
                <a:lnTo>
                  <a:pt x="961" y="336"/>
                </a:lnTo>
                <a:lnTo>
                  <a:pt x="960" y="336"/>
                </a:lnTo>
                <a:lnTo>
                  <a:pt x="960" y="337"/>
                </a:lnTo>
                <a:lnTo>
                  <a:pt x="960" y="338"/>
                </a:lnTo>
                <a:lnTo>
                  <a:pt x="959" y="340"/>
                </a:lnTo>
                <a:lnTo>
                  <a:pt x="959" y="341"/>
                </a:lnTo>
                <a:lnTo>
                  <a:pt x="958" y="341"/>
                </a:lnTo>
                <a:lnTo>
                  <a:pt x="957" y="341"/>
                </a:lnTo>
                <a:lnTo>
                  <a:pt x="956" y="340"/>
                </a:lnTo>
                <a:lnTo>
                  <a:pt x="955" y="340"/>
                </a:lnTo>
                <a:lnTo>
                  <a:pt x="954" y="342"/>
                </a:lnTo>
                <a:lnTo>
                  <a:pt x="954" y="343"/>
                </a:lnTo>
                <a:lnTo>
                  <a:pt x="955" y="344"/>
                </a:lnTo>
                <a:lnTo>
                  <a:pt x="954" y="345"/>
                </a:lnTo>
                <a:lnTo>
                  <a:pt x="954" y="346"/>
                </a:lnTo>
                <a:lnTo>
                  <a:pt x="955" y="347"/>
                </a:lnTo>
                <a:lnTo>
                  <a:pt x="956" y="347"/>
                </a:lnTo>
                <a:lnTo>
                  <a:pt x="957" y="347"/>
                </a:lnTo>
                <a:lnTo>
                  <a:pt x="957" y="348"/>
                </a:lnTo>
                <a:lnTo>
                  <a:pt x="958" y="348"/>
                </a:lnTo>
                <a:lnTo>
                  <a:pt x="960" y="348"/>
                </a:lnTo>
                <a:lnTo>
                  <a:pt x="960" y="349"/>
                </a:lnTo>
                <a:lnTo>
                  <a:pt x="959" y="349"/>
                </a:lnTo>
                <a:lnTo>
                  <a:pt x="957" y="350"/>
                </a:lnTo>
                <a:lnTo>
                  <a:pt x="956" y="351"/>
                </a:lnTo>
                <a:lnTo>
                  <a:pt x="956" y="352"/>
                </a:lnTo>
                <a:lnTo>
                  <a:pt x="955" y="352"/>
                </a:lnTo>
                <a:lnTo>
                  <a:pt x="955" y="353"/>
                </a:lnTo>
                <a:lnTo>
                  <a:pt x="954" y="353"/>
                </a:lnTo>
                <a:lnTo>
                  <a:pt x="953" y="353"/>
                </a:lnTo>
                <a:lnTo>
                  <a:pt x="953" y="354"/>
                </a:lnTo>
                <a:lnTo>
                  <a:pt x="952" y="354"/>
                </a:lnTo>
                <a:lnTo>
                  <a:pt x="952" y="355"/>
                </a:lnTo>
                <a:lnTo>
                  <a:pt x="951" y="355"/>
                </a:lnTo>
                <a:lnTo>
                  <a:pt x="950" y="356"/>
                </a:lnTo>
                <a:lnTo>
                  <a:pt x="950" y="357"/>
                </a:lnTo>
                <a:lnTo>
                  <a:pt x="949" y="358"/>
                </a:lnTo>
                <a:lnTo>
                  <a:pt x="948" y="358"/>
                </a:lnTo>
                <a:lnTo>
                  <a:pt x="948" y="359"/>
                </a:lnTo>
                <a:lnTo>
                  <a:pt x="947" y="359"/>
                </a:lnTo>
                <a:lnTo>
                  <a:pt x="947" y="360"/>
                </a:lnTo>
                <a:lnTo>
                  <a:pt x="946" y="360"/>
                </a:lnTo>
                <a:lnTo>
                  <a:pt x="945" y="360"/>
                </a:lnTo>
                <a:lnTo>
                  <a:pt x="944" y="359"/>
                </a:lnTo>
                <a:lnTo>
                  <a:pt x="943" y="359"/>
                </a:lnTo>
                <a:lnTo>
                  <a:pt x="942" y="358"/>
                </a:lnTo>
                <a:lnTo>
                  <a:pt x="941" y="357"/>
                </a:lnTo>
                <a:lnTo>
                  <a:pt x="940" y="358"/>
                </a:lnTo>
                <a:lnTo>
                  <a:pt x="939" y="358"/>
                </a:lnTo>
                <a:lnTo>
                  <a:pt x="939" y="357"/>
                </a:lnTo>
                <a:lnTo>
                  <a:pt x="938" y="357"/>
                </a:lnTo>
                <a:lnTo>
                  <a:pt x="938" y="356"/>
                </a:lnTo>
                <a:lnTo>
                  <a:pt x="938" y="355"/>
                </a:lnTo>
                <a:lnTo>
                  <a:pt x="938" y="354"/>
                </a:lnTo>
                <a:lnTo>
                  <a:pt x="938" y="353"/>
                </a:lnTo>
                <a:lnTo>
                  <a:pt x="937" y="352"/>
                </a:lnTo>
                <a:lnTo>
                  <a:pt x="937" y="351"/>
                </a:lnTo>
                <a:lnTo>
                  <a:pt x="936" y="351"/>
                </a:lnTo>
                <a:lnTo>
                  <a:pt x="935" y="350"/>
                </a:lnTo>
                <a:lnTo>
                  <a:pt x="934" y="350"/>
                </a:lnTo>
                <a:lnTo>
                  <a:pt x="934" y="351"/>
                </a:lnTo>
                <a:lnTo>
                  <a:pt x="933" y="352"/>
                </a:lnTo>
                <a:lnTo>
                  <a:pt x="932" y="352"/>
                </a:lnTo>
                <a:lnTo>
                  <a:pt x="931" y="353"/>
                </a:lnTo>
                <a:lnTo>
                  <a:pt x="931" y="354"/>
                </a:lnTo>
                <a:lnTo>
                  <a:pt x="930" y="355"/>
                </a:lnTo>
                <a:lnTo>
                  <a:pt x="929" y="356"/>
                </a:lnTo>
                <a:lnTo>
                  <a:pt x="929" y="357"/>
                </a:lnTo>
                <a:lnTo>
                  <a:pt x="928" y="357"/>
                </a:lnTo>
                <a:lnTo>
                  <a:pt x="928" y="358"/>
                </a:lnTo>
                <a:lnTo>
                  <a:pt x="927" y="358"/>
                </a:lnTo>
                <a:lnTo>
                  <a:pt x="926" y="357"/>
                </a:lnTo>
                <a:lnTo>
                  <a:pt x="926" y="356"/>
                </a:lnTo>
                <a:lnTo>
                  <a:pt x="925" y="355"/>
                </a:lnTo>
                <a:lnTo>
                  <a:pt x="924" y="355"/>
                </a:lnTo>
                <a:lnTo>
                  <a:pt x="924" y="356"/>
                </a:lnTo>
                <a:lnTo>
                  <a:pt x="923" y="355"/>
                </a:lnTo>
                <a:lnTo>
                  <a:pt x="922" y="355"/>
                </a:lnTo>
                <a:lnTo>
                  <a:pt x="921" y="354"/>
                </a:lnTo>
                <a:lnTo>
                  <a:pt x="920" y="354"/>
                </a:lnTo>
                <a:lnTo>
                  <a:pt x="920" y="355"/>
                </a:lnTo>
                <a:lnTo>
                  <a:pt x="919" y="354"/>
                </a:lnTo>
                <a:lnTo>
                  <a:pt x="918" y="354"/>
                </a:lnTo>
                <a:lnTo>
                  <a:pt x="917" y="355"/>
                </a:lnTo>
                <a:lnTo>
                  <a:pt x="917" y="354"/>
                </a:lnTo>
                <a:lnTo>
                  <a:pt x="916" y="354"/>
                </a:lnTo>
                <a:lnTo>
                  <a:pt x="915" y="355"/>
                </a:lnTo>
                <a:lnTo>
                  <a:pt x="914" y="355"/>
                </a:lnTo>
                <a:lnTo>
                  <a:pt x="914" y="356"/>
                </a:lnTo>
                <a:lnTo>
                  <a:pt x="914" y="357"/>
                </a:lnTo>
                <a:lnTo>
                  <a:pt x="914" y="358"/>
                </a:lnTo>
                <a:lnTo>
                  <a:pt x="915" y="358"/>
                </a:lnTo>
                <a:lnTo>
                  <a:pt x="914" y="359"/>
                </a:lnTo>
                <a:lnTo>
                  <a:pt x="913" y="359"/>
                </a:lnTo>
                <a:lnTo>
                  <a:pt x="913" y="360"/>
                </a:lnTo>
                <a:lnTo>
                  <a:pt x="913" y="361"/>
                </a:lnTo>
                <a:lnTo>
                  <a:pt x="912" y="361"/>
                </a:lnTo>
                <a:lnTo>
                  <a:pt x="911" y="361"/>
                </a:lnTo>
                <a:lnTo>
                  <a:pt x="912" y="361"/>
                </a:lnTo>
                <a:lnTo>
                  <a:pt x="912" y="362"/>
                </a:lnTo>
                <a:lnTo>
                  <a:pt x="911" y="362"/>
                </a:lnTo>
                <a:lnTo>
                  <a:pt x="910" y="362"/>
                </a:lnTo>
                <a:lnTo>
                  <a:pt x="910" y="363"/>
                </a:lnTo>
                <a:lnTo>
                  <a:pt x="910" y="364"/>
                </a:lnTo>
                <a:lnTo>
                  <a:pt x="910" y="365"/>
                </a:lnTo>
                <a:lnTo>
                  <a:pt x="909" y="365"/>
                </a:lnTo>
                <a:lnTo>
                  <a:pt x="908" y="365"/>
                </a:lnTo>
                <a:lnTo>
                  <a:pt x="908" y="366"/>
                </a:lnTo>
                <a:lnTo>
                  <a:pt x="909" y="367"/>
                </a:lnTo>
                <a:lnTo>
                  <a:pt x="909" y="368"/>
                </a:lnTo>
                <a:lnTo>
                  <a:pt x="910" y="368"/>
                </a:lnTo>
                <a:lnTo>
                  <a:pt x="911" y="369"/>
                </a:lnTo>
                <a:lnTo>
                  <a:pt x="911" y="370"/>
                </a:lnTo>
                <a:lnTo>
                  <a:pt x="912" y="370"/>
                </a:lnTo>
                <a:lnTo>
                  <a:pt x="911" y="370"/>
                </a:lnTo>
                <a:lnTo>
                  <a:pt x="911" y="371"/>
                </a:lnTo>
                <a:lnTo>
                  <a:pt x="912" y="372"/>
                </a:lnTo>
                <a:lnTo>
                  <a:pt x="913" y="373"/>
                </a:lnTo>
                <a:lnTo>
                  <a:pt x="914" y="373"/>
                </a:lnTo>
                <a:lnTo>
                  <a:pt x="915" y="373"/>
                </a:lnTo>
                <a:lnTo>
                  <a:pt x="916" y="375"/>
                </a:lnTo>
                <a:lnTo>
                  <a:pt x="916" y="376"/>
                </a:lnTo>
                <a:lnTo>
                  <a:pt x="915" y="377"/>
                </a:lnTo>
                <a:lnTo>
                  <a:pt x="915" y="378"/>
                </a:lnTo>
                <a:lnTo>
                  <a:pt x="914" y="378"/>
                </a:lnTo>
                <a:lnTo>
                  <a:pt x="914" y="379"/>
                </a:lnTo>
                <a:lnTo>
                  <a:pt x="914" y="380"/>
                </a:lnTo>
                <a:lnTo>
                  <a:pt x="913" y="380"/>
                </a:lnTo>
                <a:lnTo>
                  <a:pt x="913" y="381"/>
                </a:lnTo>
                <a:lnTo>
                  <a:pt x="912" y="381"/>
                </a:lnTo>
                <a:lnTo>
                  <a:pt x="912" y="382"/>
                </a:lnTo>
                <a:lnTo>
                  <a:pt x="911" y="383"/>
                </a:lnTo>
                <a:lnTo>
                  <a:pt x="910" y="384"/>
                </a:lnTo>
                <a:lnTo>
                  <a:pt x="909" y="385"/>
                </a:lnTo>
                <a:lnTo>
                  <a:pt x="909" y="386"/>
                </a:lnTo>
                <a:lnTo>
                  <a:pt x="910" y="386"/>
                </a:lnTo>
                <a:lnTo>
                  <a:pt x="910" y="387"/>
                </a:lnTo>
                <a:lnTo>
                  <a:pt x="909" y="388"/>
                </a:lnTo>
                <a:lnTo>
                  <a:pt x="908" y="388"/>
                </a:lnTo>
                <a:lnTo>
                  <a:pt x="907" y="388"/>
                </a:lnTo>
                <a:lnTo>
                  <a:pt x="906" y="388"/>
                </a:lnTo>
                <a:lnTo>
                  <a:pt x="907" y="389"/>
                </a:lnTo>
                <a:lnTo>
                  <a:pt x="906" y="389"/>
                </a:lnTo>
                <a:lnTo>
                  <a:pt x="905" y="390"/>
                </a:lnTo>
                <a:lnTo>
                  <a:pt x="904" y="391"/>
                </a:lnTo>
                <a:lnTo>
                  <a:pt x="904" y="392"/>
                </a:lnTo>
                <a:lnTo>
                  <a:pt x="903" y="392"/>
                </a:lnTo>
                <a:lnTo>
                  <a:pt x="902" y="394"/>
                </a:lnTo>
                <a:lnTo>
                  <a:pt x="901" y="398"/>
                </a:lnTo>
                <a:lnTo>
                  <a:pt x="901" y="399"/>
                </a:lnTo>
                <a:lnTo>
                  <a:pt x="901" y="400"/>
                </a:lnTo>
                <a:lnTo>
                  <a:pt x="901" y="401"/>
                </a:lnTo>
                <a:lnTo>
                  <a:pt x="900" y="402"/>
                </a:lnTo>
                <a:lnTo>
                  <a:pt x="900" y="403"/>
                </a:lnTo>
                <a:lnTo>
                  <a:pt x="899" y="403"/>
                </a:lnTo>
                <a:lnTo>
                  <a:pt x="898" y="404"/>
                </a:lnTo>
                <a:lnTo>
                  <a:pt x="898" y="405"/>
                </a:lnTo>
                <a:lnTo>
                  <a:pt x="897" y="405"/>
                </a:lnTo>
                <a:lnTo>
                  <a:pt x="897" y="406"/>
                </a:lnTo>
                <a:lnTo>
                  <a:pt x="896" y="406"/>
                </a:lnTo>
                <a:lnTo>
                  <a:pt x="896" y="407"/>
                </a:lnTo>
                <a:lnTo>
                  <a:pt x="895" y="408"/>
                </a:lnTo>
                <a:lnTo>
                  <a:pt x="895" y="409"/>
                </a:lnTo>
                <a:lnTo>
                  <a:pt x="895" y="410"/>
                </a:lnTo>
                <a:lnTo>
                  <a:pt x="894" y="410"/>
                </a:lnTo>
                <a:lnTo>
                  <a:pt x="894" y="411"/>
                </a:lnTo>
                <a:lnTo>
                  <a:pt x="894" y="412"/>
                </a:lnTo>
                <a:lnTo>
                  <a:pt x="893" y="412"/>
                </a:lnTo>
                <a:lnTo>
                  <a:pt x="893" y="413"/>
                </a:lnTo>
                <a:lnTo>
                  <a:pt x="893" y="414"/>
                </a:lnTo>
                <a:lnTo>
                  <a:pt x="893" y="415"/>
                </a:lnTo>
                <a:lnTo>
                  <a:pt x="892" y="417"/>
                </a:lnTo>
                <a:lnTo>
                  <a:pt x="890" y="418"/>
                </a:lnTo>
                <a:lnTo>
                  <a:pt x="890" y="419"/>
                </a:lnTo>
                <a:lnTo>
                  <a:pt x="889" y="421"/>
                </a:lnTo>
                <a:lnTo>
                  <a:pt x="887" y="422"/>
                </a:lnTo>
                <a:lnTo>
                  <a:pt x="887" y="423"/>
                </a:lnTo>
                <a:lnTo>
                  <a:pt x="886" y="423"/>
                </a:lnTo>
                <a:lnTo>
                  <a:pt x="883" y="426"/>
                </a:lnTo>
                <a:lnTo>
                  <a:pt x="883" y="427"/>
                </a:lnTo>
                <a:lnTo>
                  <a:pt x="883" y="428"/>
                </a:lnTo>
                <a:lnTo>
                  <a:pt x="882" y="429"/>
                </a:lnTo>
                <a:lnTo>
                  <a:pt x="881" y="429"/>
                </a:lnTo>
                <a:lnTo>
                  <a:pt x="880" y="429"/>
                </a:lnTo>
                <a:lnTo>
                  <a:pt x="879" y="430"/>
                </a:lnTo>
                <a:lnTo>
                  <a:pt x="880" y="431"/>
                </a:lnTo>
                <a:lnTo>
                  <a:pt x="879" y="432"/>
                </a:lnTo>
                <a:lnTo>
                  <a:pt x="878" y="432"/>
                </a:lnTo>
                <a:lnTo>
                  <a:pt x="877" y="431"/>
                </a:lnTo>
                <a:lnTo>
                  <a:pt x="877" y="433"/>
                </a:lnTo>
                <a:lnTo>
                  <a:pt x="877" y="434"/>
                </a:lnTo>
                <a:lnTo>
                  <a:pt x="878" y="435"/>
                </a:lnTo>
                <a:lnTo>
                  <a:pt x="877" y="436"/>
                </a:lnTo>
                <a:lnTo>
                  <a:pt x="876" y="436"/>
                </a:lnTo>
                <a:lnTo>
                  <a:pt x="876" y="437"/>
                </a:lnTo>
                <a:lnTo>
                  <a:pt x="875" y="437"/>
                </a:lnTo>
                <a:lnTo>
                  <a:pt x="875" y="436"/>
                </a:lnTo>
                <a:lnTo>
                  <a:pt x="874" y="436"/>
                </a:lnTo>
                <a:lnTo>
                  <a:pt x="874" y="435"/>
                </a:lnTo>
                <a:lnTo>
                  <a:pt x="874" y="436"/>
                </a:lnTo>
                <a:lnTo>
                  <a:pt x="873" y="436"/>
                </a:lnTo>
                <a:lnTo>
                  <a:pt x="873" y="437"/>
                </a:lnTo>
                <a:lnTo>
                  <a:pt x="874" y="437"/>
                </a:lnTo>
                <a:lnTo>
                  <a:pt x="874" y="438"/>
                </a:lnTo>
                <a:lnTo>
                  <a:pt x="873" y="438"/>
                </a:lnTo>
                <a:lnTo>
                  <a:pt x="872" y="438"/>
                </a:lnTo>
                <a:lnTo>
                  <a:pt x="872" y="437"/>
                </a:lnTo>
                <a:lnTo>
                  <a:pt x="871" y="436"/>
                </a:lnTo>
                <a:lnTo>
                  <a:pt x="870" y="436"/>
                </a:lnTo>
                <a:lnTo>
                  <a:pt x="870" y="435"/>
                </a:lnTo>
                <a:lnTo>
                  <a:pt x="869" y="434"/>
                </a:lnTo>
                <a:lnTo>
                  <a:pt x="869" y="433"/>
                </a:lnTo>
                <a:lnTo>
                  <a:pt x="869" y="432"/>
                </a:lnTo>
                <a:lnTo>
                  <a:pt x="868" y="432"/>
                </a:lnTo>
                <a:lnTo>
                  <a:pt x="867" y="433"/>
                </a:lnTo>
                <a:lnTo>
                  <a:pt x="867" y="434"/>
                </a:lnTo>
                <a:lnTo>
                  <a:pt x="866" y="434"/>
                </a:lnTo>
                <a:lnTo>
                  <a:pt x="866" y="435"/>
                </a:lnTo>
                <a:lnTo>
                  <a:pt x="866" y="436"/>
                </a:lnTo>
                <a:lnTo>
                  <a:pt x="865" y="437"/>
                </a:lnTo>
                <a:lnTo>
                  <a:pt x="864" y="437"/>
                </a:lnTo>
                <a:lnTo>
                  <a:pt x="863" y="438"/>
                </a:lnTo>
                <a:lnTo>
                  <a:pt x="862" y="439"/>
                </a:lnTo>
                <a:lnTo>
                  <a:pt x="862" y="438"/>
                </a:lnTo>
                <a:lnTo>
                  <a:pt x="861" y="438"/>
                </a:lnTo>
                <a:lnTo>
                  <a:pt x="860" y="438"/>
                </a:lnTo>
                <a:lnTo>
                  <a:pt x="859" y="438"/>
                </a:lnTo>
                <a:lnTo>
                  <a:pt x="857" y="438"/>
                </a:lnTo>
                <a:lnTo>
                  <a:pt x="857" y="437"/>
                </a:lnTo>
                <a:lnTo>
                  <a:pt x="856" y="437"/>
                </a:lnTo>
                <a:lnTo>
                  <a:pt x="856" y="436"/>
                </a:lnTo>
                <a:lnTo>
                  <a:pt x="855" y="436"/>
                </a:lnTo>
                <a:lnTo>
                  <a:pt x="855" y="437"/>
                </a:lnTo>
                <a:lnTo>
                  <a:pt x="855" y="438"/>
                </a:lnTo>
                <a:lnTo>
                  <a:pt x="854" y="438"/>
                </a:lnTo>
                <a:lnTo>
                  <a:pt x="853" y="438"/>
                </a:lnTo>
                <a:lnTo>
                  <a:pt x="852" y="439"/>
                </a:lnTo>
                <a:lnTo>
                  <a:pt x="851" y="439"/>
                </a:lnTo>
                <a:lnTo>
                  <a:pt x="850" y="440"/>
                </a:lnTo>
                <a:lnTo>
                  <a:pt x="849" y="440"/>
                </a:lnTo>
                <a:lnTo>
                  <a:pt x="848" y="439"/>
                </a:lnTo>
                <a:lnTo>
                  <a:pt x="847" y="439"/>
                </a:lnTo>
                <a:lnTo>
                  <a:pt x="847" y="438"/>
                </a:lnTo>
                <a:lnTo>
                  <a:pt x="846" y="438"/>
                </a:lnTo>
                <a:lnTo>
                  <a:pt x="845" y="437"/>
                </a:lnTo>
                <a:lnTo>
                  <a:pt x="845" y="436"/>
                </a:lnTo>
                <a:lnTo>
                  <a:pt x="845" y="435"/>
                </a:lnTo>
                <a:lnTo>
                  <a:pt x="844" y="434"/>
                </a:lnTo>
                <a:lnTo>
                  <a:pt x="843" y="434"/>
                </a:lnTo>
                <a:lnTo>
                  <a:pt x="843" y="433"/>
                </a:lnTo>
                <a:lnTo>
                  <a:pt x="843" y="432"/>
                </a:lnTo>
                <a:lnTo>
                  <a:pt x="843" y="431"/>
                </a:lnTo>
                <a:lnTo>
                  <a:pt x="843" y="430"/>
                </a:lnTo>
                <a:lnTo>
                  <a:pt x="843" y="429"/>
                </a:lnTo>
                <a:lnTo>
                  <a:pt x="842" y="429"/>
                </a:lnTo>
                <a:lnTo>
                  <a:pt x="842" y="428"/>
                </a:lnTo>
                <a:lnTo>
                  <a:pt x="841" y="429"/>
                </a:lnTo>
                <a:lnTo>
                  <a:pt x="840" y="429"/>
                </a:lnTo>
                <a:lnTo>
                  <a:pt x="840" y="428"/>
                </a:lnTo>
                <a:lnTo>
                  <a:pt x="841" y="426"/>
                </a:lnTo>
                <a:lnTo>
                  <a:pt x="841" y="425"/>
                </a:lnTo>
                <a:lnTo>
                  <a:pt x="840" y="425"/>
                </a:lnTo>
                <a:lnTo>
                  <a:pt x="840" y="424"/>
                </a:lnTo>
                <a:lnTo>
                  <a:pt x="839" y="424"/>
                </a:lnTo>
                <a:lnTo>
                  <a:pt x="839" y="423"/>
                </a:lnTo>
                <a:lnTo>
                  <a:pt x="838" y="423"/>
                </a:lnTo>
                <a:lnTo>
                  <a:pt x="837" y="423"/>
                </a:lnTo>
                <a:lnTo>
                  <a:pt x="838" y="422"/>
                </a:lnTo>
                <a:lnTo>
                  <a:pt x="837" y="421"/>
                </a:lnTo>
                <a:lnTo>
                  <a:pt x="836" y="421"/>
                </a:lnTo>
                <a:lnTo>
                  <a:pt x="836" y="420"/>
                </a:lnTo>
                <a:lnTo>
                  <a:pt x="836" y="419"/>
                </a:lnTo>
                <a:lnTo>
                  <a:pt x="837" y="419"/>
                </a:lnTo>
                <a:lnTo>
                  <a:pt x="836" y="418"/>
                </a:lnTo>
                <a:lnTo>
                  <a:pt x="835" y="418"/>
                </a:lnTo>
                <a:lnTo>
                  <a:pt x="835" y="417"/>
                </a:lnTo>
                <a:lnTo>
                  <a:pt x="836" y="416"/>
                </a:lnTo>
                <a:lnTo>
                  <a:pt x="837" y="416"/>
                </a:lnTo>
                <a:lnTo>
                  <a:pt x="838" y="416"/>
                </a:lnTo>
                <a:lnTo>
                  <a:pt x="837" y="415"/>
                </a:lnTo>
                <a:lnTo>
                  <a:pt x="837" y="414"/>
                </a:lnTo>
                <a:lnTo>
                  <a:pt x="836" y="414"/>
                </a:lnTo>
                <a:lnTo>
                  <a:pt x="836" y="413"/>
                </a:lnTo>
                <a:lnTo>
                  <a:pt x="836" y="412"/>
                </a:lnTo>
                <a:lnTo>
                  <a:pt x="835" y="411"/>
                </a:lnTo>
                <a:lnTo>
                  <a:pt x="834" y="411"/>
                </a:lnTo>
                <a:lnTo>
                  <a:pt x="833" y="411"/>
                </a:lnTo>
                <a:lnTo>
                  <a:pt x="833" y="410"/>
                </a:lnTo>
                <a:lnTo>
                  <a:pt x="832" y="410"/>
                </a:lnTo>
                <a:lnTo>
                  <a:pt x="831" y="409"/>
                </a:lnTo>
                <a:lnTo>
                  <a:pt x="830" y="409"/>
                </a:lnTo>
                <a:lnTo>
                  <a:pt x="829" y="409"/>
                </a:lnTo>
                <a:lnTo>
                  <a:pt x="829" y="410"/>
                </a:lnTo>
                <a:lnTo>
                  <a:pt x="829" y="411"/>
                </a:lnTo>
                <a:lnTo>
                  <a:pt x="828" y="410"/>
                </a:lnTo>
                <a:lnTo>
                  <a:pt x="827" y="410"/>
                </a:lnTo>
                <a:lnTo>
                  <a:pt x="826" y="411"/>
                </a:lnTo>
                <a:lnTo>
                  <a:pt x="826" y="412"/>
                </a:lnTo>
                <a:lnTo>
                  <a:pt x="825" y="411"/>
                </a:lnTo>
                <a:lnTo>
                  <a:pt x="824" y="411"/>
                </a:lnTo>
                <a:lnTo>
                  <a:pt x="823" y="410"/>
                </a:lnTo>
                <a:lnTo>
                  <a:pt x="822" y="410"/>
                </a:lnTo>
                <a:lnTo>
                  <a:pt x="822" y="411"/>
                </a:lnTo>
                <a:lnTo>
                  <a:pt x="822" y="410"/>
                </a:lnTo>
                <a:lnTo>
                  <a:pt x="821" y="410"/>
                </a:lnTo>
                <a:lnTo>
                  <a:pt x="821" y="411"/>
                </a:lnTo>
                <a:lnTo>
                  <a:pt x="820" y="411"/>
                </a:lnTo>
                <a:lnTo>
                  <a:pt x="820" y="410"/>
                </a:lnTo>
                <a:lnTo>
                  <a:pt x="821" y="410"/>
                </a:lnTo>
                <a:lnTo>
                  <a:pt x="820" y="410"/>
                </a:lnTo>
                <a:lnTo>
                  <a:pt x="819" y="410"/>
                </a:lnTo>
                <a:lnTo>
                  <a:pt x="820" y="410"/>
                </a:lnTo>
                <a:lnTo>
                  <a:pt x="820" y="411"/>
                </a:lnTo>
                <a:lnTo>
                  <a:pt x="820" y="412"/>
                </a:lnTo>
                <a:lnTo>
                  <a:pt x="819" y="411"/>
                </a:lnTo>
                <a:lnTo>
                  <a:pt x="819" y="412"/>
                </a:lnTo>
                <a:lnTo>
                  <a:pt x="819" y="413"/>
                </a:lnTo>
                <a:lnTo>
                  <a:pt x="818" y="413"/>
                </a:lnTo>
                <a:lnTo>
                  <a:pt x="817" y="413"/>
                </a:lnTo>
                <a:lnTo>
                  <a:pt x="818" y="414"/>
                </a:lnTo>
                <a:lnTo>
                  <a:pt x="819" y="414"/>
                </a:lnTo>
                <a:lnTo>
                  <a:pt x="819" y="415"/>
                </a:lnTo>
                <a:lnTo>
                  <a:pt x="818" y="415"/>
                </a:lnTo>
                <a:lnTo>
                  <a:pt x="817" y="416"/>
                </a:lnTo>
                <a:lnTo>
                  <a:pt x="816" y="416"/>
                </a:lnTo>
                <a:lnTo>
                  <a:pt x="815" y="415"/>
                </a:lnTo>
                <a:lnTo>
                  <a:pt x="814" y="415"/>
                </a:lnTo>
                <a:lnTo>
                  <a:pt x="814" y="416"/>
                </a:lnTo>
                <a:lnTo>
                  <a:pt x="815" y="416"/>
                </a:lnTo>
                <a:lnTo>
                  <a:pt x="814" y="416"/>
                </a:lnTo>
                <a:lnTo>
                  <a:pt x="813" y="416"/>
                </a:lnTo>
                <a:lnTo>
                  <a:pt x="812" y="416"/>
                </a:lnTo>
                <a:lnTo>
                  <a:pt x="811" y="417"/>
                </a:lnTo>
                <a:lnTo>
                  <a:pt x="810" y="417"/>
                </a:lnTo>
                <a:lnTo>
                  <a:pt x="810" y="418"/>
                </a:lnTo>
                <a:lnTo>
                  <a:pt x="809" y="418"/>
                </a:lnTo>
                <a:lnTo>
                  <a:pt x="808" y="417"/>
                </a:lnTo>
                <a:lnTo>
                  <a:pt x="807" y="417"/>
                </a:lnTo>
                <a:lnTo>
                  <a:pt x="807" y="418"/>
                </a:lnTo>
                <a:lnTo>
                  <a:pt x="808" y="418"/>
                </a:lnTo>
                <a:lnTo>
                  <a:pt x="807" y="418"/>
                </a:lnTo>
                <a:lnTo>
                  <a:pt x="806" y="419"/>
                </a:lnTo>
                <a:lnTo>
                  <a:pt x="806" y="420"/>
                </a:lnTo>
                <a:lnTo>
                  <a:pt x="805" y="421"/>
                </a:lnTo>
                <a:lnTo>
                  <a:pt x="805" y="420"/>
                </a:lnTo>
                <a:lnTo>
                  <a:pt x="804" y="419"/>
                </a:lnTo>
                <a:lnTo>
                  <a:pt x="803" y="419"/>
                </a:lnTo>
                <a:lnTo>
                  <a:pt x="804" y="420"/>
                </a:lnTo>
                <a:lnTo>
                  <a:pt x="805" y="421"/>
                </a:lnTo>
                <a:lnTo>
                  <a:pt x="804" y="422"/>
                </a:lnTo>
                <a:lnTo>
                  <a:pt x="804" y="421"/>
                </a:lnTo>
                <a:lnTo>
                  <a:pt x="803" y="421"/>
                </a:lnTo>
                <a:lnTo>
                  <a:pt x="802" y="421"/>
                </a:lnTo>
                <a:lnTo>
                  <a:pt x="802" y="422"/>
                </a:lnTo>
                <a:lnTo>
                  <a:pt x="802" y="423"/>
                </a:lnTo>
                <a:lnTo>
                  <a:pt x="801" y="422"/>
                </a:lnTo>
                <a:lnTo>
                  <a:pt x="801" y="421"/>
                </a:lnTo>
                <a:lnTo>
                  <a:pt x="801" y="420"/>
                </a:lnTo>
                <a:lnTo>
                  <a:pt x="801" y="419"/>
                </a:lnTo>
                <a:lnTo>
                  <a:pt x="800" y="419"/>
                </a:lnTo>
                <a:lnTo>
                  <a:pt x="800" y="420"/>
                </a:lnTo>
                <a:lnTo>
                  <a:pt x="799" y="420"/>
                </a:lnTo>
                <a:lnTo>
                  <a:pt x="799" y="421"/>
                </a:lnTo>
                <a:lnTo>
                  <a:pt x="799" y="420"/>
                </a:lnTo>
                <a:lnTo>
                  <a:pt x="798" y="420"/>
                </a:lnTo>
                <a:lnTo>
                  <a:pt x="797" y="419"/>
                </a:lnTo>
                <a:lnTo>
                  <a:pt x="798" y="419"/>
                </a:lnTo>
                <a:lnTo>
                  <a:pt x="798" y="418"/>
                </a:lnTo>
                <a:lnTo>
                  <a:pt x="798" y="417"/>
                </a:lnTo>
                <a:lnTo>
                  <a:pt x="797" y="417"/>
                </a:lnTo>
                <a:lnTo>
                  <a:pt x="796" y="418"/>
                </a:lnTo>
                <a:lnTo>
                  <a:pt x="796" y="417"/>
                </a:lnTo>
                <a:lnTo>
                  <a:pt x="795" y="416"/>
                </a:lnTo>
                <a:lnTo>
                  <a:pt x="795" y="415"/>
                </a:lnTo>
                <a:lnTo>
                  <a:pt x="796" y="415"/>
                </a:lnTo>
                <a:lnTo>
                  <a:pt x="796" y="414"/>
                </a:lnTo>
                <a:lnTo>
                  <a:pt x="796" y="413"/>
                </a:lnTo>
                <a:lnTo>
                  <a:pt x="796" y="412"/>
                </a:lnTo>
                <a:lnTo>
                  <a:pt x="796" y="411"/>
                </a:lnTo>
                <a:lnTo>
                  <a:pt x="795" y="410"/>
                </a:lnTo>
                <a:lnTo>
                  <a:pt x="795" y="409"/>
                </a:lnTo>
                <a:lnTo>
                  <a:pt x="794" y="409"/>
                </a:lnTo>
                <a:lnTo>
                  <a:pt x="793" y="409"/>
                </a:lnTo>
                <a:lnTo>
                  <a:pt x="792" y="409"/>
                </a:lnTo>
                <a:lnTo>
                  <a:pt x="792" y="408"/>
                </a:lnTo>
                <a:lnTo>
                  <a:pt x="790" y="408"/>
                </a:lnTo>
                <a:lnTo>
                  <a:pt x="790" y="409"/>
                </a:lnTo>
                <a:lnTo>
                  <a:pt x="792" y="409"/>
                </a:lnTo>
                <a:lnTo>
                  <a:pt x="792" y="410"/>
                </a:lnTo>
                <a:lnTo>
                  <a:pt x="790" y="410"/>
                </a:lnTo>
                <a:lnTo>
                  <a:pt x="790" y="409"/>
                </a:lnTo>
                <a:lnTo>
                  <a:pt x="789" y="409"/>
                </a:lnTo>
                <a:lnTo>
                  <a:pt x="788" y="409"/>
                </a:lnTo>
                <a:lnTo>
                  <a:pt x="788" y="408"/>
                </a:lnTo>
                <a:lnTo>
                  <a:pt x="787" y="408"/>
                </a:lnTo>
                <a:lnTo>
                  <a:pt x="787" y="407"/>
                </a:lnTo>
                <a:lnTo>
                  <a:pt x="787" y="406"/>
                </a:lnTo>
                <a:lnTo>
                  <a:pt x="786" y="406"/>
                </a:lnTo>
                <a:lnTo>
                  <a:pt x="786" y="407"/>
                </a:lnTo>
                <a:lnTo>
                  <a:pt x="785" y="406"/>
                </a:lnTo>
                <a:lnTo>
                  <a:pt x="784" y="406"/>
                </a:lnTo>
                <a:lnTo>
                  <a:pt x="784" y="405"/>
                </a:lnTo>
                <a:lnTo>
                  <a:pt x="783" y="405"/>
                </a:lnTo>
                <a:lnTo>
                  <a:pt x="783" y="404"/>
                </a:lnTo>
                <a:lnTo>
                  <a:pt x="782" y="403"/>
                </a:lnTo>
                <a:lnTo>
                  <a:pt x="781" y="403"/>
                </a:lnTo>
                <a:lnTo>
                  <a:pt x="780" y="403"/>
                </a:lnTo>
                <a:lnTo>
                  <a:pt x="779" y="403"/>
                </a:lnTo>
                <a:lnTo>
                  <a:pt x="779" y="404"/>
                </a:lnTo>
                <a:lnTo>
                  <a:pt x="778" y="404"/>
                </a:lnTo>
                <a:lnTo>
                  <a:pt x="778" y="403"/>
                </a:lnTo>
                <a:lnTo>
                  <a:pt x="778" y="404"/>
                </a:lnTo>
                <a:lnTo>
                  <a:pt x="778" y="403"/>
                </a:lnTo>
                <a:lnTo>
                  <a:pt x="778" y="402"/>
                </a:lnTo>
                <a:lnTo>
                  <a:pt x="778" y="403"/>
                </a:lnTo>
                <a:lnTo>
                  <a:pt x="777" y="403"/>
                </a:lnTo>
                <a:lnTo>
                  <a:pt x="776" y="403"/>
                </a:lnTo>
                <a:lnTo>
                  <a:pt x="775" y="403"/>
                </a:lnTo>
                <a:lnTo>
                  <a:pt x="774" y="403"/>
                </a:lnTo>
                <a:lnTo>
                  <a:pt x="773" y="402"/>
                </a:lnTo>
                <a:lnTo>
                  <a:pt x="772" y="401"/>
                </a:lnTo>
                <a:lnTo>
                  <a:pt x="771" y="401"/>
                </a:lnTo>
                <a:lnTo>
                  <a:pt x="770" y="402"/>
                </a:lnTo>
                <a:lnTo>
                  <a:pt x="770" y="401"/>
                </a:lnTo>
                <a:lnTo>
                  <a:pt x="770" y="400"/>
                </a:lnTo>
                <a:lnTo>
                  <a:pt x="770" y="401"/>
                </a:lnTo>
                <a:lnTo>
                  <a:pt x="771" y="400"/>
                </a:lnTo>
                <a:lnTo>
                  <a:pt x="770" y="400"/>
                </a:lnTo>
                <a:lnTo>
                  <a:pt x="770" y="399"/>
                </a:lnTo>
                <a:lnTo>
                  <a:pt x="770" y="400"/>
                </a:lnTo>
                <a:lnTo>
                  <a:pt x="769" y="399"/>
                </a:lnTo>
                <a:lnTo>
                  <a:pt x="769" y="400"/>
                </a:lnTo>
                <a:lnTo>
                  <a:pt x="769" y="401"/>
                </a:lnTo>
                <a:lnTo>
                  <a:pt x="768" y="402"/>
                </a:lnTo>
                <a:lnTo>
                  <a:pt x="767" y="401"/>
                </a:lnTo>
                <a:lnTo>
                  <a:pt x="767" y="400"/>
                </a:lnTo>
                <a:lnTo>
                  <a:pt x="768" y="400"/>
                </a:lnTo>
                <a:lnTo>
                  <a:pt x="767" y="400"/>
                </a:lnTo>
                <a:lnTo>
                  <a:pt x="767" y="399"/>
                </a:lnTo>
                <a:lnTo>
                  <a:pt x="766" y="399"/>
                </a:lnTo>
                <a:lnTo>
                  <a:pt x="766" y="400"/>
                </a:lnTo>
                <a:lnTo>
                  <a:pt x="765" y="401"/>
                </a:lnTo>
                <a:lnTo>
                  <a:pt x="764" y="400"/>
                </a:lnTo>
                <a:lnTo>
                  <a:pt x="765" y="399"/>
                </a:lnTo>
                <a:lnTo>
                  <a:pt x="764" y="398"/>
                </a:lnTo>
                <a:lnTo>
                  <a:pt x="764" y="397"/>
                </a:lnTo>
                <a:lnTo>
                  <a:pt x="763" y="397"/>
                </a:lnTo>
                <a:lnTo>
                  <a:pt x="763" y="396"/>
                </a:lnTo>
                <a:lnTo>
                  <a:pt x="762" y="396"/>
                </a:lnTo>
                <a:lnTo>
                  <a:pt x="761" y="397"/>
                </a:lnTo>
                <a:lnTo>
                  <a:pt x="760" y="397"/>
                </a:lnTo>
                <a:lnTo>
                  <a:pt x="760" y="398"/>
                </a:lnTo>
                <a:lnTo>
                  <a:pt x="761" y="398"/>
                </a:lnTo>
                <a:lnTo>
                  <a:pt x="760" y="398"/>
                </a:lnTo>
                <a:lnTo>
                  <a:pt x="760" y="399"/>
                </a:lnTo>
                <a:lnTo>
                  <a:pt x="759" y="399"/>
                </a:lnTo>
                <a:lnTo>
                  <a:pt x="758" y="400"/>
                </a:lnTo>
                <a:lnTo>
                  <a:pt x="758" y="401"/>
                </a:lnTo>
                <a:lnTo>
                  <a:pt x="757" y="402"/>
                </a:lnTo>
                <a:lnTo>
                  <a:pt x="758" y="402"/>
                </a:lnTo>
                <a:lnTo>
                  <a:pt x="758" y="403"/>
                </a:lnTo>
                <a:lnTo>
                  <a:pt x="757" y="403"/>
                </a:lnTo>
                <a:lnTo>
                  <a:pt x="757" y="404"/>
                </a:lnTo>
                <a:lnTo>
                  <a:pt x="757" y="405"/>
                </a:lnTo>
                <a:lnTo>
                  <a:pt x="757" y="406"/>
                </a:lnTo>
                <a:lnTo>
                  <a:pt x="756" y="406"/>
                </a:lnTo>
                <a:lnTo>
                  <a:pt x="756" y="407"/>
                </a:lnTo>
                <a:lnTo>
                  <a:pt x="755" y="407"/>
                </a:lnTo>
                <a:lnTo>
                  <a:pt x="755" y="408"/>
                </a:lnTo>
                <a:lnTo>
                  <a:pt x="756" y="408"/>
                </a:lnTo>
                <a:lnTo>
                  <a:pt x="756" y="409"/>
                </a:lnTo>
                <a:lnTo>
                  <a:pt x="755" y="409"/>
                </a:lnTo>
                <a:lnTo>
                  <a:pt x="755" y="408"/>
                </a:lnTo>
                <a:lnTo>
                  <a:pt x="755" y="409"/>
                </a:lnTo>
                <a:lnTo>
                  <a:pt x="754" y="409"/>
                </a:lnTo>
                <a:lnTo>
                  <a:pt x="754" y="408"/>
                </a:lnTo>
                <a:lnTo>
                  <a:pt x="753" y="408"/>
                </a:lnTo>
                <a:lnTo>
                  <a:pt x="753" y="409"/>
                </a:lnTo>
                <a:lnTo>
                  <a:pt x="753" y="410"/>
                </a:lnTo>
                <a:lnTo>
                  <a:pt x="753" y="412"/>
                </a:lnTo>
                <a:lnTo>
                  <a:pt x="754" y="413"/>
                </a:lnTo>
                <a:lnTo>
                  <a:pt x="755" y="413"/>
                </a:lnTo>
                <a:lnTo>
                  <a:pt x="755" y="414"/>
                </a:lnTo>
                <a:lnTo>
                  <a:pt x="754" y="414"/>
                </a:lnTo>
                <a:lnTo>
                  <a:pt x="754" y="415"/>
                </a:lnTo>
                <a:lnTo>
                  <a:pt x="753" y="415"/>
                </a:lnTo>
                <a:lnTo>
                  <a:pt x="752" y="415"/>
                </a:lnTo>
                <a:lnTo>
                  <a:pt x="751" y="415"/>
                </a:lnTo>
                <a:lnTo>
                  <a:pt x="749" y="415"/>
                </a:lnTo>
                <a:lnTo>
                  <a:pt x="749" y="414"/>
                </a:lnTo>
                <a:lnTo>
                  <a:pt x="748" y="414"/>
                </a:lnTo>
                <a:lnTo>
                  <a:pt x="748" y="413"/>
                </a:lnTo>
                <a:lnTo>
                  <a:pt x="747" y="413"/>
                </a:lnTo>
                <a:lnTo>
                  <a:pt x="745" y="413"/>
                </a:lnTo>
                <a:lnTo>
                  <a:pt x="745" y="415"/>
                </a:lnTo>
                <a:lnTo>
                  <a:pt x="745" y="416"/>
                </a:lnTo>
                <a:lnTo>
                  <a:pt x="745" y="417"/>
                </a:lnTo>
                <a:lnTo>
                  <a:pt x="746" y="419"/>
                </a:lnTo>
                <a:lnTo>
                  <a:pt x="747" y="419"/>
                </a:lnTo>
                <a:lnTo>
                  <a:pt x="748" y="419"/>
                </a:lnTo>
                <a:lnTo>
                  <a:pt x="748" y="418"/>
                </a:lnTo>
                <a:lnTo>
                  <a:pt x="748" y="419"/>
                </a:lnTo>
                <a:lnTo>
                  <a:pt x="748" y="420"/>
                </a:lnTo>
                <a:lnTo>
                  <a:pt x="747" y="420"/>
                </a:lnTo>
                <a:lnTo>
                  <a:pt x="747" y="421"/>
                </a:lnTo>
                <a:lnTo>
                  <a:pt x="747" y="422"/>
                </a:lnTo>
                <a:lnTo>
                  <a:pt x="746" y="422"/>
                </a:lnTo>
                <a:lnTo>
                  <a:pt x="745" y="422"/>
                </a:lnTo>
                <a:lnTo>
                  <a:pt x="744" y="422"/>
                </a:lnTo>
                <a:lnTo>
                  <a:pt x="744" y="423"/>
                </a:lnTo>
                <a:lnTo>
                  <a:pt x="743" y="423"/>
                </a:lnTo>
                <a:lnTo>
                  <a:pt x="743" y="422"/>
                </a:lnTo>
                <a:lnTo>
                  <a:pt x="742" y="422"/>
                </a:lnTo>
                <a:lnTo>
                  <a:pt x="742" y="423"/>
                </a:lnTo>
                <a:lnTo>
                  <a:pt x="741" y="423"/>
                </a:lnTo>
                <a:lnTo>
                  <a:pt x="740" y="423"/>
                </a:lnTo>
                <a:lnTo>
                  <a:pt x="740" y="422"/>
                </a:lnTo>
                <a:lnTo>
                  <a:pt x="739" y="422"/>
                </a:lnTo>
                <a:lnTo>
                  <a:pt x="739" y="423"/>
                </a:lnTo>
                <a:lnTo>
                  <a:pt x="738" y="423"/>
                </a:lnTo>
                <a:lnTo>
                  <a:pt x="738" y="424"/>
                </a:lnTo>
                <a:lnTo>
                  <a:pt x="737" y="424"/>
                </a:lnTo>
                <a:lnTo>
                  <a:pt x="737" y="425"/>
                </a:lnTo>
                <a:lnTo>
                  <a:pt x="738" y="426"/>
                </a:lnTo>
                <a:lnTo>
                  <a:pt x="739" y="426"/>
                </a:lnTo>
                <a:lnTo>
                  <a:pt x="740" y="425"/>
                </a:lnTo>
                <a:lnTo>
                  <a:pt x="741" y="424"/>
                </a:lnTo>
                <a:lnTo>
                  <a:pt x="742" y="425"/>
                </a:lnTo>
                <a:lnTo>
                  <a:pt x="743" y="425"/>
                </a:lnTo>
                <a:lnTo>
                  <a:pt x="742" y="426"/>
                </a:lnTo>
                <a:lnTo>
                  <a:pt x="741" y="426"/>
                </a:lnTo>
                <a:lnTo>
                  <a:pt x="741" y="427"/>
                </a:lnTo>
                <a:lnTo>
                  <a:pt x="741" y="428"/>
                </a:lnTo>
                <a:lnTo>
                  <a:pt x="740" y="428"/>
                </a:lnTo>
                <a:lnTo>
                  <a:pt x="741" y="428"/>
                </a:lnTo>
                <a:lnTo>
                  <a:pt x="741" y="429"/>
                </a:lnTo>
                <a:lnTo>
                  <a:pt x="742" y="429"/>
                </a:lnTo>
                <a:lnTo>
                  <a:pt x="742" y="430"/>
                </a:lnTo>
                <a:lnTo>
                  <a:pt x="743" y="430"/>
                </a:lnTo>
                <a:lnTo>
                  <a:pt x="744" y="430"/>
                </a:lnTo>
                <a:lnTo>
                  <a:pt x="745" y="430"/>
                </a:lnTo>
                <a:lnTo>
                  <a:pt x="746" y="430"/>
                </a:lnTo>
                <a:lnTo>
                  <a:pt x="746" y="431"/>
                </a:lnTo>
                <a:lnTo>
                  <a:pt x="747" y="431"/>
                </a:lnTo>
                <a:lnTo>
                  <a:pt x="746" y="431"/>
                </a:lnTo>
                <a:lnTo>
                  <a:pt x="746" y="432"/>
                </a:lnTo>
                <a:lnTo>
                  <a:pt x="746" y="433"/>
                </a:lnTo>
                <a:lnTo>
                  <a:pt x="746" y="434"/>
                </a:lnTo>
                <a:lnTo>
                  <a:pt x="748" y="434"/>
                </a:lnTo>
                <a:lnTo>
                  <a:pt x="749" y="434"/>
                </a:lnTo>
                <a:lnTo>
                  <a:pt x="750" y="434"/>
                </a:lnTo>
                <a:lnTo>
                  <a:pt x="750" y="435"/>
                </a:lnTo>
                <a:lnTo>
                  <a:pt x="750" y="436"/>
                </a:lnTo>
                <a:lnTo>
                  <a:pt x="751" y="437"/>
                </a:lnTo>
                <a:lnTo>
                  <a:pt x="753" y="437"/>
                </a:lnTo>
                <a:lnTo>
                  <a:pt x="754" y="437"/>
                </a:lnTo>
                <a:lnTo>
                  <a:pt x="754" y="438"/>
                </a:lnTo>
                <a:lnTo>
                  <a:pt x="755" y="439"/>
                </a:lnTo>
                <a:lnTo>
                  <a:pt x="756" y="438"/>
                </a:lnTo>
                <a:lnTo>
                  <a:pt x="757" y="439"/>
                </a:lnTo>
                <a:lnTo>
                  <a:pt x="757" y="440"/>
                </a:lnTo>
                <a:lnTo>
                  <a:pt x="756" y="441"/>
                </a:lnTo>
                <a:lnTo>
                  <a:pt x="755" y="441"/>
                </a:lnTo>
                <a:lnTo>
                  <a:pt x="754" y="443"/>
                </a:lnTo>
                <a:lnTo>
                  <a:pt x="754" y="444"/>
                </a:lnTo>
                <a:lnTo>
                  <a:pt x="755" y="445"/>
                </a:lnTo>
                <a:lnTo>
                  <a:pt x="755" y="446"/>
                </a:lnTo>
                <a:lnTo>
                  <a:pt x="754" y="446"/>
                </a:lnTo>
                <a:lnTo>
                  <a:pt x="754" y="447"/>
                </a:lnTo>
                <a:lnTo>
                  <a:pt x="753" y="447"/>
                </a:lnTo>
                <a:lnTo>
                  <a:pt x="754" y="447"/>
                </a:lnTo>
                <a:lnTo>
                  <a:pt x="754" y="448"/>
                </a:lnTo>
                <a:lnTo>
                  <a:pt x="753" y="448"/>
                </a:lnTo>
                <a:lnTo>
                  <a:pt x="753" y="449"/>
                </a:lnTo>
                <a:lnTo>
                  <a:pt x="752" y="448"/>
                </a:lnTo>
                <a:lnTo>
                  <a:pt x="752" y="449"/>
                </a:lnTo>
                <a:lnTo>
                  <a:pt x="753" y="449"/>
                </a:lnTo>
                <a:lnTo>
                  <a:pt x="753" y="450"/>
                </a:lnTo>
                <a:lnTo>
                  <a:pt x="753" y="451"/>
                </a:lnTo>
                <a:lnTo>
                  <a:pt x="753" y="452"/>
                </a:lnTo>
                <a:lnTo>
                  <a:pt x="754" y="452"/>
                </a:lnTo>
                <a:lnTo>
                  <a:pt x="755" y="452"/>
                </a:lnTo>
                <a:lnTo>
                  <a:pt x="755" y="453"/>
                </a:lnTo>
                <a:lnTo>
                  <a:pt x="755" y="454"/>
                </a:lnTo>
                <a:lnTo>
                  <a:pt x="755" y="455"/>
                </a:lnTo>
                <a:lnTo>
                  <a:pt x="754" y="456"/>
                </a:lnTo>
                <a:lnTo>
                  <a:pt x="753" y="457"/>
                </a:lnTo>
                <a:lnTo>
                  <a:pt x="752" y="457"/>
                </a:lnTo>
                <a:lnTo>
                  <a:pt x="751" y="457"/>
                </a:lnTo>
                <a:lnTo>
                  <a:pt x="751" y="456"/>
                </a:lnTo>
                <a:lnTo>
                  <a:pt x="750" y="456"/>
                </a:lnTo>
                <a:lnTo>
                  <a:pt x="749" y="456"/>
                </a:lnTo>
                <a:lnTo>
                  <a:pt x="749" y="457"/>
                </a:lnTo>
                <a:lnTo>
                  <a:pt x="747" y="457"/>
                </a:lnTo>
                <a:lnTo>
                  <a:pt x="747" y="458"/>
                </a:lnTo>
                <a:lnTo>
                  <a:pt x="746" y="458"/>
                </a:lnTo>
                <a:lnTo>
                  <a:pt x="745" y="458"/>
                </a:lnTo>
                <a:lnTo>
                  <a:pt x="745" y="457"/>
                </a:lnTo>
                <a:lnTo>
                  <a:pt x="744" y="457"/>
                </a:lnTo>
                <a:lnTo>
                  <a:pt x="744" y="458"/>
                </a:lnTo>
                <a:lnTo>
                  <a:pt x="744" y="459"/>
                </a:lnTo>
                <a:lnTo>
                  <a:pt x="743" y="460"/>
                </a:lnTo>
                <a:lnTo>
                  <a:pt x="742" y="460"/>
                </a:lnTo>
                <a:lnTo>
                  <a:pt x="742" y="459"/>
                </a:lnTo>
                <a:lnTo>
                  <a:pt x="741" y="460"/>
                </a:lnTo>
                <a:lnTo>
                  <a:pt x="742" y="460"/>
                </a:lnTo>
                <a:lnTo>
                  <a:pt x="742" y="461"/>
                </a:lnTo>
                <a:lnTo>
                  <a:pt x="741" y="461"/>
                </a:lnTo>
                <a:lnTo>
                  <a:pt x="741" y="462"/>
                </a:lnTo>
                <a:lnTo>
                  <a:pt x="741" y="463"/>
                </a:lnTo>
                <a:lnTo>
                  <a:pt x="742" y="463"/>
                </a:lnTo>
                <a:lnTo>
                  <a:pt x="741" y="464"/>
                </a:lnTo>
                <a:lnTo>
                  <a:pt x="741" y="465"/>
                </a:lnTo>
                <a:lnTo>
                  <a:pt x="740" y="465"/>
                </a:lnTo>
                <a:lnTo>
                  <a:pt x="740" y="466"/>
                </a:lnTo>
                <a:lnTo>
                  <a:pt x="741" y="466"/>
                </a:lnTo>
                <a:lnTo>
                  <a:pt x="741" y="467"/>
                </a:lnTo>
                <a:lnTo>
                  <a:pt x="740" y="467"/>
                </a:lnTo>
                <a:lnTo>
                  <a:pt x="740" y="468"/>
                </a:lnTo>
                <a:lnTo>
                  <a:pt x="740" y="469"/>
                </a:lnTo>
                <a:lnTo>
                  <a:pt x="739" y="469"/>
                </a:lnTo>
                <a:lnTo>
                  <a:pt x="739" y="468"/>
                </a:lnTo>
                <a:lnTo>
                  <a:pt x="738" y="468"/>
                </a:lnTo>
                <a:lnTo>
                  <a:pt x="738" y="469"/>
                </a:lnTo>
                <a:lnTo>
                  <a:pt x="738" y="470"/>
                </a:lnTo>
                <a:lnTo>
                  <a:pt x="737" y="471"/>
                </a:lnTo>
                <a:lnTo>
                  <a:pt x="737" y="472"/>
                </a:lnTo>
                <a:lnTo>
                  <a:pt x="738" y="472"/>
                </a:lnTo>
                <a:lnTo>
                  <a:pt x="737" y="472"/>
                </a:lnTo>
                <a:lnTo>
                  <a:pt x="736" y="472"/>
                </a:lnTo>
                <a:lnTo>
                  <a:pt x="736" y="471"/>
                </a:lnTo>
                <a:lnTo>
                  <a:pt x="735" y="471"/>
                </a:lnTo>
                <a:lnTo>
                  <a:pt x="734" y="471"/>
                </a:lnTo>
                <a:lnTo>
                  <a:pt x="734" y="470"/>
                </a:lnTo>
                <a:lnTo>
                  <a:pt x="733" y="470"/>
                </a:lnTo>
                <a:lnTo>
                  <a:pt x="732" y="470"/>
                </a:lnTo>
                <a:lnTo>
                  <a:pt x="732" y="471"/>
                </a:lnTo>
                <a:lnTo>
                  <a:pt x="731" y="471"/>
                </a:lnTo>
                <a:lnTo>
                  <a:pt x="731" y="472"/>
                </a:lnTo>
                <a:lnTo>
                  <a:pt x="732" y="473"/>
                </a:lnTo>
                <a:lnTo>
                  <a:pt x="732" y="474"/>
                </a:lnTo>
                <a:lnTo>
                  <a:pt x="731" y="475"/>
                </a:lnTo>
                <a:lnTo>
                  <a:pt x="730" y="474"/>
                </a:lnTo>
                <a:lnTo>
                  <a:pt x="729" y="474"/>
                </a:lnTo>
                <a:lnTo>
                  <a:pt x="728" y="474"/>
                </a:lnTo>
                <a:lnTo>
                  <a:pt x="727" y="473"/>
                </a:lnTo>
                <a:lnTo>
                  <a:pt x="726" y="473"/>
                </a:lnTo>
                <a:lnTo>
                  <a:pt x="726" y="474"/>
                </a:lnTo>
                <a:lnTo>
                  <a:pt x="725" y="475"/>
                </a:lnTo>
                <a:lnTo>
                  <a:pt x="724" y="475"/>
                </a:lnTo>
                <a:lnTo>
                  <a:pt x="724" y="474"/>
                </a:lnTo>
                <a:lnTo>
                  <a:pt x="724" y="475"/>
                </a:lnTo>
                <a:lnTo>
                  <a:pt x="723" y="475"/>
                </a:lnTo>
                <a:lnTo>
                  <a:pt x="724" y="475"/>
                </a:lnTo>
                <a:lnTo>
                  <a:pt x="724" y="476"/>
                </a:lnTo>
                <a:lnTo>
                  <a:pt x="724" y="477"/>
                </a:lnTo>
                <a:lnTo>
                  <a:pt x="723" y="477"/>
                </a:lnTo>
                <a:lnTo>
                  <a:pt x="723" y="478"/>
                </a:lnTo>
                <a:lnTo>
                  <a:pt x="723" y="479"/>
                </a:lnTo>
                <a:lnTo>
                  <a:pt x="723" y="480"/>
                </a:lnTo>
                <a:lnTo>
                  <a:pt x="722" y="480"/>
                </a:lnTo>
                <a:lnTo>
                  <a:pt x="722" y="479"/>
                </a:lnTo>
                <a:lnTo>
                  <a:pt x="721" y="479"/>
                </a:lnTo>
                <a:lnTo>
                  <a:pt x="720" y="480"/>
                </a:lnTo>
                <a:lnTo>
                  <a:pt x="720" y="481"/>
                </a:lnTo>
                <a:lnTo>
                  <a:pt x="720" y="482"/>
                </a:lnTo>
                <a:lnTo>
                  <a:pt x="719" y="482"/>
                </a:lnTo>
                <a:lnTo>
                  <a:pt x="718" y="483"/>
                </a:lnTo>
                <a:lnTo>
                  <a:pt x="718" y="482"/>
                </a:lnTo>
                <a:lnTo>
                  <a:pt x="719" y="482"/>
                </a:lnTo>
                <a:lnTo>
                  <a:pt x="718" y="481"/>
                </a:lnTo>
                <a:lnTo>
                  <a:pt x="717" y="482"/>
                </a:lnTo>
                <a:lnTo>
                  <a:pt x="717" y="483"/>
                </a:lnTo>
                <a:lnTo>
                  <a:pt x="717" y="484"/>
                </a:lnTo>
                <a:lnTo>
                  <a:pt x="718" y="484"/>
                </a:lnTo>
                <a:lnTo>
                  <a:pt x="717" y="485"/>
                </a:lnTo>
                <a:lnTo>
                  <a:pt x="717" y="484"/>
                </a:lnTo>
                <a:lnTo>
                  <a:pt x="716" y="485"/>
                </a:lnTo>
                <a:lnTo>
                  <a:pt x="716" y="486"/>
                </a:lnTo>
                <a:lnTo>
                  <a:pt x="715" y="486"/>
                </a:lnTo>
                <a:lnTo>
                  <a:pt x="715" y="487"/>
                </a:lnTo>
                <a:lnTo>
                  <a:pt x="715" y="488"/>
                </a:lnTo>
                <a:lnTo>
                  <a:pt x="715" y="489"/>
                </a:lnTo>
                <a:lnTo>
                  <a:pt x="716" y="489"/>
                </a:lnTo>
                <a:lnTo>
                  <a:pt x="716" y="490"/>
                </a:lnTo>
                <a:lnTo>
                  <a:pt x="717" y="490"/>
                </a:lnTo>
                <a:lnTo>
                  <a:pt x="717" y="491"/>
                </a:lnTo>
                <a:lnTo>
                  <a:pt x="718" y="491"/>
                </a:lnTo>
                <a:lnTo>
                  <a:pt x="718" y="492"/>
                </a:lnTo>
                <a:lnTo>
                  <a:pt x="718" y="493"/>
                </a:lnTo>
                <a:lnTo>
                  <a:pt x="718" y="494"/>
                </a:lnTo>
                <a:lnTo>
                  <a:pt x="718" y="495"/>
                </a:lnTo>
                <a:lnTo>
                  <a:pt x="719" y="495"/>
                </a:lnTo>
                <a:lnTo>
                  <a:pt x="719" y="496"/>
                </a:lnTo>
                <a:lnTo>
                  <a:pt x="719" y="497"/>
                </a:lnTo>
                <a:lnTo>
                  <a:pt x="718" y="497"/>
                </a:lnTo>
                <a:lnTo>
                  <a:pt x="718" y="498"/>
                </a:lnTo>
                <a:lnTo>
                  <a:pt x="719" y="498"/>
                </a:lnTo>
                <a:lnTo>
                  <a:pt x="719" y="499"/>
                </a:lnTo>
                <a:lnTo>
                  <a:pt x="720" y="498"/>
                </a:lnTo>
                <a:lnTo>
                  <a:pt x="720" y="497"/>
                </a:lnTo>
                <a:lnTo>
                  <a:pt x="721" y="498"/>
                </a:lnTo>
                <a:lnTo>
                  <a:pt x="721" y="497"/>
                </a:lnTo>
                <a:lnTo>
                  <a:pt x="722" y="497"/>
                </a:lnTo>
                <a:lnTo>
                  <a:pt x="722" y="496"/>
                </a:lnTo>
                <a:lnTo>
                  <a:pt x="723" y="497"/>
                </a:lnTo>
                <a:lnTo>
                  <a:pt x="724" y="497"/>
                </a:lnTo>
                <a:lnTo>
                  <a:pt x="724" y="498"/>
                </a:lnTo>
                <a:lnTo>
                  <a:pt x="725" y="498"/>
                </a:lnTo>
                <a:lnTo>
                  <a:pt x="725" y="499"/>
                </a:lnTo>
                <a:lnTo>
                  <a:pt x="723" y="500"/>
                </a:lnTo>
                <a:lnTo>
                  <a:pt x="722" y="500"/>
                </a:lnTo>
                <a:lnTo>
                  <a:pt x="722" y="501"/>
                </a:lnTo>
                <a:lnTo>
                  <a:pt x="723" y="500"/>
                </a:lnTo>
                <a:lnTo>
                  <a:pt x="724" y="500"/>
                </a:lnTo>
                <a:lnTo>
                  <a:pt x="725" y="500"/>
                </a:lnTo>
                <a:lnTo>
                  <a:pt x="726" y="500"/>
                </a:lnTo>
                <a:lnTo>
                  <a:pt x="727" y="500"/>
                </a:lnTo>
                <a:lnTo>
                  <a:pt x="727" y="501"/>
                </a:lnTo>
                <a:lnTo>
                  <a:pt x="728" y="501"/>
                </a:lnTo>
                <a:lnTo>
                  <a:pt x="728" y="502"/>
                </a:lnTo>
                <a:lnTo>
                  <a:pt x="729" y="503"/>
                </a:lnTo>
                <a:lnTo>
                  <a:pt x="729" y="504"/>
                </a:lnTo>
                <a:lnTo>
                  <a:pt x="728" y="504"/>
                </a:lnTo>
                <a:lnTo>
                  <a:pt x="728" y="505"/>
                </a:lnTo>
                <a:lnTo>
                  <a:pt x="728" y="506"/>
                </a:lnTo>
                <a:lnTo>
                  <a:pt x="729" y="506"/>
                </a:lnTo>
                <a:lnTo>
                  <a:pt x="728" y="506"/>
                </a:lnTo>
                <a:lnTo>
                  <a:pt x="728" y="507"/>
                </a:lnTo>
                <a:lnTo>
                  <a:pt x="727" y="507"/>
                </a:lnTo>
                <a:lnTo>
                  <a:pt x="726" y="508"/>
                </a:lnTo>
                <a:lnTo>
                  <a:pt x="727" y="508"/>
                </a:lnTo>
                <a:lnTo>
                  <a:pt x="727" y="509"/>
                </a:lnTo>
                <a:lnTo>
                  <a:pt x="727" y="510"/>
                </a:lnTo>
                <a:lnTo>
                  <a:pt x="727" y="511"/>
                </a:lnTo>
                <a:lnTo>
                  <a:pt x="727" y="512"/>
                </a:lnTo>
                <a:lnTo>
                  <a:pt x="727" y="511"/>
                </a:lnTo>
                <a:lnTo>
                  <a:pt x="728" y="511"/>
                </a:lnTo>
                <a:lnTo>
                  <a:pt x="729" y="511"/>
                </a:lnTo>
                <a:lnTo>
                  <a:pt x="730" y="510"/>
                </a:lnTo>
                <a:lnTo>
                  <a:pt x="731" y="510"/>
                </a:lnTo>
                <a:lnTo>
                  <a:pt x="731" y="511"/>
                </a:lnTo>
                <a:lnTo>
                  <a:pt x="730" y="514"/>
                </a:lnTo>
                <a:lnTo>
                  <a:pt x="731" y="514"/>
                </a:lnTo>
                <a:lnTo>
                  <a:pt x="732" y="514"/>
                </a:lnTo>
                <a:lnTo>
                  <a:pt x="732" y="515"/>
                </a:lnTo>
                <a:lnTo>
                  <a:pt x="733" y="515"/>
                </a:lnTo>
                <a:lnTo>
                  <a:pt x="734" y="514"/>
                </a:lnTo>
                <a:lnTo>
                  <a:pt x="735" y="514"/>
                </a:lnTo>
                <a:lnTo>
                  <a:pt x="735" y="515"/>
                </a:lnTo>
                <a:lnTo>
                  <a:pt x="735" y="516"/>
                </a:lnTo>
                <a:lnTo>
                  <a:pt x="736" y="516"/>
                </a:lnTo>
                <a:lnTo>
                  <a:pt x="737" y="516"/>
                </a:lnTo>
                <a:lnTo>
                  <a:pt x="737" y="515"/>
                </a:lnTo>
                <a:lnTo>
                  <a:pt x="739" y="515"/>
                </a:lnTo>
                <a:lnTo>
                  <a:pt x="740" y="515"/>
                </a:lnTo>
                <a:lnTo>
                  <a:pt x="741" y="516"/>
                </a:lnTo>
                <a:lnTo>
                  <a:pt x="743" y="516"/>
                </a:lnTo>
                <a:lnTo>
                  <a:pt x="743" y="515"/>
                </a:lnTo>
                <a:lnTo>
                  <a:pt x="744" y="515"/>
                </a:lnTo>
                <a:lnTo>
                  <a:pt x="744" y="516"/>
                </a:lnTo>
                <a:lnTo>
                  <a:pt x="744" y="517"/>
                </a:lnTo>
                <a:lnTo>
                  <a:pt x="745" y="516"/>
                </a:lnTo>
                <a:lnTo>
                  <a:pt x="744" y="516"/>
                </a:lnTo>
                <a:lnTo>
                  <a:pt x="745" y="516"/>
                </a:lnTo>
                <a:lnTo>
                  <a:pt x="746" y="515"/>
                </a:lnTo>
                <a:lnTo>
                  <a:pt x="745" y="515"/>
                </a:lnTo>
                <a:lnTo>
                  <a:pt x="746" y="515"/>
                </a:lnTo>
                <a:lnTo>
                  <a:pt x="747" y="515"/>
                </a:lnTo>
                <a:lnTo>
                  <a:pt x="747" y="516"/>
                </a:lnTo>
                <a:lnTo>
                  <a:pt x="746" y="517"/>
                </a:lnTo>
                <a:lnTo>
                  <a:pt x="747" y="517"/>
                </a:lnTo>
                <a:lnTo>
                  <a:pt x="748" y="518"/>
                </a:lnTo>
                <a:lnTo>
                  <a:pt x="749" y="518"/>
                </a:lnTo>
                <a:lnTo>
                  <a:pt x="749" y="517"/>
                </a:lnTo>
                <a:lnTo>
                  <a:pt x="750" y="517"/>
                </a:lnTo>
                <a:lnTo>
                  <a:pt x="750" y="516"/>
                </a:lnTo>
                <a:lnTo>
                  <a:pt x="749" y="516"/>
                </a:lnTo>
                <a:lnTo>
                  <a:pt x="748" y="516"/>
                </a:lnTo>
                <a:lnTo>
                  <a:pt x="749" y="515"/>
                </a:lnTo>
                <a:lnTo>
                  <a:pt x="750" y="515"/>
                </a:lnTo>
                <a:lnTo>
                  <a:pt x="750" y="514"/>
                </a:lnTo>
                <a:lnTo>
                  <a:pt x="751" y="513"/>
                </a:lnTo>
                <a:lnTo>
                  <a:pt x="752" y="513"/>
                </a:lnTo>
                <a:lnTo>
                  <a:pt x="753" y="513"/>
                </a:lnTo>
                <a:lnTo>
                  <a:pt x="753" y="514"/>
                </a:lnTo>
                <a:lnTo>
                  <a:pt x="752" y="514"/>
                </a:lnTo>
                <a:lnTo>
                  <a:pt x="751" y="514"/>
                </a:lnTo>
                <a:lnTo>
                  <a:pt x="751" y="515"/>
                </a:lnTo>
                <a:lnTo>
                  <a:pt x="751" y="516"/>
                </a:lnTo>
                <a:lnTo>
                  <a:pt x="752" y="516"/>
                </a:lnTo>
                <a:lnTo>
                  <a:pt x="752" y="517"/>
                </a:lnTo>
                <a:lnTo>
                  <a:pt x="752" y="518"/>
                </a:lnTo>
                <a:lnTo>
                  <a:pt x="753" y="519"/>
                </a:lnTo>
                <a:lnTo>
                  <a:pt x="753" y="520"/>
                </a:lnTo>
                <a:lnTo>
                  <a:pt x="752" y="520"/>
                </a:lnTo>
                <a:lnTo>
                  <a:pt x="752" y="521"/>
                </a:lnTo>
                <a:lnTo>
                  <a:pt x="753" y="521"/>
                </a:lnTo>
                <a:lnTo>
                  <a:pt x="753" y="522"/>
                </a:lnTo>
                <a:lnTo>
                  <a:pt x="753" y="523"/>
                </a:lnTo>
                <a:lnTo>
                  <a:pt x="754" y="523"/>
                </a:lnTo>
                <a:lnTo>
                  <a:pt x="754" y="524"/>
                </a:lnTo>
                <a:lnTo>
                  <a:pt x="753" y="524"/>
                </a:lnTo>
                <a:lnTo>
                  <a:pt x="753" y="525"/>
                </a:lnTo>
                <a:lnTo>
                  <a:pt x="753" y="526"/>
                </a:lnTo>
                <a:lnTo>
                  <a:pt x="754" y="526"/>
                </a:lnTo>
                <a:lnTo>
                  <a:pt x="754" y="527"/>
                </a:lnTo>
                <a:lnTo>
                  <a:pt x="754" y="528"/>
                </a:lnTo>
                <a:lnTo>
                  <a:pt x="755" y="528"/>
                </a:lnTo>
                <a:lnTo>
                  <a:pt x="755" y="529"/>
                </a:lnTo>
                <a:lnTo>
                  <a:pt x="754" y="529"/>
                </a:lnTo>
                <a:lnTo>
                  <a:pt x="754" y="530"/>
                </a:lnTo>
                <a:lnTo>
                  <a:pt x="755" y="530"/>
                </a:lnTo>
                <a:lnTo>
                  <a:pt x="756" y="530"/>
                </a:lnTo>
                <a:lnTo>
                  <a:pt x="756" y="529"/>
                </a:lnTo>
                <a:lnTo>
                  <a:pt x="757" y="530"/>
                </a:lnTo>
                <a:lnTo>
                  <a:pt x="756" y="530"/>
                </a:lnTo>
                <a:lnTo>
                  <a:pt x="755" y="531"/>
                </a:lnTo>
                <a:lnTo>
                  <a:pt x="755" y="532"/>
                </a:lnTo>
                <a:lnTo>
                  <a:pt x="754" y="533"/>
                </a:lnTo>
                <a:lnTo>
                  <a:pt x="755" y="534"/>
                </a:lnTo>
                <a:lnTo>
                  <a:pt x="756" y="534"/>
                </a:lnTo>
                <a:lnTo>
                  <a:pt x="756" y="535"/>
                </a:lnTo>
                <a:lnTo>
                  <a:pt x="756" y="536"/>
                </a:lnTo>
                <a:lnTo>
                  <a:pt x="757" y="536"/>
                </a:lnTo>
                <a:lnTo>
                  <a:pt x="757" y="537"/>
                </a:lnTo>
                <a:lnTo>
                  <a:pt x="757" y="538"/>
                </a:lnTo>
                <a:lnTo>
                  <a:pt x="756" y="538"/>
                </a:lnTo>
                <a:lnTo>
                  <a:pt x="756" y="539"/>
                </a:lnTo>
                <a:lnTo>
                  <a:pt x="756" y="540"/>
                </a:lnTo>
                <a:lnTo>
                  <a:pt x="757" y="540"/>
                </a:lnTo>
                <a:lnTo>
                  <a:pt x="757" y="541"/>
                </a:lnTo>
                <a:lnTo>
                  <a:pt x="757" y="542"/>
                </a:lnTo>
                <a:lnTo>
                  <a:pt x="758" y="542"/>
                </a:lnTo>
                <a:lnTo>
                  <a:pt x="758" y="543"/>
                </a:lnTo>
                <a:lnTo>
                  <a:pt x="757" y="543"/>
                </a:lnTo>
                <a:lnTo>
                  <a:pt x="757" y="544"/>
                </a:lnTo>
                <a:lnTo>
                  <a:pt x="758" y="545"/>
                </a:lnTo>
                <a:lnTo>
                  <a:pt x="759" y="545"/>
                </a:lnTo>
                <a:lnTo>
                  <a:pt x="760" y="545"/>
                </a:lnTo>
                <a:lnTo>
                  <a:pt x="760" y="546"/>
                </a:lnTo>
                <a:lnTo>
                  <a:pt x="760" y="547"/>
                </a:lnTo>
                <a:lnTo>
                  <a:pt x="761" y="547"/>
                </a:lnTo>
                <a:lnTo>
                  <a:pt x="761" y="548"/>
                </a:lnTo>
                <a:lnTo>
                  <a:pt x="762" y="548"/>
                </a:lnTo>
                <a:lnTo>
                  <a:pt x="761" y="549"/>
                </a:lnTo>
                <a:lnTo>
                  <a:pt x="761" y="548"/>
                </a:lnTo>
                <a:lnTo>
                  <a:pt x="760" y="549"/>
                </a:lnTo>
                <a:lnTo>
                  <a:pt x="760" y="550"/>
                </a:lnTo>
                <a:lnTo>
                  <a:pt x="761" y="550"/>
                </a:lnTo>
                <a:lnTo>
                  <a:pt x="762" y="549"/>
                </a:lnTo>
                <a:lnTo>
                  <a:pt x="763" y="549"/>
                </a:lnTo>
                <a:lnTo>
                  <a:pt x="764" y="549"/>
                </a:lnTo>
                <a:lnTo>
                  <a:pt x="764" y="550"/>
                </a:lnTo>
                <a:lnTo>
                  <a:pt x="765" y="550"/>
                </a:lnTo>
                <a:lnTo>
                  <a:pt x="766" y="551"/>
                </a:lnTo>
                <a:lnTo>
                  <a:pt x="767" y="550"/>
                </a:lnTo>
                <a:lnTo>
                  <a:pt x="768" y="550"/>
                </a:lnTo>
                <a:lnTo>
                  <a:pt x="769" y="550"/>
                </a:lnTo>
                <a:lnTo>
                  <a:pt x="769" y="551"/>
                </a:lnTo>
                <a:lnTo>
                  <a:pt x="769" y="552"/>
                </a:lnTo>
                <a:lnTo>
                  <a:pt x="769" y="553"/>
                </a:lnTo>
                <a:lnTo>
                  <a:pt x="770" y="553"/>
                </a:lnTo>
                <a:lnTo>
                  <a:pt x="770" y="554"/>
                </a:lnTo>
                <a:lnTo>
                  <a:pt x="771" y="554"/>
                </a:lnTo>
                <a:lnTo>
                  <a:pt x="771" y="553"/>
                </a:lnTo>
                <a:lnTo>
                  <a:pt x="771" y="552"/>
                </a:lnTo>
                <a:lnTo>
                  <a:pt x="772" y="550"/>
                </a:lnTo>
                <a:lnTo>
                  <a:pt x="773" y="550"/>
                </a:lnTo>
                <a:lnTo>
                  <a:pt x="774" y="550"/>
                </a:lnTo>
                <a:lnTo>
                  <a:pt x="775" y="549"/>
                </a:lnTo>
                <a:lnTo>
                  <a:pt x="775" y="548"/>
                </a:lnTo>
                <a:lnTo>
                  <a:pt x="776" y="548"/>
                </a:lnTo>
                <a:lnTo>
                  <a:pt x="776" y="547"/>
                </a:lnTo>
                <a:lnTo>
                  <a:pt x="777" y="547"/>
                </a:lnTo>
                <a:lnTo>
                  <a:pt x="778" y="547"/>
                </a:lnTo>
                <a:lnTo>
                  <a:pt x="777" y="546"/>
                </a:lnTo>
                <a:lnTo>
                  <a:pt x="776" y="546"/>
                </a:lnTo>
                <a:lnTo>
                  <a:pt x="777" y="546"/>
                </a:lnTo>
                <a:lnTo>
                  <a:pt x="777" y="545"/>
                </a:lnTo>
                <a:lnTo>
                  <a:pt x="778" y="545"/>
                </a:lnTo>
                <a:lnTo>
                  <a:pt x="779" y="546"/>
                </a:lnTo>
                <a:lnTo>
                  <a:pt x="779" y="547"/>
                </a:lnTo>
                <a:lnTo>
                  <a:pt x="780" y="547"/>
                </a:lnTo>
                <a:lnTo>
                  <a:pt x="780" y="548"/>
                </a:lnTo>
                <a:lnTo>
                  <a:pt x="781" y="548"/>
                </a:lnTo>
                <a:lnTo>
                  <a:pt x="781" y="549"/>
                </a:lnTo>
                <a:lnTo>
                  <a:pt x="781" y="548"/>
                </a:lnTo>
                <a:lnTo>
                  <a:pt x="782" y="548"/>
                </a:lnTo>
                <a:lnTo>
                  <a:pt x="783" y="548"/>
                </a:lnTo>
                <a:lnTo>
                  <a:pt x="783" y="549"/>
                </a:lnTo>
                <a:lnTo>
                  <a:pt x="783" y="550"/>
                </a:lnTo>
                <a:lnTo>
                  <a:pt x="782" y="550"/>
                </a:lnTo>
                <a:lnTo>
                  <a:pt x="783" y="550"/>
                </a:lnTo>
                <a:lnTo>
                  <a:pt x="783" y="551"/>
                </a:lnTo>
                <a:lnTo>
                  <a:pt x="782" y="552"/>
                </a:lnTo>
                <a:lnTo>
                  <a:pt x="782" y="553"/>
                </a:lnTo>
                <a:lnTo>
                  <a:pt x="783" y="553"/>
                </a:lnTo>
                <a:lnTo>
                  <a:pt x="784" y="553"/>
                </a:lnTo>
                <a:lnTo>
                  <a:pt x="784" y="552"/>
                </a:lnTo>
                <a:lnTo>
                  <a:pt x="785" y="552"/>
                </a:lnTo>
                <a:lnTo>
                  <a:pt x="786" y="552"/>
                </a:lnTo>
                <a:lnTo>
                  <a:pt x="787" y="553"/>
                </a:lnTo>
                <a:lnTo>
                  <a:pt x="787" y="554"/>
                </a:lnTo>
                <a:lnTo>
                  <a:pt x="788" y="554"/>
                </a:lnTo>
                <a:lnTo>
                  <a:pt x="789" y="554"/>
                </a:lnTo>
                <a:lnTo>
                  <a:pt x="789" y="553"/>
                </a:lnTo>
                <a:lnTo>
                  <a:pt x="790" y="553"/>
                </a:lnTo>
                <a:lnTo>
                  <a:pt x="792" y="553"/>
                </a:lnTo>
                <a:lnTo>
                  <a:pt x="793" y="553"/>
                </a:lnTo>
                <a:lnTo>
                  <a:pt x="795" y="553"/>
                </a:lnTo>
                <a:lnTo>
                  <a:pt x="795" y="552"/>
                </a:lnTo>
                <a:lnTo>
                  <a:pt x="796" y="552"/>
                </a:lnTo>
                <a:lnTo>
                  <a:pt x="796" y="551"/>
                </a:lnTo>
                <a:lnTo>
                  <a:pt x="796" y="552"/>
                </a:lnTo>
                <a:lnTo>
                  <a:pt x="797" y="552"/>
                </a:lnTo>
                <a:lnTo>
                  <a:pt x="797" y="553"/>
                </a:lnTo>
                <a:lnTo>
                  <a:pt x="798" y="553"/>
                </a:lnTo>
                <a:lnTo>
                  <a:pt x="799" y="554"/>
                </a:lnTo>
                <a:lnTo>
                  <a:pt x="799" y="555"/>
                </a:lnTo>
                <a:lnTo>
                  <a:pt x="800" y="555"/>
                </a:lnTo>
                <a:lnTo>
                  <a:pt x="801" y="555"/>
                </a:lnTo>
                <a:lnTo>
                  <a:pt x="801" y="556"/>
                </a:lnTo>
                <a:lnTo>
                  <a:pt x="802" y="557"/>
                </a:lnTo>
                <a:lnTo>
                  <a:pt x="803" y="557"/>
                </a:lnTo>
                <a:lnTo>
                  <a:pt x="803" y="558"/>
                </a:lnTo>
                <a:lnTo>
                  <a:pt x="803" y="559"/>
                </a:lnTo>
                <a:lnTo>
                  <a:pt x="804" y="559"/>
                </a:lnTo>
                <a:lnTo>
                  <a:pt x="803" y="560"/>
                </a:lnTo>
                <a:lnTo>
                  <a:pt x="803" y="561"/>
                </a:lnTo>
                <a:lnTo>
                  <a:pt x="803" y="562"/>
                </a:lnTo>
                <a:lnTo>
                  <a:pt x="802" y="563"/>
                </a:lnTo>
                <a:lnTo>
                  <a:pt x="802" y="564"/>
                </a:lnTo>
                <a:lnTo>
                  <a:pt x="802" y="565"/>
                </a:lnTo>
                <a:lnTo>
                  <a:pt x="803" y="566"/>
                </a:lnTo>
                <a:lnTo>
                  <a:pt x="803" y="565"/>
                </a:lnTo>
                <a:lnTo>
                  <a:pt x="804" y="565"/>
                </a:lnTo>
                <a:lnTo>
                  <a:pt x="804" y="566"/>
                </a:lnTo>
                <a:lnTo>
                  <a:pt x="805" y="567"/>
                </a:lnTo>
                <a:lnTo>
                  <a:pt x="804" y="568"/>
                </a:lnTo>
                <a:lnTo>
                  <a:pt x="804" y="569"/>
                </a:lnTo>
                <a:lnTo>
                  <a:pt x="805" y="570"/>
                </a:lnTo>
                <a:lnTo>
                  <a:pt x="805" y="571"/>
                </a:lnTo>
                <a:lnTo>
                  <a:pt x="806" y="571"/>
                </a:lnTo>
                <a:lnTo>
                  <a:pt x="806" y="572"/>
                </a:lnTo>
                <a:lnTo>
                  <a:pt x="806" y="573"/>
                </a:lnTo>
                <a:lnTo>
                  <a:pt x="807" y="573"/>
                </a:lnTo>
                <a:lnTo>
                  <a:pt x="807" y="575"/>
                </a:lnTo>
                <a:lnTo>
                  <a:pt x="808" y="577"/>
                </a:lnTo>
                <a:lnTo>
                  <a:pt x="809" y="578"/>
                </a:lnTo>
                <a:lnTo>
                  <a:pt x="808" y="578"/>
                </a:lnTo>
                <a:lnTo>
                  <a:pt x="808" y="579"/>
                </a:lnTo>
                <a:lnTo>
                  <a:pt x="807" y="579"/>
                </a:lnTo>
                <a:lnTo>
                  <a:pt x="808" y="580"/>
                </a:lnTo>
                <a:lnTo>
                  <a:pt x="809" y="581"/>
                </a:lnTo>
                <a:lnTo>
                  <a:pt x="809" y="580"/>
                </a:lnTo>
                <a:lnTo>
                  <a:pt x="810" y="581"/>
                </a:lnTo>
                <a:lnTo>
                  <a:pt x="809" y="582"/>
                </a:lnTo>
                <a:lnTo>
                  <a:pt x="809" y="583"/>
                </a:lnTo>
                <a:lnTo>
                  <a:pt x="810" y="584"/>
                </a:lnTo>
                <a:lnTo>
                  <a:pt x="811" y="585"/>
                </a:lnTo>
                <a:lnTo>
                  <a:pt x="811" y="586"/>
                </a:lnTo>
                <a:lnTo>
                  <a:pt x="811" y="588"/>
                </a:lnTo>
                <a:lnTo>
                  <a:pt x="810" y="589"/>
                </a:lnTo>
                <a:lnTo>
                  <a:pt x="810" y="590"/>
                </a:lnTo>
                <a:lnTo>
                  <a:pt x="811" y="591"/>
                </a:lnTo>
                <a:lnTo>
                  <a:pt x="811" y="590"/>
                </a:lnTo>
                <a:lnTo>
                  <a:pt x="812" y="590"/>
                </a:lnTo>
                <a:lnTo>
                  <a:pt x="812" y="591"/>
                </a:lnTo>
                <a:lnTo>
                  <a:pt x="813" y="591"/>
                </a:lnTo>
                <a:lnTo>
                  <a:pt x="813" y="592"/>
                </a:lnTo>
                <a:lnTo>
                  <a:pt x="814" y="592"/>
                </a:lnTo>
                <a:lnTo>
                  <a:pt x="814" y="593"/>
                </a:lnTo>
                <a:lnTo>
                  <a:pt x="814" y="594"/>
                </a:lnTo>
                <a:lnTo>
                  <a:pt x="814" y="595"/>
                </a:lnTo>
                <a:lnTo>
                  <a:pt x="814" y="596"/>
                </a:lnTo>
                <a:lnTo>
                  <a:pt x="814" y="597"/>
                </a:lnTo>
                <a:lnTo>
                  <a:pt x="813" y="597"/>
                </a:lnTo>
                <a:lnTo>
                  <a:pt x="812" y="597"/>
                </a:lnTo>
                <a:lnTo>
                  <a:pt x="811" y="597"/>
                </a:lnTo>
                <a:lnTo>
                  <a:pt x="810" y="597"/>
                </a:lnTo>
                <a:lnTo>
                  <a:pt x="809" y="596"/>
                </a:lnTo>
                <a:lnTo>
                  <a:pt x="808" y="595"/>
                </a:lnTo>
                <a:lnTo>
                  <a:pt x="808" y="594"/>
                </a:lnTo>
                <a:lnTo>
                  <a:pt x="807" y="594"/>
                </a:lnTo>
                <a:lnTo>
                  <a:pt x="807" y="593"/>
                </a:lnTo>
                <a:lnTo>
                  <a:pt x="807" y="592"/>
                </a:lnTo>
                <a:lnTo>
                  <a:pt x="806" y="591"/>
                </a:lnTo>
                <a:lnTo>
                  <a:pt x="805" y="591"/>
                </a:lnTo>
                <a:lnTo>
                  <a:pt x="804" y="591"/>
                </a:lnTo>
                <a:lnTo>
                  <a:pt x="803" y="590"/>
                </a:lnTo>
                <a:lnTo>
                  <a:pt x="802" y="590"/>
                </a:lnTo>
                <a:lnTo>
                  <a:pt x="802" y="589"/>
                </a:lnTo>
                <a:lnTo>
                  <a:pt x="801" y="588"/>
                </a:lnTo>
                <a:lnTo>
                  <a:pt x="800" y="588"/>
                </a:lnTo>
                <a:lnTo>
                  <a:pt x="800" y="587"/>
                </a:lnTo>
                <a:lnTo>
                  <a:pt x="799" y="587"/>
                </a:lnTo>
                <a:lnTo>
                  <a:pt x="798" y="587"/>
                </a:lnTo>
                <a:lnTo>
                  <a:pt x="797" y="587"/>
                </a:lnTo>
                <a:lnTo>
                  <a:pt x="797" y="586"/>
                </a:lnTo>
                <a:lnTo>
                  <a:pt x="797" y="584"/>
                </a:lnTo>
                <a:lnTo>
                  <a:pt x="796" y="584"/>
                </a:lnTo>
                <a:lnTo>
                  <a:pt x="796" y="583"/>
                </a:lnTo>
                <a:lnTo>
                  <a:pt x="795" y="583"/>
                </a:lnTo>
                <a:lnTo>
                  <a:pt x="795" y="582"/>
                </a:lnTo>
                <a:lnTo>
                  <a:pt x="795" y="581"/>
                </a:lnTo>
                <a:lnTo>
                  <a:pt x="794" y="580"/>
                </a:lnTo>
                <a:lnTo>
                  <a:pt x="793" y="580"/>
                </a:lnTo>
                <a:lnTo>
                  <a:pt x="792" y="580"/>
                </a:lnTo>
                <a:lnTo>
                  <a:pt x="790" y="580"/>
                </a:lnTo>
                <a:lnTo>
                  <a:pt x="790" y="581"/>
                </a:lnTo>
                <a:lnTo>
                  <a:pt x="789" y="581"/>
                </a:lnTo>
                <a:lnTo>
                  <a:pt x="788" y="580"/>
                </a:lnTo>
                <a:lnTo>
                  <a:pt x="788" y="579"/>
                </a:lnTo>
                <a:lnTo>
                  <a:pt x="787" y="579"/>
                </a:lnTo>
                <a:lnTo>
                  <a:pt x="787" y="578"/>
                </a:lnTo>
                <a:lnTo>
                  <a:pt x="787" y="577"/>
                </a:lnTo>
                <a:lnTo>
                  <a:pt x="787" y="576"/>
                </a:lnTo>
                <a:lnTo>
                  <a:pt x="786" y="575"/>
                </a:lnTo>
                <a:lnTo>
                  <a:pt x="785" y="575"/>
                </a:lnTo>
                <a:lnTo>
                  <a:pt x="785" y="576"/>
                </a:lnTo>
                <a:lnTo>
                  <a:pt x="784" y="575"/>
                </a:lnTo>
                <a:lnTo>
                  <a:pt x="783" y="575"/>
                </a:lnTo>
                <a:lnTo>
                  <a:pt x="782" y="575"/>
                </a:lnTo>
                <a:lnTo>
                  <a:pt x="782" y="574"/>
                </a:lnTo>
                <a:lnTo>
                  <a:pt x="782" y="573"/>
                </a:lnTo>
                <a:lnTo>
                  <a:pt x="781" y="573"/>
                </a:lnTo>
                <a:lnTo>
                  <a:pt x="782" y="573"/>
                </a:lnTo>
                <a:lnTo>
                  <a:pt x="781" y="573"/>
                </a:lnTo>
                <a:lnTo>
                  <a:pt x="781" y="572"/>
                </a:lnTo>
                <a:lnTo>
                  <a:pt x="781" y="571"/>
                </a:lnTo>
                <a:lnTo>
                  <a:pt x="780" y="571"/>
                </a:lnTo>
                <a:lnTo>
                  <a:pt x="780" y="570"/>
                </a:lnTo>
                <a:lnTo>
                  <a:pt x="779" y="569"/>
                </a:lnTo>
                <a:lnTo>
                  <a:pt x="779" y="570"/>
                </a:lnTo>
                <a:lnTo>
                  <a:pt x="778" y="570"/>
                </a:lnTo>
                <a:lnTo>
                  <a:pt x="777" y="569"/>
                </a:lnTo>
                <a:lnTo>
                  <a:pt x="777" y="568"/>
                </a:lnTo>
                <a:lnTo>
                  <a:pt x="776" y="568"/>
                </a:lnTo>
                <a:lnTo>
                  <a:pt x="776" y="570"/>
                </a:lnTo>
                <a:lnTo>
                  <a:pt x="775" y="571"/>
                </a:lnTo>
                <a:lnTo>
                  <a:pt x="775" y="572"/>
                </a:lnTo>
                <a:lnTo>
                  <a:pt x="775" y="573"/>
                </a:lnTo>
                <a:lnTo>
                  <a:pt x="774" y="573"/>
                </a:lnTo>
                <a:lnTo>
                  <a:pt x="773" y="573"/>
                </a:lnTo>
                <a:lnTo>
                  <a:pt x="773" y="574"/>
                </a:lnTo>
                <a:lnTo>
                  <a:pt x="773" y="575"/>
                </a:lnTo>
                <a:lnTo>
                  <a:pt x="773" y="576"/>
                </a:lnTo>
                <a:lnTo>
                  <a:pt x="772" y="576"/>
                </a:lnTo>
                <a:lnTo>
                  <a:pt x="771" y="577"/>
                </a:lnTo>
                <a:lnTo>
                  <a:pt x="770" y="577"/>
                </a:lnTo>
                <a:lnTo>
                  <a:pt x="769" y="577"/>
                </a:lnTo>
                <a:lnTo>
                  <a:pt x="769" y="578"/>
                </a:lnTo>
                <a:lnTo>
                  <a:pt x="769" y="579"/>
                </a:lnTo>
                <a:lnTo>
                  <a:pt x="769" y="580"/>
                </a:lnTo>
                <a:lnTo>
                  <a:pt x="769" y="582"/>
                </a:lnTo>
                <a:lnTo>
                  <a:pt x="770" y="582"/>
                </a:lnTo>
                <a:lnTo>
                  <a:pt x="770" y="583"/>
                </a:lnTo>
                <a:lnTo>
                  <a:pt x="770" y="584"/>
                </a:lnTo>
                <a:lnTo>
                  <a:pt x="769" y="584"/>
                </a:lnTo>
                <a:lnTo>
                  <a:pt x="769" y="585"/>
                </a:lnTo>
                <a:lnTo>
                  <a:pt x="768" y="585"/>
                </a:lnTo>
                <a:lnTo>
                  <a:pt x="768" y="584"/>
                </a:lnTo>
                <a:lnTo>
                  <a:pt x="767" y="584"/>
                </a:lnTo>
                <a:lnTo>
                  <a:pt x="766" y="584"/>
                </a:lnTo>
                <a:lnTo>
                  <a:pt x="765" y="584"/>
                </a:lnTo>
                <a:lnTo>
                  <a:pt x="764" y="584"/>
                </a:lnTo>
                <a:lnTo>
                  <a:pt x="763" y="584"/>
                </a:lnTo>
                <a:lnTo>
                  <a:pt x="762" y="584"/>
                </a:lnTo>
                <a:lnTo>
                  <a:pt x="761" y="584"/>
                </a:lnTo>
                <a:lnTo>
                  <a:pt x="760" y="583"/>
                </a:lnTo>
                <a:lnTo>
                  <a:pt x="759" y="583"/>
                </a:lnTo>
                <a:lnTo>
                  <a:pt x="759" y="584"/>
                </a:lnTo>
                <a:lnTo>
                  <a:pt x="759" y="585"/>
                </a:lnTo>
                <a:lnTo>
                  <a:pt x="758" y="585"/>
                </a:lnTo>
                <a:lnTo>
                  <a:pt x="757" y="585"/>
                </a:lnTo>
                <a:lnTo>
                  <a:pt x="757" y="584"/>
                </a:lnTo>
                <a:lnTo>
                  <a:pt x="756" y="583"/>
                </a:lnTo>
                <a:lnTo>
                  <a:pt x="755" y="583"/>
                </a:lnTo>
                <a:lnTo>
                  <a:pt x="755" y="584"/>
                </a:lnTo>
                <a:lnTo>
                  <a:pt x="754" y="584"/>
                </a:lnTo>
                <a:lnTo>
                  <a:pt x="754" y="585"/>
                </a:lnTo>
                <a:lnTo>
                  <a:pt x="753" y="585"/>
                </a:lnTo>
                <a:lnTo>
                  <a:pt x="753" y="586"/>
                </a:lnTo>
                <a:lnTo>
                  <a:pt x="753" y="585"/>
                </a:lnTo>
                <a:lnTo>
                  <a:pt x="752" y="585"/>
                </a:lnTo>
                <a:lnTo>
                  <a:pt x="751" y="585"/>
                </a:lnTo>
                <a:lnTo>
                  <a:pt x="751" y="586"/>
                </a:lnTo>
                <a:lnTo>
                  <a:pt x="751" y="587"/>
                </a:lnTo>
                <a:lnTo>
                  <a:pt x="751" y="588"/>
                </a:lnTo>
                <a:lnTo>
                  <a:pt x="750" y="589"/>
                </a:lnTo>
                <a:lnTo>
                  <a:pt x="750" y="590"/>
                </a:lnTo>
                <a:lnTo>
                  <a:pt x="750" y="591"/>
                </a:lnTo>
                <a:lnTo>
                  <a:pt x="749" y="591"/>
                </a:lnTo>
                <a:lnTo>
                  <a:pt x="749" y="592"/>
                </a:lnTo>
                <a:lnTo>
                  <a:pt x="748" y="592"/>
                </a:lnTo>
                <a:lnTo>
                  <a:pt x="747" y="592"/>
                </a:lnTo>
                <a:lnTo>
                  <a:pt x="747" y="593"/>
                </a:lnTo>
                <a:lnTo>
                  <a:pt x="746" y="593"/>
                </a:lnTo>
                <a:lnTo>
                  <a:pt x="746" y="592"/>
                </a:lnTo>
                <a:lnTo>
                  <a:pt x="745" y="592"/>
                </a:lnTo>
                <a:lnTo>
                  <a:pt x="745" y="593"/>
                </a:lnTo>
                <a:lnTo>
                  <a:pt x="745" y="594"/>
                </a:lnTo>
                <a:lnTo>
                  <a:pt x="745" y="595"/>
                </a:lnTo>
                <a:lnTo>
                  <a:pt x="745" y="596"/>
                </a:lnTo>
                <a:lnTo>
                  <a:pt x="744" y="596"/>
                </a:lnTo>
                <a:lnTo>
                  <a:pt x="744" y="597"/>
                </a:lnTo>
                <a:lnTo>
                  <a:pt x="744" y="598"/>
                </a:lnTo>
                <a:lnTo>
                  <a:pt x="745" y="598"/>
                </a:lnTo>
                <a:lnTo>
                  <a:pt x="744" y="598"/>
                </a:lnTo>
                <a:lnTo>
                  <a:pt x="744" y="599"/>
                </a:lnTo>
                <a:lnTo>
                  <a:pt x="744" y="600"/>
                </a:lnTo>
                <a:lnTo>
                  <a:pt x="744" y="601"/>
                </a:lnTo>
                <a:lnTo>
                  <a:pt x="745" y="601"/>
                </a:lnTo>
                <a:lnTo>
                  <a:pt x="746" y="601"/>
                </a:lnTo>
                <a:lnTo>
                  <a:pt x="747" y="602"/>
                </a:lnTo>
                <a:lnTo>
                  <a:pt x="747" y="603"/>
                </a:lnTo>
                <a:lnTo>
                  <a:pt x="747" y="604"/>
                </a:lnTo>
                <a:lnTo>
                  <a:pt x="747" y="605"/>
                </a:lnTo>
                <a:lnTo>
                  <a:pt x="746" y="605"/>
                </a:lnTo>
                <a:lnTo>
                  <a:pt x="747" y="605"/>
                </a:lnTo>
                <a:lnTo>
                  <a:pt x="748" y="606"/>
                </a:lnTo>
                <a:lnTo>
                  <a:pt x="748" y="607"/>
                </a:lnTo>
                <a:lnTo>
                  <a:pt x="748" y="608"/>
                </a:lnTo>
                <a:lnTo>
                  <a:pt x="748" y="609"/>
                </a:lnTo>
                <a:lnTo>
                  <a:pt x="748" y="610"/>
                </a:lnTo>
                <a:lnTo>
                  <a:pt x="748" y="611"/>
                </a:lnTo>
                <a:lnTo>
                  <a:pt x="747" y="611"/>
                </a:lnTo>
                <a:lnTo>
                  <a:pt x="747" y="612"/>
                </a:lnTo>
                <a:lnTo>
                  <a:pt x="746" y="613"/>
                </a:lnTo>
                <a:lnTo>
                  <a:pt x="746" y="614"/>
                </a:lnTo>
                <a:lnTo>
                  <a:pt x="747" y="614"/>
                </a:lnTo>
                <a:lnTo>
                  <a:pt x="747" y="613"/>
                </a:lnTo>
                <a:lnTo>
                  <a:pt x="748" y="613"/>
                </a:lnTo>
                <a:lnTo>
                  <a:pt x="748" y="614"/>
                </a:lnTo>
                <a:lnTo>
                  <a:pt x="749" y="614"/>
                </a:lnTo>
                <a:lnTo>
                  <a:pt x="750" y="614"/>
                </a:lnTo>
                <a:lnTo>
                  <a:pt x="750" y="615"/>
                </a:lnTo>
                <a:lnTo>
                  <a:pt x="750" y="616"/>
                </a:lnTo>
                <a:lnTo>
                  <a:pt x="751" y="616"/>
                </a:lnTo>
                <a:lnTo>
                  <a:pt x="751" y="617"/>
                </a:lnTo>
                <a:lnTo>
                  <a:pt x="752" y="617"/>
                </a:lnTo>
                <a:lnTo>
                  <a:pt x="754" y="618"/>
                </a:lnTo>
                <a:lnTo>
                  <a:pt x="755" y="618"/>
                </a:lnTo>
                <a:lnTo>
                  <a:pt x="755" y="617"/>
                </a:lnTo>
                <a:lnTo>
                  <a:pt x="755" y="616"/>
                </a:lnTo>
                <a:lnTo>
                  <a:pt x="755" y="615"/>
                </a:lnTo>
                <a:lnTo>
                  <a:pt x="755" y="614"/>
                </a:lnTo>
                <a:lnTo>
                  <a:pt x="756" y="614"/>
                </a:lnTo>
                <a:lnTo>
                  <a:pt x="757" y="614"/>
                </a:lnTo>
                <a:lnTo>
                  <a:pt x="759" y="614"/>
                </a:lnTo>
                <a:lnTo>
                  <a:pt x="759" y="613"/>
                </a:lnTo>
                <a:lnTo>
                  <a:pt x="758" y="613"/>
                </a:lnTo>
                <a:lnTo>
                  <a:pt x="758" y="612"/>
                </a:lnTo>
                <a:lnTo>
                  <a:pt x="759" y="611"/>
                </a:lnTo>
                <a:lnTo>
                  <a:pt x="760" y="611"/>
                </a:lnTo>
                <a:lnTo>
                  <a:pt x="760" y="612"/>
                </a:lnTo>
                <a:lnTo>
                  <a:pt x="760" y="613"/>
                </a:lnTo>
                <a:lnTo>
                  <a:pt x="761" y="613"/>
                </a:lnTo>
                <a:lnTo>
                  <a:pt x="761" y="614"/>
                </a:lnTo>
                <a:lnTo>
                  <a:pt x="762" y="614"/>
                </a:lnTo>
                <a:lnTo>
                  <a:pt x="763" y="614"/>
                </a:lnTo>
                <a:lnTo>
                  <a:pt x="763" y="615"/>
                </a:lnTo>
                <a:lnTo>
                  <a:pt x="764" y="616"/>
                </a:lnTo>
                <a:lnTo>
                  <a:pt x="764" y="617"/>
                </a:lnTo>
                <a:lnTo>
                  <a:pt x="765" y="618"/>
                </a:lnTo>
                <a:lnTo>
                  <a:pt x="765" y="619"/>
                </a:lnTo>
                <a:lnTo>
                  <a:pt x="766" y="620"/>
                </a:lnTo>
                <a:lnTo>
                  <a:pt x="767" y="620"/>
                </a:lnTo>
                <a:lnTo>
                  <a:pt x="768" y="620"/>
                </a:lnTo>
                <a:lnTo>
                  <a:pt x="768" y="621"/>
                </a:lnTo>
                <a:lnTo>
                  <a:pt x="769" y="621"/>
                </a:lnTo>
                <a:lnTo>
                  <a:pt x="769" y="622"/>
                </a:lnTo>
                <a:lnTo>
                  <a:pt x="769" y="623"/>
                </a:lnTo>
                <a:lnTo>
                  <a:pt x="769" y="624"/>
                </a:lnTo>
                <a:lnTo>
                  <a:pt x="768" y="624"/>
                </a:lnTo>
                <a:lnTo>
                  <a:pt x="768" y="625"/>
                </a:lnTo>
                <a:lnTo>
                  <a:pt x="767" y="625"/>
                </a:lnTo>
                <a:lnTo>
                  <a:pt x="767" y="626"/>
                </a:lnTo>
                <a:lnTo>
                  <a:pt x="767" y="627"/>
                </a:lnTo>
                <a:lnTo>
                  <a:pt x="767" y="628"/>
                </a:lnTo>
                <a:lnTo>
                  <a:pt x="766" y="628"/>
                </a:lnTo>
                <a:lnTo>
                  <a:pt x="766" y="629"/>
                </a:lnTo>
                <a:lnTo>
                  <a:pt x="767" y="630"/>
                </a:lnTo>
                <a:lnTo>
                  <a:pt x="767" y="631"/>
                </a:lnTo>
                <a:lnTo>
                  <a:pt x="768" y="631"/>
                </a:lnTo>
                <a:lnTo>
                  <a:pt x="768" y="632"/>
                </a:lnTo>
                <a:lnTo>
                  <a:pt x="768" y="633"/>
                </a:lnTo>
                <a:lnTo>
                  <a:pt x="769" y="633"/>
                </a:lnTo>
                <a:lnTo>
                  <a:pt x="770" y="633"/>
                </a:lnTo>
                <a:lnTo>
                  <a:pt x="770" y="632"/>
                </a:lnTo>
                <a:lnTo>
                  <a:pt x="771" y="632"/>
                </a:lnTo>
                <a:lnTo>
                  <a:pt x="772" y="632"/>
                </a:lnTo>
                <a:lnTo>
                  <a:pt x="773" y="632"/>
                </a:lnTo>
                <a:lnTo>
                  <a:pt x="773" y="631"/>
                </a:lnTo>
                <a:lnTo>
                  <a:pt x="774" y="631"/>
                </a:lnTo>
                <a:lnTo>
                  <a:pt x="775" y="631"/>
                </a:lnTo>
                <a:lnTo>
                  <a:pt x="775" y="632"/>
                </a:lnTo>
                <a:lnTo>
                  <a:pt x="776" y="632"/>
                </a:lnTo>
                <a:lnTo>
                  <a:pt x="776" y="633"/>
                </a:lnTo>
                <a:lnTo>
                  <a:pt x="777" y="634"/>
                </a:lnTo>
                <a:lnTo>
                  <a:pt x="777" y="635"/>
                </a:lnTo>
                <a:lnTo>
                  <a:pt x="778" y="635"/>
                </a:lnTo>
                <a:lnTo>
                  <a:pt x="778" y="634"/>
                </a:lnTo>
                <a:lnTo>
                  <a:pt x="779" y="634"/>
                </a:lnTo>
                <a:lnTo>
                  <a:pt x="780" y="633"/>
                </a:lnTo>
                <a:lnTo>
                  <a:pt x="781" y="634"/>
                </a:lnTo>
                <a:lnTo>
                  <a:pt x="781" y="635"/>
                </a:lnTo>
                <a:lnTo>
                  <a:pt x="782" y="635"/>
                </a:lnTo>
                <a:lnTo>
                  <a:pt x="782" y="634"/>
                </a:lnTo>
                <a:lnTo>
                  <a:pt x="782" y="633"/>
                </a:lnTo>
                <a:lnTo>
                  <a:pt x="781" y="633"/>
                </a:lnTo>
                <a:lnTo>
                  <a:pt x="781" y="632"/>
                </a:lnTo>
                <a:lnTo>
                  <a:pt x="782" y="632"/>
                </a:lnTo>
                <a:lnTo>
                  <a:pt x="783" y="632"/>
                </a:lnTo>
                <a:lnTo>
                  <a:pt x="784" y="631"/>
                </a:lnTo>
                <a:lnTo>
                  <a:pt x="785" y="631"/>
                </a:lnTo>
                <a:lnTo>
                  <a:pt x="786" y="630"/>
                </a:lnTo>
                <a:lnTo>
                  <a:pt x="787" y="629"/>
                </a:lnTo>
                <a:lnTo>
                  <a:pt x="788" y="629"/>
                </a:lnTo>
                <a:lnTo>
                  <a:pt x="789" y="629"/>
                </a:lnTo>
                <a:lnTo>
                  <a:pt x="790" y="629"/>
                </a:lnTo>
                <a:lnTo>
                  <a:pt x="792" y="629"/>
                </a:lnTo>
                <a:lnTo>
                  <a:pt x="793" y="629"/>
                </a:lnTo>
                <a:lnTo>
                  <a:pt x="794" y="630"/>
                </a:lnTo>
                <a:lnTo>
                  <a:pt x="795" y="630"/>
                </a:lnTo>
                <a:lnTo>
                  <a:pt x="796" y="630"/>
                </a:lnTo>
                <a:lnTo>
                  <a:pt x="796" y="631"/>
                </a:lnTo>
                <a:lnTo>
                  <a:pt x="797" y="632"/>
                </a:lnTo>
                <a:lnTo>
                  <a:pt x="798" y="632"/>
                </a:lnTo>
                <a:lnTo>
                  <a:pt x="799" y="632"/>
                </a:lnTo>
                <a:lnTo>
                  <a:pt x="799" y="633"/>
                </a:lnTo>
                <a:lnTo>
                  <a:pt x="799" y="634"/>
                </a:lnTo>
                <a:lnTo>
                  <a:pt x="800" y="634"/>
                </a:lnTo>
                <a:lnTo>
                  <a:pt x="800" y="635"/>
                </a:lnTo>
                <a:lnTo>
                  <a:pt x="801" y="635"/>
                </a:lnTo>
                <a:lnTo>
                  <a:pt x="801" y="636"/>
                </a:lnTo>
                <a:lnTo>
                  <a:pt x="802" y="636"/>
                </a:lnTo>
                <a:lnTo>
                  <a:pt x="803" y="636"/>
                </a:lnTo>
                <a:lnTo>
                  <a:pt x="803" y="637"/>
                </a:lnTo>
                <a:lnTo>
                  <a:pt x="803" y="638"/>
                </a:lnTo>
                <a:lnTo>
                  <a:pt x="804" y="639"/>
                </a:lnTo>
                <a:lnTo>
                  <a:pt x="804" y="640"/>
                </a:lnTo>
                <a:lnTo>
                  <a:pt x="804" y="641"/>
                </a:lnTo>
                <a:lnTo>
                  <a:pt x="803" y="641"/>
                </a:lnTo>
                <a:lnTo>
                  <a:pt x="803" y="642"/>
                </a:lnTo>
                <a:lnTo>
                  <a:pt x="802" y="642"/>
                </a:lnTo>
                <a:lnTo>
                  <a:pt x="802" y="643"/>
                </a:lnTo>
                <a:lnTo>
                  <a:pt x="802" y="644"/>
                </a:lnTo>
                <a:lnTo>
                  <a:pt x="802" y="645"/>
                </a:lnTo>
                <a:lnTo>
                  <a:pt x="803" y="645"/>
                </a:lnTo>
                <a:lnTo>
                  <a:pt x="804" y="645"/>
                </a:lnTo>
                <a:lnTo>
                  <a:pt x="805" y="645"/>
                </a:lnTo>
                <a:lnTo>
                  <a:pt x="806" y="645"/>
                </a:lnTo>
                <a:lnTo>
                  <a:pt x="807" y="646"/>
                </a:lnTo>
                <a:lnTo>
                  <a:pt x="807" y="647"/>
                </a:lnTo>
                <a:lnTo>
                  <a:pt x="808" y="647"/>
                </a:lnTo>
                <a:lnTo>
                  <a:pt x="808" y="648"/>
                </a:lnTo>
                <a:lnTo>
                  <a:pt x="808" y="649"/>
                </a:lnTo>
                <a:lnTo>
                  <a:pt x="809" y="649"/>
                </a:lnTo>
                <a:lnTo>
                  <a:pt x="809" y="650"/>
                </a:lnTo>
                <a:lnTo>
                  <a:pt x="809" y="651"/>
                </a:lnTo>
                <a:lnTo>
                  <a:pt x="808" y="651"/>
                </a:lnTo>
                <a:lnTo>
                  <a:pt x="808" y="652"/>
                </a:lnTo>
                <a:lnTo>
                  <a:pt x="808" y="653"/>
                </a:lnTo>
                <a:lnTo>
                  <a:pt x="808" y="654"/>
                </a:lnTo>
                <a:lnTo>
                  <a:pt x="808" y="655"/>
                </a:lnTo>
                <a:lnTo>
                  <a:pt x="807" y="655"/>
                </a:lnTo>
                <a:lnTo>
                  <a:pt x="807" y="656"/>
                </a:lnTo>
                <a:lnTo>
                  <a:pt x="808" y="656"/>
                </a:lnTo>
                <a:lnTo>
                  <a:pt x="809" y="656"/>
                </a:lnTo>
                <a:lnTo>
                  <a:pt x="809" y="657"/>
                </a:lnTo>
                <a:lnTo>
                  <a:pt x="810" y="657"/>
                </a:lnTo>
                <a:lnTo>
                  <a:pt x="810" y="658"/>
                </a:lnTo>
                <a:lnTo>
                  <a:pt x="809" y="658"/>
                </a:lnTo>
                <a:lnTo>
                  <a:pt x="810" y="658"/>
                </a:lnTo>
                <a:lnTo>
                  <a:pt x="811" y="659"/>
                </a:lnTo>
                <a:lnTo>
                  <a:pt x="811" y="660"/>
                </a:lnTo>
                <a:lnTo>
                  <a:pt x="810" y="660"/>
                </a:lnTo>
                <a:lnTo>
                  <a:pt x="809" y="661"/>
                </a:lnTo>
                <a:lnTo>
                  <a:pt x="809" y="662"/>
                </a:lnTo>
                <a:lnTo>
                  <a:pt x="808" y="663"/>
                </a:lnTo>
                <a:lnTo>
                  <a:pt x="809" y="663"/>
                </a:lnTo>
                <a:lnTo>
                  <a:pt x="810" y="664"/>
                </a:lnTo>
                <a:lnTo>
                  <a:pt x="810" y="663"/>
                </a:lnTo>
                <a:lnTo>
                  <a:pt x="811" y="663"/>
                </a:lnTo>
                <a:lnTo>
                  <a:pt x="811" y="664"/>
                </a:lnTo>
                <a:lnTo>
                  <a:pt x="810" y="665"/>
                </a:lnTo>
                <a:lnTo>
                  <a:pt x="809" y="665"/>
                </a:lnTo>
                <a:lnTo>
                  <a:pt x="808" y="665"/>
                </a:lnTo>
                <a:lnTo>
                  <a:pt x="807" y="666"/>
                </a:lnTo>
                <a:lnTo>
                  <a:pt x="806" y="667"/>
                </a:lnTo>
                <a:lnTo>
                  <a:pt x="805" y="667"/>
                </a:lnTo>
                <a:lnTo>
                  <a:pt x="804" y="668"/>
                </a:lnTo>
                <a:lnTo>
                  <a:pt x="803" y="669"/>
                </a:lnTo>
                <a:lnTo>
                  <a:pt x="802" y="669"/>
                </a:lnTo>
                <a:lnTo>
                  <a:pt x="801" y="669"/>
                </a:lnTo>
                <a:lnTo>
                  <a:pt x="801" y="670"/>
                </a:lnTo>
                <a:lnTo>
                  <a:pt x="800" y="670"/>
                </a:lnTo>
                <a:lnTo>
                  <a:pt x="799" y="670"/>
                </a:lnTo>
                <a:lnTo>
                  <a:pt x="798" y="670"/>
                </a:lnTo>
                <a:lnTo>
                  <a:pt x="797" y="671"/>
                </a:lnTo>
                <a:lnTo>
                  <a:pt x="797" y="670"/>
                </a:lnTo>
                <a:lnTo>
                  <a:pt x="796" y="670"/>
                </a:lnTo>
                <a:lnTo>
                  <a:pt x="795" y="670"/>
                </a:lnTo>
                <a:lnTo>
                  <a:pt x="794" y="670"/>
                </a:lnTo>
                <a:lnTo>
                  <a:pt x="794" y="669"/>
                </a:lnTo>
                <a:lnTo>
                  <a:pt x="793" y="669"/>
                </a:lnTo>
                <a:lnTo>
                  <a:pt x="792" y="668"/>
                </a:lnTo>
                <a:lnTo>
                  <a:pt x="790" y="668"/>
                </a:lnTo>
                <a:lnTo>
                  <a:pt x="789" y="668"/>
                </a:lnTo>
                <a:lnTo>
                  <a:pt x="788" y="668"/>
                </a:lnTo>
                <a:lnTo>
                  <a:pt x="787" y="668"/>
                </a:lnTo>
                <a:lnTo>
                  <a:pt x="786" y="669"/>
                </a:lnTo>
                <a:lnTo>
                  <a:pt x="786" y="668"/>
                </a:lnTo>
                <a:lnTo>
                  <a:pt x="785" y="668"/>
                </a:lnTo>
                <a:lnTo>
                  <a:pt x="784" y="669"/>
                </a:lnTo>
                <a:lnTo>
                  <a:pt x="784" y="670"/>
                </a:lnTo>
                <a:lnTo>
                  <a:pt x="785" y="670"/>
                </a:lnTo>
                <a:lnTo>
                  <a:pt x="784" y="670"/>
                </a:lnTo>
                <a:lnTo>
                  <a:pt x="783" y="671"/>
                </a:lnTo>
                <a:lnTo>
                  <a:pt x="782" y="671"/>
                </a:lnTo>
                <a:lnTo>
                  <a:pt x="781" y="671"/>
                </a:lnTo>
                <a:lnTo>
                  <a:pt x="780" y="672"/>
                </a:lnTo>
                <a:lnTo>
                  <a:pt x="779" y="672"/>
                </a:lnTo>
                <a:lnTo>
                  <a:pt x="779" y="671"/>
                </a:lnTo>
                <a:lnTo>
                  <a:pt x="778" y="671"/>
                </a:lnTo>
                <a:lnTo>
                  <a:pt x="777" y="672"/>
                </a:lnTo>
                <a:lnTo>
                  <a:pt x="776" y="672"/>
                </a:lnTo>
                <a:lnTo>
                  <a:pt x="774" y="673"/>
                </a:lnTo>
                <a:lnTo>
                  <a:pt x="773" y="673"/>
                </a:lnTo>
                <a:lnTo>
                  <a:pt x="773" y="674"/>
                </a:lnTo>
                <a:lnTo>
                  <a:pt x="773" y="673"/>
                </a:lnTo>
                <a:lnTo>
                  <a:pt x="772" y="672"/>
                </a:lnTo>
                <a:lnTo>
                  <a:pt x="772" y="671"/>
                </a:lnTo>
                <a:lnTo>
                  <a:pt x="772" y="672"/>
                </a:lnTo>
                <a:lnTo>
                  <a:pt x="771" y="672"/>
                </a:lnTo>
                <a:lnTo>
                  <a:pt x="770" y="672"/>
                </a:lnTo>
                <a:lnTo>
                  <a:pt x="769" y="673"/>
                </a:lnTo>
                <a:lnTo>
                  <a:pt x="768" y="672"/>
                </a:lnTo>
                <a:lnTo>
                  <a:pt x="768" y="673"/>
                </a:lnTo>
                <a:lnTo>
                  <a:pt x="767" y="673"/>
                </a:lnTo>
                <a:lnTo>
                  <a:pt x="767" y="674"/>
                </a:lnTo>
                <a:lnTo>
                  <a:pt x="766" y="675"/>
                </a:lnTo>
                <a:lnTo>
                  <a:pt x="765" y="676"/>
                </a:lnTo>
                <a:lnTo>
                  <a:pt x="764" y="676"/>
                </a:lnTo>
                <a:lnTo>
                  <a:pt x="764" y="675"/>
                </a:lnTo>
                <a:lnTo>
                  <a:pt x="763" y="675"/>
                </a:lnTo>
                <a:lnTo>
                  <a:pt x="762" y="675"/>
                </a:lnTo>
                <a:lnTo>
                  <a:pt x="761" y="675"/>
                </a:lnTo>
                <a:lnTo>
                  <a:pt x="759" y="674"/>
                </a:lnTo>
                <a:lnTo>
                  <a:pt x="759" y="675"/>
                </a:lnTo>
                <a:lnTo>
                  <a:pt x="758" y="675"/>
                </a:lnTo>
                <a:lnTo>
                  <a:pt x="757" y="675"/>
                </a:lnTo>
                <a:lnTo>
                  <a:pt x="756" y="675"/>
                </a:lnTo>
                <a:lnTo>
                  <a:pt x="755" y="675"/>
                </a:lnTo>
                <a:lnTo>
                  <a:pt x="754" y="676"/>
                </a:lnTo>
                <a:lnTo>
                  <a:pt x="754" y="677"/>
                </a:lnTo>
                <a:lnTo>
                  <a:pt x="754" y="678"/>
                </a:lnTo>
                <a:lnTo>
                  <a:pt x="753" y="678"/>
                </a:lnTo>
                <a:lnTo>
                  <a:pt x="752" y="679"/>
                </a:lnTo>
                <a:lnTo>
                  <a:pt x="751" y="679"/>
                </a:lnTo>
                <a:lnTo>
                  <a:pt x="750" y="678"/>
                </a:lnTo>
                <a:lnTo>
                  <a:pt x="749" y="678"/>
                </a:lnTo>
                <a:lnTo>
                  <a:pt x="748" y="678"/>
                </a:lnTo>
                <a:lnTo>
                  <a:pt x="747" y="679"/>
                </a:lnTo>
                <a:lnTo>
                  <a:pt x="747" y="680"/>
                </a:lnTo>
                <a:lnTo>
                  <a:pt x="747" y="681"/>
                </a:lnTo>
                <a:lnTo>
                  <a:pt x="746" y="681"/>
                </a:lnTo>
                <a:lnTo>
                  <a:pt x="746" y="680"/>
                </a:lnTo>
                <a:lnTo>
                  <a:pt x="745" y="680"/>
                </a:lnTo>
                <a:lnTo>
                  <a:pt x="745" y="679"/>
                </a:lnTo>
                <a:lnTo>
                  <a:pt x="745" y="678"/>
                </a:lnTo>
                <a:lnTo>
                  <a:pt x="745" y="677"/>
                </a:lnTo>
                <a:lnTo>
                  <a:pt x="744" y="677"/>
                </a:lnTo>
                <a:lnTo>
                  <a:pt x="743" y="676"/>
                </a:lnTo>
                <a:lnTo>
                  <a:pt x="743" y="675"/>
                </a:lnTo>
                <a:lnTo>
                  <a:pt x="742" y="674"/>
                </a:lnTo>
                <a:lnTo>
                  <a:pt x="741" y="674"/>
                </a:lnTo>
                <a:lnTo>
                  <a:pt x="740" y="674"/>
                </a:lnTo>
                <a:lnTo>
                  <a:pt x="739" y="674"/>
                </a:lnTo>
                <a:lnTo>
                  <a:pt x="738" y="674"/>
                </a:lnTo>
                <a:lnTo>
                  <a:pt x="738" y="673"/>
                </a:lnTo>
                <a:lnTo>
                  <a:pt x="738" y="672"/>
                </a:lnTo>
                <a:lnTo>
                  <a:pt x="737" y="671"/>
                </a:lnTo>
                <a:lnTo>
                  <a:pt x="736" y="670"/>
                </a:lnTo>
                <a:lnTo>
                  <a:pt x="735" y="669"/>
                </a:lnTo>
                <a:lnTo>
                  <a:pt x="734" y="669"/>
                </a:lnTo>
                <a:lnTo>
                  <a:pt x="733" y="669"/>
                </a:lnTo>
                <a:lnTo>
                  <a:pt x="732" y="669"/>
                </a:lnTo>
                <a:lnTo>
                  <a:pt x="731" y="669"/>
                </a:lnTo>
                <a:lnTo>
                  <a:pt x="730" y="669"/>
                </a:lnTo>
                <a:lnTo>
                  <a:pt x="729" y="669"/>
                </a:lnTo>
                <a:lnTo>
                  <a:pt x="728" y="669"/>
                </a:lnTo>
                <a:lnTo>
                  <a:pt x="728" y="670"/>
                </a:lnTo>
                <a:lnTo>
                  <a:pt x="727" y="670"/>
                </a:lnTo>
                <a:lnTo>
                  <a:pt x="726" y="670"/>
                </a:lnTo>
                <a:lnTo>
                  <a:pt x="725" y="670"/>
                </a:lnTo>
                <a:lnTo>
                  <a:pt x="724" y="670"/>
                </a:lnTo>
                <a:lnTo>
                  <a:pt x="725" y="671"/>
                </a:lnTo>
                <a:lnTo>
                  <a:pt x="724" y="671"/>
                </a:lnTo>
                <a:lnTo>
                  <a:pt x="723" y="671"/>
                </a:lnTo>
                <a:lnTo>
                  <a:pt x="722" y="671"/>
                </a:lnTo>
                <a:lnTo>
                  <a:pt x="721" y="671"/>
                </a:lnTo>
                <a:lnTo>
                  <a:pt x="720" y="672"/>
                </a:lnTo>
                <a:lnTo>
                  <a:pt x="720" y="673"/>
                </a:lnTo>
                <a:lnTo>
                  <a:pt x="719" y="674"/>
                </a:lnTo>
                <a:lnTo>
                  <a:pt x="718" y="674"/>
                </a:lnTo>
                <a:lnTo>
                  <a:pt x="718" y="675"/>
                </a:lnTo>
                <a:lnTo>
                  <a:pt x="717" y="676"/>
                </a:lnTo>
                <a:lnTo>
                  <a:pt x="716" y="675"/>
                </a:lnTo>
                <a:lnTo>
                  <a:pt x="715" y="675"/>
                </a:lnTo>
                <a:lnTo>
                  <a:pt x="715" y="674"/>
                </a:lnTo>
                <a:lnTo>
                  <a:pt x="715" y="673"/>
                </a:lnTo>
                <a:lnTo>
                  <a:pt x="715" y="672"/>
                </a:lnTo>
                <a:lnTo>
                  <a:pt x="715" y="671"/>
                </a:lnTo>
                <a:lnTo>
                  <a:pt x="715" y="670"/>
                </a:lnTo>
                <a:lnTo>
                  <a:pt x="715" y="669"/>
                </a:lnTo>
                <a:lnTo>
                  <a:pt x="714" y="669"/>
                </a:lnTo>
                <a:lnTo>
                  <a:pt x="714" y="668"/>
                </a:lnTo>
                <a:lnTo>
                  <a:pt x="714" y="667"/>
                </a:lnTo>
                <a:lnTo>
                  <a:pt x="714" y="666"/>
                </a:lnTo>
                <a:lnTo>
                  <a:pt x="714" y="667"/>
                </a:lnTo>
                <a:lnTo>
                  <a:pt x="715" y="666"/>
                </a:lnTo>
                <a:lnTo>
                  <a:pt x="715" y="665"/>
                </a:lnTo>
                <a:lnTo>
                  <a:pt x="716" y="665"/>
                </a:lnTo>
                <a:lnTo>
                  <a:pt x="717" y="665"/>
                </a:lnTo>
                <a:lnTo>
                  <a:pt x="717" y="664"/>
                </a:lnTo>
                <a:lnTo>
                  <a:pt x="716" y="664"/>
                </a:lnTo>
                <a:lnTo>
                  <a:pt x="715" y="664"/>
                </a:lnTo>
                <a:lnTo>
                  <a:pt x="714" y="664"/>
                </a:lnTo>
                <a:lnTo>
                  <a:pt x="713" y="664"/>
                </a:lnTo>
                <a:lnTo>
                  <a:pt x="712" y="663"/>
                </a:lnTo>
                <a:lnTo>
                  <a:pt x="711" y="664"/>
                </a:lnTo>
                <a:lnTo>
                  <a:pt x="710" y="663"/>
                </a:lnTo>
                <a:lnTo>
                  <a:pt x="711" y="663"/>
                </a:lnTo>
                <a:lnTo>
                  <a:pt x="711" y="662"/>
                </a:lnTo>
                <a:lnTo>
                  <a:pt x="711" y="661"/>
                </a:lnTo>
                <a:lnTo>
                  <a:pt x="711" y="660"/>
                </a:lnTo>
                <a:lnTo>
                  <a:pt x="711" y="659"/>
                </a:lnTo>
                <a:lnTo>
                  <a:pt x="711" y="658"/>
                </a:lnTo>
                <a:lnTo>
                  <a:pt x="710" y="658"/>
                </a:lnTo>
                <a:lnTo>
                  <a:pt x="710" y="657"/>
                </a:lnTo>
                <a:lnTo>
                  <a:pt x="710" y="656"/>
                </a:lnTo>
                <a:lnTo>
                  <a:pt x="711" y="655"/>
                </a:lnTo>
                <a:lnTo>
                  <a:pt x="712" y="655"/>
                </a:lnTo>
                <a:lnTo>
                  <a:pt x="713" y="655"/>
                </a:lnTo>
                <a:lnTo>
                  <a:pt x="713" y="654"/>
                </a:lnTo>
                <a:lnTo>
                  <a:pt x="714" y="653"/>
                </a:lnTo>
                <a:lnTo>
                  <a:pt x="715" y="652"/>
                </a:lnTo>
                <a:lnTo>
                  <a:pt x="715" y="651"/>
                </a:lnTo>
                <a:lnTo>
                  <a:pt x="714" y="651"/>
                </a:lnTo>
                <a:lnTo>
                  <a:pt x="714" y="650"/>
                </a:lnTo>
                <a:lnTo>
                  <a:pt x="714" y="649"/>
                </a:lnTo>
                <a:lnTo>
                  <a:pt x="714" y="648"/>
                </a:lnTo>
                <a:lnTo>
                  <a:pt x="713" y="648"/>
                </a:lnTo>
                <a:lnTo>
                  <a:pt x="713" y="647"/>
                </a:lnTo>
                <a:lnTo>
                  <a:pt x="713" y="646"/>
                </a:lnTo>
                <a:lnTo>
                  <a:pt x="712" y="646"/>
                </a:lnTo>
                <a:lnTo>
                  <a:pt x="712" y="645"/>
                </a:lnTo>
                <a:lnTo>
                  <a:pt x="712" y="646"/>
                </a:lnTo>
                <a:lnTo>
                  <a:pt x="711" y="645"/>
                </a:lnTo>
                <a:lnTo>
                  <a:pt x="711" y="646"/>
                </a:lnTo>
                <a:lnTo>
                  <a:pt x="711" y="645"/>
                </a:lnTo>
                <a:lnTo>
                  <a:pt x="710" y="645"/>
                </a:lnTo>
                <a:lnTo>
                  <a:pt x="710" y="646"/>
                </a:lnTo>
                <a:lnTo>
                  <a:pt x="709" y="646"/>
                </a:lnTo>
                <a:lnTo>
                  <a:pt x="709" y="647"/>
                </a:lnTo>
                <a:lnTo>
                  <a:pt x="708" y="647"/>
                </a:lnTo>
                <a:lnTo>
                  <a:pt x="708" y="646"/>
                </a:lnTo>
                <a:lnTo>
                  <a:pt x="707" y="646"/>
                </a:lnTo>
                <a:lnTo>
                  <a:pt x="706" y="646"/>
                </a:lnTo>
                <a:lnTo>
                  <a:pt x="705" y="646"/>
                </a:lnTo>
                <a:lnTo>
                  <a:pt x="705" y="645"/>
                </a:lnTo>
                <a:lnTo>
                  <a:pt x="705" y="644"/>
                </a:lnTo>
                <a:lnTo>
                  <a:pt x="704" y="644"/>
                </a:lnTo>
                <a:lnTo>
                  <a:pt x="704" y="643"/>
                </a:lnTo>
                <a:lnTo>
                  <a:pt x="705" y="643"/>
                </a:lnTo>
                <a:lnTo>
                  <a:pt x="705" y="642"/>
                </a:lnTo>
                <a:lnTo>
                  <a:pt x="706" y="641"/>
                </a:lnTo>
                <a:lnTo>
                  <a:pt x="705" y="641"/>
                </a:lnTo>
                <a:lnTo>
                  <a:pt x="706" y="641"/>
                </a:lnTo>
                <a:lnTo>
                  <a:pt x="706" y="640"/>
                </a:lnTo>
                <a:lnTo>
                  <a:pt x="705" y="640"/>
                </a:lnTo>
                <a:lnTo>
                  <a:pt x="705" y="639"/>
                </a:lnTo>
                <a:lnTo>
                  <a:pt x="704" y="639"/>
                </a:lnTo>
                <a:lnTo>
                  <a:pt x="704" y="638"/>
                </a:lnTo>
                <a:lnTo>
                  <a:pt x="704" y="639"/>
                </a:lnTo>
                <a:lnTo>
                  <a:pt x="703" y="639"/>
                </a:lnTo>
                <a:lnTo>
                  <a:pt x="702" y="639"/>
                </a:lnTo>
                <a:lnTo>
                  <a:pt x="701" y="639"/>
                </a:lnTo>
                <a:lnTo>
                  <a:pt x="700" y="639"/>
                </a:lnTo>
                <a:lnTo>
                  <a:pt x="700" y="638"/>
                </a:lnTo>
                <a:lnTo>
                  <a:pt x="699" y="638"/>
                </a:lnTo>
                <a:lnTo>
                  <a:pt x="698" y="637"/>
                </a:lnTo>
                <a:lnTo>
                  <a:pt x="697" y="637"/>
                </a:lnTo>
                <a:lnTo>
                  <a:pt x="696" y="637"/>
                </a:lnTo>
                <a:lnTo>
                  <a:pt x="695" y="637"/>
                </a:lnTo>
                <a:lnTo>
                  <a:pt x="695" y="636"/>
                </a:lnTo>
                <a:lnTo>
                  <a:pt x="695" y="637"/>
                </a:lnTo>
                <a:lnTo>
                  <a:pt x="695" y="636"/>
                </a:lnTo>
                <a:lnTo>
                  <a:pt x="694" y="636"/>
                </a:lnTo>
                <a:lnTo>
                  <a:pt x="693" y="636"/>
                </a:lnTo>
                <a:lnTo>
                  <a:pt x="693" y="635"/>
                </a:lnTo>
                <a:lnTo>
                  <a:pt x="693" y="636"/>
                </a:lnTo>
                <a:lnTo>
                  <a:pt x="692" y="637"/>
                </a:lnTo>
                <a:lnTo>
                  <a:pt x="692" y="638"/>
                </a:lnTo>
                <a:lnTo>
                  <a:pt x="691" y="638"/>
                </a:lnTo>
                <a:lnTo>
                  <a:pt x="691" y="639"/>
                </a:lnTo>
                <a:lnTo>
                  <a:pt x="690" y="639"/>
                </a:lnTo>
                <a:lnTo>
                  <a:pt x="689" y="639"/>
                </a:lnTo>
                <a:lnTo>
                  <a:pt x="688" y="639"/>
                </a:lnTo>
                <a:lnTo>
                  <a:pt x="687" y="639"/>
                </a:lnTo>
                <a:lnTo>
                  <a:pt x="687" y="640"/>
                </a:lnTo>
                <a:lnTo>
                  <a:pt x="687" y="641"/>
                </a:lnTo>
                <a:lnTo>
                  <a:pt x="687" y="642"/>
                </a:lnTo>
                <a:lnTo>
                  <a:pt x="686" y="642"/>
                </a:lnTo>
                <a:lnTo>
                  <a:pt x="686" y="643"/>
                </a:lnTo>
                <a:lnTo>
                  <a:pt x="687" y="643"/>
                </a:lnTo>
                <a:lnTo>
                  <a:pt x="687" y="644"/>
                </a:lnTo>
                <a:lnTo>
                  <a:pt x="686" y="644"/>
                </a:lnTo>
                <a:lnTo>
                  <a:pt x="685" y="644"/>
                </a:lnTo>
                <a:lnTo>
                  <a:pt x="685" y="645"/>
                </a:lnTo>
                <a:lnTo>
                  <a:pt x="684" y="646"/>
                </a:lnTo>
                <a:lnTo>
                  <a:pt x="684" y="647"/>
                </a:lnTo>
                <a:lnTo>
                  <a:pt x="684" y="648"/>
                </a:lnTo>
                <a:lnTo>
                  <a:pt x="684" y="647"/>
                </a:lnTo>
                <a:lnTo>
                  <a:pt x="683" y="648"/>
                </a:lnTo>
                <a:lnTo>
                  <a:pt x="683" y="647"/>
                </a:lnTo>
                <a:lnTo>
                  <a:pt x="682" y="647"/>
                </a:lnTo>
                <a:lnTo>
                  <a:pt x="682" y="648"/>
                </a:lnTo>
                <a:lnTo>
                  <a:pt x="682" y="649"/>
                </a:lnTo>
                <a:lnTo>
                  <a:pt x="681" y="649"/>
                </a:lnTo>
                <a:lnTo>
                  <a:pt x="680" y="649"/>
                </a:lnTo>
                <a:lnTo>
                  <a:pt x="680" y="651"/>
                </a:lnTo>
                <a:lnTo>
                  <a:pt x="681" y="651"/>
                </a:lnTo>
                <a:lnTo>
                  <a:pt x="682" y="651"/>
                </a:lnTo>
                <a:lnTo>
                  <a:pt x="682" y="652"/>
                </a:lnTo>
                <a:lnTo>
                  <a:pt x="681" y="652"/>
                </a:lnTo>
                <a:lnTo>
                  <a:pt x="680" y="652"/>
                </a:lnTo>
                <a:lnTo>
                  <a:pt x="679" y="652"/>
                </a:lnTo>
                <a:lnTo>
                  <a:pt x="679" y="653"/>
                </a:lnTo>
                <a:lnTo>
                  <a:pt x="679" y="655"/>
                </a:lnTo>
                <a:lnTo>
                  <a:pt x="678" y="655"/>
                </a:lnTo>
                <a:lnTo>
                  <a:pt x="677" y="655"/>
                </a:lnTo>
                <a:lnTo>
                  <a:pt x="676" y="656"/>
                </a:lnTo>
                <a:lnTo>
                  <a:pt x="675" y="656"/>
                </a:lnTo>
                <a:lnTo>
                  <a:pt x="674" y="655"/>
                </a:lnTo>
                <a:lnTo>
                  <a:pt x="674" y="656"/>
                </a:lnTo>
                <a:lnTo>
                  <a:pt x="673" y="656"/>
                </a:lnTo>
                <a:lnTo>
                  <a:pt x="672" y="656"/>
                </a:lnTo>
                <a:lnTo>
                  <a:pt x="671" y="656"/>
                </a:lnTo>
                <a:lnTo>
                  <a:pt x="670" y="656"/>
                </a:lnTo>
                <a:lnTo>
                  <a:pt x="670" y="657"/>
                </a:lnTo>
                <a:lnTo>
                  <a:pt x="669" y="657"/>
                </a:lnTo>
                <a:lnTo>
                  <a:pt x="668" y="657"/>
                </a:lnTo>
                <a:lnTo>
                  <a:pt x="668" y="658"/>
                </a:lnTo>
                <a:lnTo>
                  <a:pt x="667" y="658"/>
                </a:lnTo>
                <a:lnTo>
                  <a:pt x="667" y="657"/>
                </a:lnTo>
                <a:lnTo>
                  <a:pt x="666" y="657"/>
                </a:lnTo>
                <a:lnTo>
                  <a:pt x="666" y="656"/>
                </a:lnTo>
                <a:lnTo>
                  <a:pt x="667" y="656"/>
                </a:lnTo>
                <a:lnTo>
                  <a:pt x="666" y="656"/>
                </a:lnTo>
                <a:lnTo>
                  <a:pt x="665" y="656"/>
                </a:lnTo>
                <a:lnTo>
                  <a:pt x="664" y="656"/>
                </a:lnTo>
                <a:lnTo>
                  <a:pt x="663" y="657"/>
                </a:lnTo>
                <a:lnTo>
                  <a:pt x="662" y="657"/>
                </a:lnTo>
                <a:lnTo>
                  <a:pt x="661" y="657"/>
                </a:lnTo>
                <a:lnTo>
                  <a:pt x="661" y="658"/>
                </a:lnTo>
                <a:lnTo>
                  <a:pt x="661" y="657"/>
                </a:lnTo>
                <a:lnTo>
                  <a:pt x="660" y="658"/>
                </a:lnTo>
                <a:lnTo>
                  <a:pt x="659" y="658"/>
                </a:lnTo>
                <a:lnTo>
                  <a:pt x="659" y="659"/>
                </a:lnTo>
                <a:lnTo>
                  <a:pt x="658" y="659"/>
                </a:lnTo>
                <a:lnTo>
                  <a:pt x="658" y="660"/>
                </a:lnTo>
                <a:lnTo>
                  <a:pt x="657" y="660"/>
                </a:lnTo>
                <a:lnTo>
                  <a:pt x="656" y="660"/>
                </a:lnTo>
                <a:lnTo>
                  <a:pt x="656" y="661"/>
                </a:lnTo>
                <a:lnTo>
                  <a:pt x="656" y="660"/>
                </a:lnTo>
                <a:lnTo>
                  <a:pt x="655" y="660"/>
                </a:lnTo>
                <a:lnTo>
                  <a:pt x="654" y="660"/>
                </a:lnTo>
                <a:lnTo>
                  <a:pt x="653" y="660"/>
                </a:lnTo>
                <a:lnTo>
                  <a:pt x="653" y="661"/>
                </a:lnTo>
                <a:lnTo>
                  <a:pt x="652" y="661"/>
                </a:lnTo>
                <a:lnTo>
                  <a:pt x="651" y="662"/>
                </a:lnTo>
                <a:lnTo>
                  <a:pt x="650" y="662"/>
                </a:lnTo>
                <a:lnTo>
                  <a:pt x="650" y="661"/>
                </a:lnTo>
                <a:lnTo>
                  <a:pt x="649" y="661"/>
                </a:lnTo>
                <a:lnTo>
                  <a:pt x="649" y="660"/>
                </a:lnTo>
                <a:lnTo>
                  <a:pt x="649" y="659"/>
                </a:lnTo>
                <a:lnTo>
                  <a:pt x="649" y="658"/>
                </a:lnTo>
                <a:lnTo>
                  <a:pt x="648" y="658"/>
                </a:lnTo>
                <a:lnTo>
                  <a:pt x="648" y="659"/>
                </a:lnTo>
                <a:lnTo>
                  <a:pt x="648" y="658"/>
                </a:lnTo>
                <a:lnTo>
                  <a:pt x="647" y="657"/>
                </a:lnTo>
                <a:lnTo>
                  <a:pt x="646" y="657"/>
                </a:lnTo>
                <a:lnTo>
                  <a:pt x="646" y="658"/>
                </a:lnTo>
                <a:lnTo>
                  <a:pt x="645" y="658"/>
                </a:lnTo>
                <a:lnTo>
                  <a:pt x="644" y="658"/>
                </a:lnTo>
                <a:lnTo>
                  <a:pt x="644" y="657"/>
                </a:lnTo>
                <a:lnTo>
                  <a:pt x="644" y="656"/>
                </a:lnTo>
                <a:lnTo>
                  <a:pt x="643" y="656"/>
                </a:lnTo>
                <a:lnTo>
                  <a:pt x="642" y="656"/>
                </a:lnTo>
                <a:lnTo>
                  <a:pt x="641" y="656"/>
                </a:lnTo>
                <a:lnTo>
                  <a:pt x="641" y="655"/>
                </a:lnTo>
                <a:lnTo>
                  <a:pt x="640" y="654"/>
                </a:lnTo>
                <a:lnTo>
                  <a:pt x="640" y="653"/>
                </a:lnTo>
                <a:lnTo>
                  <a:pt x="639" y="653"/>
                </a:lnTo>
                <a:lnTo>
                  <a:pt x="638" y="653"/>
                </a:lnTo>
                <a:lnTo>
                  <a:pt x="638" y="652"/>
                </a:lnTo>
                <a:lnTo>
                  <a:pt x="637" y="652"/>
                </a:lnTo>
                <a:lnTo>
                  <a:pt x="637" y="651"/>
                </a:lnTo>
                <a:lnTo>
                  <a:pt x="636" y="651"/>
                </a:lnTo>
                <a:lnTo>
                  <a:pt x="635" y="651"/>
                </a:lnTo>
                <a:lnTo>
                  <a:pt x="634" y="650"/>
                </a:lnTo>
                <a:lnTo>
                  <a:pt x="634" y="649"/>
                </a:lnTo>
                <a:lnTo>
                  <a:pt x="633" y="649"/>
                </a:lnTo>
                <a:lnTo>
                  <a:pt x="634" y="649"/>
                </a:lnTo>
                <a:lnTo>
                  <a:pt x="634" y="648"/>
                </a:lnTo>
                <a:lnTo>
                  <a:pt x="633" y="648"/>
                </a:lnTo>
                <a:lnTo>
                  <a:pt x="633" y="647"/>
                </a:lnTo>
                <a:lnTo>
                  <a:pt x="632" y="647"/>
                </a:lnTo>
                <a:lnTo>
                  <a:pt x="633" y="647"/>
                </a:lnTo>
                <a:lnTo>
                  <a:pt x="633" y="646"/>
                </a:lnTo>
                <a:lnTo>
                  <a:pt x="632" y="645"/>
                </a:lnTo>
                <a:lnTo>
                  <a:pt x="632" y="644"/>
                </a:lnTo>
                <a:lnTo>
                  <a:pt x="631" y="644"/>
                </a:lnTo>
                <a:lnTo>
                  <a:pt x="630" y="644"/>
                </a:lnTo>
                <a:lnTo>
                  <a:pt x="629" y="643"/>
                </a:lnTo>
                <a:lnTo>
                  <a:pt x="628" y="643"/>
                </a:lnTo>
                <a:lnTo>
                  <a:pt x="627" y="642"/>
                </a:lnTo>
                <a:lnTo>
                  <a:pt x="626" y="641"/>
                </a:lnTo>
                <a:lnTo>
                  <a:pt x="626" y="640"/>
                </a:lnTo>
                <a:lnTo>
                  <a:pt x="627" y="640"/>
                </a:lnTo>
                <a:lnTo>
                  <a:pt x="628" y="640"/>
                </a:lnTo>
                <a:lnTo>
                  <a:pt x="629" y="640"/>
                </a:lnTo>
                <a:lnTo>
                  <a:pt x="630" y="640"/>
                </a:lnTo>
                <a:lnTo>
                  <a:pt x="631" y="640"/>
                </a:lnTo>
                <a:lnTo>
                  <a:pt x="632" y="640"/>
                </a:lnTo>
                <a:lnTo>
                  <a:pt x="633" y="640"/>
                </a:lnTo>
                <a:lnTo>
                  <a:pt x="634" y="639"/>
                </a:lnTo>
                <a:lnTo>
                  <a:pt x="635" y="638"/>
                </a:lnTo>
                <a:lnTo>
                  <a:pt x="635" y="637"/>
                </a:lnTo>
                <a:lnTo>
                  <a:pt x="635" y="636"/>
                </a:lnTo>
                <a:lnTo>
                  <a:pt x="636" y="636"/>
                </a:lnTo>
                <a:lnTo>
                  <a:pt x="637" y="636"/>
                </a:lnTo>
                <a:lnTo>
                  <a:pt x="637" y="635"/>
                </a:lnTo>
                <a:lnTo>
                  <a:pt x="638" y="635"/>
                </a:lnTo>
                <a:lnTo>
                  <a:pt x="638" y="634"/>
                </a:lnTo>
                <a:lnTo>
                  <a:pt x="639" y="634"/>
                </a:lnTo>
                <a:lnTo>
                  <a:pt x="640" y="634"/>
                </a:lnTo>
                <a:lnTo>
                  <a:pt x="640" y="632"/>
                </a:lnTo>
                <a:lnTo>
                  <a:pt x="639" y="632"/>
                </a:lnTo>
                <a:lnTo>
                  <a:pt x="639" y="631"/>
                </a:lnTo>
                <a:lnTo>
                  <a:pt x="639" y="630"/>
                </a:lnTo>
                <a:lnTo>
                  <a:pt x="640" y="629"/>
                </a:lnTo>
                <a:lnTo>
                  <a:pt x="640" y="628"/>
                </a:lnTo>
                <a:lnTo>
                  <a:pt x="639" y="628"/>
                </a:lnTo>
                <a:lnTo>
                  <a:pt x="638" y="628"/>
                </a:lnTo>
                <a:lnTo>
                  <a:pt x="637" y="628"/>
                </a:lnTo>
                <a:lnTo>
                  <a:pt x="636" y="628"/>
                </a:lnTo>
                <a:lnTo>
                  <a:pt x="636" y="627"/>
                </a:lnTo>
                <a:lnTo>
                  <a:pt x="635" y="626"/>
                </a:lnTo>
                <a:lnTo>
                  <a:pt x="635" y="625"/>
                </a:lnTo>
                <a:lnTo>
                  <a:pt x="636" y="625"/>
                </a:lnTo>
                <a:lnTo>
                  <a:pt x="637" y="625"/>
                </a:lnTo>
                <a:lnTo>
                  <a:pt x="637" y="624"/>
                </a:lnTo>
                <a:lnTo>
                  <a:pt x="638" y="624"/>
                </a:lnTo>
                <a:lnTo>
                  <a:pt x="639" y="624"/>
                </a:lnTo>
                <a:lnTo>
                  <a:pt x="640" y="623"/>
                </a:lnTo>
                <a:lnTo>
                  <a:pt x="640" y="622"/>
                </a:lnTo>
                <a:lnTo>
                  <a:pt x="641" y="621"/>
                </a:lnTo>
                <a:lnTo>
                  <a:pt x="640" y="620"/>
                </a:lnTo>
                <a:lnTo>
                  <a:pt x="639" y="620"/>
                </a:lnTo>
                <a:lnTo>
                  <a:pt x="639" y="619"/>
                </a:lnTo>
                <a:lnTo>
                  <a:pt x="639" y="618"/>
                </a:lnTo>
                <a:lnTo>
                  <a:pt x="638" y="618"/>
                </a:lnTo>
                <a:lnTo>
                  <a:pt x="637" y="618"/>
                </a:lnTo>
                <a:lnTo>
                  <a:pt x="635" y="618"/>
                </a:lnTo>
                <a:lnTo>
                  <a:pt x="635" y="617"/>
                </a:lnTo>
                <a:lnTo>
                  <a:pt x="635" y="616"/>
                </a:lnTo>
                <a:lnTo>
                  <a:pt x="634" y="615"/>
                </a:lnTo>
                <a:lnTo>
                  <a:pt x="634" y="613"/>
                </a:lnTo>
                <a:lnTo>
                  <a:pt x="634" y="612"/>
                </a:lnTo>
                <a:lnTo>
                  <a:pt x="633" y="612"/>
                </a:lnTo>
                <a:lnTo>
                  <a:pt x="632" y="611"/>
                </a:lnTo>
                <a:lnTo>
                  <a:pt x="631" y="611"/>
                </a:lnTo>
                <a:lnTo>
                  <a:pt x="630" y="611"/>
                </a:lnTo>
                <a:lnTo>
                  <a:pt x="630" y="612"/>
                </a:lnTo>
                <a:lnTo>
                  <a:pt x="629" y="612"/>
                </a:lnTo>
                <a:lnTo>
                  <a:pt x="628" y="613"/>
                </a:lnTo>
                <a:lnTo>
                  <a:pt x="628" y="614"/>
                </a:lnTo>
                <a:lnTo>
                  <a:pt x="627" y="614"/>
                </a:lnTo>
                <a:lnTo>
                  <a:pt x="626" y="614"/>
                </a:lnTo>
                <a:lnTo>
                  <a:pt x="625" y="614"/>
                </a:lnTo>
                <a:lnTo>
                  <a:pt x="625" y="613"/>
                </a:lnTo>
                <a:lnTo>
                  <a:pt x="626" y="613"/>
                </a:lnTo>
                <a:lnTo>
                  <a:pt x="626" y="612"/>
                </a:lnTo>
                <a:lnTo>
                  <a:pt x="625" y="612"/>
                </a:lnTo>
                <a:lnTo>
                  <a:pt x="625" y="611"/>
                </a:lnTo>
                <a:lnTo>
                  <a:pt x="624" y="609"/>
                </a:lnTo>
                <a:lnTo>
                  <a:pt x="624" y="608"/>
                </a:lnTo>
                <a:lnTo>
                  <a:pt x="623" y="608"/>
                </a:lnTo>
                <a:lnTo>
                  <a:pt x="623" y="607"/>
                </a:lnTo>
                <a:lnTo>
                  <a:pt x="623" y="606"/>
                </a:lnTo>
                <a:lnTo>
                  <a:pt x="624" y="606"/>
                </a:lnTo>
                <a:lnTo>
                  <a:pt x="622" y="606"/>
                </a:lnTo>
                <a:lnTo>
                  <a:pt x="622" y="605"/>
                </a:lnTo>
                <a:lnTo>
                  <a:pt x="622" y="604"/>
                </a:lnTo>
                <a:lnTo>
                  <a:pt x="622" y="603"/>
                </a:lnTo>
                <a:lnTo>
                  <a:pt x="623" y="603"/>
                </a:lnTo>
                <a:lnTo>
                  <a:pt x="623" y="602"/>
                </a:lnTo>
                <a:lnTo>
                  <a:pt x="623" y="601"/>
                </a:lnTo>
                <a:lnTo>
                  <a:pt x="622" y="600"/>
                </a:lnTo>
                <a:lnTo>
                  <a:pt x="622" y="599"/>
                </a:lnTo>
                <a:lnTo>
                  <a:pt x="623" y="598"/>
                </a:lnTo>
                <a:lnTo>
                  <a:pt x="623" y="597"/>
                </a:lnTo>
                <a:lnTo>
                  <a:pt x="622" y="596"/>
                </a:lnTo>
                <a:lnTo>
                  <a:pt x="622" y="595"/>
                </a:lnTo>
                <a:lnTo>
                  <a:pt x="623" y="595"/>
                </a:lnTo>
                <a:lnTo>
                  <a:pt x="623" y="594"/>
                </a:lnTo>
                <a:lnTo>
                  <a:pt x="622" y="594"/>
                </a:lnTo>
                <a:lnTo>
                  <a:pt x="621" y="594"/>
                </a:lnTo>
                <a:lnTo>
                  <a:pt x="621" y="593"/>
                </a:lnTo>
                <a:lnTo>
                  <a:pt x="621" y="592"/>
                </a:lnTo>
                <a:lnTo>
                  <a:pt x="621" y="591"/>
                </a:lnTo>
                <a:lnTo>
                  <a:pt x="622" y="591"/>
                </a:lnTo>
                <a:lnTo>
                  <a:pt x="623" y="591"/>
                </a:lnTo>
                <a:lnTo>
                  <a:pt x="625" y="591"/>
                </a:lnTo>
                <a:lnTo>
                  <a:pt x="626" y="590"/>
                </a:lnTo>
                <a:lnTo>
                  <a:pt x="627" y="590"/>
                </a:lnTo>
                <a:lnTo>
                  <a:pt x="627" y="591"/>
                </a:lnTo>
                <a:lnTo>
                  <a:pt x="628" y="591"/>
                </a:lnTo>
                <a:lnTo>
                  <a:pt x="628" y="590"/>
                </a:lnTo>
                <a:lnTo>
                  <a:pt x="628" y="589"/>
                </a:lnTo>
                <a:lnTo>
                  <a:pt x="629" y="589"/>
                </a:lnTo>
                <a:lnTo>
                  <a:pt x="629" y="588"/>
                </a:lnTo>
                <a:lnTo>
                  <a:pt x="629" y="589"/>
                </a:lnTo>
                <a:lnTo>
                  <a:pt x="630" y="589"/>
                </a:lnTo>
                <a:lnTo>
                  <a:pt x="631" y="589"/>
                </a:lnTo>
                <a:lnTo>
                  <a:pt x="631" y="588"/>
                </a:lnTo>
                <a:lnTo>
                  <a:pt x="631" y="587"/>
                </a:lnTo>
                <a:lnTo>
                  <a:pt x="632" y="587"/>
                </a:lnTo>
                <a:lnTo>
                  <a:pt x="632" y="586"/>
                </a:lnTo>
                <a:lnTo>
                  <a:pt x="632" y="585"/>
                </a:lnTo>
                <a:lnTo>
                  <a:pt x="633" y="585"/>
                </a:lnTo>
                <a:lnTo>
                  <a:pt x="634" y="584"/>
                </a:lnTo>
                <a:lnTo>
                  <a:pt x="635" y="584"/>
                </a:lnTo>
                <a:lnTo>
                  <a:pt x="635" y="585"/>
                </a:lnTo>
                <a:lnTo>
                  <a:pt x="636" y="585"/>
                </a:lnTo>
                <a:lnTo>
                  <a:pt x="636" y="584"/>
                </a:lnTo>
                <a:lnTo>
                  <a:pt x="637" y="584"/>
                </a:lnTo>
                <a:lnTo>
                  <a:pt x="637" y="583"/>
                </a:lnTo>
                <a:lnTo>
                  <a:pt x="637" y="582"/>
                </a:lnTo>
                <a:lnTo>
                  <a:pt x="637" y="581"/>
                </a:lnTo>
                <a:lnTo>
                  <a:pt x="636" y="580"/>
                </a:lnTo>
                <a:lnTo>
                  <a:pt x="635" y="580"/>
                </a:lnTo>
                <a:lnTo>
                  <a:pt x="634" y="580"/>
                </a:lnTo>
                <a:lnTo>
                  <a:pt x="633" y="580"/>
                </a:lnTo>
                <a:lnTo>
                  <a:pt x="633" y="579"/>
                </a:lnTo>
                <a:lnTo>
                  <a:pt x="632" y="579"/>
                </a:lnTo>
                <a:lnTo>
                  <a:pt x="631" y="580"/>
                </a:lnTo>
                <a:lnTo>
                  <a:pt x="630" y="580"/>
                </a:lnTo>
                <a:lnTo>
                  <a:pt x="629" y="580"/>
                </a:lnTo>
                <a:lnTo>
                  <a:pt x="629" y="581"/>
                </a:lnTo>
                <a:lnTo>
                  <a:pt x="628" y="582"/>
                </a:lnTo>
                <a:lnTo>
                  <a:pt x="627" y="583"/>
                </a:lnTo>
                <a:lnTo>
                  <a:pt x="626" y="583"/>
                </a:lnTo>
                <a:lnTo>
                  <a:pt x="626" y="582"/>
                </a:lnTo>
                <a:lnTo>
                  <a:pt x="626" y="581"/>
                </a:lnTo>
                <a:lnTo>
                  <a:pt x="625" y="581"/>
                </a:lnTo>
                <a:lnTo>
                  <a:pt x="624" y="581"/>
                </a:lnTo>
                <a:lnTo>
                  <a:pt x="623" y="581"/>
                </a:lnTo>
                <a:lnTo>
                  <a:pt x="623" y="580"/>
                </a:lnTo>
                <a:lnTo>
                  <a:pt x="622" y="580"/>
                </a:lnTo>
                <a:lnTo>
                  <a:pt x="622" y="579"/>
                </a:lnTo>
                <a:lnTo>
                  <a:pt x="622" y="578"/>
                </a:lnTo>
                <a:lnTo>
                  <a:pt x="621" y="578"/>
                </a:lnTo>
                <a:lnTo>
                  <a:pt x="621" y="579"/>
                </a:lnTo>
                <a:lnTo>
                  <a:pt x="621" y="580"/>
                </a:lnTo>
                <a:lnTo>
                  <a:pt x="620" y="580"/>
                </a:lnTo>
                <a:lnTo>
                  <a:pt x="620" y="581"/>
                </a:lnTo>
                <a:lnTo>
                  <a:pt x="619" y="581"/>
                </a:lnTo>
                <a:lnTo>
                  <a:pt x="618" y="580"/>
                </a:lnTo>
                <a:lnTo>
                  <a:pt x="617" y="581"/>
                </a:lnTo>
                <a:lnTo>
                  <a:pt x="616" y="581"/>
                </a:lnTo>
                <a:lnTo>
                  <a:pt x="615" y="580"/>
                </a:lnTo>
                <a:lnTo>
                  <a:pt x="614" y="580"/>
                </a:lnTo>
                <a:lnTo>
                  <a:pt x="613" y="580"/>
                </a:lnTo>
                <a:lnTo>
                  <a:pt x="612" y="580"/>
                </a:lnTo>
                <a:lnTo>
                  <a:pt x="612" y="581"/>
                </a:lnTo>
                <a:lnTo>
                  <a:pt x="611" y="580"/>
                </a:lnTo>
                <a:lnTo>
                  <a:pt x="610" y="581"/>
                </a:lnTo>
                <a:lnTo>
                  <a:pt x="609" y="581"/>
                </a:lnTo>
                <a:lnTo>
                  <a:pt x="609" y="582"/>
                </a:lnTo>
                <a:lnTo>
                  <a:pt x="609" y="583"/>
                </a:lnTo>
                <a:lnTo>
                  <a:pt x="608" y="583"/>
                </a:lnTo>
                <a:lnTo>
                  <a:pt x="608" y="584"/>
                </a:lnTo>
                <a:lnTo>
                  <a:pt x="607" y="584"/>
                </a:lnTo>
                <a:lnTo>
                  <a:pt x="606" y="583"/>
                </a:lnTo>
                <a:lnTo>
                  <a:pt x="606" y="582"/>
                </a:lnTo>
                <a:lnTo>
                  <a:pt x="605" y="582"/>
                </a:lnTo>
                <a:lnTo>
                  <a:pt x="604" y="581"/>
                </a:lnTo>
                <a:lnTo>
                  <a:pt x="604" y="582"/>
                </a:lnTo>
                <a:lnTo>
                  <a:pt x="603" y="582"/>
                </a:lnTo>
                <a:lnTo>
                  <a:pt x="603" y="581"/>
                </a:lnTo>
                <a:lnTo>
                  <a:pt x="603" y="582"/>
                </a:lnTo>
                <a:lnTo>
                  <a:pt x="602" y="582"/>
                </a:lnTo>
                <a:lnTo>
                  <a:pt x="601" y="582"/>
                </a:lnTo>
                <a:lnTo>
                  <a:pt x="600" y="582"/>
                </a:lnTo>
                <a:lnTo>
                  <a:pt x="599" y="583"/>
                </a:lnTo>
                <a:lnTo>
                  <a:pt x="598" y="583"/>
                </a:lnTo>
                <a:lnTo>
                  <a:pt x="597" y="583"/>
                </a:lnTo>
                <a:lnTo>
                  <a:pt x="596" y="584"/>
                </a:lnTo>
                <a:lnTo>
                  <a:pt x="595" y="584"/>
                </a:lnTo>
                <a:lnTo>
                  <a:pt x="594" y="584"/>
                </a:lnTo>
                <a:lnTo>
                  <a:pt x="594" y="583"/>
                </a:lnTo>
                <a:lnTo>
                  <a:pt x="593" y="583"/>
                </a:lnTo>
                <a:lnTo>
                  <a:pt x="593" y="582"/>
                </a:lnTo>
                <a:lnTo>
                  <a:pt x="592" y="582"/>
                </a:lnTo>
                <a:lnTo>
                  <a:pt x="592" y="581"/>
                </a:lnTo>
                <a:lnTo>
                  <a:pt x="591" y="581"/>
                </a:lnTo>
                <a:lnTo>
                  <a:pt x="590" y="581"/>
                </a:lnTo>
                <a:lnTo>
                  <a:pt x="590" y="582"/>
                </a:lnTo>
                <a:lnTo>
                  <a:pt x="589" y="582"/>
                </a:lnTo>
                <a:lnTo>
                  <a:pt x="588" y="582"/>
                </a:lnTo>
                <a:lnTo>
                  <a:pt x="588" y="581"/>
                </a:lnTo>
                <a:lnTo>
                  <a:pt x="587" y="581"/>
                </a:lnTo>
                <a:lnTo>
                  <a:pt x="587" y="580"/>
                </a:lnTo>
                <a:lnTo>
                  <a:pt x="588" y="580"/>
                </a:lnTo>
                <a:lnTo>
                  <a:pt x="588" y="579"/>
                </a:lnTo>
                <a:lnTo>
                  <a:pt x="587" y="579"/>
                </a:lnTo>
                <a:lnTo>
                  <a:pt x="587" y="578"/>
                </a:lnTo>
                <a:lnTo>
                  <a:pt x="586" y="577"/>
                </a:lnTo>
                <a:lnTo>
                  <a:pt x="585" y="577"/>
                </a:lnTo>
                <a:lnTo>
                  <a:pt x="585" y="578"/>
                </a:lnTo>
                <a:lnTo>
                  <a:pt x="585" y="579"/>
                </a:lnTo>
                <a:lnTo>
                  <a:pt x="584" y="580"/>
                </a:lnTo>
                <a:lnTo>
                  <a:pt x="585" y="580"/>
                </a:lnTo>
                <a:lnTo>
                  <a:pt x="585" y="581"/>
                </a:lnTo>
                <a:lnTo>
                  <a:pt x="584" y="581"/>
                </a:lnTo>
                <a:lnTo>
                  <a:pt x="584" y="582"/>
                </a:lnTo>
                <a:lnTo>
                  <a:pt x="584" y="583"/>
                </a:lnTo>
                <a:lnTo>
                  <a:pt x="584" y="584"/>
                </a:lnTo>
                <a:lnTo>
                  <a:pt x="584" y="585"/>
                </a:lnTo>
                <a:lnTo>
                  <a:pt x="584" y="586"/>
                </a:lnTo>
                <a:lnTo>
                  <a:pt x="583" y="587"/>
                </a:lnTo>
                <a:lnTo>
                  <a:pt x="582" y="588"/>
                </a:lnTo>
                <a:lnTo>
                  <a:pt x="581" y="588"/>
                </a:lnTo>
                <a:lnTo>
                  <a:pt x="581" y="589"/>
                </a:lnTo>
                <a:lnTo>
                  <a:pt x="581" y="591"/>
                </a:lnTo>
                <a:lnTo>
                  <a:pt x="580" y="592"/>
                </a:lnTo>
                <a:lnTo>
                  <a:pt x="579" y="592"/>
                </a:lnTo>
                <a:lnTo>
                  <a:pt x="580" y="593"/>
                </a:lnTo>
                <a:lnTo>
                  <a:pt x="580" y="594"/>
                </a:lnTo>
                <a:lnTo>
                  <a:pt x="581" y="594"/>
                </a:lnTo>
                <a:lnTo>
                  <a:pt x="581" y="595"/>
                </a:lnTo>
                <a:lnTo>
                  <a:pt x="582" y="595"/>
                </a:lnTo>
                <a:lnTo>
                  <a:pt x="582" y="596"/>
                </a:lnTo>
                <a:lnTo>
                  <a:pt x="583" y="597"/>
                </a:lnTo>
                <a:lnTo>
                  <a:pt x="583" y="598"/>
                </a:lnTo>
                <a:lnTo>
                  <a:pt x="584" y="599"/>
                </a:lnTo>
                <a:lnTo>
                  <a:pt x="584" y="600"/>
                </a:lnTo>
                <a:lnTo>
                  <a:pt x="583" y="601"/>
                </a:lnTo>
                <a:lnTo>
                  <a:pt x="584" y="601"/>
                </a:lnTo>
                <a:lnTo>
                  <a:pt x="584" y="603"/>
                </a:lnTo>
                <a:lnTo>
                  <a:pt x="585" y="603"/>
                </a:lnTo>
                <a:lnTo>
                  <a:pt x="585" y="604"/>
                </a:lnTo>
                <a:lnTo>
                  <a:pt x="586" y="604"/>
                </a:lnTo>
                <a:lnTo>
                  <a:pt x="586" y="605"/>
                </a:lnTo>
                <a:lnTo>
                  <a:pt x="586" y="606"/>
                </a:lnTo>
                <a:lnTo>
                  <a:pt x="586" y="607"/>
                </a:lnTo>
                <a:lnTo>
                  <a:pt x="586" y="608"/>
                </a:lnTo>
                <a:lnTo>
                  <a:pt x="586" y="609"/>
                </a:lnTo>
                <a:lnTo>
                  <a:pt x="586" y="610"/>
                </a:lnTo>
                <a:lnTo>
                  <a:pt x="586" y="611"/>
                </a:lnTo>
                <a:lnTo>
                  <a:pt x="587" y="611"/>
                </a:lnTo>
                <a:lnTo>
                  <a:pt x="587" y="612"/>
                </a:lnTo>
                <a:lnTo>
                  <a:pt x="588" y="613"/>
                </a:lnTo>
                <a:lnTo>
                  <a:pt x="588" y="614"/>
                </a:lnTo>
                <a:lnTo>
                  <a:pt x="587" y="615"/>
                </a:lnTo>
                <a:lnTo>
                  <a:pt x="586" y="615"/>
                </a:lnTo>
                <a:lnTo>
                  <a:pt x="586" y="616"/>
                </a:lnTo>
                <a:lnTo>
                  <a:pt x="585" y="616"/>
                </a:lnTo>
                <a:lnTo>
                  <a:pt x="584" y="616"/>
                </a:lnTo>
                <a:lnTo>
                  <a:pt x="583" y="617"/>
                </a:lnTo>
                <a:lnTo>
                  <a:pt x="583" y="618"/>
                </a:lnTo>
                <a:lnTo>
                  <a:pt x="582" y="618"/>
                </a:lnTo>
                <a:lnTo>
                  <a:pt x="582" y="619"/>
                </a:lnTo>
                <a:lnTo>
                  <a:pt x="581" y="619"/>
                </a:lnTo>
                <a:lnTo>
                  <a:pt x="580" y="619"/>
                </a:lnTo>
                <a:lnTo>
                  <a:pt x="580" y="620"/>
                </a:lnTo>
                <a:lnTo>
                  <a:pt x="579" y="620"/>
                </a:lnTo>
                <a:lnTo>
                  <a:pt x="579" y="621"/>
                </a:lnTo>
                <a:lnTo>
                  <a:pt x="579" y="622"/>
                </a:lnTo>
                <a:lnTo>
                  <a:pt x="578" y="622"/>
                </a:lnTo>
                <a:lnTo>
                  <a:pt x="577" y="622"/>
                </a:lnTo>
                <a:lnTo>
                  <a:pt x="576" y="622"/>
                </a:lnTo>
                <a:lnTo>
                  <a:pt x="576" y="621"/>
                </a:lnTo>
                <a:lnTo>
                  <a:pt x="575" y="621"/>
                </a:lnTo>
                <a:lnTo>
                  <a:pt x="575" y="622"/>
                </a:lnTo>
                <a:lnTo>
                  <a:pt x="574" y="622"/>
                </a:lnTo>
                <a:lnTo>
                  <a:pt x="574" y="623"/>
                </a:lnTo>
                <a:lnTo>
                  <a:pt x="574" y="624"/>
                </a:lnTo>
                <a:lnTo>
                  <a:pt x="574" y="625"/>
                </a:lnTo>
                <a:lnTo>
                  <a:pt x="573" y="625"/>
                </a:lnTo>
                <a:lnTo>
                  <a:pt x="572" y="625"/>
                </a:lnTo>
                <a:lnTo>
                  <a:pt x="571" y="624"/>
                </a:lnTo>
                <a:lnTo>
                  <a:pt x="571" y="623"/>
                </a:lnTo>
                <a:lnTo>
                  <a:pt x="571" y="622"/>
                </a:lnTo>
                <a:lnTo>
                  <a:pt x="570" y="621"/>
                </a:lnTo>
                <a:lnTo>
                  <a:pt x="569" y="621"/>
                </a:lnTo>
                <a:lnTo>
                  <a:pt x="568" y="620"/>
                </a:lnTo>
                <a:lnTo>
                  <a:pt x="567" y="619"/>
                </a:lnTo>
                <a:lnTo>
                  <a:pt x="566" y="619"/>
                </a:lnTo>
                <a:lnTo>
                  <a:pt x="565" y="619"/>
                </a:lnTo>
                <a:lnTo>
                  <a:pt x="565" y="620"/>
                </a:lnTo>
                <a:lnTo>
                  <a:pt x="565" y="621"/>
                </a:lnTo>
                <a:lnTo>
                  <a:pt x="564" y="621"/>
                </a:lnTo>
                <a:lnTo>
                  <a:pt x="563" y="621"/>
                </a:lnTo>
                <a:lnTo>
                  <a:pt x="562" y="622"/>
                </a:lnTo>
                <a:lnTo>
                  <a:pt x="561" y="622"/>
                </a:lnTo>
                <a:lnTo>
                  <a:pt x="560" y="622"/>
                </a:lnTo>
                <a:lnTo>
                  <a:pt x="560" y="623"/>
                </a:lnTo>
                <a:lnTo>
                  <a:pt x="560" y="624"/>
                </a:lnTo>
                <a:lnTo>
                  <a:pt x="559" y="624"/>
                </a:lnTo>
                <a:lnTo>
                  <a:pt x="559" y="625"/>
                </a:lnTo>
                <a:lnTo>
                  <a:pt x="559" y="626"/>
                </a:lnTo>
                <a:lnTo>
                  <a:pt x="558" y="626"/>
                </a:lnTo>
                <a:lnTo>
                  <a:pt x="558" y="627"/>
                </a:lnTo>
                <a:lnTo>
                  <a:pt x="557" y="628"/>
                </a:lnTo>
                <a:lnTo>
                  <a:pt x="556" y="629"/>
                </a:lnTo>
                <a:lnTo>
                  <a:pt x="555" y="629"/>
                </a:lnTo>
                <a:lnTo>
                  <a:pt x="555" y="630"/>
                </a:lnTo>
                <a:lnTo>
                  <a:pt x="554" y="630"/>
                </a:lnTo>
                <a:lnTo>
                  <a:pt x="554" y="631"/>
                </a:lnTo>
                <a:lnTo>
                  <a:pt x="553" y="631"/>
                </a:lnTo>
                <a:lnTo>
                  <a:pt x="553" y="632"/>
                </a:lnTo>
                <a:lnTo>
                  <a:pt x="552" y="632"/>
                </a:lnTo>
                <a:lnTo>
                  <a:pt x="551" y="633"/>
                </a:lnTo>
                <a:lnTo>
                  <a:pt x="550" y="633"/>
                </a:lnTo>
                <a:lnTo>
                  <a:pt x="549" y="633"/>
                </a:lnTo>
                <a:lnTo>
                  <a:pt x="549" y="634"/>
                </a:lnTo>
                <a:lnTo>
                  <a:pt x="549" y="635"/>
                </a:lnTo>
                <a:lnTo>
                  <a:pt x="550" y="635"/>
                </a:lnTo>
                <a:lnTo>
                  <a:pt x="550" y="636"/>
                </a:lnTo>
                <a:lnTo>
                  <a:pt x="550" y="637"/>
                </a:lnTo>
                <a:lnTo>
                  <a:pt x="549" y="637"/>
                </a:lnTo>
                <a:lnTo>
                  <a:pt x="549" y="638"/>
                </a:lnTo>
                <a:lnTo>
                  <a:pt x="548" y="638"/>
                </a:lnTo>
                <a:lnTo>
                  <a:pt x="548" y="639"/>
                </a:lnTo>
                <a:lnTo>
                  <a:pt x="548" y="640"/>
                </a:lnTo>
                <a:lnTo>
                  <a:pt x="547" y="641"/>
                </a:lnTo>
                <a:lnTo>
                  <a:pt x="548" y="641"/>
                </a:lnTo>
                <a:lnTo>
                  <a:pt x="548" y="642"/>
                </a:lnTo>
                <a:lnTo>
                  <a:pt x="549" y="642"/>
                </a:lnTo>
                <a:lnTo>
                  <a:pt x="549" y="643"/>
                </a:lnTo>
                <a:lnTo>
                  <a:pt x="550" y="643"/>
                </a:lnTo>
                <a:lnTo>
                  <a:pt x="550" y="644"/>
                </a:lnTo>
                <a:lnTo>
                  <a:pt x="551" y="643"/>
                </a:lnTo>
                <a:lnTo>
                  <a:pt x="551" y="642"/>
                </a:lnTo>
                <a:lnTo>
                  <a:pt x="552" y="642"/>
                </a:lnTo>
                <a:lnTo>
                  <a:pt x="553" y="642"/>
                </a:lnTo>
                <a:lnTo>
                  <a:pt x="553" y="643"/>
                </a:lnTo>
                <a:lnTo>
                  <a:pt x="554" y="644"/>
                </a:lnTo>
                <a:lnTo>
                  <a:pt x="553" y="644"/>
                </a:lnTo>
                <a:lnTo>
                  <a:pt x="553" y="645"/>
                </a:lnTo>
                <a:lnTo>
                  <a:pt x="553" y="646"/>
                </a:lnTo>
                <a:lnTo>
                  <a:pt x="554" y="647"/>
                </a:lnTo>
                <a:lnTo>
                  <a:pt x="554" y="648"/>
                </a:lnTo>
                <a:lnTo>
                  <a:pt x="555" y="649"/>
                </a:lnTo>
                <a:lnTo>
                  <a:pt x="557" y="649"/>
                </a:lnTo>
                <a:lnTo>
                  <a:pt x="558" y="649"/>
                </a:lnTo>
                <a:lnTo>
                  <a:pt x="558" y="648"/>
                </a:lnTo>
                <a:lnTo>
                  <a:pt x="559" y="648"/>
                </a:lnTo>
                <a:lnTo>
                  <a:pt x="560" y="648"/>
                </a:lnTo>
                <a:lnTo>
                  <a:pt x="560" y="649"/>
                </a:lnTo>
                <a:lnTo>
                  <a:pt x="559" y="650"/>
                </a:lnTo>
                <a:lnTo>
                  <a:pt x="558" y="650"/>
                </a:lnTo>
                <a:lnTo>
                  <a:pt x="556" y="652"/>
                </a:lnTo>
                <a:lnTo>
                  <a:pt x="556" y="653"/>
                </a:lnTo>
                <a:lnTo>
                  <a:pt x="555" y="653"/>
                </a:lnTo>
                <a:lnTo>
                  <a:pt x="555" y="654"/>
                </a:lnTo>
                <a:lnTo>
                  <a:pt x="554" y="655"/>
                </a:lnTo>
                <a:lnTo>
                  <a:pt x="554" y="656"/>
                </a:lnTo>
                <a:lnTo>
                  <a:pt x="554" y="657"/>
                </a:lnTo>
                <a:lnTo>
                  <a:pt x="554" y="658"/>
                </a:lnTo>
                <a:lnTo>
                  <a:pt x="554" y="659"/>
                </a:lnTo>
                <a:lnTo>
                  <a:pt x="554" y="660"/>
                </a:lnTo>
                <a:lnTo>
                  <a:pt x="554" y="661"/>
                </a:lnTo>
                <a:lnTo>
                  <a:pt x="555" y="662"/>
                </a:lnTo>
                <a:lnTo>
                  <a:pt x="554" y="663"/>
                </a:lnTo>
                <a:lnTo>
                  <a:pt x="554" y="664"/>
                </a:lnTo>
                <a:lnTo>
                  <a:pt x="554" y="665"/>
                </a:lnTo>
                <a:lnTo>
                  <a:pt x="553" y="666"/>
                </a:lnTo>
                <a:lnTo>
                  <a:pt x="553" y="667"/>
                </a:lnTo>
                <a:lnTo>
                  <a:pt x="552" y="667"/>
                </a:lnTo>
                <a:lnTo>
                  <a:pt x="551" y="667"/>
                </a:lnTo>
                <a:lnTo>
                  <a:pt x="551" y="668"/>
                </a:lnTo>
                <a:lnTo>
                  <a:pt x="550" y="668"/>
                </a:lnTo>
                <a:lnTo>
                  <a:pt x="550" y="669"/>
                </a:lnTo>
                <a:lnTo>
                  <a:pt x="550" y="670"/>
                </a:lnTo>
                <a:lnTo>
                  <a:pt x="549" y="671"/>
                </a:lnTo>
                <a:lnTo>
                  <a:pt x="548" y="671"/>
                </a:lnTo>
                <a:lnTo>
                  <a:pt x="547" y="672"/>
                </a:lnTo>
                <a:lnTo>
                  <a:pt x="546" y="672"/>
                </a:lnTo>
                <a:lnTo>
                  <a:pt x="545" y="674"/>
                </a:lnTo>
                <a:lnTo>
                  <a:pt x="545" y="675"/>
                </a:lnTo>
                <a:lnTo>
                  <a:pt x="544" y="675"/>
                </a:lnTo>
                <a:lnTo>
                  <a:pt x="543" y="675"/>
                </a:lnTo>
                <a:lnTo>
                  <a:pt x="542" y="675"/>
                </a:lnTo>
                <a:lnTo>
                  <a:pt x="542" y="676"/>
                </a:lnTo>
                <a:lnTo>
                  <a:pt x="541" y="677"/>
                </a:lnTo>
                <a:lnTo>
                  <a:pt x="541" y="678"/>
                </a:lnTo>
                <a:lnTo>
                  <a:pt x="540" y="678"/>
                </a:lnTo>
                <a:lnTo>
                  <a:pt x="540" y="679"/>
                </a:lnTo>
                <a:lnTo>
                  <a:pt x="539" y="679"/>
                </a:lnTo>
                <a:lnTo>
                  <a:pt x="538" y="680"/>
                </a:lnTo>
                <a:lnTo>
                  <a:pt x="537" y="681"/>
                </a:lnTo>
                <a:lnTo>
                  <a:pt x="536" y="682"/>
                </a:lnTo>
                <a:lnTo>
                  <a:pt x="535" y="683"/>
                </a:lnTo>
                <a:lnTo>
                  <a:pt x="534" y="683"/>
                </a:lnTo>
                <a:lnTo>
                  <a:pt x="534" y="684"/>
                </a:lnTo>
                <a:lnTo>
                  <a:pt x="534" y="685"/>
                </a:lnTo>
                <a:lnTo>
                  <a:pt x="535" y="686"/>
                </a:lnTo>
                <a:lnTo>
                  <a:pt x="536" y="687"/>
                </a:lnTo>
                <a:lnTo>
                  <a:pt x="535" y="687"/>
                </a:lnTo>
                <a:lnTo>
                  <a:pt x="535" y="688"/>
                </a:lnTo>
                <a:lnTo>
                  <a:pt x="535" y="689"/>
                </a:lnTo>
                <a:lnTo>
                  <a:pt x="535" y="690"/>
                </a:lnTo>
                <a:lnTo>
                  <a:pt x="534" y="690"/>
                </a:lnTo>
                <a:lnTo>
                  <a:pt x="533" y="690"/>
                </a:lnTo>
                <a:lnTo>
                  <a:pt x="532" y="690"/>
                </a:lnTo>
                <a:lnTo>
                  <a:pt x="531" y="690"/>
                </a:lnTo>
                <a:lnTo>
                  <a:pt x="530" y="690"/>
                </a:lnTo>
                <a:lnTo>
                  <a:pt x="529" y="690"/>
                </a:lnTo>
                <a:lnTo>
                  <a:pt x="528" y="692"/>
                </a:lnTo>
                <a:lnTo>
                  <a:pt x="528" y="693"/>
                </a:lnTo>
                <a:lnTo>
                  <a:pt x="528" y="694"/>
                </a:lnTo>
                <a:lnTo>
                  <a:pt x="527" y="695"/>
                </a:lnTo>
                <a:lnTo>
                  <a:pt x="526" y="695"/>
                </a:lnTo>
                <a:lnTo>
                  <a:pt x="525" y="696"/>
                </a:lnTo>
                <a:lnTo>
                  <a:pt x="525" y="697"/>
                </a:lnTo>
                <a:lnTo>
                  <a:pt x="525" y="698"/>
                </a:lnTo>
                <a:lnTo>
                  <a:pt x="524" y="699"/>
                </a:lnTo>
                <a:lnTo>
                  <a:pt x="523" y="700"/>
                </a:lnTo>
                <a:lnTo>
                  <a:pt x="522" y="702"/>
                </a:lnTo>
                <a:lnTo>
                  <a:pt x="522" y="703"/>
                </a:lnTo>
                <a:lnTo>
                  <a:pt x="522" y="704"/>
                </a:lnTo>
                <a:lnTo>
                  <a:pt x="522" y="705"/>
                </a:lnTo>
                <a:lnTo>
                  <a:pt x="522" y="706"/>
                </a:lnTo>
                <a:lnTo>
                  <a:pt x="521" y="706"/>
                </a:lnTo>
                <a:lnTo>
                  <a:pt x="520" y="707"/>
                </a:lnTo>
                <a:lnTo>
                  <a:pt x="519" y="707"/>
                </a:lnTo>
                <a:lnTo>
                  <a:pt x="519" y="708"/>
                </a:lnTo>
                <a:lnTo>
                  <a:pt x="518" y="708"/>
                </a:lnTo>
                <a:lnTo>
                  <a:pt x="517" y="708"/>
                </a:lnTo>
                <a:lnTo>
                  <a:pt x="516" y="708"/>
                </a:lnTo>
                <a:lnTo>
                  <a:pt x="515" y="707"/>
                </a:lnTo>
                <a:lnTo>
                  <a:pt x="514" y="707"/>
                </a:lnTo>
                <a:lnTo>
                  <a:pt x="512" y="709"/>
                </a:lnTo>
                <a:lnTo>
                  <a:pt x="511" y="710"/>
                </a:lnTo>
                <a:lnTo>
                  <a:pt x="510" y="710"/>
                </a:lnTo>
                <a:lnTo>
                  <a:pt x="509" y="711"/>
                </a:lnTo>
                <a:lnTo>
                  <a:pt x="508" y="711"/>
                </a:lnTo>
                <a:lnTo>
                  <a:pt x="507" y="711"/>
                </a:lnTo>
                <a:lnTo>
                  <a:pt x="506" y="711"/>
                </a:lnTo>
                <a:lnTo>
                  <a:pt x="506" y="710"/>
                </a:lnTo>
                <a:lnTo>
                  <a:pt x="506" y="709"/>
                </a:lnTo>
                <a:lnTo>
                  <a:pt x="505" y="709"/>
                </a:lnTo>
                <a:lnTo>
                  <a:pt x="505" y="708"/>
                </a:lnTo>
                <a:lnTo>
                  <a:pt x="505" y="707"/>
                </a:lnTo>
                <a:lnTo>
                  <a:pt x="504" y="707"/>
                </a:lnTo>
                <a:lnTo>
                  <a:pt x="504" y="708"/>
                </a:lnTo>
                <a:lnTo>
                  <a:pt x="503" y="708"/>
                </a:lnTo>
                <a:lnTo>
                  <a:pt x="503" y="709"/>
                </a:lnTo>
                <a:lnTo>
                  <a:pt x="503" y="710"/>
                </a:lnTo>
                <a:lnTo>
                  <a:pt x="502" y="711"/>
                </a:lnTo>
                <a:lnTo>
                  <a:pt x="501" y="712"/>
                </a:lnTo>
                <a:lnTo>
                  <a:pt x="501" y="713"/>
                </a:lnTo>
                <a:lnTo>
                  <a:pt x="500" y="714"/>
                </a:lnTo>
                <a:lnTo>
                  <a:pt x="500" y="715"/>
                </a:lnTo>
                <a:lnTo>
                  <a:pt x="500" y="716"/>
                </a:lnTo>
                <a:lnTo>
                  <a:pt x="500" y="717"/>
                </a:lnTo>
                <a:lnTo>
                  <a:pt x="499" y="717"/>
                </a:lnTo>
                <a:lnTo>
                  <a:pt x="499" y="718"/>
                </a:lnTo>
                <a:lnTo>
                  <a:pt x="498" y="718"/>
                </a:lnTo>
                <a:lnTo>
                  <a:pt x="498" y="719"/>
                </a:lnTo>
                <a:lnTo>
                  <a:pt x="498" y="720"/>
                </a:lnTo>
                <a:lnTo>
                  <a:pt x="498" y="721"/>
                </a:lnTo>
                <a:lnTo>
                  <a:pt x="498" y="722"/>
                </a:lnTo>
                <a:lnTo>
                  <a:pt x="498" y="723"/>
                </a:lnTo>
                <a:lnTo>
                  <a:pt x="499" y="724"/>
                </a:lnTo>
                <a:lnTo>
                  <a:pt x="500" y="724"/>
                </a:lnTo>
                <a:lnTo>
                  <a:pt x="500" y="725"/>
                </a:lnTo>
                <a:lnTo>
                  <a:pt x="500" y="726"/>
                </a:lnTo>
                <a:lnTo>
                  <a:pt x="500" y="728"/>
                </a:lnTo>
                <a:lnTo>
                  <a:pt x="500" y="729"/>
                </a:lnTo>
                <a:lnTo>
                  <a:pt x="500" y="730"/>
                </a:lnTo>
                <a:lnTo>
                  <a:pt x="501" y="731"/>
                </a:lnTo>
                <a:lnTo>
                  <a:pt x="500" y="731"/>
                </a:lnTo>
                <a:lnTo>
                  <a:pt x="500" y="732"/>
                </a:lnTo>
                <a:lnTo>
                  <a:pt x="501" y="733"/>
                </a:lnTo>
                <a:lnTo>
                  <a:pt x="501" y="735"/>
                </a:lnTo>
                <a:lnTo>
                  <a:pt x="501" y="736"/>
                </a:lnTo>
                <a:lnTo>
                  <a:pt x="501" y="737"/>
                </a:lnTo>
                <a:lnTo>
                  <a:pt x="500" y="738"/>
                </a:lnTo>
                <a:lnTo>
                  <a:pt x="500" y="739"/>
                </a:lnTo>
                <a:lnTo>
                  <a:pt x="500" y="740"/>
                </a:lnTo>
                <a:lnTo>
                  <a:pt x="500" y="741"/>
                </a:lnTo>
                <a:lnTo>
                  <a:pt x="499" y="742"/>
                </a:lnTo>
                <a:lnTo>
                  <a:pt x="498" y="743"/>
                </a:lnTo>
                <a:lnTo>
                  <a:pt x="498" y="744"/>
                </a:lnTo>
                <a:lnTo>
                  <a:pt x="498" y="745"/>
                </a:lnTo>
                <a:lnTo>
                  <a:pt x="497" y="746"/>
                </a:lnTo>
                <a:lnTo>
                  <a:pt x="499" y="748"/>
                </a:lnTo>
                <a:lnTo>
                  <a:pt x="499" y="749"/>
                </a:lnTo>
                <a:lnTo>
                  <a:pt x="499" y="750"/>
                </a:lnTo>
                <a:lnTo>
                  <a:pt x="499" y="751"/>
                </a:lnTo>
                <a:lnTo>
                  <a:pt x="499" y="752"/>
                </a:lnTo>
                <a:lnTo>
                  <a:pt x="499" y="753"/>
                </a:lnTo>
                <a:lnTo>
                  <a:pt x="499" y="755"/>
                </a:lnTo>
                <a:lnTo>
                  <a:pt x="499" y="756"/>
                </a:lnTo>
                <a:lnTo>
                  <a:pt x="500" y="757"/>
                </a:lnTo>
                <a:lnTo>
                  <a:pt x="500" y="758"/>
                </a:lnTo>
                <a:lnTo>
                  <a:pt x="500" y="759"/>
                </a:lnTo>
                <a:lnTo>
                  <a:pt x="501" y="760"/>
                </a:lnTo>
                <a:lnTo>
                  <a:pt x="502" y="761"/>
                </a:lnTo>
                <a:lnTo>
                  <a:pt x="502" y="762"/>
                </a:lnTo>
                <a:lnTo>
                  <a:pt x="503" y="762"/>
                </a:lnTo>
                <a:lnTo>
                  <a:pt x="503" y="763"/>
                </a:lnTo>
                <a:lnTo>
                  <a:pt x="504" y="764"/>
                </a:lnTo>
                <a:lnTo>
                  <a:pt x="504" y="765"/>
                </a:lnTo>
                <a:lnTo>
                  <a:pt x="505" y="765"/>
                </a:lnTo>
                <a:lnTo>
                  <a:pt x="506" y="766"/>
                </a:lnTo>
                <a:lnTo>
                  <a:pt x="506" y="767"/>
                </a:lnTo>
                <a:lnTo>
                  <a:pt x="506" y="768"/>
                </a:lnTo>
                <a:lnTo>
                  <a:pt x="507" y="768"/>
                </a:lnTo>
                <a:lnTo>
                  <a:pt x="507" y="769"/>
                </a:lnTo>
                <a:lnTo>
                  <a:pt x="507" y="770"/>
                </a:lnTo>
                <a:lnTo>
                  <a:pt x="507" y="771"/>
                </a:lnTo>
                <a:lnTo>
                  <a:pt x="508" y="772"/>
                </a:lnTo>
                <a:lnTo>
                  <a:pt x="508" y="773"/>
                </a:lnTo>
                <a:lnTo>
                  <a:pt x="507" y="773"/>
                </a:lnTo>
                <a:lnTo>
                  <a:pt x="508" y="773"/>
                </a:lnTo>
                <a:lnTo>
                  <a:pt x="508" y="774"/>
                </a:lnTo>
                <a:lnTo>
                  <a:pt x="508" y="775"/>
                </a:lnTo>
                <a:lnTo>
                  <a:pt x="508" y="776"/>
                </a:lnTo>
                <a:lnTo>
                  <a:pt x="509" y="776"/>
                </a:lnTo>
                <a:lnTo>
                  <a:pt x="509" y="777"/>
                </a:lnTo>
                <a:lnTo>
                  <a:pt x="508" y="777"/>
                </a:lnTo>
                <a:lnTo>
                  <a:pt x="509" y="777"/>
                </a:lnTo>
                <a:lnTo>
                  <a:pt x="509" y="778"/>
                </a:lnTo>
                <a:lnTo>
                  <a:pt x="510" y="778"/>
                </a:lnTo>
                <a:lnTo>
                  <a:pt x="510" y="779"/>
                </a:lnTo>
                <a:lnTo>
                  <a:pt x="510" y="780"/>
                </a:lnTo>
                <a:lnTo>
                  <a:pt x="509" y="780"/>
                </a:lnTo>
                <a:lnTo>
                  <a:pt x="509" y="782"/>
                </a:lnTo>
                <a:lnTo>
                  <a:pt x="510" y="782"/>
                </a:lnTo>
                <a:lnTo>
                  <a:pt x="510" y="783"/>
                </a:lnTo>
                <a:lnTo>
                  <a:pt x="511" y="783"/>
                </a:lnTo>
                <a:lnTo>
                  <a:pt x="511" y="784"/>
                </a:lnTo>
                <a:lnTo>
                  <a:pt x="511" y="785"/>
                </a:lnTo>
                <a:lnTo>
                  <a:pt x="511" y="786"/>
                </a:lnTo>
                <a:lnTo>
                  <a:pt x="511" y="787"/>
                </a:lnTo>
                <a:lnTo>
                  <a:pt x="511" y="788"/>
                </a:lnTo>
                <a:lnTo>
                  <a:pt x="511" y="789"/>
                </a:lnTo>
                <a:lnTo>
                  <a:pt x="512" y="789"/>
                </a:lnTo>
                <a:lnTo>
                  <a:pt x="512" y="790"/>
                </a:lnTo>
                <a:lnTo>
                  <a:pt x="511" y="790"/>
                </a:lnTo>
                <a:lnTo>
                  <a:pt x="510" y="790"/>
                </a:lnTo>
                <a:lnTo>
                  <a:pt x="510" y="791"/>
                </a:lnTo>
                <a:lnTo>
                  <a:pt x="511" y="791"/>
                </a:lnTo>
                <a:lnTo>
                  <a:pt x="511" y="792"/>
                </a:lnTo>
                <a:lnTo>
                  <a:pt x="512" y="793"/>
                </a:lnTo>
                <a:lnTo>
                  <a:pt x="512" y="794"/>
                </a:lnTo>
                <a:lnTo>
                  <a:pt x="513" y="794"/>
                </a:lnTo>
                <a:lnTo>
                  <a:pt x="514" y="794"/>
                </a:lnTo>
                <a:lnTo>
                  <a:pt x="514" y="795"/>
                </a:lnTo>
                <a:lnTo>
                  <a:pt x="514" y="796"/>
                </a:lnTo>
                <a:lnTo>
                  <a:pt x="514" y="797"/>
                </a:lnTo>
                <a:lnTo>
                  <a:pt x="514" y="798"/>
                </a:lnTo>
                <a:lnTo>
                  <a:pt x="513" y="798"/>
                </a:lnTo>
                <a:lnTo>
                  <a:pt x="513" y="799"/>
                </a:lnTo>
                <a:lnTo>
                  <a:pt x="513" y="800"/>
                </a:lnTo>
                <a:lnTo>
                  <a:pt x="512" y="801"/>
                </a:lnTo>
                <a:lnTo>
                  <a:pt x="511" y="802"/>
                </a:lnTo>
                <a:lnTo>
                  <a:pt x="510" y="802"/>
                </a:lnTo>
                <a:lnTo>
                  <a:pt x="509" y="802"/>
                </a:lnTo>
                <a:lnTo>
                  <a:pt x="508" y="802"/>
                </a:lnTo>
                <a:lnTo>
                  <a:pt x="508" y="803"/>
                </a:lnTo>
                <a:lnTo>
                  <a:pt x="508" y="804"/>
                </a:lnTo>
                <a:lnTo>
                  <a:pt x="509" y="804"/>
                </a:lnTo>
                <a:lnTo>
                  <a:pt x="509" y="805"/>
                </a:lnTo>
                <a:lnTo>
                  <a:pt x="508" y="806"/>
                </a:lnTo>
                <a:lnTo>
                  <a:pt x="508" y="807"/>
                </a:lnTo>
                <a:lnTo>
                  <a:pt x="508" y="809"/>
                </a:lnTo>
                <a:lnTo>
                  <a:pt x="508" y="810"/>
                </a:lnTo>
                <a:lnTo>
                  <a:pt x="508" y="811"/>
                </a:lnTo>
                <a:lnTo>
                  <a:pt x="508" y="812"/>
                </a:lnTo>
                <a:lnTo>
                  <a:pt x="509" y="813"/>
                </a:lnTo>
                <a:lnTo>
                  <a:pt x="508" y="814"/>
                </a:lnTo>
                <a:lnTo>
                  <a:pt x="508" y="815"/>
                </a:lnTo>
                <a:lnTo>
                  <a:pt x="507" y="816"/>
                </a:lnTo>
                <a:lnTo>
                  <a:pt x="504" y="816"/>
                </a:lnTo>
                <a:lnTo>
                  <a:pt x="503" y="816"/>
                </a:lnTo>
                <a:lnTo>
                  <a:pt x="503" y="817"/>
                </a:lnTo>
                <a:lnTo>
                  <a:pt x="502" y="817"/>
                </a:lnTo>
                <a:lnTo>
                  <a:pt x="502" y="816"/>
                </a:lnTo>
                <a:lnTo>
                  <a:pt x="501" y="816"/>
                </a:lnTo>
                <a:lnTo>
                  <a:pt x="500" y="816"/>
                </a:lnTo>
                <a:lnTo>
                  <a:pt x="499" y="817"/>
                </a:lnTo>
                <a:lnTo>
                  <a:pt x="499" y="816"/>
                </a:lnTo>
                <a:lnTo>
                  <a:pt x="499" y="815"/>
                </a:lnTo>
                <a:lnTo>
                  <a:pt x="499" y="814"/>
                </a:lnTo>
                <a:lnTo>
                  <a:pt x="498" y="814"/>
                </a:lnTo>
                <a:lnTo>
                  <a:pt x="498" y="815"/>
                </a:lnTo>
                <a:lnTo>
                  <a:pt x="497" y="815"/>
                </a:lnTo>
                <a:lnTo>
                  <a:pt x="497" y="816"/>
                </a:lnTo>
                <a:lnTo>
                  <a:pt x="496" y="817"/>
                </a:lnTo>
                <a:lnTo>
                  <a:pt x="496" y="818"/>
                </a:lnTo>
                <a:lnTo>
                  <a:pt x="495" y="818"/>
                </a:lnTo>
                <a:lnTo>
                  <a:pt x="495" y="819"/>
                </a:lnTo>
                <a:lnTo>
                  <a:pt x="494" y="819"/>
                </a:lnTo>
                <a:lnTo>
                  <a:pt x="494" y="820"/>
                </a:lnTo>
                <a:lnTo>
                  <a:pt x="493" y="820"/>
                </a:lnTo>
                <a:lnTo>
                  <a:pt x="492" y="820"/>
                </a:lnTo>
                <a:lnTo>
                  <a:pt x="491" y="820"/>
                </a:lnTo>
                <a:lnTo>
                  <a:pt x="490" y="820"/>
                </a:lnTo>
                <a:lnTo>
                  <a:pt x="490" y="821"/>
                </a:lnTo>
                <a:lnTo>
                  <a:pt x="489" y="821"/>
                </a:lnTo>
                <a:lnTo>
                  <a:pt x="488" y="821"/>
                </a:lnTo>
                <a:lnTo>
                  <a:pt x="488" y="822"/>
                </a:lnTo>
                <a:lnTo>
                  <a:pt x="488" y="823"/>
                </a:lnTo>
                <a:lnTo>
                  <a:pt x="487" y="823"/>
                </a:lnTo>
                <a:lnTo>
                  <a:pt x="486" y="823"/>
                </a:lnTo>
                <a:lnTo>
                  <a:pt x="485" y="824"/>
                </a:lnTo>
                <a:lnTo>
                  <a:pt x="485" y="825"/>
                </a:lnTo>
                <a:lnTo>
                  <a:pt x="484" y="825"/>
                </a:lnTo>
                <a:lnTo>
                  <a:pt x="484" y="826"/>
                </a:lnTo>
                <a:lnTo>
                  <a:pt x="484" y="828"/>
                </a:lnTo>
                <a:lnTo>
                  <a:pt x="484" y="829"/>
                </a:lnTo>
                <a:lnTo>
                  <a:pt x="483" y="829"/>
                </a:lnTo>
                <a:lnTo>
                  <a:pt x="483" y="830"/>
                </a:lnTo>
                <a:lnTo>
                  <a:pt x="482" y="830"/>
                </a:lnTo>
                <a:lnTo>
                  <a:pt x="482" y="829"/>
                </a:lnTo>
                <a:lnTo>
                  <a:pt x="481" y="830"/>
                </a:lnTo>
                <a:lnTo>
                  <a:pt x="480" y="830"/>
                </a:lnTo>
                <a:lnTo>
                  <a:pt x="479" y="830"/>
                </a:lnTo>
                <a:lnTo>
                  <a:pt x="478" y="830"/>
                </a:lnTo>
                <a:lnTo>
                  <a:pt x="478" y="829"/>
                </a:lnTo>
                <a:lnTo>
                  <a:pt x="478" y="828"/>
                </a:lnTo>
                <a:lnTo>
                  <a:pt x="477" y="828"/>
                </a:lnTo>
                <a:lnTo>
                  <a:pt x="476" y="827"/>
                </a:lnTo>
                <a:lnTo>
                  <a:pt x="475" y="827"/>
                </a:lnTo>
                <a:lnTo>
                  <a:pt x="475" y="826"/>
                </a:lnTo>
                <a:lnTo>
                  <a:pt x="474" y="826"/>
                </a:lnTo>
                <a:lnTo>
                  <a:pt x="473" y="826"/>
                </a:lnTo>
                <a:lnTo>
                  <a:pt x="473" y="825"/>
                </a:lnTo>
                <a:lnTo>
                  <a:pt x="473" y="824"/>
                </a:lnTo>
                <a:lnTo>
                  <a:pt x="474" y="823"/>
                </a:lnTo>
                <a:lnTo>
                  <a:pt x="474" y="822"/>
                </a:lnTo>
                <a:lnTo>
                  <a:pt x="475" y="821"/>
                </a:lnTo>
                <a:lnTo>
                  <a:pt x="476" y="820"/>
                </a:lnTo>
                <a:lnTo>
                  <a:pt x="476" y="819"/>
                </a:lnTo>
                <a:lnTo>
                  <a:pt x="476" y="817"/>
                </a:lnTo>
                <a:lnTo>
                  <a:pt x="475" y="816"/>
                </a:lnTo>
                <a:lnTo>
                  <a:pt x="474" y="816"/>
                </a:lnTo>
                <a:lnTo>
                  <a:pt x="473" y="816"/>
                </a:lnTo>
                <a:lnTo>
                  <a:pt x="472" y="816"/>
                </a:lnTo>
                <a:lnTo>
                  <a:pt x="472" y="815"/>
                </a:lnTo>
                <a:lnTo>
                  <a:pt x="471" y="815"/>
                </a:lnTo>
                <a:lnTo>
                  <a:pt x="470" y="814"/>
                </a:lnTo>
                <a:lnTo>
                  <a:pt x="469" y="814"/>
                </a:lnTo>
                <a:lnTo>
                  <a:pt x="468" y="814"/>
                </a:lnTo>
                <a:lnTo>
                  <a:pt x="468" y="815"/>
                </a:lnTo>
                <a:lnTo>
                  <a:pt x="468" y="816"/>
                </a:lnTo>
                <a:lnTo>
                  <a:pt x="467" y="817"/>
                </a:lnTo>
                <a:lnTo>
                  <a:pt x="466" y="817"/>
                </a:lnTo>
                <a:lnTo>
                  <a:pt x="465" y="818"/>
                </a:lnTo>
                <a:lnTo>
                  <a:pt x="464" y="818"/>
                </a:lnTo>
                <a:lnTo>
                  <a:pt x="463" y="818"/>
                </a:lnTo>
                <a:lnTo>
                  <a:pt x="462" y="819"/>
                </a:lnTo>
                <a:lnTo>
                  <a:pt x="460" y="820"/>
                </a:lnTo>
                <a:lnTo>
                  <a:pt x="459" y="820"/>
                </a:lnTo>
                <a:lnTo>
                  <a:pt x="458" y="820"/>
                </a:lnTo>
                <a:lnTo>
                  <a:pt x="458" y="821"/>
                </a:lnTo>
                <a:lnTo>
                  <a:pt x="457" y="821"/>
                </a:lnTo>
                <a:lnTo>
                  <a:pt x="457" y="820"/>
                </a:lnTo>
                <a:lnTo>
                  <a:pt x="456" y="820"/>
                </a:lnTo>
                <a:lnTo>
                  <a:pt x="454" y="821"/>
                </a:lnTo>
                <a:lnTo>
                  <a:pt x="453" y="822"/>
                </a:lnTo>
                <a:lnTo>
                  <a:pt x="453" y="823"/>
                </a:lnTo>
                <a:lnTo>
                  <a:pt x="452" y="823"/>
                </a:lnTo>
                <a:lnTo>
                  <a:pt x="452" y="824"/>
                </a:lnTo>
                <a:lnTo>
                  <a:pt x="451" y="825"/>
                </a:lnTo>
                <a:lnTo>
                  <a:pt x="451" y="826"/>
                </a:lnTo>
                <a:lnTo>
                  <a:pt x="450" y="826"/>
                </a:lnTo>
                <a:lnTo>
                  <a:pt x="449" y="827"/>
                </a:lnTo>
                <a:lnTo>
                  <a:pt x="448" y="827"/>
                </a:lnTo>
                <a:lnTo>
                  <a:pt x="447" y="827"/>
                </a:lnTo>
                <a:lnTo>
                  <a:pt x="447" y="828"/>
                </a:lnTo>
                <a:lnTo>
                  <a:pt x="446" y="828"/>
                </a:lnTo>
                <a:lnTo>
                  <a:pt x="445" y="829"/>
                </a:lnTo>
                <a:lnTo>
                  <a:pt x="444" y="829"/>
                </a:lnTo>
                <a:lnTo>
                  <a:pt x="443" y="829"/>
                </a:lnTo>
                <a:lnTo>
                  <a:pt x="442" y="829"/>
                </a:lnTo>
                <a:lnTo>
                  <a:pt x="441" y="829"/>
                </a:lnTo>
                <a:lnTo>
                  <a:pt x="441" y="830"/>
                </a:lnTo>
                <a:lnTo>
                  <a:pt x="441" y="831"/>
                </a:lnTo>
                <a:lnTo>
                  <a:pt x="441" y="832"/>
                </a:lnTo>
                <a:lnTo>
                  <a:pt x="440" y="832"/>
                </a:lnTo>
                <a:lnTo>
                  <a:pt x="440" y="833"/>
                </a:lnTo>
                <a:lnTo>
                  <a:pt x="439" y="833"/>
                </a:lnTo>
                <a:lnTo>
                  <a:pt x="439" y="834"/>
                </a:lnTo>
                <a:lnTo>
                  <a:pt x="438" y="834"/>
                </a:lnTo>
                <a:lnTo>
                  <a:pt x="437" y="835"/>
                </a:lnTo>
                <a:lnTo>
                  <a:pt x="436" y="835"/>
                </a:lnTo>
                <a:lnTo>
                  <a:pt x="434" y="836"/>
                </a:lnTo>
                <a:lnTo>
                  <a:pt x="434" y="837"/>
                </a:lnTo>
                <a:lnTo>
                  <a:pt x="434" y="838"/>
                </a:lnTo>
                <a:lnTo>
                  <a:pt x="433" y="839"/>
                </a:lnTo>
                <a:lnTo>
                  <a:pt x="433" y="840"/>
                </a:lnTo>
                <a:lnTo>
                  <a:pt x="432" y="840"/>
                </a:lnTo>
                <a:lnTo>
                  <a:pt x="431" y="840"/>
                </a:lnTo>
                <a:lnTo>
                  <a:pt x="431" y="841"/>
                </a:lnTo>
                <a:lnTo>
                  <a:pt x="430" y="841"/>
                </a:lnTo>
                <a:lnTo>
                  <a:pt x="430" y="842"/>
                </a:lnTo>
                <a:lnTo>
                  <a:pt x="431" y="842"/>
                </a:lnTo>
                <a:lnTo>
                  <a:pt x="430" y="842"/>
                </a:lnTo>
                <a:lnTo>
                  <a:pt x="430" y="843"/>
                </a:lnTo>
                <a:lnTo>
                  <a:pt x="430" y="842"/>
                </a:lnTo>
                <a:lnTo>
                  <a:pt x="429" y="842"/>
                </a:lnTo>
                <a:lnTo>
                  <a:pt x="429" y="843"/>
                </a:lnTo>
                <a:lnTo>
                  <a:pt x="429" y="844"/>
                </a:lnTo>
                <a:lnTo>
                  <a:pt x="428" y="844"/>
                </a:lnTo>
                <a:lnTo>
                  <a:pt x="427" y="845"/>
                </a:lnTo>
                <a:lnTo>
                  <a:pt x="427" y="844"/>
                </a:lnTo>
                <a:lnTo>
                  <a:pt x="426" y="844"/>
                </a:lnTo>
                <a:lnTo>
                  <a:pt x="426" y="845"/>
                </a:lnTo>
                <a:lnTo>
                  <a:pt x="425" y="845"/>
                </a:lnTo>
                <a:lnTo>
                  <a:pt x="424" y="844"/>
                </a:lnTo>
                <a:lnTo>
                  <a:pt x="422" y="843"/>
                </a:lnTo>
                <a:lnTo>
                  <a:pt x="421" y="842"/>
                </a:lnTo>
                <a:lnTo>
                  <a:pt x="421" y="841"/>
                </a:lnTo>
                <a:lnTo>
                  <a:pt x="420" y="841"/>
                </a:lnTo>
                <a:lnTo>
                  <a:pt x="420" y="842"/>
                </a:lnTo>
                <a:lnTo>
                  <a:pt x="419" y="842"/>
                </a:lnTo>
                <a:lnTo>
                  <a:pt x="418" y="842"/>
                </a:lnTo>
                <a:lnTo>
                  <a:pt x="417" y="842"/>
                </a:lnTo>
                <a:lnTo>
                  <a:pt x="415" y="843"/>
                </a:lnTo>
                <a:lnTo>
                  <a:pt x="415" y="842"/>
                </a:lnTo>
                <a:lnTo>
                  <a:pt x="414" y="841"/>
                </a:lnTo>
                <a:lnTo>
                  <a:pt x="413" y="841"/>
                </a:lnTo>
                <a:lnTo>
                  <a:pt x="411" y="840"/>
                </a:lnTo>
                <a:lnTo>
                  <a:pt x="410" y="841"/>
                </a:lnTo>
                <a:lnTo>
                  <a:pt x="409" y="841"/>
                </a:lnTo>
                <a:lnTo>
                  <a:pt x="409" y="842"/>
                </a:lnTo>
                <a:lnTo>
                  <a:pt x="408" y="844"/>
                </a:lnTo>
                <a:lnTo>
                  <a:pt x="407" y="844"/>
                </a:lnTo>
                <a:lnTo>
                  <a:pt x="407" y="846"/>
                </a:lnTo>
                <a:lnTo>
                  <a:pt x="406" y="846"/>
                </a:lnTo>
                <a:lnTo>
                  <a:pt x="405" y="846"/>
                </a:lnTo>
                <a:lnTo>
                  <a:pt x="404" y="846"/>
                </a:lnTo>
                <a:lnTo>
                  <a:pt x="404" y="847"/>
                </a:lnTo>
                <a:lnTo>
                  <a:pt x="404" y="846"/>
                </a:lnTo>
                <a:lnTo>
                  <a:pt x="404" y="845"/>
                </a:lnTo>
                <a:lnTo>
                  <a:pt x="404" y="844"/>
                </a:lnTo>
                <a:lnTo>
                  <a:pt x="404" y="843"/>
                </a:lnTo>
                <a:lnTo>
                  <a:pt x="403" y="843"/>
                </a:lnTo>
                <a:lnTo>
                  <a:pt x="402" y="842"/>
                </a:lnTo>
                <a:lnTo>
                  <a:pt x="401" y="841"/>
                </a:lnTo>
                <a:lnTo>
                  <a:pt x="401" y="840"/>
                </a:lnTo>
                <a:lnTo>
                  <a:pt x="400" y="840"/>
                </a:lnTo>
                <a:lnTo>
                  <a:pt x="401" y="837"/>
                </a:lnTo>
                <a:lnTo>
                  <a:pt x="401" y="836"/>
                </a:lnTo>
                <a:lnTo>
                  <a:pt x="402" y="836"/>
                </a:lnTo>
                <a:lnTo>
                  <a:pt x="402" y="834"/>
                </a:lnTo>
                <a:lnTo>
                  <a:pt x="402" y="835"/>
                </a:lnTo>
                <a:lnTo>
                  <a:pt x="401" y="834"/>
                </a:lnTo>
                <a:lnTo>
                  <a:pt x="399" y="833"/>
                </a:lnTo>
                <a:lnTo>
                  <a:pt x="398" y="833"/>
                </a:lnTo>
                <a:lnTo>
                  <a:pt x="398" y="832"/>
                </a:lnTo>
                <a:lnTo>
                  <a:pt x="397" y="831"/>
                </a:lnTo>
                <a:lnTo>
                  <a:pt x="396" y="830"/>
                </a:lnTo>
                <a:lnTo>
                  <a:pt x="396" y="829"/>
                </a:lnTo>
                <a:lnTo>
                  <a:pt x="395" y="829"/>
                </a:lnTo>
                <a:lnTo>
                  <a:pt x="394" y="828"/>
                </a:lnTo>
                <a:lnTo>
                  <a:pt x="393" y="828"/>
                </a:lnTo>
                <a:lnTo>
                  <a:pt x="392" y="828"/>
                </a:lnTo>
                <a:lnTo>
                  <a:pt x="391" y="827"/>
                </a:lnTo>
                <a:lnTo>
                  <a:pt x="391" y="826"/>
                </a:lnTo>
                <a:lnTo>
                  <a:pt x="391" y="827"/>
                </a:lnTo>
                <a:lnTo>
                  <a:pt x="390" y="827"/>
                </a:lnTo>
                <a:lnTo>
                  <a:pt x="389" y="827"/>
                </a:lnTo>
                <a:lnTo>
                  <a:pt x="389" y="828"/>
                </a:lnTo>
                <a:lnTo>
                  <a:pt x="388" y="828"/>
                </a:lnTo>
                <a:lnTo>
                  <a:pt x="388" y="827"/>
                </a:lnTo>
                <a:lnTo>
                  <a:pt x="387" y="827"/>
                </a:lnTo>
                <a:lnTo>
                  <a:pt x="386" y="828"/>
                </a:lnTo>
                <a:lnTo>
                  <a:pt x="385" y="828"/>
                </a:lnTo>
                <a:lnTo>
                  <a:pt x="384" y="827"/>
                </a:lnTo>
                <a:lnTo>
                  <a:pt x="384" y="826"/>
                </a:lnTo>
                <a:lnTo>
                  <a:pt x="383" y="825"/>
                </a:lnTo>
                <a:lnTo>
                  <a:pt x="383" y="824"/>
                </a:lnTo>
                <a:lnTo>
                  <a:pt x="383" y="823"/>
                </a:lnTo>
                <a:lnTo>
                  <a:pt x="382" y="823"/>
                </a:lnTo>
                <a:lnTo>
                  <a:pt x="381" y="823"/>
                </a:lnTo>
                <a:lnTo>
                  <a:pt x="381" y="822"/>
                </a:lnTo>
                <a:lnTo>
                  <a:pt x="382" y="822"/>
                </a:lnTo>
                <a:lnTo>
                  <a:pt x="382" y="820"/>
                </a:lnTo>
                <a:lnTo>
                  <a:pt x="383" y="820"/>
                </a:lnTo>
                <a:lnTo>
                  <a:pt x="385" y="819"/>
                </a:lnTo>
                <a:lnTo>
                  <a:pt x="386" y="820"/>
                </a:lnTo>
                <a:lnTo>
                  <a:pt x="387" y="820"/>
                </a:lnTo>
                <a:lnTo>
                  <a:pt x="388" y="820"/>
                </a:lnTo>
                <a:lnTo>
                  <a:pt x="388" y="819"/>
                </a:lnTo>
                <a:lnTo>
                  <a:pt x="387" y="819"/>
                </a:lnTo>
                <a:lnTo>
                  <a:pt x="386" y="819"/>
                </a:lnTo>
                <a:lnTo>
                  <a:pt x="386" y="818"/>
                </a:lnTo>
                <a:lnTo>
                  <a:pt x="387" y="818"/>
                </a:lnTo>
                <a:lnTo>
                  <a:pt x="387" y="817"/>
                </a:lnTo>
                <a:lnTo>
                  <a:pt x="388" y="817"/>
                </a:lnTo>
                <a:lnTo>
                  <a:pt x="388" y="816"/>
                </a:lnTo>
                <a:lnTo>
                  <a:pt x="388" y="815"/>
                </a:lnTo>
                <a:lnTo>
                  <a:pt x="387" y="815"/>
                </a:lnTo>
                <a:lnTo>
                  <a:pt x="386" y="815"/>
                </a:lnTo>
                <a:lnTo>
                  <a:pt x="385" y="815"/>
                </a:lnTo>
                <a:lnTo>
                  <a:pt x="385" y="814"/>
                </a:lnTo>
                <a:lnTo>
                  <a:pt x="386" y="813"/>
                </a:lnTo>
                <a:lnTo>
                  <a:pt x="386" y="812"/>
                </a:lnTo>
                <a:lnTo>
                  <a:pt x="386" y="811"/>
                </a:lnTo>
                <a:lnTo>
                  <a:pt x="384" y="809"/>
                </a:lnTo>
                <a:lnTo>
                  <a:pt x="383" y="808"/>
                </a:lnTo>
                <a:lnTo>
                  <a:pt x="381" y="807"/>
                </a:lnTo>
                <a:lnTo>
                  <a:pt x="381" y="806"/>
                </a:lnTo>
                <a:lnTo>
                  <a:pt x="380" y="805"/>
                </a:lnTo>
                <a:lnTo>
                  <a:pt x="379" y="805"/>
                </a:lnTo>
                <a:lnTo>
                  <a:pt x="378" y="804"/>
                </a:lnTo>
                <a:lnTo>
                  <a:pt x="376" y="803"/>
                </a:lnTo>
                <a:lnTo>
                  <a:pt x="375" y="802"/>
                </a:lnTo>
                <a:lnTo>
                  <a:pt x="375" y="800"/>
                </a:lnTo>
                <a:lnTo>
                  <a:pt x="374" y="800"/>
                </a:lnTo>
                <a:lnTo>
                  <a:pt x="373" y="800"/>
                </a:lnTo>
                <a:lnTo>
                  <a:pt x="371" y="800"/>
                </a:lnTo>
                <a:lnTo>
                  <a:pt x="370" y="801"/>
                </a:lnTo>
                <a:lnTo>
                  <a:pt x="370" y="800"/>
                </a:lnTo>
                <a:lnTo>
                  <a:pt x="368" y="799"/>
                </a:lnTo>
                <a:lnTo>
                  <a:pt x="368" y="798"/>
                </a:lnTo>
                <a:lnTo>
                  <a:pt x="369" y="797"/>
                </a:lnTo>
                <a:lnTo>
                  <a:pt x="368" y="796"/>
                </a:lnTo>
                <a:lnTo>
                  <a:pt x="368" y="797"/>
                </a:lnTo>
                <a:lnTo>
                  <a:pt x="367" y="797"/>
                </a:lnTo>
                <a:lnTo>
                  <a:pt x="366" y="796"/>
                </a:lnTo>
                <a:lnTo>
                  <a:pt x="366" y="795"/>
                </a:lnTo>
                <a:lnTo>
                  <a:pt x="365" y="796"/>
                </a:lnTo>
                <a:lnTo>
                  <a:pt x="364" y="796"/>
                </a:lnTo>
                <a:lnTo>
                  <a:pt x="364" y="795"/>
                </a:lnTo>
                <a:lnTo>
                  <a:pt x="365" y="795"/>
                </a:lnTo>
                <a:lnTo>
                  <a:pt x="365" y="794"/>
                </a:lnTo>
                <a:lnTo>
                  <a:pt x="364" y="794"/>
                </a:lnTo>
                <a:lnTo>
                  <a:pt x="365" y="792"/>
                </a:lnTo>
                <a:lnTo>
                  <a:pt x="364" y="791"/>
                </a:lnTo>
                <a:lnTo>
                  <a:pt x="364" y="790"/>
                </a:lnTo>
                <a:lnTo>
                  <a:pt x="364" y="789"/>
                </a:lnTo>
                <a:lnTo>
                  <a:pt x="365" y="789"/>
                </a:lnTo>
                <a:lnTo>
                  <a:pt x="366" y="789"/>
                </a:lnTo>
                <a:lnTo>
                  <a:pt x="367" y="790"/>
                </a:lnTo>
                <a:lnTo>
                  <a:pt x="368" y="789"/>
                </a:lnTo>
                <a:lnTo>
                  <a:pt x="369" y="790"/>
                </a:lnTo>
                <a:lnTo>
                  <a:pt x="370" y="790"/>
                </a:lnTo>
                <a:lnTo>
                  <a:pt x="370" y="789"/>
                </a:lnTo>
                <a:lnTo>
                  <a:pt x="371" y="788"/>
                </a:lnTo>
                <a:lnTo>
                  <a:pt x="371" y="787"/>
                </a:lnTo>
                <a:lnTo>
                  <a:pt x="370" y="787"/>
                </a:lnTo>
                <a:lnTo>
                  <a:pt x="370" y="786"/>
                </a:lnTo>
                <a:lnTo>
                  <a:pt x="371" y="784"/>
                </a:lnTo>
                <a:lnTo>
                  <a:pt x="372" y="782"/>
                </a:lnTo>
                <a:lnTo>
                  <a:pt x="371" y="781"/>
                </a:lnTo>
                <a:lnTo>
                  <a:pt x="370" y="781"/>
                </a:lnTo>
                <a:lnTo>
                  <a:pt x="369" y="780"/>
                </a:lnTo>
                <a:lnTo>
                  <a:pt x="370" y="779"/>
                </a:lnTo>
                <a:lnTo>
                  <a:pt x="371" y="779"/>
                </a:lnTo>
                <a:lnTo>
                  <a:pt x="371" y="778"/>
                </a:lnTo>
                <a:lnTo>
                  <a:pt x="371" y="777"/>
                </a:lnTo>
                <a:lnTo>
                  <a:pt x="373" y="777"/>
                </a:lnTo>
                <a:lnTo>
                  <a:pt x="374" y="776"/>
                </a:lnTo>
                <a:lnTo>
                  <a:pt x="373" y="776"/>
                </a:lnTo>
                <a:lnTo>
                  <a:pt x="373" y="775"/>
                </a:lnTo>
                <a:lnTo>
                  <a:pt x="373" y="774"/>
                </a:lnTo>
                <a:lnTo>
                  <a:pt x="374" y="774"/>
                </a:lnTo>
                <a:lnTo>
                  <a:pt x="375" y="774"/>
                </a:lnTo>
                <a:lnTo>
                  <a:pt x="375" y="773"/>
                </a:lnTo>
                <a:lnTo>
                  <a:pt x="375" y="772"/>
                </a:lnTo>
                <a:lnTo>
                  <a:pt x="374" y="772"/>
                </a:lnTo>
                <a:lnTo>
                  <a:pt x="374" y="773"/>
                </a:lnTo>
                <a:lnTo>
                  <a:pt x="373" y="772"/>
                </a:lnTo>
                <a:lnTo>
                  <a:pt x="372" y="772"/>
                </a:lnTo>
                <a:lnTo>
                  <a:pt x="372" y="771"/>
                </a:lnTo>
                <a:lnTo>
                  <a:pt x="371" y="771"/>
                </a:lnTo>
                <a:lnTo>
                  <a:pt x="369" y="771"/>
                </a:lnTo>
                <a:lnTo>
                  <a:pt x="369" y="772"/>
                </a:lnTo>
                <a:lnTo>
                  <a:pt x="369" y="773"/>
                </a:lnTo>
                <a:lnTo>
                  <a:pt x="370" y="774"/>
                </a:lnTo>
                <a:lnTo>
                  <a:pt x="370" y="775"/>
                </a:lnTo>
                <a:lnTo>
                  <a:pt x="370" y="776"/>
                </a:lnTo>
                <a:lnTo>
                  <a:pt x="370" y="777"/>
                </a:lnTo>
                <a:lnTo>
                  <a:pt x="369" y="777"/>
                </a:lnTo>
                <a:lnTo>
                  <a:pt x="369" y="776"/>
                </a:lnTo>
                <a:lnTo>
                  <a:pt x="368" y="776"/>
                </a:lnTo>
                <a:lnTo>
                  <a:pt x="368" y="775"/>
                </a:lnTo>
                <a:lnTo>
                  <a:pt x="367" y="776"/>
                </a:lnTo>
                <a:lnTo>
                  <a:pt x="367" y="777"/>
                </a:lnTo>
                <a:lnTo>
                  <a:pt x="366" y="777"/>
                </a:lnTo>
                <a:lnTo>
                  <a:pt x="366" y="778"/>
                </a:lnTo>
                <a:lnTo>
                  <a:pt x="364" y="778"/>
                </a:lnTo>
                <a:lnTo>
                  <a:pt x="364" y="777"/>
                </a:lnTo>
                <a:lnTo>
                  <a:pt x="364" y="776"/>
                </a:lnTo>
                <a:lnTo>
                  <a:pt x="364" y="775"/>
                </a:lnTo>
                <a:lnTo>
                  <a:pt x="364" y="774"/>
                </a:lnTo>
                <a:lnTo>
                  <a:pt x="363" y="774"/>
                </a:lnTo>
                <a:lnTo>
                  <a:pt x="363" y="775"/>
                </a:lnTo>
                <a:lnTo>
                  <a:pt x="363" y="774"/>
                </a:lnTo>
                <a:lnTo>
                  <a:pt x="362" y="774"/>
                </a:lnTo>
                <a:lnTo>
                  <a:pt x="362" y="773"/>
                </a:lnTo>
                <a:lnTo>
                  <a:pt x="361" y="773"/>
                </a:lnTo>
                <a:lnTo>
                  <a:pt x="361" y="772"/>
                </a:lnTo>
                <a:lnTo>
                  <a:pt x="362" y="772"/>
                </a:lnTo>
                <a:lnTo>
                  <a:pt x="362" y="771"/>
                </a:lnTo>
                <a:lnTo>
                  <a:pt x="363" y="771"/>
                </a:lnTo>
                <a:lnTo>
                  <a:pt x="363" y="770"/>
                </a:lnTo>
                <a:lnTo>
                  <a:pt x="362" y="770"/>
                </a:lnTo>
                <a:lnTo>
                  <a:pt x="362" y="769"/>
                </a:lnTo>
                <a:lnTo>
                  <a:pt x="363" y="769"/>
                </a:lnTo>
                <a:lnTo>
                  <a:pt x="363" y="768"/>
                </a:lnTo>
                <a:lnTo>
                  <a:pt x="364" y="767"/>
                </a:lnTo>
                <a:lnTo>
                  <a:pt x="364" y="766"/>
                </a:lnTo>
                <a:lnTo>
                  <a:pt x="365" y="766"/>
                </a:lnTo>
                <a:lnTo>
                  <a:pt x="365" y="765"/>
                </a:lnTo>
                <a:lnTo>
                  <a:pt x="364" y="765"/>
                </a:lnTo>
                <a:lnTo>
                  <a:pt x="364" y="764"/>
                </a:lnTo>
                <a:lnTo>
                  <a:pt x="363" y="764"/>
                </a:lnTo>
                <a:lnTo>
                  <a:pt x="362" y="763"/>
                </a:lnTo>
                <a:lnTo>
                  <a:pt x="362" y="762"/>
                </a:lnTo>
                <a:lnTo>
                  <a:pt x="362" y="761"/>
                </a:lnTo>
                <a:lnTo>
                  <a:pt x="361" y="761"/>
                </a:lnTo>
                <a:lnTo>
                  <a:pt x="360" y="761"/>
                </a:lnTo>
                <a:lnTo>
                  <a:pt x="359" y="761"/>
                </a:lnTo>
                <a:lnTo>
                  <a:pt x="358" y="761"/>
                </a:lnTo>
                <a:lnTo>
                  <a:pt x="358" y="760"/>
                </a:lnTo>
                <a:lnTo>
                  <a:pt x="357" y="760"/>
                </a:lnTo>
                <a:lnTo>
                  <a:pt x="357" y="759"/>
                </a:lnTo>
                <a:lnTo>
                  <a:pt x="356" y="759"/>
                </a:lnTo>
                <a:lnTo>
                  <a:pt x="355" y="760"/>
                </a:lnTo>
                <a:lnTo>
                  <a:pt x="354" y="760"/>
                </a:lnTo>
                <a:lnTo>
                  <a:pt x="354" y="759"/>
                </a:lnTo>
                <a:lnTo>
                  <a:pt x="353" y="759"/>
                </a:lnTo>
                <a:lnTo>
                  <a:pt x="352" y="759"/>
                </a:lnTo>
                <a:lnTo>
                  <a:pt x="352" y="758"/>
                </a:lnTo>
                <a:lnTo>
                  <a:pt x="352" y="757"/>
                </a:lnTo>
                <a:lnTo>
                  <a:pt x="351" y="757"/>
                </a:lnTo>
                <a:lnTo>
                  <a:pt x="352" y="757"/>
                </a:lnTo>
                <a:lnTo>
                  <a:pt x="352" y="756"/>
                </a:lnTo>
                <a:lnTo>
                  <a:pt x="352" y="755"/>
                </a:lnTo>
                <a:lnTo>
                  <a:pt x="352" y="754"/>
                </a:lnTo>
                <a:lnTo>
                  <a:pt x="353" y="754"/>
                </a:lnTo>
                <a:lnTo>
                  <a:pt x="352" y="754"/>
                </a:lnTo>
                <a:lnTo>
                  <a:pt x="351" y="754"/>
                </a:lnTo>
                <a:lnTo>
                  <a:pt x="349" y="754"/>
                </a:lnTo>
                <a:lnTo>
                  <a:pt x="349" y="753"/>
                </a:lnTo>
                <a:lnTo>
                  <a:pt x="349" y="752"/>
                </a:lnTo>
                <a:lnTo>
                  <a:pt x="349" y="751"/>
                </a:lnTo>
                <a:lnTo>
                  <a:pt x="349" y="750"/>
                </a:lnTo>
                <a:lnTo>
                  <a:pt x="348" y="750"/>
                </a:lnTo>
                <a:lnTo>
                  <a:pt x="347" y="750"/>
                </a:lnTo>
                <a:lnTo>
                  <a:pt x="346" y="749"/>
                </a:lnTo>
                <a:lnTo>
                  <a:pt x="345" y="749"/>
                </a:lnTo>
                <a:lnTo>
                  <a:pt x="345" y="748"/>
                </a:lnTo>
                <a:lnTo>
                  <a:pt x="344" y="748"/>
                </a:lnTo>
                <a:lnTo>
                  <a:pt x="343" y="748"/>
                </a:lnTo>
                <a:lnTo>
                  <a:pt x="342" y="748"/>
                </a:lnTo>
                <a:lnTo>
                  <a:pt x="341" y="747"/>
                </a:lnTo>
                <a:lnTo>
                  <a:pt x="341" y="746"/>
                </a:lnTo>
                <a:lnTo>
                  <a:pt x="341" y="745"/>
                </a:lnTo>
                <a:lnTo>
                  <a:pt x="341" y="744"/>
                </a:lnTo>
                <a:lnTo>
                  <a:pt x="342" y="744"/>
                </a:lnTo>
                <a:lnTo>
                  <a:pt x="342" y="742"/>
                </a:lnTo>
                <a:lnTo>
                  <a:pt x="341" y="742"/>
                </a:lnTo>
                <a:lnTo>
                  <a:pt x="342" y="742"/>
                </a:lnTo>
                <a:lnTo>
                  <a:pt x="342" y="741"/>
                </a:lnTo>
                <a:lnTo>
                  <a:pt x="343" y="741"/>
                </a:lnTo>
                <a:lnTo>
                  <a:pt x="343" y="740"/>
                </a:lnTo>
                <a:lnTo>
                  <a:pt x="343" y="739"/>
                </a:lnTo>
                <a:lnTo>
                  <a:pt x="342" y="739"/>
                </a:lnTo>
                <a:lnTo>
                  <a:pt x="342" y="738"/>
                </a:lnTo>
                <a:lnTo>
                  <a:pt x="343" y="736"/>
                </a:lnTo>
                <a:lnTo>
                  <a:pt x="343" y="735"/>
                </a:lnTo>
                <a:lnTo>
                  <a:pt x="343" y="733"/>
                </a:lnTo>
                <a:lnTo>
                  <a:pt x="344" y="732"/>
                </a:lnTo>
                <a:lnTo>
                  <a:pt x="344" y="731"/>
                </a:lnTo>
                <a:lnTo>
                  <a:pt x="344" y="729"/>
                </a:lnTo>
                <a:lnTo>
                  <a:pt x="343" y="729"/>
                </a:lnTo>
                <a:lnTo>
                  <a:pt x="342" y="729"/>
                </a:lnTo>
                <a:lnTo>
                  <a:pt x="341" y="728"/>
                </a:lnTo>
                <a:lnTo>
                  <a:pt x="340" y="728"/>
                </a:lnTo>
                <a:lnTo>
                  <a:pt x="339" y="728"/>
                </a:lnTo>
                <a:lnTo>
                  <a:pt x="338" y="728"/>
                </a:lnTo>
                <a:lnTo>
                  <a:pt x="337" y="728"/>
                </a:lnTo>
                <a:lnTo>
                  <a:pt x="336" y="729"/>
                </a:lnTo>
                <a:lnTo>
                  <a:pt x="335" y="729"/>
                </a:lnTo>
                <a:lnTo>
                  <a:pt x="334" y="729"/>
                </a:lnTo>
                <a:lnTo>
                  <a:pt x="334" y="728"/>
                </a:lnTo>
                <a:lnTo>
                  <a:pt x="334" y="727"/>
                </a:lnTo>
                <a:lnTo>
                  <a:pt x="333" y="727"/>
                </a:lnTo>
                <a:lnTo>
                  <a:pt x="332" y="726"/>
                </a:lnTo>
                <a:lnTo>
                  <a:pt x="332" y="725"/>
                </a:lnTo>
                <a:lnTo>
                  <a:pt x="333" y="725"/>
                </a:lnTo>
                <a:lnTo>
                  <a:pt x="332" y="724"/>
                </a:lnTo>
                <a:lnTo>
                  <a:pt x="332" y="723"/>
                </a:lnTo>
                <a:lnTo>
                  <a:pt x="331" y="721"/>
                </a:lnTo>
                <a:lnTo>
                  <a:pt x="331" y="720"/>
                </a:lnTo>
                <a:lnTo>
                  <a:pt x="332" y="720"/>
                </a:lnTo>
                <a:lnTo>
                  <a:pt x="331" y="719"/>
                </a:lnTo>
                <a:lnTo>
                  <a:pt x="330" y="717"/>
                </a:lnTo>
                <a:lnTo>
                  <a:pt x="329" y="717"/>
                </a:lnTo>
                <a:lnTo>
                  <a:pt x="330" y="716"/>
                </a:lnTo>
                <a:lnTo>
                  <a:pt x="330" y="715"/>
                </a:lnTo>
                <a:lnTo>
                  <a:pt x="331" y="715"/>
                </a:lnTo>
                <a:lnTo>
                  <a:pt x="330" y="714"/>
                </a:lnTo>
                <a:lnTo>
                  <a:pt x="329" y="713"/>
                </a:lnTo>
                <a:lnTo>
                  <a:pt x="328" y="713"/>
                </a:lnTo>
                <a:lnTo>
                  <a:pt x="328" y="712"/>
                </a:lnTo>
                <a:lnTo>
                  <a:pt x="328" y="711"/>
                </a:lnTo>
                <a:lnTo>
                  <a:pt x="327" y="710"/>
                </a:lnTo>
                <a:lnTo>
                  <a:pt x="326" y="708"/>
                </a:lnTo>
                <a:lnTo>
                  <a:pt x="325" y="708"/>
                </a:lnTo>
                <a:lnTo>
                  <a:pt x="324" y="705"/>
                </a:lnTo>
                <a:lnTo>
                  <a:pt x="325" y="705"/>
                </a:lnTo>
                <a:lnTo>
                  <a:pt x="325" y="704"/>
                </a:lnTo>
                <a:lnTo>
                  <a:pt x="325" y="703"/>
                </a:lnTo>
                <a:lnTo>
                  <a:pt x="324" y="702"/>
                </a:lnTo>
                <a:lnTo>
                  <a:pt x="323" y="701"/>
                </a:lnTo>
                <a:lnTo>
                  <a:pt x="322" y="701"/>
                </a:lnTo>
                <a:lnTo>
                  <a:pt x="321" y="701"/>
                </a:lnTo>
                <a:lnTo>
                  <a:pt x="321" y="702"/>
                </a:lnTo>
                <a:lnTo>
                  <a:pt x="320" y="703"/>
                </a:lnTo>
                <a:lnTo>
                  <a:pt x="320" y="702"/>
                </a:lnTo>
                <a:lnTo>
                  <a:pt x="320" y="700"/>
                </a:lnTo>
                <a:lnTo>
                  <a:pt x="320" y="699"/>
                </a:lnTo>
                <a:lnTo>
                  <a:pt x="321" y="696"/>
                </a:lnTo>
                <a:lnTo>
                  <a:pt x="321" y="695"/>
                </a:lnTo>
                <a:lnTo>
                  <a:pt x="320" y="695"/>
                </a:lnTo>
                <a:lnTo>
                  <a:pt x="320" y="694"/>
                </a:lnTo>
                <a:lnTo>
                  <a:pt x="319" y="692"/>
                </a:lnTo>
                <a:lnTo>
                  <a:pt x="318" y="690"/>
                </a:lnTo>
                <a:lnTo>
                  <a:pt x="318" y="689"/>
                </a:lnTo>
                <a:lnTo>
                  <a:pt x="316" y="687"/>
                </a:lnTo>
                <a:lnTo>
                  <a:pt x="315" y="687"/>
                </a:lnTo>
                <a:lnTo>
                  <a:pt x="316" y="686"/>
                </a:lnTo>
                <a:lnTo>
                  <a:pt x="316" y="685"/>
                </a:lnTo>
                <a:lnTo>
                  <a:pt x="316" y="684"/>
                </a:lnTo>
                <a:lnTo>
                  <a:pt x="315" y="684"/>
                </a:lnTo>
                <a:lnTo>
                  <a:pt x="315" y="685"/>
                </a:lnTo>
                <a:lnTo>
                  <a:pt x="314" y="685"/>
                </a:lnTo>
                <a:lnTo>
                  <a:pt x="313" y="685"/>
                </a:lnTo>
                <a:lnTo>
                  <a:pt x="314" y="684"/>
                </a:lnTo>
                <a:lnTo>
                  <a:pt x="314" y="683"/>
                </a:lnTo>
                <a:lnTo>
                  <a:pt x="315" y="683"/>
                </a:lnTo>
                <a:lnTo>
                  <a:pt x="315" y="682"/>
                </a:lnTo>
                <a:lnTo>
                  <a:pt x="314" y="682"/>
                </a:lnTo>
                <a:lnTo>
                  <a:pt x="313" y="681"/>
                </a:lnTo>
                <a:lnTo>
                  <a:pt x="314" y="681"/>
                </a:lnTo>
                <a:lnTo>
                  <a:pt x="314" y="680"/>
                </a:lnTo>
                <a:lnTo>
                  <a:pt x="315" y="680"/>
                </a:lnTo>
                <a:lnTo>
                  <a:pt x="315" y="679"/>
                </a:lnTo>
                <a:lnTo>
                  <a:pt x="314" y="679"/>
                </a:lnTo>
                <a:lnTo>
                  <a:pt x="314" y="678"/>
                </a:lnTo>
                <a:lnTo>
                  <a:pt x="313" y="678"/>
                </a:lnTo>
                <a:lnTo>
                  <a:pt x="312" y="678"/>
                </a:lnTo>
                <a:lnTo>
                  <a:pt x="310" y="678"/>
                </a:lnTo>
                <a:lnTo>
                  <a:pt x="309" y="678"/>
                </a:lnTo>
                <a:lnTo>
                  <a:pt x="309" y="677"/>
                </a:lnTo>
                <a:lnTo>
                  <a:pt x="309" y="675"/>
                </a:lnTo>
                <a:lnTo>
                  <a:pt x="309" y="673"/>
                </a:lnTo>
                <a:lnTo>
                  <a:pt x="308" y="672"/>
                </a:lnTo>
                <a:lnTo>
                  <a:pt x="308" y="671"/>
                </a:lnTo>
                <a:lnTo>
                  <a:pt x="307" y="670"/>
                </a:lnTo>
                <a:lnTo>
                  <a:pt x="307" y="669"/>
                </a:lnTo>
                <a:lnTo>
                  <a:pt x="306" y="669"/>
                </a:lnTo>
                <a:lnTo>
                  <a:pt x="305" y="668"/>
                </a:lnTo>
                <a:lnTo>
                  <a:pt x="304" y="667"/>
                </a:lnTo>
                <a:lnTo>
                  <a:pt x="303" y="667"/>
                </a:lnTo>
                <a:lnTo>
                  <a:pt x="302" y="666"/>
                </a:lnTo>
                <a:lnTo>
                  <a:pt x="302" y="665"/>
                </a:lnTo>
                <a:lnTo>
                  <a:pt x="302" y="664"/>
                </a:lnTo>
                <a:lnTo>
                  <a:pt x="302" y="663"/>
                </a:lnTo>
                <a:lnTo>
                  <a:pt x="302" y="662"/>
                </a:lnTo>
                <a:lnTo>
                  <a:pt x="303" y="662"/>
                </a:lnTo>
                <a:lnTo>
                  <a:pt x="303" y="661"/>
                </a:lnTo>
                <a:lnTo>
                  <a:pt x="303" y="660"/>
                </a:lnTo>
                <a:lnTo>
                  <a:pt x="302" y="659"/>
                </a:lnTo>
                <a:lnTo>
                  <a:pt x="301" y="659"/>
                </a:lnTo>
                <a:lnTo>
                  <a:pt x="302" y="659"/>
                </a:lnTo>
                <a:lnTo>
                  <a:pt x="302" y="658"/>
                </a:lnTo>
                <a:lnTo>
                  <a:pt x="302" y="657"/>
                </a:lnTo>
                <a:lnTo>
                  <a:pt x="301" y="656"/>
                </a:lnTo>
                <a:lnTo>
                  <a:pt x="301" y="655"/>
                </a:lnTo>
                <a:lnTo>
                  <a:pt x="300" y="654"/>
                </a:lnTo>
                <a:lnTo>
                  <a:pt x="299" y="654"/>
                </a:lnTo>
                <a:lnTo>
                  <a:pt x="298" y="654"/>
                </a:lnTo>
                <a:lnTo>
                  <a:pt x="298" y="655"/>
                </a:lnTo>
                <a:lnTo>
                  <a:pt x="297" y="655"/>
                </a:lnTo>
                <a:lnTo>
                  <a:pt x="297" y="654"/>
                </a:lnTo>
                <a:lnTo>
                  <a:pt x="296" y="654"/>
                </a:lnTo>
                <a:lnTo>
                  <a:pt x="296" y="655"/>
                </a:lnTo>
                <a:lnTo>
                  <a:pt x="295" y="655"/>
                </a:lnTo>
                <a:lnTo>
                  <a:pt x="295" y="656"/>
                </a:lnTo>
                <a:lnTo>
                  <a:pt x="294" y="656"/>
                </a:lnTo>
                <a:lnTo>
                  <a:pt x="293" y="658"/>
                </a:lnTo>
                <a:lnTo>
                  <a:pt x="293" y="659"/>
                </a:lnTo>
                <a:lnTo>
                  <a:pt x="294" y="659"/>
                </a:lnTo>
                <a:lnTo>
                  <a:pt x="293" y="660"/>
                </a:lnTo>
                <a:lnTo>
                  <a:pt x="293" y="661"/>
                </a:lnTo>
                <a:lnTo>
                  <a:pt x="292" y="661"/>
                </a:lnTo>
                <a:lnTo>
                  <a:pt x="291" y="662"/>
                </a:lnTo>
                <a:lnTo>
                  <a:pt x="290" y="663"/>
                </a:lnTo>
                <a:lnTo>
                  <a:pt x="289" y="664"/>
                </a:lnTo>
                <a:lnTo>
                  <a:pt x="288" y="664"/>
                </a:lnTo>
                <a:lnTo>
                  <a:pt x="288" y="665"/>
                </a:lnTo>
                <a:lnTo>
                  <a:pt x="287" y="665"/>
                </a:lnTo>
                <a:lnTo>
                  <a:pt x="287" y="664"/>
                </a:lnTo>
                <a:lnTo>
                  <a:pt x="286" y="664"/>
                </a:lnTo>
                <a:lnTo>
                  <a:pt x="285" y="664"/>
                </a:lnTo>
                <a:lnTo>
                  <a:pt x="285" y="663"/>
                </a:lnTo>
                <a:lnTo>
                  <a:pt x="284" y="662"/>
                </a:lnTo>
                <a:lnTo>
                  <a:pt x="284" y="661"/>
                </a:lnTo>
                <a:lnTo>
                  <a:pt x="283" y="661"/>
                </a:lnTo>
                <a:lnTo>
                  <a:pt x="283" y="662"/>
                </a:lnTo>
                <a:lnTo>
                  <a:pt x="283" y="661"/>
                </a:lnTo>
                <a:lnTo>
                  <a:pt x="282" y="661"/>
                </a:lnTo>
                <a:lnTo>
                  <a:pt x="282" y="660"/>
                </a:lnTo>
                <a:lnTo>
                  <a:pt x="281" y="660"/>
                </a:lnTo>
                <a:lnTo>
                  <a:pt x="279" y="659"/>
                </a:lnTo>
                <a:lnTo>
                  <a:pt x="278" y="659"/>
                </a:lnTo>
                <a:lnTo>
                  <a:pt x="277" y="659"/>
                </a:lnTo>
                <a:lnTo>
                  <a:pt x="277" y="660"/>
                </a:lnTo>
                <a:lnTo>
                  <a:pt x="278" y="660"/>
                </a:lnTo>
                <a:lnTo>
                  <a:pt x="277" y="661"/>
                </a:lnTo>
                <a:lnTo>
                  <a:pt x="277" y="662"/>
                </a:lnTo>
                <a:lnTo>
                  <a:pt x="276" y="662"/>
                </a:lnTo>
                <a:lnTo>
                  <a:pt x="276" y="663"/>
                </a:lnTo>
                <a:lnTo>
                  <a:pt x="276" y="664"/>
                </a:lnTo>
                <a:lnTo>
                  <a:pt x="276" y="665"/>
                </a:lnTo>
                <a:lnTo>
                  <a:pt x="275" y="666"/>
                </a:lnTo>
                <a:lnTo>
                  <a:pt x="274" y="667"/>
                </a:lnTo>
                <a:lnTo>
                  <a:pt x="274" y="668"/>
                </a:lnTo>
                <a:lnTo>
                  <a:pt x="273" y="668"/>
                </a:lnTo>
                <a:lnTo>
                  <a:pt x="273" y="669"/>
                </a:lnTo>
                <a:lnTo>
                  <a:pt x="273" y="670"/>
                </a:lnTo>
                <a:lnTo>
                  <a:pt x="272" y="671"/>
                </a:lnTo>
                <a:lnTo>
                  <a:pt x="271" y="671"/>
                </a:lnTo>
                <a:lnTo>
                  <a:pt x="271" y="670"/>
                </a:lnTo>
                <a:lnTo>
                  <a:pt x="270" y="671"/>
                </a:lnTo>
                <a:lnTo>
                  <a:pt x="270" y="672"/>
                </a:lnTo>
                <a:lnTo>
                  <a:pt x="270" y="673"/>
                </a:lnTo>
                <a:lnTo>
                  <a:pt x="269" y="673"/>
                </a:lnTo>
                <a:lnTo>
                  <a:pt x="269" y="674"/>
                </a:lnTo>
                <a:lnTo>
                  <a:pt x="268" y="674"/>
                </a:lnTo>
                <a:lnTo>
                  <a:pt x="267" y="674"/>
                </a:lnTo>
                <a:lnTo>
                  <a:pt x="266" y="673"/>
                </a:lnTo>
                <a:lnTo>
                  <a:pt x="266" y="672"/>
                </a:lnTo>
                <a:lnTo>
                  <a:pt x="266" y="671"/>
                </a:lnTo>
                <a:lnTo>
                  <a:pt x="266" y="670"/>
                </a:lnTo>
                <a:lnTo>
                  <a:pt x="266" y="669"/>
                </a:lnTo>
                <a:lnTo>
                  <a:pt x="266" y="668"/>
                </a:lnTo>
                <a:lnTo>
                  <a:pt x="266" y="667"/>
                </a:lnTo>
                <a:lnTo>
                  <a:pt x="265" y="667"/>
                </a:lnTo>
                <a:lnTo>
                  <a:pt x="265" y="666"/>
                </a:lnTo>
                <a:lnTo>
                  <a:pt x="264" y="666"/>
                </a:lnTo>
                <a:lnTo>
                  <a:pt x="264" y="665"/>
                </a:lnTo>
                <a:lnTo>
                  <a:pt x="265" y="664"/>
                </a:lnTo>
                <a:lnTo>
                  <a:pt x="266" y="663"/>
                </a:lnTo>
                <a:lnTo>
                  <a:pt x="266" y="662"/>
                </a:lnTo>
                <a:lnTo>
                  <a:pt x="266" y="661"/>
                </a:lnTo>
                <a:lnTo>
                  <a:pt x="266" y="660"/>
                </a:lnTo>
                <a:lnTo>
                  <a:pt x="265" y="659"/>
                </a:lnTo>
                <a:lnTo>
                  <a:pt x="263" y="659"/>
                </a:lnTo>
                <a:lnTo>
                  <a:pt x="262" y="659"/>
                </a:lnTo>
                <a:lnTo>
                  <a:pt x="260" y="659"/>
                </a:lnTo>
                <a:lnTo>
                  <a:pt x="259" y="659"/>
                </a:lnTo>
                <a:lnTo>
                  <a:pt x="259" y="658"/>
                </a:lnTo>
                <a:lnTo>
                  <a:pt x="258" y="658"/>
                </a:lnTo>
                <a:lnTo>
                  <a:pt x="257" y="658"/>
                </a:lnTo>
                <a:lnTo>
                  <a:pt x="257" y="657"/>
                </a:lnTo>
                <a:lnTo>
                  <a:pt x="255" y="656"/>
                </a:lnTo>
                <a:lnTo>
                  <a:pt x="254" y="656"/>
                </a:lnTo>
                <a:lnTo>
                  <a:pt x="254" y="655"/>
                </a:lnTo>
                <a:lnTo>
                  <a:pt x="255" y="654"/>
                </a:lnTo>
                <a:lnTo>
                  <a:pt x="256" y="652"/>
                </a:lnTo>
                <a:lnTo>
                  <a:pt x="256" y="651"/>
                </a:lnTo>
                <a:lnTo>
                  <a:pt x="255" y="650"/>
                </a:lnTo>
                <a:lnTo>
                  <a:pt x="253" y="649"/>
                </a:lnTo>
                <a:lnTo>
                  <a:pt x="252" y="647"/>
                </a:lnTo>
                <a:lnTo>
                  <a:pt x="251" y="647"/>
                </a:lnTo>
                <a:lnTo>
                  <a:pt x="251" y="646"/>
                </a:lnTo>
                <a:lnTo>
                  <a:pt x="250" y="644"/>
                </a:lnTo>
                <a:lnTo>
                  <a:pt x="249" y="644"/>
                </a:lnTo>
                <a:lnTo>
                  <a:pt x="247" y="643"/>
                </a:lnTo>
                <a:lnTo>
                  <a:pt x="246" y="643"/>
                </a:lnTo>
                <a:lnTo>
                  <a:pt x="246" y="641"/>
                </a:lnTo>
                <a:lnTo>
                  <a:pt x="245" y="641"/>
                </a:lnTo>
                <a:lnTo>
                  <a:pt x="245" y="640"/>
                </a:lnTo>
                <a:lnTo>
                  <a:pt x="245" y="638"/>
                </a:lnTo>
                <a:lnTo>
                  <a:pt x="244" y="638"/>
                </a:lnTo>
                <a:lnTo>
                  <a:pt x="244" y="637"/>
                </a:lnTo>
                <a:lnTo>
                  <a:pt x="243" y="635"/>
                </a:lnTo>
                <a:lnTo>
                  <a:pt x="243" y="634"/>
                </a:lnTo>
                <a:lnTo>
                  <a:pt x="242" y="633"/>
                </a:lnTo>
                <a:lnTo>
                  <a:pt x="243" y="633"/>
                </a:lnTo>
                <a:lnTo>
                  <a:pt x="242" y="632"/>
                </a:lnTo>
                <a:lnTo>
                  <a:pt x="241" y="632"/>
                </a:lnTo>
                <a:lnTo>
                  <a:pt x="241" y="631"/>
                </a:lnTo>
                <a:lnTo>
                  <a:pt x="240" y="631"/>
                </a:lnTo>
                <a:lnTo>
                  <a:pt x="241" y="629"/>
                </a:lnTo>
                <a:lnTo>
                  <a:pt x="241" y="627"/>
                </a:lnTo>
                <a:lnTo>
                  <a:pt x="242" y="627"/>
                </a:lnTo>
                <a:lnTo>
                  <a:pt x="243" y="627"/>
                </a:lnTo>
                <a:lnTo>
                  <a:pt x="244" y="626"/>
                </a:lnTo>
                <a:lnTo>
                  <a:pt x="245" y="626"/>
                </a:lnTo>
                <a:lnTo>
                  <a:pt x="245" y="627"/>
                </a:lnTo>
                <a:lnTo>
                  <a:pt x="246" y="627"/>
                </a:lnTo>
                <a:lnTo>
                  <a:pt x="247" y="627"/>
                </a:lnTo>
                <a:lnTo>
                  <a:pt x="247" y="626"/>
                </a:lnTo>
                <a:lnTo>
                  <a:pt x="247" y="625"/>
                </a:lnTo>
                <a:lnTo>
                  <a:pt x="248" y="625"/>
                </a:lnTo>
                <a:lnTo>
                  <a:pt x="249" y="625"/>
                </a:lnTo>
                <a:lnTo>
                  <a:pt x="250" y="625"/>
                </a:lnTo>
                <a:lnTo>
                  <a:pt x="252" y="625"/>
                </a:lnTo>
                <a:lnTo>
                  <a:pt x="252" y="624"/>
                </a:lnTo>
                <a:lnTo>
                  <a:pt x="253" y="624"/>
                </a:lnTo>
                <a:lnTo>
                  <a:pt x="254" y="623"/>
                </a:lnTo>
                <a:lnTo>
                  <a:pt x="253" y="622"/>
                </a:lnTo>
                <a:lnTo>
                  <a:pt x="254" y="621"/>
                </a:lnTo>
                <a:lnTo>
                  <a:pt x="255" y="620"/>
                </a:lnTo>
                <a:lnTo>
                  <a:pt x="255" y="619"/>
                </a:lnTo>
                <a:lnTo>
                  <a:pt x="253" y="618"/>
                </a:lnTo>
                <a:lnTo>
                  <a:pt x="252" y="617"/>
                </a:lnTo>
                <a:lnTo>
                  <a:pt x="252" y="616"/>
                </a:lnTo>
                <a:lnTo>
                  <a:pt x="253" y="616"/>
                </a:lnTo>
                <a:lnTo>
                  <a:pt x="254" y="616"/>
                </a:lnTo>
                <a:lnTo>
                  <a:pt x="254" y="615"/>
                </a:lnTo>
                <a:lnTo>
                  <a:pt x="254" y="614"/>
                </a:lnTo>
                <a:lnTo>
                  <a:pt x="254" y="613"/>
                </a:lnTo>
                <a:lnTo>
                  <a:pt x="254" y="612"/>
                </a:lnTo>
                <a:lnTo>
                  <a:pt x="253" y="612"/>
                </a:lnTo>
                <a:lnTo>
                  <a:pt x="251" y="610"/>
                </a:lnTo>
                <a:lnTo>
                  <a:pt x="249" y="609"/>
                </a:lnTo>
                <a:lnTo>
                  <a:pt x="248" y="609"/>
                </a:lnTo>
                <a:lnTo>
                  <a:pt x="247" y="609"/>
                </a:lnTo>
                <a:lnTo>
                  <a:pt x="247" y="608"/>
                </a:lnTo>
                <a:lnTo>
                  <a:pt x="245" y="608"/>
                </a:lnTo>
                <a:lnTo>
                  <a:pt x="244" y="608"/>
                </a:lnTo>
                <a:lnTo>
                  <a:pt x="244" y="607"/>
                </a:lnTo>
                <a:lnTo>
                  <a:pt x="244" y="606"/>
                </a:lnTo>
                <a:lnTo>
                  <a:pt x="244" y="605"/>
                </a:lnTo>
                <a:lnTo>
                  <a:pt x="244" y="604"/>
                </a:lnTo>
                <a:lnTo>
                  <a:pt x="245" y="603"/>
                </a:lnTo>
                <a:lnTo>
                  <a:pt x="245" y="602"/>
                </a:lnTo>
                <a:lnTo>
                  <a:pt x="244" y="601"/>
                </a:lnTo>
                <a:lnTo>
                  <a:pt x="244" y="600"/>
                </a:lnTo>
                <a:lnTo>
                  <a:pt x="242" y="600"/>
                </a:lnTo>
                <a:lnTo>
                  <a:pt x="240" y="599"/>
                </a:lnTo>
                <a:lnTo>
                  <a:pt x="239" y="598"/>
                </a:lnTo>
                <a:lnTo>
                  <a:pt x="238" y="598"/>
                </a:lnTo>
                <a:lnTo>
                  <a:pt x="238" y="597"/>
                </a:lnTo>
                <a:lnTo>
                  <a:pt x="237" y="594"/>
                </a:lnTo>
                <a:lnTo>
                  <a:pt x="237" y="593"/>
                </a:lnTo>
                <a:lnTo>
                  <a:pt x="237" y="592"/>
                </a:lnTo>
                <a:lnTo>
                  <a:pt x="237" y="591"/>
                </a:lnTo>
                <a:lnTo>
                  <a:pt x="236" y="591"/>
                </a:lnTo>
                <a:lnTo>
                  <a:pt x="235" y="591"/>
                </a:lnTo>
                <a:lnTo>
                  <a:pt x="235" y="590"/>
                </a:lnTo>
                <a:lnTo>
                  <a:pt x="235" y="589"/>
                </a:lnTo>
                <a:lnTo>
                  <a:pt x="235" y="588"/>
                </a:lnTo>
                <a:lnTo>
                  <a:pt x="234" y="587"/>
                </a:lnTo>
                <a:lnTo>
                  <a:pt x="234" y="586"/>
                </a:lnTo>
                <a:lnTo>
                  <a:pt x="233" y="586"/>
                </a:lnTo>
                <a:lnTo>
                  <a:pt x="232" y="585"/>
                </a:lnTo>
                <a:lnTo>
                  <a:pt x="231" y="585"/>
                </a:lnTo>
                <a:lnTo>
                  <a:pt x="231" y="584"/>
                </a:lnTo>
                <a:lnTo>
                  <a:pt x="230" y="584"/>
                </a:lnTo>
                <a:lnTo>
                  <a:pt x="228" y="584"/>
                </a:lnTo>
                <a:lnTo>
                  <a:pt x="227" y="583"/>
                </a:lnTo>
                <a:lnTo>
                  <a:pt x="227" y="582"/>
                </a:lnTo>
                <a:lnTo>
                  <a:pt x="227" y="581"/>
                </a:lnTo>
                <a:lnTo>
                  <a:pt x="226" y="581"/>
                </a:lnTo>
                <a:lnTo>
                  <a:pt x="225" y="581"/>
                </a:lnTo>
                <a:lnTo>
                  <a:pt x="224" y="581"/>
                </a:lnTo>
                <a:lnTo>
                  <a:pt x="224" y="580"/>
                </a:lnTo>
                <a:lnTo>
                  <a:pt x="224" y="579"/>
                </a:lnTo>
                <a:lnTo>
                  <a:pt x="224" y="578"/>
                </a:lnTo>
                <a:lnTo>
                  <a:pt x="223" y="577"/>
                </a:lnTo>
                <a:lnTo>
                  <a:pt x="221" y="575"/>
                </a:lnTo>
                <a:lnTo>
                  <a:pt x="220" y="574"/>
                </a:lnTo>
                <a:lnTo>
                  <a:pt x="218" y="574"/>
                </a:lnTo>
                <a:lnTo>
                  <a:pt x="217" y="574"/>
                </a:lnTo>
                <a:lnTo>
                  <a:pt x="216" y="574"/>
                </a:lnTo>
                <a:lnTo>
                  <a:pt x="216" y="573"/>
                </a:lnTo>
                <a:lnTo>
                  <a:pt x="215" y="572"/>
                </a:lnTo>
                <a:lnTo>
                  <a:pt x="214" y="572"/>
                </a:lnTo>
                <a:lnTo>
                  <a:pt x="215" y="571"/>
                </a:lnTo>
                <a:lnTo>
                  <a:pt x="215" y="570"/>
                </a:lnTo>
                <a:lnTo>
                  <a:pt x="214" y="570"/>
                </a:lnTo>
                <a:lnTo>
                  <a:pt x="214" y="569"/>
                </a:lnTo>
                <a:lnTo>
                  <a:pt x="214" y="568"/>
                </a:lnTo>
                <a:lnTo>
                  <a:pt x="213" y="567"/>
                </a:lnTo>
                <a:lnTo>
                  <a:pt x="214" y="565"/>
                </a:lnTo>
                <a:lnTo>
                  <a:pt x="214" y="562"/>
                </a:lnTo>
                <a:lnTo>
                  <a:pt x="213" y="561"/>
                </a:lnTo>
                <a:lnTo>
                  <a:pt x="213" y="560"/>
                </a:lnTo>
                <a:lnTo>
                  <a:pt x="213" y="559"/>
                </a:lnTo>
                <a:lnTo>
                  <a:pt x="213" y="560"/>
                </a:lnTo>
                <a:lnTo>
                  <a:pt x="212" y="560"/>
                </a:lnTo>
                <a:lnTo>
                  <a:pt x="211" y="561"/>
                </a:lnTo>
                <a:lnTo>
                  <a:pt x="211" y="562"/>
                </a:lnTo>
                <a:lnTo>
                  <a:pt x="211" y="563"/>
                </a:lnTo>
                <a:lnTo>
                  <a:pt x="210" y="563"/>
                </a:lnTo>
                <a:lnTo>
                  <a:pt x="208" y="563"/>
                </a:lnTo>
                <a:lnTo>
                  <a:pt x="207" y="562"/>
                </a:lnTo>
                <a:lnTo>
                  <a:pt x="205" y="562"/>
                </a:lnTo>
                <a:lnTo>
                  <a:pt x="204" y="563"/>
                </a:lnTo>
                <a:lnTo>
                  <a:pt x="205" y="564"/>
                </a:lnTo>
                <a:lnTo>
                  <a:pt x="204" y="565"/>
                </a:lnTo>
                <a:lnTo>
                  <a:pt x="203" y="565"/>
                </a:lnTo>
                <a:lnTo>
                  <a:pt x="203" y="566"/>
                </a:lnTo>
                <a:lnTo>
                  <a:pt x="203" y="567"/>
                </a:lnTo>
                <a:lnTo>
                  <a:pt x="203" y="569"/>
                </a:lnTo>
                <a:lnTo>
                  <a:pt x="204" y="570"/>
                </a:lnTo>
                <a:lnTo>
                  <a:pt x="203" y="570"/>
                </a:lnTo>
                <a:lnTo>
                  <a:pt x="203" y="571"/>
                </a:lnTo>
                <a:lnTo>
                  <a:pt x="202" y="571"/>
                </a:lnTo>
                <a:lnTo>
                  <a:pt x="201" y="572"/>
                </a:lnTo>
                <a:lnTo>
                  <a:pt x="200" y="573"/>
                </a:lnTo>
                <a:lnTo>
                  <a:pt x="199" y="572"/>
                </a:lnTo>
                <a:lnTo>
                  <a:pt x="198" y="573"/>
                </a:lnTo>
                <a:lnTo>
                  <a:pt x="198" y="574"/>
                </a:lnTo>
                <a:lnTo>
                  <a:pt x="198" y="575"/>
                </a:lnTo>
                <a:lnTo>
                  <a:pt x="197" y="575"/>
                </a:lnTo>
                <a:lnTo>
                  <a:pt x="196" y="576"/>
                </a:lnTo>
                <a:lnTo>
                  <a:pt x="197" y="577"/>
                </a:lnTo>
                <a:lnTo>
                  <a:pt x="197" y="578"/>
                </a:lnTo>
                <a:lnTo>
                  <a:pt x="197" y="579"/>
                </a:lnTo>
                <a:lnTo>
                  <a:pt x="197" y="581"/>
                </a:lnTo>
                <a:lnTo>
                  <a:pt x="197" y="582"/>
                </a:lnTo>
                <a:lnTo>
                  <a:pt x="196" y="583"/>
                </a:lnTo>
                <a:lnTo>
                  <a:pt x="195" y="583"/>
                </a:lnTo>
                <a:lnTo>
                  <a:pt x="195" y="582"/>
                </a:lnTo>
                <a:lnTo>
                  <a:pt x="194" y="582"/>
                </a:lnTo>
                <a:lnTo>
                  <a:pt x="193" y="582"/>
                </a:lnTo>
                <a:lnTo>
                  <a:pt x="193" y="583"/>
                </a:lnTo>
                <a:lnTo>
                  <a:pt x="193" y="584"/>
                </a:lnTo>
                <a:lnTo>
                  <a:pt x="193" y="585"/>
                </a:lnTo>
                <a:lnTo>
                  <a:pt x="192" y="585"/>
                </a:lnTo>
                <a:lnTo>
                  <a:pt x="191" y="586"/>
                </a:lnTo>
                <a:lnTo>
                  <a:pt x="190" y="586"/>
                </a:lnTo>
                <a:lnTo>
                  <a:pt x="190" y="587"/>
                </a:lnTo>
                <a:lnTo>
                  <a:pt x="190" y="588"/>
                </a:lnTo>
                <a:lnTo>
                  <a:pt x="190" y="589"/>
                </a:lnTo>
                <a:lnTo>
                  <a:pt x="189" y="589"/>
                </a:lnTo>
                <a:lnTo>
                  <a:pt x="188" y="589"/>
                </a:lnTo>
                <a:lnTo>
                  <a:pt x="187" y="589"/>
                </a:lnTo>
                <a:lnTo>
                  <a:pt x="185" y="589"/>
                </a:lnTo>
                <a:lnTo>
                  <a:pt x="185" y="590"/>
                </a:lnTo>
                <a:lnTo>
                  <a:pt x="185" y="591"/>
                </a:lnTo>
                <a:lnTo>
                  <a:pt x="185" y="592"/>
                </a:lnTo>
                <a:lnTo>
                  <a:pt x="184" y="592"/>
                </a:lnTo>
                <a:lnTo>
                  <a:pt x="184" y="594"/>
                </a:lnTo>
                <a:lnTo>
                  <a:pt x="184" y="595"/>
                </a:lnTo>
                <a:lnTo>
                  <a:pt x="184" y="596"/>
                </a:lnTo>
                <a:lnTo>
                  <a:pt x="185" y="596"/>
                </a:lnTo>
                <a:lnTo>
                  <a:pt x="186" y="597"/>
                </a:lnTo>
                <a:lnTo>
                  <a:pt x="186" y="599"/>
                </a:lnTo>
                <a:lnTo>
                  <a:pt x="186" y="600"/>
                </a:lnTo>
                <a:lnTo>
                  <a:pt x="185" y="600"/>
                </a:lnTo>
                <a:lnTo>
                  <a:pt x="185" y="601"/>
                </a:lnTo>
                <a:lnTo>
                  <a:pt x="185" y="602"/>
                </a:lnTo>
                <a:lnTo>
                  <a:pt x="186" y="603"/>
                </a:lnTo>
                <a:lnTo>
                  <a:pt x="187" y="603"/>
                </a:lnTo>
                <a:lnTo>
                  <a:pt x="188" y="604"/>
                </a:lnTo>
                <a:lnTo>
                  <a:pt x="188" y="605"/>
                </a:lnTo>
                <a:lnTo>
                  <a:pt x="187" y="606"/>
                </a:lnTo>
                <a:lnTo>
                  <a:pt x="186" y="607"/>
                </a:lnTo>
                <a:lnTo>
                  <a:pt x="187" y="607"/>
                </a:lnTo>
                <a:lnTo>
                  <a:pt x="187" y="608"/>
                </a:lnTo>
                <a:lnTo>
                  <a:pt x="185" y="609"/>
                </a:lnTo>
                <a:lnTo>
                  <a:pt x="185" y="610"/>
                </a:lnTo>
                <a:lnTo>
                  <a:pt x="185" y="611"/>
                </a:lnTo>
                <a:lnTo>
                  <a:pt x="185" y="612"/>
                </a:lnTo>
                <a:lnTo>
                  <a:pt x="185" y="613"/>
                </a:lnTo>
                <a:lnTo>
                  <a:pt x="184" y="613"/>
                </a:lnTo>
                <a:lnTo>
                  <a:pt x="185" y="615"/>
                </a:lnTo>
                <a:lnTo>
                  <a:pt x="186" y="616"/>
                </a:lnTo>
                <a:lnTo>
                  <a:pt x="186" y="617"/>
                </a:lnTo>
                <a:lnTo>
                  <a:pt x="186" y="618"/>
                </a:lnTo>
                <a:lnTo>
                  <a:pt x="186" y="619"/>
                </a:lnTo>
                <a:lnTo>
                  <a:pt x="185" y="619"/>
                </a:lnTo>
                <a:lnTo>
                  <a:pt x="184" y="620"/>
                </a:lnTo>
                <a:lnTo>
                  <a:pt x="184" y="622"/>
                </a:lnTo>
                <a:lnTo>
                  <a:pt x="183" y="624"/>
                </a:lnTo>
                <a:lnTo>
                  <a:pt x="183" y="625"/>
                </a:lnTo>
                <a:lnTo>
                  <a:pt x="184" y="627"/>
                </a:lnTo>
                <a:lnTo>
                  <a:pt x="184" y="628"/>
                </a:lnTo>
                <a:lnTo>
                  <a:pt x="185" y="629"/>
                </a:lnTo>
                <a:lnTo>
                  <a:pt x="185" y="630"/>
                </a:lnTo>
                <a:lnTo>
                  <a:pt x="184" y="630"/>
                </a:lnTo>
                <a:lnTo>
                  <a:pt x="184" y="629"/>
                </a:lnTo>
                <a:lnTo>
                  <a:pt x="182" y="627"/>
                </a:lnTo>
                <a:lnTo>
                  <a:pt x="181" y="627"/>
                </a:lnTo>
                <a:lnTo>
                  <a:pt x="181" y="626"/>
                </a:lnTo>
                <a:lnTo>
                  <a:pt x="180" y="626"/>
                </a:lnTo>
                <a:lnTo>
                  <a:pt x="180" y="625"/>
                </a:lnTo>
                <a:lnTo>
                  <a:pt x="179" y="624"/>
                </a:lnTo>
                <a:lnTo>
                  <a:pt x="178" y="624"/>
                </a:lnTo>
                <a:lnTo>
                  <a:pt x="177" y="624"/>
                </a:lnTo>
                <a:lnTo>
                  <a:pt x="176" y="622"/>
                </a:lnTo>
                <a:lnTo>
                  <a:pt x="176" y="621"/>
                </a:lnTo>
                <a:lnTo>
                  <a:pt x="175" y="619"/>
                </a:lnTo>
                <a:lnTo>
                  <a:pt x="174" y="619"/>
                </a:lnTo>
                <a:lnTo>
                  <a:pt x="174" y="618"/>
                </a:lnTo>
                <a:lnTo>
                  <a:pt x="175" y="616"/>
                </a:lnTo>
                <a:lnTo>
                  <a:pt x="174" y="616"/>
                </a:lnTo>
                <a:lnTo>
                  <a:pt x="174" y="615"/>
                </a:lnTo>
                <a:lnTo>
                  <a:pt x="173" y="615"/>
                </a:lnTo>
                <a:lnTo>
                  <a:pt x="172" y="615"/>
                </a:lnTo>
                <a:lnTo>
                  <a:pt x="171" y="614"/>
                </a:lnTo>
                <a:lnTo>
                  <a:pt x="170" y="613"/>
                </a:lnTo>
                <a:lnTo>
                  <a:pt x="169" y="611"/>
                </a:lnTo>
                <a:lnTo>
                  <a:pt x="169" y="610"/>
                </a:lnTo>
                <a:lnTo>
                  <a:pt x="168" y="610"/>
                </a:lnTo>
                <a:lnTo>
                  <a:pt x="167" y="609"/>
                </a:lnTo>
                <a:lnTo>
                  <a:pt x="167" y="607"/>
                </a:lnTo>
                <a:lnTo>
                  <a:pt x="165" y="605"/>
                </a:lnTo>
                <a:lnTo>
                  <a:pt x="164" y="605"/>
                </a:lnTo>
                <a:lnTo>
                  <a:pt x="164" y="604"/>
                </a:lnTo>
                <a:lnTo>
                  <a:pt x="164" y="603"/>
                </a:lnTo>
                <a:lnTo>
                  <a:pt x="163" y="602"/>
                </a:lnTo>
                <a:lnTo>
                  <a:pt x="164" y="602"/>
                </a:lnTo>
                <a:lnTo>
                  <a:pt x="165" y="601"/>
                </a:lnTo>
                <a:lnTo>
                  <a:pt x="165" y="600"/>
                </a:lnTo>
                <a:lnTo>
                  <a:pt x="165" y="598"/>
                </a:lnTo>
                <a:lnTo>
                  <a:pt x="165" y="597"/>
                </a:lnTo>
                <a:lnTo>
                  <a:pt x="165" y="596"/>
                </a:lnTo>
                <a:lnTo>
                  <a:pt x="166" y="595"/>
                </a:lnTo>
                <a:lnTo>
                  <a:pt x="166" y="594"/>
                </a:lnTo>
                <a:lnTo>
                  <a:pt x="165" y="594"/>
                </a:lnTo>
                <a:lnTo>
                  <a:pt x="165" y="592"/>
                </a:lnTo>
                <a:lnTo>
                  <a:pt x="164" y="590"/>
                </a:lnTo>
                <a:lnTo>
                  <a:pt x="164" y="589"/>
                </a:lnTo>
                <a:lnTo>
                  <a:pt x="164" y="588"/>
                </a:lnTo>
                <a:lnTo>
                  <a:pt x="164" y="587"/>
                </a:lnTo>
                <a:lnTo>
                  <a:pt x="165" y="586"/>
                </a:lnTo>
                <a:lnTo>
                  <a:pt x="165" y="585"/>
                </a:lnTo>
                <a:lnTo>
                  <a:pt x="164" y="585"/>
                </a:lnTo>
                <a:lnTo>
                  <a:pt x="163" y="585"/>
                </a:lnTo>
                <a:lnTo>
                  <a:pt x="163" y="584"/>
                </a:lnTo>
                <a:lnTo>
                  <a:pt x="164" y="583"/>
                </a:lnTo>
                <a:lnTo>
                  <a:pt x="164" y="582"/>
                </a:lnTo>
                <a:lnTo>
                  <a:pt x="163" y="582"/>
                </a:lnTo>
                <a:lnTo>
                  <a:pt x="163" y="581"/>
                </a:lnTo>
                <a:lnTo>
                  <a:pt x="162" y="580"/>
                </a:lnTo>
                <a:lnTo>
                  <a:pt x="161" y="580"/>
                </a:lnTo>
                <a:lnTo>
                  <a:pt x="162" y="579"/>
                </a:lnTo>
                <a:lnTo>
                  <a:pt x="162" y="578"/>
                </a:lnTo>
                <a:lnTo>
                  <a:pt x="161" y="578"/>
                </a:lnTo>
                <a:lnTo>
                  <a:pt x="161" y="577"/>
                </a:lnTo>
                <a:lnTo>
                  <a:pt x="161" y="576"/>
                </a:lnTo>
                <a:lnTo>
                  <a:pt x="160" y="575"/>
                </a:lnTo>
                <a:lnTo>
                  <a:pt x="160" y="574"/>
                </a:lnTo>
                <a:lnTo>
                  <a:pt x="161" y="573"/>
                </a:lnTo>
                <a:lnTo>
                  <a:pt x="160" y="572"/>
                </a:lnTo>
                <a:lnTo>
                  <a:pt x="161" y="571"/>
                </a:lnTo>
                <a:lnTo>
                  <a:pt x="160" y="569"/>
                </a:lnTo>
                <a:lnTo>
                  <a:pt x="159" y="569"/>
                </a:lnTo>
                <a:lnTo>
                  <a:pt x="159" y="568"/>
                </a:lnTo>
                <a:lnTo>
                  <a:pt x="159" y="567"/>
                </a:lnTo>
                <a:lnTo>
                  <a:pt x="159" y="566"/>
                </a:lnTo>
                <a:lnTo>
                  <a:pt x="159" y="565"/>
                </a:lnTo>
                <a:lnTo>
                  <a:pt x="158" y="564"/>
                </a:lnTo>
                <a:lnTo>
                  <a:pt x="158" y="562"/>
                </a:lnTo>
                <a:lnTo>
                  <a:pt x="158" y="561"/>
                </a:lnTo>
                <a:lnTo>
                  <a:pt x="158" y="560"/>
                </a:lnTo>
                <a:lnTo>
                  <a:pt x="158" y="559"/>
                </a:lnTo>
                <a:lnTo>
                  <a:pt x="158" y="558"/>
                </a:lnTo>
                <a:lnTo>
                  <a:pt x="159" y="557"/>
                </a:lnTo>
                <a:lnTo>
                  <a:pt x="159" y="556"/>
                </a:lnTo>
                <a:lnTo>
                  <a:pt x="159" y="555"/>
                </a:lnTo>
                <a:lnTo>
                  <a:pt x="160" y="555"/>
                </a:lnTo>
                <a:lnTo>
                  <a:pt x="160" y="554"/>
                </a:lnTo>
                <a:lnTo>
                  <a:pt x="160" y="552"/>
                </a:lnTo>
                <a:lnTo>
                  <a:pt x="160" y="551"/>
                </a:lnTo>
                <a:lnTo>
                  <a:pt x="160" y="550"/>
                </a:lnTo>
                <a:lnTo>
                  <a:pt x="160" y="549"/>
                </a:lnTo>
                <a:lnTo>
                  <a:pt x="160" y="548"/>
                </a:lnTo>
                <a:lnTo>
                  <a:pt x="160" y="547"/>
                </a:lnTo>
                <a:lnTo>
                  <a:pt x="160" y="546"/>
                </a:lnTo>
                <a:lnTo>
                  <a:pt x="160" y="545"/>
                </a:lnTo>
                <a:lnTo>
                  <a:pt x="160" y="544"/>
                </a:lnTo>
                <a:lnTo>
                  <a:pt x="160" y="542"/>
                </a:lnTo>
                <a:lnTo>
                  <a:pt x="160" y="541"/>
                </a:lnTo>
                <a:lnTo>
                  <a:pt x="159" y="540"/>
                </a:lnTo>
                <a:lnTo>
                  <a:pt x="159" y="538"/>
                </a:lnTo>
                <a:lnTo>
                  <a:pt x="159" y="537"/>
                </a:lnTo>
                <a:lnTo>
                  <a:pt x="159" y="536"/>
                </a:lnTo>
                <a:lnTo>
                  <a:pt x="159" y="534"/>
                </a:lnTo>
                <a:lnTo>
                  <a:pt x="159" y="533"/>
                </a:lnTo>
                <a:lnTo>
                  <a:pt x="159" y="532"/>
                </a:lnTo>
                <a:lnTo>
                  <a:pt x="159" y="531"/>
                </a:lnTo>
                <a:lnTo>
                  <a:pt x="159" y="530"/>
                </a:lnTo>
                <a:lnTo>
                  <a:pt x="158" y="530"/>
                </a:lnTo>
                <a:lnTo>
                  <a:pt x="158" y="529"/>
                </a:lnTo>
                <a:lnTo>
                  <a:pt x="159" y="529"/>
                </a:lnTo>
                <a:lnTo>
                  <a:pt x="159" y="528"/>
                </a:lnTo>
                <a:lnTo>
                  <a:pt x="159" y="525"/>
                </a:lnTo>
                <a:lnTo>
                  <a:pt x="159" y="524"/>
                </a:lnTo>
                <a:lnTo>
                  <a:pt x="159" y="523"/>
                </a:lnTo>
                <a:lnTo>
                  <a:pt x="159" y="522"/>
                </a:lnTo>
                <a:lnTo>
                  <a:pt x="158" y="521"/>
                </a:lnTo>
                <a:lnTo>
                  <a:pt x="159" y="521"/>
                </a:lnTo>
                <a:lnTo>
                  <a:pt x="159" y="519"/>
                </a:lnTo>
                <a:lnTo>
                  <a:pt x="158" y="518"/>
                </a:lnTo>
                <a:lnTo>
                  <a:pt x="157" y="516"/>
                </a:lnTo>
                <a:lnTo>
                  <a:pt x="157" y="515"/>
                </a:lnTo>
                <a:lnTo>
                  <a:pt x="156" y="514"/>
                </a:lnTo>
                <a:lnTo>
                  <a:pt x="156" y="513"/>
                </a:lnTo>
                <a:lnTo>
                  <a:pt x="155" y="513"/>
                </a:lnTo>
                <a:lnTo>
                  <a:pt x="154" y="513"/>
                </a:lnTo>
                <a:lnTo>
                  <a:pt x="155" y="511"/>
                </a:lnTo>
                <a:lnTo>
                  <a:pt x="155" y="510"/>
                </a:lnTo>
                <a:lnTo>
                  <a:pt x="155" y="509"/>
                </a:lnTo>
                <a:lnTo>
                  <a:pt x="154" y="505"/>
                </a:lnTo>
                <a:lnTo>
                  <a:pt x="154" y="504"/>
                </a:lnTo>
                <a:lnTo>
                  <a:pt x="154" y="503"/>
                </a:lnTo>
                <a:lnTo>
                  <a:pt x="154" y="501"/>
                </a:lnTo>
                <a:lnTo>
                  <a:pt x="154" y="500"/>
                </a:lnTo>
                <a:lnTo>
                  <a:pt x="155" y="500"/>
                </a:lnTo>
                <a:lnTo>
                  <a:pt x="154" y="500"/>
                </a:lnTo>
                <a:lnTo>
                  <a:pt x="154" y="499"/>
                </a:lnTo>
                <a:lnTo>
                  <a:pt x="154" y="498"/>
                </a:lnTo>
                <a:lnTo>
                  <a:pt x="154" y="497"/>
                </a:lnTo>
                <a:lnTo>
                  <a:pt x="153" y="497"/>
                </a:lnTo>
                <a:lnTo>
                  <a:pt x="154" y="496"/>
                </a:lnTo>
                <a:lnTo>
                  <a:pt x="154" y="495"/>
                </a:lnTo>
                <a:lnTo>
                  <a:pt x="154" y="494"/>
                </a:lnTo>
                <a:lnTo>
                  <a:pt x="153" y="494"/>
                </a:lnTo>
                <a:lnTo>
                  <a:pt x="153" y="493"/>
                </a:lnTo>
                <a:lnTo>
                  <a:pt x="153" y="492"/>
                </a:lnTo>
                <a:lnTo>
                  <a:pt x="153" y="490"/>
                </a:lnTo>
                <a:lnTo>
                  <a:pt x="153" y="489"/>
                </a:lnTo>
                <a:lnTo>
                  <a:pt x="153" y="488"/>
                </a:lnTo>
                <a:lnTo>
                  <a:pt x="153" y="486"/>
                </a:lnTo>
                <a:lnTo>
                  <a:pt x="153" y="485"/>
                </a:lnTo>
                <a:lnTo>
                  <a:pt x="152" y="485"/>
                </a:lnTo>
                <a:lnTo>
                  <a:pt x="152" y="484"/>
                </a:lnTo>
                <a:lnTo>
                  <a:pt x="151" y="483"/>
                </a:lnTo>
                <a:lnTo>
                  <a:pt x="151" y="482"/>
                </a:lnTo>
                <a:lnTo>
                  <a:pt x="150" y="481"/>
                </a:lnTo>
                <a:lnTo>
                  <a:pt x="150" y="480"/>
                </a:lnTo>
                <a:lnTo>
                  <a:pt x="149" y="479"/>
                </a:lnTo>
                <a:lnTo>
                  <a:pt x="149" y="478"/>
                </a:lnTo>
                <a:lnTo>
                  <a:pt x="148" y="477"/>
                </a:lnTo>
                <a:lnTo>
                  <a:pt x="149" y="477"/>
                </a:lnTo>
                <a:lnTo>
                  <a:pt x="148" y="476"/>
                </a:lnTo>
                <a:lnTo>
                  <a:pt x="148" y="474"/>
                </a:lnTo>
                <a:lnTo>
                  <a:pt x="148" y="473"/>
                </a:lnTo>
                <a:lnTo>
                  <a:pt x="148" y="472"/>
                </a:lnTo>
                <a:lnTo>
                  <a:pt x="149" y="469"/>
                </a:lnTo>
                <a:lnTo>
                  <a:pt x="149" y="468"/>
                </a:lnTo>
                <a:lnTo>
                  <a:pt x="149" y="467"/>
                </a:lnTo>
                <a:lnTo>
                  <a:pt x="149" y="466"/>
                </a:lnTo>
                <a:lnTo>
                  <a:pt x="149" y="464"/>
                </a:lnTo>
                <a:lnTo>
                  <a:pt x="150" y="464"/>
                </a:lnTo>
                <a:lnTo>
                  <a:pt x="150" y="463"/>
                </a:lnTo>
                <a:lnTo>
                  <a:pt x="150" y="462"/>
                </a:lnTo>
                <a:lnTo>
                  <a:pt x="150" y="460"/>
                </a:lnTo>
                <a:lnTo>
                  <a:pt x="150" y="459"/>
                </a:lnTo>
                <a:lnTo>
                  <a:pt x="151" y="458"/>
                </a:lnTo>
                <a:lnTo>
                  <a:pt x="151" y="457"/>
                </a:lnTo>
                <a:lnTo>
                  <a:pt x="151" y="456"/>
                </a:lnTo>
                <a:lnTo>
                  <a:pt x="152" y="456"/>
                </a:lnTo>
                <a:lnTo>
                  <a:pt x="152" y="455"/>
                </a:lnTo>
                <a:lnTo>
                  <a:pt x="152" y="454"/>
                </a:lnTo>
                <a:lnTo>
                  <a:pt x="152" y="453"/>
                </a:lnTo>
                <a:lnTo>
                  <a:pt x="153" y="453"/>
                </a:lnTo>
                <a:lnTo>
                  <a:pt x="153" y="452"/>
                </a:lnTo>
                <a:lnTo>
                  <a:pt x="153" y="451"/>
                </a:lnTo>
                <a:lnTo>
                  <a:pt x="154" y="450"/>
                </a:lnTo>
                <a:lnTo>
                  <a:pt x="154" y="449"/>
                </a:lnTo>
                <a:lnTo>
                  <a:pt x="155" y="449"/>
                </a:lnTo>
                <a:lnTo>
                  <a:pt x="155" y="448"/>
                </a:lnTo>
                <a:lnTo>
                  <a:pt x="154" y="448"/>
                </a:lnTo>
                <a:lnTo>
                  <a:pt x="153" y="448"/>
                </a:lnTo>
                <a:lnTo>
                  <a:pt x="153" y="447"/>
                </a:lnTo>
                <a:lnTo>
                  <a:pt x="153" y="446"/>
                </a:lnTo>
                <a:lnTo>
                  <a:pt x="153" y="445"/>
                </a:lnTo>
                <a:lnTo>
                  <a:pt x="152" y="441"/>
                </a:lnTo>
                <a:lnTo>
                  <a:pt x="152" y="437"/>
                </a:lnTo>
                <a:lnTo>
                  <a:pt x="152" y="436"/>
                </a:lnTo>
                <a:lnTo>
                  <a:pt x="152" y="435"/>
                </a:lnTo>
                <a:lnTo>
                  <a:pt x="152" y="434"/>
                </a:lnTo>
                <a:lnTo>
                  <a:pt x="153" y="433"/>
                </a:lnTo>
                <a:lnTo>
                  <a:pt x="152" y="433"/>
                </a:lnTo>
                <a:lnTo>
                  <a:pt x="152" y="432"/>
                </a:lnTo>
                <a:lnTo>
                  <a:pt x="151" y="432"/>
                </a:lnTo>
                <a:lnTo>
                  <a:pt x="151" y="431"/>
                </a:lnTo>
                <a:lnTo>
                  <a:pt x="151" y="430"/>
                </a:lnTo>
                <a:lnTo>
                  <a:pt x="150" y="430"/>
                </a:lnTo>
                <a:lnTo>
                  <a:pt x="150" y="429"/>
                </a:lnTo>
                <a:lnTo>
                  <a:pt x="149" y="429"/>
                </a:lnTo>
                <a:lnTo>
                  <a:pt x="149" y="428"/>
                </a:lnTo>
                <a:lnTo>
                  <a:pt x="150" y="427"/>
                </a:lnTo>
                <a:lnTo>
                  <a:pt x="149" y="427"/>
                </a:lnTo>
                <a:lnTo>
                  <a:pt x="149" y="426"/>
                </a:lnTo>
                <a:lnTo>
                  <a:pt x="148" y="426"/>
                </a:lnTo>
                <a:lnTo>
                  <a:pt x="147" y="425"/>
                </a:lnTo>
                <a:lnTo>
                  <a:pt x="148" y="424"/>
                </a:lnTo>
                <a:lnTo>
                  <a:pt x="147" y="423"/>
                </a:lnTo>
                <a:lnTo>
                  <a:pt x="147" y="422"/>
                </a:lnTo>
                <a:lnTo>
                  <a:pt x="147" y="421"/>
                </a:lnTo>
                <a:lnTo>
                  <a:pt x="148" y="420"/>
                </a:lnTo>
                <a:lnTo>
                  <a:pt x="148" y="419"/>
                </a:lnTo>
                <a:lnTo>
                  <a:pt x="146" y="418"/>
                </a:lnTo>
                <a:lnTo>
                  <a:pt x="146" y="417"/>
                </a:lnTo>
                <a:lnTo>
                  <a:pt x="146" y="415"/>
                </a:lnTo>
                <a:lnTo>
                  <a:pt x="146" y="414"/>
                </a:lnTo>
                <a:lnTo>
                  <a:pt x="147" y="414"/>
                </a:lnTo>
                <a:lnTo>
                  <a:pt x="147" y="413"/>
                </a:lnTo>
                <a:lnTo>
                  <a:pt x="147" y="412"/>
                </a:lnTo>
                <a:lnTo>
                  <a:pt x="147" y="411"/>
                </a:lnTo>
                <a:lnTo>
                  <a:pt x="147" y="410"/>
                </a:lnTo>
                <a:lnTo>
                  <a:pt x="147" y="408"/>
                </a:lnTo>
                <a:lnTo>
                  <a:pt x="146" y="407"/>
                </a:lnTo>
                <a:lnTo>
                  <a:pt x="146" y="406"/>
                </a:lnTo>
                <a:lnTo>
                  <a:pt x="146" y="405"/>
                </a:lnTo>
                <a:lnTo>
                  <a:pt x="146" y="404"/>
                </a:lnTo>
                <a:lnTo>
                  <a:pt x="146" y="403"/>
                </a:lnTo>
                <a:lnTo>
                  <a:pt x="146" y="402"/>
                </a:lnTo>
                <a:lnTo>
                  <a:pt x="146" y="401"/>
                </a:lnTo>
                <a:lnTo>
                  <a:pt x="146" y="400"/>
                </a:lnTo>
                <a:lnTo>
                  <a:pt x="146" y="399"/>
                </a:lnTo>
                <a:lnTo>
                  <a:pt x="145" y="398"/>
                </a:lnTo>
                <a:lnTo>
                  <a:pt x="145" y="397"/>
                </a:lnTo>
                <a:lnTo>
                  <a:pt x="145" y="395"/>
                </a:lnTo>
                <a:lnTo>
                  <a:pt x="144" y="392"/>
                </a:lnTo>
                <a:lnTo>
                  <a:pt x="143" y="392"/>
                </a:lnTo>
                <a:lnTo>
                  <a:pt x="143" y="391"/>
                </a:lnTo>
                <a:lnTo>
                  <a:pt x="144" y="390"/>
                </a:lnTo>
                <a:lnTo>
                  <a:pt x="143" y="389"/>
                </a:lnTo>
                <a:lnTo>
                  <a:pt x="142" y="388"/>
                </a:lnTo>
                <a:lnTo>
                  <a:pt x="142" y="387"/>
                </a:lnTo>
                <a:lnTo>
                  <a:pt x="142" y="386"/>
                </a:lnTo>
                <a:lnTo>
                  <a:pt x="143" y="386"/>
                </a:lnTo>
                <a:lnTo>
                  <a:pt x="143" y="385"/>
                </a:lnTo>
                <a:lnTo>
                  <a:pt x="142" y="384"/>
                </a:lnTo>
                <a:lnTo>
                  <a:pt x="142" y="383"/>
                </a:lnTo>
                <a:lnTo>
                  <a:pt x="143" y="382"/>
                </a:lnTo>
                <a:lnTo>
                  <a:pt x="143" y="381"/>
                </a:lnTo>
                <a:lnTo>
                  <a:pt x="143" y="380"/>
                </a:lnTo>
                <a:lnTo>
                  <a:pt x="142" y="380"/>
                </a:lnTo>
                <a:lnTo>
                  <a:pt x="142" y="379"/>
                </a:lnTo>
                <a:lnTo>
                  <a:pt x="141" y="379"/>
                </a:lnTo>
                <a:lnTo>
                  <a:pt x="141" y="378"/>
                </a:lnTo>
                <a:lnTo>
                  <a:pt x="142" y="377"/>
                </a:lnTo>
                <a:lnTo>
                  <a:pt x="142" y="376"/>
                </a:lnTo>
                <a:lnTo>
                  <a:pt x="141" y="376"/>
                </a:lnTo>
                <a:lnTo>
                  <a:pt x="141" y="375"/>
                </a:lnTo>
                <a:lnTo>
                  <a:pt x="141" y="374"/>
                </a:lnTo>
                <a:lnTo>
                  <a:pt x="141" y="373"/>
                </a:lnTo>
                <a:lnTo>
                  <a:pt x="140" y="371"/>
                </a:lnTo>
                <a:lnTo>
                  <a:pt x="140" y="370"/>
                </a:lnTo>
                <a:lnTo>
                  <a:pt x="141" y="369"/>
                </a:lnTo>
                <a:lnTo>
                  <a:pt x="142" y="369"/>
                </a:lnTo>
                <a:lnTo>
                  <a:pt x="143" y="369"/>
                </a:lnTo>
                <a:lnTo>
                  <a:pt x="143" y="368"/>
                </a:lnTo>
                <a:lnTo>
                  <a:pt x="143" y="367"/>
                </a:lnTo>
                <a:lnTo>
                  <a:pt x="144" y="367"/>
                </a:lnTo>
                <a:lnTo>
                  <a:pt x="145" y="367"/>
                </a:lnTo>
                <a:lnTo>
                  <a:pt x="145" y="366"/>
                </a:lnTo>
                <a:lnTo>
                  <a:pt x="145" y="365"/>
                </a:lnTo>
                <a:lnTo>
                  <a:pt x="145" y="364"/>
                </a:lnTo>
                <a:lnTo>
                  <a:pt x="145" y="363"/>
                </a:lnTo>
                <a:lnTo>
                  <a:pt x="144" y="363"/>
                </a:lnTo>
                <a:lnTo>
                  <a:pt x="142" y="362"/>
                </a:lnTo>
                <a:lnTo>
                  <a:pt x="141" y="361"/>
                </a:lnTo>
                <a:lnTo>
                  <a:pt x="140" y="361"/>
                </a:lnTo>
                <a:lnTo>
                  <a:pt x="139" y="360"/>
                </a:lnTo>
                <a:lnTo>
                  <a:pt x="139" y="359"/>
                </a:lnTo>
                <a:lnTo>
                  <a:pt x="138" y="359"/>
                </a:lnTo>
                <a:lnTo>
                  <a:pt x="138" y="358"/>
                </a:lnTo>
                <a:lnTo>
                  <a:pt x="138" y="357"/>
                </a:lnTo>
                <a:lnTo>
                  <a:pt x="137" y="356"/>
                </a:lnTo>
                <a:lnTo>
                  <a:pt x="136" y="356"/>
                </a:lnTo>
                <a:lnTo>
                  <a:pt x="135" y="356"/>
                </a:lnTo>
                <a:lnTo>
                  <a:pt x="135" y="355"/>
                </a:lnTo>
                <a:lnTo>
                  <a:pt x="135" y="354"/>
                </a:lnTo>
                <a:lnTo>
                  <a:pt x="134" y="353"/>
                </a:lnTo>
                <a:lnTo>
                  <a:pt x="132" y="352"/>
                </a:lnTo>
                <a:lnTo>
                  <a:pt x="131" y="352"/>
                </a:lnTo>
                <a:lnTo>
                  <a:pt x="130" y="351"/>
                </a:lnTo>
                <a:lnTo>
                  <a:pt x="129" y="350"/>
                </a:lnTo>
                <a:lnTo>
                  <a:pt x="129" y="349"/>
                </a:lnTo>
                <a:lnTo>
                  <a:pt x="128" y="348"/>
                </a:lnTo>
                <a:lnTo>
                  <a:pt x="129" y="347"/>
                </a:lnTo>
                <a:lnTo>
                  <a:pt x="129" y="346"/>
                </a:lnTo>
                <a:lnTo>
                  <a:pt x="130" y="345"/>
                </a:lnTo>
                <a:lnTo>
                  <a:pt x="130" y="344"/>
                </a:lnTo>
                <a:lnTo>
                  <a:pt x="130" y="343"/>
                </a:lnTo>
                <a:lnTo>
                  <a:pt x="130" y="342"/>
                </a:lnTo>
                <a:lnTo>
                  <a:pt x="131" y="342"/>
                </a:lnTo>
                <a:lnTo>
                  <a:pt x="131" y="341"/>
                </a:lnTo>
                <a:lnTo>
                  <a:pt x="131" y="340"/>
                </a:lnTo>
                <a:lnTo>
                  <a:pt x="130" y="338"/>
                </a:lnTo>
                <a:lnTo>
                  <a:pt x="129" y="337"/>
                </a:lnTo>
                <a:lnTo>
                  <a:pt x="128" y="336"/>
                </a:lnTo>
                <a:lnTo>
                  <a:pt x="127" y="335"/>
                </a:lnTo>
                <a:lnTo>
                  <a:pt x="127" y="336"/>
                </a:lnTo>
                <a:lnTo>
                  <a:pt x="125" y="334"/>
                </a:lnTo>
                <a:lnTo>
                  <a:pt x="124" y="333"/>
                </a:lnTo>
                <a:lnTo>
                  <a:pt x="125" y="333"/>
                </a:lnTo>
                <a:lnTo>
                  <a:pt x="125" y="332"/>
                </a:lnTo>
                <a:lnTo>
                  <a:pt x="124" y="332"/>
                </a:lnTo>
                <a:lnTo>
                  <a:pt x="123" y="331"/>
                </a:lnTo>
                <a:lnTo>
                  <a:pt x="123" y="330"/>
                </a:lnTo>
                <a:lnTo>
                  <a:pt x="122" y="327"/>
                </a:lnTo>
                <a:lnTo>
                  <a:pt x="122" y="326"/>
                </a:lnTo>
                <a:lnTo>
                  <a:pt x="121" y="325"/>
                </a:lnTo>
                <a:lnTo>
                  <a:pt x="120" y="324"/>
                </a:lnTo>
                <a:lnTo>
                  <a:pt x="119" y="324"/>
                </a:lnTo>
                <a:lnTo>
                  <a:pt x="119" y="323"/>
                </a:lnTo>
                <a:lnTo>
                  <a:pt x="118" y="322"/>
                </a:lnTo>
                <a:lnTo>
                  <a:pt x="117" y="322"/>
                </a:lnTo>
                <a:lnTo>
                  <a:pt x="116" y="321"/>
                </a:lnTo>
                <a:lnTo>
                  <a:pt x="115" y="321"/>
                </a:lnTo>
                <a:lnTo>
                  <a:pt x="114" y="321"/>
                </a:lnTo>
                <a:lnTo>
                  <a:pt x="113" y="320"/>
                </a:lnTo>
                <a:lnTo>
                  <a:pt x="113" y="319"/>
                </a:lnTo>
                <a:lnTo>
                  <a:pt x="114" y="319"/>
                </a:lnTo>
                <a:lnTo>
                  <a:pt x="114" y="318"/>
                </a:lnTo>
                <a:lnTo>
                  <a:pt x="115" y="317"/>
                </a:lnTo>
                <a:lnTo>
                  <a:pt x="115" y="316"/>
                </a:lnTo>
                <a:lnTo>
                  <a:pt x="114" y="316"/>
                </a:lnTo>
                <a:lnTo>
                  <a:pt x="113" y="316"/>
                </a:lnTo>
                <a:lnTo>
                  <a:pt x="113" y="315"/>
                </a:lnTo>
                <a:lnTo>
                  <a:pt x="113" y="313"/>
                </a:lnTo>
                <a:lnTo>
                  <a:pt x="113" y="312"/>
                </a:lnTo>
                <a:lnTo>
                  <a:pt x="113" y="311"/>
                </a:lnTo>
                <a:lnTo>
                  <a:pt x="114" y="309"/>
                </a:lnTo>
                <a:lnTo>
                  <a:pt x="114" y="308"/>
                </a:lnTo>
                <a:lnTo>
                  <a:pt x="114" y="307"/>
                </a:lnTo>
                <a:lnTo>
                  <a:pt x="115" y="306"/>
                </a:lnTo>
                <a:lnTo>
                  <a:pt x="115" y="305"/>
                </a:lnTo>
                <a:lnTo>
                  <a:pt x="116" y="305"/>
                </a:lnTo>
                <a:lnTo>
                  <a:pt x="116" y="304"/>
                </a:lnTo>
                <a:lnTo>
                  <a:pt x="117" y="304"/>
                </a:lnTo>
                <a:lnTo>
                  <a:pt x="118" y="304"/>
                </a:lnTo>
                <a:lnTo>
                  <a:pt x="120" y="305"/>
                </a:lnTo>
                <a:lnTo>
                  <a:pt x="121" y="305"/>
                </a:lnTo>
                <a:lnTo>
                  <a:pt x="122" y="306"/>
                </a:lnTo>
                <a:lnTo>
                  <a:pt x="122" y="307"/>
                </a:lnTo>
                <a:lnTo>
                  <a:pt x="123" y="308"/>
                </a:lnTo>
                <a:lnTo>
                  <a:pt x="124" y="309"/>
                </a:lnTo>
                <a:lnTo>
                  <a:pt x="125" y="310"/>
                </a:lnTo>
                <a:lnTo>
                  <a:pt x="125" y="311"/>
                </a:lnTo>
                <a:lnTo>
                  <a:pt x="125" y="312"/>
                </a:lnTo>
                <a:lnTo>
                  <a:pt x="126" y="312"/>
                </a:lnTo>
                <a:lnTo>
                  <a:pt x="127" y="312"/>
                </a:lnTo>
                <a:lnTo>
                  <a:pt x="128" y="313"/>
                </a:lnTo>
                <a:lnTo>
                  <a:pt x="129" y="313"/>
                </a:lnTo>
                <a:lnTo>
                  <a:pt x="129" y="312"/>
                </a:lnTo>
                <a:lnTo>
                  <a:pt x="130" y="312"/>
                </a:lnTo>
                <a:lnTo>
                  <a:pt x="131" y="311"/>
                </a:lnTo>
                <a:lnTo>
                  <a:pt x="131" y="310"/>
                </a:lnTo>
                <a:lnTo>
                  <a:pt x="131" y="309"/>
                </a:lnTo>
                <a:lnTo>
                  <a:pt x="131" y="308"/>
                </a:lnTo>
                <a:lnTo>
                  <a:pt x="132" y="307"/>
                </a:lnTo>
                <a:lnTo>
                  <a:pt x="132" y="306"/>
                </a:lnTo>
                <a:lnTo>
                  <a:pt x="133" y="306"/>
                </a:lnTo>
                <a:lnTo>
                  <a:pt x="134" y="305"/>
                </a:lnTo>
                <a:lnTo>
                  <a:pt x="134" y="304"/>
                </a:lnTo>
                <a:lnTo>
                  <a:pt x="135" y="304"/>
                </a:lnTo>
                <a:lnTo>
                  <a:pt x="136" y="304"/>
                </a:lnTo>
                <a:lnTo>
                  <a:pt x="136" y="303"/>
                </a:lnTo>
                <a:lnTo>
                  <a:pt x="137" y="302"/>
                </a:lnTo>
                <a:lnTo>
                  <a:pt x="138" y="301"/>
                </a:lnTo>
                <a:lnTo>
                  <a:pt x="138" y="300"/>
                </a:lnTo>
                <a:lnTo>
                  <a:pt x="137" y="299"/>
                </a:lnTo>
                <a:lnTo>
                  <a:pt x="137" y="298"/>
                </a:lnTo>
                <a:lnTo>
                  <a:pt x="136" y="298"/>
                </a:lnTo>
                <a:lnTo>
                  <a:pt x="136" y="297"/>
                </a:lnTo>
                <a:lnTo>
                  <a:pt x="135" y="297"/>
                </a:lnTo>
                <a:lnTo>
                  <a:pt x="134" y="297"/>
                </a:lnTo>
                <a:lnTo>
                  <a:pt x="134" y="296"/>
                </a:lnTo>
                <a:lnTo>
                  <a:pt x="135" y="296"/>
                </a:lnTo>
                <a:lnTo>
                  <a:pt x="134" y="295"/>
                </a:lnTo>
                <a:lnTo>
                  <a:pt x="134" y="294"/>
                </a:lnTo>
                <a:lnTo>
                  <a:pt x="133" y="294"/>
                </a:lnTo>
                <a:lnTo>
                  <a:pt x="132" y="293"/>
                </a:lnTo>
                <a:lnTo>
                  <a:pt x="130" y="292"/>
                </a:lnTo>
                <a:lnTo>
                  <a:pt x="130" y="291"/>
                </a:lnTo>
                <a:lnTo>
                  <a:pt x="129" y="290"/>
                </a:lnTo>
                <a:lnTo>
                  <a:pt x="127" y="289"/>
                </a:lnTo>
                <a:lnTo>
                  <a:pt x="126" y="289"/>
                </a:lnTo>
                <a:lnTo>
                  <a:pt x="125" y="289"/>
                </a:lnTo>
                <a:lnTo>
                  <a:pt x="122" y="286"/>
                </a:lnTo>
                <a:lnTo>
                  <a:pt x="122" y="285"/>
                </a:lnTo>
                <a:lnTo>
                  <a:pt x="121" y="285"/>
                </a:lnTo>
                <a:lnTo>
                  <a:pt x="121" y="284"/>
                </a:lnTo>
                <a:lnTo>
                  <a:pt x="120" y="283"/>
                </a:lnTo>
                <a:lnTo>
                  <a:pt x="118" y="281"/>
                </a:lnTo>
                <a:lnTo>
                  <a:pt x="117" y="280"/>
                </a:lnTo>
                <a:lnTo>
                  <a:pt x="116" y="279"/>
                </a:lnTo>
                <a:lnTo>
                  <a:pt x="115" y="278"/>
                </a:lnTo>
                <a:lnTo>
                  <a:pt x="115" y="279"/>
                </a:lnTo>
                <a:lnTo>
                  <a:pt x="114" y="278"/>
                </a:lnTo>
                <a:lnTo>
                  <a:pt x="113" y="277"/>
                </a:lnTo>
                <a:lnTo>
                  <a:pt x="112" y="276"/>
                </a:lnTo>
                <a:lnTo>
                  <a:pt x="112" y="275"/>
                </a:lnTo>
                <a:lnTo>
                  <a:pt x="111" y="275"/>
                </a:lnTo>
                <a:lnTo>
                  <a:pt x="111" y="274"/>
                </a:lnTo>
                <a:lnTo>
                  <a:pt x="110" y="274"/>
                </a:lnTo>
                <a:lnTo>
                  <a:pt x="109" y="273"/>
                </a:lnTo>
                <a:lnTo>
                  <a:pt x="108" y="272"/>
                </a:lnTo>
                <a:lnTo>
                  <a:pt x="108" y="271"/>
                </a:lnTo>
                <a:lnTo>
                  <a:pt x="108" y="270"/>
                </a:lnTo>
                <a:lnTo>
                  <a:pt x="109" y="270"/>
                </a:lnTo>
                <a:lnTo>
                  <a:pt x="108" y="269"/>
                </a:lnTo>
                <a:lnTo>
                  <a:pt x="109" y="269"/>
                </a:lnTo>
                <a:lnTo>
                  <a:pt x="109" y="268"/>
                </a:lnTo>
                <a:lnTo>
                  <a:pt x="108" y="268"/>
                </a:lnTo>
                <a:lnTo>
                  <a:pt x="107" y="267"/>
                </a:lnTo>
                <a:lnTo>
                  <a:pt x="108" y="266"/>
                </a:lnTo>
                <a:lnTo>
                  <a:pt x="107" y="265"/>
                </a:lnTo>
                <a:lnTo>
                  <a:pt x="107" y="266"/>
                </a:lnTo>
                <a:lnTo>
                  <a:pt x="106" y="266"/>
                </a:lnTo>
                <a:lnTo>
                  <a:pt x="105" y="265"/>
                </a:lnTo>
                <a:lnTo>
                  <a:pt x="105" y="263"/>
                </a:lnTo>
                <a:lnTo>
                  <a:pt x="104" y="261"/>
                </a:lnTo>
                <a:lnTo>
                  <a:pt x="103" y="260"/>
                </a:lnTo>
                <a:lnTo>
                  <a:pt x="101" y="259"/>
                </a:lnTo>
                <a:lnTo>
                  <a:pt x="100" y="259"/>
                </a:lnTo>
                <a:lnTo>
                  <a:pt x="99" y="258"/>
                </a:lnTo>
                <a:lnTo>
                  <a:pt x="100" y="258"/>
                </a:lnTo>
                <a:lnTo>
                  <a:pt x="100" y="257"/>
                </a:lnTo>
                <a:lnTo>
                  <a:pt x="99" y="257"/>
                </a:lnTo>
                <a:lnTo>
                  <a:pt x="99" y="256"/>
                </a:lnTo>
                <a:lnTo>
                  <a:pt x="98" y="256"/>
                </a:lnTo>
                <a:lnTo>
                  <a:pt x="98" y="255"/>
                </a:lnTo>
                <a:lnTo>
                  <a:pt x="98" y="254"/>
                </a:lnTo>
                <a:lnTo>
                  <a:pt x="97" y="254"/>
                </a:lnTo>
                <a:lnTo>
                  <a:pt x="96" y="254"/>
                </a:lnTo>
                <a:lnTo>
                  <a:pt x="96" y="253"/>
                </a:lnTo>
                <a:lnTo>
                  <a:pt x="96" y="252"/>
                </a:lnTo>
                <a:lnTo>
                  <a:pt x="97" y="252"/>
                </a:lnTo>
                <a:lnTo>
                  <a:pt x="97" y="251"/>
                </a:lnTo>
                <a:lnTo>
                  <a:pt x="96" y="251"/>
                </a:lnTo>
                <a:lnTo>
                  <a:pt x="96" y="250"/>
                </a:lnTo>
                <a:lnTo>
                  <a:pt x="95" y="250"/>
                </a:lnTo>
                <a:lnTo>
                  <a:pt x="95" y="249"/>
                </a:lnTo>
                <a:lnTo>
                  <a:pt x="95" y="248"/>
                </a:lnTo>
                <a:lnTo>
                  <a:pt x="94" y="247"/>
                </a:lnTo>
                <a:lnTo>
                  <a:pt x="95" y="246"/>
                </a:lnTo>
                <a:lnTo>
                  <a:pt x="96" y="245"/>
                </a:lnTo>
                <a:lnTo>
                  <a:pt x="97" y="245"/>
                </a:lnTo>
                <a:lnTo>
                  <a:pt x="97" y="244"/>
                </a:lnTo>
                <a:lnTo>
                  <a:pt x="98" y="243"/>
                </a:lnTo>
                <a:lnTo>
                  <a:pt x="97" y="243"/>
                </a:lnTo>
                <a:lnTo>
                  <a:pt x="96" y="243"/>
                </a:lnTo>
                <a:lnTo>
                  <a:pt x="97" y="242"/>
                </a:lnTo>
                <a:lnTo>
                  <a:pt x="97" y="241"/>
                </a:lnTo>
                <a:lnTo>
                  <a:pt x="98" y="241"/>
                </a:lnTo>
                <a:lnTo>
                  <a:pt x="97" y="239"/>
                </a:lnTo>
                <a:lnTo>
                  <a:pt x="97" y="238"/>
                </a:lnTo>
                <a:lnTo>
                  <a:pt x="97" y="237"/>
                </a:lnTo>
                <a:lnTo>
                  <a:pt x="98" y="237"/>
                </a:lnTo>
                <a:lnTo>
                  <a:pt x="98" y="236"/>
                </a:lnTo>
                <a:lnTo>
                  <a:pt x="97" y="235"/>
                </a:lnTo>
                <a:lnTo>
                  <a:pt x="96" y="235"/>
                </a:lnTo>
                <a:lnTo>
                  <a:pt x="96" y="234"/>
                </a:lnTo>
                <a:lnTo>
                  <a:pt x="95" y="234"/>
                </a:lnTo>
                <a:lnTo>
                  <a:pt x="95" y="233"/>
                </a:lnTo>
                <a:lnTo>
                  <a:pt x="95" y="232"/>
                </a:lnTo>
                <a:lnTo>
                  <a:pt x="94" y="231"/>
                </a:lnTo>
                <a:lnTo>
                  <a:pt x="92" y="229"/>
                </a:lnTo>
                <a:lnTo>
                  <a:pt x="91" y="229"/>
                </a:lnTo>
                <a:lnTo>
                  <a:pt x="91" y="228"/>
                </a:lnTo>
                <a:lnTo>
                  <a:pt x="90" y="228"/>
                </a:lnTo>
                <a:lnTo>
                  <a:pt x="89" y="227"/>
                </a:lnTo>
                <a:lnTo>
                  <a:pt x="90" y="227"/>
                </a:lnTo>
                <a:lnTo>
                  <a:pt x="89" y="227"/>
                </a:lnTo>
                <a:lnTo>
                  <a:pt x="88" y="226"/>
                </a:lnTo>
                <a:lnTo>
                  <a:pt x="88" y="225"/>
                </a:lnTo>
                <a:lnTo>
                  <a:pt x="87" y="225"/>
                </a:lnTo>
                <a:lnTo>
                  <a:pt x="86" y="225"/>
                </a:lnTo>
                <a:lnTo>
                  <a:pt x="87" y="224"/>
                </a:lnTo>
                <a:lnTo>
                  <a:pt x="86" y="224"/>
                </a:lnTo>
                <a:lnTo>
                  <a:pt x="85" y="223"/>
                </a:lnTo>
                <a:lnTo>
                  <a:pt x="85" y="222"/>
                </a:lnTo>
                <a:lnTo>
                  <a:pt x="85" y="221"/>
                </a:lnTo>
                <a:lnTo>
                  <a:pt x="84" y="220"/>
                </a:lnTo>
                <a:lnTo>
                  <a:pt x="84" y="219"/>
                </a:lnTo>
                <a:lnTo>
                  <a:pt x="83" y="218"/>
                </a:lnTo>
                <a:lnTo>
                  <a:pt x="83" y="217"/>
                </a:lnTo>
                <a:lnTo>
                  <a:pt x="82" y="215"/>
                </a:lnTo>
                <a:lnTo>
                  <a:pt x="81" y="215"/>
                </a:lnTo>
                <a:lnTo>
                  <a:pt x="81" y="214"/>
                </a:lnTo>
                <a:lnTo>
                  <a:pt x="80" y="213"/>
                </a:lnTo>
                <a:lnTo>
                  <a:pt x="79" y="213"/>
                </a:lnTo>
                <a:lnTo>
                  <a:pt x="78" y="213"/>
                </a:lnTo>
                <a:lnTo>
                  <a:pt x="78" y="212"/>
                </a:lnTo>
                <a:lnTo>
                  <a:pt x="79" y="211"/>
                </a:lnTo>
                <a:lnTo>
                  <a:pt x="78" y="211"/>
                </a:lnTo>
                <a:lnTo>
                  <a:pt x="78" y="210"/>
                </a:lnTo>
                <a:lnTo>
                  <a:pt x="79" y="210"/>
                </a:lnTo>
                <a:lnTo>
                  <a:pt x="79" y="209"/>
                </a:lnTo>
                <a:lnTo>
                  <a:pt x="78" y="208"/>
                </a:lnTo>
                <a:lnTo>
                  <a:pt x="77" y="204"/>
                </a:lnTo>
                <a:lnTo>
                  <a:pt x="77" y="203"/>
                </a:lnTo>
                <a:lnTo>
                  <a:pt x="78" y="203"/>
                </a:lnTo>
                <a:lnTo>
                  <a:pt x="78" y="202"/>
                </a:lnTo>
                <a:lnTo>
                  <a:pt x="78" y="201"/>
                </a:lnTo>
                <a:lnTo>
                  <a:pt x="77" y="201"/>
                </a:lnTo>
                <a:lnTo>
                  <a:pt x="76" y="201"/>
                </a:lnTo>
                <a:lnTo>
                  <a:pt x="76" y="200"/>
                </a:lnTo>
                <a:lnTo>
                  <a:pt x="75" y="200"/>
                </a:lnTo>
                <a:lnTo>
                  <a:pt x="75" y="199"/>
                </a:lnTo>
                <a:lnTo>
                  <a:pt x="74" y="199"/>
                </a:lnTo>
                <a:lnTo>
                  <a:pt x="73" y="198"/>
                </a:lnTo>
                <a:lnTo>
                  <a:pt x="72" y="198"/>
                </a:lnTo>
                <a:lnTo>
                  <a:pt x="71" y="198"/>
                </a:lnTo>
                <a:lnTo>
                  <a:pt x="71" y="197"/>
                </a:lnTo>
                <a:lnTo>
                  <a:pt x="70" y="197"/>
                </a:lnTo>
                <a:lnTo>
                  <a:pt x="70" y="196"/>
                </a:lnTo>
                <a:lnTo>
                  <a:pt x="69" y="196"/>
                </a:lnTo>
                <a:lnTo>
                  <a:pt x="68" y="197"/>
                </a:lnTo>
                <a:lnTo>
                  <a:pt x="68" y="196"/>
                </a:lnTo>
                <a:lnTo>
                  <a:pt x="67" y="196"/>
                </a:lnTo>
                <a:lnTo>
                  <a:pt x="67" y="195"/>
                </a:lnTo>
                <a:lnTo>
                  <a:pt x="67" y="196"/>
                </a:lnTo>
                <a:lnTo>
                  <a:pt x="66" y="196"/>
                </a:lnTo>
                <a:lnTo>
                  <a:pt x="65" y="195"/>
                </a:lnTo>
                <a:lnTo>
                  <a:pt x="65" y="194"/>
                </a:lnTo>
                <a:lnTo>
                  <a:pt x="64" y="194"/>
                </a:lnTo>
                <a:lnTo>
                  <a:pt x="63" y="193"/>
                </a:lnTo>
                <a:lnTo>
                  <a:pt x="62" y="193"/>
                </a:lnTo>
                <a:lnTo>
                  <a:pt x="61" y="192"/>
                </a:lnTo>
                <a:lnTo>
                  <a:pt x="61" y="191"/>
                </a:lnTo>
                <a:lnTo>
                  <a:pt x="61" y="190"/>
                </a:lnTo>
                <a:lnTo>
                  <a:pt x="60" y="190"/>
                </a:lnTo>
                <a:lnTo>
                  <a:pt x="60" y="191"/>
                </a:lnTo>
                <a:lnTo>
                  <a:pt x="59" y="191"/>
                </a:lnTo>
                <a:lnTo>
                  <a:pt x="59" y="190"/>
                </a:lnTo>
                <a:lnTo>
                  <a:pt x="58" y="190"/>
                </a:lnTo>
                <a:lnTo>
                  <a:pt x="58" y="189"/>
                </a:lnTo>
                <a:lnTo>
                  <a:pt x="57" y="189"/>
                </a:lnTo>
                <a:lnTo>
                  <a:pt x="56" y="189"/>
                </a:lnTo>
                <a:lnTo>
                  <a:pt x="56" y="188"/>
                </a:lnTo>
                <a:lnTo>
                  <a:pt x="55" y="188"/>
                </a:lnTo>
                <a:lnTo>
                  <a:pt x="55" y="189"/>
                </a:lnTo>
                <a:lnTo>
                  <a:pt x="54" y="189"/>
                </a:lnTo>
                <a:lnTo>
                  <a:pt x="54" y="188"/>
                </a:lnTo>
                <a:lnTo>
                  <a:pt x="53" y="188"/>
                </a:lnTo>
                <a:lnTo>
                  <a:pt x="53" y="187"/>
                </a:lnTo>
                <a:lnTo>
                  <a:pt x="52" y="187"/>
                </a:lnTo>
                <a:lnTo>
                  <a:pt x="51" y="187"/>
                </a:lnTo>
                <a:lnTo>
                  <a:pt x="50" y="187"/>
                </a:lnTo>
                <a:lnTo>
                  <a:pt x="50" y="186"/>
                </a:lnTo>
                <a:lnTo>
                  <a:pt x="49" y="187"/>
                </a:lnTo>
                <a:lnTo>
                  <a:pt x="48" y="187"/>
                </a:lnTo>
                <a:lnTo>
                  <a:pt x="47" y="187"/>
                </a:lnTo>
                <a:lnTo>
                  <a:pt x="47" y="186"/>
                </a:lnTo>
                <a:lnTo>
                  <a:pt x="46" y="186"/>
                </a:lnTo>
                <a:lnTo>
                  <a:pt x="45" y="186"/>
                </a:lnTo>
                <a:lnTo>
                  <a:pt x="44" y="185"/>
                </a:lnTo>
                <a:lnTo>
                  <a:pt x="43" y="185"/>
                </a:lnTo>
                <a:lnTo>
                  <a:pt x="42" y="185"/>
                </a:lnTo>
                <a:lnTo>
                  <a:pt x="41" y="186"/>
                </a:lnTo>
                <a:lnTo>
                  <a:pt x="41" y="185"/>
                </a:lnTo>
                <a:lnTo>
                  <a:pt x="40" y="185"/>
                </a:lnTo>
                <a:lnTo>
                  <a:pt x="40" y="184"/>
                </a:lnTo>
                <a:lnTo>
                  <a:pt x="40" y="183"/>
                </a:lnTo>
                <a:lnTo>
                  <a:pt x="39" y="184"/>
                </a:lnTo>
                <a:lnTo>
                  <a:pt x="39" y="183"/>
                </a:lnTo>
                <a:lnTo>
                  <a:pt x="39" y="184"/>
                </a:lnTo>
                <a:lnTo>
                  <a:pt x="38" y="184"/>
                </a:lnTo>
                <a:lnTo>
                  <a:pt x="37" y="184"/>
                </a:lnTo>
                <a:lnTo>
                  <a:pt x="37" y="183"/>
                </a:lnTo>
                <a:lnTo>
                  <a:pt x="37" y="182"/>
                </a:lnTo>
                <a:lnTo>
                  <a:pt x="36" y="182"/>
                </a:lnTo>
                <a:lnTo>
                  <a:pt x="35" y="183"/>
                </a:lnTo>
                <a:lnTo>
                  <a:pt x="34" y="183"/>
                </a:lnTo>
                <a:lnTo>
                  <a:pt x="34" y="182"/>
                </a:lnTo>
                <a:lnTo>
                  <a:pt x="33" y="182"/>
                </a:lnTo>
                <a:lnTo>
                  <a:pt x="32" y="182"/>
                </a:lnTo>
                <a:lnTo>
                  <a:pt x="31" y="182"/>
                </a:lnTo>
                <a:lnTo>
                  <a:pt x="31" y="181"/>
                </a:lnTo>
                <a:lnTo>
                  <a:pt x="30" y="181"/>
                </a:lnTo>
                <a:lnTo>
                  <a:pt x="29" y="181"/>
                </a:lnTo>
                <a:lnTo>
                  <a:pt x="28" y="180"/>
                </a:lnTo>
                <a:lnTo>
                  <a:pt x="28" y="179"/>
                </a:lnTo>
                <a:lnTo>
                  <a:pt x="27" y="179"/>
                </a:lnTo>
                <a:lnTo>
                  <a:pt x="26" y="178"/>
                </a:lnTo>
                <a:lnTo>
                  <a:pt x="25" y="178"/>
                </a:lnTo>
                <a:lnTo>
                  <a:pt x="25" y="177"/>
                </a:lnTo>
                <a:lnTo>
                  <a:pt x="24" y="176"/>
                </a:lnTo>
                <a:lnTo>
                  <a:pt x="23" y="176"/>
                </a:lnTo>
                <a:lnTo>
                  <a:pt x="23" y="175"/>
                </a:lnTo>
                <a:lnTo>
                  <a:pt x="23" y="174"/>
                </a:lnTo>
                <a:lnTo>
                  <a:pt x="22" y="174"/>
                </a:lnTo>
                <a:lnTo>
                  <a:pt x="21" y="174"/>
                </a:lnTo>
                <a:lnTo>
                  <a:pt x="21" y="173"/>
                </a:lnTo>
                <a:lnTo>
                  <a:pt x="20" y="173"/>
                </a:lnTo>
                <a:lnTo>
                  <a:pt x="19" y="173"/>
                </a:lnTo>
                <a:lnTo>
                  <a:pt x="18" y="173"/>
                </a:lnTo>
                <a:lnTo>
                  <a:pt x="17" y="173"/>
                </a:lnTo>
                <a:lnTo>
                  <a:pt x="17" y="172"/>
                </a:lnTo>
                <a:lnTo>
                  <a:pt x="17" y="171"/>
                </a:lnTo>
                <a:lnTo>
                  <a:pt x="16" y="171"/>
                </a:lnTo>
                <a:lnTo>
                  <a:pt x="16" y="172"/>
                </a:lnTo>
                <a:lnTo>
                  <a:pt x="15" y="172"/>
                </a:lnTo>
                <a:lnTo>
                  <a:pt x="15" y="171"/>
                </a:lnTo>
                <a:lnTo>
                  <a:pt x="15" y="170"/>
                </a:lnTo>
                <a:lnTo>
                  <a:pt x="14" y="170"/>
                </a:lnTo>
                <a:lnTo>
                  <a:pt x="13" y="170"/>
                </a:lnTo>
                <a:lnTo>
                  <a:pt x="12" y="170"/>
                </a:lnTo>
                <a:lnTo>
                  <a:pt x="12" y="169"/>
                </a:lnTo>
                <a:lnTo>
                  <a:pt x="11" y="169"/>
                </a:lnTo>
                <a:lnTo>
                  <a:pt x="10" y="168"/>
                </a:lnTo>
                <a:lnTo>
                  <a:pt x="10" y="167"/>
                </a:lnTo>
                <a:lnTo>
                  <a:pt x="9" y="166"/>
                </a:lnTo>
                <a:lnTo>
                  <a:pt x="8" y="165"/>
                </a:lnTo>
                <a:lnTo>
                  <a:pt x="7" y="165"/>
                </a:lnTo>
                <a:lnTo>
                  <a:pt x="6" y="165"/>
                </a:lnTo>
                <a:lnTo>
                  <a:pt x="6" y="164"/>
                </a:lnTo>
                <a:lnTo>
                  <a:pt x="7" y="164"/>
                </a:lnTo>
                <a:lnTo>
                  <a:pt x="7" y="163"/>
                </a:lnTo>
                <a:lnTo>
                  <a:pt x="7" y="162"/>
                </a:lnTo>
                <a:lnTo>
                  <a:pt x="6" y="162"/>
                </a:lnTo>
                <a:lnTo>
                  <a:pt x="6" y="161"/>
                </a:lnTo>
                <a:lnTo>
                  <a:pt x="5" y="161"/>
                </a:lnTo>
                <a:lnTo>
                  <a:pt x="4" y="159"/>
                </a:lnTo>
                <a:lnTo>
                  <a:pt x="4" y="158"/>
                </a:lnTo>
                <a:lnTo>
                  <a:pt x="3" y="157"/>
                </a:lnTo>
                <a:lnTo>
                  <a:pt x="3" y="156"/>
                </a:lnTo>
                <a:lnTo>
                  <a:pt x="3" y="154"/>
                </a:lnTo>
                <a:lnTo>
                  <a:pt x="2" y="153"/>
                </a:lnTo>
                <a:lnTo>
                  <a:pt x="2" y="152"/>
                </a:lnTo>
                <a:lnTo>
                  <a:pt x="3" y="152"/>
                </a:lnTo>
                <a:lnTo>
                  <a:pt x="4" y="152"/>
                </a:lnTo>
                <a:lnTo>
                  <a:pt x="4" y="151"/>
                </a:lnTo>
                <a:lnTo>
                  <a:pt x="4" y="150"/>
                </a:lnTo>
                <a:lnTo>
                  <a:pt x="3" y="150"/>
                </a:lnTo>
                <a:lnTo>
                  <a:pt x="3" y="149"/>
                </a:lnTo>
                <a:lnTo>
                  <a:pt x="3" y="148"/>
                </a:lnTo>
                <a:lnTo>
                  <a:pt x="2" y="148"/>
                </a:lnTo>
                <a:lnTo>
                  <a:pt x="2" y="147"/>
                </a:lnTo>
                <a:lnTo>
                  <a:pt x="2" y="146"/>
                </a:lnTo>
                <a:lnTo>
                  <a:pt x="1" y="146"/>
                </a:lnTo>
                <a:lnTo>
                  <a:pt x="0" y="146"/>
                </a:lnTo>
                <a:lnTo>
                  <a:pt x="0" y="145"/>
                </a:lnTo>
                <a:lnTo>
                  <a:pt x="0" y="144"/>
                </a:lnTo>
                <a:lnTo>
                  <a:pt x="1" y="144"/>
                </a:lnTo>
                <a:lnTo>
                  <a:pt x="1" y="143"/>
                </a:lnTo>
                <a:lnTo>
                  <a:pt x="1" y="142"/>
                </a:lnTo>
                <a:lnTo>
                  <a:pt x="2" y="142"/>
                </a:lnTo>
                <a:lnTo>
                  <a:pt x="1" y="141"/>
                </a:lnTo>
                <a:lnTo>
                  <a:pt x="1" y="140"/>
                </a:lnTo>
                <a:lnTo>
                  <a:pt x="2" y="139"/>
                </a:lnTo>
                <a:lnTo>
                  <a:pt x="3" y="139"/>
                </a:lnTo>
                <a:lnTo>
                  <a:pt x="4" y="139"/>
                </a:lnTo>
                <a:lnTo>
                  <a:pt x="4" y="138"/>
                </a:lnTo>
                <a:lnTo>
                  <a:pt x="4" y="139"/>
                </a:lnTo>
                <a:lnTo>
                  <a:pt x="5" y="139"/>
                </a:lnTo>
                <a:lnTo>
                  <a:pt x="5" y="138"/>
                </a:lnTo>
                <a:lnTo>
                  <a:pt x="6" y="137"/>
                </a:lnTo>
                <a:lnTo>
                  <a:pt x="7" y="137"/>
                </a:lnTo>
                <a:lnTo>
                  <a:pt x="8" y="137"/>
                </a:lnTo>
                <a:lnTo>
                  <a:pt x="9" y="137"/>
                </a:lnTo>
                <a:lnTo>
                  <a:pt x="10" y="137"/>
                </a:lnTo>
                <a:lnTo>
                  <a:pt x="11" y="136"/>
                </a:lnTo>
                <a:lnTo>
                  <a:pt x="12" y="136"/>
                </a:lnTo>
                <a:lnTo>
                  <a:pt x="12" y="137"/>
                </a:lnTo>
                <a:lnTo>
                  <a:pt x="14" y="137"/>
                </a:lnTo>
                <a:lnTo>
                  <a:pt x="14" y="136"/>
                </a:lnTo>
                <a:lnTo>
                  <a:pt x="15" y="136"/>
                </a:lnTo>
                <a:lnTo>
                  <a:pt x="15" y="135"/>
                </a:lnTo>
                <a:lnTo>
                  <a:pt x="13" y="133"/>
                </a:lnTo>
                <a:lnTo>
                  <a:pt x="13" y="132"/>
                </a:lnTo>
                <a:lnTo>
                  <a:pt x="14" y="132"/>
                </a:lnTo>
                <a:lnTo>
                  <a:pt x="15" y="132"/>
                </a:lnTo>
                <a:lnTo>
                  <a:pt x="16" y="131"/>
                </a:lnTo>
                <a:lnTo>
                  <a:pt x="17" y="131"/>
                </a:lnTo>
                <a:lnTo>
                  <a:pt x="17" y="130"/>
                </a:lnTo>
                <a:lnTo>
                  <a:pt x="17" y="129"/>
                </a:lnTo>
                <a:lnTo>
                  <a:pt x="17" y="128"/>
                </a:lnTo>
                <a:lnTo>
                  <a:pt x="16" y="128"/>
                </a:lnTo>
                <a:lnTo>
                  <a:pt x="16" y="127"/>
                </a:lnTo>
                <a:lnTo>
                  <a:pt x="15" y="125"/>
                </a:lnTo>
                <a:lnTo>
                  <a:pt x="14" y="125"/>
                </a:lnTo>
                <a:lnTo>
                  <a:pt x="13" y="124"/>
                </a:lnTo>
                <a:lnTo>
                  <a:pt x="12" y="123"/>
                </a:lnTo>
                <a:lnTo>
                  <a:pt x="12" y="122"/>
                </a:lnTo>
                <a:lnTo>
                  <a:pt x="13" y="122"/>
                </a:lnTo>
                <a:lnTo>
                  <a:pt x="13" y="121"/>
                </a:lnTo>
                <a:lnTo>
                  <a:pt x="13" y="120"/>
                </a:lnTo>
                <a:lnTo>
                  <a:pt x="12" y="120"/>
                </a:lnTo>
                <a:lnTo>
                  <a:pt x="12" y="119"/>
                </a:lnTo>
                <a:lnTo>
                  <a:pt x="12" y="118"/>
                </a:lnTo>
                <a:lnTo>
                  <a:pt x="12" y="117"/>
                </a:lnTo>
                <a:lnTo>
                  <a:pt x="13" y="117"/>
                </a:lnTo>
                <a:lnTo>
                  <a:pt x="14" y="117"/>
                </a:lnTo>
                <a:lnTo>
                  <a:pt x="15" y="116"/>
                </a:lnTo>
                <a:lnTo>
                  <a:pt x="15" y="115"/>
                </a:lnTo>
                <a:lnTo>
                  <a:pt x="16" y="115"/>
                </a:lnTo>
                <a:lnTo>
                  <a:pt x="16" y="114"/>
                </a:lnTo>
                <a:lnTo>
                  <a:pt x="16" y="113"/>
                </a:lnTo>
                <a:lnTo>
                  <a:pt x="17" y="113"/>
                </a:lnTo>
                <a:lnTo>
                  <a:pt x="17" y="114"/>
                </a:lnTo>
                <a:lnTo>
                  <a:pt x="18" y="114"/>
                </a:lnTo>
                <a:lnTo>
                  <a:pt x="18" y="113"/>
                </a:lnTo>
                <a:lnTo>
                  <a:pt x="19" y="113"/>
                </a:lnTo>
                <a:lnTo>
                  <a:pt x="19" y="112"/>
                </a:lnTo>
                <a:lnTo>
                  <a:pt x="20" y="112"/>
                </a:lnTo>
                <a:lnTo>
                  <a:pt x="20" y="111"/>
                </a:lnTo>
                <a:lnTo>
                  <a:pt x="21" y="110"/>
                </a:lnTo>
                <a:lnTo>
                  <a:pt x="22" y="109"/>
                </a:lnTo>
                <a:lnTo>
                  <a:pt x="23" y="108"/>
                </a:lnTo>
                <a:lnTo>
                  <a:pt x="23" y="107"/>
                </a:lnTo>
                <a:lnTo>
                  <a:pt x="23" y="106"/>
                </a:lnTo>
                <a:lnTo>
                  <a:pt x="23" y="105"/>
                </a:lnTo>
                <a:lnTo>
                  <a:pt x="23" y="104"/>
                </a:lnTo>
                <a:lnTo>
                  <a:pt x="24" y="104"/>
                </a:lnTo>
                <a:lnTo>
                  <a:pt x="24" y="103"/>
                </a:lnTo>
                <a:lnTo>
                  <a:pt x="24" y="102"/>
                </a:lnTo>
                <a:lnTo>
                  <a:pt x="24" y="101"/>
                </a:lnTo>
                <a:lnTo>
                  <a:pt x="24" y="100"/>
                </a:lnTo>
                <a:lnTo>
                  <a:pt x="25" y="100"/>
                </a:lnTo>
                <a:lnTo>
                  <a:pt x="26" y="99"/>
                </a:lnTo>
                <a:lnTo>
                  <a:pt x="27" y="99"/>
                </a:lnTo>
                <a:lnTo>
                  <a:pt x="28" y="100"/>
                </a:lnTo>
                <a:lnTo>
                  <a:pt x="28" y="99"/>
                </a:lnTo>
                <a:lnTo>
                  <a:pt x="29" y="99"/>
                </a:lnTo>
                <a:lnTo>
                  <a:pt x="30" y="99"/>
                </a:lnTo>
                <a:lnTo>
                  <a:pt x="29" y="99"/>
                </a:lnTo>
                <a:lnTo>
                  <a:pt x="29" y="98"/>
                </a:lnTo>
                <a:lnTo>
                  <a:pt x="30" y="98"/>
                </a:lnTo>
                <a:lnTo>
                  <a:pt x="30" y="97"/>
                </a:lnTo>
                <a:lnTo>
                  <a:pt x="31" y="98"/>
                </a:lnTo>
                <a:lnTo>
                  <a:pt x="32" y="98"/>
                </a:lnTo>
                <a:lnTo>
                  <a:pt x="32" y="97"/>
                </a:lnTo>
                <a:lnTo>
                  <a:pt x="32" y="96"/>
                </a:lnTo>
                <a:lnTo>
                  <a:pt x="33" y="95"/>
                </a:lnTo>
                <a:lnTo>
                  <a:pt x="34" y="95"/>
                </a:lnTo>
                <a:lnTo>
                  <a:pt x="35" y="95"/>
                </a:lnTo>
                <a:lnTo>
                  <a:pt x="35" y="94"/>
                </a:lnTo>
                <a:lnTo>
                  <a:pt x="36" y="94"/>
                </a:lnTo>
                <a:lnTo>
                  <a:pt x="36" y="93"/>
                </a:lnTo>
                <a:lnTo>
                  <a:pt x="37" y="93"/>
                </a:lnTo>
                <a:lnTo>
                  <a:pt x="36" y="92"/>
                </a:lnTo>
                <a:lnTo>
                  <a:pt x="35" y="92"/>
                </a:lnTo>
                <a:lnTo>
                  <a:pt x="34" y="92"/>
                </a:lnTo>
                <a:lnTo>
                  <a:pt x="33" y="91"/>
                </a:lnTo>
                <a:lnTo>
                  <a:pt x="32" y="91"/>
                </a:lnTo>
                <a:lnTo>
                  <a:pt x="32" y="90"/>
                </a:lnTo>
                <a:lnTo>
                  <a:pt x="30" y="90"/>
                </a:lnTo>
                <a:lnTo>
                  <a:pt x="29" y="90"/>
                </a:lnTo>
                <a:lnTo>
                  <a:pt x="29" y="89"/>
                </a:lnTo>
                <a:lnTo>
                  <a:pt x="28" y="89"/>
                </a:lnTo>
                <a:lnTo>
                  <a:pt x="27" y="89"/>
                </a:lnTo>
                <a:lnTo>
                  <a:pt x="27" y="88"/>
                </a:lnTo>
                <a:lnTo>
                  <a:pt x="26" y="88"/>
                </a:lnTo>
                <a:lnTo>
                  <a:pt x="25" y="88"/>
                </a:lnTo>
                <a:lnTo>
                  <a:pt x="25" y="87"/>
                </a:lnTo>
                <a:lnTo>
                  <a:pt x="24" y="87"/>
                </a:lnTo>
                <a:lnTo>
                  <a:pt x="23" y="88"/>
                </a:lnTo>
                <a:lnTo>
                  <a:pt x="22" y="88"/>
                </a:lnTo>
                <a:lnTo>
                  <a:pt x="22" y="87"/>
                </a:lnTo>
                <a:lnTo>
                  <a:pt x="21" y="87"/>
                </a:lnTo>
                <a:lnTo>
                  <a:pt x="21" y="86"/>
                </a:lnTo>
                <a:lnTo>
                  <a:pt x="20" y="86"/>
                </a:lnTo>
                <a:lnTo>
                  <a:pt x="20" y="87"/>
                </a:lnTo>
                <a:lnTo>
                  <a:pt x="19" y="87"/>
                </a:lnTo>
                <a:lnTo>
                  <a:pt x="18" y="87"/>
                </a:lnTo>
                <a:lnTo>
                  <a:pt x="18" y="86"/>
                </a:lnTo>
                <a:lnTo>
                  <a:pt x="18" y="85"/>
                </a:lnTo>
                <a:lnTo>
                  <a:pt x="17" y="85"/>
                </a:lnTo>
                <a:lnTo>
                  <a:pt x="17" y="84"/>
                </a:lnTo>
                <a:lnTo>
                  <a:pt x="16" y="83"/>
                </a:lnTo>
                <a:lnTo>
                  <a:pt x="15" y="83"/>
                </a:lnTo>
                <a:lnTo>
                  <a:pt x="15" y="82"/>
                </a:lnTo>
                <a:lnTo>
                  <a:pt x="15" y="81"/>
                </a:lnTo>
                <a:lnTo>
                  <a:pt x="14" y="81"/>
                </a:lnTo>
                <a:lnTo>
                  <a:pt x="15" y="80"/>
                </a:lnTo>
                <a:lnTo>
                  <a:pt x="15" y="79"/>
                </a:lnTo>
                <a:lnTo>
                  <a:pt x="15" y="78"/>
                </a:lnTo>
                <a:lnTo>
                  <a:pt x="15" y="77"/>
                </a:lnTo>
                <a:lnTo>
                  <a:pt x="15" y="76"/>
                </a:lnTo>
                <a:lnTo>
                  <a:pt x="16" y="76"/>
                </a:lnTo>
                <a:lnTo>
                  <a:pt x="16" y="75"/>
                </a:lnTo>
                <a:lnTo>
                  <a:pt x="15" y="75"/>
                </a:lnTo>
                <a:lnTo>
                  <a:pt x="14" y="75"/>
                </a:lnTo>
                <a:lnTo>
                  <a:pt x="13" y="75"/>
                </a:lnTo>
                <a:lnTo>
                  <a:pt x="12" y="74"/>
                </a:lnTo>
                <a:lnTo>
                  <a:pt x="11" y="74"/>
                </a:lnTo>
                <a:lnTo>
                  <a:pt x="10" y="75"/>
                </a:lnTo>
                <a:lnTo>
                  <a:pt x="9" y="75"/>
                </a:lnTo>
                <a:lnTo>
                  <a:pt x="9" y="74"/>
                </a:lnTo>
                <a:lnTo>
                  <a:pt x="8" y="74"/>
                </a:lnTo>
                <a:lnTo>
                  <a:pt x="8" y="73"/>
                </a:lnTo>
                <a:lnTo>
                  <a:pt x="7" y="73"/>
                </a:lnTo>
                <a:lnTo>
                  <a:pt x="6" y="73"/>
                </a:lnTo>
                <a:lnTo>
                  <a:pt x="6" y="72"/>
                </a:lnTo>
                <a:lnTo>
                  <a:pt x="5" y="71"/>
                </a:lnTo>
                <a:lnTo>
                  <a:pt x="5" y="70"/>
                </a:lnTo>
                <a:lnTo>
                  <a:pt x="6" y="69"/>
                </a:lnTo>
                <a:lnTo>
                  <a:pt x="6" y="68"/>
                </a:lnTo>
                <a:lnTo>
                  <a:pt x="6" y="67"/>
                </a:lnTo>
                <a:lnTo>
                  <a:pt x="7" y="67"/>
                </a:lnTo>
                <a:lnTo>
                  <a:pt x="7" y="66"/>
                </a:lnTo>
                <a:lnTo>
                  <a:pt x="7" y="65"/>
                </a:lnTo>
                <a:lnTo>
                  <a:pt x="8" y="65"/>
                </a:lnTo>
                <a:lnTo>
                  <a:pt x="7" y="63"/>
                </a:lnTo>
                <a:lnTo>
                  <a:pt x="6" y="62"/>
                </a:lnTo>
                <a:lnTo>
                  <a:pt x="7" y="62"/>
                </a:lnTo>
                <a:lnTo>
                  <a:pt x="7" y="61"/>
                </a:lnTo>
                <a:lnTo>
                  <a:pt x="7" y="60"/>
                </a:lnTo>
                <a:lnTo>
                  <a:pt x="6" y="60"/>
                </a:lnTo>
                <a:lnTo>
                  <a:pt x="6" y="59"/>
                </a:lnTo>
                <a:lnTo>
                  <a:pt x="6" y="58"/>
                </a:lnTo>
                <a:lnTo>
                  <a:pt x="6" y="57"/>
                </a:lnTo>
                <a:lnTo>
                  <a:pt x="6" y="56"/>
                </a:lnTo>
                <a:lnTo>
                  <a:pt x="5" y="56"/>
                </a:lnTo>
                <a:lnTo>
                  <a:pt x="5" y="55"/>
                </a:lnTo>
                <a:lnTo>
                  <a:pt x="5" y="53"/>
                </a:lnTo>
                <a:lnTo>
                  <a:pt x="4" y="52"/>
                </a:lnTo>
                <a:lnTo>
                  <a:pt x="3" y="52"/>
                </a:lnTo>
                <a:lnTo>
                  <a:pt x="3" y="51"/>
                </a:lnTo>
                <a:lnTo>
                  <a:pt x="2" y="51"/>
                </a:lnTo>
                <a:lnTo>
                  <a:pt x="2" y="50"/>
                </a:lnTo>
                <a:lnTo>
                  <a:pt x="2" y="49"/>
                </a:lnTo>
                <a:lnTo>
                  <a:pt x="2" y="48"/>
                </a:lnTo>
                <a:lnTo>
                  <a:pt x="3" y="48"/>
                </a:lnTo>
                <a:lnTo>
                  <a:pt x="4" y="48"/>
                </a:lnTo>
                <a:lnTo>
                  <a:pt x="4" y="47"/>
                </a:lnTo>
                <a:lnTo>
                  <a:pt x="4" y="46"/>
                </a:lnTo>
                <a:lnTo>
                  <a:pt x="4" y="45"/>
                </a:lnTo>
                <a:lnTo>
                  <a:pt x="3" y="44"/>
                </a:lnTo>
                <a:lnTo>
                  <a:pt x="4" y="44"/>
                </a:lnTo>
                <a:lnTo>
                  <a:pt x="4" y="43"/>
                </a:lnTo>
                <a:lnTo>
                  <a:pt x="4" y="44"/>
                </a:lnTo>
                <a:lnTo>
                  <a:pt x="5" y="44"/>
                </a:lnTo>
                <a:lnTo>
                  <a:pt x="6" y="44"/>
                </a:lnTo>
                <a:lnTo>
                  <a:pt x="7" y="44"/>
                </a:lnTo>
                <a:lnTo>
                  <a:pt x="8" y="44"/>
                </a:lnTo>
                <a:lnTo>
                  <a:pt x="9" y="44"/>
                </a:lnTo>
                <a:lnTo>
                  <a:pt x="10" y="44"/>
                </a:lnTo>
                <a:lnTo>
                  <a:pt x="10" y="43"/>
                </a:lnTo>
                <a:lnTo>
                  <a:pt x="10" y="42"/>
                </a:lnTo>
                <a:lnTo>
                  <a:pt x="11" y="42"/>
                </a:lnTo>
                <a:lnTo>
                  <a:pt x="11" y="43"/>
                </a:lnTo>
                <a:lnTo>
                  <a:pt x="12" y="43"/>
                </a:lnTo>
                <a:lnTo>
                  <a:pt x="12" y="42"/>
                </a:lnTo>
                <a:lnTo>
                  <a:pt x="13" y="42"/>
                </a:lnTo>
                <a:lnTo>
                  <a:pt x="13" y="41"/>
                </a:lnTo>
                <a:lnTo>
                  <a:pt x="14" y="41"/>
                </a:lnTo>
                <a:lnTo>
                  <a:pt x="15" y="42"/>
                </a:lnTo>
                <a:lnTo>
                  <a:pt x="16" y="42"/>
                </a:lnTo>
                <a:lnTo>
                  <a:pt x="17" y="42"/>
                </a:lnTo>
                <a:lnTo>
                  <a:pt x="17" y="41"/>
                </a:lnTo>
                <a:lnTo>
                  <a:pt x="18" y="41"/>
                </a:lnTo>
                <a:lnTo>
                  <a:pt x="19" y="41"/>
                </a:lnTo>
                <a:lnTo>
                  <a:pt x="20" y="40"/>
                </a:lnTo>
                <a:lnTo>
                  <a:pt x="21" y="40"/>
                </a:lnTo>
                <a:lnTo>
                  <a:pt x="22" y="39"/>
                </a:lnTo>
                <a:lnTo>
                  <a:pt x="23" y="39"/>
                </a:lnTo>
                <a:lnTo>
                  <a:pt x="23" y="40"/>
                </a:lnTo>
                <a:lnTo>
                  <a:pt x="24" y="40"/>
                </a:lnTo>
                <a:lnTo>
                  <a:pt x="25" y="40"/>
                </a:lnTo>
                <a:lnTo>
                  <a:pt x="26" y="40"/>
                </a:lnTo>
                <a:lnTo>
                  <a:pt x="26" y="39"/>
                </a:lnTo>
                <a:lnTo>
                  <a:pt x="26" y="38"/>
                </a:lnTo>
                <a:lnTo>
                  <a:pt x="27" y="38"/>
                </a:lnTo>
                <a:lnTo>
                  <a:pt x="27" y="37"/>
                </a:lnTo>
                <a:lnTo>
                  <a:pt x="27" y="38"/>
                </a:lnTo>
                <a:lnTo>
                  <a:pt x="27" y="37"/>
                </a:lnTo>
                <a:lnTo>
                  <a:pt x="28" y="36"/>
                </a:lnTo>
                <a:lnTo>
                  <a:pt x="28" y="35"/>
                </a:lnTo>
                <a:lnTo>
                  <a:pt x="28" y="34"/>
                </a:lnTo>
                <a:lnTo>
                  <a:pt x="27" y="33"/>
                </a:lnTo>
                <a:lnTo>
                  <a:pt x="27" y="32"/>
                </a:lnTo>
                <a:lnTo>
                  <a:pt x="27" y="31"/>
                </a:lnTo>
                <a:lnTo>
                  <a:pt x="28" y="31"/>
                </a:lnTo>
                <a:lnTo>
                  <a:pt x="29" y="31"/>
                </a:lnTo>
                <a:lnTo>
                  <a:pt x="30" y="30"/>
                </a:lnTo>
                <a:lnTo>
                  <a:pt x="31" y="30"/>
                </a:lnTo>
                <a:lnTo>
                  <a:pt x="31" y="29"/>
                </a:lnTo>
                <a:lnTo>
                  <a:pt x="32" y="28"/>
                </a:lnTo>
                <a:lnTo>
                  <a:pt x="32" y="27"/>
                </a:lnTo>
                <a:lnTo>
                  <a:pt x="32" y="26"/>
                </a:lnTo>
                <a:lnTo>
                  <a:pt x="31" y="26"/>
                </a:lnTo>
                <a:lnTo>
                  <a:pt x="31" y="25"/>
                </a:lnTo>
                <a:lnTo>
                  <a:pt x="31" y="24"/>
                </a:lnTo>
                <a:lnTo>
                  <a:pt x="30" y="24"/>
                </a:lnTo>
                <a:lnTo>
                  <a:pt x="30" y="23"/>
                </a:lnTo>
                <a:lnTo>
                  <a:pt x="29" y="23"/>
                </a:lnTo>
                <a:lnTo>
                  <a:pt x="29" y="22"/>
                </a:lnTo>
                <a:lnTo>
                  <a:pt x="28" y="21"/>
                </a:lnTo>
                <a:lnTo>
                  <a:pt x="28" y="20"/>
                </a:lnTo>
                <a:lnTo>
                  <a:pt x="28" y="19"/>
                </a:lnTo>
                <a:lnTo>
                  <a:pt x="29" y="19"/>
                </a:lnTo>
                <a:lnTo>
                  <a:pt x="31" y="19"/>
                </a:lnTo>
                <a:lnTo>
                  <a:pt x="31" y="18"/>
                </a:lnTo>
                <a:lnTo>
                  <a:pt x="32" y="18"/>
                </a:lnTo>
                <a:lnTo>
                  <a:pt x="35" y="17"/>
                </a:lnTo>
                <a:lnTo>
                  <a:pt x="35" y="16"/>
                </a:lnTo>
                <a:lnTo>
                  <a:pt x="37" y="16"/>
                </a:lnTo>
                <a:lnTo>
                  <a:pt x="38" y="16"/>
                </a:lnTo>
                <a:lnTo>
                  <a:pt x="38" y="15"/>
                </a:lnTo>
                <a:lnTo>
                  <a:pt x="39" y="15"/>
                </a:lnTo>
                <a:lnTo>
                  <a:pt x="39" y="14"/>
                </a:lnTo>
                <a:lnTo>
                  <a:pt x="40" y="12"/>
                </a:lnTo>
                <a:lnTo>
                  <a:pt x="41" y="11"/>
                </a:lnTo>
                <a:lnTo>
                  <a:pt x="42" y="11"/>
                </a:lnTo>
                <a:lnTo>
                  <a:pt x="44" y="11"/>
                </a:lnTo>
                <a:lnTo>
                  <a:pt x="46" y="11"/>
                </a:lnTo>
                <a:lnTo>
                  <a:pt x="47" y="11"/>
                </a:lnTo>
                <a:lnTo>
                  <a:pt x="48" y="11"/>
                </a:lnTo>
                <a:lnTo>
                  <a:pt x="49" y="11"/>
                </a:lnTo>
                <a:lnTo>
                  <a:pt x="50" y="11"/>
                </a:lnTo>
                <a:lnTo>
                  <a:pt x="52" y="12"/>
                </a:lnTo>
                <a:lnTo>
                  <a:pt x="53" y="12"/>
                </a:lnTo>
                <a:lnTo>
                  <a:pt x="54" y="12"/>
                </a:lnTo>
                <a:lnTo>
                  <a:pt x="54" y="13"/>
                </a:lnTo>
                <a:lnTo>
                  <a:pt x="55" y="13"/>
                </a:lnTo>
                <a:lnTo>
                  <a:pt x="56" y="14"/>
                </a:lnTo>
                <a:lnTo>
                  <a:pt x="56" y="15"/>
                </a:lnTo>
                <a:lnTo>
                  <a:pt x="57" y="15"/>
                </a:lnTo>
                <a:lnTo>
                  <a:pt x="58" y="16"/>
                </a:lnTo>
                <a:lnTo>
                  <a:pt x="59" y="17"/>
                </a:lnTo>
                <a:lnTo>
                  <a:pt x="60" y="17"/>
                </a:lnTo>
                <a:lnTo>
                  <a:pt x="61" y="19"/>
                </a:lnTo>
                <a:lnTo>
                  <a:pt x="63" y="20"/>
                </a:lnTo>
                <a:lnTo>
                  <a:pt x="64" y="20"/>
                </a:lnTo>
                <a:lnTo>
                  <a:pt x="65" y="20"/>
                </a:lnTo>
                <a:lnTo>
                  <a:pt x="66" y="20"/>
                </a:lnTo>
                <a:lnTo>
                  <a:pt x="66" y="19"/>
                </a:lnTo>
                <a:lnTo>
                  <a:pt x="67" y="20"/>
                </a:lnTo>
                <a:lnTo>
                  <a:pt x="69" y="20"/>
                </a:lnTo>
                <a:lnTo>
                  <a:pt x="69" y="21"/>
                </a:lnTo>
                <a:lnTo>
                  <a:pt x="70" y="21"/>
                </a:lnTo>
                <a:lnTo>
                  <a:pt x="71" y="21"/>
                </a:lnTo>
                <a:lnTo>
                  <a:pt x="72" y="21"/>
                </a:lnTo>
                <a:lnTo>
                  <a:pt x="73" y="21"/>
                </a:lnTo>
                <a:lnTo>
                  <a:pt x="73" y="22"/>
                </a:lnTo>
                <a:lnTo>
                  <a:pt x="74" y="22"/>
                </a:lnTo>
                <a:lnTo>
                  <a:pt x="75" y="23"/>
                </a:lnTo>
                <a:lnTo>
                  <a:pt x="76" y="23"/>
                </a:lnTo>
                <a:lnTo>
                  <a:pt x="77" y="24"/>
                </a:lnTo>
                <a:lnTo>
                  <a:pt x="78" y="24"/>
                </a:lnTo>
                <a:lnTo>
                  <a:pt x="79" y="23"/>
                </a:lnTo>
                <a:lnTo>
                  <a:pt x="80" y="24"/>
                </a:lnTo>
                <a:lnTo>
                  <a:pt x="81" y="24"/>
                </a:lnTo>
                <a:lnTo>
                  <a:pt x="82" y="24"/>
                </a:lnTo>
                <a:lnTo>
                  <a:pt x="83" y="23"/>
                </a:lnTo>
                <a:lnTo>
                  <a:pt x="84" y="23"/>
                </a:lnTo>
                <a:lnTo>
                  <a:pt x="86" y="23"/>
                </a:lnTo>
                <a:lnTo>
                  <a:pt x="87" y="23"/>
                </a:lnTo>
                <a:lnTo>
                  <a:pt x="88" y="22"/>
                </a:lnTo>
                <a:lnTo>
                  <a:pt x="90" y="22"/>
                </a:lnTo>
                <a:lnTo>
                  <a:pt x="91" y="23"/>
                </a:lnTo>
                <a:lnTo>
                  <a:pt x="92" y="23"/>
                </a:lnTo>
                <a:lnTo>
                  <a:pt x="95" y="23"/>
                </a:lnTo>
                <a:lnTo>
                  <a:pt x="94" y="24"/>
                </a:lnTo>
                <a:lnTo>
                  <a:pt x="94" y="25"/>
                </a:lnTo>
                <a:lnTo>
                  <a:pt x="94" y="26"/>
                </a:lnTo>
                <a:lnTo>
                  <a:pt x="94" y="27"/>
                </a:lnTo>
                <a:lnTo>
                  <a:pt x="95" y="27"/>
                </a:lnTo>
                <a:lnTo>
                  <a:pt x="95" y="28"/>
                </a:lnTo>
                <a:lnTo>
                  <a:pt x="96" y="28"/>
                </a:lnTo>
                <a:lnTo>
                  <a:pt x="96" y="29"/>
                </a:lnTo>
                <a:lnTo>
                  <a:pt x="97" y="29"/>
                </a:lnTo>
                <a:lnTo>
                  <a:pt x="97" y="30"/>
                </a:lnTo>
                <a:lnTo>
                  <a:pt x="98" y="31"/>
                </a:lnTo>
                <a:lnTo>
                  <a:pt x="98" y="32"/>
                </a:lnTo>
                <a:lnTo>
                  <a:pt x="97" y="32"/>
                </a:lnTo>
                <a:lnTo>
                  <a:pt x="98" y="33"/>
                </a:lnTo>
                <a:lnTo>
                  <a:pt x="98" y="34"/>
                </a:lnTo>
                <a:lnTo>
                  <a:pt x="98" y="35"/>
                </a:lnTo>
                <a:lnTo>
                  <a:pt x="97" y="35"/>
                </a:lnTo>
                <a:lnTo>
                  <a:pt x="97" y="36"/>
                </a:lnTo>
                <a:lnTo>
                  <a:pt x="96" y="36"/>
                </a:lnTo>
                <a:lnTo>
                  <a:pt x="95" y="37"/>
                </a:lnTo>
                <a:lnTo>
                  <a:pt x="96" y="37"/>
                </a:lnTo>
                <a:lnTo>
                  <a:pt x="95" y="38"/>
                </a:lnTo>
                <a:lnTo>
                  <a:pt x="95" y="39"/>
                </a:lnTo>
                <a:lnTo>
                  <a:pt x="95" y="40"/>
                </a:lnTo>
                <a:lnTo>
                  <a:pt x="96" y="40"/>
                </a:lnTo>
                <a:lnTo>
                  <a:pt x="97" y="41"/>
                </a:lnTo>
                <a:lnTo>
                  <a:pt x="97" y="42"/>
                </a:lnTo>
                <a:lnTo>
                  <a:pt x="97" y="43"/>
                </a:lnTo>
                <a:lnTo>
                  <a:pt x="96" y="43"/>
                </a:lnTo>
                <a:lnTo>
                  <a:pt x="96" y="44"/>
                </a:lnTo>
                <a:lnTo>
                  <a:pt x="95" y="44"/>
                </a:lnTo>
                <a:lnTo>
                  <a:pt x="95" y="45"/>
                </a:lnTo>
                <a:lnTo>
                  <a:pt x="95" y="46"/>
                </a:lnTo>
                <a:lnTo>
                  <a:pt x="96" y="46"/>
                </a:lnTo>
                <a:lnTo>
                  <a:pt x="97" y="47"/>
                </a:lnTo>
                <a:lnTo>
                  <a:pt x="97" y="48"/>
                </a:lnTo>
                <a:lnTo>
                  <a:pt x="98" y="48"/>
                </a:lnTo>
                <a:lnTo>
                  <a:pt x="99" y="48"/>
                </a:lnTo>
                <a:lnTo>
                  <a:pt x="99" y="47"/>
                </a:lnTo>
                <a:lnTo>
                  <a:pt x="100" y="47"/>
                </a:lnTo>
                <a:lnTo>
                  <a:pt x="100" y="48"/>
                </a:lnTo>
                <a:lnTo>
                  <a:pt x="101" y="49"/>
                </a:lnTo>
                <a:lnTo>
                  <a:pt x="102" y="50"/>
                </a:lnTo>
                <a:lnTo>
                  <a:pt x="102" y="51"/>
                </a:lnTo>
                <a:lnTo>
                  <a:pt x="102" y="52"/>
                </a:lnTo>
                <a:lnTo>
                  <a:pt x="103" y="53"/>
                </a:lnTo>
                <a:lnTo>
                  <a:pt x="103" y="54"/>
                </a:lnTo>
                <a:lnTo>
                  <a:pt x="102" y="54"/>
                </a:lnTo>
                <a:lnTo>
                  <a:pt x="102" y="55"/>
                </a:lnTo>
                <a:lnTo>
                  <a:pt x="103" y="55"/>
                </a:lnTo>
                <a:lnTo>
                  <a:pt x="103" y="56"/>
                </a:lnTo>
                <a:lnTo>
                  <a:pt x="104" y="55"/>
                </a:lnTo>
                <a:lnTo>
                  <a:pt x="105" y="55"/>
                </a:lnTo>
                <a:lnTo>
                  <a:pt x="106" y="55"/>
                </a:lnTo>
                <a:lnTo>
                  <a:pt x="106" y="56"/>
                </a:lnTo>
                <a:lnTo>
                  <a:pt x="106" y="57"/>
                </a:lnTo>
                <a:lnTo>
                  <a:pt x="106" y="58"/>
                </a:lnTo>
                <a:lnTo>
                  <a:pt x="107" y="58"/>
                </a:lnTo>
                <a:lnTo>
                  <a:pt x="108" y="58"/>
                </a:lnTo>
                <a:lnTo>
                  <a:pt x="109" y="59"/>
                </a:lnTo>
                <a:lnTo>
                  <a:pt x="110" y="59"/>
                </a:lnTo>
                <a:lnTo>
                  <a:pt x="111" y="59"/>
                </a:lnTo>
                <a:lnTo>
                  <a:pt x="112" y="60"/>
                </a:lnTo>
                <a:lnTo>
                  <a:pt x="112" y="61"/>
                </a:lnTo>
                <a:lnTo>
                  <a:pt x="112" y="62"/>
                </a:lnTo>
                <a:lnTo>
                  <a:pt x="112" y="63"/>
                </a:lnTo>
                <a:lnTo>
                  <a:pt x="113" y="64"/>
                </a:lnTo>
                <a:lnTo>
                  <a:pt x="114" y="64"/>
                </a:lnTo>
                <a:lnTo>
                  <a:pt x="114" y="65"/>
                </a:lnTo>
                <a:lnTo>
                  <a:pt x="115" y="65"/>
                </a:lnTo>
                <a:lnTo>
                  <a:pt x="115" y="66"/>
                </a:lnTo>
                <a:lnTo>
                  <a:pt x="116" y="66"/>
                </a:lnTo>
                <a:lnTo>
                  <a:pt x="116" y="67"/>
                </a:lnTo>
                <a:lnTo>
                  <a:pt x="117" y="67"/>
                </a:lnTo>
                <a:lnTo>
                  <a:pt x="117" y="68"/>
                </a:lnTo>
                <a:lnTo>
                  <a:pt x="116" y="69"/>
                </a:lnTo>
                <a:lnTo>
                  <a:pt x="115" y="69"/>
                </a:lnTo>
                <a:lnTo>
                  <a:pt x="114" y="69"/>
                </a:lnTo>
                <a:lnTo>
                  <a:pt x="114" y="70"/>
                </a:lnTo>
                <a:lnTo>
                  <a:pt x="114" y="71"/>
                </a:lnTo>
                <a:lnTo>
                  <a:pt x="114" y="72"/>
                </a:lnTo>
                <a:lnTo>
                  <a:pt x="115" y="72"/>
                </a:lnTo>
                <a:lnTo>
                  <a:pt x="116" y="72"/>
                </a:lnTo>
                <a:lnTo>
                  <a:pt x="116" y="73"/>
                </a:lnTo>
                <a:lnTo>
                  <a:pt x="117" y="73"/>
                </a:lnTo>
                <a:lnTo>
                  <a:pt x="117" y="74"/>
                </a:lnTo>
                <a:lnTo>
                  <a:pt x="118" y="74"/>
                </a:lnTo>
                <a:lnTo>
                  <a:pt x="118" y="75"/>
                </a:lnTo>
                <a:lnTo>
                  <a:pt x="118" y="76"/>
                </a:lnTo>
                <a:lnTo>
                  <a:pt x="117" y="76"/>
                </a:lnTo>
                <a:lnTo>
                  <a:pt x="117" y="77"/>
                </a:lnTo>
                <a:lnTo>
                  <a:pt x="117" y="78"/>
                </a:lnTo>
                <a:lnTo>
                  <a:pt x="117" y="79"/>
                </a:lnTo>
                <a:lnTo>
                  <a:pt x="118" y="79"/>
                </a:lnTo>
                <a:lnTo>
                  <a:pt x="118" y="78"/>
                </a:lnTo>
                <a:lnTo>
                  <a:pt x="119" y="79"/>
                </a:lnTo>
                <a:lnTo>
                  <a:pt x="119" y="80"/>
                </a:lnTo>
                <a:lnTo>
                  <a:pt x="120" y="80"/>
                </a:lnTo>
                <a:lnTo>
                  <a:pt x="119" y="81"/>
                </a:lnTo>
                <a:lnTo>
                  <a:pt x="120" y="81"/>
                </a:lnTo>
                <a:lnTo>
                  <a:pt x="121" y="81"/>
                </a:lnTo>
                <a:lnTo>
                  <a:pt x="122" y="82"/>
                </a:lnTo>
                <a:lnTo>
                  <a:pt x="123" y="83"/>
                </a:lnTo>
                <a:lnTo>
                  <a:pt x="123" y="82"/>
                </a:lnTo>
                <a:lnTo>
                  <a:pt x="124" y="83"/>
                </a:lnTo>
                <a:lnTo>
                  <a:pt x="123" y="84"/>
                </a:lnTo>
                <a:lnTo>
                  <a:pt x="124" y="85"/>
                </a:lnTo>
                <a:lnTo>
                  <a:pt x="125" y="85"/>
                </a:lnTo>
                <a:lnTo>
                  <a:pt x="125" y="86"/>
                </a:lnTo>
                <a:lnTo>
                  <a:pt x="125" y="85"/>
                </a:lnTo>
                <a:lnTo>
                  <a:pt x="125" y="87"/>
                </a:lnTo>
                <a:lnTo>
                  <a:pt x="125" y="88"/>
                </a:lnTo>
                <a:lnTo>
                  <a:pt x="125" y="89"/>
                </a:lnTo>
                <a:lnTo>
                  <a:pt x="125" y="90"/>
                </a:lnTo>
                <a:lnTo>
                  <a:pt x="125" y="91"/>
                </a:lnTo>
                <a:lnTo>
                  <a:pt x="125" y="92"/>
                </a:lnTo>
                <a:lnTo>
                  <a:pt x="125" y="93"/>
                </a:lnTo>
                <a:lnTo>
                  <a:pt x="126" y="93"/>
                </a:lnTo>
                <a:lnTo>
                  <a:pt x="126" y="94"/>
                </a:lnTo>
                <a:lnTo>
                  <a:pt x="126" y="95"/>
                </a:lnTo>
                <a:lnTo>
                  <a:pt x="127" y="95"/>
                </a:lnTo>
                <a:lnTo>
                  <a:pt x="127" y="96"/>
                </a:lnTo>
                <a:lnTo>
                  <a:pt x="128" y="96"/>
                </a:lnTo>
                <a:lnTo>
                  <a:pt x="129" y="96"/>
                </a:lnTo>
                <a:lnTo>
                  <a:pt x="129" y="99"/>
                </a:lnTo>
                <a:lnTo>
                  <a:pt x="128" y="100"/>
                </a:lnTo>
                <a:lnTo>
                  <a:pt x="128" y="101"/>
                </a:lnTo>
                <a:lnTo>
                  <a:pt x="127" y="101"/>
                </a:lnTo>
                <a:lnTo>
                  <a:pt x="127" y="102"/>
                </a:lnTo>
                <a:lnTo>
                  <a:pt x="128" y="102"/>
                </a:lnTo>
                <a:lnTo>
                  <a:pt x="128" y="103"/>
                </a:lnTo>
                <a:lnTo>
                  <a:pt x="128" y="104"/>
                </a:lnTo>
                <a:lnTo>
                  <a:pt x="127" y="104"/>
                </a:lnTo>
                <a:lnTo>
                  <a:pt x="127" y="105"/>
                </a:lnTo>
                <a:lnTo>
                  <a:pt x="127" y="106"/>
                </a:lnTo>
                <a:lnTo>
                  <a:pt x="128" y="106"/>
                </a:lnTo>
                <a:lnTo>
                  <a:pt x="129" y="106"/>
                </a:lnTo>
                <a:lnTo>
                  <a:pt x="130" y="106"/>
                </a:lnTo>
                <a:lnTo>
                  <a:pt x="130" y="107"/>
                </a:lnTo>
                <a:lnTo>
                  <a:pt x="131" y="107"/>
                </a:lnTo>
                <a:lnTo>
                  <a:pt x="131" y="108"/>
                </a:lnTo>
                <a:lnTo>
                  <a:pt x="132" y="109"/>
                </a:lnTo>
                <a:lnTo>
                  <a:pt x="131" y="110"/>
                </a:lnTo>
                <a:lnTo>
                  <a:pt x="131" y="111"/>
                </a:lnTo>
                <a:lnTo>
                  <a:pt x="131" y="112"/>
                </a:lnTo>
                <a:lnTo>
                  <a:pt x="131" y="113"/>
                </a:lnTo>
                <a:lnTo>
                  <a:pt x="132" y="113"/>
                </a:lnTo>
                <a:lnTo>
                  <a:pt x="132" y="114"/>
                </a:lnTo>
                <a:lnTo>
                  <a:pt x="133" y="114"/>
                </a:lnTo>
                <a:lnTo>
                  <a:pt x="133" y="115"/>
                </a:lnTo>
                <a:lnTo>
                  <a:pt x="133" y="116"/>
                </a:lnTo>
                <a:lnTo>
                  <a:pt x="134" y="117"/>
                </a:lnTo>
                <a:lnTo>
                  <a:pt x="135" y="118"/>
                </a:lnTo>
                <a:lnTo>
                  <a:pt x="135" y="119"/>
                </a:lnTo>
                <a:lnTo>
                  <a:pt x="136" y="119"/>
                </a:lnTo>
                <a:lnTo>
                  <a:pt x="137" y="119"/>
                </a:lnTo>
                <a:lnTo>
                  <a:pt x="137" y="120"/>
                </a:lnTo>
                <a:lnTo>
                  <a:pt x="138" y="120"/>
                </a:lnTo>
                <a:lnTo>
                  <a:pt x="139" y="121"/>
                </a:lnTo>
                <a:lnTo>
                  <a:pt x="140" y="121"/>
                </a:lnTo>
                <a:lnTo>
                  <a:pt x="140" y="122"/>
                </a:lnTo>
                <a:lnTo>
                  <a:pt x="141" y="122"/>
                </a:lnTo>
                <a:lnTo>
                  <a:pt x="143" y="123"/>
                </a:lnTo>
                <a:lnTo>
                  <a:pt x="144" y="122"/>
                </a:lnTo>
                <a:lnTo>
                  <a:pt x="145" y="122"/>
                </a:lnTo>
                <a:lnTo>
                  <a:pt x="146" y="122"/>
                </a:lnTo>
                <a:lnTo>
                  <a:pt x="146" y="123"/>
                </a:lnTo>
                <a:lnTo>
                  <a:pt x="146" y="124"/>
                </a:lnTo>
                <a:lnTo>
                  <a:pt x="146" y="125"/>
                </a:lnTo>
                <a:lnTo>
                  <a:pt x="147" y="125"/>
                </a:lnTo>
                <a:lnTo>
                  <a:pt x="148" y="125"/>
                </a:lnTo>
                <a:lnTo>
                  <a:pt x="148" y="126"/>
                </a:lnTo>
                <a:lnTo>
                  <a:pt x="149" y="126"/>
                </a:lnTo>
                <a:lnTo>
                  <a:pt x="150" y="126"/>
                </a:lnTo>
                <a:lnTo>
                  <a:pt x="150" y="125"/>
                </a:lnTo>
                <a:lnTo>
                  <a:pt x="151" y="125"/>
                </a:lnTo>
                <a:lnTo>
                  <a:pt x="152" y="125"/>
                </a:lnTo>
                <a:lnTo>
                  <a:pt x="152" y="126"/>
                </a:lnTo>
                <a:lnTo>
                  <a:pt x="153" y="126"/>
                </a:lnTo>
                <a:lnTo>
                  <a:pt x="154" y="125"/>
                </a:lnTo>
                <a:lnTo>
                  <a:pt x="154" y="126"/>
                </a:lnTo>
                <a:lnTo>
                  <a:pt x="155" y="127"/>
                </a:lnTo>
                <a:lnTo>
                  <a:pt x="156" y="127"/>
                </a:lnTo>
                <a:lnTo>
                  <a:pt x="156" y="126"/>
                </a:lnTo>
                <a:lnTo>
                  <a:pt x="157" y="126"/>
                </a:lnTo>
                <a:lnTo>
                  <a:pt x="157" y="127"/>
                </a:lnTo>
                <a:lnTo>
                  <a:pt x="157" y="128"/>
                </a:lnTo>
                <a:lnTo>
                  <a:pt x="158" y="128"/>
                </a:lnTo>
                <a:lnTo>
                  <a:pt x="159" y="128"/>
                </a:lnTo>
                <a:lnTo>
                  <a:pt x="159" y="129"/>
                </a:lnTo>
                <a:lnTo>
                  <a:pt x="160" y="130"/>
                </a:lnTo>
                <a:lnTo>
                  <a:pt x="161" y="129"/>
                </a:lnTo>
                <a:lnTo>
                  <a:pt x="162" y="129"/>
                </a:lnTo>
                <a:lnTo>
                  <a:pt x="164" y="130"/>
                </a:lnTo>
                <a:lnTo>
                  <a:pt x="165" y="130"/>
                </a:lnTo>
                <a:lnTo>
                  <a:pt x="165" y="131"/>
                </a:lnTo>
                <a:lnTo>
                  <a:pt x="166" y="131"/>
                </a:lnTo>
                <a:lnTo>
                  <a:pt x="167" y="132"/>
                </a:lnTo>
                <a:lnTo>
                  <a:pt x="167" y="133"/>
                </a:lnTo>
                <a:lnTo>
                  <a:pt x="167" y="134"/>
                </a:lnTo>
                <a:lnTo>
                  <a:pt x="168" y="134"/>
                </a:lnTo>
                <a:lnTo>
                  <a:pt x="168" y="135"/>
                </a:lnTo>
                <a:lnTo>
                  <a:pt x="169" y="135"/>
                </a:lnTo>
                <a:lnTo>
                  <a:pt x="170" y="136"/>
                </a:lnTo>
                <a:lnTo>
                  <a:pt x="169" y="136"/>
                </a:lnTo>
                <a:lnTo>
                  <a:pt x="169" y="137"/>
                </a:lnTo>
                <a:lnTo>
                  <a:pt x="169" y="138"/>
                </a:lnTo>
                <a:lnTo>
                  <a:pt x="169" y="139"/>
                </a:lnTo>
                <a:lnTo>
                  <a:pt x="170" y="139"/>
                </a:lnTo>
                <a:lnTo>
                  <a:pt x="171" y="139"/>
                </a:lnTo>
                <a:lnTo>
                  <a:pt x="171" y="140"/>
                </a:lnTo>
                <a:lnTo>
                  <a:pt x="171" y="141"/>
                </a:lnTo>
                <a:lnTo>
                  <a:pt x="171" y="142"/>
                </a:lnTo>
                <a:lnTo>
                  <a:pt x="171" y="143"/>
                </a:lnTo>
                <a:lnTo>
                  <a:pt x="172" y="144"/>
                </a:lnTo>
                <a:lnTo>
                  <a:pt x="172" y="145"/>
                </a:lnTo>
                <a:lnTo>
                  <a:pt x="172" y="146"/>
                </a:lnTo>
                <a:lnTo>
                  <a:pt x="172" y="147"/>
                </a:lnTo>
                <a:lnTo>
                  <a:pt x="173" y="147"/>
                </a:lnTo>
                <a:lnTo>
                  <a:pt x="173" y="146"/>
                </a:lnTo>
                <a:lnTo>
                  <a:pt x="174" y="146"/>
                </a:lnTo>
                <a:lnTo>
                  <a:pt x="175" y="146"/>
                </a:lnTo>
                <a:lnTo>
                  <a:pt x="176" y="146"/>
                </a:lnTo>
                <a:lnTo>
                  <a:pt x="176" y="147"/>
                </a:lnTo>
                <a:lnTo>
                  <a:pt x="178" y="146"/>
                </a:lnTo>
                <a:lnTo>
                  <a:pt x="178" y="145"/>
                </a:lnTo>
                <a:lnTo>
                  <a:pt x="179" y="145"/>
                </a:lnTo>
                <a:lnTo>
                  <a:pt x="180" y="145"/>
                </a:lnTo>
                <a:lnTo>
                  <a:pt x="180" y="146"/>
                </a:lnTo>
                <a:lnTo>
                  <a:pt x="181" y="146"/>
                </a:lnTo>
                <a:lnTo>
                  <a:pt x="181" y="145"/>
                </a:lnTo>
                <a:lnTo>
                  <a:pt x="182" y="145"/>
                </a:lnTo>
                <a:lnTo>
                  <a:pt x="183" y="145"/>
                </a:lnTo>
                <a:lnTo>
                  <a:pt x="185" y="146"/>
                </a:lnTo>
                <a:lnTo>
                  <a:pt x="186" y="147"/>
                </a:lnTo>
                <a:lnTo>
                  <a:pt x="187" y="147"/>
                </a:lnTo>
                <a:lnTo>
                  <a:pt x="188" y="147"/>
                </a:lnTo>
                <a:lnTo>
                  <a:pt x="188" y="148"/>
                </a:lnTo>
                <a:lnTo>
                  <a:pt x="189" y="148"/>
                </a:lnTo>
                <a:lnTo>
                  <a:pt x="189" y="149"/>
                </a:lnTo>
                <a:lnTo>
                  <a:pt x="190" y="149"/>
                </a:lnTo>
                <a:lnTo>
                  <a:pt x="192" y="149"/>
                </a:lnTo>
                <a:lnTo>
                  <a:pt x="193" y="149"/>
                </a:lnTo>
                <a:lnTo>
                  <a:pt x="193" y="150"/>
                </a:lnTo>
                <a:lnTo>
                  <a:pt x="193" y="149"/>
                </a:lnTo>
                <a:lnTo>
                  <a:pt x="194" y="150"/>
                </a:lnTo>
                <a:lnTo>
                  <a:pt x="195" y="150"/>
                </a:lnTo>
                <a:lnTo>
                  <a:pt x="196" y="150"/>
                </a:lnTo>
                <a:lnTo>
                  <a:pt x="197" y="150"/>
                </a:lnTo>
                <a:lnTo>
                  <a:pt x="198" y="150"/>
                </a:lnTo>
                <a:lnTo>
                  <a:pt x="199" y="151"/>
                </a:lnTo>
                <a:lnTo>
                  <a:pt x="199" y="152"/>
                </a:lnTo>
                <a:lnTo>
                  <a:pt x="200" y="153"/>
                </a:lnTo>
                <a:lnTo>
                  <a:pt x="201" y="154"/>
                </a:lnTo>
                <a:lnTo>
                  <a:pt x="201" y="155"/>
                </a:lnTo>
                <a:lnTo>
                  <a:pt x="201" y="156"/>
                </a:lnTo>
                <a:lnTo>
                  <a:pt x="202" y="156"/>
                </a:lnTo>
                <a:lnTo>
                  <a:pt x="203" y="156"/>
                </a:lnTo>
                <a:lnTo>
                  <a:pt x="203" y="157"/>
                </a:lnTo>
                <a:lnTo>
                  <a:pt x="204" y="157"/>
                </a:lnTo>
                <a:lnTo>
                  <a:pt x="204" y="156"/>
                </a:lnTo>
                <a:lnTo>
                  <a:pt x="205" y="156"/>
                </a:lnTo>
                <a:lnTo>
                  <a:pt x="206" y="156"/>
                </a:lnTo>
                <a:lnTo>
                  <a:pt x="207" y="156"/>
                </a:lnTo>
                <a:lnTo>
                  <a:pt x="207" y="157"/>
                </a:lnTo>
                <a:lnTo>
                  <a:pt x="207" y="158"/>
                </a:lnTo>
                <a:lnTo>
                  <a:pt x="207" y="157"/>
                </a:lnTo>
                <a:lnTo>
                  <a:pt x="208" y="157"/>
                </a:lnTo>
                <a:lnTo>
                  <a:pt x="209" y="157"/>
                </a:lnTo>
                <a:lnTo>
                  <a:pt x="209" y="158"/>
                </a:lnTo>
                <a:lnTo>
                  <a:pt x="210" y="158"/>
                </a:lnTo>
                <a:lnTo>
                  <a:pt x="211" y="158"/>
                </a:lnTo>
                <a:lnTo>
                  <a:pt x="212" y="158"/>
                </a:lnTo>
                <a:lnTo>
                  <a:pt x="212" y="159"/>
                </a:lnTo>
                <a:lnTo>
                  <a:pt x="213" y="160"/>
                </a:lnTo>
                <a:lnTo>
                  <a:pt x="213" y="161"/>
                </a:lnTo>
                <a:lnTo>
                  <a:pt x="213" y="162"/>
                </a:lnTo>
                <a:lnTo>
                  <a:pt x="214" y="162"/>
                </a:lnTo>
                <a:lnTo>
                  <a:pt x="215" y="162"/>
                </a:lnTo>
                <a:lnTo>
                  <a:pt x="215" y="161"/>
                </a:lnTo>
                <a:lnTo>
                  <a:pt x="215" y="160"/>
                </a:lnTo>
                <a:lnTo>
                  <a:pt x="216" y="160"/>
                </a:lnTo>
                <a:lnTo>
                  <a:pt x="216" y="159"/>
                </a:lnTo>
                <a:lnTo>
                  <a:pt x="217" y="158"/>
                </a:lnTo>
                <a:lnTo>
                  <a:pt x="217" y="157"/>
                </a:lnTo>
                <a:lnTo>
                  <a:pt x="217" y="156"/>
                </a:lnTo>
                <a:lnTo>
                  <a:pt x="217" y="155"/>
                </a:lnTo>
                <a:lnTo>
                  <a:pt x="218" y="155"/>
                </a:lnTo>
                <a:lnTo>
                  <a:pt x="218" y="154"/>
                </a:lnTo>
                <a:lnTo>
                  <a:pt x="218" y="153"/>
                </a:lnTo>
                <a:lnTo>
                  <a:pt x="217" y="152"/>
                </a:lnTo>
                <a:lnTo>
                  <a:pt x="218" y="152"/>
                </a:lnTo>
                <a:lnTo>
                  <a:pt x="218" y="151"/>
                </a:lnTo>
                <a:lnTo>
                  <a:pt x="218" y="150"/>
                </a:lnTo>
                <a:lnTo>
                  <a:pt x="219" y="149"/>
                </a:lnTo>
                <a:lnTo>
                  <a:pt x="219" y="148"/>
                </a:lnTo>
                <a:lnTo>
                  <a:pt x="219" y="147"/>
                </a:lnTo>
                <a:lnTo>
                  <a:pt x="220" y="147"/>
                </a:lnTo>
                <a:lnTo>
                  <a:pt x="220" y="146"/>
                </a:lnTo>
                <a:lnTo>
                  <a:pt x="219" y="146"/>
                </a:lnTo>
                <a:lnTo>
                  <a:pt x="219" y="145"/>
                </a:lnTo>
                <a:lnTo>
                  <a:pt x="219" y="144"/>
                </a:lnTo>
                <a:lnTo>
                  <a:pt x="219" y="142"/>
                </a:lnTo>
                <a:lnTo>
                  <a:pt x="218" y="142"/>
                </a:lnTo>
                <a:lnTo>
                  <a:pt x="217" y="142"/>
                </a:lnTo>
                <a:lnTo>
                  <a:pt x="218" y="141"/>
                </a:lnTo>
                <a:lnTo>
                  <a:pt x="217" y="141"/>
                </a:lnTo>
                <a:lnTo>
                  <a:pt x="217" y="140"/>
                </a:lnTo>
                <a:lnTo>
                  <a:pt x="218" y="140"/>
                </a:lnTo>
                <a:lnTo>
                  <a:pt x="218" y="139"/>
                </a:lnTo>
                <a:lnTo>
                  <a:pt x="219" y="139"/>
                </a:lnTo>
                <a:lnTo>
                  <a:pt x="220" y="139"/>
                </a:lnTo>
                <a:lnTo>
                  <a:pt x="220" y="140"/>
                </a:lnTo>
                <a:lnTo>
                  <a:pt x="221" y="140"/>
                </a:lnTo>
                <a:lnTo>
                  <a:pt x="221" y="141"/>
                </a:lnTo>
                <a:lnTo>
                  <a:pt x="221" y="140"/>
                </a:lnTo>
                <a:lnTo>
                  <a:pt x="222" y="140"/>
                </a:lnTo>
                <a:lnTo>
                  <a:pt x="223" y="140"/>
                </a:lnTo>
                <a:lnTo>
                  <a:pt x="223" y="139"/>
                </a:lnTo>
                <a:lnTo>
                  <a:pt x="224" y="139"/>
                </a:lnTo>
                <a:lnTo>
                  <a:pt x="224" y="140"/>
                </a:lnTo>
                <a:lnTo>
                  <a:pt x="225" y="140"/>
                </a:lnTo>
                <a:lnTo>
                  <a:pt x="226" y="140"/>
                </a:lnTo>
                <a:lnTo>
                  <a:pt x="226" y="139"/>
                </a:lnTo>
                <a:lnTo>
                  <a:pt x="226" y="138"/>
                </a:lnTo>
                <a:lnTo>
                  <a:pt x="226" y="137"/>
                </a:lnTo>
                <a:lnTo>
                  <a:pt x="227" y="137"/>
                </a:lnTo>
                <a:lnTo>
                  <a:pt x="226" y="136"/>
                </a:lnTo>
                <a:lnTo>
                  <a:pt x="227" y="136"/>
                </a:lnTo>
                <a:lnTo>
                  <a:pt x="227" y="135"/>
                </a:lnTo>
                <a:lnTo>
                  <a:pt x="227" y="134"/>
                </a:lnTo>
                <a:lnTo>
                  <a:pt x="228" y="134"/>
                </a:lnTo>
                <a:lnTo>
                  <a:pt x="228" y="133"/>
                </a:lnTo>
                <a:lnTo>
                  <a:pt x="228" y="132"/>
                </a:lnTo>
                <a:lnTo>
                  <a:pt x="228" y="131"/>
                </a:lnTo>
                <a:lnTo>
                  <a:pt x="228" y="130"/>
                </a:lnTo>
                <a:lnTo>
                  <a:pt x="227" y="130"/>
                </a:lnTo>
                <a:lnTo>
                  <a:pt x="228" y="130"/>
                </a:lnTo>
                <a:lnTo>
                  <a:pt x="229" y="130"/>
                </a:lnTo>
                <a:lnTo>
                  <a:pt x="230" y="130"/>
                </a:lnTo>
                <a:lnTo>
                  <a:pt x="230" y="132"/>
                </a:lnTo>
                <a:lnTo>
                  <a:pt x="231" y="132"/>
                </a:lnTo>
                <a:lnTo>
                  <a:pt x="231" y="133"/>
                </a:lnTo>
                <a:lnTo>
                  <a:pt x="232" y="134"/>
                </a:lnTo>
                <a:lnTo>
                  <a:pt x="233" y="135"/>
                </a:lnTo>
                <a:lnTo>
                  <a:pt x="234" y="135"/>
                </a:lnTo>
                <a:lnTo>
                  <a:pt x="234" y="136"/>
                </a:lnTo>
                <a:lnTo>
                  <a:pt x="234" y="137"/>
                </a:lnTo>
                <a:lnTo>
                  <a:pt x="234" y="138"/>
                </a:lnTo>
                <a:lnTo>
                  <a:pt x="234" y="139"/>
                </a:lnTo>
                <a:lnTo>
                  <a:pt x="235" y="139"/>
                </a:lnTo>
                <a:lnTo>
                  <a:pt x="235" y="140"/>
                </a:lnTo>
                <a:lnTo>
                  <a:pt x="236" y="140"/>
                </a:lnTo>
                <a:lnTo>
                  <a:pt x="237" y="141"/>
                </a:lnTo>
                <a:lnTo>
                  <a:pt x="237" y="140"/>
                </a:lnTo>
                <a:lnTo>
                  <a:pt x="238" y="141"/>
                </a:lnTo>
                <a:lnTo>
                  <a:pt x="239" y="140"/>
                </a:lnTo>
                <a:lnTo>
                  <a:pt x="239" y="141"/>
                </a:lnTo>
                <a:lnTo>
                  <a:pt x="240" y="141"/>
                </a:lnTo>
                <a:lnTo>
                  <a:pt x="241" y="142"/>
                </a:lnTo>
                <a:lnTo>
                  <a:pt x="241" y="141"/>
                </a:lnTo>
                <a:lnTo>
                  <a:pt x="242" y="142"/>
                </a:lnTo>
                <a:lnTo>
                  <a:pt x="242" y="143"/>
                </a:lnTo>
                <a:lnTo>
                  <a:pt x="241" y="144"/>
                </a:lnTo>
                <a:lnTo>
                  <a:pt x="241" y="145"/>
                </a:lnTo>
                <a:lnTo>
                  <a:pt x="242" y="145"/>
                </a:lnTo>
                <a:lnTo>
                  <a:pt x="243" y="145"/>
                </a:lnTo>
                <a:lnTo>
                  <a:pt x="244" y="145"/>
                </a:lnTo>
                <a:lnTo>
                  <a:pt x="245" y="145"/>
                </a:lnTo>
                <a:lnTo>
                  <a:pt x="246" y="146"/>
                </a:lnTo>
                <a:lnTo>
                  <a:pt x="246" y="147"/>
                </a:lnTo>
                <a:lnTo>
                  <a:pt x="247" y="148"/>
                </a:lnTo>
                <a:lnTo>
                  <a:pt x="248" y="148"/>
                </a:lnTo>
                <a:lnTo>
                  <a:pt x="249" y="149"/>
                </a:lnTo>
                <a:lnTo>
                  <a:pt x="248" y="149"/>
                </a:lnTo>
                <a:lnTo>
                  <a:pt x="248" y="150"/>
                </a:lnTo>
                <a:lnTo>
                  <a:pt x="249" y="150"/>
                </a:lnTo>
                <a:lnTo>
                  <a:pt x="249" y="151"/>
                </a:lnTo>
                <a:lnTo>
                  <a:pt x="250" y="151"/>
                </a:lnTo>
                <a:lnTo>
                  <a:pt x="249" y="152"/>
                </a:lnTo>
                <a:lnTo>
                  <a:pt x="249" y="153"/>
                </a:lnTo>
                <a:lnTo>
                  <a:pt x="249" y="154"/>
                </a:lnTo>
                <a:lnTo>
                  <a:pt x="249" y="155"/>
                </a:lnTo>
                <a:lnTo>
                  <a:pt x="249" y="156"/>
                </a:lnTo>
                <a:lnTo>
                  <a:pt x="249" y="157"/>
                </a:lnTo>
                <a:lnTo>
                  <a:pt x="250" y="159"/>
                </a:lnTo>
                <a:lnTo>
                  <a:pt x="250" y="160"/>
                </a:lnTo>
                <a:lnTo>
                  <a:pt x="251" y="161"/>
                </a:lnTo>
                <a:lnTo>
                  <a:pt x="251" y="162"/>
                </a:lnTo>
                <a:lnTo>
                  <a:pt x="251" y="163"/>
                </a:lnTo>
                <a:lnTo>
                  <a:pt x="250" y="164"/>
                </a:lnTo>
                <a:lnTo>
                  <a:pt x="249" y="164"/>
                </a:lnTo>
                <a:lnTo>
                  <a:pt x="249" y="165"/>
                </a:lnTo>
                <a:lnTo>
                  <a:pt x="248" y="165"/>
                </a:lnTo>
                <a:lnTo>
                  <a:pt x="248" y="166"/>
                </a:lnTo>
                <a:lnTo>
                  <a:pt x="248" y="167"/>
                </a:lnTo>
                <a:lnTo>
                  <a:pt x="247" y="167"/>
                </a:lnTo>
                <a:lnTo>
                  <a:pt x="246" y="168"/>
                </a:lnTo>
                <a:lnTo>
                  <a:pt x="247" y="168"/>
                </a:lnTo>
                <a:lnTo>
                  <a:pt x="247" y="169"/>
                </a:lnTo>
                <a:lnTo>
                  <a:pt x="248" y="169"/>
                </a:lnTo>
                <a:lnTo>
                  <a:pt x="248" y="170"/>
                </a:lnTo>
                <a:lnTo>
                  <a:pt x="249" y="171"/>
                </a:lnTo>
                <a:lnTo>
                  <a:pt x="250" y="171"/>
                </a:lnTo>
                <a:lnTo>
                  <a:pt x="250" y="172"/>
                </a:lnTo>
                <a:lnTo>
                  <a:pt x="251" y="172"/>
                </a:lnTo>
                <a:lnTo>
                  <a:pt x="252" y="172"/>
                </a:lnTo>
                <a:lnTo>
                  <a:pt x="253" y="172"/>
                </a:lnTo>
                <a:lnTo>
                  <a:pt x="254" y="172"/>
                </a:lnTo>
                <a:lnTo>
                  <a:pt x="255" y="172"/>
                </a:lnTo>
                <a:lnTo>
                  <a:pt x="256" y="172"/>
                </a:lnTo>
                <a:lnTo>
                  <a:pt x="256" y="173"/>
                </a:lnTo>
                <a:lnTo>
                  <a:pt x="256" y="174"/>
                </a:lnTo>
                <a:lnTo>
                  <a:pt x="257" y="175"/>
                </a:lnTo>
                <a:lnTo>
                  <a:pt x="258" y="175"/>
                </a:lnTo>
                <a:lnTo>
                  <a:pt x="258" y="174"/>
                </a:lnTo>
                <a:lnTo>
                  <a:pt x="258" y="173"/>
                </a:lnTo>
                <a:lnTo>
                  <a:pt x="259" y="173"/>
                </a:lnTo>
                <a:lnTo>
                  <a:pt x="259" y="172"/>
                </a:lnTo>
                <a:lnTo>
                  <a:pt x="259" y="171"/>
                </a:lnTo>
                <a:lnTo>
                  <a:pt x="259" y="170"/>
                </a:lnTo>
                <a:lnTo>
                  <a:pt x="259" y="168"/>
                </a:lnTo>
                <a:lnTo>
                  <a:pt x="259" y="167"/>
                </a:lnTo>
                <a:lnTo>
                  <a:pt x="259" y="166"/>
                </a:lnTo>
                <a:lnTo>
                  <a:pt x="259" y="165"/>
                </a:lnTo>
                <a:lnTo>
                  <a:pt x="260" y="165"/>
                </a:lnTo>
                <a:lnTo>
                  <a:pt x="260" y="164"/>
                </a:lnTo>
                <a:lnTo>
                  <a:pt x="260" y="163"/>
                </a:lnTo>
                <a:lnTo>
                  <a:pt x="261" y="163"/>
                </a:lnTo>
                <a:lnTo>
                  <a:pt x="262" y="162"/>
                </a:lnTo>
                <a:lnTo>
                  <a:pt x="262" y="161"/>
                </a:lnTo>
                <a:lnTo>
                  <a:pt x="263" y="161"/>
                </a:lnTo>
                <a:lnTo>
                  <a:pt x="264" y="161"/>
                </a:lnTo>
                <a:lnTo>
                  <a:pt x="265" y="162"/>
                </a:lnTo>
                <a:lnTo>
                  <a:pt x="266" y="162"/>
                </a:lnTo>
                <a:lnTo>
                  <a:pt x="267" y="162"/>
                </a:lnTo>
                <a:lnTo>
                  <a:pt x="267" y="163"/>
                </a:lnTo>
                <a:lnTo>
                  <a:pt x="267" y="162"/>
                </a:lnTo>
                <a:lnTo>
                  <a:pt x="268" y="162"/>
                </a:lnTo>
                <a:lnTo>
                  <a:pt x="268" y="163"/>
                </a:lnTo>
                <a:lnTo>
                  <a:pt x="269" y="163"/>
                </a:lnTo>
                <a:lnTo>
                  <a:pt x="270" y="162"/>
                </a:lnTo>
                <a:lnTo>
                  <a:pt x="271" y="162"/>
                </a:lnTo>
                <a:lnTo>
                  <a:pt x="272" y="161"/>
                </a:lnTo>
                <a:lnTo>
                  <a:pt x="273" y="161"/>
                </a:lnTo>
                <a:lnTo>
                  <a:pt x="273" y="160"/>
                </a:lnTo>
                <a:lnTo>
                  <a:pt x="274" y="160"/>
                </a:lnTo>
                <a:lnTo>
                  <a:pt x="275" y="159"/>
                </a:lnTo>
                <a:lnTo>
                  <a:pt x="275" y="160"/>
                </a:lnTo>
                <a:lnTo>
                  <a:pt x="275" y="161"/>
                </a:lnTo>
                <a:lnTo>
                  <a:pt x="274" y="161"/>
                </a:lnTo>
                <a:lnTo>
                  <a:pt x="274" y="162"/>
                </a:lnTo>
                <a:lnTo>
                  <a:pt x="274" y="163"/>
                </a:lnTo>
                <a:lnTo>
                  <a:pt x="273" y="164"/>
                </a:lnTo>
                <a:lnTo>
                  <a:pt x="273" y="165"/>
                </a:lnTo>
                <a:lnTo>
                  <a:pt x="274" y="166"/>
                </a:lnTo>
                <a:lnTo>
                  <a:pt x="274" y="165"/>
                </a:lnTo>
                <a:lnTo>
                  <a:pt x="274" y="164"/>
                </a:lnTo>
                <a:lnTo>
                  <a:pt x="275" y="164"/>
                </a:lnTo>
                <a:lnTo>
                  <a:pt x="275" y="163"/>
                </a:lnTo>
                <a:lnTo>
                  <a:pt x="276" y="163"/>
                </a:lnTo>
                <a:lnTo>
                  <a:pt x="276" y="162"/>
                </a:lnTo>
                <a:lnTo>
                  <a:pt x="277" y="162"/>
                </a:lnTo>
                <a:lnTo>
                  <a:pt x="277" y="163"/>
                </a:lnTo>
                <a:lnTo>
                  <a:pt x="278" y="163"/>
                </a:lnTo>
                <a:lnTo>
                  <a:pt x="278" y="164"/>
                </a:lnTo>
                <a:lnTo>
                  <a:pt x="279" y="165"/>
                </a:lnTo>
                <a:lnTo>
                  <a:pt x="279" y="166"/>
                </a:lnTo>
                <a:lnTo>
                  <a:pt x="279" y="165"/>
                </a:lnTo>
                <a:lnTo>
                  <a:pt x="280" y="165"/>
                </a:lnTo>
                <a:lnTo>
                  <a:pt x="281" y="165"/>
                </a:lnTo>
                <a:lnTo>
                  <a:pt x="281" y="166"/>
                </a:lnTo>
                <a:lnTo>
                  <a:pt x="281" y="167"/>
                </a:lnTo>
                <a:lnTo>
                  <a:pt x="282" y="168"/>
                </a:lnTo>
                <a:lnTo>
                  <a:pt x="282" y="169"/>
                </a:lnTo>
                <a:lnTo>
                  <a:pt x="283" y="169"/>
                </a:lnTo>
                <a:lnTo>
                  <a:pt x="283" y="170"/>
                </a:lnTo>
                <a:lnTo>
                  <a:pt x="284" y="170"/>
                </a:lnTo>
                <a:lnTo>
                  <a:pt x="284" y="171"/>
                </a:lnTo>
                <a:lnTo>
                  <a:pt x="285" y="171"/>
                </a:lnTo>
                <a:lnTo>
                  <a:pt x="285" y="172"/>
                </a:lnTo>
                <a:lnTo>
                  <a:pt x="284" y="172"/>
                </a:lnTo>
                <a:lnTo>
                  <a:pt x="284" y="173"/>
                </a:lnTo>
                <a:lnTo>
                  <a:pt x="285" y="173"/>
                </a:lnTo>
                <a:lnTo>
                  <a:pt x="285" y="174"/>
                </a:lnTo>
                <a:lnTo>
                  <a:pt x="284" y="174"/>
                </a:lnTo>
                <a:lnTo>
                  <a:pt x="285" y="174"/>
                </a:lnTo>
                <a:lnTo>
                  <a:pt x="286" y="174"/>
                </a:lnTo>
                <a:lnTo>
                  <a:pt x="286" y="175"/>
                </a:lnTo>
                <a:lnTo>
                  <a:pt x="286" y="176"/>
                </a:lnTo>
                <a:lnTo>
                  <a:pt x="287" y="176"/>
                </a:lnTo>
                <a:lnTo>
                  <a:pt x="287" y="177"/>
                </a:lnTo>
                <a:lnTo>
                  <a:pt x="288" y="177"/>
                </a:lnTo>
                <a:lnTo>
                  <a:pt x="288" y="178"/>
                </a:lnTo>
                <a:lnTo>
                  <a:pt x="287" y="178"/>
                </a:lnTo>
                <a:lnTo>
                  <a:pt x="288" y="178"/>
                </a:lnTo>
                <a:lnTo>
                  <a:pt x="289" y="178"/>
                </a:lnTo>
                <a:lnTo>
                  <a:pt x="289" y="179"/>
                </a:lnTo>
                <a:lnTo>
                  <a:pt x="289" y="178"/>
                </a:lnTo>
                <a:lnTo>
                  <a:pt x="290" y="179"/>
                </a:lnTo>
                <a:lnTo>
                  <a:pt x="291" y="179"/>
                </a:lnTo>
                <a:lnTo>
                  <a:pt x="290" y="179"/>
                </a:lnTo>
                <a:lnTo>
                  <a:pt x="290" y="180"/>
                </a:lnTo>
                <a:lnTo>
                  <a:pt x="291" y="180"/>
                </a:lnTo>
                <a:lnTo>
                  <a:pt x="291" y="179"/>
                </a:lnTo>
                <a:lnTo>
                  <a:pt x="292" y="180"/>
                </a:lnTo>
                <a:lnTo>
                  <a:pt x="293" y="180"/>
                </a:lnTo>
                <a:lnTo>
                  <a:pt x="293" y="181"/>
                </a:lnTo>
                <a:lnTo>
                  <a:pt x="294" y="181"/>
                </a:lnTo>
                <a:lnTo>
                  <a:pt x="294" y="182"/>
                </a:lnTo>
                <a:lnTo>
                  <a:pt x="295" y="181"/>
                </a:lnTo>
                <a:lnTo>
                  <a:pt x="295" y="182"/>
                </a:lnTo>
                <a:lnTo>
                  <a:pt x="296" y="182"/>
                </a:lnTo>
                <a:lnTo>
                  <a:pt x="297" y="182"/>
                </a:lnTo>
                <a:lnTo>
                  <a:pt x="297" y="183"/>
                </a:lnTo>
                <a:lnTo>
                  <a:pt x="298" y="183"/>
                </a:lnTo>
                <a:lnTo>
                  <a:pt x="299" y="183"/>
                </a:lnTo>
                <a:lnTo>
                  <a:pt x="298" y="182"/>
                </a:lnTo>
                <a:lnTo>
                  <a:pt x="298" y="181"/>
                </a:lnTo>
                <a:lnTo>
                  <a:pt x="298" y="180"/>
                </a:lnTo>
                <a:lnTo>
                  <a:pt x="298" y="179"/>
                </a:lnTo>
                <a:lnTo>
                  <a:pt x="298" y="176"/>
                </a:lnTo>
                <a:lnTo>
                  <a:pt x="298" y="175"/>
                </a:lnTo>
                <a:lnTo>
                  <a:pt x="298" y="174"/>
                </a:lnTo>
                <a:lnTo>
                  <a:pt x="298" y="173"/>
                </a:lnTo>
                <a:lnTo>
                  <a:pt x="299" y="172"/>
                </a:lnTo>
                <a:lnTo>
                  <a:pt x="300" y="172"/>
                </a:lnTo>
                <a:lnTo>
                  <a:pt x="301" y="173"/>
                </a:lnTo>
                <a:lnTo>
                  <a:pt x="301" y="174"/>
                </a:lnTo>
                <a:lnTo>
                  <a:pt x="302" y="174"/>
                </a:lnTo>
                <a:lnTo>
                  <a:pt x="303" y="174"/>
                </a:lnTo>
                <a:lnTo>
                  <a:pt x="303" y="173"/>
                </a:lnTo>
                <a:lnTo>
                  <a:pt x="303" y="172"/>
                </a:lnTo>
                <a:lnTo>
                  <a:pt x="303" y="171"/>
                </a:lnTo>
                <a:lnTo>
                  <a:pt x="302" y="170"/>
                </a:lnTo>
                <a:lnTo>
                  <a:pt x="302" y="169"/>
                </a:lnTo>
                <a:lnTo>
                  <a:pt x="301" y="169"/>
                </a:lnTo>
                <a:lnTo>
                  <a:pt x="301" y="168"/>
                </a:lnTo>
                <a:lnTo>
                  <a:pt x="300" y="168"/>
                </a:lnTo>
                <a:lnTo>
                  <a:pt x="300" y="167"/>
                </a:lnTo>
                <a:lnTo>
                  <a:pt x="301" y="167"/>
                </a:lnTo>
                <a:lnTo>
                  <a:pt x="301" y="168"/>
                </a:lnTo>
                <a:lnTo>
                  <a:pt x="302" y="167"/>
                </a:lnTo>
                <a:lnTo>
                  <a:pt x="302" y="168"/>
                </a:lnTo>
                <a:lnTo>
                  <a:pt x="303" y="168"/>
                </a:lnTo>
                <a:lnTo>
                  <a:pt x="304" y="169"/>
                </a:lnTo>
                <a:lnTo>
                  <a:pt x="305" y="169"/>
                </a:lnTo>
                <a:lnTo>
                  <a:pt x="306" y="169"/>
                </a:lnTo>
                <a:lnTo>
                  <a:pt x="306" y="170"/>
                </a:lnTo>
                <a:lnTo>
                  <a:pt x="307" y="170"/>
                </a:lnTo>
                <a:lnTo>
                  <a:pt x="307" y="169"/>
                </a:lnTo>
                <a:lnTo>
                  <a:pt x="308" y="169"/>
                </a:lnTo>
                <a:lnTo>
                  <a:pt x="308" y="170"/>
                </a:lnTo>
                <a:lnTo>
                  <a:pt x="308" y="171"/>
                </a:lnTo>
                <a:lnTo>
                  <a:pt x="309" y="171"/>
                </a:lnTo>
                <a:lnTo>
                  <a:pt x="310" y="170"/>
                </a:lnTo>
                <a:lnTo>
                  <a:pt x="310" y="169"/>
                </a:lnTo>
                <a:lnTo>
                  <a:pt x="311" y="170"/>
                </a:lnTo>
                <a:lnTo>
                  <a:pt x="312" y="171"/>
                </a:lnTo>
                <a:lnTo>
                  <a:pt x="313" y="171"/>
                </a:lnTo>
                <a:lnTo>
                  <a:pt x="313" y="170"/>
                </a:lnTo>
                <a:lnTo>
                  <a:pt x="314" y="170"/>
                </a:lnTo>
                <a:lnTo>
                  <a:pt x="315" y="171"/>
                </a:lnTo>
                <a:lnTo>
                  <a:pt x="316" y="171"/>
                </a:lnTo>
                <a:lnTo>
                  <a:pt x="316" y="172"/>
                </a:lnTo>
                <a:lnTo>
                  <a:pt x="317" y="171"/>
                </a:lnTo>
                <a:lnTo>
                  <a:pt x="317" y="172"/>
                </a:lnTo>
                <a:lnTo>
                  <a:pt x="318" y="172"/>
                </a:lnTo>
                <a:lnTo>
                  <a:pt x="319" y="172"/>
                </a:lnTo>
                <a:lnTo>
                  <a:pt x="319" y="173"/>
                </a:lnTo>
                <a:lnTo>
                  <a:pt x="320" y="174"/>
                </a:lnTo>
                <a:lnTo>
                  <a:pt x="320" y="173"/>
                </a:lnTo>
                <a:lnTo>
                  <a:pt x="321" y="174"/>
                </a:lnTo>
                <a:lnTo>
                  <a:pt x="322" y="174"/>
                </a:lnTo>
                <a:lnTo>
                  <a:pt x="322" y="175"/>
                </a:lnTo>
                <a:lnTo>
                  <a:pt x="323" y="175"/>
                </a:lnTo>
                <a:lnTo>
                  <a:pt x="324" y="174"/>
                </a:lnTo>
                <a:lnTo>
                  <a:pt x="325" y="173"/>
                </a:lnTo>
                <a:lnTo>
                  <a:pt x="326" y="173"/>
                </a:lnTo>
                <a:lnTo>
                  <a:pt x="327" y="172"/>
                </a:lnTo>
                <a:lnTo>
                  <a:pt x="327" y="173"/>
                </a:lnTo>
                <a:lnTo>
                  <a:pt x="328" y="173"/>
                </a:lnTo>
                <a:lnTo>
                  <a:pt x="328" y="172"/>
                </a:lnTo>
                <a:lnTo>
                  <a:pt x="329" y="172"/>
                </a:lnTo>
                <a:lnTo>
                  <a:pt x="329" y="171"/>
                </a:lnTo>
                <a:lnTo>
                  <a:pt x="330" y="171"/>
                </a:lnTo>
                <a:lnTo>
                  <a:pt x="331" y="170"/>
                </a:lnTo>
                <a:lnTo>
                  <a:pt x="331" y="169"/>
                </a:lnTo>
                <a:lnTo>
                  <a:pt x="332" y="169"/>
                </a:lnTo>
                <a:lnTo>
                  <a:pt x="333" y="168"/>
                </a:lnTo>
                <a:lnTo>
                  <a:pt x="334" y="167"/>
                </a:lnTo>
                <a:lnTo>
                  <a:pt x="335" y="167"/>
                </a:lnTo>
                <a:lnTo>
                  <a:pt x="336" y="167"/>
                </a:lnTo>
                <a:lnTo>
                  <a:pt x="336" y="168"/>
                </a:lnTo>
                <a:lnTo>
                  <a:pt x="337" y="168"/>
                </a:lnTo>
                <a:lnTo>
                  <a:pt x="338" y="168"/>
                </a:lnTo>
                <a:lnTo>
                  <a:pt x="339" y="168"/>
                </a:lnTo>
                <a:lnTo>
                  <a:pt x="339" y="169"/>
                </a:lnTo>
                <a:lnTo>
                  <a:pt x="338" y="170"/>
                </a:lnTo>
                <a:lnTo>
                  <a:pt x="339" y="171"/>
                </a:lnTo>
                <a:lnTo>
                  <a:pt x="339" y="172"/>
                </a:lnTo>
                <a:lnTo>
                  <a:pt x="340" y="172"/>
                </a:lnTo>
                <a:lnTo>
                  <a:pt x="339" y="172"/>
                </a:lnTo>
                <a:lnTo>
                  <a:pt x="339" y="170"/>
                </a:lnTo>
                <a:lnTo>
                  <a:pt x="340" y="170"/>
                </a:lnTo>
                <a:lnTo>
                  <a:pt x="340" y="169"/>
                </a:lnTo>
                <a:lnTo>
                  <a:pt x="341" y="169"/>
                </a:lnTo>
                <a:lnTo>
                  <a:pt x="342" y="169"/>
                </a:lnTo>
                <a:lnTo>
                  <a:pt x="343" y="169"/>
                </a:lnTo>
                <a:lnTo>
                  <a:pt x="344" y="168"/>
                </a:lnTo>
                <a:lnTo>
                  <a:pt x="345" y="167"/>
                </a:lnTo>
                <a:lnTo>
                  <a:pt x="346" y="166"/>
                </a:lnTo>
                <a:lnTo>
                  <a:pt x="347" y="165"/>
                </a:lnTo>
                <a:lnTo>
                  <a:pt x="347" y="164"/>
                </a:lnTo>
                <a:lnTo>
                  <a:pt x="348" y="164"/>
                </a:lnTo>
                <a:lnTo>
                  <a:pt x="348" y="163"/>
                </a:lnTo>
                <a:lnTo>
                  <a:pt x="349" y="163"/>
                </a:lnTo>
                <a:lnTo>
                  <a:pt x="349" y="162"/>
                </a:lnTo>
                <a:lnTo>
                  <a:pt x="349" y="161"/>
                </a:lnTo>
                <a:lnTo>
                  <a:pt x="349" y="160"/>
                </a:lnTo>
                <a:lnTo>
                  <a:pt x="349" y="159"/>
                </a:lnTo>
                <a:lnTo>
                  <a:pt x="349" y="158"/>
                </a:lnTo>
                <a:lnTo>
                  <a:pt x="349" y="157"/>
                </a:lnTo>
                <a:lnTo>
                  <a:pt x="350" y="157"/>
                </a:lnTo>
                <a:lnTo>
                  <a:pt x="350" y="156"/>
                </a:lnTo>
                <a:lnTo>
                  <a:pt x="349" y="156"/>
                </a:lnTo>
                <a:lnTo>
                  <a:pt x="349" y="155"/>
                </a:lnTo>
                <a:lnTo>
                  <a:pt x="349" y="154"/>
                </a:lnTo>
                <a:lnTo>
                  <a:pt x="350" y="154"/>
                </a:lnTo>
                <a:lnTo>
                  <a:pt x="350" y="153"/>
                </a:lnTo>
                <a:lnTo>
                  <a:pt x="350" y="152"/>
                </a:lnTo>
                <a:lnTo>
                  <a:pt x="349" y="152"/>
                </a:lnTo>
                <a:lnTo>
                  <a:pt x="349" y="151"/>
                </a:lnTo>
                <a:lnTo>
                  <a:pt x="348" y="151"/>
                </a:lnTo>
                <a:lnTo>
                  <a:pt x="348" y="150"/>
                </a:lnTo>
                <a:lnTo>
                  <a:pt x="349" y="150"/>
                </a:lnTo>
                <a:lnTo>
                  <a:pt x="348" y="149"/>
                </a:lnTo>
                <a:lnTo>
                  <a:pt x="348" y="148"/>
                </a:lnTo>
                <a:lnTo>
                  <a:pt x="347" y="148"/>
                </a:lnTo>
                <a:lnTo>
                  <a:pt x="347" y="147"/>
                </a:lnTo>
                <a:lnTo>
                  <a:pt x="346" y="147"/>
                </a:lnTo>
                <a:lnTo>
                  <a:pt x="346" y="146"/>
                </a:lnTo>
                <a:lnTo>
                  <a:pt x="345" y="146"/>
                </a:lnTo>
                <a:lnTo>
                  <a:pt x="345" y="145"/>
                </a:lnTo>
                <a:lnTo>
                  <a:pt x="344" y="145"/>
                </a:lnTo>
                <a:lnTo>
                  <a:pt x="343" y="145"/>
                </a:lnTo>
                <a:lnTo>
                  <a:pt x="343" y="144"/>
                </a:lnTo>
                <a:lnTo>
                  <a:pt x="341" y="144"/>
                </a:lnTo>
                <a:lnTo>
                  <a:pt x="340" y="143"/>
                </a:lnTo>
                <a:lnTo>
                  <a:pt x="340" y="142"/>
                </a:lnTo>
                <a:lnTo>
                  <a:pt x="340" y="141"/>
                </a:lnTo>
                <a:lnTo>
                  <a:pt x="340" y="140"/>
                </a:lnTo>
                <a:lnTo>
                  <a:pt x="341" y="139"/>
                </a:lnTo>
                <a:lnTo>
                  <a:pt x="340" y="139"/>
                </a:lnTo>
                <a:lnTo>
                  <a:pt x="340" y="137"/>
                </a:lnTo>
                <a:lnTo>
                  <a:pt x="340" y="136"/>
                </a:lnTo>
                <a:lnTo>
                  <a:pt x="340" y="135"/>
                </a:lnTo>
                <a:lnTo>
                  <a:pt x="341" y="135"/>
                </a:lnTo>
                <a:lnTo>
                  <a:pt x="341" y="136"/>
                </a:lnTo>
                <a:lnTo>
                  <a:pt x="343" y="136"/>
                </a:lnTo>
                <a:lnTo>
                  <a:pt x="344" y="136"/>
                </a:lnTo>
                <a:lnTo>
                  <a:pt x="345" y="136"/>
                </a:lnTo>
                <a:lnTo>
                  <a:pt x="345" y="135"/>
                </a:lnTo>
                <a:lnTo>
                  <a:pt x="345" y="134"/>
                </a:lnTo>
                <a:lnTo>
                  <a:pt x="344" y="134"/>
                </a:lnTo>
                <a:lnTo>
                  <a:pt x="344" y="133"/>
                </a:lnTo>
                <a:lnTo>
                  <a:pt x="344" y="132"/>
                </a:lnTo>
                <a:lnTo>
                  <a:pt x="345" y="132"/>
                </a:lnTo>
                <a:lnTo>
                  <a:pt x="345" y="131"/>
                </a:lnTo>
                <a:lnTo>
                  <a:pt x="345" y="130"/>
                </a:lnTo>
                <a:lnTo>
                  <a:pt x="344" y="130"/>
                </a:lnTo>
                <a:lnTo>
                  <a:pt x="344" y="129"/>
                </a:lnTo>
                <a:lnTo>
                  <a:pt x="343" y="129"/>
                </a:lnTo>
                <a:lnTo>
                  <a:pt x="342" y="129"/>
                </a:lnTo>
                <a:lnTo>
                  <a:pt x="341" y="128"/>
                </a:lnTo>
                <a:lnTo>
                  <a:pt x="342" y="128"/>
                </a:lnTo>
                <a:lnTo>
                  <a:pt x="342" y="127"/>
                </a:lnTo>
                <a:lnTo>
                  <a:pt x="341" y="126"/>
                </a:lnTo>
                <a:lnTo>
                  <a:pt x="342" y="125"/>
                </a:lnTo>
                <a:lnTo>
                  <a:pt x="343" y="125"/>
                </a:lnTo>
                <a:lnTo>
                  <a:pt x="344" y="124"/>
                </a:lnTo>
                <a:lnTo>
                  <a:pt x="344" y="123"/>
                </a:lnTo>
                <a:lnTo>
                  <a:pt x="343" y="122"/>
                </a:lnTo>
                <a:lnTo>
                  <a:pt x="342" y="121"/>
                </a:lnTo>
                <a:lnTo>
                  <a:pt x="343" y="121"/>
                </a:lnTo>
                <a:lnTo>
                  <a:pt x="343" y="120"/>
                </a:lnTo>
                <a:lnTo>
                  <a:pt x="343" y="119"/>
                </a:lnTo>
                <a:lnTo>
                  <a:pt x="342" y="119"/>
                </a:lnTo>
                <a:lnTo>
                  <a:pt x="342" y="118"/>
                </a:lnTo>
                <a:lnTo>
                  <a:pt x="341" y="118"/>
                </a:lnTo>
                <a:lnTo>
                  <a:pt x="340" y="117"/>
                </a:lnTo>
                <a:lnTo>
                  <a:pt x="340" y="116"/>
                </a:lnTo>
                <a:lnTo>
                  <a:pt x="341" y="116"/>
                </a:lnTo>
                <a:lnTo>
                  <a:pt x="341" y="115"/>
                </a:lnTo>
                <a:lnTo>
                  <a:pt x="340" y="115"/>
                </a:lnTo>
                <a:lnTo>
                  <a:pt x="339" y="114"/>
                </a:lnTo>
                <a:lnTo>
                  <a:pt x="340" y="114"/>
                </a:lnTo>
                <a:lnTo>
                  <a:pt x="340" y="112"/>
                </a:lnTo>
                <a:lnTo>
                  <a:pt x="340" y="111"/>
                </a:lnTo>
                <a:lnTo>
                  <a:pt x="341" y="111"/>
                </a:lnTo>
                <a:lnTo>
                  <a:pt x="342" y="111"/>
                </a:lnTo>
                <a:lnTo>
                  <a:pt x="342" y="110"/>
                </a:lnTo>
                <a:lnTo>
                  <a:pt x="343" y="110"/>
                </a:lnTo>
                <a:lnTo>
                  <a:pt x="343" y="109"/>
                </a:lnTo>
                <a:lnTo>
                  <a:pt x="342" y="109"/>
                </a:lnTo>
                <a:lnTo>
                  <a:pt x="343" y="109"/>
                </a:lnTo>
                <a:lnTo>
                  <a:pt x="344" y="109"/>
                </a:lnTo>
                <a:lnTo>
                  <a:pt x="344" y="108"/>
                </a:lnTo>
                <a:lnTo>
                  <a:pt x="344" y="107"/>
                </a:lnTo>
                <a:lnTo>
                  <a:pt x="345" y="107"/>
                </a:lnTo>
                <a:lnTo>
                  <a:pt x="346" y="107"/>
                </a:lnTo>
                <a:lnTo>
                  <a:pt x="347" y="107"/>
                </a:lnTo>
                <a:lnTo>
                  <a:pt x="347" y="108"/>
                </a:lnTo>
                <a:lnTo>
                  <a:pt x="348" y="108"/>
                </a:lnTo>
                <a:lnTo>
                  <a:pt x="349" y="107"/>
                </a:lnTo>
                <a:lnTo>
                  <a:pt x="349" y="106"/>
                </a:lnTo>
                <a:lnTo>
                  <a:pt x="349" y="107"/>
                </a:lnTo>
                <a:lnTo>
                  <a:pt x="350" y="107"/>
                </a:lnTo>
                <a:lnTo>
                  <a:pt x="351" y="107"/>
                </a:lnTo>
                <a:lnTo>
                  <a:pt x="352" y="107"/>
                </a:lnTo>
                <a:lnTo>
                  <a:pt x="353" y="107"/>
                </a:lnTo>
                <a:lnTo>
                  <a:pt x="354" y="107"/>
                </a:lnTo>
                <a:lnTo>
                  <a:pt x="355" y="108"/>
                </a:lnTo>
                <a:lnTo>
                  <a:pt x="356" y="108"/>
                </a:lnTo>
                <a:lnTo>
                  <a:pt x="356" y="109"/>
                </a:lnTo>
                <a:lnTo>
                  <a:pt x="357" y="109"/>
                </a:lnTo>
                <a:lnTo>
                  <a:pt x="357" y="110"/>
                </a:lnTo>
                <a:lnTo>
                  <a:pt x="358" y="110"/>
                </a:lnTo>
                <a:lnTo>
                  <a:pt x="358" y="111"/>
                </a:lnTo>
                <a:lnTo>
                  <a:pt x="358" y="112"/>
                </a:lnTo>
                <a:lnTo>
                  <a:pt x="359" y="112"/>
                </a:lnTo>
                <a:lnTo>
                  <a:pt x="360" y="113"/>
                </a:lnTo>
                <a:lnTo>
                  <a:pt x="360" y="114"/>
                </a:lnTo>
                <a:lnTo>
                  <a:pt x="361" y="115"/>
                </a:lnTo>
                <a:lnTo>
                  <a:pt x="361" y="116"/>
                </a:lnTo>
                <a:lnTo>
                  <a:pt x="361" y="117"/>
                </a:lnTo>
                <a:lnTo>
                  <a:pt x="362" y="117"/>
                </a:lnTo>
                <a:lnTo>
                  <a:pt x="363" y="117"/>
                </a:lnTo>
                <a:lnTo>
                  <a:pt x="363" y="118"/>
                </a:lnTo>
                <a:lnTo>
                  <a:pt x="362" y="118"/>
                </a:lnTo>
                <a:lnTo>
                  <a:pt x="363" y="118"/>
                </a:lnTo>
                <a:lnTo>
                  <a:pt x="363" y="119"/>
                </a:lnTo>
                <a:lnTo>
                  <a:pt x="364" y="118"/>
                </a:lnTo>
                <a:lnTo>
                  <a:pt x="364" y="117"/>
                </a:lnTo>
                <a:lnTo>
                  <a:pt x="364" y="116"/>
                </a:lnTo>
                <a:lnTo>
                  <a:pt x="364" y="115"/>
                </a:lnTo>
                <a:lnTo>
                  <a:pt x="364" y="114"/>
                </a:lnTo>
                <a:lnTo>
                  <a:pt x="364" y="113"/>
                </a:lnTo>
                <a:lnTo>
                  <a:pt x="363" y="113"/>
                </a:lnTo>
                <a:lnTo>
                  <a:pt x="364" y="113"/>
                </a:lnTo>
                <a:lnTo>
                  <a:pt x="364" y="112"/>
                </a:lnTo>
                <a:lnTo>
                  <a:pt x="365" y="111"/>
                </a:lnTo>
                <a:lnTo>
                  <a:pt x="366" y="111"/>
                </a:lnTo>
                <a:lnTo>
                  <a:pt x="367" y="111"/>
                </a:lnTo>
                <a:lnTo>
                  <a:pt x="368" y="111"/>
                </a:lnTo>
                <a:lnTo>
                  <a:pt x="369" y="111"/>
                </a:lnTo>
                <a:lnTo>
                  <a:pt x="370" y="111"/>
                </a:lnTo>
                <a:lnTo>
                  <a:pt x="371" y="111"/>
                </a:lnTo>
                <a:lnTo>
                  <a:pt x="372" y="111"/>
                </a:lnTo>
                <a:lnTo>
                  <a:pt x="373" y="111"/>
                </a:lnTo>
                <a:lnTo>
                  <a:pt x="373" y="112"/>
                </a:lnTo>
                <a:lnTo>
                  <a:pt x="374" y="113"/>
                </a:lnTo>
                <a:lnTo>
                  <a:pt x="375" y="113"/>
                </a:lnTo>
                <a:lnTo>
                  <a:pt x="375" y="114"/>
                </a:lnTo>
                <a:lnTo>
                  <a:pt x="375" y="115"/>
                </a:lnTo>
                <a:lnTo>
                  <a:pt x="376" y="115"/>
                </a:lnTo>
                <a:lnTo>
                  <a:pt x="376" y="116"/>
                </a:lnTo>
                <a:lnTo>
                  <a:pt x="377" y="116"/>
                </a:lnTo>
                <a:lnTo>
                  <a:pt x="378" y="116"/>
                </a:lnTo>
                <a:lnTo>
                  <a:pt x="378" y="117"/>
                </a:lnTo>
                <a:lnTo>
                  <a:pt x="379" y="117"/>
                </a:lnTo>
                <a:lnTo>
                  <a:pt x="379" y="118"/>
                </a:lnTo>
                <a:lnTo>
                  <a:pt x="380" y="119"/>
                </a:lnTo>
                <a:lnTo>
                  <a:pt x="381" y="119"/>
                </a:lnTo>
                <a:lnTo>
                  <a:pt x="381" y="120"/>
                </a:lnTo>
                <a:lnTo>
                  <a:pt x="382" y="121"/>
                </a:lnTo>
                <a:lnTo>
                  <a:pt x="383" y="121"/>
                </a:lnTo>
                <a:lnTo>
                  <a:pt x="383" y="122"/>
                </a:lnTo>
                <a:lnTo>
                  <a:pt x="384" y="123"/>
                </a:lnTo>
                <a:lnTo>
                  <a:pt x="385" y="124"/>
                </a:lnTo>
                <a:lnTo>
                  <a:pt x="386" y="124"/>
                </a:lnTo>
                <a:lnTo>
                  <a:pt x="386" y="123"/>
                </a:lnTo>
                <a:lnTo>
                  <a:pt x="387" y="122"/>
                </a:lnTo>
                <a:lnTo>
                  <a:pt x="387" y="121"/>
                </a:lnTo>
                <a:lnTo>
                  <a:pt x="388" y="121"/>
                </a:lnTo>
                <a:lnTo>
                  <a:pt x="388" y="120"/>
                </a:lnTo>
                <a:lnTo>
                  <a:pt x="388" y="119"/>
                </a:lnTo>
                <a:lnTo>
                  <a:pt x="388" y="118"/>
                </a:lnTo>
                <a:lnTo>
                  <a:pt x="388" y="117"/>
                </a:lnTo>
                <a:lnTo>
                  <a:pt x="390" y="117"/>
                </a:lnTo>
                <a:lnTo>
                  <a:pt x="390" y="116"/>
                </a:lnTo>
                <a:lnTo>
                  <a:pt x="391" y="116"/>
                </a:lnTo>
                <a:lnTo>
                  <a:pt x="391" y="115"/>
                </a:lnTo>
                <a:lnTo>
                  <a:pt x="390" y="115"/>
                </a:lnTo>
                <a:lnTo>
                  <a:pt x="390" y="114"/>
                </a:lnTo>
                <a:lnTo>
                  <a:pt x="391" y="114"/>
                </a:lnTo>
                <a:lnTo>
                  <a:pt x="392" y="113"/>
                </a:lnTo>
                <a:lnTo>
                  <a:pt x="393" y="112"/>
                </a:lnTo>
                <a:lnTo>
                  <a:pt x="393" y="111"/>
                </a:lnTo>
                <a:lnTo>
                  <a:pt x="394" y="111"/>
                </a:lnTo>
                <a:lnTo>
                  <a:pt x="394" y="110"/>
                </a:lnTo>
                <a:lnTo>
                  <a:pt x="394" y="109"/>
                </a:lnTo>
                <a:lnTo>
                  <a:pt x="394" y="108"/>
                </a:lnTo>
                <a:lnTo>
                  <a:pt x="395" y="108"/>
                </a:lnTo>
                <a:lnTo>
                  <a:pt x="395" y="107"/>
                </a:lnTo>
                <a:lnTo>
                  <a:pt x="395" y="106"/>
                </a:lnTo>
                <a:lnTo>
                  <a:pt x="395" y="105"/>
                </a:lnTo>
                <a:lnTo>
                  <a:pt x="394" y="105"/>
                </a:lnTo>
                <a:lnTo>
                  <a:pt x="393" y="105"/>
                </a:lnTo>
                <a:lnTo>
                  <a:pt x="393" y="104"/>
                </a:lnTo>
                <a:lnTo>
                  <a:pt x="392" y="104"/>
                </a:lnTo>
                <a:lnTo>
                  <a:pt x="391" y="104"/>
                </a:lnTo>
                <a:lnTo>
                  <a:pt x="390" y="104"/>
                </a:lnTo>
                <a:lnTo>
                  <a:pt x="389" y="104"/>
                </a:lnTo>
                <a:lnTo>
                  <a:pt x="389" y="103"/>
                </a:lnTo>
                <a:lnTo>
                  <a:pt x="388" y="103"/>
                </a:lnTo>
                <a:lnTo>
                  <a:pt x="387" y="102"/>
                </a:lnTo>
                <a:lnTo>
                  <a:pt x="387" y="101"/>
                </a:lnTo>
                <a:lnTo>
                  <a:pt x="387" y="100"/>
                </a:lnTo>
                <a:lnTo>
                  <a:pt x="387" y="99"/>
                </a:lnTo>
                <a:lnTo>
                  <a:pt x="388" y="98"/>
                </a:lnTo>
                <a:lnTo>
                  <a:pt x="388" y="97"/>
                </a:lnTo>
                <a:lnTo>
                  <a:pt x="388" y="96"/>
                </a:lnTo>
                <a:lnTo>
                  <a:pt x="388" y="95"/>
                </a:lnTo>
                <a:lnTo>
                  <a:pt x="389" y="95"/>
                </a:lnTo>
                <a:lnTo>
                  <a:pt x="389" y="94"/>
                </a:lnTo>
                <a:lnTo>
                  <a:pt x="390" y="93"/>
                </a:lnTo>
                <a:lnTo>
                  <a:pt x="391" y="91"/>
                </a:lnTo>
                <a:lnTo>
                  <a:pt x="391" y="90"/>
                </a:lnTo>
                <a:lnTo>
                  <a:pt x="392" y="90"/>
                </a:lnTo>
                <a:lnTo>
                  <a:pt x="393" y="89"/>
                </a:lnTo>
                <a:lnTo>
                  <a:pt x="394" y="89"/>
                </a:lnTo>
                <a:lnTo>
                  <a:pt x="396" y="89"/>
                </a:lnTo>
                <a:lnTo>
                  <a:pt x="398" y="89"/>
                </a:lnTo>
                <a:lnTo>
                  <a:pt x="398" y="88"/>
                </a:lnTo>
                <a:lnTo>
                  <a:pt x="398" y="87"/>
                </a:lnTo>
                <a:lnTo>
                  <a:pt x="398" y="86"/>
                </a:lnTo>
                <a:lnTo>
                  <a:pt x="398" y="85"/>
                </a:lnTo>
                <a:lnTo>
                  <a:pt x="398" y="84"/>
                </a:lnTo>
                <a:lnTo>
                  <a:pt x="398" y="83"/>
                </a:lnTo>
                <a:lnTo>
                  <a:pt x="398" y="82"/>
                </a:lnTo>
                <a:lnTo>
                  <a:pt x="398" y="81"/>
                </a:lnTo>
                <a:lnTo>
                  <a:pt x="399" y="81"/>
                </a:lnTo>
                <a:lnTo>
                  <a:pt x="399" y="80"/>
                </a:lnTo>
                <a:lnTo>
                  <a:pt x="398" y="79"/>
                </a:lnTo>
                <a:lnTo>
                  <a:pt x="398" y="78"/>
                </a:lnTo>
                <a:lnTo>
                  <a:pt x="399" y="78"/>
                </a:lnTo>
                <a:lnTo>
                  <a:pt x="399" y="77"/>
                </a:lnTo>
                <a:lnTo>
                  <a:pt x="399" y="78"/>
                </a:lnTo>
                <a:lnTo>
                  <a:pt x="400" y="78"/>
                </a:lnTo>
                <a:lnTo>
                  <a:pt x="400" y="77"/>
                </a:lnTo>
                <a:lnTo>
                  <a:pt x="401" y="77"/>
                </a:lnTo>
                <a:lnTo>
                  <a:pt x="401" y="78"/>
                </a:lnTo>
                <a:lnTo>
                  <a:pt x="402" y="78"/>
                </a:lnTo>
                <a:lnTo>
                  <a:pt x="403" y="78"/>
                </a:lnTo>
                <a:lnTo>
                  <a:pt x="404" y="78"/>
                </a:lnTo>
                <a:lnTo>
                  <a:pt x="404" y="77"/>
                </a:lnTo>
                <a:lnTo>
                  <a:pt x="404" y="76"/>
                </a:lnTo>
                <a:lnTo>
                  <a:pt x="403" y="75"/>
                </a:lnTo>
                <a:lnTo>
                  <a:pt x="404" y="74"/>
                </a:lnTo>
                <a:lnTo>
                  <a:pt x="404" y="73"/>
                </a:lnTo>
                <a:lnTo>
                  <a:pt x="405" y="73"/>
                </a:lnTo>
                <a:lnTo>
                  <a:pt x="406" y="74"/>
                </a:lnTo>
                <a:lnTo>
                  <a:pt x="407" y="75"/>
                </a:lnTo>
                <a:lnTo>
                  <a:pt x="408" y="75"/>
                </a:lnTo>
                <a:lnTo>
                  <a:pt x="408" y="76"/>
                </a:lnTo>
                <a:lnTo>
                  <a:pt x="408" y="77"/>
                </a:lnTo>
                <a:lnTo>
                  <a:pt x="409" y="77"/>
                </a:lnTo>
                <a:lnTo>
                  <a:pt x="410" y="77"/>
                </a:lnTo>
                <a:lnTo>
                  <a:pt x="410" y="78"/>
                </a:lnTo>
                <a:lnTo>
                  <a:pt x="410" y="79"/>
                </a:lnTo>
                <a:lnTo>
                  <a:pt x="410" y="80"/>
                </a:lnTo>
                <a:lnTo>
                  <a:pt x="410" y="81"/>
                </a:lnTo>
                <a:lnTo>
                  <a:pt x="410" y="82"/>
                </a:lnTo>
                <a:lnTo>
                  <a:pt x="410" y="83"/>
                </a:lnTo>
                <a:lnTo>
                  <a:pt x="410" y="84"/>
                </a:lnTo>
                <a:lnTo>
                  <a:pt x="410" y="85"/>
                </a:lnTo>
                <a:lnTo>
                  <a:pt x="411" y="86"/>
                </a:lnTo>
                <a:lnTo>
                  <a:pt x="412" y="86"/>
                </a:lnTo>
                <a:lnTo>
                  <a:pt x="412" y="87"/>
                </a:lnTo>
                <a:lnTo>
                  <a:pt x="412" y="88"/>
                </a:lnTo>
                <a:lnTo>
                  <a:pt x="412" y="89"/>
                </a:lnTo>
                <a:lnTo>
                  <a:pt x="413" y="89"/>
                </a:lnTo>
                <a:lnTo>
                  <a:pt x="414" y="89"/>
                </a:lnTo>
                <a:lnTo>
                  <a:pt x="413" y="90"/>
                </a:lnTo>
                <a:lnTo>
                  <a:pt x="412" y="90"/>
                </a:lnTo>
                <a:lnTo>
                  <a:pt x="411" y="91"/>
                </a:lnTo>
                <a:lnTo>
                  <a:pt x="411" y="93"/>
                </a:lnTo>
                <a:lnTo>
                  <a:pt x="410" y="93"/>
                </a:lnTo>
                <a:lnTo>
                  <a:pt x="410" y="94"/>
                </a:lnTo>
                <a:lnTo>
                  <a:pt x="409" y="94"/>
                </a:lnTo>
                <a:lnTo>
                  <a:pt x="409" y="95"/>
                </a:lnTo>
                <a:lnTo>
                  <a:pt x="408" y="95"/>
                </a:lnTo>
                <a:lnTo>
                  <a:pt x="408" y="96"/>
                </a:lnTo>
                <a:lnTo>
                  <a:pt x="408" y="97"/>
                </a:lnTo>
                <a:lnTo>
                  <a:pt x="408" y="98"/>
                </a:lnTo>
                <a:lnTo>
                  <a:pt x="407" y="99"/>
                </a:lnTo>
                <a:lnTo>
                  <a:pt x="408" y="99"/>
                </a:lnTo>
                <a:lnTo>
                  <a:pt x="408" y="100"/>
                </a:lnTo>
                <a:lnTo>
                  <a:pt x="407" y="101"/>
                </a:lnTo>
                <a:lnTo>
                  <a:pt x="408" y="101"/>
                </a:lnTo>
                <a:lnTo>
                  <a:pt x="408" y="102"/>
                </a:lnTo>
                <a:lnTo>
                  <a:pt x="407" y="102"/>
                </a:lnTo>
                <a:lnTo>
                  <a:pt x="406" y="102"/>
                </a:lnTo>
                <a:lnTo>
                  <a:pt x="406" y="103"/>
                </a:lnTo>
                <a:lnTo>
                  <a:pt x="405" y="103"/>
                </a:lnTo>
                <a:lnTo>
                  <a:pt x="405" y="104"/>
                </a:lnTo>
                <a:lnTo>
                  <a:pt x="404" y="104"/>
                </a:lnTo>
                <a:lnTo>
                  <a:pt x="404" y="105"/>
                </a:lnTo>
                <a:lnTo>
                  <a:pt x="404" y="104"/>
                </a:lnTo>
                <a:lnTo>
                  <a:pt x="404" y="105"/>
                </a:lnTo>
                <a:lnTo>
                  <a:pt x="403" y="105"/>
                </a:lnTo>
                <a:lnTo>
                  <a:pt x="403" y="106"/>
                </a:lnTo>
                <a:lnTo>
                  <a:pt x="403" y="107"/>
                </a:lnTo>
                <a:lnTo>
                  <a:pt x="402" y="106"/>
                </a:lnTo>
                <a:lnTo>
                  <a:pt x="402" y="105"/>
                </a:lnTo>
                <a:lnTo>
                  <a:pt x="401" y="105"/>
                </a:lnTo>
                <a:lnTo>
                  <a:pt x="401" y="106"/>
                </a:lnTo>
                <a:lnTo>
                  <a:pt x="400" y="106"/>
                </a:lnTo>
                <a:lnTo>
                  <a:pt x="399" y="106"/>
                </a:lnTo>
                <a:lnTo>
                  <a:pt x="399" y="107"/>
                </a:lnTo>
                <a:lnTo>
                  <a:pt x="398" y="107"/>
                </a:lnTo>
                <a:lnTo>
                  <a:pt x="398" y="108"/>
                </a:lnTo>
                <a:lnTo>
                  <a:pt x="398" y="109"/>
                </a:lnTo>
                <a:lnTo>
                  <a:pt x="398" y="110"/>
                </a:lnTo>
                <a:lnTo>
                  <a:pt x="399" y="110"/>
                </a:lnTo>
                <a:lnTo>
                  <a:pt x="400" y="111"/>
                </a:lnTo>
                <a:lnTo>
                  <a:pt x="400" y="110"/>
                </a:lnTo>
                <a:lnTo>
                  <a:pt x="402" y="112"/>
                </a:lnTo>
                <a:lnTo>
                  <a:pt x="403" y="112"/>
                </a:lnTo>
                <a:lnTo>
                  <a:pt x="403" y="113"/>
                </a:lnTo>
                <a:lnTo>
                  <a:pt x="404" y="114"/>
                </a:lnTo>
                <a:lnTo>
                  <a:pt x="404" y="115"/>
                </a:lnTo>
                <a:lnTo>
                  <a:pt x="404" y="116"/>
                </a:lnTo>
                <a:lnTo>
                  <a:pt x="405" y="116"/>
                </a:lnTo>
                <a:lnTo>
                  <a:pt x="404" y="116"/>
                </a:lnTo>
                <a:lnTo>
                  <a:pt x="404" y="118"/>
                </a:lnTo>
                <a:lnTo>
                  <a:pt x="404" y="119"/>
                </a:lnTo>
                <a:lnTo>
                  <a:pt x="404" y="120"/>
                </a:lnTo>
                <a:lnTo>
                  <a:pt x="403" y="121"/>
                </a:lnTo>
                <a:lnTo>
                  <a:pt x="403" y="122"/>
                </a:lnTo>
                <a:lnTo>
                  <a:pt x="404" y="122"/>
                </a:lnTo>
                <a:lnTo>
                  <a:pt x="404" y="123"/>
                </a:lnTo>
                <a:lnTo>
                  <a:pt x="405" y="123"/>
                </a:lnTo>
                <a:lnTo>
                  <a:pt x="406" y="123"/>
                </a:lnTo>
                <a:lnTo>
                  <a:pt x="406" y="124"/>
                </a:lnTo>
                <a:lnTo>
                  <a:pt x="407" y="124"/>
                </a:lnTo>
                <a:lnTo>
                  <a:pt x="408" y="123"/>
                </a:lnTo>
                <a:lnTo>
                  <a:pt x="408" y="122"/>
                </a:lnTo>
                <a:lnTo>
                  <a:pt x="408" y="121"/>
                </a:lnTo>
                <a:lnTo>
                  <a:pt x="409" y="120"/>
                </a:lnTo>
                <a:lnTo>
                  <a:pt x="410" y="120"/>
                </a:lnTo>
                <a:lnTo>
                  <a:pt x="410" y="119"/>
                </a:lnTo>
                <a:lnTo>
                  <a:pt x="411" y="119"/>
                </a:lnTo>
                <a:lnTo>
                  <a:pt x="412" y="118"/>
                </a:lnTo>
                <a:lnTo>
                  <a:pt x="413" y="117"/>
                </a:lnTo>
                <a:lnTo>
                  <a:pt x="413" y="116"/>
                </a:lnTo>
                <a:lnTo>
                  <a:pt x="413" y="115"/>
                </a:lnTo>
                <a:lnTo>
                  <a:pt x="414" y="115"/>
                </a:lnTo>
                <a:lnTo>
                  <a:pt x="415" y="115"/>
                </a:lnTo>
                <a:lnTo>
                  <a:pt x="416" y="115"/>
                </a:lnTo>
                <a:lnTo>
                  <a:pt x="417" y="114"/>
                </a:lnTo>
                <a:lnTo>
                  <a:pt x="418" y="114"/>
                </a:lnTo>
                <a:lnTo>
                  <a:pt x="419" y="114"/>
                </a:lnTo>
                <a:lnTo>
                  <a:pt x="421" y="114"/>
                </a:lnTo>
                <a:lnTo>
                  <a:pt x="422" y="114"/>
                </a:lnTo>
                <a:lnTo>
                  <a:pt x="423" y="114"/>
                </a:lnTo>
                <a:lnTo>
                  <a:pt x="424" y="114"/>
                </a:lnTo>
                <a:lnTo>
                  <a:pt x="425" y="114"/>
                </a:lnTo>
                <a:lnTo>
                  <a:pt x="426" y="114"/>
                </a:lnTo>
                <a:lnTo>
                  <a:pt x="426" y="115"/>
                </a:lnTo>
                <a:lnTo>
                  <a:pt x="426" y="114"/>
                </a:lnTo>
                <a:lnTo>
                  <a:pt x="426" y="113"/>
                </a:lnTo>
                <a:lnTo>
                  <a:pt x="427" y="114"/>
                </a:lnTo>
                <a:lnTo>
                  <a:pt x="427" y="113"/>
                </a:lnTo>
                <a:lnTo>
                  <a:pt x="427" y="112"/>
                </a:lnTo>
                <a:lnTo>
                  <a:pt x="427" y="111"/>
                </a:lnTo>
                <a:lnTo>
                  <a:pt x="428" y="111"/>
                </a:lnTo>
                <a:lnTo>
                  <a:pt x="428" y="110"/>
                </a:lnTo>
                <a:lnTo>
                  <a:pt x="428" y="109"/>
                </a:lnTo>
                <a:lnTo>
                  <a:pt x="427" y="109"/>
                </a:lnTo>
                <a:lnTo>
                  <a:pt x="428" y="108"/>
                </a:lnTo>
                <a:lnTo>
                  <a:pt x="429" y="108"/>
                </a:lnTo>
                <a:lnTo>
                  <a:pt x="429" y="107"/>
                </a:lnTo>
                <a:lnTo>
                  <a:pt x="428" y="107"/>
                </a:lnTo>
                <a:lnTo>
                  <a:pt x="428" y="106"/>
                </a:lnTo>
                <a:lnTo>
                  <a:pt x="429" y="105"/>
                </a:lnTo>
                <a:lnTo>
                  <a:pt x="428" y="104"/>
                </a:lnTo>
                <a:lnTo>
                  <a:pt x="429" y="104"/>
                </a:lnTo>
                <a:lnTo>
                  <a:pt x="429" y="105"/>
                </a:lnTo>
                <a:lnTo>
                  <a:pt x="429" y="106"/>
                </a:lnTo>
                <a:lnTo>
                  <a:pt x="430" y="106"/>
                </a:lnTo>
                <a:lnTo>
                  <a:pt x="431" y="106"/>
                </a:lnTo>
                <a:lnTo>
                  <a:pt x="432" y="106"/>
                </a:lnTo>
                <a:lnTo>
                  <a:pt x="432" y="107"/>
                </a:lnTo>
                <a:lnTo>
                  <a:pt x="432" y="108"/>
                </a:lnTo>
                <a:lnTo>
                  <a:pt x="433" y="109"/>
                </a:lnTo>
                <a:lnTo>
                  <a:pt x="433" y="110"/>
                </a:lnTo>
                <a:lnTo>
                  <a:pt x="434" y="110"/>
                </a:lnTo>
                <a:lnTo>
                  <a:pt x="435" y="111"/>
                </a:lnTo>
                <a:lnTo>
                  <a:pt x="436" y="111"/>
                </a:lnTo>
                <a:lnTo>
                  <a:pt x="437" y="111"/>
                </a:lnTo>
                <a:lnTo>
                  <a:pt x="437" y="112"/>
                </a:lnTo>
                <a:lnTo>
                  <a:pt x="438" y="111"/>
                </a:lnTo>
                <a:lnTo>
                  <a:pt x="438" y="110"/>
                </a:lnTo>
                <a:lnTo>
                  <a:pt x="438" y="109"/>
                </a:lnTo>
                <a:lnTo>
                  <a:pt x="438" y="107"/>
                </a:lnTo>
                <a:lnTo>
                  <a:pt x="438" y="106"/>
                </a:lnTo>
                <a:lnTo>
                  <a:pt x="438" y="105"/>
                </a:lnTo>
                <a:lnTo>
                  <a:pt x="437" y="104"/>
                </a:lnTo>
                <a:lnTo>
                  <a:pt x="437" y="102"/>
                </a:lnTo>
                <a:lnTo>
                  <a:pt x="437" y="101"/>
                </a:lnTo>
                <a:lnTo>
                  <a:pt x="436" y="101"/>
                </a:lnTo>
                <a:lnTo>
                  <a:pt x="436" y="100"/>
                </a:lnTo>
                <a:lnTo>
                  <a:pt x="437" y="100"/>
                </a:lnTo>
                <a:lnTo>
                  <a:pt x="437" y="99"/>
                </a:lnTo>
                <a:lnTo>
                  <a:pt x="438" y="99"/>
                </a:lnTo>
                <a:lnTo>
                  <a:pt x="438" y="98"/>
                </a:lnTo>
                <a:lnTo>
                  <a:pt x="439" y="98"/>
                </a:lnTo>
                <a:lnTo>
                  <a:pt x="439" y="97"/>
                </a:lnTo>
                <a:lnTo>
                  <a:pt x="440" y="97"/>
                </a:lnTo>
                <a:lnTo>
                  <a:pt x="440" y="96"/>
                </a:lnTo>
                <a:lnTo>
                  <a:pt x="439" y="96"/>
                </a:lnTo>
                <a:lnTo>
                  <a:pt x="439" y="95"/>
                </a:lnTo>
                <a:lnTo>
                  <a:pt x="440" y="95"/>
                </a:lnTo>
                <a:lnTo>
                  <a:pt x="440" y="94"/>
                </a:lnTo>
                <a:lnTo>
                  <a:pt x="441" y="94"/>
                </a:lnTo>
                <a:lnTo>
                  <a:pt x="442" y="94"/>
                </a:lnTo>
                <a:lnTo>
                  <a:pt x="442" y="93"/>
                </a:lnTo>
                <a:lnTo>
                  <a:pt x="442" y="92"/>
                </a:lnTo>
                <a:lnTo>
                  <a:pt x="443" y="91"/>
                </a:lnTo>
                <a:lnTo>
                  <a:pt x="443" y="92"/>
                </a:lnTo>
                <a:lnTo>
                  <a:pt x="443" y="93"/>
                </a:lnTo>
                <a:lnTo>
                  <a:pt x="444" y="93"/>
                </a:lnTo>
                <a:lnTo>
                  <a:pt x="445" y="92"/>
                </a:lnTo>
                <a:lnTo>
                  <a:pt x="446" y="92"/>
                </a:lnTo>
                <a:lnTo>
                  <a:pt x="446" y="93"/>
                </a:lnTo>
                <a:lnTo>
                  <a:pt x="446" y="94"/>
                </a:lnTo>
                <a:lnTo>
                  <a:pt x="447" y="94"/>
                </a:lnTo>
                <a:lnTo>
                  <a:pt x="448" y="94"/>
                </a:lnTo>
                <a:lnTo>
                  <a:pt x="449" y="93"/>
                </a:lnTo>
                <a:lnTo>
                  <a:pt x="450" y="92"/>
                </a:lnTo>
                <a:lnTo>
                  <a:pt x="450" y="93"/>
                </a:lnTo>
                <a:lnTo>
                  <a:pt x="451" y="93"/>
                </a:lnTo>
                <a:lnTo>
                  <a:pt x="451" y="94"/>
                </a:lnTo>
                <a:lnTo>
                  <a:pt x="452" y="94"/>
                </a:lnTo>
                <a:lnTo>
                  <a:pt x="452" y="93"/>
                </a:lnTo>
                <a:lnTo>
                  <a:pt x="452" y="92"/>
                </a:lnTo>
                <a:lnTo>
                  <a:pt x="453" y="92"/>
                </a:lnTo>
                <a:lnTo>
                  <a:pt x="453" y="93"/>
                </a:lnTo>
                <a:lnTo>
                  <a:pt x="454" y="93"/>
                </a:lnTo>
                <a:lnTo>
                  <a:pt x="454" y="92"/>
                </a:lnTo>
                <a:lnTo>
                  <a:pt x="455" y="92"/>
                </a:lnTo>
                <a:lnTo>
                  <a:pt x="455" y="91"/>
                </a:lnTo>
                <a:lnTo>
                  <a:pt x="456" y="90"/>
                </a:lnTo>
                <a:lnTo>
                  <a:pt x="457" y="90"/>
                </a:lnTo>
                <a:lnTo>
                  <a:pt x="458" y="90"/>
                </a:lnTo>
                <a:lnTo>
                  <a:pt x="458" y="89"/>
                </a:lnTo>
                <a:lnTo>
                  <a:pt x="458" y="88"/>
                </a:lnTo>
                <a:lnTo>
                  <a:pt x="459" y="88"/>
                </a:lnTo>
                <a:lnTo>
                  <a:pt x="460" y="88"/>
                </a:lnTo>
                <a:lnTo>
                  <a:pt x="461" y="88"/>
                </a:lnTo>
                <a:lnTo>
                  <a:pt x="461" y="87"/>
                </a:lnTo>
                <a:lnTo>
                  <a:pt x="460" y="87"/>
                </a:lnTo>
                <a:lnTo>
                  <a:pt x="459" y="87"/>
                </a:lnTo>
                <a:lnTo>
                  <a:pt x="460" y="86"/>
                </a:lnTo>
                <a:lnTo>
                  <a:pt x="461" y="86"/>
                </a:lnTo>
                <a:lnTo>
                  <a:pt x="461" y="87"/>
                </a:lnTo>
                <a:lnTo>
                  <a:pt x="461" y="88"/>
                </a:lnTo>
                <a:lnTo>
                  <a:pt x="462" y="88"/>
                </a:lnTo>
                <a:lnTo>
                  <a:pt x="462" y="87"/>
                </a:lnTo>
                <a:lnTo>
                  <a:pt x="461" y="87"/>
                </a:lnTo>
                <a:lnTo>
                  <a:pt x="461" y="86"/>
                </a:lnTo>
                <a:lnTo>
                  <a:pt x="460" y="85"/>
                </a:lnTo>
                <a:lnTo>
                  <a:pt x="459" y="85"/>
                </a:lnTo>
                <a:lnTo>
                  <a:pt x="459" y="84"/>
                </a:lnTo>
                <a:lnTo>
                  <a:pt x="460" y="83"/>
                </a:lnTo>
                <a:lnTo>
                  <a:pt x="460" y="82"/>
                </a:lnTo>
                <a:lnTo>
                  <a:pt x="459" y="82"/>
                </a:lnTo>
                <a:lnTo>
                  <a:pt x="459" y="81"/>
                </a:lnTo>
                <a:lnTo>
                  <a:pt x="459" y="80"/>
                </a:lnTo>
                <a:lnTo>
                  <a:pt x="460" y="80"/>
                </a:lnTo>
                <a:lnTo>
                  <a:pt x="461" y="80"/>
                </a:lnTo>
                <a:lnTo>
                  <a:pt x="462" y="80"/>
                </a:lnTo>
                <a:lnTo>
                  <a:pt x="462" y="79"/>
                </a:lnTo>
                <a:lnTo>
                  <a:pt x="461" y="78"/>
                </a:lnTo>
                <a:lnTo>
                  <a:pt x="460" y="78"/>
                </a:lnTo>
                <a:lnTo>
                  <a:pt x="459" y="77"/>
                </a:lnTo>
                <a:lnTo>
                  <a:pt x="459" y="76"/>
                </a:lnTo>
                <a:lnTo>
                  <a:pt x="458" y="76"/>
                </a:lnTo>
                <a:lnTo>
                  <a:pt x="458" y="75"/>
                </a:lnTo>
                <a:lnTo>
                  <a:pt x="457" y="75"/>
                </a:lnTo>
                <a:lnTo>
                  <a:pt x="456" y="75"/>
                </a:lnTo>
                <a:lnTo>
                  <a:pt x="455" y="75"/>
                </a:lnTo>
                <a:lnTo>
                  <a:pt x="454" y="74"/>
                </a:lnTo>
                <a:lnTo>
                  <a:pt x="453" y="74"/>
                </a:lnTo>
                <a:lnTo>
                  <a:pt x="452" y="73"/>
                </a:lnTo>
                <a:lnTo>
                  <a:pt x="451" y="73"/>
                </a:lnTo>
                <a:lnTo>
                  <a:pt x="450" y="73"/>
                </a:lnTo>
                <a:lnTo>
                  <a:pt x="450" y="72"/>
                </a:lnTo>
                <a:lnTo>
                  <a:pt x="449" y="72"/>
                </a:lnTo>
                <a:lnTo>
                  <a:pt x="449" y="71"/>
                </a:lnTo>
                <a:lnTo>
                  <a:pt x="449" y="70"/>
                </a:lnTo>
                <a:lnTo>
                  <a:pt x="449" y="69"/>
                </a:lnTo>
                <a:lnTo>
                  <a:pt x="449" y="68"/>
                </a:lnTo>
                <a:lnTo>
                  <a:pt x="448" y="68"/>
                </a:lnTo>
                <a:lnTo>
                  <a:pt x="448" y="67"/>
                </a:lnTo>
                <a:lnTo>
                  <a:pt x="447" y="67"/>
                </a:lnTo>
                <a:lnTo>
                  <a:pt x="447" y="66"/>
                </a:lnTo>
                <a:lnTo>
                  <a:pt x="447" y="65"/>
                </a:lnTo>
                <a:lnTo>
                  <a:pt x="448" y="64"/>
                </a:lnTo>
                <a:lnTo>
                  <a:pt x="448" y="63"/>
                </a:lnTo>
                <a:lnTo>
                  <a:pt x="449" y="61"/>
                </a:lnTo>
                <a:lnTo>
                  <a:pt x="450" y="61"/>
                </a:lnTo>
                <a:lnTo>
                  <a:pt x="450" y="60"/>
                </a:lnTo>
                <a:lnTo>
                  <a:pt x="449" y="59"/>
                </a:lnTo>
                <a:lnTo>
                  <a:pt x="448" y="59"/>
                </a:lnTo>
                <a:lnTo>
                  <a:pt x="447" y="60"/>
                </a:lnTo>
                <a:lnTo>
                  <a:pt x="447" y="61"/>
                </a:lnTo>
                <a:lnTo>
                  <a:pt x="446" y="62"/>
                </a:lnTo>
                <a:lnTo>
                  <a:pt x="445" y="61"/>
                </a:lnTo>
                <a:lnTo>
                  <a:pt x="444" y="61"/>
                </a:lnTo>
                <a:lnTo>
                  <a:pt x="444" y="60"/>
                </a:lnTo>
                <a:lnTo>
                  <a:pt x="445" y="59"/>
                </a:lnTo>
                <a:lnTo>
                  <a:pt x="446" y="59"/>
                </a:lnTo>
                <a:lnTo>
                  <a:pt x="447" y="58"/>
                </a:lnTo>
                <a:lnTo>
                  <a:pt x="448" y="57"/>
                </a:lnTo>
                <a:lnTo>
                  <a:pt x="447" y="56"/>
                </a:lnTo>
                <a:lnTo>
                  <a:pt x="446" y="55"/>
                </a:lnTo>
                <a:lnTo>
                  <a:pt x="445" y="55"/>
                </a:lnTo>
                <a:lnTo>
                  <a:pt x="444" y="54"/>
                </a:lnTo>
                <a:lnTo>
                  <a:pt x="443" y="54"/>
                </a:lnTo>
                <a:lnTo>
                  <a:pt x="441" y="54"/>
                </a:lnTo>
                <a:lnTo>
                  <a:pt x="440" y="54"/>
                </a:lnTo>
                <a:lnTo>
                  <a:pt x="440" y="53"/>
                </a:lnTo>
                <a:lnTo>
                  <a:pt x="440" y="52"/>
                </a:lnTo>
                <a:lnTo>
                  <a:pt x="441" y="52"/>
                </a:lnTo>
                <a:lnTo>
                  <a:pt x="442" y="51"/>
                </a:lnTo>
                <a:lnTo>
                  <a:pt x="442" y="50"/>
                </a:lnTo>
                <a:lnTo>
                  <a:pt x="443" y="50"/>
                </a:lnTo>
                <a:lnTo>
                  <a:pt x="443" y="49"/>
                </a:lnTo>
                <a:lnTo>
                  <a:pt x="442" y="48"/>
                </a:lnTo>
                <a:lnTo>
                  <a:pt x="442" y="47"/>
                </a:lnTo>
                <a:lnTo>
                  <a:pt x="441" y="47"/>
                </a:lnTo>
                <a:lnTo>
                  <a:pt x="441" y="46"/>
                </a:lnTo>
                <a:lnTo>
                  <a:pt x="440" y="46"/>
                </a:lnTo>
                <a:lnTo>
                  <a:pt x="440" y="45"/>
                </a:lnTo>
                <a:lnTo>
                  <a:pt x="439" y="45"/>
                </a:lnTo>
                <a:lnTo>
                  <a:pt x="439" y="44"/>
                </a:lnTo>
                <a:lnTo>
                  <a:pt x="438" y="44"/>
                </a:lnTo>
                <a:lnTo>
                  <a:pt x="438" y="43"/>
                </a:lnTo>
                <a:lnTo>
                  <a:pt x="438" y="42"/>
                </a:lnTo>
                <a:lnTo>
                  <a:pt x="437" y="42"/>
                </a:lnTo>
                <a:lnTo>
                  <a:pt x="437" y="41"/>
                </a:lnTo>
                <a:lnTo>
                  <a:pt x="436" y="40"/>
                </a:lnTo>
                <a:lnTo>
                  <a:pt x="436" y="39"/>
                </a:lnTo>
                <a:lnTo>
                  <a:pt x="435" y="39"/>
                </a:lnTo>
                <a:lnTo>
                  <a:pt x="434" y="38"/>
                </a:lnTo>
                <a:lnTo>
                  <a:pt x="433" y="38"/>
                </a:lnTo>
                <a:lnTo>
                  <a:pt x="433" y="37"/>
                </a:lnTo>
                <a:lnTo>
                  <a:pt x="433" y="36"/>
                </a:lnTo>
                <a:lnTo>
                  <a:pt x="431" y="36"/>
                </a:lnTo>
                <a:lnTo>
                  <a:pt x="430" y="36"/>
                </a:lnTo>
                <a:lnTo>
                  <a:pt x="431" y="36"/>
                </a:lnTo>
                <a:lnTo>
                  <a:pt x="431" y="35"/>
                </a:lnTo>
                <a:lnTo>
                  <a:pt x="432" y="35"/>
                </a:lnTo>
                <a:lnTo>
                  <a:pt x="432" y="34"/>
                </a:lnTo>
                <a:lnTo>
                  <a:pt x="434" y="34"/>
                </a:lnTo>
                <a:lnTo>
                  <a:pt x="435" y="34"/>
                </a:lnTo>
                <a:lnTo>
                  <a:pt x="435" y="35"/>
                </a:lnTo>
                <a:lnTo>
                  <a:pt x="434" y="35"/>
                </a:lnTo>
                <a:lnTo>
                  <a:pt x="435" y="35"/>
                </a:lnTo>
                <a:lnTo>
                  <a:pt x="435" y="34"/>
                </a:lnTo>
                <a:lnTo>
                  <a:pt x="436" y="34"/>
                </a:lnTo>
                <a:lnTo>
                  <a:pt x="437" y="34"/>
                </a:lnTo>
                <a:lnTo>
                  <a:pt x="437" y="35"/>
                </a:lnTo>
                <a:lnTo>
                  <a:pt x="436" y="35"/>
                </a:lnTo>
                <a:lnTo>
                  <a:pt x="437" y="35"/>
                </a:lnTo>
                <a:lnTo>
                  <a:pt x="437" y="36"/>
                </a:lnTo>
                <a:lnTo>
                  <a:pt x="438" y="35"/>
                </a:lnTo>
                <a:lnTo>
                  <a:pt x="438" y="36"/>
                </a:lnTo>
                <a:lnTo>
                  <a:pt x="439" y="36"/>
                </a:lnTo>
                <a:lnTo>
                  <a:pt x="440" y="36"/>
                </a:lnTo>
                <a:lnTo>
                  <a:pt x="439" y="36"/>
                </a:lnTo>
                <a:lnTo>
                  <a:pt x="439" y="35"/>
                </a:lnTo>
                <a:lnTo>
                  <a:pt x="440" y="35"/>
                </a:lnTo>
                <a:lnTo>
                  <a:pt x="441" y="35"/>
                </a:lnTo>
                <a:lnTo>
                  <a:pt x="441" y="34"/>
                </a:lnTo>
                <a:lnTo>
                  <a:pt x="440" y="34"/>
                </a:lnTo>
                <a:lnTo>
                  <a:pt x="441" y="34"/>
                </a:lnTo>
                <a:lnTo>
                  <a:pt x="441" y="33"/>
                </a:lnTo>
                <a:lnTo>
                  <a:pt x="442" y="34"/>
                </a:lnTo>
                <a:lnTo>
                  <a:pt x="442" y="35"/>
                </a:lnTo>
                <a:lnTo>
                  <a:pt x="441" y="35"/>
                </a:lnTo>
                <a:lnTo>
                  <a:pt x="441" y="36"/>
                </a:lnTo>
                <a:lnTo>
                  <a:pt x="442" y="36"/>
                </a:lnTo>
                <a:lnTo>
                  <a:pt x="442" y="35"/>
                </a:lnTo>
                <a:lnTo>
                  <a:pt x="442" y="34"/>
                </a:lnTo>
                <a:lnTo>
                  <a:pt x="442" y="33"/>
                </a:lnTo>
                <a:lnTo>
                  <a:pt x="443" y="33"/>
                </a:lnTo>
                <a:lnTo>
                  <a:pt x="444" y="33"/>
                </a:lnTo>
                <a:lnTo>
                  <a:pt x="444" y="34"/>
                </a:lnTo>
                <a:lnTo>
                  <a:pt x="445" y="34"/>
                </a:lnTo>
                <a:lnTo>
                  <a:pt x="446" y="33"/>
                </a:lnTo>
                <a:lnTo>
                  <a:pt x="447" y="33"/>
                </a:lnTo>
                <a:lnTo>
                  <a:pt x="447" y="34"/>
                </a:lnTo>
                <a:lnTo>
                  <a:pt x="447" y="35"/>
                </a:lnTo>
                <a:lnTo>
                  <a:pt x="447" y="36"/>
                </a:lnTo>
                <a:lnTo>
                  <a:pt x="448" y="35"/>
                </a:lnTo>
                <a:lnTo>
                  <a:pt x="448" y="34"/>
                </a:lnTo>
                <a:lnTo>
                  <a:pt x="449" y="34"/>
                </a:lnTo>
                <a:lnTo>
                  <a:pt x="449" y="35"/>
                </a:lnTo>
                <a:lnTo>
                  <a:pt x="450" y="35"/>
                </a:lnTo>
                <a:lnTo>
                  <a:pt x="450" y="34"/>
                </a:lnTo>
                <a:lnTo>
                  <a:pt x="451" y="34"/>
                </a:lnTo>
                <a:lnTo>
                  <a:pt x="451" y="35"/>
                </a:lnTo>
                <a:lnTo>
                  <a:pt x="452" y="35"/>
                </a:lnTo>
                <a:lnTo>
                  <a:pt x="453" y="35"/>
                </a:lnTo>
                <a:lnTo>
                  <a:pt x="454" y="35"/>
                </a:lnTo>
                <a:lnTo>
                  <a:pt x="454" y="32"/>
                </a:lnTo>
                <a:lnTo>
                  <a:pt x="455" y="32"/>
                </a:lnTo>
                <a:lnTo>
                  <a:pt x="455" y="31"/>
                </a:lnTo>
                <a:lnTo>
                  <a:pt x="455" y="30"/>
                </a:lnTo>
                <a:lnTo>
                  <a:pt x="455" y="29"/>
                </a:lnTo>
                <a:lnTo>
                  <a:pt x="456" y="28"/>
                </a:lnTo>
                <a:lnTo>
                  <a:pt x="457" y="27"/>
                </a:lnTo>
                <a:lnTo>
                  <a:pt x="457" y="26"/>
                </a:lnTo>
                <a:lnTo>
                  <a:pt x="457" y="25"/>
                </a:lnTo>
                <a:lnTo>
                  <a:pt x="457" y="24"/>
                </a:lnTo>
                <a:lnTo>
                  <a:pt x="458" y="24"/>
                </a:lnTo>
                <a:lnTo>
                  <a:pt x="458" y="23"/>
                </a:lnTo>
                <a:lnTo>
                  <a:pt x="459" y="24"/>
                </a:lnTo>
                <a:lnTo>
                  <a:pt x="460" y="24"/>
                </a:lnTo>
                <a:lnTo>
                  <a:pt x="461" y="25"/>
                </a:lnTo>
                <a:lnTo>
                  <a:pt x="461" y="24"/>
                </a:lnTo>
                <a:lnTo>
                  <a:pt x="462" y="24"/>
                </a:lnTo>
                <a:lnTo>
                  <a:pt x="463" y="24"/>
                </a:lnTo>
                <a:lnTo>
                  <a:pt x="464" y="24"/>
                </a:lnTo>
                <a:lnTo>
                  <a:pt x="465" y="24"/>
                </a:lnTo>
                <a:lnTo>
                  <a:pt x="466" y="24"/>
                </a:lnTo>
                <a:lnTo>
                  <a:pt x="466" y="23"/>
                </a:lnTo>
                <a:lnTo>
                  <a:pt x="467" y="23"/>
                </a:lnTo>
                <a:lnTo>
                  <a:pt x="468" y="23"/>
                </a:lnTo>
                <a:lnTo>
                  <a:pt x="469" y="23"/>
                </a:lnTo>
                <a:lnTo>
                  <a:pt x="470" y="23"/>
                </a:lnTo>
                <a:lnTo>
                  <a:pt x="470" y="22"/>
                </a:lnTo>
                <a:lnTo>
                  <a:pt x="471" y="22"/>
                </a:lnTo>
                <a:lnTo>
                  <a:pt x="472" y="22"/>
                </a:lnTo>
                <a:lnTo>
                  <a:pt x="473" y="22"/>
                </a:lnTo>
                <a:lnTo>
                  <a:pt x="474" y="22"/>
                </a:lnTo>
                <a:lnTo>
                  <a:pt x="475" y="23"/>
                </a:lnTo>
                <a:lnTo>
                  <a:pt x="476" y="23"/>
                </a:lnTo>
                <a:lnTo>
                  <a:pt x="477" y="23"/>
                </a:lnTo>
                <a:lnTo>
                  <a:pt x="477" y="24"/>
                </a:lnTo>
                <a:lnTo>
                  <a:pt x="478" y="24"/>
                </a:lnTo>
                <a:lnTo>
                  <a:pt x="478" y="23"/>
                </a:lnTo>
                <a:lnTo>
                  <a:pt x="479" y="23"/>
                </a:lnTo>
                <a:lnTo>
                  <a:pt x="479" y="22"/>
                </a:lnTo>
                <a:lnTo>
                  <a:pt x="478" y="21"/>
                </a:lnTo>
                <a:lnTo>
                  <a:pt x="478" y="20"/>
                </a:lnTo>
                <a:lnTo>
                  <a:pt x="477" y="20"/>
                </a:lnTo>
                <a:lnTo>
                  <a:pt x="477" y="21"/>
                </a:lnTo>
                <a:lnTo>
                  <a:pt x="476" y="21"/>
                </a:lnTo>
                <a:lnTo>
                  <a:pt x="476" y="20"/>
                </a:lnTo>
                <a:lnTo>
                  <a:pt x="476" y="19"/>
                </a:lnTo>
                <a:lnTo>
                  <a:pt x="475" y="19"/>
                </a:lnTo>
                <a:lnTo>
                  <a:pt x="475" y="18"/>
                </a:lnTo>
                <a:lnTo>
                  <a:pt x="474" y="18"/>
                </a:lnTo>
                <a:lnTo>
                  <a:pt x="473" y="17"/>
                </a:lnTo>
                <a:lnTo>
                  <a:pt x="473" y="16"/>
                </a:lnTo>
                <a:lnTo>
                  <a:pt x="473" y="17"/>
                </a:lnTo>
                <a:lnTo>
                  <a:pt x="474" y="17"/>
                </a:lnTo>
                <a:lnTo>
                  <a:pt x="474" y="16"/>
                </a:lnTo>
                <a:lnTo>
                  <a:pt x="474" y="15"/>
                </a:lnTo>
                <a:lnTo>
                  <a:pt x="475" y="15"/>
                </a:lnTo>
                <a:lnTo>
                  <a:pt x="475" y="16"/>
                </a:lnTo>
                <a:lnTo>
                  <a:pt x="476" y="15"/>
                </a:lnTo>
                <a:lnTo>
                  <a:pt x="477" y="15"/>
                </a:lnTo>
                <a:lnTo>
                  <a:pt x="477" y="14"/>
                </a:lnTo>
                <a:lnTo>
                  <a:pt x="477" y="13"/>
                </a:lnTo>
                <a:lnTo>
                  <a:pt x="477" y="14"/>
                </a:lnTo>
                <a:lnTo>
                  <a:pt x="478" y="14"/>
                </a:lnTo>
                <a:lnTo>
                  <a:pt x="478" y="13"/>
                </a:lnTo>
                <a:lnTo>
                  <a:pt x="478" y="12"/>
                </a:lnTo>
                <a:lnTo>
                  <a:pt x="479" y="12"/>
                </a:lnTo>
                <a:lnTo>
                  <a:pt x="479" y="13"/>
                </a:lnTo>
                <a:lnTo>
                  <a:pt x="480" y="12"/>
                </a:lnTo>
                <a:lnTo>
                  <a:pt x="481" y="12"/>
                </a:lnTo>
                <a:lnTo>
                  <a:pt x="481" y="11"/>
                </a:lnTo>
                <a:lnTo>
                  <a:pt x="482" y="11"/>
                </a:lnTo>
                <a:lnTo>
                  <a:pt x="482" y="10"/>
                </a:lnTo>
                <a:lnTo>
                  <a:pt x="483" y="10"/>
                </a:lnTo>
                <a:lnTo>
                  <a:pt x="483" y="9"/>
                </a:lnTo>
                <a:lnTo>
                  <a:pt x="484" y="9"/>
                </a:lnTo>
                <a:lnTo>
                  <a:pt x="484" y="8"/>
                </a:lnTo>
                <a:lnTo>
                  <a:pt x="485" y="8"/>
                </a:lnTo>
                <a:lnTo>
                  <a:pt x="486" y="8"/>
                </a:lnTo>
                <a:lnTo>
                  <a:pt x="489" y="8"/>
                </a:lnTo>
                <a:lnTo>
                  <a:pt x="489" y="7"/>
                </a:lnTo>
                <a:lnTo>
                  <a:pt x="489" y="6"/>
                </a:lnTo>
                <a:lnTo>
                  <a:pt x="490" y="6"/>
                </a:lnTo>
                <a:lnTo>
                  <a:pt x="490" y="5"/>
                </a:lnTo>
                <a:lnTo>
                  <a:pt x="490" y="4"/>
                </a:lnTo>
                <a:lnTo>
                  <a:pt x="491" y="4"/>
                </a:lnTo>
                <a:lnTo>
                  <a:pt x="492" y="4"/>
                </a:lnTo>
                <a:lnTo>
                  <a:pt x="493" y="4"/>
                </a:lnTo>
                <a:lnTo>
                  <a:pt x="494" y="4"/>
                </a:lnTo>
                <a:lnTo>
                  <a:pt x="494" y="5"/>
                </a:lnTo>
                <a:lnTo>
                  <a:pt x="495" y="5"/>
                </a:lnTo>
                <a:lnTo>
                  <a:pt x="496" y="4"/>
                </a:lnTo>
                <a:lnTo>
                  <a:pt x="496" y="3"/>
                </a:lnTo>
                <a:lnTo>
                  <a:pt x="497" y="3"/>
                </a:lnTo>
                <a:lnTo>
                  <a:pt x="497" y="2"/>
                </a:lnTo>
                <a:lnTo>
                  <a:pt x="496" y="1"/>
                </a:lnTo>
                <a:lnTo>
                  <a:pt x="497" y="0"/>
                </a:lnTo>
                <a:lnTo>
                  <a:pt x="498" y="0"/>
                </a:lnTo>
                <a:lnTo>
                  <a:pt x="501" y="0"/>
                </a:lnTo>
                <a:lnTo>
                  <a:pt x="503" y="1"/>
                </a:lnTo>
                <a:lnTo>
                  <a:pt x="504" y="1"/>
                </a:lnTo>
                <a:lnTo>
                  <a:pt x="504" y="2"/>
                </a:lnTo>
                <a:lnTo>
                  <a:pt x="505" y="2"/>
                </a:lnTo>
                <a:lnTo>
                  <a:pt x="504" y="3"/>
                </a:lnTo>
                <a:lnTo>
                  <a:pt x="505" y="3"/>
                </a:lnTo>
                <a:lnTo>
                  <a:pt x="505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6" name=""/>
          <p:cNvSpPr/>
          <p:nvPr/>
        </p:nvSpPr>
        <p:spPr>
          <a:xfrm>
            <a:off x="4091040" y="1916280"/>
            <a:ext cx="193680" cy="169920"/>
          </a:xfrm>
          <a:custGeom>
            <a:avLst/>
            <a:gdLst/>
            <a:ahLst/>
            <a:rect l="0" t="0" r="r" b="b"/>
            <a:pathLst>
              <a:path w="538" h="472">
                <a:moveTo>
                  <a:pt x="359" y="2"/>
                </a:moveTo>
                <a:lnTo>
                  <a:pt x="359" y="3"/>
                </a:lnTo>
                <a:lnTo>
                  <a:pt x="359" y="4"/>
                </a:lnTo>
                <a:lnTo>
                  <a:pt x="359" y="5"/>
                </a:lnTo>
                <a:lnTo>
                  <a:pt x="360" y="5"/>
                </a:lnTo>
                <a:lnTo>
                  <a:pt x="360" y="6"/>
                </a:lnTo>
                <a:lnTo>
                  <a:pt x="360" y="7"/>
                </a:lnTo>
                <a:lnTo>
                  <a:pt x="361" y="8"/>
                </a:lnTo>
                <a:lnTo>
                  <a:pt x="361" y="7"/>
                </a:lnTo>
                <a:lnTo>
                  <a:pt x="361" y="6"/>
                </a:lnTo>
                <a:lnTo>
                  <a:pt x="362" y="6"/>
                </a:lnTo>
                <a:lnTo>
                  <a:pt x="363" y="5"/>
                </a:lnTo>
                <a:lnTo>
                  <a:pt x="364" y="5"/>
                </a:lnTo>
                <a:lnTo>
                  <a:pt x="364" y="6"/>
                </a:lnTo>
                <a:lnTo>
                  <a:pt x="365" y="6"/>
                </a:lnTo>
                <a:lnTo>
                  <a:pt x="366" y="6"/>
                </a:lnTo>
                <a:lnTo>
                  <a:pt x="367" y="6"/>
                </a:lnTo>
                <a:lnTo>
                  <a:pt x="367" y="7"/>
                </a:lnTo>
                <a:lnTo>
                  <a:pt x="368" y="8"/>
                </a:lnTo>
                <a:lnTo>
                  <a:pt x="369" y="8"/>
                </a:lnTo>
                <a:lnTo>
                  <a:pt x="370" y="8"/>
                </a:lnTo>
                <a:lnTo>
                  <a:pt x="370" y="7"/>
                </a:lnTo>
                <a:lnTo>
                  <a:pt x="371" y="6"/>
                </a:lnTo>
                <a:lnTo>
                  <a:pt x="371" y="7"/>
                </a:lnTo>
                <a:lnTo>
                  <a:pt x="372" y="7"/>
                </a:lnTo>
                <a:lnTo>
                  <a:pt x="372" y="5"/>
                </a:lnTo>
                <a:lnTo>
                  <a:pt x="373" y="5"/>
                </a:lnTo>
                <a:lnTo>
                  <a:pt x="372" y="4"/>
                </a:lnTo>
                <a:lnTo>
                  <a:pt x="373" y="3"/>
                </a:lnTo>
                <a:lnTo>
                  <a:pt x="374" y="3"/>
                </a:lnTo>
                <a:lnTo>
                  <a:pt x="374" y="2"/>
                </a:lnTo>
                <a:lnTo>
                  <a:pt x="375" y="2"/>
                </a:lnTo>
                <a:lnTo>
                  <a:pt x="375" y="3"/>
                </a:lnTo>
                <a:lnTo>
                  <a:pt x="376" y="3"/>
                </a:lnTo>
                <a:lnTo>
                  <a:pt x="376" y="4"/>
                </a:lnTo>
                <a:lnTo>
                  <a:pt x="376" y="5"/>
                </a:lnTo>
                <a:lnTo>
                  <a:pt x="377" y="6"/>
                </a:lnTo>
                <a:lnTo>
                  <a:pt x="378" y="6"/>
                </a:lnTo>
                <a:lnTo>
                  <a:pt x="378" y="7"/>
                </a:lnTo>
                <a:lnTo>
                  <a:pt x="379" y="8"/>
                </a:lnTo>
                <a:lnTo>
                  <a:pt x="380" y="8"/>
                </a:lnTo>
                <a:lnTo>
                  <a:pt x="380" y="9"/>
                </a:lnTo>
                <a:lnTo>
                  <a:pt x="380" y="10"/>
                </a:lnTo>
                <a:lnTo>
                  <a:pt x="379" y="10"/>
                </a:lnTo>
                <a:lnTo>
                  <a:pt x="379" y="11"/>
                </a:lnTo>
                <a:lnTo>
                  <a:pt x="379" y="12"/>
                </a:lnTo>
                <a:lnTo>
                  <a:pt x="378" y="13"/>
                </a:lnTo>
                <a:lnTo>
                  <a:pt x="378" y="14"/>
                </a:lnTo>
                <a:lnTo>
                  <a:pt x="378" y="16"/>
                </a:lnTo>
                <a:lnTo>
                  <a:pt x="378" y="17"/>
                </a:lnTo>
                <a:lnTo>
                  <a:pt x="378" y="18"/>
                </a:lnTo>
                <a:lnTo>
                  <a:pt x="379" y="18"/>
                </a:lnTo>
                <a:lnTo>
                  <a:pt x="380" y="18"/>
                </a:lnTo>
                <a:lnTo>
                  <a:pt x="380" y="19"/>
                </a:lnTo>
                <a:lnTo>
                  <a:pt x="381" y="19"/>
                </a:lnTo>
                <a:lnTo>
                  <a:pt x="381" y="21"/>
                </a:lnTo>
                <a:lnTo>
                  <a:pt x="381" y="22"/>
                </a:lnTo>
                <a:lnTo>
                  <a:pt x="381" y="23"/>
                </a:lnTo>
                <a:lnTo>
                  <a:pt x="380" y="23"/>
                </a:lnTo>
                <a:lnTo>
                  <a:pt x="380" y="24"/>
                </a:lnTo>
                <a:lnTo>
                  <a:pt x="381" y="25"/>
                </a:lnTo>
                <a:lnTo>
                  <a:pt x="382" y="25"/>
                </a:lnTo>
                <a:lnTo>
                  <a:pt x="382" y="26"/>
                </a:lnTo>
                <a:lnTo>
                  <a:pt x="383" y="26"/>
                </a:lnTo>
                <a:lnTo>
                  <a:pt x="384" y="26"/>
                </a:lnTo>
                <a:lnTo>
                  <a:pt x="385" y="26"/>
                </a:lnTo>
                <a:lnTo>
                  <a:pt x="385" y="27"/>
                </a:lnTo>
                <a:lnTo>
                  <a:pt x="385" y="26"/>
                </a:lnTo>
                <a:lnTo>
                  <a:pt x="385" y="25"/>
                </a:lnTo>
                <a:lnTo>
                  <a:pt x="386" y="24"/>
                </a:lnTo>
                <a:lnTo>
                  <a:pt x="387" y="24"/>
                </a:lnTo>
                <a:lnTo>
                  <a:pt x="387" y="23"/>
                </a:lnTo>
                <a:lnTo>
                  <a:pt x="387" y="22"/>
                </a:lnTo>
                <a:lnTo>
                  <a:pt x="386" y="22"/>
                </a:lnTo>
                <a:lnTo>
                  <a:pt x="387" y="22"/>
                </a:lnTo>
                <a:lnTo>
                  <a:pt x="388" y="22"/>
                </a:lnTo>
                <a:lnTo>
                  <a:pt x="389" y="22"/>
                </a:lnTo>
                <a:lnTo>
                  <a:pt x="390" y="20"/>
                </a:lnTo>
                <a:lnTo>
                  <a:pt x="391" y="20"/>
                </a:lnTo>
                <a:lnTo>
                  <a:pt x="391" y="19"/>
                </a:lnTo>
                <a:lnTo>
                  <a:pt x="392" y="19"/>
                </a:lnTo>
                <a:lnTo>
                  <a:pt x="393" y="19"/>
                </a:lnTo>
                <a:lnTo>
                  <a:pt x="394" y="19"/>
                </a:lnTo>
                <a:lnTo>
                  <a:pt x="395" y="19"/>
                </a:lnTo>
                <a:lnTo>
                  <a:pt x="397" y="19"/>
                </a:lnTo>
                <a:lnTo>
                  <a:pt x="398" y="19"/>
                </a:lnTo>
                <a:lnTo>
                  <a:pt x="399" y="19"/>
                </a:lnTo>
                <a:lnTo>
                  <a:pt x="399" y="18"/>
                </a:lnTo>
                <a:lnTo>
                  <a:pt x="400" y="18"/>
                </a:lnTo>
                <a:lnTo>
                  <a:pt x="400" y="17"/>
                </a:lnTo>
                <a:lnTo>
                  <a:pt x="401" y="17"/>
                </a:lnTo>
                <a:lnTo>
                  <a:pt x="401" y="16"/>
                </a:lnTo>
                <a:lnTo>
                  <a:pt x="402" y="15"/>
                </a:lnTo>
                <a:lnTo>
                  <a:pt x="403" y="14"/>
                </a:lnTo>
                <a:lnTo>
                  <a:pt x="404" y="14"/>
                </a:lnTo>
                <a:lnTo>
                  <a:pt x="405" y="14"/>
                </a:lnTo>
                <a:lnTo>
                  <a:pt x="406" y="14"/>
                </a:lnTo>
                <a:lnTo>
                  <a:pt x="407" y="14"/>
                </a:lnTo>
                <a:lnTo>
                  <a:pt x="407" y="15"/>
                </a:lnTo>
                <a:lnTo>
                  <a:pt x="408" y="15"/>
                </a:lnTo>
                <a:lnTo>
                  <a:pt x="409" y="16"/>
                </a:lnTo>
                <a:lnTo>
                  <a:pt x="409" y="17"/>
                </a:lnTo>
                <a:lnTo>
                  <a:pt x="410" y="17"/>
                </a:lnTo>
                <a:lnTo>
                  <a:pt x="411" y="17"/>
                </a:lnTo>
                <a:lnTo>
                  <a:pt x="412" y="16"/>
                </a:lnTo>
                <a:lnTo>
                  <a:pt x="413" y="15"/>
                </a:lnTo>
                <a:lnTo>
                  <a:pt x="414" y="15"/>
                </a:lnTo>
                <a:lnTo>
                  <a:pt x="415" y="15"/>
                </a:lnTo>
                <a:lnTo>
                  <a:pt x="415" y="16"/>
                </a:lnTo>
                <a:lnTo>
                  <a:pt x="415" y="17"/>
                </a:lnTo>
                <a:lnTo>
                  <a:pt x="416" y="17"/>
                </a:lnTo>
                <a:lnTo>
                  <a:pt x="417" y="17"/>
                </a:lnTo>
                <a:lnTo>
                  <a:pt x="418" y="17"/>
                </a:lnTo>
                <a:lnTo>
                  <a:pt x="418" y="18"/>
                </a:lnTo>
                <a:lnTo>
                  <a:pt x="417" y="18"/>
                </a:lnTo>
                <a:lnTo>
                  <a:pt x="417" y="19"/>
                </a:lnTo>
                <a:lnTo>
                  <a:pt x="418" y="20"/>
                </a:lnTo>
                <a:lnTo>
                  <a:pt x="419" y="20"/>
                </a:lnTo>
                <a:lnTo>
                  <a:pt x="419" y="19"/>
                </a:lnTo>
                <a:lnTo>
                  <a:pt x="420" y="19"/>
                </a:lnTo>
                <a:lnTo>
                  <a:pt x="420" y="18"/>
                </a:lnTo>
                <a:lnTo>
                  <a:pt x="421" y="17"/>
                </a:lnTo>
                <a:lnTo>
                  <a:pt x="420" y="17"/>
                </a:lnTo>
                <a:lnTo>
                  <a:pt x="420" y="16"/>
                </a:lnTo>
                <a:lnTo>
                  <a:pt x="421" y="15"/>
                </a:lnTo>
                <a:lnTo>
                  <a:pt x="421" y="14"/>
                </a:lnTo>
                <a:lnTo>
                  <a:pt x="421" y="13"/>
                </a:lnTo>
                <a:lnTo>
                  <a:pt x="422" y="13"/>
                </a:lnTo>
                <a:lnTo>
                  <a:pt x="423" y="13"/>
                </a:lnTo>
                <a:lnTo>
                  <a:pt x="423" y="14"/>
                </a:lnTo>
                <a:lnTo>
                  <a:pt x="424" y="14"/>
                </a:lnTo>
                <a:lnTo>
                  <a:pt x="425" y="14"/>
                </a:lnTo>
                <a:lnTo>
                  <a:pt x="425" y="15"/>
                </a:lnTo>
                <a:lnTo>
                  <a:pt x="424" y="17"/>
                </a:lnTo>
                <a:lnTo>
                  <a:pt x="424" y="18"/>
                </a:lnTo>
                <a:lnTo>
                  <a:pt x="425" y="20"/>
                </a:lnTo>
                <a:lnTo>
                  <a:pt x="425" y="21"/>
                </a:lnTo>
                <a:lnTo>
                  <a:pt x="425" y="22"/>
                </a:lnTo>
                <a:lnTo>
                  <a:pt x="425" y="23"/>
                </a:lnTo>
                <a:lnTo>
                  <a:pt x="426" y="25"/>
                </a:lnTo>
                <a:lnTo>
                  <a:pt x="426" y="26"/>
                </a:lnTo>
                <a:lnTo>
                  <a:pt x="426" y="27"/>
                </a:lnTo>
                <a:lnTo>
                  <a:pt x="427" y="27"/>
                </a:lnTo>
                <a:lnTo>
                  <a:pt x="428" y="28"/>
                </a:lnTo>
                <a:lnTo>
                  <a:pt x="429" y="29"/>
                </a:lnTo>
                <a:lnTo>
                  <a:pt x="429" y="32"/>
                </a:lnTo>
                <a:lnTo>
                  <a:pt x="429" y="33"/>
                </a:lnTo>
                <a:lnTo>
                  <a:pt x="429" y="34"/>
                </a:lnTo>
                <a:lnTo>
                  <a:pt x="429" y="35"/>
                </a:lnTo>
                <a:lnTo>
                  <a:pt x="429" y="36"/>
                </a:lnTo>
                <a:lnTo>
                  <a:pt x="428" y="37"/>
                </a:lnTo>
                <a:lnTo>
                  <a:pt x="429" y="38"/>
                </a:lnTo>
                <a:lnTo>
                  <a:pt x="429" y="39"/>
                </a:lnTo>
                <a:lnTo>
                  <a:pt x="429" y="41"/>
                </a:lnTo>
                <a:lnTo>
                  <a:pt x="430" y="42"/>
                </a:lnTo>
                <a:lnTo>
                  <a:pt x="432" y="42"/>
                </a:lnTo>
                <a:lnTo>
                  <a:pt x="432" y="43"/>
                </a:lnTo>
                <a:lnTo>
                  <a:pt x="432" y="44"/>
                </a:lnTo>
                <a:lnTo>
                  <a:pt x="432" y="45"/>
                </a:lnTo>
                <a:lnTo>
                  <a:pt x="432" y="46"/>
                </a:lnTo>
                <a:lnTo>
                  <a:pt x="431" y="46"/>
                </a:lnTo>
                <a:lnTo>
                  <a:pt x="431" y="47"/>
                </a:lnTo>
                <a:lnTo>
                  <a:pt x="429" y="48"/>
                </a:lnTo>
                <a:lnTo>
                  <a:pt x="429" y="49"/>
                </a:lnTo>
                <a:lnTo>
                  <a:pt x="429" y="50"/>
                </a:lnTo>
                <a:lnTo>
                  <a:pt x="428" y="52"/>
                </a:lnTo>
                <a:lnTo>
                  <a:pt x="429" y="52"/>
                </a:lnTo>
                <a:lnTo>
                  <a:pt x="428" y="52"/>
                </a:lnTo>
                <a:lnTo>
                  <a:pt x="428" y="53"/>
                </a:lnTo>
                <a:lnTo>
                  <a:pt x="428" y="54"/>
                </a:lnTo>
                <a:lnTo>
                  <a:pt x="428" y="55"/>
                </a:lnTo>
                <a:lnTo>
                  <a:pt x="427" y="55"/>
                </a:lnTo>
                <a:lnTo>
                  <a:pt x="427" y="56"/>
                </a:lnTo>
                <a:lnTo>
                  <a:pt x="428" y="56"/>
                </a:lnTo>
                <a:lnTo>
                  <a:pt x="429" y="56"/>
                </a:lnTo>
                <a:lnTo>
                  <a:pt x="430" y="56"/>
                </a:lnTo>
                <a:lnTo>
                  <a:pt x="431" y="57"/>
                </a:lnTo>
                <a:lnTo>
                  <a:pt x="432" y="57"/>
                </a:lnTo>
                <a:lnTo>
                  <a:pt x="432" y="58"/>
                </a:lnTo>
                <a:lnTo>
                  <a:pt x="433" y="58"/>
                </a:lnTo>
                <a:lnTo>
                  <a:pt x="434" y="59"/>
                </a:lnTo>
                <a:lnTo>
                  <a:pt x="435" y="59"/>
                </a:lnTo>
                <a:lnTo>
                  <a:pt x="436" y="59"/>
                </a:lnTo>
                <a:lnTo>
                  <a:pt x="436" y="60"/>
                </a:lnTo>
                <a:lnTo>
                  <a:pt x="437" y="60"/>
                </a:lnTo>
                <a:lnTo>
                  <a:pt x="438" y="60"/>
                </a:lnTo>
                <a:lnTo>
                  <a:pt x="439" y="60"/>
                </a:lnTo>
                <a:lnTo>
                  <a:pt x="440" y="60"/>
                </a:lnTo>
                <a:lnTo>
                  <a:pt x="441" y="60"/>
                </a:lnTo>
                <a:lnTo>
                  <a:pt x="442" y="61"/>
                </a:lnTo>
                <a:lnTo>
                  <a:pt x="442" y="60"/>
                </a:lnTo>
                <a:lnTo>
                  <a:pt x="443" y="60"/>
                </a:lnTo>
                <a:lnTo>
                  <a:pt x="442" y="60"/>
                </a:lnTo>
                <a:lnTo>
                  <a:pt x="442" y="59"/>
                </a:lnTo>
                <a:lnTo>
                  <a:pt x="443" y="59"/>
                </a:lnTo>
                <a:lnTo>
                  <a:pt x="444" y="59"/>
                </a:lnTo>
                <a:lnTo>
                  <a:pt x="445" y="58"/>
                </a:lnTo>
                <a:lnTo>
                  <a:pt x="446" y="58"/>
                </a:lnTo>
                <a:lnTo>
                  <a:pt x="448" y="58"/>
                </a:lnTo>
                <a:lnTo>
                  <a:pt x="448" y="57"/>
                </a:lnTo>
                <a:lnTo>
                  <a:pt x="449" y="57"/>
                </a:lnTo>
                <a:lnTo>
                  <a:pt x="450" y="58"/>
                </a:lnTo>
                <a:lnTo>
                  <a:pt x="450" y="59"/>
                </a:lnTo>
                <a:lnTo>
                  <a:pt x="451" y="59"/>
                </a:lnTo>
                <a:lnTo>
                  <a:pt x="451" y="60"/>
                </a:lnTo>
                <a:lnTo>
                  <a:pt x="452" y="60"/>
                </a:lnTo>
                <a:lnTo>
                  <a:pt x="453" y="60"/>
                </a:lnTo>
                <a:lnTo>
                  <a:pt x="453" y="59"/>
                </a:lnTo>
                <a:lnTo>
                  <a:pt x="454" y="59"/>
                </a:lnTo>
                <a:lnTo>
                  <a:pt x="454" y="60"/>
                </a:lnTo>
                <a:lnTo>
                  <a:pt x="454" y="61"/>
                </a:lnTo>
                <a:lnTo>
                  <a:pt x="454" y="62"/>
                </a:lnTo>
                <a:lnTo>
                  <a:pt x="453" y="62"/>
                </a:lnTo>
                <a:lnTo>
                  <a:pt x="453" y="63"/>
                </a:lnTo>
                <a:lnTo>
                  <a:pt x="452" y="63"/>
                </a:lnTo>
                <a:lnTo>
                  <a:pt x="452" y="64"/>
                </a:lnTo>
                <a:lnTo>
                  <a:pt x="452" y="65"/>
                </a:lnTo>
                <a:lnTo>
                  <a:pt x="452" y="66"/>
                </a:lnTo>
                <a:lnTo>
                  <a:pt x="452" y="67"/>
                </a:lnTo>
                <a:lnTo>
                  <a:pt x="452" y="68"/>
                </a:lnTo>
                <a:lnTo>
                  <a:pt x="452" y="69"/>
                </a:lnTo>
                <a:lnTo>
                  <a:pt x="452" y="70"/>
                </a:lnTo>
                <a:lnTo>
                  <a:pt x="450" y="70"/>
                </a:lnTo>
                <a:lnTo>
                  <a:pt x="449" y="70"/>
                </a:lnTo>
                <a:lnTo>
                  <a:pt x="449" y="71"/>
                </a:lnTo>
                <a:lnTo>
                  <a:pt x="449" y="72"/>
                </a:lnTo>
                <a:lnTo>
                  <a:pt x="449" y="73"/>
                </a:lnTo>
                <a:lnTo>
                  <a:pt x="449" y="74"/>
                </a:lnTo>
                <a:lnTo>
                  <a:pt x="450" y="75"/>
                </a:lnTo>
                <a:lnTo>
                  <a:pt x="450" y="76"/>
                </a:lnTo>
                <a:lnTo>
                  <a:pt x="450" y="77"/>
                </a:lnTo>
                <a:lnTo>
                  <a:pt x="450" y="78"/>
                </a:lnTo>
                <a:lnTo>
                  <a:pt x="451" y="78"/>
                </a:lnTo>
                <a:lnTo>
                  <a:pt x="451" y="79"/>
                </a:lnTo>
                <a:lnTo>
                  <a:pt x="451" y="80"/>
                </a:lnTo>
                <a:lnTo>
                  <a:pt x="452" y="80"/>
                </a:lnTo>
                <a:lnTo>
                  <a:pt x="452" y="81"/>
                </a:lnTo>
                <a:lnTo>
                  <a:pt x="452" y="83"/>
                </a:lnTo>
                <a:lnTo>
                  <a:pt x="452" y="84"/>
                </a:lnTo>
                <a:lnTo>
                  <a:pt x="451" y="84"/>
                </a:lnTo>
                <a:lnTo>
                  <a:pt x="450" y="84"/>
                </a:lnTo>
                <a:lnTo>
                  <a:pt x="450" y="85"/>
                </a:lnTo>
                <a:lnTo>
                  <a:pt x="449" y="85"/>
                </a:lnTo>
                <a:lnTo>
                  <a:pt x="449" y="86"/>
                </a:lnTo>
                <a:lnTo>
                  <a:pt x="449" y="87"/>
                </a:lnTo>
                <a:lnTo>
                  <a:pt x="449" y="88"/>
                </a:lnTo>
                <a:lnTo>
                  <a:pt x="449" y="89"/>
                </a:lnTo>
                <a:lnTo>
                  <a:pt x="449" y="90"/>
                </a:lnTo>
                <a:lnTo>
                  <a:pt x="449" y="91"/>
                </a:lnTo>
                <a:lnTo>
                  <a:pt x="450" y="91"/>
                </a:lnTo>
                <a:lnTo>
                  <a:pt x="451" y="91"/>
                </a:lnTo>
                <a:lnTo>
                  <a:pt x="452" y="91"/>
                </a:lnTo>
                <a:lnTo>
                  <a:pt x="452" y="92"/>
                </a:lnTo>
                <a:lnTo>
                  <a:pt x="453" y="92"/>
                </a:lnTo>
                <a:lnTo>
                  <a:pt x="455" y="92"/>
                </a:lnTo>
                <a:lnTo>
                  <a:pt x="456" y="92"/>
                </a:lnTo>
                <a:lnTo>
                  <a:pt x="456" y="91"/>
                </a:lnTo>
                <a:lnTo>
                  <a:pt x="457" y="91"/>
                </a:lnTo>
                <a:lnTo>
                  <a:pt x="458" y="90"/>
                </a:lnTo>
                <a:lnTo>
                  <a:pt x="458" y="89"/>
                </a:lnTo>
                <a:lnTo>
                  <a:pt x="457" y="89"/>
                </a:lnTo>
                <a:lnTo>
                  <a:pt x="457" y="90"/>
                </a:lnTo>
                <a:lnTo>
                  <a:pt x="456" y="90"/>
                </a:lnTo>
                <a:lnTo>
                  <a:pt x="456" y="89"/>
                </a:lnTo>
                <a:lnTo>
                  <a:pt x="456" y="88"/>
                </a:lnTo>
                <a:lnTo>
                  <a:pt x="457" y="87"/>
                </a:lnTo>
                <a:lnTo>
                  <a:pt x="457" y="86"/>
                </a:lnTo>
                <a:lnTo>
                  <a:pt x="458" y="86"/>
                </a:lnTo>
                <a:lnTo>
                  <a:pt x="459" y="85"/>
                </a:lnTo>
                <a:lnTo>
                  <a:pt x="460" y="85"/>
                </a:lnTo>
                <a:lnTo>
                  <a:pt x="460" y="84"/>
                </a:lnTo>
                <a:lnTo>
                  <a:pt x="459" y="83"/>
                </a:lnTo>
                <a:lnTo>
                  <a:pt x="459" y="81"/>
                </a:lnTo>
                <a:lnTo>
                  <a:pt x="458" y="81"/>
                </a:lnTo>
                <a:lnTo>
                  <a:pt x="458" y="80"/>
                </a:lnTo>
                <a:lnTo>
                  <a:pt x="457" y="80"/>
                </a:lnTo>
                <a:lnTo>
                  <a:pt x="457" y="79"/>
                </a:lnTo>
                <a:lnTo>
                  <a:pt x="456" y="79"/>
                </a:lnTo>
                <a:lnTo>
                  <a:pt x="455" y="78"/>
                </a:lnTo>
                <a:lnTo>
                  <a:pt x="455" y="77"/>
                </a:lnTo>
                <a:lnTo>
                  <a:pt x="455" y="76"/>
                </a:lnTo>
                <a:lnTo>
                  <a:pt x="456" y="76"/>
                </a:lnTo>
                <a:lnTo>
                  <a:pt x="457" y="76"/>
                </a:lnTo>
                <a:lnTo>
                  <a:pt x="458" y="76"/>
                </a:lnTo>
                <a:lnTo>
                  <a:pt x="459" y="76"/>
                </a:lnTo>
                <a:lnTo>
                  <a:pt x="459" y="75"/>
                </a:lnTo>
                <a:lnTo>
                  <a:pt x="460" y="75"/>
                </a:lnTo>
                <a:lnTo>
                  <a:pt x="461" y="75"/>
                </a:lnTo>
                <a:lnTo>
                  <a:pt x="461" y="74"/>
                </a:lnTo>
                <a:lnTo>
                  <a:pt x="461" y="73"/>
                </a:lnTo>
                <a:lnTo>
                  <a:pt x="461" y="74"/>
                </a:lnTo>
                <a:lnTo>
                  <a:pt x="462" y="74"/>
                </a:lnTo>
                <a:lnTo>
                  <a:pt x="462" y="75"/>
                </a:lnTo>
                <a:lnTo>
                  <a:pt x="462" y="76"/>
                </a:lnTo>
                <a:lnTo>
                  <a:pt x="463" y="76"/>
                </a:lnTo>
                <a:lnTo>
                  <a:pt x="463" y="77"/>
                </a:lnTo>
                <a:lnTo>
                  <a:pt x="464" y="77"/>
                </a:lnTo>
                <a:lnTo>
                  <a:pt x="464" y="78"/>
                </a:lnTo>
                <a:lnTo>
                  <a:pt x="464" y="79"/>
                </a:lnTo>
                <a:lnTo>
                  <a:pt x="465" y="79"/>
                </a:lnTo>
                <a:lnTo>
                  <a:pt x="466" y="80"/>
                </a:lnTo>
                <a:lnTo>
                  <a:pt x="467" y="80"/>
                </a:lnTo>
                <a:lnTo>
                  <a:pt x="468" y="81"/>
                </a:lnTo>
                <a:lnTo>
                  <a:pt x="467" y="83"/>
                </a:lnTo>
                <a:lnTo>
                  <a:pt x="467" y="84"/>
                </a:lnTo>
                <a:lnTo>
                  <a:pt x="466" y="84"/>
                </a:lnTo>
                <a:lnTo>
                  <a:pt x="466" y="85"/>
                </a:lnTo>
                <a:lnTo>
                  <a:pt x="465" y="86"/>
                </a:lnTo>
                <a:lnTo>
                  <a:pt x="466" y="86"/>
                </a:lnTo>
                <a:lnTo>
                  <a:pt x="467" y="87"/>
                </a:lnTo>
                <a:lnTo>
                  <a:pt x="468" y="87"/>
                </a:lnTo>
                <a:lnTo>
                  <a:pt x="468" y="88"/>
                </a:lnTo>
                <a:lnTo>
                  <a:pt x="467" y="88"/>
                </a:lnTo>
                <a:lnTo>
                  <a:pt x="467" y="89"/>
                </a:lnTo>
                <a:lnTo>
                  <a:pt x="467" y="90"/>
                </a:lnTo>
                <a:lnTo>
                  <a:pt x="467" y="91"/>
                </a:lnTo>
                <a:lnTo>
                  <a:pt x="466" y="92"/>
                </a:lnTo>
                <a:lnTo>
                  <a:pt x="466" y="93"/>
                </a:lnTo>
                <a:lnTo>
                  <a:pt x="467" y="93"/>
                </a:lnTo>
                <a:lnTo>
                  <a:pt x="466" y="94"/>
                </a:lnTo>
                <a:lnTo>
                  <a:pt x="466" y="95"/>
                </a:lnTo>
                <a:lnTo>
                  <a:pt x="465" y="95"/>
                </a:lnTo>
                <a:lnTo>
                  <a:pt x="464" y="96"/>
                </a:lnTo>
                <a:lnTo>
                  <a:pt x="463" y="96"/>
                </a:lnTo>
                <a:lnTo>
                  <a:pt x="463" y="97"/>
                </a:lnTo>
                <a:lnTo>
                  <a:pt x="462" y="97"/>
                </a:lnTo>
                <a:lnTo>
                  <a:pt x="462" y="99"/>
                </a:lnTo>
                <a:lnTo>
                  <a:pt x="463" y="99"/>
                </a:lnTo>
                <a:lnTo>
                  <a:pt x="463" y="100"/>
                </a:lnTo>
                <a:lnTo>
                  <a:pt x="464" y="100"/>
                </a:lnTo>
                <a:lnTo>
                  <a:pt x="464" y="102"/>
                </a:lnTo>
                <a:lnTo>
                  <a:pt x="464" y="103"/>
                </a:lnTo>
                <a:lnTo>
                  <a:pt x="464" y="102"/>
                </a:lnTo>
                <a:lnTo>
                  <a:pt x="465" y="102"/>
                </a:lnTo>
                <a:lnTo>
                  <a:pt x="465" y="103"/>
                </a:lnTo>
                <a:lnTo>
                  <a:pt x="466" y="104"/>
                </a:lnTo>
                <a:lnTo>
                  <a:pt x="465" y="104"/>
                </a:lnTo>
                <a:lnTo>
                  <a:pt x="465" y="105"/>
                </a:lnTo>
                <a:lnTo>
                  <a:pt x="465" y="106"/>
                </a:lnTo>
                <a:lnTo>
                  <a:pt x="466" y="106"/>
                </a:lnTo>
                <a:lnTo>
                  <a:pt x="466" y="105"/>
                </a:lnTo>
                <a:lnTo>
                  <a:pt x="467" y="105"/>
                </a:lnTo>
                <a:lnTo>
                  <a:pt x="467" y="104"/>
                </a:lnTo>
                <a:lnTo>
                  <a:pt x="467" y="103"/>
                </a:lnTo>
                <a:lnTo>
                  <a:pt x="468" y="103"/>
                </a:lnTo>
                <a:lnTo>
                  <a:pt x="469" y="103"/>
                </a:lnTo>
                <a:lnTo>
                  <a:pt x="469" y="102"/>
                </a:lnTo>
                <a:lnTo>
                  <a:pt x="470" y="101"/>
                </a:lnTo>
                <a:lnTo>
                  <a:pt x="471" y="101"/>
                </a:lnTo>
                <a:lnTo>
                  <a:pt x="471" y="102"/>
                </a:lnTo>
                <a:lnTo>
                  <a:pt x="472" y="103"/>
                </a:lnTo>
                <a:lnTo>
                  <a:pt x="472" y="104"/>
                </a:lnTo>
                <a:lnTo>
                  <a:pt x="473" y="105"/>
                </a:lnTo>
                <a:lnTo>
                  <a:pt x="474" y="105"/>
                </a:lnTo>
                <a:lnTo>
                  <a:pt x="475" y="105"/>
                </a:lnTo>
                <a:lnTo>
                  <a:pt x="475" y="104"/>
                </a:lnTo>
                <a:lnTo>
                  <a:pt x="476" y="104"/>
                </a:lnTo>
                <a:lnTo>
                  <a:pt x="477" y="103"/>
                </a:lnTo>
                <a:lnTo>
                  <a:pt x="478" y="103"/>
                </a:lnTo>
                <a:lnTo>
                  <a:pt x="479" y="104"/>
                </a:lnTo>
                <a:lnTo>
                  <a:pt x="480" y="103"/>
                </a:lnTo>
                <a:lnTo>
                  <a:pt x="481" y="104"/>
                </a:lnTo>
                <a:lnTo>
                  <a:pt x="481" y="105"/>
                </a:lnTo>
                <a:lnTo>
                  <a:pt x="481" y="106"/>
                </a:lnTo>
                <a:lnTo>
                  <a:pt x="482" y="106"/>
                </a:lnTo>
                <a:lnTo>
                  <a:pt x="483" y="107"/>
                </a:lnTo>
                <a:lnTo>
                  <a:pt x="484" y="107"/>
                </a:lnTo>
                <a:lnTo>
                  <a:pt x="484" y="108"/>
                </a:lnTo>
                <a:lnTo>
                  <a:pt x="485" y="108"/>
                </a:lnTo>
                <a:lnTo>
                  <a:pt x="486" y="109"/>
                </a:lnTo>
                <a:lnTo>
                  <a:pt x="487" y="109"/>
                </a:lnTo>
                <a:lnTo>
                  <a:pt x="488" y="109"/>
                </a:lnTo>
                <a:lnTo>
                  <a:pt x="488" y="108"/>
                </a:lnTo>
                <a:lnTo>
                  <a:pt x="488" y="107"/>
                </a:lnTo>
                <a:lnTo>
                  <a:pt x="488" y="106"/>
                </a:lnTo>
                <a:lnTo>
                  <a:pt x="488" y="105"/>
                </a:lnTo>
                <a:lnTo>
                  <a:pt x="489" y="104"/>
                </a:lnTo>
                <a:lnTo>
                  <a:pt x="489" y="103"/>
                </a:lnTo>
                <a:lnTo>
                  <a:pt x="490" y="103"/>
                </a:lnTo>
                <a:lnTo>
                  <a:pt x="491" y="103"/>
                </a:lnTo>
                <a:lnTo>
                  <a:pt x="491" y="104"/>
                </a:lnTo>
                <a:lnTo>
                  <a:pt x="491" y="105"/>
                </a:lnTo>
                <a:lnTo>
                  <a:pt x="492" y="105"/>
                </a:lnTo>
                <a:lnTo>
                  <a:pt x="493" y="105"/>
                </a:lnTo>
                <a:lnTo>
                  <a:pt x="493" y="106"/>
                </a:lnTo>
                <a:lnTo>
                  <a:pt x="494" y="107"/>
                </a:lnTo>
                <a:lnTo>
                  <a:pt x="495" y="107"/>
                </a:lnTo>
                <a:lnTo>
                  <a:pt x="495" y="106"/>
                </a:lnTo>
                <a:lnTo>
                  <a:pt x="495" y="105"/>
                </a:lnTo>
                <a:lnTo>
                  <a:pt x="496" y="105"/>
                </a:lnTo>
                <a:lnTo>
                  <a:pt x="496" y="104"/>
                </a:lnTo>
                <a:lnTo>
                  <a:pt x="496" y="103"/>
                </a:lnTo>
                <a:lnTo>
                  <a:pt x="495" y="103"/>
                </a:lnTo>
                <a:lnTo>
                  <a:pt x="495" y="102"/>
                </a:lnTo>
                <a:lnTo>
                  <a:pt x="495" y="101"/>
                </a:lnTo>
                <a:lnTo>
                  <a:pt x="494" y="100"/>
                </a:lnTo>
                <a:lnTo>
                  <a:pt x="495" y="100"/>
                </a:lnTo>
                <a:lnTo>
                  <a:pt x="495" y="99"/>
                </a:lnTo>
                <a:lnTo>
                  <a:pt x="496" y="99"/>
                </a:lnTo>
                <a:lnTo>
                  <a:pt x="496" y="98"/>
                </a:lnTo>
                <a:lnTo>
                  <a:pt x="497" y="98"/>
                </a:lnTo>
                <a:lnTo>
                  <a:pt x="498" y="97"/>
                </a:lnTo>
                <a:lnTo>
                  <a:pt x="498" y="96"/>
                </a:lnTo>
                <a:lnTo>
                  <a:pt x="498" y="95"/>
                </a:lnTo>
                <a:lnTo>
                  <a:pt x="499" y="95"/>
                </a:lnTo>
                <a:lnTo>
                  <a:pt x="499" y="94"/>
                </a:lnTo>
                <a:lnTo>
                  <a:pt x="499" y="93"/>
                </a:lnTo>
                <a:lnTo>
                  <a:pt x="500" y="93"/>
                </a:lnTo>
                <a:lnTo>
                  <a:pt x="500" y="92"/>
                </a:lnTo>
                <a:lnTo>
                  <a:pt x="499" y="92"/>
                </a:lnTo>
                <a:lnTo>
                  <a:pt x="499" y="91"/>
                </a:lnTo>
                <a:lnTo>
                  <a:pt x="500" y="91"/>
                </a:lnTo>
                <a:lnTo>
                  <a:pt x="501" y="91"/>
                </a:lnTo>
                <a:lnTo>
                  <a:pt x="501" y="90"/>
                </a:lnTo>
                <a:lnTo>
                  <a:pt x="500" y="89"/>
                </a:lnTo>
                <a:lnTo>
                  <a:pt x="500" y="88"/>
                </a:lnTo>
                <a:lnTo>
                  <a:pt x="501" y="87"/>
                </a:lnTo>
                <a:lnTo>
                  <a:pt x="501" y="86"/>
                </a:lnTo>
                <a:lnTo>
                  <a:pt x="501" y="85"/>
                </a:lnTo>
                <a:lnTo>
                  <a:pt x="501" y="84"/>
                </a:lnTo>
                <a:lnTo>
                  <a:pt x="501" y="83"/>
                </a:lnTo>
                <a:lnTo>
                  <a:pt x="502" y="83"/>
                </a:lnTo>
                <a:lnTo>
                  <a:pt x="502" y="81"/>
                </a:lnTo>
                <a:lnTo>
                  <a:pt x="502" y="80"/>
                </a:lnTo>
                <a:lnTo>
                  <a:pt x="503" y="80"/>
                </a:lnTo>
                <a:lnTo>
                  <a:pt x="503" y="81"/>
                </a:lnTo>
                <a:lnTo>
                  <a:pt x="503" y="80"/>
                </a:lnTo>
                <a:lnTo>
                  <a:pt x="503" y="79"/>
                </a:lnTo>
                <a:lnTo>
                  <a:pt x="504" y="78"/>
                </a:lnTo>
                <a:lnTo>
                  <a:pt x="504" y="77"/>
                </a:lnTo>
                <a:lnTo>
                  <a:pt x="505" y="76"/>
                </a:lnTo>
                <a:lnTo>
                  <a:pt x="506" y="76"/>
                </a:lnTo>
                <a:lnTo>
                  <a:pt x="507" y="76"/>
                </a:lnTo>
                <a:lnTo>
                  <a:pt x="508" y="76"/>
                </a:lnTo>
                <a:lnTo>
                  <a:pt x="510" y="75"/>
                </a:lnTo>
                <a:lnTo>
                  <a:pt x="511" y="75"/>
                </a:lnTo>
                <a:lnTo>
                  <a:pt x="511" y="74"/>
                </a:lnTo>
                <a:lnTo>
                  <a:pt x="512" y="74"/>
                </a:lnTo>
                <a:lnTo>
                  <a:pt x="512" y="75"/>
                </a:lnTo>
                <a:lnTo>
                  <a:pt x="511" y="75"/>
                </a:lnTo>
                <a:lnTo>
                  <a:pt x="511" y="77"/>
                </a:lnTo>
                <a:lnTo>
                  <a:pt x="511" y="78"/>
                </a:lnTo>
                <a:lnTo>
                  <a:pt x="511" y="79"/>
                </a:lnTo>
                <a:lnTo>
                  <a:pt x="510" y="80"/>
                </a:lnTo>
                <a:lnTo>
                  <a:pt x="511" y="81"/>
                </a:lnTo>
                <a:lnTo>
                  <a:pt x="511" y="84"/>
                </a:lnTo>
                <a:lnTo>
                  <a:pt x="511" y="85"/>
                </a:lnTo>
                <a:lnTo>
                  <a:pt x="511" y="86"/>
                </a:lnTo>
                <a:lnTo>
                  <a:pt x="512" y="86"/>
                </a:lnTo>
                <a:lnTo>
                  <a:pt x="512" y="87"/>
                </a:lnTo>
                <a:lnTo>
                  <a:pt x="513" y="87"/>
                </a:lnTo>
                <a:lnTo>
                  <a:pt x="513" y="88"/>
                </a:lnTo>
                <a:lnTo>
                  <a:pt x="513" y="89"/>
                </a:lnTo>
                <a:lnTo>
                  <a:pt x="512" y="90"/>
                </a:lnTo>
                <a:lnTo>
                  <a:pt x="512" y="91"/>
                </a:lnTo>
                <a:lnTo>
                  <a:pt x="511" y="91"/>
                </a:lnTo>
                <a:lnTo>
                  <a:pt x="511" y="92"/>
                </a:lnTo>
                <a:lnTo>
                  <a:pt x="512" y="92"/>
                </a:lnTo>
                <a:lnTo>
                  <a:pt x="512" y="93"/>
                </a:lnTo>
                <a:lnTo>
                  <a:pt x="512" y="94"/>
                </a:lnTo>
                <a:lnTo>
                  <a:pt x="513" y="94"/>
                </a:lnTo>
                <a:lnTo>
                  <a:pt x="513" y="95"/>
                </a:lnTo>
                <a:lnTo>
                  <a:pt x="514" y="95"/>
                </a:lnTo>
                <a:lnTo>
                  <a:pt x="514" y="96"/>
                </a:lnTo>
                <a:lnTo>
                  <a:pt x="514" y="97"/>
                </a:lnTo>
                <a:lnTo>
                  <a:pt x="515" y="98"/>
                </a:lnTo>
                <a:lnTo>
                  <a:pt x="516" y="97"/>
                </a:lnTo>
                <a:lnTo>
                  <a:pt x="517" y="97"/>
                </a:lnTo>
                <a:lnTo>
                  <a:pt x="517" y="96"/>
                </a:lnTo>
                <a:lnTo>
                  <a:pt x="518" y="96"/>
                </a:lnTo>
                <a:lnTo>
                  <a:pt x="519" y="96"/>
                </a:lnTo>
                <a:lnTo>
                  <a:pt x="520" y="97"/>
                </a:lnTo>
                <a:lnTo>
                  <a:pt x="519" y="97"/>
                </a:lnTo>
                <a:lnTo>
                  <a:pt x="519" y="98"/>
                </a:lnTo>
                <a:lnTo>
                  <a:pt x="519" y="99"/>
                </a:lnTo>
                <a:lnTo>
                  <a:pt x="520" y="98"/>
                </a:lnTo>
                <a:lnTo>
                  <a:pt x="520" y="97"/>
                </a:lnTo>
                <a:lnTo>
                  <a:pt x="521" y="97"/>
                </a:lnTo>
                <a:lnTo>
                  <a:pt x="522" y="98"/>
                </a:lnTo>
                <a:lnTo>
                  <a:pt x="523" y="98"/>
                </a:lnTo>
                <a:lnTo>
                  <a:pt x="522" y="98"/>
                </a:lnTo>
                <a:lnTo>
                  <a:pt x="522" y="99"/>
                </a:lnTo>
                <a:lnTo>
                  <a:pt x="521" y="99"/>
                </a:lnTo>
                <a:lnTo>
                  <a:pt x="520" y="100"/>
                </a:lnTo>
                <a:lnTo>
                  <a:pt x="521" y="100"/>
                </a:lnTo>
                <a:lnTo>
                  <a:pt x="521" y="101"/>
                </a:lnTo>
                <a:lnTo>
                  <a:pt x="520" y="101"/>
                </a:lnTo>
                <a:lnTo>
                  <a:pt x="520" y="102"/>
                </a:lnTo>
                <a:lnTo>
                  <a:pt x="519" y="102"/>
                </a:lnTo>
                <a:lnTo>
                  <a:pt x="520" y="102"/>
                </a:lnTo>
                <a:lnTo>
                  <a:pt x="520" y="103"/>
                </a:lnTo>
                <a:lnTo>
                  <a:pt x="518" y="104"/>
                </a:lnTo>
                <a:lnTo>
                  <a:pt x="518" y="106"/>
                </a:lnTo>
                <a:lnTo>
                  <a:pt x="518" y="107"/>
                </a:lnTo>
                <a:lnTo>
                  <a:pt x="518" y="108"/>
                </a:lnTo>
                <a:lnTo>
                  <a:pt x="518" y="109"/>
                </a:lnTo>
                <a:lnTo>
                  <a:pt x="517" y="110"/>
                </a:lnTo>
                <a:lnTo>
                  <a:pt x="518" y="110"/>
                </a:lnTo>
                <a:lnTo>
                  <a:pt x="518" y="111"/>
                </a:lnTo>
                <a:lnTo>
                  <a:pt x="518" y="112"/>
                </a:lnTo>
                <a:lnTo>
                  <a:pt x="517" y="112"/>
                </a:lnTo>
                <a:lnTo>
                  <a:pt x="517" y="113"/>
                </a:lnTo>
                <a:lnTo>
                  <a:pt x="517" y="114"/>
                </a:lnTo>
                <a:lnTo>
                  <a:pt x="516" y="115"/>
                </a:lnTo>
                <a:lnTo>
                  <a:pt x="515" y="115"/>
                </a:lnTo>
                <a:lnTo>
                  <a:pt x="515" y="116"/>
                </a:lnTo>
                <a:lnTo>
                  <a:pt x="515" y="117"/>
                </a:lnTo>
                <a:lnTo>
                  <a:pt x="515" y="118"/>
                </a:lnTo>
                <a:lnTo>
                  <a:pt x="514" y="118"/>
                </a:lnTo>
                <a:lnTo>
                  <a:pt x="514" y="119"/>
                </a:lnTo>
                <a:lnTo>
                  <a:pt x="515" y="119"/>
                </a:lnTo>
                <a:lnTo>
                  <a:pt x="514" y="120"/>
                </a:lnTo>
                <a:lnTo>
                  <a:pt x="514" y="121"/>
                </a:lnTo>
                <a:lnTo>
                  <a:pt x="514" y="122"/>
                </a:lnTo>
                <a:lnTo>
                  <a:pt x="514" y="123"/>
                </a:lnTo>
                <a:lnTo>
                  <a:pt x="515" y="123"/>
                </a:lnTo>
                <a:lnTo>
                  <a:pt x="515" y="122"/>
                </a:lnTo>
                <a:lnTo>
                  <a:pt x="516" y="122"/>
                </a:lnTo>
                <a:lnTo>
                  <a:pt x="516" y="121"/>
                </a:lnTo>
                <a:lnTo>
                  <a:pt x="517" y="121"/>
                </a:lnTo>
                <a:lnTo>
                  <a:pt x="517" y="120"/>
                </a:lnTo>
                <a:lnTo>
                  <a:pt x="517" y="119"/>
                </a:lnTo>
                <a:lnTo>
                  <a:pt x="518" y="119"/>
                </a:lnTo>
                <a:lnTo>
                  <a:pt x="518" y="120"/>
                </a:lnTo>
                <a:lnTo>
                  <a:pt x="519" y="120"/>
                </a:lnTo>
                <a:lnTo>
                  <a:pt x="520" y="120"/>
                </a:lnTo>
                <a:lnTo>
                  <a:pt x="520" y="121"/>
                </a:lnTo>
                <a:lnTo>
                  <a:pt x="521" y="121"/>
                </a:lnTo>
                <a:lnTo>
                  <a:pt x="521" y="122"/>
                </a:lnTo>
                <a:lnTo>
                  <a:pt x="521" y="123"/>
                </a:lnTo>
                <a:lnTo>
                  <a:pt x="520" y="124"/>
                </a:lnTo>
                <a:lnTo>
                  <a:pt x="520" y="125"/>
                </a:lnTo>
                <a:lnTo>
                  <a:pt x="519" y="125"/>
                </a:lnTo>
                <a:lnTo>
                  <a:pt x="518" y="125"/>
                </a:lnTo>
                <a:lnTo>
                  <a:pt x="517" y="126"/>
                </a:lnTo>
                <a:lnTo>
                  <a:pt x="516" y="126"/>
                </a:lnTo>
                <a:lnTo>
                  <a:pt x="516" y="127"/>
                </a:lnTo>
                <a:lnTo>
                  <a:pt x="516" y="129"/>
                </a:lnTo>
                <a:lnTo>
                  <a:pt x="515" y="129"/>
                </a:lnTo>
                <a:lnTo>
                  <a:pt x="514" y="130"/>
                </a:lnTo>
                <a:lnTo>
                  <a:pt x="515" y="132"/>
                </a:lnTo>
                <a:lnTo>
                  <a:pt x="516" y="134"/>
                </a:lnTo>
                <a:lnTo>
                  <a:pt x="515" y="135"/>
                </a:lnTo>
                <a:lnTo>
                  <a:pt x="516" y="136"/>
                </a:lnTo>
                <a:lnTo>
                  <a:pt x="516" y="137"/>
                </a:lnTo>
                <a:lnTo>
                  <a:pt x="516" y="138"/>
                </a:lnTo>
                <a:lnTo>
                  <a:pt x="516" y="139"/>
                </a:lnTo>
                <a:lnTo>
                  <a:pt x="517" y="139"/>
                </a:lnTo>
                <a:lnTo>
                  <a:pt x="518" y="139"/>
                </a:lnTo>
                <a:lnTo>
                  <a:pt x="518" y="140"/>
                </a:lnTo>
                <a:lnTo>
                  <a:pt x="517" y="140"/>
                </a:lnTo>
                <a:lnTo>
                  <a:pt x="516" y="140"/>
                </a:lnTo>
                <a:lnTo>
                  <a:pt x="517" y="141"/>
                </a:lnTo>
                <a:lnTo>
                  <a:pt x="518" y="141"/>
                </a:lnTo>
                <a:lnTo>
                  <a:pt x="519" y="142"/>
                </a:lnTo>
                <a:lnTo>
                  <a:pt x="518" y="142"/>
                </a:lnTo>
                <a:lnTo>
                  <a:pt x="518" y="143"/>
                </a:lnTo>
                <a:lnTo>
                  <a:pt x="518" y="144"/>
                </a:lnTo>
                <a:lnTo>
                  <a:pt x="518" y="145"/>
                </a:lnTo>
                <a:lnTo>
                  <a:pt x="518" y="146"/>
                </a:lnTo>
                <a:lnTo>
                  <a:pt x="517" y="146"/>
                </a:lnTo>
                <a:lnTo>
                  <a:pt x="518" y="146"/>
                </a:lnTo>
                <a:lnTo>
                  <a:pt x="517" y="147"/>
                </a:lnTo>
                <a:lnTo>
                  <a:pt x="517" y="148"/>
                </a:lnTo>
                <a:lnTo>
                  <a:pt x="517" y="149"/>
                </a:lnTo>
                <a:lnTo>
                  <a:pt x="518" y="149"/>
                </a:lnTo>
                <a:lnTo>
                  <a:pt x="519" y="149"/>
                </a:lnTo>
                <a:lnTo>
                  <a:pt x="520" y="151"/>
                </a:lnTo>
                <a:lnTo>
                  <a:pt x="521" y="152"/>
                </a:lnTo>
                <a:lnTo>
                  <a:pt x="521" y="153"/>
                </a:lnTo>
                <a:lnTo>
                  <a:pt x="520" y="153"/>
                </a:lnTo>
                <a:lnTo>
                  <a:pt x="521" y="154"/>
                </a:lnTo>
                <a:lnTo>
                  <a:pt x="522" y="154"/>
                </a:lnTo>
                <a:lnTo>
                  <a:pt x="523" y="154"/>
                </a:lnTo>
                <a:lnTo>
                  <a:pt x="524" y="154"/>
                </a:lnTo>
                <a:lnTo>
                  <a:pt x="525" y="154"/>
                </a:lnTo>
                <a:lnTo>
                  <a:pt x="525" y="155"/>
                </a:lnTo>
                <a:lnTo>
                  <a:pt x="526" y="156"/>
                </a:lnTo>
                <a:lnTo>
                  <a:pt x="527" y="156"/>
                </a:lnTo>
                <a:lnTo>
                  <a:pt x="527" y="157"/>
                </a:lnTo>
                <a:lnTo>
                  <a:pt x="528" y="157"/>
                </a:lnTo>
                <a:lnTo>
                  <a:pt x="529" y="158"/>
                </a:lnTo>
                <a:lnTo>
                  <a:pt x="529" y="159"/>
                </a:lnTo>
                <a:lnTo>
                  <a:pt x="529" y="160"/>
                </a:lnTo>
                <a:lnTo>
                  <a:pt x="529" y="161"/>
                </a:lnTo>
                <a:lnTo>
                  <a:pt x="529" y="162"/>
                </a:lnTo>
                <a:lnTo>
                  <a:pt x="530" y="162"/>
                </a:lnTo>
                <a:lnTo>
                  <a:pt x="530" y="163"/>
                </a:lnTo>
                <a:lnTo>
                  <a:pt x="530" y="165"/>
                </a:lnTo>
                <a:lnTo>
                  <a:pt x="529" y="166"/>
                </a:lnTo>
                <a:lnTo>
                  <a:pt x="529" y="167"/>
                </a:lnTo>
                <a:lnTo>
                  <a:pt x="528" y="167"/>
                </a:lnTo>
                <a:lnTo>
                  <a:pt x="528" y="168"/>
                </a:lnTo>
                <a:lnTo>
                  <a:pt x="528" y="169"/>
                </a:lnTo>
                <a:lnTo>
                  <a:pt x="529" y="170"/>
                </a:lnTo>
                <a:lnTo>
                  <a:pt x="529" y="171"/>
                </a:lnTo>
                <a:lnTo>
                  <a:pt x="528" y="171"/>
                </a:lnTo>
                <a:lnTo>
                  <a:pt x="527" y="170"/>
                </a:lnTo>
                <a:lnTo>
                  <a:pt x="526" y="171"/>
                </a:lnTo>
                <a:lnTo>
                  <a:pt x="526" y="172"/>
                </a:lnTo>
                <a:lnTo>
                  <a:pt x="525" y="172"/>
                </a:lnTo>
                <a:lnTo>
                  <a:pt x="525" y="171"/>
                </a:lnTo>
                <a:lnTo>
                  <a:pt x="523" y="172"/>
                </a:lnTo>
                <a:lnTo>
                  <a:pt x="522" y="173"/>
                </a:lnTo>
                <a:lnTo>
                  <a:pt x="521" y="173"/>
                </a:lnTo>
                <a:lnTo>
                  <a:pt x="521" y="174"/>
                </a:lnTo>
                <a:lnTo>
                  <a:pt x="520" y="174"/>
                </a:lnTo>
                <a:lnTo>
                  <a:pt x="520" y="175"/>
                </a:lnTo>
                <a:lnTo>
                  <a:pt x="519" y="175"/>
                </a:lnTo>
                <a:lnTo>
                  <a:pt x="519" y="176"/>
                </a:lnTo>
                <a:lnTo>
                  <a:pt x="518" y="177"/>
                </a:lnTo>
                <a:lnTo>
                  <a:pt x="517" y="177"/>
                </a:lnTo>
                <a:lnTo>
                  <a:pt x="516" y="178"/>
                </a:lnTo>
                <a:lnTo>
                  <a:pt x="515" y="179"/>
                </a:lnTo>
                <a:lnTo>
                  <a:pt x="514" y="179"/>
                </a:lnTo>
                <a:lnTo>
                  <a:pt x="514" y="180"/>
                </a:lnTo>
                <a:lnTo>
                  <a:pt x="515" y="181"/>
                </a:lnTo>
                <a:lnTo>
                  <a:pt x="515" y="182"/>
                </a:lnTo>
                <a:lnTo>
                  <a:pt x="515" y="183"/>
                </a:lnTo>
                <a:lnTo>
                  <a:pt x="514" y="183"/>
                </a:lnTo>
                <a:lnTo>
                  <a:pt x="514" y="184"/>
                </a:lnTo>
                <a:lnTo>
                  <a:pt x="514" y="185"/>
                </a:lnTo>
                <a:lnTo>
                  <a:pt x="513" y="185"/>
                </a:lnTo>
                <a:lnTo>
                  <a:pt x="512" y="184"/>
                </a:lnTo>
                <a:lnTo>
                  <a:pt x="511" y="184"/>
                </a:lnTo>
                <a:lnTo>
                  <a:pt x="510" y="185"/>
                </a:lnTo>
                <a:lnTo>
                  <a:pt x="509" y="185"/>
                </a:lnTo>
                <a:lnTo>
                  <a:pt x="509" y="184"/>
                </a:lnTo>
                <a:lnTo>
                  <a:pt x="510" y="184"/>
                </a:lnTo>
                <a:lnTo>
                  <a:pt x="509" y="184"/>
                </a:lnTo>
                <a:lnTo>
                  <a:pt x="507" y="183"/>
                </a:lnTo>
                <a:lnTo>
                  <a:pt x="507" y="182"/>
                </a:lnTo>
                <a:lnTo>
                  <a:pt x="506" y="181"/>
                </a:lnTo>
                <a:lnTo>
                  <a:pt x="506" y="182"/>
                </a:lnTo>
                <a:lnTo>
                  <a:pt x="505" y="183"/>
                </a:lnTo>
                <a:lnTo>
                  <a:pt x="504" y="184"/>
                </a:lnTo>
                <a:lnTo>
                  <a:pt x="503" y="184"/>
                </a:lnTo>
                <a:lnTo>
                  <a:pt x="502" y="185"/>
                </a:lnTo>
                <a:lnTo>
                  <a:pt x="502" y="186"/>
                </a:lnTo>
                <a:lnTo>
                  <a:pt x="501" y="186"/>
                </a:lnTo>
                <a:lnTo>
                  <a:pt x="501" y="185"/>
                </a:lnTo>
                <a:lnTo>
                  <a:pt x="502" y="185"/>
                </a:lnTo>
                <a:lnTo>
                  <a:pt x="502" y="184"/>
                </a:lnTo>
                <a:lnTo>
                  <a:pt x="501" y="183"/>
                </a:lnTo>
                <a:lnTo>
                  <a:pt x="501" y="182"/>
                </a:lnTo>
                <a:lnTo>
                  <a:pt x="500" y="182"/>
                </a:lnTo>
                <a:lnTo>
                  <a:pt x="499" y="183"/>
                </a:lnTo>
                <a:lnTo>
                  <a:pt x="499" y="184"/>
                </a:lnTo>
                <a:lnTo>
                  <a:pt x="498" y="184"/>
                </a:lnTo>
                <a:lnTo>
                  <a:pt x="498" y="185"/>
                </a:lnTo>
                <a:lnTo>
                  <a:pt x="497" y="184"/>
                </a:lnTo>
                <a:lnTo>
                  <a:pt x="497" y="185"/>
                </a:lnTo>
                <a:lnTo>
                  <a:pt x="497" y="186"/>
                </a:lnTo>
                <a:lnTo>
                  <a:pt x="498" y="186"/>
                </a:lnTo>
                <a:lnTo>
                  <a:pt x="498" y="185"/>
                </a:lnTo>
                <a:lnTo>
                  <a:pt x="499" y="185"/>
                </a:lnTo>
                <a:lnTo>
                  <a:pt x="499" y="184"/>
                </a:lnTo>
                <a:lnTo>
                  <a:pt x="500" y="184"/>
                </a:lnTo>
                <a:lnTo>
                  <a:pt x="500" y="185"/>
                </a:lnTo>
                <a:lnTo>
                  <a:pt x="500" y="186"/>
                </a:lnTo>
                <a:lnTo>
                  <a:pt x="499" y="187"/>
                </a:lnTo>
                <a:lnTo>
                  <a:pt x="498" y="187"/>
                </a:lnTo>
                <a:lnTo>
                  <a:pt x="498" y="188"/>
                </a:lnTo>
                <a:lnTo>
                  <a:pt x="498" y="189"/>
                </a:lnTo>
                <a:lnTo>
                  <a:pt x="498" y="190"/>
                </a:lnTo>
                <a:lnTo>
                  <a:pt x="497" y="190"/>
                </a:lnTo>
                <a:lnTo>
                  <a:pt x="498" y="190"/>
                </a:lnTo>
                <a:lnTo>
                  <a:pt x="498" y="191"/>
                </a:lnTo>
                <a:lnTo>
                  <a:pt x="498" y="192"/>
                </a:lnTo>
                <a:lnTo>
                  <a:pt x="497" y="192"/>
                </a:lnTo>
                <a:lnTo>
                  <a:pt x="496" y="192"/>
                </a:lnTo>
                <a:lnTo>
                  <a:pt x="496" y="193"/>
                </a:lnTo>
                <a:lnTo>
                  <a:pt x="497" y="193"/>
                </a:lnTo>
                <a:lnTo>
                  <a:pt x="496" y="193"/>
                </a:lnTo>
                <a:lnTo>
                  <a:pt x="496" y="194"/>
                </a:lnTo>
                <a:lnTo>
                  <a:pt x="495" y="194"/>
                </a:lnTo>
                <a:lnTo>
                  <a:pt x="494" y="194"/>
                </a:lnTo>
                <a:lnTo>
                  <a:pt x="494" y="195"/>
                </a:lnTo>
                <a:lnTo>
                  <a:pt x="493" y="195"/>
                </a:lnTo>
                <a:lnTo>
                  <a:pt x="493" y="194"/>
                </a:lnTo>
                <a:lnTo>
                  <a:pt x="492" y="194"/>
                </a:lnTo>
                <a:lnTo>
                  <a:pt x="492" y="193"/>
                </a:lnTo>
                <a:lnTo>
                  <a:pt x="491" y="194"/>
                </a:lnTo>
                <a:lnTo>
                  <a:pt x="492" y="195"/>
                </a:lnTo>
                <a:lnTo>
                  <a:pt x="492" y="196"/>
                </a:lnTo>
                <a:lnTo>
                  <a:pt x="492" y="197"/>
                </a:lnTo>
                <a:lnTo>
                  <a:pt x="492" y="198"/>
                </a:lnTo>
                <a:lnTo>
                  <a:pt x="491" y="198"/>
                </a:lnTo>
                <a:lnTo>
                  <a:pt x="491" y="200"/>
                </a:lnTo>
                <a:lnTo>
                  <a:pt x="490" y="200"/>
                </a:lnTo>
                <a:lnTo>
                  <a:pt x="490" y="199"/>
                </a:lnTo>
                <a:lnTo>
                  <a:pt x="489" y="199"/>
                </a:lnTo>
                <a:lnTo>
                  <a:pt x="488" y="200"/>
                </a:lnTo>
                <a:lnTo>
                  <a:pt x="487" y="201"/>
                </a:lnTo>
                <a:lnTo>
                  <a:pt x="486" y="200"/>
                </a:lnTo>
                <a:lnTo>
                  <a:pt x="486" y="201"/>
                </a:lnTo>
                <a:lnTo>
                  <a:pt x="485" y="202"/>
                </a:lnTo>
                <a:lnTo>
                  <a:pt x="484" y="203"/>
                </a:lnTo>
                <a:lnTo>
                  <a:pt x="484" y="204"/>
                </a:lnTo>
                <a:lnTo>
                  <a:pt x="483" y="204"/>
                </a:lnTo>
                <a:lnTo>
                  <a:pt x="483" y="205"/>
                </a:lnTo>
                <a:lnTo>
                  <a:pt x="482" y="205"/>
                </a:lnTo>
                <a:lnTo>
                  <a:pt x="481" y="205"/>
                </a:lnTo>
                <a:lnTo>
                  <a:pt x="479" y="206"/>
                </a:lnTo>
                <a:lnTo>
                  <a:pt x="479" y="207"/>
                </a:lnTo>
                <a:lnTo>
                  <a:pt x="480" y="207"/>
                </a:lnTo>
                <a:lnTo>
                  <a:pt x="480" y="208"/>
                </a:lnTo>
                <a:lnTo>
                  <a:pt x="480" y="209"/>
                </a:lnTo>
                <a:lnTo>
                  <a:pt x="481" y="209"/>
                </a:lnTo>
                <a:lnTo>
                  <a:pt x="481" y="211"/>
                </a:lnTo>
                <a:lnTo>
                  <a:pt x="481" y="212"/>
                </a:lnTo>
                <a:lnTo>
                  <a:pt x="480" y="212"/>
                </a:lnTo>
                <a:lnTo>
                  <a:pt x="479" y="214"/>
                </a:lnTo>
                <a:lnTo>
                  <a:pt x="478" y="214"/>
                </a:lnTo>
                <a:lnTo>
                  <a:pt x="478" y="215"/>
                </a:lnTo>
                <a:lnTo>
                  <a:pt x="477" y="215"/>
                </a:lnTo>
                <a:lnTo>
                  <a:pt x="477" y="216"/>
                </a:lnTo>
                <a:lnTo>
                  <a:pt x="477" y="217"/>
                </a:lnTo>
                <a:lnTo>
                  <a:pt x="476" y="217"/>
                </a:lnTo>
                <a:lnTo>
                  <a:pt x="476" y="216"/>
                </a:lnTo>
                <a:lnTo>
                  <a:pt x="475" y="216"/>
                </a:lnTo>
                <a:lnTo>
                  <a:pt x="474" y="217"/>
                </a:lnTo>
                <a:lnTo>
                  <a:pt x="473" y="218"/>
                </a:lnTo>
                <a:lnTo>
                  <a:pt x="471" y="219"/>
                </a:lnTo>
                <a:lnTo>
                  <a:pt x="470" y="218"/>
                </a:lnTo>
                <a:lnTo>
                  <a:pt x="469" y="219"/>
                </a:lnTo>
                <a:lnTo>
                  <a:pt x="468" y="219"/>
                </a:lnTo>
                <a:lnTo>
                  <a:pt x="469" y="220"/>
                </a:lnTo>
                <a:lnTo>
                  <a:pt x="470" y="220"/>
                </a:lnTo>
                <a:lnTo>
                  <a:pt x="471" y="221"/>
                </a:lnTo>
                <a:lnTo>
                  <a:pt x="472" y="222"/>
                </a:lnTo>
                <a:lnTo>
                  <a:pt x="473" y="222"/>
                </a:lnTo>
                <a:lnTo>
                  <a:pt x="473" y="223"/>
                </a:lnTo>
                <a:lnTo>
                  <a:pt x="473" y="224"/>
                </a:lnTo>
                <a:lnTo>
                  <a:pt x="474" y="224"/>
                </a:lnTo>
                <a:lnTo>
                  <a:pt x="475" y="225"/>
                </a:lnTo>
                <a:lnTo>
                  <a:pt x="476" y="225"/>
                </a:lnTo>
                <a:lnTo>
                  <a:pt x="476" y="226"/>
                </a:lnTo>
                <a:lnTo>
                  <a:pt x="476" y="227"/>
                </a:lnTo>
                <a:lnTo>
                  <a:pt x="476" y="228"/>
                </a:lnTo>
                <a:lnTo>
                  <a:pt x="477" y="228"/>
                </a:lnTo>
                <a:lnTo>
                  <a:pt x="477" y="227"/>
                </a:lnTo>
                <a:lnTo>
                  <a:pt x="478" y="227"/>
                </a:lnTo>
                <a:lnTo>
                  <a:pt x="478" y="226"/>
                </a:lnTo>
                <a:lnTo>
                  <a:pt x="479" y="226"/>
                </a:lnTo>
                <a:lnTo>
                  <a:pt x="480" y="226"/>
                </a:lnTo>
                <a:lnTo>
                  <a:pt x="480" y="225"/>
                </a:lnTo>
                <a:lnTo>
                  <a:pt x="479" y="225"/>
                </a:lnTo>
                <a:lnTo>
                  <a:pt x="480" y="225"/>
                </a:lnTo>
                <a:lnTo>
                  <a:pt x="480" y="226"/>
                </a:lnTo>
                <a:lnTo>
                  <a:pt x="480" y="227"/>
                </a:lnTo>
                <a:lnTo>
                  <a:pt x="482" y="226"/>
                </a:lnTo>
                <a:lnTo>
                  <a:pt x="483" y="226"/>
                </a:lnTo>
                <a:lnTo>
                  <a:pt x="483" y="224"/>
                </a:lnTo>
                <a:lnTo>
                  <a:pt x="482" y="224"/>
                </a:lnTo>
                <a:lnTo>
                  <a:pt x="482" y="223"/>
                </a:lnTo>
                <a:lnTo>
                  <a:pt x="483" y="223"/>
                </a:lnTo>
                <a:lnTo>
                  <a:pt x="484" y="223"/>
                </a:lnTo>
                <a:lnTo>
                  <a:pt x="485" y="222"/>
                </a:lnTo>
                <a:lnTo>
                  <a:pt x="485" y="221"/>
                </a:lnTo>
                <a:lnTo>
                  <a:pt x="486" y="221"/>
                </a:lnTo>
                <a:lnTo>
                  <a:pt x="487" y="220"/>
                </a:lnTo>
                <a:lnTo>
                  <a:pt x="488" y="220"/>
                </a:lnTo>
                <a:lnTo>
                  <a:pt x="488" y="219"/>
                </a:lnTo>
                <a:lnTo>
                  <a:pt x="489" y="217"/>
                </a:lnTo>
                <a:lnTo>
                  <a:pt x="490" y="217"/>
                </a:lnTo>
                <a:lnTo>
                  <a:pt x="490" y="218"/>
                </a:lnTo>
                <a:lnTo>
                  <a:pt x="491" y="218"/>
                </a:lnTo>
                <a:lnTo>
                  <a:pt x="492" y="218"/>
                </a:lnTo>
                <a:lnTo>
                  <a:pt x="492" y="217"/>
                </a:lnTo>
                <a:lnTo>
                  <a:pt x="493" y="217"/>
                </a:lnTo>
                <a:lnTo>
                  <a:pt x="494" y="216"/>
                </a:lnTo>
                <a:lnTo>
                  <a:pt x="495" y="216"/>
                </a:lnTo>
                <a:lnTo>
                  <a:pt x="496" y="216"/>
                </a:lnTo>
                <a:lnTo>
                  <a:pt x="497" y="215"/>
                </a:lnTo>
                <a:lnTo>
                  <a:pt x="498" y="215"/>
                </a:lnTo>
                <a:lnTo>
                  <a:pt x="499" y="215"/>
                </a:lnTo>
                <a:lnTo>
                  <a:pt x="499" y="216"/>
                </a:lnTo>
                <a:lnTo>
                  <a:pt x="499" y="217"/>
                </a:lnTo>
                <a:lnTo>
                  <a:pt x="498" y="217"/>
                </a:lnTo>
                <a:lnTo>
                  <a:pt x="497" y="218"/>
                </a:lnTo>
                <a:lnTo>
                  <a:pt x="497" y="219"/>
                </a:lnTo>
                <a:lnTo>
                  <a:pt x="496" y="220"/>
                </a:lnTo>
                <a:lnTo>
                  <a:pt x="497" y="221"/>
                </a:lnTo>
                <a:lnTo>
                  <a:pt x="499" y="221"/>
                </a:lnTo>
                <a:lnTo>
                  <a:pt x="501" y="221"/>
                </a:lnTo>
                <a:lnTo>
                  <a:pt x="502" y="221"/>
                </a:lnTo>
                <a:lnTo>
                  <a:pt x="503" y="220"/>
                </a:lnTo>
                <a:lnTo>
                  <a:pt x="503" y="219"/>
                </a:lnTo>
                <a:lnTo>
                  <a:pt x="503" y="220"/>
                </a:lnTo>
                <a:lnTo>
                  <a:pt x="504" y="220"/>
                </a:lnTo>
                <a:lnTo>
                  <a:pt x="505" y="219"/>
                </a:lnTo>
                <a:lnTo>
                  <a:pt x="506" y="218"/>
                </a:lnTo>
                <a:lnTo>
                  <a:pt x="506" y="217"/>
                </a:lnTo>
                <a:lnTo>
                  <a:pt x="507" y="216"/>
                </a:lnTo>
                <a:lnTo>
                  <a:pt x="507" y="215"/>
                </a:lnTo>
                <a:lnTo>
                  <a:pt x="508" y="215"/>
                </a:lnTo>
                <a:lnTo>
                  <a:pt x="508" y="214"/>
                </a:lnTo>
                <a:lnTo>
                  <a:pt x="509" y="214"/>
                </a:lnTo>
                <a:lnTo>
                  <a:pt x="509" y="213"/>
                </a:lnTo>
                <a:lnTo>
                  <a:pt x="510" y="212"/>
                </a:lnTo>
                <a:lnTo>
                  <a:pt x="510" y="213"/>
                </a:lnTo>
                <a:lnTo>
                  <a:pt x="510" y="214"/>
                </a:lnTo>
                <a:lnTo>
                  <a:pt x="511" y="215"/>
                </a:lnTo>
                <a:lnTo>
                  <a:pt x="512" y="215"/>
                </a:lnTo>
                <a:lnTo>
                  <a:pt x="512" y="214"/>
                </a:lnTo>
                <a:lnTo>
                  <a:pt x="514" y="214"/>
                </a:lnTo>
                <a:lnTo>
                  <a:pt x="515" y="214"/>
                </a:lnTo>
                <a:lnTo>
                  <a:pt x="516" y="214"/>
                </a:lnTo>
                <a:lnTo>
                  <a:pt x="517" y="214"/>
                </a:lnTo>
                <a:lnTo>
                  <a:pt x="518" y="214"/>
                </a:lnTo>
                <a:lnTo>
                  <a:pt x="517" y="214"/>
                </a:lnTo>
                <a:lnTo>
                  <a:pt x="517" y="213"/>
                </a:lnTo>
                <a:lnTo>
                  <a:pt x="519" y="212"/>
                </a:lnTo>
                <a:lnTo>
                  <a:pt x="520" y="212"/>
                </a:lnTo>
                <a:lnTo>
                  <a:pt x="520" y="213"/>
                </a:lnTo>
                <a:lnTo>
                  <a:pt x="521" y="213"/>
                </a:lnTo>
                <a:lnTo>
                  <a:pt x="521" y="212"/>
                </a:lnTo>
                <a:lnTo>
                  <a:pt x="522" y="213"/>
                </a:lnTo>
                <a:lnTo>
                  <a:pt x="523" y="213"/>
                </a:lnTo>
                <a:lnTo>
                  <a:pt x="523" y="212"/>
                </a:lnTo>
                <a:lnTo>
                  <a:pt x="524" y="212"/>
                </a:lnTo>
                <a:lnTo>
                  <a:pt x="525" y="212"/>
                </a:lnTo>
                <a:lnTo>
                  <a:pt x="525" y="213"/>
                </a:lnTo>
                <a:lnTo>
                  <a:pt x="526" y="215"/>
                </a:lnTo>
                <a:lnTo>
                  <a:pt x="527" y="215"/>
                </a:lnTo>
                <a:lnTo>
                  <a:pt x="528" y="215"/>
                </a:lnTo>
                <a:lnTo>
                  <a:pt x="529" y="215"/>
                </a:lnTo>
                <a:lnTo>
                  <a:pt x="529" y="214"/>
                </a:lnTo>
                <a:lnTo>
                  <a:pt x="530" y="214"/>
                </a:lnTo>
                <a:lnTo>
                  <a:pt x="530" y="215"/>
                </a:lnTo>
                <a:lnTo>
                  <a:pt x="530" y="216"/>
                </a:lnTo>
                <a:lnTo>
                  <a:pt x="529" y="217"/>
                </a:lnTo>
                <a:lnTo>
                  <a:pt x="529" y="218"/>
                </a:lnTo>
                <a:lnTo>
                  <a:pt x="528" y="219"/>
                </a:lnTo>
                <a:lnTo>
                  <a:pt x="529" y="220"/>
                </a:lnTo>
                <a:lnTo>
                  <a:pt x="530" y="220"/>
                </a:lnTo>
                <a:lnTo>
                  <a:pt x="531" y="220"/>
                </a:lnTo>
                <a:lnTo>
                  <a:pt x="531" y="221"/>
                </a:lnTo>
                <a:lnTo>
                  <a:pt x="530" y="221"/>
                </a:lnTo>
                <a:lnTo>
                  <a:pt x="529" y="221"/>
                </a:lnTo>
                <a:lnTo>
                  <a:pt x="528" y="221"/>
                </a:lnTo>
                <a:lnTo>
                  <a:pt x="529" y="221"/>
                </a:lnTo>
                <a:lnTo>
                  <a:pt x="530" y="222"/>
                </a:lnTo>
                <a:lnTo>
                  <a:pt x="531" y="222"/>
                </a:lnTo>
                <a:lnTo>
                  <a:pt x="532" y="222"/>
                </a:lnTo>
                <a:lnTo>
                  <a:pt x="531" y="221"/>
                </a:lnTo>
                <a:lnTo>
                  <a:pt x="531" y="220"/>
                </a:lnTo>
                <a:lnTo>
                  <a:pt x="532" y="220"/>
                </a:lnTo>
                <a:lnTo>
                  <a:pt x="534" y="221"/>
                </a:lnTo>
                <a:lnTo>
                  <a:pt x="534" y="222"/>
                </a:lnTo>
                <a:lnTo>
                  <a:pt x="534" y="223"/>
                </a:lnTo>
                <a:lnTo>
                  <a:pt x="534" y="225"/>
                </a:lnTo>
                <a:lnTo>
                  <a:pt x="535" y="226"/>
                </a:lnTo>
                <a:lnTo>
                  <a:pt x="536" y="226"/>
                </a:lnTo>
                <a:lnTo>
                  <a:pt x="536" y="227"/>
                </a:lnTo>
                <a:lnTo>
                  <a:pt x="536" y="228"/>
                </a:lnTo>
                <a:lnTo>
                  <a:pt x="536" y="229"/>
                </a:lnTo>
                <a:lnTo>
                  <a:pt x="535" y="229"/>
                </a:lnTo>
                <a:lnTo>
                  <a:pt x="535" y="230"/>
                </a:lnTo>
                <a:lnTo>
                  <a:pt x="536" y="230"/>
                </a:lnTo>
                <a:lnTo>
                  <a:pt x="537" y="231"/>
                </a:lnTo>
                <a:lnTo>
                  <a:pt x="537" y="232"/>
                </a:lnTo>
                <a:lnTo>
                  <a:pt x="538" y="232"/>
                </a:lnTo>
                <a:lnTo>
                  <a:pt x="538" y="233"/>
                </a:lnTo>
                <a:lnTo>
                  <a:pt x="538" y="234"/>
                </a:lnTo>
                <a:lnTo>
                  <a:pt x="537" y="234"/>
                </a:lnTo>
                <a:lnTo>
                  <a:pt x="536" y="234"/>
                </a:lnTo>
                <a:lnTo>
                  <a:pt x="535" y="235"/>
                </a:lnTo>
                <a:lnTo>
                  <a:pt x="536" y="235"/>
                </a:lnTo>
                <a:lnTo>
                  <a:pt x="536" y="236"/>
                </a:lnTo>
                <a:lnTo>
                  <a:pt x="535" y="236"/>
                </a:lnTo>
                <a:lnTo>
                  <a:pt x="534" y="236"/>
                </a:lnTo>
                <a:lnTo>
                  <a:pt x="534" y="235"/>
                </a:lnTo>
                <a:lnTo>
                  <a:pt x="533" y="235"/>
                </a:lnTo>
                <a:lnTo>
                  <a:pt x="532" y="236"/>
                </a:lnTo>
                <a:lnTo>
                  <a:pt x="531" y="237"/>
                </a:lnTo>
                <a:lnTo>
                  <a:pt x="530" y="237"/>
                </a:lnTo>
                <a:lnTo>
                  <a:pt x="529" y="238"/>
                </a:lnTo>
                <a:lnTo>
                  <a:pt x="527" y="239"/>
                </a:lnTo>
                <a:lnTo>
                  <a:pt x="527" y="240"/>
                </a:lnTo>
                <a:lnTo>
                  <a:pt x="526" y="242"/>
                </a:lnTo>
                <a:lnTo>
                  <a:pt x="527" y="242"/>
                </a:lnTo>
                <a:lnTo>
                  <a:pt x="528" y="242"/>
                </a:lnTo>
                <a:lnTo>
                  <a:pt x="528" y="241"/>
                </a:lnTo>
                <a:lnTo>
                  <a:pt x="529" y="240"/>
                </a:lnTo>
                <a:lnTo>
                  <a:pt x="530" y="240"/>
                </a:lnTo>
                <a:lnTo>
                  <a:pt x="530" y="239"/>
                </a:lnTo>
                <a:lnTo>
                  <a:pt x="530" y="238"/>
                </a:lnTo>
                <a:lnTo>
                  <a:pt x="531" y="238"/>
                </a:lnTo>
                <a:lnTo>
                  <a:pt x="531" y="239"/>
                </a:lnTo>
                <a:lnTo>
                  <a:pt x="532" y="240"/>
                </a:lnTo>
                <a:lnTo>
                  <a:pt x="533" y="240"/>
                </a:lnTo>
                <a:lnTo>
                  <a:pt x="534" y="240"/>
                </a:lnTo>
                <a:lnTo>
                  <a:pt x="534" y="241"/>
                </a:lnTo>
                <a:lnTo>
                  <a:pt x="533" y="241"/>
                </a:lnTo>
                <a:lnTo>
                  <a:pt x="533" y="242"/>
                </a:lnTo>
                <a:lnTo>
                  <a:pt x="534" y="242"/>
                </a:lnTo>
                <a:lnTo>
                  <a:pt x="534" y="243"/>
                </a:lnTo>
                <a:lnTo>
                  <a:pt x="534" y="244"/>
                </a:lnTo>
                <a:lnTo>
                  <a:pt x="533" y="245"/>
                </a:lnTo>
                <a:lnTo>
                  <a:pt x="532" y="246"/>
                </a:lnTo>
                <a:lnTo>
                  <a:pt x="532" y="247"/>
                </a:lnTo>
                <a:lnTo>
                  <a:pt x="532" y="248"/>
                </a:lnTo>
                <a:lnTo>
                  <a:pt x="534" y="249"/>
                </a:lnTo>
                <a:lnTo>
                  <a:pt x="534" y="250"/>
                </a:lnTo>
                <a:lnTo>
                  <a:pt x="534" y="251"/>
                </a:lnTo>
                <a:lnTo>
                  <a:pt x="534" y="252"/>
                </a:lnTo>
                <a:lnTo>
                  <a:pt x="534" y="253"/>
                </a:lnTo>
                <a:lnTo>
                  <a:pt x="534" y="254"/>
                </a:lnTo>
                <a:lnTo>
                  <a:pt x="533" y="254"/>
                </a:lnTo>
                <a:lnTo>
                  <a:pt x="533" y="253"/>
                </a:lnTo>
                <a:lnTo>
                  <a:pt x="533" y="252"/>
                </a:lnTo>
                <a:lnTo>
                  <a:pt x="532" y="252"/>
                </a:lnTo>
                <a:lnTo>
                  <a:pt x="531" y="252"/>
                </a:lnTo>
                <a:lnTo>
                  <a:pt x="530" y="252"/>
                </a:lnTo>
                <a:lnTo>
                  <a:pt x="529" y="252"/>
                </a:lnTo>
                <a:lnTo>
                  <a:pt x="528" y="252"/>
                </a:lnTo>
                <a:lnTo>
                  <a:pt x="527" y="252"/>
                </a:lnTo>
                <a:lnTo>
                  <a:pt x="526" y="254"/>
                </a:lnTo>
                <a:lnTo>
                  <a:pt x="524" y="254"/>
                </a:lnTo>
                <a:lnTo>
                  <a:pt x="524" y="255"/>
                </a:lnTo>
                <a:lnTo>
                  <a:pt x="525" y="255"/>
                </a:lnTo>
                <a:lnTo>
                  <a:pt x="525" y="256"/>
                </a:lnTo>
                <a:lnTo>
                  <a:pt x="524" y="257"/>
                </a:lnTo>
                <a:lnTo>
                  <a:pt x="523" y="256"/>
                </a:lnTo>
                <a:lnTo>
                  <a:pt x="522" y="256"/>
                </a:lnTo>
                <a:lnTo>
                  <a:pt x="523" y="257"/>
                </a:lnTo>
                <a:lnTo>
                  <a:pt x="522" y="257"/>
                </a:lnTo>
                <a:lnTo>
                  <a:pt x="521" y="258"/>
                </a:lnTo>
                <a:lnTo>
                  <a:pt x="520" y="258"/>
                </a:lnTo>
                <a:lnTo>
                  <a:pt x="518" y="259"/>
                </a:lnTo>
                <a:lnTo>
                  <a:pt x="517" y="258"/>
                </a:lnTo>
                <a:lnTo>
                  <a:pt x="516" y="258"/>
                </a:lnTo>
                <a:lnTo>
                  <a:pt x="515" y="257"/>
                </a:lnTo>
                <a:lnTo>
                  <a:pt x="515" y="258"/>
                </a:lnTo>
                <a:lnTo>
                  <a:pt x="513" y="258"/>
                </a:lnTo>
                <a:lnTo>
                  <a:pt x="513" y="259"/>
                </a:lnTo>
                <a:lnTo>
                  <a:pt x="514" y="260"/>
                </a:lnTo>
                <a:lnTo>
                  <a:pt x="514" y="261"/>
                </a:lnTo>
                <a:lnTo>
                  <a:pt x="514" y="262"/>
                </a:lnTo>
                <a:lnTo>
                  <a:pt x="514" y="263"/>
                </a:lnTo>
                <a:lnTo>
                  <a:pt x="515" y="263"/>
                </a:lnTo>
                <a:lnTo>
                  <a:pt x="517" y="263"/>
                </a:lnTo>
                <a:lnTo>
                  <a:pt x="517" y="264"/>
                </a:lnTo>
                <a:lnTo>
                  <a:pt x="518" y="264"/>
                </a:lnTo>
                <a:lnTo>
                  <a:pt x="519" y="263"/>
                </a:lnTo>
                <a:lnTo>
                  <a:pt x="520" y="264"/>
                </a:lnTo>
                <a:lnTo>
                  <a:pt x="520" y="265"/>
                </a:lnTo>
                <a:lnTo>
                  <a:pt x="521" y="266"/>
                </a:lnTo>
                <a:lnTo>
                  <a:pt x="521" y="267"/>
                </a:lnTo>
                <a:lnTo>
                  <a:pt x="522" y="268"/>
                </a:lnTo>
                <a:lnTo>
                  <a:pt x="523" y="269"/>
                </a:lnTo>
                <a:lnTo>
                  <a:pt x="522" y="270"/>
                </a:lnTo>
                <a:lnTo>
                  <a:pt x="522" y="272"/>
                </a:lnTo>
                <a:lnTo>
                  <a:pt x="523" y="272"/>
                </a:lnTo>
                <a:lnTo>
                  <a:pt x="523" y="273"/>
                </a:lnTo>
                <a:lnTo>
                  <a:pt x="523" y="274"/>
                </a:lnTo>
                <a:lnTo>
                  <a:pt x="524" y="274"/>
                </a:lnTo>
                <a:lnTo>
                  <a:pt x="524" y="275"/>
                </a:lnTo>
                <a:lnTo>
                  <a:pt x="524" y="276"/>
                </a:lnTo>
                <a:lnTo>
                  <a:pt x="523" y="276"/>
                </a:lnTo>
                <a:lnTo>
                  <a:pt x="522" y="276"/>
                </a:lnTo>
                <a:lnTo>
                  <a:pt x="522" y="277"/>
                </a:lnTo>
                <a:lnTo>
                  <a:pt x="521" y="277"/>
                </a:lnTo>
                <a:lnTo>
                  <a:pt x="522" y="278"/>
                </a:lnTo>
                <a:lnTo>
                  <a:pt x="523" y="279"/>
                </a:lnTo>
                <a:lnTo>
                  <a:pt x="522" y="280"/>
                </a:lnTo>
                <a:lnTo>
                  <a:pt x="521" y="280"/>
                </a:lnTo>
                <a:lnTo>
                  <a:pt x="520" y="281"/>
                </a:lnTo>
                <a:lnTo>
                  <a:pt x="520" y="282"/>
                </a:lnTo>
                <a:lnTo>
                  <a:pt x="521" y="283"/>
                </a:lnTo>
                <a:lnTo>
                  <a:pt x="521" y="282"/>
                </a:lnTo>
                <a:lnTo>
                  <a:pt x="522" y="283"/>
                </a:lnTo>
                <a:lnTo>
                  <a:pt x="521" y="283"/>
                </a:lnTo>
                <a:lnTo>
                  <a:pt x="520" y="284"/>
                </a:lnTo>
                <a:lnTo>
                  <a:pt x="519" y="285"/>
                </a:lnTo>
                <a:lnTo>
                  <a:pt x="518" y="285"/>
                </a:lnTo>
                <a:lnTo>
                  <a:pt x="518" y="286"/>
                </a:lnTo>
                <a:lnTo>
                  <a:pt x="517" y="286"/>
                </a:lnTo>
                <a:lnTo>
                  <a:pt x="517" y="287"/>
                </a:lnTo>
                <a:lnTo>
                  <a:pt x="516" y="288"/>
                </a:lnTo>
                <a:lnTo>
                  <a:pt x="516" y="289"/>
                </a:lnTo>
                <a:lnTo>
                  <a:pt x="516" y="290"/>
                </a:lnTo>
                <a:lnTo>
                  <a:pt x="515" y="291"/>
                </a:lnTo>
                <a:lnTo>
                  <a:pt x="514" y="291"/>
                </a:lnTo>
                <a:lnTo>
                  <a:pt x="514" y="292"/>
                </a:lnTo>
                <a:lnTo>
                  <a:pt x="514" y="293"/>
                </a:lnTo>
                <a:lnTo>
                  <a:pt x="514" y="294"/>
                </a:lnTo>
                <a:lnTo>
                  <a:pt x="514" y="295"/>
                </a:lnTo>
                <a:lnTo>
                  <a:pt x="513" y="295"/>
                </a:lnTo>
                <a:lnTo>
                  <a:pt x="512" y="295"/>
                </a:lnTo>
                <a:lnTo>
                  <a:pt x="512" y="296"/>
                </a:lnTo>
                <a:lnTo>
                  <a:pt x="512" y="297"/>
                </a:lnTo>
                <a:lnTo>
                  <a:pt x="512" y="298"/>
                </a:lnTo>
                <a:lnTo>
                  <a:pt x="512" y="299"/>
                </a:lnTo>
                <a:lnTo>
                  <a:pt x="513" y="299"/>
                </a:lnTo>
                <a:lnTo>
                  <a:pt x="512" y="299"/>
                </a:lnTo>
                <a:lnTo>
                  <a:pt x="512" y="300"/>
                </a:lnTo>
                <a:lnTo>
                  <a:pt x="513" y="300"/>
                </a:lnTo>
                <a:lnTo>
                  <a:pt x="514" y="300"/>
                </a:lnTo>
                <a:lnTo>
                  <a:pt x="515" y="300"/>
                </a:lnTo>
                <a:lnTo>
                  <a:pt x="516" y="300"/>
                </a:lnTo>
                <a:lnTo>
                  <a:pt x="517" y="301"/>
                </a:lnTo>
                <a:lnTo>
                  <a:pt x="518" y="302"/>
                </a:lnTo>
                <a:lnTo>
                  <a:pt x="518" y="303"/>
                </a:lnTo>
                <a:lnTo>
                  <a:pt x="519" y="303"/>
                </a:lnTo>
                <a:lnTo>
                  <a:pt x="520" y="302"/>
                </a:lnTo>
                <a:lnTo>
                  <a:pt x="521" y="302"/>
                </a:lnTo>
                <a:lnTo>
                  <a:pt x="522" y="301"/>
                </a:lnTo>
                <a:lnTo>
                  <a:pt x="525" y="301"/>
                </a:lnTo>
                <a:lnTo>
                  <a:pt x="526" y="301"/>
                </a:lnTo>
                <a:lnTo>
                  <a:pt x="527" y="301"/>
                </a:lnTo>
                <a:lnTo>
                  <a:pt x="527" y="300"/>
                </a:lnTo>
                <a:lnTo>
                  <a:pt x="527" y="299"/>
                </a:lnTo>
                <a:lnTo>
                  <a:pt x="528" y="299"/>
                </a:lnTo>
                <a:lnTo>
                  <a:pt x="529" y="298"/>
                </a:lnTo>
                <a:lnTo>
                  <a:pt x="530" y="299"/>
                </a:lnTo>
                <a:lnTo>
                  <a:pt x="530" y="300"/>
                </a:lnTo>
                <a:lnTo>
                  <a:pt x="529" y="300"/>
                </a:lnTo>
                <a:lnTo>
                  <a:pt x="529" y="301"/>
                </a:lnTo>
                <a:lnTo>
                  <a:pt x="528" y="302"/>
                </a:lnTo>
                <a:lnTo>
                  <a:pt x="528" y="303"/>
                </a:lnTo>
                <a:lnTo>
                  <a:pt x="528" y="304"/>
                </a:lnTo>
                <a:lnTo>
                  <a:pt x="527" y="305"/>
                </a:lnTo>
                <a:lnTo>
                  <a:pt x="526" y="305"/>
                </a:lnTo>
                <a:lnTo>
                  <a:pt x="527" y="306"/>
                </a:lnTo>
                <a:lnTo>
                  <a:pt x="528" y="306"/>
                </a:lnTo>
                <a:lnTo>
                  <a:pt x="528" y="307"/>
                </a:lnTo>
                <a:lnTo>
                  <a:pt x="528" y="308"/>
                </a:lnTo>
                <a:lnTo>
                  <a:pt x="528" y="309"/>
                </a:lnTo>
                <a:lnTo>
                  <a:pt x="529" y="309"/>
                </a:lnTo>
                <a:lnTo>
                  <a:pt x="530" y="309"/>
                </a:lnTo>
                <a:lnTo>
                  <a:pt x="530" y="310"/>
                </a:lnTo>
                <a:lnTo>
                  <a:pt x="529" y="310"/>
                </a:lnTo>
                <a:lnTo>
                  <a:pt x="529" y="311"/>
                </a:lnTo>
                <a:lnTo>
                  <a:pt x="529" y="312"/>
                </a:lnTo>
                <a:lnTo>
                  <a:pt x="530" y="313"/>
                </a:lnTo>
                <a:lnTo>
                  <a:pt x="529" y="313"/>
                </a:lnTo>
                <a:lnTo>
                  <a:pt x="529" y="314"/>
                </a:lnTo>
                <a:lnTo>
                  <a:pt x="530" y="315"/>
                </a:lnTo>
                <a:lnTo>
                  <a:pt x="531" y="315"/>
                </a:lnTo>
                <a:lnTo>
                  <a:pt x="532" y="315"/>
                </a:lnTo>
                <a:lnTo>
                  <a:pt x="533" y="317"/>
                </a:lnTo>
                <a:lnTo>
                  <a:pt x="534" y="317"/>
                </a:lnTo>
                <a:lnTo>
                  <a:pt x="533" y="318"/>
                </a:lnTo>
                <a:lnTo>
                  <a:pt x="533" y="319"/>
                </a:lnTo>
                <a:lnTo>
                  <a:pt x="533" y="320"/>
                </a:lnTo>
                <a:lnTo>
                  <a:pt x="532" y="320"/>
                </a:lnTo>
                <a:lnTo>
                  <a:pt x="531" y="320"/>
                </a:lnTo>
                <a:lnTo>
                  <a:pt x="530" y="320"/>
                </a:lnTo>
                <a:lnTo>
                  <a:pt x="529" y="321"/>
                </a:lnTo>
                <a:lnTo>
                  <a:pt x="528" y="320"/>
                </a:lnTo>
                <a:lnTo>
                  <a:pt x="528" y="321"/>
                </a:lnTo>
                <a:lnTo>
                  <a:pt x="528" y="323"/>
                </a:lnTo>
                <a:lnTo>
                  <a:pt x="528" y="324"/>
                </a:lnTo>
                <a:lnTo>
                  <a:pt x="528" y="325"/>
                </a:lnTo>
                <a:lnTo>
                  <a:pt x="529" y="325"/>
                </a:lnTo>
                <a:lnTo>
                  <a:pt x="530" y="325"/>
                </a:lnTo>
                <a:lnTo>
                  <a:pt x="530" y="326"/>
                </a:lnTo>
                <a:lnTo>
                  <a:pt x="530" y="327"/>
                </a:lnTo>
                <a:lnTo>
                  <a:pt x="531" y="327"/>
                </a:lnTo>
                <a:lnTo>
                  <a:pt x="531" y="328"/>
                </a:lnTo>
                <a:lnTo>
                  <a:pt x="530" y="329"/>
                </a:lnTo>
                <a:lnTo>
                  <a:pt x="530" y="330"/>
                </a:lnTo>
                <a:lnTo>
                  <a:pt x="529" y="330"/>
                </a:lnTo>
                <a:lnTo>
                  <a:pt x="529" y="331"/>
                </a:lnTo>
                <a:lnTo>
                  <a:pt x="528" y="331"/>
                </a:lnTo>
                <a:lnTo>
                  <a:pt x="528" y="332"/>
                </a:lnTo>
                <a:lnTo>
                  <a:pt x="527" y="332"/>
                </a:lnTo>
                <a:lnTo>
                  <a:pt x="526" y="332"/>
                </a:lnTo>
                <a:lnTo>
                  <a:pt x="526" y="333"/>
                </a:lnTo>
                <a:lnTo>
                  <a:pt x="525" y="333"/>
                </a:lnTo>
                <a:lnTo>
                  <a:pt x="524" y="334"/>
                </a:lnTo>
                <a:lnTo>
                  <a:pt x="526" y="334"/>
                </a:lnTo>
                <a:lnTo>
                  <a:pt x="527" y="335"/>
                </a:lnTo>
                <a:lnTo>
                  <a:pt x="526" y="338"/>
                </a:lnTo>
                <a:lnTo>
                  <a:pt x="526" y="339"/>
                </a:lnTo>
                <a:lnTo>
                  <a:pt x="525" y="339"/>
                </a:lnTo>
                <a:lnTo>
                  <a:pt x="525" y="340"/>
                </a:lnTo>
                <a:lnTo>
                  <a:pt x="523" y="340"/>
                </a:lnTo>
                <a:lnTo>
                  <a:pt x="523" y="341"/>
                </a:lnTo>
                <a:lnTo>
                  <a:pt x="522" y="341"/>
                </a:lnTo>
                <a:lnTo>
                  <a:pt x="523" y="341"/>
                </a:lnTo>
                <a:lnTo>
                  <a:pt x="523" y="342"/>
                </a:lnTo>
                <a:lnTo>
                  <a:pt x="523" y="343"/>
                </a:lnTo>
                <a:lnTo>
                  <a:pt x="522" y="344"/>
                </a:lnTo>
                <a:lnTo>
                  <a:pt x="521" y="345"/>
                </a:lnTo>
                <a:lnTo>
                  <a:pt x="520" y="346"/>
                </a:lnTo>
                <a:lnTo>
                  <a:pt x="519" y="346"/>
                </a:lnTo>
                <a:lnTo>
                  <a:pt x="519" y="347"/>
                </a:lnTo>
                <a:lnTo>
                  <a:pt x="518" y="347"/>
                </a:lnTo>
                <a:lnTo>
                  <a:pt x="517" y="349"/>
                </a:lnTo>
                <a:lnTo>
                  <a:pt x="518" y="350"/>
                </a:lnTo>
                <a:lnTo>
                  <a:pt x="518" y="351"/>
                </a:lnTo>
                <a:lnTo>
                  <a:pt x="517" y="352"/>
                </a:lnTo>
                <a:lnTo>
                  <a:pt x="517" y="353"/>
                </a:lnTo>
                <a:lnTo>
                  <a:pt x="518" y="354"/>
                </a:lnTo>
                <a:lnTo>
                  <a:pt x="517" y="354"/>
                </a:lnTo>
                <a:lnTo>
                  <a:pt x="517" y="355"/>
                </a:lnTo>
                <a:lnTo>
                  <a:pt x="518" y="355"/>
                </a:lnTo>
                <a:lnTo>
                  <a:pt x="518" y="356"/>
                </a:lnTo>
                <a:lnTo>
                  <a:pt x="518" y="358"/>
                </a:lnTo>
                <a:lnTo>
                  <a:pt x="516" y="358"/>
                </a:lnTo>
                <a:lnTo>
                  <a:pt x="515" y="358"/>
                </a:lnTo>
                <a:lnTo>
                  <a:pt x="515" y="359"/>
                </a:lnTo>
                <a:lnTo>
                  <a:pt x="514" y="359"/>
                </a:lnTo>
                <a:lnTo>
                  <a:pt x="512" y="359"/>
                </a:lnTo>
                <a:lnTo>
                  <a:pt x="511" y="359"/>
                </a:lnTo>
                <a:lnTo>
                  <a:pt x="510" y="359"/>
                </a:lnTo>
                <a:lnTo>
                  <a:pt x="509" y="358"/>
                </a:lnTo>
                <a:lnTo>
                  <a:pt x="508" y="357"/>
                </a:lnTo>
                <a:lnTo>
                  <a:pt x="507" y="357"/>
                </a:lnTo>
                <a:lnTo>
                  <a:pt x="506" y="357"/>
                </a:lnTo>
                <a:lnTo>
                  <a:pt x="506" y="356"/>
                </a:lnTo>
                <a:lnTo>
                  <a:pt x="506" y="355"/>
                </a:lnTo>
                <a:lnTo>
                  <a:pt x="506" y="354"/>
                </a:lnTo>
                <a:lnTo>
                  <a:pt x="505" y="354"/>
                </a:lnTo>
                <a:lnTo>
                  <a:pt x="505" y="355"/>
                </a:lnTo>
                <a:lnTo>
                  <a:pt x="505" y="354"/>
                </a:lnTo>
                <a:lnTo>
                  <a:pt x="506" y="354"/>
                </a:lnTo>
                <a:lnTo>
                  <a:pt x="506" y="353"/>
                </a:lnTo>
                <a:lnTo>
                  <a:pt x="506" y="352"/>
                </a:lnTo>
                <a:lnTo>
                  <a:pt x="506" y="351"/>
                </a:lnTo>
                <a:lnTo>
                  <a:pt x="505" y="351"/>
                </a:lnTo>
                <a:lnTo>
                  <a:pt x="504" y="351"/>
                </a:lnTo>
                <a:lnTo>
                  <a:pt x="504" y="350"/>
                </a:lnTo>
                <a:lnTo>
                  <a:pt x="503" y="350"/>
                </a:lnTo>
                <a:lnTo>
                  <a:pt x="502" y="351"/>
                </a:lnTo>
                <a:lnTo>
                  <a:pt x="503" y="353"/>
                </a:lnTo>
                <a:lnTo>
                  <a:pt x="504" y="353"/>
                </a:lnTo>
                <a:lnTo>
                  <a:pt x="504" y="354"/>
                </a:lnTo>
                <a:lnTo>
                  <a:pt x="503" y="355"/>
                </a:lnTo>
                <a:lnTo>
                  <a:pt x="502" y="355"/>
                </a:lnTo>
                <a:lnTo>
                  <a:pt x="501" y="355"/>
                </a:lnTo>
                <a:lnTo>
                  <a:pt x="502" y="355"/>
                </a:lnTo>
                <a:lnTo>
                  <a:pt x="502" y="356"/>
                </a:lnTo>
                <a:lnTo>
                  <a:pt x="501" y="356"/>
                </a:lnTo>
                <a:lnTo>
                  <a:pt x="501" y="357"/>
                </a:lnTo>
                <a:lnTo>
                  <a:pt x="500" y="357"/>
                </a:lnTo>
                <a:lnTo>
                  <a:pt x="500" y="356"/>
                </a:lnTo>
                <a:lnTo>
                  <a:pt x="499" y="355"/>
                </a:lnTo>
                <a:lnTo>
                  <a:pt x="499" y="354"/>
                </a:lnTo>
                <a:lnTo>
                  <a:pt x="500" y="354"/>
                </a:lnTo>
                <a:lnTo>
                  <a:pt x="500" y="353"/>
                </a:lnTo>
                <a:lnTo>
                  <a:pt x="501" y="353"/>
                </a:lnTo>
                <a:lnTo>
                  <a:pt x="500" y="351"/>
                </a:lnTo>
                <a:lnTo>
                  <a:pt x="499" y="350"/>
                </a:lnTo>
                <a:lnTo>
                  <a:pt x="498" y="350"/>
                </a:lnTo>
                <a:lnTo>
                  <a:pt x="497" y="350"/>
                </a:lnTo>
                <a:lnTo>
                  <a:pt x="496" y="350"/>
                </a:lnTo>
                <a:lnTo>
                  <a:pt x="495" y="352"/>
                </a:lnTo>
                <a:lnTo>
                  <a:pt x="494" y="352"/>
                </a:lnTo>
                <a:lnTo>
                  <a:pt x="494" y="353"/>
                </a:lnTo>
                <a:lnTo>
                  <a:pt x="492" y="352"/>
                </a:lnTo>
                <a:lnTo>
                  <a:pt x="491" y="352"/>
                </a:lnTo>
                <a:lnTo>
                  <a:pt x="490" y="352"/>
                </a:lnTo>
                <a:lnTo>
                  <a:pt x="489" y="352"/>
                </a:lnTo>
                <a:lnTo>
                  <a:pt x="488" y="352"/>
                </a:lnTo>
                <a:lnTo>
                  <a:pt x="487" y="353"/>
                </a:lnTo>
                <a:lnTo>
                  <a:pt x="486" y="353"/>
                </a:lnTo>
                <a:lnTo>
                  <a:pt x="487" y="354"/>
                </a:lnTo>
                <a:lnTo>
                  <a:pt x="487" y="355"/>
                </a:lnTo>
                <a:lnTo>
                  <a:pt x="486" y="355"/>
                </a:lnTo>
                <a:lnTo>
                  <a:pt x="485" y="356"/>
                </a:lnTo>
                <a:lnTo>
                  <a:pt x="485" y="357"/>
                </a:lnTo>
                <a:lnTo>
                  <a:pt x="484" y="357"/>
                </a:lnTo>
                <a:lnTo>
                  <a:pt x="484" y="356"/>
                </a:lnTo>
                <a:lnTo>
                  <a:pt x="483" y="357"/>
                </a:lnTo>
                <a:lnTo>
                  <a:pt x="484" y="357"/>
                </a:lnTo>
                <a:lnTo>
                  <a:pt x="484" y="358"/>
                </a:lnTo>
                <a:lnTo>
                  <a:pt x="483" y="358"/>
                </a:lnTo>
                <a:lnTo>
                  <a:pt x="482" y="358"/>
                </a:lnTo>
                <a:lnTo>
                  <a:pt x="482" y="357"/>
                </a:lnTo>
                <a:lnTo>
                  <a:pt x="480" y="358"/>
                </a:lnTo>
                <a:lnTo>
                  <a:pt x="479" y="358"/>
                </a:lnTo>
                <a:lnTo>
                  <a:pt x="478" y="359"/>
                </a:lnTo>
                <a:lnTo>
                  <a:pt x="478" y="360"/>
                </a:lnTo>
                <a:lnTo>
                  <a:pt x="478" y="361"/>
                </a:lnTo>
                <a:lnTo>
                  <a:pt x="478" y="362"/>
                </a:lnTo>
                <a:lnTo>
                  <a:pt x="478" y="363"/>
                </a:lnTo>
                <a:lnTo>
                  <a:pt x="479" y="363"/>
                </a:lnTo>
                <a:lnTo>
                  <a:pt x="480" y="363"/>
                </a:lnTo>
                <a:lnTo>
                  <a:pt x="481" y="363"/>
                </a:lnTo>
                <a:lnTo>
                  <a:pt x="482" y="363"/>
                </a:lnTo>
                <a:lnTo>
                  <a:pt x="483" y="363"/>
                </a:lnTo>
                <a:lnTo>
                  <a:pt x="484" y="362"/>
                </a:lnTo>
                <a:lnTo>
                  <a:pt x="484" y="361"/>
                </a:lnTo>
                <a:lnTo>
                  <a:pt x="485" y="361"/>
                </a:lnTo>
                <a:lnTo>
                  <a:pt x="486" y="360"/>
                </a:lnTo>
                <a:lnTo>
                  <a:pt x="486" y="359"/>
                </a:lnTo>
                <a:lnTo>
                  <a:pt x="487" y="359"/>
                </a:lnTo>
                <a:lnTo>
                  <a:pt x="487" y="358"/>
                </a:lnTo>
                <a:lnTo>
                  <a:pt x="487" y="357"/>
                </a:lnTo>
                <a:lnTo>
                  <a:pt x="488" y="357"/>
                </a:lnTo>
                <a:lnTo>
                  <a:pt x="489" y="358"/>
                </a:lnTo>
                <a:lnTo>
                  <a:pt x="490" y="359"/>
                </a:lnTo>
                <a:lnTo>
                  <a:pt x="491" y="358"/>
                </a:lnTo>
                <a:lnTo>
                  <a:pt x="491" y="357"/>
                </a:lnTo>
                <a:lnTo>
                  <a:pt x="492" y="357"/>
                </a:lnTo>
                <a:lnTo>
                  <a:pt x="492" y="356"/>
                </a:lnTo>
                <a:lnTo>
                  <a:pt x="492" y="357"/>
                </a:lnTo>
                <a:lnTo>
                  <a:pt x="492" y="358"/>
                </a:lnTo>
                <a:lnTo>
                  <a:pt x="493" y="359"/>
                </a:lnTo>
                <a:lnTo>
                  <a:pt x="494" y="359"/>
                </a:lnTo>
                <a:lnTo>
                  <a:pt x="494" y="360"/>
                </a:lnTo>
                <a:lnTo>
                  <a:pt x="494" y="361"/>
                </a:lnTo>
                <a:lnTo>
                  <a:pt x="494" y="362"/>
                </a:lnTo>
                <a:lnTo>
                  <a:pt x="493" y="362"/>
                </a:lnTo>
                <a:lnTo>
                  <a:pt x="492" y="363"/>
                </a:lnTo>
                <a:lnTo>
                  <a:pt x="491" y="366"/>
                </a:lnTo>
                <a:lnTo>
                  <a:pt x="490" y="368"/>
                </a:lnTo>
                <a:lnTo>
                  <a:pt x="491" y="369"/>
                </a:lnTo>
                <a:lnTo>
                  <a:pt x="491" y="370"/>
                </a:lnTo>
                <a:lnTo>
                  <a:pt x="491" y="369"/>
                </a:lnTo>
                <a:lnTo>
                  <a:pt x="491" y="370"/>
                </a:lnTo>
                <a:lnTo>
                  <a:pt x="492" y="370"/>
                </a:lnTo>
                <a:lnTo>
                  <a:pt x="491" y="370"/>
                </a:lnTo>
                <a:lnTo>
                  <a:pt x="491" y="371"/>
                </a:lnTo>
                <a:lnTo>
                  <a:pt x="491" y="372"/>
                </a:lnTo>
                <a:lnTo>
                  <a:pt x="491" y="373"/>
                </a:lnTo>
                <a:lnTo>
                  <a:pt x="491" y="374"/>
                </a:lnTo>
                <a:lnTo>
                  <a:pt x="492" y="375"/>
                </a:lnTo>
                <a:lnTo>
                  <a:pt x="493" y="375"/>
                </a:lnTo>
                <a:lnTo>
                  <a:pt x="494" y="375"/>
                </a:lnTo>
                <a:lnTo>
                  <a:pt x="495" y="376"/>
                </a:lnTo>
                <a:lnTo>
                  <a:pt x="495" y="377"/>
                </a:lnTo>
                <a:lnTo>
                  <a:pt x="494" y="378"/>
                </a:lnTo>
                <a:lnTo>
                  <a:pt x="493" y="377"/>
                </a:lnTo>
                <a:lnTo>
                  <a:pt x="493" y="378"/>
                </a:lnTo>
                <a:lnTo>
                  <a:pt x="492" y="379"/>
                </a:lnTo>
                <a:lnTo>
                  <a:pt x="491" y="379"/>
                </a:lnTo>
                <a:lnTo>
                  <a:pt x="490" y="380"/>
                </a:lnTo>
                <a:lnTo>
                  <a:pt x="489" y="380"/>
                </a:lnTo>
                <a:lnTo>
                  <a:pt x="488" y="380"/>
                </a:lnTo>
                <a:lnTo>
                  <a:pt x="488" y="379"/>
                </a:lnTo>
                <a:lnTo>
                  <a:pt x="487" y="378"/>
                </a:lnTo>
                <a:lnTo>
                  <a:pt x="486" y="378"/>
                </a:lnTo>
                <a:lnTo>
                  <a:pt x="485" y="378"/>
                </a:lnTo>
                <a:lnTo>
                  <a:pt x="485" y="377"/>
                </a:lnTo>
                <a:lnTo>
                  <a:pt x="484" y="377"/>
                </a:lnTo>
                <a:lnTo>
                  <a:pt x="483" y="376"/>
                </a:lnTo>
                <a:lnTo>
                  <a:pt x="481" y="376"/>
                </a:lnTo>
                <a:lnTo>
                  <a:pt x="480" y="377"/>
                </a:lnTo>
                <a:lnTo>
                  <a:pt x="478" y="377"/>
                </a:lnTo>
                <a:lnTo>
                  <a:pt x="477" y="377"/>
                </a:lnTo>
                <a:lnTo>
                  <a:pt x="477" y="376"/>
                </a:lnTo>
                <a:lnTo>
                  <a:pt x="476" y="376"/>
                </a:lnTo>
                <a:lnTo>
                  <a:pt x="475" y="376"/>
                </a:lnTo>
                <a:lnTo>
                  <a:pt x="474" y="376"/>
                </a:lnTo>
                <a:lnTo>
                  <a:pt x="474" y="377"/>
                </a:lnTo>
                <a:lnTo>
                  <a:pt x="473" y="377"/>
                </a:lnTo>
                <a:lnTo>
                  <a:pt x="471" y="377"/>
                </a:lnTo>
                <a:lnTo>
                  <a:pt x="471" y="378"/>
                </a:lnTo>
                <a:lnTo>
                  <a:pt x="470" y="379"/>
                </a:lnTo>
                <a:lnTo>
                  <a:pt x="470" y="378"/>
                </a:lnTo>
                <a:lnTo>
                  <a:pt x="469" y="377"/>
                </a:lnTo>
                <a:lnTo>
                  <a:pt x="469" y="376"/>
                </a:lnTo>
                <a:lnTo>
                  <a:pt x="468" y="376"/>
                </a:lnTo>
                <a:lnTo>
                  <a:pt x="468" y="374"/>
                </a:lnTo>
                <a:lnTo>
                  <a:pt x="469" y="374"/>
                </a:lnTo>
                <a:lnTo>
                  <a:pt x="469" y="373"/>
                </a:lnTo>
                <a:lnTo>
                  <a:pt x="469" y="372"/>
                </a:lnTo>
                <a:lnTo>
                  <a:pt x="468" y="372"/>
                </a:lnTo>
                <a:lnTo>
                  <a:pt x="468" y="371"/>
                </a:lnTo>
                <a:lnTo>
                  <a:pt x="468" y="370"/>
                </a:lnTo>
                <a:lnTo>
                  <a:pt x="468" y="369"/>
                </a:lnTo>
                <a:lnTo>
                  <a:pt x="467" y="369"/>
                </a:lnTo>
                <a:lnTo>
                  <a:pt x="466" y="368"/>
                </a:lnTo>
                <a:lnTo>
                  <a:pt x="465" y="367"/>
                </a:lnTo>
                <a:lnTo>
                  <a:pt x="464" y="368"/>
                </a:lnTo>
                <a:lnTo>
                  <a:pt x="463" y="368"/>
                </a:lnTo>
                <a:lnTo>
                  <a:pt x="462" y="368"/>
                </a:lnTo>
                <a:lnTo>
                  <a:pt x="461" y="369"/>
                </a:lnTo>
                <a:lnTo>
                  <a:pt x="460" y="369"/>
                </a:lnTo>
                <a:lnTo>
                  <a:pt x="459" y="369"/>
                </a:lnTo>
                <a:lnTo>
                  <a:pt x="459" y="370"/>
                </a:lnTo>
                <a:lnTo>
                  <a:pt x="459" y="371"/>
                </a:lnTo>
                <a:lnTo>
                  <a:pt x="459" y="372"/>
                </a:lnTo>
                <a:lnTo>
                  <a:pt x="459" y="373"/>
                </a:lnTo>
                <a:lnTo>
                  <a:pt x="458" y="373"/>
                </a:lnTo>
                <a:lnTo>
                  <a:pt x="458" y="372"/>
                </a:lnTo>
                <a:lnTo>
                  <a:pt x="457" y="372"/>
                </a:lnTo>
                <a:lnTo>
                  <a:pt x="457" y="373"/>
                </a:lnTo>
                <a:lnTo>
                  <a:pt x="456" y="374"/>
                </a:lnTo>
                <a:lnTo>
                  <a:pt x="457" y="374"/>
                </a:lnTo>
                <a:lnTo>
                  <a:pt x="457" y="375"/>
                </a:lnTo>
                <a:lnTo>
                  <a:pt x="456" y="376"/>
                </a:lnTo>
                <a:lnTo>
                  <a:pt x="457" y="376"/>
                </a:lnTo>
                <a:lnTo>
                  <a:pt x="458" y="377"/>
                </a:lnTo>
                <a:lnTo>
                  <a:pt x="458" y="378"/>
                </a:lnTo>
                <a:lnTo>
                  <a:pt x="459" y="378"/>
                </a:lnTo>
                <a:lnTo>
                  <a:pt x="459" y="379"/>
                </a:lnTo>
                <a:lnTo>
                  <a:pt x="459" y="380"/>
                </a:lnTo>
                <a:lnTo>
                  <a:pt x="459" y="379"/>
                </a:lnTo>
                <a:lnTo>
                  <a:pt x="458" y="379"/>
                </a:lnTo>
                <a:lnTo>
                  <a:pt x="457" y="378"/>
                </a:lnTo>
                <a:lnTo>
                  <a:pt x="456" y="379"/>
                </a:lnTo>
                <a:lnTo>
                  <a:pt x="455" y="379"/>
                </a:lnTo>
                <a:lnTo>
                  <a:pt x="454" y="379"/>
                </a:lnTo>
                <a:lnTo>
                  <a:pt x="454" y="380"/>
                </a:lnTo>
                <a:lnTo>
                  <a:pt x="454" y="381"/>
                </a:lnTo>
                <a:lnTo>
                  <a:pt x="453" y="382"/>
                </a:lnTo>
                <a:lnTo>
                  <a:pt x="452" y="382"/>
                </a:lnTo>
                <a:lnTo>
                  <a:pt x="452" y="383"/>
                </a:lnTo>
                <a:lnTo>
                  <a:pt x="453" y="383"/>
                </a:lnTo>
                <a:lnTo>
                  <a:pt x="453" y="384"/>
                </a:lnTo>
                <a:lnTo>
                  <a:pt x="454" y="384"/>
                </a:lnTo>
                <a:lnTo>
                  <a:pt x="454" y="385"/>
                </a:lnTo>
                <a:lnTo>
                  <a:pt x="453" y="385"/>
                </a:lnTo>
                <a:lnTo>
                  <a:pt x="453" y="384"/>
                </a:lnTo>
                <a:lnTo>
                  <a:pt x="452" y="384"/>
                </a:lnTo>
                <a:lnTo>
                  <a:pt x="451" y="386"/>
                </a:lnTo>
                <a:lnTo>
                  <a:pt x="451" y="387"/>
                </a:lnTo>
                <a:lnTo>
                  <a:pt x="451" y="388"/>
                </a:lnTo>
                <a:lnTo>
                  <a:pt x="451" y="389"/>
                </a:lnTo>
                <a:lnTo>
                  <a:pt x="450" y="389"/>
                </a:lnTo>
                <a:lnTo>
                  <a:pt x="450" y="390"/>
                </a:lnTo>
                <a:lnTo>
                  <a:pt x="450" y="391"/>
                </a:lnTo>
                <a:lnTo>
                  <a:pt x="451" y="391"/>
                </a:lnTo>
                <a:lnTo>
                  <a:pt x="452" y="391"/>
                </a:lnTo>
                <a:lnTo>
                  <a:pt x="453" y="392"/>
                </a:lnTo>
                <a:lnTo>
                  <a:pt x="453" y="393"/>
                </a:lnTo>
                <a:lnTo>
                  <a:pt x="453" y="394"/>
                </a:lnTo>
                <a:lnTo>
                  <a:pt x="453" y="395"/>
                </a:lnTo>
                <a:lnTo>
                  <a:pt x="453" y="396"/>
                </a:lnTo>
                <a:lnTo>
                  <a:pt x="453" y="397"/>
                </a:lnTo>
                <a:lnTo>
                  <a:pt x="454" y="398"/>
                </a:lnTo>
                <a:lnTo>
                  <a:pt x="454" y="399"/>
                </a:lnTo>
                <a:lnTo>
                  <a:pt x="453" y="399"/>
                </a:lnTo>
                <a:lnTo>
                  <a:pt x="453" y="401"/>
                </a:lnTo>
                <a:lnTo>
                  <a:pt x="452" y="401"/>
                </a:lnTo>
                <a:lnTo>
                  <a:pt x="451" y="399"/>
                </a:lnTo>
                <a:lnTo>
                  <a:pt x="450" y="398"/>
                </a:lnTo>
                <a:lnTo>
                  <a:pt x="451" y="397"/>
                </a:lnTo>
                <a:lnTo>
                  <a:pt x="450" y="395"/>
                </a:lnTo>
                <a:lnTo>
                  <a:pt x="449" y="395"/>
                </a:lnTo>
                <a:lnTo>
                  <a:pt x="448" y="394"/>
                </a:lnTo>
                <a:lnTo>
                  <a:pt x="448" y="393"/>
                </a:lnTo>
                <a:lnTo>
                  <a:pt x="447" y="392"/>
                </a:lnTo>
                <a:lnTo>
                  <a:pt x="446" y="391"/>
                </a:lnTo>
                <a:lnTo>
                  <a:pt x="445" y="391"/>
                </a:lnTo>
                <a:lnTo>
                  <a:pt x="445" y="390"/>
                </a:lnTo>
                <a:lnTo>
                  <a:pt x="444" y="390"/>
                </a:lnTo>
                <a:lnTo>
                  <a:pt x="443" y="390"/>
                </a:lnTo>
                <a:lnTo>
                  <a:pt x="443" y="389"/>
                </a:lnTo>
                <a:lnTo>
                  <a:pt x="443" y="387"/>
                </a:lnTo>
                <a:lnTo>
                  <a:pt x="442" y="387"/>
                </a:lnTo>
                <a:lnTo>
                  <a:pt x="441" y="386"/>
                </a:lnTo>
                <a:lnTo>
                  <a:pt x="439" y="386"/>
                </a:lnTo>
                <a:lnTo>
                  <a:pt x="438" y="386"/>
                </a:lnTo>
                <a:lnTo>
                  <a:pt x="437" y="386"/>
                </a:lnTo>
                <a:lnTo>
                  <a:pt x="437" y="387"/>
                </a:lnTo>
                <a:lnTo>
                  <a:pt x="436" y="387"/>
                </a:lnTo>
                <a:lnTo>
                  <a:pt x="436" y="388"/>
                </a:lnTo>
                <a:lnTo>
                  <a:pt x="435" y="388"/>
                </a:lnTo>
                <a:lnTo>
                  <a:pt x="435" y="387"/>
                </a:lnTo>
                <a:lnTo>
                  <a:pt x="435" y="386"/>
                </a:lnTo>
                <a:lnTo>
                  <a:pt x="435" y="385"/>
                </a:lnTo>
                <a:lnTo>
                  <a:pt x="434" y="384"/>
                </a:lnTo>
                <a:lnTo>
                  <a:pt x="433" y="383"/>
                </a:lnTo>
                <a:lnTo>
                  <a:pt x="433" y="382"/>
                </a:lnTo>
                <a:lnTo>
                  <a:pt x="430" y="381"/>
                </a:lnTo>
                <a:lnTo>
                  <a:pt x="429" y="380"/>
                </a:lnTo>
                <a:lnTo>
                  <a:pt x="429" y="379"/>
                </a:lnTo>
                <a:lnTo>
                  <a:pt x="429" y="378"/>
                </a:lnTo>
                <a:lnTo>
                  <a:pt x="428" y="378"/>
                </a:lnTo>
                <a:lnTo>
                  <a:pt x="427" y="378"/>
                </a:lnTo>
                <a:lnTo>
                  <a:pt x="426" y="379"/>
                </a:lnTo>
                <a:lnTo>
                  <a:pt x="425" y="379"/>
                </a:lnTo>
                <a:lnTo>
                  <a:pt x="424" y="379"/>
                </a:lnTo>
                <a:lnTo>
                  <a:pt x="424" y="380"/>
                </a:lnTo>
                <a:lnTo>
                  <a:pt x="424" y="381"/>
                </a:lnTo>
                <a:lnTo>
                  <a:pt x="424" y="382"/>
                </a:lnTo>
                <a:lnTo>
                  <a:pt x="423" y="382"/>
                </a:lnTo>
                <a:lnTo>
                  <a:pt x="424" y="383"/>
                </a:lnTo>
                <a:lnTo>
                  <a:pt x="423" y="384"/>
                </a:lnTo>
                <a:lnTo>
                  <a:pt x="422" y="384"/>
                </a:lnTo>
                <a:lnTo>
                  <a:pt x="421" y="384"/>
                </a:lnTo>
                <a:lnTo>
                  <a:pt x="420" y="384"/>
                </a:lnTo>
                <a:lnTo>
                  <a:pt x="420" y="385"/>
                </a:lnTo>
                <a:lnTo>
                  <a:pt x="419" y="385"/>
                </a:lnTo>
                <a:lnTo>
                  <a:pt x="419" y="386"/>
                </a:lnTo>
                <a:lnTo>
                  <a:pt x="419" y="387"/>
                </a:lnTo>
                <a:lnTo>
                  <a:pt x="420" y="388"/>
                </a:lnTo>
                <a:lnTo>
                  <a:pt x="420" y="389"/>
                </a:lnTo>
                <a:lnTo>
                  <a:pt x="419" y="389"/>
                </a:lnTo>
                <a:lnTo>
                  <a:pt x="418" y="389"/>
                </a:lnTo>
                <a:lnTo>
                  <a:pt x="418" y="388"/>
                </a:lnTo>
                <a:lnTo>
                  <a:pt x="417" y="388"/>
                </a:lnTo>
                <a:lnTo>
                  <a:pt x="417" y="387"/>
                </a:lnTo>
                <a:lnTo>
                  <a:pt x="417" y="386"/>
                </a:lnTo>
                <a:lnTo>
                  <a:pt x="416" y="386"/>
                </a:lnTo>
                <a:lnTo>
                  <a:pt x="416" y="387"/>
                </a:lnTo>
                <a:lnTo>
                  <a:pt x="415" y="386"/>
                </a:lnTo>
                <a:lnTo>
                  <a:pt x="414" y="386"/>
                </a:lnTo>
                <a:lnTo>
                  <a:pt x="413" y="387"/>
                </a:lnTo>
                <a:lnTo>
                  <a:pt x="411" y="388"/>
                </a:lnTo>
                <a:lnTo>
                  <a:pt x="412" y="388"/>
                </a:lnTo>
                <a:lnTo>
                  <a:pt x="412" y="389"/>
                </a:lnTo>
                <a:lnTo>
                  <a:pt x="413" y="389"/>
                </a:lnTo>
                <a:lnTo>
                  <a:pt x="414" y="390"/>
                </a:lnTo>
                <a:lnTo>
                  <a:pt x="414" y="391"/>
                </a:lnTo>
                <a:lnTo>
                  <a:pt x="414" y="392"/>
                </a:lnTo>
                <a:lnTo>
                  <a:pt x="413" y="393"/>
                </a:lnTo>
                <a:lnTo>
                  <a:pt x="412" y="392"/>
                </a:lnTo>
                <a:lnTo>
                  <a:pt x="411" y="392"/>
                </a:lnTo>
                <a:lnTo>
                  <a:pt x="410" y="392"/>
                </a:lnTo>
                <a:lnTo>
                  <a:pt x="410" y="393"/>
                </a:lnTo>
                <a:lnTo>
                  <a:pt x="411" y="394"/>
                </a:lnTo>
                <a:lnTo>
                  <a:pt x="411" y="395"/>
                </a:lnTo>
                <a:lnTo>
                  <a:pt x="411" y="396"/>
                </a:lnTo>
                <a:lnTo>
                  <a:pt x="410" y="397"/>
                </a:lnTo>
                <a:lnTo>
                  <a:pt x="410" y="398"/>
                </a:lnTo>
                <a:lnTo>
                  <a:pt x="411" y="398"/>
                </a:lnTo>
                <a:lnTo>
                  <a:pt x="411" y="399"/>
                </a:lnTo>
                <a:lnTo>
                  <a:pt x="411" y="400"/>
                </a:lnTo>
                <a:lnTo>
                  <a:pt x="411" y="401"/>
                </a:lnTo>
                <a:lnTo>
                  <a:pt x="410" y="402"/>
                </a:lnTo>
                <a:lnTo>
                  <a:pt x="410" y="403"/>
                </a:lnTo>
                <a:lnTo>
                  <a:pt x="410" y="404"/>
                </a:lnTo>
                <a:lnTo>
                  <a:pt x="410" y="405"/>
                </a:lnTo>
                <a:lnTo>
                  <a:pt x="410" y="406"/>
                </a:lnTo>
                <a:lnTo>
                  <a:pt x="409" y="406"/>
                </a:lnTo>
                <a:lnTo>
                  <a:pt x="409" y="407"/>
                </a:lnTo>
                <a:lnTo>
                  <a:pt x="410" y="408"/>
                </a:lnTo>
                <a:lnTo>
                  <a:pt x="410" y="409"/>
                </a:lnTo>
                <a:lnTo>
                  <a:pt x="409" y="409"/>
                </a:lnTo>
                <a:lnTo>
                  <a:pt x="408" y="410"/>
                </a:lnTo>
                <a:lnTo>
                  <a:pt x="407" y="411"/>
                </a:lnTo>
                <a:lnTo>
                  <a:pt x="406" y="412"/>
                </a:lnTo>
                <a:lnTo>
                  <a:pt x="405" y="412"/>
                </a:lnTo>
                <a:lnTo>
                  <a:pt x="404" y="413"/>
                </a:lnTo>
                <a:lnTo>
                  <a:pt x="403" y="412"/>
                </a:lnTo>
                <a:lnTo>
                  <a:pt x="402" y="412"/>
                </a:lnTo>
                <a:lnTo>
                  <a:pt x="401" y="412"/>
                </a:lnTo>
                <a:lnTo>
                  <a:pt x="400" y="412"/>
                </a:lnTo>
                <a:lnTo>
                  <a:pt x="399" y="412"/>
                </a:lnTo>
                <a:lnTo>
                  <a:pt x="399" y="413"/>
                </a:lnTo>
                <a:lnTo>
                  <a:pt x="398" y="413"/>
                </a:lnTo>
                <a:lnTo>
                  <a:pt x="397" y="412"/>
                </a:lnTo>
                <a:lnTo>
                  <a:pt x="397" y="413"/>
                </a:lnTo>
                <a:lnTo>
                  <a:pt x="396" y="414"/>
                </a:lnTo>
                <a:lnTo>
                  <a:pt x="395" y="414"/>
                </a:lnTo>
                <a:lnTo>
                  <a:pt x="394" y="414"/>
                </a:lnTo>
                <a:lnTo>
                  <a:pt x="394" y="415"/>
                </a:lnTo>
                <a:lnTo>
                  <a:pt x="394" y="414"/>
                </a:lnTo>
                <a:lnTo>
                  <a:pt x="393" y="415"/>
                </a:lnTo>
                <a:lnTo>
                  <a:pt x="392" y="415"/>
                </a:lnTo>
                <a:lnTo>
                  <a:pt x="392" y="416"/>
                </a:lnTo>
                <a:lnTo>
                  <a:pt x="391" y="416"/>
                </a:lnTo>
                <a:lnTo>
                  <a:pt x="390" y="417"/>
                </a:lnTo>
                <a:lnTo>
                  <a:pt x="389" y="417"/>
                </a:lnTo>
                <a:lnTo>
                  <a:pt x="388" y="417"/>
                </a:lnTo>
                <a:lnTo>
                  <a:pt x="387" y="418"/>
                </a:lnTo>
                <a:lnTo>
                  <a:pt x="386" y="418"/>
                </a:lnTo>
                <a:lnTo>
                  <a:pt x="385" y="418"/>
                </a:lnTo>
                <a:lnTo>
                  <a:pt x="385" y="419"/>
                </a:lnTo>
                <a:lnTo>
                  <a:pt x="386" y="419"/>
                </a:lnTo>
                <a:lnTo>
                  <a:pt x="385" y="420"/>
                </a:lnTo>
                <a:lnTo>
                  <a:pt x="384" y="420"/>
                </a:lnTo>
                <a:lnTo>
                  <a:pt x="383" y="421"/>
                </a:lnTo>
                <a:lnTo>
                  <a:pt x="382" y="420"/>
                </a:lnTo>
                <a:lnTo>
                  <a:pt x="381" y="420"/>
                </a:lnTo>
                <a:lnTo>
                  <a:pt x="380" y="420"/>
                </a:lnTo>
                <a:lnTo>
                  <a:pt x="379" y="421"/>
                </a:lnTo>
                <a:lnTo>
                  <a:pt x="378" y="421"/>
                </a:lnTo>
                <a:lnTo>
                  <a:pt x="377" y="420"/>
                </a:lnTo>
                <a:lnTo>
                  <a:pt x="376" y="420"/>
                </a:lnTo>
                <a:lnTo>
                  <a:pt x="376" y="421"/>
                </a:lnTo>
                <a:lnTo>
                  <a:pt x="376" y="420"/>
                </a:lnTo>
                <a:lnTo>
                  <a:pt x="377" y="419"/>
                </a:lnTo>
                <a:lnTo>
                  <a:pt x="378" y="418"/>
                </a:lnTo>
                <a:lnTo>
                  <a:pt x="378" y="417"/>
                </a:lnTo>
                <a:lnTo>
                  <a:pt x="377" y="416"/>
                </a:lnTo>
                <a:lnTo>
                  <a:pt x="378" y="416"/>
                </a:lnTo>
                <a:lnTo>
                  <a:pt x="378" y="415"/>
                </a:lnTo>
                <a:lnTo>
                  <a:pt x="377" y="415"/>
                </a:lnTo>
                <a:lnTo>
                  <a:pt x="377" y="414"/>
                </a:lnTo>
                <a:lnTo>
                  <a:pt x="376" y="414"/>
                </a:lnTo>
                <a:lnTo>
                  <a:pt x="376" y="413"/>
                </a:lnTo>
                <a:lnTo>
                  <a:pt x="375" y="413"/>
                </a:lnTo>
                <a:lnTo>
                  <a:pt x="376" y="413"/>
                </a:lnTo>
                <a:lnTo>
                  <a:pt x="376" y="412"/>
                </a:lnTo>
                <a:lnTo>
                  <a:pt x="375" y="412"/>
                </a:lnTo>
                <a:lnTo>
                  <a:pt x="375" y="411"/>
                </a:lnTo>
                <a:lnTo>
                  <a:pt x="376" y="410"/>
                </a:lnTo>
                <a:lnTo>
                  <a:pt x="376" y="409"/>
                </a:lnTo>
                <a:lnTo>
                  <a:pt x="375" y="408"/>
                </a:lnTo>
                <a:lnTo>
                  <a:pt x="374" y="408"/>
                </a:lnTo>
                <a:lnTo>
                  <a:pt x="374" y="409"/>
                </a:lnTo>
                <a:lnTo>
                  <a:pt x="373" y="410"/>
                </a:lnTo>
                <a:lnTo>
                  <a:pt x="372" y="410"/>
                </a:lnTo>
                <a:lnTo>
                  <a:pt x="371" y="411"/>
                </a:lnTo>
                <a:lnTo>
                  <a:pt x="371" y="412"/>
                </a:lnTo>
                <a:lnTo>
                  <a:pt x="370" y="412"/>
                </a:lnTo>
                <a:lnTo>
                  <a:pt x="369" y="413"/>
                </a:lnTo>
                <a:lnTo>
                  <a:pt x="369" y="412"/>
                </a:lnTo>
                <a:lnTo>
                  <a:pt x="370" y="411"/>
                </a:lnTo>
                <a:lnTo>
                  <a:pt x="370" y="410"/>
                </a:lnTo>
                <a:lnTo>
                  <a:pt x="369" y="410"/>
                </a:lnTo>
                <a:lnTo>
                  <a:pt x="369" y="409"/>
                </a:lnTo>
                <a:lnTo>
                  <a:pt x="368" y="409"/>
                </a:lnTo>
                <a:lnTo>
                  <a:pt x="368" y="408"/>
                </a:lnTo>
                <a:lnTo>
                  <a:pt x="367" y="408"/>
                </a:lnTo>
                <a:lnTo>
                  <a:pt x="367" y="407"/>
                </a:lnTo>
                <a:lnTo>
                  <a:pt x="368" y="407"/>
                </a:lnTo>
                <a:lnTo>
                  <a:pt x="367" y="407"/>
                </a:lnTo>
                <a:lnTo>
                  <a:pt x="367" y="406"/>
                </a:lnTo>
                <a:lnTo>
                  <a:pt x="367" y="404"/>
                </a:lnTo>
                <a:lnTo>
                  <a:pt x="367" y="403"/>
                </a:lnTo>
                <a:lnTo>
                  <a:pt x="366" y="403"/>
                </a:lnTo>
                <a:lnTo>
                  <a:pt x="366" y="402"/>
                </a:lnTo>
                <a:lnTo>
                  <a:pt x="367" y="402"/>
                </a:lnTo>
                <a:lnTo>
                  <a:pt x="367" y="401"/>
                </a:lnTo>
                <a:lnTo>
                  <a:pt x="367" y="400"/>
                </a:lnTo>
                <a:lnTo>
                  <a:pt x="366" y="400"/>
                </a:lnTo>
                <a:lnTo>
                  <a:pt x="365" y="400"/>
                </a:lnTo>
                <a:lnTo>
                  <a:pt x="365" y="401"/>
                </a:lnTo>
                <a:lnTo>
                  <a:pt x="364" y="401"/>
                </a:lnTo>
                <a:lnTo>
                  <a:pt x="363" y="401"/>
                </a:lnTo>
                <a:lnTo>
                  <a:pt x="363" y="402"/>
                </a:lnTo>
                <a:lnTo>
                  <a:pt x="363" y="403"/>
                </a:lnTo>
                <a:lnTo>
                  <a:pt x="362" y="404"/>
                </a:lnTo>
                <a:lnTo>
                  <a:pt x="363" y="404"/>
                </a:lnTo>
                <a:lnTo>
                  <a:pt x="363" y="405"/>
                </a:lnTo>
                <a:lnTo>
                  <a:pt x="362" y="406"/>
                </a:lnTo>
                <a:lnTo>
                  <a:pt x="361" y="406"/>
                </a:lnTo>
                <a:lnTo>
                  <a:pt x="360" y="406"/>
                </a:lnTo>
                <a:lnTo>
                  <a:pt x="361" y="407"/>
                </a:lnTo>
                <a:lnTo>
                  <a:pt x="360" y="407"/>
                </a:lnTo>
                <a:lnTo>
                  <a:pt x="359" y="407"/>
                </a:lnTo>
                <a:lnTo>
                  <a:pt x="358" y="407"/>
                </a:lnTo>
                <a:lnTo>
                  <a:pt x="356" y="409"/>
                </a:lnTo>
                <a:lnTo>
                  <a:pt x="355" y="410"/>
                </a:lnTo>
                <a:lnTo>
                  <a:pt x="354" y="410"/>
                </a:lnTo>
                <a:lnTo>
                  <a:pt x="354" y="411"/>
                </a:lnTo>
                <a:lnTo>
                  <a:pt x="353" y="411"/>
                </a:lnTo>
                <a:lnTo>
                  <a:pt x="352" y="411"/>
                </a:lnTo>
                <a:lnTo>
                  <a:pt x="350" y="411"/>
                </a:lnTo>
                <a:lnTo>
                  <a:pt x="349" y="410"/>
                </a:lnTo>
                <a:lnTo>
                  <a:pt x="350" y="409"/>
                </a:lnTo>
                <a:lnTo>
                  <a:pt x="349" y="409"/>
                </a:lnTo>
                <a:lnTo>
                  <a:pt x="349" y="408"/>
                </a:lnTo>
                <a:lnTo>
                  <a:pt x="350" y="408"/>
                </a:lnTo>
                <a:lnTo>
                  <a:pt x="350" y="407"/>
                </a:lnTo>
                <a:lnTo>
                  <a:pt x="350" y="406"/>
                </a:lnTo>
                <a:lnTo>
                  <a:pt x="350" y="405"/>
                </a:lnTo>
                <a:lnTo>
                  <a:pt x="351" y="405"/>
                </a:lnTo>
                <a:lnTo>
                  <a:pt x="350" y="404"/>
                </a:lnTo>
                <a:lnTo>
                  <a:pt x="351" y="404"/>
                </a:lnTo>
                <a:lnTo>
                  <a:pt x="351" y="403"/>
                </a:lnTo>
                <a:lnTo>
                  <a:pt x="350" y="403"/>
                </a:lnTo>
                <a:lnTo>
                  <a:pt x="350" y="402"/>
                </a:lnTo>
                <a:lnTo>
                  <a:pt x="349" y="403"/>
                </a:lnTo>
                <a:lnTo>
                  <a:pt x="348" y="404"/>
                </a:lnTo>
                <a:lnTo>
                  <a:pt x="347" y="404"/>
                </a:lnTo>
                <a:lnTo>
                  <a:pt x="346" y="404"/>
                </a:lnTo>
                <a:lnTo>
                  <a:pt x="345" y="403"/>
                </a:lnTo>
                <a:lnTo>
                  <a:pt x="345" y="402"/>
                </a:lnTo>
                <a:lnTo>
                  <a:pt x="345" y="401"/>
                </a:lnTo>
                <a:lnTo>
                  <a:pt x="345" y="399"/>
                </a:lnTo>
                <a:lnTo>
                  <a:pt x="345" y="398"/>
                </a:lnTo>
                <a:lnTo>
                  <a:pt x="344" y="398"/>
                </a:lnTo>
                <a:lnTo>
                  <a:pt x="343" y="397"/>
                </a:lnTo>
                <a:lnTo>
                  <a:pt x="344" y="397"/>
                </a:lnTo>
                <a:lnTo>
                  <a:pt x="344" y="396"/>
                </a:lnTo>
                <a:lnTo>
                  <a:pt x="344" y="395"/>
                </a:lnTo>
                <a:lnTo>
                  <a:pt x="345" y="393"/>
                </a:lnTo>
                <a:lnTo>
                  <a:pt x="344" y="393"/>
                </a:lnTo>
                <a:lnTo>
                  <a:pt x="343" y="393"/>
                </a:lnTo>
                <a:lnTo>
                  <a:pt x="342" y="392"/>
                </a:lnTo>
                <a:lnTo>
                  <a:pt x="343" y="391"/>
                </a:lnTo>
                <a:lnTo>
                  <a:pt x="342" y="391"/>
                </a:lnTo>
                <a:lnTo>
                  <a:pt x="341" y="391"/>
                </a:lnTo>
                <a:lnTo>
                  <a:pt x="340" y="391"/>
                </a:lnTo>
                <a:lnTo>
                  <a:pt x="340" y="392"/>
                </a:lnTo>
                <a:lnTo>
                  <a:pt x="339" y="392"/>
                </a:lnTo>
                <a:lnTo>
                  <a:pt x="338" y="392"/>
                </a:lnTo>
                <a:lnTo>
                  <a:pt x="338" y="391"/>
                </a:lnTo>
                <a:lnTo>
                  <a:pt x="337" y="391"/>
                </a:lnTo>
                <a:lnTo>
                  <a:pt x="336" y="391"/>
                </a:lnTo>
                <a:lnTo>
                  <a:pt x="335" y="391"/>
                </a:lnTo>
                <a:lnTo>
                  <a:pt x="335" y="390"/>
                </a:lnTo>
                <a:lnTo>
                  <a:pt x="335" y="389"/>
                </a:lnTo>
                <a:lnTo>
                  <a:pt x="335" y="388"/>
                </a:lnTo>
                <a:lnTo>
                  <a:pt x="336" y="388"/>
                </a:lnTo>
                <a:lnTo>
                  <a:pt x="337" y="387"/>
                </a:lnTo>
                <a:lnTo>
                  <a:pt x="337" y="386"/>
                </a:lnTo>
                <a:lnTo>
                  <a:pt x="337" y="385"/>
                </a:lnTo>
                <a:lnTo>
                  <a:pt x="337" y="384"/>
                </a:lnTo>
                <a:lnTo>
                  <a:pt x="336" y="384"/>
                </a:lnTo>
                <a:lnTo>
                  <a:pt x="336" y="383"/>
                </a:lnTo>
                <a:lnTo>
                  <a:pt x="336" y="382"/>
                </a:lnTo>
                <a:lnTo>
                  <a:pt x="337" y="382"/>
                </a:lnTo>
                <a:lnTo>
                  <a:pt x="337" y="381"/>
                </a:lnTo>
                <a:lnTo>
                  <a:pt x="336" y="381"/>
                </a:lnTo>
                <a:lnTo>
                  <a:pt x="336" y="382"/>
                </a:lnTo>
                <a:lnTo>
                  <a:pt x="336" y="381"/>
                </a:lnTo>
                <a:lnTo>
                  <a:pt x="335" y="381"/>
                </a:lnTo>
                <a:lnTo>
                  <a:pt x="334" y="381"/>
                </a:lnTo>
                <a:lnTo>
                  <a:pt x="334" y="380"/>
                </a:lnTo>
                <a:lnTo>
                  <a:pt x="333" y="379"/>
                </a:lnTo>
                <a:lnTo>
                  <a:pt x="332" y="378"/>
                </a:lnTo>
                <a:lnTo>
                  <a:pt x="331" y="377"/>
                </a:lnTo>
                <a:lnTo>
                  <a:pt x="330" y="377"/>
                </a:lnTo>
                <a:lnTo>
                  <a:pt x="329" y="377"/>
                </a:lnTo>
                <a:lnTo>
                  <a:pt x="328" y="376"/>
                </a:lnTo>
                <a:lnTo>
                  <a:pt x="327" y="375"/>
                </a:lnTo>
                <a:lnTo>
                  <a:pt x="328" y="375"/>
                </a:lnTo>
                <a:lnTo>
                  <a:pt x="328" y="374"/>
                </a:lnTo>
                <a:lnTo>
                  <a:pt x="328" y="373"/>
                </a:lnTo>
                <a:lnTo>
                  <a:pt x="328" y="372"/>
                </a:lnTo>
                <a:lnTo>
                  <a:pt x="329" y="372"/>
                </a:lnTo>
                <a:lnTo>
                  <a:pt x="328" y="371"/>
                </a:lnTo>
                <a:lnTo>
                  <a:pt x="328" y="372"/>
                </a:lnTo>
                <a:lnTo>
                  <a:pt x="327" y="371"/>
                </a:lnTo>
                <a:lnTo>
                  <a:pt x="327" y="370"/>
                </a:lnTo>
                <a:lnTo>
                  <a:pt x="326" y="370"/>
                </a:lnTo>
                <a:lnTo>
                  <a:pt x="325" y="371"/>
                </a:lnTo>
                <a:lnTo>
                  <a:pt x="324" y="372"/>
                </a:lnTo>
                <a:lnTo>
                  <a:pt x="324" y="371"/>
                </a:lnTo>
                <a:lnTo>
                  <a:pt x="324" y="372"/>
                </a:lnTo>
                <a:lnTo>
                  <a:pt x="324" y="373"/>
                </a:lnTo>
                <a:lnTo>
                  <a:pt x="323" y="374"/>
                </a:lnTo>
                <a:lnTo>
                  <a:pt x="322" y="374"/>
                </a:lnTo>
                <a:lnTo>
                  <a:pt x="321" y="374"/>
                </a:lnTo>
                <a:lnTo>
                  <a:pt x="320" y="375"/>
                </a:lnTo>
                <a:lnTo>
                  <a:pt x="319" y="375"/>
                </a:lnTo>
                <a:lnTo>
                  <a:pt x="317" y="375"/>
                </a:lnTo>
                <a:lnTo>
                  <a:pt x="316" y="374"/>
                </a:lnTo>
                <a:lnTo>
                  <a:pt x="315" y="374"/>
                </a:lnTo>
                <a:lnTo>
                  <a:pt x="314" y="375"/>
                </a:lnTo>
                <a:lnTo>
                  <a:pt x="314" y="376"/>
                </a:lnTo>
                <a:lnTo>
                  <a:pt x="313" y="376"/>
                </a:lnTo>
                <a:lnTo>
                  <a:pt x="313" y="377"/>
                </a:lnTo>
                <a:lnTo>
                  <a:pt x="313" y="378"/>
                </a:lnTo>
                <a:lnTo>
                  <a:pt x="314" y="378"/>
                </a:lnTo>
                <a:lnTo>
                  <a:pt x="314" y="379"/>
                </a:lnTo>
                <a:lnTo>
                  <a:pt x="314" y="380"/>
                </a:lnTo>
                <a:lnTo>
                  <a:pt x="313" y="380"/>
                </a:lnTo>
                <a:lnTo>
                  <a:pt x="312" y="381"/>
                </a:lnTo>
                <a:lnTo>
                  <a:pt x="311" y="381"/>
                </a:lnTo>
                <a:lnTo>
                  <a:pt x="310" y="381"/>
                </a:lnTo>
                <a:lnTo>
                  <a:pt x="309" y="382"/>
                </a:lnTo>
                <a:lnTo>
                  <a:pt x="308" y="382"/>
                </a:lnTo>
                <a:lnTo>
                  <a:pt x="308" y="383"/>
                </a:lnTo>
                <a:lnTo>
                  <a:pt x="308" y="384"/>
                </a:lnTo>
                <a:lnTo>
                  <a:pt x="308" y="385"/>
                </a:lnTo>
                <a:lnTo>
                  <a:pt x="307" y="385"/>
                </a:lnTo>
                <a:lnTo>
                  <a:pt x="307" y="386"/>
                </a:lnTo>
                <a:lnTo>
                  <a:pt x="307" y="387"/>
                </a:lnTo>
                <a:lnTo>
                  <a:pt x="306" y="387"/>
                </a:lnTo>
                <a:lnTo>
                  <a:pt x="305" y="387"/>
                </a:lnTo>
                <a:lnTo>
                  <a:pt x="304" y="387"/>
                </a:lnTo>
                <a:lnTo>
                  <a:pt x="304" y="388"/>
                </a:lnTo>
                <a:lnTo>
                  <a:pt x="304" y="389"/>
                </a:lnTo>
                <a:lnTo>
                  <a:pt x="304" y="390"/>
                </a:lnTo>
                <a:lnTo>
                  <a:pt x="304" y="391"/>
                </a:lnTo>
                <a:lnTo>
                  <a:pt x="305" y="391"/>
                </a:lnTo>
                <a:lnTo>
                  <a:pt x="305" y="392"/>
                </a:lnTo>
                <a:lnTo>
                  <a:pt x="305" y="393"/>
                </a:lnTo>
                <a:lnTo>
                  <a:pt x="305" y="394"/>
                </a:lnTo>
                <a:lnTo>
                  <a:pt x="305" y="395"/>
                </a:lnTo>
                <a:lnTo>
                  <a:pt x="306" y="395"/>
                </a:lnTo>
                <a:lnTo>
                  <a:pt x="306" y="396"/>
                </a:lnTo>
                <a:lnTo>
                  <a:pt x="308" y="396"/>
                </a:lnTo>
                <a:lnTo>
                  <a:pt x="308" y="397"/>
                </a:lnTo>
                <a:lnTo>
                  <a:pt x="308" y="398"/>
                </a:lnTo>
                <a:lnTo>
                  <a:pt x="308" y="399"/>
                </a:lnTo>
                <a:lnTo>
                  <a:pt x="308" y="400"/>
                </a:lnTo>
                <a:lnTo>
                  <a:pt x="308" y="401"/>
                </a:lnTo>
                <a:lnTo>
                  <a:pt x="308" y="402"/>
                </a:lnTo>
                <a:lnTo>
                  <a:pt x="308" y="403"/>
                </a:lnTo>
                <a:lnTo>
                  <a:pt x="308" y="404"/>
                </a:lnTo>
                <a:lnTo>
                  <a:pt x="308" y="405"/>
                </a:lnTo>
                <a:lnTo>
                  <a:pt x="307" y="405"/>
                </a:lnTo>
                <a:lnTo>
                  <a:pt x="306" y="406"/>
                </a:lnTo>
                <a:lnTo>
                  <a:pt x="306" y="407"/>
                </a:lnTo>
                <a:lnTo>
                  <a:pt x="307" y="407"/>
                </a:lnTo>
                <a:lnTo>
                  <a:pt x="307" y="408"/>
                </a:lnTo>
                <a:lnTo>
                  <a:pt x="306" y="408"/>
                </a:lnTo>
                <a:lnTo>
                  <a:pt x="305" y="408"/>
                </a:lnTo>
                <a:lnTo>
                  <a:pt x="305" y="409"/>
                </a:lnTo>
                <a:lnTo>
                  <a:pt x="305" y="408"/>
                </a:lnTo>
                <a:lnTo>
                  <a:pt x="304" y="408"/>
                </a:lnTo>
                <a:lnTo>
                  <a:pt x="303" y="408"/>
                </a:lnTo>
                <a:lnTo>
                  <a:pt x="303" y="407"/>
                </a:lnTo>
                <a:lnTo>
                  <a:pt x="302" y="407"/>
                </a:lnTo>
                <a:lnTo>
                  <a:pt x="301" y="407"/>
                </a:lnTo>
                <a:lnTo>
                  <a:pt x="300" y="407"/>
                </a:lnTo>
                <a:lnTo>
                  <a:pt x="299" y="408"/>
                </a:lnTo>
                <a:lnTo>
                  <a:pt x="299" y="409"/>
                </a:lnTo>
                <a:lnTo>
                  <a:pt x="298" y="409"/>
                </a:lnTo>
                <a:lnTo>
                  <a:pt x="298" y="410"/>
                </a:lnTo>
                <a:lnTo>
                  <a:pt x="298" y="412"/>
                </a:lnTo>
                <a:lnTo>
                  <a:pt x="298" y="413"/>
                </a:lnTo>
                <a:lnTo>
                  <a:pt x="297" y="414"/>
                </a:lnTo>
                <a:lnTo>
                  <a:pt x="296" y="414"/>
                </a:lnTo>
                <a:lnTo>
                  <a:pt x="295" y="414"/>
                </a:lnTo>
                <a:lnTo>
                  <a:pt x="294" y="413"/>
                </a:lnTo>
                <a:lnTo>
                  <a:pt x="293" y="414"/>
                </a:lnTo>
                <a:lnTo>
                  <a:pt x="292" y="414"/>
                </a:lnTo>
                <a:lnTo>
                  <a:pt x="291" y="414"/>
                </a:lnTo>
                <a:lnTo>
                  <a:pt x="291" y="415"/>
                </a:lnTo>
                <a:lnTo>
                  <a:pt x="290" y="415"/>
                </a:lnTo>
                <a:lnTo>
                  <a:pt x="289" y="415"/>
                </a:lnTo>
                <a:lnTo>
                  <a:pt x="288" y="415"/>
                </a:lnTo>
                <a:lnTo>
                  <a:pt x="287" y="415"/>
                </a:lnTo>
                <a:lnTo>
                  <a:pt x="286" y="414"/>
                </a:lnTo>
                <a:lnTo>
                  <a:pt x="285" y="414"/>
                </a:lnTo>
                <a:lnTo>
                  <a:pt x="284" y="415"/>
                </a:lnTo>
                <a:lnTo>
                  <a:pt x="283" y="416"/>
                </a:lnTo>
                <a:lnTo>
                  <a:pt x="282" y="416"/>
                </a:lnTo>
                <a:lnTo>
                  <a:pt x="281" y="416"/>
                </a:lnTo>
                <a:lnTo>
                  <a:pt x="281" y="415"/>
                </a:lnTo>
                <a:lnTo>
                  <a:pt x="280" y="415"/>
                </a:lnTo>
                <a:lnTo>
                  <a:pt x="280" y="414"/>
                </a:lnTo>
                <a:lnTo>
                  <a:pt x="279" y="414"/>
                </a:lnTo>
                <a:lnTo>
                  <a:pt x="278" y="414"/>
                </a:lnTo>
                <a:lnTo>
                  <a:pt x="278" y="415"/>
                </a:lnTo>
                <a:lnTo>
                  <a:pt x="277" y="415"/>
                </a:lnTo>
                <a:lnTo>
                  <a:pt x="276" y="415"/>
                </a:lnTo>
                <a:lnTo>
                  <a:pt x="275" y="416"/>
                </a:lnTo>
                <a:lnTo>
                  <a:pt x="275" y="417"/>
                </a:lnTo>
                <a:lnTo>
                  <a:pt x="275" y="418"/>
                </a:lnTo>
                <a:lnTo>
                  <a:pt x="275" y="419"/>
                </a:lnTo>
                <a:lnTo>
                  <a:pt x="274" y="419"/>
                </a:lnTo>
                <a:lnTo>
                  <a:pt x="274" y="420"/>
                </a:lnTo>
                <a:lnTo>
                  <a:pt x="273" y="420"/>
                </a:lnTo>
                <a:lnTo>
                  <a:pt x="272" y="421"/>
                </a:lnTo>
                <a:lnTo>
                  <a:pt x="271" y="421"/>
                </a:lnTo>
                <a:lnTo>
                  <a:pt x="271" y="422"/>
                </a:lnTo>
                <a:lnTo>
                  <a:pt x="271" y="423"/>
                </a:lnTo>
                <a:lnTo>
                  <a:pt x="270" y="423"/>
                </a:lnTo>
                <a:lnTo>
                  <a:pt x="270" y="424"/>
                </a:lnTo>
                <a:lnTo>
                  <a:pt x="267" y="424"/>
                </a:lnTo>
                <a:lnTo>
                  <a:pt x="266" y="424"/>
                </a:lnTo>
                <a:lnTo>
                  <a:pt x="266" y="425"/>
                </a:lnTo>
                <a:lnTo>
                  <a:pt x="265" y="425"/>
                </a:lnTo>
                <a:lnTo>
                  <a:pt x="264" y="426"/>
                </a:lnTo>
                <a:lnTo>
                  <a:pt x="264" y="427"/>
                </a:lnTo>
                <a:lnTo>
                  <a:pt x="263" y="427"/>
                </a:lnTo>
                <a:lnTo>
                  <a:pt x="262" y="427"/>
                </a:lnTo>
                <a:lnTo>
                  <a:pt x="262" y="428"/>
                </a:lnTo>
                <a:lnTo>
                  <a:pt x="261" y="428"/>
                </a:lnTo>
                <a:lnTo>
                  <a:pt x="260" y="428"/>
                </a:lnTo>
                <a:lnTo>
                  <a:pt x="259" y="428"/>
                </a:lnTo>
                <a:lnTo>
                  <a:pt x="258" y="429"/>
                </a:lnTo>
                <a:lnTo>
                  <a:pt x="257" y="429"/>
                </a:lnTo>
                <a:lnTo>
                  <a:pt x="257" y="430"/>
                </a:lnTo>
                <a:lnTo>
                  <a:pt x="257" y="431"/>
                </a:lnTo>
                <a:lnTo>
                  <a:pt x="256" y="431"/>
                </a:lnTo>
                <a:lnTo>
                  <a:pt x="255" y="431"/>
                </a:lnTo>
                <a:lnTo>
                  <a:pt x="254" y="431"/>
                </a:lnTo>
                <a:lnTo>
                  <a:pt x="254" y="432"/>
                </a:lnTo>
                <a:lnTo>
                  <a:pt x="253" y="432"/>
                </a:lnTo>
                <a:lnTo>
                  <a:pt x="252" y="432"/>
                </a:lnTo>
                <a:lnTo>
                  <a:pt x="251" y="432"/>
                </a:lnTo>
                <a:lnTo>
                  <a:pt x="250" y="433"/>
                </a:lnTo>
                <a:lnTo>
                  <a:pt x="249" y="434"/>
                </a:lnTo>
                <a:lnTo>
                  <a:pt x="248" y="434"/>
                </a:lnTo>
                <a:lnTo>
                  <a:pt x="247" y="434"/>
                </a:lnTo>
                <a:lnTo>
                  <a:pt x="246" y="434"/>
                </a:lnTo>
                <a:lnTo>
                  <a:pt x="245" y="434"/>
                </a:lnTo>
                <a:lnTo>
                  <a:pt x="245" y="435"/>
                </a:lnTo>
                <a:lnTo>
                  <a:pt x="243" y="435"/>
                </a:lnTo>
                <a:lnTo>
                  <a:pt x="242" y="435"/>
                </a:lnTo>
                <a:lnTo>
                  <a:pt x="241" y="435"/>
                </a:lnTo>
                <a:lnTo>
                  <a:pt x="240" y="436"/>
                </a:lnTo>
                <a:lnTo>
                  <a:pt x="239" y="436"/>
                </a:lnTo>
                <a:lnTo>
                  <a:pt x="239" y="435"/>
                </a:lnTo>
                <a:lnTo>
                  <a:pt x="238" y="435"/>
                </a:lnTo>
                <a:lnTo>
                  <a:pt x="237" y="435"/>
                </a:lnTo>
                <a:lnTo>
                  <a:pt x="237" y="434"/>
                </a:lnTo>
                <a:lnTo>
                  <a:pt x="236" y="434"/>
                </a:lnTo>
                <a:lnTo>
                  <a:pt x="236" y="435"/>
                </a:lnTo>
                <a:lnTo>
                  <a:pt x="235" y="436"/>
                </a:lnTo>
                <a:lnTo>
                  <a:pt x="235" y="437"/>
                </a:lnTo>
                <a:lnTo>
                  <a:pt x="234" y="437"/>
                </a:lnTo>
                <a:lnTo>
                  <a:pt x="234" y="438"/>
                </a:lnTo>
                <a:lnTo>
                  <a:pt x="233" y="437"/>
                </a:lnTo>
                <a:lnTo>
                  <a:pt x="232" y="437"/>
                </a:lnTo>
                <a:lnTo>
                  <a:pt x="231" y="437"/>
                </a:lnTo>
                <a:lnTo>
                  <a:pt x="230" y="437"/>
                </a:lnTo>
                <a:lnTo>
                  <a:pt x="230" y="438"/>
                </a:lnTo>
                <a:lnTo>
                  <a:pt x="231" y="439"/>
                </a:lnTo>
                <a:lnTo>
                  <a:pt x="232" y="439"/>
                </a:lnTo>
                <a:lnTo>
                  <a:pt x="232" y="440"/>
                </a:lnTo>
                <a:lnTo>
                  <a:pt x="233" y="441"/>
                </a:lnTo>
                <a:lnTo>
                  <a:pt x="233" y="442"/>
                </a:lnTo>
                <a:lnTo>
                  <a:pt x="234" y="443"/>
                </a:lnTo>
                <a:lnTo>
                  <a:pt x="234" y="444"/>
                </a:lnTo>
                <a:lnTo>
                  <a:pt x="235" y="444"/>
                </a:lnTo>
                <a:lnTo>
                  <a:pt x="235" y="445"/>
                </a:lnTo>
                <a:lnTo>
                  <a:pt x="235" y="446"/>
                </a:lnTo>
                <a:lnTo>
                  <a:pt x="235" y="447"/>
                </a:lnTo>
                <a:lnTo>
                  <a:pt x="236" y="448"/>
                </a:lnTo>
                <a:lnTo>
                  <a:pt x="235" y="448"/>
                </a:lnTo>
                <a:lnTo>
                  <a:pt x="235" y="449"/>
                </a:lnTo>
                <a:lnTo>
                  <a:pt x="235" y="450"/>
                </a:lnTo>
                <a:lnTo>
                  <a:pt x="235" y="451"/>
                </a:lnTo>
                <a:lnTo>
                  <a:pt x="235" y="452"/>
                </a:lnTo>
                <a:lnTo>
                  <a:pt x="234" y="452"/>
                </a:lnTo>
                <a:lnTo>
                  <a:pt x="234" y="453"/>
                </a:lnTo>
                <a:lnTo>
                  <a:pt x="234" y="454"/>
                </a:lnTo>
                <a:lnTo>
                  <a:pt x="233" y="455"/>
                </a:lnTo>
                <a:lnTo>
                  <a:pt x="233" y="456"/>
                </a:lnTo>
                <a:lnTo>
                  <a:pt x="233" y="457"/>
                </a:lnTo>
                <a:lnTo>
                  <a:pt x="232" y="457"/>
                </a:lnTo>
                <a:lnTo>
                  <a:pt x="231" y="457"/>
                </a:lnTo>
                <a:lnTo>
                  <a:pt x="230" y="457"/>
                </a:lnTo>
                <a:lnTo>
                  <a:pt x="230" y="458"/>
                </a:lnTo>
                <a:lnTo>
                  <a:pt x="230" y="459"/>
                </a:lnTo>
                <a:lnTo>
                  <a:pt x="229" y="459"/>
                </a:lnTo>
                <a:lnTo>
                  <a:pt x="229" y="460"/>
                </a:lnTo>
                <a:lnTo>
                  <a:pt x="228" y="460"/>
                </a:lnTo>
                <a:lnTo>
                  <a:pt x="228" y="461"/>
                </a:lnTo>
                <a:lnTo>
                  <a:pt x="227" y="462"/>
                </a:lnTo>
                <a:lnTo>
                  <a:pt x="226" y="462"/>
                </a:lnTo>
                <a:lnTo>
                  <a:pt x="226" y="463"/>
                </a:lnTo>
                <a:lnTo>
                  <a:pt x="225" y="463"/>
                </a:lnTo>
                <a:lnTo>
                  <a:pt x="224" y="463"/>
                </a:lnTo>
                <a:lnTo>
                  <a:pt x="223" y="463"/>
                </a:lnTo>
                <a:lnTo>
                  <a:pt x="223" y="464"/>
                </a:lnTo>
                <a:lnTo>
                  <a:pt x="222" y="464"/>
                </a:lnTo>
                <a:lnTo>
                  <a:pt x="222" y="465"/>
                </a:lnTo>
                <a:lnTo>
                  <a:pt x="221" y="465"/>
                </a:lnTo>
                <a:lnTo>
                  <a:pt x="221" y="466"/>
                </a:lnTo>
                <a:lnTo>
                  <a:pt x="221" y="467"/>
                </a:lnTo>
                <a:lnTo>
                  <a:pt x="220" y="468"/>
                </a:lnTo>
                <a:lnTo>
                  <a:pt x="220" y="469"/>
                </a:lnTo>
                <a:lnTo>
                  <a:pt x="219" y="469"/>
                </a:lnTo>
                <a:lnTo>
                  <a:pt x="219" y="470"/>
                </a:lnTo>
                <a:lnTo>
                  <a:pt x="218" y="470"/>
                </a:lnTo>
                <a:lnTo>
                  <a:pt x="218" y="469"/>
                </a:lnTo>
                <a:lnTo>
                  <a:pt x="217" y="469"/>
                </a:lnTo>
                <a:lnTo>
                  <a:pt x="216" y="468"/>
                </a:lnTo>
                <a:lnTo>
                  <a:pt x="216" y="467"/>
                </a:lnTo>
                <a:lnTo>
                  <a:pt x="215" y="467"/>
                </a:lnTo>
                <a:lnTo>
                  <a:pt x="215" y="466"/>
                </a:lnTo>
                <a:lnTo>
                  <a:pt x="214" y="466"/>
                </a:lnTo>
                <a:lnTo>
                  <a:pt x="214" y="465"/>
                </a:lnTo>
                <a:lnTo>
                  <a:pt x="213" y="465"/>
                </a:lnTo>
                <a:lnTo>
                  <a:pt x="213" y="464"/>
                </a:lnTo>
                <a:lnTo>
                  <a:pt x="212" y="463"/>
                </a:lnTo>
                <a:lnTo>
                  <a:pt x="212" y="462"/>
                </a:lnTo>
                <a:lnTo>
                  <a:pt x="212" y="461"/>
                </a:lnTo>
                <a:lnTo>
                  <a:pt x="211" y="461"/>
                </a:lnTo>
                <a:lnTo>
                  <a:pt x="211" y="460"/>
                </a:lnTo>
                <a:lnTo>
                  <a:pt x="211" y="461"/>
                </a:lnTo>
                <a:lnTo>
                  <a:pt x="208" y="461"/>
                </a:lnTo>
                <a:lnTo>
                  <a:pt x="207" y="461"/>
                </a:lnTo>
                <a:lnTo>
                  <a:pt x="207" y="460"/>
                </a:lnTo>
                <a:lnTo>
                  <a:pt x="206" y="460"/>
                </a:lnTo>
                <a:lnTo>
                  <a:pt x="205" y="460"/>
                </a:lnTo>
                <a:lnTo>
                  <a:pt x="205" y="461"/>
                </a:lnTo>
                <a:lnTo>
                  <a:pt x="204" y="461"/>
                </a:lnTo>
                <a:lnTo>
                  <a:pt x="204" y="462"/>
                </a:lnTo>
                <a:lnTo>
                  <a:pt x="203" y="462"/>
                </a:lnTo>
                <a:lnTo>
                  <a:pt x="202" y="462"/>
                </a:lnTo>
                <a:lnTo>
                  <a:pt x="202" y="463"/>
                </a:lnTo>
                <a:lnTo>
                  <a:pt x="201" y="463"/>
                </a:lnTo>
                <a:lnTo>
                  <a:pt x="200" y="463"/>
                </a:lnTo>
                <a:lnTo>
                  <a:pt x="199" y="463"/>
                </a:lnTo>
                <a:lnTo>
                  <a:pt x="198" y="463"/>
                </a:lnTo>
                <a:lnTo>
                  <a:pt x="198" y="462"/>
                </a:lnTo>
                <a:lnTo>
                  <a:pt x="197" y="462"/>
                </a:lnTo>
                <a:lnTo>
                  <a:pt x="196" y="462"/>
                </a:lnTo>
                <a:lnTo>
                  <a:pt x="196" y="461"/>
                </a:lnTo>
                <a:lnTo>
                  <a:pt x="196" y="460"/>
                </a:lnTo>
                <a:lnTo>
                  <a:pt x="195" y="460"/>
                </a:lnTo>
                <a:lnTo>
                  <a:pt x="195" y="459"/>
                </a:lnTo>
                <a:lnTo>
                  <a:pt x="194" y="459"/>
                </a:lnTo>
                <a:lnTo>
                  <a:pt x="193" y="459"/>
                </a:lnTo>
                <a:lnTo>
                  <a:pt x="193" y="458"/>
                </a:lnTo>
                <a:lnTo>
                  <a:pt x="192" y="458"/>
                </a:lnTo>
                <a:lnTo>
                  <a:pt x="192" y="457"/>
                </a:lnTo>
                <a:lnTo>
                  <a:pt x="191" y="457"/>
                </a:lnTo>
                <a:lnTo>
                  <a:pt x="191" y="456"/>
                </a:lnTo>
                <a:lnTo>
                  <a:pt x="190" y="456"/>
                </a:lnTo>
                <a:lnTo>
                  <a:pt x="189" y="456"/>
                </a:lnTo>
                <a:lnTo>
                  <a:pt x="188" y="456"/>
                </a:lnTo>
                <a:lnTo>
                  <a:pt x="188" y="455"/>
                </a:lnTo>
                <a:lnTo>
                  <a:pt x="188" y="456"/>
                </a:lnTo>
                <a:lnTo>
                  <a:pt x="187" y="456"/>
                </a:lnTo>
                <a:lnTo>
                  <a:pt x="186" y="456"/>
                </a:lnTo>
                <a:lnTo>
                  <a:pt x="185" y="456"/>
                </a:lnTo>
                <a:lnTo>
                  <a:pt x="184" y="456"/>
                </a:lnTo>
                <a:lnTo>
                  <a:pt x="184" y="455"/>
                </a:lnTo>
                <a:lnTo>
                  <a:pt x="183" y="455"/>
                </a:lnTo>
                <a:lnTo>
                  <a:pt x="182" y="455"/>
                </a:lnTo>
                <a:lnTo>
                  <a:pt x="182" y="454"/>
                </a:lnTo>
                <a:lnTo>
                  <a:pt x="182" y="453"/>
                </a:lnTo>
                <a:lnTo>
                  <a:pt x="181" y="453"/>
                </a:lnTo>
                <a:lnTo>
                  <a:pt x="181" y="452"/>
                </a:lnTo>
                <a:lnTo>
                  <a:pt x="180" y="452"/>
                </a:lnTo>
                <a:lnTo>
                  <a:pt x="179" y="453"/>
                </a:lnTo>
                <a:lnTo>
                  <a:pt x="176" y="453"/>
                </a:lnTo>
                <a:lnTo>
                  <a:pt x="175" y="453"/>
                </a:lnTo>
                <a:lnTo>
                  <a:pt x="174" y="453"/>
                </a:lnTo>
                <a:lnTo>
                  <a:pt x="173" y="453"/>
                </a:lnTo>
                <a:lnTo>
                  <a:pt x="173" y="452"/>
                </a:lnTo>
                <a:lnTo>
                  <a:pt x="172" y="452"/>
                </a:lnTo>
                <a:lnTo>
                  <a:pt x="171" y="452"/>
                </a:lnTo>
                <a:lnTo>
                  <a:pt x="171" y="451"/>
                </a:lnTo>
                <a:lnTo>
                  <a:pt x="171" y="450"/>
                </a:lnTo>
                <a:lnTo>
                  <a:pt x="171" y="449"/>
                </a:lnTo>
                <a:lnTo>
                  <a:pt x="171" y="448"/>
                </a:lnTo>
                <a:lnTo>
                  <a:pt x="170" y="448"/>
                </a:lnTo>
                <a:lnTo>
                  <a:pt x="169" y="448"/>
                </a:lnTo>
                <a:lnTo>
                  <a:pt x="169" y="447"/>
                </a:lnTo>
                <a:lnTo>
                  <a:pt x="169" y="446"/>
                </a:lnTo>
                <a:lnTo>
                  <a:pt x="168" y="446"/>
                </a:lnTo>
                <a:lnTo>
                  <a:pt x="168" y="445"/>
                </a:lnTo>
                <a:lnTo>
                  <a:pt x="168" y="444"/>
                </a:lnTo>
                <a:lnTo>
                  <a:pt x="168" y="443"/>
                </a:lnTo>
                <a:lnTo>
                  <a:pt x="167" y="443"/>
                </a:lnTo>
                <a:lnTo>
                  <a:pt x="167" y="442"/>
                </a:lnTo>
                <a:lnTo>
                  <a:pt x="167" y="441"/>
                </a:lnTo>
                <a:lnTo>
                  <a:pt x="167" y="440"/>
                </a:lnTo>
                <a:lnTo>
                  <a:pt x="166" y="440"/>
                </a:lnTo>
                <a:lnTo>
                  <a:pt x="165" y="440"/>
                </a:lnTo>
                <a:lnTo>
                  <a:pt x="165" y="439"/>
                </a:lnTo>
                <a:lnTo>
                  <a:pt x="164" y="439"/>
                </a:lnTo>
                <a:lnTo>
                  <a:pt x="163" y="439"/>
                </a:lnTo>
                <a:lnTo>
                  <a:pt x="162" y="439"/>
                </a:lnTo>
                <a:lnTo>
                  <a:pt x="161" y="439"/>
                </a:lnTo>
                <a:lnTo>
                  <a:pt x="159" y="438"/>
                </a:lnTo>
                <a:lnTo>
                  <a:pt x="159" y="439"/>
                </a:lnTo>
                <a:lnTo>
                  <a:pt x="158" y="439"/>
                </a:lnTo>
                <a:lnTo>
                  <a:pt x="157" y="439"/>
                </a:lnTo>
                <a:lnTo>
                  <a:pt x="156" y="439"/>
                </a:lnTo>
                <a:lnTo>
                  <a:pt x="156" y="440"/>
                </a:lnTo>
                <a:lnTo>
                  <a:pt x="155" y="440"/>
                </a:lnTo>
                <a:lnTo>
                  <a:pt x="153" y="440"/>
                </a:lnTo>
                <a:lnTo>
                  <a:pt x="152" y="440"/>
                </a:lnTo>
                <a:lnTo>
                  <a:pt x="151" y="440"/>
                </a:lnTo>
                <a:lnTo>
                  <a:pt x="150" y="440"/>
                </a:lnTo>
                <a:lnTo>
                  <a:pt x="149" y="439"/>
                </a:lnTo>
                <a:lnTo>
                  <a:pt x="149" y="438"/>
                </a:lnTo>
                <a:lnTo>
                  <a:pt x="150" y="437"/>
                </a:lnTo>
                <a:lnTo>
                  <a:pt x="149" y="436"/>
                </a:lnTo>
                <a:lnTo>
                  <a:pt x="148" y="436"/>
                </a:lnTo>
                <a:lnTo>
                  <a:pt x="147" y="436"/>
                </a:lnTo>
                <a:lnTo>
                  <a:pt x="147" y="435"/>
                </a:lnTo>
                <a:lnTo>
                  <a:pt x="146" y="435"/>
                </a:lnTo>
                <a:lnTo>
                  <a:pt x="145" y="434"/>
                </a:lnTo>
                <a:lnTo>
                  <a:pt x="145" y="433"/>
                </a:lnTo>
                <a:lnTo>
                  <a:pt x="144" y="433"/>
                </a:lnTo>
                <a:lnTo>
                  <a:pt x="143" y="433"/>
                </a:lnTo>
                <a:lnTo>
                  <a:pt x="143" y="434"/>
                </a:lnTo>
                <a:lnTo>
                  <a:pt x="142" y="434"/>
                </a:lnTo>
                <a:lnTo>
                  <a:pt x="141" y="435"/>
                </a:lnTo>
                <a:lnTo>
                  <a:pt x="141" y="436"/>
                </a:lnTo>
                <a:lnTo>
                  <a:pt x="140" y="436"/>
                </a:lnTo>
                <a:lnTo>
                  <a:pt x="140" y="437"/>
                </a:lnTo>
                <a:lnTo>
                  <a:pt x="140" y="436"/>
                </a:lnTo>
                <a:lnTo>
                  <a:pt x="139" y="436"/>
                </a:lnTo>
                <a:lnTo>
                  <a:pt x="138" y="436"/>
                </a:lnTo>
                <a:lnTo>
                  <a:pt x="138" y="437"/>
                </a:lnTo>
                <a:lnTo>
                  <a:pt x="137" y="438"/>
                </a:lnTo>
                <a:lnTo>
                  <a:pt x="136" y="438"/>
                </a:lnTo>
                <a:lnTo>
                  <a:pt x="136" y="439"/>
                </a:lnTo>
                <a:lnTo>
                  <a:pt x="135" y="439"/>
                </a:lnTo>
                <a:lnTo>
                  <a:pt x="134" y="440"/>
                </a:lnTo>
                <a:lnTo>
                  <a:pt x="134" y="441"/>
                </a:lnTo>
                <a:lnTo>
                  <a:pt x="133" y="441"/>
                </a:lnTo>
                <a:lnTo>
                  <a:pt x="132" y="442"/>
                </a:lnTo>
                <a:lnTo>
                  <a:pt x="132" y="443"/>
                </a:lnTo>
                <a:lnTo>
                  <a:pt x="132" y="444"/>
                </a:lnTo>
                <a:lnTo>
                  <a:pt x="131" y="444"/>
                </a:lnTo>
                <a:lnTo>
                  <a:pt x="131" y="445"/>
                </a:lnTo>
                <a:lnTo>
                  <a:pt x="130" y="445"/>
                </a:lnTo>
                <a:lnTo>
                  <a:pt x="129" y="446"/>
                </a:lnTo>
                <a:lnTo>
                  <a:pt x="129" y="447"/>
                </a:lnTo>
                <a:lnTo>
                  <a:pt x="130" y="447"/>
                </a:lnTo>
                <a:lnTo>
                  <a:pt x="130" y="448"/>
                </a:lnTo>
                <a:lnTo>
                  <a:pt x="129" y="448"/>
                </a:lnTo>
                <a:lnTo>
                  <a:pt x="129" y="449"/>
                </a:lnTo>
                <a:lnTo>
                  <a:pt x="129" y="450"/>
                </a:lnTo>
                <a:lnTo>
                  <a:pt x="129" y="451"/>
                </a:lnTo>
                <a:lnTo>
                  <a:pt x="128" y="451"/>
                </a:lnTo>
                <a:lnTo>
                  <a:pt x="128" y="452"/>
                </a:lnTo>
                <a:lnTo>
                  <a:pt x="129" y="453"/>
                </a:lnTo>
                <a:lnTo>
                  <a:pt x="129" y="454"/>
                </a:lnTo>
                <a:lnTo>
                  <a:pt x="128" y="454"/>
                </a:lnTo>
                <a:lnTo>
                  <a:pt x="127" y="455"/>
                </a:lnTo>
                <a:lnTo>
                  <a:pt x="126" y="455"/>
                </a:lnTo>
                <a:lnTo>
                  <a:pt x="125" y="456"/>
                </a:lnTo>
                <a:lnTo>
                  <a:pt x="124" y="456"/>
                </a:lnTo>
                <a:lnTo>
                  <a:pt x="122" y="456"/>
                </a:lnTo>
                <a:lnTo>
                  <a:pt x="122" y="457"/>
                </a:lnTo>
                <a:lnTo>
                  <a:pt x="121" y="457"/>
                </a:lnTo>
                <a:lnTo>
                  <a:pt x="120" y="457"/>
                </a:lnTo>
                <a:lnTo>
                  <a:pt x="119" y="457"/>
                </a:lnTo>
                <a:lnTo>
                  <a:pt x="118" y="457"/>
                </a:lnTo>
                <a:lnTo>
                  <a:pt x="118" y="458"/>
                </a:lnTo>
                <a:lnTo>
                  <a:pt x="117" y="458"/>
                </a:lnTo>
                <a:lnTo>
                  <a:pt x="116" y="458"/>
                </a:lnTo>
                <a:lnTo>
                  <a:pt x="115" y="459"/>
                </a:lnTo>
                <a:lnTo>
                  <a:pt x="114" y="460"/>
                </a:lnTo>
                <a:lnTo>
                  <a:pt x="114" y="461"/>
                </a:lnTo>
                <a:lnTo>
                  <a:pt x="113" y="461"/>
                </a:lnTo>
                <a:lnTo>
                  <a:pt x="113" y="463"/>
                </a:lnTo>
                <a:lnTo>
                  <a:pt x="113" y="464"/>
                </a:lnTo>
                <a:lnTo>
                  <a:pt x="112" y="464"/>
                </a:lnTo>
                <a:lnTo>
                  <a:pt x="112" y="465"/>
                </a:lnTo>
                <a:lnTo>
                  <a:pt x="112" y="466"/>
                </a:lnTo>
                <a:lnTo>
                  <a:pt x="111" y="466"/>
                </a:lnTo>
                <a:lnTo>
                  <a:pt x="110" y="466"/>
                </a:lnTo>
                <a:lnTo>
                  <a:pt x="109" y="466"/>
                </a:lnTo>
                <a:lnTo>
                  <a:pt x="108" y="467"/>
                </a:lnTo>
                <a:lnTo>
                  <a:pt x="106" y="467"/>
                </a:lnTo>
                <a:lnTo>
                  <a:pt x="105" y="467"/>
                </a:lnTo>
                <a:lnTo>
                  <a:pt x="104" y="468"/>
                </a:lnTo>
                <a:lnTo>
                  <a:pt x="104" y="469"/>
                </a:lnTo>
                <a:lnTo>
                  <a:pt x="103" y="469"/>
                </a:lnTo>
                <a:lnTo>
                  <a:pt x="103" y="470"/>
                </a:lnTo>
                <a:lnTo>
                  <a:pt x="103" y="471"/>
                </a:lnTo>
                <a:lnTo>
                  <a:pt x="102" y="472"/>
                </a:lnTo>
                <a:lnTo>
                  <a:pt x="101" y="472"/>
                </a:lnTo>
                <a:lnTo>
                  <a:pt x="101" y="471"/>
                </a:lnTo>
                <a:lnTo>
                  <a:pt x="100" y="471"/>
                </a:lnTo>
                <a:lnTo>
                  <a:pt x="99" y="471"/>
                </a:lnTo>
                <a:lnTo>
                  <a:pt x="99" y="470"/>
                </a:lnTo>
                <a:lnTo>
                  <a:pt x="99" y="469"/>
                </a:lnTo>
                <a:lnTo>
                  <a:pt x="99" y="468"/>
                </a:lnTo>
                <a:lnTo>
                  <a:pt x="98" y="468"/>
                </a:lnTo>
                <a:lnTo>
                  <a:pt x="97" y="468"/>
                </a:lnTo>
                <a:lnTo>
                  <a:pt x="96" y="468"/>
                </a:lnTo>
                <a:lnTo>
                  <a:pt x="95" y="468"/>
                </a:lnTo>
                <a:lnTo>
                  <a:pt x="95" y="467"/>
                </a:lnTo>
                <a:lnTo>
                  <a:pt x="93" y="467"/>
                </a:lnTo>
                <a:lnTo>
                  <a:pt x="92" y="467"/>
                </a:lnTo>
                <a:lnTo>
                  <a:pt x="92" y="466"/>
                </a:lnTo>
                <a:lnTo>
                  <a:pt x="90" y="464"/>
                </a:lnTo>
                <a:lnTo>
                  <a:pt x="90" y="463"/>
                </a:lnTo>
                <a:lnTo>
                  <a:pt x="90" y="462"/>
                </a:lnTo>
                <a:lnTo>
                  <a:pt x="89" y="462"/>
                </a:lnTo>
                <a:lnTo>
                  <a:pt x="88" y="462"/>
                </a:lnTo>
                <a:lnTo>
                  <a:pt x="87" y="462"/>
                </a:lnTo>
                <a:lnTo>
                  <a:pt x="87" y="461"/>
                </a:lnTo>
                <a:lnTo>
                  <a:pt x="86" y="461"/>
                </a:lnTo>
                <a:lnTo>
                  <a:pt x="86" y="460"/>
                </a:lnTo>
                <a:lnTo>
                  <a:pt x="85" y="460"/>
                </a:lnTo>
                <a:lnTo>
                  <a:pt x="84" y="460"/>
                </a:lnTo>
                <a:lnTo>
                  <a:pt x="84" y="459"/>
                </a:lnTo>
                <a:lnTo>
                  <a:pt x="84" y="458"/>
                </a:lnTo>
                <a:lnTo>
                  <a:pt x="85" y="458"/>
                </a:lnTo>
                <a:lnTo>
                  <a:pt x="85" y="457"/>
                </a:lnTo>
                <a:lnTo>
                  <a:pt x="85" y="456"/>
                </a:lnTo>
                <a:lnTo>
                  <a:pt x="85" y="455"/>
                </a:lnTo>
                <a:lnTo>
                  <a:pt x="85" y="454"/>
                </a:lnTo>
                <a:lnTo>
                  <a:pt x="84" y="454"/>
                </a:lnTo>
                <a:lnTo>
                  <a:pt x="84" y="453"/>
                </a:lnTo>
                <a:lnTo>
                  <a:pt x="85" y="452"/>
                </a:lnTo>
                <a:lnTo>
                  <a:pt x="85" y="451"/>
                </a:lnTo>
                <a:lnTo>
                  <a:pt x="86" y="450"/>
                </a:lnTo>
                <a:lnTo>
                  <a:pt x="86" y="449"/>
                </a:lnTo>
                <a:lnTo>
                  <a:pt x="87" y="448"/>
                </a:lnTo>
                <a:lnTo>
                  <a:pt x="88" y="448"/>
                </a:lnTo>
                <a:lnTo>
                  <a:pt x="88" y="447"/>
                </a:lnTo>
                <a:lnTo>
                  <a:pt x="89" y="446"/>
                </a:lnTo>
                <a:lnTo>
                  <a:pt x="90" y="444"/>
                </a:lnTo>
                <a:lnTo>
                  <a:pt x="91" y="444"/>
                </a:lnTo>
                <a:lnTo>
                  <a:pt x="91" y="443"/>
                </a:lnTo>
                <a:lnTo>
                  <a:pt x="92" y="443"/>
                </a:lnTo>
                <a:lnTo>
                  <a:pt x="93" y="443"/>
                </a:lnTo>
                <a:lnTo>
                  <a:pt x="93" y="442"/>
                </a:lnTo>
                <a:lnTo>
                  <a:pt x="93" y="441"/>
                </a:lnTo>
                <a:lnTo>
                  <a:pt x="94" y="440"/>
                </a:lnTo>
                <a:lnTo>
                  <a:pt x="95" y="439"/>
                </a:lnTo>
                <a:lnTo>
                  <a:pt x="95" y="438"/>
                </a:lnTo>
                <a:lnTo>
                  <a:pt x="96" y="438"/>
                </a:lnTo>
                <a:lnTo>
                  <a:pt x="96" y="437"/>
                </a:lnTo>
                <a:lnTo>
                  <a:pt x="96" y="436"/>
                </a:lnTo>
                <a:lnTo>
                  <a:pt x="97" y="436"/>
                </a:lnTo>
                <a:lnTo>
                  <a:pt x="97" y="435"/>
                </a:lnTo>
                <a:lnTo>
                  <a:pt x="98" y="435"/>
                </a:lnTo>
                <a:lnTo>
                  <a:pt x="97" y="434"/>
                </a:lnTo>
                <a:lnTo>
                  <a:pt x="98" y="434"/>
                </a:lnTo>
                <a:lnTo>
                  <a:pt x="99" y="433"/>
                </a:lnTo>
                <a:lnTo>
                  <a:pt x="100" y="433"/>
                </a:lnTo>
                <a:lnTo>
                  <a:pt x="100" y="432"/>
                </a:lnTo>
                <a:lnTo>
                  <a:pt x="100" y="431"/>
                </a:lnTo>
                <a:lnTo>
                  <a:pt x="99" y="431"/>
                </a:lnTo>
                <a:lnTo>
                  <a:pt x="99" y="430"/>
                </a:lnTo>
                <a:lnTo>
                  <a:pt x="99" y="429"/>
                </a:lnTo>
                <a:lnTo>
                  <a:pt x="98" y="428"/>
                </a:lnTo>
                <a:lnTo>
                  <a:pt x="97" y="427"/>
                </a:lnTo>
                <a:lnTo>
                  <a:pt x="95" y="427"/>
                </a:lnTo>
                <a:lnTo>
                  <a:pt x="94" y="427"/>
                </a:lnTo>
                <a:lnTo>
                  <a:pt x="93" y="427"/>
                </a:lnTo>
                <a:lnTo>
                  <a:pt x="92" y="427"/>
                </a:lnTo>
                <a:lnTo>
                  <a:pt x="92" y="426"/>
                </a:lnTo>
                <a:lnTo>
                  <a:pt x="93" y="426"/>
                </a:lnTo>
                <a:lnTo>
                  <a:pt x="94" y="426"/>
                </a:lnTo>
                <a:lnTo>
                  <a:pt x="95" y="426"/>
                </a:lnTo>
                <a:lnTo>
                  <a:pt x="96" y="426"/>
                </a:lnTo>
                <a:lnTo>
                  <a:pt x="97" y="425"/>
                </a:lnTo>
                <a:lnTo>
                  <a:pt x="98" y="425"/>
                </a:lnTo>
                <a:lnTo>
                  <a:pt x="98" y="423"/>
                </a:lnTo>
                <a:lnTo>
                  <a:pt x="98" y="422"/>
                </a:lnTo>
                <a:lnTo>
                  <a:pt x="98" y="421"/>
                </a:lnTo>
                <a:lnTo>
                  <a:pt x="99" y="420"/>
                </a:lnTo>
                <a:lnTo>
                  <a:pt x="99" y="419"/>
                </a:lnTo>
                <a:lnTo>
                  <a:pt x="100" y="419"/>
                </a:lnTo>
                <a:lnTo>
                  <a:pt x="100" y="418"/>
                </a:lnTo>
                <a:lnTo>
                  <a:pt x="101" y="418"/>
                </a:lnTo>
                <a:lnTo>
                  <a:pt x="101" y="417"/>
                </a:lnTo>
                <a:lnTo>
                  <a:pt x="101" y="416"/>
                </a:lnTo>
                <a:lnTo>
                  <a:pt x="102" y="415"/>
                </a:lnTo>
                <a:lnTo>
                  <a:pt x="102" y="414"/>
                </a:lnTo>
                <a:lnTo>
                  <a:pt x="102" y="413"/>
                </a:lnTo>
                <a:lnTo>
                  <a:pt x="101" y="413"/>
                </a:lnTo>
                <a:lnTo>
                  <a:pt x="101" y="412"/>
                </a:lnTo>
                <a:lnTo>
                  <a:pt x="102" y="412"/>
                </a:lnTo>
                <a:lnTo>
                  <a:pt x="103" y="411"/>
                </a:lnTo>
                <a:lnTo>
                  <a:pt x="104" y="411"/>
                </a:lnTo>
                <a:lnTo>
                  <a:pt x="105" y="412"/>
                </a:lnTo>
                <a:lnTo>
                  <a:pt x="105" y="413"/>
                </a:lnTo>
                <a:lnTo>
                  <a:pt x="106" y="414"/>
                </a:lnTo>
                <a:lnTo>
                  <a:pt x="108" y="416"/>
                </a:lnTo>
                <a:lnTo>
                  <a:pt x="109" y="416"/>
                </a:lnTo>
                <a:lnTo>
                  <a:pt x="110" y="416"/>
                </a:lnTo>
                <a:lnTo>
                  <a:pt x="110" y="415"/>
                </a:lnTo>
                <a:lnTo>
                  <a:pt x="109" y="415"/>
                </a:lnTo>
                <a:lnTo>
                  <a:pt x="109" y="414"/>
                </a:lnTo>
                <a:lnTo>
                  <a:pt x="109" y="413"/>
                </a:lnTo>
                <a:lnTo>
                  <a:pt x="109" y="412"/>
                </a:lnTo>
                <a:lnTo>
                  <a:pt x="109" y="411"/>
                </a:lnTo>
                <a:lnTo>
                  <a:pt x="109" y="410"/>
                </a:lnTo>
                <a:lnTo>
                  <a:pt x="109" y="409"/>
                </a:lnTo>
                <a:lnTo>
                  <a:pt x="110" y="409"/>
                </a:lnTo>
                <a:lnTo>
                  <a:pt x="111" y="408"/>
                </a:lnTo>
                <a:lnTo>
                  <a:pt x="110" y="408"/>
                </a:lnTo>
                <a:lnTo>
                  <a:pt x="110" y="407"/>
                </a:lnTo>
                <a:lnTo>
                  <a:pt x="110" y="406"/>
                </a:lnTo>
                <a:lnTo>
                  <a:pt x="109" y="405"/>
                </a:lnTo>
                <a:lnTo>
                  <a:pt x="109" y="406"/>
                </a:lnTo>
                <a:lnTo>
                  <a:pt x="108" y="406"/>
                </a:lnTo>
                <a:lnTo>
                  <a:pt x="108" y="407"/>
                </a:lnTo>
                <a:lnTo>
                  <a:pt x="107" y="407"/>
                </a:lnTo>
                <a:lnTo>
                  <a:pt x="107" y="406"/>
                </a:lnTo>
                <a:lnTo>
                  <a:pt x="106" y="405"/>
                </a:lnTo>
                <a:lnTo>
                  <a:pt x="105" y="405"/>
                </a:lnTo>
                <a:lnTo>
                  <a:pt x="105" y="404"/>
                </a:lnTo>
                <a:lnTo>
                  <a:pt x="104" y="404"/>
                </a:lnTo>
                <a:lnTo>
                  <a:pt x="104" y="405"/>
                </a:lnTo>
                <a:lnTo>
                  <a:pt x="104" y="406"/>
                </a:lnTo>
                <a:lnTo>
                  <a:pt x="103" y="406"/>
                </a:lnTo>
                <a:lnTo>
                  <a:pt x="103" y="405"/>
                </a:lnTo>
                <a:lnTo>
                  <a:pt x="102" y="405"/>
                </a:lnTo>
                <a:lnTo>
                  <a:pt x="102" y="404"/>
                </a:lnTo>
                <a:lnTo>
                  <a:pt x="101" y="404"/>
                </a:lnTo>
                <a:lnTo>
                  <a:pt x="100" y="404"/>
                </a:lnTo>
                <a:lnTo>
                  <a:pt x="100" y="403"/>
                </a:lnTo>
                <a:lnTo>
                  <a:pt x="100" y="402"/>
                </a:lnTo>
                <a:lnTo>
                  <a:pt x="99" y="402"/>
                </a:lnTo>
                <a:lnTo>
                  <a:pt x="99" y="403"/>
                </a:lnTo>
                <a:lnTo>
                  <a:pt x="98" y="402"/>
                </a:lnTo>
                <a:lnTo>
                  <a:pt x="97" y="403"/>
                </a:lnTo>
                <a:lnTo>
                  <a:pt x="96" y="403"/>
                </a:lnTo>
                <a:lnTo>
                  <a:pt x="96" y="404"/>
                </a:lnTo>
                <a:lnTo>
                  <a:pt x="95" y="403"/>
                </a:lnTo>
                <a:lnTo>
                  <a:pt x="94" y="403"/>
                </a:lnTo>
                <a:lnTo>
                  <a:pt x="93" y="402"/>
                </a:lnTo>
                <a:lnTo>
                  <a:pt x="94" y="402"/>
                </a:lnTo>
                <a:lnTo>
                  <a:pt x="94" y="401"/>
                </a:lnTo>
                <a:lnTo>
                  <a:pt x="94" y="400"/>
                </a:lnTo>
                <a:lnTo>
                  <a:pt x="94" y="399"/>
                </a:lnTo>
                <a:lnTo>
                  <a:pt x="94" y="398"/>
                </a:lnTo>
                <a:lnTo>
                  <a:pt x="94" y="397"/>
                </a:lnTo>
                <a:lnTo>
                  <a:pt x="94" y="396"/>
                </a:lnTo>
                <a:lnTo>
                  <a:pt x="93" y="396"/>
                </a:lnTo>
                <a:lnTo>
                  <a:pt x="93" y="395"/>
                </a:lnTo>
                <a:lnTo>
                  <a:pt x="91" y="395"/>
                </a:lnTo>
                <a:lnTo>
                  <a:pt x="90" y="394"/>
                </a:lnTo>
                <a:lnTo>
                  <a:pt x="89" y="393"/>
                </a:lnTo>
                <a:lnTo>
                  <a:pt x="89" y="392"/>
                </a:lnTo>
                <a:lnTo>
                  <a:pt x="88" y="392"/>
                </a:lnTo>
                <a:lnTo>
                  <a:pt x="88" y="391"/>
                </a:lnTo>
                <a:lnTo>
                  <a:pt x="87" y="391"/>
                </a:lnTo>
                <a:lnTo>
                  <a:pt x="87" y="392"/>
                </a:lnTo>
                <a:lnTo>
                  <a:pt x="86" y="392"/>
                </a:lnTo>
                <a:lnTo>
                  <a:pt x="85" y="392"/>
                </a:lnTo>
                <a:lnTo>
                  <a:pt x="84" y="391"/>
                </a:lnTo>
                <a:lnTo>
                  <a:pt x="85" y="390"/>
                </a:lnTo>
                <a:lnTo>
                  <a:pt x="85" y="389"/>
                </a:lnTo>
                <a:lnTo>
                  <a:pt x="85" y="388"/>
                </a:lnTo>
                <a:lnTo>
                  <a:pt x="85" y="387"/>
                </a:lnTo>
                <a:lnTo>
                  <a:pt x="85" y="386"/>
                </a:lnTo>
                <a:lnTo>
                  <a:pt x="85" y="385"/>
                </a:lnTo>
                <a:lnTo>
                  <a:pt x="85" y="384"/>
                </a:lnTo>
                <a:lnTo>
                  <a:pt x="86" y="383"/>
                </a:lnTo>
                <a:lnTo>
                  <a:pt x="86" y="381"/>
                </a:lnTo>
                <a:lnTo>
                  <a:pt x="86" y="380"/>
                </a:lnTo>
                <a:lnTo>
                  <a:pt x="86" y="379"/>
                </a:lnTo>
                <a:lnTo>
                  <a:pt x="85" y="378"/>
                </a:lnTo>
                <a:lnTo>
                  <a:pt x="85" y="379"/>
                </a:lnTo>
                <a:lnTo>
                  <a:pt x="85" y="380"/>
                </a:lnTo>
                <a:lnTo>
                  <a:pt x="84" y="379"/>
                </a:lnTo>
                <a:lnTo>
                  <a:pt x="83" y="379"/>
                </a:lnTo>
                <a:lnTo>
                  <a:pt x="82" y="380"/>
                </a:lnTo>
                <a:lnTo>
                  <a:pt x="81" y="381"/>
                </a:lnTo>
                <a:lnTo>
                  <a:pt x="80" y="382"/>
                </a:lnTo>
                <a:lnTo>
                  <a:pt x="79" y="382"/>
                </a:lnTo>
                <a:lnTo>
                  <a:pt x="78" y="382"/>
                </a:lnTo>
                <a:lnTo>
                  <a:pt x="77" y="382"/>
                </a:lnTo>
                <a:lnTo>
                  <a:pt x="76" y="382"/>
                </a:lnTo>
                <a:lnTo>
                  <a:pt x="76" y="383"/>
                </a:lnTo>
                <a:lnTo>
                  <a:pt x="76" y="384"/>
                </a:lnTo>
                <a:lnTo>
                  <a:pt x="75" y="384"/>
                </a:lnTo>
                <a:lnTo>
                  <a:pt x="75" y="383"/>
                </a:lnTo>
                <a:lnTo>
                  <a:pt x="74" y="383"/>
                </a:lnTo>
                <a:lnTo>
                  <a:pt x="74" y="382"/>
                </a:lnTo>
                <a:lnTo>
                  <a:pt x="74" y="381"/>
                </a:lnTo>
                <a:lnTo>
                  <a:pt x="75" y="381"/>
                </a:lnTo>
                <a:lnTo>
                  <a:pt x="75" y="380"/>
                </a:lnTo>
                <a:lnTo>
                  <a:pt x="75" y="379"/>
                </a:lnTo>
                <a:lnTo>
                  <a:pt x="75" y="378"/>
                </a:lnTo>
                <a:lnTo>
                  <a:pt x="75" y="377"/>
                </a:lnTo>
                <a:lnTo>
                  <a:pt x="75" y="376"/>
                </a:lnTo>
                <a:lnTo>
                  <a:pt x="74" y="375"/>
                </a:lnTo>
                <a:lnTo>
                  <a:pt x="74" y="374"/>
                </a:lnTo>
                <a:lnTo>
                  <a:pt x="74" y="373"/>
                </a:lnTo>
                <a:lnTo>
                  <a:pt x="73" y="373"/>
                </a:lnTo>
                <a:lnTo>
                  <a:pt x="73" y="372"/>
                </a:lnTo>
                <a:lnTo>
                  <a:pt x="72" y="372"/>
                </a:lnTo>
                <a:lnTo>
                  <a:pt x="71" y="372"/>
                </a:lnTo>
                <a:lnTo>
                  <a:pt x="70" y="372"/>
                </a:lnTo>
                <a:lnTo>
                  <a:pt x="70" y="373"/>
                </a:lnTo>
                <a:lnTo>
                  <a:pt x="69" y="373"/>
                </a:lnTo>
                <a:lnTo>
                  <a:pt x="69" y="374"/>
                </a:lnTo>
                <a:lnTo>
                  <a:pt x="69" y="373"/>
                </a:lnTo>
                <a:lnTo>
                  <a:pt x="69" y="372"/>
                </a:lnTo>
                <a:lnTo>
                  <a:pt x="69" y="371"/>
                </a:lnTo>
                <a:lnTo>
                  <a:pt x="68" y="371"/>
                </a:lnTo>
                <a:lnTo>
                  <a:pt x="67" y="371"/>
                </a:lnTo>
                <a:lnTo>
                  <a:pt x="66" y="371"/>
                </a:lnTo>
                <a:lnTo>
                  <a:pt x="65" y="369"/>
                </a:lnTo>
                <a:lnTo>
                  <a:pt x="64" y="369"/>
                </a:lnTo>
                <a:lnTo>
                  <a:pt x="64" y="368"/>
                </a:lnTo>
                <a:lnTo>
                  <a:pt x="65" y="367"/>
                </a:lnTo>
                <a:lnTo>
                  <a:pt x="64" y="366"/>
                </a:lnTo>
                <a:lnTo>
                  <a:pt x="64" y="365"/>
                </a:lnTo>
                <a:lnTo>
                  <a:pt x="64" y="364"/>
                </a:lnTo>
                <a:lnTo>
                  <a:pt x="64" y="362"/>
                </a:lnTo>
                <a:lnTo>
                  <a:pt x="65" y="361"/>
                </a:lnTo>
                <a:lnTo>
                  <a:pt x="65" y="360"/>
                </a:lnTo>
                <a:lnTo>
                  <a:pt x="65" y="359"/>
                </a:lnTo>
                <a:lnTo>
                  <a:pt x="65" y="358"/>
                </a:lnTo>
                <a:lnTo>
                  <a:pt x="65" y="357"/>
                </a:lnTo>
                <a:lnTo>
                  <a:pt x="65" y="356"/>
                </a:lnTo>
                <a:lnTo>
                  <a:pt x="65" y="355"/>
                </a:lnTo>
                <a:lnTo>
                  <a:pt x="65" y="354"/>
                </a:lnTo>
                <a:lnTo>
                  <a:pt x="66" y="354"/>
                </a:lnTo>
                <a:lnTo>
                  <a:pt x="66" y="355"/>
                </a:lnTo>
                <a:lnTo>
                  <a:pt x="66" y="356"/>
                </a:lnTo>
                <a:lnTo>
                  <a:pt x="67" y="356"/>
                </a:lnTo>
                <a:lnTo>
                  <a:pt x="67" y="357"/>
                </a:lnTo>
                <a:lnTo>
                  <a:pt x="68" y="357"/>
                </a:lnTo>
                <a:lnTo>
                  <a:pt x="68" y="358"/>
                </a:lnTo>
                <a:lnTo>
                  <a:pt x="69" y="358"/>
                </a:lnTo>
                <a:lnTo>
                  <a:pt x="70" y="358"/>
                </a:lnTo>
                <a:lnTo>
                  <a:pt x="70" y="357"/>
                </a:lnTo>
                <a:lnTo>
                  <a:pt x="70" y="356"/>
                </a:lnTo>
                <a:lnTo>
                  <a:pt x="71" y="356"/>
                </a:lnTo>
                <a:lnTo>
                  <a:pt x="71" y="355"/>
                </a:lnTo>
                <a:lnTo>
                  <a:pt x="71" y="354"/>
                </a:lnTo>
                <a:lnTo>
                  <a:pt x="71" y="355"/>
                </a:lnTo>
                <a:lnTo>
                  <a:pt x="72" y="355"/>
                </a:lnTo>
                <a:lnTo>
                  <a:pt x="72" y="354"/>
                </a:lnTo>
                <a:lnTo>
                  <a:pt x="72" y="353"/>
                </a:lnTo>
                <a:lnTo>
                  <a:pt x="72" y="352"/>
                </a:lnTo>
                <a:lnTo>
                  <a:pt x="72" y="351"/>
                </a:lnTo>
                <a:lnTo>
                  <a:pt x="73" y="351"/>
                </a:lnTo>
                <a:lnTo>
                  <a:pt x="73" y="350"/>
                </a:lnTo>
                <a:lnTo>
                  <a:pt x="74" y="349"/>
                </a:lnTo>
                <a:lnTo>
                  <a:pt x="75" y="349"/>
                </a:lnTo>
                <a:lnTo>
                  <a:pt x="75" y="348"/>
                </a:lnTo>
                <a:lnTo>
                  <a:pt x="74" y="348"/>
                </a:lnTo>
                <a:lnTo>
                  <a:pt x="74" y="347"/>
                </a:lnTo>
                <a:lnTo>
                  <a:pt x="74" y="346"/>
                </a:lnTo>
                <a:lnTo>
                  <a:pt x="75" y="345"/>
                </a:lnTo>
                <a:lnTo>
                  <a:pt x="75" y="344"/>
                </a:lnTo>
                <a:lnTo>
                  <a:pt x="76" y="344"/>
                </a:lnTo>
                <a:lnTo>
                  <a:pt x="76" y="343"/>
                </a:lnTo>
                <a:lnTo>
                  <a:pt x="75" y="343"/>
                </a:lnTo>
                <a:lnTo>
                  <a:pt x="75" y="342"/>
                </a:lnTo>
                <a:lnTo>
                  <a:pt x="75" y="341"/>
                </a:lnTo>
                <a:lnTo>
                  <a:pt x="74" y="341"/>
                </a:lnTo>
                <a:lnTo>
                  <a:pt x="74" y="340"/>
                </a:lnTo>
                <a:lnTo>
                  <a:pt x="73" y="339"/>
                </a:lnTo>
                <a:lnTo>
                  <a:pt x="74" y="339"/>
                </a:lnTo>
                <a:lnTo>
                  <a:pt x="74" y="338"/>
                </a:lnTo>
                <a:lnTo>
                  <a:pt x="75" y="338"/>
                </a:lnTo>
                <a:lnTo>
                  <a:pt x="75" y="337"/>
                </a:lnTo>
                <a:lnTo>
                  <a:pt x="76" y="337"/>
                </a:lnTo>
                <a:lnTo>
                  <a:pt x="75" y="337"/>
                </a:lnTo>
                <a:lnTo>
                  <a:pt x="76" y="337"/>
                </a:lnTo>
                <a:lnTo>
                  <a:pt x="76" y="336"/>
                </a:lnTo>
                <a:lnTo>
                  <a:pt x="76" y="335"/>
                </a:lnTo>
                <a:lnTo>
                  <a:pt x="76" y="334"/>
                </a:lnTo>
                <a:lnTo>
                  <a:pt x="76" y="333"/>
                </a:lnTo>
                <a:lnTo>
                  <a:pt x="76" y="334"/>
                </a:lnTo>
                <a:lnTo>
                  <a:pt x="77" y="334"/>
                </a:lnTo>
                <a:lnTo>
                  <a:pt x="77" y="333"/>
                </a:lnTo>
                <a:lnTo>
                  <a:pt x="77" y="332"/>
                </a:lnTo>
                <a:lnTo>
                  <a:pt x="77" y="331"/>
                </a:lnTo>
                <a:lnTo>
                  <a:pt x="78" y="330"/>
                </a:lnTo>
                <a:lnTo>
                  <a:pt x="78" y="329"/>
                </a:lnTo>
                <a:lnTo>
                  <a:pt x="78" y="328"/>
                </a:lnTo>
                <a:lnTo>
                  <a:pt x="77" y="328"/>
                </a:lnTo>
                <a:lnTo>
                  <a:pt x="77" y="327"/>
                </a:lnTo>
                <a:lnTo>
                  <a:pt x="78" y="327"/>
                </a:lnTo>
                <a:lnTo>
                  <a:pt x="78" y="325"/>
                </a:lnTo>
                <a:lnTo>
                  <a:pt x="78" y="324"/>
                </a:lnTo>
                <a:lnTo>
                  <a:pt x="77" y="323"/>
                </a:lnTo>
                <a:lnTo>
                  <a:pt x="77" y="322"/>
                </a:lnTo>
                <a:lnTo>
                  <a:pt x="77" y="321"/>
                </a:lnTo>
                <a:lnTo>
                  <a:pt x="78" y="321"/>
                </a:lnTo>
                <a:lnTo>
                  <a:pt x="79" y="322"/>
                </a:lnTo>
                <a:lnTo>
                  <a:pt x="80" y="323"/>
                </a:lnTo>
                <a:lnTo>
                  <a:pt x="81" y="323"/>
                </a:lnTo>
                <a:lnTo>
                  <a:pt x="81" y="322"/>
                </a:lnTo>
                <a:lnTo>
                  <a:pt x="82" y="322"/>
                </a:lnTo>
                <a:lnTo>
                  <a:pt x="83" y="321"/>
                </a:lnTo>
                <a:lnTo>
                  <a:pt x="83" y="320"/>
                </a:lnTo>
                <a:lnTo>
                  <a:pt x="83" y="319"/>
                </a:lnTo>
                <a:lnTo>
                  <a:pt x="83" y="318"/>
                </a:lnTo>
                <a:lnTo>
                  <a:pt x="83" y="317"/>
                </a:lnTo>
                <a:lnTo>
                  <a:pt x="83" y="316"/>
                </a:lnTo>
                <a:lnTo>
                  <a:pt x="82" y="316"/>
                </a:lnTo>
                <a:lnTo>
                  <a:pt x="83" y="315"/>
                </a:lnTo>
                <a:lnTo>
                  <a:pt x="83" y="313"/>
                </a:lnTo>
                <a:lnTo>
                  <a:pt x="84" y="312"/>
                </a:lnTo>
                <a:lnTo>
                  <a:pt x="84" y="311"/>
                </a:lnTo>
                <a:lnTo>
                  <a:pt x="84" y="310"/>
                </a:lnTo>
                <a:lnTo>
                  <a:pt x="85" y="310"/>
                </a:lnTo>
                <a:lnTo>
                  <a:pt x="84" y="309"/>
                </a:lnTo>
                <a:lnTo>
                  <a:pt x="85" y="309"/>
                </a:lnTo>
                <a:lnTo>
                  <a:pt x="85" y="308"/>
                </a:lnTo>
                <a:lnTo>
                  <a:pt x="85" y="307"/>
                </a:lnTo>
                <a:lnTo>
                  <a:pt x="85" y="306"/>
                </a:lnTo>
                <a:lnTo>
                  <a:pt x="85" y="305"/>
                </a:lnTo>
                <a:lnTo>
                  <a:pt x="85" y="304"/>
                </a:lnTo>
                <a:lnTo>
                  <a:pt x="86" y="302"/>
                </a:lnTo>
                <a:lnTo>
                  <a:pt x="87" y="302"/>
                </a:lnTo>
                <a:lnTo>
                  <a:pt x="88" y="301"/>
                </a:lnTo>
                <a:lnTo>
                  <a:pt x="88" y="300"/>
                </a:lnTo>
                <a:lnTo>
                  <a:pt x="88" y="299"/>
                </a:lnTo>
                <a:lnTo>
                  <a:pt x="89" y="299"/>
                </a:lnTo>
                <a:lnTo>
                  <a:pt x="89" y="298"/>
                </a:lnTo>
                <a:lnTo>
                  <a:pt x="90" y="297"/>
                </a:lnTo>
                <a:lnTo>
                  <a:pt x="91" y="297"/>
                </a:lnTo>
                <a:lnTo>
                  <a:pt x="92" y="297"/>
                </a:lnTo>
                <a:lnTo>
                  <a:pt x="93" y="297"/>
                </a:lnTo>
                <a:lnTo>
                  <a:pt x="94" y="296"/>
                </a:lnTo>
                <a:lnTo>
                  <a:pt x="95" y="296"/>
                </a:lnTo>
                <a:lnTo>
                  <a:pt x="95" y="295"/>
                </a:lnTo>
                <a:lnTo>
                  <a:pt x="95" y="294"/>
                </a:lnTo>
                <a:lnTo>
                  <a:pt x="96" y="293"/>
                </a:lnTo>
                <a:lnTo>
                  <a:pt x="97" y="293"/>
                </a:lnTo>
                <a:lnTo>
                  <a:pt x="97" y="292"/>
                </a:lnTo>
                <a:lnTo>
                  <a:pt x="97" y="291"/>
                </a:lnTo>
                <a:lnTo>
                  <a:pt x="96" y="291"/>
                </a:lnTo>
                <a:lnTo>
                  <a:pt x="96" y="290"/>
                </a:lnTo>
                <a:lnTo>
                  <a:pt x="96" y="289"/>
                </a:lnTo>
                <a:lnTo>
                  <a:pt x="96" y="288"/>
                </a:lnTo>
                <a:lnTo>
                  <a:pt x="96" y="287"/>
                </a:lnTo>
                <a:lnTo>
                  <a:pt x="96" y="286"/>
                </a:lnTo>
                <a:lnTo>
                  <a:pt x="95" y="286"/>
                </a:lnTo>
                <a:lnTo>
                  <a:pt x="94" y="285"/>
                </a:lnTo>
                <a:lnTo>
                  <a:pt x="93" y="285"/>
                </a:lnTo>
                <a:lnTo>
                  <a:pt x="93" y="284"/>
                </a:lnTo>
                <a:lnTo>
                  <a:pt x="93" y="283"/>
                </a:lnTo>
                <a:lnTo>
                  <a:pt x="93" y="282"/>
                </a:lnTo>
                <a:lnTo>
                  <a:pt x="93" y="281"/>
                </a:lnTo>
                <a:lnTo>
                  <a:pt x="93" y="280"/>
                </a:lnTo>
                <a:lnTo>
                  <a:pt x="92" y="279"/>
                </a:lnTo>
                <a:lnTo>
                  <a:pt x="91" y="279"/>
                </a:lnTo>
                <a:lnTo>
                  <a:pt x="91" y="278"/>
                </a:lnTo>
                <a:lnTo>
                  <a:pt x="90" y="277"/>
                </a:lnTo>
                <a:lnTo>
                  <a:pt x="89" y="277"/>
                </a:lnTo>
                <a:lnTo>
                  <a:pt x="88" y="276"/>
                </a:lnTo>
                <a:lnTo>
                  <a:pt x="87" y="276"/>
                </a:lnTo>
                <a:lnTo>
                  <a:pt x="87" y="275"/>
                </a:lnTo>
                <a:lnTo>
                  <a:pt x="88" y="274"/>
                </a:lnTo>
                <a:lnTo>
                  <a:pt x="88" y="273"/>
                </a:lnTo>
                <a:lnTo>
                  <a:pt x="88" y="272"/>
                </a:lnTo>
                <a:lnTo>
                  <a:pt x="87" y="272"/>
                </a:lnTo>
                <a:lnTo>
                  <a:pt x="88" y="271"/>
                </a:lnTo>
                <a:lnTo>
                  <a:pt x="87" y="271"/>
                </a:lnTo>
                <a:lnTo>
                  <a:pt x="87" y="270"/>
                </a:lnTo>
                <a:lnTo>
                  <a:pt x="86" y="270"/>
                </a:lnTo>
                <a:lnTo>
                  <a:pt x="85" y="270"/>
                </a:lnTo>
                <a:lnTo>
                  <a:pt x="84" y="270"/>
                </a:lnTo>
                <a:lnTo>
                  <a:pt x="82" y="270"/>
                </a:lnTo>
                <a:lnTo>
                  <a:pt x="81" y="270"/>
                </a:lnTo>
                <a:lnTo>
                  <a:pt x="80" y="271"/>
                </a:lnTo>
                <a:lnTo>
                  <a:pt x="78" y="270"/>
                </a:lnTo>
                <a:lnTo>
                  <a:pt x="78" y="269"/>
                </a:lnTo>
                <a:lnTo>
                  <a:pt x="77" y="269"/>
                </a:lnTo>
                <a:lnTo>
                  <a:pt x="77" y="268"/>
                </a:lnTo>
                <a:lnTo>
                  <a:pt x="77" y="266"/>
                </a:lnTo>
                <a:lnTo>
                  <a:pt x="78" y="265"/>
                </a:lnTo>
                <a:lnTo>
                  <a:pt x="78" y="264"/>
                </a:lnTo>
                <a:lnTo>
                  <a:pt x="78" y="263"/>
                </a:lnTo>
                <a:lnTo>
                  <a:pt x="77" y="262"/>
                </a:lnTo>
                <a:lnTo>
                  <a:pt x="76" y="262"/>
                </a:lnTo>
                <a:lnTo>
                  <a:pt x="76" y="261"/>
                </a:lnTo>
                <a:lnTo>
                  <a:pt x="76" y="260"/>
                </a:lnTo>
                <a:lnTo>
                  <a:pt x="75" y="259"/>
                </a:lnTo>
                <a:lnTo>
                  <a:pt x="74" y="259"/>
                </a:lnTo>
                <a:lnTo>
                  <a:pt x="74" y="258"/>
                </a:lnTo>
                <a:lnTo>
                  <a:pt x="74" y="257"/>
                </a:lnTo>
                <a:lnTo>
                  <a:pt x="73" y="258"/>
                </a:lnTo>
                <a:lnTo>
                  <a:pt x="73" y="257"/>
                </a:lnTo>
                <a:lnTo>
                  <a:pt x="73" y="258"/>
                </a:lnTo>
                <a:lnTo>
                  <a:pt x="72" y="258"/>
                </a:lnTo>
                <a:lnTo>
                  <a:pt x="72" y="260"/>
                </a:lnTo>
                <a:lnTo>
                  <a:pt x="71" y="260"/>
                </a:lnTo>
                <a:lnTo>
                  <a:pt x="71" y="261"/>
                </a:lnTo>
                <a:lnTo>
                  <a:pt x="70" y="262"/>
                </a:lnTo>
                <a:lnTo>
                  <a:pt x="70" y="263"/>
                </a:lnTo>
                <a:lnTo>
                  <a:pt x="70" y="264"/>
                </a:lnTo>
                <a:lnTo>
                  <a:pt x="69" y="264"/>
                </a:lnTo>
                <a:lnTo>
                  <a:pt x="69" y="266"/>
                </a:lnTo>
                <a:lnTo>
                  <a:pt x="68" y="266"/>
                </a:lnTo>
                <a:lnTo>
                  <a:pt x="67" y="267"/>
                </a:lnTo>
                <a:lnTo>
                  <a:pt x="66" y="267"/>
                </a:lnTo>
                <a:lnTo>
                  <a:pt x="65" y="267"/>
                </a:lnTo>
                <a:lnTo>
                  <a:pt x="64" y="267"/>
                </a:lnTo>
                <a:lnTo>
                  <a:pt x="64" y="268"/>
                </a:lnTo>
                <a:lnTo>
                  <a:pt x="64" y="267"/>
                </a:lnTo>
                <a:lnTo>
                  <a:pt x="63" y="266"/>
                </a:lnTo>
                <a:lnTo>
                  <a:pt x="62" y="265"/>
                </a:lnTo>
                <a:lnTo>
                  <a:pt x="61" y="265"/>
                </a:lnTo>
                <a:lnTo>
                  <a:pt x="60" y="266"/>
                </a:lnTo>
                <a:lnTo>
                  <a:pt x="60" y="267"/>
                </a:lnTo>
                <a:lnTo>
                  <a:pt x="59" y="267"/>
                </a:lnTo>
                <a:lnTo>
                  <a:pt x="59" y="266"/>
                </a:lnTo>
                <a:lnTo>
                  <a:pt x="58" y="266"/>
                </a:lnTo>
                <a:lnTo>
                  <a:pt x="57" y="266"/>
                </a:lnTo>
                <a:lnTo>
                  <a:pt x="57" y="267"/>
                </a:lnTo>
                <a:lnTo>
                  <a:pt x="56" y="267"/>
                </a:lnTo>
                <a:lnTo>
                  <a:pt x="55" y="266"/>
                </a:lnTo>
                <a:lnTo>
                  <a:pt x="54" y="266"/>
                </a:lnTo>
                <a:lnTo>
                  <a:pt x="53" y="265"/>
                </a:lnTo>
                <a:lnTo>
                  <a:pt x="52" y="265"/>
                </a:lnTo>
                <a:lnTo>
                  <a:pt x="51" y="265"/>
                </a:lnTo>
                <a:lnTo>
                  <a:pt x="50" y="264"/>
                </a:lnTo>
                <a:lnTo>
                  <a:pt x="49" y="264"/>
                </a:lnTo>
                <a:lnTo>
                  <a:pt x="48" y="265"/>
                </a:lnTo>
                <a:lnTo>
                  <a:pt x="48" y="264"/>
                </a:lnTo>
                <a:lnTo>
                  <a:pt x="47" y="264"/>
                </a:lnTo>
                <a:lnTo>
                  <a:pt x="47" y="265"/>
                </a:lnTo>
                <a:lnTo>
                  <a:pt x="46" y="265"/>
                </a:lnTo>
                <a:lnTo>
                  <a:pt x="46" y="266"/>
                </a:lnTo>
                <a:lnTo>
                  <a:pt x="46" y="267"/>
                </a:lnTo>
                <a:lnTo>
                  <a:pt x="45" y="267"/>
                </a:lnTo>
                <a:lnTo>
                  <a:pt x="45" y="268"/>
                </a:lnTo>
                <a:lnTo>
                  <a:pt x="45" y="269"/>
                </a:lnTo>
                <a:lnTo>
                  <a:pt x="44" y="270"/>
                </a:lnTo>
                <a:lnTo>
                  <a:pt x="43" y="271"/>
                </a:lnTo>
                <a:lnTo>
                  <a:pt x="42" y="271"/>
                </a:lnTo>
                <a:lnTo>
                  <a:pt x="42" y="273"/>
                </a:lnTo>
                <a:lnTo>
                  <a:pt x="42" y="274"/>
                </a:lnTo>
                <a:lnTo>
                  <a:pt x="42" y="275"/>
                </a:lnTo>
                <a:lnTo>
                  <a:pt x="42" y="276"/>
                </a:lnTo>
                <a:lnTo>
                  <a:pt x="42" y="277"/>
                </a:lnTo>
                <a:lnTo>
                  <a:pt x="42" y="278"/>
                </a:lnTo>
                <a:lnTo>
                  <a:pt x="41" y="278"/>
                </a:lnTo>
                <a:lnTo>
                  <a:pt x="40" y="279"/>
                </a:lnTo>
                <a:lnTo>
                  <a:pt x="40" y="278"/>
                </a:lnTo>
                <a:lnTo>
                  <a:pt x="39" y="278"/>
                </a:lnTo>
                <a:lnTo>
                  <a:pt x="39" y="277"/>
                </a:lnTo>
                <a:lnTo>
                  <a:pt x="38" y="277"/>
                </a:lnTo>
                <a:lnTo>
                  <a:pt x="38" y="278"/>
                </a:lnTo>
                <a:lnTo>
                  <a:pt x="37" y="278"/>
                </a:lnTo>
                <a:lnTo>
                  <a:pt x="36" y="278"/>
                </a:lnTo>
                <a:lnTo>
                  <a:pt x="36" y="277"/>
                </a:lnTo>
                <a:lnTo>
                  <a:pt x="35" y="277"/>
                </a:lnTo>
                <a:lnTo>
                  <a:pt x="34" y="277"/>
                </a:lnTo>
                <a:lnTo>
                  <a:pt x="33" y="277"/>
                </a:lnTo>
                <a:lnTo>
                  <a:pt x="32" y="277"/>
                </a:lnTo>
                <a:lnTo>
                  <a:pt x="31" y="277"/>
                </a:lnTo>
                <a:lnTo>
                  <a:pt x="30" y="277"/>
                </a:lnTo>
                <a:lnTo>
                  <a:pt x="29" y="278"/>
                </a:lnTo>
                <a:lnTo>
                  <a:pt x="28" y="278"/>
                </a:lnTo>
                <a:lnTo>
                  <a:pt x="27" y="278"/>
                </a:lnTo>
                <a:lnTo>
                  <a:pt x="27" y="277"/>
                </a:lnTo>
                <a:lnTo>
                  <a:pt x="25" y="277"/>
                </a:lnTo>
                <a:lnTo>
                  <a:pt x="25" y="278"/>
                </a:lnTo>
                <a:lnTo>
                  <a:pt x="24" y="278"/>
                </a:lnTo>
                <a:lnTo>
                  <a:pt x="23" y="278"/>
                </a:lnTo>
                <a:lnTo>
                  <a:pt x="23" y="277"/>
                </a:lnTo>
                <a:lnTo>
                  <a:pt x="22" y="277"/>
                </a:lnTo>
                <a:lnTo>
                  <a:pt x="22" y="276"/>
                </a:lnTo>
                <a:lnTo>
                  <a:pt x="21" y="276"/>
                </a:lnTo>
                <a:lnTo>
                  <a:pt x="20" y="276"/>
                </a:lnTo>
                <a:lnTo>
                  <a:pt x="19" y="276"/>
                </a:lnTo>
                <a:lnTo>
                  <a:pt x="19" y="275"/>
                </a:lnTo>
                <a:lnTo>
                  <a:pt x="19" y="274"/>
                </a:lnTo>
                <a:lnTo>
                  <a:pt x="19" y="273"/>
                </a:lnTo>
                <a:lnTo>
                  <a:pt x="18" y="273"/>
                </a:lnTo>
                <a:lnTo>
                  <a:pt x="18" y="272"/>
                </a:lnTo>
                <a:lnTo>
                  <a:pt x="17" y="272"/>
                </a:lnTo>
                <a:lnTo>
                  <a:pt x="16" y="272"/>
                </a:lnTo>
                <a:lnTo>
                  <a:pt x="16" y="271"/>
                </a:lnTo>
                <a:lnTo>
                  <a:pt x="15" y="271"/>
                </a:lnTo>
                <a:lnTo>
                  <a:pt x="15" y="270"/>
                </a:lnTo>
                <a:lnTo>
                  <a:pt x="15" y="269"/>
                </a:lnTo>
                <a:lnTo>
                  <a:pt x="15" y="268"/>
                </a:lnTo>
                <a:lnTo>
                  <a:pt x="14" y="268"/>
                </a:lnTo>
                <a:lnTo>
                  <a:pt x="14" y="267"/>
                </a:lnTo>
                <a:lnTo>
                  <a:pt x="13" y="267"/>
                </a:lnTo>
                <a:lnTo>
                  <a:pt x="13" y="266"/>
                </a:lnTo>
                <a:lnTo>
                  <a:pt x="14" y="265"/>
                </a:lnTo>
                <a:lnTo>
                  <a:pt x="14" y="264"/>
                </a:lnTo>
                <a:lnTo>
                  <a:pt x="14" y="263"/>
                </a:lnTo>
                <a:lnTo>
                  <a:pt x="14" y="262"/>
                </a:lnTo>
                <a:lnTo>
                  <a:pt x="14" y="261"/>
                </a:lnTo>
                <a:lnTo>
                  <a:pt x="14" y="260"/>
                </a:lnTo>
                <a:lnTo>
                  <a:pt x="14" y="259"/>
                </a:lnTo>
                <a:lnTo>
                  <a:pt x="15" y="259"/>
                </a:lnTo>
                <a:lnTo>
                  <a:pt x="15" y="258"/>
                </a:lnTo>
                <a:lnTo>
                  <a:pt x="15" y="257"/>
                </a:lnTo>
                <a:lnTo>
                  <a:pt x="15" y="256"/>
                </a:lnTo>
                <a:lnTo>
                  <a:pt x="15" y="255"/>
                </a:lnTo>
                <a:lnTo>
                  <a:pt x="14" y="255"/>
                </a:lnTo>
                <a:lnTo>
                  <a:pt x="14" y="256"/>
                </a:lnTo>
                <a:lnTo>
                  <a:pt x="13" y="256"/>
                </a:lnTo>
                <a:lnTo>
                  <a:pt x="12" y="256"/>
                </a:lnTo>
                <a:lnTo>
                  <a:pt x="12" y="255"/>
                </a:lnTo>
                <a:lnTo>
                  <a:pt x="11" y="254"/>
                </a:lnTo>
                <a:lnTo>
                  <a:pt x="11" y="253"/>
                </a:lnTo>
                <a:lnTo>
                  <a:pt x="11" y="252"/>
                </a:lnTo>
                <a:lnTo>
                  <a:pt x="11" y="251"/>
                </a:lnTo>
                <a:lnTo>
                  <a:pt x="10" y="250"/>
                </a:lnTo>
                <a:lnTo>
                  <a:pt x="9" y="249"/>
                </a:lnTo>
                <a:lnTo>
                  <a:pt x="9" y="248"/>
                </a:lnTo>
                <a:lnTo>
                  <a:pt x="9" y="247"/>
                </a:lnTo>
                <a:lnTo>
                  <a:pt x="9" y="245"/>
                </a:lnTo>
                <a:lnTo>
                  <a:pt x="10" y="245"/>
                </a:lnTo>
                <a:lnTo>
                  <a:pt x="11" y="245"/>
                </a:lnTo>
                <a:lnTo>
                  <a:pt x="11" y="244"/>
                </a:lnTo>
                <a:lnTo>
                  <a:pt x="11" y="243"/>
                </a:lnTo>
                <a:lnTo>
                  <a:pt x="12" y="243"/>
                </a:lnTo>
                <a:lnTo>
                  <a:pt x="13" y="243"/>
                </a:lnTo>
                <a:lnTo>
                  <a:pt x="14" y="242"/>
                </a:lnTo>
                <a:lnTo>
                  <a:pt x="15" y="242"/>
                </a:lnTo>
                <a:lnTo>
                  <a:pt x="16" y="241"/>
                </a:lnTo>
                <a:lnTo>
                  <a:pt x="16" y="240"/>
                </a:lnTo>
                <a:lnTo>
                  <a:pt x="15" y="240"/>
                </a:lnTo>
                <a:lnTo>
                  <a:pt x="15" y="239"/>
                </a:lnTo>
                <a:lnTo>
                  <a:pt x="15" y="238"/>
                </a:lnTo>
                <a:lnTo>
                  <a:pt x="15" y="237"/>
                </a:lnTo>
                <a:lnTo>
                  <a:pt x="15" y="236"/>
                </a:lnTo>
                <a:lnTo>
                  <a:pt x="16" y="235"/>
                </a:lnTo>
                <a:lnTo>
                  <a:pt x="16" y="234"/>
                </a:lnTo>
                <a:lnTo>
                  <a:pt x="16" y="233"/>
                </a:lnTo>
                <a:lnTo>
                  <a:pt x="15" y="233"/>
                </a:lnTo>
                <a:lnTo>
                  <a:pt x="14" y="232"/>
                </a:lnTo>
                <a:lnTo>
                  <a:pt x="14" y="231"/>
                </a:lnTo>
                <a:lnTo>
                  <a:pt x="13" y="230"/>
                </a:lnTo>
                <a:lnTo>
                  <a:pt x="13" y="229"/>
                </a:lnTo>
                <a:lnTo>
                  <a:pt x="13" y="228"/>
                </a:lnTo>
                <a:lnTo>
                  <a:pt x="12" y="227"/>
                </a:lnTo>
                <a:lnTo>
                  <a:pt x="12" y="226"/>
                </a:lnTo>
                <a:lnTo>
                  <a:pt x="11" y="226"/>
                </a:lnTo>
                <a:lnTo>
                  <a:pt x="11" y="225"/>
                </a:lnTo>
                <a:lnTo>
                  <a:pt x="10" y="224"/>
                </a:lnTo>
                <a:lnTo>
                  <a:pt x="10" y="223"/>
                </a:lnTo>
                <a:lnTo>
                  <a:pt x="9" y="223"/>
                </a:lnTo>
                <a:lnTo>
                  <a:pt x="8" y="223"/>
                </a:lnTo>
                <a:lnTo>
                  <a:pt x="7" y="223"/>
                </a:lnTo>
                <a:lnTo>
                  <a:pt x="6" y="223"/>
                </a:lnTo>
                <a:lnTo>
                  <a:pt x="6" y="224"/>
                </a:lnTo>
                <a:lnTo>
                  <a:pt x="5" y="224"/>
                </a:lnTo>
                <a:lnTo>
                  <a:pt x="5" y="225"/>
                </a:lnTo>
                <a:lnTo>
                  <a:pt x="5" y="226"/>
                </a:lnTo>
                <a:lnTo>
                  <a:pt x="4" y="226"/>
                </a:lnTo>
                <a:lnTo>
                  <a:pt x="3" y="227"/>
                </a:lnTo>
                <a:lnTo>
                  <a:pt x="2" y="227"/>
                </a:lnTo>
                <a:lnTo>
                  <a:pt x="1" y="227"/>
                </a:lnTo>
                <a:lnTo>
                  <a:pt x="2" y="226"/>
                </a:lnTo>
                <a:lnTo>
                  <a:pt x="3" y="226"/>
                </a:lnTo>
                <a:lnTo>
                  <a:pt x="2" y="226"/>
                </a:lnTo>
                <a:lnTo>
                  <a:pt x="2" y="225"/>
                </a:lnTo>
                <a:lnTo>
                  <a:pt x="2" y="224"/>
                </a:lnTo>
                <a:lnTo>
                  <a:pt x="1" y="224"/>
                </a:lnTo>
                <a:lnTo>
                  <a:pt x="0" y="223"/>
                </a:lnTo>
                <a:lnTo>
                  <a:pt x="0" y="222"/>
                </a:lnTo>
                <a:lnTo>
                  <a:pt x="0" y="221"/>
                </a:lnTo>
                <a:lnTo>
                  <a:pt x="1" y="221"/>
                </a:lnTo>
                <a:lnTo>
                  <a:pt x="1" y="220"/>
                </a:lnTo>
                <a:lnTo>
                  <a:pt x="2" y="221"/>
                </a:lnTo>
                <a:lnTo>
                  <a:pt x="3" y="221"/>
                </a:lnTo>
                <a:lnTo>
                  <a:pt x="4" y="221"/>
                </a:lnTo>
                <a:lnTo>
                  <a:pt x="5" y="221"/>
                </a:lnTo>
                <a:lnTo>
                  <a:pt x="5" y="220"/>
                </a:lnTo>
                <a:lnTo>
                  <a:pt x="5" y="219"/>
                </a:lnTo>
                <a:lnTo>
                  <a:pt x="5" y="218"/>
                </a:lnTo>
                <a:lnTo>
                  <a:pt x="4" y="218"/>
                </a:lnTo>
                <a:lnTo>
                  <a:pt x="4" y="219"/>
                </a:lnTo>
                <a:lnTo>
                  <a:pt x="3" y="219"/>
                </a:lnTo>
                <a:lnTo>
                  <a:pt x="3" y="218"/>
                </a:lnTo>
                <a:lnTo>
                  <a:pt x="2" y="218"/>
                </a:lnTo>
                <a:lnTo>
                  <a:pt x="2" y="217"/>
                </a:lnTo>
                <a:lnTo>
                  <a:pt x="2" y="216"/>
                </a:lnTo>
                <a:lnTo>
                  <a:pt x="3" y="216"/>
                </a:lnTo>
                <a:lnTo>
                  <a:pt x="3" y="215"/>
                </a:lnTo>
                <a:lnTo>
                  <a:pt x="4" y="216"/>
                </a:lnTo>
                <a:lnTo>
                  <a:pt x="4" y="215"/>
                </a:lnTo>
                <a:lnTo>
                  <a:pt x="5" y="215"/>
                </a:lnTo>
                <a:lnTo>
                  <a:pt x="6" y="215"/>
                </a:lnTo>
                <a:lnTo>
                  <a:pt x="7" y="214"/>
                </a:lnTo>
                <a:lnTo>
                  <a:pt x="7" y="215"/>
                </a:lnTo>
                <a:lnTo>
                  <a:pt x="7" y="214"/>
                </a:lnTo>
                <a:lnTo>
                  <a:pt x="7" y="215"/>
                </a:lnTo>
                <a:lnTo>
                  <a:pt x="8" y="215"/>
                </a:lnTo>
                <a:lnTo>
                  <a:pt x="9" y="215"/>
                </a:lnTo>
                <a:lnTo>
                  <a:pt x="9" y="214"/>
                </a:lnTo>
                <a:lnTo>
                  <a:pt x="10" y="214"/>
                </a:lnTo>
                <a:lnTo>
                  <a:pt x="10" y="213"/>
                </a:lnTo>
                <a:lnTo>
                  <a:pt x="10" y="212"/>
                </a:lnTo>
                <a:lnTo>
                  <a:pt x="9" y="212"/>
                </a:lnTo>
                <a:lnTo>
                  <a:pt x="10" y="212"/>
                </a:lnTo>
                <a:lnTo>
                  <a:pt x="10" y="211"/>
                </a:lnTo>
                <a:lnTo>
                  <a:pt x="10" y="212"/>
                </a:lnTo>
                <a:lnTo>
                  <a:pt x="11" y="212"/>
                </a:lnTo>
                <a:lnTo>
                  <a:pt x="11" y="211"/>
                </a:lnTo>
                <a:lnTo>
                  <a:pt x="11" y="210"/>
                </a:lnTo>
                <a:lnTo>
                  <a:pt x="12" y="209"/>
                </a:lnTo>
                <a:lnTo>
                  <a:pt x="12" y="208"/>
                </a:lnTo>
                <a:lnTo>
                  <a:pt x="13" y="208"/>
                </a:lnTo>
                <a:lnTo>
                  <a:pt x="13" y="206"/>
                </a:lnTo>
                <a:lnTo>
                  <a:pt x="14" y="206"/>
                </a:lnTo>
                <a:lnTo>
                  <a:pt x="15" y="206"/>
                </a:lnTo>
                <a:lnTo>
                  <a:pt x="15" y="205"/>
                </a:lnTo>
                <a:lnTo>
                  <a:pt x="16" y="205"/>
                </a:lnTo>
                <a:lnTo>
                  <a:pt x="16" y="204"/>
                </a:lnTo>
                <a:lnTo>
                  <a:pt x="17" y="204"/>
                </a:lnTo>
                <a:lnTo>
                  <a:pt x="17" y="203"/>
                </a:lnTo>
                <a:lnTo>
                  <a:pt x="17" y="202"/>
                </a:lnTo>
                <a:lnTo>
                  <a:pt x="18" y="203"/>
                </a:lnTo>
                <a:lnTo>
                  <a:pt x="18" y="202"/>
                </a:lnTo>
                <a:lnTo>
                  <a:pt x="18" y="201"/>
                </a:lnTo>
                <a:lnTo>
                  <a:pt x="20" y="201"/>
                </a:lnTo>
                <a:lnTo>
                  <a:pt x="21" y="201"/>
                </a:lnTo>
                <a:lnTo>
                  <a:pt x="21" y="200"/>
                </a:lnTo>
                <a:lnTo>
                  <a:pt x="22" y="199"/>
                </a:lnTo>
                <a:lnTo>
                  <a:pt x="23" y="199"/>
                </a:lnTo>
                <a:lnTo>
                  <a:pt x="24" y="198"/>
                </a:lnTo>
                <a:lnTo>
                  <a:pt x="24" y="197"/>
                </a:lnTo>
                <a:lnTo>
                  <a:pt x="24" y="196"/>
                </a:lnTo>
                <a:lnTo>
                  <a:pt x="25" y="196"/>
                </a:lnTo>
                <a:lnTo>
                  <a:pt x="24" y="195"/>
                </a:lnTo>
                <a:lnTo>
                  <a:pt x="25" y="194"/>
                </a:lnTo>
                <a:lnTo>
                  <a:pt x="25" y="193"/>
                </a:lnTo>
                <a:lnTo>
                  <a:pt x="26" y="193"/>
                </a:lnTo>
                <a:lnTo>
                  <a:pt x="27" y="193"/>
                </a:lnTo>
                <a:lnTo>
                  <a:pt x="27" y="192"/>
                </a:lnTo>
                <a:lnTo>
                  <a:pt x="27" y="190"/>
                </a:lnTo>
                <a:lnTo>
                  <a:pt x="27" y="189"/>
                </a:lnTo>
                <a:lnTo>
                  <a:pt x="27" y="188"/>
                </a:lnTo>
                <a:lnTo>
                  <a:pt x="28" y="188"/>
                </a:lnTo>
                <a:lnTo>
                  <a:pt x="28" y="187"/>
                </a:lnTo>
                <a:lnTo>
                  <a:pt x="29" y="186"/>
                </a:lnTo>
                <a:lnTo>
                  <a:pt x="29" y="184"/>
                </a:lnTo>
                <a:lnTo>
                  <a:pt x="30" y="184"/>
                </a:lnTo>
                <a:lnTo>
                  <a:pt x="30" y="183"/>
                </a:lnTo>
                <a:lnTo>
                  <a:pt x="30" y="182"/>
                </a:lnTo>
                <a:lnTo>
                  <a:pt x="30" y="183"/>
                </a:lnTo>
                <a:lnTo>
                  <a:pt x="31" y="184"/>
                </a:lnTo>
                <a:lnTo>
                  <a:pt x="32" y="184"/>
                </a:lnTo>
                <a:lnTo>
                  <a:pt x="32" y="185"/>
                </a:lnTo>
                <a:lnTo>
                  <a:pt x="33" y="185"/>
                </a:lnTo>
                <a:lnTo>
                  <a:pt x="34" y="185"/>
                </a:lnTo>
                <a:lnTo>
                  <a:pt x="35" y="185"/>
                </a:lnTo>
                <a:lnTo>
                  <a:pt x="36" y="184"/>
                </a:lnTo>
                <a:lnTo>
                  <a:pt x="37" y="184"/>
                </a:lnTo>
                <a:lnTo>
                  <a:pt x="37" y="185"/>
                </a:lnTo>
                <a:lnTo>
                  <a:pt x="37" y="186"/>
                </a:lnTo>
                <a:lnTo>
                  <a:pt x="38" y="186"/>
                </a:lnTo>
                <a:lnTo>
                  <a:pt x="38" y="188"/>
                </a:lnTo>
                <a:lnTo>
                  <a:pt x="37" y="189"/>
                </a:lnTo>
                <a:lnTo>
                  <a:pt x="38" y="189"/>
                </a:lnTo>
                <a:lnTo>
                  <a:pt x="38" y="190"/>
                </a:lnTo>
                <a:lnTo>
                  <a:pt x="39" y="191"/>
                </a:lnTo>
                <a:lnTo>
                  <a:pt x="40" y="191"/>
                </a:lnTo>
                <a:lnTo>
                  <a:pt x="41" y="192"/>
                </a:lnTo>
                <a:lnTo>
                  <a:pt x="42" y="192"/>
                </a:lnTo>
                <a:lnTo>
                  <a:pt x="42" y="193"/>
                </a:lnTo>
                <a:lnTo>
                  <a:pt x="43" y="193"/>
                </a:lnTo>
                <a:lnTo>
                  <a:pt x="43" y="194"/>
                </a:lnTo>
                <a:lnTo>
                  <a:pt x="44" y="194"/>
                </a:lnTo>
                <a:lnTo>
                  <a:pt x="45" y="194"/>
                </a:lnTo>
                <a:lnTo>
                  <a:pt x="45" y="193"/>
                </a:lnTo>
                <a:lnTo>
                  <a:pt x="46" y="193"/>
                </a:lnTo>
                <a:lnTo>
                  <a:pt x="46" y="194"/>
                </a:lnTo>
                <a:lnTo>
                  <a:pt x="47" y="194"/>
                </a:lnTo>
                <a:lnTo>
                  <a:pt x="48" y="194"/>
                </a:lnTo>
                <a:lnTo>
                  <a:pt x="48" y="195"/>
                </a:lnTo>
                <a:lnTo>
                  <a:pt x="48" y="196"/>
                </a:lnTo>
                <a:lnTo>
                  <a:pt x="48" y="197"/>
                </a:lnTo>
                <a:lnTo>
                  <a:pt x="49" y="198"/>
                </a:lnTo>
                <a:lnTo>
                  <a:pt x="49" y="199"/>
                </a:lnTo>
                <a:lnTo>
                  <a:pt x="50" y="199"/>
                </a:lnTo>
                <a:lnTo>
                  <a:pt x="50" y="200"/>
                </a:lnTo>
                <a:lnTo>
                  <a:pt x="51" y="201"/>
                </a:lnTo>
                <a:lnTo>
                  <a:pt x="52" y="201"/>
                </a:lnTo>
                <a:lnTo>
                  <a:pt x="52" y="200"/>
                </a:lnTo>
                <a:lnTo>
                  <a:pt x="53" y="200"/>
                </a:lnTo>
                <a:lnTo>
                  <a:pt x="53" y="199"/>
                </a:lnTo>
                <a:lnTo>
                  <a:pt x="53" y="198"/>
                </a:lnTo>
                <a:lnTo>
                  <a:pt x="54" y="198"/>
                </a:lnTo>
                <a:lnTo>
                  <a:pt x="54" y="199"/>
                </a:lnTo>
                <a:lnTo>
                  <a:pt x="55" y="199"/>
                </a:lnTo>
                <a:lnTo>
                  <a:pt x="56" y="198"/>
                </a:lnTo>
                <a:lnTo>
                  <a:pt x="55" y="198"/>
                </a:lnTo>
                <a:lnTo>
                  <a:pt x="55" y="197"/>
                </a:lnTo>
                <a:lnTo>
                  <a:pt x="56" y="197"/>
                </a:lnTo>
                <a:lnTo>
                  <a:pt x="57" y="198"/>
                </a:lnTo>
                <a:lnTo>
                  <a:pt x="58" y="198"/>
                </a:lnTo>
                <a:lnTo>
                  <a:pt x="59" y="197"/>
                </a:lnTo>
                <a:lnTo>
                  <a:pt x="59" y="196"/>
                </a:lnTo>
                <a:lnTo>
                  <a:pt x="58" y="195"/>
                </a:lnTo>
                <a:lnTo>
                  <a:pt x="58" y="194"/>
                </a:lnTo>
                <a:lnTo>
                  <a:pt x="58" y="193"/>
                </a:lnTo>
                <a:lnTo>
                  <a:pt x="59" y="193"/>
                </a:lnTo>
                <a:lnTo>
                  <a:pt x="59" y="192"/>
                </a:lnTo>
                <a:lnTo>
                  <a:pt x="60" y="191"/>
                </a:lnTo>
                <a:lnTo>
                  <a:pt x="62" y="190"/>
                </a:lnTo>
                <a:lnTo>
                  <a:pt x="63" y="188"/>
                </a:lnTo>
                <a:lnTo>
                  <a:pt x="63" y="187"/>
                </a:lnTo>
                <a:lnTo>
                  <a:pt x="64" y="186"/>
                </a:lnTo>
                <a:lnTo>
                  <a:pt x="65" y="186"/>
                </a:lnTo>
                <a:lnTo>
                  <a:pt x="66" y="184"/>
                </a:lnTo>
                <a:lnTo>
                  <a:pt x="67" y="184"/>
                </a:lnTo>
                <a:lnTo>
                  <a:pt x="67" y="183"/>
                </a:lnTo>
                <a:lnTo>
                  <a:pt x="66" y="183"/>
                </a:lnTo>
                <a:lnTo>
                  <a:pt x="66" y="182"/>
                </a:lnTo>
                <a:lnTo>
                  <a:pt x="67" y="181"/>
                </a:lnTo>
                <a:lnTo>
                  <a:pt x="67" y="180"/>
                </a:lnTo>
                <a:lnTo>
                  <a:pt x="68" y="180"/>
                </a:lnTo>
                <a:lnTo>
                  <a:pt x="69" y="180"/>
                </a:lnTo>
                <a:lnTo>
                  <a:pt x="69" y="181"/>
                </a:lnTo>
                <a:lnTo>
                  <a:pt x="70" y="181"/>
                </a:lnTo>
                <a:lnTo>
                  <a:pt x="70" y="180"/>
                </a:lnTo>
                <a:lnTo>
                  <a:pt x="71" y="181"/>
                </a:lnTo>
                <a:lnTo>
                  <a:pt x="72" y="181"/>
                </a:lnTo>
                <a:lnTo>
                  <a:pt x="73" y="181"/>
                </a:lnTo>
                <a:lnTo>
                  <a:pt x="73" y="182"/>
                </a:lnTo>
                <a:lnTo>
                  <a:pt x="73" y="183"/>
                </a:lnTo>
                <a:lnTo>
                  <a:pt x="74" y="183"/>
                </a:lnTo>
                <a:lnTo>
                  <a:pt x="74" y="184"/>
                </a:lnTo>
                <a:lnTo>
                  <a:pt x="75" y="184"/>
                </a:lnTo>
                <a:lnTo>
                  <a:pt x="77" y="185"/>
                </a:lnTo>
                <a:lnTo>
                  <a:pt x="80" y="186"/>
                </a:lnTo>
                <a:lnTo>
                  <a:pt x="81" y="186"/>
                </a:lnTo>
                <a:lnTo>
                  <a:pt x="80" y="186"/>
                </a:lnTo>
                <a:lnTo>
                  <a:pt x="80" y="187"/>
                </a:lnTo>
                <a:lnTo>
                  <a:pt x="81" y="187"/>
                </a:lnTo>
                <a:lnTo>
                  <a:pt x="82" y="187"/>
                </a:lnTo>
                <a:lnTo>
                  <a:pt x="82" y="188"/>
                </a:lnTo>
                <a:lnTo>
                  <a:pt x="82" y="189"/>
                </a:lnTo>
                <a:lnTo>
                  <a:pt x="83" y="192"/>
                </a:lnTo>
                <a:lnTo>
                  <a:pt x="84" y="193"/>
                </a:lnTo>
                <a:lnTo>
                  <a:pt x="85" y="193"/>
                </a:lnTo>
                <a:lnTo>
                  <a:pt x="85" y="194"/>
                </a:lnTo>
                <a:lnTo>
                  <a:pt x="84" y="194"/>
                </a:lnTo>
                <a:lnTo>
                  <a:pt x="85" y="195"/>
                </a:lnTo>
                <a:lnTo>
                  <a:pt x="85" y="194"/>
                </a:lnTo>
                <a:lnTo>
                  <a:pt x="86" y="194"/>
                </a:lnTo>
                <a:lnTo>
                  <a:pt x="87" y="194"/>
                </a:lnTo>
                <a:lnTo>
                  <a:pt x="88" y="194"/>
                </a:lnTo>
                <a:lnTo>
                  <a:pt x="89" y="195"/>
                </a:lnTo>
                <a:lnTo>
                  <a:pt x="90" y="196"/>
                </a:lnTo>
                <a:lnTo>
                  <a:pt x="91" y="197"/>
                </a:lnTo>
                <a:lnTo>
                  <a:pt x="93" y="195"/>
                </a:lnTo>
                <a:lnTo>
                  <a:pt x="95" y="195"/>
                </a:lnTo>
                <a:lnTo>
                  <a:pt x="96" y="195"/>
                </a:lnTo>
                <a:lnTo>
                  <a:pt x="97" y="195"/>
                </a:lnTo>
                <a:lnTo>
                  <a:pt x="98" y="194"/>
                </a:lnTo>
                <a:lnTo>
                  <a:pt x="100" y="193"/>
                </a:lnTo>
                <a:lnTo>
                  <a:pt x="101" y="193"/>
                </a:lnTo>
                <a:lnTo>
                  <a:pt x="102" y="193"/>
                </a:lnTo>
                <a:lnTo>
                  <a:pt x="103" y="193"/>
                </a:lnTo>
                <a:lnTo>
                  <a:pt x="104" y="193"/>
                </a:lnTo>
                <a:lnTo>
                  <a:pt x="105" y="194"/>
                </a:lnTo>
                <a:lnTo>
                  <a:pt x="105" y="195"/>
                </a:lnTo>
                <a:lnTo>
                  <a:pt x="106" y="195"/>
                </a:lnTo>
                <a:lnTo>
                  <a:pt x="107" y="195"/>
                </a:lnTo>
                <a:lnTo>
                  <a:pt x="108" y="193"/>
                </a:lnTo>
                <a:lnTo>
                  <a:pt x="109" y="192"/>
                </a:lnTo>
                <a:lnTo>
                  <a:pt x="110" y="192"/>
                </a:lnTo>
                <a:lnTo>
                  <a:pt x="111" y="193"/>
                </a:lnTo>
                <a:lnTo>
                  <a:pt x="112" y="193"/>
                </a:lnTo>
                <a:lnTo>
                  <a:pt x="113" y="194"/>
                </a:lnTo>
                <a:lnTo>
                  <a:pt x="113" y="197"/>
                </a:lnTo>
                <a:lnTo>
                  <a:pt x="114" y="198"/>
                </a:lnTo>
                <a:lnTo>
                  <a:pt x="115" y="198"/>
                </a:lnTo>
                <a:lnTo>
                  <a:pt x="115" y="197"/>
                </a:lnTo>
                <a:lnTo>
                  <a:pt x="116" y="198"/>
                </a:lnTo>
                <a:lnTo>
                  <a:pt x="116" y="197"/>
                </a:lnTo>
                <a:lnTo>
                  <a:pt x="117" y="197"/>
                </a:lnTo>
                <a:lnTo>
                  <a:pt x="117" y="196"/>
                </a:lnTo>
                <a:lnTo>
                  <a:pt x="118" y="196"/>
                </a:lnTo>
                <a:lnTo>
                  <a:pt x="118" y="195"/>
                </a:lnTo>
                <a:lnTo>
                  <a:pt x="119" y="194"/>
                </a:lnTo>
                <a:lnTo>
                  <a:pt x="120" y="194"/>
                </a:lnTo>
                <a:lnTo>
                  <a:pt x="120" y="193"/>
                </a:lnTo>
                <a:lnTo>
                  <a:pt x="121" y="193"/>
                </a:lnTo>
                <a:lnTo>
                  <a:pt x="121" y="192"/>
                </a:lnTo>
                <a:lnTo>
                  <a:pt x="122" y="192"/>
                </a:lnTo>
                <a:lnTo>
                  <a:pt x="123" y="191"/>
                </a:lnTo>
                <a:lnTo>
                  <a:pt x="125" y="190"/>
                </a:lnTo>
                <a:lnTo>
                  <a:pt x="126" y="190"/>
                </a:lnTo>
                <a:lnTo>
                  <a:pt x="127" y="189"/>
                </a:lnTo>
                <a:lnTo>
                  <a:pt x="128" y="187"/>
                </a:lnTo>
                <a:lnTo>
                  <a:pt x="129" y="187"/>
                </a:lnTo>
                <a:lnTo>
                  <a:pt x="130" y="187"/>
                </a:lnTo>
                <a:lnTo>
                  <a:pt x="130" y="188"/>
                </a:lnTo>
                <a:lnTo>
                  <a:pt x="130" y="187"/>
                </a:lnTo>
                <a:lnTo>
                  <a:pt x="130" y="186"/>
                </a:lnTo>
                <a:lnTo>
                  <a:pt x="131" y="186"/>
                </a:lnTo>
                <a:lnTo>
                  <a:pt x="132" y="186"/>
                </a:lnTo>
                <a:lnTo>
                  <a:pt x="132" y="185"/>
                </a:lnTo>
                <a:lnTo>
                  <a:pt x="134" y="185"/>
                </a:lnTo>
                <a:lnTo>
                  <a:pt x="135" y="186"/>
                </a:lnTo>
                <a:lnTo>
                  <a:pt x="136" y="185"/>
                </a:lnTo>
                <a:lnTo>
                  <a:pt x="137" y="185"/>
                </a:lnTo>
                <a:lnTo>
                  <a:pt x="138" y="185"/>
                </a:lnTo>
                <a:lnTo>
                  <a:pt x="139" y="186"/>
                </a:lnTo>
                <a:lnTo>
                  <a:pt x="140" y="186"/>
                </a:lnTo>
                <a:lnTo>
                  <a:pt x="140" y="187"/>
                </a:lnTo>
                <a:lnTo>
                  <a:pt x="140" y="186"/>
                </a:lnTo>
                <a:lnTo>
                  <a:pt x="141" y="186"/>
                </a:lnTo>
                <a:lnTo>
                  <a:pt x="141" y="187"/>
                </a:lnTo>
                <a:lnTo>
                  <a:pt x="142" y="187"/>
                </a:lnTo>
                <a:lnTo>
                  <a:pt x="142" y="188"/>
                </a:lnTo>
                <a:lnTo>
                  <a:pt x="142" y="189"/>
                </a:lnTo>
                <a:lnTo>
                  <a:pt x="142" y="190"/>
                </a:lnTo>
                <a:lnTo>
                  <a:pt x="143" y="190"/>
                </a:lnTo>
                <a:lnTo>
                  <a:pt x="143" y="189"/>
                </a:lnTo>
                <a:lnTo>
                  <a:pt x="144" y="189"/>
                </a:lnTo>
                <a:lnTo>
                  <a:pt x="144" y="188"/>
                </a:lnTo>
                <a:lnTo>
                  <a:pt x="145" y="187"/>
                </a:lnTo>
                <a:lnTo>
                  <a:pt x="145" y="186"/>
                </a:lnTo>
                <a:lnTo>
                  <a:pt x="146" y="186"/>
                </a:lnTo>
                <a:lnTo>
                  <a:pt x="146" y="185"/>
                </a:lnTo>
                <a:lnTo>
                  <a:pt x="147" y="184"/>
                </a:lnTo>
                <a:lnTo>
                  <a:pt x="147" y="183"/>
                </a:lnTo>
                <a:lnTo>
                  <a:pt x="146" y="183"/>
                </a:lnTo>
                <a:lnTo>
                  <a:pt x="146" y="182"/>
                </a:lnTo>
                <a:lnTo>
                  <a:pt x="147" y="182"/>
                </a:lnTo>
                <a:lnTo>
                  <a:pt x="147" y="181"/>
                </a:lnTo>
                <a:lnTo>
                  <a:pt x="147" y="180"/>
                </a:lnTo>
                <a:lnTo>
                  <a:pt x="147" y="179"/>
                </a:lnTo>
                <a:lnTo>
                  <a:pt x="147" y="178"/>
                </a:lnTo>
                <a:lnTo>
                  <a:pt x="148" y="178"/>
                </a:lnTo>
                <a:lnTo>
                  <a:pt x="149" y="176"/>
                </a:lnTo>
                <a:lnTo>
                  <a:pt x="149" y="175"/>
                </a:lnTo>
                <a:lnTo>
                  <a:pt x="149" y="174"/>
                </a:lnTo>
                <a:lnTo>
                  <a:pt x="149" y="173"/>
                </a:lnTo>
                <a:lnTo>
                  <a:pt x="148" y="172"/>
                </a:lnTo>
                <a:lnTo>
                  <a:pt x="147" y="173"/>
                </a:lnTo>
                <a:lnTo>
                  <a:pt x="147" y="172"/>
                </a:lnTo>
                <a:lnTo>
                  <a:pt x="148" y="172"/>
                </a:lnTo>
                <a:lnTo>
                  <a:pt x="148" y="171"/>
                </a:lnTo>
                <a:lnTo>
                  <a:pt x="148" y="170"/>
                </a:lnTo>
                <a:lnTo>
                  <a:pt x="148" y="169"/>
                </a:lnTo>
                <a:lnTo>
                  <a:pt x="149" y="168"/>
                </a:lnTo>
                <a:lnTo>
                  <a:pt x="151" y="168"/>
                </a:lnTo>
                <a:lnTo>
                  <a:pt x="152" y="167"/>
                </a:lnTo>
                <a:lnTo>
                  <a:pt x="153" y="166"/>
                </a:lnTo>
                <a:lnTo>
                  <a:pt x="153" y="165"/>
                </a:lnTo>
                <a:lnTo>
                  <a:pt x="153" y="164"/>
                </a:lnTo>
                <a:lnTo>
                  <a:pt x="153" y="163"/>
                </a:lnTo>
                <a:lnTo>
                  <a:pt x="152" y="163"/>
                </a:lnTo>
                <a:lnTo>
                  <a:pt x="153" y="163"/>
                </a:lnTo>
                <a:lnTo>
                  <a:pt x="153" y="162"/>
                </a:lnTo>
                <a:lnTo>
                  <a:pt x="154" y="161"/>
                </a:lnTo>
                <a:lnTo>
                  <a:pt x="154" y="160"/>
                </a:lnTo>
                <a:lnTo>
                  <a:pt x="153" y="158"/>
                </a:lnTo>
                <a:lnTo>
                  <a:pt x="153" y="157"/>
                </a:lnTo>
                <a:lnTo>
                  <a:pt x="153" y="156"/>
                </a:lnTo>
                <a:lnTo>
                  <a:pt x="154" y="156"/>
                </a:lnTo>
                <a:lnTo>
                  <a:pt x="155" y="155"/>
                </a:lnTo>
                <a:lnTo>
                  <a:pt x="155" y="154"/>
                </a:lnTo>
                <a:lnTo>
                  <a:pt x="156" y="154"/>
                </a:lnTo>
                <a:lnTo>
                  <a:pt x="157" y="153"/>
                </a:lnTo>
                <a:lnTo>
                  <a:pt x="157" y="152"/>
                </a:lnTo>
                <a:lnTo>
                  <a:pt x="158" y="151"/>
                </a:lnTo>
                <a:lnTo>
                  <a:pt x="159" y="151"/>
                </a:lnTo>
                <a:lnTo>
                  <a:pt x="161" y="151"/>
                </a:lnTo>
                <a:lnTo>
                  <a:pt x="162" y="151"/>
                </a:lnTo>
                <a:lnTo>
                  <a:pt x="163" y="151"/>
                </a:lnTo>
                <a:lnTo>
                  <a:pt x="162" y="150"/>
                </a:lnTo>
                <a:lnTo>
                  <a:pt x="163" y="150"/>
                </a:lnTo>
                <a:lnTo>
                  <a:pt x="164" y="150"/>
                </a:lnTo>
                <a:lnTo>
                  <a:pt x="165" y="150"/>
                </a:lnTo>
                <a:lnTo>
                  <a:pt x="166" y="150"/>
                </a:lnTo>
                <a:lnTo>
                  <a:pt x="166" y="149"/>
                </a:lnTo>
                <a:lnTo>
                  <a:pt x="167" y="149"/>
                </a:lnTo>
                <a:lnTo>
                  <a:pt x="168" y="149"/>
                </a:lnTo>
                <a:lnTo>
                  <a:pt x="169" y="149"/>
                </a:lnTo>
                <a:lnTo>
                  <a:pt x="170" y="149"/>
                </a:lnTo>
                <a:lnTo>
                  <a:pt x="171" y="149"/>
                </a:lnTo>
                <a:lnTo>
                  <a:pt x="172" y="149"/>
                </a:lnTo>
                <a:lnTo>
                  <a:pt x="173" y="149"/>
                </a:lnTo>
                <a:lnTo>
                  <a:pt x="174" y="150"/>
                </a:lnTo>
                <a:lnTo>
                  <a:pt x="175" y="151"/>
                </a:lnTo>
                <a:lnTo>
                  <a:pt x="176" y="152"/>
                </a:lnTo>
                <a:lnTo>
                  <a:pt x="176" y="153"/>
                </a:lnTo>
                <a:lnTo>
                  <a:pt x="176" y="154"/>
                </a:lnTo>
                <a:lnTo>
                  <a:pt x="177" y="154"/>
                </a:lnTo>
                <a:lnTo>
                  <a:pt x="178" y="154"/>
                </a:lnTo>
                <a:lnTo>
                  <a:pt x="179" y="154"/>
                </a:lnTo>
                <a:lnTo>
                  <a:pt x="180" y="154"/>
                </a:lnTo>
                <a:lnTo>
                  <a:pt x="181" y="155"/>
                </a:lnTo>
                <a:lnTo>
                  <a:pt x="181" y="156"/>
                </a:lnTo>
                <a:lnTo>
                  <a:pt x="182" y="157"/>
                </a:lnTo>
                <a:lnTo>
                  <a:pt x="183" y="157"/>
                </a:lnTo>
                <a:lnTo>
                  <a:pt x="183" y="158"/>
                </a:lnTo>
                <a:lnTo>
                  <a:pt x="183" y="159"/>
                </a:lnTo>
                <a:lnTo>
                  <a:pt x="183" y="160"/>
                </a:lnTo>
                <a:lnTo>
                  <a:pt x="184" y="160"/>
                </a:lnTo>
                <a:lnTo>
                  <a:pt x="184" y="161"/>
                </a:lnTo>
                <a:lnTo>
                  <a:pt x="185" y="161"/>
                </a:lnTo>
                <a:lnTo>
                  <a:pt x="185" y="160"/>
                </a:lnTo>
                <a:lnTo>
                  <a:pt x="185" y="159"/>
                </a:lnTo>
                <a:lnTo>
                  <a:pt x="186" y="158"/>
                </a:lnTo>
                <a:lnTo>
                  <a:pt x="187" y="158"/>
                </a:lnTo>
                <a:lnTo>
                  <a:pt x="188" y="158"/>
                </a:lnTo>
                <a:lnTo>
                  <a:pt x="189" y="159"/>
                </a:lnTo>
                <a:lnTo>
                  <a:pt x="190" y="159"/>
                </a:lnTo>
                <a:lnTo>
                  <a:pt x="191" y="158"/>
                </a:lnTo>
                <a:lnTo>
                  <a:pt x="192" y="158"/>
                </a:lnTo>
                <a:lnTo>
                  <a:pt x="192" y="157"/>
                </a:lnTo>
                <a:lnTo>
                  <a:pt x="192" y="156"/>
                </a:lnTo>
                <a:lnTo>
                  <a:pt x="193" y="155"/>
                </a:lnTo>
                <a:lnTo>
                  <a:pt x="194" y="155"/>
                </a:lnTo>
                <a:lnTo>
                  <a:pt x="195" y="155"/>
                </a:lnTo>
                <a:lnTo>
                  <a:pt x="196" y="155"/>
                </a:lnTo>
                <a:lnTo>
                  <a:pt x="197" y="155"/>
                </a:lnTo>
                <a:lnTo>
                  <a:pt x="197" y="154"/>
                </a:lnTo>
                <a:lnTo>
                  <a:pt x="199" y="155"/>
                </a:lnTo>
                <a:lnTo>
                  <a:pt x="200" y="155"/>
                </a:lnTo>
                <a:lnTo>
                  <a:pt x="201" y="155"/>
                </a:lnTo>
                <a:lnTo>
                  <a:pt x="202" y="155"/>
                </a:lnTo>
                <a:lnTo>
                  <a:pt x="202" y="156"/>
                </a:lnTo>
                <a:lnTo>
                  <a:pt x="203" y="156"/>
                </a:lnTo>
                <a:lnTo>
                  <a:pt x="204" y="155"/>
                </a:lnTo>
                <a:lnTo>
                  <a:pt x="205" y="154"/>
                </a:lnTo>
                <a:lnTo>
                  <a:pt x="205" y="153"/>
                </a:lnTo>
                <a:lnTo>
                  <a:pt x="206" y="153"/>
                </a:lnTo>
                <a:lnTo>
                  <a:pt x="206" y="152"/>
                </a:lnTo>
                <a:lnTo>
                  <a:pt x="207" y="153"/>
                </a:lnTo>
                <a:lnTo>
                  <a:pt x="208" y="152"/>
                </a:lnTo>
                <a:lnTo>
                  <a:pt x="209" y="152"/>
                </a:lnTo>
                <a:lnTo>
                  <a:pt x="210" y="152"/>
                </a:lnTo>
                <a:lnTo>
                  <a:pt x="210" y="151"/>
                </a:lnTo>
                <a:lnTo>
                  <a:pt x="210" y="152"/>
                </a:lnTo>
                <a:lnTo>
                  <a:pt x="211" y="153"/>
                </a:lnTo>
                <a:lnTo>
                  <a:pt x="211" y="154"/>
                </a:lnTo>
                <a:lnTo>
                  <a:pt x="211" y="153"/>
                </a:lnTo>
                <a:lnTo>
                  <a:pt x="212" y="153"/>
                </a:lnTo>
                <a:lnTo>
                  <a:pt x="214" y="152"/>
                </a:lnTo>
                <a:lnTo>
                  <a:pt x="215" y="152"/>
                </a:lnTo>
                <a:lnTo>
                  <a:pt x="216" y="151"/>
                </a:lnTo>
                <a:lnTo>
                  <a:pt x="217" y="151"/>
                </a:lnTo>
                <a:lnTo>
                  <a:pt x="217" y="152"/>
                </a:lnTo>
                <a:lnTo>
                  <a:pt x="218" y="152"/>
                </a:lnTo>
                <a:lnTo>
                  <a:pt x="219" y="151"/>
                </a:lnTo>
                <a:lnTo>
                  <a:pt x="220" y="151"/>
                </a:lnTo>
                <a:lnTo>
                  <a:pt x="221" y="151"/>
                </a:lnTo>
                <a:lnTo>
                  <a:pt x="222" y="150"/>
                </a:lnTo>
                <a:lnTo>
                  <a:pt x="223" y="150"/>
                </a:lnTo>
                <a:lnTo>
                  <a:pt x="222" y="150"/>
                </a:lnTo>
                <a:lnTo>
                  <a:pt x="222" y="149"/>
                </a:lnTo>
                <a:lnTo>
                  <a:pt x="223" y="148"/>
                </a:lnTo>
                <a:lnTo>
                  <a:pt x="224" y="148"/>
                </a:lnTo>
                <a:lnTo>
                  <a:pt x="224" y="149"/>
                </a:lnTo>
                <a:lnTo>
                  <a:pt x="225" y="148"/>
                </a:lnTo>
                <a:lnTo>
                  <a:pt x="226" y="148"/>
                </a:lnTo>
                <a:lnTo>
                  <a:pt x="227" y="148"/>
                </a:lnTo>
                <a:lnTo>
                  <a:pt x="228" y="148"/>
                </a:lnTo>
                <a:lnTo>
                  <a:pt x="229" y="148"/>
                </a:lnTo>
                <a:lnTo>
                  <a:pt x="230" y="149"/>
                </a:lnTo>
                <a:lnTo>
                  <a:pt x="231" y="149"/>
                </a:lnTo>
                <a:lnTo>
                  <a:pt x="231" y="150"/>
                </a:lnTo>
                <a:lnTo>
                  <a:pt x="232" y="150"/>
                </a:lnTo>
                <a:lnTo>
                  <a:pt x="233" y="150"/>
                </a:lnTo>
                <a:lnTo>
                  <a:pt x="234" y="150"/>
                </a:lnTo>
                <a:lnTo>
                  <a:pt x="234" y="151"/>
                </a:lnTo>
                <a:lnTo>
                  <a:pt x="235" y="150"/>
                </a:lnTo>
                <a:lnTo>
                  <a:pt x="236" y="150"/>
                </a:lnTo>
                <a:lnTo>
                  <a:pt x="237" y="150"/>
                </a:lnTo>
                <a:lnTo>
                  <a:pt x="238" y="150"/>
                </a:lnTo>
                <a:lnTo>
                  <a:pt x="238" y="149"/>
                </a:lnTo>
                <a:lnTo>
                  <a:pt x="239" y="149"/>
                </a:lnTo>
                <a:lnTo>
                  <a:pt x="240" y="149"/>
                </a:lnTo>
                <a:lnTo>
                  <a:pt x="241" y="148"/>
                </a:lnTo>
                <a:lnTo>
                  <a:pt x="242" y="147"/>
                </a:lnTo>
                <a:lnTo>
                  <a:pt x="243" y="147"/>
                </a:lnTo>
                <a:lnTo>
                  <a:pt x="244" y="146"/>
                </a:lnTo>
                <a:lnTo>
                  <a:pt x="245" y="145"/>
                </a:lnTo>
                <a:lnTo>
                  <a:pt x="246" y="145"/>
                </a:lnTo>
                <a:lnTo>
                  <a:pt x="247" y="145"/>
                </a:lnTo>
                <a:lnTo>
                  <a:pt x="248" y="144"/>
                </a:lnTo>
                <a:lnTo>
                  <a:pt x="248" y="143"/>
                </a:lnTo>
                <a:lnTo>
                  <a:pt x="247" y="143"/>
                </a:lnTo>
                <a:lnTo>
                  <a:pt x="247" y="144"/>
                </a:lnTo>
                <a:lnTo>
                  <a:pt x="246" y="143"/>
                </a:lnTo>
                <a:lnTo>
                  <a:pt x="245" y="143"/>
                </a:lnTo>
                <a:lnTo>
                  <a:pt x="246" y="142"/>
                </a:lnTo>
                <a:lnTo>
                  <a:pt x="246" y="141"/>
                </a:lnTo>
                <a:lnTo>
                  <a:pt x="247" y="140"/>
                </a:lnTo>
                <a:lnTo>
                  <a:pt x="248" y="140"/>
                </a:lnTo>
                <a:lnTo>
                  <a:pt x="248" y="139"/>
                </a:lnTo>
                <a:lnTo>
                  <a:pt x="247" y="138"/>
                </a:lnTo>
                <a:lnTo>
                  <a:pt x="246" y="138"/>
                </a:lnTo>
                <a:lnTo>
                  <a:pt x="247" y="138"/>
                </a:lnTo>
                <a:lnTo>
                  <a:pt x="247" y="137"/>
                </a:lnTo>
                <a:lnTo>
                  <a:pt x="246" y="137"/>
                </a:lnTo>
                <a:lnTo>
                  <a:pt x="246" y="136"/>
                </a:lnTo>
                <a:lnTo>
                  <a:pt x="245" y="136"/>
                </a:lnTo>
                <a:lnTo>
                  <a:pt x="244" y="136"/>
                </a:lnTo>
                <a:lnTo>
                  <a:pt x="244" y="135"/>
                </a:lnTo>
                <a:lnTo>
                  <a:pt x="245" y="135"/>
                </a:lnTo>
                <a:lnTo>
                  <a:pt x="245" y="134"/>
                </a:lnTo>
                <a:lnTo>
                  <a:pt x="245" y="133"/>
                </a:lnTo>
                <a:lnTo>
                  <a:pt x="245" y="132"/>
                </a:lnTo>
                <a:lnTo>
                  <a:pt x="245" y="131"/>
                </a:lnTo>
                <a:lnTo>
                  <a:pt x="246" y="131"/>
                </a:lnTo>
                <a:lnTo>
                  <a:pt x="246" y="130"/>
                </a:lnTo>
                <a:lnTo>
                  <a:pt x="246" y="129"/>
                </a:lnTo>
                <a:lnTo>
                  <a:pt x="245" y="129"/>
                </a:lnTo>
                <a:lnTo>
                  <a:pt x="245" y="128"/>
                </a:lnTo>
                <a:lnTo>
                  <a:pt x="245" y="127"/>
                </a:lnTo>
                <a:lnTo>
                  <a:pt x="244" y="127"/>
                </a:lnTo>
                <a:lnTo>
                  <a:pt x="244" y="126"/>
                </a:lnTo>
                <a:lnTo>
                  <a:pt x="243" y="125"/>
                </a:lnTo>
                <a:lnTo>
                  <a:pt x="242" y="125"/>
                </a:lnTo>
                <a:lnTo>
                  <a:pt x="241" y="125"/>
                </a:lnTo>
                <a:lnTo>
                  <a:pt x="240" y="125"/>
                </a:lnTo>
                <a:lnTo>
                  <a:pt x="239" y="125"/>
                </a:lnTo>
                <a:lnTo>
                  <a:pt x="239" y="124"/>
                </a:lnTo>
                <a:lnTo>
                  <a:pt x="239" y="123"/>
                </a:lnTo>
                <a:lnTo>
                  <a:pt x="239" y="122"/>
                </a:lnTo>
                <a:lnTo>
                  <a:pt x="240" y="122"/>
                </a:lnTo>
                <a:lnTo>
                  <a:pt x="240" y="121"/>
                </a:lnTo>
                <a:lnTo>
                  <a:pt x="241" y="121"/>
                </a:lnTo>
                <a:lnTo>
                  <a:pt x="241" y="120"/>
                </a:lnTo>
                <a:lnTo>
                  <a:pt x="241" y="119"/>
                </a:lnTo>
                <a:lnTo>
                  <a:pt x="240" y="118"/>
                </a:lnTo>
                <a:lnTo>
                  <a:pt x="240" y="117"/>
                </a:lnTo>
                <a:lnTo>
                  <a:pt x="240" y="116"/>
                </a:lnTo>
                <a:lnTo>
                  <a:pt x="239" y="116"/>
                </a:lnTo>
                <a:lnTo>
                  <a:pt x="238" y="116"/>
                </a:lnTo>
                <a:lnTo>
                  <a:pt x="238" y="115"/>
                </a:lnTo>
                <a:lnTo>
                  <a:pt x="237" y="115"/>
                </a:lnTo>
                <a:lnTo>
                  <a:pt x="237" y="114"/>
                </a:lnTo>
                <a:lnTo>
                  <a:pt x="236" y="114"/>
                </a:lnTo>
                <a:lnTo>
                  <a:pt x="236" y="113"/>
                </a:lnTo>
                <a:lnTo>
                  <a:pt x="236" y="112"/>
                </a:lnTo>
                <a:lnTo>
                  <a:pt x="235" y="112"/>
                </a:lnTo>
                <a:lnTo>
                  <a:pt x="234" y="112"/>
                </a:lnTo>
                <a:lnTo>
                  <a:pt x="233" y="111"/>
                </a:lnTo>
                <a:lnTo>
                  <a:pt x="233" y="110"/>
                </a:lnTo>
                <a:lnTo>
                  <a:pt x="232" y="110"/>
                </a:lnTo>
                <a:lnTo>
                  <a:pt x="231" y="110"/>
                </a:lnTo>
                <a:lnTo>
                  <a:pt x="230" y="109"/>
                </a:lnTo>
                <a:lnTo>
                  <a:pt x="229" y="109"/>
                </a:lnTo>
                <a:lnTo>
                  <a:pt x="228" y="109"/>
                </a:lnTo>
                <a:lnTo>
                  <a:pt x="227" y="109"/>
                </a:lnTo>
                <a:lnTo>
                  <a:pt x="226" y="109"/>
                </a:lnTo>
                <a:lnTo>
                  <a:pt x="225" y="109"/>
                </a:lnTo>
                <a:lnTo>
                  <a:pt x="224" y="110"/>
                </a:lnTo>
                <a:lnTo>
                  <a:pt x="223" y="111"/>
                </a:lnTo>
                <a:lnTo>
                  <a:pt x="222" y="111"/>
                </a:lnTo>
                <a:lnTo>
                  <a:pt x="221" y="112"/>
                </a:lnTo>
                <a:lnTo>
                  <a:pt x="220" y="112"/>
                </a:lnTo>
                <a:lnTo>
                  <a:pt x="219" y="112"/>
                </a:lnTo>
                <a:lnTo>
                  <a:pt x="219" y="113"/>
                </a:lnTo>
                <a:lnTo>
                  <a:pt x="220" y="113"/>
                </a:lnTo>
                <a:lnTo>
                  <a:pt x="220" y="114"/>
                </a:lnTo>
                <a:lnTo>
                  <a:pt x="220" y="115"/>
                </a:lnTo>
                <a:lnTo>
                  <a:pt x="219" y="115"/>
                </a:lnTo>
                <a:lnTo>
                  <a:pt x="219" y="114"/>
                </a:lnTo>
                <a:lnTo>
                  <a:pt x="218" y="113"/>
                </a:lnTo>
                <a:lnTo>
                  <a:pt x="217" y="114"/>
                </a:lnTo>
                <a:lnTo>
                  <a:pt x="216" y="114"/>
                </a:lnTo>
                <a:lnTo>
                  <a:pt x="216" y="115"/>
                </a:lnTo>
                <a:lnTo>
                  <a:pt x="215" y="115"/>
                </a:lnTo>
                <a:lnTo>
                  <a:pt x="215" y="114"/>
                </a:lnTo>
                <a:lnTo>
                  <a:pt x="214" y="113"/>
                </a:lnTo>
                <a:lnTo>
                  <a:pt x="214" y="112"/>
                </a:lnTo>
                <a:lnTo>
                  <a:pt x="213" y="112"/>
                </a:lnTo>
                <a:lnTo>
                  <a:pt x="213" y="111"/>
                </a:lnTo>
                <a:lnTo>
                  <a:pt x="212" y="111"/>
                </a:lnTo>
                <a:lnTo>
                  <a:pt x="211" y="111"/>
                </a:lnTo>
                <a:lnTo>
                  <a:pt x="211" y="112"/>
                </a:lnTo>
                <a:lnTo>
                  <a:pt x="210" y="112"/>
                </a:lnTo>
                <a:lnTo>
                  <a:pt x="209" y="112"/>
                </a:lnTo>
                <a:lnTo>
                  <a:pt x="208" y="112"/>
                </a:lnTo>
                <a:lnTo>
                  <a:pt x="208" y="113"/>
                </a:lnTo>
                <a:lnTo>
                  <a:pt x="207" y="113"/>
                </a:lnTo>
                <a:lnTo>
                  <a:pt x="206" y="113"/>
                </a:lnTo>
                <a:lnTo>
                  <a:pt x="206" y="112"/>
                </a:lnTo>
                <a:lnTo>
                  <a:pt x="206" y="111"/>
                </a:lnTo>
                <a:lnTo>
                  <a:pt x="205" y="111"/>
                </a:lnTo>
                <a:lnTo>
                  <a:pt x="205" y="110"/>
                </a:lnTo>
                <a:lnTo>
                  <a:pt x="204" y="109"/>
                </a:lnTo>
                <a:lnTo>
                  <a:pt x="204" y="108"/>
                </a:lnTo>
                <a:lnTo>
                  <a:pt x="205" y="108"/>
                </a:lnTo>
                <a:lnTo>
                  <a:pt x="205" y="107"/>
                </a:lnTo>
                <a:lnTo>
                  <a:pt x="205" y="106"/>
                </a:lnTo>
                <a:lnTo>
                  <a:pt x="205" y="105"/>
                </a:lnTo>
                <a:lnTo>
                  <a:pt x="206" y="105"/>
                </a:lnTo>
                <a:lnTo>
                  <a:pt x="206" y="104"/>
                </a:lnTo>
                <a:lnTo>
                  <a:pt x="207" y="104"/>
                </a:lnTo>
                <a:lnTo>
                  <a:pt x="207" y="103"/>
                </a:lnTo>
                <a:lnTo>
                  <a:pt x="207" y="102"/>
                </a:lnTo>
                <a:lnTo>
                  <a:pt x="207" y="101"/>
                </a:lnTo>
                <a:lnTo>
                  <a:pt x="206" y="101"/>
                </a:lnTo>
                <a:lnTo>
                  <a:pt x="206" y="100"/>
                </a:lnTo>
                <a:lnTo>
                  <a:pt x="205" y="100"/>
                </a:lnTo>
                <a:lnTo>
                  <a:pt x="204" y="100"/>
                </a:lnTo>
                <a:lnTo>
                  <a:pt x="203" y="99"/>
                </a:lnTo>
                <a:lnTo>
                  <a:pt x="203" y="98"/>
                </a:lnTo>
                <a:lnTo>
                  <a:pt x="202" y="97"/>
                </a:lnTo>
                <a:lnTo>
                  <a:pt x="202" y="96"/>
                </a:lnTo>
                <a:lnTo>
                  <a:pt x="201" y="95"/>
                </a:lnTo>
                <a:lnTo>
                  <a:pt x="201" y="94"/>
                </a:lnTo>
                <a:lnTo>
                  <a:pt x="200" y="94"/>
                </a:lnTo>
                <a:lnTo>
                  <a:pt x="199" y="94"/>
                </a:lnTo>
                <a:lnTo>
                  <a:pt x="199" y="93"/>
                </a:lnTo>
                <a:lnTo>
                  <a:pt x="198" y="93"/>
                </a:lnTo>
                <a:lnTo>
                  <a:pt x="198" y="92"/>
                </a:lnTo>
                <a:lnTo>
                  <a:pt x="198" y="91"/>
                </a:lnTo>
                <a:lnTo>
                  <a:pt x="197" y="91"/>
                </a:lnTo>
                <a:lnTo>
                  <a:pt x="196" y="92"/>
                </a:lnTo>
                <a:lnTo>
                  <a:pt x="196" y="93"/>
                </a:lnTo>
                <a:lnTo>
                  <a:pt x="197" y="93"/>
                </a:lnTo>
                <a:lnTo>
                  <a:pt x="197" y="94"/>
                </a:lnTo>
                <a:lnTo>
                  <a:pt x="195" y="94"/>
                </a:lnTo>
                <a:lnTo>
                  <a:pt x="194" y="94"/>
                </a:lnTo>
                <a:lnTo>
                  <a:pt x="193" y="94"/>
                </a:lnTo>
                <a:lnTo>
                  <a:pt x="193" y="95"/>
                </a:lnTo>
                <a:lnTo>
                  <a:pt x="193" y="96"/>
                </a:lnTo>
                <a:lnTo>
                  <a:pt x="193" y="97"/>
                </a:lnTo>
                <a:lnTo>
                  <a:pt x="193" y="98"/>
                </a:lnTo>
                <a:lnTo>
                  <a:pt x="192" y="98"/>
                </a:lnTo>
                <a:lnTo>
                  <a:pt x="190" y="97"/>
                </a:lnTo>
                <a:lnTo>
                  <a:pt x="189" y="97"/>
                </a:lnTo>
                <a:lnTo>
                  <a:pt x="189" y="96"/>
                </a:lnTo>
                <a:lnTo>
                  <a:pt x="188" y="96"/>
                </a:lnTo>
                <a:lnTo>
                  <a:pt x="188" y="95"/>
                </a:lnTo>
                <a:lnTo>
                  <a:pt x="188" y="94"/>
                </a:lnTo>
                <a:lnTo>
                  <a:pt x="187" y="94"/>
                </a:lnTo>
                <a:lnTo>
                  <a:pt x="186" y="94"/>
                </a:lnTo>
                <a:lnTo>
                  <a:pt x="186" y="93"/>
                </a:lnTo>
                <a:lnTo>
                  <a:pt x="185" y="93"/>
                </a:lnTo>
                <a:lnTo>
                  <a:pt x="185" y="94"/>
                </a:lnTo>
                <a:lnTo>
                  <a:pt x="184" y="94"/>
                </a:lnTo>
                <a:lnTo>
                  <a:pt x="184" y="93"/>
                </a:lnTo>
                <a:lnTo>
                  <a:pt x="185" y="92"/>
                </a:lnTo>
                <a:lnTo>
                  <a:pt x="185" y="91"/>
                </a:lnTo>
                <a:lnTo>
                  <a:pt x="186" y="91"/>
                </a:lnTo>
                <a:lnTo>
                  <a:pt x="186" y="90"/>
                </a:lnTo>
                <a:lnTo>
                  <a:pt x="186" y="89"/>
                </a:lnTo>
                <a:lnTo>
                  <a:pt x="186" y="88"/>
                </a:lnTo>
                <a:lnTo>
                  <a:pt x="186" y="87"/>
                </a:lnTo>
                <a:lnTo>
                  <a:pt x="186" y="86"/>
                </a:lnTo>
                <a:lnTo>
                  <a:pt x="185" y="85"/>
                </a:lnTo>
                <a:lnTo>
                  <a:pt x="184" y="85"/>
                </a:lnTo>
                <a:lnTo>
                  <a:pt x="185" y="85"/>
                </a:lnTo>
                <a:lnTo>
                  <a:pt x="185" y="84"/>
                </a:lnTo>
                <a:lnTo>
                  <a:pt x="185" y="83"/>
                </a:lnTo>
                <a:lnTo>
                  <a:pt x="185" y="81"/>
                </a:lnTo>
                <a:lnTo>
                  <a:pt x="184" y="80"/>
                </a:lnTo>
                <a:lnTo>
                  <a:pt x="183" y="80"/>
                </a:lnTo>
                <a:lnTo>
                  <a:pt x="182" y="80"/>
                </a:lnTo>
                <a:lnTo>
                  <a:pt x="182" y="79"/>
                </a:lnTo>
                <a:lnTo>
                  <a:pt x="182" y="78"/>
                </a:lnTo>
                <a:lnTo>
                  <a:pt x="182" y="77"/>
                </a:lnTo>
                <a:lnTo>
                  <a:pt x="183" y="77"/>
                </a:lnTo>
                <a:lnTo>
                  <a:pt x="182" y="77"/>
                </a:lnTo>
                <a:lnTo>
                  <a:pt x="182" y="76"/>
                </a:lnTo>
                <a:lnTo>
                  <a:pt x="182" y="75"/>
                </a:lnTo>
                <a:lnTo>
                  <a:pt x="183" y="75"/>
                </a:lnTo>
                <a:lnTo>
                  <a:pt x="183" y="74"/>
                </a:lnTo>
                <a:lnTo>
                  <a:pt x="183" y="73"/>
                </a:lnTo>
                <a:lnTo>
                  <a:pt x="183" y="72"/>
                </a:lnTo>
                <a:lnTo>
                  <a:pt x="183" y="71"/>
                </a:lnTo>
                <a:lnTo>
                  <a:pt x="184" y="71"/>
                </a:lnTo>
                <a:lnTo>
                  <a:pt x="184" y="72"/>
                </a:lnTo>
                <a:lnTo>
                  <a:pt x="185" y="72"/>
                </a:lnTo>
                <a:lnTo>
                  <a:pt x="185" y="71"/>
                </a:lnTo>
                <a:lnTo>
                  <a:pt x="186" y="71"/>
                </a:lnTo>
                <a:lnTo>
                  <a:pt x="187" y="71"/>
                </a:lnTo>
                <a:lnTo>
                  <a:pt x="187" y="70"/>
                </a:lnTo>
                <a:lnTo>
                  <a:pt x="188" y="70"/>
                </a:lnTo>
                <a:lnTo>
                  <a:pt x="188" y="69"/>
                </a:lnTo>
                <a:lnTo>
                  <a:pt x="188" y="68"/>
                </a:lnTo>
                <a:lnTo>
                  <a:pt x="189" y="67"/>
                </a:lnTo>
                <a:lnTo>
                  <a:pt x="189" y="66"/>
                </a:lnTo>
                <a:lnTo>
                  <a:pt x="189" y="65"/>
                </a:lnTo>
                <a:lnTo>
                  <a:pt x="189" y="64"/>
                </a:lnTo>
                <a:lnTo>
                  <a:pt x="190" y="64"/>
                </a:lnTo>
                <a:lnTo>
                  <a:pt x="191" y="64"/>
                </a:lnTo>
                <a:lnTo>
                  <a:pt x="191" y="65"/>
                </a:lnTo>
                <a:lnTo>
                  <a:pt x="191" y="64"/>
                </a:lnTo>
                <a:lnTo>
                  <a:pt x="192" y="64"/>
                </a:lnTo>
                <a:lnTo>
                  <a:pt x="192" y="63"/>
                </a:lnTo>
                <a:lnTo>
                  <a:pt x="193" y="63"/>
                </a:lnTo>
                <a:lnTo>
                  <a:pt x="193" y="62"/>
                </a:lnTo>
                <a:lnTo>
                  <a:pt x="194" y="62"/>
                </a:lnTo>
                <a:lnTo>
                  <a:pt x="195" y="63"/>
                </a:lnTo>
                <a:lnTo>
                  <a:pt x="195" y="64"/>
                </a:lnTo>
                <a:lnTo>
                  <a:pt x="196" y="64"/>
                </a:lnTo>
                <a:lnTo>
                  <a:pt x="197" y="64"/>
                </a:lnTo>
                <a:lnTo>
                  <a:pt x="197" y="63"/>
                </a:lnTo>
                <a:lnTo>
                  <a:pt x="197" y="62"/>
                </a:lnTo>
                <a:lnTo>
                  <a:pt x="198" y="62"/>
                </a:lnTo>
                <a:lnTo>
                  <a:pt x="199" y="63"/>
                </a:lnTo>
                <a:lnTo>
                  <a:pt x="200" y="63"/>
                </a:lnTo>
                <a:lnTo>
                  <a:pt x="201" y="63"/>
                </a:lnTo>
                <a:lnTo>
                  <a:pt x="202" y="63"/>
                </a:lnTo>
                <a:lnTo>
                  <a:pt x="203" y="63"/>
                </a:lnTo>
                <a:lnTo>
                  <a:pt x="204" y="63"/>
                </a:lnTo>
                <a:lnTo>
                  <a:pt x="205" y="63"/>
                </a:lnTo>
                <a:lnTo>
                  <a:pt x="206" y="63"/>
                </a:lnTo>
                <a:lnTo>
                  <a:pt x="206" y="64"/>
                </a:lnTo>
                <a:lnTo>
                  <a:pt x="207" y="64"/>
                </a:lnTo>
                <a:lnTo>
                  <a:pt x="207" y="63"/>
                </a:lnTo>
                <a:lnTo>
                  <a:pt x="208" y="63"/>
                </a:lnTo>
                <a:lnTo>
                  <a:pt x="208" y="62"/>
                </a:lnTo>
                <a:lnTo>
                  <a:pt x="208" y="61"/>
                </a:lnTo>
                <a:lnTo>
                  <a:pt x="207" y="61"/>
                </a:lnTo>
                <a:lnTo>
                  <a:pt x="207" y="59"/>
                </a:lnTo>
                <a:lnTo>
                  <a:pt x="207" y="58"/>
                </a:lnTo>
                <a:lnTo>
                  <a:pt x="207" y="57"/>
                </a:lnTo>
                <a:lnTo>
                  <a:pt x="207" y="56"/>
                </a:lnTo>
                <a:lnTo>
                  <a:pt x="208" y="56"/>
                </a:lnTo>
                <a:lnTo>
                  <a:pt x="209" y="56"/>
                </a:lnTo>
                <a:lnTo>
                  <a:pt x="210" y="55"/>
                </a:lnTo>
                <a:lnTo>
                  <a:pt x="211" y="55"/>
                </a:lnTo>
                <a:lnTo>
                  <a:pt x="211" y="54"/>
                </a:lnTo>
                <a:lnTo>
                  <a:pt x="211" y="53"/>
                </a:lnTo>
                <a:lnTo>
                  <a:pt x="211" y="52"/>
                </a:lnTo>
                <a:lnTo>
                  <a:pt x="212" y="52"/>
                </a:lnTo>
                <a:lnTo>
                  <a:pt x="213" y="52"/>
                </a:lnTo>
                <a:lnTo>
                  <a:pt x="213" y="51"/>
                </a:lnTo>
                <a:lnTo>
                  <a:pt x="213" y="50"/>
                </a:lnTo>
                <a:lnTo>
                  <a:pt x="214" y="49"/>
                </a:lnTo>
                <a:lnTo>
                  <a:pt x="214" y="47"/>
                </a:lnTo>
                <a:lnTo>
                  <a:pt x="215" y="47"/>
                </a:lnTo>
                <a:lnTo>
                  <a:pt x="215" y="48"/>
                </a:lnTo>
                <a:lnTo>
                  <a:pt x="216" y="49"/>
                </a:lnTo>
                <a:lnTo>
                  <a:pt x="217" y="49"/>
                </a:lnTo>
                <a:lnTo>
                  <a:pt x="217" y="48"/>
                </a:lnTo>
                <a:lnTo>
                  <a:pt x="218" y="49"/>
                </a:lnTo>
                <a:lnTo>
                  <a:pt x="218" y="50"/>
                </a:lnTo>
                <a:lnTo>
                  <a:pt x="219" y="50"/>
                </a:lnTo>
                <a:lnTo>
                  <a:pt x="219" y="51"/>
                </a:lnTo>
                <a:lnTo>
                  <a:pt x="219" y="52"/>
                </a:lnTo>
                <a:lnTo>
                  <a:pt x="220" y="52"/>
                </a:lnTo>
                <a:lnTo>
                  <a:pt x="219" y="52"/>
                </a:lnTo>
                <a:lnTo>
                  <a:pt x="220" y="52"/>
                </a:lnTo>
                <a:lnTo>
                  <a:pt x="220" y="53"/>
                </a:lnTo>
                <a:lnTo>
                  <a:pt x="220" y="54"/>
                </a:lnTo>
                <a:lnTo>
                  <a:pt x="221" y="54"/>
                </a:lnTo>
                <a:lnTo>
                  <a:pt x="222" y="54"/>
                </a:lnTo>
                <a:lnTo>
                  <a:pt x="223" y="55"/>
                </a:lnTo>
                <a:lnTo>
                  <a:pt x="223" y="54"/>
                </a:lnTo>
                <a:lnTo>
                  <a:pt x="224" y="54"/>
                </a:lnTo>
                <a:lnTo>
                  <a:pt x="225" y="55"/>
                </a:lnTo>
                <a:lnTo>
                  <a:pt x="225" y="56"/>
                </a:lnTo>
                <a:lnTo>
                  <a:pt x="225" y="57"/>
                </a:lnTo>
                <a:lnTo>
                  <a:pt x="225" y="58"/>
                </a:lnTo>
                <a:lnTo>
                  <a:pt x="226" y="58"/>
                </a:lnTo>
                <a:lnTo>
                  <a:pt x="226" y="59"/>
                </a:lnTo>
                <a:lnTo>
                  <a:pt x="227" y="60"/>
                </a:lnTo>
                <a:lnTo>
                  <a:pt x="228" y="60"/>
                </a:lnTo>
                <a:lnTo>
                  <a:pt x="228" y="59"/>
                </a:lnTo>
                <a:lnTo>
                  <a:pt x="229" y="59"/>
                </a:lnTo>
                <a:lnTo>
                  <a:pt x="230" y="59"/>
                </a:lnTo>
                <a:lnTo>
                  <a:pt x="231" y="59"/>
                </a:lnTo>
                <a:lnTo>
                  <a:pt x="232" y="60"/>
                </a:lnTo>
                <a:lnTo>
                  <a:pt x="232" y="61"/>
                </a:lnTo>
                <a:lnTo>
                  <a:pt x="232" y="62"/>
                </a:lnTo>
                <a:lnTo>
                  <a:pt x="233" y="62"/>
                </a:lnTo>
                <a:lnTo>
                  <a:pt x="233" y="63"/>
                </a:lnTo>
                <a:lnTo>
                  <a:pt x="234" y="63"/>
                </a:lnTo>
                <a:lnTo>
                  <a:pt x="234" y="65"/>
                </a:lnTo>
                <a:lnTo>
                  <a:pt x="234" y="66"/>
                </a:lnTo>
                <a:lnTo>
                  <a:pt x="235" y="66"/>
                </a:lnTo>
                <a:lnTo>
                  <a:pt x="236" y="66"/>
                </a:lnTo>
                <a:lnTo>
                  <a:pt x="237" y="66"/>
                </a:lnTo>
                <a:lnTo>
                  <a:pt x="237" y="67"/>
                </a:lnTo>
                <a:lnTo>
                  <a:pt x="238" y="67"/>
                </a:lnTo>
                <a:lnTo>
                  <a:pt x="239" y="68"/>
                </a:lnTo>
                <a:lnTo>
                  <a:pt x="239" y="69"/>
                </a:lnTo>
                <a:lnTo>
                  <a:pt x="240" y="69"/>
                </a:lnTo>
                <a:lnTo>
                  <a:pt x="241" y="70"/>
                </a:lnTo>
                <a:lnTo>
                  <a:pt x="242" y="70"/>
                </a:lnTo>
                <a:lnTo>
                  <a:pt x="243" y="70"/>
                </a:lnTo>
                <a:lnTo>
                  <a:pt x="244" y="71"/>
                </a:lnTo>
                <a:lnTo>
                  <a:pt x="244" y="72"/>
                </a:lnTo>
                <a:lnTo>
                  <a:pt x="244" y="73"/>
                </a:lnTo>
                <a:lnTo>
                  <a:pt x="245" y="73"/>
                </a:lnTo>
                <a:lnTo>
                  <a:pt x="245" y="74"/>
                </a:lnTo>
                <a:lnTo>
                  <a:pt x="246" y="75"/>
                </a:lnTo>
                <a:lnTo>
                  <a:pt x="247" y="76"/>
                </a:lnTo>
                <a:lnTo>
                  <a:pt x="248" y="76"/>
                </a:lnTo>
                <a:lnTo>
                  <a:pt x="249" y="76"/>
                </a:lnTo>
                <a:lnTo>
                  <a:pt x="250" y="76"/>
                </a:lnTo>
                <a:lnTo>
                  <a:pt x="251" y="76"/>
                </a:lnTo>
                <a:lnTo>
                  <a:pt x="251" y="75"/>
                </a:lnTo>
                <a:lnTo>
                  <a:pt x="251" y="74"/>
                </a:lnTo>
                <a:lnTo>
                  <a:pt x="251" y="73"/>
                </a:lnTo>
                <a:lnTo>
                  <a:pt x="251" y="72"/>
                </a:lnTo>
                <a:lnTo>
                  <a:pt x="251" y="71"/>
                </a:lnTo>
                <a:lnTo>
                  <a:pt x="250" y="71"/>
                </a:lnTo>
                <a:lnTo>
                  <a:pt x="251" y="71"/>
                </a:lnTo>
                <a:lnTo>
                  <a:pt x="251" y="70"/>
                </a:lnTo>
                <a:lnTo>
                  <a:pt x="252" y="69"/>
                </a:lnTo>
                <a:lnTo>
                  <a:pt x="252" y="68"/>
                </a:lnTo>
                <a:lnTo>
                  <a:pt x="252" y="67"/>
                </a:lnTo>
                <a:lnTo>
                  <a:pt x="253" y="66"/>
                </a:lnTo>
                <a:lnTo>
                  <a:pt x="254" y="67"/>
                </a:lnTo>
                <a:lnTo>
                  <a:pt x="255" y="67"/>
                </a:lnTo>
                <a:lnTo>
                  <a:pt x="256" y="68"/>
                </a:lnTo>
                <a:lnTo>
                  <a:pt x="257" y="68"/>
                </a:lnTo>
                <a:lnTo>
                  <a:pt x="259" y="69"/>
                </a:lnTo>
                <a:lnTo>
                  <a:pt x="259" y="70"/>
                </a:lnTo>
                <a:lnTo>
                  <a:pt x="260" y="70"/>
                </a:lnTo>
                <a:lnTo>
                  <a:pt x="261" y="70"/>
                </a:lnTo>
                <a:lnTo>
                  <a:pt x="262" y="70"/>
                </a:lnTo>
                <a:lnTo>
                  <a:pt x="263" y="70"/>
                </a:lnTo>
                <a:lnTo>
                  <a:pt x="263" y="69"/>
                </a:lnTo>
                <a:lnTo>
                  <a:pt x="262" y="69"/>
                </a:lnTo>
                <a:lnTo>
                  <a:pt x="261" y="68"/>
                </a:lnTo>
                <a:lnTo>
                  <a:pt x="261" y="67"/>
                </a:lnTo>
                <a:lnTo>
                  <a:pt x="260" y="66"/>
                </a:lnTo>
                <a:lnTo>
                  <a:pt x="260" y="65"/>
                </a:lnTo>
                <a:lnTo>
                  <a:pt x="259" y="65"/>
                </a:lnTo>
                <a:lnTo>
                  <a:pt x="259" y="64"/>
                </a:lnTo>
                <a:lnTo>
                  <a:pt x="260" y="63"/>
                </a:lnTo>
                <a:lnTo>
                  <a:pt x="260" y="64"/>
                </a:lnTo>
                <a:lnTo>
                  <a:pt x="261" y="64"/>
                </a:lnTo>
                <a:lnTo>
                  <a:pt x="262" y="65"/>
                </a:lnTo>
                <a:lnTo>
                  <a:pt x="262" y="66"/>
                </a:lnTo>
                <a:lnTo>
                  <a:pt x="262" y="67"/>
                </a:lnTo>
                <a:lnTo>
                  <a:pt x="263" y="67"/>
                </a:lnTo>
                <a:lnTo>
                  <a:pt x="264" y="66"/>
                </a:lnTo>
                <a:lnTo>
                  <a:pt x="263" y="66"/>
                </a:lnTo>
                <a:lnTo>
                  <a:pt x="263" y="65"/>
                </a:lnTo>
                <a:lnTo>
                  <a:pt x="262" y="65"/>
                </a:lnTo>
                <a:lnTo>
                  <a:pt x="262" y="64"/>
                </a:lnTo>
                <a:lnTo>
                  <a:pt x="261" y="63"/>
                </a:lnTo>
                <a:lnTo>
                  <a:pt x="261" y="62"/>
                </a:lnTo>
                <a:lnTo>
                  <a:pt x="262" y="62"/>
                </a:lnTo>
                <a:lnTo>
                  <a:pt x="262" y="61"/>
                </a:lnTo>
                <a:lnTo>
                  <a:pt x="263" y="60"/>
                </a:lnTo>
                <a:lnTo>
                  <a:pt x="263" y="59"/>
                </a:lnTo>
                <a:lnTo>
                  <a:pt x="262" y="58"/>
                </a:lnTo>
                <a:lnTo>
                  <a:pt x="262" y="57"/>
                </a:lnTo>
                <a:lnTo>
                  <a:pt x="263" y="57"/>
                </a:lnTo>
                <a:lnTo>
                  <a:pt x="264" y="57"/>
                </a:lnTo>
                <a:lnTo>
                  <a:pt x="265" y="56"/>
                </a:lnTo>
                <a:lnTo>
                  <a:pt x="264" y="55"/>
                </a:lnTo>
                <a:lnTo>
                  <a:pt x="264" y="54"/>
                </a:lnTo>
                <a:lnTo>
                  <a:pt x="263" y="54"/>
                </a:lnTo>
                <a:lnTo>
                  <a:pt x="263" y="53"/>
                </a:lnTo>
                <a:lnTo>
                  <a:pt x="263" y="52"/>
                </a:lnTo>
                <a:lnTo>
                  <a:pt x="262" y="52"/>
                </a:lnTo>
                <a:lnTo>
                  <a:pt x="262" y="51"/>
                </a:lnTo>
                <a:lnTo>
                  <a:pt x="262" y="50"/>
                </a:lnTo>
                <a:lnTo>
                  <a:pt x="261" y="49"/>
                </a:lnTo>
                <a:lnTo>
                  <a:pt x="261" y="48"/>
                </a:lnTo>
                <a:lnTo>
                  <a:pt x="260" y="48"/>
                </a:lnTo>
                <a:lnTo>
                  <a:pt x="259" y="47"/>
                </a:lnTo>
                <a:lnTo>
                  <a:pt x="258" y="46"/>
                </a:lnTo>
                <a:lnTo>
                  <a:pt x="258" y="45"/>
                </a:lnTo>
                <a:lnTo>
                  <a:pt x="258" y="44"/>
                </a:lnTo>
                <a:lnTo>
                  <a:pt x="258" y="43"/>
                </a:lnTo>
                <a:lnTo>
                  <a:pt x="258" y="44"/>
                </a:lnTo>
                <a:lnTo>
                  <a:pt x="259" y="44"/>
                </a:lnTo>
                <a:lnTo>
                  <a:pt x="259" y="43"/>
                </a:lnTo>
                <a:lnTo>
                  <a:pt x="258" y="42"/>
                </a:lnTo>
                <a:lnTo>
                  <a:pt x="257" y="41"/>
                </a:lnTo>
                <a:lnTo>
                  <a:pt x="258" y="41"/>
                </a:lnTo>
                <a:lnTo>
                  <a:pt x="259" y="40"/>
                </a:lnTo>
                <a:lnTo>
                  <a:pt x="258" y="40"/>
                </a:lnTo>
                <a:lnTo>
                  <a:pt x="259" y="39"/>
                </a:lnTo>
                <a:lnTo>
                  <a:pt x="260" y="39"/>
                </a:lnTo>
                <a:lnTo>
                  <a:pt x="260" y="40"/>
                </a:lnTo>
                <a:lnTo>
                  <a:pt x="260" y="41"/>
                </a:lnTo>
                <a:lnTo>
                  <a:pt x="261" y="41"/>
                </a:lnTo>
                <a:lnTo>
                  <a:pt x="261" y="42"/>
                </a:lnTo>
                <a:lnTo>
                  <a:pt x="262" y="43"/>
                </a:lnTo>
                <a:lnTo>
                  <a:pt x="263" y="43"/>
                </a:lnTo>
                <a:lnTo>
                  <a:pt x="264" y="43"/>
                </a:lnTo>
                <a:lnTo>
                  <a:pt x="264" y="44"/>
                </a:lnTo>
                <a:lnTo>
                  <a:pt x="264" y="45"/>
                </a:lnTo>
                <a:lnTo>
                  <a:pt x="265" y="45"/>
                </a:lnTo>
                <a:lnTo>
                  <a:pt x="265" y="46"/>
                </a:lnTo>
                <a:lnTo>
                  <a:pt x="266" y="46"/>
                </a:lnTo>
                <a:lnTo>
                  <a:pt x="267" y="47"/>
                </a:lnTo>
                <a:lnTo>
                  <a:pt x="268" y="47"/>
                </a:lnTo>
                <a:lnTo>
                  <a:pt x="268" y="48"/>
                </a:lnTo>
                <a:lnTo>
                  <a:pt x="268" y="49"/>
                </a:lnTo>
                <a:lnTo>
                  <a:pt x="267" y="49"/>
                </a:lnTo>
                <a:lnTo>
                  <a:pt x="267" y="50"/>
                </a:lnTo>
                <a:lnTo>
                  <a:pt x="267" y="51"/>
                </a:lnTo>
                <a:lnTo>
                  <a:pt x="268" y="51"/>
                </a:lnTo>
                <a:lnTo>
                  <a:pt x="269" y="53"/>
                </a:lnTo>
                <a:lnTo>
                  <a:pt x="270" y="53"/>
                </a:lnTo>
                <a:lnTo>
                  <a:pt x="270" y="54"/>
                </a:lnTo>
                <a:lnTo>
                  <a:pt x="271" y="54"/>
                </a:lnTo>
                <a:lnTo>
                  <a:pt x="272" y="54"/>
                </a:lnTo>
                <a:lnTo>
                  <a:pt x="272" y="55"/>
                </a:lnTo>
                <a:lnTo>
                  <a:pt x="273" y="57"/>
                </a:lnTo>
                <a:lnTo>
                  <a:pt x="274" y="57"/>
                </a:lnTo>
                <a:lnTo>
                  <a:pt x="275" y="57"/>
                </a:lnTo>
                <a:lnTo>
                  <a:pt x="276" y="58"/>
                </a:lnTo>
                <a:lnTo>
                  <a:pt x="275" y="58"/>
                </a:lnTo>
                <a:lnTo>
                  <a:pt x="275" y="59"/>
                </a:lnTo>
                <a:lnTo>
                  <a:pt x="274" y="59"/>
                </a:lnTo>
                <a:lnTo>
                  <a:pt x="273" y="59"/>
                </a:lnTo>
                <a:lnTo>
                  <a:pt x="273" y="60"/>
                </a:lnTo>
                <a:lnTo>
                  <a:pt x="274" y="60"/>
                </a:lnTo>
                <a:lnTo>
                  <a:pt x="274" y="61"/>
                </a:lnTo>
                <a:lnTo>
                  <a:pt x="274" y="62"/>
                </a:lnTo>
                <a:lnTo>
                  <a:pt x="274" y="63"/>
                </a:lnTo>
                <a:lnTo>
                  <a:pt x="273" y="63"/>
                </a:lnTo>
                <a:lnTo>
                  <a:pt x="272" y="62"/>
                </a:lnTo>
                <a:lnTo>
                  <a:pt x="272" y="63"/>
                </a:lnTo>
                <a:lnTo>
                  <a:pt x="272" y="64"/>
                </a:lnTo>
                <a:lnTo>
                  <a:pt x="271" y="64"/>
                </a:lnTo>
                <a:lnTo>
                  <a:pt x="272" y="64"/>
                </a:lnTo>
                <a:lnTo>
                  <a:pt x="272" y="65"/>
                </a:lnTo>
                <a:lnTo>
                  <a:pt x="272" y="67"/>
                </a:lnTo>
                <a:lnTo>
                  <a:pt x="273" y="67"/>
                </a:lnTo>
                <a:lnTo>
                  <a:pt x="272" y="68"/>
                </a:lnTo>
                <a:lnTo>
                  <a:pt x="271" y="69"/>
                </a:lnTo>
                <a:lnTo>
                  <a:pt x="271" y="70"/>
                </a:lnTo>
                <a:lnTo>
                  <a:pt x="270" y="70"/>
                </a:lnTo>
                <a:lnTo>
                  <a:pt x="270" y="71"/>
                </a:lnTo>
                <a:lnTo>
                  <a:pt x="268" y="71"/>
                </a:lnTo>
                <a:lnTo>
                  <a:pt x="267" y="72"/>
                </a:lnTo>
                <a:lnTo>
                  <a:pt x="268" y="74"/>
                </a:lnTo>
                <a:lnTo>
                  <a:pt x="268" y="75"/>
                </a:lnTo>
                <a:lnTo>
                  <a:pt x="269" y="75"/>
                </a:lnTo>
                <a:lnTo>
                  <a:pt x="270" y="75"/>
                </a:lnTo>
                <a:lnTo>
                  <a:pt x="270" y="74"/>
                </a:lnTo>
                <a:lnTo>
                  <a:pt x="270" y="73"/>
                </a:lnTo>
                <a:lnTo>
                  <a:pt x="269" y="73"/>
                </a:lnTo>
                <a:lnTo>
                  <a:pt x="270" y="73"/>
                </a:lnTo>
                <a:lnTo>
                  <a:pt x="270" y="72"/>
                </a:lnTo>
                <a:lnTo>
                  <a:pt x="271" y="72"/>
                </a:lnTo>
                <a:lnTo>
                  <a:pt x="271" y="73"/>
                </a:lnTo>
                <a:lnTo>
                  <a:pt x="272" y="73"/>
                </a:lnTo>
                <a:lnTo>
                  <a:pt x="273" y="73"/>
                </a:lnTo>
                <a:lnTo>
                  <a:pt x="274" y="73"/>
                </a:lnTo>
                <a:lnTo>
                  <a:pt x="274" y="74"/>
                </a:lnTo>
                <a:lnTo>
                  <a:pt x="274" y="75"/>
                </a:lnTo>
                <a:lnTo>
                  <a:pt x="275" y="76"/>
                </a:lnTo>
                <a:lnTo>
                  <a:pt x="276" y="76"/>
                </a:lnTo>
                <a:lnTo>
                  <a:pt x="277" y="75"/>
                </a:lnTo>
                <a:lnTo>
                  <a:pt x="277" y="74"/>
                </a:lnTo>
                <a:lnTo>
                  <a:pt x="277" y="75"/>
                </a:lnTo>
                <a:lnTo>
                  <a:pt x="278" y="75"/>
                </a:lnTo>
                <a:lnTo>
                  <a:pt x="279" y="75"/>
                </a:lnTo>
                <a:lnTo>
                  <a:pt x="280" y="76"/>
                </a:lnTo>
                <a:lnTo>
                  <a:pt x="280" y="77"/>
                </a:lnTo>
                <a:lnTo>
                  <a:pt x="279" y="78"/>
                </a:lnTo>
                <a:lnTo>
                  <a:pt x="280" y="78"/>
                </a:lnTo>
                <a:lnTo>
                  <a:pt x="281" y="79"/>
                </a:lnTo>
                <a:lnTo>
                  <a:pt x="281" y="78"/>
                </a:lnTo>
                <a:lnTo>
                  <a:pt x="282" y="78"/>
                </a:lnTo>
                <a:lnTo>
                  <a:pt x="283" y="77"/>
                </a:lnTo>
                <a:lnTo>
                  <a:pt x="284" y="77"/>
                </a:lnTo>
                <a:lnTo>
                  <a:pt x="284" y="75"/>
                </a:lnTo>
                <a:lnTo>
                  <a:pt x="284" y="74"/>
                </a:lnTo>
                <a:lnTo>
                  <a:pt x="283" y="73"/>
                </a:lnTo>
                <a:lnTo>
                  <a:pt x="282" y="72"/>
                </a:lnTo>
                <a:lnTo>
                  <a:pt x="282" y="70"/>
                </a:lnTo>
                <a:lnTo>
                  <a:pt x="282" y="69"/>
                </a:lnTo>
                <a:lnTo>
                  <a:pt x="283" y="69"/>
                </a:lnTo>
                <a:lnTo>
                  <a:pt x="283" y="68"/>
                </a:lnTo>
                <a:lnTo>
                  <a:pt x="284" y="68"/>
                </a:lnTo>
                <a:lnTo>
                  <a:pt x="285" y="68"/>
                </a:lnTo>
                <a:lnTo>
                  <a:pt x="286" y="67"/>
                </a:lnTo>
                <a:lnTo>
                  <a:pt x="287" y="67"/>
                </a:lnTo>
                <a:lnTo>
                  <a:pt x="287" y="66"/>
                </a:lnTo>
                <a:lnTo>
                  <a:pt x="286" y="66"/>
                </a:lnTo>
                <a:lnTo>
                  <a:pt x="286" y="65"/>
                </a:lnTo>
                <a:lnTo>
                  <a:pt x="285" y="65"/>
                </a:lnTo>
                <a:lnTo>
                  <a:pt x="285" y="64"/>
                </a:lnTo>
                <a:lnTo>
                  <a:pt x="285" y="63"/>
                </a:lnTo>
                <a:lnTo>
                  <a:pt x="285" y="62"/>
                </a:lnTo>
                <a:lnTo>
                  <a:pt x="286" y="62"/>
                </a:lnTo>
                <a:lnTo>
                  <a:pt x="287" y="61"/>
                </a:lnTo>
                <a:lnTo>
                  <a:pt x="288" y="61"/>
                </a:lnTo>
                <a:lnTo>
                  <a:pt x="288" y="62"/>
                </a:lnTo>
                <a:lnTo>
                  <a:pt x="289" y="63"/>
                </a:lnTo>
                <a:lnTo>
                  <a:pt x="289" y="64"/>
                </a:lnTo>
                <a:lnTo>
                  <a:pt x="290" y="64"/>
                </a:lnTo>
                <a:lnTo>
                  <a:pt x="291" y="64"/>
                </a:lnTo>
                <a:lnTo>
                  <a:pt x="291" y="63"/>
                </a:lnTo>
                <a:lnTo>
                  <a:pt x="292" y="63"/>
                </a:lnTo>
                <a:lnTo>
                  <a:pt x="292" y="62"/>
                </a:lnTo>
                <a:lnTo>
                  <a:pt x="291" y="61"/>
                </a:lnTo>
                <a:lnTo>
                  <a:pt x="292" y="61"/>
                </a:lnTo>
                <a:lnTo>
                  <a:pt x="295" y="61"/>
                </a:lnTo>
                <a:lnTo>
                  <a:pt x="295" y="60"/>
                </a:lnTo>
                <a:lnTo>
                  <a:pt x="295" y="59"/>
                </a:lnTo>
                <a:lnTo>
                  <a:pt x="295" y="58"/>
                </a:lnTo>
                <a:lnTo>
                  <a:pt x="295" y="57"/>
                </a:lnTo>
                <a:lnTo>
                  <a:pt x="296" y="56"/>
                </a:lnTo>
                <a:lnTo>
                  <a:pt x="297" y="54"/>
                </a:lnTo>
                <a:lnTo>
                  <a:pt x="296" y="54"/>
                </a:lnTo>
                <a:lnTo>
                  <a:pt x="295" y="54"/>
                </a:lnTo>
                <a:lnTo>
                  <a:pt x="294" y="54"/>
                </a:lnTo>
                <a:lnTo>
                  <a:pt x="294" y="53"/>
                </a:lnTo>
                <a:lnTo>
                  <a:pt x="294" y="52"/>
                </a:lnTo>
                <a:lnTo>
                  <a:pt x="295" y="52"/>
                </a:lnTo>
                <a:lnTo>
                  <a:pt x="294" y="51"/>
                </a:lnTo>
                <a:lnTo>
                  <a:pt x="294" y="50"/>
                </a:lnTo>
                <a:lnTo>
                  <a:pt x="293" y="50"/>
                </a:lnTo>
                <a:lnTo>
                  <a:pt x="292" y="50"/>
                </a:lnTo>
                <a:lnTo>
                  <a:pt x="292" y="49"/>
                </a:lnTo>
                <a:lnTo>
                  <a:pt x="291" y="49"/>
                </a:lnTo>
                <a:lnTo>
                  <a:pt x="291" y="48"/>
                </a:lnTo>
                <a:lnTo>
                  <a:pt x="291" y="47"/>
                </a:lnTo>
                <a:lnTo>
                  <a:pt x="292" y="47"/>
                </a:lnTo>
                <a:lnTo>
                  <a:pt x="292" y="46"/>
                </a:lnTo>
                <a:lnTo>
                  <a:pt x="293" y="45"/>
                </a:lnTo>
                <a:lnTo>
                  <a:pt x="294" y="45"/>
                </a:lnTo>
                <a:lnTo>
                  <a:pt x="295" y="45"/>
                </a:lnTo>
                <a:lnTo>
                  <a:pt x="296" y="45"/>
                </a:lnTo>
                <a:lnTo>
                  <a:pt x="296" y="44"/>
                </a:lnTo>
                <a:lnTo>
                  <a:pt x="297" y="43"/>
                </a:lnTo>
                <a:lnTo>
                  <a:pt x="298" y="43"/>
                </a:lnTo>
                <a:lnTo>
                  <a:pt x="299" y="43"/>
                </a:lnTo>
                <a:lnTo>
                  <a:pt x="299" y="42"/>
                </a:lnTo>
                <a:lnTo>
                  <a:pt x="300" y="42"/>
                </a:lnTo>
                <a:lnTo>
                  <a:pt x="301" y="43"/>
                </a:lnTo>
                <a:lnTo>
                  <a:pt x="302" y="44"/>
                </a:lnTo>
                <a:lnTo>
                  <a:pt x="302" y="45"/>
                </a:lnTo>
                <a:lnTo>
                  <a:pt x="303" y="46"/>
                </a:lnTo>
                <a:lnTo>
                  <a:pt x="304" y="46"/>
                </a:lnTo>
                <a:lnTo>
                  <a:pt x="304" y="45"/>
                </a:lnTo>
                <a:lnTo>
                  <a:pt x="305" y="45"/>
                </a:lnTo>
                <a:lnTo>
                  <a:pt x="305" y="46"/>
                </a:lnTo>
                <a:lnTo>
                  <a:pt x="306" y="46"/>
                </a:lnTo>
                <a:lnTo>
                  <a:pt x="306" y="45"/>
                </a:lnTo>
                <a:lnTo>
                  <a:pt x="306" y="44"/>
                </a:lnTo>
                <a:lnTo>
                  <a:pt x="306" y="43"/>
                </a:lnTo>
                <a:lnTo>
                  <a:pt x="305" y="43"/>
                </a:lnTo>
                <a:lnTo>
                  <a:pt x="305" y="42"/>
                </a:lnTo>
                <a:lnTo>
                  <a:pt x="305" y="41"/>
                </a:lnTo>
                <a:lnTo>
                  <a:pt x="306" y="41"/>
                </a:lnTo>
                <a:lnTo>
                  <a:pt x="306" y="40"/>
                </a:lnTo>
                <a:lnTo>
                  <a:pt x="306" y="39"/>
                </a:lnTo>
                <a:lnTo>
                  <a:pt x="306" y="38"/>
                </a:lnTo>
                <a:lnTo>
                  <a:pt x="306" y="37"/>
                </a:lnTo>
                <a:lnTo>
                  <a:pt x="307" y="37"/>
                </a:lnTo>
                <a:lnTo>
                  <a:pt x="308" y="37"/>
                </a:lnTo>
                <a:lnTo>
                  <a:pt x="309" y="37"/>
                </a:lnTo>
                <a:lnTo>
                  <a:pt x="309" y="36"/>
                </a:lnTo>
                <a:lnTo>
                  <a:pt x="308" y="35"/>
                </a:lnTo>
                <a:lnTo>
                  <a:pt x="308" y="34"/>
                </a:lnTo>
                <a:lnTo>
                  <a:pt x="309" y="34"/>
                </a:lnTo>
                <a:lnTo>
                  <a:pt x="310" y="34"/>
                </a:lnTo>
                <a:lnTo>
                  <a:pt x="311" y="35"/>
                </a:lnTo>
                <a:lnTo>
                  <a:pt x="310" y="35"/>
                </a:lnTo>
                <a:lnTo>
                  <a:pt x="310" y="36"/>
                </a:lnTo>
                <a:lnTo>
                  <a:pt x="311" y="36"/>
                </a:lnTo>
                <a:lnTo>
                  <a:pt x="312" y="36"/>
                </a:lnTo>
                <a:lnTo>
                  <a:pt x="312" y="35"/>
                </a:lnTo>
                <a:lnTo>
                  <a:pt x="311" y="35"/>
                </a:lnTo>
                <a:lnTo>
                  <a:pt x="312" y="34"/>
                </a:lnTo>
                <a:lnTo>
                  <a:pt x="312" y="33"/>
                </a:lnTo>
                <a:lnTo>
                  <a:pt x="313" y="33"/>
                </a:lnTo>
                <a:lnTo>
                  <a:pt x="313" y="34"/>
                </a:lnTo>
                <a:lnTo>
                  <a:pt x="314" y="34"/>
                </a:lnTo>
                <a:lnTo>
                  <a:pt x="314" y="35"/>
                </a:lnTo>
                <a:lnTo>
                  <a:pt x="313" y="35"/>
                </a:lnTo>
                <a:lnTo>
                  <a:pt x="312" y="36"/>
                </a:lnTo>
                <a:lnTo>
                  <a:pt x="313" y="36"/>
                </a:lnTo>
                <a:lnTo>
                  <a:pt x="314" y="36"/>
                </a:lnTo>
                <a:lnTo>
                  <a:pt x="315" y="36"/>
                </a:lnTo>
                <a:lnTo>
                  <a:pt x="315" y="35"/>
                </a:lnTo>
                <a:lnTo>
                  <a:pt x="315" y="34"/>
                </a:lnTo>
                <a:lnTo>
                  <a:pt x="316" y="34"/>
                </a:lnTo>
                <a:lnTo>
                  <a:pt x="317" y="34"/>
                </a:lnTo>
                <a:lnTo>
                  <a:pt x="318" y="34"/>
                </a:lnTo>
                <a:lnTo>
                  <a:pt x="320" y="34"/>
                </a:lnTo>
                <a:lnTo>
                  <a:pt x="320" y="35"/>
                </a:lnTo>
                <a:lnTo>
                  <a:pt x="321" y="35"/>
                </a:lnTo>
                <a:lnTo>
                  <a:pt x="320" y="35"/>
                </a:lnTo>
                <a:lnTo>
                  <a:pt x="321" y="34"/>
                </a:lnTo>
                <a:lnTo>
                  <a:pt x="322" y="34"/>
                </a:lnTo>
                <a:lnTo>
                  <a:pt x="322" y="35"/>
                </a:lnTo>
                <a:lnTo>
                  <a:pt x="323" y="34"/>
                </a:lnTo>
                <a:lnTo>
                  <a:pt x="324" y="34"/>
                </a:lnTo>
                <a:lnTo>
                  <a:pt x="325" y="35"/>
                </a:lnTo>
                <a:lnTo>
                  <a:pt x="325" y="36"/>
                </a:lnTo>
                <a:lnTo>
                  <a:pt x="325" y="37"/>
                </a:lnTo>
                <a:lnTo>
                  <a:pt x="324" y="38"/>
                </a:lnTo>
                <a:lnTo>
                  <a:pt x="324" y="39"/>
                </a:lnTo>
                <a:lnTo>
                  <a:pt x="326" y="39"/>
                </a:lnTo>
                <a:lnTo>
                  <a:pt x="327" y="39"/>
                </a:lnTo>
                <a:lnTo>
                  <a:pt x="327" y="40"/>
                </a:lnTo>
                <a:lnTo>
                  <a:pt x="326" y="40"/>
                </a:lnTo>
                <a:lnTo>
                  <a:pt x="326" y="41"/>
                </a:lnTo>
                <a:lnTo>
                  <a:pt x="326" y="42"/>
                </a:lnTo>
                <a:lnTo>
                  <a:pt x="326" y="43"/>
                </a:lnTo>
                <a:lnTo>
                  <a:pt x="326" y="44"/>
                </a:lnTo>
                <a:lnTo>
                  <a:pt x="327" y="44"/>
                </a:lnTo>
                <a:lnTo>
                  <a:pt x="327" y="45"/>
                </a:lnTo>
                <a:lnTo>
                  <a:pt x="326" y="45"/>
                </a:lnTo>
                <a:lnTo>
                  <a:pt x="327" y="45"/>
                </a:lnTo>
                <a:lnTo>
                  <a:pt x="327" y="46"/>
                </a:lnTo>
                <a:lnTo>
                  <a:pt x="328" y="46"/>
                </a:lnTo>
                <a:lnTo>
                  <a:pt x="329" y="47"/>
                </a:lnTo>
                <a:lnTo>
                  <a:pt x="330" y="47"/>
                </a:lnTo>
                <a:lnTo>
                  <a:pt x="330" y="46"/>
                </a:lnTo>
                <a:lnTo>
                  <a:pt x="330" y="45"/>
                </a:lnTo>
                <a:lnTo>
                  <a:pt x="330" y="44"/>
                </a:lnTo>
                <a:lnTo>
                  <a:pt x="331" y="44"/>
                </a:lnTo>
                <a:lnTo>
                  <a:pt x="331" y="43"/>
                </a:lnTo>
                <a:lnTo>
                  <a:pt x="332" y="43"/>
                </a:lnTo>
                <a:lnTo>
                  <a:pt x="333" y="43"/>
                </a:lnTo>
                <a:lnTo>
                  <a:pt x="334" y="43"/>
                </a:lnTo>
                <a:lnTo>
                  <a:pt x="334" y="42"/>
                </a:lnTo>
                <a:lnTo>
                  <a:pt x="335" y="42"/>
                </a:lnTo>
                <a:lnTo>
                  <a:pt x="336" y="42"/>
                </a:lnTo>
                <a:lnTo>
                  <a:pt x="337" y="42"/>
                </a:lnTo>
                <a:lnTo>
                  <a:pt x="337" y="41"/>
                </a:lnTo>
                <a:lnTo>
                  <a:pt x="338" y="41"/>
                </a:lnTo>
                <a:lnTo>
                  <a:pt x="338" y="40"/>
                </a:lnTo>
                <a:lnTo>
                  <a:pt x="338" y="39"/>
                </a:lnTo>
                <a:lnTo>
                  <a:pt x="337" y="39"/>
                </a:lnTo>
                <a:lnTo>
                  <a:pt x="337" y="38"/>
                </a:lnTo>
                <a:lnTo>
                  <a:pt x="339" y="38"/>
                </a:lnTo>
                <a:lnTo>
                  <a:pt x="340" y="38"/>
                </a:lnTo>
                <a:lnTo>
                  <a:pt x="341" y="38"/>
                </a:lnTo>
                <a:lnTo>
                  <a:pt x="342" y="37"/>
                </a:lnTo>
                <a:lnTo>
                  <a:pt x="343" y="37"/>
                </a:lnTo>
                <a:lnTo>
                  <a:pt x="343" y="36"/>
                </a:lnTo>
                <a:lnTo>
                  <a:pt x="343" y="35"/>
                </a:lnTo>
                <a:lnTo>
                  <a:pt x="343" y="34"/>
                </a:lnTo>
                <a:lnTo>
                  <a:pt x="344" y="34"/>
                </a:lnTo>
                <a:lnTo>
                  <a:pt x="345" y="34"/>
                </a:lnTo>
                <a:lnTo>
                  <a:pt x="345" y="33"/>
                </a:lnTo>
                <a:lnTo>
                  <a:pt x="344" y="33"/>
                </a:lnTo>
                <a:lnTo>
                  <a:pt x="344" y="32"/>
                </a:lnTo>
                <a:lnTo>
                  <a:pt x="344" y="31"/>
                </a:lnTo>
                <a:lnTo>
                  <a:pt x="345" y="30"/>
                </a:lnTo>
                <a:lnTo>
                  <a:pt x="346" y="29"/>
                </a:lnTo>
                <a:lnTo>
                  <a:pt x="347" y="28"/>
                </a:lnTo>
                <a:lnTo>
                  <a:pt x="347" y="27"/>
                </a:lnTo>
                <a:lnTo>
                  <a:pt x="346" y="27"/>
                </a:lnTo>
                <a:lnTo>
                  <a:pt x="344" y="26"/>
                </a:lnTo>
                <a:lnTo>
                  <a:pt x="343" y="25"/>
                </a:lnTo>
                <a:lnTo>
                  <a:pt x="344" y="25"/>
                </a:lnTo>
                <a:lnTo>
                  <a:pt x="343" y="24"/>
                </a:lnTo>
                <a:lnTo>
                  <a:pt x="343" y="23"/>
                </a:lnTo>
                <a:lnTo>
                  <a:pt x="341" y="23"/>
                </a:lnTo>
                <a:lnTo>
                  <a:pt x="340" y="23"/>
                </a:lnTo>
                <a:lnTo>
                  <a:pt x="340" y="22"/>
                </a:lnTo>
                <a:lnTo>
                  <a:pt x="340" y="21"/>
                </a:lnTo>
                <a:lnTo>
                  <a:pt x="341" y="20"/>
                </a:lnTo>
                <a:lnTo>
                  <a:pt x="341" y="19"/>
                </a:lnTo>
                <a:lnTo>
                  <a:pt x="342" y="19"/>
                </a:lnTo>
                <a:lnTo>
                  <a:pt x="343" y="19"/>
                </a:lnTo>
                <a:lnTo>
                  <a:pt x="343" y="18"/>
                </a:lnTo>
                <a:lnTo>
                  <a:pt x="343" y="17"/>
                </a:lnTo>
                <a:lnTo>
                  <a:pt x="342" y="16"/>
                </a:lnTo>
                <a:lnTo>
                  <a:pt x="341" y="16"/>
                </a:lnTo>
                <a:lnTo>
                  <a:pt x="341" y="15"/>
                </a:lnTo>
                <a:lnTo>
                  <a:pt x="341" y="14"/>
                </a:lnTo>
                <a:lnTo>
                  <a:pt x="340" y="13"/>
                </a:lnTo>
                <a:lnTo>
                  <a:pt x="341" y="12"/>
                </a:lnTo>
                <a:lnTo>
                  <a:pt x="341" y="13"/>
                </a:lnTo>
                <a:lnTo>
                  <a:pt x="342" y="13"/>
                </a:lnTo>
                <a:lnTo>
                  <a:pt x="343" y="13"/>
                </a:lnTo>
                <a:lnTo>
                  <a:pt x="344" y="13"/>
                </a:lnTo>
                <a:lnTo>
                  <a:pt x="344" y="12"/>
                </a:lnTo>
                <a:lnTo>
                  <a:pt x="345" y="12"/>
                </a:lnTo>
                <a:lnTo>
                  <a:pt x="345" y="11"/>
                </a:lnTo>
                <a:lnTo>
                  <a:pt x="345" y="10"/>
                </a:lnTo>
                <a:lnTo>
                  <a:pt x="346" y="9"/>
                </a:lnTo>
                <a:lnTo>
                  <a:pt x="345" y="9"/>
                </a:lnTo>
                <a:lnTo>
                  <a:pt x="344" y="9"/>
                </a:lnTo>
                <a:lnTo>
                  <a:pt x="344" y="8"/>
                </a:lnTo>
                <a:lnTo>
                  <a:pt x="344" y="7"/>
                </a:lnTo>
                <a:lnTo>
                  <a:pt x="344" y="6"/>
                </a:lnTo>
                <a:lnTo>
                  <a:pt x="344" y="5"/>
                </a:lnTo>
                <a:lnTo>
                  <a:pt x="343" y="5"/>
                </a:lnTo>
                <a:lnTo>
                  <a:pt x="343" y="4"/>
                </a:lnTo>
                <a:lnTo>
                  <a:pt x="343" y="3"/>
                </a:lnTo>
                <a:lnTo>
                  <a:pt x="344" y="3"/>
                </a:lnTo>
                <a:lnTo>
                  <a:pt x="345" y="3"/>
                </a:lnTo>
                <a:lnTo>
                  <a:pt x="346" y="3"/>
                </a:lnTo>
                <a:lnTo>
                  <a:pt x="346" y="2"/>
                </a:lnTo>
                <a:lnTo>
                  <a:pt x="347" y="2"/>
                </a:lnTo>
                <a:lnTo>
                  <a:pt x="348" y="2"/>
                </a:lnTo>
                <a:lnTo>
                  <a:pt x="349" y="2"/>
                </a:lnTo>
                <a:lnTo>
                  <a:pt x="349" y="3"/>
                </a:lnTo>
                <a:lnTo>
                  <a:pt x="349" y="4"/>
                </a:lnTo>
                <a:lnTo>
                  <a:pt x="349" y="5"/>
                </a:lnTo>
                <a:lnTo>
                  <a:pt x="350" y="5"/>
                </a:lnTo>
                <a:lnTo>
                  <a:pt x="351" y="5"/>
                </a:lnTo>
                <a:lnTo>
                  <a:pt x="351" y="4"/>
                </a:lnTo>
                <a:lnTo>
                  <a:pt x="352" y="4"/>
                </a:lnTo>
                <a:lnTo>
                  <a:pt x="353" y="3"/>
                </a:lnTo>
                <a:lnTo>
                  <a:pt x="353" y="2"/>
                </a:lnTo>
                <a:lnTo>
                  <a:pt x="354" y="2"/>
                </a:lnTo>
                <a:lnTo>
                  <a:pt x="355" y="2"/>
                </a:lnTo>
                <a:lnTo>
                  <a:pt x="356" y="2"/>
                </a:lnTo>
                <a:lnTo>
                  <a:pt x="356" y="1"/>
                </a:lnTo>
                <a:lnTo>
                  <a:pt x="357" y="1"/>
                </a:lnTo>
                <a:lnTo>
                  <a:pt x="357" y="0"/>
                </a:lnTo>
                <a:lnTo>
                  <a:pt x="358" y="0"/>
                </a:lnTo>
                <a:lnTo>
                  <a:pt x="359" y="1"/>
                </a:lnTo>
                <a:lnTo>
                  <a:pt x="359" y="2"/>
                </a:lnTo>
                <a:close/>
              </a:path>
            </a:pathLst>
          </a:custGeom>
          <a:solidFill>
            <a:srgbClr val="BCD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7" name=""/>
          <p:cNvSpPr/>
          <p:nvPr/>
        </p:nvSpPr>
        <p:spPr>
          <a:xfrm>
            <a:off x="3894120" y="1916280"/>
            <a:ext cx="281520" cy="297720"/>
          </a:xfrm>
          <a:custGeom>
            <a:avLst/>
            <a:gdLst/>
            <a:ahLst/>
            <a:rect l="0" t="0" r="r" b="b"/>
            <a:pathLst>
              <a:path w="782" h="827">
                <a:moveTo>
                  <a:pt x="143" y="0"/>
                </a:moveTo>
                <a:lnTo>
                  <a:pt x="142" y="0"/>
                </a:lnTo>
                <a:lnTo>
                  <a:pt x="143" y="1"/>
                </a:lnTo>
                <a:lnTo>
                  <a:pt x="143" y="2"/>
                </a:lnTo>
                <a:lnTo>
                  <a:pt x="143" y="3"/>
                </a:lnTo>
                <a:lnTo>
                  <a:pt x="143" y="4"/>
                </a:lnTo>
                <a:lnTo>
                  <a:pt x="143" y="7"/>
                </a:lnTo>
                <a:lnTo>
                  <a:pt x="143" y="8"/>
                </a:lnTo>
                <a:lnTo>
                  <a:pt x="142" y="8"/>
                </a:lnTo>
                <a:lnTo>
                  <a:pt x="142" y="9"/>
                </a:lnTo>
                <a:lnTo>
                  <a:pt x="143" y="9"/>
                </a:lnTo>
                <a:lnTo>
                  <a:pt x="143" y="10"/>
                </a:lnTo>
                <a:lnTo>
                  <a:pt x="143" y="11"/>
                </a:lnTo>
                <a:lnTo>
                  <a:pt x="143" y="12"/>
                </a:lnTo>
                <a:lnTo>
                  <a:pt x="143" y="13"/>
                </a:lnTo>
                <a:lnTo>
                  <a:pt x="143" y="15"/>
                </a:lnTo>
                <a:lnTo>
                  <a:pt x="143" y="16"/>
                </a:lnTo>
                <a:lnTo>
                  <a:pt x="143" y="17"/>
                </a:lnTo>
                <a:lnTo>
                  <a:pt x="143" y="19"/>
                </a:lnTo>
                <a:lnTo>
                  <a:pt x="144" y="20"/>
                </a:lnTo>
                <a:lnTo>
                  <a:pt x="144" y="21"/>
                </a:lnTo>
                <a:lnTo>
                  <a:pt x="144" y="23"/>
                </a:lnTo>
                <a:lnTo>
                  <a:pt x="144" y="24"/>
                </a:lnTo>
                <a:lnTo>
                  <a:pt x="144" y="25"/>
                </a:lnTo>
                <a:lnTo>
                  <a:pt x="144" y="26"/>
                </a:lnTo>
                <a:lnTo>
                  <a:pt x="144" y="27"/>
                </a:lnTo>
                <a:lnTo>
                  <a:pt x="144" y="28"/>
                </a:lnTo>
                <a:lnTo>
                  <a:pt x="144" y="29"/>
                </a:lnTo>
                <a:lnTo>
                  <a:pt x="144" y="30"/>
                </a:lnTo>
                <a:lnTo>
                  <a:pt x="144" y="31"/>
                </a:lnTo>
                <a:lnTo>
                  <a:pt x="144" y="33"/>
                </a:lnTo>
                <a:lnTo>
                  <a:pt x="144" y="34"/>
                </a:lnTo>
                <a:lnTo>
                  <a:pt x="143" y="34"/>
                </a:lnTo>
                <a:lnTo>
                  <a:pt x="143" y="35"/>
                </a:lnTo>
                <a:lnTo>
                  <a:pt x="143" y="36"/>
                </a:lnTo>
                <a:lnTo>
                  <a:pt x="142" y="37"/>
                </a:lnTo>
                <a:lnTo>
                  <a:pt x="142" y="38"/>
                </a:lnTo>
                <a:lnTo>
                  <a:pt x="142" y="39"/>
                </a:lnTo>
                <a:lnTo>
                  <a:pt x="142" y="40"/>
                </a:lnTo>
                <a:lnTo>
                  <a:pt x="142" y="41"/>
                </a:lnTo>
                <a:lnTo>
                  <a:pt x="142" y="43"/>
                </a:lnTo>
                <a:lnTo>
                  <a:pt x="143" y="44"/>
                </a:lnTo>
                <a:lnTo>
                  <a:pt x="143" y="45"/>
                </a:lnTo>
                <a:lnTo>
                  <a:pt x="143" y="46"/>
                </a:lnTo>
                <a:lnTo>
                  <a:pt x="143" y="48"/>
                </a:lnTo>
                <a:lnTo>
                  <a:pt x="143" y="49"/>
                </a:lnTo>
                <a:lnTo>
                  <a:pt x="144" y="49"/>
                </a:lnTo>
                <a:lnTo>
                  <a:pt x="145" y="51"/>
                </a:lnTo>
                <a:lnTo>
                  <a:pt x="144" y="52"/>
                </a:lnTo>
                <a:lnTo>
                  <a:pt x="145" y="53"/>
                </a:lnTo>
                <a:lnTo>
                  <a:pt x="144" y="54"/>
                </a:lnTo>
                <a:lnTo>
                  <a:pt x="144" y="55"/>
                </a:lnTo>
                <a:lnTo>
                  <a:pt x="145" y="56"/>
                </a:lnTo>
                <a:lnTo>
                  <a:pt x="145" y="57"/>
                </a:lnTo>
                <a:lnTo>
                  <a:pt x="145" y="58"/>
                </a:lnTo>
                <a:lnTo>
                  <a:pt x="146" y="58"/>
                </a:lnTo>
                <a:lnTo>
                  <a:pt x="146" y="59"/>
                </a:lnTo>
                <a:lnTo>
                  <a:pt x="145" y="60"/>
                </a:lnTo>
                <a:lnTo>
                  <a:pt x="146" y="60"/>
                </a:lnTo>
                <a:lnTo>
                  <a:pt x="147" y="61"/>
                </a:lnTo>
                <a:lnTo>
                  <a:pt x="147" y="62"/>
                </a:lnTo>
                <a:lnTo>
                  <a:pt x="148" y="62"/>
                </a:lnTo>
                <a:lnTo>
                  <a:pt x="148" y="63"/>
                </a:lnTo>
                <a:lnTo>
                  <a:pt x="147" y="64"/>
                </a:lnTo>
                <a:lnTo>
                  <a:pt x="147" y="65"/>
                </a:lnTo>
                <a:lnTo>
                  <a:pt x="148" y="65"/>
                </a:lnTo>
                <a:lnTo>
                  <a:pt x="149" y="65"/>
                </a:lnTo>
                <a:lnTo>
                  <a:pt x="149" y="66"/>
                </a:lnTo>
                <a:lnTo>
                  <a:pt x="148" y="67"/>
                </a:lnTo>
                <a:lnTo>
                  <a:pt x="148" y="68"/>
                </a:lnTo>
                <a:lnTo>
                  <a:pt x="148" y="69"/>
                </a:lnTo>
                <a:lnTo>
                  <a:pt x="148" y="70"/>
                </a:lnTo>
                <a:lnTo>
                  <a:pt x="149" y="72"/>
                </a:lnTo>
                <a:lnTo>
                  <a:pt x="149" y="74"/>
                </a:lnTo>
                <a:lnTo>
                  <a:pt x="150" y="74"/>
                </a:lnTo>
                <a:lnTo>
                  <a:pt x="150" y="75"/>
                </a:lnTo>
                <a:lnTo>
                  <a:pt x="149" y="76"/>
                </a:lnTo>
                <a:lnTo>
                  <a:pt x="149" y="77"/>
                </a:lnTo>
                <a:lnTo>
                  <a:pt x="149" y="78"/>
                </a:lnTo>
                <a:lnTo>
                  <a:pt x="149" y="80"/>
                </a:lnTo>
                <a:lnTo>
                  <a:pt x="149" y="81"/>
                </a:lnTo>
                <a:lnTo>
                  <a:pt x="148" y="82"/>
                </a:lnTo>
                <a:lnTo>
                  <a:pt x="147" y="82"/>
                </a:lnTo>
                <a:lnTo>
                  <a:pt x="148" y="83"/>
                </a:lnTo>
                <a:lnTo>
                  <a:pt x="148" y="84"/>
                </a:lnTo>
                <a:lnTo>
                  <a:pt x="148" y="85"/>
                </a:lnTo>
                <a:lnTo>
                  <a:pt x="149" y="85"/>
                </a:lnTo>
                <a:lnTo>
                  <a:pt x="151" y="87"/>
                </a:lnTo>
                <a:lnTo>
                  <a:pt x="151" y="89"/>
                </a:lnTo>
                <a:lnTo>
                  <a:pt x="152" y="90"/>
                </a:lnTo>
                <a:lnTo>
                  <a:pt x="153" y="90"/>
                </a:lnTo>
                <a:lnTo>
                  <a:pt x="153" y="91"/>
                </a:lnTo>
                <a:lnTo>
                  <a:pt x="154" y="93"/>
                </a:lnTo>
                <a:lnTo>
                  <a:pt x="155" y="94"/>
                </a:lnTo>
                <a:lnTo>
                  <a:pt x="156" y="95"/>
                </a:lnTo>
                <a:lnTo>
                  <a:pt x="157" y="95"/>
                </a:lnTo>
                <a:lnTo>
                  <a:pt x="158" y="95"/>
                </a:lnTo>
                <a:lnTo>
                  <a:pt x="158" y="96"/>
                </a:lnTo>
                <a:lnTo>
                  <a:pt x="159" y="96"/>
                </a:lnTo>
                <a:lnTo>
                  <a:pt x="158" y="98"/>
                </a:lnTo>
                <a:lnTo>
                  <a:pt x="158" y="99"/>
                </a:lnTo>
                <a:lnTo>
                  <a:pt x="159" y="99"/>
                </a:lnTo>
                <a:lnTo>
                  <a:pt x="160" y="101"/>
                </a:lnTo>
                <a:lnTo>
                  <a:pt x="160" y="102"/>
                </a:lnTo>
                <a:lnTo>
                  <a:pt x="161" y="104"/>
                </a:lnTo>
                <a:lnTo>
                  <a:pt x="162" y="104"/>
                </a:lnTo>
                <a:lnTo>
                  <a:pt x="163" y="104"/>
                </a:lnTo>
                <a:lnTo>
                  <a:pt x="164" y="105"/>
                </a:lnTo>
                <a:lnTo>
                  <a:pt x="164" y="106"/>
                </a:lnTo>
                <a:lnTo>
                  <a:pt x="165" y="106"/>
                </a:lnTo>
                <a:lnTo>
                  <a:pt x="165" y="107"/>
                </a:lnTo>
                <a:lnTo>
                  <a:pt x="166" y="107"/>
                </a:lnTo>
                <a:lnTo>
                  <a:pt x="168" y="109"/>
                </a:lnTo>
                <a:lnTo>
                  <a:pt x="168" y="110"/>
                </a:lnTo>
                <a:lnTo>
                  <a:pt x="169" y="110"/>
                </a:lnTo>
                <a:lnTo>
                  <a:pt x="169" y="109"/>
                </a:lnTo>
                <a:lnTo>
                  <a:pt x="168" y="108"/>
                </a:lnTo>
                <a:lnTo>
                  <a:pt x="168" y="107"/>
                </a:lnTo>
                <a:lnTo>
                  <a:pt x="167" y="105"/>
                </a:lnTo>
                <a:lnTo>
                  <a:pt x="167" y="104"/>
                </a:lnTo>
                <a:lnTo>
                  <a:pt x="168" y="102"/>
                </a:lnTo>
                <a:lnTo>
                  <a:pt x="168" y="100"/>
                </a:lnTo>
                <a:lnTo>
                  <a:pt x="169" y="99"/>
                </a:lnTo>
                <a:lnTo>
                  <a:pt x="170" y="99"/>
                </a:lnTo>
                <a:lnTo>
                  <a:pt x="170" y="98"/>
                </a:lnTo>
                <a:lnTo>
                  <a:pt x="170" y="97"/>
                </a:lnTo>
                <a:lnTo>
                  <a:pt x="170" y="96"/>
                </a:lnTo>
                <a:lnTo>
                  <a:pt x="169" y="95"/>
                </a:lnTo>
                <a:lnTo>
                  <a:pt x="168" y="93"/>
                </a:lnTo>
                <a:lnTo>
                  <a:pt x="169" y="93"/>
                </a:lnTo>
                <a:lnTo>
                  <a:pt x="169" y="92"/>
                </a:lnTo>
                <a:lnTo>
                  <a:pt x="169" y="91"/>
                </a:lnTo>
                <a:lnTo>
                  <a:pt x="169" y="90"/>
                </a:lnTo>
                <a:lnTo>
                  <a:pt x="169" y="89"/>
                </a:lnTo>
                <a:lnTo>
                  <a:pt x="171" y="88"/>
                </a:lnTo>
                <a:lnTo>
                  <a:pt x="171" y="87"/>
                </a:lnTo>
                <a:lnTo>
                  <a:pt x="170" y="87"/>
                </a:lnTo>
                <a:lnTo>
                  <a:pt x="171" y="86"/>
                </a:lnTo>
                <a:lnTo>
                  <a:pt x="172" y="85"/>
                </a:lnTo>
                <a:lnTo>
                  <a:pt x="172" y="84"/>
                </a:lnTo>
                <a:lnTo>
                  <a:pt x="171" y="83"/>
                </a:lnTo>
                <a:lnTo>
                  <a:pt x="170" y="83"/>
                </a:lnTo>
                <a:lnTo>
                  <a:pt x="169" y="82"/>
                </a:lnTo>
                <a:lnTo>
                  <a:pt x="169" y="81"/>
                </a:lnTo>
                <a:lnTo>
                  <a:pt x="169" y="80"/>
                </a:lnTo>
                <a:lnTo>
                  <a:pt x="170" y="80"/>
                </a:lnTo>
                <a:lnTo>
                  <a:pt x="170" y="79"/>
                </a:lnTo>
                <a:lnTo>
                  <a:pt x="170" y="77"/>
                </a:lnTo>
                <a:lnTo>
                  <a:pt x="169" y="76"/>
                </a:lnTo>
                <a:lnTo>
                  <a:pt x="168" y="76"/>
                </a:lnTo>
                <a:lnTo>
                  <a:pt x="168" y="75"/>
                </a:lnTo>
                <a:lnTo>
                  <a:pt x="168" y="74"/>
                </a:lnTo>
                <a:lnTo>
                  <a:pt x="168" y="72"/>
                </a:lnTo>
                <a:lnTo>
                  <a:pt x="169" y="72"/>
                </a:lnTo>
                <a:lnTo>
                  <a:pt x="169" y="71"/>
                </a:lnTo>
                <a:lnTo>
                  <a:pt x="169" y="70"/>
                </a:lnTo>
                <a:lnTo>
                  <a:pt x="169" y="69"/>
                </a:lnTo>
                <a:lnTo>
                  <a:pt x="171" y="69"/>
                </a:lnTo>
                <a:lnTo>
                  <a:pt x="172" y="69"/>
                </a:lnTo>
                <a:lnTo>
                  <a:pt x="173" y="69"/>
                </a:lnTo>
                <a:lnTo>
                  <a:pt x="174" y="69"/>
                </a:lnTo>
                <a:lnTo>
                  <a:pt x="174" y="68"/>
                </a:lnTo>
                <a:lnTo>
                  <a:pt x="174" y="67"/>
                </a:lnTo>
                <a:lnTo>
                  <a:pt x="174" y="66"/>
                </a:lnTo>
                <a:lnTo>
                  <a:pt x="175" y="66"/>
                </a:lnTo>
                <a:lnTo>
                  <a:pt x="176" y="65"/>
                </a:lnTo>
                <a:lnTo>
                  <a:pt x="177" y="65"/>
                </a:lnTo>
                <a:lnTo>
                  <a:pt x="177" y="64"/>
                </a:lnTo>
                <a:lnTo>
                  <a:pt x="177" y="63"/>
                </a:lnTo>
                <a:lnTo>
                  <a:pt x="177" y="62"/>
                </a:lnTo>
                <a:lnTo>
                  <a:pt x="178" y="62"/>
                </a:lnTo>
                <a:lnTo>
                  <a:pt x="179" y="62"/>
                </a:lnTo>
                <a:lnTo>
                  <a:pt x="179" y="63"/>
                </a:lnTo>
                <a:lnTo>
                  <a:pt x="180" y="63"/>
                </a:lnTo>
                <a:lnTo>
                  <a:pt x="181" y="62"/>
                </a:lnTo>
                <a:lnTo>
                  <a:pt x="181" y="61"/>
                </a:lnTo>
                <a:lnTo>
                  <a:pt x="181" y="59"/>
                </a:lnTo>
                <a:lnTo>
                  <a:pt x="181" y="58"/>
                </a:lnTo>
                <a:lnTo>
                  <a:pt x="181" y="57"/>
                </a:lnTo>
                <a:lnTo>
                  <a:pt x="180" y="56"/>
                </a:lnTo>
                <a:lnTo>
                  <a:pt x="181" y="55"/>
                </a:lnTo>
                <a:lnTo>
                  <a:pt x="182" y="55"/>
                </a:lnTo>
                <a:lnTo>
                  <a:pt x="182" y="54"/>
                </a:lnTo>
                <a:lnTo>
                  <a:pt x="182" y="53"/>
                </a:lnTo>
                <a:lnTo>
                  <a:pt x="183" y="52"/>
                </a:lnTo>
                <a:lnTo>
                  <a:pt x="184" y="53"/>
                </a:lnTo>
                <a:lnTo>
                  <a:pt x="185" y="52"/>
                </a:lnTo>
                <a:lnTo>
                  <a:pt x="186" y="51"/>
                </a:lnTo>
                <a:lnTo>
                  <a:pt x="187" y="51"/>
                </a:lnTo>
                <a:lnTo>
                  <a:pt x="187" y="50"/>
                </a:lnTo>
                <a:lnTo>
                  <a:pt x="188" y="50"/>
                </a:lnTo>
                <a:lnTo>
                  <a:pt x="187" y="49"/>
                </a:lnTo>
                <a:lnTo>
                  <a:pt x="187" y="46"/>
                </a:lnTo>
                <a:lnTo>
                  <a:pt x="187" y="45"/>
                </a:lnTo>
                <a:lnTo>
                  <a:pt x="187" y="44"/>
                </a:lnTo>
                <a:lnTo>
                  <a:pt x="188" y="44"/>
                </a:lnTo>
                <a:lnTo>
                  <a:pt x="189" y="43"/>
                </a:lnTo>
                <a:lnTo>
                  <a:pt x="188" y="42"/>
                </a:lnTo>
                <a:lnTo>
                  <a:pt x="189" y="41"/>
                </a:lnTo>
                <a:lnTo>
                  <a:pt x="191" y="41"/>
                </a:lnTo>
                <a:lnTo>
                  <a:pt x="192" y="42"/>
                </a:lnTo>
                <a:lnTo>
                  <a:pt x="194" y="42"/>
                </a:lnTo>
                <a:lnTo>
                  <a:pt x="195" y="42"/>
                </a:lnTo>
                <a:lnTo>
                  <a:pt x="195" y="41"/>
                </a:lnTo>
                <a:lnTo>
                  <a:pt x="195" y="40"/>
                </a:lnTo>
                <a:lnTo>
                  <a:pt x="196" y="39"/>
                </a:lnTo>
                <a:lnTo>
                  <a:pt x="197" y="39"/>
                </a:lnTo>
                <a:lnTo>
                  <a:pt x="197" y="38"/>
                </a:lnTo>
                <a:lnTo>
                  <a:pt x="197" y="39"/>
                </a:lnTo>
                <a:lnTo>
                  <a:pt x="197" y="40"/>
                </a:lnTo>
                <a:lnTo>
                  <a:pt x="198" y="41"/>
                </a:lnTo>
                <a:lnTo>
                  <a:pt x="198" y="44"/>
                </a:lnTo>
                <a:lnTo>
                  <a:pt x="197" y="46"/>
                </a:lnTo>
                <a:lnTo>
                  <a:pt x="198" y="48"/>
                </a:lnTo>
                <a:lnTo>
                  <a:pt x="198" y="49"/>
                </a:lnTo>
                <a:lnTo>
                  <a:pt x="198" y="50"/>
                </a:lnTo>
                <a:lnTo>
                  <a:pt x="199" y="50"/>
                </a:lnTo>
                <a:lnTo>
                  <a:pt x="199" y="51"/>
                </a:lnTo>
                <a:lnTo>
                  <a:pt x="198" y="52"/>
                </a:lnTo>
                <a:lnTo>
                  <a:pt x="199" y="52"/>
                </a:lnTo>
                <a:lnTo>
                  <a:pt x="200" y="53"/>
                </a:lnTo>
                <a:lnTo>
                  <a:pt x="200" y="54"/>
                </a:lnTo>
                <a:lnTo>
                  <a:pt x="201" y="54"/>
                </a:lnTo>
                <a:lnTo>
                  <a:pt x="202" y="54"/>
                </a:lnTo>
                <a:lnTo>
                  <a:pt x="204" y="54"/>
                </a:lnTo>
                <a:lnTo>
                  <a:pt x="205" y="55"/>
                </a:lnTo>
                <a:lnTo>
                  <a:pt x="207" y="57"/>
                </a:lnTo>
                <a:lnTo>
                  <a:pt x="208" y="58"/>
                </a:lnTo>
                <a:lnTo>
                  <a:pt x="208" y="59"/>
                </a:lnTo>
                <a:lnTo>
                  <a:pt x="208" y="60"/>
                </a:lnTo>
                <a:lnTo>
                  <a:pt x="208" y="61"/>
                </a:lnTo>
                <a:lnTo>
                  <a:pt x="209" y="61"/>
                </a:lnTo>
                <a:lnTo>
                  <a:pt x="210" y="61"/>
                </a:lnTo>
                <a:lnTo>
                  <a:pt x="211" y="61"/>
                </a:lnTo>
                <a:lnTo>
                  <a:pt x="211" y="62"/>
                </a:lnTo>
                <a:lnTo>
                  <a:pt x="211" y="63"/>
                </a:lnTo>
                <a:lnTo>
                  <a:pt x="212" y="64"/>
                </a:lnTo>
                <a:lnTo>
                  <a:pt x="214" y="64"/>
                </a:lnTo>
                <a:lnTo>
                  <a:pt x="215" y="64"/>
                </a:lnTo>
                <a:lnTo>
                  <a:pt x="215" y="65"/>
                </a:lnTo>
                <a:lnTo>
                  <a:pt x="216" y="65"/>
                </a:lnTo>
                <a:lnTo>
                  <a:pt x="217" y="66"/>
                </a:lnTo>
                <a:lnTo>
                  <a:pt x="218" y="66"/>
                </a:lnTo>
                <a:lnTo>
                  <a:pt x="218" y="67"/>
                </a:lnTo>
                <a:lnTo>
                  <a:pt x="219" y="68"/>
                </a:lnTo>
                <a:lnTo>
                  <a:pt x="219" y="69"/>
                </a:lnTo>
                <a:lnTo>
                  <a:pt x="219" y="70"/>
                </a:lnTo>
                <a:lnTo>
                  <a:pt x="219" y="71"/>
                </a:lnTo>
                <a:lnTo>
                  <a:pt x="220" y="71"/>
                </a:lnTo>
                <a:lnTo>
                  <a:pt x="221" y="71"/>
                </a:lnTo>
                <a:lnTo>
                  <a:pt x="221" y="72"/>
                </a:lnTo>
                <a:lnTo>
                  <a:pt x="221" y="73"/>
                </a:lnTo>
                <a:lnTo>
                  <a:pt x="221" y="74"/>
                </a:lnTo>
                <a:lnTo>
                  <a:pt x="222" y="77"/>
                </a:lnTo>
                <a:lnTo>
                  <a:pt x="222" y="78"/>
                </a:lnTo>
                <a:lnTo>
                  <a:pt x="223" y="78"/>
                </a:lnTo>
                <a:lnTo>
                  <a:pt x="224" y="79"/>
                </a:lnTo>
                <a:lnTo>
                  <a:pt x="226" y="80"/>
                </a:lnTo>
                <a:lnTo>
                  <a:pt x="228" y="80"/>
                </a:lnTo>
                <a:lnTo>
                  <a:pt x="228" y="81"/>
                </a:lnTo>
                <a:lnTo>
                  <a:pt x="229" y="82"/>
                </a:lnTo>
                <a:lnTo>
                  <a:pt x="229" y="83"/>
                </a:lnTo>
                <a:lnTo>
                  <a:pt x="228" y="84"/>
                </a:lnTo>
                <a:lnTo>
                  <a:pt x="228" y="85"/>
                </a:lnTo>
                <a:lnTo>
                  <a:pt x="228" y="86"/>
                </a:lnTo>
                <a:lnTo>
                  <a:pt x="228" y="87"/>
                </a:lnTo>
                <a:lnTo>
                  <a:pt x="228" y="88"/>
                </a:lnTo>
                <a:lnTo>
                  <a:pt x="229" y="88"/>
                </a:lnTo>
                <a:lnTo>
                  <a:pt x="231" y="88"/>
                </a:lnTo>
                <a:lnTo>
                  <a:pt x="231" y="89"/>
                </a:lnTo>
                <a:lnTo>
                  <a:pt x="232" y="89"/>
                </a:lnTo>
                <a:lnTo>
                  <a:pt x="233" y="89"/>
                </a:lnTo>
                <a:lnTo>
                  <a:pt x="235" y="90"/>
                </a:lnTo>
                <a:lnTo>
                  <a:pt x="237" y="92"/>
                </a:lnTo>
                <a:lnTo>
                  <a:pt x="238" y="92"/>
                </a:lnTo>
                <a:lnTo>
                  <a:pt x="238" y="93"/>
                </a:lnTo>
                <a:lnTo>
                  <a:pt x="238" y="94"/>
                </a:lnTo>
                <a:lnTo>
                  <a:pt x="238" y="95"/>
                </a:lnTo>
                <a:lnTo>
                  <a:pt x="238" y="96"/>
                </a:lnTo>
                <a:lnTo>
                  <a:pt x="237" y="96"/>
                </a:lnTo>
                <a:lnTo>
                  <a:pt x="236" y="96"/>
                </a:lnTo>
                <a:lnTo>
                  <a:pt x="236" y="97"/>
                </a:lnTo>
                <a:lnTo>
                  <a:pt x="237" y="98"/>
                </a:lnTo>
                <a:lnTo>
                  <a:pt x="239" y="99"/>
                </a:lnTo>
                <a:lnTo>
                  <a:pt x="239" y="100"/>
                </a:lnTo>
                <a:lnTo>
                  <a:pt x="238" y="101"/>
                </a:lnTo>
                <a:lnTo>
                  <a:pt x="237" y="102"/>
                </a:lnTo>
                <a:lnTo>
                  <a:pt x="238" y="103"/>
                </a:lnTo>
                <a:lnTo>
                  <a:pt x="237" y="104"/>
                </a:lnTo>
                <a:lnTo>
                  <a:pt x="236" y="104"/>
                </a:lnTo>
                <a:lnTo>
                  <a:pt x="236" y="105"/>
                </a:lnTo>
                <a:lnTo>
                  <a:pt x="234" y="105"/>
                </a:lnTo>
                <a:lnTo>
                  <a:pt x="233" y="105"/>
                </a:lnTo>
                <a:lnTo>
                  <a:pt x="232" y="105"/>
                </a:lnTo>
                <a:lnTo>
                  <a:pt x="231" y="105"/>
                </a:lnTo>
                <a:lnTo>
                  <a:pt x="231" y="106"/>
                </a:lnTo>
                <a:lnTo>
                  <a:pt x="231" y="107"/>
                </a:lnTo>
                <a:lnTo>
                  <a:pt x="230" y="107"/>
                </a:lnTo>
                <a:lnTo>
                  <a:pt x="229" y="107"/>
                </a:lnTo>
                <a:lnTo>
                  <a:pt x="229" y="106"/>
                </a:lnTo>
                <a:lnTo>
                  <a:pt x="228" y="106"/>
                </a:lnTo>
                <a:lnTo>
                  <a:pt x="227" y="107"/>
                </a:lnTo>
                <a:lnTo>
                  <a:pt x="226" y="107"/>
                </a:lnTo>
                <a:lnTo>
                  <a:pt x="225" y="107"/>
                </a:lnTo>
                <a:lnTo>
                  <a:pt x="225" y="109"/>
                </a:lnTo>
                <a:lnTo>
                  <a:pt x="224" y="111"/>
                </a:lnTo>
                <a:lnTo>
                  <a:pt x="225" y="111"/>
                </a:lnTo>
                <a:lnTo>
                  <a:pt x="225" y="112"/>
                </a:lnTo>
                <a:lnTo>
                  <a:pt x="226" y="112"/>
                </a:lnTo>
                <a:lnTo>
                  <a:pt x="227" y="113"/>
                </a:lnTo>
                <a:lnTo>
                  <a:pt x="226" y="113"/>
                </a:lnTo>
                <a:lnTo>
                  <a:pt x="227" y="114"/>
                </a:lnTo>
                <a:lnTo>
                  <a:pt x="227" y="115"/>
                </a:lnTo>
                <a:lnTo>
                  <a:pt x="228" y="117"/>
                </a:lnTo>
                <a:lnTo>
                  <a:pt x="228" y="118"/>
                </a:lnTo>
                <a:lnTo>
                  <a:pt x="229" y="118"/>
                </a:lnTo>
                <a:lnTo>
                  <a:pt x="229" y="120"/>
                </a:lnTo>
                <a:lnTo>
                  <a:pt x="229" y="121"/>
                </a:lnTo>
                <a:lnTo>
                  <a:pt x="230" y="121"/>
                </a:lnTo>
                <a:lnTo>
                  <a:pt x="230" y="123"/>
                </a:lnTo>
                <a:lnTo>
                  <a:pt x="231" y="123"/>
                </a:lnTo>
                <a:lnTo>
                  <a:pt x="233" y="124"/>
                </a:lnTo>
                <a:lnTo>
                  <a:pt x="234" y="124"/>
                </a:lnTo>
                <a:lnTo>
                  <a:pt x="235" y="126"/>
                </a:lnTo>
                <a:lnTo>
                  <a:pt x="235" y="127"/>
                </a:lnTo>
                <a:lnTo>
                  <a:pt x="236" y="127"/>
                </a:lnTo>
                <a:lnTo>
                  <a:pt x="237" y="129"/>
                </a:lnTo>
                <a:lnTo>
                  <a:pt x="239" y="130"/>
                </a:lnTo>
                <a:lnTo>
                  <a:pt x="240" y="131"/>
                </a:lnTo>
                <a:lnTo>
                  <a:pt x="240" y="132"/>
                </a:lnTo>
                <a:lnTo>
                  <a:pt x="239" y="134"/>
                </a:lnTo>
                <a:lnTo>
                  <a:pt x="238" y="135"/>
                </a:lnTo>
                <a:lnTo>
                  <a:pt x="238" y="136"/>
                </a:lnTo>
                <a:lnTo>
                  <a:pt x="239" y="136"/>
                </a:lnTo>
                <a:lnTo>
                  <a:pt x="241" y="137"/>
                </a:lnTo>
                <a:lnTo>
                  <a:pt x="241" y="138"/>
                </a:lnTo>
                <a:lnTo>
                  <a:pt x="242" y="138"/>
                </a:lnTo>
                <a:lnTo>
                  <a:pt x="243" y="138"/>
                </a:lnTo>
                <a:lnTo>
                  <a:pt x="243" y="139"/>
                </a:lnTo>
                <a:lnTo>
                  <a:pt x="244" y="139"/>
                </a:lnTo>
                <a:lnTo>
                  <a:pt x="246" y="139"/>
                </a:lnTo>
                <a:lnTo>
                  <a:pt x="247" y="139"/>
                </a:lnTo>
                <a:lnTo>
                  <a:pt x="249" y="139"/>
                </a:lnTo>
                <a:lnTo>
                  <a:pt x="250" y="140"/>
                </a:lnTo>
                <a:lnTo>
                  <a:pt x="250" y="141"/>
                </a:lnTo>
                <a:lnTo>
                  <a:pt x="250" y="142"/>
                </a:lnTo>
                <a:lnTo>
                  <a:pt x="250" y="143"/>
                </a:lnTo>
                <a:lnTo>
                  <a:pt x="249" y="144"/>
                </a:lnTo>
                <a:lnTo>
                  <a:pt x="248" y="145"/>
                </a:lnTo>
                <a:lnTo>
                  <a:pt x="248" y="146"/>
                </a:lnTo>
                <a:lnTo>
                  <a:pt x="249" y="146"/>
                </a:lnTo>
                <a:lnTo>
                  <a:pt x="249" y="147"/>
                </a:lnTo>
                <a:lnTo>
                  <a:pt x="250" y="147"/>
                </a:lnTo>
                <a:lnTo>
                  <a:pt x="250" y="148"/>
                </a:lnTo>
                <a:lnTo>
                  <a:pt x="250" y="149"/>
                </a:lnTo>
                <a:lnTo>
                  <a:pt x="250" y="150"/>
                </a:lnTo>
                <a:lnTo>
                  <a:pt x="250" y="151"/>
                </a:lnTo>
                <a:lnTo>
                  <a:pt x="250" y="152"/>
                </a:lnTo>
                <a:lnTo>
                  <a:pt x="250" y="153"/>
                </a:lnTo>
                <a:lnTo>
                  <a:pt x="251" y="154"/>
                </a:lnTo>
                <a:lnTo>
                  <a:pt x="252" y="154"/>
                </a:lnTo>
                <a:lnTo>
                  <a:pt x="253" y="154"/>
                </a:lnTo>
                <a:lnTo>
                  <a:pt x="253" y="153"/>
                </a:lnTo>
                <a:lnTo>
                  <a:pt x="254" y="153"/>
                </a:lnTo>
                <a:lnTo>
                  <a:pt x="254" y="152"/>
                </a:lnTo>
                <a:lnTo>
                  <a:pt x="254" y="151"/>
                </a:lnTo>
                <a:lnTo>
                  <a:pt x="255" y="150"/>
                </a:lnTo>
                <a:lnTo>
                  <a:pt x="255" y="151"/>
                </a:lnTo>
                <a:lnTo>
                  <a:pt x="256" y="151"/>
                </a:lnTo>
                <a:lnTo>
                  <a:pt x="257" y="150"/>
                </a:lnTo>
                <a:lnTo>
                  <a:pt x="257" y="149"/>
                </a:lnTo>
                <a:lnTo>
                  <a:pt x="257" y="148"/>
                </a:lnTo>
                <a:lnTo>
                  <a:pt x="258" y="148"/>
                </a:lnTo>
                <a:lnTo>
                  <a:pt x="258" y="147"/>
                </a:lnTo>
                <a:lnTo>
                  <a:pt x="259" y="146"/>
                </a:lnTo>
                <a:lnTo>
                  <a:pt x="260" y="145"/>
                </a:lnTo>
                <a:lnTo>
                  <a:pt x="260" y="144"/>
                </a:lnTo>
                <a:lnTo>
                  <a:pt x="260" y="143"/>
                </a:lnTo>
                <a:lnTo>
                  <a:pt x="260" y="142"/>
                </a:lnTo>
                <a:lnTo>
                  <a:pt x="261" y="142"/>
                </a:lnTo>
                <a:lnTo>
                  <a:pt x="261" y="141"/>
                </a:lnTo>
                <a:lnTo>
                  <a:pt x="262" y="140"/>
                </a:lnTo>
                <a:lnTo>
                  <a:pt x="261" y="140"/>
                </a:lnTo>
                <a:lnTo>
                  <a:pt x="261" y="139"/>
                </a:lnTo>
                <a:lnTo>
                  <a:pt x="262" y="139"/>
                </a:lnTo>
                <a:lnTo>
                  <a:pt x="263" y="139"/>
                </a:lnTo>
                <a:lnTo>
                  <a:pt x="265" y="140"/>
                </a:lnTo>
                <a:lnTo>
                  <a:pt x="266" y="140"/>
                </a:lnTo>
                <a:lnTo>
                  <a:pt x="266" y="141"/>
                </a:lnTo>
                <a:lnTo>
                  <a:pt x="267" y="141"/>
                </a:lnTo>
                <a:lnTo>
                  <a:pt x="267" y="142"/>
                </a:lnTo>
                <a:lnTo>
                  <a:pt x="267" y="141"/>
                </a:lnTo>
                <a:lnTo>
                  <a:pt x="268" y="141"/>
                </a:lnTo>
                <a:lnTo>
                  <a:pt x="268" y="142"/>
                </a:lnTo>
                <a:lnTo>
                  <a:pt x="269" y="143"/>
                </a:lnTo>
                <a:lnTo>
                  <a:pt x="269" y="144"/>
                </a:lnTo>
                <a:lnTo>
                  <a:pt x="270" y="144"/>
                </a:lnTo>
                <a:lnTo>
                  <a:pt x="271" y="144"/>
                </a:lnTo>
                <a:lnTo>
                  <a:pt x="271" y="145"/>
                </a:lnTo>
                <a:lnTo>
                  <a:pt x="272" y="145"/>
                </a:lnTo>
                <a:lnTo>
                  <a:pt x="272" y="144"/>
                </a:lnTo>
                <a:lnTo>
                  <a:pt x="273" y="144"/>
                </a:lnTo>
                <a:lnTo>
                  <a:pt x="274" y="143"/>
                </a:lnTo>
                <a:lnTo>
                  <a:pt x="275" y="142"/>
                </a:lnTo>
                <a:lnTo>
                  <a:pt x="276" y="141"/>
                </a:lnTo>
                <a:lnTo>
                  <a:pt x="277" y="141"/>
                </a:lnTo>
                <a:lnTo>
                  <a:pt x="277" y="140"/>
                </a:lnTo>
                <a:lnTo>
                  <a:pt x="278" y="139"/>
                </a:lnTo>
                <a:lnTo>
                  <a:pt x="277" y="139"/>
                </a:lnTo>
                <a:lnTo>
                  <a:pt x="277" y="138"/>
                </a:lnTo>
                <a:lnTo>
                  <a:pt x="278" y="136"/>
                </a:lnTo>
                <a:lnTo>
                  <a:pt x="279" y="136"/>
                </a:lnTo>
                <a:lnTo>
                  <a:pt x="279" y="135"/>
                </a:lnTo>
                <a:lnTo>
                  <a:pt x="280" y="135"/>
                </a:lnTo>
                <a:lnTo>
                  <a:pt x="280" y="134"/>
                </a:lnTo>
                <a:lnTo>
                  <a:pt x="281" y="134"/>
                </a:lnTo>
                <a:lnTo>
                  <a:pt x="281" y="135"/>
                </a:lnTo>
                <a:lnTo>
                  <a:pt x="282" y="135"/>
                </a:lnTo>
                <a:lnTo>
                  <a:pt x="282" y="134"/>
                </a:lnTo>
                <a:lnTo>
                  <a:pt x="283" y="134"/>
                </a:lnTo>
                <a:lnTo>
                  <a:pt x="284" y="134"/>
                </a:lnTo>
                <a:lnTo>
                  <a:pt x="285" y="135"/>
                </a:lnTo>
                <a:lnTo>
                  <a:pt x="285" y="136"/>
                </a:lnTo>
                <a:lnTo>
                  <a:pt x="286" y="137"/>
                </a:lnTo>
                <a:lnTo>
                  <a:pt x="286" y="138"/>
                </a:lnTo>
                <a:lnTo>
                  <a:pt x="286" y="139"/>
                </a:lnTo>
                <a:lnTo>
                  <a:pt x="285" y="139"/>
                </a:lnTo>
                <a:lnTo>
                  <a:pt x="286" y="139"/>
                </a:lnTo>
                <a:lnTo>
                  <a:pt x="287" y="140"/>
                </a:lnTo>
                <a:lnTo>
                  <a:pt x="287" y="141"/>
                </a:lnTo>
                <a:lnTo>
                  <a:pt x="287" y="142"/>
                </a:lnTo>
                <a:lnTo>
                  <a:pt x="286" y="142"/>
                </a:lnTo>
                <a:lnTo>
                  <a:pt x="286" y="143"/>
                </a:lnTo>
                <a:lnTo>
                  <a:pt x="286" y="144"/>
                </a:lnTo>
                <a:lnTo>
                  <a:pt x="286" y="145"/>
                </a:lnTo>
                <a:lnTo>
                  <a:pt x="286" y="146"/>
                </a:lnTo>
                <a:lnTo>
                  <a:pt x="287" y="147"/>
                </a:lnTo>
                <a:lnTo>
                  <a:pt x="288" y="147"/>
                </a:lnTo>
                <a:lnTo>
                  <a:pt x="289" y="148"/>
                </a:lnTo>
                <a:lnTo>
                  <a:pt x="290" y="149"/>
                </a:lnTo>
                <a:lnTo>
                  <a:pt x="291" y="149"/>
                </a:lnTo>
                <a:lnTo>
                  <a:pt x="291" y="150"/>
                </a:lnTo>
                <a:lnTo>
                  <a:pt x="292" y="151"/>
                </a:lnTo>
                <a:lnTo>
                  <a:pt x="292" y="152"/>
                </a:lnTo>
                <a:lnTo>
                  <a:pt x="293" y="153"/>
                </a:lnTo>
                <a:lnTo>
                  <a:pt x="293" y="155"/>
                </a:lnTo>
                <a:lnTo>
                  <a:pt x="293" y="157"/>
                </a:lnTo>
                <a:lnTo>
                  <a:pt x="293" y="158"/>
                </a:lnTo>
                <a:lnTo>
                  <a:pt x="294" y="158"/>
                </a:lnTo>
                <a:lnTo>
                  <a:pt x="296" y="158"/>
                </a:lnTo>
                <a:lnTo>
                  <a:pt x="297" y="158"/>
                </a:lnTo>
                <a:lnTo>
                  <a:pt x="298" y="158"/>
                </a:lnTo>
                <a:lnTo>
                  <a:pt x="298" y="159"/>
                </a:lnTo>
                <a:lnTo>
                  <a:pt x="299" y="159"/>
                </a:lnTo>
                <a:lnTo>
                  <a:pt x="299" y="160"/>
                </a:lnTo>
                <a:lnTo>
                  <a:pt x="298" y="160"/>
                </a:lnTo>
                <a:lnTo>
                  <a:pt x="298" y="161"/>
                </a:lnTo>
                <a:lnTo>
                  <a:pt x="297" y="161"/>
                </a:lnTo>
                <a:lnTo>
                  <a:pt x="298" y="162"/>
                </a:lnTo>
                <a:lnTo>
                  <a:pt x="299" y="162"/>
                </a:lnTo>
                <a:lnTo>
                  <a:pt x="299" y="163"/>
                </a:lnTo>
                <a:lnTo>
                  <a:pt x="298" y="163"/>
                </a:lnTo>
                <a:lnTo>
                  <a:pt x="298" y="164"/>
                </a:lnTo>
                <a:lnTo>
                  <a:pt x="297" y="165"/>
                </a:lnTo>
                <a:lnTo>
                  <a:pt x="298" y="165"/>
                </a:lnTo>
                <a:lnTo>
                  <a:pt x="299" y="165"/>
                </a:lnTo>
                <a:lnTo>
                  <a:pt x="299" y="164"/>
                </a:lnTo>
                <a:lnTo>
                  <a:pt x="300" y="164"/>
                </a:lnTo>
                <a:lnTo>
                  <a:pt x="300" y="165"/>
                </a:lnTo>
                <a:lnTo>
                  <a:pt x="300" y="166"/>
                </a:lnTo>
                <a:lnTo>
                  <a:pt x="299" y="167"/>
                </a:lnTo>
                <a:lnTo>
                  <a:pt x="300" y="167"/>
                </a:lnTo>
                <a:lnTo>
                  <a:pt x="302" y="169"/>
                </a:lnTo>
                <a:lnTo>
                  <a:pt x="302" y="170"/>
                </a:lnTo>
                <a:lnTo>
                  <a:pt x="303" y="171"/>
                </a:lnTo>
                <a:lnTo>
                  <a:pt x="304" y="173"/>
                </a:lnTo>
                <a:lnTo>
                  <a:pt x="304" y="174"/>
                </a:lnTo>
                <a:lnTo>
                  <a:pt x="305" y="174"/>
                </a:lnTo>
                <a:lnTo>
                  <a:pt x="305" y="175"/>
                </a:lnTo>
                <a:lnTo>
                  <a:pt x="304" y="178"/>
                </a:lnTo>
                <a:lnTo>
                  <a:pt x="304" y="179"/>
                </a:lnTo>
                <a:lnTo>
                  <a:pt x="304" y="181"/>
                </a:lnTo>
                <a:lnTo>
                  <a:pt x="304" y="182"/>
                </a:lnTo>
                <a:lnTo>
                  <a:pt x="305" y="181"/>
                </a:lnTo>
                <a:lnTo>
                  <a:pt x="305" y="180"/>
                </a:lnTo>
                <a:lnTo>
                  <a:pt x="306" y="180"/>
                </a:lnTo>
                <a:lnTo>
                  <a:pt x="307" y="180"/>
                </a:lnTo>
                <a:lnTo>
                  <a:pt x="308" y="181"/>
                </a:lnTo>
                <a:lnTo>
                  <a:pt x="309" y="182"/>
                </a:lnTo>
                <a:lnTo>
                  <a:pt x="309" y="183"/>
                </a:lnTo>
                <a:lnTo>
                  <a:pt x="309" y="184"/>
                </a:lnTo>
                <a:lnTo>
                  <a:pt x="308" y="184"/>
                </a:lnTo>
                <a:lnTo>
                  <a:pt x="309" y="187"/>
                </a:lnTo>
                <a:lnTo>
                  <a:pt x="310" y="187"/>
                </a:lnTo>
                <a:lnTo>
                  <a:pt x="311" y="189"/>
                </a:lnTo>
                <a:lnTo>
                  <a:pt x="312" y="190"/>
                </a:lnTo>
                <a:lnTo>
                  <a:pt x="312" y="191"/>
                </a:lnTo>
                <a:lnTo>
                  <a:pt x="312" y="192"/>
                </a:lnTo>
                <a:lnTo>
                  <a:pt x="313" y="192"/>
                </a:lnTo>
                <a:lnTo>
                  <a:pt x="314" y="193"/>
                </a:lnTo>
                <a:lnTo>
                  <a:pt x="315" y="194"/>
                </a:lnTo>
                <a:lnTo>
                  <a:pt x="314" y="194"/>
                </a:lnTo>
                <a:lnTo>
                  <a:pt x="314" y="195"/>
                </a:lnTo>
                <a:lnTo>
                  <a:pt x="313" y="196"/>
                </a:lnTo>
                <a:lnTo>
                  <a:pt x="314" y="196"/>
                </a:lnTo>
                <a:lnTo>
                  <a:pt x="315" y="198"/>
                </a:lnTo>
                <a:lnTo>
                  <a:pt x="316" y="199"/>
                </a:lnTo>
                <a:lnTo>
                  <a:pt x="315" y="199"/>
                </a:lnTo>
                <a:lnTo>
                  <a:pt x="315" y="200"/>
                </a:lnTo>
                <a:lnTo>
                  <a:pt x="316" y="202"/>
                </a:lnTo>
                <a:lnTo>
                  <a:pt x="316" y="203"/>
                </a:lnTo>
                <a:lnTo>
                  <a:pt x="317" y="204"/>
                </a:lnTo>
                <a:lnTo>
                  <a:pt x="316" y="204"/>
                </a:lnTo>
                <a:lnTo>
                  <a:pt x="316" y="205"/>
                </a:lnTo>
                <a:lnTo>
                  <a:pt x="317" y="206"/>
                </a:lnTo>
                <a:lnTo>
                  <a:pt x="318" y="206"/>
                </a:lnTo>
                <a:lnTo>
                  <a:pt x="318" y="207"/>
                </a:lnTo>
                <a:lnTo>
                  <a:pt x="318" y="208"/>
                </a:lnTo>
                <a:lnTo>
                  <a:pt x="319" y="208"/>
                </a:lnTo>
                <a:lnTo>
                  <a:pt x="320" y="208"/>
                </a:lnTo>
                <a:lnTo>
                  <a:pt x="321" y="207"/>
                </a:lnTo>
                <a:lnTo>
                  <a:pt x="322" y="207"/>
                </a:lnTo>
                <a:lnTo>
                  <a:pt x="323" y="207"/>
                </a:lnTo>
                <a:lnTo>
                  <a:pt x="324" y="207"/>
                </a:lnTo>
                <a:lnTo>
                  <a:pt x="325" y="207"/>
                </a:lnTo>
                <a:lnTo>
                  <a:pt x="326" y="208"/>
                </a:lnTo>
                <a:lnTo>
                  <a:pt x="327" y="208"/>
                </a:lnTo>
                <a:lnTo>
                  <a:pt x="328" y="208"/>
                </a:lnTo>
                <a:lnTo>
                  <a:pt x="328" y="210"/>
                </a:lnTo>
                <a:lnTo>
                  <a:pt x="328" y="211"/>
                </a:lnTo>
                <a:lnTo>
                  <a:pt x="327" y="212"/>
                </a:lnTo>
                <a:lnTo>
                  <a:pt x="327" y="214"/>
                </a:lnTo>
                <a:lnTo>
                  <a:pt x="327" y="215"/>
                </a:lnTo>
                <a:lnTo>
                  <a:pt x="326" y="217"/>
                </a:lnTo>
                <a:lnTo>
                  <a:pt x="326" y="218"/>
                </a:lnTo>
                <a:lnTo>
                  <a:pt x="327" y="218"/>
                </a:lnTo>
                <a:lnTo>
                  <a:pt x="327" y="219"/>
                </a:lnTo>
                <a:lnTo>
                  <a:pt x="327" y="220"/>
                </a:lnTo>
                <a:lnTo>
                  <a:pt x="326" y="220"/>
                </a:lnTo>
                <a:lnTo>
                  <a:pt x="326" y="221"/>
                </a:lnTo>
                <a:lnTo>
                  <a:pt x="325" y="221"/>
                </a:lnTo>
                <a:lnTo>
                  <a:pt x="326" y="221"/>
                </a:lnTo>
                <a:lnTo>
                  <a:pt x="326" y="223"/>
                </a:lnTo>
                <a:lnTo>
                  <a:pt x="325" y="223"/>
                </a:lnTo>
                <a:lnTo>
                  <a:pt x="325" y="224"/>
                </a:lnTo>
                <a:lnTo>
                  <a:pt x="325" y="225"/>
                </a:lnTo>
                <a:lnTo>
                  <a:pt x="325" y="226"/>
                </a:lnTo>
                <a:lnTo>
                  <a:pt x="326" y="227"/>
                </a:lnTo>
                <a:lnTo>
                  <a:pt x="327" y="227"/>
                </a:lnTo>
                <a:lnTo>
                  <a:pt x="328" y="227"/>
                </a:lnTo>
                <a:lnTo>
                  <a:pt x="329" y="227"/>
                </a:lnTo>
                <a:lnTo>
                  <a:pt x="329" y="228"/>
                </a:lnTo>
                <a:lnTo>
                  <a:pt x="330" y="228"/>
                </a:lnTo>
                <a:lnTo>
                  <a:pt x="331" y="229"/>
                </a:lnTo>
                <a:lnTo>
                  <a:pt x="332" y="229"/>
                </a:lnTo>
                <a:lnTo>
                  <a:pt x="333" y="229"/>
                </a:lnTo>
                <a:lnTo>
                  <a:pt x="333" y="230"/>
                </a:lnTo>
                <a:lnTo>
                  <a:pt x="333" y="231"/>
                </a:lnTo>
                <a:lnTo>
                  <a:pt x="333" y="232"/>
                </a:lnTo>
                <a:lnTo>
                  <a:pt x="333" y="233"/>
                </a:lnTo>
                <a:lnTo>
                  <a:pt x="335" y="233"/>
                </a:lnTo>
                <a:lnTo>
                  <a:pt x="336" y="233"/>
                </a:lnTo>
                <a:lnTo>
                  <a:pt x="337" y="233"/>
                </a:lnTo>
                <a:lnTo>
                  <a:pt x="336" y="233"/>
                </a:lnTo>
                <a:lnTo>
                  <a:pt x="336" y="234"/>
                </a:lnTo>
                <a:lnTo>
                  <a:pt x="336" y="235"/>
                </a:lnTo>
                <a:lnTo>
                  <a:pt x="336" y="236"/>
                </a:lnTo>
                <a:lnTo>
                  <a:pt x="335" y="236"/>
                </a:lnTo>
                <a:lnTo>
                  <a:pt x="336" y="236"/>
                </a:lnTo>
                <a:lnTo>
                  <a:pt x="336" y="237"/>
                </a:lnTo>
                <a:lnTo>
                  <a:pt x="336" y="238"/>
                </a:lnTo>
                <a:lnTo>
                  <a:pt x="337" y="238"/>
                </a:lnTo>
                <a:lnTo>
                  <a:pt x="338" y="238"/>
                </a:lnTo>
                <a:lnTo>
                  <a:pt x="338" y="239"/>
                </a:lnTo>
                <a:lnTo>
                  <a:pt x="339" y="239"/>
                </a:lnTo>
                <a:lnTo>
                  <a:pt x="340" y="238"/>
                </a:lnTo>
                <a:lnTo>
                  <a:pt x="341" y="238"/>
                </a:lnTo>
                <a:lnTo>
                  <a:pt x="341" y="239"/>
                </a:lnTo>
                <a:lnTo>
                  <a:pt x="342" y="239"/>
                </a:lnTo>
                <a:lnTo>
                  <a:pt x="342" y="240"/>
                </a:lnTo>
                <a:lnTo>
                  <a:pt x="343" y="240"/>
                </a:lnTo>
                <a:lnTo>
                  <a:pt x="344" y="240"/>
                </a:lnTo>
                <a:lnTo>
                  <a:pt x="345" y="240"/>
                </a:lnTo>
                <a:lnTo>
                  <a:pt x="346" y="240"/>
                </a:lnTo>
                <a:lnTo>
                  <a:pt x="346" y="241"/>
                </a:lnTo>
                <a:lnTo>
                  <a:pt x="346" y="242"/>
                </a:lnTo>
                <a:lnTo>
                  <a:pt x="347" y="243"/>
                </a:lnTo>
                <a:lnTo>
                  <a:pt x="348" y="243"/>
                </a:lnTo>
                <a:lnTo>
                  <a:pt x="348" y="244"/>
                </a:lnTo>
                <a:lnTo>
                  <a:pt x="349" y="244"/>
                </a:lnTo>
                <a:lnTo>
                  <a:pt x="349" y="245"/>
                </a:lnTo>
                <a:lnTo>
                  <a:pt x="348" y="245"/>
                </a:lnTo>
                <a:lnTo>
                  <a:pt x="348" y="246"/>
                </a:lnTo>
                <a:lnTo>
                  <a:pt x="347" y="247"/>
                </a:lnTo>
                <a:lnTo>
                  <a:pt x="347" y="248"/>
                </a:lnTo>
                <a:lnTo>
                  <a:pt x="346" y="248"/>
                </a:lnTo>
                <a:lnTo>
                  <a:pt x="346" y="249"/>
                </a:lnTo>
                <a:lnTo>
                  <a:pt x="347" y="249"/>
                </a:lnTo>
                <a:lnTo>
                  <a:pt x="347" y="250"/>
                </a:lnTo>
                <a:lnTo>
                  <a:pt x="346" y="250"/>
                </a:lnTo>
                <a:lnTo>
                  <a:pt x="346" y="251"/>
                </a:lnTo>
                <a:lnTo>
                  <a:pt x="345" y="251"/>
                </a:lnTo>
                <a:lnTo>
                  <a:pt x="345" y="252"/>
                </a:lnTo>
                <a:lnTo>
                  <a:pt x="346" y="252"/>
                </a:lnTo>
                <a:lnTo>
                  <a:pt x="346" y="253"/>
                </a:lnTo>
                <a:lnTo>
                  <a:pt x="347" y="253"/>
                </a:lnTo>
                <a:lnTo>
                  <a:pt x="347" y="254"/>
                </a:lnTo>
                <a:lnTo>
                  <a:pt x="347" y="253"/>
                </a:lnTo>
                <a:lnTo>
                  <a:pt x="348" y="253"/>
                </a:lnTo>
                <a:lnTo>
                  <a:pt x="348" y="254"/>
                </a:lnTo>
                <a:lnTo>
                  <a:pt x="348" y="255"/>
                </a:lnTo>
                <a:lnTo>
                  <a:pt x="348" y="256"/>
                </a:lnTo>
                <a:lnTo>
                  <a:pt x="348" y="257"/>
                </a:lnTo>
                <a:lnTo>
                  <a:pt x="350" y="257"/>
                </a:lnTo>
                <a:lnTo>
                  <a:pt x="350" y="256"/>
                </a:lnTo>
                <a:lnTo>
                  <a:pt x="351" y="256"/>
                </a:lnTo>
                <a:lnTo>
                  <a:pt x="351" y="255"/>
                </a:lnTo>
                <a:lnTo>
                  <a:pt x="352" y="254"/>
                </a:lnTo>
                <a:lnTo>
                  <a:pt x="352" y="255"/>
                </a:lnTo>
                <a:lnTo>
                  <a:pt x="353" y="255"/>
                </a:lnTo>
                <a:lnTo>
                  <a:pt x="353" y="256"/>
                </a:lnTo>
                <a:lnTo>
                  <a:pt x="354" y="256"/>
                </a:lnTo>
                <a:lnTo>
                  <a:pt x="354" y="255"/>
                </a:lnTo>
                <a:lnTo>
                  <a:pt x="354" y="254"/>
                </a:lnTo>
                <a:lnTo>
                  <a:pt x="354" y="253"/>
                </a:lnTo>
                <a:lnTo>
                  <a:pt x="353" y="252"/>
                </a:lnTo>
                <a:lnTo>
                  <a:pt x="353" y="251"/>
                </a:lnTo>
                <a:lnTo>
                  <a:pt x="353" y="250"/>
                </a:lnTo>
                <a:lnTo>
                  <a:pt x="355" y="250"/>
                </a:lnTo>
                <a:lnTo>
                  <a:pt x="356" y="250"/>
                </a:lnTo>
                <a:lnTo>
                  <a:pt x="356" y="251"/>
                </a:lnTo>
                <a:lnTo>
                  <a:pt x="357" y="251"/>
                </a:lnTo>
                <a:lnTo>
                  <a:pt x="358" y="252"/>
                </a:lnTo>
                <a:lnTo>
                  <a:pt x="358" y="251"/>
                </a:lnTo>
                <a:lnTo>
                  <a:pt x="359" y="251"/>
                </a:lnTo>
                <a:lnTo>
                  <a:pt x="359" y="252"/>
                </a:lnTo>
                <a:lnTo>
                  <a:pt x="359" y="253"/>
                </a:lnTo>
                <a:lnTo>
                  <a:pt x="358" y="253"/>
                </a:lnTo>
                <a:lnTo>
                  <a:pt x="357" y="253"/>
                </a:lnTo>
                <a:lnTo>
                  <a:pt x="357" y="254"/>
                </a:lnTo>
                <a:lnTo>
                  <a:pt x="357" y="255"/>
                </a:lnTo>
                <a:lnTo>
                  <a:pt x="358" y="255"/>
                </a:lnTo>
                <a:lnTo>
                  <a:pt x="357" y="256"/>
                </a:lnTo>
                <a:lnTo>
                  <a:pt x="355" y="256"/>
                </a:lnTo>
                <a:lnTo>
                  <a:pt x="355" y="257"/>
                </a:lnTo>
                <a:lnTo>
                  <a:pt x="355" y="258"/>
                </a:lnTo>
                <a:lnTo>
                  <a:pt x="354" y="258"/>
                </a:lnTo>
                <a:lnTo>
                  <a:pt x="353" y="259"/>
                </a:lnTo>
                <a:lnTo>
                  <a:pt x="354" y="260"/>
                </a:lnTo>
                <a:lnTo>
                  <a:pt x="355" y="260"/>
                </a:lnTo>
                <a:lnTo>
                  <a:pt x="356" y="261"/>
                </a:lnTo>
                <a:lnTo>
                  <a:pt x="355" y="263"/>
                </a:lnTo>
                <a:lnTo>
                  <a:pt x="354" y="265"/>
                </a:lnTo>
                <a:lnTo>
                  <a:pt x="354" y="266"/>
                </a:lnTo>
                <a:lnTo>
                  <a:pt x="355" y="266"/>
                </a:lnTo>
                <a:lnTo>
                  <a:pt x="355" y="267"/>
                </a:lnTo>
                <a:lnTo>
                  <a:pt x="354" y="268"/>
                </a:lnTo>
                <a:lnTo>
                  <a:pt x="354" y="269"/>
                </a:lnTo>
                <a:lnTo>
                  <a:pt x="353" y="269"/>
                </a:lnTo>
                <a:lnTo>
                  <a:pt x="352" y="268"/>
                </a:lnTo>
                <a:lnTo>
                  <a:pt x="351" y="269"/>
                </a:lnTo>
                <a:lnTo>
                  <a:pt x="350" y="268"/>
                </a:lnTo>
                <a:lnTo>
                  <a:pt x="349" y="268"/>
                </a:lnTo>
                <a:lnTo>
                  <a:pt x="348" y="268"/>
                </a:lnTo>
                <a:lnTo>
                  <a:pt x="348" y="269"/>
                </a:lnTo>
                <a:lnTo>
                  <a:pt x="348" y="270"/>
                </a:lnTo>
                <a:lnTo>
                  <a:pt x="349" y="271"/>
                </a:lnTo>
                <a:lnTo>
                  <a:pt x="348" y="273"/>
                </a:lnTo>
                <a:lnTo>
                  <a:pt x="349" y="273"/>
                </a:lnTo>
                <a:lnTo>
                  <a:pt x="349" y="274"/>
                </a:lnTo>
                <a:lnTo>
                  <a:pt x="348" y="274"/>
                </a:lnTo>
                <a:lnTo>
                  <a:pt x="348" y="275"/>
                </a:lnTo>
                <a:lnTo>
                  <a:pt x="349" y="275"/>
                </a:lnTo>
                <a:lnTo>
                  <a:pt x="350" y="274"/>
                </a:lnTo>
                <a:lnTo>
                  <a:pt x="350" y="275"/>
                </a:lnTo>
                <a:lnTo>
                  <a:pt x="351" y="276"/>
                </a:lnTo>
                <a:lnTo>
                  <a:pt x="352" y="276"/>
                </a:lnTo>
                <a:lnTo>
                  <a:pt x="352" y="275"/>
                </a:lnTo>
                <a:lnTo>
                  <a:pt x="353" y="276"/>
                </a:lnTo>
                <a:lnTo>
                  <a:pt x="352" y="277"/>
                </a:lnTo>
                <a:lnTo>
                  <a:pt x="352" y="278"/>
                </a:lnTo>
                <a:lnTo>
                  <a:pt x="354" y="279"/>
                </a:lnTo>
                <a:lnTo>
                  <a:pt x="354" y="280"/>
                </a:lnTo>
                <a:lnTo>
                  <a:pt x="355" y="279"/>
                </a:lnTo>
                <a:lnTo>
                  <a:pt x="357" y="279"/>
                </a:lnTo>
                <a:lnTo>
                  <a:pt x="358" y="279"/>
                </a:lnTo>
                <a:lnTo>
                  <a:pt x="359" y="279"/>
                </a:lnTo>
                <a:lnTo>
                  <a:pt x="359" y="281"/>
                </a:lnTo>
                <a:lnTo>
                  <a:pt x="360" y="282"/>
                </a:lnTo>
                <a:lnTo>
                  <a:pt x="362" y="283"/>
                </a:lnTo>
                <a:lnTo>
                  <a:pt x="363" y="284"/>
                </a:lnTo>
                <a:lnTo>
                  <a:pt x="364" y="284"/>
                </a:lnTo>
                <a:lnTo>
                  <a:pt x="365" y="285"/>
                </a:lnTo>
                <a:lnTo>
                  <a:pt x="365" y="286"/>
                </a:lnTo>
                <a:lnTo>
                  <a:pt x="367" y="287"/>
                </a:lnTo>
                <a:lnTo>
                  <a:pt x="368" y="288"/>
                </a:lnTo>
                <a:lnTo>
                  <a:pt x="370" y="290"/>
                </a:lnTo>
                <a:lnTo>
                  <a:pt x="370" y="291"/>
                </a:lnTo>
                <a:lnTo>
                  <a:pt x="370" y="292"/>
                </a:lnTo>
                <a:lnTo>
                  <a:pt x="369" y="293"/>
                </a:lnTo>
                <a:lnTo>
                  <a:pt x="369" y="294"/>
                </a:lnTo>
                <a:lnTo>
                  <a:pt x="370" y="294"/>
                </a:lnTo>
                <a:lnTo>
                  <a:pt x="371" y="294"/>
                </a:lnTo>
                <a:lnTo>
                  <a:pt x="372" y="294"/>
                </a:lnTo>
                <a:lnTo>
                  <a:pt x="372" y="295"/>
                </a:lnTo>
                <a:lnTo>
                  <a:pt x="372" y="296"/>
                </a:lnTo>
                <a:lnTo>
                  <a:pt x="371" y="296"/>
                </a:lnTo>
                <a:lnTo>
                  <a:pt x="371" y="297"/>
                </a:lnTo>
                <a:lnTo>
                  <a:pt x="370" y="297"/>
                </a:lnTo>
                <a:lnTo>
                  <a:pt x="370" y="298"/>
                </a:lnTo>
                <a:lnTo>
                  <a:pt x="371" y="298"/>
                </a:lnTo>
                <a:lnTo>
                  <a:pt x="372" y="298"/>
                </a:lnTo>
                <a:lnTo>
                  <a:pt x="372" y="299"/>
                </a:lnTo>
                <a:lnTo>
                  <a:pt x="371" y="299"/>
                </a:lnTo>
                <a:lnTo>
                  <a:pt x="370" y="299"/>
                </a:lnTo>
                <a:lnTo>
                  <a:pt x="369" y="298"/>
                </a:lnTo>
                <a:lnTo>
                  <a:pt x="367" y="299"/>
                </a:lnTo>
                <a:lnTo>
                  <a:pt x="366" y="299"/>
                </a:lnTo>
                <a:lnTo>
                  <a:pt x="366" y="301"/>
                </a:lnTo>
                <a:lnTo>
                  <a:pt x="365" y="301"/>
                </a:lnTo>
                <a:lnTo>
                  <a:pt x="365" y="302"/>
                </a:lnTo>
                <a:lnTo>
                  <a:pt x="366" y="302"/>
                </a:lnTo>
                <a:lnTo>
                  <a:pt x="367" y="302"/>
                </a:lnTo>
                <a:lnTo>
                  <a:pt x="367" y="303"/>
                </a:lnTo>
                <a:lnTo>
                  <a:pt x="367" y="304"/>
                </a:lnTo>
                <a:lnTo>
                  <a:pt x="368" y="305"/>
                </a:lnTo>
                <a:lnTo>
                  <a:pt x="368" y="306"/>
                </a:lnTo>
                <a:lnTo>
                  <a:pt x="369" y="307"/>
                </a:lnTo>
                <a:lnTo>
                  <a:pt x="370" y="307"/>
                </a:lnTo>
                <a:lnTo>
                  <a:pt x="371" y="306"/>
                </a:lnTo>
                <a:lnTo>
                  <a:pt x="372" y="306"/>
                </a:lnTo>
                <a:lnTo>
                  <a:pt x="372" y="307"/>
                </a:lnTo>
                <a:lnTo>
                  <a:pt x="373" y="307"/>
                </a:lnTo>
                <a:lnTo>
                  <a:pt x="373" y="306"/>
                </a:lnTo>
                <a:lnTo>
                  <a:pt x="374" y="306"/>
                </a:lnTo>
                <a:lnTo>
                  <a:pt x="375" y="306"/>
                </a:lnTo>
                <a:lnTo>
                  <a:pt x="375" y="305"/>
                </a:lnTo>
                <a:lnTo>
                  <a:pt x="375" y="306"/>
                </a:lnTo>
                <a:lnTo>
                  <a:pt x="376" y="307"/>
                </a:lnTo>
                <a:lnTo>
                  <a:pt x="377" y="307"/>
                </a:lnTo>
                <a:lnTo>
                  <a:pt x="378" y="307"/>
                </a:lnTo>
                <a:lnTo>
                  <a:pt x="379" y="308"/>
                </a:lnTo>
                <a:lnTo>
                  <a:pt x="380" y="308"/>
                </a:lnTo>
                <a:lnTo>
                  <a:pt x="380" y="309"/>
                </a:lnTo>
                <a:lnTo>
                  <a:pt x="381" y="310"/>
                </a:lnTo>
                <a:lnTo>
                  <a:pt x="382" y="311"/>
                </a:lnTo>
                <a:lnTo>
                  <a:pt x="382" y="312"/>
                </a:lnTo>
                <a:lnTo>
                  <a:pt x="383" y="312"/>
                </a:lnTo>
                <a:lnTo>
                  <a:pt x="385" y="313"/>
                </a:lnTo>
                <a:lnTo>
                  <a:pt x="386" y="314"/>
                </a:lnTo>
                <a:lnTo>
                  <a:pt x="386" y="313"/>
                </a:lnTo>
                <a:lnTo>
                  <a:pt x="386" y="315"/>
                </a:lnTo>
                <a:lnTo>
                  <a:pt x="385" y="315"/>
                </a:lnTo>
                <a:lnTo>
                  <a:pt x="385" y="316"/>
                </a:lnTo>
                <a:lnTo>
                  <a:pt x="384" y="319"/>
                </a:lnTo>
                <a:lnTo>
                  <a:pt x="385" y="319"/>
                </a:lnTo>
                <a:lnTo>
                  <a:pt x="385" y="320"/>
                </a:lnTo>
                <a:lnTo>
                  <a:pt x="386" y="321"/>
                </a:lnTo>
                <a:lnTo>
                  <a:pt x="387" y="322"/>
                </a:lnTo>
                <a:lnTo>
                  <a:pt x="388" y="322"/>
                </a:lnTo>
                <a:lnTo>
                  <a:pt x="388" y="323"/>
                </a:lnTo>
                <a:lnTo>
                  <a:pt x="388" y="324"/>
                </a:lnTo>
                <a:lnTo>
                  <a:pt x="388" y="325"/>
                </a:lnTo>
                <a:lnTo>
                  <a:pt x="388" y="326"/>
                </a:lnTo>
                <a:lnTo>
                  <a:pt x="388" y="325"/>
                </a:lnTo>
                <a:lnTo>
                  <a:pt x="389" y="325"/>
                </a:lnTo>
                <a:lnTo>
                  <a:pt x="390" y="325"/>
                </a:lnTo>
                <a:lnTo>
                  <a:pt x="391" y="325"/>
                </a:lnTo>
                <a:lnTo>
                  <a:pt x="391" y="323"/>
                </a:lnTo>
                <a:lnTo>
                  <a:pt x="392" y="323"/>
                </a:lnTo>
                <a:lnTo>
                  <a:pt x="393" y="321"/>
                </a:lnTo>
                <a:lnTo>
                  <a:pt x="393" y="320"/>
                </a:lnTo>
                <a:lnTo>
                  <a:pt x="394" y="320"/>
                </a:lnTo>
                <a:lnTo>
                  <a:pt x="395" y="319"/>
                </a:lnTo>
                <a:lnTo>
                  <a:pt x="397" y="320"/>
                </a:lnTo>
                <a:lnTo>
                  <a:pt x="398" y="320"/>
                </a:lnTo>
                <a:lnTo>
                  <a:pt x="399" y="321"/>
                </a:lnTo>
                <a:lnTo>
                  <a:pt x="399" y="322"/>
                </a:lnTo>
                <a:lnTo>
                  <a:pt x="401" y="321"/>
                </a:lnTo>
                <a:lnTo>
                  <a:pt x="402" y="321"/>
                </a:lnTo>
                <a:lnTo>
                  <a:pt x="403" y="321"/>
                </a:lnTo>
                <a:lnTo>
                  <a:pt x="404" y="321"/>
                </a:lnTo>
                <a:lnTo>
                  <a:pt x="404" y="320"/>
                </a:lnTo>
                <a:lnTo>
                  <a:pt x="405" y="320"/>
                </a:lnTo>
                <a:lnTo>
                  <a:pt x="405" y="321"/>
                </a:lnTo>
                <a:lnTo>
                  <a:pt x="406" y="322"/>
                </a:lnTo>
                <a:lnTo>
                  <a:pt x="408" y="323"/>
                </a:lnTo>
                <a:lnTo>
                  <a:pt x="409" y="324"/>
                </a:lnTo>
                <a:lnTo>
                  <a:pt x="410" y="324"/>
                </a:lnTo>
                <a:lnTo>
                  <a:pt x="410" y="323"/>
                </a:lnTo>
                <a:lnTo>
                  <a:pt x="411" y="323"/>
                </a:lnTo>
                <a:lnTo>
                  <a:pt x="411" y="324"/>
                </a:lnTo>
                <a:lnTo>
                  <a:pt x="412" y="323"/>
                </a:lnTo>
                <a:lnTo>
                  <a:pt x="413" y="323"/>
                </a:lnTo>
                <a:lnTo>
                  <a:pt x="413" y="322"/>
                </a:lnTo>
                <a:lnTo>
                  <a:pt x="413" y="321"/>
                </a:lnTo>
                <a:lnTo>
                  <a:pt x="414" y="321"/>
                </a:lnTo>
                <a:lnTo>
                  <a:pt x="414" y="322"/>
                </a:lnTo>
                <a:lnTo>
                  <a:pt x="414" y="321"/>
                </a:lnTo>
                <a:lnTo>
                  <a:pt x="415" y="321"/>
                </a:lnTo>
                <a:lnTo>
                  <a:pt x="414" y="321"/>
                </a:lnTo>
                <a:lnTo>
                  <a:pt x="414" y="320"/>
                </a:lnTo>
                <a:lnTo>
                  <a:pt x="415" y="320"/>
                </a:lnTo>
                <a:lnTo>
                  <a:pt x="415" y="319"/>
                </a:lnTo>
                <a:lnTo>
                  <a:pt x="416" y="319"/>
                </a:lnTo>
                <a:lnTo>
                  <a:pt x="417" y="319"/>
                </a:lnTo>
                <a:lnTo>
                  <a:pt x="417" y="318"/>
                </a:lnTo>
                <a:lnTo>
                  <a:pt x="418" y="317"/>
                </a:lnTo>
                <a:lnTo>
                  <a:pt x="418" y="316"/>
                </a:lnTo>
                <a:lnTo>
                  <a:pt x="418" y="315"/>
                </a:lnTo>
                <a:lnTo>
                  <a:pt x="420" y="314"/>
                </a:lnTo>
                <a:lnTo>
                  <a:pt x="421" y="314"/>
                </a:lnTo>
                <a:lnTo>
                  <a:pt x="422" y="313"/>
                </a:lnTo>
                <a:lnTo>
                  <a:pt x="423" y="313"/>
                </a:lnTo>
                <a:lnTo>
                  <a:pt x="423" y="312"/>
                </a:lnTo>
                <a:lnTo>
                  <a:pt x="424" y="312"/>
                </a:lnTo>
                <a:lnTo>
                  <a:pt x="424" y="311"/>
                </a:lnTo>
                <a:lnTo>
                  <a:pt x="425" y="311"/>
                </a:lnTo>
                <a:lnTo>
                  <a:pt x="425" y="310"/>
                </a:lnTo>
                <a:lnTo>
                  <a:pt x="425" y="309"/>
                </a:lnTo>
                <a:lnTo>
                  <a:pt x="425" y="308"/>
                </a:lnTo>
                <a:lnTo>
                  <a:pt x="426" y="308"/>
                </a:lnTo>
                <a:lnTo>
                  <a:pt x="427" y="308"/>
                </a:lnTo>
                <a:lnTo>
                  <a:pt x="428" y="308"/>
                </a:lnTo>
                <a:lnTo>
                  <a:pt x="429" y="308"/>
                </a:lnTo>
                <a:lnTo>
                  <a:pt x="430" y="307"/>
                </a:lnTo>
                <a:lnTo>
                  <a:pt x="431" y="307"/>
                </a:lnTo>
                <a:lnTo>
                  <a:pt x="431" y="306"/>
                </a:lnTo>
                <a:lnTo>
                  <a:pt x="432" y="306"/>
                </a:lnTo>
                <a:lnTo>
                  <a:pt x="433" y="306"/>
                </a:lnTo>
                <a:lnTo>
                  <a:pt x="434" y="305"/>
                </a:lnTo>
                <a:lnTo>
                  <a:pt x="435" y="305"/>
                </a:lnTo>
                <a:lnTo>
                  <a:pt x="435" y="304"/>
                </a:lnTo>
                <a:lnTo>
                  <a:pt x="436" y="303"/>
                </a:lnTo>
                <a:lnTo>
                  <a:pt x="436" y="302"/>
                </a:lnTo>
                <a:lnTo>
                  <a:pt x="437" y="302"/>
                </a:lnTo>
                <a:lnTo>
                  <a:pt x="437" y="301"/>
                </a:lnTo>
                <a:lnTo>
                  <a:pt x="438" y="300"/>
                </a:lnTo>
                <a:lnTo>
                  <a:pt x="440" y="299"/>
                </a:lnTo>
                <a:lnTo>
                  <a:pt x="441" y="299"/>
                </a:lnTo>
                <a:lnTo>
                  <a:pt x="441" y="300"/>
                </a:lnTo>
                <a:lnTo>
                  <a:pt x="442" y="300"/>
                </a:lnTo>
                <a:lnTo>
                  <a:pt x="442" y="299"/>
                </a:lnTo>
                <a:lnTo>
                  <a:pt x="443" y="299"/>
                </a:lnTo>
                <a:lnTo>
                  <a:pt x="444" y="299"/>
                </a:lnTo>
                <a:lnTo>
                  <a:pt x="446" y="298"/>
                </a:lnTo>
                <a:lnTo>
                  <a:pt x="447" y="297"/>
                </a:lnTo>
                <a:lnTo>
                  <a:pt x="448" y="297"/>
                </a:lnTo>
                <a:lnTo>
                  <a:pt x="449" y="297"/>
                </a:lnTo>
                <a:lnTo>
                  <a:pt x="450" y="296"/>
                </a:lnTo>
                <a:lnTo>
                  <a:pt x="451" y="296"/>
                </a:lnTo>
                <a:lnTo>
                  <a:pt x="452" y="295"/>
                </a:lnTo>
                <a:lnTo>
                  <a:pt x="452" y="294"/>
                </a:lnTo>
                <a:lnTo>
                  <a:pt x="452" y="293"/>
                </a:lnTo>
                <a:lnTo>
                  <a:pt x="453" y="293"/>
                </a:lnTo>
                <a:lnTo>
                  <a:pt x="454" y="293"/>
                </a:lnTo>
                <a:lnTo>
                  <a:pt x="455" y="294"/>
                </a:lnTo>
                <a:lnTo>
                  <a:pt x="456" y="294"/>
                </a:lnTo>
                <a:lnTo>
                  <a:pt x="456" y="295"/>
                </a:lnTo>
                <a:lnTo>
                  <a:pt x="457" y="295"/>
                </a:lnTo>
                <a:lnTo>
                  <a:pt x="458" y="295"/>
                </a:lnTo>
                <a:lnTo>
                  <a:pt x="459" y="295"/>
                </a:lnTo>
                <a:lnTo>
                  <a:pt x="460" y="296"/>
                </a:lnTo>
                <a:lnTo>
                  <a:pt x="460" y="298"/>
                </a:lnTo>
                <a:lnTo>
                  <a:pt x="460" y="299"/>
                </a:lnTo>
                <a:lnTo>
                  <a:pt x="459" y="300"/>
                </a:lnTo>
                <a:lnTo>
                  <a:pt x="458" y="301"/>
                </a:lnTo>
                <a:lnTo>
                  <a:pt x="458" y="302"/>
                </a:lnTo>
                <a:lnTo>
                  <a:pt x="457" y="303"/>
                </a:lnTo>
                <a:lnTo>
                  <a:pt x="457" y="304"/>
                </a:lnTo>
                <a:lnTo>
                  <a:pt x="457" y="305"/>
                </a:lnTo>
                <a:lnTo>
                  <a:pt x="458" y="305"/>
                </a:lnTo>
                <a:lnTo>
                  <a:pt x="459" y="305"/>
                </a:lnTo>
                <a:lnTo>
                  <a:pt x="459" y="306"/>
                </a:lnTo>
                <a:lnTo>
                  <a:pt x="460" y="306"/>
                </a:lnTo>
                <a:lnTo>
                  <a:pt x="461" y="307"/>
                </a:lnTo>
                <a:lnTo>
                  <a:pt x="462" y="307"/>
                </a:lnTo>
                <a:lnTo>
                  <a:pt x="462" y="308"/>
                </a:lnTo>
                <a:lnTo>
                  <a:pt x="462" y="309"/>
                </a:lnTo>
                <a:lnTo>
                  <a:pt x="463" y="309"/>
                </a:lnTo>
                <a:lnTo>
                  <a:pt x="464" y="309"/>
                </a:lnTo>
                <a:lnTo>
                  <a:pt x="465" y="309"/>
                </a:lnTo>
                <a:lnTo>
                  <a:pt x="466" y="308"/>
                </a:lnTo>
                <a:lnTo>
                  <a:pt x="466" y="309"/>
                </a:lnTo>
                <a:lnTo>
                  <a:pt x="467" y="309"/>
                </a:lnTo>
                <a:lnTo>
                  <a:pt x="467" y="308"/>
                </a:lnTo>
                <a:lnTo>
                  <a:pt x="468" y="308"/>
                </a:lnTo>
                <a:lnTo>
                  <a:pt x="468" y="307"/>
                </a:lnTo>
                <a:lnTo>
                  <a:pt x="468" y="305"/>
                </a:lnTo>
                <a:lnTo>
                  <a:pt x="468" y="304"/>
                </a:lnTo>
                <a:lnTo>
                  <a:pt x="469" y="304"/>
                </a:lnTo>
                <a:lnTo>
                  <a:pt x="469" y="303"/>
                </a:lnTo>
                <a:lnTo>
                  <a:pt x="470" y="302"/>
                </a:lnTo>
                <a:lnTo>
                  <a:pt x="471" y="302"/>
                </a:lnTo>
                <a:lnTo>
                  <a:pt x="472" y="302"/>
                </a:lnTo>
                <a:lnTo>
                  <a:pt x="472" y="301"/>
                </a:lnTo>
                <a:lnTo>
                  <a:pt x="472" y="300"/>
                </a:lnTo>
                <a:lnTo>
                  <a:pt x="473" y="300"/>
                </a:lnTo>
                <a:lnTo>
                  <a:pt x="474" y="300"/>
                </a:lnTo>
                <a:lnTo>
                  <a:pt x="474" y="299"/>
                </a:lnTo>
                <a:lnTo>
                  <a:pt x="475" y="299"/>
                </a:lnTo>
                <a:lnTo>
                  <a:pt x="476" y="299"/>
                </a:lnTo>
                <a:lnTo>
                  <a:pt x="477" y="299"/>
                </a:lnTo>
                <a:lnTo>
                  <a:pt x="478" y="299"/>
                </a:lnTo>
                <a:lnTo>
                  <a:pt x="478" y="298"/>
                </a:lnTo>
                <a:lnTo>
                  <a:pt x="479" y="298"/>
                </a:lnTo>
                <a:lnTo>
                  <a:pt x="479" y="297"/>
                </a:lnTo>
                <a:lnTo>
                  <a:pt x="480" y="297"/>
                </a:lnTo>
                <a:lnTo>
                  <a:pt x="480" y="296"/>
                </a:lnTo>
                <a:lnTo>
                  <a:pt x="481" y="295"/>
                </a:lnTo>
                <a:lnTo>
                  <a:pt x="481" y="294"/>
                </a:lnTo>
                <a:lnTo>
                  <a:pt x="482" y="294"/>
                </a:lnTo>
                <a:lnTo>
                  <a:pt x="482" y="293"/>
                </a:lnTo>
                <a:lnTo>
                  <a:pt x="483" y="293"/>
                </a:lnTo>
                <a:lnTo>
                  <a:pt x="483" y="294"/>
                </a:lnTo>
                <a:lnTo>
                  <a:pt x="483" y="295"/>
                </a:lnTo>
                <a:lnTo>
                  <a:pt x="483" y="296"/>
                </a:lnTo>
                <a:lnTo>
                  <a:pt x="484" y="295"/>
                </a:lnTo>
                <a:lnTo>
                  <a:pt x="485" y="295"/>
                </a:lnTo>
                <a:lnTo>
                  <a:pt x="486" y="295"/>
                </a:lnTo>
                <a:lnTo>
                  <a:pt x="486" y="296"/>
                </a:lnTo>
                <a:lnTo>
                  <a:pt x="487" y="296"/>
                </a:lnTo>
                <a:lnTo>
                  <a:pt x="487" y="295"/>
                </a:lnTo>
                <a:lnTo>
                  <a:pt x="488" y="295"/>
                </a:lnTo>
                <a:lnTo>
                  <a:pt x="491" y="295"/>
                </a:lnTo>
                <a:lnTo>
                  <a:pt x="492" y="294"/>
                </a:lnTo>
                <a:lnTo>
                  <a:pt x="492" y="293"/>
                </a:lnTo>
                <a:lnTo>
                  <a:pt x="493" y="292"/>
                </a:lnTo>
                <a:lnTo>
                  <a:pt x="492" y="291"/>
                </a:lnTo>
                <a:lnTo>
                  <a:pt x="492" y="290"/>
                </a:lnTo>
                <a:lnTo>
                  <a:pt x="492" y="289"/>
                </a:lnTo>
                <a:lnTo>
                  <a:pt x="492" y="288"/>
                </a:lnTo>
                <a:lnTo>
                  <a:pt x="492" y="286"/>
                </a:lnTo>
                <a:lnTo>
                  <a:pt x="492" y="285"/>
                </a:lnTo>
                <a:lnTo>
                  <a:pt x="493" y="284"/>
                </a:lnTo>
                <a:lnTo>
                  <a:pt x="493" y="283"/>
                </a:lnTo>
                <a:lnTo>
                  <a:pt x="492" y="283"/>
                </a:lnTo>
                <a:lnTo>
                  <a:pt x="492" y="282"/>
                </a:lnTo>
                <a:lnTo>
                  <a:pt x="492" y="281"/>
                </a:lnTo>
                <a:lnTo>
                  <a:pt x="493" y="281"/>
                </a:lnTo>
                <a:lnTo>
                  <a:pt x="494" y="281"/>
                </a:lnTo>
                <a:lnTo>
                  <a:pt x="495" y="281"/>
                </a:lnTo>
                <a:lnTo>
                  <a:pt x="496" y="280"/>
                </a:lnTo>
                <a:lnTo>
                  <a:pt x="497" y="279"/>
                </a:lnTo>
                <a:lnTo>
                  <a:pt x="497" y="278"/>
                </a:lnTo>
                <a:lnTo>
                  <a:pt x="497" y="277"/>
                </a:lnTo>
                <a:lnTo>
                  <a:pt x="498" y="277"/>
                </a:lnTo>
                <a:lnTo>
                  <a:pt x="498" y="276"/>
                </a:lnTo>
                <a:lnTo>
                  <a:pt x="498" y="275"/>
                </a:lnTo>
                <a:lnTo>
                  <a:pt x="498" y="274"/>
                </a:lnTo>
                <a:lnTo>
                  <a:pt x="498" y="273"/>
                </a:lnTo>
                <a:lnTo>
                  <a:pt x="497" y="273"/>
                </a:lnTo>
                <a:lnTo>
                  <a:pt x="496" y="273"/>
                </a:lnTo>
                <a:lnTo>
                  <a:pt x="496" y="272"/>
                </a:lnTo>
                <a:lnTo>
                  <a:pt x="495" y="271"/>
                </a:lnTo>
                <a:lnTo>
                  <a:pt x="495" y="270"/>
                </a:lnTo>
                <a:lnTo>
                  <a:pt x="494" y="270"/>
                </a:lnTo>
                <a:lnTo>
                  <a:pt x="494" y="269"/>
                </a:lnTo>
                <a:lnTo>
                  <a:pt x="495" y="269"/>
                </a:lnTo>
                <a:lnTo>
                  <a:pt x="496" y="269"/>
                </a:lnTo>
                <a:lnTo>
                  <a:pt x="496" y="268"/>
                </a:lnTo>
                <a:lnTo>
                  <a:pt x="495" y="268"/>
                </a:lnTo>
                <a:lnTo>
                  <a:pt x="495" y="267"/>
                </a:lnTo>
                <a:lnTo>
                  <a:pt x="495" y="266"/>
                </a:lnTo>
                <a:lnTo>
                  <a:pt x="495" y="265"/>
                </a:lnTo>
                <a:lnTo>
                  <a:pt x="495" y="264"/>
                </a:lnTo>
                <a:lnTo>
                  <a:pt x="495" y="263"/>
                </a:lnTo>
                <a:lnTo>
                  <a:pt x="495" y="262"/>
                </a:lnTo>
                <a:lnTo>
                  <a:pt x="494" y="262"/>
                </a:lnTo>
                <a:lnTo>
                  <a:pt x="494" y="261"/>
                </a:lnTo>
                <a:lnTo>
                  <a:pt x="493" y="261"/>
                </a:lnTo>
                <a:lnTo>
                  <a:pt x="493" y="259"/>
                </a:lnTo>
                <a:lnTo>
                  <a:pt x="494" y="259"/>
                </a:lnTo>
                <a:lnTo>
                  <a:pt x="494" y="258"/>
                </a:lnTo>
                <a:lnTo>
                  <a:pt x="494" y="257"/>
                </a:lnTo>
                <a:lnTo>
                  <a:pt x="493" y="257"/>
                </a:lnTo>
                <a:lnTo>
                  <a:pt x="493" y="256"/>
                </a:lnTo>
                <a:lnTo>
                  <a:pt x="492" y="256"/>
                </a:lnTo>
                <a:lnTo>
                  <a:pt x="493" y="256"/>
                </a:lnTo>
                <a:lnTo>
                  <a:pt x="493" y="255"/>
                </a:lnTo>
                <a:lnTo>
                  <a:pt x="492" y="255"/>
                </a:lnTo>
                <a:lnTo>
                  <a:pt x="492" y="254"/>
                </a:lnTo>
                <a:lnTo>
                  <a:pt x="492" y="253"/>
                </a:lnTo>
                <a:lnTo>
                  <a:pt x="492" y="252"/>
                </a:lnTo>
                <a:lnTo>
                  <a:pt x="491" y="252"/>
                </a:lnTo>
                <a:lnTo>
                  <a:pt x="492" y="252"/>
                </a:lnTo>
                <a:lnTo>
                  <a:pt x="492" y="251"/>
                </a:lnTo>
                <a:lnTo>
                  <a:pt x="491" y="250"/>
                </a:lnTo>
                <a:lnTo>
                  <a:pt x="491" y="249"/>
                </a:lnTo>
                <a:lnTo>
                  <a:pt x="491" y="248"/>
                </a:lnTo>
                <a:lnTo>
                  <a:pt x="491" y="247"/>
                </a:lnTo>
                <a:lnTo>
                  <a:pt x="490" y="247"/>
                </a:lnTo>
                <a:lnTo>
                  <a:pt x="490" y="246"/>
                </a:lnTo>
                <a:lnTo>
                  <a:pt x="490" y="245"/>
                </a:lnTo>
                <a:lnTo>
                  <a:pt x="489" y="244"/>
                </a:lnTo>
                <a:lnTo>
                  <a:pt x="488" y="244"/>
                </a:lnTo>
                <a:lnTo>
                  <a:pt x="488" y="243"/>
                </a:lnTo>
                <a:lnTo>
                  <a:pt x="487" y="242"/>
                </a:lnTo>
                <a:lnTo>
                  <a:pt x="487" y="241"/>
                </a:lnTo>
                <a:lnTo>
                  <a:pt x="486" y="241"/>
                </a:lnTo>
                <a:lnTo>
                  <a:pt x="486" y="240"/>
                </a:lnTo>
                <a:lnTo>
                  <a:pt x="485" y="239"/>
                </a:lnTo>
                <a:lnTo>
                  <a:pt x="484" y="238"/>
                </a:lnTo>
                <a:lnTo>
                  <a:pt x="484" y="237"/>
                </a:lnTo>
                <a:lnTo>
                  <a:pt x="484" y="236"/>
                </a:lnTo>
                <a:lnTo>
                  <a:pt x="483" y="235"/>
                </a:lnTo>
                <a:lnTo>
                  <a:pt x="483" y="234"/>
                </a:lnTo>
                <a:lnTo>
                  <a:pt x="483" y="232"/>
                </a:lnTo>
                <a:lnTo>
                  <a:pt x="483" y="231"/>
                </a:lnTo>
                <a:lnTo>
                  <a:pt x="483" y="230"/>
                </a:lnTo>
                <a:lnTo>
                  <a:pt x="483" y="229"/>
                </a:lnTo>
                <a:lnTo>
                  <a:pt x="483" y="228"/>
                </a:lnTo>
                <a:lnTo>
                  <a:pt x="483" y="227"/>
                </a:lnTo>
                <a:lnTo>
                  <a:pt x="481" y="225"/>
                </a:lnTo>
                <a:lnTo>
                  <a:pt x="482" y="224"/>
                </a:lnTo>
                <a:lnTo>
                  <a:pt x="482" y="223"/>
                </a:lnTo>
                <a:lnTo>
                  <a:pt x="482" y="222"/>
                </a:lnTo>
                <a:lnTo>
                  <a:pt x="483" y="221"/>
                </a:lnTo>
                <a:lnTo>
                  <a:pt x="484" y="220"/>
                </a:lnTo>
                <a:lnTo>
                  <a:pt x="484" y="219"/>
                </a:lnTo>
                <a:lnTo>
                  <a:pt x="484" y="218"/>
                </a:lnTo>
                <a:lnTo>
                  <a:pt x="484" y="217"/>
                </a:lnTo>
                <a:lnTo>
                  <a:pt x="485" y="216"/>
                </a:lnTo>
                <a:lnTo>
                  <a:pt x="485" y="215"/>
                </a:lnTo>
                <a:lnTo>
                  <a:pt x="485" y="214"/>
                </a:lnTo>
                <a:lnTo>
                  <a:pt x="485" y="212"/>
                </a:lnTo>
                <a:lnTo>
                  <a:pt x="484" y="211"/>
                </a:lnTo>
                <a:lnTo>
                  <a:pt x="484" y="210"/>
                </a:lnTo>
                <a:lnTo>
                  <a:pt x="485" y="210"/>
                </a:lnTo>
                <a:lnTo>
                  <a:pt x="484" y="209"/>
                </a:lnTo>
                <a:lnTo>
                  <a:pt x="484" y="208"/>
                </a:lnTo>
                <a:lnTo>
                  <a:pt x="484" y="207"/>
                </a:lnTo>
                <a:lnTo>
                  <a:pt x="484" y="205"/>
                </a:lnTo>
                <a:lnTo>
                  <a:pt x="484" y="204"/>
                </a:lnTo>
                <a:lnTo>
                  <a:pt x="484" y="203"/>
                </a:lnTo>
                <a:lnTo>
                  <a:pt x="483" y="203"/>
                </a:lnTo>
                <a:lnTo>
                  <a:pt x="482" y="202"/>
                </a:lnTo>
                <a:lnTo>
                  <a:pt x="482" y="201"/>
                </a:lnTo>
                <a:lnTo>
                  <a:pt x="482" y="200"/>
                </a:lnTo>
                <a:lnTo>
                  <a:pt x="482" y="199"/>
                </a:lnTo>
                <a:lnTo>
                  <a:pt x="482" y="198"/>
                </a:lnTo>
                <a:lnTo>
                  <a:pt x="482" y="197"/>
                </a:lnTo>
                <a:lnTo>
                  <a:pt x="483" y="197"/>
                </a:lnTo>
                <a:lnTo>
                  <a:pt x="483" y="196"/>
                </a:lnTo>
                <a:lnTo>
                  <a:pt x="484" y="196"/>
                </a:lnTo>
                <a:lnTo>
                  <a:pt x="484" y="195"/>
                </a:lnTo>
                <a:lnTo>
                  <a:pt x="484" y="194"/>
                </a:lnTo>
                <a:lnTo>
                  <a:pt x="484" y="193"/>
                </a:lnTo>
                <a:lnTo>
                  <a:pt x="485" y="192"/>
                </a:lnTo>
                <a:lnTo>
                  <a:pt x="485" y="191"/>
                </a:lnTo>
                <a:lnTo>
                  <a:pt x="486" y="190"/>
                </a:lnTo>
                <a:lnTo>
                  <a:pt x="487" y="189"/>
                </a:lnTo>
                <a:lnTo>
                  <a:pt x="487" y="188"/>
                </a:lnTo>
                <a:lnTo>
                  <a:pt x="487" y="187"/>
                </a:lnTo>
                <a:lnTo>
                  <a:pt x="488" y="187"/>
                </a:lnTo>
                <a:lnTo>
                  <a:pt x="488" y="186"/>
                </a:lnTo>
                <a:lnTo>
                  <a:pt x="489" y="186"/>
                </a:lnTo>
                <a:lnTo>
                  <a:pt x="489" y="187"/>
                </a:lnTo>
                <a:lnTo>
                  <a:pt x="489" y="188"/>
                </a:lnTo>
                <a:lnTo>
                  <a:pt x="490" y="188"/>
                </a:lnTo>
                <a:lnTo>
                  <a:pt x="490" y="189"/>
                </a:lnTo>
                <a:lnTo>
                  <a:pt x="490" y="190"/>
                </a:lnTo>
                <a:lnTo>
                  <a:pt x="491" y="190"/>
                </a:lnTo>
                <a:lnTo>
                  <a:pt x="492" y="190"/>
                </a:lnTo>
                <a:lnTo>
                  <a:pt x="493" y="190"/>
                </a:lnTo>
                <a:lnTo>
                  <a:pt x="494" y="189"/>
                </a:lnTo>
                <a:lnTo>
                  <a:pt x="495" y="189"/>
                </a:lnTo>
                <a:lnTo>
                  <a:pt x="496" y="188"/>
                </a:lnTo>
                <a:lnTo>
                  <a:pt x="498" y="186"/>
                </a:lnTo>
                <a:lnTo>
                  <a:pt x="499" y="186"/>
                </a:lnTo>
                <a:lnTo>
                  <a:pt x="500" y="187"/>
                </a:lnTo>
                <a:lnTo>
                  <a:pt x="501" y="187"/>
                </a:lnTo>
                <a:lnTo>
                  <a:pt x="502" y="187"/>
                </a:lnTo>
                <a:lnTo>
                  <a:pt x="503" y="187"/>
                </a:lnTo>
                <a:lnTo>
                  <a:pt x="503" y="186"/>
                </a:lnTo>
                <a:lnTo>
                  <a:pt x="504" y="186"/>
                </a:lnTo>
                <a:lnTo>
                  <a:pt x="505" y="185"/>
                </a:lnTo>
                <a:lnTo>
                  <a:pt x="506" y="185"/>
                </a:lnTo>
                <a:lnTo>
                  <a:pt x="506" y="184"/>
                </a:lnTo>
                <a:lnTo>
                  <a:pt x="506" y="183"/>
                </a:lnTo>
                <a:lnTo>
                  <a:pt x="506" y="182"/>
                </a:lnTo>
                <a:lnTo>
                  <a:pt x="506" y="181"/>
                </a:lnTo>
                <a:lnTo>
                  <a:pt x="507" y="179"/>
                </a:lnTo>
                <a:lnTo>
                  <a:pt x="509" y="178"/>
                </a:lnTo>
                <a:lnTo>
                  <a:pt x="510" y="177"/>
                </a:lnTo>
                <a:lnTo>
                  <a:pt x="510" y="176"/>
                </a:lnTo>
                <a:lnTo>
                  <a:pt x="510" y="175"/>
                </a:lnTo>
                <a:lnTo>
                  <a:pt x="511" y="174"/>
                </a:lnTo>
                <a:lnTo>
                  <a:pt x="512" y="174"/>
                </a:lnTo>
                <a:lnTo>
                  <a:pt x="513" y="173"/>
                </a:lnTo>
                <a:lnTo>
                  <a:pt x="513" y="172"/>
                </a:lnTo>
                <a:lnTo>
                  <a:pt x="513" y="171"/>
                </a:lnTo>
                <a:lnTo>
                  <a:pt x="514" y="170"/>
                </a:lnTo>
                <a:lnTo>
                  <a:pt x="515" y="170"/>
                </a:lnTo>
                <a:lnTo>
                  <a:pt x="516" y="170"/>
                </a:lnTo>
                <a:lnTo>
                  <a:pt x="517" y="170"/>
                </a:lnTo>
                <a:lnTo>
                  <a:pt x="518" y="170"/>
                </a:lnTo>
                <a:lnTo>
                  <a:pt x="519" y="170"/>
                </a:lnTo>
                <a:lnTo>
                  <a:pt x="520" y="170"/>
                </a:lnTo>
                <a:lnTo>
                  <a:pt x="520" y="169"/>
                </a:lnTo>
                <a:lnTo>
                  <a:pt x="520" y="168"/>
                </a:lnTo>
                <a:lnTo>
                  <a:pt x="520" y="167"/>
                </a:lnTo>
                <a:lnTo>
                  <a:pt x="521" y="167"/>
                </a:lnTo>
                <a:lnTo>
                  <a:pt x="520" y="166"/>
                </a:lnTo>
                <a:lnTo>
                  <a:pt x="519" y="165"/>
                </a:lnTo>
                <a:lnTo>
                  <a:pt x="519" y="164"/>
                </a:lnTo>
                <a:lnTo>
                  <a:pt x="519" y="163"/>
                </a:lnTo>
                <a:lnTo>
                  <a:pt x="520" y="163"/>
                </a:lnTo>
                <a:lnTo>
                  <a:pt x="521" y="162"/>
                </a:lnTo>
                <a:lnTo>
                  <a:pt x="522" y="161"/>
                </a:lnTo>
                <a:lnTo>
                  <a:pt x="523" y="160"/>
                </a:lnTo>
                <a:lnTo>
                  <a:pt x="524" y="159"/>
                </a:lnTo>
                <a:lnTo>
                  <a:pt x="525" y="159"/>
                </a:lnTo>
                <a:lnTo>
                  <a:pt x="525" y="158"/>
                </a:lnTo>
                <a:lnTo>
                  <a:pt x="526" y="158"/>
                </a:lnTo>
                <a:lnTo>
                  <a:pt x="526" y="157"/>
                </a:lnTo>
                <a:lnTo>
                  <a:pt x="527" y="156"/>
                </a:lnTo>
                <a:lnTo>
                  <a:pt x="527" y="155"/>
                </a:lnTo>
                <a:lnTo>
                  <a:pt x="528" y="155"/>
                </a:lnTo>
                <a:lnTo>
                  <a:pt x="529" y="155"/>
                </a:lnTo>
                <a:lnTo>
                  <a:pt x="530" y="155"/>
                </a:lnTo>
                <a:lnTo>
                  <a:pt x="530" y="154"/>
                </a:lnTo>
                <a:lnTo>
                  <a:pt x="531" y="152"/>
                </a:lnTo>
                <a:lnTo>
                  <a:pt x="532" y="152"/>
                </a:lnTo>
                <a:lnTo>
                  <a:pt x="533" y="151"/>
                </a:lnTo>
                <a:lnTo>
                  <a:pt x="534" y="151"/>
                </a:lnTo>
                <a:lnTo>
                  <a:pt x="535" y="150"/>
                </a:lnTo>
                <a:lnTo>
                  <a:pt x="535" y="149"/>
                </a:lnTo>
                <a:lnTo>
                  <a:pt x="535" y="148"/>
                </a:lnTo>
                <a:lnTo>
                  <a:pt x="536" y="148"/>
                </a:lnTo>
                <a:lnTo>
                  <a:pt x="536" y="147"/>
                </a:lnTo>
                <a:lnTo>
                  <a:pt x="537" y="147"/>
                </a:lnTo>
                <a:lnTo>
                  <a:pt x="538" y="147"/>
                </a:lnTo>
                <a:lnTo>
                  <a:pt x="538" y="146"/>
                </a:lnTo>
                <a:lnTo>
                  <a:pt x="539" y="145"/>
                </a:lnTo>
                <a:lnTo>
                  <a:pt x="539" y="144"/>
                </a:lnTo>
                <a:lnTo>
                  <a:pt x="539" y="143"/>
                </a:lnTo>
                <a:lnTo>
                  <a:pt x="540" y="142"/>
                </a:lnTo>
                <a:lnTo>
                  <a:pt x="539" y="141"/>
                </a:lnTo>
                <a:lnTo>
                  <a:pt x="539" y="140"/>
                </a:lnTo>
                <a:lnTo>
                  <a:pt x="539" y="139"/>
                </a:lnTo>
                <a:lnTo>
                  <a:pt x="539" y="138"/>
                </a:lnTo>
                <a:lnTo>
                  <a:pt x="539" y="137"/>
                </a:lnTo>
                <a:lnTo>
                  <a:pt x="539" y="136"/>
                </a:lnTo>
                <a:lnTo>
                  <a:pt x="539" y="135"/>
                </a:lnTo>
                <a:lnTo>
                  <a:pt x="540" y="134"/>
                </a:lnTo>
                <a:lnTo>
                  <a:pt x="540" y="133"/>
                </a:lnTo>
                <a:lnTo>
                  <a:pt x="541" y="133"/>
                </a:lnTo>
                <a:lnTo>
                  <a:pt x="541" y="132"/>
                </a:lnTo>
                <a:lnTo>
                  <a:pt x="543" y="130"/>
                </a:lnTo>
                <a:lnTo>
                  <a:pt x="544" y="130"/>
                </a:lnTo>
                <a:lnTo>
                  <a:pt x="545" y="129"/>
                </a:lnTo>
                <a:lnTo>
                  <a:pt x="545" y="128"/>
                </a:lnTo>
                <a:lnTo>
                  <a:pt x="544" y="128"/>
                </a:lnTo>
                <a:lnTo>
                  <a:pt x="543" y="128"/>
                </a:lnTo>
                <a:lnTo>
                  <a:pt x="543" y="129"/>
                </a:lnTo>
                <a:lnTo>
                  <a:pt x="542" y="129"/>
                </a:lnTo>
                <a:lnTo>
                  <a:pt x="540" y="129"/>
                </a:lnTo>
                <a:lnTo>
                  <a:pt x="539" y="128"/>
                </a:lnTo>
                <a:lnTo>
                  <a:pt x="539" y="127"/>
                </a:lnTo>
                <a:lnTo>
                  <a:pt x="538" y="126"/>
                </a:lnTo>
                <a:lnTo>
                  <a:pt x="538" y="125"/>
                </a:lnTo>
                <a:lnTo>
                  <a:pt x="538" y="124"/>
                </a:lnTo>
                <a:lnTo>
                  <a:pt x="539" y="124"/>
                </a:lnTo>
                <a:lnTo>
                  <a:pt x="538" y="123"/>
                </a:lnTo>
                <a:lnTo>
                  <a:pt x="538" y="122"/>
                </a:lnTo>
                <a:lnTo>
                  <a:pt x="537" y="122"/>
                </a:lnTo>
                <a:lnTo>
                  <a:pt x="536" y="122"/>
                </a:lnTo>
                <a:lnTo>
                  <a:pt x="536" y="123"/>
                </a:lnTo>
                <a:lnTo>
                  <a:pt x="535" y="124"/>
                </a:lnTo>
                <a:lnTo>
                  <a:pt x="535" y="123"/>
                </a:lnTo>
                <a:lnTo>
                  <a:pt x="534" y="123"/>
                </a:lnTo>
                <a:lnTo>
                  <a:pt x="534" y="122"/>
                </a:lnTo>
                <a:lnTo>
                  <a:pt x="533" y="122"/>
                </a:lnTo>
                <a:lnTo>
                  <a:pt x="533" y="121"/>
                </a:lnTo>
                <a:lnTo>
                  <a:pt x="532" y="121"/>
                </a:lnTo>
                <a:lnTo>
                  <a:pt x="533" y="120"/>
                </a:lnTo>
                <a:lnTo>
                  <a:pt x="533" y="119"/>
                </a:lnTo>
                <a:lnTo>
                  <a:pt x="533" y="118"/>
                </a:lnTo>
                <a:lnTo>
                  <a:pt x="534" y="118"/>
                </a:lnTo>
                <a:lnTo>
                  <a:pt x="534" y="117"/>
                </a:lnTo>
                <a:lnTo>
                  <a:pt x="535" y="117"/>
                </a:lnTo>
                <a:lnTo>
                  <a:pt x="535" y="116"/>
                </a:lnTo>
                <a:lnTo>
                  <a:pt x="535" y="115"/>
                </a:lnTo>
                <a:lnTo>
                  <a:pt x="534" y="115"/>
                </a:lnTo>
                <a:lnTo>
                  <a:pt x="534" y="114"/>
                </a:lnTo>
                <a:lnTo>
                  <a:pt x="534" y="113"/>
                </a:lnTo>
                <a:lnTo>
                  <a:pt x="535" y="113"/>
                </a:lnTo>
                <a:lnTo>
                  <a:pt x="536" y="113"/>
                </a:lnTo>
                <a:lnTo>
                  <a:pt x="537" y="112"/>
                </a:lnTo>
                <a:lnTo>
                  <a:pt x="538" y="112"/>
                </a:lnTo>
                <a:lnTo>
                  <a:pt x="538" y="111"/>
                </a:lnTo>
                <a:lnTo>
                  <a:pt x="539" y="111"/>
                </a:lnTo>
                <a:lnTo>
                  <a:pt x="539" y="110"/>
                </a:lnTo>
                <a:lnTo>
                  <a:pt x="540" y="110"/>
                </a:lnTo>
                <a:lnTo>
                  <a:pt x="540" y="109"/>
                </a:lnTo>
                <a:lnTo>
                  <a:pt x="541" y="109"/>
                </a:lnTo>
                <a:lnTo>
                  <a:pt x="542" y="108"/>
                </a:lnTo>
                <a:lnTo>
                  <a:pt x="543" y="107"/>
                </a:lnTo>
                <a:lnTo>
                  <a:pt x="543" y="106"/>
                </a:lnTo>
                <a:lnTo>
                  <a:pt x="544" y="106"/>
                </a:lnTo>
                <a:lnTo>
                  <a:pt x="544" y="105"/>
                </a:lnTo>
                <a:lnTo>
                  <a:pt x="544" y="104"/>
                </a:lnTo>
                <a:lnTo>
                  <a:pt x="545" y="104"/>
                </a:lnTo>
                <a:lnTo>
                  <a:pt x="545" y="103"/>
                </a:lnTo>
                <a:lnTo>
                  <a:pt x="545" y="102"/>
                </a:lnTo>
                <a:lnTo>
                  <a:pt x="546" y="102"/>
                </a:lnTo>
                <a:lnTo>
                  <a:pt x="547" y="102"/>
                </a:lnTo>
                <a:lnTo>
                  <a:pt x="548" y="101"/>
                </a:lnTo>
                <a:lnTo>
                  <a:pt x="549" y="101"/>
                </a:lnTo>
                <a:lnTo>
                  <a:pt x="550" y="101"/>
                </a:lnTo>
                <a:lnTo>
                  <a:pt x="550" y="100"/>
                </a:lnTo>
                <a:lnTo>
                  <a:pt x="550" y="99"/>
                </a:lnTo>
                <a:lnTo>
                  <a:pt x="551" y="99"/>
                </a:lnTo>
                <a:lnTo>
                  <a:pt x="552" y="99"/>
                </a:lnTo>
                <a:lnTo>
                  <a:pt x="553" y="100"/>
                </a:lnTo>
                <a:lnTo>
                  <a:pt x="554" y="101"/>
                </a:lnTo>
                <a:lnTo>
                  <a:pt x="555" y="101"/>
                </a:lnTo>
                <a:lnTo>
                  <a:pt x="556" y="102"/>
                </a:lnTo>
                <a:lnTo>
                  <a:pt x="556" y="103"/>
                </a:lnTo>
                <a:lnTo>
                  <a:pt x="556" y="104"/>
                </a:lnTo>
                <a:lnTo>
                  <a:pt x="557" y="105"/>
                </a:lnTo>
                <a:lnTo>
                  <a:pt x="558" y="105"/>
                </a:lnTo>
                <a:lnTo>
                  <a:pt x="559" y="105"/>
                </a:lnTo>
                <a:lnTo>
                  <a:pt x="559" y="104"/>
                </a:lnTo>
                <a:lnTo>
                  <a:pt x="559" y="103"/>
                </a:lnTo>
                <a:lnTo>
                  <a:pt x="559" y="102"/>
                </a:lnTo>
                <a:lnTo>
                  <a:pt x="560" y="102"/>
                </a:lnTo>
                <a:lnTo>
                  <a:pt x="560" y="101"/>
                </a:lnTo>
                <a:lnTo>
                  <a:pt x="561" y="101"/>
                </a:lnTo>
                <a:lnTo>
                  <a:pt x="561" y="102"/>
                </a:lnTo>
                <a:lnTo>
                  <a:pt x="562" y="102"/>
                </a:lnTo>
                <a:lnTo>
                  <a:pt x="563" y="102"/>
                </a:lnTo>
                <a:lnTo>
                  <a:pt x="564" y="102"/>
                </a:lnTo>
                <a:lnTo>
                  <a:pt x="564" y="101"/>
                </a:lnTo>
                <a:lnTo>
                  <a:pt x="564" y="100"/>
                </a:lnTo>
                <a:lnTo>
                  <a:pt x="565" y="100"/>
                </a:lnTo>
                <a:lnTo>
                  <a:pt x="565" y="99"/>
                </a:lnTo>
                <a:lnTo>
                  <a:pt x="566" y="99"/>
                </a:lnTo>
                <a:lnTo>
                  <a:pt x="567" y="99"/>
                </a:lnTo>
                <a:lnTo>
                  <a:pt x="567" y="98"/>
                </a:lnTo>
                <a:lnTo>
                  <a:pt x="568" y="98"/>
                </a:lnTo>
                <a:lnTo>
                  <a:pt x="568" y="97"/>
                </a:lnTo>
                <a:lnTo>
                  <a:pt x="569" y="96"/>
                </a:lnTo>
                <a:lnTo>
                  <a:pt x="570" y="96"/>
                </a:lnTo>
                <a:lnTo>
                  <a:pt x="571" y="96"/>
                </a:lnTo>
                <a:lnTo>
                  <a:pt x="571" y="95"/>
                </a:lnTo>
                <a:lnTo>
                  <a:pt x="572" y="95"/>
                </a:lnTo>
                <a:lnTo>
                  <a:pt x="573" y="94"/>
                </a:lnTo>
                <a:lnTo>
                  <a:pt x="573" y="93"/>
                </a:lnTo>
                <a:lnTo>
                  <a:pt x="572" y="92"/>
                </a:lnTo>
                <a:lnTo>
                  <a:pt x="572" y="91"/>
                </a:lnTo>
                <a:lnTo>
                  <a:pt x="571" y="91"/>
                </a:lnTo>
                <a:lnTo>
                  <a:pt x="571" y="90"/>
                </a:lnTo>
                <a:lnTo>
                  <a:pt x="571" y="89"/>
                </a:lnTo>
                <a:lnTo>
                  <a:pt x="571" y="88"/>
                </a:lnTo>
                <a:lnTo>
                  <a:pt x="571" y="87"/>
                </a:lnTo>
                <a:lnTo>
                  <a:pt x="571" y="86"/>
                </a:lnTo>
                <a:lnTo>
                  <a:pt x="571" y="85"/>
                </a:lnTo>
                <a:lnTo>
                  <a:pt x="571" y="84"/>
                </a:lnTo>
                <a:lnTo>
                  <a:pt x="570" y="84"/>
                </a:lnTo>
                <a:lnTo>
                  <a:pt x="570" y="83"/>
                </a:lnTo>
                <a:lnTo>
                  <a:pt x="569" y="83"/>
                </a:lnTo>
                <a:lnTo>
                  <a:pt x="569" y="81"/>
                </a:lnTo>
                <a:lnTo>
                  <a:pt x="568" y="81"/>
                </a:lnTo>
                <a:lnTo>
                  <a:pt x="569" y="80"/>
                </a:lnTo>
                <a:lnTo>
                  <a:pt x="569" y="79"/>
                </a:lnTo>
                <a:lnTo>
                  <a:pt x="568" y="78"/>
                </a:lnTo>
                <a:lnTo>
                  <a:pt x="568" y="77"/>
                </a:lnTo>
                <a:lnTo>
                  <a:pt x="567" y="76"/>
                </a:lnTo>
                <a:lnTo>
                  <a:pt x="567" y="75"/>
                </a:lnTo>
                <a:lnTo>
                  <a:pt x="566" y="75"/>
                </a:lnTo>
                <a:lnTo>
                  <a:pt x="566" y="74"/>
                </a:lnTo>
                <a:lnTo>
                  <a:pt x="565" y="74"/>
                </a:lnTo>
                <a:lnTo>
                  <a:pt x="565" y="73"/>
                </a:lnTo>
                <a:lnTo>
                  <a:pt x="564" y="72"/>
                </a:lnTo>
                <a:lnTo>
                  <a:pt x="565" y="72"/>
                </a:lnTo>
                <a:lnTo>
                  <a:pt x="566" y="71"/>
                </a:lnTo>
                <a:lnTo>
                  <a:pt x="566" y="69"/>
                </a:lnTo>
                <a:lnTo>
                  <a:pt x="566" y="68"/>
                </a:lnTo>
                <a:lnTo>
                  <a:pt x="567" y="68"/>
                </a:lnTo>
                <a:lnTo>
                  <a:pt x="568" y="67"/>
                </a:lnTo>
                <a:lnTo>
                  <a:pt x="569" y="66"/>
                </a:lnTo>
                <a:lnTo>
                  <a:pt x="569" y="65"/>
                </a:lnTo>
                <a:lnTo>
                  <a:pt x="569" y="64"/>
                </a:lnTo>
                <a:lnTo>
                  <a:pt x="569" y="63"/>
                </a:lnTo>
                <a:lnTo>
                  <a:pt x="569" y="62"/>
                </a:lnTo>
                <a:lnTo>
                  <a:pt x="569" y="61"/>
                </a:lnTo>
                <a:lnTo>
                  <a:pt x="570" y="61"/>
                </a:lnTo>
                <a:lnTo>
                  <a:pt x="570" y="60"/>
                </a:lnTo>
                <a:lnTo>
                  <a:pt x="569" y="60"/>
                </a:lnTo>
                <a:lnTo>
                  <a:pt x="570" y="59"/>
                </a:lnTo>
                <a:lnTo>
                  <a:pt x="570" y="58"/>
                </a:lnTo>
                <a:lnTo>
                  <a:pt x="570" y="57"/>
                </a:lnTo>
                <a:lnTo>
                  <a:pt x="571" y="57"/>
                </a:lnTo>
                <a:lnTo>
                  <a:pt x="572" y="58"/>
                </a:lnTo>
                <a:lnTo>
                  <a:pt x="572" y="59"/>
                </a:lnTo>
                <a:lnTo>
                  <a:pt x="573" y="59"/>
                </a:lnTo>
                <a:lnTo>
                  <a:pt x="573" y="60"/>
                </a:lnTo>
                <a:lnTo>
                  <a:pt x="572" y="60"/>
                </a:lnTo>
                <a:lnTo>
                  <a:pt x="572" y="61"/>
                </a:lnTo>
                <a:lnTo>
                  <a:pt x="573" y="61"/>
                </a:lnTo>
                <a:lnTo>
                  <a:pt x="573" y="62"/>
                </a:lnTo>
                <a:lnTo>
                  <a:pt x="574" y="62"/>
                </a:lnTo>
                <a:lnTo>
                  <a:pt x="575" y="62"/>
                </a:lnTo>
                <a:lnTo>
                  <a:pt x="575" y="61"/>
                </a:lnTo>
                <a:lnTo>
                  <a:pt x="576" y="61"/>
                </a:lnTo>
                <a:lnTo>
                  <a:pt x="577" y="61"/>
                </a:lnTo>
                <a:lnTo>
                  <a:pt x="577" y="62"/>
                </a:lnTo>
                <a:lnTo>
                  <a:pt x="578" y="62"/>
                </a:lnTo>
                <a:lnTo>
                  <a:pt x="578" y="63"/>
                </a:lnTo>
                <a:lnTo>
                  <a:pt x="579" y="63"/>
                </a:lnTo>
                <a:lnTo>
                  <a:pt x="579" y="64"/>
                </a:lnTo>
                <a:lnTo>
                  <a:pt x="580" y="64"/>
                </a:lnTo>
                <a:lnTo>
                  <a:pt x="581" y="64"/>
                </a:lnTo>
                <a:lnTo>
                  <a:pt x="582" y="63"/>
                </a:lnTo>
                <a:lnTo>
                  <a:pt x="583" y="63"/>
                </a:lnTo>
                <a:lnTo>
                  <a:pt x="584" y="63"/>
                </a:lnTo>
                <a:lnTo>
                  <a:pt x="585" y="62"/>
                </a:lnTo>
                <a:lnTo>
                  <a:pt x="586" y="62"/>
                </a:lnTo>
                <a:lnTo>
                  <a:pt x="587" y="62"/>
                </a:lnTo>
                <a:lnTo>
                  <a:pt x="588" y="62"/>
                </a:lnTo>
                <a:lnTo>
                  <a:pt x="588" y="61"/>
                </a:lnTo>
                <a:lnTo>
                  <a:pt x="588" y="62"/>
                </a:lnTo>
                <a:lnTo>
                  <a:pt x="589" y="62"/>
                </a:lnTo>
                <a:lnTo>
                  <a:pt x="589" y="61"/>
                </a:lnTo>
                <a:lnTo>
                  <a:pt x="590" y="62"/>
                </a:lnTo>
                <a:lnTo>
                  <a:pt x="591" y="62"/>
                </a:lnTo>
                <a:lnTo>
                  <a:pt x="591" y="63"/>
                </a:lnTo>
                <a:lnTo>
                  <a:pt x="592" y="64"/>
                </a:lnTo>
                <a:lnTo>
                  <a:pt x="593" y="64"/>
                </a:lnTo>
                <a:lnTo>
                  <a:pt x="593" y="63"/>
                </a:lnTo>
                <a:lnTo>
                  <a:pt x="594" y="63"/>
                </a:lnTo>
                <a:lnTo>
                  <a:pt x="594" y="62"/>
                </a:lnTo>
                <a:lnTo>
                  <a:pt x="594" y="61"/>
                </a:lnTo>
                <a:lnTo>
                  <a:pt x="595" y="61"/>
                </a:lnTo>
                <a:lnTo>
                  <a:pt x="596" y="60"/>
                </a:lnTo>
                <a:lnTo>
                  <a:pt x="597" y="61"/>
                </a:lnTo>
                <a:lnTo>
                  <a:pt x="597" y="60"/>
                </a:lnTo>
                <a:lnTo>
                  <a:pt x="598" y="60"/>
                </a:lnTo>
                <a:lnTo>
                  <a:pt x="599" y="60"/>
                </a:lnTo>
                <a:lnTo>
                  <a:pt x="600" y="60"/>
                </a:lnTo>
                <a:lnTo>
                  <a:pt x="601" y="61"/>
                </a:lnTo>
                <a:lnTo>
                  <a:pt x="602" y="61"/>
                </a:lnTo>
                <a:lnTo>
                  <a:pt x="603" y="60"/>
                </a:lnTo>
                <a:lnTo>
                  <a:pt x="604" y="61"/>
                </a:lnTo>
                <a:lnTo>
                  <a:pt x="605" y="61"/>
                </a:lnTo>
                <a:lnTo>
                  <a:pt x="605" y="60"/>
                </a:lnTo>
                <a:lnTo>
                  <a:pt x="606" y="60"/>
                </a:lnTo>
                <a:lnTo>
                  <a:pt x="606" y="59"/>
                </a:lnTo>
                <a:lnTo>
                  <a:pt x="606" y="58"/>
                </a:lnTo>
                <a:lnTo>
                  <a:pt x="607" y="58"/>
                </a:lnTo>
                <a:lnTo>
                  <a:pt x="607" y="59"/>
                </a:lnTo>
                <a:lnTo>
                  <a:pt x="607" y="60"/>
                </a:lnTo>
                <a:lnTo>
                  <a:pt x="608" y="60"/>
                </a:lnTo>
                <a:lnTo>
                  <a:pt x="608" y="61"/>
                </a:lnTo>
                <a:lnTo>
                  <a:pt x="609" y="61"/>
                </a:lnTo>
                <a:lnTo>
                  <a:pt x="610" y="61"/>
                </a:lnTo>
                <a:lnTo>
                  <a:pt x="611" y="61"/>
                </a:lnTo>
                <a:lnTo>
                  <a:pt x="611" y="62"/>
                </a:lnTo>
                <a:lnTo>
                  <a:pt x="611" y="63"/>
                </a:lnTo>
                <a:lnTo>
                  <a:pt x="612" y="63"/>
                </a:lnTo>
                <a:lnTo>
                  <a:pt x="613" y="62"/>
                </a:lnTo>
                <a:lnTo>
                  <a:pt x="614" y="61"/>
                </a:lnTo>
                <a:lnTo>
                  <a:pt x="614" y="60"/>
                </a:lnTo>
                <a:lnTo>
                  <a:pt x="615" y="60"/>
                </a:lnTo>
                <a:lnTo>
                  <a:pt x="616" y="60"/>
                </a:lnTo>
                <a:lnTo>
                  <a:pt x="617" y="59"/>
                </a:lnTo>
                <a:lnTo>
                  <a:pt x="618" y="59"/>
                </a:lnTo>
                <a:lnTo>
                  <a:pt x="618" y="60"/>
                </a:lnTo>
                <a:lnTo>
                  <a:pt x="619" y="60"/>
                </a:lnTo>
                <a:lnTo>
                  <a:pt x="620" y="60"/>
                </a:lnTo>
                <a:lnTo>
                  <a:pt x="621" y="60"/>
                </a:lnTo>
                <a:lnTo>
                  <a:pt x="622" y="61"/>
                </a:lnTo>
                <a:lnTo>
                  <a:pt x="622" y="62"/>
                </a:lnTo>
                <a:lnTo>
                  <a:pt x="622" y="63"/>
                </a:lnTo>
                <a:lnTo>
                  <a:pt x="622" y="64"/>
                </a:lnTo>
                <a:lnTo>
                  <a:pt x="621" y="64"/>
                </a:lnTo>
                <a:lnTo>
                  <a:pt x="621" y="65"/>
                </a:lnTo>
                <a:lnTo>
                  <a:pt x="620" y="65"/>
                </a:lnTo>
                <a:lnTo>
                  <a:pt x="620" y="64"/>
                </a:lnTo>
                <a:lnTo>
                  <a:pt x="619" y="64"/>
                </a:lnTo>
                <a:lnTo>
                  <a:pt x="618" y="65"/>
                </a:lnTo>
                <a:lnTo>
                  <a:pt x="617" y="65"/>
                </a:lnTo>
                <a:lnTo>
                  <a:pt x="617" y="66"/>
                </a:lnTo>
                <a:lnTo>
                  <a:pt x="617" y="67"/>
                </a:lnTo>
                <a:lnTo>
                  <a:pt x="616" y="67"/>
                </a:lnTo>
                <a:lnTo>
                  <a:pt x="616" y="68"/>
                </a:lnTo>
                <a:lnTo>
                  <a:pt x="616" y="69"/>
                </a:lnTo>
                <a:lnTo>
                  <a:pt x="615" y="69"/>
                </a:lnTo>
                <a:lnTo>
                  <a:pt x="614" y="69"/>
                </a:lnTo>
                <a:lnTo>
                  <a:pt x="614" y="68"/>
                </a:lnTo>
                <a:lnTo>
                  <a:pt x="614" y="69"/>
                </a:lnTo>
                <a:lnTo>
                  <a:pt x="613" y="69"/>
                </a:lnTo>
                <a:lnTo>
                  <a:pt x="613" y="70"/>
                </a:lnTo>
                <a:lnTo>
                  <a:pt x="613" y="71"/>
                </a:lnTo>
                <a:lnTo>
                  <a:pt x="612" y="71"/>
                </a:lnTo>
                <a:lnTo>
                  <a:pt x="612" y="70"/>
                </a:lnTo>
                <a:lnTo>
                  <a:pt x="611" y="70"/>
                </a:lnTo>
                <a:lnTo>
                  <a:pt x="610" y="71"/>
                </a:lnTo>
                <a:lnTo>
                  <a:pt x="608" y="71"/>
                </a:lnTo>
                <a:lnTo>
                  <a:pt x="607" y="71"/>
                </a:lnTo>
                <a:lnTo>
                  <a:pt x="606" y="71"/>
                </a:lnTo>
                <a:lnTo>
                  <a:pt x="606" y="72"/>
                </a:lnTo>
                <a:lnTo>
                  <a:pt x="606" y="73"/>
                </a:lnTo>
                <a:lnTo>
                  <a:pt x="606" y="74"/>
                </a:lnTo>
                <a:lnTo>
                  <a:pt x="607" y="74"/>
                </a:lnTo>
                <a:lnTo>
                  <a:pt x="608" y="74"/>
                </a:lnTo>
                <a:lnTo>
                  <a:pt x="608" y="75"/>
                </a:lnTo>
                <a:lnTo>
                  <a:pt x="607" y="75"/>
                </a:lnTo>
                <a:lnTo>
                  <a:pt x="607" y="76"/>
                </a:lnTo>
                <a:lnTo>
                  <a:pt x="608" y="77"/>
                </a:lnTo>
                <a:lnTo>
                  <a:pt x="608" y="78"/>
                </a:lnTo>
                <a:lnTo>
                  <a:pt x="607" y="79"/>
                </a:lnTo>
                <a:lnTo>
                  <a:pt x="607" y="80"/>
                </a:lnTo>
                <a:lnTo>
                  <a:pt x="608" y="81"/>
                </a:lnTo>
                <a:lnTo>
                  <a:pt x="608" y="82"/>
                </a:lnTo>
                <a:lnTo>
                  <a:pt x="608" y="83"/>
                </a:lnTo>
                <a:lnTo>
                  <a:pt x="607" y="83"/>
                </a:lnTo>
                <a:lnTo>
                  <a:pt x="607" y="84"/>
                </a:lnTo>
                <a:lnTo>
                  <a:pt x="607" y="85"/>
                </a:lnTo>
                <a:lnTo>
                  <a:pt x="607" y="86"/>
                </a:lnTo>
                <a:lnTo>
                  <a:pt x="609" y="86"/>
                </a:lnTo>
                <a:lnTo>
                  <a:pt x="608" y="86"/>
                </a:lnTo>
                <a:lnTo>
                  <a:pt x="608" y="87"/>
                </a:lnTo>
                <a:lnTo>
                  <a:pt x="608" y="88"/>
                </a:lnTo>
                <a:lnTo>
                  <a:pt x="609" y="88"/>
                </a:lnTo>
                <a:lnTo>
                  <a:pt x="609" y="89"/>
                </a:lnTo>
                <a:lnTo>
                  <a:pt x="610" y="91"/>
                </a:lnTo>
                <a:lnTo>
                  <a:pt x="610" y="92"/>
                </a:lnTo>
                <a:lnTo>
                  <a:pt x="611" y="92"/>
                </a:lnTo>
                <a:lnTo>
                  <a:pt x="611" y="93"/>
                </a:lnTo>
                <a:lnTo>
                  <a:pt x="610" y="93"/>
                </a:lnTo>
                <a:lnTo>
                  <a:pt x="610" y="94"/>
                </a:lnTo>
                <a:lnTo>
                  <a:pt x="611" y="94"/>
                </a:lnTo>
                <a:lnTo>
                  <a:pt x="612" y="94"/>
                </a:lnTo>
                <a:lnTo>
                  <a:pt x="613" y="94"/>
                </a:lnTo>
                <a:lnTo>
                  <a:pt x="613" y="93"/>
                </a:lnTo>
                <a:lnTo>
                  <a:pt x="614" y="92"/>
                </a:lnTo>
                <a:lnTo>
                  <a:pt x="615" y="92"/>
                </a:lnTo>
                <a:lnTo>
                  <a:pt x="615" y="91"/>
                </a:lnTo>
                <a:lnTo>
                  <a:pt x="616" y="91"/>
                </a:lnTo>
                <a:lnTo>
                  <a:pt x="617" y="91"/>
                </a:lnTo>
                <a:lnTo>
                  <a:pt x="618" y="92"/>
                </a:lnTo>
                <a:lnTo>
                  <a:pt x="619" y="92"/>
                </a:lnTo>
                <a:lnTo>
                  <a:pt x="619" y="93"/>
                </a:lnTo>
                <a:lnTo>
                  <a:pt x="619" y="95"/>
                </a:lnTo>
                <a:lnTo>
                  <a:pt x="620" y="96"/>
                </a:lnTo>
                <a:lnTo>
                  <a:pt x="620" y="97"/>
                </a:lnTo>
                <a:lnTo>
                  <a:pt x="620" y="98"/>
                </a:lnTo>
                <a:lnTo>
                  <a:pt x="622" y="98"/>
                </a:lnTo>
                <a:lnTo>
                  <a:pt x="623" y="98"/>
                </a:lnTo>
                <a:lnTo>
                  <a:pt x="624" y="98"/>
                </a:lnTo>
                <a:lnTo>
                  <a:pt x="624" y="99"/>
                </a:lnTo>
                <a:lnTo>
                  <a:pt x="624" y="100"/>
                </a:lnTo>
                <a:lnTo>
                  <a:pt x="625" y="100"/>
                </a:lnTo>
                <a:lnTo>
                  <a:pt x="626" y="101"/>
                </a:lnTo>
                <a:lnTo>
                  <a:pt x="625" y="102"/>
                </a:lnTo>
                <a:lnTo>
                  <a:pt x="625" y="103"/>
                </a:lnTo>
                <a:lnTo>
                  <a:pt x="624" y="104"/>
                </a:lnTo>
                <a:lnTo>
                  <a:pt x="623" y="104"/>
                </a:lnTo>
                <a:lnTo>
                  <a:pt x="622" y="104"/>
                </a:lnTo>
                <a:lnTo>
                  <a:pt x="622" y="105"/>
                </a:lnTo>
                <a:lnTo>
                  <a:pt x="621" y="105"/>
                </a:lnTo>
                <a:lnTo>
                  <a:pt x="620" y="105"/>
                </a:lnTo>
                <a:lnTo>
                  <a:pt x="620" y="106"/>
                </a:lnTo>
                <a:lnTo>
                  <a:pt x="621" y="107"/>
                </a:lnTo>
                <a:lnTo>
                  <a:pt x="621" y="108"/>
                </a:lnTo>
                <a:lnTo>
                  <a:pt x="622" y="108"/>
                </a:lnTo>
                <a:lnTo>
                  <a:pt x="623" y="108"/>
                </a:lnTo>
                <a:lnTo>
                  <a:pt x="624" y="108"/>
                </a:lnTo>
                <a:lnTo>
                  <a:pt x="625" y="108"/>
                </a:lnTo>
                <a:lnTo>
                  <a:pt x="625" y="109"/>
                </a:lnTo>
                <a:lnTo>
                  <a:pt x="624" y="110"/>
                </a:lnTo>
                <a:lnTo>
                  <a:pt x="624" y="111"/>
                </a:lnTo>
                <a:lnTo>
                  <a:pt x="624" y="112"/>
                </a:lnTo>
                <a:lnTo>
                  <a:pt x="625" y="112"/>
                </a:lnTo>
                <a:lnTo>
                  <a:pt x="625" y="114"/>
                </a:lnTo>
                <a:lnTo>
                  <a:pt x="624" y="114"/>
                </a:lnTo>
                <a:lnTo>
                  <a:pt x="623" y="114"/>
                </a:lnTo>
                <a:lnTo>
                  <a:pt x="623" y="115"/>
                </a:lnTo>
                <a:lnTo>
                  <a:pt x="622" y="115"/>
                </a:lnTo>
                <a:lnTo>
                  <a:pt x="622" y="116"/>
                </a:lnTo>
                <a:lnTo>
                  <a:pt x="621" y="116"/>
                </a:lnTo>
                <a:lnTo>
                  <a:pt x="620" y="116"/>
                </a:lnTo>
                <a:lnTo>
                  <a:pt x="620" y="117"/>
                </a:lnTo>
                <a:lnTo>
                  <a:pt x="620" y="118"/>
                </a:lnTo>
                <a:lnTo>
                  <a:pt x="619" y="119"/>
                </a:lnTo>
                <a:lnTo>
                  <a:pt x="618" y="120"/>
                </a:lnTo>
                <a:lnTo>
                  <a:pt x="617" y="120"/>
                </a:lnTo>
                <a:lnTo>
                  <a:pt x="616" y="120"/>
                </a:lnTo>
                <a:lnTo>
                  <a:pt x="615" y="120"/>
                </a:lnTo>
                <a:lnTo>
                  <a:pt x="614" y="120"/>
                </a:lnTo>
                <a:lnTo>
                  <a:pt x="613" y="120"/>
                </a:lnTo>
                <a:lnTo>
                  <a:pt x="612" y="120"/>
                </a:lnTo>
                <a:lnTo>
                  <a:pt x="611" y="120"/>
                </a:lnTo>
                <a:lnTo>
                  <a:pt x="611" y="121"/>
                </a:lnTo>
                <a:lnTo>
                  <a:pt x="612" y="122"/>
                </a:lnTo>
                <a:lnTo>
                  <a:pt x="613" y="123"/>
                </a:lnTo>
                <a:lnTo>
                  <a:pt x="614" y="123"/>
                </a:lnTo>
                <a:lnTo>
                  <a:pt x="615" y="124"/>
                </a:lnTo>
                <a:lnTo>
                  <a:pt x="616" y="124"/>
                </a:lnTo>
                <a:lnTo>
                  <a:pt x="617" y="124"/>
                </a:lnTo>
                <a:lnTo>
                  <a:pt x="617" y="125"/>
                </a:lnTo>
                <a:lnTo>
                  <a:pt x="618" y="126"/>
                </a:lnTo>
                <a:lnTo>
                  <a:pt x="618" y="127"/>
                </a:lnTo>
                <a:lnTo>
                  <a:pt x="617" y="127"/>
                </a:lnTo>
                <a:lnTo>
                  <a:pt x="618" y="127"/>
                </a:lnTo>
                <a:lnTo>
                  <a:pt x="618" y="128"/>
                </a:lnTo>
                <a:lnTo>
                  <a:pt x="619" y="128"/>
                </a:lnTo>
                <a:lnTo>
                  <a:pt x="619" y="129"/>
                </a:lnTo>
                <a:lnTo>
                  <a:pt x="618" y="129"/>
                </a:lnTo>
                <a:lnTo>
                  <a:pt x="619" y="129"/>
                </a:lnTo>
                <a:lnTo>
                  <a:pt x="619" y="130"/>
                </a:lnTo>
                <a:lnTo>
                  <a:pt x="620" y="131"/>
                </a:lnTo>
                <a:lnTo>
                  <a:pt x="621" y="131"/>
                </a:lnTo>
                <a:lnTo>
                  <a:pt x="622" y="131"/>
                </a:lnTo>
                <a:lnTo>
                  <a:pt x="622" y="132"/>
                </a:lnTo>
                <a:lnTo>
                  <a:pt x="623" y="132"/>
                </a:lnTo>
                <a:lnTo>
                  <a:pt x="623" y="133"/>
                </a:lnTo>
                <a:lnTo>
                  <a:pt x="624" y="133"/>
                </a:lnTo>
                <a:lnTo>
                  <a:pt x="625" y="133"/>
                </a:lnTo>
                <a:lnTo>
                  <a:pt x="625" y="134"/>
                </a:lnTo>
                <a:lnTo>
                  <a:pt x="626" y="135"/>
                </a:lnTo>
                <a:lnTo>
                  <a:pt x="626" y="136"/>
                </a:lnTo>
                <a:lnTo>
                  <a:pt x="627" y="136"/>
                </a:lnTo>
                <a:lnTo>
                  <a:pt x="628" y="136"/>
                </a:lnTo>
                <a:lnTo>
                  <a:pt x="629" y="136"/>
                </a:lnTo>
                <a:lnTo>
                  <a:pt x="629" y="137"/>
                </a:lnTo>
                <a:lnTo>
                  <a:pt x="629" y="138"/>
                </a:lnTo>
                <a:lnTo>
                  <a:pt x="630" y="138"/>
                </a:lnTo>
                <a:lnTo>
                  <a:pt x="631" y="138"/>
                </a:lnTo>
                <a:lnTo>
                  <a:pt x="631" y="137"/>
                </a:lnTo>
                <a:lnTo>
                  <a:pt x="632" y="137"/>
                </a:lnTo>
                <a:lnTo>
                  <a:pt x="633" y="138"/>
                </a:lnTo>
                <a:lnTo>
                  <a:pt x="633" y="139"/>
                </a:lnTo>
                <a:lnTo>
                  <a:pt x="633" y="138"/>
                </a:lnTo>
                <a:lnTo>
                  <a:pt x="634" y="138"/>
                </a:lnTo>
                <a:lnTo>
                  <a:pt x="634" y="139"/>
                </a:lnTo>
                <a:lnTo>
                  <a:pt x="634" y="140"/>
                </a:lnTo>
                <a:lnTo>
                  <a:pt x="634" y="141"/>
                </a:lnTo>
                <a:lnTo>
                  <a:pt x="635" y="141"/>
                </a:lnTo>
                <a:lnTo>
                  <a:pt x="635" y="142"/>
                </a:lnTo>
                <a:lnTo>
                  <a:pt x="636" y="142"/>
                </a:lnTo>
                <a:lnTo>
                  <a:pt x="637" y="141"/>
                </a:lnTo>
                <a:lnTo>
                  <a:pt x="638" y="141"/>
                </a:lnTo>
                <a:lnTo>
                  <a:pt x="638" y="140"/>
                </a:lnTo>
                <a:lnTo>
                  <a:pt x="639" y="140"/>
                </a:lnTo>
                <a:lnTo>
                  <a:pt x="640" y="140"/>
                </a:lnTo>
                <a:lnTo>
                  <a:pt x="641" y="140"/>
                </a:lnTo>
                <a:lnTo>
                  <a:pt x="641" y="141"/>
                </a:lnTo>
                <a:lnTo>
                  <a:pt x="641" y="140"/>
                </a:lnTo>
                <a:lnTo>
                  <a:pt x="642" y="140"/>
                </a:lnTo>
                <a:lnTo>
                  <a:pt x="643" y="140"/>
                </a:lnTo>
                <a:lnTo>
                  <a:pt x="643" y="139"/>
                </a:lnTo>
                <a:lnTo>
                  <a:pt x="644" y="139"/>
                </a:lnTo>
                <a:lnTo>
                  <a:pt x="644" y="138"/>
                </a:lnTo>
                <a:lnTo>
                  <a:pt x="645" y="138"/>
                </a:lnTo>
                <a:lnTo>
                  <a:pt x="646" y="137"/>
                </a:lnTo>
                <a:lnTo>
                  <a:pt x="646" y="138"/>
                </a:lnTo>
                <a:lnTo>
                  <a:pt x="646" y="137"/>
                </a:lnTo>
                <a:lnTo>
                  <a:pt x="647" y="137"/>
                </a:lnTo>
                <a:lnTo>
                  <a:pt x="648" y="137"/>
                </a:lnTo>
                <a:lnTo>
                  <a:pt x="649" y="136"/>
                </a:lnTo>
                <a:lnTo>
                  <a:pt x="650" y="136"/>
                </a:lnTo>
                <a:lnTo>
                  <a:pt x="651" y="136"/>
                </a:lnTo>
                <a:lnTo>
                  <a:pt x="652" y="136"/>
                </a:lnTo>
                <a:lnTo>
                  <a:pt x="651" y="136"/>
                </a:lnTo>
                <a:lnTo>
                  <a:pt x="651" y="137"/>
                </a:lnTo>
                <a:lnTo>
                  <a:pt x="652" y="137"/>
                </a:lnTo>
                <a:lnTo>
                  <a:pt x="652" y="138"/>
                </a:lnTo>
                <a:lnTo>
                  <a:pt x="653" y="138"/>
                </a:lnTo>
                <a:lnTo>
                  <a:pt x="653" y="137"/>
                </a:lnTo>
                <a:lnTo>
                  <a:pt x="654" y="137"/>
                </a:lnTo>
                <a:lnTo>
                  <a:pt x="655" y="137"/>
                </a:lnTo>
                <a:lnTo>
                  <a:pt x="655" y="136"/>
                </a:lnTo>
                <a:lnTo>
                  <a:pt x="656" y="136"/>
                </a:lnTo>
                <a:lnTo>
                  <a:pt x="657" y="136"/>
                </a:lnTo>
                <a:lnTo>
                  <a:pt x="658" y="136"/>
                </a:lnTo>
                <a:lnTo>
                  <a:pt x="659" y="136"/>
                </a:lnTo>
                <a:lnTo>
                  <a:pt x="659" y="135"/>
                </a:lnTo>
                <a:lnTo>
                  <a:pt x="660" y="136"/>
                </a:lnTo>
                <a:lnTo>
                  <a:pt x="661" y="136"/>
                </a:lnTo>
                <a:lnTo>
                  <a:pt x="662" y="135"/>
                </a:lnTo>
                <a:lnTo>
                  <a:pt x="663" y="135"/>
                </a:lnTo>
                <a:lnTo>
                  <a:pt x="664" y="135"/>
                </a:lnTo>
                <a:lnTo>
                  <a:pt x="664" y="133"/>
                </a:lnTo>
                <a:lnTo>
                  <a:pt x="664" y="132"/>
                </a:lnTo>
                <a:lnTo>
                  <a:pt x="665" y="132"/>
                </a:lnTo>
                <a:lnTo>
                  <a:pt x="666" y="132"/>
                </a:lnTo>
                <a:lnTo>
                  <a:pt x="667" y="132"/>
                </a:lnTo>
                <a:lnTo>
                  <a:pt x="667" y="131"/>
                </a:lnTo>
                <a:lnTo>
                  <a:pt x="666" y="131"/>
                </a:lnTo>
                <a:lnTo>
                  <a:pt x="665" y="131"/>
                </a:lnTo>
                <a:lnTo>
                  <a:pt x="665" y="129"/>
                </a:lnTo>
                <a:lnTo>
                  <a:pt x="666" y="129"/>
                </a:lnTo>
                <a:lnTo>
                  <a:pt x="667" y="129"/>
                </a:lnTo>
                <a:lnTo>
                  <a:pt x="667" y="128"/>
                </a:lnTo>
                <a:lnTo>
                  <a:pt x="667" y="127"/>
                </a:lnTo>
                <a:lnTo>
                  <a:pt x="668" y="127"/>
                </a:lnTo>
                <a:lnTo>
                  <a:pt x="668" y="128"/>
                </a:lnTo>
                <a:lnTo>
                  <a:pt x="669" y="127"/>
                </a:lnTo>
                <a:lnTo>
                  <a:pt x="669" y="128"/>
                </a:lnTo>
                <a:lnTo>
                  <a:pt x="669" y="127"/>
                </a:lnTo>
                <a:lnTo>
                  <a:pt x="669" y="126"/>
                </a:lnTo>
                <a:lnTo>
                  <a:pt x="670" y="125"/>
                </a:lnTo>
                <a:lnTo>
                  <a:pt x="670" y="124"/>
                </a:lnTo>
                <a:lnTo>
                  <a:pt x="671" y="124"/>
                </a:lnTo>
                <a:lnTo>
                  <a:pt x="672" y="124"/>
                </a:lnTo>
                <a:lnTo>
                  <a:pt x="672" y="123"/>
                </a:lnTo>
                <a:lnTo>
                  <a:pt x="671" y="123"/>
                </a:lnTo>
                <a:lnTo>
                  <a:pt x="671" y="122"/>
                </a:lnTo>
                <a:lnTo>
                  <a:pt x="672" y="122"/>
                </a:lnTo>
                <a:lnTo>
                  <a:pt x="672" y="121"/>
                </a:lnTo>
                <a:lnTo>
                  <a:pt x="672" y="120"/>
                </a:lnTo>
                <a:lnTo>
                  <a:pt x="672" y="119"/>
                </a:lnTo>
                <a:lnTo>
                  <a:pt x="673" y="119"/>
                </a:lnTo>
                <a:lnTo>
                  <a:pt x="674" y="119"/>
                </a:lnTo>
                <a:lnTo>
                  <a:pt x="675" y="119"/>
                </a:lnTo>
                <a:lnTo>
                  <a:pt x="676" y="119"/>
                </a:lnTo>
                <a:lnTo>
                  <a:pt x="676" y="118"/>
                </a:lnTo>
                <a:lnTo>
                  <a:pt x="677" y="118"/>
                </a:lnTo>
                <a:lnTo>
                  <a:pt x="677" y="117"/>
                </a:lnTo>
                <a:lnTo>
                  <a:pt x="678" y="116"/>
                </a:lnTo>
                <a:lnTo>
                  <a:pt x="678" y="115"/>
                </a:lnTo>
                <a:lnTo>
                  <a:pt x="678" y="116"/>
                </a:lnTo>
                <a:lnTo>
                  <a:pt x="679" y="116"/>
                </a:lnTo>
                <a:lnTo>
                  <a:pt x="680" y="116"/>
                </a:lnTo>
                <a:lnTo>
                  <a:pt x="680" y="117"/>
                </a:lnTo>
                <a:lnTo>
                  <a:pt x="680" y="116"/>
                </a:lnTo>
                <a:lnTo>
                  <a:pt x="680" y="117"/>
                </a:lnTo>
                <a:lnTo>
                  <a:pt x="681" y="117"/>
                </a:lnTo>
                <a:lnTo>
                  <a:pt x="682" y="117"/>
                </a:lnTo>
                <a:lnTo>
                  <a:pt x="683" y="117"/>
                </a:lnTo>
                <a:lnTo>
                  <a:pt x="684" y="118"/>
                </a:lnTo>
                <a:lnTo>
                  <a:pt x="685" y="118"/>
                </a:lnTo>
                <a:lnTo>
                  <a:pt x="685" y="119"/>
                </a:lnTo>
                <a:lnTo>
                  <a:pt x="686" y="119"/>
                </a:lnTo>
                <a:lnTo>
                  <a:pt x="687" y="119"/>
                </a:lnTo>
                <a:lnTo>
                  <a:pt x="688" y="119"/>
                </a:lnTo>
                <a:lnTo>
                  <a:pt x="689" y="119"/>
                </a:lnTo>
                <a:lnTo>
                  <a:pt x="689" y="118"/>
                </a:lnTo>
                <a:lnTo>
                  <a:pt x="689" y="119"/>
                </a:lnTo>
                <a:lnTo>
                  <a:pt x="690" y="119"/>
                </a:lnTo>
                <a:lnTo>
                  <a:pt x="690" y="120"/>
                </a:lnTo>
                <a:lnTo>
                  <a:pt x="691" y="120"/>
                </a:lnTo>
                <a:lnTo>
                  <a:pt x="691" y="121"/>
                </a:lnTo>
                <a:lnTo>
                  <a:pt x="690" y="121"/>
                </a:lnTo>
                <a:lnTo>
                  <a:pt x="691" y="121"/>
                </a:lnTo>
                <a:lnTo>
                  <a:pt x="690" y="122"/>
                </a:lnTo>
                <a:lnTo>
                  <a:pt x="690" y="123"/>
                </a:lnTo>
                <a:lnTo>
                  <a:pt x="689" y="123"/>
                </a:lnTo>
                <a:lnTo>
                  <a:pt x="689" y="124"/>
                </a:lnTo>
                <a:lnTo>
                  <a:pt x="690" y="124"/>
                </a:lnTo>
                <a:lnTo>
                  <a:pt x="690" y="125"/>
                </a:lnTo>
                <a:lnTo>
                  <a:pt x="690" y="126"/>
                </a:lnTo>
                <a:lnTo>
                  <a:pt x="691" y="126"/>
                </a:lnTo>
                <a:lnTo>
                  <a:pt x="692" y="126"/>
                </a:lnTo>
                <a:lnTo>
                  <a:pt x="693" y="126"/>
                </a:lnTo>
                <a:lnTo>
                  <a:pt x="693" y="127"/>
                </a:lnTo>
                <a:lnTo>
                  <a:pt x="694" y="127"/>
                </a:lnTo>
                <a:lnTo>
                  <a:pt x="694" y="126"/>
                </a:lnTo>
                <a:lnTo>
                  <a:pt x="695" y="126"/>
                </a:lnTo>
                <a:lnTo>
                  <a:pt x="695" y="125"/>
                </a:lnTo>
                <a:lnTo>
                  <a:pt x="696" y="125"/>
                </a:lnTo>
                <a:lnTo>
                  <a:pt x="696" y="126"/>
                </a:lnTo>
                <a:lnTo>
                  <a:pt x="696" y="125"/>
                </a:lnTo>
                <a:lnTo>
                  <a:pt x="697" y="126"/>
                </a:lnTo>
                <a:lnTo>
                  <a:pt x="697" y="125"/>
                </a:lnTo>
                <a:lnTo>
                  <a:pt x="697" y="126"/>
                </a:lnTo>
                <a:lnTo>
                  <a:pt x="698" y="126"/>
                </a:lnTo>
                <a:lnTo>
                  <a:pt x="698" y="127"/>
                </a:lnTo>
                <a:lnTo>
                  <a:pt x="698" y="128"/>
                </a:lnTo>
                <a:lnTo>
                  <a:pt x="699" y="128"/>
                </a:lnTo>
                <a:lnTo>
                  <a:pt x="699" y="129"/>
                </a:lnTo>
                <a:lnTo>
                  <a:pt x="699" y="130"/>
                </a:lnTo>
                <a:lnTo>
                  <a:pt x="699" y="131"/>
                </a:lnTo>
                <a:lnTo>
                  <a:pt x="700" y="131"/>
                </a:lnTo>
                <a:lnTo>
                  <a:pt x="700" y="132"/>
                </a:lnTo>
                <a:lnTo>
                  <a:pt x="699" y="133"/>
                </a:lnTo>
                <a:lnTo>
                  <a:pt x="698" y="134"/>
                </a:lnTo>
                <a:lnTo>
                  <a:pt x="698" y="135"/>
                </a:lnTo>
                <a:lnTo>
                  <a:pt x="697" y="135"/>
                </a:lnTo>
                <a:lnTo>
                  <a:pt x="696" y="135"/>
                </a:lnTo>
                <a:lnTo>
                  <a:pt x="695" y="136"/>
                </a:lnTo>
                <a:lnTo>
                  <a:pt x="695" y="137"/>
                </a:lnTo>
                <a:lnTo>
                  <a:pt x="695" y="138"/>
                </a:lnTo>
                <a:lnTo>
                  <a:pt x="696" y="138"/>
                </a:lnTo>
                <a:lnTo>
                  <a:pt x="696" y="139"/>
                </a:lnTo>
                <a:lnTo>
                  <a:pt x="696" y="140"/>
                </a:lnTo>
                <a:lnTo>
                  <a:pt x="696" y="141"/>
                </a:lnTo>
                <a:lnTo>
                  <a:pt x="696" y="142"/>
                </a:lnTo>
                <a:lnTo>
                  <a:pt x="696" y="143"/>
                </a:lnTo>
                <a:lnTo>
                  <a:pt x="695" y="143"/>
                </a:lnTo>
                <a:lnTo>
                  <a:pt x="696" y="144"/>
                </a:lnTo>
                <a:lnTo>
                  <a:pt x="697" y="143"/>
                </a:lnTo>
                <a:lnTo>
                  <a:pt x="698" y="144"/>
                </a:lnTo>
                <a:lnTo>
                  <a:pt x="699" y="144"/>
                </a:lnTo>
                <a:lnTo>
                  <a:pt x="700" y="144"/>
                </a:lnTo>
                <a:lnTo>
                  <a:pt x="701" y="144"/>
                </a:lnTo>
                <a:lnTo>
                  <a:pt x="702" y="144"/>
                </a:lnTo>
                <a:lnTo>
                  <a:pt x="702" y="145"/>
                </a:lnTo>
                <a:lnTo>
                  <a:pt x="701" y="145"/>
                </a:lnTo>
                <a:lnTo>
                  <a:pt x="700" y="145"/>
                </a:lnTo>
                <a:lnTo>
                  <a:pt x="700" y="146"/>
                </a:lnTo>
                <a:lnTo>
                  <a:pt x="699" y="147"/>
                </a:lnTo>
                <a:lnTo>
                  <a:pt x="699" y="146"/>
                </a:lnTo>
                <a:lnTo>
                  <a:pt x="699" y="147"/>
                </a:lnTo>
                <a:lnTo>
                  <a:pt x="699" y="148"/>
                </a:lnTo>
                <a:lnTo>
                  <a:pt x="699" y="149"/>
                </a:lnTo>
                <a:lnTo>
                  <a:pt x="700" y="149"/>
                </a:lnTo>
                <a:lnTo>
                  <a:pt x="700" y="150"/>
                </a:lnTo>
                <a:lnTo>
                  <a:pt x="700" y="151"/>
                </a:lnTo>
                <a:lnTo>
                  <a:pt x="700" y="152"/>
                </a:lnTo>
                <a:lnTo>
                  <a:pt x="700" y="153"/>
                </a:lnTo>
                <a:lnTo>
                  <a:pt x="700" y="154"/>
                </a:lnTo>
                <a:lnTo>
                  <a:pt x="700" y="155"/>
                </a:lnTo>
                <a:lnTo>
                  <a:pt x="701" y="155"/>
                </a:lnTo>
                <a:lnTo>
                  <a:pt x="702" y="156"/>
                </a:lnTo>
                <a:lnTo>
                  <a:pt x="701" y="156"/>
                </a:lnTo>
                <a:lnTo>
                  <a:pt x="701" y="157"/>
                </a:lnTo>
                <a:lnTo>
                  <a:pt x="701" y="158"/>
                </a:lnTo>
                <a:lnTo>
                  <a:pt x="702" y="160"/>
                </a:lnTo>
                <a:lnTo>
                  <a:pt x="702" y="161"/>
                </a:lnTo>
                <a:lnTo>
                  <a:pt x="701" y="162"/>
                </a:lnTo>
                <a:lnTo>
                  <a:pt x="701" y="163"/>
                </a:lnTo>
                <a:lnTo>
                  <a:pt x="700" y="163"/>
                </a:lnTo>
                <a:lnTo>
                  <a:pt x="701" y="163"/>
                </a:lnTo>
                <a:lnTo>
                  <a:pt x="701" y="164"/>
                </a:lnTo>
                <a:lnTo>
                  <a:pt x="701" y="165"/>
                </a:lnTo>
                <a:lnTo>
                  <a:pt x="701" y="166"/>
                </a:lnTo>
                <a:lnTo>
                  <a:pt x="700" y="167"/>
                </a:lnTo>
                <a:lnTo>
                  <a:pt x="699" y="168"/>
                </a:lnTo>
                <a:lnTo>
                  <a:pt x="697" y="168"/>
                </a:lnTo>
                <a:lnTo>
                  <a:pt x="696" y="169"/>
                </a:lnTo>
                <a:lnTo>
                  <a:pt x="696" y="170"/>
                </a:lnTo>
                <a:lnTo>
                  <a:pt x="696" y="171"/>
                </a:lnTo>
                <a:lnTo>
                  <a:pt x="696" y="172"/>
                </a:lnTo>
                <a:lnTo>
                  <a:pt x="695" y="172"/>
                </a:lnTo>
                <a:lnTo>
                  <a:pt x="695" y="173"/>
                </a:lnTo>
                <a:lnTo>
                  <a:pt x="696" y="172"/>
                </a:lnTo>
                <a:lnTo>
                  <a:pt x="697" y="173"/>
                </a:lnTo>
                <a:lnTo>
                  <a:pt x="697" y="174"/>
                </a:lnTo>
                <a:lnTo>
                  <a:pt x="697" y="175"/>
                </a:lnTo>
                <a:lnTo>
                  <a:pt x="697" y="176"/>
                </a:lnTo>
                <a:lnTo>
                  <a:pt x="696" y="178"/>
                </a:lnTo>
                <a:lnTo>
                  <a:pt x="695" y="178"/>
                </a:lnTo>
                <a:lnTo>
                  <a:pt x="695" y="179"/>
                </a:lnTo>
                <a:lnTo>
                  <a:pt x="695" y="180"/>
                </a:lnTo>
                <a:lnTo>
                  <a:pt x="695" y="181"/>
                </a:lnTo>
                <a:lnTo>
                  <a:pt x="695" y="182"/>
                </a:lnTo>
                <a:lnTo>
                  <a:pt x="694" y="182"/>
                </a:lnTo>
                <a:lnTo>
                  <a:pt x="694" y="183"/>
                </a:lnTo>
                <a:lnTo>
                  <a:pt x="695" y="183"/>
                </a:lnTo>
                <a:lnTo>
                  <a:pt x="695" y="184"/>
                </a:lnTo>
                <a:lnTo>
                  <a:pt x="694" y="185"/>
                </a:lnTo>
                <a:lnTo>
                  <a:pt x="694" y="186"/>
                </a:lnTo>
                <a:lnTo>
                  <a:pt x="693" y="186"/>
                </a:lnTo>
                <a:lnTo>
                  <a:pt x="693" y="187"/>
                </a:lnTo>
                <a:lnTo>
                  <a:pt x="692" y="188"/>
                </a:lnTo>
                <a:lnTo>
                  <a:pt x="692" y="189"/>
                </a:lnTo>
                <a:lnTo>
                  <a:pt x="691" y="189"/>
                </a:lnTo>
                <a:lnTo>
                  <a:pt x="691" y="190"/>
                </a:lnTo>
                <a:lnTo>
                  <a:pt x="690" y="190"/>
                </a:lnTo>
                <a:lnTo>
                  <a:pt x="690" y="189"/>
                </a:lnTo>
                <a:lnTo>
                  <a:pt x="690" y="188"/>
                </a:lnTo>
                <a:lnTo>
                  <a:pt x="690" y="187"/>
                </a:lnTo>
                <a:lnTo>
                  <a:pt x="689" y="187"/>
                </a:lnTo>
                <a:lnTo>
                  <a:pt x="689" y="186"/>
                </a:lnTo>
                <a:lnTo>
                  <a:pt x="688" y="186"/>
                </a:lnTo>
                <a:lnTo>
                  <a:pt x="688" y="187"/>
                </a:lnTo>
                <a:lnTo>
                  <a:pt x="688" y="186"/>
                </a:lnTo>
                <a:lnTo>
                  <a:pt x="687" y="186"/>
                </a:lnTo>
                <a:lnTo>
                  <a:pt x="686" y="185"/>
                </a:lnTo>
                <a:lnTo>
                  <a:pt x="685" y="185"/>
                </a:lnTo>
                <a:lnTo>
                  <a:pt x="684" y="185"/>
                </a:lnTo>
                <a:lnTo>
                  <a:pt x="683" y="186"/>
                </a:lnTo>
                <a:lnTo>
                  <a:pt x="682" y="185"/>
                </a:lnTo>
                <a:lnTo>
                  <a:pt x="680" y="185"/>
                </a:lnTo>
                <a:lnTo>
                  <a:pt x="680" y="186"/>
                </a:lnTo>
                <a:lnTo>
                  <a:pt x="679" y="186"/>
                </a:lnTo>
                <a:lnTo>
                  <a:pt x="678" y="186"/>
                </a:lnTo>
                <a:lnTo>
                  <a:pt x="678" y="187"/>
                </a:lnTo>
                <a:lnTo>
                  <a:pt x="678" y="188"/>
                </a:lnTo>
                <a:lnTo>
                  <a:pt x="678" y="187"/>
                </a:lnTo>
                <a:lnTo>
                  <a:pt x="677" y="187"/>
                </a:lnTo>
                <a:lnTo>
                  <a:pt x="676" y="187"/>
                </a:lnTo>
                <a:lnTo>
                  <a:pt x="675" y="189"/>
                </a:lnTo>
                <a:lnTo>
                  <a:pt x="674" y="190"/>
                </a:lnTo>
                <a:lnTo>
                  <a:pt x="673" y="190"/>
                </a:lnTo>
                <a:lnTo>
                  <a:pt x="671" y="191"/>
                </a:lnTo>
                <a:lnTo>
                  <a:pt x="670" y="192"/>
                </a:lnTo>
                <a:lnTo>
                  <a:pt x="669" y="192"/>
                </a:lnTo>
                <a:lnTo>
                  <a:pt x="669" y="193"/>
                </a:lnTo>
                <a:lnTo>
                  <a:pt x="668" y="193"/>
                </a:lnTo>
                <a:lnTo>
                  <a:pt x="668" y="194"/>
                </a:lnTo>
                <a:lnTo>
                  <a:pt x="667" y="194"/>
                </a:lnTo>
                <a:lnTo>
                  <a:pt x="666" y="195"/>
                </a:lnTo>
                <a:lnTo>
                  <a:pt x="666" y="196"/>
                </a:lnTo>
                <a:lnTo>
                  <a:pt x="665" y="196"/>
                </a:lnTo>
                <a:lnTo>
                  <a:pt x="665" y="197"/>
                </a:lnTo>
                <a:lnTo>
                  <a:pt x="664" y="197"/>
                </a:lnTo>
                <a:lnTo>
                  <a:pt x="664" y="198"/>
                </a:lnTo>
                <a:lnTo>
                  <a:pt x="663" y="197"/>
                </a:lnTo>
                <a:lnTo>
                  <a:pt x="663" y="198"/>
                </a:lnTo>
                <a:lnTo>
                  <a:pt x="662" y="198"/>
                </a:lnTo>
                <a:lnTo>
                  <a:pt x="661" y="197"/>
                </a:lnTo>
                <a:lnTo>
                  <a:pt x="661" y="194"/>
                </a:lnTo>
                <a:lnTo>
                  <a:pt x="660" y="193"/>
                </a:lnTo>
                <a:lnTo>
                  <a:pt x="659" y="193"/>
                </a:lnTo>
                <a:lnTo>
                  <a:pt x="658" y="192"/>
                </a:lnTo>
                <a:lnTo>
                  <a:pt x="657" y="192"/>
                </a:lnTo>
                <a:lnTo>
                  <a:pt x="656" y="193"/>
                </a:lnTo>
                <a:lnTo>
                  <a:pt x="655" y="195"/>
                </a:lnTo>
                <a:lnTo>
                  <a:pt x="654" y="195"/>
                </a:lnTo>
                <a:lnTo>
                  <a:pt x="653" y="195"/>
                </a:lnTo>
                <a:lnTo>
                  <a:pt x="653" y="194"/>
                </a:lnTo>
                <a:lnTo>
                  <a:pt x="652" y="193"/>
                </a:lnTo>
                <a:lnTo>
                  <a:pt x="651" y="193"/>
                </a:lnTo>
                <a:lnTo>
                  <a:pt x="650" y="193"/>
                </a:lnTo>
                <a:lnTo>
                  <a:pt x="649" y="193"/>
                </a:lnTo>
                <a:lnTo>
                  <a:pt x="648" y="193"/>
                </a:lnTo>
                <a:lnTo>
                  <a:pt x="646" y="194"/>
                </a:lnTo>
                <a:lnTo>
                  <a:pt x="645" y="195"/>
                </a:lnTo>
                <a:lnTo>
                  <a:pt x="644" y="195"/>
                </a:lnTo>
                <a:lnTo>
                  <a:pt x="643" y="195"/>
                </a:lnTo>
                <a:lnTo>
                  <a:pt x="641" y="195"/>
                </a:lnTo>
                <a:lnTo>
                  <a:pt x="639" y="197"/>
                </a:lnTo>
                <a:lnTo>
                  <a:pt x="638" y="196"/>
                </a:lnTo>
                <a:lnTo>
                  <a:pt x="637" y="195"/>
                </a:lnTo>
                <a:lnTo>
                  <a:pt x="636" y="194"/>
                </a:lnTo>
                <a:lnTo>
                  <a:pt x="635" y="194"/>
                </a:lnTo>
                <a:lnTo>
                  <a:pt x="634" y="194"/>
                </a:lnTo>
                <a:lnTo>
                  <a:pt x="633" y="194"/>
                </a:lnTo>
                <a:lnTo>
                  <a:pt x="633" y="195"/>
                </a:lnTo>
                <a:lnTo>
                  <a:pt x="632" y="194"/>
                </a:lnTo>
                <a:lnTo>
                  <a:pt x="633" y="194"/>
                </a:lnTo>
                <a:lnTo>
                  <a:pt x="633" y="193"/>
                </a:lnTo>
                <a:lnTo>
                  <a:pt x="632" y="193"/>
                </a:lnTo>
                <a:lnTo>
                  <a:pt x="631" y="192"/>
                </a:lnTo>
                <a:lnTo>
                  <a:pt x="630" y="189"/>
                </a:lnTo>
                <a:lnTo>
                  <a:pt x="630" y="188"/>
                </a:lnTo>
                <a:lnTo>
                  <a:pt x="630" y="187"/>
                </a:lnTo>
                <a:lnTo>
                  <a:pt x="629" y="187"/>
                </a:lnTo>
                <a:lnTo>
                  <a:pt x="628" y="187"/>
                </a:lnTo>
                <a:lnTo>
                  <a:pt x="628" y="186"/>
                </a:lnTo>
                <a:lnTo>
                  <a:pt x="629" y="186"/>
                </a:lnTo>
                <a:lnTo>
                  <a:pt x="628" y="186"/>
                </a:lnTo>
                <a:lnTo>
                  <a:pt x="625" y="185"/>
                </a:lnTo>
                <a:lnTo>
                  <a:pt x="623" y="184"/>
                </a:lnTo>
                <a:lnTo>
                  <a:pt x="622" y="184"/>
                </a:lnTo>
                <a:lnTo>
                  <a:pt x="622" y="183"/>
                </a:lnTo>
                <a:lnTo>
                  <a:pt x="621" y="183"/>
                </a:lnTo>
                <a:lnTo>
                  <a:pt x="621" y="182"/>
                </a:lnTo>
                <a:lnTo>
                  <a:pt x="621" y="181"/>
                </a:lnTo>
                <a:lnTo>
                  <a:pt x="620" y="181"/>
                </a:lnTo>
                <a:lnTo>
                  <a:pt x="619" y="181"/>
                </a:lnTo>
                <a:lnTo>
                  <a:pt x="618" y="180"/>
                </a:lnTo>
                <a:lnTo>
                  <a:pt x="618" y="181"/>
                </a:lnTo>
                <a:lnTo>
                  <a:pt x="617" y="181"/>
                </a:lnTo>
                <a:lnTo>
                  <a:pt x="617" y="180"/>
                </a:lnTo>
                <a:lnTo>
                  <a:pt x="616" y="180"/>
                </a:lnTo>
                <a:lnTo>
                  <a:pt x="615" y="180"/>
                </a:lnTo>
                <a:lnTo>
                  <a:pt x="615" y="181"/>
                </a:lnTo>
                <a:lnTo>
                  <a:pt x="614" y="182"/>
                </a:lnTo>
                <a:lnTo>
                  <a:pt x="614" y="183"/>
                </a:lnTo>
                <a:lnTo>
                  <a:pt x="615" y="183"/>
                </a:lnTo>
                <a:lnTo>
                  <a:pt x="615" y="184"/>
                </a:lnTo>
                <a:lnTo>
                  <a:pt x="614" y="184"/>
                </a:lnTo>
                <a:lnTo>
                  <a:pt x="613" y="186"/>
                </a:lnTo>
                <a:lnTo>
                  <a:pt x="612" y="186"/>
                </a:lnTo>
                <a:lnTo>
                  <a:pt x="611" y="187"/>
                </a:lnTo>
                <a:lnTo>
                  <a:pt x="611" y="188"/>
                </a:lnTo>
                <a:lnTo>
                  <a:pt x="610" y="190"/>
                </a:lnTo>
                <a:lnTo>
                  <a:pt x="608" y="191"/>
                </a:lnTo>
                <a:lnTo>
                  <a:pt x="607" y="192"/>
                </a:lnTo>
                <a:lnTo>
                  <a:pt x="607" y="193"/>
                </a:lnTo>
                <a:lnTo>
                  <a:pt x="606" y="193"/>
                </a:lnTo>
                <a:lnTo>
                  <a:pt x="606" y="194"/>
                </a:lnTo>
                <a:lnTo>
                  <a:pt x="606" y="195"/>
                </a:lnTo>
                <a:lnTo>
                  <a:pt x="607" y="196"/>
                </a:lnTo>
                <a:lnTo>
                  <a:pt x="607" y="197"/>
                </a:lnTo>
                <a:lnTo>
                  <a:pt x="606" y="198"/>
                </a:lnTo>
                <a:lnTo>
                  <a:pt x="605" y="198"/>
                </a:lnTo>
                <a:lnTo>
                  <a:pt x="604" y="197"/>
                </a:lnTo>
                <a:lnTo>
                  <a:pt x="603" y="197"/>
                </a:lnTo>
                <a:lnTo>
                  <a:pt x="603" y="198"/>
                </a:lnTo>
                <a:lnTo>
                  <a:pt x="604" y="198"/>
                </a:lnTo>
                <a:lnTo>
                  <a:pt x="603" y="199"/>
                </a:lnTo>
                <a:lnTo>
                  <a:pt x="602" y="199"/>
                </a:lnTo>
                <a:lnTo>
                  <a:pt x="602" y="198"/>
                </a:lnTo>
                <a:lnTo>
                  <a:pt x="601" y="198"/>
                </a:lnTo>
                <a:lnTo>
                  <a:pt x="601" y="199"/>
                </a:lnTo>
                <a:lnTo>
                  <a:pt x="601" y="200"/>
                </a:lnTo>
                <a:lnTo>
                  <a:pt x="600" y="200"/>
                </a:lnTo>
                <a:lnTo>
                  <a:pt x="600" y="201"/>
                </a:lnTo>
                <a:lnTo>
                  <a:pt x="599" y="201"/>
                </a:lnTo>
                <a:lnTo>
                  <a:pt x="598" y="200"/>
                </a:lnTo>
                <a:lnTo>
                  <a:pt x="598" y="199"/>
                </a:lnTo>
                <a:lnTo>
                  <a:pt x="597" y="199"/>
                </a:lnTo>
                <a:lnTo>
                  <a:pt x="597" y="198"/>
                </a:lnTo>
                <a:lnTo>
                  <a:pt x="596" y="197"/>
                </a:lnTo>
                <a:lnTo>
                  <a:pt x="596" y="196"/>
                </a:lnTo>
                <a:lnTo>
                  <a:pt x="596" y="195"/>
                </a:lnTo>
                <a:lnTo>
                  <a:pt x="596" y="194"/>
                </a:lnTo>
                <a:lnTo>
                  <a:pt x="595" y="194"/>
                </a:lnTo>
                <a:lnTo>
                  <a:pt x="594" y="194"/>
                </a:lnTo>
                <a:lnTo>
                  <a:pt x="594" y="193"/>
                </a:lnTo>
                <a:lnTo>
                  <a:pt x="593" y="193"/>
                </a:lnTo>
                <a:lnTo>
                  <a:pt x="593" y="194"/>
                </a:lnTo>
                <a:lnTo>
                  <a:pt x="592" y="194"/>
                </a:lnTo>
                <a:lnTo>
                  <a:pt x="591" y="194"/>
                </a:lnTo>
                <a:lnTo>
                  <a:pt x="591" y="193"/>
                </a:lnTo>
                <a:lnTo>
                  <a:pt x="590" y="193"/>
                </a:lnTo>
                <a:lnTo>
                  <a:pt x="590" y="192"/>
                </a:lnTo>
                <a:lnTo>
                  <a:pt x="589" y="192"/>
                </a:lnTo>
                <a:lnTo>
                  <a:pt x="588" y="191"/>
                </a:lnTo>
                <a:lnTo>
                  <a:pt x="587" y="191"/>
                </a:lnTo>
                <a:lnTo>
                  <a:pt x="586" y="190"/>
                </a:lnTo>
                <a:lnTo>
                  <a:pt x="586" y="189"/>
                </a:lnTo>
                <a:lnTo>
                  <a:pt x="585" y="189"/>
                </a:lnTo>
                <a:lnTo>
                  <a:pt x="586" y="188"/>
                </a:lnTo>
                <a:lnTo>
                  <a:pt x="586" y="186"/>
                </a:lnTo>
                <a:lnTo>
                  <a:pt x="585" y="186"/>
                </a:lnTo>
                <a:lnTo>
                  <a:pt x="585" y="185"/>
                </a:lnTo>
                <a:lnTo>
                  <a:pt x="585" y="184"/>
                </a:lnTo>
                <a:lnTo>
                  <a:pt x="584" y="184"/>
                </a:lnTo>
                <a:lnTo>
                  <a:pt x="583" y="185"/>
                </a:lnTo>
                <a:lnTo>
                  <a:pt x="582" y="185"/>
                </a:lnTo>
                <a:lnTo>
                  <a:pt x="581" y="185"/>
                </a:lnTo>
                <a:lnTo>
                  <a:pt x="580" y="185"/>
                </a:lnTo>
                <a:lnTo>
                  <a:pt x="580" y="184"/>
                </a:lnTo>
                <a:lnTo>
                  <a:pt x="579" y="184"/>
                </a:lnTo>
                <a:lnTo>
                  <a:pt x="578" y="183"/>
                </a:lnTo>
                <a:lnTo>
                  <a:pt x="578" y="182"/>
                </a:lnTo>
                <a:lnTo>
                  <a:pt x="578" y="183"/>
                </a:lnTo>
                <a:lnTo>
                  <a:pt x="578" y="184"/>
                </a:lnTo>
                <a:lnTo>
                  <a:pt x="577" y="184"/>
                </a:lnTo>
                <a:lnTo>
                  <a:pt x="577" y="186"/>
                </a:lnTo>
                <a:lnTo>
                  <a:pt x="576" y="187"/>
                </a:lnTo>
                <a:lnTo>
                  <a:pt x="576" y="188"/>
                </a:lnTo>
                <a:lnTo>
                  <a:pt x="575" y="188"/>
                </a:lnTo>
                <a:lnTo>
                  <a:pt x="575" y="189"/>
                </a:lnTo>
                <a:lnTo>
                  <a:pt x="575" y="190"/>
                </a:lnTo>
                <a:lnTo>
                  <a:pt x="575" y="192"/>
                </a:lnTo>
                <a:lnTo>
                  <a:pt x="575" y="193"/>
                </a:lnTo>
                <a:lnTo>
                  <a:pt x="574" y="193"/>
                </a:lnTo>
                <a:lnTo>
                  <a:pt x="573" y="193"/>
                </a:lnTo>
                <a:lnTo>
                  <a:pt x="573" y="194"/>
                </a:lnTo>
                <a:lnTo>
                  <a:pt x="572" y="195"/>
                </a:lnTo>
                <a:lnTo>
                  <a:pt x="573" y="196"/>
                </a:lnTo>
                <a:lnTo>
                  <a:pt x="572" y="196"/>
                </a:lnTo>
                <a:lnTo>
                  <a:pt x="572" y="197"/>
                </a:lnTo>
                <a:lnTo>
                  <a:pt x="572" y="198"/>
                </a:lnTo>
                <a:lnTo>
                  <a:pt x="571" y="199"/>
                </a:lnTo>
                <a:lnTo>
                  <a:pt x="570" y="199"/>
                </a:lnTo>
                <a:lnTo>
                  <a:pt x="569" y="200"/>
                </a:lnTo>
                <a:lnTo>
                  <a:pt x="569" y="201"/>
                </a:lnTo>
                <a:lnTo>
                  <a:pt x="568" y="201"/>
                </a:lnTo>
                <a:lnTo>
                  <a:pt x="566" y="201"/>
                </a:lnTo>
                <a:lnTo>
                  <a:pt x="566" y="202"/>
                </a:lnTo>
                <a:lnTo>
                  <a:pt x="566" y="203"/>
                </a:lnTo>
                <a:lnTo>
                  <a:pt x="565" y="202"/>
                </a:lnTo>
                <a:lnTo>
                  <a:pt x="565" y="203"/>
                </a:lnTo>
                <a:lnTo>
                  <a:pt x="565" y="204"/>
                </a:lnTo>
                <a:lnTo>
                  <a:pt x="564" y="204"/>
                </a:lnTo>
                <a:lnTo>
                  <a:pt x="564" y="205"/>
                </a:lnTo>
                <a:lnTo>
                  <a:pt x="563" y="205"/>
                </a:lnTo>
                <a:lnTo>
                  <a:pt x="563" y="206"/>
                </a:lnTo>
                <a:lnTo>
                  <a:pt x="562" y="206"/>
                </a:lnTo>
                <a:lnTo>
                  <a:pt x="561" y="206"/>
                </a:lnTo>
                <a:lnTo>
                  <a:pt x="561" y="208"/>
                </a:lnTo>
                <a:lnTo>
                  <a:pt x="560" y="208"/>
                </a:lnTo>
                <a:lnTo>
                  <a:pt x="560" y="209"/>
                </a:lnTo>
                <a:lnTo>
                  <a:pt x="559" y="210"/>
                </a:lnTo>
                <a:lnTo>
                  <a:pt x="559" y="211"/>
                </a:lnTo>
                <a:lnTo>
                  <a:pt x="559" y="212"/>
                </a:lnTo>
                <a:lnTo>
                  <a:pt x="558" y="212"/>
                </a:lnTo>
                <a:lnTo>
                  <a:pt x="558" y="211"/>
                </a:lnTo>
                <a:lnTo>
                  <a:pt x="558" y="212"/>
                </a:lnTo>
                <a:lnTo>
                  <a:pt x="557" y="212"/>
                </a:lnTo>
                <a:lnTo>
                  <a:pt x="558" y="212"/>
                </a:lnTo>
                <a:lnTo>
                  <a:pt x="558" y="213"/>
                </a:lnTo>
                <a:lnTo>
                  <a:pt x="558" y="214"/>
                </a:lnTo>
                <a:lnTo>
                  <a:pt x="557" y="214"/>
                </a:lnTo>
                <a:lnTo>
                  <a:pt x="557" y="215"/>
                </a:lnTo>
                <a:lnTo>
                  <a:pt x="556" y="215"/>
                </a:lnTo>
                <a:lnTo>
                  <a:pt x="555" y="215"/>
                </a:lnTo>
                <a:lnTo>
                  <a:pt x="555" y="214"/>
                </a:lnTo>
                <a:lnTo>
                  <a:pt x="555" y="215"/>
                </a:lnTo>
                <a:lnTo>
                  <a:pt x="555" y="214"/>
                </a:lnTo>
                <a:lnTo>
                  <a:pt x="554" y="215"/>
                </a:lnTo>
                <a:lnTo>
                  <a:pt x="553" y="215"/>
                </a:lnTo>
                <a:lnTo>
                  <a:pt x="552" y="215"/>
                </a:lnTo>
                <a:lnTo>
                  <a:pt x="552" y="216"/>
                </a:lnTo>
                <a:lnTo>
                  <a:pt x="551" y="215"/>
                </a:lnTo>
                <a:lnTo>
                  <a:pt x="551" y="216"/>
                </a:lnTo>
                <a:lnTo>
                  <a:pt x="550" y="216"/>
                </a:lnTo>
                <a:lnTo>
                  <a:pt x="550" y="217"/>
                </a:lnTo>
                <a:lnTo>
                  <a:pt x="550" y="218"/>
                </a:lnTo>
                <a:lnTo>
                  <a:pt x="551" y="218"/>
                </a:lnTo>
                <a:lnTo>
                  <a:pt x="551" y="219"/>
                </a:lnTo>
                <a:lnTo>
                  <a:pt x="552" y="219"/>
                </a:lnTo>
                <a:lnTo>
                  <a:pt x="552" y="218"/>
                </a:lnTo>
                <a:lnTo>
                  <a:pt x="553" y="218"/>
                </a:lnTo>
                <a:lnTo>
                  <a:pt x="553" y="219"/>
                </a:lnTo>
                <a:lnTo>
                  <a:pt x="553" y="220"/>
                </a:lnTo>
                <a:lnTo>
                  <a:pt x="553" y="221"/>
                </a:lnTo>
                <a:lnTo>
                  <a:pt x="552" y="221"/>
                </a:lnTo>
                <a:lnTo>
                  <a:pt x="551" y="221"/>
                </a:lnTo>
                <a:lnTo>
                  <a:pt x="550" y="221"/>
                </a:lnTo>
                <a:lnTo>
                  <a:pt x="549" y="220"/>
                </a:lnTo>
                <a:lnTo>
                  <a:pt x="549" y="221"/>
                </a:lnTo>
                <a:lnTo>
                  <a:pt x="548" y="221"/>
                </a:lnTo>
                <a:lnTo>
                  <a:pt x="548" y="222"/>
                </a:lnTo>
                <a:lnTo>
                  <a:pt x="548" y="223"/>
                </a:lnTo>
                <a:lnTo>
                  <a:pt x="549" y="224"/>
                </a:lnTo>
                <a:lnTo>
                  <a:pt x="550" y="224"/>
                </a:lnTo>
                <a:lnTo>
                  <a:pt x="550" y="225"/>
                </a:lnTo>
                <a:lnTo>
                  <a:pt x="550" y="226"/>
                </a:lnTo>
                <a:lnTo>
                  <a:pt x="551" y="226"/>
                </a:lnTo>
                <a:lnTo>
                  <a:pt x="550" y="226"/>
                </a:lnTo>
                <a:lnTo>
                  <a:pt x="549" y="227"/>
                </a:lnTo>
                <a:lnTo>
                  <a:pt x="550" y="227"/>
                </a:lnTo>
                <a:lnTo>
                  <a:pt x="551" y="227"/>
                </a:lnTo>
                <a:lnTo>
                  <a:pt x="552" y="226"/>
                </a:lnTo>
                <a:lnTo>
                  <a:pt x="553" y="226"/>
                </a:lnTo>
                <a:lnTo>
                  <a:pt x="553" y="225"/>
                </a:lnTo>
                <a:lnTo>
                  <a:pt x="553" y="224"/>
                </a:lnTo>
                <a:lnTo>
                  <a:pt x="554" y="224"/>
                </a:lnTo>
                <a:lnTo>
                  <a:pt x="554" y="223"/>
                </a:lnTo>
                <a:lnTo>
                  <a:pt x="555" y="223"/>
                </a:lnTo>
                <a:lnTo>
                  <a:pt x="556" y="223"/>
                </a:lnTo>
                <a:lnTo>
                  <a:pt x="557" y="223"/>
                </a:lnTo>
                <a:lnTo>
                  <a:pt x="558" y="223"/>
                </a:lnTo>
                <a:lnTo>
                  <a:pt x="558" y="224"/>
                </a:lnTo>
                <a:lnTo>
                  <a:pt x="559" y="225"/>
                </a:lnTo>
                <a:lnTo>
                  <a:pt x="559" y="226"/>
                </a:lnTo>
                <a:lnTo>
                  <a:pt x="560" y="226"/>
                </a:lnTo>
                <a:lnTo>
                  <a:pt x="560" y="227"/>
                </a:lnTo>
                <a:lnTo>
                  <a:pt x="561" y="228"/>
                </a:lnTo>
                <a:lnTo>
                  <a:pt x="561" y="229"/>
                </a:lnTo>
                <a:lnTo>
                  <a:pt x="561" y="230"/>
                </a:lnTo>
                <a:lnTo>
                  <a:pt x="562" y="231"/>
                </a:lnTo>
                <a:lnTo>
                  <a:pt x="562" y="232"/>
                </a:lnTo>
                <a:lnTo>
                  <a:pt x="563" y="233"/>
                </a:lnTo>
                <a:lnTo>
                  <a:pt x="564" y="233"/>
                </a:lnTo>
                <a:lnTo>
                  <a:pt x="564" y="234"/>
                </a:lnTo>
                <a:lnTo>
                  <a:pt x="564" y="235"/>
                </a:lnTo>
                <a:lnTo>
                  <a:pt x="563" y="236"/>
                </a:lnTo>
                <a:lnTo>
                  <a:pt x="563" y="237"/>
                </a:lnTo>
                <a:lnTo>
                  <a:pt x="563" y="238"/>
                </a:lnTo>
                <a:lnTo>
                  <a:pt x="563" y="239"/>
                </a:lnTo>
                <a:lnTo>
                  <a:pt x="563" y="240"/>
                </a:lnTo>
                <a:lnTo>
                  <a:pt x="564" y="240"/>
                </a:lnTo>
                <a:lnTo>
                  <a:pt x="564" y="241"/>
                </a:lnTo>
                <a:lnTo>
                  <a:pt x="563" y="242"/>
                </a:lnTo>
                <a:lnTo>
                  <a:pt x="562" y="242"/>
                </a:lnTo>
                <a:lnTo>
                  <a:pt x="561" y="243"/>
                </a:lnTo>
                <a:lnTo>
                  <a:pt x="560" y="243"/>
                </a:lnTo>
                <a:lnTo>
                  <a:pt x="559" y="243"/>
                </a:lnTo>
                <a:lnTo>
                  <a:pt x="559" y="244"/>
                </a:lnTo>
                <a:lnTo>
                  <a:pt x="559" y="245"/>
                </a:lnTo>
                <a:lnTo>
                  <a:pt x="558" y="245"/>
                </a:lnTo>
                <a:lnTo>
                  <a:pt x="557" y="245"/>
                </a:lnTo>
                <a:lnTo>
                  <a:pt x="557" y="247"/>
                </a:lnTo>
                <a:lnTo>
                  <a:pt x="557" y="248"/>
                </a:lnTo>
                <a:lnTo>
                  <a:pt x="557" y="249"/>
                </a:lnTo>
                <a:lnTo>
                  <a:pt x="558" y="250"/>
                </a:lnTo>
                <a:lnTo>
                  <a:pt x="559" y="251"/>
                </a:lnTo>
                <a:lnTo>
                  <a:pt x="559" y="252"/>
                </a:lnTo>
                <a:lnTo>
                  <a:pt x="559" y="253"/>
                </a:lnTo>
                <a:lnTo>
                  <a:pt x="559" y="254"/>
                </a:lnTo>
                <a:lnTo>
                  <a:pt x="560" y="255"/>
                </a:lnTo>
                <a:lnTo>
                  <a:pt x="560" y="256"/>
                </a:lnTo>
                <a:lnTo>
                  <a:pt x="561" y="256"/>
                </a:lnTo>
                <a:lnTo>
                  <a:pt x="562" y="256"/>
                </a:lnTo>
                <a:lnTo>
                  <a:pt x="562" y="255"/>
                </a:lnTo>
                <a:lnTo>
                  <a:pt x="563" y="255"/>
                </a:lnTo>
                <a:lnTo>
                  <a:pt x="563" y="256"/>
                </a:lnTo>
                <a:lnTo>
                  <a:pt x="563" y="257"/>
                </a:lnTo>
                <a:lnTo>
                  <a:pt x="563" y="258"/>
                </a:lnTo>
                <a:lnTo>
                  <a:pt x="563" y="259"/>
                </a:lnTo>
                <a:lnTo>
                  <a:pt x="562" y="259"/>
                </a:lnTo>
                <a:lnTo>
                  <a:pt x="562" y="260"/>
                </a:lnTo>
                <a:lnTo>
                  <a:pt x="562" y="261"/>
                </a:lnTo>
                <a:lnTo>
                  <a:pt x="562" y="262"/>
                </a:lnTo>
                <a:lnTo>
                  <a:pt x="562" y="263"/>
                </a:lnTo>
                <a:lnTo>
                  <a:pt x="562" y="264"/>
                </a:lnTo>
                <a:lnTo>
                  <a:pt x="562" y="265"/>
                </a:lnTo>
                <a:lnTo>
                  <a:pt x="561" y="266"/>
                </a:lnTo>
                <a:lnTo>
                  <a:pt x="561" y="267"/>
                </a:lnTo>
                <a:lnTo>
                  <a:pt x="562" y="267"/>
                </a:lnTo>
                <a:lnTo>
                  <a:pt x="562" y="268"/>
                </a:lnTo>
                <a:lnTo>
                  <a:pt x="563" y="268"/>
                </a:lnTo>
                <a:lnTo>
                  <a:pt x="563" y="269"/>
                </a:lnTo>
                <a:lnTo>
                  <a:pt x="563" y="270"/>
                </a:lnTo>
                <a:lnTo>
                  <a:pt x="563" y="271"/>
                </a:lnTo>
                <a:lnTo>
                  <a:pt x="564" y="271"/>
                </a:lnTo>
                <a:lnTo>
                  <a:pt x="564" y="272"/>
                </a:lnTo>
                <a:lnTo>
                  <a:pt x="565" y="272"/>
                </a:lnTo>
                <a:lnTo>
                  <a:pt x="566" y="272"/>
                </a:lnTo>
                <a:lnTo>
                  <a:pt x="566" y="273"/>
                </a:lnTo>
                <a:lnTo>
                  <a:pt x="567" y="273"/>
                </a:lnTo>
                <a:lnTo>
                  <a:pt x="567" y="274"/>
                </a:lnTo>
                <a:lnTo>
                  <a:pt x="567" y="275"/>
                </a:lnTo>
                <a:lnTo>
                  <a:pt x="567" y="276"/>
                </a:lnTo>
                <a:lnTo>
                  <a:pt x="568" y="276"/>
                </a:lnTo>
                <a:lnTo>
                  <a:pt x="569" y="276"/>
                </a:lnTo>
                <a:lnTo>
                  <a:pt x="570" y="276"/>
                </a:lnTo>
                <a:lnTo>
                  <a:pt x="570" y="277"/>
                </a:lnTo>
                <a:lnTo>
                  <a:pt x="571" y="277"/>
                </a:lnTo>
                <a:lnTo>
                  <a:pt x="571" y="278"/>
                </a:lnTo>
                <a:lnTo>
                  <a:pt x="572" y="278"/>
                </a:lnTo>
                <a:lnTo>
                  <a:pt x="573" y="278"/>
                </a:lnTo>
                <a:lnTo>
                  <a:pt x="573" y="277"/>
                </a:lnTo>
                <a:lnTo>
                  <a:pt x="575" y="277"/>
                </a:lnTo>
                <a:lnTo>
                  <a:pt x="575" y="278"/>
                </a:lnTo>
                <a:lnTo>
                  <a:pt x="576" y="278"/>
                </a:lnTo>
                <a:lnTo>
                  <a:pt x="577" y="278"/>
                </a:lnTo>
                <a:lnTo>
                  <a:pt x="578" y="277"/>
                </a:lnTo>
                <a:lnTo>
                  <a:pt x="579" y="277"/>
                </a:lnTo>
                <a:lnTo>
                  <a:pt x="580" y="277"/>
                </a:lnTo>
                <a:lnTo>
                  <a:pt x="581" y="277"/>
                </a:lnTo>
                <a:lnTo>
                  <a:pt x="582" y="277"/>
                </a:lnTo>
                <a:lnTo>
                  <a:pt x="583" y="277"/>
                </a:lnTo>
                <a:lnTo>
                  <a:pt x="584" y="277"/>
                </a:lnTo>
                <a:lnTo>
                  <a:pt x="584" y="278"/>
                </a:lnTo>
                <a:lnTo>
                  <a:pt x="585" y="278"/>
                </a:lnTo>
                <a:lnTo>
                  <a:pt x="586" y="278"/>
                </a:lnTo>
                <a:lnTo>
                  <a:pt x="586" y="277"/>
                </a:lnTo>
                <a:lnTo>
                  <a:pt x="587" y="277"/>
                </a:lnTo>
                <a:lnTo>
                  <a:pt x="587" y="278"/>
                </a:lnTo>
                <a:lnTo>
                  <a:pt x="588" y="278"/>
                </a:lnTo>
                <a:lnTo>
                  <a:pt x="588" y="279"/>
                </a:lnTo>
                <a:lnTo>
                  <a:pt x="589" y="278"/>
                </a:lnTo>
                <a:lnTo>
                  <a:pt x="590" y="278"/>
                </a:lnTo>
                <a:lnTo>
                  <a:pt x="590" y="277"/>
                </a:lnTo>
                <a:lnTo>
                  <a:pt x="590" y="276"/>
                </a:lnTo>
                <a:lnTo>
                  <a:pt x="590" y="275"/>
                </a:lnTo>
                <a:lnTo>
                  <a:pt x="590" y="274"/>
                </a:lnTo>
                <a:lnTo>
                  <a:pt x="590" y="273"/>
                </a:lnTo>
                <a:lnTo>
                  <a:pt x="590" y="271"/>
                </a:lnTo>
                <a:lnTo>
                  <a:pt x="591" y="271"/>
                </a:lnTo>
                <a:lnTo>
                  <a:pt x="592" y="270"/>
                </a:lnTo>
                <a:lnTo>
                  <a:pt x="593" y="269"/>
                </a:lnTo>
                <a:lnTo>
                  <a:pt x="593" y="268"/>
                </a:lnTo>
                <a:lnTo>
                  <a:pt x="593" y="267"/>
                </a:lnTo>
                <a:lnTo>
                  <a:pt x="594" y="267"/>
                </a:lnTo>
                <a:lnTo>
                  <a:pt x="594" y="266"/>
                </a:lnTo>
                <a:lnTo>
                  <a:pt x="594" y="265"/>
                </a:lnTo>
                <a:lnTo>
                  <a:pt x="595" y="265"/>
                </a:lnTo>
                <a:lnTo>
                  <a:pt x="595" y="264"/>
                </a:lnTo>
                <a:lnTo>
                  <a:pt x="596" y="264"/>
                </a:lnTo>
                <a:lnTo>
                  <a:pt x="596" y="265"/>
                </a:lnTo>
                <a:lnTo>
                  <a:pt x="597" y="264"/>
                </a:lnTo>
                <a:lnTo>
                  <a:pt x="598" y="264"/>
                </a:lnTo>
                <a:lnTo>
                  <a:pt x="599" y="265"/>
                </a:lnTo>
                <a:lnTo>
                  <a:pt x="600" y="265"/>
                </a:lnTo>
                <a:lnTo>
                  <a:pt x="601" y="265"/>
                </a:lnTo>
                <a:lnTo>
                  <a:pt x="602" y="266"/>
                </a:lnTo>
                <a:lnTo>
                  <a:pt x="603" y="266"/>
                </a:lnTo>
                <a:lnTo>
                  <a:pt x="604" y="267"/>
                </a:lnTo>
                <a:lnTo>
                  <a:pt x="605" y="267"/>
                </a:lnTo>
                <a:lnTo>
                  <a:pt x="605" y="266"/>
                </a:lnTo>
                <a:lnTo>
                  <a:pt x="606" y="266"/>
                </a:lnTo>
                <a:lnTo>
                  <a:pt x="607" y="266"/>
                </a:lnTo>
                <a:lnTo>
                  <a:pt x="607" y="267"/>
                </a:lnTo>
                <a:lnTo>
                  <a:pt x="608" y="267"/>
                </a:lnTo>
                <a:lnTo>
                  <a:pt x="608" y="266"/>
                </a:lnTo>
                <a:lnTo>
                  <a:pt x="609" y="265"/>
                </a:lnTo>
                <a:lnTo>
                  <a:pt x="610" y="265"/>
                </a:lnTo>
                <a:lnTo>
                  <a:pt x="611" y="266"/>
                </a:lnTo>
                <a:lnTo>
                  <a:pt x="612" y="267"/>
                </a:lnTo>
                <a:lnTo>
                  <a:pt x="612" y="268"/>
                </a:lnTo>
                <a:lnTo>
                  <a:pt x="612" y="267"/>
                </a:lnTo>
                <a:lnTo>
                  <a:pt x="613" y="267"/>
                </a:lnTo>
                <a:lnTo>
                  <a:pt x="614" y="267"/>
                </a:lnTo>
                <a:lnTo>
                  <a:pt x="615" y="267"/>
                </a:lnTo>
                <a:lnTo>
                  <a:pt x="616" y="266"/>
                </a:lnTo>
                <a:lnTo>
                  <a:pt x="617" y="266"/>
                </a:lnTo>
                <a:lnTo>
                  <a:pt x="617" y="264"/>
                </a:lnTo>
                <a:lnTo>
                  <a:pt x="618" y="264"/>
                </a:lnTo>
                <a:lnTo>
                  <a:pt x="618" y="263"/>
                </a:lnTo>
                <a:lnTo>
                  <a:pt x="618" y="262"/>
                </a:lnTo>
                <a:lnTo>
                  <a:pt x="619" y="261"/>
                </a:lnTo>
                <a:lnTo>
                  <a:pt x="619" y="260"/>
                </a:lnTo>
                <a:lnTo>
                  <a:pt x="620" y="260"/>
                </a:lnTo>
                <a:lnTo>
                  <a:pt x="620" y="258"/>
                </a:lnTo>
                <a:lnTo>
                  <a:pt x="621" y="258"/>
                </a:lnTo>
                <a:lnTo>
                  <a:pt x="621" y="257"/>
                </a:lnTo>
                <a:lnTo>
                  <a:pt x="621" y="258"/>
                </a:lnTo>
                <a:lnTo>
                  <a:pt x="622" y="257"/>
                </a:lnTo>
                <a:lnTo>
                  <a:pt x="622" y="258"/>
                </a:lnTo>
                <a:lnTo>
                  <a:pt x="622" y="259"/>
                </a:lnTo>
                <a:lnTo>
                  <a:pt x="623" y="259"/>
                </a:lnTo>
                <a:lnTo>
                  <a:pt x="624" y="260"/>
                </a:lnTo>
                <a:lnTo>
                  <a:pt x="624" y="261"/>
                </a:lnTo>
                <a:lnTo>
                  <a:pt x="624" y="262"/>
                </a:lnTo>
                <a:lnTo>
                  <a:pt x="625" y="262"/>
                </a:lnTo>
                <a:lnTo>
                  <a:pt x="626" y="263"/>
                </a:lnTo>
                <a:lnTo>
                  <a:pt x="626" y="264"/>
                </a:lnTo>
                <a:lnTo>
                  <a:pt x="626" y="265"/>
                </a:lnTo>
                <a:lnTo>
                  <a:pt x="625" y="266"/>
                </a:lnTo>
                <a:lnTo>
                  <a:pt x="625" y="268"/>
                </a:lnTo>
                <a:lnTo>
                  <a:pt x="625" y="269"/>
                </a:lnTo>
                <a:lnTo>
                  <a:pt x="626" y="269"/>
                </a:lnTo>
                <a:lnTo>
                  <a:pt x="626" y="270"/>
                </a:lnTo>
                <a:lnTo>
                  <a:pt x="628" y="271"/>
                </a:lnTo>
                <a:lnTo>
                  <a:pt x="629" y="270"/>
                </a:lnTo>
                <a:lnTo>
                  <a:pt x="630" y="270"/>
                </a:lnTo>
                <a:lnTo>
                  <a:pt x="632" y="270"/>
                </a:lnTo>
                <a:lnTo>
                  <a:pt x="633" y="270"/>
                </a:lnTo>
                <a:lnTo>
                  <a:pt x="634" y="270"/>
                </a:lnTo>
                <a:lnTo>
                  <a:pt x="635" y="270"/>
                </a:lnTo>
                <a:lnTo>
                  <a:pt x="635" y="271"/>
                </a:lnTo>
                <a:lnTo>
                  <a:pt x="636" y="271"/>
                </a:lnTo>
                <a:lnTo>
                  <a:pt x="635" y="272"/>
                </a:lnTo>
                <a:lnTo>
                  <a:pt x="636" y="272"/>
                </a:lnTo>
                <a:lnTo>
                  <a:pt x="636" y="273"/>
                </a:lnTo>
                <a:lnTo>
                  <a:pt x="636" y="274"/>
                </a:lnTo>
                <a:lnTo>
                  <a:pt x="635" y="275"/>
                </a:lnTo>
                <a:lnTo>
                  <a:pt x="635" y="276"/>
                </a:lnTo>
                <a:lnTo>
                  <a:pt x="636" y="276"/>
                </a:lnTo>
                <a:lnTo>
                  <a:pt x="637" y="277"/>
                </a:lnTo>
                <a:lnTo>
                  <a:pt x="638" y="277"/>
                </a:lnTo>
                <a:lnTo>
                  <a:pt x="639" y="278"/>
                </a:lnTo>
                <a:lnTo>
                  <a:pt x="639" y="279"/>
                </a:lnTo>
                <a:lnTo>
                  <a:pt x="640" y="279"/>
                </a:lnTo>
                <a:lnTo>
                  <a:pt x="641" y="280"/>
                </a:lnTo>
                <a:lnTo>
                  <a:pt x="641" y="281"/>
                </a:lnTo>
                <a:lnTo>
                  <a:pt x="641" y="282"/>
                </a:lnTo>
                <a:lnTo>
                  <a:pt x="641" y="283"/>
                </a:lnTo>
                <a:lnTo>
                  <a:pt x="641" y="284"/>
                </a:lnTo>
                <a:lnTo>
                  <a:pt x="641" y="285"/>
                </a:lnTo>
                <a:lnTo>
                  <a:pt x="642" y="285"/>
                </a:lnTo>
                <a:lnTo>
                  <a:pt x="643" y="286"/>
                </a:lnTo>
                <a:lnTo>
                  <a:pt x="644" y="286"/>
                </a:lnTo>
                <a:lnTo>
                  <a:pt x="644" y="287"/>
                </a:lnTo>
                <a:lnTo>
                  <a:pt x="644" y="288"/>
                </a:lnTo>
                <a:lnTo>
                  <a:pt x="644" y="289"/>
                </a:lnTo>
                <a:lnTo>
                  <a:pt x="644" y="290"/>
                </a:lnTo>
                <a:lnTo>
                  <a:pt x="644" y="291"/>
                </a:lnTo>
                <a:lnTo>
                  <a:pt x="645" y="291"/>
                </a:lnTo>
                <a:lnTo>
                  <a:pt x="645" y="292"/>
                </a:lnTo>
                <a:lnTo>
                  <a:pt x="645" y="293"/>
                </a:lnTo>
                <a:lnTo>
                  <a:pt x="644" y="293"/>
                </a:lnTo>
                <a:lnTo>
                  <a:pt x="643" y="294"/>
                </a:lnTo>
                <a:lnTo>
                  <a:pt x="643" y="295"/>
                </a:lnTo>
                <a:lnTo>
                  <a:pt x="643" y="296"/>
                </a:lnTo>
                <a:lnTo>
                  <a:pt x="642" y="296"/>
                </a:lnTo>
                <a:lnTo>
                  <a:pt x="641" y="297"/>
                </a:lnTo>
                <a:lnTo>
                  <a:pt x="640" y="297"/>
                </a:lnTo>
                <a:lnTo>
                  <a:pt x="639" y="297"/>
                </a:lnTo>
                <a:lnTo>
                  <a:pt x="638" y="297"/>
                </a:lnTo>
                <a:lnTo>
                  <a:pt x="637" y="298"/>
                </a:lnTo>
                <a:lnTo>
                  <a:pt x="637" y="299"/>
                </a:lnTo>
                <a:lnTo>
                  <a:pt x="636" y="299"/>
                </a:lnTo>
                <a:lnTo>
                  <a:pt x="636" y="300"/>
                </a:lnTo>
                <a:lnTo>
                  <a:pt x="636" y="301"/>
                </a:lnTo>
                <a:lnTo>
                  <a:pt x="635" y="302"/>
                </a:lnTo>
                <a:lnTo>
                  <a:pt x="634" y="302"/>
                </a:lnTo>
                <a:lnTo>
                  <a:pt x="633" y="304"/>
                </a:lnTo>
                <a:lnTo>
                  <a:pt x="633" y="305"/>
                </a:lnTo>
                <a:lnTo>
                  <a:pt x="633" y="306"/>
                </a:lnTo>
                <a:lnTo>
                  <a:pt x="633" y="307"/>
                </a:lnTo>
                <a:lnTo>
                  <a:pt x="633" y="308"/>
                </a:lnTo>
                <a:lnTo>
                  <a:pt x="633" y="309"/>
                </a:lnTo>
                <a:lnTo>
                  <a:pt x="632" y="309"/>
                </a:lnTo>
                <a:lnTo>
                  <a:pt x="633" y="310"/>
                </a:lnTo>
                <a:lnTo>
                  <a:pt x="632" y="310"/>
                </a:lnTo>
                <a:lnTo>
                  <a:pt x="632" y="311"/>
                </a:lnTo>
                <a:lnTo>
                  <a:pt x="632" y="312"/>
                </a:lnTo>
                <a:lnTo>
                  <a:pt x="631" y="313"/>
                </a:lnTo>
                <a:lnTo>
                  <a:pt x="631" y="315"/>
                </a:lnTo>
                <a:lnTo>
                  <a:pt x="630" y="316"/>
                </a:lnTo>
                <a:lnTo>
                  <a:pt x="631" y="316"/>
                </a:lnTo>
                <a:lnTo>
                  <a:pt x="631" y="317"/>
                </a:lnTo>
                <a:lnTo>
                  <a:pt x="631" y="318"/>
                </a:lnTo>
                <a:lnTo>
                  <a:pt x="631" y="319"/>
                </a:lnTo>
                <a:lnTo>
                  <a:pt x="631" y="320"/>
                </a:lnTo>
                <a:lnTo>
                  <a:pt x="631" y="321"/>
                </a:lnTo>
                <a:lnTo>
                  <a:pt x="630" y="322"/>
                </a:lnTo>
                <a:lnTo>
                  <a:pt x="629" y="322"/>
                </a:lnTo>
                <a:lnTo>
                  <a:pt x="629" y="323"/>
                </a:lnTo>
                <a:lnTo>
                  <a:pt x="628" y="323"/>
                </a:lnTo>
                <a:lnTo>
                  <a:pt x="627" y="322"/>
                </a:lnTo>
                <a:lnTo>
                  <a:pt x="626" y="321"/>
                </a:lnTo>
                <a:lnTo>
                  <a:pt x="625" y="321"/>
                </a:lnTo>
                <a:lnTo>
                  <a:pt x="625" y="322"/>
                </a:lnTo>
                <a:lnTo>
                  <a:pt x="625" y="323"/>
                </a:lnTo>
                <a:lnTo>
                  <a:pt x="626" y="324"/>
                </a:lnTo>
                <a:lnTo>
                  <a:pt x="626" y="325"/>
                </a:lnTo>
                <a:lnTo>
                  <a:pt x="626" y="327"/>
                </a:lnTo>
                <a:lnTo>
                  <a:pt x="625" y="327"/>
                </a:lnTo>
                <a:lnTo>
                  <a:pt x="625" y="328"/>
                </a:lnTo>
                <a:lnTo>
                  <a:pt x="626" y="328"/>
                </a:lnTo>
                <a:lnTo>
                  <a:pt x="626" y="329"/>
                </a:lnTo>
                <a:lnTo>
                  <a:pt x="626" y="330"/>
                </a:lnTo>
                <a:lnTo>
                  <a:pt x="625" y="331"/>
                </a:lnTo>
                <a:lnTo>
                  <a:pt x="625" y="332"/>
                </a:lnTo>
                <a:lnTo>
                  <a:pt x="625" y="333"/>
                </a:lnTo>
                <a:lnTo>
                  <a:pt x="625" y="334"/>
                </a:lnTo>
                <a:lnTo>
                  <a:pt x="624" y="334"/>
                </a:lnTo>
                <a:lnTo>
                  <a:pt x="624" y="333"/>
                </a:lnTo>
                <a:lnTo>
                  <a:pt x="624" y="334"/>
                </a:lnTo>
                <a:lnTo>
                  <a:pt x="624" y="335"/>
                </a:lnTo>
                <a:lnTo>
                  <a:pt x="624" y="336"/>
                </a:lnTo>
                <a:lnTo>
                  <a:pt x="624" y="337"/>
                </a:lnTo>
                <a:lnTo>
                  <a:pt x="623" y="337"/>
                </a:lnTo>
                <a:lnTo>
                  <a:pt x="624" y="337"/>
                </a:lnTo>
                <a:lnTo>
                  <a:pt x="623" y="337"/>
                </a:lnTo>
                <a:lnTo>
                  <a:pt x="623" y="338"/>
                </a:lnTo>
                <a:lnTo>
                  <a:pt x="622" y="338"/>
                </a:lnTo>
                <a:lnTo>
                  <a:pt x="622" y="339"/>
                </a:lnTo>
                <a:lnTo>
                  <a:pt x="621" y="339"/>
                </a:lnTo>
                <a:lnTo>
                  <a:pt x="622" y="340"/>
                </a:lnTo>
                <a:lnTo>
                  <a:pt x="622" y="341"/>
                </a:lnTo>
                <a:lnTo>
                  <a:pt x="623" y="341"/>
                </a:lnTo>
                <a:lnTo>
                  <a:pt x="623" y="342"/>
                </a:lnTo>
                <a:lnTo>
                  <a:pt x="623" y="343"/>
                </a:lnTo>
                <a:lnTo>
                  <a:pt x="624" y="343"/>
                </a:lnTo>
                <a:lnTo>
                  <a:pt x="624" y="344"/>
                </a:lnTo>
                <a:lnTo>
                  <a:pt x="623" y="344"/>
                </a:lnTo>
                <a:lnTo>
                  <a:pt x="623" y="345"/>
                </a:lnTo>
                <a:lnTo>
                  <a:pt x="622" y="346"/>
                </a:lnTo>
                <a:lnTo>
                  <a:pt x="622" y="347"/>
                </a:lnTo>
                <a:lnTo>
                  <a:pt x="622" y="348"/>
                </a:lnTo>
                <a:lnTo>
                  <a:pt x="623" y="348"/>
                </a:lnTo>
                <a:lnTo>
                  <a:pt x="623" y="349"/>
                </a:lnTo>
                <a:lnTo>
                  <a:pt x="622" y="349"/>
                </a:lnTo>
                <a:lnTo>
                  <a:pt x="621" y="350"/>
                </a:lnTo>
                <a:lnTo>
                  <a:pt x="621" y="351"/>
                </a:lnTo>
                <a:lnTo>
                  <a:pt x="620" y="351"/>
                </a:lnTo>
                <a:lnTo>
                  <a:pt x="620" y="352"/>
                </a:lnTo>
                <a:lnTo>
                  <a:pt x="620" y="353"/>
                </a:lnTo>
                <a:lnTo>
                  <a:pt x="620" y="354"/>
                </a:lnTo>
                <a:lnTo>
                  <a:pt x="620" y="355"/>
                </a:lnTo>
                <a:lnTo>
                  <a:pt x="619" y="355"/>
                </a:lnTo>
                <a:lnTo>
                  <a:pt x="619" y="354"/>
                </a:lnTo>
                <a:lnTo>
                  <a:pt x="619" y="355"/>
                </a:lnTo>
                <a:lnTo>
                  <a:pt x="619" y="356"/>
                </a:lnTo>
                <a:lnTo>
                  <a:pt x="618" y="356"/>
                </a:lnTo>
                <a:lnTo>
                  <a:pt x="618" y="357"/>
                </a:lnTo>
                <a:lnTo>
                  <a:pt x="618" y="358"/>
                </a:lnTo>
                <a:lnTo>
                  <a:pt x="617" y="358"/>
                </a:lnTo>
                <a:lnTo>
                  <a:pt x="616" y="358"/>
                </a:lnTo>
                <a:lnTo>
                  <a:pt x="616" y="357"/>
                </a:lnTo>
                <a:lnTo>
                  <a:pt x="615" y="357"/>
                </a:lnTo>
                <a:lnTo>
                  <a:pt x="615" y="356"/>
                </a:lnTo>
                <a:lnTo>
                  <a:pt x="614" y="356"/>
                </a:lnTo>
                <a:lnTo>
                  <a:pt x="614" y="355"/>
                </a:lnTo>
                <a:lnTo>
                  <a:pt x="614" y="354"/>
                </a:lnTo>
                <a:lnTo>
                  <a:pt x="613" y="354"/>
                </a:lnTo>
                <a:lnTo>
                  <a:pt x="613" y="355"/>
                </a:lnTo>
                <a:lnTo>
                  <a:pt x="613" y="356"/>
                </a:lnTo>
                <a:lnTo>
                  <a:pt x="613" y="357"/>
                </a:lnTo>
                <a:lnTo>
                  <a:pt x="613" y="358"/>
                </a:lnTo>
                <a:lnTo>
                  <a:pt x="613" y="359"/>
                </a:lnTo>
                <a:lnTo>
                  <a:pt x="613" y="360"/>
                </a:lnTo>
                <a:lnTo>
                  <a:pt x="613" y="361"/>
                </a:lnTo>
                <a:lnTo>
                  <a:pt x="612" y="362"/>
                </a:lnTo>
                <a:lnTo>
                  <a:pt x="612" y="364"/>
                </a:lnTo>
                <a:lnTo>
                  <a:pt x="612" y="365"/>
                </a:lnTo>
                <a:lnTo>
                  <a:pt x="612" y="366"/>
                </a:lnTo>
                <a:lnTo>
                  <a:pt x="613" y="367"/>
                </a:lnTo>
                <a:lnTo>
                  <a:pt x="612" y="368"/>
                </a:lnTo>
                <a:lnTo>
                  <a:pt x="612" y="369"/>
                </a:lnTo>
                <a:lnTo>
                  <a:pt x="613" y="369"/>
                </a:lnTo>
                <a:lnTo>
                  <a:pt x="614" y="371"/>
                </a:lnTo>
                <a:lnTo>
                  <a:pt x="615" y="371"/>
                </a:lnTo>
                <a:lnTo>
                  <a:pt x="616" y="371"/>
                </a:lnTo>
                <a:lnTo>
                  <a:pt x="617" y="371"/>
                </a:lnTo>
                <a:lnTo>
                  <a:pt x="617" y="372"/>
                </a:lnTo>
                <a:lnTo>
                  <a:pt x="617" y="373"/>
                </a:lnTo>
                <a:lnTo>
                  <a:pt x="617" y="374"/>
                </a:lnTo>
                <a:lnTo>
                  <a:pt x="617" y="373"/>
                </a:lnTo>
                <a:lnTo>
                  <a:pt x="618" y="373"/>
                </a:lnTo>
                <a:lnTo>
                  <a:pt x="618" y="372"/>
                </a:lnTo>
                <a:lnTo>
                  <a:pt x="619" y="372"/>
                </a:lnTo>
                <a:lnTo>
                  <a:pt x="620" y="372"/>
                </a:lnTo>
                <a:lnTo>
                  <a:pt x="621" y="372"/>
                </a:lnTo>
                <a:lnTo>
                  <a:pt x="621" y="373"/>
                </a:lnTo>
                <a:lnTo>
                  <a:pt x="622" y="373"/>
                </a:lnTo>
                <a:lnTo>
                  <a:pt x="622" y="374"/>
                </a:lnTo>
                <a:lnTo>
                  <a:pt x="622" y="375"/>
                </a:lnTo>
                <a:lnTo>
                  <a:pt x="623" y="376"/>
                </a:lnTo>
                <a:lnTo>
                  <a:pt x="623" y="377"/>
                </a:lnTo>
                <a:lnTo>
                  <a:pt x="623" y="378"/>
                </a:lnTo>
                <a:lnTo>
                  <a:pt x="623" y="379"/>
                </a:lnTo>
                <a:lnTo>
                  <a:pt x="623" y="380"/>
                </a:lnTo>
                <a:lnTo>
                  <a:pt x="623" y="381"/>
                </a:lnTo>
                <a:lnTo>
                  <a:pt x="622" y="381"/>
                </a:lnTo>
                <a:lnTo>
                  <a:pt x="622" y="382"/>
                </a:lnTo>
                <a:lnTo>
                  <a:pt x="622" y="383"/>
                </a:lnTo>
                <a:lnTo>
                  <a:pt x="623" y="383"/>
                </a:lnTo>
                <a:lnTo>
                  <a:pt x="623" y="384"/>
                </a:lnTo>
                <a:lnTo>
                  <a:pt x="624" y="384"/>
                </a:lnTo>
                <a:lnTo>
                  <a:pt x="624" y="383"/>
                </a:lnTo>
                <a:lnTo>
                  <a:pt x="624" y="382"/>
                </a:lnTo>
                <a:lnTo>
                  <a:pt x="625" y="382"/>
                </a:lnTo>
                <a:lnTo>
                  <a:pt x="626" y="382"/>
                </a:lnTo>
                <a:lnTo>
                  <a:pt x="627" y="382"/>
                </a:lnTo>
                <a:lnTo>
                  <a:pt x="628" y="382"/>
                </a:lnTo>
                <a:lnTo>
                  <a:pt x="629" y="381"/>
                </a:lnTo>
                <a:lnTo>
                  <a:pt x="630" y="380"/>
                </a:lnTo>
                <a:lnTo>
                  <a:pt x="631" y="379"/>
                </a:lnTo>
                <a:lnTo>
                  <a:pt x="632" y="379"/>
                </a:lnTo>
                <a:lnTo>
                  <a:pt x="633" y="380"/>
                </a:lnTo>
                <a:lnTo>
                  <a:pt x="633" y="379"/>
                </a:lnTo>
                <a:lnTo>
                  <a:pt x="633" y="378"/>
                </a:lnTo>
                <a:lnTo>
                  <a:pt x="634" y="379"/>
                </a:lnTo>
                <a:lnTo>
                  <a:pt x="634" y="380"/>
                </a:lnTo>
                <a:lnTo>
                  <a:pt x="634" y="381"/>
                </a:lnTo>
                <a:lnTo>
                  <a:pt x="634" y="383"/>
                </a:lnTo>
                <a:lnTo>
                  <a:pt x="633" y="384"/>
                </a:lnTo>
                <a:lnTo>
                  <a:pt x="633" y="385"/>
                </a:lnTo>
                <a:lnTo>
                  <a:pt x="633" y="386"/>
                </a:lnTo>
                <a:lnTo>
                  <a:pt x="633" y="387"/>
                </a:lnTo>
                <a:lnTo>
                  <a:pt x="633" y="388"/>
                </a:lnTo>
                <a:lnTo>
                  <a:pt x="633" y="389"/>
                </a:lnTo>
                <a:lnTo>
                  <a:pt x="633" y="390"/>
                </a:lnTo>
                <a:lnTo>
                  <a:pt x="632" y="391"/>
                </a:lnTo>
                <a:lnTo>
                  <a:pt x="633" y="392"/>
                </a:lnTo>
                <a:lnTo>
                  <a:pt x="634" y="392"/>
                </a:lnTo>
                <a:lnTo>
                  <a:pt x="635" y="392"/>
                </a:lnTo>
                <a:lnTo>
                  <a:pt x="635" y="391"/>
                </a:lnTo>
                <a:lnTo>
                  <a:pt x="636" y="391"/>
                </a:lnTo>
                <a:lnTo>
                  <a:pt x="636" y="392"/>
                </a:lnTo>
                <a:lnTo>
                  <a:pt x="637" y="392"/>
                </a:lnTo>
                <a:lnTo>
                  <a:pt x="637" y="393"/>
                </a:lnTo>
                <a:lnTo>
                  <a:pt x="638" y="394"/>
                </a:lnTo>
                <a:lnTo>
                  <a:pt x="639" y="395"/>
                </a:lnTo>
                <a:lnTo>
                  <a:pt x="641" y="395"/>
                </a:lnTo>
                <a:lnTo>
                  <a:pt x="641" y="396"/>
                </a:lnTo>
                <a:lnTo>
                  <a:pt x="642" y="396"/>
                </a:lnTo>
                <a:lnTo>
                  <a:pt x="642" y="397"/>
                </a:lnTo>
                <a:lnTo>
                  <a:pt x="642" y="398"/>
                </a:lnTo>
                <a:lnTo>
                  <a:pt x="642" y="399"/>
                </a:lnTo>
                <a:lnTo>
                  <a:pt x="642" y="400"/>
                </a:lnTo>
                <a:lnTo>
                  <a:pt x="642" y="401"/>
                </a:lnTo>
                <a:lnTo>
                  <a:pt x="642" y="402"/>
                </a:lnTo>
                <a:lnTo>
                  <a:pt x="641" y="402"/>
                </a:lnTo>
                <a:lnTo>
                  <a:pt x="642" y="403"/>
                </a:lnTo>
                <a:lnTo>
                  <a:pt x="643" y="403"/>
                </a:lnTo>
                <a:lnTo>
                  <a:pt x="644" y="404"/>
                </a:lnTo>
                <a:lnTo>
                  <a:pt x="644" y="403"/>
                </a:lnTo>
                <a:lnTo>
                  <a:pt x="645" y="403"/>
                </a:lnTo>
                <a:lnTo>
                  <a:pt x="646" y="402"/>
                </a:lnTo>
                <a:lnTo>
                  <a:pt x="647" y="403"/>
                </a:lnTo>
                <a:lnTo>
                  <a:pt x="647" y="402"/>
                </a:lnTo>
                <a:lnTo>
                  <a:pt x="648" y="402"/>
                </a:lnTo>
                <a:lnTo>
                  <a:pt x="648" y="403"/>
                </a:lnTo>
                <a:lnTo>
                  <a:pt x="648" y="404"/>
                </a:lnTo>
                <a:lnTo>
                  <a:pt x="649" y="404"/>
                </a:lnTo>
                <a:lnTo>
                  <a:pt x="650" y="404"/>
                </a:lnTo>
                <a:lnTo>
                  <a:pt x="650" y="405"/>
                </a:lnTo>
                <a:lnTo>
                  <a:pt x="651" y="405"/>
                </a:lnTo>
                <a:lnTo>
                  <a:pt x="651" y="406"/>
                </a:lnTo>
                <a:lnTo>
                  <a:pt x="652" y="406"/>
                </a:lnTo>
                <a:lnTo>
                  <a:pt x="652" y="405"/>
                </a:lnTo>
                <a:lnTo>
                  <a:pt x="652" y="404"/>
                </a:lnTo>
                <a:lnTo>
                  <a:pt x="653" y="404"/>
                </a:lnTo>
                <a:lnTo>
                  <a:pt x="653" y="405"/>
                </a:lnTo>
                <a:lnTo>
                  <a:pt x="654" y="405"/>
                </a:lnTo>
                <a:lnTo>
                  <a:pt x="655" y="406"/>
                </a:lnTo>
                <a:lnTo>
                  <a:pt x="655" y="407"/>
                </a:lnTo>
                <a:lnTo>
                  <a:pt x="656" y="407"/>
                </a:lnTo>
                <a:lnTo>
                  <a:pt x="656" y="406"/>
                </a:lnTo>
                <a:lnTo>
                  <a:pt x="657" y="406"/>
                </a:lnTo>
                <a:lnTo>
                  <a:pt x="657" y="405"/>
                </a:lnTo>
                <a:lnTo>
                  <a:pt x="658" y="406"/>
                </a:lnTo>
                <a:lnTo>
                  <a:pt x="658" y="407"/>
                </a:lnTo>
                <a:lnTo>
                  <a:pt x="658" y="408"/>
                </a:lnTo>
                <a:lnTo>
                  <a:pt x="659" y="408"/>
                </a:lnTo>
                <a:lnTo>
                  <a:pt x="658" y="409"/>
                </a:lnTo>
                <a:lnTo>
                  <a:pt x="657" y="409"/>
                </a:lnTo>
                <a:lnTo>
                  <a:pt x="657" y="410"/>
                </a:lnTo>
                <a:lnTo>
                  <a:pt x="657" y="411"/>
                </a:lnTo>
                <a:lnTo>
                  <a:pt x="657" y="412"/>
                </a:lnTo>
                <a:lnTo>
                  <a:pt x="657" y="413"/>
                </a:lnTo>
                <a:lnTo>
                  <a:pt x="657" y="414"/>
                </a:lnTo>
                <a:lnTo>
                  <a:pt x="657" y="415"/>
                </a:lnTo>
                <a:lnTo>
                  <a:pt x="658" y="415"/>
                </a:lnTo>
                <a:lnTo>
                  <a:pt x="658" y="416"/>
                </a:lnTo>
                <a:lnTo>
                  <a:pt x="657" y="416"/>
                </a:lnTo>
                <a:lnTo>
                  <a:pt x="656" y="416"/>
                </a:lnTo>
                <a:lnTo>
                  <a:pt x="654" y="414"/>
                </a:lnTo>
                <a:lnTo>
                  <a:pt x="653" y="413"/>
                </a:lnTo>
                <a:lnTo>
                  <a:pt x="653" y="412"/>
                </a:lnTo>
                <a:lnTo>
                  <a:pt x="652" y="411"/>
                </a:lnTo>
                <a:lnTo>
                  <a:pt x="651" y="411"/>
                </a:lnTo>
                <a:lnTo>
                  <a:pt x="650" y="412"/>
                </a:lnTo>
                <a:lnTo>
                  <a:pt x="649" y="412"/>
                </a:lnTo>
                <a:lnTo>
                  <a:pt x="649" y="413"/>
                </a:lnTo>
                <a:lnTo>
                  <a:pt x="650" y="413"/>
                </a:lnTo>
                <a:lnTo>
                  <a:pt x="650" y="414"/>
                </a:lnTo>
                <a:lnTo>
                  <a:pt x="650" y="415"/>
                </a:lnTo>
                <a:lnTo>
                  <a:pt x="649" y="416"/>
                </a:lnTo>
                <a:lnTo>
                  <a:pt x="649" y="417"/>
                </a:lnTo>
                <a:lnTo>
                  <a:pt x="649" y="418"/>
                </a:lnTo>
                <a:lnTo>
                  <a:pt x="648" y="418"/>
                </a:lnTo>
                <a:lnTo>
                  <a:pt x="648" y="419"/>
                </a:lnTo>
                <a:lnTo>
                  <a:pt x="647" y="419"/>
                </a:lnTo>
                <a:lnTo>
                  <a:pt x="647" y="420"/>
                </a:lnTo>
                <a:lnTo>
                  <a:pt x="646" y="421"/>
                </a:lnTo>
                <a:lnTo>
                  <a:pt x="646" y="422"/>
                </a:lnTo>
                <a:lnTo>
                  <a:pt x="646" y="423"/>
                </a:lnTo>
                <a:lnTo>
                  <a:pt x="646" y="425"/>
                </a:lnTo>
                <a:lnTo>
                  <a:pt x="645" y="425"/>
                </a:lnTo>
                <a:lnTo>
                  <a:pt x="644" y="426"/>
                </a:lnTo>
                <a:lnTo>
                  <a:pt x="643" y="426"/>
                </a:lnTo>
                <a:lnTo>
                  <a:pt x="642" y="426"/>
                </a:lnTo>
                <a:lnTo>
                  <a:pt x="641" y="426"/>
                </a:lnTo>
                <a:lnTo>
                  <a:pt x="640" y="426"/>
                </a:lnTo>
                <a:lnTo>
                  <a:pt x="640" y="427"/>
                </a:lnTo>
                <a:lnTo>
                  <a:pt x="641" y="427"/>
                </a:lnTo>
                <a:lnTo>
                  <a:pt x="642" y="427"/>
                </a:lnTo>
                <a:lnTo>
                  <a:pt x="643" y="427"/>
                </a:lnTo>
                <a:lnTo>
                  <a:pt x="645" y="427"/>
                </a:lnTo>
                <a:lnTo>
                  <a:pt x="646" y="428"/>
                </a:lnTo>
                <a:lnTo>
                  <a:pt x="647" y="429"/>
                </a:lnTo>
                <a:lnTo>
                  <a:pt x="647" y="430"/>
                </a:lnTo>
                <a:lnTo>
                  <a:pt x="647" y="431"/>
                </a:lnTo>
                <a:lnTo>
                  <a:pt x="648" y="431"/>
                </a:lnTo>
                <a:lnTo>
                  <a:pt x="648" y="432"/>
                </a:lnTo>
                <a:lnTo>
                  <a:pt x="648" y="433"/>
                </a:lnTo>
                <a:lnTo>
                  <a:pt x="647" y="433"/>
                </a:lnTo>
                <a:lnTo>
                  <a:pt x="646" y="434"/>
                </a:lnTo>
                <a:lnTo>
                  <a:pt x="645" y="434"/>
                </a:lnTo>
                <a:lnTo>
                  <a:pt x="646" y="435"/>
                </a:lnTo>
                <a:lnTo>
                  <a:pt x="645" y="435"/>
                </a:lnTo>
                <a:lnTo>
                  <a:pt x="645" y="436"/>
                </a:lnTo>
                <a:lnTo>
                  <a:pt x="644" y="436"/>
                </a:lnTo>
                <a:lnTo>
                  <a:pt x="644" y="437"/>
                </a:lnTo>
                <a:lnTo>
                  <a:pt x="644" y="438"/>
                </a:lnTo>
                <a:lnTo>
                  <a:pt x="643" y="438"/>
                </a:lnTo>
                <a:lnTo>
                  <a:pt x="643" y="439"/>
                </a:lnTo>
                <a:lnTo>
                  <a:pt x="642" y="440"/>
                </a:lnTo>
                <a:lnTo>
                  <a:pt x="641" y="441"/>
                </a:lnTo>
                <a:lnTo>
                  <a:pt x="641" y="442"/>
                </a:lnTo>
                <a:lnTo>
                  <a:pt x="641" y="443"/>
                </a:lnTo>
                <a:lnTo>
                  <a:pt x="640" y="443"/>
                </a:lnTo>
                <a:lnTo>
                  <a:pt x="639" y="443"/>
                </a:lnTo>
                <a:lnTo>
                  <a:pt x="639" y="444"/>
                </a:lnTo>
                <a:lnTo>
                  <a:pt x="638" y="444"/>
                </a:lnTo>
                <a:lnTo>
                  <a:pt x="637" y="446"/>
                </a:lnTo>
                <a:lnTo>
                  <a:pt x="636" y="447"/>
                </a:lnTo>
                <a:lnTo>
                  <a:pt x="636" y="448"/>
                </a:lnTo>
                <a:lnTo>
                  <a:pt x="635" y="448"/>
                </a:lnTo>
                <a:lnTo>
                  <a:pt x="634" y="449"/>
                </a:lnTo>
                <a:lnTo>
                  <a:pt x="634" y="450"/>
                </a:lnTo>
                <a:lnTo>
                  <a:pt x="633" y="451"/>
                </a:lnTo>
                <a:lnTo>
                  <a:pt x="633" y="452"/>
                </a:lnTo>
                <a:lnTo>
                  <a:pt x="632" y="453"/>
                </a:lnTo>
                <a:lnTo>
                  <a:pt x="632" y="454"/>
                </a:lnTo>
                <a:lnTo>
                  <a:pt x="633" y="454"/>
                </a:lnTo>
                <a:lnTo>
                  <a:pt x="633" y="455"/>
                </a:lnTo>
                <a:lnTo>
                  <a:pt x="633" y="456"/>
                </a:lnTo>
                <a:lnTo>
                  <a:pt x="633" y="457"/>
                </a:lnTo>
                <a:lnTo>
                  <a:pt x="633" y="458"/>
                </a:lnTo>
                <a:lnTo>
                  <a:pt x="632" y="458"/>
                </a:lnTo>
                <a:lnTo>
                  <a:pt x="632" y="459"/>
                </a:lnTo>
                <a:lnTo>
                  <a:pt x="632" y="460"/>
                </a:lnTo>
                <a:lnTo>
                  <a:pt x="631" y="460"/>
                </a:lnTo>
                <a:lnTo>
                  <a:pt x="631" y="461"/>
                </a:lnTo>
                <a:lnTo>
                  <a:pt x="630" y="462"/>
                </a:lnTo>
                <a:lnTo>
                  <a:pt x="630" y="463"/>
                </a:lnTo>
                <a:lnTo>
                  <a:pt x="630" y="464"/>
                </a:lnTo>
                <a:lnTo>
                  <a:pt x="629" y="464"/>
                </a:lnTo>
                <a:lnTo>
                  <a:pt x="629" y="465"/>
                </a:lnTo>
                <a:lnTo>
                  <a:pt x="629" y="466"/>
                </a:lnTo>
                <a:lnTo>
                  <a:pt x="628" y="467"/>
                </a:lnTo>
                <a:lnTo>
                  <a:pt x="628" y="468"/>
                </a:lnTo>
                <a:lnTo>
                  <a:pt x="627" y="468"/>
                </a:lnTo>
                <a:lnTo>
                  <a:pt x="627" y="469"/>
                </a:lnTo>
                <a:lnTo>
                  <a:pt x="626" y="469"/>
                </a:lnTo>
                <a:lnTo>
                  <a:pt x="625" y="469"/>
                </a:lnTo>
                <a:lnTo>
                  <a:pt x="624" y="469"/>
                </a:lnTo>
                <a:lnTo>
                  <a:pt x="624" y="470"/>
                </a:lnTo>
                <a:lnTo>
                  <a:pt x="625" y="469"/>
                </a:lnTo>
                <a:lnTo>
                  <a:pt x="625" y="470"/>
                </a:lnTo>
                <a:lnTo>
                  <a:pt x="626" y="470"/>
                </a:lnTo>
                <a:lnTo>
                  <a:pt x="627" y="470"/>
                </a:lnTo>
                <a:lnTo>
                  <a:pt x="627" y="469"/>
                </a:lnTo>
                <a:lnTo>
                  <a:pt x="628" y="469"/>
                </a:lnTo>
                <a:lnTo>
                  <a:pt x="628" y="470"/>
                </a:lnTo>
                <a:lnTo>
                  <a:pt x="629" y="471"/>
                </a:lnTo>
                <a:lnTo>
                  <a:pt x="629" y="472"/>
                </a:lnTo>
                <a:lnTo>
                  <a:pt x="629" y="474"/>
                </a:lnTo>
                <a:lnTo>
                  <a:pt x="629" y="475"/>
                </a:lnTo>
                <a:lnTo>
                  <a:pt x="630" y="475"/>
                </a:lnTo>
                <a:lnTo>
                  <a:pt x="630" y="476"/>
                </a:lnTo>
                <a:lnTo>
                  <a:pt x="630" y="477"/>
                </a:lnTo>
                <a:lnTo>
                  <a:pt x="630" y="478"/>
                </a:lnTo>
                <a:lnTo>
                  <a:pt x="630" y="479"/>
                </a:lnTo>
                <a:lnTo>
                  <a:pt x="631" y="480"/>
                </a:lnTo>
                <a:lnTo>
                  <a:pt x="632" y="481"/>
                </a:lnTo>
                <a:lnTo>
                  <a:pt x="632" y="480"/>
                </a:lnTo>
                <a:lnTo>
                  <a:pt x="633" y="481"/>
                </a:lnTo>
                <a:lnTo>
                  <a:pt x="633" y="482"/>
                </a:lnTo>
                <a:lnTo>
                  <a:pt x="633" y="483"/>
                </a:lnTo>
                <a:lnTo>
                  <a:pt x="633" y="484"/>
                </a:lnTo>
                <a:lnTo>
                  <a:pt x="633" y="485"/>
                </a:lnTo>
                <a:lnTo>
                  <a:pt x="634" y="486"/>
                </a:lnTo>
                <a:lnTo>
                  <a:pt x="635" y="486"/>
                </a:lnTo>
                <a:lnTo>
                  <a:pt x="635" y="487"/>
                </a:lnTo>
                <a:lnTo>
                  <a:pt x="635" y="488"/>
                </a:lnTo>
                <a:lnTo>
                  <a:pt x="636" y="489"/>
                </a:lnTo>
                <a:lnTo>
                  <a:pt x="635" y="489"/>
                </a:lnTo>
                <a:lnTo>
                  <a:pt x="635" y="490"/>
                </a:lnTo>
                <a:lnTo>
                  <a:pt x="636" y="491"/>
                </a:lnTo>
                <a:lnTo>
                  <a:pt x="636" y="492"/>
                </a:lnTo>
                <a:lnTo>
                  <a:pt x="637" y="492"/>
                </a:lnTo>
                <a:lnTo>
                  <a:pt x="638" y="492"/>
                </a:lnTo>
                <a:lnTo>
                  <a:pt x="639" y="492"/>
                </a:lnTo>
                <a:lnTo>
                  <a:pt x="640" y="492"/>
                </a:lnTo>
                <a:lnTo>
                  <a:pt x="640" y="493"/>
                </a:lnTo>
                <a:lnTo>
                  <a:pt x="640" y="494"/>
                </a:lnTo>
                <a:lnTo>
                  <a:pt x="641" y="494"/>
                </a:lnTo>
                <a:lnTo>
                  <a:pt x="640" y="494"/>
                </a:lnTo>
                <a:lnTo>
                  <a:pt x="640" y="495"/>
                </a:lnTo>
                <a:lnTo>
                  <a:pt x="639" y="495"/>
                </a:lnTo>
                <a:lnTo>
                  <a:pt x="639" y="496"/>
                </a:lnTo>
                <a:lnTo>
                  <a:pt x="639" y="497"/>
                </a:lnTo>
                <a:lnTo>
                  <a:pt x="639" y="496"/>
                </a:lnTo>
                <a:lnTo>
                  <a:pt x="640" y="497"/>
                </a:lnTo>
                <a:lnTo>
                  <a:pt x="641" y="497"/>
                </a:lnTo>
                <a:lnTo>
                  <a:pt x="642" y="497"/>
                </a:lnTo>
                <a:lnTo>
                  <a:pt x="642" y="498"/>
                </a:lnTo>
                <a:lnTo>
                  <a:pt x="643" y="498"/>
                </a:lnTo>
                <a:lnTo>
                  <a:pt x="643" y="499"/>
                </a:lnTo>
                <a:lnTo>
                  <a:pt x="644" y="499"/>
                </a:lnTo>
                <a:lnTo>
                  <a:pt x="645" y="500"/>
                </a:lnTo>
                <a:lnTo>
                  <a:pt x="645" y="501"/>
                </a:lnTo>
                <a:lnTo>
                  <a:pt x="645" y="502"/>
                </a:lnTo>
                <a:lnTo>
                  <a:pt x="646" y="502"/>
                </a:lnTo>
                <a:lnTo>
                  <a:pt x="647" y="502"/>
                </a:lnTo>
                <a:lnTo>
                  <a:pt x="648" y="502"/>
                </a:lnTo>
                <a:lnTo>
                  <a:pt x="648" y="501"/>
                </a:lnTo>
                <a:lnTo>
                  <a:pt x="649" y="501"/>
                </a:lnTo>
                <a:lnTo>
                  <a:pt x="649" y="500"/>
                </a:lnTo>
                <a:lnTo>
                  <a:pt x="649" y="499"/>
                </a:lnTo>
                <a:lnTo>
                  <a:pt x="648" y="499"/>
                </a:lnTo>
                <a:lnTo>
                  <a:pt x="648" y="498"/>
                </a:lnTo>
                <a:lnTo>
                  <a:pt x="648" y="497"/>
                </a:lnTo>
                <a:lnTo>
                  <a:pt x="649" y="497"/>
                </a:lnTo>
                <a:lnTo>
                  <a:pt x="648" y="497"/>
                </a:lnTo>
                <a:lnTo>
                  <a:pt x="648" y="496"/>
                </a:lnTo>
                <a:lnTo>
                  <a:pt x="648" y="495"/>
                </a:lnTo>
                <a:lnTo>
                  <a:pt x="648" y="494"/>
                </a:lnTo>
                <a:lnTo>
                  <a:pt x="648" y="493"/>
                </a:lnTo>
                <a:lnTo>
                  <a:pt x="648" y="492"/>
                </a:lnTo>
                <a:lnTo>
                  <a:pt x="647" y="492"/>
                </a:lnTo>
                <a:lnTo>
                  <a:pt x="648" y="491"/>
                </a:lnTo>
                <a:lnTo>
                  <a:pt x="648" y="490"/>
                </a:lnTo>
                <a:lnTo>
                  <a:pt x="649" y="490"/>
                </a:lnTo>
                <a:lnTo>
                  <a:pt x="649" y="489"/>
                </a:lnTo>
                <a:lnTo>
                  <a:pt x="650" y="489"/>
                </a:lnTo>
                <a:lnTo>
                  <a:pt x="650" y="490"/>
                </a:lnTo>
                <a:lnTo>
                  <a:pt x="651" y="490"/>
                </a:lnTo>
                <a:lnTo>
                  <a:pt x="652" y="490"/>
                </a:lnTo>
                <a:lnTo>
                  <a:pt x="652" y="488"/>
                </a:lnTo>
                <a:lnTo>
                  <a:pt x="653" y="488"/>
                </a:lnTo>
                <a:lnTo>
                  <a:pt x="654" y="489"/>
                </a:lnTo>
                <a:lnTo>
                  <a:pt x="654" y="490"/>
                </a:lnTo>
                <a:lnTo>
                  <a:pt x="656" y="490"/>
                </a:lnTo>
                <a:lnTo>
                  <a:pt x="657" y="490"/>
                </a:lnTo>
                <a:lnTo>
                  <a:pt x="658" y="490"/>
                </a:lnTo>
                <a:lnTo>
                  <a:pt x="659" y="489"/>
                </a:lnTo>
                <a:lnTo>
                  <a:pt x="660" y="489"/>
                </a:lnTo>
                <a:lnTo>
                  <a:pt x="660" y="490"/>
                </a:lnTo>
                <a:lnTo>
                  <a:pt x="661" y="490"/>
                </a:lnTo>
                <a:lnTo>
                  <a:pt x="662" y="490"/>
                </a:lnTo>
                <a:lnTo>
                  <a:pt x="662" y="491"/>
                </a:lnTo>
                <a:lnTo>
                  <a:pt x="663" y="491"/>
                </a:lnTo>
                <a:lnTo>
                  <a:pt x="664" y="491"/>
                </a:lnTo>
                <a:lnTo>
                  <a:pt x="665" y="491"/>
                </a:lnTo>
                <a:lnTo>
                  <a:pt x="666" y="491"/>
                </a:lnTo>
                <a:lnTo>
                  <a:pt x="667" y="492"/>
                </a:lnTo>
                <a:lnTo>
                  <a:pt x="667" y="493"/>
                </a:lnTo>
                <a:lnTo>
                  <a:pt x="668" y="493"/>
                </a:lnTo>
                <a:lnTo>
                  <a:pt x="669" y="493"/>
                </a:lnTo>
                <a:lnTo>
                  <a:pt x="670" y="493"/>
                </a:lnTo>
                <a:lnTo>
                  <a:pt x="671" y="493"/>
                </a:lnTo>
                <a:lnTo>
                  <a:pt x="672" y="493"/>
                </a:lnTo>
                <a:lnTo>
                  <a:pt x="672" y="492"/>
                </a:lnTo>
                <a:lnTo>
                  <a:pt x="673" y="492"/>
                </a:lnTo>
                <a:lnTo>
                  <a:pt x="673" y="491"/>
                </a:lnTo>
                <a:lnTo>
                  <a:pt x="674" y="491"/>
                </a:lnTo>
                <a:lnTo>
                  <a:pt x="676" y="491"/>
                </a:lnTo>
                <a:lnTo>
                  <a:pt x="676" y="490"/>
                </a:lnTo>
                <a:lnTo>
                  <a:pt x="677" y="490"/>
                </a:lnTo>
                <a:lnTo>
                  <a:pt x="678" y="490"/>
                </a:lnTo>
                <a:lnTo>
                  <a:pt x="679" y="490"/>
                </a:lnTo>
                <a:lnTo>
                  <a:pt x="679" y="491"/>
                </a:lnTo>
                <a:lnTo>
                  <a:pt x="680" y="491"/>
                </a:lnTo>
                <a:lnTo>
                  <a:pt x="681" y="491"/>
                </a:lnTo>
                <a:lnTo>
                  <a:pt x="681" y="492"/>
                </a:lnTo>
                <a:lnTo>
                  <a:pt x="682" y="492"/>
                </a:lnTo>
                <a:lnTo>
                  <a:pt x="683" y="492"/>
                </a:lnTo>
                <a:lnTo>
                  <a:pt x="684" y="493"/>
                </a:lnTo>
                <a:lnTo>
                  <a:pt x="683" y="493"/>
                </a:lnTo>
                <a:lnTo>
                  <a:pt x="683" y="494"/>
                </a:lnTo>
                <a:lnTo>
                  <a:pt x="684" y="494"/>
                </a:lnTo>
                <a:lnTo>
                  <a:pt x="684" y="495"/>
                </a:lnTo>
                <a:lnTo>
                  <a:pt x="683" y="495"/>
                </a:lnTo>
                <a:lnTo>
                  <a:pt x="683" y="496"/>
                </a:lnTo>
                <a:lnTo>
                  <a:pt x="684" y="496"/>
                </a:lnTo>
                <a:lnTo>
                  <a:pt x="684" y="497"/>
                </a:lnTo>
                <a:lnTo>
                  <a:pt x="684" y="498"/>
                </a:lnTo>
                <a:lnTo>
                  <a:pt x="685" y="497"/>
                </a:lnTo>
                <a:lnTo>
                  <a:pt x="686" y="497"/>
                </a:lnTo>
                <a:lnTo>
                  <a:pt x="687" y="497"/>
                </a:lnTo>
                <a:lnTo>
                  <a:pt x="687" y="498"/>
                </a:lnTo>
                <a:lnTo>
                  <a:pt x="688" y="498"/>
                </a:lnTo>
                <a:lnTo>
                  <a:pt x="689" y="499"/>
                </a:lnTo>
                <a:lnTo>
                  <a:pt x="690" y="500"/>
                </a:lnTo>
                <a:lnTo>
                  <a:pt x="691" y="500"/>
                </a:lnTo>
                <a:lnTo>
                  <a:pt x="692" y="501"/>
                </a:lnTo>
                <a:lnTo>
                  <a:pt x="692" y="502"/>
                </a:lnTo>
                <a:lnTo>
                  <a:pt x="690" y="503"/>
                </a:lnTo>
                <a:lnTo>
                  <a:pt x="689" y="504"/>
                </a:lnTo>
                <a:lnTo>
                  <a:pt x="690" y="505"/>
                </a:lnTo>
                <a:lnTo>
                  <a:pt x="690" y="506"/>
                </a:lnTo>
                <a:lnTo>
                  <a:pt x="689" y="505"/>
                </a:lnTo>
                <a:lnTo>
                  <a:pt x="688" y="506"/>
                </a:lnTo>
                <a:lnTo>
                  <a:pt x="689" y="506"/>
                </a:lnTo>
                <a:lnTo>
                  <a:pt x="689" y="507"/>
                </a:lnTo>
                <a:lnTo>
                  <a:pt x="690" y="508"/>
                </a:lnTo>
                <a:lnTo>
                  <a:pt x="690" y="509"/>
                </a:lnTo>
                <a:lnTo>
                  <a:pt x="691" y="509"/>
                </a:lnTo>
                <a:lnTo>
                  <a:pt x="692" y="509"/>
                </a:lnTo>
                <a:lnTo>
                  <a:pt x="692" y="510"/>
                </a:lnTo>
                <a:lnTo>
                  <a:pt x="692" y="511"/>
                </a:lnTo>
                <a:lnTo>
                  <a:pt x="693" y="512"/>
                </a:lnTo>
                <a:lnTo>
                  <a:pt x="693" y="513"/>
                </a:lnTo>
                <a:lnTo>
                  <a:pt x="694" y="513"/>
                </a:lnTo>
                <a:lnTo>
                  <a:pt x="694" y="512"/>
                </a:lnTo>
                <a:lnTo>
                  <a:pt x="695" y="512"/>
                </a:lnTo>
                <a:lnTo>
                  <a:pt x="695" y="513"/>
                </a:lnTo>
                <a:lnTo>
                  <a:pt x="695" y="514"/>
                </a:lnTo>
                <a:lnTo>
                  <a:pt x="695" y="513"/>
                </a:lnTo>
                <a:lnTo>
                  <a:pt x="696" y="513"/>
                </a:lnTo>
                <a:lnTo>
                  <a:pt x="696" y="514"/>
                </a:lnTo>
                <a:lnTo>
                  <a:pt x="696" y="515"/>
                </a:lnTo>
                <a:lnTo>
                  <a:pt x="695" y="515"/>
                </a:lnTo>
                <a:lnTo>
                  <a:pt x="695" y="517"/>
                </a:lnTo>
                <a:lnTo>
                  <a:pt x="695" y="518"/>
                </a:lnTo>
                <a:lnTo>
                  <a:pt x="694" y="518"/>
                </a:lnTo>
                <a:lnTo>
                  <a:pt x="693" y="518"/>
                </a:lnTo>
                <a:lnTo>
                  <a:pt x="693" y="519"/>
                </a:lnTo>
                <a:lnTo>
                  <a:pt x="693" y="518"/>
                </a:lnTo>
                <a:lnTo>
                  <a:pt x="692" y="518"/>
                </a:lnTo>
                <a:lnTo>
                  <a:pt x="691" y="518"/>
                </a:lnTo>
                <a:lnTo>
                  <a:pt x="690" y="518"/>
                </a:lnTo>
                <a:lnTo>
                  <a:pt x="690" y="519"/>
                </a:lnTo>
                <a:lnTo>
                  <a:pt x="690" y="520"/>
                </a:lnTo>
                <a:lnTo>
                  <a:pt x="691" y="520"/>
                </a:lnTo>
                <a:lnTo>
                  <a:pt x="690" y="520"/>
                </a:lnTo>
                <a:lnTo>
                  <a:pt x="690" y="521"/>
                </a:lnTo>
                <a:lnTo>
                  <a:pt x="691" y="522"/>
                </a:lnTo>
                <a:lnTo>
                  <a:pt x="692" y="523"/>
                </a:lnTo>
                <a:lnTo>
                  <a:pt x="692" y="524"/>
                </a:lnTo>
                <a:lnTo>
                  <a:pt x="693" y="525"/>
                </a:lnTo>
                <a:lnTo>
                  <a:pt x="694" y="526"/>
                </a:lnTo>
                <a:lnTo>
                  <a:pt x="695" y="526"/>
                </a:lnTo>
                <a:lnTo>
                  <a:pt x="695" y="527"/>
                </a:lnTo>
                <a:lnTo>
                  <a:pt x="696" y="527"/>
                </a:lnTo>
                <a:lnTo>
                  <a:pt x="696" y="528"/>
                </a:lnTo>
                <a:lnTo>
                  <a:pt x="697" y="528"/>
                </a:lnTo>
                <a:lnTo>
                  <a:pt x="697" y="529"/>
                </a:lnTo>
                <a:lnTo>
                  <a:pt x="698" y="528"/>
                </a:lnTo>
                <a:lnTo>
                  <a:pt x="699" y="528"/>
                </a:lnTo>
                <a:lnTo>
                  <a:pt x="700" y="528"/>
                </a:lnTo>
                <a:lnTo>
                  <a:pt x="700" y="527"/>
                </a:lnTo>
                <a:lnTo>
                  <a:pt x="699" y="526"/>
                </a:lnTo>
                <a:lnTo>
                  <a:pt x="699" y="525"/>
                </a:lnTo>
                <a:lnTo>
                  <a:pt x="698" y="525"/>
                </a:lnTo>
                <a:lnTo>
                  <a:pt x="699" y="525"/>
                </a:lnTo>
                <a:lnTo>
                  <a:pt x="700" y="525"/>
                </a:lnTo>
                <a:lnTo>
                  <a:pt x="700" y="524"/>
                </a:lnTo>
                <a:lnTo>
                  <a:pt x="700" y="523"/>
                </a:lnTo>
                <a:lnTo>
                  <a:pt x="701" y="523"/>
                </a:lnTo>
                <a:lnTo>
                  <a:pt x="701" y="524"/>
                </a:lnTo>
                <a:lnTo>
                  <a:pt x="702" y="523"/>
                </a:lnTo>
                <a:lnTo>
                  <a:pt x="703" y="523"/>
                </a:lnTo>
                <a:lnTo>
                  <a:pt x="703" y="524"/>
                </a:lnTo>
                <a:lnTo>
                  <a:pt x="704" y="524"/>
                </a:lnTo>
                <a:lnTo>
                  <a:pt x="703" y="524"/>
                </a:lnTo>
                <a:lnTo>
                  <a:pt x="704" y="524"/>
                </a:lnTo>
                <a:lnTo>
                  <a:pt x="704" y="525"/>
                </a:lnTo>
                <a:lnTo>
                  <a:pt x="705" y="525"/>
                </a:lnTo>
                <a:lnTo>
                  <a:pt x="705" y="526"/>
                </a:lnTo>
                <a:lnTo>
                  <a:pt x="706" y="526"/>
                </a:lnTo>
                <a:lnTo>
                  <a:pt x="707" y="527"/>
                </a:lnTo>
                <a:lnTo>
                  <a:pt x="708" y="527"/>
                </a:lnTo>
                <a:lnTo>
                  <a:pt x="708" y="528"/>
                </a:lnTo>
                <a:lnTo>
                  <a:pt x="709" y="528"/>
                </a:lnTo>
                <a:lnTo>
                  <a:pt x="710" y="528"/>
                </a:lnTo>
                <a:lnTo>
                  <a:pt x="710" y="529"/>
                </a:lnTo>
                <a:lnTo>
                  <a:pt x="710" y="530"/>
                </a:lnTo>
                <a:lnTo>
                  <a:pt x="711" y="531"/>
                </a:lnTo>
                <a:lnTo>
                  <a:pt x="711" y="532"/>
                </a:lnTo>
                <a:lnTo>
                  <a:pt x="712" y="532"/>
                </a:lnTo>
                <a:lnTo>
                  <a:pt x="713" y="532"/>
                </a:lnTo>
                <a:lnTo>
                  <a:pt x="713" y="531"/>
                </a:lnTo>
                <a:lnTo>
                  <a:pt x="714" y="531"/>
                </a:lnTo>
                <a:lnTo>
                  <a:pt x="714" y="532"/>
                </a:lnTo>
                <a:lnTo>
                  <a:pt x="715" y="532"/>
                </a:lnTo>
                <a:lnTo>
                  <a:pt x="716" y="532"/>
                </a:lnTo>
                <a:lnTo>
                  <a:pt x="716" y="533"/>
                </a:lnTo>
                <a:lnTo>
                  <a:pt x="717" y="533"/>
                </a:lnTo>
                <a:lnTo>
                  <a:pt x="718" y="533"/>
                </a:lnTo>
                <a:lnTo>
                  <a:pt x="719" y="533"/>
                </a:lnTo>
                <a:lnTo>
                  <a:pt x="719" y="532"/>
                </a:lnTo>
                <a:lnTo>
                  <a:pt x="720" y="532"/>
                </a:lnTo>
                <a:lnTo>
                  <a:pt x="720" y="531"/>
                </a:lnTo>
                <a:lnTo>
                  <a:pt x="719" y="531"/>
                </a:lnTo>
                <a:lnTo>
                  <a:pt x="719" y="530"/>
                </a:lnTo>
                <a:lnTo>
                  <a:pt x="720" y="530"/>
                </a:lnTo>
                <a:lnTo>
                  <a:pt x="720" y="529"/>
                </a:lnTo>
                <a:lnTo>
                  <a:pt x="720" y="528"/>
                </a:lnTo>
                <a:lnTo>
                  <a:pt x="721" y="527"/>
                </a:lnTo>
                <a:lnTo>
                  <a:pt x="721" y="525"/>
                </a:lnTo>
                <a:lnTo>
                  <a:pt x="721" y="524"/>
                </a:lnTo>
                <a:lnTo>
                  <a:pt x="722" y="523"/>
                </a:lnTo>
                <a:lnTo>
                  <a:pt x="721" y="522"/>
                </a:lnTo>
                <a:lnTo>
                  <a:pt x="722" y="522"/>
                </a:lnTo>
                <a:lnTo>
                  <a:pt x="723" y="522"/>
                </a:lnTo>
                <a:lnTo>
                  <a:pt x="724" y="522"/>
                </a:lnTo>
                <a:lnTo>
                  <a:pt x="725" y="521"/>
                </a:lnTo>
                <a:lnTo>
                  <a:pt x="726" y="521"/>
                </a:lnTo>
                <a:lnTo>
                  <a:pt x="726" y="522"/>
                </a:lnTo>
                <a:lnTo>
                  <a:pt x="727" y="522"/>
                </a:lnTo>
                <a:lnTo>
                  <a:pt x="727" y="521"/>
                </a:lnTo>
                <a:lnTo>
                  <a:pt x="728" y="521"/>
                </a:lnTo>
                <a:lnTo>
                  <a:pt x="729" y="521"/>
                </a:lnTo>
                <a:lnTo>
                  <a:pt x="730" y="521"/>
                </a:lnTo>
                <a:lnTo>
                  <a:pt x="730" y="522"/>
                </a:lnTo>
                <a:lnTo>
                  <a:pt x="730" y="523"/>
                </a:lnTo>
                <a:lnTo>
                  <a:pt x="731" y="523"/>
                </a:lnTo>
                <a:lnTo>
                  <a:pt x="731" y="524"/>
                </a:lnTo>
                <a:lnTo>
                  <a:pt x="730" y="524"/>
                </a:lnTo>
                <a:lnTo>
                  <a:pt x="731" y="524"/>
                </a:lnTo>
                <a:lnTo>
                  <a:pt x="731" y="525"/>
                </a:lnTo>
                <a:lnTo>
                  <a:pt x="731" y="526"/>
                </a:lnTo>
                <a:lnTo>
                  <a:pt x="732" y="526"/>
                </a:lnTo>
                <a:lnTo>
                  <a:pt x="732" y="527"/>
                </a:lnTo>
                <a:lnTo>
                  <a:pt x="731" y="527"/>
                </a:lnTo>
                <a:lnTo>
                  <a:pt x="732" y="527"/>
                </a:lnTo>
                <a:lnTo>
                  <a:pt x="731" y="528"/>
                </a:lnTo>
                <a:lnTo>
                  <a:pt x="732" y="528"/>
                </a:lnTo>
                <a:lnTo>
                  <a:pt x="731" y="529"/>
                </a:lnTo>
                <a:lnTo>
                  <a:pt x="731" y="530"/>
                </a:lnTo>
                <a:lnTo>
                  <a:pt x="732" y="531"/>
                </a:lnTo>
                <a:lnTo>
                  <a:pt x="732" y="532"/>
                </a:lnTo>
                <a:lnTo>
                  <a:pt x="733" y="532"/>
                </a:lnTo>
                <a:lnTo>
                  <a:pt x="733" y="531"/>
                </a:lnTo>
                <a:lnTo>
                  <a:pt x="734" y="531"/>
                </a:lnTo>
                <a:lnTo>
                  <a:pt x="735" y="531"/>
                </a:lnTo>
                <a:lnTo>
                  <a:pt x="735" y="530"/>
                </a:lnTo>
                <a:lnTo>
                  <a:pt x="736" y="530"/>
                </a:lnTo>
                <a:lnTo>
                  <a:pt x="737" y="529"/>
                </a:lnTo>
                <a:lnTo>
                  <a:pt x="737" y="528"/>
                </a:lnTo>
                <a:lnTo>
                  <a:pt x="738" y="528"/>
                </a:lnTo>
                <a:lnTo>
                  <a:pt x="738" y="529"/>
                </a:lnTo>
                <a:lnTo>
                  <a:pt x="739" y="529"/>
                </a:lnTo>
                <a:lnTo>
                  <a:pt x="740" y="529"/>
                </a:lnTo>
                <a:lnTo>
                  <a:pt x="741" y="529"/>
                </a:lnTo>
                <a:lnTo>
                  <a:pt x="741" y="528"/>
                </a:lnTo>
                <a:lnTo>
                  <a:pt x="742" y="528"/>
                </a:lnTo>
                <a:lnTo>
                  <a:pt x="743" y="528"/>
                </a:lnTo>
                <a:lnTo>
                  <a:pt x="744" y="528"/>
                </a:lnTo>
                <a:lnTo>
                  <a:pt x="745" y="528"/>
                </a:lnTo>
                <a:lnTo>
                  <a:pt x="746" y="529"/>
                </a:lnTo>
                <a:lnTo>
                  <a:pt x="746" y="530"/>
                </a:lnTo>
                <a:lnTo>
                  <a:pt x="745" y="531"/>
                </a:lnTo>
                <a:lnTo>
                  <a:pt x="745" y="532"/>
                </a:lnTo>
                <a:lnTo>
                  <a:pt x="746" y="532"/>
                </a:lnTo>
                <a:lnTo>
                  <a:pt x="746" y="533"/>
                </a:lnTo>
                <a:lnTo>
                  <a:pt x="746" y="532"/>
                </a:lnTo>
                <a:lnTo>
                  <a:pt x="747" y="532"/>
                </a:lnTo>
                <a:lnTo>
                  <a:pt x="748" y="532"/>
                </a:lnTo>
                <a:lnTo>
                  <a:pt x="749" y="532"/>
                </a:lnTo>
                <a:lnTo>
                  <a:pt x="750" y="532"/>
                </a:lnTo>
                <a:lnTo>
                  <a:pt x="750" y="531"/>
                </a:lnTo>
                <a:lnTo>
                  <a:pt x="750" y="530"/>
                </a:lnTo>
                <a:lnTo>
                  <a:pt x="750" y="529"/>
                </a:lnTo>
                <a:lnTo>
                  <a:pt x="751" y="529"/>
                </a:lnTo>
                <a:lnTo>
                  <a:pt x="752" y="529"/>
                </a:lnTo>
                <a:lnTo>
                  <a:pt x="753" y="530"/>
                </a:lnTo>
                <a:lnTo>
                  <a:pt x="754" y="530"/>
                </a:lnTo>
                <a:lnTo>
                  <a:pt x="754" y="531"/>
                </a:lnTo>
                <a:lnTo>
                  <a:pt x="755" y="531"/>
                </a:lnTo>
                <a:lnTo>
                  <a:pt x="755" y="530"/>
                </a:lnTo>
                <a:lnTo>
                  <a:pt x="755" y="529"/>
                </a:lnTo>
                <a:lnTo>
                  <a:pt x="755" y="528"/>
                </a:lnTo>
                <a:lnTo>
                  <a:pt x="756" y="528"/>
                </a:lnTo>
                <a:lnTo>
                  <a:pt x="755" y="527"/>
                </a:lnTo>
                <a:lnTo>
                  <a:pt x="755" y="526"/>
                </a:lnTo>
                <a:lnTo>
                  <a:pt x="754" y="526"/>
                </a:lnTo>
                <a:lnTo>
                  <a:pt x="755" y="525"/>
                </a:lnTo>
                <a:lnTo>
                  <a:pt x="755" y="524"/>
                </a:lnTo>
                <a:lnTo>
                  <a:pt x="757" y="522"/>
                </a:lnTo>
                <a:lnTo>
                  <a:pt x="758" y="523"/>
                </a:lnTo>
                <a:lnTo>
                  <a:pt x="759" y="523"/>
                </a:lnTo>
                <a:lnTo>
                  <a:pt x="760" y="523"/>
                </a:lnTo>
                <a:lnTo>
                  <a:pt x="762" y="523"/>
                </a:lnTo>
                <a:lnTo>
                  <a:pt x="763" y="523"/>
                </a:lnTo>
                <a:lnTo>
                  <a:pt x="764" y="523"/>
                </a:lnTo>
                <a:lnTo>
                  <a:pt x="765" y="524"/>
                </a:lnTo>
                <a:lnTo>
                  <a:pt x="765" y="525"/>
                </a:lnTo>
                <a:lnTo>
                  <a:pt x="766" y="524"/>
                </a:lnTo>
                <a:lnTo>
                  <a:pt x="767" y="525"/>
                </a:lnTo>
                <a:lnTo>
                  <a:pt x="768" y="525"/>
                </a:lnTo>
                <a:lnTo>
                  <a:pt x="768" y="526"/>
                </a:lnTo>
                <a:lnTo>
                  <a:pt x="769" y="526"/>
                </a:lnTo>
                <a:lnTo>
                  <a:pt x="769" y="528"/>
                </a:lnTo>
                <a:lnTo>
                  <a:pt x="769" y="529"/>
                </a:lnTo>
                <a:lnTo>
                  <a:pt x="769" y="530"/>
                </a:lnTo>
                <a:lnTo>
                  <a:pt x="769" y="531"/>
                </a:lnTo>
                <a:lnTo>
                  <a:pt x="770" y="531"/>
                </a:lnTo>
                <a:lnTo>
                  <a:pt x="771" y="531"/>
                </a:lnTo>
                <a:lnTo>
                  <a:pt x="770" y="532"/>
                </a:lnTo>
                <a:lnTo>
                  <a:pt x="771" y="532"/>
                </a:lnTo>
                <a:lnTo>
                  <a:pt x="771" y="531"/>
                </a:lnTo>
                <a:lnTo>
                  <a:pt x="772" y="531"/>
                </a:lnTo>
                <a:lnTo>
                  <a:pt x="772" y="532"/>
                </a:lnTo>
                <a:lnTo>
                  <a:pt x="773" y="532"/>
                </a:lnTo>
                <a:lnTo>
                  <a:pt x="773" y="533"/>
                </a:lnTo>
                <a:lnTo>
                  <a:pt x="772" y="535"/>
                </a:lnTo>
                <a:lnTo>
                  <a:pt x="771" y="536"/>
                </a:lnTo>
                <a:lnTo>
                  <a:pt x="772" y="536"/>
                </a:lnTo>
                <a:lnTo>
                  <a:pt x="773" y="536"/>
                </a:lnTo>
                <a:lnTo>
                  <a:pt x="773" y="537"/>
                </a:lnTo>
                <a:lnTo>
                  <a:pt x="774" y="537"/>
                </a:lnTo>
                <a:lnTo>
                  <a:pt x="774" y="538"/>
                </a:lnTo>
                <a:lnTo>
                  <a:pt x="775" y="539"/>
                </a:lnTo>
                <a:lnTo>
                  <a:pt x="776" y="539"/>
                </a:lnTo>
                <a:lnTo>
                  <a:pt x="776" y="540"/>
                </a:lnTo>
                <a:lnTo>
                  <a:pt x="777" y="540"/>
                </a:lnTo>
                <a:lnTo>
                  <a:pt x="777" y="541"/>
                </a:lnTo>
                <a:lnTo>
                  <a:pt x="777" y="543"/>
                </a:lnTo>
                <a:lnTo>
                  <a:pt x="777" y="544"/>
                </a:lnTo>
                <a:lnTo>
                  <a:pt x="778" y="544"/>
                </a:lnTo>
                <a:lnTo>
                  <a:pt x="778" y="545"/>
                </a:lnTo>
                <a:lnTo>
                  <a:pt x="778" y="546"/>
                </a:lnTo>
                <a:lnTo>
                  <a:pt x="779" y="546"/>
                </a:lnTo>
                <a:lnTo>
                  <a:pt x="779" y="547"/>
                </a:lnTo>
                <a:lnTo>
                  <a:pt x="778" y="547"/>
                </a:lnTo>
                <a:lnTo>
                  <a:pt x="779" y="547"/>
                </a:lnTo>
                <a:lnTo>
                  <a:pt x="780" y="547"/>
                </a:lnTo>
                <a:lnTo>
                  <a:pt x="781" y="547"/>
                </a:lnTo>
                <a:lnTo>
                  <a:pt x="782" y="547"/>
                </a:lnTo>
                <a:lnTo>
                  <a:pt x="782" y="548"/>
                </a:lnTo>
                <a:lnTo>
                  <a:pt x="782" y="549"/>
                </a:lnTo>
                <a:lnTo>
                  <a:pt x="781" y="549"/>
                </a:lnTo>
                <a:lnTo>
                  <a:pt x="780" y="549"/>
                </a:lnTo>
                <a:lnTo>
                  <a:pt x="780" y="550"/>
                </a:lnTo>
                <a:lnTo>
                  <a:pt x="780" y="551"/>
                </a:lnTo>
                <a:lnTo>
                  <a:pt x="781" y="551"/>
                </a:lnTo>
                <a:lnTo>
                  <a:pt x="782" y="552"/>
                </a:lnTo>
                <a:lnTo>
                  <a:pt x="781" y="553"/>
                </a:lnTo>
                <a:lnTo>
                  <a:pt x="781" y="554"/>
                </a:lnTo>
                <a:lnTo>
                  <a:pt x="780" y="554"/>
                </a:lnTo>
                <a:lnTo>
                  <a:pt x="779" y="554"/>
                </a:lnTo>
                <a:lnTo>
                  <a:pt x="778" y="554"/>
                </a:lnTo>
                <a:lnTo>
                  <a:pt x="777" y="555"/>
                </a:lnTo>
                <a:lnTo>
                  <a:pt x="777" y="554"/>
                </a:lnTo>
                <a:lnTo>
                  <a:pt x="777" y="555"/>
                </a:lnTo>
                <a:lnTo>
                  <a:pt x="776" y="555"/>
                </a:lnTo>
                <a:lnTo>
                  <a:pt x="776" y="556"/>
                </a:lnTo>
                <a:lnTo>
                  <a:pt x="777" y="556"/>
                </a:lnTo>
                <a:lnTo>
                  <a:pt x="777" y="558"/>
                </a:lnTo>
                <a:lnTo>
                  <a:pt x="777" y="559"/>
                </a:lnTo>
                <a:lnTo>
                  <a:pt x="777" y="560"/>
                </a:lnTo>
                <a:lnTo>
                  <a:pt x="777" y="561"/>
                </a:lnTo>
                <a:lnTo>
                  <a:pt x="777" y="562"/>
                </a:lnTo>
                <a:lnTo>
                  <a:pt x="778" y="563"/>
                </a:lnTo>
                <a:lnTo>
                  <a:pt x="779" y="563"/>
                </a:lnTo>
                <a:lnTo>
                  <a:pt x="779" y="564"/>
                </a:lnTo>
                <a:lnTo>
                  <a:pt x="778" y="565"/>
                </a:lnTo>
                <a:lnTo>
                  <a:pt x="778" y="566"/>
                </a:lnTo>
                <a:lnTo>
                  <a:pt x="778" y="567"/>
                </a:lnTo>
                <a:lnTo>
                  <a:pt x="778" y="568"/>
                </a:lnTo>
                <a:lnTo>
                  <a:pt x="778" y="569"/>
                </a:lnTo>
                <a:lnTo>
                  <a:pt x="778" y="570"/>
                </a:lnTo>
                <a:lnTo>
                  <a:pt x="777" y="571"/>
                </a:lnTo>
                <a:lnTo>
                  <a:pt x="777" y="572"/>
                </a:lnTo>
                <a:lnTo>
                  <a:pt x="777" y="573"/>
                </a:lnTo>
                <a:lnTo>
                  <a:pt x="776" y="574"/>
                </a:lnTo>
                <a:lnTo>
                  <a:pt x="776" y="575"/>
                </a:lnTo>
                <a:lnTo>
                  <a:pt x="775" y="575"/>
                </a:lnTo>
                <a:lnTo>
                  <a:pt x="775" y="576"/>
                </a:lnTo>
                <a:lnTo>
                  <a:pt x="775" y="577"/>
                </a:lnTo>
                <a:lnTo>
                  <a:pt x="775" y="578"/>
                </a:lnTo>
                <a:lnTo>
                  <a:pt x="776" y="578"/>
                </a:lnTo>
                <a:lnTo>
                  <a:pt x="777" y="578"/>
                </a:lnTo>
                <a:lnTo>
                  <a:pt x="777" y="579"/>
                </a:lnTo>
                <a:lnTo>
                  <a:pt x="776" y="579"/>
                </a:lnTo>
                <a:lnTo>
                  <a:pt x="776" y="580"/>
                </a:lnTo>
                <a:lnTo>
                  <a:pt x="775" y="580"/>
                </a:lnTo>
                <a:lnTo>
                  <a:pt x="776" y="580"/>
                </a:lnTo>
                <a:lnTo>
                  <a:pt x="775" y="581"/>
                </a:lnTo>
                <a:lnTo>
                  <a:pt x="775" y="582"/>
                </a:lnTo>
                <a:lnTo>
                  <a:pt x="774" y="582"/>
                </a:lnTo>
                <a:lnTo>
                  <a:pt x="774" y="583"/>
                </a:lnTo>
                <a:lnTo>
                  <a:pt x="772" y="583"/>
                </a:lnTo>
                <a:lnTo>
                  <a:pt x="771" y="584"/>
                </a:lnTo>
                <a:lnTo>
                  <a:pt x="772" y="584"/>
                </a:lnTo>
                <a:lnTo>
                  <a:pt x="771" y="584"/>
                </a:lnTo>
                <a:lnTo>
                  <a:pt x="771" y="585"/>
                </a:lnTo>
                <a:lnTo>
                  <a:pt x="771" y="586"/>
                </a:lnTo>
                <a:lnTo>
                  <a:pt x="770" y="586"/>
                </a:lnTo>
                <a:lnTo>
                  <a:pt x="771" y="586"/>
                </a:lnTo>
                <a:lnTo>
                  <a:pt x="771" y="587"/>
                </a:lnTo>
                <a:lnTo>
                  <a:pt x="770" y="587"/>
                </a:lnTo>
                <a:lnTo>
                  <a:pt x="769" y="587"/>
                </a:lnTo>
                <a:lnTo>
                  <a:pt x="769" y="588"/>
                </a:lnTo>
                <a:lnTo>
                  <a:pt x="768" y="588"/>
                </a:lnTo>
                <a:lnTo>
                  <a:pt x="768" y="587"/>
                </a:lnTo>
                <a:lnTo>
                  <a:pt x="767" y="587"/>
                </a:lnTo>
                <a:lnTo>
                  <a:pt x="767" y="588"/>
                </a:lnTo>
                <a:lnTo>
                  <a:pt x="767" y="589"/>
                </a:lnTo>
                <a:lnTo>
                  <a:pt x="766" y="589"/>
                </a:lnTo>
                <a:lnTo>
                  <a:pt x="766" y="590"/>
                </a:lnTo>
                <a:lnTo>
                  <a:pt x="765" y="590"/>
                </a:lnTo>
                <a:lnTo>
                  <a:pt x="765" y="591"/>
                </a:lnTo>
                <a:lnTo>
                  <a:pt x="764" y="592"/>
                </a:lnTo>
                <a:lnTo>
                  <a:pt x="764" y="591"/>
                </a:lnTo>
                <a:lnTo>
                  <a:pt x="763" y="591"/>
                </a:lnTo>
                <a:lnTo>
                  <a:pt x="763" y="590"/>
                </a:lnTo>
                <a:lnTo>
                  <a:pt x="764" y="590"/>
                </a:lnTo>
                <a:lnTo>
                  <a:pt x="764" y="589"/>
                </a:lnTo>
                <a:lnTo>
                  <a:pt x="764" y="588"/>
                </a:lnTo>
                <a:lnTo>
                  <a:pt x="764" y="587"/>
                </a:lnTo>
                <a:lnTo>
                  <a:pt x="763" y="587"/>
                </a:lnTo>
                <a:lnTo>
                  <a:pt x="762" y="587"/>
                </a:lnTo>
                <a:lnTo>
                  <a:pt x="761" y="587"/>
                </a:lnTo>
                <a:lnTo>
                  <a:pt x="761" y="586"/>
                </a:lnTo>
                <a:lnTo>
                  <a:pt x="761" y="587"/>
                </a:lnTo>
                <a:lnTo>
                  <a:pt x="760" y="587"/>
                </a:lnTo>
                <a:lnTo>
                  <a:pt x="759" y="587"/>
                </a:lnTo>
                <a:lnTo>
                  <a:pt x="759" y="586"/>
                </a:lnTo>
                <a:lnTo>
                  <a:pt x="758" y="586"/>
                </a:lnTo>
                <a:lnTo>
                  <a:pt x="757" y="585"/>
                </a:lnTo>
                <a:lnTo>
                  <a:pt x="757" y="586"/>
                </a:lnTo>
                <a:lnTo>
                  <a:pt x="756" y="586"/>
                </a:lnTo>
                <a:lnTo>
                  <a:pt x="755" y="586"/>
                </a:lnTo>
                <a:lnTo>
                  <a:pt x="755" y="585"/>
                </a:lnTo>
                <a:lnTo>
                  <a:pt x="755" y="584"/>
                </a:lnTo>
                <a:lnTo>
                  <a:pt x="754" y="583"/>
                </a:lnTo>
                <a:lnTo>
                  <a:pt x="753" y="583"/>
                </a:lnTo>
                <a:lnTo>
                  <a:pt x="752" y="583"/>
                </a:lnTo>
                <a:lnTo>
                  <a:pt x="751" y="583"/>
                </a:lnTo>
                <a:lnTo>
                  <a:pt x="750" y="583"/>
                </a:lnTo>
                <a:lnTo>
                  <a:pt x="749" y="583"/>
                </a:lnTo>
                <a:lnTo>
                  <a:pt x="749" y="584"/>
                </a:lnTo>
                <a:lnTo>
                  <a:pt x="748" y="584"/>
                </a:lnTo>
                <a:lnTo>
                  <a:pt x="748" y="585"/>
                </a:lnTo>
                <a:lnTo>
                  <a:pt x="748" y="586"/>
                </a:lnTo>
                <a:lnTo>
                  <a:pt x="747" y="586"/>
                </a:lnTo>
                <a:lnTo>
                  <a:pt x="747" y="587"/>
                </a:lnTo>
                <a:lnTo>
                  <a:pt x="748" y="587"/>
                </a:lnTo>
                <a:lnTo>
                  <a:pt x="747" y="588"/>
                </a:lnTo>
                <a:lnTo>
                  <a:pt x="748" y="588"/>
                </a:lnTo>
                <a:lnTo>
                  <a:pt x="747" y="589"/>
                </a:lnTo>
                <a:lnTo>
                  <a:pt x="747" y="590"/>
                </a:lnTo>
                <a:lnTo>
                  <a:pt x="746" y="589"/>
                </a:lnTo>
                <a:lnTo>
                  <a:pt x="745" y="589"/>
                </a:lnTo>
                <a:lnTo>
                  <a:pt x="745" y="590"/>
                </a:lnTo>
                <a:lnTo>
                  <a:pt x="744" y="590"/>
                </a:lnTo>
                <a:lnTo>
                  <a:pt x="743" y="590"/>
                </a:lnTo>
                <a:lnTo>
                  <a:pt x="742" y="590"/>
                </a:lnTo>
                <a:lnTo>
                  <a:pt x="742" y="591"/>
                </a:lnTo>
                <a:lnTo>
                  <a:pt x="742" y="592"/>
                </a:lnTo>
                <a:lnTo>
                  <a:pt x="742" y="593"/>
                </a:lnTo>
                <a:lnTo>
                  <a:pt x="741" y="593"/>
                </a:lnTo>
                <a:lnTo>
                  <a:pt x="740" y="593"/>
                </a:lnTo>
                <a:lnTo>
                  <a:pt x="740" y="594"/>
                </a:lnTo>
                <a:lnTo>
                  <a:pt x="739" y="594"/>
                </a:lnTo>
                <a:lnTo>
                  <a:pt x="739" y="595"/>
                </a:lnTo>
                <a:lnTo>
                  <a:pt x="738" y="595"/>
                </a:lnTo>
                <a:lnTo>
                  <a:pt x="738" y="596"/>
                </a:lnTo>
                <a:lnTo>
                  <a:pt x="737" y="596"/>
                </a:lnTo>
                <a:lnTo>
                  <a:pt x="736" y="597"/>
                </a:lnTo>
                <a:lnTo>
                  <a:pt x="736" y="596"/>
                </a:lnTo>
                <a:lnTo>
                  <a:pt x="735" y="596"/>
                </a:lnTo>
                <a:lnTo>
                  <a:pt x="735" y="595"/>
                </a:lnTo>
                <a:lnTo>
                  <a:pt x="734" y="595"/>
                </a:lnTo>
                <a:lnTo>
                  <a:pt x="734" y="596"/>
                </a:lnTo>
                <a:lnTo>
                  <a:pt x="733" y="596"/>
                </a:lnTo>
                <a:lnTo>
                  <a:pt x="732" y="596"/>
                </a:lnTo>
                <a:lnTo>
                  <a:pt x="731" y="596"/>
                </a:lnTo>
                <a:lnTo>
                  <a:pt x="731" y="597"/>
                </a:lnTo>
                <a:lnTo>
                  <a:pt x="731" y="596"/>
                </a:lnTo>
                <a:lnTo>
                  <a:pt x="732" y="596"/>
                </a:lnTo>
                <a:lnTo>
                  <a:pt x="732" y="597"/>
                </a:lnTo>
                <a:lnTo>
                  <a:pt x="733" y="597"/>
                </a:lnTo>
                <a:lnTo>
                  <a:pt x="734" y="597"/>
                </a:lnTo>
                <a:lnTo>
                  <a:pt x="734" y="598"/>
                </a:lnTo>
                <a:lnTo>
                  <a:pt x="735" y="598"/>
                </a:lnTo>
                <a:lnTo>
                  <a:pt x="735" y="599"/>
                </a:lnTo>
                <a:lnTo>
                  <a:pt x="736" y="599"/>
                </a:lnTo>
                <a:lnTo>
                  <a:pt x="736" y="600"/>
                </a:lnTo>
                <a:lnTo>
                  <a:pt x="737" y="600"/>
                </a:lnTo>
                <a:lnTo>
                  <a:pt x="736" y="600"/>
                </a:lnTo>
                <a:lnTo>
                  <a:pt x="736" y="601"/>
                </a:lnTo>
                <a:lnTo>
                  <a:pt x="735" y="601"/>
                </a:lnTo>
                <a:lnTo>
                  <a:pt x="734" y="601"/>
                </a:lnTo>
                <a:lnTo>
                  <a:pt x="735" y="602"/>
                </a:lnTo>
                <a:lnTo>
                  <a:pt x="735" y="601"/>
                </a:lnTo>
                <a:lnTo>
                  <a:pt x="736" y="602"/>
                </a:lnTo>
                <a:lnTo>
                  <a:pt x="737" y="603"/>
                </a:lnTo>
                <a:lnTo>
                  <a:pt x="737" y="604"/>
                </a:lnTo>
                <a:lnTo>
                  <a:pt x="735" y="604"/>
                </a:lnTo>
                <a:lnTo>
                  <a:pt x="734" y="604"/>
                </a:lnTo>
                <a:lnTo>
                  <a:pt x="734" y="603"/>
                </a:lnTo>
                <a:lnTo>
                  <a:pt x="735" y="603"/>
                </a:lnTo>
                <a:lnTo>
                  <a:pt x="735" y="602"/>
                </a:lnTo>
                <a:lnTo>
                  <a:pt x="734" y="602"/>
                </a:lnTo>
                <a:lnTo>
                  <a:pt x="733" y="602"/>
                </a:lnTo>
                <a:lnTo>
                  <a:pt x="732" y="602"/>
                </a:lnTo>
                <a:lnTo>
                  <a:pt x="732" y="603"/>
                </a:lnTo>
                <a:lnTo>
                  <a:pt x="731" y="603"/>
                </a:lnTo>
                <a:lnTo>
                  <a:pt x="730" y="604"/>
                </a:lnTo>
                <a:lnTo>
                  <a:pt x="729" y="604"/>
                </a:lnTo>
                <a:lnTo>
                  <a:pt x="729" y="605"/>
                </a:lnTo>
                <a:lnTo>
                  <a:pt x="728" y="605"/>
                </a:lnTo>
                <a:lnTo>
                  <a:pt x="727" y="605"/>
                </a:lnTo>
                <a:lnTo>
                  <a:pt x="727" y="606"/>
                </a:lnTo>
                <a:lnTo>
                  <a:pt x="727" y="607"/>
                </a:lnTo>
                <a:lnTo>
                  <a:pt x="726" y="608"/>
                </a:lnTo>
                <a:lnTo>
                  <a:pt x="725" y="609"/>
                </a:lnTo>
                <a:lnTo>
                  <a:pt x="725" y="610"/>
                </a:lnTo>
                <a:lnTo>
                  <a:pt x="725" y="611"/>
                </a:lnTo>
                <a:lnTo>
                  <a:pt x="724" y="611"/>
                </a:lnTo>
                <a:lnTo>
                  <a:pt x="724" y="612"/>
                </a:lnTo>
                <a:lnTo>
                  <a:pt x="723" y="612"/>
                </a:lnTo>
                <a:lnTo>
                  <a:pt x="722" y="612"/>
                </a:lnTo>
                <a:lnTo>
                  <a:pt x="722" y="613"/>
                </a:lnTo>
                <a:lnTo>
                  <a:pt x="722" y="614"/>
                </a:lnTo>
                <a:lnTo>
                  <a:pt x="722" y="615"/>
                </a:lnTo>
                <a:lnTo>
                  <a:pt x="723" y="616"/>
                </a:lnTo>
                <a:lnTo>
                  <a:pt x="723" y="617"/>
                </a:lnTo>
                <a:lnTo>
                  <a:pt x="723" y="618"/>
                </a:lnTo>
                <a:lnTo>
                  <a:pt x="722" y="618"/>
                </a:lnTo>
                <a:lnTo>
                  <a:pt x="721" y="618"/>
                </a:lnTo>
                <a:lnTo>
                  <a:pt x="721" y="617"/>
                </a:lnTo>
                <a:lnTo>
                  <a:pt x="720" y="617"/>
                </a:lnTo>
                <a:lnTo>
                  <a:pt x="719" y="617"/>
                </a:lnTo>
                <a:lnTo>
                  <a:pt x="719" y="616"/>
                </a:lnTo>
                <a:lnTo>
                  <a:pt x="719" y="615"/>
                </a:lnTo>
                <a:lnTo>
                  <a:pt x="718" y="615"/>
                </a:lnTo>
                <a:lnTo>
                  <a:pt x="718" y="614"/>
                </a:lnTo>
                <a:lnTo>
                  <a:pt x="719" y="614"/>
                </a:lnTo>
                <a:lnTo>
                  <a:pt x="718" y="614"/>
                </a:lnTo>
                <a:lnTo>
                  <a:pt x="718" y="613"/>
                </a:lnTo>
                <a:lnTo>
                  <a:pt x="717" y="612"/>
                </a:lnTo>
                <a:lnTo>
                  <a:pt x="717" y="611"/>
                </a:lnTo>
                <a:lnTo>
                  <a:pt x="716" y="611"/>
                </a:lnTo>
                <a:lnTo>
                  <a:pt x="716" y="610"/>
                </a:lnTo>
                <a:lnTo>
                  <a:pt x="715" y="610"/>
                </a:lnTo>
                <a:lnTo>
                  <a:pt x="715" y="609"/>
                </a:lnTo>
                <a:lnTo>
                  <a:pt x="715" y="608"/>
                </a:lnTo>
                <a:lnTo>
                  <a:pt x="714" y="608"/>
                </a:lnTo>
                <a:lnTo>
                  <a:pt x="715" y="608"/>
                </a:lnTo>
                <a:lnTo>
                  <a:pt x="714" y="608"/>
                </a:lnTo>
                <a:lnTo>
                  <a:pt x="714" y="607"/>
                </a:lnTo>
                <a:lnTo>
                  <a:pt x="713" y="607"/>
                </a:lnTo>
                <a:lnTo>
                  <a:pt x="713" y="606"/>
                </a:lnTo>
                <a:lnTo>
                  <a:pt x="713" y="607"/>
                </a:lnTo>
                <a:lnTo>
                  <a:pt x="713" y="608"/>
                </a:lnTo>
                <a:lnTo>
                  <a:pt x="712" y="608"/>
                </a:lnTo>
                <a:lnTo>
                  <a:pt x="711" y="608"/>
                </a:lnTo>
                <a:lnTo>
                  <a:pt x="711" y="607"/>
                </a:lnTo>
                <a:lnTo>
                  <a:pt x="710" y="607"/>
                </a:lnTo>
                <a:lnTo>
                  <a:pt x="710" y="606"/>
                </a:lnTo>
                <a:lnTo>
                  <a:pt x="709" y="605"/>
                </a:lnTo>
                <a:lnTo>
                  <a:pt x="709" y="606"/>
                </a:lnTo>
                <a:lnTo>
                  <a:pt x="708" y="605"/>
                </a:lnTo>
                <a:lnTo>
                  <a:pt x="707" y="605"/>
                </a:lnTo>
                <a:lnTo>
                  <a:pt x="707" y="604"/>
                </a:lnTo>
                <a:lnTo>
                  <a:pt x="707" y="603"/>
                </a:lnTo>
                <a:lnTo>
                  <a:pt x="706" y="603"/>
                </a:lnTo>
                <a:lnTo>
                  <a:pt x="706" y="602"/>
                </a:lnTo>
                <a:lnTo>
                  <a:pt x="706" y="601"/>
                </a:lnTo>
                <a:lnTo>
                  <a:pt x="706" y="600"/>
                </a:lnTo>
                <a:lnTo>
                  <a:pt x="705" y="600"/>
                </a:lnTo>
                <a:lnTo>
                  <a:pt x="705" y="599"/>
                </a:lnTo>
                <a:lnTo>
                  <a:pt x="704" y="599"/>
                </a:lnTo>
                <a:lnTo>
                  <a:pt x="704" y="598"/>
                </a:lnTo>
                <a:lnTo>
                  <a:pt x="704" y="597"/>
                </a:lnTo>
                <a:lnTo>
                  <a:pt x="703" y="597"/>
                </a:lnTo>
                <a:lnTo>
                  <a:pt x="703" y="598"/>
                </a:lnTo>
                <a:lnTo>
                  <a:pt x="702" y="598"/>
                </a:lnTo>
                <a:lnTo>
                  <a:pt x="701" y="599"/>
                </a:lnTo>
                <a:lnTo>
                  <a:pt x="701" y="600"/>
                </a:lnTo>
                <a:lnTo>
                  <a:pt x="701" y="601"/>
                </a:lnTo>
                <a:lnTo>
                  <a:pt x="700" y="601"/>
                </a:lnTo>
                <a:lnTo>
                  <a:pt x="700" y="602"/>
                </a:lnTo>
                <a:lnTo>
                  <a:pt x="700" y="603"/>
                </a:lnTo>
                <a:lnTo>
                  <a:pt x="699" y="603"/>
                </a:lnTo>
                <a:lnTo>
                  <a:pt x="698" y="603"/>
                </a:lnTo>
                <a:lnTo>
                  <a:pt x="698" y="602"/>
                </a:lnTo>
                <a:lnTo>
                  <a:pt x="697" y="602"/>
                </a:lnTo>
                <a:lnTo>
                  <a:pt x="697" y="603"/>
                </a:lnTo>
                <a:lnTo>
                  <a:pt x="697" y="604"/>
                </a:lnTo>
                <a:lnTo>
                  <a:pt x="697" y="605"/>
                </a:lnTo>
                <a:lnTo>
                  <a:pt x="697" y="606"/>
                </a:lnTo>
                <a:lnTo>
                  <a:pt x="697" y="607"/>
                </a:lnTo>
                <a:lnTo>
                  <a:pt x="696" y="607"/>
                </a:lnTo>
                <a:lnTo>
                  <a:pt x="696" y="608"/>
                </a:lnTo>
                <a:lnTo>
                  <a:pt x="695" y="608"/>
                </a:lnTo>
                <a:lnTo>
                  <a:pt x="695" y="609"/>
                </a:lnTo>
                <a:lnTo>
                  <a:pt x="695" y="608"/>
                </a:lnTo>
                <a:lnTo>
                  <a:pt x="695" y="609"/>
                </a:lnTo>
                <a:lnTo>
                  <a:pt x="696" y="609"/>
                </a:lnTo>
                <a:lnTo>
                  <a:pt x="696" y="610"/>
                </a:lnTo>
                <a:lnTo>
                  <a:pt x="695" y="610"/>
                </a:lnTo>
                <a:lnTo>
                  <a:pt x="695" y="611"/>
                </a:lnTo>
                <a:lnTo>
                  <a:pt x="695" y="610"/>
                </a:lnTo>
                <a:lnTo>
                  <a:pt x="694" y="610"/>
                </a:lnTo>
                <a:lnTo>
                  <a:pt x="693" y="610"/>
                </a:lnTo>
                <a:lnTo>
                  <a:pt x="692" y="610"/>
                </a:lnTo>
                <a:lnTo>
                  <a:pt x="692" y="609"/>
                </a:lnTo>
                <a:lnTo>
                  <a:pt x="691" y="609"/>
                </a:lnTo>
                <a:lnTo>
                  <a:pt x="691" y="608"/>
                </a:lnTo>
                <a:lnTo>
                  <a:pt x="690" y="608"/>
                </a:lnTo>
                <a:lnTo>
                  <a:pt x="689" y="608"/>
                </a:lnTo>
                <a:lnTo>
                  <a:pt x="690" y="608"/>
                </a:lnTo>
                <a:lnTo>
                  <a:pt x="689" y="608"/>
                </a:lnTo>
                <a:lnTo>
                  <a:pt x="689" y="609"/>
                </a:lnTo>
                <a:lnTo>
                  <a:pt x="689" y="610"/>
                </a:lnTo>
                <a:lnTo>
                  <a:pt x="688" y="610"/>
                </a:lnTo>
                <a:lnTo>
                  <a:pt x="688" y="611"/>
                </a:lnTo>
                <a:lnTo>
                  <a:pt x="687" y="611"/>
                </a:lnTo>
                <a:lnTo>
                  <a:pt x="686" y="611"/>
                </a:lnTo>
                <a:lnTo>
                  <a:pt x="685" y="611"/>
                </a:lnTo>
                <a:lnTo>
                  <a:pt x="685" y="612"/>
                </a:lnTo>
                <a:lnTo>
                  <a:pt x="684" y="612"/>
                </a:lnTo>
                <a:lnTo>
                  <a:pt x="683" y="612"/>
                </a:lnTo>
                <a:lnTo>
                  <a:pt x="683" y="611"/>
                </a:lnTo>
                <a:lnTo>
                  <a:pt x="682" y="611"/>
                </a:lnTo>
                <a:lnTo>
                  <a:pt x="682" y="610"/>
                </a:lnTo>
                <a:lnTo>
                  <a:pt x="681" y="610"/>
                </a:lnTo>
                <a:lnTo>
                  <a:pt x="681" y="611"/>
                </a:lnTo>
                <a:lnTo>
                  <a:pt x="680" y="611"/>
                </a:lnTo>
                <a:lnTo>
                  <a:pt x="680" y="612"/>
                </a:lnTo>
                <a:lnTo>
                  <a:pt x="679" y="612"/>
                </a:lnTo>
                <a:lnTo>
                  <a:pt x="679" y="613"/>
                </a:lnTo>
                <a:lnTo>
                  <a:pt x="679" y="612"/>
                </a:lnTo>
                <a:lnTo>
                  <a:pt x="678" y="613"/>
                </a:lnTo>
                <a:lnTo>
                  <a:pt x="678" y="614"/>
                </a:lnTo>
                <a:lnTo>
                  <a:pt x="677" y="614"/>
                </a:lnTo>
                <a:lnTo>
                  <a:pt x="677" y="615"/>
                </a:lnTo>
                <a:lnTo>
                  <a:pt x="676" y="615"/>
                </a:lnTo>
                <a:lnTo>
                  <a:pt x="675" y="615"/>
                </a:lnTo>
                <a:lnTo>
                  <a:pt x="674" y="615"/>
                </a:lnTo>
                <a:lnTo>
                  <a:pt x="674" y="616"/>
                </a:lnTo>
                <a:lnTo>
                  <a:pt x="674" y="617"/>
                </a:lnTo>
                <a:lnTo>
                  <a:pt x="673" y="617"/>
                </a:lnTo>
                <a:lnTo>
                  <a:pt x="672" y="617"/>
                </a:lnTo>
                <a:lnTo>
                  <a:pt x="672" y="616"/>
                </a:lnTo>
                <a:lnTo>
                  <a:pt x="672" y="617"/>
                </a:lnTo>
                <a:lnTo>
                  <a:pt x="671" y="617"/>
                </a:lnTo>
                <a:lnTo>
                  <a:pt x="671" y="618"/>
                </a:lnTo>
                <a:lnTo>
                  <a:pt x="670" y="618"/>
                </a:lnTo>
                <a:lnTo>
                  <a:pt x="670" y="619"/>
                </a:lnTo>
                <a:lnTo>
                  <a:pt x="670" y="620"/>
                </a:lnTo>
                <a:lnTo>
                  <a:pt x="669" y="620"/>
                </a:lnTo>
                <a:lnTo>
                  <a:pt x="670" y="620"/>
                </a:lnTo>
                <a:lnTo>
                  <a:pt x="670" y="621"/>
                </a:lnTo>
                <a:lnTo>
                  <a:pt x="670" y="622"/>
                </a:lnTo>
                <a:lnTo>
                  <a:pt x="669" y="622"/>
                </a:lnTo>
                <a:lnTo>
                  <a:pt x="668" y="622"/>
                </a:lnTo>
                <a:lnTo>
                  <a:pt x="668" y="621"/>
                </a:lnTo>
                <a:lnTo>
                  <a:pt x="667" y="621"/>
                </a:lnTo>
                <a:lnTo>
                  <a:pt x="668" y="621"/>
                </a:lnTo>
                <a:lnTo>
                  <a:pt x="667" y="621"/>
                </a:lnTo>
                <a:lnTo>
                  <a:pt x="667" y="620"/>
                </a:lnTo>
                <a:lnTo>
                  <a:pt x="667" y="619"/>
                </a:lnTo>
                <a:lnTo>
                  <a:pt x="666" y="619"/>
                </a:lnTo>
                <a:lnTo>
                  <a:pt x="665" y="619"/>
                </a:lnTo>
                <a:lnTo>
                  <a:pt x="664" y="619"/>
                </a:lnTo>
                <a:lnTo>
                  <a:pt x="664" y="620"/>
                </a:lnTo>
                <a:lnTo>
                  <a:pt x="664" y="621"/>
                </a:lnTo>
                <a:lnTo>
                  <a:pt x="663" y="621"/>
                </a:lnTo>
                <a:lnTo>
                  <a:pt x="664" y="621"/>
                </a:lnTo>
                <a:lnTo>
                  <a:pt x="664" y="622"/>
                </a:lnTo>
                <a:lnTo>
                  <a:pt x="663" y="622"/>
                </a:lnTo>
                <a:lnTo>
                  <a:pt x="664" y="622"/>
                </a:lnTo>
                <a:lnTo>
                  <a:pt x="664" y="623"/>
                </a:lnTo>
                <a:lnTo>
                  <a:pt x="663" y="623"/>
                </a:lnTo>
                <a:lnTo>
                  <a:pt x="663" y="624"/>
                </a:lnTo>
                <a:lnTo>
                  <a:pt x="663" y="625"/>
                </a:lnTo>
                <a:lnTo>
                  <a:pt x="662" y="625"/>
                </a:lnTo>
                <a:lnTo>
                  <a:pt x="662" y="624"/>
                </a:lnTo>
                <a:lnTo>
                  <a:pt x="661" y="624"/>
                </a:lnTo>
                <a:lnTo>
                  <a:pt x="661" y="625"/>
                </a:lnTo>
                <a:lnTo>
                  <a:pt x="660" y="625"/>
                </a:lnTo>
                <a:lnTo>
                  <a:pt x="660" y="626"/>
                </a:lnTo>
                <a:lnTo>
                  <a:pt x="659" y="626"/>
                </a:lnTo>
                <a:lnTo>
                  <a:pt x="658" y="626"/>
                </a:lnTo>
                <a:lnTo>
                  <a:pt x="658" y="625"/>
                </a:lnTo>
                <a:lnTo>
                  <a:pt x="657" y="625"/>
                </a:lnTo>
                <a:lnTo>
                  <a:pt x="657" y="626"/>
                </a:lnTo>
                <a:lnTo>
                  <a:pt x="657" y="625"/>
                </a:lnTo>
                <a:lnTo>
                  <a:pt x="657" y="626"/>
                </a:lnTo>
                <a:lnTo>
                  <a:pt x="656" y="626"/>
                </a:lnTo>
                <a:lnTo>
                  <a:pt x="656" y="627"/>
                </a:lnTo>
                <a:lnTo>
                  <a:pt x="657" y="627"/>
                </a:lnTo>
                <a:lnTo>
                  <a:pt x="656" y="627"/>
                </a:lnTo>
                <a:lnTo>
                  <a:pt x="657" y="627"/>
                </a:lnTo>
                <a:lnTo>
                  <a:pt x="657" y="628"/>
                </a:lnTo>
                <a:lnTo>
                  <a:pt x="657" y="629"/>
                </a:lnTo>
                <a:lnTo>
                  <a:pt x="658" y="629"/>
                </a:lnTo>
                <a:lnTo>
                  <a:pt x="658" y="630"/>
                </a:lnTo>
                <a:lnTo>
                  <a:pt x="657" y="630"/>
                </a:lnTo>
                <a:lnTo>
                  <a:pt x="657" y="631"/>
                </a:lnTo>
                <a:lnTo>
                  <a:pt x="658" y="631"/>
                </a:lnTo>
                <a:lnTo>
                  <a:pt x="657" y="631"/>
                </a:lnTo>
                <a:lnTo>
                  <a:pt x="657" y="632"/>
                </a:lnTo>
                <a:lnTo>
                  <a:pt x="658" y="632"/>
                </a:lnTo>
                <a:lnTo>
                  <a:pt x="658" y="634"/>
                </a:lnTo>
                <a:lnTo>
                  <a:pt x="658" y="635"/>
                </a:lnTo>
                <a:lnTo>
                  <a:pt x="659" y="635"/>
                </a:lnTo>
                <a:lnTo>
                  <a:pt x="659" y="636"/>
                </a:lnTo>
                <a:lnTo>
                  <a:pt x="659" y="637"/>
                </a:lnTo>
                <a:lnTo>
                  <a:pt x="659" y="638"/>
                </a:lnTo>
                <a:lnTo>
                  <a:pt x="660" y="638"/>
                </a:lnTo>
                <a:lnTo>
                  <a:pt x="660" y="639"/>
                </a:lnTo>
                <a:lnTo>
                  <a:pt x="659" y="639"/>
                </a:lnTo>
                <a:lnTo>
                  <a:pt x="660" y="639"/>
                </a:lnTo>
                <a:lnTo>
                  <a:pt x="660" y="640"/>
                </a:lnTo>
                <a:lnTo>
                  <a:pt x="661" y="640"/>
                </a:lnTo>
                <a:lnTo>
                  <a:pt x="662" y="640"/>
                </a:lnTo>
                <a:lnTo>
                  <a:pt x="662" y="641"/>
                </a:lnTo>
                <a:lnTo>
                  <a:pt x="662" y="642"/>
                </a:lnTo>
                <a:lnTo>
                  <a:pt x="662" y="643"/>
                </a:lnTo>
                <a:lnTo>
                  <a:pt x="661" y="643"/>
                </a:lnTo>
                <a:lnTo>
                  <a:pt x="661" y="644"/>
                </a:lnTo>
                <a:lnTo>
                  <a:pt x="660" y="644"/>
                </a:lnTo>
                <a:lnTo>
                  <a:pt x="660" y="645"/>
                </a:lnTo>
                <a:lnTo>
                  <a:pt x="660" y="646"/>
                </a:lnTo>
                <a:lnTo>
                  <a:pt x="660" y="645"/>
                </a:lnTo>
                <a:lnTo>
                  <a:pt x="659" y="645"/>
                </a:lnTo>
                <a:lnTo>
                  <a:pt x="658" y="645"/>
                </a:lnTo>
                <a:lnTo>
                  <a:pt x="658" y="646"/>
                </a:lnTo>
                <a:lnTo>
                  <a:pt x="657" y="646"/>
                </a:lnTo>
                <a:lnTo>
                  <a:pt x="656" y="646"/>
                </a:lnTo>
                <a:lnTo>
                  <a:pt x="656" y="647"/>
                </a:lnTo>
                <a:lnTo>
                  <a:pt x="656" y="646"/>
                </a:lnTo>
                <a:lnTo>
                  <a:pt x="656" y="647"/>
                </a:lnTo>
                <a:lnTo>
                  <a:pt x="655" y="647"/>
                </a:lnTo>
                <a:lnTo>
                  <a:pt x="654" y="647"/>
                </a:lnTo>
                <a:lnTo>
                  <a:pt x="654" y="648"/>
                </a:lnTo>
                <a:lnTo>
                  <a:pt x="653" y="648"/>
                </a:lnTo>
                <a:lnTo>
                  <a:pt x="654" y="648"/>
                </a:lnTo>
                <a:lnTo>
                  <a:pt x="653" y="648"/>
                </a:lnTo>
                <a:lnTo>
                  <a:pt x="653" y="649"/>
                </a:lnTo>
                <a:lnTo>
                  <a:pt x="653" y="650"/>
                </a:lnTo>
                <a:lnTo>
                  <a:pt x="653" y="651"/>
                </a:lnTo>
                <a:lnTo>
                  <a:pt x="652" y="651"/>
                </a:lnTo>
                <a:lnTo>
                  <a:pt x="652" y="652"/>
                </a:lnTo>
                <a:lnTo>
                  <a:pt x="651" y="652"/>
                </a:lnTo>
                <a:lnTo>
                  <a:pt x="650" y="652"/>
                </a:lnTo>
                <a:lnTo>
                  <a:pt x="650" y="653"/>
                </a:lnTo>
                <a:lnTo>
                  <a:pt x="649" y="653"/>
                </a:lnTo>
                <a:lnTo>
                  <a:pt x="650" y="653"/>
                </a:lnTo>
                <a:lnTo>
                  <a:pt x="650" y="654"/>
                </a:lnTo>
                <a:lnTo>
                  <a:pt x="650" y="655"/>
                </a:lnTo>
                <a:lnTo>
                  <a:pt x="650" y="656"/>
                </a:lnTo>
                <a:lnTo>
                  <a:pt x="649" y="656"/>
                </a:lnTo>
                <a:lnTo>
                  <a:pt x="648" y="656"/>
                </a:lnTo>
                <a:lnTo>
                  <a:pt x="648" y="655"/>
                </a:lnTo>
                <a:lnTo>
                  <a:pt x="647" y="655"/>
                </a:lnTo>
                <a:lnTo>
                  <a:pt x="646" y="655"/>
                </a:lnTo>
                <a:lnTo>
                  <a:pt x="646" y="656"/>
                </a:lnTo>
                <a:lnTo>
                  <a:pt x="645" y="656"/>
                </a:lnTo>
                <a:lnTo>
                  <a:pt x="644" y="656"/>
                </a:lnTo>
                <a:lnTo>
                  <a:pt x="644" y="655"/>
                </a:lnTo>
                <a:lnTo>
                  <a:pt x="643" y="655"/>
                </a:lnTo>
                <a:lnTo>
                  <a:pt x="643" y="654"/>
                </a:lnTo>
                <a:lnTo>
                  <a:pt x="642" y="654"/>
                </a:lnTo>
                <a:lnTo>
                  <a:pt x="641" y="654"/>
                </a:lnTo>
                <a:lnTo>
                  <a:pt x="641" y="653"/>
                </a:lnTo>
                <a:lnTo>
                  <a:pt x="640" y="653"/>
                </a:lnTo>
                <a:lnTo>
                  <a:pt x="640" y="654"/>
                </a:lnTo>
                <a:lnTo>
                  <a:pt x="640" y="655"/>
                </a:lnTo>
                <a:lnTo>
                  <a:pt x="640" y="656"/>
                </a:lnTo>
                <a:lnTo>
                  <a:pt x="640" y="655"/>
                </a:lnTo>
                <a:lnTo>
                  <a:pt x="640" y="656"/>
                </a:lnTo>
                <a:lnTo>
                  <a:pt x="639" y="656"/>
                </a:lnTo>
                <a:lnTo>
                  <a:pt x="638" y="656"/>
                </a:lnTo>
                <a:lnTo>
                  <a:pt x="638" y="655"/>
                </a:lnTo>
                <a:lnTo>
                  <a:pt x="639" y="655"/>
                </a:lnTo>
                <a:lnTo>
                  <a:pt x="638" y="655"/>
                </a:lnTo>
                <a:lnTo>
                  <a:pt x="638" y="654"/>
                </a:lnTo>
                <a:lnTo>
                  <a:pt x="638" y="655"/>
                </a:lnTo>
                <a:lnTo>
                  <a:pt x="638" y="654"/>
                </a:lnTo>
                <a:lnTo>
                  <a:pt x="638" y="653"/>
                </a:lnTo>
                <a:lnTo>
                  <a:pt x="637" y="653"/>
                </a:lnTo>
                <a:lnTo>
                  <a:pt x="636" y="653"/>
                </a:lnTo>
                <a:lnTo>
                  <a:pt x="636" y="652"/>
                </a:lnTo>
                <a:lnTo>
                  <a:pt x="636" y="653"/>
                </a:lnTo>
                <a:lnTo>
                  <a:pt x="635" y="653"/>
                </a:lnTo>
                <a:lnTo>
                  <a:pt x="635" y="654"/>
                </a:lnTo>
                <a:lnTo>
                  <a:pt x="635" y="653"/>
                </a:lnTo>
                <a:lnTo>
                  <a:pt x="635" y="654"/>
                </a:lnTo>
                <a:lnTo>
                  <a:pt x="634" y="654"/>
                </a:lnTo>
                <a:lnTo>
                  <a:pt x="633" y="654"/>
                </a:lnTo>
                <a:lnTo>
                  <a:pt x="634" y="654"/>
                </a:lnTo>
                <a:lnTo>
                  <a:pt x="633" y="655"/>
                </a:lnTo>
                <a:lnTo>
                  <a:pt x="632" y="655"/>
                </a:lnTo>
                <a:lnTo>
                  <a:pt x="632" y="656"/>
                </a:lnTo>
                <a:lnTo>
                  <a:pt x="631" y="656"/>
                </a:lnTo>
                <a:lnTo>
                  <a:pt x="631" y="657"/>
                </a:lnTo>
                <a:lnTo>
                  <a:pt x="631" y="658"/>
                </a:lnTo>
                <a:lnTo>
                  <a:pt x="631" y="659"/>
                </a:lnTo>
                <a:lnTo>
                  <a:pt x="630" y="659"/>
                </a:lnTo>
                <a:lnTo>
                  <a:pt x="629" y="659"/>
                </a:lnTo>
                <a:lnTo>
                  <a:pt x="629" y="660"/>
                </a:lnTo>
                <a:lnTo>
                  <a:pt x="628" y="660"/>
                </a:lnTo>
                <a:lnTo>
                  <a:pt x="628" y="661"/>
                </a:lnTo>
                <a:lnTo>
                  <a:pt x="627" y="661"/>
                </a:lnTo>
                <a:lnTo>
                  <a:pt x="627" y="662"/>
                </a:lnTo>
                <a:lnTo>
                  <a:pt x="626" y="662"/>
                </a:lnTo>
                <a:lnTo>
                  <a:pt x="626" y="663"/>
                </a:lnTo>
                <a:lnTo>
                  <a:pt x="625" y="663"/>
                </a:lnTo>
                <a:lnTo>
                  <a:pt x="624" y="663"/>
                </a:lnTo>
                <a:lnTo>
                  <a:pt x="624" y="664"/>
                </a:lnTo>
                <a:lnTo>
                  <a:pt x="623" y="664"/>
                </a:lnTo>
                <a:lnTo>
                  <a:pt x="622" y="664"/>
                </a:lnTo>
                <a:lnTo>
                  <a:pt x="622" y="665"/>
                </a:lnTo>
                <a:lnTo>
                  <a:pt x="621" y="665"/>
                </a:lnTo>
                <a:lnTo>
                  <a:pt x="621" y="666"/>
                </a:lnTo>
                <a:lnTo>
                  <a:pt x="621" y="667"/>
                </a:lnTo>
                <a:lnTo>
                  <a:pt x="620" y="667"/>
                </a:lnTo>
                <a:lnTo>
                  <a:pt x="621" y="667"/>
                </a:lnTo>
                <a:lnTo>
                  <a:pt x="620" y="667"/>
                </a:lnTo>
                <a:lnTo>
                  <a:pt x="620" y="668"/>
                </a:lnTo>
                <a:lnTo>
                  <a:pt x="619" y="668"/>
                </a:lnTo>
                <a:lnTo>
                  <a:pt x="618" y="668"/>
                </a:lnTo>
                <a:lnTo>
                  <a:pt x="618" y="669"/>
                </a:lnTo>
                <a:lnTo>
                  <a:pt x="617" y="669"/>
                </a:lnTo>
                <a:lnTo>
                  <a:pt x="616" y="669"/>
                </a:lnTo>
                <a:lnTo>
                  <a:pt x="616" y="668"/>
                </a:lnTo>
                <a:lnTo>
                  <a:pt x="615" y="668"/>
                </a:lnTo>
                <a:lnTo>
                  <a:pt x="615" y="667"/>
                </a:lnTo>
                <a:lnTo>
                  <a:pt x="615" y="666"/>
                </a:lnTo>
                <a:lnTo>
                  <a:pt x="614" y="666"/>
                </a:lnTo>
                <a:lnTo>
                  <a:pt x="614" y="665"/>
                </a:lnTo>
                <a:lnTo>
                  <a:pt x="613" y="665"/>
                </a:lnTo>
                <a:lnTo>
                  <a:pt x="612" y="665"/>
                </a:lnTo>
                <a:lnTo>
                  <a:pt x="611" y="665"/>
                </a:lnTo>
                <a:lnTo>
                  <a:pt x="610" y="665"/>
                </a:lnTo>
                <a:lnTo>
                  <a:pt x="610" y="664"/>
                </a:lnTo>
                <a:lnTo>
                  <a:pt x="609" y="664"/>
                </a:lnTo>
                <a:lnTo>
                  <a:pt x="608" y="664"/>
                </a:lnTo>
                <a:lnTo>
                  <a:pt x="608" y="663"/>
                </a:lnTo>
                <a:lnTo>
                  <a:pt x="608" y="662"/>
                </a:lnTo>
                <a:lnTo>
                  <a:pt x="607" y="662"/>
                </a:lnTo>
                <a:lnTo>
                  <a:pt x="607" y="661"/>
                </a:lnTo>
                <a:lnTo>
                  <a:pt x="607" y="660"/>
                </a:lnTo>
                <a:lnTo>
                  <a:pt x="607" y="659"/>
                </a:lnTo>
                <a:lnTo>
                  <a:pt x="608" y="659"/>
                </a:lnTo>
                <a:lnTo>
                  <a:pt x="608" y="658"/>
                </a:lnTo>
                <a:lnTo>
                  <a:pt x="608" y="657"/>
                </a:lnTo>
                <a:lnTo>
                  <a:pt x="608" y="656"/>
                </a:lnTo>
                <a:lnTo>
                  <a:pt x="608" y="655"/>
                </a:lnTo>
                <a:lnTo>
                  <a:pt x="609" y="655"/>
                </a:lnTo>
                <a:lnTo>
                  <a:pt x="608" y="655"/>
                </a:lnTo>
                <a:lnTo>
                  <a:pt x="609" y="655"/>
                </a:lnTo>
                <a:lnTo>
                  <a:pt x="608" y="655"/>
                </a:lnTo>
                <a:lnTo>
                  <a:pt x="608" y="654"/>
                </a:lnTo>
                <a:lnTo>
                  <a:pt x="608" y="653"/>
                </a:lnTo>
                <a:lnTo>
                  <a:pt x="607" y="653"/>
                </a:lnTo>
                <a:lnTo>
                  <a:pt x="607" y="654"/>
                </a:lnTo>
                <a:lnTo>
                  <a:pt x="606" y="654"/>
                </a:lnTo>
                <a:lnTo>
                  <a:pt x="606" y="653"/>
                </a:lnTo>
                <a:lnTo>
                  <a:pt x="606" y="654"/>
                </a:lnTo>
                <a:lnTo>
                  <a:pt x="605" y="654"/>
                </a:lnTo>
                <a:lnTo>
                  <a:pt x="605" y="655"/>
                </a:lnTo>
                <a:lnTo>
                  <a:pt x="604" y="655"/>
                </a:lnTo>
                <a:lnTo>
                  <a:pt x="603" y="655"/>
                </a:lnTo>
                <a:lnTo>
                  <a:pt x="602" y="655"/>
                </a:lnTo>
                <a:lnTo>
                  <a:pt x="602" y="656"/>
                </a:lnTo>
                <a:lnTo>
                  <a:pt x="602" y="655"/>
                </a:lnTo>
                <a:lnTo>
                  <a:pt x="601" y="655"/>
                </a:lnTo>
                <a:lnTo>
                  <a:pt x="601" y="656"/>
                </a:lnTo>
                <a:lnTo>
                  <a:pt x="601" y="655"/>
                </a:lnTo>
                <a:lnTo>
                  <a:pt x="600" y="655"/>
                </a:lnTo>
                <a:lnTo>
                  <a:pt x="600" y="656"/>
                </a:lnTo>
                <a:lnTo>
                  <a:pt x="599" y="656"/>
                </a:lnTo>
                <a:lnTo>
                  <a:pt x="598" y="656"/>
                </a:lnTo>
                <a:lnTo>
                  <a:pt x="598" y="657"/>
                </a:lnTo>
                <a:lnTo>
                  <a:pt x="597" y="657"/>
                </a:lnTo>
                <a:lnTo>
                  <a:pt x="596" y="657"/>
                </a:lnTo>
                <a:lnTo>
                  <a:pt x="595" y="657"/>
                </a:lnTo>
                <a:lnTo>
                  <a:pt x="594" y="657"/>
                </a:lnTo>
                <a:lnTo>
                  <a:pt x="594" y="658"/>
                </a:lnTo>
                <a:lnTo>
                  <a:pt x="593" y="658"/>
                </a:lnTo>
                <a:lnTo>
                  <a:pt x="593" y="659"/>
                </a:lnTo>
                <a:lnTo>
                  <a:pt x="592" y="659"/>
                </a:lnTo>
                <a:lnTo>
                  <a:pt x="592" y="660"/>
                </a:lnTo>
                <a:lnTo>
                  <a:pt x="592" y="661"/>
                </a:lnTo>
                <a:lnTo>
                  <a:pt x="591" y="661"/>
                </a:lnTo>
                <a:lnTo>
                  <a:pt x="591" y="662"/>
                </a:lnTo>
                <a:lnTo>
                  <a:pt x="590" y="662"/>
                </a:lnTo>
                <a:lnTo>
                  <a:pt x="590" y="663"/>
                </a:lnTo>
                <a:lnTo>
                  <a:pt x="589" y="663"/>
                </a:lnTo>
                <a:lnTo>
                  <a:pt x="589" y="664"/>
                </a:lnTo>
                <a:lnTo>
                  <a:pt x="588" y="664"/>
                </a:lnTo>
                <a:lnTo>
                  <a:pt x="588" y="665"/>
                </a:lnTo>
                <a:lnTo>
                  <a:pt x="588" y="666"/>
                </a:lnTo>
                <a:lnTo>
                  <a:pt x="588" y="667"/>
                </a:lnTo>
                <a:lnTo>
                  <a:pt x="587" y="667"/>
                </a:lnTo>
                <a:lnTo>
                  <a:pt x="587" y="668"/>
                </a:lnTo>
                <a:lnTo>
                  <a:pt x="587" y="669"/>
                </a:lnTo>
                <a:lnTo>
                  <a:pt x="586" y="669"/>
                </a:lnTo>
                <a:lnTo>
                  <a:pt x="587" y="669"/>
                </a:lnTo>
                <a:lnTo>
                  <a:pt x="587" y="670"/>
                </a:lnTo>
                <a:lnTo>
                  <a:pt x="588" y="670"/>
                </a:lnTo>
                <a:lnTo>
                  <a:pt x="587" y="671"/>
                </a:lnTo>
                <a:lnTo>
                  <a:pt x="587" y="672"/>
                </a:lnTo>
                <a:lnTo>
                  <a:pt x="587" y="673"/>
                </a:lnTo>
                <a:lnTo>
                  <a:pt x="587" y="674"/>
                </a:lnTo>
                <a:lnTo>
                  <a:pt x="587" y="675"/>
                </a:lnTo>
                <a:lnTo>
                  <a:pt x="587" y="676"/>
                </a:lnTo>
                <a:lnTo>
                  <a:pt x="586" y="676"/>
                </a:lnTo>
                <a:lnTo>
                  <a:pt x="586" y="677"/>
                </a:lnTo>
                <a:lnTo>
                  <a:pt x="586" y="678"/>
                </a:lnTo>
                <a:lnTo>
                  <a:pt x="586" y="679"/>
                </a:lnTo>
                <a:lnTo>
                  <a:pt x="585" y="679"/>
                </a:lnTo>
                <a:lnTo>
                  <a:pt x="585" y="680"/>
                </a:lnTo>
                <a:lnTo>
                  <a:pt x="585" y="681"/>
                </a:lnTo>
                <a:lnTo>
                  <a:pt x="585" y="682"/>
                </a:lnTo>
                <a:lnTo>
                  <a:pt x="586" y="682"/>
                </a:lnTo>
                <a:lnTo>
                  <a:pt x="585" y="682"/>
                </a:lnTo>
                <a:lnTo>
                  <a:pt x="585" y="683"/>
                </a:lnTo>
                <a:lnTo>
                  <a:pt x="585" y="684"/>
                </a:lnTo>
                <a:lnTo>
                  <a:pt x="585" y="685"/>
                </a:lnTo>
                <a:lnTo>
                  <a:pt x="585" y="686"/>
                </a:lnTo>
                <a:lnTo>
                  <a:pt x="585" y="687"/>
                </a:lnTo>
                <a:lnTo>
                  <a:pt x="584" y="687"/>
                </a:lnTo>
                <a:lnTo>
                  <a:pt x="583" y="687"/>
                </a:lnTo>
                <a:lnTo>
                  <a:pt x="582" y="687"/>
                </a:lnTo>
                <a:lnTo>
                  <a:pt x="582" y="688"/>
                </a:lnTo>
                <a:lnTo>
                  <a:pt x="581" y="687"/>
                </a:lnTo>
                <a:lnTo>
                  <a:pt x="581" y="688"/>
                </a:lnTo>
                <a:lnTo>
                  <a:pt x="580" y="688"/>
                </a:lnTo>
                <a:lnTo>
                  <a:pt x="580" y="687"/>
                </a:lnTo>
                <a:lnTo>
                  <a:pt x="579" y="687"/>
                </a:lnTo>
                <a:lnTo>
                  <a:pt x="579" y="686"/>
                </a:lnTo>
                <a:lnTo>
                  <a:pt x="578" y="686"/>
                </a:lnTo>
                <a:lnTo>
                  <a:pt x="578" y="685"/>
                </a:lnTo>
                <a:lnTo>
                  <a:pt x="577" y="684"/>
                </a:lnTo>
                <a:lnTo>
                  <a:pt x="577" y="685"/>
                </a:lnTo>
                <a:lnTo>
                  <a:pt x="576" y="685"/>
                </a:lnTo>
                <a:lnTo>
                  <a:pt x="576" y="684"/>
                </a:lnTo>
                <a:lnTo>
                  <a:pt x="576" y="683"/>
                </a:lnTo>
                <a:lnTo>
                  <a:pt x="575" y="683"/>
                </a:lnTo>
                <a:lnTo>
                  <a:pt x="575" y="682"/>
                </a:lnTo>
                <a:lnTo>
                  <a:pt x="574" y="682"/>
                </a:lnTo>
                <a:lnTo>
                  <a:pt x="574" y="681"/>
                </a:lnTo>
                <a:lnTo>
                  <a:pt x="574" y="682"/>
                </a:lnTo>
                <a:lnTo>
                  <a:pt x="573" y="682"/>
                </a:lnTo>
                <a:lnTo>
                  <a:pt x="573" y="681"/>
                </a:lnTo>
                <a:lnTo>
                  <a:pt x="572" y="681"/>
                </a:lnTo>
                <a:lnTo>
                  <a:pt x="572" y="680"/>
                </a:lnTo>
                <a:lnTo>
                  <a:pt x="571" y="680"/>
                </a:lnTo>
                <a:lnTo>
                  <a:pt x="571" y="679"/>
                </a:lnTo>
                <a:lnTo>
                  <a:pt x="570" y="679"/>
                </a:lnTo>
                <a:lnTo>
                  <a:pt x="570" y="678"/>
                </a:lnTo>
                <a:lnTo>
                  <a:pt x="569" y="677"/>
                </a:lnTo>
                <a:lnTo>
                  <a:pt x="568" y="677"/>
                </a:lnTo>
                <a:lnTo>
                  <a:pt x="568" y="676"/>
                </a:lnTo>
                <a:lnTo>
                  <a:pt x="568" y="675"/>
                </a:lnTo>
                <a:lnTo>
                  <a:pt x="567" y="675"/>
                </a:lnTo>
                <a:lnTo>
                  <a:pt x="567" y="674"/>
                </a:lnTo>
                <a:lnTo>
                  <a:pt x="566" y="674"/>
                </a:lnTo>
                <a:lnTo>
                  <a:pt x="566" y="673"/>
                </a:lnTo>
                <a:lnTo>
                  <a:pt x="566" y="672"/>
                </a:lnTo>
                <a:lnTo>
                  <a:pt x="565" y="672"/>
                </a:lnTo>
                <a:lnTo>
                  <a:pt x="565" y="671"/>
                </a:lnTo>
                <a:lnTo>
                  <a:pt x="564" y="671"/>
                </a:lnTo>
                <a:lnTo>
                  <a:pt x="564" y="670"/>
                </a:lnTo>
                <a:lnTo>
                  <a:pt x="563" y="670"/>
                </a:lnTo>
                <a:lnTo>
                  <a:pt x="563" y="669"/>
                </a:lnTo>
                <a:lnTo>
                  <a:pt x="562" y="669"/>
                </a:lnTo>
                <a:lnTo>
                  <a:pt x="561" y="669"/>
                </a:lnTo>
                <a:lnTo>
                  <a:pt x="561" y="668"/>
                </a:lnTo>
                <a:lnTo>
                  <a:pt x="560" y="668"/>
                </a:lnTo>
                <a:lnTo>
                  <a:pt x="560" y="667"/>
                </a:lnTo>
                <a:lnTo>
                  <a:pt x="561" y="667"/>
                </a:lnTo>
                <a:lnTo>
                  <a:pt x="560" y="666"/>
                </a:lnTo>
                <a:lnTo>
                  <a:pt x="559" y="666"/>
                </a:lnTo>
                <a:lnTo>
                  <a:pt x="559" y="665"/>
                </a:lnTo>
                <a:lnTo>
                  <a:pt x="558" y="664"/>
                </a:lnTo>
                <a:lnTo>
                  <a:pt x="557" y="664"/>
                </a:lnTo>
                <a:lnTo>
                  <a:pt x="557" y="663"/>
                </a:lnTo>
                <a:lnTo>
                  <a:pt x="556" y="663"/>
                </a:lnTo>
                <a:lnTo>
                  <a:pt x="555" y="662"/>
                </a:lnTo>
                <a:lnTo>
                  <a:pt x="555" y="661"/>
                </a:lnTo>
                <a:lnTo>
                  <a:pt x="554" y="661"/>
                </a:lnTo>
                <a:lnTo>
                  <a:pt x="554" y="660"/>
                </a:lnTo>
                <a:lnTo>
                  <a:pt x="554" y="659"/>
                </a:lnTo>
                <a:lnTo>
                  <a:pt x="553" y="659"/>
                </a:lnTo>
                <a:lnTo>
                  <a:pt x="552" y="659"/>
                </a:lnTo>
                <a:lnTo>
                  <a:pt x="552" y="658"/>
                </a:lnTo>
                <a:lnTo>
                  <a:pt x="552" y="659"/>
                </a:lnTo>
                <a:lnTo>
                  <a:pt x="552" y="658"/>
                </a:lnTo>
                <a:lnTo>
                  <a:pt x="551" y="658"/>
                </a:lnTo>
                <a:lnTo>
                  <a:pt x="551" y="659"/>
                </a:lnTo>
                <a:lnTo>
                  <a:pt x="550" y="659"/>
                </a:lnTo>
                <a:lnTo>
                  <a:pt x="550" y="660"/>
                </a:lnTo>
                <a:lnTo>
                  <a:pt x="550" y="661"/>
                </a:lnTo>
                <a:lnTo>
                  <a:pt x="549" y="661"/>
                </a:lnTo>
                <a:lnTo>
                  <a:pt x="549" y="662"/>
                </a:lnTo>
                <a:lnTo>
                  <a:pt x="549" y="663"/>
                </a:lnTo>
                <a:lnTo>
                  <a:pt x="548" y="663"/>
                </a:lnTo>
                <a:lnTo>
                  <a:pt x="548" y="664"/>
                </a:lnTo>
                <a:lnTo>
                  <a:pt x="547" y="664"/>
                </a:lnTo>
                <a:lnTo>
                  <a:pt x="547" y="665"/>
                </a:lnTo>
                <a:lnTo>
                  <a:pt x="546" y="665"/>
                </a:lnTo>
                <a:lnTo>
                  <a:pt x="546" y="666"/>
                </a:lnTo>
                <a:lnTo>
                  <a:pt x="546" y="667"/>
                </a:lnTo>
                <a:lnTo>
                  <a:pt x="545" y="667"/>
                </a:lnTo>
                <a:lnTo>
                  <a:pt x="545" y="668"/>
                </a:lnTo>
                <a:lnTo>
                  <a:pt x="545" y="669"/>
                </a:lnTo>
                <a:lnTo>
                  <a:pt x="545" y="670"/>
                </a:lnTo>
                <a:lnTo>
                  <a:pt x="546" y="670"/>
                </a:lnTo>
                <a:lnTo>
                  <a:pt x="546" y="671"/>
                </a:lnTo>
                <a:lnTo>
                  <a:pt x="546" y="672"/>
                </a:lnTo>
                <a:lnTo>
                  <a:pt x="546" y="673"/>
                </a:lnTo>
                <a:lnTo>
                  <a:pt x="545" y="673"/>
                </a:lnTo>
                <a:lnTo>
                  <a:pt x="545" y="674"/>
                </a:lnTo>
                <a:lnTo>
                  <a:pt x="544" y="674"/>
                </a:lnTo>
                <a:lnTo>
                  <a:pt x="544" y="675"/>
                </a:lnTo>
                <a:lnTo>
                  <a:pt x="544" y="676"/>
                </a:lnTo>
                <a:lnTo>
                  <a:pt x="543" y="676"/>
                </a:lnTo>
                <a:lnTo>
                  <a:pt x="543" y="677"/>
                </a:lnTo>
                <a:lnTo>
                  <a:pt x="543" y="678"/>
                </a:lnTo>
                <a:lnTo>
                  <a:pt x="542" y="678"/>
                </a:lnTo>
                <a:lnTo>
                  <a:pt x="542" y="679"/>
                </a:lnTo>
                <a:lnTo>
                  <a:pt x="541" y="679"/>
                </a:lnTo>
                <a:lnTo>
                  <a:pt x="541" y="678"/>
                </a:lnTo>
                <a:lnTo>
                  <a:pt x="541" y="679"/>
                </a:lnTo>
                <a:lnTo>
                  <a:pt x="541" y="678"/>
                </a:lnTo>
                <a:lnTo>
                  <a:pt x="540" y="678"/>
                </a:lnTo>
                <a:lnTo>
                  <a:pt x="539" y="678"/>
                </a:lnTo>
                <a:lnTo>
                  <a:pt x="540" y="678"/>
                </a:lnTo>
                <a:lnTo>
                  <a:pt x="540" y="677"/>
                </a:lnTo>
                <a:lnTo>
                  <a:pt x="539" y="677"/>
                </a:lnTo>
                <a:lnTo>
                  <a:pt x="538" y="677"/>
                </a:lnTo>
                <a:lnTo>
                  <a:pt x="538" y="676"/>
                </a:lnTo>
                <a:lnTo>
                  <a:pt x="538" y="675"/>
                </a:lnTo>
                <a:lnTo>
                  <a:pt x="537" y="675"/>
                </a:lnTo>
                <a:lnTo>
                  <a:pt x="537" y="674"/>
                </a:lnTo>
                <a:lnTo>
                  <a:pt x="536" y="674"/>
                </a:lnTo>
                <a:lnTo>
                  <a:pt x="536" y="673"/>
                </a:lnTo>
                <a:lnTo>
                  <a:pt x="535" y="673"/>
                </a:lnTo>
                <a:lnTo>
                  <a:pt x="535" y="672"/>
                </a:lnTo>
                <a:lnTo>
                  <a:pt x="535" y="671"/>
                </a:lnTo>
                <a:lnTo>
                  <a:pt x="535" y="670"/>
                </a:lnTo>
                <a:lnTo>
                  <a:pt x="535" y="669"/>
                </a:lnTo>
                <a:lnTo>
                  <a:pt x="534" y="669"/>
                </a:lnTo>
                <a:lnTo>
                  <a:pt x="533" y="669"/>
                </a:lnTo>
                <a:lnTo>
                  <a:pt x="533" y="668"/>
                </a:lnTo>
                <a:lnTo>
                  <a:pt x="533" y="667"/>
                </a:lnTo>
                <a:lnTo>
                  <a:pt x="532" y="666"/>
                </a:lnTo>
                <a:lnTo>
                  <a:pt x="533" y="666"/>
                </a:lnTo>
                <a:lnTo>
                  <a:pt x="533" y="665"/>
                </a:lnTo>
                <a:lnTo>
                  <a:pt x="532" y="665"/>
                </a:lnTo>
                <a:lnTo>
                  <a:pt x="533" y="665"/>
                </a:lnTo>
                <a:lnTo>
                  <a:pt x="533" y="664"/>
                </a:lnTo>
                <a:lnTo>
                  <a:pt x="534" y="664"/>
                </a:lnTo>
                <a:lnTo>
                  <a:pt x="534" y="663"/>
                </a:lnTo>
                <a:lnTo>
                  <a:pt x="533" y="663"/>
                </a:lnTo>
                <a:lnTo>
                  <a:pt x="533" y="662"/>
                </a:lnTo>
                <a:lnTo>
                  <a:pt x="532" y="662"/>
                </a:lnTo>
                <a:lnTo>
                  <a:pt x="532" y="661"/>
                </a:lnTo>
                <a:lnTo>
                  <a:pt x="531" y="661"/>
                </a:lnTo>
                <a:lnTo>
                  <a:pt x="532" y="661"/>
                </a:lnTo>
                <a:lnTo>
                  <a:pt x="531" y="661"/>
                </a:lnTo>
                <a:lnTo>
                  <a:pt x="531" y="660"/>
                </a:lnTo>
                <a:lnTo>
                  <a:pt x="530" y="660"/>
                </a:lnTo>
                <a:lnTo>
                  <a:pt x="529" y="660"/>
                </a:lnTo>
                <a:lnTo>
                  <a:pt x="529" y="659"/>
                </a:lnTo>
                <a:lnTo>
                  <a:pt x="528" y="659"/>
                </a:lnTo>
                <a:lnTo>
                  <a:pt x="528" y="658"/>
                </a:lnTo>
                <a:lnTo>
                  <a:pt x="527" y="658"/>
                </a:lnTo>
                <a:lnTo>
                  <a:pt x="526" y="658"/>
                </a:lnTo>
                <a:lnTo>
                  <a:pt x="525" y="658"/>
                </a:lnTo>
                <a:lnTo>
                  <a:pt x="525" y="657"/>
                </a:lnTo>
                <a:lnTo>
                  <a:pt x="524" y="657"/>
                </a:lnTo>
                <a:lnTo>
                  <a:pt x="523" y="657"/>
                </a:lnTo>
                <a:lnTo>
                  <a:pt x="523" y="658"/>
                </a:lnTo>
                <a:lnTo>
                  <a:pt x="523" y="659"/>
                </a:lnTo>
                <a:lnTo>
                  <a:pt x="523" y="660"/>
                </a:lnTo>
                <a:lnTo>
                  <a:pt x="522" y="660"/>
                </a:lnTo>
                <a:lnTo>
                  <a:pt x="522" y="661"/>
                </a:lnTo>
                <a:lnTo>
                  <a:pt x="522" y="662"/>
                </a:lnTo>
                <a:lnTo>
                  <a:pt x="521" y="662"/>
                </a:lnTo>
                <a:lnTo>
                  <a:pt x="521" y="663"/>
                </a:lnTo>
                <a:lnTo>
                  <a:pt x="520" y="663"/>
                </a:lnTo>
                <a:lnTo>
                  <a:pt x="520" y="664"/>
                </a:lnTo>
                <a:lnTo>
                  <a:pt x="520" y="665"/>
                </a:lnTo>
                <a:lnTo>
                  <a:pt x="520" y="666"/>
                </a:lnTo>
                <a:lnTo>
                  <a:pt x="520" y="667"/>
                </a:lnTo>
                <a:lnTo>
                  <a:pt x="520" y="668"/>
                </a:lnTo>
                <a:lnTo>
                  <a:pt x="519" y="668"/>
                </a:lnTo>
                <a:lnTo>
                  <a:pt x="519" y="669"/>
                </a:lnTo>
                <a:lnTo>
                  <a:pt x="519" y="670"/>
                </a:lnTo>
                <a:lnTo>
                  <a:pt x="520" y="670"/>
                </a:lnTo>
                <a:lnTo>
                  <a:pt x="519" y="670"/>
                </a:lnTo>
                <a:lnTo>
                  <a:pt x="518" y="671"/>
                </a:lnTo>
                <a:lnTo>
                  <a:pt x="517" y="671"/>
                </a:lnTo>
                <a:lnTo>
                  <a:pt x="516" y="671"/>
                </a:lnTo>
                <a:lnTo>
                  <a:pt x="516" y="672"/>
                </a:lnTo>
                <a:lnTo>
                  <a:pt x="515" y="672"/>
                </a:lnTo>
                <a:lnTo>
                  <a:pt x="515" y="673"/>
                </a:lnTo>
                <a:lnTo>
                  <a:pt x="514" y="673"/>
                </a:lnTo>
                <a:lnTo>
                  <a:pt x="514" y="674"/>
                </a:lnTo>
                <a:lnTo>
                  <a:pt x="514" y="673"/>
                </a:lnTo>
                <a:lnTo>
                  <a:pt x="514" y="674"/>
                </a:lnTo>
                <a:lnTo>
                  <a:pt x="513" y="674"/>
                </a:lnTo>
                <a:lnTo>
                  <a:pt x="513" y="673"/>
                </a:lnTo>
                <a:lnTo>
                  <a:pt x="513" y="674"/>
                </a:lnTo>
                <a:lnTo>
                  <a:pt x="512" y="674"/>
                </a:lnTo>
                <a:lnTo>
                  <a:pt x="512" y="673"/>
                </a:lnTo>
                <a:lnTo>
                  <a:pt x="512" y="674"/>
                </a:lnTo>
                <a:lnTo>
                  <a:pt x="512" y="673"/>
                </a:lnTo>
                <a:lnTo>
                  <a:pt x="511" y="673"/>
                </a:lnTo>
                <a:lnTo>
                  <a:pt x="511" y="674"/>
                </a:lnTo>
                <a:lnTo>
                  <a:pt x="510" y="674"/>
                </a:lnTo>
                <a:lnTo>
                  <a:pt x="511" y="674"/>
                </a:lnTo>
                <a:lnTo>
                  <a:pt x="511" y="675"/>
                </a:lnTo>
                <a:lnTo>
                  <a:pt x="510" y="675"/>
                </a:lnTo>
                <a:lnTo>
                  <a:pt x="510" y="676"/>
                </a:lnTo>
                <a:lnTo>
                  <a:pt x="509" y="676"/>
                </a:lnTo>
                <a:lnTo>
                  <a:pt x="509" y="677"/>
                </a:lnTo>
                <a:lnTo>
                  <a:pt x="509" y="678"/>
                </a:lnTo>
                <a:lnTo>
                  <a:pt x="507" y="678"/>
                </a:lnTo>
                <a:lnTo>
                  <a:pt x="507" y="679"/>
                </a:lnTo>
                <a:lnTo>
                  <a:pt x="507" y="680"/>
                </a:lnTo>
                <a:lnTo>
                  <a:pt x="509" y="680"/>
                </a:lnTo>
                <a:lnTo>
                  <a:pt x="509" y="681"/>
                </a:lnTo>
                <a:lnTo>
                  <a:pt x="510" y="681"/>
                </a:lnTo>
                <a:lnTo>
                  <a:pt x="510" y="682"/>
                </a:lnTo>
                <a:lnTo>
                  <a:pt x="510" y="683"/>
                </a:lnTo>
                <a:lnTo>
                  <a:pt x="509" y="683"/>
                </a:lnTo>
                <a:lnTo>
                  <a:pt x="509" y="684"/>
                </a:lnTo>
                <a:lnTo>
                  <a:pt x="507" y="684"/>
                </a:lnTo>
                <a:lnTo>
                  <a:pt x="506" y="684"/>
                </a:lnTo>
                <a:lnTo>
                  <a:pt x="505" y="684"/>
                </a:lnTo>
                <a:lnTo>
                  <a:pt x="505" y="685"/>
                </a:lnTo>
                <a:lnTo>
                  <a:pt x="505" y="686"/>
                </a:lnTo>
                <a:lnTo>
                  <a:pt x="504" y="686"/>
                </a:lnTo>
                <a:lnTo>
                  <a:pt x="504" y="687"/>
                </a:lnTo>
                <a:lnTo>
                  <a:pt x="503" y="687"/>
                </a:lnTo>
                <a:lnTo>
                  <a:pt x="502" y="687"/>
                </a:lnTo>
                <a:lnTo>
                  <a:pt x="501" y="687"/>
                </a:lnTo>
                <a:lnTo>
                  <a:pt x="500" y="687"/>
                </a:lnTo>
                <a:lnTo>
                  <a:pt x="500" y="688"/>
                </a:lnTo>
                <a:lnTo>
                  <a:pt x="500" y="689"/>
                </a:lnTo>
                <a:lnTo>
                  <a:pt x="499" y="689"/>
                </a:lnTo>
                <a:lnTo>
                  <a:pt x="499" y="690"/>
                </a:lnTo>
                <a:lnTo>
                  <a:pt x="500" y="690"/>
                </a:lnTo>
                <a:lnTo>
                  <a:pt x="499" y="690"/>
                </a:lnTo>
                <a:lnTo>
                  <a:pt x="499" y="691"/>
                </a:lnTo>
                <a:lnTo>
                  <a:pt x="500" y="691"/>
                </a:lnTo>
                <a:lnTo>
                  <a:pt x="500" y="692"/>
                </a:lnTo>
                <a:lnTo>
                  <a:pt x="500" y="693"/>
                </a:lnTo>
                <a:lnTo>
                  <a:pt x="500" y="694"/>
                </a:lnTo>
                <a:lnTo>
                  <a:pt x="499" y="694"/>
                </a:lnTo>
                <a:lnTo>
                  <a:pt x="498" y="693"/>
                </a:lnTo>
                <a:lnTo>
                  <a:pt x="498" y="694"/>
                </a:lnTo>
                <a:lnTo>
                  <a:pt x="497" y="694"/>
                </a:lnTo>
                <a:lnTo>
                  <a:pt x="496" y="694"/>
                </a:lnTo>
                <a:lnTo>
                  <a:pt x="495" y="694"/>
                </a:lnTo>
                <a:lnTo>
                  <a:pt x="495" y="693"/>
                </a:lnTo>
                <a:lnTo>
                  <a:pt x="494" y="693"/>
                </a:lnTo>
                <a:lnTo>
                  <a:pt x="493" y="693"/>
                </a:lnTo>
                <a:lnTo>
                  <a:pt x="493" y="692"/>
                </a:lnTo>
                <a:lnTo>
                  <a:pt x="493" y="693"/>
                </a:lnTo>
                <a:lnTo>
                  <a:pt x="492" y="693"/>
                </a:lnTo>
                <a:lnTo>
                  <a:pt x="492" y="692"/>
                </a:lnTo>
                <a:lnTo>
                  <a:pt x="492" y="691"/>
                </a:lnTo>
                <a:lnTo>
                  <a:pt x="491" y="690"/>
                </a:lnTo>
                <a:lnTo>
                  <a:pt x="491" y="691"/>
                </a:lnTo>
                <a:lnTo>
                  <a:pt x="490" y="691"/>
                </a:lnTo>
                <a:lnTo>
                  <a:pt x="489" y="690"/>
                </a:lnTo>
                <a:lnTo>
                  <a:pt x="488" y="690"/>
                </a:lnTo>
                <a:lnTo>
                  <a:pt x="487" y="690"/>
                </a:lnTo>
                <a:lnTo>
                  <a:pt x="486" y="690"/>
                </a:lnTo>
                <a:lnTo>
                  <a:pt x="486" y="689"/>
                </a:lnTo>
                <a:lnTo>
                  <a:pt x="486" y="688"/>
                </a:lnTo>
                <a:lnTo>
                  <a:pt x="485" y="688"/>
                </a:lnTo>
                <a:lnTo>
                  <a:pt x="485" y="687"/>
                </a:lnTo>
                <a:lnTo>
                  <a:pt x="485" y="686"/>
                </a:lnTo>
                <a:lnTo>
                  <a:pt x="484" y="686"/>
                </a:lnTo>
                <a:lnTo>
                  <a:pt x="484" y="685"/>
                </a:lnTo>
                <a:lnTo>
                  <a:pt x="483" y="685"/>
                </a:lnTo>
                <a:lnTo>
                  <a:pt x="483" y="684"/>
                </a:lnTo>
                <a:lnTo>
                  <a:pt x="484" y="684"/>
                </a:lnTo>
                <a:lnTo>
                  <a:pt x="483" y="684"/>
                </a:lnTo>
                <a:lnTo>
                  <a:pt x="483" y="683"/>
                </a:lnTo>
                <a:lnTo>
                  <a:pt x="483" y="684"/>
                </a:lnTo>
                <a:lnTo>
                  <a:pt x="483" y="683"/>
                </a:lnTo>
                <a:lnTo>
                  <a:pt x="482" y="683"/>
                </a:lnTo>
                <a:lnTo>
                  <a:pt x="482" y="682"/>
                </a:lnTo>
                <a:lnTo>
                  <a:pt x="482" y="681"/>
                </a:lnTo>
                <a:lnTo>
                  <a:pt x="481" y="681"/>
                </a:lnTo>
                <a:lnTo>
                  <a:pt x="481" y="680"/>
                </a:lnTo>
                <a:lnTo>
                  <a:pt x="482" y="680"/>
                </a:lnTo>
                <a:lnTo>
                  <a:pt x="482" y="679"/>
                </a:lnTo>
                <a:lnTo>
                  <a:pt x="481" y="679"/>
                </a:lnTo>
                <a:lnTo>
                  <a:pt x="481" y="678"/>
                </a:lnTo>
                <a:lnTo>
                  <a:pt x="480" y="678"/>
                </a:lnTo>
                <a:lnTo>
                  <a:pt x="481" y="678"/>
                </a:lnTo>
                <a:lnTo>
                  <a:pt x="480" y="678"/>
                </a:lnTo>
                <a:lnTo>
                  <a:pt x="481" y="678"/>
                </a:lnTo>
                <a:lnTo>
                  <a:pt x="481" y="677"/>
                </a:lnTo>
                <a:lnTo>
                  <a:pt x="480" y="677"/>
                </a:lnTo>
                <a:lnTo>
                  <a:pt x="480" y="678"/>
                </a:lnTo>
                <a:lnTo>
                  <a:pt x="480" y="677"/>
                </a:lnTo>
                <a:lnTo>
                  <a:pt x="479" y="677"/>
                </a:lnTo>
                <a:lnTo>
                  <a:pt x="479" y="676"/>
                </a:lnTo>
                <a:lnTo>
                  <a:pt x="478" y="676"/>
                </a:lnTo>
                <a:lnTo>
                  <a:pt x="477" y="676"/>
                </a:lnTo>
                <a:lnTo>
                  <a:pt x="476" y="676"/>
                </a:lnTo>
                <a:lnTo>
                  <a:pt x="475" y="676"/>
                </a:lnTo>
                <a:lnTo>
                  <a:pt x="474" y="676"/>
                </a:lnTo>
                <a:lnTo>
                  <a:pt x="474" y="675"/>
                </a:lnTo>
                <a:lnTo>
                  <a:pt x="473" y="675"/>
                </a:lnTo>
                <a:lnTo>
                  <a:pt x="473" y="674"/>
                </a:lnTo>
                <a:lnTo>
                  <a:pt x="474" y="674"/>
                </a:lnTo>
                <a:lnTo>
                  <a:pt x="473" y="674"/>
                </a:lnTo>
                <a:lnTo>
                  <a:pt x="473" y="673"/>
                </a:lnTo>
                <a:lnTo>
                  <a:pt x="472" y="673"/>
                </a:lnTo>
                <a:lnTo>
                  <a:pt x="471" y="673"/>
                </a:lnTo>
                <a:lnTo>
                  <a:pt x="471" y="672"/>
                </a:lnTo>
                <a:lnTo>
                  <a:pt x="471" y="671"/>
                </a:lnTo>
                <a:lnTo>
                  <a:pt x="470" y="671"/>
                </a:lnTo>
                <a:lnTo>
                  <a:pt x="469" y="671"/>
                </a:lnTo>
                <a:lnTo>
                  <a:pt x="469" y="672"/>
                </a:lnTo>
                <a:lnTo>
                  <a:pt x="469" y="671"/>
                </a:lnTo>
                <a:lnTo>
                  <a:pt x="468" y="671"/>
                </a:lnTo>
                <a:lnTo>
                  <a:pt x="468" y="670"/>
                </a:lnTo>
                <a:lnTo>
                  <a:pt x="467" y="670"/>
                </a:lnTo>
                <a:lnTo>
                  <a:pt x="467" y="669"/>
                </a:lnTo>
                <a:lnTo>
                  <a:pt x="466" y="669"/>
                </a:lnTo>
                <a:lnTo>
                  <a:pt x="466" y="668"/>
                </a:lnTo>
                <a:lnTo>
                  <a:pt x="465" y="668"/>
                </a:lnTo>
                <a:lnTo>
                  <a:pt x="464" y="668"/>
                </a:lnTo>
                <a:lnTo>
                  <a:pt x="463" y="668"/>
                </a:lnTo>
                <a:lnTo>
                  <a:pt x="463" y="669"/>
                </a:lnTo>
                <a:lnTo>
                  <a:pt x="462" y="669"/>
                </a:lnTo>
                <a:lnTo>
                  <a:pt x="461" y="669"/>
                </a:lnTo>
                <a:lnTo>
                  <a:pt x="461" y="668"/>
                </a:lnTo>
                <a:lnTo>
                  <a:pt x="460" y="668"/>
                </a:lnTo>
                <a:lnTo>
                  <a:pt x="460" y="667"/>
                </a:lnTo>
                <a:lnTo>
                  <a:pt x="459" y="667"/>
                </a:lnTo>
                <a:lnTo>
                  <a:pt x="459" y="666"/>
                </a:lnTo>
                <a:lnTo>
                  <a:pt x="458" y="666"/>
                </a:lnTo>
                <a:lnTo>
                  <a:pt x="458" y="665"/>
                </a:lnTo>
                <a:lnTo>
                  <a:pt x="457" y="665"/>
                </a:lnTo>
                <a:lnTo>
                  <a:pt x="456" y="665"/>
                </a:lnTo>
                <a:lnTo>
                  <a:pt x="456" y="666"/>
                </a:lnTo>
                <a:lnTo>
                  <a:pt x="456" y="667"/>
                </a:lnTo>
                <a:lnTo>
                  <a:pt x="455" y="667"/>
                </a:lnTo>
                <a:lnTo>
                  <a:pt x="455" y="668"/>
                </a:lnTo>
                <a:lnTo>
                  <a:pt x="454" y="668"/>
                </a:lnTo>
                <a:lnTo>
                  <a:pt x="454" y="667"/>
                </a:lnTo>
                <a:lnTo>
                  <a:pt x="454" y="666"/>
                </a:lnTo>
                <a:lnTo>
                  <a:pt x="454" y="665"/>
                </a:lnTo>
                <a:lnTo>
                  <a:pt x="453" y="665"/>
                </a:lnTo>
                <a:lnTo>
                  <a:pt x="453" y="664"/>
                </a:lnTo>
                <a:lnTo>
                  <a:pt x="452" y="664"/>
                </a:lnTo>
                <a:lnTo>
                  <a:pt x="452" y="663"/>
                </a:lnTo>
                <a:lnTo>
                  <a:pt x="451" y="663"/>
                </a:lnTo>
                <a:lnTo>
                  <a:pt x="451" y="662"/>
                </a:lnTo>
                <a:lnTo>
                  <a:pt x="450" y="662"/>
                </a:lnTo>
                <a:lnTo>
                  <a:pt x="450" y="661"/>
                </a:lnTo>
                <a:lnTo>
                  <a:pt x="449" y="661"/>
                </a:lnTo>
                <a:lnTo>
                  <a:pt x="449" y="660"/>
                </a:lnTo>
                <a:lnTo>
                  <a:pt x="448" y="660"/>
                </a:lnTo>
                <a:lnTo>
                  <a:pt x="447" y="660"/>
                </a:lnTo>
                <a:lnTo>
                  <a:pt x="446" y="660"/>
                </a:lnTo>
                <a:lnTo>
                  <a:pt x="446" y="661"/>
                </a:lnTo>
                <a:lnTo>
                  <a:pt x="445" y="661"/>
                </a:lnTo>
                <a:lnTo>
                  <a:pt x="444" y="661"/>
                </a:lnTo>
                <a:lnTo>
                  <a:pt x="444" y="662"/>
                </a:lnTo>
                <a:lnTo>
                  <a:pt x="444" y="663"/>
                </a:lnTo>
                <a:lnTo>
                  <a:pt x="444" y="664"/>
                </a:lnTo>
                <a:lnTo>
                  <a:pt x="443" y="664"/>
                </a:lnTo>
                <a:lnTo>
                  <a:pt x="444" y="664"/>
                </a:lnTo>
                <a:lnTo>
                  <a:pt x="444" y="665"/>
                </a:lnTo>
                <a:lnTo>
                  <a:pt x="443" y="665"/>
                </a:lnTo>
                <a:lnTo>
                  <a:pt x="443" y="666"/>
                </a:lnTo>
                <a:lnTo>
                  <a:pt x="443" y="667"/>
                </a:lnTo>
                <a:lnTo>
                  <a:pt x="442" y="667"/>
                </a:lnTo>
                <a:lnTo>
                  <a:pt x="442" y="668"/>
                </a:lnTo>
                <a:lnTo>
                  <a:pt x="441" y="668"/>
                </a:lnTo>
                <a:lnTo>
                  <a:pt x="441" y="669"/>
                </a:lnTo>
                <a:lnTo>
                  <a:pt x="440" y="669"/>
                </a:lnTo>
                <a:lnTo>
                  <a:pt x="440" y="670"/>
                </a:lnTo>
                <a:lnTo>
                  <a:pt x="439" y="670"/>
                </a:lnTo>
                <a:lnTo>
                  <a:pt x="439" y="669"/>
                </a:lnTo>
                <a:lnTo>
                  <a:pt x="438" y="669"/>
                </a:lnTo>
                <a:lnTo>
                  <a:pt x="438" y="670"/>
                </a:lnTo>
                <a:lnTo>
                  <a:pt x="437" y="670"/>
                </a:lnTo>
                <a:lnTo>
                  <a:pt x="437" y="671"/>
                </a:lnTo>
                <a:lnTo>
                  <a:pt x="438" y="671"/>
                </a:lnTo>
                <a:lnTo>
                  <a:pt x="438" y="672"/>
                </a:lnTo>
                <a:lnTo>
                  <a:pt x="439" y="672"/>
                </a:lnTo>
                <a:lnTo>
                  <a:pt x="439" y="673"/>
                </a:lnTo>
                <a:lnTo>
                  <a:pt x="439" y="674"/>
                </a:lnTo>
                <a:lnTo>
                  <a:pt x="440" y="674"/>
                </a:lnTo>
                <a:lnTo>
                  <a:pt x="441" y="674"/>
                </a:lnTo>
                <a:lnTo>
                  <a:pt x="441" y="675"/>
                </a:lnTo>
                <a:lnTo>
                  <a:pt x="440" y="675"/>
                </a:lnTo>
                <a:lnTo>
                  <a:pt x="439" y="675"/>
                </a:lnTo>
                <a:lnTo>
                  <a:pt x="439" y="676"/>
                </a:lnTo>
                <a:lnTo>
                  <a:pt x="438" y="676"/>
                </a:lnTo>
                <a:lnTo>
                  <a:pt x="438" y="677"/>
                </a:lnTo>
                <a:lnTo>
                  <a:pt x="437" y="677"/>
                </a:lnTo>
                <a:lnTo>
                  <a:pt x="437" y="678"/>
                </a:lnTo>
                <a:lnTo>
                  <a:pt x="437" y="679"/>
                </a:lnTo>
                <a:lnTo>
                  <a:pt x="436" y="679"/>
                </a:lnTo>
                <a:lnTo>
                  <a:pt x="435" y="679"/>
                </a:lnTo>
                <a:lnTo>
                  <a:pt x="434" y="679"/>
                </a:lnTo>
                <a:lnTo>
                  <a:pt x="434" y="680"/>
                </a:lnTo>
                <a:lnTo>
                  <a:pt x="434" y="681"/>
                </a:lnTo>
                <a:lnTo>
                  <a:pt x="435" y="681"/>
                </a:lnTo>
                <a:lnTo>
                  <a:pt x="435" y="682"/>
                </a:lnTo>
                <a:lnTo>
                  <a:pt x="434" y="682"/>
                </a:lnTo>
                <a:lnTo>
                  <a:pt x="433" y="682"/>
                </a:lnTo>
                <a:lnTo>
                  <a:pt x="433" y="683"/>
                </a:lnTo>
                <a:lnTo>
                  <a:pt x="432" y="683"/>
                </a:lnTo>
                <a:lnTo>
                  <a:pt x="432" y="684"/>
                </a:lnTo>
                <a:lnTo>
                  <a:pt x="431" y="684"/>
                </a:lnTo>
                <a:lnTo>
                  <a:pt x="431" y="685"/>
                </a:lnTo>
                <a:lnTo>
                  <a:pt x="430" y="685"/>
                </a:lnTo>
                <a:lnTo>
                  <a:pt x="430" y="686"/>
                </a:lnTo>
                <a:lnTo>
                  <a:pt x="429" y="686"/>
                </a:lnTo>
                <a:lnTo>
                  <a:pt x="430" y="686"/>
                </a:lnTo>
                <a:lnTo>
                  <a:pt x="429" y="687"/>
                </a:lnTo>
                <a:lnTo>
                  <a:pt x="429" y="688"/>
                </a:lnTo>
                <a:lnTo>
                  <a:pt x="428" y="688"/>
                </a:lnTo>
                <a:lnTo>
                  <a:pt x="428" y="689"/>
                </a:lnTo>
                <a:lnTo>
                  <a:pt x="428" y="690"/>
                </a:lnTo>
                <a:lnTo>
                  <a:pt x="428" y="691"/>
                </a:lnTo>
                <a:lnTo>
                  <a:pt x="427" y="691"/>
                </a:lnTo>
                <a:lnTo>
                  <a:pt x="427" y="692"/>
                </a:lnTo>
                <a:lnTo>
                  <a:pt x="426" y="692"/>
                </a:lnTo>
                <a:lnTo>
                  <a:pt x="425" y="692"/>
                </a:lnTo>
                <a:lnTo>
                  <a:pt x="425" y="693"/>
                </a:lnTo>
                <a:lnTo>
                  <a:pt x="425" y="692"/>
                </a:lnTo>
                <a:lnTo>
                  <a:pt x="425" y="693"/>
                </a:lnTo>
                <a:lnTo>
                  <a:pt x="426" y="693"/>
                </a:lnTo>
                <a:lnTo>
                  <a:pt x="426" y="694"/>
                </a:lnTo>
                <a:lnTo>
                  <a:pt x="426" y="695"/>
                </a:lnTo>
                <a:lnTo>
                  <a:pt x="427" y="695"/>
                </a:lnTo>
                <a:lnTo>
                  <a:pt x="427" y="696"/>
                </a:lnTo>
                <a:lnTo>
                  <a:pt x="427" y="697"/>
                </a:lnTo>
                <a:lnTo>
                  <a:pt x="426" y="697"/>
                </a:lnTo>
                <a:lnTo>
                  <a:pt x="425" y="697"/>
                </a:lnTo>
                <a:lnTo>
                  <a:pt x="425" y="696"/>
                </a:lnTo>
                <a:lnTo>
                  <a:pt x="424" y="696"/>
                </a:lnTo>
                <a:lnTo>
                  <a:pt x="423" y="696"/>
                </a:lnTo>
                <a:lnTo>
                  <a:pt x="422" y="696"/>
                </a:lnTo>
                <a:lnTo>
                  <a:pt x="421" y="696"/>
                </a:lnTo>
                <a:lnTo>
                  <a:pt x="420" y="696"/>
                </a:lnTo>
                <a:lnTo>
                  <a:pt x="420" y="695"/>
                </a:lnTo>
                <a:lnTo>
                  <a:pt x="419" y="695"/>
                </a:lnTo>
                <a:lnTo>
                  <a:pt x="419" y="696"/>
                </a:lnTo>
                <a:lnTo>
                  <a:pt x="418" y="696"/>
                </a:lnTo>
                <a:lnTo>
                  <a:pt x="417" y="696"/>
                </a:lnTo>
                <a:lnTo>
                  <a:pt x="417" y="697"/>
                </a:lnTo>
                <a:lnTo>
                  <a:pt x="417" y="698"/>
                </a:lnTo>
                <a:lnTo>
                  <a:pt x="416" y="698"/>
                </a:lnTo>
                <a:lnTo>
                  <a:pt x="416" y="699"/>
                </a:lnTo>
                <a:lnTo>
                  <a:pt x="415" y="699"/>
                </a:lnTo>
                <a:lnTo>
                  <a:pt x="415" y="698"/>
                </a:lnTo>
                <a:lnTo>
                  <a:pt x="415" y="697"/>
                </a:lnTo>
                <a:lnTo>
                  <a:pt x="414" y="697"/>
                </a:lnTo>
                <a:lnTo>
                  <a:pt x="414" y="696"/>
                </a:lnTo>
                <a:lnTo>
                  <a:pt x="415" y="696"/>
                </a:lnTo>
                <a:lnTo>
                  <a:pt x="415" y="695"/>
                </a:lnTo>
                <a:lnTo>
                  <a:pt x="414" y="695"/>
                </a:lnTo>
                <a:lnTo>
                  <a:pt x="413" y="695"/>
                </a:lnTo>
                <a:lnTo>
                  <a:pt x="412" y="695"/>
                </a:lnTo>
                <a:lnTo>
                  <a:pt x="412" y="694"/>
                </a:lnTo>
                <a:lnTo>
                  <a:pt x="411" y="694"/>
                </a:lnTo>
                <a:lnTo>
                  <a:pt x="411" y="695"/>
                </a:lnTo>
                <a:lnTo>
                  <a:pt x="410" y="695"/>
                </a:lnTo>
                <a:lnTo>
                  <a:pt x="410" y="694"/>
                </a:lnTo>
                <a:lnTo>
                  <a:pt x="409" y="694"/>
                </a:lnTo>
                <a:lnTo>
                  <a:pt x="408" y="694"/>
                </a:lnTo>
                <a:lnTo>
                  <a:pt x="408" y="693"/>
                </a:lnTo>
                <a:lnTo>
                  <a:pt x="407" y="693"/>
                </a:lnTo>
                <a:lnTo>
                  <a:pt x="406" y="693"/>
                </a:lnTo>
                <a:lnTo>
                  <a:pt x="405" y="693"/>
                </a:lnTo>
                <a:lnTo>
                  <a:pt x="405" y="694"/>
                </a:lnTo>
                <a:lnTo>
                  <a:pt x="404" y="694"/>
                </a:lnTo>
                <a:lnTo>
                  <a:pt x="404" y="695"/>
                </a:lnTo>
                <a:lnTo>
                  <a:pt x="403" y="695"/>
                </a:lnTo>
                <a:lnTo>
                  <a:pt x="403" y="694"/>
                </a:lnTo>
                <a:lnTo>
                  <a:pt x="403" y="695"/>
                </a:lnTo>
                <a:lnTo>
                  <a:pt x="402" y="695"/>
                </a:lnTo>
                <a:lnTo>
                  <a:pt x="403" y="695"/>
                </a:lnTo>
                <a:lnTo>
                  <a:pt x="403" y="696"/>
                </a:lnTo>
                <a:lnTo>
                  <a:pt x="402" y="696"/>
                </a:lnTo>
                <a:lnTo>
                  <a:pt x="401" y="696"/>
                </a:lnTo>
                <a:lnTo>
                  <a:pt x="400" y="696"/>
                </a:lnTo>
                <a:lnTo>
                  <a:pt x="399" y="696"/>
                </a:lnTo>
                <a:lnTo>
                  <a:pt x="399" y="695"/>
                </a:lnTo>
                <a:lnTo>
                  <a:pt x="399" y="694"/>
                </a:lnTo>
                <a:lnTo>
                  <a:pt x="398" y="695"/>
                </a:lnTo>
                <a:lnTo>
                  <a:pt x="397" y="695"/>
                </a:lnTo>
                <a:lnTo>
                  <a:pt x="396" y="695"/>
                </a:lnTo>
                <a:lnTo>
                  <a:pt x="395" y="695"/>
                </a:lnTo>
                <a:lnTo>
                  <a:pt x="395" y="696"/>
                </a:lnTo>
                <a:lnTo>
                  <a:pt x="395" y="697"/>
                </a:lnTo>
                <a:lnTo>
                  <a:pt x="395" y="698"/>
                </a:lnTo>
                <a:lnTo>
                  <a:pt x="395" y="699"/>
                </a:lnTo>
                <a:lnTo>
                  <a:pt x="394" y="699"/>
                </a:lnTo>
                <a:lnTo>
                  <a:pt x="394" y="700"/>
                </a:lnTo>
                <a:lnTo>
                  <a:pt x="394" y="701"/>
                </a:lnTo>
                <a:lnTo>
                  <a:pt x="393" y="701"/>
                </a:lnTo>
                <a:lnTo>
                  <a:pt x="393" y="700"/>
                </a:lnTo>
                <a:lnTo>
                  <a:pt x="392" y="700"/>
                </a:lnTo>
                <a:lnTo>
                  <a:pt x="391" y="700"/>
                </a:lnTo>
                <a:lnTo>
                  <a:pt x="390" y="700"/>
                </a:lnTo>
                <a:lnTo>
                  <a:pt x="390" y="699"/>
                </a:lnTo>
                <a:lnTo>
                  <a:pt x="390" y="698"/>
                </a:lnTo>
                <a:lnTo>
                  <a:pt x="389" y="698"/>
                </a:lnTo>
                <a:lnTo>
                  <a:pt x="388" y="698"/>
                </a:lnTo>
                <a:lnTo>
                  <a:pt x="388" y="697"/>
                </a:lnTo>
                <a:lnTo>
                  <a:pt x="388" y="696"/>
                </a:lnTo>
                <a:lnTo>
                  <a:pt x="387" y="696"/>
                </a:lnTo>
                <a:lnTo>
                  <a:pt x="387" y="695"/>
                </a:lnTo>
                <a:lnTo>
                  <a:pt x="387" y="694"/>
                </a:lnTo>
                <a:lnTo>
                  <a:pt x="387" y="693"/>
                </a:lnTo>
                <a:lnTo>
                  <a:pt x="387" y="692"/>
                </a:lnTo>
                <a:lnTo>
                  <a:pt x="386" y="692"/>
                </a:lnTo>
                <a:lnTo>
                  <a:pt x="386" y="691"/>
                </a:lnTo>
                <a:lnTo>
                  <a:pt x="385" y="691"/>
                </a:lnTo>
                <a:lnTo>
                  <a:pt x="386" y="691"/>
                </a:lnTo>
                <a:lnTo>
                  <a:pt x="385" y="691"/>
                </a:lnTo>
                <a:lnTo>
                  <a:pt x="386" y="691"/>
                </a:lnTo>
                <a:lnTo>
                  <a:pt x="386" y="690"/>
                </a:lnTo>
                <a:lnTo>
                  <a:pt x="385" y="690"/>
                </a:lnTo>
                <a:lnTo>
                  <a:pt x="384" y="690"/>
                </a:lnTo>
                <a:lnTo>
                  <a:pt x="384" y="689"/>
                </a:lnTo>
                <a:lnTo>
                  <a:pt x="383" y="689"/>
                </a:lnTo>
                <a:lnTo>
                  <a:pt x="383" y="688"/>
                </a:lnTo>
                <a:lnTo>
                  <a:pt x="382" y="688"/>
                </a:lnTo>
                <a:lnTo>
                  <a:pt x="381" y="688"/>
                </a:lnTo>
                <a:lnTo>
                  <a:pt x="381" y="689"/>
                </a:lnTo>
                <a:lnTo>
                  <a:pt x="380" y="689"/>
                </a:lnTo>
                <a:lnTo>
                  <a:pt x="381" y="689"/>
                </a:lnTo>
                <a:lnTo>
                  <a:pt x="380" y="689"/>
                </a:lnTo>
                <a:lnTo>
                  <a:pt x="379" y="689"/>
                </a:lnTo>
                <a:lnTo>
                  <a:pt x="378" y="689"/>
                </a:lnTo>
                <a:lnTo>
                  <a:pt x="379" y="689"/>
                </a:lnTo>
                <a:lnTo>
                  <a:pt x="379" y="690"/>
                </a:lnTo>
                <a:lnTo>
                  <a:pt x="378" y="690"/>
                </a:lnTo>
                <a:lnTo>
                  <a:pt x="378" y="691"/>
                </a:lnTo>
                <a:lnTo>
                  <a:pt x="378" y="690"/>
                </a:lnTo>
                <a:lnTo>
                  <a:pt x="377" y="690"/>
                </a:lnTo>
                <a:lnTo>
                  <a:pt x="377" y="691"/>
                </a:lnTo>
                <a:lnTo>
                  <a:pt x="376" y="691"/>
                </a:lnTo>
                <a:lnTo>
                  <a:pt x="375" y="691"/>
                </a:lnTo>
                <a:lnTo>
                  <a:pt x="375" y="692"/>
                </a:lnTo>
                <a:lnTo>
                  <a:pt x="375" y="691"/>
                </a:lnTo>
                <a:lnTo>
                  <a:pt x="374" y="691"/>
                </a:lnTo>
                <a:lnTo>
                  <a:pt x="373" y="691"/>
                </a:lnTo>
                <a:lnTo>
                  <a:pt x="373" y="692"/>
                </a:lnTo>
                <a:lnTo>
                  <a:pt x="374" y="692"/>
                </a:lnTo>
                <a:lnTo>
                  <a:pt x="374" y="693"/>
                </a:lnTo>
                <a:lnTo>
                  <a:pt x="373" y="693"/>
                </a:lnTo>
                <a:lnTo>
                  <a:pt x="373" y="694"/>
                </a:lnTo>
                <a:lnTo>
                  <a:pt x="373" y="695"/>
                </a:lnTo>
                <a:lnTo>
                  <a:pt x="373" y="696"/>
                </a:lnTo>
                <a:lnTo>
                  <a:pt x="372" y="696"/>
                </a:lnTo>
                <a:lnTo>
                  <a:pt x="373" y="696"/>
                </a:lnTo>
                <a:lnTo>
                  <a:pt x="373" y="697"/>
                </a:lnTo>
                <a:lnTo>
                  <a:pt x="372" y="697"/>
                </a:lnTo>
                <a:lnTo>
                  <a:pt x="371" y="697"/>
                </a:lnTo>
                <a:lnTo>
                  <a:pt x="371" y="698"/>
                </a:lnTo>
                <a:lnTo>
                  <a:pt x="371" y="699"/>
                </a:lnTo>
                <a:lnTo>
                  <a:pt x="372" y="699"/>
                </a:lnTo>
                <a:lnTo>
                  <a:pt x="372" y="700"/>
                </a:lnTo>
                <a:lnTo>
                  <a:pt x="373" y="700"/>
                </a:lnTo>
                <a:lnTo>
                  <a:pt x="373" y="701"/>
                </a:lnTo>
                <a:lnTo>
                  <a:pt x="373" y="702"/>
                </a:lnTo>
                <a:lnTo>
                  <a:pt x="372" y="702"/>
                </a:lnTo>
                <a:lnTo>
                  <a:pt x="371" y="702"/>
                </a:lnTo>
                <a:lnTo>
                  <a:pt x="371" y="703"/>
                </a:lnTo>
                <a:lnTo>
                  <a:pt x="371" y="704"/>
                </a:lnTo>
                <a:lnTo>
                  <a:pt x="371" y="705"/>
                </a:lnTo>
                <a:lnTo>
                  <a:pt x="371" y="706"/>
                </a:lnTo>
                <a:lnTo>
                  <a:pt x="371" y="707"/>
                </a:lnTo>
                <a:lnTo>
                  <a:pt x="370" y="707"/>
                </a:lnTo>
                <a:lnTo>
                  <a:pt x="370" y="708"/>
                </a:lnTo>
                <a:lnTo>
                  <a:pt x="369" y="708"/>
                </a:lnTo>
                <a:lnTo>
                  <a:pt x="370" y="708"/>
                </a:lnTo>
                <a:lnTo>
                  <a:pt x="370" y="709"/>
                </a:lnTo>
                <a:lnTo>
                  <a:pt x="369" y="709"/>
                </a:lnTo>
                <a:lnTo>
                  <a:pt x="369" y="710"/>
                </a:lnTo>
                <a:lnTo>
                  <a:pt x="369" y="711"/>
                </a:lnTo>
                <a:lnTo>
                  <a:pt x="369" y="712"/>
                </a:lnTo>
                <a:lnTo>
                  <a:pt x="368" y="712"/>
                </a:lnTo>
                <a:lnTo>
                  <a:pt x="368" y="711"/>
                </a:lnTo>
                <a:lnTo>
                  <a:pt x="368" y="712"/>
                </a:lnTo>
                <a:lnTo>
                  <a:pt x="367" y="712"/>
                </a:lnTo>
                <a:lnTo>
                  <a:pt x="366" y="712"/>
                </a:lnTo>
                <a:lnTo>
                  <a:pt x="365" y="712"/>
                </a:lnTo>
                <a:lnTo>
                  <a:pt x="364" y="712"/>
                </a:lnTo>
                <a:lnTo>
                  <a:pt x="364" y="713"/>
                </a:lnTo>
                <a:lnTo>
                  <a:pt x="363" y="713"/>
                </a:lnTo>
                <a:lnTo>
                  <a:pt x="363" y="714"/>
                </a:lnTo>
                <a:lnTo>
                  <a:pt x="363" y="713"/>
                </a:lnTo>
                <a:lnTo>
                  <a:pt x="363" y="714"/>
                </a:lnTo>
                <a:lnTo>
                  <a:pt x="363" y="715"/>
                </a:lnTo>
                <a:lnTo>
                  <a:pt x="362" y="715"/>
                </a:lnTo>
                <a:lnTo>
                  <a:pt x="363" y="715"/>
                </a:lnTo>
                <a:lnTo>
                  <a:pt x="363" y="716"/>
                </a:lnTo>
                <a:lnTo>
                  <a:pt x="362" y="716"/>
                </a:lnTo>
                <a:lnTo>
                  <a:pt x="363" y="716"/>
                </a:lnTo>
                <a:lnTo>
                  <a:pt x="363" y="717"/>
                </a:lnTo>
                <a:lnTo>
                  <a:pt x="364" y="717"/>
                </a:lnTo>
                <a:lnTo>
                  <a:pt x="364" y="718"/>
                </a:lnTo>
                <a:lnTo>
                  <a:pt x="364" y="719"/>
                </a:lnTo>
                <a:lnTo>
                  <a:pt x="364" y="720"/>
                </a:lnTo>
                <a:lnTo>
                  <a:pt x="365" y="720"/>
                </a:lnTo>
                <a:lnTo>
                  <a:pt x="365" y="721"/>
                </a:lnTo>
                <a:lnTo>
                  <a:pt x="366" y="721"/>
                </a:lnTo>
                <a:lnTo>
                  <a:pt x="366" y="722"/>
                </a:lnTo>
                <a:lnTo>
                  <a:pt x="366" y="723"/>
                </a:lnTo>
                <a:lnTo>
                  <a:pt x="367" y="723"/>
                </a:lnTo>
                <a:lnTo>
                  <a:pt x="367" y="724"/>
                </a:lnTo>
                <a:lnTo>
                  <a:pt x="367" y="725"/>
                </a:lnTo>
                <a:lnTo>
                  <a:pt x="367" y="726"/>
                </a:lnTo>
                <a:lnTo>
                  <a:pt x="367" y="727"/>
                </a:lnTo>
                <a:lnTo>
                  <a:pt x="367" y="726"/>
                </a:lnTo>
                <a:lnTo>
                  <a:pt x="367" y="727"/>
                </a:lnTo>
                <a:lnTo>
                  <a:pt x="366" y="727"/>
                </a:lnTo>
                <a:lnTo>
                  <a:pt x="366" y="726"/>
                </a:lnTo>
                <a:lnTo>
                  <a:pt x="366" y="727"/>
                </a:lnTo>
                <a:lnTo>
                  <a:pt x="365" y="727"/>
                </a:lnTo>
                <a:lnTo>
                  <a:pt x="364" y="727"/>
                </a:lnTo>
                <a:lnTo>
                  <a:pt x="365" y="727"/>
                </a:lnTo>
                <a:lnTo>
                  <a:pt x="365" y="728"/>
                </a:lnTo>
                <a:lnTo>
                  <a:pt x="364" y="728"/>
                </a:lnTo>
                <a:lnTo>
                  <a:pt x="365" y="728"/>
                </a:lnTo>
                <a:lnTo>
                  <a:pt x="365" y="729"/>
                </a:lnTo>
                <a:lnTo>
                  <a:pt x="366" y="729"/>
                </a:lnTo>
                <a:lnTo>
                  <a:pt x="366" y="730"/>
                </a:lnTo>
                <a:lnTo>
                  <a:pt x="366" y="731"/>
                </a:lnTo>
                <a:lnTo>
                  <a:pt x="366" y="732"/>
                </a:lnTo>
                <a:lnTo>
                  <a:pt x="366" y="733"/>
                </a:lnTo>
                <a:lnTo>
                  <a:pt x="367" y="733"/>
                </a:lnTo>
                <a:lnTo>
                  <a:pt x="367" y="734"/>
                </a:lnTo>
                <a:lnTo>
                  <a:pt x="368" y="734"/>
                </a:lnTo>
                <a:lnTo>
                  <a:pt x="368" y="735"/>
                </a:lnTo>
                <a:lnTo>
                  <a:pt x="368" y="736"/>
                </a:lnTo>
                <a:lnTo>
                  <a:pt x="368" y="737"/>
                </a:lnTo>
                <a:lnTo>
                  <a:pt x="369" y="737"/>
                </a:lnTo>
                <a:lnTo>
                  <a:pt x="369" y="738"/>
                </a:lnTo>
                <a:lnTo>
                  <a:pt x="370" y="738"/>
                </a:lnTo>
                <a:lnTo>
                  <a:pt x="370" y="739"/>
                </a:lnTo>
                <a:lnTo>
                  <a:pt x="369" y="739"/>
                </a:lnTo>
                <a:lnTo>
                  <a:pt x="368" y="739"/>
                </a:lnTo>
                <a:lnTo>
                  <a:pt x="368" y="740"/>
                </a:lnTo>
                <a:lnTo>
                  <a:pt x="369" y="740"/>
                </a:lnTo>
                <a:lnTo>
                  <a:pt x="368" y="740"/>
                </a:lnTo>
                <a:lnTo>
                  <a:pt x="368" y="741"/>
                </a:lnTo>
                <a:lnTo>
                  <a:pt x="368" y="742"/>
                </a:lnTo>
                <a:lnTo>
                  <a:pt x="367" y="742"/>
                </a:lnTo>
                <a:lnTo>
                  <a:pt x="367" y="743"/>
                </a:lnTo>
                <a:lnTo>
                  <a:pt x="368" y="743"/>
                </a:lnTo>
                <a:lnTo>
                  <a:pt x="369" y="743"/>
                </a:lnTo>
                <a:lnTo>
                  <a:pt x="369" y="744"/>
                </a:lnTo>
                <a:lnTo>
                  <a:pt x="370" y="744"/>
                </a:lnTo>
                <a:lnTo>
                  <a:pt x="371" y="744"/>
                </a:lnTo>
                <a:lnTo>
                  <a:pt x="372" y="744"/>
                </a:lnTo>
                <a:lnTo>
                  <a:pt x="372" y="745"/>
                </a:lnTo>
                <a:lnTo>
                  <a:pt x="372" y="746"/>
                </a:lnTo>
                <a:lnTo>
                  <a:pt x="373" y="746"/>
                </a:lnTo>
                <a:lnTo>
                  <a:pt x="373" y="747"/>
                </a:lnTo>
                <a:lnTo>
                  <a:pt x="373" y="746"/>
                </a:lnTo>
                <a:lnTo>
                  <a:pt x="374" y="746"/>
                </a:lnTo>
                <a:lnTo>
                  <a:pt x="375" y="745"/>
                </a:lnTo>
                <a:lnTo>
                  <a:pt x="376" y="745"/>
                </a:lnTo>
                <a:lnTo>
                  <a:pt x="376" y="746"/>
                </a:lnTo>
                <a:lnTo>
                  <a:pt x="376" y="747"/>
                </a:lnTo>
                <a:lnTo>
                  <a:pt x="376" y="748"/>
                </a:lnTo>
                <a:lnTo>
                  <a:pt x="376" y="749"/>
                </a:lnTo>
                <a:lnTo>
                  <a:pt x="376" y="750"/>
                </a:lnTo>
                <a:lnTo>
                  <a:pt x="375" y="750"/>
                </a:lnTo>
                <a:lnTo>
                  <a:pt x="376" y="750"/>
                </a:lnTo>
                <a:lnTo>
                  <a:pt x="376" y="751"/>
                </a:lnTo>
                <a:lnTo>
                  <a:pt x="377" y="751"/>
                </a:lnTo>
                <a:lnTo>
                  <a:pt x="377" y="752"/>
                </a:lnTo>
                <a:lnTo>
                  <a:pt x="378" y="752"/>
                </a:lnTo>
                <a:lnTo>
                  <a:pt x="378" y="751"/>
                </a:lnTo>
                <a:lnTo>
                  <a:pt x="378" y="752"/>
                </a:lnTo>
                <a:lnTo>
                  <a:pt x="379" y="752"/>
                </a:lnTo>
                <a:lnTo>
                  <a:pt x="379" y="753"/>
                </a:lnTo>
                <a:lnTo>
                  <a:pt x="379" y="754"/>
                </a:lnTo>
                <a:lnTo>
                  <a:pt x="379" y="755"/>
                </a:lnTo>
                <a:lnTo>
                  <a:pt x="380" y="755"/>
                </a:lnTo>
                <a:lnTo>
                  <a:pt x="380" y="756"/>
                </a:lnTo>
                <a:lnTo>
                  <a:pt x="381" y="756"/>
                </a:lnTo>
                <a:lnTo>
                  <a:pt x="381" y="757"/>
                </a:lnTo>
                <a:lnTo>
                  <a:pt x="382" y="757"/>
                </a:lnTo>
                <a:lnTo>
                  <a:pt x="382" y="756"/>
                </a:lnTo>
                <a:lnTo>
                  <a:pt x="382" y="757"/>
                </a:lnTo>
                <a:lnTo>
                  <a:pt x="383" y="757"/>
                </a:lnTo>
                <a:lnTo>
                  <a:pt x="382" y="757"/>
                </a:lnTo>
                <a:lnTo>
                  <a:pt x="383" y="757"/>
                </a:lnTo>
                <a:lnTo>
                  <a:pt x="383" y="758"/>
                </a:lnTo>
                <a:lnTo>
                  <a:pt x="382" y="758"/>
                </a:lnTo>
                <a:lnTo>
                  <a:pt x="382" y="759"/>
                </a:lnTo>
                <a:lnTo>
                  <a:pt x="382" y="760"/>
                </a:lnTo>
                <a:lnTo>
                  <a:pt x="382" y="761"/>
                </a:lnTo>
                <a:lnTo>
                  <a:pt x="381" y="762"/>
                </a:lnTo>
                <a:lnTo>
                  <a:pt x="381" y="763"/>
                </a:lnTo>
                <a:lnTo>
                  <a:pt x="381" y="764"/>
                </a:lnTo>
                <a:lnTo>
                  <a:pt x="381" y="765"/>
                </a:lnTo>
                <a:lnTo>
                  <a:pt x="380" y="765"/>
                </a:lnTo>
                <a:lnTo>
                  <a:pt x="380" y="766"/>
                </a:lnTo>
                <a:lnTo>
                  <a:pt x="380" y="767"/>
                </a:lnTo>
                <a:lnTo>
                  <a:pt x="380" y="768"/>
                </a:lnTo>
                <a:lnTo>
                  <a:pt x="381" y="768"/>
                </a:lnTo>
                <a:lnTo>
                  <a:pt x="382" y="768"/>
                </a:lnTo>
                <a:lnTo>
                  <a:pt x="382" y="769"/>
                </a:lnTo>
                <a:lnTo>
                  <a:pt x="382" y="768"/>
                </a:lnTo>
                <a:lnTo>
                  <a:pt x="382" y="769"/>
                </a:lnTo>
                <a:lnTo>
                  <a:pt x="382" y="770"/>
                </a:lnTo>
                <a:lnTo>
                  <a:pt x="382" y="771"/>
                </a:lnTo>
                <a:lnTo>
                  <a:pt x="382" y="772"/>
                </a:lnTo>
                <a:lnTo>
                  <a:pt x="382" y="773"/>
                </a:lnTo>
                <a:lnTo>
                  <a:pt x="382" y="774"/>
                </a:lnTo>
                <a:lnTo>
                  <a:pt x="382" y="775"/>
                </a:lnTo>
                <a:lnTo>
                  <a:pt x="383" y="775"/>
                </a:lnTo>
                <a:lnTo>
                  <a:pt x="383" y="776"/>
                </a:lnTo>
                <a:lnTo>
                  <a:pt x="383" y="777"/>
                </a:lnTo>
                <a:lnTo>
                  <a:pt x="384" y="777"/>
                </a:lnTo>
                <a:lnTo>
                  <a:pt x="384" y="776"/>
                </a:lnTo>
                <a:lnTo>
                  <a:pt x="385" y="776"/>
                </a:lnTo>
                <a:lnTo>
                  <a:pt x="386" y="776"/>
                </a:lnTo>
                <a:lnTo>
                  <a:pt x="386" y="777"/>
                </a:lnTo>
                <a:lnTo>
                  <a:pt x="386" y="778"/>
                </a:lnTo>
                <a:lnTo>
                  <a:pt x="387" y="778"/>
                </a:lnTo>
                <a:lnTo>
                  <a:pt x="387" y="777"/>
                </a:lnTo>
                <a:lnTo>
                  <a:pt x="387" y="778"/>
                </a:lnTo>
                <a:lnTo>
                  <a:pt x="388" y="778"/>
                </a:lnTo>
                <a:lnTo>
                  <a:pt x="388" y="779"/>
                </a:lnTo>
                <a:lnTo>
                  <a:pt x="387" y="780"/>
                </a:lnTo>
                <a:lnTo>
                  <a:pt x="387" y="781"/>
                </a:lnTo>
                <a:lnTo>
                  <a:pt x="387" y="782"/>
                </a:lnTo>
                <a:lnTo>
                  <a:pt x="386" y="782"/>
                </a:lnTo>
                <a:lnTo>
                  <a:pt x="385" y="782"/>
                </a:lnTo>
                <a:lnTo>
                  <a:pt x="386" y="782"/>
                </a:lnTo>
                <a:lnTo>
                  <a:pt x="385" y="782"/>
                </a:lnTo>
                <a:lnTo>
                  <a:pt x="386" y="782"/>
                </a:lnTo>
                <a:lnTo>
                  <a:pt x="386" y="783"/>
                </a:lnTo>
                <a:lnTo>
                  <a:pt x="385" y="783"/>
                </a:lnTo>
                <a:lnTo>
                  <a:pt x="384" y="783"/>
                </a:lnTo>
                <a:lnTo>
                  <a:pt x="383" y="783"/>
                </a:lnTo>
                <a:lnTo>
                  <a:pt x="382" y="783"/>
                </a:lnTo>
                <a:lnTo>
                  <a:pt x="382" y="782"/>
                </a:lnTo>
                <a:lnTo>
                  <a:pt x="381" y="782"/>
                </a:lnTo>
                <a:lnTo>
                  <a:pt x="380" y="782"/>
                </a:lnTo>
                <a:lnTo>
                  <a:pt x="380" y="783"/>
                </a:lnTo>
                <a:lnTo>
                  <a:pt x="380" y="784"/>
                </a:lnTo>
                <a:lnTo>
                  <a:pt x="381" y="784"/>
                </a:lnTo>
                <a:lnTo>
                  <a:pt x="381" y="785"/>
                </a:lnTo>
                <a:lnTo>
                  <a:pt x="381" y="784"/>
                </a:lnTo>
                <a:lnTo>
                  <a:pt x="382" y="784"/>
                </a:lnTo>
                <a:lnTo>
                  <a:pt x="382" y="785"/>
                </a:lnTo>
                <a:lnTo>
                  <a:pt x="381" y="785"/>
                </a:lnTo>
                <a:lnTo>
                  <a:pt x="381" y="786"/>
                </a:lnTo>
                <a:lnTo>
                  <a:pt x="381" y="787"/>
                </a:lnTo>
                <a:lnTo>
                  <a:pt x="381" y="788"/>
                </a:lnTo>
                <a:lnTo>
                  <a:pt x="382" y="788"/>
                </a:lnTo>
                <a:lnTo>
                  <a:pt x="382" y="789"/>
                </a:lnTo>
                <a:lnTo>
                  <a:pt x="383" y="789"/>
                </a:lnTo>
                <a:lnTo>
                  <a:pt x="383" y="790"/>
                </a:lnTo>
                <a:lnTo>
                  <a:pt x="382" y="790"/>
                </a:lnTo>
                <a:lnTo>
                  <a:pt x="381" y="790"/>
                </a:lnTo>
                <a:lnTo>
                  <a:pt x="381" y="791"/>
                </a:lnTo>
                <a:lnTo>
                  <a:pt x="380" y="791"/>
                </a:lnTo>
                <a:lnTo>
                  <a:pt x="380" y="792"/>
                </a:lnTo>
                <a:lnTo>
                  <a:pt x="379" y="792"/>
                </a:lnTo>
                <a:lnTo>
                  <a:pt x="379" y="793"/>
                </a:lnTo>
                <a:lnTo>
                  <a:pt x="380" y="793"/>
                </a:lnTo>
                <a:lnTo>
                  <a:pt x="380" y="794"/>
                </a:lnTo>
                <a:lnTo>
                  <a:pt x="380" y="795"/>
                </a:lnTo>
                <a:lnTo>
                  <a:pt x="379" y="795"/>
                </a:lnTo>
                <a:lnTo>
                  <a:pt x="380" y="795"/>
                </a:lnTo>
                <a:lnTo>
                  <a:pt x="380" y="796"/>
                </a:lnTo>
                <a:lnTo>
                  <a:pt x="381" y="796"/>
                </a:lnTo>
                <a:lnTo>
                  <a:pt x="381" y="797"/>
                </a:lnTo>
                <a:lnTo>
                  <a:pt x="380" y="797"/>
                </a:lnTo>
                <a:lnTo>
                  <a:pt x="380" y="798"/>
                </a:lnTo>
                <a:lnTo>
                  <a:pt x="380" y="799"/>
                </a:lnTo>
                <a:lnTo>
                  <a:pt x="380" y="800"/>
                </a:lnTo>
                <a:lnTo>
                  <a:pt x="380" y="801"/>
                </a:lnTo>
                <a:lnTo>
                  <a:pt x="380" y="800"/>
                </a:lnTo>
                <a:lnTo>
                  <a:pt x="379" y="800"/>
                </a:lnTo>
                <a:lnTo>
                  <a:pt x="379" y="801"/>
                </a:lnTo>
                <a:lnTo>
                  <a:pt x="379" y="802"/>
                </a:lnTo>
                <a:lnTo>
                  <a:pt x="379" y="803"/>
                </a:lnTo>
                <a:lnTo>
                  <a:pt x="380" y="803"/>
                </a:lnTo>
                <a:lnTo>
                  <a:pt x="379" y="803"/>
                </a:lnTo>
                <a:lnTo>
                  <a:pt x="379" y="804"/>
                </a:lnTo>
                <a:lnTo>
                  <a:pt x="379" y="805"/>
                </a:lnTo>
                <a:lnTo>
                  <a:pt x="378" y="805"/>
                </a:lnTo>
                <a:lnTo>
                  <a:pt x="378" y="806"/>
                </a:lnTo>
                <a:lnTo>
                  <a:pt x="378" y="807"/>
                </a:lnTo>
                <a:lnTo>
                  <a:pt x="379" y="807"/>
                </a:lnTo>
                <a:lnTo>
                  <a:pt x="379" y="808"/>
                </a:lnTo>
                <a:lnTo>
                  <a:pt x="379" y="809"/>
                </a:lnTo>
                <a:lnTo>
                  <a:pt x="379" y="810"/>
                </a:lnTo>
                <a:lnTo>
                  <a:pt x="380" y="810"/>
                </a:lnTo>
                <a:lnTo>
                  <a:pt x="380" y="811"/>
                </a:lnTo>
                <a:lnTo>
                  <a:pt x="380" y="812"/>
                </a:lnTo>
                <a:lnTo>
                  <a:pt x="381" y="812"/>
                </a:lnTo>
                <a:lnTo>
                  <a:pt x="381" y="813"/>
                </a:lnTo>
                <a:lnTo>
                  <a:pt x="382" y="813"/>
                </a:lnTo>
                <a:lnTo>
                  <a:pt x="382" y="812"/>
                </a:lnTo>
                <a:lnTo>
                  <a:pt x="383" y="812"/>
                </a:lnTo>
                <a:lnTo>
                  <a:pt x="383" y="813"/>
                </a:lnTo>
                <a:lnTo>
                  <a:pt x="384" y="813"/>
                </a:lnTo>
                <a:lnTo>
                  <a:pt x="384" y="812"/>
                </a:lnTo>
                <a:lnTo>
                  <a:pt x="384" y="813"/>
                </a:lnTo>
                <a:lnTo>
                  <a:pt x="384" y="812"/>
                </a:lnTo>
                <a:lnTo>
                  <a:pt x="385" y="812"/>
                </a:lnTo>
                <a:lnTo>
                  <a:pt x="385" y="813"/>
                </a:lnTo>
                <a:lnTo>
                  <a:pt x="385" y="814"/>
                </a:lnTo>
                <a:lnTo>
                  <a:pt x="385" y="815"/>
                </a:lnTo>
                <a:lnTo>
                  <a:pt x="386" y="815"/>
                </a:lnTo>
                <a:lnTo>
                  <a:pt x="386" y="816"/>
                </a:lnTo>
                <a:lnTo>
                  <a:pt x="386" y="815"/>
                </a:lnTo>
                <a:lnTo>
                  <a:pt x="387" y="815"/>
                </a:lnTo>
                <a:lnTo>
                  <a:pt x="387" y="816"/>
                </a:lnTo>
                <a:lnTo>
                  <a:pt x="388" y="816"/>
                </a:lnTo>
                <a:lnTo>
                  <a:pt x="389" y="816"/>
                </a:lnTo>
                <a:lnTo>
                  <a:pt x="388" y="816"/>
                </a:lnTo>
                <a:lnTo>
                  <a:pt x="388" y="817"/>
                </a:lnTo>
                <a:lnTo>
                  <a:pt x="388" y="818"/>
                </a:lnTo>
                <a:lnTo>
                  <a:pt x="388" y="819"/>
                </a:lnTo>
                <a:lnTo>
                  <a:pt x="388" y="820"/>
                </a:lnTo>
                <a:lnTo>
                  <a:pt x="388" y="821"/>
                </a:lnTo>
                <a:lnTo>
                  <a:pt x="387" y="821"/>
                </a:lnTo>
                <a:lnTo>
                  <a:pt x="387" y="820"/>
                </a:lnTo>
                <a:lnTo>
                  <a:pt x="386" y="820"/>
                </a:lnTo>
                <a:lnTo>
                  <a:pt x="386" y="821"/>
                </a:lnTo>
                <a:lnTo>
                  <a:pt x="385" y="821"/>
                </a:lnTo>
                <a:lnTo>
                  <a:pt x="384" y="821"/>
                </a:lnTo>
                <a:lnTo>
                  <a:pt x="384" y="822"/>
                </a:lnTo>
                <a:lnTo>
                  <a:pt x="383" y="822"/>
                </a:lnTo>
                <a:lnTo>
                  <a:pt x="383" y="823"/>
                </a:lnTo>
                <a:lnTo>
                  <a:pt x="384" y="823"/>
                </a:lnTo>
                <a:lnTo>
                  <a:pt x="384" y="824"/>
                </a:lnTo>
                <a:lnTo>
                  <a:pt x="383" y="824"/>
                </a:lnTo>
                <a:lnTo>
                  <a:pt x="383" y="825"/>
                </a:lnTo>
                <a:lnTo>
                  <a:pt x="382" y="825"/>
                </a:lnTo>
                <a:lnTo>
                  <a:pt x="382" y="826"/>
                </a:lnTo>
                <a:lnTo>
                  <a:pt x="381" y="827"/>
                </a:lnTo>
                <a:lnTo>
                  <a:pt x="380" y="827"/>
                </a:lnTo>
                <a:lnTo>
                  <a:pt x="379" y="827"/>
                </a:lnTo>
                <a:lnTo>
                  <a:pt x="378" y="827"/>
                </a:lnTo>
                <a:lnTo>
                  <a:pt x="377" y="827"/>
                </a:lnTo>
                <a:lnTo>
                  <a:pt x="376" y="827"/>
                </a:lnTo>
                <a:lnTo>
                  <a:pt x="375" y="827"/>
                </a:lnTo>
                <a:lnTo>
                  <a:pt x="375" y="826"/>
                </a:lnTo>
                <a:lnTo>
                  <a:pt x="376" y="826"/>
                </a:lnTo>
                <a:lnTo>
                  <a:pt x="376" y="825"/>
                </a:lnTo>
                <a:lnTo>
                  <a:pt x="376" y="824"/>
                </a:lnTo>
                <a:lnTo>
                  <a:pt x="375" y="824"/>
                </a:lnTo>
                <a:lnTo>
                  <a:pt x="374" y="824"/>
                </a:lnTo>
                <a:lnTo>
                  <a:pt x="374" y="823"/>
                </a:lnTo>
                <a:lnTo>
                  <a:pt x="374" y="822"/>
                </a:lnTo>
                <a:lnTo>
                  <a:pt x="373" y="822"/>
                </a:lnTo>
                <a:lnTo>
                  <a:pt x="373" y="821"/>
                </a:lnTo>
                <a:lnTo>
                  <a:pt x="372" y="821"/>
                </a:lnTo>
                <a:lnTo>
                  <a:pt x="372" y="822"/>
                </a:lnTo>
                <a:lnTo>
                  <a:pt x="371" y="822"/>
                </a:lnTo>
                <a:lnTo>
                  <a:pt x="370" y="822"/>
                </a:lnTo>
                <a:lnTo>
                  <a:pt x="369" y="822"/>
                </a:lnTo>
                <a:lnTo>
                  <a:pt x="369" y="823"/>
                </a:lnTo>
                <a:lnTo>
                  <a:pt x="368" y="823"/>
                </a:lnTo>
                <a:lnTo>
                  <a:pt x="368" y="824"/>
                </a:lnTo>
                <a:lnTo>
                  <a:pt x="367" y="824"/>
                </a:lnTo>
                <a:lnTo>
                  <a:pt x="366" y="824"/>
                </a:lnTo>
                <a:lnTo>
                  <a:pt x="366" y="823"/>
                </a:lnTo>
                <a:lnTo>
                  <a:pt x="366" y="822"/>
                </a:lnTo>
                <a:lnTo>
                  <a:pt x="366" y="821"/>
                </a:lnTo>
                <a:lnTo>
                  <a:pt x="367" y="821"/>
                </a:lnTo>
                <a:lnTo>
                  <a:pt x="367" y="820"/>
                </a:lnTo>
                <a:lnTo>
                  <a:pt x="367" y="819"/>
                </a:lnTo>
                <a:lnTo>
                  <a:pt x="368" y="819"/>
                </a:lnTo>
                <a:lnTo>
                  <a:pt x="368" y="818"/>
                </a:lnTo>
                <a:lnTo>
                  <a:pt x="367" y="818"/>
                </a:lnTo>
                <a:lnTo>
                  <a:pt x="367" y="817"/>
                </a:lnTo>
                <a:lnTo>
                  <a:pt x="367" y="818"/>
                </a:lnTo>
                <a:lnTo>
                  <a:pt x="366" y="818"/>
                </a:lnTo>
                <a:lnTo>
                  <a:pt x="365" y="817"/>
                </a:lnTo>
                <a:lnTo>
                  <a:pt x="364" y="817"/>
                </a:lnTo>
                <a:lnTo>
                  <a:pt x="363" y="817"/>
                </a:lnTo>
                <a:lnTo>
                  <a:pt x="363" y="816"/>
                </a:lnTo>
                <a:lnTo>
                  <a:pt x="363" y="817"/>
                </a:lnTo>
                <a:lnTo>
                  <a:pt x="362" y="816"/>
                </a:lnTo>
                <a:lnTo>
                  <a:pt x="361" y="816"/>
                </a:lnTo>
                <a:lnTo>
                  <a:pt x="360" y="816"/>
                </a:lnTo>
                <a:lnTo>
                  <a:pt x="360" y="817"/>
                </a:lnTo>
                <a:lnTo>
                  <a:pt x="359" y="817"/>
                </a:lnTo>
                <a:lnTo>
                  <a:pt x="359" y="816"/>
                </a:lnTo>
                <a:lnTo>
                  <a:pt x="359" y="817"/>
                </a:lnTo>
                <a:lnTo>
                  <a:pt x="358" y="817"/>
                </a:lnTo>
                <a:lnTo>
                  <a:pt x="357" y="817"/>
                </a:lnTo>
                <a:lnTo>
                  <a:pt x="356" y="817"/>
                </a:lnTo>
                <a:lnTo>
                  <a:pt x="355" y="817"/>
                </a:lnTo>
                <a:lnTo>
                  <a:pt x="355" y="818"/>
                </a:lnTo>
                <a:lnTo>
                  <a:pt x="354" y="818"/>
                </a:lnTo>
                <a:lnTo>
                  <a:pt x="354" y="819"/>
                </a:lnTo>
                <a:lnTo>
                  <a:pt x="353" y="819"/>
                </a:lnTo>
                <a:lnTo>
                  <a:pt x="353" y="818"/>
                </a:lnTo>
                <a:lnTo>
                  <a:pt x="352" y="818"/>
                </a:lnTo>
                <a:lnTo>
                  <a:pt x="351" y="818"/>
                </a:lnTo>
                <a:lnTo>
                  <a:pt x="350" y="818"/>
                </a:lnTo>
                <a:lnTo>
                  <a:pt x="350" y="819"/>
                </a:lnTo>
                <a:lnTo>
                  <a:pt x="349" y="819"/>
                </a:lnTo>
                <a:lnTo>
                  <a:pt x="349" y="818"/>
                </a:lnTo>
                <a:lnTo>
                  <a:pt x="348" y="818"/>
                </a:lnTo>
                <a:lnTo>
                  <a:pt x="348" y="819"/>
                </a:lnTo>
                <a:lnTo>
                  <a:pt x="347" y="819"/>
                </a:lnTo>
                <a:lnTo>
                  <a:pt x="347" y="820"/>
                </a:lnTo>
                <a:lnTo>
                  <a:pt x="346" y="820"/>
                </a:lnTo>
                <a:lnTo>
                  <a:pt x="345" y="820"/>
                </a:lnTo>
                <a:lnTo>
                  <a:pt x="345" y="821"/>
                </a:lnTo>
                <a:lnTo>
                  <a:pt x="344" y="821"/>
                </a:lnTo>
                <a:lnTo>
                  <a:pt x="344" y="822"/>
                </a:lnTo>
                <a:lnTo>
                  <a:pt x="343" y="821"/>
                </a:lnTo>
                <a:lnTo>
                  <a:pt x="343" y="822"/>
                </a:lnTo>
                <a:lnTo>
                  <a:pt x="342" y="822"/>
                </a:lnTo>
                <a:lnTo>
                  <a:pt x="342" y="823"/>
                </a:lnTo>
                <a:lnTo>
                  <a:pt x="342" y="822"/>
                </a:lnTo>
                <a:lnTo>
                  <a:pt x="341" y="822"/>
                </a:lnTo>
                <a:lnTo>
                  <a:pt x="340" y="822"/>
                </a:lnTo>
                <a:lnTo>
                  <a:pt x="340" y="823"/>
                </a:lnTo>
                <a:lnTo>
                  <a:pt x="340" y="824"/>
                </a:lnTo>
                <a:lnTo>
                  <a:pt x="339" y="824"/>
                </a:lnTo>
                <a:lnTo>
                  <a:pt x="338" y="824"/>
                </a:lnTo>
                <a:lnTo>
                  <a:pt x="338" y="823"/>
                </a:lnTo>
                <a:lnTo>
                  <a:pt x="338" y="822"/>
                </a:lnTo>
                <a:lnTo>
                  <a:pt x="337" y="822"/>
                </a:lnTo>
                <a:lnTo>
                  <a:pt x="336" y="822"/>
                </a:lnTo>
                <a:lnTo>
                  <a:pt x="335" y="822"/>
                </a:lnTo>
                <a:lnTo>
                  <a:pt x="335" y="821"/>
                </a:lnTo>
                <a:lnTo>
                  <a:pt x="335" y="819"/>
                </a:lnTo>
                <a:lnTo>
                  <a:pt x="334" y="819"/>
                </a:lnTo>
                <a:lnTo>
                  <a:pt x="333" y="819"/>
                </a:lnTo>
                <a:lnTo>
                  <a:pt x="333" y="818"/>
                </a:lnTo>
                <a:lnTo>
                  <a:pt x="332" y="818"/>
                </a:lnTo>
                <a:lnTo>
                  <a:pt x="333" y="818"/>
                </a:lnTo>
                <a:lnTo>
                  <a:pt x="333" y="817"/>
                </a:lnTo>
                <a:lnTo>
                  <a:pt x="333" y="816"/>
                </a:lnTo>
                <a:lnTo>
                  <a:pt x="334" y="816"/>
                </a:lnTo>
                <a:lnTo>
                  <a:pt x="334" y="815"/>
                </a:lnTo>
                <a:lnTo>
                  <a:pt x="333" y="815"/>
                </a:lnTo>
                <a:lnTo>
                  <a:pt x="334" y="815"/>
                </a:lnTo>
                <a:lnTo>
                  <a:pt x="334" y="814"/>
                </a:lnTo>
                <a:lnTo>
                  <a:pt x="335" y="814"/>
                </a:lnTo>
                <a:lnTo>
                  <a:pt x="335" y="813"/>
                </a:lnTo>
                <a:lnTo>
                  <a:pt x="335" y="812"/>
                </a:lnTo>
                <a:lnTo>
                  <a:pt x="335" y="811"/>
                </a:lnTo>
                <a:lnTo>
                  <a:pt x="334" y="811"/>
                </a:lnTo>
                <a:lnTo>
                  <a:pt x="334" y="810"/>
                </a:lnTo>
                <a:lnTo>
                  <a:pt x="333" y="810"/>
                </a:lnTo>
                <a:lnTo>
                  <a:pt x="332" y="810"/>
                </a:lnTo>
                <a:lnTo>
                  <a:pt x="332" y="809"/>
                </a:lnTo>
                <a:lnTo>
                  <a:pt x="331" y="809"/>
                </a:lnTo>
                <a:lnTo>
                  <a:pt x="330" y="809"/>
                </a:lnTo>
                <a:lnTo>
                  <a:pt x="329" y="809"/>
                </a:lnTo>
                <a:lnTo>
                  <a:pt x="329" y="808"/>
                </a:lnTo>
                <a:lnTo>
                  <a:pt x="329" y="807"/>
                </a:lnTo>
                <a:lnTo>
                  <a:pt x="329" y="806"/>
                </a:lnTo>
                <a:lnTo>
                  <a:pt x="328" y="805"/>
                </a:lnTo>
                <a:lnTo>
                  <a:pt x="328" y="804"/>
                </a:lnTo>
                <a:lnTo>
                  <a:pt x="327" y="804"/>
                </a:lnTo>
                <a:lnTo>
                  <a:pt x="327" y="803"/>
                </a:lnTo>
                <a:lnTo>
                  <a:pt x="328" y="803"/>
                </a:lnTo>
                <a:lnTo>
                  <a:pt x="327" y="803"/>
                </a:lnTo>
                <a:lnTo>
                  <a:pt x="328" y="803"/>
                </a:lnTo>
                <a:lnTo>
                  <a:pt x="327" y="803"/>
                </a:lnTo>
                <a:lnTo>
                  <a:pt x="327" y="802"/>
                </a:lnTo>
                <a:lnTo>
                  <a:pt x="326" y="802"/>
                </a:lnTo>
                <a:lnTo>
                  <a:pt x="326" y="801"/>
                </a:lnTo>
                <a:lnTo>
                  <a:pt x="325" y="801"/>
                </a:lnTo>
                <a:lnTo>
                  <a:pt x="325" y="800"/>
                </a:lnTo>
                <a:lnTo>
                  <a:pt x="326" y="800"/>
                </a:lnTo>
                <a:lnTo>
                  <a:pt x="327" y="799"/>
                </a:lnTo>
                <a:lnTo>
                  <a:pt x="328" y="799"/>
                </a:lnTo>
                <a:lnTo>
                  <a:pt x="328" y="800"/>
                </a:lnTo>
                <a:lnTo>
                  <a:pt x="329" y="800"/>
                </a:lnTo>
                <a:lnTo>
                  <a:pt x="329" y="799"/>
                </a:lnTo>
                <a:lnTo>
                  <a:pt x="330" y="799"/>
                </a:lnTo>
                <a:lnTo>
                  <a:pt x="330" y="798"/>
                </a:lnTo>
                <a:lnTo>
                  <a:pt x="330" y="797"/>
                </a:lnTo>
                <a:lnTo>
                  <a:pt x="331" y="797"/>
                </a:lnTo>
                <a:lnTo>
                  <a:pt x="331" y="796"/>
                </a:lnTo>
                <a:lnTo>
                  <a:pt x="330" y="796"/>
                </a:lnTo>
                <a:lnTo>
                  <a:pt x="331" y="796"/>
                </a:lnTo>
                <a:lnTo>
                  <a:pt x="330" y="796"/>
                </a:lnTo>
                <a:lnTo>
                  <a:pt x="330" y="795"/>
                </a:lnTo>
                <a:lnTo>
                  <a:pt x="330" y="794"/>
                </a:lnTo>
                <a:lnTo>
                  <a:pt x="330" y="793"/>
                </a:lnTo>
                <a:lnTo>
                  <a:pt x="331" y="793"/>
                </a:lnTo>
                <a:lnTo>
                  <a:pt x="331" y="792"/>
                </a:lnTo>
                <a:lnTo>
                  <a:pt x="332" y="792"/>
                </a:lnTo>
                <a:lnTo>
                  <a:pt x="332" y="791"/>
                </a:lnTo>
                <a:lnTo>
                  <a:pt x="333" y="791"/>
                </a:lnTo>
                <a:lnTo>
                  <a:pt x="332" y="791"/>
                </a:lnTo>
                <a:lnTo>
                  <a:pt x="332" y="790"/>
                </a:lnTo>
                <a:lnTo>
                  <a:pt x="331" y="790"/>
                </a:lnTo>
                <a:lnTo>
                  <a:pt x="331" y="789"/>
                </a:lnTo>
                <a:lnTo>
                  <a:pt x="331" y="788"/>
                </a:lnTo>
                <a:lnTo>
                  <a:pt x="332" y="788"/>
                </a:lnTo>
                <a:lnTo>
                  <a:pt x="332" y="787"/>
                </a:lnTo>
                <a:lnTo>
                  <a:pt x="332" y="786"/>
                </a:lnTo>
                <a:lnTo>
                  <a:pt x="332" y="785"/>
                </a:lnTo>
                <a:lnTo>
                  <a:pt x="331" y="785"/>
                </a:lnTo>
                <a:lnTo>
                  <a:pt x="330" y="785"/>
                </a:lnTo>
                <a:lnTo>
                  <a:pt x="329" y="785"/>
                </a:lnTo>
                <a:lnTo>
                  <a:pt x="328" y="785"/>
                </a:lnTo>
                <a:lnTo>
                  <a:pt x="328" y="784"/>
                </a:lnTo>
                <a:lnTo>
                  <a:pt x="328" y="785"/>
                </a:lnTo>
                <a:lnTo>
                  <a:pt x="327" y="785"/>
                </a:lnTo>
                <a:lnTo>
                  <a:pt x="327" y="784"/>
                </a:lnTo>
                <a:lnTo>
                  <a:pt x="326" y="784"/>
                </a:lnTo>
                <a:lnTo>
                  <a:pt x="325" y="784"/>
                </a:lnTo>
                <a:lnTo>
                  <a:pt x="325" y="783"/>
                </a:lnTo>
                <a:lnTo>
                  <a:pt x="326" y="782"/>
                </a:lnTo>
                <a:lnTo>
                  <a:pt x="327" y="782"/>
                </a:lnTo>
                <a:lnTo>
                  <a:pt x="327" y="781"/>
                </a:lnTo>
                <a:lnTo>
                  <a:pt x="327" y="782"/>
                </a:lnTo>
                <a:lnTo>
                  <a:pt x="328" y="782"/>
                </a:lnTo>
                <a:lnTo>
                  <a:pt x="328" y="781"/>
                </a:lnTo>
                <a:lnTo>
                  <a:pt x="328" y="780"/>
                </a:lnTo>
                <a:lnTo>
                  <a:pt x="328" y="779"/>
                </a:lnTo>
                <a:lnTo>
                  <a:pt x="327" y="779"/>
                </a:lnTo>
                <a:lnTo>
                  <a:pt x="327" y="778"/>
                </a:lnTo>
                <a:lnTo>
                  <a:pt x="327" y="777"/>
                </a:lnTo>
                <a:lnTo>
                  <a:pt x="327" y="776"/>
                </a:lnTo>
                <a:lnTo>
                  <a:pt x="326" y="775"/>
                </a:lnTo>
                <a:lnTo>
                  <a:pt x="326" y="774"/>
                </a:lnTo>
                <a:lnTo>
                  <a:pt x="327" y="774"/>
                </a:lnTo>
                <a:lnTo>
                  <a:pt x="327" y="773"/>
                </a:lnTo>
                <a:lnTo>
                  <a:pt x="326" y="773"/>
                </a:lnTo>
                <a:lnTo>
                  <a:pt x="325" y="773"/>
                </a:lnTo>
                <a:lnTo>
                  <a:pt x="324" y="773"/>
                </a:lnTo>
                <a:lnTo>
                  <a:pt x="324" y="772"/>
                </a:lnTo>
                <a:lnTo>
                  <a:pt x="324" y="771"/>
                </a:lnTo>
                <a:lnTo>
                  <a:pt x="324" y="772"/>
                </a:lnTo>
                <a:lnTo>
                  <a:pt x="323" y="772"/>
                </a:lnTo>
                <a:lnTo>
                  <a:pt x="323" y="771"/>
                </a:lnTo>
                <a:lnTo>
                  <a:pt x="323" y="770"/>
                </a:lnTo>
                <a:lnTo>
                  <a:pt x="324" y="770"/>
                </a:lnTo>
                <a:lnTo>
                  <a:pt x="323" y="769"/>
                </a:lnTo>
                <a:lnTo>
                  <a:pt x="323" y="768"/>
                </a:lnTo>
                <a:lnTo>
                  <a:pt x="323" y="767"/>
                </a:lnTo>
                <a:lnTo>
                  <a:pt x="323" y="766"/>
                </a:lnTo>
                <a:lnTo>
                  <a:pt x="323" y="764"/>
                </a:lnTo>
                <a:lnTo>
                  <a:pt x="324" y="763"/>
                </a:lnTo>
                <a:lnTo>
                  <a:pt x="324" y="762"/>
                </a:lnTo>
                <a:lnTo>
                  <a:pt x="323" y="762"/>
                </a:lnTo>
                <a:lnTo>
                  <a:pt x="323" y="763"/>
                </a:lnTo>
                <a:lnTo>
                  <a:pt x="322" y="763"/>
                </a:lnTo>
                <a:lnTo>
                  <a:pt x="322" y="762"/>
                </a:lnTo>
                <a:lnTo>
                  <a:pt x="322" y="763"/>
                </a:lnTo>
                <a:lnTo>
                  <a:pt x="321" y="763"/>
                </a:lnTo>
                <a:lnTo>
                  <a:pt x="320" y="763"/>
                </a:lnTo>
                <a:lnTo>
                  <a:pt x="320" y="764"/>
                </a:lnTo>
                <a:lnTo>
                  <a:pt x="319" y="764"/>
                </a:lnTo>
                <a:lnTo>
                  <a:pt x="319" y="765"/>
                </a:lnTo>
                <a:lnTo>
                  <a:pt x="318" y="765"/>
                </a:lnTo>
                <a:lnTo>
                  <a:pt x="318" y="766"/>
                </a:lnTo>
                <a:lnTo>
                  <a:pt x="317" y="766"/>
                </a:lnTo>
                <a:lnTo>
                  <a:pt x="316" y="766"/>
                </a:lnTo>
                <a:lnTo>
                  <a:pt x="316" y="767"/>
                </a:lnTo>
                <a:lnTo>
                  <a:pt x="316" y="768"/>
                </a:lnTo>
                <a:lnTo>
                  <a:pt x="315" y="768"/>
                </a:lnTo>
                <a:lnTo>
                  <a:pt x="314" y="768"/>
                </a:lnTo>
                <a:lnTo>
                  <a:pt x="314" y="769"/>
                </a:lnTo>
                <a:lnTo>
                  <a:pt x="314" y="770"/>
                </a:lnTo>
                <a:lnTo>
                  <a:pt x="313" y="770"/>
                </a:lnTo>
                <a:lnTo>
                  <a:pt x="312" y="770"/>
                </a:lnTo>
                <a:lnTo>
                  <a:pt x="311" y="770"/>
                </a:lnTo>
                <a:lnTo>
                  <a:pt x="311" y="771"/>
                </a:lnTo>
                <a:lnTo>
                  <a:pt x="310" y="771"/>
                </a:lnTo>
                <a:lnTo>
                  <a:pt x="310" y="770"/>
                </a:lnTo>
                <a:lnTo>
                  <a:pt x="310" y="771"/>
                </a:lnTo>
                <a:lnTo>
                  <a:pt x="310" y="770"/>
                </a:lnTo>
                <a:lnTo>
                  <a:pt x="309" y="770"/>
                </a:lnTo>
                <a:lnTo>
                  <a:pt x="309" y="771"/>
                </a:lnTo>
                <a:lnTo>
                  <a:pt x="309" y="770"/>
                </a:lnTo>
                <a:lnTo>
                  <a:pt x="309" y="771"/>
                </a:lnTo>
                <a:lnTo>
                  <a:pt x="308" y="771"/>
                </a:lnTo>
                <a:lnTo>
                  <a:pt x="308" y="770"/>
                </a:lnTo>
                <a:lnTo>
                  <a:pt x="307" y="771"/>
                </a:lnTo>
                <a:lnTo>
                  <a:pt x="306" y="771"/>
                </a:lnTo>
                <a:lnTo>
                  <a:pt x="306" y="772"/>
                </a:lnTo>
                <a:lnTo>
                  <a:pt x="306" y="771"/>
                </a:lnTo>
                <a:lnTo>
                  <a:pt x="305" y="771"/>
                </a:lnTo>
                <a:lnTo>
                  <a:pt x="305" y="772"/>
                </a:lnTo>
                <a:lnTo>
                  <a:pt x="305" y="771"/>
                </a:lnTo>
                <a:lnTo>
                  <a:pt x="305" y="772"/>
                </a:lnTo>
                <a:lnTo>
                  <a:pt x="304" y="772"/>
                </a:lnTo>
                <a:lnTo>
                  <a:pt x="303" y="772"/>
                </a:lnTo>
                <a:lnTo>
                  <a:pt x="302" y="772"/>
                </a:lnTo>
                <a:lnTo>
                  <a:pt x="302" y="773"/>
                </a:lnTo>
                <a:lnTo>
                  <a:pt x="301" y="773"/>
                </a:lnTo>
                <a:lnTo>
                  <a:pt x="301" y="774"/>
                </a:lnTo>
                <a:lnTo>
                  <a:pt x="300" y="774"/>
                </a:lnTo>
                <a:lnTo>
                  <a:pt x="301" y="774"/>
                </a:lnTo>
                <a:lnTo>
                  <a:pt x="300" y="774"/>
                </a:lnTo>
                <a:lnTo>
                  <a:pt x="300" y="775"/>
                </a:lnTo>
                <a:lnTo>
                  <a:pt x="300" y="776"/>
                </a:lnTo>
                <a:lnTo>
                  <a:pt x="299" y="776"/>
                </a:lnTo>
                <a:lnTo>
                  <a:pt x="299" y="777"/>
                </a:lnTo>
                <a:lnTo>
                  <a:pt x="299" y="776"/>
                </a:lnTo>
                <a:lnTo>
                  <a:pt x="299" y="777"/>
                </a:lnTo>
                <a:lnTo>
                  <a:pt x="298" y="777"/>
                </a:lnTo>
                <a:lnTo>
                  <a:pt x="297" y="777"/>
                </a:lnTo>
                <a:lnTo>
                  <a:pt x="297" y="778"/>
                </a:lnTo>
                <a:lnTo>
                  <a:pt x="296" y="778"/>
                </a:lnTo>
                <a:lnTo>
                  <a:pt x="296" y="779"/>
                </a:lnTo>
                <a:lnTo>
                  <a:pt x="295" y="779"/>
                </a:lnTo>
                <a:lnTo>
                  <a:pt x="295" y="780"/>
                </a:lnTo>
                <a:lnTo>
                  <a:pt x="295" y="781"/>
                </a:lnTo>
                <a:lnTo>
                  <a:pt x="295" y="782"/>
                </a:lnTo>
                <a:lnTo>
                  <a:pt x="294" y="782"/>
                </a:lnTo>
                <a:lnTo>
                  <a:pt x="294" y="783"/>
                </a:lnTo>
                <a:lnTo>
                  <a:pt x="294" y="784"/>
                </a:lnTo>
                <a:lnTo>
                  <a:pt x="292" y="784"/>
                </a:lnTo>
                <a:lnTo>
                  <a:pt x="292" y="785"/>
                </a:lnTo>
                <a:lnTo>
                  <a:pt x="291" y="785"/>
                </a:lnTo>
                <a:lnTo>
                  <a:pt x="290" y="785"/>
                </a:lnTo>
                <a:lnTo>
                  <a:pt x="290" y="786"/>
                </a:lnTo>
                <a:lnTo>
                  <a:pt x="290" y="787"/>
                </a:lnTo>
                <a:lnTo>
                  <a:pt x="289" y="787"/>
                </a:lnTo>
                <a:lnTo>
                  <a:pt x="289" y="788"/>
                </a:lnTo>
                <a:lnTo>
                  <a:pt x="289" y="789"/>
                </a:lnTo>
                <a:lnTo>
                  <a:pt x="288" y="789"/>
                </a:lnTo>
                <a:lnTo>
                  <a:pt x="288" y="790"/>
                </a:lnTo>
                <a:lnTo>
                  <a:pt x="287" y="790"/>
                </a:lnTo>
                <a:lnTo>
                  <a:pt x="286" y="790"/>
                </a:lnTo>
                <a:lnTo>
                  <a:pt x="286" y="789"/>
                </a:lnTo>
                <a:lnTo>
                  <a:pt x="286" y="790"/>
                </a:lnTo>
                <a:lnTo>
                  <a:pt x="285" y="790"/>
                </a:lnTo>
                <a:lnTo>
                  <a:pt x="284" y="790"/>
                </a:lnTo>
                <a:lnTo>
                  <a:pt x="284" y="791"/>
                </a:lnTo>
                <a:lnTo>
                  <a:pt x="284" y="792"/>
                </a:lnTo>
                <a:lnTo>
                  <a:pt x="284" y="793"/>
                </a:lnTo>
                <a:lnTo>
                  <a:pt x="283" y="793"/>
                </a:lnTo>
                <a:lnTo>
                  <a:pt x="282" y="793"/>
                </a:lnTo>
                <a:lnTo>
                  <a:pt x="281" y="793"/>
                </a:lnTo>
                <a:lnTo>
                  <a:pt x="280" y="793"/>
                </a:lnTo>
                <a:lnTo>
                  <a:pt x="279" y="793"/>
                </a:lnTo>
                <a:lnTo>
                  <a:pt x="279" y="794"/>
                </a:lnTo>
                <a:lnTo>
                  <a:pt x="278" y="794"/>
                </a:lnTo>
                <a:lnTo>
                  <a:pt x="278" y="795"/>
                </a:lnTo>
                <a:lnTo>
                  <a:pt x="278" y="794"/>
                </a:lnTo>
                <a:lnTo>
                  <a:pt x="277" y="794"/>
                </a:lnTo>
                <a:lnTo>
                  <a:pt x="277" y="795"/>
                </a:lnTo>
                <a:lnTo>
                  <a:pt x="277" y="794"/>
                </a:lnTo>
                <a:lnTo>
                  <a:pt x="277" y="795"/>
                </a:lnTo>
                <a:lnTo>
                  <a:pt x="276" y="795"/>
                </a:lnTo>
                <a:lnTo>
                  <a:pt x="276" y="796"/>
                </a:lnTo>
                <a:lnTo>
                  <a:pt x="275" y="796"/>
                </a:lnTo>
                <a:lnTo>
                  <a:pt x="274" y="796"/>
                </a:lnTo>
                <a:lnTo>
                  <a:pt x="274" y="795"/>
                </a:lnTo>
                <a:lnTo>
                  <a:pt x="273" y="795"/>
                </a:lnTo>
                <a:lnTo>
                  <a:pt x="272" y="795"/>
                </a:lnTo>
                <a:lnTo>
                  <a:pt x="272" y="794"/>
                </a:lnTo>
                <a:lnTo>
                  <a:pt x="271" y="794"/>
                </a:lnTo>
                <a:lnTo>
                  <a:pt x="270" y="794"/>
                </a:lnTo>
                <a:lnTo>
                  <a:pt x="269" y="794"/>
                </a:lnTo>
                <a:lnTo>
                  <a:pt x="268" y="794"/>
                </a:lnTo>
                <a:lnTo>
                  <a:pt x="268" y="795"/>
                </a:lnTo>
                <a:lnTo>
                  <a:pt x="267" y="795"/>
                </a:lnTo>
                <a:lnTo>
                  <a:pt x="266" y="795"/>
                </a:lnTo>
                <a:lnTo>
                  <a:pt x="266" y="794"/>
                </a:lnTo>
                <a:lnTo>
                  <a:pt x="265" y="794"/>
                </a:lnTo>
                <a:lnTo>
                  <a:pt x="265" y="793"/>
                </a:lnTo>
                <a:lnTo>
                  <a:pt x="264" y="793"/>
                </a:lnTo>
                <a:lnTo>
                  <a:pt x="264" y="792"/>
                </a:lnTo>
                <a:lnTo>
                  <a:pt x="264" y="791"/>
                </a:lnTo>
                <a:lnTo>
                  <a:pt x="264" y="790"/>
                </a:lnTo>
                <a:lnTo>
                  <a:pt x="263" y="790"/>
                </a:lnTo>
                <a:lnTo>
                  <a:pt x="263" y="789"/>
                </a:lnTo>
                <a:lnTo>
                  <a:pt x="263" y="790"/>
                </a:lnTo>
                <a:lnTo>
                  <a:pt x="263" y="789"/>
                </a:lnTo>
                <a:lnTo>
                  <a:pt x="262" y="789"/>
                </a:lnTo>
                <a:lnTo>
                  <a:pt x="263" y="789"/>
                </a:lnTo>
                <a:lnTo>
                  <a:pt x="263" y="788"/>
                </a:lnTo>
                <a:lnTo>
                  <a:pt x="262" y="788"/>
                </a:lnTo>
                <a:lnTo>
                  <a:pt x="262" y="787"/>
                </a:lnTo>
                <a:lnTo>
                  <a:pt x="261" y="787"/>
                </a:lnTo>
                <a:lnTo>
                  <a:pt x="260" y="787"/>
                </a:lnTo>
                <a:lnTo>
                  <a:pt x="259" y="787"/>
                </a:lnTo>
                <a:lnTo>
                  <a:pt x="259" y="788"/>
                </a:lnTo>
                <a:lnTo>
                  <a:pt x="258" y="788"/>
                </a:lnTo>
                <a:lnTo>
                  <a:pt x="257" y="788"/>
                </a:lnTo>
                <a:lnTo>
                  <a:pt x="256" y="788"/>
                </a:lnTo>
                <a:lnTo>
                  <a:pt x="255" y="788"/>
                </a:lnTo>
                <a:lnTo>
                  <a:pt x="254" y="788"/>
                </a:lnTo>
                <a:lnTo>
                  <a:pt x="253" y="788"/>
                </a:lnTo>
                <a:lnTo>
                  <a:pt x="253" y="789"/>
                </a:lnTo>
                <a:lnTo>
                  <a:pt x="253" y="790"/>
                </a:lnTo>
                <a:lnTo>
                  <a:pt x="252" y="790"/>
                </a:lnTo>
                <a:lnTo>
                  <a:pt x="252" y="791"/>
                </a:lnTo>
                <a:lnTo>
                  <a:pt x="251" y="791"/>
                </a:lnTo>
                <a:lnTo>
                  <a:pt x="251" y="792"/>
                </a:lnTo>
                <a:lnTo>
                  <a:pt x="250" y="792"/>
                </a:lnTo>
                <a:lnTo>
                  <a:pt x="250" y="793"/>
                </a:lnTo>
                <a:lnTo>
                  <a:pt x="249" y="793"/>
                </a:lnTo>
                <a:lnTo>
                  <a:pt x="248" y="793"/>
                </a:lnTo>
                <a:lnTo>
                  <a:pt x="248" y="792"/>
                </a:lnTo>
                <a:lnTo>
                  <a:pt x="248" y="793"/>
                </a:lnTo>
                <a:lnTo>
                  <a:pt x="247" y="793"/>
                </a:lnTo>
                <a:lnTo>
                  <a:pt x="247" y="794"/>
                </a:lnTo>
                <a:lnTo>
                  <a:pt x="246" y="794"/>
                </a:lnTo>
                <a:lnTo>
                  <a:pt x="245" y="794"/>
                </a:lnTo>
                <a:lnTo>
                  <a:pt x="244" y="794"/>
                </a:lnTo>
                <a:lnTo>
                  <a:pt x="243" y="794"/>
                </a:lnTo>
                <a:lnTo>
                  <a:pt x="243" y="793"/>
                </a:lnTo>
                <a:lnTo>
                  <a:pt x="243" y="792"/>
                </a:lnTo>
                <a:lnTo>
                  <a:pt x="242" y="792"/>
                </a:lnTo>
                <a:lnTo>
                  <a:pt x="242" y="791"/>
                </a:lnTo>
                <a:lnTo>
                  <a:pt x="242" y="790"/>
                </a:lnTo>
                <a:lnTo>
                  <a:pt x="241" y="790"/>
                </a:lnTo>
                <a:lnTo>
                  <a:pt x="241" y="789"/>
                </a:lnTo>
                <a:lnTo>
                  <a:pt x="240" y="789"/>
                </a:lnTo>
                <a:lnTo>
                  <a:pt x="239" y="789"/>
                </a:lnTo>
                <a:lnTo>
                  <a:pt x="239" y="790"/>
                </a:lnTo>
                <a:lnTo>
                  <a:pt x="238" y="790"/>
                </a:lnTo>
                <a:lnTo>
                  <a:pt x="238" y="791"/>
                </a:lnTo>
                <a:lnTo>
                  <a:pt x="238" y="792"/>
                </a:lnTo>
                <a:lnTo>
                  <a:pt x="237" y="792"/>
                </a:lnTo>
                <a:lnTo>
                  <a:pt x="237" y="791"/>
                </a:lnTo>
                <a:lnTo>
                  <a:pt x="236" y="791"/>
                </a:lnTo>
                <a:lnTo>
                  <a:pt x="235" y="791"/>
                </a:lnTo>
                <a:lnTo>
                  <a:pt x="235" y="790"/>
                </a:lnTo>
                <a:lnTo>
                  <a:pt x="234" y="790"/>
                </a:lnTo>
                <a:lnTo>
                  <a:pt x="234" y="789"/>
                </a:lnTo>
                <a:lnTo>
                  <a:pt x="234" y="788"/>
                </a:lnTo>
                <a:lnTo>
                  <a:pt x="234" y="787"/>
                </a:lnTo>
                <a:lnTo>
                  <a:pt x="234" y="786"/>
                </a:lnTo>
                <a:lnTo>
                  <a:pt x="233" y="786"/>
                </a:lnTo>
                <a:lnTo>
                  <a:pt x="234" y="786"/>
                </a:lnTo>
                <a:lnTo>
                  <a:pt x="234" y="785"/>
                </a:lnTo>
                <a:lnTo>
                  <a:pt x="234" y="784"/>
                </a:lnTo>
                <a:lnTo>
                  <a:pt x="234" y="783"/>
                </a:lnTo>
                <a:lnTo>
                  <a:pt x="233" y="783"/>
                </a:lnTo>
                <a:lnTo>
                  <a:pt x="233" y="782"/>
                </a:lnTo>
                <a:lnTo>
                  <a:pt x="232" y="782"/>
                </a:lnTo>
                <a:lnTo>
                  <a:pt x="232" y="781"/>
                </a:lnTo>
                <a:lnTo>
                  <a:pt x="233" y="781"/>
                </a:lnTo>
                <a:lnTo>
                  <a:pt x="233" y="780"/>
                </a:lnTo>
                <a:lnTo>
                  <a:pt x="234" y="780"/>
                </a:lnTo>
                <a:lnTo>
                  <a:pt x="234" y="779"/>
                </a:lnTo>
                <a:lnTo>
                  <a:pt x="235" y="779"/>
                </a:lnTo>
                <a:lnTo>
                  <a:pt x="235" y="778"/>
                </a:lnTo>
                <a:lnTo>
                  <a:pt x="235" y="777"/>
                </a:lnTo>
                <a:lnTo>
                  <a:pt x="236" y="777"/>
                </a:lnTo>
                <a:lnTo>
                  <a:pt x="236" y="776"/>
                </a:lnTo>
                <a:lnTo>
                  <a:pt x="236" y="775"/>
                </a:lnTo>
                <a:lnTo>
                  <a:pt x="237" y="775"/>
                </a:lnTo>
                <a:lnTo>
                  <a:pt x="237" y="776"/>
                </a:lnTo>
                <a:lnTo>
                  <a:pt x="238" y="776"/>
                </a:lnTo>
                <a:lnTo>
                  <a:pt x="238" y="775"/>
                </a:lnTo>
                <a:lnTo>
                  <a:pt x="238" y="774"/>
                </a:lnTo>
                <a:lnTo>
                  <a:pt x="237" y="774"/>
                </a:lnTo>
                <a:lnTo>
                  <a:pt x="237" y="773"/>
                </a:lnTo>
                <a:lnTo>
                  <a:pt x="237" y="772"/>
                </a:lnTo>
                <a:lnTo>
                  <a:pt x="236" y="772"/>
                </a:lnTo>
                <a:lnTo>
                  <a:pt x="236" y="771"/>
                </a:lnTo>
                <a:lnTo>
                  <a:pt x="235" y="771"/>
                </a:lnTo>
                <a:lnTo>
                  <a:pt x="234" y="771"/>
                </a:lnTo>
                <a:lnTo>
                  <a:pt x="234" y="770"/>
                </a:lnTo>
                <a:lnTo>
                  <a:pt x="233" y="770"/>
                </a:lnTo>
                <a:lnTo>
                  <a:pt x="233" y="771"/>
                </a:lnTo>
                <a:lnTo>
                  <a:pt x="232" y="771"/>
                </a:lnTo>
                <a:lnTo>
                  <a:pt x="232" y="770"/>
                </a:lnTo>
                <a:lnTo>
                  <a:pt x="231" y="770"/>
                </a:lnTo>
                <a:lnTo>
                  <a:pt x="231" y="771"/>
                </a:lnTo>
                <a:lnTo>
                  <a:pt x="230" y="771"/>
                </a:lnTo>
                <a:lnTo>
                  <a:pt x="229" y="771"/>
                </a:lnTo>
                <a:lnTo>
                  <a:pt x="228" y="772"/>
                </a:lnTo>
                <a:lnTo>
                  <a:pt x="227" y="773"/>
                </a:lnTo>
                <a:lnTo>
                  <a:pt x="227" y="774"/>
                </a:lnTo>
                <a:lnTo>
                  <a:pt x="227" y="773"/>
                </a:lnTo>
                <a:lnTo>
                  <a:pt x="226" y="773"/>
                </a:lnTo>
                <a:lnTo>
                  <a:pt x="225" y="773"/>
                </a:lnTo>
                <a:lnTo>
                  <a:pt x="225" y="772"/>
                </a:lnTo>
                <a:lnTo>
                  <a:pt x="226" y="772"/>
                </a:lnTo>
                <a:lnTo>
                  <a:pt x="226" y="771"/>
                </a:lnTo>
                <a:lnTo>
                  <a:pt x="225" y="771"/>
                </a:lnTo>
                <a:lnTo>
                  <a:pt x="224" y="771"/>
                </a:lnTo>
                <a:lnTo>
                  <a:pt x="223" y="771"/>
                </a:lnTo>
                <a:lnTo>
                  <a:pt x="223" y="770"/>
                </a:lnTo>
                <a:lnTo>
                  <a:pt x="223" y="771"/>
                </a:lnTo>
                <a:lnTo>
                  <a:pt x="223" y="770"/>
                </a:lnTo>
                <a:lnTo>
                  <a:pt x="222" y="770"/>
                </a:lnTo>
                <a:lnTo>
                  <a:pt x="222" y="769"/>
                </a:lnTo>
                <a:lnTo>
                  <a:pt x="221" y="769"/>
                </a:lnTo>
                <a:lnTo>
                  <a:pt x="221" y="768"/>
                </a:lnTo>
                <a:lnTo>
                  <a:pt x="221" y="767"/>
                </a:lnTo>
                <a:lnTo>
                  <a:pt x="220" y="767"/>
                </a:lnTo>
                <a:lnTo>
                  <a:pt x="220" y="766"/>
                </a:lnTo>
                <a:lnTo>
                  <a:pt x="220" y="765"/>
                </a:lnTo>
                <a:lnTo>
                  <a:pt x="220" y="764"/>
                </a:lnTo>
                <a:lnTo>
                  <a:pt x="220" y="763"/>
                </a:lnTo>
                <a:lnTo>
                  <a:pt x="219" y="763"/>
                </a:lnTo>
                <a:lnTo>
                  <a:pt x="219" y="762"/>
                </a:lnTo>
                <a:lnTo>
                  <a:pt x="219" y="761"/>
                </a:lnTo>
                <a:lnTo>
                  <a:pt x="219" y="760"/>
                </a:lnTo>
                <a:lnTo>
                  <a:pt x="218" y="760"/>
                </a:lnTo>
                <a:lnTo>
                  <a:pt x="218" y="759"/>
                </a:lnTo>
                <a:lnTo>
                  <a:pt x="218" y="758"/>
                </a:lnTo>
                <a:lnTo>
                  <a:pt x="218" y="757"/>
                </a:lnTo>
                <a:lnTo>
                  <a:pt x="218" y="756"/>
                </a:lnTo>
                <a:lnTo>
                  <a:pt x="218" y="755"/>
                </a:lnTo>
                <a:lnTo>
                  <a:pt x="218" y="753"/>
                </a:lnTo>
                <a:lnTo>
                  <a:pt x="219" y="753"/>
                </a:lnTo>
                <a:lnTo>
                  <a:pt x="219" y="752"/>
                </a:lnTo>
                <a:lnTo>
                  <a:pt x="219" y="751"/>
                </a:lnTo>
                <a:lnTo>
                  <a:pt x="219" y="749"/>
                </a:lnTo>
                <a:lnTo>
                  <a:pt x="220" y="749"/>
                </a:lnTo>
                <a:lnTo>
                  <a:pt x="220" y="748"/>
                </a:lnTo>
                <a:lnTo>
                  <a:pt x="221" y="748"/>
                </a:lnTo>
                <a:lnTo>
                  <a:pt x="221" y="747"/>
                </a:lnTo>
                <a:lnTo>
                  <a:pt x="221" y="746"/>
                </a:lnTo>
                <a:lnTo>
                  <a:pt x="221" y="745"/>
                </a:lnTo>
                <a:lnTo>
                  <a:pt x="222" y="745"/>
                </a:lnTo>
                <a:lnTo>
                  <a:pt x="222" y="744"/>
                </a:lnTo>
                <a:lnTo>
                  <a:pt x="222" y="743"/>
                </a:lnTo>
                <a:lnTo>
                  <a:pt x="223" y="743"/>
                </a:lnTo>
                <a:lnTo>
                  <a:pt x="223" y="742"/>
                </a:lnTo>
                <a:lnTo>
                  <a:pt x="222" y="742"/>
                </a:lnTo>
                <a:lnTo>
                  <a:pt x="222" y="741"/>
                </a:lnTo>
                <a:lnTo>
                  <a:pt x="222" y="740"/>
                </a:lnTo>
                <a:lnTo>
                  <a:pt x="221" y="740"/>
                </a:lnTo>
                <a:lnTo>
                  <a:pt x="221" y="739"/>
                </a:lnTo>
                <a:lnTo>
                  <a:pt x="220" y="739"/>
                </a:lnTo>
                <a:lnTo>
                  <a:pt x="220" y="738"/>
                </a:lnTo>
                <a:lnTo>
                  <a:pt x="219" y="738"/>
                </a:lnTo>
                <a:lnTo>
                  <a:pt x="219" y="737"/>
                </a:lnTo>
                <a:lnTo>
                  <a:pt x="219" y="736"/>
                </a:lnTo>
                <a:lnTo>
                  <a:pt x="219" y="735"/>
                </a:lnTo>
                <a:lnTo>
                  <a:pt x="220" y="735"/>
                </a:lnTo>
                <a:lnTo>
                  <a:pt x="220" y="734"/>
                </a:lnTo>
                <a:lnTo>
                  <a:pt x="219" y="734"/>
                </a:lnTo>
                <a:lnTo>
                  <a:pt x="218" y="734"/>
                </a:lnTo>
                <a:lnTo>
                  <a:pt x="217" y="734"/>
                </a:lnTo>
                <a:lnTo>
                  <a:pt x="217" y="733"/>
                </a:lnTo>
                <a:lnTo>
                  <a:pt x="216" y="733"/>
                </a:lnTo>
                <a:lnTo>
                  <a:pt x="216" y="734"/>
                </a:lnTo>
                <a:lnTo>
                  <a:pt x="216" y="733"/>
                </a:lnTo>
                <a:lnTo>
                  <a:pt x="216" y="734"/>
                </a:lnTo>
                <a:lnTo>
                  <a:pt x="215" y="734"/>
                </a:lnTo>
                <a:lnTo>
                  <a:pt x="214" y="733"/>
                </a:lnTo>
                <a:lnTo>
                  <a:pt x="213" y="733"/>
                </a:lnTo>
                <a:lnTo>
                  <a:pt x="213" y="732"/>
                </a:lnTo>
                <a:lnTo>
                  <a:pt x="212" y="732"/>
                </a:lnTo>
                <a:lnTo>
                  <a:pt x="212" y="733"/>
                </a:lnTo>
                <a:lnTo>
                  <a:pt x="212" y="732"/>
                </a:lnTo>
                <a:lnTo>
                  <a:pt x="212" y="733"/>
                </a:lnTo>
                <a:lnTo>
                  <a:pt x="211" y="733"/>
                </a:lnTo>
                <a:lnTo>
                  <a:pt x="210" y="733"/>
                </a:lnTo>
                <a:lnTo>
                  <a:pt x="210" y="734"/>
                </a:lnTo>
                <a:lnTo>
                  <a:pt x="211" y="735"/>
                </a:lnTo>
                <a:lnTo>
                  <a:pt x="212" y="735"/>
                </a:lnTo>
                <a:lnTo>
                  <a:pt x="212" y="736"/>
                </a:lnTo>
                <a:lnTo>
                  <a:pt x="211" y="736"/>
                </a:lnTo>
                <a:lnTo>
                  <a:pt x="211" y="737"/>
                </a:lnTo>
                <a:lnTo>
                  <a:pt x="210" y="737"/>
                </a:lnTo>
                <a:lnTo>
                  <a:pt x="209" y="737"/>
                </a:lnTo>
                <a:lnTo>
                  <a:pt x="208" y="737"/>
                </a:lnTo>
                <a:lnTo>
                  <a:pt x="208" y="736"/>
                </a:lnTo>
                <a:lnTo>
                  <a:pt x="207" y="736"/>
                </a:lnTo>
                <a:lnTo>
                  <a:pt x="207" y="735"/>
                </a:lnTo>
                <a:lnTo>
                  <a:pt x="206" y="735"/>
                </a:lnTo>
                <a:lnTo>
                  <a:pt x="206" y="734"/>
                </a:lnTo>
                <a:lnTo>
                  <a:pt x="205" y="734"/>
                </a:lnTo>
                <a:lnTo>
                  <a:pt x="204" y="734"/>
                </a:lnTo>
                <a:lnTo>
                  <a:pt x="203" y="734"/>
                </a:lnTo>
                <a:lnTo>
                  <a:pt x="202" y="734"/>
                </a:lnTo>
                <a:lnTo>
                  <a:pt x="202" y="733"/>
                </a:lnTo>
                <a:lnTo>
                  <a:pt x="201" y="733"/>
                </a:lnTo>
                <a:lnTo>
                  <a:pt x="201" y="732"/>
                </a:lnTo>
                <a:lnTo>
                  <a:pt x="201" y="733"/>
                </a:lnTo>
                <a:lnTo>
                  <a:pt x="201" y="732"/>
                </a:lnTo>
                <a:lnTo>
                  <a:pt x="200" y="732"/>
                </a:lnTo>
                <a:lnTo>
                  <a:pt x="199" y="732"/>
                </a:lnTo>
                <a:lnTo>
                  <a:pt x="199" y="733"/>
                </a:lnTo>
                <a:lnTo>
                  <a:pt x="198" y="733"/>
                </a:lnTo>
                <a:lnTo>
                  <a:pt x="197" y="733"/>
                </a:lnTo>
                <a:lnTo>
                  <a:pt x="197" y="734"/>
                </a:lnTo>
                <a:lnTo>
                  <a:pt x="198" y="734"/>
                </a:lnTo>
                <a:lnTo>
                  <a:pt x="197" y="734"/>
                </a:lnTo>
                <a:lnTo>
                  <a:pt x="197" y="735"/>
                </a:lnTo>
                <a:lnTo>
                  <a:pt x="198" y="735"/>
                </a:lnTo>
                <a:lnTo>
                  <a:pt x="197" y="735"/>
                </a:lnTo>
                <a:lnTo>
                  <a:pt x="197" y="736"/>
                </a:lnTo>
                <a:lnTo>
                  <a:pt x="196" y="736"/>
                </a:lnTo>
                <a:lnTo>
                  <a:pt x="196" y="735"/>
                </a:lnTo>
                <a:lnTo>
                  <a:pt x="196" y="736"/>
                </a:lnTo>
                <a:lnTo>
                  <a:pt x="196" y="735"/>
                </a:lnTo>
                <a:lnTo>
                  <a:pt x="196" y="736"/>
                </a:lnTo>
                <a:lnTo>
                  <a:pt x="195" y="735"/>
                </a:lnTo>
                <a:lnTo>
                  <a:pt x="195" y="734"/>
                </a:lnTo>
                <a:lnTo>
                  <a:pt x="195" y="733"/>
                </a:lnTo>
                <a:lnTo>
                  <a:pt x="195" y="732"/>
                </a:lnTo>
                <a:lnTo>
                  <a:pt x="194" y="732"/>
                </a:lnTo>
                <a:lnTo>
                  <a:pt x="193" y="732"/>
                </a:lnTo>
                <a:lnTo>
                  <a:pt x="193" y="731"/>
                </a:lnTo>
                <a:lnTo>
                  <a:pt x="192" y="731"/>
                </a:lnTo>
                <a:lnTo>
                  <a:pt x="192" y="730"/>
                </a:lnTo>
                <a:lnTo>
                  <a:pt x="191" y="730"/>
                </a:lnTo>
                <a:lnTo>
                  <a:pt x="191" y="729"/>
                </a:lnTo>
                <a:lnTo>
                  <a:pt x="190" y="729"/>
                </a:lnTo>
                <a:lnTo>
                  <a:pt x="189" y="729"/>
                </a:lnTo>
                <a:lnTo>
                  <a:pt x="189" y="730"/>
                </a:lnTo>
                <a:lnTo>
                  <a:pt x="188" y="730"/>
                </a:lnTo>
                <a:lnTo>
                  <a:pt x="188" y="729"/>
                </a:lnTo>
                <a:lnTo>
                  <a:pt x="187" y="729"/>
                </a:lnTo>
                <a:lnTo>
                  <a:pt x="187" y="728"/>
                </a:lnTo>
                <a:lnTo>
                  <a:pt x="186" y="728"/>
                </a:lnTo>
                <a:lnTo>
                  <a:pt x="185" y="728"/>
                </a:lnTo>
                <a:lnTo>
                  <a:pt x="185" y="729"/>
                </a:lnTo>
                <a:lnTo>
                  <a:pt x="184" y="729"/>
                </a:lnTo>
                <a:lnTo>
                  <a:pt x="184" y="728"/>
                </a:lnTo>
                <a:lnTo>
                  <a:pt x="183" y="728"/>
                </a:lnTo>
                <a:lnTo>
                  <a:pt x="183" y="729"/>
                </a:lnTo>
                <a:lnTo>
                  <a:pt x="182" y="729"/>
                </a:lnTo>
                <a:lnTo>
                  <a:pt x="182" y="728"/>
                </a:lnTo>
                <a:lnTo>
                  <a:pt x="181" y="728"/>
                </a:lnTo>
                <a:lnTo>
                  <a:pt x="181" y="729"/>
                </a:lnTo>
                <a:lnTo>
                  <a:pt x="180" y="729"/>
                </a:lnTo>
                <a:lnTo>
                  <a:pt x="180" y="730"/>
                </a:lnTo>
                <a:lnTo>
                  <a:pt x="180" y="729"/>
                </a:lnTo>
                <a:lnTo>
                  <a:pt x="179" y="729"/>
                </a:lnTo>
                <a:lnTo>
                  <a:pt x="178" y="728"/>
                </a:lnTo>
                <a:lnTo>
                  <a:pt x="177" y="728"/>
                </a:lnTo>
                <a:lnTo>
                  <a:pt x="178" y="728"/>
                </a:lnTo>
                <a:lnTo>
                  <a:pt x="177" y="728"/>
                </a:lnTo>
                <a:lnTo>
                  <a:pt x="177" y="727"/>
                </a:lnTo>
                <a:lnTo>
                  <a:pt x="176" y="727"/>
                </a:lnTo>
                <a:lnTo>
                  <a:pt x="176" y="726"/>
                </a:lnTo>
                <a:lnTo>
                  <a:pt x="175" y="726"/>
                </a:lnTo>
                <a:lnTo>
                  <a:pt x="174" y="726"/>
                </a:lnTo>
                <a:lnTo>
                  <a:pt x="174" y="727"/>
                </a:lnTo>
                <a:lnTo>
                  <a:pt x="174" y="728"/>
                </a:lnTo>
                <a:lnTo>
                  <a:pt x="173" y="728"/>
                </a:lnTo>
                <a:lnTo>
                  <a:pt x="172" y="728"/>
                </a:lnTo>
                <a:lnTo>
                  <a:pt x="172" y="729"/>
                </a:lnTo>
                <a:lnTo>
                  <a:pt x="171" y="729"/>
                </a:lnTo>
                <a:lnTo>
                  <a:pt x="171" y="728"/>
                </a:lnTo>
                <a:lnTo>
                  <a:pt x="171" y="729"/>
                </a:lnTo>
                <a:lnTo>
                  <a:pt x="170" y="729"/>
                </a:lnTo>
                <a:lnTo>
                  <a:pt x="169" y="729"/>
                </a:lnTo>
                <a:lnTo>
                  <a:pt x="169" y="730"/>
                </a:lnTo>
                <a:lnTo>
                  <a:pt x="169" y="729"/>
                </a:lnTo>
                <a:lnTo>
                  <a:pt x="169" y="730"/>
                </a:lnTo>
                <a:lnTo>
                  <a:pt x="168" y="730"/>
                </a:lnTo>
                <a:lnTo>
                  <a:pt x="168" y="729"/>
                </a:lnTo>
                <a:lnTo>
                  <a:pt x="167" y="729"/>
                </a:lnTo>
                <a:lnTo>
                  <a:pt x="166" y="729"/>
                </a:lnTo>
                <a:lnTo>
                  <a:pt x="165" y="729"/>
                </a:lnTo>
                <a:lnTo>
                  <a:pt x="165" y="730"/>
                </a:lnTo>
                <a:lnTo>
                  <a:pt x="164" y="730"/>
                </a:lnTo>
                <a:lnTo>
                  <a:pt x="163" y="730"/>
                </a:lnTo>
                <a:lnTo>
                  <a:pt x="163" y="729"/>
                </a:lnTo>
                <a:lnTo>
                  <a:pt x="163" y="730"/>
                </a:lnTo>
                <a:lnTo>
                  <a:pt x="162" y="730"/>
                </a:lnTo>
                <a:lnTo>
                  <a:pt x="161" y="730"/>
                </a:lnTo>
                <a:lnTo>
                  <a:pt x="161" y="729"/>
                </a:lnTo>
                <a:lnTo>
                  <a:pt x="160" y="729"/>
                </a:lnTo>
                <a:lnTo>
                  <a:pt x="159" y="729"/>
                </a:lnTo>
                <a:lnTo>
                  <a:pt x="159" y="728"/>
                </a:lnTo>
                <a:lnTo>
                  <a:pt x="158" y="728"/>
                </a:lnTo>
                <a:lnTo>
                  <a:pt x="158" y="729"/>
                </a:lnTo>
                <a:lnTo>
                  <a:pt x="157" y="729"/>
                </a:lnTo>
                <a:lnTo>
                  <a:pt x="156" y="729"/>
                </a:lnTo>
                <a:lnTo>
                  <a:pt x="156" y="728"/>
                </a:lnTo>
                <a:lnTo>
                  <a:pt x="155" y="728"/>
                </a:lnTo>
                <a:lnTo>
                  <a:pt x="154" y="728"/>
                </a:lnTo>
                <a:lnTo>
                  <a:pt x="153" y="728"/>
                </a:lnTo>
                <a:lnTo>
                  <a:pt x="153" y="727"/>
                </a:lnTo>
                <a:lnTo>
                  <a:pt x="153" y="728"/>
                </a:lnTo>
                <a:lnTo>
                  <a:pt x="153" y="727"/>
                </a:lnTo>
                <a:lnTo>
                  <a:pt x="152" y="727"/>
                </a:lnTo>
                <a:lnTo>
                  <a:pt x="152" y="726"/>
                </a:lnTo>
                <a:lnTo>
                  <a:pt x="151" y="726"/>
                </a:lnTo>
                <a:lnTo>
                  <a:pt x="151" y="727"/>
                </a:lnTo>
                <a:lnTo>
                  <a:pt x="151" y="726"/>
                </a:lnTo>
                <a:lnTo>
                  <a:pt x="150" y="726"/>
                </a:lnTo>
                <a:lnTo>
                  <a:pt x="150" y="725"/>
                </a:lnTo>
                <a:lnTo>
                  <a:pt x="149" y="725"/>
                </a:lnTo>
                <a:lnTo>
                  <a:pt x="148" y="725"/>
                </a:lnTo>
                <a:lnTo>
                  <a:pt x="148" y="724"/>
                </a:lnTo>
                <a:lnTo>
                  <a:pt x="147" y="724"/>
                </a:lnTo>
                <a:lnTo>
                  <a:pt x="147" y="723"/>
                </a:lnTo>
                <a:lnTo>
                  <a:pt x="146" y="723"/>
                </a:lnTo>
                <a:lnTo>
                  <a:pt x="147" y="723"/>
                </a:lnTo>
                <a:lnTo>
                  <a:pt x="147" y="722"/>
                </a:lnTo>
                <a:lnTo>
                  <a:pt x="147" y="723"/>
                </a:lnTo>
                <a:lnTo>
                  <a:pt x="148" y="723"/>
                </a:lnTo>
                <a:lnTo>
                  <a:pt x="148" y="722"/>
                </a:lnTo>
                <a:lnTo>
                  <a:pt x="148" y="723"/>
                </a:lnTo>
                <a:lnTo>
                  <a:pt x="149" y="723"/>
                </a:lnTo>
                <a:lnTo>
                  <a:pt x="150" y="723"/>
                </a:lnTo>
                <a:lnTo>
                  <a:pt x="150" y="722"/>
                </a:lnTo>
                <a:lnTo>
                  <a:pt x="151" y="722"/>
                </a:lnTo>
                <a:lnTo>
                  <a:pt x="150" y="722"/>
                </a:lnTo>
                <a:lnTo>
                  <a:pt x="149" y="722"/>
                </a:lnTo>
                <a:lnTo>
                  <a:pt x="148" y="721"/>
                </a:lnTo>
                <a:lnTo>
                  <a:pt x="149" y="721"/>
                </a:lnTo>
                <a:lnTo>
                  <a:pt x="148" y="721"/>
                </a:lnTo>
                <a:lnTo>
                  <a:pt x="148" y="720"/>
                </a:lnTo>
                <a:lnTo>
                  <a:pt x="149" y="720"/>
                </a:lnTo>
                <a:lnTo>
                  <a:pt x="149" y="719"/>
                </a:lnTo>
                <a:lnTo>
                  <a:pt x="150" y="719"/>
                </a:lnTo>
                <a:lnTo>
                  <a:pt x="150" y="718"/>
                </a:lnTo>
                <a:lnTo>
                  <a:pt x="150" y="719"/>
                </a:lnTo>
                <a:lnTo>
                  <a:pt x="150" y="718"/>
                </a:lnTo>
                <a:lnTo>
                  <a:pt x="150" y="717"/>
                </a:lnTo>
                <a:lnTo>
                  <a:pt x="151" y="717"/>
                </a:lnTo>
                <a:lnTo>
                  <a:pt x="151" y="716"/>
                </a:lnTo>
                <a:lnTo>
                  <a:pt x="152" y="716"/>
                </a:lnTo>
                <a:lnTo>
                  <a:pt x="153" y="716"/>
                </a:lnTo>
                <a:lnTo>
                  <a:pt x="153" y="715"/>
                </a:lnTo>
                <a:lnTo>
                  <a:pt x="153" y="714"/>
                </a:lnTo>
                <a:lnTo>
                  <a:pt x="154" y="714"/>
                </a:lnTo>
                <a:lnTo>
                  <a:pt x="154" y="713"/>
                </a:lnTo>
                <a:lnTo>
                  <a:pt x="153" y="713"/>
                </a:lnTo>
                <a:lnTo>
                  <a:pt x="153" y="712"/>
                </a:lnTo>
                <a:lnTo>
                  <a:pt x="153" y="711"/>
                </a:lnTo>
                <a:lnTo>
                  <a:pt x="154" y="711"/>
                </a:lnTo>
                <a:lnTo>
                  <a:pt x="154" y="710"/>
                </a:lnTo>
                <a:lnTo>
                  <a:pt x="153" y="710"/>
                </a:lnTo>
                <a:lnTo>
                  <a:pt x="153" y="709"/>
                </a:lnTo>
                <a:lnTo>
                  <a:pt x="154" y="709"/>
                </a:lnTo>
                <a:lnTo>
                  <a:pt x="154" y="708"/>
                </a:lnTo>
                <a:lnTo>
                  <a:pt x="155" y="708"/>
                </a:lnTo>
                <a:lnTo>
                  <a:pt x="155" y="707"/>
                </a:lnTo>
                <a:lnTo>
                  <a:pt x="155" y="706"/>
                </a:lnTo>
                <a:lnTo>
                  <a:pt x="156" y="706"/>
                </a:lnTo>
                <a:lnTo>
                  <a:pt x="156" y="705"/>
                </a:lnTo>
                <a:lnTo>
                  <a:pt x="156" y="704"/>
                </a:lnTo>
                <a:lnTo>
                  <a:pt x="157" y="704"/>
                </a:lnTo>
                <a:lnTo>
                  <a:pt x="157" y="703"/>
                </a:lnTo>
                <a:lnTo>
                  <a:pt x="158" y="703"/>
                </a:lnTo>
                <a:lnTo>
                  <a:pt x="157" y="703"/>
                </a:lnTo>
                <a:lnTo>
                  <a:pt x="157" y="702"/>
                </a:lnTo>
                <a:lnTo>
                  <a:pt x="156" y="702"/>
                </a:lnTo>
                <a:lnTo>
                  <a:pt x="156" y="701"/>
                </a:lnTo>
                <a:lnTo>
                  <a:pt x="155" y="701"/>
                </a:lnTo>
                <a:lnTo>
                  <a:pt x="155" y="700"/>
                </a:lnTo>
                <a:lnTo>
                  <a:pt x="155" y="699"/>
                </a:lnTo>
                <a:lnTo>
                  <a:pt x="156" y="699"/>
                </a:lnTo>
                <a:lnTo>
                  <a:pt x="157" y="699"/>
                </a:lnTo>
                <a:lnTo>
                  <a:pt x="158" y="698"/>
                </a:lnTo>
                <a:lnTo>
                  <a:pt x="159" y="698"/>
                </a:lnTo>
                <a:lnTo>
                  <a:pt x="159" y="697"/>
                </a:lnTo>
                <a:lnTo>
                  <a:pt x="160" y="697"/>
                </a:lnTo>
                <a:lnTo>
                  <a:pt x="160" y="696"/>
                </a:lnTo>
                <a:lnTo>
                  <a:pt x="160" y="695"/>
                </a:lnTo>
                <a:lnTo>
                  <a:pt x="161" y="695"/>
                </a:lnTo>
                <a:lnTo>
                  <a:pt x="161" y="694"/>
                </a:lnTo>
                <a:lnTo>
                  <a:pt x="162" y="694"/>
                </a:lnTo>
                <a:lnTo>
                  <a:pt x="163" y="694"/>
                </a:lnTo>
                <a:lnTo>
                  <a:pt x="163" y="693"/>
                </a:lnTo>
                <a:lnTo>
                  <a:pt x="164" y="693"/>
                </a:lnTo>
                <a:lnTo>
                  <a:pt x="164" y="692"/>
                </a:lnTo>
                <a:lnTo>
                  <a:pt x="164" y="691"/>
                </a:lnTo>
                <a:lnTo>
                  <a:pt x="165" y="691"/>
                </a:lnTo>
                <a:lnTo>
                  <a:pt x="165" y="690"/>
                </a:lnTo>
                <a:lnTo>
                  <a:pt x="166" y="690"/>
                </a:lnTo>
                <a:lnTo>
                  <a:pt x="166" y="689"/>
                </a:lnTo>
                <a:lnTo>
                  <a:pt x="167" y="689"/>
                </a:lnTo>
                <a:lnTo>
                  <a:pt x="167" y="688"/>
                </a:lnTo>
                <a:lnTo>
                  <a:pt x="166" y="688"/>
                </a:lnTo>
                <a:lnTo>
                  <a:pt x="166" y="687"/>
                </a:lnTo>
                <a:lnTo>
                  <a:pt x="165" y="687"/>
                </a:lnTo>
                <a:lnTo>
                  <a:pt x="165" y="686"/>
                </a:lnTo>
                <a:lnTo>
                  <a:pt x="165" y="685"/>
                </a:lnTo>
                <a:lnTo>
                  <a:pt x="165" y="684"/>
                </a:lnTo>
                <a:lnTo>
                  <a:pt x="166" y="684"/>
                </a:lnTo>
                <a:lnTo>
                  <a:pt x="166" y="683"/>
                </a:lnTo>
                <a:lnTo>
                  <a:pt x="166" y="682"/>
                </a:lnTo>
                <a:lnTo>
                  <a:pt x="167" y="682"/>
                </a:lnTo>
                <a:lnTo>
                  <a:pt x="167" y="681"/>
                </a:lnTo>
                <a:lnTo>
                  <a:pt x="167" y="680"/>
                </a:lnTo>
                <a:lnTo>
                  <a:pt x="167" y="679"/>
                </a:lnTo>
                <a:lnTo>
                  <a:pt x="166" y="679"/>
                </a:lnTo>
                <a:lnTo>
                  <a:pt x="166" y="678"/>
                </a:lnTo>
                <a:lnTo>
                  <a:pt x="166" y="677"/>
                </a:lnTo>
                <a:lnTo>
                  <a:pt x="166" y="676"/>
                </a:lnTo>
                <a:lnTo>
                  <a:pt x="165" y="676"/>
                </a:lnTo>
                <a:lnTo>
                  <a:pt x="165" y="675"/>
                </a:lnTo>
                <a:lnTo>
                  <a:pt x="165" y="674"/>
                </a:lnTo>
                <a:lnTo>
                  <a:pt x="165" y="673"/>
                </a:lnTo>
                <a:lnTo>
                  <a:pt x="165" y="672"/>
                </a:lnTo>
                <a:lnTo>
                  <a:pt x="165" y="671"/>
                </a:lnTo>
                <a:lnTo>
                  <a:pt x="164" y="671"/>
                </a:lnTo>
                <a:lnTo>
                  <a:pt x="164" y="670"/>
                </a:lnTo>
                <a:lnTo>
                  <a:pt x="164" y="669"/>
                </a:lnTo>
                <a:lnTo>
                  <a:pt x="163" y="669"/>
                </a:lnTo>
                <a:lnTo>
                  <a:pt x="163" y="668"/>
                </a:lnTo>
                <a:lnTo>
                  <a:pt x="163" y="667"/>
                </a:lnTo>
                <a:lnTo>
                  <a:pt x="162" y="667"/>
                </a:lnTo>
                <a:lnTo>
                  <a:pt x="162" y="666"/>
                </a:lnTo>
                <a:lnTo>
                  <a:pt x="162" y="665"/>
                </a:lnTo>
                <a:lnTo>
                  <a:pt x="161" y="665"/>
                </a:lnTo>
                <a:lnTo>
                  <a:pt x="161" y="664"/>
                </a:lnTo>
                <a:lnTo>
                  <a:pt x="162" y="664"/>
                </a:lnTo>
                <a:lnTo>
                  <a:pt x="162" y="663"/>
                </a:lnTo>
                <a:lnTo>
                  <a:pt x="163" y="663"/>
                </a:lnTo>
                <a:lnTo>
                  <a:pt x="163" y="662"/>
                </a:lnTo>
                <a:lnTo>
                  <a:pt x="163" y="663"/>
                </a:lnTo>
                <a:lnTo>
                  <a:pt x="163" y="662"/>
                </a:lnTo>
                <a:lnTo>
                  <a:pt x="164" y="662"/>
                </a:lnTo>
                <a:lnTo>
                  <a:pt x="165" y="662"/>
                </a:lnTo>
                <a:lnTo>
                  <a:pt x="165" y="661"/>
                </a:lnTo>
                <a:lnTo>
                  <a:pt x="166" y="661"/>
                </a:lnTo>
                <a:lnTo>
                  <a:pt x="167" y="661"/>
                </a:lnTo>
                <a:lnTo>
                  <a:pt x="167" y="660"/>
                </a:lnTo>
                <a:lnTo>
                  <a:pt x="168" y="660"/>
                </a:lnTo>
                <a:lnTo>
                  <a:pt x="167" y="660"/>
                </a:lnTo>
                <a:lnTo>
                  <a:pt x="167" y="659"/>
                </a:lnTo>
                <a:lnTo>
                  <a:pt x="167" y="658"/>
                </a:lnTo>
                <a:lnTo>
                  <a:pt x="168" y="658"/>
                </a:lnTo>
                <a:lnTo>
                  <a:pt x="168" y="657"/>
                </a:lnTo>
                <a:lnTo>
                  <a:pt x="168" y="656"/>
                </a:lnTo>
                <a:lnTo>
                  <a:pt x="168" y="655"/>
                </a:lnTo>
                <a:lnTo>
                  <a:pt x="169" y="655"/>
                </a:lnTo>
                <a:lnTo>
                  <a:pt x="170" y="655"/>
                </a:lnTo>
                <a:lnTo>
                  <a:pt x="170" y="654"/>
                </a:lnTo>
                <a:lnTo>
                  <a:pt x="171" y="654"/>
                </a:lnTo>
                <a:lnTo>
                  <a:pt x="172" y="654"/>
                </a:lnTo>
                <a:lnTo>
                  <a:pt x="172" y="653"/>
                </a:lnTo>
                <a:lnTo>
                  <a:pt x="173" y="653"/>
                </a:lnTo>
                <a:lnTo>
                  <a:pt x="174" y="653"/>
                </a:lnTo>
                <a:lnTo>
                  <a:pt x="174" y="652"/>
                </a:lnTo>
                <a:lnTo>
                  <a:pt x="173" y="652"/>
                </a:lnTo>
                <a:lnTo>
                  <a:pt x="173" y="651"/>
                </a:lnTo>
                <a:lnTo>
                  <a:pt x="173" y="650"/>
                </a:lnTo>
                <a:lnTo>
                  <a:pt x="173" y="649"/>
                </a:lnTo>
                <a:lnTo>
                  <a:pt x="172" y="649"/>
                </a:lnTo>
                <a:lnTo>
                  <a:pt x="172" y="648"/>
                </a:lnTo>
                <a:lnTo>
                  <a:pt x="172" y="647"/>
                </a:lnTo>
                <a:lnTo>
                  <a:pt x="172" y="646"/>
                </a:lnTo>
                <a:lnTo>
                  <a:pt x="172" y="645"/>
                </a:lnTo>
                <a:lnTo>
                  <a:pt x="172" y="644"/>
                </a:lnTo>
                <a:lnTo>
                  <a:pt x="172" y="643"/>
                </a:lnTo>
                <a:lnTo>
                  <a:pt x="173" y="644"/>
                </a:lnTo>
                <a:lnTo>
                  <a:pt x="174" y="644"/>
                </a:lnTo>
                <a:lnTo>
                  <a:pt x="175" y="644"/>
                </a:lnTo>
                <a:lnTo>
                  <a:pt x="175" y="645"/>
                </a:lnTo>
                <a:lnTo>
                  <a:pt x="176" y="645"/>
                </a:lnTo>
                <a:lnTo>
                  <a:pt x="176" y="646"/>
                </a:lnTo>
                <a:lnTo>
                  <a:pt x="177" y="646"/>
                </a:lnTo>
                <a:lnTo>
                  <a:pt x="177" y="647"/>
                </a:lnTo>
                <a:lnTo>
                  <a:pt x="178" y="647"/>
                </a:lnTo>
                <a:lnTo>
                  <a:pt x="179" y="647"/>
                </a:lnTo>
                <a:lnTo>
                  <a:pt x="180" y="647"/>
                </a:lnTo>
                <a:lnTo>
                  <a:pt x="180" y="648"/>
                </a:lnTo>
                <a:lnTo>
                  <a:pt x="181" y="648"/>
                </a:lnTo>
                <a:lnTo>
                  <a:pt x="181" y="647"/>
                </a:lnTo>
                <a:lnTo>
                  <a:pt x="182" y="647"/>
                </a:lnTo>
                <a:lnTo>
                  <a:pt x="183" y="647"/>
                </a:lnTo>
                <a:lnTo>
                  <a:pt x="183" y="646"/>
                </a:lnTo>
                <a:lnTo>
                  <a:pt x="183" y="645"/>
                </a:lnTo>
                <a:lnTo>
                  <a:pt x="183" y="644"/>
                </a:lnTo>
                <a:lnTo>
                  <a:pt x="184" y="644"/>
                </a:lnTo>
                <a:lnTo>
                  <a:pt x="183" y="644"/>
                </a:lnTo>
                <a:lnTo>
                  <a:pt x="183" y="643"/>
                </a:lnTo>
                <a:lnTo>
                  <a:pt x="183" y="642"/>
                </a:lnTo>
                <a:lnTo>
                  <a:pt x="182" y="642"/>
                </a:lnTo>
                <a:lnTo>
                  <a:pt x="182" y="641"/>
                </a:lnTo>
                <a:lnTo>
                  <a:pt x="181" y="641"/>
                </a:lnTo>
                <a:lnTo>
                  <a:pt x="181" y="640"/>
                </a:lnTo>
                <a:lnTo>
                  <a:pt x="180" y="640"/>
                </a:lnTo>
                <a:lnTo>
                  <a:pt x="180" y="639"/>
                </a:lnTo>
                <a:lnTo>
                  <a:pt x="180" y="638"/>
                </a:lnTo>
                <a:lnTo>
                  <a:pt x="179" y="638"/>
                </a:lnTo>
                <a:lnTo>
                  <a:pt x="179" y="637"/>
                </a:lnTo>
                <a:lnTo>
                  <a:pt x="180" y="637"/>
                </a:lnTo>
                <a:lnTo>
                  <a:pt x="180" y="636"/>
                </a:lnTo>
                <a:lnTo>
                  <a:pt x="179" y="636"/>
                </a:lnTo>
                <a:lnTo>
                  <a:pt x="180" y="636"/>
                </a:lnTo>
                <a:lnTo>
                  <a:pt x="179" y="636"/>
                </a:lnTo>
                <a:lnTo>
                  <a:pt x="179" y="635"/>
                </a:lnTo>
                <a:lnTo>
                  <a:pt x="180" y="635"/>
                </a:lnTo>
                <a:lnTo>
                  <a:pt x="180" y="634"/>
                </a:lnTo>
                <a:lnTo>
                  <a:pt x="179" y="634"/>
                </a:lnTo>
                <a:lnTo>
                  <a:pt x="180" y="634"/>
                </a:lnTo>
                <a:lnTo>
                  <a:pt x="180" y="633"/>
                </a:lnTo>
                <a:lnTo>
                  <a:pt x="180" y="632"/>
                </a:lnTo>
                <a:lnTo>
                  <a:pt x="180" y="631"/>
                </a:lnTo>
                <a:lnTo>
                  <a:pt x="180" y="630"/>
                </a:lnTo>
                <a:lnTo>
                  <a:pt x="179" y="630"/>
                </a:lnTo>
                <a:lnTo>
                  <a:pt x="179" y="629"/>
                </a:lnTo>
                <a:lnTo>
                  <a:pt x="178" y="629"/>
                </a:lnTo>
                <a:lnTo>
                  <a:pt x="177" y="629"/>
                </a:lnTo>
                <a:lnTo>
                  <a:pt x="176" y="629"/>
                </a:lnTo>
                <a:lnTo>
                  <a:pt x="175" y="629"/>
                </a:lnTo>
                <a:lnTo>
                  <a:pt x="174" y="629"/>
                </a:lnTo>
                <a:lnTo>
                  <a:pt x="173" y="629"/>
                </a:lnTo>
                <a:lnTo>
                  <a:pt x="172" y="629"/>
                </a:lnTo>
                <a:lnTo>
                  <a:pt x="172" y="628"/>
                </a:lnTo>
                <a:lnTo>
                  <a:pt x="171" y="628"/>
                </a:lnTo>
                <a:lnTo>
                  <a:pt x="170" y="628"/>
                </a:lnTo>
                <a:lnTo>
                  <a:pt x="170" y="627"/>
                </a:lnTo>
                <a:lnTo>
                  <a:pt x="169" y="627"/>
                </a:lnTo>
                <a:lnTo>
                  <a:pt x="169" y="628"/>
                </a:lnTo>
                <a:lnTo>
                  <a:pt x="169" y="627"/>
                </a:lnTo>
                <a:lnTo>
                  <a:pt x="168" y="627"/>
                </a:lnTo>
                <a:lnTo>
                  <a:pt x="167" y="627"/>
                </a:lnTo>
                <a:lnTo>
                  <a:pt x="167" y="626"/>
                </a:lnTo>
                <a:lnTo>
                  <a:pt x="166" y="626"/>
                </a:lnTo>
                <a:lnTo>
                  <a:pt x="166" y="625"/>
                </a:lnTo>
                <a:lnTo>
                  <a:pt x="165" y="625"/>
                </a:lnTo>
                <a:lnTo>
                  <a:pt x="165" y="624"/>
                </a:lnTo>
                <a:lnTo>
                  <a:pt x="164" y="624"/>
                </a:lnTo>
                <a:lnTo>
                  <a:pt x="164" y="623"/>
                </a:lnTo>
                <a:lnTo>
                  <a:pt x="163" y="623"/>
                </a:lnTo>
                <a:lnTo>
                  <a:pt x="163" y="624"/>
                </a:lnTo>
                <a:lnTo>
                  <a:pt x="162" y="624"/>
                </a:lnTo>
                <a:lnTo>
                  <a:pt x="162" y="623"/>
                </a:lnTo>
                <a:lnTo>
                  <a:pt x="162" y="624"/>
                </a:lnTo>
                <a:lnTo>
                  <a:pt x="162" y="625"/>
                </a:lnTo>
                <a:lnTo>
                  <a:pt x="161" y="625"/>
                </a:lnTo>
                <a:lnTo>
                  <a:pt x="162" y="625"/>
                </a:lnTo>
                <a:lnTo>
                  <a:pt x="162" y="626"/>
                </a:lnTo>
                <a:lnTo>
                  <a:pt x="161" y="626"/>
                </a:lnTo>
                <a:lnTo>
                  <a:pt x="160" y="626"/>
                </a:lnTo>
                <a:lnTo>
                  <a:pt x="160" y="627"/>
                </a:lnTo>
                <a:lnTo>
                  <a:pt x="159" y="626"/>
                </a:lnTo>
                <a:lnTo>
                  <a:pt x="158" y="626"/>
                </a:lnTo>
                <a:lnTo>
                  <a:pt x="158" y="627"/>
                </a:lnTo>
                <a:lnTo>
                  <a:pt x="157" y="627"/>
                </a:lnTo>
                <a:lnTo>
                  <a:pt x="156" y="627"/>
                </a:lnTo>
                <a:lnTo>
                  <a:pt x="156" y="628"/>
                </a:lnTo>
                <a:lnTo>
                  <a:pt x="156" y="629"/>
                </a:lnTo>
                <a:lnTo>
                  <a:pt x="155" y="629"/>
                </a:lnTo>
                <a:lnTo>
                  <a:pt x="154" y="629"/>
                </a:lnTo>
                <a:lnTo>
                  <a:pt x="154" y="628"/>
                </a:lnTo>
                <a:lnTo>
                  <a:pt x="153" y="628"/>
                </a:lnTo>
                <a:lnTo>
                  <a:pt x="152" y="628"/>
                </a:lnTo>
                <a:lnTo>
                  <a:pt x="152" y="627"/>
                </a:lnTo>
                <a:lnTo>
                  <a:pt x="151" y="627"/>
                </a:lnTo>
                <a:lnTo>
                  <a:pt x="151" y="626"/>
                </a:lnTo>
                <a:lnTo>
                  <a:pt x="150" y="626"/>
                </a:lnTo>
                <a:lnTo>
                  <a:pt x="150" y="627"/>
                </a:lnTo>
                <a:lnTo>
                  <a:pt x="149" y="627"/>
                </a:lnTo>
                <a:lnTo>
                  <a:pt x="149" y="626"/>
                </a:lnTo>
                <a:lnTo>
                  <a:pt x="148" y="626"/>
                </a:lnTo>
                <a:lnTo>
                  <a:pt x="147" y="626"/>
                </a:lnTo>
                <a:lnTo>
                  <a:pt x="147" y="627"/>
                </a:lnTo>
                <a:lnTo>
                  <a:pt x="146" y="626"/>
                </a:lnTo>
                <a:lnTo>
                  <a:pt x="145" y="626"/>
                </a:lnTo>
                <a:lnTo>
                  <a:pt x="145" y="627"/>
                </a:lnTo>
                <a:lnTo>
                  <a:pt x="145" y="626"/>
                </a:lnTo>
                <a:lnTo>
                  <a:pt x="145" y="627"/>
                </a:lnTo>
                <a:lnTo>
                  <a:pt x="144" y="627"/>
                </a:lnTo>
                <a:lnTo>
                  <a:pt x="143" y="627"/>
                </a:lnTo>
                <a:lnTo>
                  <a:pt x="143" y="628"/>
                </a:lnTo>
                <a:lnTo>
                  <a:pt x="142" y="628"/>
                </a:lnTo>
                <a:lnTo>
                  <a:pt x="142" y="627"/>
                </a:lnTo>
                <a:lnTo>
                  <a:pt x="141" y="627"/>
                </a:lnTo>
                <a:lnTo>
                  <a:pt x="140" y="627"/>
                </a:lnTo>
                <a:lnTo>
                  <a:pt x="140" y="626"/>
                </a:lnTo>
                <a:lnTo>
                  <a:pt x="139" y="626"/>
                </a:lnTo>
                <a:lnTo>
                  <a:pt x="138" y="626"/>
                </a:lnTo>
                <a:lnTo>
                  <a:pt x="138" y="625"/>
                </a:lnTo>
                <a:lnTo>
                  <a:pt x="137" y="625"/>
                </a:lnTo>
                <a:lnTo>
                  <a:pt x="137" y="624"/>
                </a:lnTo>
                <a:lnTo>
                  <a:pt x="137" y="623"/>
                </a:lnTo>
                <a:lnTo>
                  <a:pt x="137" y="622"/>
                </a:lnTo>
                <a:lnTo>
                  <a:pt x="138" y="622"/>
                </a:lnTo>
                <a:lnTo>
                  <a:pt x="137" y="622"/>
                </a:lnTo>
                <a:lnTo>
                  <a:pt x="137" y="621"/>
                </a:lnTo>
                <a:lnTo>
                  <a:pt x="138" y="621"/>
                </a:lnTo>
                <a:lnTo>
                  <a:pt x="138" y="620"/>
                </a:lnTo>
                <a:lnTo>
                  <a:pt x="137" y="620"/>
                </a:lnTo>
                <a:lnTo>
                  <a:pt x="137" y="621"/>
                </a:lnTo>
                <a:lnTo>
                  <a:pt x="137" y="620"/>
                </a:lnTo>
                <a:lnTo>
                  <a:pt x="136" y="620"/>
                </a:lnTo>
                <a:lnTo>
                  <a:pt x="136" y="621"/>
                </a:lnTo>
                <a:lnTo>
                  <a:pt x="135" y="621"/>
                </a:lnTo>
                <a:lnTo>
                  <a:pt x="134" y="621"/>
                </a:lnTo>
                <a:lnTo>
                  <a:pt x="133" y="621"/>
                </a:lnTo>
                <a:lnTo>
                  <a:pt x="132" y="621"/>
                </a:lnTo>
                <a:lnTo>
                  <a:pt x="132" y="620"/>
                </a:lnTo>
                <a:lnTo>
                  <a:pt x="131" y="620"/>
                </a:lnTo>
                <a:lnTo>
                  <a:pt x="130" y="620"/>
                </a:lnTo>
                <a:lnTo>
                  <a:pt x="129" y="620"/>
                </a:lnTo>
                <a:lnTo>
                  <a:pt x="129" y="619"/>
                </a:lnTo>
                <a:lnTo>
                  <a:pt x="128" y="619"/>
                </a:lnTo>
                <a:lnTo>
                  <a:pt x="127" y="619"/>
                </a:lnTo>
                <a:lnTo>
                  <a:pt x="126" y="619"/>
                </a:lnTo>
                <a:lnTo>
                  <a:pt x="126" y="618"/>
                </a:lnTo>
                <a:lnTo>
                  <a:pt x="125" y="618"/>
                </a:lnTo>
                <a:lnTo>
                  <a:pt x="124" y="618"/>
                </a:lnTo>
                <a:lnTo>
                  <a:pt x="124" y="619"/>
                </a:lnTo>
                <a:lnTo>
                  <a:pt x="123" y="619"/>
                </a:lnTo>
                <a:lnTo>
                  <a:pt x="122" y="619"/>
                </a:lnTo>
                <a:lnTo>
                  <a:pt x="122" y="618"/>
                </a:lnTo>
                <a:lnTo>
                  <a:pt x="122" y="617"/>
                </a:lnTo>
                <a:lnTo>
                  <a:pt x="123" y="617"/>
                </a:lnTo>
                <a:lnTo>
                  <a:pt x="123" y="616"/>
                </a:lnTo>
                <a:lnTo>
                  <a:pt x="123" y="615"/>
                </a:lnTo>
                <a:lnTo>
                  <a:pt x="124" y="615"/>
                </a:lnTo>
                <a:lnTo>
                  <a:pt x="124" y="614"/>
                </a:lnTo>
                <a:lnTo>
                  <a:pt x="125" y="614"/>
                </a:lnTo>
                <a:lnTo>
                  <a:pt x="124" y="613"/>
                </a:lnTo>
                <a:lnTo>
                  <a:pt x="125" y="613"/>
                </a:lnTo>
                <a:lnTo>
                  <a:pt x="124" y="613"/>
                </a:lnTo>
                <a:lnTo>
                  <a:pt x="124" y="612"/>
                </a:lnTo>
                <a:lnTo>
                  <a:pt x="125" y="612"/>
                </a:lnTo>
                <a:lnTo>
                  <a:pt x="124" y="612"/>
                </a:lnTo>
                <a:lnTo>
                  <a:pt x="125" y="612"/>
                </a:lnTo>
                <a:lnTo>
                  <a:pt x="125" y="611"/>
                </a:lnTo>
                <a:lnTo>
                  <a:pt x="125" y="610"/>
                </a:lnTo>
                <a:lnTo>
                  <a:pt x="126" y="610"/>
                </a:lnTo>
                <a:lnTo>
                  <a:pt x="126" y="609"/>
                </a:lnTo>
                <a:lnTo>
                  <a:pt x="126" y="608"/>
                </a:lnTo>
                <a:lnTo>
                  <a:pt x="126" y="607"/>
                </a:lnTo>
                <a:lnTo>
                  <a:pt x="125" y="607"/>
                </a:lnTo>
                <a:lnTo>
                  <a:pt x="126" y="607"/>
                </a:lnTo>
                <a:lnTo>
                  <a:pt x="127" y="607"/>
                </a:lnTo>
                <a:lnTo>
                  <a:pt x="127" y="606"/>
                </a:lnTo>
                <a:lnTo>
                  <a:pt x="128" y="606"/>
                </a:lnTo>
                <a:lnTo>
                  <a:pt x="127" y="606"/>
                </a:lnTo>
                <a:lnTo>
                  <a:pt x="127" y="605"/>
                </a:lnTo>
                <a:lnTo>
                  <a:pt x="126" y="605"/>
                </a:lnTo>
                <a:lnTo>
                  <a:pt x="126" y="604"/>
                </a:lnTo>
                <a:lnTo>
                  <a:pt x="125" y="604"/>
                </a:lnTo>
                <a:lnTo>
                  <a:pt x="125" y="603"/>
                </a:lnTo>
                <a:lnTo>
                  <a:pt x="124" y="603"/>
                </a:lnTo>
                <a:lnTo>
                  <a:pt x="123" y="603"/>
                </a:lnTo>
                <a:lnTo>
                  <a:pt x="122" y="603"/>
                </a:lnTo>
                <a:lnTo>
                  <a:pt x="122" y="604"/>
                </a:lnTo>
                <a:lnTo>
                  <a:pt x="121" y="604"/>
                </a:lnTo>
                <a:lnTo>
                  <a:pt x="122" y="603"/>
                </a:lnTo>
                <a:lnTo>
                  <a:pt x="123" y="603"/>
                </a:lnTo>
                <a:lnTo>
                  <a:pt x="123" y="602"/>
                </a:lnTo>
                <a:lnTo>
                  <a:pt x="123" y="601"/>
                </a:lnTo>
                <a:lnTo>
                  <a:pt x="124" y="601"/>
                </a:lnTo>
                <a:lnTo>
                  <a:pt x="125" y="601"/>
                </a:lnTo>
                <a:lnTo>
                  <a:pt x="125" y="600"/>
                </a:lnTo>
                <a:lnTo>
                  <a:pt x="125" y="599"/>
                </a:lnTo>
                <a:lnTo>
                  <a:pt x="125" y="598"/>
                </a:lnTo>
                <a:lnTo>
                  <a:pt x="125" y="597"/>
                </a:lnTo>
                <a:lnTo>
                  <a:pt x="124" y="597"/>
                </a:lnTo>
                <a:lnTo>
                  <a:pt x="125" y="597"/>
                </a:lnTo>
                <a:lnTo>
                  <a:pt x="125" y="596"/>
                </a:lnTo>
                <a:lnTo>
                  <a:pt x="125" y="595"/>
                </a:lnTo>
                <a:lnTo>
                  <a:pt x="125" y="594"/>
                </a:lnTo>
                <a:lnTo>
                  <a:pt x="125" y="593"/>
                </a:lnTo>
                <a:lnTo>
                  <a:pt x="124" y="593"/>
                </a:lnTo>
                <a:lnTo>
                  <a:pt x="124" y="592"/>
                </a:lnTo>
                <a:lnTo>
                  <a:pt x="123" y="592"/>
                </a:lnTo>
                <a:lnTo>
                  <a:pt x="124" y="592"/>
                </a:lnTo>
                <a:lnTo>
                  <a:pt x="123" y="592"/>
                </a:lnTo>
                <a:lnTo>
                  <a:pt x="123" y="591"/>
                </a:lnTo>
                <a:lnTo>
                  <a:pt x="123" y="590"/>
                </a:lnTo>
                <a:lnTo>
                  <a:pt x="123" y="589"/>
                </a:lnTo>
                <a:lnTo>
                  <a:pt x="122" y="589"/>
                </a:lnTo>
                <a:lnTo>
                  <a:pt x="122" y="588"/>
                </a:lnTo>
                <a:lnTo>
                  <a:pt x="121" y="588"/>
                </a:lnTo>
                <a:lnTo>
                  <a:pt x="121" y="587"/>
                </a:lnTo>
                <a:lnTo>
                  <a:pt x="121" y="588"/>
                </a:lnTo>
                <a:lnTo>
                  <a:pt x="120" y="588"/>
                </a:lnTo>
                <a:lnTo>
                  <a:pt x="119" y="588"/>
                </a:lnTo>
                <a:lnTo>
                  <a:pt x="118" y="588"/>
                </a:lnTo>
                <a:lnTo>
                  <a:pt x="117" y="588"/>
                </a:lnTo>
                <a:lnTo>
                  <a:pt x="116" y="588"/>
                </a:lnTo>
                <a:lnTo>
                  <a:pt x="116" y="587"/>
                </a:lnTo>
                <a:lnTo>
                  <a:pt x="116" y="586"/>
                </a:lnTo>
                <a:lnTo>
                  <a:pt x="116" y="585"/>
                </a:lnTo>
                <a:lnTo>
                  <a:pt x="115" y="585"/>
                </a:lnTo>
                <a:lnTo>
                  <a:pt x="115" y="584"/>
                </a:lnTo>
                <a:lnTo>
                  <a:pt x="115" y="583"/>
                </a:lnTo>
                <a:lnTo>
                  <a:pt x="115" y="582"/>
                </a:lnTo>
                <a:lnTo>
                  <a:pt x="115" y="581"/>
                </a:lnTo>
                <a:lnTo>
                  <a:pt x="116" y="581"/>
                </a:lnTo>
                <a:lnTo>
                  <a:pt x="116" y="580"/>
                </a:lnTo>
                <a:lnTo>
                  <a:pt x="117" y="580"/>
                </a:lnTo>
                <a:lnTo>
                  <a:pt x="118" y="580"/>
                </a:lnTo>
                <a:lnTo>
                  <a:pt x="118" y="579"/>
                </a:lnTo>
                <a:lnTo>
                  <a:pt x="118" y="578"/>
                </a:lnTo>
                <a:lnTo>
                  <a:pt x="119" y="578"/>
                </a:lnTo>
                <a:lnTo>
                  <a:pt x="120" y="578"/>
                </a:lnTo>
                <a:lnTo>
                  <a:pt x="120" y="577"/>
                </a:lnTo>
                <a:lnTo>
                  <a:pt x="121" y="577"/>
                </a:lnTo>
                <a:lnTo>
                  <a:pt x="122" y="577"/>
                </a:lnTo>
                <a:lnTo>
                  <a:pt x="122" y="576"/>
                </a:lnTo>
                <a:lnTo>
                  <a:pt x="123" y="576"/>
                </a:lnTo>
                <a:lnTo>
                  <a:pt x="123" y="575"/>
                </a:lnTo>
                <a:lnTo>
                  <a:pt x="123" y="574"/>
                </a:lnTo>
                <a:lnTo>
                  <a:pt x="122" y="574"/>
                </a:lnTo>
                <a:lnTo>
                  <a:pt x="121" y="574"/>
                </a:lnTo>
                <a:lnTo>
                  <a:pt x="121" y="573"/>
                </a:lnTo>
                <a:lnTo>
                  <a:pt x="120" y="573"/>
                </a:lnTo>
                <a:lnTo>
                  <a:pt x="119" y="573"/>
                </a:lnTo>
                <a:lnTo>
                  <a:pt x="119" y="572"/>
                </a:lnTo>
                <a:lnTo>
                  <a:pt x="119" y="571"/>
                </a:lnTo>
                <a:lnTo>
                  <a:pt x="119" y="570"/>
                </a:lnTo>
                <a:lnTo>
                  <a:pt x="118" y="570"/>
                </a:lnTo>
                <a:lnTo>
                  <a:pt x="118" y="569"/>
                </a:lnTo>
                <a:lnTo>
                  <a:pt x="118" y="567"/>
                </a:lnTo>
                <a:lnTo>
                  <a:pt x="117" y="567"/>
                </a:lnTo>
                <a:lnTo>
                  <a:pt x="117" y="566"/>
                </a:lnTo>
                <a:lnTo>
                  <a:pt x="117" y="567"/>
                </a:lnTo>
                <a:lnTo>
                  <a:pt x="116" y="566"/>
                </a:lnTo>
                <a:lnTo>
                  <a:pt x="116" y="565"/>
                </a:lnTo>
                <a:lnTo>
                  <a:pt x="116" y="564"/>
                </a:lnTo>
                <a:lnTo>
                  <a:pt x="117" y="563"/>
                </a:lnTo>
                <a:lnTo>
                  <a:pt x="117" y="562"/>
                </a:lnTo>
                <a:lnTo>
                  <a:pt x="116" y="562"/>
                </a:lnTo>
                <a:lnTo>
                  <a:pt x="116" y="561"/>
                </a:lnTo>
                <a:lnTo>
                  <a:pt x="116" y="560"/>
                </a:lnTo>
                <a:lnTo>
                  <a:pt x="115" y="560"/>
                </a:lnTo>
                <a:lnTo>
                  <a:pt x="115" y="559"/>
                </a:lnTo>
                <a:lnTo>
                  <a:pt x="115" y="558"/>
                </a:lnTo>
                <a:lnTo>
                  <a:pt x="115" y="559"/>
                </a:lnTo>
                <a:lnTo>
                  <a:pt x="115" y="558"/>
                </a:lnTo>
                <a:lnTo>
                  <a:pt x="114" y="558"/>
                </a:lnTo>
                <a:lnTo>
                  <a:pt x="114" y="557"/>
                </a:lnTo>
                <a:lnTo>
                  <a:pt x="113" y="557"/>
                </a:lnTo>
                <a:lnTo>
                  <a:pt x="112" y="557"/>
                </a:lnTo>
                <a:lnTo>
                  <a:pt x="112" y="558"/>
                </a:lnTo>
                <a:lnTo>
                  <a:pt x="111" y="558"/>
                </a:lnTo>
                <a:lnTo>
                  <a:pt x="110" y="558"/>
                </a:lnTo>
                <a:lnTo>
                  <a:pt x="110" y="557"/>
                </a:lnTo>
                <a:lnTo>
                  <a:pt x="109" y="557"/>
                </a:lnTo>
                <a:lnTo>
                  <a:pt x="108" y="557"/>
                </a:lnTo>
                <a:lnTo>
                  <a:pt x="108" y="556"/>
                </a:lnTo>
                <a:lnTo>
                  <a:pt x="107" y="556"/>
                </a:lnTo>
                <a:lnTo>
                  <a:pt x="107" y="557"/>
                </a:lnTo>
                <a:lnTo>
                  <a:pt x="106" y="557"/>
                </a:lnTo>
                <a:lnTo>
                  <a:pt x="105" y="557"/>
                </a:lnTo>
                <a:lnTo>
                  <a:pt x="105" y="556"/>
                </a:lnTo>
                <a:lnTo>
                  <a:pt x="104" y="556"/>
                </a:lnTo>
                <a:lnTo>
                  <a:pt x="104" y="555"/>
                </a:lnTo>
                <a:lnTo>
                  <a:pt x="103" y="555"/>
                </a:lnTo>
                <a:lnTo>
                  <a:pt x="103" y="554"/>
                </a:lnTo>
                <a:lnTo>
                  <a:pt x="104" y="554"/>
                </a:lnTo>
                <a:lnTo>
                  <a:pt x="105" y="554"/>
                </a:lnTo>
                <a:lnTo>
                  <a:pt x="105" y="553"/>
                </a:lnTo>
                <a:lnTo>
                  <a:pt x="105" y="552"/>
                </a:lnTo>
                <a:lnTo>
                  <a:pt x="106" y="552"/>
                </a:lnTo>
                <a:lnTo>
                  <a:pt x="106" y="551"/>
                </a:lnTo>
                <a:lnTo>
                  <a:pt x="105" y="551"/>
                </a:lnTo>
                <a:lnTo>
                  <a:pt x="105" y="550"/>
                </a:lnTo>
                <a:lnTo>
                  <a:pt x="105" y="549"/>
                </a:lnTo>
                <a:lnTo>
                  <a:pt x="105" y="548"/>
                </a:lnTo>
                <a:lnTo>
                  <a:pt x="106" y="548"/>
                </a:lnTo>
                <a:lnTo>
                  <a:pt x="105" y="548"/>
                </a:lnTo>
                <a:lnTo>
                  <a:pt x="105" y="547"/>
                </a:lnTo>
                <a:lnTo>
                  <a:pt x="105" y="546"/>
                </a:lnTo>
                <a:lnTo>
                  <a:pt x="104" y="546"/>
                </a:lnTo>
                <a:lnTo>
                  <a:pt x="104" y="545"/>
                </a:lnTo>
                <a:lnTo>
                  <a:pt x="105" y="545"/>
                </a:lnTo>
                <a:lnTo>
                  <a:pt x="104" y="545"/>
                </a:lnTo>
                <a:lnTo>
                  <a:pt x="104" y="544"/>
                </a:lnTo>
                <a:lnTo>
                  <a:pt x="104" y="543"/>
                </a:lnTo>
                <a:lnTo>
                  <a:pt x="105" y="543"/>
                </a:lnTo>
                <a:lnTo>
                  <a:pt x="105" y="542"/>
                </a:lnTo>
                <a:lnTo>
                  <a:pt x="105" y="541"/>
                </a:lnTo>
                <a:lnTo>
                  <a:pt x="106" y="541"/>
                </a:lnTo>
                <a:lnTo>
                  <a:pt x="106" y="542"/>
                </a:lnTo>
                <a:lnTo>
                  <a:pt x="106" y="541"/>
                </a:lnTo>
                <a:lnTo>
                  <a:pt x="106" y="542"/>
                </a:lnTo>
                <a:lnTo>
                  <a:pt x="106" y="541"/>
                </a:lnTo>
                <a:lnTo>
                  <a:pt x="105" y="541"/>
                </a:lnTo>
                <a:lnTo>
                  <a:pt x="105" y="540"/>
                </a:lnTo>
                <a:lnTo>
                  <a:pt x="106" y="540"/>
                </a:lnTo>
                <a:lnTo>
                  <a:pt x="105" y="540"/>
                </a:lnTo>
                <a:lnTo>
                  <a:pt x="104" y="540"/>
                </a:lnTo>
                <a:lnTo>
                  <a:pt x="103" y="540"/>
                </a:lnTo>
                <a:lnTo>
                  <a:pt x="103" y="539"/>
                </a:lnTo>
                <a:lnTo>
                  <a:pt x="104" y="539"/>
                </a:lnTo>
                <a:lnTo>
                  <a:pt x="104" y="538"/>
                </a:lnTo>
                <a:lnTo>
                  <a:pt x="105" y="538"/>
                </a:lnTo>
                <a:lnTo>
                  <a:pt x="105" y="537"/>
                </a:lnTo>
                <a:lnTo>
                  <a:pt x="106" y="537"/>
                </a:lnTo>
                <a:lnTo>
                  <a:pt x="105" y="537"/>
                </a:lnTo>
                <a:lnTo>
                  <a:pt x="106" y="537"/>
                </a:lnTo>
                <a:lnTo>
                  <a:pt x="107" y="537"/>
                </a:lnTo>
                <a:lnTo>
                  <a:pt x="107" y="538"/>
                </a:lnTo>
                <a:lnTo>
                  <a:pt x="108" y="538"/>
                </a:lnTo>
                <a:lnTo>
                  <a:pt x="109" y="538"/>
                </a:lnTo>
                <a:lnTo>
                  <a:pt x="109" y="537"/>
                </a:lnTo>
                <a:lnTo>
                  <a:pt x="110" y="537"/>
                </a:lnTo>
                <a:lnTo>
                  <a:pt x="110" y="536"/>
                </a:lnTo>
                <a:lnTo>
                  <a:pt x="111" y="536"/>
                </a:lnTo>
                <a:lnTo>
                  <a:pt x="111" y="535"/>
                </a:lnTo>
                <a:lnTo>
                  <a:pt x="111" y="536"/>
                </a:lnTo>
                <a:lnTo>
                  <a:pt x="111" y="535"/>
                </a:lnTo>
                <a:lnTo>
                  <a:pt x="112" y="535"/>
                </a:lnTo>
                <a:lnTo>
                  <a:pt x="111" y="535"/>
                </a:lnTo>
                <a:lnTo>
                  <a:pt x="111" y="534"/>
                </a:lnTo>
                <a:lnTo>
                  <a:pt x="111" y="533"/>
                </a:lnTo>
                <a:lnTo>
                  <a:pt x="112" y="533"/>
                </a:lnTo>
                <a:lnTo>
                  <a:pt x="112" y="532"/>
                </a:lnTo>
                <a:lnTo>
                  <a:pt x="113" y="532"/>
                </a:lnTo>
                <a:lnTo>
                  <a:pt x="113" y="533"/>
                </a:lnTo>
                <a:lnTo>
                  <a:pt x="113" y="532"/>
                </a:lnTo>
                <a:lnTo>
                  <a:pt x="114" y="532"/>
                </a:lnTo>
                <a:lnTo>
                  <a:pt x="114" y="533"/>
                </a:lnTo>
                <a:lnTo>
                  <a:pt x="115" y="533"/>
                </a:lnTo>
                <a:lnTo>
                  <a:pt x="115" y="532"/>
                </a:lnTo>
                <a:lnTo>
                  <a:pt x="115" y="531"/>
                </a:lnTo>
                <a:lnTo>
                  <a:pt x="116" y="531"/>
                </a:lnTo>
                <a:lnTo>
                  <a:pt x="116" y="530"/>
                </a:lnTo>
                <a:lnTo>
                  <a:pt x="117" y="530"/>
                </a:lnTo>
                <a:lnTo>
                  <a:pt x="118" y="530"/>
                </a:lnTo>
                <a:lnTo>
                  <a:pt x="119" y="530"/>
                </a:lnTo>
                <a:lnTo>
                  <a:pt x="119" y="529"/>
                </a:lnTo>
                <a:lnTo>
                  <a:pt x="120" y="529"/>
                </a:lnTo>
                <a:lnTo>
                  <a:pt x="120" y="528"/>
                </a:lnTo>
                <a:lnTo>
                  <a:pt x="121" y="528"/>
                </a:lnTo>
                <a:lnTo>
                  <a:pt x="121" y="527"/>
                </a:lnTo>
                <a:lnTo>
                  <a:pt x="121" y="526"/>
                </a:lnTo>
                <a:lnTo>
                  <a:pt x="122" y="526"/>
                </a:lnTo>
                <a:lnTo>
                  <a:pt x="122" y="525"/>
                </a:lnTo>
                <a:lnTo>
                  <a:pt x="123" y="525"/>
                </a:lnTo>
                <a:lnTo>
                  <a:pt x="123" y="524"/>
                </a:lnTo>
                <a:lnTo>
                  <a:pt x="123" y="523"/>
                </a:lnTo>
                <a:lnTo>
                  <a:pt x="123" y="522"/>
                </a:lnTo>
                <a:lnTo>
                  <a:pt x="122" y="522"/>
                </a:lnTo>
                <a:lnTo>
                  <a:pt x="122" y="521"/>
                </a:lnTo>
                <a:lnTo>
                  <a:pt x="123" y="521"/>
                </a:lnTo>
                <a:lnTo>
                  <a:pt x="122" y="521"/>
                </a:lnTo>
                <a:lnTo>
                  <a:pt x="122" y="520"/>
                </a:lnTo>
                <a:lnTo>
                  <a:pt x="122" y="519"/>
                </a:lnTo>
                <a:lnTo>
                  <a:pt x="121" y="519"/>
                </a:lnTo>
                <a:lnTo>
                  <a:pt x="121" y="520"/>
                </a:lnTo>
                <a:lnTo>
                  <a:pt x="120" y="520"/>
                </a:lnTo>
                <a:lnTo>
                  <a:pt x="120" y="521"/>
                </a:lnTo>
                <a:lnTo>
                  <a:pt x="119" y="521"/>
                </a:lnTo>
                <a:lnTo>
                  <a:pt x="119" y="522"/>
                </a:lnTo>
                <a:lnTo>
                  <a:pt x="118" y="522"/>
                </a:lnTo>
                <a:lnTo>
                  <a:pt x="117" y="522"/>
                </a:lnTo>
                <a:lnTo>
                  <a:pt x="117" y="521"/>
                </a:lnTo>
                <a:lnTo>
                  <a:pt x="116" y="521"/>
                </a:lnTo>
                <a:lnTo>
                  <a:pt x="115" y="521"/>
                </a:lnTo>
                <a:lnTo>
                  <a:pt x="114" y="521"/>
                </a:lnTo>
                <a:lnTo>
                  <a:pt x="114" y="522"/>
                </a:lnTo>
                <a:lnTo>
                  <a:pt x="114" y="521"/>
                </a:lnTo>
                <a:lnTo>
                  <a:pt x="113" y="521"/>
                </a:lnTo>
                <a:lnTo>
                  <a:pt x="113" y="522"/>
                </a:lnTo>
                <a:lnTo>
                  <a:pt x="112" y="522"/>
                </a:lnTo>
                <a:lnTo>
                  <a:pt x="111" y="522"/>
                </a:lnTo>
                <a:lnTo>
                  <a:pt x="110" y="522"/>
                </a:lnTo>
                <a:lnTo>
                  <a:pt x="109" y="522"/>
                </a:lnTo>
                <a:lnTo>
                  <a:pt x="108" y="522"/>
                </a:lnTo>
                <a:lnTo>
                  <a:pt x="107" y="522"/>
                </a:lnTo>
                <a:lnTo>
                  <a:pt x="106" y="522"/>
                </a:lnTo>
                <a:lnTo>
                  <a:pt x="106" y="523"/>
                </a:lnTo>
                <a:lnTo>
                  <a:pt x="106" y="524"/>
                </a:lnTo>
                <a:lnTo>
                  <a:pt x="105" y="524"/>
                </a:lnTo>
                <a:lnTo>
                  <a:pt x="104" y="524"/>
                </a:lnTo>
                <a:lnTo>
                  <a:pt x="104" y="525"/>
                </a:lnTo>
                <a:lnTo>
                  <a:pt x="103" y="525"/>
                </a:lnTo>
                <a:lnTo>
                  <a:pt x="102" y="525"/>
                </a:lnTo>
                <a:lnTo>
                  <a:pt x="102" y="524"/>
                </a:lnTo>
                <a:lnTo>
                  <a:pt x="101" y="524"/>
                </a:lnTo>
                <a:lnTo>
                  <a:pt x="100" y="524"/>
                </a:lnTo>
                <a:lnTo>
                  <a:pt x="100" y="525"/>
                </a:lnTo>
                <a:lnTo>
                  <a:pt x="99" y="525"/>
                </a:lnTo>
                <a:lnTo>
                  <a:pt x="98" y="526"/>
                </a:lnTo>
                <a:lnTo>
                  <a:pt x="97" y="526"/>
                </a:lnTo>
                <a:lnTo>
                  <a:pt x="96" y="526"/>
                </a:lnTo>
                <a:lnTo>
                  <a:pt x="96" y="527"/>
                </a:lnTo>
                <a:lnTo>
                  <a:pt x="96" y="526"/>
                </a:lnTo>
                <a:lnTo>
                  <a:pt x="96" y="525"/>
                </a:lnTo>
                <a:lnTo>
                  <a:pt x="95" y="525"/>
                </a:lnTo>
                <a:lnTo>
                  <a:pt x="94" y="525"/>
                </a:lnTo>
                <a:lnTo>
                  <a:pt x="94" y="524"/>
                </a:lnTo>
                <a:lnTo>
                  <a:pt x="93" y="524"/>
                </a:lnTo>
                <a:lnTo>
                  <a:pt x="92" y="524"/>
                </a:lnTo>
                <a:lnTo>
                  <a:pt x="92" y="523"/>
                </a:lnTo>
                <a:lnTo>
                  <a:pt x="92" y="522"/>
                </a:lnTo>
                <a:lnTo>
                  <a:pt x="91" y="522"/>
                </a:lnTo>
                <a:lnTo>
                  <a:pt x="90" y="522"/>
                </a:lnTo>
                <a:lnTo>
                  <a:pt x="88" y="522"/>
                </a:lnTo>
                <a:lnTo>
                  <a:pt x="87" y="522"/>
                </a:lnTo>
                <a:lnTo>
                  <a:pt x="86" y="522"/>
                </a:lnTo>
                <a:lnTo>
                  <a:pt x="86" y="523"/>
                </a:lnTo>
                <a:lnTo>
                  <a:pt x="86" y="522"/>
                </a:lnTo>
                <a:lnTo>
                  <a:pt x="85" y="522"/>
                </a:lnTo>
                <a:lnTo>
                  <a:pt x="84" y="522"/>
                </a:lnTo>
                <a:lnTo>
                  <a:pt x="83" y="522"/>
                </a:lnTo>
                <a:lnTo>
                  <a:pt x="82" y="522"/>
                </a:lnTo>
                <a:lnTo>
                  <a:pt x="81" y="522"/>
                </a:lnTo>
                <a:lnTo>
                  <a:pt x="81" y="523"/>
                </a:lnTo>
                <a:lnTo>
                  <a:pt x="81" y="522"/>
                </a:lnTo>
                <a:lnTo>
                  <a:pt x="81" y="523"/>
                </a:lnTo>
                <a:lnTo>
                  <a:pt x="80" y="523"/>
                </a:lnTo>
                <a:lnTo>
                  <a:pt x="79" y="523"/>
                </a:lnTo>
                <a:lnTo>
                  <a:pt x="78" y="523"/>
                </a:lnTo>
                <a:lnTo>
                  <a:pt x="76" y="523"/>
                </a:lnTo>
                <a:lnTo>
                  <a:pt x="75" y="523"/>
                </a:lnTo>
                <a:lnTo>
                  <a:pt x="75" y="524"/>
                </a:lnTo>
                <a:lnTo>
                  <a:pt x="75" y="525"/>
                </a:lnTo>
                <a:lnTo>
                  <a:pt x="74" y="525"/>
                </a:lnTo>
                <a:lnTo>
                  <a:pt x="74" y="524"/>
                </a:lnTo>
                <a:lnTo>
                  <a:pt x="74" y="525"/>
                </a:lnTo>
                <a:lnTo>
                  <a:pt x="73" y="525"/>
                </a:lnTo>
                <a:lnTo>
                  <a:pt x="72" y="525"/>
                </a:lnTo>
                <a:lnTo>
                  <a:pt x="72" y="524"/>
                </a:lnTo>
                <a:lnTo>
                  <a:pt x="72" y="525"/>
                </a:lnTo>
                <a:lnTo>
                  <a:pt x="71" y="525"/>
                </a:lnTo>
                <a:lnTo>
                  <a:pt x="71" y="524"/>
                </a:lnTo>
                <a:lnTo>
                  <a:pt x="71" y="525"/>
                </a:lnTo>
                <a:lnTo>
                  <a:pt x="70" y="524"/>
                </a:lnTo>
                <a:lnTo>
                  <a:pt x="70" y="525"/>
                </a:lnTo>
                <a:lnTo>
                  <a:pt x="69" y="525"/>
                </a:lnTo>
                <a:lnTo>
                  <a:pt x="68" y="525"/>
                </a:lnTo>
                <a:lnTo>
                  <a:pt x="68" y="524"/>
                </a:lnTo>
                <a:lnTo>
                  <a:pt x="67" y="524"/>
                </a:lnTo>
                <a:lnTo>
                  <a:pt x="66" y="524"/>
                </a:lnTo>
                <a:lnTo>
                  <a:pt x="65" y="524"/>
                </a:lnTo>
                <a:lnTo>
                  <a:pt x="64" y="524"/>
                </a:lnTo>
                <a:lnTo>
                  <a:pt x="63" y="524"/>
                </a:lnTo>
                <a:lnTo>
                  <a:pt x="63" y="523"/>
                </a:lnTo>
                <a:lnTo>
                  <a:pt x="62" y="523"/>
                </a:lnTo>
                <a:lnTo>
                  <a:pt x="62" y="524"/>
                </a:lnTo>
                <a:lnTo>
                  <a:pt x="61" y="524"/>
                </a:lnTo>
                <a:lnTo>
                  <a:pt x="61" y="525"/>
                </a:lnTo>
                <a:lnTo>
                  <a:pt x="60" y="525"/>
                </a:lnTo>
                <a:lnTo>
                  <a:pt x="59" y="525"/>
                </a:lnTo>
                <a:lnTo>
                  <a:pt x="58" y="525"/>
                </a:lnTo>
                <a:lnTo>
                  <a:pt x="58" y="524"/>
                </a:lnTo>
                <a:lnTo>
                  <a:pt x="57" y="524"/>
                </a:lnTo>
                <a:lnTo>
                  <a:pt x="58" y="524"/>
                </a:lnTo>
                <a:lnTo>
                  <a:pt x="58" y="525"/>
                </a:lnTo>
                <a:lnTo>
                  <a:pt x="57" y="525"/>
                </a:lnTo>
                <a:lnTo>
                  <a:pt x="56" y="525"/>
                </a:lnTo>
                <a:lnTo>
                  <a:pt x="55" y="525"/>
                </a:lnTo>
                <a:lnTo>
                  <a:pt x="54" y="525"/>
                </a:lnTo>
                <a:lnTo>
                  <a:pt x="53" y="525"/>
                </a:lnTo>
                <a:lnTo>
                  <a:pt x="52" y="525"/>
                </a:lnTo>
                <a:lnTo>
                  <a:pt x="52" y="526"/>
                </a:lnTo>
                <a:lnTo>
                  <a:pt x="51" y="526"/>
                </a:lnTo>
                <a:lnTo>
                  <a:pt x="50" y="526"/>
                </a:lnTo>
                <a:lnTo>
                  <a:pt x="50" y="527"/>
                </a:lnTo>
                <a:lnTo>
                  <a:pt x="49" y="527"/>
                </a:lnTo>
                <a:lnTo>
                  <a:pt x="48" y="527"/>
                </a:lnTo>
                <a:lnTo>
                  <a:pt x="47" y="527"/>
                </a:lnTo>
                <a:lnTo>
                  <a:pt x="47" y="528"/>
                </a:lnTo>
                <a:lnTo>
                  <a:pt x="47" y="527"/>
                </a:lnTo>
                <a:lnTo>
                  <a:pt x="47" y="528"/>
                </a:lnTo>
                <a:lnTo>
                  <a:pt x="46" y="528"/>
                </a:lnTo>
                <a:lnTo>
                  <a:pt x="45" y="528"/>
                </a:lnTo>
                <a:lnTo>
                  <a:pt x="45" y="529"/>
                </a:lnTo>
                <a:lnTo>
                  <a:pt x="44" y="529"/>
                </a:lnTo>
                <a:lnTo>
                  <a:pt x="43" y="529"/>
                </a:lnTo>
                <a:lnTo>
                  <a:pt x="43" y="530"/>
                </a:lnTo>
                <a:lnTo>
                  <a:pt x="42" y="530"/>
                </a:lnTo>
                <a:lnTo>
                  <a:pt x="42" y="531"/>
                </a:lnTo>
                <a:lnTo>
                  <a:pt x="41" y="531"/>
                </a:lnTo>
                <a:lnTo>
                  <a:pt x="41" y="532"/>
                </a:lnTo>
                <a:lnTo>
                  <a:pt x="40" y="532"/>
                </a:lnTo>
                <a:lnTo>
                  <a:pt x="39" y="532"/>
                </a:lnTo>
                <a:lnTo>
                  <a:pt x="38" y="533"/>
                </a:lnTo>
                <a:lnTo>
                  <a:pt x="37" y="533"/>
                </a:lnTo>
                <a:lnTo>
                  <a:pt x="36" y="533"/>
                </a:lnTo>
                <a:lnTo>
                  <a:pt x="35" y="533"/>
                </a:lnTo>
                <a:lnTo>
                  <a:pt x="34" y="533"/>
                </a:lnTo>
                <a:lnTo>
                  <a:pt x="33" y="533"/>
                </a:lnTo>
                <a:lnTo>
                  <a:pt x="33" y="534"/>
                </a:lnTo>
                <a:lnTo>
                  <a:pt x="33" y="535"/>
                </a:lnTo>
                <a:lnTo>
                  <a:pt x="32" y="535"/>
                </a:lnTo>
                <a:lnTo>
                  <a:pt x="32" y="536"/>
                </a:lnTo>
                <a:lnTo>
                  <a:pt x="32" y="537"/>
                </a:lnTo>
                <a:lnTo>
                  <a:pt x="33" y="537"/>
                </a:lnTo>
                <a:lnTo>
                  <a:pt x="32" y="538"/>
                </a:lnTo>
                <a:lnTo>
                  <a:pt x="31" y="538"/>
                </a:lnTo>
                <a:lnTo>
                  <a:pt x="31" y="537"/>
                </a:lnTo>
                <a:lnTo>
                  <a:pt x="30" y="537"/>
                </a:lnTo>
                <a:lnTo>
                  <a:pt x="29" y="537"/>
                </a:lnTo>
                <a:lnTo>
                  <a:pt x="29" y="538"/>
                </a:lnTo>
                <a:lnTo>
                  <a:pt x="28" y="538"/>
                </a:lnTo>
                <a:lnTo>
                  <a:pt x="28" y="539"/>
                </a:lnTo>
                <a:lnTo>
                  <a:pt x="27" y="539"/>
                </a:lnTo>
                <a:lnTo>
                  <a:pt x="27" y="538"/>
                </a:lnTo>
                <a:lnTo>
                  <a:pt x="26" y="538"/>
                </a:lnTo>
                <a:lnTo>
                  <a:pt x="26" y="539"/>
                </a:lnTo>
                <a:lnTo>
                  <a:pt x="27" y="539"/>
                </a:lnTo>
                <a:lnTo>
                  <a:pt x="27" y="540"/>
                </a:lnTo>
                <a:lnTo>
                  <a:pt x="26" y="540"/>
                </a:lnTo>
                <a:lnTo>
                  <a:pt x="26" y="541"/>
                </a:lnTo>
                <a:lnTo>
                  <a:pt x="25" y="541"/>
                </a:lnTo>
                <a:lnTo>
                  <a:pt x="25" y="540"/>
                </a:lnTo>
                <a:lnTo>
                  <a:pt x="26" y="540"/>
                </a:lnTo>
                <a:lnTo>
                  <a:pt x="26" y="539"/>
                </a:lnTo>
                <a:lnTo>
                  <a:pt x="25" y="539"/>
                </a:lnTo>
                <a:lnTo>
                  <a:pt x="25" y="540"/>
                </a:lnTo>
                <a:lnTo>
                  <a:pt x="24" y="540"/>
                </a:lnTo>
                <a:lnTo>
                  <a:pt x="24" y="541"/>
                </a:lnTo>
                <a:lnTo>
                  <a:pt x="23" y="541"/>
                </a:lnTo>
                <a:lnTo>
                  <a:pt x="22" y="541"/>
                </a:lnTo>
                <a:lnTo>
                  <a:pt x="22" y="542"/>
                </a:lnTo>
                <a:lnTo>
                  <a:pt x="21" y="542"/>
                </a:lnTo>
                <a:lnTo>
                  <a:pt x="21" y="543"/>
                </a:lnTo>
                <a:lnTo>
                  <a:pt x="21" y="544"/>
                </a:lnTo>
                <a:lnTo>
                  <a:pt x="20" y="544"/>
                </a:lnTo>
                <a:lnTo>
                  <a:pt x="20" y="545"/>
                </a:lnTo>
                <a:lnTo>
                  <a:pt x="19" y="545"/>
                </a:lnTo>
                <a:lnTo>
                  <a:pt x="18" y="545"/>
                </a:lnTo>
                <a:lnTo>
                  <a:pt x="18" y="546"/>
                </a:lnTo>
                <a:lnTo>
                  <a:pt x="17" y="546"/>
                </a:lnTo>
                <a:lnTo>
                  <a:pt x="17" y="547"/>
                </a:lnTo>
                <a:lnTo>
                  <a:pt x="16" y="547"/>
                </a:lnTo>
                <a:lnTo>
                  <a:pt x="16" y="548"/>
                </a:lnTo>
                <a:lnTo>
                  <a:pt x="17" y="548"/>
                </a:lnTo>
                <a:lnTo>
                  <a:pt x="16" y="548"/>
                </a:lnTo>
                <a:lnTo>
                  <a:pt x="16" y="549"/>
                </a:lnTo>
                <a:lnTo>
                  <a:pt x="15" y="549"/>
                </a:lnTo>
                <a:lnTo>
                  <a:pt x="15" y="548"/>
                </a:lnTo>
                <a:lnTo>
                  <a:pt x="14" y="548"/>
                </a:lnTo>
                <a:lnTo>
                  <a:pt x="15" y="548"/>
                </a:lnTo>
                <a:lnTo>
                  <a:pt x="15" y="547"/>
                </a:lnTo>
                <a:lnTo>
                  <a:pt x="14" y="547"/>
                </a:lnTo>
                <a:lnTo>
                  <a:pt x="14" y="548"/>
                </a:lnTo>
                <a:lnTo>
                  <a:pt x="14" y="549"/>
                </a:lnTo>
                <a:lnTo>
                  <a:pt x="13" y="549"/>
                </a:lnTo>
                <a:lnTo>
                  <a:pt x="13" y="550"/>
                </a:lnTo>
                <a:lnTo>
                  <a:pt x="12" y="550"/>
                </a:lnTo>
                <a:lnTo>
                  <a:pt x="12" y="548"/>
                </a:lnTo>
                <a:lnTo>
                  <a:pt x="12" y="549"/>
                </a:lnTo>
                <a:lnTo>
                  <a:pt x="11" y="549"/>
                </a:lnTo>
                <a:lnTo>
                  <a:pt x="11" y="550"/>
                </a:lnTo>
                <a:lnTo>
                  <a:pt x="11" y="551"/>
                </a:lnTo>
                <a:lnTo>
                  <a:pt x="10" y="551"/>
                </a:lnTo>
                <a:lnTo>
                  <a:pt x="10" y="550"/>
                </a:lnTo>
                <a:lnTo>
                  <a:pt x="10" y="549"/>
                </a:lnTo>
                <a:lnTo>
                  <a:pt x="10" y="548"/>
                </a:lnTo>
                <a:lnTo>
                  <a:pt x="9" y="548"/>
                </a:lnTo>
                <a:lnTo>
                  <a:pt x="9" y="547"/>
                </a:lnTo>
                <a:lnTo>
                  <a:pt x="8" y="547"/>
                </a:lnTo>
                <a:lnTo>
                  <a:pt x="8" y="546"/>
                </a:lnTo>
                <a:lnTo>
                  <a:pt x="7" y="546"/>
                </a:lnTo>
                <a:lnTo>
                  <a:pt x="6" y="546"/>
                </a:lnTo>
                <a:lnTo>
                  <a:pt x="6" y="545"/>
                </a:lnTo>
                <a:lnTo>
                  <a:pt x="5" y="545"/>
                </a:lnTo>
                <a:lnTo>
                  <a:pt x="5" y="544"/>
                </a:lnTo>
                <a:lnTo>
                  <a:pt x="4" y="544"/>
                </a:lnTo>
                <a:lnTo>
                  <a:pt x="3" y="544"/>
                </a:lnTo>
                <a:lnTo>
                  <a:pt x="3" y="543"/>
                </a:lnTo>
                <a:lnTo>
                  <a:pt x="2" y="543"/>
                </a:lnTo>
                <a:lnTo>
                  <a:pt x="1" y="543"/>
                </a:lnTo>
                <a:lnTo>
                  <a:pt x="0" y="542"/>
                </a:lnTo>
                <a:lnTo>
                  <a:pt x="0" y="541"/>
                </a:lnTo>
                <a:lnTo>
                  <a:pt x="0" y="540"/>
                </a:lnTo>
                <a:lnTo>
                  <a:pt x="1" y="540"/>
                </a:lnTo>
                <a:lnTo>
                  <a:pt x="1" y="539"/>
                </a:lnTo>
                <a:lnTo>
                  <a:pt x="2" y="539"/>
                </a:lnTo>
                <a:lnTo>
                  <a:pt x="3" y="539"/>
                </a:lnTo>
                <a:lnTo>
                  <a:pt x="3" y="538"/>
                </a:lnTo>
                <a:lnTo>
                  <a:pt x="4" y="538"/>
                </a:lnTo>
                <a:lnTo>
                  <a:pt x="4" y="537"/>
                </a:lnTo>
                <a:lnTo>
                  <a:pt x="4" y="536"/>
                </a:lnTo>
                <a:lnTo>
                  <a:pt x="5" y="536"/>
                </a:lnTo>
                <a:lnTo>
                  <a:pt x="6" y="536"/>
                </a:lnTo>
                <a:lnTo>
                  <a:pt x="6" y="535"/>
                </a:lnTo>
                <a:lnTo>
                  <a:pt x="7" y="535"/>
                </a:lnTo>
                <a:lnTo>
                  <a:pt x="8" y="535"/>
                </a:lnTo>
                <a:lnTo>
                  <a:pt x="9" y="535"/>
                </a:lnTo>
                <a:lnTo>
                  <a:pt x="9" y="534"/>
                </a:lnTo>
                <a:lnTo>
                  <a:pt x="9" y="533"/>
                </a:lnTo>
                <a:lnTo>
                  <a:pt x="8" y="533"/>
                </a:lnTo>
                <a:lnTo>
                  <a:pt x="9" y="533"/>
                </a:lnTo>
                <a:lnTo>
                  <a:pt x="9" y="532"/>
                </a:lnTo>
                <a:lnTo>
                  <a:pt x="9" y="531"/>
                </a:lnTo>
                <a:lnTo>
                  <a:pt x="10" y="531"/>
                </a:lnTo>
                <a:lnTo>
                  <a:pt x="9" y="531"/>
                </a:lnTo>
                <a:lnTo>
                  <a:pt x="9" y="530"/>
                </a:lnTo>
                <a:lnTo>
                  <a:pt x="10" y="530"/>
                </a:lnTo>
                <a:lnTo>
                  <a:pt x="11" y="530"/>
                </a:lnTo>
                <a:lnTo>
                  <a:pt x="11" y="529"/>
                </a:lnTo>
                <a:lnTo>
                  <a:pt x="11" y="528"/>
                </a:lnTo>
                <a:lnTo>
                  <a:pt x="12" y="528"/>
                </a:lnTo>
                <a:lnTo>
                  <a:pt x="13" y="528"/>
                </a:lnTo>
                <a:lnTo>
                  <a:pt x="13" y="527"/>
                </a:lnTo>
                <a:lnTo>
                  <a:pt x="14" y="527"/>
                </a:lnTo>
                <a:lnTo>
                  <a:pt x="14" y="526"/>
                </a:lnTo>
                <a:lnTo>
                  <a:pt x="15" y="526"/>
                </a:lnTo>
                <a:lnTo>
                  <a:pt x="15" y="525"/>
                </a:lnTo>
                <a:lnTo>
                  <a:pt x="16" y="525"/>
                </a:lnTo>
                <a:lnTo>
                  <a:pt x="16" y="524"/>
                </a:lnTo>
                <a:lnTo>
                  <a:pt x="17" y="524"/>
                </a:lnTo>
                <a:lnTo>
                  <a:pt x="18" y="524"/>
                </a:lnTo>
                <a:lnTo>
                  <a:pt x="18" y="523"/>
                </a:lnTo>
                <a:lnTo>
                  <a:pt x="18" y="522"/>
                </a:lnTo>
                <a:lnTo>
                  <a:pt x="18" y="521"/>
                </a:lnTo>
                <a:lnTo>
                  <a:pt x="19" y="521"/>
                </a:lnTo>
                <a:lnTo>
                  <a:pt x="19" y="520"/>
                </a:lnTo>
                <a:lnTo>
                  <a:pt x="18" y="520"/>
                </a:lnTo>
                <a:lnTo>
                  <a:pt x="19" y="520"/>
                </a:lnTo>
                <a:lnTo>
                  <a:pt x="19" y="519"/>
                </a:lnTo>
                <a:lnTo>
                  <a:pt x="19" y="518"/>
                </a:lnTo>
                <a:lnTo>
                  <a:pt x="20" y="518"/>
                </a:lnTo>
                <a:lnTo>
                  <a:pt x="20" y="517"/>
                </a:lnTo>
                <a:lnTo>
                  <a:pt x="19" y="517"/>
                </a:lnTo>
                <a:lnTo>
                  <a:pt x="19" y="516"/>
                </a:lnTo>
                <a:lnTo>
                  <a:pt x="18" y="516"/>
                </a:lnTo>
                <a:lnTo>
                  <a:pt x="18" y="515"/>
                </a:lnTo>
                <a:lnTo>
                  <a:pt x="18" y="514"/>
                </a:lnTo>
                <a:lnTo>
                  <a:pt x="18" y="513"/>
                </a:lnTo>
                <a:lnTo>
                  <a:pt x="18" y="512"/>
                </a:lnTo>
                <a:lnTo>
                  <a:pt x="18" y="511"/>
                </a:lnTo>
                <a:lnTo>
                  <a:pt x="19" y="511"/>
                </a:lnTo>
                <a:lnTo>
                  <a:pt x="19" y="510"/>
                </a:lnTo>
                <a:lnTo>
                  <a:pt x="20" y="510"/>
                </a:lnTo>
                <a:lnTo>
                  <a:pt x="20" y="509"/>
                </a:lnTo>
                <a:lnTo>
                  <a:pt x="21" y="509"/>
                </a:lnTo>
                <a:lnTo>
                  <a:pt x="22" y="508"/>
                </a:lnTo>
                <a:lnTo>
                  <a:pt x="21" y="508"/>
                </a:lnTo>
                <a:lnTo>
                  <a:pt x="21" y="507"/>
                </a:lnTo>
                <a:lnTo>
                  <a:pt x="20" y="507"/>
                </a:lnTo>
                <a:lnTo>
                  <a:pt x="20" y="506"/>
                </a:lnTo>
                <a:lnTo>
                  <a:pt x="19" y="506"/>
                </a:lnTo>
                <a:lnTo>
                  <a:pt x="19" y="505"/>
                </a:lnTo>
                <a:lnTo>
                  <a:pt x="18" y="505"/>
                </a:lnTo>
                <a:lnTo>
                  <a:pt x="17" y="505"/>
                </a:lnTo>
                <a:lnTo>
                  <a:pt x="17" y="504"/>
                </a:lnTo>
                <a:lnTo>
                  <a:pt x="17" y="505"/>
                </a:lnTo>
                <a:lnTo>
                  <a:pt x="17" y="504"/>
                </a:lnTo>
                <a:lnTo>
                  <a:pt x="17" y="505"/>
                </a:lnTo>
                <a:lnTo>
                  <a:pt x="16" y="505"/>
                </a:lnTo>
                <a:lnTo>
                  <a:pt x="15" y="505"/>
                </a:lnTo>
                <a:lnTo>
                  <a:pt x="14" y="505"/>
                </a:lnTo>
                <a:lnTo>
                  <a:pt x="13" y="505"/>
                </a:lnTo>
                <a:lnTo>
                  <a:pt x="12" y="505"/>
                </a:lnTo>
                <a:lnTo>
                  <a:pt x="12" y="504"/>
                </a:lnTo>
                <a:lnTo>
                  <a:pt x="12" y="503"/>
                </a:lnTo>
                <a:lnTo>
                  <a:pt x="12" y="502"/>
                </a:lnTo>
                <a:lnTo>
                  <a:pt x="12" y="501"/>
                </a:lnTo>
                <a:lnTo>
                  <a:pt x="12" y="500"/>
                </a:lnTo>
                <a:lnTo>
                  <a:pt x="13" y="500"/>
                </a:lnTo>
                <a:lnTo>
                  <a:pt x="12" y="499"/>
                </a:lnTo>
                <a:lnTo>
                  <a:pt x="13" y="500"/>
                </a:lnTo>
                <a:lnTo>
                  <a:pt x="14" y="500"/>
                </a:lnTo>
                <a:lnTo>
                  <a:pt x="15" y="500"/>
                </a:lnTo>
                <a:lnTo>
                  <a:pt x="16" y="500"/>
                </a:lnTo>
                <a:lnTo>
                  <a:pt x="16" y="499"/>
                </a:lnTo>
                <a:lnTo>
                  <a:pt x="17" y="499"/>
                </a:lnTo>
                <a:lnTo>
                  <a:pt x="17" y="498"/>
                </a:lnTo>
                <a:lnTo>
                  <a:pt x="17" y="497"/>
                </a:lnTo>
                <a:lnTo>
                  <a:pt x="16" y="497"/>
                </a:lnTo>
                <a:lnTo>
                  <a:pt x="16" y="496"/>
                </a:lnTo>
                <a:lnTo>
                  <a:pt x="15" y="496"/>
                </a:lnTo>
                <a:lnTo>
                  <a:pt x="15" y="495"/>
                </a:lnTo>
                <a:lnTo>
                  <a:pt x="14" y="495"/>
                </a:lnTo>
                <a:lnTo>
                  <a:pt x="14" y="494"/>
                </a:lnTo>
                <a:lnTo>
                  <a:pt x="13" y="494"/>
                </a:lnTo>
                <a:lnTo>
                  <a:pt x="13" y="493"/>
                </a:lnTo>
                <a:lnTo>
                  <a:pt x="14" y="493"/>
                </a:lnTo>
                <a:lnTo>
                  <a:pt x="14" y="492"/>
                </a:lnTo>
                <a:lnTo>
                  <a:pt x="13" y="492"/>
                </a:lnTo>
                <a:lnTo>
                  <a:pt x="14" y="492"/>
                </a:lnTo>
                <a:lnTo>
                  <a:pt x="13" y="492"/>
                </a:lnTo>
                <a:lnTo>
                  <a:pt x="14" y="492"/>
                </a:lnTo>
                <a:lnTo>
                  <a:pt x="13" y="492"/>
                </a:lnTo>
                <a:lnTo>
                  <a:pt x="13" y="491"/>
                </a:lnTo>
                <a:lnTo>
                  <a:pt x="13" y="490"/>
                </a:lnTo>
                <a:lnTo>
                  <a:pt x="13" y="489"/>
                </a:lnTo>
                <a:lnTo>
                  <a:pt x="13" y="488"/>
                </a:lnTo>
                <a:lnTo>
                  <a:pt x="12" y="489"/>
                </a:lnTo>
                <a:lnTo>
                  <a:pt x="11" y="489"/>
                </a:lnTo>
                <a:lnTo>
                  <a:pt x="10" y="489"/>
                </a:lnTo>
                <a:lnTo>
                  <a:pt x="9" y="490"/>
                </a:lnTo>
                <a:lnTo>
                  <a:pt x="8" y="490"/>
                </a:lnTo>
                <a:lnTo>
                  <a:pt x="7" y="490"/>
                </a:lnTo>
                <a:lnTo>
                  <a:pt x="6" y="490"/>
                </a:lnTo>
                <a:lnTo>
                  <a:pt x="5" y="490"/>
                </a:lnTo>
                <a:lnTo>
                  <a:pt x="4" y="490"/>
                </a:lnTo>
                <a:lnTo>
                  <a:pt x="3" y="490"/>
                </a:lnTo>
                <a:lnTo>
                  <a:pt x="2" y="490"/>
                </a:lnTo>
                <a:lnTo>
                  <a:pt x="1" y="490"/>
                </a:lnTo>
                <a:lnTo>
                  <a:pt x="0" y="491"/>
                </a:lnTo>
                <a:lnTo>
                  <a:pt x="0" y="490"/>
                </a:lnTo>
                <a:lnTo>
                  <a:pt x="1" y="490"/>
                </a:lnTo>
                <a:lnTo>
                  <a:pt x="0" y="490"/>
                </a:lnTo>
                <a:lnTo>
                  <a:pt x="0" y="489"/>
                </a:lnTo>
                <a:lnTo>
                  <a:pt x="1" y="489"/>
                </a:lnTo>
                <a:lnTo>
                  <a:pt x="1" y="488"/>
                </a:lnTo>
                <a:lnTo>
                  <a:pt x="1" y="487"/>
                </a:lnTo>
                <a:lnTo>
                  <a:pt x="2" y="487"/>
                </a:lnTo>
                <a:lnTo>
                  <a:pt x="2" y="486"/>
                </a:lnTo>
                <a:lnTo>
                  <a:pt x="2" y="485"/>
                </a:lnTo>
                <a:lnTo>
                  <a:pt x="2" y="483"/>
                </a:lnTo>
                <a:lnTo>
                  <a:pt x="2" y="482"/>
                </a:lnTo>
                <a:lnTo>
                  <a:pt x="3" y="482"/>
                </a:lnTo>
                <a:lnTo>
                  <a:pt x="2" y="482"/>
                </a:lnTo>
                <a:lnTo>
                  <a:pt x="3" y="481"/>
                </a:lnTo>
                <a:lnTo>
                  <a:pt x="3" y="480"/>
                </a:lnTo>
                <a:lnTo>
                  <a:pt x="3" y="479"/>
                </a:lnTo>
                <a:lnTo>
                  <a:pt x="3" y="478"/>
                </a:lnTo>
                <a:lnTo>
                  <a:pt x="3" y="477"/>
                </a:lnTo>
                <a:lnTo>
                  <a:pt x="3" y="476"/>
                </a:lnTo>
                <a:lnTo>
                  <a:pt x="3" y="475"/>
                </a:lnTo>
                <a:lnTo>
                  <a:pt x="3" y="474"/>
                </a:lnTo>
                <a:lnTo>
                  <a:pt x="4" y="474"/>
                </a:lnTo>
                <a:lnTo>
                  <a:pt x="4" y="473"/>
                </a:lnTo>
                <a:lnTo>
                  <a:pt x="3" y="473"/>
                </a:lnTo>
                <a:lnTo>
                  <a:pt x="4" y="473"/>
                </a:lnTo>
                <a:lnTo>
                  <a:pt x="4" y="472"/>
                </a:lnTo>
                <a:lnTo>
                  <a:pt x="3" y="472"/>
                </a:lnTo>
                <a:lnTo>
                  <a:pt x="4" y="472"/>
                </a:lnTo>
                <a:lnTo>
                  <a:pt x="4" y="470"/>
                </a:lnTo>
                <a:lnTo>
                  <a:pt x="3" y="470"/>
                </a:lnTo>
                <a:lnTo>
                  <a:pt x="4" y="470"/>
                </a:lnTo>
                <a:lnTo>
                  <a:pt x="3" y="470"/>
                </a:lnTo>
                <a:lnTo>
                  <a:pt x="3" y="469"/>
                </a:lnTo>
                <a:lnTo>
                  <a:pt x="4" y="469"/>
                </a:lnTo>
                <a:lnTo>
                  <a:pt x="3" y="469"/>
                </a:lnTo>
                <a:lnTo>
                  <a:pt x="3" y="468"/>
                </a:lnTo>
                <a:lnTo>
                  <a:pt x="4" y="468"/>
                </a:lnTo>
                <a:lnTo>
                  <a:pt x="4" y="467"/>
                </a:lnTo>
                <a:lnTo>
                  <a:pt x="4" y="466"/>
                </a:lnTo>
                <a:lnTo>
                  <a:pt x="4" y="465"/>
                </a:lnTo>
                <a:lnTo>
                  <a:pt x="3" y="465"/>
                </a:lnTo>
                <a:lnTo>
                  <a:pt x="3" y="464"/>
                </a:lnTo>
                <a:lnTo>
                  <a:pt x="3" y="463"/>
                </a:lnTo>
                <a:lnTo>
                  <a:pt x="4" y="463"/>
                </a:lnTo>
                <a:lnTo>
                  <a:pt x="4" y="462"/>
                </a:lnTo>
                <a:lnTo>
                  <a:pt x="3" y="462"/>
                </a:lnTo>
                <a:lnTo>
                  <a:pt x="3" y="461"/>
                </a:lnTo>
                <a:lnTo>
                  <a:pt x="4" y="461"/>
                </a:lnTo>
                <a:lnTo>
                  <a:pt x="3" y="461"/>
                </a:lnTo>
                <a:lnTo>
                  <a:pt x="2" y="461"/>
                </a:lnTo>
                <a:lnTo>
                  <a:pt x="2" y="460"/>
                </a:lnTo>
                <a:lnTo>
                  <a:pt x="2" y="459"/>
                </a:lnTo>
                <a:lnTo>
                  <a:pt x="1" y="459"/>
                </a:lnTo>
                <a:lnTo>
                  <a:pt x="2" y="459"/>
                </a:lnTo>
                <a:lnTo>
                  <a:pt x="2" y="458"/>
                </a:lnTo>
                <a:lnTo>
                  <a:pt x="3" y="458"/>
                </a:lnTo>
                <a:lnTo>
                  <a:pt x="3" y="457"/>
                </a:lnTo>
                <a:lnTo>
                  <a:pt x="4" y="457"/>
                </a:lnTo>
                <a:lnTo>
                  <a:pt x="4" y="456"/>
                </a:lnTo>
                <a:lnTo>
                  <a:pt x="5" y="456"/>
                </a:lnTo>
                <a:lnTo>
                  <a:pt x="6" y="456"/>
                </a:lnTo>
                <a:lnTo>
                  <a:pt x="7" y="456"/>
                </a:lnTo>
                <a:lnTo>
                  <a:pt x="8" y="456"/>
                </a:lnTo>
                <a:lnTo>
                  <a:pt x="8" y="455"/>
                </a:lnTo>
                <a:lnTo>
                  <a:pt x="9" y="455"/>
                </a:lnTo>
                <a:lnTo>
                  <a:pt x="9" y="454"/>
                </a:lnTo>
                <a:lnTo>
                  <a:pt x="10" y="454"/>
                </a:lnTo>
                <a:lnTo>
                  <a:pt x="11" y="454"/>
                </a:lnTo>
                <a:lnTo>
                  <a:pt x="11" y="453"/>
                </a:lnTo>
                <a:lnTo>
                  <a:pt x="12" y="453"/>
                </a:lnTo>
                <a:lnTo>
                  <a:pt x="12" y="452"/>
                </a:lnTo>
                <a:lnTo>
                  <a:pt x="13" y="452"/>
                </a:lnTo>
                <a:lnTo>
                  <a:pt x="13" y="451"/>
                </a:lnTo>
                <a:lnTo>
                  <a:pt x="13" y="450"/>
                </a:lnTo>
                <a:lnTo>
                  <a:pt x="14" y="450"/>
                </a:lnTo>
                <a:lnTo>
                  <a:pt x="15" y="450"/>
                </a:lnTo>
                <a:lnTo>
                  <a:pt x="15" y="449"/>
                </a:lnTo>
                <a:lnTo>
                  <a:pt x="16" y="449"/>
                </a:lnTo>
                <a:lnTo>
                  <a:pt x="16" y="450"/>
                </a:lnTo>
                <a:lnTo>
                  <a:pt x="17" y="450"/>
                </a:lnTo>
                <a:lnTo>
                  <a:pt x="18" y="450"/>
                </a:lnTo>
                <a:lnTo>
                  <a:pt x="18" y="451"/>
                </a:lnTo>
                <a:lnTo>
                  <a:pt x="18" y="450"/>
                </a:lnTo>
                <a:lnTo>
                  <a:pt x="19" y="450"/>
                </a:lnTo>
                <a:lnTo>
                  <a:pt x="20" y="450"/>
                </a:lnTo>
                <a:lnTo>
                  <a:pt x="20" y="451"/>
                </a:lnTo>
                <a:lnTo>
                  <a:pt x="20" y="450"/>
                </a:lnTo>
                <a:lnTo>
                  <a:pt x="21" y="451"/>
                </a:lnTo>
                <a:lnTo>
                  <a:pt x="21" y="450"/>
                </a:lnTo>
                <a:lnTo>
                  <a:pt x="21" y="451"/>
                </a:lnTo>
                <a:lnTo>
                  <a:pt x="22" y="451"/>
                </a:lnTo>
                <a:lnTo>
                  <a:pt x="22" y="450"/>
                </a:lnTo>
                <a:lnTo>
                  <a:pt x="23" y="450"/>
                </a:lnTo>
                <a:lnTo>
                  <a:pt x="23" y="449"/>
                </a:lnTo>
                <a:lnTo>
                  <a:pt x="24" y="449"/>
                </a:lnTo>
                <a:lnTo>
                  <a:pt x="24" y="448"/>
                </a:lnTo>
                <a:lnTo>
                  <a:pt x="24" y="447"/>
                </a:lnTo>
                <a:lnTo>
                  <a:pt x="23" y="447"/>
                </a:lnTo>
                <a:lnTo>
                  <a:pt x="23" y="446"/>
                </a:lnTo>
                <a:lnTo>
                  <a:pt x="24" y="446"/>
                </a:lnTo>
                <a:lnTo>
                  <a:pt x="23" y="446"/>
                </a:lnTo>
                <a:lnTo>
                  <a:pt x="23" y="445"/>
                </a:lnTo>
                <a:lnTo>
                  <a:pt x="22" y="445"/>
                </a:lnTo>
                <a:lnTo>
                  <a:pt x="22" y="444"/>
                </a:lnTo>
                <a:lnTo>
                  <a:pt x="22" y="445"/>
                </a:lnTo>
                <a:lnTo>
                  <a:pt x="21" y="445"/>
                </a:lnTo>
                <a:lnTo>
                  <a:pt x="21" y="444"/>
                </a:lnTo>
                <a:lnTo>
                  <a:pt x="20" y="444"/>
                </a:lnTo>
                <a:lnTo>
                  <a:pt x="19" y="443"/>
                </a:lnTo>
                <a:lnTo>
                  <a:pt x="19" y="442"/>
                </a:lnTo>
                <a:lnTo>
                  <a:pt x="18" y="442"/>
                </a:lnTo>
                <a:lnTo>
                  <a:pt x="18" y="440"/>
                </a:lnTo>
                <a:lnTo>
                  <a:pt x="18" y="439"/>
                </a:lnTo>
                <a:lnTo>
                  <a:pt x="18" y="438"/>
                </a:lnTo>
                <a:lnTo>
                  <a:pt x="18" y="437"/>
                </a:lnTo>
                <a:lnTo>
                  <a:pt x="18" y="436"/>
                </a:lnTo>
                <a:lnTo>
                  <a:pt x="17" y="436"/>
                </a:lnTo>
                <a:lnTo>
                  <a:pt x="17" y="435"/>
                </a:lnTo>
                <a:lnTo>
                  <a:pt x="17" y="434"/>
                </a:lnTo>
                <a:lnTo>
                  <a:pt x="17" y="433"/>
                </a:lnTo>
                <a:lnTo>
                  <a:pt x="17" y="432"/>
                </a:lnTo>
                <a:lnTo>
                  <a:pt x="17" y="431"/>
                </a:lnTo>
                <a:lnTo>
                  <a:pt x="17" y="430"/>
                </a:lnTo>
                <a:lnTo>
                  <a:pt x="17" y="429"/>
                </a:lnTo>
                <a:lnTo>
                  <a:pt x="18" y="429"/>
                </a:lnTo>
                <a:lnTo>
                  <a:pt x="18" y="428"/>
                </a:lnTo>
                <a:lnTo>
                  <a:pt x="18" y="427"/>
                </a:lnTo>
                <a:lnTo>
                  <a:pt x="18" y="426"/>
                </a:lnTo>
                <a:lnTo>
                  <a:pt x="17" y="426"/>
                </a:lnTo>
                <a:lnTo>
                  <a:pt x="17" y="425"/>
                </a:lnTo>
                <a:lnTo>
                  <a:pt x="17" y="424"/>
                </a:lnTo>
                <a:lnTo>
                  <a:pt x="18" y="424"/>
                </a:lnTo>
                <a:lnTo>
                  <a:pt x="18" y="425"/>
                </a:lnTo>
                <a:lnTo>
                  <a:pt x="19" y="425"/>
                </a:lnTo>
                <a:lnTo>
                  <a:pt x="19" y="424"/>
                </a:lnTo>
                <a:lnTo>
                  <a:pt x="20" y="424"/>
                </a:lnTo>
                <a:lnTo>
                  <a:pt x="20" y="423"/>
                </a:lnTo>
                <a:lnTo>
                  <a:pt x="21" y="423"/>
                </a:lnTo>
                <a:lnTo>
                  <a:pt x="21" y="422"/>
                </a:lnTo>
                <a:lnTo>
                  <a:pt x="21" y="421"/>
                </a:lnTo>
                <a:lnTo>
                  <a:pt x="22" y="421"/>
                </a:lnTo>
                <a:lnTo>
                  <a:pt x="22" y="420"/>
                </a:lnTo>
                <a:lnTo>
                  <a:pt x="22" y="419"/>
                </a:lnTo>
                <a:lnTo>
                  <a:pt x="23" y="419"/>
                </a:lnTo>
                <a:lnTo>
                  <a:pt x="23" y="418"/>
                </a:lnTo>
                <a:lnTo>
                  <a:pt x="23" y="417"/>
                </a:lnTo>
                <a:lnTo>
                  <a:pt x="24" y="417"/>
                </a:lnTo>
                <a:lnTo>
                  <a:pt x="24" y="416"/>
                </a:lnTo>
                <a:lnTo>
                  <a:pt x="24" y="415"/>
                </a:lnTo>
                <a:lnTo>
                  <a:pt x="25" y="415"/>
                </a:lnTo>
                <a:lnTo>
                  <a:pt x="25" y="414"/>
                </a:lnTo>
                <a:lnTo>
                  <a:pt x="24" y="414"/>
                </a:lnTo>
                <a:lnTo>
                  <a:pt x="25" y="414"/>
                </a:lnTo>
                <a:lnTo>
                  <a:pt x="25" y="413"/>
                </a:lnTo>
                <a:lnTo>
                  <a:pt x="25" y="412"/>
                </a:lnTo>
                <a:lnTo>
                  <a:pt x="25" y="411"/>
                </a:lnTo>
                <a:lnTo>
                  <a:pt x="26" y="411"/>
                </a:lnTo>
                <a:lnTo>
                  <a:pt x="26" y="410"/>
                </a:lnTo>
                <a:lnTo>
                  <a:pt x="26" y="409"/>
                </a:lnTo>
                <a:lnTo>
                  <a:pt x="26" y="408"/>
                </a:lnTo>
                <a:lnTo>
                  <a:pt x="27" y="408"/>
                </a:lnTo>
                <a:lnTo>
                  <a:pt x="27" y="407"/>
                </a:lnTo>
                <a:lnTo>
                  <a:pt x="27" y="406"/>
                </a:lnTo>
                <a:lnTo>
                  <a:pt x="28" y="406"/>
                </a:lnTo>
                <a:lnTo>
                  <a:pt x="28" y="405"/>
                </a:lnTo>
                <a:lnTo>
                  <a:pt x="29" y="405"/>
                </a:lnTo>
                <a:lnTo>
                  <a:pt x="29" y="406"/>
                </a:lnTo>
                <a:lnTo>
                  <a:pt x="30" y="406"/>
                </a:lnTo>
                <a:lnTo>
                  <a:pt x="30" y="405"/>
                </a:lnTo>
                <a:lnTo>
                  <a:pt x="30" y="406"/>
                </a:lnTo>
                <a:lnTo>
                  <a:pt x="31" y="406"/>
                </a:lnTo>
                <a:lnTo>
                  <a:pt x="31" y="407"/>
                </a:lnTo>
                <a:lnTo>
                  <a:pt x="32" y="407"/>
                </a:lnTo>
                <a:lnTo>
                  <a:pt x="32" y="408"/>
                </a:lnTo>
                <a:lnTo>
                  <a:pt x="33" y="408"/>
                </a:lnTo>
                <a:lnTo>
                  <a:pt x="33" y="409"/>
                </a:lnTo>
                <a:lnTo>
                  <a:pt x="33" y="410"/>
                </a:lnTo>
                <a:lnTo>
                  <a:pt x="34" y="410"/>
                </a:lnTo>
                <a:lnTo>
                  <a:pt x="34" y="411"/>
                </a:lnTo>
                <a:lnTo>
                  <a:pt x="35" y="411"/>
                </a:lnTo>
                <a:lnTo>
                  <a:pt x="36" y="411"/>
                </a:lnTo>
                <a:lnTo>
                  <a:pt x="37" y="411"/>
                </a:lnTo>
                <a:lnTo>
                  <a:pt x="37" y="410"/>
                </a:lnTo>
                <a:lnTo>
                  <a:pt x="38" y="410"/>
                </a:lnTo>
                <a:lnTo>
                  <a:pt x="38" y="409"/>
                </a:lnTo>
                <a:lnTo>
                  <a:pt x="39" y="409"/>
                </a:lnTo>
                <a:lnTo>
                  <a:pt x="39" y="408"/>
                </a:lnTo>
                <a:lnTo>
                  <a:pt x="40" y="408"/>
                </a:lnTo>
                <a:lnTo>
                  <a:pt x="40" y="407"/>
                </a:lnTo>
                <a:lnTo>
                  <a:pt x="41" y="407"/>
                </a:lnTo>
                <a:lnTo>
                  <a:pt x="41" y="406"/>
                </a:lnTo>
                <a:lnTo>
                  <a:pt x="42" y="406"/>
                </a:lnTo>
                <a:lnTo>
                  <a:pt x="42" y="405"/>
                </a:lnTo>
                <a:lnTo>
                  <a:pt x="42" y="404"/>
                </a:lnTo>
                <a:lnTo>
                  <a:pt x="43" y="404"/>
                </a:lnTo>
                <a:lnTo>
                  <a:pt x="43" y="403"/>
                </a:lnTo>
                <a:lnTo>
                  <a:pt x="43" y="402"/>
                </a:lnTo>
                <a:lnTo>
                  <a:pt x="44" y="402"/>
                </a:lnTo>
                <a:lnTo>
                  <a:pt x="44" y="401"/>
                </a:lnTo>
                <a:lnTo>
                  <a:pt x="45" y="401"/>
                </a:lnTo>
                <a:lnTo>
                  <a:pt x="45" y="402"/>
                </a:lnTo>
                <a:lnTo>
                  <a:pt x="45" y="401"/>
                </a:lnTo>
                <a:lnTo>
                  <a:pt x="45" y="402"/>
                </a:lnTo>
                <a:lnTo>
                  <a:pt x="46" y="402"/>
                </a:lnTo>
                <a:lnTo>
                  <a:pt x="46" y="401"/>
                </a:lnTo>
                <a:lnTo>
                  <a:pt x="47" y="401"/>
                </a:lnTo>
                <a:lnTo>
                  <a:pt x="47" y="402"/>
                </a:lnTo>
                <a:lnTo>
                  <a:pt x="47" y="401"/>
                </a:lnTo>
                <a:lnTo>
                  <a:pt x="48" y="401"/>
                </a:lnTo>
                <a:lnTo>
                  <a:pt x="49" y="401"/>
                </a:lnTo>
                <a:lnTo>
                  <a:pt x="49" y="400"/>
                </a:lnTo>
                <a:lnTo>
                  <a:pt x="49" y="399"/>
                </a:lnTo>
                <a:lnTo>
                  <a:pt x="49" y="398"/>
                </a:lnTo>
                <a:lnTo>
                  <a:pt x="50" y="398"/>
                </a:lnTo>
                <a:lnTo>
                  <a:pt x="50" y="399"/>
                </a:lnTo>
                <a:lnTo>
                  <a:pt x="50" y="398"/>
                </a:lnTo>
                <a:lnTo>
                  <a:pt x="51" y="398"/>
                </a:lnTo>
                <a:lnTo>
                  <a:pt x="51" y="397"/>
                </a:lnTo>
                <a:lnTo>
                  <a:pt x="51" y="396"/>
                </a:lnTo>
                <a:lnTo>
                  <a:pt x="51" y="395"/>
                </a:lnTo>
                <a:lnTo>
                  <a:pt x="51" y="394"/>
                </a:lnTo>
                <a:lnTo>
                  <a:pt x="52" y="394"/>
                </a:lnTo>
                <a:lnTo>
                  <a:pt x="51" y="394"/>
                </a:lnTo>
                <a:lnTo>
                  <a:pt x="51" y="393"/>
                </a:lnTo>
                <a:lnTo>
                  <a:pt x="52" y="393"/>
                </a:lnTo>
                <a:lnTo>
                  <a:pt x="52" y="392"/>
                </a:lnTo>
                <a:lnTo>
                  <a:pt x="52" y="393"/>
                </a:lnTo>
                <a:lnTo>
                  <a:pt x="53" y="393"/>
                </a:lnTo>
                <a:lnTo>
                  <a:pt x="54" y="393"/>
                </a:lnTo>
                <a:lnTo>
                  <a:pt x="55" y="393"/>
                </a:lnTo>
                <a:lnTo>
                  <a:pt x="55" y="392"/>
                </a:lnTo>
                <a:lnTo>
                  <a:pt x="55" y="391"/>
                </a:lnTo>
                <a:lnTo>
                  <a:pt x="56" y="391"/>
                </a:lnTo>
                <a:lnTo>
                  <a:pt x="56" y="390"/>
                </a:lnTo>
                <a:lnTo>
                  <a:pt x="56" y="389"/>
                </a:lnTo>
                <a:lnTo>
                  <a:pt x="55" y="389"/>
                </a:lnTo>
                <a:lnTo>
                  <a:pt x="56" y="389"/>
                </a:lnTo>
                <a:lnTo>
                  <a:pt x="56" y="388"/>
                </a:lnTo>
                <a:lnTo>
                  <a:pt x="56" y="387"/>
                </a:lnTo>
                <a:lnTo>
                  <a:pt x="57" y="387"/>
                </a:lnTo>
                <a:lnTo>
                  <a:pt x="57" y="386"/>
                </a:lnTo>
                <a:lnTo>
                  <a:pt x="56" y="386"/>
                </a:lnTo>
                <a:lnTo>
                  <a:pt x="56" y="385"/>
                </a:lnTo>
                <a:lnTo>
                  <a:pt x="56" y="384"/>
                </a:lnTo>
                <a:lnTo>
                  <a:pt x="55" y="384"/>
                </a:lnTo>
                <a:lnTo>
                  <a:pt x="56" y="384"/>
                </a:lnTo>
                <a:lnTo>
                  <a:pt x="55" y="384"/>
                </a:lnTo>
                <a:lnTo>
                  <a:pt x="55" y="383"/>
                </a:lnTo>
                <a:lnTo>
                  <a:pt x="55" y="382"/>
                </a:lnTo>
                <a:lnTo>
                  <a:pt x="54" y="382"/>
                </a:lnTo>
                <a:lnTo>
                  <a:pt x="54" y="381"/>
                </a:lnTo>
                <a:lnTo>
                  <a:pt x="54" y="380"/>
                </a:lnTo>
                <a:lnTo>
                  <a:pt x="55" y="380"/>
                </a:lnTo>
                <a:lnTo>
                  <a:pt x="55" y="379"/>
                </a:lnTo>
                <a:lnTo>
                  <a:pt x="55" y="380"/>
                </a:lnTo>
                <a:lnTo>
                  <a:pt x="55" y="379"/>
                </a:lnTo>
                <a:lnTo>
                  <a:pt x="55" y="380"/>
                </a:lnTo>
                <a:lnTo>
                  <a:pt x="55" y="379"/>
                </a:lnTo>
                <a:lnTo>
                  <a:pt x="56" y="379"/>
                </a:lnTo>
                <a:lnTo>
                  <a:pt x="57" y="379"/>
                </a:lnTo>
                <a:lnTo>
                  <a:pt x="57" y="378"/>
                </a:lnTo>
                <a:lnTo>
                  <a:pt x="57" y="377"/>
                </a:lnTo>
                <a:lnTo>
                  <a:pt x="58" y="377"/>
                </a:lnTo>
                <a:lnTo>
                  <a:pt x="58" y="376"/>
                </a:lnTo>
                <a:lnTo>
                  <a:pt x="59" y="376"/>
                </a:lnTo>
                <a:lnTo>
                  <a:pt x="59" y="375"/>
                </a:lnTo>
                <a:lnTo>
                  <a:pt x="59" y="374"/>
                </a:lnTo>
                <a:lnTo>
                  <a:pt x="59" y="373"/>
                </a:lnTo>
                <a:lnTo>
                  <a:pt x="59" y="372"/>
                </a:lnTo>
                <a:lnTo>
                  <a:pt x="59" y="371"/>
                </a:lnTo>
                <a:lnTo>
                  <a:pt x="58" y="371"/>
                </a:lnTo>
                <a:lnTo>
                  <a:pt x="58" y="370"/>
                </a:lnTo>
                <a:lnTo>
                  <a:pt x="58" y="369"/>
                </a:lnTo>
                <a:lnTo>
                  <a:pt x="57" y="369"/>
                </a:lnTo>
                <a:lnTo>
                  <a:pt x="58" y="369"/>
                </a:lnTo>
                <a:lnTo>
                  <a:pt x="59" y="369"/>
                </a:lnTo>
                <a:lnTo>
                  <a:pt x="59" y="370"/>
                </a:lnTo>
                <a:lnTo>
                  <a:pt x="60" y="370"/>
                </a:lnTo>
                <a:lnTo>
                  <a:pt x="61" y="370"/>
                </a:lnTo>
                <a:lnTo>
                  <a:pt x="61" y="369"/>
                </a:lnTo>
                <a:lnTo>
                  <a:pt x="61" y="370"/>
                </a:lnTo>
                <a:lnTo>
                  <a:pt x="62" y="370"/>
                </a:lnTo>
                <a:lnTo>
                  <a:pt x="63" y="370"/>
                </a:lnTo>
                <a:lnTo>
                  <a:pt x="63" y="371"/>
                </a:lnTo>
                <a:lnTo>
                  <a:pt x="64" y="371"/>
                </a:lnTo>
                <a:lnTo>
                  <a:pt x="64" y="370"/>
                </a:lnTo>
                <a:lnTo>
                  <a:pt x="65" y="370"/>
                </a:lnTo>
                <a:lnTo>
                  <a:pt x="65" y="371"/>
                </a:lnTo>
                <a:lnTo>
                  <a:pt x="66" y="371"/>
                </a:lnTo>
                <a:lnTo>
                  <a:pt x="66" y="372"/>
                </a:lnTo>
                <a:lnTo>
                  <a:pt x="67" y="372"/>
                </a:lnTo>
                <a:lnTo>
                  <a:pt x="67" y="373"/>
                </a:lnTo>
                <a:lnTo>
                  <a:pt x="68" y="373"/>
                </a:lnTo>
                <a:lnTo>
                  <a:pt x="68" y="374"/>
                </a:lnTo>
                <a:lnTo>
                  <a:pt x="69" y="374"/>
                </a:lnTo>
                <a:lnTo>
                  <a:pt x="69" y="375"/>
                </a:lnTo>
                <a:lnTo>
                  <a:pt x="69" y="376"/>
                </a:lnTo>
                <a:lnTo>
                  <a:pt x="70" y="376"/>
                </a:lnTo>
                <a:lnTo>
                  <a:pt x="70" y="377"/>
                </a:lnTo>
                <a:lnTo>
                  <a:pt x="71" y="377"/>
                </a:lnTo>
                <a:lnTo>
                  <a:pt x="71" y="376"/>
                </a:lnTo>
                <a:lnTo>
                  <a:pt x="71" y="375"/>
                </a:lnTo>
                <a:lnTo>
                  <a:pt x="72" y="375"/>
                </a:lnTo>
                <a:lnTo>
                  <a:pt x="73" y="375"/>
                </a:lnTo>
                <a:lnTo>
                  <a:pt x="73" y="374"/>
                </a:lnTo>
                <a:lnTo>
                  <a:pt x="74" y="374"/>
                </a:lnTo>
                <a:lnTo>
                  <a:pt x="75" y="374"/>
                </a:lnTo>
                <a:lnTo>
                  <a:pt x="75" y="373"/>
                </a:lnTo>
                <a:lnTo>
                  <a:pt x="76" y="373"/>
                </a:lnTo>
                <a:lnTo>
                  <a:pt x="76" y="372"/>
                </a:lnTo>
                <a:lnTo>
                  <a:pt x="77" y="372"/>
                </a:lnTo>
                <a:lnTo>
                  <a:pt x="78" y="372"/>
                </a:lnTo>
                <a:lnTo>
                  <a:pt x="79" y="372"/>
                </a:lnTo>
                <a:lnTo>
                  <a:pt x="79" y="371"/>
                </a:lnTo>
                <a:lnTo>
                  <a:pt x="79" y="370"/>
                </a:lnTo>
                <a:lnTo>
                  <a:pt x="79" y="369"/>
                </a:lnTo>
                <a:lnTo>
                  <a:pt x="79" y="368"/>
                </a:lnTo>
                <a:lnTo>
                  <a:pt x="79" y="367"/>
                </a:lnTo>
                <a:lnTo>
                  <a:pt x="79" y="366"/>
                </a:lnTo>
                <a:lnTo>
                  <a:pt x="79" y="365"/>
                </a:lnTo>
                <a:lnTo>
                  <a:pt x="80" y="365"/>
                </a:lnTo>
                <a:lnTo>
                  <a:pt x="80" y="364"/>
                </a:lnTo>
                <a:lnTo>
                  <a:pt x="81" y="364"/>
                </a:lnTo>
                <a:lnTo>
                  <a:pt x="81" y="363"/>
                </a:lnTo>
                <a:lnTo>
                  <a:pt x="82" y="363"/>
                </a:lnTo>
                <a:lnTo>
                  <a:pt x="83" y="363"/>
                </a:lnTo>
                <a:lnTo>
                  <a:pt x="84" y="363"/>
                </a:lnTo>
                <a:lnTo>
                  <a:pt x="84" y="362"/>
                </a:lnTo>
                <a:lnTo>
                  <a:pt x="84" y="361"/>
                </a:lnTo>
                <a:lnTo>
                  <a:pt x="85" y="361"/>
                </a:lnTo>
                <a:lnTo>
                  <a:pt x="85" y="360"/>
                </a:lnTo>
                <a:lnTo>
                  <a:pt x="84" y="360"/>
                </a:lnTo>
                <a:lnTo>
                  <a:pt x="84" y="359"/>
                </a:lnTo>
                <a:lnTo>
                  <a:pt x="84" y="358"/>
                </a:lnTo>
                <a:lnTo>
                  <a:pt x="84" y="357"/>
                </a:lnTo>
                <a:lnTo>
                  <a:pt x="85" y="357"/>
                </a:lnTo>
                <a:lnTo>
                  <a:pt x="85" y="356"/>
                </a:lnTo>
                <a:lnTo>
                  <a:pt x="86" y="356"/>
                </a:lnTo>
                <a:lnTo>
                  <a:pt x="86" y="355"/>
                </a:lnTo>
                <a:lnTo>
                  <a:pt x="86" y="354"/>
                </a:lnTo>
                <a:lnTo>
                  <a:pt x="85" y="354"/>
                </a:lnTo>
                <a:lnTo>
                  <a:pt x="85" y="353"/>
                </a:lnTo>
                <a:lnTo>
                  <a:pt x="85" y="352"/>
                </a:lnTo>
                <a:lnTo>
                  <a:pt x="86" y="352"/>
                </a:lnTo>
                <a:lnTo>
                  <a:pt x="87" y="352"/>
                </a:lnTo>
                <a:lnTo>
                  <a:pt x="87" y="351"/>
                </a:lnTo>
                <a:lnTo>
                  <a:pt x="87" y="350"/>
                </a:lnTo>
                <a:lnTo>
                  <a:pt x="88" y="349"/>
                </a:lnTo>
                <a:lnTo>
                  <a:pt x="89" y="349"/>
                </a:lnTo>
                <a:lnTo>
                  <a:pt x="89" y="348"/>
                </a:lnTo>
                <a:lnTo>
                  <a:pt x="89" y="347"/>
                </a:lnTo>
                <a:lnTo>
                  <a:pt x="90" y="347"/>
                </a:lnTo>
                <a:lnTo>
                  <a:pt x="90" y="346"/>
                </a:lnTo>
                <a:lnTo>
                  <a:pt x="91" y="346"/>
                </a:lnTo>
                <a:lnTo>
                  <a:pt x="92" y="346"/>
                </a:lnTo>
                <a:lnTo>
                  <a:pt x="92" y="347"/>
                </a:lnTo>
                <a:lnTo>
                  <a:pt x="92" y="346"/>
                </a:lnTo>
                <a:lnTo>
                  <a:pt x="93" y="346"/>
                </a:lnTo>
                <a:lnTo>
                  <a:pt x="93" y="347"/>
                </a:lnTo>
                <a:lnTo>
                  <a:pt x="94" y="347"/>
                </a:lnTo>
                <a:lnTo>
                  <a:pt x="94" y="348"/>
                </a:lnTo>
                <a:lnTo>
                  <a:pt x="95" y="348"/>
                </a:lnTo>
                <a:lnTo>
                  <a:pt x="96" y="348"/>
                </a:lnTo>
                <a:lnTo>
                  <a:pt x="96" y="349"/>
                </a:lnTo>
                <a:lnTo>
                  <a:pt x="97" y="349"/>
                </a:lnTo>
                <a:lnTo>
                  <a:pt x="97" y="350"/>
                </a:lnTo>
                <a:lnTo>
                  <a:pt x="97" y="349"/>
                </a:lnTo>
                <a:lnTo>
                  <a:pt x="97" y="350"/>
                </a:lnTo>
                <a:lnTo>
                  <a:pt x="98" y="350"/>
                </a:lnTo>
                <a:lnTo>
                  <a:pt x="99" y="350"/>
                </a:lnTo>
                <a:lnTo>
                  <a:pt x="99" y="351"/>
                </a:lnTo>
                <a:lnTo>
                  <a:pt x="100" y="351"/>
                </a:lnTo>
                <a:lnTo>
                  <a:pt x="100" y="350"/>
                </a:lnTo>
                <a:lnTo>
                  <a:pt x="101" y="350"/>
                </a:lnTo>
                <a:lnTo>
                  <a:pt x="101" y="349"/>
                </a:lnTo>
                <a:lnTo>
                  <a:pt x="102" y="349"/>
                </a:lnTo>
                <a:lnTo>
                  <a:pt x="103" y="349"/>
                </a:lnTo>
                <a:lnTo>
                  <a:pt x="103" y="348"/>
                </a:lnTo>
                <a:lnTo>
                  <a:pt x="104" y="348"/>
                </a:lnTo>
                <a:lnTo>
                  <a:pt x="104" y="347"/>
                </a:lnTo>
                <a:lnTo>
                  <a:pt x="104" y="346"/>
                </a:lnTo>
                <a:lnTo>
                  <a:pt x="105" y="346"/>
                </a:lnTo>
                <a:lnTo>
                  <a:pt x="106" y="346"/>
                </a:lnTo>
                <a:lnTo>
                  <a:pt x="106" y="345"/>
                </a:lnTo>
                <a:lnTo>
                  <a:pt x="106" y="344"/>
                </a:lnTo>
                <a:lnTo>
                  <a:pt x="106" y="343"/>
                </a:lnTo>
                <a:lnTo>
                  <a:pt x="106" y="342"/>
                </a:lnTo>
                <a:lnTo>
                  <a:pt x="106" y="341"/>
                </a:lnTo>
                <a:lnTo>
                  <a:pt x="106" y="340"/>
                </a:lnTo>
                <a:lnTo>
                  <a:pt x="105" y="340"/>
                </a:lnTo>
                <a:lnTo>
                  <a:pt x="105" y="339"/>
                </a:lnTo>
                <a:lnTo>
                  <a:pt x="104" y="339"/>
                </a:lnTo>
                <a:lnTo>
                  <a:pt x="104" y="338"/>
                </a:lnTo>
                <a:lnTo>
                  <a:pt x="104" y="337"/>
                </a:lnTo>
                <a:lnTo>
                  <a:pt x="104" y="336"/>
                </a:lnTo>
                <a:lnTo>
                  <a:pt x="103" y="336"/>
                </a:lnTo>
                <a:lnTo>
                  <a:pt x="102" y="336"/>
                </a:lnTo>
                <a:lnTo>
                  <a:pt x="102" y="335"/>
                </a:lnTo>
                <a:lnTo>
                  <a:pt x="102" y="334"/>
                </a:lnTo>
                <a:lnTo>
                  <a:pt x="102" y="335"/>
                </a:lnTo>
                <a:lnTo>
                  <a:pt x="101" y="334"/>
                </a:lnTo>
                <a:lnTo>
                  <a:pt x="101" y="333"/>
                </a:lnTo>
                <a:lnTo>
                  <a:pt x="100" y="333"/>
                </a:lnTo>
                <a:lnTo>
                  <a:pt x="99" y="333"/>
                </a:lnTo>
                <a:lnTo>
                  <a:pt x="98" y="333"/>
                </a:lnTo>
                <a:lnTo>
                  <a:pt x="98" y="332"/>
                </a:lnTo>
                <a:lnTo>
                  <a:pt x="98" y="331"/>
                </a:lnTo>
                <a:lnTo>
                  <a:pt x="97" y="331"/>
                </a:lnTo>
                <a:lnTo>
                  <a:pt x="97" y="330"/>
                </a:lnTo>
                <a:lnTo>
                  <a:pt x="98" y="330"/>
                </a:lnTo>
                <a:lnTo>
                  <a:pt x="97" y="329"/>
                </a:lnTo>
                <a:lnTo>
                  <a:pt x="97" y="328"/>
                </a:lnTo>
                <a:lnTo>
                  <a:pt x="97" y="327"/>
                </a:lnTo>
                <a:lnTo>
                  <a:pt x="97" y="326"/>
                </a:lnTo>
                <a:lnTo>
                  <a:pt x="97" y="325"/>
                </a:lnTo>
                <a:lnTo>
                  <a:pt x="97" y="324"/>
                </a:lnTo>
                <a:lnTo>
                  <a:pt x="96" y="324"/>
                </a:lnTo>
                <a:lnTo>
                  <a:pt x="96" y="323"/>
                </a:lnTo>
                <a:lnTo>
                  <a:pt x="95" y="323"/>
                </a:lnTo>
                <a:lnTo>
                  <a:pt x="95" y="322"/>
                </a:lnTo>
                <a:lnTo>
                  <a:pt x="95" y="321"/>
                </a:lnTo>
                <a:lnTo>
                  <a:pt x="95" y="320"/>
                </a:lnTo>
                <a:lnTo>
                  <a:pt x="94" y="320"/>
                </a:lnTo>
                <a:lnTo>
                  <a:pt x="94" y="319"/>
                </a:lnTo>
                <a:lnTo>
                  <a:pt x="95" y="319"/>
                </a:lnTo>
                <a:lnTo>
                  <a:pt x="94" y="319"/>
                </a:lnTo>
                <a:lnTo>
                  <a:pt x="94" y="318"/>
                </a:lnTo>
                <a:lnTo>
                  <a:pt x="95" y="318"/>
                </a:lnTo>
                <a:lnTo>
                  <a:pt x="95" y="317"/>
                </a:lnTo>
                <a:lnTo>
                  <a:pt x="95" y="316"/>
                </a:lnTo>
                <a:lnTo>
                  <a:pt x="96" y="316"/>
                </a:lnTo>
                <a:lnTo>
                  <a:pt x="96" y="317"/>
                </a:lnTo>
                <a:lnTo>
                  <a:pt x="97" y="317"/>
                </a:lnTo>
                <a:lnTo>
                  <a:pt x="98" y="317"/>
                </a:lnTo>
                <a:lnTo>
                  <a:pt x="98" y="316"/>
                </a:lnTo>
                <a:lnTo>
                  <a:pt x="99" y="316"/>
                </a:lnTo>
                <a:lnTo>
                  <a:pt x="99" y="315"/>
                </a:lnTo>
                <a:lnTo>
                  <a:pt x="100" y="315"/>
                </a:lnTo>
                <a:lnTo>
                  <a:pt x="101" y="315"/>
                </a:lnTo>
                <a:lnTo>
                  <a:pt x="101" y="316"/>
                </a:lnTo>
                <a:lnTo>
                  <a:pt x="102" y="316"/>
                </a:lnTo>
                <a:lnTo>
                  <a:pt x="102" y="317"/>
                </a:lnTo>
                <a:lnTo>
                  <a:pt x="102" y="318"/>
                </a:lnTo>
                <a:lnTo>
                  <a:pt x="102" y="319"/>
                </a:lnTo>
                <a:lnTo>
                  <a:pt x="102" y="320"/>
                </a:lnTo>
                <a:lnTo>
                  <a:pt x="102" y="321"/>
                </a:lnTo>
                <a:lnTo>
                  <a:pt x="103" y="321"/>
                </a:lnTo>
                <a:lnTo>
                  <a:pt x="103" y="320"/>
                </a:lnTo>
                <a:lnTo>
                  <a:pt x="104" y="320"/>
                </a:lnTo>
                <a:lnTo>
                  <a:pt x="104" y="319"/>
                </a:lnTo>
                <a:lnTo>
                  <a:pt x="105" y="319"/>
                </a:lnTo>
                <a:lnTo>
                  <a:pt x="106" y="319"/>
                </a:lnTo>
                <a:lnTo>
                  <a:pt x="106" y="318"/>
                </a:lnTo>
                <a:lnTo>
                  <a:pt x="107" y="318"/>
                </a:lnTo>
                <a:lnTo>
                  <a:pt x="107" y="317"/>
                </a:lnTo>
                <a:lnTo>
                  <a:pt x="107" y="316"/>
                </a:lnTo>
                <a:lnTo>
                  <a:pt x="106" y="316"/>
                </a:lnTo>
                <a:lnTo>
                  <a:pt x="106" y="315"/>
                </a:lnTo>
                <a:lnTo>
                  <a:pt x="106" y="314"/>
                </a:lnTo>
                <a:lnTo>
                  <a:pt x="107" y="314"/>
                </a:lnTo>
                <a:lnTo>
                  <a:pt x="108" y="314"/>
                </a:lnTo>
                <a:lnTo>
                  <a:pt x="108" y="313"/>
                </a:lnTo>
                <a:lnTo>
                  <a:pt x="108" y="312"/>
                </a:lnTo>
                <a:lnTo>
                  <a:pt x="109" y="312"/>
                </a:lnTo>
                <a:lnTo>
                  <a:pt x="109" y="311"/>
                </a:lnTo>
                <a:lnTo>
                  <a:pt x="108" y="311"/>
                </a:lnTo>
                <a:lnTo>
                  <a:pt x="108" y="310"/>
                </a:lnTo>
                <a:lnTo>
                  <a:pt x="108" y="309"/>
                </a:lnTo>
                <a:lnTo>
                  <a:pt x="108" y="308"/>
                </a:lnTo>
                <a:lnTo>
                  <a:pt x="107" y="308"/>
                </a:lnTo>
                <a:lnTo>
                  <a:pt x="107" y="307"/>
                </a:lnTo>
                <a:lnTo>
                  <a:pt x="107" y="306"/>
                </a:lnTo>
                <a:lnTo>
                  <a:pt x="106" y="306"/>
                </a:lnTo>
                <a:lnTo>
                  <a:pt x="105" y="306"/>
                </a:lnTo>
                <a:lnTo>
                  <a:pt x="104" y="306"/>
                </a:lnTo>
                <a:lnTo>
                  <a:pt x="103" y="306"/>
                </a:lnTo>
                <a:lnTo>
                  <a:pt x="103" y="305"/>
                </a:lnTo>
                <a:lnTo>
                  <a:pt x="104" y="305"/>
                </a:lnTo>
                <a:lnTo>
                  <a:pt x="104" y="304"/>
                </a:lnTo>
                <a:lnTo>
                  <a:pt x="104" y="303"/>
                </a:lnTo>
                <a:lnTo>
                  <a:pt x="104" y="302"/>
                </a:lnTo>
                <a:lnTo>
                  <a:pt x="103" y="302"/>
                </a:lnTo>
                <a:lnTo>
                  <a:pt x="104" y="302"/>
                </a:lnTo>
                <a:lnTo>
                  <a:pt x="104" y="301"/>
                </a:lnTo>
                <a:lnTo>
                  <a:pt x="104" y="300"/>
                </a:lnTo>
                <a:lnTo>
                  <a:pt x="104" y="299"/>
                </a:lnTo>
                <a:lnTo>
                  <a:pt x="105" y="298"/>
                </a:lnTo>
                <a:lnTo>
                  <a:pt x="106" y="298"/>
                </a:lnTo>
                <a:lnTo>
                  <a:pt x="106" y="297"/>
                </a:lnTo>
                <a:lnTo>
                  <a:pt x="106" y="296"/>
                </a:lnTo>
                <a:lnTo>
                  <a:pt x="107" y="296"/>
                </a:lnTo>
                <a:lnTo>
                  <a:pt x="108" y="296"/>
                </a:lnTo>
                <a:lnTo>
                  <a:pt x="108" y="295"/>
                </a:lnTo>
                <a:lnTo>
                  <a:pt x="109" y="295"/>
                </a:lnTo>
                <a:lnTo>
                  <a:pt x="109" y="294"/>
                </a:lnTo>
                <a:lnTo>
                  <a:pt x="108" y="294"/>
                </a:lnTo>
                <a:lnTo>
                  <a:pt x="108" y="293"/>
                </a:lnTo>
                <a:lnTo>
                  <a:pt x="108" y="292"/>
                </a:lnTo>
                <a:lnTo>
                  <a:pt x="108" y="291"/>
                </a:lnTo>
                <a:lnTo>
                  <a:pt x="109" y="291"/>
                </a:lnTo>
                <a:lnTo>
                  <a:pt x="109" y="290"/>
                </a:lnTo>
                <a:lnTo>
                  <a:pt x="110" y="290"/>
                </a:lnTo>
                <a:lnTo>
                  <a:pt x="109" y="290"/>
                </a:lnTo>
                <a:lnTo>
                  <a:pt x="109" y="289"/>
                </a:lnTo>
                <a:lnTo>
                  <a:pt x="110" y="289"/>
                </a:lnTo>
                <a:lnTo>
                  <a:pt x="110" y="288"/>
                </a:lnTo>
                <a:lnTo>
                  <a:pt x="110" y="287"/>
                </a:lnTo>
                <a:lnTo>
                  <a:pt x="109" y="286"/>
                </a:lnTo>
                <a:lnTo>
                  <a:pt x="109" y="285"/>
                </a:lnTo>
                <a:lnTo>
                  <a:pt x="110" y="285"/>
                </a:lnTo>
                <a:lnTo>
                  <a:pt x="110" y="284"/>
                </a:lnTo>
                <a:lnTo>
                  <a:pt x="110" y="283"/>
                </a:lnTo>
                <a:lnTo>
                  <a:pt x="110" y="282"/>
                </a:lnTo>
                <a:lnTo>
                  <a:pt x="110" y="281"/>
                </a:lnTo>
                <a:lnTo>
                  <a:pt x="110" y="280"/>
                </a:lnTo>
                <a:lnTo>
                  <a:pt x="111" y="280"/>
                </a:lnTo>
                <a:lnTo>
                  <a:pt x="111" y="279"/>
                </a:lnTo>
                <a:lnTo>
                  <a:pt x="110" y="279"/>
                </a:lnTo>
                <a:lnTo>
                  <a:pt x="110" y="278"/>
                </a:lnTo>
                <a:lnTo>
                  <a:pt x="110" y="277"/>
                </a:lnTo>
                <a:lnTo>
                  <a:pt x="110" y="276"/>
                </a:lnTo>
                <a:lnTo>
                  <a:pt x="110" y="275"/>
                </a:lnTo>
                <a:lnTo>
                  <a:pt x="110" y="274"/>
                </a:lnTo>
                <a:lnTo>
                  <a:pt x="110" y="273"/>
                </a:lnTo>
                <a:lnTo>
                  <a:pt x="110" y="272"/>
                </a:lnTo>
                <a:lnTo>
                  <a:pt x="111" y="272"/>
                </a:lnTo>
                <a:lnTo>
                  <a:pt x="112" y="272"/>
                </a:lnTo>
                <a:lnTo>
                  <a:pt x="112" y="271"/>
                </a:lnTo>
                <a:lnTo>
                  <a:pt x="112" y="270"/>
                </a:lnTo>
                <a:lnTo>
                  <a:pt x="113" y="270"/>
                </a:lnTo>
                <a:lnTo>
                  <a:pt x="113" y="269"/>
                </a:lnTo>
                <a:lnTo>
                  <a:pt x="113" y="268"/>
                </a:lnTo>
                <a:lnTo>
                  <a:pt x="112" y="268"/>
                </a:lnTo>
                <a:lnTo>
                  <a:pt x="112" y="267"/>
                </a:lnTo>
                <a:lnTo>
                  <a:pt x="113" y="267"/>
                </a:lnTo>
                <a:lnTo>
                  <a:pt x="113" y="266"/>
                </a:lnTo>
                <a:lnTo>
                  <a:pt x="112" y="266"/>
                </a:lnTo>
                <a:lnTo>
                  <a:pt x="112" y="265"/>
                </a:lnTo>
                <a:lnTo>
                  <a:pt x="112" y="264"/>
                </a:lnTo>
                <a:lnTo>
                  <a:pt x="111" y="264"/>
                </a:lnTo>
                <a:lnTo>
                  <a:pt x="111" y="263"/>
                </a:lnTo>
                <a:lnTo>
                  <a:pt x="111" y="262"/>
                </a:lnTo>
                <a:lnTo>
                  <a:pt x="112" y="262"/>
                </a:lnTo>
                <a:lnTo>
                  <a:pt x="111" y="262"/>
                </a:lnTo>
                <a:lnTo>
                  <a:pt x="111" y="261"/>
                </a:lnTo>
                <a:lnTo>
                  <a:pt x="112" y="261"/>
                </a:lnTo>
                <a:lnTo>
                  <a:pt x="112" y="260"/>
                </a:lnTo>
                <a:lnTo>
                  <a:pt x="111" y="260"/>
                </a:lnTo>
                <a:lnTo>
                  <a:pt x="110" y="260"/>
                </a:lnTo>
                <a:lnTo>
                  <a:pt x="110" y="259"/>
                </a:lnTo>
                <a:lnTo>
                  <a:pt x="110" y="258"/>
                </a:lnTo>
                <a:lnTo>
                  <a:pt x="109" y="258"/>
                </a:lnTo>
                <a:lnTo>
                  <a:pt x="109" y="257"/>
                </a:lnTo>
                <a:lnTo>
                  <a:pt x="110" y="257"/>
                </a:lnTo>
                <a:lnTo>
                  <a:pt x="110" y="256"/>
                </a:lnTo>
                <a:lnTo>
                  <a:pt x="110" y="255"/>
                </a:lnTo>
                <a:lnTo>
                  <a:pt x="110" y="254"/>
                </a:lnTo>
                <a:lnTo>
                  <a:pt x="110" y="253"/>
                </a:lnTo>
                <a:lnTo>
                  <a:pt x="111" y="253"/>
                </a:lnTo>
                <a:lnTo>
                  <a:pt x="111" y="252"/>
                </a:lnTo>
                <a:lnTo>
                  <a:pt x="110" y="252"/>
                </a:lnTo>
                <a:lnTo>
                  <a:pt x="111" y="252"/>
                </a:lnTo>
                <a:lnTo>
                  <a:pt x="111" y="250"/>
                </a:lnTo>
                <a:lnTo>
                  <a:pt x="111" y="249"/>
                </a:lnTo>
                <a:lnTo>
                  <a:pt x="111" y="248"/>
                </a:lnTo>
                <a:lnTo>
                  <a:pt x="111" y="247"/>
                </a:lnTo>
                <a:lnTo>
                  <a:pt x="110" y="247"/>
                </a:lnTo>
                <a:lnTo>
                  <a:pt x="110" y="246"/>
                </a:lnTo>
                <a:lnTo>
                  <a:pt x="109" y="245"/>
                </a:lnTo>
                <a:lnTo>
                  <a:pt x="109" y="244"/>
                </a:lnTo>
                <a:lnTo>
                  <a:pt x="108" y="244"/>
                </a:lnTo>
                <a:lnTo>
                  <a:pt x="108" y="243"/>
                </a:lnTo>
                <a:lnTo>
                  <a:pt x="109" y="243"/>
                </a:lnTo>
                <a:lnTo>
                  <a:pt x="109" y="242"/>
                </a:lnTo>
                <a:lnTo>
                  <a:pt x="110" y="242"/>
                </a:lnTo>
                <a:lnTo>
                  <a:pt x="110" y="241"/>
                </a:lnTo>
                <a:lnTo>
                  <a:pt x="111" y="241"/>
                </a:lnTo>
                <a:lnTo>
                  <a:pt x="111" y="240"/>
                </a:lnTo>
                <a:lnTo>
                  <a:pt x="110" y="240"/>
                </a:lnTo>
                <a:lnTo>
                  <a:pt x="110" y="238"/>
                </a:lnTo>
                <a:lnTo>
                  <a:pt x="110" y="237"/>
                </a:lnTo>
                <a:lnTo>
                  <a:pt x="110" y="236"/>
                </a:lnTo>
                <a:lnTo>
                  <a:pt x="110" y="235"/>
                </a:lnTo>
                <a:lnTo>
                  <a:pt x="109" y="235"/>
                </a:lnTo>
                <a:lnTo>
                  <a:pt x="110" y="235"/>
                </a:lnTo>
                <a:lnTo>
                  <a:pt x="110" y="234"/>
                </a:lnTo>
                <a:lnTo>
                  <a:pt x="110" y="233"/>
                </a:lnTo>
                <a:lnTo>
                  <a:pt x="109" y="233"/>
                </a:lnTo>
                <a:lnTo>
                  <a:pt x="110" y="233"/>
                </a:lnTo>
                <a:lnTo>
                  <a:pt x="109" y="233"/>
                </a:lnTo>
                <a:lnTo>
                  <a:pt x="109" y="232"/>
                </a:lnTo>
                <a:lnTo>
                  <a:pt x="109" y="231"/>
                </a:lnTo>
                <a:lnTo>
                  <a:pt x="109" y="230"/>
                </a:lnTo>
                <a:lnTo>
                  <a:pt x="109" y="229"/>
                </a:lnTo>
                <a:lnTo>
                  <a:pt x="109" y="228"/>
                </a:lnTo>
                <a:lnTo>
                  <a:pt x="108" y="228"/>
                </a:lnTo>
                <a:lnTo>
                  <a:pt x="109" y="228"/>
                </a:lnTo>
                <a:lnTo>
                  <a:pt x="109" y="227"/>
                </a:lnTo>
                <a:lnTo>
                  <a:pt x="110" y="227"/>
                </a:lnTo>
                <a:lnTo>
                  <a:pt x="110" y="226"/>
                </a:lnTo>
                <a:lnTo>
                  <a:pt x="111" y="226"/>
                </a:lnTo>
                <a:lnTo>
                  <a:pt x="111" y="225"/>
                </a:lnTo>
                <a:lnTo>
                  <a:pt x="111" y="224"/>
                </a:lnTo>
                <a:lnTo>
                  <a:pt x="112" y="224"/>
                </a:lnTo>
                <a:lnTo>
                  <a:pt x="111" y="224"/>
                </a:lnTo>
                <a:lnTo>
                  <a:pt x="111" y="223"/>
                </a:lnTo>
                <a:lnTo>
                  <a:pt x="111" y="222"/>
                </a:lnTo>
                <a:lnTo>
                  <a:pt x="110" y="222"/>
                </a:lnTo>
                <a:lnTo>
                  <a:pt x="110" y="221"/>
                </a:lnTo>
                <a:lnTo>
                  <a:pt x="109" y="221"/>
                </a:lnTo>
                <a:lnTo>
                  <a:pt x="108" y="221"/>
                </a:lnTo>
                <a:lnTo>
                  <a:pt x="107" y="221"/>
                </a:lnTo>
                <a:lnTo>
                  <a:pt x="107" y="220"/>
                </a:lnTo>
                <a:lnTo>
                  <a:pt x="107" y="219"/>
                </a:lnTo>
                <a:lnTo>
                  <a:pt x="107" y="218"/>
                </a:lnTo>
                <a:lnTo>
                  <a:pt x="106" y="218"/>
                </a:lnTo>
                <a:lnTo>
                  <a:pt x="106" y="217"/>
                </a:lnTo>
                <a:lnTo>
                  <a:pt x="107" y="217"/>
                </a:lnTo>
                <a:lnTo>
                  <a:pt x="107" y="216"/>
                </a:lnTo>
                <a:lnTo>
                  <a:pt x="107" y="215"/>
                </a:lnTo>
                <a:lnTo>
                  <a:pt x="106" y="215"/>
                </a:lnTo>
                <a:lnTo>
                  <a:pt x="106" y="214"/>
                </a:lnTo>
                <a:lnTo>
                  <a:pt x="107" y="214"/>
                </a:lnTo>
                <a:lnTo>
                  <a:pt x="107" y="213"/>
                </a:lnTo>
                <a:lnTo>
                  <a:pt x="106" y="213"/>
                </a:lnTo>
                <a:lnTo>
                  <a:pt x="106" y="212"/>
                </a:lnTo>
                <a:lnTo>
                  <a:pt x="106" y="211"/>
                </a:lnTo>
                <a:lnTo>
                  <a:pt x="106" y="210"/>
                </a:lnTo>
                <a:lnTo>
                  <a:pt x="106" y="209"/>
                </a:lnTo>
                <a:lnTo>
                  <a:pt x="105" y="209"/>
                </a:lnTo>
                <a:lnTo>
                  <a:pt x="105" y="208"/>
                </a:lnTo>
                <a:lnTo>
                  <a:pt x="105" y="207"/>
                </a:lnTo>
                <a:lnTo>
                  <a:pt x="105" y="206"/>
                </a:lnTo>
                <a:lnTo>
                  <a:pt x="106" y="206"/>
                </a:lnTo>
                <a:lnTo>
                  <a:pt x="107" y="206"/>
                </a:lnTo>
                <a:lnTo>
                  <a:pt x="107" y="205"/>
                </a:lnTo>
                <a:lnTo>
                  <a:pt x="108" y="205"/>
                </a:lnTo>
                <a:lnTo>
                  <a:pt x="107" y="204"/>
                </a:lnTo>
                <a:lnTo>
                  <a:pt x="108" y="204"/>
                </a:lnTo>
                <a:lnTo>
                  <a:pt x="108" y="203"/>
                </a:lnTo>
                <a:lnTo>
                  <a:pt x="108" y="202"/>
                </a:lnTo>
                <a:lnTo>
                  <a:pt x="107" y="202"/>
                </a:lnTo>
                <a:lnTo>
                  <a:pt x="107" y="201"/>
                </a:lnTo>
                <a:lnTo>
                  <a:pt x="107" y="200"/>
                </a:lnTo>
                <a:lnTo>
                  <a:pt x="108" y="200"/>
                </a:lnTo>
                <a:lnTo>
                  <a:pt x="108" y="199"/>
                </a:lnTo>
                <a:lnTo>
                  <a:pt x="109" y="199"/>
                </a:lnTo>
                <a:lnTo>
                  <a:pt x="109" y="198"/>
                </a:lnTo>
                <a:lnTo>
                  <a:pt x="108" y="198"/>
                </a:lnTo>
                <a:lnTo>
                  <a:pt x="108" y="197"/>
                </a:lnTo>
                <a:lnTo>
                  <a:pt x="109" y="197"/>
                </a:lnTo>
                <a:lnTo>
                  <a:pt x="109" y="196"/>
                </a:lnTo>
                <a:lnTo>
                  <a:pt x="109" y="195"/>
                </a:lnTo>
                <a:lnTo>
                  <a:pt x="109" y="194"/>
                </a:lnTo>
                <a:lnTo>
                  <a:pt x="108" y="194"/>
                </a:lnTo>
                <a:lnTo>
                  <a:pt x="108" y="193"/>
                </a:lnTo>
                <a:lnTo>
                  <a:pt x="109" y="193"/>
                </a:lnTo>
                <a:lnTo>
                  <a:pt x="109" y="192"/>
                </a:lnTo>
                <a:lnTo>
                  <a:pt x="108" y="192"/>
                </a:lnTo>
                <a:lnTo>
                  <a:pt x="107" y="192"/>
                </a:lnTo>
                <a:lnTo>
                  <a:pt x="107" y="191"/>
                </a:lnTo>
                <a:lnTo>
                  <a:pt x="106" y="191"/>
                </a:lnTo>
                <a:lnTo>
                  <a:pt x="106" y="190"/>
                </a:lnTo>
                <a:lnTo>
                  <a:pt x="106" y="189"/>
                </a:lnTo>
                <a:lnTo>
                  <a:pt x="105" y="189"/>
                </a:lnTo>
                <a:lnTo>
                  <a:pt x="106" y="189"/>
                </a:lnTo>
                <a:lnTo>
                  <a:pt x="106" y="187"/>
                </a:lnTo>
                <a:lnTo>
                  <a:pt x="106" y="186"/>
                </a:lnTo>
                <a:lnTo>
                  <a:pt x="105" y="186"/>
                </a:lnTo>
                <a:lnTo>
                  <a:pt x="105" y="185"/>
                </a:lnTo>
                <a:lnTo>
                  <a:pt x="104" y="185"/>
                </a:lnTo>
                <a:lnTo>
                  <a:pt x="104" y="184"/>
                </a:lnTo>
                <a:lnTo>
                  <a:pt x="105" y="184"/>
                </a:lnTo>
                <a:lnTo>
                  <a:pt x="105" y="183"/>
                </a:lnTo>
                <a:lnTo>
                  <a:pt x="104" y="183"/>
                </a:lnTo>
                <a:lnTo>
                  <a:pt x="104" y="182"/>
                </a:lnTo>
                <a:lnTo>
                  <a:pt x="105" y="182"/>
                </a:lnTo>
                <a:lnTo>
                  <a:pt x="106" y="182"/>
                </a:lnTo>
                <a:lnTo>
                  <a:pt x="106" y="181"/>
                </a:lnTo>
                <a:lnTo>
                  <a:pt x="106" y="180"/>
                </a:lnTo>
                <a:lnTo>
                  <a:pt x="105" y="180"/>
                </a:lnTo>
                <a:lnTo>
                  <a:pt x="105" y="179"/>
                </a:lnTo>
                <a:lnTo>
                  <a:pt x="104" y="179"/>
                </a:lnTo>
                <a:lnTo>
                  <a:pt x="104" y="178"/>
                </a:lnTo>
                <a:lnTo>
                  <a:pt x="104" y="177"/>
                </a:lnTo>
                <a:lnTo>
                  <a:pt x="105" y="177"/>
                </a:lnTo>
                <a:lnTo>
                  <a:pt x="105" y="176"/>
                </a:lnTo>
                <a:lnTo>
                  <a:pt x="105" y="175"/>
                </a:lnTo>
                <a:lnTo>
                  <a:pt x="106" y="175"/>
                </a:lnTo>
                <a:lnTo>
                  <a:pt x="106" y="174"/>
                </a:lnTo>
                <a:lnTo>
                  <a:pt x="106" y="173"/>
                </a:lnTo>
                <a:lnTo>
                  <a:pt x="105" y="173"/>
                </a:lnTo>
                <a:lnTo>
                  <a:pt x="105" y="172"/>
                </a:lnTo>
                <a:lnTo>
                  <a:pt x="106" y="172"/>
                </a:lnTo>
                <a:lnTo>
                  <a:pt x="106" y="171"/>
                </a:lnTo>
                <a:lnTo>
                  <a:pt x="106" y="170"/>
                </a:lnTo>
                <a:lnTo>
                  <a:pt x="105" y="170"/>
                </a:lnTo>
                <a:lnTo>
                  <a:pt x="105" y="171"/>
                </a:lnTo>
                <a:lnTo>
                  <a:pt x="105" y="170"/>
                </a:lnTo>
                <a:lnTo>
                  <a:pt x="104" y="170"/>
                </a:lnTo>
                <a:lnTo>
                  <a:pt x="104" y="169"/>
                </a:lnTo>
                <a:lnTo>
                  <a:pt x="103" y="169"/>
                </a:lnTo>
                <a:lnTo>
                  <a:pt x="103" y="168"/>
                </a:lnTo>
                <a:lnTo>
                  <a:pt x="102" y="168"/>
                </a:lnTo>
                <a:lnTo>
                  <a:pt x="102" y="169"/>
                </a:lnTo>
                <a:lnTo>
                  <a:pt x="101" y="169"/>
                </a:lnTo>
                <a:lnTo>
                  <a:pt x="101" y="170"/>
                </a:lnTo>
                <a:lnTo>
                  <a:pt x="100" y="170"/>
                </a:lnTo>
                <a:lnTo>
                  <a:pt x="99" y="170"/>
                </a:lnTo>
                <a:lnTo>
                  <a:pt x="99" y="169"/>
                </a:lnTo>
                <a:lnTo>
                  <a:pt x="98" y="169"/>
                </a:lnTo>
                <a:lnTo>
                  <a:pt x="97" y="169"/>
                </a:lnTo>
                <a:lnTo>
                  <a:pt x="96" y="169"/>
                </a:lnTo>
                <a:lnTo>
                  <a:pt x="96" y="170"/>
                </a:lnTo>
                <a:lnTo>
                  <a:pt x="95" y="170"/>
                </a:lnTo>
                <a:lnTo>
                  <a:pt x="95" y="169"/>
                </a:lnTo>
                <a:lnTo>
                  <a:pt x="95" y="168"/>
                </a:lnTo>
                <a:lnTo>
                  <a:pt x="95" y="167"/>
                </a:lnTo>
                <a:lnTo>
                  <a:pt x="95" y="166"/>
                </a:lnTo>
                <a:lnTo>
                  <a:pt x="94" y="166"/>
                </a:lnTo>
                <a:lnTo>
                  <a:pt x="94" y="165"/>
                </a:lnTo>
                <a:lnTo>
                  <a:pt x="94" y="164"/>
                </a:lnTo>
                <a:lnTo>
                  <a:pt x="93" y="164"/>
                </a:lnTo>
                <a:lnTo>
                  <a:pt x="93" y="163"/>
                </a:lnTo>
                <a:lnTo>
                  <a:pt x="93" y="162"/>
                </a:lnTo>
                <a:lnTo>
                  <a:pt x="92" y="162"/>
                </a:lnTo>
                <a:lnTo>
                  <a:pt x="92" y="163"/>
                </a:lnTo>
                <a:lnTo>
                  <a:pt x="91" y="163"/>
                </a:lnTo>
                <a:lnTo>
                  <a:pt x="91" y="164"/>
                </a:lnTo>
                <a:lnTo>
                  <a:pt x="90" y="164"/>
                </a:lnTo>
                <a:lnTo>
                  <a:pt x="90" y="165"/>
                </a:lnTo>
                <a:lnTo>
                  <a:pt x="90" y="164"/>
                </a:lnTo>
                <a:lnTo>
                  <a:pt x="89" y="164"/>
                </a:lnTo>
                <a:lnTo>
                  <a:pt x="88" y="164"/>
                </a:lnTo>
                <a:lnTo>
                  <a:pt x="88" y="163"/>
                </a:lnTo>
                <a:lnTo>
                  <a:pt x="87" y="163"/>
                </a:lnTo>
                <a:lnTo>
                  <a:pt x="86" y="163"/>
                </a:lnTo>
                <a:lnTo>
                  <a:pt x="85" y="163"/>
                </a:lnTo>
                <a:lnTo>
                  <a:pt x="85" y="162"/>
                </a:lnTo>
                <a:lnTo>
                  <a:pt x="84" y="162"/>
                </a:lnTo>
                <a:lnTo>
                  <a:pt x="84" y="161"/>
                </a:lnTo>
                <a:lnTo>
                  <a:pt x="83" y="161"/>
                </a:lnTo>
                <a:lnTo>
                  <a:pt x="83" y="160"/>
                </a:lnTo>
                <a:lnTo>
                  <a:pt x="82" y="160"/>
                </a:lnTo>
                <a:lnTo>
                  <a:pt x="81" y="160"/>
                </a:lnTo>
                <a:lnTo>
                  <a:pt x="81" y="161"/>
                </a:lnTo>
                <a:lnTo>
                  <a:pt x="81" y="162"/>
                </a:lnTo>
                <a:lnTo>
                  <a:pt x="82" y="162"/>
                </a:lnTo>
                <a:lnTo>
                  <a:pt x="81" y="162"/>
                </a:lnTo>
                <a:lnTo>
                  <a:pt x="81" y="163"/>
                </a:lnTo>
                <a:lnTo>
                  <a:pt x="82" y="163"/>
                </a:lnTo>
                <a:lnTo>
                  <a:pt x="82" y="164"/>
                </a:lnTo>
                <a:lnTo>
                  <a:pt x="82" y="165"/>
                </a:lnTo>
                <a:lnTo>
                  <a:pt x="81" y="165"/>
                </a:lnTo>
                <a:lnTo>
                  <a:pt x="81" y="166"/>
                </a:lnTo>
                <a:lnTo>
                  <a:pt x="82" y="166"/>
                </a:lnTo>
                <a:lnTo>
                  <a:pt x="81" y="166"/>
                </a:lnTo>
                <a:lnTo>
                  <a:pt x="82" y="166"/>
                </a:lnTo>
                <a:lnTo>
                  <a:pt x="82" y="167"/>
                </a:lnTo>
                <a:lnTo>
                  <a:pt x="81" y="167"/>
                </a:lnTo>
                <a:lnTo>
                  <a:pt x="81" y="168"/>
                </a:lnTo>
                <a:lnTo>
                  <a:pt x="81" y="169"/>
                </a:lnTo>
                <a:lnTo>
                  <a:pt x="82" y="169"/>
                </a:lnTo>
                <a:lnTo>
                  <a:pt x="82" y="170"/>
                </a:lnTo>
                <a:lnTo>
                  <a:pt x="81" y="170"/>
                </a:lnTo>
                <a:lnTo>
                  <a:pt x="81" y="171"/>
                </a:lnTo>
                <a:lnTo>
                  <a:pt x="81" y="172"/>
                </a:lnTo>
                <a:lnTo>
                  <a:pt x="80" y="172"/>
                </a:lnTo>
                <a:lnTo>
                  <a:pt x="79" y="172"/>
                </a:lnTo>
                <a:lnTo>
                  <a:pt x="79" y="173"/>
                </a:lnTo>
                <a:lnTo>
                  <a:pt x="78" y="173"/>
                </a:lnTo>
                <a:lnTo>
                  <a:pt x="78" y="174"/>
                </a:lnTo>
                <a:lnTo>
                  <a:pt x="78" y="175"/>
                </a:lnTo>
                <a:lnTo>
                  <a:pt x="77" y="175"/>
                </a:lnTo>
                <a:lnTo>
                  <a:pt x="77" y="176"/>
                </a:lnTo>
                <a:lnTo>
                  <a:pt x="76" y="176"/>
                </a:lnTo>
                <a:lnTo>
                  <a:pt x="75" y="176"/>
                </a:lnTo>
                <a:lnTo>
                  <a:pt x="74" y="175"/>
                </a:lnTo>
                <a:lnTo>
                  <a:pt x="74" y="176"/>
                </a:lnTo>
                <a:lnTo>
                  <a:pt x="73" y="176"/>
                </a:lnTo>
                <a:lnTo>
                  <a:pt x="72" y="176"/>
                </a:lnTo>
                <a:lnTo>
                  <a:pt x="72" y="175"/>
                </a:lnTo>
                <a:lnTo>
                  <a:pt x="71" y="175"/>
                </a:lnTo>
                <a:lnTo>
                  <a:pt x="71" y="174"/>
                </a:lnTo>
                <a:lnTo>
                  <a:pt x="71" y="173"/>
                </a:lnTo>
                <a:lnTo>
                  <a:pt x="70" y="173"/>
                </a:lnTo>
                <a:lnTo>
                  <a:pt x="70" y="172"/>
                </a:lnTo>
                <a:lnTo>
                  <a:pt x="70" y="171"/>
                </a:lnTo>
                <a:lnTo>
                  <a:pt x="70" y="170"/>
                </a:lnTo>
                <a:lnTo>
                  <a:pt x="70" y="169"/>
                </a:lnTo>
                <a:lnTo>
                  <a:pt x="70" y="168"/>
                </a:lnTo>
                <a:lnTo>
                  <a:pt x="70" y="167"/>
                </a:lnTo>
                <a:lnTo>
                  <a:pt x="70" y="166"/>
                </a:lnTo>
                <a:lnTo>
                  <a:pt x="69" y="166"/>
                </a:lnTo>
                <a:lnTo>
                  <a:pt x="69" y="165"/>
                </a:lnTo>
                <a:lnTo>
                  <a:pt x="69" y="164"/>
                </a:lnTo>
                <a:lnTo>
                  <a:pt x="70" y="164"/>
                </a:lnTo>
                <a:lnTo>
                  <a:pt x="70" y="163"/>
                </a:lnTo>
                <a:lnTo>
                  <a:pt x="69" y="163"/>
                </a:lnTo>
                <a:lnTo>
                  <a:pt x="68" y="163"/>
                </a:lnTo>
                <a:lnTo>
                  <a:pt x="68" y="162"/>
                </a:lnTo>
                <a:lnTo>
                  <a:pt x="68" y="161"/>
                </a:lnTo>
                <a:lnTo>
                  <a:pt x="67" y="161"/>
                </a:lnTo>
                <a:lnTo>
                  <a:pt x="67" y="160"/>
                </a:lnTo>
                <a:lnTo>
                  <a:pt x="67" y="161"/>
                </a:lnTo>
                <a:lnTo>
                  <a:pt x="66" y="161"/>
                </a:lnTo>
                <a:lnTo>
                  <a:pt x="66" y="160"/>
                </a:lnTo>
                <a:lnTo>
                  <a:pt x="66" y="159"/>
                </a:lnTo>
                <a:lnTo>
                  <a:pt x="65" y="159"/>
                </a:lnTo>
                <a:lnTo>
                  <a:pt x="65" y="158"/>
                </a:lnTo>
                <a:lnTo>
                  <a:pt x="64" y="158"/>
                </a:lnTo>
                <a:lnTo>
                  <a:pt x="64" y="157"/>
                </a:lnTo>
                <a:lnTo>
                  <a:pt x="64" y="156"/>
                </a:lnTo>
                <a:lnTo>
                  <a:pt x="63" y="156"/>
                </a:lnTo>
                <a:lnTo>
                  <a:pt x="63" y="155"/>
                </a:lnTo>
                <a:lnTo>
                  <a:pt x="63" y="154"/>
                </a:lnTo>
                <a:lnTo>
                  <a:pt x="63" y="153"/>
                </a:lnTo>
                <a:lnTo>
                  <a:pt x="64" y="153"/>
                </a:lnTo>
                <a:lnTo>
                  <a:pt x="65" y="153"/>
                </a:lnTo>
                <a:lnTo>
                  <a:pt x="65" y="152"/>
                </a:lnTo>
                <a:lnTo>
                  <a:pt x="64" y="152"/>
                </a:lnTo>
                <a:lnTo>
                  <a:pt x="64" y="151"/>
                </a:lnTo>
                <a:lnTo>
                  <a:pt x="63" y="151"/>
                </a:lnTo>
                <a:lnTo>
                  <a:pt x="62" y="151"/>
                </a:lnTo>
                <a:lnTo>
                  <a:pt x="62" y="150"/>
                </a:lnTo>
                <a:lnTo>
                  <a:pt x="62" y="149"/>
                </a:lnTo>
                <a:lnTo>
                  <a:pt x="62" y="148"/>
                </a:lnTo>
                <a:lnTo>
                  <a:pt x="62" y="147"/>
                </a:lnTo>
                <a:lnTo>
                  <a:pt x="63" y="147"/>
                </a:lnTo>
                <a:lnTo>
                  <a:pt x="63" y="146"/>
                </a:lnTo>
                <a:lnTo>
                  <a:pt x="63" y="145"/>
                </a:lnTo>
                <a:lnTo>
                  <a:pt x="62" y="145"/>
                </a:lnTo>
                <a:lnTo>
                  <a:pt x="61" y="145"/>
                </a:lnTo>
                <a:lnTo>
                  <a:pt x="61" y="144"/>
                </a:lnTo>
                <a:lnTo>
                  <a:pt x="60" y="144"/>
                </a:lnTo>
                <a:lnTo>
                  <a:pt x="59" y="144"/>
                </a:lnTo>
                <a:lnTo>
                  <a:pt x="59" y="143"/>
                </a:lnTo>
                <a:lnTo>
                  <a:pt x="58" y="143"/>
                </a:lnTo>
                <a:lnTo>
                  <a:pt x="58" y="142"/>
                </a:lnTo>
                <a:lnTo>
                  <a:pt x="58" y="141"/>
                </a:lnTo>
                <a:lnTo>
                  <a:pt x="58" y="140"/>
                </a:lnTo>
                <a:lnTo>
                  <a:pt x="59" y="140"/>
                </a:lnTo>
                <a:lnTo>
                  <a:pt x="59" y="139"/>
                </a:lnTo>
                <a:lnTo>
                  <a:pt x="60" y="139"/>
                </a:lnTo>
                <a:lnTo>
                  <a:pt x="61" y="139"/>
                </a:lnTo>
                <a:lnTo>
                  <a:pt x="61" y="138"/>
                </a:lnTo>
                <a:lnTo>
                  <a:pt x="60" y="138"/>
                </a:lnTo>
                <a:lnTo>
                  <a:pt x="61" y="138"/>
                </a:lnTo>
                <a:lnTo>
                  <a:pt x="61" y="137"/>
                </a:lnTo>
                <a:lnTo>
                  <a:pt x="61" y="136"/>
                </a:lnTo>
                <a:lnTo>
                  <a:pt x="60" y="136"/>
                </a:lnTo>
                <a:lnTo>
                  <a:pt x="61" y="136"/>
                </a:lnTo>
                <a:lnTo>
                  <a:pt x="60" y="135"/>
                </a:lnTo>
                <a:lnTo>
                  <a:pt x="60" y="134"/>
                </a:lnTo>
                <a:lnTo>
                  <a:pt x="60" y="133"/>
                </a:lnTo>
                <a:lnTo>
                  <a:pt x="59" y="133"/>
                </a:lnTo>
                <a:lnTo>
                  <a:pt x="59" y="132"/>
                </a:lnTo>
                <a:lnTo>
                  <a:pt x="58" y="132"/>
                </a:lnTo>
                <a:lnTo>
                  <a:pt x="57" y="132"/>
                </a:lnTo>
                <a:lnTo>
                  <a:pt x="56" y="132"/>
                </a:lnTo>
                <a:lnTo>
                  <a:pt x="56" y="131"/>
                </a:lnTo>
                <a:lnTo>
                  <a:pt x="55" y="131"/>
                </a:lnTo>
                <a:lnTo>
                  <a:pt x="55" y="130"/>
                </a:lnTo>
                <a:lnTo>
                  <a:pt x="55" y="129"/>
                </a:lnTo>
                <a:lnTo>
                  <a:pt x="55" y="128"/>
                </a:lnTo>
                <a:lnTo>
                  <a:pt x="54" y="128"/>
                </a:lnTo>
                <a:lnTo>
                  <a:pt x="54" y="127"/>
                </a:lnTo>
                <a:lnTo>
                  <a:pt x="55" y="127"/>
                </a:lnTo>
                <a:lnTo>
                  <a:pt x="55" y="126"/>
                </a:lnTo>
                <a:lnTo>
                  <a:pt x="55" y="125"/>
                </a:lnTo>
                <a:lnTo>
                  <a:pt x="55" y="124"/>
                </a:lnTo>
                <a:lnTo>
                  <a:pt x="55" y="123"/>
                </a:lnTo>
                <a:lnTo>
                  <a:pt x="55" y="122"/>
                </a:lnTo>
                <a:lnTo>
                  <a:pt x="55" y="121"/>
                </a:lnTo>
                <a:lnTo>
                  <a:pt x="56" y="120"/>
                </a:lnTo>
                <a:lnTo>
                  <a:pt x="56" y="119"/>
                </a:lnTo>
                <a:lnTo>
                  <a:pt x="56" y="118"/>
                </a:lnTo>
                <a:lnTo>
                  <a:pt x="57" y="117"/>
                </a:lnTo>
                <a:lnTo>
                  <a:pt x="57" y="116"/>
                </a:lnTo>
                <a:lnTo>
                  <a:pt x="57" y="115"/>
                </a:lnTo>
                <a:lnTo>
                  <a:pt x="56" y="115"/>
                </a:lnTo>
                <a:lnTo>
                  <a:pt x="56" y="114"/>
                </a:lnTo>
                <a:lnTo>
                  <a:pt x="56" y="113"/>
                </a:lnTo>
                <a:lnTo>
                  <a:pt x="55" y="112"/>
                </a:lnTo>
                <a:lnTo>
                  <a:pt x="55" y="111"/>
                </a:lnTo>
                <a:lnTo>
                  <a:pt x="57" y="109"/>
                </a:lnTo>
                <a:lnTo>
                  <a:pt x="58" y="109"/>
                </a:lnTo>
                <a:lnTo>
                  <a:pt x="58" y="108"/>
                </a:lnTo>
                <a:lnTo>
                  <a:pt x="57" y="107"/>
                </a:lnTo>
                <a:lnTo>
                  <a:pt x="57" y="104"/>
                </a:lnTo>
                <a:lnTo>
                  <a:pt x="59" y="104"/>
                </a:lnTo>
                <a:lnTo>
                  <a:pt x="59" y="103"/>
                </a:lnTo>
                <a:lnTo>
                  <a:pt x="61" y="103"/>
                </a:lnTo>
                <a:lnTo>
                  <a:pt x="61" y="104"/>
                </a:lnTo>
                <a:lnTo>
                  <a:pt x="63" y="103"/>
                </a:lnTo>
                <a:lnTo>
                  <a:pt x="64" y="102"/>
                </a:lnTo>
                <a:lnTo>
                  <a:pt x="65" y="101"/>
                </a:lnTo>
                <a:lnTo>
                  <a:pt x="66" y="101"/>
                </a:lnTo>
                <a:lnTo>
                  <a:pt x="66" y="100"/>
                </a:lnTo>
                <a:lnTo>
                  <a:pt x="65" y="98"/>
                </a:lnTo>
                <a:lnTo>
                  <a:pt x="64" y="97"/>
                </a:lnTo>
                <a:lnTo>
                  <a:pt x="64" y="96"/>
                </a:lnTo>
                <a:lnTo>
                  <a:pt x="64" y="95"/>
                </a:lnTo>
                <a:lnTo>
                  <a:pt x="63" y="93"/>
                </a:lnTo>
                <a:lnTo>
                  <a:pt x="62" y="93"/>
                </a:lnTo>
                <a:lnTo>
                  <a:pt x="61" y="92"/>
                </a:lnTo>
                <a:lnTo>
                  <a:pt x="61" y="91"/>
                </a:lnTo>
                <a:lnTo>
                  <a:pt x="61" y="90"/>
                </a:lnTo>
                <a:lnTo>
                  <a:pt x="61" y="89"/>
                </a:lnTo>
                <a:lnTo>
                  <a:pt x="62" y="89"/>
                </a:lnTo>
                <a:lnTo>
                  <a:pt x="63" y="90"/>
                </a:lnTo>
                <a:lnTo>
                  <a:pt x="63" y="88"/>
                </a:lnTo>
                <a:lnTo>
                  <a:pt x="64" y="88"/>
                </a:lnTo>
                <a:lnTo>
                  <a:pt x="65" y="87"/>
                </a:lnTo>
                <a:lnTo>
                  <a:pt x="66" y="87"/>
                </a:lnTo>
                <a:lnTo>
                  <a:pt x="67" y="87"/>
                </a:lnTo>
                <a:lnTo>
                  <a:pt x="67" y="86"/>
                </a:lnTo>
                <a:lnTo>
                  <a:pt x="68" y="85"/>
                </a:lnTo>
                <a:lnTo>
                  <a:pt x="69" y="86"/>
                </a:lnTo>
                <a:lnTo>
                  <a:pt x="70" y="86"/>
                </a:lnTo>
                <a:lnTo>
                  <a:pt x="70" y="87"/>
                </a:lnTo>
                <a:lnTo>
                  <a:pt x="69" y="87"/>
                </a:lnTo>
                <a:lnTo>
                  <a:pt x="69" y="88"/>
                </a:lnTo>
                <a:lnTo>
                  <a:pt x="70" y="89"/>
                </a:lnTo>
                <a:lnTo>
                  <a:pt x="71" y="89"/>
                </a:lnTo>
                <a:lnTo>
                  <a:pt x="71" y="90"/>
                </a:lnTo>
                <a:lnTo>
                  <a:pt x="72" y="91"/>
                </a:lnTo>
                <a:lnTo>
                  <a:pt x="71" y="92"/>
                </a:lnTo>
                <a:lnTo>
                  <a:pt x="71" y="93"/>
                </a:lnTo>
                <a:lnTo>
                  <a:pt x="74" y="96"/>
                </a:lnTo>
                <a:lnTo>
                  <a:pt x="76" y="99"/>
                </a:lnTo>
                <a:lnTo>
                  <a:pt x="76" y="101"/>
                </a:lnTo>
                <a:lnTo>
                  <a:pt x="77" y="102"/>
                </a:lnTo>
                <a:lnTo>
                  <a:pt x="77" y="104"/>
                </a:lnTo>
                <a:lnTo>
                  <a:pt x="76" y="104"/>
                </a:lnTo>
                <a:lnTo>
                  <a:pt x="76" y="105"/>
                </a:lnTo>
                <a:lnTo>
                  <a:pt x="76" y="106"/>
                </a:lnTo>
                <a:lnTo>
                  <a:pt x="76" y="107"/>
                </a:lnTo>
                <a:lnTo>
                  <a:pt x="77" y="107"/>
                </a:lnTo>
                <a:lnTo>
                  <a:pt x="77" y="109"/>
                </a:lnTo>
                <a:lnTo>
                  <a:pt x="78" y="110"/>
                </a:lnTo>
                <a:lnTo>
                  <a:pt x="78" y="113"/>
                </a:lnTo>
                <a:lnTo>
                  <a:pt x="77" y="114"/>
                </a:lnTo>
                <a:lnTo>
                  <a:pt x="78" y="115"/>
                </a:lnTo>
                <a:lnTo>
                  <a:pt x="79" y="115"/>
                </a:lnTo>
                <a:lnTo>
                  <a:pt x="81" y="115"/>
                </a:lnTo>
                <a:lnTo>
                  <a:pt x="82" y="114"/>
                </a:lnTo>
                <a:lnTo>
                  <a:pt x="83" y="113"/>
                </a:lnTo>
                <a:lnTo>
                  <a:pt x="84" y="112"/>
                </a:lnTo>
                <a:lnTo>
                  <a:pt x="83" y="111"/>
                </a:lnTo>
                <a:lnTo>
                  <a:pt x="84" y="110"/>
                </a:lnTo>
                <a:lnTo>
                  <a:pt x="85" y="110"/>
                </a:lnTo>
                <a:lnTo>
                  <a:pt x="86" y="110"/>
                </a:lnTo>
                <a:lnTo>
                  <a:pt x="86" y="111"/>
                </a:lnTo>
                <a:lnTo>
                  <a:pt x="87" y="111"/>
                </a:lnTo>
                <a:lnTo>
                  <a:pt x="88" y="111"/>
                </a:lnTo>
                <a:lnTo>
                  <a:pt x="89" y="109"/>
                </a:lnTo>
                <a:lnTo>
                  <a:pt x="90" y="109"/>
                </a:lnTo>
                <a:lnTo>
                  <a:pt x="90" y="108"/>
                </a:lnTo>
                <a:lnTo>
                  <a:pt x="91" y="108"/>
                </a:lnTo>
                <a:lnTo>
                  <a:pt x="93" y="107"/>
                </a:lnTo>
                <a:lnTo>
                  <a:pt x="94" y="107"/>
                </a:lnTo>
                <a:lnTo>
                  <a:pt x="96" y="108"/>
                </a:lnTo>
                <a:lnTo>
                  <a:pt x="97" y="108"/>
                </a:lnTo>
                <a:lnTo>
                  <a:pt x="99" y="109"/>
                </a:lnTo>
                <a:lnTo>
                  <a:pt x="99" y="108"/>
                </a:lnTo>
                <a:lnTo>
                  <a:pt x="100" y="107"/>
                </a:lnTo>
                <a:lnTo>
                  <a:pt x="100" y="106"/>
                </a:lnTo>
                <a:lnTo>
                  <a:pt x="101" y="105"/>
                </a:lnTo>
                <a:lnTo>
                  <a:pt x="102" y="104"/>
                </a:lnTo>
                <a:lnTo>
                  <a:pt x="103" y="104"/>
                </a:lnTo>
                <a:lnTo>
                  <a:pt x="104" y="104"/>
                </a:lnTo>
                <a:lnTo>
                  <a:pt x="105" y="104"/>
                </a:lnTo>
                <a:lnTo>
                  <a:pt x="106" y="102"/>
                </a:lnTo>
                <a:lnTo>
                  <a:pt x="107" y="102"/>
                </a:lnTo>
                <a:lnTo>
                  <a:pt x="106" y="101"/>
                </a:lnTo>
                <a:lnTo>
                  <a:pt x="106" y="99"/>
                </a:lnTo>
                <a:lnTo>
                  <a:pt x="107" y="97"/>
                </a:lnTo>
                <a:lnTo>
                  <a:pt x="106" y="96"/>
                </a:lnTo>
                <a:lnTo>
                  <a:pt x="107" y="94"/>
                </a:lnTo>
                <a:lnTo>
                  <a:pt x="108" y="93"/>
                </a:lnTo>
                <a:lnTo>
                  <a:pt x="110" y="93"/>
                </a:lnTo>
                <a:lnTo>
                  <a:pt x="110" y="92"/>
                </a:lnTo>
                <a:lnTo>
                  <a:pt x="110" y="91"/>
                </a:lnTo>
                <a:lnTo>
                  <a:pt x="110" y="90"/>
                </a:lnTo>
                <a:lnTo>
                  <a:pt x="109" y="90"/>
                </a:lnTo>
                <a:lnTo>
                  <a:pt x="109" y="89"/>
                </a:lnTo>
                <a:lnTo>
                  <a:pt x="108" y="88"/>
                </a:lnTo>
                <a:lnTo>
                  <a:pt x="108" y="87"/>
                </a:lnTo>
                <a:lnTo>
                  <a:pt x="107" y="86"/>
                </a:lnTo>
                <a:lnTo>
                  <a:pt x="106" y="85"/>
                </a:lnTo>
                <a:lnTo>
                  <a:pt x="106" y="84"/>
                </a:lnTo>
                <a:lnTo>
                  <a:pt x="106" y="83"/>
                </a:lnTo>
                <a:lnTo>
                  <a:pt x="105" y="82"/>
                </a:lnTo>
                <a:lnTo>
                  <a:pt x="104" y="81"/>
                </a:lnTo>
                <a:lnTo>
                  <a:pt x="104" y="80"/>
                </a:lnTo>
                <a:lnTo>
                  <a:pt x="104" y="79"/>
                </a:lnTo>
                <a:lnTo>
                  <a:pt x="104" y="78"/>
                </a:lnTo>
                <a:lnTo>
                  <a:pt x="103" y="77"/>
                </a:lnTo>
                <a:lnTo>
                  <a:pt x="101" y="76"/>
                </a:lnTo>
                <a:lnTo>
                  <a:pt x="100" y="76"/>
                </a:lnTo>
                <a:lnTo>
                  <a:pt x="99" y="76"/>
                </a:lnTo>
                <a:lnTo>
                  <a:pt x="99" y="75"/>
                </a:lnTo>
                <a:lnTo>
                  <a:pt x="98" y="75"/>
                </a:lnTo>
                <a:lnTo>
                  <a:pt x="98" y="73"/>
                </a:lnTo>
                <a:lnTo>
                  <a:pt x="99" y="73"/>
                </a:lnTo>
                <a:lnTo>
                  <a:pt x="100" y="71"/>
                </a:lnTo>
                <a:lnTo>
                  <a:pt x="99" y="69"/>
                </a:lnTo>
                <a:lnTo>
                  <a:pt x="99" y="67"/>
                </a:lnTo>
                <a:lnTo>
                  <a:pt x="98" y="66"/>
                </a:lnTo>
                <a:lnTo>
                  <a:pt x="98" y="63"/>
                </a:lnTo>
                <a:lnTo>
                  <a:pt x="98" y="62"/>
                </a:lnTo>
                <a:lnTo>
                  <a:pt x="97" y="61"/>
                </a:lnTo>
                <a:lnTo>
                  <a:pt x="97" y="58"/>
                </a:lnTo>
                <a:lnTo>
                  <a:pt x="96" y="57"/>
                </a:lnTo>
                <a:lnTo>
                  <a:pt x="96" y="56"/>
                </a:lnTo>
                <a:lnTo>
                  <a:pt x="97" y="56"/>
                </a:lnTo>
                <a:lnTo>
                  <a:pt x="98" y="56"/>
                </a:lnTo>
                <a:lnTo>
                  <a:pt x="99" y="56"/>
                </a:lnTo>
                <a:lnTo>
                  <a:pt x="100" y="55"/>
                </a:lnTo>
                <a:lnTo>
                  <a:pt x="100" y="54"/>
                </a:lnTo>
                <a:lnTo>
                  <a:pt x="101" y="54"/>
                </a:lnTo>
                <a:lnTo>
                  <a:pt x="102" y="53"/>
                </a:lnTo>
                <a:lnTo>
                  <a:pt x="103" y="52"/>
                </a:lnTo>
                <a:lnTo>
                  <a:pt x="104" y="51"/>
                </a:lnTo>
                <a:lnTo>
                  <a:pt x="104" y="50"/>
                </a:lnTo>
                <a:lnTo>
                  <a:pt x="104" y="49"/>
                </a:lnTo>
                <a:lnTo>
                  <a:pt x="103" y="48"/>
                </a:lnTo>
                <a:lnTo>
                  <a:pt x="104" y="46"/>
                </a:lnTo>
                <a:lnTo>
                  <a:pt x="103" y="46"/>
                </a:lnTo>
                <a:lnTo>
                  <a:pt x="103" y="45"/>
                </a:lnTo>
                <a:lnTo>
                  <a:pt x="102" y="44"/>
                </a:lnTo>
                <a:lnTo>
                  <a:pt x="102" y="43"/>
                </a:lnTo>
                <a:lnTo>
                  <a:pt x="101" y="42"/>
                </a:lnTo>
                <a:lnTo>
                  <a:pt x="101" y="41"/>
                </a:lnTo>
                <a:lnTo>
                  <a:pt x="102" y="40"/>
                </a:lnTo>
                <a:lnTo>
                  <a:pt x="102" y="39"/>
                </a:lnTo>
                <a:lnTo>
                  <a:pt x="102" y="37"/>
                </a:lnTo>
                <a:lnTo>
                  <a:pt x="101" y="37"/>
                </a:lnTo>
                <a:lnTo>
                  <a:pt x="101" y="34"/>
                </a:lnTo>
                <a:lnTo>
                  <a:pt x="100" y="33"/>
                </a:lnTo>
                <a:lnTo>
                  <a:pt x="101" y="31"/>
                </a:lnTo>
                <a:lnTo>
                  <a:pt x="101" y="30"/>
                </a:lnTo>
                <a:lnTo>
                  <a:pt x="102" y="30"/>
                </a:lnTo>
                <a:lnTo>
                  <a:pt x="102" y="29"/>
                </a:lnTo>
                <a:lnTo>
                  <a:pt x="101" y="29"/>
                </a:lnTo>
                <a:lnTo>
                  <a:pt x="100" y="29"/>
                </a:lnTo>
                <a:lnTo>
                  <a:pt x="99" y="27"/>
                </a:lnTo>
                <a:lnTo>
                  <a:pt x="99" y="25"/>
                </a:lnTo>
                <a:lnTo>
                  <a:pt x="100" y="25"/>
                </a:lnTo>
                <a:lnTo>
                  <a:pt x="101" y="25"/>
                </a:lnTo>
                <a:lnTo>
                  <a:pt x="102" y="25"/>
                </a:lnTo>
                <a:lnTo>
                  <a:pt x="104" y="25"/>
                </a:lnTo>
                <a:lnTo>
                  <a:pt x="105" y="26"/>
                </a:lnTo>
                <a:lnTo>
                  <a:pt x="106" y="26"/>
                </a:lnTo>
                <a:lnTo>
                  <a:pt x="107" y="25"/>
                </a:lnTo>
                <a:lnTo>
                  <a:pt x="108" y="24"/>
                </a:lnTo>
                <a:lnTo>
                  <a:pt x="109" y="24"/>
                </a:lnTo>
                <a:lnTo>
                  <a:pt x="110" y="23"/>
                </a:lnTo>
                <a:lnTo>
                  <a:pt x="110" y="22"/>
                </a:lnTo>
                <a:lnTo>
                  <a:pt x="111" y="22"/>
                </a:lnTo>
                <a:lnTo>
                  <a:pt x="112" y="22"/>
                </a:lnTo>
                <a:lnTo>
                  <a:pt x="113" y="22"/>
                </a:lnTo>
                <a:lnTo>
                  <a:pt x="114" y="23"/>
                </a:lnTo>
                <a:lnTo>
                  <a:pt x="114" y="25"/>
                </a:lnTo>
                <a:lnTo>
                  <a:pt x="116" y="28"/>
                </a:lnTo>
                <a:lnTo>
                  <a:pt x="116" y="29"/>
                </a:lnTo>
                <a:lnTo>
                  <a:pt x="115" y="30"/>
                </a:lnTo>
                <a:lnTo>
                  <a:pt x="116" y="32"/>
                </a:lnTo>
                <a:lnTo>
                  <a:pt x="116" y="34"/>
                </a:lnTo>
                <a:lnTo>
                  <a:pt x="117" y="35"/>
                </a:lnTo>
                <a:lnTo>
                  <a:pt x="117" y="36"/>
                </a:lnTo>
                <a:lnTo>
                  <a:pt x="117" y="38"/>
                </a:lnTo>
                <a:lnTo>
                  <a:pt x="117" y="39"/>
                </a:lnTo>
                <a:lnTo>
                  <a:pt x="117" y="41"/>
                </a:lnTo>
                <a:lnTo>
                  <a:pt x="118" y="43"/>
                </a:lnTo>
                <a:lnTo>
                  <a:pt x="119" y="43"/>
                </a:lnTo>
                <a:lnTo>
                  <a:pt x="120" y="43"/>
                </a:lnTo>
                <a:lnTo>
                  <a:pt x="120" y="42"/>
                </a:lnTo>
                <a:lnTo>
                  <a:pt x="121" y="42"/>
                </a:lnTo>
                <a:lnTo>
                  <a:pt x="122" y="42"/>
                </a:lnTo>
                <a:lnTo>
                  <a:pt x="123" y="42"/>
                </a:lnTo>
                <a:lnTo>
                  <a:pt x="123" y="43"/>
                </a:lnTo>
                <a:lnTo>
                  <a:pt x="125" y="43"/>
                </a:lnTo>
                <a:lnTo>
                  <a:pt x="125" y="42"/>
                </a:lnTo>
                <a:lnTo>
                  <a:pt x="126" y="41"/>
                </a:lnTo>
                <a:lnTo>
                  <a:pt x="127" y="40"/>
                </a:lnTo>
                <a:lnTo>
                  <a:pt x="128" y="40"/>
                </a:lnTo>
                <a:lnTo>
                  <a:pt x="130" y="40"/>
                </a:lnTo>
                <a:lnTo>
                  <a:pt x="130" y="39"/>
                </a:lnTo>
                <a:lnTo>
                  <a:pt x="129" y="38"/>
                </a:lnTo>
                <a:lnTo>
                  <a:pt x="130" y="37"/>
                </a:lnTo>
                <a:lnTo>
                  <a:pt x="130" y="36"/>
                </a:lnTo>
                <a:lnTo>
                  <a:pt x="129" y="35"/>
                </a:lnTo>
                <a:lnTo>
                  <a:pt x="129" y="36"/>
                </a:lnTo>
                <a:lnTo>
                  <a:pt x="128" y="36"/>
                </a:lnTo>
                <a:lnTo>
                  <a:pt x="125" y="34"/>
                </a:lnTo>
                <a:lnTo>
                  <a:pt x="125" y="32"/>
                </a:lnTo>
                <a:lnTo>
                  <a:pt x="125" y="31"/>
                </a:lnTo>
                <a:lnTo>
                  <a:pt x="125" y="29"/>
                </a:lnTo>
                <a:lnTo>
                  <a:pt x="125" y="28"/>
                </a:lnTo>
                <a:lnTo>
                  <a:pt x="126" y="25"/>
                </a:lnTo>
                <a:lnTo>
                  <a:pt x="126" y="24"/>
                </a:lnTo>
                <a:lnTo>
                  <a:pt x="127" y="24"/>
                </a:lnTo>
                <a:lnTo>
                  <a:pt x="128" y="24"/>
                </a:lnTo>
                <a:lnTo>
                  <a:pt x="129" y="23"/>
                </a:lnTo>
                <a:lnTo>
                  <a:pt x="129" y="22"/>
                </a:lnTo>
                <a:lnTo>
                  <a:pt x="132" y="20"/>
                </a:lnTo>
                <a:lnTo>
                  <a:pt x="133" y="20"/>
                </a:lnTo>
                <a:lnTo>
                  <a:pt x="133" y="19"/>
                </a:lnTo>
                <a:lnTo>
                  <a:pt x="134" y="18"/>
                </a:lnTo>
                <a:lnTo>
                  <a:pt x="134" y="17"/>
                </a:lnTo>
                <a:lnTo>
                  <a:pt x="134" y="16"/>
                </a:lnTo>
                <a:lnTo>
                  <a:pt x="133" y="14"/>
                </a:lnTo>
                <a:lnTo>
                  <a:pt x="132" y="12"/>
                </a:lnTo>
                <a:lnTo>
                  <a:pt x="131" y="10"/>
                </a:lnTo>
                <a:lnTo>
                  <a:pt x="130" y="9"/>
                </a:lnTo>
                <a:lnTo>
                  <a:pt x="129" y="7"/>
                </a:lnTo>
                <a:lnTo>
                  <a:pt x="129" y="5"/>
                </a:lnTo>
                <a:lnTo>
                  <a:pt x="130" y="4"/>
                </a:lnTo>
                <a:lnTo>
                  <a:pt x="130" y="2"/>
                </a:lnTo>
                <a:lnTo>
                  <a:pt x="131" y="2"/>
                </a:lnTo>
                <a:lnTo>
                  <a:pt x="132" y="2"/>
                </a:lnTo>
                <a:lnTo>
                  <a:pt x="133" y="2"/>
                </a:lnTo>
                <a:lnTo>
                  <a:pt x="135" y="2"/>
                </a:lnTo>
                <a:lnTo>
                  <a:pt x="136" y="1"/>
                </a:lnTo>
                <a:lnTo>
                  <a:pt x="137" y="1"/>
                </a:lnTo>
                <a:lnTo>
                  <a:pt x="139" y="1"/>
                </a:lnTo>
                <a:lnTo>
                  <a:pt x="141" y="0"/>
                </a:lnTo>
                <a:lnTo>
                  <a:pt x="14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8" name=""/>
          <p:cNvSpPr/>
          <p:nvPr/>
        </p:nvSpPr>
        <p:spPr>
          <a:xfrm>
            <a:off x="3273480" y="1648800"/>
            <a:ext cx="672480" cy="354960"/>
          </a:xfrm>
          <a:custGeom>
            <a:avLst/>
            <a:gdLst/>
            <a:ahLst/>
            <a:rect l="0" t="0" r="r" b="b"/>
            <a:pathLst>
              <a:path w="1868" h="986">
                <a:moveTo>
                  <a:pt x="900" y="1"/>
                </a:moveTo>
                <a:lnTo>
                  <a:pt x="901" y="1"/>
                </a:lnTo>
                <a:lnTo>
                  <a:pt x="902" y="1"/>
                </a:lnTo>
                <a:lnTo>
                  <a:pt x="903" y="1"/>
                </a:lnTo>
                <a:lnTo>
                  <a:pt x="904" y="1"/>
                </a:lnTo>
                <a:lnTo>
                  <a:pt x="905" y="1"/>
                </a:lnTo>
                <a:lnTo>
                  <a:pt x="906" y="1"/>
                </a:lnTo>
                <a:lnTo>
                  <a:pt x="907" y="1"/>
                </a:lnTo>
                <a:lnTo>
                  <a:pt x="908" y="0"/>
                </a:lnTo>
                <a:lnTo>
                  <a:pt x="908" y="1"/>
                </a:lnTo>
                <a:lnTo>
                  <a:pt x="909" y="1"/>
                </a:lnTo>
                <a:lnTo>
                  <a:pt x="908" y="1"/>
                </a:lnTo>
                <a:lnTo>
                  <a:pt x="908" y="2"/>
                </a:lnTo>
                <a:lnTo>
                  <a:pt x="908" y="3"/>
                </a:lnTo>
                <a:lnTo>
                  <a:pt x="909" y="3"/>
                </a:lnTo>
                <a:lnTo>
                  <a:pt x="910" y="3"/>
                </a:lnTo>
                <a:lnTo>
                  <a:pt x="911" y="4"/>
                </a:lnTo>
                <a:lnTo>
                  <a:pt x="911" y="3"/>
                </a:lnTo>
                <a:lnTo>
                  <a:pt x="912" y="3"/>
                </a:lnTo>
                <a:lnTo>
                  <a:pt x="913" y="3"/>
                </a:lnTo>
                <a:lnTo>
                  <a:pt x="913" y="4"/>
                </a:lnTo>
                <a:lnTo>
                  <a:pt x="915" y="4"/>
                </a:lnTo>
                <a:lnTo>
                  <a:pt x="915" y="3"/>
                </a:lnTo>
                <a:lnTo>
                  <a:pt x="916" y="3"/>
                </a:lnTo>
                <a:lnTo>
                  <a:pt x="916" y="2"/>
                </a:lnTo>
                <a:lnTo>
                  <a:pt x="917" y="2"/>
                </a:lnTo>
                <a:lnTo>
                  <a:pt x="918" y="3"/>
                </a:lnTo>
                <a:lnTo>
                  <a:pt x="918" y="4"/>
                </a:lnTo>
                <a:lnTo>
                  <a:pt x="919" y="4"/>
                </a:lnTo>
                <a:lnTo>
                  <a:pt x="919" y="5"/>
                </a:lnTo>
                <a:lnTo>
                  <a:pt x="920" y="5"/>
                </a:lnTo>
                <a:lnTo>
                  <a:pt x="920" y="6"/>
                </a:lnTo>
                <a:lnTo>
                  <a:pt x="921" y="7"/>
                </a:lnTo>
                <a:lnTo>
                  <a:pt x="920" y="8"/>
                </a:lnTo>
                <a:lnTo>
                  <a:pt x="921" y="8"/>
                </a:lnTo>
                <a:lnTo>
                  <a:pt x="921" y="10"/>
                </a:lnTo>
                <a:lnTo>
                  <a:pt x="922" y="10"/>
                </a:lnTo>
                <a:lnTo>
                  <a:pt x="923" y="10"/>
                </a:lnTo>
                <a:lnTo>
                  <a:pt x="923" y="11"/>
                </a:lnTo>
                <a:lnTo>
                  <a:pt x="924" y="11"/>
                </a:lnTo>
                <a:lnTo>
                  <a:pt x="924" y="10"/>
                </a:lnTo>
                <a:lnTo>
                  <a:pt x="924" y="11"/>
                </a:lnTo>
                <a:lnTo>
                  <a:pt x="925" y="11"/>
                </a:lnTo>
                <a:lnTo>
                  <a:pt x="925" y="12"/>
                </a:lnTo>
                <a:lnTo>
                  <a:pt x="926" y="12"/>
                </a:lnTo>
                <a:lnTo>
                  <a:pt x="928" y="13"/>
                </a:lnTo>
                <a:lnTo>
                  <a:pt x="930" y="13"/>
                </a:lnTo>
                <a:lnTo>
                  <a:pt x="930" y="14"/>
                </a:lnTo>
                <a:lnTo>
                  <a:pt x="930" y="15"/>
                </a:lnTo>
                <a:lnTo>
                  <a:pt x="930" y="16"/>
                </a:lnTo>
                <a:lnTo>
                  <a:pt x="931" y="16"/>
                </a:lnTo>
                <a:lnTo>
                  <a:pt x="931" y="17"/>
                </a:lnTo>
                <a:lnTo>
                  <a:pt x="931" y="18"/>
                </a:lnTo>
                <a:lnTo>
                  <a:pt x="932" y="18"/>
                </a:lnTo>
                <a:lnTo>
                  <a:pt x="933" y="18"/>
                </a:lnTo>
                <a:lnTo>
                  <a:pt x="933" y="19"/>
                </a:lnTo>
                <a:lnTo>
                  <a:pt x="934" y="19"/>
                </a:lnTo>
                <a:lnTo>
                  <a:pt x="934" y="20"/>
                </a:lnTo>
                <a:lnTo>
                  <a:pt x="936" y="20"/>
                </a:lnTo>
                <a:lnTo>
                  <a:pt x="936" y="19"/>
                </a:lnTo>
                <a:lnTo>
                  <a:pt x="937" y="18"/>
                </a:lnTo>
                <a:lnTo>
                  <a:pt x="937" y="17"/>
                </a:lnTo>
                <a:lnTo>
                  <a:pt x="936" y="17"/>
                </a:lnTo>
                <a:lnTo>
                  <a:pt x="937" y="17"/>
                </a:lnTo>
                <a:lnTo>
                  <a:pt x="937" y="16"/>
                </a:lnTo>
                <a:lnTo>
                  <a:pt x="937" y="15"/>
                </a:lnTo>
                <a:lnTo>
                  <a:pt x="938" y="15"/>
                </a:lnTo>
                <a:lnTo>
                  <a:pt x="939" y="15"/>
                </a:lnTo>
                <a:lnTo>
                  <a:pt x="939" y="14"/>
                </a:lnTo>
                <a:lnTo>
                  <a:pt x="940" y="14"/>
                </a:lnTo>
                <a:lnTo>
                  <a:pt x="941" y="13"/>
                </a:lnTo>
                <a:lnTo>
                  <a:pt x="942" y="13"/>
                </a:lnTo>
                <a:lnTo>
                  <a:pt x="943" y="14"/>
                </a:lnTo>
                <a:lnTo>
                  <a:pt x="944" y="14"/>
                </a:lnTo>
                <a:lnTo>
                  <a:pt x="945" y="14"/>
                </a:lnTo>
                <a:lnTo>
                  <a:pt x="945" y="13"/>
                </a:lnTo>
                <a:lnTo>
                  <a:pt x="946" y="13"/>
                </a:lnTo>
                <a:lnTo>
                  <a:pt x="947" y="13"/>
                </a:lnTo>
                <a:lnTo>
                  <a:pt x="948" y="13"/>
                </a:lnTo>
                <a:lnTo>
                  <a:pt x="948" y="12"/>
                </a:lnTo>
                <a:lnTo>
                  <a:pt x="949" y="12"/>
                </a:lnTo>
                <a:lnTo>
                  <a:pt x="949" y="13"/>
                </a:lnTo>
                <a:lnTo>
                  <a:pt x="950" y="14"/>
                </a:lnTo>
                <a:lnTo>
                  <a:pt x="950" y="15"/>
                </a:lnTo>
                <a:lnTo>
                  <a:pt x="950" y="16"/>
                </a:lnTo>
                <a:lnTo>
                  <a:pt x="951" y="16"/>
                </a:lnTo>
                <a:lnTo>
                  <a:pt x="951" y="17"/>
                </a:lnTo>
                <a:lnTo>
                  <a:pt x="952" y="17"/>
                </a:lnTo>
                <a:lnTo>
                  <a:pt x="952" y="18"/>
                </a:lnTo>
                <a:lnTo>
                  <a:pt x="953" y="18"/>
                </a:lnTo>
                <a:lnTo>
                  <a:pt x="953" y="17"/>
                </a:lnTo>
                <a:lnTo>
                  <a:pt x="954" y="17"/>
                </a:lnTo>
                <a:lnTo>
                  <a:pt x="954" y="18"/>
                </a:lnTo>
                <a:lnTo>
                  <a:pt x="955" y="18"/>
                </a:lnTo>
                <a:lnTo>
                  <a:pt x="955" y="17"/>
                </a:lnTo>
                <a:lnTo>
                  <a:pt x="956" y="17"/>
                </a:lnTo>
                <a:lnTo>
                  <a:pt x="957" y="17"/>
                </a:lnTo>
                <a:lnTo>
                  <a:pt x="957" y="18"/>
                </a:lnTo>
                <a:lnTo>
                  <a:pt x="958" y="18"/>
                </a:lnTo>
                <a:lnTo>
                  <a:pt x="959" y="18"/>
                </a:lnTo>
                <a:lnTo>
                  <a:pt x="959" y="19"/>
                </a:lnTo>
                <a:lnTo>
                  <a:pt x="960" y="19"/>
                </a:lnTo>
                <a:lnTo>
                  <a:pt x="960" y="20"/>
                </a:lnTo>
                <a:lnTo>
                  <a:pt x="961" y="20"/>
                </a:lnTo>
                <a:lnTo>
                  <a:pt x="962" y="20"/>
                </a:lnTo>
                <a:lnTo>
                  <a:pt x="963" y="21"/>
                </a:lnTo>
                <a:lnTo>
                  <a:pt x="964" y="21"/>
                </a:lnTo>
                <a:lnTo>
                  <a:pt x="964" y="22"/>
                </a:lnTo>
                <a:lnTo>
                  <a:pt x="965" y="22"/>
                </a:lnTo>
                <a:lnTo>
                  <a:pt x="965" y="23"/>
                </a:lnTo>
                <a:lnTo>
                  <a:pt x="967" y="24"/>
                </a:lnTo>
                <a:lnTo>
                  <a:pt x="968" y="24"/>
                </a:lnTo>
                <a:lnTo>
                  <a:pt x="969" y="23"/>
                </a:lnTo>
                <a:lnTo>
                  <a:pt x="970" y="23"/>
                </a:lnTo>
                <a:lnTo>
                  <a:pt x="971" y="23"/>
                </a:lnTo>
                <a:lnTo>
                  <a:pt x="972" y="23"/>
                </a:lnTo>
                <a:lnTo>
                  <a:pt x="973" y="23"/>
                </a:lnTo>
                <a:lnTo>
                  <a:pt x="974" y="23"/>
                </a:lnTo>
                <a:lnTo>
                  <a:pt x="974" y="22"/>
                </a:lnTo>
                <a:lnTo>
                  <a:pt x="975" y="22"/>
                </a:lnTo>
                <a:lnTo>
                  <a:pt x="975" y="21"/>
                </a:lnTo>
                <a:lnTo>
                  <a:pt x="976" y="21"/>
                </a:lnTo>
                <a:lnTo>
                  <a:pt x="976" y="20"/>
                </a:lnTo>
                <a:lnTo>
                  <a:pt x="977" y="20"/>
                </a:lnTo>
                <a:lnTo>
                  <a:pt x="978" y="20"/>
                </a:lnTo>
                <a:lnTo>
                  <a:pt x="978" y="21"/>
                </a:lnTo>
                <a:lnTo>
                  <a:pt x="978" y="22"/>
                </a:lnTo>
                <a:lnTo>
                  <a:pt x="979" y="22"/>
                </a:lnTo>
                <a:lnTo>
                  <a:pt x="979" y="23"/>
                </a:lnTo>
                <a:lnTo>
                  <a:pt x="980" y="23"/>
                </a:lnTo>
                <a:lnTo>
                  <a:pt x="980" y="24"/>
                </a:lnTo>
                <a:lnTo>
                  <a:pt x="981" y="25"/>
                </a:lnTo>
                <a:lnTo>
                  <a:pt x="981" y="26"/>
                </a:lnTo>
                <a:lnTo>
                  <a:pt x="982" y="26"/>
                </a:lnTo>
                <a:lnTo>
                  <a:pt x="983" y="26"/>
                </a:lnTo>
                <a:lnTo>
                  <a:pt x="984" y="26"/>
                </a:lnTo>
                <a:lnTo>
                  <a:pt x="984" y="25"/>
                </a:lnTo>
                <a:lnTo>
                  <a:pt x="985" y="25"/>
                </a:lnTo>
                <a:lnTo>
                  <a:pt x="986" y="25"/>
                </a:lnTo>
                <a:lnTo>
                  <a:pt x="986" y="26"/>
                </a:lnTo>
                <a:lnTo>
                  <a:pt x="987" y="26"/>
                </a:lnTo>
                <a:lnTo>
                  <a:pt x="988" y="26"/>
                </a:lnTo>
                <a:lnTo>
                  <a:pt x="988" y="27"/>
                </a:lnTo>
                <a:lnTo>
                  <a:pt x="989" y="27"/>
                </a:lnTo>
                <a:lnTo>
                  <a:pt x="989" y="28"/>
                </a:lnTo>
                <a:lnTo>
                  <a:pt x="990" y="28"/>
                </a:lnTo>
                <a:lnTo>
                  <a:pt x="991" y="28"/>
                </a:lnTo>
                <a:lnTo>
                  <a:pt x="992" y="28"/>
                </a:lnTo>
                <a:lnTo>
                  <a:pt x="993" y="28"/>
                </a:lnTo>
                <a:lnTo>
                  <a:pt x="993" y="29"/>
                </a:lnTo>
                <a:lnTo>
                  <a:pt x="994" y="29"/>
                </a:lnTo>
                <a:lnTo>
                  <a:pt x="994" y="30"/>
                </a:lnTo>
                <a:lnTo>
                  <a:pt x="994" y="31"/>
                </a:lnTo>
                <a:lnTo>
                  <a:pt x="995" y="31"/>
                </a:lnTo>
                <a:lnTo>
                  <a:pt x="995" y="32"/>
                </a:lnTo>
                <a:lnTo>
                  <a:pt x="996" y="32"/>
                </a:lnTo>
                <a:lnTo>
                  <a:pt x="996" y="31"/>
                </a:lnTo>
                <a:lnTo>
                  <a:pt x="996" y="32"/>
                </a:lnTo>
                <a:lnTo>
                  <a:pt x="997" y="32"/>
                </a:lnTo>
                <a:lnTo>
                  <a:pt x="998" y="32"/>
                </a:lnTo>
                <a:lnTo>
                  <a:pt x="998" y="33"/>
                </a:lnTo>
                <a:lnTo>
                  <a:pt x="999" y="34"/>
                </a:lnTo>
                <a:lnTo>
                  <a:pt x="1000" y="34"/>
                </a:lnTo>
                <a:lnTo>
                  <a:pt x="1001" y="34"/>
                </a:lnTo>
                <a:lnTo>
                  <a:pt x="1001" y="35"/>
                </a:lnTo>
                <a:lnTo>
                  <a:pt x="1002" y="35"/>
                </a:lnTo>
                <a:lnTo>
                  <a:pt x="1002" y="36"/>
                </a:lnTo>
                <a:lnTo>
                  <a:pt x="1003" y="36"/>
                </a:lnTo>
                <a:lnTo>
                  <a:pt x="1004" y="36"/>
                </a:lnTo>
                <a:lnTo>
                  <a:pt x="1005" y="36"/>
                </a:lnTo>
                <a:lnTo>
                  <a:pt x="1006" y="35"/>
                </a:lnTo>
                <a:lnTo>
                  <a:pt x="1006" y="36"/>
                </a:lnTo>
                <a:lnTo>
                  <a:pt x="1007" y="36"/>
                </a:lnTo>
                <a:lnTo>
                  <a:pt x="1008" y="36"/>
                </a:lnTo>
                <a:lnTo>
                  <a:pt x="1008" y="37"/>
                </a:lnTo>
                <a:lnTo>
                  <a:pt x="1009" y="37"/>
                </a:lnTo>
                <a:lnTo>
                  <a:pt x="1009" y="38"/>
                </a:lnTo>
                <a:lnTo>
                  <a:pt x="1010" y="38"/>
                </a:lnTo>
                <a:lnTo>
                  <a:pt x="1011" y="38"/>
                </a:lnTo>
                <a:lnTo>
                  <a:pt x="1011" y="39"/>
                </a:lnTo>
                <a:lnTo>
                  <a:pt x="1012" y="39"/>
                </a:lnTo>
                <a:lnTo>
                  <a:pt x="1013" y="39"/>
                </a:lnTo>
                <a:lnTo>
                  <a:pt x="1014" y="39"/>
                </a:lnTo>
                <a:lnTo>
                  <a:pt x="1014" y="40"/>
                </a:lnTo>
                <a:lnTo>
                  <a:pt x="1015" y="40"/>
                </a:lnTo>
                <a:lnTo>
                  <a:pt x="1015" y="39"/>
                </a:lnTo>
                <a:lnTo>
                  <a:pt x="1016" y="39"/>
                </a:lnTo>
                <a:lnTo>
                  <a:pt x="1016" y="40"/>
                </a:lnTo>
                <a:lnTo>
                  <a:pt x="1017" y="40"/>
                </a:lnTo>
                <a:lnTo>
                  <a:pt x="1018" y="40"/>
                </a:lnTo>
                <a:lnTo>
                  <a:pt x="1019" y="40"/>
                </a:lnTo>
                <a:lnTo>
                  <a:pt x="1017" y="40"/>
                </a:lnTo>
                <a:lnTo>
                  <a:pt x="1017" y="41"/>
                </a:lnTo>
                <a:lnTo>
                  <a:pt x="1016" y="41"/>
                </a:lnTo>
                <a:lnTo>
                  <a:pt x="1016" y="42"/>
                </a:lnTo>
                <a:lnTo>
                  <a:pt x="1015" y="42"/>
                </a:lnTo>
                <a:lnTo>
                  <a:pt x="1015" y="43"/>
                </a:lnTo>
                <a:lnTo>
                  <a:pt x="1014" y="43"/>
                </a:lnTo>
                <a:lnTo>
                  <a:pt x="1013" y="43"/>
                </a:lnTo>
                <a:lnTo>
                  <a:pt x="1013" y="44"/>
                </a:lnTo>
                <a:lnTo>
                  <a:pt x="1013" y="45"/>
                </a:lnTo>
                <a:lnTo>
                  <a:pt x="1012" y="45"/>
                </a:lnTo>
                <a:lnTo>
                  <a:pt x="1011" y="45"/>
                </a:lnTo>
                <a:lnTo>
                  <a:pt x="1010" y="46"/>
                </a:lnTo>
                <a:lnTo>
                  <a:pt x="1009" y="46"/>
                </a:lnTo>
                <a:lnTo>
                  <a:pt x="1008" y="46"/>
                </a:lnTo>
                <a:lnTo>
                  <a:pt x="1007" y="46"/>
                </a:lnTo>
                <a:lnTo>
                  <a:pt x="1006" y="46"/>
                </a:lnTo>
                <a:lnTo>
                  <a:pt x="1005" y="46"/>
                </a:lnTo>
                <a:lnTo>
                  <a:pt x="1005" y="47"/>
                </a:lnTo>
                <a:lnTo>
                  <a:pt x="1004" y="47"/>
                </a:lnTo>
                <a:lnTo>
                  <a:pt x="1003" y="47"/>
                </a:lnTo>
                <a:lnTo>
                  <a:pt x="1002" y="47"/>
                </a:lnTo>
                <a:lnTo>
                  <a:pt x="1001" y="47"/>
                </a:lnTo>
                <a:lnTo>
                  <a:pt x="1000" y="47"/>
                </a:lnTo>
                <a:lnTo>
                  <a:pt x="999" y="47"/>
                </a:lnTo>
                <a:lnTo>
                  <a:pt x="998" y="47"/>
                </a:lnTo>
                <a:lnTo>
                  <a:pt x="997" y="47"/>
                </a:lnTo>
                <a:lnTo>
                  <a:pt x="996" y="47"/>
                </a:lnTo>
                <a:lnTo>
                  <a:pt x="996" y="46"/>
                </a:lnTo>
                <a:lnTo>
                  <a:pt x="995" y="46"/>
                </a:lnTo>
                <a:lnTo>
                  <a:pt x="994" y="46"/>
                </a:lnTo>
                <a:lnTo>
                  <a:pt x="994" y="45"/>
                </a:lnTo>
                <a:lnTo>
                  <a:pt x="993" y="45"/>
                </a:lnTo>
                <a:lnTo>
                  <a:pt x="992" y="46"/>
                </a:lnTo>
                <a:lnTo>
                  <a:pt x="992" y="47"/>
                </a:lnTo>
                <a:lnTo>
                  <a:pt x="992" y="48"/>
                </a:lnTo>
                <a:lnTo>
                  <a:pt x="993" y="49"/>
                </a:lnTo>
                <a:lnTo>
                  <a:pt x="994" y="50"/>
                </a:lnTo>
                <a:lnTo>
                  <a:pt x="994" y="51"/>
                </a:lnTo>
                <a:lnTo>
                  <a:pt x="994" y="52"/>
                </a:lnTo>
                <a:lnTo>
                  <a:pt x="994" y="53"/>
                </a:lnTo>
                <a:lnTo>
                  <a:pt x="994" y="54"/>
                </a:lnTo>
                <a:lnTo>
                  <a:pt x="994" y="55"/>
                </a:lnTo>
                <a:lnTo>
                  <a:pt x="994" y="56"/>
                </a:lnTo>
                <a:lnTo>
                  <a:pt x="993" y="56"/>
                </a:lnTo>
                <a:lnTo>
                  <a:pt x="993" y="57"/>
                </a:lnTo>
                <a:lnTo>
                  <a:pt x="993" y="58"/>
                </a:lnTo>
                <a:lnTo>
                  <a:pt x="994" y="58"/>
                </a:lnTo>
                <a:lnTo>
                  <a:pt x="995" y="58"/>
                </a:lnTo>
                <a:lnTo>
                  <a:pt x="995" y="59"/>
                </a:lnTo>
                <a:lnTo>
                  <a:pt x="996" y="59"/>
                </a:lnTo>
                <a:lnTo>
                  <a:pt x="997" y="59"/>
                </a:lnTo>
                <a:lnTo>
                  <a:pt x="997" y="60"/>
                </a:lnTo>
                <a:lnTo>
                  <a:pt x="998" y="60"/>
                </a:lnTo>
                <a:lnTo>
                  <a:pt x="999" y="60"/>
                </a:lnTo>
                <a:lnTo>
                  <a:pt x="999" y="59"/>
                </a:lnTo>
                <a:lnTo>
                  <a:pt x="999" y="60"/>
                </a:lnTo>
                <a:lnTo>
                  <a:pt x="1000" y="60"/>
                </a:lnTo>
                <a:lnTo>
                  <a:pt x="1001" y="60"/>
                </a:lnTo>
                <a:lnTo>
                  <a:pt x="1001" y="61"/>
                </a:lnTo>
                <a:lnTo>
                  <a:pt x="1002" y="61"/>
                </a:lnTo>
                <a:lnTo>
                  <a:pt x="1003" y="61"/>
                </a:lnTo>
                <a:lnTo>
                  <a:pt x="1004" y="62"/>
                </a:lnTo>
                <a:lnTo>
                  <a:pt x="1005" y="62"/>
                </a:lnTo>
                <a:lnTo>
                  <a:pt x="1005" y="63"/>
                </a:lnTo>
                <a:lnTo>
                  <a:pt x="1004" y="63"/>
                </a:lnTo>
                <a:lnTo>
                  <a:pt x="1004" y="62"/>
                </a:lnTo>
                <a:lnTo>
                  <a:pt x="1003" y="63"/>
                </a:lnTo>
                <a:lnTo>
                  <a:pt x="1004" y="63"/>
                </a:lnTo>
                <a:lnTo>
                  <a:pt x="1004" y="64"/>
                </a:lnTo>
                <a:lnTo>
                  <a:pt x="1005" y="64"/>
                </a:lnTo>
                <a:lnTo>
                  <a:pt x="1006" y="64"/>
                </a:lnTo>
                <a:lnTo>
                  <a:pt x="1007" y="64"/>
                </a:lnTo>
                <a:lnTo>
                  <a:pt x="1008" y="64"/>
                </a:lnTo>
                <a:lnTo>
                  <a:pt x="1009" y="64"/>
                </a:lnTo>
                <a:lnTo>
                  <a:pt x="1010" y="64"/>
                </a:lnTo>
                <a:lnTo>
                  <a:pt x="1012" y="64"/>
                </a:lnTo>
                <a:lnTo>
                  <a:pt x="1013" y="64"/>
                </a:lnTo>
                <a:lnTo>
                  <a:pt x="1014" y="65"/>
                </a:lnTo>
                <a:lnTo>
                  <a:pt x="1015" y="65"/>
                </a:lnTo>
                <a:lnTo>
                  <a:pt x="1016" y="65"/>
                </a:lnTo>
                <a:lnTo>
                  <a:pt x="1017" y="65"/>
                </a:lnTo>
                <a:lnTo>
                  <a:pt x="1018" y="65"/>
                </a:lnTo>
                <a:lnTo>
                  <a:pt x="1019" y="65"/>
                </a:lnTo>
                <a:lnTo>
                  <a:pt x="1020" y="65"/>
                </a:lnTo>
                <a:lnTo>
                  <a:pt x="1021" y="65"/>
                </a:lnTo>
                <a:lnTo>
                  <a:pt x="1021" y="64"/>
                </a:lnTo>
                <a:lnTo>
                  <a:pt x="1022" y="64"/>
                </a:lnTo>
                <a:lnTo>
                  <a:pt x="1023" y="64"/>
                </a:lnTo>
                <a:lnTo>
                  <a:pt x="1023" y="65"/>
                </a:lnTo>
                <a:lnTo>
                  <a:pt x="1023" y="64"/>
                </a:lnTo>
                <a:lnTo>
                  <a:pt x="1024" y="64"/>
                </a:lnTo>
                <a:lnTo>
                  <a:pt x="1025" y="64"/>
                </a:lnTo>
                <a:lnTo>
                  <a:pt x="1027" y="64"/>
                </a:lnTo>
                <a:lnTo>
                  <a:pt x="1028" y="65"/>
                </a:lnTo>
                <a:lnTo>
                  <a:pt x="1027" y="66"/>
                </a:lnTo>
                <a:lnTo>
                  <a:pt x="1026" y="67"/>
                </a:lnTo>
                <a:lnTo>
                  <a:pt x="1026" y="68"/>
                </a:lnTo>
                <a:lnTo>
                  <a:pt x="1026" y="69"/>
                </a:lnTo>
                <a:lnTo>
                  <a:pt x="1026" y="70"/>
                </a:lnTo>
                <a:lnTo>
                  <a:pt x="1025" y="70"/>
                </a:lnTo>
                <a:lnTo>
                  <a:pt x="1024" y="70"/>
                </a:lnTo>
                <a:lnTo>
                  <a:pt x="1024" y="71"/>
                </a:lnTo>
                <a:lnTo>
                  <a:pt x="1025" y="71"/>
                </a:lnTo>
                <a:lnTo>
                  <a:pt x="1025" y="72"/>
                </a:lnTo>
                <a:lnTo>
                  <a:pt x="1026" y="72"/>
                </a:lnTo>
                <a:lnTo>
                  <a:pt x="1026" y="73"/>
                </a:lnTo>
                <a:lnTo>
                  <a:pt x="1026" y="74"/>
                </a:lnTo>
                <a:lnTo>
                  <a:pt x="1025" y="74"/>
                </a:lnTo>
                <a:lnTo>
                  <a:pt x="1024" y="74"/>
                </a:lnTo>
                <a:lnTo>
                  <a:pt x="1023" y="74"/>
                </a:lnTo>
                <a:lnTo>
                  <a:pt x="1023" y="75"/>
                </a:lnTo>
                <a:lnTo>
                  <a:pt x="1023" y="76"/>
                </a:lnTo>
                <a:lnTo>
                  <a:pt x="1023" y="77"/>
                </a:lnTo>
                <a:lnTo>
                  <a:pt x="1023" y="78"/>
                </a:lnTo>
                <a:lnTo>
                  <a:pt x="1022" y="78"/>
                </a:lnTo>
                <a:lnTo>
                  <a:pt x="1022" y="79"/>
                </a:lnTo>
                <a:lnTo>
                  <a:pt x="1023" y="79"/>
                </a:lnTo>
                <a:lnTo>
                  <a:pt x="1023" y="80"/>
                </a:lnTo>
                <a:lnTo>
                  <a:pt x="1022" y="80"/>
                </a:lnTo>
                <a:lnTo>
                  <a:pt x="1023" y="81"/>
                </a:lnTo>
                <a:lnTo>
                  <a:pt x="1023" y="82"/>
                </a:lnTo>
                <a:lnTo>
                  <a:pt x="1023" y="84"/>
                </a:lnTo>
                <a:lnTo>
                  <a:pt x="1023" y="85"/>
                </a:lnTo>
                <a:lnTo>
                  <a:pt x="1022" y="85"/>
                </a:lnTo>
                <a:lnTo>
                  <a:pt x="1021" y="85"/>
                </a:lnTo>
                <a:lnTo>
                  <a:pt x="1021" y="86"/>
                </a:lnTo>
                <a:lnTo>
                  <a:pt x="1022" y="86"/>
                </a:lnTo>
                <a:lnTo>
                  <a:pt x="1022" y="87"/>
                </a:lnTo>
                <a:lnTo>
                  <a:pt x="1022" y="88"/>
                </a:lnTo>
                <a:lnTo>
                  <a:pt x="1023" y="89"/>
                </a:lnTo>
                <a:lnTo>
                  <a:pt x="1023" y="90"/>
                </a:lnTo>
                <a:lnTo>
                  <a:pt x="1024" y="90"/>
                </a:lnTo>
                <a:lnTo>
                  <a:pt x="1024" y="92"/>
                </a:lnTo>
                <a:lnTo>
                  <a:pt x="1023" y="92"/>
                </a:lnTo>
                <a:lnTo>
                  <a:pt x="1023" y="93"/>
                </a:lnTo>
                <a:lnTo>
                  <a:pt x="1022" y="93"/>
                </a:lnTo>
                <a:lnTo>
                  <a:pt x="1021" y="93"/>
                </a:lnTo>
                <a:lnTo>
                  <a:pt x="1021" y="92"/>
                </a:lnTo>
                <a:lnTo>
                  <a:pt x="1019" y="92"/>
                </a:lnTo>
                <a:lnTo>
                  <a:pt x="1019" y="93"/>
                </a:lnTo>
                <a:lnTo>
                  <a:pt x="1019" y="94"/>
                </a:lnTo>
                <a:lnTo>
                  <a:pt x="1019" y="95"/>
                </a:lnTo>
                <a:lnTo>
                  <a:pt x="1019" y="96"/>
                </a:lnTo>
                <a:lnTo>
                  <a:pt x="1018" y="96"/>
                </a:lnTo>
                <a:lnTo>
                  <a:pt x="1018" y="97"/>
                </a:lnTo>
                <a:lnTo>
                  <a:pt x="1019" y="97"/>
                </a:lnTo>
                <a:lnTo>
                  <a:pt x="1019" y="98"/>
                </a:lnTo>
                <a:lnTo>
                  <a:pt x="1019" y="99"/>
                </a:lnTo>
                <a:lnTo>
                  <a:pt x="1019" y="100"/>
                </a:lnTo>
                <a:lnTo>
                  <a:pt x="1020" y="100"/>
                </a:lnTo>
                <a:lnTo>
                  <a:pt x="1021" y="100"/>
                </a:lnTo>
                <a:lnTo>
                  <a:pt x="1022" y="100"/>
                </a:lnTo>
                <a:lnTo>
                  <a:pt x="1023" y="101"/>
                </a:lnTo>
                <a:lnTo>
                  <a:pt x="1023" y="102"/>
                </a:lnTo>
                <a:lnTo>
                  <a:pt x="1024" y="102"/>
                </a:lnTo>
                <a:lnTo>
                  <a:pt x="1024" y="103"/>
                </a:lnTo>
                <a:lnTo>
                  <a:pt x="1023" y="103"/>
                </a:lnTo>
                <a:lnTo>
                  <a:pt x="1022" y="103"/>
                </a:lnTo>
                <a:lnTo>
                  <a:pt x="1022" y="104"/>
                </a:lnTo>
                <a:lnTo>
                  <a:pt x="1021" y="104"/>
                </a:lnTo>
                <a:lnTo>
                  <a:pt x="1021" y="105"/>
                </a:lnTo>
                <a:lnTo>
                  <a:pt x="1021" y="106"/>
                </a:lnTo>
                <a:lnTo>
                  <a:pt x="1020" y="106"/>
                </a:lnTo>
                <a:lnTo>
                  <a:pt x="1019" y="106"/>
                </a:lnTo>
                <a:lnTo>
                  <a:pt x="1020" y="107"/>
                </a:lnTo>
                <a:lnTo>
                  <a:pt x="1019" y="107"/>
                </a:lnTo>
                <a:lnTo>
                  <a:pt x="1018" y="107"/>
                </a:lnTo>
                <a:lnTo>
                  <a:pt x="1018" y="108"/>
                </a:lnTo>
                <a:lnTo>
                  <a:pt x="1019" y="108"/>
                </a:lnTo>
                <a:lnTo>
                  <a:pt x="1018" y="108"/>
                </a:lnTo>
                <a:lnTo>
                  <a:pt x="1017" y="109"/>
                </a:lnTo>
                <a:lnTo>
                  <a:pt x="1016" y="109"/>
                </a:lnTo>
                <a:lnTo>
                  <a:pt x="1015" y="108"/>
                </a:lnTo>
                <a:lnTo>
                  <a:pt x="1013" y="109"/>
                </a:lnTo>
                <a:lnTo>
                  <a:pt x="1012" y="109"/>
                </a:lnTo>
                <a:lnTo>
                  <a:pt x="1011" y="110"/>
                </a:lnTo>
                <a:lnTo>
                  <a:pt x="1010" y="110"/>
                </a:lnTo>
                <a:lnTo>
                  <a:pt x="1010" y="111"/>
                </a:lnTo>
                <a:lnTo>
                  <a:pt x="1009" y="111"/>
                </a:lnTo>
                <a:lnTo>
                  <a:pt x="1009" y="112"/>
                </a:lnTo>
                <a:lnTo>
                  <a:pt x="1009" y="113"/>
                </a:lnTo>
                <a:lnTo>
                  <a:pt x="1008" y="113"/>
                </a:lnTo>
                <a:lnTo>
                  <a:pt x="1007" y="113"/>
                </a:lnTo>
                <a:lnTo>
                  <a:pt x="1006" y="113"/>
                </a:lnTo>
                <a:lnTo>
                  <a:pt x="1005" y="113"/>
                </a:lnTo>
                <a:lnTo>
                  <a:pt x="1004" y="114"/>
                </a:lnTo>
                <a:lnTo>
                  <a:pt x="1003" y="114"/>
                </a:lnTo>
                <a:lnTo>
                  <a:pt x="1002" y="114"/>
                </a:lnTo>
                <a:lnTo>
                  <a:pt x="1001" y="114"/>
                </a:lnTo>
                <a:lnTo>
                  <a:pt x="1000" y="115"/>
                </a:lnTo>
                <a:lnTo>
                  <a:pt x="1000" y="116"/>
                </a:lnTo>
                <a:lnTo>
                  <a:pt x="1001" y="116"/>
                </a:lnTo>
                <a:lnTo>
                  <a:pt x="1002" y="117"/>
                </a:lnTo>
                <a:lnTo>
                  <a:pt x="1002" y="118"/>
                </a:lnTo>
                <a:lnTo>
                  <a:pt x="1001" y="118"/>
                </a:lnTo>
                <a:lnTo>
                  <a:pt x="1001" y="119"/>
                </a:lnTo>
                <a:lnTo>
                  <a:pt x="1000" y="120"/>
                </a:lnTo>
                <a:lnTo>
                  <a:pt x="1000" y="121"/>
                </a:lnTo>
                <a:lnTo>
                  <a:pt x="1000" y="122"/>
                </a:lnTo>
                <a:lnTo>
                  <a:pt x="1000" y="123"/>
                </a:lnTo>
                <a:lnTo>
                  <a:pt x="1001" y="123"/>
                </a:lnTo>
                <a:lnTo>
                  <a:pt x="1002" y="123"/>
                </a:lnTo>
                <a:lnTo>
                  <a:pt x="1003" y="123"/>
                </a:lnTo>
                <a:lnTo>
                  <a:pt x="1003" y="124"/>
                </a:lnTo>
                <a:lnTo>
                  <a:pt x="1002" y="124"/>
                </a:lnTo>
                <a:lnTo>
                  <a:pt x="1002" y="125"/>
                </a:lnTo>
                <a:lnTo>
                  <a:pt x="1001" y="125"/>
                </a:lnTo>
                <a:lnTo>
                  <a:pt x="1000" y="125"/>
                </a:lnTo>
                <a:lnTo>
                  <a:pt x="999" y="125"/>
                </a:lnTo>
                <a:lnTo>
                  <a:pt x="999" y="126"/>
                </a:lnTo>
                <a:lnTo>
                  <a:pt x="998" y="127"/>
                </a:lnTo>
                <a:lnTo>
                  <a:pt x="997" y="127"/>
                </a:lnTo>
                <a:lnTo>
                  <a:pt x="996" y="128"/>
                </a:lnTo>
                <a:lnTo>
                  <a:pt x="996" y="129"/>
                </a:lnTo>
                <a:lnTo>
                  <a:pt x="997" y="129"/>
                </a:lnTo>
                <a:lnTo>
                  <a:pt x="997" y="130"/>
                </a:lnTo>
                <a:lnTo>
                  <a:pt x="998" y="130"/>
                </a:lnTo>
                <a:lnTo>
                  <a:pt x="998" y="131"/>
                </a:lnTo>
                <a:lnTo>
                  <a:pt x="999" y="132"/>
                </a:lnTo>
                <a:lnTo>
                  <a:pt x="999" y="133"/>
                </a:lnTo>
                <a:lnTo>
                  <a:pt x="1000" y="134"/>
                </a:lnTo>
                <a:lnTo>
                  <a:pt x="1001" y="135"/>
                </a:lnTo>
                <a:lnTo>
                  <a:pt x="1001" y="136"/>
                </a:lnTo>
                <a:lnTo>
                  <a:pt x="1001" y="137"/>
                </a:lnTo>
                <a:lnTo>
                  <a:pt x="1001" y="138"/>
                </a:lnTo>
                <a:lnTo>
                  <a:pt x="1002" y="138"/>
                </a:lnTo>
                <a:lnTo>
                  <a:pt x="1003" y="139"/>
                </a:lnTo>
                <a:lnTo>
                  <a:pt x="1004" y="139"/>
                </a:lnTo>
                <a:lnTo>
                  <a:pt x="1005" y="140"/>
                </a:lnTo>
                <a:lnTo>
                  <a:pt x="1006" y="140"/>
                </a:lnTo>
                <a:lnTo>
                  <a:pt x="1006" y="139"/>
                </a:lnTo>
                <a:lnTo>
                  <a:pt x="1007" y="139"/>
                </a:lnTo>
                <a:lnTo>
                  <a:pt x="1008" y="140"/>
                </a:lnTo>
                <a:lnTo>
                  <a:pt x="1008" y="141"/>
                </a:lnTo>
                <a:lnTo>
                  <a:pt x="1009" y="141"/>
                </a:lnTo>
                <a:lnTo>
                  <a:pt x="1008" y="141"/>
                </a:lnTo>
                <a:lnTo>
                  <a:pt x="1008" y="142"/>
                </a:lnTo>
                <a:lnTo>
                  <a:pt x="1009" y="143"/>
                </a:lnTo>
                <a:lnTo>
                  <a:pt x="1009" y="144"/>
                </a:lnTo>
                <a:lnTo>
                  <a:pt x="1009" y="145"/>
                </a:lnTo>
                <a:lnTo>
                  <a:pt x="1008" y="145"/>
                </a:lnTo>
                <a:lnTo>
                  <a:pt x="1009" y="145"/>
                </a:lnTo>
                <a:lnTo>
                  <a:pt x="1009" y="146"/>
                </a:lnTo>
                <a:lnTo>
                  <a:pt x="1008" y="146"/>
                </a:lnTo>
                <a:lnTo>
                  <a:pt x="1007" y="146"/>
                </a:lnTo>
                <a:lnTo>
                  <a:pt x="1008" y="147"/>
                </a:lnTo>
                <a:lnTo>
                  <a:pt x="1008" y="148"/>
                </a:lnTo>
                <a:lnTo>
                  <a:pt x="1008" y="149"/>
                </a:lnTo>
                <a:lnTo>
                  <a:pt x="1008" y="150"/>
                </a:lnTo>
                <a:lnTo>
                  <a:pt x="1007" y="150"/>
                </a:lnTo>
                <a:lnTo>
                  <a:pt x="1006" y="151"/>
                </a:lnTo>
                <a:lnTo>
                  <a:pt x="1007" y="151"/>
                </a:lnTo>
                <a:lnTo>
                  <a:pt x="1007" y="152"/>
                </a:lnTo>
                <a:lnTo>
                  <a:pt x="1007" y="153"/>
                </a:lnTo>
                <a:lnTo>
                  <a:pt x="1007" y="154"/>
                </a:lnTo>
                <a:lnTo>
                  <a:pt x="1006" y="155"/>
                </a:lnTo>
                <a:lnTo>
                  <a:pt x="1006" y="156"/>
                </a:lnTo>
                <a:lnTo>
                  <a:pt x="1007" y="156"/>
                </a:lnTo>
                <a:lnTo>
                  <a:pt x="1007" y="157"/>
                </a:lnTo>
                <a:lnTo>
                  <a:pt x="1006" y="157"/>
                </a:lnTo>
                <a:lnTo>
                  <a:pt x="1006" y="158"/>
                </a:lnTo>
                <a:lnTo>
                  <a:pt x="1006" y="159"/>
                </a:lnTo>
                <a:lnTo>
                  <a:pt x="1006" y="160"/>
                </a:lnTo>
                <a:lnTo>
                  <a:pt x="1007" y="160"/>
                </a:lnTo>
                <a:lnTo>
                  <a:pt x="1007" y="161"/>
                </a:lnTo>
                <a:lnTo>
                  <a:pt x="1008" y="161"/>
                </a:lnTo>
                <a:lnTo>
                  <a:pt x="1008" y="162"/>
                </a:lnTo>
                <a:lnTo>
                  <a:pt x="1008" y="163"/>
                </a:lnTo>
                <a:lnTo>
                  <a:pt x="1009" y="163"/>
                </a:lnTo>
                <a:lnTo>
                  <a:pt x="1010" y="163"/>
                </a:lnTo>
                <a:lnTo>
                  <a:pt x="1011" y="163"/>
                </a:lnTo>
                <a:lnTo>
                  <a:pt x="1012" y="163"/>
                </a:lnTo>
                <a:lnTo>
                  <a:pt x="1011" y="164"/>
                </a:lnTo>
                <a:lnTo>
                  <a:pt x="1013" y="164"/>
                </a:lnTo>
                <a:lnTo>
                  <a:pt x="1014" y="164"/>
                </a:lnTo>
                <a:lnTo>
                  <a:pt x="1014" y="163"/>
                </a:lnTo>
                <a:lnTo>
                  <a:pt x="1015" y="163"/>
                </a:lnTo>
                <a:lnTo>
                  <a:pt x="1016" y="163"/>
                </a:lnTo>
                <a:lnTo>
                  <a:pt x="1016" y="162"/>
                </a:lnTo>
                <a:lnTo>
                  <a:pt x="1017" y="162"/>
                </a:lnTo>
                <a:lnTo>
                  <a:pt x="1018" y="162"/>
                </a:lnTo>
                <a:lnTo>
                  <a:pt x="1018" y="161"/>
                </a:lnTo>
                <a:lnTo>
                  <a:pt x="1019" y="161"/>
                </a:lnTo>
                <a:lnTo>
                  <a:pt x="1019" y="160"/>
                </a:lnTo>
                <a:lnTo>
                  <a:pt x="1020" y="160"/>
                </a:lnTo>
                <a:lnTo>
                  <a:pt x="1020" y="161"/>
                </a:lnTo>
                <a:lnTo>
                  <a:pt x="1021" y="161"/>
                </a:lnTo>
                <a:lnTo>
                  <a:pt x="1022" y="161"/>
                </a:lnTo>
                <a:lnTo>
                  <a:pt x="1022" y="162"/>
                </a:lnTo>
                <a:lnTo>
                  <a:pt x="1023" y="162"/>
                </a:lnTo>
                <a:lnTo>
                  <a:pt x="1023" y="161"/>
                </a:lnTo>
                <a:lnTo>
                  <a:pt x="1024" y="161"/>
                </a:lnTo>
                <a:lnTo>
                  <a:pt x="1024" y="160"/>
                </a:lnTo>
                <a:lnTo>
                  <a:pt x="1024" y="161"/>
                </a:lnTo>
                <a:lnTo>
                  <a:pt x="1025" y="161"/>
                </a:lnTo>
                <a:lnTo>
                  <a:pt x="1025" y="160"/>
                </a:lnTo>
                <a:lnTo>
                  <a:pt x="1026" y="160"/>
                </a:lnTo>
                <a:lnTo>
                  <a:pt x="1027" y="160"/>
                </a:lnTo>
                <a:lnTo>
                  <a:pt x="1028" y="160"/>
                </a:lnTo>
                <a:lnTo>
                  <a:pt x="1028" y="161"/>
                </a:lnTo>
                <a:lnTo>
                  <a:pt x="1029" y="162"/>
                </a:lnTo>
                <a:lnTo>
                  <a:pt x="1029" y="163"/>
                </a:lnTo>
                <a:lnTo>
                  <a:pt x="1029" y="164"/>
                </a:lnTo>
                <a:lnTo>
                  <a:pt x="1030" y="164"/>
                </a:lnTo>
                <a:lnTo>
                  <a:pt x="1029" y="164"/>
                </a:lnTo>
                <a:lnTo>
                  <a:pt x="1029" y="165"/>
                </a:lnTo>
                <a:lnTo>
                  <a:pt x="1028" y="165"/>
                </a:lnTo>
                <a:lnTo>
                  <a:pt x="1029" y="165"/>
                </a:lnTo>
                <a:lnTo>
                  <a:pt x="1030" y="165"/>
                </a:lnTo>
                <a:lnTo>
                  <a:pt x="1031" y="166"/>
                </a:lnTo>
                <a:lnTo>
                  <a:pt x="1032" y="166"/>
                </a:lnTo>
                <a:lnTo>
                  <a:pt x="1032" y="167"/>
                </a:lnTo>
                <a:lnTo>
                  <a:pt x="1031" y="167"/>
                </a:lnTo>
                <a:lnTo>
                  <a:pt x="1032" y="168"/>
                </a:lnTo>
                <a:lnTo>
                  <a:pt x="1032" y="169"/>
                </a:lnTo>
                <a:lnTo>
                  <a:pt x="1032" y="170"/>
                </a:lnTo>
                <a:lnTo>
                  <a:pt x="1033" y="170"/>
                </a:lnTo>
                <a:lnTo>
                  <a:pt x="1033" y="171"/>
                </a:lnTo>
                <a:lnTo>
                  <a:pt x="1034" y="171"/>
                </a:lnTo>
                <a:lnTo>
                  <a:pt x="1033" y="171"/>
                </a:lnTo>
                <a:lnTo>
                  <a:pt x="1032" y="171"/>
                </a:lnTo>
                <a:lnTo>
                  <a:pt x="1032" y="172"/>
                </a:lnTo>
                <a:lnTo>
                  <a:pt x="1031" y="172"/>
                </a:lnTo>
                <a:lnTo>
                  <a:pt x="1030" y="172"/>
                </a:lnTo>
                <a:lnTo>
                  <a:pt x="1030" y="173"/>
                </a:lnTo>
                <a:lnTo>
                  <a:pt x="1030" y="174"/>
                </a:lnTo>
                <a:lnTo>
                  <a:pt x="1030" y="175"/>
                </a:lnTo>
                <a:lnTo>
                  <a:pt x="1029" y="175"/>
                </a:lnTo>
                <a:lnTo>
                  <a:pt x="1028" y="175"/>
                </a:lnTo>
                <a:lnTo>
                  <a:pt x="1028" y="176"/>
                </a:lnTo>
                <a:lnTo>
                  <a:pt x="1028" y="177"/>
                </a:lnTo>
                <a:lnTo>
                  <a:pt x="1028" y="178"/>
                </a:lnTo>
                <a:lnTo>
                  <a:pt x="1027" y="178"/>
                </a:lnTo>
                <a:lnTo>
                  <a:pt x="1026" y="178"/>
                </a:lnTo>
                <a:lnTo>
                  <a:pt x="1025" y="177"/>
                </a:lnTo>
                <a:lnTo>
                  <a:pt x="1025" y="178"/>
                </a:lnTo>
                <a:lnTo>
                  <a:pt x="1024" y="178"/>
                </a:lnTo>
                <a:lnTo>
                  <a:pt x="1023" y="179"/>
                </a:lnTo>
                <a:lnTo>
                  <a:pt x="1022" y="179"/>
                </a:lnTo>
                <a:lnTo>
                  <a:pt x="1021" y="179"/>
                </a:lnTo>
                <a:lnTo>
                  <a:pt x="1021" y="180"/>
                </a:lnTo>
                <a:lnTo>
                  <a:pt x="1021" y="181"/>
                </a:lnTo>
                <a:lnTo>
                  <a:pt x="1022" y="181"/>
                </a:lnTo>
                <a:lnTo>
                  <a:pt x="1021" y="181"/>
                </a:lnTo>
                <a:lnTo>
                  <a:pt x="1021" y="182"/>
                </a:lnTo>
                <a:lnTo>
                  <a:pt x="1020" y="182"/>
                </a:lnTo>
                <a:lnTo>
                  <a:pt x="1021" y="183"/>
                </a:lnTo>
                <a:lnTo>
                  <a:pt x="1022" y="184"/>
                </a:lnTo>
                <a:lnTo>
                  <a:pt x="1021" y="185"/>
                </a:lnTo>
                <a:lnTo>
                  <a:pt x="1021" y="186"/>
                </a:lnTo>
                <a:lnTo>
                  <a:pt x="1021" y="187"/>
                </a:lnTo>
                <a:lnTo>
                  <a:pt x="1022" y="187"/>
                </a:lnTo>
                <a:lnTo>
                  <a:pt x="1022" y="188"/>
                </a:lnTo>
                <a:lnTo>
                  <a:pt x="1023" y="188"/>
                </a:lnTo>
                <a:lnTo>
                  <a:pt x="1023" y="189"/>
                </a:lnTo>
                <a:lnTo>
                  <a:pt x="1024" y="189"/>
                </a:lnTo>
                <a:lnTo>
                  <a:pt x="1025" y="189"/>
                </a:lnTo>
                <a:lnTo>
                  <a:pt x="1026" y="188"/>
                </a:lnTo>
                <a:lnTo>
                  <a:pt x="1026" y="189"/>
                </a:lnTo>
                <a:lnTo>
                  <a:pt x="1027" y="190"/>
                </a:lnTo>
                <a:lnTo>
                  <a:pt x="1027" y="191"/>
                </a:lnTo>
                <a:lnTo>
                  <a:pt x="1027" y="192"/>
                </a:lnTo>
                <a:lnTo>
                  <a:pt x="1027" y="193"/>
                </a:lnTo>
                <a:lnTo>
                  <a:pt x="1026" y="193"/>
                </a:lnTo>
                <a:lnTo>
                  <a:pt x="1025" y="193"/>
                </a:lnTo>
                <a:lnTo>
                  <a:pt x="1025" y="194"/>
                </a:lnTo>
                <a:lnTo>
                  <a:pt x="1026" y="194"/>
                </a:lnTo>
                <a:lnTo>
                  <a:pt x="1026" y="195"/>
                </a:lnTo>
                <a:lnTo>
                  <a:pt x="1025" y="195"/>
                </a:lnTo>
                <a:lnTo>
                  <a:pt x="1026" y="196"/>
                </a:lnTo>
                <a:lnTo>
                  <a:pt x="1027" y="196"/>
                </a:lnTo>
                <a:lnTo>
                  <a:pt x="1027" y="197"/>
                </a:lnTo>
                <a:lnTo>
                  <a:pt x="1028" y="197"/>
                </a:lnTo>
                <a:lnTo>
                  <a:pt x="1028" y="198"/>
                </a:lnTo>
                <a:lnTo>
                  <a:pt x="1029" y="198"/>
                </a:lnTo>
                <a:lnTo>
                  <a:pt x="1028" y="198"/>
                </a:lnTo>
                <a:lnTo>
                  <a:pt x="1028" y="199"/>
                </a:lnTo>
                <a:lnTo>
                  <a:pt x="1029" y="199"/>
                </a:lnTo>
                <a:lnTo>
                  <a:pt x="1029" y="200"/>
                </a:lnTo>
                <a:lnTo>
                  <a:pt x="1028" y="200"/>
                </a:lnTo>
                <a:lnTo>
                  <a:pt x="1029" y="200"/>
                </a:lnTo>
                <a:lnTo>
                  <a:pt x="1029" y="201"/>
                </a:lnTo>
                <a:lnTo>
                  <a:pt x="1029" y="202"/>
                </a:lnTo>
                <a:lnTo>
                  <a:pt x="1028" y="203"/>
                </a:lnTo>
                <a:lnTo>
                  <a:pt x="1029" y="203"/>
                </a:lnTo>
                <a:lnTo>
                  <a:pt x="1029" y="204"/>
                </a:lnTo>
                <a:lnTo>
                  <a:pt x="1029" y="205"/>
                </a:lnTo>
                <a:lnTo>
                  <a:pt x="1028" y="205"/>
                </a:lnTo>
                <a:lnTo>
                  <a:pt x="1028" y="206"/>
                </a:lnTo>
                <a:lnTo>
                  <a:pt x="1029" y="206"/>
                </a:lnTo>
                <a:lnTo>
                  <a:pt x="1029" y="207"/>
                </a:lnTo>
                <a:lnTo>
                  <a:pt x="1029" y="208"/>
                </a:lnTo>
                <a:lnTo>
                  <a:pt x="1030" y="208"/>
                </a:lnTo>
                <a:lnTo>
                  <a:pt x="1029" y="208"/>
                </a:lnTo>
                <a:lnTo>
                  <a:pt x="1029" y="209"/>
                </a:lnTo>
                <a:lnTo>
                  <a:pt x="1029" y="210"/>
                </a:lnTo>
                <a:lnTo>
                  <a:pt x="1029" y="211"/>
                </a:lnTo>
                <a:lnTo>
                  <a:pt x="1028" y="212"/>
                </a:lnTo>
                <a:lnTo>
                  <a:pt x="1028" y="213"/>
                </a:lnTo>
                <a:lnTo>
                  <a:pt x="1027" y="214"/>
                </a:lnTo>
                <a:lnTo>
                  <a:pt x="1028" y="214"/>
                </a:lnTo>
                <a:lnTo>
                  <a:pt x="1029" y="215"/>
                </a:lnTo>
                <a:lnTo>
                  <a:pt x="1030" y="215"/>
                </a:lnTo>
                <a:lnTo>
                  <a:pt x="1029" y="216"/>
                </a:lnTo>
                <a:lnTo>
                  <a:pt x="1030" y="217"/>
                </a:lnTo>
                <a:lnTo>
                  <a:pt x="1031" y="218"/>
                </a:lnTo>
                <a:lnTo>
                  <a:pt x="1032" y="217"/>
                </a:lnTo>
                <a:lnTo>
                  <a:pt x="1033" y="217"/>
                </a:lnTo>
                <a:lnTo>
                  <a:pt x="1033" y="218"/>
                </a:lnTo>
                <a:lnTo>
                  <a:pt x="1033" y="219"/>
                </a:lnTo>
                <a:lnTo>
                  <a:pt x="1034" y="219"/>
                </a:lnTo>
                <a:lnTo>
                  <a:pt x="1034" y="220"/>
                </a:lnTo>
                <a:lnTo>
                  <a:pt x="1034" y="221"/>
                </a:lnTo>
                <a:lnTo>
                  <a:pt x="1033" y="221"/>
                </a:lnTo>
                <a:lnTo>
                  <a:pt x="1033" y="222"/>
                </a:lnTo>
                <a:lnTo>
                  <a:pt x="1032" y="222"/>
                </a:lnTo>
                <a:lnTo>
                  <a:pt x="1032" y="223"/>
                </a:lnTo>
                <a:lnTo>
                  <a:pt x="1031" y="223"/>
                </a:lnTo>
                <a:lnTo>
                  <a:pt x="1030" y="224"/>
                </a:lnTo>
                <a:lnTo>
                  <a:pt x="1030" y="225"/>
                </a:lnTo>
                <a:lnTo>
                  <a:pt x="1030" y="226"/>
                </a:lnTo>
                <a:lnTo>
                  <a:pt x="1031" y="227"/>
                </a:lnTo>
                <a:lnTo>
                  <a:pt x="1031" y="228"/>
                </a:lnTo>
                <a:lnTo>
                  <a:pt x="1030" y="228"/>
                </a:lnTo>
                <a:lnTo>
                  <a:pt x="1030" y="229"/>
                </a:lnTo>
                <a:lnTo>
                  <a:pt x="1030" y="230"/>
                </a:lnTo>
                <a:lnTo>
                  <a:pt x="1030" y="231"/>
                </a:lnTo>
                <a:lnTo>
                  <a:pt x="1029" y="231"/>
                </a:lnTo>
                <a:lnTo>
                  <a:pt x="1030" y="232"/>
                </a:lnTo>
                <a:lnTo>
                  <a:pt x="1030" y="233"/>
                </a:lnTo>
                <a:lnTo>
                  <a:pt x="1029" y="233"/>
                </a:lnTo>
                <a:lnTo>
                  <a:pt x="1029" y="234"/>
                </a:lnTo>
                <a:lnTo>
                  <a:pt x="1028" y="234"/>
                </a:lnTo>
                <a:lnTo>
                  <a:pt x="1028" y="235"/>
                </a:lnTo>
                <a:lnTo>
                  <a:pt x="1029" y="236"/>
                </a:lnTo>
                <a:lnTo>
                  <a:pt x="1029" y="237"/>
                </a:lnTo>
                <a:lnTo>
                  <a:pt x="1028" y="238"/>
                </a:lnTo>
                <a:lnTo>
                  <a:pt x="1027" y="238"/>
                </a:lnTo>
                <a:lnTo>
                  <a:pt x="1027" y="239"/>
                </a:lnTo>
                <a:lnTo>
                  <a:pt x="1026" y="239"/>
                </a:lnTo>
                <a:lnTo>
                  <a:pt x="1025" y="239"/>
                </a:lnTo>
                <a:lnTo>
                  <a:pt x="1024" y="239"/>
                </a:lnTo>
                <a:lnTo>
                  <a:pt x="1023" y="239"/>
                </a:lnTo>
                <a:lnTo>
                  <a:pt x="1023" y="240"/>
                </a:lnTo>
                <a:lnTo>
                  <a:pt x="1023" y="241"/>
                </a:lnTo>
                <a:lnTo>
                  <a:pt x="1023" y="242"/>
                </a:lnTo>
                <a:lnTo>
                  <a:pt x="1023" y="241"/>
                </a:lnTo>
                <a:lnTo>
                  <a:pt x="1022" y="241"/>
                </a:lnTo>
                <a:lnTo>
                  <a:pt x="1020" y="241"/>
                </a:lnTo>
                <a:lnTo>
                  <a:pt x="1019" y="241"/>
                </a:lnTo>
                <a:lnTo>
                  <a:pt x="1018" y="241"/>
                </a:lnTo>
                <a:lnTo>
                  <a:pt x="1017" y="242"/>
                </a:lnTo>
                <a:lnTo>
                  <a:pt x="1017" y="243"/>
                </a:lnTo>
                <a:lnTo>
                  <a:pt x="1016" y="243"/>
                </a:lnTo>
                <a:lnTo>
                  <a:pt x="1016" y="244"/>
                </a:lnTo>
                <a:lnTo>
                  <a:pt x="1015" y="244"/>
                </a:lnTo>
                <a:lnTo>
                  <a:pt x="1014" y="244"/>
                </a:lnTo>
                <a:lnTo>
                  <a:pt x="1014" y="245"/>
                </a:lnTo>
                <a:lnTo>
                  <a:pt x="1014" y="246"/>
                </a:lnTo>
                <a:lnTo>
                  <a:pt x="1014" y="248"/>
                </a:lnTo>
                <a:lnTo>
                  <a:pt x="1014" y="249"/>
                </a:lnTo>
                <a:lnTo>
                  <a:pt x="1013" y="249"/>
                </a:lnTo>
                <a:lnTo>
                  <a:pt x="1012" y="249"/>
                </a:lnTo>
                <a:lnTo>
                  <a:pt x="1013" y="250"/>
                </a:lnTo>
                <a:lnTo>
                  <a:pt x="1014" y="250"/>
                </a:lnTo>
                <a:lnTo>
                  <a:pt x="1014" y="251"/>
                </a:lnTo>
                <a:lnTo>
                  <a:pt x="1014" y="252"/>
                </a:lnTo>
                <a:lnTo>
                  <a:pt x="1015" y="252"/>
                </a:lnTo>
                <a:lnTo>
                  <a:pt x="1015" y="253"/>
                </a:lnTo>
                <a:lnTo>
                  <a:pt x="1016" y="253"/>
                </a:lnTo>
                <a:lnTo>
                  <a:pt x="1016" y="254"/>
                </a:lnTo>
                <a:lnTo>
                  <a:pt x="1017" y="255"/>
                </a:lnTo>
                <a:lnTo>
                  <a:pt x="1017" y="256"/>
                </a:lnTo>
                <a:lnTo>
                  <a:pt x="1017" y="257"/>
                </a:lnTo>
                <a:lnTo>
                  <a:pt x="1017" y="258"/>
                </a:lnTo>
                <a:lnTo>
                  <a:pt x="1018" y="258"/>
                </a:lnTo>
                <a:lnTo>
                  <a:pt x="1019" y="259"/>
                </a:lnTo>
                <a:lnTo>
                  <a:pt x="1020" y="259"/>
                </a:lnTo>
                <a:lnTo>
                  <a:pt x="1020" y="260"/>
                </a:lnTo>
                <a:lnTo>
                  <a:pt x="1020" y="261"/>
                </a:lnTo>
                <a:lnTo>
                  <a:pt x="1021" y="261"/>
                </a:lnTo>
                <a:lnTo>
                  <a:pt x="1021" y="262"/>
                </a:lnTo>
                <a:lnTo>
                  <a:pt x="1022" y="262"/>
                </a:lnTo>
                <a:lnTo>
                  <a:pt x="1022" y="263"/>
                </a:lnTo>
                <a:lnTo>
                  <a:pt x="1023" y="263"/>
                </a:lnTo>
                <a:lnTo>
                  <a:pt x="1024" y="263"/>
                </a:lnTo>
                <a:lnTo>
                  <a:pt x="1024" y="264"/>
                </a:lnTo>
                <a:lnTo>
                  <a:pt x="1024" y="265"/>
                </a:lnTo>
                <a:lnTo>
                  <a:pt x="1025" y="266"/>
                </a:lnTo>
                <a:lnTo>
                  <a:pt x="1026" y="266"/>
                </a:lnTo>
                <a:lnTo>
                  <a:pt x="1026" y="267"/>
                </a:lnTo>
                <a:lnTo>
                  <a:pt x="1027" y="268"/>
                </a:lnTo>
                <a:lnTo>
                  <a:pt x="1028" y="268"/>
                </a:lnTo>
                <a:lnTo>
                  <a:pt x="1029" y="268"/>
                </a:lnTo>
                <a:lnTo>
                  <a:pt x="1030" y="268"/>
                </a:lnTo>
                <a:lnTo>
                  <a:pt x="1030" y="267"/>
                </a:lnTo>
                <a:lnTo>
                  <a:pt x="1031" y="267"/>
                </a:lnTo>
                <a:lnTo>
                  <a:pt x="1031" y="268"/>
                </a:lnTo>
                <a:lnTo>
                  <a:pt x="1032" y="268"/>
                </a:lnTo>
                <a:lnTo>
                  <a:pt x="1032" y="269"/>
                </a:lnTo>
                <a:lnTo>
                  <a:pt x="1033" y="269"/>
                </a:lnTo>
                <a:lnTo>
                  <a:pt x="1033" y="270"/>
                </a:lnTo>
                <a:lnTo>
                  <a:pt x="1034" y="270"/>
                </a:lnTo>
                <a:lnTo>
                  <a:pt x="1034" y="271"/>
                </a:lnTo>
                <a:lnTo>
                  <a:pt x="1034" y="272"/>
                </a:lnTo>
                <a:lnTo>
                  <a:pt x="1035" y="272"/>
                </a:lnTo>
                <a:lnTo>
                  <a:pt x="1036" y="272"/>
                </a:lnTo>
                <a:lnTo>
                  <a:pt x="1036" y="273"/>
                </a:lnTo>
                <a:lnTo>
                  <a:pt x="1036" y="274"/>
                </a:lnTo>
                <a:lnTo>
                  <a:pt x="1037" y="274"/>
                </a:lnTo>
                <a:lnTo>
                  <a:pt x="1038" y="274"/>
                </a:lnTo>
                <a:lnTo>
                  <a:pt x="1039" y="274"/>
                </a:lnTo>
                <a:lnTo>
                  <a:pt x="1040" y="274"/>
                </a:lnTo>
                <a:lnTo>
                  <a:pt x="1040" y="275"/>
                </a:lnTo>
                <a:lnTo>
                  <a:pt x="1039" y="275"/>
                </a:lnTo>
                <a:lnTo>
                  <a:pt x="1039" y="276"/>
                </a:lnTo>
                <a:lnTo>
                  <a:pt x="1039" y="277"/>
                </a:lnTo>
                <a:lnTo>
                  <a:pt x="1038" y="277"/>
                </a:lnTo>
                <a:lnTo>
                  <a:pt x="1038" y="278"/>
                </a:lnTo>
                <a:lnTo>
                  <a:pt x="1037" y="278"/>
                </a:lnTo>
                <a:lnTo>
                  <a:pt x="1037" y="279"/>
                </a:lnTo>
                <a:lnTo>
                  <a:pt x="1037" y="280"/>
                </a:lnTo>
                <a:lnTo>
                  <a:pt x="1037" y="281"/>
                </a:lnTo>
                <a:lnTo>
                  <a:pt x="1038" y="281"/>
                </a:lnTo>
                <a:lnTo>
                  <a:pt x="1040" y="281"/>
                </a:lnTo>
                <a:lnTo>
                  <a:pt x="1041" y="281"/>
                </a:lnTo>
                <a:lnTo>
                  <a:pt x="1042" y="281"/>
                </a:lnTo>
                <a:lnTo>
                  <a:pt x="1043" y="282"/>
                </a:lnTo>
                <a:lnTo>
                  <a:pt x="1044" y="282"/>
                </a:lnTo>
                <a:lnTo>
                  <a:pt x="1044" y="283"/>
                </a:lnTo>
                <a:lnTo>
                  <a:pt x="1044" y="284"/>
                </a:lnTo>
                <a:lnTo>
                  <a:pt x="1044" y="285"/>
                </a:lnTo>
                <a:lnTo>
                  <a:pt x="1045" y="285"/>
                </a:lnTo>
                <a:lnTo>
                  <a:pt x="1046" y="285"/>
                </a:lnTo>
                <a:lnTo>
                  <a:pt x="1046" y="286"/>
                </a:lnTo>
                <a:lnTo>
                  <a:pt x="1046" y="287"/>
                </a:lnTo>
                <a:lnTo>
                  <a:pt x="1045" y="287"/>
                </a:lnTo>
                <a:lnTo>
                  <a:pt x="1045" y="288"/>
                </a:lnTo>
                <a:lnTo>
                  <a:pt x="1045" y="289"/>
                </a:lnTo>
                <a:lnTo>
                  <a:pt x="1046" y="289"/>
                </a:lnTo>
                <a:lnTo>
                  <a:pt x="1045" y="290"/>
                </a:lnTo>
                <a:lnTo>
                  <a:pt x="1045" y="291"/>
                </a:lnTo>
                <a:lnTo>
                  <a:pt x="1044" y="291"/>
                </a:lnTo>
                <a:lnTo>
                  <a:pt x="1044" y="292"/>
                </a:lnTo>
                <a:lnTo>
                  <a:pt x="1044" y="293"/>
                </a:lnTo>
                <a:lnTo>
                  <a:pt x="1044" y="294"/>
                </a:lnTo>
                <a:lnTo>
                  <a:pt x="1044" y="295"/>
                </a:lnTo>
                <a:lnTo>
                  <a:pt x="1044" y="296"/>
                </a:lnTo>
                <a:lnTo>
                  <a:pt x="1044" y="297"/>
                </a:lnTo>
                <a:lnTo>
                  <a:pt x="1045" y="297"/>
                </a:lnTo>
                <a:lnTo>
                  <a:pt x="1046" y="298"/>
                </a:lnTo>
                <a:lnTo>
                  <a:pt x="1046" y="299"/>
                </a:lnTo>
                <a:lnTo>
                  <a:pt x="1047" y="300"/>
                </a:lnTo>
                <a:lnTo>
                  <a:pt x="1048" y="300"/>
                </a:lnTo>
                <a:lnTo>
                  <a:pt x="1049" y="300"/>
                </a:lnTo>
                <a:lnTo>
                  <a:pt x="1049" y="301"/>
                </a:lnTo>
                <a:lnTo>
                  <a:pt x="1050" y="301"/>
                </a:lnTo>
                <a:lnTo>
                  <a:pt x="1051" y="301"/>
                </a:lnTo>
                <a:lnTo>
                  <a:pt x="1051" y="302"/>
                </a:lnTo>
                <a:lnTo>
                  <a:pt x="1052" y="302"/>
                </a:lnTo>
                <a:lnTo>
                  <a:pt x="1053" y="302"/>
                </a:lnTo>
                <a:lnTo>
                  <a:pt x="1053" y="303"/>
                </a:lnTo>
                <a:lnTo>
                  <a:pt x="1053" y="304"/>
                </a:lnTo>
                <a:lnTo>
                  <a:pt x="1053" y="305"/>
                </a:lnTo>
                <a:lnTo>
                  <a:pt x="1054" y="306"/>
                </a:lnTo>
                <a:lnTo>
                  <a:pt x="1053" y="307"/>
                </a:lnTo>
                <a:lnTo>
                  <a:pt x="1053" y="308"/>
                </a:lnTo>
                <a:lnTo>
                  <a:pt x="1054" y="308"/>
                </a:lnTo>
                <a:lnTo>
                  <a:pt x="1054" y="309"/>
                </a:lnTo>
                <a:lnTo>
                  <a:pt x="1055" y="309"/>
                </a:lnTo>
                <a:lnTo>
                  <a:pt x="1056" y="309"/>
                </a:lnTo>
                <a:lnTo>
                  <a:pt x="1057" y="309"/>
                </a:lnTo>
                <a:lnTo>
                  <a:pt x="1057" y="310"/>
                </a:lnTo>
                <a:lnTo>
                  <a:pt x="1058" y="310"/>
                </a:lnTo>
                <a:lnTo>
                  <a:pt x="1059" y="310"/>
                </a:lnTo>
                <a:lnTo>
                  <a:pt x="1060" y="310"/>
                </a:lnTo>
                <a:lnTo>
                  <a:pt x="1060" y="311"/>
                </a:lnTo>
                <a:lnTo>
                  <a:pt x="1061" y="311"/>
                </a:lnTo>
                <a:lnTo>
                  <a:pt x="1062" y="311"/>
                </a:lnTo>
                <a:lnTo>
                  <a:pt x="1063" y="311"/>
                </a:lnTo>
                <a:lnTo>
                  <a:pt x="1063" y="312"/>
                </a:lnTo>
                <a:lnTo>
                  <a:pt x="1065" y="312"/>
                </a:lnTo>
                <a:lnTo>
                  <a:pt x="1065" y="311"/>
                </a:lnTo>
                <a:lnTo>
                  <a:pt x="1065" y="312"/>
                </a:lnTo>
                <a:lnTo>
                  <a:pt x="1066" y="312"/>
                </a:lnTo>
                <a:lnTo>
                  <a:pt x="1067" y="312"/>
                </a:lnTo>
                <a:lnTo>
                  <a:pt x="1067" y="313"/>
                </a:lnTo>
                <a:lnTo>
                  <a:pt x="1068" y="313"/>
                </a:lnTo>
                <a:lnTo>
                  <a:pt x="1068" y="314"/>
                </a:lnTo>
                <a:lnTo>
                  <a:pt x="1069" y="315"/>
                </a:lnTo>
                <a:lnTo>
                  <a:pt x="1069" y="316"/>
                </a:lnTo>
                <a:lnTo>
                  <a:pt x="1070" y="317"/>
                </a:lnTo>
                <a:lnTo>
                  <a:pt x="1071" y="318"/>
                </a:lnTo>
                <a:lnTo>
                  <a:pt x="1071" y="319"/>
                </a:lnTo>
                <a:lnTo>
                  <a:pt x="1072" y="319"/>
                </a:lnTo>
                <a:lnTo>
                  <a:pt x="1072" y="320"/>
                </a:lnTo>
                <a:lnTo>
                  <a:pt x="1073" y="321"/>
                </a:lnTo>
                <a:lnTo>
                  <a:pt x="1073" y="322"/>
                </a:lnTo>
                <a:lnTo>
                  <a:pt x="1074" y="322"/>
                </a:lnTo>
                <a:lnTo>
                  <a:pt x="1074" y="323"/>
                </a:lnTo>
                <a:lnTo>
                  <a:pt x="1075" y="323"/>
                </a:lnTo>
                <a:lnTo>
                  <a:pt x="1075" y="324"/>
                </a:lnTo>
                <a:lnTo>
                  <a:pt x="1075" y="325"/>
                </a:lnTo>
                <a:lnTo>
                  <a:pt x="1075" y="326"/>
                </a:lnTo>
                <a:lnTo>
                  <a:pt x="1076" y="326"/>
                </a:lnTo>
                <a:lnTo>
                  <a:pt x="1076" y="327"/>
                </a:lnTo>
                <a:lnTo>
                  <a:pt x="1077" y="327"/>
                </a:lnTo>
                <a:lnTo>
                  <a:pt x="1078" y="327"/>
                </a:lnTo>
                <a:lnTo>
                  <a:pt x="1078" y="328"/>
                </a:lnTo>
                <a:lnTo>
                  <a:pt x="1079" y="328"/>
                </a:lnTo>
                <a:lnTo>
                  <a:pt x="1079" y="329"/>
                </a:lnTo>
                <a:lnTo>
                  <a:pt x="1080" y="329"/>
                </a:lnTo>
                <a:lnTo>
                  <a:pt x="1081" y="329"/>
                </a:lnTo>
                <a:lnTo>
                  <a:pt x="1081" y="330"/>
                </a:lnTo>
                <a:lnTo>
                  <a:pt x="1083" y="330"/>
                </a:lnTo>
                <a:lnTo>
                  <a:pt x="1085" y="329"/>
                </a:lnTo>
                <a:lnTo>
                  <a:pt x="1086" y="329"/>
                </a:lnTo>
                <a:lnTo>
                  <a:pt x="1087" y="329"/>
                </a:lnTo>
                <a:lnTo>
                  <a:pt x="1088" y="329"/>
                </a:lnTo>
                <a:lnTo>
                  <a:pt x="1089" y="329"/>
                </a:lnTo>
                <a:lnTo>
                  <a:pt x="1090" y="329"/>
                </a:lnTo>
                <a:lnTo>
                  <a:pt x="1090" y="330"/>
                </a:lnTo>
                <a:lnTo>
                  <a:pt x="1091" y="331"/>
                </a:lnTo>
                <a:lnTo>
                  <a:pt x="1092" y="331"/>
                </a:lnTo>
                <a:lnTo>
                  <a:pt x="1092" y="332"/>
                </a:lnTo>
                <a:lnTo>
                  <a:pt x="1093" y="332"/>
                </a:lnTo>
                <a:lnTo>
                  <a:pt x="1094" y="332"/>
                </a:lnTo>
                <a:lnTo>
                  <a:pt x="1095" y="332"/>
                </a:lnTo>
                <a:lnTo>
                  <a:pt x="1096" y="333"/>
                </a:lnTo>
                <a:lnTo>
                  <a:pt x="1097" y="334"/>
                </a:lnTo>
                <a:lnTo>
                  <a:pt x="1098" y="335"/>
                </a:lnTo>
                <a:lnTo>
                  <a:pt x="1099" y="335"/>
                </a:lnTo>
                <a:lnTo>
                  <a:pt x="1100" y="336"/>
                </a:lnTo>
                <a:lnTo>
                  <a:pt x="1101" y="336"/>
                </a:lnTo>
                <a:lnTo>
                  <a:pt x="1101" y="337"/>
                </a:lnTo>
                <a:lnTo>
                  <a:pt x="1102" y="338"/>
                </a:lnTo>
                <a:lnTo>
                  <a:pt x="1103" y="339"/>
                </a:lnTo>
                <a:lnTo>
                  <a:pt x="1104" y="339"/>
                </a:lnTo>
                <a:lnTo>
                  <a:pt x="1104" y="340"/>
                </a:lnTo>
                <a:lnTo>
                  <a:pt x="1105" y="340"/>
                </a:lnTo>
                <a:lnTo>
                  <a:pt x="1107" y="341"/>
                </a:lnTo>
                <a:lnTo>
                  <a:pt x="1108" y="342"/>
                </a:lnTo>
                <a:lnTo>
                  <a:pt x="1109" y="342"/>
                </a:lnTo>
                <a:lnTo>
                  <a:pt x="1110" y="342"/>
                </a:lnTo>
                <a:lnTo>
                  <a:pt x="1111" y="342"/>
                </a:lnTo>
                <a:lnTo>
                  <a:pt x="1112" y="342"/>
                </a:lnTo>
                <a:lnTo>
                  <a:pt x="1113" y="342"/>
                </a:lnTo>
                <a:lnTo>
                  <a:pt x="1114" y="342"/>
                </a:lnTo>
                <a:lnTo>
                  <a:pt x="1115" y="343"/>
                </a:lnTo>
                <a:lnTo>
                  <a:pt x="1116" y="344"/>
                </a:lnTo>
                <a:lnTo>
                  <a:pt x="1117" y="344"/>
                </a:lnTo>
                <a:lnTo>
                  <a:pt x="1117" y="345"/>
                </a:lnTo>
                <a:lnTo>
                  <a:pt x="1118" y="345"/>
                </a:lnTo>
                <a:lnTo>
                  <a:pt x="1118" y="344"/>
                </a:lnTo>
                <a:lnTo>
                  <a:pt x="1119" y="344"/>
                </a:lnTo>
                <a:lnTo>
                  <a:pt x="1120" y="344"/>
                </a:lnTo>
                <a:lnTo>
                  <a:pt x="1121" y="344"/>
                </a:lnTo>
                <a:lnTo>
                  <a:pt x="1121" y="345"/>
                </a:lnTo>
                <a:lnTo>
                  <a:pt x="1122" y="345"/>
                </a:lnTo>
                <a:lnTo>
                  <a:pt x="1122" y="344"/>
                </a:lnTo>
                <a:lnTo>
                  <a:pt x="1123" y="344"/>
                </a:lnTo>
                <a:lnTo>
                  <a:pt x="1124" y="344"/>
                </a:lnTo>
                <a:lnTo>
                  <a:pt x="1125" y="344"/>
                </a:lnTo>
                <a:lnTo>
                  <a:pt x="1125" y="345"/>
                </a:lnTo>
                <a:lnTo>
                  <a:pt x="1126" y="346"/>
                </a:lnTo>
                <a:lnTo>
                  <a:pt x="1126" y="347"/>
                </a:lnTo>
                <a:lnTo>
                  <a:pt x="1127" y="347"/>
                </a:lnTo>
                <a:lnTo>
                  <a:pt x="1127" y="346"/>
                </a:lnTo>
                <a:lnTo>
                  <a:pt x="1128" y="346"/>
                </a:lnTo>
                <a:lnTo>
                  <a:pt x="1128" y="345"/>
                </a:lnTo>
                <a:lnTo>
                  <a:pt x="1128" y="344"/>
                </a:lnTo>
                <a:lnTo>
                  <a:pt x="1129" y="344"/>
                </a:lnTo>
                <a:lnTo>
                  <a:pt x="1130" y="344"/>
                </a:lnTo>
                <a:lnTo>
                  <a:pt x="1131" y="344"/>
                </a:lnTo>
                <a:lnTo>
                  <a:pt x="1131" y="345"/>
                </a:lnTo>
                <a:lnTo>
                  <a:pt x="1131" y="344"/>
                </a:lnTo>
                <a:lnTo>
                  <a:pt x="1132" y="344"/>
                </a:lnTo>
                <a:lnTo>
                  <a:pt x="1133" y="344"/>
                </a:lnTo>
                <a:lnTo>
                  <a:pt x="1134" y="344"/>
                </a:lnTo>
                <a:lnTo>
                  <a:pt x="1135" y="344"/>
                </a:lnTo>
                <a:lnTo>
                  <a:pt x="1136" y="344"/>
                </a:lnTo>
                <a:lnTo>
                  <a:pt x="1137" y="344"/>
                </a:lnTo>
                <a:lnTo>
                  <a:pt x="1137" y="345"/>
                </a:lnTo>
                <a:lnTo>
                  <a:pt x="1138" y="345"/>
                </a:lnTo>
                <a:lnTo>
                  <a:pt x="1139" y="346"/>
                </a:lnTo>
                <a:lnTo>
                  <a:pt x="1138" y="346"/>
                </a:lnTo>
                <a:lnTo>
                  <a:pt x="1139" y="346"/>
                </a:lnTo>
                <a:lnTo>
                  <a:pt x="1140" y="346"/>
                </a:lnTo>
                <a:lnTo>
                  <a:pt x="1140" y="345"/>
                </a:lnTo>
                <a:lnTo>
                  <a:pt x="1141" y="345"/>
                </a:lnTo>
                <a:lnTo>
                  <a:pt x="1142" y="345"/>
                </a:lnTo>
                <a:lnTo>
                  <a:pt x="1143" y="346"/>
                </a:lnTo>
                <a:lnTo>
                  <a:pt x="1144" y="346"/>
                </a:lnTo>
                <a:lnTo>
                  <a:pt x="1144" y="347"/>
                </a:lnTo>
                <a:lnTo>
                  <a:pt x="1145" y="347"/>
                </a:lnTo>
                <a:lnTo>
                  <a:pt x="1146" y="347"/>
                </a:lnTo>
                <a:lnTo>
                  <a:pt x="1146" y="348"/>
                </a:lnTo>
                <a:lnTo>
                  <a:pt x="1147" y="348"/>
                </a:lnTo>
                <a:lnTo>
                  <a:pt x="1148" y="349"/>
                </a:lnTo>
                <a:lnTo>
                  <a:pt x="1149" y="349"/>
                </a:lnTo>
                <a:lnTo>
                  <a:pt x="1149" y="348"/>
                </a:lnTo>
                <a:lnTo>
                  <a:pt x="1149" y="347"/>
                </a:lnTo>
                <a:lnTo>
                  <a:pt x="1150" y="347"/>
                </a:lnTo>
                <a:lnTo>
                  <a:pt x="1150" y="346"/>
                </a:lnTo>
                <a:lnTo>
                  <a:pt x="1150" y="345"/>
                </a:lnTo>
                <a:lnTo>
                  <a:pt x="1151" y="345"/>
                </a:lnTo>
                <a:lnTo>
                  <a:pt x="1152" y="345"/>
                </a:lnTo>
                <a:lnTo>
                  <a:pt x="1153" y="345"/>
                </a:lnTo>
                <a:lnTo>
                  <a:pt x="1153" y="344"/>
                </a:lnTo>
                <a:lnTo>
                  <a:pt x="1154" y="343"/>
                </a:lnTo>
                <a:lnTo>
                  <a:pt x="1155" y="343"/>
                </a:lnTo>
                <a:lnTo>
                  <a:pt x="1156" y="343"/>
                </a:lnTo>
                <a:lnTo>
                  <a:pt x="1156" y="342"/>
                </a:lnTo>
                <a:lnTo>
                  <a:pt x="1157" y="342"/>
                </a:lnTo>
                <a:lnTo>
                  <a:pt x="1158" y="342"/>
                </a:lnTo>
                <a:lnTo>
                  <a:pt x="1159" y="342"/>
                </a:lnTo>
                <a:lnTo>
                  <a:pt x="1160" y="342"/>
                </a:lnTo>
                <a:lnTo>
                  <a:pt x="1160" y="343"/>
                </a:lnTo>
                <a:lnTo>
                  <a:pt x="1161" y="343"/>
                </a:lnTo>
                <a:lnTo>
                  <a:pt x="1162" y="343"/>
                </a:lnTo>
                <a:lnTo>
                  <a:pt x="1162" y="344"/>
                </a:lnTo>
                <a:lnTo>
                  <a:pt x="1162" y="345"/>
                </a:lnTo>
                <a:lnTo>
                  <a:pt x="1163" y="345"/>
                </a:lnTo>
                <a:lnTo>
                  <a:pt x="1164" y="345"/>
                </a:lnTo>
                <a:lnTo>
                  <a:pt x="1165" y="345"/>
                </a:lnTo>
                <a:lnTo>
                  <a:pt x="1166" y="345"/>
                </a:lnTo>
                <a:lnTo>
                  <a:pt x="1166" y="346"/>
                </a:lnTo>
                <a:lnTo>
                  <a:pt x="1166" y="345"/>
                </a:lnTo>
                <a:lnTo>
                  <a:pt x="1166" y="346"/>
                </a:lnTo>
                <a:lnTo>
                  <a:pt x="1167" y="346"/>
                </a:lnTo>
                <a:lnTo>
                  <a:pt x="1168" y="346"/>
                </a:lnTo>
                <a:lnTo>
                  <a:pt x="1169" y="346"/>
                </a:lnTo>
                <a:lnTo>
                  <a:pt x="1170" y="346"/>
                </a:lnTo>
                <a:lnTo>
                  <a:pt x="1170" y="347"/>
                </a:lnTo>
                <a:lnTo>
                  <a:pt x="1171" y="347"/>
                </a:lnTo>
                <a:lnTo>
                  <a:pt x="1171" y="348"/>
                </a:lnTo>
                <a:lnTo>
                  <a:pt x="1172" y="348"/>
                </a:lnTo>
                <a:lnTo>
                  <a:pt x="1173" y="348"/>
                </a:lnTo>
                <a:lnTo>
                  <a:pt x="1174" y="348"/>
                </a:lnTo>
                <a:lnTo>
                  <a:pt x="1174" y="349"/>
                </a:lnTo>
                <a:lnTo>
                  <a:pt x="1175" y="349"/>
                </a:lnTo>
                <a:lnTo>
                  <a:pt x="1175" y="350"/>
                </a:lnTo>
                <a:lnTo>
                  <a:pt x="1175" y="349"/>
                </a:lnTo>
                <a:lnTo>
                  <a:pt x="1177" y="349"/>
                </a:lnTo>
                <a:lnTo>
                  <a:pt x="1178" y="349"/>
                </a:lnTo>
                <a:lnTo>
                  <a:pt x="1178" y="348"/>
                </a:lnTo>
                <a:lnTo>
                  <a:pt x="1178" y="347"/>
                </a:lnTo>
                <a:lnTo>
                  <a:pt x="1179" y="347"/>
                </a:lnTo>
                <a:lnTo>
                  <a:pt x="1179" y="346"/>
                </a:lnTo>
                <a:lnTo>
                  <a:pt x="1180" y="346"/>
                </a:lnTo>
                <a:lnTo>
                  <a:pt x="1180" y="345"/>
                </a:lnTo>
                <a:lnTo>
                  <a:pt x="1181" y="345"/>
                </a:lnTo>
                <a:lnTo>
                  <a:pt x="1182" y="345"/>
                </a:lnTo>
                <a:lnTo>
                  <a:pt x="1182" y="346"/>
                </a:lnTo>
                <a:lnTo>
                  <a:pt x="1183" y="346"/>
                </a:lnTo>
                <a:lnTo>
                  <a:pt x="1184" y="346"/>
                </a:lnTo>
                <a:lnTo>
                  <a:pt x="1185" y="346"/>
                </a:lnTo>
                <a:lnTo>
                  <a:pt x="1186" y="347"/>
                </a:lnTo>
                <a:lnTo>
                  <a:pt x="1186" y="348"/>
                </a:lnTo>
                <a:lnTo>
                  <a:pt x="1187" y="348"/>
                </a:lnTo>
                <a:lnTo>
                  <a:pt x="1187" y="349"/>
                </a:lnTo>
                <a:lnTo>
                  <a:pt x="1186" y="349"/>
                </a:lnTo>
                <a:lnTo>
                  <a:pt x="1186" y="350"/>
                </a:lnTo>
                <a:lnTo>
                  <a:pt x="1187" y="350"/>
                </a:lnTo>
                <a:lnTo>
                  <a:pt x="1187" y="351"/>
                </a:lnTo>
                <a:lnTo>
                  <a:pt x="1188" y="351"/>
                </a:lnTo>
                <a:lnTo>
                  <a:pt x="1189" y="352"/>
                </a:lnTo>
                <a:lnTo>
                  <a:pt x="1190" y="353"/>
                </a:lnTo>
                <a:lnTo>
                  <a:pt x="1192" y="353"/>
                </a:lnTo>
                <a:lnTo>
                  <a:pt x="1193" y="354"/>
                </a:lnTo>
                <a:lnTo>
                  <a:pt x="1194" y="354"/>
                </a:lnTo>
                <a:lnTo>
                  <a:pt x="1194" y="355"/>
                </a:lnTo>
                <a:lnTo>
                  <a:pt x="1195" y="355"/>
                </a:lnTo>
                <a:lnTo>
                  <a:pt x="1196" y="355"/>
                </a:lnTo>
                <a:lnTo>
                  <a:pt x="1197" y="356"/>
                </a:lnTo>
                <a:lnTo>
                  <a:pt x="1196" y="356"/>
                </a:lnTo>
                <a:lnTo>
                  <a:pt x="1197" y="356"/>
                </a:lnTo>
                <a:lnTo>
                  <a:pt x="1197" y="357"/>
                </a:lnTo>
                <a:lnTo>
                  <a:pt x="1198" y="357"/>
                </a:lnTo>
                <a:lnTo>
                  <a:pt x="1199" y="357"/>
                </a:lnTo>
                <a:lnTo>
                  <a:pt x="1200" y="358"/>
                </a:lnTo>
                <a:lnTo>
                  <a:pt x="1201" y="358"/>
                </a:lnTo>
                <a:lnTo>
                  <a:pt x="1202" y="358"/>
                </a:lnTo>
                <a:lnTo>
                  <a:pt x="1202" y="359"/>
                </a:lnTo>
                <a:lnTo>
                  <a:pt x="1203" y="359"/>
                </a:lnTo>
                <a:lnTo>
                  <a:pt x="1203" y="360"/>
                </a:lnTo>
                <a:lnTo>
                  <a:pt x="1204" y="360"/>
                </a:lnTo>
                <a:lnTo>
                  <a:pt x="1204" y="359"/>
                </a:lnTo>
                <a:lnTo>
                  <a:pt x="1204" y="360"/>
                </a:lnTo>
                <a:lnTo>
                  <a:pt x="1205" y="360"/>
                </a:lnTo>
                <a:lnTo>
                  <a:pt x="1205" y="361"/>
                </a:lnTo>
                <a:lnTo>
                  <a:pt x="1206" y="361"/>
                </a:lnTo>
                <a:lnTo>
                  <a:pt x="1207" y="362"/>
                </a:lnTo>
                <a:lnTo>
                  <a:pt x="1208" y="362"/>
                </a:lnTo>
                <a:lnTo>
                  <a:pt x="1209" y="362"/>
                </a:lnTo>
                <a:lnTo>
                  <a:pt x="1210" y="361"/>
                </a:lnTo>
                <a:lnTo>
                  <a:pt x="1211" y="362"/>
                </a:lnTo>
                <a:lnTo>
                  <a:pt x="1212" y="362"/>
                </a:lnTo>
                <a:lnTo>
                  <a:pt x="1213" y="363"/>
                </a:lnTo>
                <a:lnTo>
                  <a:pt x="1213" y="364"/>
                </a:lnTo>
                <a:lnTo>
                  <a:pt x="1214" y="364"/>
                </a:lnTo>
                <a:lnTo>
                  <a:pt x="1214" y="365"/>
                </a:lnTo>
                <a:lnTo>
                  <a:pt x="1214" y="366"/>
                </a:lnTo>
                <a:lnTo>
                  <a:pt x="1215" y="366"/>
                </a:lnTo>
                <a:lnTo>
                  <a:pt x="1216" y="366"/>
                </a:lnTo>
                <a:lnTo>
                  <a:pt x="1217" y="366"/>
                </a:lnTo>
                <a:lnTo>
                  <a:pt x="1218" y="367"/>
                </a:lnTo>
                <a:lnTo>
                  <a:pt x="1217" y="368"/>
                </a:lnTo>
                <a:lnTo>
                  <a:pt x="1218" y="368"/>
                </a:lnTo>
                <a:lnTo>
                  <a:pt x="1218" y="369"/>
                </a:lnTo>
                <a:lnTo>
                  <a:pt x="1219" y="369"/>
                </a:lnTo>
                <a:lnTo>
                  <a:pt x="1220" y="369"/>
                </a:lnTo>
                <a:lnTo>
                  <a:pt x="1220" y="370"/>
                </a:lnTo>
                <a:lnTo>
                  <a:pt x="1220" y="371"/>
                </a:lnTo>
                <a:lnTo>
                  <a:pt x="1221" y="371"/>
                </a:lnTo>
                <a:lnTo>
                  <a:pt x="1221" y="372"/>
                </a:lnTo>
                <a:lnTo>
                  <a:pt x="1221" y="373"/>
                </a:lnTo>
                <a:lnTo>
                  <a:pt x="1222" y="373"/>
                </a:lnTo>
                <a:lnTo>
                  <a:pt x="1222" y="374"/>
                </a:lnTo>
                <a:lnTo>
                  <a:pt x="1223" y="375"/>
                </a:lnTo>
                <a:lnTo>
                  <a:pt x="1224" y="375"/>
                </a:lnTo>
                <a:lnTo>
                  <a:pt x="1225" y="375"/>
                </a:lnTo>
                <a:lnTo>
                  <a:pt x="1225" y="374"/>
                </a:lnTo>
                <a:lnTo>
                  <a:pt x="1226" y="374"/>
                </a:lnTo>
                <a:lnTo>
                  <a:pt x="1226" y="373"/>
                </a:lnTo>
                <a:lnTo>
                  <a:pt x="1227" y="373"/>
                </a:lnTo>
                <a:lnTo>
                  <a:pt x="1227" y="374"/>
                </a:lnTo>
                <a:lnTo>
                  <a:pt x="1228" y="374"/>
                </a:lnTo>
                <a:lnTo>
                  <a:pt x="1229" y="374"/>
                </a:lnTo>
                <a:lnTo>
                  <a:pt x="1229" y="373"/>
                </a:lnTo>
                <a:lnTo>
                  <a:pt x="1229" y="372"/>
                </a:lnTo>
                <a:lnTo>
                  <a:pt x="1229" y="371"/>
                </a:lnTo>
                <a:lnTo>
                  <a:pt x="1230" y="371"/>
                </a:lnTo>
                <a:lnTo>
                  <a:pt x="1231" y="371"/>
                </a:lnTo>
                <a:lnTo>
                  <a:pt x="1232" y="371"/>
                </a:lnTo>
                <a:lnTo>
                  <a:pt x="1233" y="371"/>
                </a:lnTo>
                <a:lnTo>
                  <a:pt x="1234" y="371"/>
                </a:lnTo>
                <a:lnTo>
                  <a:pt x="1235" y="371"/>
                </a:lnTo>
                <a:lnTo>
                  <a:pt x="1236" y="371"/>
                </a:lnTo>
                <a:lnTo>
                  <a:pt x="1237" y="370"/>
                </a:lnTo>
                <a:lnTo>
                  <a:pt x="1237" y="369"/>
                </a:lnTo>
                <a:lnTo>
                  <a:pt x="1238" y="369"/>
                </a:lnTo>
                <a:lnTo>
                  <a:pt x="1239" y="369"/>
                </a:lnTo>
                <a:lnTo>
                  <a:pt x="1239" y="368"/>
                </a:lnTo>
                <a:lnTo>
                  <a:pt x="1240" y="368"/>
                </a:lnTo>
                <a:lnTo>
                  <a:pt x="1240" y="369"/>
                </a:lnTo>
                <a:lnTo>
                  <a:pt x="1241" y="369"/>
                </a:lnTo>
                <a:lnTo>
                  <a:pt x="1241" y="370"/>
                </a:lnTo>
                <a:lnTo>
                  <a:pt x="1241" y="369"/>
                </a:lnTo>
                <a:lnTo>
                  <a:pt x="1242" y="369"/>
                </a:lnTo>
                <a:lnTo>
                  <a:pt x="1242" y="370"/>
                </a:lnTo>
                <a:lnTo>
                  <a:pt x="1243" y="370"/>
                </a:lnTo>
                <a:lnTo>
                  <a:pt x="1244" y="370"/>
                </a:lnTo>
                <a:lnTo>
                  <a:pt x="1245" y="370"/>
                </a:lnTo>
                <a:lnTo>
                  <a:pt x="1245" y="371"/>
                </a:lnTo>
                <a:lnTo>
                  <a:pt x="1246" y="371"/>
                </a:lnTo>
                <a:lnTo>
                  <a:pt x="1247" y="372"/>
                </a:lnTo>
                <a:lnTo>
                  <a:pt x="1247" y="373"/>
                </a:lnTo>
                <a:lnTo>
                  <a:pt x="1247" y="374"/>
                </a:lnTo>
                <a:lnTo>
                  <a:pt x="1247" y="375"/>
                </a:lnTo>
                <a:lnTo>
                  <a:pt x="1246" y="375"/>
                </a:lnTo>
                <a:lnTo>
                  <a:pt x="1245" y="376"/>
                </a:lnTo>
                <a:lnTo>
                  <a:pt x="1244" y="376"/>
                </a:lnTo>
                <a:lnTo>
                  <a:pt x="1244" y="377"/>
                </a:lnTo>
                <a:lnTo>
                  <a:pt x="1245" y="377"/>
                </a:lnTo>
                <a:lnTo>
                  <a:pt x="1246" y="378"/>
                </a:lnTo>
                <a:lnTo>
                  <a:pt x="1246" y="379"/>
                </a:lnTo>
                <a:lnTo>
                  <a:pt x="1245" y="379"/>
                </a:lnTo>
                <a:lnTo>
                  <a:pt x="1245" y="380"/>
                </a:lnTo>
                <a:lnTo>
                  <a:pt x="1245" y="381"/>
                </a:lnTo>
                <a:lnTo>
                  <a:pt x="1245" y="382"/>
                </a:lnTo>
                <a:lnTo>
                  <a:pt x="1246" y="382"/>
                </a:lnTo>
                <a:lnTo>
                  <a:pt x="1246" y="383"/>
                </a:lnTo>
                <a:lnTo>
                  <a:pt x="1246" y="384"/>
                </a:lnTo>
                <a:lnTo>
                  <a:pt x="1247" y="384"/>
                </a:lnTo>
                <a:lnTo>
                  <a:pt x="1247" y="383"/>
                </a:lnTo>
                <a:lnTo>
                  <a:pt x="1248" y="383"/>
                </a:lnTo>
                <a:lnTo>
                  <a:pt x="1248" y="384"/>
                </a:lnTo>
                <a:lnTo>
                  <a:pt x="1249" y="384"/>
                </a:lnTo>
                <a:lnTo>
                  <a:pt x="1249" y="385"/>
                </a:lnTo>
                <a:lnTo>
                  <a:pt x="1250" y="385"/>
                </a:lnTo>
                <a:lnTo>
                  <a:pt x="1251" y="385"/>
                </a:lnTo>
                <a:lnTo>
                  <a:pt x="1251" y="384"/>
                </a:lnTo>
                <a:lnTo>
                  <a:pt x="1252" y="384"/>
                </a:lnTo>
                <a:lnTo>
                  <a:pt x="1253" y="384"/>
                </a:lnTo>
                <a:lnTo>
                  <a:pt x="1253" y="383"/>
                </a:lnTo>
                <a:lnTo>
                  <a:pt x="1254" y="383"/>
                </a:lnTo>
                <a:lnTo>
                  <a:pt x="1254" y="382"/>
                </a:lnTo>
                <a:lnTo>
                  <a:pt x="1255" y="382"/>
                </a:lnTo>
                <a:lnTo>
                  <a:pt x="1256" y="382"/>
                </a:lnTo>
                <a:lnTo>
                  <a:pt x="1257" y="382"/>
                </a:lnTo>
                <a:lnTo>
                  <a:pt x="1257" y="383"/>
                </a:lnTo>
                <a:lnTo>
                  <a:pt x="1258" y="383"/>
                </a:lnTo>
                <a:lnTo>
                  <a:pt x="1259" y="383"/>
                </a:lnTo>
                <a:lnTo>
                  <a:pt x="1259" y="382"/>
                </a:lnTo>
                <a:lnTo>
                  <a:pt x="1259" y="381"/>
                </a:lnTo>
                <a:lnTo>
                  <a:pt x="1260" y="381"/>
                </a:lnTo>
                <a:lnTo>
                  <a:pt x="1261" y="381"/>
                </a:lnTo>
                <a:lnTo>
                  <a:pt x="1261" y="382"/>
                </a:lnTo>
                <a:lnTo>
                  <a:pt x="1262" y="382"/>
                </a:lnTo>
                <a:lnTo>
                  <a:pt x="1263" y="382"/>
                </a:lnTo>
                <a:lnTo>
                  <a:pt x="1264" y="382"/>
                </a:lnTo>
                <a:lnTo>
                  <a:pt x="1265" y="381"/>
                </a:lnTo>
                <a:lnTo>
                  <a:pt x="1266" y="381"/>
                </a:lnTo>
                <a:lnTo>
                  <a:pt x="1267" y="381"/>
                </a:lnTo>
                <a:lnTo>
                  <a:pt x="1268" y="380"/>
                </a:lnTo>
                <a:lnTo>
                  <a:pt x="1268" y="381"/>
                </a:lnTo>
                <a:lnTo>
                  <a:pt x="1269" y="381"/>
                </a:lnTo>
                <a:lnTo>
                  <a:pt x="1269" y="382"/>
                </a:lnTo>
                <a:lnTo>
                  <a:pt x="1270" y="382"/>
                </a:lnTo>
                <a:lnTo>
                  <a:pt x="1270" y="383"/>
                </a:lnTo>
                <a:lnTo>
                  <a:pt x="1271" y="383"/>
                </a:lnTo>
                <a:lnTo>
                  <a:pt x="1272" y="383"/>
                </a:lnTo>
                <a:lnTo>
                  <a:pt x="1272" y="382"/>
                </a:lnTo>
                <a:lnTo>
                  <a:pt x="1273" y="383"/>
                </a:lnTo>
                <a:lnTo>
                  <a:pt x="1274" y="383"/>
                </a:lnTo>
                <a:lnTo>
                  <a:pt x="1274" y="384"/>
                </a:lnTo>
                <a:lnTo>
                  <a:pt x="1274" y="383"/>
                </a:lnTo>
                <a:lnTo>
                  <a:pt x="1275" y="383"/>
                </a:lnTo>
                <a:lnTo>
                  <a:pt x="1276" y="383"/>
                </a:lnTo>
                <a:lnTo>
                  <a:pt x="1277" y="384"/>
                </a:lnTo>
                <a:lnTo>
                  <a:pt x="1278" y="384"/>
                </a:lnTo>
                <a:lnTo>
                  <a:pt x="1278" y="383"/>
                </a:lnTo>
                <a:lnTo>
                  <a:pt x="1279" y="383"/>
                </a:lnTo>
                <a:lnTo>
                  <a:pt x="1280" y="383"/>
                </a:lnTo>
                <a:lnTo>
                  <a:pt x="1281" y="383"/>
                </a:lnTo>
                <a:lnTo>
                  <a:pt x="1281" y="384"/>
                </a:lnTo>
                <a:lnTo>
                  <a:pt x="1282" y="384"/>
                </a:lnTo>
                <a:lnTo>
                  <a:pt x="1283" y="384"/>
                </a:lnTo>
                <a:lnTo>
                  <a:pt x="1284" y="384"/>
                </a:lnTo>
                <a:lnTo>
                  <a:pt x="1283" y="385"/>
                </a:lnTo>
                <a:lnTo>
                  <a:pt x="1284" y="385"/>
                </a:lnTo>
                <a:lnTo>
                  <a:pt x="1285" y="385"/>
                </a:lnTo>
                <a:lnTo>
                  <a:pt x="1286" y="385"/>
                </a:lnTo>
                <a:lnTo>
                  <a:pt x="1286" y="384"/>
                </a:lnTo>
                <a:lnTo>
                  <a:pt x="1287" y="384"/>
                </a:lnTo>
                <a:lnTo>
                  <a:pt x="1287" y="383"/>
                </a:lnTo>
                <a:lnTo>
                  <a:pt x="1288" y="383"/>
                </a:lnTo>
                <a:lnTo>
                  <a:pt x="1288" y="382"/>
                </a:lnTo>
                <a:lnTo>
                  <a:pt x="1288" y="381"/>
                </a:lnTo>
                <a:lnTo>
                  <a:pt x="1288" y="380"/>
                </a:lnTo>
                <a:lnTo>
                  <a:pt x="1289" y="380"/>
                </a:lnTo>
                <a:lnTo>
                  <a:pt x="1289" y="381"/>
                </a:lnTo>
                <a:lnTo>
                  <a:pt x="1290" y="381"/>
                </a:lnTo>
                <a:lnTo>
                  <a:pt x="1291" y="381"/>
                </a:lnTo>
                <a:lnTo>
                  <a:pt x="1291" y="382"/>
                </a:lnTo>
                <a:lnTo>
                  <a:pt x="1292" y="382"/>
                </a:lnTo>
                <a:lnTo>
                  <a:pt x="1293" y="382"/>
                </a:lnTo>
                <a:lnTo>
                  <a:pt x="1293" y="383"/>
                </a:lnTo>
                <a:lnTo>
                  <a:pt x="1294" y="383"/>
                </a:lnTo>
                <a:lnTo>
                  <a:pt x="1295" y="383"/>
                </a:lnTo>
                <a:lnTo>
                  <a:pt x="1295" y="384"/>
                </a:lnTo>
                <a:lnTo>
                  <a:pt x="1296" y="384"/>
                </a:lnTo>
                <a:lnTo>
                  <a:pt x="1297" y="385"/>
                </a:lnTo>
                <a:lnTo>
                  <a:pt x="1298" y="385"/>
                </a:lnTo>
                <a:lnTo>
                  <a:pt x="1298" y="384"/>
                </a:lnTo>
                <a:lnTo>
                  <a:pt x="1299" y="384"/>
                </a:lnTo>
                <a:lnTo>
                  <a:pt x="1300" y="384"/>
                </a:lnTo>
                <a:lnTo>
                  <a:pt x="1301" y="384"/>
                </a:lnTo>
                <a:lnTo>
                  <a:pt x="1301" y="385"/>
                </a:lnTo>
                <a:lnTo>
                  <a:pt x="1302" y="385"/>
                </a:lnTo>
                <a:lnTo>
                  <a:pt x="1303" y="386"/>
                </a:lnTo>
                <a:lnTo>
                  <a:pt x="1304" y="386"/>
                </a:lnTo>
                <a:lnTo>
                  <a:pt x="1304" y="387"/>
                </a:lnTo>
                <a:lnTo>
                  <a:pt x="1305" y="387"/>
                </a:lnTo>
                <a:lnTo>
                  <a:pt x="1306" y="387"/>
                </a:lnTo>
                <a:lnTo>
                  <a:pt x="1306" y="386"/>
                </a:lnTo>
                <a:lnTo>
                  <a:pt x="1307" y="386"/>
                </a:lnTo>
                <a:lnTo>
                  <a:pt x="1308" y="386"/>
                </a:lnTo>
                <a:lnTo>
                  <a:pt x="1309" y="386"/>
                </a:lnTo>
                <a:lnTo>
                  <a:pt x="1309" y="387"/>
                </a:lnTo>
                <a:lnTo>
                  <a:pt x="1309" y="386"/>
                </a:lnTo>
                <a:lnTo>
                  <a:pt x="1310" y="386"/>
                </a:lnTo>
                <a:lnTo>
                  <a:pt x="1311" y="386"/>
                </a:lnTo>
                <a:lnTo>
                  <a:pt x="1311" y="385"/>
                </a:lnTo>
                <a:lnTo>
                  <a:pt x="1312" y="385"/>
                </a:lnTo>
                <a:lnTo>
                  <a:pt x="1312" y="386"/>
                </a:lnTo>
                <a:lnTo>
                  <a:pt x="1313" y="385"/>
                </a:lnTo>
                <a:lnTo>
                  <a:pt x="1313" y="386"/>
                </a:lnTo>
                <a:lnTo>
                  <a:pt x="1314" y="386"/>
                </a:lnTo>
                <a:lnTo>
                  <a:pt x="1314" y="385"/>
                </a:lnTo>
                <a:lnTo>
                  <a:pt x="1315" y="385"/>
                </a:lnTo>
                <a:lnTo>
                  <a:pt x="1316" y="385"/>
                </a:lnTo>
                <a:lnTo>
                  <a:pt x="1316" y="384"/>
                </a:lnTo>
                <a:lnTo>
                  <a:pt x="1316" y="383"/>
                </a:lnTo>
                <a:lnTo>
                  <a:pt x="1317" y="383"/>
                </a:lnTo>
                <a:lnTo>
                  <a:pt x="1318" y="383"/>
                </a:lnTo>
                <a:lnTo>
                  <a:pt x="1319" y="383"/>
                </a:lnTo>
                <a:lnTo>
                  <a:pt x="1319" y="384"/>
                </a:lnTo>
                <a:lnTo>
                  <a:pt x="1319" y="385"/>
                </a:lnTo>
                <a:lnTo>
                  <a:pt x="1319" y="386"/>
                </a:lnTo>
                <a:lnTo>
                  <a:pt x="1319" y="387"/>
                </a:lnTo>
                <a:lnTo>
                  <a:pt x="1320" y="387"/>
                </a:lnTo>
                <a:lnTo>
                  <a:pt x="1321" y="387"/>
                </a:lnTo>
                <a:lnTo>
                  <a:pt x="1321" y="388"/>
                </a:lnTo>
                <a:lnTo>
                  <a:pt x="1321" y="389"/>
                </a:lnTo>
                <a:lnTo>
                  <a:pt x="1320" y="389"/>
                </a:lnTo>
                <a:lnTo>
                  <a:pt x="1320" y="390"/>
                </a:lnTo>
                <a:lnTo>
                  <a:pt x="1321" y="390"/>
                </a:lnTo>
                <a:lnTo>
                  <a:pt x="1321" y="392"/>
                </a:lnTo>
                <a:lnTo>
                  <a:pt x="1322" y="392"/>
                </a:lnTo>
                <a:lnTo>
                  <a:pt x="1322" y="393"/>
                </a:lnTo>
                <a:lnTo>
                  <a:pt x="1322" y="394"/>
                </a:lnTo>
                <a:lnTo>
                  <a:pt x="1323" y="394"/>
                </a:lnTo>
                <a:lnTo>
                  <a:pt x="1323" y="395"/>
                </a:lnTo>
                <a:lnTo>
                  <a:pt x="1323" y="394"/>
                </a:lnTo>
                <a:lnTo>
                  <a:pt x="1324" y="394"/>
                </a:lnTo>
                <a:lnTo>
                  <a:pt x="1325" y="394"/>
                </a:lnTo>
                <a:lnTo>
                  <a:pt x="1326" y="394"/>
                </a:lnTo>
                <a:lnTo>
                  <a:pt x="1327" y="393"/>
                </a:lnTo>
                <a:lnTo>
                  <a:pt x="1327" y="392"/>
                </a:lnTo>
                <a:lnTo>
                  <a:pt x="1328" y="392"/>
                </a:lnTo>
                <a:lnTo>
                  <a:pt x="1328" y="393"/>
                </a:lnTo>
                <a:lnTo>
                  <a:pt x="1329" y="393"/>
                </a:lnTo>
                <a:lnTo>
                  <a:pt x="1330" y="393"/>
                </a:lnTo>
                <a:lnTo>
                  <a:pt x="1331" y="393"/>
                </a:lnTo>
                <a:lnTo>
                  <a:pt x="1331" y="392"/>
                </a:lnTo>
                <a:lnTo>
                  <a:pt x="1332" y="391"/>
                </a:lnTo>
                <a:lnTo>
                  <a:pt x="1332" y="390"/>
                </a:lnTo>
                <a:lnTo>
                  <a:pt x="1333" y="390"/>
                </a:lnTo>
                <a:lnTo>
                  <a:pt x="1334" y="390"/>
                </a:lnTo>
                <a:lnTo>
                  <a:pt x="1334" y="391"/>
                </a:lnTo>
                <a:lnTo>
                  <a:pt x="1335" y="391"/>
                </a:lnTo>
                <a:lnTo>
                  <a:pt x="1336" y="391"/>
                </a:lnTo>
                <a:lnTo>
                  <a:pt x="1337" y="391"/>
                </a:lnTo>
                <a:lnTo>
                  <a:pt x="1337" y="392"/>
                </a:lnTo>
                <a:lnTo>
                  <a:pt x="1337" y="391"/>
                </a:lnTo>
                <a:lnTo>
                  <a:pt x="1338" y="391"/>
                </a:lnTo>
                <a:lnTo>
                  <a:pt x="1339" y="391"/>
                </a:lnTo>
                <a:lnTo>
                  <a:pt x="1340" y="392"/>
                </a:lnTo>
                <a:lnTo>
                  <a:pt x="1339" y="392"/>
                </a:lnTo>
                <a:lnTo>
                  <a:pt x="1339" y="393"/>
                </a:lnTo>
                <a:lnTo>
                  <a:pt x="1340" y="393"/>
                </a:lnTo>
                <a:lnTo>
                  <a:pt x="1340" y="394"/>
                </a:lnTo>
                <a:lnTo>
                  <a:pt x="1341" y="395"/>
                </a:lnTo>
                <a:lnTo>
                  <a:pt x="1342" y="395"/>
                </a:lnTo>
                <a:lnTo>
                  <a:pt x="1343" y="395"/>
                </a:lnTo>
                <a:lnTo>
                  <a:pt x="1344" y="395"/>
                </a:lnTo>
                <a:lnTo>
                  <a:pt x="1344" y="396"/>
                </a:lnTo>
                <a:lnTo>
                  <a:pt x="1344" y="397"/>
                </a:lnTo>
                <a:lnTo>
                  <a:pt x="1345" y="397"/>
                </a:lnTo>
                <a:lnTo>
                  <a:pt x="1345" y="398"/>
                </a:lnTo>
                <a:lnTo>
                  <a:pt x="1345" y="399"/>
                </a:lnTo>
                <a:lnTo>
                  <a:pt x="1345" y="400"/>
                </a:lnTo>
                <a:lnTo>
                  <a:pt x="1346" y="400"/>
                </a:lnTo>
                <a:lnTo>
                  <a:pt x="1347" y="400"/>
                </a:lnTo>
                <a:lnTo>
                  <a:pt x="1348" y="401"/>
                </a:lnTo>
                <a:lnTo>
                  <a:pt x="1349" y="402"/>
                </a:lnTo>
                <a:lnTo>
                  <a:pt x="1350" y="402"/>
                </a:lnTo>
                <a:lnTo>
                  <a:pt x="1350" y="403"/>
                </a:lnTo>
                <a:lnTo>
                  <a:pt x="1351" y="403"/>
                </a:lnTo>
                <a:lnTo>
                  <a:pt x="1351" y="404"/>
                </a:lnTo>
                <a:lnTo>
                  <a:pt x="1351" y="405"/>
                </a:lnTo>
                <a:lnTo>
                  <a:pt x="1352" y="405"/>
                </a:lnTo>
                <a:lnTo>
                  <a:pt x="1352" y="404"/>
                </a:lnTo>
                <a:lnTo>
                  <a:pt x="1352" y="403"/>
                </a:lnTo>
                <a:lnTo>
                  <a:pt x="1353" y="403"/>
                </a:lnTo>
                <a:lnTo>
                  <a:pt x="1354" y="403"/>
                </a:lnTo>
                <a:lnTo>
                  <a:pt x="1354" y="402"/>
                </a:lnTo>
                <a:lnTo>
                  <a:pt x="1355" y="402"/>
                </a:lnTo>
                <a:lnTo>
                  <a:pt x="1356" y="402"/>
                </a:lnTo>
                <a:lnTo>
                  <a:pt x="1357" y="401"/>
                </a:lnTo>
                <a:lnTo>
                  <a:pt x="1358" y="401"/>
                </a:lnTo>
                <a:lnTo>
                  <a:pt x="1358" y="402"/>
                </a:lnTo>
                <a:lnTo>
                  <a:pt x="1359" y="402"/>
                </a:lnTo>
                <a:lnTo>
                  <a:pt x="1359" y="403"/>
                </a:lnTo>
                <a:lnTo>
                  <a:pt x="1359" y="404"/>
                </a:lnTo>
                <a:lnTo>
                  <a:pt x="1359" y="405"/>
                </a:lnTo>
                <a:lnTo>
                  <a:pt x="1360" y="405"/>
                </a:lnTo>
                <a:lnTo>
                  <a:pt x="1359" y="406"/>
                </a:lnTo>
                <a:lnTo>
                  <a:pt x="1360" y="406"/>
                </a:lnTo>
                <a:lnTo>
                  <a:pt x="1360" y="407"/>
                </a:lnTo>
                <a:lnTo>
                  <a:pt x="1360" y="408"/>
                </a:lnTo>
                <a:lnTo>
                  <a:pt x="1361" y="408"/>
                </a:lnTo>
                <a:lnTo>
                  <a:pt x="1361" y="407"/>
                </a:lnTo>
                <a:lnTo>
                  <a:pt x="1362" y="407"/>
                </a:lnTo>
                <a:lnTo>
                  <a:pt x="1362" y="408"/>
                </a:lnTo>
                <a:lnTo>
                  <a:pt x="1363" y="408"/>
                </a:lnTo>
                <a:lnTo>
                  <a:pt x="1363" y="409"/>
                </a:lnTo>
                <a:lnTo>
                  <a:pt x="1363" y="410"/>
                </a:lnTo>
                <a:lnTo>
                  <a:pt x="1364" y="410"/>
                </a:lnTo>
                <a:lnTo>
                  <a:pt x="1365" y="410"/>
                </a:lnTo>
                <a:lnTo>
                  <a:pt x="1365" y="409"/>
                </a:lnTo>
                <a:lnTo>
                  <a:pt x="1366" y="409"/>
                </a:lnTo>
                <a:lnTo>
                  <a:pt x="1367" y="409"/>
                </a:lnTo>
                <a:lnTo>
                  <a:pt x="1367" y="408"/>
                </a:lnTo>
                <a:lnTo>
                  <a:pt x="1368" y="408"/>
                </a:lnTo>
                <a:lnTo>
                  <a:pt x="1368" y="407"/>
                </a:lnTo>
                <a:lnTo>
                  <a:pt x="1369" y="407"/>
                </a:lnTo>
                <a:lnTo>
                  <a:pt x="1370" y="406"/>
                </a:lnTo>
                <a:lnTo>
                  <a:pt x="1371" y="406"/>
                </a:lnTo>
                <a:lnTo>
                  <a:pt x="1372" y="406"/>
                </a:lnTo>
                <a:lnTo>
                  <a:pt x="1372" y="405"/>
                </a:lnTo>
                <a:lnTo>
                  <a:pt x="1373" y="405"/>
                </a:lnTo>
                <a:lnTo>
                  <a:pt x="1373" y="404"/>
                </a:lnTo>
                <a:lnTo>
                  <a:pt x="1373" y="403"/>
                </a:lnTo>
                <a:lnTo>
                  <a:pt x="1374" y="403"/>
                </a:lnTo>
                <a:lnTo>
                  <a:pt x="1373" y="403"/>
                </a:lnTo>
                <a:lnTo>
                  <a:pt x="1373" y="402"/>
                </a:lnTo>
                <a:lnTo>
                  <a:pt x="1374" y="402"/>
                </a:lnTo>
                <a:lnTo>
                  <a:pt x="1375" y="402"/>
                </a:lnTo>
                <a:lnTo>
                  <a:pt x="1375" y="400"/>
                </a:lnTo>
                <a:lnTo>
                  <a:pt x="1376" y="400"/>
                </a:lnTo>
                <a:lnTo>
                  <a:pt x="1377" y="400"/>
                </a:lnTo>
                <a:lnTo>
                  <a:pt x="1378" y="400"/>
                </a:lnTo>
                <a:lnTo>
                  <a:pt x="1378" y="401"/>
                </a:lnTo>
                <a:lnTo>
                  <a:pt x="1378" y="400"/>
                </a:lnTo>
                <a:lnTo>
                  <a:pt x="1379" y="400"/>
                </a:lnTo>
                <a:lnTo>
                  <a:pt x="1380" y="400"/>
                </a:lnTo>
                <a:lnTo>
                  <a:pt x="1382" y="399"/>
                </a:lnTo>
                <a:lnTo>
                  <a:pt x="1382" y="400"/>
                </a:lnTo>
                <a:lnTo>
                  <a:pt x="1383" y="400"/>
                </a:lnTo>
                <a:lnTo>
                  <a:pt x="1384" y="400"/>
                </a:lnTo>
                <a:lnTo>
                  <a:pt x="1384" y="401"/>
                </a:lnTo>
                <a:lnTo>
                  <a:pt x="1385" y="401"/>
                </a:lnTo>
                <a:lnTo>
                  <a:pt x="1386" y="401"/>
                </a:lnTo>
                <a:lnTo>
                  <a:pt x="1387" y="402"/>
                </a:lnTo>
                <a:lnTo>
                  <a:pt x="1388" y="402"/>
                </a:lnTo>
                <a:lnTo>
                  <a:pt x="1389" y="402"/>
                </a:lnTo>
                <a:lnTo>
                  <a:pt x="1391" y="402"/>
                </a:lnTo>
                <a:lnTo>
                  <a:pt x="1391" y="403"/>
                </a:lnTo>
                <a:lnTo>
                  <a:pt x="1391" y="404"/>
                </a:lnTo>
                <a:lnTo>
                  <a:pt x="1391" y="405"/>
                </a:lnTo>
                <a:lnTo>
                  <a:pt x="1391" y="406"/>
                </a:lnTo>
                <a:lnTo>
                  <a:pt x="1393" y="406"/>
                </a:lnTo>
                <a:lnTo>
                  <a:pt x="1394" y="406"/>
                </a:lnTo>
                <a:lnTo>
                  <a:pt x="1394" y="407"/>
                </a:lnTo>
                <a:lnTo>
                  <a:pt x="1394" y="408"/>
                </a:lnTo>
                <a:lnTo>
                  <a:pt x="1393" y="408"/>
                </a:lnTo>
                <a:lnTo>
                  <a:pt x="1394" y="408"/>
                </a:lnTo>
                <a:lnTo>
                  <a:pt x="1394" y="409"/>
                </a:lnTo>
                <a:lnTo>
                  <a:pt x="1394" y="410"/>
                </a:lnTo>
                <a:lnTo>
                  <a:pt x="1394" y="411"/>
                </a:lnTo>
                <a:lnTo>
                  <a:pt x="1395" y="411"/>
                </a:lnTo>
                <a:lnTo>
                  <a:pt x="1395" y="410"/>
                </a:lnTo>
                <a:lnTo>
                  <a:pt x="1396" y="410"/>
                </a:lnTo>
                <a:lnTo>
                  <a:pt x="1397" y="410"/>
                </a:lnTo>
                <a:lnTo>
                  <a:pt x="1398" y="410"/>
                </a:lnTo>
                <a:lnTo>
                  <a:pt x="1398" y="411"/>
                </a:lnTo>
                <a:lnTo>
                  <a:pt x="1399" y="411"/>
                </a:lnTo>
                <a:lnTo>
                  <a:pt x="1399" y="410"/>
                </a:lnTo>
                <a:lnTo>
                  <a:pt x="1401" y="410"/>
                </a:lnTo>
                <a:lnTo>
                  <a:pt x="1402" y="410"/>
                </a:lnTo>
                <a:lnTo>
                  <a:pt x="1402" y="409"/>
                </a:lnTo>
                <a:lnTo>
                  <a:pt x="1403" y="409"/>
                </a:lnTo>
                <a:lnTo>
                  <a:pt x="1404" y="410"/>
                </a:lnTo>
                <a:lnTo>
                  <a:pt x="1405" y="411"/>
                </a:lnTo>
                <a:lnTo>
                  <a:pt x="1405" y="412"/>
                </a:lnTo>
                <a:lnTo>
                  <a:pt x="1406" y="411"/>
                </a:lnTo>
                <a:lnTo>
                  <a:pt x="1407" y="411"/>
                </a:lnTo>
                <a:lnTo>
                  <a:pt x="1407" y="412"/>
                </a:lnTo>
                <a:lnTo>
                  <a:pt x="1408" y="413"/>
                </a:lnTo>
                <a:lnTo>
                  <a:pt x="1409" y="413"/>
                </a:lnTo>
                <a:lnTo>
                  <a:pt x="1410" y="413"/>
                </a:lnTo>
                <a:lnTo>
                  <a:pt x="1410" y="412"/>
                </a:lnTo>
                <a:lnTo>
                  <a:pt x="1411" y="412"/>
                </a:lnTo>
                <a:lnTo>
                  <a:pt x="1411" y="411"/>
                </a:lnTo>
                <a:lnTo>
                  <a:pt x="1411" y="410"/>
                </a:lnTo>
                <a:lnTo>
                  <a:pt x="1412" y="410"/>
                </a:lnTo>
                <a:lnTo>
                  <a:pt x="1412" y="411"/>
                </a:lnTo>
                <a:lnTo>
                  <a:pt x="1413" y="411"/>
                </a:lnTo>
                <a:lnTo>
                  <a:pt x="1414" y="411"/>
                </a:lnTo>
                <a:lnTo>
                  <a:pt x="1415" y="411"/>
                </a:lnTo>
                <a:lnTo>
                  <a:pt x="1416" y="412"/>
                </a:lnTo>
                <a:lnTo>
                  <a:pt x="1416" y="413"/>
                </a:lnTo>
                <a:lnTo>
                  <a:pt x="1417" y="413"/>
                </a:lnTo>
                <a:lnTo>
                  <a:pt x="1418" y="413"/>
                </a:lnTo>
                <a:lnTo>
                  <a:pt x="1418" y="414"/>
                </a:lnTo>
                <a:lnTo>
                  <a:pt x="1419" y="414"/>
                </a:lnTo>
                <a:lnTo>
                  <a:pt x="1421" y="413"/>
                </a:lnTo>
                <a:lnTo>
                  <a:pt x="1421" y="412"/>
                </a:lnTo>
                <a:lnTo>
                  <a:pt x="1422" y="412"/>
                </a:lnTo>
                <a:lnTo>
                  <a:pt x="1423" y="412"/>
                </a:lnTo>
                <a:lnTo>
                  <a:pt x="1423" y="411"/>
                </a:lnTo>
                <a:lnTo>
                  <a:pt x="1424" y="411"/>
                </a:lnTo>
                <a:lnTo>
                  <a:pt x="1424" y="410"/>
                </a:lnTo>
                <a:lnTo>
                  <a:pt x="1423" y="410"/>
                </a:lnTo>
                <a:lnTo>
                  <a:pt x="1423" y="409"/>
                </a:lnTo>
                <a:lnTo>
                  <a:pt x="1423" y="408"/>
                </a:lnTo>
                <a:lnTo>
                  <a:pt x="1423" y="407"/>
                </a:lnTo>
                <a:lnTo>
                  <a:pt x="1424" y="407"/>
                </a:lnTo>
                <a:lnTo>
                  <a:pt x="1425" y="407"/>
                </a:lnTo>
                <a:lnTo>
                  <a:pt x="1425" y="406"/>
                </a:lnTo>
                <a:lnTo>
                  <a:pt x="1426" y="406"/>
                </a:lnTo>
                <a:lnTo>
                  <a:pt x="1428" y="406"/>
                </a:lnTo>
                <a:lnTo>
                  <a:pt x="1429" y="406"/>
                </a:lnTo>
                <a:lnTo>
                  <a:pt x="1430" y="406"/>
                </a:lnTo>
                <a:lnTo>
                  <a:pt x="1431" y="406"/>
                </a:lnTo>
                <a:lnTo>
                  <a:pt x="1432" y="407"/>
                </a:lnTo>
                <a:lnTo>
                  <a:pt x="1433" y="407"/>
                </a:lnTo>
                <a:lnTo>
                  <a:pt x="1433" y="406"/>
                </a:lnTo>
                <a:lnTo>
                  <a:pt x="1434" y="406"/>
                </a:lnTo>
                <a:lnTo>
                  <a:pt x="1434" y="405"/>
                </a:lnTo>
                <a:lnTo>
                  <a:pt x="1435" y="405"/>
                </a:lnTo>
                <a:lnTo>
                  <a:pt x="1436" y="404"/>
                </a:lnTo>
                <a:lnTo>
                  <a:pt x="1437" y="405"/>
                </a:lnTo>
                <a:lnTo>
                  <a:pt x="1438" y="404"/>
                </a:lnTo>
                <a:lnTo>
                  <a:pt x="1439" y="404"/>
                </a:lnTo>
                <a:lnTo>
                  <a:pt x="1439" y="405"/>
                </a:lnTo>
                <a:lnTo>
                  <a:pt x="1439" y="406"/>
                </a:lnTo>
                <a:lnTo>
                  <a:pt x="1440" y="405"/>
                </a:lnTo>
                <a:lnTo>
                  <a:pt x="1440" y="404"/>
                </a:lnTo>
                <a:lnTo>
                  <a:pt x="1441" y="404"/>
                </a:lnTo>
                <a:lnTo>
                  <a:pt x="1441" y="403"/>
                </a:lnTo>
                <a:lnTo>
                  <a:pt x="1442" y="403"/>
                </a:lnTo>
                <a:lnTo>
                  <a:pt x="1442" y="402"/>
                </a:lnTo>
                <a:lnTo>
                  <a:pt x="1441" y="402"/>
                </a:lnTo>
                <a:lnTo>
                  <a:pt x="1441" y="401"/>
                </a:lnTo>
                <a:lnTo>
                  <a:pt x="1441" y="400"/>
                </a:lnTo>
                <a:lnTo>
                  <a:pt x="1442" y="400"/>
                </a:lnTo>
                <a:lnTo>
                  <a:pt x="1442" y="399"/>
                </a:lnTo>
                <a:lnTo>
                  <a:pt x="1442" y="398"/>
                </a:lnTo>
                <a:lnTo>
                  <a:pt x="1442" y="397"/>
                </a:lnTo>
                <a:lnTo>
                  <a:pt x="1443" y="397"/>
                </a:lnTo>
                <a:lnTo>
                  <a:pt x="1443" y="398"/>
                </a:lnTo>
                <a:lnTo>
                  <a:pt x="1444" y="398"/>
                </a:lnTo>
                <a:lnTo>
                  <a:pt x="1444" y="399"/>
                </a:lnTo>
                <a:lnTo>
                  <a:pt x="1445" y="400"/>
                </a:lnTo>
                <a:lnTo>
                  <a:pt x="1446" y="400"/>
                </a:lnTo>
                <a:lnTo>
                  <a:pt x="1446" y="401"/>
                </a:lnTo>
                <a:lnTo>
                  <a:pt x="1447" y="401"/>
                </a:lnTo>
                <a:lnTo>
                  <a:pt x="1447" y="400"/>
                </a:lnTo>
                <a:lnTo>
                  <a:pt x="1448" y="400"/>
                </a:lnTo>
                <a:lnTo>
                  <a:pt x="1449" y="400"/>
                </a:lnTo>
                <a:lnTo>
                  <a:pt x="1449" y="398"/>
                </a:lnTo>
                <a:lnTo>
                  <a:pt x="1448" y="398"/>
                </a:lnTo>
                <a:lnTo>
                  <a:pt x="1448" y="397"/>
                </a:lnTo>
                <a:lnTo>
                  <a:pt x="1449" y="397"/>
                </a:lnTo>
                <a:lnTo>
                  <a:pt x="1449" y="396"/>
                </a:lnTo>
                <a:lnTo>
                  <a:pt x="1450" y="396"/>
                </a:lnTo>
                <a:lnTo>
                  <a:pt x="1450" y="397"/>
                </a:lnTo>
                <a:lnTo>
                  <a:pt x="1451" y="397"/>
                </a:lnTo>
                <a:lnTo>
                  <a:pt x="1452" y="398"/>
                </a:lnTo>
                <a:lnTo>
                  <a:pt x="1452" y="397"/>
                </a:lnTo>
                <a:lnTo>
                  <a:pt x="1453" y="397"/>
                </a:lnTo>
                <a:lnTo>
                  <a:pt x="1455" y="397"/>
                </a:lnTo>
                <a:lnTo>
                  <a:pt x="1455" y="398"/>
                </a:lnTo>
                <a:lnTo>
                  <a:pt x="1456" y="397"/>
                </a:lnTo>
                <a:lnTo>
                  <a:pt x="1457" y="396"/>
                </a:lnTo>
                <a:lnTo>
                  <a:pt x="1457" y="395"/>
                </a:lnTo>
                <a:lnTo>
                  <a:pt x="1458" y="395"/>
                </a:lnTo>
                <a:lnTo>
                  <a:pt x="1458" y="394"/>
                </a:lnTo>
                <a:lnTo>
                  <a:pt x="1459" y="394"/>
                </a:lnTo>
                <a:lnTo>
                  <a:pt x="1460" y="394"/>
                </a:lnTo>
                <a:lnTo>
                  <a:pt x="1461" y="394"/>
                </a:lnTo>
                <a:lnTo>
                  <a:pt x="1460" y="393"/>
                </a:lnTo>
                <a:lnTo>
                  <a:pt x="1461" y="392"/>
                </a:lnTo>
                <a:lnTo>
                  <a:pt x="1461" y="391"/>
                </a:lnTo>
                <a:lnTo>
                  <a:pt x="1461" y="390"/>
                </a:lnTo>
                <a:lnTo>
                  <a:pt x="1462" y="390"/>
                </a:lnTo>
                <a:lnTo>
                  <a:pt x="1463" y="391"/>
                </a:lnTo>
                <a:lnTo>
                  <a:pt x="1464" y="392"/>
                </a:lnTo>
                <a:lnTo>
                  <a:pt x="1465" y="393"/>
                </a:lnTo>
                <a:lnTo>
                  <a:pt x="1466" y="394"/>
                </a:lnTo>
                <a:lnTo>
                  <a:pt x="1467" y="394"/>
                </a:lnTo>
                <a:lnTo>
                  <a:pt x="1468" y="395"/>
                </a:lnTo>
                <a:lnTo>
                  <a:pt x="1469" y="396"/>
                </a:lnTo>
                <a:lnTo>
                  <a:pt x="1469" y="397"/>
                </a:lnTo>
                <a:lnTo>
                  <a:pt x="1470" y="397"/>
                </a:lnTo>
                <a:lnTo>
                  <a:pt x="1470" y="398"/>
                </a:lnTo>
                <a:lnTo>
                  <a:pt x="1471" y="397"/>
                </a:lnTo>
                <a:lnTo>
                  <a:pt x="1472" y="397"/>
                </a:lnTo>
                <a:lnTo>
                  <a:pt x="1472" y="398"/>
                </a:lnTo>
                <a:lnTo>
                  <a:pt x="1473" y="398"/>
                </a:lnTo>
                <a:lnTo>
                  <a:pt x="1473" y="399"/>
                </a:lnTo>
                <a:lnTo>
                  <a:pt x="1474" y="400"/>
                </a:lnTo>
                <a:lnTo>
                  <a:pt x="1474" y="401"/>
                </a:lnTo>
                <a:lnTo>
                  <a:pt x="1474" y="402"/>
                </a:lnTo>
                <a:lnTo>
                  <a:pt x="1475" y="402"/>
                </a:lnTo>
                <a:lnTo>
                  <a:pt x="1476" y="402"/>
                </a:lnTo>
                <a:lnTo>
                  <a:pt x="1477" y="402"/>
                </a:lnTo>
                <a:lnTo>
                  <a:pt x="1478" y="403"/>
                </a:lnTo>
                <a:lnTo>
                  <a:pt x="1478" y="404"/>
                </a:lnTo>
                <a:lnTo>
                  <a:pt x="1476" y="404"/>
                </a:lnTo>
                <a:lnTo>
                  <a:pt x="1475" y="404"/>
                </a:lnTo>
                <a:lnTo>
                  <a:pt x="1475" y="405"/>
                </a:lnTo>
                <a:lnTo>
                  <a:pt x="1476" y="405"/>
                </a:lnTo>
                <a:lnTo>
                  <a:pt x="1477" y="405"/>
                </a:lnTo>
                <a:lnTo>
                  <a:pt x="1478" y="405"/>
                </a:lnTo>
                <a:lnTo>
                  <a:pt x="1478" y="406"/>
                </a:lnTo>
                <a:lnTo>
                  <a:pt x="1478" y="407"/>
                </a:lnTo>
                <a:lnTo>
                  <a:pt x="1478" y="408"/>
                </a:lnTo>
                <a:lnTo>
                  <a:pt x="1479" y="408"/>
                </a:lnTo>
                <a:lnTo>
                  <a:pt x="1480" y="409"/>
                </a:lnTo>
                <a:lnTo>
                  <a:pt x="1481" y="409"/>
                </a:lnTo>
                <a:lnTo>
                  <a:pt x="1482" y="410"/>
                </a:lnTo>
                <a:lnTo>
                  <a:pt x="1483" y="410"/>
                </a:lnTo>
                <a:lnTo>
                  <a:pt x="1484" y="411"/>
                </a:lnTo>
                <a:lnTo>
                  <a:pt x="1485" y="411"/>
                </a:lnTo>
                <a:lnTo>
                  <a:pt x="1486" y="411"/>
                </a:lnTo>
                <a:lnTo>
                  <a:pt x="1487" y="411"/>
                </a:lnTo>
                <a:lnTo>
                  <a:pt x="1487" y="410"/>
                </a:lnTo>
                <a:lnTo>
                  <a:pt x="1488" y="411"/>
                </a:lnTo>
                <a:lnTo>
                  <a:pt x="1488" y="412"/>
                </a:lnTo>
                <a:lnTo>
                  <a:pt x="1489" y="412"/>
                </a:lnTo>
                <a:lnTo>
                  <a:pt x="1488" y="413"/>
                </a:lnTo>
                <a:lnTo>
                  <a:pt x="1489" y="414"/>
                </a:lnTo>
                <a:lnTo>
                  <a:pt x="1489" y="415"/>
                </a:lnTo>
                <a:lnTo>
                  <a:pt x="1489" y="416"/>
                </a:lnTo>
                <a:lnTo>
                  <a:pt x="1490" y="417"/>
                </a:lnTo>
                <a:lnTo>
                  <a:pt x="1492" y="417"/>
                </a:lnTo>
                <a:lnTo>
                  <a:pt x="1493" y="416"/>
                </a:lnTo>
                <a:lnTo>
                  <a:pt x="1493" y="417"/>
                </a:lnTo>
                <a:lnTo>
                  <a:pt x="1494" y="417"/>
                </a:lnTo>
                <a:lnTo>
                  <a:pt x="1495" y="417"/>
                </a:lnTo>
                <a:lnTo>
                  <a:pt x="1496" y="416"/>
                </a:lnTo>
                <a:lnTo>
                  <a:pt x="1496" y="415"/>
                </a:lnTo>
                <a:lnTo>
                  <a:pt x="1496" y="416"/>
                </a:lnTo>
                <a:lnTo>
                  <a:pt x="1497" y="416"/>
                </a:lnTo>
                <a:lnTo>
                  <a:pt x="1498" y="416"/>
                </a:lnTo>
                <a:lnTo>
                  <a:pt x="1498" y="417"/>
                </a:lnTo>
                <a:lnTo>
                  <a:pt x="1499" y="417"/>
                </a:lnTo>
                <a:lnTo>
                  <a:pt x="1500" y="418"/>
                </a:lnTo>
                <a:lnTo>
                  <a:pt x="1501" y="418"/>
                </a:lnTo>
                <a:lnTo>
                  <a:pt x="1502" y="418"/>
                </a:lnTo>
                <a:lnTo>
                  <a:pt x="1502" y="419"/>
                </a:lnTo>
                <a:lnTo>
                  <a:pt x="1503" y="419"/>
                </a:lnTo>
                <a:lnTo>
                  <a:pt x="1503" y="420"/>
                </a:lnTo>
                <a:lnTo>
                  <a:pt x="1504" y="420"/>
                </a:lnTo>
                <a:lnTo>
                  <a:pt x="1504" y="419"/>
                </a:lnTo>
                <a:lnTo>
                  <a:pt x="1505" y="419"/>
                </a:lnTo>
                <a:lnTo>
                  <a:pt x="1506" y="419"/>
                </a:lnTo>
                <a:lnTo>
                  <a:pt x="1507" y="419"/>
                </a:lnTo>
                <a:lnTo>
                  <a:pt x="1508" y="419"/>
                </a:lnTo>
                <a:lnTo>
                  <a:pt x="1509" y="419"/>
                </a:lnTo>
                <a:lnTo>
                  <a:pt x="1509" y="418"/>
                </a:lnTo>
                <a:lnTo>
                  <a:pt x="1510" y="418"/>
                </a:lnTo>
                <a:lnTo>
                  <a:pt x="1511" y="418"/>
                </a:lnTo>
                <a:lnTo>
                  <a:pt x="1511" y="419"/>
                </a:lnTo>
                <a:lnTo>
                  <a:pt x="1512" y="419"/>
                </a:lnTo>
                <a:lnTo>
                  <a:pt x="1512" y="418"/>
                </a:lnTo>
                <a:lnTo>
                  <a:pt x="1513" y="418"/>
                </a:lnTo>
                <a:lnTo>
                  <a:pt x="1514" y="418"/>
                </a:lnTo>
                <a:lnTo>
                  <a:pt x="1514" y="419"/>
                </a:lnTo>
                <a:lnTo>
                  <a:pt x="1515" y="419"/>
                </a:lnTo>
                <a:lnTo>
                  <a:pt x="1516" y="419"/>
                </a:lnTo>
                <a:lnTo>
                  <a:pt x="1516" y="418"/>
                </a:lnTo>
                <a:lnTo>
                  <a:pt x="1517" y="418"/>
                </a:lnTo>
                <a:lnTo>
                  <a:pt x="1517" y="419"/>
                </a:lnTo>
                <a:lnTo>
                  <a:pt x="1517" y="420"/>
                </a:lnTo>
                <a:lnTo>
                  <a:pt x="1518" y="420"/>
                </a:lnTo>
                <a:lnTo>
                  <a:pt x="1518" y="421"/>
                </a:lnTo>
                <a:lnTo>
                  <a:pt x="1519" y="421"/>
                </a:lnTo>
                <a:lnTo>
                  <a:pt x="1519" y="422"/>
                </a:lnTo>
                <a:lnTo>
                  <a:pt x="1520" y="423"/>
                </a:lnTo>
                <a:lnTo>
                  <a:pt x="1519" y="423"/>
                </a:lnTo>
                <a:lnTo>
                  <a:pt x="1517" y="424"/>
                </a:lnTo>
                <a:lnTo>
                  <a:pt x="1516" y="424"/>
                </a:lnTo>
                <a:lnTo>
                  <a:pt x="1515" y="424"/>
                </a:lnTo>
                <a:lnTo>
                  <a:pt x="1515" y="425"/>
                </a:lnTo>
                <a:lnTo>
                  <a:pt x="1514" y="425"/>
                </a:lnTo>
                <a:lnTo>
                  <a:pt x="1512" y="425"/>
                </a:lnTo>
                <a:lnTo>
                  <a:pt x="1511" y="425"/>
                </a:lnTo>
                <a:lnTo>
                  <a:pt x="1510" y="425"/>
                </a:lnTo>
                <a:lnTo>
                  <a:pt x="1509" y="425"/>
                </a:lnTo>
                <a:lnTo>
                  <a:pt x="1508" y="425"/>
                </a:lnTo>
                <a:lnTo>
                  <a:pt x="1507" y="425"/>
                </a:lnTo>
                <a:lnTo>
                  <a:pt x="1507" y="426"/>
                </a:lnTo>
                <a:lnTo>
                  <a:pt x="1506" y="426"/>
                </a:lnTo>
                <a:lnTo>
                  <a:pt x="1505" y="427"/>
                </a:lnTo>
                <a:lnTo>
                  <a:pt x="1505" y="428"/>
                </a:lnTo>
                <a:lnTo>
                  <a:pt x="1504" y="428"/>
                </a:lnTo>
                <a:lnTo>
                  <a:pt x="1504" y="429"/>
                </a:lnTo>
                <a:lnTo>
                  <a:pt x="1504" y="430"/>
                </a:lnTo>
                <a:lnTo>
                  <a:pt x="1505" y="431"/>
                </a:lnTo>
                <a:lnTo>
                  <a:pt x="1506" y="431"/>
                </a:lnTo>
                <a:lnTo>
                  <a:pt x="1507" y="432"/>
                </a:lnTo>
                <a:lnTo>
                  <a:pt x="1508" y="432"/>
                </a:lnTo>
                <a:lnTo>
                  <a:pt x="1508" y="431"/>
                </a:lnTo>
                <a:lnTo>
                  <a:pt x="1509" y="431"/>
                </a:lnTo>
                <a:lnTo>
                  <a:pt x="1510" y="431"/>
                </a:lnTo>
                <a:lnTo>
                  <a:pt x="1511" y="430"/>
                </a:lnTo>
                <a:lnTo>
                  <a:pt x="1512" y="430"/>
                </a:lnTo>
                <a:lnTo>
                  <a:pt x="1513" y="430"/>
                </a:lnTo>
                <a:lnTo>
                  <a:pt x="1514" y="429"/>
                </a:lnTo>
                <a:lnTo>
                  <a:pt x="1515" y="429"/>
                </a:lnTo>
                <a:lnTo>
                  <a:pt x="1515" y="428"/>
                </a:lnTo>
                <a:lnTo>
                  <a:pt x="1516" y="428"/>
                </a:lnTo>
                <a:lnTo>
                  <a:pt x="1516" y="427"/>
                </a:lnTo>
                <a:lnTo>
                  <a:pt x="1516" y="426"/>
                </a:lnTo>
                <a:lnTo>
                  <a:pt x="1517" y="426"/>
                </a:lnTo>
                <a:lnTo>
                  <a:pt x="1517" y="425"/>
                </a:lnTo>
                <a:lnTo>
                  <a:pt x="1517" y="426"/>
                </a:lnTo>
                <a:lnTo>
                  <a:pt x="1518" y="426"/>
                </a:lnTo>
                <a:lnTo>
                  <a:pt x="1519" y="426"/>
                </a:lnTo>
                <a:lnTo>
                  <a:pt x="1519" y="428"/>
                </a:lnTo>
                <a:lnTo>
                  <a:pt x="1519" y="429"/>
                </a:lnTo>
                <a:lnTo>
                  <a:pt x="1519" y="430"/>
                </a:lnTo>
                <a:lnTo>
                  <a:pt x="1519" y="431"/>
                </a:lnTo>
                <a:lnTo>
                  <a:pt x="1520" y="432"/>
                </a:lnTo>
                <a:lnTo>
                  <a:pt x="1520" y="433"/>
                </a:lnTo>
                <a:lnTo>
                  <a:pt x="1520" y="434"/>
                </a:lnTo>
                <a:lnTo>
                  <a:pt x="1520" y="435"/>
                </a:lnTo>
                <a:lnTo>
                  <a:pt x="1520" y="436"/>
                </a:lnTo>
                <a:lnTo>
                  <a:pt x="1521" y="436"/>
                </a:lnTo>
                <a:lnTo>
                  <a:pt x="1521" y="437"/>
                </a:lnTo>
                <a:lnTo>
                  <a:pt x="1522" y="437"/>
                </a:lnTo>
                <a:lnTo>
                  <a:pt x="1522" y="438"/>
                </a:lnTo>
                <a:lnTo>
                  <a:pt x="1521" y="438"/>
                </a:lnTo>
                <a:lnTo>
                  <a:pt x="1521" y="439"/>
                </a:lnTo>
                <a:lnTo>
                  <a:pt x="1522" y="439"/>
                </a:lnTo>
                <a:lnTo>
                  <a:pt x="1522" y="440"/>
                </a:lnTo>
                <a:lnTo>
                  <a:pt x="1523" y="441"/>
                </a:lnTo>
                <a:lnTo>
                  <a:pt x="1524" y="442"/>
                </a:lnTo>
                <a:lnTo>
                  <a:pt x="1525" y="442"/>
                </a:lnTo>
                <a:lnTo>
                  <a:pt x="1525" y="443"/>
                </a:lnTo>
                <a:lnTo>
                  <a:pt x="1526" y="443"/>
                </a:lnTo>
                <a:lnTo>
                  <a:pt x="1527" y="443"/>
                </a:lnTo>
                <a:lnTo>
                  <a:pt x="1528" y="443"/>
                </a:lnTo>
                <a:lnTo>
                  <a:pt x="1529" y="443"/>
                </a:lnTo>
                <a:lnTo>
                  <a:pt x="1529" y="444"/>
                </a:lnTo>
                <a:lnTo>
                  <a:pt x="1530" y="444"/>
                </a:lnTo>
                <a:lnTo>
                  <a:pt x="1530" y="443"/>
                </a:lnTo>
                <a:lnTo>
                  <a:pt x="1530" y="442"/>
                </a:lnTo>
                <a:lnTo>
                  <a:pt x="1529" y="442"/>
                </a:lnTo>
                <a:lnTo>
                  <a:pt x="1530" y="441"/>
                </a:lnTo>
                <a:lnTo>
                  <a:pt x="1530" y="440"/>
                </a:lnTo>
                <a:lnTo>
                  <a:pt x="1531" y="440"/>
                </a:lnTo>
                <a:lnTo>
                  <a:pt x="1532" y="440"/>
                </a:lnTo>
                <a:lnTo>
                  <a:pt x="1533" y="440"/>
                </a:lnTo>
                <a:lnTo>
                  <a:pt x="1534" y="440"/>
                </a:lnTo>
                <a:lnTo>
                  <a:pt x="1535" y="441"/>
                </a:lnTo>
                <a:lnTo>
                  <a:pt x="1535" y="442"/>
                </a:lnTo>
                <a:lnTo>
                  <a:pt x="1536" y="442"/>
                </a:lnTo>
                <a:lnTo>
                  <a:pt x="1537" y="442"/>
                </a:lnTo>
                <a:lnTo>
                  <a:pt x="1537" y="443"/>
                </a:lnTo>
                <a:lnTo>
                  <a:pt x="1536" y="443"/>
                </a:lnTo>
                <a:lnTo>
                  <a:pt x="1536" y="444"/>
                </a:lnTo>
                <a:lnTo>
                  <a:pt x="1537" y="444"/>
                </a:lnTo>
                <a:lnTo>
                  <a:pt x="1537" y="445"/>
                </a:lnTo>
                <a:lnTo>
                  <a:pt x="1536" y="445"/>
                </a:lnTo>
                <a:lnTo>
                  <a:pt x="1536" y="446"/>
                </a:lnTo>
                <a:lnTo>
                  <a:pt x="1537" y="446"/>
                </a:lnTo>
                <a:lnTo>
                  <a:pt x="1537" y="447"/>
                </a:lnTo>
                <a:lnTo>
                  <a:pt x="1538" y="448"/>
                </a:lnTo>
                <a:lnTo>
                  <a:pt x="1538" y="450"/>
                </a:lnTo>
                <a:lnTo>
                  <a:pt x="1538" y="451"/>
                </a:lnTo>
                <a:lnTo>
                  <a:pt x="1538" y="452"/>
                </a:lnTo>
                <a:lnTo>
                  <a:pt x="1537" y="452"/>
                </a:lnTo>
                <a:lnTo>
                  <a:pt x="1537" y="453"/>
                </a:lnTo>
                <a:lnTo>
                  <a:pt x="1536" y="453"/>
                </a:lnTo>
                <a:lnTo>
                  <a:pt x="1535" y="453"/>
                </a:lnTo>
                <a:lnTo>
                  <a:pt x="1535" y="454"/>
                </a:lnTo>
                <a:lnTo>
                  <a:pt x="1535" y="455"/>
                </a:lnTo>
                <a:lnTo>
                  <a:pt x="1535" y="456"/>
                </a:lnTo>
                <a:lnTo>
                  <a:pt x="1536" y="456"/>
                </a:lnTo>
                <a:lnTo>
                  <a:pt x="1536" y="457"/>
                </a:lnTo>
                <a:lnTo>
                  <a:pt x="1537" y="457"/>
                </a:lnTo>
                <a:lnTo>
                  <a:pt x="1538" y="457"/>
                </a:lnTo>
                <a:lnTo>
                  <a:pt x="1538" y="458"/>
                </a:lnTo>
                <a:lnTo>
                  <a:pt x="1537" y="458"/>
                </a:lnTo>
                <a:lnTo>
                  <a:pt x="1537" y="459"/>
                </a:lnTo>
                <a:lnTo>
                  <a:pt x="1536" y="459"/>
                </a:lnTo>
                <a:lnTo>
                  <a:pt x="1536" y="458"/>
                </a:lnTo>
                <a:lnTo>
                  <a:pt x="1535" y="458"/>
                </a:lnTo>
                <a:lnTo>
                  <a:pt x="1535" y="459"/>
                </a:lnTo>
                <a:lnTo>
                  <a:pt x="1534" y="459"/>
                </a:lnTo>
                <a:lnTo>
                  <a:pt x="1534" y="458"/>
                </a:lnTo>
                <a:lnTo>
                  <a:pt x="1533" y="458"/>
                </a:lnTo>
                <a:lnTo>
                  <a:pt x="1533" y="459"/>
                </a:lnTo>
                <a:lnTo>
                  <a:pt x="1532" y="459"/>
                </a:lnTo>
                <a:lnTo>
                  <a:pt x="1531" y="460"/>
                </a:lnTo>
                <a:lnTo>
                  <a:pt x="1531" y="461"/>
                </a:lnTo>
                <a:lnTo>
                  <a:pt x="1530" y="462"/>
                </a:lnTo>
                <a:lnTo>
                  <a:pt x="1530" y="463"/>
                </a:lnTo>
                <a:lnTo>
                  <a:pt x="1530" y="464"/>
                </a:lnTo>
                <a:lnTo>
                  <a:pt x="1530" y="465"/>
                </a:lnTo>
                <a:lnTo>
                  <a:pt x="1530" y="466"/>
                </a:lnTo>
                <a:lnTo>
                  <a:pt x="1531" y="466"/>
                </a:lnTo>
                <a:lnTo>
                  <a:pt x="1532" y="466"/>
                </a:lnTo>
                <a:lnTo>
                  <a:pt x="1532" y="467"/>
                </a:lnTo>
                <a:lnTo>
                  <a:pt x="1533" y="467"/>
                </a:lnTo>
                <a:lnTo>
                  <a:pt x="1534" y="467"/>
                </a:lnTo>
                <a:lnTo>
                  <a:pt x="1534" y="468"/>
                </a:lnTo>
                <a:lnTo>
                  <a:pt x="1534" y="469"/>
                </a:lnTo>
                <a:lnTo>
                  <a:pt x="1535" y="470"/>
                </a:lnTo>
                <a:lnTo>
                  <a:pt x="1535" y="471"/>
                </a:lnTo>
                <a:lnTo>
                  <a:pt x="1535" y="472"/>
                </a:lnTo>
                <a:lnTo>
                  <a:pt x="1535" y="473"/>
                </a:lnTo>
                <a:lnTo>
                  <a:pt x="1536" y="475"/>
                </a:lnTo>
                <a:lnTo>
                  <a:pt x="1537" y="476"/>
                </a:lnTo>
                <a:lnTo>
                  <a:pt x="1539" y="477"/>
                </a:lnTo>
                <a:lnTo>
                  <a:pt x="1539" y="478"/>
                </a:lnTo>
                <a:lnTo>
                  <a:pt x="1538" y="478"/>
                </a:lnTo>
                <a:lnTo>
                  <a:pt x="1538" y="479"/>
                </a:lnTo>
                <a:lnTo>
                  <a:pt x="1539" y="480"/>
                </a:lnTo>
                <a:lnTo>
                  <a:pt x="1540" y="480"/>
                </a:lnTo>
                <a:lnTo>
                  <a:pt x="1541" y="480"/>
                </a:lnTo>
                <a:lnTo>
                  <a:pt x="1541" y="481"/>
                </a:lnTo>
                <a:lnTo>
                  <a:pt x="1543" y="483"/>
                </a:lnTo>
                <a:lnTo>
                  <a:pt x="1543" y="484"/>
                </a:lnTo>
                <a:lnTo>
                  <a:pt x="1545" y="485"/>
                </a:lnTo>
                <a:lnTo>
                  <a:pt x="1547" y="485"/>
                </a:lnTo>
                <a:lnTo>
                  <a:pt x="1548" y="485"/>
                </a:lnTo>
                <a:lnTo>
                  <a:pt x="1549" y="485"/>
                </a:lnTo>
                <a:lnTo>
                  <a:pt x="1549" y="484"/>
                </a:lnTo>
                <a:lnTo>
                  <a:pt x="1549" y="482"/>
                </a:lnTo>
                <a:lnTo>
                  <a:pt x="1550" y="482"/>
                </a:lnTo>
                <a:lnTo>
                  <a:pt x="1551" y="482"/>
                </a:lnTo>
                <a:lnTo>
                  <a:pt x="1552" y="482"/>
                </a:lnTo>
                <a:lnTo>
                  <a:pt x="1552" y="481"/>
                </a:lnTo>
                <a:lnTo>
                  <a:pt x="1553" y="481"/>
                </a:lnTo>
                <a:lnTo>
                  <a:pt x="1562" y="483"/>
                </a:lnTo>
                <a:lnTo>
                  <a:pt x="1564" y="483"/>
                </a:lnTo>
                <a:lnTo>
                  <a:pt x="1566" y="484"/>
                </a:lnTo>
                <a:lnTo>
                  <a:pt x="1567" y="484"/>
                </a:lnTo>
                <a:lnTo>
                  <a:pt x="1568" y="486"/>
                </a:lnTo>
                <a:lnTo>
                  <a:pt x="1568" y="487"/>
                </a:lnTo>
                <a:lnTo>
                  <a:pt x="1569" y="487"/>
                </a:lnTo>
                <a:lnTo>
                  <a:pt x="1569" y="489"/>
                </a:lnTo>
                <a:lnTo>
                  <a:pt x="1570" y="490"/>
                </a:lnTo>
                <a:lnTo>
                  <a:pt x="1570" y="491"/>
                </a:lnTo>
                <a:lnTo>
                  <a:pt x="1571" y="491"/>
                </a:lnTo>
                <a:lnTo>
                  <a:pt x="1572" y="491"/>
                </a:lnTo>
                <a:lnTo>
                  <a:pt x="1574" y="489"/>
                </a:lnTo>
                <a:lnTo>
                  <a:pt x="1574" y="488"/>
                </a:lnTo>
                <a:lnTo>
                  <a:pt x="1574" y="487"/>
                </a:lnTo>
                <a:lnTo>
                  <a:pt x="1574" y="486"/>
                </a:lnTo>
                <a:lnTo>
                  <a:pt x="1574" y="485"/>
                </a:lnTo>
                <a:lnTo>
                  <a:pt x="1575" y="483"/>
                </a:lnTo>
                <a:lnTo>
                  <a:pt x="1575" y="482"/>
                </a:lnTo>
                <a:lnTo>
                  <a:pt x="1576" y="481"/>
                </a:lnTo>
                <a:lnTo>
                  <a:pt x="1578" y="477"/>
                </a:lnTo>
                <a:lnTo>
                  <a:pt x="1580" y="477"/>
                </a:lnTo>
                <a:lnTo>
                  <a:pt x="1583" y="477"/>
                </a:lnTo>
                <a:lnTo>
                  <a:pt x="1585" y="477"/>
                </a:lnTo>
                <a:lnTo>
                  <a:pt x="1586" y="477"/>
                </a:lnTo>
                <a:lnTo>
                  <a:pt x="1586" y="478"/>
                </a:lnTo>
                <a:lnTo>
                  <a:pt x="1586" y="479"/>
                </a:lnTo>
                <a:lnTo>
                  <a:pt x="1586" y="480"/>
                </a:lnTo>
                <a:lnTo>
                  <a:pt x="1586" y="481"/>
                </a:lnTo>
                <a:lnTo>
                  <a:pt x="1587" y="482"/>
                </a:lnTo>
                <a:lnTo>
                  <a:pt x="1590" y="485"/>
                </a:lnTo>
                <a:lnTo>
                  <a:pt x="1591" y="486"/>
                </a:lnTo>
                <a:lnTo>
                  <a:pt x="1592" y="486"/>
                </a:lnTo>
                <a:lnTo>
                  <a:pt x="1593" y="487"/>
                </a:lnTo>
                <a:lnTo>
                  <a:pt x="1596" y="488"/>
                </a:lnTo>
                <a:lnTo>
                  <a:pt x="1597" y="489"/>
                </a:lnTo>
                <a:lnTo>
                  <a:pt x="1598" y="490"/>
                </a:lnTo>
                <a:lnTo>
                  <a:pt x="1599" y="490"/>
                </a:lnTo>
                <a:lnTo>
                  <a:pt x="1600" y="490"/>
                </a:lnTo>
                <a:lnTo>
                  <a:pt x="1600" y="491"/>
                </a:lnTo>
                <a:lnTo>
                  <a:pt x="1601" y="491"/>
                </a:lnTo>
                <a:lnTo>
                  <a:pt x="1600" y="492"/>
                </a:lnTo>
                <a:lnTo>
                  <a:pt x="1601" y="492"/>
                </a:lnTo>
                <a:lnTo>
                  <a:pt x="1601" y="494"/>
                </a:lnTo>
                <a:lnTo>
                  <a:pt x="1601" y="496"/>
                </a:lnTo>
                <a:lnTo>
                  <a:pt x="1601" y="498"/>
                </a:lnTo>
                <a:lnTo>
                  <a:pt x="1601" y="499"/>
                </a:lnTo>
                <a:lnTo>
                  <a:pt x="1602" y="499"/>
                </a:lnTo>
                <a:lnTo>
                  <a:pt x="1603" y="499"/>
                </a:lnTo>
                <a:lnTo>
                  <a:pt x="1604" y="499"/>
                </a:lnTo>
                <a:lnTo>
                  <a:pt x="1605" y="499"/>
                </a:lnTo>
                <a:lnTo>
                  <a:pt x="1606" y="500"/>
                </a:lnTo>
                <a:lnTo>
                  <a:pt x="1606" y="499"/>
                </a:lnTo>
                <a:lnTo>
                  <a:pt x="1607" y="499"/>
                </a:lnTo>
                <a:lnTo>
                  <a:pt x="1607" y="498"/>
                </a:lnTo>
                <a:lnTo>
                  <a:pt x="1607" y="497"/>
                </a:lnTo>
                <a:lnTo>
                  <a:pt x="1608" y="497"/>
                </a:lnTo>
                <a:lnTo>
                  <a:pt x="1608" y="496"/>
                </a:lnTo>
                <a:lnTo>
                  <a:pt x="1607" y="495"/>
                </a:lnTo>
                <a:lnTo>
                  <a:pt x="1607" y="494"/>
                </a:lnTo>
                <a:lnTo>
                  <a:pt x="1608" y="494"/>
                </a:lnTo>
                <a:lnTo>
                  <a:pt x="1609" y="494"/>
                </a:lnTo>
                <a:lnTo>
                  <a:pt x="1609" y="493"/>
                </a:lnTo>
                <a:lnTo>
                  <a:pt x="1610" y="493"/>
                </a:lnTo>
                <a:lnTo>
                  <a:pt x="1609" y="491"/>
                </a:lnTo>
                <a:lnTo>
                  <a:pt x="1610" y="491"/>
                </a:lnTo>
                <a:lnTo>
                  <a:pt x="1610" y="490"/>
                </a:lnTo>
                <a:lnTo>
                  <a:pt x="1609" y="488"/>
                </a:lnTo>
                <a:lnTo>
                  <a:pt x="1608" y="488"/>
                </a:lnTo>
                <a:lnTo>
                  <a:pt x="1608" y="487"/>
                </a:lnTo>
                <a:lnTo>
                  <a:pt x="1607" y="486"/>
                </a:lnTo>
                <a:lnTo>
                  <a:pt x="1607" y="485"/>
                </a:lnTo>
                <a:lnTo>
                  <a:pt x="1608" y="484"/>
                </a:lnTo>
                <a:lnTo>
                  <a:pt x="1606" y="483"/>
                </a:lnTo>
                <a:lnTo>
                  <a:pt x="1605" y="482"/>
                </a:lnTo>
                <a:lnTo>
                  <a:pt x="1604" y="482"/>
                </a:lnTo>
                <a:lnTo>
                  <a:pt x="1603" y="482"/>
                </a:lnTo>
                <a:lnTo>
                  <a:pt x="1603" y="481"/>
                </a:lnTo>
                <a:lnTo>
                  <a:pt x="1603" y="480"/>
                </a:lnTo>
                <a:lnTo>
                  <a:pt x="1604" y="480"/>
                </a:lnTo>
                <a:lnTo>
                  <a:pt x="1603" y="478"/>
                </a:lnTo>
                <a:lnTo>
                  <a:pt x="1603" y="477"/>
                </a:lnTo>
                <a:lnTo>
                  <a:pt x="1604" y="475"/>
                </a:lnTo>
                <a:lnTo>
                  <a:pt x="1605" y="475"/>
                </a:lnTo>
                <a:lnTo>
                  <a:pt x="1606" y="474"/>
                </a:lnTo>
                <a:lnTo>
                  <a:pt x="1606" y="473"/>
                </a:lnTo>
                <a:lnTo>
                  <a:pt x="1606" y="472"/>
                </a:lnTo>
                <a:lnTo>
                  <a:pt x="1606" y="471"/>
                </a:lnTo>
                <a:lnTo>
                  <a:pt x="1605" y="471"/>
                </a:lnTo>
                <a:lnTo>
                  <a:pt x="1604" y="468"/>
                </a:lnTo>
                <a:lnTo>
                  <a:pt x="1605" y="468"/>
                </a:lnTo>
                <a:lnTo>
                  <a:pt x="1606" y="468"/>
                </a:lnTo>
                <a:lnTo>
                  <a:pt x="1607" y="468"/>
                </a:lnTo>
                <a:lnTo>
                  <a:pt x="1609" y="467"/>
                </a:lnTo>
                <a:lnTo>
                  <a:pt x="1609" y="466"/>
                </a:lnTo>
                <a:lnTo>
                  <a:pt x="1610" y="466"/>
                </a:lnTo>
                <a:lnTo>
                  <a:pt x="1611" y="467"/>
                </a:lnTo>
                <a:lnTo>
                  <a:pt x="1612" y="467"/>
                </a:lnTo>
                <a:lnTo>
                  <a:pt x="1614" y="467"/>
                </a:lnTo>
                <a:lnTo>
                  <a:pt x="1619" y="467"/>
                </a:lnTo>
                <a:lnTo>
                  <a:pt x="1620" y="467"/>
                </a:lnTo>
                <a:lnTo>
                  <a:pt x="1620" y="466"/>
                </a:lnTo>
                <a:lnTo>
                  <a:pt x="1622" y="466"/>
                </a:lnTo>
                <a:lnTo>
                  <a:pt x="1622" y="467"/>
                </a:lnTo>
                <a:lnTo>
                  <a:pt x="1623" y="470"/>
                </a:lnTo>
                <a:lnTo>
                  <a:pt x="1623" y="471"/>
                </a:lnTo>
                <a:lnTo>
                  <a:pt x="1624" y="472"/>
                </a:lnTo>
                <a:lnTo>
                  <a:pt x="1624" y="474"/>
                </a:lnTo>
                <a:lnTo>
                  <a:pt x="1624" y="476"/>
                </a:lnTo>
                <a:lnTo>
                  <a:pt x="1625" y="476"/>
                </a:lnTo>
                <a:lnTo>
                  <a:pt x="1626" y="476"/>
                </a:lnTo>
                <a:lnTo>
                  <a:pt x="1626" y="477"/>
                </a:lnTo>
                <a:lnTo>
                  <a:pt x="1626" y="478"/>
                </a:lnTo>
                <a:lnTo>
                  <a:pt x="1626" y="479"/>
                </a:lnTo>
                <a:lnTo>
                  <a:pt x="1627" y="480"/>
                </a:lnTo>
                <a:lnTo>
                  <a:pt x="1629" y="481"/>
                </a:lnTo>
                <a:lnTo>
                  <a:pt x="1629" y="482"/>
                </a:lnTo>
                <a:lnTo>
                  <a:pt x="1630" y="482"/>
                </a:lnTo>
                <a:lnTo>
                  <a:pt x="1631" y="483"/>
                </a:lnTo>
                <a:lnTo>
                  <a:pt x="1632" y="483"/>
                </a:lnTo>
                <a:lnTo>
                  <a:pt x="1633" y="484"/>
                </a:lnTo>
                <a:lnTo>
                  <a:pt x="1634" y="484"/>
                </a:lnTo>
                <a:lnTo>
                  <a:pt x="1634" y="485"/>
                </a:lnTo>
                <a:lnTo>
                  <a:pt x="1635" y="486"/>
                </a:lnTo>
                <a:lnTo>
                  <a:pt x="1636" y="486"/>
                </a:lnTo>
                <a:lnTo>
                  <a:pt x="1637" y="487"/>
                </a:lnTo>
                <a:lnTo>
                  <a:pt x="1638" y="488"/>
                </a:lnTo>
                <a:lnTo>
                  <a:pt x="1639" y="488"/>
                </a:lnTo>
                <a:lnTo>
                  <a:pt x="1641" y="487"/>
                </a:lnTo>
                <a:lnTo>
                  <a:pt x="1642" y="486"/>
                </a:lnTo>
                <a:lnTo>
                  <a:pt x="1643" y="485"/>
                </a:lnTo>
                <a:lnTo>
                  <a:pt x="1643" y="486"/>
                </a:lnTo>
                <a:lnTo>
                  <a:pt x="1643" y="487"/>
                </a:lnTo>
                <a:lnTo>
                  <a:pt x="1644" y="487"/>
                </a:lnTo>
                <a:lnTo>
                  <a:pt x="1644" y="488"/>
                </a:lnTo>
                <a:lnTo>
                  <a:pt x="1645" y="488"/>
                </a:lnTo>
                <a:lnTo>
                  <a:pt x="1647" y="489"/>
                </a:lnTo>
                <a:lnTo>
                  <a:pt x="1648" y="488"/>
                </a:lnTo>
                <a:lnTo>
                  <a:pt x="1647" y="487"/>
                </a:lnTo>
                <a:lnTo>
                  <a:pt x="1648" y="487"/>
                </a:lnTo>
                <a:lnTo>
                  <a:pt x="1648" y="486"/>
                </a:lnTo>
                <a:lnTo>
                  <a:pt x="1649" y="487"/>
                </a:lnTo>
                <a:lnTo>
                  <a:pt x="1650" y="487"/>
                </a:lnTo>
                <a:lnTo>
                  <a:pt x="1650" y="488"/>
                </a:lnTo>
                <a:lnTo>
                  <a:pt x="1651" y="489"/>
                </a:lnTo>
                <a:lnTo>
                  <a:pt x="1652" y="491"/>
                </a:lnTo>
                <a:lnTo>
                  <a:pt x="1653" y="491"/>
                </a:lnTo>
                <a:lnTo>
                  <a:pt x="1653" y="492"/>
                </a:lnTo>
                <a:lnTo>
                  <a:pt x="1654" y="492"/>
                </a:lnTo>
                <a:lnTo>
                  <a:pt x="1655" y="492"/>
                </a:lnTo>
                <a:lnTo>
                  <a:pt x="1657" y="492"/>
                </a:lnTo>
                <a:lnTo>
                  <a:pt x="1658" y="491"/>
                </a:lnTo>
                <a:lnTo>
                  <a:pt x="1658" y="490"/>
                </a:lnTo>
                <a:lnTo>
                  <a:pt x="1658" y="489"/>
                </a:lnTo>
                <a:lnTo>
                  <a:pt x="1659" y="489"/>
                </a:lnTo>
                <a:lnTo>
                  <a:pt x="1660" y="489"/>
                </a:lnTo>
                <a:lnTo>
                  <a:pt x="1661" y="489"/>
                </a:lnTo>
                <a:lnTo>
                  <a:pt x="1662" y="488"/>
                </a:lnTo>
                <a:lnTo>
                  <a:pt x="1663" y="487"/>
                </a:lnTo>
                <a:lnTo>
                  <a:pt x="1662" y="485"/>
                </a:lnTo>
                <a:lnTo>
                  <a:pt x="1661" y="485"/>
                </a:lnTo>
                <a:lnTo>
                  <a:pt x="1660" y="483"/>
                </a:lnTo>
                <a:lnTo>
                  <a:pt x="1659" y="482"/>
                </a:lnTo>
                <a:lnTo>
                  <a:pt x="1659" y="481"/>
                </a:lnTo>
                <a:lnTo>
                  <a:pt x="1659" y="480"/>
                </a:lnTo>
                <a:lnTo>
                  <a:pt x="1659" y="479"/>
                </a:lnTo>
                <a:lnTo>
                  <a:pt x="1656" y="478"/>
                </a:lnTo>
                <a:lnTo>
                  <a:pt x="1656" y="477"/>
                </a:lnTo>
                <a:lnTo>
                  <a:pt x="1656" y="475"/>
                </a:lnTo>
                <a:lnTo>
                  <a:pt x="1656" y="473"/>
                </a:lnTo>
                <a:lnTo>
                  <a:pt x="1656" y="472"/>
                </a:lnTo>
                <a:lnTo>
                  <a:pt x="1659" y="472"/>
                </a:lnTo>
                <a:lnTo>
                  <a:pt x="1659" y="471"/>
                </a:lnTo>
                <a:lnTo>
                  <a:pt x="1660" y="470"/>
                </a:lnTo>
                <a:lnTo>
                  <a:pt x="1660" y="469"/>
                </a:lnTo>
                <a:lnTo>
                  <a:pt x="1659" y="468"/>
                </a:lnTo>
                <a:lnTo>
                  <a:pt x="1658" y="468"/>
                </a:lnTo>
                <a:lnTo>
                  <a:pt x="1657" y="466"/>
                </a:lnTo>
                <a:lnTo>
                  <a:pt x="1657" y="465"/>
                </a:lnTo>
                <a:lnTo>
                  <a:pt x="1655" y="464"/>
                </a:lnTo>
                <a:lnTo>
                  <a:pt x="1655" y="463"/>
                </a:lnTo>
                <a:lnTo>
                  <a:pt x="1655" y="462"/>
                </a:lnTo>
                <a:lnTo>
                  <a:pt x="1654" y="461"/>
                </a:lnTo>
                <a:lnTo>
                  <a:pt x="1654" y="460"/>
                </a:lnTo>
                <a:lnTo>
                  <a:pt x="1654" y="459"/>
                </a:lnTo>
                <a:lnTo>
                  <a:pt x="1654" y="458"/>
                </a:lnTo>
                <a:lnTo>
                  <a:pt x="1653" y="458"/>
                </a:lnTo>
                <a:lnTo>
                  <a:pt x="1652" y="457"/>
                </a:lnTo>
                <a:lnTo>
                  <a:pt x="1652" y="456"/>
                </a:lnTo>
                <a:lnTo>
                  <a:pt x="1653" y="456"/>
                </a:lnTo>
                <a:lnTo>
                  <a:pt x="1654" y="456"/>
                </a:lnTo>
                <a:lnTo>
                  <a:pt x="1654" y="457"/>
                </a:lnTo>
                <a:lnTo>
                  <a:pt x="1655" y="457"/>
                </a:lnTo>
                <a:lnTo>
                  <a:pt x="1656" y="457"/>
                </a:lnTo>
                <a:lnTo>
                  <a:pt x="1657" y="457"/>
                </a:lnTo>
                <a:lnTo>
                  <a:pt x="1658" y="457"/>
                </a:lnTo>
                <a:lnTo>
                  <a:pt x="1659" y="456"/>
                </a:lnTo>
                <a:lnTo>
                  <a:pt x="1659" y="457"/>
                </a:lnTo>
                <a:lnTo>
                  <a:pt x="1660" y="457"/>
                </a:lnTo>
                <a:lnTo>
                  <a:pt x="1661" y="458"/>
                </a:lnTo>
                <a:lnTo>
                  <a:pt x="1662" y="458"/>
                </a:lnTo>
                <a:lnTo>
                  <a:pt x="1662" y="459"/>
                </a:lnTo>
                <a:lnTo>
                  <a:pt x="1663" y="459"/>
                </a:lnTo>
                <a:lnTo>
                  <a:pt x="1663" y="460"/>
                </a:lnTo>
                <a:lnTo>
                  <a:pt x="1664" y="460"/>
                </a:lnTo>
                <a:lnTo>
                  <a:pt x="1664" y="461"/>
                </a:lnTo>
                <a:lnTo>
                  <a:pt x="1665" y="462"/>
                </a:lnTo>
                <a:lnTo>
                  <a:pt x="1666" y="461"/>
                </a:lnTo>
                <a:lnTo>
                  <a:pt x="1665" y="461"/>
                </a:lnTo>
                <a:lnTo>
                  <a:pt x="1665" y="460"/>
                </a:lnTo>
                <a:lnTo>
                  <a:pt x="1665" y="459"/>
                </a:lnTo>
                <a:lnTo>
                  <a:pt x="1666" y="459"/>
                </a:lnTo>
                <a:lnTo>
                  <a:pt x="1667" y="459"/>
                </a:lnTo>
                <a:lnTo>
                  <a:pt x="1667" y="458"/>
                </a:lnTo>
                <a:lnTo>
                  <a:pt x="1667" y="457"/>
                </a:lnTo>
                <a:lnTo>
                  <a:pt x="1668" y="457"/>
                </a:lnTo>
                <a:lnTo>
                  <a:pt x="1668" y="458"/>
                </a:lnTo>
                <a:lnTo>
                  <a:pt x="1669" y="458"/>
                </a:lnTo>
                <a:lnTo>
                  <a:pt x="1670" y="459"/>
                </a:lnTo>
                <a:lnTo>
                  <a:pt x="1671" y="459"/>
                </a:lnTo>
                <a:lnTo>
                  <a:pt x="1672" y="460"/>
                </a:lnTo>
                <a:lnTo>
                  <a:pt x="1673" y="459"/>
                </a:lnTo>
                <a:lnTo>
                  <a:pt x="1674" y="458"/>
                </a:lnTo>
                <a:lnTo>
                  <a:pt x="1674" y="457"/>
                </a:lnTo>
                <a:lnTo>
                  <a:pt x="1674" y="456"/>
                </a:lnTo>
                <a:lnTo>
                  <a:pt x="1673" y="456"/>
                </a:lnTo>
                <a:lnTo>
                  <a:pt x="1672" y="456"/>
                </a:lnTo>
                <a:lnTo>
                  <a:pt x="1672" y="455"/>
                </a:lnTo>
                <a:lnTo>
                  <a:pt x="1671" y="455"/>
                </a:lnTo>
                <a:lnTo>
                  <a:pt x="1671" y="454"/>
                </a:lnTo>
                <a:lnTo>
                  <a:pt x="1672" y="453"/>
                </a:lnTo>
                <a:lnTo>
                  <a:pt x="1673" y="453"/>
                </a:lnTo>
                <a:lnTo>
                  <a:pt x="1673" y="452"/>
                </a:lnTo>
                <a:lnTo>
                  <a:pt x="1674" y="452"/>
                </a:lnTo>
                <a:lnTo>
                  <a:pt x="1675" y="452"/>
                </a:lnTo>
                <a:lnTo>
                  <a:pt x="1676" y="452"/>
                </a:lnTo>
                <a:lnTo>
                  <a:pt x="1677" y="452"/>
                </a:lnTo>
                <a:lnTo>
                  <a:pt x="1678" y="452"/>
                </a:lnTo>
                <a:lnTo>
                  <a:pt x="1679" y="452"/>
                </a:lnTo>
                <a:lnTo>
                  <a:pt x="1679" y="453"/>
                </a:lnTo>
                <a:lnTo>
                  <a:pt x="1680" y="453"/>
                </a:lnTo>
                <a:lnTo>
                  <a:pt x="1680" y="454"/>
                </a:lnTo>
                <a:lnTo>
                  <a:pt x="1681" y="454"/>
                </a:lnTo>
                <a:lnTo>
                  <a:pt x="1682" y="454"/>
                </a:lnTo>
                <a:lnTo>
                  <a:pt x="1683" y="454"/>
                </a:lnTo>
                <a:lnTo>
                  <a:pt x="1684" y="454"/>
                </a:lnTo>
                <a:lnTo>
                  <a:pt x="1685" y="454"/>
                </a:lnTo>
                <a:lnTo>
                  <a:pt x="1686" y="455"/>
                </a:lnTo>
                <a:lnTo>
                  <a:pt x="1687" y="455"/>
                </a:lnTo>
                <a:lnTo>
                  <a:pt x="1687" y="454"/>
                </a:lnTo>
                <a:lnTo>
                  <a:pt x="1688" y="454"/>
                </a:lnTo>
                <a:lnTo>
                  <a:pt x="1689" y="454"/>
                </a:lnTo>
                <a:lnTo>
                  <a:pt x="1690" y="454"/>
                </a:lnTo>
                <a:lnTo>
                  <a:pt x="1690" y="455"/>
                </a:lnTo>
                <a:lnTo>
                  <a:pt x="1690" y="454"/>
                </a:lnTo>
                <a:lnTo>
                  <a:pt x="1690" y="455"/>
                </a:lnTo>
                <a:lnTo>
                  <a:pt x="1691" y="455"/>
                </a:lnTo>
                <a:lnTo>
                  <a:pt x="1692" y="456"/>
                </a:lnTo>
                <a:lnTo>
                  <a:pt x="1693" y="456"/>
                </a:lnTo>
                <a:lnTo>
                  <a:pt x="1693" y="455"/>
                </a:lnTo>
                <a:lnTo>
                  <a:pt x="1693" y="454"/>
                </a:lnTo>
                <a:lnTo>
                  <a:pt x="1694" y="454"/>
                </a:lnTo>
                <a:lnTo>
                  <a:pt x="1694" y="453"/>
                </a:lnTo>
                <a:lnTo>
                  <a:pt x="1695" y="453"/>
                </a:lnTo>
                <a:lnTo>
                  <a:pt x="1696" y="453"/>
                </a:lnTo>
                <a:lnTo>
                  <a:pt x="1696" y="454"/>
                </a:lnTo>
                <a:lnTo>
                  <a:pt x="1697" y="454"/>
                </a:lnTo>
                <a:lnTo>
                  <a:pt x="1698" y="454"/>
                </a:lnTo>
                <a:lnTo>
                  <a:pt x="1699" y="454"/>
                </a:lnTo>
                <a:lnTo>
                  <a:pt x="1699" y="453"/>
                </a:lnTo>
                <a:lnTo>
                  <a:pt x="1699" y="452"/>
                </a:lnTo>
                <a:lnTo>
                  <a:pt x="1698" y="452"/>
                </a:lnTo>
                <a:lnTo>
                  <a:pt x="1698" y="451"/>
                </a:lnTo>
                <a:lnTo>
                  <a:pt x="1697" y="451"/>
                </a:lnTo>
                <a:lnTo>
                  <a:pt x="1696" y="450"/>
                </a:lnTo>
                <a:lnTo>
                  <a:pt x="1695" y="449"/>
                </a:lnTo>
                <a:lnTo>
                  <a:pt x="1696" y="449"/>
                </a:lnTo>
                <a:lnTo>
                  <a:pt x="1697" y="448"/>
                </a:lnTo>
                <a:lnTo>
                  <a:pt x="1698" y="448"/>
                </a:lnTo>
                <a:lnTo>
                  <a:pt x="1698" y="449"/>
                </a:lnTo>
                <a:lnTo>
                  <a:pt x="1699" y="449"/>
                </a:lnTo>
                <a:lnTo>
                  <a:pt x="1699" y="450"/>
                </a:lnTo>
                <a:lnTo>
                  <a:pt x="1700" y="451"/>
                </a:lnTo>
                <a:lnTo>
                  <a:pt x="1701" y="451"/>
                </a:lnTo>
                <a:lnTo>
                  <a:pt x="1702" y="451"/>
                </a:lnTo>
                <a:lnTo>
                  <a:pt x="1703" y="451"/>
                </a:lnTo>
                <a:lnTo>
                  <a:pt x="1704" y="451"/>
                </a:lnTo>
                <a:lnTo>
                  <a:pt x="1705" y="451"/>
                </a:lnTo>
                <a:lnTo>
                  <a:pt x="1704" y="450"/>
                </a:lnTo>
                <a:lnTo>
                  <a:pt x="1704" y="449"/>
                </a:lnTo>
                <a:lnTo>
                  <a:pt x="1704" y="448"/>
                </a:lnTo>
                <a:lnTo>
                  <a:pt x="1704" y="447"/>
                </a:lnTo>
                <a:lnTo>
                  <a:pt x="1705" y="446"/>
                </a:lnTo>
                <a:lnTo>
                  <a:pt x="1706" y="445"/>
                </a:lnTo>
                <a:lnTo>
                  <a:pt x="1704" y="445"/>
                </a:lnTo>
                <a:lnTo>
                  <a:pt x="1703" y="445"/>
                </a:lnTo>
                <a:lnTo>
                  <a:pt x="1702" y="445"/>
                </a:lnTo>
                <a:lnTo>
                  <a:pt x="1702" y="444"/>
                </a:lnTo>
                <a:lnTo>
                  <a:pt x="1702" y="443"/>
                </a:lnTo>
                <a:lnTo>
                  <a:pt x="1702" y="442"/>
                </a:lnTo>
                <a:lnTo>
                  <a:pt x="1701" y="441"/>
                </a:lnTo>
                <a:lnTo>
                  <a:pt x="1701" y="440"/>
                </a:lnTo>
                <a:lnTo>
                  <a:pt x="1701" y="439"/>
                </a:lnTo>
                <a:lnTo>
                  <a:pt x="1702" y="438"/>
                </a:lnTo>
                <a:lnTo>
                  <a:pt x="1702" y="437"/>
                </a:lnTo>
                <a:lnTo>
                  <a:pt x="1702" y="436"/>
                </a:lnTo>
                <a:lnTo>
                  <a:pt x="1702" y="435"/>
                </a:lnTo>
                <a:lnTo>
                  <a:pt x="1703" y="435"/>
                </a:lnTo>
                <a:lnTo>
                  <a:pt x="1703" y="433"/>
                </a:lnTo>
                <a:lnTo>
                  <a:pt x="1703" y="432"/>
                </a:lnTo>
                <a:lnTo>
                  <a:pt x="1703" y="431"/>
                </a:lnTo>
                <a:lnTo>
                  <a:pt x="1703" y="430"/>
                </a:lnTo>
                <a:lnTo>
                  <a:pt x="1704" y="429"/>
                </a:lnTo>
                <a:lnTo>
                  <a:pt x="1704" y="428"/>
                </a:lnTo>
                <a:lnTo>
                  <a:pt x="1705" y="428"/>
                </a:lnTo>
                <a:lnTo>
                  <a:pt x="1706" y="428"/>
                </a:lnTo>
                <a:lnTo>
                  <a:pt x="1707" y="428"/>
                </a:lnTo>
                <a:lnTo>
                  <a:pt x="1708" y="428"/>
                </a:lnTo>
                <a:lnTo>
                  <a:pt x="1708" y="429"/>
                </a:lnTo>
                <a:lnTo>
                  <a:pt x="1708" y="430"/>
                </a:lnTo>
                <a:lnTo>
                  <a:pt x="1709" y="430"/>
                </a:lnTo>
                <a:lnTo>
                  <a:pt x="1710" y="430"/>
                </a:lnTo>
                <a:lnTo>
                  <a:pt x="1710" y="431"/>
                </a:lnTo>
                <a:lnTo>
                  <a:pt x="1711" y="431"/>
                </a:lnTo>
                <a:lnTo>
                  <a:pt x="1711" y="430"/>
                </a:lnTo>
                <a:lnTo>
                  <a:pt x="1712" y="430"/>
                </a:lnTo>
                <a:lnTo>
                  <a:pt x="1713" y="429"/>
                </a:lnTo>
                <a:lnTo>
                  <a:pt x="1714" y="428"/>
                </a:lnTo>
                <a:lnTo>
                  <a:pt x="1714" y="429"/>
                </a:lnTo>
                <a:lnTo>
                  <a:pt x="1715" y="428"/>
                </a:lnTo>
                <a:lnTo>
                  <a:pt x="1715" y="427"/>
                </a:lnTo>
                <a:lnTo>
                  <a:pt x="1715" y="426"/>
                </a:lnTo>
                <a:lnTo>
                  <a:pt x="1716" y="426"/>
                </a:lnTo>
                <a:lnTo>
                  <a:pt x="1716" y="425"/>
                </a:lnTo>
                <a:lnTo>
                  <a:pt x="1715" y="425"/>
                </a:lnTo>
                <a:lnTo>
                  <a:pt x="1714" y="425"/>
                </a:lnTo>
                <a:lnTo>
                  <a:pt x="1714" y="424"/>
                </a:lnTo>
                <a:lnTo>
                  <a:pt x="1715" y="424"/>
                </a:lnTo>
                <a:lnTo>
                  <a:pt x="1714" y="423"/>
                </a:lnTo>
                <a:lnTo>
                  <a:pt x="1715" y="423"/>
                </a:lnTo>
                <a:lnTo>
                  <a:pt x="1715" y="422"/>
                </a:lnTo>
                <a:lnTo>
                  <a:pt x="1715" y="421"/>
                </a:lnTo>
                <a:lnTo>
                  <a:pt x="1714" y="421"/>
                </a:lnTo>
                <a:lnTo>
                  <a:pt x="1714" y="420"/>
                </a:lnTo>
                <a:lnTo>
                  <a:pt x="1714" y="419"/>
                </a:lnTo>
                <a:lnTo>
                  <a:pt x="1714" y="418"/>
                </a:lnTo>
                <a:lnTo>
                  <a:pt x="1713" y="418"/>
                </a:lnTo>
                <a:lnTo>
                  <a:pt x="1713" y="417"/>
                </a:lnTo>
                <a:lnTo>
                  <a:pt x="1712" y="416"/>
                </a:lnTo>
                <a:lnTo>
                  <a:pt x="1713" y="416"/>
                </a:lnTo>
                <a:lnTo>
                  <a:pt x="1712" y="415"/>
                </a:lnTo>
                <a:lnTo>
                  <a:pt x="1711" y="415"/>
                </a:lnTo>
                <a:lnTo>
                  <a:pt x="1711" y="414"/>
                </a:lnTo>
                <a:lnTo>
                  <a:pt x="1710" y="414"/>
                </a:lnTo>
                <a:lnTo>
                  <a:pt x="1709" y="414"/>
                </a:lnTo>
                <a:lnTo>
                  <a:pt x="1708" y="414"/>
                </a:lnTo>
                <a:lnTo>
                  <a:pt x="1708" y="413"/>
                </a:lnTo>
                <a:lnTo>
                  <a:pt x="1709" y="412"/>
                </a:lnTo>
                <a:lnTo>
                  <a:pt x="1709" y="411"/>
                </a:lnTo>
                <a:lnTo>
                  <a:pt x="1710" y="410"/>
                </a:lnTo>
                <a:lnTo>
                  <a:pt x="1711" y="409"/>
                </a:lnTo>
                <a:lnTo>
                  <a:pt x="1711" y="408"/>
                </a:lnTo>
                <a:lnTo>
                  <a:pt x="1712" y="408"/>
                </a:lnTo>
                <a:lnTo>
                  <a:pt x="1712" y="407"/>
                </a:lnTo>
                <a:lnTo>
                  <a:pt x="1711" y="407"/>
                </a:lnTo>
                <a:lnTo>
                  <a:pt x="1711" y="406"/>
                </a:lnTo>
                <a:lnTo>
                  <a:pt x="1710" y="406"/>
                </a:lnTo>
                <a:lnTo>
                  <a:pt x="1709" y="406"/>
                </a:lnTo>
                <a:lnTo>
                  <a:pt x="1708" y="406"/>
                </a:lnTo>
                <a:lnTo>
                  <a:pt x="1707" y="406"/>
                </a:lnTo>
                <a:lnTo>
                  <a:pt x="1707" y="405"/>
                </a:lnTo>
                <a:lnTo>
                  <a:pt x="1707" y="404"/>
                </a:lnTo>
                <a:lnTo>
                  <a:pt x="1708" y="402"/>
                </a:lnTo>
                <a:lnTo>
                  <a:pt x="1708" y="401"/>
                </a:lnTo>
                <a:lnTo>
                  <a:pt x="1709" y="401"/>
                </a:lnTo>
                <a:lnTo>
                  <a:pt x="1710" y="401"/>
                </a:lnTo>
                <a:lnTo>
                  <a:pt x="1710" y="402"/>
                </a:lnTo>
                <a:lnTo>
                  <a:pt x="1711" y="403"/>
                </a:lnTo>
                <a:lnTo>
                  <a:pt x="1712" y="402"/>
                </a:lnTo>
                <a:lnTo>
                  <a:pt x="1713" y="402"/>
                </a:lnTo>
                <a:lnTo>
                  <a:pt x="1714" y="401"/>
                </a:lnTo>
                <a:lnTo>
                  <a:pt x="1714" y="400"/>
                </a:lnTo>
                <a:lnTo>
                  <a:pt x="1715" y="400"/>
                </a:lnTo>
                <a:lnTo>
                  <a:pt x="1716" y="399"/>
                </a:lnTo>
                <a:lnTo>
                  <a:pt x="1717" y="399"/>
                </a:lnTo>
                <a:lnTo>
                  <a:pt x="1718" y="399"/>
                </a:lnTo>
                <a:lnTo>
                  <a:pt x="1718" y="400"/>
                </a:lnTo>
                <a:lnTo>
                  <a:pt x="1719" y="400"/>
                </a:lnTo>
                <a:lnTo>
                  <a:pt x="1719" y="401"/>
                </a:lnTo>
                <a:lnTo>
                  <a:pt x="1719" y="402"/>
                </a:lnTo>
                <a:lnTo>
                  <a:pt x="1720" y="402"/>
                </a:lnTo>
                <a:lnTo>
                  <a:pt x="1720" y="403"/>
                </a:lnTo>
                <a:lnTo>
                  <a:pt x="1721" y="403"/>
                </a:lnTo>
                <a:lnTo>
                  <a:pt x="1722" y="404"/>
                </a:lnTo>
                <a:lnTo>
                  <a:pt x="1723" y="404"/>
                </a:lnTo>
                <a:lnTo>
                  <a:pt x="1724" y="404"/>
                </a:lnTo>
                <a:lnTo>
                  <a:pt x="1723" y="404"/>
                </a:lnTo>
                <a:lnTo>
                  <a:pt x="1724" y="404"/>
                </a:lnTo>
                <a:lnTo>
                  <a:pt x="1724" y="405"/>
                </a:lnTo>
                <a:lnTo>
                  <a:pt x="1725" y="405"/>
                </a:lnTo>
                <a:lnTo>
                  <a:pt x="1726" y="404"/>
                </a:lnTo>
                <a:lnTo>
                  <a:pt x="1727" y="404"/>
                </a:lnTo>
                <a:lnTo>
                  <a:pt x="1728" y="404"/>
                </a:lnTo>
                <a:lnTo>
                  <a:pt x="1729" y="405"/>
                </a:lnTo>
                <a:lnTo>
                  <a:pt x="1730" y="405"/>
                </a:lnTo>
                <a:lnTo>
                  <a:pt x="1731" y="404"/>
                </a:lnTo>
                <a:lnTo>
                  <a:pt x="1731" y="405"/>
                </a:lnTo>
                <a:lnTo>
                  <a:pt x="1732" y="405"/>
                </a:lnTo>
                <a:lnTo>
                  <a:pt x="1733" y="405"/>
                </a:lnTo>
                <a:lnTo>
                  <a:pt x="1733" y="406"/>
                </a:lnTo>
                <a:lnTo>
                  <a:pt x="1733" y="405"/>
                </a:lnTo>
                <a:lnTo>
                  <a:pt x="1734" y="405"/>
                </a:lnTo>
                <a:lnTo>
                  <a:pt x="1735" y="405"/>
                </a:lnTo>
                <a:lnTo>
                  <a:pt x="1736" y="405"/>
                </a:lnTo>
                <a:lnTo>
                  <a:pt x="1737" y="406"/>
                </a:lnTo>
                <a:lnTo>
                  <a:pt x="1738" y="406"/>
                </a:lnTo>
                <a:lnTo>
                  <a:pt x="1739" y="405"/>
                </a:lnTo>
                <a:lnTo>
                  <a:pt x="1739" y="404"/>
                </a:lnTo>
                <a:lnTo>
                  <a:pt x="1739" y="405"/>
                </a:lnTo>
                <a:lnTo>
                  <a:pt x="1740" y="405"/>
                </a:lnTo>
                <a:lnTo>
                  <a:pt x="1741" y="405"/>
                </a:lnTo>
                <a:lnTo>
                  <a:pt x="1742" y="405"/>
                </a:lnTo>
                <a:lnTo>
                  <a:pt x="1743" y="405"/>
                </a:lnTo>
                <a:lnTo>
                  <a:pt x="1744" y="405"/>
                </a:lnTo>
                <a:lnTo>
                  <a:pt x="1745" y="404"/>
                </a:lnTo>
                <a:lnTo>
                  <a:pt x="1746" y="404"/>
                </a:lnTo>
                <a:lnTo>
                  <a:pt x="1746" y="405"/>
                </a:lnTo>
                <a:lnTo>
                  <a:pt x="1746" y="406"/>
                </a:lnTo>
                <a:lnTo>
                  <a:pt x="1747" y="406"/>
                </a:lnTo>
                <a:lnTo>
                  <a:pt x="1748" y="406"/>
                </a:lnTo>
                <a:lnTo>
                  <a:pt x="1748" y="405"/>
                </a:lnTo>
                <a:lnTo>
                  <a:pt x="1748" y="406"/>
                </a:lnTo>
                <a:lnTo>
                  <a:pt x="1749" y="405"/>
                </a:lnTo>
                <a:lnTo>
                  <a:pt x="1749" y="406"/>
                </a:lnTo>
                <a:lnTo>
                  <a:pt x="1749" y="407"/>
                </a:lnTo>
                <a:lnTo>
                  <a:pt x="1750" y="407"/>
                </a:lnTo>
                <a:lnTo>
                  <a:pt x="1750" y="408"/>
                </a:lnTo>
                <a:lnTo>
                  <a:pt x="1751" y="407"/>
                </a:lnTo>
                <a:lnTo>
                  <a:pt x="1752" y="407"/>
                </a:lnTo>
                <a:lnTo>
                  <a:pt x="1753" y="407"/>
                </a:lnTo>
                <a:lnTo>
                  <a:pt x="1754" y="408"/>
                </a:lnTo>
                <a:lnTo>
                  <a:pt x="1755" y="408"/>
                </a:lnTo>
                <a:lnTo>
                  <a:pt x="1756" y="408"/>
                </a:lnTo>
                <a:lnTo>
                  <a:pt x="1756" y="409"/>
                </a:lnTo>
                <a:lnTo>
                  <a:pt x="1757" y="409"/>
                </a:lnTo>
                <a:lnTo>
                  <a:pt x="1758" y="409"/>
                </a:lnTo>
                <a:lnTo>
                  <a:pt x="1759" y="408"/>
                </a:lnTo>
                <a:lnTo>
                  <a:pt x="1759" y="409"/>
                </a:lnTo>
                <a:lnTo>
                  <a:pt x="1760" y="409"/>
                </a:lnTo>
                <a:lnTo>
                  <a:pt x="1761" y="409"/>
                </a:lnTo>
                <a:lnTo>
                  <a:pt x="1762" y="409"/>
                </a:lnTo>
                <a:lnTo>
                  <a:pt x="1762" y="410"/>
                </a:lnTo>
                <a:lnTo>
                  <a:pt x="1763" y="410"/>
                </a:lnTo>
                <a:lnTo>
                  <a:pt x="1763" y="411"/>
                </a:lnTo>
                <a:lnTo>
                  <a:pt x="1764" y="411"/>
                </a:lnTo>
                <a:lnTo>
                  <a:pt x="1764" y="410"/>
                </a:lnTo>
                <a:lnTo>
                  <a:pt x="1765" y="410"/>
                </a:lnTo>
                <a:lnTo>
                  <a:pt x="1765" y="411"/>
                </a:lnTo>
                <a:lnTo>
                  <a:pt x="1766" y="411"/>
                </a:lnTo>
                <a:lnTo>
                  <a:pt x="1767" y="411"/>
                </a:lnTo>
                <a:lnTo>
                  <a:pt x="1767" y="412"/>
                </a:lnTo>
                <a:lnTo>
                  <a:pt x="1768" y="412"/>
                </a:lnTo>
                <a:lnTo>
                  <a:pt x="1768" y="413"/>
                </a:lnTo>
                <a:lnTo>
                  <a:pt x="1769" y="413"/>
                </a:lnTo>
                <a:lnTo>
                  <a:pt x="1769" y="412"/>
                </a:lnTo>
                <a:lnTo>
                  <a:pt x="1770" y="412"/>
                </a:lnTo>
                <a:lnTo>
                  <a:pt x="1770" y="413"/>
                </a:lnTo>
                <a:lnTo>
                  <a:pt x="1770" y="414"/>
                </a:lnTo>
                <a:lnTo>
                  <a:pt x="1771" y="415"/>
                </a:lnTo>
                <a:lnTo>
                  <a:pt x="1772" y="415"/>
                </a:lnTo>
                <a:lnTo>
                  <a:pt x="1773" y="416"/>
                </a:lnTo>
                <a:lnTo>
                  <a:pt x="1774" y="416"/>
                </a:lnTo>
                <a:lnTo>
                  <a:pt x="1774" y="417"/>
                </a:lnTo>
                <a:lnTo>
                  <a:pt x="1775" y="418"/>
                </a:lnTo>
                <a:lnTo>
                  <a:pt x="1776" y="418"/>
                </a:lnTo>
                <a:lnTo>
                  <a:pt x="1776" y="417"/>
                </a:lnTo>
                <a:lnTo>
                  <a:pt x="1776" y="418"/>
                </a:lnTo>
                <a:lnTo>
                  <a:pt x="1777" y="418"/>
                </a:lnTo>
                <a:lnTo>
                  <a:pt x="1777" y="419"/>
                </a:lnTo>
                <a:lnTo>
                  <a:pt x="1778" y="418"/>
                </a:lnTo>
                <a:lnTo>
                  <a:pt x="1779" y="418"/>
                </a:lnTo>
                <a:lnTo>
                  <a:pt x="1779" y="419"/>
                </a:lnTo>
                <a:lnTo>
                  <a:pt x="1780" y="419"/>
                </a:lnTo>
                <a:lnTo>
                  <a:pt x="1780" y="420"/>
                </a:lnTo>
                <a:lnTo>
                  <a:pt x="1781" y="420"/>
                </a:lnTo>
                <a:lnTo>
                  <a:pt x="1782" y="420"/>
                </a:lnTo>
                <a:lnTo>
                  <a:pt x="1783" y="421"/>
                </a:lnTo>
                <a:lnTo>
                  <a:pt x="1784" y="421"/>
                </a:lnTo>
                <a:lnTo>
                  <a:pt x="1784" y="422"/>
                </a:lnTo>
                <a:lnTo>
                  <a:pt x="1785" y="422"/>
                </a:lnTo>
                <a:lnTo>
                  <a:pt x="1785" y="423"/>
                </a:lnTo>
                <a:lnTo>
                  <a:pt x="1786" y="423"/>
                </a:lnTo>
                <a:lnTo>
                  <a:pt x="1787" y="423"/>
                </a:lnTo>
                <a:lnTo>
                  <a:pt x="1787" y="424"/>
                </a:lnTo>
                <a:lnTo>
                  <a:pt x="1787" y="425"/>
                </a:lnTo>
                <a:lnTo>
                  <a:pt x="1786" y="425"/>
                </a:lnTo>
                <a:lnTo>
                  <a:pt x="1786" y="426"/>
                </a:lnTo>
                <a:lnTo>
                  <a:pt x="1787" y="430"/>
                </a:lnTo>
                <a:lnTo>
                  <a:pt x="1788" y="431"/>
                </a:lnTo>
                <a:lnTo>
                  <a:pt x="1788" y="432"/>
                </a:lnTo>
                <a:lnTo>
                  <a:pt x="1787" y="432"/>
                </a:lnTo>
                <a:lnTo>
                  <a:pt x="1787" y="433"/>
                </a:lnTo>
                <a:lnTo>
                  <a:pt x="1788" y="433"/>
                </a:lnTo>
                <a:lnTo>
                  <a:pt x="1787" y="434"/>
                </a:lnTo>
                <a:lnTo>
                  <a:pt x="1787" y="435"/>
                </a:lnTo>
                <a:lnTo>
                  <a:pt x="1788" y="435"/>
                </a:lnTo>
                <a:lnTo>
                  <a:pt x="1789" y="435"/>
                </a:lnTo>
                <a:lnTo>
                  <a:pt x="1790" y="436"/>
                </a:lnTo>
                <a:lnTo>
                  <a:pt x="1790" y="437"/>
                </a:lnTo>
                <a:lnTo>
                  <a:pt x="1791" y="437"/>
                </a:lnTo>
                <a:lnTo>
                  <a:pt x="1792" y="439"/>
                </a:lnTo>
                <a:lnTo>
                  <a:pt x="1792" y="440"/>
                </a:lnTo>
                <a:lnTo>
                  <a:pt x="1793" y="441"/>
                </a:lnTo>
                <a:lnTo>
                  <a:pt x="1793" y="442"/>
                </a:lnTo>
                <a:lnTo>
                  <a:pt x="1794" y="443"/>
                </a:lnTo>
                <a:lnTo>
                  <a:pt x="1794" y="444"/>
                </a:lnTo>
                <a:lnTo>
                  <a:pt x="1794" y="445"/>
                </a:lnTo>
                <a:lnTo>
                  <a:pt x="1795" y="446"/>
                </a:lnTo>
                <a:lnTo>
                  <a:pt x="1796" y="446"/>
                </a:lnTo>
                <a:lnTo>
                  <a:pt x="1795" y="447"/>
                </a:lnTo>
                <a:lnTo>
                  <a:pt x="1796" y="447"/>
                </a:lnTo>
                <a:lnTo>
                  <a:pt x="1797" y="447"/>
                </a:lnTo>
                <a:lnTo>
                  <a:pt x="1797" y="448"/>
                </a:lnTo>
                <a:lnTo>
                  <a:pt x="1798" y="449"/>
                </a:lnTo>
                <a:lnTo>
                  <a:pt x="1799" y="449"/>
                </a:lnTo>
                <a:lnTo>
                  <a:pt x="1798" y="449"/>
                </a:lnTo>
                <a:lnTo>
                  <a:pt x="1799" y="450"/>
                </a:lnTo>
                <a:lnTo>
                  <a:pt x="1800" y="450"/>
                </a:lnTo>
                <a:lnTo>
                  <a:pt x="1800" y="451"/>
                </a:lnTo>
                <a:lnTo>
                  <a:pt x="1801" y="451"/>
                </a:lnTo>
                <a:lnTo>
                  <a:pt x="1803" y="453"/>
                </a:lnTo>
                <a:lnTo>
                  <a:pt x="1804" y="454"/>
                </a:lnTo>
                <a:lnTo>
                  <a:pt x="1804" y="455"/>
                </a:lnTo>
                <a:lnTo>
                  <a:pt x="1804" y="456"/>
                </a:lnTo>
                <a:lnTo>
                  <a:pt x="1805" y="456"/>
                </a:lnTo>
                <a:lnTo>
                  <a:pt x="1805" y="457"/>
                </a:lnTo>
                <a:lnTo>
                  <a:pt x="1806" y="457"/>
                </a:lnTo>
                <a:lnTo>
                  <a:pt x="1807" y="458"/>
                </a:lnTo>
                <a:lnTo>
                  <a:pt x="1807" y="459"/>
                </a:lnTo>
                <a:lnTo>
                  <a:pt x="1806" y="459"/>
                </a:lnTo>
                <a:lnTo>
                  <a:pt x="1806" y="460"/>
                </a:lnTo>
                <a:lnTo>
                  <a:pt x="1806" y="461"/>
                </a:lnTo>
                <a:lnTo>
                  <a:pt x="1807" y="463"/>
                </a:lnTo>
                <a:lnTo>
                  <a:pt x="1806" y="463"/>
                </a:lnTo>
                <a:lnTo>
                  <a:pt x="1806" y="464"/>
                </a:lnTo>
                <a:lnTo>
                  <a:pt x="1805" y="465"/>
                </a:lnTo>
                <a:lnTo>
                  <a:pt x="1806" y="465"/>
                </a:lnTo>
                <a:lnTo>
                  <a:pt x="1807" y="465"/>
                </a:lnTo>
                <a:lnTo>
                  <a:pt x="1806" y="466"/>
                </a:lnTo>
                <a:lnTo>
                  <a:pt x="1806" y="467"/>
                </a:lnTo>
                <a:lnTo>
                  <a:pt x="1805" y="467"/>
                </a:lnTo>
                <a:lnTo>
                  <a:pt x="1804" y="468"/>
                </a:lnTo>
                <a:lnTo>
                  <a:pt x="1803" y="469"/>
                </a:lnTo>
                <a:lnTo>
                  <a:pt x="1804" y="470"/>
                </a:lnTo>
                <a:lnTo>
                  <a:pt x="1804" y="471"/>
                </a:lnTo>
                <a:lnTo>
                  <a:pt x="1804" y="472"/>
                </a:lnTo>
                <a:lnTo>
                  <a:pt x="1805" y="472"/>
                </a:lnTo>
                <a:lnTo>
                  <a:pt x="1805" y="473"/>
                </a:lnTo>
                <a:lnTo>
                  <a:pt x="1806" y="473"/>
                </a:lnTo>
                <a:lnTo>
                  <a:pt x="1806" y="474"/>
                </a:lnTo>
                <a:lnTo>
                  <a:pt x="1805" y="474"/>
                </a:lnTo>
                <a:lnTo>
                  <a:pt x="1805" y="475"/>
                </a:lnTo>
                <a:lnTo>
                  <a:pt x="1805" y="476"/>
                </a:lnTo>
                <a:lnTo>
                  <a:pt x="1806" y="476"/>
                </a:lnTo>
                <a:lnTo>
                  <a:pt x="1807" y="476"/>
                </a:lnTo>
                <a:lnTo>
                  <a:pt x="1807" y="477"/>
                </a:lnTo>
                <a:lnTo>
                  <a:pt x="1807" y="478"/>
                </a:lnTo>
                <a:lnTo>
                  <a:pt x="1808" y="478"/>
                </a:lnTo>
                <a:lnTo>
                  <a:pt x="1808" y="479"/>
                </a:lnTo>
                <a:lnTo>
                  <a:pt x="1809" y="479"/>
                </a:lnTo>
                <a:lnTo>
                  <a:pt x="1809" y="480"/>
                </a:lnTo>
                <a:lnTo>
                  <a:pt x="1808" y="480"/>
                </a:lnTo>
                <a:lnTo>
                  <a:pt x="1809" y="481"/>
                </a:lnTo>
                <a:lnTo>
                  <a:pt x="1810" y="481"/>
                </a:lnTo>
                <a:lnTo>
                  <a:pt x="1812" y="482"/>
                </a:lnTo>
                <a:lnTo>
                  <a:pt x="1813" y="483"/>
                </a:lnTo>
                <a:lnTo>
                  <a:pt x="1814" y="485"/>
                </a:lnTo>
                <a:lnTo>
                  <a:pt x="1814" y="487"/>
                </a:lnTo>
                <a:lnTo>
                  <a:pt x="1815" y="488"/>
                </a:lnTo>
                <a:lnTo>
                  <a:pt x="1816" y="488"/>
                </a:lnTo>
                <a:lnTo>
                  <a:pt x="1816" y="487"/>
                </a:lnTo>
                <a:lnTo>
                  <a:pt x="1817" y="488"/>
                </a:lnTo>
                <a:lnTo>
                  <a:pt x="1816" y="489"/>
                </a:lnTo>
                <a:lnTo>
                  <a:pt x="1817" y="490"/>
                </a:lnTo>
                <a:lnTo>
                  <a:pt x="1818" y="490"/>
                </a:lnTo>
                <a:lnTo>
                  <a:pt x="1818" y="491"/>
                </a:lnTo>
                <a:lnTo>
                  <a:pt x="1817" y="491"/>
                </a:lnTo>
                <a:lnTo>
                  <a:pt x="1818" y="492"/>
                </a:lnTo>
                <a:lnTo>
                  <a:pt x="1817" y="492"/>
                </a:lnTo>
                <a:lnTo>
                  <a:pt x="1817" y="493"/>
                </a:lnTo>
                <a:lnTo>
                  <a:pt x="1817" y="494"/>
                </a:lnTo>
                <a:lnTo>
                  <a:pt x="1818" y="495"/>
                </a:lnTo>
                <a:lnTo>
                  <a:pt x="1819" y="496"/>
                </a:lnTo>
                <a:lnTo>
                  <a:pt x="1820" y="496"/>
                </a:lnTo>
                <a:lnTo>
                  <a:pt x="1820" y="497"/>
                </a:lnTo>
                <a:lnTo>
                  <a:pt x="1821" y="497"/>
                </a:lnTo>
                <a:lnTo>
                  <a:pt x="1821" y="498"/>
                </a:lnTo>
                <a:lnTo>
                  <a:pt x="1822" y="499"/>
                </a:lnTo>
                <a:lnTo>
                  <a:pt x="1823" y="500"/>
                </a:lnTo>
                <a:lnTo>
                  <a:pt x="1824" y="501"/>
                </a:lnTo>
                <a:lnTo>
                  <a:pt x="1824" y="500"/>
                </a:lnTo>
                <a:lnTo>
                  <a:pt x="1825" y="501"/>
                </a:lnTo>
                <a:lnTo>
                  <a:pt x="1826" y="502"/>
                </a:lnTo>
                <a:lnTo>
                  <a:pt x="1827" y="503"/>
                </a:lnTo>
                <a:lnTo>
                  <a:pt x="1829" y="505"/>
                </a:lnTo>
                <a:lnTo>
                  <a:pt x="1830" y="506"/>
                </a:lnTo>
                <a:lnTo>
                  <a:pt x="1830" y="507"/>
                </a:lnTo>
                <a:lnTo>
                  <a:pt x="1831" y="507"/>
                </a:lnTo>
                <a:lnTo>
                  <a:pt x="1831" y="508"/>
                </a:lnTo>
                <a:lnTo>
                  <a:pt x="1834" y="511"/>
                </a:lnTo>
                <a:lnTo>
                  <a:pt x="1835" y="511"/>
                </a:lnTo>
                <a:lnTo>
                  <a:pt x="1836" y="511"/>
                </a:lnTo>
                <a:lnTo>
                  <a:pt x="1838" y="512"/>
                </a:lnTo>
                <a:lnTo>
                  <a:pt x="1839" y="513"/>
                </a:lnTo>
                <a:lnTo>
                  <a:pt x="1839" y="514"/>
                </a:lnTo>
                <a:lnTo>
                  <a:pt x="1841" y="515"/>
                </a:lnTo>
                <a:lnTo>
                  <a:pt x="1842" y="516"/>
                </a:lnTo>
                <a:lnTo>
                  <a:pt x="1843" y="516"/>
                </a:lnTo>
                <a:lnTo>
                  <a:pt x="1843" y="517"/>
                </a:lnTo>
                <a:lnTo>
                  <a:pt x="1844" y="518"/>
                </a:lnTo>
                <a:lnTo>
                  <a:pt x="1843" y="518"/>
                </a:lnTo>
                <a:lnTo>
                  <a:pt x="1843" y="519"/>
                </a:lnTo>
                <a:lnTo>
                  <a:pt x="1844" y="519"/>
                </a:lnTo>
                <a:lnTo>
                  <a:pt x="1845" y="519"/>
                </a:lnTo>
                <a:lnTo>
                  <a:pt x="1845" y="520"/>
                </a:lnTo>
                <a:lnTo>
                  <a:pt x="1846" y="520"/>
                </a:lnTo>
                <a:lnTo>
                  <a:pt x="1846" y="521"/>
                </a:lnTo>
                <a:lnTo>
                  <a:pt x="1847" y="522"/>
                </a:lnTo>
                <a:lnTo>
                  <a:pt x="1847" y="523"/>
                </a:lnTo>
                <a:lnTo>
                  <a:pt x="1846" y="524"/>
                </a:lnTo>
                <a:lnTo>
                  <a:pt x="1845" y="525"/>
                </a:lnTo>
                <a:lnTo>
                  <a:pt x="1845" y="526"/>
                </a:lnTo>
                <a:lnTo>
                  <a:pt x="1844" y="526"/>
                </a:lnTo>
                <a:lnTo>
                  <a:pt x="1843" y="526"/>
                </a:lnTo>
                <a:lnTo>
                  <a:pt x="1843" y="527"/>
                </a:lnTo>
                <a:lnTo>
                  <a:pt x="1842" y="528"/>
                </a:lnTo>
                <a:lnTo>
                  <a:pt x="1841" y="528"/>
                </a:lnTo>
                <a:lnTo>
                  <a:pt x="1841" y="529"/>
                </a:lnTo>
                <a:lnTo>
                  <a:pt x="1840" y="530"/>
                </a:lnTo>
                <a:lnTo>
                  <a:pt x="1840" y="531"/>
                </a:lnTo>
                <a:lnTo>
                  <a:pt x="1840" y="532"/>
                </a:lnTo>
                <a:lnTo>
                  <a:pt x="1840" y="533"/>
                </a:lnTo>
                <a:lnTo>
                  <a:pt x="1839" y="534"/>
                </a:lnTo>
                <a:lnTo>
                  <a:pt x="1838" y="534"/>
                </a:lnTo>
                <a:lnTo>
                  <a:pt x="1838" y="535"/>
                </a:lnTo>
                <a:lnTo>
                  <a:pt x="1837" y="535"/>
                </a:lnTo>
                <a:lnTo>
                  <a:pt x="1836" y="534"/>
                </a:lnTo>
                <a:lnTo>
                  <a:pt x="1835" y="534"/>
                </a:lnTo>
                <a:lnTo>
                  <a:pt x="1834" y="534"/>
                </a:lnTo>
                <a:lnTo>
                  <a:pt x="1834" y="533"/>
                </a:lnTo>
                <a:lnTo>
                  <a:pt x="1834" y="532"/>
                </a:lnTo>
                <a:lnTo>
                  <a:pt x="1833" y="531"/>
                </a:lnTo>
                <a:lnTo>
                  <a:pt x="1832" y="530"/>
                </a:lnTo>
                <a:lnTo>
                  <a:pt x="1831" y="529"/>
                </a:lnTo>
                <a:lnTo>
                  <a:pt x="1831" y="528"/>
                </a:lnTo>
                <a:lnTo>
                  <a:pt x="1830" y="527"/>
                </a:lnTo>
                <a:lnTo>
                  <a:pt x="1829" y="527"/>
                </a:lnTo>
                <a:lnTo>
                  <a:pt x="1827" y="526"/>
                </a:lnTo>
                <a:lnTo>
                  <a:pt x="1826" y="526"/>
                </a:lnTo>
                <a:lnTo>
                  <a:pt x="1825" y="526"/>
                </a:lnTo>
                <a:lnTo>
                  <a:pt x="1825" y="527"/>
                </a:lnTo>
                <a:lnTo>
                  <a:pt x="1824" y="527"/>
                </a:lnTo>
                <a:lnTo>
                  <a:pt x="1824" y="528"/>
                </a:lnTo>
                <a:lnTo>
                  <a:pt x="1823" y="529"/>
                </a:lnTo>
                <a:lnTo>
                  <a:pt x="1823" y="530"/>
                </a:lnTo>
                <a:lnTo>
                  <a:pt x="1823" y="531"/>
                </a:lnTo>
                <a:lnTo>
                  <a:pt x="1822" y="533"/>
                </a:lnTo>
                <a:lnTo>
                  <a:pt x="1822" y="534"/>
                </a:lnTo>
                <a:lnTo>
                  <a:pt x="1822" y="535"/>
                </a:lnTo>
                <a:lnTo>
                  <a:pt x="1822" y="537"/>
                </a:lnTo>
                <a:lnTo>
                  <a:pt x="1822" y="538"/>
                </a:lnTo>
                <a:lnTo>
                  <a:pt x="1823" y="538"/>
                </a:lnTo>
                <a:lnTo>
                  <a:pt x="1824" y="538"/>
                </a:lnTo>
                <a:lnTo>
                  <a:pt x="1824" y="539"/>
                </a:lnTo>
                <a:lnTo>
                  <a:pt x="1823" y="540"/>
                </a:lnTo>
                <a:lnTo>
                  <a:pt x="1823" y="541"/>
                </a:lnTo>
                <a:lnTo>
                  <a:pt x="1822" y="541"/>
                </a:lnTo>
                <a:lnTo>
                  <a:pt x="1822" y="542"/>
                </a:lnTo>
                <a:lnTo>
                  <a:pt x="1823" y="543"/>
                </a:lnTo>
                <a:lnTo>
                  <a:pt x="1824" y="543"/>
                </a:lnTo>
                <a:lnTo>
                  <a:pt x="1825" y="543"/>
                </a:lnTo>
                <a:lnTo>
                  <a:pt x="1826" y="544"/>
                </a:lnTo>
                <a:lnTo>
                  <a:pt x="1827" y="544"/>
                </a:lnTo>
                <a:lnTo>
                  <a:pt x="1828" y="545"/>
                </a:lnTo>
                <a:lnTo>
                  <a:pt x="1828" y="546"/>
                </a:lnTo>
                <a:lnTo>
                  <a:pt x="1829" y="546"/>
                </a:lnTo>
                <a:lnTo>
                  <a:pt x="1830" y="547"/>
                </a:lnTo>
                <a:lnTo>
                  <a:pt x="1831" y="548"/>
                </a:lnTo>
                <a:lnTo>
                  <a:pt x="1831" y="549"/>
                </a:lnTo>
                <a:lnTo>
                  <a:pt x="1832" y="552"/>
                </a:lnTo>
                <a:lnTo>
                  <a:pt x="1832" y="553"/>
                </a:lnTo>
                <a:lnTo>
                  <a:pt x="1833" y="554"/>
                </a:lnTo>
                <a:lnTo>
                  <a:pt x="1834" y="554"/>
                </a:lnTo>
                <a:lnTo>
                  <a:pt x="1834" y="555"/>
                </a:lnTo>
                <a:lnTo>
                  <a:pt x="1833" y="555"/>
                </a:lnTo>
                <a:lnTo>
                  <a:pt x="1834" y="556"/>
                </a:lnTo>
                <a:lnTo>
                  <a:pt x="1836" y="558"/>
                </a:lnTo>
                <a:lnTo>
                  <a:pt x="1836" y="557"/>
                </a:lnTo>
                <a:lnTo>
                  <a:pt x="1837" y="558"/>
                </a:lnTo>
                <a:lnTo>
                  <a:pt x="1838" y="559"/>
                </a:lnTo>
                <a:lnTo>
                  <a:pt x="1839" y="560"/>
                </a:lnTo>
                <a:lnTo>
                  <a:pt x="1840" y="562"/>
                </a:lnTo>
                <a:lnTo>
                  <a:pt x="1840" y="563"/>
                </a:lnTo>
                <a:lnTo>
                  <a:pt x="1840" y="564"/>
                </a:lnTo>
                <a:lnTo>
                  <a:pt x="1839" y="564"/>
                </a:lnTo>
                <a:lnTo>
                  <a:pt x="1839" y="565"/>
                </a:lnTo>
                <a:lnTo>
                  <a:pt x="1839" y="566"/>
                </a:lnTo>
                <a:lnTo>
                  <a:pt x="1839" y="567"/>
                </a:lnTo>
                <a:lnTo>
                  <a:pt x="1838" y="568"/>
                </a:lnTo>
                <a:lnTo>
                  <a:pt x="1838" y="569"/>
                </a:lnTo>
                <a:lnTo>
                  <a:pt x="1837" y="570"/>
                </a:lnTo>
                <a:lnTo>
                  <a:pt x="1838" y="571"/>
                </a:lnTo>
                <a:lnTo>
                  <a:pt x="1838" y="572"/>
                </a:lnTo>
                <a:lnTo>
                  <a:pt x="1839" y="573"/>
                </a:lnTo>
                <a:lnTo>
                  <a:pt x="1840" y="574"/>
                </a:lnTo>
                <a:lnTo>
                  <a:pt x="1841" y="574"/>
                </a:lnTo>
                <a:lnTo>
                  <a:pt x="1843" y="575"/>
                </a:lnTo>
                <a:lnTo>
                  <a:pt x="1844" y="576"/>
                </a:lnTo>
                <a:lnTo>
                  <a:pt x="1844" y="577"/>
                </a:lnTo>
                <a:lnTo>
                  <a:pt x="1844" y="578"/>
                </a:lnTo>
                <a:lnTo>
                  <a:pt x="1845" y="578"/>
                </a:lnTo>
                <a:lnTo>
                  <a:pt x="1846" y="578"/>
                </a:lnTo>
                <a:lnTo>
                  <a:pt x="1847" y="579"/>
                </a:lnTo>
                <a:lnTo>
                  <a:pt x="1847" y="580"/>
                </a:lnTo>
                <a:lnTo>
                  <a:pt x="1847" y="581"/>
                </a:lnTo>
                <a:lnTo>
                  <a:pt x="1848" y="581"/>
                </a:lnTo>
                <a:lnTo>
                  <a:pt x="1848" y="582"/>
                </a:lnTo>
                <a:lnTo>
                  <a:pt x="1849" y="583"/>
                </a:lnTo>
                <a:lnTo>
                  <a:pt x="1850" y="583"/>
                </a:lnTo>
                <a:lnTo>
                  <a:pt x="1851" y="584"/>
                </a:lnTo>
                <a:lnTo>
                  <a:pt x="1853" y="585"/>
                </a:lnTo>
                <a:lnTo>
                  <a:pt x="1854" y="585"/>
                </a:lnTo>
                <a:lnTo>
                  <a:pt x="1854" y="586"/>
                </a:lnTo>
                <a:lnTo>
                  <a:pt x="1854" y="587"/>
                </a:lnTo>
                <a:lnTo>
                  <a:pt x="1854" y="588"/>
                </a:lnTo>
                <a:lnTo>
                  <a:pt x="1854" y="589"/>
                </a:lnTo>
                <a:lnTo>
                  <a:pt x="1853" y="589"/>
                </a:lnTo>
                <a:lnTo>
                  <a:pt x="1852" y="589"/>
                </a:lnTo>
                <a:lnTo>
                  <a:pt x="1852" y="590"/>
                </a:lnTo>
                <a:lnTo>
                  <a:pt x="1852" y="591"/>
                </a:lnTo>
                <a:lnTo>
                  <a:pt x="1851" y="591"/>
                </a:lnTo>
                <a:lnTo>
                  <a:pt x="1850" y="591"/>
                </a:lnTo>
                <a:lnTo>
                  <a:pt x="1849" y="592"/>
                </a:lnTo>
                <a:lnTo>
                  <a:pt x="1849" y="593"/>
                </a:lnTo>
                <a:lnTo>
                  <a:pt x="1850" y="595"/>
                </a:lnTo>
                <a:lnTo>
                  <a:pt x="1850" y="596"/>
                </a:lnTo>
                <a:lnTo>
                  <a:pt x="1850" y="597"/>
                </a:lnTo>
                <a:lnTo>
                  <a:pt x="1850" y="598"/>
                </a:lnTo>
                <a:lnTo>
                  <a:pt x="1851" y="598"/>
                </a:lnTo>
                <a:lnTo>
                  <a:pt x="1851" y="599"/>
                </a:lnTo>
                <a:lnTo>
                  <a:pt x="1850" y="600"/>
                </a:lnTo>
                <a:lnTo>
                  <a:pt x="1850" y="601"/>
                </a:lnTo>
                <a:lnTo>
                  <a:pt x="1851" y="601"/>
                </a:lnTo>
                <a:lnTo>
                  <a:pt x="1851" y="602"/>
                </a:lnTo>
                <a:lnTo>
                  <a:pt x="1852" y="602"/>
                </a:lnTo>
                <a:lnTo>
                  <a:pt x="1852" y="603"/>
                </a:lnTo>
                <a:lnTo>
                  <a:pt x="1852" y="604"/>
                </a:lnTo>
                <a:lnTo>
                  <a:pt x="1851" y="605"/>
                </a:lnTo>
                <a:lnTo>
                  <a:pt x="1851" y="606"/>
                </a:lnTo>
                <a:lnTo>
                  <a:pt x="1852" y="607"/>
                </a:lnTo>
                <a:lnTo>
                  <a:pt x="1852" y="608"/>
                </a:lnTo>
                <a:lnTo>
                  <a:pt x="1851" y="608"/>
                </a:lnTo>
                <a:lnTo>
                  <a:pt x="1851" y="609"/>
                </a:lnTo>
                <a:lnTo>
                  <a:pt x="1851" y="610"/>
                </a:lnTo>
                <a:lnTo>
                  <a:pt x="1852" y="611"/>
                </a:lnTo>
                <a:lnTo>
                  <a:pt x="1853" y="612"/>
                </a:lnTo>
                <a:lnTo>
                  <a:pt x="1852" y="613"/>
                </a:lnTo>
                <a:lnTo>
                  <a:pt x="1852" y="614"/>
                </a:lnTo>
                <a:lnTo>
                  <a:pt x="1853" y="614"/>
                </a:lnTo>
                <a:lnTo>
                  <a:pt x="1854" y="617"/>
                </a:lnTo>
                <a:lnTo>
                  <a:pt x="1854" y="619"/>
                </a:lnTo>
                <a:lnTo>
                  <a:pt x="1854" y="620"/>
                </a:lnTo>
                <a:lnTo>
                  <a:pt x="1855" y="621"/>
                </a:lnTo>
                <a:lnTo>
                  <a:pt x="1855" y="622"/>
                </a:lnTo>
                <a:lnTo>
                  <a:pt x="1855" y="623"/>
                </a:lnTo>
                <a:lnTo>
                  <a:pt x="1855" y="624"/>
                </a:lnTo>
                <a:lnTo>
                  <a:pt x="1855" y="625"/>
                </a:lnTo>
                <a:lnTo>
                  <a:pt x="1855" y="626"/>
                </a:lnTo>
                <a:lnTo>
                  <a:pt x="1855" y="627"/>
                </a:lnTo>
                <a:lnTo>
                  <a:pt x="1855" y="628"/>
                </a:lnTo>
                <a:lnTo>
                  <a:pt x="1855" y="629"/>
                </a:lnTo>
                <a:lnTo>
                  <a:pt x="1856" y="630"/>
                </a:lnTo>
                <a:lnTo>
                  <a:pt x="1856" y="632"/>
                </a:lnTo>
                <a:lnTo>
                  <a:pt x="1856" y="633"/>
                </a:lnTo>
                <a:lnTo>
                  <a:pt x="1856" y="634"/>
                </a:lnTo>
                <a:lnTo>
                  <a:pt x="1856" y="635"/>
                </a:lnTo>
                <a:lnTo>
                  <a:pt x="1856" y="636"/>
                </a:lnTo>
                <a:lnTo>
                  <a:pt x="1855" y="636"/>
                </a:lnTo>
                <a:lnTo>
                  <a:pt x="1855" y="637"/>
                </a:lnTo>
                <a:lnTo>
                  <a:pt x="1855" y="639"/>
                </a:lnTo>
                <a:lnTo>
                  <a:pt x="1855" y="640"/>
                </a:lnTo>
                <a:lnTo>
                  <a:pt x="1857" y="641"/>
                </a:lnTo>
                <a:lnTo>
                  <a:pt x="1857" y="642"/>
                </a:lnTo>
                <a:lnTo>
                  <a:pt x="1856" y="643"/>
                </a:lnTo>
                <a:lnTo>
                  <a:pt x="1856" y="644"/>
                </a:lnTo>
                <a:lnTo>
                  <a:pt x="1856" y="645"/>
                </a:lnTo>
                <a:lnTo>
                  <a:pt x="1857" y="646"/>
                </a:lnTo>
                <a:lnTo>
                  <a:pt x="1856" y="647"/>
                </a:lnTo>
                <a:lnTo>
                  <a:pt x="1857" y="648"/>
                </a:lnTo>
                <a:lnTo>
                  <a:pt x="1858" y="648"/>
                </a:lnTo>
                <a:lnTo>
                  <a:pt x="1858" y="649"/>
                </a:lnTo>
                <a:lnTo>
                  <a:pt x="1859" y="649"/>
                </a:lnTo>
                <a:lnTo>
                  <a:pt x="1858" y="650"/>
                </a:lnTo>
                <a:lnTo>
                  <a:pt x="1858" y="651"/>
                </a:lnTo>
                <a:lnTo>
                  <a:pt x="1859" y="651"/>
                </a:lnTo>
                <a:lnTo>
                  <a:pt x="1859" y="652"/>
                </a:lnTo>
                <a:lnTo>
                  <a:pt x="1860" y="652"/>
                </a:lnTo>
                <a:lnTo>
                  <a:pt x="1860" y="653"/>
                </a:lnTo>
                <a:lnTo>
                  <a:pt x="1860" y="654"/>
                </a:lnTo>
                <a:lnTo>
                  <a:pt x="1861" y="654"/>
                </a:lnTo>
                <a:lnTo>
                  <a:pt x="1861" y="655"/>
                </a:lnTo>
                <a:lnTo>
                  <a:pt x="1862" y="655"/>
                </a:lnTo>
                <a:lnTo>
                  <a:pt x="1861" y="656"/>
                </a:lnTo>
                <a:lnTo>
                  <a:pt x="1861" y="657"/>
                </a:lnTo>
                <a:lnTo>
                  <a:pt x="1861" y="658"/>
                </a:lnTo>
                <a:lnTo>
                  <a:pt x="1861" y="659"/>
                </a:lnTo>
                <a:lnTo>
                  <a:pt x="1861" y="663"/>
                </a:lnTo>
                <a:lnTo>
                  <a:pt x="1862" y="667"/>
                </a:lnTo>
                <a:lnTo>
                  <a:pt x="1862" y="668"/>
                </a:lnTo>
                <a:lnTo>
                  <a:pt x="1862" y="669"/>
                </a:lnTo>
                <a:lnTo>
                  <a:pt x="1862" y="670"/>
                </a:lnTo>
                <a:lnTo>
                  <a:pt x="1863" y="670"/>
                </a:lnTo>
                <a:lnTo>
                  <a:pt x="1864" y="670"/>
                </a:lnTo>
                <a:lnTo>
                  <a:pt x="1864" y="671"/>
                </a:lnTo>
                <a:lnTo>
                  <a:pt x="1863" y="671"/>
                </a:lnTo>
                <a:lnTo>
                  <a:pt x="1863" y="672"/>
                </a:lnTo>
                <a:lnTo>
                  <a:pt x="1862" y="673"/>
                </a:lnTo>
                <a:lnTo>
                  <a:pt x="1862" y="674"/>
                </a:lnTo>
                <a:lnTo>
                  <a:pt x="1862" y="675"/>
                </a:lnTo>
                <a:lnTo>
                  <a:pt x="1861" y="675"/>
                </a:lnTo>
                <a:lnTo>
                  <a:pt x="1861" y="676"/>
                </a:lnTo>
                <a:lnTo>
                  <a:pt x="1861" y="677"/>
                </a:lnTo>
                <a:lnTo>
                  <a:pt x="1861" y="678"/>
                </a:lnTo>
                <a:lnTo>
                  <a:pt x="1860" y="678"/>
                </a:lnTo>
                <a:lnTo>
                  <a:pt x="1860" y="679"/>
                </a:lnTo>
                <a:lnTo>
                  <a:pt x="1860" y="680"/>
                </a:lnTo>
                <a:lnTo>
                  <a:pt x="1859" y="681"/>
                </a:lnTo>
                <a:lnTo>
                  <a:pt x="1859" y="682"/>
                </a:lnTo>
                <a:lnTo>
                  <a:pt x="1859" y="684"/>
                </a:lnTo>
                <a:lnTo>
                  <a:pt x="1859" y="685"/>
                </a:lnTo>
                <a:lnTo>
                  <a:pt x="1859" y="686"/>
                </a:lnTo>
                <a:lnTo>
                  <a:pt x="1858" y="686"/>
                </a:lnTo>
                <a:lnTo>
                  <a:pt x="1858" y="688"/>
                </a:lnTo>
                <a:lnTo>
                  <a:pt x="1858" y="689"/>
                </a:lnTo>
                <a:lnTo>
                  <a:pt x="1858" y="690"/>
                </a:lnTo>
                <a:lnTo>
                  <a:pt x="1858" y="691"/>
                </a:lnTo>
                <a:lnTo>
                  <a:pt x="1857" y="694"/>
                </a:lnTo>
                <a:lnTo>
                  <a:pt x="1857" y="695"/>
                </a:lnTo>
                <a:lnTo>
                  <a:pt x="1857" y="696"/>
                </a:lnTo>
                <a:lnTo>
                  <a:pt x="1857" y="698"/>
                </a:lnTo>
                <a:lnTo>
                  <a:pt x="1858" y="699"/>
                </a:lnTo>
                <a:lnTo>
                  <a:pt x="1857" y="699"/>
                </a:lnTo>
                <a:lnTo>
                  <a:pt x="1858" y="700"/>
                </a:lnTo>
                <a:lnTo>
                  <a:pt x="1858" y="701"/>
                </a:lnTo>
                <a:lnTo>
                  <a:pt x="1859" y="702"/>
                </a:lnTo>
                <a:lnTo>
                  <a:pt x="1859" y="703"/>
                </a:lnTo>
                <a:lnTo>
                  <a:pt x="1860" y="704"/>
                </a:lnTo>
                <a:lnTo>
                  <a:pt x="1860" y="705"/>
                </a:lnTo>
                <a:lnTo>
                  <a:pt x="1861" y="706"/>
                </a:lnTo>
                <a:lnTo>
                  <a:pt x="1861" y="707"/>
                </a:lnTo>
                <a:lnTo>
                  <a:pt x="1862" y="707"/>
                </a:lnTo>
                <a:lnTo>
                  <a:pt x="1862" y="708"/>
                </a:lnTo>
                <a:lnTo>
                  <a:pt x="1862" y="710"/>
                </a:lnTo>
                <a:lnTo>
                  <a:pt x="1862" y="711"/>
                </a:lnTo>
                <a:lnTo>
                  <a:pt x="1862" y="712"/>
                </a:lnTo>
                <a:lnTo>
                  <a:pt x="1862" y="714"/>
                </a:lnTo>
                <a:lnTo>
                  <a:pt x="1862" y="715"/>
                </a:lnTo>
                <a:lnTo>
                  <a:pt x="1862" y="716"/>
                </a:lnTo>
                <a:lnTo>
                  <a:pt x="1863" y="716"/>
                </a:lnTo>
                <a:lnTo>
                  <a:pt x="1863" y="717"/>
                </a:lnTo>
                <a:lnTo>
                  <a:pt x="1863" y="718"/>
                </a:lnTo>
                <a:lnTo>
                  <a:pt x="1862" y="719"/>
                </a:lnTo>
                <a:lnTo>
                  <a:pt x="1863" y="719"/>
                </a:lnTo>
                <a:lnTo>
                  <a:pt x="1863" y="720"/>
                </a:lnTo>
                <a:lnTo>
                  <a:pt x="1863" y="721"/>
                </a:lnTo>
                <a:lnTo>
                  <a:pt x="1863" y="722"/>
                </a:lnTo>
                <a:lnTo>
                  <a:pt x="1864" y="722"/>
                </a:lnTo>
                <a:lnTo>
                  <a:pt x="1863" y="722"/>
                </a:lnTo>
                <a:lnTo>
                  <a:pt x="1863" y="723"/>
                </a:lnTo>
                <a:lnTo>
                  <a:pt x="1863" y="725"/>
                </a:lnTo>
                <a:lnTo>
                  <a:pt x="1863" y="726"/>
                </a:lnTo>
                <a:lnTo>
                  <a:pt x="1863" y="727"/>
                </a:lnTo>
                <a:lnTo>
                  <a:pt x="1864" y="731"/>
                </a:lnTo>
                <a:lnTo>
                  <a:pt x="1864" y="732"/>
                </a:lnTo>
                <a:lnTo>
                  <a:pt x="1864" y="733"/>
                </a:lnTo>
                <a:lnTo>
                  <a:pt x="1863" y="735"/>
                </a:lnTo>
                <a:lnTo>
                  <a:pt x="1864" y="735"/>
                </a:lnTo>
                <a:lnTo>
                  <a:pt x="1865" y="735"/>
                </a:lnTo>
                <a:lnTo>
                  <a:pt x="1865" y="736"/>
                </a:lnTo>
                <a:lnTo>
                  <a:pt x="1866" y="737"/>
                </a:lnTo>
                <a:lnTo>
                  <a:pt x="1866" y="738"/>
                </a:lnTo>
                <a:lnTo>
                  <a:pt x="1867" y="740"/>
                </a:lnTo>
                <a:lnTo>
                  <a:pt x="1868" y="741"/>
                </a:lnTo>
                <a:lnTo>
                  <a:pt x="1868" y="743"/>
                </a:lnTo>
                <a:lnTo>
                  <a:pt x="1866" y="743"/>
                </a:lnTo>
                <a:lnTo>
                  <a:pt x="1864" y="744"/>
                </a:lnTo>
                <a:lnTo>
                  <a:pt x="1862" y="744"/>
                </a:lnTo>
                <a:lnTo>
                  <a:pt x="1861" y="744"/>
                </a:lnTo>
                <a:lnTo>
                  <a:pt x="1860" y="745"/>
                </a:lnTo>
                <a:lnTo>
                  <a:pt x="1858" y="745"/>
                </a:lnTo>
                <a:lnTo>
                  <a:pt x="1857" y="745"/>
                </a:lnTo>
                <a:lnTo>
                  <a:pt x="1856" y="745"/>
                </a:lnTo>
                <a:lnTo>
                  <a:pt x="1855" y="745"/>
                </a:lnTo>
                <a:lnTo>
                  <a:pt x="1855" y="747"/>
                </a:lnTo>
                <a:lnTo>
                  <a:pt x="1854" y="748"/>
                </a:lnTo>
                <a:lnTo>
                  <a:pt x="1854" y="750"/>
                </a:lnTo>
                <a:lnTo>
                  <a:pt x="1855" y="752"/>
                </a:lnTo>
                <a:lnTo>
                  <a:pt x="1856" y="753"/>
                </a:lnTo>
                <a:lnTo>
                  <a:pt x="1857" y="755"/>
                </a:lnTo>
                <a:lnTo>
                  <a:pt x="1858" y="757"/>
                </a:lnTo>
                <a:lnTo>
                  <a:pt x="1859" y="759"/>
                </a:lnTo>
                <a:lnTo>
                  <a:pt x="1859" y="760"/>
                </a:lnTo>
                <a:lnTo>
                  <a:pt x="1859" y="761"/>
                </a:lnTo>
                <a:lnTo>
                  <a:pt x="1858" y="762"/>
                </a:lnTo>
                <a:lnTo>
                  <a:pt x="1858" y="763"/>
                </a:lnTo>
                <a:lnTo>
                  <a:pt x="1857" y="763"/>
                </a:lnTo>
                <a:lnTo>
                  <a:pt x="1854" y="765"/>
                </a:lnTo>
                <a:lnTo>
                  <a:pt x="1854" y="766"/>
                </a:lnTo>
                <a:lnTo>
                  <a:pt x="1853" y="767"/>
                </a:lnTo>
                <a:lnTo>
                  <a:pt x="1852" y="767"/>
                </a:lnTo>
                <a:lnTo>
                  <a:pt x="1851" y="767"/>
                </a:lnTo>
                <a:lnTo>
                  <a:pt x="1851" y="768"/>
                </a:lnTo>
                <a:lnTo>
                  <a:pt x="1850" y="771"/>
                </a:lnTo>
                <a:lnTo>
                  <a:pt x="1850" y="772"/>
                </a:lnTo>
                <a:lnTo>
                  <a:pt x="1850" y="774"/>
                </a:lnTo>
                <a:lnTo>
                  <a:pt x="1850" y="775"/>
                </a:lnTo>
                <a:lnTo>
                  <a:pt x="1850" y="777"/>
                </a:lnTo>
                <a:lnTo>
                  <a:pt x="1853" y="779"/>
                </a:lnTo>
                <a:lnTo>
                  <a:pt x="1854" y="779"/>
                </a:lnTo>
                <a:lnTo>
                  <a:pt x="1854" y="778"/>
                </a:lnTo>
                <a:lnTo>
                  <a:pt x="1855" y="779"/>
                </a:lnTo>
                <a:lnTo>
                  <a:pt x="1855" y="780"/>
                </a:lnTo>
                <a:lnTo>
                  <a:pt x="1854" y="781"/>
                </a:lnTo>
                <a:lnTo>
                  <a:pt x="1855" y="782"/>
                </a:lnTo>
                <a:lnTo>
                  <a:pt x="1855" y="783"/>
                </a:lnTo>
                <a:lnTo>
                  <a:pt x="1853" y="783"/>
                </a:lnTo>
                <a:lnTo>
                  <a:pt x="1852" y="783"/>
                </a:lnTo>
                <a:lnTo>
                  <a:pt x="1851" y="784"/>
                </a:lnTo>
                <a:lnTo>
                  <a:pt x="1850" y="785"/>
                </a:lnTo>
                <a:lnTo>
                  <a:pt x="1850" y="786"/>
                </a:lnTo>
                <a:lnTo>
                  <a:pt x="1848" y="786"/>
                </a:lnTo>
                <a:lnTo>
                  <a:pt x="1848" y="785"/>
                </a:lnTo>
                <a:lnTo>
                  <a:pt x="1847" y="785"/>
                </a:lnTo>
                <a:lnTo>
                  <a:pt x="1846" y="785"/>
                </a:lnTo>
                <a:lnTo>
                  <a:pt x="1845" y="785"/>
                </a:lnTo>
                <a:lnTo>
                  <a:pt x="1845" y="786"/>
                </a:lnTo>
                <a:lnTo>
                  <a:pt x="1844" y="786"/>
                </a:lnTo>
                <a:lnTo>
                  <a:pt x="1843" y="786"/>
                </a:lnTo>
                <a:lnTo>
                  <a:pt x="1842" y="784"/>
                </a:lnTo>
                <a:lnTo>
                  <a:pt x="1842" y="782"/>
                </a:lnTo>
                <a:lnTo>
                  <a:pt x="1842" y="781"/>
                </a:lnTo>
                <a:lnTo>
                  <a:pt x="1842" y="779"/>
                </a:lnTo>
                <a:lnTo>
                  <a:pt x="1842" y="778"/>
                </a:lnTo>
                <a:lnTo>
                  <a:pt x="1841" y="777"/>
                </a:lnTo>
                <a:lnTo>
                  <a:pt x="1841" y="775"/>
                </a:lnTo>
                <a:lnTo>
                  <a:pt x="1840" y="773"/>
                </a:lnTo>
                <a:lnTo>
                  <a:pt x="1841" y="772"/>
                </a:lnTo>
                <a:lnTo>
                  <a:pt x="1841" y="771"/>
                </a:lnTo>
                <a:lnTo>
                  <a:pt x="1839" y="768"/>
                </a:lnTo>
                <a:lnTo>
                  <a:pt x="1839" y="766"/>
                </a:lnTo>
                <a:lnTo>
                  <a:pt x="1838" y="765"/>
                </a:lnTo>
                <a:lnTo>
                  <a:pt x="1837" y="765"/>
                </a:lnTo>
                <a:lnTo>
                  <a:pt x="1836" y="765"/>
                </a:lnTo>
                <a:lnTo>
                  <a:pt x="1835" y="765"/>
                </a:lnTo>
                <a:lnTo>
                  <a:pt x="1835" y="766"/>
                </a:lnTo>
                <a:lnTo>
                  <a:pt x="1834" y="767"/>
                </a:lnTo>
                <a:lnTo>
                  <a:pt x="1833" y="767"/>
                </a:lnTo>
                <a:lnTo>
                  <a:pt x="1832" y="768"/>
                </a:lnTo>
                <a:lnTo>
                  <a:pt x="1831" y="769"/>
                </a:lnTo>
                <a:lnTo>
                  <a:pt x="1830" y="769"/>
                </a:lnTo>
                <a:lnTo>
                  <a:pt x="1829" y="768"/>
                </a:lnTo>
                <a:lnTo>
                  <a:pt x="1827" y="768"/>
                </a:lnTo>
                <a:lnTo>
                  <a:pt x="1826" y="768"/>
                </a:lnTo>
                <a:lnTo>
                  <a:pt x="1825" y="768"/>
                </a:lnTo>
                <a:lnTo>
                  <a:pt x="1824" y="768"/>
                </a:lnTo>
                <a:lnTo>
                  <a:pt x="1824" y="770"/>
                </a:lnTo>
                <a:lnTo>
                  <a:pt x="1825" y="772"/>
                </a:lnTo>
                <a:lnTo>
                  <a:pt x="1826" y="772"/>
                </a:lnTo>
                <a:lnTo>
                  <a:pt x="1827" y="772"/>
                </a:lnTo>
                <a:lnTo>
                  <a:pt x="1827" y="773"/>
                </a:lnTo>
                <a:lnTo>
                  <a:pt x="1826" y="773"/>
                </a:lnTo>
                <a:lnTo>
                  <a:pt x="1826" y="774"/>
                </a:lnTo>
                <a:lnTo>
                  <a:pt x="1825" y="776"/>
                </a:lnTo>
                <a:lnTo>
                  <a:pt x="1826" y="777"/>
                </a:lnTo>
                <a:lnTo>
                  <a:pt x="1826" y="780"/>
                </a:lnTo>
                <a:lnTo>
                  <a:pt x="1827" y="780"/>
                </a:lnTo>
                <a:lnTo>
                  <a:pt x="1827" y="782"/>
                </a:lnTo>
                <a:lnTo>
                  <a:pt x="1827" y="783"/>
                </a:lnTo>
                <a:lnTo>
                  <a:pt x="1826" y="784"/>
                </a:lnTo>
                <a:lnTo>
                  <a:pt x="1826" y="785"/>
                </a:lnTo>
                <a:lnTo>
                  <a:pt x="1827" y="786"/>
                </a:lnTo>
                <a:lnTo>
                  <a:pt x="1827" y="787"/>
                </a:lnTo>
                <a:lnTo>
                  <a:pt x="1828" y="788"/>
                </a:lnTo>
                <a:lnTo>
                  <a:pt x="1828" y="789"/>
                </a:lnTo>
                <a:lnTo>
                  <a:pt x="1829" y="789"/>
                </a:lnTo>
                <a:lnTo>
                  <a:pt x="1828" y="790"/>
                </a:lnTo>
                <a:lnTo>
                  <a:pt x="1829" y="791"/>
                </a:lnTo>
                <a:lnTo>
                  <a:pt x="1829" y="792"/>
                </a:lnTo>
                <a:lnTo>
                  <a:pt x="1829" y="793"/>
                </a:lnTo>
                <a:lnTo>
                  <a:pt x="1828" y="794"/>
                </a:lnTo>
                <a:lnTo>
                  <a:pt x="1827" y="795"/>
                </a:lnTo>
                <a:lnTo>
                  <a:pt x="1826" y="796"/>
                </a:lnTo>
                <a:lnTo>
                  <a:pt x="1825" y="796"/>
                </a:lnTo>
                <a:lnTo>
                  <a:pt x="1825" y="797"/>
                </a:lnTo>
                <a:lnTo>
                  <a:pt x="1824" y="798"/>
                </a:lnTo>
                <a:lnTo>
                  <a:pt x="1823" y="798"/>
                </a:lnTo>
                <a:lnTo>
                  <a:pt x="1822" y="798"/>
                </a:lnTo>
                <a:lnTo>
                  <a:pt x="1821" y="798"/>
                </a:lnTo>
                <a:lnTo>
                  <a:pt x="1821" y="799"/>
                </a:lnTo>
                <a:lnTo>
                  <a:pt x="1822" y="800"/>
                </a:lnTo>
                <a:lnTo>
                  <a:pt x="1822" y="803"/>
                </a:lnTo>
                <a:lnTo>
                  <a:pt x="1823" y="804"/>
                </a:lnTo>
                <a:lnTo>
                  <a:pt x="1823" y="805"/>
                </a:lnTo>
                <a:lnTo>
                  <a:pt x="1823" y="808"/>
                </a:lnTo>
                <a:lnTo>
                  <a:pt x="1824" y="809"/>
                </a:lnTo>
                <a:lnTo>
                  <a:pt x="1824" y="811"/>
                </a:lnTo>
                <a:lnTo>
                  <a:pt x="1825" y="813"/>
                </a:lnTo>
                <a:lnTo>
                  <a:pt x="1824" y="815"/>
                </a:lnTo>
                <a:lnTo>
                  <a:pt x="1823" y="815"/>
                </a:lnTo>
                <a:lnTo>
                  <a:pt x="1823" y="817"/>
                </a:lnTo>
                <a:lnTo>
                  <a:pt x="1824" y="817"/>
                </a:lnTo>
                <a:lnTo>
                  <a:pt x="1824" y="818"/>
                </a:lnTo>
                <a:lnTo>
                  <a:pt x="1825" y="818"/>
                </a:lnTo>
                <a:lnTo>
                  <a:pt x="1826" y="818"/>
                </a:lnTo>
                <a:lnTo>
                  <a:pt x="1828" y="819"/>
                </a:lnTo>
                <a:lnTo>
                  <a:pt x="1829" y="820"/>
                </a:lnTo>
                <a:lnTo>
                  <a:pt x="1829" y="821"/>
                </a:lnTo>
                <a:lnTo>
                  <a:pt x="1829" y="822"/>
                </a:lnTo>
                <a:lnTo>
                  <a:pt x="1829" y="823"/>
                </a:lnTo>
                <a:lnTo>
                  <a:pt x="1830" y="824"/>
                </a:lnTo>
                <a:lnTo>
                  <a:pt x="1831" y="825"/>
                </a:lnTo>
                <a:lnTo>
                  <a:pt x="1831" y="826"/>
                </a:lnTo>
                <a:lnTo>
                  <a:pt x="1831" y="827"/>
                </a:lnTo>
                <a:lnTo>
                  <a:pt x="1832" y="828"/>
                </a:lnTo>
                <a:lnTo>
                  <a:pt x="1833" y="829"/>
                </a:lnTo>
                <a:lnTo>
                  <a:pt x="1833" y="830"/>
                </a:lnTo>
                <a:lnTo>
                  <a:pt x="1834" y="831"/>
                </a:lnTo>
                <a:lnTo>
                  <a:pt x="1834" y="832"/>
                </a:lnTo>
                <a:lnTo>
                  <a:pt x="1835" y="832"/>
                </a:lnTo>
                <a:lnTo>
                  <a:pt x="1835" y="833"/>
                </a:lnTo>
                <a:lnTo>
                  <a:pt x="1835" y="834"/>
                </a:lnTo>
                <a:lnTo>
                  <a:pt x="1835" y="835"/>
                </a:lnTo>
                <a:lnTo>
                  <a:pt x="1833" y="835"/>
                </a:lnTo>
                <a:lnTo>
                  <a:pt x="1832" y="836"/>
                </a:lnTo>
                <a:lnTo>
                  <a:pt x="1831" y="839"/>
                </a:lnTo>
                <a:lnTo>
                  <a:pt x="1832" y="840"/>
                </a:lnTo>
                <a:lnTo>
                  <a:pt x="1831" y="842"/>
                </a:lnTo>
                <a:lnTo>
                  <a:pt x="1831" y="844"/>
                </a:lnTo>
                <a:lnTo>
                  <a:pt x="1832" y="845"/>
                </a:lnTo>
                <a:lnTo>
                  <a:pt x="1831" y="845"/>
                </a:lnTo>
                <a:lnTo>
                  <a:pt x="1830" y="847"/>
                </a:lnTo>
                <a:lnTo>
                  <a:pt x="1829" y="847"/>
                </a:lnTo>
                <a:lnTo>
                  <a:pt x="1828" y="847"/>
                </a:lnTo>
                <a:lnTo>
                  <a:pt x="1827" y="847"/>
                </a:lnTo>
                <a:lnTo>
                  <a:pt x="1826" y="848"/>
                </a:lnTo>
                <a:lnTo>
                  <a:pt x="1825" y="849"/>
                </a:lnTo>
                <a:lnTo>
                  <a:pt x="1825" y="850"/>
                </a:lnTo>
                <a:lnTo>
                  <a:pt x="1824" y="851"/>
                </a:lnTo>
                <a:lnTo>
                  <a:pt x="1824" y="852"/>
                </a:lnTo>
                <a:lnTo>
                  <a:pt x="1822" y="851"/>
                </a:lnTo>
                <a:lnTo>
                  <a:pt x="1821" y="851"/>
                </a:lnTo>
                <a:lnTo>
                  <a:pt x="1819" y="850"/>
                </a:lnTo>
                <a:lnTo>
                  <a:pt x="1818" y="850"/>
                </a:lnTo>
                <a:lnTo>
                  <a:pt x="1816" y="851"/>
                </a:lnTo>
                <a:lnTo>
                  <a:pt x="1815" y="851"/>
                </a:lnTo>
                <a:lnTo>
                  <a:pt x="1815" y="852"/>
                </a:lnTo>
                <a:lnTo>
                  <a:pt x="1814" y="852"/>
                </a:lnTo>
                <a:lnTo>
                  <a:pt x="1813" y="854"/>
                </a:lnTo>
                <a:lnTo>
                  <a:pt x="1812" y="854"/>
                </a:lnTo>
                <a:lnTo>
                  <a:pt x="1811" y="854"/>
                </a:lnTo>
                <a:lnTo>
                  <a:pt x="1811" y="853"/>
                </a:lnTo>
                <a:lnTo>
                  <a:pt x="1810" y="853"/>
                </a:lnTo>
                <a:lnTo>
                  <a:pt x="1809" y="853"/>
                </a:lnTo>
                <a:lnTo>
                  <a:pt x="1808" y="854"/>
                </a:lnTo>
                <a:lnTo>
                  <a:pt x="1809" y="855"/>
                </a:lnTo>
                <a:lnTo>
                  <a:pt x="1808" y="856"/>
                </a:lnTo>
                <a:lnTo>
                  <a:pt x="1807" y="857"/>
                </a:lnTo>
                <a:lnTo>
                  <a:pt x="1806" y="858"/>
                </a:lnTo>
                <a:lnTo>
                  <a:pt x="1804" y="858"/>
                </a:lnTo>
                <a:lnTo>
                  <a:pt x="1803" y="858"/>
                </a:lnTo>
                <a:lnTo>
                  <a:pt x="1802" y="857"/>
                </a:lnTo>
                <a:lnTo>
                  <a:pt x="1803" y="856"/>
                </a:lnTo>
                <a:lnTo>
                  <a:pt x="1803" y="853"/>
                </a:lnTo>
                <a:lnTo>
                  <a:pt x="1802" y="852"/>
                </a:lnTo>
                <a:lnTo>
                  <a:pt x="1802" y="850"/>
                </a:lnTo>
                <a:lnTo>
                  <a:pt x="1801" y="850"/>
                </a:lnTo>
                <a:lnTo>
                  <a:pt x="1801" y="849"/>
                </a:lnTo>
                <a:lnTo>
                  <a:pt x="1801" y="848"/>
                </a:lnTo>
                <a:lnTo>
                  <a:pt x="1801" y="847"/>
                </a:lnTo>
                <a:lnTo>
                  <a:pt x="1802" y="847"/>
                </a:lnTo>
                <a:lnTo>
                  <a:pt x="1802" y="845"/>
                </a:lnTo>
                <a:lnTo>
                  <a:pt x="1801" y="844"/>
                </a:lnTo>
                <a:lnTo>
                  <a:pt x="1801" y="842"/>
                </a:lnTo>
                <a:lnTo>
                  <a:pt x="1799" y="839"/>
                </a:lnTo>
                <a:lnTo>
                  <a:pt x="1796" y="835"/>
                </a:lnTo>
                <a:lnTo>
                  <a:pt x="1796" y="834"/>
                </a:lnTo>
                <a:lnTo>
                  <a:pt x="1797" y="833"/>
                </a:lnTo>
                <a:lnTo>
                  <a:pt x="1796" y="832"/>
                </a:lnTo>
                <a:lnTo>
                  <a:pt x="1796" y="831"/>
                </a:lnTo>
                <a:lnTo>
                  <a:pt x="1795" y="831"/>
                </a:lnTo>
                <a:lnTo>
                  <a:pt x="1794" y="830"/>
                </a:lnTo>
                <a:lnTo>
                  <a:pt x="1794" y="829"/>
                </a:lnTo>
                <a:lnTo>
                  <a:pt x="1795" y="829"/>
                </a:lnTo>
                <a:lnTo>
                  <a:pt x="1795" y="828"/>
                </a:lnTo>
                <a:lnTo>
                  <a:pt x="1794" y="828"/>
                </a:lnTo>
                <a:lnTo>
                  <a:pt x="1793" y="827"/>
                </a:lnTo>
                <a:lnTo>
                  <a:pt x="1792" y="828"/>
                </a:lnTo>
                <a:lnTo>
                  <a:pt x="1792" y="829"/>
                </a:lnTo>
                <a:lnTo>
                  <a:pt x="1791" y="829"/>
                </a:lnTo>
                <a:lnTo>
                  <a:pt x="1790" y="829"/>
                </a:lnTo>
                <a:lnTo>
                  <a:pt x="1789" y="830"/>
                </a:lnTo>
                <a:lnTo>
                  <a:pt x="1788" y="830"/>
                </a:lnTo>
                <a:lnTo>
                  <a:pt x="1788" y="832"/>
                </a:lnTo>
                <a:lnTo>
                  <a:pt x="1787" y="831"/>
                </a:lnTo>
                <a:lnTo>
                  <a:pt x="1786" y="831"/>
                </a:lnTo>
                <a:lnTo>
                  <a:pt x="1786" y="832"/>
                </a:lnTo>
                <a:lnTo>
                  <a:pt x="1786" y="833"/>
                </a:lnTo>
                <a:lnTo>
                  <a:pt x="1786" y="834"/>
                </a:lnTo>
                <a:lnTo>
                  <a:pt x="1787" y="835"/>
                </a:lnTo>
                <a:lnTo>
                  <a:pt x="1788" y="835"/>
                </a:lnTo>
                <a:lnTo>
                  <a:pt x="1789" y="837"/>
                </a:lnTo>
                <a:lnTo>
                  <a:pt x="1789" y="839"/>
                </a:lnTo>
                <a:lnTo>
                  <a:pt x="1789" y="840"/>
                </a:lnTo>
                <a:lnTo>
                  <a:pt x="1790" y="841"/>
                </a:lnTo>
                <a:lnTo>
                  <a:pt x="1791" y="843"/>
                </a:lnTo>
                <a:lnTo>
                  <a:pt x="1791" y="844"/>
                </a:lnTo>
                <a:lnTo>
                  <a:pt x="1790" y="844"/>
                </a:lnTo>
                <a:lnTo>
                  <a:pt x="1789" y="845"/>
                </a:lnTo>
                <a:lnTo>
                  <a:pt x="1788" y="846"/>
                </a:lnTo>
                <a:lnTo>
                  <a:pt x="1786" y="847"/>
                </a:lnTo>
                <a:lnTo>
                  <a:pt x="1786" y="846"/>
                </a:lnTo>
                <a:lnTo>
                  <a:pt x="1784" y="846"/>
                </a:lnTo>
                <a:lnTo>
                  <a:pt x="1784" y="847"/>
                </a:lnTo>
                <a:lnTo>
                  <a:pt x="1782" y="847"/>
                </a:lnTo>
                <a:lnTo>
                  <a:pt x="1782" y="850"/>
                </a:lnTo>
                <a:lnTo>
                  <a:pt x="1783" y="851"/>
                </a:lnTo>
                <a:lnTo>
                  <a:pt x="1783" y="852"/>
                </a:lnTo>
                <a:lnTo>
                  <a:pt x="1782" y="852"/>
                </a:lnTo>
                <a:lnTo>
                  <a:pt x="1780" y="854"/>
                </a:lnTo>
                <a:lnTo>
                  <a:pt x="1779" y="854"/>
                </a:lnTo>
                <a:lnTo>
                  <a:pt x="1779" y="853"/>
                </a:lnTo>
                <a:lnTo>
                  <a:pt x="1778" y="852"/>
                </a:lnTo>
                <a:lnTo>
                  <a:pt x="1777" y="852"/>
                </a:lnTo>
                <a:lnTo>
                  <a:pt x="1776" y="852"/>
                </a:lnTo>
                <a:lnTo>
                  <a:pt x="1776" y="851"/>
                </a:lnTo>
                <a:lnTo>
                  <a:pt x="1776" y="850"/>
                </a:lnTo>
                <a:lnTo>
                  <a:pt x="1776" y="849"/>
                </a:lnTo>
                <a:lnTo>
                  <a:pt x="1775" y="849"/>
                </a:lnTo>
                <a:lnTo>
                  <a:pt x="1775" y="848"/>
                </a:lnTo>
                <a:lnTo>
                  <a:pt x="1774" y="848"/>
                </a:lnTo>
                <a:lnTo>
                  <a:pt x="1773" y="848"/>
                </a:lnTo>
                <a:lnTo>
                  <a:pt x="1772" y="848"/>
                </a:lnTo>
                <a:lnTo>
                  <a:pt x="1772" y="849"/>
                </a:lnTo>
                <a:lnTo>
                  <a:pt x="1772" y="850"/>
                </a:lnTo>
                <a:lnTo>
                  <a:pt x="1771" y="850"/>
                </a:lnTo>
                <a:lnTo>
                  <a:pt x="1770" y="850"/>
                </a:lnTo>
                <a:lnTo>
                  <a:pt x="1770" y="849"/>
                </a:lnTo>
                <a:lnTo>
                  <a:pt x="1769" y="849"/>
                </a:lnTo>
                <a:lnTo>
                  <a:pt x="1769" y="848"/>
                </a:lnTo>
                <a:lnTo>
                  <a:pt x="1768" y="847"/>
                </a:lnTo>
                <a:lnTo>
                  <a:pt x="1769" y="846"/>
                </a:lnTo>
                <a:lnTo>
                  <a:pt x="1769" y="845"/>
                </a:lnTo>
                <a:lnTo>
                  <a:pt x="1769" y="844"/>
                </a:lnTo>
                <a:lnTo>
                  <a:pt x="1769" y="843"/>
                </a:lnTo>
                <a:lnTo>
                  <a:pt x="1769" y="842"/>
                </a:lnTo>
                <a:lnTo>
                  <a:pt x="1768" y="841"/>
                </a:lnTo>
                <a:lnTo>
                  <a:pt x="1767" y="839"/>
                </a:lnTo>
                <a:lnTo>
                  <a:pt x="1766" y="839"/>
                </a:lnTo>
                <a:lnTo>
                  <a:pt x="1765" y="839"/>
                </a:lnTo>
                <a:lnTo>
                  <a:pt x="1764" y="839"/>
                </a:lnTo>
                <a:lnTo>
                  <a:pt x="1763" y="837"/>
                </a:lnTo>
                <a:lnTo>
                  <a:pt x="1764" y="836"/>
                </a:lnTo>
                <a:lnTo>
                  <a:pt x="1764" y="835"/>
                </a:lnTo>
                <a:lnTo>
                  <a:pt x="1763" y="835"/>
                </a:lnTo>
                <a:lnTo>
                  <a:pt x="1762" y="834"/>
                </a:lnTo>
                <a:lnTo>
                  <a:pt x="1762" y="833"/>
                </a:lnTo>
                <a:lnTo>
                  <a:pt x="1761" y="833"/>
                </a:lnTo>
                <a:lnTo>
                  <a:pt x="1760" y="832"/>
                </a:lnTo>
                <a:lnTo>
                  <a:pt x="1760" y="831"/>
                </a:lnTo>
                <a:lnTo>
                  <a:pt x="1759" y="831"/>
                </a:lnTo>
                <a:lnTo>
                  <a:pt x="1757" y="831"/>
                </a:lnTo>
                <a:lnTo>
                  <a:pt x="1756" y="831"/>
                </a:lnTo>
                <a:lnTo>
                  <a:pt x="1755" y="831"/>
                </a:lnTo>
                <a:lnTo>
                  <a:pt x="1754" y="832"/>
                </a:lnTo>
                <a:lnTo>
                  <a:pt x="1754" y="833"/>
                </a:lnTo>
                <a:lnTo>
                  <a:pt x="1754" y="834"/>
                </a:lnTo>
                <a:lnTo>
                  <a:pt x="1753" y="834"/>
                </a:lnTo>
                <a:lnTo>
                  <a:pt x="1752" y="834"/>
                </a:lnTo>
                <a:lnTo>
                  <a:pt x="1751" y="834"/>
                </a:lnTo>
                <a:lnTo>
                  <a:pt x="1750" y="834"/>
                </a:lnTo>
                <a:lnTo>
                  <a:pt x="1749" y="834"/>
                </a:lnTo>
                <a:lnTo>
                  <a:pt x="1749" y="832"/>
                </a:lnTo>
                <a:lnTo>
                  <a:pt x="1748" y="831"/>
                </a:lnTo>
                <a:lnTo>
                  <a:pt x="1747" y="830"/>
                </a:lnTo>
                <a:lnTo>
                  <a:pt x="1746" y="829"/>
                </a:lnTo>
                <a:lnTo>
                  <a:pt x="1745" y="829"/>
                </a:lnTo>
                <a:lnTo>
                  <a:pt x="1745" y="828"/>
                </a:lnTo>
                <a:lnTo>
                  <a:pt x="1744" y="828"/>
                </a:lnTo>
                <a:lnTo>
                  <a:pt x="1744" y="827"/>
                </a:lnTo>
                <a:lnTo>
                  <a:pt x="1744" y="826"/>
                </a:lnTo>
                <a:lnTo>
                  <a:pt x="1744" y="825"/>
                </a:lnTo>
                <a:lnTo>
                  <a:pt x="1744" y="824"/>
                </a:lnTo>
                <a:lnTo>
                  <a:pt x="1744" y="823"/>
                </a:lnTo>
                <a:lnTo>
                  <a:pt x="1744" y="822"/>
                </a:lnTo>
                <a:lnTo>
                  <a:pt x="1744" y="820"/>
                </a:lnTo>
                <a:lnTo>
                  <a:pt x="1743" y="819"/>
                </a:lnTo>
                <a:lnTo>
                  <a:pt x="1743" y="818"/>
                </a:lnTo>
                <a:lnTo>
                  <a:pt x="1742" y="817"/>
                </a:lnTo>
                <a:lnTo>
                  <a:pt x="1741" y="817"/>
                </a:lnTo>
                <a:lnTo>
                  <a:pt x="1740" y="817"/>
                </a:lnTo>
                <a:lnTo>
                  <a:pt x="1740" y="816"/>
                </a:lnTo>
                <a:lnTo>
                  <a:pt x="1740" y="815"/>
                </a:lnTo>
                <a:lnTo>
                  <a:pt x="1739" y="815"/>
                </a:lnTo>
                <a:lnTo>
                  <a:pt x="1738" y="815"/>
                </a:lnTo>
                <a:lnTo>
                  <a:pt x="1737" y="814"/>
                </a:lnTo>
                <a:lnTo>
                  <a:pt x="1737" y="813"/>
                </a:lnTo>
                <a:lnTo>
                  <a:pt x="1735" y="813"/>
                </a:lnTo>
                <a:lnTo>
                  <a:pt x="1734" y="814"/>
                </a:lnTo>
                <a:lnTo>
                  <a:pt x="1734" y="815"/>
                </a:lnTo>
                <a:lnTo>
                  <a:pt x="1733" y="815"/>
                </a:lnTo>
                <a:lnTo>
                  <a:pt x="1732" y="815"/>
                </a:lnTo>
                <a:lnTo>
                  <a:pt x="1731" y="815"/>
                </a:lnTo>
                <a:lnTo>
                  <a:pt x="1731" y="814"/>
                </a:lnTo>
                <a:lnTo>
                  <a:pt x="1731" y="813"/>
                </a:lnTo>
                <a:lnTo>
                  <a:pt x="1730" y="812"/>
                </a:lnTo>
                <a:lnTo>
                  <a:pt x="1729" y="812"/>
                </a:lnTo>
                <a:lnTo>
                  <a:pt x="1728" y="813"/>
                </a:lnTo>
                <a:lnTo>
                  <a:pt x="1727" y="814"/>
                </a:lnTo>
                <a:lnTo>
                  <a:pt x="1726" y="815"/>
                </a:lnTo>
                <a:lnTo>
                  <a:pt x="1726" y="816"/>
                </a:lnTo>
                <a:lnTo>
                  <a:pt x="1725" y="816"/>
                </a:lnTo>
                <a:lnTo>
                  <a:pt x="1724" y="817"/>
                </a:lnTo>
                <a:lnTo>
                  <a:pt x="1723" y="817"/>
                </a:lnTo>
                <a:lnTo>
                  <a:pt x="1723" y="820"/>
                </a:lnTo>
                <a:lnTo>
                  <a:pt x="1723" y="821"/>
                </a:lnTo>
                <a:lnTo>
                  <a:pt x="1724" y="821"/>
                </a:lnTo>
                <a:lnTo>
                  <a:pt x="1724" y="822"/>
                </a:lnTo>
                <a:lnTo>
                  <a:pt x="1724" y="823"/>
                </a:lnTo>
                <a:lnTo>
                  <a:pt x="1723" y="824"/>
                </a:lnTo>
                <a:lnTo>
                  <a:pt x="1722" y="824"/>
                </a:lnTo>
                <a:lnTo>
                  <a:pt x="1722" y="825"/>
                </a:lnTo>
                <a:lnTo>
                  <a:pt x="1723" y="825"/>
                </a:lnTo>
                <a:lnTo>
                  <a:pt x="1723" y="826"/>
                </a:lnTo>
                <a:lnTo>
                  <a:pt x="1723" y="827"/>
                </a:lnTo>
                <a:lnTo>
                  <a:pt x="1722" y="827"/>
                </a:lnTo>
                <a:lnTo>
                  <a:pt x="1722" y="828"/>
                </a:lnTo>
                <a:lnTo>
                  <a:pt x="1721" y="828"/>
                </a:lnTo>
                <a:lnTo>
                  <a:pt x="1721" y="829"/>
                </a:lnTo>
                <a:lnTo>
                  <a:pt x="1721" y="830"/>
                </a:lnTo>
                <a:lnTo>
                  <a:pt x="1722" y="831"/>
                </a:lnTo>
                <a:lnTo>
                  <a:pt x="1722" y="832"/>
                </a:lnTo>
                <a:lnTo>
                  <a:pt x="1722" y="833"/>
                </a:lnTo>
                <a:lnTo>
                  <a:pt x="1723" y="833"/>
                </a:lnTo>
                <a:lnTo>
                  <a:pt x="1724" y="834"/>
                </a:lnTo>
                <a:lnTo>
                  <a:pt x="1724" y="835"/>
                </a:lnTo>
                <a:lnTo>
                  <a:pt x="1723" y="835"/>
                </a:lnTo>
                <a:lnTo>
                  <a:pt x="1723" y="836"/>
                </a:lnTo>
                <a:lnTo>
                  <a:pt x="1722" y="836"/>
                </a:lnTo>
                <a:lnTo>
                  <a:pt x="1721" y="836"/>
                </a:lnTo>
                <a:lnTo>
                  <a:pt x="1720" y="836"/>
                </a:lnTo>
                <a:lnTo>
                  <a:pt x="1720" y="837"/>
                </a:lnTo>
                <a:lnTo>
                  <a:pt x="1720" y="839"/>
                </a:lnTo>
                <a:lnTo>
                  <a:pt x="1720" y="840"/>
                </a:lnTo>
                <a:lnTo>
                  <a:pt x="1721" y="840"/>
                </a:lnTo>
                <a:lnTo>
                  <a:pt x="1720" y="840"/>
                </a:lnTo>
                <a:lnTo>
                  <a:pt x="1720" y="841"/>
                </a:lnTo>
                <a:lnTo>
                  <a:pt x="1719" y="841"/>
                </a:lnTo>
                <a:lnTo>
                  <a:pt x="1718" y="841"/>
                </a:lnTo>
                <a:lnTo>
                  <a:pt x="1716" y="839"/>
                </a:lnTo>
                <a:lnTo>
                  <a:pt x="1715" y="839"/>
                </a:lnTo>
                <a:lnTo>
                  <a:pt x="1714" y="839"/>
                </a:lnTo>
                <a:lnTo>
                  <a:pt x="1714" y="840"/>
                </a:lnTo>
                <a:lnTo>
                  <a:pt x="1713" y="840"/>
                </a:lnTo>
                <a:lnTo>
                  <a:pt x="1714" y="841"/>
                </a:lnTo>
                <a:lnTo>
                  <a:pt x="1714" y="842"/>
                </a:lnTo>
                <a:lnTo>
                  <a:pt x="1715" y="843"/>
                </a:lnTo>
                <a:lnTo>
                  <a:pt x="1714" y="844"/>
                </a:lnTo>
                <a:lnTo>
                  <a:pt x="1713" y="844"/>
                </a:lnTo>
                <a:lnTo>
                  <a:pt x="1712" y="845"/>
                </a:lnTo>
                <a:lnTo>
                  <a:pt x="1711" y="845"/>
                </a:lnTo>
                <a:lnTo>
                  <a:pt x="1711" y="844"/>
                </a:lnTo>
                <a:lnTo>
                  <a:pt x="1710" y="844"/>
                </a:lnTo>
                <a:lnTo>
                  <a:pt x="1709" y="844"/>
                </a:lnTo>
                <a:lnTo>
                  <a:pt x="1709" y="845"/>
                </a:lnTo>
                <a:lnTo>
                  <a:pt x="1709" y="846"/>
                </a:lnTo>
                <a:lnTo>
                  <a:pt x="1709" y="847"/>
                </a:lnTo>
                <a:lnTo>
                  <a:pt x="1709" y="848"/>
                </a:lnTo>
                <a:lnTo>
                  <a:pt x="1710" y="848"/>
                </a:lnTo>
                <a:lnTo>
                  <a:pt x="1710" y="849"/>
                </a:lnTo>
                <a:lnTo>
                  <a:pt x="1710" y="850"/>
                </a:lnTo>
                <a:lnTo>
                  <a:pt x="1710" y="851"/>
                </a:lnTo>
                <a:lnTo>
                  <a:pt x="1710" y="852"/>
                </a:lnTo>
                <a:lnTo>
                  <a:pt x="1709" y="854"/>
                </a:lnTo>
                <a:lnTo>
                  <a:pt x="1707" y="854"/>
                </a:lnTo>
                <a:lnTo>
                  <a:pt x="1707" y="855"/>
                </a:lnTo>
                <a:lnTo>
                  <a:pt x="1708" y="856"/>
                </a:lnTo>
                <a:lnTo>
                  <a:pt x="1708" y="857"/>
                </a:lnTo>
                <a:lnTo>
                  <a:pt x="1708" y="858"/>
                </a:lnTo>
                <a:lnTo>
                  <a:pt x="1707" y="858"/>
                </a:lnTo>
                <a:lnTo>
                  <a:pt x="1706" y="859"/>
                </a:lnTo>
                <a:lnTo>
                  <a:pt x="1705" y="859"/>
                </a:lnTo>
                <a:lnTo>
                  <a:pt x="1705" y="860"/>
                </a:lnTo>
                <a:lnTo>
                  <a:pt x="1705" y="862"/>
                </a:lnTo>
                <a:lnTo>
                  <a:pt x="1705" y="863"/>
                </a:lnTo>
                <a:lnTo>
                  <a:pt x="1706" y="863"/>
                </a:lnTo>
                <a:lnTo>
                  <a:pt x="1708" y="863"/>
                </a:lnTo>
                <a:lnTo>
                  <a:pt x="1709" y="863"/>
                </a:lnTo>
                <a:lnTo>
                  <a:pt x="1710" y="862"/>
                </a:lnTo>
                <a:lnTo>
                  <a:pt x="1711" y="862"/>
                </a:lnTo>
                <a:lnTo>
                  <a:pt x="1711" y="863"/>
                </a:lnTo>
                <a:lnTo>
                  <a:pt x="1711" y="864"/>
                </a:lnTo>
                <a:lnTo>
                  <a:pt x="1711" y="865"/>
                </a:lnTo>
                <a:lnTo>
                  <a:pt x="1711" y="866"/>
                </a:lnTo>
                <a:lnTo>
                  <a:pt x="1712" y="866"/>
                </a:lnTo>
                <a:lnTo>
                  <a:pt x="1713" y="866"/>
                </a:lnTo>
                <a:lnTo>
                  <a:pt x="1714" y="867"/>
                </a:lnTo>
                <a:lnTo>
                  <a:pt x="1714" y="868"/>
                </a:lnTo>
                <a:lnTo>
                  <a:pt x="1713" y="869"/>
                </a:lnTo>
                <a:lnTo>
                  <a:pt x="1712" y="870"/>
                </a:lnTo>
                <a:lnTo>
                  <a:pt x="1712" y="871"/>
                </a:lnTo>
                <a:lnTo>
                  <a:pt x="1712" y="872"/>
                </a:lnTo>
                <a:lnTo>
                  <a:pt x="1711" y="872"/>
                </a:lnTo>
                <a:lnTo>
                  <a:pt x="1711" y="873"/>
                </a:lnTo>
                <a:lnTo>
                  <a:pt x="1711" y="874"/>
                </a:lnTo>
                <a:lnTo>
                  <a:pt x="1711" y="875"/>
                </a:lnTo>
                <a:lnTo>
                  <a:pt x="1711" y="876"/>
                </a:lnTo>
                <a:lnTo>
                  <a:pt x="1712" y="877"/>
                </a:lnTo>
                <a:lnTo>
                  <a:pt x="1713" y="877"/>
                </a:lnTo>
                <a:lnTo>
                  <a:pt x="1712" y="877"/>
                </a:lnTo>
                <a:lnTo>
                  <a:pt x="1712" y="878"/>
                </a:lnTo>
                <a:lnTo>
                  <a:pt x="1711" y="878"/>
                </a:lnTo>
                <a:lnTo>
                  <a:pt x="1711" y="879"/>
                </a:lnTo>
                <a:lnTo>
                  <a:pt x="1712" y="880"/>
                </a:lnTo>
                <a:lnTo>
                  <a:pt x="1712" y="881"/>
                </a:lnTo>
                <a:lnTo>
                  <a:pt x="1711" y="881"/>
                </a:lnTo>
                <a:lnTo>
                  <a:pt x="1710" y="882"/>
                </a:lnTo>
                <a:lnTo>
                  <a:pt x="1709" y="882"/>
                </a:lnTo>
                <a:lnTo>
                  <a:pt x="1709" y="881"/>
                </a:lnTo>
                <a:lnTo>
                  <a:pt x="1708" y="881"/>
                </a:lnTo>
                <a:lnTo>
                  <a:pt x="1707" y="881"/>
                </a:lnTo>
                <a:lnTo>
                  <a:pt x="1706" y="881"/>
                </a:lnTo>
                <a:lnTo>
                  <a:pt x="1706" y="879"/>
                </a:lnTo>
                <a:lnTo>
                  <a:pt x="1705" y="878"/>
                </a:lnTo>
                <a:lnTo>
                  <a:pt x="1704" y="878"/>
                </a:lnTo>
                <a:lnTo>
                  <a:pt x="1703" y="878"/>
                </a:lnTo>
                <a:lnTo>
                  <a:pt x="1702" y="879"/>
                </a:lnTo>
                <a:lnTo>
                  <a:pt x="1701" y="879"/>
                </a:lnTo>
                <a:lnTo>
                  <a:pt x="1701" y="880"/>
                </a:lnTo>
                <a:lnTo>
                  <a:pt x="1700" y="880"/>
                </a:lnTo>
                <a:lnTo>
                  <a:pt x="1699" y="881"/>
                </a:lnTo>
                <a:lnTo>
                  <a:pt x="1698" y="882"/>
                </a:lnTo>
                <a:lnTo>
                  <a:pt x="1697" y="883"/>
                </a:lnTo>
                <a:lnTo>
                  <a:pt x="1696" y="884"/>
                </a:lnTo>
                <a:lnTo>
                  <a:pt x="1695" y="885"/>
                </a:lnTo>
                <a:lnTo>
                  <a:pt x="1694" y="886"/>
                </a:lnTo>
                <a:lnTo>
                  <a:pt x="1693" y="886"/>
                </a:lnTo>
                <a:lnTo>
                  <a:pt x="1693" y="887"/>
                </a:lnTo>
                <a:lnTo>
                  <a:pt x="1692" y="888"/>
                </a:lnTo>
                <a:lnTo>
                  <a:pt x="1691" y="889"/>
                </a:lnTo>
                <a:lnTo>
                  <a:pt x="1690" y="889"/>
                </a:lnTo>
                <a:lnTo>
                  <a:pt x="1690" y="890"/>
                </a:lnTo>
                <a:lnTo>
                  <a:pt x="1689" y="890"/>
                </a:lnTo>
                <a:lnTo>
                  <a:pt x="1689" y="891"/>
                </a:lnTo>
                <a:lnTo>
                  <a:pt x="1688" y="891"/>
                </a:lnTo>
                <a:lnTo>
                  <a:pt x="1687" y="891"/>
                </a:lnTo>
                <a:lnTo>
                  <a:pt x="1686" y="891"/>
                </a:lnTo>
                <a:lnTo>
                  <a:pt x="1686" y="892"/>
                </a:lnTo>
                <a:lnTo>
                  <a:pt x="1686" y="893"/>
                </a:lnTo>
                <a:lnTo>
                  <a:pt x="1686" y="895"/>
                </a:lnTo>
                <a:lnTo>
                  <a:pt x="1686" y="896"/>
                </a:lnTo>
                <a:lnTo>
                  <a:pt x="1686" y="895"/>
                </a:lnTo>
                <a:lnTo>
                  <a:pt x="1686" y="894"/>
                </a:lnTo>
                <a:lnTo>
                  <a:pt x="1685" y="894"/>
                </a:lnTo>
                <a:lnTo>
                  <a:pt x="1685" y="893"/>
                </a:lnTo>
                <a:lnTo>
                  <a:pt x="1685" y="892"/>
                </a:lnTo>
                <a:lnTo>
                  <a:pt x="1684" y="892"/>
                </a:lnTo>
                <a:lnTo>
                  <a:pt x="1684" y="891"/>
                </a:lnTo>
                <a:lnTo>
                  <a:pt x="1684" y="890"/>
                </a:lnTo>
                <a:lnTo>
                  <a:pt x="1683" y="890"/>
                </a:lnTo>
                <a:lnTo>
                  <a:pt x="1683" y="889"/>
                </a:lnTo>
                <a:lnTo>
                  <a:pt x="1682" y="888"/>
                </a:lnTo>
                <a:lnTo>
                  <a:pt x="1682" y="887"/>
                </a:lnTo>
                <a:lnTo>
                  <a:pt x="1681" y="887"/>
                </a:lnTo>
                <a:lnTo>
                  <a:pt x="1680" y="887"/>
                </a:lnTo>
                <a:lnTo>
                  <a:pt x="1680" y="888"/>
                </a:lnTo>
                <a:lnTo>
                  <a:pt x="1679" y="888"/>
                </a:lnTo>
                <a:lnTo>
                  <a:pt x="1678" y="888"/>
                </a:lnTo>
                <a:lnTo>
                  <a:pt x="1678" y="889"/>
                </a:lnTo>
                <a:lnTo>
                  <a:pt x="1677" y="889"/>
                </a:lnTo>
                <a:lnTo>
                  <a:pt x="1677" y="888"/>
                </a:lnTo>
                <a:lnTo>
                  <a:pt x="1676" y="887"/>
                </a:lnTo>
                <a:lnTo>
                  <a:pt x="1676" y="886"/>
                </a:lnTo>
                <a:lnTo>
                  <a:pt x="1675" y="886"/>
                </a:lnTo>
                <a:lnTo>
                  <a:pt x="1675" y="885"/>
                </a:lnTo>
                <a:lnTo>
                  <a:pt x="1675" y="884"/>
                </a:lnTo>
                <a:lnTo>
                  <a:pt x="1674" y="883"/>
                </a:lnTo>
                <a:lnTo>
                  <a:pt x="1673" y="883"/>
                </a:lnTo>
                <a:lnTo>
                  <a:pt x="1672" y="882"/>
                </a:lnTo>
                <a:lnTo>
                  <a:pt x="1671" y="882"/>
                </a:lnTo>
                <a:lnTo>
                  <a:pt x="1671" y="881"/>
                </a:lnTo>
                <a:lnTo>
                  <a:pt x="1670" y="881"/>
                </a:lnTo>
                <a:lnTo>
                  <a:pt x="1669" y="881"/>
                </a:lnTo>
                <a:lnTo>
                  <a:pt x="1668" y="881"/>
                </a:lnTo>
                <a:lnTo>
                  <a:pt x="1667" y="882"/>
                </a:lnTo>
                <a:lnTo>
                  <a:pt x="1666" y="882"/>
                </a:lnTo>
                <a:lnTo>
                  <a:pt x="1665" y="882"/>
                </a:lnTo>
                <a:lnTo>
                  <a:pt x="1664" y="882"/>
                </a:lnTo>
                <a:lnTo>
                  <a:pt x="1664" y="881"/>
                </a:lnTo>
                <a:lnTo>
                  <a:pt x="1663" y="881"/>
                </a:lnTo>
                <a:lnTo>
                  <a:pt x="1663" y="880"/>
                </a:lnTo>
                <a:lnTo>
                  <a:pt x="1662" y="880"/>
                </a:lnTo>
                <a:lnTo>
                  <a:pt x="1661" y="880"/>
                </a:lnTo>
                <a:lnTo>
                  <a:pt x="1661" y="879"/>
                </a:lnTo>
                <a:lnTo>
                  <a:pt x="1660" y="879"/>
                </a:lnTo>
                <a:lnTo>
                  <a:pt x="1660" y="878"/>
                </a:lnTo>
                <a:lnTo>
                  <a:pt x="1659" y="878"/>
                </a:lnTo>
                <a:lnTo>
                  <a:pt x="1659" y="877"/>
                </a:lnTo>
                <a:lnTo>
                  <a:pt x="1659" y="876"/>
                </a:lnTo>
                <a:lnTo>
                  <a:pt x="1658" y="876"/>
                </a:lnTo>
                <a:lnTo>
                  <a:pt x="1657" y="876"/>
                </a:lnTo>
                <a:lnTo>
                  <a:pt x="1656" y="876"/>
                </a:lnTo>
                <a:lnTo>
                  <a:pt x="1655" y="875"/>
                </a:lnTo>
                <a:lnTo>
                  <a:pt x="1654" y="874"/>
                </a:lnTo>
                <a:lnTo>
                  <a:pt x="1653" y="874"/>
                </a:lnTo>
                <a:lnTo>
                  <a:pt x="1652" y="874"/>
                </a:lnTo>
                <a:lnTo>
                  <a:pt x="1652" y="873"/>
                </a:lnTo>
                <a:lnTo>
                  <a:pt x="1651" y="873"/>
                </a:lnTo>
                <a:lnTo>
                  <a:pt x="1650" y="874"/>
                </a:lnTo>
                <a:lnTo>
                  <a:pt x="1649" y="874"/>
                </a:lnTo>
                <a:lnTo>
                  <a:pt x="1648" y="874"/>
                </a:lnTo>
                <a:lnTo>
                  <a:pt x="1648" y="873"/>
                </a:lnTo>
                <a:lnTo>
                  <a:pt x="1647" y="873"/>
                </a:lnTo>
                <a:lnTo>
                  <a:pt x="1646" y="872"/>
                </a:lnTo>
                <a:lnTo>
                  <a:pt x="1646" y="871"/>
                </a:lnTo>
                <a:lnTo>
                  <a:pt x="1646" y="870"/>
                </a:lnTo>
                <a:lnTo>
                  <a:pt x="1645" y="870"/>
                </a:lnTo>
                <a:lnTo>
                  <a:pt x="1644" y="869"/>
                </a:lnTo>
                <a:lnTo>
                  <a:pt x="1645" y="869"/>
                </a:lnTo>
                <a:lnTo>
                  <a:pt x="1644" y="868"/>
                </a:lnTo>
                <a:lnTo>
                  <a:pt x="1644" y="867"/>
                </a:lnTo>
                <a:lnTo>
                  <a:pt x="1644" y="866"/>
                </a:lnTo>
                <a:lnTo>
                  <a:pt x="1642" y="864"/>
                </a:lnTo>
                <a:lnTo>
                  <a:pt x="1641" y="864"/>
                </a:lnTo>
                <a:lnTo>
                  <a:pt x="1640" y="864"/>
                </a:lnTo>
                <a:lnTo>
                  <a:pt x="1640" y="863"/>
                </a:lnTo>
                <a:lnTo>
                  <a:pt x="1639" y="863"/>
                </a:lnTo>
                <a:lnTo>
                  <a:pt x="1639" y="862"/>
                </a:lnTo>
                <a:lnTo>
                  <a:pt x="1637" y="862"/>
                </a:lnTo>
                <a:lnTo>
                  <a:pt x="1636" y="862"/>
                </a:lnTo>
                <a:lnTo>
                  <a:pt x="1636" y="861"/>
                </a:lnTo>
                <a:lnTo>
                  <a:pt x="1635" y="861"/>
                </a:lnTo>
                <a:lnTo>
                  <a:pt x="1634" y="861"/>
                </a:lnTo>
                <a:lnTo>
                  <a:pt x="1633" y="861"/>
                </a:lnTo>
                <a:lnTo>
                  <a:pt x="1633" y="862"/>
                </a:lnTo>
                <a:lnTo>
                  <a:pt x="1632" y="862"/>
                </a:lnTo>
                <a:lnTo>
                  <a:pt x="1632" y="861"/>
                </a:lnTo>
                <a:lnTo>
                  <a:pt x="1631" y="859"/>
                </a:lnTo>
                <a:lnTo>
                  <a:pt x="1631" y="858"/>
                </a:lnTo>
                <a:lnTo>
                  <a:pt x="1631" y="857"/>
                </a:lnTo>
                <a:lnTo>
                  <a:pt x="1630" y="856"/>
                </a:lnTo>
                <a:lnTo>
                  <a:pt x="1629" y="855"/>
                </a:lnTo>
                <a:lnTo>
                  <a:pt x="1628" y="853"/>
                </a:lnTo>
                <a:lnTo>
                  <a:pt x="1627" y="853"/>
                </a:lnTo>
                <a:lnTo>
                  <a:pt x="1626" y="852"/>
                </a:lnTo>
                <a:lnTo>
                  <a:pt x="1625" y="852"/>
                </a:lnTo>
                <a:lnTo>
                  <a:pt x="1624" y="853"/>
                </a:lnTo>
                <a:lnTo>
                  <a:pt x="1623" y="853"/>
                </a:lnTo>
                <a:lnTo>
                  <a:pt x="1623" y="854"/>
                </a:lnTo>
                <a:lnTo>
                  <a:pt x="1623" y="855"/>
                </a:lnTo>
                <a:lnTo>
                  <a:pt x="1623" y="856"/>
                </a:lnTo>
                <a:lnTo>
                  <a:pt x="1620" y="856"/>
                </a:lnTo>
                <a:lnTo>
                  <a:pt x="1619" y="856"/>
                </a:lnTo>
                <a:lnTo>
                  <a:pt x="1618" y="856"/>
                </a:lnTo>
                <a:lnTo>
                  <a:pt x="1618" y="855"/>
                </a:lnTo>
                <a:lnTo>
                  <a:pt x="1617" y="856"/>
                </a:lnTo>
                <a:lnTo>
                  <a:pt x="1617" y="855"/>
                </a:lnTo>
                <a:lnTo>
                  <a:pt x="1616" y="855"/>
                </a:lnTo>
                <a:lnTo>
                  <a:pt x="1615" y="855"/>
                </a:lnTo>
                <a:lnTo>
                  <a:pt x="1614" y="854"/>
                </a:lnTo>
                <a:lnTo>
                  <a:pt x="1613" y="853"/>
                </a:lnTo>
                <a:lnTo>
                  <a:pt x="1613" y="852"/>
                </a:lnTo>
                <a:lnTo>
                  <a:pt x="1613" y="851"/>
                </a:lnTo>
                <a:lnTo>
                  <a:pt x="1613" y="850"/>
                </a:lnTo>
                <a:lnTo>
                  <a:pt x="1613" y="847"/>
                </a:lnTo>
                <a:lnTo>
                  <a:pt x="1612" y="846"/>
                </a:lnTo>
                <a:lnTo>
                  <a:pt x="1612" y="845"/>
                </a:lnTo>
                <a:lnTo>
                  <a:pt x="1611" y="845"/>
                </a:lnTo>
                <a:lnTo>
                  <a:pt x="1609" y="845"/>
                </a:lnTo>
                <a:lnTo>
                  <a:pt x="1608" y="845"/>
                </a:lnTo>
                <a:lnTo>
                  <a:pt x="1607" y="845"/>
                </a:lnTo>
                <a:lnTo>
                  <a:pt x="1607" y="846"/>
                </a:lnTo>
                <a:lnTo>
                  <a:pt x="1606" y="846"/>
                </a:lnTo>
                <a:lnTo>
                  <a:pt x="1605" y="847"/>
                </a:lnTo>
                <a:lnTo>
                  <a:pt x="1603" y="847"/>
                </a:lnTo>
                <a:lnTo>
                  <a:pt x="1601" y="847"/>
                </a:lnTo>
                <a:lnTo>
                  <a:pt x="1599" y="847"/>
                </a:lnTo>
                <a:lnTo>
                  <a:pt x="1598" y="847"/>
                </a:lnTo>
                <a:lnTo>
                  <a:pt x="1596" y="847"/>
                </a:lnTo>
                <a:lnTo>
                  <a:pt x="1595" y="847"/>
                </a:lnTo>
                <a:lnTo>
                  <a:pt x="1594" y="848"/>
                </a:lnTo>
                <a:lnTo>
                  <a:pt x="1593" y="849"/>
                </a:lnTo>
                <a:lnTo>
                  <a:pt x="1591" y="849"/>
                </a:lnTo>
                <a:lnTo>
                  <a:pt x="1589" y="849"/>
                </a:lnTo>
                <a:lnTo>
                  <a:pt x="1587" y="849"/>
                </a:lnTo>
                <a:lnTo>
                  <a:pt x="1586" y="849"/>
                </a:lnTo>
                <a:lnTo>
                  <a:pt x="1586" y="848"/>
                </a:lnTo>
                <a:lnTo>
                  <a:pt x="1585" y="848"/>
                </a:lnTo>
                <a:lnTo>
                  <a:pt x="1585" y="847"/>
                </a:lnTo>
                <a:lnTo>
                  <a:pt x="1584" y="847"/>
                </a:lnTo>
                <a:lnTo>
                  <a:pt x="1584" y="846"/>
                </a:lnTo>
                <a:lnTo>
                  <a:pt x="1583" y="846"/>
                </a:lnTo>
                <a:lnTo>
                  <a:pt x="1583" y="845"/>
                </a:lnTo>
                <a:lnTo>
                  <a:pt x="1582" y="845"/>
                </a:lnTo>
                <a:lnTo>
                  <a:pt x="1582" y="844"/>
                </a:lnTo>
                <a:lnTo>
                  <a:pt x="1581" y="844"/>
                </a:lnTo>
                <a:lnTo>
                  <a:pt x="1580" y="844"/>
                </a:lnTo>
                <a:lnTo>
                  <a:pt x="1579" y="844"/>
                </a:lnTo>
                <a:lnTo>
                  <a:pt x="1578" y="844"/>
                </a:lnTo>
                <a:lnTo>
                  <a:pt x="1578" y="843"/>
                </a:lnTo>
                <a:lnTo>
                  <a:pt x="1578" y="842"/>
                </a:lnTo>
                <a:lnTo>
                  <a:pt x="1578" y="841"/>
                </a:lnTo>
                <a:lnTo>
                  <a:pt x="1578" y="840"/>
                </a:lnTo>
                <a:lnTo>
                  <a:pt x="1577" y="840"/>
                </a:lnTo>
                <a:lnTo>
                  <a:pt x="1577" y="839"/>
                </a:lnTo>
                <a:lnTo>
                  <a:pt x="1576" y="839"/>
                </a:lnTo>
                <a:lnTo>
                  <a:pt x="1576" y="837"/>
                </a:lnTo>
                <a:lnTo>
                  <a:pt x="1575" y="839"/>
                </a:lnTo>
                <a:lnTo>
                  <a:pt x="1574" y="839"/>
                </a:lnTo>
                <a:lnTo>
                  <a:pt x="1573" y="839"/>
                </a:lnTo>
                <a:lnTo>
                  <a:pt x="1572" y="839"/>
                </a:lnTo>
                <a:lnTo>
                  <a:pt x="1571" y="839"/>
                </a:lnTo>
                <a:lnTo>
                  <a:pt x="1570" y="839"/>
                </a:lnTo>
                <a:lnTo>
                  <a:pt x="1570" y="840"/>
                </a:lnTo>
                <a:lnTo>
                  <a:pt x="1569" y="840"/>
                </a:lnTo>
                <a:lnTo>
                  <a:pt x="1569" y="841"/>
                </a:lnTo>
                <a:lnTo>
                  <a:pt x="1568" y="841"/>
                </a:lnTo>
                <a:lnTo>
                  <a:pt x="1567" y="841"/>
                </a:lnTo>
                <a:lnTo>
                  <a:pt x="1566" y="841"/>
                </a:lnTo>
                <a:lnTo>
                  <a:pt x="1566" y="840"/>
                </a:lnTo>
                <a:lnTo>
                  <a:pt x="1565" y="840"/>
                </a:lnTo>
                <a:lnTo>
                  <a:pt x="1565" y="841"/>
                </a:lnTo>
                <a:lnTo>
                  <a:pt x="1564" y="841"/>
                </a:lnTo>
                <a:lnTo>
                  <a:pt x="1563" y="841"/>
                </a:lnTo>
                <a:lnTo>
                  <a:pt x="1562" y="841"/>
                </a:lnTo>
                <a:lnTo>
                  <a:pt x="1561" y="842"/>
                </a:lnTo>
                <a:lnTo>
                  <a:pt x="1560" y="842"/>
                </a:lnTo>
                <a:lnTo>
                  <a:pt x="1559" y="842"/>
                </a:lnTo>
                <a:lnTo>
                  <a:pt x="1558" y="842"/>
                </a:lnTo>
                <a:lnTo>
                  <a:pt x="1558" y="843"/>
                </a:lnTo>
                <a:lnTo>
                  <a:pt x="1557" y="843"/>
                </a:lnTo>
                <a:lnTo>
                  <a:pt x="1556" y="843"/>
                </a:lnTo>
                <a:lnTo>
                  <a:pt x="1556" y="844"/>
                </a:lnTo>
                <a:lnTo>
                  <a:pt x="1555" y="844"/>
                </a:lnTo>
                <a:lnTo>
                  <a:pt x="1555" y="845"/>
                </a:lnTo>
                <a:lnTo>
                  <a:pt x="1554" y="845"/>
                </a:lnTo>
                <a:lnTo>
                  <a:pt x="1553" y="846"/>
                </a:lnTo>
                <a:lnTo>
                  <a:pt x="1552" y="846"/>
                </a:lnTo>
                <a:lnTo>
                  <a:pt x="1552" y="847"/>
                </a:lnTo>
                <a:lnTo>
                  <a:pt x="1551" y="847"/>
                </a:lnTo>
                <a:lnTo>
                  <a:pt x="1550" y="847"/>
                </a:lnTo>
                <a:lnTo>
                  <a:pt x="1549" y="848"/>
                </a:lnTo>
                <a:lnTo>
                  <a:pt x="1548" y="848"/>
                </a:lnTo>
                <a:lnTo>
                  <a:pt x="1548" y="849"/>
                </a:lnTo>
                <a:lnTo>
                  <a:pt x="1547" y="849"/>
                </a:lnTo>
                <a:lnTo>
                  <a:pt x="1546" y="849"/>
                </a:lnTo>
                <a:lnTo>
                  <a:pt x="1546" y="850"/>
                </a:lnTo>
                <a:lnTo>
                  <a:pt x="1545" y="850"/>
                </a:lnTo>
                <a:lnTo>
                  <a:pt x="1544" y="850"/>
                </a:lnTo>
                <a:lnTo>
                  <a:pt x="1543" y="850"/>
                </a:lnTo>
                <a:lnTo>
                  <a:pt x="1543" y="851"/>
                </a:lnTo>
                <a:lnTo>
                  <a:pt x="1542" y="851"/>
                </a:lnTo>
                <a:lnTo>
                  <a:pt x="1541" y="851"/>
                </a:lnTo>
                <a:lnTo>
                  <a:pt x="1540" y="851"/>
                </a:lnTo>
                <a:lnTo>
                  <a:pt x="1539" y="852"/>
                </a:lnTo>
                <a:lnTo>
                  <a:pt x="1538" y="852"/>
                </a:lnTo>
                <a:lnTo>
                  <a:pt x="1537" y="852"/>
                </a:lnTo>
                <a:lnTo>
                  <a:pt x="1536" y="852"/>
                </a:lnTo>
                <a:lnTo>
                  <a:pt x="1535" y="853"/>
                </a:lnTo>
                <a:lnTo>
                  <a:pt x="1534" y="853"/>
                </a:lnTo>
                <a:lnTo>
                  <a:pt x="1534" y="854"/>
                </a:lnTo>
                <a:lnTo>
                  <a:pt x="1533" y="854"/>
                </a:lnTo>
                <a:lnTo>
                  <a:pt x="1532" y="855"/>
                </a:lnTo>
                <a:lnTo>
                  <a:pt x="1531" y="855"/>
                </a:lnTo>
                <a:lnTo>
                  <a:pt x="1531" y="856"/>
                </a:lnTo>
                <a:lnTo>
                  <a:pt x="1531" y="857"/>
                </a:lnTo>
                <a:lnTo>
                  <a:pt x="1530" y="857"/>
                </a:lnTo>
                <a:lnTo>
                  <a:pt x="1530" y="858"/>
                </a:lnTo>
                <a:lnTo>
                  <a:pt x="1530" y="859"/>
                </a:lnTo>
                <a:lnTo>
                  <a:pt x="1530" y="860"/>
                </a:lnTo>
                <a:lnTo>
                  <a:pt x="1529" y="861"/>
                </a:lnTo>
                <a:lnTo>
                  <a:pt x="1529" y="862"/>
                </a:lnTo>
                <a:lnTo>
                  <a:pt x="1529" y="863"/>
                </a:lnTo>
                <a:lnTo>
                  <a:pt x="1529" y="864"/>
                </a:lnTo>
                <a:lnTo>
                  <a:pt x="1528" y="865"/>
                </a:lnTo>
                <a:lnTo>
                  <a:pt x="1527" y="866"/>
                </a:lnTo>
                <a:lnTo>
                  <a:pt x="1527" y="867"/>
                </a:lnTo>
                <a:lnTo>
                  <a:pt x="1526" y="867"/>
                </a:lnTo>
                <a:lnTo>
                  <a:pt x="1525" y="868"/>
                </a:lnTo>
                <a:lnTo>
                  <a:pt x="1525" y="869"/>
                </a:lnTo>
                <a:lnTo>
                  <a:pt x="1524" y="869"/>
                </a:lnTo>
                <a:lnTo>
                  <a:pt x="1524" y="870"/>
                </a:lnTo>
                <a:lnTo>
                  <a:pt x="1523" y="870"/>
                </a:lnTo>
                <a:lnTo>
                  <a:pt x="1523" y="871"/>
                </a:lnTo>
                <a:lnTo>
                  <a:pt x="1522" y="872"/>
                </a:lnTo>
                <a:lnTo>
                  <a:pt x="1521" y="873"/>
                </a:lnTo>
                <a:lnTo>
                  <a:pt x="1521" y="874"/>
                </a:lnTo>
                <a:lnTo>
                  <a:pt x="1520" y="875"/>
                </a:lnTo>
                <a:lnTo>
                  <a:pt x="1520" y="876"/>
                </a:lnTo>
                <a:lnTo>
                  <a:pt x="1519" y="876"/>
                </a:lnTo>
                <a:lnTo>
                  <a:pt x="1519" y="877"/>
                </a:lnTo>
                <a:lnTo>
                  <a:pt x="1518" y="877"/>
                </a:lnTo>
                <a:lnTo>
                  <a:pt x="1518" y="878"/>
                </a:lnTo>
                <a:lnTo>
                  <a:pt x="1517" y="878"/>
                </a:lnTo>
                <a:lnTo>
                  <a:pt x="1516" y="878"/>
                </a:lnTo>
                <a:lnTo>
                  <a:pt x="1516" y="879"/>
                </a:lnTo>
                <a:lnTo>
                  <a:pt x="1515" y="879"/>
                </a:lnTo>
                <a:lnTo>
                  <a:pt x="1514" y="879"/>
                </a:lnTo>
                <a:lnTo>
                  <a:pt x="1513" y="880"/>
                </a:lnTo>
                <a:lnTo>
                  <a:pt x="1512" y="880"/>
                </a:lnTo>
                <a:lnTo>
                  <a:pt x="1511" y="881"/>
                </a:lnTo>
                <a:lnTo>
                  <a:pt x="1510" y="881"/>
                </a:lnTo>
                <a:lnTo>
                  <a:pt x="1509" y="882"/>
                </a:lnTo>
                <a:lnTo>
                  <a:pt x="1508" y="882"/>
                </a:lnTo>
                <a:lnTo>
                  <a:pt x="1508" y="883"/>
                </a:lnTo>
                <a:lnTo>
                  <a:pt x="1507" y="883"/>
                </a:lnTo>
                <a:lnTo>
                  <a:pt x="1506" y="883"/>
                </a:lnTo>
                <a:lnTo>
                  <a:pt x="1505" y="884"/>
                </a:lnTo>
                <a:lnTo>
                  <a:pt x="1504" y="885"/>
                </a:lnTo>
                <a:lnTo>
                  <a:pt x="1503" y="885"/>
                </a:lnTo>
                <a:lnTo>
                  <a:pt x="1502" y="886"/>
                </a:lnTo>
                <a:lnTo>
                  <a:pt x="1501" y="886"/>
                </a:lnTo>
                <a:lnTo>
                  <a:pt x="1500" y="886"/>
                </a:lnTo>
                <a:lnTo>
                  <a:pt x="1499" y="886"/>
                </a:lnTo>
                <a:lnTo>
                  <a:pt x="1498" y="886"/>
                </a:lnTo>
                <a:lnTo>
                  <a:pt x="1497" y="887"/>
                </a:lnTo>
                <a:lnTo>
                  <a:pt x="1496" y="887"/>
                </a:lnTo>
                <a:lnTo>
                  <a:pt x="1496" y="888"/>
                </a:lnTo>
                <a:lnTo>
                  <a:pt x="1495" y="888"/>
                </a:lnTo>
                <a:lnTo>
                  <a:pt x="1495" y="889"/>
                </a:lnTo>
                <a:lnTo>
                  <a:pt x="1494" y="889"/>
                </a:lnTo>
                <a:lnTo>
                  <a:pt x="1493" y="889"/>
                </a:lnTo>
                <a:lnTo>
                  <a:pt x="1492" y="889"/>
                </a:lnTo>
                <a:lnTo>
                  <a:pt x="1491" y="889"/>
                </a:lnTo>
                <a:lnTo>
                  <a:pt x="1490" y="889"/>
                </a:lnTo>
                <a:lnTo>
                  <a:pt x="1490" y="890"/>
                </a:lnTo>
                <a:lnTo>
                  <a:pt x="1490" y="891"/>
                </a:lnTo>
                <a:lnTo>
                  <a:pt x="1489" y="891"/>
                </a:lnTo>
                <a:lnTo>
                  <a:pt x="1488" y="891"/>
                </a:lnTo>
                <a:lnTo>
                  <a:pt x="1487" y="891"/>
                </a:lnTo>
                <a:lnTo>
                  <a:pt x="1486" y="891"/>
                </a:lnTo>
                <a:lnTo>
                  <a:pt x="1485" y="891"/>
                </a:lnTo>
                <a:lnTo>
                  <a:pt x="1484" y="891"/>
                </a:lnTo>
                <a:lnTo>
                  <a:pt x="1481" y="891"/>
                </a:lnTo>
                <a:lnTo>
                  <a:pt x="1480" y="891"/>
                </a:lnTo>
                <a:lnTo>
                  <a:pt x="1479" y="891"/>
                </a:lnTo>
                <a:lnTo>
                  <a:pt x="1478" y="891"/>
                </a:lnTo>
                <a:lnTo>
                  <a:pt x="1478" y="892"/>
                </a:lnTo>
                <a:lnTo>
                  <a:pt x="1477" y="892"/>
                </a:lnTo>
                <a:lnTo>
                  <a:pt x="1476" y="892"/>
                </a:lnTo>
                <a:lnTo>
                  <a:pt x="1475" y="891"/>
                </a:lnTo>
                <a:lnTo>
                  <a:pt x="1474" y="891"/>
                </a:lnTo>
                <a:lnTo>
                  <a:pt x="1475" y="891"/>
                </a:lnTo>
                <a:lnTo>
                  <a:pt x="1475" y="890"/>
                </a:lnTo>
                <a:lnTo>
                  <a:pt x="1474" y="890"/>
                </a:lnTo>
                <a:lnTo>
                  <a:pt x="1473" y="889"/>
                </a:lnTo>
                <a:lnTo>
                  <a:pt x="1472" y="889"/>
                </a:lnTo>
                <a:lnTo>
                  <a:pt x="1471" y="889"/>
                </a:lnTo>
                <a:lnTo>
                  <a:pt x="1470" y="890"/>
                </a:lnTo>
                <a:lnTo>
                  <a:pt x="1469" y="890"/>
                </a:lnTo>
                <a:lnTo>
                  <a:pt x="1469" y="891"/>
                </a:lnTo>
                <a:lnTo>
                  <a:pt x="1469" y="892"/>
                </a:lnTo>
                <a:lnTo>
                  <a:pt x="1468" y="892"/>
                </a:lnTo>
                <a:lnTo>
                  <a:pt x="1467" y="892"/>
                </a:lnTo>
                <a:lnTo>
                  <a:pt x="1467" y="893"/>
                </a:lnTo>
                <a:lnTo>
                  <a:pt x="1465" y="893"/>
                </a:lnTo>
                <a:lnTo>
                  <a:pt x="1463" y="893"/>
                </a:lnTo>
                <a:lnTo>
                  <a:pt x="1463" y="894"/>
                </a:lnTo>
                <a:lnTo>
                  <a:pt x="1462" y="894"/>
                </a:lnTo>
                <a:lnTo>
                  <a:pt x="1461" y="894"/>
                </a:lnTo>
                <a:lnTo>
                  <a:pt x="1461" y="895"/>
                </a:lnTo>
                <a:lnTo>
                  <a:pt x="1460" y="895"/>
                </a:lnTo>
                <a:lnTo>
                  <a:pt x="1459" y="895"/>
                </a:lnTo>
                <a:lnTo>
                  <a:pt x="1459" y="896"/>
                </a:lnTo>
                <a:lnTo>
                  <a:pt x="1458" y="896"/>
                </a:lnTo>
                <a:lnTo>
                  <a:pt x="1458" y="897"/>
                </a:lnTo>
                <a:lnTo>
                  <a:pt x="1457" y="897"/>
                </a:lnTo>
                <a:lnTo>
                  <a:pt x="1456" y="897"/>
                </a:lnTo>
                <a:lnTo>
                  <a:pt x="1456" y="898"/>
                </a:lnTo>
                <a:lnTo>
                  <a:pt x="1455" y="898"/>
                </a:lnTo>
                <a:lnTo>
                  <a:pt x="1454" y="898"/>
                </a:lnTo>
                <a:lnTo>
                  <a:pt x="1453" y="898"/>
                </a:lnTo>
                <a:lnTo>
                  <a:pt x="1451" y="898"/>
                </a:lnTo>
                <a:lnTo>
                  <a:pt x="1451" y="899"/>
                </a:lnTo>
                <a:lnTo>
                  <a:pt x="1450" y="899"/>
                </a:lnTo>
                <a:lnTo>
                  <a:pt x="1450" y="900"/>
                </a:lnTo>
                <a:lnTo>
                  <a:pt x="1450" y="901"/>
                </a:lnTo>
                <a:lnTo>
                  <a:pt x="1450" y="902"/>
                </a:lnTo>
                <a:lnTo>
                  <a:pt x="1449" y="902"/>
                </a:lnTo>
                <a:lnTo>
                  <a:pt x="1448" y="902"/>
                </a:lnTo>
                <a:lnTo>
                  <a:pt x="1448" y="903"/>
                </a:lnTo>
                <a:lnTo>
                  <a:pt x="1447" y="903"/>
                </a:lnTo>
                <a:lnTo>
                  <a:pt x="1447" y="904"/>
                </a:lnTo>
                <a:lnTo>
                  <a:pt x="1446" y="904"/>
                </a:lnTo>
                <a:lnTo>
                  <a:pt x="1446" y="905"/>
                </a:lnTo>
                <a:lnTo>
                  <a:pt x="1445" y="906"/>
                </a:lnTo>
                <a:lnTo>
                  <a:pt x="1444" y="907"/>
                </a:lnTo>
                <a:lnTo>
                  <a:pt x="1443" y="908"/>
                </a:lnTo>
                <a:lnTo>
                  <a:pt x="1442" y="908"/>
                </a:lnTo>
                <a:lnTo>
                  <a:pt x="1442" y="909"/>
                </a:lnTo>
                <a:lnTo>
                  <a:pt x="1441" y="909"/>
                </a:lnTo>
                <a:lnTo>
                  <a:pt x="1440" y="909"/>
                </a:lnTo>
                <a:lnTo>
                  <a:pt x="1439" y="909"/>
                </a:lnTo>
                <a:lnTo>
                  <a:pt x="1439" y="910"/>
                </a:lnTo>
                <a:lnTo>
                  <a:pt x="1438" y="910"/>
                </a:lnTo>
                <a:lnTo>
                  <a:pt x="1437" y="910"/>
                </a:lnTo>
                <a:lnTo>
                  <a:pt x="1436" y="911"/>
                </a:lnTo>
                <a:lnTo>
                  <a:pt x="1435" y="911"/>
                </a:lnTo>
                <a:lnTo>
                  <a:pt x="1434" y="912"/>
                </a:lnTo>
                <a:lnTo>
                  <a:pt x="1433" y="912"/>
                </a:lnTo>
                <a:lnTo>
                  <a:pt x="1432" y="912"/>
                </a:lnTo>
                <a:lnTo>
                  <a:pt x="1432" y="913"/>
                </a:lnTo>
                <a:lnTo>
                  <a:pt x="1431" y="913"/>
                </a:lnTo>
                <a:lnTo>
                  <a:pt x="1431" y="914"/>
                </a:lnTo>
                <a:lnTo>
                  <a:pt x="1430" y="914"/>
                </a:lnTo>
                <a:lnTo>
                  <a:pt x="1430" y="915"/>
                </a:lnTo>
                <a:lnTo>
                  <a:pt x="1429" y="915"/>
                </a:lnTo>
                <a:lnTo>
                  <a:pt x="1429" y="916"/>
                </a:lnTo>
                <a:lnTo>
                  <a:pt x="1428" y="916"/>
                </a:lnTo>
                <a:lnTo>
                  <a:pt x="1428" y="917"/>
                </a:lnTo>
                <a:lnTo>
                  <a:pt x="1427" y="917"/>
                </a:lnTo>
                <a:lnTo>
                  <a:pt x="1426" y="917"/>
                </a:lnTo>
                <a:lnTo>
                  <a:pt x="1424" y="919"/>
                </a:lnTo>
                <a:lnTo>
                  <a:pt x="1423" y="921"/>
                </a:lnTo>
                <a:lnTo>
                  <a:pt x="1422" y="922"/>
                </a:lnTo>
                <a:lnTo>
                  <a:pt x="1421" y="923"/>
                </a:lnTo>
                <a:lnTo>
                  <a:pt x="1420" y="923"/>
                </a:lnTo>
                <a:lnTo>
                  <a:pt x="1420" y="924"/>
                </a:lnTo>
                <a:lnTo>
                  <a:pt x="1419" y="924"/>
                </a:lnTo>
                <a:lnTo>
                  <a:pt x="1419" y="925"/>
                </a:lnTo>
                <a:lnTo>
                  <a:pt x="1418" y="925"/>
                </a:lnTo>
                <a:lnTo>
                  <a:pt x="1417" y="926"/>
                </a:lnTo>
                <a:lnTo>
                  <a:pt x="1415" y="928"/>
                </a:lnTo>
                <a:lnTo>
                  <a:pt x="1415" y="929"/>
                </a:lnTo>
                <a:lnTo>
                  <a:pt x="1414" y="929"/>
                </a:lnTo>
                <a:lnTo>
                  <a:pt x="1413" y="930"/>
                </a:lnTo>
                <a:lnTo>
                  <a:pt x="1412" y="931"/>
                </a:lnTo>
                <a:lnTo>
                  <a:pt x="1412" y="932"/>
                </a:lnTo>
                <a:lnTo>
                  <a:pt x="1411" y="933"/>
                </a:lnTo>
                <a:lnTo>
                  <a:pt x="1410" y="934"/>
                </a:lnTo>
                <a:lnTo>
                  <a:pt x="1408" y="936"/>
                </a:lnTo>
                <a:lnTo>
                  <a:pt x="1407" y="937"/>
                </a:lnTo>
                <a:lnTo>
                  <a:pt x="1406" y="938"/>
                </a:lnTo>
                <a:lnTo>
                  <a:pt x="1406" y="939"/>
                </a:lnTo>
                <a:lnTo>
                  <a:pt x="1405" y="939"/>
                </a:lnTo>
                <a:lnTo>
                  <a:pt x="1405" y="940"/>
                </a:lnTo>
                <a:lnTo>
                  <a:pt x="1404" y="941"/>
                </a:lnTo>
                <a:lnTo>
                  <a:pt x="1403" y="942"/>
                </a:lnTo>
                <a:lnTo>
                  <a:pt x="1400" y="945"/>
                </a:lnTo>
                <a:lnTo>
                  <a:pt x="1399" y="946"/>
                </a:lnTo>
                <a:lnTo>
                  <a:pt x="1399" y="947"/>
                </a:lnTo>
                <a:lnTo>
                  <a:pt x="1398" y="947"/>
                </a:lnTo>
                <a:lnTo>
                  <a:pt x="1398" y="948"/>
                </a:lnTo>
                <a:lnTo>
                  <a:pt x="1397" y="949"/>
                </a:lnTo>
                <a:lnTo>
                  <a:pt x="1396" y="950"/>
                </a:lnTo>
                <a:lnTo>
                  <a:pt x="1396" y="951"/>
                </a:lnTo>
                <a:lnTo>
                  <a:pt x="1395" y="951"/>
                </a:lnTo>
                <a:lnTo>
                  <a:pt x="1394" y="953"/>
                </a:lnTo>
                <a:lnTo>
                  <a:pt x="1394" y="954"/>
                </a:lnTo>
                <a:lnTo>
                  <a:pt x="1393" y="954"/>
                </a:lnTo>
                <a:lnTo>
                  <a:pt x="1393" y="955"/>
                </a:lnTo>
                <a:lnTo>
                  <a:pt x="1393" y="956"/>
                </a:lnTo>
                <a:lnTo>
                  <a:pt x="1393" y="957"/>
                </a:lnTo>
                <a:lnTo>
                  <a:pt x="1393" y="958"/>
                </a:lnTo>
                <a:lnTo>
                  <a:pt x="1393" y="959"/>
                </a:lnTo>
                <a:lnTo>
                  <a:pt x="1393" y="960"/>
                </a:lnTo>
                <a:lnTo>
                  <a:pt x="1393" y="961"/>
                </a:lnTo>
                <a:lnTo>
                  <a:pt x="1393" y="962"/>
                </a:lnTo>
                <a:lnTo>
                  <a:pt x="1393" y="963"/>
                </a:lnTo>
                <a:lnTo>
                  <a:pt x="1393" y="964"/>
                </a:lnTo>
                <a:lnTo>
                  <a:pt x="1392" y="967"/>
                </a:lnTo>
                <a:lnTo>
                  <a:pt x="1392" y="968"/>
                </a:lnTo>
                <a:lnTo>
                  <a:pt x="1391" y="969"/>
                </a:lnTo>
                <a:lnTo>
                  <a:pt x="1390" y="969"/>
                </a:lnTo>
                <a:lnTo>
                  <a:pt x="1389" y="969"/>
                </a:lnTo>
                <a:lnTo>
                  <a:pt x="1388" y="969"/>
                </a:lnTo>
                <a:lnTo>
                  <a:pt x="1387" y="970"/>
                </a:lnTo>
                <a:lnTo>
                  <a:pt x="1386" y="970"/>
                </a:lnTo>
                <a:lnTo>
                  <a:pt x="1385" y="970"/>
                </a:lnTo>
                <a:lnTo>
                  <a:pt x="1384" y="970"/>
                </a:lnTo>
                <a:lnTo>
                  <a:pt x="1383" y="970"/>
                </a:lnTo>
                <a:lnTo>
                  <a:pt x="1382" y="971"/>
                </a:lnTo>
                <a:lnTo>
                  <a:pt x="1381" y="971"/>
                </a:lnTo>
                <a:lnTo>
                  <a:pt x="1380" y="972"/>
                </a:lnTo>
                <a:lnTo>
                  <a:pt x="1379" y="972"/>
                </a:lnTo>
                <a:lnTo>
                  <a:pt x="1379" y="973"/>
                </a:lnTo>
                <a:lnTo>
                  <a:pt x="1378" y="973"/>
                </a:lnTo>
                <a:lnTo>
                  <a:pt x="1377" y="974"/>
                </a:lnTo>
                <a:lnTo>
                  <a:pt x="1376" y="974"/>
                </a:lnTo>
                <a:lnTo>
                  <a:pt x="1376" y="975"/>
                </a:lnTo>
                <a:lnTo>
                  <a:pt x="1375" y="975"/>
                </a:lnTo>
                <a:lnTo>
                  <a:pt x="1374" y="975"/>
                </a:lnTo>
                <a:lnTo>
                  <a:pt x="1374" y="976"/>
                </a:lnTo>
                <a:lnTo>
                  <a:pt x="1373" y="976"/>
                </a:lnTo>
                <a:lnTo>
                  <a:pt x="1372" y="976"/>
                </a:lnTo>
                <a:lnTo>
                  <a:pt x="1371" y="976"/>
                </a:lnTo>
                <a:lnTo>
                  <a:pt x="1370" y="977"/>
                </a:lnTo>
                <a:lnTo>
                  <a:pt x="1369" y="977"/>
                </a:lnTo>
                <a:lnTo>
                  <a:pt x="1368" y="977"/>
                </a:lnTo>
                <a:lnTo>
                  <a:pt x="1367" y="977"/>
                </a:lnTo>
                <a:lnTo>
                  <a:pt x="1366" y="977"/>
                </a:lnTo>
                <a:lnTo>
                  <a:pt x="1366" y="978"/>
                </a:lnTo>
                <a:lnTo>
                  <a:pt x="1365" y="978"/>
                </a:lnTo>
                <a:lnTo>
                  <a:pt x="1364" y="978"/>
                </a:lnTo>
                <a:lnTo>
                  <a:pt x="1363" y="978"/>
                </a:lnTo>
                <a:lnTo>
                  <a:pt x="1362" y="978"/>
                </a:lnTo>
                <a:lnTo>
                  <a:pt x="1361" y="978"/>
                </a:lnTo>
                <a:lnTo>
                  <a:pt x="1360" y="978"/>
                </a:lnTo>
                <a:lnTo>
                  <a:pt x="1359" y="979"/>
                </a:lnTo>
                <a:lnTo>
                  <a:pt x="1356" y="979"/>
                </a:lnTo>
                <a:lnTo>
                  <a:pt x="1355" y="979"/>
                </a:lnTo>
                <a:lnTo>
                  <a:pt x="1354" y="979"/>
                </a:lnTo>
                <a:lnTo>
                  <a:pt x="1353" y="979"/>
                </a:lnTo>
                <a:lnTo>
                  <a:pt x="1349" y="979"/>
                </a:lnTo>
                <a:lnTo>
                  <a:pt x="1348" y="979"/>
                </a:lnTo>
                <a:lnTo>
                  <a:pt x="1347" y="979"/>
                </a:lnTo>
                <a:lnTo>
                  <a:pt x="1346" y="979"/>
                </a:lnTo>
                <a:lnTo>
                  <a:pt x="1345" y="979"/>
                </a:lnTo>
                <a:lnTo>
                  <a:pt x="1344" y="979"/>
                </a:lnTo>
                <a:lnTo>
                  <a:pt x="1343" y="980"/>
                </a:lnTo>
                <a:lnTo>
                  <a:pt x="1342" y="980"/>
                </a:lnTo>
                <a:lnTo>
                  <a:pt x="1341" y="980"/>
                </a:lnTo>
                <a:lnTo>
                  <a:pt x="1340" y="980"/>
                </a:lnTo>
                <a:lnTo>
                  <a:pt x="1339" y="980"/>
                </a:lnTo>
                <a:lnTo>
                  <a:pt x="1338" y="980"/>
                </a:lnTo>
                <a:lnTo>
                  <a:pt x="1337" y="980"/>
                </a:lnTo>
                <a:lnTo>
                  <a:pt x="1336" y="980"/>
                </a:lnTo>
                <a:lnTo>
                  <a:pt x="1336" y="981"/>
                </a:lnTo>
                <a:lnTo>
                  <a:pt x="1335" y="981"/>
                </a:lnTo>
                <a:lnTo>
                  <a:pt x="1334" y="981"/>
                </a:lnTo>
                <a:lnTo>
                  <a:pt x="1333" y="981"/>
                </a:lnTo>
                <a:lnTo>
                  <a:pt x="1332" y="981"/>
                </a:lnTo>
                <a:lnTo>
                  <a:pt x="1331" y="981"/>
                </a:lnTo>
                <a:lnTo>
                  <a:pt x="1330" y="981"/>
                </a:lnTo>
                <a:lnTo>
                  <a:pt x="1330" y="982"/>
                </a:lnTo>
                <a:lnTo>
                  <a:pt x="1329" y="982"/>
                </a:lnTo>
                <a:lnTo>
                  <a:pt x="1328" y="982"/>
                </a:lnTo>
                <a:lnTo>
                  <a:pt x="1327" y="982"/>
                </a:lnTo>
                <a:lnTo>
                  <a:pt x="1326" y="982"/>
                </a:lnTo>
                <a:lnTo>
                  <a:pt x="1325" y="982"/>
                </a:lnTo>
                <a:lnTo>
                  <a:pt x="1324" y="983"/>
                </a:lnTo>
                <a:lnTo>
                  <a:pt x="1323" y="983"/>
                </a:lnTo>
                <a:lnTo>
                  <a:pt x="1322" y="983"/>
                </a:lnTo>
                <a:lnTo>
                  <a:pt x="1321" y="982"/>
                </a:lnTo>
                <a:lnTo>
                  <a:pt x="1320" y="982"/>
                </a:lnTo>
                <a:lnTo>
                  <a:pt x="1319" y="982"/>
                </a:lnTo>
                <a:lnTo>
                  <a:pt x="1318" y="981"/>
                </a:lnTo>
                <a:lnTo>
                  <a:pt x="1317" y="981"/>
                </a:lnTo>
                <a:lnTo>
                  <a:pt x="1316" y="980"/>
                </a:lnTo>
                <a:lnTo>
                  <a:pt x="1315" y="980"/>
                </a:lnTo>
                <a:lnTo>
                  <a:pt x="1314" y="980"/>
                </a:lnTo>
                <a:lnTo>
                  <a:pt x="1313" y="980"/>
                </a:lnTo>
                <a:lnTo>
                  <a:pt x="1312" y="980"/>
                </a:lnTo>
                <a:lnTo>
                  <a:pt x="1311" y="979"/>
                </a:lnTo>
                <a:lnTo>
                  <a:pt x="1310" y="979"/>
                </a:lnTo>
                <a:lnTo>
                  <a:pt x="1309" y="979"/>
                </a:lnTo>
                <a:lnTo>
                  <a:pt x="1306" y="979"/>
                </a:lnTo>
                <a:lnTo>
                  <a:pt x="1305" y="979"/>
                </a:lnTo>
                <a:lnTo>
                  <a:pt x="1304" y="980"/>
                </a:lnTo>
                <a:lnTo>
                  <a:pt x="1303" y="980"/>
                </a:lnTo>
                <a:lnTo>
                  <a:pt x="1302" y="980"/>
                </a:lnTo>
                <a:lnTo>
                  <a:pt x="1301" y="981"/>
                </a:lnTo>
                <a:lnTo>
                  <a:pt x="1300" y="981"/>
                </a:lnTo>
                <a:lnTo>
                  <a:pt x="1299" y="982"/>
                </a:lnTo>
                <a:lnTo>
                  <a:pt x="1298" y="982"/>
                </a:lnTo>
                <a:lnTo>
                  <a:pt x="1297" y="981"/>
                </a:lnTo>
                <a:lnTo>
                  <a:pt x="1296" y="981"/>
                </a:lnTo>
                <a:lnTo>
                  <a:pt x="1295" y="980"/>
                </a:lnTo>
                <a:lnTo>
                  <a:pt x="1294" y="980"/>
                </a:lnTo>
                <a:lnTo>
                  <a:pt x="1293" y="979"/>
                </a:lnTo>
                <a:lnTo>
                  <a:pt x="1292" y="979"/>
                </a:lnTo>
                <a:lnTo>
                  <a:pt x="1291" y="978"/>
                </a:lnTo>
                <a:lnTo>
                  <a:pt x="1290" y="978"/>
                </a:lnTo>
                <a:lnTo>
                  <a:pt x="1290" y="977"/>
                </a:lnTo>
                <a:lnTo>
                  <a:pt x="1289" y="977"/>
                </a:lnTo>
                <a:lnTo>
                  <a:pt x="1288" y="977"/>
                </a:lnTo>
                <a:lnTo>
                  <a:pt x="1288" y="976"/>
                </a:lnTo>
                <a:lnTo>
                  <a:pt x="1287" y="976"/>
                </a:lnTo>
                <a:lnTo>
                  <a:pt x="1286" y="976"/>
                </a:lnTo>
                <a:lnTo>
                  <a:pt x="1284" y="976"/>
                </a:lnTo>
                <a:lnTo>
                  <a:pt x="1283" y="976"/>
                </a:lnTo>
                <a:lnTo>
                  <a:pt x="1282" y="976"/>
                </a:lnTo>
                <a:lnTo>
                  <a:pt x="1281" y="976"/>
                </a:lnTo>
                <a:lnTo>
                  <a:pt x="1280" y="976"/>
                </a:lnTo>
                <a:lnTo>
                  <a:pt x="1279" y="976"/>
                </a:lnTo>
                <a:lnTo>
                  <a:pt x="1278" y="976"/>
                </a:lnTo>
                <a:lnTo>
                  <a:pt x="1278" y="977"/>
                </a:lnTo>
                <a:lnTo>
                  <a:pt x="1277" y="977"/>
                </a:lnTo>
                <a:lnTo>
                  <a:pt x="1276" y="977"/>
                </a:lnTo>
                <a:lnTo>
                  <a:pt x="1275" y="977"/>
                </a:lnTo>
                <a:lnTo>
                  <a:pt x="1274" y="978"/>
                </a:lnTo>
                <a:lnTo>
                  <a:pt x="1273" y="978"/>
                </a:lnTo>
                <a:lnTo>
                  <a:pt x="1272" y="979"/>
                </a:lnTo>
                <a:lnTo>
                  <a:pt x="1271" y="979"/>
                </a:lnTo>
                <a:lnTo>
                  <a:pt x="1270" y="979"/>
                </a:lnTo>
                <a:lnTo>
                  <a:pt x="1270" y="980"/>
                </a:lnTo>
                <a:lnTo>
                  <a:pt x="1269" y="980"/>
                </a:lnTo>
                <a:lnTo>
                  <a:pt x="1268" y="980"/>
                </a:lnTo>
                <a:lnTo>
                  <a:pt x="1267" y="980"/>
                </a:lnTo>
                <a:lnTo>
                  <a:pt x="1266" y="980"/>
                </a:lnTo>
                <a:lnTo>
                  <a:pt x="1265" y="980"/>
                </a:lnTo>
                <a:lnTo>
                  <a:pt x="1265" y="981"/>
                </a:lnTo>
                <a:lnTo>
                  <a:pt x="1264" y="981"/>
                </a:lnTo>
                <a:lnTo>
                  <a:pt x="1263" y="981"/>
                </a:lnTo>
                <a:lnTo>
                  <a:pt x="1262" y="981"/>
                </a:lnTo>
                <a:lnTo>
                  <a:pt x="1261" y="981"/>
                </a:lnTo>
                <a:lnTo>
                  <a:pt x="1260" y="981"/>
                </a:lnTo>
                <a:lnTo>
                  <a:pt x="1260" y="982"/>
                </a:lnTo>
                <a:lnTo>
                  <a:pt x="1259" y="982"/>
                </a:lnTo>
                <a:lnTo>
                  <a:pt x="1258" y="982"/>
                </a:lnTo>
                <a:lnTo>
                  <a:pt x="1257" y="982"/>
                </a:lnTo>
                <a:lnTo>
                  <a:pt x="1256" y="982"/>
                </a:lnTo>
                <a:lnTo>
                  <a:pt x="1256" y="983"/>
                </a:lnTo>
                <a:lnTo>
                  <a:pt x="1255" y="983"/>
                </a:lnTo>
                <a:lnTo>
                  <a:pt x="1254" y="983"/>
                </a:lnTo>
                <a:lnTo>
                  <a:pt x="1253" y="983"/>
                </a:lnTo>
                <a:lnTo>
                  <a:pt x="1252" y="983"/>
                </a:lnTo>
                <a:lnTo>
                  <a:pt x="1251" y="983"/>
                </a:lnTo>
                <a:lnTo>
                  <a:pt x="1250" y="984"/>
                </a:lnTo>
                <a:lnTo>
                  <a:pt x="1249" y="984"/>
                </a:lnTo>
                <a:lnTo>
                  <a:pt x="1248" y="984"/>
                </a:lnTo>
                <a:lnTo>
                  <a:pt x="1248" y="985"/>
                </a:lnTo>
                <a:lnTo>
                  <a:pt x="1247" y="985"/>
                </a:lnTo>
                <a:lnTo>
                  <a:pt x="1246" y="985"/>
                </a:lnTo>
                <a:lnTo>
                  <a:pt x="1245" y="985"/>
                </a:lnTo>
                <a:lnTo>
                  <a:pt x="1244" y="986"/>
                </a:lnTo>
                <a:lnTo>
                  <a:pt x="1243" y="986"/>
                </a:lnTo>
                <a:lnTo>
                  <a:pt x="1242" y="986"/>
                </a:lnTo>
                <a:lnTo>
                  <a:pt x="1240" y="986"/>
                </a:lnTo>
                <a:lnTo>
                  <a:pt x="1239" y="986"/>
                </a:lnTo>
                <a:lnTo>
                  <a:pt x="1236" y="986"/>
                </a:lnTo>
                <a:lnTo>
                  <a:pt x="1234" y="986"/>
                </a:lnTo>
                <a:lnTo>
                  <a:pt x="1235" y="986"/>
                </a:lnTo>
                <a:lnTo>
                  <a:pt x="1235" y="985"/>
                </a:lnTo>
                <a:lnTo>
                  <a:pt x="1236" y="985"/>
                </a:lnTo>
                <a:lnTo>
                  <a:pt x="1236" y="984"/>
                </a:lnTo>
                <a:lnTo>
                  <a:pt x="1236" y="983"/>
                </a:lnTo>
                <a:lnTo>
                  <a:pt x="1237" y="983"/>
                </a:lnTo>
                <a:lnTo>
                  <a:pt x="1237" y="982"/>
                </a:lnTo>
                <a:lnTo>
                  <a:pt x="1237" y="981"/>
                </a:lnTo>
                <a:lnTo>
                  <a:pt x="1237" y="980"/>
                </a:lnTo>
                <a:lnTo>
                  <a:pt x="1237" y="979"/>
                </a:lnTo>
                <a:lnTo>
                  <a:pt x="1237" y="978"/>
                </a:lnTo>
                <a:lnTo>
                  <a:pt x="1237" y="977"/>
                </a:lnTo>
                <a:lnTo>
                  <a:pt x="1237" y="976"/>
                </a:lnTo>
                <a:lnTo>
                  <a:pt x="1238" y="976"/>
                </a:lnTo>
                <a:lnTo>
                  <a:pt x="1238" y="975"/>
                </a:lnTo>
                <a:lnTo>
                  <a:pt x="1238" y="974"/>
                </a:lnTo>
                <a:lnTo>
                  <a:pt x="1237" y="974"/>
                </a:lnTo>
                <a:lnTo>
                  <a:pt x="1237" y="973"/>
                </a:lnTo>
                <a:lnTo>
                  <a:pt x="1236" y="973"/>
                </a:lnTo>
                <a:lnTo>
                  <a:pt x="1236" y="972"/>
                </a:lnTo>
                <a:lnTo>
                  <a:pt x="1236" y="971"/>
                </a:lnTo>
                <a:lnTo>
                  <a:pt x="1236" y="970"/>
                </a:lnTo>
                <a:lnTo>
                  <a:pt x="1235" y="970"/>
                </a:lnTo>
                <a:lnTo>
                  <a:pt x="1235" y="969"/>
                </a:lnTo>
                <a:lnTo>
                  <a:pt x="1234" y="969"/>
                </a:lnTo>
                <a:lnTo>
                  <a:pt x="1234" y="968"/>
                </a:lnTo>
                <a:lnTo>
                  <a:pt x="1234" y="967"/>
                </a:lnTo>
                <a:lnTo>
                  <a:pt x="1233" y="967"/>
                </a:lnTo>
                <a:lnTo>
                  <a:pt x="1233" y="966"/>
                </a:lnTo>
                <a:lnTo>
                  <a:pt x="1232" y="966"/>
                </a:lnTo>
                <a:lnTo>
                  <a:pt x="1231" y="966"/>
                </a:lnTo>
                <a:lnTo>
                  <a:pt x="1231" y="965"/>
                </a:lnTo>
                <a:lnTo>
                  <a:pt x="1230" y="965"/>
                </a:lnTo>
                <a:lnTo>
                  <a:pt x="1230" y="964"/>
                </a:lnTo>
                <a:lnTo>
                  <a:pt x="1230" y="963"/>
                </a:lnTo>
                <a:lnTo>
                  <a:pt x="1230" y="962"/>
                </a:lnTo>
                <a:lnTo>
                  <a:pt x="1230" y="961"/>
                </a:lnTo>
                <a:lnTo>
                  <a:pt x="1229" y="961"/>
                </a:lnTo>
                <a:lnTo>
                  <a:pt x="1230" y="961"/>
                </a:lnTo>
                <a:lnTo>
                  <a:pt x="1229" y="961"/>
                </a:lnTo>
                <a:lnTo>
                  <a:pt x="1229" y="960"/>
                </a:lnTo>
                <a:lnTo>
                  <a:pt x="1229" y="959"/>
                </a:lnTo>
                <a:lnTo>
                  <a:pt x="1230" y="959"/>
                </a:lnTo>
                <a:lnTo>
                  <a:pt x="1230" y="958"/>
                </a:lnTo>
                <a:lnTo>
                  <a:pt x="1230" y="957"/>
                </a:lnTo>
                <a:lnTo>
                  <a:pt x="1230" y="956"/>
                </a:lnTo>
                <a:lnTo>
                  <a:pt x="1230" y="955"/>
                </a:lnTo>
                <a:lnTo>
                  <a:pt x="1229" y="955"/>
                </a:lnTo>
                <a:lnTo>
                  <a:pt x="1229" y="954"/>
                </a:lnTo>
                <a:lnTo>
                  <a:pt x="1230" y="953"/>
                </a:lnTo>
                <a:lnTo>
                  <a:pt x="1231" y="952"/>
                </a:lnTo>
                <a:lnTo>
                  <a:pt x="1232" y="952"/>
                </a:lnTo>
                <a:lnTo>
                  <a:pt x="1232" y="951"/>
                </a:lnTo>
                <a:lnTo>
                  <a:pt x="1232" y="950"/>
                </a:lnTo>
                <a:lnTo>
                  <a:pt x="1233" y="949"/>
                </a:lnTo>
                <a:lnTo>
                  <a:pt x="1233" y="948"/>
                </a:lnTo>
                <a:lnTo>
                  <a:pt x="1233" y="947"/>
                </a:lnTo>
                <a:lnTo>
                  <a:pt x="1233" y="946"/>
                </a:lnTo>
                <a:lnTo>
                  <a:pt x="1232" y="946"/>
                </a:lnTo>
                <a:lnTo>
                  <a:pt x="1232" y="945"/>
                </a:lnTo>
                <a:lnTo>
                  <a:pt x="1231" y="945"/>
                </a:lnTo>
                <a:lnTo>
                  <a:pt x="1230" y="945"/>
                </a:lnTo>
                <a:lnTo>
                  <a:pt x="1231" y="945"/>
                </a:lnTo>
                <a:lnTo>
                  <a:pt x="1231" y="944"/>
                </a:lnTo>
                <a:lnTo>
                  <a:pt x="1232" y="944"/>
                </a:lnTo>
                <a:lnTo>
                  <a:pt x="1232" y="943"/>
                </a:lnTo>
                <a:lnTo>
                  <a:pt x="1233" y="943"/>
                </a:lnTo>
                <a:lnTo>
                  <a:pt x="1234" y="943"/>
                </a:lnTo>
                <a:lnTo>
                  <a:pt x="1234" y="944"/>
                </a:lnTo>
                <a:lnTo>
                  <a:pt x="1235" y="944"/>
                </a:lnTo>
                <a:lnTo>
                  <a:pt x="1236" y="944"/>
                </a:lnTo>
                <a:lnTo>
                  <a:pt x="1237" y="944"/>
                </a:lnTo>
                <a:lnTo>
                  <a:pt x="1237" y="943"/>
                </a:lnTo>
                <a:lnTo>
                  <a:pt x="1238" y="943"/>
                </a:lnTo>
                <a:lnTo>
                  <a:pt x="1238" y="942"/>
                </a:lnTo>
                <a:lnTo>
                  <a:pt x="1237" y="941"/>
                </a:lnTo>
                <a:lnTo>
                  <a:pt x="1237" y="940"/>
                </a:lnTo>
                <a:lnTo>
                  <a:pt x="1236" y="939"/>
                </a:lnTo>
                <a:lnTo>
                  <a:pt x="1236" y="938"/>
                </a:lnTo>
                <a:lnTo>
                  <a:pt x="1235" y="937"/>
                </a:lnTo>
                <a:lnTo>
                  <a:pt x="1235" y="936"/>
                </a:lnTo>
                <a:lnTo>
                  <a:pt x="1234" y="934"/>
                </a:lnTo>
                <a:lnTo>
                  <a:pt x="1234" y="933"/>
                </a:lnTo>
                <a:lnTo>
                  <a:pt x="1233" y="933"/>
                </a:lnTo>
                <a:lnTo>
                  <a:pt x="1233" y="932"/>
                </a:lnTo>
                <a:lnTo>
                  <a:pt x="1233" y="931"/>
                </a:lnTo>
                <a:lnTo>
                  <a:pt x="1232" y="931"/>
                </a:lnTo>
                <a:lnTo>
                  <a:pt x="1232" y="930"/>
                </a:lnTo>
                <a:lnTo>
                  <a:pt x="1232" y="929"/>
                </a:lnTo>
                <a:lnTo>
                  <a:pt x="1231" y="929"/>
                </a:lnTo>
                <a:lnTo>
                  <a:pt x="1231" y="928"/>
                </a:lnTo>
                <a:lnTo>
                  <a:pt x="1231" y="927"/>
                </a:lnTo>
                <a:lnTo>
                  <a:pt x="1230" y="927"/>
                </a:lnTo>
                <a:lnTo>
                  <a:pt x="1230" y="926"/>
                </a:lnTo>
                <a:lnTo>
                  <a:pt x="1229" y="926"/>
                </a:lnTo>
                <a:lnTo>
                  <a:pt x="1229" y="925"/>
                </a:lnTo>
                <a:lnTo>
                  <a:pt x="1228" y="925"/>
                </a:lnTo>
                <a:lnTo>
                  <a:pt x="1229" y="925"/>
                </a:lnTo>
                <a:lnTo>
                  <a:pt x="1229" y="924"/>
                </a:lnTo>
                <a:lnTo>
                  <a:pt x="1228" y="924"/>
                </a:lnTo>
                <a:lnTo>
                  <a:pt x="1228" y="923"/>
                </a:lnTo>
                <a:lnTo>
                  <a:pt x="1228" y="922"/>
                </a:lnTo>
                <a:lnTo>
                  <a:pt x="1227" y="922"/>
                </a:lnTo>
                <a:lnTo>
                  <a:pt x="1227" y="923"/>
                </a:lnTo>
                <a:lnTo>
                  <a:pt x="1226" y="924"/>
                </a:lnTo>
                <a:lnTo>
                  <a:pt x="1225" y="924"/>
                </a:lnTo>
                <a:lnTo>
                  <a:pt x="1225" y="925"/>
                </a:lnTo>
                <a:lnTo>
                  <a:pt x="1223" y="925"/>
                </a:lnTo>
                <a:lnTo>
                  <a:pt x="1223" y="926"/>
                </a:lnTo>
                <a:lnTo>
                  <a:pt x="1222" y="926"/>
                </a:lnTo>
                <a:lnTo>
                  <a:pt x="1221" y="926"/>
                </a:lnTo>
                <a:lnTo>
                  <a:pt x="1220" y="926"/>
                </a:lnTo>
                <a:lnTo>
                  <a:pt x="1219" y="925"/>
                </a:lnTo>
                <a:lnTo>
                  <a:pt x="1218" y="925"/>
                </a:lnTo>
                <a:lnTo>
                  <a:pt x="1217" y="926"/>
                </a:lnTo>
                <a:lnTo>
                  <a:pt x="1216" y="926"/>
                </a:lnTo>
                <a:lnTo>
                  <a:pt x="1214" y="927"/>
                </a:lnTo>
                <a:lnTo>
                  <a:pt x="1213" y="927"/>
                </a:lnTo>
                <a:lnTo>
                  <a:pt x="1212" y="927"/>
                </a:lnTo>
                <a:lnTo>
                  <a:pt x="1211" y="928"/>
                </a:lnTo>
                <a:lnTo>
                  <a:pt x="1210" y="929"/>
                </a:lnTo>
                <a:lnTo>
                  <a:pt x="1209" y="929"/>
                </a:lnTo>
                <a:lnTo>
                  <a:pt x="1208" y="929"/>
                </a:lnTo>
                <a:lnTo>
                  <a:pt x="1207" y="929"/>
                </a:lnTo>
                <a:lnTo>
                  <a:pt x="1206" y="929"/>
                </a:lnTo>
                <a:lnTo>
                  <a:pt x="1206" y="928"/>
                </a:lnTo>
                <a:lnTo>
                  <a:pt x="1207" y="928"/>
                </a:lnTo>
                <a:lnTo>
                  <a:pt x="1208" y="927"/>
                </a:lnTo>
                <a:lnTo>
                  <a:pt x="1208" y="926"/>
                </a:lnTo>
                <a:lnTo>
                  <a:pt x="1207" y="926"/>
                </a:lnTo>
                <a:lnTo>
                  <a:pt x="1205" y="925"/>
                </a:lnTo>
                <a:lnTo>
                  <a:pt x="1204" y="924"/>
                </a:lnTo>
                <a:lnTo>
                  <a:pt x="1203" y="923"/>
                </a:lnTo>
                <a:lnTo>
                  <a:pt x="1202" y="923"/>
                </a:lnTo>
                <a:lnTo>
                  <a:pt x="1199" y="923"/>
                </a:lnTo>
                <a:lnTo>
                  <a:pt x="1199" y="922"/>
                </a:lnTo>
                <a:lnTo>
                  <a:pt x="1198" y="922"/>
                </a:lnTo>
                <a:lnTo>
                  <a:pt x="1197" y="922"/>
                </a:lnTo>
                <a:lnTo>
                  <a:pt x="1196" y="921"/>
                </a:lnTo>
                <a:lnTo>
                  <a:pt x="1196" y="920"/>
                </a:lnTo>
                <a:lnTo>
                  <a:pt x="1195" y="919"/>
                </a:lnTo>
                <a:lnTo>
                  <a:pt x="1194" y="919"/>
                </a:lnTo>
                <a:lnTo>
                  <a:pt x="1193" y="919"/>
                </a:lnTo>
                <a:lnTo>
                  <a:pt x="1193" y="918"/>
                </a:lnTo>
                <a:lnTo>
                  <a:pt x="1192" y="917"/>
                </a:lnTo>
                <a:lnTo>
                  <a:pt x="1192" y="916"/>
                </a:lnTo>
                <a:lnTo>
                  <a:pt x="1191" y="916"/>
                </a:lnTo>
                <a:lnTo>
                  <a:pt x="1190" y="916"/>
                </a:lnTo>
                <a:lnTo>
                  <a:pt x="1190" y="915"/>
                </a:lnTo>
                <a:lnTo>
                  <a:pt x="1189" y="915"/>
                </a:lnTo>
                <a:lnTo>
                  <a:pt x="1189" y="914"/>
                </a:lnTo>
                <a:lnTo>
                  <a:pt x="1189" y="913"/>
                </a:lnTo>
                <a:lnTo>
                  <a:pt x="1188" y="913"/>
                </a:lnTo>
                <a:lnTo>
                  <a:pt x="1188" y="912"/>
                </a:lnTo>
                <a:lnTo>
                  <a:pt x="1188" y="910"/>
                </a:lnTo>
                <a:lnTo>
                  <a:pt x="1189" y="910"/>
                </a:lnTo>
                <a:lnTo>
                  <a:pt x="1189" y="909"/>
                </a:lnTo>
                <a:lnTo>
                  <a:pt x="1188" y="908"/>
                </a:lnTo>
                <a:lnTo>
                  <a:pt x="1188" y="907"/>
                </a:lnTo>
                <a:lnTo>
                  <a:pt x="1188" y="906"/>
                </a:lnTo>
                <a:lnTo>
                  <a:pt x="1188" y="905"/>
                </a:lnTo>
                <a:lnTo>
                  <a:pt x="1189" y="904"/>
                </a:lnTo>
                <a:lnTo>
                  <a:pt x="1189" y="903"/>
                </a:lnTo>
                <a:lnTo>
                  <a:pt x="1190" y="903"/>
                </a:lnTo>
                <a:lnTo>
                  <a:pt x="1190" y="902"/>
                </a:lnTo>
                <a:lnTo>
                  <a:pt x="1191" y="902"/>
                </a:lnTo>
                <a:lnTo>
                  <a:pt x="1191" y="901"/>
                </a:lnTo>
                <a:lnTo>
                  <a:pt x="1192" y="901"/>
                </a:lnTo>
                <a:lnTo>
                  <a:pt x="1193" y="900"/>
                </a:lnTo>
                <a:lnTo>
                  <a:pt x="1193" y="899"/>
                </a:lnTo>
                <a:lnTo>
                  <a:pt x="1193" y="898"/>
                </a:lnTo>
                <a:lnTo>
                  <a:pt x="1194" y="898"/>
                </a:lnTo>
                <a:lnTo>
                  <a:pt x="1194" y="897"/>
                </a:lnTo>
                <a:lnTo>
                  <a:pt x="1194" y="896"/>
                </a:lnTo>
                <a:lnTo>
                  <a:pt x="1194" y="895"/>
                </a:lnTo>
                <a:lnTo>
                  <a:pt x="1194" y="894"/>
                </a:lnTo>
                <a:lnTo>
                  <a:pt x="1195" y="894"/>
                </a:lnTo>
                <a:lnTo>
                  <a:pt x="1195" y="893"/>
                </a:lnTo>
                <a:lnTo>
                  <a:pt x="1195" y="892"/>
                </a:lnTo>
                <a:lnTo>
                  <a:pt x="1194" y="892"/>
                </a:lnTo>
                <a:lnTo>
                  <a:pt x="1194" y="891"/>
                </a:lnTo>
                <a:lnTo>
                  <a:pt x="1194" y="890"/>
                </a:lnTo>
                <a:lnTo>
                  <a:pt x="1194" y="889"/>
                </a:lnTo>
                <a:lnTo>
                  <a:pt x="1193" y="889"/>
                </a:lnTo>
                <a:lnTo>
                  <a:pt x="1193" y="888"/>
                </a:lnTo>
                <a:lnTo>
                  <a:pt x="1192" y="888"/>
                </a:lnTo>
                <a:lnTo>
                  <a:pt x="1192" y="887"/>
                </a:lnTo>
                <a:lnTo>
                  <a:pt x="1191" y="887"/>
                </a:lnTo>
                <a:lnTo>
                  <a:pt x="1191" y="888"/>
                </a:lnTo>
                <a:lnTo>
                  <a:pt x="1190" y="888"/>
                </a:lnTo>
                <a:lnTo>
                  <a:pt x="1189" y="888"/>
                </a:lnTo>
                <a:lnTo>
                  <a:pt x="1188" y="888"/>
                </a:lnTo>
                <a:lnTo>
                  <a:pt x="1187" y="888"/>
                </a:lnTo>
                <a:lnTo>
                  <a:pt x="1186" y="887"/>
                </a:lnTo>
                <a:lnTo>
                  <a:pt x="1185" y="887"/>
                </a:lnTo>
                <a:lnTo>
                  <a:pt x="1185" y="886"/>
                </a:lnTo>
                <a:lnTo>
                  <a:pt x="1186" y="886"/>
                </a:lnTo>
                <a:lnTo>
                  <a:pt x="1186" y="885"/>
                </a:lnTo>
                <a:lnTo>
                  <a:pt x="1187" y="885"/>
                </a:lnTo>
                <a:lnTo>
                  <a:pt x="1187" y="884"/>
                </a:lnTo>
                <a:lnTo>
                  <a:pt x="1188" y="883"/>
                </a:lnTo>
                <a:lnTo>
                  <a:pt x="1189" y="883"/>
                </a:lnTo>
                <a:lnTo>
                  <a:pt x="1190" y="883"/>
                </a:lnTo>
                <a:lnTo>
                  <a:pt x="1190" y="884"/>
                </a:lnTo>
                <a:lnTo>
                  <a:pt x="1190" y="883"/>
                </a:lnTo>
                <a:lnTo>
                  <a:pt x="1191" y="883"/>
                </a:lnTo>
                <a:lnTo>
                  <a:pt x="1192" y="883"/>
                </a:lnTo>
                <a:lnTo>
                  <a:pt x="1193" y="883"/>
                </a:lnTo>
                <a:lnTo>
                  <a:pt x="1193" y="882"/>
                </a:lnTo>
                <a:lnTo>
                  <a:pt x="1193" y="881"/>
                </a:lnTo>
                <a:lnTo>
                  <a:pt x="1192" y="881"/>
                </a:lnTo>
                <a:lnTo>
                  <a:pt x="1192" y="880"/>
                </a:lnTo>
                <a:lnTo>
                  <a:pt x="1191" y="879"/>
                </a:lnTo>
                <a:lnTo>
                  <a:pt x="1190" y="879"/>
                </a:lnTo>
                <a:lnTo>
                  <a:pt x="1189" y="879"/>
                </a:lnTo>
                <a:lnTo>
                  <a:pt x="1188" y="879"/>
                </a:lnTo>
                <a:lnTo>
                  <a:pt x="1188" y="880"/>
                </a:lnTo>
                <a:lnTo>
                  <a:pt x="1187" y="879"/>
                </a:lnTo>
                <a:lnTo>
                  <a:pt x="1186" y="879"/>
                </a:lnTo>
                <a:lnTo>
                  <a:pt x="1186" y="878"/>
                </a:lnTo>
                <a:lnTo>
                  <a:pt x="1186" y="877"/>
                </a:lnTo>
                <a:lnTo>
                  <a:pt x="1185" y="877"/>
                </a:lnTo>
                <a:lnTo>
                  <a:pt x="1184" y="877"/>
                </a:lnTo>
                <a:lnTo>
                  <a:pt x="1184" y="876"/>
                </a:lnTo>
                <a:lnTo>
                  <a:pt x="1183" y="876"/>
                </a:lnTo>
                <a:lnTo>
                  <a:pt x="1182" y="875"/>
                </a:lnTo>
                <a:lnTo>
                  <a:pt x="1182" y="876"/>
                </a:lnTo>
                <a:lnTo>
                  <a:pt x="1181" y="876"/>
                </a:lnTo>
                <a:lnTo>
                  <a:pt x="1181" y="875"/>
                </a:lnTo>
                <a:lnTo>
                  <a:pt x="1180" y="875"/>
                </a:lnTo>
                <a:lnTo>
                  <a:pt x="1180" y="874"/>
                </a:lnTo>
                <a:lnTo>
                  <a:pt x="1181" y="874"/>
                </a:lnTo>
                <a:lnTo>
                  <a:pt x="1181" y="873"/>
                </a:lnTo>
                <a:lnTo>
                  <a:pt x="1181" y="872"/>
                </a:lnTo>
                <a:lnTo>
                  <a:pt x="1180" y="872"/>
                </a:lnTo>
                <a:lnTo>
                  <a:pt x="1180" y="871"/>
                </a:lnTo>
                <a:lnTo>
                  <a:pt x="1179" y="871"/>
                </a:lnTo>
                <a:lnTo>
                  <a:pt x="1179" y="870"/>
                </a:lnTo>
                <a:lnTo>
                  <a:pt x="1179" y="869"/>
                </a:lnTo>
                <a:lnTo>
                  <a:pt x="1178" y="869"/>
                </a:lnTo>
                <a:lnTo>
                  <a:pt x="1179" y="869"/>
                </a:lnTo>
                <a:lnTo>
                  <a:pt x="1179" y="868"/>
                </a:lnTo>
                <a:lnTo>
                  <a:pt x="1178" y="868"/>
                </a:lnTo>
                <a:lnTo>
                  <a:pt x="1177" y="868"/>
                </a:lnTo>
                <a:lnTo>
                  <a:pt x="1175" y="869"/>
                </a:lnTo>
                <a:lnTo>
                  <a:pt x="1175" y="868"/>
                </a:lnTo>
                <a:lnTo>
                  <a:pt x="1174" y="867"/>
                </a:lnTo>
                <a:lnTo>
                  <a:pt x="1173" y="867"/>
                </a:lnTo>
                <a:lnTo>
                  <a:pt x="1172" y="867"/>
                </a:lnTo>
                <a:lnTo>
                  <a:pt x="1172" y="866"/>
                </a:lnTo>
                <a:lnTo>
                  <a:pt x="1171" y="866"/>
                </a:lnTo>
                <a:lnTo>
                  <a:pt x="1170" y="866"/>
                </a:lnTo>
                <a:lnTo>
                  <a:pt x="1170" y="865"/>
                </a:lnTo>
                <a:lnTo>
                  <a:pt x="1169" y="865"/>
                </a:lnTo>
                <a:lnTo>
                  <a:pt x="1169" y="864"/>
                </a:lnTo>
                <a:lnTo>
                  <a:pt x="1168" y="864"/>
                </a:lnTo>
                <a:lnTo>
                  <a:pt x="1167" y="864"/>
                </a:lnTo>
                <a:lnTo>
                  <a:pt x="1167" y="863"/>
                </a:lnTo>
                <a:lnTo>
                  <a:pt x="1166" y="863"/>
                </a:lnTo>
                <a:lnTo>
                  <a:pt x="1166" y="862"/>
                </a:lnTo>
                <a:lnTo>
                  <a:pt x="1166" y="863"/>
                </a:lnTo>
                <a:lnTo>
                  <a:pt x="1165" y="863"/>
                </a:lnTo>
                <a:lnTo>
                  <a:pt x="1164" y="863"/>
                </a:lnTo>
                <a:lnTo>
                  <a:pt x="1163" y="863"/>
                </a:lnTo>
                <a:lnTo>
                  <a:pt x="1163" y="864"/>
                </a:lnTo>
                <a:lnTo>
                  <a:pt x="1164" y="864"/>
                </a:lnTo>
                <a:lnTo>
                  <a:pt x="1164" y="865"/>
                </a:lnTo>
                <a:lnTo>
                  <a:pt x="1163" y="865"/>
                </a:lnTo>
                <a:lnTo>
                  <a:pt x="1163" y="866"/>
                </a:lnTo>
                <a:lnTo>
                  <a:pt x="1162" y="866"/>
                </a:lnTo>
                <a:lnTo>
                  <a:pt x="1162" y="867"/>
                </a:lnTo>
                <a:lnTo>
                  <a:pt x="1161" y="867"/>
                </a:lnTo>
                <a:lnTo>
                  <a:pt x="1161" y="868"/>
                </a:lnTo>
                <a:lnTo>
                  <a:pt x="1160" y="868"/>
                </a:lnTo>
                <a:lnTo>
                  <a:pt x="1160" y="869"/>
                </a:lnTo>
                <a:lnTo>
                  <a:pt x="1160" y="870"/>
                </a:lnTo>
                <a:lnTo>
                  <a:pt x="1159" y="870"/>
                </a:lnTo>
                <a:lnTo>
                  <a:pt x="1159" y="871"/>
                </a:lnTo>
                <a:lnTo>
                  <a:pt x="1159" y="872"/>
                </a:lnTo>
                <a:lnTo>
                  <a:pt x="1158" y="872"/>
                </a:lnTo>
                <a:lnTo>
                  <a:pt x="1158" y="871"/>
                </a:lnTo>
                <a:lnTo>
                  <a:pt x="1157" y="871"/>
                </a:lnTo>
                <a:lnTo>
                  <a:pt x="1156" y="871"/>
                </a:lnTo>
                <a:lnTo>
                  <a:pt x="1156" y="870"/>
                </a:lnTo>
                <a:lnTo>
                  <a:pt x="1155" y="870"/>
                </a:lnTo>
                <a:lnTo>
                  <a:pt x="1154" y="870"/>
                </a:lnTo>
                <a:lnTo>
                  <a:pt x="1153" y="870"/>
                </a:lnTo>
                <a:lnTo>
                  <a:pt x="1153" y="871"/>
                </a:lnTo>
                <a:lnTo>
                  <a:pt x="1152" y="871"/>
                </a:lnTo>
                <a:lnTo>
                  <a:pt x="1152" y="872"/>
                </a:lnTo>
                <a:lnTo>
                  <a:pt x="1151" y="872"/>
                </a:lnTo>
                <a:lnTo>
                  <a:pt x="1150" y="872"/>
                </a:lnTo>
                <a:lnTo>
                  <a:pt x="1150" y="873"/>
                </a:lnTo>
                <a:lnTo>
                  <a:pt x="1151" y="873"/>
                </a:lnTo>
                <a:lnTo>
                  <a:pt x="1151" y="874"/>
                </a:lnTo>
                <a:lnTo>
                  <a:pt x="1150" y="875"/>
                </a:lnTo>
                <a:lnTo>
                  <a:pt x="1149" y="876"/>
                </a:lnTo>
                <a:lnTo>
                  <a:pt x="1148" y="876"/>
                </a:lnTo>
                <a:lnTo>
                  <a:pt x="1148" y="877"/>
                </a:lnTo>
                <a:lnTo>
                  <a:pt x="1147" y="877"/>
                </a:lnTo>
                <a:lnTo>
                  <a:pt x="1147" y="878"/>
                </a:lnTo>
                <a:lnTo>
                  <a:pt x="1147" y="879"/>
                </a:lnTo>
                <a:lnTo>
                  <a:pt x="1146" y="879"/>
                </a:lnTo>
                <a:lnTo>
                  <a:pt x="1145" y="879"/>
                </a:lnTo>
                <a:lnTo>
                  <a:pt x="1144" y="879"/>
                </a:lnTo>
                <a:lnTo>
                  <a:pt x="1144" y="880"/>
                </a:lnTo>
                <a:lnTo>
                  <a:pt x="1143" y="880"/>
                </a:lnTo>
                <a:lnTo>
                  <a:pt x="1143" y="881"/>
                </a:lnTo>
                <a:lnTo>
                  <a:pt x="1142" y="882"/>
                </a:lnTo>
                <a:lnTo>
                  <a:pt x="1142" y="883"/>
                </a:lnTo>
                <a:lnTo>
                  <a:pt x="1142" y="884"/>
                </a:lnTo>
                <a:lnTo>
                  <a:pt x="1140" y="884"/>
                </a:lnTo>
                <a:lnTo>
                  <a:pt x="1139" y="883"/>
                </a:lnTo>
                <a:lnTo>
                  <a:pt x="1138" y="883"/>
                </a:lnTo>
                <a:lnTo>
                  <a:pt x="1138" y="884"/>
                </a:lnTo>
                <a:lnTo>
                  <a:pt x="1137" y="885"/>
                </a:lnTo>
                <a:lnTo>
                  <a:pt x="1136" y="885"/>
                </a:lnTo>
                <a:lnTo>
                  <a:pt x="1136" y="886"/>
                </a:lnTo>
                <a:lnTo>
                  <a:pt x="1135" y="886"/>
                </a:lnTo>
                <a:lnTo>
                  <a:pt x="1134" y="886"/>
                </a:lnTo>
                <a:lnTo>
                  <a:pt x="1133" y="886"/>
                </a:lnTo>
                <a:lnTo>
                  <a:pt x="1132" y="886"/>
                </a:lnTo>
                <a:lnTo>
                  <a:pt x="1131" y="886"/>
                </a:lnTo>
                <a:lnTo>
                  <a:pt x="1130" y="886"/>
                </a:lnTo>
                <a:lnTo>
                  <a:pt x="1130" y="885"/>
                </a:lnTo>
                <a:lnTo>
                  <a:pt x="1129" y="885"/>
                </a:lnTo>
                <a:lnTo>
                  <a:pt x="1128" y="885"/>
                </a:lnTo>
                <a:lnTo>
                  <a:pt x="1127" y="885"/>
                </a:lnTo>
                <a:lnTo>
                  <a:pt x="1127" y="884"/>
                </a:lnTo>
                <a:lnTo>
                  <a:pt x="1126" y="884"/>
                </a:lnTo>
                <a:lnTo>
                  <a:pt x="1125" y="884"/>
                </a:lnTo>
                <a:lnTo>
                  <a:pt x="1124" y="884"/>
                </a:lnTo>
                <a:lnTo>
                  <a:pt x="1124" y="883"/>
                </a:lnTo>
                <a:lnTo>
                  <a:pt x="1123" y="883"/>
                </a:lnTo>
                <a:lnTo>
                  <a:pt x="1123" y="882"/>
                </a:lnTo>
                <a:lnTo>
                  <a:pt x="1122" y="882"/>
                </a:lnTo>
                <a:lnTo>
                  <a:pt x="1122" y="881"/>
                </a:lnTo>
                <a:lnTo>
                  <a:pt x="1122" y="880"/>
                </a:lnTo>
                <a:lnTo>
                  <a:pt x="1121" y="880"/>
                </a:lnTo>
                <a:lnTo>
                  <a:pt x="1121" y="881"/>
                </a:lnTo>
                <a:lnTo>
                  <a:pt x="1120" y="881"/>
                </a:lnTo>
                <a:lnTo>
                  <a:pt x="1120" y="880"/>
                </a:lnTo>
                <a:lnTo>
                  <a:pt x="1120" y="879"/>
                </a:lnTo>
                <a:lnTo>
                  <a:pt x="1119" y="879"/>
                </a:lnTo>
                <a:lnTo>
                  <a:pt x="1119" y="878"/>
                </a:lnTo>
                <a:lnTo>
                  <a:pt x="1119" y="877"/>
                </a:lnTo>
                <a:lnTo>
                  <a:pt x="1118" y="877"/>
                </a:lnTo>
                <a:lnTo>
                  <a:pt x="1118" y="876"/>
                </a:lnTo>
                <a:lnTo>
                  <a:pt x="1118" y="875"/>
                </a:lnTo>
                <a:lnTo>
                  <a:pt x="1118" y="874"/>
                </a:lnTo>
                <a:lnTo>
                  <a:pt x="1117" y="874"/>
                </a:lnTo>
                <a:lnTo>
                  <a:pt x="1117" y="873"/>
                </a:lnTo>
                <a:lnTo>
                  <a:pt x="1117" y="872"/>
                </a:lnTo>
                <a:lnTo>
                  <a:pt x="1117" y="871"/>
                </a:lnTo>
                <a:lnTo>
                  <a:pt x="1117" y="870"/>
                </a:lnTo>
                <a:lnTo>
                  <a:pt x="1118" y="870"/>
                </a:lnTo>
                <a:lnTo>
                  <a:pt x="1118" y="869"/>
                </a:lnTo>
                <a:lnTo>
                  <a:pt x="1118" y="868"/>
                </a:lnTo>
                <a:lnTo>
                  <a:pt x="1118" y="867"/>
                </a:lnTo>
                <a:lnTo>
                  <a:pt x="1117" y="867"/>
                </a:lnTo>
                <a:lnTo>
                  <a:pt x="1118" y="867"/>
                </a:lnTo>
                <a:lnTo>
                  <a:pt x="1118" y="866"/>
                </a:lnTo>
                <a:lnTo>
                  <a:pt x="1118" y="865"/>
                </a:lnTo>
                <a:lnTo>
                  <a:pt x="1117" y="864"/>
                </a:lnTo>
                <a:lnTo>
                  <a:pt x="1117" y="865"/>
                </a:lnTo>
                <a:lnTo>
                  <a:pt x="1116" y="865"/>
                </a:lnTo>
                <a:lnTo>
                  <a:pt x="1116" y="864"/>
                </a:lnTo>
                <a:lnTo>
                  <a:pt x="1115" y="864"/>
                </a:lnTo>
                <a:lnTo>
                  <a:pt x="1114" y="864"/>
                </a:lnTo>
                <a:lnTo>
                  <a:pt x="1113" y="864"/>
                </a:lnTo>
                <a:lnTo>
                  <a:pt x="1112" y="864"/>
                </a:lnTo>
                <a:lnTo>
                  <a:pt x="1112" y="863"/>
                </a:lnTo>
                <a:lnTo>
                  <a:pt x="1111" y="863"/>
                </a:lnTo>
                <a:lnTo>
                  <a:pt x="1111" y="862"/>
                </a:lnTo>
                <a:lnTo>
                  <a:pt x="1110" y="862"/>
                </a:lnTo>
                <a:lnTo>
                  <a:pt x="1109" y="862"/>
                </a:lnTo>
                <a:lnTo>
                  <a:pt x="1109" y="861"/>
                </a:lnTo>
                <a:lnTo>
                  <a:pt x="1108" y="861"/>
                </a:lnTo>
                <a:lnTo>
                  <a:pt x="1107" y="861"/>
                </a:lnTo>
                <a:lnTo>
                  <a:pt x="1107" y="862"/>
                </a:lnTo>
                <a:lnTo>
                  <a:pt x="1106" y="862"/>
                </a:lnTo>
                <a:lnTo>
                  <a:pt x="1106" y="863"/>
                </a:lnTo>
                <a:lnTo>
                  <a:pt x="1105" y="863"/>
                </a:lnTo>
                <a:lnTo>
                  <a:pt x="1104" y="863"/>
                </a:lnTo>
                <a:lnTo>
                  <a:pt x="1104" y="864"/>
                </a:lnTo>
                <a:lnTo>
                  <a:pt x="1103" y="864"/>
                </a:lnTo>
                <a:lnTo>
                  <a:pt x="1102" y="864"/>
                </a:lnTo>
                <a:lnTo>
                  <a:pt x="1101" y="864"/>
                </a:lnTo>
                <a:lnTo>
                  <a:pt x="1101" y="865"/>
                </a:lnTo>
                <a:lnTo>
                  <a:pt x="1100" y="865"/>
                </a:lnTo>
                <a:lnTo>
                  <a:pt x="1100" y="866"/>
                </a:lnTo>
                <a:lnTo>
                  <a:pt x="1099" y="866"/>
                </a:lnTo>
                <a:lnTo>
                  <a:pt x="1099" y="867"/>
                </a:lnTo>
                <a:lnTo>
                  <a:pt x="1098" y="867"/>
                </a:lnTo>
                <a:lnTo>
                  <a:pt x="1098" y="866"/>
                </a:lnTo>
                <a:lnTo>
                  <a:pt x="1097" y="866"/>
                </a:lnTo>
                <a:lnTo>
                  <a:pt x="1097" y="865"/>
                </a:lnTo>
                <a:lnTo>
                  <a:pt x="1096" y="864"/>
                </a:lnTo>
                <a:lnTo>
                  <a:pt x="1095" y="864"/>
                </a:lnTo>
                <a:lnTo>
                  <a:pt x="1094" y="864"/>
                </a:lnTo>
                <a:lnTo>
                  <a:pt x="1094" y="863"/>
                </a:lnTo>
                <a:lnTo>
                  <a:pt x="1093" y="863"/>
                </a:lnTo>
                <a:lnTo>
                  <a:pt x="1092" y="863"/>
                </a:lnTo>
                <a:lnTo>
                  <a:pt x="1092" y="862"/>
                </a:lnTo>
                <a:lnTo>
                  <a:pt x="1091" y="862"/>
                </a:lnTo>
                <a:lnTo>
                  <a:pt x="1091" y="863"/>
                </a:lnTo>
                <a:lnTo>
                  <a:pt x="1090" y="863"/>
                </a:lnTo>
                <a:lnTo>
                  <a:pt x="1090" y="864"/>
                </a:lnTo>
                <a:lnTo>
                  <a:pt x="1089" y="864"/>
                </a:lnTo>
                <a:lnTo>
                  <a:pt x="1088" y="864"/>
                </a:lnTo>
                <a:lnTo>
                  <a:pt x="1087" y="864"/>
                </a:lnTo>
                <a:lnTo>
                  <a:pt x="1086" y="864"/>
                </a:lnTo>
                <a:lnTo>
                  <a:pt x="1086" y="863"/>
                </a:lnTo>
                <a:lnTo>
                  <a:pt x="1085" y="863"/>
                </a:lnTo>
                <a:lnTo>
                  <a:pt x="1085" y="862"/>
                </a:lnTo>
                <a:lnTo>
                  <a:pt x="1084" y="862"/>
                </a:lnTo>
                <a:lnTo>
                  <a:pt x="1083" y="862"/>
                </a:lnTo>
                <a:lnTo>
                  <a:pt x="1082" y="862"/>
                </a:lnTo>
                <a:lnTo>
                  <a:pt x="1081" y="862"/>
                </a:lnTo>
                <a:lnTo>
                  <a:pt x="1081" y="863"/>
                </a:lnTo>
                <a:lnTo>
                  <a:pt x="1080" y="863"/>
                </a:lnTo>
                <a:lnTo>
                  <a:pt x="1079" y="863"/>
                </a:lnTo>
                <a:lnTo>
                  <a:pt x="1079" y="862"/>
                </a:lnTo>
                <a:lnTo>
                  <a:pt x="1079" y="861"/>
                </a:lnTo>
                <a:lnTo>
                  <a:pt x="1079" y="860"/>
                </a:lnTo>
                <a:lnTo>
                  <a:pt x="1078" y="860"/>
                </a:lnTo>
                <a:lnTo>
                  <a:pt x="1078" y="859"/>
                </a:lnTo>
                <a:lnTo>
                  <a:pt x="1078" y="858"/>
                </a:lnTo>
                <a:lnTo>
                  <a:pt x="1077" y="858"/>
                </a:lnTo>
                <a:lnTo>
                  <a:pt x="1076" y="858"/>
                </a:lnTo>
                <a:lnTo>
                  <a:pt x="1076" y="857"/>
                </a:lnTo>
                <a:lnTo>
                  <a:pt x="1076" y="856"/>
                </a:lnTo>
                <a:lnTo>
                  <a:pt x="1075" y="856"/>
                </a:lnTo>
                <a:lnTo>
                  <a:pt x="1075" y="855"/>
                </a:lnTo>
                <a:lnTo>
                  <a:pt x="1074" y="855"/>
                </a:lnTo>
                <a:lnTo>
                  <a:pt x="1073" y="855"/>
                </a:lnTo>
                <a:lnTo>
                  <a:pt x="1072" y="855"/>
                </a:lnTo>
                <a:lnTo>
                  <a:pt x="1072" y="854"/>
                </a:lnTo>
                <a:lnTo>
                  <a:pt x="1072" y="853"/>
                </a:lnTo>
                <a:lnTo>
                  <a:pt x="1071" y="853"/>
                </a:lnTo>
                <a:lnTo>
                  <a:pt x="1070" y="853"/>
                </a:lnTo>
                <a:lnTo>
                  <a:pt x="1070" y="854"/>
                </a:lnTo>
                <a:lnTo>
                  <a:pt x="1069" y="854"/>
                </a:lnTo>
                <a:lnTo>
                  <a:pt x="1068" y="854"/>
                </a:lnTo>
                <a:lnTo>
                  <a:pt x="1067" y="854"/>
                </a:lnTo>
                <a:lnTo>
                  <a:pt x="1066" y="854"/>
                </a:lnTo>
                <a:lnTo>
                  <a:pt x="1065" y="854"/>
                </a:lnTo>
                <a:lnTo>
                  <a:pt x="1064" y="854"/>
                </a:lnTo>
                <a:lnTo>
                  <a:pt x="1064" y="853"/>
                </a:lnTo>
                <a:lnTo>
                  <a:pt x="1063" y="853"/>
                </a:lnTo>
                <a:lnTo>
                  <a:pt x="1063" y="852"/>
                </a:lnTo>
                <a:lnTo>
                  <a:pt x="1062" y="852"/>
                </a:lnTo>
                <a:lnTo>
                  <a:pt x="1062" y="851"/>
                </a:lnTo>
                <a:lnTo>
                  <a:pt x="1062" y="850"/>
                </a:lnTo>
                <a:lnTo>
                  <a:pt x="1061" y="850"/>
                </a:lnTo>
                <a:lnTo>
                  <a:pt x="1060" y="849"/>
                </a:lnTo>
                <a:lnTo>
                  <a:pt x="1059" y="849"/>
                </a:lnTo>
                <a:lnTo>
                  <a:pt x="1058" y="849"/>
                </a:lnTo>
                <a:lnTo>
                  <a:pt x="1057" y="849"/>
                </a:lnTo>
                <a:lnTo>
                  <a:pt x="1056" y="849"/>
                </a:lnTo>
                <a:lnTo>
                  <a:pt x="1056" y="850"/>
                </a:lnTo>
                <a:lnTo>
                  <a:pt x="1057" y="850"/>
                </a:lnTo>
                <a:lnTo>
                  <a:pt x="1057" y="851"/>
                </a:lnTo>
                <a:lnTo>
                  <a:pt x="1057" y="852"/>
                </a:lnTo>
                <a:lnTo>
                  <a:pt x="1056" y="852"/>
                </a:lnTo>
                <a:lnTo>
                  <a:pt x="1056" y="853"/>
                </a:lnTo>
                <a:lnTo>
                  <a:pt x="1055" y="853"/>
                </a:lnTo>
                <a:lnTo>
                  <a:pt x="1055" y="854"/>
                </a:lnTo>
                <a:lnTo>
                  <a:pt x="1055" y="855"/>
                </a:lnTo>
                <a:lnTo>
                  <a:pt x="1055" y="854"/>
                </a:lnTo>
                <a:lnTo>
                  <a:pt x="1054" y="854"/>
                </a:lnTo>
                <a:lnTo>
                  <a:pt x="1054" y="853"/>
                </a:lnTo>
                <a:lnTo>
                  <a:pt x="1053" y="853"/>
                </a:lnTo>
                <a:lnTo>
                  <a:pt x="1052" y="853"/>
                </a:lnTo>
                <a:lnTo>
                  <a:pt x="1051" y="853"/>
                </a:lnTo>
                <a:lnTo>
                  <a:pt x="1051" y="854"/>
                </a:lnTo>
                <a:lnTo>
                  <a:pt x="1050" y="854"/>
                </a:lnTo>
                <a:lnTo>
                  <a:pt x="1050" y="855"/>
                </a:lnTo>
                <a:lnTo>
                  <a:pt x="1049" y="855"/>
                </a:lnTo>
                <a:lnTo>
                  <a:pt x="1048" y="855"/>
                </a:lnTo>
                <a:lnTo>
                  <a:pt x="1048" y="854"/>
                </a:lnTo>
                <a:lnTo>
                  <a:pt x="1048" y="853"/>
                </a:lnTo>
                <a:lnTo>
                  <a:pt x="1047" y="853"/>
                </a:lnTo>
                <a:lnTo>
                  <a:pt x="1047" y="852"/>
                </a:lnTo>
                <a:lnTo>
                  <a:pt x="1046" y="852"/>
                </a:lnTo>
                <a:lnTo>
                  <a:pt x="1046" y="851"/>
                </a:lnTo>
                <a:lnTo>
                  <a:pt x="1045" y="851"/>
                </a:lnTo>
                <a:lnTo>
                  <a:pt x="1044" y="850"/>
                </a:lnTo>
                <a:lnTo>
                  <a:pt x="1044" y="849"/>
                </a:lnTo>
                <a:lnTo>
                  <a:pt x="1043" y="849"/>
                </a:lnTo>
                <a:lnTo>
                  <a:pt x="1043" y="850"/>
                </a:lnTo>
                <a:lnTo>
                  <a:pt x="1042" y="850"/>
                </a:lnTo>
                <a:lnTo>
                  <a:pt x="1041" y="850"/>
                </a:lnTo>
                <a:lnTo>
                  <a:pt x="1041" y="849"/>
                </a:lnTo>
                <a:lnTo>
                  <a:pt x="1041" y="850"/>
                </a:lnTo>
                <a:lnTo>
                  <a:pt x="1040" y="850"/>
                </a:lnTo>
                <a:lnTo>
                  <a:pt x="1039" y="850"/>
                </a:lnTo>
                <a:lnTo>
                  <a:pt x="1038" y="850"/>
                </a:lnTo>
                <a:lnTo>
                  <a:pt x="1037" y="850"/>
                </a:lnTo>
                <a:lnTo>
                  <a:pt x="1037" y="851"/>
                </a:lnTo>
                <a:lnTo>
                  <a:pt x="1037" y="850"/>
                </a:lnTo>
                <a:lnTo>
                  <a:pt x="1036" y="850"/>
                </a:lnTo>
                <a:lnTo>
                  <a:pt x="1036" y="849"/>
                </a:lnTo>
                <a:lnTo>
                  <a:pt x="1035" y="849"/>
                </a:lnTo>
                <a:lnTo>
                  <a:pt x="1036" y="849"/>
                </a:lnTo>
                <a:lnTo>
                  <a:pt x="1035" y="849"/>
                </a:lnTo>
                <a:lnTo>
                  <a:pt x="1035" y="848"/>
                </a:lnTo>
                <a:lnTo>
                  <a:pt x="1035" y="847"/>
                </a:lnTo>
                <a:lnTo>
                  <a:pt x="1034" y="847"/>
                </a:lnTo>
                <a:lnTo>
                  <a:pt x="1034" y="846"/>
                </a:lnTo>
                <a:lnTo>
                  <a:pt x="1033" y="846"/>
                </a:lnTo>
                <a:lnTo>
                  <a:pt x="1033" y="845"/>
                </a:lnTo>
                <a:lnTo>
                  <a:pt x="1033" y="846"/>
                </a:lnTo>
                <a:lnTo>
                  <a:pt x="1032" y="846"/>
                </a:lnTo>
                <a:lnTo>
                  <a:pt x="1031" y="846"/>
                </a:lnTo>
                <a:lnTo>
                  <a:pt x="1031" y="845"/>
                </a:lnTo>
                <a:lnTo>
                  <a:pt x="1030" y="845"/>
                </a:lnTo>
                <a:lnTo>
                  <a:pt x="1030" y="844"/>
                </a:lnTo>
                <a:lnTo>
                  <a:pt x="1029" y="844"/>
                </a:lnTo>
                <a:lnTo>
                  <a:pt x="1029" y="845"/>
                </a:lnTo>
                <a:lnTo>
                  <a:pt x="1028" y="845"/>
                </a:lnTo>
                <a:lnTo>
                  <a:pt x="1028" y="844"/>
                </a:lnTo>
                <a:lnTo>
                  <a:pt x="1027" y="844"/>
                </a:lnTo>
                <a:lnTo>
                  <a:pt x="1027" y="845"/>
                </a:lnTo>
                <a:lnTo>
                  <a:pt x="1026" y="845"/>
                </a:lnTo>
                <a:lnTo>
                  <a:pt x="1026" y="846"/>
                </a:lnTo>
                <a:lnTo>
                  <a:pt x="1025" y="846"/>
                </a:lnTo>
                <a:lnTo>
                  <a:pt x="1025" y="847"/>
                </a:lnTo>
                <a:lnTo>
                  <a:pt x="1026" y="847"/>
                </a:lnTo>
                <a:lnTo>
                  <a:pt x="1026" y="848"/>
                </a:lnTo>
                <a:lnTo>
                  <a:pt x="1026" y="849"/>
                </a:lnTo>
                <a:lnTo>
                  <a:pt x="1025" y="849"/>
                </a:lnTo>
                <a:lnTo>
                  <a:pt x="1024" y="849"/>
                </a:lnTo>
                <a:lnTo>
                  <a:pt x="1024" y="850"/>
                </a:lnTo>
                <a:lnTo>
                  <a:pt x="1023" y="850"/>
                </a:lnTo>
                <a:lnTo>
                  <a:pt x="1022" y="850"/>
                </a:lnTo>
                <a:lnTo>
                  <a:pt x="1022" y="851"/>
                </a:lnTo>
                <a:lnTo>
                  <a:pt x="1021" y="851"/>
                </a:lnTo>
                <a:lnTo>
                  <a:pt x="1020" y="851"/>
                </a:lnTo>
                <a:lnTo>
                  <a:pt x="1019" y="851"/>
                </a:lnTo>
                <a:lnTo>
                  <a:pt x="1018" y="851"/>
                </a:lnTo>
                <a:lnTo>
                  <a:pt x="1018" y="850"/>
                </a:lnTo>
                <a:lnTo>
                  <a:pt x="1018" y="851"/>
                </a:lnTo>
                <a:lnTo>
                  <a:pt x="1018" y="850"/>
                </a:lnTo>
                <a:lnTo>
                  <a:pt x="1017" y="850"/>
                </a:lnTo>
                <a:lnTo>
                  <a:pt x="1016" y="850"/>
                </a:lnTo>
                <a:lnTo>
                  <a:pt x="1016" y="851"/>
                </a:lnTo>
                <a:lnTo>
                  <a:pt x="1015" y="851"/>
                </a:lnTo>
                <a:lnTo>
                  <a:pt x="1015" y="852"/>
                </a:lnTo>
                <a:lnTo>
                  <a:pt x="1014" y="852"/>
                </a:lnTo>
                <a:lnTo>
                  <a:pt x="1013" y="852"/>
                </a:lnTo>
                <a:lnTo>
                  <a:pt x="1012" y="852"/>
                </a:lnTo>
                <a:lnTo>
                  <a:pt x="1011" y="852"/>
                </a:lnTo>
                <a:lnTo>
                  <a:pt x="1010" y="852"/>
                </a:lnTo>
                <a:lnTo>
                  <a:pt x="1010" y="853"/>
                </a:lnTo>
                <a:lnTo>
                  <a:pt x="1009" y="853"/>
                </a:lnTo>
                <a:lnTo>
                  <a:pt x="1009" y="854"/>
                </a:lnTo>
                <a:lnTo>
                  <a:pt x="1008" y="854"/>
                </a:lnTo>
                <a:lnTo>
                  <a:pt x="1008" y="855"/>
                </a:lnTo>
                <a:lnTo>
                  <a:pt x="1008" y="856"/>
                </a:lnTo>
                <a:lnTo>
                  <a:pt x="1007" y="856"/>
                </a:lnTo>
                <a:lnTo>
                  <a:pt x="1007" y="857"/>
                </a:lnTo>
                <a:lnTo>
                  <a:pt x="1006" y="857"/>
                </a:lnTo>
                <a:lnTo>
                  <a:pt x="1005" y="857"/>
                </a:lnTo>
                <a:lnTo>
                  <a:pt x="1005" y="858"/>
                </a:lnTo>
                <a:lnTo>
                  <a:pt x="1005" y="859"/>
                </a:lnTo>
                <a:lnTo>
                  <a:pt x="1004" y="859"/>
                </a:lnTo>
                <a:lnTo>
                  <a:pt x="1004" y="860"/>
                </a:lnTo>
                <a:lnTo>
                  <a:pt x="1003" y="860"/>
                </a:lnTo>
                <a:lnTo>
                  <a:pt x="1002" y="860"/>
                </a:lnTo>
                <a:lnTo>
                  <a:pt x="1002" y="859"/>
                </a:lnTo>
                <a:lnTo>
                  <a:pt x="1001" y="859"/>
                </a:lnTo>
                <a:lnTo>
                  <a:pt x="1001" y="860"/>
                </a:lnTo>
                <a:lnTo>
                  <a:pt x="1001" y="861"/>
                </a:lnTo>
                <a:lnTo>
                  <a:pt x="1000" y="861"/>
                </a:lnTo>
                <a:lnTo>
                  <a:pt x="1000" y="862"/>
                </a:lnTo>
                <a:lnTo>
                  <a:pt x="999" y="863"/>
                </a:lnTo>
                <a:lnTo>
                  <a:pt x="999" y="864"/>
                </a:lnTo>
                <a:lnTo>
                  <a:pt x="998" y="864"/>
                </a:lnTo>
                <a:lnTo>
                  <a:pt x="998" y="865"/>
                </a:lnTo>
                <a:lnTo>
                  <a:pt x="998" y="864"/>
                </a:lnTo>
                <a:lnTo>
                  <a:pt x="998" y="865"/>
                </a:lnTo>
                <a:lnTo>
                  <a:pt x="997" y="865"/>
                </a:lnTo>
                <a:lnTo>
                  <a:pt x="997" y="866"/>
                </a:lnTo>
                <a:lnTo>
                  <a:pt x="998" y="866"/>
                </a:lnTo>
                <a:lnTo>
                  <a:pt x="998" y="867"/>
                </a:lnTo>
                <a:lnTo>
                  <a:pt x="998" y="868"/>
                </a:lnTo>
                <a:lnTo>
                  <a:pt x="997" y="868"/>
                </a:lnTo>
                <a:lnTo>
                  <a:pt x="996" y="868"/>
                </a:lnTo>
                <a:lnTo>
                  <a:pt x="996" y="869"/>
                </a:lnTo>
                <a:lnTo>
                  <a:pt x="997" y="869"/>
                </a:lnTo>
                <a:lnTo>
                  <a:pt x="996" y="869"/>
                </a:lnTo>
                <a:lnTo>
                  <a:pt x="996" y="870"/>
                </a:lnTo>
                <a:lnTo>
                  <a:pt x="996" y="871"/>
                </a:lnTo>
                <a:lnTo>
                  <a:pt x="996" y="872"/>
                </a:lnTo>
                <a:lnTo>
                  <a:pt x="995" y="872"/>
                </a:lnTo>
                <a:lnTo>
                  <a:pt x="995" y="873"/>
                </a:lnTo>
                <a:lnTo>
                  <a:pt x="995" y="874"/>
                </a:lnTo>
                <a:lnTo>
                  <a:pt x="995" y="875"/>
                </a:lnTo>
                <a:lnTo>
                  <a:pt x="994" y="875"/>
                </a:lnTo>
                <a:lnTo>
                  <a:pt x="993" y="875"/>
                </a:lnTo>
                <a:lnTo>
                  <a:pt x="993" y="876"/>
                </a:lnTo>
                <a:lnTo>
                  <a:pt x="993" y="877"/>
                </a:lnTo>
                <a:lnTo>
                  <a:pt x="992" y="877"/>
                </a:lnTo>
                <a:lnTo>
                  <a:pt x="991" y="877"/>
                </a:lnTo>
                <a:lnTo>
                  <a:pt x="991" y="878"/>
                </a:lnTo>
                <a:lnTo>
                  <a:pt x="991" y="879"/>
                </a:lnTo>
                <a:lnTo>
                  <a:pt x="991" y="880"/>
                </a:lnTo>
                <a:lnTo>
                  <a:pt x="990" y="880"/>
                </a:lnTo>
                <a:lnTo>
                  <a:pt x="990" y="881"/>
                </a:lnTo>
                <a:lnTo>
                  <a:pt x="989" y="881"/>
                </a:lnTo>
                <a:lnTo>
                  <a:pt x="989" y="882"/>
                </a:lnTo>
                <a:lnTo>
                  <a:pt x="988" y="882"/>
                </a:lnTo>
                <a:lnTo>
                  <a:pt x="987" y="882"/>
                </a:lnTo>
                <a:lnTo>
                  <a:pt x="987" y="883"/>
                </a:lnTo>
                <a:lnTo>
                  <a:pt x="986" y="883"/>
                </a:lnTo>
                <a:lnTo>
                  <a:pt x="985" y="884"/>
                </a:lnTo>
                <a:lnTo>
                  <a:pt x="984" y="884"/>
                </a:lnTo>
                <a:lnTo>
                  <a:pt x="983" y="884"/>
                </a:lnTo>
                <a:lnTo>
                  <a:pt x="982" y="884"/>
                </a:lnTo>
                <a:lnTo>
                  <a:pt x="982" y="885"/>
                </a:lnTo>
                <a:lnTo>
                  <a:pt x="981" y="885"/>
                </a:lnTo>
                <a:lnTo>
                  <a:pt x="981" y="886"/>
                </a:lnTo>
                <a:lnTo>
                  <a:pt x="980" y="886"/>
                </a:lnTo>
                <a:lnTo>
                  <a:pt x="981" y="886"/>
                </a:lnTo>
                <a:lnTo>
                  <a:pt x="980" y="887"/>
                </a:lnTo>
                <a:lnTo>
                  <a:pt x="980" y="888"/>
                </a:lnTo>
                <a:lnTo>
                  <a:pt x="979" y="889"/>
                </a:lnTo>
                <a:lnTo>
                  <a:pt x="978" y="889"/>
                </a:lnTo>
                <a:lnTo>
                  <a:pt x="977" y="889"/>
                </a:lnTo>
                <a:lnTo>
                  <a:pt x="977" y="890"/>
                </a:lnTo>
                <a:lnTo>
                  <a:pt x="977" y="891"/>
                </a:lnTo>
                <a:lnTo>
                  <a:pt x="976" y="891"/>
                </a:lnTo>
                <a:lnTo>
                  <a:pt x="977" y="891"/>
                </a:lnTo>
                <a:lnTo>
                  <a:pt x="976" y="891"/>
                </a:lnTo>
                <a:lnTo>
                  <a:pt x="976" y="892"/>
                </a:lnTo>
                <a:lnTo>
                  <a:pt x="975" y="892"/>
                </a:lnTo>
                <a:lnTo>
                  <a:pt x="975" y="893"/>
                </a:lnTo>
                <a:lnTo>
                  <a:pt x="976" y="893"/>
                </a:lnTo>
                <a:lnTo>
                  <a:pt x="975" y="893"/>
                </a:lnTo>
                <a:lnTo>
                  <a:pt x="975" y="894"/>
                </a:lnTo>
                <a:lnTo>
                  <a:pt x="976" y="894"/>
                </a:lnTo>
                <a:lnTo>
                  <a:pt x="976" y="895"/>
                </a:lnTo>
                <a:lnTo>
                  <a:pt x="976" y="896"/>
                </a:lnTo>
                <a:lnTo>
                  <a:pt x="976" y="897"/>
                </a:lnTo>
                <a:lnTo>
                  <a:pt x="975" y="897"/>
                </a:lnTo>
                <a:lnTo>
                  <a:pt x="975" y="898"/>
                </a:lnTo>
                <a:lnTo>
                  <a:pt x="973" y="898"/>
                </a:lnTo>
                <a:lnTo>
                  <a:pt x="973" y="899"/>
                </a:lnTo>
                <a:lnTo>
                  <a:pt x="973" y="900"/>
                </a:lnTo>
                <a:lnTo>
                  <a:pt x="972" y="900"/>
                </a:lnTo>
                <a:lnTo>
                  <a:pt x="972" y="901"/>
                </a:lnTo>
                <a:lnTo>
                  <a:pt x="972" y="902"/>
                </a:lnTo>
                <a:lnTo>
                  <a:pt x="971" y="902"/>
                </a:lnTo>
                <a:lnTo>
                  <a:pt x="972" y="902"/>
                </a:lnTo>
                <a:lnTo>
                  <a:pt x="971" y="902"/>
                </a:lnTo>
                <a:lnTo>
                  <a:pt x="971" y="903"/>
                </a:lnTo>
                <a:lnTo>
                  <a:pt x="970" y="903"/>
                </a:lnTo>
                <a:lnTo>
                  <a:pt x="970" y="904"/>
                </a:lnTo>
                <a:lnTo>
                  <a:pt x="969" y="904"/>
                </a:lnTo>
                <a:lnTo>
                  <a:pt x="969" y="905"/>
                </a:lnTo>
                <a:lnTo>
                  <a:pt x="968" y="905"/>
                </a:lnTo>
                <a:lnTo>
                  <a:pt x="968" y="906"/>
                </a:lnTo>
                <a:lnTo>
                  <a:pt x="967" y="906"/>
                </a:lnTo>
                <a:lnTo>
                  <a:pt x="967" y="907"/>
                </a:lnTo>
                <a:lnTo>
                  <a:pt x="967" y="908"/>
                </a:lnTo>
                <a:lnTo>
                  <a:pt x="967" y="909"/>
                </a:lnTo>
                <a:lnTo>
                  <a:pt x="968" y="909"/>
                </a:lnTo>
                <a:lnTo>
                  <a:pt x="968" y="910"/>
                </a:lnTo>
                <a:lnTo>
                  <a:pt x="969" y="910"/>
                </a:lnTo>
                <a:lnTo>
                  <a:pt x="969" y="911"/>
                </a:lnTo>
                <a:lnTo>
                  <a:pt x="969" y="912"/>
                </a:lnTo>
                <a:lnTo>
                  <a:pt x="970" y="912"/>
                </a:lnTo>
                <a:lnTo>
                  <a:pt x="970" y="913"/>
                </a:lnTo>
                <a:lnTo>
                  <a:pt x="969" y="913"/>
                </a:lnTo>
                <a:lnTo>
                  <a:pt x="969" y="914"/>
                </a:lnTo>
                <a:lnTo>
                  <a:pt x="969" y="915"/>
                </a:lnTo>
                <a:lnTo>
                  <a:pt x="968" y="915"/>
                </a:lnTo>
                <a:lnTo>
                  <a:pt x="967" y="915"/>
                </a:lnTo>
                <a:lnTo>
                  <a:pt x="967" y="916"/>
                </a:lnTo>
                <a:lnTo>
                  <a:pt x="966" y="916"/>
                </a:lnTo>
                <a:lnTo>
                  <a:pt x="965" y="916"/>
                </a:lnTo>
                <a:lnTo>
                  <a:pt x="965" y="917"/>
                </a:lnTo>
                <a:lnTo>
                  <a:pt x="965" y="918"/>
                </a:lnTo>
                <a:lnTo>
                  <a:pt x="965" y="919"/>
                </a:lnTo>
                <a:lnTo>
                  <a:pt x="965" y="920"/>
                </a:lnTo>
                <a:lnTo>
                  <a:pt x="964" y="920"/>
                </a:lnTo>
                <a:lnTo>
                  <a:pt x="965" y="920"/>
                </a:lnTo>
                <a:lnTo>
                  <a:pt x="965" y="921"/>
                </a:lnTo>
                <a:lnTo>
                  <a:pt x="966" y="921"/>
                </a:lnTo>
                <a:lnTo>
                  <a:pt x="966" y="922"/>
                </a:lnTo>
                <a:lnTo>
                  <a:pt x="966" y="923"/>
                </a:lnTo>
                <a:lnTo>
                  <a:pt x="967" y="924"/>
                </a:lnTo>
                <a:lnTo>
                  <a:pt x="966" y="924"/>
                </a:lnTo>
                <a:lnTo>
                  <a:pt x="966" y="925"/>
                </a:lnTo>
                <a:lnTo>
                  <a:pt x="966" y="926"/>
                </a:lnTo>
                <a:lnTo>
                  <a:pt x="966" y="927"/>
                </a:lnTo>
                <a:lnTo>
                  <a:pt x="967" y="927"/>
                </a:lnTo>
                <a:lnTo>
                  <a:pt x="968" y="928"/>
                </a:lnTo>
                <a:lnTo>
                  <a:pt x="968" y="929"/>
                </a:lnTo>
                <a:lnTo>
                  <a:pt x="968" y="930"/>
                </a:lnTo>
                <a:lnTo>
                  <a:pt x="968" y="931"/>
                </a:lnTo>
                <a:lnTo>
                  <a:pt x="968" y="932"/>
                </a:lnTo>
                <a:lnTo>
                  <a:pt x="967" y="933"/>
                </a:lnTo>
                <a:lnTo>
                  <a:pt x="967" y="934"/>
                </a:lnTo>
                <a:lnTo>
                  <a:pt x="966" y="934"/>
                </a:lnTo>
                <a:lnTo>
                  <a:pt x="966" y="935"/>
                </a:lnTo>
                <a:lnTo>
                  <a:pt x="966" y="936"/>
                </a:lnTo>
                <a:lnTo>
                  <a:pt x="965" y="936"/>
                </a:lnTo>
                <a:lnTo>
                  <a:pt x="965" y="937"/>
                </a:lnTo>
                <a:lnTo>
                  <a:pt x="965" y="938"/>
                </a:lnTo>
                <a:lnTo>
                  <a:pt x="965" y="939"/>
                </a:lnTo>
                <a:lnTo>
                  <a:pt x="964" y="939"/>
                </a:lnTo>
                <a:lnTo>
                  <a:pt x="964" y="940"/>
                </a:lnTo>
                <a:lnTo>
                  <a:pt x="963" y="940"/>
                </a:lnTo>
                <a:lnTo>
                  <a:pt x="963" y="941"/>
                </a:lnTo>
                <a:lnTo>
                  <a:pt x="962" y="942"/>
                </a:lnTo>
                <a:lnTo>
                  <a:pt x="961" y="942"/>
                </a:lnTo>
                <a:lnTo>
                  <a:pt x="961" y="943"/>
                </a:lnTo>
                <a:lnTo>
                  <a:pt x="960" y="943"/>
                </a:lnTo>
                <a:lnTo>
                  <a:pt x="959" y="944"/>
                </a:lnTo>
                <a:lnTo>
                  <a:pt x="958" y="945"/>
                </a:lnTo>
                <a:lnTo>
                  <a:pt x="957" y="945"/>
                </a:lnTo>
                <a:lnTo>
                  <a:pt x="957" y="946"/>
                </a:lnTo>
                <a:lnTo>
                  <a:pt x="957" y="947"/>
                </a:lnTo>
                <a:lnTo>
                  <a:pt x="957" y="948"/>
                </a:lnTo>
                <a:lnTo>
                  <a:pt x="957" y="949"/>
                </a:lnTo>
                <a:lnTo>
                  <a:pt x="957" y="950"/>
                </a:lnTo>
                <a:lnTo>
                  <a:pt x="956" y="950"/>
                </a:lnTo>
                <a:lnTo>
                  <a:pt x="955" y="950"/>
                </a:lnTo>
                <a:lnTo>
                  <a:pt x="955" y="949"/>
                </a:lnTo>
                <a:lnTo>
                  <a:pt x="954" y="949"/>
                </a:lnTo>
                <a:lnTo>
                  <a:pt x="954" y="948"/>
                </a:lnTo>
                <a:lnTo>
                  <a:pt x="953" y="948"/>
                </a:lnTo>
                <a:lnTo>
                  <a:pt x="953" y="947"/>
                </a:lnTo>
                <a:lnTo>
                  <a:pt x="952" y="947"/>
                </a:lnTo>
                <a:lnTo>
                  <a:pt x="952" y="946"/>
                </a:lnTo>
                <a:lnTo>
                  <a:pt x="951" y="945"/>
                </a:lnTo>
                <a:lnTo>
                  <a:pt x="950" y="945"/>
                </a:lnTo>
                <a:lnTo>
                  <a:pt x="950" y="944"/>
                </a:lnTo>
                <a:lnTo>
                  <a:pt x="949" y="944"/>
                </a:lnTo>
                <a:lnTo>
                  <a:pt x="948" y="944"/>
                </a:lnTo>
                <a:lnTo>
                  <a:pt x="948" y="943"/>
                </a:lnTo>
                <a:lnTo>
                  <a:pt x="947" y="943"/>
                </a:lnTo>
                <a:lnTo>
                  <a:pt x="948" y="943"/>
                </a:lnTo>
                <a:lnTo>
                  <a:pt x="948" y="942"/>
                </a:lnTo>
                <a:lnTo>
                  <a:pt x="948" y="941"/>
                </a:lnTo>
                <a:lnTo>
                  <a:pt x="949" y="941"/>
                </a:lnTo>
                <a:lnTo>
                  <a:pt x="949" y="940"/>
                </a:lnTo>
                <a:lnTo>
                  <a:pt x="949" y="939"/>
                </a:lnTo>
                <a:lnTo>
                  <a:pt x="948" y="939"/>
                </a:lnTo>
                <a:lnTo>
                  <a:pt x="948" y="938"/>
                </a:lnTo>
                <a:lnTo>
                  <a:pt x="947" y="938"/>
                </a:lnTo>
                <a:lnTo>
                  <a:pt x="947" y="937"/>
                </a:lnTo>
                <a:lnTo>
                  <a:pt x="946" y="937"/>
                </a:lnTo>
                <a:lnTo>
                  <a:pt x="946" y="936"/>
                </a:lnTo>
                <a:lnTo>
                  <a:pt x="945" y="936"/>
                </a:lnTo>
                <a:lnTo>
                  <a:pt x="945" y="935"/>
                </a:lnTo>
                <a:lnTo>
                  <a:pt x="945" y="934"/>
                </a:lnTo>
                <a:lnTo>
                  <a:pt x="944" y="934"/>
                </a:lnTo>
                <a:lnTo>
                  <a:pt x="943" y="934"/>
                </a:lnTo>
                <a:lnTo>
                  <a:pt x="943" y="933"/>
                </a:lnTo>
                <a:lnTo>
                  <a:pt x="943" y="932"/>
                </a:lnTo>
                <a:lnTo>
                  <a:pt x="942" y="932"/>
                </a:lnTo>
                <a:lnTo>
                  <a:pt x="941" y="932"/>
                </a:lnTo>
                <a:lnTo>
                  <a:pt x="941" y="933"/>
                </a:lnTo>
                <a:lnTo>
                  <a:pt x="941" y="932"/>
                </a:lnTo>
                <a:lnTo>
                  <a:pt x="940" y="932"/>
                </a:lnTo>
                <a:lnTo>
                  <a:pt x="940" y="931"/>
                </a:lnTo>
                <a:lnTo>
                  <a:pt x="939" y="931"/>
                </a:lnTo>
                <a:lnTo>
                  <a:pt x="939" y="930"/>
                </a:lnTo>
                <a:lnTo>
                  <a:pt x="938" y="930"/>
                </a:lnTo>
                <a:lnTo>
                  <a:pt x="938" y="929"/>
                </a:lnTo>
                <a:lnTo>
                  <a:pt x="938" y="928"/>
                </a:lnTo>
                <a:lnTo>
                  <a:pt x="937" y="928"/>
                </a:lnTo>
                <a:lnTo>
                  <a:pt x="937" y="927"/>
                </a:lnTo>
                <a:lnTo>
                  <a:pt x="937" y="926"/>
                </a:lnTo>
                <a:lnTo>
                  <a:pt x="936" y="925"/>
                </a:lnTo>
                <a:lnTo>
                  <a:pt x="936" y="924"/>
                </a:lnTo>
                <a:lnTo>
                  <a:pt x="935" y="924"/>
                </a:lnTo>
                <a:lnTo>
                  <a:pt x="935" y="923"/>
                </a:lnTo>
                <a:lnTo>
                  <a:pt x="936" y="923"/>
                </a:lnTo>
                <a:lnTo>
                  <a:pt x="936" y="922"/>
                </a:lnTo>
                <a:lnTo>
                  <a:pt x="936" y="921"/>
                </a:lnTo>
                <a:lnTo>
                  <a:pt x="936" y="920"/>
                </a:lnTo>
                <a:lnTo>
                  <a:pt x="936" y="919"/>
                </a:lnTo>
                <a:lnTo>
                  <a:pt x="937" y="919"/>
                </a:lnTo>
                <a:lnTo>
                  <a:pt x="937" y="918"/>
                </a:lnTo>
                <a:lnTo>
                  <a:pt x="936" y="918"/>
                </a:lnTo>
                <a:lnTo>
                  <a:pt x="937" y="918"/>
                </a:lnTo>
                <a:lnTo>
                  <a:pt x="937" y="917"/>
                </a:lnTo>
                <a:lnTo>
                  <a:pt x="936" y="917"/>
                </a:lnTo>
                <a:lnTo>
                  <a:pt x="935" y="917"/>
                </a:lnTo>
                <a:lnTo>
                  <a:pt x="935" y="916"/>
                </a:lnTo>
                <a:lnTo>
                  <a:pt x="935" y="915"/>
                </a:lnTo>
                <a:lnTo>
                  <a:pt x="935" y="914"/>
                </a:lnTo>
                <a:lnTo>
                  <a:pt x="934" y="914"/>
                </a:lnTo>
                <a:lnTo>
                  <a:pt x="934" y="913"/>
                </a:lnTo>
                <a:lnTo>
                  <a:pt x="935" y="913"/>
                </a:lnTo>
                <a:lnTo>
                  <a:pt x="936" y="913"/>
                </a:lnTo>
                <a:lnTo>
                  <a:pt x="937" y="913"/>
                </a:lnTo>
                <a:lnTo>
                  <a:pt x="937" y="912"/>
                </a:lnTo>
                <a:lnTo>
                  <a:pt x="937" y="913"/>
                </a:lnTo>
                <a:lnTo>
                  <a:pt x="937" y="912"/>
                </a:lnTo>
                <a:lnTo>
                  <a:pt x="936" y="912"/>
                </a:lnTo>
                <a:lnTo>
                  <a:pt x="936" y="911"/>
                </a:lnTo>
                <a:lnTo>
                  <a:pt x="937" y="911"/>
                </a:lnTo>
                <a:lnTo>
                  <a:pt x="938" y="911"/>
                </a:lnTo>
                <a:lnTo>
                  <a:pt x="938" y="910"/>
                </a:lnTo>
                <a:lnTo>
                  <a:pt x="938" y="909"/>
                </a:lnTo>
                <a:lnTo>
                  <a:pt x="938" y="908"/>
                </a:lnTo>
                <a:lnTo>
                  <a:pt x="938" y="907"/>
                </a:lnTo>
                <a:lnTo>
                  <a:pt x="938" y="906"/>
                </a:lnTo>
                <a:lnTo>
                  <a:pt x="939" y="906"/>
                </a:lnTo>
                <a:lnTo>
                  <a:pt x="939" y="905"/>
                </a:lnTo>
                <a:lnTo>
                  <a:pt x="940" y="905"/>
                </a:lnTo>
                <a:lnTo>
                  <a:pt x="941" y="905"/>
                </a:lnTo>
                <a:lnTo>
                  <a:pt x="941" y="904"/>
                </a:lnTo>
                <a:lnTo>
                  <a:pt x="942" y="903"/>
                </a:lnTo>
                <a:lnTo>
                  <a:pt x="942" y="902"/>
                </a:lnTo>
                <a:lnTo>
                  <a:pt x="941" y="902"/>
                </a:lnTo>
                <a:lnTo>
                  <a:pt x="941" y="901"/>
                </a:lnTo>
                <a:lnTo>
                  <a:pt x="942" y="901"/>
                </a:lnTo>
                <a:lnTo>
                  <a:pt x="942" y="900"/>
                </a:lnTo>
                <a:lnTo>
                  <a:pt x="941" y="900"/>
                </a:lnTo>
                <a:lnTo>
                  <a:pt x="941" y="899"/>
                </a:lnTo>
                <a:lnTo>
                  <a:pt x="941" y="898"/>
                </a:lnTo>
                <a:lnTo>
                  <a:pt x="942" y="898"/>
                </a:lnTo>
                <a:lnTo>
                  <a:pt x="943" y="898"/>
                </a:lnTo>
                <a:lnTo>
                  <a:pt x="942" y="898"/>
                </a:lnTo>
                <a:lnTo>
                  <a:pt x="942" y="897"/>
                </a:lnTo>
                <a:lnTo>
                  <a:pt x="943" y="897"/>
                </a:lnTo>
                <a:lnTo>
                  <a:pt x="942" y="897"/>
                </a:lnTo>
                <a:lnTo>
                  <a:pt x="943" y="897"/>
                </a:lnTo>
                <a:lnTo>
                  <a:pt x="943" y="896"/>
                </a:lnTo>
                <a:lnTo>
                  <a:pt x="943" y="895"/>
                </a:lnTo>
                <a:lnTo>
                  <a:pt x="943" y="894"/>
                </a:lnTo>
                <a:lnTo>
                  <a:pt x="942" y="894"/>
                </a:lnTo>
                <a:lnTo>
                  <a:pt x="942" y="893"/>
                </a:lnTo>
                <a:lnTo>
                  <a:pt x="942" y="892"/>
                </a:lnTo>
                <a:lnTo>
                  <a:pt x="943" y="892"/>
                </a:lnTo>
                <a:lnTo>
                  <a:pt x="942" y="892"/>
                </a:lnTo>
                <a:lnTo>
                  <a:pt x="942" y="891"/>
                </a:lnTo>
                <a:lnTo>
                  <a:pt x="943" y="891"/>
                </a:lnTo>
                <a:lnTo>
                  <a:pt x="943" y="890"/>
                </a:lnTo>
                <a:lnTo>
                  <a:pt x="943" y="889"/>
                </a:lnTo>
                <a:lnTo>
                  <a:pt x="943" y="888"/>
                </a:lnTo>
                <a:lnTo>
                  <a:pt x="943" y="887"/>
                </a:lnTo>
                <a:lnTo>
                  <a:pt x="944" y="887"/>
                </a:lnTo>
                <a:lnTo>
                  <a:pt x="945" y="886"/>
                </a:lnTo>
                <a:lnTo>
                  <a:pt x="945" y="885"/>
                </a:lnTo>
                <a:lnTo>
                  <a:pt x="945" y="884"/>
                </a:lnTo>
                <a:lnTo>
                  <a:pt x="945" y="883"/>
                </a:lnTo>
                <a:lnTo>
                  <a:pt x="945" y="882"/>
                </a:lnTo>
                <a:lnTo>
                  <a:pt x="945" y="881"/>
                </a:lnTo>
                <a:lnTo>
                  <a:pt x="945" y="880"/>
                </a:lnTo>
                <a:lnTo>
                  <a:pt x="944" y="880"/>
                </a:lnTo>
                <a:lnTo>
                  <a:pt x="944" y="879"/>
                </a:lnTo>
                <a:lnTo>
                  <a:pt x="944" y="878"/>
                </a:lnTo>
                <a:lnTo>
                  <a:pt x="944" y="877"/>
                </a:lnTo>
                <a:lnTo>
                  <a:pt x="943" y="877"/>
                </a:lnTo>
                <a:lnTo>
                  <a:pt x="943" y="876"/>
                </a:lnTo>
                <a:lnTo>
                  <a:pt x="943" y="877"/>
                </a:lnTo>
                <a:lnTo>
                  <a:pt x="942" y="877"/>
                </a:lnTo>
                <a:lnTo>
                  <a:pt x="942" y="876"/>
                </a:lnTo>
                <a:lnTo>
                  <a:pt x="941" y="876"/>
                </a:lnTo>
                <a:lnTo>
                  <a:pt x="941" y="875"/>
                </a:lnTo>
                <a:lnTo>
                  <a:pt x="941" y="874"/>
                </a:lnTo>
                <a:lnTo>
                  <a:pt x="941" y="873"/>
                </a:lnTo>
                <a:lnTo>
                  <a:pt x="941" y="872"/>
                </a:lnTo>
                <a:lnTo>
                  <a:pt x="941" y="871"/>
                </a:lnTo>
                <a:lnTo>
                  <a:pt x="941" y="870"/>
                </a:lnTo>
                <a:lnTo>
                  <a:pt x="941" y="869"/>
                </a:lnTo>
                <a:lnTo>
                  <a:pt x="940" y="869"/>
                </a:lnTo>
                <a:lnTo>
                  <a:pt x="941" y="869"/>
                </a:lnTo>
                <a:lnTo>
                  <a:pt x="941" y="868"/>
                </a:lnTo>
                <a:lnTo>
                  <a:pt x="941" y="867"/>
                </a:lnTo>
                <a:lnTo>
                  <a:pt x="940" y="867"/>
                </a:lnTo>
                <a:lnTo>
                  <a:pt x="939" y="867"/>
                </a:lnTo>
                <a:lnTo>
                  <a:pt x="938" y="867"/>
                </a:lnTo>
                <a:lnTo>
                  <a:pt x="938" y="866"/>
                </a:lnTo>
                <a:lnTo>
                  <a:pt x="938" y="865"/>
                </a:lnTo>
                <a:lnTo>
                  <a:pt x="937" y="865"/>
                </a:lnTo>
                <a:lnTo>
                  <a:pt x="937" y="864"/>
                </a:lnTo>
                <a:lnTo>
                  <a:pt x="936" y="864"/>
                </a:lnTo>
                <a:lnTo>
                  <a:pt x="935" y="863"/>
                </a:lnTo>
                <a:lnTo>
                  <a:pt x="935" y="862"/>
                </a:lnTo>
                <a:lnTo>
                  <a:pt x="934" y="862"/>
                </a:lnTo>
                <a:lnTo>
                  <a:pt x="934" y="861"/>
                </a:lnTo>
                <a:lnTo>
                  <a:pt x="933" y="861"/>
                </a:lnTo>
                <a:lnTo>
                  <a:pt x="932" y="861"/>
                </a:lnTo>
                <a:lnTo>
                  <a:pt x="932" y="862"/>
                </a:lnTo>
                <a:lnTo>
                  <a:pt x="931" y="862"/>
                </a:lnTo>
                <a:lnTo>
                  <a:pt x="930" y="861"/>
                </a:lnTo>
                <a:lnTo>
                  <a:pt x="929" y="861"/>
                </a:lnTo>
                <a:lnTo>
                  <a:pt x="928" y="861"/>
                </a:lnTo>
                <a:lnTo>
                  <a:pt x="927" y="861"/>
                </a:lnTo>
                <a:lnTo>
                  <a:pt x="927" y="862"/>
                </a:lnTo>
                <a:lnTo>
                  <a:pt x="926" y="862"/>
                </a:lnTo>
                <a:lnTo>
                  <a:pt x="926" y="861"/>
                </a:lnTo>
                <a:lnTo>
                  <a:pt x="925" y="861"/>
                </a:lnTo>
                <a:lnTo>
                  <a:pt x="926" y="861"/>
                </a:lnTo>
                <a:lnTo>
                  <a:pt x="925" y="860"/>
                </a:lnTo>
                <a:lnTo>
                  <a:pt x="925" y="859"/>
                </a:lnTo>
                <a:lnTo>
                  <a:pt x="924" y="859"/>
                </a:lnTo>
                <a:lnTo>
                  <a:pt x="923" y="858"/>
                </a:lnTo>
                <a:lnTo>
                  <a:pt x="923" y="857"/>
                </a:lnTo>
                <a:lnTo>
                  <a:pt x="922" y="857"/>
                </a:lnTo>
                <a:lnTo>
                  <a:pt x="922" y="858"/>
                </a:lnTo>
                <a:lnTo>
                  <a:pt x="921" y="858"/>
                </a:lnTo>
                <a:lnTo>
                  <a:pt x="921" y="859"/>
                </a:lnTo>
                <a:lnTo>
                  <a:pt x="920" y="859"/>
                </a:lnTo>
                <a:lnTo>
                  <a:pt x="920" y="860"/>
                </a:lnTo>
                <a:lnTo>
                  <a:pt x="919" y="860"/>
                </a:lnTo>
                <a:lnTo>
                  <a:pt x="918" y="860"/>
                </a:lnTo>
                <a:lnTo>
                  <a:pt x="917" y="860"/>
                </a:lnTo>
                <a:lnTo>
                  <a:pt x="916" y="860"/>
                </a:lnTo>
                <a:lnTo>
                  <a:pt x="915" y="860"/>
                </a:lnTo>
                <a:lnTo>
                  <a:pt x="915" y="861"/>
                </a:lnTo>
                <a:lnTo>
                  <a:pt x="916" y="861"/>
                </a:lnTo>
                <a:lnTo>
                  <a:pt x="916" y="862"/>
                </a:lnTo>
                <a:lnTo>
                  <a:pt x="915" y="862"/>
                </a:lnTo>
                <a:lnTo>
                  <a:pt x="916" y="863"/>
                </a:lnTo>
                <a:lnTo>
                  <a:pt x="915" y="863"/>
                </a:lnTo>
                <a:lnTo>
                  <a:pt x="915" y="864"/>
                </a:lnTo>
                <a:lnTo>
                  <a:pt x="915" y="865"/>
                </a:lnTo>
                <a:lnTo>
                  <a:pt x="915" y="866"/>
                </a:lnTo>
                <a:lnTo>
                  <a:pt x="913" y="866"/>
                </a:lnTo>
                <a:lnTo>
                  <a:pt x="913" y="865"/>
                </a:lnTo>
                <a:lnTo>
                  <a:pt x="912" y="865"/>
                </a:lnTo>
                <a:lnTo>
                  <a:pt x="911" y="865"/>
                </a:lnTo>
                <a:lnTo>
                  <a:pt x="911" y="864"/>
                </a:lnTo>
                <a:lnTo>
                  <a:pt x="910" y="864"/>
                </a:lnTo>
                <a:lnTo>
                  <a:pt x="909" y="864"/>
                </a:lnTo>
                <a:lnTo>
                  <a:pt x="909" y="865"/>
                </a:lnTo>
                <a:lnTo>
                  <a:pt x="908" y="865"/>
                </a:lnTo>
                <a:lnTo>
                  <a:pt x="908" y="866"/>
                </a:lnTo>
                <a:lnTo>
                  <a:pt x="908" y="867"/>
                </a:lnTo>
                <a:lnTo>
                  <a:pt x="907" y="867"/>
                </a:lnTo>
                <a:lnTo>
                  <a:pt x="906" y="868"/>
                </a:lnTo>
                <a:lnTo>
                  <a:pt x="905" y="868"/>
                </a:lnTo>
                <a:lnTo>
                  <a:pt x="904" y="868"/>
                </a:lnTo>
                <a:lnTo>
                  <a:pt x="904" y="869"/>
                </a:lnTo>
                <a:lnTo>
                  <a:pt x="903" y="869"/>
                </a:lnTo>
                <a:lnTo>
                  <a:pt x="903" y="870"/>
                </a:lnTo>
                <a:lnTo>
                  <a:pt x="903" y="871"/>
                </a:lnTo>
                <a:lnTo>
                  <a:pt x="902" y="871"/>
                </a:lnTo>
                <a:lnTo>
                  <a:pt x="901" y="871"/>
                </a:lnTo>
                <a:lnTo>
                  <a:pt x="900" y="871"/>
                </a:lnTo>
                <a:lnTo>
                  <a:pt x="899" y="870"/>
                </a:lnTo>
                <a:lnTo>
                  <a:pt x="898" y="870"/>
                </a:lnTo>
                <a:lnTo>
                  <a:pt x="897" y="870"/>
                </a:lnTo>
                <a:lnTo>
                  <a:pt x="896" y="870"/>
                </a:lnTo>
                <a:lnTo>
                  <a:pt x="896" y="871"/>
                </a:lnTo>
                <a:lnTo>
                  <a:pt x="895" y="871"/>
                </a:lnTo>
                <a:lnTo>
                  <a:pt x="894" y="871"/>
                </a:lnTo>
                <a:lnTo>
                  <a:pt x="894" y="872"/>
                </a:lnTo>
                <a:lnTo>
                  <a:pt x="893" y="872"/>
                </a:lnTo>
                <a:lnTo>
                  <a:pt x="892" y="873"/>
                </a:lnTo>
                <a:lnTo>
                  <a:pt x="892" y="872"/>
                </a:lnTo>
                <a:lnTo>
                  <a:pt x="892" y="873"/>
                </a:lnTo>
                <a:lnTo>
                  <a:pt x="892" y="872"/>
                </a:lnTo>
                <a:lnTo>
                  <a:pt x="891" y="873"/>
                </a:lnTo>
                <a:lnTo>
                  <a:pt x="891" y="872"/>
                </a:lnTo>
                <a:lnTo>
                  <a:pt x="891" y="873"/>
                </a:lnTo>
                <a:lnTo>
                  <a:pt x="891" y="874"/>
                </a:lnTo>
                <a:lnTo>
                  <a:pt x="890" y="874"/>
                </a:lnTo>
                <a:lnTo>
                  <a:pt x="889" y="873"/>
                </a:lnTo>
                <a:lnTo>
                  <a:pt x="889" y="874"/>
                </a:lnTo>
                <a:lnTo>
                  <a:pt x="889" y="875"/>
                </a:lnTo>
                <a:lnTo>
                  <a:pt x="888" y="875"/>
                </a:lnTo>
                <a:lnTo>
                  <a:pt x="888" y="874"/>
                </a:lnTo>
                <a:lnTo>
                  <a:pt x="887" y="873"/>
                </a:lnTo>
                <a:lnTo>
                  <a:pt x="887" y="872"/>
                </a:lnTo>
                <a:lnTo>
                  <a:pt x="886" y="873"/>
                </a:lnTo>
                <a:lnTo>
                  <a:pt x="885" y="873"/>
                </a:lnTo>
                <a:lnTo>
                  <a:pt x="884" y="873"/>
                </a:lnTo>
                <a:lnTo>
                  <a:pt x="884" y="874"/>
                </a:lnTo>
                <a:lnTo>
                  <a:pt x="883" y="875"/>
                </a:lnTo>
                <a:lnTo>
                  <a:pt x="882" y="875"/>
                </a:lnTo>
                <a:lnTo>
                  <a:pt x="882" y="874"/>
                </a:lnTo>
                <a:lnTo>
                  <a:pt x="881" y="874"/>
                </a:lnTo>
                <a:lnTo>
                  <a:pt x="880" y="874"/>
                </a:lnTo>
                <a:lnTo>
                  <a:pt x="880" y="873"/>
                </a:lnTo>
                <a:lnTo>
                  <a:pt x="879" y="873"/>
                </a:lnTo>
                <a:lnTo>
                  <a:pt x="878" y="873"/>
                </a:lnTo>
                <a:lnTo>
                  <a:pt x="878" y="874"/>
                </a:lnTo>
                <a:lnTo>
                  <a:pt x="877" y="874"/>
                </a:lnTo>
                <a:lnTo>
                  <a:pt x="877" y="875"/>
                </a:lnTo>
                <a:lnTo>
                  <a:pt x="878" y="875"/>
                </a:lnTo>
                <a:lnTo>
                  <a:pt x="877" y="876"/>
                </a:lnTo>
                <a:lnTo>
                  <a:pt x="877" y="877"/>
                </a:lnTo>
                <a:lnTo>
                  <a:pt x="876" y="877"/>
                </a:lnTo>
                <a:lnTo>
                  <a:pt x="876" y="878"/>
                </a:lnTo>
                <a:lnTo>
                  <a:pt x="876" y="879"/>
                </a:lnTo>
                <a:lnTo>
                  <a:pt x="877" y="879"/>
                </a:lnTo>
                <a:lnTo>
                  <a:pt x="877" y="880"/>
                </a:lnTo>
                <a:lnTo>
                  <a:pt x="878" y="880"/>
                </a:lnTo>
                <a:lnTo>
                  <a:pt x="878" y="881"/>
                </a:lnTo>
                <a:lnTo>
                  <a:pt x="877" y="881"/>
                </a:lnTo>
                <a:lnTo>
                  <a:pt x="876" y="882"/>
                </a:lnTo>
                <a:lnTo>
                  <a:pt x="875" y="882"/>
                </a:lnTo>
                <a:lnTo>
                  <a:pt x="875" y="883"/>
                </a:lnTo>
                <a:lnTo>
                  <a:pt x="874" y="883"/>
                </a:lnTo>
                <a:lnTo>
                  <a:pt x="874" y="882"/>
                </a:lnTo>
                <a:lnTo>
                  <a:pt x="874" y="881"/>
                </a:lnTo>
                <a:lnTo>
                  <a:pt x="873" y="881"/>
                </a:lnTo>
                <a:lnTo>
                  <a:pt x="873" y="880"/>
                </a:lnTo>
                <a:lnTo>
                  <a:pt x="872" y="880"/>
                </a:lnTo>
                <a:lnTo>
                  <a:pt x="871" y="880"/>
                </a:lnTo>
                <a:lnTo>
                  <a:pt x="871" y="881"/>
                </a:lnTo>
                <a:lnTo>
                  <a:pt x="871" y="880"/>
                </a:lnTo>
                <a:lnTo>
                  <a:pt x="870" y="880"/>
                </a:lnTo>
                <a:lnTo>
                  <a:pt x="870" y="879"/>
                </a:lnTo>
                <a:lnTo>
                  <a:pt x="869" y="879"/>
                </a:lnTo>
                <a:lnTo>
                  <a:pt x="868" y="879"/>
                </a:lnTo>
                <a:lnTo>
                  <a:pt x="867" y="879"/>
                </a:lnTo>
                <a:lnTo>
                  <a:pt x="867" y="880"/>
                </a:lnTo>
                <a:lnTo>
                  <a:pt x="867" y="879"/>
                </a:lnTo>
                <a:lnTo>
                  <a:pt x="866" y="879"/>
                </a:lnTo>
                <a:lnTo>
                  <a:pt x="865" y="879"/>
                </a:lnTo>
                <a:lnTo>
                  <a:pt x="865" y="880"/>
                </a:lnTo>
                <a:lnTo>
                  <a:pt x="864" y="881"/>
                </a:lnTo>
                <a:lnTo>
                  <a:pt x="864" y="880"/>
                </a:lnTo>
                <a:lnTo>
                  <a:pt x="863" y="880"/>
                </a:lnTo>
                <a:lnTo>
                  <a:pt x="862" y="880"/>
                </a:lnTo>
                <a:lnTo>
                  <a:pt x="862" y="879"/>
                </a:lnTo>
                <a:lnTo>
                  <a:pt x="861" y="879"/>
                </a:lnTo>
                <a:lnTo>
                  <a:pt x="861" y="878"/>
                </a:lnTo>
                <a:lnTo>
                  <a:pt x="860" y="878"/>
                </a:lnTo>
                <a:lnTo>
                  <a:pt x="859" y="877"/>
                </a:lnTo>
                <a:lnTo>
                  <a:pt x="859" y="878"/>
                </a:lnTo>
                <a:lnTo>
                  <a:pt x="858" y="878"/>
                </a:lnTo>
                <a:lnTo>
                  <a:pt x="857" y="878"/>
                </a:lnTo>
                <a:lnTo>
                  <a:pt x="856" y="878"/>
                </a:lnTo>
                <a:lnTo>
                  <a:pt x="855" y="878"/>
                </a:lnTo>
                <a:lnTo>
                  <a:pt x="854" y="878"/>
                </a:lnTo>
                <a:lnTo>
                  <a:pt x="853" y="878"/>
                </a:lnTo>
                <a:lnTo>
                  <a:pt x="853" y="877"/>
                </a:lnTo>
                <a:lnTo>
                  <a:pt x="853" y="876"/>
                </a:lnTo>
                <a:lnTo>
                  <a:pt x="852" y="876"/>
                </a:lnTo>
                <a:lnTo>
                  <a:pt x="853" y="876"/>
                </a:lnTo>
                <a:lnTo>
                  <a:pt x="853" y="875"/>
                </a:lnTo>
                <a:lnTo>
                  <a:pt x="852" y="874"/>
                </a:lnTo>
                <a:lnTo>
                  <a:pt x="852" y="875"/>
                </a:lnTo>
                <a:lnTo>
                  <a:pt x="851" y="874"/>
                </a:lnTo>
                <a:lnTo>
                  <a:pt x="850" y="874"/>
                </a:lnTo>
                <a:lnTo>
                  <a:pt x="850" y="875"/>
                </a:lnTo>
                <a:lnTo>
                  <a:pt x="850" y="876"/>
                </a:lnTo>
                <a:lnTo>
                  <a:pt x="850" y="877"/>
                </a:lnTo>
                <a:lnTo>
                  <a:pt x="849" y="877"/>
                </a:lnTo>
                <a:lnTo>
                  <a:pt x="848" y="878"/>
                </a:lnTo>
                <a:lnTo>
                  <a:pt x="848" y="879"/>
                </a:lnTo>
                <a:lnTo>
                  <a:pt x="847" y="879"/>
                </a:lnTo>
                <a:lnTo>
                  <a:pt x="846" y="879"/>
                </a:lnTo>
                <a:lnTo>
                  <a:pt x="846" y="880"/>
                </a:lnTo>
                <a:lnTo>
                  <a:pt x="845" y="880"/>
                </a:lnTo>
                <a:lnTo>
                  <a:pt x="845" y="881"/>
                </a:lnTo>
                <a:lnTo>
                  <a:pt x="845" y="882"/>
                </a:lnTo>
                <a:lnTo>
                  <a:pt x="845" y="883"/>
                </a:lnTo>
                <a:lnTo>
                  <a:pt x="844" y="883"/>
                </a:lnTo>
                <a:lnTo>
                  <a:pt x="844" y="884"/>
                </a:lnTo>
                <a:lnTo>
                  <a:pt x="844" y="885"/>
                </a:lnTo>
                <a:lnTo>
                  <a:pt x="843" y="885"/>
                </a:lnTo>
                <a:lnTo>
                  <a:pt x="843" y="886"/>
                </a:lnTo>
                <a:lnTo>
                  <a:pt x="842" y="886"/>
                </a:lnTo>
                <a:lnTo>
                  <a:pt x="842" y="887"/>
                </a:lnTo>
                <a:lnTo>
                  <a:pt x="841" y="887"/>
                </a:lnTo>
                <a:lnTo>
                  <a:pt x="841" y="888"/>
                </a:lnTo>
                <a:lnTo>
                  <a:pt x="842" y="888"/>
                </a:lnTo>
                <a:lnTo>
                  <a:pt x="841" y="888"/>
                </a:lnTo>
                <a:lnTo>
                  <a:pt x="841" y="889"/>
                </a:lnTo>
                <a:lnTo>
                  <a:pt x="840" y="889"/>
                </a:lnTo>
                <a:lnTo>
                  <a:pt x="840" y="888"/>
                </a:lnTo>
                <a:lnTo>
                  <a:pt x="839" y="888"/>
                </a:lnTo>
                <a:lnTo>
                  <a:pt x="838" y="888"/>
                </a:lnTo>
                <a:lnTo>
                  <a:pt x="837" y="888"/>
                </a:lnTo>
                <a:lnTo>
                  <a:pt x="837" y="889"/>
                </a:lnTo>
                <a:lnTo>
                  <a:pt x="836" y="889"/>
                </a:lnTo>
                <a:lnTo>
                  <a:pt x="836" y="888"/>
                </a:lnTo>
                <a:lnTo>
                  <a:pt x="836" y="889"/>
                </a:lnTo>
                <a:lnTo>
                  <a:pt x="835" y="889"/>
                </a:lnTo>
                <a:lnTo>
                  <a:pt x="835" y="888"/>
                </a:lnTo>
                <a:lnTo>
                  <a:pt x="835" y="887"/>
                </a:lnTo>
                <a:lnTo>
                  <a:pt x="836" y="886"/>
                </a:lnTo>
                <a:lnTo>
                  <a:pt x="834" y="886"/>
                </a:lnTo>
                <a:lnTo>
                  <a:pt x="833" y="886"/>
                </a:lnTo>
                <a:lnTo>
                  <a:pt x="832" y="886"/>
                </a:lnTo>
                <a:lnTo>
                  <a:pt x="832" y="887"/>
                </a:lnTo>
                <a:lnTo>
                  <a:pt x="831" y="887"/>
                </a:lnTo>
                <a:lnTo>
                  <a:pt x="831" y="888"/>
                </a:lnTo>
                <a:lnTo>
                  <a:pt x="830" y="888"/>
                </a:lnTo>
                <a:lnTo>
                  <a:pt x="830" y="887"/>
                </a:lnTo>
                <a:lnTo>
                  <a:pt x="829" y="887"/>
                </a:lnTo>
                <a:lnTo>
                  <a:pt x="828" y="887"/>
                </a:lnTo>
                <a:lnTo>
                  <a:pt x="828" y="886"/>
                </a:lnTo>
                <a:lnTo>
                  <a:pt x="829" y="886"/>
                </a:lnTo>
                <a:lnTo>
                  <a:pt x="828" y="886"/>
                </a:lnTo>
                <a:lnTo>
                  <a:pt x="828" y="885"/>
                </a:lnTo>
                <a:lnTo>
                  <a:pt x="828" y="884"/>
                </a:lnTo>
                <a:lnTo>
                  <a:pt x="828" y="883"/>
                </a:lnTo>
                <a:lnTo>
                  <a:pt x="827" y="883"/>
                </a:lnTo>
                <a:lnTo>
                  <a:pt x="826" y="883"/>
                </a:lnTo>
                <a:lnTo>
                  <a:pt x="825" y="883"/>
                </a:lnTo>
                <a:lnTo>
                  <a:pt x="825" y="884"/>
                </a:lnTo>
                <a:lnTo>
                  <a:pt x="824" y="884"/>
                </a:lnTo>
                <a:lnTo>
                  <a:pt x="824" y="885"/>
                </a:lnTo>
                <a:lnTo>
                  <a:pt x="823" y="885"/>
                </a:lnTo>
                <a:lnTo>
                  <a:pt x="822" y="885"/>
                </a:lnTo>
                <a:lnTo>
                  <a:pt x="821" y="885"/>
                </a:lnTo>
                <a:lnTo>
                  <a:pt x="820" y="885"/>
                </a:lnTo>
                <a:lnTo>
                  <a:pt x="819" y="885"/>
                </a:lnTo>
                <a:lnTo>
                  <a:pt x="818" y="885"/>
                </a:lnTo>
                <a:lnTo>
                  <a:pt x="818" y="886"/>
                </a:lnTo>
                <a:lnTo>
                  <a:pt x="817" y="886"/>
                </a:lnTo>
                <a:lnTo>
                  <a:pt x="817" y="887"/>
                </a:lnTo>
                <a:lnTo>
                  <a:pt x="816" y="887"/>
                </a:lnTo>
                <a:lnTo>
                  <a:pt x="815" y="887"/>
                </a:lnTo>
                <a:lnTo>
                  <a:pt x="814" y="887"/>
                </a:lnTo>
                <a:lnTo>
                  <a:pt x="814" y="886"/>
                </a:lnTo>
                <a:lnTo>
                  <a:pt x="813" y="886"/>
                </a:lnTo>
                <a:lnTo>
                  <a:pt x="812" y="886"/>
                </a:lnTo>
                <a:lnTo>
                  <a:pt x="812" y="885"/>
                </a:lnTo>
                <a:lnTo>
                  <a:pt x="813" y="885"/>
                </a:lnTo>
                <a:lnTo>
                  <a:pt x="814" y="885"/>
                </a:lnTo>
                <a:lnTo>
                  <a:pt x="814" y="884"/>
                </a:lnTo>
                <a:lnTo>
                  <a:pt x="814" y="883"/>
                </a:lnTo>
                <a:lnTo>
                  <a:pt x="813" y="883"/>
                </a:lnTo>
                <a:lnTo>
                  <a:pt x="812" y="883"/>
                </a:lnTo>
                <a:lnTo>
                  <a:pt x="812" y="884"/>
                </a:lnTo>
                <a:lnTo>
                  <a:pt x="811" y="884"/>
                </a:lnTo>
                <a:lnTo>
                  <a:pt x="811" y="885"/>
                </a:lnTo>
                <a:lnTo>
                  <a:pt x="810" y="885"/>
                </a:lnTo>
                <a:lnTo>
                  <a:pt x="810" y="884"/>
                </a:lnTo>
                <a:lnTo>
                  <a:pt x="810" y="885"/>
                </a:lnTo>
                <a:lnTo>
                  <a:pt x="809" y="885"/>
                </a:lnTo>
                <a:lnTo>
                  <a:pt x="809" y="886"/>
                </a:lnTo>
                <a:lnTo>
                  <a:pt x="808" y="886"/>
                </a:lnTo>
                <a:lnTo>
                  <a:pt x="808" y="887"/>
                </a:lnTo>
                <a:lnTo>
                  <a:pt x="807" y="887"/>
                </a:lnTo>
                <a:lnTo>
                  <a:pt x="807" y="886"/>
                </a:lnTo>
                <a:lnTo>
                  <a:pt x="806" y="886"/>
                </a:lnTo>
                <a:lnTo>
                  <a:pt x="806" y="887"/>
                </a:lnTo>
                <a:lnTo>
                  <a:pt x="806" y="886"/>
                </a:lnTo>
                <a:lnTo>
                  <a:pt x="806" y="887"/>
                </a:lnTo>
                <a:lnTo>
                  <a:pt x="805" y="887"/>
                </a:lnTo>
                <a:lnTo>
                  <a:pt x="804" y="887"/>
                </a:lnTo>
                <a:lnTo>
                  <a:pt x="804" y="886"/>
                </a:lnTo>
                <a:lnTo>
                  <a:pt x="803" y="886"/>
                </a:lnTo>
                <a:lnTo>
                  <a:pt x="803" y="885"/>
                </a:lnTo>
                <a:lnTo>
                  <a:pt x="802" y="885"/>
                </a:lnTo>
                <a:lnTo>
                  <a:pt x="801" y="885"/>
                </a:lnTo>
                <a:lnTo>
                  <a:pt x="800" y="885"/>
                </a:lnTo>
                <a:lnTo>
                  <a:pt x="800" y="884"/>
                </a:lnTo>
                <a:lnTo>
                  <a:pt x="799" y="884"/>
                </a:lnTo>
                <a:lnTo>
                  <a:pt x="798" y="884"/>
                </a:lnTo>
                <a:lnTo>
                  <a:pt x="798" y="885"/>
                </a:lnTo>
                <a:lnTo>
                  <a:pt x="797" y="885"/>
                </a:lnTo>
                <a:lnTo>
                  <a:pt x="797" y="886"/>
                </a:lnTo>
                <a:lnTo>
                  <a:pt x="796" y="886"/>
                </a:lnTo>
                <a:lnTo>
                  <a:pt x="796" y="887"/>
                </a:lnTo>
                <a:lnTo>
                  <a:pt x="795" y="887"/>
                </a:lnTo>
                <a:lnTo>
                  <a:pt x="794" y="887"/>
                </a:lnTo>
                <a:lnTo>
                  <a:pt x="793" y="887"/>
                </a:lnTo>
                <a:lnTo>
                  <a:pt x="792" y="887"/>
                </a:lnTo>
                <a:lnTo>
                  <a:pt x="791" y="887"/>
                </a:lnTo>
                <a:lnTo>
                  <a:pt x="790" y="887"/>
                </a:lnTo>
                <a:lnTo>
                  <a:pt x="789" y="887"/>
                </a:lnTo>
                <a:lnTo>
                  <a:pt x="789" y="886"/>
                </a:lnTo>
                <a:lnTo>
                  <a:pt x="788" y="886"/>
                </a:lnTo>
                <a:lnTo>
                  <a:pt x="787" y="886"/>
                </a:lnTo>
                <a:lnTo>
                  <a:pt x="786" y="886"/>
                </a:lnTo>
                <a:lnTo>
                  <a:pt x="786" y="885"/>
                </a:lnTo>
                <a:lnTo>
                  <a:pt x="785" y="885"/>
                </a:lnTo>
                <a:lnTo>
                  <a:pt x="785" y="884"/>
                </a:lnTo>
                <a:lnTo>
                  <a:pt x="785" y="883"/>
                </a:lnTo>
                <a:lnTo>
                  <a:pt x="785" y="882"/>
                </a:lnTo>
                <a:lnTo>
                  <a:pt x="785" y="881"/>
                </a:lnTo>
                <a:lnTo>
                  <a:pt x="784" y="881"/>
                </a:lnTo>
                <a:lnTo>
                  <a:pt x="783" y="881"/>
                </a:lnTo>
                <a:lnTo>
                  <a:pt x="783" y="880"/>
                </a:lnTo>
                <a:lnTo>
                  <a:pt x="783" y="879"/>
                </a:lnTo>
                <a:lnTo>
                  <a:pt x="782" y="879"/>
                </a:lnTo>
                <a:lnTo>
                  <a:pt x="782" y="878"/>
                </a:lnTo>
                <a:lnTo>
                  <a:pt x="782" y="877"/>
                </a:lnTo>
                <a:lnTo>
                  <a:pt x="781" y="877"/>
                </a:lnTo>
                <a:lnTo>
                  <a:pt x="780" y="877"/>
                </a:lnTo>
                <a:lnTo>
                  <a:pt x="780" y="876"/>
                </a:lnTo>
                <a:lnTo>
                  <a:pt x="780" y="875"/>
                </a:lnTo>
                <a:lnTo>
                  <a:pt x="779" y="875"/>
                </a:lnTo>
                <a:lnTo>
                  <a:pt x="779" y="874"/>
                </a:lnTo>
                <a:lnTo>
                  <a:pt x="777" y="874"/>
                </a:lnTo>
                <a:lnTo>
                  <a:pt x="777" y="873"/>
                </a:lnTo>
                <a:lnTo>
                  <a:pt x="776" y="873"/>
                </a:lnTo>
                <a:lnTo>
                  <a:pt x="776" y="874"/>
                </a:lnTo>
                <a:lnTo>
                  <a:pt x="775" y="874"/>
                </a:lnTo>
                <a:lnTo>
                  <a:pt x="774" y="874"/>
                </a:lnTo>
                <a:lnTo>
                  <a:pt x="773" y="874"/>
                </a:lnTo>
                <a:lnTo>
                  <a:pt x="772" y="874"/>
                </a:lnTo>
                <a:lnTo>
                  <a:pt x="771" y="874"/>
                </a:lnTo>
                <a:lnTo>
                  <a:pt x="771" y="873"/>
                </a:lnTo>
                <a:lnTo>
                  <a:pt x="770" y="873"/>
                </a:lnTo>
                <a:lnTo>
                  <a:pt x="769" y="873"/>
                </a:lnTo>
                <a:lnTo>
                  <a:pt x="769" y="871"/>
                </a:lnTo>
                <a:lnTo>
                  <a:pt x="769" y="870"/>
                </a:lnTo>
                <a:lnTo>
                  <a:pt x="768" y="870"/>
                </a:lnTo>
                <a:lnTo>
                  <a:pt x="767" y="870"/>
                </a:lnTo>
                <a:lnTo>
                  <a:pt x="766" y="870"/>
                </a:lnTo>
                <a:lnTo>
                  <a:pt x="766" y="869"/>
                </a:lnTo>
                <a:lnTo>
                  <a:pt x="765" y="869"/>
                </a:lnTo>
                <a:lnTo>
                  <a:pt x="764" y="869"/>
                </a:lnTo>
                <a:lnTo>
                  <a:pt x="764" y="868"/>
                </a:lnTo>
                <a:lnTo>
                  <a:pt x="764" y="867"/>
                </a:lnTo>
                <a:lnTo>
                  <a:pt x="763" y="867"/>
                </a:lnTo>
                <a:lnTo>
                  <a:pt x="763" y="866"/>
                </a:lnTo>
                <a:lnTo>
                  <a:pt x="762" y="866"/>
                </a:lnTo>
                <a:lnTo>
                  <a:pt x="762" y="867"/>
                </a:lnTo>
                <a:lnTo>
                  <a:pt x="761" y="867"/>
                </a:lnTo>
                <a:lnTo>
                  <a:pt x="760" y="867"/>
                </a:lnTo>
                <a:lnTo>
                  <a:pt x="759" y="867"/>
                </a:lnTo>
                <a:lnTo>
                  <a:pt x="758" y="867"/>
                </a:lnTo>
                <a:lnTo>
                  <a:pt x="757" y="867"/>
                </a:lnTo>
                <a:lnTo>
                  <a:pt x="756" y="867"/>
                </a:lnTo>
                <a:lnTo>
                  <a:pt x="756" y="866"/>
                </a:lnTo>
                <a:lnTo>
                  <a:pt x="755" y="866"/>
                </a:lnTo>
                <a:lnTo>
                  <a:pt x="755" y="865"/>
                </a:lnTo>
                <a:lnTo>
                  <a:pt x="754" y="865"/>
                </a:lnTo>
                <a:lnTo>
                  <a:pt x="753" y="865"/>
                </a:lnTo>
                <a:lnTo>
                  <a:pt x="753" y="864"/>
                </a:lnTo>
                <a:lnTo>
                  <a:pt x="753" y="863"/>
                </a:lnTo>
                <a:lnTo>
                  <a:pt x="753" y="862"/>
                </a:lnTo>
                <a:lnTo>
                  <a:pt x="754" y="862"/>
                </a:lnTo>
                <a:lnTo>
                  <a:pt x="754" y="861"/>
                </a:lnTo>
                <a:lnTo>
                  <a:pt x="753" y="861"/>
                </a:lnTo>
                <a:lnTo>
                  <a:pt x="753" y="860"/>
                </a:lnTo>
                <a:lnTo>
                  <a:pt x="752" y="860"/>
                </a:lnTo>
                <a:lnTo>
                  <a:pt x="753" y="860"/>
                </a:lnTo>
                <a:lnTo>
                  <a:pt x="753" y="859"/>
                </a:lnTo>
                <a:lnTo>
                  <a:pt x="752" y="859"/>
                </a:lnTo>
                <a:lnTo>
                  <a:pt x="752" y="858"/>
                </a:lnTo>
                <a:lnTo>
                  <a:pt x="751" y="858"/>
                </a:lnTo>
                <a:lnTo>
                  <a:pt x="750" y="858"/>
                </a:lnTo>
                <a:lnTo>
                  <a:pt x="749" y="858"/>
                </a:lnTo>
                <a:lnTo>
                  <a:pt x="748" y="858"/>
                </a:lnTo>
                <a:lnTo>
                  <a:pt x="747" y="858"/>
                </a:lnTo>
                <a:lnTo>
                  <a:pt x="746" y="858"/>
                </a:lnTo>
                <a:lnTo>
                  <a:pt x="746" y="859"/>
                </a:lnTo>
                <a:lnTo>
                  <a:pt x="745" y="859"/>
                </a:lnTo>
                <a:lnTo>
                  <a:pt x="745" y="860"/>
                </a:lnTo>
                <a:lnTo>
                  <a:pt x="744" y="860"/>
                </a:lnTo>
                <a:lnTo>
                  <a:pt x="744" y="861"/>
                </a:lnTo>
                <a:lnTo>
                  <a:pt x="743" y="861"/>
                </a:lnTo>
                <a:lnTo>
                  <a:pt x="743" y="862"/>
                </a:lnTo>
                <a:lnTo>
                  <a:pt x="742" y="862"/>
                </a:lnTo>
                <a:lnTo>
                  <a:pt x="742" y="861"/>
                </a:lnTo>
                <a:lnTo>
                  <a:pt x="741" y="861"/>
                </a:lnTo>
                <a:lnTo>
                  <a:pt x="741" y="862"/>
                </a:lnTo>
                <a:lnTo>
                  <a:pt x="740" y="862"/>
                </a:lnTo>
                <a:lnTo>
                  <a:pt x="740" y="861"/>
                </a:lnTo>
                <a:lnTo>
                  <a:pt x="740" y="860"/>
                </a:lnTo>
                <a:lnTo>
                  <a:pt x="739" y="860"/>
                </a:lnTo>
                <a:lnTo>
                  <a:pt x="740" y="860"/>
                </a:lnTo>
                <a:lnTo>
                  <a:pt x="740" y="859"/>
                </a:lnTo>
                <a:lnTo>
                  <a:pt x="739" y="858"/>
                </a:lnTo>
                <a:lnTo>
                  <a:pt x="738" y="858"/>
                </a:lnTo>
                <a:lnTo>
                  <a:pt x="737" y="858"/>
                </a:lnTo>
                <a:lnTo>
                  <a:pt x="737" y="857"/>
                </a:lnTo>
                <a:lnTo>
                  <a:pt x="737" y="858"/>
                </a:lnTo>
                <a:lnTo>
                  <a:pt x="736" y="858"/>
                </a:lnTo>
                <a:lnTo>
                  <a:pt x="736" y="859"/>
                </a:lnTo>
                <a:lnTo>
                  <a:pt x="736" y="860"/>
                </a:lnTo>
                <a:lnTo>
                  <a:pt x="736" y="861"/>
                </a:lnTo>
                <a:lnTo>
                  <a:pt x="735" y="861"/>
                </a:lnTo>
                <a:lnTo>
                  <a:pt x="736" y="861"/>
                </a:lnTo>
                <a:lnTo>
                  <a:pt x="736" y="862"/>
                </a:lnTo>
                <a:lnTo>
                  <a:pt x="736" y="863"/>
                </a:lnTo>
                <a:lnTo>
                  <a:pt x="735" y="863"/>
                </a:lnTo>
                <a:lnTo>
                  <a:pt x="735" y="864"/>
                </a:lnTo>
                <a:lnTo>
                  <a:pt x="733" y="864"/>
                </a:lnTo>
                <a:lnTo>
                  <a:pt x="733" y="865"/>
                </a:lnTo>
                <a:lnTo>
                  <a:pt x="733" y="866"/>
                </a:lnTo>
                <a:lnTo>
                  <a:pt x="733" y="867"/>
                </a:lnTo>
                <a:lnTo>
                  <a:pt x="732" y="867"/>
                </a:lnTo>
                <a:lnTo>
                  <a:pt x="732" y="868"/>
                </a:lnTo>
                <a:lnTo>
                  <a:pt x="732" y="869"/>
                </a:lnTo>
                <a:lnTo>
                  <a:pt x="732" y="870"/>
                </a:lnTo>
                <a:lnTo>
                  <a:pt x="731" y="870"/>
                </a:lnTo>
                <a:lnTo>
                  <a:pt x="731" y="871"/>
                </a:lnTo>
                <a:lnTo>
                  <a:pt x="732" y="871"/>
                </a:lnTo>
                <a:lnTo>
                  <a:pt x="732" y="872"/>
                </a:lnTo>
                <a:lnTo>
                  <a:pt x="731" y="872"/>
                </a:lnTo>
                <a:lnTo>
                  <a:pt x="731" y="873"/>
                </a:lnTo>
                <a:lnTo>
                  <a:pt x="732" y="873"/>
                </a:lnTo>
                <a:lnTo>
                  <a:pt x="730" y="873"/>
                </a:lnTo>
                <a:lnTo>
                  <a:pt x="730" y="874"/>
                </a:lnTo>
                <a:lnTo>
                  <a:pt x="729" y="874"/>
                </a:lnTo>
                <a:lnTo>
                  <a:pt x="728" y="874"/>
                </a:lnTo>
                <a:lnTo>
                  <a:pt x="728" y="875"/>
                </a:lnTo>
                <a:lnTo>
                  <a:pt x="727" y="875"/>
                </a:lnTo>
                <a:lnTo>
                  <a:pt x="728" y="875"/>
                </a:lnTo>
                <a:lnTo>
                  <a:pt x="728" y="876"/>
                </a:lnTo>
                <a:lnTo>
                  <a:pt x="727" y="876"/>
                </a:lnTo>
                <a:lnTo>
                  <a:pt x="727" y="877"/>
                </a:lnTo>
                <a:lnTo>
                  <a:pt x="726" y="877"/>
                </a:lnTo>
                <a:lnTo>
                  <a:pt x="726" y="878"/>
                </a:lnTo>
                <a:lnTo>
                  <a:pt x="725" y="878"/>
                </a:lnTo>
                <a:lnTo>
                  <a:pt x="725" y="879"/>
                </a:lnTo>
                <a:lnTo>
                  <a:pt x="725" y="878"/>
                </a:lnTo>
                <a:lnTo>
                  <a:pt x="724" y="878"/>
                </a:lnTo>
                <a:lnTo>
                  <a:pt x="723" y="878"/>
                </a:lnTo>
                <a:lnTo>
                  <a:pt x="723" y="879"/>
                </a:lnTo>
                <a:lnTo>
                  <a:pt x="722" y="879"/>
                </a:lnTo>
                <a:lnTo>
                  <a:pt x="722" y="878"/>
                </a:lnTo>
                <a:lnTo>
                  <a:pt x="722" y="877"/>
                </a:lnTo>
                <a:lnTo>
                  <a:pt x="721" y="877"/>
                </a:lnTo>
                <a:lnTo>
                  <a:pt x="720" y="877"/>
                </a:lnTo>
                <a:lnTo>
                  <a:pt x="720" y="876"/>
                </a:lnTo>
                <a:lnTo>
                  <a:pt x="720" y="875"/>
                </a:lnTo>
                <a:lnTo>
                  <a:pt x="719" y="875"/>
                </a:lnTo>
                <a:lnTo>
                  <a:pt x="717" y="875"/>
                </a:lnTo>
                <a:lnTo>
                  <a:pt x="716" y="875"/>
                </a:lnTo>
                <a:lnTo>
                  <a:pt x="716" y="874"/>
                </a:lnTo>
                <a:lnTo>
                  <a:pt x="715" y="874"/>
                </a:lnTo>
                <a:lnTo>
                  <a:pt x="716" y="874"/>
                </a:lnTo>
                <a:lnTo>
                  <a:pt x="716" y="873"/>
                </a:lnTo>
                <a:lnTo>
                  <a:pt x="715" y="873"/>
                </a:lnTo>
                <a:lnTo>
                  <a:pt x="715" y="874"/>
                </a:lnTo>
                <a:lnTo>
                  <a:pt x="714" y="874"/>
                </a:lnTo>
                <a:lnTo>
                  <a:pt x="713" y="874"/>
                </a:lnTo>
                <a:lnTo>
                  <a:pt x="712" y="874"/>
                </a:lnTo>
                <a:lnTo>
                  <a:pt x="712" y="873"/>
                </a:lnTo>
                <a:lnTo>
                  <a:pt x="712" y="872"/>
                </a:lnTo>
                <a:lnTo>
                  <a:pt x="712" y="871"/>
                </a:lnTo>
                <a:lnTo>
                  <a:pt x="711" y="871"/>
                </a:lnTo>
                <a:lnTo>
                  <a:pt x="710" y="871"/>
                </a:lnTo>
                <a:lnTo>
                  <a:pt x="709" y="871"/>
                </a:lnTo>
                <a:lnTo>
                  <a:pt x="708" y="871"/>
                </a:lnTo>
                <a:lnTo>
                  <a:pt x="707" y="871"/>
                </a:lnTo>
                <a:lnTo>
                  <a:pt x="707" y="872"/>
                </a:lnTo>
                <a:lnTo>
                  <a:pt x="706" y="872"/>
                </a:lnTo>
                <a:lnTo>
                  <a:pt x="706" y="871"/>
                </a:lnTo>
                <a:lnTo>
                  <a:pt x="705" y="871"/>
                </a:lnTo>
                <a:lnTo>
                  <a:pt x="705" y="870"/>
                </a:lnTo>
                <a:lnTo>
                  <a:pt x="705" y="868"/>
                </a:lnTo>
                <a:lnTo>
                  <a:pt x="705" y="867"/>
                </a:lnTo>
                <a:lnTo>
                  <a:pt x="705" y="866"/>
                </a:lnTo>
                <a:lnTo>
                  <a:pt x="705" y="865"/>
                </a:lnTo>
                <a:lnTo>
                  <a:pt x="705" y="864"/>
                </a:lnTo>
                <a:lnTo>
                  <a:pt x="704" y="864"/>
                </a:lnTo>
                <a:lnTo>
                  <a:pt x="705" y="864"/>
                </a:lnTo>
                <a:lnTo>
                  <a:pt x="705" y="863"/>
                </a:lnTo>
                <a:lnTo>
                  <a:pt x="704" y="863"/>
                </a:lnTo>
                <a:lnTo>
                  <a:pt x="704" y="862"/>
                </a:lnTo>
                <a:lnTo>
                  <a:pt x="704" y="861"/>
                </a:lnTo>
                <a:lnTo>
                  <a:pt x="704" y="860"/>
                </a:lnTo>
                <a:lnTo>
                  <a:pt x="704" y="859"/>
                </a:lnTo>
                <a:lnTo>
                  <a:pt x="705" y="859"/>
                </a:lnTo>
                <a:lnTo>
                  <a:pt x="705" y="858"/>
                </a:lnTo>
                <a:lnTo>
                  <a:pt x="705" y="857"/>
                </a:lnTo>
                <a:lnTo>
                  <a:pt x="704" y="857"/>
                </a:lnTo>
                <a:lnTo>
                  <a:pt x="704" y="856"/>
                </a:lnTo>
                <a:lnTo>
                  <a:pt x="704" y="855"/>
                </a:lnTo>
                <a:lnTo>
                  <a:pt x="703" y="855"/>
                </a:lnTo>
                <a:lnTo>
                  <a:pt x="703" y="854"/>
                </a:lnTo>
                <a:lnTo>
                  <a:pt x="703" y="853"/>
                </a:lnTo>
                <a:lnTo>
                  <a:pt x="702" y="853"/>
                </a:lnTo>
                <a:lnTo>
                  <a:pt x="702" y="852"/>
                </a:lnTo>
                <a:lnTo>
                  <a:pt x="702" y="851"/>
                </a:lnTo>
                <a:lnTo>
                  <a:pt x="701" y="851"/>
                </a:lnTo>
                <a:lnTo>
                  <a:pt x="701" y="852"/>
                </a:lnTo>
                <a:lnTo>
                  <a:pt x="701" y="853"/>
                </a:lnTo>
                <a:lnTo>
                  <a:pt x="701" y="854"/>
                </a:lnTo>
                <a:lnTo>
                  <a:pt x="701" y="855"/>
                </a:lnTo>
                <a:lnTo>
                  <a:pt x="700" y="855"/>
                </a:lnTo>
                <a:lnTo>
                  <a:pt x="699" y="855"/>
                </a:lnTo>
                <a:lnTo>
                  <a:pt x="699" y="856"/>
                </a:lnTo>
                <a:lnTo>
                  <a:pt x="698" y="856"/>
                </a:lnTo>
                <a:lnTo>
                  <a:pt x="698" y="857"/>
                </a:lnTo>
                <a:lnTo>
                  <a:pt x="697" y="857"/>
                </a:lnTo>
                <a:lnTo>
                  <a:pt x="697" y="858"/>
                </a:lnTo>
                <a:lnTo>
                  <a:pt x="697" y="859"/>
                </a:lnTo>
                <a:lnTo>
                  <a:pt x="696" y="859"/>
                </a:lnTo>
                <a:lnTo>
                  <a:pt x="696" y="860"/>
                </a:lnTo>
                <a:lnTo>
                  <a:pt x="695" y="860"/>
                </a:lnTo>
                <a:lnTo>
                  <a:pt x="695" y="859"/>
                </a:lnTo>
                <a:lnTo>
                  <a:pt x="694" y="859"/>
                </a:lnTo>
                <a:lnTo>
                  <a:pt x="693" y="859"/>
                </a:lnTo>
                <a:lnTo>
                  <a:pt x="693" y="860"/>
                </a:lnTo>
                <a:lnTo>
                  <a:pt x="693" y="861"/>
                </a:lnTo>
                <a:lnTo>
                  <a:pt x="693" y="862"/>
                </a:lnTo>
                <a:lnTo>
                  <a:pt x="694" y="862"/>
                </a:lnTo>
                <a:lnTo>
                  <a:pt x="694" y="863"/>
                </a:lnTo>
                <a:lnTo>
                  <a:pt x="693" y="863"/>
                </a:lnTo>
                <a:lnTo>
                  <a:pt x="693" y="864"/>
                </a:lnTo>
                <a:lnTo>
                  <a:pt x="693" y="865"/>
                </a:lnTo>
                <a:lnTo>
                  <a:pt x="693" y="866"/>
                </a:lnTo>
                <a:lnTo>
                  <a:pt x="693" y="867"/>
                </a:lnTo>
                <a:lnTo>
                  <a:pt x="692" y="867"/>
                </a:lnTo>
                <a:lnTo>
                  <a:pt x="692" y="868"/>
                </a:lnTo>
                <a:lnTo>
                  <a:pt x="693" y="868"/>
                </a:lnTo>
                <a:lnTo>
                  <a:pt x="693" y="869"/>
                </a:lnTo>
                <a:lnTo>
                  <a:pt x="694" y="869"/>
                </a:lnTo>
                <a:lnTo>
                  <a:pt x="694" y="870"/>
                </a:lnTo>
                <a:lnTo>
                  <a:pt x="694" y="871"/>
                </a:lnTo>
                <a:lnTo>
                  <a:pt x="695" y="871"/>
                </a:lnTo>
                <a:lnTo>
                  <a:pt x="695" y="872"/>
                </a:lnTo>
                <a:lnTo>
                  <a:pt x="695" y="873"/>
                </a:lnTo>
                <a:lnTo>
                  <a:pt x="695" y="874"/>
                </a:lnTo>
                <a:lnTo>
                  <a:pt x="696" y="874"/>
                </a:lnTo>
                <a:lnTo>
                  <a:pt x="696" y="875"/>
                </a:lnTo>
                <a:lnTo>
                  <a:pt x="697" y="875"/>
                </a:lnTo>
                <a:lnTo>
                  <a:pt x="697" y="876"/>
                </a:lnTo>
                <a:lnTo>
                  <a:pt x="696" y="876"/>
                </a:lnTo>
                <a:lnTo>
                  <a:pt x="696" y="877"/>
                </a:lnTo>
                <a:lnTo>
                  <a:pt x="695" y="877"/>
                </a:lnTo>
                <a:lnTo>
                  <a:pt x="694" y="877"/>
                </a:lnTo>
                <a:lnTo>
                  <a:pt x="693" y="877"/>
                </a:lnTo>
                <a:lnTo>
                  <a:pt x="693" y="878"/>
                </a:lnTo>
                <a:lnTo>
                  <a:pt x="692" y="878"/>
                </a:lnTo>
                <a:lnTo>
                  <a:pt x="691" y="878"/>
                </a:lnTo>
                <a:lnTo>
                  <a:pt x="691" y="879"/>
                </a:lnTo>
                <a:lnTo>
                  <a:pt x="690" y="879"/>
                </a:lnTo>
                <a:lnTo>
                  <a:pt x="689" y="879"/>
                </a:lnTo>
                <a:lnTo>
                  <a:pt x="688" y="879"/>
                </a:lnTo>
                <a:lnTo>
                  <a:pt x="688" y="878"/>
                </a:lnTo>
                <a:lnTo>
                  <a:pt x="687" y="878"/>
                </a:lnTo>
                <a:lnTo>
                  <a:pt x="687" y="879"/>
                </a:lnTo>
                <a:lnTo>
                  <a:pt x="687" y="878"/>
                </a:lnTo>
                <a:lnTo>
                  <a:pt x="686" y="878"/>
                </a:lnTo>
                <a:lnTo>
                  <a:pt x="685" y="878"/>
                </a:lnTo>
                <a:lnTo>
                  <a:pt x="684" y="878"/>
                </a:lnTo>
                <a:lnTo>
                  <a:pt x="684" y="877"/>
                </a:lnTo>
                <a:lnTo>
                  <a:pt x="683" y="877"/>
                </a:lnTo>
                <a:lnTo>
                  <a:pt x="683" y="876"/>
                </a:lnTo>
                <a:lnTo>
                  <a:pt x="682" y="876"/>
                </a:lnTo>
                <a:lnTo>
                  <a:pt x="681" y="876"/>
                </a:lnTo>
                <a:lnTo>
                  <a:pt x="681" y="875"/>
                </a:lnTo>
                <a:lnTo>
                  <a:pt x="681" y="874"/>
                </a:lnTo>
                <a:lnTo>
                  <a:pt x="681" y="873"/>
                </a:lnTo>
                <a:lnTo>
                  <a:pt x="681" y="872"/>
                </a:lnTo>
                <a:lnTo>
                  <a:pt x="682" y="872"/>
                </a:lnTo>
                <a:lnTo>
                  <a:pt x="682" y="871"/>
                </a:lnTo>
                <a:lnTo>
                  <a:pt x="683" y="871"/>
                </a:lnTo>
                <a:lnTo>
                  <a:pt x="683" y="870"/>
                </a:lnTo>
                <a:lnTo>
                  <a:pt x="683" y="869"/>
                </a:lnTo>
                <a:lnTo>
                  <a:pt x="682" y="869"/>
                </a:lnTo>
                <a:lnTo>
                  <a:pt x="682" y="868"/>
                </a:lnTo>
                <a:lnTo>
                  <a:pt x="681" y="868"/>
                </a:lnTo>
                <a:lnTo>
                  <a:pt x="681" y="867"/>
                </a:lnTo>
                <a:lnTo>
                  <a:pt x="680" y="867"/>
                </a:lnTo>
                <a:lnTo>
                  <a:pt x="679" y="867"/>
                </a:lnTo>
                <a:lnTo>
                  <a:pt x="679" y="866"/>
                </a:lnTo>
                <a:lnTo>
                  <a:pt x="678" y="866"/>
                </a:lnTo>
                <a:lnTo>
                  <a:pt x="678" y="865"/>
                </a:lnTo>
                <a:lnTo>
                  <a:pt x="678" y="864"/>
                </a:lnTo>
                <a:lnTo>
                  <a:pt x="677" y="864"/>
                </a:lnTo>
                <a:lnTo>
                  <a:pt x="676" y="864"/>
                </a:lnTo>
                <a:lnTo>
                  <a:pt x="676" y="863"/>
                </a:lnTo>
                <a:lnTo>
                  <a:pt x="676" y="862"/>
                </a:lnTo>
                <a:lnTo>
                  <a:pt x="676" y="861"/>
                </a:lnTo>
                <a:lnTo>
                  <a:pt x="676" y="860"/>
                </a:lnTo>
                <a:lnTo>
                  <a:pt x="676" y="859"/>
                </a:lnTo>
                <a:lnTo>
                  <a:pt x="676" y="858"/>
                </a:lnTo>
                <a:lnTo>
                  <a:pt x="675" y="858"/>
                </a:lnTo>
                <a:lnTo>
                  <a:pt x="675" y="857"/>
                </a:lnTo>
                <a:lnTo>
                  <a:pt x="674" y="857"/>
                </a:lnTo>
                <a:lnTo>
                  <a:pt x="674" y="856"/>
                </a:lnTo>
                <a:lnTo>
                  <a:pt x="673" y="856"/>
                </a:lnTo>
                <a:lnTo>
                  <a:pt x="673" y="855"/>
                </a:lnTo>
                <a:lnTo>
                  <a:pt x="674" y="854"/>
                </a:lnTo>
                <a:lnTo>
                  <a:pt x="673" y="854"/>
                </a:lnTo>
                <a:lnTo>
                  <a:pt x="673" y="853"/>
                </a:lnTo>
                <a:lnTo>
                  <a:pt x="672" y="853"/>
                </a:lnTo>
                <a:lnTo>
                  <a:pt x="673" y="853"/>
                </a:lnTo>
                <a:lnTo>
                  <a:pt x="672" y="853"/>
                </a:lnTo>
                <a:lnTo>
                  <a:pt x="672" y="852"/>
                </a:lnTo>
                <a:lnTo>
                  <a:pt x="672" y="850"/>
                </a:lnTo>
                <a:lnTo>
                  <a:pt x="671" y="850"/>
                </a:lnTo>
                <a:lnTo>
                  <a:pt x="670" y="850"/>
                </a:lnTo>
                <a:lnTo>
                  <a:pt x="669" y="850"/>
                </a:lnTo>
                <a:lnTo>
                  <a:pt x="669" y="849"/>
                </a:lnTo>
                <a:lnTo>
                  <a:pt x="669" y="848"/>
                </a:lnTo>
                <a:lnTo>
                  <a:pt x="668" y="848"/>
                </a:lnTo>
                <a:lnTo>
                  <a:pt x="668" y="849"/>
                </a:lnTo>
                <a:lnTo>
                  <a:pt x="667" y="849"/>
                </a:lnTo>
                <a:lnTo>
                  <a:pt x="667" y="848"/>
                </a:lnTo>
                <a:lnTo>
                  <a:pt x="666" y="848"/>
                </a:lnTo>
                <a:lnTo>
                  <a:pt x="665" y="848"/>
                </a:lnTo>
                <a:lnTo>
                  <a:pt x="665" y="847"/>
                </a:lnTo>
                <a:lnTo>
                  <a:pt x="664" y="847"/>
                </a:lnTo>
                <a:lnTo>
                  <a:pt x="664" y="846"/>
                </a:lnTo>
                <a:lnTo>
                  <a:pt x="663" y="846"/>
                </a:lnTo>
                <a:lnTo>
                  <a:pt x="663" y="845"/>
                </a:lnTo>
                <a:lnTo>
                  <a:pt x="662" y="845"/>
                </a:lnTo>
                <a:lnTo>
                  <a:pt x="662" y="844"/>
                </a:lnTo>
                <a:lnTo>
                  <a:pt x="662" y="843"/>
                </a:lnTo>
                <a:lnTo>
                  <a:pt x="662" y="841"/>
                </a:lnTo>
                <a:lnTo>
                  <a:pt x="662" y="840"/>
                </a:lnTo>
                <a:lnTo>
                  <a:pt x="661" y="840"/>
                </a:lnTo>
                <a:lnTo>
                  <a:pt x="661" y="839"/>
                </a:lnTo>
                <a:lnTo>
                  <a:pt x="661" y="837"/>
                </a:lnTo>
                <a:lnTo>
                  <a:pt x="661" y="836"/>
                </a:lnTo>
                <a:lnTo>
                  <a:pt x="662" y="836"/>
                </a:lnTo>
                <a:lnTo>
                  <a:pt x="661" y="836"/>
                </a:lnTo>
                <a:lnTo>
                  <a:pt x="662" y="836"/>
                </a:lnTo>
                <a:lnTo>
                  <a:pt x="662" y="835"/>
                </a:lnTo>
                <a:lnTo>
                  <a:pt x="661" y="835"/>
                </a:lnTo>
                <a:lnTo>
                  <a:pt x="661" y="834"/>
                </a:lnTo>
                <a:lnTo>
                  <a:pt x="661" y="833"/>
                </a:lnTo>
                <a:lnTo>
                  <a:pt x="661" y="832"/>
                </a:lnTo>
                <a:lnTo>
                  <a:pt x="660" y="832"/>
                </a:lnTo>
                <a:lnTo>
                  <a:pt x="660" y="831"/>
                </a:lnTo>
                <a:lnTo>
                  <a:pt x="660" y="830"/>
                </a:lnTo>
                <a:lnTo>
                  <a:pt x="659" y="829"/>
                </a:lnTo>
                <a:lnTo>
                  <a:pt x="658" y="829"/>
                </a:lnTo>
                <a:lnTo>
                  <a:pt x="657" y="829"/>
                </a:lnTo>
                <a:lnTo>
                  <a:pt x="657" y="833"/>
                </a:lnTo>
                <a:lnTo>
                  <a:pt x="657" y="832"/>
                </a:lnTo>
                <a:lnTo>
                  <a:pt x="656" y="832"/>
                </a:lnTo>
                <a:lnTo>
                  <a:pt x="655" y="832"/>
                </a:lnTo>
                <a:lnTo>
                  <a:pt x="655" y="833"/>
                </a:lnTo>
                <a:lnTo>
                  <a:pt x="655" y="834"/>
                </a:lnTo>
                <a:lnTo>
                  <a:pt x="655" y="835"/>
                </a:lnTo>
                <a:lnTo>
                  <a:pt x="654" y="835"/>
                </a:lnTo>
                <a:lnTo>
                  <a:pt x="654" y="836"/>
                </a:lnTo>
                <a:lnTo>
                  <a:pt x="654" y="837"/>
                </a:lnTo>
                <a:lnTo>
                  <a:pt x="655" y="837"/>
                </a:lnTo>
                <a:lnTo>
                  <a:pt x="654" y="837"/>
                </a:lnTo>
                <a:lnTo>
                  <a:pt x="654" y="839"/>
                </a:lnTo>
                <a:lnTo>
                  <a:pt x="653" y="839"/>
                </a:lnTo>
                <a:lnTo>
                  <a:pt x="653" y="840"/>
                </a:lnTo>
                <a:lnTo>
                  <a:pt x="653" y="841"/>
                </a:lnTo>
                <a:lnTo>
                  <a:pt x="652" y="841"/>
                </a:lnTo>
                <a:lnTo>
                  <a:pt x="652" y="842"/>
                </a:lnTo>
                <a:lnTo>
                  <a:pt x="651" y="842"/>
                </a:lnTo>
                <a:lnTo>
                  <a:pt x="650" y="842"/>
                </a:lnTo>
                <a:lnTo>
                  <a:pt x="650" y="843"/>
                </a:lnTo>
                <a:lnTo>
                  <a:pt x="650" y="842"/>
                </a:lnTo>
                <a:lnTo>
                  <a:pt x="649" y="842"/>
                </a:lnTo>
                <a:lnTo>
                  <a:pt x="649" y="841"/>
                </a:lnTo>
                <a:lnTo>
                  <a:pt x="649" y="840"/>
                </a:lnTo>
                <a:lnTo>
                  <a:pt x="649" y="839"/>
                </a:lnTo>
                <a:lnTo>
                  <a:pt x="649" y="837"/>
                </a:lnTo>
                <a:lnTo>
                  <a:pt x="648" y="837"/>
                </a:lnTo>
                <a:lnTo>
                  <a:pt x="647" y="837"/>
                </a:lnTo>
                <a:lnTo>
                  <a:pt x="647" y="836"/>
                </a:lnTo>
                <a:lnTo>
                  <a:pt x="646" y="836"/>
                </a:lnTo>
                <a:lnTo>
                  <a:pt x="645" y="836"/>
                </a:lnTo>
                <a:lnTo>
                  <a:pt x="644" y="836"/>
                </a:lnTo>
                <a:lnTo>
                  <a:pt x="644" y="835"/>
                </a:lnTo>
                <a:lnTo>
                  <a:pt x="643" y="835"/>
                </a:lnTo>
                <a:lnTo>
                  <a:pt x="642" y="835"/>
                </a:lnTo>
                <a:lnTo>
                  <a:pt x="642" y="834"/>
                </a:lnTo>
                <a:lnTo>
                  <a:pt x="641" y="834"/>
                </a:lnTo>
                <a:lnTo>
                  <a:pt x="640" y="834"/>
                </a:lnTo>
                <a:lnTo>
                  <a:pt x="639" y="834"/>
                </a:lnTo>
                <a:lnTo>
                  <a:pt x="638" y="834"/>
                </a:lnTo>
                <a:lnTo>
                  <a:pt x="637" y="834"/>
                </a:lnTo>
                <a:lnTo>
                  <a:pt x="636" y="834"/>
                </a:lnTo>
                <a:lnTo>
                  <a:pt x="635" y="834"/>
                </a:lnTo>
                <a:lnTo>
                  <a:pt x="634" y="834"/>
                </a:lnTo>
                <a:lnTo>
                  <a:pt x="633" y="834"/>
                </a:lnTo>
                <a:lnTo>
                  <a:pt x="632" y="834"/>
                </a:lnTo>
                <a:lnTo>
                  <a:pt x="632" y="835"/>
                </a:lnTo>
                <a:lnTo>
                  <a:pt x="632" y="836"/>
                </a:lnTo>
                <a:lnTo>
                  <a:pt x="632" y="837"/>
                </a:lnTo>
                <a:lnTo>
                  <a:pt x="631" y="837"/>
                </a:lnTo>
                <a:lnTo>
                  <a:pt x="631" y="839"/>
                </a:lnTo>
                <a:lnTo>
                  <a:pt x="630" y="839"/>
                </a:lnTo>
                <a:lnTo>
                  <a:pt x="630" y="840"/>
                </a:lnTo>
                <a:lnTo>
                  <a:pt x="629" y="840"/>
                </a:lnTo>
                <a:lnTo>
                  <a:pt x="629" y="841"/>
                </a:lnTo>
                <a:lnTo>
                  <a:pt x="629" y="840"/>
                </a:lnTo>
                <a:lnTo>
                  <a:pt x="627" y="840"/>
                </a:lnTo>
                <a:lnTo>
                  <a:pt x="626" y="840"/>
                </a:lnTo>
                <a:lnTo>
                  <a:pt x="626" y="839"/>
                </a:lnTo>
                <a:lnTo>
                  <a:pt x="626" y="837"/>
                </a:lnTo>
                <a:lnTo>
                  <a:pt x="625" y="837"/>
                </a:lnTo>
                <a:lnTo>
                  <a:pt x="624" y="837"/>
                </a:lnTo>
                <a:lnTo>
                  <a:pt x="624" y="839"/>
                </a:lnTo>
                <a:lnTo>
                  <a:pt x="623" y="839"/>
                </a:lnTo>
                <a:lnTo>
                  <a:pt x="622" y="839"/>
                </a:lnTo>
                <a:lnTo>
                  <a:pt x="622" y="840"/>
                </a:lnTo>
                <a:lnTo>
                  <a:pt x="620" y="840"/>
                </a:lnTo>
                <a:lnTo>
                  <a:pt x="620" y="839"/>
                </a:lnTo>
                <a:lnTo>
                  <a:pt x="619" y="839"/>
                </a:lnTo>
                <a:lnTo>
                  <a:pt x="618" y="839"/>
                </a:lnTo>
                <a:lnTo>
                  <a:pt x="618" y="837"/>
                </a:lnTo>
                <a:lnTo>
                  <a:pt x="617" y="837"/>
                </a:lnTo>
                <a:lnTo>
                  <a:pt x="617" y="836"/>
                </a:lnTo>
                <a:lnTo>
                  <a:pt x="617" y="835"/>
                </a:lnTo>
                <a:lnTo>
                  <a:pt x="616" y="835"/>
                </a:lnTo>
                <a:lnTo>
                  <a:pt x="615" y="835"/>
                </a:lnTo>
                <a:lnTo>
                  <a:pt x="615" y="834"/>
                </a:lnTo>
                <a:lnTo>
                  <a:pt x="614" y="834"/>
                </a:lnTo>
                <a:lnTo>
                  <a:pt x="614" y="833"/>
                </a:lnTo>
                <a:lnTo>
                  <a:pt x="613" y="833"/>
                </a:lnTo>
                <a:lnTo>
                  <a:pt x="613" y="834"/>
                </a:lnTo>
                <a:lnTo>
                  <a:pt x="612" y="834"/>
                </a:lnTo>
                <a:lnTo>
                  <a:pt x="612" y="835"/>
                </a:lnTo>
                <a:lnTo>
                  <a:pt x="611" y="835"/>
                </a:lnTo>
                <a:lnTo>
                  <a:pt x="611" y="834"/>
                </a:lnTo>
                <a:lnTo>
                  <a:pt x="610" y="834"/>
                </a:lnTo>
                <a:lnTo>
                  <a:pt x="609" y="834"/>
                </a:lnTo>
                <a:lnTo>
                  <a:pt x="608" y="834"/>
                </a:lnTo>
                <a:lnTo>
                  <a:pt x="607" y="834"/>
                </a:lnTo>
                <a:lnTo>
                  <a:pt x="607" y="833"/>
                </a:lnTo>
                <a:lnTo>
                  <a:pt x="607" y="834"/>
                </a:lnTo>
                <a:lnTo>
                  <a:pt x="606" y="834"/>
                </a:lnTo>
                <a:lnTo>
                  <a:pt x="606" y="833"/>
                </a:lnTo>
                <a:lnTo>
                  <a:pt x="605" y="833"/>
                </a:lnTo>
                <a:lnTo>
                  <a:pt x="605" y="832"/>
                </a:lnTo>
                <a:lnTo>
                  <a:pt x="605" y="831"/>
                </a:lnTo>
                <a:lnTo>
                  <a:pt x="605" y="830"/>
                </a:lnTo>
                <a:lnTo>
                  <a:pt x="606" y="830"/>
                </a:lnTo>
                <a:lnTo>
                  <a:pt x="606" y="829"/>
                </a:lnTo>
                <a:lnTo>
                  <a:pt x="606" y="828"/>
                </a:lnTo>
                <a:lnTo>
                  <a:pt x="607" y="828"/>
                </a:lnTo>
                <a:lnTo>
                  <a:pt x="606" y="828"/>
                </a:lnTo>
                <a:lnTo>
                  <a:pt x="606" y="827"/>
                </a:lnTo>
                <a:lnTo>
                  <a:pt x="606" y="826"/>
                </a:lnTo>
                <a:lnTo>
                  <a:pt x="606" y="825"/>
                </a:lnTo>
                <a:lnTo>
                  <a:pt x="605" y="825"/>
                </a:lnTo>
                <a:lnTo>
                  <a:pt x="605" y="824"/>
                </a:lnTo>
                <a:lnTo>
                  <a:pt x="605" y="823"/>
                </a:lnTo>
                <a:lnTo>
                  <a:pt x="605" y="822"/>
                </a:lnTo>
                <a:lnTo>
                  <a:pt x="604" y="822"/>
                </a:lnTo>
                <a:lnTo>
                  <a:pt x="604" y="821"/>
                </a:lnTo>
                <a:lnTo>
                  <a:pt x="605" y="821"/>
                </a:lnTo>
                <a:lnTo>
                  <a:pt x="605" y="820"/>
                </a:lnTo>
                <a:lnTo>
                  <a:pt x="605" y="819"/>
                </a:lnTo>
                <a:lnTo>
                  <a:pt x="606" y="819"/>
                </a:lnTo>
                <a:lnTo>
                  <a:pt x="606" y="818"/>
                </a:lnTo>
                <a:lnTo>
                  <a:pt x="607" y="818"/>
                </a:lnTo>
                <a:lnTo>
                  <a:pt x="608" y="818"/>
                </a:lnTo>
                <a:lnTo>
                  <a:pt x="609" y="818"/>
                </a:lnTo>
                <a:lnTo>
                  <a:pt x="609" y="817"/>
                </a:lnTo>
                <a:lnTo>
                  <a:pt x="609" y="816"/>
                </a:lnTo>
                <a:lnTo>
                  <a:pt x="610" y="815"/>
                </a:lnTo>
                <a:lnTo>
                  <a:pt x="610" y="814"/>
                </a:lnTo>
                <a:lnTo>
                  <a:pt x="610" y="813"/>
                </a:lnTo>
                <a:lnTo>
                  <a:pt x="611" y="813"/>
                </a:lnTo>
                <a:lnTo>
                  <a:pt x="611" y="814"/>
                </a:lnTo>
                <a:lnTo>
                  <a:pt x="611" y="813"/>
                </a:lnTo>
                <a:lnTo>
                  <a:pt x="611" y="814"/>
                </a:lnTo>
                <a:lnTo>
                  <a:pt x="611" y="813"/>
                </a:lnTo>
                <a:lnTo>
                  <a:pt x="612" y="813"/>
                </a:lnTo>
                <a:lnTo>
                  <a:pt x="612" y="811"/>
                </a:lnTo>
                <a:lnTo>
                  <a:pt x="612" y="810"/>
                </a:lnTo>
                <a:lnTo>
                  <a:pt x="612" y="809"/>
                </a:lnTo>
                <a:lnTo>
                  <a:pt x="611" y="809"/>
                </a:lnTo>
                <a:lnTo>
                  <a:pt x="611" y="808"/>
                </a:lnTo>
                <a:lnTo>
                  <a:pt x="611" y="807"/>
                </a:lnTo>
                <a:lnTo>
                  <a:pt x="611" y="806"/>
                </a:lnTo>
                <a:lnTo>
                  <a:pt x="612" y="806"/>
                </a:lnTo>
                <a:lnTo>
                  <a:pt x="612" y="805"/>
                </a:lnTo>
                <a:lnTo>
                  <a:pt x="613" y="805"/>
                </a:lnTo>
                <a:lnTo>
                  <a:pt x="613" y="804"/>
                </a:lnTo>
                <a:lnTo>
                  <a:pt x="612" y="804"/>
                </a:lnTo>
                <a:lnTo>
                  <a:pt x="612" y="803"/>
                </a:lnTo>
                <a:lnTo>
                  <a:pt x="612" y="802"/>
                </a:lnTo>
                <a:lnTo>
                  <a:pt x="611" y="802"/>
                </a:lnTo>
                <a:lnTo>
                  <a:pt x="610" y="802"/>
                </a:lnTo>
                <a:lnTo>
                  <a:pt x="609" y="802"/>
                </a:lnTo>
                <a:lnTo>
                  <a:pt x="609" y="801"/>
                </a:lnTo>
                <a:lnTo>
                  <a:pt x="608" y="801"/>
                </a:lnTo>
                <a:lnTo>
                  <a:pt x="608" y="800"/>
                </a:lnTo>
                <a:lnTo>
                  <a:pt x="607" y="800"/>
                </a:lnTo>
                <a:lnTo>
                  <a:pt x="607" y="799"/>
                </a:lnTo>
                <a:lnTo>
                  <a:pt x="606" y="799"/>
                </a:lnTo>
                <a:lnTo>
                  <a:pt x="606" y="798"/>
                </a:lnTo>
                <a:lnTo>
                  <a:pt x="605" y="798"/>
                </a:lnTo>
                <a:lnTo>
                  <a:pt x="604" y="798"/>
                </a:lnTo>
                <a:lnTo>
                  <a:pt x="604" y="799"/>
                </a:lnTo>
                <a:lnTo>
                  <a:pt x="603" y="799"/>
                </a:lnTo>
                <a:lnTo>
                  <a:pt x="602" y="799"/>
                </a:lnTo>
                <a:lnTo>
                  <a:pt x="601" y="799"/>
                </a:lnTo>
                <a:lnTo>
                  <a:pt x="601" y="798"/>
                </a:lnTo>
                <a:lnTo>
                  <a:pt x="600" y="798"/>
                </a:lnTo>
                <a:lnTo>
                  <a:pt x="600" y="799"/>
                </a:lnTo>
                <a:lnTo>
                  <a:pt x="600" y="800"/>
                </a:lnTo>
                <a:lnTo>
                  <a:pt x="599" y="800"/>
                </a:lnTo>
                <a:lnTo>
                  <a:pt x="599" y="801"/>
                </a:lnTo>
                <a:lnTo>
                  <a:pt x="598" y="801"/>
                </a:lnTo>
                <a:lnTo>
                  <a:pt x="597" y="802"/>
                </a:lnTo>
                <a:lnTo>
                  <a:pt x="597" y="803"/>
                </a:lnTo>
                <a:lnTo>
                  <a:pt x="596" y="803"/>
                </a:lnTo>
                <a:lnTo>
                  <a:pt x="595" y="803"/>
                </a:lnTo>
                <a:lnTo>
                  <a:pt x="595" y="804"/>
                </a:lnTo>
                <a:lnTo>
                  <a:pt x="595" y="803"/>
                </a:lnTo>
                <a:lnTo>
                  <a:pt x="595" y="804"/>
                </a:lnTo>
                <a:lnTo>
                  <a:pt x="595" y="805"/>
                </a:lnTo>
                <a:lnTo>
                  <a:pt x="594" y="805"/>
                </a:lnTo>
                <a:lnTo>
                  <a:pt x="594" y="806"/>
                </a:lnTo>
                <a:lnTo>
                  <a:pt x="594" y="807"/>
                </a:lnTo>
                <a:lnTo>
                  <a:pt x="593" y="807"/>
                </a:lnTo>
                <a:lnTo>
                  <a:pt x="593" y="808"/>
                </a:lnTo>
                <a:lnTo>
                  <a:pt x="592" y="808"/>
                </a:lnTo>
                <a:lnTo>
                  <a:pt x="591" y="808"/>
                </a:lnTo>
                <a:lnTo>
                  <a:pt x="591" y="809"/>
                </a:lnTo>
                <a:lnTo>
                  <a:pt x="590" y="809"/>
                </a:lnTo>
                <a:lnTo>
                  <a:pt x="590" y="808"/>
                </a:lnTo>
                <a:lnTo>
                  <a:pt x="590" y="807"/>
                </a:lnTo>
                <a:lnTo>
                  <a:pt x="589" y="807"/>
                </a:lnTo>
                <a:lnTo>
                  <a:pt x="588" y="807"/>
                </a:lnTo>
                <a:lnTo>
                  <a:pt x="587" y="807"/>
                </a:lnTo>
                <a:lnTo>
                  <a:pt x="587" y="808"/>
                </a:lnTo>
                <a:lnTo>
                  <a:pt x="586" y="808"/>
                </a:lnTo>
                <a:lnTo>
                  <a:pt x="586" y="807"/>
                </a:lnTo>
                <a:lnTo>
                  <a:pt x="586" y="808"/>
                </a:lnTo>
                <a:lnTo>
                  <a:pt x="585" y="808"/>
                </a:lnTo>
                <a:lnTo>
                  <a:pt x="584" y="808"/>
                </a:lnTo>
                <a:lnTo>
                  <a:pt x="584" y="809"/>
                </a:lnTo>
                <a:lnTo>
                  <a:pt x="583" y="809"/>
                </a:lnTo>
                <a:lnTo>
                  <a:pt x="583" y="808"/>
                </a:lnTo>
                <a:lnTo>
                  <a:pt x="583" y="809"/>
                </a:lnTo>
                <a:lnTo>
                  <a:pt x="582" y="809"/>
                </a:lnTo>
                <a:lnTo>
                  <a:pt x="582" y="810"/>
                </a:lnTo>
                <a:lnTo>
                  <a:pt x="582" y="809"/>
                </a:lnTo>
                <a:lnTo>
                  <a:pt x="581" y="809"/>
                </a:lnTo>
                <a:lnTo>
                  <a:pt x="580" y="809"/>
                </a:lnTo>
                <a:lnTo>
                  <a:pt x="580" y="808"/>
                </a:lnTo>
                <a:lnTo>
                  <a:pt x="579" y="808"/>
                </a:lnTo>
                <a:lnTo>
                  <a:pt x="579" y="807"/>
                </a:lnTo>
                <a:lnTo>
                  <a:pt x="578" y="807"/>
                </a:lnTo>
                <a:lnTo>
                  <a:pt x="577" y="807"/>
                </a:lnTo>
                <a:lnTo>
                  <a:pt x="576" y="806"/>
                </a:lnTo>
                <a:lnTo>
                  <a:pt x="575" y="806"/>
                </a:lnTo>
                <a:lnTo>
                  <a:pt x="574" y="806"/>
                </a:lnTo>
                <a:lnTo>
                  <a:pt x="574" y="805"/>
                </a:lnTo>
                <a:lnTo>
                  <a:pt x="573" y="805"/>
                </a:lnTo>
                <a:lnTo>
                  <a:pt x="572" y="805"/>
                </a:lnTo>
                <a:lnTo>
                  <a:pt x="571" y="805"/>
                </a:lnTo>
                <a:lnTo>
                  <a:pt x="570" y="805"/>
                </a:lnTo>
                <a:lnTo>
                  <a:pt x="570" y="804"/>
                </a:lnTo>
                <a:lnTo>
                  <a:pt x="570" y="803"/>
                </a:lnTo>
                <a:lnTo>
                  <a:pt x="569" y="803"/>
                </a:lnTo>
                <a:lnTo>
                  <a:pt x="568" y="803"/>
                </a:lnTo>
                <a:lnTo>
                  <a:pt x="568" y="802"/>
                </a:lnTo>
                <a:lnTo>
                  <a:pt x="568" y="801"/>
                </a:lnTo>
                <a:lnTo>
                  <a:pt x="568" y="800"/>
                </a:lnTo>
                <a:lnTo>
                  <a:pt x="568" y="799"/>
                </a:lnTo>
                <a:lnTo>
                  <a:pt x="567" y="799"/>
                </a:lnTo>
                <a:lnTo>
                  <a:pt x="566" y="799"/>
                </a:lnTo>
                <a:lnTo>
                  <a:pt x="566" y="798"/>
                </a:lnTo>
                <a:lnTo>
                  <a:pt x="565" y="798"/>
                </a:lnTo>
                <a:lnTo>
                  <a:pt x="565" y="797"/>
                </a:lnTo>
                <a:lnTo>
                  <a:pt x="564" y="797"/>
                </a:lnTo>
                <a:lnTo>
                  <a:pt x="564" y="796"/>
                </a:lnTo>
                <a:lnTo>
                  <a:pt x="564" y="795"/>
                </a:lnTo>
                <a:lnTo>
                  <a:pt x="563" y="795"/>
                </a:lnTo>
                <a:lnTo>
                  <a:pt x="563" y="794"/>
                </a:lnTo>
                <a:lnTo>
                  <a:pt x="563" y="793"/>
                </a:lnTo>
                <a:lnTo>
                  <a:pt x="562" y="793"/>
                </a:lnTo>
                <a:lnTo>
                  <a:pt x="561" y="793"/>
                </a:lnTo>
                <a:lnTo>
                  <a:pt x="560" y="793"/>
                </a:lnTo>
                <a:lnTo>
                  <a:pt x="559" y="793"/>
                </a:lnTo>
                <a:lnTo>
                  <a:pt x="558" y="793"/>
                </a:lnTo>
                <a:lnTo>
                  <a:pt x="557" y="793"/>
                </a:lnTo>
                <a:lnTo>
                  <a:pt x="556" y="793"/>
                </a:lnTo>
                <a:lnTo>
                  <a:pt x="556" y="792"/>
                </a:lnTo>
                <a:lnTo>
                  <a:pt x="555" y="792"/>
                </a:lnTo>
                <a:lnTo>
                  <a:pt x="555" y="791"/>
                </a:lnTo>
                <a:lnTo>
                  <a:pt x="554" y="791"/>
                </a:lnTo>
                <a:lnTo>
                  <a:pt x="554" y="792"/>
                </a:lnTo>
                <a:lnTo>
                  <a:pt x="553" y="792"/>
                </a:lnTo>
                <a:lnTo>
                  <a:pt x="552" y="792"/>
                </a:lnTo>
                <a:lnTo>
                  <a:pt x="552" y="791"/>
                </a:lnTo>
                <a:lnTo>
                  <a:pt x="551" y="791"/>
                </a:lnTo>
                <a:lnTo>
                  <a:pt x="551" y="792"/>
                </a:lnTo>
                <a:lnTo>
                  <a:pt x="550" y="792"/>
                </a:lnTo>
                <a:lnTo>
                  <a:pt x="549" y="793"/>
                </a:lnTo>
                <a:lnTo>
                  <a:pt x="549" y="792"/>
                </a:lnTo>
                <a:lnTo>
                  <a:pt x="548" y="792"/>
                </a:lnTo>
                <a:lnTo>
                  <a:pt x="548" y="791"/>
                </a:lnTo>
                <a:lnTo>
                  <a:pt x="548" y="792"/>
                </a:lnTo>
                <a:lnTo>
                  <a:pt x="548" y="791"/>
                </a:lnTo>
                <a:lnTo>
                  <a:pt x="547" y="791"/>
                </a:lnTo>
                <a:lnTo>
                  <a:pt x="546" y="791"/>
                </a:lnTo>
                <a:lnTo>
                  <a:pt x="546" y="790"/>
                </a:lnTo>
                <a:lnTo>
                  <a:pt x="545" y="790"/>
                </a:lnTo>
                <a:lnTo>
                  <a:pt x="545" y="789"/>
                </a:lnTo>
                <a:lnTo>
                  <a:pt x="544" y="789"/>
                </a:lnTo>
                <a:lnTo>
                  <a:pt x="545" y="788"/>
                </a:lnTo>
                <a:lnTo>
                  <a:pt x="545" y="787"/>
                </a:lnTo>
                <a:lnTo>
                  <a:pt x="544" y="787"/>
                </a:lnTo>
                <a:lnTo>
                  <a:pt x="544" y="786"/>
                </a:lnTo>
                <a:lnTo>
                  <a:pt x="544" y="785"/>
                </a:lnTo>
                <a:lnTo>
                  <a:pt x="544" y="784"/>
                </a:lnTo>
                <a:lnTo>
                  <a:pt x="543" y="783"/>
                </a:lnTo>
                <a:lnTo>
                  <a:pt x="542" y="783"/>
                </a:lnTo>
                <a:lnTo>
                  <a:pt x="541" y="783"/>
                </a:lnTo>
                <a:lnTo>
                  <a:pt x="541" y="782"/>
                </a:lnTo>
                <a:lnTo>
                  <a:pt x="542" y="782"/>
                </a:lnTo>
                <a:lnTo>
                  <a:pt x="542" y="781"/>
                </a:lnTo>
                <a:lnTo>
                  <a:pt x="541" y="781"/>
                </a:lnTo>
                <a:lnTo>
                  <a:pt x="541" y="780"/>
                </a:lnTo>
                <a:lnTo>
                  <a:pt x="540" y="780"/>
                </a:lnTo>
                <a:lnTo>
                  <a:pt x="539" y="780"/>
                </a:lnTo>
                <a:lnTo>
                  <a:pt x="538" y="780"/>
                </a:lnTo>
                <a:lnTo>
                  <a:pt x="537" y="780"/>
                </a:lnTo>
                <a:lnTo>
                  <a:pt x="537" y="779"/>
                </a:lnTo>
                <a:lnTo>
                  <a:pt x="536" y="779"/>
                </a:lnTo>
                <a:lnTo>
                  <a:pt x="535" y="779"/>
                </a:lnTo>
                <a:lnTo>
                  <a:pt x="535" y="780"/>
                </a:lnTo>
                <a:lnTo>
                  <a:pt x="534" y="780"/>
                </a:lnTo>
                <a:lnTo>
                  <a:pt x="534" y="779"/>
                </a:lnTo>
                <a:lnTo>
                  <a:pt x="533" y="779"/>
                </a:lnTo>
                <a:lnTo>
                  <a:pt x="532" y="779"/>
                </a:lnTo>
                <a:lnTo>
                  <a:pt x="531" y="779"/>
                </a:lnTo>
                <a:lnTo>
                  <a:pt x="531" y="778"/>
                </a:lnTo>
                <a:lnTo>
                  <a:pt x="530" y="778"/>
                </a:lnTo>
                <a:lnTo>
                  <a:pt x="530" y="777"/>
                </a:lnTo>
                <a:lnTo>
                  <a:pt x="529" y="777"/>
                </a:lnTo>
                <a:lnTo>
                  <a:pt x="529" y="776"/>
                </a:lnTo>
                <a:lnTo>
                  <a:pt x="528" y="776"/>
                </a:lnTo>
                <a:lnTo>
                  <a:pt x="528" y="777"/>
                </a:lnTo>
                <a:lnTo>
                  <a:pt x="527" y="777"/>
                </a:lnTo>
                <a:lnTo>
                  <a:pt x="526" y="777"/>
                </a:lnTo>
                <a:lnTo>
                  <a:pt x="525" y="777"/>
                </a:lnTo>
                <a:lnTo>
                  <a:pt x="525" y="776"/>
                </a:lnTo>
                <a:lnTo>
                  <a:pt x="525" y="775"/>
                </a:lnTo>
                <a:lnTo>
                  <a:pt x="525" y="774"/>
                </a:lnTo>
                <a:lnTo>
                  <a:pt x="525" y="773"/>
                </a:lnTo>
                <a:lnTo>
                  <a:pt x="525" y="772"/>
                </a:lnTo>
                <a:lnTo>
                  <a:pt x="525" y="771"/>
                </a:lnTo>
                <a:lnTo>
                  <a:pt x="526" y="771"/>
                </a:lnTo>
                <a:lnTo>
                  <a:pt x="526" y="770"/>
                </a:lnTo>
                <a:lnTo>
                  <a:pt x="526" y="769"/>
                </a:lnTo>
                <a:lnTo>
                  <a:pt x="527" y="769"/>
                </a:lnTo>
                <a:lnTo>
                  <a:pt x="526" y="769"/>
                </a:lnTo>
                <a:lnTo>
                  <a:pt x="526" y="768"/>
                </a:lnTo>
                <a:lnTo>
                  <a:pt x="527" y="768"/>
                </a:lnTo>
                <a:lnTo>
                  <a:pt x="526" y="768"/>
                </a:lnTo>
                <a:lnTo>
                  <a:pt x="526" y="767"/>
                </a:lnTo>
                <a:lnTo>
                  <a:pt x="527" y="767"/>
                </a:lnTo>
                <a:lnTo>
                  <a:pt x="527" y="766"/>
                </a:lnTo>
                <a:lnTo>
                  <a:pt x="526" y="766"/>
                </a:lnTo>
                <a:lnTo>
                  <a:pt x="527" y="766"/>
                </a:lnTo>
                <a:lnTo>
                  <a:pt x="527" y="765"/>
                </a:lnTo>
                <a:lnTo>
                  <a:pt x="527" y="764"/>
                </a:lnTo>
                <a:lnTo>
                  <a:pt x="528" y="764"/>
                </a:lnTo>
                <a:lnTo>
                  <a:pt x="528" y="763"/>
                </a:lnTo>
                <a:lnTo>
                  <a:pt x="527" y="763"/>
                </a:lnTo>
                <a:lnTo>
                  <a:pt x="527" y="762"/>
                </a:lnTo>
                <a:lnTo>
                  <a:pt x="527" y="761"/>
                </a:lnTo>
                <a:lnTo>
                  <a:pt x="526" y="761"/>
                </a:lnTo>
                <a:lnTo>
                  <a:pt x="525" y="760"/>
                </a:lnTo>
                <a:lnTo>
                  <a:pt x="524" y="760"/>
                </a:lnTo>
                <a:lnTo>
                  <a:pt x="523" y="760"/>
                </a:lnTo>
                <a:lnTo>
                  <a:pt x="523" y="761"/>
                </a:lnTo>
                <a:lnTo>
                  <a:pt x="522" y="761"/>
                </a:lnTo>
                <a:lnTo>
                  <a:pt x="522" y="760"/>
                </a:lnTo>
                <a:lnTo>
                  <a:pt x="522" y="759"/>
                </a:lnTo>
                <a:lnTo>
                  <a:pt x="522" y="758"/>
                </a:lnTo>
                <a:lnTo>
                  <a:pt x="522" y="757"/>
                </a:lnTo>
                <a:lnTo>
                  <a:pt x="522" y="756"/>
                </a:lnTo>
                <a:lnTo>
                  <a:pt x="523" y="756"/>
                </a:lnTo>
                <a:lnTo>
                  <a:pt x="522" y="756"/>
                </a:lnTo>
                <a:lnTo>
                  <a:pt x="523" y="756"/>
                </a:lnTo>
                <a:lnTo>
                  <a:pt x="523" y="755"/>
                </a:lnTo>
                <a:lnTo>
                  <a:pt x="523" y="754"/>
                </a:lnTo>
                <a:lnTo>
                  <a:pt x="523" y="753"/>
                </a:lnTo>
                <a:lnTo>
                  <a:pt x="522" y="753"/>
                </a:lnTo>
                <a:lnTo>
                  <a:pt x="521" y="753"/>
                </a:lnTo>
                <a:lnTo>
                  <a:pt x="521" y="752"/>
                </a:lnTo>
                <a:lnTo>
                  <a:pt x="521" y="751"/>
                </a:lnTo>
                <a:lnTo>
                  <a:pt x="521" y="750"/>
                </a:lnTo>
                <a:lnTo>
                  <a:pt x="520" y="750"/>
                </a:lnTo>
                <a:lnTo>
                  <a:pt x="520" y="749"/>
                </a:lnTo>
                <a:lnTo>
                  <a:pt x="520" y="748"/>
                </a:lnTo>
                <a:lnTo>
                  <a:pt x="520" y="747"/>
                </a:lnTo>
                <a:lnTo>
                  <a:pt x="520" y="746"/>
                </a:lnTo>
                <a:lnTo>
                  <a:pt x="520" y="745"/>
                </a:lnTo>
                <a:lnTo>
                  <a:pt x="521" y="745"/>
                </a:lnTo>
                <a:lnTo>
                  <a:pt x="521" y="744"/>
                </a:lnTo>
                <a:lnTo>
                  <a:pt x="521" y="745"/>
                </a:lnTo>
                <a:lnTo>
                  <a:pt x="522" y="745"/>
                </a:lnTo>
                <a:lnTo>
                  <a:pt x="522" y="744"/>
                </a:lnTo>
                <a:lnTo>
                  <a:pt x="523" y="744"/>
                </a:lnTo>
                <a:lnTo>
                  <a:pt x="523" y="743"/>
                </a:lnTo>
                <a:lnTo>
                  <a:pt x="523" y="742"/>
                </a:lnTo>
                <a:lnTo>
                  <a:pt x="523" y="741"/>
                </a:lnTo>
                <a:lnTo>
                  <a:pt x="522" y="741"/>
                </a:lnTo>
                <a:lnTo>
                  <a:pt x="521" y="741"/>
                </a:lnTo>
                <a:lnTo>
                  <a:pt x="520" y="741"/>
                </a:lnTo>
                <a:lnTo>
                  <a:pt x="518" y="741"/>
                </a:lnTo>
                <a:lnTo>
                  <a:pt x="517" y="741"/>
                </a:lnTo>
                <a:lnTo>
                  <a:pt x="516" y="741"/>
                </a:lnTo>
                <a:lnTo>
                  <a:pt x="515" y="741"/>
                </a:lnTo>
                <a:lnTo>
                  <a:pt x="515" y="740"/>
                </a:lnTo>
                <a:lnTo>
                  <a:pt x="515" y="739"/>
                </a:lnTo>
                <a:lnTo>
                  <a:pt x="516" y="739"/>
                </a:lnTo>
                <a:lnTo>
                  <a:pt x="516" y="738"/>
                </a:lnTo>
                <a:lnTo>
                  <a:pt x="516" y="737"/>
                </a:lnTo>
                <a:lnTo>
                  <a:pt x="515" y="737"/>
                </a:lnTo>
                <a:lnTo>
                  <a:pt x="514" y="737"/>
                </a:lnTo>
                <a:lnTo>
                  <a:pt x="514" y="736"/>
                </a:lnTo>
                <a:lnTo>
                  <a:pt x="513" y="736"/>
                </a:lnTo>
                <a:lnTo>
                  <a:pt x="512" y="736"/>
                </a:lnTo>
                <a:lnTo>
                  <a:pt x="512" y="737"/>
                </a:lnTo>
                <a:lnTo>
                  <a:pt x="511" y="737"/>
                </a:lnTo>
                <a:lnTo>
                  <a:pt x="511" y="736"/>
                </a:lnTo>
                <a:lnTo>
                  <a:pt x="510" y="736"/>
                </a:lnTo>
                <a:lnTo>
                  <a:pt x="510" y="735"/>
                </a:lnTo>
                <a:lnTo>
                  <a:pt x="509" y="735"/>
                </a:lnTo>
                <a:lnTo>
                  <a:pt x="508" y="735"/>
                </a:lnTo>
                <a:lnTo>
                  <a:pt x="508" y="736"/>
                </a:lnTo>
                <a:lnTo>
                  <a:pt x="507" y="736"/>
                </a:lnTo>
                <a:lnTo>
                  <a:pt x="507" y="737"/>
                </a:lnTo>
                <a:lnTo>
                  <a:pt x="507" y="736"/>
                </a:lnTo>
                <a:lnTo>
                  <a:pt x="506" y="736"/>
                </a:lnTo>
                <a:lnTo>
                  <a:pt x="505" y="736"/>
                </a:lnTo>
                <a:lnTo>
                  <a:pt x="505" y="735"/>
                </a:lnTo>
                <a:lnTo>
                  <a:pt x="505" y="736"/>
                </a:lnTo>
                <a:lnTo>
                  <a:pt x="505" y="735"/>
                </a:lnTo>
                <a:lnTo>
                  <a:pt x="504" y="735"/>
                </a:lnTo>
                <a:lnTo>
                  <a:pt x="505" y="735"/>
                </a:lnTo>
                <a:lnTo>
                  <a:pt x="505" y="734"/>
                </a:lnTo>
                <a:lnTo>
                  <a:pt x="505" y="733"/>
                </a:lnTo>
                <a:lnTo>
                  <a:pt x="504" y="733"/>
                </a:lnTo>
                <a:lnTo>
                  <a:pt x="503" y="732"/>
                </a:lnTo>
                <a:lnTo>
                  <a:pt x="502" y="732"/>
                </a:lnTo>
                <a:lnTo>
                  <a:pt x="501" y="732"/>
                </a:lnTo>
                <a:lnTo>
                  <a:pt x="501" y="733"/>
                </a:lnTo>
                <a:lnTo>
                  <a:pt x="500" y="733"/>
                </a:lnTo>
                <a:lnTo>
                  <a:pt x="499" y="733"/>
                </a:lnTo>
                <a:lnTo>
                  <a:pt x="498" y="733"/>
                </a:lnTo>
                <a:lnTo>
                  <a:pt x="497" y="733"/>
                </a:lnTo>
                <a:lnTo>
                  <a:pt x="496" y="733"/>
                </a:lnTo>
                <a:lnTo>
                  <a:pt x="496" y="732"/>
                </a:lnTo>
                <a:lnTo>
                  <a:pt x="496" y="733"/>
                </a:lnTo>
                <a:lnTo>
                  <a:pt x="495" y="733"/>
                </a:lnTo>
                <a:lnTo>
                  <a:pt x="494" y="733"/>
                </a:lnTo>
                <a:lnTo>
                  <a:pt x="494" y="734"/>
                </a:lnTo>
                <a:lnTo>
                  <a:pt x="493" y="734"/>
                </a:lnTo>
                <a:lnTo>
                  <a:pt x="492" y="734"/>
                </a:lnTo>
                <a:lnTo>
                  <a:pt x="492" y="735"/>
                </a:lnTo>
                <a:lnTo>
                  <a:pt x="491" y="735"/>
                </a:lnTo>
                <a:lnTo>
                  <a:pt x="490" y="735"/>
                </a:lnTo>
                <a:lnTo>
                  <a:pt x="489" y="735"/>
                </a:lnTo>
                <a:lnTo>
                  <a:pt x="488" y="735"/>
                </a:lnTo>
                <a:lnTo>
                  <a:pt x="488" y="736"/>
                </a:lnTo>
                <a:lnTo>
                  <a:pt x="488" y="737"/>
                </a:lnTo>
                <a:lnTo>
                  <a:pt x="487" y="737"/>
                </a:lnTo>
                <a:lnTo>
                  <a:pt x="486" y="737"/>
                </a:lnTo>
                <a:lnTo>
                  <a:pt x="486" y="738"/>
                </a:lnTo>
                <a:lnTo>
                  <a:pt x="487" y="738"/>
                </a:lnTo>
                <a:lnTo>
                  <a:pt x="487" y="739"/>
                </a:lnTo>
                <a:lnTo>
                  <a:pt x="487" y="740"/>
                </a:lnTo>
                <a:lnTo>
                  <a:pt x="486" y="740"/>
                </a:lnTo>
                <a:lnTo>
                  <a:pt x="486" y="741"/>
                </a:lnTo>
                <a:lnTo>
                  <a:pt x="485" y="741"/>
                </a:lnTo>
                <a:lnTo>
                  <a:pt x="485" y="740"/>
                </a:lnTo>
                <a:lnTo>
                  <a:pt x="485" y="741"/>
                </a:lnTo>
                <a:lnTo>
                  <a:pt x="484" y="741"/>
                </a:lnTo>
                <a:lnTo>
                  <a:pt x="483" y="741"/>
                </a:lnTo>
                <a:lnTo>
                  <a:pt x="482" y="741"/>
                </a:lnTo>
                <a:lnTo>
                  <a:pt x="481" y="741"/>
                </a:lnTo>
                <a:lnTo>
                  <a:pt x="480" y="741"/>
                </a:lnTo>
                <a:lnTo>
                  <a:pt x="479" y="741"/>
                </a:lnTo>
                <a:lnTo>
                  <a:pt x="478" y="741"/>
                </a:lnTo>
                <a:lnTo>
                  <a:pt x="478" y="742"/>
                </a:lnTo>
                <a:lnTo>
                  <a:pt x="478" y="743"/>
                </a:lnTo>
                <a:lnTo>
                  <a:pt x="477" y="743"/>
                </a:lnTo>
                <a:lnTo>
                  <a:pt x="476" y="744"/>
                </a:lnTo>
                <a:lnTo>
                  <a:pt x="476" y="745"/>
                </a:lnTo>
                <a:lnTo>
                  <a:pt x="475" y="745"/>
                </a:lnTo>
                <a:lnTo>
                  <a:pt x="474" y="745"/>
                </a:lnTo>
                <a:lnTo>
                  <a:pt x="474" y="746"/>
                </a:lnTo>
                <a:lnTo>
                  <a:pt x="474" y="747"/>
                </a:lnTo>
                <a:lnTo>
                  <a:pt x="475" y="747"/>
                </a:lnTo>
                <a:lnTo>
                  <a:pt x="474" y="747"/>
                </a:lnTo>
                <a:lnTo>
                  <a:pt x="474" y="748"/>
                </a:lnTo>
                <a:lnTo>
                  <a:pt x="473" y="748"/>
                </a:lnTo>
                <a:lnTo>
                  <a:pt x="473" y="749"/>
                </a:lnTo>
                <a:lnTo>
                  <a:pt x="473" y="748"/>
                </a:lnTo>
                <a:lnTo>
                  <a:pt x="473" y="749"/>
                </a:lnTo>
                <a:lnTo>
                  <a:pt x="472" y="749"/>
                </a:lnTo>
                <a:lnTo>
                  <a:pt x="471" y="749"/>
                </a:lnTo>
                <a:lnTo>
                  <a:pt x="471" y="748"/>
                </a:lnTo>
                <a:lnTo>
                  <a:pt x="470" y="748"/>
                </a:lnTo>
                <a:lnTo>
                  <a:pt x="470" y="747"/>
                </a:lnTo>
                <a:lnTo>
                  <a:pt x="469" y="747"/>
                </a:lnTo>
                <a:lnTo>
                  <a:pt x="469" y="748"/>
                </a:lnTo>
                <a:lnTo>
                  <a:pt x="468" y="748"/>
                </a:lnTo>
                <a:lnTo>
                  <a:pt x="467" y="748"/>
                </a:lnTo>
                <a:lnTo>
                  <a:pt x="467" y="747"/>
                </a:lnTo>
                <a:lnTo>
                  <a:pt x="467" y="746"/>
                </a:lnTo>
                <a:lnTo>
                  <a:pt x="466" y="746"/>
                </a:lnTo>
                <a:lnTo>
                  <a:pt x="466" y="745"/>
                </a:lnTo>
                <a:lnTo>
                  <a:pt x="465" y="745"/>
                </a:lnTo>
                <a:lnTo>
                  <a:pt x="464" y="745"/>
                </a:lnTo>
                <a:lnTo>
                  <a:pt x="463" y="745"/>
                </a:lnTo>
                <a:lnTo>
                  <a:pt x="463" y="744"/>
                </a:lnTo>
                <a:lnTo>
                  <a:pt x="462" y="744"/>
                </a:lnTo>
                <a:lnTo>
                  <a:pt x="462" y="743"/>
                </a:lnTo>
                <a:lnTo>
                  <a:pt x="461" y="743"/>
                </a:lnTo>
                <a:lnTo>
                  <a:pt x="462" y="743"/>
                </a:lnTo>
                <a:lnTo>
                  <a:pt x="462" y="742"/>
                </a:lnTo>
                <a:lnTo>
                  <a:pt x="461" y="742"/>
                </a:lnTo>
                <a:lnTo>
                  <a:pt x="462" y="742"/>
                </a:lnTo>
                <a:lnTo>
                  <a:pt x="462" y="741"/>
                </a:lnTo>
                <a:lnTo>
                  <a:pt x="461" y="741"/>
                </a:lnTo>
                <a:lnTo>
                  <a:pt x="462" y="741"/>
                </a:lnTo>
                <a:lnTo>
                  <a:pt x="461" y="741"/>
                </a:lnTo>
                <a:lnTo>
                  <a:pt x="461" y="740"/>
                </a:lnTo>
                <a:lnTo>
                  <a:pt x="461" y="739"/>
                </a:lnTo>
                <a:lnTo>
                  <a:pt x="460" y="740"/>
                </a:lnTo>
                <a:lnTo>
                  <a:pt x="460" y="739"/>
                </a:lnTo>
                <a:lnTo>
                  <a:pt x="459" y="739"/>
                </a:lnTo>
                <a:lnTo>
                  <a:pt x="459" y="738"/>
                </a:lnTo>
                <a:lnTo>
                  <a:pt x="459" y="737"/>
                </a:lnTo>
                <a:lnTo>
                  <a:pt x="458" y="737"/>
                </a:lnTo>
                <a:lnTo>
                  <a:pt x="457" y="737"/>
                </a:lnTo>
                <a:lnTo>
                  <a:pt x="457" y="738"/>
                </a:lnTo>
                <a:lnTo>
                  <a:pt x="456" y="737"/>
                </a:lnTo>
                <a:lnTo>
                  <a:pt x="457" y="737"/>
                </a:lnTo>
                <a:lnTo>
                  <a:pt x="456" y="737"/>
                </a:lnTo>
                <a:lnTo>
                  <a:pt x="456" y="736"/>
                </a:lnTo>
                <a:lnTo>
                  <a:pt x="455" y="736"/>
                </a:lnTo>
                <a:lnTo>
                  <a:pt x="455" y="735"/>
                </a:lnTo>
                <a:lnTo>
                  <a:pt x="455" y="734"/>
                </a:lnTo>
                <a:lnTo>
                  <a:pt x="454" y="734"/>
                </a:lnTo>
                <a:lnTo>
                  <a:pt x="455" y="734"/>
                </a:lnTo>
                <a:lnTo>
                  <a:pt x="454" y="734"/>
                </a:lnTo>
                <a:lnTo>
                  <a:pt x="454" y="733"/>
                </a:lnTo>
                <a:lnTo>
                  <a:pt x="455" y="733"/>
                </a:lnTo>
                <a:lnTo>
                  <a:pt x="455" y="732"/>
                </a:lnTo>
                <a:lnTo>
                  <a:pt x="455" y="731"/>
                </a:lnTo>
                <a:lnTo>
                  <a:pt x="455" y="730"/>
                </a:lnTo>
                <a:lnTo>
                  <a:pt x="454" y="730"/>
                </a:lnTo>
                <a:lnTo>
                  <a:pt x="453" y="730"/>
                </a:lnTo>
                <a:lnTo>
                  <a:pt x="453" y="729"/>
                </a:lnTo>
                <a:lnTo>
                  <a:pt x="452" y="729"/>
                </a:lnTo>
                <a:lnTo>
                  <a:pt x="452" y="728"/>
                </a:lnTo>
                <a:lnTo>
                  <a:pt x="452" y="727"/>
                </a:lnTo>
                <a:lnTo>
                  <a:pt x="453" y="727"/>
                </a:lnTo>
                <a:lnTo>
                  <a:pt x="453" y="726"/>
                </a:lnTo>
                <a:lnTo>
                  <a:pt x="453" y="725"/>
                </a:lnTo>
                <a:lnTo>
                  <a:pt x="453" y="724"/>
                </a:lnTo>
                <a:lnTo>
                  <a:pt x="452" y="724"/>
                </a:lnTo>
                <a:lnTo>
                  <a:pt x="452" y="723"/>
                </a:lnTo>
                <a:lnTo>
                  <a:pt x="451" y="723"/>
                </a:lnTo>
                <a:lnTo>
                  <a:pt x="451" y="722"/>
                </a:lnTo>
                <a:lnTo>
                  <a:pt x="451" y="723"/>
                </a:lnTo>
                <a:lnTo>
                  <a:pt x="450" y="723"/>
                </a:lnTo>
                <a:lnTo>
                  <a:pt x="450" y="722"/>
                </a:lnTo>
                <a:lnTo>
                  <a:pt x="449" y="722"/>
                </a:lnTo>
                <a:lnTo>
                  <a:pt x="448" y="722"/>
                </a:lnTo>
                <a:lnTo>
                  <a:pt x="448" y="721"/>
                </a:lnTo>
                <a:lnTo>
                  <a:pt x="448" y="720"/>
                </a:lnTo>
                <a:lnTo>
                  <a:pt x="447" y="720"/>
                </a:lnTo>
                <a:lnTo>
                  <a:pt x="447" y="719"/>
                </a:lnTo>
                <a:lnTo>
                  <a:pt x="446" y="719"/>
                </a:lnTo>
                <a:lnTo>
                  <a:pt x="446" y="718"/>
                </a:lnTo>
                <a:lnTo>
                  <a:pt x="446" y="717"/>
                </a:lnTo>
                <a:lnTo>
                  <a:pt x="446" y="716"/>
                </a:lnTo>
                <a:lnTo>
                  <a:pt x="446" y="715"/>
                </a:lnTo>
                <a:lnTo>
                  <a:pt x="445" y="715"/>
                </a:lnTo>
                <a:lnTo>
                  <a:pt x="445" y="714"/>
                </a:lnTo>
                <a:lnTo>
                  <a:pt x="444" y="714"/>
                </a:lnTo>
                <a:lnTo>
                  <a:pt x="443" y="714"/>
                </a:lnTo>
                <a:lnTo>
                  <a:pt x="442" y="714"/>
                </a:lnTo>
                <a:lnTo>
                  <a:pt x="442" y="715"/>
                </a:lnTo>
                <a:lnTo>
                  <a:pt x="442" y="714"/>
                </a:lnTo>
                <a:lnTo>
                  <a:pt x="441" y="714"/>
                </a:lnTo>
                <a:lnTo>
                  <a:pt x="441" y="715"/>
                </a:lnTo>
                <a:lnTo>
                  <a:pt x="440" y="715"/>
                </a:lnTo>
                <a:lnTo>
                  <a:pt x="440" y="714"/>
                </a:lnTo>
                <a:lnTo>
                  <a:pt x="439" y="714"/>
                </a:lnTo>
                <a:lnTo>
                  <a:pt x="439" y="713"/>
                </a:lnTo>
                <a:lnTo>
                  <a:pt x="439" y="712"/>
                </a:lnTo>
                <a:lnTo>
                  <a:pt x="439" y="711"/>
                </a:lnTo>
                <a:lnTo>
                  <a:pt x="438" y="711"/>
                </a:lnTo>
                <a:lnTo>
                  <a:pt x="438" y="710"/>
                </a:lnTo>
                <a:lnTo>
                  <a:pt x="438" y="709"/>
                </a:lnTo>
                <a:lnTo>
                  <a:pt x="439" y="709"/>
                </a:lnTo>
                <a:lnTo>
                  <a:pt x="440" y="709"/>
                </a:lnTo>
                <a:lnTo>
                  <a:pt x="440" y="708"/>
                </a:lnTo>
                <a:lnTo>
                  <a:pt x="440" y="707"/>
                </a:lnTo>
                <a:lnTo>
                  <a:pt x="440" y="708"/>
                </a:lnTo>
                <a:lnTo>
                  <a:pt x="439" y="708"/>
                </a:lnTo>
                <a:lnTo>
                  <a:pt x="439" y="707"/>
                </a:lnTo>
                <a:lnTo>
                  <a:pt x="438" y="707"/>
                </a:lnTo>
                <a:lnTo>
                  <a:pt x="437" y="707"/>
                </a:lnTo>
                <a:lnTo>
                  <a:pt x="436" y="707"/>
                </a:lnTo>
                <a:lnTo>
                  <a:pt x="436" y="706"/>
                </a:lnTo>
                <a:lnTo>
                  <a:pt x="435" y="706"/>
                </a:lnTo>
                <a:lnTo>
                  <a:pt x="434" y="706"/>
                </a:lnTo>
                <a:lnTo>
                  <a:pt x="434" y="705"/>
                </a:lnTo>
                <a:lnTo>
                  <a:pt x="434" y="704"/>
                </a:lnTo>
                <a:lnTo>
                  <a:pt x="435" y="704"/>
                </a:lnTo>
                <a:lnTo>
                  <a:pt x="434" y="704"/>
                </a:lnTo>
                <a:lnTo>
                  <a:pt x="433" y="704"/>
                </a:lnTo>
                <a:lnTo>
                  <a:pt x="433" y="703"/>
                </a:lnTo>
                <a:lnTo>
                  <a:pt x="432" y="703"/>
                </a:lnTo>
                <a:lnTo>
                  <a:pt x="432" y="704"/>
                </a:lnTo>
                <a:lnTo>
                  <a:pt x="432" y="703"/>
                </a:lnTo>
                <a:lnTo>
                  <a:pt x="432" y="704"/>
                </a:lnTo>
                <a:lnTo>
                  <a:pt x="432" y="705"/>
                </a:lnTo>
                <a:lnTo>
                  <a:pt x="431" y="705"/>
                </a:lnTo>
                <a:lnTo>
                  <a:pt x="430" y="705"/>
                </a:lnTo>
                <a:lnTo>
                  <a:pt x="429" y="705"/>
                </a:lnTo>
                <a:lnTo>
                  <a:pt x="429" y="704"/>
                </a:lnTo>
                <a:lnTo>
                  <a:pt x="430" y="704"/>
                </a:lnTo>
                <a:lnTo>
                  <a:pt x="430" y="703"/>
                </a:lnTo>
                <a:lnTo>
                  <a:pt x="430" y="702"/>
                </a:lnTo>
                <a:lnTo>
                  <a:pt x="429" y="702"/>
                </a:lnTo>
                <a:lnTo>
                  <a:pt x="428" y="702"/>
                </a:lnTo>
                <a:lnTo>
                  <a:pt x="427" y="702"/>
                </a:lnTo>
                <a:lnTo>
                  <a:pt x="426" y="702"/>
                </a:lnTo>
                <a:lnTo>
                  <a:pt x="426" y="701"/>
                </a:lnTo>
                <a:lnTo>
                  <a:pt x="426" y="702"/>
                </a:lnTo>
                <a:lnTo>
                  <a:pt x="425" y="702"/>
                </a:lnTo>
                <a:lnTo>
                  <a:pt x="425" y="703"/>
                </a:lnTo>
                <a:lnTo>
                  <a:pt x="424" y="703"/>
                </a:lnTo>
                <a:lnTo>
                  <a:pt x="424" y="702"/>
                </a:lnTo>
                <a:lnTo>
                  <a:pt x="424" y="703"/>
                </a:lnTo>
                <a:lnTo>
                  <a:pt x="423" y="703"/>
                </a:lnTo>
                <a:lnTo>
                  <a:pt x="423" y="704"/>
                </a:lnTo>
                <a:lnTo>
                  <a:pt x="422" y="704"/>
                </a:lnTo>
                <a:lnTo>
                  <a:pt x="422" y="703"/>
                </a:lnTo>
                <a:lnTo>
                  <a:pt x="421" y="703"/>
                </a:lnTo>
                <a:lnTo>
                  <a:pt x="421" y="702"/>
                </a:lnTo>
                <a:lnTo>
                  <a:pt x="420" y="702"/>
                </a:lnTo>
                <a:lnTo>
                  <a:pt x="420" y="701"/>
                </a:lnTo>
                <a:lnTo>
                  <a:pt x="419" y="701"/>
                </a:lnTo>
                <a:lnTo>
                  <a:pt x="419" y="700"/>
                </a:lnTo>
                <a:lnTo>
                  <a:pt x="418" y="700"/>
                </a:lnTo>
                <a:lnTo>
                  <a:pt x="418" y="699"/>
                </a:lnTo>
                <a:lnTo>
                  <a:pt x="417" y="699"/>
                </a:lnTo>
                <a:lnTo>
                  <a:pt x="417" y="698"/>
                </a:lnTo>
                <a:lnTo>
                  <a:pt x="416" y="698"/>
                </a:lnTo>
                <a:lnTo>
                  <a:pt x="416" y="697"/>
                </a:lnTo>
                <a:lnTo>
                  <a:pt x="415" y="697"/>
                </a:lnTo>
                <a:lnTo>
                  <a:pt x="415" y="698"/>
                </a:lnTo>
                <a:lnTo>
                  <a:pt x="414" y="698"/>
                </a:lnTo>
                <a:lnTo>
                  <a:pt x="414" y="697"/>
                </a:lnTo>
                <a:lnTo>
                  <a:pt x="413" y="697"/>
                </a:lnTo>
                <a:lnTo>
                  <a:pt x="413" y="698"/>
                </a:lnTo>
                <a:lnTo>
                  <a:pt x="412" y="698"/>
                </a:lnTo>
                <a:lnTo>
                  <a:pt x="411" y="698"/>
                </a:lnTo>
                <a:lnTo>
                  <a:pt x="410" y="698"/>
                </a:lnTo>
                <a:lnTo>
                  <a:pt x="410" y="697"/>
                </a:lnTo>
                <a:lnTo>
                  <a:pt x="409" y="697"/>
                </a:lnTo>
                <a:lnTo>
                  <a:pt x="410" y="697"/>
                </a:lnTo>
                <a:lnTo>
                  <a:pt x="410" y="696"/>
                </a:lnTo>
                <a:lnTo>
                  <a:pt x="410" y="695"/>
                </a:lnTo>
                <a:lnTo>
                  <a:pt x="410" y="694"/>
                </a:lnTo>
                <a:lnTo>
                  <a:pt x="409" y="694"/>
                </a:lnTo>
                <a:lnTo>
                  <a:pt x="408" y="694"/>
                </a:lnTo>
                <a:lnTo>
                  <a:pt x="407" y="694"/>
                </a:lnTo>
                <a:lnTo>
                  <a:pt x="406" y="694"/>
                </a:lnTo>
                <a:lnTo>
                  <a:pt x="405" y="694"/>
                </a:lnTo>
                <a:lnTo>
                  <a:pt x="405" y="695"/>
                </a:lnTo>
                <a:lnTo>
                  <a:pt x="404" y="695"/>
                </a:lnTo>
                <a:lnTo>
                  <a:pt x="403" y="695"/>
                </a:lnTo>
                <a:lnTo>
                  <a:pt x="403" y="696"/>
                </a:lnTo>
                <a:lnTo>
                  <a:pt x="402" y="696"/>
                </a:lnTo>
                <a:lnTo>
                  <a:pt x="402" y="695"/>
                </a:lnTo>
                <a:lnTo>
                  <a:pt x="401" y="695"/>
                </a:lnTo>
                <a:lnTo>
                  <a:pt x="400" y="695"/>
                </a:lnTo>
                <a:lnTo>
                  <a:pt x="399" y="695"/>
                </a:lnTo>
                <a:lnTo>
                  <a:pt x="399" y="694"/>
                </a:lnTo>
                <a:lnTo>
                  <a:pt x="398" y="694"/>
                </a:lnTo>
                <a:lnTo>
                  <a:pt x="398" y="693"/>
                </a:lnTo>
                <a:lnTo>
                  <a:pt x="399" y="693"/>
                </a:lnTo>
                <a:lnTo>
                  <a:pt x="399" y="692"/>
                </a:lnTo>
                <a:lnTo>
                  <a:pt x="398" y="692"/>
                </a:lnTo>
                <a:lnTo>
                  <a:pt x="397" y="692"/>
                </a:lnTo>
                <a:lnTo>
                  <a:pt x="396" y="692"/>
                </a:lnTo>
                <a:lnTo>
                  <a:pt x="395" y="692"/>
                </a:lnTo>
                <a:lnTo>
                  <a:pt x="395" y="691"/>
                </a:lnTo>
                <a:lnTo>
                  <a:pt x="394" y="691"/>
                </a:lnTo>
                <a:lnTo>
                  <a:pt x="393" y="691"/>
                </a:lnTo>
                <a:lnTo>
                  <a:pt x="394" y="691"/>
                </a:lnTo>
                <a:lnTo>
                  <a:pt x="394" y="690"/>
                </a:lnTo>
                <a:lnTo>
                  <a:pt x="393" y="689"/>
                </a:lnTo>
                <a:lnTo>
                  <a:pt x="393" y="688"/>
                </a:lnTo>
                <a:lnTo>
                  <a:pt x="393" y="687"/>
                </a:lnTo>
                <a:lnTo>
                  <a:pt x="392" y="687"/>
                </a:lnTo>
                <a:lnTo>
                  <a:pt x="391" y="687"/>
                </a:lnTo>
                <a:lnTo>
                  <a:pt x="390" y="687"/>
                </a:lnTo>
                <a:lnTo>
                  <a:pt x="389" y="687"/>
                </a:lnTo>
                <a:lnTo>
                  <a:pt x="388" y="687"/>
                </a:lnTo>
                <a:lnTo>
                  <a:pt x="388" y="688"/>
                </a:lnTo>
                <a:lnTo>
                  <a:pt x="387" y="688"/>
                </a:lnTo>
                <a:lnTo>
                  <a:pt x="387" y="687"/>
                </a:lnTo>
                <a:lnTo>
                  <a:pt x="387" y="686"/>
                </a:lnTo>
                <a:lnTo>
                  <a:pt x="388" y="686"/>
                </a:lnTo>
                <a:lnTo>
                  <a:pt x="388" y="685"/>
                </a:lnTo>
                <a:lnTo>
                  <a:pt x="387" y="685"/>
                </a:lnTo>
                <a:lnTo>
                  <a:pt x="388" y="685"/>
                </a:lnTo>
                <a:lnTo>
                  <a:pt x="388" y="684"/>
                </a:lnTo>
                <a:lnTo>
                  <a:pt x="388" y="685"/>
                </a:lnTo>
                <a:lnTo>
                  <a:pt x="389" y="685"/>
                </a:lnTo>
                <a:lnTo>
                  <a:pt x="389" y="684"/>
                </a:lnTo>
                <a:lnTo>
                  <a:pt x="390" y="684"/>
                </a:lnTo>
                <a:lnTo>
                  <a:pt x="390" y="683"/>
                </a:lnTo>
                <a:lnTo>
                  <a:pt x="391" y="683"/>
                </a:lnTo>
                <a:lnTo>
                  <a:pt x="391" y="682"/>
                </a:lnTo>
                <a:lnTo>
                  <a:pt x="390" y="682"/>
                </a:lnTo>
                <a:lnTo>
                  <a:pt x="390" y="681"/>
                </a:lnTo>
                <a:lnTo>
                  <a:pt x="390" y="680"/>
                </a:lnTo>
                <a:lnTo>
                  <a:pt x="389" y="680"/>
                </a:lnTo>
                <a:lnTo>
                  <a:pt x="388" y="680"/>
                </a:lnTo>
                <a:lnTo>
                  <a:pt x="388" y="679"/>
                </a:lnTo>
                <a:lnTo>
                  <a:pt x="388" y="678"/>
                </a:lnTo>
                <a:lnTo>
                  <a:pt x="387" y="678"/>
                </a:lnTo>
                <a:lnTo>
                  <a:pt x="387" y="679"/>
                </a:lnTo>
                <a:lnTo>
                  <a:pt x="386" y="679"/>
                </a:lnTo>
                <a:lnTo>
                  <a:pt x="385" y="679"/>
                </a:lnTo>
                <a:lnTo>
                  <a:pt x="385" y="680"/>
                </a:lnTo>
                <a:lnTo>
                  <a:pt x="385" y="679"/>
                </a:lnTo>
                <a:lnTo>
                  <a:pt x="384" y="679"/>
                </a:lnTo>
                <a:lnTo>
                  <a:pt x="384" y="680"/>
                </a:lnTo>
                <a:lnTo>
                  <a:pt x="383" y="680"/>
                </a:lnTo>
                <a:lnTo>
                  <a:pt x="382" y="680"/>
                </a:lnTo>
                <a:lnTo>
                  <a:pt x="381" y="680"/>
                </a:lnTo>
                <a:lnTo>
                  <a:pt x="381" y="679"/>
                </a:lnTo>
                <a:lnTo>
                  <a:pt x="382" y="679"/>
                </a:lnTo>
                <a:lnTo>
                  <a:pt x="382" y="678"/>
                </a:lnTo>
                <a:lnTo>
                  <a:pt x="382" y="677"/>
                </a:lnTo>
                <a:lnTo>
                  <a:pt x="383" y="677"/>
                </a:lnTo>
                <a:lnTo>
                  <a:pt x="382" y="677"/>
                </a:lnTo>
                <a:lnTo>
                  <a:pt x="382" y="676"/>
                </a:lnTo>
                <a:lnTo>
                  <a:pt x="381" y="676"/>
                </a:lnTo>
                <a:lnTo>
                  <a:pt x="380" y="676"/>
                </a:lnTo>
                <a:lnTo>
                  <a:pt x="380" y="675"/>
                </a:lnTo>
                <a:lnTo>
                  <a:pt x="379" y="675"/>
                </a:lnTo>
                <a:lnTo>
                  <a:pt x="379" y="674"/>
                </a:lnTo>
                <a:lnTo>
                  <a:pt x="378" y="674"/>
                </a:lnTo>
                <a:lnTo>
                  <a:pt x="378" y="673"/>
                </a:lnTo>
                <a:lnTo>
                  <a:pt x="378" y="672"/>
                </a:lnTo>
                <a:lnTo>
                  <a:pt x="377" y="672"/>
                </a:lnTo>
                <a:lnTo>
                  <a:pt x="377" y="671"/>
                </a:lnTo>
                <a:lnTo>
                  <a:pt x="376" y="671"/>
                </a:lnTo>
                <a:lnTo>
                  <a:pt x="376" y="670"/>
                </a:lnTo>
                <a:lnTo>
                  <a:pt x="376" y="669"/>
                </a:lnTo>
                <a:lnTo>
                  <a:pt x="375" y="669"/>
                </a:lnTo>
                <a:lnTo>
                  <a:pt x="375" y="668"/>
                </a:lnTo>
                <a:lnTo>
                  <a:pt x="374" y="668"/>
                </a:lnTo>
                <a:lnTo>
                  <a:pt x="374" y="667"/>
                </a:lnTo>
                <a:lnTo>
                  <a:pt x="373" y="667"/>
                </a:lnTo>
                <a:lnTo>
                  <a:pt x="373" y="666"/>
                </a:lnTo>
                <a:lnTo>
                  <a:pt x="372" y="666"/>
                </a:lnTo>
                <a:lnTo>
                  <a:pt x="372" y="667"/>
                </a:lnTo>
                <a:lnTo>
                  <a:pt x="372" y="668"/>
                </a:lnTo>
                <a:lnTo>
                  <a:pt x="371" y="668"/>
                </a:lnTo>
                <a:lnTo>
                  <a:pt x="371" y="669"/>
                </a:lnTo>
                <a:lnTo>
                  <a:pt x="370" y="669"/>
                </a:lnTo>
                <a:lnTo>
                  <a:pt x="369" y="669"/>
                </a:lnTo>
                <a:lnTo>
                  <a:pt x="369" y="668"/>
                </a:lnTo>
                <a:lnTo>
                  <a:pt x="368" y="668"/>
                </a:lnTo>
                <a:lnTo>
                  <a:pt x="368" y="667"/>
                </a:lnTo>
                <a:lnTo>
                  <a:pt x="367" y="667"/>
                </a:lnTo>
                <a:lnTo>
                  <a:pt x="368" y="667"/>
                </a:lnTo>
                <a:lnTo>
                  <a:pt x="368" y="666"/>
                </a:lnTo>
                <a:lnTo>
                  <a:pt x="367" y="666"/>
                </a:lnTo>
                <a:lnTo>
                  <a:pt x="367" y="665"/>
                </a:lnTo>
                <a:lnTo>
                  <a:pt x="366" y="665"/>
                </a:lnTo>
                <a:lnTo>
                  <a:pt x="366" y="666"/>
                </a:lnTo>
                <a:lnTo>
                  <a:pt x="365" y="665"/>
                </a:lnTo>
                <a:lnTo>
                  <a:pt x="364" y="665"/>
                </a:lnTo>
                <a:lnTo>
                  <a:pt x="364" y="664"/>
                </a:lnTo>
                <a:lnTo>
                  <a:pt x="364" y="665"/>
                </a:lnTo>
                <a:lnTo>
                  <a:pt x="364" y="664"/>
                </a:lnTo>
                <a:lnTo>
                  <a:pt x="363" y="664"/>
                </a:lnTo>
                <a:lnTo>
                  <a:pt x="363" y="663"/>
                </a:lnTo>
                <a:lnTo>
                  <a:pt x="362" y="663"/>
                </a:lnTo>
                <a:lnTo>
                  <a:pt x="362" y="662"/>
                </a:lnTo>
                <a:lnTo>
                  <a:pt x="361" y="662"/>
                </a:lnTo>
                <a:lnTo>
                  <a:pt x="361" y="661"/>
                </a:lnTo>
                <a:lnTo>
                  <a:pt x="360" y="661"/>
                </a:lnTo>
                <a:lnTo>
                  <a:pt x="359" y="661"/>
                </a:lnTo>
                <a:lnTo>
                  <a:pt x="359" y="662"/>
                </a:lnTo>
                <a:lnTo>
                  <a:pt x="358" y="662"/>
                </a:lnTo>
                <a:lnTo>
                  <a:pt x="357" y="662"/>
                </a:lnTo>
                <a:lnTo>
                  <a:pt x="357" y="661"/>
                </a:lnTo>
                <a:lnTo>
                  <a:pt x="356" y="661"/>
                </a:lnTo>
                <a:lnTo>
                  <a:pt x="356" y="660"/>
                </a:lnTo>
                <a:lnTo>
                  <a:pt x="356" y="659"/>
                </a:lnTo>
                <a:lnTo>
                  <a:pt x="355" y="659"/>
                </a:lnTo>
                <a:lnTo>
                  <a:pt x="354" y="659"/>
                </a:lnTo>
                <a:lnTo>
                  <a:pt x="354" y="658"/>
                </a:lnTo>
                <a:lnTo>
                  <a:pt x="354" y="659"/>
                </a:lnTo>
                <a:lnTo>
                  <a:pt x="353" y="659"/>
                </a:lnTo>
                <a:lnTo>
                  <a:pt x="353" y="660"/>
                </a:lnTo>
                <a:lnTo>
                  <a:pt x="352" y="660"/>
                </a:lnTo>
                <a:lnTo>
                  <a:pt x="352" y="659"/>
                </a:lnTo>
                <a:lnTo>
                  <a:pt x="351" y="659"/>
                </a:lnTo>
                <a:lnTo>
                  <a:pt x="350" y="659"/>
                </a:lnTo>
                <a:lnTo>
                  <a:pt x="350" y="658"/>
                </a:lnTo>
                <a:lnTo>
                  <a:pt x="350" y="657"/>
                </a:lnTo>
                <a:lnTo>
                  <a:pt x="349" y="657"/>
                </a:lnTo>
                <a:lnTo>
                  <a:pt x="348" y="657"/>
                </a:lnTo>
                <a:lnTo>
                  <a:pt x="348" y="656"/>
                </a:lnTo>
                <a:lnTo>
                  <a:pt x="347" y="656"/>
                </a:lnTo>
                <a:lnTo>
                  <a:pt x="346" y="656"/>
                </a:lnTo>
                <a:lnTo>
                  <a:pt x="346" y="657"/>
                </a:lnTo>
                <a:lnTo>
                  <a:pt x="345" y="657"/>
                </a:lnTo>
                <a:lnTo>
                  <a:pt x="345" y="656"/>
                </a:lnTo>
                <a:lnTo>
                  <a:pt x="344" y="656"/>
                </a:lnTo>
                <a:lnTo>
                  <a:pt x="344" y="657"/>
                </a:lnTo>
                <a:lnTo>
                  <a:pt x="343" y="657"/>
                </a:lnTo>
                <a:lnTo>
                  <a:pt x="343" y="656"/>
                </a:lnTo>
                <a:lnTo>
                  <a:pt x="342" y="656"/>
                </a:lnTo>
                <a:lnTo>
                  <a:pt x="341" y="656"/>
                </a:lnTo>
                <a:lnTo>
                  <a:pt x="341" y="657"/>
                </a:lnTo>
                <a:lnTo>
                  <a:pt x="340" y="657"/>
                </a:lnTo>
                <a:lnTo>
                  <a:pt x="340" y="656"/>
                </a:lnTo>
                <a:lnTo>
                  <a:pt x="340" y="655"/>
                </a:lnTo>
                <a:lnTo>
                  <a:pt x="341" y="655"/>
                </a:lnTo>
                <a:lnTo>
                  <a:pt x="341" y="654"/>
                </a:lnTo>
                <a:lnTo>
                  <a:pt x="341" y="653"/>
                </a:lnTo>
                <a:lnTo>
                  <a:pt x="341" y="652"/>
                </a:lnTo>
                <a:lnTo>
                  <a:pt x="342" y="652"/>
                </a:lnTo>
                <a:lnTo>
                  <a:pt x="341" y="652"/>
                </a:lnTo>
                <a:lnTo>
                  <a:pt x="341" y="651"/>
                </a:lnTo>
                <a:lnTo>
                  <a:pt x="340" y="651"/>
                </a:lnTo>
                <a:lnTo>
                  <a:pt x="341" y="651"/>
                </a:lnTo>
                <a:lnTo>
                  <a:pt x="341" y="650"/>
                </a:lnTo>
                <a:lnTo>
                  <a:pt x="342" y="650"/>
                </a:lnTo>
                <a:lnTo>
                  <a:pt x="342" y="649"/>
                </a:lnTo>
                <a:lnTo>
                  <a:pt x="343" y="649"/>
                </a:lnTo>
                <a:lnTo>
                  <a:pt x="343" y="650"/>
                </a:lnTo>
                <a:lnTo>
                  <a:pt x="343" y="649"/>
                </a:lnTo>
                <a:lnTo>
                  <a:pt x="342" y="649"/>
                </a:lnTo>
                <a:lnTo>
                  <a:pt x="343" y="649"/>
                </a:lnTo>
                <a:lnTo>
                  <a:pt x="343" y="648"/>
                </a:lnTo>
                <a:lnTo>
                  <a:pt x="343" y="647"/>
                </a:lnTo>
                <a:lnTo>
                  <a:pt x="342" y="647"/>
                </a:lnTo>
                <a:lnTo>
                  <a:pt x="341" y="647"/>
                </a:lnTo>
                <a:lnTo>
                  <a:pt x="341" y="646"/>
                </a:lnTo>
                <a:lnTo>
                  <a:pt x="342" y="646"/>
                </a:lnTo>
                <a:lnTo>
                  <a:pt x="342" y="645"/>
                </a:lnTo>
                <a:lnTo>
                  <a:pt x="341" y="645"/>
                </a:lnTo>
                <a:lnTo>
                  <a:pt x="342" y="645"/>
                </a:lnTo>
                <a:lnTo>
                  <a:pt x="342" y="644"/>
                </a:lnTo>
                <a:lnTo>
                  <a:pt x="341" y="644"/>
                </a:lnTo>
                <a:lnTo>
                  <a:pt x="340" y="644"/>
                </a:lnTo>
                <a:lnTo>
                  <a:pt x="339" y="644"/>
                </a:lnTo>
                <a:lnTo>
                  <a:pt x="338" y="644"/>
                </a:lnTo>
                <a:lnTo>
                  <a:pt x="338" y="643"/>
                </a:lnTo>
                <a:lnTo>
                  <a:pt x="337" y="643"/>
                </a:lnTo>
                <a:lnTo>
                  <a:pt x="337" y="642"/>
                </a:lnTo>
                <a:lnTo>
                  <a:pt x="337" y="641"/>
                </a:lnTo>
                <a:lnTo>
                  <a:pt x="336" y="641"/>
                </a:lnTo>
                <a:lnTo>
                  <a:pt x="336" y="640"/>
                </a:lnTo>
                <a:lnTo>
                  <a:pt x="335" y="640"/>
                </a:lnTo>
                <a:lnTo>
                  <a:pt x="334" y="640"/>
                </a:lnTo>
                <a:lnTo>
                  <a:pt x="334" y="639"/>
                </a:lnTo>
                <a:lnTo>
                  <a:pt x="334" y="638"/>
                </a:lnTo>
                <a:lnTo>
                  <a:pt x="334" y="637"/>
                </a:lnTo>
                <a:lnTo>
                  <a:pt x="335" y="637"/>
                </a:lnTo>
                <a:lnTo>
                  <a:pt x="335" y="636"/>
                </a:lnTo>
                <a:lnTo>
                  <a:pt x="335" y="635"/>
                </a:lnTo>
                <a:lnTo>
                  <a:pt x="335" y="634"/>
                </a:lnTo>
                <a:lnTo>
                  <a:pt x="335" y="633"/>
                </a:lnTo>
                <a:lnTo>
                  <a:pt x="336" y="633"/>
                </a:lnTo>
                <a:lnTo>
                  <a:pt x="336" y="632"/>
                </a:lnTo>
                <a:lnTo>
                  <a:pt x="336" y="631"/>
                </a:lnTo>
                <a:lnTo>
                  <a:pt x="335" y="631"/>
                </a:lnTo>
                <a:lnTo>
                  <a:pt x="336" y="631"/>
                </a:lnTo>
                <a:lnTo>
                  <a:pt x="336" y="630"/>
                </a:lnTo>
                <a:lnTo>
                  <a:pt x="335" y="630"/>
                </a:lnTo>
                <a:lnTo>
                  <a:pt x="335" y="629"/>
                </a:lnTo>
                <a:lnTo>
                  <a:pt x="335" y="628"/>
                </a:lnTo>
                <a:lnTo>
                  <a:pt x="334" y="628"/>
                </a:lnTo>
                <a:lnTo>
                  <a:pt x="333" y="628"/>
                </a:lnTo>
                <a:lnTo>
                  <a:pt x="333" y="627"/>
                </a:lnTo>
                <a:lnTo>
                  <a:pt x="332" y="627"/>
                </a:lnTo>
                <a:lnTo>
                  <a:pt x="331" y="627"/>
                </a:lnTo>
                <a:lnTo>
                  <a:pt x="330" y="627"/>
                </a:lnTo>
                <a:lnTo>
                  <a:pt x="330" y="628"/>
                </a:lnTo>
                <a:lnTo>
                  <a:pt x="331" y="628"/>
                </a:lnTo>
                <a:lnTo>
                  <a:pt x="330" y="628"/>
                </a:lnTo>
                <a:lnTo>
                  <a:pt x="330" y="629"/>
                </a:lnTo>
                <a:lnTo>
                  <a:pt x="329" y="629"/>
                </a:lnTo>
                <a:lnTo>
                  <a:pt x="328" y="629"/>
                </a:lnTo>
                <a:lnTo>
                  <a:pt x="327" y="629"/>
                </a:lnTo>
                <a:lnTo>
                  <a:pt x="327" y="628"/>
                </a:lnTo>
                <a:lnTo>
                  <a:pt x="326" y="628"/>
                </a:lnTo>
                <a:lnTo>
                  <a:pt x="326" y="629"/>
                </a:lnTo>
                <a:lnTo>
                  <a:pt x="326" y="630"/>
                </a:lnTo>
                <a:lnTo>
                  <a:pt x="325" y="630"/>
                </a:lnTo>
                <a:lnTo>
                  <a:pt x="325" y="631"/>
                </a:lnTo>
                <a:lnTo>
                  <a:pt x="324" y="631"/>
                </a:lnTo>
                <a:lnTo>
                  <a:pt x="324" y="630"/>
                </a:lnTo>
                <a:lnTo>
                  <a:pt x="324" y="631"/>
                </a:lnTo>
                <a:lnTo>
                  <a:pt x="324" y="630"/>
                </a:lnTo>
                <a:lnTo>
                  <a:pt x="323" y="630"/>
                </a:lnTo>
                <a:lnTo>
                  <a:pt x="322" y="630"/>
                </a:lnTo>
                <a:lnTo>
                  <a:pt x="322" y="629"/>
                </a:lnTo>
                <a:lnTo>
                  <a:pt x="321" y="629"/>
                </a:lnTo>
                <a:lnTo>
                  <a:pt x="321" y="628"/>
                </a:lnTo>
                <a:lnTo>
                  <a:pt x="321" y="627"/>
                </a:lnTo>
                <a:lnTo>
                  <a:pt x="320" y="627"/>
                </a:lnTo>
                <a:lnTo>
                  <a:pt x="320" y="628"/>
                </a:lnTo>
                <a:lnTo>
                  <a:pt x="319" y="628"/>
                </a:lnTo>
                <a:lnTo>
                  <a:pt x="318" y="628"/>
                </a:lnTo>
                <a:lnTo>
                  <a:pt x="317" y="628"/>
                </a:lnTo>
                <a:lnTo>
                  <a:pt x="317" y="627"/>
                </a:lnTo>
                <a:lnTo>
                  <a:pt x="316" y="627"/>
                </a:lnTo>
                <a:lnTo>
                  <a:pt x="315" y="627"/>
                </a:lnTo>
                <a:lnTo>
                  <a:pt x="315" y="626"/>
                </a:lnTo>
                <a:lnTo>
                  <a:pt x="315" y="627"/>
                </a:lnTo>
                <a:lnTo>
                  <a:pt x="314" y="627"/>
                </a:lnTo>
                <a:lnTo>
                  <a:pt x="314" y="626"/>
                </a:lnTo>
                <a:lnTo>
                  <a:pt x="314" y="625"/>
                </a:lnTo>
                <a:lnTo>
                  <a:pt x="313" y="625"/>
                </a:lnTo>
                <a:lnTo>
                  <a:pt x="312" y="625"/>
                </a:lnTo>
                <a:lnTo>
                  <a:pt x="311" y="625"/>
                </a:lnTo>
                <a:lnTo>
                  <a:pt x="310" y="625"/>
                </a:lnTo>
                <a:lnTo>
                  <a:pt x="309" y="625"/>
                </a:lnTo>
                <a:lnTo>
                  <a:pt x="308" y="625"/>
                </a:lnTo>
                <a:lnTo>
                  <a:pt x="308" y="624"/>
                </a:lnTo>
                <a:lnTo>
                  <a:pt x="307" y="624"/>
                </a:lnTo>
                <a:lnTo>
                  <a:pt x="306" y="624"/>
                </a:lnTo>
                <a:lnTo>
                  <a:pt x="305" y="624"/>
                </a:lnTo>
                <a:lnTo>
                  <a:pt x="304" y="624"/>
                </a:lnTo>
                <a:lnTo>
                  <a:pt x="303" y="624"/>
                </a:lnTo>
                <a:lnTo>
                  <a:pt x="302" y="624"/>
                </a:lnTo>
                <a:lnTo>
                  <a:pt x="302" y="623"/>
                </a:lnTo>
                <a:lnTo>
                  <a:pt x="301" y="623"/>
                </a:lnTo>
                <a:lnTo>
                  <a:pt x="300" y="623"/>
                </a:lnTo>
                <a:lnTo>
                  <a:pt x="300" y="622"/>
                </a:lnTo>
                <a:lnTo>
                  <a:pt x="300" y="621"/>
                </a:lnTo>
                <a:lnTo>
                  <a:pt x="299" y="621"/>
                </a:lnTo>
                <a:lnTo>
                  <a:pt x="298" y="621"/>
                </a:lnTo>
                <a:lnTo>
                  <a:pt x="298" y="620"/>
                </a:lnTo>
                <a:lnTo>
                  <a:pt x="297" y="620"/>
                </a:lnTo>
                <a:lnTo>
                  <a:pt x="296" y="620"/>
                </a:lnTo>
                <a:lnTo>
                  <a:pt x="295" y="620"/>
                </a:lnTo>
                <a:lnTo>
                  <a:pt x="295" y="619"/>
                </a:lnTo>
                <a:lnTo>
                  <a:pt x="294" y="619"/>
                </a:lnTo>
                <a:lnTo>
                  <a:pt x="293" y="619"/>
                </a:lnTo>
                <a:lnTo>
                  <a:pt x="293" y="618"/>
                </a:lnTo>
                <a:lnTo>
                  <a:pt x="292" y="618"/>
                </a:lnTo>
                <a:lnTo>
                  <a:pt x="291" y="618"/>
                </a:lnTo>
                <a:lnTo>
                  <a:pt x="290" y="618"/>
                </a:lnTo>
                <a:lnTo>
                  <a:pt x="290" y="619"/>
                </a:lnTo>
                <a:lnTo>
                  <a:pt x="291" y="619"/>
                </a:lnTo>
                <a:lnTo>
                  <a:pt x="291" y="620"/>
                </a:lnTo>
                <a:lnTo>
                  <a:pt x="290" y="620"/>
                </a:lnTo>
                <a:lnTo>
                  <a:pt x="290" y="621"/>
                </a:lnTo>
                <a:lnTo>
                  <a:pt x="289" y="621"/>
                </a:lnTo>
                <a:lnTo>
                  <a:pt x="288" y="621"/>
                </a:lnTo>
                <a:lnTo>
                  <a:pt x="287" y="621"/>
                </a:lnTo>
                <a:lnTo>
                  <a:pt x="287" y="620"/>
                </a:lnTo>
                <a:lnTo>
                  <a:pt x="286" y="620"/>
                </a:lnTo>
                <a:lnTo>
                  <a:pt x="285" y="620"/>
                </a:lnTo>
                <a:lnTo>
                  <a:pt x="285" y="621"/>
                </a:lnTo>
                <a:lnTo>
                  <a:pt x="285" y="622"/>
                </a:lnTo>
                <a:lnTo>
                  <a:pt x="284" y="622"/>
                </a:lnTo>
                <a:lnTo>
                  <a:pt x="284" y="625"/>
                </a:lnTo>
                <a:lnTo>
                  <a:pt x="285" y="625"/>
                </a:lnTo>
                <a:lnTo>
                  <a:pt x="284" y="625"/>
                </a:lnTo>
                <a:lnTo>
                  <a:pt x="284" y="626"/>
                </a:lnTo>
                <a:lnTo>
                  <a:pt x="284" y="625"/>
                </a:lnTo>
                <a:lnTo>
                  <a:pt x="283" y="625"/>
                </a:lnTo>
                <a:lnTo>
                  <a:pt x="282" y="625"/>
                </a:lnTo>
                <a:lnTo>
                  <a:pt x="281" y="625"/>
                </a:lnTo>
                <a:lnTo>
                  <a:pt x="280" y="625"/>
                </a:lnTo>
                <a:lnTo>
                  <a:pt x="280" y="624"/>
                </a:lnTo>
                <a:lnTo>
                  <a:pt x="279" y="624"/>
                </a:lnTo>
                <a:lnTo>
                  <a:pt x="278" y="624"/>
                </a:lnTo>
                <a:lnTo>
                  <a:pt x="277" y="624"/>
                </a:lnTo>
                <a:lnTo>
                  <a:pt x="277" y="623"/>
                </a:lnTo>
                <a:lnTo>
                  <a:pt x="277" y="622"/>
                </a:lnTo>
                <a:lnTo>
                  <a:pt x="276" y="622"/>
                </a:lnTo>
                <a:lnTo>
                  <a:pt x="276" y="621"/>
                </a:lnTo>
                <a:lnTo>
                  <a:pt x="275" y="621"/>
                </a:lnTo>
                <a:lnTo>
                  <a:pt x="274" y="621"/>
                </a:lnTo>
                <a:lnTo>
                  <a:pt x="273" y="621"/>
                </a:lnTo>
                <a:lnTo>
                  <a:pt x="273" y="620"/>
                </a:lnTo>
                <a:lnTo>
                  <a:pt x="273" y="621"/>
                </a:lnTo>
                <a:lnTo>
                  <a:pt x="272" y="621"/>
                </a:lnTo>
                <a:lnTo>
                  <a:pt x="272" y="620"/>
                </a:lnTo>
                <a:lnTo>
                  <a:pt x="272" y="621"/>
                </a:lnTo>
                <a:lnTo>
                  <a:pt x="272" y="620"/>
                </a:lnTo>
                <a:lnTo>
                  <a:pt x="271" y="620"/>
                </a:lnTo>
                <a:lnTo>
                  <a:pt x="271" y="621"/>
                </a:lnTo>
                <a:lnTo>
                  <a:pt x="271" y="622"/>
                </a:lnTo>
                <a:lnTo>
                  <a:pt x="271" y="623"/>
                </a:lnTo>
                <a:lnTo>
                  <a:pt x="272" y="623"/>
                </a:lnTo>
                <a:lnTo>
                  <a:pt x="272" y="624"/>
                </a:lnTo>
                <a:lnTo>
                  <a:pt x="273" y="624"/>
                </a:lnTo>
                <a:lnTo>
                  <a:pt x="273" y="625"/>
                </a:lnTo>
                <a:lnTo>
                  <a:pt x="272" y="625"/>
                </a:lnTo>
                <a:lnTo>
                  <a:pt x="272" y="626"/>
                </a:lnTo>
                <a:lnTo>
                  <a:pt x="272" y="625"/>
                </a:lnTo>
                <a:lnTo>
                  <a:pt x="271" y="625"/>
                </a:lnTo>
                <a:lnTo>
                  <a:pt x="271" y="626"/>
                </a:lnTo>
                <a:lnTo>
                  <a:pt x="271" y="625"/>
                </a:lnTo>
                <a:lnTo>
                  <a:pt x="271" y="626"/>
                </a:lnTo>
                <a:lnTo>
                  <a:pt x="271" y="625"/>
                </a:lnTo>
                <a:lnTo>
                  <a:pt x="270" y="625"/>
                </a:lnTo>
                <a:lnTo>
                  <a:pt x="270" y="626"/>
                </a:lnTo>
                <a:lnTo>
                  <a:pt x="271" y="626"/>
                </a:lnTo>
                <a:lnTo>
                  <a:pt x="271" y="627"/>
                </a:lnTo>
                <a:lnTo>
                  <a:pt x="271" y="628"/>
                </a:lnTo>
                <a:lnTo>
                  <a:pt x="271" y="629"/>
                </a:lnTo>
                <a:lnTo>
                  <a:pt x="271" y="630"/>
                </a:lnTo>
                <a:lnTo>
                  <a:pt x="270" y="630"/>
                </a:lnTo>
                <a:lnTo>
                  <a:pt x="271" y="631"/>
                </a:lnTo>
                <a:lnTo>
                  <a:pt x="272" y="631"/>
                </a:lnTo>
                <a:lnTo>
                  <a:pt x="272" y="632"/>
                </a:lnTo>
                <a:lnTo>
                  <a:pt x="273" y="632"/>
                </a:lnTo>
                <a:lnTo>
                  <a:pt x="272" y="632"/>
                </a:lnTo>
                <a:lnTo>
                  <a:pt x="272" y="633"/>
                </a:lnTo>
                <a:lnTo>
                  <a:pt x="271" y="633"/>
                </a:lnTo>
                <a:lnTo>
                  <a:pt x="271" y="634"/>
                </a:lnTo>
                <a:lnTo>
                  <a:pt x="271" y="635"/>
                </a:lnTo>
                <a:lnTo>
                  <a:pt x="271" y="634"/>
                </a:lnTo>
                <a:lnTo>
                  <a:pt x="272" y="634"/>
                </a:lnTo>
                <a:lnTo>
                  <a:pt x="272" y="635"/>
                </a:lnTo>
                <a:lnTo>
                  <a:pt x="272" y="636"/>
                </a:lnTo>
                <a:lnTo>
                  <a:pt x="272" y="637"/>
                </a:lnTo>
                <a:lnTo>
                  <a:pt x="271" y="637"/>
                </a:lnTo>
                <a:lnTo>
                  <a:pt x="270" y="637"/>
                </a:lnTo>
                <a:lnTo>
                  <a:pt x="270" y="638"/>
                </a:lnTo>
                <a:lnTo>
                  <a:pt x="270" y="639"/>
                </a:lnTo>
                <a:lnTo>
                  <a:pt x="270" y="640"/>
                </a:lnTo>
                <a:lnTo>
                  <a:pt x="270" y="641"/>
                </a:lnTo>
                <a:lnTo>
                  <a:pt x="270" y="642"/>
                </a:lnTo>
                <a:lnTo>
                  <a:pt x="270" y="643"/>
                </a:lnTo>
                <a:lnTo>
                  <a:pt x="269" y="643"/>
                </a:lnTo>
                <a:lnTo>
                  <a:pt x="268" y="643"/>
                </a:lnTo>
                <a:lnTo>
                  <a:pt x="268" y="644"/>
                </a:lnTo>
                <a:lnTo>
                  <a:pt x="268" y="645"/>
                </a:lnTo>
                <a:lnTo>
                  <a:pt x="267" y="645"/>
                </a:lnTo>
                <a:lnTo>
                  <a:pt x="266" y="645"/>
                </a:lnTo>
                <a:lnTo>
                  <a:pt x="266" y="646"/>
                </a:lnTo>
                <a:lnTo>
                  <a:pt x="265" y="646"/>
                </a:lnTo>
                <a:lnTo>
                  <a:pt x="265" y="647"/>
                </a:lnTo>
                <a:lnTo>
                  <a:pt x="265" y="648"/>
                </a:lnTo>
                <a:lnTo>
                  <a:pt x="264" y="648"/>
                </a:lnTo>
                <a:lnTo>
                  <a:pt x="263" y="648"/>
                </a:lnTo>
                <a:lnTo>
                  <a:pt x="263" y="647"/>
                </a:lnTo>
                <a:lnTo>
                  <a:pt x="262" y="647"/>
                </a:lnTo>
                <a:lnTo>
                  <a:pt x="263" y="647"/>
                </a:lnTo>
                <a:lnTo>
                  <a:pt x="262" y="647"/>
                </a:lnTo>
                <a:lnTo>
                  <a:pt x="261" y="647"/>
                </a:lnTo>
                <a:lnTo>
                  <a:pt x="260" y="647"/>
                </a:lnTo>
                <a:lnTo>
                  <a:pt x="260" y="648"/>
                </a:lnTo>
                <a:lnTo>
                  <a:pt x="259" y="648"/>
                </a:lnTo>
                <a:lnTo>
                  <a:pt x="258" y="648"/>
                </a:lnTo>
                <a:lnTo>
                  <a:pt x="258" y="649"/>
                </a:lnTo>
                <a:lnTo>
                  <a:pt x="259" y="650"/>
                </a:lnTo>
                <a:lnTo>
                  <a:pt x="260" y="650"/>
                </a:lnTo>
                <a:lnTo>
                  <a:pt x="260" y="651"/>
                </a:lnTo>
                <a:lnTo>
                  <a:pt x="260" y="652"/>
                </a:lnTo>
                <a:lnTo>
                  <a:pt x="261" y="652"/>
                </a:lnTo>
                <a:lnTo>
                  <a:pt x="261" y="653"/>
                </a:lnTo>
                <a:lnTo>
                  <a:pt x="260" y="653"/>
                </a:lnTo>
                <a:lnTo>
                  <a:pt x="261" y="653"/>
                </a:lnTo>
                <a:lnTo>
                  <a:pt x="261" y="654"/>
                </a:lnTo>
                <a:lnTo>
                  <a:pt x="261" y="655"/>
                </a:lnTo>
                <a:lnTo>
                  <a:pt x="260" y="655"/>
                </a:lnTo>
                <a:lnTo>
                  <a:pt x="260" y="656"/>
                </a:lnTo>
                <a:lnTo>
                  <a:pt x="261" y="656"/>
                </a:lnTo>
                <a:lnTo>
                  <a:pt x="260" y="656"/>
                </a:lnTo>
                <a:lnTo>
                  <a:pt x="260" y="657"/>
                </a:lnTo>
                <a:lnTo>
                  <a:pt x="259" y="657"/>
                </a:lnTo>
                <a:lnTo>
                  <a:pt x="259" y="658"/>
                </a:lnTo>
                <a:lnTo>
                  <a:pt x="259" y="659"/>
                </a:lnTo>
                <a:lnTo>
                  <a:pt x="258" y="659"/>
                </a:lnTo>
                <a:lnTo>
                  <a:pt x="257" y="659"/>
                </a:lnTo>
                <a:lnTo>
                  <a:pt x="257" y="660"/>
                </a:lnTo>
                <a:lnTo>
                  <a:pt x="256" y="660"/>
                </a:lnTo>
                <a:lnTo>
                  <a:pt x="256" y="661"/>
                </a:lnTo>
                <a:lnTo>
                  <a:pt x="257" y="661"/>
                </a:lnTo>
                <a:lnTo>
                  <a:pt x="258" y="661"/>
                </a:lnTo>
                <a:lnTo>
                  <a:pt x="258" y="662"/>
                </a:lnTo>
                <a:lnTo>
                  <a:pt x="257" y="662"/>
                </a:lnTo>
                <a:lnTo>
                  <a:pt x="256" y="662"/>
                </a:lnTo>
                <a:lnTo>
                  <a:pt x="256" y="663"/>
                </a:lnTo>
                <a:lnTo>
                  <a:pt x="255" y="663"/>
                </a:lnTo>
                <a:lnTo>
                  <a:pt x="254" y="663"/>
                </a:lnTo>
                <a:lnTo>
                  <a:pt x="254" y="662"/>
                </a:lnTo>
                <a:lnTo>
                  <a:pt x="253" y="662"/>
                </a:lnTo>
                <a:lnTo>
                  <a:pt x="253" y="661"/>
                </a:lnTo>
                <a:lnTo>
                  <a:pt x="252" y="661"/>
                </a:lnTo>
                <a:lnTo>
                  <a:pt x="252" y="662"/>
                </a:lnTo>
                <a:lnTo>
                  <a:pt x="251" y="662"/>
                </a:lnTo>
                <a:lnTo>
                  <a:pt x="250" y="662"/>
                </a:lnTo>
                <a:lnTo>
                  <a:pt x="249" y="662"/>
                </a:lnTo>
                <a:lnTo>
                  <a:pt x="248" y="662"/>
                </a:lnTo>
                <a:lnTo>
                  <a:pt x="247" y="662"/>
                </a:lnTo>
                <a:lnTo>
                  <a:pt x="246" y="662"/>
                </a:lnTo>
                <a:lnTo>
                  <a:pt x="246" y="661"/>
                </a:lnTo>
                <a:lnTo>
                  <a:pt x="246" y="660"/>
                </a:lnTo>
                <a:lnTo>
                  <a:pt x="245" y="660"/>
                </a:lnTo>
                <a:lnTo>
                  <a:pt x="244" y="660"/>
                </a:lnTo>
                <a:lnTo>
                  <a:pt x="244" y="659"/>
                </a:lnTo>
                <a:lnTo>
                  <a:pt x="243" y="659"/>
                </a:lnTo>
                <a:lnTo>
                  <a:pt x="243" y="658"/>
                </a:lnTo>
                <a:lnTo>
                  <a:pt x="243" y="657"/>
                </a:lnTo>
                <a:lnTo>
                  <a:pt x="244" y="657"/>
                </a:lnTo>
                <a:lnTo>
                  <a:pt x="244" y="656"/>
                </a:lnTo>
                <a:lnTo>
                  <a:pt x="244" y="655"/>
                </a:lnTo>
                <a:lnTo>
                  <a:pt x="244" y="654"/>
                </a:lnTo>
                <a:lnTo>
                  <a:pt x="244" y="653"/>
                </a:lnTo>
                <a:lnTo>
                  <a:pt x="243" y="653"/>
                </a:lnTo>
                <a:lnTo>
                  <a:pt x="242" y="653"/>
                </a:lnTo>
                <a:lnTo>
                  <a:pt x="242" y="652"/>
                </a:lnTo>
                <a:lnTo>
                  <a:pt x="242" y="651"/>
                </a:lnTo>
                <a:lnTo>
                  <a:pt x="242" y="650"/>
                </a:lnTo>
                <a:lnTo>
                  <a:pt x="242" y="648"/>
                </a:lnTo>
                <a:lnTo>
                  <a:pt x="241" y="647"/>
                </a:lnTo>
                <a:lnTo>
                  <a:pt x="240" y="647"/>
                </a:lnTo>
                <a:lnTo>
                  <a:pt x="240" y="646"/>
                </a:lnTo>
                <a:lnTo>
                  <a:pt x="239" y="645"/>
                </a:lnTo>
                <a:lnTo>
                  <a:pt x="239" y="644"/>
                </a:lnTo>
                <a:lnTo>
                  <a:pt x="238" y="644"/>
                </a:lnTo>
                <a:lnTo>
                  <a:pt x="238" y="643"/>
                </a:lnTo>
                <a:lnTo>
                  <a:pt x="239" y="642"/>
                </a:lnTo>
                <a:lnTo>
                  <a:pt x="238" y="642"/>
                </a:lnTo>
                <a:lnTo>
                  <a:pt x="238" y="641"/>
                </a:lnTo>
                <a:lnTo>
                  <a:pt x="237" y="641"/>
                </a:lnTo>
                <a:lnTo>
                  <a:pt x="237" y="640"/>
                </a:lnTo>
                <a:lnTo>
                  <a:pt x="237" y="639"/>
                </a:lnTo>
                <a:lnTo>
                  <a:pt x="237" y="638"/>
                </a:lnTo>
                <a:lnTo>
                  <a:pt x="236" y="638"/>
                </a:lnTo>
                <a:lnTo>
                  <a:pt x="236" y="637"/>
                </a:lnTo>
                <a:lnTo>
                  <a:pt x="235" y="637"/>
                </a:lnTo>
                <a:lnTo>
                  <a:pt x="235" y="636"/>
                </a:lnTo>
                <a:lnTo>
                  <a:pt x="234" y="636"/>
                </a:lnTo>
                <a:lnTo>
                  <a:pt x="233" y="636"/>
                </a:lnTo>
                <a:lnTo>
                  <a:pt x="232" y="636"/>
                </a:lnTo>
                <a:lnTo>
                  <a:pt x="231" y="636"/>
                </a:lnTo>
                <a:lnTo>
                  <a:pt x="230" y="636"/>
                </a:lnTo>
                <a:lnTo>
                  <a:pt x="229" y="636"/>
                </a:lnTo>
                <a:lnTo>
                  <a:pt x="228" y="636"/>
                </a:lnTo>
                <a:lnTo>
                  <a:pt x="228" y="635"/>
                </a:lnTo>
                <a:lnTo>
                  <a:pt x="228" y="634"/>
                </a:lnTo>
                <a:lnTo>
                  <a:pt x="227" y="634"/>
                </a:lnTo>
                <a:lnTo>
                  <a:pt x="227" y="633"/>
                </a:lnTo>
                <a:lnTo>
                  <a:pt x="226" y="633"/>
                </a:lnTo>
                <a:lnTo>
                  <a:pt x="226" y="632"/>
                </a:lnTo>
                <a:lnTo>
                  <a:pt x="225" y="632"/>
                </a:lnTo>
                <a:lnTo>
                  <a:pt x="225" y="633"/>
                </a:lnTo>
                <a:lnTo>
                  <a:pt x="224" y="633"/>
                </a:lnTo>
                <a:lnTo>
                  <a:pt x="223" y="633"/>
                </a:lnTo>
                <a:lnTo>
                  <a:pt x="223" y="632"/>
                </a:lnTo>
                <a:lnTo>
                  <a:pt x="222" y="632"/>
                </a:lnTo>
                <a:lnTo>
                  <a:pt x="222" y="631"/>
                </a:lnTo>
                <a:lnTo>
                  <a:pt x="221" y="631"/>
                </a:lnTo>
                <a:lnTo>
                  <a:pt x="220" y="631"/>
                </a:lnTo>
                <a:lnTo>
                  <a:pt x="219" y="631"/>
                </a:lnTo>
                <a:lnTo>
                  <a:pt x="218" y="631"/>
                </a:lnTo>
                <a:lnTo>
                  <a:pt x="218" y="630"/>
                </a:lnTo>
                <a:lnTo>
                  <a:pt x="217" y="630"/>
                </a:lnTo>
                <a:lnTo>
                  <a:pt x="217" y="629"/>
                </a:lnTo>
                <a:lnTo>
                  <a:pt x="216" y="629"/>
                </a:lnTo>
                <a:lnTo>
                  <a:pt x="216" y="628"/>
                </a:lnTo>
                <a:lnTo>
                  <a:pt x="215" y="628"/>
                </a:lnTo>
                <a:lnTo>
                  <a:pt x="215" y="627"/>
                </a:lnTo>
                <a:lnTo>
                  <a:pt x="214" y="627"/>
                </a:lnTo>
                <a:lnTo>
                  <a:pt x="214" y="626"/>
                </a:lnTo>
                <a:lnTo>
                  <a:pt x="213" y="626"/>
                </a:lnTo>
                <a:lnTo>
                  <a:pt x="213" y="625"/>
                </a:lnTo>
                <a:lnTo>
                  <a:pt x="212" y="625"/>
                </a:lnTo>
                <a:lnTo>
                  <a:pt x="212" y="624"/>
                </a:lnTo>
                <a:lnTo>
                  <a:pt x="211" y="624"/>
                </a:lnTo>
                <a:lnTo>
                  <a:pt x="211" y="623"/>
                </a:lnTo>
                <a:lnTo>
                  <a:pt x="211" y="622"/>
                </a:lnTo>
                <a:lnTo>
                  <a:pt x="210" y="622"/>
                </a:lnTo>
                <a:lnTo>
                  <a:pt x="209" y="622"/>
                </a:lnTo>
                <a:lnTo>
                  <a:pt x="209" y="621"/>
                </a:lnTo>
                <a:lnTo>
                  <a:pt x="208" y="621"/>
                </a:lnTo>
                <a:lnTo>
                  <a:pt x="207" y="621"/>
                </a:lnTo>
                <a:lnTo>
                  <a:pt x="206" y="621"/>
                </a:lnTo>
                <a:lnTo>
                  <a:pt x="206" y="620"/>
                </a:lnTo>
                <a:lnTo>
                  <a:pt x="206" y="619"/>
                </a:lnTo>
                <a:lnTo>
                  <a:pt x="205" y="619"/>
                </a:lnTo>
                <a:lnTo>
                  <a:pt x="204" y="619"/>
                </a:lnTo>
                <a:lnTo>
                  <a:pt x="204" y="618"/>
                </a:lnTo>
                <a:lnTo>
                  <a:pt x="203" y="618"/>
                </a:lnTo>
                <a:lnTo>
                  <a:pt x="203" y="617"/>
                </a:lnTo>
                <a:lnTo>
                  <a:pt x="202" y="617"/>
                </a:lnTo>
                <a:lnTo>
                  <a:pt x="201" y="617"/>
                </a:lnTo>
                <a:lnTo>
                  <a:pt x="201" y="616"/>
                </a:lnTo>
                <a:lnTo>
                  <a:pt x="200" y="616"/>
                </a:lnTo>
                <a:lnTo>
                  <a:pt x="199" y="616"/>
                </a:lnTo>
                <a:lnTo>
                  <a:pt x="199" y="615"/>
                </a:lnTo>
                <a:lnTo>
                  <a:pt x="198" y="615"/>
                </a:lnTo>
                <a:lnTo>
                  <a:pt x="198" y="616"/>
                </a:lnTo>
                <a:lnTo>
                  <a:pt x="197" y="616"/>
                </a:lnTo>
                <a:lnTo>
                  <a:pt x="195" y="616"/>
                </a:lnTo>
                <a:lnTo>
                  <a:pt x="195" y="617"/>
                </a:lnTo>
                <a:lnTo>
                  <a:pt x="194" y="617"/>
                </a:lnTo>
                <a:lnTo>
                  <a:pt x="194" y="618"/>
                </a:lnTo>
                <a:lnTo>
                  <a:pt x="193" y="617"/>
                </a:lnTo>
                <a:lnTo>
                  <a:pt x="192" y="617"/>
                </a:lnTo>
                <a:lnTo>
                  <a:pt x="192" y="616"/>
                </a:lnTo>
                <a:lnTo>
                  <a:pt x="191" y="615"/>
                </a:lnTo>
                <a:lnTo>
                  <a:pt x="190" y="615"/>
                </a:lnTo>
                <a:lnTo>
                  <a:pt x="190" y="614"/>
                </a:lnTo>
                <a:lnTo>
                  <a:pt x="190" y="613"/>
                </a:lnTo>
                <a:lnTo>
                  <a:pt x="189" y="613"/>
                </a:lnTo>
                <a:lnTo>
                  <a:pt x="189" y="614"/>
                </a:lnTo>
                <a:lnTo>
                  <a:pt x="188" y="614"/>
                </a:lnTo>
                <a:lnTo>
                  <a:pt x="188" y="613"/>
                </a:lnTo>
                <a:lnTo>
                  <a:pt x="187" y="613"/>
                </a:lnTo>
                <a:lnTo>
                  <a:pt x="186" y="613"/>
                </a:lnTo>
                <a:lnTo>
                  <a:pt x="185" y="613"/>
                </a:lnTo>
                <a:lnTo>
                  <a:pt x="185" y="612"/>
                </a:lnTo>
                <a:lnTo>
                  <a:pt x="184" y="612"/>
                </a:lnTo>
                <a:lnTo>
                  <a:pt x="183" y="612"/>
                </a:lnTo>
                <a:lnTo>
                  <a:pt x="183" y="611"/>
                </a:lnTo>
                <a:lnTo>
                  <a:pt x="182" y="611"/>
                </a:lnTo>
                <a:lnTo>
                  <a:pt x="182" y="610"/>
                </a:lnTo>
                <a:lnTo>
                  <a:pt x="181" y="610"/>
                </a:lnTo>
                <a:lnTo>
                  <a:pt x="180" y="610"/>
                </a:lnTo>
                <a:lnTo>
                  <a:pt x="179" y="610"/>
                </a:lnTo>
                <a:lnTo>
                  <a:pt x="178" y="610"/>
                </a:lnTo>
                <a:lnTo>
                  <a:pt x="178" y="609"/>
                </a:lnTo>
                <a:lnTo>
                  <a:pt x="177" y="609"/>
                </a:lnTo>
                <a:lnTo>
                  <a:pt x="177" y="610"/>
                </a:lnTo>
                <a:lnTo>
                  <a:pt x="176" y="610"/>
                </a:lnTo>
                <a:lnTo>
                  <a:pt x="175" y="610"/>
                </a:lnTo>
                <a:lnTo>
                  <a:pt x="175" y="609"/>
                </a:lnTo>
                <a:lnTo>
                  <a:pt x="175" y="608"/>
                </a:lnTo>
                <a:lnTo>
                  <a:pt x="174" y="608"/>
                </a:lnTo>
                <a:lnTo>
                  <a:pt x="173" y="608"/>
                </a:lnTo>
                <a:lnTo>
                  <a:pt x="173" y="607"/>
                </a:lnTo>
                <a:lnTo>
                  <a:pt x="174" y="607"/>
                </a:lnTo>
                <a:lnTo>
                  <a:pt x="173" y="607"/>
                </a:lnTo>
                <a:lnTo>
                  <a:pt x="173" y="606"/>
                </a:lnTo>
                <a:lnTo>
                  <a:pt x="172" y="606"/>
                </a:lnTo>
                <a:lnTo>
                  <a:pt x="172" y="605"/>
                </a:lnTo>
                <a:lnTo>
                  <a:pt x="171" y="605"/>
                </a:lnTo>
                <a:lnTo>
                  <a:pt x="169" y="605"/>
                </a:lnTo>
                <a:lnTo>
                  <a:pt x="168" y="605"/>
                </a:lnTo>
                <a:lnTo>
                  <a:pt x="168" y="606"/>
                </a:lnTo>
                <a:lnTo>
                  <a:pt x="167" y="606"/>
                </a:lnTo>
                <a:lnTo>
                  <a:pt x="167" y="605"/>
                </a:lnTo>
                <a:lnTo>
                  <a:pt x="166" y="605"/>
                </a:lnTo>
                <a:lnTo>
                  <a:pt x="166" y="604"/>
                </a:lnTo>
                <a:lnTo>
                  <a:pt x="164" y="604"/>
                </a:lnTo>
                <a:lnTo>
                  <a:pt x="163" y="604"/>
                </a:lnTo>
                <a:lnTo>
                  <a:pt x="163" y="603"/>
                </a:lnTo>
                <a:lnTo>
                  <a:pt x="162" y="603"/>
                </a:lnTo>
                <a:lnTo>
                  <a:pt x="162" y="604"/>
                </a:lnTo>
                <a:lnTo>
                  <a:pt x="161" y="604"/>
                </a:lnTo>
                <a:lnTo>
                  <a:pt x="160" y="604"/>
                </a:lnTo>
                <a:lnTo>
                  <a:pt x="160" y="605"/>
                </a:lnTo>
                <a:lnTo>
                  <a:pt x="159" y="605"/>
                </a:lnTo>
                <a:lnTo>
                  <a:pt x="158" y="605"/>
                </a:lnTo>
                <a:lnTo>
                  <a:pt x="157" y="606"/>
                </a:lnTo>
                <a:lnTo>
                  <a:pt x="156" y="606"/>
                </a:lnTo>
                <a:lnTo>
                  <a:pt x="155" y="606"/>
                </a:lnTo>
                <a:lnTo>
                  <a:pt x="154" y="605"/>
                </a:lnTo>
                <a:lnTo>
                  <a:pt x="153" y="605"/>
                </a:lnTo>
                <a:lnTo>
                  <a:pt x="153" y="604"/>
                </a:lnTo>
                <a:lnTo>
                  <a:pt x="152" y="604"/>
                </a:lnTo>
                <a:lnTo>
                  <a:pt x="152" y="603"/>
                </a:lnTo>
                <a:lnTo>
                  <a:pt x="151" y="603"/>
                </a:lnTo>
                <a:lnTo>
                  <a:pt x="151" y="602"/>
                </a:lnTo>
                <a:lnTo>
                  <a:pt x="150" y="602"/>
                </a:lnTo>
                <a:lnTo>
                  <a:pt x="148" y="602"/>
                </a:lnTo>
                <a:lnTo>
                  <a:pt x="149" y="602"/>
                </a:lnTo>
                <a:lnTo>
                  <a:pt x="148" y="602"/>
                </a:lnTo>
                <a:lnTo>
                  <a:pt x="148" y="601"/>
                </a:lnTo>
                <a:lnTo>
                  <a:pt x="148" y="599"/>
                </a:lnTo>
                <a:lnTo>
                  <a:pt x="148" y="598"/>
                </a:lnTo>
                <a:lnTo>
                  <a:pt x="147" y="597"/>
                </a:lnTo>
                <a:lnTo>
                  <a:pt x="146" y="597"/>
                </a:lnTo>
                <a:lnTo>
                  <a:pt x="146" y="596"/>
                </a:lnTo>
                <a:lnTo>
                  <a:pt x="146" y="595"/>
                </a:lnTo>
                <a:lnTo>
                  <a:pt x="145" y="595"/>
                </a:lnTo>
                <a:lnTo>
                  <a:pt x="145" y="594"/>
                </a:lnTo>
                <a:lnTo>
                  <a:pt x="144" y="594"/>
                </a:lnTo>
                <a:lnTo>
                  <a:pt x="143" y="594"/>
                </a:lnTo>
                <a:lnTo>
                  <a:pt x="142" y="594"/>
                </a:lnTo>
                <a:lnTo>
                  <a:pt x="142" y="593"/>
                </a:lnTo>
                <a:lnTo>
                  <a:pt x="141" y="593"/>
                </a:lnTo>
                <a:lnTo>
                  <a:pt x="141" y="592"/>
                </a:lnTo>
                <a:lnTo>
                  <a:pt x="141" y="591"/>
                </a:lnTo>
                <a:lnTo>
                  <a:pt x="142" y="591"/>
                </a:lnTo>
                <a:lnTo>
                  <a:pt x="142" y="590"/>
                </a:lnTo>
                <a:lnTo>
                  <a:pt x="142" y="589"/>
                </a:lnTo>
                <a:lnTo>
                  <a:pt x="141" y="589"/>
                </a:lnTo>
                <a:lnTo>
                  <a:pt x="141" y="588"/>
                </a:lnTo>
                <a:lnTo>
                  <a:pt x="140" y="588"/>
                </a:lnTo>
                <a:lnTo>
                  <a:pt x="140" y="587"/>
                </a:lnTo>
                <a:lnTo>
                  <a:pt x="140" y="586"/>
                </a:lnTo>
                <a:lnTo>
                  <a:pt x="141" y="586"/>
                </a:lnTo>
                <a:lnTo>
                  <a:pt x="141" y="585"/>
                </a:lnTo>
                <a:lnTo>
                  <a:pt x="140" y="585"/>
                </a:lnTo>
                <a:lnTo>
                  <a:pt x="140" y="584"/>
                </a:lnTo>
                <a:lnTo>
                  <a:pt x="141" y="584"/>
                </a:lnTo>
                <a:lnTo>
                  <a:pt x="140" y="584"/>
                </a:lnTo>
                <a:lnTo>
                  <a:pt x="140" y="583"/>
                </a:lnTo>
                <a:lnTo>
                  <a:pt x="139" y="583"/>
                </a:lnTo>
                <a:lnTo>
                  <a:pt x="139" y="582"/>
                </a:lnTo>
                <a:lnTo>
                  <a:pt x="138" y="582"/>
                </a:lnTo>
                <a:lnTo>
                  <a:pt x="137" y="582"/>
                </a:lnTo>
                <a:lnTo>
                  <a:pt x="137" y="581"/>
                </a:lnTo>
                <a:lnTo>
                  <a:pt x="136" y="581"/>
                </a:lnTo>
                <a:lnTo>
                  <a:pt x="136" y="582"/>
                </a:lnTo>
                <a:lnTo>
                  <a:pt x="135" y="582"/>
                </a:lnTo>
                <a:lnTo>
                  <a:pt x="135" y="581"/>
                </a:lnTo>
                <a:lnTo>
                  <a:pt x="135" y="580"/>
                </a:lnTo>
                <a:lnTo>
                  <a:pt x="136" y="580"/>
                </a:lnTo>
                <a:lnTo>
                  <a:pt x="136" y="579"/>
                </a:lnTo>
                <a:lnTo>
                  <a:pt x="136" y="578"/>
                </a:lnTo>
                <a:lnTo>
                  <a:pt x="136" y="577"/>
                </a:lnTo>
                <a:lnTo>
                  <a:pt x="135" y="577"/>
                </a:lnTo>
                <a:lnTo>
                  <a:pt x="135" y="576"/>
                </a:lnTo>
                <a:lnTo>
                  <a:pt x="134" y="575"/>
                </a:lnTo>
                <a:lnTo>
                  <a:pt x="133" y="575"/>
                </a:lnTo>
                <a:lnTo>
                  <a:pt x="132" y="575"/>
                </a:lnTo>
                <a:lnTo>
                  <a:pt x="132" y="576"/>
                </a:lnTo>
                <a:lnTo>
                  <a:pt x="131" y="576"/>
                </a:lnTo>
                <a:lnTo>
                  <a:pt x="130" y="576"/>
                </a:lnTo>
                <a:lnTo>
                  <a:pt x="129" y="576"/>
                </a:lnTo>
                <a:lnTo>
                  <a:pt x="129" y="577"/>
                </a:lnTo>
                <a:lnTo>
                  <a:pt x="129" y="576"/>
                </a:lnTo>
                <a:lnTo>
                  <a:pt x="128" y="576"/>
                </a:lnTo>
                <a:lnTo>
                  <a:pt x="128" y="575"/>
                </a:lnTo>
                <a:lnTo>
                  <a:pt x="128" y="574"/>
                </a:lnTo>
                <a:lnTo>
                  <a:pt x="127" y="574"/>
                </a:lnTo>
                <a:lnTo>
                  <a:pt x="127" y="573"/>
                </a:lnTo>
                <a:lnTo>
                  <a:pt x="127" y="572"/>
                </a:lnTo>
                <a:lnTo>
                  <a:pt x="126" y="572"/>
                </a:lnTo>
                <a:lnTo>
                  <a:pt x="126" y="571"/>
                </a:lnTo>
                <a:lnTo>
                  <a:pt x="125" y="571"/>
                </a:lnTo>
                <a:lnTo>
                  <a:pt x="125" y="570"/>
                </a:lnTo>
                <a:lnTo>
                  <a:pt x="124" y="570"/>
                </a:lnTo>
                <a:lnTo>
                  <a:pt x="124" y="569"/>
                </a:lnTo>
                <a:lnTo>
                  <a:pt x="124" y="568"/>
                </a:lnTo>
                <a:lnTo>
                  <a:pt x="123" y="568"/>
                </a:lnTo>
                <a:lnTo>
                  <a:pt x="123" y="567"/>
                </a:lnTo>
                <a:lnTo>
                  <a:pt x="122" y="567"/>
                </a:lnTo>
                <a:lnTo>
                  <a:pt x="121" y="567"/>
                </a:lnTo>
                <a:lnTo>
                  <a:pt x="120" y="567"/>
                </a:lnTo>
                <a:lnTo>
                  <a:pt x="120" y="566"/>
                </a:lnTo>
                <a:lnTo>
                  <a:pt x="119" y="566"/>
                </a:lnTo>
                <a:lnTo>
                  <a:pt x="118" y="566"/>
                </a:lnTo>
                <a:lnTo>
                  <a:pt x="118" y="565"/>
                </a:lnTo>
                <a:lnTo>
                  <a:pt x="118" y="564"/>
                </a:lnTo>
                <a:lnTo>
                  <a:pt x="117" y="564"/>
                </a:lnTo>
                <a:lnTo>
                  <a:pt x="116" y="564"/>
                </a:lnTo>
                <a:lnTo>
                  <a:pt x="116" y="563"/>
                </a:lnTo>
                <a:lnTo>
                  <a:pt x="115" y="563"/>
                </a:lnTo>
                <a:lnTo>
                  <a:pt x="114" y="563"/>
                </a:lnTo>
                <a:lnTo>
                  <a:pt x="114" y="564"/>
                </a:lnTo>
                <a:lnTo>
                  <a:pt x="114" y="565"/>
                </a:lnTo>
                <a:lnTo>
                  <a:pt x="113" y="565"/>
                </a:lnTo>
                <a:lnTo>
                  <a:pt x="113" y="566"/>
                </a:lnTo>
                <a:lnTo>
                  <a:pt x="112" y="566"/>
                </a:lnTo>
                <a:lnTo>
                  <a:pt x="111" y="566"/>
                </a:lnTo>
                <a:lnTo>
                  <a:pt x="110" y="566"/>
                </a:lnTo>
                <a:lnTo>
                  <a:pt x="110" y="567"/>
                </a:lnTo>
                <a:lnTo>
                  <a:pt x="109" y="567"/>
                </a:lnTo>
                <a:lnTo>
                  <a:pt x="109" y="568"/>
                </a:lnTo>
                <a:lnTo>
                  <a:pt x="108" y="568"/>
                </a:lnTo>
                <a:lnTo>
                  <a:pt x="108" y="567"/>
                </a:lnTo>
                <a:lnTo>
                  <a:pt x="107" y="567"/>
                </a:lnTo>
                <a:lnTo>
                  <a:pt x="107" y="566"/>
                </a:lnTo>
                <a:lnTo>
                  <a:pt x="106" y="566"/>
                </a:lnTo>
                <a:lnTo>
                  <a:pt x="105" y="566"/>
                </a:lnTo>
                <a:lnTo>
                  <a:pt x="104" y="566"/>
                </a:lnTo>
                <a:lnTo>
                  <a:pt x="104" y="565"/>
                </a:lnTo>
                <a:lnTo>
                  <a:pt x="104" y="564"/>
                </a:lnTo>
                <a:lnTo>
                  <a:pt x="103" y="564"/>
                </a:lnTo>
                <a:lnTo>
                  <a:pt x="103" y="563"/>
                </a:lnTo>
                <a:lnTo>
                  <a:pt x="102" y="563"/>
                </a:lnTo>
                <a:lnTo>
                  <a:pt x="102" y="562"/>
                </a:lnTo>
                <a:lnTo>
                  <a:pt x="101" y="562"/>
                </a:lnTo>
                <a:lnTo>
                  <a:pt x="101" y="561"/>
                </a:lnTo>
                <a:lnTo>
                  <a:pt x="101" y="560"/>
                </a:lnTo>
                <a:lnTo>
                  <a:pt x="100" y="560"/>
                </a:lnTo>
                <a:lnTo>
                  <a:pt x="100" y="559"/>
                </a:lnTo>
                <a:lnTo>
                  <a:pt x="100" y="558"/>
                </a:lnTo>
                <a:lnTo>
                  <a:pt x="99" y="558"/>
                </a:lnTo>
                <a:lnTo>
                  <a:pt x="98" y="558"/>
                </a:lnTo>
                <a:lnTo>
                  <a:pt x="97" y="558"/>
                </a:lnTo>
                <a:lnTo>
                  <a:pt x="96" y="558"/>
                </a:lnTo>
                <a:lnTo>
                  <a:pt x="95" y="558"/>
                </a:lnTo>
                <a:lnTo>
                  <a:pt x="94" y="558"/>
                </a:lnTo>
                <a:lnTo>
                  <a:pt x="94" y="559"/>
                </a:lnTo>
                <a:lnTo>
                  <a:pt x="93" y="559"/>
                </a:lnTo>
                <a:lnTo>
                  <a:pt x="93" y="558"/>
                </a:lnTo>
                <a:lnTo>
                  <a:pt x="93" y="557"/>
                </a:lnTo>
                <a:lnTo>
                  <a:pt x="92" y="557"/>
                </a:lnTo>
                <a:lnTo>
                  <a:pt x="92" y="556"/>
                </a:lnTo>
                <a:lnTo>
                  <a:pt x="92" y="555"/>
                </a:lnTo>
                <a:lnTo>
                  <a:pt x="92" y="554"/>
                </a:lnTo>
                <a:lnTo>
                  <a:pt x="91" y="554"/>
                </a:lnTo>
                <a:lnTo>
                  <a:pt x="90" y="554"/>
                </a:lnTo>
                <a:lnTo>
                  <a:pt x="89" y="554"/>
                </a:lnTo>
                <a:lnTo>
                  <a:pt x="89" y="555"/>
                </a:lnTo>
                <a:lnTo>
                  <a:pt x="89" y="556"/>
                </a:lnTo>
                <a:lnTo>
                  <a:pt x="88" y="556"/>
                </a:lnTo>
                <a:lnTo>
                  <a:pt x="88" y="557"/>
                </a:lnTo>
                <a:lnTo>
                  <a:pt x="87" y="557"/>
                </a:lnTo>
                <a:lnTo>
                  <a:pt x="87" y="558"/>
                </a:lnTo>
                <a:lnTo>
                  <a:pt x="87" y="557"/>
                </a:lnTo>
                <a:lnTo>
                  <a:pt x="87" y="558"/>
                </a:lnTo>
                <a:lnTo>
                  <a:pt x="86" y="558"/>
                </a:lnTo>
                <a:lnTo>
                  <a:pt x="85" y="558"/>
                </a:lnTo>
                <a:lnTo>
                  <a:pt x="84" y="558"/>
                </a:lnTo>
                <a:lnTo>
                  <a:pt x="83" y="558"/>
                </a:lnTo>
                <a:lnTo>
                  <a:pt x="83" y="559"/>
                </a:lnTo>
                <a:lnTo>
                  <a:pt x="82" y="559"/>
                </a:lnTo>
                <a:lnTo>
                  <a:pt x="82" y="560"/>
                </a:lnTo>
                <a:lnTo>
                  <a:pt x="82" y="561"/>
                </a:lnTo>
                <a:lnTo>
                  <a:pt x="83" y="561"/>
                </a:lnTo>
                <a:lnTo>
                  <a:pt x="84" y="561"/>
                </a:lnTo>
                <a:lnTo>
                  <a:pt x="84" y="562"/>
                </a:lnTo>
                <a:lnTo>
                  <a:pt x="84" y="563"/>
                </a:lnTo>
                <a:lnTo>
                  <a:pt x="84" y="564"/>
                </a:lnTo>
                <a:lnTo>
                  <a:pt x="84" y="565"/>
                </a:lnTo>
                <a:lnTo>
                  <a:pt x="83" y="565"/>
                </a:lnTo>
                <a:lnTo>
                  <a:pt x="82" y="565"/>
                </a:lnTo>
                <a:lnTo>
                  <a:pt x="82" y="564"/>
                </a:lnTo>
                <a:lnTo>
                  <a:pt x="81" y="564"/>
                </a:lnTo>
                <a:lnTo>
                  <a:pt x="80" y="565"/>
                </a:lnTo>
                <a:lnTo>
                  <a:pt x="79" y="565"/>
                </a:lnTo>
                <a:lnTo>
                  <a:pt x="78" y="566"/>
                </a:lnTo>
                <a:lnTo>
                  <a:pt x="77" y="566"/>
                </a:lnTo>
                <a:lnTo>
                  <a:pt x="76" y="566"/>
                </a:lnTo>
                <a:lnTo>
                  <a:pt x="75" y="566"/>
                </a:lnTo>
                <a:lnTo>
                  <a:pt x="74" y="566"/>
                </a:lnTo>
                <a:lnTo>
                  <a:pt x="74" y="565"/>
                </a:lnTo>
                <a:lnTo>
                  <a:pt x="74" y="564"/>
                </a:lnTo>
                <a:lnTo>
                  <a:pt x="73" y="564"/>
                </a:lnTo>
                <a:lnTo>
                  <a:pt x="74" y="564"/>
                </a:lnTo>
                <a:lnTo>
                  <a:pt x="74" y="563"/>
                </a:lnTo>
                <a:lnTo>
                  <a:pt x="73" y="562"/>
                </a:lnTo>
                <a:lnTo>
                  <a:pt x="73" y="561"/>
                </a:lnTo>
                <a:lnTo>
                  <a:pt x="72" y="561"/>
                </a:lnTo>
                <a:lnTo>
                  <a:pt x="72" y="560"/>
                </a:lnTo>
                <a:lnTo>
                  <a:pt x="71" y="560"/>
                </a:lnTo>
                <a:lnTo>
                  <a:pt x="71" y="559"/>
                </a:lnTo>
                <a:lnTo>
                  <a:pt x="70" y="559"/>
                </a:lnTo>
                <a:lnTo>
                  <a:pt x="70" y="560"/>
                </a:lnTo>
                <a:lnTo>
                  <a:pt x="69" y="560"/>
                </a:lnTo>
                <a:lnTo>
                  <a:pt x="69" y="561"/>
                </a:lnTo>
                <a:lnTo>
                  <a:pt x="68" y="561"/>
                </a:lnTo>
                <a:lnTo>
                  <a:pt x="67" y="561"/>
                </a:lnTo>
                <a:lnTo>
                  <a:pt x="67" y="560"/>
                </a:lnTo>
                <a:lnTo>
                  <a:pt x="66" y="560"/>
                </a:lnTo>
                <a:lnTo>
                  <a:pt x="66" y="561"/>
                </a:lnTo>
                <a:lnTo>
                  <a:pt x="65" y="561"/>
                </a:lnTo>
                <a:lnTo>
                  <a:pt x="64" y="561"/>
                </a:lnTo>
                <a:lnTo>
                  <a:pt x="64" y="562"/>
                </a:lnTo>
                <a:lnTo>
                  <a:pt x="63" y="562"/>
                </a:lnTo>
                <a:lnTo>
                  <a:pt x="63" y="561"/>
                </a:lnTo>
                <a:lnTo>
                  <a:pt x="62" y="561"/>
                </a:lnTo>
                <a:lnTo>
                  <a:pt x="62" y="560"/>
                </a:lnTo>
                <a:lnTo>
                  <a:pt x="61" y="560"/>
                </a:lnTo>
                <a:lnTo>
                  <a:pt x="61" y="559"/>
                </a:lnTo>
                <a:lnTo>
                  <a:pt x="60" y="558"/>
                </a:lnTo>
                <a:lnTo>
                  <a:pt x="59" y="558"/>
                </a:lnTo>
                <a:lnTo>
                  <a:pt x="59" y="557"/>
                </a:lnTo>
                <a:lnTo>
                  <a:pt x="58" y="557"/>
                </a:lnTo>
                <a:lnTo>
                  <a:pt x="57" y="557"/>
                </a:lnTo>
                <a:lnTo>
                  <a:pt x="56" y="557"/>
                </a:lnTo>
                <a:lnTo>
                  <a:pt x="55" y="557"/>
                </a:lnTo>
                <a:lnTo>
                  <a:pt x="55" y="556"/>
                </a:lnTo>
                <a:lnTo>
                  <a:pt x="55" y="555"/>
                </a:lnTo>
                <a:lnTo>
                  <a:pt x="54" y="555"/>
                </a:lnTo>
                <a:lnTo>
                  <a:pt x="54" y="554"/>
                </a:lnTo>
                <a:lnTo>
                  <a:pt x="53" y="554"/>
                </a:lnTo>
                <a:lnTo>
                  <a:pt x="54" y="554"/>
                </a:lnTo>
                <a:lnTo>
                  <a:pt x="54" y="553"/>
                </a:lnTo>
                <a:lnTo>
                  <a:pt x="54" y="552"/>
                </a:lnTo>
                <a:lnTo>
                  <a:pt x="54" y="551"/>
                </a:lnTo>
                <a:lnTo>
                  <a:pt x="53" y="551"/>
                </a:lnTo>
                <a:lnTo>
                  <a:pt x="53" y="550"/>
                </a:lnTo>
                <a:lnTo>
                  <a:pt x="52" y="550"/>
                </a:lnTo>
                <a:lnTo>
                  <a:pt x="52" y="549"/>
                </a:lnTo>
                <a:lnTo>
                  <a:pt x="52" y="548"/>
                </a:lnTo>
                <a:lnTo>
                  <a:pt x="53" y="548"/>
                </a:lnTo>
                <a:lnTo>
                  <a:pt x="52" y="548"/>
                </a:lnTo>
                <a:lnTo>
                  <a:pt x="53" y="547"/>
                </a:lnTo>
                <a:lnTo>
                  <a:pt x="53" y="546"/>
                </a:lnTo>
                <a:lnTo>
                  <a:pt x="54" y="546"/>
                </a:lnTo>
                <a:lnTo>
                  <a:pt x="53" y="545"/>
                </a:lnTo>
                <a:lnTo>
                  <a:pt x="54" y="545"/>
                </a:lnTo>
                <a:lnTo>
                  <a:pt x="54" y="544"/>
                </a:lnTo>
                <a:lnTo>
                  <a:pt x="53" y="544"/>
                </a:lnTo>
                <a:lnTo>
                  <a:pt x="53" y="543"/>
                </a:lnTo>
                <a:lnTo>
                  <a:pt x="52" y="543"/>
                </a:lnTo>
                <a:lnTo>
                  <a:pt x="51" y="542"/>
                </a:lnTo>
                <a:lnTo>
                  <a:pt x="51" y="541"/>
                </a:lnTo>
                <a:lnTo>
                  <a:pt x="50" y="541"/>
                </a:lnTo>
                <a:lnTo>
                  <a:pt x="50" y="540"/>
                </a:lnTo>
                <a:lnTo>
                  <a:pt x="50" y="539"/>
                </a:lnTo>
                <a:lnTo>
                  <a:pt x="48" y="539"/>
                </a:lnTo>
                <a:lnTo>
                  <a:pt x="48" y="538"/>
                </a:lnTo>
                <a:lnTo>
                  <a:pt x="48" y="537"/>
                </a:lnTo>
                <a:lnTo>
                  <a:pt x="47" y="537"/>
                </a:lnTo>
                <a:lnTo>
                  <a:pt x="47" y="536"/>
                </a:lnTo>
                <a:lnTo>
                  <a:pt x="47" y="535"/>
                </a:lnTo>
                <a:lnTo>
                  <a:pt x="46" y="535"/>
                </a:lnTo>
                <a:lnTo>
                  <a:pt x="45" y="535"/>
                </a:lnTo>
                <a:lnTo>
                  <a:pt x="45" y="534"/>
                </a:lnTo>
                <a:lnTo>
                  <a:pt x="44" y="534"/>
                </a:lnTo>
                <a:lnTo>
                  <a:pt x="44" y="533"/>
                </a:lnTo>
                <a:lnTo>
                  <a:pt x="44" y="532"/>
                </a:lnTo>
                <a:lnTo>
                  <a:pt x="44" y="531"/>
                </a:lnTo>
                <a:lnTo>
                  <a:pt x="43" y="531"/>
                </a:lnTo>
                <a:lnTo>
                  <a:pt x="43" y="530"/>
                </a:lnTo>
                <a:lnTo>
                  <a:pt x="42" y="530"/>
                </a:lnTo>
                <a:lnTo>
                  <a:pt x="42" y="529"/>
                </a:lnTo>
                <a:lnTo>
                  <a:pt x="41" y="529"/>
                </a:lnTo>
                <a:lnTo>
                  <a:pt x="41" y="530"/>
                </a:lnTo>
                <a:lnTo>
                  <a:pt x="42" y="530"/>
                </a:lnTo>
                <a:lnTo>
                  <a:pt x="42" y="531"/>
                </a:lnTo>
                <a:lnTo>
                  <a:pt x="41" y="531"/>
                </a:lnTo>
                <a:lnTo>
                  <a:pt x="40" y="531"/>
                </a:lnTo>
                <a:lnTo>
                  <a:pt x="39" y="531"/>
                </a:lnTo>
                <a:lnTo>
                  <a:pt x="38" y="531"/>
                </a:lnTo>
                <a:lnTo>
                  <a:pt x="38" y="530"/>
                </a:lnTo>
                <a:lnTo>
                  <a:pt x="37" y="530"/>
                </a:lnTo>
                <a:lnTo>
                  <a:pt x="36" y="530"/>
                </a:lnTo>
                <a:lnTo>
                  <a:pt x="35" y="530"/>
                </a:lnTo>
                <a:lnTo>
                  <a:pt x="35" y="529"/>
                </a:lnTo>
                <a:lnTo>
                  <a:pt x="34" y="529"/>
                </a:lnTo>
                <a:lnTo>
                  <a:pt x="35" y="529"/>
                </a:lnTo>
                <a:lnTo>
                  <a:pt x="34" y="529"/>
                </a:lnTo>
                <a:lnTo>
                  <a:pt x="34" y="528"/>
                </a:lnTo>
                <a:lnTo>
                  <a:pt x="34" y="527"/>
                </a:lnTo>
                <a:lnTo>
                  <a:pt x="33" y="527"/>
                </a:lnTo>
                <a:lnTo>
                  <a:pt x="33" y="526"/>
                </a:lnTo>
                <a:lnTo>
                  <a:pt x="34" y="526"/>
                </a:lnTo>
                <a:lnTo>
                  <a:pt x="34" y="525"/>
                </a:lnTo>
                <a:lnTo>
                  <a:pt x="33" y="525"/>
                </a:lnTo>
                <a:lnTo>
                  <a:pt x="32" y="525"/>
                </a:lnTo>
                <a:lnTo>
                  <a:pt x="32" y="524"/>
                </a:lnTo>
                <a:lnTo>
                  <a:pt x="32" y="523"/>
                </a:lnTo>
                <a:lnTo>
                  <a:pt x="33" y="523"/>
                </a:lnTo>
                <a:lnTo>
                  <a:pt x="32" y="523"/>
                </a:lnTo>
                <a:lnTo>
                  <a:pt x="32" y="522"/>
                </a:lnTo>
                <a:lnTo>
                  <a:pt x="32" y="521"/>
                </a:lnTo>
                <a:lnTo>
                  <a:pt x="33" y="521"/>
                </a:lnTo>
                <a:lnTo>
                  <a:pt x="33" y="520"/>
                </a:lnTo>
                <a:lnTo>
                  <a:pt x="34" y="520"/>
                </a:lnTo>
                <a:lnTo>
                  <a:pt x="34" y="519"/>
                </a:lnTo>
                <a:lnTo>
                  <a:pt x="34" y="518"/>
                </a:lnTo>
                <a:lnTo>
                  <a:pt x="35" y="518"/>
                </a:lnTo>
                <a:lnTo>
                  <a:pt x="35" y="517"/>
                </a:lnTo>
                <a:lnTo>
                  <a:pt x="36" y="517"/>
                </a:lnTo>
                <a:lnTo>
                  <a:pt x="36" y="516"/>
                </a:lnTo>
                <a:lnTo>
                  <a:pt x="36" y="515"/>
                </a:lnTo>
                <a:lnTo>
                  <a:pt x="35" y="515"/>
                </a:lnTo>
                <a:lnTo>
                  <a:pt x="34" y="515"/>
                </a:lnTo>
                <a:lnTo>
                  <a:pt x="34" y="514"/>
                </a:lnTo>
                <a:lnTo>
                  <a:pt x="34" y="513"/>
                </a:lnTo>
                <a:lnTo>
                  <a:pt x="33" y="513"/>
                </a:lnTo>
                <a:lnTo>
                  <a:pt x="33" y="512"/>
                </a:lnTo>
                <a:lnTo>
                  <a:pt x="32" y="512"/>
                </a:lnTo>
                <a:lnTo>
                  <a:pt x="32" y="511"/>
                </a:lnTo>
                <a:lnTo>
                  <a:pt x="32" y="512"/>
                </a:lnTo>
                <a:lnTo>
                  <a:pt x="31" y="512"/>
                </a:lnTo>
                <a:lnTo>
                  <a:pt x="30" y="512"/>
                </a:lnTo>
                <a:lnTo>
                  <a:pt x="30" y="511"/>
                </a:lnTo>
                <a:lnTo>
                  <a:pt x="30" y="510"/>
                </a:lnTo>
                <a:lnTo>
                  <a:pt x="29" y="510"/>
                </a:lnTo>
                <a:lnTo>
                  <a:pt x="29" y="509"/>
                </a:lnTo>
                <a:lnTo>
                  <a:pt x="30" y="509"/>
                </a:lnTo>
                <a:lnTo>
                  <a:pt x="30" y="508"/>
                </a:lnTo>
                <a:lnTo>
                  <a:pt x="30" y="507"/>
                </a:lnTo>
                <a:lnTo>
                  <a:pt x="31" y="506"/>
                </a:lnTo>
                <a:lnTo>
                  <a:pt x="32" y="506"/>
                </a:lnTo>
                <a:lnTo>
                  <a:pt x="33" y="506"/>
                </a:lnTo>
                <a:lnTo>
                  <a:pt x="33" y="505"/>
                </a:lnTo>
                <a:lnTo>
                  <a:pt x="34" y="505"/>
                </a:lnTo>
                <a:lnTo>
                  <a:pt x="34" y="506"/>
                </a:lnTo>
                <a:lnTo>
                  <a:pt x="34" y="505"/>
                </a:lnTo>
                <a:lnTo>
                  <a:pt x="34" y="504"/>
                </a:lnTo>
                <a:lnTo>
                  <a:pt x="35" y="504"/>
                </a:lnTo>
                <a:lnTo>
                  <a:pt x="36" y="504"/>
                </a:lnTo>
                <a:lnTo>
                  <a:pt x="36" y="503"/>
                </a:lnTo>
                <a:lnTo>
                  <a:pt x="37" y="503"/>
                </a:lnTo>
                <a:lnTo>
                  <a:pt x="37" y="502"/>
                </a:lnTo>
                <a:lnTo>
                  <a:pt x="38" y="502"/>
                </a:lnTo>
                <a:lnTo>
                  <a:pt x="38" y="501"/>
                </a:lnTo>
                <a:lnTo>
                  <a:pt x="39" y="501"/>
                </a:lnTo>
                <a:lnTo>
                  <a:pt x="39" y="500"/>
                </a:lnTo>
                <a:lnTo>
                  <a:pt x="40" y="500"/>
                </a:lnTo>
                <a:lnTo>
                  <a:pt x="40" y="499"/>
                </a:lnTo>
                <a:lnTo>
                  <a:pt x="41" y="499"/>
                </a:lnTo>
                <a:lnTo>
                  <a:pt x="40" y="499"/>
                </a:lnTo>
                <a:lnTo>
                  <a:pt x="40" y="498"/>
                </a:lnTo>
                <a:lnTo>
                  <a:pt x="40" y="497"/>
                </a:lnTo>
                <a:lnTo>
                  <a:pt x="39" y="497"/>
                </a:lnTo>
                <a:lnTo>
                  <a:pt x="39" y="496"/>
                </a:lnTo>
                <a:lnTo>
                  <a:pt x="38" y="496"/>
                </a:lnTo>
                <a:lnTo>
                  <a:pt x="37" y="496"/>
                </a:lnTo>
                <a:lnTo>
                  <a:pt x="37" y="495"/>
                </a:lnTo>
                <a:lnTo>
                  <a:pt x="36" y="495"/>
                </a:lnTo>
                <a:lnTo>
                  <a:pt x="36" y="494"/>
                </a:lnTo>
                <a:lnTo>
                  <a:pt x="36" y="493"/>
                </a:lnTo>
                <a:lnTo>
                  <a:pt x="36" y="492"/>
                </a:lnTo>
                <a:lnTo>
                  <a:pt x="37" y="492"/>
                </a:lnTo>
                <a:lnTo>
                  <a:pt x="36" y="492"/>
                </a:lnTo>
                <a:lnTo>
                  <a:pt x="36" y="491"/>
                </a:lnTo>
                <a:lnTo>
                  <a:pt x="36" y="492"/>
                </a:lnTo>
                <a:lnTo>
                  <a:pt x="35" y="492"/>
                </a:lnTo>
                <a:lnTo>
                  <a:pt x="34" y="492"/>
                </a:lnTo>
                <a:lnTo>
                  <a:pt x="33" y="492"/>
                </a:lnTo>
                <a:lnTo>
                  <a:pt x="32" y="492"/>
                </a:lnTo>
                <a:lnTo>
                  <a:pt x="32" y="491"/>
                </a:lnTo>
                <a:lnTo>
                  <a:pt x="32" y="490"/>
                </a:lnTo>
                <a:lnTo>
                  <a:pt x="32" y="489"/>
                </a:lnTo>
                <a:lnTo>
                  <a:pt x="31" y="489"/>
                </a:lnTo>
                <a:lnTo>
                  <a:pt x="31" y="488"/>
                </a:lnTo>
                <a:lnTo>
                  <a:pt x="31" y="487"/>
                </a:lnTo>
                <a:lnTo>
                  <a:pt x="30" y="487"/>
                </a:lnTo>
                <a:lnTo>
                  <a:pt x="30" y="486"/>
                </a:lnTo>
                <a:lnTo>
                  <a:pt x="30" y="485"/>
                </a:lnTo>
                <a:lnTo>
                  <a:pt x="30" y="484"/>
                </a:lnTo>
                <a:lnTo>
                  <a:pt x="30" y="483"/>
                </a:lnTo>
                <a:lnTo>
                  <a:pt x="29" y="483"/>
                </a:lnTo>
                <a:lnTo>
                  <a:pt x="29" y="482"/>
                </a:lnTo>
                <a:lnTo>
                  <a:pt x="28" y="482"/>
                </a:lnTo>
                <a:lnTo>
                  <a:pt x="28" y="481"/>
                </a:lnTo>
                <a:lnTo>
                  <a:pt x="27" y="481"/>
                </a:lnTo>
                <a:lnTo>
                  <a:pt x="26" y="481"/>
                </a:lnTo>
                <a:lnTo>
                  <a:pt x="26" y="480"/>
                </a:lnTo>
                <a:lnTo>
                  <a:pt x="25" y="480"/>
                </a:lnTo>
                <a:lnTo>
                  <a:pt x="25" y="479"/>
                </a:lnTo>
                <a:lnTo>
                  <a:pt x="24" y="479"/>
                </a:lnTo>
                <a:lnTo>
                  <a:pt x="24" y="478"/>
                </a:lnTo>
                <a:lnTo>
                  <a:pt x="23" y="478"/>
                </a:lnTo>
                <a:lnTo>
                  <a:pt x="23" y="477"/>
                </a:lnTo>
                <a:lnTo>
                  <a:pt x="23" y="476"/>
                </a:lnTo>
                <a:lnTo>
                  <a:pt x="23" y="475"/>
                </a:lnTo>
                <a:lnTo>
                  <a:pt x="24" y="475"/>
                </a:lnTo>
                <a:lnTo>
                  <a:pt x="24" y="474"/>
                </a:lnTo>
                <a:lnTo>
                  <a:pt x="24" y="473"/>
                </a:lnTo>
                <a:lnTo>
                  <a:pt x="25" y="473"/>
                </a:lnTo>
                <a:lnTo>
                  <a:pt x="26" y="473"/>
                </a:lnTo>
                <a:lnTo>
                  <a:pt x="26" y="472"/>
                </a:lnTo>
                <a:lnTo>
                  <a:pt x="27" y="472"/>
                </a:lnTo>
                <a:lnTo>
                  <a:pt x="27" y="471"/>
                </a:lnTo>
                <a:lnTo>
                  <a:pt x="28" y="471"/>
                </a:lnTo>
                <a:lnTo>
                  <a:pt x="29" y="471"/>
                </a:lnTo>
                <a:lnTo>
                  <a:pt x="30" y="471"/>
                </a:lnTo>
                <a:lnTo>
                  <a:pt x="31" y="471"/>
                </a:lnTo>
                <a:lnTo>
                  <a:pt x="31" y="470"/>
                </a:lnTo>
                <a:lnTo>
                  <a:pt x="32" y="470"/>
                </a:lnTo>
                <a:lnTo>
                  <a:pt x="32" y="469"/>
                </a:lnTo>
                <a:lnTo>
                  <a:pt x="31" y="469"/>
                </a:lnTo>
                <a:lnTo>
                  <a:pt x="32" y="469"/>
                </a:lnTo>
                <a:lnTo>
                  <a:pt x="32" y="468"/>
                </a:lnTo>
                <a:lnTo>
                  <a:pt x="32" y="467"/>
                </a:lnTo>
                <a:lnTo>
                  <a:pt x="33" y="467"/>
                </a:lnTo>
                <a:lnTo>
                  <a:pt x="34" y="467"/>
                </a:lnTo>
                <a:lnTo>
                  <a:pt x="34" y="466"/>
                </a:lnTo>
                <a:lnTo>
                  <a:pt x="34" y="465"/>
                </a:lnTo>
                <a:lnTo>
                  <a:pt x="34" y="464"/>
                </a:lnTo>
                <a:lnTo>
                  <a:pt x="33" y="464"/>
                </a:lnTo>
                <a:lnTo>
                  <a:pt x="32" y="464"/>
                </a:lnTo>
                <a:lnTo>
                  <a:pt x="31" y="464"/>
                </a:lnTo>
                <a:lnTo>
                  <a:pt x="31" y="463"/>
                </a:lnTo>
                <a:lnTo>
                  <a:pt x="30" y="463"/>
                </a:lnTo>
                <a:lnTo>
                  <a:pt x="30" y="462"/>
                </a:lnTo>
                <a:lnTo>
                  <a:pt x="31" y="462"/>
                </a:lnTo>
                <a:lnTo>
                  <a:pt x="30" y="462"/>
                </a:lnTo>
                <a:lnTo>
                  <a:pt x="30" y="461"/>
                </a:lnTo>
                <a:lnTo>
                  <a:pt x="29" y="461"/>
                </a:lnTo>
                <a:lnTo>
                  <a:pt x="28" y="461"/>
                </a:lnTo>
                <a:lnTo>
                  <a:pt x="28" y="460"/>
                </a:lnTo>
                <a:lnTo>
                  <a:pt x="27" y="460"/>
                </a:lnTo>
                <a:lnTo>
                  <a:pt x="27" y="459"/>
                </a:lnTo>
                <a:lnTo>
                  <a:pt x="26" y="459"/>
                </a:lnTo>
                <a:lnTo>
                  <a:pt x="25" y="459"/>
                </a:lnTo>
                <a:lnTo>
                  <a:pt x="24" y="459"/>
                </a:lnTo>
                <a:lnTo>
                  <a:pt x="23" y="458"/>
                </a:lnTo>
                <a:lnTo>
                  <a:pt x="22" y="458"/>
                </a:lnTo>
                <a:lnTo>
                  <a:pt x="22" y="457"/>
                </a:lnTo>
                <a:lnTo>
                  <a:pt x="21" y="457"/>
                </a:lnTo>
                <a:lnTo>
                  <a:pt x="20" y="457"/>
                </a:lnTo>
                <a:lnTo>
                  <a:pt x="20" y="456"/>
                </a:lnTo>
                <a:lnTo>
                  <a:pt x="19" y="456"/>
                </a:lnTo>
                <a:lnTo>
                  <a:pt x="19" y="457"/>
                </a:lnTo>
                <a:lnTo>
                  <a:pt x="19" y="456"/>
                </a:lnTo>
                <a:lnTo>
                  <a:pt x="18" y="456"/>
                </a:lnTo>
                <a:lnTo>
                  <a:pt x="18" y="455"/>
                </a:lnTo>
                <a:lnTo>
                  <a:pt x="18" y="454"/>
                </a:lnTo>
                <a:lnTo>
                  <a:pt x="18" y="455"/>
                </a:lnTo>
                <a:lnTo>
                  <a:pt x="18" y="454"/>
                </a:lnTo>
                <a:lnTo>
                  <a:pt x="19" y="454"/>
                </a:lnTo>
                <a:lnTo>
                  <a:pt x="19" y="453"/>
                </a:lnTo>
                <a:lnTo>
                  <a:pt x="19" y="452"/>
                </a:lnTo>
                <a:lnTo>
                  <a:pt x="18" y="452"/>
                </a:lnTo>
                <a:lnTo>
                  <a:pt x="17" y="452"/>
                </a:lnTo>
                <a:lnTo>
                  <a:pt x="17" y="453"/>
                </a:lnTo>
                <a:lnTo>
                  <a:pt x="17" y="452"/>
                </a:lnTo>
                <a:lnTo>
                  <a:pt x="16" y="452"/>
                </a:lnTo>
                <a:lnTo>
                  <a:pt x="16" y="453"/>
                </a:lnTo>
                <a:lnTo>
                  <a:pt x="15" y="453"/>
                </a:lnTo>
                <a:lnTo>
                  <a:pt x="14" y="453"/>
                </a:lnTo>
                <a:lnTo>
                  <a:pt x="14" y="452"/>
                </a:lnTo>
                <a:lnTo>
                  <a:pt x="14" y="453"/>
                </a:lnTo>
                <a:lnTo>
                  <a:pt x="13" y="453"/>
                </a:lnTo>
                <a:lnTo>
                  <a:pt x="13" y="452"/>
                </a:lnTo>
                <a:lnTo>
                  <a:pt x="13" y="451"/>
                </a:lnTo>
                <a:lnTo>
                  <a:pt x="13" y="450"/>
                </a:lnTo>
                <a:lnTo>
                  <a:pt x="13" y="449"/>
                </a:lnTo>
                <a:lnTo>
                  <a:pt x="13" y="448"/>
                </a:lnTo>
                <a:lnTo>
                  <a:pt x="12" y="448"/>
                </a:lnTo>
                <a:lnTo>
                  <a:pt x="12" y="447"/>
                </a:lnTo>
                <a:lnTo>
                  <a:pt x="12" y="446"/>
                </a:lnTo>
                <a:lnTo>
                  <a:pt x="11" y="446"/>
                </a:lnTo>
                <a:lnTo>
                  <a:pt x="11" y="445"/>
                </a:lnTo>
                <a:lnTo>
                  <a:pt x="11" y="444"/>
                </a:lnTo>
                <a:lnTo>
                  <a:pt x="10" y="444"/>
                </a:lnTo>
                <a:lnTo>
                  <a:pt x="9" y="444"/>
                </a:lnTo>
                <a:lnTo>
                  <a:pt x="9" y="445"/>
                </a:lnTo>
                <a:lnTo>
                  <a:pt x="8" y="445"/>
                </a:lnTo>
                <a:lnTo>
                  <a:pt x="7" y="445"/>
                </a:lnTo>
                <a:lnTo>
                  <a:pt x="6" y="445"/>
                </a:lnTo>
                <a:lnTo>
                  <a:pt x="5" y="445"/>
                </a:lnTo>
                <a:lnTo>
                  <a:pt x="5" y="444"/>
                </a:lnTo>
                <a:lnTo>
                  <a:pt x="5" y="443"/>
                </a:lnTo>
                <a:lnTo>
                  <a:pt x="4" y="443"/>
                </a:lnTo>
                <a:lnTo>
                  <a:pt x="5" y="443"/>
                </a:lnTo>
                <a:lnTo>
                  <a:pt x="5" y="442"/>
                </a:lnTo>
                <a:lnTo>
                  <a:pt x="4" y="442"/>
                </a:lnTo>
                <a:lnTo>
                  <a:pt x="4" y="441"/>
                </a:lnTo>
                <a:lnTo>
                  <a:pt x="4" y="440"/>
                </a:lnTo>
                <a:lnTo>
                  <a:pt x="4" y="439"/>
                </a:lnTo>
                <a:lnTo>
                  <a:pt x="3" y="439"/>
                </a:lnTo>
                <a:lnTo>
                  <a:pt x="3" y="438"/>
                </a:lnTo>
                <a:lnTo>
                  <a:pt x="3" y="437"/>
                </a:lnTo>
                <a:lnTo>
                  <a:pt x="4" y="437"/>
                </a:lnTo>
                <a:lnTo>
                  <a:pt x="4" y="436"/>
                </a:lnTo>
                <a:lnTo>
                  <a:pt x="5" y="436"/>
                </a:lnTo>
                <a:lnTo>
                  <a:pt x="5" y="435"/>
                </a:lnTo>
                <a:lnTo>
                  <a:pt x="6" y="435"/>
                </a:lnTo>
                <a:lnTo>
                  <a:pt x="7" y="435"/>
                </a:lnTo>
                <a:lnTo>
                  <a:pt x="7" y="434"/>
                </a:lnTo>
                <a:lnTo>
                  <a:pt x="8" y="434"/>
                </a:lnTo>
                <a:lnTo>
                  <a:pt x="8" y="433"/>
                </a:lnTo>
                <a:lnTo>
                  <a:pt x="8" y="432"/>
                </a:lnTo>
                <a:lnTo>
                  <a:pt x="9" y="432"/>
                </a:lnTo>
                <a:lnTo>
                  <a:pt x="8" y="432"/>
                </a:lnTo>
                <a:lnTo>
                  <a:pt x="9" y="431"/>
                </a:lnTo>
                <a:lnTo>
                  <a:pt x="8" y="431"/>
                </a:lnTo>
                <a:lnTo>
                  <a:pt x="8" y="430"/>
                </a:lnTo>
                <a:lnTo>
                  <a:pt x="9" y="430"/>
                </a:lnTo>
                <a:lnTo>
                  <a:pt x="9" y="429"/>
                </a:lnTo>
                <a:lnTo>
                  <a:pt x="10" y="429"/>
                </a:lnTo>
                <a:lnTo>
                  <a:pt x="10" y="428"/>
                </a:lnTo>
                <a:lnTo>
                  <a:pt x="10" y="427"/>
                </a:lnTo>
                <a:lnTo>
                  <a:pt x="10" y="426"/>
                </a:lnTo>
                <a:lnTo>
                  <a:pt x="9" y="426"/>
                </a:lnTo>
                <a:lnTo>
                  <a:pt x="8" y="426"/>
                </a:lnTo>
                <a:lnTo>
                  <a:pt x="8" y="425"/>
                </a:lnTo>
                <a:lnTo>
                  <a:pt x="7" y="425"/>
                </a:lnTo>
                <a:lnTo>
                  <a:pt x="7" y="424"/>
                </a:lnTo>
                <a:lnTo>
                  <a:pt x="8" y="424"/>
                </a:lnTo>
                <a:lnTo>
                  <a:pt x="8" y="423"/>
                </a:lnTo>
                <a:lnTo>
                  <a:pt x="8" y="422"/>
                </a:lnTo>
                <a:lnTo>
                  <a:pt x="8" y="421"/>
                </a:lnTo>
                <a:lnTo>
                  <a:pt x="7" y="421"/>
                </a:lnTo>
                <a:lnTo>
                  <a:pt x="7" y="422"/>
                </a:lnTo>
                <a:lnTo>
                  <a:pt x="7" y="421"/>
                </a:lnTo>
                <a:lnTo>
                  <a:pt x="6" y="421"/>
                </a:lnTo>
                <a:lnTo>
                  <a:pt x="6" y="420"/>
                </a:lnTo>
                <a:lnTo>
                  <a:pt x="5" y="419"/>
                </a:lnTo>
                <a:lnTo>
                  <a:pt x="6" y="419"/>
                </a:lnTo>
                <a:lnTo>
                  <a:pt x="7" y="419"/>
                </a:lnTo>
                <a:lnTo>
                  <a:pt x="7" y="418"/>
                </a:lnTo>
                <a:lnTo>
                  <a:pt x="7" y="417"/>
                </a:lnTo>
                <a:lnTo>
                  <a:pt x="7" y="416"/>
                </a:lnTo>
                <a:lnTo>
                  <a:pt x="7" y="415"/>
                </a:lnTo>
                <a:lnTo>
                  <a:pt x="7" y="414"/>
                </a:lnTo>
                <a:lnTo>
                  <a:pt x="7" y="413"/>
                </a:lnTo>
                <a:lnTo>
                  <a:pt x="6" y="413"/>
                </a:lnTo>
                <a:lnTo>
                  <a:pt x="6" y="412"/>
                </a:lnTo>
                <a:lnTo>
                  <a:pt x="5" y="412"/>
                </a:lnTo>
                <a:lnTo>
                  <a:pt x="5" y="411"/>
                </a:lnTo>
                <a:lnTo>
                  <a:pt x="5" y="410"/>
                </a:lnTo>
                <a:lnTo>
                  <a:pt x="4" y="410"/>
                </a:lnTo>
                <a:lnTo>
                  <a:pt x="4" y="409"/>
                </a:lnTo>
                <a:lnTo>
                  <a:pt x="3" y="409"/>
                </a:lnTo>
                <a:lnTo>
                  <a:pt x="3" y="408"/>
                </a:lnTo>
                <a:lnTo>
                  <a:pt x="3" y="407"/>
                </a:lnTo>
                <a:lnTo>
                  <a:pt x="2" y="407"/>
                </a:lnTo>
                <a:lnTo>
                  <a:pt x="2" y="406"/>
                </a:lnTo>
                <a:lnTo>
                  <a:pt x="1" y="406"/>
                </a:lnTo>
                <a:lnTo>
                  <a:pt x="1" y="405"/>
                </a:lnTo>
                <a:lnTo>
                  <a:pt x="0" y="405"/>
                </a:lnTo>
                <a:lnTo>
                  <a:pt x="0" y="404"/>
                </a:lnTo>
                <a:lnTo>
                  <a:pt x="0" y="403"/>
                </a:lnTo>
                <a:lnTo>
                  <a:pt x="1" y="403"/>
                </a:lnTo>
                <a:lnTo>
                  <a:pt x="1" y="402"/>
                </a:lnTo>
                <a:lnTo>
                  <a:pt x="2" y="402"/>
                </a:lnTo>
                <a:lnTo>
                  <a:pt x="2" y="401"/>
                </a:lnTo>
                <a:lnTo>
                  <a:pt x="3" y="401"/>
                </a:lnTo>
                <a:lnTo>
                  <a:pt x="3" y="400"/>
                </a:lnTo>
                <a:lnTo>
                  <a:pt x="4" y="400"/>
                </a:lnTo>
                <a:lnTo>
                  <a:pt x="5" y="400"/>
                </a:lnTo>
                <a:lnTo>
                  <a:pt x="5" y="399"/>
                </a:lnTo>
                <a:lnTo>
                  <a:pt x="5" y="400"/>
                </a:lnTo>
                <a:lnTo>
                  <a:pt x="6" y="400"/>
                </a:lnTo>
                <a:lnTo>
                  <a:pt x="7" y="400"/>
                </a:lnTo>
                <a:lnTo>
                  <a:pt x="8" y="400"/>
                </a:lnTo>
                <a:lnTo>
                  <a:pt x="8" y="399"/>
                </a:lnTo>
                <a:lnTo>
                  <a:pt x="9" y="399"/>
                </a:lnTo>
                <a:lnTo>
                  <a:pt x="10" y="399"/>
                </a:lnTo>
                <a:lnTo>
                  <a:pt x="10" y="398"/>
                </a:lnTo>
                <a:lnTo>
                  <a:pt x="11" y="397"/>
                </a:lnTo>
                <a:lnTo>
                  <a:pt x="11" y="396"/>
                </a:lnTo>
                <a:lnTo>
                  <a:pt x="12" y="396"/>
                </a:lnTo>
                <a:lnTo>
                  <a:pt x="12" y="395"/>
                </a:lnTo>
                <a:lnTo>
                  <a:pt x="12" y="396"/>
                </a:lnTo>
                <a:lnTo>
                  <a:pt x="13" y="396"/>
                </a:lnTo>
                <a:lnTo>
                  <a:pt x="14" y="396"/>
                </a:lnTo>
                <a:lnTo>
                  <a:pt x="15" y="396"/>
                </a:lnTo>
                <a:lnTo>
                  <a:pt x="15" y="395"/>
                </a:lnTo>
                <a:lnTo>
                  <a:pt x="15" y="396"/>
                </a:lnTo>
                <a:lnTo>
                  <a:pt x="16" y="396"/>
                </a:lnTo>
                <a:lnTo>
                  <a:pt x="16" y="395"/>
                </a:lnTo>
                <a:lnTo>
                  <a:pt x="17" y="395"/>
                </a:lnTo>
                <a:lnTo>
                  <a:pt x="17" y="394"/>
                </a:lnTo>
                <a:lnTo>
                  <a:pt x="16" y="394"/>
                </a:lnTo>
                <a:lnTo>
                  <a:pt x="17" y="394"/>
                </a:lnTo>
                <a:lnTo>
                  <a:pt x="17" y="393"/>
                </a:lnTo>
                <a:lnTo>
                  <a:pt x="18" y="393"/>
                </a:lnTo>
                <a:lnTo>
                  <a:pt x="18" y="394"/>
                </a:lnTo>
                <a:lnTo>
                  <a:pt x="19" y="394"/>
                </a:lnTo>
                <a:lnTo>
                  <a:pt x="20" y="394"/>
                </a:lnTo>
                <a:lnTo>
                  <a:pt x="21" y="394"/>
                </a:lnTo>
                <a:lnTo>
                  <a:pt x="21" y="393"/>
                </a:lnTo>
                <a:lnTo>
                  <a:pt x="22" y="393"/>
                </a:lnTo>
                <a:lnTo>
                  <a:pt x="22" y="392"/>
                </a:lnTo>
                <a:lnTo>
                  <a:pt x="23" y="392"/>
                </a:lnTo>
                <a:lnTo>
                  <a:pt x="23" y="391"/>
                </a:lnTo>
                <a:lnTo>
                  <a:pt x="24" y="391"/>
                </a:lnTo>
                <a:lnTo>
                  <a:pt x="25" y="391"/>
                </a:lnTo>
                <a:lnTo>
                  <a:pt x="25" y="390"/>
                </a:lnTo>
                <a:lnTo>
                  <a:pt x="26" y="390"/>
                </a:lnTo>
                <a:lnTo>
                  <a:pt x="26" y="389"/>
                </a:lnTo>
                <a:lnTo>
                  <a:pt x="27" y="389"/>
                </a:lnTo>
                <a:lnTo>
                  <a:pt x="28" y="389"/>
                </a:lnTo>
                <a:lnTo>
                  <a:pt x="28" y="388"/>
                </a:lnTo>
                <a:lnTo>
                  <a:pt x="28" y="389"/>
                </a:lnTo>
                <a:lnTo>
                  <a:pt x="28" y="388"/>
                </a:lnTo>
                <a:lnTo>
                  <a:pt x="29" y="388"/>
                </a:lnTo>
                <a:lnTo>
                  <a:pt x="29" y="387"/>
                </a:lnTo>
                <a:lnTo>
                  <a:pt x="30" y="387"/>
                </a:lnTo>
                <a:lnTo>
                  <a:pt x="30" y="386"/>
                </a:lnTo>
                <a:lnTo>
                  <a:pt x="31" y="387"/>
                </a:lnTo>
                <a:lnTo>
                  <a:pt x="31" y="386"/>
                </a:lnTo>
                <a:lnTo>
                  <a:pt x="31" y="387"/>
                </a:lnTo>
                <a:lnTo>
                  <a:pt x="32" y="387"/>
                </a:lnTo>
                <a:lnTo>
                  <a:pt x="31" y="387"/>
                </a:lnTo>
                <a:lnTo>
                  <a:pt x="31" y="388"/>
                </a:lnTo>
                <a:lnTo>
                  <a:pt x="32" y="388"/>
                </a:lnTo>
                <a:lnTo>
                  <a:pt x="32" y="389"/>
                </a:lnTo>
                <a:lnTo>
                  <a:pt x="31" y="390"/>
                </a:lnTo>
                <a:lnTo>
                  <a:pt x="31" y="391"/>
                </a:lnTo>
                <a:lnTo>
                  <a:pt x="31" y="392"/>
                </a:lnTo>
                <a:lnTo>
                  <a:pt x="32" y="392"/>
                </a:lnTo>
                <a:lnTo>
                  <a:pt x="32" y="393"/>
                </a:lnTo>
                <a:lnTo>
                  <a:pt x="32" y="394"/>
                </a:lnTo>
                <a:lnTo>
                  <a:pt x="33" y="394"/>
                </a:lnTo>
                <a:lnTo>
                  <a:pt x="34" y="394"/>
                </a:lnTo>
                <a:lnTo>
                  <a:pt x="34" y="395"/>
                </a:lnTo>
                <a:lnTo>
                  <a:pt x="34" y="396"/>
                </a:lnTo>
                <a:lnTo>
                  <a:pt x="35" y="396"/>
                </a:lnTo>
                <a:lnTo>
                  <a:pt x="34" y="396"/>
                </a:lnTo>
                <a:lnTo>
                  <a:pt x="34" y="397"/>
                </a:lnTo>
                <a:lnTo>
                  <a:pt x="34" y="398"/>
                </a:lnTo>
                <a:lnTo>
                  <a:pt x="34" y="399"/>
                </a:lnTo>
                <a:lnTo>
                  <a:pt x="33" y="399"/>
                </a:lnTo>
                <a:lnTo>
                  <a:pt x="33" y="400"/>
                </a:lnTo>
                <a:lnTo>
                  <a:pt x="33" y="399"/>
                </a:lnTo>
                <a:lnTo>
                  <a:pt x="33" y="400"/>
                </a:lnTo>
                <a:lnTo>
                  <a:pt x="33" y="401"/>
                </a:lnTo>
                <a:lnTo>
                  <a:pt x="32" y="401"/>
                </a:lnTo>
                <a:lnTo>
                  <a:pt x="33" y="401"/>
                </a:lnTo>
                <a:lnTo>
                  <a:pt x="33" y="402"/>
                </a:lnTo>
                <a:lnTo>
                  <a:pt x="33" y="403"/>
                </a:lnTo>
                <a:lnTo>
                  <a:pt x="34" y="403"/>
                </a:lnTo>
                <a:lnTo>
                  <a:pt x="34" y="404"/>
                </a:lnTo>
                <a:lnTo>
                  <a:pt x="33" y="404"/>
                </a:lnTo>
                <a:lnTo>
                  <a:pt x="34" y="404"/>
                </a:lnTo>
                <a:lnTo>
                  <a:pt x="34" y="405"/>
                </a:lnTo>
                <a:lnTo>
                  <a:pt x="34" y="406"/>
                </a:lnTo>
                <a:lnTo>
                  <a:pt x="35" y="406"/>
                </a:lnTo>
                <a:lnTo>
                  <a:pt x="34" y="406"/>
                </a:lnTo>
                <a:lnTo>
                  <a:pt x="34" y="407"/>
                </a:lnTo>
                <a:lnTo>
                  <a:pt x="35" y="407"/>
                </a:lnTo>
                <a:lnTo>
                  <a:pt x="35" y="408"/>
                </a:lnTo>
                <a:lnTo>
                  <a:pt x="34" y="408"/>
                </a:lnTo>
                <a:lnTo>
                  <a:pt x="34" y="409"/>
                </a:lnTo>
                <a:lnTo>
                  <a:pt x="35" y="409"/>
                </a:lnTo>
                <a:lnTo>
                  <a:pt x="35" y="410"/>
                </a:lnTo>
                <a:lnTo>
                  <a:pt x="34" y="410"/>
                </a:lnTo>
                <a:lnTo>
                  <a:pt x="35" y="410"/>
                </a:lnTo>
                <a:lnTo>
                  <a:pt x="36" y="410"/>
                </a:lnTo>
                <a:lnTo>
                  <a:pt x="36" y="411"/>
                </a:lnTo>
                <a:lnTo>
                  <a:pt x="36" y="412"/>
                </a:lnTo>
                <a:lnTo>
                  <a:pt x="37" y="412"/>
                </a:lnTo>
                <a:lnTo>
                  <a:pt x="37" y="413"/>
                </a:lnTo>
                <a:lnTo>
                  <a:pt x="37" y="414"/>
                </a:lnTo>
                <a:lnTo>
                  <a:pt x="38" y="414"/>
                </a:lnTo>
                <a:lnTo>
                  <a:pt x="38" y="415"/>
                </a:lnTo>
                <a:lnTo>
                  <a:pt x="39" y="415"/>
                </a:lnTo>
                <a:lnTo>
                  <a:pt x="39" y="416"/>
                </a:lnTo>
                <a:lnTo>
                  <a:pt x="40" y="416"/>
                </a:lnTo>
                <a:lnTo>
                  <a:pt x="40" y="417"/>
                </a:lnTo>
                <a:lnTo>
                  <a:pt x="41" y="417"/>
                </a:lnTo>
                <a:lnTo>
                  <a:pt x="42" y="416"/>
                </a:lnTo>
                <a:lnTo>
                  <a:pt x="42" y="417"/>
                </a:lnTo>
                <a:lnTo>
                  <a:pt x="43" y="417"/>
                </a:lnTo>
                <a:lnTo>
                  <a:pt x="43" y="418"/>
                </a:lnTo>
                <a:lnTo>
                  <a:pt x="44" y="418"/>
                </a:lnTo>
                <a:lnTo>
                  <a:pt x="45" y="418"/>
                </a:lnTo>
                <a:lnTo>
                  <a:pt x="46" y="418"/>
                </a:lnTo>
                <a:lnTo>
                  <a:pt x="46" y="419"/>
                </a:lnTo>
                <a:lnTo>
                  <a:pt x="46" y="420"/>
                </a:lnTo>
                <a:lnTo>
                  <a:pt x="46" y="421"/>
                </a:lnTo>
                <a:lnTo>
                  <a:pt x="47" y="421"/>
                </a:lnTo>
                <a:lnTo>
                  <a:pt x="47" y="422"/>
                </a:lnTo>
                <a:lnTo>
                  <a:pt x="48" y="422"/>
                </a:lnTo>
                <a:lnTo>
                  <a:pt x="49" y="422"/>
                </a:lnTo>
                <a:lnTo>
                  <a:pt x="49" y="423"/>
                </a:lnTo>
                <a:lnTo>
                  <a:pt x="50" y="423"/>
                </a:lnTo>
                <a:lnTo>
                  <a:pt x="50" y="424"/>
                </a:lnTo>
                <a:lnTo>
                  <a:pt x="51" y="424"/>
                </a:lnTo>
                <a:lnTo>
                  <a:pt x="52" y="425"/>
                </a:lnTo>
                <a:lnTo>
                  <a:pt x="52" y="424"/>
                </a:lnTo>
                <a:lnTo>
                  <a:pt x="52" y="423"/>
                </a:lnTo>
                <a:lnTo>
                  <a:pt x="53" y="423"/>
                </a:lnTo>
                <a:lnTo>
                  <a:pt x="53" y="422"/>
                </a:lnTo>
                <a:lnTo>
                  <a:pt x="53" y="421"/>
                </a:lnTo>
                <a:lnTo>
                  <a:pt x="54" y="421"/>
                </a:lnTo>
                <a:lnTo>
                  <a:pt x="54" y="420"/>
                </a:lnTo>
                <a:lnTo>
                  <a:pt x="55" y="420"/>
                </a:lnTo>
                <a:lnTo>
                  <a:pt x="56" y="420"/>
                </a:lnTo>
                <a:lnTo>
                  <a:pt x="57" y="420"/>
                </a:lnTo>
                <a:lnTo>
                  <a:pt x="59" y="420"/>
                </a:lnTo>
                <a:lnTo>
                  <a:pt x="59" y="419"/>
                </a:lnTo>
                <a:lnTo>
                  <a:pt x="60" y="419"/>
                </a:lnTo>
                <a:lnTo>
                  <a:pt x="61" y="419"/>
                </a:lnTo>
                <a:lnTo>
                  <a:pt x="61" y="420"/>
                </a:lnTo>
                <a:lnTo>
                  <a:pt x="62" y="420"/>
                </a:lnTo>
                <a:lnTo>
                  <a:pt x="62" y="421"/>
                </a:lnTo>
                <a:lnTo>
                  <a:pt x="63" y="421"/>
                </a:lnTo>
                <a:lnTo>
                  <a:pt x="64" y="421"/>
                </a:lnTo>
                <a:lnTo>
                  <a:pt x="64" y="420"/>
                </a:lnTo>
                <a:lnTo>
                  <a:pt x="64" y="419"/>
                </a:lnTo>
                <a:lnTo>
                  <a:pt x="63" y="418"/>
                </a:lnTo>
                <a:lnTo>
                  <a:pt x="64" y="418"/>
                </a:lnTo>
                <a:lnTo>
                  <a:pt x="64" y="417"/>
                </a:lnTo>
                <a:lnTo>
                  <a:pt x="65" y="417"/>
                </a:lnTo>
                <a:lnTo>
                  <a:pt x="65" y="416"/>
                </a:lnTo>
                <a:lnTo>
                  <a:pt x="66" y="416"/>
                </a:lnTo>
                <a:lnTo>
                  <a:pt x="66" y="415"/>
                </a:lnTo>
                <a:lnTo>
                  <a:pt x="65" y="415"/>
                </a:lnTo>
                <a:lnTo>
                  <a:pt x="65" y="414"/>
                </a:lnTo>
                <a:lnTo>
                  <a:pt x="65" y="413"/>
                </a:lnTo>
                <a:lnTo>
                  <a:pt x="65" y="412"/>
                </a:lnTo>
                <a:lnTo>
                  <a:pt x="66" y="412"/>
                </a:lnTo>
                <a:lnTo>
                  <a:pt x="66" y="411"/>
                </a:lnTo>
                <a:lnTo>
                  <a:pt x="66" y="410"/>
                </a:lnTo>
                <a:lnTo>
                  <a:pt x="67" y="410"/>
                </a:lnTo>
                <a:lnTo>
                  <a:pt x="68" y="410"/>
                </a:lnTo>
                <a:lnTo>
                  <a:pt x="68" y="409"/>
                </a:lnTo>
                <a:lnTo>
                  <a:pt x="68" y="408"/>
                </a:lnTo>
                <a:lnTo>
                  <a:pt x="69" y="408"/>
                </a:lnTo>
                <a:lnTo>
                  <a:pt x="70" y="408"/>
                </a:lnTo>
                <a:lnTo>
                  <a:pt x="71" y="408"/>
                </a:lnTo>
                <a:lnTo>
                  <a:pt x="71" y="407"/>
                </a:lnTo>
                <a:lnTo>
                  <a:pt x="71" y="406"/>
                </a:lnTo>
                <a:lnTo>
                  <a:pt x="72" y="406"/>
                </a:lnTo>
                <a:lnTo>
                  <a:pt x="72" y="407"/>
                </a:lnTo>
                <a:lnTo>
                  <a:pt x="73" y="407"/>
                </a:lnTo>
                <a:lnTo>
                  <a:pt x="73" y="406"/>
                </a:lnTo>
                <a:lnTo>
                  <a:pt x="73" y="407"/>
                </a:lnTo>
                <a:lnTo>
                  <a:pt x="74" y="407"/>
                </a:lnTo>
                <a:lnTo>
                  <a:pt x="74" y="406"/>
                </a:lnTo>
                <a:lnTo>
                  <a:pt x="74" y="407"/>
                </a:lnTo>
                <a:lnTo>
                  <a:pt x="74" y="406"/>
                </a:lnTo>
                <a:lnTo>
                  <a:pt x="74" y="405"/>
                </a:lnTo>
                <a:lnTo>
                  <a:pt x="75" y="405"/>
                </a:lnTo>
                <a:lnTo>
                  <a:pt x="75" y="406"/>
                </a:lnTo>
                <a:lnTo>
                  <a:pt x="76" y="406"/>
                </a:lnTo>
                <a:lnTo>
                  <a:pt x="77" y="406"/>
                </a:lnTo>
                <a:lnTo>
                  <a:pt x="77" y="405"/>
                </a:lnTo>
                <a:lnTo>
                  <a:pt x="77" y="404"/>
                </a:lnTo>
                <a:lnTo>
                  <a:pt x="78" y="404"/>
                </a:lnTo>
                <a:lnTo>
                  <a:pt x="79" y="404"/>
                </a:lnTo>
                <a:lnTo>
                  <a:pt x="79" y="403"/>
                </a:lnTo>
                <a:lnTo>
                  <a:pt x="79" y="402"/>
                </a:lnTo>
                <a:lnTo>
                  <a:pt x="78" y="402"/>
                </a:lnTo>
                <a:lnTo>
                  <a:pt x="78" y="401"/>
                </a:lnTo>
                <a:lnTo>
                  <a:pt x="79" y="401"/>
                </a:lnTo>
                <a:lnTo>
                  <a:pt x="79" y="400"/>
                </a:lnTo>
                <a:lnTo>
                  <a:pt x="80" y="400"/>
                </a:lnTo>
                <a:lnTo>
                  <a:pt x="80" y="399"/>
                </a:lnTo>
                <a:lnTo>
                  <a:pt x="81" y="399"/>
                </a:lnTo>
                <a:lnTo>
                  <a:pt x="81" y="398"/>
                </a:lnTo>
                <a:lnTo>
                  <a:pt x="82" y="397"/>
                </a:lnTo>
                <a:lnTo>
                  <a:pt x="82" y="396"/>
                </a:lnTo>
                <a:lnTo>
                  <a:pt x="81" y="396"/>
                </a:lnTo>
                <a:lnTo>
                  <a:pt x="81" y="395"/>
                </a:lnTo>
                <a:lnTo>
                  <a:pt x="81" y="394"/>
                </a:lnTo>
                <a:lnTo>
                  <a:pt x="81" y="393"/>
                </a:lnTo>
                <a:lnTo>
                  <a:pt x="80" y="393"/>
                </a:lnTo>
                <a:lnTo>
                  <a:pt x="80" y="392"/>
                </a:lnTo>
                <a:lnTo>
                  <a:pt x="80" y="391"/>
                </a:lnTo>
                <a:lnTo>
                  <a:pt x="79" y="391"/>
                </a:lnTo>
                <a:lnTo>
                  <a:pt x="79" y="390"/>
                </a:lnTo>
                <a:lnTo>
                  <a:pt x="79" y="389"/>
                </a:lnTo>
                <a:lnTo>
                  <a:pt x="79" y="388"/>
                </a:lnTo>
                <a:lnTo>
                  <a:pt x="80" y="389"/>
                </a:lnTo>
                <a:lnTo>
                  <a:pt x="80" y="388"/>
                </a:lnTo>
                <a:lnTo>
                  <a:pt x="80" y="387"/>
                </a:lnTo>
                <a:lnTo>
                  <a:pt x="80" y="386"/>
                </a:lnTo>
                <a:lnTo>
                  <a:pt x="80" y="385"/>
                </a:lnTo>
                <a:lnTo>
                  <a:pt x="81" y="385"/>
                </a:lnTo>
                <a:lnTo>
                  <a:pt x="81" y="384"/>
                </a:lnTo>
                <a:lnTo>
                  <a:pt x="80" y="384"/>
                </a:lnTo>
                <a:lnTo>
                  <a:pt x="80" y="383"/>
                </a:lnTo>
                <a:lnTo>
                  <a:pt x="81" y="383"/>
                </a:lnTo>
                <a:lnTo>
                  <a:pt x="80" y="383"/>
                </a:lnTo>
                <a:lnTo>
                  <a:pt x="80" y="382"/>
                </a:lnTo>
                <a:lnTo>
                  <a:pt x="80" y="381"/>
                </a:lnTo>
                <a:lnTo>
                  <a:pt x="79" y="381"/>
                </a:lnTo>
                <a:lnTo>
                  <a:pt x="79" y="380"/>
                </a:lnTo>
                <a:lnTo>
                  <a:pt x="79" y="379"/>
                </a:lnTo>
                <a:lnTo>
                  <a:pt x="78" y="379"/>
                </a:lnTo>
                <a:lnTo>
                  <a:pt x="78" y="378"/>
                </a:lnTo>
                <a:lnTo>
                  <a:pt x="77" y="378"/>
                </a:lnTo>
                <a:lnTo>
                  <a:pt x="76" y="378"/>
                </a:lnTo>
                <a:lnTo>
                  <a:pt x="76" y="379"/>
                </a:lnTo>
                <a:lnTo>
                  <a:pt x="75" y="379"/>
                </a:lnTo>
                <a:lnTo>
                  <a:pt x="75" y="378"/>
                </a:lnTo>
                <a:lnTo>
                  <a:pt x="74" y="378"/>
                </a:lnTo>
                <a:lnTo>
                  <a:pt x="75" y="378"/>
                </a:lnTo>
                <a:lnTo>
                  <a:pt x="74" y="377"/>
                </a:lnTo>
                <a:lnTo>
                  <a:pt x="75" y="377"/>
                </a:lnTo>
                <a:lnTo>
                  <a:pt x="75" y="376"/>
                </a:lnTo>
                <a:lnTo>
                  <a:pt x="75" y="375"/>
                </a:lnTo>
                <a:lnTo>
                  <a:pt x="75" y="374"/>
                </a:lnTo>
                <a:lnTo>
                  <a:pt x="75" y="373"/>
                </a:lnTo>
                <a:lnTo>
                  <a:pt x="75" y="372"/>
                </a:lnTo>
                <a:lnTo>
                  <a:pt x="76" y="372"/>
                </a:lnTo>
                <a:lnTo>
                  <a:pt x="75" y="372"/>
                </a:lnTo>
                <a:lnTo>
                  <a:pt x="75" y="371"/>
                </a:lnTo>
                <a:lnTo>
                  <a:pt x="75" y="370"/>
                </a:lnTo>
                <a:lnTo>
                  <a:pt x="75" y="369"/>
                </a:lnTo>
                <a:lnTo>
                  <a:pt x="76" y="369"/>
                </a:lnTo>
                <a:lnTo>
                  <a:pt x="75" y="369"/>
                </a:lnTo>
                <a:lnTo>
                  <a:pt x="75" y="368"/>
                </a:lnTo>
                <a:lnTo>
                  <a:pt x="75" y="367"/>
                </a:lnTo>
                <a:lnTo>
                  <a:pt x="75" y="366"/>
                </a:lnTo>
                <a:lnTo>
                  <a:pt x="75" y="365"/>
                </a:lnTo>
                <a:lnTo>
                  <a:pt x="76" y="365"/>
                </a:lnTo>
                <a:lnTo>
                  <a:pt x="76" y="364"/>
                </a:lnTo>
                <a:lnTo>
                  <a:pt x="77" y="363"/>
                </a:lnTo>
                <a:lnTo>
                  <a:pt x="77" y="362"/>
                </a:lnTo>
                <a:lnTo>
                  <a:pt x="76" y="361"/>
                </a:lnTo>
                <a:lnTo>
                  <a:pt x="75" y="361"/>
                </a:lnTo>
                <a:lnTo>
                  <a:pt x="75" y="360"/>
                </a:lnTo>
                <a:lnTo>
                  <a:pt x="74" y="360"/>
                </a:lnTo>
                <a:lnTo>
                  <a:pt x="74" y="361"/>
                </a:lnTo>
                <a:lnTo>
                  <a:pt x="74" y="360"/>
                </a:lnTo>
                <a:lnTo>
                  <a:pt x="73" y="360"/>
                </a:lnTo>
                <a:lnTo>
                  <a:pt x="73" y="359"/>
                </a:lnTo>
                <a:lnTo>
                  <a:pt x="72" y="359"/>
                </a:lnTo>
                <a:lnTo>
                  <a:pt x="72" y="358"/>
                </a:lnTo>
                <a:lnTo>
                  <a:pt x="71" y="358"/>
                </a:lnTo>
                <a:lnTo>
                  <a:pt x="70" y="358"/>
                </a:lnTo>
                <a:lnTo>
                  <a:pt x="70" y="357"/>
                </a:lnTo>
                <a:lnTo>
                  <a:pt x="69" y="357"/>
                </a:lnTo>
                <a:lnTo>
                  <a:pt x="69" y="356"/>
                </a:lnTo>
                <a:lnTo>
                  <a:pt x="69" y="355"/>
                </a:lnTo>
                <a:lnTo>
                  <a:pt x="69" y="354"/>
                </a:lnTo>
                <a:lnTo>
                  <a:pt x="69" y="353"/>
                </a:lnTo>
                <a:lnTo>
                  <a:pt x="68" y="352"/>
                </a:lnTo>
                <a:lnTo>
                  <a:pt x="68" y="351"/>
                </a:lnTo>
                <a:lnTo>
                  <a:pt x="68" y="350"/>
                </a:lnTo>
                <a:lnTo>
                  <a:pt x="68" y="349"/>
                </a:lnTo>
                <a:lnTo>
                  <a:pt x="68" y="348"/>
                </a:lnTo>
                <a:lnTo>
                  <a:pt x="67" y="348"/>
                </a:lnTo>
                <a:lnTo>
                  <a:pt x="67" y="347"/>
                </a:lnTo>
                <a:lnTo>
                  <a:pt x="67" y="346"/>
                </a:lnTo>
                <a:lnTo>
                  <a:pt x="67" y="345"/>
                </a:lnTo>
                <a:lnTo>
                  <a:pt x="67" y="344"/>
                </a:lnTo>
                <a:lnTo>
                  <a:pt x="68" y="344"/>
                </a:lnTo>
                <a:lnTo>
                  <a:pt x="68" y="343"/>
                </a:lnTo>
                <a:lnTo>
                  <a:pt x="68" y="342"/>
                </a:lnTo>
                <a:lnTo>
                  <a:pt x="68" y="341"/>
                </a:lnTo>
                <a:lnTo>
                  <a:pt x="68" y="340"/>
                </a:lnTo>
                <a:lnTo>
                  <a:pt x="69" y="340"/>
                </a:lnTo>
                <a:lnTo>
                  <a:pt x="69" y="339"/>
                </a:lnTo>
                <a:lnTo>
                  <a:pt x="69" y="338"/>
                </a:lnTo>
                <a:lnTo>
                  <a:pt x="68" y="338"/>
                </a:lnTo>
                <a:lnTo>
                  <a:pt x="67" y="338"/>
                </a:lnTo>
                <a:lnTo>
                  <a:pt x="67" y="337"/>
                </a:lnTo>
                <a:lnTo>
                  <a:pt x="66" y="336"/>
                </a:lnTo>
                <a:lnTo>
                  <a:pt x="65" y="336"/>
                </a:lnTo>
                <a:lnTo>
                  <a:pt x="64" y="336"/>
                </a:lnTo>
                <a:lnTo>
                  <a:pt x="64" y="335"/>
                </a:lnTo>
                <a:lnTo>
                  <a:pt x="63" y="335"/>
                </a:lnTo>
                <a:lnTo>
                  <a:pt x="62" y="335"/>
                </a:lnTo>
                <a:lnTo>
                  <a:pt x="62" y="334"/>
                </a:lnTo>
                <a:lnTo>
                  <a:pt x="61" y="334"/>
                </a:lnTo>
                <a:lnTo>
                  <a:pt x="61" y="333"/>
                </a:lnTo>
                <a:lnTo>
                  <a:pt x="60" y="333"/>
                </a:lnTo>
                <a:lnTo>
                  <a:pt x="60" y="332"/>
                </a:lnTo>
                <a:lnTo>
                  <a:pt x="61" y="332"/>
                </a:lnTo>
                <a:lnTo>
                  <a:pt x="62" y="332"/>
                </a:lnTo>
                <a:lnTo>
                  <a:pt x="62" y="331"/>
                </a:lnTo>
                <a:lnTo>
                  <a:pt x="61" y="331"/>
                </a:lnTo>
                <a:lnTo>
                  <a:pt x="60" y="331"/>
                </a:lnTo>
                <a:lnTo>
                  <a:pt x="60" y="330"/>
                </a:lnTo>
                <a:lnTo>
                  <a:pt x="59" y="330"/>
                </a:lnTo>
                <a:lnTo>
                  <a:pt x="58" y="330"/>
                </a:lnTo>
                <a:lnTo>
                  <a:pt x="58" y="329"/>
                </a:lnTo>
                <a:lnTo>
                  <a:pt x="58" y="328"/>
                </a:lnTo>
                <a:lnTo>
                  <a:pt x="57" y="328"/>
                </a:lnTo>
                <a:lnTo>
                  <a:pt x="58" y="328"/>
                </a:lnTo>
                <a:lnTo>
                  <a:pt x="58" y="327"/>
                </a:lnTo>
                <a:lnTo>
                  <a:pt x="57" y="327"/>
                </a:lnTo>
                <a:lnTo>
                  <a:pt x="57" y="326"/>
                </a:lnTo>
                <a:lnTo>
                  <a:pt x="58" y="326"/>
                </a:lnTo>
                <a:lnTo>
                  <a:pt x="58" y="325"/>
                </a:lnTo>
                <a:lnTo>
                  <a:pt x="57" y="325"/>
                </a:lnTo>
                <a:lnTo>
                  <a:pt x="57" y="324"/>
                </a:lnTo>
                <a:lnTo>
                  <a:pt x="56" y="324"/>
                </a:lnTo>
                <a:lnTo>
                  <a:pt x="56" y="323"/>
                </a:lnTo>
                <a:lnTo>
                  <a:pt x="56" y="324"/>
                </a:lnTo>
                <a:lnTo>
                  <a:pt x="55" y="324"/>
                </a:lnTo>
                <a:lnTo>
                  <a:pt x="55" y="323"/>
                </a:lnTo>
                <a:lnTo>
                  <a:pt x="54" y="323"/>
                </a:lnTo>
                <a:lnTo>
                  <a:pt x="53" y="323"/>
                </a:lnTo>
                <a:lnTo>
                  <a:pt x="52" y="323"/>
                </a:lnTo>
                <a:lnTo>
                  <a:pt x="52" y="322"/>
                </a:lnTo>
                <a:lnTo>
                  <a:pt x="51" y="322"/>
                </a:lnTo>
                <a:lnTo>
                  <a:pt x="51" y="321"/>
                </a:lnTo>
                <a:lnTo>
                  <a:pt x="50" y="321"/>
                </a:lnTo>
                <a:lnTo>
                  <a:pt x="50" y="320"/>
                </a:lnTo>
                <a:lnTo>
                  <a:pt x="50" y="319"/>
                </a:lnTo>
                <a:lnTo>
                  <a:pt x="50" y="318"/>
                </a:lnTo>
                <a:lnTo>
                  <a:pt x="49" y="318"/>
                </a:lnTo>
                <a:lnTo>
                  <a:pt x="49" y="317"/>
                </a:lnTo>
                <a:lnTo>
                  <a:pt x="48" y="317"/>
                </a:lnTo>
                <a:lnTo>
                  <a:pt x="48" y="316"/>
                </a:lnTo>
                <a:lnTo>
                  <a:pt x="47" y="316"/>
                </a:lnTo>
                <a:lnTo>
                  <a:pt x="46" y="316"/>
                </a:lnTo>
                <a:lnTo>
                  <a:pt x="46" y="315"/>
                </a:lnTo>
                <a:lnTo>
                  <a:pt x="45" y="315"/>
                </a:lnTo>
                <a:lnTo>
                  <a:pt x="45" y="314"/>
                </a:lnTo>
                <a:lnTo>
                  <a:pt x="43" y="314"/>
                </a:lnTo>
                <a:lnTo>
                  <a:pt x="42" y="314"/>
                </a:lnTo>
                <a:lnTo>
                  <a:pt x="41" y="314"/>
                </a:lnTo>
                <a:lnTo>
                  <a:pt x="40" y="314"/>
                </a:lnTo>
                <a:lnTo>
                  <a:pt x="40" y="313"/>
                </a:lnTo>
                <a:lnTo>
                  <a:pt x="40" y="312"/>
                </a:lnTo>
                <a:lnTo>
                  <a:pt x="39" y="312"/>
                </a:lnTo>
                <a:lnTo>
                  <a:pt x="40" y="312"/>
                </a:lnTo>
                <a:lnTo>
                  <a:pt x="40" y="311"/>
                </a:lnTo>
                <a:lnTo>
                  <a:pt x="39" y="311"/>
                </a:lnTo>
                <a:lnTo>
                  <a:pt x="39" y="310"/>
                </a:lnTo>
                <a:lnTo>
                  <a:pt x="38" y="310"/>
                </a:lnTo>
                <a:lnTo>
                  <a:pt x="38" y="309"/>
                </a:lnTo>
                <a:lnTo>
                  <a:pt x="37" y="308"/>
                </a:lnTo>
                <a:lnTo>
                  <a:pt x="38" y="308"/>
                </a:lnTo>
                <a:lnTo>
                  <a:pt x="38" y="307"/>
                </a:lnTo>
                <a:lnTo>
                  <a:pt x="37" y="307"/>
                </a:lnTo>
                <a:lnTo>
                  <a:pt x="37" y="306"/>
                </a:lnTo>
                <a:lnTo>
                  <a:pt x="36" y="306"/>
                </a:lnTo>
                <a:lnTo>
                  <a:pt x="36" y="305"/>
                </a:lnTo>
                <a:lnTo>
                  <a:pt x="35" y="305"/>
                </a:lnTo>
                <a:lnTo>
                  <a:pt x="35" y="304"/>
                </a:lnTo>
                <a:lnTo>
                  <a:pt x="34" y="304"/>
                </a:lnTo>
                <a:lnTo>
                  <a:pt x="34" y="303"/>
                </a:lnTo>
                <a:lnTo>
                  <a:pt x="34" y="302"/>
                </a:lnTo>
                <a:lnTo>
                  <a:pt x="33" y="302"/>
                </a:lnTo>
                <a:lnTo>
                  <a:pt x="33" y="303"/>
                </a:lnTo>
                <a:lnTo>
                  <a:pt x="33" y="302"/>
                </a:lnTo>
                <a:lnTo>
                  <a:pt x="32" y="302"/>
                </a:lnTo>
                <a:lnTo>
                  <a:pt x="32" y="301"/>
                </a:lnTo>
                <a:lnTo>
                  <a:pt x="32" y="300"/>
                </a:lnTo>
                <a:lnTo>
                  <a:pt x="31" y="300"/>
                </a:lnTo>
                <a:lnTo>
                  <a:pt x="31" y="299"/>
                </a:lnTo>
                <a:lnTo>
                  <a:pt x="30" y="299"/>
                </a:lnTo>
                <a:lnTo>
                  <a:pt x="30" y="298"/>
                </a:lnTo>
                <a:lnTo>
                  <a:pt x="31" y="298"/>
                </a:lnTo>
                <a:lnTo>
                  <a:pt x="31" y="297"/>
                </a:lnTo>
                <a:lnTo>
                  <a:pt x="31" y="295"/>
                </a:lnTo>
                <a:lnTo>
                  <a:pt x="32" y="295"/>
                </a:lnTo>
                <a:lnTo>
                  <a:pt x="32" y="294"/>
                </a:lnTo>
                <a:lnTo>
                  <a:pt x="32" y="293"/>
                </a:lnTo>
                <a:lnTo>
                  <a:pt x="33" y="293"/>
                </a:lnTo>
                <a:lnTo>
                  <a:pt x="32" y="293"/>
                </a:lnTo>
                <a:lnTo>
                  <a:pt x="31" y="293"/>
                </a:lnTo>
                <a:lnTo>
                  <a:pt x="30" y="293"/>
                </a:lnTo>
                <a:lnTo>
                  <a:pt x="29" y="293"/>
                </a:lnTo>
                <a:lnTo>
                  <a:pt x="28" y="292"/>
                </a:lnTo>
                <a:lnTo>
                  <a:pt x="27" y="292"/>
                </a:lnTo>
                <a:lnTo>
                  <a:pt x="27" y="291"/>
                </a:lnTo>
                <a:lnTo>
                  <a:pt x="27" y="290"/>
                </a:lnTo>
                <a:lnTo>
                  <a:pt x="26" y="290"/>
                </a:lnTo>
                <a:lnTo>
                  <a:pt x="26" y="289"/>
                </a:lnTo>
                <a:lnTo>
                  <a:pt x="25" y="288"/>
                </a:lnTo>
                <a:lnTo>
                  <a:pt x="26" y="288"/>
                </a:lnTo>
                <a:lnTo>
                  <a:pt x="27" y="288"/>
                </a:lnTo>
                <a:lnTo>
                  <a:pt x="28" y="288"/>
                </a:lnTo>
                <a:lnTo>
                  <a:pt x="28" y="287"/>
                </a:lnTo>
                <a:lnTo>
                  <a:pt x="29" y="287"/>
                </a:lnTo>
                <a:lnTo>
                  <a:pt x="30" y="287"/>
                </a:lnTo>
                <a:lnTo>
                  <a:pt x="31" y="287"/>
                </a:lnTo>
                <a:lnTo>
                  <a:pt x="31" y="286"/>
                </a:lnTo>
                <a:lnTo>
                  <a:pt x="32" y="286"/>
                </a:lnTo>
                <a:lnTo>
                  <a:pt x="33" y="285"/>
                </a:lnTo>
                <a:lnTo>
                  <a:pt x="33" y="284"/>
                </a:lnTo>
                <a:lnTo>
                  <a:pt x="34" y="284"/>
                </a:lnTo>
                <a:lnTo>
                  <a:pt x="35" y="283"/>
                </a:lnTo>
                <a:lnTo>
                  <a:pt x="36" y="283"/>
                </a:lnTo>
                <a:lnTo>
                  <a:pt x="36" y="282"/>
                </a:lnTo>
                <a:lnTo>
                  <a:pt x="35" y="282"/>
                </a:lnTo>
                <a:lnTo>
                  <a:pt x="35" y="281"/>
                </a:lnTo>
                <a:lnTo>
                  <a:pt x="34" y="281"/>
                </a:lnTo>
                <a:lnTo>
                  <a:pt x="34" y="280"/>
                </a:lnTo>
                <a:lnTo>
                  <a:pt x="33" y="280"/>
                </a:lnTo>
                <a:lnTo>
                  <a:pt x="34" y="280"/>
                </a:lnTo>
                <a:lnTo>
                  <a:pt x="34" y="279"/>
                </a:lnTo>
                <a:lnTo>
                  <a:pt x="33" y="279"/>
                </a:lnTo>
                <a:lnTo>
                  <a:pt x="33" y="278"/>
                </a:lnTo>
                <a:lnTo>
                  <a:pt x="33" y="277"/>
                </a:lnTo>
                <a:lnTo>
                  <a:pt x="32" y="277"/>
                </a:lnTo>
                <a:lnTo>
                  <a:pt x="32" y="276"/>
                </a:lnTo>
                <a:lnTo>
                  <a:pt x="33" y="276"/>
                </a:lnTo>
                <a:lnTo>
                  <a:pt x="33" y="275"/>
                </a:lnTo>
                <a:lnTo>
                  <a:pt x="33" y="274"/>
                </a:lnTo>
                <a:lnTo>
                  <a:pt x="33" y="273"/>
                </a:lnTo>
                <a:lnTo>
                  <a:pt x="33" y="272"/>
                </a:lnTo>
                <a:lnTo>
                  <a:pt x="33" y="271"/>
                </a:lnTo>
                <a:lnTo>
                  <a:pt x="33" y="270"/>
                </a:lnTo>
                <a:lnTo>
                  <a:pt x="33" y="269"/>
                </a:lnTo>
                <a:lnTo>
                  <a:pt x="33" y="268"/>
                </a:lnTo>
                <a:lnTo>
                  <a:pt x="32" y="268"/>
                </a:lnTo>
                <a:lnTo>
                  <a:pt x="32" y="267"/>
                </a:lnTo>
                <a:lnTo>
                  <a:pt x="32" y="266"/>
                </a:lnTo>
                <a:lnTo>
                  <a:pt x="33" y="266"/>
                </a:lnTo>
                <a:lnTo>
                  <a:pt x="33" y="265"/>
                </a:lnTo>
                <a:lnTo>
                  <a:pt x="33" y="264"/>
                </a:lnTo>
                <a:lnTo>
                  <a:pt x="33" y="263"/>
                </a:lnTo>
                <a:lnTo>
                  <a:pt x="32" y="263"/>
                </a:lnTo>
                <a:lnTo>
                  <a:pt x="32" y="262"/>
                </a:lnTo>
                <a:lnTo>
                  <a:pt x="31" y="262"/>
                </a:lnTo>
                <a:lnTo>
                  <a:pt x="30" y="262"/>
                </a:lnTo>
                <a:lnTo>
                  <a:pt x="30" y="261"/>
                </a:lnTo>
                <a:lnTo>
                  <a:pt x="31" y="260"/>
                </a:lnTo>
                <a:lnTo>
                  <a:pt x="30" y="260"/>
                </a:lnTo>
                <a:lnTo>
                  <a:pt x="31" y="260"/>
                </a:lnTo>
                <a:lnTo>
                  <a:pt x="31" y="259"/>
                </a:lnTo>
                <a:lnTo>
                  <a:pt x="30" y="259"/>
                </a:lnTo>
                <a:lnTo>
                  <a:pt x="31" y="259"/>
                </a:lnTo>
                <a:lnTo>
                  <a:pt x="31" y="258"/>
                </a:lnTo>
                <a:lnTo>
                  <a:pt x="30" y="258"/>
                </a:lnTo>
                <a:lnTo>
                  <a:pt x="31" y="258"/>
                </a:lnTo>
                <a:lnTo>
                  <a:pt x="31" y="257"/>
                </a:lnTo>
                <a:lnTo>
                  <a:pt x="31" y="256"/>
                </a:lnTo>
                <a:lnTo>
                  <a:pt x="31" y="255"/>
                </a:lnTo>
                <a:lnTo>
                  <a:pt x="31" y="254"/>
                </a:lnTo>
                <a:lnTo>
                  <a:pt x="30" y="254"/>
                </a:lnTo>
                <a:lnTo>
                  <a:pt x="30" y="253"/>
                </a:lnTo>
                <a:lnTo>
                  <a:pt x="29" y="253"/>
                </a:lnTo>
                <a:lnTo>
                  <a:pt x="28" y="252"/>
                </a:lnTo>
                <a:lnTo>
                  <a:pt x="28" y="251"/>
                </a:lnTo>
                <a:lnTo>
                  <a:pt x="27" y="251"/>
                </a:lnTo>
                <a:lnTo>
                  <a:pt x="27" y="252"/>
                </a:lnTo>
                <a:lnTo>
                  <a:pt x="26" y="252"/>
                </a:lnTo>
                <a:lnTo>
                  <a:pt x="25" y="252"/>
                </a:lnTo>
                <a:lnTo>
                  <a:pt x="25" y="251"/>
                </a:lnTo>
                <a:lnTo>
                  <a:pt x="23" y="251"/>
                </a:lnTo>
                <a:lnTo>
                  <a:pt x="23" y="250"/>
                </a:lnTo>
                <a:lnTo>
                  <a:pt x="23" y="249"/>
                </a:lnTo>
                <a:lnTo>
                  <a:pt x="23" y="248"/>
                </a:lnTo>
                <a:lnTo>
                  <a:pt x="24" y="248"/>
                </a:lnTo>
                <a:lnTo>
                  <a:pt x="25" y="248"/>
                </a:lnTo>
                <a:lnTo>
                  <a:pt x="24" y="247"/>
                </a:lnTo>
                <a:lnTo>
                  <a:pt x="24" y="246"/>
                </a:lnTo>
                <a:lnTo>
                  <a:pt x="24" y="245"/>
                </a:lnTo>
                <a:lnTo>
                  <a:pt x="25" y="245"/>
                </a:lnTo>
                <a:lnTo>
                  <a:pt x="26" y="245"/>
                </a:lnTo>
                <a:lnTo>
                  <a:pt x="26" y="246"/>
                </a:lnTo>
                <a:lnTo>
                  <a:pt x="27" y="246"/>
                </a:lnTo>
                <a:lnTo>
                  <a:pt x="27" y="245"/>
                </a:lnTo>
                <a:lnTo>
                  <a:pt x="28" y="245"/>
                </a:lnTo>
                <a:lnTo>
                  <a:pt x="29" y="245"/>
                </a:lnTo>
                <a:lnTo>
                  <a:pt x="30" y="245"/>
                </a:lnTo>
                <a:lnTo>
                  <a:pt x="31" y="245"/>
                </a:lnTo>
                <a:lnTo>
                  <a:pt x="32" y="245"/>
                </a:lnTo>
                <a:lnTo>
                  <a:pt x="32" y="244"/>
                </a:lnTo>
                <a:lnTo>
                  <a:pt x="33" y="244"/>
                </a:lnTo>
                <a:lnTo>
                  <a:pt x="33" y="243"/>
                </a:lnTo>
                <a:lnTo>
                  <a:pt x="34" y="243"/>
                </a:lnTo>
                <a:lnTo>
                  <a:pt x="34" y="242"/>
                </a:lnTo>
                <a:lnTo>
                  <a:pt x="35" y="242"/>
                </a:lnTo>
                <a:lnTo>
                  <a:pt x="35" y="241"/>
                </a:lnTo>
                <a:lnTo>
                  <a:pt x="36" y="241"/>
                </a:lnTo>
                <a:lnTo>
                  <a:pt x="36" y="240"/>
                </a:lnTo>
                <a:lnTo>
                  <a:pt x="37" y="240"/>
                </a:lnTo>
                <a:lnTo>
                  <a:pt x="37" y="241"/>
                </a:lnTo>
                <a:lnTo>
                  <a:pt x="38" y="241"/>
                </a:lnTo>
                <a:lnTo>
                  <a:pt x="39" y="241"/>
                </a:lnTo>
                <a:lnTo>
                  <a:pt x="39" y="242"/>
                </a:lnTo>
                <a:lnTo>
                  <a:pt x="39" y="241"/>
                </a:lnTo>
                <a:lnTo>
                  <a:pt x="40" y="241"/>
                </a:lnTo>
                <a:lnTo>
                  <a:pt x="39" y="241"/>
                </a:lnTo>
                <a:lnTo>
                  <a:pt x="40" y="241"/>
                </a:lnTo>
                <a:lnTo>
                  <a:pt x="40" y="240"/>
                </a:lnTo>
                <a:lnTo>
                  <a:pt x="41" y="240"/>
                </a:lnTo>
                <a:lnTo>
                  <a:pt x="42" y="240"/>
                </a:lnTo>
                <a:lnTo>
                  <a:pt x="42" y="239"/>
                </a:lnTo>
                <a:lnTo>
                  <a:pt x="42" y="238"/>
                </a:lnTo>
                <a:lnTo>
                  <a:pt x="42" y="237"/>
                </a:lnTo>
                <a:lnTo>
                  <a:pt x="43" y="237"/>
                </a:lnTo>
                <a:lnTo>
                  <a:pt x="43" y="238"/>
                </a:lnTo>
                <a:lnTo>
                  <a:pt x="44" y="238"/>
                </a:lnTo>
                <a:lnTo>
                  <a:pt x="44" y="239"/>
                </a:lnTo>
                <a:lnTo>
                  <a:pt x="45" y="239"/>
                </a:lnTo>
                <a:lnTo>
                  <a:pt x="45" y="240"/>
                </a:lnTo>
                <a:lnTo>
                  <a:pt x="46" y="240"/>
                </a:lnTo>
                <a:lnTo>
                  <a:pt x="46" y="239"/>
                </a:lnTo>
                <a:lnTo>
                  <a:pt x="47" y="239"/>
                </a:lnTo>
                <a:lnTo>
                  <a:pt x="48" y="239"/>
                </a:lnTo>
                <a:lnTo>
                  <a:pt x="48" y="238"/>
                </a:lnTo>
                <a:lnTo>
                  <a:pt x="48" y="237"/>
                </a:lnTo>
                <a:lnTo>
                  <a:pt x="48" y="236"/>
                </a:lnTo>
                <a:lnTo>
                  <a:pt x="48" y="235"/>
                </a:lnTo>
                <a:lnTo>
                  <a:pt x="48" y="234"/>
                </a:lnTo>
                <a:lnTo>
                  <a:pt x="49" y="234"/>
                </a:lnTo>
                <a:lnTo>
                  <a:pt x="49" y="233"/>
                </a:lnTo>
                <a:lnTo>
                  <a:pt x="49" y="232"/>
                </a:lnTo>
                <a:lnTo>
                  <a:pt x="49" y="231"/>
                </a:lnTo>
                <a:lnTo>
                  <a:pt x="50" y="231"/>
                </a:lnTo>
                <a:lnTo>
                  <a:pt x="51" y="231"/>
                </a:lnTo>
                <a:lnTo>
                  <a:pt x="51" y="230"/>
                </a:lnTo>
                <a:lnTo>
                  <a:pt x="51" y="229"/>
                </a:lnTo>
                <a:lnTo>
                  <a:pt x="51" y="228"/>
                </a:lnTo>
                <a:lnTo>
                  <a:pt x="51" y="227"/>
                </a:lnTo>
                <a:lnTo>
                  <a:pt x="52" y="227"/>
                </a:lnTo>
                <a:lnTo>
                  <a:pt x="52" y="226"/>
                </a:lnTo>
                <a:lnTo>
                  <a:pt x="52" y="225"/>
                </a:lnTo>
                <a:lnTo>
                  <a:pt x="52" y="224"/>
                </a:lnTo>
                <a:lnTo>
                  <a:pt x="53" y="224"/>
                </a:lnTo>
                <a:lnTo>
                  <a:pt x="53" y="223"/>
                </a:lnTo>
                <a:lnTo>
                  <a:pt x="52" y="223"/>
                </a:lnTo>
                <a:lnTo>
                  <a:pt x="52" y="222"/>
                </a:lnTo>
                <a:lnTo>
                  <a:pt x="53" y="222"/>
                </a:lnTo>
                <a:lnTo>
                  <a:pt x="54" y="222"/>
                </a:lnTo>
                <a:lnTo>
                  <a:pt x="55" y="222"/>
                </a:lnTo>
                <a:lnTo>
                  <a:pt x="56" y="222"/>
                </a:lnTo>
                <a:lnTo>
                  <a:pt x="57" y="222"/>
                </a:lnTo>
                <a:lnTo>
                  <a:pt x="58" y="222"/>
                </a:lnTo>
                <a:lnTo>
                  <a:pt x="58" y="221"/>
                </a:lnTo>
                <a:lnTo>
                  <a:pt x="58" y="220"/>
                </a:lnTo>
                <a:lnTo>
                  <a:pt x="59" y="219"/>
                </a:lnTo>
                <a:lnTo>
                  <a:pt x="59" y="218"/>
                </a:lnTo>
                <a:lnTo>
                  <a:pt x="59" y="217"/>
                </a:lnTo>
                <a:lnTo>
                  <a:pt x="59" y="215"/>
                </a:lnTo>
                <a:lnTo>
                  <a:pt x="60" y="214"/>
                </a:lnTo>
                <a:lnTo>
                  <a:pt x="60" y="212"/>
                </a:lnTo>
                <a:lnTo>
                  <a:pt x="62" y="212"/>
                </a:lnTo>
                <a:lnTo>
                  <a:pt x="63" y="211"/>
                </a:lnTo>
                <a:lnTo>
                  <a:pt x="64" y="210"/>
                </a:lnTo>
                <a:lnTo>
                  <a:pt x="65" y="210"/>
                </a:lnTo>
                <a:lnTo>
                  <a:pt x="67" y="210"/>
                </a:lnTo>
                <a:lnTo>
                  <a:pt x="67" y="209"/>
                </a:lnTo>
                <a:lnTo>
                  <a:pt x="68" y="209"/>
                </a:lnTo>
                <a:lnTo>
                  <a:pt x="68" y="208"/>
                </a:lnTo>
                <a:lnTo>
                  <a:pt x="69" y="208"/>
                </a:lnTo>
                <a:lnTo>
                  <a:pt x="69" y="209"/>
                </a:lnTo>
                <a:lnTo>
                  <a:pt x="69" y="210"/>
                </a:lnTo>
                <a:lnTo>
                  <a:pt x="70" y="210"/>
                </a:lnTo>
                <a:lnTo>
                  <a:pt x="71" y="210"/>
                </a:lnTo>
                <a:lnTo>
                  <a:pt x="71" y="211"/>
                </a:lnTo>
                <a:lnTo>
                  <a:pt x="72" y="211"/>
                </a:lnTo>
                <a:lnTo>
                  <a:pt x="73" y="212"/>
                </a:lnTo>
                <a:lnTo>
                  <a:pt x="74" y="211"/>
                </a:lnTo>
                <a:lnTo>
                  <a:pt x="75" y="211"/>
                </a:lnTo>
                <a:lnTo>
                  <a:pt x="77" y="211"/>
                </a:lnTo>
                <a:lnTo>
                  <a:pt x="78" y="211"/>
                </a:lnTo>
                <a:lnTo>
                  <a:pt x="78" y="210"/>
                </a:lnTo>
                <a:lnTo>
                  <a:pt x="78" y="209"/>
                </a:lnTo>
                <a:lnTo>
                  <a:pt x="79" y="209"/>
                </a:lnTo>
                <a:lnTo>
                  <a:pt x="80" y="209"/>
                </a:lnTo>
                <a:lnTo>
                  <a:pt x="82" y="209"/>
                </a:lnTo>
                <a:lnTo>
                  <a:pt x="83" y="209"/>
                </a:lnTo>
                <a:lnTo>
                  <a:pt x="84" y="209"/>
                </a:lnTo>
                <a:lnTo>
                  <a:pt x="85" y="209"/>
                </a:lnTo>
                <a:lnTo>
                  <a:pt x="86" y="210"/>
                </a:lnTo>
                <a:lnTo>
                  <a:pt x="87" y="210"/>
                </a:lnTo>
                <a:lnTo>
                  <a:pt x="88" y="210"/>
                </a:lnTo>
                <a:lnTo>
                  <a:pt x="89" y="210"/>
                </a:lnTo>
                <a:lnTo>
                  <a:pt x="90" y="210"/>
                </a:lnTo>
                <a:lnTo>
                  <a:pt x="91" y="208"/>
                </a:lnTo>
                <a:lnTo>
                  <a:pt x="92" y="208"/>
                </a:lnTo>
                <a:lnTo>
                  <a:pt x="93" y="208"/>
                </a:lnTo>
                <a:lnTo>
                  <a:pt x="94" y="209"/>
                </a:lnTo>
                <a:lnTo>
                  <a:pt x="95" y="209"/>
                </a:lnTo>
                <a:lnTo>
                  <a:pt x="96" y="208"/>
                </a:lnTo>
                <a:lnTo>
                  <a:pt x="97" y="208"/>
                </a:lnTo>
                <a:lnTo>
                  <a:pt x="98" y="208"/>
                </a:lnTo>
                <a:lnTo>
                  <a:pt x="98" y="209"/>
                </a:lnTo>
                <a:lnTo>
                  <a:pt x="102" y="207"/>
                </a:lnTo>
                <a:lnTo>
                  <a:pt x="103" y="206"/>
                </a:lnTo>
                <a:lnTo>
                  <a:pt x="103" y="205"/>
                </a:lnTo>
                <a:lnTo>
                  <a:pt x="104" y="205"/>
                </a:lnTo>
                <a:lnTo>
                  <a:pt x="104" y="206"/>
                </a:lnTo>
                <a:lnTo>
                  <a:pt x="104" y="207"/>
                </a:lnTo>
                <a:lnTo>
                  <a:pt x="105" y="207"/>
                </a:lnTo>
                <a:lnTo>
                  <a:pt x="105" y="208"/>
                </a:lnTo>
                <a:lnTo>
                  <a:pt x="106" y="208"/>
                </a:lnTo>
                <a:lnTo>
                  <a:pt x="106" y="207"/>
                </a:lnTo>
                <a:lnTo>
                  <a:pt x="107" y="207"/>
                </a:lnTo>
                <a:lnTo>
                  <a:pt x="108" y="207"/>
                </a:lnTo>
                <a:lnTo>
                  <a:pt x="109" y="207"/>
                </a:lnTo>
                <a:lnTo>
                  <a:pt x="110" y="208"/>
                </a:lnTo>
                <a:lnTo>
                  <a:pt x="111" y="208"/>
                </a:lnTo>
                <a:lnTo>
                  <a:pt x="112" y="208"/>
                </a:lnTo>
                <a:lnTo>
                  <a:pt x="113" y="208"/>
                </a:lnTo>
                <a:lnTo>
                  <a:pt x="114" y="208"/>
                </a:lnTo>
                <a:lnTo>
                  <a:pt x="115" y="208"/>
                </a:lnTo>
                <a:lnTo>
                  <a:pt x="116" y="207"/>
                </a:lnTo>
                <a:lnTo>
                  <a:pt x="116" y="206"/>
                </a:lnTo>
                <a:lnTo>
                  <a:pt x="118" y="205"/>
                </a:lnTo>
                <a:lnTo>
                  <a:pt x="119" y="205"/>
                </a:lnTo>
                <a:lnTo>
                  <a:pt x="119" y="206"/>
                </a:lnTo>
                <a:lnTo>
                  <a:pt x="120" y="206"/>
                </a:lnTo>
                <a:lnTo>
                  <a:pt x="121" y="206"/>
                </a:lnTo>
                <a:lnTo>
                  <a:pt x="122" y="205"/>
                </a:lnTo>
                <a:lnTo>
                  <a:pt x="124" y="205"/>
                </a:lnTo>
                <a:lnTo>
                  <a:pt x="125" y="205"/>
                </a:lnTo>
                <a:lnTo>
                  <a:pt x="126" y="205"/>
                </a:lnTo>
                <a:lnTo>
                  <a:pt x="126" y="204"/>
                </a:lnTo>
                <a:lnTo>
                  <a:pt x="127" y="204"/>
                </a:lnTo>
                <a:lnTo>
                  <a:pt x="128" y="204"/>
                </a:lnTo>
                <a:lnTo>
                  <a:pt x="129" y="203"/>
                </a:lnTo>
                <a:lnTo>
                  <a:pt x="129" y="201"/>
                </a:lnTo>
                <a:lnTo>
                  <a:pt x="130" y="201"/>
                </a:lnTo>
                <a:lnTo>
                  <a:pt x="131" y="201"/>
                </a:lnTo>
                <a:lnTo>
                  <a:pt x="131" y="200"/>
                </a:lnTo>
                <a:lnTo>
                  <a:pt x="130" y="200"/>
                </a:lnTo>
                <a:lnTo>
                  <a:pt x="130" y="199"/>
                </a:lnTo>
                <a:lnTo>
                  <a:pt x="131" y="199"/>
                </a:lnTo>
                <a:lnTo>
                  <a:pt x="132" y="199"/>
                </a:lnTo>
                <a:lnTo>
                  <a:pt x="132" y="200"/>
                </a:lnTo>
                <a:lnTo>
                  <a:pt x="132" y="199"/>
                </a:lnTo>
                <a:lnTo>
                  <a:pt x="131" y="199"/>
                </a:lnTo>
                <a:lnTo>
                  <a:pt x="131" y="198"/>
                </a:lnTo>
                <a:lnTo>
                  <a:pt x="130" y="198"/>
                </a:lnTo>
                <a:lnTo>
                  <a:pt x="130" y="197"/>
                </a:lnTo>
                <a:lnTo>
                  <a:pt x="130" y="196"/>
                </a:lnTo>
                <a:lnTo>
                  <a:pt x="131" y="196"/>
                </a:lnTo>
                <a:lnTo>
                  <a:pt x="132" y="195"/>
                </a:lnTo>
                <a:lnTo>
                  <a:pt x="132" y="194"/>
                </a:lnTo>
                <a:lnTo>
                  <a:pt x="131" y="194"/>
                </a:lnTo>
                <a:lnTo>
                  <a:pt x="131" y="193"/>
                </a:lnTo>
                <a:lnTo>
                  <a:pt x="132" y="193"/>
                </a:lnTo>
                <a:lnTo>
                  <a:pt x="132" y="192"/>
                </a:lnTo>
                <a:lnTo>
                  <a:pt x="132" y="191"/>
                </a:lnTo>
                <a:lnTo>
                  <a:pt x="133" y="191"/>
                </a:lnTo>
                <a:lnTo>
                  <a:pt x="134" y="191"/>
                </a:lnTo>
                <a:lnTo>
                  <a:pt x="134" y="190"/>
                </a:lnTo>
                <a:lnTo>
                  <a:pt x="134" y="189"/>
                </a:lnTo>
                <a:lnTo>
                  <a:pt x="135" y="189"/>
                </a:lnTo>
                <a:lnTo>
                  <a:pt x="135" y="188"/>
                </a:lnTo>
                <a:lnTo>
                  <a:pt x="134" y="188"/>
                </a:lnTo>
                <a:lnTo>
                  <a:pt x="133" y="187"/>
                </a:lnTo>
                <a:lnTo>
                  <a:pt x="132" y="187"/>
                </a:lnTo>
                <a:lnTo>
                  <a:pt x="132" y="185"/>
                </a:lnTo>
                <a:lnTo>
                  <a:pt x="134" y="185"/>
                </a:lnTo>
                <a:lnTo>
                  <a:pt x="135" y="184"/>
                </a:lnTo>
                <a:lnTo>
                  <a:pt x="136" y="184"/>
                </a:lnTo>
                <a:lnTo>
                  <a:pt x="136" y="183"/>
                </a:lnTo>
                <a:lnTo>
                  <a:pt x="136" y="182"/>
                </a:lnTo>
                <a:lnTo>
                  <a:pt x="136" y="181"/>
                </a:lnTo>
                <a:lnTo>
                  <a:pt x="135" y="180"/>
                </a:lnTo>
                <a:lnTo>
                  <a:pt x="135" y="179"/>
                </a:lnTo>
                <a:lnTo>
                  <a:pt x="136" y="177"/>
                </a:lnTo>
                <a:lnTo>
                  <a:pt x="137" y="176"/>
                </a:lnTo>
                <a:lnTo>
                  <a:pt x="138" y="175"/>
                </a:lnTo>
                <a:lnTo>
                  <a:pt x="138" y="174"/>
                </a:lnTo>
                <a:lnTo>
                  <a:pt x="139" y="173"/>
                </a:lnTo>
                <a:lnTo>
                  <a:pt x="139" y="172"/>
                </a:lnTo>
                <a:lnTo>
                  <a:pt x="139" y="171"/>
                </a:lnTo>
                <a:lnTo>
                  <a:pt x="139" y="170"/>
                </a:lnTo>
                <a:lnTo>
                  <a:pt x="139" y="169"/>
                </a:lnTo>
                <a:lnTo>
                  <a:pt x="138" y="167"/>
                </a:lnTo>
                <a:lnTo>
                  <a:pt x="139" y="166"/>
                </a:lnTo>
                <a:lnTo>
                  <a:pt x="141" y="166"/>
                </a:lnTo>
                <a:lnTo>
                  <a:pt x="143" y="166"/>
                </a:lnTo>
                <a:lnTo>
                  <a:pt x="144" y="166"/>
                </a:lnTo>
                <a:lnTo>
                  <a:pt x="144" y="164"/>
                </a:lnTo>
                <a:lnTo>
                  <a:pt x="144" y="163"/>
                </a:lnTo>
                <a:lnTo>
                  <a:pt x="145" y="163"/>
                </a:lnTo>
                <a:lnTo>
                  <a:pt x="145" y="162"/>
                </a:lnTo>
                <a:lnTo>
                  <a:pt x="146" y="162"/>
                </a:lnTo>
                <a:lnTo>
                  <a:pt x="147" y="162"/>
                </a:lnTo>
                <a:lnTo>
                  <a:pt x="148" y="162"/>
                </a:lnTo>
                <a:lnTo>
                  <a:pt x="148" y="161"/>
                </a:lnTo>
                <a:lnTo>
                  <a:pt x="148" y="160"/>
                </a:lnTo>
                <a:lnTo>
                  <a:pt x="147" y="160"/>
                </a:lnTo>
                <a:lnTo>
                  <a:pt x="147" y="159"/>
                </a:lnTo>
                <a:lnTo>
                  <a:pt x="148" y="159"/>
                </a:lnTo>
                <a:lnTo>
                  <a:pt x="148" y="158"/>
                </a:lnTo>
                <a:lnTo>
                  <a:pt x="148" y="157"/>
                </a:lnTo>
                <a:lnTo>
                  <a:pt x="147" y="157"/>
                </a:lnTo>
                <a:lnTo>
                  <a:pt x="147" y="155"/>
                </a:lnTo>
                <a:lnTo>
                  <a:pt x="147" y="154"/>
                </a:lnTo>
                <a:lnTo>
                  <a:pt x="148" y="154"/>
                </a:lnTo>
                <a:lnTo>
                  <a:pt x="148" y="153"/>
                </a:lnTo>
                <a:lnTo>
                  <a:pt x="147" y="153"/>
                </a:lnTo>
                <a:lnTo>
                  <a:pt x="147" y="152"/>
                </a:lnTo>
                <a:lnTo>
                  <a:pt x="147" y="151"/>
                </a:lnTo>
                <a:lnTo>
                  <a:pt x="148" y="151"/>
                </a:lnTo>
                <a:lnTo>
                  <a:pt x="148" y="150"/>
                </a:lnTo>
                <a:lnTo>
                  <a:pt x="148" y="149"/>
                </a:lnTo>
                <a:lnTo>
                  <a:pt x="147" y="149"/>
                </a:lnTo>
                <a:lnTo>
                  <a:pt x="147" y="148"/>
                </a:lnTo>
                <a:lnTo>
                  <a:pt x="151" y="144"/>
                </a:lnTo>
                <a:lnTo>
                  <a:pt x="152" y="144"/>
                </a:lnTo>
                <a:lnTo>
                  <a:pt x="152" y="145"/>
                </a:lnTo>
                <a:lnTo>
                  <a:pt x="153" y="145"/>
                </a:lnTo>
                <a:lnTo>
                  <a:pt x="154" y="145"/>
                </a:lnTo>
                <a:lnTo>
                  <a:pt x="155" y="145"/>
                </a:lnTo>
                <a:lnTo>
                  <a:pt x="158" y="143"/>
                </a:lnTo>
                <a:lnTo>
                  <a:pt x="161" y="140"/>
                </a:lnTo>
                <a:lnTo>
                  <a:pt x="163" y="139"/>
                </a:lnTo>
                <a:lnTo>
                  <a:pt x="164" y="139"/>
                </a:lnTo>
                <a:lnTo>
                  <a:pt x="164" y="138"/>
                </a:lnTo>
                <a:lnTo>
                  <a:pt x="165" y="137"/>
                </a:lnTo>
                <a:lnTo>
                  <a:pt x="166" y="137"/>
                </a:lnTo>
                <a:lnTo>
                  <a:pt x="166" y="136"/>
                </a:lnTo>
                <a:lnTo>
                  <a:pt x="165" y="136"/>
                </a:lnTo>
                <a:lnTo>
                  <a:pt x="165" y="135"/>
                </a:lnTo>
                <a:lnTo>
                  <a:pt x="164" y="134"/>
                </a:lnTo>
                <a:lnTo>
                  <a:pt x="165" y="134"/>
                </a:lnTo>
                <a:lnTo>
                  <a:pt x="166" y="133"/>
                </a:lnTo>
                <a:lnTo>
                  <a:pt x="167" y="133"/>
                </a:lnTo>
                <a:lnTo>
                  <a:pt x="167" y="132"/>
                </a:lnTo>
                <a:lnTo>
                  <a:pt x="167" y="131"/>
                </a:lnTo>
                <a:lnTo>
                  <a:pt x="168" y="131"/>
                </a:lnTo>
                <a:lnTo>
                  <a:pt x="169" y="131"/>
                </a:lnTo>
                <a:lnTo>
                  <a:pt x="170" y="131"/>
                </a:lnTo>
                <a:lnTo>
                  <a:pt x="170" y="130"/>
                </a:lnTo>
                <a:lnTo>
                  <a:pt x="171" y="130"/>
                </a:lnTo>
                <a:lnTo>
                  <a:pt x="171" y="131"/>
                </a:lnTo>
                <a:lnTo>
                  <a:pt x="172" y="131"/>
                </a:lnTo>
                <a:lnTo>
                  <a:pt x="173" y="131"/>
                </a:lnTo>
                <a:lnTo>
                  <a:pt x="174" y="131"/>
                </a:lnTo>
                <a:lnTo>
                  <a:pt x="175" y="131"/>
                </a:lnTo>
                <a:lnTo>
                  <a:pt x="176" y="131"/>
                </a:lnTo>
                <a:lnTo>
                  <a:pt x="177" y="131"/>
                </a:lnTo>
                <a:lnTo>
                  <a:pt x="177" y="130"/>
                </a:lnTo>
                <a:lnTo>
                  <a:pt x="175" y="130"/>
                </a:lnTo>
                <a:lnTo>
                  <a:pt x="174" y="129"/>
                </a:lnTo>
                <a:lnTo>
                  <a:pt x="174" y="127"/>
                </a:lnTo>
                <a:lnTo>
                  <a:pt x="173" y="125"/>
                </a:lnTo>
                <a:lnTo>
                  <a:pt x="172" y="125"/>
                </a:lnTo>
                <a:lnTo>
                  <a:pt x="171" y="125"/>
                </a:lnTo>
                <a:lnTo>
                  <a:pt x="170" y="123"/>
                </a:lnTo>
                <a:lnTo>
                  <a:pt x="169" y="122"/>
                </a:lnTo>
                <a:lnTo>
                  <a:pt x="169" y="120"/>
                </a:lnTo>
                <a:lnTo>
                  <a:pt x="169" y="118"/>
                </a:lnTo>
                <a:lnTo>
                  <a:pt x="170" y="118"/>
                </a:lnTo>
                <a:lnTo>
                  <a:pt x="170" y="117"/>
                </a:lnTo>
                <a:lnTo>
                  <a:pt x="170" y="116"/>
                </a:lnTo>
                <a:lnTo>
                  <a:pt x="170" y="115"/>
                </a:lnTo>
                <a:lnTo>
                  <a:pt x="171" y="115"/>
                </a:lnTo>
                <a:lnTo>
                  <a:pt x="172" y="114"/>
                </a:lnTo>
                <a:lnTo>
                  <a:pt x="172" y="113"/>
                </a:lnTo>
                <a:lnTo>
                  <a:pt x="173" y="112"/>
                </a:lnTo>
                <a:lnTo>
                  <a:pt x="176" y="112"/>
                </a:lnTo>
                <a:lnTo>
                  <a:pt x="178" y="112"/>
                </a:lnTo>
                <a:lnTo>
                  <a:pt x="179" y="112"/>
                </a:lnTo>
                <a:lnTo>
                  <a:pt x="179" y="111"/>
                </a:lnTo>
                <a:lnTo>
                  <a:pt x="180" y="110"/>
                </a:lnTo>
                <a:lnTo>
                  <a:pt x="181" y="109"/>
                </a:lnTo>
                <a:lnTo>
                  <a:pt x="182" y="107"/>
                </a:lnTo>
                <a:lnTo>
                  <a:pt x="183" y="106"/>
                </a:lnTo>
                <a:lnTo>
                  <a:pt x="184" y="106"/>
                </a:lnTo>
                <a:lnTo>
                  <a:pt x="184" y="107"/>
                </a:lnTo>
                <a:lnTo>
                  <a:pt x="184" y="108"/>
                </a:lnTo>
                <a:lnTo>
                  <a:pt x="184" y="109"/>
                </a:lnTo>
                <a:lnTo>
                  <a:pt x="185" y="109"/>
                </a:lnTo>
                <a:lnTo>
                  <a:pt x="186" y="109"/>
                </a:lnTo>
                <a:lnTo>
                  <a:pt x="186" y="110"/>
                </a:lnTo>
                <a:lnTo>
                  <a:pt x="187" y="110"/>
                </a:lnTo>
                <a:lnTo>
                  <a:pt x="189" y="110"/>
                </a:lnTo>
                <a:lnTo>
                  <a:pt x="190" y="111"/>
                </a:lnTo>
                <a:lnTo>
                  <a:pt x="191" y="112"/>
                </a:lnTo>
                <a:lnTo>
                  <a:pt x="192" y="111"/>
                </a:lnTo>
                <a:lnTo>
                  <a:pt x="192" y="110"/>
                </a:lnTo>
                <a:lnTo>
                  <a:pt x="193" y="110"/>
                </a:lnTo>
                <a:lnTo>
                  <a:pt x="193" y="111"/>
                </a:lnTo>
                <a:lnTo>
                  <a:pt x="195" y="111"/>
                </a:lnTo>
                <a:lnTo>
                  <a:pt x="195" y="112"/>
                </a:lnTo>
                <a:lnTo>
                  <a:pt x="196" y="112"/>
                </a:lnTo>
                <a:lnTo>
                  <a:pt x="197" y="111"/>
                </a:lnTo>
                <a:lnTo>
                  <a:pt x="198" y="110"/>
                </a:lnTo>
                <a:lnTo>
                  <a:pt x="199" y="110"/>
                </a:lnTo>
                <a:lnTo>
                  <a:pt x="200" y="111"/>
                </a:lnTo>
                <a:lnTo>
                  <a:pt x="201" y="112"/>
                </a:lnTo>
                <a:lnTo>
                  <a:pt x="202" y="112"/>
                </a:lnTo>
                <a:lnTo>
                  <a:pt x="203" y="111"/>
                </a:lnTo>
                <a:lnTo>
                  <a:pt x="204" y="111"/>
                </a:lnTo>
                <a:lnTo>
                  <a:pt x="204" y="112"/>
                </a:lnTo>
                <a:lnTo>
                  <a:pt x="204" y="113"/>
                </a:lnTo>
                <a:lnTo>
                  <a:pt x="203" y="113"/>
                </a:lnTo>
                <a:lnTo>
                  <a:pt x="203" y="114"/>
                </a:lnTo>
                <a:lnTo>
                  <a:pt x="204" y="114"/>
                </a:lnTo>
                <a:lnTo>
                  <a:pt x="205" y="114"/>
                </a:lnTo>
                <a:lnTo>
                  <a:pt x="206" y="114"/>
                </a:lnTo>
                <a:lnTo>
                  <a:pt x="206" y="115"/>
                </a:lnTo>
                <a:lnTo>
                  <a:pt x="206" y="116"/>
                </a:lnTo>
                <a:lnTo>
                  <a:pt x="206" y="117"/>
                </a:lnTo>
                <a:lnTo>
                  <a:pt x="207" y="117"/>
                </a:lnTo>
                <a:lnTo>
                  <a:pt x="209" y="118"/>
                </a:lnTo>
                <a:lnTo>
                  <a:pt x="210" y="118"/>
                </a:lnTo>
                <a:lnTo>
                  <a:pt x="212" y="118"/>
                </a:lnTo>
                <a:lnTo>
                  <a:pt x="213" y="118"/>
                </a:lnTo>
                <a:lnTo>
                  <a:pt x="215" y="117"/>
                </a:lnTo>
                <a:lnTo>
                  <a:pt x="219" y="117"/>
                </a:lnTo>
                <a:lnTo>
                  <a:pt x="222" y="117"/>
                </a:lnTo>
                <a:lnTo>
                  <a:pt x="224" y="118"/>
                </a:lnTo>
                <a:lnTo>
                  <a:pt x="224" y="119"/>
                </a:lnTo>
                <a:lnTo>
                  <a:pt x="225" y="119"/>
                </a:lnTo>
                <a:lnTo>
                  <a:pt x="226" y="119"/>
                </a:lnTo>
                <a:lnTo>
                  <a:pt x="227" y="119"/>
                </a:lnTo>
                <a:lnTo>
                  <a:pt x="227" y="118"/>
                </a:lnTo>
                <a:lnTo>
                  <a:pt x="228" y="118"/>
                </a:lnTo>
                <a:lnTo>
                  <a:pt x="229" y="119"/>
                </a:lnTo>
                <a:lnTo>
                  <a:pt x="229" y="120"/>
                </a:lnTo>
                <a:lnTo>
                  <a:pt x="230" y="120"/>
                </a:lnTo>
                <a:lnTo>
                  <a:pt x="231" y="120"/>
                </a:lnTo>
                <a:lnTo>
                  <a:pt x="233" y="120"/>
                </a:lnTo>
                <a:lnTo>
                  <a:pt x="234" y="120"/>
                </a:lnTo>
                <a:lnTo>
                  <a:pt x="235" y="120"/>
                </a:lnTo>
                <a:lnTo>
                  <a:pt x="237" y="120"/>
                </a:lnTo>
                <a:lnTo>
                  <a:pt x="236" y="120"/>
                </a:lnTo>
                <a:lnTo>
                  <a:pt x="235" y="118"/>
                </a:lnTo>
                <a:lnTo>
                  <a:pt x="236" y="118"/>
                </a:lnTo>
                <a:lnTo>
                  <a:pt x="237" y="118"/>
                </a:lnTo>
                <a:lnTo>
                  <a:pt x="237" y="117"/>
                </a:lnTo>
                <a:lnTo>
                  <a:pt x="238" y="116"/>
                </a:lnTo>
                <a:lnTo>
                  <a:pt x="238" y="115"/>
                </a:lnTo>
                <a:lnTo>
                  <a:pt x="238" y="114"/>
                </a:lnTo>
                <a:lnTo>
                  <a:pt x="237" y="114"/>
                </a:lnTo>
                <a:lnTo>
                  <a:pt x="237" y="113"/>
                </a:lnTo>
                <a:lnTo>
                  <a:pt x="238" y="111"/>
                </a:lnTo>
                <a:lnTo>
                  <a:pt x="239" y="111"/>
                </a:lnTo>
                <a:lnTo>
                  <a:pt x="240" y="111"/>
                </a:lnTo>
                <a:lnTo>
                  <a:pt x="241" y="111"/>
                </a:lnTo>
                <a:lnTo>
                  <a:pt x="243" y="110"/>
                </a:lnTo>
                <a:lnTo>
                  <a:pt x="244" y="110"/>
                </a:lnTo>
                <a:lnTo>
                  <a:pt x="244" y="111"/>
                </a:lnTo>
                <a:lnTo>
                  <a:pt x="243" y="112"/>
                </a:lnTo>
                <a:lnTo>
                  <a:pt x="243" y="113"/>
                </a:lnTo>
                <a:lnTo>
                  <a:pt x="244" y="113"/>
                </a:lnTo>
                <a:lnTo>
                  <a:pt x="244" y="112"/>
                </a:lnTo>
                <a:lnTo>
                  <a:pt x="245" y="112"/>
                </a:lnTo>
                <a:lnTo>
                  <a:pt x="246" y="112"/>
                </a:lnTo>
                <a:lnTo>
                  <a:pt x="246" y="113"/>
                </a:lnTo>
                <a:lnTo>
                  <a:pt x="246" y="114"/>
                </a:lnTo>
                <a:lnTo>
                  <a:pt x="248" y="115"/>
                </a:lnTo>
                <a:lnTo>
                  <a:pt x="250" y="114"/>
                </a:lnTo>
                <a:lnTo>
                  <a:pt x="251" y="114"/>
                </a:lnTo>
                <a:lnTo>
                  <a:pt x="252" y="114"/>
                </a:lnTo>
                <a:lnTo>
                  <a:pt x="252" y="115"/>
                </a:lnTo>
                <a:lnTo>
                  <a:pt x="253" y="117"/>
                </a:lnTo>
                <a:lnTo>
                  <a:pt x="254" y="119"/>
                </a:lnTo>
                <a:lnTo>
                  <a:pt x="255" y="119"/>
                </a:lnTo>
                <a:lnTo>
                  <a:pt x="255" y="118"/>
                </a:lnTo>
                <a:lnTo>
                  <a:pt x="256" y="118"/>
                </a:lnTo>
                <a:lnTo>
                  <a:pt x="257" y="118"/>
                </a:lnTo>
                <a:lnTo>
                  <a:pt x="257" y="119"/>
                </a:lnTo>
                <a:lnTo>
                  <a:pt x="258" y="119"/>
                </a:lnTo>
                <a:lnTo>
                  <a:pt x="258" y="118"/>
                </a:lnTo>
                <a:lnTo>
                  <a:pt x="259" y="117"/>
                </a:lnTo>
                <a:lnTo>
                  <a:pt x="259" y="116"/>
                </a:lnTo>
                <a:lnTo>
                  <a:pt x="262" y="117"/>
                </a:lnTo>
                <a:lnTo>
                  <a:pt x="263" y="117"/>
                </a:lnTo>
                <a:lnTo>
                  <a:pt x="264" y="117"/>
                </a:lnTo>
                <a:lnTo>
                  <a:pt x="264" y="116"/>
                </a:lnTo>
                <a:lnTo>
                  <a:pt x="265" y="116"/>
                </a:lnTo>
                <a:lnTo>
                  <a:pt x="266" y="117"/>
                </a:lnTo>
                <a:lnTo>
                  <a:pt x="267" y="116"/>
                </a:lnTo>
                <a:lnTo>
                  <a:pt x="268" y="116"/>
                </a:lnTo>
                <a:lnTo>
                  <a:pt x="268" y="117"/>
                </a:lnTo>
                <a:lnTo>
                  <a:pt x="269" y="117"/>
                </a:lnTo>
                <a:lnTo>
                  <a:pt x="270" y="117"/>
                </a:lnTo>
                <a:lnTo>
                  <a:pt x="271" y="117"/>
                </a:lnTo>
                <a:lnTo>
                  <a:pt x="271" y="118"/>
                </a:lnTo>
                <a:lnTo>
                  <a:pt x="272" y="118"/>
                </a:lnTo>
                <a:lnTo>
                  <a:pt x="273" y="118"/>
                </a:lnTo>
                <a:lnTo>
                  <a:pt x="274" y="118"/>
                </a:lnTo>
                <a:lnTo>
                  <a:pt x="275" y="118"/>
                </a:lnTo>
                <a:lnTo>
                  <a:pt x="275" y="119"/>
                </a:lnTo>
                <a:lnTo>
                  <a:pt x="275" y="120"/>
                </a:lnTo>
                <a:lnTo>
                  <a:pt x="278" y="122"/>
                </a:lnTo>
                <a:lnTo>
                  <a:pt x="279" y="122"/>
                </a:lnTo>
                <a:lnTo>
                  <a:pt x="279" y="123"/>
                </a:lnTo>
                <a:lnTo>
                  <a:pt x="280" y="123"/>
                </a:lnTo>
                <a:lnTo>
                  <a:pt x="280" y="124"/>
                </a:lnTo>
                <a:lnTo>
                  <a:pt x="280" y="125"/>
                </a:lnTo>
                <a:lnTo>
                  <a:pt x="279" y="125"/>
                </a:lnTo>
                <a:lnTo>
                  <a:pt x="279" y="126"/>
                </a:lnTo>
                <a:lnTo>
                  <a:pt x="280" y="126"/>
                </a:lnTo>
                <a:lnTo>
                  <a:pt x="280" y="127"/>
                </a:lnTo>
                <a:lnTo>
                  <a:pt x="281" y="128"/>
                </a:lnTo>
                <a:lnTo>
                  <a:pt x="282" y="128"/>
                </a:lnTo>
                <a:lnTo>
                  <a:pt x="283" y="127"/>
                </a:lnTo>
                <a:lnTo>
                  <a:pt x="284" y="127"/>
                </a:lnTo>
                <a:lnTo>
                  <a:pt x="284" y="128"/>
                </a:lnTo>
                <a:lnTo>
                  <a:pt x="285" y="128"/>
                </a:lnTo>
                <a:lnTo>
                  <a:pt x="286" y="128"/>
                </a:lnTo>
                <a:lnTo>
                  <a:pt x="288" y="128"/>
                </a:lnTo>
                <a:lnTo>
                  <a:pt x="289" y="128"/>
                </a:lnTo>
                <a:lnTo>
                  <a:pt x="290" y="128"/>
                </a:lnTo>
                <a:lnTo>
                  <a:pt x="291" y="128"/>
                </a:lnTo>
                <a:lnTo>
                  <a:pt x="293" y="128"/>
                </a:lnTo>
                <a:lnTo>
                  <a:pt x="296" y="128"/>
                </a:lnTo>
                <a:lnTo>
                  <a:pt x="297" y="127"/>
                </a:lnTo>
                <a:lnTo>
                  <a:pt x="298" y="127"/>
                </a:lnTo>
                <a:lnTo>
                  <a:pt x="298" y="126"/>
                </a:lnTo>
                <a:lnTo>
                  <a:pt x="299" y="126"/>
                </a:lnTo>
                <a:lnTo>
                  <a:pt x="300" y="125"/>
                </a:lnTo>
                <a:lnTo>
                  <a:pt x="301" y="125"/>
                </a:lnTo>
                <a:lnTo>
                  <a:pt x="302" y="125"/>
                </a:lnTo>
                <a:lnTo>
                  <a:pt x="303" y="125"/>
                </a:lnTo>
                <a:lnTo>
                  <a:pt x="304" y="125"/>
                </a:lnTo>
                <a:lnTo>
                  <a:pt x="305" y="124"/>
                </a:lnTo>
                <a:lnTo>
                  <a:pt x="306" y="124"/>
                </a:lnTo>
                <a:lnTo>
                  <a:pt x="307" y="124"/>
                </a:lnTo>
                <a:lnTo>
                  <a:pt x="308" y="124"/>
                </a:lnTo>
                <a:lnTo>
                  <a:pt x="308" y="125"/>
                </a:lnTo>
                <a:lnTo>
                  <a:pt x="309" y="125"/>
                </a:lnTo>
                <a:lnTo>
                  <a:pt x="312" y="125"/>
                </a:lnTo>
                <a:lnTo>
                  <a:pt x="313" y="125"/>
                </a:lnTo>
                <a:lnTo>
                  <a:pt x="315" y="124"/>
                </a:lnTo>
                <a:lnTo>
                  <a:pt x="316" y="124"/>
                </a:lnTo>
                <a:lnTo>
                  <a:pt x="317" y="124"/>
                </a:lnTo>
                <a:lnTo>
                  <a:pt x="318" y="124"/>
                </a:lnTo>
                <a:lnTo>
                  <a:pt x="319" y="124"/>
                </a:lnTo>
                <a:lnTo>
                  <a:pt x="319" y="123"/>
                </a:lnTo>
                <a:lnTo>
                  <a:pt x="319" y="122"/>
                </a:lnTo>
                <a:lnTo>
                  <a:pt x="320" y="121"/>
                </a:lnTo>
                <a:lnTo>
                  <a:pt x="320" y="120"/>
                </a:lnTo>
                <a:lnTo>
                  <a:pt x="321" y="120"/>
                </a:lnTo>
                <a:lnTo>
                  <a:pt x="322" y="120"/>
                </a:lnTo>
                <a:lnTo>
                  <a:pt x="323" y="121"/>
                </a:lnTo>
                <a:lnTo>
                  <a:pt x="324" y="121"/>
                </a:lnTo>
                <a:lnTo>
                  <a:pt x="325" y="120"/>
                </a:lnTo>
                <a:lnTo>
                  <a:pt x="326" y="120"/>
                </a:lnTo>
                <a:lnTo>
                  <a:pt x="326" y="119"/>
                </a:lnTo>
                <a:lnTo>
                  <a:pt x="328" y="118"/>
                </a:lnTo>
                <a:lnTo>
                  <a:pt x="329" y="117"/>
                </a:lnTo>
                <a:lnTo>
                  <a:pt x="329" y="116"/>
                </a:lnTo>
                <a:lnTo>
                  <a:pt x="329" y="115"/>
                </a:lnTo>
                <a:lnTo>
                  <a:pt x="329" y="114"/>
                </a:lnTo>
                <a:lnTo>
                  <a:pt x="329" y="113"/>
                </a:lnTo>
                <a:lnTo>
                  <a:pt x="328" y="110"/>
                </a:lnTo>
                <a:lnTo>
                  <a:pt x="327" y="109"/>
                </a:lnTo>
                <a:lnTo>
                  <a:pt x="327" y="108"/>
                </a:lnTo>
                <a:lnTo>
                  <a:pt x="327" y="106"/>
                </a:lnTo>
                <a:lnTo>
                  <a:pt x="328" y="106"/>
                </a:lnTo>
                <a:lnTo>
                  <a:pt x="328" y="105"/>
                </a:lnTo>
                <a:lnTo>
                  <a:pt x="328" y="106"/>
                </a:lnTo>
                <a:lnTo>
                  <a:pt x="329" y="106"/>
                </a:lnTo>
                <a:lnTo>
                  <a:pt x="331" y="106"/>
                </a:lnTo>
                <a:lnTo>
                  <a:pt x="332" y="106"/>
                </a:lnTo>
                <a:lnTo>
                  <a:pt x="332" y="105"/>
                </a:lnTo>
                <a:lnTo>
                  <a:pt x="333" y="105"/>
                </a:lnTo>
                <a:lnTo>
                  <a:pt x="333" y="104"/>
                </a:lnTo>
                <a:lnTo>
                  <a:pt x="334" y="104"/>
                </a:lnTo>
                <a:lnTo>
                  <a:pt x="334" y="103"/>
                </a:lnTo>
                <a:lnTo>
                  <a:pt x="336" y="103"/>
                </a:lnTo>
                <a:lnTo>
                  <a:pt x="337" y="103"/>
                </a:lnTo>
                <a:lnTo>
                  <a:pt x="338" y="102"/>
                </a:lnTo>
                <a:lnTo>
                  <a:pt x="338" y="101"/>
                </a:lnTo>
                <a:lnTo>
                  <a:pt x="339" y="101"/>
                </a:lnTo>
                <a:lnTo>
                  <a:pt x="340" y="101"/>
                </a:lnTo>
                <a:lnTo>
                  <a:pt x="340" y="102"/>
                </a:lnTo>
                <a:lnTo>
                  <a:pt x="341" y="102"/>
                </a:lnTo>
                <a:lnTo>
                  <a:pt x="341" y="100"/>
                </a:lnTo>
                <a:lnTo>
                  <a:pt x="342" y="99"/>
                </a:lnTo>
                <a:lnTo>
                  <a:pt x="343" y="99"/>
                </a:lnTo>
                <a:lnTo>
                  <a:pt x="344" y="99"/>
                </a:lnTo>
                <a:lnTo>
                  <a:pt x="346" y="99"/>
                </a:lnTo>
                <a:lnTo>
                  <a:pt x="346" y="98"/>
                </a:lnTo>
                <a:lnTo>
                  <a:pt x="347" y="98"/>
                </a:lnTo>
                <a:lnTo>
                  <a:pt x="348" y="98"/>
                </a:lnTo>
                <a:lnTo>
                  <a:pt x="348" y="97"/>
                </a:lnTo>
                <a:lnTo>
                  <a:pt x="348" y="96"/>
                </a:lnTo>
                <a:lnTo>
                  <a:pt x="349" y="95"/>
                </a:lnTo>
                <a:lnTo>
                  <a:pt x="349" y="96"/>
                </a:lnTo>
                <a:lnTo>
                  <a:pt x="350" y="96"/>
                </a:lnTo>
                <a:lnTo>
                  <a:pt x="350" y="97"/>
                </a:lnTo>
                <a:lnTo>
                  <a:pt x="352" y="97"/>
                </a:lnTo>
                <a:lnTo>
                  <a:pt x="353" y="96"/>
                </a:lnTo>
                <a:lnTo>
                  <a:pt x="354" y="95"/>
                </a:lnTo>
                <a:lnTo>
                  <a:pt x="355" y="93"/>
                </a:lnTo>
                <a:lnTo>
                  <a:pt x="354" y="93"/>
                </a:lnTo>
                <a:lnTo>
                  <a:pt x="354" y="91"/>
                </a:lnTo>
                <a:lnTo>
                  <a:pt x="355" y="91"/>
                </a:lnTo>
                <a:lnTo>
                  <a:pt x="356" y="90"/>
                </a:lnTo>
                <a:lnTo>
                  <a:pt x="356" y="89"/>
                </a:lnTo>
                <a:lnTo>
                  <a:pt x="356" y="87"/>
                </a:lnTo>
                <a:lnTo>
                  <a:pt x="355" y="87"/>
                </a:lnTo>
                <a:lnTo>
                  <a:pt x="355" y="86"/>
                </a:lnTo>
                <a:lnTo>
                  <a:pt x="355" y="85"/>
                </a:lnTo>
                <a:lnTo>
                  <a:pt x="356" y="85"/>
                </a:lnTo>
                <a:lnTo>
                  <a:pt x="357" y="85"/>
                </a:lnTo>
                <a:lnTo>
                  <a:pt x="358" y="85"/>
                </a:lnTo>
                <a:lnTo>
                  <a:pt x="360" y="85"/>
                </a:lnTo>
                <a:lnTo>
                  <a:pt x="361" y="85"/>
                </a:lnTo>
                <a:lnTo>
                  <a:pt x="361" y="84"/>
                </a:lnTo>
                <a:lnTo>
                  <a:pt x="361" y="83"/>
                </a:lnTo>
                <a:lnTo>
                  <a:pt x="361" y="82"/>
                </a:lnTo>
                <a:lnTo>
                  <a:pt x="361" y="81"/>
                </a:lnTo>
                <a:lnTo>
                  <a:pt x="362" y="80"/>
                </a:lnTo>
                <a:lnTo>
                  <a:pt x="362" y="79"/>
                </a:lnTo>
                <a:lnTo>
                  <a:pt x="363" y="79"/>
                </a:lnTo>
                <a:lnTo>
                  <a:pt x="365" y="79"/>
                </a:lnTo>
                <a:lnTo>
                  <a:pt x="366" y="79"/>
                </a:lnTo>
                <a:lnTo>
                  <a:pt x="368" y="79"/>
                </a:lnTo>
                <a:lnTo>
                  <a:pt x="369" y="80"/>
                </a:lnTo>
                <a:lnTo>
                  <a:pt x="370" y="80"/>
                </a:lnTo>
                <a:lnTo>
                  <a:pt x="370" y="81"/>
                </a:lnTo>
                <a:lnTo>
                  <a:pt x="371" y="81"/>
                </a:lnTo>
                <a:lnTo>
                  <a:pt x="372" y="80"/>
                </a:lnTo>
                <a:lnTo>
                  <a:pt x="373" y="80"/>
                </a:lnTo>
                <a:lnTo>
                  <a:pt x="374" y="79"/>
                </a:lnTo>
                <a:lnTo>
                  <a:pt x="376" y="80"/>
                </a:lnTo>
                <a:lnTo>
                  <a:pt x="376" y="81"/>
                </a:lnTo>
                <a:lnTo>
                  <a:pt x="377" y="81"/>
                </a:lnTo>
                <a:lnTo>
                  <a:pt x="379" y="81"/>
                </a:lnTo>
                <a:lnTo>
                  <a:pt x="380" y="81"/>
                </a:lnTo>
                <a:lnTo>
                  <a:pt x="381" y="81"/>
                </a:lnTo>
                <a:lnTo>
                  <a:pt x="381" y="82"/>
                </a:lnTo>
                <a:lnTo>
                  <a:pt x="382" y="82"/>
                </a:lnTo>
                <a:lnTo>
                  <a:pt x="383" y="82"/>
                </a:lnTo>
                <a:lnTo>
                  <a:pt x="384" y="83"/>
                </a:lnTo>
                <a:lnTo>
                  <a:pt x="385" y="84"/>
                </a:lnTo>
                <a:lnTo>
                  <a:pt x="385" y="83"/>
                </a:lnTo>
                <a:lnTo>
                  <a:pt x="386" y="83"/>
                </a:lnTo>
                <a:lnTo>
                  <a:pt x="386" y="84"/>
                </a:lnTo>
                <a:lnTo>
                  <a:pt x="387" y="84"/>
                </a:lnTo>
                <a:lnTo>
                  <a:pt x="388" y="85"/>
                </a:lnTo>
                <a:lnTo>
                  <a:pt x="390" y="86"/>
                </a:lnTo>
                <a:lnTo>
                  <a:pt x="390" y="87"/>
                </a:lnTo>
                <a:lnTo>
                  <a:pt x="391" y="87"/>
                </a:lnTo>
                <a:lnTo>
                  <a:pt x="391" y="86"/>
                </a:lnTo>
                <a:lnTo>
                  <a:pt x="392" y="85"/>
                </a:lnTo>
                <a:lnTo>
                  <a:pt x="393" y="85"/>
                </a:lnTo>
                <a:lnTo>
                  <a:pt x="394" y="85"/>
                </a:lnTo>
                <a:lnTo>
                  <a:pt x="395" y="84"/>
                </a:lnTo>
                <a:lnTo>
                  <a:pt x="395" y="83"/>
                </a:lnTo>
                <a:lnTo>
                  <a:pt x="395" y="82"/>
                </a:lnTo>
                <a:lnTo>
                  <a:pt x="396" y="82"/>
                </a:lnTo>
                <a:lnTo>
                  <a:pt x="396" y="81"/>
                </a:lnTo>
                <a:lnTo>
                  <a:pt x="397" y="81"/>
                </a:lnTo>
                <a:lnTo>
                  <a:pt x="397" y="82"/>
                </a:lnTo>
                <a:lnTo>
                  <a:pt x="400" y="83"/>
                </a:lnTo>
                <a:lnTo>
                  <a:pt x="401" y="82"/>
                </a:lnTo>
                <a:lnTo>
                  <a:pt x="402" y="81"/>
                </a:lnTo>
                <a:lnTo>
                  <a:pt x="404" y="81"/>
                </a:lnTo>
                <a:lnTo>
                  <a:pt x="404" y="82"/>
                </a:lnTo>
                <a:lnTo>
                  <a:pt x="404" y="83"/>
                </a:lnTo>
                <a:lnTo>
                  <a:pt x="406" y="83"/>
                </a:lnTo>
                <a:lnTo>
                  <a:pt x="410" y="83"/>
                </a:lnTo>
                <a:lnTo>
                  <a:pt x="412" y="83"/>
                </a:lnTo>
                <a:lnTo>
                  <a:pt x="412" y="84"/>
                </a:lnTo>
                <a:lnTo>
                  <a:pt x="412" y="85"/>
                </a:lnTo>
                <a:lnTo>
                  <a:pt x="411" y="85"/>
                </a:lnTo>
                <a:lnTo>
                  <a:pt x="411" y="86"/>
                </a:lnTo>
                <a:lnTo>
                  <a:pt x="411" y="87"/>
                </a:lnTo>
                <a:lnTo>
                  <a:pt x="411" y="88"/>
                </a:lnTo>
                <a:lnTo>
                  <a:pt x="412" y="88"/>
                </a:lnTo>
                <a:lnTo>
                  <a:pt x="412" y="89"/>
                </a:lnTo>
                <a:lnTo>
                  <a:pt x="413" y="90"/>
                </a:lnTo>
                <a:lnTo>
                  <a:pt x="413" y="91"/>
                </a:lnTo>
                <a:lnTo>
                  <a:pt x="413" y="92"/>
                </a:lnTo>
                <a:lnTo>
                  <a:pt x="413" y="93"/>
                </a:lnTo>
                <a:lnTo>
                  <a:pt x="413" y="94"/>
                </a:lnTo>
                <a:lnTo>
                  <a:pt x="413" y="95"/>
                </a:lnTo>
                <a:lnTo>
                  <a:pt x="413" y="96"/>
                </a:lnTo>
                <a:lnTo>
                  <a:pt x="412" y="96"/>
                </a:lnTo>
                <a:lnTo>
                  <a:pt x="412" y="97"/>
                </a:lnTo>
                <a:lnTo>
                  <a:pt x="413" y="98"/>
                </a:lnTo>
                <a:lnTo>
                  <a:pt x="413" y="99"/>
                </a:lnTo>
                <a:lnTo>
                  <a:pt x="413" y="100"/>
                </a:lnTo>
                <a:lnTo>
                  <a:pt x="414" y="101"/>
                </a:lnTo>
                <a:lnTo>
                  <a:pt x="415" y="101"/>
                </a:lnTo>
                <a:lnTo>
                  <a:pt x="415" y="102"/>
                </a:lnTo>
                <a:lnTo>
                  <a:pt x="415" y="103"/>
                </a:lnTo>
                <a:lnTo>
                  <a:pt x="416" y="103"/>
                </a:lnTo>
                <a:lnTo>
                  <a:pt x="417" y="103"/>
                </a:lnTo>
                <a:lnTo>
                  <a:pt x="419" y="103"/>
                </a:lnTo>
                <a:lnTo>
                  <a:pt x="420" y="103"/>
                </a:lnTo>
                <a:lnTo>
                  <a:pt x="421" y="105"/>
                </a:lnTo>
                <a:lnTo>
                  <a:pt x="422" y="106"/>
                </a:lnTo>
                <a:lnTo>
                  <a:pt x="422" y="107"/>
                </a:lnTo>
                <a:lnTo>
                  <a:pt x="422" y="108"/>
                </a:lnTo>
                <a:lnTo>
                  <a:pt x="423" y="108"/>
                </a:lnTo>
                <a:lnTo>
                  <a:pt x="423" y="109"/>
                </a:lnTo>
                <a:lnTo>
                  <a:pt x="424" y="109"/>
                </a:lnTo>
                <a:lnTo>
                  <a:pt x="424" y="110"/>
                </a:lnTo>
                <a:lnTo>
                  <a:pt x="425" y="111"/>
                </a:lnTo>
                <a:lnTo>
                  <a:pt x="426" y="111"/>
                </a:lnTo>
                <a:lnTo>
                  <a:pt x="428" y="111"/>
                </a:lnTo>
                <a:lnTo>
                  <a:pt x="429" y="111"/>
                </a:lnTo>
                <a:lnTo>
                  <a:pt x="430" y="112"/>
                </a:lnTo>
                <a:lnTo>
                  <a:pt x="431" y="112"/>
                </a:lnTo>
                <a:lnTo>
                  <a:pt x="433" y="111"/>
                </a:lnTo>
                <a:lnTo>
                  <a:pt x="434" y="111"/>
                </a:lnTo>
                <a:lnTo>
                  <a:pt x="435" y="110"/>
                </a:lnTo>
                <a:lnTo>
                  <a:pt x="436" y="110"/>
                </a:lnTo>
                <a:lnTo>
                  <a:pt x="436" y="109"/>
                </a:lnTo>
                <a:lnTo>
                  <a:pt x="437" y="109"/>
                </a:lnTo>
                <a:lnTo>
                  <a:pt x="438" y="110"/>
                </a:lnTo>
                <a:lnTo>
                  <a:pt x="440" y="110"/>
                </a:lnTo>
                <a:lnTo>
                  <a:pt x="440" y="111"/>
                </a:lnTo>
                <a:lnTo>
                  <a:pt x="441" y="111"/>
                </a:lnTo>
                <a:lnTo>
                  <a:pt x="442" y="111"/>
                </a:lnTo>
                <a:lnTo>
                  <a:pt x="443" y="112"/>
                </a:lnTo>
                <a:lnTo>
                  <a:pt x="444" y="112"/>
                </a:lnTo>
                <a:lnTo>
                  <a:pt x="444" y="111"/>
                </a:lnTo>
                <a:lnTo>
                  <a:pt x="445" y="111"/>
                </a:lnTo>
                <a:lnTo>
                  <a:pt x="446" y="111"/>
                </a:lnTo>
                <a:lnTo>
                  <a:pt x="447" y="111"/>
                </a:lnTo>
                <a:lnTo>
                  <a:pt x="447" y="112"/>
                </a:lnTo>
                <a:lnTo>
                  <a:pt x="447" y="113"/>
                </a:lnTo>
                <a:lnTo>
                  <a:pt x="449" y="114"/>
                </a:lnTo>
                <a:lnTo>
                  <a:pt x="449" y="113"/>
                </a:lnTo>
                <a:lnTo>
                  <a:pt x="450" y="113"/>
                </a:lnTo>
                <a:lnTo>
                  <a:pt x="451" y="113"/>
                </a:lnTo>
                <a:lnTo>
                  <a:pt x="452" y="113"/>
                </a:lnTo>
                <a:lnTo>
                  <a:pt x="453" y="113"/>
                </a:lnTo>
                <a:lnTo>
                  <a:pt x="454" y="113"/>
                </a:lnTo>
                <a:lnTo>
                  <a:pt x="455" y="113"/>
                </a:lnTo>
                <a:lnTo>
                  <a:pt x="456" y="113"/>
                </a:lnTo>
                <a:lnTo>
                  <a:pt x="456" y="114"/>
                </a:lnTo>
                <a:lnTo>
                  <a:pt x="457" y="114"/>
                </a:lnTo>
                <a:lnTo>
                  <a:pt x="458" y="114"/>
                </a:lnTo>
                <a:lnTo>
                  <a:pt x="458" y="115"/>
                </a:lnTo>
                <a:lnTo>
                  <a:pt x="459" y="115"/>
                </a:lnTo>
                <a:lnTo>
                  <a:pt x="460" y="115"/>
                </a:lnTo>
                <a:lnTo>
                  <a:pt x="461" y="114"/>
                </a:lnTo>
                <a:lnTo>
                  <a:pt x="462" y="114"/>
                </a:lnTo>
                <a:lnTo>
                  <a:pt x="463" y="115"/>
                </a:lnTo>
                <a:lnTo>
                  <a:pt x="463" y="116"/>
                </a:lnTo>
                <a:lnTo>
                  <a:pt x="463" y="117"/>
                </a:lnTo>
                <a:lnTo>
                  <a:pt x="464" y="116"/>
                </a:lnTo>
                <a:lnTo>
                  <a:pt x="465" y="116"/>
                </a:lnTo>
                <a:lnTo>
                  <a:pt x="466" y="116"/>
                </a:lnTo>
                <a:lnTo>
                  <a:pt x="467" y="116"/>
                </a:lnTo>
                <a:lnTo>
                  <a:pt x="470" y="116"/>
                </a:lnTo>
                <a:lnTo>
                  <a:pt x="470" y="117"/>
                </a:lnTo>
                <a:lnTo>
                  <a:pt x="470" y="118"/>
                </a:lnTo>
                <a:lnTo>
                  <a:pt x="472" y="117"/>
                </a:lnTo>
                <a:lnTo>
                  <a:pt x="473" y="117"/>
                </a:lnTo>
                <a:lnTo>
                  <a:pt x="475" y="116"/>
                </a:lnTo>
                <a:lnTo>
                  <a:pt x="476" y="115"/>
                </a:lnTo>
                <a:lnTo>
                  <a:pt x="477" y="115"/>
                </a:lnTo>
                <a:lnTo>
                  <a:pt x="480" y="114"/>
                </a:lnTo>
                <a:lnTo>
                  <a:pt x="481" y="114"/>
                </a:lnTo>
                <a:lnTo>
                  <a:pt x="482" y="115"/>
                </a:lnTo>
                <a:lnTo>
                  <a:pt x="484" y="115"/>
                </a:lnTo>
                <a:lnTo>
                  <a:pt x="485" y="115"/>
                </a:lnTo>
                <a:lnTo>
                  <a:pt x="485" y="114"/>
                </a:lnTo>
                <a:lnTo>
                  <a:pt x="486" y="114"/>
                </a:lnTo>
                <a:lnTo>
                  <a:pt x="486" y="115"/>
                </a:lnTo>
                <a:lnTo>
                  <a:pt x="486" y="116"/>
                </a:lnTo>
                <a:lnTo>
                  <a:pt x="487" y="116"/>
                </a:lnTo>
                <a:lnTo>
                  <a:pt x="488" y="115"/>
                </a:lnTo>
                <a:lnTo>
                  <a:pt x="489" y="115"/>
                </a:lnTo>
                <a:lnTo>
                  <a:pt x="490" y="115"/>
                </a:lnTo>
                <a:lnTo>
                  <a:pt x="491" y="115"/>
                </a:lnTo>
                <a:lnTo>
                  <a:pt x="492" y="115"/>
                </a:lnTo>
                <a:lnTo>
                  <a:pt x="494" y="115"/>
                </a:lnTo>
                <a:lnTo>
                  <a:pt x="494" y="114"/>
                </a:lnTo>
                <a:lnTo>
                  <a:pt x="495" y="113"/>
                </a:lnTo>
                <a:lnTo>
                  <a:pt x="495" y="112"/>
                </a:lnTo>
                <a:lnTo>
                  <a:pt x="496" y="111"/>
                </a:lnTo>
                <a:lnTo>
                  <a:pt x="497" y="110"/>
                </a:lnTo>
                <a:lnTo>
                  <a:pt x="498" y="110"/>
                </a:lnTo>
                <a:lnTo>
                  <a:pt x="499" y="110"/>
                </a:lnTo>
                <a:lnTo>
                  <a:pt x="500" y="110"/>
                </a:lnTo>
                <a:lnTo>
                  <a:pt x="502" y="110"/>
                </a:lnTo>
                <a:lnTo>
                  <a:pt x="505" y="109"/>
                </a:lnTo>
                <a:lnTo>
                  <a:pt x="506" y="109"/>
                </a:lnTo>
                <a:lnTo>
                  <a:pt x="506" y="110"/>
                </a:lnTo>
                <a:lnTo>
                  <a:pt x="507" y="110"/>
                </a:lnTo>
                <a:lnTo>
                  <a:pt x="508" y="110"/>
                </a:lnTo>
                <a:lnTo>
                  <a:pt x="509" y="110"/>
                </a:lnTo>
                <a:lnTo>
                  <a:pt x="509" y="109"/>
                </a:lnTo>
                <a:lnTo>
                  <a:pt x="510" y="110"/>
                </a:lnTo>
                <a:lnTo>
                  <a:pt x="511" y="110"/>
                </a:lnTo>
                <a:lnTo>
                  <a:pt x="512" y="111"/>
                </a:lnTo>
                <a:lnTo>
                  <a:pt x="512" y="112"/>
                </a:lnTo>
                <a:lnTo>
                  <a:pt x="513" y="113"/>
                </a:lnTo>
                <a:lnTo>
                  <a:pt x="513" y="114"/>
                </a:lnTo>
                <a:lnTo>
                  <a:pt x="513" y="115"/>
                </a:lnTo>
                <a:lnTo>
                  <a:pt x="514" y="115"/>
                </a:lnTo>
                <a:lnTo>
                  <a:pt x="514" y="114"/>
                </a:lnTo>
                <a:lnTo>
                  <a:pt x="515" y="114"/>
                </a:lnTo>
                <a:lnTo>
                  <a:pt x="516" y="114"/>
                </a:lnTo>
                <a:lnTo>
                  <a:pt x="517" y="114"/>
                </a:lnTo>
                <a:lnTo>
                  <a:pt x="517" y="113"/>
                </a:lnTo>
                <a:lnTo>
                  <a:pt x="518" y="114"/>
                </a:lnTo>
                <a:lnTo>
                  <a:pt x="519" y="115"/>
                </a:lnTo>
                <a:lnTo>
                  <a:pt x="520" y="115"/>
                </a:lnTo>
                <a:lnTo>
                  <a:pt x="521" y="115"/>
                </a:lnTo>
                <a:lnTo>
                  <a:pt x="522" y="114"/>
                </a:lnTo>
                <a:lnTo>
                  <a:pt x="523" y="113"/>
                </a:lnTo>
                <a:lnTo>
                  <a:pt x="524" y="113"/>
                </a:lnTo>
                <a:lnTo>
                  <a:pt x="525" y="112"/>
                </a:lnTo>
                <a:lnTo>
                  <a:pt x="526" y="111"/>
                </a:lnTo>
                <a:lnTo>
                  <a:pt x="526" y="112"/>
                </a:lnTo>
                <a:lnTo>
                  <a:pt x="527" y="112"/>
                </a:lnTo>
                <a:lnTo>
                  <a:pt x="527" y="111"/>
                </a:lnTo>
                <a:lnTo>
                  <a:pt x="528" y="111"/>
                </a:lnTo>
                <a:lnTo>
                  <a:pt x="529" y="110"/>
                </a:lnTo>
                <a:lnTo>
                  <a:pt x="530" y="110"/>
                </a:lnTo>
                <a:lnTo>
                  <a:pt x="531" y="110"/>
                </a:lnTo>
                <a:lnTo>
                  <a:pt x="532" y="110"/>
                </a:lnTo>
                <a:lnTo>
                  <a:pt x="533" y="110"/>
                </a:lnTo>
                <a:lnTo>
                  <a:pt x="534" y="110"/>
                </a:lnTo>
                <a:lnTo>
                  <a:pt x="535" y="110"/>
                </a:lnTo>
                <a:lnTo>
                  <a:pt x="535" y="109"/>
                </a:lnTo>
                <a:lnTo>
                  <a:pt x="536" y="109"/>
                </a:lnTo>
                <a:lnTo>
                  <a:pt x="536" y="108"/>
                </a:lnTo>
                <a:lnTo>
                  <a:pt x="537" y="108"/>
                </a:lnTo>
                <a:lnTo>
                  <a:pt x="537" y="107"/>
                </a:lnTo>
                <a:lnTo>
                  <a:pt x="538" y="107"/>
                </a:lnTo>
                <a:lnTo>
                  <a:pt x="539" y="107"/>
                </a:lnTo>
                <a:lnTo>
                  <a:pt x="539" y="106"/>
                </a:lnTo>
                <a:lnTo>
                  <a:pt x="540" y="106"/>
                </a:lnTo>
                <a:lnTo>
                  <a:pt x="541" y="106"/>
                </a:lnTo>
                <a:lnTo>
                  <a:pt x="541" y="105"/>
                </a:lnTo>
                <a:lnTo>
                  <a:pt x="542" y="105"/>
                </a:lnTo>
                <a:lnTo>
                  <a:pt x="543" y="104"/>
                </a:lnTo>
                <a:lnTo>
                  <a:pt x="544" y="104"/>
                </a:lnTo>
                <a:lnTo>
                  <a:pt x="545" y="103"/>
                </a:lnTo>
                <a:lnTo>
                  <a:pt x="546" y="103"/>
                </a:lnTo>
                <a:lnTo>
                  <a:pt x="545" y="103"/>
                </a:lnTo>
                <a:lnTo>
                  <a:pt x="546" y="102"/>
                </a:lnTo>
                <a:lnTo>
                  <a:pt x="546" y="101"/>
                </a:lnTo>
                <a:lnTo>
                  <a:pt x="547" y="101"/>
                </a:lnTo>
                <a:lnTo>
                  <a:pt x="547" y="100"/>
                </a:lnTo>
                <a:lnTo>
                  <a:pt x="547" y="99"/>
                </a:lnTo>
                <a:lnTo>
                  <a:pt x="548" y="99"/>
                </a:lnTo>
                <a:lnTo>
                  <a:pt x="548" y="98"/>
                </a:lnTo>
                <a:lnTo>
                  <a:pt x="547" y="98"/>
                </a:lnTo>
                <a:lnTo>
                  <a:pt x="546" y="98"/>
                </a:lnTo>
                <a:lnTo>
                  <a:pt x="545" y="98"/>
                </a:lnTo>
                <a:lnTo>
                  <a:pt x="545" y="97"/>
                </a:lnTo>
                <a:lnTo>
                  <a:pt x="545" y="96"/>
                </a:lnTo>
                <a:lnTo>
                  <a:pt x="545" y="95"/>
                </a:lnTo>
                <a:lnTo>
                  <a:pt x="546" y="95"/>
                </a:lnTo>
                <a:lnTo>
                  <a:pt x="547" y="95"/>
                </a:lnTo>
                <a:lnTo>
                  <a:pt x="548" y="95"/>
                </a:lnTo>
                <a:lnTo>
                  <a:pt x="549" y="94"/>
                </a:lnTo>
                <a:lnTo>
                  <a:pt x="550" y="94"/>
                </a:lnTo>
                <a:lnTo>
                  <a:pt x="551" y="94"/>
                </a:lnTo>
                <a:lnTo>
                  <a:pt x="552" y="94"/>
                </a:lnTo>
                <a:lnTo>
                  <a:pt x="554" y="93"/>
                </a:lnTo>
                <a:lnTo>
                  <a:pt x="555" y="93"/>
                </a:lnTo>
                <a:lnTo>
                  <a:pt x="555" y="92"/>
                </a:lnTo>
                <a:lnTo>
                  <a:pt x="556" y="92"/>
                </a:lnTo>
                <a:lnTo>
                  <a:pt x="559" y="92"/>
                </a:lnTo>
                <a:lnTo>
                  <a:pt x="559" y="91"/>
                </a:lnTo>
                <a:lnTo>
                  <a:pt x="560" y="91"/>
                </a:lnTo>
                <a:lnTo>
                  <a:pt x="561" y="91"/>
                </a:lnTo>
                <a:lnTo>
                  <a:pt x="562" y="91"/>
                </a:lnTo>
                <a:lnTo>
                  <a:pt x="563" y="90"/>
                </a:lnTo>
                <a:lnTo>
                  <a:pt x="564" y="90"/>
                </a:lnTo>
                <a:lnTo>
                  <a:pt x="565" y="90"/>
                </a:lnTo>
                <a:lnTo>
                  <a:pt x="566" y="89"/>
                </a:lnTo>
                <a:lnTo>
                  <a:pt x="567" y="89"/>
                </a:lnTo>
                <a:lnTo>
                  <a:pt x="568" y="89"/>
                </a:lnTo>
                <a:lnTo>
                  <a:pt x="569" y="89"/>
                </a:lnTo>
                <a:lnTo>
                  <a:pt x="570" y="89"/>
                </a:lnTo>
                <a:lnTo>
                  <a:pt x="571" y="89"/>
                </a:lnTo>
                <a:lnTo>
                  <a:pt x="572" y="89"/>
                </a:lnTo>
                <a:lnTo>
                  <a:pt x="572" y="88"/>
                </a:lnTo>
                <a:lnTo>
                  <a:pt x="573" y="88"/>
                </a:lnTo>
                <a:lnTo>
                  <a:pt x="574" y="88"/>
                </a:lnTo>
                <a:lnTo>
                  <a:pt x="574" y="87"/>
                </a:lnTo>
                <a:lnTo>
                  <a:pt x="575" y="87"/>
                </a:lnTo>
                <a:lnTo>
                  <a:pt x="576" y="87"/>
                </a:lnTo>
                <a:lnTo>
                  <a:pt x="576" y="86"/>
                </a:lnTo>
                <a:lnTo>
                  <a:pt x="577" y="86"/>
                </a:lnTo>
                <a:lnTo>
                  <a:pt x="578" y="86"/>
                </a:lnTo>
                <a:lnTo>
                  <a:pt x="579" y="86"/>
                </a:lnTo>
                <a:lnTo>
                  <a:pt x="579" y="85"/>
                </a:lnTo>
                <a:lnTo>
                  <a:pt x="580" y="85"/>
                </a:lnTo>
                <a:lnTo>
                  <a:pt x="580" y="84"/>
                </a:lnTo>
                <a:lnTo>
                  <a:pt x="581" y="84"/>
                </a:lnTo>
                <a:lnTo>
                  <a:pt x="582" y="84"/>
                </a:lnTo>
                <a:lnTo>
                  <a:pt x="582" y="83"/>
                </a:lnTo>
                <a:lnTo>
                  <a:pt x="583" y="83"/>
                </a:lnTo>
                <a:lnTo>
                  <a:pt x="584" y="82"/>
                </a:lnTo>
                <a:lnTo>
                  <a:pt x="585" y="82"/>
                </a:lnTo>
                <a:lnTo>
                  <a:pt x="587" y="81"/>
                </a:lnTo>
                <a:lnTo>
                  <a:pt x="588" y="81"/>
                </a:lnTo>
                <a:lnTo>
                  <a:pt x="589" y="81"/>
                </a:lnTo>
                <a:lnTo>
                  <a:pt x="590" y="80"/>
                </a:lnTo>
                <a:lnTo>
                  <a:pt x="591" y="80"/>
                </a:lnTo>
                <a:lnTo>
                  <a:pt x="592" y="80"/>
                </a:lnTo>
                <a:lnTo>
                  <a:pt x="592" y="79"/>
                </a:lnTo>
                <a:lnTo>
                  <a:pt x="593" y="78"/>
                </a:lnTo>
                <a:lnTo>
                  <a:pt x="594" y="78"/>
                </a:lnTo>
                <a:lnTo>
                  <a:pt x="595" y="76"/>
                </a:lnTo>
                <a:lnTo>
                  <a:pt x="596" y="76"/>
                </a:lnTo>
                <a:lnTo>
                  <a:pt x="597" y="76"/>
                </a:lnTo>
                <a:lnTo>
                  <a:pt x="597" y="75"/>
                </a:lnTo>
                <a:lnTo>
                  <a:pt x="598" y="75"/>
                </a:lnTo>
                <a:lnTo>
                  <a:pt x="599" y="75"/>
                </a:lnTo>
                <a:lnTo>
                  <a:pt x="600" y="75"/>
                </a:lnTo>
                <a:lnTo>
                  <a:pt x="601" y="75"/>
                </a:lnTo>
                <a:lnTo>
                  <a:pt x="602" y="75"/>
                </a:lnTo>
                <a:lnTo>
                  <a:pt x="602" y="76"/>
                </a:lnTo>
                <a:lnTo>
                  <a:pt x="603" y="76"/>
                </a:lnTo>
                <a:lnTo>
                  <a:pt x="604" y="76"/>
                </a:lnTo>
                <a:lnTo>
                  <a:pt x="605" y="76"/>
                </a:lnTo>
                <a:lnTo>
                  <a:pt x="606" y="76"/>
                </a:lnTo>
                <a:lnTo>
                  <a:pt x="607" y="76"/>
                </a:lnTo>
                <a:lnTo>
                  <a:pt x="608" y="76"/>
                </a:lnTo>
                <a:lnTo>
                  <a:pt x="609" y="75"/>
                </a:lnTo>
                <a:lnTo>
                  <a:pt x="610" y="75"/>
                </a:lnTo>
                <a:lnTo>
                  <a:pt x="611" y="75"/>
                </a:lnTo>
                <a:lnTo>
                  <a:pt x="612" y="75"/>
                </a:lnTo>
                <a:lnTo>
                  <a:pt x="612" y="74"/>
                </a:lnTo>
                <a:lnTo>
                  <a:pt x="613" y="74"/>
                </a:lnTo>
                <a:lnTo>
                  <a:pt x="614" y="74"/>
                </a:lnTo>
                <a:lnTo>
                  <a:pt x="615" y="74"/>
                </a:lnTo>
                <a:lnTo>
                  <a:pt x="615" y="73"/>
                </a:lnTo>
                <a:lnTo>
                  <a:pt x="615" y="72"/>
                </a:lnTo>
                <a:lnTo>
                  <a:pt x="616" y="72"/>
                </a:lnTo>
                <a:lnTo>
                  <a:pt x="617" y="72"/>
                </a:lnTo>
                <a:lnTo>
                  <a:pt x="618" y="72"/>
                </a:lnTo>
                <a:lnTo>
                  <a:pt x="619" y="71"/>
                </a:lnTo>
                <a:lnTo>
                  <a:pt x="620" y="71"/>
                </a:lnTo>
                <a:lnTo>
                  <a:pt x="621" y="71"/>
                </a:lnTo>
                <a:lnTo>
                  <a:pt x="621" y="72"/>
                </a:lnTo>
                <a:lnTo>
                  <a:pt x="620" y="72"/>
                </a:lnTo>
                <a:lnTo>
                  <a:pt x="620" y="73"/>
                </a:lnTo>
                <a:lnTo>
                  <a:pt x="621" y="73"/>
                </a:lnTo>
                <a:lnTo>
                  <a:pt x="622" y="73"/>
                </a:lnTo>
                <a:lnTo>
                  <a:pt x="623" y="73"/>
                </a:lnTo>
                <a:lnTo>
                  <a:pt x="623" y="74"/>
                </a:lnTo>
                <a:lnTo>
                  <a:pt x="624" y="74"/>
                </a:lnTo>
                <a:lnTo>
                  <a:pt x="626" y="75"/>
                </a:lnTo>
                <a:lnTo>
                  <a:pt x="627" y="76"/>
                </a:lnTo>
                <a:lnTo>
                  <a:pt x="628" y="77"/>
                </a:lnTo>
                <a:lnTo>
                  <a:pt x="628" y="78"/>
                </a:lnTo>
                <a:lnTo>
                  <a:pt x="628" y="79"/>
                </a:lnTo>
                <a:lnTo>
                  <a:pt x="628" y="80"/>
                </a:lnTo>
                <a:lnTo>
                  <a:pt x="629" y="80"/>
                </a:lnTo>
                <a:lnTo>
                  <a:pt x="630" y="80"/>
                </a:lnTo>
                <a:lnTo>
                  <a:pt x="631" y="80"/>
                </a:lnTo>
                <a:lnTo>
                  <a:pt x="631" y="81"/>
                </a:lnTo>
                <a:lnTo>
                  <a:pt x="633" y="81"/>
                </a:lnTo>
                <a:lnTo>
                  <a:pt x="634" y="81"/>
                </a:lnTo>
                <a:lnTo>
                  <a:pt x="635" y="82"/>
                </a:lnTo>
                <a:lnTo>
                  <a:pt x="636" y="82"/>
                </a:lnTo>
                <a:lnTo>
                  <a:pt x="637" y="82"/>
                </a:lnTo>
                <a:lnTo>
                  <a:pt x="639" y="82"/>
                </a:lnTo>
                <a:lnTo>
                  <a:pt x="640" y="82"/>
                </a:lnTo>
                <a:lnTo>
                  <a:pt x="641" y="82"/>
                </a:lnTo>
                <a:lnTo>
                  <a:pt x="642" y="82"/>
                </a:lnTo>
                <a:lnTo>
                  <a:pt x="642" y="83"/>
                </a:lnTo>
                <a:lnTo>
                  <a:pt x="642" y="84"/>
                </a:lnTo>
                <a:lnTo>
                  <a:pt x="643" y="84"/>
                </a:lnTo>
                <a:lnTo>
                  <a:pt x="643" y="85"/>
                </a:lnTo>
                <a:lnTo>
                  <a:pt x="644" y="85"/>
                </a:lnTo>
                <a:lnTo>
                  <a:pt x="645" y="85"/>
                </a:lnTo>
                <a:lnTo>
                  <a:pt x="645" y="86"/>
                </a:lnTo>
                <a:lnTo>
                  <a:pt x="646" y="86"/>
                </a:lnTo>
                <a:lnTo>
                  <a:pt x="646" y="87"/>
                </a:lnTo>
                <a:lnTo>
                  <a:pt x="647" y="86"/>
                </a:lnTo>
                <a:lnTo>
                  <a:pt x="648" y="86"/>
                </a:lnTo>
                <a:lnTo>
                  <a:pt x="649" y="86"/>
                </a:lnTo>
                <a:lnTo>
                  <a:pt x="649" y="85"/>
                </a:lnTo>
                <a:lnTo>
                  <a:pt x="650" y="85"/>
                </a:lnTo>
                <a:lnTo>
                  <a:pt x="650" y="84"/>
                </a:lnTo>
                <a:lnTo>
                  <a:pt x="651" y="84"/>
                </a:lnTo>
                <a:lnTo>
                  <a:pt x="651" y="83"/>
                </a:lnTo>
                <a:lnTo>
                  <a:pt x="652" y="83"/>
                </a:lnTo>
                <a:lnTo>
                  <a:pt x="652" y="81"/>
                </a:lnTo>
                <a:lnTo>
                  <a:pt x="652" y="80"/>
                </a:lnTo>
                <a:lnTo>
                  <a:pt x="653" y="80"/>
                </a:lnTo>
                <a:lnTo>
                  <a:pt x="653" y="79"/>
                </a:lnTo>
                <a:lnTo>
                  <a:pt x="653" y="78"/>
                </a:lnTo>
                <a:lnTo>
                  <a:pt x="654" y="78"/>
                </a:lnTo>
                <a:lnTo>
                  <a:pt x="654" y="77"/>
                </a:lnTo>
                <a:lnTo>
                  <a:pt x="655" y="77"/>
                </a:lnTo>
                <a:lnTo>
                  <a:pt x="656" y="77"/>
                </a:lnTo>
                <a:lnTo>
                  <a:pt x="656" y="76"/>
                </a:lnTo>
                <a:lnTo>
                  <a:pt x="657" y="75"/>
                </a:lnTo>
                <a:lnTo>
                  <a:pt x="658" y="75"/>
                </a:lnTo>
                <a:lnTo>
                  <a:pt x="659" y="75"/>
                </a:lnTo>
                <a:lnTo>
                  <a:pt x="660" y="75"/>
                </a:lnTo>
                <a:lnTo>
                  <a:pt x="661" y="74"/>
                </a:lnTo>
                <a:lnTo>
                  <a:pt x="662" y="74"/>
                </a:lnTo>
                <a:lnTo>
                  <a:pt x="663" y="74"/>
                </a:lnTo>
                <a:lnTo>
                  <a:pt x="663" y="73"/>
                </a:lnTo>
                <a:lnTo>
                  <a:pt x="664" y="73"/>
                </a:lnTo>
                <a:lnTo>
                  <a:pt x="665" y="73"/>
                </a:lnTo>
                <a:lnTo>
                  <a:pt x="666" y="73"/>
                </a:lnTo>
                <a:lnTo>
                  <a:pt x="667" y="73"/>
                </a:lnTo>
                <a:lnTo>
                  <a:pt x="667" y="72"/>
                </a:lnTo>
                <a:lnTo>
                  <a:pt x="668" y="72"/>
                </a:lnTo>
                <a:lnTo>
                  <a:pt x="669" y="72"/>
                </a:lnTo>
                <a:lnTo>
                  <a:pt x="669" y="73"/>
                </a:lnTo>
                <a:lnTo>
                  <a:pt x="670" y="73"/>
                </a:lnTo>
                <a:lnTo>
                  <a:pt x="672" y="73"/>
                </a:lnTo>
                <a:lnTo>
                  <a:pt x="672" y="72"/>
                </a:lnTo>
                <a:lnTo>
                  <a:pt x="674" y="72"/>
                </a:lnTo>
                <a:lnTo>
                  <a:pt x="676" y="72"/>
                </a:lnTo>
                <a:lnTo>
                  <a:pt x="677" y="71"/>
                </a:lnTo>
                <a:lnTo>
                  <a:pt x="677" y="72"/>
                </a:lnTo>
                <a:lnTo>
                  <a:pt x="679" y="72"/>
                </a:lnTo>
                <a:lnTo>
                  <a:pt x="680" y="72"/>
                </a:lnTo>
                <a:lnTo>
                  <a:pt x="681" y="72"/>
                </a:lnTo>
                <a:lnTo>
                  <a:pt x="681" y="71"/>
                </a:lnTo>
                <a:lnTo>
                  <a:pt x="682" y="71"/>
                </a:lnTo>
                <a:lnTo>
                  <a:pt x="682" y="70"/>
                </a:lnTo>
                <a:lnTo>
                  <a:pt x="684" y="70"/>
                </a:lnTo>
                <a:lnTo>
                  <a:pt x="684" y="69"/>
                </a:lnTo>
                <a:lnTo>
                  <a:pt x="684" y="68"/>
                </a:lnTo>
                <a:lnTo>
                  <a:pt x="685" y="68"/>
                </a:lnTo>
                <a:lnTo>
                  <a:pt x="686" y="67"/>
                </a:lnTo>
                <a:lnTo>
                  <a:pt x="687" y="67"/>
                </a:lnTo>
                <a:lnTo>
                  <a:pt x="687" y="66"/>
                </a:lnTo>
                <a:lnTo>
                  <a:pt x="688" y="66"/>
                </a:lnTo>
                <a:lnTo>
                  <a:pt x="688" y="65"/>
                </a:lnTo>
                <a:lnTo>
                  <a:pt x="689" y="65"/>
                </a:lnTo>
                <a:lnTo>
                  <a:pt x="689" y="66"/>
                </a:lnTo>
                <a:lnTo>
                  <a:pt x="690" y="66"/>
                </a:lnTo>
                <a:lnTo>
                  <a:pt x="690" y="65"/>
                </a:lnTo>
                <a:lnTo>
                  <a:pt x="691" y="64"/>
                </a:lnTo>
                <a:lnTo>
                  <a:pt x="692" y="64"/>
                </a:lnTo>
                <a:lnTo>
                  <a:pt x="692" y="63"/>
                </a:lnTo>
                <a:lnTo>
                  <a:pt x="693" y="62"/>
                </a:lnTo>
                <a:lnTo>
                  <a:pt x="693" y="61"/>
                </a:lnTo>
                <a:lnTo>
                  <a:pt x="693" y="60"/>
                </a:lnTo>
                <a:lnTo>
                  <a:pt x="693" y="59"/>
                </a:lnTo>
                <a:lnTo>
                  <a:pt x="694" y="58"/>
                </a:lnTo>
                <a:lnTo>
                  <a:pt x="695" y="57"/>
                </a:lnTo>
                <a:lnTo>
                  <a:pt x="696" y="57"/>
                </a:lnTo>
                <a:lnTo>
                  <a:pt x="696" y="56"/>
                </a:lnTo>
                <a:lnTo>
                  <a:pt x="697" y="56"/>
                </a:lnTo>
                <a:lnTo>
                  <a:pt x="697" y="54"/>
                </a:lnTo>
                <a:lnTo>
                  <a:pt x="697" y="53"/>
                </a:lnTo>
                <a:lnTo>
                  <a:pt x="697" y="52"/>
                </a:lnTo>
                <a:lnTo>
                  <a:pt x="697" y="51"/>
                </a:lnTo>
                <a:lnTo>
                  <a:pt x="698" y="51"/>
                </a:lnTo>
                <a:lnTo>
                  <a:pt x="698" y="50"/>
                </a:lnTo>
                <a:lnTo>
                  <a:pt x="698" y="49"/>
                </a:lnTo>
                <a:lnTo>
                  <a:pt x="699" y="49"/>
                </a:lnTo>
                <a:lnTo>
                  <a:pt x="701" y="49"/>
                </a:lnTo>
                <a:lnTo>
                  <a:pt x="701" y="48"/>
                </a:lnTo>
                <a:lnTo>
                  <a:pt x="700" y="48"/>
                </a:lnTo>
                <a:lnTo>
                  <a:pt x="701" y="48"/>
                </a:lnTo>
                <a:lnTo>
                  <a:pt x="701" y="47"/>
                </a:lnTo>
                <a:lnTo>
                  <a:pt x="702" y="47"/>
                </a:lnTo>
                <a:lnTo>
                  <a:pt x="703" y="46"/>
                </a:lnTo>
                <a:lnTo>
                  <a:pt x="703" y="45"/>
                </a:lnTo>
                <a:lnTo>
                  <a:pt x="703" y="44"/>
                </a:lnTo>
                <a:lnTo>
                  <a:pt x="702" y="44"/>
                </a:lnTo>
                <a:lnTo>
                  <a:pt x="702" y="43"/>
                </a:lnTo>
                <a:lnTo>
                  <a:pt x="701" y="43"/>
                </a:lnTo>
                <a:lnTo>
                  <a:pt x="701" y="42"/>
                </a:lnTo>
                <a:lnTo>
                  <a:pt x="701" y="41"/>
                </a:lnTo>
                <a:lnTo>
                  <a:pt x="702" y="41"/>
                </a:lnTo>
                <a:lnTo>
                  <a:pt x="701" y="40"/>
                </a:lnTo>
                <a:lnTo>
                  <a:pt x="702" y="40"/>
                </a:lnTo>
                <a:lnTo>
                  <a:pt x="702" y="39"/>
                </a:lnTo>
                <a:lnTo>
                  <a:pt x="702" y="37"/>
                </a:lnTo>
                <a:lnTo>
                  <a:pt x="702" y="36"/>
                </a:lnTo>
                <a:lnTo>
                  <a:pt x="703" y="36"/>
                </a:lnTo>
                <a:lnTo>
                  <a:pt x="704" y="36"/>
                </a:lnTo>
                <a:lnTo>
                  <a:pt x="705" y="36"/>
                </a:lnTo>
                <a:lnTo>
                  <a:pt x="705" y="35"/>
                </a:lnTo>
                <a:lnTo>
                  <a:pt x="706" y="35"/>
                </a:lnTo>
                <a:lnTo>
                  <a:pt x="707" y="35"/>
                </a:lnTo>
                <a:lnTo>
                  <a:pt x="707" y="34"/>
                </a:lnTo>
                <a:lnTo>
                  <a:pt x="708" y="34"/>
                </a:lnTo>
                <a:lnTo>
                  <a:pt x="709" y="34"/>
                </a:lnTo>
                <a:lnTo>
                  <a:pt x="709" y="33"/>
                </a:lnTo>
                <a:lnTo>
                  <a:pt x="710" y="33"/>
                </a:lnTo>
                <a:lnTo>
                  <a:pt x="710" y="32"/>
                </a:lnTo>
                <a:lnTo>
                  <a:pt x="711" y="32"/>
                </a:lnTo>
                <a:lnTo>
                  <a:pt x="712" y="32"/>
                </a:lnTo>
                <a:lnTo>
                  <a:pt x="713" y="33"/>
                </a:lnTo>
                <a:lnTo>
                  <a:pt x="714" y="33"/>
                </a:lnTo>
                <a:lnTo>
                  <a:pt x="715" y="33"/>
                </a:lnTo>
                <a:lnTo>
                  <a:pt x="717" y="33"/>
                </a:lnTo>
                <a:lnTo>
                  <a:pt x="718" y="33"/>
                </a:lnTo>
                <a:lnTo>
                  <a:pt x="718" y="32"/>
                </a:lnTo>
                <a:lnTo>
                  <a:pt x="718" y="31"/>
                </a:lnTo>
                <a:lnTo>
                  <a:pt x="719" y="31"/>
                </a:lnTo>
                <a:lnTo>
                  <a:pt x="719" y="30"/>
                </a:lnTo>
                <a:lnTo>
                  <a:pt x="720" y="30"/>
                </a:lnTo>
                <a:lnTo>
                  <a:pt x="720" y="29"/>
                </a:lnTo>
                <a:lnTo>
                  <a:pt x="721" y="29"/>
                </a:lnTo>
                <a:lnTo>
                  <a:pt x="721" y="28"/>
                </a:lnTo>
                <a:lnTo>
                  <a:pt x="721" y="29"/>
                </a:lnTo>
                <a:lnTo>
                  <a:pt x="722" y="29"/>
                </a:lnTo>
                <a:lnTo>
                  <a:pt x="722" y="28"/>
                </a:lnTo>
                <a:lnTo>
                  <a:pt x="722" y="29"/>
                </a:lnTo>
                <a:lnTo>
                  <a:pt x="723" y="29"/>
                </a:lnTo>
                <a:lnTo>
                  <a:pt x="723" y="28"/>
                </a:lnTo>
                <a:lnTo>
                  <a:pt x="724" y="28"/>
                </a:lnTo>
                <a:lnTo>
                  <a:pt x="724" y="27"/>
                </a:lnTo>
                <a:lnTo>
                  <a:pt x="725" y="27"/>
                </a:lnTo>
                <a:lnTo>
                  <a:pt x="725" y="26"/>
                </a:lnTo>
                <a:lnTo>
                  <a:pt x="725" y="27"/>
                </a:lnTo>
                <a:lnTo>
                  <a:pt x="726" y="27"/>
                </a:lnTo>
                <a:lnTo>
                  <a:pt x="726" y="28"/>
                </a:lnTo>
                <a:lnTo>
                  <a:pt x="727" y="28"/>
                </a:lnTo>
                <a:lnTo>
                  <a:pt x="728" y="28"/>
                </a:lnTo>
                <a:lnTo>
                  <a:pt x="729" y="29"/>
                </a:lnTo>
                <a:lnTo>
                  <a:pt x="730" y="29"/>
                </a:lnTo>
                <a:lnTo>
                  <a:pt x="731" y="29"/>
                </a:lnTo>
                <a:lnTo>
                  <a:pt x="732" y="29"/>
                </a:lnTo>
                <a:lnTo>
                  <a:pt x="732" y="28"/>
                </a:lnTo>
                <a:lnTo>
                  <a:pt x="732" y="27"/>
                </a:lnTo>
                <a:lnTo>
                  <a:pt x="732" y="26"/>
                </a:lnTo>
                <a:lnTo>
                  <a:pt x="733" y="26"/>
                </a:lnTo>
                <a:lnTo>
                  <a:pt x="734" y="26"/>
                </a:lnTo>
                <a:lnTo>
                  <a:pt x="734" y="27"/>
                </a:lnTo>
                <a:lnTo>
                  <a:pt x="735" y="27"/>
                </a:lnTo>
                <a:lnTo>
                  <a:pt x="736" y="27"/>
                </a:lnTo>
                <a:lnTo>
                  <a:pt x="737" y="27"/>
                </a:lnTo>
                <a:lnTo>
                  <a:pt x="738" y="27"/>
                </a:lnTo>
                <a:lnTo>
                  <a:pt x="739" y="27"/>
                </a:lnTo>
                <a:lnTo>
                  <a:pt x="740" y="27"/>
                </a:lnTo>
                <a:lnTo>
                  <a:pt x="741" y="27"/>
                </a:lnTo>
                <a:lnTo>
                  <a:pt x="742" y="26"/>
                </a:lnTo>
                <a:lnTo>
                  <a:pt x="743" y="26"/>
                </a:lnTo>
                <a:lnTo>
                  <a:pt x="744" y="26"/>
                </a:lnTo>
                <a:lnTo>
                  <a:pt x="744" y="25"/>
                </a:lnTo>
                <a:lnTo>
                  <a:pt x="744" y="24"/>
                </a:lnTo>
                <a:lnTo>
                  <a:pt x="745" y="24"/>
                </a:lnTo>
                <a:lnTo>
                  <a:pt x="746" y="25"/>
                </a:lnTo>
                <a:lnTo>
                  <a:pt x="747" y="25"/>
                </a:lnTo>
                <a:lnTo>
                  <a:pt x="747" y="24"/>
                </a:lnTo>
                <a:lnTo>
                  <a:pt x="747" y="25"/>
                </a:lnTo>
                <a:lnTo>
                  <a:pt x="748" y="25"/>
                </a:lnTo>
                <a:lnTo>
                  <a:pt x="748" y="24"/>
                </a:lnTo>
                <a:lnTo>
                  <a:pt x="748" y="23"/>
                </a:lnTo>
                <a:lnTo>
                  <a:pt x="749" y="23"/>
                </a:lnTo>
                <a:lnTo>
                  <a:pt x="750" y="23"/>
                </a:lnTo>
                <a:lnTo>
                  <a:pt x="751" y="23"/>
                </a:lnTo>
                <a:lnTo>
                  <a:pt x="751" y="22"/>
                </a:lnTo>
                <a:lnTo>
                  <a:pt x="751" y="21"/>
                </a:lnTo>
                <a:lnTo>
                  <a:pt x="751" y="20"/>
                </a:lnTo>
                <a:lnTo>
                  <a:pt x="752" y="20"/>
                </a:lnTo>
                <a:lnTo>
                  <a:pt x="753" y="20"/>
                </a:lnTo>
                <a:lnTo>
                  <a:pt x="754" y="20"/>
                </a:lnTo>
                <a:lnTo>
                  <a:pt x="754" y="19"/>
                </a:lnTo>
                <a:lnTo>
                  <a:pt x="755" y="19"/>
                </a:lnTo>
                <a:lnTo>
                  <a:pt x="756" y="19"/>
                </a:lnTo>
                <a:lnTo>
                  <a:pt x="757" y="19"/>
                </a:lnTo>
                <a:lnTo>
                  <a:pt x="757" y="20"/>
                </a:lnTo>
                <a:lnTo>
                  <a:pt x="758" y="20"/>
                </a:lnTo>
                <a:lnTo>
                  <a:pt x="759" y="20"/>
                </a:lnTo>
                <a:lnTo>
                  <a:pt x="760" y="20"/>
                </a:lnTo>
                <a:lnTo>
                  <a:pt x="761" y="20"/>
                </a:lnTo>
                <a:lnTo>
                  <a:pt x="761" y="19"/>
                </a:lnTo>
                <a:lnTo>
                  <a:pt x="762" y="19"/>
                </a:lnTo>
                <a:lnTo>
                  <a:pt x="763" y="19"/>
                </a:lnTo>
                <a:lnTo>
                  <a:pt x="763" y="20"/>
                </a:lnTo>
                <a:lnTo>
                  <a:pt x="764" y="20"/>
                </a:lnTo>
                <a:lnTo>
                  <a:pt x="764" y="21"/>
                </a:lnTo>
                <a:lnTo>
                  <a:pt x="764" y="22"/>
                </a:lnTo>
                <a:lnTo>
                  <a:pt x="765" y="22"/>
                </a:lnTo>
                <a:lnTo>
                  <a:pt x="765" y="23"/>
                </a:lnTo>
                <a:lnTo>
                  <a:pt x="766" y="23"/>
                </a:lnTo>
                <a:lnTo>
                  <a:pt x="767" y="22"/>
                </a:lnTo>
                <a:lnTo>
                  <a:pt x="768" y="22"/>
                </a:lnTo>
                <a:lnTo>
                  <a:pt x="768" y="23"/>
                </a:lnTo>
                <a:lnTo>
                  <a:pt x="768" y="22"/>
                </a:lnTo>
                <a:lnTo>
                  <a:pt x="769" y="22"/>
                </a:lnTo>
                <a:lnTo>
                  <a:pt x="769" y="23"/>
                </a:lnTo>
                <a:lnTo>
                  <a:pt x="769" y="22"/>
                </a:lnTo>
                <a:lnTo>
                  <a:pt x="769" y="21"/>
                </a:lnTo>
                <a:lnTo>
                  <a:pt x="770" y="21"/>
                </a:lnTo>
                <a:lnTo>
                  <a:pt x="770" y="20"/>
                </a:lnTo>
                <a:lnTo>
                  <a:pt x="771" y="20"/>
                </a:lnTo>
                <a:lnTo>
                  <a:pt x="772" y="20"/>
                </a:lnTo>
                <a:lnTo>
                  <a:pt x="773" y="20"/>
                </a:lnTo>
                <a:lnTo>
                  <a:pt x="773" y="19"/>
                </a:lnTo>
                <a:lnTo>
                  <a:pt x="773" y="20"/>
                </a:lnTo>
                <a:lnTo>
                  <a:pt x="774" y="20"/>
                </a:lnTo>
                <a:lnTo>
                  <a:pt x="775" y="20"/>
                </a:lnTo>
                <a:lnTo>
                  <a:pt x="775" y="19"/>
                </a:lnTo>
                <a:lnTo>
                  <a:pt x="776" y="19"/>
                </a:lnTo>
                <a:lnTo>
                  <a:pt x="777" y="19"/>
                </a:lnTo>
                <a:lnTo>
                  <a:pt x="777" y="20"/>
                </a:lnTo>
                <a:lnTo>
                  <a:pt x="778" y="20"/>
                </a:lnTo>
                <a:lnTo>
                  <a:pt x="778" y="19"/>
                </a:lnTo>
                <a:lnTo>
                  <a:pt x="778" y="20"/>
                </a:lnTo>
                <a:lnTo>
                  <a:pt x="779" y="20"/>
                </a:lnTo>
                <a:lnTo>
                  <a:pt x="780" y="20"/>
                </a:lnTo>
                <a:lnTo>
                  <a:pt x="780" y="19"/>
                </a:lnTo>
                <a:lnTo>
                  <a:pt x="781" y="19"/>
                </a:lnTo>
                <a:lnTo>
                  <a:pt x="782" y="19"/>
                </a:lnTo>
                <a:lnTo>
                  <a:pt x="782" y="18"/>
                </a:lnTo>
                <a:lnTo>
                  <a:pt x="783" y="18"/>
                </a:lnTo>
                <a:lnTo>
                  <a:pt x="783" y="19"/>
                </a:lnTo>
                <a:lnTo>
                  <a:pt x="784" y="19"/>
                </a:lnTo>
                <a:lnTo>
                  <a:pt x="785" y="19"/>
                </a:lnTo>
                <a:lnTo>
                  <a:pt x="786" y="19"/>
                </a:lnTo>
                <a:lnTo>
                  <a:pt x="786" y="20"/>
                </a:lnTo>
                <a:lnTo>
                  <a:pt x="787" y="20"/>
                </a:lnTo>
                <a:lnTo>
                  <a:pt x="787" y="19"/>
                </a:lnTo>
                <a:lnTo>
                  <a:pt x="787" y="20"/>
                </a:lnTo>
                <a:lnTo>
                  <a:pt x="788" y="20"/>
                </a:lnTo>
                <a:lnTo>
                  <a:pt x="788" y="19"/>
                </a:lnTo>
                <a:lnTo>
                  <a:pt x="789" y="19"/>
                </a:lnTo>
                <a:lnTo>
                  <a:pt x="790" y="19"/>
                </a:lnTo>
                <a:lnTo>
                  <a:pt x="790" y="18"/>
                </a:lnTo>
                <a:lnTo>
                  <a:pt x="789" y="18"/>
                </a:lnTo>
                <a:lnTo>
                  <a:pt x="789" y="17"/>
                </a:lnTo>
                <a:lnTo>
                  <a:pt x="790" y="17"/>
                </a:lnTo>
                <a:lnTo>
                  <a:pt x="791" y="16"/>
                </a:lnTo>
                <a:lnTo>
                  <a:pt x="792" y="15"/>
                </a:lnTo>
                <a:lnTo>
                  <a:pt x="792" y="14"/>
                </a:lnTo>
                <a:lnTo>
                  <a:pt x="793" y="14"/>
                </a:lnTo>
                <a:lnTo>
                  <a:pt x="794" y="13"/>
                </a:lnTo>
                <a:lnTo>
                  <a:pt x="795" y="13"/>
                </a:lnTo>
                <a:lnTo>
                  <a:pt x="795" y="14"/>
                </a:lnTo>
                <a:lnTo>
                  <a:pt x="795" y="13"/>
                </a:lnTo>
                <a:lnTo>
                  <a:pt x="796" y="13"/>
                </a:lnTo>
                <a:lnTo>
                  <a:pt x="797" y="13"/>
                </a:lnTo>
                <a:lnTo>
                  <a:pt x="797" y="12"/>
                </a:lnTo>
                <a:lnTo>
                  <a:pt x="798" y="12"/>
                </a:lnTo>
                <a:lnTo>
                  <a:pt x="798" y="13"/>
                </a:lnTo>
                <a:lnTo>
                  <a:pt x="799" y="13"/>
                </a:lnTo>
                <a:lnTo>
                  <a:pt x="800" y="13"/>
                </a:lnTo>
                <a:lnTo>
                  <a:pt x="800" y="12"/>
                </a:lnTo>
                <a:lnTo>
                  <a:pt x="801" y="12"/>
                </a:lnTo>
                <a:lnTo>
                  <a:pt x="801" y="13"/>
                </a:lnTo>
                <a:lnTo>
                  <a:pt x="802" y="13"/>
                </a:lnTo>
                <a:lnTo>
                  <a:pt x="803" y="13"/>
                </a:lnTo>
                <a:lnTo>
                  <a:pt x="803" y="12"/>
                </a:lnTo>
                <a:lnTo>
                  <a:pt x="805" y="11"/>
                </a:lnTo>
                <a:lnTo>
                  <a:pt x="805" y="10"/>
                </a:lnTo>
                <a:lnTo>
                  <a:pt x="806" y="10"/>
                </a:lnTo>
                <a:lnTo>
                  <a:pt x="806" y="9"/>
                </a:lnTo>
                <a:lnTo>
                  <a:pt x="807" y="9"/>
                </a:lnTo>
                <a:lnTo>
                  <a:pt x="807" y="8"/>
                </a:lnTo>
                <a:lnTo>
                  <a:pt x="808" y="8"/>
                </a:lnTo>
                <a:lnTo>
                  <a:pt x="808" y="7"/>
                </a:lnTo>
                <a:lnTo>
                  <a:pt x="809" y="7"/>
                </a:lnTo>
                <a:lnTo>
                  <a:pt x="810" y="7"/>
                </a:lnTo>
                <a:lnTo>
                  <a:pt x="811" y="7"/>
                </a:lnTo>
                <a:lnTo>
                  <a:pt x="812" y="7"/>
                </a:lnTo>
                <a:lnTo>
                  <a:pt x="812" y="6"/>
                </a:lnTo>
                <a:lnTo>
                  <a:pt x="813" y="6"/>
                </a:lnTo>
                <a:lnTo>
                  <a:pt x="814" y="6"/>
                </a:lnTo>
                <a:lnTo>
                  <a:pt x="814" y="7"/>
                </a:lnTo>
                <a:lnTo>
                  <a:pt x="815" y="7"/>
                </a:lnTo>
                <a:lnTo>
                  <a:pt x="816" y="7"/>
                </a:lnTo>
                <a:lnTo>
                  <a:pt x="816" y="8"/>
                </a:lnTo>
                <a:lnTo>
                  <a:pt x="816" y="10"/>
                </a:lnTo>
                <a:lnTo>
                  <a:pt x="816" y="11"/>
                </a:lnTo>
                <a:lnTo>
                  <a:pt x="817" y="12"/>
                </a:lnTo>
                <a:lnTo>
                  <a:pt x="817" y="13"/>
                </a:lnTo>
                <a:lnTo>
                  <a:pt x="818" y="13"/>
                </a:lnTo>
                <a:lnTo>
                  <a:pt x="818" y="14"/>
                </a:lnTo>
                <a:lnTo>
                  <a:pt x="819" y="14"/>
                </a:lnTo>
                <a:lnTo>
                  <a:pt x="819" y="13"/>
                </a:lnTo>
                <a:lnTo>
                  <a:pt x="820" y="13"/>
                </a:lnTo>
                <a:lnTo>
                  <a:pt x="820" y="14"/>
                </a:lnTo>
                <a:lnTo>
                  <a:pt x="820" y="13"/>
                </a:lnTo>
                <a:lnTo>
                  <a:pt x="821" y="13"/>
                </a:lnTo>
                <a:lnTo>
                  <a:pt x="821" y="14"/>
                </a:lnTo>
                <a:lnTo>
                  <a:pt x="822" y="14"/>
                </a:lnTo>
                <a:lnTo>
                  <a:pt x="824" y="14"/>
                </a:lnTo>
                <a:lnTo>
                  <a:pt x="825" y="15"/>
                </a:lnTo>
                <a:lnTo>
                  <a:pt x="826" y="15"/>
                </a:lnTo>
                <a:lnTo>
                  <a:pt x="827" y="15"/>
                </a:lnTo>
                <a:lnTo>
                  <a:pt x="827" y="14"/>
                </a:lnTo>
                <a:lnTo>
                  <a:pt x="828" y="14"/>
                </a:lnTo>
                <a:lnTo>
                  <a:pt x="829" y="14"/>
                </a:lnTo>
                <a:lnTo>
                  <a:pt x="829" y="13"/>
                </a:lnTo>
                <a:lnTo>
                  <a:pt x="830" y="13"/>
                </a:lnTo>
                <a:lnTo>
                  <a:pt x="831" y="13"/>
                </a:lnTo>
                <a:lnTo>
                  <a:pt x="832" y="13"/>
                </a:lnTo>
                <a:lnTo>
                  <a:pt x="833" y="13"/>
                </a:lnTo>
                <a:lnTo>
                  <a:pt x="833" y="12"/>
                </a:lnTo>
                <a:lnTo>
                  <a:pt x="834" y="12"/>
                </a:lnTo>
                <a:lnTo>
                  <a:pt x="835" y="12"/>
                </a:lnTo>
                <a:lnTo>
                  <a:pt x="836" y="12"/>
                </a:lnTo>
                <a:lnTo>
                  <a:pt x="837" y="12"/>
                </a:lnTo>
                <a:lnTo>
                  <a:pt x="838" y="12"/>
                </a:lnTo>
                <a:lnTo>
                  <a:pt x="838" y="11"/>
                </a:lnTo>
                <a:lnTo>
                  <a:pt x="839" y="11"/>
                </a:lnTo>
                <a:lnTo>
                  <a:pt x="839" y="10"/>
                </a:lnTo>
                <a:lnTo>
                  <a:pt x="840" y="10"/>
                </a:lnTo>
                <a:lnTo>
                  <a:pt x="841" y="10"/>
                </a:lnTo>
                <a:lnTo>
                  <a:pt x="842" y="10"/>
                </a:lnTo>
                <a:lnTo>
                  <a:pt x="842" y="11"/>
                </a:lnTo>
                <a:lnTo>
                  <a:pt x="843" y="11"/>
                </a:lnTo>
                <a:lnTo>
                  <a:pt x="844" y="11"/>
                </a:lnTo>
                <a:lnTo>
                  <a:pt x="845" y="11"/>
                </a:lnTo>
                <a:lnTo>
                  <a:pt x="846" y="11"/>
                </a:lnTo>
                <a:lnTo>
                  <a:pt x="847" y="11"/>
                </a:lnTo>
                <a:lnTo>
                  <a:pt x="847" y="10"/>
                </a:lnTo>
                <a:lnTo>
                  <a:pt x="848" y="10"/>
                </a:lnTo>
                <a:lnTo>
                  <a:pt x="849" y="10"/>
                </a:lnTo>
                <a:lnTo>
                  <a:pt x="850" y="10"/>
                </a:lnTo>
                <a:lnTo>
                  <a:pt x="851" y="10"/>
                </a:lnTo>
                <a:lnTo>
                  <a:pt x="852" y="10"/>
                </a:lnTo>
                <a:lnTo>
                  <a:pt x="853" y="10"/>
                </a:lnTo>
                <a:lnTo>
                  <a:pt x="853" y="9"/>
                </a:lnTo>
                <a:lnTo>
                  <a:pt x="854" y="9"/>
                </a:lnTo>
                <a:lnTo>
                  <a:pt x="854" y="10"/>
                </a:lnTo>
                <a:lnTo>
                  <a:pt x="855" y="10"/>
                </a:lnTo>
                <a:lnTo>
                  <a:pt x="856" y="10"/>
                </a:lnTo>
                <a:lnTo>
                  <a:pt x="857" y="9"/>
                </a:lnTo>
                <a:lnTo>
                  <a:pt x="858" y="9"/>
                </a:lnTo>
                <a:lnTo>
                  <a:pt x="859" y="9"/>
                </a:lnTo>
                <a:lnTo>
                  <a:pt x="859" y="8"/>
                </a:lnTo>
                <a:lnTo>
                  <a:pt x="860" y="8"/>
                </a:lnTo>
                <a:lnTo>
                  <a:pt x="860" y="9"/>
                </a:lnTo>
                <a:lnTo>
                  <a:pt x="861" y="9"/>
                </a:lnTo>
                <a:lnTo>
                  <a:pt x="862" y="9"/>
                </a:lnTo>
                <a:lnTo>
                  <a:pt x="862" y="8"/>
                </a:lnTo>
                <a:lnTo>
                  <a:pt x="862" y="7"/>
                </a:lnTo>
                <a:lnTo>
                  <a:pt x="863" y="7"/>
                </a:lnTo>
                <a:lnTo>
                  <a:pt x="862" y="7"/>
                </a:lnTo>
                <a:lnTo>
                  <a:pt x="862" y="6"/>
                </a:lnTo>
                <a:lnTo>
                  <a:pt x="862" y="5"/>
                </a:lnTo>
                <a:lnTo>
                  <a:pt x="863" y="5"/>
                </a:lnTo>
                <a:lnTo>
                  <a:pt x="863" y="6"/>
                </a:lnTo>
                <a:lnTo>
                  <a:pt x="865" y="6"/>
                </a:lnTo>
                <a:lnTo>
                  <a:pt x="866" y="6"/>
                </a:lnTo>
                <a:lnTo>
                  <a:pt x="867" y="6"/>
                </a:lnTo>
                <a:lnTo>
                  <a:pt x="870" y="6"/>
                </a:lnTo>
                <a:lnTo>
                  <a:pt x="870" y="5"/>
                </a:lnTo>
                <a:lnTo>
                  <a:pt x="871" y="5"/>
                </a:lnTo>
                <a:lnTo>
                  <a:pt x="871" y="6"/>
                </a:lnTo>
                <a:lnTo>
                  <a:pt x="871" y="5"/>
                </a:lnTo>
                <a:lnTo>
                  <a:pt x="872" y="5"/>
                </a:lnTo>
                <a:lnTo>
                  <a:pt x="873" y="6"/>
                </a:lnTo>
                <a:lnTo>
                  <a:pt x="874" y="6"/>
                </a:lnTo>
                <a:lnTo>
                  <a:pt x="876" y="6"/>
                </a:lnTo>
                <a:lnTo>
                  <a:pt x="877" y="6"/>
                </a:lnTo>
                <a:lnTo>
                  <a:pt x="878" y="6"/>
                </a:lnTo>
                <a:lnTo>
                  <a:pt x="879" y="5"/>
                </a:lnTo>
                <a:lnTo>
                  <a:pt x="880" y="5"/>
                </a:lnTo>
                <a:lnTo>
                  <a:pt x="879" y="5"/>
                </a:lnTo>
                <a:lnTo>
                  <a:pt x="880" y="5"/>
                </a:lnTo>
                <a:lnTo>
                  <a:pt x="881" y="4"/>
                </a:lnTo>
                <a:lnTo>
                  <a:pt x="881" y="3"/>
                </a:lnTo>
                <a:lnTo>
                  <a:pt x="882" y="3"/>
                </a:lnTo>
                <a:lnTo>
                  <a:pt x="883" y="4"/>
                </a:lnTo>
                <a:lnTo>
                  <a:pt x="883" y="3"/>
                </a:lnTo>
                <a:lnTo>
                  <a:pt x="884" y="3"/>
                </a:lnTo>
                <a:lnTo>
                  <a:pt x="884" y="4"/>
                </a:lnTo>
                <a:lnTo>
                  <a:pt x="885" y="4"/>
                </a:lnTo>
                <a:lnTo>
                  <a:pt x="886" y="3"/>
                </a:lnTo>
                <a:lnTo>
                  <a:pt x="886" y="2"/>
                </a:lnTo>
                <a:lnTo>
                  <a:pt x="887" y="2"/>
                </a:lnTo>
                <a:lnTo>
                  <a:pt x="887" y="1"/>
                </a:lnTo>
                <a:lnTo>
                  <a:pt x="887" y="2"/>
                </a:lnTo>
                <a:lnTo>
                  <a:pt x="888" y="2"/>
                </a:lnTo>
                <a:lnTo>
                  <a:pt x="888" y="1"/>
                </a:lnTo>
                <a:lnTo>
                  <a:pt x="889" y="1"/>
                </a:lnTo>
                <a:lnTo>
                  <a:pt x="889" y="2"/>
                </a:lnTo>
                <a:lnTo>
                  <a:pt x="890" y="2"/>
                </a:lnTo>
                <a:lnTo>
                  <a:pt x="891" y="2"/>
                </a:lnTo>
                <a:lnTo>
                  <a:pt x="892" y="2"/>
                </a:lnTo>
                <a:lnTo>
                  <a:pt x="893" y="2"/>
                </a:lnTo>
                <a:lnTo>
                  <a:pt x="894" y="2"/>
                </a:lnTo>
                <a:lnTo>
                  <a:pt x="895" y="2"/>
                </a:lnTo>
                <a:lnTo>
                  <a:pt x="896" y="2"/>
                </a:lnTo>
                <a:lnTo>
                  <a:pt x="896" y="3"/>
                </a:lnTo>
                <a:lnTo>
                  <a:pt x="898" y="3"/>
                </a:lnTo>
                <a:lnTo>
                  <a:pt x="898" y="2"/>
                </a:lnTo>
                <a:lnTo>
                  <a:pt x="898" y="1"/>
                </a:lnTo>
                <a:lnTo>
                  <a:pt x="897" y="1"/>
                </a:lnTo>
                <a:lnTo>
                  <a:pt x="898" y="1"/>
                </a:lnTo>
                <a:lnTo>
                  <a:pt x="898" y="0"/>
                </a:lnTo>
                <a:lnTo>
                  <a:pt x="898" y="1"/>
                </a:lnTo>
                <a:lnTo>
                  <a:pt x="899" y="1"/>
                </a:lnTo>
                <a:lnTo>
                  <a:pt x="899" y="0"/>
                </a:lnTo>
                <a:lnTo>
                  <a:pt x="900" y="0"/>
                </a:lnTo>
                <a:lnTo>
                  <a:pt x="90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9" name=""/>
          <p:cNvSpPr/>
          <p:nvPr/>
        </p:nvSpPr>
        <p:spPr>
          <a:xfrm>
            <a:off x="4152240" y="1534680"/>
            <a:ext cx="187200" cy="290520"/>
          </a:xfrm>
          <a:custGeom>
            <a:avLst/>
            <a:gdLst/>
            <a:ahLst/>
            <a:rect l="0" t="0" r="r" b="b"/>
            <a:pathLst>
              <a:path w="520" h="807">
                <a:moveTo>
                  <a:pt x="511" y="2"/>
                </a:moveTo>
                <a:lnTo>
                  <a:pt x="511" y="5"/>
                </a:lnTo>
                <a:lnTo>
                  <a:pt x="511" y="6"/>
                </a:lnTo>
                <a:lnTo>
                  <a:pt x="510" y="6"/>
                </a:lnTo>
                <a:lnTo>
                  <a:pt x="508" y="7"/>
                </a:lnTo>
                <a:lnTo>
                  <a:pt x="507" y="9"/>
                </a:lnTo>
                <a:lnTo>
                  <a:pt x="506" y="10"/>
                </a:lnTo>
                <a:lnTo>
                  <a:pt x="506" y="11"/>
                </a:lnTo>
                <a:lnTo>
                  <a:pt x="505" y="13"/>
                </a:lnTo>
                <a:lnTo>
                  <a:pt x="504" y="13"/>
                </a:lnTo>
                <a:lnTo>
                  <a:pt x="504" y="14"/>
                </a:lnTo>
                <a:lnTo>
                  <a:pt x="503" y="14"/>
                </a:lnTo>
                <a:lnTo>
                  <a:pt x="502" y="16"/>
                </a:lnTo>
                <a:lnTo>
                  <a:pt x="503" y="18"/>
                </a:lnTo>
                <a:lnTo>
                  <a:pt x="503" y="19"/>
                </a:lnTo>
                <a:lnTo>
                  <a:pt x="504" y="19"/>
                </a:lnTo>
                <a:lnTo>
                  <a:pt x="504" y="18"/>
                </a:lnTo>
                <a:lnTo>
                  <a:pt x="505" y="18"/>
                </a:lnTo>
                <a:lnTo>
                  <a:pt x="506" y="18"/>
                </a:lnTo>
                <a:lnTo>
                  <a:pt x="506" y="19"/>
                </a:lnTo>
                <a:lnTo>
                  <a:pt x="505" y="21"/>
                </a:lnTo>
                <a:lnTo>
                  <a:pt x="505" y="22"/>
                </a:lnTo>
                <a:lnTo>
                  <a:pt x="506" y="23"/>
                </a:lnTo>
                <a:lnTo>
                  <a:pt x="507" y="23"/>
                </a:lnTo>
                <a:lnTo>
                  <a:pt x="508" y="23"/>
                </a:lnTo>
                <a:lnTo>
                  <a:pt x="508" y="22"/>
                </a:lnTo>
                <a:lnTo>
                  <a:pt x="509" y="22"/>
                </a:lnTo>
                <a:lnTo>
                  <a:pt x="510" y="22"/>
                </a:lnTo>
                <a:lnTo>
                  <a:pt x="511" y="22"/>
                </a:lnTo>
                <a:lnTo>
                  <a:pt x="511" y="23"/>
                </a:lnTo>
                <a:lnTo>
                  <a:pt x="512" y="23"/>
                </a:lnTo>
                <a:lnTo>
                  <a:pt x="511" y="24"/>
                </a:lnTo>
                <a:lnTo>
                  <a:pt x="511" y="25"/>
                </a:lnTo>
                <a:lnTo>
                  <a:pt x="511" y="26"/>
                </a:lnTo>
                <a:lnTo>
                  <a:pt x="512" y="26"/>
                </a:lnTo>
                <a:lnTo>
                  <a:pt x="512" y="25"/>
                </a:lnTo>
                <a:lnTo>
                  <a:pt x="513" y="25"/>
                </a:lnTo>
                <a:lnTo>
                  <a:pt x="513" y="24"/>
                </a:lnTo>
                <a:lnTo>
                  <a:pt x="514" y="24"/>
                </a:lnTo>
                <a:lnTo>
                  <a:pt x="515" y="24"/>
                </a:lnTo>
                <a:lnTo>
                  <a:pt x="515" y="25"/>
                </a:lnTo>
                <a:lnTo>
                  <a:pt x="514" y="26"/>
                </a:lnTo>
                <a:lnTo>
                  <a:pt x="513" y="26"/>
                </a:lnTo>
                <a:lnTo>
                  <a:pt x="513" y="27"/>
                </a:lnTo>
                <a:lnTo>
                  <a:pt x="514" y="28"/>
                </a:lnTo>
                <a:lnTo>
                  <a:pt x="515" y="28"/>
                </a:lnTo>
                <a:lnTo>
                  <a:pt x="516" y="29"/>
                </a:lnTo>
                <a:lnTo>
                  <a:pt x="517" y="29"/>
                </a:lnTo>
                <a:lnTo>
                  <a:pt x="518" y="29"/>
                </a:lnTo>
                <a:lnTo>
                  <a:pt x="520" y="29"/>
                </a:lnTo>
                <a:lnTo>
                  <a:pt x="519" y="30"/>
                </a:lnTo>
                <a:lnTo>
                  <a:pt x="518" y="30"/>
                </a:lnTo>
                <a:lnTo>
                  <a:pt x="518" y="31"/>
                </a:lnTo>
                <a:lnTo>
                  <a:pt x="517" y="32"/>
                </a:lnTo>
                <a:lnTo>
                  <a:pt x="517" y="33"/>
                </a:lnTo>
                <a:lnTo>
                  <a:pt x="517" y="34"/>
                </a:lnTo>
                <a:lnTo>
                  <a:pt x="517" y="35"/>
                </a:lnTo>
                <a:lnTo>
                  <a:pt x="517" y="36"/>
                </a:lnTo>
                <a:lnTo>
                  <a:pt x="516" y="36"/>
                </a:lnTo>
                <a:lnTo>
                  <a:pt x="516" y="37"/>
                </a:lnTo>
                <a:lnTo>
                  <a:pt x="515" y="37"/>
                </a:lnTo>
                <a:lnTo>
                  <a:pt x="515" y="38"/>
                </a:lnTo>
                <a:lnTo>
                  <a:pt x="515" y="39"/>
                </a:lnTo>
                <a:lnTo>
                  <a:pt x="514" y="40"/>
                </a:lnTo>
                <a:lnTo>
                  <a:pt x="514" y="41"/>
                </a:lnTo>
                <a:lnTo>
                  <a:pt x="514" y="42"/>
                </a:lnTo>
                <a:lnTo>
                  <a:pt x="513" y="42"/>
                </a:lnTo>
                <a:lnTo>
                  <a:pt x="513" y="43"/>
                </a:lnTo>
                <a:lnTo>
                  <a:pt x="512" y="44"/>
                </a:lnTo>
                <a:lnTo>
                  <a:pt x="512" y="45"/>
                </a:lnTo>
                <a:lnTo>
                  <a:pt x="513" y="45"/>
                </a:lnTo>
                <a:lnTo>
                  <a:pt x="513" y="46"/>
                </a:lnTo>
                <a:lnTo>
                  <a:pt x="512" y="47"/>
                </a:lnTo>
                <a:lnTo>
                  <a:pt x="512" y="48"/>
                </a:lnTo>
                <a:lnTo>
                  <a:pt x="512" y="49"/>
                </a:lnTo>
                <a:lnTo>
                  <a:pt x="511" y="49"/>
                </a:lnTo>
                <a:lnTo>
                  <a:pt x="511" y="50"/>
                </a:lnTo>
                <a:lnTo>
                  <a:pt x="510" y="50"/>
                </a:lnTo>
                <a:lnTo>
                  <a:pt x="510" y="52"/>
                </a:lnTo>
                <a:lnTo>
                  <a:pt x="510" y="53"/>
                </a:lnTo>
                <a:lnTo>
                  <a:pt x="508" y="55"/>
                </a:lnTo>
                <a:lnTo>
                  <a:pt x="507" y="56"/>
                </a:lnTo>
                <a:lnTo>
                  <a:pt x="506" y="56"/>
                </a:lnTo>
                <a:lnTo>
                  <a:pt x="506" y="57"/>
                </a:lnTo>
                <a:lnTo>
                  <a:pt x="505" y="57"/>
                </a:lnTo>
                <a:lnTo>
                  <a:pt x="504" y="57"/>
                </a:lnTo>
                <a:lnTo>
                  <a:pt x="504" y="58"/>
                </a:lnTo>
                <a:lnTo>
                  <a:pt x="502" y="58"/>
                </a:lnTo>
                <a:lnTo>
                  <a:pt x="501" y="58"/>
                </a:lnTo>
                <a:lnTo>
                  <a:pt x="500" y="58"/>
                </a:lnTo>
                <a:lnTo>
                  <a:pt x="497" y="60"/>
                </a:lnTo>
                <a:lnTo>
                  <a:pt x="497" y="61"/>
                </a:lnTo>
                <a:lnTo>
                  <a:pt x="496" y="61"/>
                </a:lnTo>
                <a:lnTo>
                  <a:pt x="496" y="62"/>
                </a:lnTo>
                <a:lnTo>
                  <a:pt x="496" y="63"/>
                </a:lnTo>
                <a:lnTo>
                  <a:pt x="495" y="63"/>
                </a:lnTo>
                <a:lnTo>
                  <a:pt x="496" y="63"/>
                </a:lnTo>
                <a:lnTo>
                  <a:pt x="496" y="64"/>
                </a:lnTo>
                <a:lnTo>
                  <a:pt x="497" y="64"/>
                </a:lnTo>
                <a:lnTo>
                  <a:pt x="497" y="65"/>
                </a:lnTo>
                <a:lnTo>
                  <a:pt x="498" y="67"/>
                </a:lnTo>
                <a:lnTo>
                  <a:pt x="498" y="69"/>
                </a:lnTo>
                <a:lnTo>
                  <a:pt x="499" y="71"/>
                </a:lnTo>
                <a:lnTo>
                  <a:pt x="499" y="72"/>
                </a:lnTo>
                <a:lnTo>
                  <a:pt x="498" y="72"/>
                </a:lnTo>
                <a:lnTo>
                  <a:pt x="498" y="73"/>
                </a:lnTo>
                <a:lnTo>
                  <a:pt x="497" y="73"/>
                </a:lnTo>
                <a:lnTo>
                  <a:pt x="497" y="74"/>
                </a:lnTo>
                <a:lnTo>
                  <a:pt x="498" y="75"/>
                </a:lnTo>
                <a:lnTo>
                  <a:pt x="498" y="76"/>
                </a:lnTo>
                <a:lnTo>
                  <a:pt x="498" y="77"/>
                </a:lnTo>
                <a:lnTo>
                  <a:pt x="497" y="77"/>
                </a:lnTo>
                <a:lnTo>
                  <a:pt x="497" y="78"/>
                </a:lnTo>
                <a:lnTo>
                  <a:pt x="497" y="79"/>
                </a:lnTo>
                <a:lnTo>
                  <a:pt x="496" y="79"/>
                </a:lnTo>
                <a:lnTo>
                  <a:pt x="496" y="80"/>
                </a:lnTo>
                <a:lnTo>
                  <a:pt x="496" y="81"/>
                </a:lnTo>
                <a:lnTo>
                  <a:pt x="495" y="81"/>
                </a:lnTo>
                <a:lnTo>
                  <a:pt x="495" y="82"/>
                </a:lnTo>
                <a:lnTo>
                  <a:pt x="494" y="82"/>
                </a:lnTo>
                <a:lnTo>
                  <a:pt x="493" y="83"/>
                </a:lnTo>
                <a:lnTo>
                  <a:pt x="493" y="84"/>
                </a:lnTo>
                <a:lnTo>
                  <a:pt x="494" y="84"/>
                </a:lnTo>
                <a:lnTo>
                  <a:pt x="494" y="85"/>
                </a:lnTo>
                <a:lnTo>
                  <a:pt x="493" y="86"/>
                </a:lnTo>
                <a:lnTo>
                  <a:pt x="493" y="87"/>
                </a:lnTo>
                <a:lnTo>
                  <a:pt x="492" y="88"/>
                </a:lnTo>
                <a:lnTo>
                  <a:pt x="492" y="89"/>
                </a:lnTo>
                <a:lnTo>
                  <a:pt x="491" y="89"/>
                </a:lnTo>
                <a:lnTo>
                  <a:pt x="490" y="89"/>
                </a:lnTo>
                <a:lnTo>
                  <a:pt x="490" y="90"/>
                </a:lnTo>
                <a:lnTo>
                  <a:pt x="489" y="91"/>
                </a:lnTo>
                <a:lnTo>
                  <a:pt x="489" y="92"/>
                </a:lnTo>
                <a:lnTo>
                  <a:pt x="490" y="92"/>
                </a:lnTo>
                <a:lnTo>
                  <a:pt x="490" y="93"/>
                </a:lnTo>
                <a:lnTo>
                  <a:pt x="490" y="94"/>
                </a:lnTo>
                <a:lnTo>
                  <a:pt x="489" y="94"/>
                </a:lnTo>
                <a:lnTo>
                  <a:pt x="488" y="94"/>
                </a:lnTo>
                <a:lnTo>
                  <a:pt x="488" y="95"/>
                </a:lnTo>
                <a:lnTo>
                  <a:pt x="488" y="96"/>
                </a:lnTo>
                <a:lnTo>
                  <a:pt x="487" y="96"/>
                </a:lnTo>
                <a:lnTo>
                  <a:pt x="487" y="97"/>
                </a:lnTo>
                <a:lnTo>
                  <a:pt x="487" y="98"/>
                </a:lnTo>
                <a:lnTo>
                  <a:pt x="486" y="98"/>
                </a:lnTo>
                <a:lnTo>
                  <a:pt x="486" y="99"/>
                </a:lnTo>
                <a:lnTo>
                  <a:pt x="487" y="100"/>
                </a:lnTo>
                <a:lnTo>
                  <a:pt x="488" y="101"/>
                </a:lnTo>
                <a:lnTo>
                  <a:pt x="488" y="102"/>
                </a:lnTo>
                <a:lnTo>
                  <a:pt x="489" y="102"/>
                </a:lnTo>
                <a:lnTo>
                  <a:pt x="489" y="103"/>
                </a:lnTo>
                <a:lnTo>
                  <a:pt x="490" y="103"/>
                </a:lnTo>
                <a:lnTo>
                  <a:pt x="490" y="104"/>
                </a:lnTo>
                <a:lnTo>
                  <a:pt x="489" y="104"/>
                </a:lnTo>
                <a:lnTo>
                  <a:pt x="489" y="105"/>
                </a:lnTo>
                <a:lnTo>
                  <a:pt x="489" y="106"/>
                </a:lnTo>
                <a:lnTo>
                  <a:pt x="489" y="107"/>
                </a:lnTo>
                <a:lnTo>
                  <a:pt x="489" y="108"/>
                </a:lnTo>
                <a:lnTo>
                  <a:pt x="489" y="109"/>
                </a:lnTo>
                <a:lnTo>
                  <a:pt x="488" y="109"/>
                </a:lnTo>
                <a:lnTo>
                  <a:pt x="488" y="110"/>
                </a:lnTo>
                <a:lnTo>
                  <a:pt x="487" y="110"/>
                </a:lnTo>
                <a:lnTo>
                  <a:pt x="487" y="109"/>
                </a:lnTo>
                <a:lnTo>
                  <a:pt x="486" y="109"/>
                </a:lnTo>
                <a:lnTo>
                  <a:pt x="486" y="110"/>
                </a:lnTo>
                <a:lnTo>
                  <a:pt x="485" y="110"/>
                </a:lnTo>
                <a:lnTo>
                  <a:pt x="486" y="111"/>
                </a:lnTo>
                <a:lnTo>
                  <a:pt x="486" y="112"/>
                </a:lnTo>
                <a:lnTo>
                  <a:pt x="486" y="113"/>
                </a:lnTo>
                <a:lnTo>
                  <a:pt x="486" y="114"/>
                </a:lnTo>
                <a:lnTo>
                  <a:pt x="486" y="115"/>
                </a:lnTo>
                <a:lnTo>
                  <a:pt x="486" y="116"/>
                </a:lnTo>
                <a:lnTo>
                  <a:pt x="485" y="116"/>
                </a:lnTo>
                <a:lnTo>
                  <a:pt x="484" y="117"/>
                </a:lnTo>
                <a:lnTo>
                  <a:pt x="483" y="117"/>
                </a:lnTo>
                <a:lnTo>
                  <a:pt x="482" y="117"/>
                </a:lnTo>
                <a:lnTo>
                  <a:pt x="482" y="116"/>
                </a:lnTo>
                <a:lnTo>
                  <a:pt x="481" y="116"/>
                </a:lnTo>
                <a:lnTo>
                  <a:pt x="480" y="116"/>
                </a:lnTo>
                <a:lnTo>
                  <a:pt x="479" y="116"/>
                </a:lnTo>
                <a:lnTo>
                  <a:pt x="478" y="116"/>
                </a:lnTo>
                <a:lnTo>
                  <a:pt x="478" y="117"/>
                </a:lnTo>
                <a:lnTo>
                  <a:pt x="476" y="119"/>
                </a:lnTo>
                <a:lnTo>
                  <a:pt x="475" y="122"/>
                </a:lnTo>
                <a:lnTo>
                  <a:pt x="475" y="123"/>
                </a:lnTo>
                <a:lnTo>
                  <a:pt x="475" y="124"/>
                </a:lnTo>
                <a:lnTo>
                  <a:pt x="475" y="125"/>
                </a:lnTo>
                <a:lnTo>
                  <a:pt x="474" y="125"/>
                </a:lnTo>
                <a:lnTo>
                  <a:pt x="473" y="126"/>
                </a:lnTo>
                <a:lnTo>
                  <a:pt x="472" y="126"/>
                </a:lnTo>
                <a:lnTo>
                  <a:pt x="470" y="127"/>
                </a:lnTo>
                <a:lnTo>
                  <a:pt x="469" y="128"/>
                </a:lnTo>
                <a:lnTo>
                  <a:pt x="468" y="129"/>
                </a:lnTo>
                <a:lnTo>
                  <a:pt x="468" y="130"/>
                </a:lnTo>
                <a:lnTo>
                  <a:pt x="467" y="130"/>
                </a:lnTo>
                <a:lnTo>
                  <a:pt x="466" y="131"/>
                </a:lnTo>
                <a:lnTo>
                  <a:pt x="465" y="131"/>
                </a:lnTo>
                <a:lnTo>
                  <a:pt x="463" y="131"/>
                </a:lnTo>
                <a:lnTo>
                  <a:pt x="462" y="131"/>
                </a:lnTo>
                <a:lnTo>
                  <a:pt x="461" y="131"/>
                </a:lnTo>
                <a:lnTo>
                  <a:pt x="460" y="131"/>
                </a:lnTo>
                <a:lnTo>
                  <a:pt x="459" y="131"/>
                </a:lnTo>
                <a:lnTo>
                  <a:pt x="459" y="132"/>
                </a:lnTo>
                <a:lnTo>
                  <a:pt x="459" y="133"/>
                </a:lnTo>
                <a:lnTo>
                  <a:pt x="459" y="134"/>
                </a:lnTo>
                <a:lnTo>
                  <a:pt x="459" y="135"/>
                </a:lnTo>
                <a:lnTo>
                  <a:pt x="459" y="136"/>
                </a:lnTo>
                <a:lnTo>
                  <a:pt x="458" y="137"/>
                </a:lnTo>
                <a:lnTo>
                  <a:pt x="458" y="138"/>
                </a:lnTo>
                <a:lnTo>
                  <a:pt x="458" y="139"/>
                </a:lnTo>
                <a:lnTo>
                  <a:pt x="458" y="140"/>
                </a:lnTo>
                <a:lnTo>
                  <a:pt x="458" y="141"/>
                </a:lnTo>
                <a:lnTo>
                  <a:pt x="457" y="141"/>
                </a:lnTo>
                <a:lnTo>
                  <a:pt x="456" y="141"/>
                </a:lnTo>
                <a:lnTo>
                  <a:pt x="456" y="140"/>
                </a:lnTo>
                <a:lnTo>
                  <a:pt x="455" y="140"/>
                </a:lnTo>
                <a:lnTo>
                  <a:pt x="455" y="141"/>
                </a:lnTo>
                <a:lnTo>
                  <a:pt x="454" y="141"/>
                </a:lnTo>
                <a:lnTo>
                  <a:pt x="454" y="142"/>
                </a:lnTo>
                <a:lnTo>
                  <a:pt x="453" y="142"/>
                </a:lnTo>
                <a:lnTo>
                  <a:pt x="453" y="143"/>
                </a:lnTo>
                <a:lnTo>
                  <a:pt x="453" y="146"/>
                </a:lnTo>
                <a:lnTo>
                  <a:pt x="453" y="147"/>
                </a:lnTo>
                <a:lnTo>
                  <a:pt x="453" y="148"/>
                </a:lnTo>
                <a:lnTo>
                  <a:pt x="454" y="148"/>
                </a:lnTo>
                <a:lnTo>
                  <a:pt x="454" y="149"/>
                </a:lnTo>
                <a:lnTo>
                  <a:pt x="454" y="150"/>
                </a:lnTo>
                <a:lnTo>
                  <a:pt x="453" y="152"/>
                </a:lnTo>
                <a:lnTo>
                  <a:pt x="452" y="152"/>
                </a:lnTo>
                <a:lnTo>
                  <a:pt x="452" y="153"/>
                </a:lnTo>
                <a:lnTo>
                  <a:pt x="452" y="154"/>
                </a:lnTo>
                <a:lnTo>
                  <a:pt x="453" y="154"/>
                </a:lnTo>
                <a:lnTo>
                  <a:pt x="453" y="155"/>
                </a:lnTo>
                <a:lnTo>
                  <a:pt x="453" y="156"/>
                </a:lnTo>
                <a:lnTo>
                  <a:pt x="453" y="157"/>
                </a:lnTo>
                <a:lnTo>
                  <a:pt x="453" y="158"/>
                </a:lnTo>
                <a:lnTo>
                  <a:pt x="452" y="158"/>
                </a:lnTo>
                <a:lnTo>
                  <a:pt x="452" y="159"/>
                </a:lnTo>
                <a:lnTo>
                  <a:pt x="453" y="160"/>
                </a:lnTo>
                <a:lnTo>
                  <a:pt x="453" y="161"/>
                </a:lnTo>
                <a:lnTo>
                  <a:pt x="454" y="161"/>
                </a:lnTo>
                <a:lnTo>
                  <a:pt x="454" y="162"/>
                </a:lnTo>
                <a:lnTo>
                  <a:pt x="455" y="163"/>
                </a:lnTo>
                <a:lnTo>
                  <a:pt x="454" y="164"/>
                </a:lnTo>
                <a:lnTo>
                  <a:pt x="454" y="166"/>
                </a:lnTo>
                <a:lnTo>
                  <a:pt x="454" y="167"/>
                </a:lnTo>
                <a:lnTo>
                  <a:pt x="454" y="168"/>
                </a:lnTo>
                <a:lnTo>
                  <a:pt x="455" y="168"/>
                </a:lnTo>
                <a:lnTo>
                  <a:pt x="456" y="169"/>
                </a:lnTo>
                <a:lnTo>
                  <a:pt x="457" y="169"/>
                </a:lnTo>
                <a:lnTo>
                  <a:pt x="458" y="169"/>
                </a:lnTo>
                <a:lnTo>
                  <a:pt x="459" y="170"/>
                </a:lnTo>
                <a:lnTo>
                  <a:pt x="460" y="171"/>
                </a:lnTo>
                <a:lnTo>
                  <a:pt x="461" y="171"/>
                </a:lnTo>
                <a:lnTo>
                  <a:pt x="461" y="172"/>
                </a:lnTo>
                <a:lnTo>
                  <a:pt x="462" y="174"/>
                </a:lnTo>
                <a:lnTo>
                  <a:pt x="463" y="175"/>
                </a:lnTo>
                <a:lnTo>
                  <a:pt x="463" y="176"/>
                </a:lnTo>
                <a:lnTo>
                  <a:pt x="464" y="177"/>
                </a:lnTo>
                <a:lnTo>
                  <a:pt x="465" y="179"/>
                </a:lnTo>
                <a:lnTo>
                  <a:pt x="466" y="181"/>
                </a:lnTo>
                <a:lnTo>
                  <a:pt x="467" y="183"/>
                </a:lnTo>
                <a:lnTo>
                  <a:pt x="468" y="183"/>
                </a:lnTo>
                <a:lnTo>
                  <a:pt x="468" y="184"/>
                </a:lnTo>
                <a:lnTo>
                  <a:pt x="467" y="184"/>
                </a:lnTo>
                <a:lnTo>
                  <a:pt x="468" y="184"/>
                </a:lnTo>
                <a:lnTo>
                  <a:pt x="468" y="185"/>
                </a:lnTo>
                <a:lnTo>
                  <a:pt x="469" y="185"/>
                </a:lnTo>
                <a:lnTo>
                  <a:pt x="470" y="185"/>
                </a:lnTo>
                <a:lnTo>
                  <a:pt x="472" y="186"/>
                </a:lnTo>
                <a:lnTo>
                  <a:pt x="474" y="187"/>
                </a:lnTo>
                <a:lnTo>
                  <a:pt x="475" y="188"/>
                </a:lnTo>
                <a:lnTo>
                  <a:pt x="475" y="189"/>
                </a:lnTo>
                <a:lnTo>
                  <a:pt x="476" y="189"/>
                </a:lnTo>
                <a:lnTo>
                  <a:pt x="475" y="189"/>
                </a:lnTo>
                <a:lnTo>
                  <a:pt x="475" y="190"/>
                </a:lnTo>
                <a:lnTo>
                  <a:pt x="473" y="191"/>
                </a:lnTo>
                <a:lnTo>
                  <a:pt x="472" y="191"/>
                </a:lnTo>
                <a:lnTo>
                  <a:pt x="471" y="191"/>
                </a:lnTo>
                <a:lnTo>
                  <a:pt x="471" y="192"/>
                </a:lnTo>
                <a:lnTo>
                  <a:pt x="470" y="192"/>
                </a:lnTo>
                <a:lnTo>
                  <a:pt x="470" y="193"/>
                </a:lnTo>
                <a:lnTo>
                  <a:pt x="471" y="193"/>
                </a:lnTo>
                <a:lnTo>
                  <a:pt x="471" y="194"/>
                </a:lnTo>
                <a:lnTo>
                  <a:pt x="472" y="194"/>
                </a:lnTo>
                <a:lnTo>
                  <a:pt x="473" y="195"/>
                </a:lnTo>
                <a:lnTo>
                  <a:pt x="474" y="195"/>
                </a:lnTo>
                <a:lnTo>
                  <a:pt x="475" y="195"/>
                </a:lnTo>
                <a:lnTo>
                  <a:pt x="476" y="195"/>
                </a:lnTo>
                <a:lnTo>
                  <a:pt x="476" y="196"/>
                </a:lnTo>
                <a:lnTo>
                  <a:pt x="477" y="196"/>
                </a:lnTo>
                <a:lnTo>
                  <a:pt x="478" y="197"/>
                </a:lnTo>
                <a:lnTo>
                  <a:pt x="479" y="197"/>
                </a:lnTo>
                <a:lnTo>
                  <a:pt x="479" y="198"/>
                </a:lnTo>
                <a:lnTo>
                  <a:pt x="478" y="199"/>
                </a:lnTo>
                <a:lnTo>
                  <a:pt x="477" y="199"/>
                </a:lnTo>
                <a:lnTo>
                  <a:pt x="476" y="199"/>
                </a:lnTo>
                <a:lnTo>
                  <a:pt x="476" y="200"/>
                </a:lnTo>
                <a:lnTo>
                  <a:pt x="476" y="201"/>
                </a:lnTo>
                <a:lnTo>
                  <a:pt x="476" y="202"/>
                </a:lnTo>
                <a:lnTo>
                  <a:pt x="477" y="202"/>
                </a:lnTo>
                <a:lnTo>
                  <a:pt x="477" y="203"/>
                </a:lnTo>
                <a:lnTo>
                  <a:pt x="477" y="204"/>
                </a:lnTo>
                <a:lnTo>
                  <a:pt x="477" y="205"/>
                </a:lnTo>
                <a:lnTo>
                  <a:pt x="477" y="206"/>
                </a:lnTo>
                <a:lnTo>
                  <a:pt x="478" y="206"/>
                </a:lnTo>
                <a:lnTo>
                  <a:pt x="478" y="207"/>
                </a:lnTo>
                <a:lnTo>
                  <a:pt x="479" y="207"/>
                </a:lnTo>
                <a:lnTo>
                  <a:pt x="479" y="208"/>
                </a:lnTo>
                <a:lnTo>
                  <a:pt x="478" y="209"/>
                </a:lnTo>
                <a:lnTo>
                  <a:pt x="477" y="210"/>
                </a:lnTo>
                <a:lnTo>
                  <a:pt x="477" y="211"/>
                </a:lnTo>
                <a:lnTo>
                  <a:pt x="477" y="212"/>
                </a:lnTo>
                <a:lnTo>
                  <a:pt x="477" y="213"/>
                </a:lnTo>
                <a:lnTo>
                  <a:pt x="476" y="213"/>
                </a:lnTo>
                <a:lnTo>
                  <a:pt x="476" y="214"/>
                </a:lnTo>
                <a:lnTo>
                  <a:pt x="475" y="214"/>
                </a:lnTo>
                <a:lnTo>
                  <a:pt x="475" y="216"/>
                </a:lnTo>
                <a:lnTo>
                  <a:pt x="476" y="216"/>
                </a:lnTo>
                <a:lnTo>
                  <a:pt x="476" y="217"/>
                </a:lnTo>
                <a:lnTo>
                  <a:pt x="475" y="219"/>
                </a:lnTo>
                <a:lnTo>
                  <a:pt x="474" y="219"/>
                </a:lnTo>
                <a:lnTo>
                  <a:pt x="473" y="220"/>
                </a:lnTo>
                <a:lnTo>
                  <a:pt x="472" y="220"/>
                </a:lnTo>
                <a:lnTo>
                  <a:pt x="470" y="220"/>
                </a:lnTo>
                <a:lnTo>
                  <a:pt x="469" y="220"/>
                </a:lnTo>
                <a:lnTo>
                  <a:pt x="468" y="220"/>
                </a:lnTo>
                <a:lnTo>
                  <a:pt x="467" y="220"/>
                </a:lnTo>
                <a:lnTo>
                  <a:pt x="466" y="220"/>
                </a:lnTo>
                <a:lnTo>
                  <a:pt x="466" y="221"/>
                </a:lnTo>
                <a:lnTo>
                  <a:pt x="465" y="221"/>
                </a:lnTo>
                <a:lnTo>
                  <a:pt x="465" y="222"/>
                </a:lnTo>
                <a:lnTo>
                  <a:pt x="464" y="224"/>
                </a:lnTo>
                <a:lnTo>
                  <a:pt x="464" y="225"/>
                </a:lnTo>
                <a:lnTo>
                  <a:pt x="464" y="227"/>
                </a:lnTo>
                <a:lnTo>
                  <a:pt x="465" y="228"/>
                </a:lnTo>
                <a:lnTo>
                  <a:pt x="465" y="229"/>
                </a:lnTo>
                <a:lnTo>
                  <a:pt x="466" y="229"/>
                </a:lnTo>
                <a:lnTo>
                  <a:pt x="467" y="229"/>
                </a:lnTo>
                <a:lnTo>
                  <a:pt x="469" y="229"/>
                </a:lnTo>
                <a:lnTo>
                  <a:pt x="470" y="229"/>
                </a:lnTo>
                <a:lnTo>
                  <a:pt x="470" y="230"/>
                </a:lnTo>
                <a:lnTo>
                  <a:pt x="470" y="231"/>
                </a:lnTo>
                <a:lnTo>
                  <a:pt x="470" y="232"/>
                </a:lnTo>
                <a:lnTo>
                  <a:pt x="469" y="233"/>
                </a:lnTo>
                <a:lnTo>
                  <a:pt x="468" y="233"/>
                </a:lnTo>
                <a:lnTo>
                  <a:pt x="468" y="234"/>
                </a:lnTo>
                <a:lnTo>
                  <a:pt x="469" y="235"/>
                </a:lnTo>
                <a:lnTo>
                  <a:pt x="469" y="236"/>
                </a:lnTo>
                <a:lnTo>
                  <a:pt x="469" y="237"/>
                </a:lnTo>
                <a:lnTo>
                  <a:pt x="468" y="237"/>
                </a:lnTo>
                <a:lnTo>
                  <a:pt x="467" y="237"/>
                </a:lnTo>
                <a:lnTo>
                  <a:pt x="466" y="237"/>
                </a:lnTo>
                <a:lnTo>
                  <a:pt x="466" y="238"/>
                </a:lnTo>
                <a:lnTo>
                  <a:pt x="466" y="239"/>
                </a:lnTo>
                <a:lnTo>
                  <a:pt x="465" y="240"/>
                </a:lnTo>
                <a:lnTo>
                  <a:pt x="465" y="241"/>
                </a:lnTo>
                <a:lnTo>
                  <a:pt x="464" y="241"/>
                </a:lnTo>
                <a:lnTo>
                  <a:pt x="464" y="242"/>
                </a:lnTo>
                <a:lnTo>
                  <a:pt x="463" y="243"/>
                </a:lnTo>
                <a:lnTo>
                  <a:pt x="462" y="244"/>
                </a:lnTo>
                <a:lnTo>
                  <a:pt x="462" y="245"/>
                </a:lnTo>
                <a:lnTo>
                  <a:pt x="461" y="245"/>
                </a:lnTo>
                <a:lnTo>
                  <a:pt x="461" y="246"/>
                </a:lnTo>
                <a:lnTo>
                  <a:pt x="460" y="246"/>
                </a:lnTo>
                <a:lnTo>
                  <a:pt x="460" y="247"/>
                </a:lnTo>
                <a:lnTo>
                  <a:pt x="459" y="248"/>
                </a:lnTo>
                <a:lnTo>
                  <a:pt x="458" y="249"/>
                </a:lnTo>
                <a:lnTo>
                  <a:pt x="457" y="250"/>
                </a:lnTo>
                <a:lnTo>
                  <a:pt x="456" y="250"/>
                </a:lnTo>
                <a:lnTo>
                  <a:pt x="456" y="251"/>
                </a:lnTo>
                <a:lnTo>
                  <a:pt x="455" y="251"/>
                </a:lnTo>
                <a:lnTo>
                  <a:pt x="455" y="252"/>
                </a:lnTo>
                <a:lnTo>
                  <a:pt x="455" y="253"/>
                </a:lnTo>
                <a:lnTo>
                  <a:pt x="455" y="254"/>
                </a:lnTo>
                <a:lnTo>
                  <a:pt x="455" y="255"/>
                </a:lnTo>
                <a:lnTo>
                  <a:pt x="454" y="255"/>
                </a:lnTo>
                <a:lnTo>
                  <a:pt x="453" y="256"/>
                </a:lnTo>
                <a:lnTo>
                  <a:pt x="452" y="256"/>
                </a:lnTo>
                <a:lnTo>
                  <a:pt x="452" y="257"/>
                </a:lnTo>
                <a:lnTo>
                  <a:pt x="451" y="258"/>
                </a:lnTo>
                <a:lnTo>
                  <a:pt x="450" y="259"/>
                </a:lnTo>
                <a:lnTo>
                  <a:pt x="449" y="260"/>
                </a:lnTo>
                <a:lnTo>
                  <a:pt x="449" y="261"/>
                </a:lnTo>
                <a:lnTo>
                  <a:pt x="448" y="261"/>
                </a:lnTo>
                <a:lnTo>
                  <a:pt x="447" y="261"/>
                </a:lnTo>
                <a:lnTo>
                  <a:pt x="446" y="261"/>
                </a:lnTo>
                <a:lnTo>
                  <a:pt x="445" y="261"/>
                </a:lnTo>
                <a:lnTo>
                  <a:pt x="445" y="262"/>
                </a:lnTo>
                <a:lnTo>
                  <a:pt x="445" y="263"/>
                </a:lnTo>
                <a:lnTo>
                  <a:pt x="446" y="263"/>
                </a:lnTo>
                <a:lnTo>
                  <a:pt x="447" y="263"/>
                </a:lnTo>
                <a:lnTo>
                  <a:pt x="448" y="263"/>
                </a:lnTo>
                <a:lnTo>
                  <a:pt x="448" y="264"/>
                </a:lnTo>
                <a:lnTo>
                  <a:pt x="447" y="265"/>
                </a:lnTo>
                <a:lnTo>
                  <a:pt x="446" y="265"/>
                </a:lnTo>
                <a:lnTo>
                  <a:pt x="445" y="265"/>
                </a:lnTo>
                <a:lnTo>
                  <a:pt x="445" y="264"/>
                </a:lnTo>
                <a:lnTo>
                  <a:pt x="444" y="263"/>
                </a:lnTo>
                <a:lnTo>
                  <a:pt x="443" y="263"/>
                </a:lnTo>
                <a:lnTo>
                  <a:pt x="442" y="263"/>
                </a:lnTo>
                <a:lnTo>
                  <a:pt x="441" y="263"/>
                </a:lnTo>
                <a:lnTo>
                  <a:pt x="441" y="264"/>
                </a:lnTo>
                <a:lnTo>
                  <a:pt x="441" y="265"/>
                </a:lnTo>
                <a:lnTo>
                  <a:pt x="442" y="265"/>
                </a:lnTo>
                <a:lnTo>
                  <a:pt x="442" y="266"/>
                </a:lnTo>
                <a:lnTo>
                  <a:pt x="443" y="266"/>
                </a:lnTo>
                <a:lnTo>
                  <a:pt x="444" y="266"/>
                </a:lnTo>
                <a:lnTo>
                  <a:pt x="444" y="267"/>
                </a:lnTo>
                <a:lnTo>
                  <a:pt x="445" y="268"/>
                </a:lnTo>
                <a:lnTo>
                  <a:pt x="445" y="269"/>
                </a:lnTo>
                <a:lnTo>
                  <a:pt x="445" y="270"/>
                </a:lnTo>
                <a:lnTo>
                  <a:pt x="445" y="272"/>
                </a:lnTo>
                <a:lnTo>
                  <a:pt x="444" y="273"/>
                </a:lnTo>
                <a:lnTo>
                  <a:pt x="444" y="274"/>
                </a:lnTo>
                <a:lnTo>
                  <a:pt x="444" y="275"/>
                </a:lnTo>
                <a:lnTo>
                  <a:pt x="444" y="276"/>
                </a:lnTo>
                <a:lnTo>
                  <a:pt x="444" y="277"/>
                </a:lnTo>
                <a:lnTo>
                  <a:pt x="443" y="277"/>
                </a:lnTo>
                <a:lnTo>
                  <a:pt x="441" y="277"/>
                </a:lnTo>
                <a:lnTo>
                  <a:pt x="441" y="278"/>
                </a:lnTo>
                <a:lnTo>
                  <a:pt x="441" y="279"/>
                </a:lnTo>
                <a:lnTo>
                  <a:pt x="442" y="279"/>
                </a:lnTo>
                <a:lnTo>
                  <a:pt x="444" y="279"/>
                </a:lnTo>
                <a:lnTo>
                  <a:pt x="445" y="279"/>
                </a:lnTo>
                <a:lnTo>
                  <a:pt x="445" y="280"/>
                </a:lnTo>
                <a:lnTo>
                  <a:pt x="445" y="281"/>
                </a:lnTo>
                <a:lnTo>
                  <a:pt x="445" y="282"/>
                </a:lnTo>
                <a:lnTo>
                  <a:pt x="445" y="283"/>
                </a:lnTo>
                <a:lnTo>
                  <a:pt x="444" y="283"/>
                </a:lnTo>
                <a:lnTo>
                  <a:pt x="444" y="284"/>
                </a:lnTo>
                <a:lnTo>
                  <a:pt x="445" y="284"/>
                </a:lnTo>
                <a:lnTo>
                  <a:pt x="445" y="285"/>
                </a:lnTo>
                <a:lnTo>
                  <a:pt x="445" y="286"/>
                </a:lnTo>
                <a:lnTo>
                  <a:pt x="444" y="288"/>
                </a:lnTo>
                <a:lnTo>
                  <a:pt x="443" y="289"/>
                </a:lnTo>
                <a:lnTo>
                  <a:pt x="442" y="288"/>
                </a:lnTo>
                <a:lnTo>
                  <a:pt x="442" y="289"/>
                </a:lnTo>
                <a:lnTo>
                  <a:pt x="442" y="290"/>
                </a:lnTo>
                <a:lnTo>
                  <a:pt x="444" y="290"/>
                </a:lnTo>
                <a:lnTo>
                  <a:pt x="445" y="290"/>
                </a:lnTo>
                <a:lnTo>
                  <a:pt x="446" y="291"/>
                </a:lnTo>
                <a:lnTo>
                  <a:pt x="446" y="292"/>
                </a:lnTo>
                <a:lnTo>
                  <a:pt x="445" y="292"/>
                </a:lnTo>
                <a:lnTo>
                  <a:pt x="445" y="293"/>
                </a:lnTo>
                <a:lnTo>
                  <a:pt x="445" y="294"/>
                </a:lnTo>
                <a:lnTo>
                  <a:pt x="446" y="293"/>
                </a:lnTo>
                <a:lnTo>
                  <a:pt x="446" y="292"/>
                </a:lnTo>
                <a:lnTo>
                  <a:pt x="447" y="292"/>
                </a:lnTo>
                <a:lnTo>
                  <a:pt x="448" y="292"/>
                </a:lnTo>
                <a:lnTo>
                  <a:pt x="448" y="293"/>
                </a:lnTo>
                <a:lnTo>
                  <a:pt x="448" y="294"/>
                </a:lnTo>
                <a:lnTo>
                  <a:pt x="446" y="295"/>
                </a:lnTo>
                <a:lnTo>
                  <a:pt x="446" y="296"/>
                </a:lnTo>
                <a:lnTo>
                  <a:pt x="446" y="297"/>
                </a:lnTo>
                <a:lnTo>
                  <a:pt x="447" y="297"/>
                </a:lnTo>
                <a:lnTo>
                  <a:pt x="447" y="298"/>
                </a:lnTo>
                <a:lnTo>
                  <a:pt x="446" y="298"/>
                </a:lnTo>
                <a:lnTo>
                  <a:pt x="445" y="298"/>
                </a:lnTo>
                <a:lnTo>
                  <a:pt x="445" y="297"/>
                </a:lnTo>
                <a:lnTo>
                  <a:pt x="444" y="297"/>
                </a:lnTo>
                <a:lnTo>
                  <a:pt x="444" y="296"/>
                </a:lnTo>
                <a:lnTo>
                  <a:pt x="443" y="296"/>
                </a:lnTo>
                <a:lnTo>
                  <a:pt x="443" y="297"/>
                </a:lnTo>
                <a:lnTo>
                  <a:pt x="442" y="297"/>
                </a:lnTo>
                <a:lnTo>
                  <a:pt x="442" y="298"/>
                </a:lnTo>
                <a:lnTo>
                  <a:pt x="443" y="299"/>
                </a:lnTo>
                <a:lnTo>
                  <a:pt x="444" y="299"/>
                </a:lnTo>
                <a:lnTo>
                  <a:pt x="444" y="300"/>
                </a:lnTo>
                <a:lnTo>
                  <a:pt x="445" y="300"/>
                </a:lnTo>
                <a:lnTo>
                  <a:pt x="446" y="301"/>
                </a:lnTo>
                <a:lnTo>
                  <a:pt x="446" y="302"/>
                </a:lnTo>
                <a:lnTo>
                  <a:pt x="447" y="304"/>
                </a:lnTo>
                <a:lnTo>
                  <a:pt x="448" y="305"/>
                </a:lnTo>
                <a:lnTo>
                  <a:pt x="449" y="306"/>
                </a:lnTo>
                <a:lnTo>
                  <a:pt x="450" y="307"/>
                </a:lnTo>
                <a:lnTo>
                  <a:pt x="451" y="307"/>
                </a:lnTo>
                <a:lnTo>
                  <a:pt x="451" y="308"/>
                </a:lnTo>
                <a:lnTo>
                  <a:pt x="452" y="308"/>
                </a:lnTo>
                <a:lnTo>
                  <a:pt x="452" y="309"/>
                </a:lnTo>
                <a:lnTo>
                  <a:pt x="452" y="310"/>
                </a:lnTo>
                <a:lnTo>
                  <a:pt x="451" y="310"/>
                </a:lnTo>
                <a:lnTo>
                  <a:pt x="451" y="311"/>
                </a:lnTo>
                <a:lnTo>
                  <a:pt x="451" y="312"/>
                </a:lnTo>
                <a:lnTo>
                  <a:pt x="452" y="312"/>
                </a:lnTo>
                <a:lnTo>
                  <a:pt x="452" y="313"/>
                </a:lnTo>
                <a:lnTo>
                  <a:pt x="452" y="314"/>
                </a:lnTo>
                <a:lnTo>
                  <a:pt x="452" y="315"/>
                </a:lnTo>
                <a:lnTo>
                  <a:pt x="452" y="316"/>
                </a:lnTo>
                <a:lnTo>
                  <a:pt x="453" y="317"/>
                </a:lnTo>
                <a:lnTo>
                  <a:pt x="453" y="318"/>
                </a:lnTo>
                <a:lnTo>
                  <a:pt x="452" y="318"/>
                </a:lnTo>
                <a:lnTo>
                  <a:pt x="452" y="319"/>
                </a:lnTo>
                <a:lnTo>
                  <a:pt x="451" y="320"/>
                </a:lnTo>
                <a:lnTo>
                  <a:pt x="450" y="321"/>
                </a:lnTo>
                <a:lnTo>
                  <a:pt x="450" y="322"/>
                </a:lnTo>
                <a:lnTo>
                  <a:pt x="450" y="323"/>
                </a:lnTo>
                <a:lnTo>
                  <a:pt x="451" y="323"/>
                </a:lnTo>
                <a:lnTo>
                  <a:pt x="451" y="324"/>
                </a:lnTo>
                <a:lnTo>
                  <a:pt x="451" y="325"/>
                </a:lnTo>
                <a:lnTo>
                  <a:pt x="452" y="325"/>
                </a:lnTo>
                <a:lnTo>
                  <a:pt x="451" y="326"/>
                </a:lnTo>
                <a:lnTo>
                  <a:pt x="451" y="327"/>
                </a:lnTo>
                <a:lnTo>
                  <a:pt x="450" y="329"/>
                </a:lnTo>
                <a:lnTo>
                  <a:pt x="450" y="330"/>
                </a:lnTo>
                <a:lnTo>
                  <a:pt x="449" y="330"/>
                </a:lnTo>
                <a:lnTo>
                  <a:pt x="450" y="331"/>
                </a:lnTo>
                <a:lnTo>
                  <a:pt x="449" y="332"/>
                </a:lnTo>
                <a:lnTo>
                  <a:pt x="449" y="333"/>
                </a:lnTo>
                <a:lnTo>
                  <a:pt x="449" y="334"/>
                </a:lnTo>
                <a:lnTo>
                  <a:pt x="449" y="335"/>
                </a:lnTo>
                <a:lnTo>
                  <a:pt x="450" y="336"/>
                </a:lnTo>
                <a:lnTo>
                  <a:pt x="450" y="337"/>
                </a:lnTo>
                <a:lnTo>
                  <a:pt x="449" y="337"/>
                </a:lnTo>
                <a:lnTo>
                  <a:pt x="449" y="338"/>
                </a:lnTo>
                <a:lnTo>
                  <a:pt x="450" y="338"/>
                </a:lnTo>
                <a:lnTo>
                  <a:pt x="450" y="339"/>
                </a:lnTo>
                <a:lnTo>
                  <a:pt x="450" y="340"/>
                </a:lnTo>
                <a:lnTo>
                  <a:pt x="450" y="341"/>
                </a:lnTo>
                <a:lnTo>
                  <a:pt x="450" y="342"/>
                </a:lnTo>
                <a:lnTo>
                  <a:pt x="450" y="343"/>
                </a:lnTo>
                <a:lnTo>
                  <a:pt x="449" y="343"/>
                </a:lnTo>
                <a:lnTo>
                  <a:pt x="449" y="344"/>
                </a:lnTo>
                <a:lnTo>
                  <a:pt x="448" y="345"/>
                </a:lnTo>
                <a:lnTo>
                  <a:pt x="448" y="346"/>
                </a:lnTo>
                <a:lnTo>
                  <a:pt x="448" y="347"/>
                </a:lnTo>
                <a:lnTo>
                  <a:pt x="449" y="347"/>
                </a:lnTo>
                <a:lnTo>
                  <a:pt x="449" y="348"/>
                </a:lnTo>
                <a:lnTo>
                  <a:pt x="448" y="348"/>
                </a:lnTo>
                <a:lnTo>
                  <a:pt x="448" y="349"/>
                </a:lnTo>
                <a:lnTo>
                  <a:pt x="448" y="350"/>
                </a:lnTo>
                <a:lnTo>
                  <a:pt x="447" y="350"/>
                </a:lnTo>
                <a:lnTo>
                  <a:pt x="447" y="351"/>
                </a:lnTo>
                <a:lnTo>
                  <a:pt x="448" y="352"/>
                </a:lnTo>
                <a:lnTo>
                  <a:pt x="448" y="354"/>
                </a:lnTo>
                <a:lnTo>
                  <a:pt x="448" y="355"/>
                </a:lnTo>
                <a:lnTo>
                  <a:pt x="448" y="356"/>
                </a:lnTo>
                <a:lnTo>
                  <a:pt x="448" y="357"/>
                </a:lnTo>
                <a:lnTo>
                  <a:pt x="449" y="357"/>
                </a:lnTo>
                <a:lnTo>
                  <a:pt x="449" y="358"/>
                </a:lnTo>
                <a:lnTo>
                  <a:pt x="450" y="358"/>
                </a:lnTo>
                <a:lnTo>
                  <a:pt x="450" y="359"/>
                </a:lnTo>
                <a:lnTo>
                  <a:pt x="450" y="360"/>
                </a:lnTo>
                <a:lnTo>
                  <a:pt x="449" y="360"/>
                </a:lnTo>
                <a:lnTo>
                  <a:pt x="450" y="360"/>
                </a:lnTo>
                <a:lnTo>
                  <a:pt x="450" y="361"/>
                </a:lnTo>
                <a:lnTo>
                  <a:pt x="450" y="362"/>
                </a:lnTo>
                <a:lnTo>
                  <a:pt x="451" y="362"/>
                </a:lnTo>
                <a:lnTo>
                  <a:pt x="451" y="363"/>
                </a:lnTo>
                <a:lnTo>
                  <a:pt x="451" y="364"/>
                </a:lnTo>
                <a:lnTo>
                  <a:pt x="452" y="364"/>
                </a:lnTo>
                <a:lnTo>
                  <a:pt x="452" y="365"/>
                </a:lnTo>
                <a:lnTo>
                  <a:pt x="452" y="366"/>
                </a:lnTo>
                <a:lnTo>
                  <a:pt x="452" y="367"/>
                </a:lnTo>
                <a:lnTo>
                  <a:pt x="452" y="368"/>
                </a:lnTo>
                <a:lnTo>
                  <a:pt x="451" y="368"/>
                </a:lnTo>
                <a:lnTo>
                  <a:pt x="452" y="369"/>
                </a:lnTo>
                <a:lnTo>
                  <a:pt x="452" y="370"/>
                </a:lnTo>
                <a:lnTo>
                  <a:pt x="453" y="370"/>
                </a:lnTo>
                <a:lnTo>
                  <a:pt x="454" y="370"/>
                </a:lnTo>
                <a:lnTo>
                  <a:pt x="454" y="371"/>
                </a:lnTo>
                <a:lnTo>
                  <a:pt x="454" y="372"/>
                </a:lnTo>
                <a:lnTo>
                  <a:pt x="453" y="372"/>
                </a:lnTo>
                <a:lnTo>
                  <a:pt x="453" y="373"/>
                </a:lnTo>
                <a:lnTo>
                  <a:pt x="453" y="374"/>
                </a:lnTo>
                <a:lnTo>
                  <a:pt x="453" y="375"/>
                </a:lnTo>
                <a:lnTo>
                  <a:pt x="454" y="375"/>
                </a:lnTo>
                <a:lnTo>
                  <a:pt x="454" y="376"/>
                </a:lnTo>
                <a:lnTo>
                  <a:pt x="454" y="377"/>
                </a:lnTo>
                <a:lnTo>
                  <a:pt x="454" y="378"/>
                </a:lnTo>
                <a:lnTo>
                  <a:pt x="454" y="379"/>
                </a:lnTo>
                <a:lnTo>
                  <a:pt x="453" y="379"/>
                </a:lnTo>
                <a:lnTo>
                  <a:pt x="453" y="380"/>
                </a:lnTo>
                <a:lnTo>
                  <a:pt x="454" y="380"/>
                </a:lnTo>
                <a:lnTo>
                  <a:pt x="455" y="380"/>
                </a:lnTo>
                <a:lnTo>
                  <a:pt x="456" y="380"/>
                </a:lnTo>
                <a:lnTo>
                  <a:pt x="457" y="380"/>
                </a:lnTo>
                <a:lnTo>
                  <a:pt x="457" y="381"/>
                </a:lnTo>
                <a:lnTo>
                  <a:pt x="457" y="382"/>
                </a:lnTo>
                <a:lnTo>
                  <a:pt x="457" y="383"/>
                </a:lnTo>
                <a:lnTo>
                  <a:pt x="457" y="384"/>
                </a:lnTo>
                <a:lnTo>
                  <a:pt x="457" y="385"/>
                </a:lnTo>
                <a:lnTo>
                  <a:pt x="458" y="386"/>
                </a:lnTo>
                <a:lnTo>
                  <a:pt x="459" y="388"/>
                </a:lnTo>
                <a:lnTo>
                  <a:pt x="458" y="389"/>
                </a:lnTo>
                <a:lnTo>
                  <a:pt x="458" y="390"/>
                </a:lnTo>
                <a:lnTo>
                  <a:pt x="459" y="391"/>
                </a:lnTo>
                <a:lnTo>
                  <a:pt x="459" y="392"/>
                </a:lnTo>
                <a:lnTo>
                  <a:pt x="459" y="393"/>
                </a:lnTo>
                <a:lnTo>
                  <a:pt x="459" y="394"/>
                </a:lnTo>
                <a:lnTo>
                  <a:pt x="459" y="396"/>
                </a:lnTo>
                <a:lnTo>
                  <a:pt x="459" y="397"/>
                </a:lnTo>
                <a:lnTo>
                  <a:pt x="459" y="398"/>
                </a:lnTo>
                <a:lnTo>
                  <a:pt x="460" y="399"/>
                </a:lnTo>
                <a:lnTo>
                  <a:pt x="460" y="400"/>
                </a:lnTo>
                <a:lnTo>
                  <a:pt x="461" y="400"/>
                </a:lnTo>
                <a:lnTo>
                  <a:pt x="461" y="401"/>
                </a:lnTo>
                <a:lnTo>
                  <a:pt x="460" y="401"/>
                </a:lnTo>
                <a:lnTo>
                  <a:pt x="460" y="402"/>
                </a:lnTo>
                <a:lnTo>
                  <a:pt x="461" y="402"/>
                </a:lnTo>
                <a:lnTo>
                  <a:pt x="462" y="402"/>
                </a:lnTo>
                <a:lnTo>
                  <a:pt x="462" y="403"/>
                </a:lnTo>
                <a:lnTo>
                  <a:pt x="462" y="404"/>
                </a:lnTo>
                <a:lnTo>
                  <a:pt x="463" y="404"/>
                </a:lnTo>
                <a:lnTo>
                  <a:pt x="463" y="406"/>
                </a:lnTo>
                <a:lnTo>
                  <a:pt x="462" y="407"/>
                </a:lnTo>
                <a:lnTo>
                  <a:pt x="462" y="408"/>
                </a:lnTo>
                <a:lnTo>
                  <a:pt x="462" y="409"/>
                </a:lnTo>
                <a:lnTo>
                  <a:pt x="462" y="410"/>
                </a:lnTo>
                <a:lnTo>
                  <a:pt x="462" y="412"/>
                </a:lnTo>
                <a:lnTo>
                  <a:pt x="461" y="412"/>
                </a:lnTo>
                <a:lnTo>
                  <a:pt x="460" y="412"/>
                </a:lnTo>
                <a:lnTo>
                  <a:pt x="460" y="413"/>
                </a:lnTo>
                <a:lnTo>
                  <a:pt x="459" y="413"/>
                </a:lnTo>
                <a:lnTo>
                  <a:pt x="459" y="414"/>
                </a:lnTo>
                <a:lnTo>
                  <a:pt x="458" y="415"/>
                </a:lnTo>
                <a:lnTo>
                  <a:pt x="458" y="416"/>
                </a:lnTo>
                <a:lnTo>
                  <a:pt x="458" y="417"/>
                </a:lnTo>
                <a:lnTo>
                  <a:pt x="457" y="417"/>
                </a:lnTo>
                <a:lnTo>
                  <a:pt x="457" y="418"/>
                </a:lnTo>
                <a:lnTo>
                  <a:pt x="457" y="419"/>
                </a:lnTo>
                <a:lnTo>
                  <a:pt x="457" y="420"/>
                </a:lnTo>
                <a:lnTo>
                  <a:pt x="456" y="420"/>
                </a:lnTo>
                <a:lnTo>
                  <a:pt x="456" y="421"/>
                </a:lnTo>
                <a:lnTo>
                  <a:pt x="456" y="422"/>
                </a:lnTo>
                <a:lnTo>
                  <a:pt x="455" y="422"/>
                </a:lnTo>
                <a:lnTo>
                  <a:pt x="455" y="423"/>
                </a:lnTo>
                <a:lnTo>
                  <a:pt x="454" y="425"/>
                </a:lnTo>
                <a:lnTo>
                  <a:pt x="453" y="425"/>
                </a:lnTo>
                <a:lnTo>
                  <a:pt x="452" y="426"/>
                </a:lnTo>
                <a:lnTo>
                  <a:pt x="451" y="426"/>
                </a:lnTo>
                <a:lnTo>
                  <a:pt x="450" y="427"/>
                </a:lnTo>
                <a:lnTo>
                  <a:pt x="450" y="428"/>
                </a:lnTo>
                <a:lnTo>
                  <a:pt x="450" y="429"/>
                </a:lnTo>
                <a:lnTo>
                  <a:pt x="449" y="429"/>
                </a:lnTo>
                <a:lnTo>
                  <a:pt x="448" y="429"/>
                </a:lnTo>
                <a:lnTo>
                  <a:pt x="448" y="430"/>
                </a:lnTo>
                <a:lnTo>
                  <a:pt x="447" y="430"/>
                </a:lnTo>
                <a:lnTo>
                  <a:pt x="447" y="431"/>
                </a:lnTo>
                <a:lnTo>
                  <a:pt x="447" y="432"/>
                </a:lnTo>
                <a:lnTo>
                  <a:pt x="446" y="433"/>
                </a:lnTo>
                <a:lnTo>
                  <a:pt x="446" y="434"/>
                </a:lnTo>
                <a:lnTo>
                  <a:pt x="445" y="434"/>
                </a:lnTo>
                <a:lnTo>
                  <a:pt x="445" y="435"/>
                </a:lnTo>
                <a:lnTo>
                  <a:pt x="445" y="436"/>
                </a:lnTo>
                <a:lnTo>
                  <a:pt x="445" y="437"/>
                </a:lnTo>
                <a:lnTo>
                  <a:pt x="444" y="437"/>
                </a:lnTo>
                <a:lnTo>
                  <a:pt x="444" y="438"/>
                </a:lnTo>
                <a:lnTo>
                  <a:pt x="445" y="438"/>
                </a:lnTo>
                <a:lnTo>
                  <a:pt x="445" y="439"/>
                </a:lnTo>
                <a:lnTo>
                  <a:pt x="444" y="439"/>
                </a:lnTo>
                <a:lnTo>
                  <a:pt x="444" y="440"/>
                </a:lnTo>
                <a:lnTo>
                  <a:pt x="443" y="441"/>
                </a:lnTo>
                <a:lnTo>
                  <a:pt x="442" y="441"/>
                </a:lnTo>
                <a:lnTo>
                  <a:pt x="442" y="442"/>
                </a:lnTo>
                <a:lnTo>
                  <a:pt x="441" y="443"/>
                </a:lnTo>
                <a:lnTo>
                  <a:pt x="441" y="444"/>
                </a:lnTo>
                <a:lnTo>
                  <a:pt x="441" y="445"/>
                </a:lnTo>
                <a:lnTo>
                  <a:pt x="441" y="446"/>
                </a:lnTo>
                <a:lnTo>
                  <a:pt x="441" y="447"/>
                </a:lnTo>
                <a:lnTo>
                  <a:pt x="440" y="448"/>
                </a:lnTo>
                <a:lnTo>
                  <a:pt x="440" y="449"/>
                </a:lnTo>
                <a:lnTo>
                  <a:pt x="440" y="450"/>
                </a:lnTo>
                <a:lnTo>
                  <a:pt x="440" y="452"/>
                </a:lnTo>
                <a:lnTo>
                  <a:pt x="440" y="453"/>
                </a:lnTo>
                <a:lnTo>
                  <a:pt x="440" y="454"/>
                </a:lnTo>
                <a:lnTo>
                  <a:pt x="440" y="455"/>
                </a:lnTo>
                <a:lnTo>
                  <a:pt x="441" y="455"/>
                </a:lnTo>
                <a:lnTo>
                  <a:pt x="441" y="456"/>
                </a:lnTo>
                <a:lnTo>
                  <a:pt x="440" y="458"/>
                </a:lnTo>
                <a:lnTo>
                  <a:pt x="440" y="459"/>
                </a:lnTo>
                <a:lnTo>
                  <a:pt x="439" y="460"/>
                </a:lnTo>
                <a:lnTo>
                  <a:pt x="439" y="461"/>
                </a:lnTo>
                <a:lnTo>
                  <a:pt x="438" y="461"/>
                </a:lnTo>
                <a:lnTo>
                  <a:pt x="437" y="461"/>
                </a:lnTo>
                <a:lnTo>
                  <a:pt x="437" y="462"/>
                </a:lnTo>
                <a:lnTo>
                  <a:pt x="438" y="463"/>
                </a:lnTo>
                <a:lnTo>
                  <a:pt x="438" y="464"/>
                </a:lnTo>
                <a:lnTo>
                  <a:pt x="438" y="465"/>
                </a:lnTo>
                <a:lnTo>
                  <a:pt x="437" y="466"/>
                </a:lnTo>
                <a:lnTo>
                  <a:pt x="437" y="467"/>
                </a:lnTo>
                <a:lnTo>
                  <a:pt x="436" y="467"/>
                </a:lnTo>
                <a:lnTo>
                  <a:pt x="435" y="467"/>
                </a:lnTo>
                <a:lnTo>
                  <a:pt x="435" y="468"/>
                </a:lnTo>
                <a:lnTo>
                  <a:pt x="435" y="469"/>
                </a:lnTo>
                <a:lnTo>
                  <a:pt x="435" y="470"/>
                </a:lnTo>
                <a:lnTo>
                  <a:pt x="434" y="471"/>
                </a:lnTo>
                <a:lnTo>
                  <a:pt x="433" y="471"/>
                </a:lnTo>
                <a:lnTo>
                  <a:pt x="433" y="472"/>
                </a:lnTo>
                <a:lnTo>
                  <a:pt x="432" y="472"/>
                </a:lnTo>
                <a:lnTo>
                  <a:pt x="432" y="473"/>
                </a:lnTo>
                <a:lnTo>
                  <a:pt x="432" y="474"/>
                </a:lnTo>
                <a:lnTo>
                  <a:pt x="431" y="475"/>
                </a:lnTo>
                <a:lnTo>
                  <a:pt x="430" y="475"/>
                </a:lnTo>
                <a:lnTo>
                  <a:pt x="430" y="476"/>
                </a:lnTo>
                <a:lnTo>
                  <a:pt x="429" y="476"/>
                </a:lnTo>
                <a:lnTo>
                  <a:pt x="429" y="477"/>
                </a:lnTo>
                <a:lnTo>
                  <a:pt x="429" y="478"/>
                </a:lnTo>
                <a:lnTo>
                  <a:pt x="428" y="478"/>
                </a:lnTo>
                <a:lnTo>
                  <a:pt x="428" y="480"/>
                </a:lnTo>
                <a:lnTo>
                  <a:pt x="429" y="481"/>
                </a:lnTo>
                <a:lnTo>
                  <a:pt x="429" y="482"/>
                </a:lnTo>
                <a:lnTo>
                  <a:pt x="429" y="483"/>
                </a:lnTo>
                <a:lnTo>
                  <a:pt x="429" y="484"/>
                </a:lnTo>
                <a:lnTo>
                  <a:pt x="429" y="485"/>
                </a:lnTo>
                <a:lnTo>
                  <a:pt x="429" y="486"/>
                </a:lnTo>
                <a:lnTo>
                  <a:pt x="429" y="487"/>
                </a:lnTo>
                <a:lnTo>
                  <a:pt x="430" y="487"/>
                </a:lnTo>
                <a:lnTo>
                  <a:pt x="430" y="488"/>
                </a:lnTo>
                <a:lnTo>
                  <a:pt x="430" y="490"/>
                </a:lnTo>
                <a:lnTo>
                  <a:pt x="430" y="491"/>
                </a:lnTo>
                <a:lnTo>
                  <a:pt x="430" y="492"/>
                </a:lnTo>
                <a:lnTo>
                  <a:pt x="430" y="493"/>
                </a:lnTo>
                <a:lnTo>
                  <a:pt x="430" y="497"/>
                </a:lnTo>
                <a:lnTo>
                  <a:pt x="430" y="498"/>
                </a:lnTo>
                <a:lnTo>
                  <a:pt x="430" y="499"/>
                </a:lnTo>
                <a:lnTo>
                  <a:pt x="430" y="500"/>
                </a:lnTo>
                <a:lnTo>
                  <a:pt x="430" y="501"/>
                </a:lnTo>
                <a:lnTo>
                  <a:pt x="429" y="501"/>
                </a:lnTo>
                <a:lnTo>
                  <a:pt x="429" y="502"/>
                </a:lnTo>
                <a:lnTo>
                  <a:pt x="429" y="503"/>
                </a:lnTo>
                <a:lnTo>
                  <a:pt x="429" y="504"/>
                </a:lnTo>
                <a:lnTo>
                  <a:pt x="429" y="505"/>
                </a:lnTo>
                <a:lnTo>
                  <a:pt x="429" y="506"/>
                </a:lnTo>
                <a:lnTo>
                  <a:pt x="430" y="507"/>
                </a:lnTo>
                <a:lnTo>
                  <a:pt x="430" y="508"/>
                </a:lnTo>
                <a:lnTo>
                  <a:pt x="431" y="508"/>
                </a:lnTo>
                <a:lnTo>
                  <a:pt x="431" y="509"/>
                </a:lnTo>
                <a:lnTo>
                  <a:pt x="432" y="509"/>
                </a:lnTo>
                <a:lnTo>
                  <a:pt x="433" y="509"/>
                </a:lnTo>
                <a:lnTo>
                  <a:pt x="433" y="510"/>
                </a:lnTo>
                <a:lnTo>
                  <a:pt x="434" y="510"/>
                </a:lnTo>
                <a:lnTo>
                  <a:pt x="435" y="510"/>
                </a:lnTo>
                <a:lnTo>
                  <a:pt x="439" y="510"/>
                </a:lnTo>
                <a:lnTo>
                  <a:pt x="440" y="510"/>
                </a:lnTo>
                <a:lnTo>
                  <a:pt x="441" y="511"/>
                </a:lnTo>
                <a:lnTo>
                  <a:pt x="440" y="512"/>
                </a:lnTo>
                <a:lnTo>
                  <a:pt x="441" y="512"/>
                </a:lnTo>
                <a:lnTo>
                  <a:pt x="441" y="513"/>
                </a:lnTo>
                <a:lnTo>
                  <a:pt x="440" y="514"/>
                </a:lnTo>
                <a:lnTo>
                  <a:pt x="441" y="515"/>
                </a:lnTo>
                <a:lnTo>
                  <a:pt x="442" y="515"/>
                </a:lnTo>
                <a:lnTo>
                  <a:pt x="443" y="515"/>
                </a:lnTo>
                <a:lnTo>
                  <a:pt x="443" y="514"/>
                </a:lnTo>
                <a:lnTo>
                  <a:pt x="443" y="515"/>
                </a:lnTo>
                <a:lnTo>
                  <a:pt x="444" y="515"/>
                </a:lnTo>
                <a:lnTo>
                  <a:pt x="443" y="515"/>
                </a:lnTo>
                <a:lnTo>
                  <a:pt x="443" y="516"/>
                </a:lnTo>
                <a:lnTo>
                  <a:pt x="442" y="516"/>
                </a:lnTo>
                <a:lnTo>
                  <a:pt x="442" y="515"/>
                </a:lnTo>
                <a:lnTo>
                  <a:pt x="441" y="516"/>
                </a:lnTo>
                <a:lnTo>
                  <a:pt x="441" y="517"/>
                </a:lnTo>
                <a:lnTo>
                  <a:pt x="440" y="517"/>
                </a:lnTo>
                <a:lnTo>
                  <a:pt x="440" y="518"/>
                </a:lnTo>
                <a:lnTo>
                  <a:pt x="440" y="519"/>
                </a:lnTo>
                <a:lnTo>
                  <a:pt x="440" y="520"/>
                </a:lnTo>
                <a:lnTo>
                  <a:pt x="440" y="521"/>
                </a:lnTo>
                <a:lnTo>
                  <a:pt x="441" y="522"/>
                </a:lnTo>
                <a:lnTo>
                  <a:pt x="441" y="523"/>
                </a:lnTo>
                <a:lnTo>
                  <a:pt x="442" y="524"/>
                </a:lnTo>
                <a:lnTo>
                  <a:pt x="443" y="524"/>
                </a:lnTo>
                <a:lnTo>
                  <a:pt x="443" y="525"/>
                </a:lnTo>
                <a:lnTo>
                  <a:pt x="443" y="526"/>
                </a:lnTo>
                <a:lnTo>
                  <a:pt x="443" y="527"/>
                </a:lnTo>
                <a:lnTo>
                  <a:pt x="444" y="528"/>
                </a:lnTo>
                <a:lnTo>
                  <a:pt x="444" y="529"/>
                </a:lnTo>
                <a:lnTo>
                  <a:pt x="445" y="529"/>
                </a:lnTo>
                <a:lnTo>
                  <a:pt x="445" y="530"/>
                </a:lnTo>
                <a:lnTo>
                  <a:pt x="446" y="530"/>
                </a:lnTo>
                <a:lnTo>
                  <a:pt x="447" y="531"/>
                </a:lnTo>
                <a:lnTo>
                  <a:pt x="448" y="531"/>
                </a:lnTo>
                <a:lnTo>
                  <a:pt x="449" y="531"/>
                </a:lnTo>
                <a:lnTo>
                  <a:pt x="449" y="530"/>
                </a:lnTo>
                <a:lnTo>
                  <a:pt x="450" y="530"/>
                </a:lnTo>
                <a:lnTo>
                  <a:pt x="450" y="531"/>
                </a:lnTo>
                <a:lnTo>
                  <a:pt x="450" y="532"/>
                </a:lnTo>
                <a:lnTo>
                  <a:pt x="450" y="533"/>
                </a:lnTo>
                <a:lnTo>
                  <a:pt x="451" y="534"/>
                </a:lnTo>
                <a:lnTo>
                  <a:pt x="451" y="535"/>
                </a:lnTo>
                <a:lnTo>
                  <a:pt x="451" y="536"/>
                </a:lnTo>
                <a:lnTo>
                  <a:pt x="452" y="536"/>
                </a:lnTo>
                <a:lnTo>
                  <a:pt x="452" y="537"/>
                </a:lnTo>
                <a:lnTo>
                  <a:pt x="453" y="537"/>
                </a:lnTo>
                <a:lnTo>
                  <a:pt x="453" y="538"/>
                </a:lnTo>
                <a:lnTo>
                  <a:pt x="452" y="539"/>
                </a:lnTo>
                <a:lnTo>
                  <a:pt x="451" y="540"/>
                </a:lnTo>
                <a:lnTo>
                  <a:pt x="450" y="539"/>
                </a:lnTo>
                <a:lnTo>
                  <a:pt x="450" y="540"/>
                </a:lnTo>
                <a:lnTo>
                  <a:pt x="449" y="541"/>
                </a:lnTo>
                <a:lnTo>
                  <a:pt x="448" y="542"/>
                </a:lnTo>
                <a:lnTo>
                  <a:pt x="447" y="542"/>
                </a:lnTo>
                <a:lnTo>
                  <a:pt x="446" y="542"/>
                </a:lnTo>
                <a:lnTo>
                  <a:pt x="446" y="543"/>
                </a:lnTo>
                <a:lnTo>
                  <a:pt x="446" y="544"/>
                </a:lnTo>
                <a:lnTo>
                  <a:pt x="447" y="546"/>
                </a:lnTo>
                <a:lnTo>
                  <a:pt x="447" y="547"/>
                </a:lnTo>
                <a:lnTo>
                  <a:pt x="447" y="548"/>
                </a:lnTo>
                <a:lnTo>
                  <a:pt x="448" y="548"/>
                </a:lnTo>
                <a:lnTo>
                  <a:pt x="449" y="548"/>
                </a:lnTo>
                <a:lnTo>
                  <a:pt x="450" y="548"/>
                </a:lnTo>
                <a:lnTo>
                  <a:pt x="451" y="548"/>
                </a:lnTo>
                <a:lnTo>
                  <a:pt x="452" y="549"/>
                </a:lnTo>
                <a:lnTo>
                  <a:pt x="453" y="549"/>
                </a:lnTo>
                <a:lnTo>
                  <a:pt x="453" y="550"/>
                </a:lnTo>
                <a:lnTo>
                  <a:pt x="454" y="550"/>
                </a:lnTo>
                <a:lnTo>
                  <a:pt x="455" y="550"/>
                </a:lnTo>
                <a:lnTo>
                  <a:pt x="456" y="550"/>
                </a:lnTo>
                <a:lnTo>
                  <a:pt x="457" y="550"/>
                </a:lnTo>
                <a:lnTo>
                  <a:pt x="457" y="551"/>
                </a:lnTo>
                <a:lnTo>
                  <a:pt x="457" y="552"/>
                </a:lnTo>
                <a:lnTo>
                  <a:pt x="458" y="552"/>
                </a:lnTo>
                <a:lnTo>
                  <a:pt x="459" y="553"/>
                </a:lnTo>
                <a:lnTo>
                  <a:pt x="459" y="552"/>
                </a:lnTo>
                <a:lnTo>
                  <a:pt x="460" y="553"/>
                </a:lnTo>
                <a:lnTo>
                  <a:pt x="461" y="553"/>
                </a:lnTo>
                <a:lnTo>
                  <a:pt x="460" y="553"/>
                </a:lnTo>
                <a:lnTo>
                  <a:pt x="460" y="554"/>
                </a:lnTo>
                <a:lnTo>
                  <a:pt x="461" y="554"/>
                </a:lnTo>
                <a:lnTo>
                  <a:pt x="462" y="554"/>
                </a:lnTo>
                <a:lnTo>
                  <a:pt x="463" y="554"/>
                </a:lnTo>
                <a:lnTo>
                  <a:pt x="464" y="555"/>
                </a:lnTo>
                <a:lnTo>
                  <a:pt x="465" y="555"/>
                </a:lnTo>
                <a:lnTo>
                  <a:pt x="465" y="556"/>
                </a:lnTo>
                <a:lnTo>
                  <a:pt x="465" y="557"/>
                </a:lnTo>
                <a:lnTo>
                  <a:pt x="464" y="557"/>
                </a:lnTo>
                <a:lnTo>
                  <a:pt x="464" y="558"/>
                </a:lnTo>
                <a:lnTo>
                  <a:pt x="464" y="559"/>
                </a:lnTo>
                <a:lnTo>
                  <a:pt x="463" y="559"/>
                </a:lnTo>
                <a:lnTo>
                  <a:pt x="463" y="560"/>
                </a:lnTo>
                <a:lnTo>
                  <a:pt x="462" y="561"/>
                </a:lnTo>
                <a:lnTo>
                  <a:pt x="461" y="561"/>
                </a:lnTo>
                <a:lnTo>
                  <a:pt x="460" y="562"/>
                </a:lnTo>
                <a:lnTo>
                  <a:pt x="461" y="563"/>
                </a:lnTo>
                <a:lnTo>
                  <a:pt x="461" y="565"/>
                </a:lnTo>
                <a:lnTo>
                  <a:pt x="461" y="566"/>
                </a:lnTo>
                <a:lnTo>
                  <a:pt x="460" y="566"/>
                </a:lnTo>
                <a:lnTo>
                  <a:pt x="460" y="567"/>
                </a:lnTo>
                <a:lnTo>
                  <a:pt x="461" y="568"/>
                </a:lnTo>
                <a:lnTo>
                  <a:pt x="460" y="568"/>
                </a:lnTo>
                <a:lnTo>
                  <a:pt x="460" y="569"/>
                </a:lnTo>
                <a:lnTo>
                  <a:pt x="460" y="570"/>
                </a:lnTo>
                <a:lnTo>
                  <a:pt x="462" y="570"/>
                </a:lnTo>
                <a:lnTo>
                  <a:pt x="463" y="569"/>
                </a:lnTo>
                <a:lnTo>
                  <a:pt x="462" y="569"/>
                </a:lnTo>
                <a:lnTo>
                  <a:pt x="463" y="569"/>
                </a:lnTo>
                <a:lnTo>
                  <a:pt x="463" y="568"/>
                </a:lnTo>
                <a:lnTo>
                  <a:pt x="464" y="569"/>
                </a:lnTo>
                <a:lnTo>
                  <a:pt x="464" y="570"/>
                </a:lnTo>
                <a:lnTo>
                  <a:pt x="465" y="571"/>
                </a:lnTo>
                <a:lnTo>
                  <a:pt x="465" y="572"/>
                </a:lnTo>
                <a:lnTo>
                  <a:pt x="466" y="573"/>
                </a:lnTo>
                <a:lnTo>
                  <a:pt x="466" y="574"/>
                </a:lnTo>
                <a:lnTo>
                  <a:pt x="466" y="575"/>
                </a:lnTo>
                <a:lnTo>
                  <a:pt x="467" y="575"/>
                </a:lnTo>
                <a:lnTo>
                  <a:pt x="467" y="576"/>
                </a:lnTo>
                <a:lnTo>
                  <a:pt x="468" y="576"/>
                </a:lnTo>
                <a:lnTo>
                  <a:pt x="468" y="577"/>
                </a:lnTo>
                <a:lnTo>
                  <a:pt x="468" y="578"/>
                </a:lnTo>
                <a:lnTo>
                  <a:pt x="467" y="578"/>
                </a:lnTo>
                <a:lnTo>
                  <a:pt x="466" y="578"/>
                </a:lnTo>
                <a:lnTo>
                  <a:pt x="465" y="578"/>
                </a:lnTo>
                <a:lnTo>
                  <a:pt x="465" y="579"/>
                </a:lnTo>
                <a:lnTo>
                  <a:pt x="464" y="580"/>
                </a:lnTo>
                <a:lnTo>
                  <a:pt x="463" y="580"/>
                </a:lnTo>
                <a:lnTo>
                  <a:pt x="463" y="581"/>
                </a:lnTo>
                <a:lnTo>
                  <a:pt x="464" y="581"/>
                </a:lnTo>
                <a:lnTo>
                  <a:pt x="464" y="582"/>
                </a:lnTo>
                <a:lnTo>
                  <a:pt x="463" y="582"/>
                </a:lnTo>
                <a:lnTo>
                  <a:pt x="462" y="581"/>
                </a:lnTo>
                <a:lnTo>
                  <a:pt x="462" y="582"/>
                </a:lnTo>
                <a:lnTo>
                  <a:pt x="461" y="582"/>
                </a:lnTo>
                <a:lnTo>
                  <a:pt x="460" y="582"/>
                </a:lnTo>
                <a:lnTo>
                  <a:pt x="460" y="584"/>
                </a:lnTo>
                <a:lnTo>
                  <a:pt x="461" y="585"/>
                </a:lnTo>
                <a:lnTo>
                  <a:pt x="462" y="585"/>
                </a:lnTo>
                <a:lnTo>
                  <a:pt x="462" y="586"/>
                </a:lnTo>
                <a:lnTo>
                  <a:pt x="462" y="587"/>
                </a:lnTo>
                <a:lnTo>
                  <a:pt x="463" y="587"/>
                </a:lnTo>
                <a:lnTo>
                  <a:pt x="464" y="588"/>
                </a:lnTo>
                <a:lnTo>
                  <a:pt x="465" y="588"/>
                </a:lnTo>
                <a:lnTo>
                  <a:pt x="466" y="587"/>
                </a:lnTo>
                <a:lnTo>
                  <a:pt x="467" y="587"/>
                </a:lnTo>
                <a:lnTo>
                  <a:pt x="468" y="587"/>
                </a:lnTo>
                <a:lnTo>
                  <a:pt x="468" y="588"/>
                </a:lnTo>
                <a:lnTo>
                  <a:pt x="469" y="588"/>
                </a:lnTo>
                <a:lnTo>
                  <a:pt x="469" y="589"/>
                </a:lnTo>
                <a:lnTo>
                  <a:pt x="470" y="589"/>
                </a:lnTo>
                <a:lnTo>
                  <a:pt x="471" y="589"/>
                </a:lnTo>
                <a:lnTo>
                  <a:pt x="472" y="590"/>
                </a:lnTo>
                <a:lnTo>
                  <a:pt x="472" y="591"/>
                </a:lnTo>
                <a:lnTo>
                  <a:pt x="473" y="592"/>
                </a:lnTo>
                <a:lnTo>
                  <a:pt x="474" y="592"/>
                </a:lnTo>
                <a:lnTo>
                  <a:pt x="474" y="593"/>
                </a:lnTo>
                <a:lnTo>
                  <a:pt x="475" y="593"/>
                </a:lnTo>
                <a:lnTo>
                  <a:pt x="476" y="593"/>
                </a:lnTo>
                <a:lnTo>
                  <a:pt x="477" y="593"/>
                </a:lnTo>
                <a:lnTo>
                  <a:pt x="478" y="593"/>
                </a:lnTo>
                <a:lnTo>
                  <a:pt x="478" y="594"/>
                </a:lnTo>
                <a:lnTo>
                  <a:pt x="478" y="595"/>
                </a:lnTo>
                <a:lnTo>
                  <a:pt x="479" y="595"/>
                </a:lnTo>
                <a:lnTo>
                  <a:pt x="479" y="596"/>
                </a:lnTo>
                <a:lnTo>
                  <a:pt x="480" y="596"/>
                </a:lnTo>
                <a:lnTo>
                  <a:pt x="480" y="597"/>
                </a:lnTo>
                <a:lnTo>
                  <a:pt x="481" y="597"/>
                </a:lnTo>
                <a:lnTo>
                  <a:pt x="481" y="599"/>
                </a:lnTo>
                <a:lnTo>
                  <a:pt x="481" y="600"/>
                </a:lnTo>
                <a:lnTo>
                  <a:pt x="482" y="601"/>
                </a:lnTo>
                <a:lnTo>
                  <a:pt x="482" y="602"/>
                </a:lnTo>
                <a:lnTo>
                  <a:pt x="481" y="603"/>
                </a:lnTo>
                <a:lnTo>
                  <a:pt x="481" y="604"/>
                </a:lnTo>
                <a:lnTo>
                  <a:pt x="482" y="605"/>
                </a:lnTo>
                <a:lnTo>
                  <a:pt x="482" y="606"/>
                </a:lnTo>
                <a:lnTo>
                  <a:pt x="483" y="606"/>
                </a:lnTo>
                <a:lnTo>
                  <a:pt x="483" y="607"/>
                </a:lnTo>
                <a:lnTo>
                  <a:pt x="484" y="607"/>
                </a:lnTo>
                <a:lnTo>
                  <a:pt x="485" y="607"/>
                </a:lnTo>
                <a:lnTo>
                  <a:pt x="485" y="608"/>
                </a:lnTo>
                <a:lnTo>
                  <a:pt x="486" y="609"/>
                </a:lnTo>
                <a:lnTo>
                  <a:pt x="486" y="610"/>
                </a:lnTo>
                <a:lnTo>
                  <a:pt x="487" y="610"/>
                </a:lnTo>
                <a:lnTo>
                  <a:pt x="488" y="610"/>
                </a:lnTo>
                <a:lnTo>
                  <a:pt x="489" y="610"/>
                </a:lnTo>
                <a:lnTo>
                  <a:pt x="490" y="610"/>
                </a:lnTo>
                <a:lnTo>
                  <a:pt x="490" y="611"/>
                </a:lnTo>
                <a:lnTo>
                  <a:pt x="491" y="611"/>
                </a:lnTo>
                <a:lnTo>
                  <a:pt x="492" y="611"/>
                </a:lnTo>
                <a:lnTo>
                  <a:pt x="492" y="612"/>
                </a:lnTo>
                <a:lnTo>
                  <a:pt x="493" y="612"/>
                </a:lnTo>
                <a:lnTo>
                  <a:pt x="494" y="612"/>
                </a:lnTo>
                <a:lnTo>
                  <a:pt x="495" y="612"/>
                </a:lnTo>
                <a:lnTo>
                  <a:pt x="495" y="613"/>
                </a:lnTo>
                <a:lnTo>
                  <a:pt x="496" y="614"/>
                </a:lnTo>
                <a:lnTo>
                  <a:pt x="497" y="614"/>
                </a:lnTo>
                <a:lnTo>
                  <a:pt x="497" y="615"/>
                </a:lnTo>
                <a:lnTo>
                  <a:pt x="498" y="615"/>
                </a:lnTo>
                <a:lnTo>
                  <a:pt x="498" y="616"/>
                </a:lnTo>
                <a:lnTo>
                  <a:pt x="498" y="617"/>
                </a:lnTo>
                <a:lnTo>
                  <a:pt x="498" y="618"/>
                </a:lnTo>
                <a:lnTo>
                  <a:pt x="498" y="619"/>
                </a:lnTo>
                <a:lnTo>
                  <a:pt x="497" y="620"/>
                </a:lnTo>
                <a:lnTo>
                  <a:pt x="498" y="620"/>
                </a:lnTo>
                <a:lnTo>
                  <a:pt x="498" y="621"/>
                </a:lnTo>
                <a:lnTo>
                  <a:pt x="499" y="621"/>
                </a:lnTo>
                <a:lnTo>
                  <a:pt x="499" y="622"/>
                </a:lnTo>
                <a:lnTo>
                  <a:pt x="500" y="623"/>
                </a:lnTo>
                <a:lnTo>
                  <a:pt x="500" y="625"/>
                </a:lnTo>
                <a:lnTo>
                  <a:pt x="500" y="626"/>
                </a:lnTo>
                <a:lnTo>
                  <a:pt x="499" y="626"/>
                </a:lnTo>
                <a:lnTo>
                  <a:pt x="499" y="627"/>
                </a:lnTo>
                <a:lnTo>
                  <a:pt x="500" y="627"/>
                </a:lnTo>
                <a:lnTo>
                  <a:pt x="499" y="628"/>
                </a:lnTo>
                <a:lnTo>
                  <a:pt x="499" y="629"/>
                </a:lnTo>
                <a:lnTo>
                  <a:pt x="499" y="630"/>
                </a:lnTo>
                <a:lnTo>
                  <a:pt x="498" y="630"/>
                </a:lnTo>
                <a:lnTo>
                  <a:pt x="498" y="629"/>
                </a:lnTo>
                <a:lnTo>
                  <a:pt x="497" y="629"/>
                </a:lnTo>
                <a:lnTo>
                  <a:pt x="497" y="630"/>
                </a:lnTo>
                <a:lnTo>
                  <a:pt x="498" y="631"/>
                </a:lnTo>
                <a:lnTo>
                  <a:pt x="498" y="632"/>
                </a:lnTo>
                <a:lnTo>
                  <a:pt x="498" y="633"/>
                </a:lnTo>
                <a:lnTo>
                  <a:pt x="499" y="634"/>
                </a:lnTo>
                <a:lnTo>
                  <a:pt x="499" y="635"/>
                </a:lnTo>
                <a:lnTo>
                  <a:pt x="500" y="635"/>
                </a:lnTo>
                <a:lnTo>
                  <a:pt x="500" y="636"/>
                </a:lnTo>
                <a:lnTo>
                  <a:pt x="500" y="637"/>
                </a:lnTo>
                <a:lnTo>
                  <a:pt x="501" y="637"/>
                </a:lnTo>
                <a:lnTo>
                  <a:pt x="500" y="637"/>
                </a:lnTo>
                <a:lnTo>
                  <a:pt x="500" y="638"/>
                </a:lnTo>
                <a:lnTo>
                  <a:pt x="500" y="639"/>
                </a:lnTo>
                <a:lnTo>
                  <a:pt x="500" y="640"/>
                </a:lnTo>
                <a:lnTo>
                  <a:pt x="500" y="641"/>
                </a:lnTo>
                <a:lnTo>
                  <a:pt x="499" y="641"/>
                </a:lnTo>
                <a:lnTo>
                  <a:pt x="498" y="641"/>
                </a:lnTo>
                <a:lnTo>
                  <a:pt x="498" y="642"/>
                </a:lnTo>
                <a:lnTo>
                  <a:pt x="498" y="643"/>
                </a:lnTo>
                <a:lnTo>
                  <a:pt x="498" y="644"/>
                </a:lnTo>
                <a:lnTo>
                  <a:pt x="497" y="644"/>
                </a:lnTo>
                <a:lnTo>
                  <a:pt x="497" y="643"/>
                </a:lnTo>
                <a:lnTo>
                  <a:pt x="497" y="644"/>
                </a:lnTo>
                <a:lnTo>
                  <a:pt x="497" y="645"/>
                </a:lnTo>
                <a:lnTo>
                  <a:pt x="497" y="646"/>
                </a:lnTo>
                <a:lnTo>
                  <a:pt x="496" y="647"/>
                </a:lnTo>
                <a:lnTo>
                  <a:pt x="497" y="648"/>
                </a:lnTo>
                <a:lnTo>
                  <a:pt x="497" y="649"/>
                </a:lnTo>
                <a:lnTo>
                  <a:pt x="496" y="648"/>
                </a:lnTo>
                <a:lnTo>
                  <a:pt x="495" y="648"/>
                </a:lnTo>
                <a:lnTo>
                  <a:pt x="494" y="648"/>
                </a:lnTo>
                <a:lnTo>
                  <a:pt x="494" y="649"/>
                </a:lnTo>
                <a:lnTo>
                  <a:pt x="493" y="650"/>
                </a:lnTo>
                <a:lnTo>
                  <a:pt x="492" y="650"/>
                </a:lnTo>
                <a:lnTo>
                  <a:pt x="492" y="651"/>
                </a:lnTo>
                <a:lnTo>
                  <a:pt x="492" y="652"/>
                </a:lnTo>
                <a:lnTo>
                  <a:pt x="491" y="652"/>
                </a:lnTo>
                <a:lnTo>
                  <a:pt x="490" y="653"/>
                </a:lnTo>
                <a:lnTo>
                  <a:pt x="490" y="654"/>
                </a:lnTo>
                <a:lnTo>
                  <a:pt x="489" y="654"/>
                </a:lnTo>
                <a:lnTo>
                  <a:pt x="489" y="653"/>
                </a:lnTo>
                <a:lnTo>
                  <a:pt x="490" y="653"/>
                </a:lnTo>
                <a:lnTo>
                  <a:pt x="489" y="653"/>
                </a:lnTo>
                <a:lnTo>
                  <a:pt x="489" y="654"/>
                </a:lnTo>
                <a:lnTo>
                  <a:pt x="488" y="654"/>
                </a:lnTo>
                <a:lnTo>
                  <a:pt x="488" y="653"/>
                </a:lnTo>
                <a:lnTo>
                  <a:pt x="487" y="653"/>
                </a:lnTo>
                <a:lnTo>
                  <a:pt x="486" y="653"/>
                </a:lnTo>
                <a:lnTo>
                  <a:pt x="486" y="652"/>
                </a:lnTo>
                <a:lnTo>
                  <a:pt x="485" y="652"/>
                </a:lnTo>
                <a:lnTo>
                  <a:pt x="485" y="653"/>
                </a:lnTo>
                <a:lnTo>
                  <a:pt x="484" y="653"/>
                </a:lnTo>
                <a:lnTo>
                  <a:pt x="483" y="653"/>
                </a:lnTo>
                <a:lnTo>
                  <a:pt x="482" y="654"/>
                </a:lnTo>
                <a:lnTo>
                  <a:pt x="481" y="655"/>
                </a:lnTo>
                <a:lnTo>
                  <a:pt x="481" y="656"/>
                </a:lnTo>
                <a:lnTo>
                  <a:pt x="481" y="657"/>
                </a:lnTo>
                <a:lnTo>
                  <a:pt x="481" y="658"/>
                </a:lnTo>
                <a:lnTo>
                  <a:pt x="481" y="659"/>
                </a:lnTo>
                <a:lnTo>
                  <a:pt x="480" y="659"/>
                </a:lnTo>
                <a:lnTo>
                  <a:pt x="480" y="658"/>
                </a:lnTo>
                <a:lnTo>
                  <a:pt x="479" y="659"/>
                </a:lnTo>
                <a:lnTo>
                  <a:pt x="478" y="659"/>
                </a:lnTo>
                <a:lnTo>
                  <a:pt x="477" y="659"/>
                </a:lnTo>
                <a:lnTo>
                  <a:pt x="476" y="659"/>
                </a:lnTo>
                <a:lnTo>
                  <a:pt x="476" y="660"/>
                </a:lnTo>
                <a:lnTo>
                  <a:pt x="475" y="660"/>
                </a:lnTo>
                <a:lnTo>
                  <a:pt x="474" y="660"/>
                </a:lnTo>
                <a:lnTo>
                  <a:pt x="474" y="661"/>
                </a:lnTo>
                <a:lnTo>
                  <a:pt x="473" y="661"/>
                </a:lnTo>
                <a:lnTo>
                  <a:pt x="472" y="662"/>
                </a:lnTo>
                <a:lnTo>
                  <a:pt x="472" y="664"/>
                </a:lnTo>
                <a:lnTo>
                  <a:pt x="471" y="665"/>
                </a:lnTo>
                <a:lnTo>
                  <a:pt x="470" y="663"/>
                </a:lnTo>
                <a:lnTo>
                  <a:pt x="469" y="662"/>
                </a:lnTo>
                <a:lnTo>
                  <a:pt x="468" y="662"/>
                </a:lnTo>
                <a:lnTo>
                  <a:pt x="468" y="661"/>
                </a:lnTo>
                <a:lnTo>
                  <a:pt x="468" y="660"/>
                </a:lnTo>
                <a:lnTo>
                  <a:pt x="467" y="661"/>
                </a:lnTo>
                <a:lnTo>
                  <a:pt x="467" y="660"/>
                </a:lnTo>
                <a:lnTo>
                  <a:pt x="466" y="659"/>
                </a:lnTo>
                <a:lnTo>
                  <a:pt x="466" y="658"/>
                </a:lnTo>
                <a:lnTo>
                  <a:pt x="465" y="658"/>
                </a:lnTo>
                <a:lnTo>
                  <a:pt x="465" y="659"/>
                </a:lnTo>
                <a:lnTo>
                  <a:pt x="465" y="660"/>
                </a:lnTo>
                <a:lnTo>
                  <a:pt x="464" y="660"/>
                </a:lnTo>
                <a:lnTo>
                  <a:pt x="463" y="659"/>
                </a:lnTo>
                <a:lnTo>
                  <a:pt x="462" y="659"/>
                </a:lnTo>
                <a:lnTo>
                  <a:pt x="461" y="659"/>
                </a:lnTo>
                <a:lnTo>
                  <a:pt x="461" y="658"/>
                </a:lnTo>
                <a:lnTo>
                  <a:pt x="461" y="657"/>
                </a:lnTo>
                <a:lnTo>
                  <a:pt x="461" y="656"/>
                </a:lnTo>
                <a:lnTo>
                  <a:pt x="461" y="654"/>
                </a:lnTo>
                <a:lnTo>
                  <a:pt x="461" y="653"/>
                </a:lnTo>
                <a:lnTo>
                  <a:pt x="461" y="652"/>
                </a:lnTo>
                <a:lnTo>
                  <a:pt x="460" y="652"/>
                </a:lnTo>
                <a:lnTo>
                  <a:pt x="460" y="651"/>
                </a:lnTo>
                <a:lnTo>
                  <a:pt x="460" y="650"/>
                </a:lnTo>
                <a:lnTo>
                  <a:pt x="459" y="649"/>
                </a:lnTo>
                <a:lnTo>
                  <a:pt x="459" y="650"/>
                </a:lnTo>
                <a:lnTo>
                  <a:pt x="458" y="649"/>
                </a:lnTo>
                <a:lnTo>
                  <a:pt x="457" y="648"/>
                </a:lnTo>
                <a:lnTo>
                  <a:pt x="456" y="648"/>
                </a:lnTo>
                <a:lnTo>
                  <a:pt x="455" y="648"/>
                </a:lnTo>
                <a:lnTo>
                  <a:pt x="455" y="649"/>
                </a:lnTo>
                <a:lnTo>
                  <a:pt x="455" y="650"/>
                </a:lnTo>
                <a:lnTo>
                  <a:pt x="456" y="650"/>
                </a:lnTo>
                <a:lnTo>
                  <a:pt x="455" y="651"/>
                </a:lnTo>
                <a:lnTo>
                  <a:pt x="454" y="651"/>
                </a:lnTo>
                <a:lnTo>
                  <a:pt x="454" y="650"/>
                </a:lnTo>
                <a:lnTo>
                  <a:pt x="453" y="651"/>
                </a:lnTo>
                <a:lnTo>
                  <a:pt x="453" y="652"/>
                </a:lnTo>
                <a:lnTo>
                  <a:pt x="452" y="653"/>
                </a:lnTo>
                <a:lnTo>
                  <a:pt x="452" y="654"/>
                </a:lnTo>
                <a:lnTo>
                  <a:pt x="451" y="655"/>
                </a:lnTo>
                <a:lnTo>
                  <a:pt x="450" y="655"/>
                </a:lnTo>
                <a:lnTo>
                  <a:pt x="450" y="656"/>
                </a:lnTo>
                <a:lnTo>
                  <a:pt x="450" y="657"/>
                </a:lnTo>
                <a:lnTo>
                  <a:pt x="449" y="657"/>
                </a:lnTo>
                <a:lnTo>
                  <a:pt x="448" y="656"/>
                </a:lnTo>
                <a:lnTo>
                  <a:pt x="447" y="656"/>
                </a:lnTo>
                <a:lnTo>
                  <a:pt x="447" y="657"/>
                </a:lnTo>
                <a:lnTo>
                  <a:pt x="446" y="657"/>
                </a:lnTo>
                <a:lnTo>
                  <a:pt x="445" y="657"/>
                </a:lnTo>
                <a:lnTo>
                  <a:pt x="444" y="657"/>
                </a:lnTo>
                <a:lnTo>
                  <a:pt x="444" y="656"/>
                </a:lnTo>
                <a:lnTo>
                  <a:pt x="443" y="656"/>
                </a:lnTo>
                <a:lnTo>
                  <a:pt x="441" y="656"/>
                </a:lnTo>
                <a:lnTo>
                  <a:pt x="441" y="655"/>
                </a:lnTo>
                <a:lnTo>
                  <a:pt x="441" y="656"/>
                </a:lnTo>
                <a:lnTo>
                  <a:pt x="440" y="656"/>
                </a:lnTo>
                <a:lnTo>
                  <a:pt x="439" y="657"/>
                </a:lnTo>
                <a:lnTo>
                  <a:pt x="438" y="657"/>
                </a:lnTo>
                <a:lnTo>
                  <a:pt x="438" y="658"/>
                </a:lnTo>
                <a:lnTo>
                  <a:pt x="437" y="658"/>
                </a:lnTo>
                <a:lnTo>
                  <a:pt x="436" y="657"/>
                </a:lnTo>
                <a:lnTo>
                  <a:pt x="435" y="657"/>
                </a:lnTo>
                <a:lnTo>
                  <a:pt x="434" y="657"/>
                </a:lnTo>
                <a:lnTo>
                  <a:pt x="433" y="657"/>
                </a:lnTo>
                <a:lnTo>
                  <a:pt x="431" y="657"/>
                </a:lnTo>
                <a:lnTo>
                  <a:pt x="431" y="658"/>
                </a:lnTo>
                <a:lnTo>
                  <a:pt x="430" y="658"/>
                </a:lnTo>
                <a:lnTo>
                  <a:pt x="429" y="658"/>
                </a:lnTo>
                <a:lnTo>
                  <a:pt x="428" y="658"/>
                </a:lnTo>
                <a:lnTo>
                  <a:pt x="427" y="658"/>
                </a:lnTo>
                <a:lnTo>
                  <a:pt x="426" y="658"/>
                </a:lnTo>
                <a:lnTo>
                  <a:pt x="426" y="657"/>
                </a:lnTo>
                <a:lnTo>
                  <a:pt x="426" y="656"/>
                </a:lnTo>
                <a:lnTo>
                  <a:pt x="425" y="656"/>
                </a:lnTo>
                <a:lnTo>
                  <a:pt x="425" y="655"/>
                </a:lnTo>
                <a:lnTo>
                  <a:pt x="424" y="655"/>
                </a:lnTo>
                <a:lnTo>
                  <a:pt x="423" y="655"/>
                </a:lnTo>
                <a:lnTo>
                  <a:pt x="423" y="654"/>
                </a:lnTo>
                <a:lnTo>
                  <a:pt x="423" y="653"/>
                </a:lnTo>
                <a:lnTo>
                  <a:pt x="422" y="653"/>
                </a:lnTo>
                <a:lnTo>
                  <a:pt x="421" y="653"/>
                </a:lnTo>
                <a:lnTo>
                  <a:pt x="420" y="653"/>
                </a:lnTo>
                <a:lnTo>
                  <a:pt x="419" y="654"/>
                </a:lnTo>
                <a:lnTo>
                  <a:pt x="418" y="654"/>
                </a:lnTo>
                <a:lnTo>
                  <a:pt x="417" y="654"/>
                </a:lnTo>
                <a:lnTo>
                  <a:pt x="416" y="653"/>
                </a:lnTo>
                <a:lnTo>
                  <a:pt x="416" y="654"/>
                </a:lnTo>
                <a:lnTo>
                  <a:pt x="415" y="654"/>
                </a:lnTo>
                <a:lnTo>
                  <a:pt x="414" y="654"/>
                </a:lnTo>
                <a:lnTo>
                  <a:pt x="414" y="653"/>
                </a:lnTo>
                <a:lnTo>
                  <a:pt x="413" y="653"/>
                </a:lnTo>
                <a:lnTo>
                  <a:pt x="413" y="654"/>
                </a:lnTo>
                <a:lnTo>
                  <a:pt x="412" y="655"/>
                </a:lnTo>
                <a:lnTo>
                  <a:pt x="411" y="654"/>
                </a:lnTo>
                <a:lnTo>
                  <a:pt x="410" y="655"/>
                </a:lnTo>
                <a:lnTo>
                  <a:pt x="410" y="654"/>
                </a:lnTo>
                <a:lnTo>
                  <a:pt x="409" y="654"/>
                </a:lnTo>
                <a:lnTo>
                  <a:pt x="409" y="653"/>
                </a:lnTo>
                <a:lnTo>
                  <a:pt x="408" y="653"/>
                </a:lnTo>
                <a:lnTo>
                  <a:pt x="407" y="654"/>
                </a:lnTo>
                <a:lnTo>
                  <a:pt x="406" y="654"/>
                </a:lnTo>
                <a:lnTo>
                  <a:pt x="405" y="654"/>
                </a:lnTo>
                <a:lnTo>
                  <a:pt x="404" y="653"/>
                </a:lnTo>
                <a:lnTo>
                  <a:pt x="403" y="653"/>
                </a:lnTo>
                <a:lnTo>
                  <a:pt x="402" y="652"/>
                </a:lnTo>
                <a:lnTo>
                  <a:pt x="401" y="651"/>
                </a:lnTo>
                <a:lnTo>
                  <a:pt x="400" y="651"/>
                </a:lnTo>
                <a:lnTo>
                  <a:pt x="399" y="651"/>
                </a:lnTo>
                <a:lnTo>
                  <a:pt x="399" y="650"/>
                </a:lnTo>
                <a:lnTo>
                  <a:pt x="398" y="650"/>
                </a:lnTo>
                <a:lnTo>
                  <a:pt x="397" y="650"/>
                </a:lnTo>
                <a:lnTo>
                  <a:pt x="396" y="650"/>
                </a:lnTo>
                <a:lnTo>
                  <a:pt x="396" y="649"/>
                </a:lnTo>
                <a:lnTo>
                  <a:pt x="394" y="649"/>
                </a:lnTo>
                <a:lnTo>
                  <a:pt x="393" y="649"/>
                </a:lnTo>
                <a:lnTo>
                  <a:pt x="393" y="650"/>
                </a:lnTo>
                <a:lnTo>
                  <a:pt x="392" y="650"/>
                </a:lnTo>
                <a:lnTo>
                  <a:pt x="391" y="650"/>
                </a:lnTo>
                <a:lnTo>
                  <a:pt x="390" y="650"/>
                </a:lnTo>
                <a:lnTo>
                  <a:pt x="388" y="650"/>
                </a:lnTo>
                <a:lnTo>
                  <a:pt x="387" y="650"/>
                </a:lnTo>
                <a:lnTo>
                  <a:pt x="386" y="650"/>
                </a:lnTo>
                <a:lnTo>
                  <a:pt x="384" y="651"/>
                </a:lnTo>
                <a:lnTo>
                  <a:pt x="383" y="651"/>
                </a:lnTo>
                <a:lnTo>
                  <a:pt x="383" y="650"/>
                </a:lnTo>
                <a:lnTo>
                  <a:pt x="382" y="650"/>
                </a:lnTo>
                <a:lnTo>
                  <a:pt x="381" y="651"/>
                </a:lnTo>
                <a:lnTo>
                  <a:pt x="381" y="650"/>
                </a:lnTo>
                <a:lnTo>
                  <a:pt x="381" y="649"/>
                </a:lnTo>
                <a:lnTo>
                  <a:pt x="380" y="648"/>
                </a:lnTo>
                <a:lnTo>
                  <a:pt x="379" y="648"/>
                </a:lnTo>
                <a:lnTo>
                  <a:pt x="378" y="648"/>
                </a:lnTo>
                <a:lnTo>
                  <a:pt x="377" y="648"/>
                </a:lnTo>
                <a:lnTo>
                  <a:pt x="377" y="649"/>
                </a:lnTo>
                <a:lnTo>
                  <a:pt x="376" y="649"/>
                </a:lnTo>
                <a:lnTo>
                  <a:pt x="376" y="648"/>
                </a:lnTo>
                <a:lnTo>
                  <a:pt x="375" y="647"/>
                </a:lnTo>
                <a:lnTo>
                  <a:pt x="374" y="647"/>
                </a:lnTo>
                <a:lnTo>
                  <a:pt x="373" y="647"/>
                </a:lnTo>
                <a:lnTo>
                  <a:pt x="372" y="648"/>
                </a:lnTo>
                <a:lnTo>
                  <a:pt x="372" y="649"/>
                </a:lnTo>
                <a:lnTo>
                  <a:pt x="372" y="650"/>
                </a:lnTo>
                <a:lnTo>
                  <a:pt x="372" y="651"/>
                </a:lnTo>
                <a:lnTo>
                  <a:pt x="371" y="651"/>
                </a:lnTo>
                <a:lnTo>
                  <a:pt x="369" y="651"/>
                </a:lnTo>
                <a:lnTo>
                  <a:pt x="369" y="650"/>
                </a:lnTo>
                <a:lnTo>
                  <a:pt x="368" y="650"/>
                </a:lnTo>
                <a:lnTo>
                  <a:pt x="367" y="650"/>
                </a:lnTo>
                <a:lnTo>
                  <a:pt x="366" y="650"/>
                </a:lnTo>
                <a:lnTo>
                  <a:pt x="365" y="650"/>
                </a:lnTo>
                <a:lnTo>
                  <a:pt x="364" y="650"/>
                </a:lnTo>
                <a:lnTo>
                  <a:pt x="364" y="651"/>
                </a:lnTo>
                <a:lnTo>
                  <a:pt x="363" y="651"/>
                </a:lnTo>
                <a:lnTo>
                  <a:pt x="363" y="652"/>
                </a:lnTo>
                <a:lnTo>
                  <a:pt x="363" y="653"/>
                </a:lnTo>
                <a:lnTo>
                  <a:pt x="362" y="653"/>
                </a:lnTo>
                <a:lnTo>
                  <a:pt x="361" y="654"/>
                </a:lnTo>
                <a:lnTo>
                  <a:pt x="360" y="654"/>
                </a:lnTo>
                <a:lnTo>
                  <a:pt x="361" y="654"/>
                </a:lnTo>
                <a:lnTo>
                  <a:pt x="361" y="655"/>
                </a:lnTo>
                <a:lnTo>
                  <a:pt x="360" y="656"/>
                </a:lnTo>
                <a:lnTo>
                  <a:pt x="359" y="656"/>
                </a:lnTo>
                <a:lnTo>
                  <a:pt x="359" y="657"/>
                </a:lnTo>
                <a:lnTo>
                  <a:pt x="358" y="657"/>
                </a:lnTo>
                <a:lnTo>
                  <a:pt x="358" y="658"/>
                </a:lnTo>
                <a:lnTo>
                  <a:pt x="357" y="659"/>
                </a:lnTo>
                <a:lnTo>
                  <a:pt x="357" y="660"/>
                </a:lnTo>
                <a:lnTo>
                  <a:pt x="358" y="660"/>
                </a:lnTo>
                <a:lnTo>
                  <a:pt x="359" y="660"/>
                </a:lnTo>
                <a:lnTo>
                  <a:pt x="360" y="660"/>
                </a:lnTo>
                <a:lnTo>
                  <a:pt x="361" y="660"/>
                </a:lnTo>
                <a:lnTo>
                  <a:pt x="362" y="660"/>
                </a:lnTo>
                <a:lnTo>
                  <a:pt x="363" y="660"/>
                </a:lnTo>
                <a:lnTo>
                  <a:pt x="363" y="661"/>
                </a:lnTo>
                <a:lnTo>
                  <a:pt x="364" y="661"/>
                </a:lnTo>
                <a:lnTo>
                  <a:pt x="365" y="661"/>
                </a:lnTo>
                <a:lnTo>
                  <a:pt x="366" y="661"/>
                </a:lnTo>
                <a:lnTo>
                  <a:pt x="367" y="661"/>
                </a:lnTo>
                <a:lnTo>
                  <a:pt x="367" y="662"/>
                </a:lnTo>
                <a:lnTo>
                  <a:pt x="368" y="662"/>
                </a:lnTo>
                <a:lnTo>
                  <a:pt x="369" y="662"/>
                </a:lnTo>
                <a:lnTo>
                  <a:pt x="368" y="662"/>
                </a:lnTo>
                <a:lnTo>
                  <a:pt x="369" y="662"/>
                </a:lnTo>
                <a:lnTo>
                  <a:pt x="369" y="663"/>
                </a:lnTo>
                <a:lnTo>
                  <a:pt x="370" y="662"/>
                </a:lnTo>
                <a:lnTo>
                  <a:pt x="371" y="663"/>
                </a:lnTo>
                <a:lnTo>
                  <a:pt x="372" y="663"/>
                </a:lnTo>
                <a:lnTo>
                  <a:pt x="372" y="664"/>
                </a:lnTo>
                <a:lnTo>
                  <a:pt x="373" y="663"/>
                </a:lnTo>
                <a:lnTo>
                  <a:pt x="374" y="663"/>
                </a:lnTo>
                <a:lnTo>
                  <a:pt x="376" y="663"/>
                </a:lnTo>
                <a:lnTo>
                  <a:pt x="377" y="663"/>
                </a:lnTo>
                <a:lnTo>
                  <a:pt x="378" y="663"/>
                </a:lnTo>
                <a:lnTo>
                  <a:pt x="379" y="663"/>
                </a:lnTo>
                <a:lnTo>
                  <a:pt x="379" y="662"/>
                </a:lnTo>
                <a:lnTo>
                  <a:pt x="380" y="663"/>
                </a:lnTo>
                <a:lnTo>
                  <a:pt x="381" y="664"/>
                </a:lnTo>
                <a:lnTo>
                  <a:pt x="381" y="665"/>
                </a:lnTo>
                <a:lnTo>
                  <a:pt x="382" y="665"/>
                </a:lnTo>
                <a:lnTo>
                  <a:pt x="383" y="665"/>
                </a:lnTo>
                <a:lnTo>
                  <a:pt x="384" y="665"/>
                </a:lnTo>
                <a:lnTo>
                  <a:pt x="385" y="666"/>
                </a:lnTo>
                <a:lnTo>
                  <a:pt x="386" y="667"/>
                </a:lnTo>
                <a:lnTo>
                  <a:pt x="387" y="667"/>
                </a:lnTo>
                <a:lnTo>
                  <a:pt x="389" y="667"/>
                </a:lnTo>
                <a:lnTo>
                  <a:pt x="389" y="668"/>
                </a:lnTo>
                <a:lnTo>
                  <a:pt x="389" y="669"/>
                </a:lnTo>
                <a:lnTo>
                  <a:pt x="389" y="670"/>
                </a:lnTo>
                <a:lnTo>
                  <a:pt x="389" y="671"/>
                </a:lnTo>
                <a:lnTo>
                  <a:pt x="388" y="672"/>
                </a:lnTo>
                <a:lnTo>
                  <a:pt x="389" y="672"/>
                </a:lnTo>
                <a:lnTo>
                  <a:pt x="389" y="673"/>
                </a:lnTo>
                <a:lnTo>
                  <a:pt x="388" y="673"/>
                </a:lnTo>
                <a:lnTo>
                  <a:pt x="388" y="674"/>
                </a:lnTo>
                <a:lnTo>
                  <a:pt x="388" y="675"/>
                </a:lnTo>
                <a:lnTo>
                  <a:pt x="388" y="676"/>
                </a:lnTo>
                <a:lnTo>
                  <a:pt x="388" y="677"/>
                </a:lnTo>
                <a:lnTo>
                  <a:pt x="388" y="678"/>
                </a:lnTo>
                <a:lnTo>
                  <a:pt x="387" y="678"/>
                </a:lnTo>
                <a:lnTo>
                  <a:pt x="387" y="679"/>
                </a:lnTo>
                <a:lnTo>
                  <a:pt x="387" y="680"/>
                </a:lnTo>
                <a:lnTo>
                  <a:pt x="387" y="681"/>
                </a:lnTo>
                <a:lnTo>
                  <a:pt x="387" y="682"/>
                </a:lnTo>
                <a:lnTo>
                  <a:pt x="386" y="682"/>
                </a:lnTo>
                <a:lnTo>
                  <a:pt x="386" y="684"/>
                </a:lnTo>
                <a:lnTo>
                  <a:pt x="387" y="684"/>
                </a:lnTo>
                <a:lnTo>
                  <a:pt x="387" y="685"/>
                </a:lnTo>
                <a:lnTo>
                  <a:pt x="388" y="685"/>
                </a:lnTo>
                <a:lnTo>
                  <a:pt x="388" y="686"/>
                </a:lnTo>
                <a:lnTo>
                  <a:pt x="389" y="687"/>
                </a:lnTo>
                <a:lnTo>
                  <a:pt x="390" y="687"/>
                </a:lnTo>
                <a:lnTo>
                  <a:pt x="391" y="686"/>
                </a:lnTo>
                <a:lnTo>
                  <a:pt x="392" y="685"/>
                </a:lnTo>
                <a:lnTo>
                  <a:pt x="393" y="685"/>
                </a:lnTo>
                <a:lnTo>
                  <a:pt x="394" y="685"/>
                </a:lnTo>
                <a:lnTo>
                  <a:pt x="394" y="684"/>
                </a:lnTo>
                <a:lnTo>
                  <a:pt x="394" y="683"/>
                </a:lnTo>
                <a:lnTo>
                  <a:pt x="395" y="683"/>
                </a:lnTo>
                <a:lnTo>
                  <a:pt x="396" y="683"/>
                </a:lnTo>
                <a:lnTo>
                  <a:pt x="397" y="685"/>
                </a:lnTo>
                <a:lnTo>
                  <a:pt x="397" y="684"/>
                </a:lnTo>
                <a:lnTo>
                  <a:pt x="398" y="684"/>
                </a:lnTo>
                <a:lnTo>
                  <a:pt x="399" y="684"/>
                </a:lnTo>
                <a:lnTo>
                  <a:pt x="400" y="685"/>
                </a:lnTo>
                <a:lnTo>
                  <a:pt x="401" y="685"/>
                </a:lnTo>
                <a:lnTo>
                  <a:pt x="401" y="686"/>
                </a:lnTo>
                <a:lnTo>
                  <a:pt x="402" y="686"/>
                </a:lnTo>
                <a:lnTo>
                  <a:pt x="403" y="686"/>
                </a:lnTo>
                <a:lnTo>
                  <a:pt x="404" y="686"/>
                </a:lnTo>
                <a:lnTo>
                  <a:pt x="405" y="686"/>
                </a:lnTo>
                <a:lnTo>
                  <a:pt x="406" y="686"/>
                </a:lnTo>
                <a:lnTo>
                  <a:pt x="407" y="686"/>
                </a:lnTo>
                <a:lnTo>
                  <a:pt x="407" y="687"/>
                </a:lnTo>
                <a:lnTo>
                  <a:pt x="408" y="687"/>
                </a:lnTo>
                <a:lnTo>
                  <a:pt x="408" y="688"/>
                </a:lnTo>
                <a:lnTo>
                  <a:pt x="409" y="688"/>
                </a:lnTo>
                <a:lnTo>
                  <a:pt x="409" y="687"/>
                </a:lnTo>
                <a:lnTo>
                  <a:pt x="410" y="687"/>
                </a:lnTo>
                <a:lnTo>
                  <a:pt x="410" y="688"/>
                </a:lnTo>
                <a:lnTo>
                  <a:pt x="410" y="689"/>
                </a:lnTo>
                <a:lnTo>
                  <a:pt x="411" y="689"/>
                </a:lnTo>
                <a:lnTo>
                  <a:pt x="412" y="690"/>
                </a:lnTo>
                <a:lnTo>
                  <a:pt x="413" y="690"/>
                </a:lnTo>
                <a:lnTo>
                  <a:pt x="414" y="690"/>
                </a:lnTo>
                <a:lnTo>
                  <a:pt x="415" y="690"/>
                </a:lnTo>
                <a:lnTo>
                  <a:pt x="415" y="691"/>
                </a:lnTo>
                <a:lnTo>
                  <a:pt x="416" y="691"/>
                </a:lnTo>
                <a:lnTo>
                  <a:pt x="417" y="691"/>
                </a:lnTo>
                <a:lnTo>
                  <a:pt x="417" y="692"/>
                </a:lnTo>
                <a:lnTo>
                  <a:pt x="418" y="692"/>
                </a:lnTo>
                <a:lnTo>
                  <a:pt x="418" y="693"/>
                </a:lnTo>
                <a:lnTo>
                  <a:pt x="418" y="694"/>
                </a:lnTo>
                <a:lnTo>
                  <a:pt x="419" y="694"/>
                </a:lnTo>
                <a:lnTo>
                  <a:pt x="420" y="694"/>
                </a:lnTo>
                <a:lnTo>
                  <a:pt x="420" y="695"/>
                </a:lnTo>
                <a:lnTo>
                  <a:pt x="420" y="696"/>
                </a:lnTo>
                <a:lnTo>
                  <a:pt x="419" y="696"/>
                </a:lnTo>
                <a:lnTo>
                  <a:pt x="419" y="697"/>
                </a:lnTo>
                <a:lnTo>
                  <a:pt x="419" y="698"/>
                </a:lnTo>
                <a:lnTo>
                  <a:pt x="420" y="698"/>
                </a:lnTo>
                <a:lnTo>
                  <a:pt x="420" y="699"/>
                </a:lnTo>
                <a:lnTo>
                  <a:pt x="421" y="698"/>
                </a:lnTo>
                <a:lnTo>
                  <a:pt x="422" y="698"/>
                </a:lnTo>
                <a:lnTo>
                  <a:pt x="422" y="699"/>
                </a:lnTo>
                <a:lnTo>
                  <a:pt x="422" y="700"/>
                </a:lnTo>
                <a:lnTo>
                  <a:pt x="422" y="701"/>
                </a:lnTo>
                <a:lnTo>
                  <a:pt x="422" y="702"/>
                </a:lnTo>
                <a:lnTo>
                  <a:pt x="423" y="703"/>
                </a:lnTo>
                <a:lnTo>
                  <a:pt x="422" y="704"/>
                </a:lnTo>
                <a:lnTo>
                  <a:pt x="422" y="705"/>
                </a:lnTo>
                <a:lnTo>
                  <a:pt x="422" y="706"/>
                </a:lnTo>
                <a:lnTo>
                  <a:pt x="421" y="706"/>
                </a:lnTo>
                <a:lnTo>
                  <a:pt x="421" y="707"/>
                </a:lnTo>
                <a:lnTo>
                  <a:pt x="423" y="709"/>
                </a:lnTo>
                <a:lnTo>
                  <a:pt x="424" y="709"/>
                </a:lnTo>
                <a:lnTo>
                  <a:pt x="424" y="710"/>
                </a:lnTo>
                <a:lnTo>
                  <a:pt x="424" y="711"/>
                </a:lnTo>
                <a:lnTo>
                  <a:pt x="425" y="711"/>
                </a:lnTo>
                <a:lnTo>
                  <a:pt x="426" y="711"/>
                </a:lnTo>
                <a:lnTo>
                  <a:pt x="426" y="712"/>
                </a:lnTo>
                <a:lnTo>
                  <a:pt x="425" y="713"/>
                </a:lnTo>
                <a:lnTo>
                  <a:pt x="424" y="713"/>
                </a:lnTo>
                <a:lnTo>
                  <a:pt x="424" y="714"/>
                </a:lnTo>
                <a:lnTo>
                  <a:pt x="423" y="714"/>
                </a:lnTo>
                <a:lnTo>
                  <a:pt x="423" y="715"/>
                </a:lnTo>
                <a:lnTo>
                  <a:pt x="422" y="715"/>
                </a:lnTo>
                <a:lnTo>
                  <a:pt x="422" y="716"/>
                </a:lnTo>
                <a:lnTo>
                  <a:pt x="421" y="716"/>
                </a:lnTo>
                <a:lnTo>
                  <a:pt x="420" y="716"/>
                </a:lnTo>
                <a:lnTo>
                  <a:pt x="420" y="715"/>
                </a:lnTo>
                <a:lnTo>
                  <a:pt x="419" y="715"/>
                </a:lnTo>
                <a:lnTo>
                  <a:pt x="419" y="714"/>
                </a:lnTo>
                <a:lnTo>
                  <a:pt x="419" y="713"/>
                </a:lnTo>
                <a:lnTo>
                  <a:pt x="417" y="713"/>
                </a:lnTo>
                <a:lnTo>
                  <a:pt x="416" y="713"/>
                </a:lnTo>
                <a:lnTo>
                  <a:pt x="415" y="713"/>
                </a:lnTo>
                <a:lnTo>
                  <a:pt x="415" y="714"/>
                </a:lnTo>
                <a:lnTo>
                  <a:pt x="415" y="715"/>
                </a:lnTo>
                <a:lnTo>
                  <a:pt x="415" y="716"/>
                </a:lnTo>
                <a:lnTo>
                  <a:pt x="416" y="716"/>
                </a:lnTo>
                <a:lnTo>
                  <a:pt x="416" y="717"/>
                </a:lnTo>
                <a:lnTo>
                  <a:pt x="415" y="717"/>
                </a:lnTo>
                <a:lnTo>
                  <a:pt x="414" y="717"/>
                </a:lnTo>
                <a:lnTo>
                  <a:pt x="413" y="718"/>
                </a:lnTo>
                <a:lnTo>
                  <a:pt x="413" y="719"/>
                </a:lnTo>
                <a:lnTo>
                  <a:pt x="412" y="719"/>
                </a:lnTo>
                <a:lnTo>
                  <a:pt x="411" y="720"/>
                </a:lnTo>
                <a:lnTo>
                  <a:pt x="411" y="721"/>
                </a:lnTo>
                <a:lnTo>
                  <a:pt x="410" y="721"/>
                </a:lnTo>
                <a:lnTo>
                  <a:pt x="409" y="721"/>
                </a:lnTo>
                <a:lnTo>
                  <a:pt x="408" y="721"/>
                </a:lnTo>
                <a:lnTo>
                  <a:pt x="408" y="720"/>
                </a:lnTo>
                <a:lnTo>
                  <a:pt x="407" y="720"/>
                </a:lnTo>
                <a:lnTo>
                  <a:pt x="406" y="720"/>
                </a:lnTo>
                <a:lnTo>
                  <a:pt x="405" y="719"/>
                </a:lnTo>
                <a:lnTo>
                  <a:pt x="405" y="718"/>
                </a:lnTo>
                <a:lnTo>
                  <a:pt x="404" y="718"/>
                </a:lnTo>
                <a:lnTo>
                  <a:pt x="403" y="718"/>
                </a:lnTo>
                <a:lnTo>
                  <a:pt x="402" y="718"/>
                </a:lnTo>
                <a:lnTo>
                  <a:pt x="402" y="717"/>
                </a:lnTo>
                <a:lnTo>
                  <a:pt x="401" y="716"/>
                </a:lnTo>
                <a:lnTo>
                  <a:pt x="400" y="716"/>
                </a:lnTo>
                <a:lnTo>
                  <a:pt x="399" y="716"/>
                </a:lnTo>
                <a:lnTo>
                  <a:pt x="399" y="717"/>
                </a:lnTo>
                <a:lnTo>
                  <a:pt x="399" y="716"/>
                </a:lnTo>
                <a:lnTo>
                  <a:pt x="398" y="716"/>
                </a:lnTo>
                <a:lnTo>
                  <a:pt x="397" y="716"/>
                </a:lnTo>
                <a:lnTo>
                  <a:pt x="398" y="716"/>
                </a:lnTo>
                <a:lnTo>
                  <a:pt x="397" y="716"/>
                </a:lnTo>
                <a:lnTo>
                  <a:pt x="396" y="716"/>
                </a:lnTo>
                <a:lnTo>
                  <a:pt x="395" y="717"/>
                </a:lnTo>
                <a:lnTo>
                  <a:pt x="394" y="717"/>
                </a:lnTo>
                <a:lnTo>
                  <a:pt x="393" y="717"/>
                </a:lnTo>
                <a:lnTo>
                  <a:pt x="392" y="717"/>
                </a:lnTo>
                <a:lnTo>
                  <a:pt x="392" y="718"/>
                </a:lnTo>
                <a:lnTo>
                  <a:pt x="391" y="718"/>
                </a:lnTo>
                <a:lnTo>
                  <a:pt x="390" y="718"/>
                </a:lnTo>
                <a:lnTo>
                  <a:pt x="389" y="718"/>
                </a:lnTo>
                <a:lnTo>
                  <a:pt x="389" y="717"/>
                </a:lnTo>
                <a:lnTo>
                  <a:pt x="388" y="717"/>
                </a:lnTo>
                <a:lnTo>
                  <a:pt x="387" y="717"/>
                </a:lnTo>
                <a:lnTo>
                  <a:pt x="386" y="717"/>
                </a:lnTo>
                <a:lnTo>
                  <a:pt x="385" y="717"/>
                </a:lnTo>
                <a:lnTo>
                  <a:pt x="385" y="716"/>
                </a:lnTo>
                <a:lnTo>
                  <a:pt x="384" y="716"/>
                </a:lnTo>
                <a:lnTo>
                  <a:pt x="383" y="715"/>
                </a:lnTo>
                <a:lnTo>
                  <a:pt x="382" y="715"/>
                </a:lnTo>
                <a:lnTo>
                  <a:pt x="381" y="715"/>
                </a:lnTo>
                <a:lnTo>
                  <a:pt x="380" y="715"/>
                </a:lnTo>
                <a:lnTo>
                  <a:pt x="380" y="716"/>
                </a:lnTo>
                <a:lnTo>
                  <a:pt x="379" y="716"/>
                </a:lnTo>
                <a:lnTo>
                  <a:pt x="379" y="715"/>
                </a:lnTo>
                <a:lnTo>
                  <a:pt x="378" y="715"/>
                </a:lnTo>
                <a:lnTo>
                  <a:pt x="377" y="716"/>
                </a:lnTo>
                <a:lnTo>
                  <a:pt x="375" y="716"/>
                </a:lnTo>
                <a:lnTo>
                  <a:pt x="374" y="716"/>
                </a:lnTo>
                <a:lnTo>
                  <a:pt x="373" y="716"/>
                </a:lnTo>
                <a:lnTo>
                  <a:pt x="373" y="717"/>
                </a:lnTo>
                <a:lnTo>
                  <a:pt x="374" y="717"/>
                </a:lnTo>
                <a:lnTo>
                  <a:pt x="374" y="718"/>
                </a:lnTo>
                <a:lnTo>
                  <a:pt x="373" y="718"/>
                </a:lnTo>
                <a:lnTo>
                  <a:pt x="373" y="719"/>
                </a:lnTo>
                <a:lnTo>
                  <a:pt x="373" y="720"/>
                </a:lnTo>
                <a:lnTo>
                  <a:pt x="374" y="720"/>
                </a:lnTo>
                <a:lnTo>
                  <a:pt x="375" y="720"/>
                </a:lnTo>
                <a:lnTo>
                  <a:pt x="375" y="721"/>
                </a:lnTo>
                <a:lnTo>
                  <a:pt x="375" y="722"/>
                </a:lnTo>
                <a:lnTo>
                  <a:pt x="374" y="722"/>
                </a:lnTo>
                <a:lnTo>
                  <a:pt x="373" y="722"/>
                </a:lnTo>
                <a:lnTo>
                  <a:pt x="373" y="723"/>
                </a:lnTo>
                <a:lnTo>
                  <a:pt x="373" y="724"/>
                </a:lnTo>
                <a:lnTo>
                  <a:pt x="372" y="724"/>
                </a:lnTo>
                <a:lnTo>
                  <a:pt x="372" y="723"/>
                </a:lnTo>
                <a:lnTo>
                  <a:pt x="370" y="724"/>
                </a:lnTo>
                <a:lnTo>
                  <a:pt x="369" y="725"/>
                </a:lnTo>
                <a:lnTo>
                  <a:pt x="369" y="726"/>
                </a:lnTo>
                <a:lnTo>
                  <a:pt x="369" y="727"/>
                </a:lnTo>
                <a:lnTo>
                  <a:pt x="368" y="727"/>
                </a:lnTo>
                <a:lnTo>
                  <a:pt x="368" y="728"/>
                </a:lnTo>
                <a:lnTo>
                  <a:pt x="367" y="728"/>
                </a:lnTo>
                <a:lnTo>
                  <a:pt x="367" y="729"/>
                </a:lnTo>
                <a:lnTo>
                  <a:pt x="367" y="730"/>
                </a:lnTo>
                <a:lnTo>
                  <a:pt x="366" y="731"/>
                </a:lnTo>
                <a:lnTo>
                  <a:pt x="365" y="732"/>
                </a:lnTo>
                <a:lnTo>
                  <a:pt x="364" y="733"/>
                </a:lnTo>
                <a:lnTo>
                  <a:pt x="364" y="734"/>
                </a:lnTo>
                <a:lnTo>
                  <a:pt x="365" y="734"/>
                </a:lnTo>
                <a:lnTo>
                  <a:pt x="365" y="735"/>
                </a:lnTo>
                <a:lnTo>
                  <a:pt x="365" y="736"/>
                </a:lnTo>
                <a:lnTo>
                  <a:pt x="364" y="736"/>
                </a:lnTo>
                <a:lnTo>
                  <a:pt x="363" y="736"/>
                </a:lnTo>
                <a:lnTo>
                  <a:pt x="362" y="737"/>
                </a:lnTo>
                <a:lnTo>
                  <a:pt x="363" y="739"/>
                </a:lnTo>
                <a:lnTo>
                  <a:pt x="363" y="740"/>
                </a:lnTo>
                <a:lnTo>
                  <a:pt x="363" y="741"/>
                </a:lnTo>
                <a:lnTo>
                  <a:pt x="364" y="742"/>
                </a:lnTo>
                <a:lnTo>
                  <a:pt x="364" y="743"/>
                </a:lnTo>
                <a:lnTo>
                  <a:pt x="363" y="743"/>
                </a:lnTo>
                <a:lnTo>
                  <a:pt x="363" y="744"/>
                </a:lnTo>
                <a:lnTo>
                  <a:pt x="362" y="745"/>
                </a:lnTo>
                <a:lnTo>
                  <a:pt x="362" y="746"/>
                </a:lnTo>
                <a:lnTo>
                  <a:pt x="361" y="747"/>
                </a:lnTo>
                <a:lnTo>
                  <a:pt x="362" y="748"/>
                </a:lnTo>
                <a:lnTo>
                  <a:pt x="363" y="748"/>
                </a:lnTo>
                <a:lnTo>
                  <a:pt x="364" y="748"/>
                </a:lnTo>
                <a:lnTo>
                  <a:pt x="364" y="749"/>
                </a:lnTo>
                <a:lnTo>
                  <a:pt x="365" y="750"/>
                </a:lnTo>
                <a:lnTo>
                  <a:pt x="365" y="751"/>
                </a:lnTo>
                <a:lnTo>
                  <a:pt x="366" y="751"/>
                </a:lnTo>
                <a:lnTo>
                  <a:pt x="366" y="752"/>
                </a:lnTo>
                <a:lnTo>
                  <a:pt x="366" y="753"/>
                </a:lnTo>
                <a:lnTo>
                  <a:pt x="367" y="753"/>
                </a:lnTo>
                <a:lnTo>
                  <a:pt x="367" y="754"/>
                </a:lnTo>
                <a:lnTo>
                  <a:pt x="368" y="754"/>
                </a:lnTo>
                <a:lnTo>
                  <a:pt x="369" y="754"/>
                </a:lnTo>
                <a:lnTo>
                  <a:pt x="370" y="755"/>
                </a:lnTo>
                <a:lnTo>
                  <a:pt x="371" y="755"/>
                </a:lnTo>
                <a:lnTo>
                  <a:pt x="372" y="755"/>
                </a:lnTo>
                <a:lnTo>
                  <a:pt x="372" y="756"/>
                </a:lnTo>
                <a:lnTo>
                  <a:pt x="371" y="756"/>
                </a:lnTo>
                <a:lnTo>
                  <a:pt x="371" y="757"/>
                </a:lnTo>
                <a:lnTo>
                  <a:pt x="371" y="758"/>
                </a:lnTo>
                <a:lnTo>
                  <a:pt x="371" y="759"/>
                </a:lnTo>
                <a:lnTo>
                  <a:pt x="370" y="759"/>
                </a:lnTo>
                <a:lnTo>
                  <a:pt x="370" y="761"/>
                </a:lnTo>
                <a:lnTo>
                  <a:pt x="371" y="762"/>
                </a:lnTo>
                <a:lnTo>
                  <a:pt x="371" y="763"/>
                </a:lnTo>
                <a:lnTo>
                  <a:pt x="371" y="764"/>
                </a:lnTo>
                <a:lnTo>
                  <a:pt x="372" y="764"/>
                </a:lnTo>
                <a:lnTo>
                  <a:pt x="372" y="765"/>
                </a:lnTo>
                <a:lnTo>
                  <a:pt x="373" y="765"/>
                </a:lnTo>
                <a:lnTo>
                  <a:pt x="373" y="766"/>
                </a:lnTo>
                <a:lnTo>
                  <a:pt x="373" y="767"/>
                </a:lnTo>
                <a:lnTo>
                  <a:pt x="372" y="767"/>
                </a:lnTo>
                <a:lnTo>
                  <a:pt x="372" y="768"/>
                </a:lnTo>
                <a:lnTo>
                  <a:pt x="373" y="768"/>
                </a:lnTo>
                <a:lnTo>
                  <a:pt x="373" y="769"/>
                </a:lnTo>
                <a:lnTo>
                  <a:pt x="372" y="769"/>
                </a:lnTo>
                <a:lnTo>
                  <a:pt x="372" y="770"/>
                </a:lnTo>
                <a:lnTo>
                  <a:pt x="371" y="770"/>
                </a:lnTo>
                <a:lnTo>
                  <a:pt x="370" y="772"/>
                </a:lnTo>
                <a:lnTo>
                  <a:pt x="371" y="772"/>
                </a:lnTo>
                <a:lnTo>
                  <a:pt x="371" y="773"/>
                </a:lnTo>
                <a:lnTo>
                  <a:pt x="370" y="773"/>
                </a:lnTo>
                <a:lnTo>
                  <a:pt x="370" y="774"/>
                </a:lnTo>
                <a:lnTo>
                  <a:pt x="370" y="776"/>
                </a:lnTo>
                <a:lnTo>
                  <a:pt x="370" y="777"/>
                </a:lnTo>
                <a:lnTo>
                  <a:pt x="371" y="777"/>
                </a:lnTo>
                <a:lnTo>
                  <a:pt x="371" y="778"/>
                </a:lnTo>
                <a:lnTo>
                  <a:pt x="372" y="778"/>
                </a:lnTo>
                <a:lnTo>
                  <a:pt x="373" y="779"/>
                </a:lnTo>
                <a:lnTo>
                  <a:pt x="373" y="780"/>
                </a:lnTo>
                <a:lnTo>
                  <a:pt x="374" y="780"/>
                </a:lnTo>
                <a:lnTo>
                  <a:pt x="373" y="780"/>
                </a:lnTo>
                <a:lnTo>
                  <a:pt x="374" y="781"/>
                </a:lnTo>
                <a:lnTo>
                  <a:pt x="374" y="782"/>
                </a:lnTo>
                <a:lnTo>
                  <a:pt x="374" y="783"/>
                </a:lnTo>
                <a:lnTo>
                  <a:pt x="373" y="784"/>
                </a:lnTo>
                <a:lnTo>
                  <a:pt x="373" y="785"/>
                </a:lnTo>
                <a:lnTo>
                  <a:pt x="372" y="785"/>
                </a:lnTo>
                <a:lnTo>
                  <a:pt x="371" y="785"/>
                </a:lnTo>
                <a:lnTo>
                  <a:pt x="371" y="786"/>
                </a:lnTo>
                <a:lnTo>
                  <a:pt x="370" y="786"/>
                </a:lnTo>
                <a:lnTo>
                  <a:pt x="370" y="787"/>
                </a:lnTo>
                <a:lnTo>
                  <a:pt x="370" y="788"/>
                </a:lnTo>
                <a:lnTo>
                  <a:pt x="371" y="788"/>
                </a:lnTo>
                <a:lnTo>
                  <a:pt x="371" y="789"/>
                </a:lnTo>
                <a:lnTo>
                  <a:pt x="372" y="789"/>
                </a:lnTo>
                <a:lnTo>
                  <a:pt x="373" y="790"/>
                </a:lnTo>
                <a:lnTo>
                  <a:pt x="373" y="791"/>
                </a:lnTo>
                <a:lnTo>
                  <a:pt x="372" y="791"/>
                </a:lnTo>
                <a:lnTo>
                  <a:pt x="373" y="791"/>
                </a:lnTo>
                <a:lnTo>
                  <a:pt x="373" y="792"/>
                </a:lnTo>
                <a:lnTo>
                  <a:pt x="373" y="793"/>
                </a:lnTo>
                <a:lnTo>
                  <a:pt x="374" y="793"/>
                </a:lnTo>
                <a:lnTo>
                  <a:pt x="374" y="794"/>
                </a:lnTo>
                <a:lnTo>
                  <a:pt x="374" y="795"/>
                </a:lnTo>
                <a:lnTo>
                  <a:pt x="375" y="795"/>
                </a:lnTo>
                <a:lnTo>
                  <a:pt x="375" y="797"/>
                </a:lnTo>
                <a:lnTo>
                  <a:pt x="374" y="797"/>
                </a:lnTo>
                <a:lnTo>
                  <a:pt x="373" y="797"/>
                </a:lnTo>
                <a:lnTo>
                  <a:pt x="372" y="797"/>
                </a:lnTo>
                <a:lnTo>
                  <a:pt x="371" y="797"/>
                </a:lnTo>
                <a:lnTo>
                  <a:pt x="372" y="798"/>
                </a:lnTo>
                <a:lnTo>
                  <a:pt x="371" y="799"/>
                </a:lnTo>
                <a:lnTo>
                  <a:pt x="370" y="799"/>
                </a:lnTo>
                <a:lnTo>
                  <a:pt x="371" y="800"/>
                </a:lnTo>
                <a:lnTo>
                  <a:pt x="371" y="801"/>
                </a:lnTo>
                <a:lnTo>
                  <a:pt x="371" y="802"/>
                </a:lnTo>
                <a:lnTo>
                  <a:pt x="372" y="803"/>
                </a:lnTo>
                <a:lnTo>
                  <a:pt x="371" y="803"/>
                </a:lnTo>
                <a:lnTo>
                  <a:pt x="371" y="804"/>
                </a:lnTo>
                <a:lnTo>
                  <a:pt x="370" y="804"/>
                </a:lnTo>
                <a:lnTo>
                  <a:pt x="370" y="805"/>
                </a:lnTo>
                <a:lnTo>
                  <a:pt x="369" y="804"/>
                </a:lnTo>
                <a:lnTo>
                  <a:pt x="369" y="805"/>
                </a:lnTo>
                <a:lnTo>
                  <a:pt x="368" y="805"/>
                </a:lnTo>
                <a:lnTo>
                  <a:pt x="367" y="805"/>
                </a:lnTo>
                <a:lnTo>
                  <a:pt x="367" y="804"/>
                </a:lnTo>
                <a:lnTo>
                  <a:pt x="365" y="805"/>
                </a:lnTo>
                <a:lnTo>
                  <a:pt x="364" y="805"/>
                </a:lnTo>
                <a:lnTo>
                  <a:pt x="363" y="805"/>
                </a:lnTo>
                <a:lnTo>
                  <a:pt x="363" y="806"/>
                </a:lnTo>
                <a:lnTo>
                  <a:pt x="362" y="806"/>
                </a:lnTo>
                <a:lnTo>
                  <a:pt x="362" y="805"/>
                </a:lnTo>
                <a:lnTo>
                  <a:pt x="361" y="805"/>
                </a:lnTo>
                <a:lnTo>
                  <a:pt x="360" y="805"/>
                </a:lnTo>
                <a:lnTo>
                  <a:pt x="360" y="806"/>
                </a:lnTo>
                <a:lnTo>
                  <a:pt x="359" y="806"/>
                </a:lnTo>
                <a:lnTo>
                  <a:pt x="358" y="806"/>
                </a:lnTo>
                <a:lnTo>
                  <a:pt x="358" y="805"/>
                </a:lnTo>
                <a:lnTo>
                  <a:pt x="357" y="805"/>
                </a:lnTo>
                <a:lnTo>
                  <a:pt x="356" y="805"/>
                </a:lnTo>
                <a:lnTo>
                  <a:pt x="355" y="805"/>
                </a:lnTo>
                <a:lnTo>
                  <a:pt x="355" y="806"/>
                </a:lnTo>
                <a:lnTo>
                  <a:pt x="354" y="806"/>
                </a:lnTo>
                <a:lnTo>
                  <a:pt x="353" y="807"/>
                </a:lnTo>
                <a:lnTo>
                  <a:pt x="353" y="806"/>
                </a:lnTo>
                <a:lnTo>
                  <a:pt x="352" y="807"/>
                </a:lnTo>
                <a:lnTo>
                  <a:pt x="351" y="807"/>
                </a:lnTo>
                <a:lnTo>
                  <a:pt x="350" y="807"/>
                </a:lnTo>
                <a:lnTo>
                  <a:pt x="350" y="806"/>
                </a:lnTo>
                <a:lnTo>
                  <a:pt x="346" y="806"/>
                </a:lnTo>
                <a:lnTo>
                  <a:pt x="345" y="806"/>
                </a:lnTo>
                <a:lnTo>
                  <a:pt x="344" y="806"/>
                </a:lnTo>
                <a:lnTo>
                  <a:pt x="343" y="806"/>
                </a:lnTo>
                <a:lnTo>
                  <a:pt x="342" y="806"/>
                </a:lnTo>
                <a:lnTo>
                  <a:pt x="342" y="805"/>
                </a:lnTo>
                <a:lnTo>
                  <a:pt x="342" y="804"/>
                </a:lnTo>
                <a:lnTo>
                  <a:pt x="343" y="804"/>
                </a:lnTo>
                <a:lnTo>
                  <a:pt x="343" y="803"/>
                </a:lnTo>
                <a:lnTo>
                  <a:pt x="342" y="803"/>
                </a:lnTo>
                <a:lnTo>
                  <a:pt x="342" y="802"/>
                </a:lnTo>
                <a:lnTo>
                  <a:pt x="341" y="802"/>
                </a:lnTo>
                <a:lnTo>
                  <a:pt x="342" y="802"/>
                </a:lnTo>
                <a:lnTo>
                  <a:pt x="341" y="802"/>
                </a:lnTo>
                <a:lnTo>
                  <a:pt x="341" y="801"/>
                </a:lnTo>
                <a:lnTo>
                  <a:pt x="340" y="801"/>
                </a:lnTo>
                <a:lnTo>
                  <a:pt x="340" y="800"/>
                </a:lnTo>
                <a:lnTo>
                  <a:pt x="341" y="800"/>
                </a:lnTo>
                <a:lnTo>
                  <a:pt x="342" y="800"/>
                </a:lnTo>
                <a:lnTo>
                  <a:pt x="342" y="799"/>
                </a:lnTo>
                <a:lnTo>
                  <a:pt x="342" y="798"/>
                </a:lnTo>
                <a:lnTo>
                  <a:pt x="342" y="797"/>
                </a:lnTo>
                <a:lnTo>
                  <a:pt x="341" y="797"/>
                </a:lnTo>
                <a:lnTo>
                  <a:pt x="340" y="797"/>
                </a:lnTo>
                <a:lnTo>
                  <a:pt x="340" y="796"/>
                </a:lnTo>
                <a:lnTo>
                  <a:pt x="339" y="796"/>
                </a:lnTo>
                <a:lnTo>
                  <a:pt x="338" y="796"/>
                </a:lnTo>
                <a:lnTo>
                  <a:pt x="337" y="795"/>
                </a:lnTo>
                <a:lnTo>
                  <a:pt x="336" y="795"/>
                </a:lnTo>
                <a:lnTo>
                  <a:pt x="335" y="795"/>
                </a:lnTo>
                <a:lnTo>
                  <a:pt x="334" y="794"/>
                </a:lnTo>
                <a:lnTo>
                  <a:pt x="335" y="794"/>
                </a:lnTo>
                <a:lnTo>
                  <a:pt x="335" y="793"/>
                </a:lnTo>
                <a:lnTo>
                  <a:pt x="335" y="792"/>
                </a:lnTo>
                <a:lnTo>
                  <a:pt x="334" y="792"/>
                </a:lnTo>
                <a:lnTo>
                  <a:pt x="334" y="791"/>
                </a:lnTo>
                <a:lnTo>
                  <a:pt x="333" y="791"/>
                </a:lnTo>
                <a:lnTo>
                  <a:pt x="332" y="790"/>
                </a:lnTo>
                <a:lnTo>
                  <a:pt x="332" y="789"/>
                </a:lnTo>
                <a:lnTo>
                  <a:pt x="331" y="789"/>
                </a:lnTo>
                <a:lnTo>
                  <a:pt x="329" y="788"/>
                </a:lnTo>
                <a:lnTo>
                  <a:pt x="328" y="788"/>
                </a:lnTo>
                <a:lnTo>
                  <a:pt x="328" y="787"/>
                </a:lnTo>
                <a:lnTo>
                  <a:pt x="327" y="786"/>
                </a:lnTo>
                <a:lnTo>
                  <a:pt x="326" y="785"/>
                </a:lnTo>
                <a:lnTo>
                  <a:pt x="325" y="784"/>
                </a:lnTo>
                <a:lnTo>
                  <a:pt x="325" y="783"/>
                </a:lnTo>
                <a:lnTo>
                  <a:pt x="325" y="784"/>
                </a:lnTo>
                <a:lnTo>
                  <a:pt x="324" y="784"/>
                </a:lnTo>
                <a:lnTo>
                  <a:pt x="324" y="783"/>
                </a:lnTo>
                <a:lnTo>
                  <a:pt x="323" y="783"/>
                </a:lnTo>
                <a:lnTo>
                  <a:pt x="322" y="783"/>
                </a:lnTo>
                <a:lnTo>
                  <a:pt x="322" y="782"/>
                </a:lnTo>
                <a:lnTo>
                  <a:pt x="321" y="782"/>
                </a:lnTo>
                <a:lnTo>
                  <a:pt x="321" y="781"/>
                </a:lnTo>
                <a:lnTo>
                  <a:pt x="320" y="781"/>
                </a:lnTo>
                <a:lnTo>
                  <a:pt x="319" y="780"/>
                </a:lnTo>
                <a:lnTo>
                  <a:pt x="318" y="780"/>
                </a:lnTo>
                <a:lnTo>
                  <a:pt x="317" y="779"/>
                </a:lnTo>
                <a:lnTo>
                  <a:pt x="316" y="779"/>
                </a:lnTo>
                <a:lnTo>
                  <a:pt x="314" y="778"/>
                </a:lnTo>
                <a:lnTo>
                  <a:pt x="314" y="779"/>
                </a:lnTo>
                <a:lnTo>
                  <a:pt x="313" y="779"/>
                </a:lnTo>
                <a:lnTo>
                  <a:pt x="312" y="778"/>
                </a:lnTo>
                <a:lnTo>
                  <a:pt x="311" y="778"/>
                </a:lnTo>
                <a:lnTo>
                  <a:pt x="310" y="778"/>
                </a:lnTo>
                <a:lnTo>
                  <a:pt x="309" y="778"/>
                </a:lnTo>
                <a:lnTo>
                  <a:pt x="308" y="778"/>
                </a:lnTo>
                <a:lnTo>
                  <a:pt x="307" y="778"/>
                </a:lnTo>
                <a:lnTo>
                  <a:pt x="307" y="777"/>
                </a:lnTo>
                <a:lnTo>
                  <a:pt x="306" y="777"/>
                </a:lnTo>
                <a:lnTo>
                  <a:pt x="306" y="776"/>
                </a:lnTo>
                <a:lnTo>
                  <a:pt x="305" y="776"/>
                </a:lnTo>
                <a:lnTo>
                  <a:pt x="305" y="775"/>
                </a:lnTo>
                <a:lnTo>
                  <a:pt x="304" y="775"/>
                </a:lnTo>
                <a:lnTo>
                  <a:pt x="304" y="774"/>
                </a:lnTo>
                <a:lnTo>
                  <a:pt x="303" y="773"/>
                </a:lnTo>
                <a:lnTo>
                  <a:pt x="302" y="773"/>
                </a:lnTo>
                <a:lnTo>
                  <a:pt x="301" y="772"/>
                </a:lnTo>
                <a:lnTo>
                  <a:pt x="299" y="772"/>
                </a:lnTo>
                <a:lnTo>
                  <a:pt x="298" y="772"/>
                </a:lnTo>
                <a:lnTo>
                  <a:pt x="297" y="771"/>
                </a:lnTo>
                <a:lnTo>
                  <a:pt x="297" y="770"/>
                </a:lnTo>
                <a:lnTo>
                  <a:pt x="296" y="770"/>
                </a:lnTo>
                <a:lnTo>
                  <a:pt x="295" y="769"/>
                </a:lnTo>
                <a:lnTo>
                  <a:pt x="295" y="768"/>
                </a:lnTo>
                <a:lnTo>
                  <a:pt x="295" y="767"/>
                </a:lnTo>
                <a:lnTo>
                  <a:pt x="294" y="766"/>
                </a:lnTo>
                <a:lnTo>
                  <a:pt x="293" y="766"/>
                </a:lnTo>
                <a:lnTo>
                  <a:pt x="292" y="766"/>
                </a:lnTo>
                <a:lnTo>
                  <a:pt x="291" y="766"/>
                </a:lnTo>
                <a:lnTo>
                  <a:pt x="290" y="766"/>
                </a:lnTo>
                <a:lnTo>
                  <a:pt x="288" y="766"/>
                </a:lnTo>
                <a:lnTo>
                  <a:pt x="287" y="766"/>
                </a:lnTo>
                <a:lnTo>
                  <a:pt x="287" y="765"/>
                </a:lnTo>
                <a:lnTo>
                  <a:pt x="286" y="765"/>
                </a:lnTo>
                <a:lnTo>
                  <a:pt x="286" y="764"/>
                </a:lnTo>
                <a:lnTo>
                  <a:pt x="285" y="763"/>
                </a:lnTo>
                <a:lnTo>
                  <a:pt x="284" y="763"/>
                </a:lnTo>
                <a:lnTo>
                  <a:pt x="283" y="762"/>
                </a:lnTo>
                <a:lnTo>
                  <a:pt x="283" y="761"/>
                </a:lnTo>
                <a:lnTo>
                  <a:pt x="282" y="761"/>
                </a:lnTo>
                <a:lnTo>
                  <a:pt x="281" y="761"/>
                </a:lnTo>
                <a:lnTo>
                  <a:pt x="281" y="760"/>
                </a:lnTo>
                <a:lnTo>
                  <a:pt x="280" y="760"/>
                </a:lnTo>
                <a:lnTo>
                  <a:pt x="280" y="759"/>
                </a:lnTo>
                <a:lnTo>
                  <a:pt x="279" y="759"/>
                </a:lnTo>
                <a:lnTo>
                  <a:pt x="278" y="759"/>
                </a:lnTo>
                <a:lnTo>
                  <a:pt x="277" y="758"/>
                </a:lnTo>
                <a:lnTo>
                  <a:pt x="277" y="759"/>
                </a:lnTo>
                <a:lnTo>
                  <a:pt x="276" y="758"/>
                </a:lnTo>
                <a:lnTo>
                  <a:pt x="275" y="758"/>
                </a:lnTo>
                <a:lnTo>
                  <a:pt x="275" y="757"/>
                </a:lnTo>
                <a:lnTo>
                  <a:pt x="274" y="757"/>
                </a:lnTo>
                <a:lnTo>
                  <a:pt x="273" y="756"/>
                </a:lnTo>
                <a:lnTo>
                  <a:pt x="273" y="755"/>
                </a:lnTo>
                <a:lnTo>
                  <a:pt x="273" y="754"/>
                </a:lnTo>
                <a:lnTo>
                  <a:pt x="273" y="753"/>
                </a:lnTo>
                <a:lnTo>
                  <a:pt x="273" y="752"/>
                </a:lnTo>
                <a:lnTo>
                  <a:pt x="273" y="751"/>
                </a:lnTo>
                <a:lnTo>
                  <a:pt x="272" y="751"/>
                </a:lnTo>
                <a:lnTo>
                  <a:pt x="272" y="752"/>
                </a:lnTo>
                <a:lnTo>
                  <a:pt x="272" y="751"/>
                </a:lnTo>
                <a:lnTo>
                  <a:pt x="271" y="751"/>
                </a:lnTo>
                <a:lnTo>
                  <a:pt x="271" y="750"/>
                </a:lnTo>
                <a:lnTo>
                  <a:pt x="270" y="750"/>
                </a:lnTo>
                <a:lnTo>
                  <a:pt x="270" y="749"/>
                </a:lnTo>
                <a:lnTo>
                  <a:pt x="269" y="749"/>
                </a:lnTo>
                <a:lnTo>
                  <a:pt x="269" y="750"/>
                </a:lnTo>
                <a:lnTo>
                  <a:pt x="268" y="750"/>
                </a:lnTo>
                <a:lnTo>
                  <a:pt x="267" y="750"/>
                </a:lnTo>
                <a:lnTo>
                  <a:pt x="266" y="750"/>
                </a:lnTo>
                <a:lnTo>
                  <a:pt x="265" y="750"/>
                </a:lnTo>
                <a:lnTo>
                  <a:pt x="265" y="751"/>
                </a:lnTo>
                <a:lnTo>
                  <a:pt x="264" y="750"/>
                </a:lnTo>
                <a:lnTo>
                  <a:pt x="263" y="750"/>
                </a:lnTo>
                <a:lnTo>
                  <a:pt x="262" y="750"/>
                </a:lnTo>
                <a:lnTo>
                  <a:pt x="261" y="750"/>
                </a:lnTo>
                <a:lnTo>
                  <a:pt x="261" y="751"/>
                </a:lnTo>
                <a:lnTo>
                  <a:pt x="260" y="751"/>
                </a:lnTo>
                <a:lnTo>
                  <a:pt x="259" y="751"/>
                </a:lnTo>
                <a:lnTo>
                  <a:pt x="258" y="752"/>
                </a:lnTo>
                <a:lnTo>
                  <a:pt x="257" y="752"/>
                </a:lnTo>
                <a:lnTo>
                  <a:pt x="257" y="753"/>
                </a:lnTo>
                <a:lnTo>
                  <a:pt x="255" y="753"/>
                </a:lnTo>
                <a:lnTo>
                  <a:pt x="254" y="752"/>
                </a:lnTo>
                <a:lnTo>
                  <a:pt x="253" y="751"/>
                </a:lnTo>
                <a:lnTo>
                  <a:pt x="252" y="751"/>
                </a:lnTo>
                <a:lnTo>
                  <a:pt x="251" y="750"/>
                </a:lnTo>
                <a:lnTo>
                  <a:pt x="250" y="749"/>
                </a:lnTo>
                <a:lnTo>
                  <a:pt x="249" y="749"/>
                </a:lnTo>
                <a:lnTo>
                  <a:pt x="248" y="749"/>
                </a:lnTo>
                <a:lnTo>
                  <a:pt x="248" y="750"/>
                </a:lnTo>
                <a:lnTo>
                  <a:pt x="247" y="750"/>
                </a:lnTo>
                <a:lnTo>
                  <a:pt x="246" y="751"/>
                </a:lnTo>
                <a:lnTo>
                  <a:pt x="246" y="752"/>
                </a:lnTo>
                <a:lnTo>
                  <a:pt x="245" y="752"/>
                </a:lnTo>
                <a:lnTo>
                  <a:pt x="245" y="753"/>
                </a:lnTo>
                <a:lnTo>
                  <a:pt x="244" y="753"/>
                </a:lnTo>
                <a:lnTo>
                  <a:pt x="245" y="753"/>
                </a:lnTo>
                <a:lnTo>
                  <a:pt x="245" y="754"/>
                </a:lnTo>
                <a:lnTo>
                  <a:pt x="244" y="754"/>
                </a:lnTo>
                <a:lnTo>
                  <a:pt x="243" y="754"/>
                </a:lnTo>
                <a:lnTo>
                  <a:pt x="243" y="753"/>
                </a:lnTo>
                <a:lnTo>
                  <a:pt x="242" y="753"/>
                </a:lnTo>
                <a:lnTo>
                  <a:pt x="241" y="752"/>
                </a:lnTo>
                <a:lnTo>
                  <a:pt x="241" y="753"/>
                </a:lnTo>
                <a:lnTo>
                  <a:pt x="240" y="753"/>
                </a:lnTo>
                <a:lnTo>
                  <a:pt x="240" y="754"/>
                </a:lnTo>
                <a:lnTo>
                  <a:pt x="238" y="754"/>
                </a:lnTo>
                <a:lnTo>
                  <a:pt x="237" y="754"/>
                </a:lnTo>
                <a:lnTo>
                  <a:pt x="236" y="754"/>
                </a:lnTo>
                <a:lnTo>
                  <a:pt x="236" y="753"/>
                </a:lnTo>
                <a:lnTo>
                  <a:pt x="235" y="753"/>
                </a:lnTo>
                <a:lnTo>
                  <a:pt x="234" y="753"/>
                </a:lnTo>
                <a:lnTo>
                  <a:pt x="233" y="753"/>
                </a:lnTo>
                <a:lnTo>
                  <a:pt x="233" y="754"/>
                </a:lnTo>
                <a:lnTo>
                  <a:pt x="232" y="754"/>
                </a:lnTo>
                <a:lnTo>
                  <a:pt x="231" y="755"/>
                </a:lnTo>
                <a:lnTo>
                  <a:pt x="230" y="754"/>
                </a:lnTo>
                <a:lnTo>
                  <a:pt x="229" y="755"/>
                </a:lnTo>
                <a:lnTo>
                  <a:pt x="229" y="756"/>
                </a:lnTo>
                <a:lnTo>
                  <a:pt x="229" y="757"/>
                </a:lnTo>
                <a:lnTo>
                  <a:pt x="229" y="758"/>
                </a:lnTo>
                <a:lnTo>
                  <a:pt x="229" y="759"/>
                </a:lnTo>
                <a:lnTo>
                  <a:pt x="228" y="760"/>
                </a:lnTo>
                <a:lnTo>
                  <a:pt x="227" y="760"/>
                </a:lnTo>
                <a:lnTo>
                  <a:pt x="227" y="761"/>
                </a:lnTo>
                <a:lnTo>
                  <a:pt x="227" y="762"/>
                </a:lnTo>
                <a:lnTo>
                  <a:pt x="226" y="762"/>
                </a:lnTo>
                <a:lnTo>
                  <a:pt x="225" y="762"/>
                </a:lnTo>
                <a:lnTo>
                  <a:pt x="225" y="761"/>
                </a:lnTo>
                <a:lnTo>
                  <a:pt x="224" y="761"/>
                </a:lnTo>
                <a:lnTo>
                  <a:pt x="224" y="760"/>
                </a:lnTo>
                <a:lnTo>
                  <a:pt x="221" y="758"/>
                </a:lnTo>
                <a:lnTo>
                  <a:pt x="221" y="757"/>
                </a:lnTo>
                <a:lnTo>
                  <a:pt x="220" y="757"/>
                </a:lnTo>
                <a:lnTo>
                  <a:pt x="220" y="756"/>
                </a:lnTo>
                <a:lnTo>
                  <a:pt x="219" y="756"/>
                </a:lnTo>
                <a:lnTo>
                  <a:pt x="219" y="755"/>
                </a:lnTo>
                <a:lnTo>
                  <a:pt x="218" y="755"/>
                </a:lnTo>
                <a:lnTo>
                  <a:pt x="217" y="755"/>
                </a:lnTo>
                <a:lnTo>
                  <a:pt x="216" y="756"/>
                </a:lnTo>
                <a:lnTo>
                  <a:pt x="215" y="756"/>
                </a:lnTo>
                <a:lnTo>
                  <a:pt x="214" y="755"/>
                </a:lnTo>
                <a:lnTo>
                  <a:pt x="213" y="754"/>
                </a:lnTo>
                <a:lnTo>
                  <a:pt x="212" y="754"/>
                </a:lnTo>
                <a:lnTo>
                  <a:pt x="212" y="753"/>
                </a:lnTo>
                <a:lnTo>
                  <a:pt x="211" y="753"/>
                </a:lnTo>
                <a:lnTo>
                  <a:pt x="211" y="752"/>
                </a:lnTo>
                <a:lnTo>
                  <a:pt x="210" y="751"/>
                </a:lnTo>
                <a:lnTo>
                  <a:pt x="210" y="750"/>
                </a:lnTo>
                <a:lnTo>
                  <a:pt x="209" y="749"/>
                </a:lnTo>
                <a:lnTo>
                  <a:pt x="208" y="748"/>
                </a:lnTo>
                <a:lnTo>
                  <a:pt x="207" y="747"/>
                </a:lnTo>
                <a:lnTo>
                  <a:pt x="207" y="746"/>
                </a:lnTo>
                <a:lnTo>
                  <a:pt x="207" y="745"/>
                </a:lnTo>
                <a:lnTo>
                  <a:pt x="206" y="745"/>
                </a:lnTo>
                <a:lnTo>
                  <a:pt x="206" y="744"/>
                </a:lnTo>
                <a:lnTo>
                  <a:pt x="205" y="744"/>
                </a:lnTo>
                <a:lnTo>
                  <a:pt x="205" y="743"/>
                </a:lnTo>
                <a:lnTo>
                  <a:pt x="205" y="742"/>
                </a:lnTo>
                <a:lnTo>
                  <a:pt x="204" y="742"/>
                </a:lnTo>
                <a:lnTo>
                  <a:pt x="204" y="743"/>
                </a:lnTo>
                <a:lnTo>
                  <a:pt x="203" y="743"/>
                </a:lnTo>
                <a:lnTo>
                  <a:pt x="202" y="743"/>
                </a:lnTo>
                <a:lnTo>
                  <a:pt x="201" y="743"/>
                </a:lnTo>
                <a:lnTo>
                  <a:pt x="200" y="743"/>
                </a:lnTo>
                <a:lnTo>
                  <a:pt x="200" y="741"/>
                </a:lnTo>
                <a:lnTo>
                  <a:pt x="200" y="740"/>
                </a:lnTo>
                <a:lnTo>
                  <a:pt x="199" y="740"/>
                </a:lnTo>
                <a:lnTo>
                  <a:pt x="199" y="739"/>
                </a:lnTo>
                <a:lnTo>
                  <a:pt x="200" y="739"/>
                </a:lnTo>
                <a:lnTo>
                  <a:pt x="199" y="736"/>
                </a:lnTo>
                <a:lnTo>
                  <a:pt x="198" y="736"/>
                </a:lnTo>
                <a:lnTo>
                  <a:pt x="197" y="736"/>
                </a:lnTo>
                <a:lnTo>
                  <a:pt x="197" y="735"/>
                </a:lnTo>
                <a:lnTo>
                  <a:pt x="196" y="735"/>
                </a:lnTo>
                <a:lnTo>
                  <a:pt x="195" y="734"/>
                </a:lnTo>
                <a:lnTo>
                  <a:pt x="195" y="735"/>
                </a:lnTo>
                <a:lnTo>
                  <a:pt x="194" y="735"/>
                </a:lnTo>
                <a:lnTo>
                  <a:pt x="193" y="735"/>
                </a:lnTo>
                <a:lnTo>
                  <a:pt x="192" y="735"/>
                </a:lnTo>
                <a:lnTo>
                  <a:pt x="192" y="734"/>
                </a:lnTo>
                <a:lnTo>
                  <a:pt x="191" y="734"/>
                </a:lnTo>
                <a:lnTo>
                  <a:pt x="191" y="735"/>
                </a:lnTo>
                <a:lnTo>
                  <a:pt x="190" y="735"/>
                </a:lnTo>
                <a:lnTo>
                  <a:pt x="189" y="735"/>
                </a:lnTo>
                <a:lnTo>
                  <a:pt x="188" y="736"/>
                </a:lnTo>
                <a:lnTo>
                  <a:pt x="187" y="736"/>
                </a:lnTo>
                <a:lnTo>
                  <a:pt x="186" y="736"/>
                </a:lnTo>
                <a:lnTo>
                  <a:pt x="186" y="737"/>
                </a:lnTo>
                <a:lnTo>
                  <a:pt x="185" y="737"/>
                </a:lnTo>
                <a:lnTo>
                  <a:pt x="184" y="737"/>
                </a:lnTo>
                <a:lnTo>
                  <a:pt x="183" y="736"/>
                </a:lnTo>
                <a:lnTo>
                  <a:pt x="182" y="736"/>
                </a:lnTo>
                <a:lnTo>
                  <a:pt x="182" y="735"/>
                </a:lnTo>
                <a:lnTo>
                  <a:pt x="181" y="734"/>
                </a:lnTo>
                <a:lnTo>
                  <a:pt x="181" y="733"/>
                </a:lnTo>
                <a:lnTo>
                  <a:pt x="180" y="733"/>
                </a:lnTo>
                <a:lnTo>
                  <a:pt x="180" y="734"/>
                </a:lnTo>
                <a:lnTo>
                  <a:pt x="179" y="734"/>
                </a:lnTo>
                <a:lnTo>
                  <a:pt x="178" y="734"/>
                </a:lnTo>
                <a:lnTo>
                  <a:pt x="177" y="733"/>
                </a:lnTo>
                <a:lnTo>
                  <a:pt x="177" y="732"/>
                </a:lnTo>
                <a:lnTo>
                  <a:pt x="178" y="732"/>
                </a:lnTo>
                <a:lnTo>
                  <a:pt x="178" y="731"/>
                </a:lnTo>
                <a:lnTo>
                  <a:pt x="178" y="730"/>
                </a:lnTo>
                <a:lnTo>
                  <a:pt x="177" y="729"/>
                </a:lnTo>
                <a:lnTo>
                  <a:pt x="176" y="728"/>
                </a:lnTo>
                <a:lnTo>
                  <a:pt x="176" y="726"/>
                </a:lnTo>
                <a:lnTo>
                  <a:pt x="176" y="725"/>
                </a:lnTo>
                <a:lnTo>
                  <a:pt x="176" y="724"/>
                </a:lnTo>
                <a:lnTo>
                  <a:pt x="176" y="722"/>
                </a:lnTo>
                <a:lnTo>
                  <a:pt x="175" y="722"/>
                </a:lnTo>
                <a:lnTo>
                  <a:pt x="174" y="721"/>
                </a:lnTo>
                <a:lnTo>
                  <a:pt x="173" y="721"/>
                </a:lnTo>
                <a:lnTo>
                  <a:pt x="172" y="721"/>
                </a:lnTo>
                <a:lnTo>
                  <a:pt x="171" y="721"/>
                </a:lnTo>
                <a:lnTo>
                  <a:pt x="170" y="721"/>
                </a:lnTo>
                <a:lnTo>
                  <a:pt x="170" y="722"/>
                </a:lnTo>
                <a:lnTo>
                  <a:pt x="170" y="723"/>
                </a:lnTo>
                <a:lnTo>
                  <a:pt x="169" y="723"/>
                </a:lnTo>
                <a:lnTo>
                  <a:pt x="169" y="724"/>
                </a:lnTo>
                <a:lnTo>
                  <a:pt x="168" y="724"/>
                </a:lnTo>
                <a:lnTo>
                  <a:pt x="168" y="725"/>
                </a:lnTo>
                <a:lnTo>
                  <a:pt x="167" y="725"/>
                </a:lnTo>
                <a:lnTo>
                  <a:pt x="166" y="725"/>
                </a:lnTo>
                <a:lnTo>
                  <a:pt x="165" y="726"/>
                </a:lnTo>
                <a:lnTo>
                  <a:pt x="164" y="726"/>
                </a:lnTo>
                <a:lnTo>
                  <a:pt x="164" y="727"/>
                </a:lnTo>
                <a:lnTo>
                  <a:pt x="164" y="728"/>
                </a:lnTo>
                <a:lnTo>
                  <a:pt x="163" y="729"/>
                </a:lnTo>
                <a:lnTo>
                  <a:pt x="162" y="729"/>
                </a:lnTo>
                <a:lnTo>
                  <a:pt x="162" y="730"/>
                </a:lnTo>
                <a:lnTo>
                  <a:pt x="163" y="730"/>
                </a:lnTo>
                <a:lnTo>
                  <a:pt x="163" y="731"/>
                </a:lnTo>
                <a:lnTo>
                  <a:pt x="162" y="731"/>
                </a:lnTo>
                <a:lnTo>
                  <a:pt x="162" y="732"/>
                </a:lnTo>
                <a:lnTo>
                  <a:pt x="163" y="732"/>
                </a:lnTo>
                <a:lnTo>
                  <a:pt x="162" y="733"/>
                </a:lnTo>
                <a:lnTo>
                  <a:pt x="161" y="733"/>
                </a:lnTo>
                <a:lnTo>
                  <a:pt x="161" y="734"/>
                </a:lnTo>
                <a:lnTo>
                  <a:pt x="162" y="735"/>
                </a:lnTo>
                <a:lnTo>
                  <a:pt x="161" y="735"/>
                </a:lnTo>
                <a:lnTo>
                  <a:pt x="160" y="735"/>
                </a:lnTo>
                <a:lnTo>
                  <a:pt x="160" y="734"/>
                </a:lnTo>
                <a:lnTo>
                  <a:pt x="159" y="734"/>
                </a:lnTo>
                <a:lnTo>
                  <a:pt x="159" y="735"/>
                </a:lnTo>
                <a:lnTo>
                  <a:pt x="159" y="734"/>
                </a:lnTo>
                <a:lnTo>
                  <a:pt x="158" y="734"/>
                </a:lnTo>
                <a:lnTo>
                  <a:pt x="158" y="733"/>
                </a:lnTo>
                <a:lnTo>
                  <a:pt x="157" y="733"/>
                </a:lnTo>
                <a:lnTo>
                  <a:pt x="156" y="732"/>
                </a:lnTo>
                <a:lnTo>
                  <a:pt x="155" y="732"/>
                </a:lnTo>
                <a:lnTo>
                  <a:pt x="155" y="731"/>
                </a:lnTo>
                <a:lnTo>
                  <a:pt x="155" y="730"/>
                </a:lnTo>
                <a:lnTo>
                  <a:pt x="155" y="729"/>
                </a:lnTo>
                <a:lnTo>
                  <a:pt x="154" y="729"/>
                </a:lnTo>
                <a:lnTo>
                  <a:pt x="153" y="729"/>
                </a:lnTo>
                <a:lnTo>
                  <a:pt x="153" y="728"/>
                </a:lnTo>
                <a:lnTo>
                  <a:pt x="152" y="728"/>
                </a:lnTo>
                <a:lnTo>
                  <a:pt x="151" y="728"/>
                </a:lnTo>
                <a:lnTo>
                  <a:pt x="150" y="728"/>
                </a:lnTo>
                <a:lnTo>
                  <a:pt x="149" y="728"/>
                </a:lnTo>
                <a:lnTo>
                  <a:pt x="148" y="728"/>
                </a:lnTo>
                <a:lnTo>
                  <a:pt x="148" y="727"/>
                </a:lnTo>
                <a:lnTo>
                  <a:pt x="148" y="726"/>
                </a:lnTo>
                <a:lnTo>
                  <a:pt x="147" y="726"/>
                </a:lnTo>
                <a:lnTo>
                  <a:pt x="147" y="725"/>
                </a:lnTo>
                <a:lnTo>
                  <a:pt x="148" y="724"/>
                </a:lnTo>
                <a:lnTo>
                  <a:pt x="147" y="724"/>
                </a:lnTo>
                <a:lnTo>
                  <a:pt x="146" y="724"/>
                </a:lnTo>
                <a:lnTo>
                  <a:pt x="145" y="723"/>
                </a:lnTo>
                <a:lnTo>
                  <a:pt x="144" y="723"/>
                </a:lnTo>
                <a:lnTo>
                  <a:pt x="144" y="722"/>
                </a:lnTo>
                <a:lnTo>
                  <a:pt x="144" y="723"/>
                </a:lnTo>
                <a:lnTo>
                  <a:pt x="143" y="722"/>
                </a:lnTo>
                <a:lnTo>
                  <a:pt x="144" y="721"/>
                </a:lnTo>
                <a:lnTo>
                  <a:pt x="145" y="721"/>
                </a:lnTo>
                <a:lnTo>
                  <a:pt x="145" y="720"/>
                </a:lnTo>
                <a:lnTo>
                  <a:pt x="145" y="719"/>
                </a:lnTo>
                <a:lnTo>
                  <a:pt x="145" y="718"/>
                </a:lnTo>
                <a:lnTo>
                  <a:pt x="146" y="718"/>
                </a:lnTo>
                <a:lnTo>
                  <a:pt x="146" y="717"/>
                </a:lnTo>
                <a:lnTo>
                  <a:pt x="146" y="716"/>
                </a:lnTo>
                <a:lnTo>
                  <a:pt x="146" y="715"/>
                </a:lnTo>
                <a:lnTo>
                  <a:pt x="146" y="714"/>
                </a:lnTo>
                <a:lnTo>
                  <a:pt x="146" y="713"/>
                </a:lnTo>
                <a:lnTo>
                  <a:pt x="145" y="713"/>
                </a:lnTo>
                <a:lnTo>
                  <a:pt x="145" y="712"/>
                </a:lnTo>
                <a:lnTo>
                  <a:pt x="145" y="711"/>
                </a:lnTo>
                <a:lnTo>
                  <a:pt x="146" y="711"/>
                </a:lnTo>
                <a:lnTo>
                  <a:pt x="146" y="710"/>
                </a:lnTo>
                <a:lnTo>
                  <a:pt x="146" y="709"/>
                </a:lnTo>
                <a:lnTo>
                  <a:pt x="145" y="709"/>
                </a:lnTo>
                <a:lnTo>
                  <a:pt x="145" y="708"/>
                </a:lnTo>
                <a:lnTo>
                  <a:pt x="144" y="708"/>
                </a:lnTo>
                <a:lnTo>
                  <a:pt x="143" y="708"/>
                </a:lnTo>
                <a:lnTo>
                  <a:pt x="143" y="707"/>
                </a:lnTo>
                <a:lnTo>
                  <a:pt x="142" y="707"/>
                </a:lnTo>
                <a:lnTo>
                  <a:pt x="142" y="706"/>
                </a:lnTo>
                <a:lnTo>
                  <a:pt x="143" y="706"/>
                </a:lnTo>
                <a:lnTo>
                  <a:pt x="143" y="705"/>
                </a:lnTo>
                <a:lnTo>
                  <a:pt x="143" y="704"/>
                </a:lnTo>
                <a:lnTo>
                  <a:pt x="142" y="704"/>
                </a:lnTo>
                <a:lnTo>
                  <a:pt x="142" y="703"/>
                </a:lnTo>
                <a:lnTo>
                  <a:pt x="141" y="704"/>
                </a:lnTo>
                <a:lnTo>
                  <a:pt x="140" y="704"/>
                </a:lnTo>
                <a:lnTo>
                  <a:pt x="140" y="703"/>
                </a:lnTo>
                <a:lnTo>
                  <a:pt x="138" y="703"/>
                </a:lnTo>
                <a:lnTo>
                  <a:pt x="138" y="702"/>
                </a:lnTo>
                <a:lnTo>
                  <a:pt x="137" y="703"/>
                </a:lnTo>
                <a:lnTo>
                  <a:pt x="136" y="704"/>
                </a:lnTo>
                <a:lnTo>
                  <a:pt x="135" y="704"/>
                </a:lnTo>
                <a:lnTo>
                  <a:pt x="134" y="703"/>
                </a:lnTo>
                <a:lnTo>
                  <a:pt x="133" y="703"/>
                </a:lnTo>
                <a:lnTo>
                  <a:pt x="132" y="704"/>
                </a:lnTo>
                <a:lnTo>
                  <a:pt x="131" y="704"/>
                </a:lnTo>
                <a:lnTo>
                  <a:pt x="130" y="705"/>
                </a:lnTo>
                <a:lnTo>
                  <a:pt x="129" y="705"/>
                </a:lnTo>
                <a:lnTo>
                  <a:pt x="128" y="704"/>
                </a:lnTo>
                <a:lnTo>
                  <a:pt x="128" y="703"/>
                </a:lnTo>
                <a:lnTo>
                  <a:pt x="127" y="703"/>
                </a:lnTo>
                <a:lnTo>
                  <a:pt x="126" y="703"/>
                </a:lnTo>
                <a:lnTo>
                  <a:pt x="125" y="702"/>
                </a:lnTo>
                <a:lnTo>
                  <a:pt x="124" y="703"/>
                </a:lnTo>
                <a:lnTo>
                  <a:pt x="123" y="703"/>
                </a:lnTo>
                <a:lnTo>
                  <a:pt x="123" y="704"/>
                </a:lnTo>
                <a:lnTo>
                  <a:pt x="120" y="705"/>
                </a:lnTo>
                <a:lnTo>
                  <a:pt x="120" y="704"/>
                </a:lnTo>
                <a:lnTo>
                  <a:pt x="119" y="704"/>
                </a:lnTo>
                <a:lnTo>
                  <a:pt x="118" y="704"/>
                </a:lnTo>
                <a:lnTo>
                  <a:pt x="117" y="704"/>
                </a:lnTo>
                <a:lnTo>
                  <a:pt x="117" y="705"/>
                </a:lnTo>
                <a:lnTo>
                  <a:pt x="116" y="705"/>
                </a:lnTo>
                <a:lnTo>
                  <a:pt x="116" y="704"/>
                </a:lnTo>
                <a:lnTo>
                  <a:pt x="116" y="703"/>
                </a:lnTo>
                <a:lnTo>
                  <a:pt x="117" y="702"/>
                </a:lnTo>
                <a:lnTo>
                  <a:pt x="116" y="701"/>
                </a:lnTo>
                <a:lnTo>
                  <a:pt x="115" y="701"/>
                </a:lnTo>
                <a:lnTo>
                  <a:pt x="114" y="701"/>
                </a:lnTo>
                <a:lnTo>
                  <a:pt x="113" y="701"/>
                </a:lnTo>
                <a:lnTo>
                  <a:pt x="112" y="701"/>
                </a:lnTo>
                <a:lnTo>
                  <a:pt x="111" y="702"/>
                </a:lnTo>
                <a:lnTo>
                  <a:pt x="110" y="702"/>
                </a:lnTo>
                <a:lnTo>
                  <a:pt x="110" y="703"/>
                </a:lnTo>
                <a:lnTo>
                  <a:pt x="108" y="704"/>
                </a:lnTo>
                <a:lnTo>
                  <a:pt x="107" y="705"/>
                </a:lnTo>
                <a:lnTo>
                  <a:pt x="106" y="706"/>
                </a:lnTo>
                <a:lnTo>
                  <a:pt x="105" y="706"/>
                </a:lnTo>
                <a:lnTo>
                  <a:pt x="104" y="706"/>
                </a:lnTo>
                <a:lnTo>
                  <a:pt x="103" y="707"/>
                </a:lnTo>
                <a:lnTo>
                  <a:pt x="102" y="707"/>
                </a:lnTo>
                <a:lnTo>
                  <a:pt x="101" y="707"/>
                </a:lnTo>
                <a:lnTo>
                  <a:pt x="100" y="707"/>
                </a:lnTo>
                <a:lnTo>
                  <a:pt x="99" y="706"/>
                </a:lnTo>
                <a:lnTo>
                  <a:pt x="98" y="706"/>
                </a:lnTo>
                <a:lnTo>
                  <a:pt x="98" y="707"/>
                </a:lnTo>
                <a:lnTo>
                  <a:pt x="97" y="707"/>
                </a:lnTo>
                <a:lnTo>
                  <a:pt x="97" y="708"/>
                </a:lnTo>
                <a:lnTo>
                  <a:pt x="96" y="708"/>
                </a:lnTo>
                <a:lnTo>
                  <a:pt x="96" y="707"/>
                </a:lnTo>
                <a:lnTo>
                  <a:pt x="95" y="707"/>
                </a:lnTo>
                <a:lnTo>
                  <a:pt x="95" y="708"/>
                </a:lnTo>
                <a:lnTo>
                  <a:pt x="94" y="708"/>
                </a:lnTo>
                <a:lnTo>
                  <a:pt x="93" y="708"/>
                </a:lnTo>
                <a:lnTo>
                  <a:pt x="92" y="708"/>
                </a:lnTo>
                <a:lnTo>
                  <a:pt x="91" y="709"/>
                </a:lnTo>
                <a:lnTo>
                  <a:pt x="91" y="710"/>
                </a:lnTo>
                <a:lnTo>
                  <a:pt x="89" y="710"/>
                </a:lnTo>
                <a:lnTo>
                  <a:pt x="88" y="710"/>
                </a:lnTo>
                <a:lnTo>
                  <a:pt x="87" y="710"/>
                </a:lnTo>
                <a:lnTo>
                  <a:pt x="87" y="711"/>
                </a:lnTo>
                <a:lnTo>
                  <a:pt x="86" y="711"/>
                </a:lnTo>
                <a:lnTo>
                  <a:pt x="86" y="712"/>
                </a:lnTo>
                <a:lnTo>
                  <a:pt x="85" y="713"/>
                </a:lnTo>
                <a:lnTo>
                  <a:pt x="84" y="713"/>
                </a:lnTo>
                <a:lnTo>
                  <a:pt x="83" y="713"/>
                </a:lnTo>
                <a:lnTo>
                  <a:pt x="82" y="713"/>
                </a:lnTo>
                <a:lnTo>
                  <a:pt x="82" y="714"/>
                </a:lnTo>
                <a:lnTo>
                  <a:pt x="82" y="713"/>
                </a:lnTo>
                <a:lnTo>
                  <a:pt x="81" y="713"/>
                </a:lnTo>
                <a:lnTo>
                  <a:pt x="80" y="712"/>
                </a:lnTo>
                <a:lnTo>
                  <a:pt x="81" y="711"/>
                </a:lnTo>
                <a:lnTo>
                  <a:pt x="81" y="710"/>
                </a:lnTo>
                <a:lnTo>
                  <a:pt x="80" y="710"/>
                </a:lnTo>
                <a:lnTo>
                  <a:pt x="79" y="709"/>
                </a:lnTo>
                <a:lnTo>
                  <a:pt x="78" y="708"/>
                </a:lnTo>
                <a:lnTo>
                  <a:pt x="77" y="708"/>
                </a:lnTo>
                <a:lnTo>
                  <a:pt x="76" y="708"/>
                </a:lnTo>
                <a:lnTo>
                  <a:pt x="75" y="708"/>
                </a:lnTo>
                <a:lnTo>
                  <a:pt x="74" y="708"/>
                </a:lnTo>
                <a:lnTo>
                  <a:pt x="73" y="707"/>
                </a:lnTo>
                <a:lnTo>
                  <a:pt x="72" y="707"/>
                </a:lnTo>
                <a:lnTo>
                  <a:pt x="72" y="708"/>
                </a:lnTo>
                <a:lnTo>
                  <a:pt x="71" y="708"/>
                </a:lnTo>
                <a:lnTo>
                  <a:pt x="70" y="708"/>
                </a:lnTo>
                <a:lnTo>
                  <a:pt x="70" y="707"/>
                </a:lnTo>
                <a:lnTo>
                  <a:pt x="69" y="706"/>
                </a:lnTo>
                <a:lnTo>
                  <a:pt x="69" y="705"/>
                </a:lnTo>
                <a:lnTo>
                  <a:pt x="68" y="705"/>
                </a:lnTo>
                <a:lnTo>
                  <a:pt x="68" y="706"/>
                </a:lnTo>
                <a:lnTo>
                  <a:pt x="67" y="706"/>
                </a:lnTo>
                <a:lnTo>
                  <a:pt x="66" y="706"/>
                </a:lnTo>
                <a:lnTo>
                  <a:pt x="65" y="705"/>
                </a:lnTo>
                <a:lnTo>
                  <a:pt x="65" y="706"/>
                </a:lnTo>
                <a:lnTo>
                  <a:pt x="63" y="706"/>
                </a:lnTo>
                <a:lnTo>
                  <a:pt x="62" y="706"/>
                </a:lnTo>
                <a:lnTo>
                  <a:pt x="62" y="705"/>
                </a:lnTo>
                <a:lnTo>
                  <a:pt x="61" y="704"/>
                </a:lnTo>
                <a:lnTo>
                  <a:pt x="60" y="705"/>
                </a:lnTo>
                <a:lnTo>
                  <a:pt x="59" y="704"/>
                </a:lnTo>
                <a:lnTo>
                  <a:pt x="59" y="703"/>
                </a:lnTo>
                <a:lnTo>
                  <a:pt x="58" y="703"/>
                </a:lnTo>
                <a:lnTo>
                  <a:pt x="57" y="703"/>
                </a:lnTo>
                <a:lnTo>
                  <a:pt x="56" y="703"/>
                </a:lnTo>
                <a:lnTo>
                  <a:pt x="56" y="702"/>
                </a:lnTo>
                <a:lnTo>
                  <a:pt x="55" y="701"/>
                </a:lnTo>
                <a:lnTo>
                  <a:pt x="54" y="701"/>
                </a:lnTo>
                <a:lnTo>
                  <a:pt x="54" y="700"/>
                </a:lnTo>
                <a:lnTo>
                  <a:pt x="53" y="700"/>
                </a:lnTo>
                <a:lnTo>
                  <a:pt x="52" y="700"/>
                </a:lnTo>
                <a:lnTo>
                  <a:pt x="52" y="699"/>
                </a:lnTo>
                <a:lnTo>
                  <a:pt x="52" y="698"/>
                </a:lnTo>
                <a:lnTo>
                  <a:pt x="51" y="697"/>
                </a:lnTo>
                <a:lnTo>
                  <a:pt x="52" y="697"/>
                </a:lnTo>
                <a:lnTo>
                  <a:pt x="52" y="696"/>
                </a:lnTo>
                <a:lnTo>
                  <a:pt x="53" y="696"/>
                </a:lnTo>
                <a:lnTo>
                  <a:pt x="54" y="696"/>
                </a:lnTo>
                <a:lnTo>
                  <a:pt x="55" y="696"/>
                </a:lnTo>
                <a:lnTo>
                  <a:pt x="55" y="695"/>
                </a:lnTo>
                <a:lnTo>
                  <a:pt x="55" y="694"/>
                </a:lnTo>
                <a:lnTo>
                  <a:pt x="54" y="694"/>
                </a:lnTo>
                <a:lnTo>
                  <a:pt x="54" y="693"/>
                </a:lnTo>
                <a:lnTo>
                  <a:pt x="54" y="692"/>
                </a:lnTo>
                <a:lnTo>
                  <a:pt x="53" y="692"/>
                </a:lnTo>
                <a:lnTo>
                  <a:pt x="52" y="692"/>
                </a:lnTo>
                <a:lnTo>
                  <a:pt x="52" y="691"/>
                </a:lnTo>
                <a:lnTo>
                  <a:pt x="51" y="691"/>
                </a:lnTo>
                <a:lnTo>
                  <a:pt x="51" y="690"/>
                </a:lnTo>
                <a:lnTo>
                  <a:pt x="50" y="689"/>
                </a:lnTo>
                <a:lnTo>
                  <a:pt x="50" y="688"/>
                </a:lnTo>
                <a:lnTo>
                  <a:pt x="50" y="689"/>
                </a:lnTo>
                <a:lnTo>
                  <a:pt x="49" y="689"/>
                </a:lnTo>
                <a:lnTo>
                  <a:pt x="48" y="689"/>
                </a:lnTo>
                <a:lnTo>
                  <a:pt x="48" y="690"/>
                </a:lnTo>
                <a:lnTo>
                  <a:pt x="47" y="691"/>
                </a:lnTo>
                <a:lnTo>
                  <a:pt x="47" y="692"/>
                </a:lnTo>
                <a:lnTo>
                  <a:pt x="46" y="692"/>
                </a:lnTo>
                <a:lnTo>
                  <a:pt x="45" y="692"/>
                </a:lnTo>
                <a:lnTo>
                  <a:pt x="45" y="691"/>
                </a:lnTo>
                <a:lnTo>
                  <a:pt x="44" y="691"/>
                </a:lnTo>
                <a:lnTo>
                  <a:pt x="43" y="690"/>
                </a:lnTo>
                <a:lnTo>
                  <a:pt x="42" y="690"/>
                </a:lnTo>
                <a:lnTo>
                  <a:pt x="42" y="691"/>
                </a:lnTo>
                <a:lnTo>
                  <a:pt x="41" y="691"/>
                </a:lnTo>
                <a:lnTo>
                  <a:pt x="41" y="692"/>
                </a:lnTo>
                <a:lnTo>
                  <a:pt x="40" y="692"/>
                </a:lnTo>
                <a:lnTo>
                  <a:pt x="39" y="692"/>
                </a:lnTo>
                <a:lnTo>
                  <a:pt x="38" y="691"/>
                </a:lnTo>
                <a:lnTo>
                  <a:pt x="36" y="691"/>
                </a:lnTo>
                <a:lnTo>
                  <a:pt x="35" y="691"/>
                </a:lnTo>
                <a:lnTo>
                  <a:pt x="35" y="692"/>
                </a:lnTo>
                <a:lnTo>
                  <a:pt x="34" y="692"/>
                </a:lnTo>
                <a:lnTo>
                  <a:pt x="33" y="692"/>
                </a:lnTo>
                <a:lnTo>
                  <a:pt x="33" y="693"/>
                </a:lnTo>
                <a:lnTo>
                  <a:pt x="32" y="693"/>
                </a:lnTo>
                <a:lnTo>
                  <a:pt x="31" y="693"/>
                </a:lnTo>
                <a:lnTo>
                  <a:pt x="31" y="692"/>
                </a:lnTo>
                <a:lnTo>
                  <a:pt x="30" y="692"/>
                </a:lnTo>
                <a:lnTo>
                  <a:pt x="30" y="693"/>
                </a:lnTo>
                <a:lnTo>
                  <a:pt x="30" y="694"/>
                </a:lnTo>
                <a:lnTo>
                  <a:pt x="30" y="695"/>
                </a:lnTo>
                <a:lnTo>
                  <a:pt x="30" y="696"/>
                </a:lnTo>
                <a:lnTo>
                  <a:pt x="30" y="697"/>
                </a:lnTo>
                <a:lnTo>
                  <a:pt x="30" y="698"/>
                </a:lnTo>
                <a:lnTo>
                  <a:pt x="29" y="698"/>
                </a:lnTo>
                <a:lnTo>
                  <a:pt x="29" y="699"/>
                </a:lnTo>
                <a:lnTo>
                  <a:pt x="28" y="700"/>
                </a:lnTo>
                <a:lnTo>
                  <a:pt x="27" y="699"/>
                </a:lnTo>
                <a:lnTo>
                  <a:pt x="26" y="700"/>
                </a:lnTo>
                <a:lnTo>
                  <a:pt x="26" y="699"/>
                </a:lnTo>
                <a:lnTo>
                  <a:pt x="25" y="698"/>
                </a:lnTo>
                <a:lnTo>
                  <a:pt x="24" y="698"/>
                </a:lnTo>
                <a:lnTo>
                  <a:pt x="24" y="699"/>
                </a:lnTo>
                <a:lnTo>
                  <a:pt x="24" y="698"/>
                </a:lnTo>
                <a:lnTo>
                  <a:pt x="23" y="698"/>
                </a:lnTo>
                <a:lnTo>
                  <a:pt x="23" y="699"/>
                </a:lnTo>
                <a:lnTo>
                  <a:pt x="22" y="699"/>
                </a:lnTo>
                <a:lnTo>
                  <a:pt x="22" y="700"/>
                </a:lnTo>
                <a:lnTo>
                  <a:pt x="22" y="699"/>
                </a:lnTo>
                <a:lnTo>
                  <a:pt x="21" y="699"/>
                </a:lnTo>
                <a:lnTo>
                  <a:pt x="20" y="700"/>
                </a:lnTo>
                <a:lnTo>
                  <a:pt x="19" y="700"/>
                </a:lnTo>
                <a:lnTo>
                  <a:pt x="19" y="701"/>
                </a:lnTo>
                <a:lnTo>
                  <a:pt x="18" y="701"/>
                </a:lnTo>
                <a:lnTo>
                  <a:pt x="17" y="701"/>
                </a:lnTo>
                <a:lnTo>
                  <a:pt x="17" y="702"/>
                </a:lnTo>
                <a:lnTo>
                  <a:pt x="16" y="702"/>
                </a:lnTo>
                <a:lnTo>
                  <a:pt x="16" y="703"/>
                </a:lnTo>
                <a:lnTo>
                  <a:pt x="15" y="703"/>
                </a:lnTo>
                <a:lnTo>
                  <a:pt x="14" y="703"/>
                </a:lnTo>
                <a:lnTo>
                  <a:pt x="14" y="704"/>
                </a:lnTo>
                <a:lnTo>
                  <a:pt x="13" y="704"/>
                </a:lnTo>
                <a:lnTo>
                  <a:pt x="12" y="705"/>
                </a:lnTo>
                <a:lnTo>
                  <a:pt x="11" y="705"/>
                </a:lnTo>
                <a:lnTo>
                  <a:pt x="10" y="705"/>
                </a:lnTo>
                <a:lnTo>
                  <a:pt x="9" y="705"/>
                </a:lnTo>
                <a:lnTo>
                  <a:pt x="9" y="704"/>
                </a:lnTo>
                <a:lnTo>
                  <a:pt x="9" y="703"/>
                </a:lnTo>
                <a:lnTo>
                  <a:pt x="9" y="702"/>
                </a:lnTo>
                <a:lnTo>
                  <a:pt x="8" y="702"/>
                </a:lnTo>
                <a:lnTo>
                  <a:pt x="7" y="702"/>
                </a:lnTo>
                <a:lnTo>
                  <a:pt x="6" y="702"/>
                </a:lnTo>
                <a:lnTo>
                  <a:pt x="6" y="701"/>
                </a:lnTo>
                <a:lnTo>
                  <a:pt x="6" y="700"/>
                </a:lnTo>
                <a:lnTo>
                  <a:pt x="7" y="699"/>
                </a:lnTo>
                <a:lnTo>
                  <a:pt x="7" y="698"/>
                </a:lnTo>
                <a:lnTo>
                  <a:pt x="6" y="698"/>
                </a:lnTo>
                <a:lnTo>
                  <a:pt x="6" y="697"/>
                </a:lnTo>
                <a:lnTo>
                  <a:pt x="6" y="696"/>
                </a:lnTo>
                <a:lnTo>
                  <a:pt x="6" y="695"/>
                </a:lnTo>
                <a:lnTo>
                  <a:pt x="5" y="695"/>
                </a:lnTo>
                <a:lnTo>
                  <a:pt x="5" y="696"/>
                </a:lnTo>
                <a:lnTo>
                  <a:pt x="4" y="696"/>
                </a:lnTo>
                <a:lnTo>
                  <a:pt x="4" y="695"/>
                </a:lnTo>
                <a:lnTo>
                  <a:pt x="4" y="694"/>
                </a:lnTo>
                <a:lnTo>
                  <a:pt x="4" y="693"/>
                </a:lnTo>
                <a:lnTo>
                  <a:pt x="4" y="692"/>
                </a:lnTo>
                <a:lnTo>
                  <a:pt x="3" y="692"/>
                </a:lnTo>
                <a:lnTo>
                  <a:pt x="3" y="691"/>
                </a:lnTo>
                <a:lnTo>
                  <a:pt x="3" y="690"/>
                </a:lnTo>
                <a:lnTo>
                  <a:pt x="2" y="689"/>
                </a:lnTo>
                <a:lnTo>
                  <a:pt x="2" y="688"/>
                </a:lnTo>
                <a:lnTo>
                  <a:pt x="1" y="688"/>
                </a:lnTo>
                <a:lnTo>
                  <a:pt x="0" y="687"/>
                </a:lnTo>
                <a:lnTo>
                  <a:pt x="0" y="686"/>
                </a:lnTo>
                <a:lnTo>
                  <a:pt x="0" y="685"/>
                </a:lnTo>
                <a:lnTo>
                  <a:pt x="1" y="685"/>
                </a:lnTo>
                <a:lnTo>
                  <a:pt x="0" y="685"/>
                </a:lnTo>
                <a:lnTo>
                  <a:pt x="0" y="684"/>
                </a:lnTo>
                <a:lnTo>
                  <a:pt x="1" y="684"/>
                </a:lnTo>
                <a:lnTo>
                  <a:pt x="1" y="683"/>
                </a:lnTo>
                <a:lnTo>
                  <a:pt x="2" y="683"/>
                </a:lnTo>
                <a:lnTo>
                  <a:pt x="3" y="682"/>
                </a:lnTo>
                <a:lnTo>
                  <a:pt x="4" y="683"/>
                </a:lnTo>
                <a:lnTo>
                  <a:pt x="4" y="684"/>
                </a:lnTo>
                <a:lnTo>
                  <a:pt x="5" y="684"/>
                </a:lnTo>
                <a:lnTo>
                  <a:pt x="7" y="684"/>
                </a:lnTo>
                <a:lnTo>
                  <a:pt x="7" y="685"/>
                </a:lnTo>
                <a:lnTo>
                  <a:pt x="8" y="685"/>
                </a:lnTo>
                <a:lnTo>
                  <a:pt x="8" y="686"/>
                </a:lnTo>
                <a:lnTo>
                  <a:pt x="9" y="687"/>
                </a:lnTo>
                <a:lnTo>
                  <a:pt x="10" y="686"/>
                </a:lnTo>
                <a:lnTo>
                  <a:pt x="11" y="686"/>
                </a:lnTo>
                <a:lnTo>
                  <a:pt x="12" y="686"/>
                </a:lnTo>
                <a:lnTo>
                  <a:pt x="13" y="686"/>
                </a:lnTo>
                <a:lnTo>
                  <a:pt x="15" y="685"/>
                </a:lnTo>
                <a:lnTo>
                  <a:pt x="15" y="684"/>
                </a:lnTo>
                <a:lnTo>
                  <a:pt x="16" y="684"/>
                </a:lnTo>
                <a:lnTo>
                  <a:pt x="17" y="684"/>
                </a:lnTo>
                <a:lnTo>
                  <a:pt x="18" y="684"/>
                </a:lnTo>
                <a:lnTo>
                  <a:pt x="19" y="684"/>
                </a:lnTo>
                <a:lnTo>
                  <a:pt x="19" y="683"/>
                </a:lnTo>
                <a:lnTo>
                  <a:pt x="20" y="683"/>
                </a:lnTo>
                <a:lnTo>
                  <a:pt x="21" y="684"/>
                </a:lnTo>
                <a:lnTo>
                  <a:pt x="22" y="684"/>
                </a:lnTo>
                <a:lnTo>
                  <a:pt x="23" y="683"/>
                </a:lnTo>
                <a:lnTo>
                  <a:pt x="24" y="682"/>
                </a:lnTo>
                <a:lnTo>
                  <a:pt x="25" y="682"/>
                </a:lnTo>
                <a:lnTo>
                  <a:pt x="26" y="681"/>
                </a:lnTo>
                <a:lnTo>
                  <a:pt x="27" y="681"/>
                </a:lnTo>
                <a:lnTo>
                  <a:pt x="28" y="681"/>
                </a:lnTo>
                <a:lnTo>
                  <a:pt x="29" y="681"/>
                </a:lnTo>
                <a:lnTo>
                  <a:pt x="29" y="680"/>
                </a:lnTo>
                <a:lnTo>
                  <a:pt x="29" y="679"/>
                </a:lnTo>
                <a:lnTo>
                  <a:pt x="30" y="679"/>
                </a:lnTo>
                <a:lnTo>
                  <a:pt x="31" y="679"/>
                </a:lnTo>
                <a:lnTo>
                  <a:pt x="32" y="680"/>
                </a:lnTo>
                <a:lnTo>
                  <a:pt x="33" y="680"/>
                </a:lnTo>
                <a:lnTo>
                  <a:pt x="34" y="680"/>
                </a:lnTo>
                <a:lnTo>
                  <a:pt x="34" y="679"/>
                </a:lnTo>
                <a:lnTo>
                  <a:pt x="34" y="678"/>
                </a:lnTo>
                <a:lnTo>
                  <a:pt x="35" y="678"/>
                </a:lnTo>
                <a:lnTo>
                  <a:pt x="36" y="678"/>
                </a:lnTo>
                <a:lnTo>
                  <a:pt x="36" y="677"/>
                </a:lnTo>
                <a:lnTo>
                  <a:pt x="36" y="676"/>
                </a:lnTo>
                <a:lnTo>
                  <a:pt x="37" y="676"/>
                </a:lnTo>
                <a:lnTo>
                  <a:pt x="38" y="675"/>
                </a:lnTo>
                <a:lnTo>
                  <a:pt x="39" y="675"/>
                </a:lnTo>
                <a:lnTo>
                  <a:pt x="39" y="674"/>
                </a:lnTo>
                <a:lnTo>
                  <a:pt x="39" y="673"/>
                </a:lnTo>
                <a:lnTo>
                  <a:pt x="39" y="672"/>
                </a:lnTo>
                <a:lnTo>
                  <a:pt x="40" y="672"/>
                </a:lnTo>
                <a:lnTo>
                  <a:pt x="39" y="670"/>
                </a:lnTo>
                <a:lnTo>
                  <a:pt x="38" y="669"/>
                </a:lnTo>
                <a:lnTo>
                  <a:pt x="38" y="668"/>
                </a:lnTo>
                <a:lnTo>
                  <a:pt x="38" y="667"/>
                </a:lnTo>
                <a:lnTo>
                  <a:pt x="39" y="667"/>
                </a:lnTo>
                <a:lnTo>
                  <a:pt x="40" y="667"/>
                </a:lnTo>
                <a:lnTo>
                  <a:pt x="40" y="666"/>
                </a:lnTo>
                <a:lnTo>
                  <a:pt x="39" y="666"/>
                </a:lnTo>
                <a:lnTo>
                  <a:pt x="39" y="665"/>
                </a:lnTo>
                <a:lnTo>
                  <a:pt x="39" y="664"/>
                </a:lnTo>
                <a:lnTo>
                  <a:pt x="39" y="663"/>
                </a:lnTo>
                <a:lnTo>
                  <a:pt x="40" y="663"/>
                </a:lnTo>
                <a:lnTo>
                  <a:pt x="40" y="662"/>
                </a:lnTo>
                <a:lnTo>
                  <a:pt x="39" y="662"/>
                </a:lnTo>
                <a:lnTo>
                  <a:pt x="39" y="661"/>
                </a:lnTo>
                <a:lnTo>
                  <a:pt x="38" y="661"/>
                </a:lnTo>
                <a:lnTo>
                  <a:pt x="39" y="661"/>
                </a:lnTo>
                <a:lnTo>
                  <a:pt x="39" y="660"/>
                </a:lnTo>
                <a:lnTo>
                  <a:pt x="40" y="659"/>
                </a:lnTo>
                <a:lnTo>
                  <a:pt x="39" y="659"/>
                </a:lnTo>
                <a:lnTo>
                  <a:pt x="39" y="660"/>
                </a:lnTo>
                <a:lnTo>
                  <a:pt x="38" y="660"/>
                </a:lnTo>
                <a:lnTo>
                  <a:pt x="37" y="660"/>
                </a:lnTo>
                <a:lnTo>
                  <a:pt x="36" y="659"/>
                </a:lnTo>
                <a:lnTo>
                  <a:pt x="37" y="658"/>
                </a:lnTo>
                <a:lnTo>
                  <a:pt x="38" y="658"/>
                </a:lnTo>
                <a:lnTo>
                  <a:pt x="39" y="657"/>
                </a:lnTo>
                <a:lnTo>
                  <a:pt x="39" y="656"/>
                </a:lnTo>
                <a:lnTo>
                  <a:pt x="38" y="656"/>
                </a:lnTo>
                <a:lnTo>
                  <a:pt x="39" y="656"/>
                </a:lnTo>
                <a:lnTo>
                  <a:pt x="39" y="655"/>
                </a:lnTo>
                <a:lnTo>
                  <a:pt x="39" y="654"/>
                </a:lnTo>
                <a:lnTo>
                  <a:pt x="40" y="654"/>
                </a:lnTo>
                <a:lnTo>
                  <a:pt x="40" y="655"/>
                </a:lnTo>
                <a:lnTo>
                  <a:pt x="40" y="656"/>
                </a:lnTo>
                <a:lnTo>
                  <a:pt x="40" y="657"/>
                </a:lnTo>
                <a:lnTo>
                  <a:pt x="41" y="656"/>
                </a:lnTo>
                <a:lnTo>
                  <a:pt x="41" y="657"/>
                </a:lnTo>
                <a:lnTo>
                  <a:pt x="41" y="658"/>
                </a:lnTo>
                <a:lnTo>
                  <a:pt x="41" y="659"/>
                </a:lnTo>
                <a:lnTo>
                  <a:pt x="42" y="659"/>
                </a:lnTo>
                <a:lnTo>
                  <a:pt x="43" y="659"/>
                </a:lnTo>
                <a:lnTo>
                  <a:pt x="44" y="658"/>
                </a:lnTo>
                <a:lnTo>
                  <a:pt x="43" y="657"/>
                </a:lnTo>
                <a:lnTo>
                  <a:pt x="43" y="656"/>
                </a:lnTo>
                <a:lnTo>
                  <a:pt x="43" y="655"/>
                </a:lnTo>
                <a:lnTo>
                  <a:pt x="43" y="654"/>
                </a:lnTo>
                <a:lnTo>
                  <a:pt x="43" y="653"/>
                </a:lnTo>
                <a:lnTo>
                  <a:pt x="42" y="653"/>
                </a:lnTo>
                <a:lnTo>
                  <a:pt x="42" y="652"/>
                </a:lnTo>
                <a:lnTo>
                  <a:pt x="42" y="653"/>
                </a:lnTo>
                <a:lnTo>
                  <a:pt x="41" y="653"/>
                </a:lnTo>
                <a:lnTo>
                  <a:pt x="40" y="652"/>
                </a:lnTo>
                <a:lnTo>
                  <a:pt x="41" y="652"/>
                </a:lnTo>
                <a:lnTo>
                  <a:pt x="40" y="652"/>
                </a:lnTo>
                <a:lnTo>
                  <a:pt x="40" y="651"/>
                </a:lnTo>
                <a:lnTo>
                  <a:pt x="39" y="650"/>
                </a:lnTo>
                <a:lnTo>
                  <a:pt x="38" y="649"/>
                </a:lnTo>
                <a:lnTo>
                  <a:pt x="37" y="649"/>
                </a:lnTo>
                <a:lnTo>
                  <a:pt x="37" y="650"/>
                </a:lnTo>
                <a:lnTo>
                  <a:pt x="36" y="650"/>
                </a:lnTo>
                <a:lnTo>
                  <a:pt x="35" y="650"/>
                </a:lnTo>
                <a:lnTo>
                  <a:pt x="34" y="651"/>
                </a:lnTo>
                <a:lnTo>
                  <a:pt x="33" y="650"/>
                </a:lnTo>
                <a:lnTo>
                  <a:pt x="32" y="650"/>
                </a:lnTo>
                <a:lnTo>
                  <a:pt x="32" y="649"/>
                </a:lnTo>
                <a:lnTo>
                  <a:pt x="31" y="649"/>
                </a:lnTo>
                <a:lnTo>
                  <a:pt x="31" y="648"/>
                </a:lnTo>
                <a:lnTo>
                  <a:pt x="30" y="648"/>
                </a:lnTo>
                <a:lnTo>
                  <a:pt x="29" y="648"/>
                </a:lnTo>
                <a:lnTo>
                  <a:pt x="28" y="648"/>
                </a:lnTo>
                <a:lnTo>
                  <a:pt x="28" y="647"/>
                </a:lnTo>
                <a:lnTo>
                  <a:pt x="27" y="647"/>
                </a:lnTo>
                <a:lnTo>
                  <a:pt x="27" y="646"/>
                </a:lnTo>
                <a:lnTo>
                  <a:pt x="27" y="645"/>
                </a:lnTo>
                <a:lnTo>
                  <a:pt x="26" y="645"/>
                </a:lnTo>
                <a:lnTo>
                  <a:pt x="25" y="645"/>
                </a:lnTo>
                <a:lnTo>
                  <a:pt x="24" y="645"/>
                </a:lnTo>
                <a:lnTo>
                  <a:pt x="23" y="645"/>
                </a:lnTo>
                <a:lnTo>
                  <a:pt x="23" y="644"/>
                </a:lnTo>
                <a:lnTo>
                  <a:pt x="22" y="643"/>
                </a:lnTo>
                <a:lnTo>
                  <a:pt x="22" y="642"/>
                </a:lnTo>
                <a:lnTo>
                  <a:pt x="23" y="642"/>
                </a:lnTo>
                <a:lnTo>
                  <a:pt x="24" y="642"/>
                </a:lnTo>
                <a:lnTo>
                  <a:pt x="23" y="640"/>
                </a:lnTo>
                <a:lnTo>
                  <a:pt x="23" y="639"/>
                </a:lnTo>
                <a:lnTo>
                  <a:pt x="22" y="639"/>
                </a:lnTo>
                <a:lnTo>
                  <a:pt x="21" y="639"/>
                </a:lnTo>
                <a:lnTo>
                  <a:pt x="21" y="638"/>
                </a:lnTo>
                <a:lnTo>
                  <a:pt x="21" y="637"/>
                </a:lnTo>
                <a:lnTo>
                  <a:pt x="20" y="636"/>
                </a:lnTo>
                <a:lnTo>
                  <a:pt x="19" y="635"/>
                </a:lnTo>
                <a:lnTo>
                  <a:pt x="19" y="634"/>
                </a:lnTo>
                <a:lnTo>
                  <a:pt x="20" y="634"/>
                </a:lnTo>
                <a:lnTo>
                  <a:pt x="21" y="634"/>
                </a:lnTo>
                <a:lnTo>
                  <a:pt x="22" y="634"/>
                </a:lnTo>
                <a:lnTo>
                  <a:pt x="22" y="635"/>
                </a:lnTo>
                <a:lnTo>
                  <a:pt x="23" y="635"/>
                </a:lnTo>
                <a:lnTo>
                  <a:pt x="23" y="636"/>
                </a:lnTo>
                <a:lnTo>
                  <a:pt x="24" y="636"/>
                </a:lnTo>
                <a:lnTo>
                  <a:pt x="25" y="636"/>
                </a:lnTo>
                <a:lnTo>
                  <a:pt x="25" y="635"/>
                </a:lnTo>
                <a:lnTo>
                  <a:pt x="26" y="635"/>
                </a:lnTo>
                <a:lnTo>
                  <a:pt x="26" y="634"/>
                </a:lnTo>
                <a:lnTo>
                  <a:pt x="26" y="635"/>
                </a:lnTo>
                <a:lnTo>
                  <a:pt x="27" y="635"/>
                </a:lnTo>
                <a:lnTo>
                  <a:pt x="28" y="635"/>
                </a:lnTo>
                <a:lnTo>
                  <a:pt x="29" y="635"/>
                </a:lnTo>
                <a:lnTo>
                  <a:pt x="30" y="635"/>
                </a:lnTo>
                <a:lnTo>
                  <a:pt x="31" y="635"/>
                </a:lnTo>
                <a:lnTo>
                  <a:pt x="31" y="634"/>
                </a:lnTo>
                <a:lnTo>
                  <a:pt x="31" y="633"/>
                </a:lnTo>
                <a:lnTo>
                  <a:pt x="31" y="632"/>
                </a:lnTo>
                <a:lnTo>
                  <a:pt x="31" y="631"/>
                </a:lnTo>
                <a:lnTo>
                  <a:pt x="31" y="630"/>
                </a:lnTo>
                <a:lnTo>
                  <a:pt x="31" y="628"/>
                </a:lnTo>
                <a:lnTo>
                  <a:pt x="30" y="628"/>
                </a:lnTo>
                <a:lnTo>
                  <a:pt x="30" y="627"/>
                </a:lnTo>
                <a:lnTo>
                  <a:pt x="31" y="627"/>
                </a:lnTo>
                <a:lnTo>
                  <a:pt x="32" y="626"/>
                </a:lnTo>
                <a:lnTo>
                  <a:pt x="31" y="626"/>
                </a:lnTo>
                <a:lnTo>
                  <a:pt x="31" y="625"/>
                </a:lnTo>
                <a:lnTo>
                  <a:pt x="32" y="625"/>
                </a:lnTo>
                <a:lnTo>
                  <a:pt x="32" y="624"/>
                </a:lnTo>
                <a:lnTo>
                  <a:pt x="31" y="624"/>
                </a:lnTo>
                <a:lnTo>
                  <a:pt x="32" y="624"/>
                </a:lnTo>
                <a:lnTo>
                  <a:pt x="32" y="623"/>
                </a:lnTo>
                <a:lnTo>
                  <a:pt x="33" y="623"/>
                </a:lnTo>
                <a:lnTo>
                  <a:pt x="33" y="622"/>
                </a:lnTo>
                <a:lnTo>
                  <a:pt x="34" y="622"/>
                </a:lnTo>
                <a:lnTo>
                  <a:pt x="34" y="621"/>
                </a:lnTo>
                <a:lnTo>
                  <a:pt x="35" y="621"/>
                </a:lnTo>
                <a:lnTo>
                  <a:pt x="35" y="620"/>
                </a:lnTo>
                <a:lnTo>
                  <a:pt x="35" y="619"/>
                </a:lnTo>
                <a:lnTo>
                  <a:pt x="36" y="619"/>
                </a:lnTo>
                <a:lnTo>
                  <a:pt x="37" y="618"/>
                </a:lnTo>
                <a:lnTo>
                  <a:pt x="37" y="617"/>
                </a:lnTo>
                <a:lnTo>
                  <a:pt x="38" y="617"/>
                </a:lnTo>
                <a:lnTo>
                  <a:pt x="38" y="618"/>
                </a:lnTo>
                <a:lnTo>
                  <a:pt x="39" y="618"/>
                </a:lnTo>
                <a:lnTo>
                  <a:pt x="39" y="617"/>
                </a:lnTo>
                <a:lnTo>
                  <a:pt x="40" y="617"/>
                </a:lnTo>
                <a:lnTo>
                  <a:pt x="40" y="616"/>
                </a:lnTo>
                <a:lnTo>
                  <a:pt x="40" y="615"/>
                </a:lnTo>
                <a:lnTo>
                  <a:pt x="41" y="615"/>
                </a:lnTo>
                <a:lnTo>
                  <a:pt x="42" y="614"/>
                </a:lnTo>
                <a:lnTo>
                  <a:pt x="42" y="613"/>
                </a:lnTo>
                <a:lnTo>
                  <a:pt x="43" y="612"/>
                </a:lnTo>
                <a:lnTo>
                  <a:pt x="42" y="612"/>
                </a:lnTo>
                <a:lnTo>
                  <a:pt x="43" y="612"/>
                </a:lnTo>
                <a:lnTo>
                  <a:pt x="44" y="612"/>
                </a:lnTo>
                <a:lnTo>
                  <a:pt x="45" y="612"/>
                </a:lnTo>
                <a:lnTo>
                  <a:pt x="45" y="613"/>
                </a:lnTo>
                <a:lnTo>
                  <a:pt x="46" y="613"/>
                </a:lnTo>
                <a:lnTo>
                  <a:pt x="46" y="612"/>
                </a:lnTo>
                <a:lnTo>
                  <a:pt x="47" y="612"/>
                </a:lnTo>
                <a:lnTo>
                  <a:pt x="48" y="612"/>
                </a:lnTo>
                <a:lnTo>
                  <a:pt x="48" y="613"/>
                </a:lnTo>
                <a:lnTo>
                  <a:pt x="48" y="614"/>
                </a:lnTo>
                <a:lnTo>
                  <a:pt x="48" y="613"/>
                </a:lnTo>
                <a:lnTo>
                  <a:pt x="49" y="613"/>
                </a:lnTo>
                <a:lnTo>
                  <a:pt x="50" y="612"/>
                </a:lnTo>
                <a:lnTo>
                  <a:pt x="51" y="612"/>
                </a:lnTo>
                <a:lnTo>
                  <a:pt x="51" y="613"/>
                </a:lnTo>
                <a:lnTo>
                  <a:pt x="52" y="613"/>
                </a:lnTo>
                <a:lnTo>
                  <a:pt x="52" y="612"/>
                </a:lnTo>
                <a:lnTo>
                  <a:pt x="53" y="612"/>
                </a:lnTo>
                <a:lnTo>
                  <a:pt x="54" y="611"/>
                </a:lnTo>
                <a:lnTo>
                  <a:pt x="54" y="612"/>
                </a:lnTo>
                <a:lnTo>
                  <a:pt x="55" y="612"/>
                </a:lnTo>
                <a:lnTo>
                  <a:pt x="56" y="612"/>
                </a:lnTo>
                <a:lnTo>
                  <a:pt x="56" y="613"/>
                </a:lnTo>
                <a:lnTo>
                  <a:pt x="57" y="613"/>
                </a:lnTo>
                <a:lnTo>
                  <a:pt x="58" y="613"/>
                </a:lnTo>
                <a:lnTo>
                  <a:pt x="57" y="614"/>
                </a:lnTo>
                <a:lnTo>
                  <a:pt x="56" y="614"/>
                </a:lnTo>
                <a:lnTo>
                  <a:pt x="56" y="615"/>
                </a:lnTo>
                <a:lnTo>
                  <a:pt x="55" y="616"/>
                </a:lnTo>
                <a:lnTo>
                  <a:pt x="56" y="616"/>
                </a:lnTo>
                <a:lnTo>
                  <a:pt x="57" y="616"/>
                </a:lnTo>
                <a:lnTo>
                  <a:pt x="58" y="616"/>
                </a:lnTo>
                <a:lnTo>
                  <a:pt x="58" y="615"/>
                </a:lnTo>
                <a:lnTo>
                  <a:pt x="59" y="615"/>
                </a:lnTo>
                <a:lnTo>
                  <a:pt x="59" y="616"/>
                </a:lnTo>
                <a:lnTo>
                  <a:pt x="59" y="617"/>
                </a:lnTo>
                <a:lnTo>
                  <a:pt x="60" y="617"/>
                </a:lnTo>
                <a:lnTo>
                  <a:pt x="61" y="618"/>
                </a:lnTo>
                <a:lnTo>
                  <a:pt x="62" y="618"/>
                </a:lnTo>
                <a:lnTo>
                  <a:pt x="62" y="619"/>
                </a:lnTo>
                <a:lnTo>
                  <a:pt x="63" y="619"/>
                </a:lnTo>
                <a:lnTo>
                  <a:pt x="63" y="618"/>
                </a:lnTo>
                <a:lnTo>
                  <a:pt x="64" y="618"/>
                </a:lnTo>
                <a:lnTo>
                  <a:pt x="64" y="617"/>
                </a:lnTo>
                <a:lnTo>
                  <a:pt x="65" y="617"/>
                </a:lnTo>
                <a:lnTo>
                  <a:pt x="66" y="617"/>
                </a:lnTo>
                <a:lnTo>
                  <a:pt x="67" y="617"/>
                </a:lnTo>
                <a:lnTo>
                  <a:pt x="67" y="616"/>
                </a:lnTo>
                <a:lnTo>
                  <a:pt x="68" y="615"/>
                </a:lnTo>
                <a:lnTo>
                  <a:pt x="69" y="615"/>
                </a:lnTo>
                <a:lnTo>
                  <a:pt x="69" y="614"/>
                </a:lnTo>
                <a:lnTo>
                  <a:pt x="70" y="613"/>
                </a:lnTo>
                <a:lnTo>
                  <a:pt x="71" y="613"/>
                </a:lnTo>
                <a:lnTo>
                  <a:pt x="71" y="612"/>
                </a:lnTo>
                <a:lnTo>
                  <a:pt x="72" y="612"/>
                </a:lnTo>
                <a:lnTo>
                  <a:pt x="73" y="612"/>
                </a:lnTo>
                <a:lnTo>
                  <a:pt x="74" y="612"/>
                </a:lnTo>
                <a:lnTo>
                  <a:pt x="74" y="613"/>
                </a:lnTo>
                <a:lnTo>
                  <a:pt x="74" y="614"/>
                </a:lnTo>
                <a:lnTo>
                  <a:pt x="75" y="614"/>
                </a:lnTo>
                <a:lnTo>
                  <a:pt x="76" y="614"/>
                </a:lnTo>
                <a:lnTo>
                  <a:pt x="77" y="615"/>
                </a:lnTo>
                <a:lnTo>
                  <a:pt x="77" y="614"/>
                </a:lnTo>
                <a:lnTo>
                  <a:pt x="78" y="613"/>
                </a:lnTo>
                <a:lnTo>
                  <a:pt x="79" y="613"/>
                </a:lnTo>
                <a:lnTo>
                  <a:pt x="80" y="613"/>
                </a:lnTo>
                <a:lnTo>
                  <a:pt x="80" y="612"/>
                </a:lnTo>
                <a:lnTo>
                  <a:pt x="79" y="611"/>
                </a:lnTo>
                <a:lnTo>
                  <a:pt x="82" y="611"/>
                </a:lnTo>
                <a:lnTo>
                  <a:pt x="83" y="611"/>
                </a:lnTo>
                <a:lnTo>
                  <a:pt x="84" y="611"/>
                </a:lnTo>
                <a:lnTo>
                  <a:pt x="85" y="611"/>
                </a:lnTo>
                <a:lnTo>
                  <a:pt x="86" y="611"/>
                </a:lnTo>
                <a:lnTo>
                  <a:pt x="86" y="613"/>
                </a:lnTo>
                <a:lnTo>
                  <a:pt x="86" y="614"/>
                </a:lnTo>
                <a:lnTo>
                  <a:pt x="87" y="614"/>
                </a:lnTo>
                <a:lnTo>
                  <a:pt x="87" y="615"/>
                </a:lnTo>
                <a:lnTo>
                  <a:pt x="87" y="616"/>
                </a:lnTo>
                <a:lnTo>
                  <a:pt x="87" y="617"/>
                </a:lnTo>
                <a:lnTo>
                  <a:pt x="87" y="618"/>
                </a:lnTo>
                <a:lnTo>
                  <a:pt x="87" y="619"/>
                </a:lnTo>
                <a:lnTo>
                  <a:pt x="88" y="619"/>
                </a:lnTo>
                <a:lnTo>
                  <a:pt x="88" y="620"/>
                </a:lnTo>
                <a:lnTo>
                  <a:pt x="88" y="621"/>
                </a:lnTo>
                <a:lnTo>
                  <a:pt x="89" y="621"/>
                </a:lnTo>
                <a:lnTo>
                  <a:pt x="89" y="620"/>
                </a:lnTo>
                <a:lnTo>
                  <a:pt x="90" y="620"/>
                </a:lnTo>
                <a:lnTo>
                  <a:pt x="90" y="619"/>
                </a:lnTo>
                <a:lnTo>
                  <a:pt x="91" y="619"/>
                </a:lnTo>
                <a:lnTo>
                  <a:pt x="91" y="620"/>
                </a:lnTo>
                <a:lnTo>
                  <a:pt x="91" y="621"/>
                </a:lnTo>
                <a:lnTo>
                  <a:pt x="92" y="622"/>
                </a:lnTo>
                <a:lnTo>
                  <a:pt x="93" y="622"/>
                </a:lnTo>
                <a:lnTo>
                  <a:pt x="94" y="622"/>
                </a:lnTo>
                <a:lnTo>
                  <a:pt x="95" y="621"/>
                </a:lnTo>
                <a:lnTo>
                  <a:pt x="96" y="621"/>
                </a:lnTo>
                <a:lnTo>
                  <a:pt x="96" y="620"/>
                </a:lnTo>
                <a:lnTo>
                  <a:pt x="96" y="619"/>
                </a:lnTo>
                <a:lnTo>
                  <a:pt x="97" y="619"/>
                </a:lnTo>
                <a:lnTo>
                  <a:pt x="97" y="618"/>
                </a:lnTo>
                <a:lnTo>
                  <a:pt x="96" y="618"/>
                </a:lnTo>
                <a:lnTo>
                  <a:pt x="96" y="617"/>
                </a:lnTo>
                <a:lnTo>
                  <a:pt x="96" y="616"/>
                </a:lnTo>
                <a:lnTo>
                  <a:pt x="96" y="615"/>
                </a:lnTo>
                <a:lnTo>
                  <a:pt x="97" y="615"/>
                </a:lnTo>
                <a:lnTo>
                  <a:pt x="98" y="615"/>
                </a:lnTo>
                <a:lnTo>
                  <a:pt x="98" y="616"/>
                </a:lnTo>
                <a:lnTo>
                  <a:pt x="98" y="615"/>
                </a:lnTo>
                <a:lnTo>
                  <a:pt x="98" y="614"/>
                </a:lnTo>
                <a:lnTo>
                  <a:pt x="98" y="613"/>
                </a:lnTo>
                <a:lnTo>
                  <a:pt x="98" y="612"/>
                </a:lnTo>
                <a:lnTo>
                  <a:pt x="98" y="611"/>
                </a:lnTo>
                <a:lnTo>
                  <a:pt x="98" y="610"/>
                </a:lnTo>
                <a:lnTo>
                  <a:pt x="98" y="609"/>
                </a:lnTo>
                <a:lnTo>
                  <a:pt x="97" y="609"/>
                </a:lnTo>
                <a:lnTo>
                  <a:pt x="97" y="608"/>
                </a:lnTo>
                <a:lnTo>
                  <a:pt x="96" y="608"/>
                </a:lnTo>
                <a:lnTo>
                  <a:pt x="96" y="607"/>
                </a:lnTo>
                <a:lnTo>
                  <a:pt x="95" y="607"/>
                </a:lnTo>
                <a:lnTo>
                  <a:pt x="96" y="607"/>
                </a:lnTo>
                <a:lnTo>
                  <a:pt x="96" y="606"/>
                </a:lnTo>
                <a:lnTo>
                  <a:pt x="96" y="605"/>
                </a:lnTo>
                <a:lnTo>
                  <a:pt x="95" y="605"/>
                </a:lnTo>
                <a:lnTo>
                  <a:pt x="94" y="604"/>
                </a:lnTo>
                <a:lnTo>
                  <a:pt x="93" y="603"/>
                </a:lnTo>
                <a:lnTo>
                  <a:pt x="92" y="602"/>
                </a:lnTo>
                <a:lnTo>
                  <a:pt x="92" y="603"/>
                </a:lnTo>
                <a:lnTo>
                  <a:pt x="91" y="603"/>
                </a:lnTo>
                <a:lnTo>
                  <a:pt x="91" y="602"/>
                </a:lnTo>
                <a:lnTo>
                  <a:pt x="90" y="602"/>
                </a:lnTo>
                <a:lnTo>
                  <a:pt x="89" y="601"/>
                </a:lnTo>
                <a:lnTo>
                  <a:pt x="89" y="600"/>
                </a:lnTo>
                <a:lnTo>
                  <a:pt x="90" y="599"/>
                </a:lnTo>
                <a:lnTo>
                  <a:pt x="90" y="598"/>
                </a:lnTo>
                <a:lnTo>
                  <a:pt x="89" y="598"/>
                </a:lnTo>
                <a:lnTo>
                  <a:pt x="90" y="597"/>
                </a:lnTo>
                <a:lnTo>
                  <a:pt x="90" y="595"/>
                </a:lnTo>
                <a:lnTo>
                  <a:pt x="89" y="594"/>
                </a:lnTo>
                <a:lnTo>
                  <a:pt x="87" y="594"/>
                </a:lnTo>
                <a:lnTo>
                  <a:pt x="87" y="593"/>
                </a:lnTo>
                <a:lnTo>
                  <a:pt x="87" y="592"/>
                </a:lnTo>
                <a:lnTo>
                  <a:pt x="88" y="591"/>
                </a:lnTo>
                <a:lnTo>
                  <a:pt x="87" y="591"/>
                </a:lnTo>
                <a:lnTo>
                  <a:pt x="88" y="590"/>
                </a:lnTo>
                <a:lnTo>
                  <a:pt x="88" y="589"/>
                </a:lnTo>
                <a:lnTo>
                  <a:pt x="89" y="589"/>
                </a:lnTo>
                <a:lnTo>
                  <a:pt x="90" y="589"/>
                </a:lnTo>
                <a:lnTo>
                  <a:pt x="91" y="588"/>
                </a:lnTo>
                <a:lnTo>
                  <a:pt x="91" y="587"/>
                </a:lnTo>
                <a:lnTo>
                  <a:pt x="90" y="587"/>
                </a:lnTo>
                <a:lnTo>
                  <a:pt x="90" y="586"/>
                </a:lnTo>
                <a:lnTo>
                  <a:pt x="89" y="586"/>
                </a:lnTo>
                <a:lnTo>
                  <a:pt x="89" y="585"/>
                </a:lnTo>
                <a:lnTo>
                  <a:pt x="88" y="584"/>
                </a:lnTo>
                <a:lnTo>
                  <a:pt x="87" y="584"/>
                </a:lnTo>
                <a:lnTo>
                  <a:pt x="88" y="584"/>
                </a:lnTo>
                <a:lnTo>
                  <a:pt x="87" y="585"/>
                </a:lnTo>
                <a:lnTo>
                  <a:pt x="86" y="586"/>
                </a:lnTo>
                <a:lnTo>
                  <a:pt x="86" y="585"/>
                </a:lnTo>
                <a:lnTo>
                  <a:pt x="84" y="586"/>
                </a:lnTo>
                <a:lnTo>
                  <a:pt x="84" y="585"/>
                </a:lnTo>
                <a:lnTo>
                  <a:pt x="83" y="584"/>
                </a:lnTo>
                <a:lnTo>
                  <a:pt x="84" y="584"/>
                </a:lnTo>
                <a:lnTo>
                  <a:pt x="84" y="583"/>
                </a:lnTo>
                <a:lnTo>
                  <a:pt x="83" y="582"/>
                </a:lnTo>
                <a:lnTo>
                  <a:pt x="83" y="581"/>
                </a:lnTo>
                <a:lnTo>
                  <a:pt x="84" y="581"/>
                </a:lnTo>
                <a:lnTo>
                  <a:pt x="85" y="580"/>
                </a:lnTo>
                <a:lnTo>
                  <a:pt x="85" y="579"/>
                </a:lnTo>
                <a:lnTo>
                  <a:pt x="86" y="579"/>
                </a:lnTo>
                <a:lnTo>
                  <a:pt x="86" y="578"/>
                </a:lnTo>
                <a:lnTo>
                  <a:pt x="86" y="577"/>
                </a:lnTo>
                <a:lnTo>
                  <a:pt x="87" y="577"/>
                </a:lnTo>
                <a:lnTo>
                  <a:pt x="87" y="576"/>
                </a:lnTo>
                <a:lnTo>
                  <a:pt x="88" y="576"/>
                </a:lnTo>
                <a:lnTo>
                  <a:pt x="88" y="575"/>
                </a:lnTo>
                <a:lnTo>
                  <a:pt x="89" y="573"/>
                </a:lnTo>
                <a:lnTo>
                  <a:pt x="89" y="572"/>
                </a:lnTo>
                <a:lnTo>
                  <a:pt x="89" y="571"/>
                </a:lnTo>
                <a:lnTo>
                  <a:pt x="88" y="571"/>
                </a:lnTo>
                <a:lnTo>
                  <a:pt x="88" y="569"/>
                </a:lnTo>
                <a:lnTo>
                  <a:pt x="89" y="568"/>
                </a:lnTo>
                <a:lnTo>
                  <a:pt x="90" y="569"/>
                </a:lnTo>
                <a:lnTo>
                  <a:pt x="90" y="568"/>
                </a:lnTo>
                <a:lnTo>
                  <a:pt x="90" y="567"/>
                </a:lnTo>
                <a:lnTo>
                  <a:pt x="90" y="566"/>
                </a:lnTo>
                <a:lnTo>
                  <a:pt x="91" y="566"/>
                </a:lnTo>
                <a:lnTo>
                  <a:pt x="92" y="565"/>
                </a:lnTo>
                <a:lnTo>
                  <a:pt x="92" y="564"/>
                </a:lnTo>
                <a:lnTo>
                  <a:pt x="91" y="564"/>
                </a:lnTo>
                <a:lnTo>
                  <a:pt x="91" y="563"/>
                </a:lnTo>
                <a:lnTo>
                  <a:pt x="91" y="561"/>
                </a:lnTo>
                <a:lnTo>
                  <a:pt x="93" y="561"/>
                </a:lnTo>
                <a:lnTo>
                  <a:pt x="94" y="561"/>
                </a:lnTo>
                <a:lnTo>
                  <a:pt x="95" y="561"/>
                </a:lnTo>
                <a:lnTo>
                  <a:pt x="96" y="561"/>
                </a:lnTo>
                <a:lnTo>
                  <a:pt x="97" y="559"/>
                </a:lnTo>
                <a:lnTo>
                  <a:pt x="98" y="559"/>
                </a:lnTo>
                <a:lnTo>
                  <a:pt x="98" y="558"/>
                </a:lnTo>
                <a:lnTo>
                  <a:pt x="99" y="557"/>
                </a:lnTo>
                <a:lnTo>
                  <a:pt x="98" y="556"/>
                </a:lnTo>
                <a:lnTo>
                  <a:pt x="97" y="556"/>
                </a:lnTo>
                <a:lnTo>
                  <a:pt x="97" y="555"/>
                </a:lnTo>
                <a:lnTo>
                  <a:pt x="97" y="554"/>
                </a:lnTo>
                <a:lnTo>
                  <a:pt x="97" y="553"/>
                </a:lnTo>
                <a:lnTo>
                  <a:pt x="96" y="553"/>
                </a:lnTo>
                <a:lnTo>
                  <a:pt x="97" y="552"/>
                </a:lnTo>
                <a:lnTo>
                  <a:pt x="96" y="552"/>
                </a:lnTo>
                <a:lnTo>
                  <a:pt x="96" y="551"/>
                </a:lnTo>
                <a:lnTo>
                  <a:pt x="96" y="550"/>
                </a:lnTo>
                <a:lnTo>
                  <a:pt x="96" y="549"/>
                </a:lnTo>
                <a:lnTo>
                  <a:pt x="95" y="549"/>
                </a:lnTo>
                <a:lnTo>
                  <a:pt x="95" y="547"/>
                </a:lnTo>
                <a:lnTo>
                  <a:pt x="94" y="546"/>
                </a:lnTo>
                <a:lnTo>
                  <a:pt x="93" y="546"/>
                </a:lnTo>
                <a:lnTo>
                  <a:pt x="93" y="547"/>
                </a:lnTo>
                <a:lnTo>
                  <a:pt x="91" y="547"/>
                </a:lnTo>
                <a:lnTo>
                  <a:pt x="90" y="547"/>
                </a:lnTo>
                <a:lnTo>
                  <a:pt x="90" y="546"/>
                </a:lnTo>
                <a:lnTo>
                  <a:pt x="91" y="545"/>
                </a:lnTo>
                <a:lnTo>
                  <a:pt x="92" y="544"/>
                </a:lnTo>
                <a:lnTo>
                  <a:pt x="92" y="543"/>
                </a:lnTo>
                <a:lnTo>
                  <a:pt x="93" y="543"/>
                </a:lnTo>
                <a:lnTo>
                  <a:pt x="93" y="542"/>
                </a:lnTo>
                <a:lnTo>
                  <a:pt x="94" y="542"/>
                </a:lnTo>
                <a:lnTo>
                  <a:pt x="95" y="543"/>
                </a:lnTo>
                <a:lnTo>
                  <a:pt x="96" y="543"/>
                </a:lnTo>
                <a:lnTo>
                  <a:pt x="97" y="543"/>
                </a:lnTo>
                <a:lnTo>
                  <a:pt x="98" y="543"/>
                </a:lnTo>
                <a:lnTo>
                  <a:pt x="98" y="544"/>
                </a:lnTo>
                <a:lnTo>
                  <a:pt x="98" y="545"/>
                </a:lnTo>
                <a:lnTo>
                  <a:pt x="98" y="546"/>
                </a:lnTo>
                <a:lnTo>
                  <a:pt x="99" y="546"/>
                </a:lnTo>
                <a:lnTo>
                  <a:pt x="99" y="547"/>
                </a:lnTo>
                <a:lnTo>
                  <a:pt x="99" y="546"/>
                </a:lnTo>
                <a:lnTo>
                  <a:pt x="100" y="546"/>
                </a:lnTo>
                <a:lnTo>
                  <a:pt x="100" y="545"/>
                </a:lnTo>
                <a:lnTo>
                  <a:pt x="102" y="545"/>
                </a:lnTo>
                <a:lnTo>
                  <a:pt x="102" y="546"/>
                </a:lnTo>
                <a:lnTo>
                  <a:pt x="103" y="546"/>
                </a:lnTo>
                <a:lnTo>
                  <a:pt x="104" y="547"/>
                </a:lnTo>
                <a:lnTo>
                  <a:pt x="106" y="547"/>
                </a:lnTo>
                <a:lnTo>
                  <a:pt x="106" y="546"/>
                </a:lnTo>
                <a:lnTo>
                  <a:pt x="107" y="546"/>
                </a:lnTo>
                <a:lnTo>
                  <a:pt x="107" y="545"/>
                </a:lnTo>
                <a:lnTo>
                  <a:pt x="108" y="544"/>
                </a:lnTo>
                <a:lnTo>
                  <a:pt x="109" y="544"/>
                </a:lnTo>
                <a:lnTo>
                  <a:pt x="109" y="543"/>
                </a:lnTo>
                <a:lnTo>
                  <a:pt x="109" y="542"/>
                </a:lnTo>
                <a:lnTo>
                  <a:pt x="109" y="541"/>
                </a:lnTo>
                <a:lnTo>
                  <a:pt x="109" y="540"/>
                </a:lnTo>
                <a:lnTo>
                  <a:pt x="109" y="539"/>
                </a:lnTo>
                <a:lnTo>
                  <a:pt x="108" y="539"/>
                </a:lnTo>
                <a:lnTo>
                  <a:pt x="108" y="538"/>
                </a:lnTo>
                <a:lnTo>
                  <a:pt x="108" y="537"/>
                </a:lnTo>
                <a:lnTo>
                  <a:pt x="110" y="537"/>
                </a:lnTo>
                <a:lnTo>
                  <a:pt x="110" y="536"/>
                </a:lnTo>
                <a:lnTo>
                  <a:pt x="111" y="536"/>
                </a:lnTo>
                <a:lnTo>
                  <a:pt x="111" y="534"/>
                </a:lnTo>
                <a:lnTo>
                  <a:pt x="110" y="534"/>
                </a:lnTo>
                <a:lnTo>
                  <a:pt x="109" y="534"/>
                </a:lnTo>
                <a:lnTo>
                  <a:pt x="108" y="533"/>
                </a:lnTo>
                <a:lnTo>
                  <a:pt x="108" y="534"/>
                </a:lnTo>
                <a:lnTo>
                  <a:pt x="107" y="534"/>
                </a:lnTo>
                <a:lnTo>
                  <a:pt x="107" y="533"/>
                </a:lnTo>
                <a:lnTo>
                  <a:pt x="106" y="533"/>
                </a:lnTo>
                <a:lnTo>
                  <a:pt x="105" y="532"/>
                </a:lnTo>
                <a:lnTo>
                  <a:pt x="104" y="532"/>
                </a:lnTo>
                <a:lnTo>
                  <a:pt x="103" y="532"/>
                </a:lnTo>
                <a:lnTo>
                  <a:pt x="103" y="531"/>
                </a:lnTo>
                <a:lnTo>
                  <a:pt x="103" y="530"/>
                </a:lnTo>
                <a:lnTo>
                  <a:pt x="102" y="530"/>
                </a:lnTo>
                <a:lnTo>
                  <a:pt x="102" y="529"/>
                </a:lnTo>
                <a:lnTo>
                  <a:pt x="102" y="528"/>
                </a:lnTo>
                <a:lnTo>
                  <a:pt x="101" y="527"/>
                </a:lnTo>
                <a:lnTo>
                  <a:pt x="102" y="527"/>
                </a:lnTo>
                <a:lnTo>
                  <a:pt x="102" y="526"/>
                </a:lnTo>
                <a:lnTo>
                  <a:pt x="101" y="526"/>
                </a:lnTo>
                <a:lnTo>
                  <a:pt x="100" y="526"/>
                </a:lnTo>
                <a:lnTo>
                  <a:pt x="99" y="526"/>
                </a:lnTo>
                <a:lnTo>
                  <a:pt x="99" y="525"/>
                </a:lnTo>
                <a:lnTo>
                  <a:pt x="100" y="525"/>
                </a:lnTo>
                <a:lnTo>
                  <a:pt x="100" y="524"/>
                </a:lnTo>
                <a:lnTo>
                  <a:pt x="100" y="525"/>
                </a:lnTo>
                <a:lnTo>
                  <a:pt x="99" y="525"/>
                </a:lnTo>
                <a:lnTo>
                  <a:pt x="98" y="525"/>
                </a:lnTo>
                <a:lnTo>
                  <a:pt x="98" y="524"/>
                </a:lnTo>
                <a:lnTo>
                  <a:pt x="99" y="524"/>
                </a:lnTo>
                <a:lnTo>
                  <a:pt x="98" y="524"/>
                </a:lnTo>
                <a:lnTo>
                  <a:pt x="97" y="524"/>
                </a:lnTo>
                <a:lnTo>
                  <a:pt x="97" y="523"/>
                </a:lnTo>
                <a:lnTo>
                  <a:pt x="98" y="523"/>
                </a:lnTo>
                <a:lnTo>
                  <a:pt x="97" y="523"/>
                </a:lnTo>
                <a:lnTo>
                  <a:pt x="96" y="522"/>
                </a:lnTo>
                <a:lnTo>
                  <a:pt x="95" y="522"/>
                </a:lnTo>
                <a:lnTo>
                  <a:pt x="95" y="523"/>
                </a:lnTo>
                <a:lnTo>
                  <a:pt x="95" y="522"/>
                </a:lnTo>
                <a:lnTo>
                  <a:pt x="94" y="522"/>
                </a:lnTo>
                <a:lnTo>
                  <a:pt x="93" y="521"/>
                </a:lnTo>
                <a:lnTo>
                  <a:pt x="92" y="521"/>
                </a:lnTo>
                <a:lnTo>
                  <a:pt x="92" y="520"/>
                </a:lnTo>
                <a:lnTo>
                  <a:pt x="91" y="520"/>
                </a:lnTo>
                <a:lnTo>
                  <a:pt x="90" y="520"/>
                </a:lnTo>
                <a:lnTo>
                  <a:pt x="90" y="519"/>
                </a:lnTo>
                <a:lnTo>
                  <a:pt x="90" y="518"/>
                </a:lnTo>
                <a:lnTo>
                  <a:pt x="89" y="518"/>
                </a:lnTo>
                <a:lnTo>
                  <a:pt x="89" y="519"/>
                </a:lnTo>
                <a:lnTo>
                  <a:pt x="88" y="519"/>
                </a:lnTo>
                <a:lnTo>
                  <a:pt x="88" y="518"/>
                </a:lnTo>
                <a:lnTo>
                  <a:pt x="87" y="518"/>
                </a:lnTo>
                <a:lnTo>
                  <a:pt x="86" y="518"/>
                </a:lnTo>
                <a:lnTo>
                  <a:pt x="86" y="519"/>
                </a:lnTo>
                <a:lnTo>
                  <a:pt x="86" y="518"/>
                </a:lnTo>
                <a:lnTo>
                  <a:pt x="85" y="518"/>
                </a:lnTo>
                <a:lnTo>
                  <a:pt x="84" y="519"/>
                </a:lnTo>
                <a:lnTo>
                  <a:pt x="83" y="518"/>
                </a:lnTo>
                <a:lnTo>
                  <a:pt x="83" y="519"/>
                </a:lnTo>
                <a:lnTo>
                  <a:pt x="82" y="519"/>
                </a:lnTo>
                <a:lnTo>
                  <a:pt x="82" y="520"/>
                </a:lnTo>
                <a:lnTo>
                  <a:pt x="81" y="520"/>
                </a:lnTo>
                <a:lnTo>
                  <a:pt x="81" y="519"/>
                </a:lnTo>
                <a:lnTo>
                  <a:pt x="80" y="519"/>
                </a:lnTo>
                <a:lnTo>
                  <a:pt x="79" y="520"/>
                </a:lnTo>
                <a:lnTo>
                  <a:pt x="78" y="519"/>
                </a:lnTo>
                <a:lnTo>
                  <a:pt x="77" y="519"/>
                </a:lnTo>
                <a:lnTo>
                  <a:pt x="76" y="519"/>
                </a:lnTo>
                <a:lnTo>
                  <a:pt x="77" y="518"/>
                </a:lnTo>
                <a:lnTo>
                  <a:pt x="77" y="517"/>
                </a:lnTo>
                <a:lnTo>
                  <a:pt x="77" y="516"/>
                </a:lnTo>
                <a:lnTo>
                  <a:pt x="76" y="516"/>
                </a:lnTo>
                <a:lnTo>
                  <a:pt x="77" y="516"/>
                </a:lnTo>
                <a:lnTo>
                  <a:pt x="77" y="515"/>
                </a:lnTo>
                <a:lnTo>
                  <a:pt x="77" y="514"/>
                </a:lnTo>
                <a:lnTo>
                  <a:pt x="76" y="514"/>
                </a:lnTo>
                <a:lnTo>
                  <a:pt x="76" y="513"/>
                </a:lnTo>
                <a:lnTo>
                  <a:pt x="75" y="513"/>
                </a:lnTo>
                <a:lnTo>
                  <a:pt x="74" y="513"/>
                </a:lnTo>
                <a:lnTo>
                  <a:pt x="74" y="512"/>
                </a:lnTo>
                <a:lnTo>
                  <a:pt x="75" y="512"/>
                </a:lnTo>
                <a:lnTo>
                  <a:pt x="76" y="512"/>
                </a:lnTo>
                <a:lnTo>
                  <a:pt x="76" y="511"/>
                </a:lnTo>
                <a:lnTo>
                  <a:pt x="77" y="511"/>
                </a:lnTo>
                <a:lnTo>
                  <a:pt x="77" y="510"/>
                </a:lnTo>
                <a:lnTo>
                  <a:pt x="78" y="510"/>
                </a:lnTo>
                <a:lnTo>
                  <a:pt x="78" y="509"/>
                </a:lnTo>
                <a:lnTo>
                  <a:pt x="79" y="509"/>
                </a:lnTo>
                <a:lnTo>
                  <a:pt x="79" y="510"/>
                </a:lnTo>
                <a:lnTo>
                  <a:pt x="79" y="509"/>
                </a:lnTo>
                <a:lnTo>
                  <a:pt x="80" y="509"/>
                </a:lnTo>
                <a:lnTo>
                  <a:pt x="80" y="508"/>
                </a:lnTo>
                <a:lnTo>
                  <a:pt x="81" y="508"/>
                </a:lnTo>
                <a:lnTo>
                  <a:pt x="81" y="509"/>
                </a:lnTo>
                <a:lnTo>
                  <a:pt x="81" y="508"/>
                </a:lnTo>
                <a:lnTo>
                  <a:pt x="82" y="507"/>
                </a:lnTo>
                <a:lnTo>
                  <a:pt x="83" y="507"/>
                </a:lnTo>
                <a:lnTo>
                  <a:pt x="84" y="506"/>
                </a:lnTo>
                <a:lnTo>
                  <a:pt x="84" y="505"/>
                </a:lnTo>
                <a:lnTo>
                  <a:pt x="86" y="507"/>
                </a:lnTo>
                <a:lnTo>
                  <a:pt x="88" y="507"/>
                </a:lnTo>
                <a:lnTo>
                  <a:pt x="88" y="506"/>
                </a:lnTo>
                <a:lnTo>
                  <a:pt x="88" y="505"/>
                </a:lnTo>
                <a:lnTo>
                  <a:pt x="87" y="505"/>
                </a:lnTo>
                <a:lnTo>
                  <a:pt x="87" y="504"/>
                </a:lnTo>
                <a:lnTo>
                  <a:pt x="86" y="504"/>
                </a:lnTo>
                <a:lnTo>
                  <a:pt x="86" y="503"/>
                </a:lnTo>
                <a:lnTo>
                  <a:pt x="87" y="503"/>
                </a:lnTo>
                <a:lnTo>
                  <a:pt x="87" y="502"/>
                </a:lnTo>
                <a:lnTo>
                  <a:pt x="86" y="502"/>
                </a:lnTo>
                <a:lnTo>
                  <a:pt x="86" y="501"/>
                </a:lnTo>
                <a:lnTo>
                  <a:pt x="87" y="500"/>
                </a:lnTo>
                <a:lnTo>
                  <a:pt x="87" y="499"/>
                </a:lnTo>
                <a:lnTo>
                  <a:pt x="88" y="499"/>
                </a:lnTo>
                <a:lnTo>
                  <a:pt x="88" y="500"/>
                </a:lnTo>
                <a:lnTo>
                  <a:pt x="89" y="499"/>
                </a:lnTo>
                <a:lnTo>
                  <a:pt x="90" y="499"/>
                </a:lnTo>
                <a:lnTo>
                  <a:pt x="90" y="498"/>
                </a:lnTo>
                <a:lnTo>
                  <a:pt x="91" y="498"/>
                </a:lnTo>
                <a:lnTo>
                  <a:pt x="91" y="497"/>
                </a:lnTo>
                <a:lnTo>
                  <a:pt x="91" y="496"/>
                </a:lnTo>
                <a:lnTo>
                  <a:pt x="92" y="496"/>
                </a:lnTo>
                <a:lnTo>
                  <a:pt x="93" y="496"/>
                </a:lnTo>
                <a:lnTo>
                  <a:pt x="94" y="496"/>
                </a:lnTo>
                <a:lnTo>
                  <a:pt x="95" y="496"/>
                </a:lnTo>
                <a:lnTo>
                  <a:pt x="95" y="495"/>
                </a:lnTo>
                <a:lnTo>
                  <a:pt x="95" y="494"/>
                </a:lnTo>
                <a:lnTo>
                  <a:pt x="96" y="494"/>
                </a:lnTo>
                <a:lnTo>
                  <a:pt x="97" y="494"/>
                </a:lnTo>
                <a:lnTo>
                  <a:pt x="98" y="493"/>
                </a:lnTo>
                <a:lnTo>
                  <a:pt x="98" y="492"/>
                </a:lnTo>
                <a:lnTo>
                  <a:pt x="98" y="491"/>
                </a:lnTo>
                <a:lnTo>
                  <a:pt x="97" y="491"/>
                </a:lnTo>
                <a:lnTo>
                  <a:pt x="97" y="490"/>
                </a:lnTo>
                <a:lnTo>
                  <a:pt x="97" y="489"/>
                </a:lnTo>
                <a:lnTo>
                  <a:pt x="96" y="489"/>
                </a:lnTo>
                <a:lnTo>
                  <a:pt x="96" y="488"/>
                </a:lnTo>
                <a:lnTo>
                  <a:pt x="96" y="487"/>
                </a:lnTo>
                <a:lnTo>
                  <a:pt x="97" y="487"/>
                </a:lnTo>
                <a:lnTo>
                  <a:pt x="96" y="487"/>
                </a:lnTo>
                <a:lnTo>
                  <a:pt x="96" y="486"/>
                </a:lnTo>
                <a:lnTo>
                  <a:pt x="96" y="485"/>
                </a:lnTo>
                <a:lnTo>
                  <a:pt x="96" y="484"/>
                </a:lnTo>
                <a:lnTo>
                  <a:pt x="95" y="484"/>
                </a:lnTo>
                <a:lnTo>
                  <a:pt x="95" y="483"/>
                </a:lnTo>
                <a:lnTo>
                  <a:pt x="94" y="482"/>
                </a:lnTo>
                <a:lnTo>
                  <a:pt x="93" y="482"/>
                </a:lnTo>
                <a:lnTo>
                  <a:pt x="92" y="481"/>
                </a:lnTo>
                <a:lnTo>
                  <a:pt x="92" y="480"/>
                </a:lnTo>
                <a:lnTo>
                  <a:pt x="92" y="479"/>
                </a:lnTo>
                <a:lnTo>
                  <a:pt x="93" y="478"/>
                </a:lnTo>
                <a:lnTo>
                  <a:pt x="92" y="478"/>
                </a:lnTo>
                <a:lnTo>
                  <a:pt x="91" y="477"/>
                </a:lnTo>
                <a:lnTo>
                  <a:pt x="91" y="476"/>
                </a:lnTo>
                <a:lnTo>
                  <a:pt x="90" y="476"/>
                </a:lnTo>
                <a:lnTo>
                  <a:pt x="90" y="475"/>
                </a:lnTo>
                <a:lnTo>
                  <a:pt x="90" y="474"/>
                </a:lnTo>
                <a:lnTo>
                  <a:pt x="90" y="473"/>
                </a:lnTo>
                <a:lnTo>
                  <a:pt x="90" y="472"/>
                </a:lnTo>
                <a:lnTo>
                  <a:pt x="89" y="472"/>
                </a:lnTo>
                <a:lnTo>
                  <a:pt x="90" y="472"/>
                </a:lnTo>
                <a:lnTo>
                  <a:pt x="90" y="471"/>
                </a:lnTo>
                <a:lnTo>
                  <a:pt x="91" y="471"/>
                </a:lnTo>
                <a:lnTo>
                  <a:pt x="91" y="470"/>
                </a:lnTo>
                <a:lnTo>
                  <a:pt x="90" y="470"/>
                </a:lnTo>
                <a:lnTo>
                  <a:pt x="90" y="468"/>
                </a:lnTo>
                <a:lnTo>
                  <a:pt x="91" y="467"/>
                </a:lnTo>
                <a:lnTo>
                  <a:pt x="91" y="466"/>
                </a:lnTo>
                <a:lnTo>
                  <a:pt x="91" y="467"/>
                </a:lnTo>
                <a:lnTo>
                  <a:pt x="92" y="467"/>
                </a:lnTo>
                <a:lnTo>
                  <a:pt x="93" y="467"/>
                </a:lnTo>
                <a:lnTo>
                  <a:pt x="93" y="466"/>
                </a:lnTo>
                <a:lnTo>
                  <a:pt x="94" y="465"/>
                </a:lnTo>
                <a:lnTo>
                  <a:pt x="94" y="464"/>
                </a:lnTo>
                <a:lnTo>
                  <a:pt x="95" y="464"/>
                </a:lnTo>
                <a:lnTo>
                  <a:pt x="95" y="463"/>
                </a:lnTo>
                <a:lnTo>
                  <a:pt x="95" y="462"/>
                </a:lnTo>
                <a:lnTo>
                  <a:pt x="95" y="461"/>
                </a:lnTo>
                <a:lnTo>
                  <a:pt x="96" y="461"/>
                </a:lnTo>
                <a:lnTo>
                  <a:pt x="97" y="461"/>
                </a:lnTo>
                <a:lnTo>
                  <a:pt x="98" y="462"/>
                </a:lnTo>
                <a:lnTo>
                  <a:pt x="98" y="461"/>
                </a:lnTo>
                <a:lnTo>
                  <a:pt x="97" y="461"/>
                </a:lnTo>
                <a:lnTo>
                  <a:pt x="98" y="461"/>
                </a:lnTo>
                <a:lnTo>
                  <a:pt x="99" y="461"/>
                </a:lnTo>
                <a:lnTo>
                  <a:pt x="100" y="461"/>
                </a:lnTo>
                <a:lnTo>
                  <a:pt x="101" y="462"/>
                </a:lnTo>
                <a:lnTo>
                  <a:pt x="102" y="463"/>
                </a:lnTo>
                <a:lnTo>
                  <a:pt x="103" y="463"/>
                </a:lnTo>
                <a:lnTo>
                  <a:pt x="104" y="463"/>
                </a:lnTo>
                <a:lnTo>
                  <a:pt x="104" y="462"/>
                </a:lnTo>
                <a:lnTo>
                  <a:pt x="105" y="462"/>
                </a:lnTo>
                <a:lnTo>
                  <a:pt x="106" y="463"/>
                </a:lnTo>
                <a:lnTo>
                  <a:pt x="106" y="462"/>
                </a:lnTo>
                <a:lnTo>
                  <a:pt x="107" y="462"/>
                </a:lnTo>
                <a:lnTo>
                  <a:pt x="108" y="462"/>
                </a:lnTo>
                <a:lnTo>
                  <a:pt x="109" y="462"/>
                </a:lnTo>
                <a:lnTo>
                  <a:pt x="110" y="461"/>
                </a:lnTo>
                <a:lnTo>
                  <a:pt x="109" y="461"/>
                </a:lnTo>
                <a:lnTo>
                  <a:pt x="110" y="461"/>
                </a:lnTo>
                <a:lnTo>
                  <a:pt x="110" y="460"/>
                </a:lnTo>
                <a:lnTo>
                  <a:pt x="111" y="460"/>
                </a:lnTo>
                <a:lnTo>
                  <a:pt x="112" y="459"/>
                </a:lnTo>
                <a:lnTo>
                  <a:pt x="112" y="460"/>
                </a:lnTo>
                <a:lnTo>
                  <a:pt x="113" y="460"/>
                </a:lnTo>
                <a:lnTo>
                  <a:pt x="115" y="460"/>
                </a:lnTo>
                <a:lnTo>
                  <a:pt x="116" y="461"/>
                </a:lnTo>
                <a:lnTo>
                  <a:pt x="116" y="460"/>
                </a:lnTo>
                <a:lnTo>
                  <a:pt x="117" y="460"/>
                </a:lnTo>
                <a:lnTo>
                  <a:pt x="117" y="461"/>
                </a:lnTo>
                <a:lnTo>
                  <a:pt x="118" y="461"/>
                </a:lnTo>
                <a:lnTo>
                  <a:pt x="119" y="461"/>
                </a:lnTo>
                <a:lnTo>
                  <a:pt x="120" y="462"/>
                </a:lnTo>
                <a:lnTo>
                  <a:pt x="123" y="462"/>
                </a:lnTo>
                <a:lnTo>
                  <a:pt x="123" y="461"/>
                </a:lnTo>
                <a:lnTo>
                  <a:pt x="124" y="461"/>
                </a:lnTo>
                <a:lnTo>
                  <a:pt x="124" y="460"/>
                </a:lnTo>
                <a:lnTo>
                  <a:pt x="126" y="460"/>
                </a:lnTo>
                <a:lnTo>
                  <a:pt x="127" y="460"/>
                </a:lnTo>
                <a:lnTo>
                  <a:pt x="128" y="460"/>
                </a:lnTo>
                <a:lnTo>
                  <a:pt x="129" y="461"/>
                </a:lnTo>
                <a:lnTo>
                  <a:pt x="129" y="462"/>
                </a:lnTo>
                <a:lnTo>
                  <a:pt x="130" y="462"/>
                </a:lnTo>
                <a:lnTo>
                  <a:pt x="131" y="462"/>
                </a:lnTo>
                <a:lnTo>
                  <a:pt x="131" y="461"/>
                </a:lnTo>
                <a:lnTo>
                  <a:pt x="132" y="461"/>
                </a:lnTo>
                <a:lnTo>
                  <a:pt x="132" y="462"/>
                </a:lnTo>
                <a:lnTo>
                  <a:pt x="133" y="462"/>
                </a:lnTo>
                <a:lnTo>
                  <a:pt x="133" y="463"/>
                </a:lnTo>
                <a:lnTo>
                  <a:pt x="134" y="463"/>
                </a:lnTo>
                <a:lnTo>
                  <a:pt x="135" y="463"/>
                </a:lnTo>
                <a:lnTo>
                  <a:pt x="136" y="463"/>
                </a:lnTo>
                <a:lnTo>
                  <a:pt x="136" y="464"/>
                </a:lnTo>
                <a:lnTo>
                  <a:pt x="137" y="464"/>
                </a:lnTo>
                <a:lnTo>
                  <a:pt x="137" y="465"/>
                </a:lnTo>
                <a:lnTo>
                  <a:pt x="138" y="466"/>
                </a:lnTo>
                <a:lnTo>
                  <a:pt x="138" y="467"/>
                </a:lnTo>
                <a:lnTo>
                  <a:pt x="139" y="467"/>
                </a:lnTo>
                <a:lnTo>
                  <a:pt x="140" y="467"/>
                </a:lnTo>
                <a:lnTo>
                  <a:pt x="140" y="466"/>
                </a:lnTo>
                <a:lnTo>
                  <a:pt x="141" y="466"/>
                </a:lnTo>
                <a:lnTo>
                  <a:pt x="142" y="466"/>
                </a:lnTo>
                <a:lnTo>
                  <a:pt x="141" y="467"/>
                </a:lnTo>
                <a:lnTo>
                  <a:pt x="142" y="467"/>
                </a:lnTo>
                <a:lnTo>
                  <a:pt x="142" y="468"/>
                </a:lnTo>
                <a:lnTo>
                  <a:pt x="143" y="468"/>
                </a:lnTo>
                <a:lnTo>
                  <a:pt x="144" y="468"/>
                </a:lnTo>
                <a:lnTo>
                  <a:pt x="145" y="468"/>
                </a:lnTo>
                <a:lnTo>
                  <a:pt x="145" y="469"/>
                </a:lnTo>
                <a:lnTo>
                  <a:pt x="146" y="469"/>
                </a:lnTo>
                <a:lnTo>
                  <a:pt x="146" y="470"/>
                </a:lnTo>
                <a:lnTo>
                  <a:pt x="146" y="471"/>
                </a:lnTo>
                <a:lnTo>
                  <a:pt x="145" y="471"/>
                </a:lnTo>
                <a:lnTo>
                  <a:pt x="145" y="472"/>
                </a:lnTo>
                <a:lnTo>
                  <a:pt x="145" y="473"/>
                </a:lnTo>
                <a:lnTo>
                  <a:pt x="146" y="473"/>
                </a:lnTo>
                <a:lnTo>
                  <a:pt x="146" y="474"/>
                </a:lnTo>
                <a:lnTo>
                  <a:pt x="147" y="474"/>
                </a:lnTo>
                <a:lnTo>
                  <a:pt x="148" y="474"/>
                </a:lnTo>
                <a:lnTo>
                  <a:pt x="148" y="475"/>
                </a:lnTo>
                <a:lnTo>
                  <a:pt x="149" y="475"/>
                </a:lnTo>
                <a:lnTo>
                  <a:pt x="150" y="475"/>
                </a:lnTo>
                <a:lnTo>
                  <a:pt x="150" y="476"/>
                </a:lnTo>
                <a:lnTo>
                  <a:pt x="151" y="476"/>
                </a:lnTo>
                <a:lnTo>
                  <a:pt x="150" y="476"/>
                </a:lnTo>
                <a:lnTo>
                  <a:pt x="151" y="476"/>
                </a:lnTo>
                <a:lnTo>
                  <a:pt x="152" y="476"/>
                </a:lnTo>
                <a:lnTo>
                  <a:pt x="153" y="476"/>
                </a:lnTo>
                <a:lnTo>
                  <a:pt x="153" y="477"/>
                </a:lnTo>
                <a:lnTo>
                  <a:pt x="153" y="478"/>
                </a:lnTo>
                <a:lnTo>
                  <a:pt x="154" y="479"/>
                </a:lnTo>
                <a:lnTo>
                  <a:pt x="154" y="480"/>
                </a:lnTo>
                <a:lnTo>
                  <a:pt x="153" y="480"/>
                </a:lnTo>
                <a:lnTo>
                  <a:pt x="153" y="481"/>
                </a:lnTo>
                <a:lnTo>
                  <a:pt x="154" y="482"/>
                </a:lnTo>
                <a:lnTo>
                  <a:pt x="155" y="482"/>
                </a:lnTo>
                <a:lnTo>
                  <a:pt x="156" y="482"/>
                </a:lnTo>
                <a:lnTo>
                  <a:pt x="157" y="482"/>
                </a:lnTo>
                <a:lnTo>
                  <a:pt x="158" y="481"/>
                </a:lnTo>
                <a:lnTo>
                  <a:pt x="159" y="481"/>
                </a:lnTo>
                <a:lnTo>
                  <a:pt x="159" y="482"/>
                </a:lnTo>
                <a:lnTo>
                  <a:pt x="160" y="482"/>
                </a:lnTo>
                <a:lnTo>
                  <a:pt x="160" y="481"/>
                </a:lnTo>
                <a:lnTo>
                  <a:pt x="160" y="480"/>
                </a:lnTo>
                <a:lnTo>
                  <a:pt x="161" y="480"/>
                </a:lnTo>
                <a:lnTo>
                  <a:pt x="161" y="479"/>
                </a:lnTo>
                <a:lnTo>
                  <a:pt x="162" y="479"/>
                </a:lnTo>
                <a:lnTo>
                  <a:pt x="162" y="478"/>
                </a:lnTo>
                <a:lnTo>
                  <a:pt x="163" y="478"/>
                </a:lnTo>
                <a:lnTo>
                  <a:pt x="163" y="477"/>
                </a:lnTo>
                <a:lnTo>
                  <a:pt x="163" y="476"/>
                </a:lnTo>
                <a:lnTo>
                  <a:pt x="164" y="476"/>
                </a:lnTo>
                <a:lnTo>
                  <a:pt x="165" y="476"/>
                </a:lnTo>
                <a:lnTo>
                  <a:pt x="166" y="476"/>
                </a:lnTo>
                <a:lnTo>
                  <a:pt x="167" y="476"/>
                </a:lnTo>
                <a:lnTo>
                  <a:pt x="168" y="476"/>
                </a:lnTo>
                <a:lnTo>
                  <a:pt x="168" y="477"/>
                </a:lnTo>
                <a:lnTo>
                  <a:pt x="169" y="477"/>
                </a:lnTo>
                <a:lnTo>
                  <a:pt x="169" y="478"/>
                </a:lnTo>
                <a:lnTo>
                  <a:pt x="170" y="478"/>
                </a:lnTo>
                <a:lnTo>
                  <a:pt x="170" y="479"/>
                </a:lnTo>
                <a:lnTo>
                  <a:pt x="170" y="478"/>
                </a:lnTo>
                <a:lnTo>
                  <a:pt x="171" y="477"/>
                </a:lnTo>
                <a:lnTo>
                  <a:pt x="172" y="477"/>
                </a:lnTo>
                <a:lnTo>
                  <a:pt x="172" y="476"/>
                </a:lnTo>
                <a:lnTo>
                  <a:pt x="173" y="477"/>
                </a:lnTo>
                <a:lnTo>
                  <a:pt x="174" y="477"/>
                </a:lnTo>
                <a:lnTo>
                  <a:pt x="175" y="477"/>
                </a:lnTo>
                <a:lnTo>
                  <a:pt x="176" y="478"/>
                </a:lnTo>
                <a:lnTo>
                  <a:pt x="177" y="478"/>
                </a:lnTo>
                <a:lnTo>
                  <a:pt x="178" y="479"/>
                </a:lnTo>
                <a:lnTo>
                  <a:pt x="179" y="479"/>
                </a:lnTo>
                <a:lnTo>
                  <a:pt x="180" y="478"/>
                </a:lnTo>
                <a:lnTo>
                  <a:pt x="181" y="478"/>
                </a:lnTo>
                <a:lnTo>
                  <a:pt x="181" y="479"/>
                </a:lnTo>
                <a:lnTo>
                  <a:pt x="182" y="479"/>
                </a:lnTo>
                <a:lnTo>
                  <a:pt x="185" y="479"/>
                </a:lnTo>
                <a:lnTo>
                  <a:pt x="185" y="478"/>
                </a:lnTo>
                <a:lnTo>
                  <a:pt x="184" y="478"/>
                </a:lnTo>
                <a:lnTo>
                  <a:pt x="185" y="477"/>
                </a:lnTo>
                <a:lnTo>
                  <a:pt x="186" y="477"/>
                </a:lnTo>
                <a:lnTo>
                  <a:pt x="187" y="476"/>
                </a:lnTo>
                <a:lnTo>
                  <a:pt x="187" y="475"/>
                </a:lnTo>
                <a:lnTo>
                  <a:pt x="187" y="474"/>
                </a:lnTo>
                <a:lnTo>
                  <a:pt x="188" y="474"/>
                </a:lnTo>
                <a:lnTo>
                  <a:pt x="189" y="473"/>
                </a:lnTo>
                <a:lnTo>
                  <a:pt x="190" y="474"/>
                </a:lnTo>
                <a:lnTo>
                  <a:pt x="190" y="475"/>
                </a:lnTo>
                <a:lnTo>
                  <a:pt x="191" y="475"/>
                </a:lnTo>
                <a:lnTo>
                  <a:pt x="191" y="474"/>
                </a:lnTo>
                <a:lnTo>
                  <a:pt x="192" y="473"/>
                </a:lnTo>
                <a:lnTo>
                  <a:pt x="193" y="474"/>
                </a:lnTo>
                <a:lnTo>
                  <a:pt x="194" y="474"/>
                </a:lnTo>
                <a:lnTo>
                  <a:pt x="194" y="475"/>
                </a:lnTo>
                <a:lnTo>
                  <a:pt x="194" y="476"/>
                </a:lnTo>
                <a:lnTo>
                  <a:pt x="194" y="477"/>
                </a:lnTo>
                <a:lnTo>
                  <a:pt x="193" y="478"/>
                </a:lnTo>
                <a:lnTo>
                  <a:pt x="194" y="478"/>
                </a:lnTo>
                <a:lnTo>
                  <a:pt x="195" y="478"/>
                </a:lnTo>
                <a:lnTo>
                  <a:pt x="195" y="477"/>
                </a:lnTo>
                <a:lnTo>
                  <a:pt x="194" y="477"/>
                </a:lnTo>
                <a:lnTo>
                  <a:pt x="195" y="476"/>
                </a:lnTo>
                <a:lnTo>
                  <a:pt x="195" y="477"/>
                </a:lnTo>
                <a:lnTo>
                  <a:pt x="196" y="477"/>
                </a:lnTo>
                <a:lnTo>
                  <a:pt x="196" y="476"/>
                </a:lnTo>
                <a:lnTo>
                  <a:pt x="197" y="475"/>
                </a:lnTo>
                <a:lnTo>
                  <a:pt x="198" y="475"/>
                </a:lnTo>
                <a:lnTo>
                  <a:pt x="200" y="475"/>
                </a:lnTo>
                <a:lnTo>
                  <a:pt x="201" y="474"/>
                </a:lnTo>
                <a:lnTo>
                  <a:pt x="201" y="475"/>
                </a:lnTo>
                <a:lnTo>
                  <a:pt x="202" y="475"/>
                </a:lnTo>
                <a:lnTo>
                  <a:pt x="203" y="475"/>
                </a:lnTo>
                <a:lnTo>
                  <a:pt x="203" y="474"/>
                </a:lnTo>
                <a:lnTo>
                  <a:pt x="204" y="475"/>
                </a:lnTo>
                <a:lnTo>
                  <a:pt x="204" y="474"/>
                </a:lnTo>
                <a:lnTo>
                  <a:pt x="205" y="474"/>
                </a:lnTo>
                <a:lnTo>
                  <a:pt x="206" y="474"/>
                </a:lnTo>
                <a:lnTo>
                  <a:pt x="207" y="474"/>
                </a:lnTo>
                <a:lnTo>
                  <a:pt x="208" y="474"/>
                </a:lnTo>
                <a:lnTo>
                  <a:pt x="209" y="474"/>
                </a:lnTo>
                <a:lnTo>
                  <a:pt x="209" y="473"/>
                </a:lnTo>
                <a:lnTo>
                  <a:pt x="210" y="473"/>
                </a:lnTo>
                <a:lnTo>
                  <a:pt x="210" y="472"/>
                </a:lnTo>
                <a:lnTo>
                  <a:pt x="211" y="472"/>
                </a:lnTo>
                <a:lnTo>
                  <a:pt x="211" y="473"/>
                </a:lnTo>
                <a:lnTo>
                  <a:pt x="211" y="472"/>
                </a:lnTo>
                <a:lnTo>
                  <a:pt x="212" y="472"/>
                </a:lnTo>
                <a:lnTo>
                  <a:pt x="213" y="472"/>
                </a:lnTo>
                <a:lnTo>
                  <a:pt x="214" y="472"/>
                </a:lnTo>
                <a:lnTo>
                  <a:pt x="214" y="471"/>
                </a:lnTo>
                <a:lnTo>
                  <a:pt x="215" y="470"/>
                </a:lnTo>
                <a:lnTo>
                  <a:pt x="214" y="470"/>
                </a:lnTo>
                <a:lnTo>
                  <a:pt x="213" y="470"/>
                </a:lnTo>
                <a:lnTo>
                  <a:pt x="213" y="469"/>
                </a:lnTo>
                <a:lnTo>
                  <a:pt x="213" y="468"/>
                </a:lnTo>
                <a:lnTo>
                  <a:pt x="213" y="467"/>
                </a:lnTo>
                <a:lnTo>
                  <a:pt x="212" y="467"/>
                </a:lnTo>
                <a:lnTo>
                  <a:pt x="211" y="467"/>
                </a:lnTo>
                <a:lnTo>
                  <a:pt x="210" y="467"/>
                </a:lnTo>
                <a:lnTo>
                  <a:pt x="209" y="466"/>
                </a:lnTo>
                <a:lnTo>
                  <a:pt x="208" y="465"/>
                </a:lnTo>
                <a:lnTo>
                  <a:pt x="208" y="464"/>
                </a:lnTo>
                <a:lnTo>
                  <a:pt x="207" y="464"/>
                </a:lnTo>
                <a:lnTo>
                  <a:pt x="207" y="463"/>
                </a:lnTo>
                <a:lnTo>
                  <a:pt x="206" y="463"/>
                </a:lnTo>
                <a:lnTo>
                  <a:pt x="205" y="463"/>
                </a:lnTo>
                <a:lnTo>
                  <a:pt x="205" y="462"/>
                </a:lnTo>
                <a:lnTo>
                  <a:pt x="206" y="462"/>
                </a:lnTo>
                <a:lnTo>
                  <a:pt x="206" y="461"/>
                </a:lnTo>
                <a:lnTo>
                  <a:pt x="205" y="460"/>
                </a:lnTo>
                <a:lnTo>
                  <a:pt x="204" y="460"/>
                </a:lnTo>
                <a:lnTo>
                  <a:pt x="203" y="459"/>
                </a:lnTo>
                <a:lnTo>
                  <a:pt x="202" y="459"/>
                </a:lnTo>
                <a:lnTo>
                  <a:pt x="202" y="458"/>
                </a:lnTo>
                <a:lnTo>
                  <a:pt x="203" y="458"/>
                </a:lnTo>
                <a:lnTo>
                  <a:pt x="203" y="457"/>
                </a:lnTo>
                <a:lnTo>
                  <a:pt x="202" y="455"/>
                </a:lnTo>
                <a:lnTo>
                  <a:pt x="202" y="454"/>
                </a:lnTo>
                <a:lnTo>
                  <a:pt x="201" y="454"/>
                </a:lnTo>
                <a:lnTo>
                  <a:pt x="201" y="452"/>
                </a:lnTo>
                <a:lnTo>
                  <a:pt x="202" y="452"/>
                </a:lnTo>
                <a:lnTo>
                  <a:pt x="201" y="451"/>
                </a:lnTo>
                <a:lnTo>
                  <a:pt x="200" y="450"/>
                </a:lnTo>
                <a:lnTo>
                  <a:pt x="199" y="450"/>
                </a:lnTo>
                <a:lnTo>
                  <a:pt x="199" y="449"/>
                </a:lnTo>
                <a:lnTo>
                  <a:pt x="199" y="448"/>
                </a:lnTo>
                <a:lnTo>
                  <a:pt x="198" y="448"/>
                </a:lnTo>
                <a:lnTo>
                  <a:pt x="197" y="448"/>
                </a:lnTo>
                <a:lnTo>
                  <a:pt x="197" y="447"/>
                </a:lnTo>
                <a:lnTo>
                  <a:pt x="197" y="446"/>
                </a:lnTo>
                <a:lnTo>
                  <a:pt x="196" y="446"/>
                </a:lnTo>
                <a:lnTo>
                  <a:pt x="197" y="446"/>
                </a:lnTo>
                <a:lnTo>
                  <a:pt x="197" y="445"/>
                </a:lnTo>
                <a:lnTo>
                  <a:pt x="196" y="445"/>
                </a:lnTo>
                <a:lnTo>
                  <a:pt x="196" y="444"/>
                </a:lnTo>
                <a:lnTo>
                  <a:pt x="197" y="444"/>
                </a:lnTo>
                <a:lnTo>
                  <a:pt x="198" y="444"/>
                </a:lnTo>
                <a:lnTo>
                  <a:pt x="199" y="444"/>
                </a:lnTo>
                <a:lnTo>
                  <a:pt x="200" y="444"/>
                </a:lnTo>
                <a:lnTo>
                  <a:pt x="201" y="445"/>
                </a:lnTo>
                <a:lnTo>
                  <a:pt x="202" y="445"/>
                </a:lnTo>
                <a:lnTo>
                  <a:pt x="202" y="444"/>
                </a:lnTo>
                <a:lnTo>
                  <a:pt x="201" y="444"/>
                </a:lnTo>
                <a:lnTo>
                  <a:pt x="201" y="443"/>
                </a:lnTo>
                <a:lnTo>
                  <a:pt x="202" y="443"/>
                </a:lnTo>
                <a:lnTo>
                  <a:pt x="203" y="443"/>
                </a:lnTo>
                <a:lnTo>
                  <a:pt x="202" y="443"/>
                </a:lnTo>
                <a:lnTo>
                  <a:pt x="201" y="443"/>
                </a:lnTo>
                <a:lnTo>
                  <a:pt x="202" y="443"/>
                </a:lnTo>
                <a:lnTo>
                  <a:pt x="202" y="442"/>
                </a:lnTo>
                <a:lnTo>
                  <a:pt x="203" y="442"/>
                </a:lnTo>
                <a:lnTo>
                  <a:pt x="203" y="443"/>
                </a:lnTo>
                <a:lnTo>
                  <a:pt x="204" y="442"/>
                </a:lnTo>
                <a:lnTo>
                  <a:pt x="204" y="441"/>
                </a:lnTo>
                <a:lnTo>
                  <a:pt x="203" y="442"/>
                </a:lnTo>
                <a:lnTo>
                  <a:pt x="203" y="441"/>
                </a:lnTo>
                <a:lnTo>
                  <a:pt x="204" y="440"/>
                </a:lnTo>
                <a:lnTo>
                  <a:pt x="203" y="439"/>
                </a:lnTo>
                <a:lnTo>
                  <a:pt x="202" y="439"/>
                </a:lnTo>
                <a:lnTo>
                  <a:pt x="202" y="440"/>
                </a:lnTo>
                <a:lnTo>
                  <a:pt x="201" y="440"/>
                </a:lnTo>
                <a:lnTo>
                  <a:pt x="201" y="439"/>
                </a:lnTo>
                <a:lnTo>
                  <a:pt x="202" y="439"/>
                </a:lnTo>
                <a:lnTo>
                  <a:pt x="203" y="439"/>
                </a:lnTo>
                <a:lnTo>
                  <a:pt x="203" y="438"/>
                </a:lnTo>
                <a:lnTo>
                  <a:pt x="204" y="438"/>
                </a:lnTo>
                <a:lnTo>
                  <a:pt x="205" y="439"/>
                </a:lnTo>
                <a:lnTo>
                  <a:pt x="207" y="439"/>
                </a:lnTo>
                <a:lnTo>
                  <a:pt x="207" y="440"/>
                </a:lnTo>
                <a:lnTo>
                  <a:pt x="208" y="440"/>
                </a:lnTo>
                <a:lnTo>
                  <a:pt x="208" y="441"/>
                </a:lnTo>
                <a:lnTo>
                  <a:pt x="209" y="441"/>
                </a:lnTo>
                <a:lnTo>
                  <a:pt x="210" y="441"/>
                </a:lnTo>
                <a:lnTo>
                  <a:pt x="211" y="441"/>
                </a:lnTo>
                <a:lnTo>
                  <a:pt x="211" y="442"/>
                </a:lnTo>
                <a:lnTo>
                  <a:pt x="212" y="442"/>
                </a:lnTo>
                <a:lnTo>
                  <a:pt x="213" y="442"/>
                </a:lnTo>
                <a:lnTo>
                  <a:pt x="214" y="442"/>
                </a:lnTo>
                <a:lnTo>
                  <a:pt x="214" y="443"/>
                </a:lnTo>
                <a:lnTo>
                  <a:pt x="215" y="443"/>
                </a:lnTo>
                <a:lnTo>
                  <a:pt x="215" y="444"/>
                </a:lnTo>
                <a:lnTo>
                  <a:pt x="216" y="443"/>
                </a:lnTo>
                <a:lnTo>
                  <a:pt x="218" y="443"/>
                </a:lnTo>
                <a:lnTo>
                  <a:pt x="219" y="443"/>
                </a:lnTo>
                <a:lnTo>
                  <a:pt x="219" y="444"/>
                </a:lnTo>
                <a:lnTo>
                  <a:pt x="220" y="444"/>
                </a:lnTo>
                <a:lnTo>
                  <a:pt x="221" y="444"/>
                </a:lnTo>
                <a:lnTo>
                  <a:pt x="221" y="443"/>
                </a:lnTo>
                <a:lnTo>
                  <a:pt x="223" y="443"/>
                </a:lnTo>
                <a:lnTo>
                  <a:pt x="224" y="443"/>
                </a:lnTo>
                <a:lnTo>
                  <a:pt x="223" y="443"/>
                </a:lnTo>
                <a:lnTo>
                  <a:pt x="223" y="444"/>
                </a:lnTo>
                <a:lnTo>
                  <a:pt x="223" y="445"/>
                </a:lnTo>
                <a:lnTo>
                  <a:pt x="224" y="445"/>
                </a:lnTo>
                <a:lnTo>
                  <a:pt x="225" y="445"/>
                </a:lnTo>
                <a:lnTo>
                  <a:pt x="226" y="445"/>
                </a:lnTo>
                <a:lnTo>
                  <a:pt x="227" y="445"/>
                </a:lnTo>
                <a:lnTo>
                  <a:pt x="228" y="445"/>
                </a:lnTo>
                <a:lnTo>
                  <a:pt x="228" y="444"/>
                </a:lnTo>
                <a:lnTo>
                  <a:pt x="229" y="444"/>
                </a:lnTo>
                <a:lnTo>
                  <a:pt x="230" y="444"/>
                </a:lnTo>
                <a:lnTo>
                  <a:pt x="231" y="444"/>
                </a:lnTo>
                <a:lnTo>
                  <a:pt x="232" y="444"/>
                </a:lnTo>
                <a:lnTo>
                  <a:pt x="233" y="443"/>
                </a:lnTo>
                <a:lnTo>
                  <a:pt x="234" y="443"/>
                </a:lnTo>
                <a:lnTo>
                  <a:pt x="234" y="442"/>
                </a:lnTo>
                <a:lnTo>
                  <a:pt x="235" y="442"/>
                </a:lnTo>
                <a:lnTo>
                  <a:pt x="235" y="441"/>
                </a:lnTo>
                <a:lnTo>
                  <a:pt x="236" y="441"/>
                </a:lnTo>
                <a:lnTo>
                  <a:pt x="236" y="442"/>
                </a:lnTo>
                <a:lnTo>
                  <a:pt x="237" y="441"/>
                </a:lnTo>
                <a:lnTo>
                  <a:pt x="238" y="441"/>
                </a:lnTo>
                <a:lnTo>
                  <a:pt x="239" y="441"/>
                </a:lnTo>
                <a:lnTo>
                  <a:pt x="239" y="440"/>
                </a:lnTo>
                <a:lnTo>
                  <a:pt x="240" y="440"/>
                </a:lnTo>
                <a:lnTo>
                  <a:pt x="240" y="441"/>
                </a:lnTo>
                <a:lnTo>
                  <a:pt x="241" y="441"/>
                </a:lnTo>
                <a:lnTo>
                  <a:pt x="241" y="440"/>
                </a:lnTo>
                <a:lnTo>
                  <a:pt x="242" y="439"/>
                </a:lnTo>
                <a:lnTo>
                  <a:pt x="243" y="439"/>
                </a:lnTo>
                <a:lnTo>
                  <a:pt x="244" y="439"/>
                </a:lnTo>
                <a:lnTo>
                  <a:pt x="245" y="439"/>
                </a:lnTo>
                <a:lnTo>
                  <a:pt x="246" y="439"/>
                </a:lnTo>
                <a:lnTo>
                  <a:pt x="247" y="439"/>
                </a:lnTo>
                <a:lnTo>
                  <a:pt x="247" y="440"/>
                </a:lnTo>
                <a:lnTo>
                  <a:pt x="248" y="441"/>
                </a:lnTo>
                <a:lnTo>
                  <a:pt x="248" y="440"/>
                </a:lnTo>
                <a:lnTo>
                  <a:pt x="248" y="441"/>
                </a:lnTo>
                <a:lnTo>
                  <a:pt x="247" y="441"/>
                </a:lnTo>
                <a:lnTo>
                  <a:pt x="248" y="442"/>
                </a:lnTo>
                <a:lnTo>
                  <a:pt x="249" y="443"/>
                </a:lnTo>
                <a:lnTo>
                  <a:pt x="250" y="444"/>
                </a:lnTo>
                <a:lnTo>
                  <a:pt x="250" y="443"/>
                </a:lnTo>
                <a:lnTo>
                  <a:pt x="251" y="442"/>
                </a:lnTo>
                <a:lnTo>
                  <a:pt x="251" y="443"/>
                </a:lnTo>
                <a:lnTo>
                  <a:pt x="252" y="443"/>
                </a:lnTo>
                <a:lnTo>
                  <a:pt x="254" y="443"/>
                </a:lnTo>
                <a:lnTo>
                  <a:pt x="255" y="441"/>
                </a:lnTo>
                <a:lnTo>
                  <a:pt x="255" y="440"/>
                </a:lnTo>
                <a:lnTo>
                  <a:pt x="254" y="440"/>
                </a:lnTo>
                <a:lnTo>
                  <a:pt x="255" y="439"/>
                </a:lnTo>
                <a:lnTo>
                  <a:pt x="255" y="440"/>
                </a:lnTo>
                <a:lnTo>
                  <a:pt x="255" y="441"/>
                </a:lnTo>
                <a:lnTo>
                  <a:pt x="256" y="441"/>
                </a:lnTo>
                <a:lnTo>
                  <a:pt x="257" y="440"/>
                </a:lnTo>
                <a:lnTo>
                  <a:pt x="257" y="439"/>
                </a:lnTo>
                <a:lnTo>
                  <a:pt x="258" y="439"/>
                </a:lnTo>
                <a:lnTo>
                  <a:pt x="259" y="439"/>
                </a:lnTo>
                <a:lnTo>
                  <a:pt x="259" y="440"/>
                </a:lnTo>
                <a:lnTo>
                  <a:pt x="259" y="441"/>
                </a:lnTo>
                <a:lnTo>
                  <a:pt x="260" y="442"/>
                </a:lnTo>
                <a:lnTo>
                  <a:pt x="260" y="441"/>
                </a:lnTo>
                <a:lnTo>
                  <a:pt x="261" y="440"/>
                </a:lnTo>
                <a:lnTo>
                  <a:pt x="262" y="441"/>
                </a:lnTo>
                <a:lnTo>
                  <a:pt x="263" y="441"/>
                </a:lnTo>
                <a:lnTo>
                  <a:pt x="264" y="442"/>
                </a:lnTo>
                <a:lnTo>
                  <a:pt x="265" y="442"/>
                </a:lnTo>
                <a:lnTo>
                  <a:pt x="266" y="442"/>
                </a:lnTo>
                <a:lnTo>
                  <a:pt x="267" y="442"/>
                </a:lnTo>
                <a:lnTo>
                  <a:pt x="268" y="442"/>
                </a:lnTo>
                <a:lnTo>
                  <a:pt x="269" y="442"/>
                </a:lnTo>
                <a:lnTo>
                  <a:pt x="271" y="442"/>
                </a:lnTo>
                <a:lnTo>
                  <a:pt x="271" y="441"/>
                </a:lnTo>
                <a:lnTo>
                  <a:pt x="272" y="441"/>
                </a:lnTo>
                <a:lnTo>
                  <a:pt x="274" y="441"/>
                </a:lnTo>
                <a:lnTo>
                  <a:pt x="274" y="440"/>
                </a:lnTo>
                <a:lnTo>
                  <a:pt x="275" y="440"/>
                </a:lnTo>
                <a:lnTo>
                  <a:pt x="276" y="439"/>
                </a:lnTo>
                <a:lnTo>
                  <a:pt x="277" y="439"/>
                </a:lnTo>
                <a:lnTo>
                  <a:pt x="277" y="440"/>
                </a:lnTo>
                <a:lnTo>
                  <a:pt x="278" y="440"/>
                </a:lnTo>
                <a:lnTo>
                  <a:pt x="279" y="440"/>
                </a:lnTo>
                <a:lnTo>
                  <a:pt x="280" y="440"/>
                </a:lnTo>
                <a:lnTo>
                  <a:pt x="280" y="439"/>
                </a:lnTo>
                <a:lnTo>
                  <a:pt x="281" y="438"/>
                </a:lnTo>
                <a:lnTo>
                  <a:pt x="282" y="438"/>
                </a:lnTo>
                <a:lnTo>
                  <a:pt x="282" y="437"/>
                </a:lnTo>
                <a:lnTo>
                  <a:pt x="283" y="437"/>
                </a:lnTo>
                <a:lnTo>
                  <a:pt x="283" y="436"/>
                </a:lnTo>
                <a:lnTo>
                  <a:pt x="282" y="436"/>
                </a:lnTo>
                <a:lnTo>
                  <a:pt x="282" y="435"/>
                </a:lnTo>
                <a:lnTo>
                  <a:pt x="282" y="434"/>
                </a:lnTo>
                <a:lnTo>
                  <a:pt x="282" y="433"/>
                </a:lnTo>
                <a:lnTo>
                  <a:pt x="282" y="432"/>
                </a:lnTo>
                <a:lnTo>
                  <a:pt x="283" y="432"/>
                </a:lnTo>
                <a:lnTo>
                  <a:pt x="282" y="432"/>
                </a:lnTo>
                <a:lnTo>
                  <a:pt x="282" y="431"/>
                </a:lnTo>
                <a:lnTo>
                  <a:pt x="283" y="431"/>
                </a:lnTo>
                <a:lnTo>
                  <a:pt x="283" y="430"/>
                </a:lnTo>
                <a:lnTo>
                  <a:pt x="284" y="430"/>
                </a:lnTo>
                <a:lnTo>
                  <a:pt x="284" y="429"/>
                </a:lnTo>
                <a:lnTo>
                  <a:pt x="285" y="429"/>
                </a:lnTo>
                <a:lnTo>
                  <a:pt x="285" y="428"/>
                </a:lnTo>
                <a:lnTo>
                  <a:pt x="284" y="428"/>
                </a:lnTo>
                <a:lnTo>
                  <a:pt x="284" y="427"/>
                </a:lnTo>
                <a:lnTo>
                  <a:pt x="284" y="426"/>
                </a:lnTo>
                <a:lnTo>
                  <a:pt x="283" y="426"/>
                </a:lnTo>
                <a:lnTo>
                  <a:pt x="284" y="426"/>
                </a:lnTo>
                <a:lnTo>
                  <a:pt x="284" y="424"/>
                </a:lnTo>
                <a:lnTo>
                  <a:pt x="283" y="424"/>
                </a:lnTo>
                <a:lnTo>
                  <a:pt x="283" y="422"/>
                </a:lnTo>
                <a:lnTo>
                  <a:pt x="283" y="420"/>
                </a:lnTo>
                <a:lnTo>
                  <a:pt x="282" y="420"/>
                </a:lnTo>
                <a:lnTo>
                  <a:pt x="282" y="419"/>
                </a:lnTo>
                <a:lnTo>
                  <a:pt x="282" y="418"/>
                </a:lnTo>
                <a:lnTo>
                  <a:pt x="282" y="417"/>
                </a:lnTo>
                <a:lnTo>
                  <a:pt x="283" y="417"/>
                </a:lnTo>
                <a:lnTo>
                  <a:pt x="283" y="416"/>
                </a:lnTo>
                <a:lnTo>
                  <a:pt x="283" y="415"/>
                </a:lnTo>
                <a:lnTo>
                  <a:pt x="283" y="414"/>
                </a:lnTo>
                <a:lnTo>
                  <a:pt x="283" y="413"/>
                </a:lnTo>
                <a:lnTo>
                  <a:pt x="282" y="413"/>
                </a:lnTo>
                <a:lnTo>
                  <a:pt x="282" y="412"/>
                </a:lnTo>
                <a:lnTo>
                  <a:pt x="281" y="412"/>
                </a:lnTo>
                <a:lnTo>
                  <a:pt x="280" y="411"/>
                </a:lnTo>
                <a:lnTo>
                  <a:pt x="279" y="410"/>
                </a:lnTo>
                <a:lnTo>
                  <a:pt x="278" y="410"/>
                </a:lnTo>
                <a:lnTo>
                  <a:pt x="278" y="409"/>
                </a:lnTo>
                <a:lnTo>
                  <a:pt x="277" y="409"/>
                </a:lnTo>
                <a:lnTo>
                  <a:pt x="276" y="409"/>
                </a:lnTo>
                <a:lnTo>
                  <a:pt x="276" y="408"/>
                </a:lnTo>
                <a:lnTo>
                  <a:pt x="276" y="407"/>
                </a:lnTo>
                <a:lnTo>
                  <a:pt x="275" y="407"/>
                </a:lnTo>
                <a:lnTo>
                  <a:pt x="275" y="406"/>
                </a:lnTo>
                <a:lnTo>
                  <a:pt x="275" y="405"/>
                </a:lnTo>
                <a:lnTo>
                  <a:pt x="275" y="404"/>
                </a:lnTo>
                <a:lnTo>
                  <a:pt x="274" y="404"/>
                </a:lnTo>
                <a:lnTo>
                  <a:pt x="274" y="403"/>
                </a:lnTo>
                <a:lnTo>
                  <a:pt x="274" y="402"/>
                </a:lnTo>
                <a:lnTo>
                  <a:pt x="275" y="401"/>
                </a:lnTo>
                <a:lnTo>
                  <a:pt x="275" y="400"/>
                </a:lnTo>
                <a:lnTo>
                  <a:pt x="274" y="399"/>
                </a:lnTo>
                <a:lnTo>
                  <a:pt x="274" y="398"/>
                </a:lnTo>
                <a:lnTo>
                  <a:pt x="274" y="397"/>
                </a:lnTo>
                <a:lnTo>
                  <a:pt x="274" y="396"/>
                </a:lnTo>
                <a:lnTo>
                  <a:pt x="275" y="395"/>
                </a:lnTo>
                <a:lnTo>
                  <a:pt x="275" y="394"/>
                </a:lnTo>
                <a:lnTo>
                  <a:pt x="275" y="393"/>
                </a:lnTo>
                <a:lnTo>
                  <a:pt x="274" y="392"/>
                </a:lnTo>
                <a:lnTo>
                  <a:pt x="274" y="391"/>
                </a:lnTo>
                <a:lnTo>
                  <a:pt x="275" y="391"/>
                </a:lnTo>
                <a:lnTo>
                  <a:pt x="275" y="390"/>
                </a:lnTo>
                <a:lnTo>
                  <a:pt x="275" y="389"/>
                </a:lnTo>
                <a:lnTo>
                  <a:pt x="275" y="388"/>
                </a:lnTo>
                <a:lnTo>
                  <a:pt x="275" y="386"/>
                </a:lnTo>
                <a:lnTo>
                  <a:pt x="274" y="385"/>
                </a:lnTo>
                <a:lnTo>
                  <a:pt x="274" y="384"/>
                </a:lnTo>
                <a:lnTo>
                  <a:pt x="273" y="383"/>
                </a:lnTo>
                <a:lnTo>
                  <a:pt x="273" y="382"/>
                </a:lnTo>
                <a:lnTo>
                  <a:pt x="273" y="381"/>
                </a:lnTo>
                <a:lnTo>
                  <a:pt x="272" y="381"/>
                </a:lnTo>
                <a:lnTo>
                  <a:pt x="272" y="380"/>
                </a:lnTo>
                <a:lnTo>
                  <a:pt x="272" y="379"/>
                </a:lnTo>
                <a:lnTo>
                  <a:pt x="273" y="379"/>
                </a:lnTo>
                <a:lnTo>
                  <a:pt x="273" y="378"/>
                </a:lnTo>
                <a:lnTo>
                  <a:pt x="274" y="377"/>
                </a:lnTo>
                <a:lnTo>
                  <a:pt x="275" y="377"/>
                </a:lnTo>
                <a:lnTo>
                  <a:pt x="276" y="377"/>
                </a:lnTo>
                <a:lnTo>
                  <a:pt x="277" y="376"/>
                </a:lnTo>
                <a:lnTo>
                  <a:pt x="278" y="376"/>
                </a:lnTo>
                <a:lnTo>
                  <a:pt x="278" y="375"/>
                </a:lnTo>
                <a:lnTo>
                  <a:pt x="278" y="374"/>
                </a:lnTo>
                <a:lnTo>
                  <a:pt x="279" y="374"/>
                </a:lnTo>
                <a:lnTo>
                  <a:pt x="280" y="374"/>
                </a:lnTo>
                <a:lnTo>
                  <a:pt x="280" y="373"/>
                </a:lnTo>
                <a:lnTo>
                  <a:pt x="281" y="373"/>
                </a:lnTo>
                <a:lnTo>
                  <a:pt x="282" y="374"/>
                </a:lnTo>
                <a:lnTo>
                  <a:pt x="282" y="373"/>
                </a:lnTo>
                <a:lnTo>
                  <a:pt x="283" y="373"/>
                </a:lnTo>
                <a:lnTo>
                  <a:pt x="283" y="374"/>
                </a:lnTo>
                <a:lnTo>
                  <a:pt x="284" y="374"/>
                </a:lnTo>
                <a:lnTo>
                  <a:pt x="284" y="373"/>
                </a:lnTo>
                <a:lnTo>
                  <a:pt x="285" y="373"/>
                </a:lnTo>
                <a:lnTo>
                  <a:pt x="286" y="373"/>
                </a:lnTo>
                <a:lnTo>
                  <a:pt x="286" y="372"/>
                </a:lnTo>
                <a:lnTo>
                  <a:pt x="286" y="370"/>
                </a:lnTo>
                <a:lnTo>
                  <a:pt x="286" y="369"/>
                </a:lnTo>
                <a:lnTo>
                  <a:pt x="287" y="369"/>
                </a:lnTo>
                <a:lnTo>
                  <a:pt x="287" y="368"/>
                </a:lnTo>
                <a:lnTo>
                  <a:pt x="288" y="368"/>
                </a:lnTo>
                <a:lnTo>
                  <a:pt x="288" y="367"/>
                </a:lnTo>
                <a:lnTo>
                  <a:pt x="289" y="366"/>
                </a:lnTo>
                <a:lnTo>
                  <a:pt x="289" y="365"/>
                </a:lnTo>
                <a:lnTo>
                  <a:pt x="289" y="364"/>
                </a:lnTo>
                <a:lnTo>
                  <a:pt x="288" y="363"/>
                </a:lnTo>
                <a:lnTo>
                  <a:pt x="288" y="362"/>
                </a:lnTo>
                <a:lnTo>
                  <a:pt x="289" y="359"/>
                </a:lnTo>
                <a:lnTo>
                  <a:pt x="290" y="358"/>
                </a:lnTo>
                <a:lnTo>
                  <a:pt x="291" y="357"/>
                </a:lnTo>
                <a:lnTo>
                  <a:pt x="291" y="356"/>
                </a:lnTo>
                <a:lnTo>
                  <a:pt x="290" y="356"/>
                </a:lnTo>
                <a:lnTo>
                  <a:pt x="290" y="354"/>
                </a:lnTo>
                <a:lnTo>
                  <a:pt x="291" y="354"/>
                </a:lnTo>
                <a:lnTo>
                  <a:pt x="291" y="353"/>
                </a:lnTo>
                <a:lnTo>
                  <a:pt x="291" y="352"/>
                </a:lnTo>
                <a:lnTo>
                  <a:pt x="290" y="351"/>
                </a:lnTo>
                <a:lnTo>
                  <a:pt x="289" y="349"/>
                </a:lnTo>
                <a:lnTo>
                  <a:pt x="287" y="347"/>
                </a:lnTo>
                <a:lnTo>
                  <a:pt x="286" y="346"/>
                </a:lnTo>
                <a:lnTo>
                  <a:pt x="286" y="345"/>
                </a:lnTo>
                <a:lnTo>
                  <a:pt x="286" y="343"/>
                </a:lnTo>
                <a:lnTo>
                  <a:pt x="286" y="341"/>
                </a:lnTo>
                <a:lnTo>
                  <a:pt x="286" y="340"/>
                </a:lnTo>
                <a:lnTo>
                  <a:pt x="285" y="338"/>
                </a:lnTo>
                <a:lnTo>
                  <a:pt x="285" y="336"/>
                </a:lnTo>
                <a:lnTo>
                  <a:pt x="285" y="335"/>
                </a:lnTo>
                <a:lnTo>
                  <a:pt x="285" y="331"/>
                </a:lnTo>
                <a:lnTo>
                  <a:pt x="286" y="329"/>
                </a:lnTo>
                <a:lnTo>
                  <a:pt x="286" y="328"/>
                </a:lnTo>
                <a:lnTo>
                  <a:pt x="285" y="327"/>
                </a:lnTo>
                <a:lnTo>
                  <a:pt x="284" y="325"/>
                </a:lnTo>
                <a:lnTo>
                  <a:pt x="284" y="324"/>
                </a:lnTo>
                <a:lnTo>
                  <a:pt x="283" y="323"/>
                </a:lnTo>
                <a:lnTo>
                  <a:pt x="282" y="323"/>
                </a:lnTo>
                <a:lnTo>
                  <a:pt x="281" y="324"/>
                </a:lnTo>
                <a:lnTo>
                  <a:pt x="280" y="323"/>
                </a:lnTo>
                <a:lnTo>
                  <a:pt x="279" y="323"/>
                </a:lnTo>
                <a:lnTo>
                  <a:pt x="278" y="323"/>
                </a:lnTo>
                <a:lnTo>
                  <a:pt x="276" y="322"/>
                </a:lnTo>
                <a:lnTo>
                  <a:pt x="274" y="320"/>
                </a:lnTo>
                <a:lnTo>
                  <a:pt x="273" y="319"/>
                </a:lnTo>
                <a:lnTo>
                  <a:pt x="273" y="321"/>
                </a:lnTo>
                <a:lnTo>
                  <a:pt x="273" y="322"/>
                </a:lnTo>
                <a:lnTo>
                  <a:pt x="273" y="323"/>
                </a:lnTo>
                <a:lnTo>
                  <a:pt x="272" y="324"/>
                </a:lnTo>
                <a:lnTo>
                  <a:pt x="272" y="325"/>
                </a:lnTo>
                <a:lnTo>
                  <a:pt x="270" y="324"/>
                </a:lnTo>
                <a:lnTo>
                  <a:pt x="266" y="323"/>
                </a:lnTo>
                <a:lnTo>
                  <a:pt x="264" y="322"/>
                </a:lnTo>
                <a:lnTo>
                  <a:pt x="263" y="322"/>
                </a:lnTo>
                <a:lnTo>
                  <a:pt x="264" y="320"/>
                </a:lnTo>
                <a:lnTo>
                  <a:pt x="264" y="319"/>
                </a:lnTo>
                <a:lnTo>
                  <a:pt x="263" y="317"/>
                </a:lnTo>
                <a:lnTo>
                  <a:pt x="261" y="315"/>
                </a:lnTo>
                <a:lnTo>
                  <a:pt x="260" y="314"/>
                </a:lnTo>
                <a:lnTo>
                  <a:pt x="259" y="312"/>
                </a:lnTo>
                <a:lnTo>
                  <a:pt x="259" y="311"/>
                </a:lnTo>
                <a:lnTo>
                  <a:pt x="256" y="311"/>
                </a:lnTo>
                <a:lnTo>
                  <a:pt x="254" y="310"/>
                </a:lnTo>
                <a:lnTo>
                  <a:pt x="254" y="311"/>
                </a:lnTo>
                <a:lnTo>
                  <a:pt x="253" y="311"/>
                </a:lnTo>
                <a:lnTo>
                  <a:pt x="252" y="310"/>
                </a:lnTo>
                <a:lnTo>
                  <a:pt x="251" y="310"/>
                </a:lnTo>
                <a:lnTo>
                  <a:pt x="251" y="311"/>
                </a:lnTo>
                <a:lnTo>
                  <a:pt x="251" y="312"/>
                </a:lnTo>
                <a:lnTo>
                  <a:pt x="250" y="312"/>
                </a:lnTo>
                <a:lnTo>
                  <a:pt x="250" y="311"/>
                </a:lnTo>
                <a:lnTo>
                  <a:pt x="249" y="310"/>
                </a:lnTo>
                <a:lnTo>
                  <a:pt x="249" y="309"/>
                </a:lnTo>
                <a:lnTo>
                  <a:pt x="247" y="309"/>
                </a:lnTo>
                <a:lnTo>
                  <a:pt x="246" y="309"/>
                </a:lnTo>
                <a:lnTo>
                  <a:pt x="246" y="307"/>
                </a:lnTo>
                <a:lnTo>
                  <a:pt x="246" y="306"/>
                </a:lnTo>
                <a:lnTo>
                  <a:pt x="247" y="304"/>
                </a:lnTo>
                <a:lnTo>
                  <a:pt x="247" y="303"/>
                </a:lnTo>
                <a:lnTo>
                  <a:pt x="246" y="303"/>
                </a:lnTo>
                <a:lnTo>
                  <a:pt x="244" y="305"/>
                </a:lnTo>
                <a:lnTo>
                  <a:pt x="243" y="306"/>
                </a:lnTo>
                <a:lnTo>
                  <a:pt x="243" y="307"/>
                </a:lnTo>
                <a:lnTo>
                  <a:pt x="243" y="309"/>
                </a:lnTo>
                <a:lnTo>
                  <a:pt x="242" y="309"/>
                </a:lnTo>
                <a:lnTo>
                  <a:pt x="241" y="310"/>
                </a:lnTo>
                <a:lnTo>
                  <a:pt x="240" y="310"/>
                </a:lnTo>
                <a:lnTo>
                  <a:pt x="239" y="310"/>
                </a:lnTo>
                <a:lnTo>
                  <a:pt x="239" y="309"/>
                </a:lnTo>
                <a:lnTo>
                  <a:pt x="240" y="309"/>
                </a:lnTo>
                <a:lnTo>
                  <a:pt x="240" y="308"/>
                </a:lnTo>
                <a:lnTo>
                  <a:pt x="239" y="308"/>
                </a:lnTo>
                <a:lnTo>
                  <a:pt x="237" y="307"/>
                </a:lnTo>
                <a:lnTo>
                  <a:pt x="236" y="307"/>
                </a:lnTo>
                <a:lnTo>
                  <a:pt x="236" y="308"/>
                </a:lnTo>
                <a:lnTo>
                  <a:pt x="235" y="308"/>
                </a:lnTo>
                <a:lnTo>
                  <a:pt x="235" y="307"/>
                </a:lnTo>
                <a:lnTo>
                  <a:pt x="235" y="306"/>
                </a:lnTo>
                <a:lnTo>
                  <a:pt x="236" y="306"/>
                </a:lnTo>
                <a:lnTo>
                  <a:pt x="235" y="306"/>
                </a:lnTo>
                <a:lnTo>
                  <a:pt x="235" y="305"/>
                </a:lnTo>
                <a:lnTo>
                  <a:pt x="234" y="305"/>
                </a:lnTo>
                <a:lnTo>
                  <a:pt x="234" y="306"/>
                </a:lnTo>
                <a:lnTo>
                  <a:pt x="232" y="307"/>
                </a:lnTo>
                <a:lnTo>
                  <a:pt x="231" y="306"/>
                </a:lnTo>
                <a:lnTo>
                  <a:pt x="230" y="305"/>
                </a:lnTo>
                <a:lnTo>
                  <a:pt x="228" y="303"/>
                </a:lnTo>
                <a:lnTo>
                  <a:pt x="227" y="303"/>
                </a:lnTo>
                <a:lnTo>
                  <a:pt x="227" y="302"/>
                </a:lnTo>
                <a:lnTo>
                  <a:pt x="228" y="301"/>
                </a:lnTo>
                <a:lnTo>
                  <a:pt x="228" y="302"/>
                </a:lnTo>
                <a:lnTo>
                  <a:pt x="229" y="302"/>
                </a:lnTo>
                <a:lnTo>
                  <a:pt x="229" y="301"/>
                </a:lnTo>
                <a:lnTo>
                  <a:pt x="229" y="300"/>
                </a:lnTo>
                <a:lnTo>
                  <a:pt x="229" y="299"/>
                </a:lnTo>
                <a:lnTo>
                  <a:pt x="228" y="298"/>
                </a:lnTo>
                <a:lnTo>
                  <a:pt x="227" y="298"/>
                </a:lnTo>
                <a:lnTo>
                  <a:pt x="226" y="298"/>
                </a:lnTo>
                <a:lnTo>
                  <a:pt x="226" y="299"/>
                </a:lnTo>
                <a:lnTo>
                  <a:pt x="226" y="300"/>
                </a:lnTo>
                <a:lnTo>
                  <a:pt x="226" y="301"/>
                </a:lnTo>
                <a:lnTo>
                  <a:pt x="225" y="301"/>
                </a:lnTo>
                <a:lnTo>
                  <a:pt x="225" y="300"/>
                </a:lnTo>
                <a:lnTo>
                  <a:pt x="225" y="299"/>
                </a:lnTo>
                <a:lnTo>
                  <a:pt x="224" y="300"/>
                </a:lnTo>
                <a:lnTo>
                  <a:pt x="223" y="300"/>
                </a:lnTo>
                <a:lnTo>
                  <a:pt x="222" y="301"/>
                </a:lnTo>
                <a:lnTo>
                  <a:pt x="221" y="300"/>
                </a:lnTo>
                <a:lnTo>
                  <a:pt x="222" y="299"/>
                </a:lnTo>
                <a:lnTo>
                  <a:pt x="222" y="298"/>
                </a:lnTo>
                <a:lnTo>
                  <a:pt x="222" y="296"/>
                </a:lnTo>
                <a:lnTo>
                  <a:pt x="221" y="295"/>
                </a:lnTo>
                <a:lnTo>
                  <a:pt x="220" y="295"/>
                </a:lnTo>
                <a:lnTo>
                  <a:pt x="220" y="294"/>
                </a:lnTo>
                <a:lnTo>
                  <a:pt x="220" y="293"/>
                </a:lnTo>
                <a:lnTo>
                  <a:pt x="219" y="293"/>
                </a:lnTo>
                <a:lnTo>
                  <a:pt x="219" y="292"/>
                </a:lnTo>
                <a:lnTo>
                  <a:pt x="218" y="291"/>
                </a:lnTo>
                <a:lnTo>
                  <a:pt x="216" y="291"/>
                </a:lnTo>
                <a:lnTo>
                  <a:pt x="215" y="290"/>
                </a:lnTo>
                <a:lnTo>
                  <a:pt x="215" y="289"/>
                </a:lnTo>
                <a:lnTo>
                  <a:pt x="214" y="289"/>
                </a:lnTo>
                <a:lnTo>
                  <a:pt x="213" y="289"/>
                </a:lnTo>
                <a:lnTo>
                  <a:pt x="213" y="288"/>
                </a:lnTo>
                <a:lnTo>
                  <a:pt x="212" y="287"/>
                </a:lnTo>
                <a:lnTo>
                  <a:pt x="211" y="287"/>
                </a:lnTo>
                <a:lnTo>
                  <a:pt x="211" y="288"/>
                </a:lnTo>
                <a:lnTo>
                  <a:pt x="209" y="288"/>
                </a:lnTo>
                <a:lnTo>
                  <a:pt x="207" y="287"/>
                </a:lnTo>
                <a:lnTo>
                  <a:pt x="207" y="286"/>
                </a:lnTo>
                <a:lnTo>
                  <a:pt x="206" y="286"/>
                </a:lnTo>
                <a:lnTo>
                  <a:pt x="206" y="287"/>
                </a:lnTo>
                <a:lnTo>
                  <a:pt x="205" y="286"/>
                </a:lnTo>
                <a:lnTo>
                  <a:pt x="204" y="285"/>
                </a:lnTo>
                <a:lnTo>
                  <a:pt x="203" y="284"/>
                </a:lnTo>
                <a:lnTo>
                  <a:pt x="203" y="285"/>
                </a:lnTo>
                <a:lnTo>
                  <a:pt x="202" y="286"/>
                </a:lnTo>
                <a:lnTo>
                  <a:pt x="200" y="285"/>
                </a:lnTo>
                <a:lnTo>
                  <a:pt x="199" y="285"/>
                </a:lnTo>
                <a:lnTo>
                  <a:pt x="199" y="284"/>
                </a:lnTo>
                <a:lnTo>
                  <a:pt x="199" y="283"/>
                </a:lnTo>
                <a:lnTo>
                  <a:pt x="198" y="283"/>
                </a:lnTo>
                <a:lnTo>
                  <a:pt x="197" y="283"/>
                </a:lnTo>
                <a:lnTo>
                  <a:pt x="196" y="283"/>
                </a:lnTo>
                <a:lnTo>
                  <a:pt x="196" y="284"/>
                </a:lnTo>
                <a:lnTo>
                  <a:pt x="195" y="284"/>
                </a:lnTo>
                <a:lnTo>
                  <a:pt x="194" y="284"/>
                </a:lnTo>
                <a:lnTo>
                  <a:pt x="191" y="283"/>
                </a:lnTo>
                <a:lnTo>
                  <a:pt x="191" y="282"/>
                </a:lnTo>
                <a:lnTo>
                  <a:pt x="190" y="282"/>
                </a:lnTo>
                <a:lnTo>
                  <a:pt x="189" y="282"/>
                </a:lnTo>
                <a:lnTo>
                  <a:pt x="188" y="282"/>
                </a:lnTo>
                <a:lnTo>
                  <a:pt x="188" y="283"/>
                </a:lnTo>
                <a:lnTo>
                  <a:pt x="187" y="283"/>
                </a:lnTo>
                <a:lnTo>
                  <a:pt x="187" y="282"/>
                </a:lnTo>
                <a:lnTo>
                  <a:pt x="186" y="282"/>
                </a:lnTo>
                <a:lnTo>
                  <a:pt x="186" y="283"/>
                </a:lnTo>
                <a:lnTo>
                  <a:pt x="185" y="283"/>
                </a:lnTo>
                <a:lnTo>
                  <a:pt x="185" y="282"/>
                </a:lnTo>
                <a:lnTo>
                  <a:pt x="185" y="281"/>
                </a:lnTo>
                <a:lnTo>
                  <a:pt x="184" y="281"/>
                </a:lnTo>
                <a:lnTo>
                  <a:pt x="185" y="280"/>
                </a:lnTo>
                <a:lnTo>
                  <a:pt x="185" y="279"/>
                </a:lnTo>
                <a:lnTo>
                  <a:pt x="183" y="278"/>
                </a:lnTo>
                <a:lnTo>
                  <a:pt x="182" y="277"/>
                </a:lnTo>
                <a:lnTo>
                  <a:pt x="181" y="276"/>
                </a:lnTo>
                <a:lnTo>
                  <a:pt x="181" y="275"/>
                </a:lnTo>
                <a:lnTo>
                  <a:pt x="181" y="274"/>
                </a:lnTo>
                <a:lnTo>
                  <a:pt x="179" y="275"/>
                </a:lnTo>
                <a:lnTo>
                  <a:pt x="178" y="275"/>
                </a:lnTo>
                <a:lnTo>
                  <a:pt x="178" y="276"/>
                </a:lnTo>
                <a:lnTo>
                  <a:pt x="177" y="277"/>
                </a:lnTo>
                <a:lnTo>
                  <a:pt x="177" y="275"/>
                </a:lnTo>
                <a:lnTo>
                  <a:pt x="176" y="275"/>
                </a:lnTo>
                <a:lnTo>
                  <a:pt x="175" y="275"/>
                </a:lnTo>
                <a:lnTo>
                  <a:pt x="175" y="276"/>
                </a:lnTo>
                <a:lnTo>
                  <a:pt x="174" y="276"/>
                </a:lnTo>
                <a:lnTo>
                  <a:pt x="173" y="275"/>
                </a:lnTo>
                <a:lnTo>
                  <a:pt x="172" y="275"/>
                </a:lnTo>
                <a:lnTo>
                  <a:pt x="171" y="275"/>
                </a:lnTo>
                <a:lnTo>
                  <a:pt x="170" y="275"/>
                </a:lnTo>
                <a:lnTo>
                  <a:pt x="169" y="275"/>
                </a:lnTo>
                <a:lnTo>
                  <a:pt x="169" y="274"/>
                </a:lnTo>
                <a:lnTo>
                  <a:pt x="168" y="274"/>
                </a:lnTo>
                <a:lnTo>
                  <a:pt x="167" y="274"/>
                </a:lnTo>
                <a:lnTo>
                  <a:pt x="167" y="273"/>
                </a:lnTo>
                <a:lnTo>
                  <a:pt x="166" y="273"/>
                </a:lnTo>
                <a:lnTo>
                  <a:pt x="167" y="273"/>
                </a:lnTo>
                <a:lnTo>
                  <a:pt x="166" y="274"/>
                </a:lnTo>
                <a:lnTo>
                  <a:pt x="165" y="274"/>
                </a:lnTo>
                <a:lnTo>
                  <a:pt x="164" y="272"/>
                </a:lnTo>
                <a:lnTo>
                  <a:pt x="164" y="271"/>
                </a:lnTo>
                <a:lnTo>
                  <a:pt x="164" y="270"/>
                </a:lnTo>
                <a:lnTo>
                  <a:pt x="164" y="269"/>
                </a:lnTo>
                <a:lnTo>
                  <a:pt x="163" y="268"/>
                </a:lnTo>
                <a:lnTo>
                  <a:pt x="163" y="266"/>
                </a:lnTo>
                <a:lnTo>
                  <a:pt x="163" y="264"/>
                </a:lnTo>
                <a:lnTo>
                  <a:pt x="163" y="263"/>
                </a:lnTo>
                <a:lnTo>
                  <a:pt x="162" y="263"/>
                </a:lnTo>
                <a:lnTo>
                  <a:pt x="162" y="262"/>
                </a:lnTo>
                <a:lnTo>
                  <a:pt x="162" y="261"/>
                </a:lnTo>
                <a:lnTo>
                  <a:pt x="163" y="260"/>
                </a:lnTo>
                <a:lnTo>
                  <a:pt x="162" y="259"/>
                </a:lnTo>
                <a:lnTo>
                  <a:pt x="162" y="258"/>
                </a:lnTo>
                <a:lnTo>
                  <a:pt x="162" y="257"/>
                </a:lnTo>
                <a:lnTo>
                  <a:pt x="162" y="256"/>
                </a:lnTo>
                <a:lnTo>
                  <a:pt x="161" y="255"/>
                </a:lnTo>
                <a:lnTo>
                  <a:pt x="162" y="255"/>
                </a:lnTo>
                <a:lnTo>
                  <a:pt x="162" y="254"/>
                </a:lnTo>
                <a:lnTo>
                  <a:pt x="162" y="253"/>
                </a:lnTo>
                <a:lnTo>
                  <a:pt x="162" y="252"/>
                </a:lnTo>
                <a:lnTo>
                  <a:pt x="164" y="255"/>
                </a:lnTo>
                <a:lnTo>
                  <a:pt x="165" y="255"/>
                </a:lnTo>
                <a:lnTo>
                  <a:pt x="166" y="253"/>
                </a:lnTo>
                <a:lnTo>
                  <a:pt x="166" y="252"/>
                </a:lnTo>
                <a:lnTo>
                  <a:pt x="167" y="252"/>
                </a:lnTo>
                <a:lnTo>
                  <a:pt x="167" y="251"/>
                </a:lnTo>
                <a:lnTo>
                  <a:pt x="167" y="250"/>
                </a:lnTo>
                <a:lnTo>
                  <a:pt x="167" y="249"/>
                </a:lnTo>
                <a:lnTo>
                  <a:pt x="167" y="248"/>
                </a:lnTo>
                <a:lnTo>
                  <a:pt x="167" y="247"/>
                </a:lnTo>
                <a:lnTo>
                  <a:pt x="166" y="247"/>
                </a:lnTo>
                <a:lnTo>
                  <a:pt x="166" y="246"/>
                </a:lnTo>
                <a:lnTo>
                  <a:pt x="166" y="245"/>
                </a:lnTo>
                <a:lnTo>
                  <a:pt x="165" y="245"/>
                </a:lnTo>
                <a:lnTo>
                  <a:pt x="164" y="244"/>
                </a:lnTo>
                <a:lnTo>
                  <a:pt x="163" y="243"/>
                </a:lnTo>
                <a:lnTo>
                  <a:pt x="162" y="243"/>
                </a:lnTo>
                <a:lnTo>
                  <a:pt x="161" y="242"/>
                </a:lnTo>
                <a:lnTo>
                  <a:pt x="160" y="242"/>
                </a:lnTo>
                <a:lnTo>
                  <a:pt x="161" y="241"/>
                </a:lnTo>
                <a:lnTo>
                  <a:pt x="162" y="241"/>
                </a:lnTo>
                <a:lnTo>
                  <a:pt x="163" y="241"/>
                </a:lnTo>
                <a:lnTo>
                  <a:pt x="165" y="241"/>
                </a:lnTo>
                <a:lnTo>
                  <a:pt x="165" y="240"/>
                </a:lnTo>
                <a:lnTo>
                  <a:pt x="165" y="239"/>
                </a:lnTo>
                <a:lnTo>
                  <a:pt x="164" y="238"/>
                </a:lnTo>
                <a:lnTo>
                  <a:pt x="163" y="237"/>
                </a:lnTo>
                <a:lnTo>
                  <a:pt x="162" y="235"/>
                </a:lnTo>
                <a:lnTo>
                  <a:pt x="161" y="235"/>
                </a:lnTo>
                <a:lnTo>
                  <a:pt x="161" y="233"/>
                </a:lnTo>
                <a:lnTo>
                  <a:pt x="160" y="233"/>
                </a:lnTo>
                <a:lnTo>
                  <a:pt x="160" y="231"/>
                </a:lnTo>
                <a:lnTo>
                  <a:pt x="161" y="230"/>
                </a:lnTo>
                <a:lnTo>
                  <a:pt x="161" y="227"/>
                </a:lnTo>
                <a:lnTo>
                  <a:pt x="161" y="226"/>
                </a:lnTo>
                <a:lnTo>
                  <a:pt x="161" y="225"/>
                </a:lnTo>
                <a:lnTo>
                  <a:pt x="162" y="225"/>
                </a:lnTo>
                <a:lnTo>
                  <a:pt x="162" y="224"/>
                </a:lnTo>
                <a:lnTo>
                  <a:pt x="162" y="223"/>
                </a:lnTo>
                <a:lnTo>
                  <a:pt x="162" y="222"/>
                </a:lnTo>
                <a:lnTo>
                  <a:pt x="162" y="221"/>
                </a:lnTo>
                <a:lnTo>
                  <a:pt x="163" y="220"/>
                </a:lnTo>
                <a:lnTo>
                  <a:pt x="163" y="219"/>
                </a:lnTo>
                <a:lnTo>
                  <a:pt x="163" y="218"/>
                </a:lnTo>
                <a:lnTo>
                  <a:pt x="163" y="217"/>
                </a:lnTo>
                <a:lnTo>
                  <a:pt x="163" y="216"/>
                </a:lnTo>
                <a:lnTo>
                  <a:pt x="163" y="215"/>
                </a:lnTo>
                <a:lnTo>
                  <a:pt x="165" y="214"/>
                </a:lnTo>
                <a:lnTo>
                  <a:pt x="166" y="214"/>
                </a:lnTo>
                <a:lnTo>
                  <a:pt x="166" y="215"/>
                </a:lnTo>
                <a:lnTo>
                  <a:pt x="167" y="215"/>
                </a:lnTo>
                <a:lnTo>
                  <a:pt x="167" y="214"/>
                </a:lnTo>
                <a:lnTo>
                  <a:pt x="167" y="213"/>
                </a:lnTo>
                <a:lnTo>
                  <a:pt x="168" y="212"/>
                </a:lnTo>
                <a:lnTo>
                  <a:pt x="169" y="211"/>
                </a:lnTo>
                <a:lnTo>
                  <a:pt x="169" y="210"/>
                </a:lnTo>
                <a:lnTo>
                  <a:pt x="170" y="208"/>
                </a:lnTo>
                <a:lnTo>
                  <a:pt x="170" y="206"/>
                </a:lnTo>
                <a:lnTo>
                  <a:pt x="170" y="205"/>
                </a:lnTo>
                <a:lnTo>
                  <a:pt x="169" y="206"/>
                </a:lnTo>
                <a:lnTo>
                  <a:pt x="168" y="206"/>
                </a:lnTo>
                <a:lnTo>
                  <a:pt x="167" y="206"/>
                </a:lnTo>
                <a:lnTo>
                  <a:pt x="165" y="203"/>
                </a:lnTo>
                <a:lnTo>
                  <a:pt x="166" y="203"/>
                </a:lnTo>
                <a:lnTo>
                  <a:pt x="167" y="203"/>
                </a:lnTo>
                <a:lnTo>
                  <a:pt x="168" y="203"/>
                </a:lnTo>
                <a:lnTo>
                  <a:pt x="169" y="203"/>
                </a:lnTo>
                <a:lnTo>
                  <a:pt x="170" y="202"/>
                </a:lnTo>
                <a:lnTo>
                  <a:pt x="171" y="200"/>
                </a:lnTo>
                <a:lnTo>
                  <a:pt x="173" y="199"/>
                </a:lnTo>
                <a:lnTo>
                  <a:pt x="175" y="199"/>
                </a:lnTo>
                <a:lnTo>
                  <a:pt x="175" y="198"/>
                </a:lnTo>
                <a:lnTo>
                  <a:pt x="175" y="197"/>
                </a:lnTo>
                <a:lnTo>
                  <a:pt x="172" y="197"/>
                </a:lnTo>
                <a:lnTo>
                  <a:pt x="172" y="196"/>
                </a:lnTo>
                <a:lnTo>
                  <a:pt x="172" y="195"/>
                </a:lnTo>
                <a:lnTo>
                  <a:pt x="173" y="195"/>
                </a:lnTo>
                <a:lnTo>
                  <a:pt x="174" y="195"/>
                </a:lnTo>
                <a:lnTo>
                  <a:pt x="174" y="196"/>
                </a:lnTo>
                <a:lnTo>
                  <a:pt x="175" y="196"/>
                </a:lnTo>
                <a:lnTo>
                  <a:pt x="176" y="196"/>
                </a:lnTo>
                <a:lnTo>
                  <a:pt x="177" y="195"/>
                </a:lnTo>
                <a:lnTo>
                  <a:pt x="179" y="195"/>
                </a:lnTo>
                <a:lnTo>
                  <a:pt x="179" y="194"/>
                </a:lnTo>
                <a:lnTo>
                  <a:pt x="180" y="193"/>
                </a:lnTo>
                <a:lnTo>
                  <a:pt x="181" y="192"/>
                </a:lnTo>
                <a:lnTo>
                  <a:pt x="181" y="191"/>
                </a:lnTo>
                <a:lnTo>
                  <a:pt x="182" y="191"/>
                </a:lnTo>
                <a:lnTo>
                  <a:pt x="182" y="190"/>
                </a:lnTo>
                <a:lnTo>
                  <a:pt x="182" y="189"/>
                </a:lnTo>
                <a:lnTo>
                  <a:pt x="182" y="188"/>
                </a:lnTo>
                <a:lnTo>
                  <a:pt x="182" y="187"/>
                </a:lnTo>
                <a:lnTo>
                  <a:pt x="185" y="186"/>
                </a:lnTo>
                <a:lnTo>
                  <a:pt x="186" y="187"/>
                </a:lnTo>
                <a:lnTo>
                  <a:pt x="188" y="186"/>
                </a:lnTo>
                <a:lnTo>
                  <a:pt x="189" y="186"/>
                </a:lnTo>
                <a:lnTo>
                  <a:pt x="190" y="186"/>
                </a:lnTo>
                <a:lnTo>
                  <a:pt x="190" y="185"/>
                </a:lnTo>
                <a:lnTo>
                  <a:pt x="189" y="185"/>
                </a:lnTo>
                <a:lnTo>
                  <a:pt x="190" y="184"/>
                </a:lnTo>
                <a:lnTo>
                  <a:pt x="190" y="185"/>
                </a:lnTo>
                <a:lnTo>
                  <a:pt x="191" y="185"/>
                </a:lnTo>
                <a:lnTo>
                  <a:pt x="192" y="186"/>
                </a:lnTo>
                <a:lnTo>
                  <a:pt x="193" y="187"/>
                </a:lnTo>
                <a:lnTo>
                  <a:pt x="194" y="186"/>
                </a:lnTo>
                <a:lnTo>
                  <a:pt x="194" y="185"/>
                </a:lnTo>
                <a:lnTo>
                  <a:pt x="195" y="183"/>
                </a:lnTo>
                <a:lnTo>
                  <a:pt x="196" y="183"/>
                </a:lnTo>
                <a:lnTo>
                  <a:pt x="195" y="183"/>
                </a:lnTo>
                <a:lnTo>
                  <a:pt x="196" y="181"/>
                </a:lnTo>
                <a:lnTo>
                  <a:pt x="196" y="180"/>
                </a:lnTo>
                <a:lnTo>
                  <a:pt x="197" y="180"/>
                </a:lnTo>
                <a:lnTo>
                  <a:pt x="197" y="178"/>
                </a:lnTo>
                <a:lnTo>
                  <a:pt x="196" y="177"/>
                </a:lnTo>
                <a:lnTo>
                  <a:pt x="198" y="176"/>
                </a:lnTo>
                <a:lnTo>
                  <a:pt x="199" y="175"/>
                </a:lnTo>
                <a:lnTo>
                  <a:pt x="200" y="175"/>
                </a:lnTo>
                <a:lnTo>
                  <a:pt x="199" y="176"/>
                </a:lnTo>
                <a:lnTo>
                  <a:pt x="201" y="177"/>
                </a:lnTo>
                <a:lnTo>
                  <a:pt x="203" y="179"/>
                </a:lnTo>
                <a:lnTo>
                  <a:pt x="204" y="179"/>
                </a:lnTo>
                <a:lnTo>
                  <a:pt x="205" y="179"/>
                </a:lnTo>
                <a:lnTo>
                  <a:pt x="207" y="180"/>
                </a:lnTo>
                <a:lnTo>
                  <a:pt x="208" y="180"/>
                </a:lnTo>
                <a:lnTo>
                  <a:pt x="209" y="180"/>
                </a:lnTo>
                <a:lnTo>
                  <a:pt x="211" y="181"/>
                </a:lnTo>
                <a:lnTo>
                  <a:pt x="211" y="180"/>
                </a:lnTo>
                <a:lnTo>
                  <a:pt x="212" y="180"/>
                </a:lnTo>
                <a:lnTo>
                  <a:pt x="213" y="181"/>
                </a:lnTo>
                <a:lnTo>
                  <a:pt x="214" y="181"/>
                </a:lnTo>
                <a:lnTo>
                  <a:pt x="217" y="183"/>
                </a:lnTo>
                <a:lnTo>
                  <a:pt x="217" y="182"/>
                </a:lnTo>
                <a:lnTo>
                  <a:pt x="218" y="182"/>
                </a:lnTo>
                <a:lnTo>
                  <a:pt x="220" y="183"/>
                </a:lnTo>
                <a:lnTo>
                  <a:pt x="221" y="184"/>
                </a:lnTo>
                <a:lnTo>
                  <a:pt x="225" y="185"/>
                </a:lnTo>
                <a:lnTo>
                  <a:pt x="225" y="187"/>
                </a:lnTo>
                <a:lnTo>
                  <a:pt x="227" y="189"/>
                </a:lnTo>
                <a:lnTo>
                  <a:pt x="226" y="190"/>
                </a:lnTo>
                <a:lnTo>
                  <a:pt x="227" y="190"/>
                </a:lnTo>
                <a:lnTo>
                  <a:pt x="228" y="190"/>
                </a:lnTo>
                <a:lnTo>
                  <a:pt x="228" y="191"/>
                </a:lnTo>
                <a:lnTo>
                  <a:pt x="229" y="194"/>
                </a:lnTo>
                <a:lnTo>
                  <a:pt x="229" y="195"/>
                </a:lnTo>
                <a:lnTo>
                  <a:pt x="229" y="196"/>
                </a:lnTo>
                <a:lnTo>
                  <a:pt x="228" y="197"/>
                </a:lnTo>
                <a:lnTo>
                  <a:pt x="228" y="198"/>
                </a:lnTo>
                <a:lnTo>
                  <a:pt x="229" y="199"/>
                </a:lnTo>
                <a:lnTo>
                  <a:pt x="230" y="199"/>
                </a:lnTo>
                <a:lnTo>
                  <a:pt x="232" y="199"/>
                </a:lnTo>
                <a:lnTo>
                  <a:pt x="234" y="200"/>
                </a:lnTo>
                <a:lnTo>
                  <a:pt x="235" y="200"/>
                </a:lnTo>
                <a:lnTo>
                  <a:pt x="237" y="200"/>
                </a:lnTo>
                <a:lnTo>
                  <a:pt x="238" y="201"/>
                </a:lnTo>
                <a:lnTo>
                  <a:pt x="239" y="202"/>
                </a:lnTo>
                <a:lnTo>
                  <a:pt x="240" y="202"/>
                </a:lnTo>
                <a:lnTo>
                  <a:pt x="241" y="202"/>
                </a:lnTo>
                <a:lnTo>
                  <a:pt x="244" y="201"/>
                </a:lnTo>
                <a:lnTo>
                  <a:pt x="245" y="199"/>
                </a:lnTo>
                <a:lnTo>
                  <a:pt x="246" y="198"/>
                </a:lnTo>
                <a:lnTo>
                  <a:pt x="249" y="197"/>
                </a:lnTo>
                <a:lnTo>
                  <a:pt x="251" y="198"/>
                </a:lnTo>
                <a:lnTo>
                  <a:pt x="253" y="198"/>
                </a:lnTo>
                <a:lnTo>
                  <a:pt x="254" y="199"/>
                </a:lnTo>
                <a:lnTo>
                  <a:pt x="254" y="200"/>
                </a:lnTo>
                <a:lnTo>
                  <a:pt x="255" y="200"/>
                </a:lnTo>
                <a:lnTo>
                  <a:pt x="257" y="201"/>
                </a:lnTo>
                <a:lnTo>
                  <a:pt x="258" y="201"/>
                </a:lnTo>
                <a:lnTo>
                  <a:pt x="260" y="200"/>
                </a:lnTo>
                <a:lnTo>
                  <a:pt x="263" y="199"/>
                </a:lnTo>
                <a:lnTo>
                  <a:pt x="264" y="199"/>
                </a:lnTo>
                <a:lnTo>
                  <a:pt x="266" y="199"/>
                </a:lnTo>
                <a:lnTo>
                  <a:pt x="267" y="198"/>
                </a:lnTo>
                <a:lnTo>
                  <a:pt x="269" y="197"/>
                </a:lnTo>
                <a:lnTo>
                  <a:pt x="270" y="197"/>
                </a:lnTo>
                <a:lnTo>
                  <a:pt x="271" y="196"/>
                </a:lnTo>
                <a:lnTo>
                  <a:pt x="275" y="195"/>
                </a:lnTo>
                <a:lnTo>
                  <a:pt x="276" y="195"/>
                </a:lnTo>
                <a:lnTo>
                  <a:pt x="277" y="195"/>
                </a:lnTo>
                <a:lnTo>
                  <a:pt x="277" y="196"/>
                </a:lnTo>
                <a:lnTo>
                  <a:pt x="278" y="196"/>
                </a:lnTo>
                <a:lnTo>
                  <a:pt x="280" y="197"/>
                </a:lnTo>
                <a:lnTo>
                  <a:pt x="281" y="198"/>
                </a:lnTo>
                <a:lnTo>
                  <a:pt x="282" y="198"/>
                </a:lnTo>
                <a:lnTo>
                  <a:pt x="284" y="199"/>
                </a:lnTo>
                <a:lnTo>
                  <a:pt x="287" y="198"/>
                </a:lnTo>
                <a:lnTo>
                  <a:pt x="289" y="198"/>
                </a:lnTo>
                <a:lnTo>
                  <a:pt x="289" y="197"/>
                </a:lnTo>
                <a:lnTo>
                  <a:pt x="290" y="197"/>
                </a:lnTo>
                <a:lnTo>
                  <a:pt x="291" y="196"/>
                </a:lnTo>
                <a:lnTo>
                  <a:pt x="292" y="195"/>
                </a:lnTo>
                <a:lnTo>
                  <a:pt x="293" y="195"/>
                </a:lnTo>
                <a:lnTo>
                  <a:pt x="294" y="195"/>
                </a:lnTo>
                <a:lnTo>
                  <a:pt x="295" y="196"/>
                </a:lnTo>
                <a:lnTo>
                  <a:pt x="296" y="196"/>
                </a:lnTo>
                <a:lnTo>
                  <a:pt x="297" y="196"/>
                </a:lnTo>
                <a:lnTo>
                  <a:pt x="298" y="195"/>
                </a:lnTo>
                <a:lnTo>
                  <a:pt x="298" y="194"/>
                </a:lnTo>
                <a:lnTo>
                  <a:pt x="298" y="193"/>
                </a:lnTo>
                <a:lnTo>
                  <a:pt x="298" y="192"/>
                </a:lnTo>
                <a:lnTo>
                  <a:pt x="298" y="191"/>
                </a:lnTo>
                <a:lnTo>
                  <a:pt x="298" y="190"/>
                </a:lnTo>
                <a:lnTo>
                  <a:pt x="298" y="188"/>
                </a:lnTo>
                <a:lnTo>
                  <a:pt x="298" y="187"/>
                </a:lnTo>
                <a:lnTo>
                  <a:pt x="299" y="186"/>
                </a:lnTo>
                <a:lnTo>
                  <a:pt x="299" y="185"/>
                </a:lnTo>
                <a:lnTo>
                  <a:pt x="299" y="184"/>
                </a:lnTo>
                <a:lnTo>
                  <a:pt x="299" y="183"/>
                </a:lnTo>
                <a:lnTo>
                  <a:pt x="299" y="180"/>
                </a:lnTo>
                <a:lnTo>
                  <a:pt x="298" y="177"/>
                </a:lnTo>
                <a:lnTo>
                  <a:pt x="298" y="175"/>
                </a:lnTo>
                <a:lnTo>
                  <a:pt x="299" y="171"/>
                </a:lnTo>
                <a:lnTo>
                  <a:pt x="299" y="169"/>
                </a:lnTo>
                <a:lnTo>
                  <a:pt x="301" y="164"/>
                </a:lnTo>
                <a:lnTo>
                  <a:pt x="302" y="164"/>
                </a:lnTo>
                <a:lnTo>
                  <a:pt x="301" y="161"/>
                </a:lnTo>
                <a:lnTo>
                  <a:pt x="301" y="160"/>
                </a:lnTo>
                <a:lnTo>
                  <a:pt x="300" y="159"/>
                </a:lnTo>
                <a:lnTo>
                  <a:pt x="299" y="157"/>
                </a:lnTo>
                <a:lnTo>
                  <a:pt x="302" y="157"/>
                </a:lnTo>
                <a:lnTo>
                  <a:pt x="303" y="157"/>
                </a:lnTo>
                <a:lnTo>
                  <a:pt x="306" y="159"/>
                </a:lnTo>
                <a:lnTo>
                  <a:pt x="307" y="162"/>
                </a:lnTo>
                <a:lnTo>
                  <a:pt x="307" y="163"/>
                </a:lnTo>
                <a:lnTo>
                  <a:pt x="308" y="164"/>
                </a:lnTo>
                <a:lnTo>
                  <a:pt x="308" y="166"/>
                </a:lnTo>
                <a:lnTo>
                  <a:pt x="310" y="169"/>
                </a:lnTo>
                <a:lnTo>
                  <a:pt x="311" y="170"/>
                </a:lnTo>
                <a:lnTo>
                  <a:pt x="311" y="171"/>
                </a:lnTo>
                <a:lnTo>
                  <a:pt x="312" y="171"/>
                </a:lnTo>
                <a:lnTo>
                  <a:pt x="315" y="170"/>
                </a:lnTo>
                <a:lnTo>
                  <a:pt x="315" y="169"/>
                </a:lnTo>
                <a:lnTo>
                  <a:pt x="316" y="169"/>
                </a:lnTo>
                <a:lnTo>
                  <a:pt x="315" y="168"/>
                </a:lnTo>
                <a:lnTo>
                  <a:pt x="316" y="167"/>
                </a:lnTo>
                <a:lnTo>
                  <a:pt x="317" y="167"/>
                </a:lnTo>
                <a:lnTo>
                  <a:pt x="319" y="164"/>
                </a:lnTo>
                <a:lnTo>
                  <a:pt x="320" y="163"/>
                </a:lnTo>
                <a:lnTo>
                  <a:pt x="321" y="162"/>
                </a:lnTo>
                <a:lnTo>
                  <a:pt x="323" y="160"/>
                </a:lnTo>
                <a:lnTo>
                  <a:pt x="323" y="159"/>
                </a:lnTo>
                <a:lnTo>
                  <a:pt x="322" y="158"/>
                </a:lnTo>
                <a:lnTo>
                  <a:pt x="322" y="157"/>
                </a:lnTo>
                <a:lnTo>
                  <a:pt x="321" y="157"/>
                </a:lnTo>
                <a:lnTo>
                  <a:pt x="322" y="155"/>
                </a:lnTo>
                <a:lnTo>
                  <a:pt x="322" y="154"/>
                </a:lnTo>
                <a:lnTo>
                  <a:pt x="323" y="153"/>
                </a:lnTo>
                <a:lnTo>
                  <a:pt x="323" y="152"/>
                </a:lnTo>
                <a:lnTo>
                  <a:pt x="321" y="151"/>
                </a:lnTo>
                <a:lnTo>
                  <a:pt x="319" y="149"/>
                </a:lnTo>
                <a:lnTo>
                  <a:pt x="318" y="148"/>
                </a:lnTo>
                <a:lnTo>
                  <a:pt x="315" y="147"/>
                </a:lnTo>
                <a:lnTo>
                  <a:pt x="314" y="146"/>
                </a:lnTo>
                <a:lnTo>
                  <a:pt x="313" y="145"/>
                </a:lnTo>
                <a:lnTo>
                  <a:pt x="312" y="144"/>
                </a:lnTo>
                <a:lnTo>
                  <a:pt x="312" y="140"/>
                </a:lnTo>
                <a:lnTo>
                  <a:pt x="313" y="139"/>
                </a:lnTo>
                <a:lnTo>
                  <a:pt x="314" y="139"/>
                </a:lnTo>
                <a:lnTo>
                  <a:pt x="314" y="138"/>
                </a:lnTo>
                <a:lnTo>
                  <a:pt x="315" y="137"/>
                </a:lnTo>
                <a:lnTo>
                  <a:pt x="315" y="136"/>
                </a:lnTo>
                <a:lnTo>
                  <a:pt x="314" y="135"/>
                </a:lnTo>
                <a:lnTo>
                  <a:pt x="314" y="134"/>
                </a:lnTo>
                <a:lnTo>
                  <a:pt x="315" y="133"/>
                </a:lnTo>
                <a:lnTo>
                  <a:pt x="315" y="132"/>
                </a:lnTo>
                <a:lnTo>
                  <a:pt x="316" y="131"/>
                </a:lnTo>
                <a:lnTo>
                  <a:pt x="318" y="125"/>
                </a:lnTo>
                <a:lnTo>
                  <a:pt x="319" y="125"/>
                </a:lnTo>
                <a:lnTo>
                  <a:pt x="320" y="125"/>
                </a:lnTo>
                <a:lnTo>
                  <a:pt x="320" y="124"/>
                </a:lnTo>
                <a:lnTo>
                  <a:pt x="323" y="121"/>
                </a:lnTo>
                <a:lnTo>
                  <a:pt x="323" y="120"/>
                </a:lnTo>
                <a:lnTo>
                  <a:pt x="322" y="119"/>
                </a:lnTo>
                <a:lnTo>
                  <a:pt x="322" y="118"/>
                </a:lnTo>
                <a:lnTo>
                  <a:pt x="326" y="115"/>
                </a:lnTo>
                <a:lnTo>
                  <a:pt x="328" y="114"/>
                </a:lnTo>
                <a:lnTo>
                  <a:pt x="329" y="113"/>
                </a:lnTo>
                <a:lnTo>
                  <a:pt x="331" y="110"/>
                </a:lnTo>
                <a:lnTo>
                  <a:pt x="334" y="108"/>
                </a:lnTo>
                <a:lnTo>
                  <a:pt x="336" y="105"/>
                </a:lnTo>
                <a:lnTo>
                  <a:pt x="339" y="101"/>
                </a:lnTo>
                <a:lnTo>
                  <a:pt x="340" y="101"/>
                </a:lnTo>
                <a:lnTo>
                  <a:pt x="340" y="100"/>
                </a:lnTo>
                <a:lnTo>
                  <a:pt x="341" y="99"/>
                </a:lnTo>
                <a:lnTo>
                  <a:pt x="342" y="99"/>
                </a:lnTo>
                <a:lnTo>
                  <a:pt x="343" y="99"/>
                </a:lnTo>
                <a:lnTo>
                  <a:pt x="344" y="99"/>
                </a:lnTo>
                <a:lnTo>
                  <a:pt x="345" y="99"/>
                </a:lnTo>
                <a:lnTo>
                  <a:pt x="346" y="100"/>
                </a:lnTo>
                <a:lnTo>
                  <a:pt x="347" y="100"/>
                </a:lnTo>
                <a:lnTo>
                  <a:pt x="348" y="99"/>
                </a:lnTo>
                <a:lnTo>
                  <a:pt x="349" y="98"/>
                </a:lnTo>
                <a:lnTo>
                  <a:pt x="347" y="95"/>
                </a:lnTo>
                <a:lnTo>
                  <a:pt x="347" y="94"/>
                </a:lnTo>
                <a:lnTo>
                  <a:pt x="346" y="94"/>
                </a:lnTo>
                <a:lnTo>
                  <a:pt x="347" y="92"/>
                </a:lnTo>
                <a:lnTo>
                  <a:pt x="348" y="91"/>
                </a:lnTo>
                <a:lnTo>
                  <a:pt x="348" y="90"/>
                </a:lnTo>
                <a:lnTo>
                  <a:pt x="349" y="90"/>
                </a:lnTo>
                <a:lnTo>
                  <a:pt x="350" y="90"/>
                </a:lnTo>
                <a:lnTo>
                  <a:pt x="351" y="89"/>
                </a:lnTo>
                <a:lnTo>
                  <a:pt x="354" y="88"/>
                </a:lnTo>
                <a:lnTo>
                  <a:pt x="355" y="86"/>
                </a:lnTo>
                <a:lnTo>
                  <a:pt x="357" y="82"/>
                </a:lnTo>
                <a:lnTo>
                  <a:pt x="358" y="82"/>
                </a:lnTo>
                <a:lnTo>
                  <a:pt x="360" y="80"/>
                </a:lnTo>
                <a:lnTo>
                  <a:pt x="363" y="77"/>
                </a:lnTo>
                <a:lnTo>
                  <a:pt x="364" y="77"/>
                </a:lnTo>
                <a:lnTo>
                  <a:pt x="365" y="79"/>
                </a:lnTo>
                <a:lnTo>
                  <a:pt x="366" y="80"/>
                </a:lnTo>
                <a:lnTo>
                  <a:pt x="367" y="80"/>
                </a:lnTo>
                <a:lnTo>
                  <a:pt x="370" y="77"/>
                </a:lnTo>
                <a:lnTo>
                  <a:pt x="372" y="75"/>
                </a:lnTo>
                <a:lnTo>
                  <a:pt x="374" y="74"/>
                </a:lnTo>
                <a:lnTo>
                  <a:pt x="375" y="72"/>
                </a:lnTo>
                <a:lnTo>
                  <a:pt x="376" y="72"/>
                </a:lnTo>
                <a:lnTo>
                  <a:pt x="377" y="69"/>
                </a:lnTo>
                <a:lnTo>
                  <a:pt x="378" y="68"/>
                </a:lnTo>
                <a:lnTo>
                  <a:pt x="379" y="66"/>
                </a:lnTo>
                <a:lnTo>
                  <a:pt x="379" y="63"/>
                </a:lnTo>
                <a:lnTo>
                  <a:pt x="380" y="60"/>
                </a:lnTo>
                <a:lnTo>
                  <a:pt x="380" y="58"/>
                </a:lnTo>
                <a:lnTo>
                  <a:pt x="383" y="58"/>
                </a:lnTo>
                <a:lnTo>
                  <a:pt x="384" y="55"/>
                </a:lnTo>
                <a:lnTo>
                  <a:pt x="385" y="55"/>
                </a:lnTo>
                <a:lnTo>
                  <a:pt x="386" y="54"/>
                </a:lnTo>
                <a:lnTo>
                  <a:pt x="387" y="54"/>
                </a:lnTo>
                <a:lnTo>
                  <a:pt x="387" y="53"/>
                </a:lnTo>
                <a:lnTo>
                  <a:pt x="391" y="52"/>
                </a:lnTo>
                <a:lnTo>
                  <a:pt x="392" y="52"/>
                </a:lnTo>
                <a:lnTo>
                  <a:pt x="392" y="51"/>
                </a:lnTo>
                <a:lnTo>
                  <a:pt x="393" y="51"/>
                </a:lnTo>
                <a:lnTo>
                  <a:pt x="394" y="51"/>
                </a:lnTo>
                <a:lnTo>
                  <a:pt x="394" y="50"/>
                </a:lnTo>
                <a:lnTo>
                  <a:pt x="395" y="50"/>
                </a:lnTo>
                <a:lnTo>
                  <a:pt x="396" y="50"/>
                </a:lnTo>
                <a:lnTo>
                  <a:pt x="396" y="51"/>
                </a:lnTo>
                <a:lnTo>
                  <a:pt x="397" y="51"/>
                </a:lnTo>
                <a:lnTo>
                  <a:pt x="397" y="50"/>
                </a:lnTo>
                <a:lnTo>
                  <a:pt x="398" y="50"/>
                </a:lnTo>
                <a:lnTo>
                  <a:pt x="398" y="49"/>
                </a:lnTo>
                <a:lnTo>
                  <a:pt x="399" y="49"/>
                </a:lnTo>
                <a:lnTo>
                  <a:pt x="399" y="48"/>
                </a:lnTo>
                <a:lnTo>
                  <a:pt x="399" y="47"/>
                </a:lnTo>
                <a:lnTo>
                  <a:pt x="399" y="46"/>
                </a:lnTo>
                <a:lnTo>
                  <a:pt x="398" y="46"/>
                </a:lnTo>
                <a:lnTo>
                  <a:pt x="398" y="45"/>
                </a:lnTo>
                <a:lnTo>
                  <a:pt x="401" y="43"/>
                </a:lnTo>
                <a:lnTo>
                  <a:pt x="402" y="42"/>
                </a:lnTo>
                <a:lnTo>
                  <a:pt x="403" y="42"/>
                </a:lnTo>
                <a:lnTo>
                  <a:pt x="403" y="41"/>
                </a:lnTo>
                <a:lnTo>
                  <a:pt x="404" y="41"/>
                </a:lnTo>
                <a:lnTo>
                  <a:pt x="404" y="40"/>
                </a:lnTo>
                <a:lnTo>
                  <a:pt x="403" y="40"/>
                </a:lnTo>
                <a:lnTo>
                  <a:pt x="400" y="38"/>
                </a:lnTo>
                <a:lnTo>
                  <a:pt x="398" y="37"/>
                </a:lnTo>
                <a:lnTo>
                  <a:pt x="397" y="36"/>
                </a:lnTo>
                <a:lnTo>
                  <a:pt x="396" y="35"/>
                </a:lnTo>
                <a:lnTo>
                  <a:pt x="396" y="34"/>
                </a:lnTo>
                <a:lnTo>
                  <a:pt x="397" y="33"/>
                </a:lnTo>
                <a:lnTo>
                  <a:pt x="398" y="32"/>
                </a:lnTo>
                <a:lnTo>
                  <a:pt x="399" y="32"/>
                </a:lnTo>
                <a:lnTo>
                  <a:pt x="401" y="34"/>
                </a:lnTo>
                <a:lnTo>
                  <a:pt x="402" y="35"/>
                </a:lnTo>
                <a:lnTo>
                  <a:pt x="402" y="36"/>
                </a:lnTo>
                <a:lnTo>
                  <a:pt x="402" y="37"/>
                </a:lnTo>
                <a:lnTo>
                  <a:pt x="403" y="37"/>
                </a:lnTo>
                <a:lnTo>
                  <a:pt x="404" y="38"/>
                </a:lnTo>
                <a:lnTo>
                  <a:pt x="407" y="38"/>
                </a:lnTo>
                <a:lnTo>
                  <a:pt x="407" y="39"/>
                </a:lnTo>
                <a:lnTo>
                  <a:pt x="408" y="38"/>
                </a:lnTo>
                <a:lnTo>
                  <a:pt x="410" y="38"/>
                </a:lnTo>
                <a:lnTo>
                  <a:pt x="411" y="38"/>
                </a:lnTo>
                <a:lnTo>
                  <a:pt x="412" y="37"/>
                </a:lnTo>
                <a:lnTo>
                  <a:pt x="413" y="37"/>
                </a:lnTo>
                <a:lnTo>
                  <a:pt x="415" y="37"/>
                </a:lnTo>
                <a:lnTo>
                  <a:pt x="415" y="36"/>
                </a:lnTo>
                <a:lnTo>
                  <a:pt x="416" y="35"/>
                </a:lnTo>
                <a:lnTo>
                  <a:pt x="417" y="35"/>
                </a:lnTo>
                <a:lnTo>
                  <a:pt x="417" y="34"/>
                </a:lnTo>
                <a:lnTo>
                  <a:pt x="420" y="33"/>
                </a:lnTo>
                <a:lnTo>
                  <a:pt x="424" y="31"/>
                </a:lnTo>
                <a:lnTo>
                  <a:pt x="425" y="31"/>
                </a:lnTo>
                <a:lnTo>
                  <a:pt x="426" y="31"/>
                </a:lnTo>
                <a:lnTo>
                  <a:pt x="427" y="31"/>
                </a:lnTo>
                <a:lnTo>
                  <a:pt x="426" y="31"/>
                </a:lnTo>
                <a:lnTo>
                  <a:pt x="426" y="30"/>
                </a:lnTo>
                <a:lnTo>
                  <a:pt x="426" y="29"/>
                </a:lnTo>
                <a:lnTo>
                  <a:pt x="425" y="27"/>
                </a:lnTo>
                <a:lnTo>
                  <a:pt x="425" y="26"/>
                </a:lnTo>
                <a:lnTo>
                  <a:pt x="424" y="26"/>
                </a:lnTo>
                <a:lnTo>
                  <a:pt x="424" y="24"/>
                </a:lnTo>
                <a:lnTo>
                  <a:pt x="424" y="23"/>
                </a:lnTo>
                <a:lnTo>
                  <a:pt x="423" y="22"/>
                </a:lnTo>
                <a:lnTo>
                  <a:pt x="422" y="22"/>
                </a:lnTo>
                <a:lnTo>
                  <a:pt x="422" y="21"/>
                </a:lnTo>
                <a:lnTo>
                  <a:pt x="422" y="20"/>
                </a:lnTo>
                <a:lnTo>
                  <a:pt x="421" y="20"/>
                </a:lnTo>
                <a:lnTo>
                  <a:pt x="420" y="20"/>
                </a:lnTo>
                <a:lnTo>
                  <a:pt x="419" y="20"/>
                </a:lnTo>
                <a:lnTo>
                  <a:pt x="419" y="18"/>
                </a:lnTo>
                <a:lnTo>
                  <a:pt x="419" y="16"/>
                </a:lnTo>
                <a:lnTo>
                  <a:pt x="419" y="14"/>
                </a:lnTo>
                <a:lnTo>
                  <a:pt x="420" y="13"/>
                </a:lnTo>
                <a:lnTo>
                  <a:pt x="421" y="13"/>
                </a:lnTo>
                <a:lnTo>
                  <a:pt x="425" y="15"/>
                </a:lnTo>
                <a:lnTo>
                  <a:pt x="427" y="15"/>
                </a:lnTo>
                <a:lnTo>
                  <a:pt x="428" y="15"/>
                </a:lnTo>
                <a:lnTo>
                  <a:pt x="428" y="16"/>
                </a:lnTo>
                <a:lnTo>
                  <a:pt x="429" y="16"/>
                </a:lnTo>
                <a:lnTo>
                  <a:pt x="429" y="17"/>
                </a:lnTo>
                <a:lnTo>
                  <a:pt x="430" y="16"/>
                </a:lnTo>
                <a:lnTo>
                  <a:pt x="432" y="16"/>
                </a:lnTo>
                <a:lnTo>
                  <a:pt x="432" y="17"/>
                </a:lnTo>
                <a:lnTo>
                  <a:pt x="432" y="18"/>
                </a:lnTo>
                <a:lnTo>
                  <a:pt x="431" y="19"/>
                </a:lnTo>
                <a:lnTo>
                  <a:pt x="432" y="19"/>
                </a:lnTo>
                <a:lnTo>
                  <a:pt x="433" y="20"/>
                </a:lnTo>
                <a:lnTo>
                  <a:pt x="434" y="21"/>
                </a:lnTo>
                <a:lnTo>
                  <a:pt x="434" y="22"/>
                </a:lnTo>
                <a:lnTo>
                  <a:pt x="435" y="22"/>
                </a:lnTo>
                <a:lnTo>
                  <a:pt x="436" y="23"/>
                </a:lnTo>
                <a:lnTo>
                  <a:pt x="436" y="24"/>
                </a:lnTo>
                <a:lnTo>
                  <a:pt x="437" y="25"/>
                </a:lnTo>
                <a:lnTo>
                  <a:pt x="438" y="25"/>
                </a:lnTo>
                <a:lnTo>
                  <a:pt x="439" y="26"/>
                </a:lnTo>
                <a:lnTo>
                  <a:pt x="440" y="26"/>
                </a:lnTo>
                <a:lnTo>
                  <a:pt x="441" y="26"/>
                </a:lnTo>
                <a:lnTo>
                  <a:pt x="441" y="27"/>
                </a:lnTo>
                <a:lnTo>
                  <a:pt x="442" y="27"/>
                </a:lnTo>
                <a:lnTo>
                  <a:pt x="442" y="28"/>
                </a:lnTo>
                <a:lnTo>
                  <a:pt x="443" y="28"/>
                </a:lnTo>
                <a:lnTo>
                  <a:pt x="444" y="27"/>
                </a:lnTo>
                <a:lnTo>
                  <a:pt x="446" y="25"/>
                </a:lnTo>
                <a:lnTo>
                  <a:pt x="445" y="25"/>
                </a:lnTo>
                <a:lnTo>
                  <a:pt x="445" y="24"/>
                </a:lnTo>
                <a:lnTo>
                  <a:pt x="445" y="23"/>
                </a:lnTo>
                <a:lnTo>
                  <a:pt x="446" y="21"/>
                </a:lnTo>
                <a:lnTo>
                  <a:pt x="447" y="21"/>
                </a:lnTo>
                <a:lnTo>
                  <a:pt x="448" y="21"/>
                </a:lnTo>
                <a:lnTo>
                  <a:pt x="449" y="21"/>
                </a:lnTo>
                <a:lnTo>
                  <a:pt x="450" y="22"/>
                </a:lnTo>
                <a:lnTo>
                  <a:pt x="450" y="23"/>
                </a:lnTo>
                <a:lnTo>
                  <a:pt x="451" y="23"/>
                </a:lnTo>
                <a:lnTo>
                  <a:pt x="452" y="23"/>
                </a:lnTo>
                <a:lnTo>
                  <a:pt x="453" y="23"/>
                </a:lnTo>
                <a:lnTo>
                  <a:pt x="453" y="22"/>
                </a:lnTo>
                <a:lnTo>
                  <a:pt x="453" y="21"/>
                </a:lnTo>
                <a:lnTo>
                  <a:pt x="454" y="21"/>
                </a:lnTo>
                <a:lnTo>
                  <a:pt x="456" y="22"/>
                </a:lnTo>
                <a:lnTo>
                  <a:pt x="457" y="24"/>
                </a:lnTo>
                <a:lnTo>
                  <a:pt x="459" y="26"/>
                </a:lnTo>
                <a:lnTo>
                  <a:pt x="458" y="27"/>
                </a:lnTo>
                <a:lnTo>
                  <a:pt x="459" y="28"/>
                </a:lnTo>
                <a:lnTo>
                  <a:pt x="460" y="29"/>
                </a:lnTo>
                <a:lnTo>
                  <a:pt x="461" y="31"/>
                </a:lnTo>
                <a:lnTo>
                  <a:pt x="463" y="32"/>
                </a:lnTo>
                <a:lnTo>
                  <a:pt x="464" y="33"/>
                </a:lnTo>
                <a:lnTo>
                  <a:pt x="469" y="32"/>
                </a:lnTo>
                <a:lnTo>
                  <a:pt x="470" y="32"/>
                </a:lnTo>
                <a:lnTo>
                  <a:pt x="471" y="32"/>
                </a:lnTo>
                <a:lnTo>
                  <a:pt x="473" y="29"/>
                </a:lnTo>
                <a:lnTo>
                  <a:pt x="474" y="24"/>
                </a:lnTo>
                <a:lnTo>
                  <a:pt x="474" y="23"/>
                </a:lnTo>
                <a:lnTo>
                  <a:pt x="476" y="21"/>
                </a:lnTo>
                <a:lnTo>
                  <a:pt x="478" y="20"/>
                </a:lnTo>
                <a:lnTo>
                  <a:pt x="478" y="19"/>
                </a:lnTo>
                <a:lnTo>
                  <a:pt x="479" y="18"/>
                </a:lnTo>
                <a:lnTo>
                  <a:pt x="480" y="17"/>
                </a:lnTo>
                <a:lnTo>
                  <a:pt x="481" y="15"/>
                </a:lnTo>
                <a:lnTo>
                  <a:pt x="482" y="15"/>
                </a:lnTo>
                <a:lnTo>
                  <a:pt x="483" y="13"/>
                </a:lnTo>
                <a:lnTo>
                  <a:pt x="485" y="10"/>
                </a:lnTo>
                <a:lnTo>
                  <a:pt x="487" y="8"/>
                </a:lnTo>
                <a:lnTo>
                  <a:pt x="488" y="8"/>
                </a:lnTo>
                <a:lnTo>
                  <a:pt x="489" y="8"/>
                </a:lnTo>
                <a:lnTo>
                  <a:pt x="490" y="8"/>
                </a:lnTo>
                <a:lnTo>
                  <a:pt x="494" y="7"/>
                </a:lnTo>
                <a:lnTo>
                  <a:pt x="496" y="6"/>
                </a:lnTo>
                <a:lnTo>
                  <a:pt x="497" y="5"/>
                </a:lnTo>
                <a:lnTo>
                  <a:pt x="497" y="4"/>
                </a:lnTo>
                <a:lnTo>
                  <a:pt x="498" y="3"/>
                </a:lnTo>
                <a:lnTo>
                  <a:pt x="500" y="3"/>
                </a:lnTo>
                <a:lnTo>
                  <a:pt x="502" y="3"/>
                </a:lnTo>
                <a:lnTo>
                  <a:pt x="505" y="3"/>
                </a:lnTo>
                <a:lnTo>
                  <a:pt x="506" y="3"/>
                </a:lnTo>
                <a:lnTo>
                  <a:pt x="507" y="3"/>
                </a:lnTo>
                <a:lnTo>
                  <a:pt x="508" y="2"/>
                </a:lnTo>
                <a:lnTo>
                  <a:pt x="508" y="1"/>
                </a:lnTo>
                <a:lnTo>
                  <a:pt x="509" y="0"/>
                </a:lnTo>
                <a:lnTo>
                  <a:pt x="510" y="0"/>
                </a:lnTo>
                <a:lnTo>
                  <a:pt x="511" y="1"/>
                </a:lnTo>
                <a:lnTo>
                  <a:pt x="51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10" name=""/>
          <p:cNvSpPr/>
          <p:nvPr/>
        </p:nvSpPr>
        <p:spPr>
          <a:xfrm>
            <a:off x="3725640" y="1416600"/>
            <a:ext cx="531360" cy="375840"/>
          </a:xfrm>
          <a:custGeom>
            <a:avLst/>
            <a:gdLst/>
            <a:ahLst/>
            <a:rect l="0" t="0" r="r" b="b"/>
            <a:pathLst>
              <a:path w="1476" h="1044">
                <a:moveTo>
                  <a:pt x="442" y="12"/>
                </a:moveTo>
                <a:lnTo>
                  <a:pt x="442" y="13"/>
                </a:lnTo>
                <a:lnTo>
                  <a:pt x="443" y="15"/>
                </a:lnTo>
                <a:lnTo>
                  <a:pt x="451" y="30"/>
                </a:lnTo>
                <a:lnTo>
                  <a:pt x="460" y="46"/>
                </a:lnTo>
                <a:lnTo>
                  <a:pt x="460" y="47"/>
                </a:lnTo>
                <a:lnTo>
                  <a:pt x="461" y="48"/>
                </a:lnTo>
                <a:lnTo>
                  <a:pt x="461" y="49"/>
                </a:lnTo>
                <a:lnTo>
                  <a:pt x="462" y="50"/>
                </a:lnTo>
                <a:lnTo>
                  <a:pt x="463" y="51"/>
                </a:lnTo>
                <a:lnTo>
                  <a:pt x="464" y="54"/>
                </a:lnTo>
                <a:lnTo>
                  <a:pt x="465" y="56"/>
                </a:lnTo>
                <a:lnTo>
                  <a:pt x="466" y="58"/>
                </a:lnTo>
                <a:lnTo>
                  <a:pt x="469" y="62"/>
                </a:lnTo>
                <a:lnTo>
                  <a:pt x="469" y="64"/>
                </a:lnTo>
                <a:lnTo>
                  <a:pt x="471" y="68"/>
                </a:lnTo>
                <a:lnTo>
                  <a:pt x="472" y="68"/>
                </a:lnTo>
                <a:lnTo>
                  <a:pt x="472" y="69"/>
                </a:lnTo>
                <a:lnTo>
                  <a:pt x="473" y="70"/>
                </a:lnTo>
                <a:lnTo>
                  <a:pt x="474" y="73"/>
                </a:lnTo>
                <a:lnTo>
                  <a:pt x="475" y="74"/>
                </a:lnTo>
                <a:lnTo>
                  <a:pt x="477" y="78"/>
                </a:lnTo>
                <a:lnTo>
                  <a:pt x="477" y="79"/>
                </a:lnTo>
                <a:lnTo>
                  <a:pt x="478" y="80"/>
                </a:lnTo>
                <a:lnTo>
                  <a:pt x="478" y="81"/>
                </a:lnTo>
                <a:lnTo>
                  <a:pt x="479" y="82"/>
                </a:lnTo>
                <a:lnTo>
                  <a:pt x="480" y="83"/>
                </a:lnTo>
                <a:lnTo>
                  <a:pt x="480" y="84"/>
                </a:lnTo>
                <a:lnTo>
                  <a:pt x="480" y="85"/>
                </a:lnTo>
                <a:lnTo>
                  <a:pt x="481" y="86"/>
                </a:lnTo>
                <a:lnTo>
                  <a:pt x="482" y="88"/>
                </a:lnTo>
                <a:lnTo>
                  <a:pt x="482" y="89"/>
                </a:lnTo>
                <a:lnTo>
                  <a:pt x="483" y="90"/>
                </a:lnTo>
                <a:lnTo>
                  <a:pt x="483" y="91"/>
                </a:lnTo>
                <a:lnTo>
                  <a:pt x="484" y="92"/>
                </a:lnTo>
                <a:lnTo>
                  <a:pt x="485" y="93"/>
                </a:lnTo>
                <a:lnTo>
                  <a:pt x="485" y="94"/>
                </a:lnTo>
                <a:lnTo>
                  <a:pt x="486" y="95"/>
                </a:lnTo>
                <a:lnTo>
                  <a:pt x="486" y="96"/>
                </a:lnTo>
                <a:lnTo>
                  <a:pt x="487" y="97"/>
                </a:lnTo>
                <a:lnTo>
                  <a:pt x="487" y="98"/>
                </a:lnTo>
                <a:lnTo>
                  <a:pt x="488" y="99"/>
                </a:lnTo>
                <a:lnTo>
                  <a:pt x="488" y="100"/>
                </a:lnTo>
                <a:lnTo>
                  <a:pt x="489" y="100"/>
                </a:lnTo>
                <a:lnTo>
                  <a:pt x="489" y="102"/>
                </a:lnTo>
                <a:lnTo>
                  <a:pt x="490" y="103"/>
                </a:lnTo>
                <a:lnTo>
                  <a:pt x="490" y="104"/>
                </a:lnTo>
                <a:lnTo>
                  <a:pt x="491" y="105"/>
                </a:lnTo>
                <a:lnTo>
                  <a:pt x="491" y="106"/>
                </a:lnTo>
                <a:lnTo>
                  <a:pt x="492" y="107"/>
                </a:lnTo>
                <a:lnTo>
                  <a:pt x="492" y="108"/>
                </a:lnTo>
                <a:lnTo>
                  <a:pt x="493" y="109"/>
                </a:lnTo>
                <a:lnTo>
                  <a:pt x="493" y="110"/>
                </a:lnTo>
                <a:lnTo>
                  <a:pt x="494" y="110"/>
                </a:lnTo>
                <a:lnTo>
                  <a:pt x="494" y="111"/>
                </a:lnTo>
                <a:lnTo>
                  <a:pt x="495" y="112"/>
                </a:lnTo>
                <a:lnTo>
                  <a:pt x="495" y="113"/>
                </a:lnTo>
                <a:lnTo>
                  <a:pt x="495" y="114"/>
                </a:lnTo>
                <a:lnTo>
                  <a:pt x="496" y="115"/>
                </a:lnTo>
                <a:lnTo>
                  <a:pt x="496" y="116"/>
                </a:lnTo>
                <a:lnTo>
                  <a:pt x="497" y="116"/>
                </a:lnTo>
                <a:lnTo>
                  <a:pt x="496" y="117"/>
                </a:lnTo>
                <a:lnTo>
                  <a:pt x="494" y="118"/>
                </a:lnTo>
                <a:lnTo>
                  <a:pt x="493" y="119"/>
                </a:lnTo>
                <a:lnTo>
                  <a:pt x="492" y="120"/>
                </a:lnTo>
                <a:lnTo>
                  <a:pt x="492" y="121"/>
                </a:lnTo>
                <a:lnTo>
                  <a:pt x="491" y="121"/>
                </a:lnTo>
                <a:lnTo>
                  <a:pt x="490" y="122"/>
                </a:lnTo>
                <a:lnTo>
                  <a:pt x="488" y="124"/>
                </a:lnTo>
                <a:lnTo>
                  <a:pt x="487" y="125"/>
                </a:lnTo>
                <a:lnTo>
                  <a:pt x="486" y="125"/>
                </a:lnTo>
                <a:lnTo>
                  <a:pt x="486" y="126"/>
                </a:lnTo>
                <a:lnTo>
                  <a:pt x="484" y="127"/>
                </a:lnTo>
                <a:lnTo>
                  <a:pt x="483" y="128"/>
                </a:lnTo>
                <a:lnTo>
                  <a:pt x="482" y="129"/>
                </a:lnTo>
                <a:lnTo>
                  <a:pt x="481" y="130"/>
                </a:lnTo>
                <a:lnTo>
                  <a:pt x="480" y="130"/>
                </a:lnTo>
                <a:lnTo>
                  <a:pt x="480" y="131"/>
                </a:lnTo>
                <a:lnTo>
                  <a:pt x="479" y="131"/>
                </a:lnTo>
                <a:lnTo>
                  <a:pt x="479" y="132"/>
                </a:lnTo>
                <a:lnTo>
                  <a:pt x="478" y="132"/>
                </a:lnTo>
                <a:lnTo>
                  <a:pt x="478" y="133"/>
                </a:lnTo>
                <a:lnTo>
                  <a:pt x="477" y="133"/>
                </a:lnTo>
                <a:lnTo>
                  <a:pt x="476" y="135"/>
                </a:lnTo>
                <a:lnTo>
                  <a:pt x="476" y="136"/>
                </a:lnTo>
                <a:lnTo>
                  <a:pt x="477" y="136"/>
                </a:lnTo>
                <a:lnTo>
                  <a:pt x="477" y="137"/>
                </a:lnTo>
                <a:lnTo>
                  <a:pt x="477" y="138"/>
                </a:lnTo>
                <a:lnTo>
                  <a:pt x="486" y="149"/>
                </a:lnTo>
                <a:lnTo>
                  <a:pt x="487" y="149"/>
                </a:lnTo>
                <a:lnTo>
                  <a:pt x="488" y="151"/>
                </a:lnTo>
                <a:lnTo>
                  <a:pt x="502" y="166"/>
                </a:lnTo>
                <a:lnTo>
                  <a:pt x="502" y="167"/>
                </a:lnTo>
                <a:lnTo>
                  <a:pt x="508" y="173"/>
                </a:lnTo>
                <a:lnTo>
                  <a:pt x="510" y="175"/>
                </a:lnTo>
                <a:lnTo>
                  <a:pt x="511" y="175"/>
                </a:lnTo>
                <a:lnTo>
                  <a:pt x="514" y="178"/>
                </a:lnTo>
                <a:lnTo>
                  <a:pt x="516" y="178"/>
                </a:lnTo>
                <a:lnTo>
                  <a:pt x="519" y="180"/>
                </a:lnTo>
                <a:lnTo>
                  <a:pt x="521" y="182"/>
                </a:lnTo>
                <a:lnTo>
                  <a:pt x="522" y="182"/>
                </a:lnTo>
                <a:lnTo>
                  <a:pt x="523" y="183"/>
                </a:lnTo>
                <a:lnTo>
                  <a:pt x="524" y="184"/>
                </a:lnTo>
                <a:lnTo>
                  <a:pt x="526" y="184"/>
                </a:lnTo>
                <a:lnTo>
                  <a:pt x="527" y="185"/>
                </a:lnTo>
                <a:lnTo>
                  <a:pt x="528" y="186"/>
                </a:lnTo>
                <a:lnTo>
                  <a:pt x="529" y="186"/>
                </a:lnTo>
                <a:lnTo>
                  <a:pt x="530" y="187"/>
                </a:lnTo>
                <a:lnTo>
                  <a:pt x="531" y="188"/>
                </a:lnTo>
                <a:lnTo>
                  <a:pt x="532" y="188"/>
                </a:lnTo>
                <a:lnTo>
                  <a:pt x="533" y="190"/>
                </a:lnTo>
                <a:lnTo>
                  <a:pt x="534" y="190"/>
                </a:lnTo>
                <a:lnTo>
                  <a:pt x="535" y="190"/>
                </a:lnTo>
                <a:lnTo>
                  <a:pt x="537" y="190"/>
                </a:lnTo>
                <a:lnTo>
                  <a:pt x="539" y="191"/>
                </a:lnTo>
                <a:lnTo>
                  <a:pt x="540" y="192"/>
                </a:lnTo>
                <a:lnTo>
                  <a:pt x="540" y="197"/>
                </a:lnTo>
                <a:lnTo>
                  <a:pt x="541" y="198"/>
                </a:lnTo>
                <a:lnTo>
                  <a:pt x="541" y="202"/>
                </a:lnTo>
                <a:lnTo>
                  <a:pt x="541" y="203"/>
                </a:lnTo>
                <a:lnTo>
                  <a:pt x="541" y="207"/>
                </a:lnTo>
                <a:lnTo>
                  <a:pt x="541" y="208"/>
                </a:lnTo>
                <a:lnTo>
                  <a:pt x="541" y="211"/>
                </a:lnTo>
                <a:lnTo>
                  <a:pt x="541" y="215"/>
                </a:lnTo>
                <a:lnTo>
                  <a:pt x="541" y="216"/>
                </a:lnTo>
                <a:lnTo>
                  <a:pt x="541" y="217"/>
                </a:lnTo>
                <a:lnTo>
                  <a:pt x="541" y="221"/>
                </a:lnTo>
                <a:lnTo>
                  <a:pt x="541" y="225"/>
                </a:lnTo>
                <a:lnTo>
                  <a:pt x="541" y="228"/>
                </a:lnTo>
                <a:lnTo>
                  <a:pt x="549" y="224"/>
                </a:lnTo>
                <a:lnTo>
                  <a:pt x="555" y="221"/>
                </a:lnTo>
                <a:lnTo>
                  <a:pt x="556" y="221"/>
                </a:lnTo>
                <a:lnTo>
                  <a:pt x="557" y="221"/>
                </a:lnTo>
                <a:lnTo>
                  <a:pt x="559" y="220"/>
                </a:lnTo>
                <a:lnTo>
                  <a:pt x="561" y="219"/>
                </a:lnTo>
                <a:lnTo>
                  <a:pt x="562" y="218"/>
                </a:lnTo>
                <a:lnTo>
                  <a:pt x="564" y="218"/>
                </a:lnTo>
                <a:lnTo>
                  <a:pt x="564" y="217"/>
                </a:lnTo>
                <a:lnTo>
                  <a:pt x="565" y="217"/>
                </a:lnTo>
                <a:lnTo>
                  <a:pt x="566" y="217"/>
                </a:lnTo>
                <a:lnTo>
                  <a:pt x="567" y="216"/>
                </a:lnTo>
                <a:lnTo>
                  <a:pt x="566" y="215"/>
                </a:lnTo>
                <a:lnTo>
                  <a:pt x="566" y="214"/>
                </a:lnTo>
                <a:lnTo>
                  <a:pt x="565" y="214"/>
                </a:lnTo>
                <a:lnTo>
                  <a:pt x="565" y="213"/>
                </a:lnTo>
                <a:lnTo>
                  <a:pt x="564" y="212"/>
                </a:lnTo>
                <a:lnTo>
                  <a:pt x="563" y="211"/>
                </a:lnTo>
                <a:lnTo>
                  <a:pt x="562" y="210"/>
                </a:lnTo>
                <a:lnTo>
                  <a:pt x="562" y="209"/>
                </a:lnTo>
                <a:lnTo>
                  <a:pt x="564" y="209"/>
                </a:lnTo>
                <a:lnTo>
                  <a:pt x="566" y="208"/>
                </a:lnTo>
                <a:lnTo>
                  <a:pt x="567" y="208"/>
                </a:lnTo>
                <a:lnTo>
                  <a:pt x="568" y="207"/>
                </a:lnTo>
                <a:lnTo>
                  <a:pt x="569" y="207"/>
                </a:lnTo>
                <a:lnTo>
                  <a:pt x="570" y="207"/>
                </a:lnTo>
                <a:lnTo>
                  <a:pt x="571" y="207"/>
                </a:lnTo>
                <a:lnTo>
                  <a:pt x="571" y="208"/>
                </a:lnTo>
                <a:lnTo>
                  <a:pt x="571" y="210"/>
                </a:lnTo>
                <a:lnTo>
                  <a:pt x="572" y="211"/>
                </a:lnTo>
                <a:lnTo>
                  <a:pt x="572" y="213"/>
                </a:lnTo>
                <a:lnTo>
                  <a:pt x="572" y="214"/>
                </a:lnTo>
                <a:lnTo>
                  <a:pt x="572" y="215"/>
                </a:lnTo>
                <a:lnTo>
                  <a:pt x="573" y="215"/>
                </a:lnTo>
                <a:lnTo>
                  <a:pt x="573" y="216"/>
                </a:lnTo>
                <a:lnTo>
                  <a:pt x="574" y="217"/>
                </a:lnTo>
                <a:lnTo>
                  <a:pt x="575" y="218"/>
                </a:lnTo>
                <a:lnTo>
                  <a:pt x="576" y="218"/>
                </a:lnTo>
                <a:lnTo>
                  <a:pt x="576" y="219"/>
                </a:lnTo>
                <a:lnTo>
                  <a:pt x="578" y="220"/>
                </a:lnTo>
                <a:lnTo>
                  <a:pt x="579" y="220"/>
                </a:lnTo>
                <a:lnTo>
                  <a:pt x="580" y="221"/>
                </a:lnTo>
                <a:lnTo>
                  <a:pt x="581" y="222"/>
                </a:lnTo>
                <a:lnTo>
                  <a:pt x="582" y="223"/>
                </a:lnTo>
                <a:lnTo>
                  <a:pt x="583" y="224"/>
                </a:lnTo>
                <a:lnTo>
                  <a:pt x="583" y="223"/>
                </a:lnTo>
                <a:lnTo>
                  <a:pt x="582" y="222"/>
                </a:lnTo>
                <a:lnTo>
                  <a:pt x="582" y="221"/>
                </a:lnTo>
                <a:lnTo>
                  <a:pt x="582" y="220"/>
                </a:lnTo>
                <a:lnTo>
                  <a:pt x="583" y="220"/>
                </a:lnTo>
                <a:lnTo>
                  <a:pt x="583" y="219"/>
                </a:lnTo>
                <a:lnTo>
                  <a:pt x="583" y="218"/>
                </a:lnTo>
                <a:lnTo>
                  <a:pt x="582" y="218"/>
                </a:lnTo>
                <a:lnTo>
                  <a:pt x="582" y="217"/>
                </a:lnTo>
                <a:lnTo>
                  <a:pt x="582" y="216"/>
                </a:lnTo>
                <a:lnTo>
                  <a:pt x="581" y="216"/>
                </a:lnTo>
                <a:lnTo>
                  <a:pt x="581" y="215"/>
                </a:lnTo>
                <a:lnTo>
                  <a:pt x="582" y="215"/>
                </a:lnTo>
                <a:lnTo>
                  <a:pt x="582" y="213"/>
                </a:lnTo>
                <a:lnTo>
                  <a:pt x="583" y="213"/>
                </a:lnTo>
                <a:lnTo>
                  <a:pt x="585" y="212"/>
                </a:lnTo>
                <a:lnTo>
                  <a:pt x="587" y="211"/>
                </a:lnTo>
                <a:lnTo>
                  <a:pt x="589" y="210"/>
                </a:lnTo>
                <a:lnTo>
                  <a:pt x="590" y="209"/>
                </a:lnTo>
                <a:lnTo>
                  <a:pt x="591" y="209"/>
                </a:lnTo>
                <a:lnTo>
                  <a:pt x="592" y="209"/>
                </a:lnTo>
                <a:lnTo>
                  <a:pt x="593" y="208"/>
                </a:lnTo>
                <a:lnTo>
                  <a:pt x="594" y="208"/>
                </a:lnTo>
                <a:lnTo>
                  <a:pt x="596" y="207"/>
                </a:lnTo>
                <a:lnTo>
                  <a:pt x="597" y="206"/>
                </a:lnTo>
                <a:lnTo>
                  <a:pt x="599" y="206"/>
                </a:lnTo>
                <a:lnTo>
                  <a:pt x="600" y="207"/>
                </a:lnTo>
                <a:lnTo>
                  <a:pt x="601" y="208"/>
                </a:lnTo>
                <a:lnTo>
                  <a:pt x="601" y="210"/>
                </a:lnTo>
                <a:lnTo>
                  <a:pt x="602" y="210"/>
                </a:lnTo>
                <a:lnTo>
                  <a:pt x="602" y="211"/>
                </a:lnTo>
                <a:lnTo>
                  <a:pt x="603" y="213"/>
                </a:lnTo>
                <a:lnTo>
                  <a:pt x="604" y="215"/>
                </a:lnTo>
                <a:lnTo>
                  <a:pt x="605" y="215"/>
                </a:lnTo>
                <a:lnTo>
                  <a:pt x="606" y="215"/>
                </a:lnTo>
                <a:lnTo>
                  <a:pt x="607" y="216"/>
                </a:lnTo>
                <a:lnTo>
                  <a:pt x="608" y="216"/>
                </a:lnTo>
                <a:lnTo>
                  <a:pt x="609" y="216"/>
                </a:lnTo>
                <a:lnTo>
                  <a:pt x="610" y="217"/>
                </a:lnTo>
                <a:lnTo>
                  <a:pt x="610" y="216"/>
                </a:lnTo>
                <a:lnTo>
                  <a:pt x="611" y="215"/>
                </a:lnTo>
                <a:lnTo>
                  <a:pt x="611" y="213"/>
                </a:lnTo>
                <a:lnTo>
                  <a:pt x="612" y="213"/>
                </a:lnTo>
                <a:lnTo>
                  <a:pt x="616" y="209"/>
                </a:lnTo>
                <a:lnTo>
                  <a:pt x="616" y="200"/>
                </a:lnTo>
                <a:lnTo>
                  <a:pt x="616" y="198"/>
                </a:lnTo>
                <a:lnTo>
                  <a:pt x="623" y="198"/>
                </a:lnTo>
                <a:lnTo>
                  <a:pt x="626" y="198"/>
                </a:lnTo>
                <a:lnTo>
                  <a:pt x="633" y="198"/>
                </a:lnTo>
                <a:lnTo>
                  <a:pt x="640" y="199"/>
                </a:lnTo>
                <a:lnTo>
                  <a:pt x="651" y="199"/>
                </a:lnTo>
                <a:lnTo>
                  <a:pt x="661" y="190"/>
                </a:lnTo>
                <a:lnTo>
                  <a:pt x="668" y="191"/>
                </a:lnTo>
                <a:lnTo>
                  <a:pt x="675" y="191"/>
                </a:lnTo>
                <a:lnTo>
                  <a:pt x="689" y="193"/>
                </a:lnTo>
                <a:lnTo>
                  <a:pt x="691" y="193"/>
                </a:lnTo>
                <a:lnTo>
                  <a:pt x="696" y="193"/>
                </a:lnTo>
                <a:lnTo>
                  <a:pt x="700" y="196"/>
                </a:lnTo>
                <a:lnTo>
                  <a:pt x="703" y="200"/>
                </a:lnTo>
                <a:lnTo>
                  <a:pt x="704" y="202"/>
                </a:lnTo>
                <a:lnTo>
                  <a:pt x="711" y="211"/>
                </a:lnTo>
                <a:lnTo>
                  <a:pt x="712" y="212"/>
                </a:lnTo>
                <a:lnTo>
                  <a:pt x="712" y="217"/>
                </a:lnTo>
                <a:lnTo>
                  <a:pt x="712" y="222"/>
                </a:lnTo>
                <a:lnTo>
                  <a:pt x="706" y="230"/>
                </a:lnTo>
                <a:lnTo>
                  <a:pt x="706" y="257"/>
                </a:lnTo>
                <a:lnTo>
                  <a:pt x="705" y="258"/>
                </a:lnTo>
                <a:lnTo>
                  <a:pt x="704" y="258"/>
                </a:lnTo>
                <a:lnTo>
                  <a:pt x="703" y="258"/>
                </a:lnTo>
                <a:lnTo>
                  <a:pt x="702" y="259"/>
                </a:lnTo>
                <a:lnTo>
                  <a:pt x="701" y="260"/>
                </a:lnTo>
                <a:lnTo>
                  <a:pt x="698" y="261"/>
                </a:lnTo>
                <a:lnTo>
                  <a:pt x="697" y="262"/>
                </a:lnTo>
                <a:lnTo>
                  <a:pt x="695" y="263"/>
                </a:lnTo>
                <a:lnTo>
                  <a:pt x="694" y="264"/>
                </a:lnTo>
                <a:lnTo>
                  <a:pt x="693" y="264"/>
                </a:lnTo>
                <a:lnTo>
                  <a:pt x="692" y="265"/>
                </a:lnTo>
                <a:lnTo>
                  <a:pt x="691" y="265"/>
                </a:lnTo>
                <a:lnTo>
                  <a:pt x="690" y="266"/>
                </a:lnTo>
                <a:lnTo>
                  <a:pt x="689" y="267"/>
                </a:lnTo>
                <a:lnTo>
                  <a:pt x="688" y="268"/>
                </a:lnTo>
                <a:lnTo>
                  <a:pt x="688" y="269"/>
                </a:lnTo>
                <a:lnTo>
                  <a:pt x="687" y="269"/>
                </a:lnTo>
                <a:lnTo>
                  <a:pt x="687" y="270"/>
                </a:lnTo>
                <a:lnTo>
                  <a:pt x="686" y="271"/>
                </a:lnTo>
                <a:lnTo>
                  <a:pt x="686" y="272"/>
                </a:lnTo>
                <a:lnTo>
                  <a:pt x="686" y="273"/>
                </a:lnTo>
                <a:lnTo>
                  <a:pt x="686" y="274"/>
                </a:lnTo>
                <a:lnTo>
                  <a:pt x="685" y="274"/>
                </a:lnTo>
                <a:lnTo>
                  <a:pt x="685" y="275"/>
                </a:lnTo>
                <a:lnTo>
                  <a:pt x="685" y="276"/>
                </a:lnTo>
                <a:lnTo>
                  <a:pt x="685" y="277"/>
                </a:lnTo>
                <a:lnTo>
                  <a:pt x="684" y="278"/>
                </a:lnTo>
                <a:lnTo>
                  <a:pt x="684" y="279"/>
                </a:lnTo>
                <a:lnTo>
                  <a:pt x="683" y="280"/>
                </a:lnTo>
                <a:lnTo>
                  <a:pt x="682" y="280"/>
                </a:lnTo>
                <a:lnTo>
                  <a:pt x="682" y="281"/>
                </a:lnTo>
                <a:lnTo>
                  <a:pt x="681" y="281"/>
                </a:lnTo>
                <a:lnTo>
                  <a:pt x="681" y="282"/>
                </a:lnTo>
                <a:lnTo>
                  <a:pt x="680" y="282"/>
                </a:lnTo>
                <a:lnTo>
                  <a:pt x="679" y="283"/>
                </a:lnTo>
                <a:lnTo>
                  <a:pt x="678" y="284"/>
                </a:lnTo>
                <a:lnTo>
                  <a:pt x="677" y="284"/>
                </a:lnTo>
                <a:lnTo>
                  <a:pt x="676" y="284"/>
                </a:lnTo>
                <a:lnTo>
                  <a:pt x="675" y="284"/>
                </a:lnTo>
                <a:lnTo>
                  <a:pt x="674" y="284"/>
                </a:lnTo>
                <a:lnTo>
                  <a:pt x="673" y="285"/>
                </a:lnTo>
                <a:lnTo>
                  <a:pt x="672" y="285"/>
                </a:lnTo>
                <a:lnTo>
                  <a:pt x="671" y="285"/>
                </a:lnTo>
                <a:lnTo>
                  <a:pt x="670" y="285"/>
                </a:lnTo>
                <a:lnTo>
                  <a:pt x="668" y="285"/>
                </a:lnTo>
                <a:lnTo>
                  <a:pt x="668" y="286"/>
                </a:lnTo>
                <a:lnTo>
                  <a:pt x="667" y="287"/>
                </a:lnTo>
                <a:lnTo>
                  <a:pt x="666" y="287"/>
                </a:lnTo>
                <a:lnTo>
                  <a:pt x="666" y="288"/>
                </a:lnTo>
                <a:lnTo>
                  <a:pt x="665" y="288"/>
                </a:lnTo>
                <a:lnTo>
                  <a:pt x="664" y="289"/>
                </a:lnTo>
                <a:lnTo>
                  <a:pt x="663" y="290"/>
                </a:lnTo>
                <a:lnTo>
                  <a:pt x="662" y="290"/>
                </a:lnTo>
                <a:lnTo>
                  <a:pt x="661" y="291"/>
                </a:lnTo>
                <a:lnTo>
                  <a:pt x="660" y="291"/>
                </a:lnTo>
                <a:lnTo>
                  <a:pt x="658" y="292"/>
                </a:lnTo>
                <a:lnTo>
                  <a:pt x="657" y="292"/>
                </a:lnTo>
                <a:lnTo>
                  <a:pt x="657" y="293"/>
                </a:lnTo>
                <a:lnTo>
                  <a:pt x="656" y="293"/>
                </a:lnTo>
                <a:lnTo>
                  <a:pt x="655" y="293"/>
                </a:lnTo>
                <a:lnTo>
                  <a:pt x="653" y="294"/>
                </a:lnTo>
                <a:lnTo>
                  <a:pt x="651" y="295"/>
                </a:lnTo>
                <a:lnTo>
                  <a:pt x="650" y="296"/>
                </a:lnTo>
                <a:lnTo>
                  <a:pt x="649" y="296"/>
                </a:lnTo>
                <a:lnTo>
                  <a:pt x="649" y="297"/>
                </a:lnTo>
                <a:lnTo>
                  <a:pt x="648" y="297"/>
                </a:lnTo>
                <a:lnTo>
                  <a:pt x="647" y="297"/>
                </a:lnTo>
                <a:lnTo>
                  <a:pt x="646" y="298"/>
                </a:lnTo>
                <a:lnTo>
                  <a:pt x="645" y="298"/>
                </a:lnTo>
                <a:lnTo>
                  <a:pt x="644" y="297"/>
                </a:lnTo>
                <a:lnTo>
                  <a:pt x="643" y="297"/>
                </a:lnTo>
                <a:lnTo>
                  <a:pt x="643" y="296"/>
                </a:lnTo>
                <a:lnTo>
                  <a:pt x="642" y="296"/>
                </a:lnTo>
                <a:lnTo>
                  <a:pt x="641" y="296"/>
                </a:lnTo>
                <a:lnTo>
                  <a:pt x="640" y="297"/>
                </a:lnTo>
                <a:lnTo>
                  <a:pt x="641" y="298"/>
                </a:lnTo>
                <a:lnTo>
                  <a:pt x="659" y="297"/>
                </a:lnTo>
                <a:lnTo>
                  <a:pt x="660" y="297"/>
                </a:lnTo>
                <a:lnTo>
                  <a:pt x="661" y="297"/>
                </a:lnTo>
                <a:lnTo>
                  <a:pt x="662" y="297"/>
                </a:lnTo>
                <a:lnTo>
                  <a:pt x="663" y="297"/>
                </a:lnTo>
                <a:lnTo>
                  <a:pt x="664" y="298"/>
                </a:lnTo>
                <a:lnTo>
                  <a:pt x="666" y="298"/>
                </a:lnTo>
                <a:lnTo>
                  <a:pt x="667" y="298"/>
                </a:lnTo>
                <a:lnTo>
                  <a:pt x="668" y="299"/>
                </a:lnTo>
                <a:lnTo>
                  <a:pt x="669" y="299"/>
                </a:lnTo>
                <a:lnTo>
                  <a:pt x="670" y="299"/>
                </a:lnTo>
                <a:lnTo>
                  <a:pt x="673" y="299"/>
                </a:lnTo>
                <a:lnTo>
                  <a:pt x="674" y="299"/>
                </a:lnTo>
                <a:lnTo>
                  <a:pt x="674" y="300"/>
                </a:lnTo>
                <a:lnTo>
                  <a:pt x="680" y="306"/>
                </a:lnTo>
                <a:lnTo>
                  <a:pt x="682" y="307"/>
                </a:lnTo>
                <a:lnTo>
                  <a:pt x="687" y="309"/>
                </a:lnTo>
                <a:lnTo>
                  <a:pt x="694" y="310"/>
                </a:lnTo>
                <a:lnTo>
                  <a:pt x="701" y="316"/>
                </a:lnTo>
                <a:lnTo>
                  <a:pt x="713" y="318"/>
                </a:lnTo>
                <a:lnTo>
                  <a:pt x="715" y="319"/>
                </a:lnTo>
                <a:lnTo>
                  <a:pt x="715" y="320"/>
                </a:lnTo>
                <a:lnTo>
                  <a:pt x="720" y="326"/>
                </a:lnTo>
                <a:lnTo>
                  <a:pt x="719" y="329"/>
                </a:lnTo>
                <a:lnTo>
                  <a:pt x="721" y="336"/>
                </a:lnTo>
                <a:lnTo>
                  <a:pt x="731" y="338"/>
                </a:lnTo>
                <a:lnTo>
                  <a:pt x="736" y="339"/>
                </a:lnTo>
                <a:lnTo>
                  <a:pt x="736" y="347"/>
                </a:lnTo>
                <a:lnTo>
                  <a:pt x="738" y="347"/>
                </a:lnTo>
                <a:lnTo>
                  <a:pt x="739" y="347"/>
                </a:lnTo>
                <a:lnTo>
                  <a:pt x="740" y="347"/>
                </a:lnTo>
                <a:lnTo>
                  <a:pt x="741" y="347"/>
                </a:lnTo>
                <a:lnTo>
                  <a:pt x="742" y="347"/>
                </a:lnTo>
                <a:lnTo>
                  <a:pt x="742" y="348"/>
                </a:lnTo>
                <a:lnTo>
                  <a:pt x="743" y="348"/>
                </a:lnTo>
                <a:lnTo>
                  <a:pt x="744" y="348"/>
                </a:lnTo>
                <a:lnTo>
                  <a:pt x="745" y="348"/>
                </a:lnTo>
                <a:lnTo>
                  <a:pt x="748" y="348"/>
                </a:lnTo>
                <a:lnTo>
                  <a:pt x="749" y="348"/>
                </a:lnTo>
                <a:lnTo>
                  <a:pt x="750" y="348"/>
                </a:lnTo>
                <a:lnTo>
                  <a:pt x="751" y="348"/>
                </a:lnTo>
                <a:lnTo>
                  <a:pt x="753" y="347"/>
                </a:lnTo>
                <a:lnTo>
                  <a:pt x="754" y="347"/>
                </a:lnTo>
                <a:lnTo>
                  <a:pt x="755" y="347"/>
                </a:lnTo>
                <a:lnTo>
                  <a:pt x="755" y="346"/>
                </a:lnTo>
                <a:lnTo>
                  <a:pt x="756" y="346"/>
                </a:lnTo>
                <a:lnTo>
                  <a:pt x="757" y="347"/>
                </a:lnTo>
                <a:lnTo>
                  <a:pt x="758" y="347"/>
                </a:lnTo>
                <a:lnTo>
                  <a:pt x="759" y="346"/>
                </a:lnTo>
                <a:lnTo>
                  <a:pt x="766" y="346"/>
                </a:lnTo>
                <a:lnTo>
                  <a:pt x="767" y="352"/>
                </a:lnTo>
                <a:lnTo>
                  <a:pt x="767" y="358"/>
                </a:lnTo>
                <a:lnTo>
                  <a:pt x="767" y="362"/>
                </a:lnTo>
                <a:lnTo>
                  <a:pt x="767" y="363"/>
                </a:lnTo>
                <a:lnTo>
                  <a:pt x="767" y="367"/>
                </a:lnTo>
                <a:lnTo>
                  <a:pt x="767" y="368"/>
                </a:lnTo>
                <a:lnTo>
                  <a:pt x="768" y="368"/>
                </a:lnTo>
                <a:lnTo>
                  <a:pt x="768" y="369"/>
                </a:lnTo>
                <a:lnTo>
                  <a:pt x="768" y="370"/>
                </a:lnTo>
                <a:lnTo>
                  <a:pt x="768" y="371"/>
                </a:lnTo>
                <a:lnTo>
                  <a:pt x="768" y="372"/>
                </a:lnTo>
                <a:lnTo>
                  <a:pt x="769" y="373"/>
                </a:lnTo>
                <a:lnTo>
                  <a:pt x="769" y="374"/>
                </a:lnTo>
                <a:lnTo>
                  <a:pt x="769" y="375"/>
                </a:lnTo>
                <a:lnTo>
                  <a:pt x="770" y="375"/>
                </a:lnTo>
                <a:lnTo>
                  <a:pt x="769" y="376"/>
                </a:lnTo>
                <a:lnTo>
                  <a:pt x="770" y="376"/>
                </a:lnTo>
                <a:lnTo>
                  <a:pt x="770" y="377"/>
                </a:lnTo>
                <a:lnTo>
                  <a:pt x="769" y="377"/>
                </a:lnTo>
                <a:lnTo>
                  <a:pt x="766" y="380"/>
                </a:lnTo>
                <a:lnTo>
                  <a:pt x="766" y="381"/>
                </a:lnTo>
                <a:lnTo>
                  <a:pt x="766" y="384"/>
                </a:lnTo>
                <a:lnTo>
                  <a:pt x="766" y="385"/>
                </a:lnTo>
                <a:lnTo>
                  <a:pt x="767" y="385"/>
                </a:lnTo>
                <a:lnTo>
                  <a:pt x="767" y="386"/>
                </a:lnTo>
                <a:lnTo>
                  <a:pt x="768" y="386"/>
                </a:lnTo>
                <a:lnTo>
                  <a:pt x="769" y="387"/>
                </a:lnTo>
                <a:lnTo>
                  <a:pt x="770" y="388"/>
                </a:lnTo>
                <a:lnTo>
                  <a:pt x="771" y="388"/>
                </a:lnTo>
                <a:lnTo>
                  <a:pt x="773" y="385"/>
                </a:lnTo>
                <a:lnTo>
                  <a:pt x="775" y="386"/>
                </a:lnTo>
                <a:lnTo>
                  <a:pt x="778" y="387"/>
                </a:lnTo>
                <a:lnTo>
                  <a:pt x="778" y="388"/>
                </a:lnTo>
                <a:lnTo>
                  <a:pt x="779" y="389"/>
                </a:lnTo>
                <a:lnTo>
                  <a:pt x="779" y="390"/>
                </a:lnTo>
                <a:lnTo>
                  <a:pt x="779" y="391"/>
                </a:lnTo>
                <a:lnTo>
                  <a:pt x="779" y="392"/>
                </a:lnTo>
                <a:lnTo>
                  <a:pt x="779" y="393"/>
                </a:lnTo>
                <a:lnTo>
                  <a:pt x="778" y="393"/>
                </a:lnTo>
                <a:lnTo>
                  <a:pt x="778" y="394"/>
                </a:lnTo>
                <a:lnTo>
                  <a:pt x="779" y="393"/>
                </a:lnTo>
                <a:lnTo>
                  <a:pt x="780" y="393"/>
                </a:lnTo>
                <a:lnTo>
                  <a:pt x="785" y="392"/>
                </a:lnTo>
                <a:lnTo>
                  <a:pt x="793" y="390"/>
                </a:lnTo>
                <a:lnTo>
                  <a:pt x="797" y="388"/>
                </a:lnTo>
                <a:lnTo>
                  <a:pt x="798" y="388"/>
                </a:lnTo>
                <a:lnTo>
                  <a:pt x="802" y="386"/>
                </a:lnTo>
                <a:lnTo>
                  <a:pt x="801" y="388"/>
                </a:lnTo>
                <a:lnTo>
                  <a:pt x="801" y="389"/>
                </a:lnTo>
                <a:lnTo>
                  <a:pt x="800" y="391"/>
                </a:lnTo>
                <a:lnTo>
                  <a:pt x="800" y="392"/>
                </a:lnTo>
                <a:lnTo>
                  <a:pt x="799" y="393"/>
                </a:lnTo>
                <a:lnTo>
                  <a:pt x="801" y="396"/>
                </a:lnTo>
                <a:lnTo>
                  <a:pt x="803" y="397"/>
                </a:lnTo>
                <a:lnTo>
                  <a:pt x="803" y="398"/>
                </a:lnTo>
                <a:lnTo>
                  <a:pt x="803" y="399"/>
                </a:lnTo>
                <a:lnTo>
                  <a:pt x="803" y="402"/>
                </a:lnTo>
                <a:lnTo>
                  <a:pt x="805" y="402"/>
                </a:lnTo>
                <a:lnTo>
                  <a:pt x="807" y="403"/>
                </a:lnTo>
                <a:lnTo>
                  <a:pt x="809" y="403"/>
                </a:lnTo>
                <a:lnTo>
                  <a:pt x="812" y="403"/>
                </a:lnTo>
                <a:lnTo>
                  <a:pt x="812" y="404"/>
                </a:lnTo>
                <a:lnTo>
                  <a:pt x="812" y="405"/>
                </a:lnTo>
                <a:lnTo>
                  <a:pt x="812" y="406"/>
                </a:lnTo>
                <a:lnTo>
                  <a:pt x="813" y="406"/>
                </a:lnTo>
                <a:lnTo>
                  <a:pt x="812" y="406"/>
                </a:lnTo>
                <a:lnTo>
                  <a:pt x="812" y="407"/>
                </a:lnTo>
                <a:lnTo>
                  <a:pt x="812" y="408"/>
                </a:lnTo>
                <a:lnTo>
                  <a:pt x="811" y="407"/>
                </a:lnTo>
                <a:lnTo>
                  <a:pt x="811" y="408"/>
                </a:lnTo>
                <a:lnTo>
                  <a:pt x="810" y="408"/>
                </a:lnTo>
                <a:lnTo>
                  <a:pt x="809" y="408"/>
                </a:lnTo>
                <a:lnTo>
                  <a:pt x="809" y="409"/>
                </a:lnTo>
                <a:lnTo>
                  <a:pt x="809" y="410"/>
                </a:lnTo>
                <a:lnTo>
                  <a:pt x="810" y="410"/>
                </a:lnTo>
                <a:lnTo>
                  <a:pt x="811" y="410"/>
                </a:lnTo>
                <a:lnTo>
                  <a:pt x="811" y="411"/>
                </a:lnTo>
                <a:lnTo>
                  <a:pt x="812" y="411"/>
                </a:lnTo>
                <a:lnTo>
                  <a:pt x="813" y="411"/>
                </a:lnTo>
                <a:lnTo>
                  <a:pt x="814" y="411"/>
                </a:lnTo>
                <a:lnTo>
                  <a:pt x="815" y="411"/>
                </a:lnTo>
                <a:lnTo>
                  <a:pt x="816" y="411"/>
                </a:lnTo>
                <a:lnTo>
                  <a:pt x="816" y="412"/>
                </a:lnTo>
                <a:lnTo>
                  <a:pt x="816" y="411"/>
                </a:lnTo>
                <a:lnTo>
                  <a:pt x="817" y="411"/>
                </a:lnTo>
                <a:lnTo>
                  <a:pt x="818" y="411"/>
                </a:lnTo>
                <a:lnTo>
                  <a:pt x="818" y="412"/>
                </a:lnTo>
                <a:lnTo>
                  <a:pt x="819" y="412"/>
                </a:lnTo>
                <a:lnTo>
                  <a:pt x="820" y="412"/>
                </a:lnTo>
                <a:lnTo>
                  <a:pt x="821" y="413"/>
                </a:lnTo>
                <a:lnTo>
                  <a:pt x="822" y="413"/>
                </a:lnTo>
                <a:lnTo>
                  <a:pt x="823" y="414"/>
                </a:lnTo>
                <a:lnTo>
                  <a:pt x="824" y="414"/>
                </a:lnTo>
                <a:lnTo>
                  <a:pt x="824" y="415"/>
                </a:lnTo>
                <a:lnTo>
                  <a:pt x="825" y="415"/>
                </a:lnTo>
                <a:lnTo>
                  <a:pt x="826" y="415"/>
                </a:lnTo>
                <a:lnTo>
                  <a:pt x="827" y="415"/>
                </a:lnTo>
                <a:lnTo>
                  <a:pt x="827" y="416"/>
                </a:lnTo>
                <a:lnTo>
                  <a:pt x="832" y="417"/>
                </a:lnTo>
                <a:lnTo>
                  <a:pt x="833" y="419"/>
                </a:lnTo>
                <a:lnTo>
                  <a:pt x="835" y="422"/>
                </a:lnTo>
                <a:lnTo>
                  <a:pt x="836" y="424"/>
                </a:lnTo>
                <a:lnTo>
                  <a:pt x="836" y="423"/>
                </a:lnTo>
                <a:lnTo>
                  <a:pt x="837" y="423"/>
                </a:lnTo>
                <a:lnTo>
                  <a:pt x="838" y="423"/>
                </a:lnTo>
                <a:lnTo>
                  <a:pt x="838" y="422"/>
                </a:lnTo>
                <a:lnTo>
                  <a:pt x="839" y="422"/>
                </a:lnTo>
                <a:lnTo>
                  <a:pt x="839" y="421"/>
                </a:lnTo>
                <a:lnTo>
                  <a:pt x="840" y="421"/>
                </a:lnTo>
                <a:lnTo>
                  <a:pt x="840" y="420"/>
                </a:lnTo>
                <a:lnTo>
                  <a:pt x="841" y="420"/>
                </a:lnTo>
                <a:lnTo>
                  <a:pt x="842" y="420"/>
                </a:lnTo>
                <a:lnTo>
                  <a:pt x="843" y="420"/>
                </a:lnTo>
                <a:lnTo>
                  <a:pt x="844" y="420"/>
                </a:lnTo>
                <a:lnTo>
                  <a:pt x="845" y="420"/>
                </a:lnTo>
                <a:lnTo>
                  <a:pt x="846" y="420"/>
                </a:lnTo>
                <a:lnTo>
                  <a:pt x="846" y="421"/>
                </a:lnTo>
                <a:lnTo>
                  <a:pt x="847" y="421"/>
                </a:lnTo>
                <a:lnTo>
                  <a:pt x="848" y="421"/>
                </a:lnTo>
                <a:lnTo>
                  <a:pt x="849" y="421"/>
                </a:lnTo>
                <a:lnTo>
                  <a:pt x="850" y="421"/>
                </a:lnTo>
                <a:lnTo>
                  <a:pt x="850" y="422"/>
                </a:lnTo>
                <a:lnTo>
                  <a:pt x="851" y="423"/>
                </a:lnTo>
                <a:lnTo>
                  <a:pt x="852" y="422"/>
                </a:lnTo>
                <a:lnTo>
                  <a:pt x="853" y="422"/>
                </a:lnTo>
                <a:lnTo>
                  <a:pt x="859" y="417"/>
                </a:lnTo>
                <a:lnTo>
                  <a:pt x="866" y="407"/>
                </a:lnTo>
                <a:lnTo>
                  <a:pt x="872" y="403"/>
                </a:lnTo>
                <a:lnTo>
                  <a:pt x="878" y="399"/>
                </a:lnTo>
                <a:lnTo>
                  <a:pt x="872" y="393"/>
                </a:lnTo>
                <a:lnTo>
                  <a:pt x="870" y="391"/>
                </a:lnTo>
                <a:lnTo>
                  <a:pt x="867" y="388"/>
                </a:lnTo>
                <a:lnTo>
                  <a:pt x="866" y="387"/>
                </a:lnTo>
                <a:lnTo>
                  <a:pt x="856" y="378"/>
                </a:lnTo>
                <a:lnTo>
                  <a:pt x="858" y="378"/>
                </a:lnTo>
                <a:lnTo>
                  <a:pt x="872" y="374"/>
                </a:lnTo>
                <a:lnTo>
                  <a:pt x="885" y="371"/>
                </a:lnTo>
                <a:lnTo>
                  <a:pt x="897" y="368"/>
                </a:lnTo>
                <a:lnTo>
                  <a:pt x="903" y="364"/>
                </a:lnTo>
                <a:lnTo>
                  <a:pt x="913" y="362"/>
                </a:lnTo>
                <a:lnTo>
                  <a:pt x="915" y="363"/>
                </a:lnTo>
                <a:lnTo>
                  <a:pt x="918" y="365"/>
                </a:lnTo>
                <a:lnTo>
                  <a:pt x="926" y="370"/>
                </a:lnTo>
                <a:lnTo>
                  <a:pt x="944" y="374"/>
                </a:lnTo>
                <a:lnTo>
                  <a:pt x="952" y="375"/>
                </a:lnTo>
                <a:lnTo>
                  <a:pt x="962" y="378"/>
                </a:lnTo>
                <a:lnTo>
                  <a:pt x="963" y="378"/>
                </a:lnTo>
                <a:lnTo>
                  <a:pt x="974" y="368"/>
                </a:lnTo>
                <a:lnTo>
                  <a:pt x="977" y="367"/>
                </a:lnTo>
                <a:lnTo>
                  <a:pt x="982" y="363"/>
                </a:lnTo>
                <a:lnTo>
                  <a:pt x="985" y="361"/>
                </a:lnTo>
                <a:lnTo>
                  <a:pt x="988" y="358"/>
                </a:lnTo>
                <a:lnTo>
                  <a:pt x="993" y="354"/>
                </a:lnTo>
                <a:lnTo>
                  <a:pt x="994" y="354"/>
                </a:lnTo>
                <a:lnTo>
                  <a:pt x="1005" y="350"/>
                </a:lnTo>
                <a:lnTo>
                  <a:pt x="1038" y="341"/>
                </a:lnTo>
                <a:lnTo>
                  <a:pt x="1047" y="341"/>
                </a:lnTo>
                <a:lnTo>
                  <a:pt x="1052" y="342"/>
                </a:lnTo>
                <a:lnTo>
                  <a:pt x="1060" y="345"/>
                </a:lnTo>
                <a:lnTo>
                  <a:pt x="1057" y="354"/>
                </a:lnTo>
                <a:lnTo>
                  <a:pt x="1056" y="357"/>
                </a:lnTo>
                <a:lnTo>
                  <a:pt x="1061" y="363"/>
                </a:lnTo>
                <a:lnTo>
                  <a:pt x="1068" y="372"/>
                </a:lnTo>
                <a:lnTo>
                  <a:pt x="1070" y="379"/>
                </a:lnTo>
                <a:lnTo>
                  <a:pt x="1070" y="381"/>
                </a:lnTo>
                <a:lnTo>
                  <a:pt x="1069" y="382"/>
                </a:lnTo>
                <a:lnTo>
                  <a:pt x="1069" y="383"/>
                </a:lnTo>
                <a:lnTo>
                  <a:pt x="1069" y="387"/>
                </a:lnTo>
                <a:lnTo>
                  <a:pt x="1069" y="388"/>
                </a:lnTo>
                <a:lnTo>
                  <a:pt x="1070" y="389"/>
                </a:lnTo>
                <a:lnTo>
                  <a:pt x="1067" y="394"/>
                </a:lnTo>
                <a:lnTo>
                  <a:pt x="1055" y="399"/>
                </a:lnTo>
                <a:lnTo>
                  <a:pt x="1052" y="404"/>
                </a:lnTo>
                <a:lnTo>
                  <a:pt x="1046" y="414"/>
                </a:lnTo>
                <a:lnTo>
                  <a:pt x="1045" y="416"/>
                </a:lnTo>
                <a:lnTo>
                  <a:pt x="1044" y="416"/>
                </a:lnTo>
                <a:lnTo>
                  <a:pt x="1043" y="419"/>
                </a:lnTo>
                <a:lnTo>
                  <a:pt x="1039" y="424"/>
                </a:lnTo>
                <a:lnTo>
                  <a:pt x="1014" y="440"/>
                </a:lnTo>
                <a:lnTo>
                  <a:pt x="1007" y="444"/>
                </a:lnTo>
                <a:lnTo>
                  <a:pt x="999" y="449"/>
                </a:lnTo>
                <a:lnTo>
                  <a:pt x="1000" y="450"/>
                </a:lnTo>
                <a:lnTo>
                  <a:pt x="1002" y="451"/>
                </a:lnTo>
                <a:lnTo>
                  <a:pt x="1004" y="454"/>
                </a:lnTo>
                <a:lnTo>
                  <a:pt x="1004" y="456"/>
                </a:lnTo>
                <a:lnTo>
                  <a:pt x="1012" y="474"/>
                </a:lnTo>
                <a:lnTo>
                  <a:pt x="1006" y="476"/>
                </a:lnTo>
                <a:lnTo>
                  <a:pt x="995" y="481"/>
                </a:lnTo>
                <a:lnTo>
                  <a:pt x="994" y="483"/>
                </a:lnTo>
                <a:lnTo>
                  <a:pt x="994" y="485"/>
                </a:lnTo>
                <a:lnTo>
                  <a:pt x="994" y="486"/>
                </a:lnTo>
                <a:lnTo>
                  <a:pt x="994" y="487"/>
                </a:lnTo>
                <a:lnTo>
                  <a:pt x="994" y="488"/>
                </a:lnTo>
                <a:lnTo>
                  <a:pt x="995" y="490"/>
                </a:lnTo>
                <a:lnTo>
                  <a:pt x="995" y="493"/>
                </a:lnTo>
                <a:lnTo>
                  <a:pt x="996" y="494"/>
                </a:lnTo>
                <a:lnTo>
                  <a:pt x="996" y="495"/>
                </a:lnTo>
                <a:lnTo>
                  <a:pt x="997" y="497"/>
                </a:lnTo>
                <a:lnTo>
                  <a:pt x="997" y="498"/>
                </a:lnTo>
                <a:lnTo>
                  <a:pt x="997" y="499"/>
                </a:lnTo>
                <a:lnTo>
                  <a:pt x="997" y="500"/>
                </a:lnTo>
                <a:lnTo>
                  <a:pt x="997" y="501"/>
                </a:lnTo>
                <a:lnTo>
                  <a:pt x="997" y="502"/>
                </a:lnTo>
                <a:lnTo>
                  <a:pt x="998" y="504"/>
                </a:lnTo>
                <a:lnTo>
                  <a:pt x="999" y="505"/>
                </a:lnTo>
                <a:lnTo>
                  <a:pt x="1007" y="507"/>
                </a:lnTo>
                <a:lnTo>
                  <a:pt x="1008" y="507"/>
                </a:lnTo>
                <a:lnTo>
                  <a:pt x="1023" y="512"/>
                </a:lnTo>
                <a:lnTo>
                  <a:pt x="1035" y="524"/>
                </a:lnTo>
                <a:lnTo>
                  <a:pt x="1038" y="526"/>
                </a:lnTo>
                <a:lnTo>
                  <a:pt x="1040" y="530"/>
                </a:lnTo>
                <a:lnTo>
                  <a:pt x="1046" y="534"/>
                </a:lnTo>
                <a:lnTo>
                  <a:pt x="1052" y="539"/>
                </a:lnTo>
                <a:lnTo>
                  <a:pt x="1059" y="544"/>
                </a:lnTo>
                <a:lnTo>
                  <a:pt x="1068" y="551"/>
                </a:lnTo>
                <a:lnTo>
                  <a:pt x="1073" y="550"/>
                </a:lnTo>
                <a:lnTo>
                  <a:pt x="1078" y="548"/>
                </a:lnTo>
                <a:lnTo>
                  <a:pt x="1078" y="549"/>
                </a:lnTo>
                <a:lnTo>
                  <a:pt x="1079" y="550"/>
                </a:lnTo>
                <a:lnTo>
                  <a:pt x="1080" y="550"/>
                </a:lnTo>
                <a:lnTo>
                  <a:pt x="1083" y="549"/>
                </a:lnTo>
                <a:lnTo>
                  <a:pt x="1084" y="550"/>
                </a:lnTo>
                <a:lnTo>
                  <a:pt x="1085" y="550"/>
                </a:lnTo>
                <a:lnTo>
                  <a:pt x="1085" y="549"/>
                </a:lnTo>
                <a:lnTo>
                  <a:pt x="1086" y="549"/>
                </a:lnTo>
                <a:lnTo>
                  <a:pt x="1088" y="548"/>
                </a:lnTo>
                <a:lnTo>
                  <a:pt x="1090" y="547"/>
                </a:lnTo>
                <a:lnTo>
                  <a:pt x="1091" y="547"/>
                </a:lnTo>
                <a:lnTo>
                  <a:pt x="1092" y="548"/>
                </a:lnTo>
                <a:lnTo>
                  <a:pt x="1092" y="549"/>
                </a:lnTo>
                <a:lnTo>
                  <a:pt x="1093" y="549"/>
                </a:lnTo>
                <a:lnTo>
                  <a:pt x="1093" y="550"/>
                </a:lnTo>
                <a:lnTo>
                  <a:pt x="1094" y="550"/>
                </a:lnTo>
                <a:lnTo>
                  <a:pt x="1096" y="549"/>
                </a:lnTo>
                <a:lnTo>
                  <a:pt x="1097" y="549"/>
                </a:lnTo>
                <a:lnTo>
                  <a:pt x="1099" y="548"/>
                </a:lnTo>
                <a:lnTo>
                  <a:pt x="1100" y="548"/>
                </a:lnTo>
                <a:lnTo>
                  <a:pt x="1101" y="549"/>
                </a:lnTo>
                <a:lnTo>
                  <a:pt x="1102" y="549"/>
                </a:lnTo>
                <a:lnTo>
                  <a:pt x="1104" y="549"/>
                </a:lnTo>
                <a:lnTo>
                  <a:pt x="1105" y="549"/>
                </a:lnTo>
                <a:lnTo>
                  <a:pt x="1106" y="549"/>
                </a:lnTo>
                <a:lnTo>
                  <a:pt x="1107" y="550"/>
                </a:lnTo>
                <a:lnTo>
                  <a:pt x="1108" y="550"/>
                </a:lnTo>
                <a:lnTo>
                  <a:pt x="1109" y="550"/>
                </a:lnTo>
                <a:lnTo>
                  <a:pt x="1109" y="549"/>
                </a:lnTo>
                <a:lnTo>
                  <a:pt x="1110" y="550"/>
                </a:lnTo>
                <a:lnTo>
                  <a:pt x="1112" y="550"/>
                </a:lnTo>
                <a:lnTo>
                  <a:pt x="1113" y="551"/>
                </a:lnTo>
                <a:lnTo>
                  <a:pt x="1113" y="552"/>
                </a:lnTo>
                <a:lnTo>
                  <a:pt x="1112" y="552"/>
                </a:lnTo>
                <a:lnTo>
                  <a:pt x="1112" y="553"/>
                </a:lnTo>
                <a:lnTo>
                  <a:pt x="1112" y="554"/>
                </a:lnTo>
                <a:lnTo>
                  <a:pt x="1111" y="554"/>
                </a:lnTo>
                <a:lnTo>
                  <a:pt x="1111" y="555"/>
                </a:lnTo>
                <a:lnTo>
                  <a:pt x="1112" y="556"/>
                </a:lnTo>
                <a:lnTo>
                  <a:pt x="1115" y="557"/>
                </a:lnTo>
                <a:lnTo>
                  <a:pt x="1116" y="557"/>
                </a:lnTo>
                <a:lnTo>
                  <a:pt x="1116" y="558"/>
                </a:lnTo>
                <a:lnTo>
                  <a:pt x="1116" y="559"/>
                </a:lnTo>
                <a:lnTo>
                  <a:pt x="1115" y="559"/>
                </a:lnTo>
                <a:lnTo>
                  <a:pt x="1114" y="559"/>
                </a:lnTo>
                <a:lnTo>
                  <a:pt x="1114" y="560"/>
                </a:lnTo>
                <a:lnTo>
                  <a:pt x="1113" y="560"/>
                </a:lnTo>
                <a:lnTo>
                  <a:pt x="1112" y="560"/>
                </a:lnTo>
                <a:lnTo>
                  <a:pt x="1112" y="561"/>
                </a:lnTo>
                <a:lnTo>
                  <a:pt x="1112" y="562"/>
                </a:lnTo>
                <a:lnTo>
                  <a:pt x="1111" y="562"/>
                </a:lnTo>
                <a:lnTo>
                  <a:pt x="1111" y="563"/>
                </a:lnTo>
                <a:lnTo>
                  <a:pt x="1110" y="563"/>
                </a:lnTo>
                <a:lnTo>
                  <a:pt x="1110" y="562"/>
                </a:lnTo>
                <a:lnTo>
                  <a:pt x="1109" y="562"/>
                </a:lnTo>
                <a:lnTo>
                  <a:pt x="1108" y="562"/>
                </a:lnTo>
                <a:lnTo>
                  <a:pt x="1108" y="563"/>
                </a:lnTo>
                <a:lnTo>
                  <a:pt x="1108" y="564"/>
                </a:lnTo>
                <a:lnTo>
                  <a:pt x="1107" y="564"/>
                </a:lnTo>
                <a:lnTo>
                  <a:pt x="1106" y="565"/>
                </a:lnTo>
                <a:lnTo>
                  <a:pt x="1106" y="566"/>
                </a:lnTo>
                <a:lnTo>
                  <a:pt x="1106" y="567"/>
                </a:lnTo>
                <a:lnTo>
                  <a:pt x="1106" y="568"/>
                </a:lnTo>
                <a:lnTo>
                  <a:pt x="1106" y="569"/>
                </a:lnTo>
                <a:lnTo>
                  <a:pt x="1107" y="570"/>
                </a:lnTo>
                <a:lnTo>
                  <a:pt x="1108" y="571"/>
                </a:lnTo>
                <a:lnTo>
                  <a:pt x="1109" y="572"/>
                </a:lnTo>
                <a:lnTo>
                  <a:pt x="1111" y="572"/>
                </a:lnTo>
                <a:lnTo>
                  <a:pt x="1113" y="572"/>
                </a:lnTo>
                <a:lnTo>
                  <a:pt x="1114" y="572"/>
                </a:lnTo>
                <a:lnTo>
                  <a:pt x="1117" y="571"/>
                </a:lnTo>
                <a:lnTo>
                  <a:pt x="1118" y="570"/>
                </a:lnTo>
                <a:lnTo>
                  <a:pt x="1119" y="569"/>
                </a:lnTo>
                <a:lnTo>
                  <a:pt x="1120" y="568"/>
                </a:lnTo>
                <a:lnTo>
                  <a:pt x="1121" y="568"/>
                </a:lnTo>
                <a:lnTo>
                  <a:pt x="1121" y="567"/>
                </a:lnTo>
                <a:lnTo>
                  <a:pt x="1122" y="567"/>
                </a:lnTo>
                <a:lnTo>
                  <a:pt x="1123" y="568"/>
                </a:lnTo>
                <a:lnTo>
                  <a:pt x="1123" y="569"/>
                </a:lnTo>
                <a:lnTo>
                  <a:pt x="1124" y="569"/>
                </a:lnTo>
                <a:lnTo>
                  <a:pt x="1125" y="569"/>
                </a:lnTo>
                <a:lnTo>
                  <a:pt x="1126" y="569"/>
                </a:lnTo>
                <a:lnTo>
                  <a:pt x="1127" y="570"/>
                </a:lnTo>
                <a:lnTo>
                  <a:pt x="1128" y="570"/>
                </a:lnTo>
                <a:lnTo>
                  <a:pt x="1128" y="571"/>
                </a:lnTo>
                <a:lnTo>
                  <a:pt x="1129" y="571"/>
                </a:lnTo>
                <a:lnTo>
                  <a:pt x="1129" y="572"/>
                </a:lnTo>
                <a:lnTo>
                  <a:pt x="1129" y="573"/>
                </a:lnTo>
                <a:lnTo>
                  <a:pt x="1129" y="574"/>
                </a:lnTo>
                <a:lnTo>
                  <a:pt x="1130" y="575"/>
                </a:lnTo>
                <a:lnTo>
                  <a:pt x="1131" y="575"/>
                </a:lnTo>
                <a:lnTo>
                  <a:pt x="1131" y="576"/>
                </a:lnTo>
                <a:lnTo>
                  <a:pt x="1132" y="577"/>
                </a:lnTo>
                <a:lnTo>
                  <a:pt x="1133" y="578"/>
                </a:lnTo>
                <a:lnTo>
                  <a:pt x="1133" y="579"/>
                </a:lnTo>
                <a:lnTo>
                  <a:pt x="1133" y="580"/>
                </a:lnTo>
                <a:lnTo>
                  <a:pt x="1133" y="579"/>
                </a:lnTo>
                <a:lnTo>
                  <a:pt x="1134" y="580"/>
                </a:lnTo>
                <a:lnTo>
                  <a:pt x="1135" y="581"/>
                </a:lnTo>
                <a:lnTo>
                  <a:pt x="1135" y="582"/>
                </a:lnTo>
                <a:lnTo>
                  <a:pt x="1134" y="582"/>
                </a:lnTo>
                <a:lnTo>
                  <a:pt x="1134" y="583"/>
                </a:lnTo>
                <a:lnTo>
                  <a:pt x="1135" y="583"/>
                </a:lnTo>
                <a:lnTo>
                  <a:pt x="1136" y="584"/>
                </a:lnTo>
                <a:lnTo>
                  <a:pt x="1137" y="584"/>
                </a:lnTo>
                <a:lnTo>
                  <a:pt x="1138" y="584"/>
                </a:lnTo>
                <a:lnTo>
                  <a:pt x="1138" y="588"/>
                </a:lnTo>
                <a:lnTo>
                  <a:pt x="1139" y="589"/>
                </a:lnTo>
                <a:lnTo>
                  <a:pt x="1141" y="589"/>
                </a:lnTo>
                <a:lnTo>
                  <a:pt x="1142" y="589"/>
                </a:lnTo>
                <a:lnTo>
                  <a:pt x="1143" y="589"/>
                </a:lnTo>
                <a:lnTo>
                  <a:pt x="1143" y="591"/>
                </a:lnTo>
                <a:lnTo>
                  <a:pt x="1144" y="591"/>
                </a:lnTo>
                <a:lnTo>
                  <a:pt x="1145" y="592"/>
                </a:lnTo>
                <a:lnTo>
                  <a:pt x="1146" y="591"/>
                </a:lnTo>
                <a:lnTo>
                  <a:pt x="1146" y="590"/>
                </a:lnTo>
                <a:lnTo>
                  <a:pt x="1147" y="590"/>
                </a:lnTo>
                <a:lnTo>
                  <a:pt x="1148" y="591"/>
                </a:lnTo>
                <a:lnTo>
                  <a:pt x="1149" y="591"/>
                </a:lnTo>
                <a:lnTo>
                  <a:pt x="1151" y="592"/>
                </a:lnTo>
                <a:lnTo>
                  <a:pt x="1152" y="592"/>
                </a:lnTo>
                <a:lnTo>
                  <a:pt x="1153" y="593"/>
                </a:lnTo>
                <a:lnTo>
                  <a:pt x="1155" y="593"/>
                </a:lnTo>
                <a:lnTo>
                  <a:pt x="1156" y="593"/>
                </a:lnTo>
                <a:lnTo>
                  <a:pt x="1157" y="593"/>
                </a:lnTo>
                <a:lnTo>
                  <a:pt x="1157" y="595"/>
                </a:lnTo>
                <a:lnTo>
                  <a:pt x="1157" y="596"/>
                </a:lnTo>
                <a:lnTo>
                  <a:pt x="1158" y="596"/>
                </a:lnTo>
                <a:lnTo>
                  <a:pt x="1158" y="597"/>
                </a:lnTo>
                <a:lnTo>
                  <a:pt x="1158" y="598"/>
                </a:lnTo>
                <a:lnTo>
                  <a:pt x="1159" y="598"/>
                </a:lnTo>
                <a:lnTo>
                  <a:pt x="1159" y="599"/>
                </a:lnTo>
                <a:lnTo>
                  <a:pt x="1158" y="600"/>
                </a:lnTo>
                <a:lnTo>
                  <a:pt x="1158" y="601"/>
                </a:lnTo>
                <a:lnTo>
                  <a:pt x="1158" y="602"/>
                </a:lnTo>
                <a:lnTo>
                  <a:pt x="1158" y="603"/>
                </a:lnTo>
                <a:lnTo>
                  <a:pt x="1158" y="604"/>
                </a:lnTo>
                <a:lnTo>
                  <a:pt x="1159" y="604"/>
                </a:lnTo>
                <a:lnTo>
                  <a:pt x="1159" y="603"/>
                </a:lnTo>
                <a:lnTo>
                  <a:pt x="1160" y="603"/>
                </a:lnTo>
                <a:lnTo>
                  <a:pt x="1161" y="603"/>
                </a:lnTo>
                <a:lnTo>
                  <a:pt x="1162" y="603"/>
                </a:lnTo>
                <a:lnTo>
                  <a:pt x="1162" y="604"/>
                </a:lnTo>
                <a:lnTo>
                  <a:pt x="1163" y="603"/>
                </a:lnTo>
                <a:lnTo>
                  <a:pt x="1164" y="603"/>
                </a:lnTo>
                <a:lnTo>
                  <a:pt x="1165" y="605"/>
                </a:lnTo>
                <a:lnTo>
                  <a:pt x="1167" y="606"/>
                </a:lnTo>
                <a:lnTo>
                  <a:pt x="1167" y="607"/>
                </a:lnTo>
                <a:lnTo>
                  <a:pt x="1169" y="608"/>
                </a:lnTo>
                <a:lnTo>
                  <a:pt x="1169" y="609"/>
                </a:lnTo>
                <a:lnTo>
                  <a:pt x="1168" y="609"/>
                </a:lnTo>
                <a:lnTo>
                  <a:pt x="1169" y="610"/>
                </a:lnTo>
                <a:lnTo>
                  <a:pt x="1169" y="611"/>
                </a:lnTo>
                <a:lnTo>
                  <a:pt x="1171" y="612"/>
                </a:lnTo>
                <a:lnTo>
                  <a:pt x="1172" y="612"/>
                </a:lnTo>
                <a:lnTo>
                  <a:pt x="1172" y="613"/>
                </a:lnTo>
                <a:lnTo>
                  <a:pt x="1172" y="615"/>
                </a:lnTo>
                <a:lnTo>
                  <a:pt x="1172" y="616"/>
                </a:lnTo>
                <a:lnTo>
                  <a:pt x="1173" y="617"/>
                </a:lnTo>
                <a:lnTo>
                  <a:pt x="1172" y="617"/>
                </a:lnTo>
                <a:lnTo>
                  <a:pt x="1172" y="618"/>
                </a:lnTo>
                <a:lnTo>
                  <a:pt x="1171" y="618"/>
                </a:lnTo>
                <a:lnTo>
                  <a:pt x="1171" y="619"/>
                </a:lnTo>
                <a:lnTo>
                  <a:pt x="1170" y="619"/>
                </a:lnTo>
                <a:lnTo>
                  <a:pt x="1169" y="619"/>
                </a:lnTo>
                <a:lnTo>
                  <a:pt x="1169" y="618"/>
                </a:lnTo>
                <a:lnTo>
                  <a:pt x="1168" y="618"/>
                </a:lnTo>
                <a:lnTo>
                  <a:pt x="1167" y="618"/>
                </a:lnTo>
                <a:lnTo>
                  <a:pt x="1166" y="619"/>
                </a:lnTo>
                <a:lnTo>
                  <a:pt x="1165" y="619"/>
                </a:lnTo>
                <a:lnTo>
                  <a:pt x="1163" y="619"/>
                </a:lnTo>
                <a:lnTo>
                  <a:pt x="1163" y="620"/>
                </a:lnTo>
                <a:lnTo>
                  <a:pt x="1162" y="620"/>
                </a:lnTo>
                <a:lnTo>
                  <a:pt x="1161" y="620"/>
                </a:lnTo>
                <a:lnTo>
                  <a:pt x="1161" y="622"/>
                </a:lnTo>
                <a:lnTo>
                  <a:pt x="1160" y="622"/>
                </a:lnTo>
                <a:lnTo>
                  <a:pt x="1160" y="623"/>
                </a:lnTo>
                <a:lnTo>
                  <a:pt x="1160" y="624"/>
                </a:lnTo>
                <a:lnTo>
                  <a:pt x="1160" y="625"/>
                </a:lnTo>
                <a:lnTo>
                  <a:pt x="1161" y="625"/>
                </a:lnTo>
                <a:lnTo>
                  <a:pt x="1161" y="626"/>
                </a:lnTo>
                <a:lnTo>
                  <a:pt x="1162" y="626"/>
                </a:lnTo>
                <a:lnTo>
                  <a:pt x="1162" y="627"/>
                </a:lnTo>
                <a:lnTo>
                  <a:pt x="1162" y="628"/>
                </a:lnTo>
                <a:lnTo>
                  <a:pt x="1162" y="630"/>
                </a:lnTo>
                <a:lnTo>
                  <a:pt x="1163" y="630"/>
                </a:lnTo>
                <a:lnTo>
                  <a:pt x="1164" y="631"/>
                </a:lnTo>
                <a:lnTo>
                  <a:pt x="1164" y="632"/>
                </a:lnTo>
                <a:lnTo>
                  <a:pt x="1164" y="633"/>
                </a:lnTo>
                <a:lnTo>
                  <a:pt x="1165" y="633"/>
                </a:lnTo>
                <a:lnTo>
                  <a:pt x="1166" y="634"/>
                </a:lnTo>
                <a:lnTo>
                  <a:pt x="1166" y="635"/>
                </a:lnTo>
                <a:lnTo>
                  <a:pt x="1167" y="636"/>
                </a:lnTo>
                <a:lnTo>
                  <a:pt x="1167" y="637"/>
                </a:lnTo>
                <a:lnTo>
                  <a:pt x="1166" y="638"/>
                </a:lnTo>
                <a:lnTo>
                  <a:pt x="1165" y="638"/>
                </a:lnTo>
                <a:lnTo>
                  <a:pt x="1164" y="638"/>
                </a:lnTo>
                <a:lnTo>
                  <a:pt x="1164" y="639"/>
                </a:lnTo>
                <a:lnTo>
                  <a:pt x="1165" y="640"/>
                </a:lnTo>
                <a:lnTo>
                  <a:pt x="1166" y="640"/>
                </a:lnTo>
                <a:lnTo>
                  <a:pt x="1167" y="641"/>
                </a:lnTo>
                <a:lnTo>
                  <a:pt x="1170" y="640"/>
                </a:lnTo>
                <a:lnTo>
                  <a:pt x="1171" y="640"/>
                </a:lnTo>
                <a:lnTo>
                  <a:pt x="1172" y="641"/>
                </a:lnTo>
                <a:lnTo>
                  <a:pt x="1172" y="642"/>
                </a:lnTo>
                <a:lnTo>
                  <a:pt x="1173" y="642"/>
                </a:lnTo>
                <a:lnTo>
                  <a:pt x="1174" y="643"/>
                </a:lnTo>
                <a:lnTo>
                  <a:pt x="1175" y="645"/>
                </a:lnTo>
                <a:lnTo>
                  <a:pt x="1175" y="648"/>
                </a:lnTo>
                <a:lnTo>
                  <a:pt x="1175" y="649"/>
                </a:lnTo>
                <a:lnTo>
                  <a:pt x="1175" y="650"/>
                </a:lnTo>
                <a:lnTo>
                  <a:pt x="1175" y="651"/>
                </a:lnTo>
                <a:lnTo>
                  <a:pt x="1175" y="650"/>
                </a:lnTo>
                <a:lnTo>
                  <a:pt x="1176" y="650"/>
                </a:lnTo>
                <a:lnTo>
                  <a:pt x="1177" y="650"/>
                </a:lnTo>
                <a:lnTo>
                  <a:pt x="1178" y="651"/>
                </a:lnTo>
                <a:lnTo>
                  <a:pt x="1178" y="652"/>
                </a:lnTo>
                <a:lnTo>
                  <a:pt x="1178" y="653"/>
                </a:lnTo>
                <a:lnTo>
                  <a:pt x="1178" y="655"/>
                </a:lnTo>
                <a:lnTo>
                  <a:pt x="1179" y="655"/>
                </a:lnTo>
                <a:lnTo>
                  <a:pt x="1179" y="656"/>
                </a:lnTo>
                <a:lnTo>
                  <a:pt x="1180" y="656"/>
                </a:lnTo>
                <a:lnTo>
                  <a:pt x="1179" y="657"/>
                </a:lnTo>
                <a:lnTo>
                  <a:pt x="1178" y="657"/>
                </a:lnTo>
                <a:lnTo>
                  <a:pt x="1178" y="658"/>
                </a:lnTo>
                <a:lnTo>
                  <a:pt x="1179" y="658"/>
                </a:lnTo>
                <a:lnTo>
                  <a:pt x="1179" y="659"/>
                </a:lnTo>
                <a:lnTo>
                  <a:pt x="1180" y="660"/>
                </a:lnTo>
                <a:lnTo>
                  <a:pt x="1180" y="661"/>
                </a:lnTo>
                <a:lnTo>
                  <a:pt x="1181" y="661"/>
                </a:lnTo>
                <a:lnTo>
                  <a:pt x="1181" y="662"/>
                </a:lnTo>
                <a:lnTo>
                  <a:pt x="1182" y="661"/>
                </a:lnTo>
                <a:lnTo>
                  <a:pt x="1183" y="662"/>
                </a:lnTo>
                <a:lnTo>
                  <a:pt x="1183" y="663"/>
                </a:lnTo>
                <a:lnTo>
                  <a:pt x="1184" y="663"/>
                </a:lnTo>
                <a:lnTo>
                  <a:pt x="1184" y="664"/>
                </a:lnTo>
                <a:lnTo>
                  <a:pt x="1185" y="665"/>
                </a:lnTo>
                <a:lnTo>
                  <a:pt x="1185" y="666"/>
                </a:lnTo>
                <a:lnTo>
                  <a:pt x="1184" y="666"/>
                </a:lnTo>
                <a:lnTo>
                  <a:pt x="1183" y="667"/>
                </a:lnTo>
                <a:lnTo>
                  <a:pt x="1183" y="668"/>
                </a:lnTo>
                <a:lnTo>
                  <a:pt x="1184" y="669"/>
                </a:lnTo>
                <a:lnTo>
                  <a:pt x="1183" y="670"/>
                </a:lnTo>
                <a:lnTo>
                  <a:pt x="1183" y="671"/>
                </a:lnTo>
                <a:lnTo>
                  <a:pt x="1183" y="672"/>
                </a:lnTo>
                <a:lnTo>
                  <a:pt x="1184" y="672"/>
                </a:lnTo>
                <a:lnTo>
                  <a:pt x="1185" y="673"/>
                </a:lnTo>
                <a:lnTo>
                  <a:pt x="1186" y="675"/>
                </a:lnTo>
                <a:lnTo>
                  <a:pt x="1186" y="676"/>
                </a:lnTo>
                <a:lnTo>
                  <a:pt x="1187" y="678"/>
                </a:lnTo>
                <a:lnTo>
                  <a:pt x="1187" y="679"/>
                </a:lnTo>
                <a:lnTo>
                  <a:pt x="1188" y="679"/>
                </a:lnTo>
                <a:lnTo>
                  <a:pt x="1188" y="680"/>
                </a:lnTo>
                <a:lnTo>
                  <a:pt x="1187" y="681"/>
                </a:lnTo>
                <a:lnTo>
                  <a:pt x="1187" y="682"/>
                </a:lnTo>
                <a:lnTo>
                  <a:pt x="1187" y="684"/>
                </a:lnTo>
                <a:lnTo>
                  <a:pt x="1186" y="684"/>
                </a:lnTo>
                <a:lnTo>
                  <a:pt x="1186" y="685"/>
                </a:lnTo>
                <a:lnTo>
                  <a:pt x="1185" y="685"/>
                </a:lnTo>
                <a:lnTo>
                  <a:pt x="1184" y="685"/>
                </a:lnTo>
                <a:lnTo>
                  <a:pt x="1184" y="684"/>
                </a:lnTo>
                <a:lnTo>
                  <a:pt x="1183" y="684"/>
                </a:lnTo>
                <a:lnTo>
                  <a:pt x="1182" y="684"/>
                </a:lnTo>
                <a:lnTo>
                  <a:pt x="1181" y="684"/>
                </a:lnTo>
                <a:lnTo>
                  <a:pt x="1180" y="685"/>
                </a:lnTo>
                <a:lnTo>
                  <a:pt x="1179" y="687"/>
                </a:lnTo>
                <a:lnTo>
                  <a:pt x="1178" y="687"/>
                </a:lnTo>
                <a:lnTo>
                  <a:pt x="1177" y="687"/>
                </a:lnTo>
                <a:lnTo>
                  <a:pt x="1177" y="688"/>
                </a:lnTo>
                <a:lnTo>
                  <a:pt x="1176" y="688"/>
                </a:lnTo>
                <a:lnTo>
                  <a:pt x="1175" y="690"/>
                </a:lnTo>
                <a:lnTo>
                  <a:pt x="1174" y="690"/>
                </a:lnTo>
                <a:lnTo>
                  <a:pt x="1175" y="691"/>
                </a:lnTo>
                <a:lnTo>
                  <a:pt x="1173" y="691"/>
                </a:lnTo>
                <a:lnTo>
                  <a:pt x="1172" y="693"/>
                </a:lnTo>
                <a:lnTo>
                  <a:pt x="1172" y="694"/>
                </a:lnTo>
                <a:lnTo>
                  <a:pt x="1172" y="695"/>
                </a:lnTo>
                <a:lnTo>
                  <a:pt x="1172" y="696"/>
                </a:lnTo>
                <a:lnTo>
                  <a:pt x="1172" y="697"/>
                </a:lnTo>
                <a:lnTo>
                  <a:pt x="1172" y="698"/>
                </a:lnTo>
                <a:lnTo>
                  <a:pt x="1172" y="699"/>
                </a:lnTo>
                <a:lnTo>
                  <a:pt x="1172" y="700"/>
                </a:lnTo>
                <a:lnTo>
                  <a:pt x="1171" y="700"/>
                </a:lnTo>
                <a:lnTo>
                  <a:pt x="1171" y="701"/>
                </a:lnTo>
                <a:lnTo>
                  <a:pt x="1172" y="702"/>
                </a:lnTo>
                <a:lnTo>
                  <a:pt x="1172" y="703"/>
                </a:lnTo>
                <a:lnTo>
                  <a:pt x="1172" y="704"/>
                </a:lnTo>
                <a:lnTo>
                  <a:pt x="1171" y="704"/>
                </a:lnTo>
                <a:lnTo>
                  <a:pt x="1172" y="705"/>
                </a:lnTo>
                <a:lnTo>
                  <a:pt x="1172" y="706"/>
                </a:lnTo>
                <a:lnTo>
                  <a:pt x="1173" y="707"/>
                </a:lnTo>
                <a:lnTo>
                  <a:pt x="1174" y="707"/>
                </a:lnTo>
                <a:lnTo>
                  <a:pt x="1175" y="707"/>
                </a:lnTo>
                <a:lnTo>
                  <a:pt x="1175" y="708"/>
                </a:lnTo>
                <a:lnTo>
                  <a:pt x="1176" y="708"/>
                </a:lnTo>
                <a:lnTo>
                  <a:pt x="1177" y="708"/>
                </a:lnTo>
                <a:lnTo>
                  <a:pt x="1177" y="709"/>
                </a:lnTo>
                <a:lnTo>
                  <a:pt x="1178" y="709"/>
                </a:lnTo>
                <a:lnTo>
                  <a:pt x="1178" y="710"/>
                </a:lnTo>
                <a:lnTo>
                  <a:pt x="1177" y="710"/>
                </a:lnTo>
                <a:lnTo>
                  <a:pt x="1176" y="710"/>
                </a:lnTo>
                <a:lnTo>
                  <a:pt x="1175" y="710"/>
                </a:lnTo>
                <a:lnTo>
                  <a:pt x="1175" y="711"/>
                </a:lnTo>
                <a:lnTo>
                  <a:pt x="1176" y="711"/>
                </a:lnTo>
                <a:lnTo>
                  <a:pt x="1176" y="712"/>
                </a:lnTo>
                <a:lnTo>
                  <a:pt x="1176" y="714"/>
                </a:lnTo>
                <a:lnTo>
                  <a:pt x="1175" y="714"/>
                </a:lnTo>
                <a:lnTo>
                  <a:pt x="1175" y="715"/>
                </a:lnTo>
                <a:lnTo>
                  <a:pt x="1176" y="716"/>
                </a:lnTo>
                <a:lnTo>
                  <a:pt x="1177" y="716"/>
                </a:lnTo>
                <a:lnTo>
                  <a:pt x="1177" y="715"/>
                </a:lnTo>
                <a:lnTo>
                  <a:pt x="1177" y="714"/>
                </a:lnTo>
                <a:lnTo>
                  <a:pt x="1178" y="714"/>
                </a:lnTo>
                <a:lnTo>
                  <a:pt x="1178" y="713"/>
                </a:lnTo>
                <a:lnTo>
                  <a:pt x="1179" y="713"/>
                </a:lnTo>
                <a:lnTo>
                  <a:pt x="1179" y="714"/>
                </a:lnTo>
                <a:lnTo>
                  <a:pt x="1180" y="714"/>
                </a:lnTo>
                <a:lnTo>
                  <a:pt x="1180" y="713"/>
                </a:lnTo>
                <a:lnTo>
                  <a:pt x="1181" y="713"/>
                </a:lnTo>
                <a:lnTo>
                  <a:pt x="1181" y="715"/>
                </a:lnTo>
                <a:lnTo>
                  <a:pt x="1181" y="716"/>
                </a:lnTo>
                <a:lnTo>
                  <a:pt x="1181" y="717"/>
                </a:lnTo>
                <a:lnTo>
                  <a:pt x="1182" y="717"/>
                </a:lnTo>
                <a:lnTo>
                  <a:pt x="1183" y="718"/>
                </a:lnTo>
                <a:lnTo>
                  <a:pt x="1183" y="719"/>
                </a:lnTo>
                <a:lnTo>
                  <a:pt x="1183" y="720"/>
                </a:lnTo>
                <a:lnTo>
                  <a:pt x="1184" y="720"/>
                </a:lnTo>
                <a:lnTo>
                  <a:pt x="1185" y="721"/>
                </a:lnTo>
                <a:lnTo>
                  <a:pt x="1185" y="722"/>
                </a:lnTo>
                <a:lnTo>
                  <a:pt x="1185" y="723"/>
                </a:lnTo>
                <a:lnTo>
                  <a:pt x="1186" y="723"/>
                </a:lnTo>
                <a:lnTo>
                  <a:pt x="1187" y="723"/>
                </a:lnTo>
                <a:lnTo>
                  <a:pt x="1188" y="723"/>
                </a:lnTo>
                <a:lnTo>
                  <a:pt x="1189" y="723"/>
                </a:lnTo>
                <a:lnTo>
                  <a:pt x="1190" y="723"/>
                </a:lnTo>
                <a:lnTo>
                  <a:pt x="1191" y="723"/>
                </a:lnTo>
                <a:lnTo>
                  <a:pt x="1191" y="722"/>
                </a:lnTo>
                <a:lnTo>
                  <a:pt x="1192" y="723"/>
                </a:lnTo>
                <a:lnTo>
                  <a:pt x="1193" y="723"/>
                </a:lnTo>
                <a:lnTo>
                  <a:pt x="1193" y="724"/>
                </a:lnTo>
                <a:lnTo>
                  <a:pt x="1192" y="725"/>
                </a:lnTo>
                <a:lnTo>
                  <a:pt x="1192" y="726"/>
                </a:lnTo>
                <a:lnTo>
                  <a:pt x="1193" y="726"/>
                </a:lnTo>
                <a:lnTo>
                  <a:pt x="1193" y="727"/>
                </a:lnTo>
                <a:lnTo>
                  <a:pt x="1193" y="726"/>
                </a:lnTo>
                <a:lnTo>
                  <a:pt x="1194" y="725"/>
                </a:lnTo>
                <a:lnTo>
                  <a:pt x="1194" y="724"/>
                </a:lnTo>
                <a:lnTo>
                  <a:pt x="1195" y="724"/>
                </a:lnTo>
                <a:lnTo>
                  <a:pt x="1195" y="723"/>
                </a:lnTo>
                <a:lnTo>
                  <a:pt x="1196" y="723"/>
                </a:lnTo>
                <a:lnTo>
                  <a:pt x="1197" y="723"/>
                </a:lnTo>
                <a:lnTo>
                  <a:pt x="1198" y="722"/>
                </a:lnTo>
                <a:lnTo>
                  <a:pt x="1199" y="722"/>
                </a:lnTo>
                <a:lnTo>
                  <a:pt x="1199" y="721"/>
                </a:lnTo>
                <a:lnTo>
                  <a:pt x="1200" y="721"/>
                </a:lnTo>
                <a:lnTo>
                  <a:pt x="1202" y="720"/>
                </a:lnTo>
                <a:lnTo>
                  <a:pt x="1203" y="720"/>
                </a:lnTo>
                <a:lnTo>
                  <a:pt x="1203" y="721"/>
                </a:lnTo>
                <a:lnTo>
                  <a:pt x="1204" y="720"/>
                </a:lnTo>
                <a:lnTo>
                  <a:pt x="1204" y="721"/>
                </a:lnTo>
                <a:lnTo>
                  <a:pt x="1204" y="722"/>
                </a:lnTo>
                <a:lnTo>
                  <a:pt x="1205" y="722"/>
                </a:lnTo>
                <a:lnTo>
                  <a:pt x="1206" y="721"/>
                </a:lnTo>
                <a:lnTo>
                  <a:pt x="1207" y="722"/>
                </a:lnTo>
                <a:lnTo>
                  <a:pt x="1208" y="722"/>
                </a:lnTo>
                <a:lnTo>
                  <a:pt x="1208" y="723"/>
                </a:lnTo>
                <a:lnTo>
                  <a:pt x="1208" y="722"/>
                </a:lnTo>
                <a:lnTo>
                  <a:pt x="1209" y="722"/>
                </a:lnTo>
                <a:lnTo>
                  <a:pt x="1210" y="722"/>
                </a:lnTo>
                <a:lnTo>
                  <a:pt x="1210" y="723"/>
                </a:lnTo>
                <a:lnTo>
                  <a:pt x="1210" y="724"/>
                </a:lnTo>
                <a:lnTo>
                  <a:pt x="1209" y="725"/>
                </a:lnTo>
                <a:lnTo>
                  <a:pt x="1208" y="725"/>
                </a:lnTo>
                <a:lnTo>
                  <a:pt x="1207" y="725"/>
                </a:lnTo>
                <a:lnTo>
                  <a:pt x="1207" y="724"/>
                </a:lnTo>
                <a:lnTo>
                  <a:pt x="1207" y="723"/>
                </a:lnTo>
                <a:lnTo>
                  <a:pt x="1206" y="723"/>
                </a:lnTo>
                <a:lnTo>
                  <a:pt x="1206" y="724"/>
                </a:lnTo>
                <a:lnTo>
                  <a:pt x="1205" y="725"/>
                </a:lnTo>
                <a:lnTo>
                  <a:pt x="1204" y="725"/>
                </a:lnTo>
                <a:lnTo>
                  <a:pt x="1204" y="727"/>
                </a:lnTo>
                <a:lnTo>
                  <a:pt x="1205" y="727"/>
                </a:lnTo>
                <a:lnTo>
                  <a:pt x="1206" y="727"/>
                </a:lnTo>
                <a:lnTo>
                  <a:pt x="1206" y="728"/>
                </a:lnTo>
                <a:lnTo>
                  <a:pt x="1207" y="727"/>
                </a:lnTo>
                <a:lnTo>
                  <a:pt x="1207" y="728"/>
                </a:lnTo>
                <a:lnTo>
                  <a:pt x="1207" y="729"/>
                </a:lnTo>
                <a:lnTo>
                  <a:pt x="1206" y="730"/>
                </a:lnTo>
                <a:lnTo>
                  <a:pt x="1206" y="731"/>
                </a:lnTo>
                <a:lnTo>
                  <a:pt x="1207" y="731"/>
                </a:lnTo>
                <a:lnTo>
                  <a:pt x="1207" y="732"/>
                </a:lnTo>
                <a:lnTo>
                  <a:pt x="1208" y="732"/>
                </a:lnTo>
                <a:lnTo>
                  <a:pt x="1209" y="732"/>
                </a:lnTo>
                <a:lnTo>
                  <a:pt x="1209" y="733"/>
                </a:lnTo>
                <a:lnTo>
                  <a:pt x="1210" y="733"/>
                </a:lnTo>
                <a:lnTo>
                  <a:pt x="1210" y="732"/>
                </a:lnTo>
                <a:lnTo>
                  <a:pt x="1211" y="732"/>
                </a:lnTo>
                <a:lnTo>
                  <a:pt x="1210" y="734"/>
                </a:lnTo>
                <a:lnTo>
                  <a:pt x="1209" y="734"/>
                </a:lnTo>
                <a:lnTo>
                  <a:pt x="1209" y="735"/>
                </a:lnTo>
                <a:lnTo>
                  <a:pt x="1210" y="735"/>
                </a:lnTo>
                <a:lnTo>
                  <a:pt x="1211" y="735"/>
                </a:lnTo>
                <a:lnTo>
                  <a:pt x="1212" y="735"/>
                </a:lnTo>
                <a:lnTo>
                  <a:pt x="1212" y="736"/>
                </a:lnTo>
                <a:lnTo>
                  <a:pt x="1213" y="736"/>
                </a:lnTo>
                <a:lnTo>
                  <a:pt x="1213" y="737"/>
                </a:lnTo>
                <a:lnTo>
                  <a:pt x="1212" y="737"/>
                </a:lnTo>
                <a:lnTo>
                  <a:pt x="1213" y="738"/>
                </a:lnTo>
                <a:lnTo>
                  <a:pt x="1214" y="739"/>
                </a:lnTo>
                <a:lnTo>
                  <a:pt x="1215" y="739"/>
                </a:lnTo>
                <a:lnTo>
                  <a:pt x="1215" y="738"/>
                </a:lnTo>
                <a:lnTo>
                  <a:pt x="1216" y="738"/>
                </a:lnTo>
                <a:lnTo>
                  <a:pt x="1216" y="739"/>
                </a:lnTo>
                <a:lnTo>
                  <a:pt x="1216" y="740"/>
                </a:lnTo>
                <a:lnTo>
                  <a:pt x="1216" y="741"/>
                </a:lnTo>
                <a:lnTo>
                  <a:pt x="1216" y="742"/>
                </a:lnTo>
                <a:lnTo>
                  <a:pt x="1217" y="742"/>
                </a:lnTo>
                <a:lnTo>
                  <a:pt x="1217" y="743"/>
                </a:lnTo>
                <a:lnTo>
                  <a:pt x="1217" y="744"/>
                </a:lnTo>
                <a:lnTo>
                  <a:pt x="1217" y="745"/>
                </a:lnTo>
                <a:lnTo>
                  <a:pt x="1217" y="746"/>
                </a:lnTo>
                <a:lnTo>
                  <a:pt x="1217" y="747"/>
                </a:lnTo>
                <a:lnTo>
                  <a:pt x="1218" y="747"/>
                </a:lnTo>
                <a:lnTo>
                  <a:pt x="1219" y="746"/>
                </a:lnTo>
                <a:lnTo>
                  <a:pt x="1219" y="745"/>
                </a:lnTo>
                <a:lnTo>
                  <a:pt x="1219" y="744"/>
                </a:lnTo>
                <a:lnTo>
                  <a:pt x="1220" y="743"/>
                </a:lnTo>
                <a:lnTo>
                  <a:pt x="1220" y="741"/>
                </a:lnTo>
                <a:lnTo>
                  <a:pt x="1220" y="742"/>
                </a:lnTo>
                <a:lnTo>
                  <a:pt x="1221" y="742"/>
                </a:lnTo>
                <a:lnTo>
                  <a:pt x="1222" y="741"/>
                </a:lnTo>
                <a:lnTo>
                  <a:pt x="1223" y="741"/>
                </a:lnTo>
                <a:lnTo>
                  <a:pt x="1224" y="742"/>
                </a:lnTo>
                <a:lnTo>
                  <a:pt x="1225" y="742"/>
                </a:lnTo>
                <a:lnTo>
                  <a:pt x="1226" y="742"/>
                </a:lnTo>
                <a:lnTo>
                  <a:pt x="1228" y="742"/>
                </a:lnTo>
                <a:lnTo>
                  <a:pt x="1229" y="742"/>
                </a:lnTo>
                <a:lnTo>
                  <a:pt x="1230" y="743"/>
                </a:lnTo>
                <a:lnTo>
                  <a:pt x="1231" y="743"/>
                </a:lnTo>
                <a:lnTo>
                  <a:pt x="1232" y="743"/>
                </a:lnTo>
                <a:lnTo>
                  <a:pt x="1233" y="743"/>
                </a:lnTo>
                <a:lnTo>
                  <a:pt x="1233" y="745"/>
                </a:lnTo>
                <a:lnTo>
                  <a:pt x="1233" y="746"/>
                </a:lnTo>
                <a:lnTo>
                  <a:pt x="1234" y="746"/>
                </a:lnTo>
                <a:lnTo>
                  <a:pt x="1235" y="746"/>
                </a:lnTo>
                <a:lnTo>
                  <a:pt x="1236" y="746"/>
                </a:lnTo>
                <a:lnTo>
                  <a:pt x="1237" y="746"/>
                </a:lnTo>
                <a:lnTo>
                  <a:pt x="1238" y="745"/>
                </a:lnTo>
                <a:lnTo>
                  <a:pt x="1238" y="746"/>
                </a:lnTo>
                <a:lnTo>
                  <a:pt x="1238" y="747"/>
                </a:lnTo>
                <a:lnTo>
                  <a:pt x="1239" y="746"/>
                </a:lnTo>
                <a:lnTo>
                  <a:pt x="1239" y="745"/>
                </a:lnTo>
                <a:lnTo>
                  <a:pt x="1240" y="745"/>
                </a:lnTo>
                <a:lnTo>
                  <a:pt x="1241" y="745"/>
                </a:lnTo>
                <a:lnTo>
                  <a:pt x="1241" y="746"/>
                </a:lnTo>
                <a:lnTo>
                  <a:pt x="1240" y="746"/>
                </a:lnTo>
                <a:lnTo>
                  <a:pt x="1240" y="747"/>
                </a:lnTo>
                <a:lnTo>
                  <a:pt x="1238" y="747"/>
                </a:lnTo>
                <a:lnTo>
                  <a:pt x="1238" y="748"/>
                </a:lnTo>
                <a:lnTo>
                  <a:pt x="1238" y="749"/>
                </a:lnTo>
                <a:lnTo>
                  <a:pt x="1238" y="750"/>
                </a:lnTo>
                <a:lnTo>
                  <a:pt x="1238" y="751"/>
                </a:lnTo>
                <a:lnTo>
                  <a:pt x="1239" y="751"/>
                </a:lnTo>
                <a:lnTo>
                  <a:pt x="1239" y="752"/>
                </a:lnTo>
                <a:lnTo>
                  <a:pt x="1239" y="753"/>
                </a:lnTo>
                <a:lnTo>
                  <a:pt x="1239" y="754"/>
                </a:lnTo>
                <a:lnTo>
                  <a:pt x="1240" y="755"/>
                </a:lnTo>
                <a:lnTo>
                  <a:pt x="1240" y="756"/>
                </a:lnTo>
                <a:lnTo>
                  <a:pt x="1241" y="756"/>
                </a:lnTo>
                <a:lnTo>
                  <a:pt x="1241" y="757"/>
                </a:lnTo>
                <a:lnTo>
                  <a:pt x="1241" y="758"/>
                </a:lnTo>
                <a:lnTo>
                  <a:pt x="1241" y="760"/>
                </a:lnTo>
                <a:lnTo>
                  <a:pt x="1242" y="761"/>
                </a:lnTo>
                <a:lnTo>
                  <a:pt x="1242" y="760"/>
                </a:lnTo>
                <a:lnTo>
                  <a:pt x="1243" y="760"/>
                </a:lnTo>
                <a:lnTo>
                  <a:pt x="1243" y="758"/>
                </a:lnTo>
                <a:lnTo>
                  <a:pt x="1243" y="757"/>
                </a:lnTo>
                <a:lnTo>
                  <a:pt x="1244" y="756"/>
                </a:lnTo>
                <a:lnTo>
                  <a:pt x="1245" y="756"/>
                </a:lnTo>
                <a:lnTo>
                  <a:pt x="1245" y="755"/>
                </a:lnTo>
                <a:lnTo>
                  <a:pt x="1246" y="754"/>
                </a:lnTo>
                <a:lnTo>
                  <a:pt x="1247" y="754"/>
                </a:lnTo>
                <a:lnTo>
                  <a:pt x="1247" y="753"/>
                </a:lnTo>
                <a:lnTo>
                  <a:pt x="1247" y="752"/>
                </a:lnTo>
                <a:lnTo>
                  <a:pt x="1248" y="752"/>
                </a:lnTo>
                <a:lnTo>
                  <a:pt x="1248" y="753"/>
                </a:lnTo>
                <a:lnTo>
                  <a:pt x="1248" y="754"/>
                </a:lnTo>
                <a:lnTo>
                  <a:pt x="1248" y="753"/>
                </a:lnTo>
                <a:lnTo>
                  <a:pt x="1249" y="753"/>
                </a:lnTo>
                <a:lnTo>
                  <a:pt x="1249" y="754"/>
                </a:lnTo>
                <a:lnTo>
                  <a:pt x="1249" y="755"/>
                </a:lnTo>
                <a:lnTo>
                  <a:pt x="1250" y="755"/>
                </a:lnTo>
                <a:lnTo>
                  <a:pt x="1251" y="755"/>
                </a:lnTo>
                <a:lnTo>
                  <a:pt x="1252" y="755"/>
                </a:lnTo>
                <a:lnTo>
                  <a:pt x="1253" y="755"/>
                </a:lnTo>
                <a:lnTo>
                  <a:pt x="1253" y="757"/>
                </a:lnTo>
                <a:lnTo>
                  <a:pt x="1254" y="757"/>
                </a:lnTo>
                <a:lnTo>
                  <a:pt x="1254" y="758"/>
                </a:lnTo>
                <a:lnTo>
                  <a:pt x="1254" y="760"/>
                </a:lnTo>
                <a:lnTo>
                  <a:pt x="1255" y="760"/>
                </a:lnTo>
                <a:lnTo>
                  <a:pt x="1254" y="761"/>
                </a:lnTo>
                <a:lnTo>
                  <a:pt x="1254" y="762"/>
                </a:lnTo>
                <a:lnTo>
                  <a:pt x="1255" y="762"/>
                </a:lnTo>
                <a:lnTo>
                  <a:pt x="1255" y="763"/>
                </a:lnTo>
                <a:lnTo>
                  <a:pt x="1255" y="764"/>
                </a:lnTo>
                <a:lnTo>
                  <a:pt x="1256" y="764"/>
                </a:lnTo>
                <a:lnTo>
                  <a:pt x="1257" y="764"/>
                </a:lnTo>
                <a:lnTo>
                  <a:pt x="1258" y="766"/>
                </a:lnTo>
                <a:lnTo>
                  <a:pt x="1258" y="767"/>
                </a:lnTo>
                <a:lnTo>
                  <a:pt x="1259" y="768"/>
                </a:lnTo>
                <a:lnTo>
                  <a:pt x="1260" y="768"/>
                </a:lnTo>
                <a:lnTo>
                  <a:pt x="1260" y="769"/>
                </a:lnTo>
                <a:lnTo>
                  <a:pt x="1261" y="770"/>
                </a:lnTo>
                <a:lnTo>
                  <a:pt x="1261" y="771"/>
                </a:lnTo>
                <a:lnTo>
                  <a:pt x="1262" y="772"/>
                </a:lnTo>
                <a:lnTo>
                  <a:pt x="1263" y="772"/>
                </a:lnTo>
                <a:lnTo>
                  <a:pt x="1264" y="773"/>
                </a:lnTo>
                <a:lnTo>
                  <a:pt x="1264" y="774"/>
                </a:lnTo>
                <a:lnTo>
                  <a:pt x="1265" y="774"/>
                </a:lnTo>
                <a:lnTo>
                  <a:pt x="1265" y="773"/>
                </a:lnTo>
                <a:lnTo>
                  <a:pt x="1265" y="772"/>
                </a:lnTo>
                <a:lnTo>
                  <a:pt x="1266" y="772"/>
                </a:lnTo>
                <a:lnTo>
                  <a:pt x="1265" y="771"/>
                </a:lnTo>
                <a:lnTo>
                  <a:pt x="1265" y="770"/>
                </a:lnTo>
                <a:lnTo>
                  <a:pt x="1266" y="770"/>
                </a:lnTo>
                <a:lnTo>
                  <a:pt x="1267" y="770"/>
                </a:lnTo>
                <a:lnTo>
                  <a:pt x="1268" y="770"/>
                </a:lnTo>
                <a:lnTo>
                  <a:pt x="1269" y="769"/>
                </a:lnTo>
                <a:lnTo>
                  <a:pt x="1270" y="769"/>
                </a:lnTo>
                <a:lnTo>
                  <a:pt x="1270" y="768"/>
                </a:lnTo>
                <a:lnTo>
                  <a:pt x="1271" y="767"/>
                </a:lnTo>
                <a:lnTo>
                  <a:pt x="1272" y="767"/>
                </a:lnTo>
                <a:lnTo>
                  <a:pt x="1273" y="767"/>
                </a:lnTo>
                <a:lnTo>
                  <a:pt x="1273" y="766"/>
                </a:lnTo>
                <a:lnTo>
                  <a:pt x="1274" y="766"/>
                </a:lnTo>
                <a:lnTo>
                  <a:pt x="1275" y="766"/>
                </a:lnTo>
                <a:lnTo>
                  <a:pt x="1276" y="764"/>
                </a:lnTo>
                <a:lnTo>
                  <a:pt x="1276" y="763"/>
                </a:lnTo>
                <a:lnTo>
                  <a:pt x="1276" y="762"/>
                </a:lnTo>
                <a:lnTo>
                  <a:pt x="1277" y="762"/>
                </a:lnTo>
                <a:lnTo>
                  <a:pt x="1277" y="761"/>
                </a:lnTo>
                <a:lnTo>
                  <a:pt x="1277" y="760"/>
                </a:lnTo>
                <a:lnTo>
                  <a:pt x="1277" y="758"/>
                </a:lnTo>
                <a:lnTo>
                  <a:pt x="1277" y="757"/>
                </a:lnTo>
                <a:lnTo>
                  <a:pt x="1276" y="757"/>
                </a:lnTo>
                <a:lnTo>
                  <a:pt x="1276" y="756"/>
                </a:lnTo>
                <a:lnTo>
                  <a:pt x="1277" y="756"/>
                </a:lnTo>
                <a:lnTo>
                  <a:pt x="1277" y="755"/>
                </a:lnTo>
                <a:lnTo>
                  <a:pt x="1277" y="754"/>
                </a:lnTo>
                <a:lnTo>
                  <a:pt x="1277" y="753"/>
                </a:lnTo>
                <a:lnTo>
                  <a:pt x="1276" y="752"/>
                </a:lnTo>
                <a:lnTo>
                  <a:pt x="1275" y="751"/>
                </a:lnTo>
                <a:lnTo>
                  <a:pt x="1276" y="750"/>
                </a:lnTo>
                <a:lnTo>
                  <a:pt x="1276" y="749"/>
                </a:lnTo>
                <a:lnTo>
                  <a:pt x="1276" y="748"/>
                </a:lnTo>
                <a:lnTo>
                  <a:pt x="1276" y="747"/>
                </a:lnTo>
                <a:lnTo>
                  <a:pt x="1276" y="748"/>
                </a:lnTo>
                <a:lnTo>
                  <a:pt x="1275" y="748"/>
                </a:lnTo>
                <a:lnTo>
                  <a:pt x="1274" y="748"/>
                </a:lnTo>
                <a:lnTo>
                  <a:pt x="1274" y="747"/>
                </a:lnTo>
                <a:lnTo>
                  <a:pt x="1274" y="746"/>
                </a:lnTo>
                <a:lnTo>
                  <a:pt x="1273" y="745"/>
                </a:lnTo>
                <a:lnTo>
                  <a:pt x="1272" y="745"/>
                </a:lnTo>
                <a:lnTo>
                  <a:pt x="1272" y="744"/>
                </a:lnTo>
                <a:lnTo>
                  <a:pt x="1273" y="744"/>
                </a:lnTo>
                <a:lnTo>
                  <a:pt x="1272" y="744"/>
                </a:lnTo>
                <a:lnTo>
                  <a:pt x="1272" y="743"/>
                </a:lnTo>
                <a:lnTo>
                  <a:pt x="1272" y="742"/>
                </a:lnTo>
                <a:lnTo>
                  <a:pt x="1273" y="742"/>
                </a:lnTo>
                <a:lnTo>
                  <a:pt x="1272" y="742"/>
                </a:lnTo>
                <a:lnTo>
                  <a:pt x="1272" y="741"/>
                </a:lnTo>
                <a:lnTo>
                  <a:pt x="1273" y="740"/>
                </a:lnTo>
                <a:lnTo>
                  <a:pt x="1273" y="739"/>
                </a:lnTo>
                <a:lnTo>
                  <a:pt x="1273" y="738"/>
                </a:lnTo>
                <a:lnTo>
                  <a:pt x="1274" y="738"/>
                </a:lnTo>
                <a:lnTo>
                  <a:pt x="1275" y="738"/>
                </a:lnTo>
                <a:lnTo>
                  <a:pt x="1275" y="737"/>
                </a:lnTo>
                <a:lnTo>
                  <a:pt x="1275" y="736"/>
                </a:lnTo>
                <a:lnTo>
                  <a:pt x="1274" y="736"/>
                </a:lnTo>
                <a:lnTo>
                  <a:pt x="1274" y="735"/>
                </a:lnTo>
                <a:lnTo>
                  <a:pt x="1274" y="734"/>
                </a:lnTo>
                <a:lnTo>
                  <a:pt x="1274" y="733"/>
                </a:lnTo>
                <a:lnTo>
                  <a:pt x="1273" y="733"/>
                </a:lnTo>
                <a:lnTo>
                  <a:pt x="1273" y="732"/>
                </a:lnTo>
                <a:lnTo>
                  <a:pt x="1273" y="731"/>
                </a:lnTo>
                <a:lnTo>
                  <a:pt x="1272" y="730"/>
                </a:lnTo>
                <a:lnTo>
                  <a:pt x="1271" y="729"/>
                </a:lnTo>
                <a:lnTo>
                  <a:pt x="1271" y="728"/>
                </a:lnTo>
                <a:lnTo>
                  <a:pt x="1271" y="727"/>
                </a:lnTo>
                <a:lnTo>
                  <a:pt x="1272" y="726"/>
                </a:lnTo>
                <a:lnTo>
                  <a:pt x="1272" y="725"/>
                </a:lnTo>
                <a:lnTo>
                  <a:pt x="1273" y="724"/>
                </a:lnTo>
                <a:lnTo>
                  <a:pt x="1274" y="724"/>
                </a:lnTo>
                <a:lnTo>
                  <a:pt x="1274" y="723"/>
                </a:lnTo>
                <a:lnTo>
                  <a:pt x="1275" y="723"/>
                </a:lnTo>
                <a:lnTo>
                  <a:pt x="1276" y="723"/>
                </a:lnTo>
                <a:lnTo>
                  <a:pt x="1276" y="722"/>
                </a:lnTo>
                <a:lnTo>
                  <a:pt x="1277" y="722"/>
                </a:lnTo>
                <a:lnTo>
                  <a:pt x="1277" y="721"/>
                </a:lnTo>
                <a:lnTo>
                  <a:pt x="1278" y="721"/>
                </a:lnTo>
                <a:lnTo>
                  <a:pt x="1278" y="722"/>
                </a:lnTo>
                <a:lnTo>
                  <a:pt x="1279" y="722"/>
                </a:lnTo>
                <a:lnTo>
                  <a:pt x="1278" y="722"/>
                </a:lnTo>
                <a:lnTo>
                  <a:pt x="1279" y="722"/>
                </a:lnTo>
                <a:lnTo>
                  <a:pt x="1279" y="723"/>
                </a:lnTo>
                <a:lnTo>
                  <a:pt x="1279" y="721"/>
                </a:lnTo>
                <a:lnTo>
                  <a:pt x="1280" y="721"/>
                </a:lnTo>
                <a:lnTo>
                  <a:pt x="1281" y="721"/>
                </a:lnTo>
                <a:lnTo>
                  <a:pt x="1282" y="721"/>
                </a:lnTo>
                <a:lnTo>
                  <a:pt x="1283" y="721"/>
                </a:lnTo>
                <a:lnTo>
                  <a:pt x="1284" y="722"/>
                </a:lnTo>
                <a:lnTo>
                  <a:pt x="1285" y="723"/>
                </a:lnTo>
                <a:lnTo>
                  <a:pt x="1286" y="723"/>
                </a:lnTo>
                <a:lnTo>
                  <a:pt x="1286" y="722"/>
                </a:lnTo>
                <a:lnTo>
                  <a:pt x="1286" y="721"/>
                </a:lnTo>
                <a:lnTo>
                  <a:pt x="1286" y="720"/>
                </a:lnTo>
                <a:lnTo>
                  <a:pt x="1286" y="721"/>
                </a:lnTo>
                <a:lnTo>
                  <a:pt x="1287" y="721"/>
                </a:lnTo>
                <a:lnTo>
                  <a:pt x="1288" y="721"/>
                </a:lnTo>
                <a:lnTo>
                  <a:pt x="1288" y="722"/>
                </a:lnTo>
                <a:lnTo>
                  <a:pt x="1288" y="723"/>
                </a:lnTo>
                <a:lnTo>
                  <a:pt x="1288" y="724"/>
                </a:lnTo>
                <a:lnTo>
                  <a:pt x="1289" y="724"/>
                </a:lnTo>
                <a:lnTo>
                  <a:pt x="1290" y="724"/>
                </a:lnTo>
                <a:lnTo>
                  <a:pt x="1291" y="724"/>
                </a:lnTo>
                <a:lnTo>
                  <a:pt x="1291" y="725"/>
                </a:lnTo>
                <a:lnTo>
                  <a:pt x="1292" y="725"/>
                </a:lnTo>
                <a:lnTo>
                  <a:pt x="1293" y="725"/>
                </a:lnTo>
                <a:lnTo>
                  <a:pt x="1292" y="725"/>
                </a:lnTo>
                <a:lnTo>
                  <a:pt x="1292" y="724"/>
                </a:lnTo>
                <a:lnTo>
                  <a:pt x="1292" y="723"/>
                </a:lnTo>
                <a:lnTo>
                  <a:pt x="1293" y="722"/>
                </a:lnTo>
                <a:lnTo>
                  <a:pt x="1295" y="723"/>
                </a:lnTo>
                <a:lnTo>
                  <a:pt x="1294" y="723"/>
                </a:lnTo>
                <a:lnTo>
                  <a:pt x="1295" y="724"/>
                </a:lnTo>
                <a:lnTo>
                  <a:pt x="1296" y="725"/>
                </a:lnTo>
                <a:lnTo>
                  <a:pt x="1297" y="726"/>
                </a:lnTo>
                <a:lnTo>
                  <a:pt x="1298" y="726"/>
                </a:lnTo>
                <a:lnTo>
                  <a:pt x="1297" y="726"/>
                </a:lnTo>
                <a:lnTo>
                  <a:pt x="1298" y="726"/>
                </a:lnTo>
                <a:lnTo>
                  <a:pt x="1298" y="727"/>
                </a:lnTo>
                <a:lnTo>
                  <a:pt x="1299" y="726"/>
                </a:lnTo>
                <a:lnTo>
                  <a:pt x="1300" y="727"/>
                </a:lnTo>
                <a:lnTo>
                  <a:pt x="1300" y="726"/>
                </a:lnTo>
                <a:lnTo>
                  <a:pt x="1299" y="726"/>
                </a:lnTo>
                <a:lnTo>
                  <a:pt x="1299" y="725"/>
                </a:lnTo>
                <a:lnTo>
                  <a:pt x="1299" y="724"/>
                </a:lnTo>
                <a:lnTo>
                  <a:pt x="1300" y="723"/>
                </a:lnTo>
                <a:lnTo>
                  <a:pt x="1301" y="722"/>
                </a:lnTo>
                <a:lnTo>
                  <a:pt x="1301" y="723"/>
                </a:lnTo>
                <a:lnTo>
                  <a:pt x="1302" y="723"/>
                </a:lnTo>
                <a:lnTo>
                  <a:pt x="1303" y="723"/>
                </a:lnTo>
                <a:lnTo>
                  <a:pt x="1304" y="724"/>
                </a:lnTo>
                <a:lnTo>
                  <a:pt x="1305" y="724"/>
                </a:lnTo>
                <a:lnTo>
                  <a:pt x="1306" y="723"/>
                </a:lnTo>
                <a:lnTo>
                  <a:pt x="1306" y="722"/>
                </a:lnTo>
                <a:lnTo>
                  <a:pt x="1306" y="721"/>
                </a:lnTo>
                <a:lnTo>
                  <a:pt x="1309" y="721"/>
                </a:lnTo>
                <a:lnTo>
                  <a:pt x="1310" y="722"/>
                </a:lnTo>
                <a:lnTo>
                  <a:pt x="1310" y="721"/>
                </a:lnTo>
                <a:lnTo>
                  <a:pt x="1310" y="720"/>
                </a:lnTo>
                <a:lnTo>
                  <a:pt x="1310" y="718"/>
                </a:lnTo>
                <a:lnTo>
                  <a:pt x="1311" y="718"/>
                </a:lnTo>
                <a:lnTo>
                  <a:pt x="1311" y="717"/>
                </a:lnTo>
                <a:lnTo>
                  <a:pt x="1312" y="718"/>
                </a:lnTo>
                <a:lnTo>
                  <a:pt x="1312" y="719"/>
                </a:lnTo>
                <a:lnTo>
                  <a:pt x="1313" y="719"/>
                </a:lnTo>
                <a:lnTo>
                  <a:pt x="1313" y="718"/>
                </a:lnTo>
                <a:lnTo>
                  <a:pt x="1314" y="718"/>
                </a:lnTo>
                <a:lnTo>
                  <a:pt x="1314" y="717"/>
                </a:lnTo>
                <a:lnTo>
                  <a:pt x="1314" y="716"/>
                </a:lnTo>
                <a:lnTo>
                  <a:pt x="1313" y="715"/>
                </a:lnTo>
                <a:lnTo>
                  <a:pt x="1312" y="714"/>
                </a:lnTo>
                <a:lnTo>
                  <a:pt x="1315" y="715"/>
                </a:lnTo>
                <a:lnTo>
                  <a:pt x="1315" y="714"/>
                </a:lnTo>
                <a:lnTo>
                  <a:pt x="1316" y="714"/>
                </a:lnTo>
                <a:lnTo>
                  <a:pt x="1315" y="714"/>
                </a:lnTo>
                <a:lnTo>
                  <a:pt x="1315" y="713"/>
                </a:lnTo>
                <a:lnTo>
                  <a:pt x="1314" y="712"/>
                </a:lnTo>
                <a:lnTo>
                  <a:pt x="1313" y="712"/>
                </a:lnTo>
                <a:lnTo>
                  <a:pt x="1312" y="712"/>
                </a:lnTo>
                <a:lnTo>
                  <a:pt x="1312" y="711"/>
                </a:lnTo>
                <a:lnTo>
                  <a:pt x="1312" y="710"/>
                </a:lnTo>
                <a:lnTo>
                  <a:pt x="1311" y="710"/>
                </a:lnTo>
                <a:lnTo>
                  <a:pt x="1311" y="709"/>
                </a:lnTo>
                <a:lnTo>
                  <a:pt x="1310" y="708"/>
                </a:lnTo>
                <a:lnTo>
                  <a:pt x="1310" y="707"/>
                </a:lnTo>
                <a:lnTo>
                  <a:pt x="1311" y="707"/>
                </a:lnTo>
                <a:lnTo>
                  <a:pt x="1311" y="708"/>
                </a:lnTo>
                <a:lnTo>
                  <a:pt x="1312" y="708"/>
                </a:lnTo>
                <a:lnTo>
                  <a:pt x="1312" y="707"/>
                </a:lnTo>
                <a:lnTo>
                  <a:pt x="1311" y="707"/>
                </a:lnTo>
                <a:lnTo>
                  <a:pt x="1310" y="707"/>
                </a:lnTo>
                <a:lnTo>
                  <a:pt x="1309" y="707"/>
                </a:lnTo>
                <a:lnTo>
                  <a:pt x="1309" y="706"/>
                </a:lnTo>
                <a:lnTo>
                  <a:pt x="1310" y="705"/>
                </a:lnTo>
                <a:lnTo>
                  <a:pt x="1311" y="704"/>
                </a:lnTo>
                <a:lnTo>
                  <a:pt x="1312" y="703"/>
                </a:lnTo>
                <a:lnTo>
                  <a:pt x="1313" y="703"/>
                </a:lnTo>
                <a:lnTo>
                  <a:pt x="1314" y="704"/>
                </a:lnTo>
                <a:lnTo>
                  <a:pt x="1314" y="703"/>
                </a:lnTo>
                <a:lnTo>
                  <a:pt x="1313" y="703"/>
                </a:lnTo>
                <a:lnTo>
                  <a:pt x="1314" y="702"/>
                </a:lnTo>
                <a:lnTo>
                  <a:pt x="1315" y="702"/>
                </a:lnTo>
                <a:lnTo>
                  <a:pt x="1316" y="702"/>
                </a:lnTo>
                <a:lnTo>
                  <a:pt x="1317" y="701"/>
                </a:lnTo>
                <a:lnTo>
                  <a:pt x="1317" y="700"/>
                </a:lnTo>
                <a:lnTo>
                  <a:pt x="1316" y="700"/>
                </a:lnTo>
                <a:lnTo>
                  <a:pt x="1315" y="700"/>
                </a:lnTo>
                <a:lnTo>
                  <a:pt x="1315" y="701"/>
                </a:lnTo>
                <a:lnTo>
                  <a:pt x="1314" y="701"/>
                </a:lnTo>
                <a:lnTo>
                  <a:pt x="1313" y="701"/>
                </a:lnTo>
                <a:lnTo>
                  <a:pt x="1312" y="699"/>
                </a:lnTo>
                <a:lnTo>
                  <a:pt x="1312" y="698"/>
                </a:lnTo>
                <a:lnTo>
                  <a:pt x="1313" y="697"/>
                </a:lnTo>
                <a:lnTo>
                  <a:pt x="1313" y="698"/>
                </a:lnTo>
                <a:lnTo>
                  <a:pt x="1312" y="698"/>
                </a:lnTo>
                <a:lnTo>
                  <a:pt x="1313" y="698"/>
                </a:lnTo>
                <a:lnTo>
                  <a:pt x="1314" y="698"/>
                </a:lnTo>
                <a:lnTo>
                  <a:pt x="1314" y="699"/>
                </a:lnTo>
                <a:lnTo>
                  <a:pt x="1313" y="699"/>
                </a:lnTo>
                <a:lnTo>
                  <a:pt x="1313" y="700"/>
                </a:lnTo>
                <a:lnTo>
                  <a:pt x="1314" y="700"/>
                </a:lnTo>
                <a:lnTo>
                  <a:pt x="1314" y="701"/>
                </a:lnTo>
                <a:lnTo>
                  <a:pt x="1314" y="700"/>
                </a:lnTo>
                <a:lnTo>
                  <a:pt x="1315" y="698"/>
                </a:lnTo>
                <a:lnTo>
                  <a:pt x="1315" y="697"/>
                </a:lnTo>
                <a:lnTo>
                  <a:pt x="1316" y="697"/>
                </a:lnTo>
                <a:lnTo>
                  <a:pt x="1317" y="697"/>
                </a:lnTo>
                <a:lnTo>
                  <a:pt x="1317" y="696"/>
                </a:lnTo>
                <a:lnTo>
                  <a:pt x="1317" y="694"/>
                </a:lnTo>
                <a:lnTo>
                  <a:pt x="1316" y="694"/>
                </a:lnTo>
                <a:lnTo>
                  <a:pt x="1315" y="693"/>
                </a:lnTo>
                <a:lnTo>
                  <a:pt x="1315" y="692"/>
                </a:lnTo>
                <a:lnTo>
                  <a:pt x="1316" y="692"/>
                </a:lnTo>
                <a:lnTo>
                  <a:pt x="1317" y="691"/>
                </a:lnTo>
                <a:lnTo>
                  <a:pt x="1317" y="690"/>
                </a:lnTo>
                <a:lnTo>
                  <a:pt x="1316" y="689"/>
                </a:lnTo>
                <a:lnTo>
                  <a:pt x="1316" y="688"/>
                </a:lnTo>
                <a:lnTo>
                  <a:pt x="1317" y="688"/>
                </a:lnTo>
                <a:lnTo>
                  <a:pt x="1318" y="687"/>
                </a:lnTo>
                <a:lnTo>
                  <a:pt x="1318" y="685"/>
                </a:lnTo>
                <a:lnTo>
                  <a:pt x="1317" y="685"/>
                </a:lnTo>
                <a:lnTo>
                  <a:pt x="1317" y="684"/>
                </a:lnTo>
                <a:lnTo>
                  <a:pt x="1316" y="684"/>
                </a:lnTo>
                <a:lnTo>
                  <a:pt x="1317" y="684"/>
                </a:lnTo>
                <a:lnTo>
                  <a:pt x="1317" y="682"/>
                </a:lnTo>
                <a:lnTo>
                  <a:pt x="1316" y="682"/>
                </a:lnTo>
                <a:lnTo>
                  <a:pt x="1316" y="683"/>
                </a:lnTo>
                <a:lnTo>
                  <a:pt x="1315" y="683"/>
                </a:lnTo>
                <a:lnTo>
                  <a:pt x="1315" y="682"/>
                </a:lnTo>
                <a:lnTo>
                  <a:pt x="1316" y="681"/>
                </a:lnTo>
                <a:lnTo>
                  <a:pt x="1315" y="681"/>
                </a:lnTo>
                <a:lnTo>
                  <a:pt x="1314" y="681"/>
                </a:lnTo>
                <a:lnTo>
                  <a:pt x="1314" y="680"/>
                </a:lnTo>
                <a:lnTo>
                  <a:pt x="1314" y="679"/>
                </a:lnTo>
                <a:lnTo>
                  <a:pt x="1313" y="677"/>
                </a:lnTo>
                <a:lnTo>
                  <a:pt x="1312" y="677"/>
                </a:lnTo>
                <a:lnTo>
                  <a:pt x="1312" y="678"/>
                </a:lnTo>
                <a:lnTo>
                  <a:pt x="1312" y="677"/>
                </a:lnTo>
                <a:lnTo>
                  <a:pt x="1311" y="676"/>
                </a:lnTo>
                <a:lnTo>
                  <a:pt x="1310" y="676"/>
                </a:lnTo>
                <a:lnTo>
                  <a:pt x="1310" y="675"/>
                </a:lnTo>
                <a:lnTo>
                  <a:pt x="1309" y="673"/>
                </a:lnTo>
                <a:lnTo>
                  <a:pt x="1308" y="673"/>
                </a:lnTo>
                <a:lnTo>
                  <a:pt x="1308" y="674"/>
                </a:lnTo>
                <a:lnTo>
                  <a:pt x="1308" y="673"/>
                </a:lnTo>
                <a:lnTo>
                  <a:pt x="1307" y="672"/>
                </a:lnTo>
                <a:lnTo>
                  <a:pt x="1307" y="671"/>
                </a:lnTo>
                <a:lnTo>
                  <a:pt x="1307" y="672"/>
                </a:lnTo>
                <a:lnTo>
                  <a:pt x="1306" y="673"/>
                </a:lnTo>
                <a:lnTo>
                  <a:pt x="1306" y="672"/>
                </a:lnTo>
                <a:lnTo>
                  <a:pt x="1305" y="672"/>
                </a:lnTo>
                <a:lnTo>
                  <a:pt x="1305" y="673"/>
                </a:lnTo>
                <a:lnTo>
                  <a:pt x="1304" y="673"/>
                </a:lnTo>
                <a:lnTo>
                  <a:pt x="1304" y="672"/>
                </a:lnTo>
                <a:lnTo>
                  <a:pt x="1303" y="672"/>
                </a:lnTo>
                <a:lnTo>
                  <a:pt x="1302" y="672"/>
                </a:lnTo>
                <a:lnTo>
                  <a:pt x="1301" y="673"/>
                </a:lnTo>
                <a:lnTo>
                  <a:pt x="1302" y="673"/>
                </a:lnTo>
                <a:lnTo>
                  <a:pt x="1301" y="673"/>
                </a:lnTo>
                <a:lnTo>
                  <a:pt x="1300" y="673"/>
                </a:lnTo>
                <a:lnTo>
                  <a:pt x="1299" y="672"/>
                </a:lnTo>
                <a:lnTo>
                  <a:pt x="1298" y="670"/>
                </a:lnTo>
                <a:lnTo>
                  <a:pt x="1298" y="671"/>
                </a:lnTo>
                <a:lnTo>
                  <a:pt x="1296" y="671"/>
                </a:lnTo>
                <a:lnTo>
                  <a:pt x="1295" y="670"/>
                </a:lnTo>
                <a:lnTo>
                  <a:pt x="1295" y="669"/>
                </a:lnTo>
                <a:lnTo>
                  <a:pt x="1294" y="667"/>
                </a:lnTo>
                <a:lnTo>
                  <a:pt x="1293" y="667"/>
                </a:lnTo>
                <a:lnTo>
                  <a:pt x="1292" y="667"/>
                </a:lnTo>
                <a:lnTo>
                  <a:pt x="1291" y="667"/>
                </a:lnTo>
                <a:lnTo>
                  <a:pt x="1291" y="668"/>
                </a:lnTo>
                <a:lnTo>
                  <a:pt x="1290" y="668"/>
                </a:lnTo>
                <a:lnTo>
                  <a:pt x="1290" y="666"/>
                </a:lnTo>
                <a:lnTo>
                  <a:pt x="1290" y="665"/>
                </a:lnTo>
                <a:lnTo>
                  <a:pt x="1290" y="666"/>
                </a:lnTo>
                <a:lnTo>
                  <a:pt x="1289" y="667"/>
                </a:lnTo>
                <a:lnTo>
                  <a:pt x="1289" y="668"/>
                </a:lnTo>
                <a:lnTo>
                  <a:pt x="1287" y="667"/>
                </a:lnTo>
                <a:lnTo>
                  <a:pt x="1287" y="665"/>
                </a:lnTo>
                <a:lnTo>
                  <a:pt x="1286" y="664"/>
                </a:lnTo>
                <a:lnTo>
                  <a:pt x="1286" y="665"/>
                </a:lnTo>
                <a:lnTo>
                  <a:pt x="1286" y="666"/>
                </a:lnTo>
                <a:lnTo>
                  <a:pt x="1286" y="667"/>
                </a:lnTo>
                <a:lnTo>
                  <a:pt x="1285" y="667"/>
                </a:lnTo>
                <a:lnTo>
                  <a:pt x="1285" y="666"/>
                </a:lnTo>
                <a:lnTo>
                  <a:pt x="1284" y="666"/>
                </a:lnTo>
                <a:lnTo>
                  <a:pt x="1283" y="665"/>
                </a:lnTo>
                <a:lnTo>
                  <a:pt x="1282" y="665"/>
                </a:lnTo>
                <a:lnTo>
                  <a:pt x="1282" y="666"/>
                </a:lnTo>
                <a:lnTo>
                  <a:pt x="1282" y="667"/>
                </a:lnTo>
                <a:lnTo>
                  <a:pt x="1282" y="668"/>
                </a:lnTo>
                <a:lnTo>
                  <a:pt x="1281" y="669"/>
                </a:lnTo>
                <a:lnTo>
                  <a:pt x="1280" y="669"/>
                </a:lnTo>
                <a:lnTo>
                  <a:pt x="1280" y="668"/>
                </a:lnTo>
                <a:lnTo>
                  <a:pt x="1279" y="667"/>
                </a:lnTo>
                <a:lnTo>
                  <a:pt x="1278" y="667"/>
                </a:lnTo>
                <a:lnTo>
                  <a:pt x="1277" y="667"/>
                </a:lnTo>
                <a:lnTo>
                  <a:pt x="1276" y="666"/>
                </a:lnTo>
                <a:lnTo>
                  <a:pt x="1276" y="665"/>
                </a:lnTo>
                <a:lnTo>
                  <a:pt x="1275" y="665"/>
                </a:lnTo>
                <a:lnTo>
                  <a:pt x="1275" y="664"/>
                </a:lnTo>
                <a:lnTo>
                  <a:pt x="1274" y="663"/>
                </a:lnTo>
                <a:lnTo>
                  <a:pt x="1275" y="663"/>
                </a:lnTo>
                <a:lnTo>
                  <a:pt x="1275" y="662"/>
                </a:lnTo>
                <a:lnTo>
                  <a:pt x="1276" y="663"/>
                </a:lnTo>
                <a:lnTo>
                  <a:pt x="1277" y="663"/>
                </a:lnTo>
                <a:lnTo>
                  <a:pt x="1277" y="662"/>
                </a:lnTo>
                <a:lnTo>
                  <a:pt x="1277" y="661"/>
                </a:lnTo>
                <a:lnTo>
                  <a:pt x="1278" y="660"/>
                </a:lnTo>
                <a:lnTo>
                  <a:pt x="1277" y="659"/>
                </a:lnTo>
                <a:lnTo>
                  <a:pt x="1277" y="658"/>
                </a:lnTo>
                <a:lnTo>
                  <a:pt x="1277" y="657"/>
                </a:lnTo>
                <a:lnTo>
                  <a:pt x="1278" y="657"/>
                </a:lnTo>
                <a:lnTo>
                  <a:pt x="1280" y="657"/>
                </a:lnTo>
                <a:lnTo>
                  <a:pt x="1280" y="656"/>
                </a:lnTo>
                <a:lnTo>
                  <a:pt x="1279" y="655"/>
                </a:lnTo>
                <a:lnTo>
                  <a:pt x="1279" y="654"/>
                </a:lnTo>
                <a:lnTo>
                  <a:pt x="1277" y="654"/>
                </a:lnTo>
                <a:lnTo>
                  <a:pt x="1276" y="654"/>
                </a:lnTo>
                <a:lnTo>
                  <a:pt x="1276" y="653"/>
                </a:lnTo>
                <a:lnTo>
                  <a:pt x="1276" y="651"/>
                </a:lnTo>
                <a:lnTo>
                  <a:pt x="1277" y="651"/>
                </a:lnTo>
                <a:lnTo>
                  <a:pt x="1277" y="652"/>
                </a:lnTo>
                <a:lnTo>
                  <a:pt x="1278" y="652"/>
                </a:lnTo>
                <a:lnTo>
                  <a:pt x="1278" y="651"/>
                </a:lnTo>
                <a:lnTo>
                  <a:pt x="1277" y="651"/>
                </a:lnTo>
                <a:lnTo>
                  <a:pt x="1277" y="650"/>
                </a:lnTo>
                <a:lnTo>
                  <a:pt x="1277" y="649"/>
                </a:lnTo>
                <a:lnTo>
                  <a:pt x="1278" y="649"/>
                </a:lnTo>
                <a:lnTo>
                  <a:pt x="1279" y="648"/>
                </a:lnTo>
                <a:lnTo>
                  <a:pt x="1279" y="647"/>
                </a:lnTo>
                <a:lnTo>
                  <a:pt x="1279" y="646"/>
                </a:lnTo>
                <a:lnTo>
                  <a:pt x="1278" y="645"/>
                </a:lnTo>
                <a:lnTo>
                  <a:pt x="1277" y="645"/>
                </a:lnTo>
                <a:lnTo>
                  <a:pt x="1276" y="644"/>
                </a:lnTo>
                <a:lnTo>
                  <a:pt x="1276" y="645"/>
                </a:lnTo>
                <a:lnTo>
                  <a:pt x="1275" y="645"/>
                </a:lnTo>
                <a:lnTo>
                  <a:pt x="1275" y="644"/>
                </a:lnTo>
                <a:lnTo>
                  <a:pt x="1274" y="644"/>
                </a:lnTo>
                <a:lnTo>
                  <a:pt x="1273" y="644"/>
                </a:lnTo>
                <a:lnTo>
                  <a:pt x="1272" y="643"/>
                </a:lnTo>
                <a:lnTo>
                  <a:pt x="1271" y="642"/>
                </a:lnTo>
                <a:lnTo>
                  <a:pt x="1270" y="642"/>
                </a:lnTo>
                <a:lnTo>
                  <a:pt x="1269" y="642"/>
                </a:lnTo>
                <a:lnTo>
                  <a:pt x="1269" y="641"/>
                </a:lnTo>
                <a:lnTo>
                  <a:pt x="1270" y="641"/>
                </a:lnTo>
                <a:lnTo>
                  <a:pt x="1269" y="640"/>
                </a:lnTo>
                <a:lnTo>
                  <a:pt x="1268" y="639"/>
                </a:lnTo>
                <a:lnTo>
                  <a:pt x="1267" y="639"/>
                </a:lnTo>
                <a:lnTo>
                  <a:pt x="1266" y="639"/>
                </a:lnTo>
                <a:lnTo>
                  <a:pt x="1265" y="639"/>
                </a:lnTo>
                <a:lnTo>
                  <a:pt x="1265" y="638"/>
                </a:lnTo>
                <a:lnTo>
                  <a:pt x="1265" y="637"/>
                </a:lnTo>
                <a:lnTo>
                  <a:pt x="1265" y="636"/>
                </a:lnTo>
                <a:lnTo>
                  <a:pt x="1266" y="637"/>
                </a:lnTo>
                <a:lnTo>
                  <a:pt x="1267" y="638"/>
                </a:lnTo>
                <a:lnTo>
                  <a:pt x="1268" y="637"/>
                </a:lnTo>
                <a:lnTo>
                  <a:pt x="1268" y="636"/>
                </a:lnTo>
                <a:lnTo>
                  <a:pt x="1269" y="636"/>
                </a:lnTo>
                <a:lnTo>
                  <a:pt x="1269" y="637"/>
                </a:lnTo>
                <a:lnTo>
                  <a:pt x="1270" y="637"/>
                </a:lnTo>
                <a:lnTo>
                  <a:pt x="1271" y="638"/>
                </a:lnTo>
                <a:lnTo>
                  <a:pt x="1272" y="638"/>
                </a:lnTo>
                <a:lnTo>
                  <a:pt x="1273" y="637"/>
                </a:lnTo>
                <a:lnTo>
                  <a:pt x="1273" y="636"/>
                </a:lnTo>
                <a:lnTo>
                  <a:pt x="1274" y="635"/>
                </a:lnTo>
                <a:lnTo>
                  <a:pt x="1273" y="634"/>
                </a:lnTo>
                <a:lnTo>
                  <a:pt x="1272" y="634"/>
                </a:lnTo>
                <a:lnTo>
                  <a:pt x="1272" y="633"/>
                </a:lnTo>
                <a:lnTo>
                  <a:pt x="1272" y="632"/>
                </a:lnTo>
                <a:lnTo>
                  <a:pt x="1272" y="631"/>
                </a:lnTo>
                <a:lnTo>
                  <a:pt x="1273" y="631"/>
                </a:lnTo>
                <a:lnTo>
                  <a:pt x="1274" y="631"/>
                </a:lnTo>
                <a:lnTo>
                  <a:pt x="1275" y="631"/>
                </a:lnTo>
                <a:lnTo>
                  <a:pt x="1276" y="631"/>
                </a:lnTo>
                <a:lnTo>
                  <a:pt x="1276" y="630"/>
                </a:lnTo>
                <a:lnTo>
                  <a:pt x="1276" y="629"/>
                </a:lnTo>
                <a:lnTo>
                  <a:pt x="1276" y="626"/>
                </a:lnTo>
                <a:lnTo>
                  <a:pt x="1276" y="625"/>
                </a:lnTo>
                <a:lnTo>
                  <a:pt x="1277" y="624"/>
                </a:lnTo>
                <a:lnTo>
                  <a:pt x="1278" y="624"/>
                </a:lnTo>
                <a:lnTo>
                  <a:pt x="1279" y="624"/>
                </a:lnTo>
                <a:lnTo>
                  <a:pt x="1280" y="624"/>
                </a:lnTo>
                <a:lnTo>
                  <a:pt x="1279" y="623"/>
                </a:lnTo>
                <a:lnTo>
                  <a:pt x="1279" y="622"/>
                </a:lnTo>
                <a:lnTo>
                  <a:pt x="1278" y="622"/>
                </a:lnTo>
                <a:lnTo>
                  <a:pt x="1278" y="621"/>
                </a:lnTo>
                <a:lnTo>
                  <a:pt x="1279" y="621"/>
                </a:lnTo>
                <a:lnTo>
                  <a:pt x="1280" y="621"/>
                </a:lnTo>
                <a:lnTo>
                  <a:pt x="1281" y="620"/>
                </a:lnTo>
                <a:lnTo>
                  <a:pt x="1282" y="619"/>
                </a:lnTo>
                <a:lnTo>
                  <a:pt x="1283" y="620"/>
                </a:lnTo>
                <a:lnTo>
                  <a:pt x="1284" y="620"/>
                </a:lnTo>
                <a:lnTo>
                  <a:pt x="1284" y="619"/>
                </a:lnTo>
                <a:lnTo>
                  <a:pt x="1284" y="618"/>
                </a:lnTo>
                <a:lnTo>
                  <a:pt x="1286" y="618"/>
                </a:lnTo>
                <a:lnTo>
                  <a:pt x="1286" y="619"/>
                </a:lnTo>
                <a:lnTo>
                  <a:pt x="1287" y="620"/>
                </a:lnTo>
                <a:lnTo>
                  <a:pt x="1287" y="619"/>
                </a:lnTo>
                <a:lnTo>
                  <a:pt x="1288" y="620"/>
                </a:lnTo>
                <a:lnTo>
                  <a:pt x="1289" y="621"/>
                </a:lnTo>
                <a:lnTo>
                  <a:pt x="1290" y="621"/>
                </a:lnTo>
                <a:lnTo>
                  <a:pt x="1290" y="620"/>
                </a:lnTo>
                <a:lnTo>
                  <a:pt x="1289" y="619"/>
                </a:lnTo>
                <a:lnTo>
                  <a:pt x="1288" y="618"/>
                </a:lnTo>
                <a:lnTo>
                  <a:pt x="1289" y="618"/>
                </a:lnTo>
                <a:lnTo>
                  <a:pt x="1289" y="617"/>
                </a:lnTo>
                <a:lnTo>
                  <a:pt x="1289" y="616"/>
                </a:lnTo>
                <a:lnTo>
                  <a:pt x="1289" y="614"/>
                </a:lnTo>
                <a:lnTo>
                  <a:pt x="1290" y="614"/>
                </a:lnTo>
                <a:lnTo>
                  <a:pt x="1290" y="613"/>
                </a:lnTo>
                <a:lnTo>
                  <a:pt x="1290" y="612"/>
                </a:lnTo>
                <a:lnTo>
                  <a:pt x="1291" y="612"/>
                </a:lnTo>
                <a:lnTo>
                  <a:pt x="1291" y="611"/>
                </a:lnTo>
                <a:lnTo>
                  <a:pt x="1290" y="610"/>
                </a:lnTo>
                <a:lnTo>
                  <a:pt x="1290" y="609"/>
                </a:lnTo>
                <a:lnTo>
                  <a:pt x="1290" y="607"/>
                </a:lnTo>
                <a:lnTo>
                  <a:pt x="1288" y="607"/>
                </a:lnTo>
                <a:lnTo>
                  <a:pt x="1289" y="606"/>
                </a:lnTo>
                <a:lnTo>
                  <a:pt x="1290" y="605"/>
                </a:lnTo>
                <a:lnTo>
                  <a:pt x="1290" y="604"/>
                </a:lnTo>
                <a:lnTo>
                  <a:pt x="1289" y="604"/>
                </a:lnTo>
                <a:lnTo>
                  <a:pt x="1288" y="603"/>
                </a:lnTo>
                <a:lnTo>
                  <a:pt x="1288" y="604"/>
                </a:lnTo>
                <a:lnTo>
                  <a:pt x="1287" y="605"/>
                </a:lnTo>
                <a:lnTo>
                  <a:pt x="1286" y="604"/>
                </a:lnTo>
                <a:lnTo>
                  <a:pt x="1286" y="603"/>
                </a:lnTo>
                <a:lnTo>
                  <a:pt x="1287" y="602"/>
                </a:lnTo>
                <a:lnTo>
                  <a:pt x="1286" y="601"/>
                </a:lnTo>
                <a:lnTo>
                  <a:pt x="1284" y="599"/>
                </a:lnTo>
                <a:lnTo>
                  <a:pt x="1283" y="599"/>
                </a:lnTo>
                <a:lnTo>
                  <a:pt x="1282" y="599"/>
                </a:lnTo>
                <a:lnTo>
                  <a:pt x="1281" y="598"/>
                </a:lnTo>
                <a:lnTo>
                  <a:pt x="1282" y="598"/>
                </a:lnTo>
                <a:lnTo>
                  <a:pt x="1282" y="597"/>
                </a:lnTo>
                <a:lnTo>
                  <a:pt x="1281" y="596"/>
                </a:lnTo>
                <a:lnTo>
                  <a:pt x="1281" y="595"/>
                </a:lnTo>
                <a:lnTo>
                  <a:pt x="1281" y="594"/>
                </a:lnTo>
                <a:lnTo>
                  <a:pt x="1281" y="595"/>
                </a:lnTo>
                <a:lnTo>
                  <a:pt x="1282" y="596"/>
                </a:lnTo>
                <a:lnTo>
                  <a:pt x="1283" y="596"/>
                </a:lnTo>
                <a:lnTo>
                  <a:pt x="1283" y="597"/>
                </a:lnTo>
                <a:lnTo>
                  <a:pt x="1284" y="597"/>
                </a:lnTo>
                <a:lnTo>
                  <a:pt x="1284" y="598"/>
                </a:lnTo>
                <a:lnTo>
                  <a:pt x="1283" y="598"/>
                </a:lnTo>
                <a:lnTo>
                  <a:pt x="1284" y="599"/>
                </a:lnTo>
                <a:lnTo>
                  <a:pt x="1285" y="599"/>
                </a:lnTo>
                <a:lnTo>
                  <a:pt x="1285" y="598"/>
                </a:lnTo>
                <a:lnTo>
                  <a:pt x="1285" y="597"/>
                </a:lnTo>
                <a:lnTo>
                  <a:pt x="1285" y="596"/>
                </a:lnTo>
                <a:lnTo>
                  <a:pt x="1286" y="596"/>
                </a:lnTo>
                <a:lnTo>
                  <a:pt x="1287" y="596"/>
                </a:lnTo>
                <a:lnTo>
                  <a:pt x="1288" y="597"/>
                </a:lnTo>
                <a:lnTo>
                  <a:pt x="1290" y="596"/>
                </a:lnTo>
                <a:lnTo>
                  <a:pt x="1290" y="595"/>
                </a:lnTo>
                <a:lnTo>
                  <a:pt x="1290" y="594"/>
                </a:lnTo>
                <a:lnTo>
                  <a:pt x="1290" y="593"/>
                </a:lnTo>
                <a:lnTo>
                  <a:pt x="1290" y="592"/>
                </a:lnTo>
                <a:lnTo>
                  <a:pt x="1290" y="591"/>
                </a:lnTo>
                <a:lnTo>
                  <a:pt x="1291" y="591"/>
                </a:lnTo>
                <a:lnTo>
                  <a:pt x="1291" y="592"/>
                </a:lnTo>
                <a:lnTo>
                  <a:pt x="1291" y="591"/>
                </a:lnTo>
                <a:lnTo>
                  <a:pt x="1292" y="591"/>
                </a:lnTo>
                <a:lnTo>
                  <a:pt x="1292" y="590"/>
                </a:lnTo>
                <a:lnTo>
                  <a:pt x="1291" y="590"/>
                </a:lnTo>
                <a:lnTo>
                  <a:pt x="1290" y="589"/>
                </a:lnTo>
                <a:lnTo>
                  <a:pt x="1290" y="587"/>
                </a:lnTo>
                <a:lnTo>
                  <a:pt x="1290" y="586"/>
                </a:lnTo>
                <a:lnTo>
                  <a:pt x="1290" y="585"/>
                </a:lnTo>
                <a:lnTo>
                  <a:pt x="1289" y="584"/>
                </a:lnTo>
                <a:lnTo>
                  <a:pt x="1288" y="583"/>
                </a:lnTo>
                <a:lnTo>
                  <a:pt x="1288" y="582"/>
                </a:lnTo>
                <a:lnTo>
                  <a:pt x="1287" y="580"/>
                </a:lnTo>
                <a:lnTo>
                  <a:pt x="1286" y="579"/>
                </a:lnTo>
                <a:lnTo>
                  <a:pt x="1287" y="579"/>
                </a:lnTo>
                <a:lnTo>
                  <a:pt x="1288" y="579"/>
                </a:lnTo>
                <a:lnTo>
                  <a:pt x="1289" y="579"/>
                </a:lnTo>
                <a:lnTo>
                  <a:pt x="1290" y="580"/>
                </a:lnTo>
                <a:lnTo>
                  <a:pt x="1291" y="579"/>
                </a:lnTo>
                <a:lnTo>
                  <a:pt x="1292" y="579"/>
                </a:lnTo>
                <a:lnTo>
                  <a:pt x="1292" y="580"/>
                </a:lnTo>
                <a:lnTo>
                  <a:pt x="1292" y="581"/>
                </a:lnTo>
                <a:lnTo>
                  <a:pt x="1293" y="581"/>
                </a:lnTo>
                <a:lnTo>
                  <a:pt x="1293" y="580"/>
                </a:lnTo>
                <a:lnTo>
                  <a:pt x="1294" y="579"/>
                </a:lnTo>
                <a:lnTo>
                  <a:pt x="1294" y="580"/>
                </a:lnTo>
                <a:lnTo>
                  <a:pt x="1295" y="580"/>
                </a:lnTo>
                <a:lnTo>
                  <a:pt x="1296" y="580"/>
                </a:lnTo>
                <a:lnTo>
                  <a:pt x="1297" y="580"/>
                </a:lnTo>
                <a:lnTo>
                  <a:pt x="1298" y="580"/>
                </a:lnTo>
                <a:lnTo>
                  <a:pt x="1297" y="580"/>
                </a:lnTo>
                <a:lnTo>
                  <a:pt x="1297" y="581"/>
                </a:lnTo>
                <a:lnTo>
                  <a:pt x="1298" y="581"/>
                </a:lnTo>
                <a:lnTo>
                  <a:pt x="1298" y="582"/>
                </a:lnTo>
                <a:lnTo>
                  <a:pt x="1299" y="582"/>
                </a:lnTo>
                <a:lnTo>
                  <a:pt x="1300" y="583"/>
                </a:lnTo>
                <a:lnTo>
                  <a:pt x="1299" y="583"/>
                </a:lnTo>
                <a:lnTo>
                  <a:pt x="1300" y="583"/>
                </a:lnTo>
                <a:lnTo>
                  <a:pt x="1300" y="584"/>
                </a:lnTo>
                <a:lnTo>
                  <a:pt x="1301" y="583"/>
                </a:lnTo>
                <a:lnTo>
                  <a:pt x="1300" y="582"/>
                </a:lnTo>
                <a:lnTo>
                  <a:pt x="1301" y="581"/>
                </a:lnTo>
                <a:lnTo>
                  <a:pt x="1301" y="580"/>
                </a:lnTo>
                <a:lnTo>
                  <a:pt x="1302" y="580"/>
                </a:lnTo>
                <a:lnTo>
                  <a:pt x="1301" y="579"/>
                </a:lnTo>
                <a:lnTo>
                  <a:pt x="1302" y="576"/>
                </a:lnTo>
                <a:lnTo>
                  <a:pt x="1303" y="576"/>
                </a:lnTo>
                <a:lnTo>
                  <a:pt x="1303" y="577"/>
                </a:lnTo>
                <a:lnTo>
                  <a:pt x="1304" y="578"/>
                </a:lnTo>
                <a:lnTo>
                  <a:pt x="1305" y="578"/>
                </a:lnTo>
                <a:lnTo>
                  <a:pt x="1306" y="578"/>
                </a:lnTo>
                <a:lnTo>
                  <a:pt x="1306" y="579"/>
                </a:lnTo>
                <a:lnTo>
                  <a:pt x="1307" y="579"/>
                </a:lnTo>
                <a:lnTo>
                  <a:pt x="1309" y="581"/>
                </a:lnTo>
                <a:lnTo>
                  <a:pt x="1310" y="581"/>
                </a:lnTo>
                <a:lnTo>
                  <a:pt x="1311" y="581"/>
                </a:lnTo>
                <a:lnTo>
                  <a:pt x="1312" y="582"/>
                </a:lnTo>
                <a:lnTo>
                  <a:pt x="1313" y="582"/>
                </a:lnTo>
                <a:lnTo>
                  <a:pt x="1314" y="581"/>
                </a:lnTo>
                <a:lnTo>
                  <a:pt x="1314" y="580"/>
                </a:lnTo>
                <a:lnTo>
                  <a:pt x="1315" y="580"/>
                </a:lnTo>
                <a:lnTo>
                  <a:pt x="1314" y="579"/>
                </a:lnTo>
                <a:lnTo>
                  <a:pt x="1313" y="579"/>
                </a:lnTo>
                <a:lnTo>
                  <a:pt x="1313" y="578"/>
                </a:lnTo>
                <a:lnTo>
                  <a:pt x="1312" y="578"/>
                </a:lnTo>
                <a:lnTo>
                  <a:pt x="1313" y="577"/>
                </a:lnTo>
                <a:lnTo>
                  <a:pt x="1314" y="577"/>
                </a:lnTo>
                <a:lnTo>
                  <a:pt x="1315" y="577"/>
                </a:lnTo>
                <a:lnTo>
                  <a:pt x="1316" y="578"/>
                </a:lnTo>
                <a:lnTo>
                  <a:pt x="1317" y="579"/>
                </a:lnTo>
                <a:lnTo>
                  <a:pt x="1318" y="580"/>
                </a:lnTo>
                <a:lnTo>
                  <a:pt x="1318" y="581"/>
                </a:lnTo>
                <a:lnTo>
                  <a:pt x="1319" y="581"/>
                </a:lnTo>
                <a:lnTo>
                  <a:pt x="1321" y="581"/>
                </a:lnTo>
                <a:lnTo>
                  <a:pt x="1322" y="582"/>
                </a:lnTo>
                <a:lnTo>
                  <a:pt x="1322" y="581"/>
                </a:lnTo>
                <a:lnTo>
                  <a:pt x="1321" y="580"/>
                </a:lnTo>
                <a:lnTo>
                  <a:pt x="1324" y="581"/>
                </a:lnTo>
                <a:lnTo>
                  <a:pt x="1325" y="582"/>
                </a:lnTo>
                <a:lnTo>
                  <a:pt x="1325" y="581"/>
                </a:lnTo>
                <a:lnTo>
                  <a:pt x="1324" y="580"/>
                </a:lnTo>
                <a:lnTo>
                  <a:pt x="1324" y="579"/>
                </a:lnTo>
                <a:lnTo>
                  <a:pt x="1325" y="578"/>
                </a:lnTo>
                <a:lnTo>
                  <a:pt x="1326" y="579"/>
                </a:lnTo>
                <a:lnTo>
                  <a:pt x="1327" y="580"/>
                </a:lnTo>
                <a:lnTo>
                  <a:pt x="1328" y="580"/>
                </a:lnTo>
                <a:lnTo>
                  <a:pt x="1328" y="579"/>
                </a:lnTo>
                <a:lnTo>
                  <a:pt x="1329" y="579"/>
                </a:lnTo>
                <a:lnTo>
                  <a:pt x="1330" y="579"/>
                </a:lnTo>
                <a:lnTo>
                  <a:pt x="1330" y="580"/>
                </a:lnTo>
                <a:lnTo>
                  <a:pt x="1331" y="580"/>
                </a:lnTo>
                <a:lnTo>
                  <a:pt x="1332" y="580"/>
                </a:lnTo>
                <a:lnTo>
                  <a:pt x="1332" y="579"/>
                </a:lnTo>
                <a:lnTo>
                  <a:pt x="1334" y="579"/>
                </a:lnTo>
                <a:lnTo>
                  <a:pt x="1336" y="578"/>
                </a:lnTo>
                <a:lnTo>
                  <a:pt x="1337" y="578"/>
                </a:lnTo>
                <a:lnTo>
                  <a:pt x="1338" y="578"/>
                </a:lnTo>
                <a:lnTo>
                  <a:pt x="1341" y="580"/>
                </a:lnTo>
                <a:lnTo>
                  <a:pt x="1342" y="581"/>
                </a:lnTo>
                <a:lnTo>
                  <a:pt x="1343" y="582"/>
                </a:lnTo>
                <a:lnTo>
                  <a:pt x="1343" y="583"/>
                </a:lnTo>
                <a:lnTo>
                  <a:pt x="1344" y="582"/>
                </a:lnTo>
                <a:lnTo>
                  <a:pt x="1345" y="582"/>
                </a:lnTo>
                <a:lnTo>
                  <a:pt x="1346" y="582"/>
                </a:lnTo>
                <a:lnTo>
                  <a:pt x="1347" y="583"/>
                </a:lnTo>
                <a:lnTo>
                  <a:pt x="1347" y="584"/>
                </a:lnTo>
                <a:lnTo>
                  <a:pt x="1347" y="585"/>
                </a:lnTo>
                <a:lnTo>
                  <a:pt x="1347" y="586"/>
                </a:lnTo>
                <a:lnTo>
                  <a:pt x="1348" y="587"/>
                </a:lnTo>
                <a:lnTo>
                  <a:pt x="1347" y="588"/>
                </a:lnTo>
                <a:lnTo>
                  <a:pt x="1347" y="589"/>
                </a:lnTo>
                <a:lnTo>
                  <a:pt x="1347" y="590"/>
                </a:lnTo>
                <a:lnTo>
                  <a:pt x="1348" y="590"/>
                </a:lnTo>
                <a:lnTo>
                  <a:pt x="1348" y="591"/>
                </a:lnTo>
                <a:lnTo>
                  <a:pt x="1348" y="593"/>
                </a:lnTo>
                <a:lnTo>
                  <a:pt x="1348" y="595"/>
                </a:lnTo>
                <a:lnTo>
                  <a:pt x="1349" y="596"/>
                </a:lnTo>
                <a:lnTo>
                  <a:pt x="1349" y="597"/>
                </a:lnTo>
                <a:lnTo>
                  <a:pt x="1349" y="598"/>
                </a:lnTo>
                <a:lnTo>
                  <a:pt x="1349" y="599"/>
                </a:lnTo>
                <a:lnTo>
                  <a:pt x="1350" y="601"/>
                </a:lnTo>
                <a:lnTo>
                  <a:pt x="1351" y="601"/>
                </a:lnTo>
                <a:lnTo>
                  <a:pt x="1352" y="600"/>
                </a:lnTo>
                <a:lnTo>
                  <a:pt x="1351" y="600"/>
                </a:lnTo>
                <a:lnTo>
                  <a:pt x="1352" y="600"/>
                </a:lnTo>
                <a:lnTo>
                  <a:pt x="1352" y="601"/>
                </a:lnTo>
                <a:lnTo>
                  <a:pt x="1353" y="601"/>
                </a:lnTo>
                <a:lnTo>
                  <a:pt x="1354" y="601"/>
                </a:lnTo>
                <a:lnTo>
                  <a:pt x="1354" y="602"/>
                </a:lnTo>
                <a:lnTo>
                  <a:pt x="1355" y="602"/>
                </a:lnTo>
                <a:lnTo>
                  <a:pt x="1356" y="602"/>
                </a:lnTo>
                <a:lnTo>
                  <a:pt x="1357" y="602"/>
                </a:lnTo>
                <a:lnTo>
                  <a:pt x="1358" y="602"/>
                </a:lnTo>
                <a:lnTo>
                  <a:pt x="1359" y="603"/>
                </a:lnTo>
                <a:lnTo>
                  <a:pt x="1360" y="603"/>
                </a:lnTo>
                <a:lnTo>
                  <a:pt x="1360" y="602"/>
                </a:lnTo>
                <a:lnTo>
                  <a:pt x="1361" y="602"/>
                </a:lnTo>
                <a:lnTo>
                  <a:pt x="1362" y="602"/>
                </a:lnTo>
                <a:lnTo>
                  <a:pt x="1362" y="604"/>
                </a:lnTo>
                <a:lnTo>
                  <a:pt x="1363" y="603"/>
                </a:lnTo>
                <a:lnTo>
                  <a:pt x="1363" y="602"/>
                </a:lnTo>
                <a:lnTo>
                  <a:pt x="1364" y="602"/>
                </a:lnTo>
                <a:lnTo>
                  <a:pt x="1366" y="601"/>
                </a:lnTo>
                <a:lnTo>
                  <a:pt x="1366" y="602"/>
                </a:lnTo>
                <a:lnTo>
                  <a:pt x="1366" y="603"/>
                </a:lnTo>
                <a:lnTo>
                  <a:pt x="1367" y="604"/>
                </a:lnTo>
                <a:lnTo>
                  <a:pt x="1368" y="605"/>
                </a:lnTo>
                <a:lnTo>
                  <a:pt x="1370" y="606"/>
                </a:lnTo>
                <a:lnTo>
                  <a:pt x="1370" y="607"/>
                </a:lnTo>
                <a:lnTo>
                  <a:pt x="1369" y="608"/>
                </a:lnTo>
                <a:lnTo>
                  <a:pt x="1370" y="608"/>
                </a:lnTo>
                <a:lnTo>
                  <a:pt x="1370" y="609"/>
                </a:lnTo>
                <a:lnTo>
                  <a:pt x="1370" y="610"/>
                </a:lnTo>
                <a:lnTo>
                  <a:pt x="1371" y="610"/>
                </a:lnTo>
                <a:lnTo>
                  <a:pt x="1371" y="609"/>
                </a:lnTo>
                <a:lnTo>
                  <a:pt x="1372" y="609"/>
                </a:lnTo>
                <a:lnTo>
                  <a:pt x="1372" y="610"/>
                </a:lnTo>
                <a:lnTo>
                  <a:pt x="1373" y="610"/>
                </a:lnTo>
                <a:lnTo>
                  <a:pt x="1373" y="609"/>
                </a:lnTo>
                <a:lnTo>
                  <a:pt x="1374" y="609"/>
                </a:lnTo>
                <a:lnTo>
                  <a:pt x="1375" y="609"/>
                </a:lnTo>
                <a:lnTo>
                  <a:pt x="1376" y="609"/>
                </a:lnTo>
                <a:lnTo>
                  <a:pt x="1376" y="610"/>
                </a:lnTo>
                <a:lnTo>
                  <a:pt x="1379" y="611"/>
                </a:lnTo>
                <a:lnTo>
                  <a:pt x="1380" y="611"/>
                </a:lnTo>
                <a:lnTo>
                  <a:pt x="1381" y="611"/>
                </a:lnTo>
                <a:lnTo>
                  <a:pt x="1381" y="610"/>
                </a:lnTo>
                <a:lnTo>
                  <a:pt x="1382" y="610"/>
                </a:lnTo>
                <a:lnTo>
                  <a:pt x="1383" y="610"/>
                </a:lnTo>
                <a:lnTo>
                  <a:pt x="1384" y="610"/>
                </a:lnTo>
                <a:lnTo>
                  <a:pt x="1384" y="611"/>
                </a:lnTo>
                <a:lnTo>
                  <a:pt x="1384" y="612"/>
                </a:lnTo>
                <a:lnTo>
                  <a:pt x="1385" y="612"/>
                </a:lnTo>
                <a:lnTo>
                  <a:pt x="1387" y="613"/>
                </a:lnTo>
                <a:lnTo>
                  <a:pt x="1388" y="612"/>
                </a:lnTo>
                <a:lnTo>
                  <a:pt x="1388" y="611"/>
                </a:lnTo>
                <a:lnTo>
                  <a:pt x="1389" y="612"/>
                </a:lnTo>
                <a:lnTo>
                  <a:pt x="1390" y="613"/>
                </a:lnTo>
                <a:lnTo>
                  <a:pt x="1391" y="614"/>
                </a:lnTo>
                <a:lnTo>
                  <a:pt x="1391" y="613"/>
                </a:lnTo>
                <a:lnTo>
                  <a:pt x="1392" y="613"/>
                </a:lnTo>
                <a:lnTo>
                  <a:pt x="1392" y="614"/>
                </a:lnTo>
                <a:lnTo>
                  <a:pt x="1394" y="615"/>
                </a:lnTo>
                <a:lnTo>
                  <a:pt x="1396" y="615"/>
                </a:lnTo>
                <a:lnTo>
                  <a:pt x="1396" y="614"/>
                </a:lnTo>
                <a:lnTo>
                  <a:pt x="1397" y="614"/>
                </a:lnTo>
                <a:lnTo>
                  <a:pt x="1398" y="615"/>
                </a:lnTo>
                <a:lnTo>
                  <a:pt x="1398" y="616"/>
                </a:lnTo>
                <a:lnTo>
                  <a:pt x="1399" y="616"/>
                </a:lnTo>
                <a:lnTo>
                  <a:pt x="1400" y="616"/>
                </a:lnTo>
                <a:lnTo>
                  <a:pt x="1400" y="617"/>
                </a:lnTo>
                <a:lnTo>
                  <a:pt x="1401" y="618"/>
                </a:lnTo>
                <a:lnTo>
                  <a:pt x="1403" y="618"/>
                </a:lnTo>
                <a:lnTo>
                  <a:pt x="1404" y="619"/>
                </a:lnTo>
                <a:lnTo>
                  <a:pt x="1404" y="620"/>
                </a:lnTo>
                <a:lnTo>
                  <a:pt x="1405" y="620"/>
                </a:lnTo>
                <a:lnTo>
                  <a:pt x="1405" y="621"/>
                </a:lnTo>
                <a:lnTo>
                  <a:pt x="1405" y="622"/>
                </a:lnTo>
                <a:lnTo>
                  <a:pt x="1406" y="622"/>
                </a:lnTo>
                <a:lnTo>
                  <a:pt x="1407" y="623"/>
                </a:lnTo>
                <a:lnTo>
                  <a:pt x="1407" y="625"/>
                </a:lnTo>
                <a:lnTo>
                  <a:pt x="1407" y="626"/>
                </a:lnTo>
                <a:lnTo>
                  <a:pt x="1406" y="627"/>
                </a:lnTo>
                <a:lnTo>
                  <a:pt x="1407" y="628"/>
                </a:lnTo>
                <a:lnTo>
                  <a:pt x="1408" y="627"/>
                </a:lnTo>
                <a:lnTo>
                  <a:pt x="1409" y="627"/>
                </a:lnTo>
                <a:lnTo>
                  <a:pt x="1410" y="626"/>
                </a:lnTo>
                <a:lnTo>
                  <a:pt x="1410" y="627"/>
                </a:lnTo>
                <a:lnTo>
                  <a:pt x="1410" y="628"/>
                </a:lnTo>
                <a:lnTo>
                  <a:pt x="1411" y="628"/>
                </a:lnTo>
                <a:lnTo>
                  <a:pt x="1411" y="627"/>
                </a:lnTo>
                <a:lnTo>
                  <a:pt x="1411" y="626"/>
                </a:lnTo>
                <a:lnTo>
                  <a:pt x="1411" y="625"/>
                </a:lnTo>
                <a:lnTo>
                  <a:pt x="1412" y="625"/>
                </a:lnTo>
                <a:lnTo>
                  <a:pt x="1413" y="625"/>
                </a:lnTo>
                <a:lnTo>
                  <a:pt x="1414" y="626"/>
                </a:lnTo>
                <a:lnTo>
                  <a:pt x="1414" y="627"/>
                </a:lnTo>
                <a:lnTo>
                  <a:pt x="1414" y="628"/>
                </a:lnTo>
                <a:lnTo>
                  <a:pt x="1414" y="629"/>
                </a:lnTo>
                <a:lnTo>
                  <a:pt x="1413" y="629"/>
                </a:lnTo>
                <a:lnTo>
                  <a:pt x="1413" y="628"/>
                </a:lnTo>
                <a:lnTo>
                  <a:pt x="1412" y="629"/>
                </a:lnTo>
                <a:lnTo>
                  <a:pt x="1412" y="630"/>
                </a:lnTo>
                <a:lnTo>
                  <a:pt x="1413" y="630"/>
                </a:lnTo>
                <a:lnTo>
                  <a:pt x="1415" y="632"/>
                </a:lnTo>
                <a:lnTo>
                  <a:pt x="1416" y="633"/>
                </a:lnTo>
                <a:lnTo>
                  <a:pt x="1417" y="634"/>
                </a:lnTo>
                <a:lnTo>
                  <a:pt x="1419" y="633"/>
                </a:lnTo>
                <a:lnTo>
                  <a:pt x="1419" y="632"/>
                </a:lnTo>
                <a:lnTo>
                  <a:pt x="1420" y="632"/>
                </a:lnTo>
                <a:lnTo>
                  <a:pt x="1420" y="633"/>
                </a:lnTo>
                <a:lnTo>
                  <a:pt x="1421" y="633"/>
                </a:lnTo>
                <a:lnTo>
                  <a:pt x="1420" y="633"/>
                </a:lnTo>
                <a:lnTo>
                  <a:pt x="1420" y="634"/>
                </a:lnTo>
                <a:lnTo>
                  <a:pt x="1420" y="635"/>
                </a:lnTo>
                <a:lnTo>
                  <a:pt x="1421" y="635"/>
                </a:lnTo>
                <a:lnTo>
                  <a:pt x="1421" y="634"/>
                </a:lnTo>
                <a:lnTo>
                  <a:pt x="1422" y="634"/>
                </a:lnTo>
                <a:lnTo>
                  <a:pt x="1424" y="635"/>
                </a:lnTo>
                <a:lnTo>
                  <a:pt x="1425" y="635"/>
                </a:lnTo>
                <a:lnTo>
                  <a:pt x="1425" y="636"/>
                </a:lnTo>
                <a:lnTo>
                  <a:pt x="1424" y="636"/>
                </a:lnTo>
                <a:lnTo>
                  <a:pt x="1424" y="637"/>
                </a:lnTo>
                <a:lnTo>
                  <a:pt x="1425" y="637"/>
                </a:lnTo>
                <a:lnTo>
                  <a:pt x="1426" y="637"/>
                </a:lnTo>
                <a:lnTo>
                  <a:pt x="1427" y="636"/>
                </a:lnTo>
                <a:lnTo>
                  <a:pt x="1428" y="636"/>
                </a:lnTo>
                <a:lnTo>
                  <a:pt x="1428" y="634"/>
                </a:lnTo>
                <a:lnTo>
                  <a:pt x="1428" y="633"/>
                </a:lnTo>
                <a:lnTo>
                  <a:pt x="1429" y="632"/>
                </a:lnTo>
                <a:lnTo>
                  <a:pt x="1431" y="630"/>
                </a:lnTo>
                <a:lnTo>
                  <a:pt x="1432" y="630"/>
                </a:lnTo>
                <a:lnTo>
                  <a:pt x="1432" y="631"/>
                </a:lnTo>
                <a:lnTo>
                  <a:pt x="1431" y="633"/>
                </a:lnTo>
                <a:lnTo>
                  <a:pt x="1431" y="634"/>
                </a:lnTo>
                <a:lnTo>
                  <a:pt x="1431" y="636"/>
                </a:lnTo>
                <a:lnTo>
                  <a:pt x="1432" y="636"/>
                </a:lnTo>
                <a:lnTo>
                  <a:pt x="1434" y="636"/>
                </a:lnTo>
                <a:lnTo>
                  <a:pt x="1434" y="637"/>
                </a:lnTo>
                <a:lnTo>
                  <a:pt x="1435" y="638"/>
                </a:lnTo>
                <a:lnTo>
                  <a:pt x="1435" y="639"/>
                </a:lnTo>
                <a:lnTo>
                  <a:pt x="1436" y="639"/>
                </a:lnTo>
                <a:lnTo>
                  <a:pt x="1436" y="638"/>
                </a:lnTo>
                <a:lnTo>
                  <a:pt x="1436" y="637"/>
                </a:lnTo>
                <a:lnTo>
                  <a:pt x="1437" y="637"/>
                </a:lnTo>
                <a:lnTo>
                  <a:pt x="1438" y="638"/>
                </a:lnTo>
                <a:lnTo>
                  <a:pt x="1439" y="638"/>
                </a:lnTo>
                <a:lnTo>
                  <a:pt x="1439" y="637"/>
                </a:lnTo>
                <a:lnTo>
                  <a:pt x="1441" y="638"/>
                </a:lnTo>
                <a:lnTo>
                  <a:pt x="1444" y="638"/>
                </a:lnTo>
                <a:lnTo>
                  <a:pt x="1444" y="639"/>
                </a:lnTo>
                <a:lnTo>
                  <a:pt x="1445" y="641"/>
                </a:lnTo>
                <a:lnTo>
                  <a:pt x="1446" y="642"/>
                </a:lnTo>
                <a:lnTo>
                  <a:pt x="1448" y="644"/>
                </a:lnTo>
                <a:lnTo>
                  <a:pt x="1449" y="646"/>
                </a:lnTo>
                <a:lnTo>
                  <a:pt x="1449" y="647"/>
                </a:lnTo>
                <a:lnTo>
                  <a:pt x="1448" y="649"/>
                </a:lnTo>
                <a:lnTo>
                  <a:pt x="1449" y="649"/>
                </a:lnTo>
                <a:lnTo>
                  <a:pt x="1451" y="650"/>
                </a:lnTo>
                <a:lnTo>
                  <a:pt x="1455" y="651"/>
                </a:lnTo>
                <a:lnTo>
                  <a:pt x="1457" y="652"/>
                </a:lnTo>
                <a:lnTo>
                  <a:pt x="1457" y="651"/>
                </a:lnTo>
                <a:lnTo>
                  <a:pt x="1458" y="650"/>
                </a:lnTo>
                <a:lnTo>
                  <a:pt x="1458" y="649"/>
                </a:lnTo>
                <a:lnTo>
                  <a:pt x="1458" y="648"/>
                </a:lnTo>
                <a:lnTo>
                  <a:pt x="1458" y="646"/>
                </a:lnTo>
                <a:lnTo>
                  <a:pt x="1459" y="647"/>
                </a:lnTo>
                <a:lnTo>
                  <a:pt x="1461" y="649"/>
                </a:lnTo>
                <a:lnTo>
                  <a:pt x="1463" y="650"/>
                </a:lnTo>
                <a:lnTo>
                  <a:pt x="1464" y="650"/>
                </a:lnTo>
                <a:lnTo>
                  <a:pt x="1465" y="650"/>
                </a:lnTo>
                <a:lnTo>
                  <a:pt x="1466" y="651"/>
                </a:lnTo>
                <a:lnTo>
                  <a:pt x="1467" y="650"/>
                </a:lnTo>
                <a:lnTo>
                  <a:pt x="1468" y="650"/>
                </a:lnTo>
                <a:lnTo>
                  <a:pt x="1469" y="651"/>
                </a:lnTo>
                <a:lnTo>
                  <a:pt x="1469" y="652"/>
                </a:lnTo>
                <a:lnTo>
                  <a:pt x="1470" y="654"/>
                </a:lnTo>
                <a:lnTo>
                  <a:pt x="1471" y="655"/>
                </a:lnTo>
                <a:lnTo>
                  <a:pt x="1471" y="656"/>
                </a:lnTo>
                <a:lnTo>
                  <a:pt x="1470" y="658"/>
                </a:lnTo>
                <a:lnTo>
                  <a:pt x="1470" y="662"/>
                </a:lnTo>
                <a:lnTo>
                  <a:pt x="1470" y="663"/>
                </a:lnTo>
                <a:lnTo>
                  <a:pt x="1470" y="665"/>
                </a:lnTo>
                <a:lnTo>
                  <a:pt x="1471" y="667"/>
                </a:lnTo>
                <a:lnTo>
                  <a:pt x="1471" y="668"/>
                </a:lnTo>
                <a:lnTo>
                  <a:pt x="1471" y="670"/>
                </a:lnTo>
                <a:lnTo>
                  <a:pt x="1471" y="672"/>
                </a:lnTo>
                <a:lnTo>
                  <a:pt x="1471" y="673"/>
                </a:lnTo>
                <a:lnTo>
                  <a:pt x="1472" y="674"/>
                </a:lnTo>
                <a:lnTo>
                  <a:pt x="1474" y="676"/>
                </a:lnTo>
                <a:lnTo>
                  <a:pt x="1475" y="678"/>
                </a:lnTo>
                <a:lnTo>
                  <a:pt x="1476" y="679"/>
                </a:lnTo>
                <a:lnTo>
                  <a:pt x="1476" y="680"/>
                </a:lnTo>
                <a:lnTo>
                  <a:pt x="1476" y="681"/>
                </a:lnTo>
                <a:lnTo>
                  <a:pt x="1475" y="681"/>
                </a:lnTo>
                <a:lnTo>
                  <a:pt x="1475" y="683"/>
                </a:lnTo>
                <a:lnTo>
                  <a:pt x="1476" y="683"/>
                </a:lnTo>
                <a:lnTo>
                  <a:pt x="1476" y="684"/>
                </a:lnTo>
                <a:lnTo>
                  <a:pt x="1475" y="685"/>
                </a:lnTo>
                <a:lnTo>
                  <a:pt x="1474" y="686"/>
                </a:lnTo>
                <a:lnTo>
                  <a:pt x="1473" y="689"/>
                </a:lnTo>
                <a:lnTo>
                  <a:pt x="1473" y="690"/>
                </a:lnTo>
                <a:lnTo>
                  <a:pt x="1474" y="691"/>
                </a:lnTo>
                <a:lnTo>
                  <a:pt x="1474" y="692"/>
                </a:lnTo>
                <a:lnTo>
                  <a:pt x="1474" y="693"/>
                </a:lnTo>
                <a:lnTo>
                  <a:pt x="1473" y="694"/>
                </a:lnTo>
                <a:lnTo>
                  <a:pt x="1473" y="695"/>
                </a:lnTo>
                <a:lnTo>
                  <a:pt x="1472" y="695"/>
                </a:lnTo>
                <a:lnTo>
                  <a:pt x="1472" y="696"/>
                </a:lnTo>
                <a:lnTo>
                  <a:pt x="1471" y="696"/>
                </a:lnTo>
                <a:lnTo>
                  <a:pt x="1471" y="697"/>
                </a:lnTo>
                <a:lnTo>
                  <a:pt x="1471" y="699"/>
                </a:lnTo>
                <a:lnTo>
                  <a:pt x="1471" y="700"/>
                </a:lnTo>
                <a:lnTo>
                  <a:pt x="1470" y="700"/>
                </a:lnTo>
                <a:lnTo>
                  <a:pt x="1469" y="700"/>
                </a:lnTo>
                <a:lnTo>
                  <a:pt x="1469" y="701"/>
                </a:lnTo>
                <a:lnTo>
                  <a:pt x="1468" y="701"/>
                </a:lnTo>
                <a:lnTo>
                  <a:pt x="1468" y="700"/>
                </a:lnTo>
                <a:lnTo>
                  <a:pt x="1467" y="700"/>
                </a:lnTo>
                <a:lnTo>
                  <a:pt x="1467" y="701"/>
                </a:lnTo>
                <a:lnTo>
                  <a:pt x="1466" y="700"/>
                </a:lnTo>
                <a:lnTo>
                  <a:pt x="1465" y="700"/>
                </a:lnTo>
                <a:lnTo>
                  <a:pt x="1465" y="701"/>
                </a:lnTo>
                <a:lnTo>
                  <a:pt x="1464" y="701"/>
                </a:lnTo>
                <a:lnTo>
                  <a:pt x="1463" y="701"/>
                </a:lnTo>
                <a:lnTo>
                  <a:pt x="1463" y="702"/>
                </a:lnTo>
                <a:lnTo>
                  <a:pt x="1463" y="703"/>
                </a:lnTo>
                <a:lnTo>
                  <a:pt x="1462" y="703"/>
                </a:lnTo>
                <a:lnTo>
                  <a:pt x="1461" y="704"/>
                </a:lnTo>
                <a:lnTo>
                  <a:pt x="1460" y="704"/>
                </a:lnTo>
                <a:lnTo>
                  <a:pt x="1459" y="704"/>
                </a:lnTo>
                <a:lnTo>
                  <a:pt x="1458" y="705"/>
                </a:lnTo>
                <a:lnTo>
                  <a:pt x="1458" y="706"/>
                </a:lnTo>
                <a:lnTo>
                  <a:pt x="1457" y="706"/>
                </a:lnTo>
                <a:lnTo>
                  <a:pt x="1457" y="707"/>
                </a:lnTo>
                <a:lnTo>
                  <a:pt x="1457" y="708"/>
                </a:lnTo>
                <a:lnTo>
                  <a:pt x="1458" y="708"/>
                </a:lnTo>
                <a:lnTo>
                  <a:pt x="1458" y="709"/>
                </a:lnTo>
                <a:lnTo>
                  <a:pt x="1458" y="710"/>
                </a:lnTo>
                <a:lnTo>
                  <a:pt x="1459" y="711"/>
                </a:lnTo>
                <a:lnTo>
                  <a:pt x="1459" y="712"/>
                </a:lnTo>
                <a:lnTo>
                  <a:pt x="1460" y="713"/>
                </a:lnTo>
                <a:lnTo>
                  <a:pt x="1460" y="715"/>
                </a:lnTo>
                <a:lnTo>
                  <a:pt x="1460" y="716"/>
                </a:lnTo>
                <a:lnTo>
                  <a:pt x="1460" y="717"/>
                </a:lnTo>
                <a:lnTo>
                  <a:pt x="1460" y="718"/>
                </a:lnTo>
                <a:lnTo>
                  <a:pt x="1459" y="718"/>
                </a:lnTo>
                <a:lnTo>
                  <a:pt x="1459" y="719"/>
                </a:lnTo>
                <a:lnTo>
                  <a:pt x="1460" y="720"/>
                </a:lnTo>
                <a:lnTo>
                  <a:pt x="1460" y="721"/>
                </a:lnTo>
                <a:lnTo>
                  <a:pt x="1460" y="722"/>
                </a:lnTo>
                <a:lnTo>
                  <a:pt x="1459" y="723"/>
                </a:lnTo>
                <a:lnTo>
                  <a:pt x="1459" y="724"/>
                </a:lnTo>
                <a:lnTo>
                  <a:pt x="1459" y="725"/>
                </a:lnTo>
                <a:lnTo>
                  <a:pt x="1459" y="726"/>
                </a:lnTo>
                <a:lnTo>
                  <a:pt x="1460" y="727"/>
                </a:lnTo>
                <a:lnTo>
                  <a:pt x="1460" y="728"/>
                </a:lnTo>
                <a:lnTo>
                  <a:pt x="1459" y="729"/>
                </a:lnTo>
                <a:lnTo>
                  <a:pt x="1459" y="730"/>
                </a:lnTo>
                <a:lnTo>
                  <a:pt x="1459" y="731"/>
                </a:lnTo>
                <a:lnTo>
                  <a:pt x="1460" y="731"/>
                </a:lnTo>
                <a:lnTo>
                  <a:pt x="1460" y="732"/>
                </a:lnTo>
                <a:lnTo>
                  <a:pt x="1460" y="733"/>
                </a:lnTo>
                <a:lnTo>
                  <a:pt x="1460" y="734"/>
                </a:lnTo>
                <a:lnTo>
                  <a:pt x="1461" y="734"/>
                </a:lnTo>
                <a:lnTo>
                  <a:pt x="1461" y="735"/>
                </a:lnTo>
                <a:lnTo>
                  <a:pt x="1461" y="736"/>
                </a:lnTo>
                <a:lnTo>
                  <a:pt x="1462" y="736"/>
                </a:lnTo>
                <a:lnTo>
                  <a:pt x="1463" y="736"/>
                </a:lnTo>
                <a:lnTo>
                  <a:pt x="1463" y="737"/>
                </a:lnTo>
                <a:lnTo>
                  <a:pt x="1464" y="737"/>
                </a:lnTo>
                <a:lnTo>
                  <a:pt x="1465" y="738"/>
                </a:lnTo>
                <a:lnTo>
                  <a:pt x="1466" y="739"/>
                </a:lnTo>
                <a:lnTo>
                  <a:pt x="1467" y="739"/>
                </a:lnTo>
                <a:lnTo>
                  <a:pt x="1467" y="740"/>
                </a:lnTo>
                <a:lnTo>
                  <a:pt x="1468" y="740"/>
                </a:lnTo>
                <a:lnTo>
                  <a:pt x="1468" y="741"/>
                </a:lnTo>
                <a:lnTo>
                  <a:pt x="1468" y="742"/>
                </a:lnTo>
                <a:lnTo>
                  <a:pt x="1468" y="743"/>
                </a:lnTo>
                <a:lnTo>
                  <a:pt x="1468" y="744"/>
                </a:lnTo>
                <a:lnTo>
                  <a:pt x="1467" y="744"/>
                </a:lnTo>
                <a:lnTo>
                  <a:pt x="1467" y="745"/>
                </a:lnTo>
                <a:lnTo>
                  <a:pt x="1467" y="746"/>
                </a:lnTo>
                <a:lnTo>
                  <a:pt x="1467" y="747"/>
                </a:lnTo>
                <a:lnTo>
                  <a:pt x="1468" y="747"/>
                </a:lnTo>
                <a:lnTo>
                  <a:pt x="1468" y="749"/>
                </a:lnTo>
                <a:lnTo>
                  <a:pt x="1468" y="751"/>
                </a:lnTo>
                <a:lnTo>
                  <a:pt x="1469" y="751"/>
                </a:lnTo>
                <a:lnTo>
                  <a:pt x="1469" y="753"/>
                </a:lnTo>
                <a:lnTo>
                  <a:pt x="1468" y="753"/>
                </a:lnTo>
                <a:lnTo>
                  <a:pt x="1469" y="753"/>
                </a:lnTo>
                <a:lnTo>
                  <a:pt x="1469" y="754"/>
                </a:lnTo>
                <a:lnTo>
                  <a:pt x="1469" y="755"/>
                </a:lnTo>
                <a:lnTo>
                  <a:pt x="1470" y="755"/>
                </a:lnTo>
                <a:lnTo>
                  <a:pt x="1470" y="756"/>
                </a:lnTo>
                <a:lnTo>
                  <a:pt x="1469" y="756"/>
                </a:lnTo>
                <a:lnTo>
                  <a:pt x="1469" y="757"/>
                </a:lnTo>
                <a:lnTo>
                  <a:pt x="1468" y="757"/>
                </a:lnTo>
                <a:lnTo>
                  <a:pt x="1468" y="758"/>
                </a:lnTo>
                <a:lnTo>
                  <a:pt x="1467" y="758"/>
                </a:lnTo>
                <a:lnTo>
                  <a:pt x="1467" y="760"/>
                </a:lnTo>
                <a:lnTo>
                  <a:pt x="1468" y="760"/>
                </a:lnTo>
                <a:lnTo>
                  <a:pt x="1467" y="760"/>
                </a:lnTo>
                <a:lnTo>
                  <a:pt x="1467" y="761"/>
                </a:lnTo>
                <a:lnTo>
                  <a:pt x="1467" y="762"/>
                </a:lnTo>
                <a:lnTo>
                  <a:pt x="1467" y="763"/>
                </a:lnTo>
                <a:lnTo>
                  <a:pt x="1467" y="764"/>
                </a:lnTo>
                <a:lnTo>
                  <a:pt x="1468" y="764"/>
                </a:lnTo>
                <a:lnTo>
                  <a:pt x="1468" y="765"/>
                </a:lnTo>
                <a:lnTo>
                  <a:pt x="1467" y="765"/>
                </a:lnTo>
                <a:lnTo>
                  <a:pt x="1467" y="766"/>
                </a:lnTo>
                <a:lnTo>
                  <a:pt x="1466" y="766"/>
                </a:lnTo>
                <a:lnTo>
                  <a:pt x="1465" y="767"/>
                </a:lnTo>
                <a:lnTo>
                  <a:pt x="1465" y="768"/>
                </a:lnTo>
                <a:lnTo>
                  <a:pt x="1464" y="768"/>
                </a:lnTo>
                <a:lnTo>
                  <a:pt x="1463" y="768"/>
                </a:lnTo>
                <a:lnTo>
                  <a:pt x="1462" y="768"/>
                </a:lnTo>
                <a:lnTo>
                  <a:pt x="1462" y="767"/>
                </a:lnTo>
                <a:lnTo>
                  <a:pt x="1461" y="767"/>
                </a:lnTo>
                <a:lnTo>
                  <a:pt x="1460" y="768"/>
                </a:lnTo>
                <a:lnTo>
                  <a:pt x="1459" y="768"/>
                </a:lnTo>
                <a:lnTo>
                  <a:pt x="1459" y="769"/>
                </a:lnTo>
                <a:lnTo>
                  <a:pt x="1457" y="769"/>
                </a:lnTo>
                <a:lnTo>
                  <a:pt x="1456" y="769"/>
                </a:lnTo>
                <a:lnTo>
                  <a:pt x="1456" y="770"/>
                </a:lnTo>
                <a:lnTo>
                  <a:pt x="1454" y="770"/>
                </a:lnTo>
                <a:lnTo>
                  <a:pt x="1453" y="770"/>
                </a:lnTo>
                <a:lnTo>
                  <a:pt x="1452" y="770"/>
                </a:lnTo>
                <a:lnTo>
                  <a:pt x="1451" y="770"/>
                </a:lnTo>
                <a:lnTo>
                  <a:pt x="1450" y="770"/>
                </a:lnTo>
                <a:lnTo>
                  <a:pt x="1449" y="770"/>
                </a:lnTo>
                <a:lnTo>
                  <a:pt x="1448" y="769"/>
                </a:lnTo>
                <a:lnTo>
                  <a:pt x="1447" y="769"/>
                </a:lnTo>
                <a:lnTo>
                  <a:pt x="1446" y="768"/>
                </a:lnTo>
                <a:lnTo>
                  <a:pt x="1445" y="769"/>
                </a:lnTo>
                <a:lnTo>
                  <a:pt x="1445" y="770"/>
                </a:lnTo>
                <a:lnTo>
                  <a:pt x="1444" y="769"/>
                </a:lnTo>
                <a:lnTo>
                  <a:pt x="1444" y="768"/>
                </a:lnTo>
                <a:lnTo>
                  <a:pt x="1444" y="767"/>
                </a:lnTo>
                <a:lnTo>
                  <a:pt x="1443" y="767"/>
                </a:lnTo>
                <a:lnTo>
                  <a:pt x="1442" y="767"/>
                </a:lnTo>
                <a:lnTo>
                  <a:pt x="1442" y="768"/>
                </a:lnTo>
                <a:lnTo>
                  <a:pt x="1441" y="769"/>
                </a:lnTo>
                <a:lnTo>
                  <a:pt x="1440" y="769"/>
                </a:lnTo>
                <a:lnTo>
                  <a:pt x="1440" y="768"/>
                </a:lnTo>
                <a:lnTo>
                  <a:pt x="1440" y="767"/>
                </a:lnTo>
                <a:lnTo>
                  <a:pt x="1439" y="768"/>
                </a:lnTo>
                <a:lnTo>
                  <a:pt x="1440" y="768"/>
                </a:lnTo>
                <a:lnTo>
                  <a:pt x="1440" y="769"/>
                </a:lnTo>
                <a:lnTo>
                  <a:pt x="1439" y="771"/>
                </a:lnTo>
                <a:lnTo>
                  <a:pt x="1437" y="771"/>
                </a:lnTo>
                <a:lnTo>
                  <a:pt x="1436" y="771"/>
                </a:lnTo>
                <a:lnTo>
                  <a:pt x="1436" y="770"/>
                </a:lnTo>
                <a:lnTo>
                  <a:pt x="1435" y="771"/>
                </a:lnTo>
                <a:lnTo>
                  <a:pt x="1435" y="772"/>
                </a:lnTo>
                <a:lnTo>
                  <a:pt x="1434" y="771"/>
                </a:lnTo>
                <a:lnTo>
                  <a:pt x="1433" y="770"/>
                </a:lnTo>
                <a:lnTo>
                  <a:pt x="1432" y="769"/>
                </a:lnTo>
                <a:lnTo>
                  <a:pt x="1433" y="769"/>
                </a:lnTo>
                <a:lnTo>
                  <a:pt x="1433" y="768"/>
                </a:lnTo>
                <a:lnTo>
                  <a:pt x="1433" y="769"/>
                </a:lnTo>
                <a:lnTo>
                  <a:pt x="1432" y="768"/>
                </a:lnTo>
                <a:lnTo>
                  <a:pt x="1432" y="767"/>
                </a:lnTo>
                <a:lnTo>
                  <a:pt x="1431" y="767"/>
                </a:lnTo>
                <a:lnTo>
                  <a:pt x="1430" y="767"/>
                </a:lnTo>
                <a:lnTo>
                  <a:pt x="1429" y="767"/>
                </a:lnTo>
                <a:lnTo>
                  <a:pt x="1428" y="767"/>
                </a:lnTo>
                <a:lnTo>
                  <a:pt x="1427" y="767"/>
                </a:lnTo>
                <a:lnTo>
                  <a:pt x="1426" y="768"/>
                </a:lnTo>
                <a:lnTo>
                  <a:pt x="1426" y="769"/>
                </a:lnTo>
                <a:lnTo>
                  <a:pt x="1425" y="769"/>
                </a:lnTo>
                <a:lnTo>
                  <a:pt x="1425" y="768"/>
                </a:lnTo>
                <a:lnTo>
                  <a:pt x="1424" y="768"/>
                </a:lnTo>
                <a:lnTo>
                  <a:pt x="1424" y="769"/>
                </a:lnTo>
                <a:lnTo>
                  <a:pt x="1423" y="769"/>
                </a:lnTo>
                <a:lnTo>
                  <a:pt x="1422" y="769"/>
                </a:lnTo>
                <a:lnTo>
                  <a:pt x="1421" y="770"/>
                </a:lnTo>
                <a:lnTo>
                  <a:pt x="1421" y="769"/>
                </a:lnTo>
                <a:lnTo>
                  <a:pt x="1420" y="769"/>
                </a:lnTo>
                <a:lnTo>
                  <a:pt x="1420" y="770"/>
                </a:lnTo>
                <a:lnTo>
                  <a:pt x="1419" y="770"/>
                </a:lnTo>
                <a:lnTo>
                  <a:pt x="1419" y="771"/>
                </a:lnTo>
                <a:lnTo>
                  <a:pt x="1418" y="771"/>
                </a:lnTo>
                <a:lnTo>
                  <a:pt x="1417" y="772"/>
                </a:lnTo>
                <a:lnTo>
                  <a:pt x="1416" y="772"/>
                </a:lnTo>
                <a:lnTo>
                  <a:pt x="1415" y="772"/>
                </a:lnTo>
                <a:lnTo>
                  <a:pt x="1414" y="772"/>
                </a:lnTo>
                <a:lnTo>
                  <a:pt x="1413" y="772"/>
                </a:lnTo>
                <a:lnTo>
                  <a:pt x="1413" y="773"/>
                </a:lnTo>
                <a:lnTo>
                  <a:pt x="1412" y="773"/>
                </a:lnTo>
                <a:lnTo>
                  <a:pt x="1411" y="773"/>
                </a:lnTo>
                <a:lnTo>
                  <a:pt x="1410" y="773"/>
                </a:lnTo>
                <a:lnTo>
                  <a:pt x="1409" y="773"/>
                </a:lnTo>
                <a:lnTo>
                  <a:pt x="1408" y="773"/>
                </a:lnTo>
                <a:lnTo>
                  <a:pt x="1408" y="772"/>
                </a:lnTo>
                <a:lnTo>
                  <a:pt x="1408" y="771"/>
                </a:lnTo>
                <a:lnTo>
                  <a:pt x="1409" y="771"/>
                </a:lnTo>
                <a:lnTo>
                  <a:pt x="1408" y="771"/>
                </a:lnTo>
                <a:lnTo>
                  <a:pt x="1406" y="771"/>
                </a:lnTo>
                <a:lnTo>
                  <a:pt x="1406" y="772"/>
                </a:lnTo>
                <a:lnTo>
                  <a:pt x="1405" y="772"/>
                </a:lnTo>
                <a:lnTo>
                  <a:pt x="1404" y="772"/>
                </a:lnTo>
                <a:lnTo>
                  <a:pt x="1404" y="771"/>
                </a:lnTo>
                <a:lnTo>
                  <a:pt x="1403" y="771"/>
                </a:lnTo>
                <a:lnTo>
                  <a:pt x="1401" y="771"/>
                </a:lnTo>
                <a:lnTo>
                  <a:pt x="1400" y="772"/>
                </a:lnTo>
                <a:lnTo>
                  <a:pt x="1400" y="771"/>
                </a:lnTo>
                <a:lnTo>
                  <a:pt x="1399" y="771"/>
                </a:lnTo>
                <a:lnTo>
                  <a:pt x="1399" y="770"/>
                </a:lnTo>
                <a:lnTo>
                  <a:pt x="1398" y="770"/>
                </a:lnTo>
                <a:lnTo>
                  <a:pt x="1397" y="770"/>
                </a:lnTo>
                <a:lnTo>
                  <a:pt x="1396" y="770"/>
                </a:lnTo>
                <a:lnTo>
                  <a:pt x="1396" y="769"/>
                </a:lnTo>
                <a:lnTo>
                  <a:pt x="1395" y="769"/>
                </a:lnTo>
                <a:lnTo>
                  <a:pt x="1394" y="769"/>
                </a:lnTo>
                <a:lnTo>
                  <a:pt x="1393" y="769"/>
                </a:lnTo>
                <a:lnTo>
                  <a:pt x="1393" y="768"/>
                </a:lnTo>
                <a:lnTo>
                  <a:pt x="1392" y="768"/>
                </a:lnTo>
                <a:lnTo>
                  <a:pt x="1392" y="767"/>
                </a:lnTo>
                <a:lnTo>
                  <a:pt x="1390" y="767"/>
                </a:lnTo>
                <a:lnTo>
                  <a:pt x="1389" y="766"/>
                </a:lnTo>
                <a:lnTo>
                  <a:pt x="1388" y="766"/>
                </a:lnTo>
                <a:lnTo>
                  <a:pt x="1388" y="767"/>
                </a:lnTo>
                <a:lnTo>
                  <a:pt x="1387" y="767"/>
                </a:lnTo>
                <a:lnTo>
                  <a:pt x="1386" y="767"/>
                </a:lnTo>
                <a:lnTo>
                  <a:pt x="1386" y="768"/>
                </a:lnTo>
                <a:lnTo>
                  <a:pt x="1387" y="768"/>
                </a:lnTo>
                <a:lnTo>
                  <a:pt x="1387" y="767"/>
                </a:lnTo>
                <a:lnTo>
                  <a:pt x="1388" y="767"/>
                </a:lnTo>
                <a:lnTo>
                  <a:pt x="1389" y="768"/>
                </a:lnTo>
                <a:lnTo>
                  <a:pt x="1388" y="769"/>
                </a:lnTo>
                <a:lnTo>
                  <a:pt x="1388" y="770"/>
                </a:lnTo>
                <a:lnTo>
                  <a:pt x="1389" y="769"/>
                </a:lnTo>
                <a:lnTo>
                  <a:pt x="1389" y="770"/>
                </a:lnTo>
                <a:lnTo>
                  <a:pt x="1388" y="771"/>
                </a:lnTo>
                <a:lnTo>
                  <a:pt x="1388" y="770"/>
                </a:lnTo>
                <a:lnTo>
                  <a:pt x="1387" y="770"/>
                </a:lnTo>
                <a:lnTo>
                  <a:pt x="1387" y="771"/>
                </a:lnTo>
                <a:lnTo>
                  <a:pt x="1386" y="771"/>
                </a:lnTo>
                <a:lnTo>
                  <a:pt x="1387" y="771"/>
                </a:lnTo>
                <a:lnTo>
                  <a:pt x="1388" y="771"/>
                </a:lnTo>
                <a:lnTo>
                  <a:pt x="1387" y="771"/>
                </a:lnTo>
                <a:lnTo>
                  <a:pt x="1386" y="771"/>
                </a:lnTo>
                <a:lnTo>
                  <a:pt x="1386" y="772"/>
                </a:lnTo>
                <a:lnTo>
                  <a:pt x="1387" y="772"/>
                </a:lnTo>
                <a:lnTo>
                  <a:pt x="1387" y="773"/>
                </a:lnTo>
                <a:lnTo>
                  <a:pt x="1386" y="773"/>
                </a:lnTo>
                <a:lnTo>
                  <a:pt x="1385" y="772"/>
                </a:lnTo>
                <a:lnTo>
                  <a:pt x="1384" y="772"/>
                </a:lnTo>
                <a:lnTo>
                  <a:pt x="1383" y="772"/>
                </a:lnTo>
                <a:lnTo>
                  <a:pt x="1382" y="772"/>
                </a:lnTo>
                <a:lnTo>
                  <a:pt x="1381" y="772"/>
                </a:lnTo>
                <a:lnTo>
                  <a:pt x="1381" y="773"/>
                </a:lnTo>
                <a:lnTo>
                  <a:pt x="1382" y="773"/>
                </a:lnTo>
                <a:lnTo>
                  <a:pt x="1382" y="774"/>
                </a:lnTo>
                <a:lnTo>
                  <a:pt x="1381" y="774"/>
                </a:lnTo>
                <a:lnTo>
                  <a:pt x="1382" y="774"/>
                </a:lnTo>
                <a:lnTo>
                  <a:pt x="1382" y="775"/>
                </a:lnTo>
                <a:lnTo>
                  <a:pt x="1382" y="776"/>
                </a:lnTo>
                <a:lnTo>
                  <a:pt x="1383" y="776"/>
                </a:lnTo>
                <a:lnTo>
                  <a:pt x="1384" y="776"/>
                </a:lnTo>
                <a:lnTo>
                  <a:pt x="1384" y="777"/>
                </a:lnTo>
                <a:lnTo>
                  <a:pt x="1384" y="778"/>
                </a:lnTo>
                <a:lnTo>
                  <a:pt x="1385" y="778"/>
                </a:lnTo>
                <a:lnTo>
                  <a:pt x="1386" y="779"/>
                </a:lnTo>
                <a:lnTo>
                  <a:pt x="1387" y="780"/>
                </a:lnTo>
                <a:lnTo>
                  <a:pt x="1386" y="780"/>
                </a:lnTo>
                <a:lnTo>
                  <a:pt x="1386" y="782"/>
                </a:lnTo>
                <a:lnTo>
                  <a:pt x="1387" y="782"/>
                </a:lnTo>
                <a:lnTo>
                  <a:pt x="1387" y="783"/>
                </a:lnTo>
                <a:lnTo>
                  <a:pt x="1388" y="785"/>
                </a:lnTo>
                <a:lnTo>
                  <a:pt x="1388" y="786"/>
                </a:lnTo>
                <a:lnTo>
                  <a:pt x="1387" y="786"/>
                </a:lnTo>
                <a:lnTo>
                  <a:pt x="1387" y="787"/>
                </a:lnTo>
                <a:lnTo>
                  <a:pt x="1388" y="787"/>
                </a:lnTo>
                <a:lnTo>
                  <a:pt x="1389" y="788"/>
                </a:lnTo>
                <a:lnTo>
                  <a:pt x="1390" y="788"/>
                </a:lnTo>
                <a:lnTo>
                  <a:pt x="1391" y="789"/>
                </a:lnTo>
                <a:lnTo>
                  <a:pt x="1391" y="790"/>
                </a:lnTo>
                <a:lnTo>
                  <a:pt x="1390" y="790"/>
                </a:lnTo>
                <a:lnTo>
                  <a:pt x="1390" y="791"/>
                </a:lnTo>
                <a:lnTo>
                  <a:pt x="1391" y="791"/>
                </a:lnTo>
                <a:lnTo>
                  <a:pt x="1392" y="791"/>
                </a:lnTo>
                <a:lnTo>
                  <a:pt x="1392" y="792"/>
                </a:lnTo>
                <a:lnTo>
                  <a:pt x="1393" y="792"/>
                </a:lnTo>
                <a:lnTo>
                  <a:pt x="1393" y="793"/>
                </a:lnTo>
                <a:lnTo>
                  <a:pt x="1394" y="794"/>
                </a:lnTo>
                <a:lnTo>
                  <a:pt x="1395" y="795"/>
                </a:lnTo>
                <a:lnTo>
                  <a:pt x="1396" y="795"/>
                </a:lnTo>
                <a:lnTo>
                  <a:pt x="1397" y="795"/>
                </a:lnTo>
                <a:lnTo>
                  <a:pt x="1398" y="795"/>
                </a:lnTo>
                <a:lnTo>
                  <a:pt x="1398" y="796"/>
                </a:lnTo>
                <a:lnTo>
                  <a:pt x="1398" y="797"/>
                </a:lnTo>
                <a:lnTo>
                  <a:pt x="1398" y="798"/>
                </a:lnTo>
                <a:lnTo>
                  <a:pt x="1399" y="798"/>
                </a:lnTo>
                <a:lnTo>
                  <a:pt x="1400" y="798"/>
                </a:lnTo>
                <a:lnTo>
                  <a:pt x="1399" y="799"/>
                </a:lnTo>
                <a:lnTo>
                  <a:pt x="1399" y="800"/>
                </a:lnTo>
                <a:lnTo>
                  <a:pt x="1398" y="800"/>
                </a:lnTo>
                <a:lnTo>
                  <a:pt x="1397" y="800"/>
                </a:lnTo>
                <a:lnTo>
                  <a:pt x="1396" y="800"/>
                </a:lnTo>
                <a:lnTo>
                  <a:pt x="1396" y="801"/>
                </a:lnTo>
                <a:lnTo>
                  <a:pt x="1396" y="800"/>
                </a:lnTo>
                <a:lnTo>
                  <a:pt x="1395" y="800"/>
                </a:lnTo>
                <a:lnTo>
                  <a:pt x="1395" y="801"/>
                </a:lnTo>
                <a:lnTo>
                  <a:pt x="1394" y="801"/>
                </a:lnTo>
                <a:lnTo>
                  <a:pt x="1394" y="802"/>
                </a:lnTo>
                <a:lnTo>
                  <a:pt x="1393" y="802"/>
                </a:lnTo>
                <a:lnTo>
                  <a:pt x="1392" y="802"/>
                </a:lnTo>
                <a:lnTo>
                  <a:pt x="1391" y="802"/>
                </a:lnTo>
                <a:lnTo>
                  <a:pt x="1390" y="802"/>
                </a:lnTo>
                <a:lnTo>
                  <a:pt x="1389" y="802"/>
                </a:lnTo>
                <a:lnTo>
                  <a:pt x="1389" y="803"/>
                </a:lnTo>
                <a:lnTo>
                  <a:pt x="1388" y="802"/>
                </a:lnTo>
                <a:lnTo>
                  <a:pt x="1388" y="803"/>
                </a:lnTo>
                <a:lnTo>
                  <a:pt x="1387" y="803"/>
                </a:lnTo>
                <a:lnTo>
                  <a:pt x="1386" y="803"/>
                </a:lnTo>
                <a:lnTo>
                  <a:pt x="1386" y="802"/>
                </a:lnTo>
                <a:lnTo>
                  <a:pt x="1385" y="803"/>
                </a:lnTo>
                <a:lnTo>
                  <a:pt x="1383" y="803"/>
                </a:lnTo>
                <a:lnTo>
                  <a:pt x="1382" y="803"/>
                </a:lnTo>
                <a:lnTo>
                  <a:pt x="1381" y="804"/>
                </a:lnTo>
                <a:lnTo>
                  <a:pt x="1381" y="805"/>
                </a:lnTo>
                <a:lnTo>
                  <a:pt x="1380" y="805"/>
                </a:lnTo>
                <a:lnTo>
                  <a:pt x="1380" y="804"/>
                </a:lnTo>
                <a:lnTo>
                  <a:pt x="1379" y="805"/>
                </a:lnTo>
                <a:lnTo>
                  <a:pt x="1380" y="805"/>
                </a:lnTo>
                <a:lnTo>
                  <a:pt x="1380" y="806"/>
                </a:lnTo>
                <a:lnTo>
                  <a:pt x="1379" y="806"/>
                </a:lnTo>
                <a:lnTo>
                  <a:pt x="1378" y="806"/>
                </a:lnTo>
                <a:lnTo>
                  <a:pt x="1379" y="805"/>
                </a:lnTo>
                <a:lnTo>
                  <a:pt x="1379" y="804"/>
                </a:lnTo>
                <a:lnTo>
                  <a:pt x="1379" y="803"/>
                </a:lnTo>
                <a:lnTo>
                  <a:pt x="1379" y="802"/>
                </a:lnTo>
                <a:lnTo>
                  <a:pt x="1378" y="802"/>
                </a:lnTo>
                <a:lnTo>
                  <a:pt x="1377" y="801"/>
                </a:lnTo>
                <a:lnTo>
                  <a:pt x="1376" y="802"/>
                </a:lnTo>
                <a:lnTo>
                  <a:pt x="1376" y="803"/>
                </a:lnTo>
                <a:lnTo>
                  <a:pt x="1375" y="803"/>
                </a:lnTo>
                <a:lnTo>
                  <a:pt x="1375" y="802"/>
                </a:lnTo>
                <a:lnTo>
                  <a:pt x="1374" y="801"/>
                </a:lnTo>
                <a:lnTo>
                  <a:pt x="1373" y="802"/>
                </a:lnTo>
                <a:lnTo>
                  <a:pt x="1372" y="802"/>
                </a:lnTo>
                <a:lnTo>
                  <a:pt x="1372" y="803"/>
                </a:lnTo>
                <a:lnTo>
                  <a:pt x="1372" y="804"/>
                </a:lnTo>
                <a:lnTo>
                  <a:pt x="1371" y="805"/>
                </a:lnTo>
                <a:lnTo>
                  <a:pt x="1370" y="805"/>
                </a:lnTo>
                <a:lnTo>
                  <a:pt x="1369" y="806"/>
                </a:lnTo>
                <a:lnTo>
                  <a:pt x="1370" y="806"/>
                </a:lnTo>
                <a:lnTo>
                  <a:pt x="1370" y="807"/>
                </a:lnTo>
                <a:lnTo>
                  <a:pt x="1367" y="807"/>
                </a:lnTo>
                <a:lnTo>
                  <a:pt x="1366" y="807"/>
                </a:lnTo>
                <a:lnTo>
                  <a:pt x="1366" y="806"/>
                </a:lnTo>
                <a:lnTo>
                  <a:pt x="1365" y="806"/>
                </a:lnTo>
                <a:lnTo>
                  <a:pt x="1364" y="807"/>
                </a:lnTo>
                <a:lnTo>
                  <a:pt x="1363" y="807"/>
                </a:lnTo>
                <a:lnTo>
                  <a:pt x="1362" y="806"/>
                </a:lnTo>
                <a:lnTo>
                  <a:pt x="1361" y="806"/>
                </a:lnTo>
                <a:lnTo>
                  <a:pt x="1360" y="805"/>
                </a:lnTo>
                <a:lnTo>
                  <a:pt x="1359" y="805"/>
                </a:lnTo>
                <a:lnTo>
                  <a:pt x="1358" y="805"/>
                </a:lnTo>
                <a:lnTo>
                  <a:pt x="1357" y="804"/>
                </a:lnTo>
                <a:lnTo>
                  <a:pt x="1357" y="805"/>
                </a:lnTo>
                <a:lnTo>
                  <a:pt x="1356" y="805"/>
                </a:lnTo>
                <a:lnTo>
                  <a:pt x="1355" y="806"/>
                </a:lnTo>
                <a:lnTo>
                  <a:pt x="1355" y="807"/>
                </a:lnTo>
                <a:lnTo>
                  <a:pt x="1355" y="806"/>
                </a:lnTo>
                <a:lnTo>
                  <a:pt x="1354" y="806"/>
                </a:lnTo>
                <a:lnTo>
                  <a:pt x="1354" y="805"/>
                </a:lnTo>
                <a:lnTo>
                  <a:pt x="1353" y="805"/>
                </a:lnTo>
                <a:lnTo>
                  <a:pt x="1353" y="804"/>
                </a:lnTo>
                <a:lnTo>
                  <a:pt x="1352" y="804"/>
                </a:lnTo>
                <a:lnTo>
                  <a:pt x="1351" y="804"/>
                </a:lnTo>
                <a:lnTo>
                  <a:pt x="1350" y="804"/>
                </a:lnTo>
                <a:lnTo>
                  <a:pt x="1349" y="804"/>
                </a:lnTo>
                <a:lnTo>
                  <a:pt x="1348" y="804"/>
                </a:lnTo>
                <a:lnTo>
                  <a:pt x="1348" y="805"/>
                </a:lnTo>
                <a:lnTo>
                  <a:pt x="1348" y="806"/>
                </a:lnTo>
                <a:lnTo>
                  <a:pt x="1347" y="806"/>
                </a:lnTo>
                <a:lnTo>
                  <a:pt x="1347" y="807"/>
                </a:lnTo>
                <a:lnTo>
                  <a:pt x="1346" y="807"/>
                </a:lnTo>
                <a:lnTo>
                  <a:pt x="1346" y="808"/>
                </a:lnTo>
                <a:lnTo>
                  <a:pt x="1345" y="808"/>
                </a:lnTo>
                <a:lnTo>
                  <a:pt x="1345" y="809"/>
                </a:lnTo>
                <a:lnTo>
                  <a:pt x="1345" y="810"/>
                </a:lnTo>
                <a:lnTo>
                  <a:pt x="1344" y="810"/>
                </a:lnTo>
                <a:lnTo>
                  <a:pt x="1344" y="809"/>
                </a:lnTo>
                <a:lnTo>
                  <a:pt x="1343" y="809"/>
                </a:lnTo>
                <a:lnTo>
                  <a:pt x="1342" y="810"/>
                </a:lnTo>
                <a:lnTo>
                  <a:pt x="1341" y="810"/>
                </a:lnTo>
                <a:lnTo>
                  <a:pt x="1340" y="810"/>
                </a:lnTo>
                <a:lnTo>
                  <a:pt x="1339" y="810"/>
                </a:lnTo>
                <a:lnTo>
                  <a:pt x="1338" y="809"/>
                </a:lnTo>
                <a:lnTo>
                  <a:pt x="1338" y="808"/>
                </a:lnTo>
                <a:lnTo>
                  <a:pt x="1339" y="808"/>
                </a:lnTo>
                <a:lnTo>
                  <a:pt x="1339" y="807"/>
                </a:lnTo>
                <a:lnTo>
                  <a:pt x="1338" y="806"/>
                </a:lnTo>
                <a:lnTo>
                  <a:pt x="1338" y="805"/>
                </a:lnTo>
                <a:lnTo>
                  <a:pt x="1338" y="804"/>
                </a:lnTo>
                <a:lnTo>
                  <a:pt x="1337" y="804"/>
                </a:lnTo>
                <a:lnTo>
                  <a:pt x="1336" y="804"/>
                </a:lnTo>
                <a:lnTo>
                  <a:pt x="1335" y="804"/>
                </a:lnTo>
                <a:lnTo>
                  <a:pt x="1336" y="804"/>
                </a:lnTo>
                <a:lnTo>
                  <a:pt x="1335" y="804"/>
                </a:lnTo>
                <a:lnTo>
                  <a:pt x="1335" y="803"/>
                </a:lnTo>
                <a:lnTo>
                  <a:pt x="1334" y="803"/>
                </a:lnTo>
                <a:lnTo>
                  <a:pt x="1333" y="803"/>
                </a:lnTo>
                <a:lnTo>
                  <a:pt x="1333" y="802"/>
                </a:lnTo>
                <a:lnTo>
                  <a:pt x="1332" y="802"/>
                </a:lnTo>
                <a:lnTo>
                  <a:pt x="1331" y="802"/>
                </a:lnTo>
                <a:lnTo>
                  <a:pt x="1331" y="801"/>
                </a:lnTo>
                <a:lnTo>
                  <a:pt x="1330" y="801"/>
                </a:lnTo>
                <a:lnTo>
                  <a:pt x="1330" y="800"/>
                </a:lnTo>
                <a:lnTo>
                  <a:pt x="1330" y="799"/>
                </a:lnTo>
                <a:lnTo>
                  <a:pt x="1331" y="799"/>
                </a:lnTo>
                <a:lnTo>
                  <a:pt x="1331" y="798"/>
                </a:lnTo>
                <a:lnTo>
                  <a:pt x="1331" y="797"/>
                </a:lnTo>
                <a:lnTo>
                  <a:pt x="1330" y="797"/>
                </a:lnTo>
                <a:lnTo>
                  <a:pt x="1330" y="796"/>
                </a:lnTo>
                <a:lnTo>
                  <a:pt x="1329" y="796"/>
                </a:lnTo>
                <a:lnTo>
                  <a:pt x="1328" y="796"/>
                </a:lnTo>
                <a:lnTo>
                  <a:pt x="1327" y="796"/>
                </a:lnTo>
                <a:lnTo>
                  <a:pt x="1327" y="795"/>
                </a:lnTo>
                <a:lnTo>
                  <a:pt x="1326" y="795"/>
                </a:lnTo>
                <a:lnTo>
                  <a:pt x="1327" y="794"/>
                </a:lnTo>
                <a:lnTo>
                  <a:pt x="1326" y="794"/>
                </a:lnTo>
                <a:lnTo>
                  <a:pt x="1325" y="794"/>
                </a:lnTo>
                <a:lnTo>
                  <a:pt x="1325" y="795"/>
                </a:lnTo>
                <a:lnTo>
                  <a:pt x="1324" y="795"/>
                </a:lnTo>
                <a:lnTo>
                  <a:pt x="1323" y="795"/>
                </a:lnTo>
                <a:lnTo>
                  <a:pt x="1323" y="794"/>
                </a:lnTo>
                <a:lnTo>
                  <a:pt x="1322" y="793"/>
                </a:lnTo>
                <a:lnTo>
                  <a:pt x="1322" y="792"/>
                </a:lnTo>
                <a:lnTo>
                  <a:pt x="1321" y="792"/>
                </a:lnTo>
                <a:lnTo>
                  <a:pt x="1321" y="791"/>
                </a:lnTo>
                <a:lnTo>
                  <a:pt x="1320" y="791"/>
                </a:lnTo>
                <a:lnTo>
                  <a:pt x="1319" y="791"/>
                </a:lnTo>
                <a:lnTo>
                  <a:pt x="1318" y="791"/>
                </a:lnTo>
                <a:lnTo>
                  <a:pt x="1318" y="790"/>
                </a:lnTo>
                <a:lnTo>
                  <a:pt x="1317" y="790"/>
                </a:lnTo>
                <a:lnTo>
                  <a:pt x="1317" y="789"/>
                </a:lnTo>
                <a:lnTo>
                  <a:pt x="1316" y="789"/>
                </a:lnTo>
                <a:lnTo>
                  <a:pt x="1316" y="790"/>
                </a:lnTo>
                <a:lnTo>
                  <a:pt x="1315" y="790"/>
                </a:lnTo>
                <a:lnTo>
                  <a:pt x="1314" y="790"/>
                </a:lnTo>
                <a:lnTo>
                  <a:pt x="1314" y="789"/>
                </a:lnTo>
                <a:lnTo>
                  <a:pt x="1313" y="788"/>
                </a:lnTo>
                <a:lnTo>
                  <a:pt x="1312" y="788"/>
                </a:lnTo>
                <a:lnTo>
                  <a:pt x="1311" y="788"/>
                </a:lnTo>
                <a:lnTo>
                  <a:pt x="1309" y="788"/>
                </a:lnTo>
                <a:lnTo>
                  <a:pt x="1309" y="789"/>
                </a:lnTo>
                <a:lnTo>
                  <a:pt x="1308" y="789"/>
                </a:lnTo>
                <a:lnTo>
                  <a:pt x="1308" y="790"/>
                </a:lnTo>
                <a:lnTo>
                  <a:pt x="1306" y="790"/>
                </a:lnTo>
                <a:lnTo>
                  <a:pt x="1305" y="789"/>
                </a:lnTo>
                <a:lnTo>
                  <a:pt x="1304" y="789"/>
                </a:lnTo>
                <a:lnTo>
                  <a:pt x="1303" y="789"/>
                </a:lnTo>
                <a:lnTo>
                  <a:pt x="1303" y="788"/>
                </a:lnTo>
                <a:lnTo>
                  <a:pt x="1302" y="788"/>
                </a:lnTo>
                <a:lnTo>
                  <a:pt x="1302" y="789"/>
                </a:lnTo>
                <a:lnTo>
                  <a:pt x="1301" y="788"/>
                </a:lnTo>
                <a:lnTo>
                  <a:pt x="1299" y="788"/>
                </a:lnTo>
                <a:lnTo>
                  <a:pt x="1298" y="788"/>
                </a:lnTo>
                <a:lnTo>
                  <a:pt x="1298" y="787"/>
                </a:lnTo>
                <a:lnTo>
                  <a:pt x="1297" y="788"/>
                </a:lnTo>
                <a:lnTo>
                  <a:pt x="1296" y="788"/>
                </a:lnTo>
                <a:lnTo>
                  <a:pt x="1296" y="789"/>
                </a:lnTo>
                <a:lnTo>
                  <a:pt x="1295" y="789"/>
                </a:lnTo>
                <a:lnTo>
                  <a:pt x="1296" y="789"/>
                </a:lnTo>
                <a:lnTo>
                  <a:pt x="1295" y="790"/>
                </a:lnTo>
                <a:lnTo>
                  <a:pt x="1294" y="790"/>
                </a:lnTo>
                <a:lnTo>
                  <a:pt x="1293" y="790"/>
                </a:lnTo>
                <a:lnTo>
                  <a:pt x="1292" y="790"/>
                </a:lnTo>
                <a:lnTo>
                  <a:pt x="1292" y="791"/>
                </a:lnTo>
                <a:lnTo>
                  <a:pt x="1291" y="790"/>
                </a:lnTo>
                <a:lnTo>
                  <a:pt x="1290" y="790"/>
                </a:lnTo>
                <a:lnTo>
                  <a:pt x="1290" y="791"/>
                </a:lnTo>
                <a:lnTo>
                  <a:pt x="1289" y="791"/>
                </a:lnTo>
                <a:lnTo>
                  <a:pt x="1288" y="791"/>
                </a:lnTo>
                <a:lnTo>
                  <a:pt x="1287" y="790"/>
                </a:lnTo>
                <a:lnTo>
                  <a:pt x="1286" y="789"/>
                </a:lnTo>
                <a:lnTo>
                  <a:pt x="1285" y="789"/>
                </a:lnTo>
                <a:lnTo>
                  <a:pt x="1284" y="789"/>
                </a:lnTo>
                <a:lnTo>
                  <a:pt x="1283" y="789"/>
                </a:lnTo>
                <a:lnTo>
                  <a:pt x="1284" y="789"/>
                </a:lnTo>
                <a:lnTo>
                  <a:pt x="1284" y="790"/>
                </a:lnTo>
                <a:lnTo>
                  <a:pt x="1283" y="789"/>
                </a:lnTo>
                <a:lnTo>
                  <a:pt x="1282" y="789"/>
                </a:lnTo>
                <a:lnTo>
                  <a:pt x="1281" y="789"/>
                </a:lnTo>
                <a:lnTo>
                  <a:pt x="1281" y="790"/>
                </a:lnTo>
                <a:lnTo>
                  <a:pt x="1281" y="791"/>
                </a:lnTo>
                <a:lnTo>
                  <a:pt x="1281" y="792"/>
                </a:lnTo>
                <a:lnTo>
                  <a:pt x="1280" y="792"/>
                </a:lnTo>
                <a:lnTo>
                  <a:pt x="1280" y="793"/>
                </a:lnTo>
                <a:lnTo>
                  <a:pt x="1279" y="794"/>
                </a:lnTo>
                <a:lnTo>
                  <a:pt x="1279" y="795"/>
                </a:lnTo>
                <a:lnTo>
                  <a:pt x="1278" y="795"/>
                </a:lnTo>
                <a:lnTo>
                  <a:pt x="1277" y="795"/>
                </a:lnTo>
                <a:lnTo>
                  <a:pt x="1277" y="794"/>
                </a:lnTo>
                <a:lnTo>
                  <a:pt x="1277" y="795"/>
                </a:lnTo>
                <a:lnTo>
                  <a:pt x="1276" y="796"/>
                </a:lnTo>
                <a:lnTo>
                  <a:pt x="1276" y="798"/>
                </a:lnTo>
                <a:lnTo>
                  <a:pt x="1277" y="798"/>
                </a:lnTo>
                <a:lnTo>
                  <a:pt x="1277" y="799"/>
                </a:lnTo>
                <a:lnTo>
                  <a:pt x="1276" y="799"/>
                </a:lnTo>
                <a:lnTo>
                  <a:pt x="1276" y="800"/>
                </a:lnTo>
                <a:lnTo>
                  <a:pt x="1275" y="800"/>
                </a:lnTo>
                <a:lnTo>
                  <a:pt x="1276" y="800"/>
                </a:lnTo>
                <a:lnTo>
                  <a:pt x="1276" y="801"/>
                </a:lnTo>
                <a:lnTo>
                  <a:pt x="1276" y="802"/>
                </a:lnTo>
                <a:lnTo>
                  <a:pt x="1276" y="803"/>
                </a:lnTo>
                <a:lnTo>
                  <a:pt x="1276" y="804"/>
                </a:lnTo>
                <a:lnTo>
                  <a:pt x="1277" y="804"/>
                </a:lnTo>
                <a:lnTo>
                  <a:pt x="1277" y="805"/>
                </a:lnTo>
                <a:lnTo>
                  <a:pt x="1278" y="806"/>
                </a:lnTo>
                <a:lnTo>
                  <a:pt x="1279" y="806"/>
                </a:lnTo>
                <a:lnTo>
                  <a:pt x="1278" y="807"/>
                </a:lnTo>
                <a:lnTo>
                  <a:pt x="1278" y="808"/>
                </a:lnTo>
                <a:lnTo>
                  <a:pt x="1278" y="809"/>
                </a:lnTo>
                <a:lnTo>
                  <a:pt x="1279" y="810"/>
                </a:lnTo>
                <a:lnTo>
                  <a:pt x="1280" y="810"/>
                </a:lnTo>
                <a:lnTo>
                  <a:pt x="1281" y="811"/>
                </a:lnTo>
                <a:lnTo>
                  <a:pt x="1281" y="812"/>
                </a:lnTo>
                <a:lnTo>
                  <a:pt x="1282" y="812"/>
                </a:lnTo>
                <a:lnTo>
                  <a:pt x="1282" y="813"/>
                </a:lnTo>
                <a:lnTo>
                  <a:pt x="1282" y="814"/>
                </a:lnTo>
                <a:lnTo>
                  <a:pt x="1282" y="815"/>
                </a:lnTo>
                <a:lnTo>
                  <a:pt x="1283" y="815"/>
                </a:lnTo>
                <a:lnTo>
                  <a:pt x="1282" y="815"/>
                </a:lnTo>
                <a:lnTo>
                  <a:pt x="1282" y="816"/>
                </a:lnTo>
                <a:lnTo>
                  <a:pt x="1282" y="817"/>
                </a:lnTo>
                <a:lnTo>
                  <a:pt x="1283" y="817"/>
                </a:lnTo>
                <a:lnTo>
                  <a:pt x="1283" y="818"/>
                </a:lnTo>
                <a:lnTo>
                  <a:pt x="1283" y="819"/>
                </a:lnTo>
                <a:lnTo>
                  <a:pt x="1284" y="819"/>
                </a:lnTo>
                <a:lnTo>
                  <a:pt x="1284" y="820"/>
                </a:lnTo>
                <a:lnTo>
                  <a:pt x="1284" y="821"/>
                </a:lnTo>
                <a:lnTo>
                  <a:pt x="1283" y="822"/>
                </a:lnTo>
                <a:lnTo>
                  <a:pt x="1282" y="822"/>
                </a:lnTo>
                <a:lnTo>
                  <a:pt x="1281" y="822"/>
                </a:lnTo>
                <a:lnTo>
                  <a:pt x="1281" y="823"/>
                </a:lnTo>
                <a:lnTo>
                  <a:pt x="1281" y="824"/>
                </a:lnTo>
                <a:lnTo>
                  <a:pt x="1280" y="824"/>
                </a:lnTo>
                <a:lnTo>
                  <a:pt x="1279" y="824"/>
                </a:lnTo>
                <a:lnTo>
                  <a:pt x="1278" y="824"/>
                </a:lnTo>
                <a:lnTo>
                  <a:pt x="1277" y="824"/>
                </a:lnTo>
                <a:lnTo>
                  <a:pt x="1277" y="825"/>
                </a:lnTo>
                <a:lnTo>
                  <a:pt x="1277" y="826"/>
                </a:lnTo>
                <a:lnTo>
                  <a:pt x="1276" y="826"/>
                </a:lnTo>
                <a:lnTo>
                  <a:pt x="1276" y="827"/>
                </a:lnTo>
                <a:lnTo>
                  <a:pt x="1275" y="827"/>
                </a:lnTo>
                <a:lnTo>
                  <a:pt x="1274" y="828"/>
                </a:lnTo>
                <a:lnTo>
                  <a:pt x="1274" y="827"/>
                </a:lnTo>
                <a:lnTo>
                  <a:pt x="1273" y="827"/>
                </a:lnTo>
                <a:lnTo>
                  <a:pt x="1273" y="828"/>
                </a:lnTo>
                <a:lnTo>
                  <a:pt x="1272" y="829"/>
                </a:lnTo>
                <a:lnTo>
                  <a:pt x="1272" y="830"/>
                </a:lnTo>
                <a:lnTo>
                  <a:pt x="1273" y="830"/>
                </a:lnTo>
                <a:lnTo>
                  <a:pt x="1273" y="831"/>
                </a:lnTo>
                <a:lnTo>
                  <a:pt x="1272" y="831"/>
                </a:lnTo>
                <a:lnTo>
                  <a:pt x="1272" y="832"/>
                </a:lnTo>
                <a:lnTo>
                  <a:pt x="1273" y="832"/>
                </a:lnTo>
                <a:lnTo>
                  <a:pt x="1273" y="833"/>
                </a:lnTo>
                <a:lnTo>
                  <a:pt x="1274" y="833"/>
                </a:lnTo>
                <a:lnTo>
                  <a:pt x="1274" y="834"/>
                </a:lnTo>
                <a:lnTo>
                  <a:pt x="1274" y="835"/>
                </a:lnTo>
                <a:lnTo>
                  <a:pt x="1272" y="835"/>
                </a:lnTo>
                <a:lnTo>
                  <a:pt x="1270" y="833"/>
                </a:lnTo>
                <a:lnTo>
                  <a:pt x="1270" y="834"/>
                </a:lnTo>
                <a:lnTo>
                  <a:pt x="1269" y="835"/>
                </a:lnTo>
                <a:lnTo>
                  <a:pt x="1268" y="835"/>
                </a:lnTo>
                <a:lnTo>
                  <a:pt x="1267" y="836"/>
                </a:lnTo>
                <a:lnTo>
                  <a:pt x="1267" y="837"/>
                </a:lnTo>
                <a:lnTo>
                  <a:pt x="1267" y="836"/>
                </a:lnTo>
                <a:lnTo>
                  <a:pt x="1266" y="836"/>
                </a:lnTo>
                <a:lnTo>
                  <a:pt x="1266" y="837"/>
                </a:lnTo>
                <a:lnTo>
                  <a:pt x="1265" y="837"/>
                </a:lnTo>
                <a:lnTo>
                  <a:pt x="1265" y="838"/>
                </a:lnTo>
                <a:lnTo>
                  <a:pt x="1265" y="837"/>
                </a:lnTo>
                <a:lnTo>
                  <a:pt x="1264" y="837"/>
                </a:lnTo>
                <a:lnTo>
                  <a:pt x="1264" y="838"/>
                </a:lnTo>
                <a:lnTo>
                  <a:pt x="1263" y="838"/>
                </a:lnTo>
                <a:lnTo>
                  <a:pt x="1263" y="839"/>
                </a:lnTo>
                <a:lnTo>
                  <a:pt x="1262" y="839"/>
                </a:lnTo>
                <a:lnTo>
                  <a:pt x="1262" y="840"/>
                </a:lnTo>
                <a:lnTo>
                  <a:pt x="1261" y="840"/>
                </a:lnTo>
                <a:lnTo>
                  <a:pt x="1260" y="840"/>
                </a:lnTo>
                <a:lnTo>
                  <a:pt x="1260" y="841"/>
                </a:lnTo>
                <a:lnTo>
                  <a:pt x="1261" y="841"/>
                </a:lnTo>
                <a:lnTo>
                  <a:pt x="1262" y="841"/>
                </a:lnTo>
                <a:lnTo>
                  <a:pt x="1262" y="842"/>
                </a:lnTo>
                <a:lnTo>
                  <a:pt x="1263" y="842"/>
                </a:lnTo>
                <a:lnTo>
                  <a:pt x="1263" y="843"/>
                </a:lnTo>
                <a:lnTo>
                  <a:pt x="1263" y="844"/>
                </a:lnTo>
                <a:lnTo>
                  <a:pt x="1262" y="844"/>
                </a:lnTo>
                <a:lnTo>
                  <a:pt x="1263" y="844"/>
                </a:lnTo>
                <a:lnTo>
                  <a:pt x="1263" y="845"/>
                </a:lnTo>
                <a:lnTo>
                  <a:pt x="1263" y="846"/>
                </a:lnTo>
                <a:lnTo>
                  <a:pt x="1262" y="847"/>
                </a:lnTo>
                <a:lnTo>
                  <a:pt x="1263" y="847"/>
                </a:lnTo>
                <a:lnTo>
                  <a:pt x="1264" y="847"/>
                </a:lnTo>
                <a:lnTo>
                  <a:pt x="1265" y="848"/>
                </a:lnTo>
                <a:lnTo>
                  <a:pt x="1266" y="847"/>
                </a:lnTo>
                <a:lnTo>
                  <a:pt x="1267" y="847"/>
                </a:lnTo>
                <a:lnTo>
                  <a:pt x="1267" y="848"/>
                </a:lnTo>
                <a:lnTo>
                  <a:pt x="1268" y="848"/>
                </a:lnTo>
                <a:lnTo>
                  <a:pt x="1268" y="847"/>
                </a:lnTo>
                <a:lnTo>
                  <a:pt x="1269" y="847"/>
                </a:lnTo>
                <a:lnTo>
                  <a:pt x="1269" y="846"/>
                </a:lnTo>
                <a:lnTo>
                  <a:pt x="1270" y="847"/>
                </a:lnTo>
                <a:lnTo>
                  <a:pt x="1271" y="846"/>
                </a:lnTo>
                <a:lnTo>
                  <a:pt x="1272" y="846"/>
                </a:lnTo>
                <a:lnTo>
                  <a:pt x="1272" y="847"/>
                </a:lnTo>
                <a:lnTo>
                  <a:pt x="1272" y="846"/>
                </a:lnTo>
                <a:lnTo>
                  <a:pt x="1273" y="846"/>
                </a:lnTo>
                <a:lnTo>
                  <a:pt x="1274" y="846"/>
                </a:lnTo>
                <a:lnTo>
                  <a:pt x="1274" y="847"/>
                </a:lnTo>
                <a:lnTo>
                  <a:pt x="1275" y="847"/>
                </a:lnTo>
                <a:lnTo>
                  <a:pt x="1275" y="846"/>
                </a:lnTo>
                <a:lnTo>
                  <a:pt x="1276" y="846"/>
                </a:lnTo>
                <a:lnTo>
                  <a:pt x="1276" y="847"/>
                </a:lnTo>
                <a:lnTo>
                  <a:pt x="1276" y="848"/>
                </a:lnTo>
                <a:lnTo>
                  <a:pt x="1277" y="848"/>
                </a:lnTo>
                <a:lnTo>
                  <a:pt x="1278" y="848"/>
                </a:lnTo>
                <a:lnTo>
                  <a:pt x="1278" y="849"/>
                </a:lnTo>
                <a:lnTo>
                  <a:pt x="1279" y="849"/>
                </a:lnTo>
                <a:lnTo>
                  <a:pt x="1280" y="850"/>
                </a:lnTo>
                <a:lnTo>
                  <a:pt x="1281" y="850"/>
                </a:lnTo>
                <a:lnTo>
                  <a:pt x="1281" y="851"/>
                </a:lnTo>
                <a:lnTo>
                  <a:pt x="1281" y="850"/>
                </a:lnTo>
                <a:lnTo>
                  <a:pt x="1282" y="850"/>
                </a:lnTo>
                <a:lnTo>
                  <a:pt x="1283" y="851"/>
                </a:lnTo>
                <a:lnTo>
                  <a:pt x="1284" y="851"/>
                </a:lnTo>
                <a:lnTo>
                  <a:pt x="1283" y="851"/>
                </a:lnTo>
                <a:lnTo>
                  <a:pt x="1283" y="852"/>
                </a:lnTo>
                <a:lnTo>
                  <a:pt x="1284" y="852"/>
                </a:lnTo>
                <a:lnTo>
                  <a:pt x="1285" y="852"/>
                </a:lnTo>
                <a:lnTo>
                  <a:pt x="1284" y="852"/>
                </a:lnTo>
                <a:lnTo>
                  <a:pt x="1284" y="853"/>
                </a:lnTo>
                <a:lnTo>
                  <a:pt x="1285" y="853"/>
                </a:lnTo>
                <a:lnTo>
                  <a:pt x="1286" y="853"/>
                </a:lnTo>
                <a:lnTo>
                  <a:pt x="1286" y="852"/>
                </a:lnTo>
                <a:lnTo>
                  <a:pt x="1286" y="853"/>
                </a:lnTo>
                <a:lnTo>
                  <a:pt x="1285" y="853"/>
                </a:lnTo>
                <a:lnTo>
                  <a:pt x="1285" y="854"/>
                </a:lnTo>
                <a:lnTo>
                  <a:pt x="1286" y="854"/>
                </a:lnTo>
                <a:lnTo>
                  <a:pt x="1287" y="854"/>
                </a:lnTo>
                <a:lnTo>
                  <a:pt x="1288" y="854"/>
                </a:lnTo>
                <a:lnTo>
                  <a:pt x="1288" y="855"/>
                </a:lnTo>
                <a:lnTo>
                  <a:pt x="1287" y="855"/>
                </a:lnTo>
                <a:lnTo>
                  <a:pt x="1288" y="856"/>
                </a:lnTo>
                <a:lnTo>
                  <a:pt x="1288" y="857"/>
                </a:lnTo>
                <a:lnTo>
                  <a:pt x="1288" y="858"/>
                </a:lnTo>
                <a:lnTo>
                  <a:pt x="1289" y="858"/>
                </a:lnTo>
                <a:lnTo>
                  <a:pt x="1289" y="859"/>
                </a:lnTo>
                <a:lnTo>
                  <a:pt x="1289" y="860"/>
                </a:lnTo>
                <a:lnTo>
                  <a:pt x="1290" y="860"/>
                </a:lnTo>
                <a:lnTo>
                  <a:pt x="1291" y="860"/>
                </a:lnTo>
                <a:lnTo>
                  <a:pt x="1292" y="861"/>
                </a:lnTo>
                <a:lnTo>
                  <a:pt x="1293" y="861"/>
                </a:lnTo>
                <a:lnTo>
                  <a:pt x="1293" y="862"/>
                </a:lnTo>
                <a:lnTo>
                  <a:pt x="1294" y="862"/>
                </a:lnTo>
                <a:lnTo>
                  <a:pt x="1294" y="861"/>
                </a:lnTo>
                <a:lnTo>
                  <a:pt x="1295" y="862"/>
                </a:lnTo>
                <a:lnTo>
                  <a:pt x="1296" y="862"/>
                </a:lnTo>
                <a:lnTo>
                  <a:pt x="1297" y="862"/>
                </a:lnTo>
                <a:lnTo>
                  <a:pt x="1297" y="864"/>
                </a:lnTo>
                <a:lnTo>
                  <a:pt x="1296" y="864"/>
                </a:lnTo>
                <a:lnTo>
                  <a:pt x="1296" y="865"/>
                </a:lnTo>
                <a:lnTo>
                  <a:pt x="1294" y="865"/>
                </a:lnTo>
                <a:lnTo>
                  <a:pt x="1294" y="866"/>
                </a:lnTo>
                <a:lnTo>
                  <a:pt x="1294" y="867"/>
                </a:lnTo>
                <a:lnTo>
                  <a:pt x="1295" y="867"/>
                </a:lnTo>
                <a:lnTo>
                  <a:pt x="1295" y="868"/>
                </a:lnTo>
                <a:lnTo>
                  <a:pt x="1295" y="869"/>
                </a:lnTo>
                <a:lnTo>
                  <a:pt x="1295" y="870"/>
                </a:lnTo>
                <a:lnTo>
                  <a:pt x="1295" y="871"/>
                </a:lnTo>
                <a:lnTo>
                  <a:pt x="1295" y="872"/>
                </a:lnTo>
                <a:lnTo>
                  <a:pt x="1294" y="872"/>
                </a:lnTo>
                <a:lnTo>
                  <a:pt x="1293" y="873"/>
                </a:lnTo>
                <a:lnTo>
                  <a:pt x="1293" y="874"/>
                </a:lnTo>
                <a:lnTo>
                  <a:pt x="1292" y="874"/>
                </a:lnTo>
                <a:lnTo>
                  <a:pt x="1292" y="875"/>
                </a:lnTo>
                <a:lnTo>
                  <a:pt x="1290" y="875"/>
                </a:lnTo>
                <a:lnTo>
                  <a:pt x="1289" y="874"/>
                </a:lnTo>
                <a:lnTo>
                  <a:pt x="1288" y="874"/>
                </a:lnTo>
                <a:lnTo>
                  <a:pt x="1288" y="873"/>
                </a:lnTo>
                <a:lnTo>
                  <a:pt x="1286" y="873"/>
                </a:lnTo>
                <a:lnTo>
                  <a:pt x="1286" y="874"/>
                </a:lnTo>
                <a:lnTo>
                  <a:pt x="1285" y="874"/>
                </a:lnTo>
                <a:lnTo>
                  <a:pt x="1285" y="875"/>
                </a:lnTo>
                <a:lnTo>
                  <a:pt x="1285" y="874"/>
                </a:lnTo>
                <a:lnTo>
                  <a:pt x="1284" y="874"/>
                </a:lnTo>
                <a:lnTo>
                  <a:pt x="1284" y="873"/>
                </a:lnTo>
                <a:lnTo>
                  <a:pt x="1284" y="872"/>
                </a:lnTo>
                <a:lnTo>
                  <a:pt x="1284" y="871"/>
                </a:lnTo>
                <a:lnTo>
                  <a:pt x="1283" y="871"/>
                </a:lnTo>
                <a:lnTo>
                  <a:pt x="1282" y="871"/>
                </a:lnTo>
                <a:lnTo>
                  <a:pt x="1281" y="871"/>
                </a:lnTo>
                <a:lnTo>
                  <a:pt x="1280" y="870"/>
                </a:lnTo>
                <a:lnTo>
                  <a:pt x="1279" y="870"/>
                </a:lnTo>
                <a:lnTo>
                  <a:pt x="1279" y="871"/>
                </a:lnTo>
                <a:lnTo>
                  <a:pt x="1278" y="871"/>
                </a:lnTo>
                <a:lnTo>
                  <a:pt x="1278" y="872"/>
                </a:lnTo>
                <a:lnTo>
                  <a:pt x="1277" y="873"/>
                </a:lnTo>
                <a:lnTo>
                  <a:pt x="1276" y="874"/>
                </a:lnTo>
                <a:lnTo>
                  <a:pt x="1276" y="875"/>
                </a:lnTo>
                <a:lnTo>
                  <a:pt x="1277" y="875"/>
                </a:lnTo>
                <a:lnTo>
                  <a:pt x="1279" y="875"/>
                </a:lnTo>
                <a:lnTo>
                  <a:pt x="1279" y="874"/>
                </a:lnTo>
                <a:lnTo>
                  <a:pt x="1280" y="874"/>
                </a:lnTo>
                <a:lnTo>
                  <a:pt x="1281" y="875"/>
                </a:lnTo>
                <a:lnTo>
                  <a:pt x="1281" y="877"/>
                </a:lnTo>
                <a:lnTo>
                  <a:pt x="1282" y="877"/>
                </a:lnTo>
                <a:lnTo>
                  <a:pt x="1282" y="878"/>
                </a:lnTo>
                <a:lnTo>
                  <a:pt x="1282" y="879"/>
                </a:lnTo>
                <a:lnTo>
                  <a:pt x="1282" y="880"/>
                </a:lnTo>
                <a:lnTo>
                  <a:pt x="1283" y="880"/>
                </a:lnTo>
                <a:lnTo>
                  <a:pt x="1282" y="881"/>
                </a:lnTo>
                <a:lnTo>
                  <a:pt x="1283" y="881"/>
                </a:lnTo>
                <a:lnTo>
                  <a:pt x="1283" y="882"/>
                </a:lnTo>
                <a:lnTo>
                  <a:pt x="1283" y="883"/>
                </a:lnTo>
                <a:lnTo>
                  <a:pt x="1283" y="884"/>
                </a:lnTo>
                <a:lnTo>
                  <a:pt x="1284" y="884"/>
                </a:lnTo>
                <a:lnTo>
                  <a:pt x="1285" y="885"/>
                </a:lnTo>
                <a:lnTo>
                  <a:pt x="1284" y="886"/>
                </a:lnTo>
                <a:lnTo>
                  <a:pt x="1284" y="887"/>
                </a:lnTo>
                <a:lnTo>
                  <a:pt x="1283" y="887"/>
                </a:lnTo>
                <a:lnTo>
                  <a:pt x="1282" y="889"/>
                </a:lnTo>
                <a:lnTo>
                  <a:pt x="1281" y="889"/>
                </a:lnTo>
                <a:lnTo>
                  <a:pt x="1280" y="889"/>
                </a:lnTo>
                <a:lnTo>
                  <a:pt x="1279" y="889"/>
                </a:lnTo>
                <a:lnTo>
                  <a:pt x="1277" y="889"/>
                </a:lnTo>
                <a:lnTo>
                  <a:pt x="1277" y="891"/>
                </a:lnTo>
                <a:lnTo>
                  <a:pt x="1277" y="892"/>
                </a:lnTo>
                <a:lnTo>
                  <a:pt x="1278" y="892"/>
                </a:lnTo>
                <a:lnTo>
                  <a:pt x="1278" y="893"/>
                </a:lnTo>
                <a:lnTo>
                  <a:pt x="1277" y="894"/>
                </a:lnTo>
                <a:lnTo>
                  <a:pt x="1276" y="894"/>
                </a:lnTo>
                <a:lnTo>
                  <a:pt x="1276" y="895"/>
                </a:lnTo>
                <a:lnTo>
                  <a:pt x="1276" y="896"/>
                </a:lnTo>
                <a:lnTo>
                  <a:pt x="1276" y="897"/>
                </a:lnTo>
                <a:lnTo>
                  <a:pt x="1275" y="896"/>
                </a:lnTo>
                <a:lnTo>
                  <a:pt x="1274" y="897"/>
                </a:lnTo>
                <a:lnTo>
                  <a:pt x="1274" y="899"/>
                </a:lnTo>
                <a:lnTo>
                  <a:pt x="1275" y="899"/>
                </a:lnTo>
                <a:lnTo>
                  <a:pt x="1275" y="900"/>
                </a:lnTo>
                <a:lnTo>
                  <a:pt x="1275" y="901"/>
                </a:lnTo>
                <a:lnTo>
                  <a:pt x="1274" y="903"/>
                </a:lnTo>
                <a:lnTo>
                  <a:pt x="1274" y="904"/>
                </a:lnTo>
                <a:lnTo>
                  <a:pt x="1273" y="904"/>
                </a:lnTo>
                <a:lnTo>
                  <a:pt x="1273" y="905"/>
                </a:lnTo>
                <a:lnTo>
                  <a:pt x="1272" y="905"/>
                </a:lnTo>
                <a:lnTo>
                  <a:pt x="1272" y="906"/>
                </a:lnTo>
                <a:lnTo>
                  <a:pt x="1272" y="907"/>
                </a:lnTo>
                <a:lnTo>
                  <a:pt x="1271" y="907"/>
                </a:lnTo>
                <a:lnTo>
                  <a:pt x="1271" y="908"/>
                </a:lnTo>
                <a:lnTo>
                  <a:pt x="1270" y="909"/>
                </a:lnTo>
                <a:lnTo>
                  <a:pt x="1269" y="909"/>
                </a:lnTo>
                <a:lnTo>
                  <a:pt x="1269" y="910"/>
                </a:lnTo>
                <a:lnTo>
                  <a:pt x="1270" y="911"/>
                </a:lnTo>
                <a:lnTo>
                  <a:pt x="1270" y="912"/>
                </a:lnTo>
                <a:lnTo>
                  <a:pt x="1269" y="912"/>
                </a:lnTo>
                <a:lnTo>
                  <a:pt x="1270" y="913"/>
                </a:lnTo>
                <a:lnTo>
                  <a:pt x="1270" y="914"/>
                </a:lnTo>
                <a:lnTo>
                  <a:pt x="1272" y="913"/>
                </a:lnTo>
                <a:lnTo>
                  <a:pt x="1272" y="914"/>
                </a:lnTo>
                <a:lnTo>
                  <a:pt x="1273" y="913"/>
                </a:lnTo>
                <a:lnTo>
                  <a:pt x="1274" y="912"/>
                </a:lnTo>
                <a:lnTo>
                  <a:pt x="1273" y="912"/>
                </a:lnTo>
                <a:lnTo>
                  <a:pt x="1274" y="912"/>
                </a:lnTo>
                <a:lnTo>
                  <a:pt x="1275" y="913"/>
                </a:lnTo>
                <a:lnTo>
                  <a:pt x="1275" y="914"/>
                </a:lnTo>
                <a:lnTo>
                  <a:pt x="1276" y="914"/>
                </a:lnTo>
                <a:lnTo>
                  <a:pt x="1276" y="915"/>
                </a:lnTo>
                <a:lnTo>
                  <a:pt x="1277" y="915"/>
                </a:lnTo>
                <a:lnTo>
                  <a:pt x="1277" y="916"/>
                </a:lnTo>
                <a:lnTo>
                  <a:pt x="1276" y="917"/>
                </a:lnTo>
                <a:lnTo>
                  <a:pt x="1275" y="917"/>
                </a:lnTo>
                <a:lnTo>
                  <a:pt x="1274" y="917"/>
                </a:lnTo>
                <a:lnTo>
                  <a:pt x="1274" y="918"/>
                </a:lnTo>
                <a:lnTo>
                  <a:pt x="1273" y="919"/>
                </a:lnTo>
                <a:lnTo>
                  <a:pt x="1274" y="919"/>
                </a:lnTo>
                <a:lnTo>
                  <a:pt x="1273" y="920"/>
                </a:lnTo>
                <a:lnTo>
                  <a:pt x="1273" y="921"/>
                </a:lnTo>
                <a:lnTo>
                  <a:pt x="1273" y="922"/>
                </a:lnTo>
                <a:lnTo>
                  <a:pt x="1275" y="922"/>
                </a:lnTo>
                <a:lnTo>
                  <a:pt x="1276" y="923"/>
                </a:lnTo>
                <a:lnTo>
                  <a:pt x="1276" y="925"/>
                </a:lnTo>
                <a:lnTo>
                  <a:pt x="1275" y="926"/>
                </a:lnTo>
                <a:lnTo>
                  <a:pt x="1276" y="926"/>
                </a:lnTo>
                <a:lnTo>
                  <a:pt x="1276" y="927"/>
                </a:lnTo>
                <a:lnTo>
                  <a:pt x="1275" y="928"/>
                </a:lnTo>
                <a:lnTo>
                  <a:pt x="1275" y="929"/>
                </a:lnTo>
                <a:lnTo>
                  <a:pt x="1276" y="930"/>
                </a:lnTo>
                <a:lnTo>
                  <a:pt x="1277" y="930"/>
                </a:lnTo>
                <a:lnTo>
                  <a:pt x="1277" y="931"/>
                </a:lnTo>
                <a:lnTo>
                  <a:pt x="1278" y="931"/>
                </a:lnTo>
                <a:lnTo>
                  <a:pt x="1278" y="930"/>
                </a:lnTo>
                <a:lnTo>
                  <a:pt x="1279" y="931"/>
                </a:lnTo>
                <a:lnTo>
                  <a:pt x="1280" y="932"/>
                </a:lnTo>
                <a:lnTo>
                  <a:pt x="1281" y="933"/>
                </a:lnTo>
                <a:lnTo>
                  <a:pt x="1282" y="933"/>
                </a:lnTo>
                <a:lnTo>
                  <a:pt x="1282" y="934"/>
                </a:lnTo>
                <a:lnTo>
                  <a:pt x="1282" y="935"/>
                </a:lnTo>
                <a:lnTo>
                  <a:pt x="1281" y="935"/>
                </a:lnTo>
                <a:lnTo>
                  <a:pt x="1282" y="935"/>
                </a:lnTo>
                <a:lnTo>
                  <a:pt x="1282" y="936"/>
                </a:lnTo>
                <a:lnTo>
                  <a:pt x="1283" y="936"/>
                </a:lnTo>
                <a:lnTo>
                  <a:pt x="1283" y="937"/>
                </a:lnTo>
                <a:lnTo>
                  <a:pt x="1284" y="937"/>
                </a:lnTo>
                <a:lnTo>
                  <a:pt x="1284" y="938"/>
                </a:lnTo>
                <a:lnTo>
                  <a:pt x="1284" y="939"/>
                </a:lnTo>
                <a:lnTo>
                  <a:pt x="1284" y="940"/>
                </a:lnTo>
                <a:lnTo>
                  <a:pt x="1284" y="941"/>
                </a:lnTo>
                <a:lnTo>
                  <a:pt x="1284" y="942"/>
                </a:lnTo>
                <a:lnTo>
                  <a:pt x="1284" y="943"/>
                </a:lnTo>
                <a:lnTo>
                  <a:pt x="1284" y="944"/>
                </a:lnTo>
                <a:lnTo>
                  <a:pt x="1284" y="943"/>
                </a:lnTo>
                <a:lnTo>
                  <a:pt x="1283" y="943"/>
                </a:lnTo>
                <a:lnTo>
                  <a:pt x="1282" y="943"/>
                </a:lnTo>
                <a:lnTo>
                  <a:pt x="1282" y="944"/>
                </a:lnTo>
                <a:lnTo>
                  <a:pt x="1282" y="945"/>
                </a:lnTo>
                <a:lnTo>
                  <a:pt x="1282" y="946"/>
                </a:lnTo>
                <a:lnTo>
                  <a:pt x="1283" y="946"/>
                </a:lnTo>
                <a:lnTo>
                  <a:pt x="1283" y="947"/>
                </a:lnTo>
                <a:lnTo>
                  <a:pt x="1282" y="947"/>
                </a:lnTo>
                <a:lnTo>
                  <a:pt x="1282" y="948"/>
                </a:lnTo>
                <a:lnTo>
                  <a:pt x="1282" y="949"/>
                </a:lnTo>
                <a:lnTo>
                  <a:pt x="1281" y="949"/>
                </a:lnTo>
                <a:lnTo>
                  <a:pt x="1280" y="950"/>
                </a:lnTo>
                <a:lnTo>
                  <a:pt x="1279" y="950"/>
                </a:lnTo>
                <a:lnTo>
                  <a:pt x="1278" y="950"/>
                </a:lnTo>
                <a:lnTo>
                  <a:pt x="1277" y="949"/>
                </a:lnTo>
                <a:lnTo>
                  <a:pt x="1277" y="948"/>
                </a:lnTo>
                <a:lnTo>
                  <a:pt x="1277" y="947"/>
                </a:lnTo>
                <a:lnTo>
                  <a:pt x="1276" y="947"/>
                </a:lnTo>
                <a:lnTo>
                  <a:pt x="1276" y="948"/>
                </a:lnTo>
                <a:lnTo>
                  <a:pt x="1275" y="948"/>
                </a:lnTo>
                <a:lnTo>
                  <a:pt x="1275" y="949"/>
                </a:lnTo>
                <a:lnTo>
                  <a:pt x="1274" y="949"/>
                </a:lnTo>
                <a:lnTo>
                  <a:pt x="1274" y="948"/>
                </a:lnTo>
                <a:lnTo>
                  <a:pt x="1274" y="947"/>
                </a:lnTo>
                <a:lnTo>
                  <a:pt x="1273" y="947"/>
                </a:lnTo>
                <a:lnTo>
                  <a:pt x="1273" y="946"/>
                </a:lnTo>
                <a:lnTo>
                  <a:pt x="1273" y="945"/>
                </a:lnTo>
                <a:lnTo>
                  <a:pt x="1273" y="944"/>
                </a:lnTo>
                <a:lnTo>
                  <a:pt x="1273" y="943"/>
                </a:lnTo>
                <a:lnTo>
                  <a:pt x="1273" y="942"/>
                </a:lnTo>
                <a:lnTo>
                  <a:pt x="1272" y="942"/>
                </a:lnTo>
                <a:lnTo>
                  <a:pt x="1272" y="941"/>
                </a:lnTo>
                <a:lnTo>
                  <a:pt x="1272" y="939"/>
                </a:lnTo>
                <a:lnTo>
                  <a:pt x="1271" y="939"/>
                </a:lnTo>
                <a:lnTo>
                  <a:pt x="1270" y="939"/>
                </a:lnTo>
                <a:lnTo>
                  <a:pt x="1269" y="939"/>
                </a:lnTo>
                <a:lnTo>
                  <a:pt x="1268" y="939"/>
                </a:lnTo>
                <a:lnTo>
                  <a:pt x="1265" y="939"/>
                </a:lnTo>
                <a:lnTo>
                  <a:pt x="1266" y="940"/>
                </a:lnTo>
                <a:lnTo>
                  <a:pt x="1266" y="941"/>
                </a:lnTo>
                <a:lnTo>
                  <a:pt x="1265" y="941"/>
                </a:lnTo>
                <a:lnTo>
                  <a:pt x="1264" y="941"/>
                </a:lnTo>
                <a:lnTo>
                  <a:pt x="1263" y="942"/>
                </a:lnTo>
                <a:lnTo>
                  <a:pt x="1263" y="943"/>
                </a:lnTo>
                <a:lnTo>
                  <a:pt x="1262" y="942"/>
                </a:lnTo>
                <a:lnTo>
                  <a:pt x="1261" y="942"/>
                </a:lnTo>
                <a:lnTo>
                  <a:pt x="1260" y="942"/>
                </a:lnTo>
                <a:lnTo>
                  <a:pt x="1260" y="941"/>
                </a:lnTo>
                <a:lnTo>
                  <a:pt x="1260" y="940"/>
                </a:lnTo>
                <a:lnTo>
                  <a:pt x="1259" y="940"/>
                </a:lnTo>
                <a:lnTo>
                  <a:pt x="1258" y="940"/>
                </a:lnTo>
                <a:lnTo>
                  <a:pt x="1257" y="940"/>
                </a:lnTo>
                <a:lnTo>
                  <a:pt x="1257" y="941"/>
                </a:lnTo>
                <a:lnTo>
                  <a:pt x="1256" y="941"/>
                </a:lnTo>
                <a:lnTo>
                  <a:pt x="1255" y="942"/>
                </a:lnTo>
                <a:lnTo>
                  <a:pt x="1255" y="943"/>
                </a:lnTo>
                <a:lnTo>
                  <a:pt x="1254" y="943"/>
                </a:lnTo>
                <a:lnTo>
                  <a:pt x="1253" y="944"/>
                </a:lnTo>
                <a:lnTo>
                  <a:pt x="1253" y="945"/>
                </a:lnTo>
                <a:lnTo>
                  <a:pt x="1252" y="945"/>
                </a:lnTo>
                <a:lnTo>
                  <a:pt x="1251" y="945"/>
                </a:lnTo>
                <a:lnTo>
                  <a:pt x="1250" y="945"/>
                </a:lnTo>
                <a:lnTo>
                  <a:pt x="1250" y="946"/>
                </a:lnTo>
                <a:lnTo>
                  <a:pt x="1249" y="946"/>
                </a:lnTo>
                <a:lnTo>
                  <a:pt x="1249" y="947"/>
                </a:lnTo>
                <a:lnTo>
                  <a:pt x="1248" y="947"/>
                </a:lnTo>
                <a:lnTo>
                  <a:pt x="1248" y="946"/>
                </a:lnTo>
                <a:lnTo>
                  <a:pt x="1247" y="946"/>
                </a:lnTo>
                <a:lnTo>
                  <a:pt x="1246" y="945"/>
                </a:lnTo>
                <a:lnTo>
                  <a:pt x="1245" y="945"/>
                </a:lnTo>
                <a:lnTo>
                  <a:pt x="1245" y="944"/>
                </a:lnTo>
                <a:lnTo>
                  <a:pt x="1245" y="943"/>
                </a:lnTo>
                <a:lnTo>
                  <a:pt x="1244" y="943"/>
                </a:lnTo>
                <a:lnTo>
                  <a:pt x="1244" y="944"/>
                </a:lnTo>
                <a:lnTo>
                  <a:pt x="1243" y="944"/>
                </a:lnTo>
                <a:lnTo>
                  <a:pt x="1242" y="944"/>
                </a:lnTo>
                <a:lnTo>
                  <a:pt x="1241" y="944"/>
                </a:lnTo>
                <a:lnTo>
                  <a:pt x="1242" y="943"/>
                </a:lnTo>
                <a:lnTo>
                  <a:pt x="1242" y="942"/>
                </a:lnTo>
                <a:lnTo>
                  <a:pt x="1243" y="942"/>
                </a:lnTo>
                <a:lnTo>
                  <a:pt x="1244" y="941"/>
                </a:lnTo>
                <a:lnTo>
                  <a:pt x="1243" y="941"/>
                </a:lnTo>
                <a:lnTo>
                  <a:pt x="1242" y="941"/>
                </a:lnTo>
                <a:lnTo>
                  <a:pt x="1242" y="940"/>
                </a:lnTo>
                <a:lnTo>
                  <a:pt x="1241" y="940"/>
                </a:lnTo>
                <a:lnTo>
                  <a:pt x="1240" y="940"/>
                </a:lnTo>
                <a:lnTo>
                  <a:pt x="1240" y="939"/>
                </a:lnTo>
                <a:lnTo>
                  <a:pt x="1239" y="940"/>
                </a:lnTo>
                <a:lnTo>
                  <a:pt x="1238" y="940"/>
                </a:lnTo>
                <a:lnTo>
                  <a:pt x="1238" y="941"/>
                </a:lnTo>
                <a:lnTo>
                  <a:pt x="1237" y="941"/>
                </a:lnTo>
                <a:lnTo>
                  <a:pt x="1237" y="940"/>
                </a:lnTo>
                <a:lnTo>
                  <a:pt x="1236" y="940"/>
                </a:lnTo>
                <a:lnTo>
                  <a:pt x="1235" y="941"/>
                </a:lnTo>
                <a:lnTo>
                  <a:pt x="1234" y="941"/>
                </a:lnTo>
                <a:lnTo>
                  <a:pt x="1234" y="942"/>
                </a:lnTo>
                <a:lnTo>
                  <a:pt x="1234" y="941"/>
                </a:lnTo>
                <a:lnTo>
                  <a:pt x="1234" y="940"/>
                </a:lnTo>
                <a:lnTo>
                  <a:pt x="1233" y="940"/>
                </a:lnTo>
                <a:lnTo>
                  <a:pt x="1232" y="940"/>
                </a:lnTo>
                <a:lnTo>
                  <a:pt x="1232" y="941"/>
                </a:lnTo>
                <a:lnTo>
                  <a:pt x="1231" y="941"/>
                </a:lnTo>
                <a:lnTo>
                  <a:pt x="1231" y="940"/>
                </a:lnTo>
                <a:lnTo>
                  <a:pt x="1230" y="940"/>
                </a:lnTo>
                <a:lnTo>
                  <a:pt x="1229" y="940"/>
                </a:lnTo>
                <a:lnTo>
                  <a:pt x="1228" y="940"/>
                </a:lnTo>
                <a:lnTo>
                  <a:pt x="1229" y="940"/>
                </a:lnTo>
                <a:lnTo>
                  <a:pt x="1228" y="941"/>
                </a:lnTo>
                <a:lnTo>
                  <a:pt x="1228" y="942"/>
                </a:lnTo>
                <a:lnTo>
                  <a:pt x="1227" y="943"/>
                </a:lnTo>
                <a:lnTo>
                  <a:pt x="1226" y="943"/>
                </a:lnTo>
                <a:lnTo>
                  <a:pt x="1226" y="944"/>
                </a:lnTo>
                <a:lnTo>
                  <a:pt x="1226" y="945"/>
                </a:lnTo>
                <a:lnTo>
                  <a:pt x="1225" y="945"/>
                </a:lnTo>
                <a:lnTo>
                  <a:pt x="1225" y="946"/>
                </a:lnTo>
                <a:lnTo>
                  <a:pt x="1224" y="946"/>
                </a:lnTo>
                <a:lnTo>
                  <a:pt x="1224" y="945"/>
                </a:lnTo>
                <a:lnTo>
                  <a:pt x="1223" y="945"/>
                </a:lnTo>
                <a:lnTo>
                  <a:pt x="1223" y="946"/>
                </a:lnTo>
                <a:lnTo>
                  <a:pt x="1222" y="947"/>
                </a:lnTo>
                <a:lnTo>
                  <a:pt x="1221" y="947"/>
                </a:lnTo>
                <a:lnTo>
                  <a:pt x="1221" y="948"/>
                </a:lnTo>
                <a:lnTo>
                  <a:pt x="1221" y="949"/>
                </a:lnTo>
                <a:lnTo>
                  <a:pt x="1220" y="949"/>
                </a:lnTo>
                <a:lnTo>
                  <a:pt x="1220" y="950"/>
                </a:lnTo>
                <a:lnTo>
                  <a:pt x="1219" y="950"/>
                </a:lnTo>
                <a:lnTo>
                  <a:pt x="1219" y="951"/>
                </a:lnTo>
                <a:lnTo>
                  <a:pt x="1218" y="951"/>
                </a:lnTo>
                <a:lnTo>
                  <a:pt x="1218" y="952"/>
                </a:lnTo>
                <a:lnTo>
                  <a:pt x="1217" y="952"/>
                </a:lnTo>
                <a:lnTo>
                  <a:pt x="1218" y="952"/>
                </a:lnTo>
                <a:lnTo>
                  <a:pt x="1218" y="953"/>
                </a:lnTo>
                <a:lnTo>
                  <a:pt x="1217" y="953"/>
                </a:lnTo>
                <a:lnTo>
                  <a:pt x="1217" y="954"/>
                </a:lnTo>
                <a:lnTo>
                  <a:pt x="1218" y="954"/>
                </a:lnTo>
                <a:lnTo>
                  <a:pt x="1217" y="955"/>
                </a:lnTo>
                <a:lnTo>
                  <a:pt x="1216" y="955"/>
                </a:lnTo>
                <a:lnTo>
                  <a:pt x="1216" y="956"/>
                </a:lnTo>
                <a:lnTo>
                  <a:pt x="1217" y="956"/>
                </a:lnTo>
                <a:lnTo>
                  <a:pt x="1217" y="958"/>
                </a:lnTo>
                <a:lnTo>
                  <a:pt x="1217" y="959"/>
                </a:lnTo>
                <a:lnTo>
                  <a:pt x="1217" y="960"/>
                </a:lnTo>
                <a:lnTo>
                  <a:pt x="1217" y="961"/>
                </a:lnTo>
                <a:lnTo>
                  <a:pt x="1217" y="962"/>
                </a:lnTo>
                <a:lnTo>
                  <a:pt x="1217" y="963"/>
                </a:lnTo>
                <a:lnTo>
                  <a:pt x="1216" y="963"/>
                </a:lnTo>
                <a:lnTo>
                  <a:pt x="1215" y="963"/>
                </a:lnTo>
                <a:lnTo>
                  <a:pt x="1214" y="963"/>
                </a:lnTo>
                <a:lnTo>
                  <a:pt x="1213" y="963"/>
                </a:lnTo>
                <a:lnTo>
                  <a:pt x="1212" y="963"/>
                </a:lnTo>
                <a:lnTo>
                  <a:pt x="1212" y="962"/>
                </a:lnTo>
                <a:lnTo>
                  <a:pt x="1212" y="963"/>
                </a:lnTo>
                <a:lnTo>
                  <a:pt x="1211" y="963"/>
                </a:lnTo>
                <a:lnTo>
                  <a:pt x="1211" y="964"/>
                </a:lnTo>
                <a:lnTo>
                  <a:pt x="1210" y="964"/>
                </a:lnTo>
                <a:lnTo>
                  <a:pt x="1209" y="964"/>
                </a:lnTo>
                <a:lnTo>
                  <a:pt x="1209" y="963"/>
                </a:lnTo>
                <a:lnTo>
                  <a:pt x="1208" y="963"/>
                </a:lnTo>
                <a:lnTo>
                  <a:pt x="1208" y="962"/>
                </a:lnTo>
                <a:lnTo>
                  <a:pt x="1207" y="962"/>
                </a:lnTo>
                <a:lnTo>
                  <a:pt x="1206" y="962"/>
                </a:lnTo>
                <a:lnTo>
                  <a:pt x="1205" y="962"/>
                </a:lnTo>
                <a:lnTo>
                  <a:pt x="1205" y="963"/>
                </a:lnTo>
                <a:lnTo>
                  <a:pt x="1206" y="964"/>
                </a:lnTo>
                <a:lnTo>
                  <a:pt x="1207" y="965"/>
                </a:lnTo>
                <a:lnTo>
                  <a:pt x="1207" y="966"/>
                </a:lnTo>
                <a:lnTo>
                  <a:pt x="1207" y="967"/>
                </a:lnTo>
                <a:lnTo>
                  <a:pt x="1208" y="967"/>
                </a:lnTo>
                <a:lnTo>
                  <a:pt x="1209" y="967"/>
                </a:lnTo>
                <a:lnTo>
                  <a:pt x="1209" y="968"/>
                </a:lnTo>
                <a:lnTo>
                  <a:pt x="1210" y="970"/>
                </a:lnTo>
                <a:lnTo>
                  <a:pt x="1209" y="970"/>
                </a:lnTo>
                <a:lnTo>
                  <a:pt x="1208" y="970"/>
                </a:lnTo>
                <a:lnTo>
                  <a:pt x="1208" y="971"/>
                </a:lnTo>
                <a:lnTo>
                  <a:pt x="1209" y="972"/>
                </a:lnTo>
                <a:lnTo>
                  <a:pt x="1209" y="973"/>
                </a:lnTo>
                <a:lnTo>
                  <a:pt x="1210" y="973"/>
                </a:lnTo>
                <a:lnTo>
                  <a:pt x="1211" y="973"/>
                </a:lnTo>
                <a:lnTo>
                  <a:pt x="1212" y="973"/>
                </a:lnTo>
                <a:lnTo>
                  <a:pt x="1213" y="973"/>
                </a:lnTo>
                <a:lnTo>
                  <a:pt x="1213" y="974"/>
                </a:lnTo>
                <a:lnTo>
                  <a:pt x="1213" y="975"/>
                </a:lnTo>
                <a:lnTo>
                  <a:pt x="1214" y="975"/>
                </a:lnTo>
                <a:lnTo>
                  <a:pt x="1214" y="976"/>
                </a:lnTo>
                <a:lnTo>
                  <a:pt x="1215" y="976"/>
                </a:lnTo>
                <a:lnTo>
                  <a:pt x="1216" y="976"/>
                </a:lnTo>
                <a:lnTo>
                  <a:pt x="1217" y="976"/>
                </a:lnTo>
                <a:lnTo>
                  <a:pt x="1217" y="977"/>
                </a:lnTo>
                <a:lnTo>
                  <a:pt x="1218" y="977"/>
                </a:lnTo>
                <a:lnTo>
                  <a:pt x="1218" y="978"/>
                </a:lnTo>
                <a:lnTo>
                  <a:pt x="1219" y="978"/>
                </a:lnTo>
                <a:lnTo>
                  <a:pt x="1220" y="979"/>
                </a:lnTo>
                <a:lnTo>
                  <a:pt x="1221" y="978"/>
                </a:lnTo>
                <a:lnTo>
                  <a:pt x="1222" y="978"/>
                </a:lnTo>
                <a:lnTo>
                  <a:pt x="1223" y="978"/>
                </a:lnTo>
                <a:lnTo>
                  <a:pt x="1223" y="977"/>
                </a:lnTo>
                <a:lnTo>
                  <a:pt x="1224" y="977"/>
                </a:lnTo>
                <a:lnTo>
                  <a:pt x="1225" y="978"/>
                </a:lnTo>
                <a:lnTo>
                  <a:pt x="1226" y="979"/>
                </a:lnTo>
                <a:lnTo>
                  <a:pt x="1226" y="980"/>
                </a:lnTo>
                <a:lnTo>
                  <a:pt x="1227" y="980"/>
                </a:lnTo>
                <a:lnTo>
                  <a:pt x="1226" y="980"/>
                </a:lnTo>
                <a:lnTo>
                  <a:pt x="1227" y="981"/>
                </a:lnTo>
                <a:lnTo>
                  <a:pt x="1228" y="981"/>
                </a:lnTo>
                <a:lnTo>
                  <a:pt x="1228" y="980"/>
                </a:lnTo>
                <a:lnTo>
                  <a:pt x="1228" y="981"/>
                </a:lnTo>
                <a:lnTo>
                  <a:pt x="1229" y="981"/>
                </a:lnTo>
                <a:lnTo>
                  <a:pt x="1229" y="982"/>
                </a:lnTo>
                <a:lnTo>
                  <a:pt x="1229" y="983"/>
                </a:lnTo>
                <a:lnTo>
                  <a:pt x="1229" y="984"/>
                </a:lnTo>
                <a:lnTo>
                  <a:pt x="1229" y="985"/>
                </a:lnTo>
                <a:lnTo>
                  <a:pt x="1230" y="986"/>
                </a:lnTo>
                <a:lnTo>
                  <a:pt x="1229" y="987"/>
                </a:lnTo>
                <a:lnTo>
                  <a:pt x="1228" y="987"/>
                </a:lnTo>
                <a:lnTo>
                  <a:pt x="1227" y="987"/>
                </a:lnTo>
                <a:lnTo>
                  <a:pt x="1227" y="986"/>
                </a:lnTo>
                <a:lnTo>
                  <a:pt x="1227" y="985"/>
                </a:lnTo>
                <a:lnTo>
                  <a:pt x="1227" y="984"/>
                </a:lnTo>
                <a:lnTo>
                  <a:pt x="1226" y="985"/>
                </a:lnTo>
                <a:lnTo>
                  <a:pt x="1226" y="984"/>
                </a:lnTo>
                <a:lnTo>
                  <a:pt x="1226" y="983"/>
                </a:lnTo>
                <a:lnTo>
                  <a:pt x="1226" y="982"/>
                </a:lnTo>
                <a:lnTo>
                  <a:pt x="1225" y="982"/>
                </a:lnTo>
                <a:lnTo>
                  <a:pt x="1225" y="983"/>
                </a:lnTo>
                <a:lnTo>
                  <a:pt x="1225" y="984"/>
                </a:lnTo>
                <a:lnTo>
                  <a:pt x="1224" y="984"/>
                </a:lnTo>
                <a:lnTo>
                  <a:pt x="1225" y="984"/>
                </a:lnTo>
                <a:lnTo>
                  <a:pt x="1225" y="985"/>
                </a:lnTo>
                <a:lnTo>
                  <a:pt x="1224" y="986"/>
                </a:lnTo>
                <a:lnTo>
                  <a:pt x="1223" y="986"/>
                </a:lnTo>
                <a:lnTo>
                  <a:pt x="1222" y="987"/>
                </a:lnTo>
                <a:lnTo>
                  <a:pt x="1223" y="988"/>
                </a:lnTo>
                <a:lnTo>
                  <a:pt x="1224" y="988"/>
                </a:lnTo>
                <a:lnTo>
                  <a:pt x="1225" y="988"/>
                </a:lnTo>
                <a:lnTo>
                  <a:pt x="1225" y="987"/>
                </a:lnTo>
                <a:lnTo>
                  <a:pt x="1226" y="987"/>
                </a:lnTo>
                <a:lnTo>
                  <a:pt x="1225" y="988"/>
                </a:lnTo>
                <a:lnTo>
                  <a:pt x="1225" y="989"/>
                </a:lnTo>
                <a:lnTo>
                  <a:pt x="1224" y="989"/>
                </a:lnTo>
                <a:lnTo>
                  <a:pt x="1225" y="989"/>
                </a:lnTo>
                <a:lnTo>
                  <a:pt x="1225" y="990"/>
                </a:lnTo>
                <a:lnTo>
                  <a:pt x="1226" y="990"/>
                </a:lnTo>
                <a:lnTo>
                  <a:pt x="1226" y="991"/>
                </a:lnTo>
                <a:lnTo>
                  <a:pt x="1225" y="991"/>
                </a:lnTo>
                <a:lnTo>
                  <a:pt x="1225" y="992"/>
                </a:lnTo>
                <a:lnTo>
                  <a:pt x="1225" y="993"/>
                </a:lnTo>
                <a:lnTo>
                  <a:pt x="1225" y="994"/>
                </a:lnTo>
                <a:lnTo>
                  <a:pt x="1226" y="994"/>
                </a:lnTo>
                <a:lnTo>
                  <a:pt x="1226" y="995"/>
                </a:lnTo>
                <a:lnTo>
                  <a:pt x="1225" y="995"/>
                </a:lnTo>
                <a:lnTo>
                  <a:pt x="1224" y="995"/>
                </a:lnTo>
                <a:lnTo>
                  <a:pt x="1224" y="996"/>
                </a:lnTo>
                <a:lnTo>
                  <a:pt x="1224" y="997"/>
                </a:lnTo>
                <a:lnTo>
                  <a:pt x="1225" y="998"/>
                </a:lnTo>
                <a:lnTo>
                  <a:pt x="1226" y="1000"/>
                </a:lnTo>
                <a:lnTo>
                  <a:pt x="1225" y="1000"/>
                </a:lnTo>
                <a:lnTo>
                  <a:pt x="1225" y="1001"/>
                </a:lnTo>
                <a:lnTo>
                  <a:pt x="1225" y="1002"/>
                </a:lnTo>
                <a:lnTo>
                  <a:pt x="1225" y="1003"/>
                </a:lnTo>
                <a:lnTo>
                  <a:pt x="1224" y="1003"/>
                </a:lnTo>
                <a:lnTo>
                  <a:pt x="1223" y="1004"/>
                </a:lnTo>
                <a:lnTo>
                  <a:pt x="1222" y="1004"/>
                </a:lnTo>
                <a:lnTo>
                  <a:pt x="1222" y="1005"/>
                </a:lnTo>
                <a:lnTo>
                  <a:pt x="1222" y="1006"/>
                </a:lnTo>
                <a:lnTo>
                  <a:pt x="1221" y="1006"/>
                </a:lnTo>
                <a:lnTo>
                  <a:pt x="1220" y="1006"/>
                </a:lnTo>
                <a:lnTo>
                  <a:pt x="1220" y="1007"/>
                </a:lnTo>
                <a:lnTo>
                  <a:pt x="1220" y="1008"/>
                </a:lnTo>
                <a:lnTo>
                  <a:pt x="1219" y="1008"/>
                </a:lnTo>
                <a:lnTo>
                  <a:pt x="1218" y="1008"/>
                </a:lnTo>
                <a:lnTo>
                  <a:pt x="1217" y="1007"/>
                </a:lnTo>
                <a:lnTo>
                  <a:pt x="1216" y="1007"/>
                </a:lnTo>
                <a:lnTo>
                  <a:pt x="1215" y="1007"/>
                </a:lnTo>
                <a:lnTo>
                  <a:pt x="1215" y="1008"/>
                </a:lnTo>
                <a:lnTo>
                  <a:pt x="1215" y="1009"/>
                </a:lnTo>
                <a:lnTo>
                  <a:pt x="1214" y="1009"/>
                </a:lnTo>
                <a:lnTo>
                  <a:pt x="1213" y="1009"/>
                </a:lnTo>
                <a:lnTo>
                  <a:pt x="1212" y="1009"/>
                </a:lnTo>
                <a:lnTo>
                  <a:pt x="1211" y="1010"/>
                </a:lnTo>
                <a:lnTo>
                  <a:pt x="1210" y="1010"/>
                </a:lnTo>
                <a:lnTo>
                  <a:pt x="1209" y="1011"/>
                </a:lnTo>
                <a:lnTo>
                  <a:pt x="1208" y="1012"/>
                </a:lnTo>
                <a:lnTo>
                  <a:pt x="1207" y="1012"/>
                </a:lnTo>
                <a:lnTo>
                  <a:pt x="1206" y="1011"/>
                </a:lnTo>
                <a:lnTo>
                  <a:pt x="1205" y="1011"/>
                </a:lnTo>
                <a:lnTo>
                  <a:pt x="1205" y="1012"/>
                </a:lnTo>
                <a:lnTo>
                  <a:pt x="1204" y="1012"/>
                </a:lnTo>
                <a:lnTo>
                  <a:pt x="1203" y="1012"/>
                </a:lnTo>
                <a:lnTo>
                  <a:pt x="1202" y="1012"/>
                </a:lnTo>
                <a:lnTo>
                  <a:pt x="1201" y="1012"/>
                </a:lnTo>
                <a:lnTo>
                  <a:pt x="1201" y="1013"/>
                </a:lnTo>
                <a:lnTo>
                  <a:pt x="1199" y="1014"/>
                </a:lnTo>
                <a:lnTo>
                  <a:pt x="1198" y="1014"/>
                </a:lnTo>
                <a:lnTo>
                  <a:pt x="1197" y="1014"/>
                </a:lnTo>
                <a:lnTo>
                  <a:pt x="1196" y="1014"/>
                </a:lnTo>
                <a:lnTo>
                  <a:pt x="1195" y="1015"/>
                </a:lnTo>
                <a:lnTo>
                  <a:pt x="1194" y="1014"/>
                </a:lnTo>
                <a:lnTo>
                  <a:pt x="1194" y="1013"/>
                </a:lnTo>
                <a:lnTo>
                  <a:pt x="1193" y="1013"/>
                </a:lnTo>
                <a:lnTo>
                  <a:pt x="1193" y="1012"/>
                </a:lnTo>
                <a:lnTo>
                  <a:pt x="1191" y="1012"/>
                </a:lnTo>
                <a:lnTo>
                  <a:pt x="1190" y="1012"/>
                </a:lnTo>
                <a:lnTo>
                  <a:pt x="1190" y="1011"/>
                </a:lnTo>
                <a:lnTo>
                  <a:pt x="1189" y="1010"/>
                </a:lnTo>
                <a:lnTo>
                  <a:pt x="1188" y="1011"/>
                </a:lnTo>
                <a:lnTo>
                  <a:pt x="1187" y="1011"/>
                </a:lnTo>
                <a:lnTo>
                  <a:pt x="1186" y="1010"/>
                </a:lnTo>
                <a:lnTo>
                  <a:pt x="1184" y="1010"/>
                </a:lnTo>
                <a:lnTo>
                  <a:pt x="1183" y="1009"/>
                </a:lnTo>
                <a:lnTo>
                  <a:pt x="1182" y="1009"/>
                </a:lnTo>
                <a:lnTo>
                  <a:pt x="1181" y="1009"/>
                </a:lnTo>
                <a:lnTo>
                  <a:pt x="1180" y="1009"/>
                </a:lnTo>
                <a:lnTo>
                  <a:pt x="1179" y="1011"/>
                </a:lnTo>
                <a:lnTo>
                  <a:pt x="1179" y="1012"/>
                </a:lnTo>
                <a:lnTo>
                  <a:pt x="1179" y="1014"/>
                </a:lnTo>
                <a:lnTo>
                  <a:pt x="1178" y="1014"/>
                </a:lnTo>
                <a:lnTo>
                  <a:pt x="1177" y="1015"/>
                </a:lnTo>
                <a:lnTo>
                  <a:pt x="1177" y="1016"/>
                </a:lnTo>
                <a:lnTo>
                  <a:pt x="1178" y="1017"/>
                </a:lnTo>
                <a:lnTo>
                  <a:pt x="1178" y="1018"/>
                </a:lnTo>
                <a:lnTo>
                  <a:pt x="1177" y="1018"/>
                </a:lnTo>
                <a:lnTo>
                  <a:pt x="1178" y="1018"/>
                </a:lnTo>
                <a:lnTo>
                  <a:pt x="1177" y="1019"/>
                </a:lnTo>
                <a:lnTo>
                  <a:pt x="1178" y="1020"/>
                </a:lnTo>
                <a:lnTo>
                  <a:pt x="1179" y="1021"/>
                </a:lnTo>
                <a:lnTo>
                  <a:pt x="1179" y="1022"/>
                </a:lnTo>
                <a:lnTo>
                  <a:pt x="1179" y="1023"/>
                </a:lnTo>
                <a:lnTo>
                  <a:pt x="1180" y="1023"/>
                </a:lnTo>
                <a:lnTo>
                  <a:pt x="1180" y="1024"/>
                </a:lnTo>
                <a:lnTo>
                  <a:pt x="1180" y="1025"/>
                </a:lnTo>
                <a:lnTo>
                  <a:pt x="1180" y="1026"/>
                </a:lnTo>
                <a:lnTo>
                  <a:pt x="1181" y="1026"/>
                </a:lnTo>
                <a:lnTo>
                  <a:pt x="1182" y="1025"/>
                </a:lnTo>
                <a:lnTo>
                  <a:pt x="1182" y="1026"/>
                </a:lnTo>
                <a:lnTo>
                  <a:pt x="1182" y="1027"/>
                </a:lnTo>
                <a:lnTo>
                  <a:pt x="1182" y="1026"/>
                </a:lnTo>
                <a:lnTo>
                  <a:pt x="1183" y="1026"/>
                </a:lnTo>
                <a:lnTo>
                  <a:pt x="1183" y="1027"/>
                </a:lnTo>
                <a:lnTo>
                  <a:pt x="1183" y="1028"/>
                </a:lnTo>
                <a:lnTo>
                  <a:pt x="1183" y="1029"/>
                </a:lnTo>
                <a:lnTo>
                  <a:pt x="1182" y="1030"/>
                </a:lnTo>
                <a:lnTo>
                  <a:pt x="1181" y="1030"/>
                </a:lnTo>
                <a:lnTo>
                  <a:pt x="1180" y="1030"/>
                </a:lnTo>
                <a:lnTo>
                  <a:pt x="1179" y="1031"/>
                </a:lnTo>
                <a:lnTo>
                  <a:pt x="1178" y="1031"/>
                </a:lnTo>
                <a:lnTo>
                  <a:pt x="1177" y="1032"/>
                </a:lnTo>
                <a:lnTo>
                  <a:pt x="1176" y="1032"/>
                </a:lnTo>
                <a:lnTo>
                  <a:pt x="1175" y="1032"/>
                </a:lnTo>
                <a:lnTo>
                  <a:pt x="1174" y="1033"/>
                </a:lnTo>
                <a:lnTo>
                  <a:pt x="1174" y="1034"/>
                </a:lnTo>
                <a:lnTo>
                  <a:pt x="1173" y="1034"/>
                </a:lnTo>
                <a:lnTo>
                  <a:pt x="1173" y="1035"/>
                </a:lnTo>
                <a:lnTo>
                  <a:pt x="1172" y="1035"/>
                </a:lnTo>
                <a:lnTo>
                  <a:pt x="1171" y="1035"/>
                </a:lnTo>
                <a:lnTo>
                  <a:pt x="1171" y="1036"/>
                </a:lnTo>
                <a:lnTo>
                  <a:pt x="1170" y="1036"/>
                </a:lnTo>
                <a:lnTo>
                  <a:pt x="1169" y="1037"/>
                </a:lnTo>
                <a:lnTo>
                  <a:pt x="1168" y="1038"/>
                </a:lnTo>
                <a:lnTo>
                  <a:pt x="1167" y="1038"/>
                </a:lnTo>
                <a:lnTo>
                  <a:pt x="1167" y="1037"/>
                </a:lnTo>
                <a:lnTo>
                  <a:pt x="1166" y="1038"/>
                </a:lnTo>
                <a:lnTo>
                  <a:pt x="1165" y="1038"/>
                </a:lnTo>
                <a:lnTo>
                  <a:pt x="1165" y="1037"/>
                </a:lnTo>
                <a:lnTo>
                  <a:pt x="1164" y="1036"/>
                </a:lnTo>
                <a:lnTo>
                  <a:pt x="1163" y="1036"/>
                </a:lnTo>
                <a:lnTo>
                  <a:pt x="1163" y="1037"/>
                </a:lnTo>
                <a:lnTo>
                  <a:pt x="1162" y="1037"/>
                </a:lnTo>
                <a:lnTo>
                  <a:pt x="1162" y="1036"/>
                </a:lnTo>
                <a:lnTo>
                  <a:pt x="1162" y="1037"/>
                </a:lnTo>
                <a:lnTo>
                  <a:pt x="1161" y="1037"/>
                </a:lnTo>
                <a:lnTo>
                  <a:pt x="1161" y="1038"/>
                </a:lnTo>
                <a:lnTo>
                  <a:pt x="1161" y="1039"/>
                </a:lnTo>
                <a:lnTo>
                  <a:pt x="1160" y="1040"/>
                </a:lnTo>
                <a:lnTo>
                  <a:pt x="1159" y="1040"/>
                </a:lnTo>
                <a:lnTo>
                  <a:pt x="1159" y="1041"/>
                </a:lnTo>
                <a:lnTo>
                  <a:pt x="1158" y="1042"/>
                </a:lnTo>
                <a:lnTo>
                  <a:pt x="1157" y="1042"/>
                </a:lnTo>
                <a:lnTo>
                  <a:pt x="1156" y="1042"/>
                </a:lnTo>
                <a:lnTo>
                  <a:pt x="1155" y="1043"/>
                </a:lnTo>
                <a:lnTo>
                  <a:pt x="1154" y="1043"/>
                </a:lnTo>
                <a:lnTo>
                  <a:pt x="1153" y="1044"/>
                </a:lnTo>
                <a:lnTo>
                  <a:pt x="1152" y="1044"/>
                </a:lnTo>
                <a:lnTo>
                  <a:pt x="1151" y="1044"/>
                </a:lnTo>
                <a:lnTo>
                  <a:pt x="1151" y="1043"/>
                </a:lnTo>
                <a:lnTo>
                  <a:pt x="1151" y="1042"/>
                </a:lnTo>
                <a:lnTo>
                  <a:pt x="1150" y="1042"/>
                </a:lnTo>
                <a:lnTo>
                  <a:pt x="1150" y="1041"/>
                </a:lnTo>
                <a:lnTo>
                  <a:pt x="1149" y="1040"/>
                </a:lnTo>
                <a:lnTo>
                  <a:pt x="1149" y="1039"/>
                </a:lnTo>
                <a:lnTo>
                  <a:pt x="1148" y="1039"/>
                </a:lnTo>
                <a:lnTo>
                  <a:pt x="1147" y="1039"/>
                </a:lnTo>
                <a:lnTo>
                  <a:pt x="1146" y="1039"/>
                </a:lnTo>
                <a:lnTo>
                  <a:pt x="1145" y="1038"/>
                </a:lnTo>
                <a:lnTo>
                  <a:pt x="1144" y="1038"/>
                </a:lnTo>
                <a:lnTo>
                  <a:pt x="1144" y="1039"/>
                </a:lnTo>
                <a:lnTo>
                  <a:pt x="1143" y="1039"/>
                </a:lnTo>
                <a:lnTo>
                  <a:pt x="1142" y="1039"/>
                </a:lnTo>
                <a:lnTo>
                  <a:pt x="1141" y="1039"/>
                </a:lnTo>
                <a:lnTo>
                  <a:pt x="1141" y="1040"/>
                </a:lnTo>
                <a:lnTo>
                  <a:pt x="1140" y="1040"/>
                </a:lnTo>
                <a:lnTo>
                  <a:pt x="1139" y="1040"/>
                </a:lnTo>
                <a:lnTo>
                  <a:pt x="1139" y="1041"/>
                </a:lnTo>
                <a:lnTo>
                  <a:pt x="1137" y="1041"/>
                </a:lnTo>
                <a:lnTo>
                  <a:pt x="1136" y="1041"/>
                </a:lnTo>
                <a:lnTo>
                  <a:pt x="1136" y="1042"/>
                </a:lnTo>
                <a:lnTo>
                  <a:pt x="1135" y="1042"/>
                </a:lnTo>
                <a:lnTo>
                  <a:pt x="1135" y="1043"/>
                </a:lnTo>
                <a:lnTo>
                  <a:pt x="1135" y="1042"/>
                </a:lnTo>
                <a:lnTo>
                  <a:pt x="1134" y="1043"/>
                </a:lnTo>
                <a:lnTo>
                  <a:pt x="1132" y="1043"/>
                </a:lnTo>
                <a:lnTo>
                  <a:pt x="1131" y="1043"/>
                </a:lnTo>
                <a:lnTo>
                  <a:pt x="1130" y="1042"/>
                </a:lnTo>
                <a:lnTo>
                  <a:pt x="1131" y="1042"/>
                </a:lnTo>
                <a:lnTo>
                  <a:pt x="1131" y="1041"/>
                </a:lnTo>
                <a:lnTo>
                  <a:pt x="1130" y="1041"/>
                </a:lnTo>
                <a:lnTo>
                  <a:pt x="1130" y="1040"/>
                </a:lnTo>
                <a:lnTo>
                  <a:pt x="1129" y="1040"/>
                </a:lnTo>
                <a:lnTo>
                  <a:pt x="1129" y="1039"/>
                </a:lnTo>
                <a:lnTo>
                  <a:pt x="1128" y="1039"/>
                </a:lnTo>
                <a:lnTo>
                  <a:pt x="1128" y="1038"/>
                </a:lnTo>
                <a:lnTo>
                  <a:pt x="1127" y="1037"/>
                </a:lnTo>
                <a:lnTo>
                  <a:pt x="1126" y="1037"/>
                </a:lnTo>
                <a:lnTo>
                  <a:pt x="1125" y="1037"/>
                </a:lnTo>
                <a:lnTo>
                  <a:pt x="1125" y="1038"/>
                </a:lnTo>
                <a:lnTo>
                  <a:pt x="1124" y="1038"/>
                </a:lnTo>
                <a:lnTo>
                  <a:pt x="1123" y="1039"/>
                </a:lnTo>
                <a:lnTo>
                  <a:pt x="1122" y="1039"/>
                </a:lnTo>
                <a:lnTo>
                  <a:pt x="1121" y="1039"/>
                </a:lnTo>
                <a:lnTo>
                  <a:pt x="1120" y="1039"/>
                </a:lnTo>
                <a:lnTo>
                  <a:pt x="1119" y="1039"/>
                </a:lnTo>
                <a:lnTo>
                  <a:pt x="1119" y="1040"/>
                </a:lnTo>
                <a:lnTo>
                  <a:pt x="1118" y="1040"/>
                </a:lnTo>
                <a:lnTo>
                  <a:pt x="1118" y="1039"/>
                </a:lnTo>
                <a:lnTo>
                  <a:pt x="1117" y="1039"/>
                </a:lnTo>
                <a:lnTo>
                  <a:pt x="1117" y="1038"/>
                </a:lnTo>
                <a:lnTo>
                  <a:pt x="1116" y="1038"/>
                </a:lnTo>
                <a:lnTo>
                  <a:pt x="1116" y="1037"/>
                </a:lnTo>
                <a:lnTo>
                  <a:pt x="1115" y="1036"/>
                </a:lnTo>
                <a:lnTo>
                  <a:pt x="1113" y="1036"/>
                </a:lnTo>
                <a:lnTo>
                  <a:pt x="1112" y="1037"/>
                </a:lnTo>
                <a:lnTo>
                  <a:pt x="1111" y="1037"/>
                </a:lnTo>
                <a:lnTo>
                  <a:pt x="1110" y="1037"/>
                </a:lnTo>
                <a:lnTo>
                  <a:pt x="1109" y="1036"/>
                </a:lnTo>
                <a:lnTo>
                  <a:pt x="1108" y="1036"/>
                </a:lnTo>
                <a:lnTo>
                  <a:pt x="1108" y="1035"/>
                </a:lnTo>
                <a:lnTo>
                  <a:pt x="1107" y="1035"/>
                </a:lnTo>
                <a:lnTo>
                  <a:pt x="1107" y="1034"/>
                </a:lnTo>
                <a:lnTo>
                  <a:pt x="1106" y="1034"/>
                </a:lnTo>
                <a:lnTo>
                  <a:pt x="1105" y="1034"/>
                </a:lnTo>
                <a:lnTo>
                  <a:pt x="1105" y="1033"/>
                </a:lnTo>
                <a:lnTo>
                  <a:pt x="1105" y="1032"/>
                </a:lnTo>
                <a:lnTo>
                  <a:pt x="1104" y="1032"/>
                </a:lnTo>
                <a:lnTo>
                  <a:pt x="1104" y="1031"/>
                </a:lnTo>
                <a:lnTo>
                  <a:pt x="1103" y="1030"/>
                </a:lnTo>
                <a:lnTo>
                  <a:pt x="1102" y="1029"/>
                </a:lnTo>
                <a:lnTo>
                  <a:pt x="1102" y="1030"/>
                </a:lnTo>
                <a:lnTo>
                  <a:pt x="1101" y="1030"/>
                </a:lnTo>
                <a:lnTo>
                  <a:pt x="1100" y="1030"/>
                </a:lnTo>
                <a:lnTo>
                  <a:pt x="1099" y="1030"/>
                </a:lnTo>
                <a:lnTo>
                  <a:pt x="1099" y="1029"/>
                </a:lnTo>
                <a:lnTo>
                  <a:pt x="1098" y="1029"/>
                </a:lnTo>
                <a:lnTo>
                  <a:pt x="1098" y="1028"/>
                </a:lnTo>
                <a:lnTo>
                  <a:pt x="1098" y="1027"/>
                </a:lnTo>
                <a:lnTo>
                  <a:pt x="1097" y="1027"/>
                </a:lnTo>
                <a:lnTo>
                  <a:pt x="1096" y="1027"/>
                </a:lnTo>
                <a:lnTo>
                  <a:pt x="1096" y="1028"/>
                </a:lnTo>
                <a:lnTo>
                  <a:pt x="1095" y="1028"/>
                </a:lnTo>
                <a:lnTo>
                  <a:pt x="1093" y="1028"/>
                </a:lnTo>
                <a:lnTo>
                  <a:pt x="1093" y="1027"/>
                </a:lnTo>
                <a:lnTo>
                  <a:pt x="1092" y="1027"/>
                </a:lnTo>
                <a:lnTo>
                  <a:pt x="1091" y="1027"/>
                </a:lnTo>
                <a:lnTo>
                  <a:pt x="1091" y="1026"/>
                </a:lnTo>
                <a:lnTo>
                  <a:pt x="1090" y="1026"/>
                </a:lnTo>
                <a:lnTo>
                  <a:pt x="1090" y="1025"/>
                </a:lnTo>
                <a:lnTo>
                  <a:pt x="1089" y="1024"/>
                </a:lnTo>
                <a:lnTo>
                  <a:pt x="1088" y="1024"/>
                </a:lnTo>
                <a:lnTo>
                  <a:pt x="1088" y="1023"/>
                </a:lnTo>
                <a:lnTo>
                  <a:pt x="1087" y="1023"/>
                </a:lnTo>
                <a:lnTo>
                  <a:pt x="1086" y="1022"/>
                </a:lnTo>
                <a:lnTo>
                  <a:pt x="1085" y="1022"/>
                </a:lnTo>
                <a:lnTo>
                  <a:pt x="1085" y="1021"/>
                </a:lnTo>
                <a:lnTo>
                  <a:pt x="1084" y="1020"/>
                </a:lnTo>
                <a:lnTo>
                  <a:pt x="1082" y="1020"/>
                </a:lnTo>
                <a:lnTo>
                  <a:pt x="1081" y="1020"/>
                </a:lnTo>
                <a:lnTo>
                  <a:pt x="1080" y="1020"/>
                </a:lnTo>
                <a:lnTo>
                  <a:pt x="1079" y="1020"/>
                </a:lnTo>
                <a:lnTo>
                  <a:pt x="1078" y="1019"/>
                </a:lnTo>
                <a:lnTo>
                  <a:pt x="1078" y="1017"/>
                </a:lnTo>
                <a:lnTo>
                  <a:pt x="1078" y="1016"/>
                </a:lnTo>
                <a:lnTo>
                  <a:pt x="1077" y="1014"/>
                </a:lnTo>
                <a:lnTo>
                  <a:pt x="1077" y="1013"/>
                </a:lnTo>
                <a:lnTo>
                  <a:pt x="1077" y="1012"/>
                </a:lnTo>
                <a:lnTo>
                  <a:pt x="1077" y="1011"/>
                </a:lnTo>
                <a:lnTo>
                  <a:pt x="1078" y="1010"/>
                </a:lnTo>
                <a:lnTo>
                  <a:pt x="1078" y="1009"/>
                </a:lnTo>
                <a:lnTo>
                  <a:pt x="1078" y="1008"/>
                </a:lnTo>
                <a:lnTo>
                  <a:pt x="1079" y="1008"/>
                </a:lnTo>
                <a:lnTo>
                  <a:pt x="1079" y="1007"/>
                </a:lnTo>
                <a:lnTo>
                  <a:pt x="1080" y="1007"/>
                </a:lnTo>
                <a:lnTo>
                  <a:pt x="1080" y="1008"/>
                </a:lnTo>
                <a:lnTo>
                  <a:pt x="1081" y="1008"/>
                </a:lnTo>
                <a:lnTo>
                  <a:pt x="1082" y="1008"/>
                </a:lnTo>
                <a:lnTo>
                  <a:pt x="1083" y="1008"/>
                </a:lnTo>
                <a:lnTo>
                  <a:pt x="1084" y="1008"/>
                </a:lnTo>
                <a:lnTo>
                  <a:pt x="1085" y="1008"/>
                </a:lnTo>
                <a:lnTo>
                  <a:pt x="1085" y="1007"/>
                </a:lnTo>
                <a:lnTo>
                  <a:pt x="1086" y="1007"/>
                </a:lnTo>
                <a:lnTo>
                  <a:pt x="1086" y="1006"/>
                </a:lnTo>
                <a:lnTo>
                  <a:pt x="1086" y="1005"/>
                </a:lnTo>
                <a:lnTo>
                  <a:pt x="1086" y="1004"/>
                </a:lnTo>
                <a:lnTo>
                  <a:pt x="1086" y="1003"/>
                </a:lnTo>
                <a:lnTo>
                  <a:pt x="1087" y="1002"/>
                </a:lnTo>
                <a:lnTo>
                  <a:pt x="1088" y="1002"/>
                </a:lnTo>
                <a:lnTo>
                  <a:pt x="1090" y="1001"/>
                </a:lnTo>
                <a:lnTo>
                  <a:pt x="1090" y="1000"/>
                </a:lnTo>
                <a:lnTo>
                  <a:pt x="1090" y="999"/>
                </a:lnTo>
                <a:lnTo>
                  <a:pt x="1089" y="999"/>
                </a:lnTo>
                <a:lnTo>
                  <a:pt x="1088" y="999"/>
                </a:lnTo>
                <a:lnTo>
                  <a:pt x="1087" y="998"/>
                </a:lnTo>
                <a:lnTo>
                  <a:pt x="1087" y="999"/>
                </a:lnTo>
                <a:lnTo>
                  <a:pt x="1086" y="999"/>
                </a:lnTo>
                <a:lnTo>
                  <a:pt x="1085" y="999"/>
                </a:lnTo>
                <a:lnTo>
                  <a:pt x="1084" y="999"/>
                </a:lnTo>
                <a:lnTo>
                  <a:pt x="1083" y="999"/>
                </a:lnTo>
                <a:lnTo>
                  <a:pt x="1083" y="998"/>
                </a:lnTo>
                <a:lnTo>
                  <a:pt x="1082" y="998"/>
                </a:lnTo>
                <a:lnTo>
                  <a:pt x="1082" y="997"/>
                </a:lnTo>
                <a:lnTo>
                  <a:pt x="1083" y="997"/>
                </a:lnTo>
                <a:lnTo>
                  <a:pt x="1084" y="996"/>
                </a:lnTo>
                <a:lnTo>
                  <a:pt x="1084" y="995"/>
                </a:lnTo>
                <a:lnTo>
                  <a:pt x="1084" y="994"/>
                </a:lnTo>
                <a:lnTo>
                  <a:pt x="1085" y="994"/>
                </a:lnTo>
                <a:lnTo>
                  <a:pt x="1085" y="993"/>
                </a:lnTo>
                <a:lnTo>
                  <a:pt x="1084" y="993"/>
                </a:lnTo>
                <a:lnTo>
                  <a:pt x="1084" y="994"/>
                </a:lnTo>
                <a:lnTo>
                  <a:pt x="1084" y="993"/>
                </a:lnTo>
                <a:lnTo>
                  <a:pt x="1084" y="992"/>
                </a:lnTo>
                <a:lnTo>
                  <a:pt x="1085" y="992"/>
                </a:lnTo>
                <a:lnTo>
                  <a:pt x="1086" y="991"/>
                </a:lnTo>
                <a:lnTo>
                  <a:pt x="1085" y="991"/>
                </a:lnTo>
                <a:lnTo>
                  <a:pt x="1085" y="990"/>
                </a:lnTo>
                <a:lnTo>
                  <a:pt x="1085" y="989"/>
                </a:lnTo>
                <a:lnTo>
                  <a:pt x="1085" y="988"/>
                </a:lnTo>
                <a:lnTo>
                  <a:pt x="1084" y="988"/>
                </a:lnTo>
                <a:lnTo>
                  <a:pt x="1084" y="987"/>
                </a:lnTo>
                <a:lnTo>
                  <a:pt x="1084" y="986"/>
                </a:lnTo>
                <a:lnTo>
                  <a:pt x="1084" y="985"/>
                </a:lnTo>
                <a:lnTo>
                  <a:pt x="1083" y="983"/>
                </a:lnTo>
                <a:lnTo>
                  <a:pt x="1083" y="982"/>
                </a:lnTo>
                <a:lnTo>
                  <a:pt x="1082" y="982"/>
                </a:lnTo>
                <a:lnTo>
                  <a:pt x="1082" y="981"/>
                </a:lnTo>
                <a:lnTo>
                  <a:pt x="1081" y="981"/>
                </a:lnTo>
                <a:lnTo>
                  <a:pt x="1081" y="980"/>
                </a:lnTo>
                <a:lnTo>
                  <a:pt x="1081" y="979"/>
                </a:lnTo>
                <a:lnTo>
                  <a:pt x="1081" y="978"/>
                </a:lnTo>
                <a:lnTo>
                  <a:pt x="1081" y="977"/>
                </a:lnTo>
                <a:lnTo>
                  <a:pt x="1081" y="976"/>
                </a:lnTo>
                <a:lnTo>
                  <a:pt x="1081" y="975"/>
                </a:lnTo>
                <a:lnTo>
                  <a:pt x="1081" y="974"/>
                </a:lnTo>
                <a:lnTo>
                  <a:pt x="1080" y="973"/>
                </a:lnTo>
                <a:lnTo>
                  <a:pt x="1079" y="971"/>
                </a:lnTo>
                <a:lnTo>
                  <a:pt x="1080" y="971"/>
                </a:lnTo>
                <a:lnTo>
                  <a:pt x="1081" y="971"/>
                </a:lnTo>
                <a:lnTo>
                  <a:pt x="1081" y="970"/>
                </a:lnTo>
                <a:lnTo>
                  <a:pt x="1082" y="970"/>
                </a:lnTo>
                <a:lnTo>
                  <a:pt x="1082" y="971"/>
                </a:lnTo>
                <a:lnTo>
                  <a:pt x="1083" y="971"/>
                </a:lnTo>
                <a:lnTo>
                  <a:pt x="1083" y="972"/>
                </a:lnTo>
                <a:lnTo>
                  <a:pt x="1085" y="972"/>
                </a:lnTo>
                <a:lnTo>
                  <a:pt x="1086" y="972"/>
                </a:lnTo>
                <a:lnTo>
                  <a:pt x="1087" y="972"/>
                </a:lnTo>
                <a:lnTo>
                  <a:pt x="1088" y="972"/>
                </a:lnTo>
                <a:lnTo>
                  <a:pt x="1088" y="971"/>
                </a:lnTo>
                <a:lnTo>
                  <a:pt x="1087" y="971"/>
                </a:lnTo>
                <a:lnTo>
                  <a:pt x="1087" y="970"/>
                </a:lnTo>
                <a:lnTo>
                  <a:pt x="1088" y="970"/>
                </a:lnTo>
                <a:lnTo>
                  <a:pt x="1089" y="970"/>
                </a:lnTo>
                <a:lnTo>
                  <a:pt x="1090" y="970"/>
                </a:lnTo>
                <a:lnTo>
                  <a:pt x="1090" y="969"/>
                </a:lnTo>
                <a:lnTo>
                  <a:pt x="1091" y="969"/>
                </a:lnTo>
                <a:lnTo>
                  <a:pt x="1091" y="970"/>
                </a:lnTo>
                <a:lnTo>
                  <a:pt x="1091" y="969"/>
                </a:lnTo>
                <a:lnTo>
                  <a:pt x="1090" y="969"/>
                </a:lnTo>
                <a:lnTo>
                  <a:pt x="1089" y="969"/>
                </a:lnTo>
                <a:lnTo>
                  <a:pt x="1088" y="968"/>
                </a:lnTo>
                <a:lnTo>
                  <a:pt x="1087" y="968"/>
                </a:lnTo>
                <a:lnTo>
                  <a:pt x="1087" y="967"/>
                </a:lnTo>
                <a:lnTo>
                  <a:pt x="1086" y="967"/>
                </a:lnTo>
                <a:lnTo>
                  <a:pt x="1085" y="967"/>
                </a:lnTo>
                <a:lnTo>
                  <a:pt x="1084" y="967"/>
                </a:lnTo>
                <a:lnTo>
                  <a:pt x="1083" y="968"/>
                </a:lnTo>
                <a:lnTo>
                  <a:pt x="1082" y="969"/>
                </a:lnTo>
                <a:lnTo>
                  <a:pt x="1081" y="969"/>
                </a:lnTo>
                <a:lnTo>
                  <a:pt x="1081" y="968"/>
                </a:lnTo>
                <a:lnTo>
                  <a:pt x="1080" y="968"/>
                </a:lnTo>
                <a:lnTo>
                  <a:pt x="1079" y="968"/>
                </a:lnTo>
                <a:lnTo>
                  <a:pt x="1079" y="969"/>
                </a:lnTo>
                <a:lnTo>
                  <a:pt x="1078" y="969"/>
                </a:lnTo>
                <a:lnTo>
                  <a:pt x="1078" y="968"/>
                </a:lnTo>
                <a:lnTo>
                  <a:pt x="1078" y="967"/>
                </a:lnTo>
                <a:lnTo>
                  <a:pt x="1078" y="966"/>
                </a:lnTo>
                <a:lnTo>
                  <a:pt x="1078" y="965"/>
                </a:lnTo>
                <a:lnTo>
                  <a:pt x="1077" y="964"/>
                </a:lnTo>
                <a:lnTo>
                  <a:pt x="1076" y="964"/>
                </a:lnTo>
                <a:lnTo>
                  <a:pt x="1076" y="963"/>
                </a:lnTo>
                <a:lnTo>
                  <a:pt x="1076" y="962"/>
                </a:lnTo>
                <a:lnTo>
                  <a:pt x="1075" y="962"/>
                </a:lnTo>
                <a:lnTo>
                  <a:pt x="1075" y="961"/>
                </a:lnTo>
                <a:lnTo>
                  <a:pt x="1074" y="961"/>
                </a:lnTo>
                <a:lnTo>
                  <a:pt x="1073" y="961"/>
                </a:lnTo>
                <a:lnTo>
                  <a:pt x="1072" y="961"/>
                </a:lnTo>
                <a:lnTo>
                  <a:pt x="1071" y="959"/>
                </a:lnTo>
                <a:lnTo>
                  <a:pt x="1072" y="959"/>
                </a:lnTo>
                <a:lnTo>
                  <a:pt x="1072" y="958"/>
                </a:lnTo>
                <a:lnTo>
                  <a:pt x="1071" y="957"/>
                </a:lnTo>
                <a:lnTo>
                  <a:pt x="1071" y="956"/>
                </a:lnTo>
                <a:lnTo>
                  <a:pt x="1070" y="956"/>
                </a:lnTo>
                <a:lnTo>
                  <a:pt x="1069" y="956"/>
                </a:lnTo>
                <a:lnTo>
                  <a:pt x="1069" y="955"/>
                </a:lnTo>
                <a:lnTo>
                  <a:pt x="1068" y="955"/>
                </a:lnTo>
                <a:lnTo>
                  <a:pt x="1068" y="953"/>
                </a:lnTo>
                <a:lnTo>
                  <a:pt x="1068" y="952"/>
                </a:lnTo>
                <a:lnTo>
                  <a:pt x="1067" y="952"/>
                </a:lnTo>
                <a:lnTo>
                  <a:pt x="1067" y="951"/>
                </a:lnTo>
                <a:lnTo>
                  <a:pt x="1068" y="951"/>
                </a:lnTo>
                <a:lnTo>
                  <a:pt x="1068" y="950"/>
                </a:lnTo>
                <a:lnTo>
                  <a:pt x="1067" y="950"/>
                </a:lnTo>
                <a:lnTo>
                  <a:pt x="1066" y="949"/>
                </a:lnTo>
                <a:lnTo>
                  <a:pt x="1066" y="948"/>
                </a:lnTo>
                <a:lnTo>
                  <a:pt x="1066" y="947"/>
                </a:lnTo>
                <a:lnTo>
                  <a:pt x="1066" y="946"/>
                </a:lnTo>
                <a:lnTo>
                  <a:pt x="1067" y="946"/>
                </a:lnTo>
                <a:lnTo>
                  <a:pt x="1067" y="945"/>
                </a:lnTo>
                <a:lnTo>
                  <a:pt x="1067" y="944"/>
                </a:lnTo>
                <a:lnTo>
                  <a:pt x="1068" y="943"/>
                </a:lnTo>
                <a:lnTo>
                  <a:pt x="1068" y="942"/>
                </a:lnTo>
                <a:lnTo>
                  <a:pt x="1068" y="941"/>
                </a:lnTo>
                <a:lnTo>
                  <a:pt x="1067" y="940"/>
                </a:lnTo>
                <a:lnTo>
                  <a:pt x="1066" y="939"/>
                </a:lnTo>
                <a:lnTo>
                  <a:pt x="1065" y="939"/>
                </a:lnTo>
                <a:lnTo>
                  <a:pt x="1065" y="938"/>
                </a:lnTo>
                <a:lnTo>
                  <a:pt x="1064" y="938"/>
                </a:lnTo>
                <a:lnTo>
                  <a:pt x="1064" y="937"/>
                </a:lnTo>
                <a:lnTo>
                  <a:pt x="1063" y="936"/>
                </a:lnTo>
                <a:lnTo>
                  <a:pt x="1062" y="935"/>
                </a:lnTo>
                <a:lnTo>
                  <a:pt x="1062" y="934"/>
                </a:lnTo>
                <a:lnTo>
                  <a:pt x="1061" y="934"/>
                </a:lnTo>
                <a:lnTo>
                  <a:pt x="1060" y="934"/>
                </a:lnTo>
                <a:lnTo>
                  <a:pt x="1059" y="934"/>
                </a:lnTo>
                <a:lnTo>
                  <a:pt x="1059" y="933"/>
                </a:lnTo>
                <a:lnTo>
                  <a:pt x="1058" y="933"/>
                </a:lnTo>
                <a:lnTo>
                  <a:pt x="1057" y="933"/>
                </a:lnTo>
                <a:lnTo>
                  <a:pt x="1056" y="932"/>
                </a:lnTo>
                <a:lnTo>
                  <a:pt x="1055" y="932"/>
                </a:lnTo>
                <a:lnTo>
                  <a:pt x="1054" y="932"/>
                </a:lnTo>
                <a:lnTo>
                  <a:pt x="1053" y="933"/>
                </a:lnTo>
                <a:lnTo>
                  <a:pt x="1052" y="933"/>
                </a:lnTo>
                <a:lnTo>
                  <a:pt x="1051" y="933"/>
                </a:lnTo>
                <a:lnTo>
                  <a:pt x="1050" y="933"/>
                </a:lnTo>
                <a:lnTo>
                  <a:pt x="1049" y="933"/>
                </a:lnTo>
                <a:lnTo>
                  <a:pt x="1048" y="933"/>
                </a:lnTo>
                <a:lnTo>
                  <a:pt x="1047" y="933"/>
                </a:lnTo>
                <a:lnTo>
                  <a:pt x="1046" y="933"/>
                </a:lnTo>
                <a:lnTo>
                  <a:pt x="1045" y="933"/>
                </a:lnTo>
                <a:lnTo>
                  <a:pt x="1044" y="933"/>
                </a:lnTo>
                <a:lnTo>
                  <a:pt x="1042" y="933"/>
                </a:lnTo>
                <a:lnTo>
                  <a:pt x="1041" y="933"/>
                </a:lnTo>
                <a:lnTo>
                  <a:pt x="1041" y="932"/>
                </a:lnTo>
                <a:lnTo>
                  <a:pt x="1040" y="932"/>
                </a:lnTo>
                <a:lnTo>
                  <a:pt x="1039" y="932"/>
                </a:lnTo>
                <a:lnTo>
                  <a:pt x="1039" y="933"/>
                </a:lnTo>
                <a:lnTo>
                  <a:pt x="1038" y="933"/>
                </a:lnTo>
                <a:lnTo>
                  <a:pt x="1037" y="933"/>
                </a:lnTo>
                <a:lnTo>
                  <a:pt x="1036" y="933"/>
                </a:lnTo>
                <a:lnTo>
                  <a:pt x="1035" y="933"/>
                </a:lnTo>
                <a:lnTo>
                  <a:pt x="1034" y="934"/>
                </a:lnTo>
                <a:lnTo>
                  <a:pt x="1034" y="935"/>
                </a:lnTo>
                <a:lnTo>
                  <a:pt x="1033" y="935"/>
                </a:lnTo>
                <a:lnTo>
                  <a:pt x="1032" y="934"/>
                </a:lnTo>
                <a:lnTo>
                  <a:pt x="1032" y="935"/>
                </a:lnTo>
                <a:lnTo>
                  <a:pt x="1031" y="935"/>
                </a:lnTo>
                <a:lnTo>
                  <a:pt x="1030" y="935"/>
                </a:lnTo>
                <a:lnTo>
                  <a:pt x="1030" y="934"/>
                </a:lnTo>
                <a:lnTo>
                  <a:pt x="1029" y="934"/>
                </a:lnTo>
                <a:lnTo>
                  <a:pt x="1028" y="933"/>
                </a:lnTo>
                <a:lnTo>
                  <a:pt x="1027" y="933"/>
                </a:lnTo>
                <a:lnTo>
                  <a:pt x="1026" y="933"/>
                </a:lnTo>
                <a:lnTo>
                  <a:pt x="1026" y="932"/>
                </a:lnTo>
                <a:lnTo>
                  <a:pt x="1025" y="932"/>
                </a:lnTo>
                <a:lnTo>
                  <a:pt x="1024" y="932"/>
                </a:lnTo>
                <a:lnTo>
                  <a:pt x="1023" y="932"/>
                </a:lnTo>
                <a:lnTo>
                  <a:pt x="1022" y="932"/>
                </a:lnTo>
                <a:lnTo>
                  <a:pt x="1022" y="931"/>
                </a:lnTo>
                <a:lnTo>
                  <a:pt x="1021" y="931"/>
                </a:lnTo>
                <a:lnTo>
                  <a:pt x="1020" y="931"/>
                </a:lnTo>
                <a:lnTo>
                  <a:pt x="1021" y="930"/>
                </a:lnTo>
                <a:lnTo>
                  <a:pt x="1022" y="930"/>
                </a:lnTo>
                <a:lnTo>
                  <a:pt x="1022" y="929"/>
                </a:lnTo>
                <a:lnTo>
                  <a:pt x="1021" y="929"/>
                </a:lnTo>
                <a:lnTo>
                  <a:pt x="1020" y="929"/>
                </a:lnTo>
                <a:lnTo>
                  <a:pt x="1020" y="930"/>
                </a:lnTo>
                <a:lnTo>
                  <a:pt x="1019" y="930"/>
                </a:lnTo>
                <a:lnTo>
                  <a:pt x="1018" y="930"/>
                </a:lnTo>
                <a:lnTo>
                  <a:pt x="1018" y="929"/>
                </a:lnTo>
                <a:lnTo>
                  <a:pt x="1019" y="929"/>
                </a:lnTo>
                <a:lnTo>
                  <a:pt x="1019" y="928"/>
                </a:lnTo>
                <a:lnTo>
                  <a:pt x="1018" y="928"/>
                </a:lnTo>
                <a:lnTo>
                  <a:pt x="1018" y="929"/>
                </a:lnTo>
                <a:lnTo>
                  <a:pt x="1017" y="929"/>
                </a:lnTo>
                <a:lnTo>
                  <a:pt x="1016" y="929"/>
                </a:lnTo>
                <a:lnTo>
                  <a:pt x="1016" y="928"/>
                </a:lnTo>
                <a:lnTo>
                  <a:pt x="1015" y="928"/>
                </a:lnTo>
                <a:lnTo>
                  <a:pt x="1015" y="929"/>
                </a:lnTo>
                <a:lnTo>
                  <a:pt x="1014" y="929"/>
                </a:lnTo>
                <a:lnTo>
                  <a:pt x="1014" y="930"/>
                </a:lnTo>
                <a:lnTo>
                  <a:pt x="1014" y="931"/>
                </a:lnTo>
                <a:lnTo>
                  <a:pt x="1013" y="931"/>
                </a:lnTo>
                <a:lnTo>
                  <a:pt x="1012" y="931"/>
                </a:lnTo>
                <a:lnTo>
                  <a:pt x="1012" y="932"/>
                </a:lnTo>
                <a:lnTo>
                  <a:pt x="1012" y="933"/>
                </a:lnTo>
                <a:lnTo>
                  <a:pt x="1012" y="934"/>
                </a:lnTo>
                <a:lnTo>
                  <a:pt x="1011" y="934"/>
                </a:lnTo>
                <a:lnTo>
                  <a:pt x="1011" y="933"/>
                </a:lnTo>
                <a:lnTo>
                  <a:pt x="1010" y="933"/>
                </a:lnTo>
                <a:lnTo>
                  <a:pt x="1009" y="933"/>
                </a:lnTo>
                <a:lnTo>
                  <a:pt x="1009" y="932"/>
                </a:lnTo>
                <a:lnTo>
                  <a:pt x="1009" y="931"/>
                </a:lnTo>
                <a:lnTo>
                  <a:pt x="1010" y="931"/>
                </a:lnTo>
                <a:lnTo>
                  <a:pt x="1010" y="930"/>
                </a:lnTo>
                <a:lnTo>
                  <a:pt x="1011" y="929"/>
                </a:lnTo>
                <a:lnTo>
                  <a:pt x="1011" y="928"/>
                </a:lnTo>
                <a:lnTo>
                  <a:pt x="1011" y="927"/>
                </a:lnTo>
                <a:lnTo>
                  <a:pt x="1011" y="926"/>
                </a:lnTo>
                <a:lnTo>
                  <a:pt x="1010" y="926"/>
                </a:lnTo>
                <a:lnTo>
                  <a:pt x="1010" y="925"/>
                </a:lnTo>
                <a:lnTo>
                  <a:pt x="1010" y="924"/>
                </a:lnTo>
                <a:lnTo>
                  <a:pt x="1010" y="923"/>
                </a:lnTo>
                <a:lnTo>
                  <a:pt x="1010" y="922"/>
                </a:lnTo>
                <a:lnTo>
                  <a:pt x="1010" y="921"/>
                </a:lnTo>
                <a:lnTo>
                  <a:pt x="1010" y="920"/>
                </a:lnTo>
                <a:lnTo>
                  <a:pt x="1009" y="920"/>
                </a:lnTo>
                <a:lnTo>
                  <a:pt x="1008" y="919"/>
                </a:lnTo>
                <a:lnTo>
                  <a:pt x="1007" y="919"/>
                </a:lnTo>
                <a:lnTo>
                  <a:pt x="1007" y="920"/>
                </a:lnTo>
                <a:lnTo>
                  <a:pt x="1006" y="920"/>
                </a:lnTo>
                <a:lnTo>
                  <a:pt x="1005" y="920"/>
                </a:lnTo>
                <a:lnTo>
                  <a:pt x="1004" y="920"/>
                </a:lnTo>
                <a:lnTo>
                  <a:pt x="1004" y="921"/>
                </a:lnTo>
                <a:lnTo>
                  <a:pt x="1004" y="922"/>
                </a:lnTo>
                <a:lnTo>
                  <a:pt x="1003" y="922"/>
                </a:lnTo>
                <a:lnTo>
                  <a:pt x="1002" y="922"/>
                </a:lnTo>
                <a:lnTo>
                  <a:pt x="1002" y="923"/>
                </a:lnTo>
                <a:lnTo>
                  <a:pt x="1002" y="924"/>
                </a:lnTo>
                <a:lnTo>
                  <a:pt x="1001" y="924"/>
                </a:lnTo>
                <a:lnTo>
                  <a:pt x="1002" y="924"/>
                </a:lnTo>
                <a:lnTo>
                  <a:pt x="1002" y="925"/>
                </a:lnTo>
                <a:lnTo>
                  <a:pt x="1002" y="926"/>
                </a:lnTo>
                <a:lnTo>
                  <a:pt x="1001" y="926"/>
                </a:lnTo>
                <a:lnTo>
                  <a:pt x="1000" y="926"/>
                </a:lnTo>
                <a:lnTo>
                  <a:pt x="999" y="926"/>
                </a:lnTo>
                <a:lnTo>
                  <a:pt x="997" y="926"/>
                </a:lnTo>
                <a:lnTo>
                  <a:pt x="997" y="925"/>
                </a:lnTo>
                <a:lnTo>
                  <a:pt x="996" y="926"/>
                </a:lnTo>
                <a:lnTo>
                  <a:pt x="995" y="926"/>
                </a:lnTo>
                <a:lnTo>
                  <a:pt x="994" y="926"/>
                </a:lnTo>
                <a:lnTo>
                  <a:pt x="993" y="926"/>
                </a:lnTo>
                <a:lnTo>
                  <a:pt x="993" y="927"/>
                </a:lnTo>
                <a:lnTo>
                  <a:pt x="992" y="927"/>
                </a:lnTo>
                <a:lnTo>
                  <a:pt x="992" y="926"/>
                </a:lnTo>
                <a:lnTo>
                  <a:pt x="991" y="926"/>
                </a:lnTo>
                <a:lnTo>
                  <a:pt x="990" y="926"/>
                </a:lnTo>
                <a:lnTo>
                  <a:pt x="989" y="924"/>
                </a:lnTo>
                <a:lnTo>
                  <a:pt x="988" y="924"/>
                </a:lnTo>
                <a:lnTo>
                  <a:pt x="987" y="923"/>
                </a:lnTo>
                <a:lnTo>
                  <a:pt x="987" y="922"/>
                </a:lnTo>
                <a:lnTo>
                  <a:pt x="988" y="922"/>
                </a:lnTo>
                <a:lnTo>
                  <a:pt x="988" y="921"/>
                </a:lnTo>
                <a:lnTo>
                  <a:pt x="987" y="920"/>
                </a:lnTo>
                <a:lnTo>
                  <a:pt x="986" y="920"/>
                </a:lnTo>
                <a:lnTo>
                  <a:pt x="986" y="919"/>
                </a:lnTo>
                <a:lnTo>
                  <a:pt x="985" y="919"/>
                </a:lnTo>
                <a:lnTo>
                  <a:pt x="984" y="919"/>
                </a:lnTo>
                <a:lnTo>
                  <a:pt x="983" y="920"/>
                </a:lnTo>
                <a:lnTo>
                  <a:pt x="982" y="921"/>
                </a:lnTo>
                <a:lnTo>
                  <a:pt x="981" y="921"/>
                </a:lnTo>
                <a:lnTo>
                  <a:pt x="980" y="921"/>
                </a:lnTo>
                <a:lnTo>
                  <a:pt x="979" y="921"/>
                </a:lnTo>
                <a:lnTo>
                  <a:pt x="979" y="920"/>
                </a:lnTo>
                <a:lnTo>
                  <a:pt x="978" y="920"/>
                </a:lnTo>
                <a:lnTo>
                  <a:pt x="977" y="920"/>
                </a:lnTo>
                <a:lnTo>
                  <a:pt x="976" y="920"/>
                </a:lnTo>
                <a:lnTo>
                  <a:pt x="975" y="919"/>
                </a:lnTo>
                <a:lnTo>
                  <a:pt x="976" y="919"/>
                </a:lnTo>
                <a:lnTo>
                  <a:pt x="976" y="918"/>
                </a:lnTo>
                <a:lnTo>
                  <a:pt x="976" y="916"/>
                </a:lnTo>
                <a:lnTo>
                  <a:pt x="977" y="915"/>
                </a:lnTo>
                <a:lnTo>
                  <a:pt x="977" y="914"/>
                </a:lnTo>
                <a:lnTo>
                  <a:pt x="976" y="914"/>
                </a:lnTo>
                <a:lnTo>
                  <a:pt x="977" y="914"/>
                </a:lnTo>
                <a:lnTo>
                  <a:pt x="977" y="913"/>
                </a:lnTo>
                <a:lnTo>
                  <a:pt x="977" y="912"/>
                </a:lnTo>
                <a:lnTo>
                  <a:pt x="978" y="911"/>
                </a:lnTo>
                <a:lnTo>
                  <a:pt x="979" y="910"/>
                </a:lnTo>
                <a:lnTo>
                  <a:pt x="978" y="910"/>
                </a:lnTo>
                <a:lnTo>
                  <a:pt x="978" y="909"/>
                </a:lnTo>
                <a:lnTo>
                  <a:pt x="977" y="908"/>
                </a:lnTo>
                <a:lnTo>
                  <a:pt x="977" y="907"/>
                </a:lnTo>
                <a:lnTo>
                  <a:pt x="976" y="907"/>
                </a:lnTo>
                <a:lnTo>
                  <a:pt x="976" y="908"/>
                </a:lnTo>
                <a:lnTo>
                  <a:pt x="975" y="908"/>
                </a:lnTo>
                <a:lnTo>
                  <a:pt x="974" y="907"/>
                </a:lnTo>
                <a:lnTo>
                  <a:pt x="973" y="907"/>
                </a:lnTo>
                <a:lnTo>
                  <a:pt x="973" y="906"/>
                </a:lnTo>
                <a:lnTo>
                  <a:pt x="972" y="905"/>
                </a:lnTo>
                <a:lnTo>
                  <a:pt x="973" y="904"/>
                </a:lnTo>
                <a:lnTo>
                  <a:pt x="973" y="903"/>
                </a:lnTo>
                <a:lnTo>
                  <a:pt x="974" y="903"/>
                </a:lnTo>
                <a:lnTo>
                  <a:pt x="974" y="902"/>
                </a:lnTo>
                <a:lnTo>
                  <a:pt x="975" y="901"/>
                </a:lnTo>
                <a:lnTo>
                  <a:pt x="976" y="901"/>
                </a:lnTo>
                <a:lnTo>
                  <a:pt x="976" y="900"/>
                </a:lnTo>
                <a:lnTo>
                  <a:pt x="976" y="899"/>
                </a:lnTo>
                <a:lnTo>
                  <a:pt x="975" y="899"/>
                </a:lnTo>
                <a:lnTo>
                  <a:pt x="975" y="897"/>
                </a:lnTo>
                <a:lnTo>
                  <a:pt x="975" y="896"/>
                </a:lnTo>
                <a:lnTo>
                  <a:pt x="974" y="896"/>
                </a:lnTo>
                <a:lnTo>
                  <a:pt x="973" y="896"/>
                </a:lnTo>
                <a:lnTo>
                  <a:pt x="973" y="897"/>
                </a:lnTo>
                <a:lnTo>
                  <a:pt x="972" y="896"/>
                </a:lnTo>
                <a:lnTo>
                  <a:pt x="973" y="896"/>
                </a:lnTo>
                <a:lnTo>
                  <a:pt x="973" y="895"/>
                </a:lnTo>
                <a:lnTo>
                  <a:pt x="973" y="894"/>
                </a:lnTo>
                <a:lnTo>
                  <a:pt x="973" y="893"/>
                </a:lnTo>
                <a:lnTo>
                  <a:pt x="974" y="893"/>
                </a:lnTo>
                <a:lnTo>
                  <a:pt x="974" y="894"/>
                </a:lnTo>
                <a:lnTo>
                  <a:pt x="975" y="894"/>
                </a:lnTo>
                <a:lnTo>
                  <a:pt x="976" y="893"/>
                </a:lnTo>
                <a:lnTo>
                  <a:pt x="977" y="893"/>
                </a:lnTo>
                <a:lnTo>
                  <a:pt x="977" y="892"/>
                </a:lnTo>
                <a:lnTo>
                  <a:pt x="978" y="892"/>
                </a:lnTo>
                <a:lnTo>
                  <a:pt x="977" y="891"/>
                </a:lnTo>
                <a:lnTo>
                  <a:pt x="976" y="891"/>
                </a:lnTo>
                <a:lnTo>
                  <a:pt x="975" y="890"/>
                </a:lnTo>
                <a:lnTo>
                  <a:pt x="974" y="890"/>
                </a:lnTo>
                <a:lnTo>
                  <a:pt x="973" y="889"/>
                </a:lnTo>
                <a:lnTo>
                  <a:pt x="973" y="888"/>
                </a:lnTo>
                <a:lnTo>
                  <a:pt x="973" y="887"/>
                </a:lnTo>
                <a:lnTo>
                  <a:pt x="973" y="886"/>
                </a:lnTo>
                <a:lnTo>
                  <a:pt x="973" y="885"/>
                </a:lnTo>
                <a:lnTo>
                  <a:pt x="973" y="883"/>
                </a:lnTo>
                <a:lnTo>
                  <a:pt x="972" y="883"/>
                </a:lnTo>
                <a:lnTo>
                  <a:pt x="972" y="882"/>
                </a:lnTo>
                <a:lnTo>
                  <a:pt x="971" y="882"/>
                </a:lnTo>
                <a:lnTo>
                  <a:pt x="970" y="882"/>
                </a:lnTo>
                <a:lnTo>
                  <a:pt x="969" y="881"/>
                </a:lnTo>
                <a:lnTo>
                  <a:pt x="968" y="881"/>
                </a:lnTo>
                <a:lnTo>
                  <a:pt x="967" y="880"/>
                </a:lnTo>
                <a:lnTo>
                  <a:pt x="966" y="880"/>
                </a:lnTo>
                <a:lnTo>
                  <a:pt x="966" y="881"/>
                </a:lnTo>
                <a:lnTo>
                  <a:pt x="965" y="881"/>
                </a:lnTo>
                <a:lnTo>
                  <a:pt x="964" y="881"/>
                </a:lnTo>
                <a:lnTo>
                  <a:pt x="963" y="881"/>
                </a:lnTo>
                <a:lnTo>
                  <a:pt x="962" y="881"/>
                </a:lnTo>
                <a:lnTo>
                  <a:pt x="961" y="881"/>
                </a:lnTo>
                <a:lnTo>
                  <a:pt x="961" y="880"/>
                </a:lnTo>
                <a:lnTo>
                  <a:pt x="960" y="880"/>
                </a:lnTo>
                <a:lnTo>
                  <a:pt x="959" y="880"/>
                </a:lnTo>
                <a:lnTo>
                  <a:pt x="959" y="879"/>
                </a:lnTo>
                <a:lnTo>
                  <a:pt x="960" y="878"/>
                </a:lnTo>
                <a:lnTo>
                  <a:pt x="960" y="876"/>
                </a:lnTo>
                <a:lnTo>
                  <a:pt x="959" y="876"/>
                </a:lnTo>
                <a:lnTo>
                  <a:pt x="959" y="875"/>
                </a:lnTo>
                <a:lnTo>
                  <a:pt x="959" y="874"/>
                </a:lnTo>
                <a:lnTo>
                  <a:pt x="958" y="874"/>
                </a:lnTo>
                <a:lnTo>
                  <a:pt x="958" y="873"/>
                </a:lnTo>
                <a:lnTo>
                  <a:pt x="958" y="872"/>
                </a:lnTo>
                <a:lnTo>
                  <a:pt x="958" y="871"/>
                </a:lnTo>
                <a:lnTo>
                  <a:pt x="957" y="871"/>
                </a:lnTo>
                <a:lnTo>
                  <a:pt x="958" y="870"/>
                </a:lnTo>
                <a:lnTo>
                  <a:pt x="957" y="870"/>
                </a:lnTo>
                <a:lnTo>
                  <a:pt x="957" y="869"/>
                </a:lnTo>
                <a:lnTo>
                  <a:pt x="956" y="869"/>
                </a:lnTo>
                <a:lnTo>
                  <a:pt x="954" y="868"/>
                </a:lnTo>
                <a:lnTo>
                  <a:pt x="951" y="868"/>
                </a:lnTo>
                <a:lnTo>
                  <a:pt x="950" y="868"/>
                </a:lnTo>
                <a:lnTo>
                  <a:pt x="949" y="869"/>
                </a:lnTo>
                <a:lnTo>
                  <a:pt x="950" y="870"/>
                </a:lnTo>
                <a:lnTo>
                  <a:pt x="950" y="871"/>
                </a:lnTo>
                <a:lnTo>
                  <a:pt x="949" y="871"/>
                </a:lnTo>
                <a:lnTo>
                  <a:pt x="949" y="872"/>
                </a:lnTo>
                <a:lnTo>
                  <a:pt x="948" y="873"/>
                </a:lnTo>
                <a:lnTo>
                  <a:pt x="947" y="873"/>
                </a:lnTo>
                <a:lnTo>
                  <a:pt x="947" y="872"/>
                </a:lnTo>
                <a:lnTo>
                  <a:pt x="946" y="872"/>
                </a:lnTo>
                <a:lnTo>
                  <a:pt x="945" y="872"/>
                </a:lnTo>
                <a:lnTo>
                  <a:pt x="944" y="872"/>
                </a:lnTo>
                <a:lnTo>
                  <a:pt x="943" y="872"/>
                </a:lnTo>
                <a:lnTo>
                  <a:pt x="943" y="873"/>
                </a:lnTo>
                <a:lnTo>
                  <a:pt x="943" y="874"/>
                </a:lnTo>
                <a:lnTo>
                  <a:pt x="942" y="874"/>
                </a:lnTo>
                <a:lnTo>
                  <a:pt x="942" y="875"/>
                </a:lnTo>
                <a:lnTo>
                  <a:pt x="942" y="876"/>
                </a:lnTo>
                <a:lnTo>
                  <a:pt x="939" y="876"/>
                </a:lnTo>
                <a:lnTo>
                  <a:pt x="938" y="876"/>
                </a:lnTo>
                <a:lnTo>
                  <a:pt x="937" y="876"/>
                </a:lnTo>
                <a:lnTo>
                  <a:pt x="937" y="877"/>
                </a:lnTo>
                <a:lnTo>
                  <a:pt x="936" y="877"/>
                </a:lnTo>
                <a:lnTo>
                  <a:pt x="936" y="878"/>
                </a:lnTo>
                <a:lnTo>
                  <a:pt x="935" y="878"/>
                </a:lnTo>
                <a:lnTo>
                  <a:pt x="935" y="879"/>
                </a:lnTo>
                <a:lnTo>
                  <a:pt x="934" y="879"/>
                </a:lnTo>
                <a:lnTo>
                  <a:pt x="934" y="880"/>
                </a:lnTo>
                <a:lnTo>
                  <a:pt x="933" y="880"/>
                </a:lnTo>
                <a:lnTo>
                  <a:pt x="932" y="881"/>
                </a:lnTo>
                <a:lnTo>
                  <a:pt x="932" y="880"/>
                </a:lnTo>
                <a:lnTo>
                  <a:pt x="931" y="880"/>
                </a:lnTo>
                <a:lnTo>
                  <a:pt x="931" y="881"/>
                </a:lnTo>
                <a:lnTo>
                  <a:pt x="931" y="882"/>
                </a:lnTo>
                <a:lnTo>
                  <a:pt x="930" y="882"/>
                </a:lnTo>
                <a:lnTo>
                  <a:pt x="930" y="881"/>
                </a:lnTo>
                <a:lnTo>
                  <a:pt x="930" y="882"/>
                </a:lnTo>
                <a:lnTo>
                  <a:pt x="930" y="883"/>
                </a:lnTo>
                <a:lnTo>
                  <a:pt x="929" y="883"/>
                </a:lnTo>
                <a:lnTo>
                  <a:pt x="928" y="884"/>
                </a:lnTo>
                <a:lnTo>
                  <a:pt x="928" y="883"/>
                </a:lnTo>
                <a:lnTo>
                  <a:pt x="927" y="883"/>
                </a:lnTo>
                <a:lnTo>
                  <a:pt x="927" y="884"/>
                </a:lnTo>
                <a:lnTo>
                  <a:pt x="927" y="885"/>
                </a:lnTo>
                <a:lnTo>
                  <a:pt x="926" y="885"/>
                </a:lnTo>
                <a:lnTo>
                  <a:pt x="926" y="884"/>
                </a:lnTo>
                <a:lnTo>
                  <a:pt x="926" y="885"/>
                </a:lnTo>
                <a:lnTo>
                  <a:pt x="927" y="886"/>
                </a:lnTo>
                <a:lnTo>
                  <a:pt x="928" y="886"/>
                </a:lnTo>
                <a:lnTo>
                  <a:pt x="928" y="887"/>
                </a:lnTo>
                <a:lnTo>
                  <a:pt x="929" y="887"/>
                </a:lnTo>
                <a:lnTo>
                  <a:pt x="929" y="888"/>
                </a:lnTo>
                <a:lnTo>
                  <a:pt x="929" y="889"/>
                </a:lnTo>
                <a:lnTo>
                  <a:pt x="930" y="889"/>
                </a:lnTo>
                <a:lnTo>
                  <a:pt x="930" y="888"/>
                </a:lnTo>
                <a:lnTo>
                  <a:pt x="931" y="888"/>
                </a:lnTo>
                <a:lnTo>
                  <a:pt x="931" y="889"/>
                </a:lnTo>
                <a:lnTo>
                  <a:pt x="932" y="890"/>
                </a:lnTo>
                <a:lnTo>
                  <a:pt x="932" y="891"/>
                </a:lnTo>
                <a:lnTo>
                  <a:pt x="931" y="891"/>
                </a:lnTo>
                <a:lnTo>
                  <a:pt x="931" y="892"/>
                </a:lnTo>
                <a:lnTo>
                  <a:pt x="930" y="892"/>
                </a:lnTo>
                <a:lnTo>
                  <a:pt x="930" y="891"/>
                </a:lnTo>
                <a:lnTo>
                  <a:pt x="929" y="891"/>
                </a:lnTo>
                <a:lnTo>
                  <a:pt x="928" y="891"/>
                </a:lnTo>
                <a:lnTo>
                  <a:pt x="927" y="890"/>
                </a:lnTo>
                <a:lnTo>
                  <a:pt x="926" y="890"/>
                </a:lnTo>
                <a:lnTo>
                  <a:pt x="925" y="890"/>
                </a:lnTo>
                <a:lnTo>
                  <a:pt x="924" y="890"/>
                </a:lnTo>
                <a:lnTo>
                  <a:pt x="923" y="890"/>
                </a:lnTo>
                <a:lnTo>
                  <a:pt x="923" y="891"/>
                </a:lnTo>
                <a:lnTo>
                  <a:pt x="922" y="891"/>
                </a:lnTo>
                <a:lnTo>
                  <a:pt x="921" y="891"/>
                </a:lnTo>
                <a:lnTo>
                  <a:pt x="920" y="891"/>
                </a:lnTo>
                <a:lnTo>
                  <a:pt x="919" y="891"/>
                </a:lnTo>
                <a:lnTo>
                  <a:pt x="919" y="892"/>
                </a:lnTo>
                <a:lnTo>
                  <a:pt x="918" y="892"/>
                </a:lnTo>
                <a:lnTo>
                  <a:pt x="917" y="892"/>
                </a:lnTo>
                <a:lnTo>
                  <a:pt x="916" y="892"/>
                </a:lnTo>
                <a:lnTo>
                  <a:pt x="915" y="892"/>
                </a:lnTo>
                <a:lnTo>
                  <a:pt x="914" y="892"/>
                </a:lnTo>
                <a:lnTo>
                  <a:pt x="914" y="893"/>
                </a:lnTo>
                <a:lnTo>
                  <a:pt x="913" y="892"/>
                </a:lnTo>
                <a:lnTo>
                  <a:pt x="912" y="892"/>
                </a:lnTo>
                <a:lnTo>
                  <a:pt x="911" y="891"/>
                </a:lnTo>
                <a:lnTo>
                  <a:pt x="911" y="892"/>
                </a:lnTo>
                <a:lnTo>
                  <a:pt x="910" y="892"/>
                </a:lnTo>
                <a:lnTo>
                  <a:pt x="910" y="893"/>
                </a:lnTo>
                <a:lnTo>
                  <a:pt x="910" y="894"/>
                </a:lnTo>
                <a:lnTo>
                  <a:pt x="910" y="895"/>
                </a:lnTo>
                <a:lnTo>
                  <a:pt x="909" y="896"/>
                </a:lnTo>
                <a:lnTo>
                  <a:pt x="908" y="897"/>
                </a:lnTo>
                <a:lnTo>
                  <a:pt x="908" y="898"/>
                </a:lnTo>
                <a:lnTo>
                  <a:pt x="908" y="899"/>
                </a:lnTo>
                <a:lnTo>
                  <a:pt x="908" y="900"/>
                </a:lnTo>
                <a:lnTo>
                  <a:pt x="907" y="900"/>
                </a:lnTo>
                <a:lnTo>
                  <a:pt x="907" y="903"/>
                </a:lnTo>
                <a:lnTo>
                  <a:pt x="906" y="903"/>
                </a:lnTo>
                <a:lnTo>
                  <a:pt x="905" y="903"/>
                </a:lnTo>
                <a:lnTo>
                  <a:pt x="904" y="903"/>
                </a:lnTo>
                <a:lnTo>
                  <a:pt x="904" y="902"/>
                </a:lnTo>
                <a:lnTo>
                  <a:pt x="903" y="902"/>
                </a:lnTo>
                <a:lnTo>
                  <a:pt x="903" y="903"/>
                </a:lnTo>
                <a:lnTo>
                  <a:pt x="902" y="903"/>
                </a:lnTo>
                <a:lnTo>
                  <a:pt x="902" y="902"/>
                </a:lnTo>
                <a:lnTo>
                  <a:pt x="901" y="902"/>
                </a:lnTo>
                <a:lnTo>
                  <a:pt x="901" y="903"/>
                </a:lnTo>
                <a:lnTo>
                  <a:pt x="900" y="904"/>
                </a:lnTo>
                <a:lnTo>
                  <a:pt x="900" y="903"/>
                </a:lnTo>
                <a:lnTo>
                  <a:pt x="900" y="902"/>
                </a:lnTo>
                <a:lnTo>
                  <a:pt x="900" y="901"/>
                </a:lnTo>
                <a:lnTo>
                  <a:pt x="899" y="901"/>
                </a:lnTo>
                <a:lnTo>
                  <a:pt x="898" y="902"/>
                </a:lnTo>
                <a:lnTo>
                  <a:pt x="897" y="902"/>
                </a:lnTo>
                <a:lnTo>
                  <a:pt x="897" y="901"/>
                </a:lnTo>
                <a:lnTo>
                  <a:pt x="896" y="901"/>
                </a:lnTo>
                <a:lnTo>
                  <a:pt x="895" y="901"/>
                </a:lnTo>
                <a:lnTo>
                  <a:pt x="895" y="902"/>
                </a:lnTo>
                <a:lnTo>
                  <a:pt x="895" y="903"/>
                </a:lnTo>
                <a:lnTo>
                  <a:pt x="895" y="904"/>
                </a:lnTo>
                <a:lnTo>
                  <a:pt x="894" y="904"/>
                </a:lnTo>
                <a:lnTo>
                  <a:pt x="894" y="903"/>
                </a:lnTo>
                <a:lnTo>
                  <a:pt x="895" y="903"/>
                </a:lnTo>
                <a:lnTo>
                  <a:pt x="895" y="902"/>
                </a:lnTo>
                <a:lnTo>
                  <a:pt x="894" y="901"/>
                </a:lnTo>
                <a:lnTo>
                  <a:pt x="894" y="902"/>
                </a:lnTo>
                <a:lnTo>
                  <a:pt x="893" y="902"/>
                </a:lnTo>
                <a:lnTo>
                  <a:pt x="894" y="902"/>
                </a:lnTo>
                <a:lnTo>
                  <a:pt x="894" y="903"/>
                </a:lnTo>
                <a:lnTo>
                  <a:pt x="893" y="903"/>
                </a:lnTo>
                <a:lnTo>
                  <a:pt x="892" y="903"/>
                </a:lnTo>
                <a:lnTo>
                  <a:pt x="892" y="904"/>
                </a:lnTo>
                <a:lnTo>
                  <a:pt x="893" y="904"/>
                </a:lnTo>
                <a:lnTo>
                  <a:pt x="892" y="904"/>
                </a:lnTo>
                <a:lnTo>
                  <a:pt x="891" y="904"/>
                </a:lnTo>
                <a:lnTo>
                  <a:pt x="891" y="903"/>
                </a:lnTo>
                <a:lnTo>
                  <a:pt x="890" y="904"/>
                </a:lnTo>
                <a:lnTo>
                  <a:pt x="890" y="903"/>
                </a:lnTo>
                <a:lnTo>
                  <a:pt x="889" y="903"/>
                </a:lnTo>
                <a:lnTo>
                  <a:pt x="890" y="903"/>
                </a:lnTo>
                <a:lnTo>
                  <a:pt x="890" y="902"/>
                </a:lnTo>
                <a:lnTo>
                  <a:pt x="889" y="902"/>
                </a:lnTo>
                <a:lnTo>
                  <a:pt x="888" y="902"/>
                </a:lnTo>
                <a:lnTo>
                  <a:pt x="888" y="903"/>
                </a:lnTo>
                <a:lnTo>
                  <a:pt x="887" y="903"/>
                </a:lnTo>
                <a:lnTo>
                  <a:pt x="888" y="903"/>
                </a:lnTo>
                <a:lnTo>
                  <a:pt x="888" y="902"/>
                </a:lnTo>
                <a:lnTo>
                  <a:pt x="887" y="902"/>
                </a:lnTo>
                <a:lnTo>
                  <a:pt x="885" y="902"/>
                </a:lnTo>
                <a:lnTo>
                  <a:pt x="885" y="903"/>
                </a:lnTo>
                <a:lnTo>
                  <a:pt x="884" y="903"/>
                </a:lnTo>
                <a:lnTo>
                  <a:pt x="884" y="904"/>
                </a:lnTo>
                <a:lnTo>
                  <a:pt x="883" y="904"/>
                </a:lnTo>
                <a:lnTo>
                  <a:pt x="884" y="904"/>
                </a:lnTo>
                <a:lnTo>
                  <a:pt x="886" y="904"/>
                </a:lnTo>
                <a:lnTo>
                  <a:pt x="886" y="905"/>
                </a:lnTo>
                <a:lnTo>
                  <a:pt x="886" y="906"/>
                </a:lnTo>
                <a:lnTo>
                  <a:pt x="887" y="906"/>
                </a:lnTo>
                <a:lnTo>
                  <a:pt x="888" y="907"/>
                </a:lnTo>
                <a:lnTo>
                  <a:pt x="889" y="907"/>
                </a:lnTo>
                <a:lnTo>
                  <a:pt x="889" y="908"/>
                </a:lnTo>
                <a:lnTo>
                  <a:pt x="890" y="909"/>
                </a:lnTo>
                <a:lnTo>
                  <a:pt x="890" y="910"/>
                </a:lnTo>
                <a:lnTo>
                  <a:pt x="891" y="910"/>
                </a:lnTo>
                <a:lnTo>
                  <a:pt x="891" y="911"/>
                </a:lnTo>
                <a:lnTo>
                  <a:pt x="891" y="912"/>
                </a:lnTo>
                <a:lnTo>
                  <a:pt x="892" y="912"/>
                </a:lnTo>
                <a:lnTo>
                  <a:pt x="892" y="913"/>
                </a:lnTo>
                <a:lnTo>
                  <a:pt x="893" y="913"/>
                </a:lnTo>
                <a:lnTo>
                  <a:pt x="893" y="914"/>
                </a:lnTo>
                <a:lnTo>
                  <a:pt x="894" y="914"/>
                </a:lnTo>
                <a:lnTo>
                  <a:pt x="894" y="915"/>
                </a:lnTo>
                <a:lnTo>
                  <a:pt x="895" y="915"/>
                </a:lnTo>
                <a:lnTo>
                  <a:pt x="895" y="916"/>
                </a:lnTo>
                <a:lnTo>
                  <a:pt x="896" y="917"/>
                </a:lnTo>
                <a:lnTo>
                  <a:pt x="896" y="918"/>
                </a:lnTo>
                <a:lnTo>
                  <a:pt x="895" y="918"/>
                </a:lnTo>
                <a:lnTo>
                  <a:pt x="895" y="919"/>
                </a:lnTo>
                <a:lnTo>
                  <a:pt x="894" y="920"/>
                </a:lnTo>
                <a:lnTo>
                  <a:pt x="893" y="920"/>
                </a:lnTo>
                <a:lnTo>
                  <a:pt x="893" y="921"/>
                </a:lnTo>
                <a:lnTo>
                  <a:pt x="893" y="922"/>
                </a:lnTo>
                <a:lnTo>
                  <a:pt x="894" y="922"/>
                </a:lnTo>
                <a:lnTo>
                  <a:pt x="896" y="922"/>
                </a:lnTo>
                <a:lnTo>
                  <a:pt x="897" y="922"/>
                </a:lnTo>
                <a:lnTo>
                  <a:pt x="898" y="923"/>
                </a:lnTo>
                <a:lnTo>
                  <a:pt x="899" y="923"/>
                </a:lnTo>
                <a:lnTo>
                  <a:pt x="900" y="924"/>
                </a:lnTo>
                <a:lnTo>
                  <a:pt x="901" y="925"/>
                </a:lnTo>
                <a:lnTo>
                  <a:pt x="900" y="926"/>
                </a:lnTo>
                <a:lnTo>
                  <a:pt x="899" y="927"/>
                </a:lnTo>
                <a:lnTo>
                  <a:pt x="898" y="927"/>
                </a:lnTo>
                <a:lnTo>
                  <a:pt x="897" y="928"/>
                </a:lnTo>
                <a:lnTo>
                  <a:pt x="897" y="929"/>
                </a:lnTo>
                <a:lnTo>
                  <a:pt x="898" y="929"/>
                </a:lnTo>
                <a:lnTo>
                  <a:pt x="899" y="930"/>
                </a:lnTo>
                <a:lnTo>
                  <a:pt x="900" y="929"/>
                </a:lnTo>
                <a:lnTo>
                  <a:pt x="900" y="928"/>
                </a:lnTo>
                <a:lnTo>
                  <a:pt x="901" y="927"/>
                </a:lnTo>
                <a:lnTo>
                  <a:pt x="902" y="927"/>
                </a:lnTo>
                <a:lnTo>
                  <a:pt x="903" y="928"/>
                </a:lnTo>
                <a:lnTo>
                  <a:pt x="903" y="929"/>
                </a:lnTo>
                <a:lnTo>
                  <a:pt x="902" y="929"/>
                </a:lnTo>
                <a:lnTo>
                  <a:pt x="901" y="931"/>
                </a:lnTo>
                <a:lnTo>
                  <a:pt x="901" y="932"/>
                </a:lnTo>
                <a:lnTo>
                  <a:pt x="900" y="933"/>
                </a:lnTo>
                <a:lnTo>
                  <a:pt x="900" y="934"/>
                </a:lnTo>
                <a:lnTo>
                  <a:pt x="900" y="935"/>
                </a:lnTo>
                <a:lnTo>
                  <a:pt x="901" y="935"/>
                </a:lnTo>
                <a:lnTo>
                  <a:pt x="901" y="936"/>
                </a:lnTo>
                <a:lnTo>
                  <a:pt x="902" y="936"/>
                </a:lnTo>
                <a:lnTo>
                  <a:pt x="902" y="937"/>
                </a:lnTo>
                <a:lnTo>
                  <a:pt x="902" y="938"/>
                </a:lnTo>
                <a:lnTo>
                  <a:pt x="902" y="939"/>
                </a:lnTo>
                <a:lnTo>
                  <a:pt x="902" y="940"/>
                </a:lnTo>
                <a:lnTo>
                  <a:pt x="903" y="940"/>
                </a:lnTo>
                <a:lnTo>
                  <a:pt x="903" y="941"/>
                </a:lnTo>
                <a:lnTo>
                  <a:pt x="904" y="941"/>
                </a:lnTo>
                <a:lnTo>
                  <a:pt x="905" y="941"/>
                </a:lnTo>
                <a:lnTo>
                  <a:pt x="906" y="942"/>
                </a:lnTo>
                <a:lnTo>
                  <a:pt x="907" y="942"/>
                </a:lnTo>
                <a:lnTo>
                  <a:pt x="908" y="943"/>
                </a:lnTo>
                <a:lnTo>
                  <a:pt x="909" y="943"/>
                </a:lnTo>
                <a:lnTo>
                  <a:pt x="910" y="943"/>
                </a:lnTo>
                <a:lnTo>
                  <a:pt x="911" y="943"/>
                </a:lnTo>
                <a:lnTo>
                  <a:pt x="911" y="944"/>
                </a:lnTo>
                <a:lnTo>
                  <a:pt x="912" y="944"/>
                </a:lnTo>
                <a:lnTo>
                  <a:pt x="912" y="945"/>
                </a:lnTo>
                <a:lnTo>
                  <a:pt x="913" y="946"/>
                </a:lnTo>
                <a:lnTo>
                  <a:pt x="914" y="946"/>
                </a:lnTo>
                <a:lnTo>
                  <a:pt x="915" y="947"/>
                </a:lnTo>
                <a:lnTo>
                  <a:pt x="915" y="948"/>
                </a:lnTo>
                <a:lnTo>
                  <a:pt x="914" y="948"/>
                </a:lnTo>
                <a:lnTo>
                  <a:pt x="913" y="948"/>
                </a:lnTo>
                <a:lnTo>
                  <a:pt x="912" y="948"/>
                </a:lnTo>
                <a:lnTo>
                  <a:pt x="912" y="949"/>
                </a:lnTo>
                <a:lnTo>
                  <a:pt x="912" y="950"/>
                </a:lnTo>
                <a:lnTo>
                  <a:pt x="913" y="950"/>
                </a:lnTo>
                <a:lnTo>
                  <a:pt x="913" y="951"/>
                </a:lnTo>
                <a:lnTo>
                  <a:pt x="912" y="952"/>
                </a:lnTo>
                <a:lnTo>
                  <a:pt x="912" y="953"/>
                </a:lnTo>
                <a:lnTo>
                  <a:pt x="913" y="953"/>
                </a:lnTo>
                <a:lnTo>
                  <a:pt x="914" y="954"/>
                </a:lnTo>
                <a:lnTo>
                  <a:pt x="914" y="955"/>
                </a:lnTo>
                <a:lnTo>
                  <a:pt x="915" y="955"/>
                </a:lnTo>
                <a:lnTo>
                  <a:pt x="915" y="956"/>
                </a:lnTo>
                <a:lnTo>
                  <a:pt x="914" y="956"/>
                </a:lnTo>
                <a:lnTo>
                  <a:pt x="914" y="955"/>
                </a:lnTo>
                <a:lnTo>
                  <a:pt x="914" y="954"/>
                </a:lnTo>
                <a:lnTo>
                  <a:pt x="913" y="954"/>
                </a:lnTo>
                <a:lnTo>
                  <a:pt x="912" y="955"/>
                </a:lnTo>
                <a:lnTo>
                  <a:pt x="913" y="955"/>
                </a:lnTo>
                <a:lnTo>
                  <a:pt x="914" y="955"/>
                </a:lnTo>
                <a:lnTo>
                  <a:pt x="914" y="956"/>
                </a:lnTo>
                <a:lnTo>
                  <a:pt x="913" y="956"/>
                </a:lnTo>
                <a:lnTo>
                  <a:pt x="912" y="956"/>
                </a:lnTo>
                <a:lnTo>
                  <a:pt x="911" y="956"/>
                </a:lnTo>
                <a:lnTo>
                  <a:pt x="911" y="957"/>
                </a:lnTo>
                <a:lnTo>
                  <a:pt x="911" y="958"/>
                </a:lnTo>
                <a:lnTo>
                  <a:pt x="910" y="958"/>
                </a:lnTo>
                <a:lnTo>
                  <a:pt x="909" y="958"/>
                </a:lnTo>
                <a:lnTo>
                  <a:pt x="908" y="959"/>
                </a:lnTo>
                <a:lnTo>
                  <a:pt x="908" y="960"/>
                </a:lnTo>
                <a:lnTo>
                  <a:pt x="907" y="960"/>
                </a:lnTo>
                <a:lnTo>
                  <a:pt x="907" y="961"/>
                </a:lnTo>
                <a:lnTo>
                  <a:pt x="906" y="961"/>
                </a:lnTo>
                <a:lnTo>
                  <a:pt x="906" y="960"/>
                </a:lnTo>
                <a:lnTo>
                  <a:pt x="905" y="960"/>
                </a:lnTo>
                <a:lnTo>
                  <a:pt x="905" y="961"/>
                </a:lnTo>
                <a:lnTo>
                  <a:pt x="905" y="962"/>
                </a:lnTo>
                <a:lnTo>
                  <a:pt x="904" y="962"/>
                </a:lnTo>
                <a:lnTo>
                  <a:pt x="904" y="961"/>
                </a:lnTo>
                <a:lnTo>
                  <a:pt x="903" y="961"/>
                </a:lnTo>
                <a:lnTo>
                  <a:pt x="903" y="960"/>
                </a:lnTo>
                <a:lnTo>
                  <a:pt x="902" y="961"/>
                </a:lnTo>
                <a:lnTo>
                  <a:pt x="901" y="962"/>
                </a:lnTo>
                <a:lnTo>
                  <a:pt x="900" y="962"/>
                </a:lnTo>
                <a:lnTo>
                  <a:pt x="899" y="962"/>
                </a:lnTo>
                <a:lnTo>
                  <a:pt x="899" y="961"/>
                </a:lnTo>
                <a:lnTo>
                  <a:pt x="899" y="960"/>
                </a:lnTo>
                <a:lnTo>
                  <a:pt x="898" y="960"/>
                </a:lnTo>
                <a:lnTo>
                  <a:pt x="897" y="961"/>
                </a:lnTo>
                <a:lnTo>
                  <a:pt x="896" y="961"/>
                </a:lnTo>
                <a:lnTo>
                  <a:pt x="896" y="960"/>
                </a:lnTo>
                <a:lnTo>
                  <a:pt x="896" y="959"/>
                </a:lnTo>
                <a:lnTo>
                  <a:pt x="895" y="960"/>
                </a:lnTo>
                <a:lnTo>
                  <a:pt x="895" y="961"/>
                </a:lnTo>
                <a:lnTo>
                  <a:pt x="895" y="962"/>
                </a:lnTo>
                <a:lnTo>
                  <a:pt x="894" y="962"/>
                </a:lnTo>
                <a:lnTo>
                  <a:pt x="893" y="962"/>
                </a:lnTo>
                <a:lnTo>
                  <a:pt x="893" y="963"/>
                </a:lnTo>
                <a:lnTo>
                  <a:pt x="892" y="963"/>
                </a:lnTo>
                <a:lnTo>
                  <a:pt x="892" y="964"/>
                </a:lnTo>
                <a:lnTo>
                  <a:pt x="893" y="964"/>
                </a:lnTo>
                <a:lnTo>
                  <a:pt x="893" y="965"/>
                </a:lnTo>
                <a:lnTo>
                  <a:pt x="892" y="965"/>
                </a:lnTo>
                <a:lnTo>
                  <a:pt x="892" y="966"/>
                </a:lnTo>
                <a:lnTo>
                  <a:pt x="891" y="966"/>
                </a:lnTo>
                <a:lnTo>
                  <a:pt x="891" y="967"/>
                </a:lnTo>
                <a:lnTo>
                  <a:pt x="890" y="967"/>
                </a:lnTo>
                <a:lnTo>
                  <a:pt x="890" y="968"/>
                </a:lnTo>
                <a:lnTo>
                  <a:pt x="889" y="968"/>
                </a:lnTo>
                <a:lnTo>
                  <a:pt x="889" y="969"/>
                </a:lnTo>
                <a:lnTo>
                  <a:pt x="890" y="969"/>
                </a:lnTo>
                <a:lnTo>
                  <a:pt x="890" y="970"/>
                </a:lnTo>
                <a:lnTo>
                  <a:pt x="890" y="972"/>
                </a:lnTo>
                <a:lnTo>
                  <a:pt x="891" y="973"/>
                </a:lnTo>
                <a:lnTo>
                  <a:pt x="891" y="974"/>
                </a:lnTo>
                <a:lnTo>
                  <a:pt x="891" y="975"/>
                </a:lnTo>
                <a:lnTo>
                  <a:pt x="891" y="977"/>
                </a:lnTo>
                <a:lnTo>
                  <a:pt x="891" y="978"/>
                </a:lnTo>
                <a:lnTo>
                  <a:pt x="891" y="979"/>
                </a:lnTo>
                <a:lnTo>
                  <a:pt x="890" y="980"/>
                </a:lnTo>
                <a:lnTo>
                  <a:pt x="890" y="979"/>
                </a:lnTo>
                <a:lnTo>
                  <a:pt x="889" y="979"/>
                </a:lnTo>
                <a:lnTo>
                  <a:pt x="888" y="979"/>
                </a:lnTo>
                <a:lnTo>
                  <a:pt x="887" y="978"/>
                </a:lnTo>
                <a:lnTo>
                  <a:pt x="886" y="978"/>
                </a:lnTo>
                <a:lnTo>
                  <a:pt x="886" y="977"/>
                </a:lnTo>
                <a:lnTo>
                  <a:pt x="885" y="976"/>
                </a:lnTo>
                <a:lnTo>
                  <a:pt x="885" y="975"/>
                </a:lnTo>
                <a:lnTo>
                  <a:pt x="885" y="974"/>
                </a:lnTo>
                <a:lnTo>
                  <a:pt x="884" y="974"/>
                </a:lnTo>
                <a:lnTo>
                  <a:pt x="883" y="974"/>
                </a:lnTo>
                <a:lnTo>
                  <a:pt x="882" y="974"/>
                </a:lnTo>
                <a:lnTo>
                  <a:pt x="882" y="973"/>
                </a:lnTo>
                <a:lnTo>
                  <a:pt x="882" y="972"/>
                </a:lnTo>
                <a:lnTo>
                  <a:pt x="881" y="972"/>
                </a:lnTo>
                <a:lnTo>
                  <a:pt x="882" y="973"/>
                </a:lnTo>
                <a:lnTo>
                  <a:pt x="881" y="974"/>
                </a:lnTo>
                <a:lnTo>
                  <a:pt x="881" y="975"/>
                </a:lnTo>
                <a:lnTo>
                  <a:pt x="882" y="975"/>
                </a:lnTo>
                <a:lnTo>
                  <a:pt x="882" y="976"/>
                </a:lnTo>
                <a:lnTo>
                  <a:pt x="881" y="976"/>
                </a:lnTo>
                <a:lnTo>
                  <a:pt x="880" y="977"/>
                </a:lnTo>
                <a:lnTo>
                  <a:pt x="881" y="977"/>
                </a:lnTo>
                <a:lnTo>
                  <a:pt x="881" y="978"/>
                </a:lnTo>
                <a:lnTo>
                  <a:pt x="881" y="979"/>
                </a:lnTo>
                <a:lnTo>
                  <a:pt x="880" y="979"/>
                </a:lnTo>
                <a:lnTo>
                  <a:pt x="880" y="980"/>
                </a:lnTo>
                <a:lnTo>
                  <a:pt x="880" y="981"/>
                </a:lnTo>
                <a:lnTo>
                  <a:pt x="880" y="982"/>
                </a:lnTo>
                <a:lnTo>
                  <a:pt x="879" y="981"/>
                </a:lnTo>
                <a:lnTo>
                  <a:pt x="879" y="982"/>
                </a:lnTo>
                <a:lnTo>
                  <a:pt x="879" y="983"/>
                </a:lnTo>
                <a:lnTo>
                  <a:pt x="879" y="982"/>
                </a:lnTo>
                <a:lnTo>
                  <a:pt x="878" y="982"/>
                </a:lnTo>
                <a:lnTo>
                  <a:pt x="877" y="982"/>
                </a:lnTo>
                <a:lnTo>
                  <a:pt x="876" y="982"/>
                </a:lnTo>
                <a:lnTo>
                  <a:pt x="875" y="982"/>
                </a:lnTo>
                <a:lnTo>
                  <a:pt x="874" y="982"/>
                </a:lnTo>
                <a:lnTo>
                  <a:pt x="872" y="982"/>
                </a:lnTo>
                <a:lnTo>
                  <a:pt x="871" y="982"/>
                </a:lnTo>
                <a:lnTo>
                  <a:pt x="870" y="982"/>
                </a:lnTo>
                <a:lnTo>
                  <a:pt x="869" y="983"/>
                </a:lnTo>
                <a:lnTo>
                  <a:pt x="868" y="983"/>
                </a:lnTo>
                <a:lnTo>
                  <a:pt x="867" y="983"/>
                </a:lnTo>
                <a:lnTo>
                  <a:pt x="866" y="983"/>
                </a:lnTo>
                <a:lnTo>
                  <a:pt x="866" y="984"/>
                </a:lnTo>
                <a:lnTo>
                  <a:pt x="866" y="985"/>
                </a:lnTo>
                <a:lnTo>
                  <a:pt x="865" y="986"/>
                </a:lnTo>
                <a:lnTo>
                  <a:pt x="864" y="987"/>
                </a:lnTo>
                <a:lnTo>
                  <a:pt x="863" y="987"/>
                </a:lnTo>
                <a:lnTo>
                  <a:pt x="863" y="988"/>
                </a:lnTo>
                <a:lnTo>
                  <a:pt x="862" y="988"/>
                </a:lnTo>
                <a:lnTo>
                  <a:pt x="861" y="989"/>
                </a:lnTo>
                <a:lnTo>
                  <a:pt x="861" y="990"/>
                </a:lnTo>
                <a:lnTo>
                  <a:pt x="861" y="991"/>
                </a:lnTo>
                <a:lnTo>
                  <a:pt x="860" y="992"/>
                </a:lnTo>
                <a:lnTo>
                  <a:pt x="859" y="992"/>
                </a:lnTo>
                <a:lnTo>
                  <a:pt x="859" y="991"/>
                </a:lnTo>
                <a:lnTo>
                  <a:pt x="858" y="991"/>
                </a:lnTo>
                <a:lnTo>
                  <a:pt x="857" y="991"/>
                </a:lnTo>
                <a:lnTo>
                  <a:pt x="857" y="990"/>
                </a:lnTo>
                <a:lnTo>
                  <a:pt x="856" y="990"/>
                </a:lnTo>
                <a:lnTo>
                  <a:pt x="856" y="989"/>
                </a:lnTo>
                <a:lnTo>
                  <a:pt x="857" y="988"/>
                </a:lnTo>
                <a:lnTo>
                  <a:pt x="857" y="987"/>
                </a:lnTo>
                <a:lnTo>
                  <a:pt x="857" y="986"/>
                </a:lnTo>
                <a:lnTo>
                  <a:pt x="857" y="984"/>
                </a:lnTo>
                <a:lnTo>
                  <a:pt x="858" y="984"/>
                </a:lnTo>
                <a:lnTo>
                  <a:pt x="857" y="984"/>
                </a:lnTo>
                <a:lnTo>
                  <a:pt x="857" y="983"/>
                </a:lnTo>
                <a:lnTo>
                  <a:pt x="857" y="982"/>
                </a:lnTo>
                <a:lnTo>
                  <a:pt x="856" y="981"/>
                </a:lnTo>
                <a:lnTo>
                  <a:pt x="856" y="980"/>
                </a:lnTo>
                <a:lnTo>
                  <a:pt x="855" y="980"/>
                </a:lnTo>
                <a:lnTo>
                  <a:pt x="853" y="978"/>
                </a:lnTo>
                <a:lnTo>
                  <a:pt x="853" y="979"/>
                </a:lnTo>
                <a:lnTo>
                  <a:pt x="852" y="978"/>
                </a:lnTo>
                <a:lnTo>
                  <a:pt x="851" y="978"/>
                </a:lnTo>
                <a:lnTo>
                  <a:pt x="851" y="977"/>
                </a:lnTo>
                <a:lnTo>
                  <a:pt x="851" y="976"/>
                </a:lnTo>
                <a:lnTo>
                  <a:pt x="851" y="975"/>
                </a:lnTo>
                <a:lnTo>
                  <a:pt x="852" y="975"/>
                </a:lnTo>
                <a:lnTo>
                  <a:pt x="852" y="974"/>
                </a:lnTo>
                <a:lnTo>
                  <a:pt x="853" y="974"/>
                </a:lnTo>
                <a:lnTo>
                  <a:pt x="854" y="974"/>
                </a:lnTo>
                <a:lnTo>
                  <a:pt x="854" y="973"/>
                </a:lnTo>
                <a:lnTo>
                  <a:pt x="855" y="973"/>
                </a:lnTo>
                <a:lnTo>
                  <a:pt x="855" y="974"/>
                </a:lnTo>
                <a:lnTo>
                  <a:pt x="856" y="975"/>
                </a:lnTo>
                <a:lnTo>
                  <a:pt x="856" y="974"/>
                </a:lnTo>
                <a:lnTo>
                  <a:pt x="856" y="973"/>
                </a:lnTo>
                <a:lnTo>
                  <a:pt x="857" y="973"/>
                </a:lnTo>
                <a:lnTo>
                  <a:pt x="857" y="972"/>
                </a:lnTo>
                <a:lnTo>
                  <a:pt x="857" y="973"/>
                </a:lnTo>
                <a:lnTo>
                  <a:pt x="857" y="972"/>
                </a:lnTo>
                <a:lnTo>
                  <a:pt x="858" y="972"/>
                </a:lnTo>
                <a:lnTo>
                  <a:pt x="858" y="971"/>
                </a:lnTo>
                <a:lnTo>
                  <a:pt x="859" y="971"/>
                </a:lnTo>
                <a:lnTo>
                  <a:pt x="859" y="970"/>
                </a:lnTo>
                <a:lnTo>
                  <a:pt x="860" y="970"/>
                </a:lnTo>
                <a:lnTo>
                  <a:pt x="861" y="970"/>
                </a:lnTo>
                <a:lnTo>
                  <a:pt x="861" y="969"/>
                </a:lnTo>
                <a:lnTo>
                  <a:pt x="860" y="969"/>
                </a:lnTo>
                <a:lnTo>
                  <a:pt x="861" y="968"/>
                </a:lnTo>
                <a:lnTo>
                  <a:pt x="861" y="967"/>
                </a:lnTo>
                <a:lnTo>
                  <a:pt x="860" y="967"/>
                </a:lnTo>
                <a:lnTo>
                  <a:pt x="861" y="966"/>
                </a:lnTo>
                <a:lnTo>
                  <a:pt x="861" y="965"/>
                </a:lnTo>
                <a:lnTo>
                  <a:pt x="861" y="964"/>
                </a:lnTo>
                <a:lnTo>
                  <a:pt x="861" y="963"/>
                </a:lnTo>
                <a:lnTo>
                  <a:pt x="862" y="963"/>
                </a:lnTo>
                <a:lnTo>
                  <a:pt x="862" y="962"/>
                </a:lnTo>
                <a:lnTo>
                  <a:pt x="863" y="962"/>
                </a:lnTo>
                <a:lnTo>
                  <a:pt x="863" y="961"/>
                </a:lnTo>
                <a:lnTo>
                  <a:pt x="864" y="961"/>
                </a:lnTo>
                <a:lnTo>
                  <a:pt x="864" y="959"/>
                </a:lnTo>
                <a:lnTo>
                  <a:pt x="865" y="958"/>
                </a:lnTo>
                <a:lnTo>
                  <a:pt x="866" y="958"/>
                </a:lnTo>
                <a:lnTo>
                  <a:pt x="867" y="957"/>
                </a:lnTo>
                <a:lnTo>
                  <a:pt x="866" y="957"/>
                </a:lnTo>
                <a:lnTo>
                  <a:pt x="865" y="957"/>
                </a:lnTo>
                <a:lnTo>
                  <a:pt x="865" y="956"/>
                </a:lnTo>
                <a:lnTo>
                  <a:pt x="865" y="955"/>
                </a:lnTo>
                <a:lnTo>
                  <a:pt x="865" y="954"/>
                </a:lnTo>
                <a:lnTo>
                  <a:pt x="864" y="954"/>
                </a:lnTo>
                <a:lnTo>
                  <a:pt x="863" y="953"/>
                </a:lnTo>
                <a:lnTo>
                  <a:pt x="863" y="952"/>
                </a:lnTo>
                <a:lnTo>
                  <a:pt x="863" y="951"/>
                </a:lnTo>
                <a:lnTo>
                  <a:pt x="863" y="950"/>
                </a:lnTo>
                <a:lnTo>
                  <a:pt x="863" y="949"/>
                </a:lnTo>
                <a:lnTo>
                  <a:pt x="863" y="948"/>
                </a:lnTo>
                <a:lnTo>
                  <a:pt x="863" y="947"/>
                </a:lnTo>
                <a:lnTo>
                  <a:pt x="863" y="946"/>
                </a:lnTo>
                <a:lnTo>
                  <a:pt x="863" y="945"/>
                </a:lnTo>
                <a:lnTo>
                  <a:pt x="862" y="945"/>
                </a:lnTo>
                <a:lnTo>
                  <a:pt x="861" y="945"/>
                </a:lnTo>
                <a:lnTo>
                  <a:pt x="861" y="944"/>
                </a:lnTo>
                <a:lnTo>
                  <a:pt x="861" y="943"/>
                </a:lnTo>
                <a:lnTo>
                  <a:pt x="860" y="943"/>
                </a:lnTo>
                <a:lnTo>
                  <a:pt x="859" y="942"/>
                </a:lnTo>
                <a:lnTo>
                  <a:pt x="858" y="941"/>
                </a:lnTo>
                <a:lnTo>
                  <a:pt x="857" y="941"/>
                </a:lnTo>
                <a:lnTo>
                  <a:pt x="857" y="942"/>
                </a:lnTo>
                <a:lnTo>
                  <a:pt x="856" y="943"/>
                </a:lnTo>
                <a:lnTo>
                  <a:pt x="857" y="944"/>
                </a:lnTo>
                <a:lnTo>
                  <a:pt x="857" y="945"/>
                </a:lnTo>
                <a:lnTo>
                  <a:pt x="857" y="946"/>
                </a:lnTo>
                <a:lnTo>
                  <a:pt x="856" y="946"/>
                </a:lnTo>
                <a:lnTo>
                  <a:pt x="855" y="946"/>
                </a:lnTo>
                <a:lnTo>
                  <a:pt x="854" y="946"/>
                </a:lnTo>
                <a:lnTo>
                  <a:pt x="854" y="945"/>
                </a:lnTo>
                <a:lnTo>
                  <a:pt x="853" y="945"/>
                </a:lnTo>
                <a:lnTo>
                  <a:pt x="853" y="946"/>
                </a:lnTo>
                <a:lnTo>
                  <a:pt x="852" y="946"/>
                </a:lnTo>
                <a:lnTo>
                  <a:pt x="852" y="945"/>
                </a:lnTo>
                <a:lnTo>
                  <a:pt x="852" y="946"/>
                </a:lnTo>
                <a:lnTo>
                  <a:pt x="851" y="946"/>
                </a:lnTo>
                <a:lnTo>
                  <a:pt x="851" y="947"/>
                </a:lnTo>
                <a:lnTo>
                  <a:pt x="850" y="947"/>
                </a:lnTo>
                <a:lnTo>
                  <a:pt x="850" y="949"/>
                </a:lnTo>
                <a:lnTo>
                  <a:pt x="849" y="950"/>
                </a:lnTo>
                <a:lnTo>
                  <a:pt x="849" y="951"/>
                </a:lnTo>
                <a:lnTo>
                  <a:pt x="848" y="951"/>
                </a:lnTo>
                <a:lnTo>
                  <a:pt x="848" y="952"/>
                </a:lnTo>
                <a:lnTo>
                  <a:pt x="848" y="951"/>
                </a:lnTo>
                <a:lnTo>
                  <a:pt x="846" y="952"/>
                </a:lnTo>
                <a:lnTo>
                  <a:pt x="846" y="951"/>
                </a:lnTo>
                <a:lnTo>
                  <a:pt x="845" y="951"/>
                </a:lnTo>
                <a:lnTo>
                  <a:pt x="844" y="951"/>
                </a:lnTo>
                <a:lnTo>
                  <a:pt x="843" y="951"/>
                </a:lnTo>
                <a:lnTo>
                  <a:pt x="842" y="951"/>
                </a:lnTo>
                <a:lnTo>
                  <a:pt x="841" y="951"/>
                </a:lnTo>
                <a:lnTo>
                  <a:pt x="840" y="951"/>
                </a:lnTo>
                <a:lnTo>
                  <a:pt x="840" y="952"/>
                </a:lnTo>
                <a:lnTo>
                  <a:pt x="839" y="952"/>
                </a:lnTo>
                <a:lnTo>
                  <a:pt x="838" y="952"/>
                </a:lnTo>
                <a:lnTo>
                  <a:pt x="838" y="951"/>
                </a:lnTo>
                <a:lnTo>
                  <a:pt x="837" y="949"/>
                </a:lnTo>
                <a:lnTo>
                  <a:pt x="837" y="948"/>
                </a:lnTo>
                <a:lnTo>
                  <a:pt x="837" y="947"/>
                </a:lnTo>
                <a:lnTo>
                  <a:pt x="837" y="946"/>
                </a:lnTo>
                <a:lnTo>
                  <a:pt x="837" y="945"/>
                </a:lnTo>
                <a:lnTo>
                  <a:pt x="837" y="944"/>
                </a:lnTo>
                <a:lnTo>
                  <a:pt x="837" y="943"/>
                </a:lnTo>
                <a:lnTo>
                  <a:pt x="837" y="942"/>
                </a:lnTo>
                <a:lnTo>
                  <a:pt x="837" y="941"/>
                </a:lnTo>
                <a:lnTo>
                  <a:pt x="837" y="940"/>
                </a:lnTo>
                <a:lnTo>
                  <a:pt x="837" y="939"/>
                </a:lnTo>
                <a:lnTo>
                  <a:pt x="836" y="938"/>
                </a:lnTo>
                <a:lnTo>
                  <a:pt x="836" y="937"/>
                </a:lnTo>
                <a:lnTo>
                  <a:pt x="835" y="937"/>
                </a:lnTo>
                <a:lnTo>
                  <a:pt x="834" y="936"/>
                </a:lnTo>
                <a:lnTo>
                  <a:pt x="835" y="936"/>
                </a:lnTo>
                <a:lnTo>
                  <a:pt x="835" y="935"/>
                </a:lnTo>
                <a:lnTo>
                  <a:pt x="835" y="934"/>
                </a:lnTo>
                <a:lnTo>
                  <a:pt x="834" y="933"/>
                </a:lnTo>
                <a:lnTo>
                  <a:pt x="833" y="933"/>
                </a:lnTo>
                <a:lnTo>
                  <a:pt x="833" y="934"/>
                </a:lnTo>
                <a:lnTo>
                  <a:pt x="832" y="934"/>
                </a:lnTo>
                <a:lnTo>
                  <a:pt x="832" y="933"/>
                </a:lnTo>
                <a:lnTo>
                  <a:pt x="832" y="932"/>
                </a:lnTo>
                <a:lnTo>
                  <a:pt x="831" y="932"/>
                </a:lnTo>
                <a:lnTo>
                  <a:pt x="831" y="931"/>
                </a:lnTo>
                <a:lnTo>
                  <a:pt x="830" y="931"/>
                </a:lnTo>
                <a:lnTo>
                  <a:pt x="829" y="932"/>
                </a:lnTo>
                <a:lnTo>
                  <a:pt x="828" y="931"/>
                </a:lnTo>
                <a:lnTo>
                  <a:pt x="827" y="931"/>
                </a:lnTo>
                <a:lnTo>
                  <a:pt x="826" y="931"/>
                </a:lnTo>
                <a:lnTo>
                  <a:pt x="825" y="931"/>
                </a:lnTo>
                <a:lnTo>
                  <a:pt x="824" y="932"/>
                </a:lnTo>
                <a:lnTo>
                  <a:pt x="823" y="932"/>
                </a:lnTo>
                <a:lnTo>
                  <a:pt x="822" y="933"/>
                </a:lnTo>
                <a:lnTo>
                  <a:pt x="821" y="933"/>
                </a:lnTo>
                <a:lnTo>
                  <a:pt x="821" y="932"/>
                </a:lnTo>
                <a:lnTo>
                  <a:pt x="820" y="932"/>
                </a:lnTo>
                <a:lnTo>
                  <a:pt x="820" y="933"/>
                </a:lnTo>
                <a:lnTo>
                  <a:pt x="820" y="934"/>
                </a:lnTo>
                <a:lnTo>
                  <a:pt x="820" y="935"/>
                </a:lnTo>
                <a:lnTo>
                  <a:pt x="819" y="936"/>
                </a:lnTo>
                <a:lnTo>
                  <a:pt x="818" y="936"/>
                </a:lnTo>
                <a:lnTo>
                  <a:pt x="817" y="936"/>
                </a:lnTo>
                <a:lnTo>
                  <a:pt x="816" y="936"/>
                </a:lnTo>
                <a:lnTo>
                  <a:pt x="815" y="936"/>
                </a:lnTo>
                <a:lnTo>
                  <a:pt x="813" y="935"/>
                </a:lnTo>
                <a:lnTo>
                  <a:pt x="813" y="936"/>
                </a:lnTo>
                <a:lnTo>
                  <a:pt x="813" y="935"/>
                </a:lnTo>
                <a:lnTo>
                  <a:pt x="812" y="935"/>
                </a:lnTo>
                <a:lnTo>
                  <a:pt x="811" y="935"/>
                </a:lnTo>
                <a:lnTo>
                  <a:pt x="810" y="935"/>
                </a:lnTo>
                <a:lnTo>
                  <a:pt x="810" y="934"/>
                </a:lnTo>
                <a:lnTo>
                  <a:pt x="809" y="935"/>
                </a:lnTo>
                <a:lnTo>
                  <a:pt x="808" y="935"/>
                </a:lnTo>
                <a:lnTo>
                  <a:pt x="807" y="935"/>
                </a:lnTo>
                <a:lnTo>
                  <a:pt x="806" y="934"/>
                </a:lnTo>
                <a:lnTo>
                  <a:pt x="805" y="934"/>
                </a:lnTo>
                <a:lnTo>
                  <a:pt x="804" y="933"/>
                </a:lnTo>
                <a:lnTo>
                  <a:pt x="803" y="932"/>
                </a:lnTo>
                <a:lnTo>
                  <a:pt x="801" y="934"/>
                </a:lnTo>
                <a:lnTo>
                  <a:pt x="800" y="934"/>
                </a:lnTo>
                <a:lnTo>
                  <a:pt x="799" y="934"/>
                </a:lnTo>
                <a:lnTo>
                  <a:pt x="798" y="934"/>
                </a:lnTo>
                <a:lnTo>
                  <a:pt x="798" y="935"/>
                </a:lnTo>
                <a:lnTo>
                  <a:pt x="797" y="935"/>
                </a:lnTo>
                <a:lnTo>
                  <a:pt x="797" y="934"/>
                </a:lnTo>
                <a:lnTo>
                  <a:pt x="797" y="933"/>
                </a:lnTo>
                <a:lnTo>
                  <a:pt x="797" y="932"/>
                </a:lnTo>
                <a:lnTo>
                  <a:pt x="797" y="931"/>
                </a:lnTo>
                <a:lnTo>
                  <a:pt x="796" y="930"/>
                </a:lnTo>
                <a:lnTo>
                  <a:pt x="796" y="929"/>
                </a:lnTo>
                <a:lnTo>
                  <a:pt x="796" y="928"/>
                </a:lnTo>
                <a:lnTo>
                  <a:pt x="797" y="928"/>
                </a:lnTo>
                <a:lnTo>
                  <a:pt x="797" y="927"/>
                </a:lnTo>
                <a:lnTo>
                  <a:pt x="798" y="927"/>
                </a:lnTo>
                <a:lnTo>
                  <a:pt x="798" y="926"/>
                </a:lnTo>
                <a:lnTo>
                  <a:pt x="798" y="927"/>
                </a:lnTo>
                <a:lnTo>
                  <a:pt x="799" y="926"/>
                </a:lnTo>
                <a:lnTo>
                  <a:pt x="799" y="925"/>
                </a:lnTo>
                <a:lnTo>
                  <a:pt x="798" y="925"/>
                </a:lnTo>
                <a:lnTo>
                  <a:pt x="798" y="924"/>
                </a:lnTo>
                <a:lnTo>
                  <a:pt x="798" y="923"/>
                </a:lnTo>
                <a:lnTo>
                  <a:pt x="799" y="923"/>
                </a:lnTo>
                <a:lnTo>
                  <a:pt x="799" y="922"/>
                </a:lnTo>
                <a:lnTo>
                  <a:pt x="799" y="921"/>
                </a:lnTo>
                <a:lnTo>
                  <a:pt x="798" y="921"/>
                </a:lnTo>
                <a:lnTo>
                  <a:pt x="797" y="920"/>
                </a:lnTo>
                <a:lnTo>
                  <a:pt x="796" y="919"/>
                </a:lnTo>
                <a:lnTo>
                  <a:pt x="796" y="918"/>
                </a:lnTo>
                <a:lnTo>
                  <a:pt x="795" y="918"/>
                </a:lnTo>
                <a:lnTo>
                  <a:pt x="795" y="917"/>
                </a:lnTo>
                <a:lnTo>
                  <a:pt x="796" y="917"/>
                </a:lnTo>
                <a:lnTo>
                  <a:pt x="796" y="916"/>
                </a:lnTo>
                <a:lnTo>
                  <a:pt x="795" y="916"/>
                </a:lnTo>
                <a:lnTo>
                  <a:pt x="794" y="916"/>
                </a:lnTo>
                <a:lnTo>
                  <a:pt x="793" y="915"/>
                </a:lnTo>
                <a:lnTo>
                  <a:pt x="792" y="915"/>
                </a:lnTo>
                <a:lnTo>
                  <a:pt x="791" y="914"/>
                </a:lnTo>
                <a:lnTo>
                  <a:pt x="790" y="915"/>
                </a:lnTo>
                <a:lnTo>
                  <a:pt x="789" y="915"/>
                </a:lnTo>
                <a:lnTo>
                  <a:pt x="786" y="914"/>
                </a:lnTo>
                <a:lnTo>
                  <a:pt x="786" y="913"/>
                </a:lnTo>
                <a:lnTo>
                  <a:pt x="786" y="912"/>
                </a:lnTo>
                <a:lnTo>
                  <a:pt x="785" y="912"/>
                </a:lnTo>
                <a:lnTo>
                  <a:pt x="784" y="911"/>
                </a:lnTo>
                <a:lnTo>
                  <a:pt x="783" y="911"/>
                </a:lnTo>
                <a:lnTo>
                  <a:pt x="781" y="911"/>
                </a:lnTo>
                <a:lnTo>
                  <a:pt x="781" y="910"/>
                </a:lnTo>
                <a:lnTo>
                  <a:pt x="780" y="909"/>
                </a:lnTo>
                <a:lnTo>
                  <a:pt x="779" y="908"/>
                </a:lnTo>
                <a:lnTo>
                  <a:pt x="779" y="907"/>
                </a:lnTo>
                <a:lnTo>
                  <a:pt x="779" y="906"/>
                </a:lnTo>
                <a:lnTo>
                  <a:pt x="779" y="905"/>
                </a:lnTo>
                <a:lnTo>
                  <a:pt x="778" y="905"/>
                </a:lnTo>
                <a:lnTo>
                  <a:pt x="777" y="905"/>
                </a:lnTo>
                <a:lnTo>
                  <a:pt x="777" y="904"/>
                </a:lnTo>
                <a:lnTo>
                  <a:pt x="776" y="903"/>
                </a:lnTo>
                <a:lnTo>
                  <a:pt x="775" y="903"/>
                </a:lnTo>
                <a:lnTo>
                  <a:pt x="775" y="902"/>
                </a:lnTo>
                <a:lnTo>
                  <a:pt x="775" y="901"/>
                </a:lnTo>
                <a:lnTo>
                  <a:pt x="775" y="900"/>
                </a:lnTo>
                <a:lnTo>
                  <a:pt x="774" y="899"/>
                </a:lnTo>
                <a:lnTo>
                  <a:pt x="773" y="899"/>
                </a:lnTo>
                <a:lnTo>
                  <a:pt x="773" y="898"/>
                </a:lnTo>
                <a:lnTo>
                  <a:pt x="772" y="897"/>
                </a:lnTo>
                <a:lnTo>
                  <a:pt x="772" y="896"/>
                </a:lnTo>
                <a:lnTo>
                  <a:pt x="771" y="897"/>
                </a:lnTo>
                <a:lnTo>
                  <a:pt x="771" y="896"/>
                </a:lnTo>
                <a:lnTo>
                  <a:pt x="771" y="895"/>
                </a:lnTo>
                <a:lnTo>
                  <a:pt x="770" y="894"/>
                </a:lnTo>
                <a:lnTo>
                  <a:pt x="770" y="893"/>
                </a:lnTo>
                <a:lnTo>
                  <a:pt x="770" y="892"/>
                </a:lnTo>
                <a:lnTo>
                  <a:pt x="770" y="891"/>
                </a:lnTo>
                <a:lnTo>
                  <a:pt x="769" y="891"/>
                </a:lnTo>
                <a:lnTo>
                  <a:pt x="768" y="891"/>
                </a:lnTo>
                <a:lnTo>
                  <a:pt x="768" y="890"/>
                </a:lnTo>
                <a:lnTo>
                  <a:pt x="767" y="890"/>
                </a:lnTo>
                <a:lnTo>
                  <a:pt x="767" y="889"/>
                </a:lnTo>
                <a:lnTo>
                  <a:pt x="767" y="888"/>
                </a:lnTo>
                <a:lnTo>
                  <a:pt x="766" y="887"/>
                </a:lnTo>
                <a:lnTo>
                  <a:pt x="766" y="886"/>
                </a:lnTo>
                <a:lnTo>
                  <a:pt x="765" y="886"/>
                </a:lnTo>
                <a:lnTo>
                  <a:pt x="765" y="885"/>
                </a:lnTo>
                <a:lnTo>
                  <a:pt x="764" y="885"/>
                </a:lnTo>
                <a:lnTo>
                  <a:pt x="764" y="884"/>
                </a:lnTo>
                <a:lnTo>
                  <a:pt x="763" y="884"/>
                </a:lnTo>
                <a:lnTo>
                  <a:pt x="762" y="884"/>
                </a:lnTo>
                <a:lnTo>
                  <a:pt x="762" y="883"/>
                </a:lnTo>
                <a:lnTo>
                  <a:pt x="761" y="882"/>
                </a:lnTo>
                <a:lnTo>
                  <a:pt x="760" y="882"/>
                </a:lnTo>
                <a:lnTo>
                  <a:pt x="761" y="881"/>
                </a:lnTo>
                <a:lnTo>
                  <a:pt x="761" y="880"/>
                </a:lnTo>
                <a:lnTo>
                  <a:pt x="762" y="880"/>
                </a:lnTo>
                <a:lnTo>
                  <a:pt x="762" y="879"/>
                </a:lnTo>
                <a:lnTo>
                  <a:pt x="763" y="879"/>
                </a:lnTo>
                <a:lnTo>
                  <a:pt x="763" y="878"/>
                </a:lnTo>
                <a:lnTo>
                  <a:pt x="763" y="877"/>
                </a:lnTo>
                <a:lnTo>
                  <a:pt x="763" y="876"/>
                </a:lnTo>
                <a:lnTo>
                  <a:pt x="764" y="876"/>
                </a:lnTo>
                <a:lnTo>
                  <a:pt x="764" y="875"/>
                </a:lnTo>
                <a:lnTo>
                  <a:pt x="764" y="874"/>
                </a:lnTo>
                <a:lnTo>
                  <a:pt x="763" y="874"/>
                </a:lnTo>
                <a:lnTo>
                  <a:pt x="764" y="873"/>
                </a:lnTo>
                <a:lnTo>
                  <a:pt x="764" y="872"/>
                </a:lnTo>
                <a:lnTo>
                  <a:pt x="764" y="871"/>
                </a:lnTo>
                <a:lnTo>
                  <a:pt x="764" y="870"/>
                </a:lnTo>
                <a:lnTo>
                  <a:pt x="765" y="870"/>
                </a:lnTo>
                <a:lnTo>
                  <a:pt x="765" y="869"/>
                </a:lnTo>
                <a:lnTo>
                  <a:pt x="765" y="868"/>
                </a:lnTo>
                <a:lnTo>
                  <a:pt x="766" y="868"/>
                </a:lnTo>
                <a:lnTo>
                  <a:pt x="766" y="867"/>
                </a:lnTo>
                <a:lnTo>
                  <a:pt x="766" y="868"/>
                </a:lnTo>
                <a:lnTo>
                  <a:pt x="766" y="867"/>
                </a:lnTo>
                <a:lnTo>
                  <a:pt x="767" y="867"/>
                </a:lnTo>
                <a:lnTo>
                  <a:pt x="768" y="867"/>
                </a:lnTo>
                <a:lnTo>
                  <a:pt x="769" y="866"/>
                </a:lnTo>
                <a:lnTo>
                  <a:pt x="770" y="866"/>
                </a:lnTo>
                <a:lnTo>
                  <a:pt x="771" y="864"/>
                </a:lnTo>
                <a:lnTo>
                  <a:pt x="772" y="864"/>
                </a:lnTo>
                <a:lnTo>
                  <a:pt x="772" y="863"/>
                </a:lnTo>
                <a:lnTo>
                  <a:pt x="772" y="862"/>
                </a:lnTo>
                <a:lnTo>
                  <a:pt x="773" y="862"/>
                </a:lnTo>
                <a:lnTo>
                  <a:pt x="774" y="862"/>
                </a:lnTo>
                <a:lnTo>
                  <a:pt x="775" y="862"/>
                </a:lnTo>
                <a:lnTo>
                  <a:pt x="776" y="861"/>
                </a:lnTo>
                <a:lnTo>
                  <a:pt x="777" y="861"/>
                </a:lnTo>
                <a:lnTo>
                  <a:pt x="778" y="862"/>
                </a:lnTo>
                <a:lnTo>
                  <a:pt x="779" y="862"/>
                </a:lnTo>
                <a:lnTo>
                  <a:pt x="780" y="862"/>
                </a:lnTo>
                <a:lnTo>
                  <a:pt x="781" y="862"/>
                </a:lnTo>
                <a:lnTo>
                  <a:pt x="782" y="863"/>
                </a:lnTo>
                <a:lnTo>
                  <a:pt x="782" y="864"/>
                </a:lnTo>
                <a:lnTo>
                  <a:pt x="783" y="864"/>
                </a:lnTo>
                <a:lnTo>
                  <a:pt x="784" y="864"/>
                </a:lnTo>
                <a:lnTo>
                  <a:pt x="784" y="865"/>
                </a:lnTo>
                <a:lnTo>
                  <a:pt x="785" y="866"/>
                </a:lnTo>
                <a:lnTo>
                  <a:pt x="785" y="865"/>
                </a:lnTo>
                <a:lnTo>
                  <a:pt x="786" y="865"/>
                </a:lnTo>
                <a:lnTo>
                  <a:pt x="786" y="866"/>
                </a:lnTo>
                <a:lnTo>
                  <a:pt x="786" y="867"/>
                </a:lnTo>
                <a:lnTo>
                  <a:pt x="787" y="867"/>
                </a:lnTo>
                <a:lnTo>
                  <a:pt x="788" y="867"/>
                </a:lnTo>
                <a:lnTo>
                  <a:pt x="788" y="866"/>
                </a:lnTo>
                <a:lnTo>
                  <a:pt x="788" y="867"/>
                </a:lnTo>
                <a:lnTo>
                  <a:pt x="789" y="867"/>
                </a:lnTo>
                <a:lnTo>
                  <a:pt x="790" y="867"/>
                </a:lnTo>
                <a:lnTo>
                  <a:pt x="791" y="867"/>
                </a:lnTo>
                <a:lnTo>
                  <a:pt x="792" y="867"/>
                </a:lnTo>
                <a:lnTo>
                  <a:pt x="792" y="866"/>
                </a:lnTo>
                <a:lnTo>
                  <a:pt x="792" y="867"/>
                </a:lnTo>
                <a:lnTo>
                  <a:pt x="793" y="867"/>
                </a:lnTo>
                <a:lnTo>
                  <a:pt x="794" y="867"/>
                </a:lnTo>
                <a:lnTo>
                  <a:pt x="794" y="866"/>
                </a:lnTo>
                <a:lnTo>
                  <a:pt x="795" y="866"/>
                </a:lnTo>
                <a:lnTo>
                  <a:pt x="796" y="866"/>
                </a:lnTo>
                <a:lnTo>
                  <a:pt x="796" y="867"/>
                </a:lnTo>
                <a:lnTo>
                  <a:pt x="797" y="867"/>
                </a:lnTo>
                <a:lnTo>
                  <a:pt x="797" y="868"/>
                </a:lnTo>
                <a:lnTo>
                  <a:pt x="798" y="867"/>
                </a:lnTo>
                <a:lnTo>
                  <a:pt x="799" y="866"/>
                </a:lnTo>
                <a:lnTo>
                  <a:pt x="800" y="866"/>
                </a:lnTo>
                <a:lnTo>
                  <a:pt x="802" y="866"/>
                </a:lnTo>
                <a:lnTo>
                  <a:pt x="802" y="867"/>
                </a:lnTo>
                <a:lnTo>
                  <a:pt x="803" y="867"/>
                </a:lnTo>
                <a:lnTo>
                  <a:pt x="803" y="868"/>
                </a:lnTo>
                <a:lnTo>
                  <a:pt x="802" y="868"/>
                </a:lnTo>
                <a:lnTo>
                  <a:pt x="802" y="869"/>
                </a:lnTo>
                <a:lnTo>
                  <a:pt x="802" y="870"/>
                </a:lnTo>
                <a:lnTo>
                  <a:pt x="803" y="870"/>
                </a:lnTo>
                <a:lnTo>
                  <a:pt x="804" y="870"/>
                </a:lnTo>
                <a:lnTo>
                  <a:pt x="805" y="870"/>
                </a:lnTo>
                <a:lnTo>
                  <a:pt x="806" y="870"/>
                </a:lnTo>
                <a:lnTo>
                  <a:pt x="806" y="871"/>
                </a:lnTo>
                <a:lnTo>
                  <a:pt x="805" y="871"/>
                </a:lnTo>
                <a:lnTo>
                  <a:pt x="806" y="872"/>
                </a:lnTo>
                <a:lnTo>
                  <a:pt x="807" y="872"/>
                </a:lnTo>
                <a:lnTo>
                  <a:pt x="808" y="872"/>
                </a:lnTo>
                <a:lnTo>
                  <a:pt x="808" y="873"/>
                </a:lnTo>
                <a:lnTo>
                  <a:pt x="809" y="873"/>
                </a:lnTo>
                <a:lnTo>
                  <a:pt x="810" y="873"/>
                </a:lnTo>
                <a:lnTo>
                  <a:pt x="811" y="873"/>
                </a:lnTo>
                <a:lnTo>
                  <a:pt x="811" y="874"/>
                </a:lnTo>
                <a:lnTo>
                  <a:pt x="811" y="875"/>
                </a:lnTo>
                <a:lnTo>
                  <a:pt x="811" y="874"/>
                </a:lnTo>
                <a:lnTo>
                  <a:pt x="811" y="875"/>
                </a:lnTo>
                <a:lnTo>
                  <a:pt x="812" y="875"/>
                </a:lnTo>
                <a:lnTo>
                  <a:pt x="813" y="875"/>
                </a:lnTo>
                <a:lnTo>
                  <a:pt x="815" y="875"/>
                </a:lnTo>
                <a:lnTo>
                  <a:pt x="816" y="875"/>
                </a:lnTo>
                <a:lnTo>
                  <a:pt x="816" y="876"/>
                </a:lnTo>
                <a:lnTo>
                  <a:pt x="817" y="876"/>
                </a:lnTo>
                <a:lnTo>
                  <a:pt x="818" y="876"/>
                </a:lnTo>
                <a:lnTo>
                  <a:pt x="819" y="876"/>
                </a:lnTo>
                <a:lnTo>
                  <a:pt x="819" y="877"/>
                </a:lnTo>
                <a:lnTo>
                  <a:pt x="820" y="877"/>
                </a:lnTo>
                <a:lnTo>
                  <a:pt x="821" y="877"/>
                </a:lnTo>
                <a:lnTo>
                  <a:pt x="823" y="877"/>
                </a:lnTo>
                <a:lnTo>
                  <a:pt x="823" y="878"/>
                </a:lnTo>
                <a:lnTo>
                  <a:pt x="824" y="878"/>
                </a:lnTo>
                <a:lnTo>
                  <a:pt x="825" y="878"/>
                </a:lnTo>
                <a:lnTo>
                  <a:pt x="826" y="878"/>
                </a:lnTo>
                <a:lnTo>
                  <a:pt x="826" y="879"/>
                </a:lnTo>
                <a:lnTo>
                  <a:pt x="825" y="879"/>
                </a:lnTo>
                <a:lnTo>
                  <a:pt x="825" y="880"/>
                </a:lnTo>
                <a:lnTo>
                  <a:pt x="826" y="880"/>
                </a:lnTo>
                <a:lnTo>
                  <a:pt x="827" y="880"/>
                </a:lnTo>
                <a:lnTo>
                  <a:pt x="828" y="880"/>
                </a:lnTo>
                <a:lnTo>
                  <a:pt x="828" y="879"/>
                </a:lnTo>
                <a:lnTo>
                  <a:pt x="829" y="879"/>
                </a:lnTo>
                <a:lnTo>
                  <a:pt x="830" y="878"/>
                </a:lnTo>
                <a:lnTo>
                  <a:pt x="831" y="879"/>
                </a:lnTo>
                <a:lnTo>
                  <a:pt x="832" y="879"/>
                </a:lnTo>
                <a:lnTo>
                  <a:pt x="832" y="880"/>
                </a:lnTo>
                <a:lnTo>
                  <a:pt x="833" y="880"/>
                </a:lnTo>
                <a:lnTo>
                  <a:pt x="834" y="880"/>
                </a:lnTo>
                <a:lnTo>
                  <a:pt x="834" y="881"/>
                </a:lnTo>
                <a:lnTo>
                  <a:pt x="835" y="881"/>
                </a:lnTo>
                <a:lnTo>
                  <a:pt x="836" y="882"/>
                </a:lnTo>
                <a:lnTo>
                  <a:pt x="837" y="882"/>
                </a:lnTo>
                <a:lnTo>
                  <a:pt x="838" y="883"/>
                </a:lnTo>
                <a:lnTo>
                  <a:pt x="838" y="884"/>
                </a:lnTo>
                <a:lnTo>
                  <a:pt x="839" y="884"/>
                </a:lnTo>
                <a:lnTo>
                  <a:pt x="840" y="884"/>
                </a:lnTo>
                <a:lnTo>
                  <a:pt x="841" y="885"/>
                </a:lnTo>
                <a:lnTo>
                  <a:pt x="840" y="885"/>
                </a:lnTo>
                <a:lnTo>
                  <a:pt x="840" y="886"/>
                </a:lnTo>
                <a:lnTo>
                  <a:pt x="840" y="887"/>
                </a:lnTo>
                <a:lnTo>
                  <a:pt x="840" y="888"/>
                </a:lnTo>
                <a:lnTo>
                  <a:pt x="842" y="889"/>
                </a:lnTo>
                <a:lnTo>
                  <a:pt x="843" y="889"/>
                </a:lnTo>
                <a:lnTo>
                  <a:pt x="844" y="889"/>
                </a:lnTo>
                <a:lnTo>
                  <a:pt x="844" y="888"/>
                </a:lnTo>
                <a:lnTo>
                  <a:pt x="845" y="888"/>
                </a:lnTo>
                <a:lnTo>
                  <a:pt x="846" y="889"/>
                </a:lnTo>
                <a:lnTo>
                  <a:pt x="846" y="890"/>
                </a:lnTo>
                <a:lnTo>
                  <a:pt x="846" y="891"/>
                </a:lnTo>
                <a:lnTo>
                  <a:pt x="846" y="892"/>
                </a:lnTo>
                <a:lnTo>
                  <a:pt x="847" y="891"/>
                </a:lnTo>
                <a:lnTo>
                  <a:pt x="847" y="890"/>
                </a:lnTo>
                <a:lnTo>
                  <a:pt x="848" y="890"/>
                </a:lnTo>
                <a:lnTo>
                  <a:pt x="848" y="891"/>
                </a:lnTo>
                <a:lnTo>
                  <a:pt x="847" y="891"/>
                </a:lnTo>
                <a:lnTo>
                  <a:pt x="848" y="892"/>
                </a:lnTo>
                <a:lnTo>
                  <a:pt x="848" y="891"/>
                </a:lnTo>
                <a:lnTo>
                  <a:pt x="849" y="891"/>
                </a:lnTo>
                <a:lnTo>
                  <a:pt x="850" y="890"/>
                </a:lnTo>
                <a:lnTo>
                  <a:pt x="850" y="889"/>
                </a:lnTo>
                <a:lnTo>
                  <a:pt x="850" y="888"/>
                </a:lnTo>
                <a:lnTo>
                  <a:pt x="851" y="888"/>
                </a:lnTo>
                <a:lnTo>
                  <a:pt x="851" y="887"/>
                </a:lnTo>
                <a:lnTo>
                  <a:pt x="851" y="888"/>
                </a:lnTo>
                <a:lnTo>
                  <a:pt x="852" y="887"/>
                </a:lnTo>
                <a:lnTo>
                  <a:pt x="853" y="887"/>
                </a:lnTo>
                <a:lnTo>
                  <a:pt x="854" y="887"/>
                </a:lnTo>
                <a:lnTo>
                  <a:pt x="855" y="887"/>
                </a:lnTo>
                <a:lnTo>
                  <a:pt x="856" y="887"/>
                </a:lnTo>
                <a:lnTo>
                  <a:pt x="857" y="887"/>
                </a:lnTo>
                <a:lnTo>
                  <a:pt x="858" y="887"/>
                </a:lnTo>
                <a:lnTo>
                  <a:pt x="858" y="886"/>
                </a:lnTo>
                <a:lnTo>
                  <a:pt x="858" y="885"/>
                </a:lnTo>
                <a:lnTo>
                  <a:pt x="859" y="885"/>
                </a:lnTo>
                <a:lnTo>
                  <a:pt x="860" y="885"/>
                </a:lnTo>
                <a:lnTo>
                  <a:pt x="860" y="887"/>
                </a:lnTo>
                <a:lnTo>
                  <a:pt x="861" y="887"/>
                </a:lnTo>
                <a:lnTo>
                  <a:pt x="862" y="887"/>
                </a:lnTo>
                <a:lnTo>
                  <a:pt x="862" y="886"/>
                </a:lnTo>
                <a:lnTo>
                  <a:pt x="863" y="886"/>
                </a:lnTo>
                <a:lnTo>
                  <a:pt x="863" y="887"/>
                </a:lnTo>
                <a:lnTo>
                  <a:pt x="864" y="887"/>
                </a:lnTo>
                <a:lnTo>
                  <a:pt x="864" y="888"/>
                </a:lnTo>
                <a:lnTo>
                  <a:pt x="866" y="888"/>
                </a:lnTo>
                <a:lnTo>
                  <a:pt x="867" y="889"/>
                </a:lnTo>
                <a:lnTo>
                  <a:pt x="868" y="889"/>
                </a:lnTo>
                <a:lnTo>
                  <a:pt x="868" y="888"/>
                </a:lnTo>
                <a:lnTo>
                  <a:pt x="868" y="887"/>
                </a:lnTo>
                <a:lnTo>
                  <a:pt x="868" y="886"/>
                </a:lnTo>
                <a:lnTo>
                  <a:pt x="868" y="885"/>
                </a:lnTo>
                <a:lnTo>
                  <a:pt x="869" y="885"/>
                </a:lnTo>
                <a:lnTo>
                  <a:pt x="869" y="884"/>
                </a:lnTo>
                <a:lnTo>
                  <a:pt x="868" y="884"/>
                </a:lnTo>
                <a:lnTo>
                  <a:pt x="869" y="883"/>
                </a:lnTo>
                <a:lnTo>
                  <a:pt x="870" y="883"/>
                </a:lnTo>
                <a:lnTo>
                  <a:pt x="871" y="883"/>
                </a:lnTo>
                <a:lnTo>
                  <a:pt x="871" y="884"/>
                </a:lnTo>
                <a:lnTo>
                  <a:pt x="872" y="884"/>
                </a:lnTo>
                <a:lnTo>
                  <a:pt x="872" y="883"/>
                </a:lnTo>
                <a:lnTo>
                  <a:pt x="873" y="883"/>
                </a:lnTo>
                <a:lnTo>
                  <a:pt x="873" y="882"/>
                </a:lnTo>
                <a:lnTo>
                  <a:pt x="873" y="881"/>
                </a:lnTo>
                <a:lnTo>
                  <a:pt x="874" y="881"/>
                </a:lnTo>
                <a:lnTo>
                  <a:pt x="874" y="880"/>
                </a:lnTo>
                <a:lnTo>
                  <a:pt x="874" y="879"/>
                </a:lnTo>
                <a:lnTo>
                  <a:pt x="873" y="878"/>
                </a:lnTo>
                <a:lnTo>
                  <a:pt x="873" y="877"/>
                </a:lnTo>
                <a:lnTo>
                  <a:pt x="874" y="877"/>
                </a:lnTo>
                <a:lnTo>
                  <a:pt x="875" y="877"/>
                </a:lnTo>
                <a:lnTo>
                  <a:pt x="876" y="877"/>
                </a:lnTo>
                <a:lnTo>
                  <a:pt x="877" y="877"/>
                </a:lnTo>
                <a:lnTo>
                  <a:pt x="878" y="876"/>
                </a:lnTo>
                <a:lnTo>
                  <a:pt x="878" y="875"/>
                </a:lnTo>
                <a:lnTo>
                  <a:pt x="877" y="875"/>
                </a:lnTo>
                <a:lnTo>
                  <a:pt x="877" y="874"/>
                </a:lnTo>
                <a:lnTo>
                  <a:pt x="877" y="873"/>
                </a:lnTo>
                <a:lnTo>
                  <a:pt x="877" y="872"/>
                </a:lnTo>
                <a:lnTo>
                  <a:pt x="877" y="871"/>
                </a:lnTo>
                <a:lnTo>
                  <a:pt x="878" y="870"/>
                </a:lnTo>
                <a:lnTo>
                  <a:pt x="879" y="870"/>
                </a:lnTo>
                <a:lnTo>
                  <a:pt x="880" y="871"/>
                </a:lnTo>
                <a:lnTo>
                  <a:pt x="881" y="871"/>
                </a:lnTo>
                <a:lnTo>
                  <a:pt x="883" y="872"/>
                </a:lnTo>
                <a:lnTo>
                  <a:pt x="884" y="872"/>
                </a:lnTo>
                <a:lnTo>
                  <a:pt x="885" y="872"/>
                </a:lnTo>
                <a:lnTo>
                  <a:pt x="885" y="871"/>
                </a:lnTo>
                <a:lnTo>
                  <a:pt x="885" y="870"/>
                </a:lnTo>
                <a:lnTo>
                  <a:pt x="886" y="870"/>
                </a:lnTo>
                <a:lnTo>
                  <a:pt x="886" y="869"/>
                </a:lnTo>
                <a:lnTo>
                  <a:pt x="887" y="869"/>
                </a:lnTo>
                <a:lnTo>
                  <a:pt x="887" y="868"/>
                </a:lnTo>
                <a:lnTo>
                  <a:pt x="887" y="867"/>
                </a:lnTo>
                <a:lnTo>
                  <a:pt x="887" y="866"/>
                </a:lnTo>
                <a:lnTo>
                  <a:pt x="888" y="866"/>
                </a:lnTo>
                <a:lnTo>
                  <a:pt x="888" y="865"/>
                </a:lnTo>
                <a:lnTo>
                  <a:pt x="888" y="864"/>
                </a:lnTo>
                <a:lnTo>
                  <a:pt x="889" y="864"/>
                </a:lnTo>
                <a:lnTo>
                  <a:pt x="890" y="865"/>
                </a:lnTo>
                <a:lnTo>
                  <a:pt x="891" y="865"/>
                </a:lnTo>
                <a:lnTo>
                  <a:pt x="892" y="865"/>
                </a:lnTo>
                <a:lnTo>
                  <a:pt x="893" y="865"/>
                </a:lnTo>
                <a:lnTo>
                  <a:pt x="894" y="865"/>
                </a:lnTo>
                <a:lnTo>
                  <a:pt x="895" y="864"/>
                </a:lnTo>
                <a:lnTo>
                  <a:pt x="893" y="862"/>
                </a:lnTo>
                <a:lnTo>
                  <a:pt x="893" y="861"/>
                </a:lnTo>
                <a:lnTo>
                  <a:pt x="892" y="861"/>
                </a:lnTo>
                <a:lnTo>
                  <a:pt x="891" y="860"/>
                </a:lnTo>
                <a:lnTo>
                  <a:pt x="891" y="859"/>
                </a:lnTo>
                <a:lnTo>
                  <a:pt x="890" y="858"/>
                </a:lnTo>
                <a:lnTo>
                  <a:pt x="890" y="857"/>
                </a:lnTo>
                <a:lnTo>
                  <a:pt x="889" y="857"/>
                </a:lnTo>
                <a:lnTo>
                  <a:pt x="889" y="856"/>
                </a:lnTo>
                <a:lnTo>
                  <a:pt x="890" y="856"/>
                </a:lnTo>
                <a:lnTo>
                  <a:pt x="889" y="855"/>
                </a:lnTo>
                <a:lnTo>
                  <a:pt x="887" y="854"/>
                </a:lnTo>
                <a:lnTo>
                  <a:pt x="887" y="853"/>
                </a:lnTo>
                <a:lnTo>
                  <a:pt x="887" y="852"/>
                </a:lnTo>
                <a:lnTo>
                  <a:pt x="887" y="851"/>
                </a:lnTo>
                <a:lnTo>
                  <a:pt x="887" y="850"/>
                </a:lnTo>
                <a:lnTo>
                  <a:pt x="886" y="850"/>
                </a:lnTo>
                <a:lnTo>
                  <a:pt x="886" y="849"/>
                </a:lnTo>
                <a:lnTo>
                  <a:pt x="886" y="848"/>
                </a:lnTo>
                <a:lnTo>
                  <a:pt x="885" y="848"/>
                </a:lnTo>
                <a:lnTo>
                  <a:pt x="885" y="849"/>
                </a:lnTo>
                <a:lnTo>
                  <a:pt x="884" y="849"/>
                </a:lnTo>
                <a:lnTo>
                  <a:pt x="884" y="848"/>
                </a:lnTo>
                <a:lnTo>
                  <a:pt x="883" y="847"/>
                </a:lnTo>
                <a:lnTo>
                  <a:pt x="882" y="847"/>
                </a:lnTo>
                <a:lnTo>
                  <a:pt x="881" y="847"/>
                </a:lnTo>
                <a:lnTo>
                  <a:pt x="880" y="846"/>
                </a:lnTo>
                <a:lnTo>
                  <a:pt x="880" y="845"/>
                </a:lnTo>
                <a:lnTo>
                  <a:pt x="879" y="845"/>
                </a:lnTo>
                <a:lnTo>
                  <a:pt x="878" y="845"/>
                </a:lnTo>
                <a:lnTo>
                  <a:pt x="877" y="845"/>
                </a:lnTo>
                <a:lnTo>
                  <a:pt x="876" y="845"/>
                </a:lnTo>
                <a:lnTo>
                  <a:pt x="875" y="845"/>
                </a:lnTo>
                <a:lnTo>
                  <a:pt x="874" y="845"/>
                </a:lnTo>
                <a:lnTo>
                  <a:pt x="872" y="845"/>
                </a:lnTo>
                <a:lnTo>
                  <a:pt x="871" y="845"/>
                </a:lnTo>
                <a:lnTo>
                  <a:pt x="870" y="844"/>
                </a:lnTo>
                <a:lnTo>
                  <a:pt x="869" y="844"/>
                </a:lnTo>
                <a:lnTo>
                  <a:pt x="870" y="843"/>
                </a:lnTo>
                <a:lnTo>
                  <a:pt x="869" y="843"/>
                </a:lnTo>
                <a:lnTo>
                  <a:pt x="868" y="843"/>
                </a:lnTo>
                <a:lnTo>
                  <a:pt x="868" y="842"/>
                </a:lnTo>
                <a:lnTo>
                  <a:pt x="868" y="841"/>
                </a:lnTo>
                <a:lnTo>
                  <a:pt x="868" y="840"/>
                </a:lnTo>
                <a:lnTo>
                  <a:pt x="867" y="840"/>
                </a:lnTo>
                <a:lnTo>
                  <a:pt x="867" y="841"/>
                </a:lnTo>
                <a:lnTo>
                  <a:pt x="866" y="840"/>
                </a:lnTo>
                <a:lnTo>
                  <a:pt x="865" y="839"/>
                </a:lnTo>
                <a:lnTo>
                  <a:pt x="865" y="838"/>
                </a:lnTo>
                <a:lnTo>
                  <a:pt x="865" y="836"/>
                </a:lnTo>
                <a:lnTo>
                  <a:pt x="865" y="835"/>
                </a:lnTo>
                <a:lnTo>
                  <a:pt x="864" y="835"/>
                </a:lnTo>
                <a:lnTo>
                  <a:pt x="864" y="834"/>
                </a:lnTo>
                <a:lnTo>
                  <a:pt x="865" y="834"/>
                </a:lnTo>
                <a:lnTo>
                  <a:pt x="864" y="834"/>
                </a:lnTo>
                <a:lnTo>
                  <a:pt x="864" y="833"/>
                </a:lnTo>
                <a:lnTo>
                  <a:pt x="864" y="832"/>
                </a:lnTo>
                <a:lnTo>
                  <a:pt x="865" y="831"/>
                </a:lnTo>
                <a:lnTo>
                  <a:pt x="865" y="830"/>
                </a:lnTo>
                <a:lnTo>
                  <a:pt x="865" y="829"/>
                </a:lnTo>
                <a:lnTo>
                  <a:pt x="864" y="828"/>
                </a:lnTo>
                <a:lnTo>
                  <a:pt x="864" y="827"/>
                </a:lnTo>
                <a:lnTo>
                  <a:pt x="864" y="826"/>
                </a:lnTo>
                <a:lnTo>
                  <a:pt x="864" y="825"/>
                </a:lnTo>
                <a:lnTo>
                  <a:pt x="864" y="824"/>
                </a:lnTo>
                <a:lnTo>
                  <a:pt x="864" y="823"/>
                </a:lnTo>
                <a:lnTo>
                  <a:pt x="865" y="823"/>
                </a:lnTo>
                <a:lnTo>
                  <a:pt x="865" y="822"/>
                </a:lnTo>
                <a:lnTo>
                  <a:pt x="864" y="822"/>
                </a:lnTo>
                <a:lnTo>
                  <a:pt x="865" y="821"/>
                </a:lnTo>
                <a:lnTo>
                  <a:pt x="864" y="821"/>
                </a:lnTo>
                <a:lnTo>
                  <a:pt x="864" y="819"/>
                </a:lnTo>
                <a:lnTo>
                  <a:pt x="865" y="818"/>
                </a:lnTo>
                <a:lnTo>
                  <a:pt x="865" y="815"/>
                </a:lnTo>
                <a:lnTo>
                  <a:pt x="865" y="814"/>
                </a:lnTo>
                <a:lnTo>
                  <a:pt x="866" y="814"/>
                </a:lnTo>
                <a:lnTo>
                  <a:pt x="866" y="813"/>
                </a:lnTo>
                <a:lnTo>
                  <a:pt x="865" y="813"/>
                </a:lnTo>
                <a:lnTo>
                  <a:pt x="864" y="811"/>
                </a:lnTo>
                <a:lnTo>
                  <a:pt x="864" y="810"/>
                </a:lnTo>
                <a:lnTo>
                  <a:pt x="865" y="810"/>
                </a:lnTo>
                <a:lnTo>
                  <a:pt x="865" y="811"/>
                </a:lnTo>
                <a:lnTo>
                  <a:pt x="865" y="810"/>
                </a:lnTo>
                <a:lnTo>
                  <a:pt x="866" y="809"/>
                </a:lnTo>
                <a:lnTo>
                  <a:pt x="868" y="809"/>
                </a:lnTo>
                <a:lnTo>
                  <a:pt x="869" y="809"/>
                </a:lnTo>
                <a:lnTo>
                  <a:pt x="870" y="809"/>
                </a:lnTo>
                <a:lnTo>
                  <a:pt x="870" y="808"/>
                </a:lnTo>
                <a:lnTo>
                  <a:pt x="871" y="808"/>
                </a:lnTo>
                <a:lnTo>
                  <a:pt x="872" y="808"/>
                </a:lnTo>
                <a:lnTo>
                  <a:pt x="872" y="809"/>
                </a:lnTo>
                <a:lnTo>
                  <a:pt x="873" y="808"/>
                </a:lnTo>
                <a:lnTo>
                  <a:pt x="874" y="808"/>
                </a:lnTo>
                <a:lnTo>
                  <a:pt x="875" y="809"/>
                </a:lnTo>
                <a:lnTo>
                  <a:pt x="876" y="809"/>
                </a:lnTo>
                <a:lnTo>
                  <a:pt x="876" y="810"/>
                </a:lnTo>
                <a:lnTo>
                  <a:pt x="877" y="809"/>
                </a:lnTo>
                <a:lnTo>
                  <a:pt x="878" y="809"/>
                </a:lnTo>
                <a:lnTo>
                  <a:pt x="878" y="808"/>
                </a:lnTo>
                <a:lnTo>
                  <a:pt x="877" y="808"/>
                </a:lnTo>
                <a:lnTo>
                  <a:pt x="876" y="808"/>
                </a:lnTo>
                <a:lnTo>
                  <a:pt x="876" y="807"/>
                </a:lnTo>
                <a:lnTo>
                  <a:pt x="876" y="806"/>
                </a:lnTo>
                <a:lnTo>
                  <a:pt x="876" y="805"/>
                </a:lnTo>
                <a:lnTo>
                  <a:pt x="877" y="805"/>
                </a:lnTo>
                <a:lnTo>
                  <a:pt x="877" y="804"/>
                </a:lnTo>
                <a:lnTo>
                  <a:pt x="878" y="803"/>
                </a:lnTo>
                <a:lnTo>
                  <a:pt x="879" y="803"/>
                </a:lnTo>
                <a:lnTo>
                  <a:pt x="878" y="803"/>
                </a:lnTo>
                <a:lnTo>
                  <a:pt x="878" y="802"/>
                </a:lnTo>
                <a:lnTo>
                  <a:pt x="879" y="802"/>
                </a:lnTo>
                <a:lnTo>
                  <a:pt x="879" y="801"/>
                </a:lnTo>
                <a:lnTo>
                  <a:pt x="880" y="801"/>
                </a:lnTo>
                <a:lnTo>
                  <a:pt x="880" y="800"/>
                </a:lnTo>
                <a:lnTo>
                  <a:pt x="880" y="799"/>
                </a:lnTo>
                <a:lnTo>
                  <a:pt x="881" y="799"/>
                </a:lnTo>
                <a:lnTo>
                  <a:pt x="882" y="799"/>
                </a:lnTo>
                <a:lnTo>
                  <a:pt x="881" y="799"/>
                </a:lnTo>
                <a:lnTo>
                  <a:pt x="881" y="798"/>
                </a:lnTo>
                <a:lnTo>
                  <a:pt x="882" y="798"/>
                </a:lnTo>
                <a:lnTo>
                  <a:pt x="883" y="798"/>
                </a:lnTo>
                <a:lnTo>
                  <a:pt x="883" y="797"/>
                </a:lnTo>
                <a:lnTo>
                  <a:pt x="884" y="796"/>
                </a:lnTo>
                <a:lnTo>
                  <a:pt x="884" y="797"/>
                </a:lnTo>
                <a:lnTo>
                  <a:pt x="885" y="797"/>
                </a:lnTo>
                <a:lnTo>
                  <a:pt x="885" y="796"/>
                </a:lnTo>
                <a:lnTo>
                  <a:pt x="886" y="797"/>
                </a:lnTo>
                <a:lnTo>
                  <a:pt x="886" y="796"/>
                </a:lnTo>
                <a:lnTo>
                  <a:pt x="887" y="796"/>
                </a:lnTo>
                <a:lnTo>
                  <a:pt x="887" y="795"/>
                </a:lnTo>
                <a:lnTo>
                  <a:pt x="888" y="795"/>
                </a:lnTo>
                <a:lnTo>
                  <a:pt x="889" y="794"/>
                </a:lnTo>
                <a:lnTo>
                  <a:pt x="891" y="794"/>
                </a:lnTo>
                <a:lnTo>
                  <a:pt x="891" y="793"/>
                </a:lnTo>
                <a:lnTo>
                  <a:pt x="891" y="792"/>
                </a:lnTo>
                <a:lnTo>
                  <a:pt x="892" y="792"/>
                </a:lnTo>
                <a:lnTo>
                  <a:pt x="893" y="793"/>
                </a:lnTo>
                <a:lnTo>
                  <a:pt x="894" y="793"/>
                </a:lnTo>
                <a:lnTo>
                  <a:pt x="895" y="793"/>
                </a:lnTo>
                <a:lnTo>
                  <a:pt x="895" y="792"/>
                </a:lnTo>
                <a:lnTo>
                  <a:pt x="896" y="792"/>
                </a:lnTo>
                <a:lnTo>
                  <a:pt x="897" y="792"/>
                </a:lnTo>
                <a:lnTo>
                  <a:pt x="898" y="791"/>
                </a:lnTo>
                <a:lnTo>
                  <a:pt x="899" y="789"/>
                </a:lnTo>
                <a:lnTo>
                  <a:pt x="899" y="788"/>
                </a:lnTo>
                <a:lnTo>
                  <a:pt x="899" y="787"/>
                </a:lnTo>
                <a:lnTo>
                  <a:pt x="900" y="786"/>
                </a:lnTo>
                <a:lnTo>
                  <a:pt x="900" y="785"/>
                </a:lnTo>
                <a:lnTo>
                  <a:pt x="900" y="784"/>
                </a:lnTo>
                <a:lnTo>
                  <a:pt x="900" y="785"/>
                </a:lnTo>
                <a:lnTo>
                  <a:pt x="901" y="785"/>
                </a:lnTo>
                <a:lnTo>
                  <a:pt x="901" y="784"/>
                </a:lnTo>
                <a:lnTo>
                  <a:pt x="902" y="784"/>
                </a:lnTo>
                <a:lnTo>
                  <a:pt x="902" y="783"/>
                </a:lnTo>
                <a:lnTo>
                  <a:pt x="903" y="782"/>
                </a:lnTo>
                <a:lnTo>
                  <a:pt x="903" y="781"/>
                </a:lnTo>
                <a:lnTo>
                  <a:pt x="904" y="781"/>
                </a:lnTo>
                <a:lnTo>
                  <a:pt x="905" y="781"/>
                </a:lnTo>
                <a:lnTo>
                  <a:pt x="906" y="781"/>
                </a:lnTo>
                <a:lnTo>
                  <a:pt x="907" y="781"/>
                </a:lnTo>
                <a:lnTo>
                  <a:pt x="907" y="780"/>
                </a:lnTo>
                <a:lnTo>
                  <a:pt x="908" y="780"/>
                </a:lnTo>
                <a:lnTo>
                  <a:pt x="908" y="779"/>
                </a:lnTo>
                <a:lnTo>
                  <a:pt x="907" y="778"/>
                </a:lnTo>
                <a:lnTo>
                  <a:pt x="906" y="776"/>
                </a:lnTo>
                <a:lnTo>
                  <a:pt x="906" y="775"/>
                </a:lnTo>
                <a:lnTo>
                  <a:pt x="906" y="774"/>
                </a:lnTo>
                <a:lnTo>
                  <a:pt x="905" y="774"/>
                </a:lnTo>
                <a:lnTo>
                  <a:pt x="904" y="773"/>
                </a:lnTo>
                <a:lnTo>
                  <a:pt x="905" y="773"/>
                </a:lnTo>
                <a:lnTo>
                  <a:pt x="905" y="772"/>
                </a:lnTo>
                <a:lnTo>
                  <a:pt x="905" y="771"/>
                </a:lnTo>
                <a:lnTo>
                  <a:pt x="904" y="771"/>
                </a:lnTo>
                <a:lnTo>
                  <a:pt x="904" y="770"/>
                </a:lnTo>
                <a:lnTo>
                  <a:pt x="903" y="769"/>
                </a:lnTo>
                <a:lnTo>
                  <a:pt x="902" y="769"/>
                </a:lnTo>
                <a:lnTo>
                  <a:pt x="901" y="769"/>
                </a:lnTo>
                <a:lnTo>
                  <a:pt x="900" y="769"/>
                </a:lnTo>
                <a:lnTo>
                  <a:pt x="898" y="768"/>
                </a:lnTo>
                <a:lnTo>
                  <a:pt x="897" y="767"/>
                </a:lnTo>
                <a:lnTo>
                  <a:pt x="897" y="766"/>
                </a:lnTo>
                <a:lnTo>
                  <a:pt x="898" y="765"/>
                </a:lnTo>
                <a:lnTo>
                  <a:pt x="899" y="766"/>
                </a:lnTo>
                <a:lnTo>
                  <a:pt x="900" y="766"/>
                </a:lnTo>
                <a:lnTo>
                  <a:pt x="900" y="764"/>
                </a:lnTo>
                <a:lnTo>
                  <a:pt x="900" y="763"/>
                </a:lnTo>
                <a:lnTo>
                  <a:pt x="899" y="762"/>
                </a:lnTo>
                <a:lnTo>
                  <a:pt x="899" y="761"/>
                </a:lnTo>
                <a:lnTo>
                  <a:pt x="898" y="761"/>
                </a:lnTo>
                <a:lnTo>
                  <a:pt x="898" y="760"/>
                </a:lnTo>
                <a:lnTo>
                  <a:pt x="897" y="760"/>
                </a:lnTo>
                <a:lnTo>
                  <a:pt x="897" y="758"/>
                </a:lnTo>
                <a:lnTo>
                  <a:pt x="897" y="757"/>
                </a:lnTo>
                <a:lnTo>
                  <a:pt x="898" y="755"/>
                </a:lnTo>
                <a:lnTo>
                  <a:pt x="898" y="754"/>
                </a:lnTo>
                <a:lnTo>
                  <a:pt x="898" y="753"/>
                </a:lnTo>
                <a:lnTo>
                  <a:pt x="899" y="753"/>
                </a:lnTo>
                <a:lnTo>
                  <a:pt x="900" y="752"/>
                </a:lnTo>
                <a:lnTo>
                  <a:pt x="900" y="753"/>
                </a:lnTo>
                <a:lnTo>
                  <a:pt x="901" y="753"/>
                </a:lnTo>
                <a:lnTo>
                  <a:pt x="902" y="753"/>
                </a:lnTo>
                <a:lnTo>
                  <a:pt x="903" y="753"/>
                </a:lnTo>
                <a:lnTo>
                  <a:pt x="904" y="754"/>
                </a:lnTo>
                <a:lnTo>
                  <a:pt x="905" y="754"/>
                </a:lnTo>
                <a:lnTo>
                  <a:pt x="907" y="754"/>
                </a:lnTo>
                <a:lnTo>
                  <a:pt x="907" y="755"/>
                </a:lnTo>
                <a:lnTo>
                  <a:pt x="908" y="755"/>
                </a:lnTo>
                <a:lnTo>
                  <a:pt x="909" y="754"/>
                </a:lnTo>
                <a:lnTo>
                  <a:pt x="910" y="754"/>
                </a:lnTo>
                <a:lnTo>
                  <a:pt x="910" y="753"/>
                </a:lnTo>
                <a:lnTo>
                  <a:pt x="912" y="752"/>
                </a:lnTo>
                <a:lnTo>
                  <a:pt x="912" y="751"/>
                </a:lnTo>
                <a:lnTo>
                  <a:pt x="911" y="751"/>
                </a:lnTo>
                <a:lnTo>
                  <a:pt x="911" y="750"/>
                </a:lnTo>
                <a:lnTo>
                  <a:pt x="911" y="749"/>
                </a:lnTo>
                <a:lnTo>
                  <a:pt x="912" y="748"/>
                </a:lnTo>
                <a:lnTo>
                  <a:pt x="913" y="748"/>
                </a:lnTo>
                <a:lnTo>
                  <a:pt x="913" y="749"/>
                </a:lnTo>
                <a:lnTo>
                  <a:pt x="913" y="748"/>
                </a:lnTo>
                <a:lnTo>
                  <a:pt x="914" y="747"/>
                </a:lnTo>
                <a:lnTo>
                  <a:pt x="914" y="746"/>
                </a:lnTo>
                <a:lnTo>
                  <a:pt x="913" y="745"/>
                </a:lnTo>
                <a:lnTo>
                  <a:pt x="914" y="745"/>
                </a:lnTo>
                <a:lnTo>
                  <a:pt x="915" y="745"/>
                </a:lnTo>
                <a:lnTo>
                  <a:pt x="915" y="744"/>
                </a:lnTo>
                <a:lnTo>
                  <a:pt x="916" y="743"/>
                </a:lnTo>
                <a:lnTo>
                  <a:pt x="916" y="742"/>
                </a:lnTo>
                <a:lnTo>
                  <a:pt x="916" y="741"/>
                </a:lnTo>
                <a:lnTo>
                  <a:pt x="917" y="741"/>
                </a:lnTo>
                <a:lnTo>
                  <a:pt x="917" y="738"/>
                </a:lnTo>
                <a:lnTo>
                  <a:pt x="917" y="739"/>
                </a:lnTo>
                <a:lnTo>
                  <a:pt x="918" y="739"/>
                </a:lnTo>
                <a:lnTo>
                  <a:pt x="918" y="738"/>
                </a:lnTo>
                <a:lnTo>
                  <a:pt x="918" y="737"/>
                </a:lnTo>
                <a:lnTo>
                  <a:pt x="917" y="737"/>
                </a:lnTo>
                <a:lnTo>
                  <a:pt x="918" y="737"/>
                </a:lnTo>
                <a:lnTo>
                  <a:pt x="918" y="738"/>
                </a:lnTo>
                <a:lnTo>
                  <a:pt x="919" y="738"/>
                </a:lnTo>
                <a:lnTo>
                  <a:pt x="919" y="737"/>
                </a:lnTo>
                <a:lnTo>
                  <a:pt x="920" y="738"/>
                </a:lnTo>
                <a:lnTo>
                  <a:pt x="921" y="738"/>
                </a:lnTo>
                <a:lnTo>
                  <a:pt x="921" y="739"/>
                </a:lnTo>
                <a:lnTo>
                  <a:pt x="921" y="740"/>
                </a:lnTo>
                <a:lnTo>
                  <a:pt x="923" y="741"/>
                </a:lnTo>
                <a:lnTo>
                  <a:pt x="924" y="741"/>
                </a:lnTo>
                <a:lnTo>
                  <a:pt x="925" y="742"/>
                </a:lnTo>
                <a:lnTo>
                  <a:pt x="926" y="742"/>
                </a:lnTo>
                <a:lnTo>
                  <a:pt x="927" y="742"/>
                </a:lnTo>
                <a:lnTo>
                  <a:pt x="928" y="742"/>
                </a:lnTo>
                <a:lnTo>
                  <a:pt x="929" y="742"/>
                </a:lnTo>
                <a:lnTo>
                  <a:pt x="930" y="742"/>
                </a:lnTo>
                <a:lnTo>
                  <a:pt x="932" y="743"/>
                </a:lnTo>
                <a:lnTo>
                  <a:pt x="932" y="742"/>
                </a:lnTo>
                <a:lnTo>
                  <a:pt x="933" y="743"/>
                </a:lnTo>
                <a:lnTo>
                  <a:pt x="934" y="743"/>
                </a:lnTo>
                <a:lnTo>
                  <a:pt x="936" y="744"/>
                </a:lnTo>
                <a:lnTo>
                  <a:pt x="937" y="745"/>
                </a:lnTo>
                <a:lnTo>
                  <a:pt x="938" y="746"/>
                </a:lnTo>
                <a:lnTo>
                  <a:pt x="939" y="746"/>
                </a:lnTo>
                <a:lnTo>
                  <a:pt x="940" y="746"/>
                </a:lnTo>
                <a:lnTo>
                  <a:pt x="940" y="745"/>
                </a:lnTo>
                <a:lnTo>
                  <a:pt x="941" y="744"/>
                </a:lnTo>
                <a:lnTo>
                  <a:pt x="942" y="743"/>
                </a:lnTo>
                <a:lnTo>
                  <a:pt x="942" y="742"/>
                </a:lnTo>
                <a:lnTo>
                  <a:pt x="941" y="742"/>
                </a:lnTo>
                <a:lnTo>
                  <a:pt x="940" y="743"/>
                </a:lnTo>
                <a:lnTo>
                  <a:pt x="939" y="743"/>
                </a:lnTo>
                <a:lnTo>
                  <a:pt x="938" y="744"/>
                </a:lnTo>
                <a:lnTo>
                  <a:pt x="937" y="743"/>
                </a:lnTo>
                <a:lnTo>
                  <a:pt x="938" y="742"/>
                </a:lnTo>
                <a:lnTo>
                  <a:pt x="939" y="741"/>
                </a:lnTo>
                <a:lnTo>
                  <a:pt x="940" y="741"/>
                </a:lnTo>
                <a:lnTo>
                  <a:pt x="941" y="741"/>
                </a:lnTo>
                <a:lnTo>
                  <a:pt x="942" y="740"/>
                </a:lnTo>
                <a:lnTo>
                  <a:pt x="942" y="741"/>
                </a:lnTo>
                <a:lnTo>
                  <a:pt x="942" y="740"/>
                </a:lnTo>
                <a:lnTo>
                  <a:pt x="943" y="740"/>
                </a:lnTo>
                <a:lnTo>
                  <a:pt x="944" y="740"/>
                </a:lnTo>
                <a:lnTo>
                  <a:pt x="944" y="739"/>
                </a:lnTo>
                <a:lnTo>
                  <a:pt x="944" y="738"/>
                </a:lnTo>
                <a:lnTo>
                  <a:pt x="943" y="738"/>
                </a:lnTo>
                <a:lnTo>
                  <a:pt x="942" y="737"/>
                </a:lnTo>
                <a:lnTo>
                  <a:pt x="941" y="737"/>
                </a:lnTo>
                <a:lnTo>
                  <a:pt x="941" y="736"/>
                </a:lnTo>
                <a:lnTo>
                  <a:pt x="941" y="735"/>
                </a:lnTo>
                <a:lnTo>
                  <a:pt x="940" y="734"/>
                </a:lnTo>
                <a:lnTo>
                  <a:pt x="940" y="733"/>
                </a:lnTo>
                <a:lnTo>
                  <a:pt x="941" y="732"/>
                </a:lnTo>
                <a:lnTo>
                  <a:pt x="941" y="731"/>
                </a:lnTo>
                <a:lnTo>
                  <a:pt x="941" y="730"/>
                </a:lnTo>
                <a:lnTo>
                  <a:pt x="940" y="730"/>
                </a:lnTo>
                <a:lnTo>
                  <a:pt x="939" y="730"/>
                </a:lnTo>
                <a:lnTo>
                  <a:pt x="939" y="729"/>
                </a:lnTo>
                <a:lnTo>
                  <a:pt x="938" y="729"/>
                </a:lnTo>
                <a:lnTo>
                  <a:pt x="938" y="728"/>
                </a:lnTo>
                <a:lnTo>
                  <a:pt x="937" y="727"/>
                </a:lnTo>
                <a:lnTo>
                  <a:pt x="937" y="726"/>
                </a:lnTo>
                <a:lnTo>
                  <a:pt x="936" y="725"/>
                </a:lnTo>
                <a:lnTo>
                  <a:pt x="935" y="724"/>
                </a:lnTo>
                <a:lnTo>
                  <a:pt x="935" y="723"/>
                </a:lnTo>
                <a:lnTo>
                  <a:pt x="935" y="722"/>
                </a:lnTo>
                <a:lnTo>
                  <a:pt x="934" y="722"/>
                </a:lnTo>
                <a:lnTo>
                  <a:pt x="934" y="721"/>
                </a:lnTo>
                <a:lnTo>
                  <a:pt x="934" y="720"/>
                </a:lnTo>
                <a:lnTo>
                  <a:pt x="934" y="719"/>
                </a:lnTo>
                <a:lnTo>
                  <a:pt x="934" y="718"/>
                </a:lnTo>
                <a:lnTo>
                  <a:pt x="934" y="717"/>
                </a:lnTo>
                <a:lnTo>
                  <a:pt x="934" y="716"/>
                </a:lnTo>
                <a:lnTo>
                  <a:pt x="934" y="715"/>
                </a:lnTo>
                <a:lnTo>
                  <a:pt x="935" y="715"/>
                </a:lnTo>
                <a:lnTo>
                  <a:pt x="936" y="715"/>
                </a:lnTo>
                <a:lnTo>
                  <a:pt x="936" y="714"/>
                </a:lnTo>
                <a:lnTo>
                  <a:pt x="936" y="713"/>
                </a:lnTo>
                <a:lnTo>
                  <a:pt x="937" y="713"/>
                </a:lnTo>
                <a:lnTo>
                  <a:pt x="938" y="713"/>
                </a:lnTo>
                <a:lnTo>
                  <a:pt x="939" y="712"/>
                </a:lnTo>
                <a:lnTo>
                  <a:pt x="940" y="712"/>
                </a:lnTo>
                <a:lnTo>
                  <a:pt x="940" y="711"/>
                </a:lnTo>
                <a:lnTo>
                  <a:pt x="941" y="711"/>
                </a:lnTo>
                <a:lnTo>
                  <a:pt x="941" y="710"/>
                </a:lnTo>
                <a:lnTo>
                  <a:pt x="942" y="709"/>
                </a:lnTo>
                <a:lnTo>
                  <a:pt x="943" y="709"/>
                </a:lnTo>
                <a:lnTo>
                  <a:pt x="944" y="709"/>
                </a:lnTo>
                <a:lnTo>
                  <a:pt x="945" y="709"/>
                </a:lnTo>
                <a:lnTo>
                  <a:pt x="945" y="710"/>
                </a:lnTo>
                <a:lnTo>
                  <a:pt x="946" y="710"/>
                </a:lnTo>
                <a:lnTo>
                  <a:pt x="946" y="709"/>
                </a:lnTo>
                <a:lnTo>
                  <a:pt x="948" y="709"/>
                </a:lnTo>
                <a:lnTo>
                  <a:pt x="948" y="710"/>
                </a:lnTo>
                <a:lnTo>
                  <a:pt x="949" y="710"/>
                </a:lnTo>
                <a:lnTo>
                  <a:pt x="949" y="711"/>
                </a:lnTo>
                <a:lnTo>
                  <a:pt x="950" y="711"/>
                </a:lnTo>
                <a:lnTo>
                  <a:pt x="950" y="710"/>
                </a:lnTo>
                <a:lnTo>
                  <a:pt x="951" y="710"/>
                </a:lnTo>
                <a:lnTo>
                  <a:pt x="952" y="710"/>
                </a:lnTo>
                <a:lnTo>
                  <a:pt x="953" y="710"/>
                </a:lnTo>
                <a:lnTo>
                  <a:pt x="954" y="710"/>
                </a:lnTo>
                <a:lnTo>
                  <a:pt x="954" y="711"/>
                </a:lnTo>
                <a:lnTo>
                  <a:pt x="955" y="712"/>
                </a:lnTo>
                <a:lnTo>
                  <a:pt x="956" y="712"/>
                </a:lnTo>
                <a:lnTo>
                  <a:pt x="957" y="712"/>
                </a:lnTo>
                <a:lnTo>
                  <a:pt x="957" y="711"/>
                </a:lnTo>
                <a:lnTo>
                  <a:pt x="957" y="710"/>
                </a:lnTo>
                <a:lnTo>
                  <a:pt x="958" y="709"/>
                </a:lnTo>
                <a:lnTo>
                  <a:pt x="958" y="708"/>
                </a:lnTo>
                <a:lnTo>
                  <a:pt x="957" y="708"/>
                </a:lnTo>
                <a:lnTo>
                  <a:pt x="957" y="706"/>
                </a:lnTo>
                <a:lnTo>
                  <a:pt x="957" y="705"/>
                </a:lnTo>
                <a:lnTo>
                  <a:pt x="957" y="703"/>
                </a:lnTo>
                <a:lnTo>
                  <a:pt x="957" y="702"/>
                </a:lnTo>
                <a:lnTo>
                  <a:pt x="957" y="700"/>
                </a:lnTo>
                <a:lnTo>
                  <a:pt x="957" y="699"/>
                </a:lnTo>
                <a:lnTo>
                  <a:pt x="957" y="698"/>
                </a:lnTo>
                <a:lnTo>
                  <a:pt x="958" y="697"/>
                </a:lnTo>
                <a:lnTo>
                  <a:pt x="959" y="696"/>
                </a:lnTo>
                <a:lnTo>
                  <a:pt x="959" y="695"/>
                </a:lnTo>
                <a:lnTo>
                  <a:pt x="959" y="694"/>
                </a:lnTo>
                <a:lnTo>
                  <a:pt x="958" y="694"/>
                </a:lnTo>
                <a:lnTo>
                  <a:pt x="958" y="693"/>
                </a:lnTo>
                <a:lnTo>
                  <a:pt x="957" y="692"/>
                </a:lnTo>
                <a:lnTo>
                  <a:pt x="958" y="692"/>
                </a:lnTo>
                <a:lnTo>
                  <a:pt x="958" y="691"/>
                </a:lnTo>
                <a:lnTo>
                  <a:pt x="959" y="691"/>
                </a:lnTo>
                <a:lnTo>
                  <a:pt x="960" y="691"/>
                </a:lnTo>
                <a:lnTo>
                  <a:pt x="959" y="690"/>
                </a:lnTo>
                <a:lnTo>
                  <a:pt x="957" y="690"/>
                </a:lnTo>
                <a:lnTo>
                  <a:pt x="956" y="690"/>
                </a:lnTo>
                <a:lnTo>
                  <a:pt x="955" y="689"/>
                </a:lnTo>
                <a:lnTo>
                  <a:pt x="954" y="688"/>
                </a:lnTo>
                <a:lnTo>
                  <a:pt x="954" y="687"/>
                </a:lnTo>
                <a:lnTo>
                  <a:pt x="953" y="687"/>
                </a:lnTo>
                <a:lnTo>
                  <a:pt x="953" y="688"/>
                </a:lnTo>
                <a:lnTo>
                  <a:pt x="952" y="687"/>
                </a:lnTo>
                <a:lnTo>
                  <a:pt x="951" y="687"/>
                </a:lnTo>
                <a:lnTo>
                  <a:pt x="951" y="686"/>
                </a:lnTo>
                <a:lnTo>
                  <a:pt x="952" y="685"/>
                </a:lnTo>
                <a:lnTo>
                  <a:pt x="953" y="685"/>
                </a:lnTo>
                <a:lnTo>
                  <a:pt x="953" y="686"/>
                </a:lnTo>
                <a:lnTo>
                  <a:pt x="954" y="685"/>
                </a:lnTo>
                <a:lnTo>
                  <a:pt x="956" y="684"/>
                </a:lnTo>
                <a:lnTo>
                  <a:pt x="957" y="684"/>
                </a:lnTo>
                <a:lnTo>
                  <a:pt x="957" y="682"/>
                </a:lnTo>
                <a:lnTo>
                  <a:pt x="957" y="681"/>
                </a:lnTo>
                <a:lnTo>
                  <a:pt x="958" y="681"/>
                </a:lnTo>
                <a:lnTo>
                  <a:pt x="958" y="680"/>
                </a:lnTo>
                <a:lnTo>
                  <a:pt x="957" y="680"/>
                </a:lnTo>
                <a:lnTo>
                  <a:pt x="957" y="679"/>
                </a:lnTo>
                <a:lnTo>
                  <a:pt x="958" y="679"/>
                </a:lnTo>
                <a:lnTo>
                  <a:pt x="959" y="679"/>
                </a:lnTo>
                <a:lnTo>
                  <a:pt x="959" y="678"/>
                </a:lnTo>
                <a:lnTo>
                  <a:pt x="959" y="677"/>
                </a:lnTo>
                <a:lnTo>
                  <a:pt x="960" y="677"/>
                </a:lnTo>
                <a:lnTo>
                  <a:pt x="960" y="676"/>
                </a:lnTo>
                <a:lnTo>
                  <a:pt x="961" y="675"/>
                </a:lnTo>
                <a:lnTo>
                  <a:pt x="962" y="675"/>
                </a:lnTo>
                <a:lnTo>
                  <a:pt x="962" y="674"/>
                </a:lnTo>
                <a:lnTo>
                  <a:pt x="963" y="674"/>
                </a:lnTo>
                <a:lnTo>
                  <a:pt x="964" y="674"/>
                </a:lnTo>
                <a:lnTo>
                  <a:pt x="965" y="674"/>
                </a:lnTo>
                <a:lnTo>
                  <a:pt x="966" y="674"/>
                </a:lnTo>
                <a:lnTo>
                  <a:pt x="967" y="674"/>
                </a:lnTo>
                <a:lnTo>
                  <a:pt x="968" y="674"/>
                </a:lnTo>
                <a:lnTo>
                  <a:pt x="968" y="673"/>
                </a:lnTo>
                <a:lnTo>
                  <a:pt x="968" y="672"/>
                </a:lnTo>
                <a:lnTo>
                  <a:pt x="967" y="672"/>
                </a:lnTo>
                <a:lnTo>
                  <a:pt x="966" y="672"/>
                </a:lnTo>
                <a:lnTo>
                  <a:pt x="965" y="671"/>
                </a:lnTo>
                <a:lnTo>
                  <a:pt x="964" y="671"/>
                </a:lnTo>
                <a:lnTo>
                  <a:pt x="964" y="670"/>
                </a:lnTo>
                <a:lnTo>
                  <a:pt x="964" y="669"/>
                </a:lnTo>
                <a:lnTo>
                  <a:pt x="964" y="668"/>
                </a:lnTo>
                <a:lnTo>
                  <a:pt x="963" y="668"/>
                </a:lnTo>
                <a:lnTo>
                  <a:pt x="962" y="668"/>
                </a:lnTo>
                <a:lnTo>
                  <a:pt x="961" y="668"/>
                </a:lnTo>
                <a:lnTo>
                  <a:pt x="961" y="667"/>
                </a:lnTo>
                <a:lnTo>
                  <a:pt x="960" y="667"/>
                </a:lnTo>
                <a:lnTo>
                  <a:pt x="960" y="666"/>
                </a:lnTo>
                <a:lnTo>
                  <a:pt x="959" y="666"/>
                </a:lnTo>
                <a:lnTo>
                  <a:pt x="958" y="666"/>
                </a:lnTo>
                <a:lnTo>
                  <a:pt x="958" y="665"/>
                </a:lnTo>
                <a:lnTo>
                  <a:pt x="957" y="665"/>
                </a:lnTo>
                <a:lnTo>
                  <a:pt x="956" y="665"/>
                </a:lnTo>
                <a:lnTo>
                  <a:pt x="956" y="664"/>
                </a:lnTo>
                <a:lnTo>
                  <a:pt x="955" y="664"/>
                </a:lnTo>
                <a:lnTo>
                  <a:pt x="954" y="662"/>
                </a:lnTo>
                <a:lnTo>
                  <a:pt x="953" y="662"/>
                </a:lnTo>
                <a:lnTo>
                  <a:pt x="953" y="661"/>
                </a:lnTo>
                <a:lnTo>
                  <a:pt x="952" y="661"/>
                </a:lnTo>
                <a:lnTo>
                  <a:pt x="951" y="661"/>
                </a:lnTo>
                <a:lnTo>
                  <a:pt x="951" y="660"/>
                </a:lnTo>
                <a:lnTo>
                  <a:pt x="950" y="661"/>
                </a:lnTo>
                <a:lnTo>
                  <a:pt x="949" y="661"/>
                </a:lnTo>
                <a:lnTo>
                  <a:pt x="948" y="660"/>
                </a:lnTo>
                <a:lnTo>
                  <a:pt x="947" y="660"/>
                </a:lnTo>
                <a:lnTo>
                  <a:pt x="947" y="659"/>
                </a:lnTo>
                <a:lnTo>
                  <a:pt x="946" y="658"/>
                </a:lnTo>
                <a:lnTo>
                  <a:pt x="946" y="657"/>
                </a:lnTo>
                <a:lnTo>
                  <a:pt x="947" y="657"/>
                </a:lnTo>
                <a:lnTo>
                  <a:pt x="946" y="656"/>
                </a:lnTo>
                <a:lnTo>
                  <a:pt x="946" y="655"/>
                </a:lnTo>
                <a:lnTo>
                  <a:pt x="945" y="655"/>
                </a:lnTo>
                <a:lnTo>
                  <a:pt x="946" y="653"/>
                </a:lnTo>
                <a:lnTo>
                  <a:pt x="945" y="653"/>
                </a:lnTo>
                <a:lnTo>
                  <a:pt x="945" y="652"/>
                </a:lnTo>
                <a:lnTo>
                  <a:pt x="944" y="651"/>
                </a:lnTo>
                <a:lnTo>
                  <a:pt x="943" y="651"/>
                </a:lnTo>
                <a:lnTo>
                  <a:pt x="943" y="650"/>
                </a:lnTo>
                <a:lnTo>
                  <a:pt x="943" y="649"/>
                </a:lnTo>
                <a:lnTo>
                  <a:pt x="942" y="649"/>
                </a:lnTo>
                <a:lnTo>
                  <a:pt x="942" y="648"/>
                </a:lnTo>
                <a:lnTo>
                  <a:pt x="941" y="648"/>
                </a:lnTo>
                <a:lnTo>
                  <a:pt x="941" y="647"/>
                </a:lnTo>
                <a:lnTo>
                  <a:pt x="941" y="646"/>
                </a:lnTo>
                <a:lnTo>
                  <a:pt x="942" y="646"/>
                </a:lnTo>
                <a:lnTo>
                  <a:pt x="943" y="645"/>
                </a:lnTo>
                <a:lnTo>
                  <a:pt x="943" y="644"/>
                </a:lnTo>
                <a:lnTo>
                  <a:pt x="943" y="643"/>
                </a:lnTo>
                <a:lnTo>
                  <a:pt x="942" y="643"/>
                </a:lnTo>
                <a:lnTo>
                  <a:pt x="942" y="642"/>
                </a:lnTo>
                <a:lnTo>
                  <a:pt x="941" y="641"/>
                </a:lnTo>
                <a:lnTo>
                  <a:pt x="940" y="641"/>
                </a:lnTo>
                <a:lnTo>
                  <a:pt x="939" y="640"/>
                </a:lnTo>
                <a:lnTo>
                  <a:pt x="939" y="639"/>
                </a:lnTo>
                <a:lnTo>
                  <a:pt x="938" y="638"/>
                </a:lnTo>
                <a:lnTo>
                  <a:pt x="938" y="637"/>
                </a:lnTo>
                <a:lnTo>
                  <a:pt x="938" y="636"/>
                </a:lnTo>
                <a:lnTo>
                  <a:pt x="939" y="637"/>
                </a:lnTo>
                <a:lnTo>
                  <a:pt x="940" y="637"/>
                </a:lnTo>
                <a:lnTo>
                  <a:pt x="941" y="636"/>
                </a:lnTo>
                <a:lnTo>
                  <a:pt x="940" y="635"/>
                </a:lnTo>
                <a:lnTo>
                  <a:pt x="939" y="635"/>
                </a:lnTo>
                <a:lnTo>
                  <a:pt x="938" y="634"/>
                </a:lnTo>
                <a:lnTo>
                  <a:pt x="937" y="634"/>
                </a:lnTo>
                <a:lnTo>
                  <a:pt x="936" y="633"/>
                </a:lnTo>
                <a:lnTo>
                  <a:pt x="937" y="633"/>
                </a:lnTo>
                <a:lnTo>
                  <a:pt x="937" y="632"/>
                </a:lnTo>
                <a:lnTo>
                  <a:pt x="936" y="632"/>
                </a:lnTo>
                <a:lnTo>
                  <a:pt x="935" y="632"/>
                </a:lnTo>
                <a:lnTo>
                  <a:pt x="933" y="631"/>
                </a:lnTo>
                <a:lnTo>
                  <a:pt x="932" y="630"/>
                </a:lnTo>
                <a:lnTo>
                  <a:pt x="931" y="630"/>
                </a:lnTo>
                <a:lnTo>
                  <a:pt x="929" y="628"/>
                </a:lnTo>
                <a:lnTo>
                  <a:pt x="928" y="628"/>
                </a:lnTo>
                <a:lnTo>
                  <a:pt x="928" y="627"/>
                </a:lnTo>
                <a:lnTo>
                  <a:pt x="928" y="626"/>
                </a:lnTo>
                <a:lnTo>
                  <a:pt x="927" y="626"/>
                </a:lnTo>
                <a:lnTo>
                  <a:pt x="926" y="625"/>
                </a:lnTo>
                <a:lnTo>
                  <a:pt x="926" y="624"/>
                </a:lnTo>
                <a:lnTo>
                  <a:pt x="926" y="623"/>
                </a:lnTo>
                <a:lnTo>
                  <a:pt x="926" y="622"/>
                </a:lnTo>
                <a:lnTo>
                  <a:pt x="926" y="621"/>
                </a:lnTo>
                <a:lnTo>
                  <a:pt x="926" y="620"/>
                </a:lnTo>
                <a:lnTo>
                  <a:pt x="927" y="619"/>
                </a:lnTo>
                <a:lnTo>
                  <a:pt x="928" y="619"/>
                </a:lnTo>
                <a:lnTo>
                  <a:pt x="929" y="620"/>
                </a:lnTo>
                <a:lnTo>
                  <a:pt x="930" y="620"/>
                </a:lnTo>
                <a:lnTo>
                  <a:pt x="930" y="619"/>
                </a:lnTo>
                <a:lnTo>
                  <a:pt x="930" y="618"/>
                </a:lnTo>
                <a:lnTo>
                  <a:pt x="931" y="618"/>
                </a:lnTo>
                <a:lnTo>
                  <a:pt x="932" y="617"/>
                </a:lnTo>
                <a:lnTo>
                  <a:pt x="933" y="617"/>
                </a:lnTo>
                <a:lnTo>
                  <a:pt x="933" y="616"/>
                </a:lnTo>
                <a:lnTo>
                  <a:pt x="934" y="616"/>
                </a:lnTo>
                <a:lnTo>
                  <a:pt x="934" y="615"/>
                </a:lnTo>
                <a:lnTo>
                  <a:pt x="935" y="615"/>
                </a:lnTo>
                <a:lnTo>
                  <a:pt x="935" y="616"/>
                </a:lnTo>
                <a:lnTo>
                  <a:pt x="936" y="616"/>
                </a:lnTo>
                <a:lnTo>
                  <a:pt x="937" y="616"/>
                </a:lnTo>
                <a:lnTo>
                  <a:pt x="936" y="616"/>
                </a:lnTo>
                <a:lnTo>
                  <a:pt x="935" y="615"/>
                </a:lnTo>
                <a:lnTo>
                  <a:pt x="935" y="614"/>
                </a:lnTo>
                <a:lnTo>
                  <a:pt x="935" y="613"/>
                </a:lnTo>
                <a:lnTo>
                  <a:pt x="934" y="612"/>
                </a:lnTo>
                <a:lnTo>
                  <a:pt x="933" y="612"/>
                </a:lnTo>
                <a:lnTo>
                  <a:pt x="932" y="611"/>
                </a:lnTo>
                <a:lnTo>
                  <a:pt x="931" y="611"/>
                </a:lnTo>
                <a:lnTo>
                  <a:pt x="931" y="610"/>
                </a:lnTo>
                <a:lnTo>
                  <a:pt x="930" y="610"/>
                </a:lnTo>
                <a:lnTo>
                  <a:pt x="930" y="609"/>
                </a:lnTo>
                <a:lnTo>
                  <a:pt x="929" y="608"/>
                </a:lnTo>
                <a:lnTo>
                  <a:pt x="929" y="607"/>
                </a:lnTo>
                <a:lnTo>
                  <a:pt x="929" y="608"/>
                </a:lnTo>
                <a:lnTo>
                  <a:pt x="928" y="608"/>
                </a:lnTo>
                <a:lnTo>
                  <a:pt x="928" y="607"/>
                </a:lnTo>
                <a:lnTo>
                  <a:pt x="927" y="606"/>
                </a:lnTo>
                <a:lnTo>
                  <a:pt x="926" y="606"/>
                </a:lnTo>
                <a:lnTo>
                  <a:pt x="925" y="606"/>
                </a:lnTo>
                <a:lnTo>
                  <a:pt x="924" y="605"/>
                </a:lnTo>
                <a:lnTo>
                  <a:pt x="923" y="604"/>
                </a:lnTo>
                <a:lnTo>
                  <a:pt x="923" y="603"/>
                </a:lnTo>
                <a:lnTo>
                  <a:pt x="922" y="603"/>
                </a:lnTo>
                <a:lnTo>
                  <a:pt x="922" y="602"/>
                </a:lnTo>
                <a:lnTo>
                  <a:pt x="923" y="601"/>
                </a:lnTo>
                <a:lnTo>
                  <a:pt x="922" y="601"/>
                </a:lnTo>
                <a:lnTo>
                  <a:pt x="922" y="600"/>
                </a:lnTo>
                <a:lnTo>
                  <a:pt x="921" y="600"/>
                </a:lnTo>
                <a:lnTo>
                  <a:pt x="920" y="600"/>
                </a:lnTo>
                <a:lnTo>
                  <a:pt x="919" y="600"/>
                </a:lnTo>
                <a:lnTo>
                  <a:pt x="919" y="599"/>
                </a:lnTo>
                <a:lnTo>
                  <a:pt x="918" y="599"/>
                </a:lnTo>
                <a:lnTo>
                  <a:pt x="917" y="599"/>
                </a:lnTo>
                <a:lnTo>
                  <a:pt x="917" y="598"/>
                </a:lnTo>
                <a:lnTo>
                  <a:pt x="917" y="597"/>
                </a:lnTo>
                <a:lnTo>
                  <a:pt x="916" y="597"/>
                </a:lnTo>
                <a:lnTo>
                  <a:pt x="915" y="597"/>
                </a:lnTo>
                <a:lnTo>
                  <a:pt x="914" y="597"/>
                </a:lnTo>
                <a:lnTo>
                  <a:pt x="913" y="597"/>
                </a:lnTo>
                <a:lnTo>
                  <a:pt x="913" y="596"/>
                </a:lnTo>
                <a:lnTo>
                  <a:pt x="912" y="596"/>
                </a:lnTo>
                <a:lnTo>
                  <a:pt x="912" y="595"/>
                </a:lnTo>
                <a:lnTo>
                  <a:pt x="913" y="595"/>
                </a:lnTo>
                <a:lnTo>
                  <a:pt x="914" y="595"/>
                </a:lnTo>
                <a:lnTo>
                  <a:pt x="914" y="594"/>
                </a:lnTo>
                <a:lnTo>
                  <a:pt x="914" y="593"/>
                </a:lnTo>
                <a:lnTo>
                  <a:pt x="915" y="592"/>
                </a:lnTo>
                <a:lnTo>
                  <a:pt x="916" y="592"/>
                </a:lnTo>
                <a:lnTo>
                  <a:pt x="917" y="591"/>
                </a:lnTo>
                <a:lnTo>
                  <a:pt x="917" y="590"/>
                </a:lnTo>
                <a:lnTo>
                  <a:pt x="917" y="589"/>
                </a:lnTo>
                <a:lnTo>
                  <a:pt x="916" y="588"/>
                </a:lnTo>
                <a:lnTo>
                  <a:pt x="917" y="587"/>
                </a:lnTo>
                <a:lnTo>
                  <a:pt x="916" y="586"/>
                </a:lnTo>
                <a:lnTo>
                  <a:pt x="916" y="585"/>
                </a:lnTo>
                <a:lnTo>
                  <a:pt x="916" y="584"/>
                </a:lnTo>
                <a:lnTo>
                  <a:pt x="917" y="584"/>
                </a:lnTo>
                <a:lnTo>
                  <a:pt x="917" y="583"/>
                </a:lnTo>
                <a:lnTo>
                  <a:pt x="918" y="583"/>
                </a:lnTo>
                <a:lnTo>
                  <a:pt x="919" y="583"/>
                </a:lnTo>
                <a:lnTo>
                  <a:pt x="919" y="584"/>
                </a:lnTo>
                <a:lnTo>
                  <a:pt x="920" y="584"/>
                </a:lnTo>
                <a:lnTo>
                  <a:pt x="920" y="583"/>
                </a:lnTo>
                <a:lnTo>
                  <a:pt x="921" y="583"/>
                </a:lnTo>
                <a:lnTo>
                  <a:pt x="922" y="583"/>
                </a:lnTo>
                <a:lnTo>
                  <a:pt x="923" y="583"/>
                </a:lnTo>
                <a:lnTo>
                  <a:pt x="924" y="582"/>
                </a:lnTo>
                <a:lnTo>
                  <a:pt x="925" y="582"/>
                </a:lnTo>
                <a:lnTo>
                  <a:pt x="926" y="582"/>
                </a:lnTo>
                <a:lnTo>
                  <a:pt x="927" y="582"/>
                </a:lnTo>
                <a:lnTo>
                  <a:pt x="928" y="582"/>
                </a:lnTo>
                <a:lnTo>
                  <a:pt x="929" y="582"/>
                </a:lnTo>
                <a:lnTo>
                  <a:pt x="929" y="581"/>
                </a:lnTo>
                <a:lnTo>
                  <a:pt x="929" y="580"/>
                </a:lnTo>
                <a:lnTo>
                  <a:pt x="928" y="579"/>
                </a:lnTo>
                <a:lnTo>
                  <a:pt x="927" y="577"/>
                </a:lnTo>
                <a:lnTo>
                  <a:pt x="926" y="576"/>
                </a:lnTo>
                <a:lnTo>
                  <a:pt x="927" y="576"/>
                </a:lnTo>
                <a:lnTo>
                  <a:pt x="926" y="576"/>
                </a:lnTo>
                <a:lnTo>
                  <a:pt x="926" y="575"/>
                </a:lnTo>
                <a:lnTo>
                  <a:pt x="925" y="575"/>
                </a:lnTo>
                <a:lnTo>
                  <a:pt x="924" y="575"/>
                </a:lnTo>
                <a:lnTo>
                  <a:pt x="923" y="574"/>
                </a:lnTo>
                <a:lnTo>
                  <a:pt x="922" y="573"/>
                </a:lnTo>
                <a:lnTo>
                  <a:pt x="921" y="572"/>
                </a:lnTo>
                <a:lnTo>
                  <a:pt x="921" y="571"/>
                </a:lnTo>
                <a:lnTo>
                  <a:pt x="920" y="571"/>
                </a:lnTo>
                <a:lnTo>
                  <a:pt x="919" y="570"/>
                </a:lnTo>
                <a:lnTo>
                  <a:pt x="918" y="570"/>
                </a:lnTo>
                <a:lnTo>
                  <a:pt x="917" y="570"/>
                </a:lnTo>
                <a:lnTo>
                  <a:pt x="916" y="570"/>
                </a:lnTo>
                <a:lnTo>
                  <a:pt x="916" y="569"/>
                </a:lnTo>
                <a:lnTo>
                  <a:pt x="915" y="569"/>
                </a:lnTo>
                <a:lnTo>
                  <a:pt x="915" y="568"/>
                </a:lnTo>
                <a:lnTo>
                  <a:pt x="914" y="567"/>
                </a:lnTo>
                <a:lnTo>
                  <a:pt x="913" y="567"/>
                </a:lnTo>
                <a:lnTo>
                  <a:pt x="913" y="566"/>
                </a:lnTo>
                <a:lnTo>
                  <a:pt x="912" y="565"/>
                </a:lnTo>
                <a:lnTo>
                  <a:pt x="913" y="565"/>
                </a:lnTo>
                <a:lnTo>
                  <a:pt x="912" y="564"/>
                </a:lnTo>
                <a:lnTo>
                  <a:pt x="910" y="563"/>
                </a:lnTo>
                <a:lnTo>
                  <a:pt x="909" y="562"/>
                </a:lnTo>
                <a:lnTo>
                  <a:pt x="910" y="562"/>
                </a:lnTo>
                <a:lnTo>
                  <a:pt x="910" y="561"/>
                </a:lnTo>
                <a:lnTo>
                  <a:pt x="910" y="560"/>
                </a:lnTo>
                <a:lnTo>
                  <a:pt x="909" y="560"/>
                </a:lnTo>
                <a:lnTo>
                  <a:pt x="908" y="560"/>
                </a:lnTo>
                <a:lnTo>
                  <a:pt x="907" y="559"/>
                </a:lnTo>
                <a:lnTo>
                  <a:pt x="906" y="559"/>
                </a:lnTo>
                <a:lnTo>
                  <a:pt x="905" y="559"/>
                </a:lnTo>
                <a:lnTo>
                  <a:pt x="904" y="559"/>
                </a:lnTo>
                <a:lnTo>
                  <a:pt x="903" y="557"/>
                </a:lnTo>
                <a:lnTo>
                  <a:pt x="902" y="557"/>
                </a:lnTo>
                <a:lnTo>
                  <a:pt x="901" y="556"/>
                </a:lnTo>
                <a:lnTo>
                  <a:pt x="900" y="556"/>
                </a:lnTo>
                <a:lnTo>
                  <a:pt x="899" y="555"/>
                </a:lnTo>
                <a:lnTo>
                  <a:pt x="899" y="554"/>
                </a:lnTo>
                <a:lnTo>
                  <a:pt x="898" y="554"/>
                </a:lnTo>
                <a:lnTo>
                  <a:pt x="898" y="553"/>
                </a:lnTo>
                <a:lnTo>
                  <a:pt x="899" y="553"/>
                </a:lnTo>
                <a:lnTo>
                  <a:pt x="898" y="552"/>
                </a:lnTo>
                <a:lnTo>
                  <a:pt x="897" y="552"/>
                </a:lnTo>
                <a:lnTo>
                  <a:pt x="896" y="552"/>
                </a:lnTo>
                <a:lnTo>
                  <a:pt x="895" y="552"/>
                </a:lnTo>
                <a:lnTo>
                  <a:pt x="895" y="551"/>
                </a:lnTo>
                <a:lnTo>
                  <a:pt x="894" y="551"/>
                </a:lnTo>
                <a:lnTo>
                  <a:pt x="894" y="550"/>
                </a:lnTo>
                <a:lnTo>
                  <a:pt x="893" y="550"/>
                </a:lnTo>
                <a:lnTo>
                  <a:pt x="892" y="550"/>
                </a:lnTo>
                <a:lnTo>
                  <a:pt x="891" y="550"/>
                </a:lnTo>
                <a:lnTo>
                  <a:pt x="890" y="550"/>
                </a:lnTo>
                <a:lnTo>
                  <a:pt x="889" y="550"/>
                </a:lnTo>
                <a:lnTo>
                  <a:pt x="889" y="549"/>
                </a:lnTo>
                <a:lnTo>
                  <a:pt x="889" y="548"/>
                </a:lnTo>
                <a:lnTo>
                  <a:pt x="888" y="547"/>
                </a:lnTo>
                <a:lnTo>
                  <a:pt x="888" y="546"/>
                </a:lnTo>
                <a:lnTo>
                  <a:pt x="887" y="545"/>
                </a:lnTo>
                <a:lnTo>
                  <a:pt x="886" y="544"/>
                </a:lnTo>
                <a:lnTo>
                  <a:pt x="885" y="544"/>
                </a:lnTo>
                <a:lnTo>
                  <a:pt x="884" y="544"/>
                </a:lnTo>
                <a:lnTo>
                  <a:pt x="883" y="543"/>
                </a:lnTo>
                <a:lnTo>
                  <a:pt x="882" y="543"/>
                </a:lnTo>
                <a:lnTo>
                  <a:pt x="881" y="543"/>
                </a:lnTo>
                <a:lnTo>
                  <a:pt x="881" y="542"/>
                </a:lnTo>
                <a:lnTo>
                  <a:pt x="882" y="541"/>
                </a:lnTo>
                <a:lnTo>
                  <a:pt x="882" y="540"/>
                </a:lnTo>
                <a:lnTo>
                  <a:pt x="883" y="540"/>
                </a:lnTo>
                <a:lnTo>
                  <a:pt x="882" y="539"/>
                </a:lnTo>
                <a:lnTo>
                  <a:pt x="882" y="538"/>
                </a:lnTo>
                <a:lnTo>
                  <a:pt x="883" y="537"/>
                </a:lnTo>
                <a:lnTo>
                  <a:pt x="883" y="536"/>
                </a:lnTo>
                <a:lnTo>
                  <a:pt x="882" y="536"/>
                </a:lnTo>
                <a:lnTo>
                  <a:pt x="882" y="535"/>
                </a:lnTo>
                <a:lnTo>
                  <a:pt x="881" y="534"/>
                </a:lnTo>
                <a:lnTo>
                  <a:pt x="880" y="533"/>
                </a:lnTo>
                <a:lnTo>
                  <a:pt x="879" y="533"/>
                </a:lnTo>
                <a:lnTo>
                  <a:pt x="878" y="533"/>
                </a:lnTo>
                <a:lnTo>
                  <a:pt x="878" y="532"/>
                </a:lnTo>
                <a:lnTo>
                  <a:pt x="878" y="531"/>
                </a:lnTo>
                <a:lnTo>
                  <a:pt x="877" y="530"/>
                </a:lnTo>
                <a:lnTo>
                  <a:pt x="876" y="529"/>
                </a:lnTo>
                <a:lnTo>
                  <a:pt x="875" y="529"/>
                </a:lnTo>
                <a:lnTo>
                  <a:pt x="875" y="528"/>
                </a:lnTo>
                <a:lnTo>
                  <a:pt x="876" y="527"/>
                </a:lnTo>
                <a:lnTo>
                  <a:pt x="876" y="526"/>
                </a:lnTo>
                <a:lnTo>
                  <a:pt x="876" y="525"/>
                </a:lnTo>
                <a:lnTo>
                  <a:pt x="875" y="525"/>
                </a:lnTo>
                <a:lnTo>
                  <a:pt x="875" y="524"/>
                </a:lnTo>
                <a:lnTo>
                  <a:pt x="875" y="523"/>
                </a:lnTo>
                <a:lnTo>
                  <a:pt x="875" y="522"/>
                </a:lnTo>
                <a:lnTo>
                  <a:pt x="874" y="522"/>
                </a:lnTo>
                <a:lnTo>
                  <a:pt x="873" y="521"/>
                </a:lnTo>
                <a:lnTo>
                  <a:pt x="873" y="520"/>
                </a:lnTo>
                <a:lnTo>
                  <a:pt x="873" y="519"/>
                </a:lnTo>
                <a:lnTo>
                  <a:pt x="872" y="519"/>
                </a:lnTo>
                <a:lnTo>
                  <a:pt x="872" y="518"/>
                </a:lnTo>
                <a:lnTo>
                  <a:pt x="871" y="518"/>
                </a:lnTo>
                <a:lnTo>
                  <a:pt x="870" y="518"/>
                </a:lnTo>
                <a:lnTo>
                  <a:pt x="869" y="518"/>
                </a:lnTo>
                <a:lnTo>
                  <a:pt x="868" y="518"/>
                </a:lnTo>
                <a:lnTo>
                  <a:pt x="867" y="518"/>
                </a:lnTo>
                <a:lnTo>
                  <a:pt x="866" y="518"/>
                </a:lnTo>
                <a:lnTo>
                  <a:pt x="866" y="519"/>
                </a:lnTo>
                <a:lnTo>
                  <a:pt x="865" y="519"/>
                </a:lnTo>
                <a:lnTo>
                  <a:pt x="865" y="520"/>
                </a:lnTo>
                <a:lnTo>
                  <a:pt x="864" y="520"/>
                </a:lnTo>
                <a:lnTo>
                  <a:pt x="863" y="520"/>
                </a:lnTo>
                <a:lnTo>
                  <a:pt x="863" y="521"/>
                </a:lnTo>
                <a:lnTo>
                  <a:pt x="862" y="521"/>
                </a:lnTo>
                <a:lnTo>
                  <a:pt x="861" y="522"/>
                </a:lnTo>
                <a:lnTo>
                  <a:pt x="860" y="522"/>
                </a:lnTo>
                <a:lnTo>
                  <a:pt x="860" y="523"/>
                </a:lnTo>
                <a:lnTo>
                  <a:pt x="860" y="524"/>
                </a:lnTo>
                <a:lnTo>
                  <a:pt x="859" y="524"/>
                </a:lnTo>
                <a:lnTo>
                  <a:pt x="859" y="525"/>
                </a:lnTo>
                <a:lnTo>
                  <a:pt x="858" y="525"/>
                </a:lnTo>
                <a:lnTo>
                  <a:pt x="857" y="525"/>
                </a:lnTo>
                <a:lnTo>
                  <a:pt x="856" y="525"/>
                </a:lnTo>
                <a:lnTo>
                  <a:pt x="855" y="525"/>
                </a:lnTo>
                <a:lnTo>
                  <a:pt x="855" y="526"/>
                </a:lnTo>
                <a:lnTo>
                  <a:pt x="855" y="525"/>
                </a:lnTo>
                <a:lnTo>
                  <a:pt x="855" y="523"/>
                </a:lnTo>
                <a:lnTo>
                  <a:pt x="854" y="523"/>
                </a:lnTo>
                <a:lnTo>
                  <a:pt x="854" y="522"/>
                </a:lnTo>
                <a:lnTo>
                  <a:pt x="853" y="522"/>
                </a:lnTo>
                <a:lnTo>
                  <a:pt x="853" y="521"/>
                </a:lnTo>
                <a:lnTo>
                  <a:pt x="852" y="521"/>
                </a:lnTo>
                <a:lnTo>
                  <a:pt x="851" y="521"/>
                </a:lnTo>
                <a:lnTo>
                  <a:pt x="850" y="521"/>
                </a:lnTo>
                <a:lnTo>
                  <a:pt x="850" y="520"/>
                </a:lnTo>
                <a:lnTo>
                  <a:pt x="849" y="520"/>
                </a:lnTo>
                <a:lnTo>
                  <a:pt x="848" y="520"/>
                </a:lnTo>
                <a:lnTo>
                  <a:pt x="847" y="520"/>
                </a:lnTo>
                <a:lnTo>
                  <a:pt x="846" y="519"/>
                </a:lnTo>
                <a:lnTo>
                  <a:pt x="845" y="519"/>
                </a:lnTo>
                <a:lnTo>
                  <a:pt x="844" y="519"/>
                </a:lnTo>
                <a:lnTo>
                  <a:pt x="844" y="518"/>
                </a:lnTo>
                <a:lnTo>
                  <a:pt x="843" y="518"/>
                </a:lnTo>
                <a:lnTo>
                  <a:pt x="842" y="518"/>
                </a:lnTo>
                <a:lnTo>
                  <a:pt x="841" y="518"/>
                </a:lnTo>
                <a:lnTo>
                  <a:pt x="841" y="517"/>
                </a:lnTo>
                <a:lnTo>
                  <a:pt x="841" y="516"/>
                </a:lnTo>
                <a:lnTo>
                  <a:pt x="842" y="516"/>
                </a:lnTo>
                <a:lnTo>
                  <a:pt x="842" y="515"/>
                </a:lnTo>
                <a:lnTo>
                  <a:pt x="841" y="514"/>
                </a:lnTo>
                <a:lnTo>
                  <a:pt x="841" y="513"/>
                </a:lnTo>
                <a:lnTo>
                  <a:pt x="840" y="513"/>
                </a:lnTo>
                <a:lnTo>
                  <a:pt x="839" y="513"/>
                </a:lnTo>
                <a:lnTo>
                  <a:pt x="839" y="512"/>
                </a:lnTo>
                <a:lnTo>
                  <a:pt x="838" y="512"/>
                </a:lnTo>
                <a:lnTo>
                  <a:pt x="838" y="511"/>
                </a:lnTo>
                <a:lnTo>
                  <a:pt x="838" y="510"/>
                </a:lnTo>
                <a:lnTo>
                  <a:pt x="837" y="510"/>
                </a:lnTo>
                <a:lnTo>
                  <a:pt x="837" y="509"/>
                </a:lnTo>
                <a:lnTo>
                  <a:pt x="836" y="509"/>
                </a:lnTo>
                <a:lnTo>
                  <a:pt x="836" y="508"/>
                </a:lnTo>
                <a:lnTo>
                  <a:pt x="835" y="508"/>
                </a:lnTo>
                <a:lnTo>
                  <a:pt x="835" y="507"/>
                </a:lnTo>
                <a:lnTo>
                  <a:pt x="834" y="507"/>
                </a:lnTo>
                <a:lnTo>
                  <a:pt x="833" y="507"/>
                </a:lnTo>
                <a:lnTo>
                  <a:pt x="831" y="507"/>
                </a:lnTo>
                <a:lnTo>
                  <a:pt x="830" y="507"/>
                </a:lnTo>
                <a:lnTo>
                  <a:pt x="830" y="506"/>
                </a:lnTo>
                <a:lnTo>
                  <a:pt x="829" y="506"/>
                </a:lnTo>
                <a:lnTo>
                  <a:pt x="828" y="506"/>
                </a:lnTo>
                <a:lnTo>
                  <a:pt x="828" y="505"/>
                </a:lnTo>
                <a:lnTo>
                  <a:pt x="827" y="505"/>
                </a:lnTo>
                <a:lnTo>
                  <a:pt x="826" y="505"/>
                </a:lnTo>
                <a:lnTo>
                  <a:pt x="825" y="505"/>
                </a:lnTo>
                <a:lnTo>
                  <a:pt x="824" y="505"/>
                </a:lnTo>
                <a:lnTo>
                  <a:pt x="823" y="505"/>
                </a:lnTo>
                <a:lnTo>
                  <a:pt x="823" y="504"/>
                </a:lnTo>
                <a:lnTo>
                  <a:pt x="822" y="504"/>
                </a:lnTo>
                <a:lnTo>
                  <a:pt x="821" y="504"/>
                </a:lnTo>
                <a:lnTo>
                  <a:pt x="821" y="505"/>
                </a:lnTo>
                <a:lnTo>
                  <a:pt x="820" y="505"/>
                </a:lnTo>
                <a:lnTo>
                  <a:pt x="820" y="506"/>
                </a:lnTo>
                <a:lnTo>
                  <a:pt x="819" y="506"/>
                </a:lnTo>
                <a:lnTo>
                  <a:pt x="818" y="506"/>
                </a:lnTo>
                <a:lnTo>
                  <a:pt x="818" y="507"/>
                </a:lnTo>
                <a:lnTo>
                  <a:pt x="818" y="508"/>
                </a:lnTo>
                <a:lnTo>
                  <a:pt x="817" y="508"/>
                </a:lnTo>
                <a:lnTo>
                  <a:pt x="816" y="508"/>
                </a:lnTo>
                <a:lnTo>
                  <a:pt x="816" y="509"/>
                </a:lnTo>
                <a:lnTo>
                  <a:pt x="816" y="510"/>
                </a:lnTo>
                <a:lnTo>
                  <a:pt x="815" y="510"/>
                </a:lnTo>
                <a:lnTo>
                  <a:pt x="816" y="510"/>
                </a:lnTo>
                <a:lnTo>
                  <a:pt x="816" y="511"/>
                </a:lnTo>
                <a:lnTo>
                  <a:pt x="815" y="511"/>
                </a:lnTo>
                <a:lnTo>
                  <a:pt x="814" y="511"/>
                </a:lnTo>
                <a:lnTo>
                  <a:pt x="814" y="512"/>
                </a:lnTo>
                <a:lnTo>
                  <a:pt x="813" y="512"/>
                </a:lnTo>
                <a:lnTo>
                  <a:pt x="813" y="511"/>
                </a:lnTo>
                <a:lnTo>
                  <a:pt x="812" y="511"/>
                </a:lnTo>
                <a:lnTo>
                  <a:pt x="812" y="510"/>
                </a:lnTo>
                <a:lnTo>
                  <a:pt x="811" y="510"/>
                </a:lnTo>
                <a:lnTo>
                  <a:pt x="810" y="510"/>
                </a:lnTo>
                <a:lnTo>
                  <a:pt x="810" y="509"/>
                </a:lnTo>
                <a:lnTo>
                  <a:pt x="809" y="509"/>
                </a:lnTo>
                <a:lnTo>
                  <a:pt x="809" y="508"/>
                </a:lnTo>
                <a:lnTo>
                  <a:pt x="808" y="508"/>
                </a:lnTo>
                <a:lnTo>
                  <a:pt x="807" y="508"/>
                </a:lnTo>
                <a:lnTo>
                  <a:pt x="807" y="507"/>
                </a:lnTo>
                <a:lnTo>
                  <a:pt x="806" y="507"/>
                </a:lnTo>
                <a:lnTo>
                  <a:pt x="805" y="507"/>
                </a:lnTo>
                <a:lnTo>
                  <a:pt x="804" y="507"/>
                </a:lnTo>
                <a:lnTo>
                  <a:pt x="804" y="506"/>
                </a:lnTo>
                <a:lnTo>
                  <a:pt x="803" y="506"/>
                </a:lnTo>
                <a:lnTo>
                  <a:pt x="802" y="506"/>
                </a:lnTo>
                <a:lnTo>
                  <a:pt x="801" y="506"/>
                </a:lnTo>
                <a:lnTo>
                  <a:pt x="800" y="506"/>
                </a:lnTo>
                <a:lnTo>
                  <a:pt x="799" y="506"/>
                </a:lnTo>
                <a:lnTo>
                  <a:pt x="799" y="505"/>
                </a:lnTo>
                <a:lnTo>
                  <a:pt x="798" y="505"/>
                </a:lnTo>
                <a:lnTo>
                  <a:pt x="798" y="504"/>
                </a:lnTo>
                <a:lnTo>
                  <a:pt x="797" y="504"/>
                </a:lnTo>
                <a:lnTo>
                  <a:pt x="797" y="503"/>
                </a:lnTo>
                <a:lnTo>
                  <a:pt x="797" y="504"/>
                </a:lnTo>
                <a:lnTo>
                  <a:pt x="796" y="504"/>
                </a:lnTo>
                <a:lnTo>
                  <a:pt x="796" y="503"/>
                </a:lnTo>
                <a:lnTo>
                  <a:pt x="795" y="503"/>
                </a:lnTo>
                <a:lnTo>
                  <a:pt x="795" y="502"/>
                </a:lnTo>
                <a:lnTo>
                  <a:pt x="795" y="501"/>
                </a:lnTo>
                <a:lnTo>
                  <a:pt x="795" y="500"/>
                </a:lnTo>
                <a:lnTo>
                  <a:pt x="794" y="500"/>
                </a:lnTo>
                <a:lnTo>
                  <a:pt x="794" y="499"/>
                </a:lnTo>
                <a:lnTo>
                  <a:pt x="793" y="499"/>
                </a:lnTo>
                <a:lnTo>
                  <a:pt x="792" y="499"/>
                </a:lnTo>
                <a:lnTo>
                  <a:pt x="792" y="498"/>
                </a:lnTo>
                <a:lnTo>
                  <a:pt x="792" y="497"/>
                </a:lnTo>
                <a:lnTo>
                  <a:pt x="791" y="497"/>
                </a:lnTo>
                <a:lnTo>
                  <a:pt x="791" y="496"/>
                </a:lnTo>
                <a:lnTo>
                  <a:pt x="790" y="496"/>
                </a:lnTo>
                <a:lnTo>
                  <a:pt x="789" y="496"/>
                </a:lnTo>
                <a:lnTo>
                  <a:pt x="788" y="496"/>
                </a:lnTo>
                <a:lnTo>
                  <a:pt x="788" y="495"/>
                </a:lnTo>
                <a:lnTo>
                  <a:pt x="787" y="495"/>
                </a:lnTo>
                <a:lnTo>
                  <a:pt x="787" y="494"/>
                </a:lnTo>
                <a:lnTo>
                  <a:pt x="786" y="494"/>
                </a:lnTo>
                <a:lnTo>
                  <a:pt x="785" y="494"/>
                </a:lnTo>
                <a:lnTo>
                  <a:pt x="785" y="493"/>
                </a:lnTo>
                <a:lnTo>
                  <a:pt x="784" y="493"/>
                </a:lnTo>
                <a:lnTo>
                  <a:pt x="783" y="493"/>
                </a:lnTo>
                <a:lnTo>
                  <a:pt x="783" y="492"/>
                </a:lnTo>
                <a:lnTo>
                  <a:pt x="782" y="492"/>
                </a:lnTo>
                <a:lnTo>
                  <a:pt x="782" y="491"/>
                </a:lnTo>
                <a:lnTo>
                  <a:pt x="781" y="491"/>
                </a:lnTo>
                <a:lnTo>
                  <a:pt x="781" y="490"/>
                </a:lnTo>
                <a:lnTo>
                  <a:pt x="780" y="490"/>
                </a:lnTo>
                <a:lnTo>
                  <a:pt x="780" y="489"/>
                </a:lnTo>
                <a:lnTo>
                  <a:pt x="779" y="489"/>
                </a:lnTo>
                <a:lnTo>
                  <a:pt x="779" y="490"/>
                </a:lnTo>
                <a:lnTo>
                  <a:pt x="779" y="489"/>
                </a:lnTo>
                <a:lnTo>
                  <a:pt x="778" y="489"/>
                </a:lnTo>
                <a:lnTo>
                  <a:pt x="778" y="490"/>
                </a:lnTo>
                <a:lnTo>
                  <a:pt x="777" y="489"/>
                </a:lnTo>
                <a:lnTo>
                  <a:pt x="777" y="490"/>
                </a:lnTo>
                <a:lnTo>
                  <a:pt x="776" y="490"/>
                </a:lnTo>
                <a:lnTo>
                  <a:pt x="776" y="489"/>
                </a:lnTo>
                <a:lnTo>
                  <a:pt x="776" y="490"/>
                </a:lnTo>
                <a:lnTo>
                  <a:pt x="776" y="489"/>
                </a:lnTo>
                <a:lnTo>
                  <a:pt x="775" y="489"/>
                </a:lnTo>
                <a:lnTo>
                  <a:pt x="775" y="490"/>
                </a:lnTo>
                <a:lnTo>
                  <a:pt x="774" y="490"/>
                </a:lnTo>
                <a:lnTo>
                  <a:pt x="773" y="490"/>
                </a:lnTo>
                <a:lnTo>
                  <a:pt x="772" y="489"/>
                </a:lnTo>
                <a:lnTo>
                  <a:pt x="772" y="488"/>
                </a:lnTo>
                <a:lnTo>
                  <a:pt x="772" y="487"/>
                </a:lnTo>
                <a:lnTo>
                  <a:pt x="772" y="486"/>
                </a:lnTo>
                <a:lnTo>
                  <a:pt x="771" y="485"/>
                </a:lnTo>
                <a:lnTo>
                  <a:pt x="772" y="485"/>
                </a:lnTo>
                <a:lnTo>
                  <a:pt x="771" y="485"/>
                </a:lnTo>
                <a:lnTo>
                  <a:pt x="772" y="485"/>
                </a:lnTo>
                <a:lnTo>
                  <a:pt x="772" y="484"/>
                </a:lnTo>
                <a:lnTo>
                  <a:pt x="773" y="483"/>
                </a:lnTo>
                <a:lnTo>
                  <a:pt x="773" y="482"/>
                </a:lnTo>
                <a:lnTo>
                  <a:pt x="774" y="482"/>
                </a:lnTo>
                <a:lnTo>
                  <a:pt x="774" y="481"/>
                </a:lnTo>
                <a:lnTo>
                  <a:pt x="775" y="481"/>
                </a:lnTo>
                <a:lnTo>
                  <a:pt x="775" y="480"/>
                </a:lnTo>
                <a:lnTo>
                  <a:pt x="774" y="480"/>
                </a:lnTo>
                <a:lnTo>
                  <a:pt x="774" y="479"/>
                </a:lnTo>
                <a:lnTo>
                  <a:pt x="774" y="478"/>
                </a:lnTo>
                <a:lnTo>
                  <a:pt x="774" y="477"/>
                </a:lnTo>
                <a:lnTo>
                  <a:pt x="775" y="476"/>
                </a:lnTo>
                <a:lnTo>
                  <a:pt x="775" y="475"/>
                </a:lnTo>
                <a:lnTo>
                  <a:pt x="776" y="475"/>
                </a:lnTo>
                <a:lnTo>
                  <a:pt x="776" y="474"/>
                </a:lnTo>
                <a:lnTo>
                  <a:pt x="776" y="473"/>
                </a:lnTo>
                <a:lnTo>
                  <a:pt x="775" y="473"/>
                </a:lnTo>
                <a:lnTo>
                  <a:pt x="774" y="473"/>
                </a:lnTo>
                <a:lnTo>
                  <a:pt x="774" y="472"/>
                </a:lnTo>
                <a:lnTo>
                  <a:pt x="773" y="472"/>
                </a:lnTo>
                <a:lnTo>
                  <a:pt x="772" y="472"/>
                </a:lnTo>
                <a:lnTo>
                  <a:pt x="772" y="473"/>
                </a:lnTo>
                <a:lnTo>
                  <a:pt x="771" y="473"/>
                </a:lnTo>
                <a:lnTo>
                  <a:pt x="771" y="474"/>
                </a:lnTo>
                <a:lnTo>
                  <a:pt x="770" y="474"/>
                </a:lnTo>
                <a:lnTo>
                  <a:pt x="769" y="475"/>
                </a:lnTo>
                <a:lnTo>
                  <a:pt x="768" y="475"/>
                </a:lnTo>
                <a:lnTo>
                  <a:pt x="767" y="475"/>
                </a:lnTo>
                <a:lnTo>
                  <a:pt x="767" y="474"/>
                </a:lnTo>
                <a:lnTo>
                  <a:pt x="766" y="474"/>
                </a:lnTo>
                <a:lnTo>
                  <a:pt x="765" y="474"/>
                </a:lnTo>
                <a:lnTo>
                  <a:pt x="765" y="473"/>
                </a:lnTo>
                <a:lnTo>
                  <a:pt x="765" y="472"/>
                </a:lnTo>
                <a:lnTo>
                  <a:pt x="764" y="472"/>
                </a:lnTo>
                <a:lnTo>
                  <a:pt x="764" y="471"/>
                </a:lnTo>
                <a:lnTo>
                  <a:pt x="763" y="471"/>
                </a:lnTo>
                <a:lnTo>
                  <a:pt x="763" y="470"/>
                </a:lnTo>
                <a:lnTo>
                  <a:pt x="762" y="470"/>
                </a:lnTo>
                <a:lnTo>
                  <a:pt x="762" y="469"/>
                </a:lnTo>
                <a:lnTo>
                  <a:pt x="762" y="468"/>
                </a:lnTo>
                <a:lnTo>
                  <a:pt x="761" y="468"/>
                </a:lnTo>
                <a:lnTo>
                  <a:pt x="761" y="467"/>
                </a:lnTo>
                <a:lnTo>
                  <a:pt x="760" y="467"/>
                </a:lnTo>
                <a:lnTo>
                  <a:pt x="759" y="466"/>
                </a:lnTo>
                <a:lnTo>
                  <a:pt x="758" y="466"/>
                </a:lnTo>
                <a:lnTo>
                  <a:pt x="758" y="465"/>
                </a:lnTo>
                <a:lnTo>
                  <a:pt x="757" y="465"/>
                </a:lnTo>
                <a:lnTo>
                  <a:pt x="756" y="465"/>
                </a:lnTo>
                <a:lnTo>
                  <a:pt x="756" y="464"/>
                </a:lnTo>
                <a:lnTo>
                  <a:pt x="755" y="464"/>
                </a:lnTo>
                <a:lnTo>
                  <a:pt x="755" y="465"/>
                </a:lnTo>
                <a:lnTo>
                  <a:pt x="754" y="465"/>
                </a:lnTo>
                <a:lnTo>
                  <a:pt x="753" y="465"/>
                </a:lnTo>
                <a:lnTo>
                  <a:pt x="753" y="464"/>
                </a:lnTo>
                <a:lnTo>
                  <a:pt x="752" y="464"/>
                </a:lnTo>
                <a:lnTo>
                  <a:pt x="751" y="464"/>
                </a:lnTo>
                <a:lnTo>
                  <a:pt x="750" y="464"/>
                </a:lnTo>
                <a:lnTo>
                  <a:pt x="750" y="463"/>
                </a:lnTo>
                <a:lnTo>
                  <a:pt x="749" y="463"/>
                </a:lnTo>
                <a:lnTo>
                  <a:pt x="748" y="463"/>
                </a:lnTo>
                <a:lnTo>
                  <a:pt x="747" y="463"/>
                </a:lnTo>
                <a:lnTo>
                  <a:pt x="747" y="464"/>
                </a:lnTo>
                <a:lnTo>
                  <a:pt x="746" y="464"/>
                </a:lnTo>
                <a:lnTo>
                  <a:pt x="746" y="465"/>
                </a:lnTo>
                <a:lnTo>
                  <a:pt x="745" y="465"/>
                </a:lnTo>
                <a:lnTo>
                  <a:pt x="744" y="465"/>
                </a:lnTo>
                <a:lnTo>
                  <a:pt x="743" y="465"/>
                </a:lnTo>
                <a:lnTo>
                  <a:pt x="743" y="464"/>
                </a:lnTo>
                <a:lnTo>
                  <a:pt x="743" y="465"/>
                </a:lnTo>
                <a:lnTo>
                  <a:pt x="743" y="464"/>
                </a:lnTo>
                <a:lnTo>
                  <a:pt x="743" y="465"/>
                </a:lnTo>
                <a:lnTo>
                  <a:pt x="742" y="465"/>
                </a:lnTo>
                <a:lnTo>
                  <a:pt x="741" y="465"/>
                </a:lnTo>
                <a:lnTo>
                  <a:pt x="740" y="465"/>
                </a:lnTo>
                <a:lnTo>
                  <a:pt x="740" y="464"/>
                </a:lnTo>
                <a:lnTo>
                  <a:pt x="739" y="463"/>
                </a:lnTo>
                <a:lnTo>
                  <a:pt x="738" y="463"/>
                </a:lnTo>
                <a:lnTo>
                  <a:pt x="738" y="462"/>
                </a:lnTo>
                <a:lnTo>
                  <a:pt x="737" y="462"/>
                </a:lnTo>
                <a:lnTo>
                  <a:pt x="736" y="462"/>
                </a:lnTo>
                <a:lnTo>
                  <a:pt x="735" y="462"/>
                </a:lnTo>
                <a:lnTo>
                  <a:pt x="735" y="461"/>
                </a:lnTo>
                <a:lnTo>
                  <a:pt x="734" y="461"/>
                </a:lnTo>
                <a:lnTo>
                  <a:pt x="734" y="462"/>
                </a:lnTo>
                <a:lnTo>
                  <a:pt x="734" y="463"/>
                </a:lnTo>
                <a:lnTo>
                  <a:pt x="733" y="463"/>
                </a:lnTo>
                <a:lnTo>
                  <a:pt x="732" y="463"/>
                </a:lnTo>
                <a:lnTo>
                  <a:pt x="731" y="463"/>
                </a:lnTo>
                <a:lnTo>
                  <a:pt x="730" y="462"/>
                </a:lnTo>
                <a:lnTo>
                  <a:pt x="731" y="462"/>
                </a:lnTo>
                <a:lnTo>
                  <a:pt x="731" y="461"/>
                </a:lnTo>
                <a:lnTo>
                  <a:pt x="731" y="460"/>
                </a:lnTo>
                <a:lnTo>
                  <a:pt x="731" y="459"/>
                </a:lnTo>
                <a:lnTo>
                  <a:pt x="730" y="459"/>
                </a:lnTo>
                <a:lnTo>
                  <a:pt x="729" y="459"/>
                </a:lnTo>
                <a:lnTo>
                  <a:pt x="728" y="459"/>
                </a:lnTo>
                <a:lnTo>
                  <a:pt x="728" y="460"/>
                </a:lnTo>
                <a:lnTo>
                  <a:pt x="727" y="460"/>
                </a:lnTo>
                <a:lnTo>
                  <a:pt x="726" y="460"/>
                </a:lnTo>
                <a:lnTo>
                  <a:pt x="726" y="459"/>
                </a:lnTo>
                <a:lnTo>
                  <a:pt x="725" y="459"/>
                </a:lnTo>
                <a:lnTo>
                  <a:pt x="724" y="459"/>
                </a:lnTo>
                <a:lnTo>
                  <a:pt x="724" y="458"/>
                </a:lnTo>
                <a:lnTo>
                  <a:pt x="723" y="458"/>
                </a:lnTo>
                <a:lnTo>
                  <a:pt x="722" y="458"/>
                </a:lnTo>
                <a:lnTo>
                  <a:pt x="721" y="457"/>
                </a:lnTo>
                <a:lnTo>
                  <a:pt x="720" y="457"/>
                </a:lnTo>
                <a:lnTo>
                  <a:pt x="720" y="456"/>
                </a:lnTo>
                <a:lnTo>
                  <a:pt x="721" y="456"/>
                </a:lnTo>
                <a:lnTo>
                  <a:pt x="722" y="455"/>
                </a:lnTo>
                <a:lnTo>
                  <a:pt x="721" y="455"/>
                </a:lnTo>
                <a:lnTo>
                  <a:pt x="721" y="454"/>
                </a:lnTo>
                <a:lnTo>
                  <a:pt x="720" y="454"/>
                </a:lnTo>
                <a:lnTo>
                  <a:pt x="720" y="453"/>
                </a:lnTo>
                <a:lnTo>
                  <a:pt x="720" y="452"/>
                </a:lnTo>
                <a:lnTo>
                  <a:pt x="719" y="452"/>
                </a:lnTo>
                <a:lnTo>
                  <a:pt x="719" y="451"/>
                </a:lnTo>
                <a:lnTo>
                  <a:pt x="719" y="450"/>
                </a:lnTo>
                <a:lnTo>
                  <a:pt x="718" y="450"/>
                </a:lnTo>
                <a:lnTo>
                  <a:pt x="718" y="451"/>
                </a:lnTo>
                <a:lnTo>
                  <a:pt x="717" y="451"/>
                </a:lnTo>
                <a:lnTo>
                  <a:pt x="717" y="452"/>
                </a:lnTo>
                <a:lnTo>
                  <a:pt x="717" y="451"/>
                </a:lnTo>
                <a:lnTo>
                  <a:pt x="716" y="451"/>
                </a:lnTo>
                <a:lnTo>
                  <a:pt x="716" y="452"/>
                </a:lnTo>
                <a:lnTo>
                  <a:pt x="715" y="452"/>
                </a:lnTo>
                <a:lnTo>
                  <a:pt x="715" y="453"/>
                </a:lnTo>
                <a:lnTo>
                  <a:pt x="715" y="452"/>
                </a:lnTo>
                <a:lnTo>
                  <a:pt x="713" y="452"/>
                </a:lnTo>
                <a:lnTo>
                  <a:pt x="713" y="451"/>
                </a:lnTo>
                <a:lnTo>
                  <a:pt x="713" y="450"/>
                </a:lnTo>
                <a:lnTo>
                  <a:pt x="713" y="449"/>
                </a:lnTo>
                <a:lnTo>
                  <a:pt x="713" y="448"/>
                </a:lnTo>
                <a:lnTo>
                  <a:pt x="713" y="447"/>
                </a:lnTo>
                <a:lnTo>
                  <a:pt x="712" y="447"/>
                </a:lnTo>
                <a:lnTo>
                  <a:pt x="712" y="446"/>
                </a:lnTo>
                <a:lnTo>
                  <a:pt x="712" y="445"/>
                </a:lnTo>
                <a:lnTo>
                  <a:pt x="711" y="445"/>
                </a:lnTo>
                <a:lnTo>
                  <a:pt x="711" y="444"/>
                </a:lnTo>
                <a:lnTo>
                  <a:pt x="710" y="444"/>
                </a:lnTo>
                <a:lnTo>
                  <a:pt x="709" y="444"/>
                </a:lnTo>
                <a:lnTo>
                  <a:pt x="709" y="443"/>
                </a:lnTo>
                <a:lnTo>
                  <a:pt x="708" y="443"/>
                </a:lnTo>
                <a:lnTo>
                  <a:pt x="706" y="443"/>
                </a:lnTo>
                <a:lnTo>
                  <a:pt x="705" y="443"/>
                </a:lnTo>
                <a:lnTo>
                  <a:pt x="705" y="442"/>
                </a:lnTo>
                <a:lnTo>
                  <a:pt x="704" y="442"/>
                </a:lnTo>
                <a:lnTo>
                  <a:pt x="705" y="442"/>
                </a:lnTo>
                <a:lnTo>
                  <a:pt x="704" y="442"/>
                </a:lnTo>
                <a:lnTo>
                  <a:pt x="704" y="441"/>
                </a:lnTo>
                <a:lnTo>
                  <a:pt x="703" y="441"/>
                </a:lnTo>
                <a:lnTo>
                  <a:pt x="702" y="441"/>
                </a:lnTo>
                <a:lnTo>
                  <a:pt x="702" y="440"/>
                </a:lnTo>
                <a:lnTo>
                  <a:pt x="701" y="440"/>
                </a:lnTo>
                <a:lnTo>
                  <a:pt x="701" y="439"/>
                </a:lnTo>
                <a:lnTo>
                  <a:pt x="700" y="439"/>
                </a:lnTo>
                <a:lnTo>
                  <a:pt x="700" y="440"/>
                </a:lnTo>
                <a:lnTo>
                  <a:pt x="699" y="440"/>
                </a:lnTo>
                <a:lnTo>
                  <a:pt x="698" y="440"/>
                </a:lnTo>
                <a:lnTo>
                  <a:pt x="698" y="439"/>
                </a:lnTo>
                <a:lnTo>
                  <a:pt x="697" y="439"/>
                </a:lnTo>
                <a:lnTo>
                  <a:pt x="697" y="438"/>
                </a:lnTo>
                <a:lnTo>
                  <a:pt x="696" y="438"/>
                </a:lnTo>
                <a:lnTo>
                  <a:pt x="696" y="437"/>
                </a:lnTo>
                <a:lnTo>
                  <a:pt x="695" y="437"/>
                </a:lnTo>
                <a:lnTo>
                  <a:pt x="695" y="438"/>
                </a:lnTo>
                <a:lnTo>
                  <a:pt x="694" y="438"/>
                </a:lnTo>
                <a:lnTo>
                  <a:pt x="693" y="438"/>
                </a:lnTo>
                <a:lnTo>
                  <a:pt x="693" y="439"/>
                </a:lnTo>
                <a:lnTo>
                  <a:pt x="692" y="439"/>
                </a:lnTo>
                <a:lnTo>
                  <a:pt x="692" y="440"/>
                </a:lnTo>
                <a:lnTo>
                  <a:pt x="691" y="440"/>
                </a:lnTo>
                <a:lnTo>
                  <a:pt x="691" y="441"/>
                </a:lnTo>
                <a:lnTo>
                  <a:pt x="691" y="442"/>
                </a:lnTo>
                <a:lnTo>
                  <a:pt x="691" y="443"/>
                </a:lnTo>
                <a:lnTo>
                  <a:pt x="692" y="444"/>
                </a:lnTo>
                <a:lnTo>
                  <a:pt x="693" y="444"/>
                </a:lnTo>
                <a:lnTo>
                  <a:pt x="693" y="445"/>
                </a:lnTo>
                <a:lnTo>
                  <a:pt x="692" y="446"/>
                </a:lnTo>
                <a:lnTo>
                  <a:pt x="693" y="446"/>
                </a:lnTo>
                <a:lnTo>
                  <a:pt x="694" y="446"/>
                </a:lnTo>
                <a:lnTo>
                  <a:pt x="695" y="446"/>
                </a:lnTo>
                <a:lnTo>
                  <a:pt x="695" y="447"/>
                </a:lnTo>
                <a:lnTo>
                  <a:pt x="696" y="448"/>
                </a:lnTo>
                <a:lnTo>
                  <a:pt x="696" y="447"/>
                </a:lnTo>
                <a:lnTo>
                  <a:pt x="697" y="447"/>
                </a:lnTo>
                <a:lnTo>
                  <a:pt x="697" y="448"/>
                </a:lnTo>
                <a:lnTo>
                  <a:pt x="698" y="449"/>
                </a:lnTo>
                <a:lnTo>
                  <a:pt x="699" y="448"/>
                </a:lnTo>
                <a:lnTo>
                  <a:pt x="699" y="449"/>
                </a:lnTo>
                <a:lnTo>
                  <a:pt x="699" y="450"/>
                </a:lnTo>
                <a:lnTo>
                  <a:pt x="700" y="451"/>
                </a:lnTo>
                <a:lnTo>
                  <a:pt x="701" y="451"/>
                </a:lnTo>
                <a:lnTo>
                  <a:pt x="700" y="452"/>
                </a:lnTo>
                <a:lnTo>
                  <a:pt x="701" y="452"/>
                </a:lnTo>
                <a:lnTo>
                  <a:pt x="701" y="453"/>
                </a:lnTo>
                <a:lnTo>
                  <a:pt x="701" y="454"/>
                </a:lnTo>
                <a:lnTo>
                  <a:pt x="701" y="455"/>
                </a:lnTo>
                <a:lnTo>
                  <a:pt x="702" y="456"/>
                </a:lnTo>
                <a:lnTo>
                  <a:pt x="703" y="456"/>
                </a:lnTo>
                <a:lnTo>
                  <a:pt x="704" y="456"/>
                </a:lnTo>
                <a:lnTo>
                  <a:pt x="705" y="457"/>
                </a:lnTo>
                <a:lnTo>
                  <a:pt x="706" y="457"/>
                </a:lnTo>
                <a:lnTo>
                  <a:pt x="706" y="458"/>
                </a:lnTo>
                <a:lnTo>
                  <a:pt x="705" y="458"/>
                </a:lnTo>
                <a:lnTo>
                  <a:pt x="705" y="459"/>
                </a:lnTo>
                <a:lnTo>
                  <a:pt x="705" y="460"/>
                </a:lnTo>
                <a:lnTo>
                  <a:pt x="705" y="461"/>
                </a:lnTo>
                <a:lnTo>
                  <a:pt x="706" y="461"/>
                </a:lnTo>
                <a:lnTo>
                  <a:pt x="706" y="462"/>
                </a:lnTo>
                <a:lnTo>
                  <a:pt x="705" y="462"/>
                </a:lnTo>
                <a:lnTo>
                  <a:pt x="706" y="463"/>
                </a:lnTo>
                <a:lnTo>
                  <a:pt x="706" y="464"/>
                </a:lnTo>
                <a:lnTo>
                  <a:pt x="707" y="465"/>
                </a:lnTo>
                <a:lnTo>
                  <a:pt x="707" y="466"/>
                </a:lnTo>
                <a:lnTo>
                  <a:pt x="707" y="467"/>
                </a:lnTo>
                <a:lnTo>
                  <a:pt x="707" y="468"/>
                </a:lnTo>
                <a:lnTo>
                  <a:pt x="706" y="468"/>
                </a:lnTo>
                <a:lnTo>
                  <a:pt x="705" y="468"/>
                </a:lnTo>
                <a:lnTo>
                  <a:pt x="705" y="467"/>
                </a:lnTo>
                <a:lnTo>
                  <a:pt x="704" y="467"/>
                </a:lnTo>
                <a:lnTo>
                  <a:pt x="703" y="467"/>
                </a:lnTo>
                <a:lnTo>
                  <a:pt x="702" y="467"/>
                </a:lnTo>
                <a:lnTo>
                  <a:pt x="702" y="466"/>
                </a:lnTo>
                <a:lnTo>
                  <a:pt x="702" y="465"/>
                </a:lnTo>
                <a:lnTo>
                  <a:pt x="701" y="465"/>
                </a:lnTo>
                <a:lnTo>
                  <a:pt x="701" y="464"/>
                </a:lnTo>
                <a:lnTo>
                  <a:pt x="700" y="464"/>
                </a:lnTo>
                <a:lnTo>
                  <a:pt x="699" y="463"/>
                </a:lnTo>
                <a:lnTo>
                  <a:pt x="700" y="463"/>
                </a:lnTo>
                <a:lnTo>
                  <a:pt x="699" y="463"/>
                </a:lnTo>
                <a:lnTo>
                  <a:pt x="699" y="462"/>
                </a:lnTo>
                <a:lnTo>
                  <a:pt x="698" y="462"/>
                </a:lnTo>
                <a:lnTo>
                  <a:pt x="698" y="461"/>
                </a:lnTo>
                <a:lnTo>
                  <a:pt x="697" y="461"/>
                </a:lnTo>
                <a:lnTo>
                  <a:pt x="696" y="461"/>
                </a:lnTo>
                <a:lnTo>
                  <a:pt x="695" y="461"/>
                </a:lnTo>
                <a:lnTo>
                  <a:pt x="694" y="461"/>
                </a:lnTo>
                <a:lnTo>
                  <a:pt x="694" y="460"/>
                </a:lnTo>
                <a:lnTo>
                  <a:pt x="693" y="460"/>
                </a:lnTo>
                <a:lnTo>
                  <a:pt x="692" y="460"/>
                </a:lnTo>
                <a:lnTo>
                  <a:pt x="692" y="459"/>
                </a:lnTo>
                <a:lnTo>
                  <a:pt x="691" y="459"/>
                </a:lnTo>
                <a:lnTo>
                  <a:pt x="691" y="458"/>
                </a:lnTo>
                <a:lnTo>
                  <a:pt x="690" y="458"/>
                </a:lnTo>
                <a:lnTo>
                  <a:pt x="689" y="458"/>
                </a:lnTo>
                <a:lnTo>
                  <a:pt x="688" y="458"/>
                </a:lnTo>
                <a:lnTo>
                  <a:pt x="687" y="458"/>
                </a:lnTo>
                <a:lnTo>
                  <a:pt x="687" y="457"/>
                </a:lnTo>
                <a:lnTo>
                  <a:pt x="686" y="457"/>
                </a:lnTo>
                <a:lnTo>
                  <a:pt x="686" y="456"/>
                </a:lnTo>
                <a:lnTo>
                  <a:pt x="685" y="456"/>
                </a:lnTo>
                <a:lnTo>
                  <a:pt x="686" y="456"/>
                </a:lnTo>
                <a:lnTo>
                  <a:pt x="686" y="455"/>
                </a:lnTo>
                <a:lnTo>
                  <a:pt x="685" y="455"/>
                </a:lnTo>
                <a:lnTo>
                  <a:pt x="685" y="456"/>
                </a:lnTo>
                <a:lnTo>
                  <a:pt x="684" y="456"/>
                </a:lnTo>
                <a:lnTo>
                  <a:pt x="683" y="456"/>
                </a:lnTo>
                <a:lnTo>
                  <a:pt x="683" y="455"/>
                </a:lnTo>
                <a:lnTo>
                  <a:pt x="682" y="455"/>
                </a:lnTo>
                <a:lnTo>
                  <a:pt x="681" y="455"/>
                </a:lnTo>
                <a:lnTo>
                  <a:pt x="680" y="455"/>
                </a:lnTo>
                <a:lnTo>
                  <a:pt x="680" y="454"/>
                </a:lnTo>
                <a:lnTo>
                  <a:pt x="679" y="454"/>
                </a:lnTo>
                <a:lnTo>
                  <a:pt x="678" y="453"/>
                </a:lnTo>
                <a:lnTo>
                  <a:pt x="677" y="453"/>
                </a:lnTo>
                <a:lnTo>
                  <a:pt x="676" y="453"/>
                </a:lnTo>
                <a:lnTo>
                  <a:pt x="676" y="452"/>
                </a:lnTo>
                <a:lnTo>
                  <a:pt x="676" y="453"/>
                </a:lnTo>
                <a:lnTo>
                  <a:pt x="675" y="453"/>
                </a:lnTo>
                <a:lnTo>
                  <a:pt x="675" y="452"/>
                </a:lnTo>
                <a:lnTo>
                  <a:pt x="674" y="452"/>
                </a:lnTo>
                <a:lnTo>
                  <a:pt x="674" y="453"/>
                </a:lnTo>
                <a:lnTo>
                  <a:pt x="674" y="452"/>
                </a:lnTo>
                <a:lnTo>
                  <a:pt x="673" y="452"/>
                </a:lnTo>
                <a:lnTo>
                  <a:pt x="673" y="451"/>
                </a:lnTo>
                <a:lnTo>
                  <a:pt x="672" y="451"/>
                </a:lnTo>
                <a:lnTo>
                  <a:pt x="671" y="451"/>
                </a:lnTo>
                <a:lnTo>
                  <a:pt x="671" y="450"/>
                </a:lnTo>
                <a:lnTo>
                  <a:pt x="671" y="449"/>
                </a:lnTo>
                <a:lnTo>
                  <a:pt x="670" y="449"/>
                </a:lnTo>
                <a:lnTo>
                  <a:pt x="670" y="448"/>
                </a:lnTo>
                <a:lnTo>
                  <a:pt x="669" y="448"/>
                </a:lnTo>
                <a:lnTo>
                  <a:pt x="669" y="449"/>
                </a:lnTo>
                <a:lnTo>
                  <a:pt x="669" y="448"/>
                </a:lnTo>
                <a:lnTo>
                  <a:pt x="668" y="448"/>
                </a:lnTo>
                <a:lnTo>
                  <a:pt x="667" y="448"/>
                </a:lnTo>
                <a:lnTo>
                  <a:pt x="666" y="448"/>
                </a:lnTo>
                <a:lnTo>
                  <a:pt x="666" y="447"/>
                </a:lnTo>
                <a:lnTo>
                  <a:pt x="665" y="447"/>
                </a:lnTo>
                <a:lnTo>
                  <a:pt x="664" y="447"/>
                </a:lnTo>
                <a:lnTo>
                  <a:pt x="664" y="446"/>
                </a:lnTo>
                <a:lnTo>
                  <a:pt x="663" y="446"/>
                </a:lnTo>
                <a:lnTo>
                  <a:pt x="662" y="446"/>
                </a:lnTo>
                <a:lnTo>
                  <a:pt x="661" y="446"/>
                </a:lnTo>
                <a:lnTo>
                  <a:pt x="661" y="445"/>
                </a:lnTo>
                <a:lnTo>
                  <a:pt x="660" y="445"/>
                </a:lnTo>
                <a:lnTo>
                  <a:pt x="659" y="445"/>
                </a:lnTo>
                <a:lnTo>
                  <a:pt x="660" y="444"/>
                </a:lnTo>
                <a:lnTo>
                  <a:pt x="659" y="444"/>
                </a:lnTo>
                <a:lnTo>
                  <a:pt x="660" y="444"/>
                </a:lnTo>
                <a:lnTo>
                  <a:pt x="660" y="443"/>
                </a:lnTo>
                <a:lnTo>
                  <a:pt x="660" y="442"/>
                </a:lnTo>
                <a:lnTo>
                  <a:pt x="659" y="442"/>
                </a:lnTo>
                <a:lnTo>
                  <a:pt x="659" y="441"/>
                </a:lnTo>
                <a:lnTo>
                  <a:pt x="658" y="441"/>
                </a:lnTo>
                <a:lnTo>
                  <a:pt x="658" y="442"/>
                </a:lnTo>
                <a:lnTo>
                  <a:pt x="657" y="442"/>
                </a:lnTo>
                <a:lnTo>
                  <a:pt x="657" y="441"/>
                </a:lnTo>
                <a:lnTo>
                  <a:pt x="656" y="441"/>
                </a:lnTo>
                <a:lnTo>
                  <a:pt x="656" y="440"/>
                </a:lnTo>
                <a:lnTo>
                  <a:pt x="656" y="441"/>
                </a:lnTo>
                <a:lnTo>
                  <a:pt x="655" y="441"/>
                </a:lnTo>
                <a:lnTo>
                  <a:pt x="655" y="440"/>
                </a:lnTo>
                <a:lnTo>
                  <a:pt x="654" y="440"/>
                </a:lnTo>
                <a:lnTo>
                  <a:pt x="654" y="439"/>
                </a:lnTo>
                <a:lnTo>
                  <a:pt x="653" y="439"/>
                </a:lnTo>
                <a:lnTo>
                  <a:pt x="653" y="438"/>
                </a:lnTo>
                <a:lnTo>
                  <a:pt x="652" y="438"/>
                </a:lnTo>
                <a:lnTo>
                  <a:pt x="652" y="437"/>
                </a:lnTo>
                <a:lnTo>
                  <a:pt x="651" y="437"/>
                </a:lnTo>
                <a:lnTo>
                  <a:pt x="650" y="437"/>
                </a:lnTo>
                <a:lnTo>
                  <a:pt x="650" y="436"/>
                </a:lnTo>
                <a:lnTo>
                  <a:pt x="650" y="435"/>
                </a:lnTo>
                <a:lnTo>
                  <a:pt x="649" y="435"/>
                </a:lnTo>
                <a:lnTo>
                  <a:pt x="648" y="435"/>
                </a:lnTo>
                <a:lnTo>
                  <a:pt x="648" y="434"/>
                </a:lnTo>
                <a:lnTo>
                  <a:pt x="648" y="433"/>
                </a:lnTo>
                <a:lnTo>
                  <a:pt x="647" y="433"/>
                </a:lnTo>
                <a:lnTo>
                  <a:pt x="647" y="432"/>
                </a:lnTo>
                <a:lnTo>
                  <a:pt x="647" y="431"/>
                </a:lnTo>
                <a:lnTo>
                  <a:pt x="647" y="430"/>
                </a:lnTo>
                <a:lnTo>
                  <a:pt x="646" y="430"/>
                </a:lnTo>
                <a:lnTo>
                  <a:pt x="647" y="430"/>
                </a:lnTo>
                <a:lnTo>
                  <a:pt x="647" y="429"/>
                </a:lnTo>
                <a:lnTo>
                  <a:pt x="646" y="428"/>
                </a:lnTo>
                <a:lnTo>
                  <a:pt x="645" y="428"/>
                </a:lnTo>
                <a:lnTo>
                  <a:pt x="645" y="427"/>
                </a:lnTo>
                <a:lnTo>
                  <a:pt x="644" y="427"/>
                </a:lnTo>
                <a:lnTo>
                  <a:pt x="643" y="428"/>
                </a:lnTo>
                <a:lnTo>
                  <a:pt x="641" y="428"/>
                </a:lnTo>
                <a:lnTo>
                  <a:pt x="640" y="428"/>
                </a:lnTo>
                <a:lnTo>
                  <a:pt x="640" y="427"/>
                </a:lnTo>
                <a:lnTo>
                  <a:pt x="639" y="427"/>
                </a:lnTo>
                <a:lnTo>
                  <a:pt x="639" y="426"/>
                </a:lnTo>
                <a:lnTo>
                  <a:pt x="640" y="426"/>
                </a:lnTo>
                <a:lnTo>
                  <a:pt x="640" y="425"/>
                </a:lnTo>
                <a:lnTo>
                  <a:pt x="639" y="425"/>
                </a:lnTo>
                <a:lnTo>
                  <a:pt x="639" y="424"/>
                </a:lnTo>
                <a:lnTo>
                  <a:pt x="639" y="423"/>
                </a:lnTo>
                <a:lnTo>
                  <a:pt x="638" y="423"/>
                </a:lnTo>
                <a:lnTo>
                  <a:pt x="638" y="422"/>
                </a:lnTo>
                <a:lnTo>
                  <a:pt x="638" y="421"/>
                </a:lnTo>
                <a:lnTo>
                  <a:pt x="637" y="421"/>
                </a:lnTo>
                <a:lnTo>
                  <a:pt x="637" y="422"/>
                </a:lnTo>
                <a:lnTo>
                  <a:pt x="637" y="421"/>
                </a:lnTo>
                <a:lnTo>
                  <a:pt x="636" y="421"/>
                </a:lnTo>
                <a:lnTo>
                  <a:pt x="636" y="422"/>
                </a:lnTo>
                <a:lnTo>
                  <a:pt x="636" y="421"/>
                </a:lnTo>
                <a:lnTo>
                  <a:pt x="635" y="421"/>
                </a:lnTo>
                <a:lnTo>
                  <a:pt x="635" y="420"/>
                </a:lnTo>
                <a:lnTo>
                  <a:pt x="635" y="419"/>
                </a:lnTo>
                <a:lnTo>
                  <a:pt x="634" y="419"/>
                </a:lnTo>
                <a:lnTo>
                  <a:pt x="635" y="419"/>
                </a:lnTo>
                <a:lnTo>
                  <a:pt x="635" y="418"/>
                </a:lnTo>
                <a:lnTo>
                  <a:pt x="634" y="418"/>
                </a:lnTo>
                <a:lnTo>
                  <a:pt x="634" y="417"/>
                </a:lnTo>
                <a:lnTo>
                  <a:pt x="634" y="418"/>
                </a:lnTo>
                <a:lnTo>
                  <a:pt x="634" y="417"/>
                </a:lnTo>
                <a:lnTo>
                  <a:pt x="633" y="417"/>
                </a:lnTo>
                <a:lnTo>
                  <a:pt x="633" y="416"/>
                </a:lnTo>
                <a:lnTo>
                  <a:pt x="632" y="416"/>
                </a:lnTo>
                <a:lnTo>
                  <a:pt x="633" y="416"/>
                </a:lnTo>
                <a:lnTo>
                  <a:pt x="633" y="415"/>
                </a:lnTo>
                <a:lnTo>
                  <a:pt x="632" y="415"/>
                </a:lnTo>
                <a:lnTo>
                  <a:pt x="631" y="415"/>
                </a:lnTo>
                <a:lnTo>
                  <a:pt x="630" y="415"/>
                </a:lnTo>
                <a:lnTo>
                  <a:pt x="629" y="414"/>
                </a:lnTo>
                <a:lnTo>
                  <a:pt x="629" y="413"/>
                </a:lnTo>
                <a:lnTo>
                  <a:pt x="629" y="412"/>
                </a:lnTo>
                <a:lnTo>
                  <a:pt x="628" y="412"/>
                </a:lnTo>
                <a:lnTo>
                  <a:pt x="627" y="412"/>
                </a:lnTo>
                <a:lnTo>
                  <a:pt x="626" y="412"/>
                </a:lnTo>
                <a:lnTo>
                  <a:pt x="626" y="411"/>
                </a:lnTo>
                <a:lnTo>
                  <a:pt x="625" y="411"/>
                </a:lnTo>
                <a:lnTo>
                  <a:pt x="624" y="411"/>
                </a:lnTo>
                <a:lnTo>
                  <a:pt x="624" y="410"/>
                </a:lnTo>
                <a:lnTo>
                  <a:pt x="623" y="410"/>
                </a:lnTo>
                <a:lnTo>
                  <a:pt x="622" y="410"/>
                </a:lnTo>
                <a:lnTo>
                  <a:pt x="622" y="409"/>
                </a:lnTo>
                <a:lnTo>
                  <a:pt x="621" y="409"/>
                </a:lnTo>
                <a:lnTo>
                  <a:pt x="620" y="409"/>
                </a:lnTo>
                <a:lnTo>
                  <a:pt x="620" y="408"/>
                </a:lnTo>
                <a:lnTo>
                  <a:pt x="619" y="408"/>
                </a:lnTo>
                <a:lnTo>
                  <a:pt x="618" y="408"/>
                </a:lnTo>
                <a:lnTo>
                  <a:pt x="619" y="408"/>
                </a:lnTo>
                <a:lnTo>
                  <a:pt x="619" y="407"/>
                </a:lnTo>
                <a:lnTo>
                  <a:pt x="618" y="407"/>
                </a:lnTo>
                <a:lnTo>
                  <a:pt x="617" y="407"/>
                </a:lnTo>
                <a:lnTo>
                  <a:pt x="617" y="406"/>
                </a:lnTo>
                <a:lnTo>
                  <a:pt x="616" y="406"/>
                </a:lnTo>
                <a:lnTo>
                  <a:pt x="616" y="405"/>
                </a:lnTo>
                <a:lnTo>
                  <a:pt x="615" y="405"/>
                </a:lnTo>
                <a:lnTo>
                  <a:pt x="615" y="404"/>
                </a:lnTo>
                <a:lnTo>
                  <a:pt x="614" y="404"/>
                </a:lnTo>
                <a:lnTo>
                  <a:pt x="614" y="403"/>
                </a:lnTo>
                <a:lnTo>
                  <a:pt x="613" y="403"/>
                </a:lnTo>
                <a:lnTo>
                  <a:pt x="613" y="402"/>
                </a:lnTo>
                <a:lnTo>
                  <a:pt x="612" y="402"/>
                </a:lnTo>
                <a:lnTo>
                  <a:pt x="611" y="402"/>
                </a:lnTo>
                <a:lnTo>
                  <a:pt x="611" y="401"/>
                </a:lnTo>
                <a:lnTo>
                  <a:pt x="610" y="401"/>
                </a:lnTo>
                <a:lnTo>
                  <a:pt x="610" y="400"/>
                </a:lnTo>
                <a:lnTo>
                  <a:pt x="609" y="400"/>
                </a:lnTo>
                <a:lnTo>
                  <a:pt x="609" y="399"/>
                </a:lnTo>
                <a:lnTo>
                  <a:pt x="608" y="399"/>
                </a:lnTo>
                <a:lnTo>
                  <a:pt x="607" y="399"/>
                </a:lnTo>
                <a:lnTo>
                  <a:pt x="607" y="398"/>
                </a:lnTo>
                <a:lnTo>
                  <a:pt x="606" y="398"/>
                </a:lnTo>
                <a:lnTo>
                  <a:pt x="606" y="397"/>
                </a:lnTo>
                <a:lnTo>
                  <a:pt x="607" y="397"/>
                </a:lnTo>
                <a:lnTo>
                  <a:pt x="607" y="396"/>
                </a:lnTo>
                <a:lnTo>
                  <a:pt x="608" y="395"/>
                </a:lnTo>
                <a:lnTo>
                  <a:pt x="609" y="395"/>
                </a:lnTo>
                <a:lnTo>
                  <a:pt x="609" y="394"/>
                </a:lnTo>
                <a:lnTo>
                  <a:pt x="610" y="394"/>
                </a:lnTo>
                <a:lnTo>
                  <a:pt x="610" y="393"/>
                </a:lnTo>
                <a:lnTo>
                  <a:pt x="609" y="393"/>
                </a:lnTo>
                <a:lnTo>
                  <a:pt x="609" y="392"/>
                </a:lnTo>
                <a:lnTo>
                  <a:pt x="609" y="393"/>
                </a:lnTo>
                <a:lnTo>
                  <a:pt x="608" y="393"/>
                </a:lnTo>
                <a:lnTo>
                  <a:pt x="607" y="392"/>
                </a:lnTo>
                <a:lnTo>
                  <a:pt x="606" y="392"/>
                </a:lnTo>
                <a:lnTo>
                  <a:pt x="606" y="393"/>
                </a:lnTo>
                <a:lnTo>
                  <a:pt x="605" y="392"/>
                </a:lnTo>
                <a:lnTo>
                  <a:pt x="605" y="391"/>
                </a:lnTo>
                <a:lnTo>
                  <a:pt x="604" y="390"/>
                </a:lnTo>
                <a:lnTo>
                  <a:pt x="603" y="390"/>
                </a:lnTo>
                <a:lnTo>
                  <a:pt x="602" y="390"/>
                </a:lnTo>
                <a:lnTo>
                  <a:pt x="602" y="389"/>
                </a:lnTo>
                <a:lnTo>
                  <a:pt x="601" y="389"/>
                </a:lnTo>
                <a:lnTo>
                  <a:pt x="601" y="390"/>
                </a:lnTo>
                <a:lnTo>
                  <a:pt x="600" y="390"/>
                </a:lnTo>
                <a:lnTo>
                  <a:pt x="599" y="390"/>
                </a:lnTo>
                <a:lnTo>
                  <a:pt x="599" y="389"/>
                </a:lnTo>
                <a:lnTo>
                  <a:pt x="599" y="390"/>
                </a:lnTo>
                <a:lnTo>
                  <a:pt x="599" y="389"/>
                </a:lnTo>
                <a:lnTo>
                  <a:pt x="598" y="389"/>
                </a:lnTo>
                <a:lnTo>
                  <a:pt x="598" y="390"/>
                </a:lnTo>
                <a:lnTo>
                  <a:pt x="598" y="389"/>
                </a:lnTo>
                <a:lnTo>
                  <a:pt x="597" y="389"/>
                </a:lnTo>
                <a:lnTo>
                  <a:pt x="596" y="389"/>
                </a:lnTo>
                <a:lnTo>
                  <a:pt x="595" y="388"/>
                </a:lnTo>
                <a:lnTo>
                  <a:pt x="594" y="388"/>
                </a:lnTo>
                <a:lnTo>
                  <a:pt x="593" y="388"/>
                </a:lnTo>
                <a:lnTo>
                  <a:pt x="593" y="387"/>
                </a:lnTo>
                <a:lnTo>
                  <a:pt x="592" y="387"/>
                </a:lnTo>
                <a:lnTo>
                  <a:pt x="592" y="386"/>
                </a:lnTo>
                <a:lnTo>
                  <a:pt x="591" y="386"/>
                </a:lnTo>
                <a:lnTo>
                  <a:pt x="591" y="385"/>
                </a:lnTo>
                <a:lnTo>
                  <a:pt x="590" y="385"/>
                </a:lnTo>
                <a:lnTo>
                  <a:pt x="590" y="384"/>
                </a:lnTo>
                <a:lnTo>
                  <a:pt x="590" y="383"/>
                </a:lnTo>
                <a:lnTo>
                  <a:pt x="589" y="383"/>
                </a:lnTo>
                <a:lnTo>
                  <a:pt x="588" y="383"/>
                </a:lnTo>
                <a:lnTo>
                  <a:pt x="587" y="383"/>
                </a:lnTo>
                <a:lnTo>
                  <a:pt x="587" y="382"/>
                </a:lnTo>
                <a:lnTo>
                  <a:pt x="586" y="382"/>
                </a:lnTo>
                <a:lnTo>
                  <a:pt x="585" y="382"/>
                </a:lnTo>
                <a:lnTo>
                  <a:pt x="585" y="381"/>
                </a:lnTo>
                <a:lnTo>
                  <a:pt x="584" y="381"/>
                </a:lnTo>
                <a:lnTo>
                  <a:pt x="585" y="381"/>
                </a:lnTo>
                <a:lnTo>
                  <a:pt x="585" y="380"/>
                </a:lnTo>
                <a:lnTo>
                  <a:pt x="584" y="380"/>
                </a:lnTo>
                <a:lnTo>
                  <a:pt x="584" y="379"/>
                </a:lnTo>
                <a:lnTo>
                  <a:pt x="583" y="379"/>
                </a:lnTo>
                <a:lnTo>
                  <a:pt x="582" y="379"/>
                </a:lnTo>
                <a:lnTo>
                  <a:pt x="581" y="379"/>
                </a:lnTo>
                <a:lnTo>
                  <a:pt x="580" y="379"/>
                </a:lnTo>
                <a:lnTo>
                  <a:pt x="579" y="379"/>
                </a:lnTo>
                <a:lnTo>
                  <a:pt x="578" y="379"/>
                </a:lnTo>
                <a:lnTo>
                  <a:pt x="577" y="379"/>
                </a:lnTo>
                <a:lnTo>
                  <a:pt x="577" y="380"/>
                </a:lnTo>
                <a:lnTo>
                  <a:pt x="577" y="381"/>
                </a:lnTo>
                <a:lnTo>
                  <a:pt x="576" y="381"/>
                </a:lnTo>
                <a:lnTo>
                  <a:pt x="576" y="382"/>
                </a:lnTo>
                <a:lnTo>
                  <a:pt x="575" y="382"/>
                </a:lnTo>
                <a:lnTo>
                  <a:pt x="575" y="383"/>
                </a:lnTo>
                <a:lnTo>
                  <a:pt x="574" y="383"/>
                </a:lnTo>
                <a:lnTo>
                  <a:pt x="574" y="384"/>
                </a:lnTo>
                <a:lnTo>
                  <a:pt x="573" y="384"/>
                </a:lnTo>
                <a:lnTo>
                  <a:pt x="573" y="385"/>
                </a:lnTo>
                <a:lnTo>
                  <a:pt x="573" y="386"/>
                </a:lnTo>
                <a:lnTo>
                  <a:pt x="572" y="386"/>
                </a:lnTo>
                <a:lnTo>
                  <a:pt x="572" y="387"/>
                </a:lnTo>
                <a:lnTo>
                  <a:pt x="571" y="387"/>
                </a:lnTo>
                <a:lnTo>
                  <a:pt x="571" y="388"/>
                </a:lnTo>
                <a:lnTo>
                  <a:pt x="570" y="388"/>
                </a:lnTo>
                <a:lnTo>
                  <a:pt x="570" y="389"/>
                </a:lnTo>
                <a:lnTo>
                  <a:pt x="569" y="389"/>
                </a:lnTo>
                <a:lnTo>
                  <a:pt x="568" y="389"/>
                </a:lnTo>
                <a:lnTo>
                  <a:pt x="567" y="389"/>
                </a:lnTo>
                <a:lnTo>
                  <a:pt x="567" y="390"/>
                </a:lnTo>
                <a:lnTo>
                  <a:pt x="566" y="390"/>
                </a:lnTo>
                <a:lnTo>
                  <a:pt x="566" y="391"/>
                </a:lnTo>
                <a:lnTo>
                  <a:pt x="566" y="392"/>
                </a:lnTo>
                <a:lnTo>
                  <a:pt x="567" y="392"/>
                </a:lnTo>
                <a:lnTo>
                  <a:pt x="567" y="393"/>
                </a:lnTo>
                <a:lnTo>
                  <a:pt x="566" y="393"/>
                </a:lnTo>
                <a:lnTo>
                  <a:pt x="565" y="393"/>
                </a:lnTo>
                <a:lnTo>
                  <a:pt x="564" y="393"/>
                </a:lnTo>
                <a:lnTo>
                  <a:pt x="564" y="394"/>
                </a:lnTo>
                <a:lnTo>
                  <a:pt x="564" y="395"/>
                </a:lnTo>
                <a:lnTo>
                  <a:pt x="563" y="395"/>
                </a:lnTo>
                <a:lnTo>
                  <a:pt x="562" y="395"/>
                </a:lnTo>
                <a:lnTo>
                  <a:pt x="562" y="394"/>
                </a:lnTo>
                <a:lnTo>
                  <a:pt x="561" y="394"/>
                </a:lnTo>
                <a:lnTo>
                  <a:pt x="561" y="393"/>
                </a:lnTo>
                <a:lnTo>
                  <a:pt x="560" y="393"/>
                </a:lnTo>
                <a:lnTo>
                  <a:pt x="559" y="393"/>
                </a:lnTo>
                <a:lnTo>
                  <a:pt x="558" y="393"/>
                </a:lnTo>
                <a:lnTo>
                  <a:pt x="558" y="392"/>
                </a:lnTo>
                <a:lnTo>
                  <a:pt x="557" y="392"/>
                </a:lnTo>
                <a:lnTo>
                  <a:pt x="557" y="393"/>
                </a:lnTo>
                <a:lnTo>
                  <a:pt x="557" y="392"/>
                </a:lnTo>
                <a:lnTo>
                  <a:pt x="556" y="392"/>
                </a:lnTo>
                <a:lnTo>
                  <a:pt x="556" y="393"/>
                </a:lnTo>
                <a:lnTo>
                  <a:pt x="555" y="393"/>
                </a:lnTo>
                <a:lnTo>
                  <a:pt x="554" y="393"/>
                </a:lnTo>
                <a:lnTo>
                  <a:pt x="553" y="393"/>
                </a:lnTo>
                <a:lnTo>
                  <a:pt x="553" y="392"/>
                </a:lnTo>
                <a:lnTo>
                  <a:pt x="552" y="392"/>
                </a:lnTo>
                <a:lnTo>
                  <a:pt x="551" y="392"/>
                </a:lnTo>
                <a:lnTo>
                  <a:pt x="550" y="392"/>
                </a:lnTo>
                <a:lnTo>
                  <a:pt x="550" y="391"/>
                </a:lnTo>
                <a:lnTo>
                  <a:pt x="549" y="391"/>
                </a:lnTo>
                <a:lnTo>
                  <a:pt x="549" y="390"/>
                </a:lnTo>
                <a:lnTo>
                  <a:pt x="550" y="390"/>
                </a:lnTo>
                <a:lnTo>
                  <a:pt x="550" y="389"/>
                </a:lnTo>
                <a:lnTo>
                  <a:pt x="550" y="388"/>
                </a:lnTo>
                <a:lnTo>
                  <a:pt x="549" y="388"/>
                </a:lnTo>
                <a:lnTo>
                  <a:pt x="548" y="388"/>
                </a:lnTo>
                <a:lnTo>
                  <a:pt x="547" y="388"/>
                </a:lnTo>
                <a:lnTo>
                  <a:pt x="547" y="387"/>
                </a:lnTo>
                <a:lnTo>
                  <a:pt x="547" y="386"/>
                </a:lnTo>
                <a:lnTo>
                  <a:pt x="546" y="386"/>
                </a:lnTo>
                <a:lnTo>
                  <a:pt x="546" y="385"/>
                </a:lnTo>
                <a:lnTo>
                  <a:pt x="545" y="385"/>
                </a:lnTo>
                <a:lnTo>
                  <a:pt x="544" y="385"/>
                </a:lnTo>
                <a:lnTo>
                  <a:pt x="543" y="385"/>
                </a:lnTo>
                <a:lnTo>
                  <a:pt x="542" y="385"/>
                </a:lnTo>
                <a:lnTo>
                  <a:pt x="542" y="384"/>
                </a:lnTo>
                <a:lnTo>
                  <a:pt x="541" y="384"/>
                </a:lnTo>
                <a:lnTo>
                  <a:pt x="540" y="384"/>
                </a:lnTo>
                <a:lnTo>
                  <a:pt x="539" y="384"/>
                </a:lnTo>
                <a:lnTo>
                  <a:pt x="538" y="384"/>
                </a:lnTo>
                <a:lnTo>
                  <a:pt x="537" y="384"/>
                </a:lnTo>
                <a:lnTo>
                  <a:pt x="536" y="384"/>
                </a:lnTo>
                <a:lnTo>
                  <a:pt x="536" y="385"/>
                </a:lnTo>
                <a:lnTo>
                  <a:pt x="537" y="385"/>
                </a:lnTo>
                <a:lnTo>
                  <a:pt x="536" y="385"/>
                </a:lnTo>
                <a:lnTo>
                  <a:pt x="536" y="387"/>
                </a:lnTo>
                <a:lnTo>
                  <a:pt x="536" y="388"/>
                </a:lnTo>
                <a:lnTo>
                  <a:pt x="535" y="390"/>
                </a:lnTo>
                <a:lnTo>
                  <a:pt x="535" y="391"/>
                </a:lnTo>
                <a:lnTo>
                  <a:pt x="535" y="392"/>
                </a:lnTo>
                <a:lnTo>
                  <a:pt x="534" y="392"/>
                </a:lnTo>
                <a:lnTo>
                  <a:pt x="534" y="393"/>
                </a:lnTo>
                <a:lnTo>
                  <a:pt x="533" y="394"/>
                </a:lnTo>
                <a:lnTo>
                  <a:pt x="533" y="395"/>
                </a:lnTo>
                <a:lnTo>
                  <a:pt x="532" y="395"/>
                </a:lnTo>
                <a:lnTo>
                  <a:pt x="532" y="396"/>
                </a:lnTo>
                <a:lnTo>
                  <a:pt x="532" y="397"/>
                </a:lnTo>
                <a:lnTo>
                  <a:pt x="533" y="397"/>
                </a:lnTo>
                <a:lnTo>
                  <a:pt x="533" y="398"/>
                </a:lnTo>
                <a:lnTo>
                  <a:pt x="533" y="399"/>
                </a:lnTo>
                <a:lnTo>
                  <a:pt x="533" y="400"/>
                </a:lnTo>
                <a:lnTo>
                  <a:pt x="532" y="400"/>
                </a:lnTo>
                <a:lnTo>
                  <a:pt x="532" y="401"/>
                </a:lnTo>
                <a:lnTo>
                  <a:pt x="531" y="401"/>
                </a:lnTo>
                <a:lnTo>
                  <a:pt x="530" y="401"/>
                </a:lnTo>
                <a:lnTo>
                  <a:pt x="530" y="402"/>
                </a:lnTo>
                <a:lnTo>
                  <a:pt x="529" y="402"/>
                </a:lnTo>
                <a:lnTo>
                  <a:pt x="529" y="403"/>
                </a:lnTo>
                <a:lnTo>
                  <a:pt x="528" y="403"/>
                </a:lnTo>
                <a:lnTo>
                  <a:pt x="527" y="403"/>
                </a:lnTo>
                <a:lnTo>
                  <a:pt x="527" y="404"/>
                </a:lnTo>
                <a:lnTo>
                  <a:pt x="526" y="404"/>
                </a:lnTo>
                <a:lnTo>
                  <a:pt x="525" y="404"/>
                </a:lnTo>
                <a:lnTo>
                  <a:pt x="525" y="405"/>
                </a:lnTo>
                <a:lnTo>
                  <a:pt x="524" y="406"/>
                </a:lnTo>
                <a:lnTo>
                  <a:pt x="523" y="406"/>
                </a:lnTo>
                <a:lnTo>
                  <a:pt x="523" y="407"/>
                </a:lnTo>
                <a:lnTo>
                  <a:pt x="522" y="407"/>
                </a:lnTo>
                <a:lnTo>
                  <a:pt x="521" y="407"/>
                </a:lnTo>
                <a:lnTo>
                  <a:pt x="521" y="408"/>
                </a:lnTo>
                <a:lnTo>
                  <a:pt x="521" y="409"/>
                </a:lnTo>
                <a:lnTo>
                  <a:pt x="520" y="409"/>
                </a:lnTo>
                <a:lnTo>
                  <a:pt x="519" y="409"/>
                </a:lnTo>
                <a:lnTo>
                  <a:pt x="519" y="410"/>
                </a:lnTo>
                <a:lnTo>
                  <a:pt x="519" y="409"/>
                </a:lnTo>
                <a:lnTo>
                  <a:pt x="518" y="409"/>
                </a:lnTo>
                <a:lnTo>
                  <a:pt x="518" y="408"/>
                </a:lnTo>
                <a:lnTo>
                  <a:pt x="517" y="408"/>
                </a:lnTo>
                <a:lnTo>
                  <a:pt x="517" y="407"/>
                </a:lnTo>
                <a:lnTo>
                  <a:pt x="516" y="406"/>
                </a:lnTo>
                <a:lnTo>
                  <a:pt x="515" y="406"/>
                </a:lnTo>
                <a:lnTo>
                  <a:pt x="514" y="406"/>
                </a:lnTo>
                <a:lnTo>
                  <a:pt x="514" y="405"/>
                </a:lnTo>
                <a:lnTo>
                  <a:pt x="513" y="405"/>
                </a:lnTo>
                <a:lnTo>
                  <a:pt x="513" y="404"/>
                </a:lnTo>
                <a:lnTo>
                  <a:pt x="512" y="404"/>
                </a:lnTo>
                <a:lnTo>
                  <a:pt x="512" y="403"/>
                </a:lnTo>
                <a:lnTo>
                  <a:pt x="512" y="402"/>
                </a:lnTo>
                <a:lnTo>
                  <a:pt x="511" y="402"/>
                </a:lnTo>
                <a:lnTo>
                  <a:pt x="510" y="402"/>
                </a:lnTo>
                <a:lnTo>
                  <a:pt x="509" y="402"/>
                </a:lnTo>
                <a:lnTo>
                  <a:pt x="508" y="402"/>
                </a:lnTo>
                <a:lnTo>
                  <a:pt x="507" y="402"/>
                </a:lnTo>
                <a:lnTo>
                  <a:pt x="507" y="401"/>
                </a:lnTo>
                <a:lnTo>
                  <a:pt x="506" y="401"/>
                </a:lnTo>
                <a:lnTo>
                  <a:pt x="505" y="401"/>
                </a:lnTo>
                <a:lnTo>
                  <a:pt x="505" y="400"/>
                </a:lnTo>
                <a:lnTo>
                  <a:pt x="504" y="400"/>
                </a:lnTo>
                <a:lnTo>
                  <a:pt x="503" y="400"/>
                </a:lnTo>
                <a:lnTo>
                  <a:pt x="502" y="400"/>
                </a:lnTo>
                <a:lnTo>
                  <a:pt x="502" y="399"/>
                </a:lnTo>
                <a:lnTo>
                  <a:pt x="501" y="399"/>
                </a:lnTo>
                <a:lnTo>
                  <a:pt x="501" y="398"/>
                </a:lnTo>
                <a:lnTo>
                  <a:pt x="500" y="398"/>
                </a:lnTo>
                <a:lnTo>
                  <a:pt x="499" y="398"/>
                </a:lnTo>
                <a:lnTo>
                  <a:pt x="499" y="397"/>
                </a:lnTo>
                <a:lnTo>
                  <a:pt x="498" y="397"/>
                </a:lnTo>
                <a:lnTo>
                  <a:pt x="498" y="396"/>
                </a:lnTo>
                <a:lnTo>
                  <a:pt x="497" y="396"/>
                </a:lnTo>
                <a:lnTo>
                  <a:pt x="496" y="396"/>
                </a:lnTo>
                <a:lnTo>
                  <a:pt x="496" y="395"/>
                </a:lnTo>
                <a:lnTo>
                  <a:pt x="495" y="395"/>
                </a:lnTo>
                <a:lnTo>
                  <a:pt x="494" y="395"/>
                </a:lnTo>
                <a:lnTo>
                  <a:pt x="494" y="394"/>
                </a:lnTo>
                <a:lnTo>
                  <a:pt x="493" y="394"/>
                </a:lnTo>
                <a:lnTo>
                  <a:pt x="492" y="394"/>
                </a:lnTo>
                <a:lnTo>
                  <a:pt x="491" y="394"/>
                </a:lnTo>
                <a:lnTo>
                  <a:pt x="490" y="394"/>
                </a:lnTo>
                <a:lnTo>
                  <a:pt x="489" y="394"/>
                </a:lnTo>
                <a:lnTo>
                  <a:pt x="489" y="393"/>
                </a:lnTo>
                <a:lnTo>
                  <a:pt x="488" y="393"/>
                </a:lnTo>
                <a:lnTo>
                  <a:pt x="488" y="392"/>
                </a:lnTo>
                <a:lnTo>
                  <a:pt x="487" y="392"/>
                </a:lnTo>
                <a:lnTo>
                  <a:pt x="486" y="392"/>
                </a:lnTo>
                <a:lnTo>
                  <a:pt x="486" y="391"/>
                </a:lnTo>
                <a:lnTo>
                  <a:pt x="485" y="391"/>
                </a:lnTo>
                <a:lnTo>
                  <a:pt x="484" y="391"/>
                </a:lnTo>
                <a:lnTo>
                  <a:pt x="483" y="391"/>
                </a:lnTo>
                <a:lnTo>
                  <a:pt x="482" y="391"/>
                </a:lnTo>
                <a:lnTo>
                  <a:pt x="482" y="390"/>
                </a:lnTo>
                <a:lnTo>
                  <a:pt x="482" y="389"/>
                </a:lnTo>
                <a:lnTo>
                  <a:pt x="482" y="388"/>
                </a:lnTo>
                <a:lnTo>
                  <a:pt x="482" y="387"/>
                </a:lnTo>
                <a:lnTo>
                  <a:pt x="481" y="387"/>
                </a:lnTo>
                <a:lnTo>
                  <a:pt x="480" y="387"/>
                </a:lnTo>
                <a:lnTo>
                  <a:pt x="480" y="386"/>
                </a:lnTo>
                <a:lnTo>
                  <a:pt x="479" y="386"/>
                </a:lnTo>
                <a:lnTo>
                  <a:pt x="478" y="386"/>
                </a:lnTo>
                <a:lnTo>
                  <a:pt x="478" y="385"/>
                </a:lnTo>
                <a:lnTo>
                  <a:pt x="477" y="385"/>
                </a:lnTo>
                <a:lnTo>
                  <a:pt x="476" y="385"/>
                </a:lnTo>
                <a:lnTo>
                  <a:pt x="476" y="384"/>
                </a:lnTo>
                <a:lnTo>
                  <a:pt x="475" y="384"/>
                </a:lnTo>
                <a:lnTo>
                  <a:pt x="474" y="384"/>
                </a:lnTo>
                <a:lnTo>
                  <a:pt x="474" y="383"/>
                </a:lnTo>
                <a:lnTo>
                  <a:pt x="473" y="383"/>
                </a:lnTo>
                <a:lnTo>
                  <a:pt x="472" y="383"/>
                </a:lnTo>
                <a:lnTo>
                  <a:pt x="472" y="382"/>
                </a:lnTo>
                <a:lnTo>
                  <a:pt x="471" y="382"/>
                </a:lnTo>
                <a:lnTo>
                  <a:pt x="470" y="382"/>
                </a:lnTo>
                <a:lnTo>
                  <a:pt x="470" y="381"/>
                </a:lnTo>
                <a:lnTo>
                  <a:pt x="469" y="381"/>
                </a:lnTo>
                <a:lnTo>
                  <a:pt x="468" y="381"/>
                </a:lnTo>
                <a:lnTo>
                  <a:pt x="468" y="380"/>
                </a:lnTo>
                <a:lnTo>
                  <a:pt x="467" y="380"/>
                </a:lnTo>
                <a:lnTo>
                  <a:pt x="466" y="380"/>
                </a:lnTo>
                <a:lnTo>
                  <a:pt x="465" y="380"/>
                </a:lnTo>
                <a:lnTo>
                  <a:pt x="464" y="380"/>
                </a:lnTo>
                <a:lnTo>
                  <a:pt x="464" y="379"/>
                </a:lnTo>
                <a:lnTo>
                  <a:pt x="464" y="378"/>
                </a:lnTo>
                <a:lnTo>
                  <a:pt x="463" y="378"/>
                </a:lnTo>
                <a:lnTo>
                  <a:pt x="463" y="377"/>
                </a:lnTo>
                <a:lnTo>
                  <a:pt x="463" y="376"/>
                </a:lnTo>
                <a:lnTo>
                  <a:pt x="462" y="376"/>
                </a:lnTo>
                <a:lnTo>
                  <a:pt x="461" y="376"/>
                </a:lnTo>
                <a:lnTo>
                  <a:pt x="460" y="376"/>
                </a:lnTo>
                <a:lnTo>
                  <a:pt x="460" y="375"/>
                </a:lnTo>
                <a:lnTo>
                  <a:pt x="459" y="375"/>
                </a:lnTo>
                <a:lnTo>
                  <a:pt x="458" y="375"/>
                </a:lnTo>
                <a:lnTo>
                  <a:pt x="458" y="374"/>
                </a:lnTo>
                <a:lnTo>
                  <a:pt x="457" y="374"/>
                </a:lnTo>
                <a:lnTo>
                  <a:pt x="457" y="373"/>
                </a:lnTo>
                <a:lnTo>
                  <a:pt x="456" y="373"/>
                </a:lnTo>
                <a:lnTo>
                  <a:pt x="455" y="372"/>
                </a:lnTo>
                <a:lnTo>
                  <a:pt x="453" y="373"/>
                </a:lnTo>
                <a:lnTo>
                  <a:pt x="453" y="372"/>
                </a:lnTo>
                <a:lnTo>
                  <a:pt x="452" y="371"/>
                </a:lnTo>
                <a:lnTo>
                  <a:pt x="452" y="370"/>
                </a:lnTo>
                <a:lnTo>
                  <a:pt x="451" y="370"/>
                </a:lnTo>
                <a:lnTo>
                  <a:pt x="450" y="370"/>
                </a:lnTo>
                <a:lnTo>
                  <a:pt x="449" y="371"/>
                </a:lnTo>
                <a:lnTo>
                  <a:pt x="448" y="371"/>
                </a:lnTo>
                <a:lnTo>
                  <a:pt x="447" y="371"/>
                </a:lnTo>
                <a:lnTo>
                  <a:pt x="446" y="371"/>
                </a:lnTo>
                <a:lnTo>
                  <a:pt x="445" y="370"/>
                </a:lnTo>
                <a:lnTo>
                  <a:pt x="444" y="370"/>
                </a:lnTo>
                <a:lnTo>
                  <a:pt x="443" y="370"/>
                </a:lnTo>
                <a:lnTo>
                  <a:pt x="443" y="369"/>
                </a:lnTo>
                <a:lnTo>
                  <a:pt x="442" y="369"/>
                </a:lnTo>
                <a:lnTo>
                  <a:pt x="441" y="369"/>
                </a:lnTo>
                <a:lnTo>
                  <a:pt x="440" y="369"/>
                </a:lnTo>
                <a:lnTo>
                  <a:pt x="440" y="368"/>
                </a:lnTo>
                <a:lnTo>
                  <a:pt x="439" y="368"/>
                </a:lnTo>
                <a:lnTo>
                  <a:pt x="438" y="368"/>
                </a:lnTo>
                <a:lnTo>
                  <a:pt x="436" y="368"/>
                </a:lnTo>
                <a:lnTo>
                  <a:pt x="435" y="368"/>
                </a:lnTo>
                <a:lnTo>
                  <a:pt x="434" y="368"/>
                </a:lnTo>
                <a:lnTo>
                  <a:pt x="434" y="367"/>
                </a:lnTo>
                <a:lnTo>
                  <a:pt x="433" y="367"/>
                </a:lnTo>
                <a:lnTo>
                  <a:pt x="433" y="368"/>
                </a:lnTo>
                <a:lnTo>
                  <a:pt x="433" y="367"/>
                </a:lnTo>
                <a:lnTo>
                  <a:pt x="432" y="367"/>
                </a:lnTo>
                <a:lnTo>
                  <a:pt x="432" y="368"/>
                </a:lnTo>
                <a:lnTo>
                  <a:pt x="431" y="368"/>
                </a:lnTo>
                <a:lnTo>
                  <a:pt x="430" y="368"/>
                </a:lnTo>
                <a:lnTo>
                  <a:pt x="430" y="367"/>
                </a:lnTo>
                <a:lnTo>
                  <a:pt x="430" y="368"/>
                </a:lnTo>
                <a:lnTo>
                  <a:pt x="429" y="368"/>
                </a:lnTo>
                <a:lnTo>
                  <a:pt x="429" y="367"/>
                </a:lnTo>
                <a:lnTo>
                  <a:pt x="428" y="367"/>
                </a:lnTo>
                <a:lnTo>
                  <a:pt x="427" y="367"/>
                </a:lnTo>
                <a:lnTo>
                  <a:pt x="426" y="367"/>
                </a:lnTo>
                <a:lnTo>
                  <a:pt x="426" y="368"/>
                </a:lnTo>
                <a:lnTo>
                  <a:pt x="426" y="367"/>
                </a:lnTo>
                <a:lnTo>
                  <a:pt x="425" y="367"/>
                </a:lnTo>
                <a:lnTo>
                  <a:pt x="425" y="366"/>
                </a:lnTo>
                <a:lnTo>
                  <a:pt x="424" y="366"/>
                </a:lnTo>
                <a:lnTo>
                  <a:pt x="422" y="366"/>
                </a:lnTo>
                <a:lnTo>
                  <a:pt x="421" y="366"/>
                </a:lnTo>
                <a:lnTo>
                  <a:pt x="421" y="367"/>
                </a:lnTo>
                <a:lnTo>
                  <a:pt x="420" y="367"/>
                </a:lnTo>
                <a:lnTo>
                  <a:pt x="419" y="367"/>
                </a:lnTo>
                <a:lnTo>
                  <a:pt x="418" y="367"/>
                </a:lnTo>
                <a:lnTo>
                  <a:pt x="417" y="367"/>
                </a:lnTo>
                <a:lnTo>
                  <a:pt x="417" y="368"/>
                </a:lnTo>
                <a:lnTo>
                  <a:pt x="418" y="368"/>
                </a:lnTo>
                <a:lnTo>
                  <a:pt x="418" y="369"/>
                </a:lnTo>
                <a:lnTo>
                  <a:pt x="418" y="370"/>
                </a:lnTo>
                <a:lnTo>
                  <a:pt x="419" y="370"/>
                </a:lnTo>
                <a:lnTo>
                  <a:pt x="420" y="371"/>
                </a:lnTo>
                <a:lnTo>
                  <a:pt x="420" y="372"/>
                </a:lnTo>
                <a:lnTo>
                  <a:pt x="421" y="372"/>
                </a:lnTo>
                <a:lnTo>
                  <a:pt x="421" y="373"/>
                </a:lnTo>
                <a:lnTo>
                  <a:pt x="421" y="374"/>
                </a:lnTo>
                <a:lnTo>
                  <a:pt x="420" y="374"/>
                </a:lnTo>
                <a:lnTo>
                  <a:pt x="421" y="374"/>
                </a:lnTo>
                <a:lnTo>
                  <a:pt x="420" y="374"/>
                </a:lnTo>
                <a:lnTo>
                  <a:pt x="420" y="375"/>
                </a:lnTo>
                <a:lnTo>
                  <a:pt x="419" y="375"/>
                </a:lnTo>
                <a:lnTo>
                  <a:pt x="420" y="375"/>
                </a:lnTo>
                <a:lnTo>
                  <a:pt x="420" y="376"/>
                </a:lnTo>
                <a:lnTo>
                  <a:pt x="419" y="376"/>
                </a:lnTo>
                <a:lnTo>
                  <a:pt x="419" y="377"/>
                </a:lnTo>
                <a:lnTo>
                  <a:pt x="418" y="377"/>
                </a:lnTo>
                <a:lnTo>
                  <a:pt x="418" y="378"/>
                </a:lnTo>
                <a:lnTo>
                  <a:pt x="418" y="379"/>
                </a:lnTo>
                <a:lnTo>
                  <a:pt x="418" y="380"/>
                </a:lnTo>
                <a:lnTo>
                  <a:pt x="417" y="380"/>
                </a:lnTo>
                <a:lnTo>
                  <a:pt x="417" y="381"/>
                </a:lnTo>
                <a:lnTo>
                  <a:pt x="417" y="382"/>
                </a:lnTo>
                <a:lnTo>
                  <a:pt x="416" y="382"/>
                </a:lnTo>
                <a:lnTo>
                  <a:pt x="416" y="383"/>
                </a:lnTo>
                <a:lnTo>
                  <a:pt x="416" y="384"/>
                </a:lnTo>
                <a:lnTo>
                  <a:pt x="417" y="384"/>
                </a:lnTo>
                <a:lnTo>
                  <a:pt x="418" y="384"/>
                </a:lnTo>
                <a:lnTo>
                  <a:pt x="418" y="385"/>
                </a:lnTo>
                <a:lnTo>
                  <a:pt x="418" y="386"/>
                </a:lnTo>
                <a:lnTo>
                  <a:pt x="417" y="387"/>
                </a:lnTo>
                <a:lnTo>
                  <a:pt x="416" y="388"/>
                </a:lnTo>
                <a:lnTo>
                  <a:pt x="415" y="388"/>
                </a:lnTo>
                <a:lnTo>
                  <a:pt x="415" y="389"/>
                </a:lnTo>
                <a:lnTo>
                  <a:pt x="415" y="390"/>
                </a:lnTo>
                <a:lnTo>
                  <a:pt x="414" y="390"/>
                </a:lnTo>
                <a:lnTo>
                  <a:pt x="414" y="391"/>
                </a:lnTo>
                <a:lnTo>
                  <a:pt x="414" y="392"/>
                </a:lnTo>
                <a:lnTo>
                  <a:pt x="414" y="393"/>
                </a:lnTo>
                <a:lnTo>
                  <a:pt x="415" y="393"/>
                </a:lnTo>
                <a:lnTo>
                  <a:pt x="415" y="394"/>
                </a:lnTo>
                <a:lnTo>
                  <a:pt x="416" y="395"/>
                </a:lnTo>
                <a:lnTo>
                  <a:pt x="415" y="395"/>
                </a:lnTo>
                <a:lnTo>
                  <a:pt x="415" y="396"/>
                </a:lnTo>
                <a:lnTo>
                  <a:pt x="415" y="397"/>
                </a:lnTo>
                <a:lnTo>
                  <a:pt x="416" y="398"/>
                </a:lnTo>
                <a:lnTo>
                  <a:pt x="416" y="399"/>
                </a:lnTo>
                <a:lnTo>
                  <a:pt x="418" y="399"/>
                </a:lnTo>
                <a:lnTo>
                  <a:pt x="418" y="400"/>
                </a:lnTo>
                <a:lnTo>
                  <a:pt x="418" y="399"/>
                </a:lnTo>
                <a:lnTo>
                  <a:pt x="418" y="400"/>
                </a:lnTo>
                <a:lnTo>
                  <a:pt x="419" y="400"/>
                </a:lnTo>
                <a:lnTo>
                  <a:pt x="420" y="400"/>
                </a:lnTo>
                <a:lnTo>
                  <a:pt x="419" y="400"/>
                </a:lnTo>
                <a:lnTo>
                  <a:pt x="419" y="401"/>
                </a:lnTo>
                <a:lnTo>
                  <a:pt x="419" y="402"/>
                </a:lnTo>
                <a:lnTo>
                  <a:pt x="419" y="403"/>
                </a:lnTo>
                <a:lnTo>
                  <a:pt x="420" y="404"/>
                </a:lnTo>
                <a:lnTo>
                  <a:pt x="420" y="405"/>
                </a:lnTo>
                <a:lnTo>
                  <a:pt x="419" y="405"/>
                </a:lnTo>
                <a:lnTo>
                  <a:pt x="419" y="406"/>
                </a:lnTo>
                <a:lnTo>
                  <a:pt x="419" y="407"/>
                </a:lnTo>
                <a:lnTo>
                  <a:pt x="419" y="408"/>
                </a:lnTo>
                <a:lnTo>
                  <a:pt x="419" y="409"/>
                </a:lnTo>
                <a:lnTo>
                  <a:pt x="419" y="410"/>
                </a:lnTo>
                <a:lnTo>
                  <a:pt x="420" y="410"/>
                </a:lnTo>
                <a:lnTo>
                  <a:pt x="420" y="411"/>
                </a:lnTo>
                <a:lnTo>
                  <a:pt x="420" y="412"/>
                </a:lnTo>
                <a:lnTo>
                  <a:pt x="421" y="412"/>
                </a:lnTo>
                <a:lnTo>
                  <a:pt x="422" y="412"/>
                </a:lnTo>
                <a:lnTo>
                  <a:pt x="422" y="413"/>
                </a:lnTo>
                <a:lnTo>
                  <a:pt x="422" y="414"/>
                </a:lnTo>
                <a:lnTo>
                  <a:pt x="422" y="416"/>
                </a:lnTo>
                <a:lnTo>
                  <a:pt x="421" y="416"/>
                </a:lnTo>
                <a:lnTo>
                  <a:pt x="421" y="417"/>
                </a:lnTo>
                <a:lnTo>
                  <a:pt x="422" y="417"/>
                </a:lnTo>
                <a:lnTo>
                  <a:pt x="422" y="418"/>
                </a:lnTo>
                <a:lnTo>
                  <a:pt x="421" y="418"/>
                </a:lnTo>
                <a:lnTo>
                  <a:pt x="422" y="418"/>
                </a:lnTo>
                <a:lnTo>
                  <a:pt x="421" y="418"/>
                </a:lnTo>
                <a:lnTo>
                  <a:pt x="421" y="419"/>
                </a:lnTo>
                <a:lnTo>
                  <a:pt x="422" y="419"/>
                </a:lnTo>
                <a:lnTo>
                  <a:pt x="422" y="420"/>
                </a:lnTo>
                <a:lnTo>
                  <a:pt x="423" y="420"/>
                </a:lnTo>
                <a:lnTo>
                  <a:pt x="423" y="421"/>
                </a:lnTo>
                <a:lnTo>
                  <a:pt x="424" y="421"/>
                </a:lnTo>
                <a:lnTo>
                  <a:pt x="424" y="420"/>
                </a:lnTo>
                <a:lnTo>
                  <a:pt x="425" y="420"/>
                </a:lnTo>
                <a:lnTo>
                  <a:pt x="425" y="421"/>
                </a:lnTo>
                <a:lnTo>
                  <a:pt x="425" y="422"/>
                </a:lnTo>
                <a:lnTo>
                  <a:pt x="425" y="423"/>
                </a:lnTo>
                <a:lnTo>
                  <a:pt x="424" y="423"/>
                </a:lnTo>
                <a:lnTo>
                  <a:pt x="423" y="423"/>
                </a:lnTo>
                <a:lnTo>
                  <a:pt x="423" y="424"/>
                </a:lnTo>
                <a:lnTo>
                  <a:pt x="424" y="424"/>
                </a:lnTo>
                <a:lnTo>
                  <a:pt x="425" y="424"/>
                </a:lnTo>
                <a:lnTo>
                  <a:pt x="425" y="425"/>
                </a:lnTo>
                <a:lnTo>
                  <a:pt x="425" y="426"/>
                </a:lnTo>
                <a:lnTo>
                  <a:pt x="425" y="427"/>
                </a:lnTo>
                <a:lnTo>
                  <a:pt x="425" y="428"/>
                </a:lnTo>
                <a:lnTo>
                  <a:pt x="425" y="430"/>
                </a:lnTo>
                <a:lnTo>
                  <a:pt x="424" y="430"/>
                </a:lnTo>
                <a:lnTo>
                  <a:pt x="423" y="431"/>
                </a:lnTo>
                <a:lnTo>
                  <a:pt x="422" y="431"/>
                </a:lnTo>
                <a:lnTo>
                  <a:pt x="422" y="432"/>
                </a:lnTo>
                <a:lnTo>
                  <a:pt x="421" y="432"/>
                </a:lnTo>
                <a:lnTo>
                  <a:pt x="420" y="432"/>
                </a:lnTo>
                <a:lnTo>
                  <a:pt x="419" y="433"/>
                </a:lnTo>
                <a:lnTo>
                  <a:pt x="418" y="433"/>
                </a:lnTo>
                <a:lnTo>
                  <a:pt x="417" y="433"/>
                </a:lnTo>
                <a:lnTo>
                  <a:pt x="416" y="433"/>
                </a:lnTo>
                <a:lnTo>
                  <a:pt x="415" y="433"/>
                </a:lnTo>
                <a:lnTo>
                  <a:pt x="414" y="433"/>
                </a:lnTo>
                <a:lnTo>
                  <a:pt x="413" y="433"/>
                </a:lnTo>
                <a:lnTo>
                  <a:pt x="412" y="433"/>
                </a:lnTo>
                <a:lnTo>
                  <a:pt x="412" y="432"/>
                </a:lnTo>
                <a:lnTo>
                  <a:pt x="411" y="432"/>
                </a:lnTo>
                <a:lnTo>
                  <a:pt x="410" y="431"/>
                </a:lnTo>
                <a:lnTo>
                  <a:pt x="409" y="431"/>
                </a:lnTo>
                <a:lnTo>
                  <a:pt x="408" y="431"/>
                </a:lnTo>
                <a:lnTo>
                  <a:pt x="407" y="431"/>
                </a:lnTo>
                <a:lnTo>
                  <a:pt x="407" y="430"/>
                </a:lnTo>
                <a:lnTo>
                  <a:pt x="406" y="430"/>
                </a:lnTo>
                <a:lnTo>
                  <a:pt x="405" y="429"/>
                </a:lnTo>
                <a:lnTo>
                  <a:pt x="404" y="429"/>
                </a:lnTo>
                <a:lnTo>
                  <a:pt x="403" y="428"/>
                </a:lnTo>
                <a:lnTo>
                  <a:pt x="402" y="428"/>
                </a:lnTo>
                <a:lnTo>
                  <a:pt x="402" y="429"/>
                </a:lnTo>
                <a:lnTo>
                  <a:pt x="402" y="430"/>
                </a:lnTo>
                <a:lnTo>
                  <a:pt x="403" y="430"/>
                </a:lnTo>
                <a:lnTo>
                  <a:pt x="403" y="431"/>
                </a:lnTo>
                <a:lnTo>
                  <a:pt x="403" y="432"/>
                </a:lnTo>
                <a:lnTo>
                  <a:pt x="404" y="432"/>
                </a:lnTo>
                <a:lnTo>
                  <a:pt x="404" y="433"/>
                </a:lnTo>
                <a:lnTo>
                  <a:pt x="403" y="433"/>
                </a:lnTo>
                <a:lnTo>
                  <a:pt x="403" y="432"/>
                </a:lnTo>
                <a:lnTo>
                  <a:pt x="402" y="432"/>
                </a:lnTo>
                <a:lnTo>
                  <a:pt x="401" y="432"/>
                </a:lnTo>
                <a:lnTo>
                  <a:pt x="400" y="432"/>
                </a:lnTo>
                <a:lnTo>
                  <a:pt x="399" y="433"/>
                </a:lnTo>
                <a:lnTo>
                  <a:pt x="399" y="434"/>
                </a:lnTo>
                <a:lnTo>
                  <a:pt x="399" y="435"/>
                </a:lnTo>
                <a:lnTo>
                  <a:pt x="400" y="435"/>
                </a:lnTo>
                <a:lnTo>
                  <a:pt x="401" y="436"/>
                </a:lnTo>
                <a:lnTo>
                  <a:pt x="402" y="436"/>
                </a:lnTo>
                <a:lnTo>
                  <a:pt x="401" y="438"/>
                </a:lnTo>
                <a:lnTo>
                  <a:pt x="400" y="439"/>
                </a:lnTo>
                <a:lnTo>
                  <a:pt x="399" y="439"/>
                </a:lnTo>
                <a:lnTo>
                  <a:pt x="398" y="439"/>
                </a:lnTo>
                <a:lnTo>
                  <a:pt x="397" y="439"/>
                </a:lnTo>
                <a:lnTo>
                  <a:pt x="395" y="439"/>
                </a:lnTo>
                <a:lnTo>
                  <a:pt x="394" y="438"/>
                </a:lnTo>
                <a:lnTo>
                  <a:pt x="393" y="438"/>
                </a:lnTo>
                <a:lnTo>
                  <a:pt x="393" y="439"/>
                </a:lnTo>
                <a:lnTo>
                  <a:pt x="392" y="440"/>
                </a:lnTo>
                <a:lnTo>
                  <a:pt x="391" y="439"/>
                </a:lnTo>
                <a:lnTo>
                  <a:pt x="390" y="440"/>
                </a:lnTo>
                <a:lnTo>
                  <a:pt x="389" y="440"/>
                </a:lnTo>
                <a:lnTo>
                  <a:pt x="390" y="441"/>
                </a:lnTo>
                <a:lnTo>
                  <a:pt x="392" y="442"/>
                </a:lnTo>
                <a:lnTo>
                  <a:pt x="392" y="443"/>
                </a:lnTo>
                <a:lnTo>
                  <a:pt x="393" y="443"/>
                </a:lnTo>
                <a:lnTo>
                  <a:pt x="393" y="444"/>
                </a:lnTo>
                <a:lnTo>
                  <a:pt x="392" y="445"/>
                </a:lnTo>
                <a:lnTo>
                  <a:pt x="392" y="446"/>
                </a:lnTo>
                <a:lnTo>
                  <a:pt x="392" y="447"/>
                </a:lnTo>
                <a:lnTo>
                  <a:pt x="392" y="448"/>
                </a:lnTo>
                <a:lnTo>
                  <a:pt x="391" y="448"/>
                </a:lnTo>
                <a:lnTo>
                  <a:pt x="391" y="449"/>
                </a:lnTo>
                <a:lnTo>
                  <a:pt x="390" y="450"/>
                </a:lnTo>
                <a:lnTo>
                  <a:pt x="389" y="451"/>
                </a:lnTo>
                <a:lnTo>
                  <a:pt x="388" y="452"/>
                </a:lnTo>
                <a:lnTo>
                  <a:pt x="387" y="453"/>
                </a:lnTo>
                <a:lnTo>
                  <a:pt x="387" y="454"/>
                </a:lnTo>
                <a:lnTo>
                  <a:pt x="386" y="455"/>
                </a:lnTo>
                <a:lnTo>
                  <a:pt x="387" y="455"/>
                </a:lnTo>
                <a:lnTo>
                  <a:pt x="387" y="456"/>
                </a:lnTo>
                <a:lnTo>
                  <a:pt x="387" y="457"/>
                </a:lnTo>
                <a:lnTo>
                  <a:pt x="387" y="458"/>
                </a:lnTo>
                <a:lnTo>
                  <a:pt x="388" y="458"/>
                </a:lnTo>
                <a:lnTo>
                  <a:pt x="388" y="459"/>
                </a:lnTo>
                <a:lnTo>
                  <a:pt x="389" y="459"/>
                </a:lnTo>
                <a:lnTo>
                  <a:pt x="389" y="460"/>
                </a:lnTo>
                <a:lnTo>
                  <a:pt x="389" y="461"/>
                </a:lnTo>
                <a:lnTo>
                  <a:pt x="389" y="462"/>
                </a:lnTo>
                <a:lnTo>
                  <a:pt x="390" y="463"/>
                </a:lnTo>
                <a:lnTo>
                  <a:pt x="390" y="464"/>
                </a:lnTo>
                <a:lnTo>
                  <a:pt x="390" y="467"/>
                </a:lnTo>
                <a:lnTo>
                  <a:pt x="381" y="465"/>
                </a:lnTo>
                <a:lnTo>
                  <a:pt x="380" y="464"/>
                </a:lnTo>
                <a:lnTo>
                  <a:pt x="379" y="464"/>
                </a:lnTo>
                <a:lnTo>
                  <a:pt x="378" y="464"/>
                </a:lnTo>
                <a:lnTo>
                  <a:pt x="377" y="463"/>
                </a:lnTo>
                <a:lnTo>
                  <a:pt x="376" y="463"/>
                </a:lnTo>
                <a:lnTo>
                  <a:pt x="374" y="463"/>
                </a:lnTo>
                <a:lnTo>
                  <a:pt x="370" y="462"/>
                </a:lnTo>
                <a:lnTo>
                  <a:pt x="369" y="462"/>
                </a:lnTo>
                <a:lnTo>
                  <a:pt x="369" y="461"/>
                </a:lnTo>
                <a:lnTo>
                  <a:pt x="368" y="462"/>
                </a:lnTo>
                <a:lnTo>
                  <a:pt x="367" y="461"/>
                </a:lnTo>
                <a:lnTo>
                  <a:pt x="366" y="461"/>
                </a:lnTo>
                <a:lnTo>
                  <a:pt x="364" y="462"/>
                </a:lnTo>
                <a:lnTo>
                  <a:pt x="362" y="464"/>
                </a:lnTo>
                <a:lnTo>
                  <a:pt x="361" y="464"/>
                </a:lnTo>
                <a:lnTo>
                  <a:pt x="360" y="465"/>
                </a:lnTo>
                <a:lnTo>
                  <a:pt x="360" y="466"/>
                </a:lnTo>
                <a:lnTo>
                  <a:pt x="360" y="467"/>
                </a:lnTo>
                <a:lnTo>
                  <a:pt x="358" y="470"/>
                </a:lnTo>
                <a:lnTo>
                  <a:pt x="358" y="471"/>
                </a:lnTo>
                <a:lnTo>
                  <a:pt x="357" y="471"/>
                </a:lnTo>
                <a:lnTo>
                  <a:pt x="358" y="472"/>
                </a:lnTo>
                <a:lnTo>
                  <a:pt x="358" y="474"/>
                </a:lnTo>
                <a:lnTo>
                  <a:pt x="357" y="474"/>
                </a:lnTo>
                <a:lnTo>
                  <a:pt x="355" y="475"/>
                </a:lnTo>
                <a:lnTo>
                  <a:pt x="354" y="475"/>
                </a:lnTo>
                <a:lnTo>
                  <a:pt x="353" y="475"/>
                </a:lnTo>
                <a:lnTo>
                  <a:pt x="353" y="474"/>
                </a:lnTo>
                <a:lnTo>
                  <a:pt x="353" y="473"/>
                </a:lnTo>
                <a:lnTo>
                  <a:pt x="352" y="473"/>
                </a:lnTo>
                <a:lnTo>
                  <a:pt x="351" y="473"/>
                </a:lnTo>
                <a:lnTo>
                  <a:pt x="349" y="473"/>
                </a:lnTo>
                <a:lnTo>
                  <a:pt x="349" y="474"/>
                </a:lnTo>
                <a:lnTo>
                  <a:pt x="350" y="474"/>
                </a:lnTo>
                <a:lnTo>
                  <a:pt x="349" y="475"/>
                </a:lnTo>
                <a:lnTo>
                  <a:pt x="348" y="475"/>
                </a:lnTo>
                <a:lnTo>
                  <a:pt x="347" y="475"/>
                </a:lnTo>
                <a:lnTo>
                  <a:pt x="347" y="474"/>
                </a:lnTo>
                <a:lnTo>
                  <a:pt x="346" y="474"/>
                </a:lnTo>
                <a:lnTo>
                  <a:pt x="345" y="474"/>
                </a:lnTo>
                <a:lnTo>
                  <a:pt x="345" y="473"/>
                </a:lnTo>
                <a:lnTo>
                  <a:pt x="344" y="473"/>
                </a:lnTo>
                <a:lnTo>
                  <a:pt x="343" y="473"/>
                </a:lnTo>
                <a:lnTo>
                  <a:pt x="344" y="472"/>
                </a:lnTo>
                <a:lnTo>
                  <a:pt x="343" y="472"/>
                </a:lnTo>
                <a:lnTo>
                  <a:pt x="342" y="472"/>
                </a:lnTo>
                <a:lnTo>
                  <a:pt x="341" y="472"/>
                </a:lnTo>
                <a:lnTo>
                  <a:pt x="340" y="472"/>
                </a:lnTo>
                <a:lnTo>
                  <a:pt x="340" y="471"/>
                </a:lnTo>
                <a:lnTo>
                  <a:pt x="339" y="471"/>
                </a:lnTo>
                <a:lnTo>
                  <a:pt x="338" y="471"/>
                </a:lnTo>
                <a:lnTo>
                  <a:pt x="337" y="471"/>
                </a:lnTo>
                <a:lnTo>
                  <a:pt x="336" y="471"/>
                </a:lnTo>
                <a:lnTo>
                  <a:pt x="336" y="472"/>
                </a:lnTo>
                <a:lnTo>
                  <a:pt x="336" y="473"/>
                </a:lnTo>
                <a:lnTo>
                  <a:pt x="335" y="472"/>
                </a:lnTo>
                <a:lnTo>
                  <a:pt x="334" y="472"/>
                </a:lnTo>
                <a:lnTo>
                  <a:pt x="334" y="471"/>
                </a:lnTo>
                <a:lnTo>
                  <a:pt x="333" y="471"/>
                </a:lnTo>
                <a:lnTo>
                  <a:pt x="333" y="470"/>
                </a:lnTo>
                <a:lnTo>
                  <a:pt x="332" y="470"/>
                </a:lnTo>
                <a:lnTo>
                  <a:pt x="331" y="470"/>
                </a:lnTo>
                <a:lnTo>
                  <a:pt x="331" y="469"/>
                </a:lnTo>
                <a:lnTo>
                  <a:pt x="330" y="469"/>
                </a:lnTo>
                <a:lnTo>
                  <a:pt x="329" y="469"/>
                </a:lnTo>
                <a:lnTo>
                  <a:pt x="329" y="468"/>
                </a:lnTo>
                <a:lnTo>
                  <a:pt x="328" y="468"/>
                </a:lnTo>
                <a:lnTo>
                  <a:pt x="328" y="467"/>
                </a:lnTo>
                <a:lnTo>
                  <a:pt x="327" y="467"/>
                </a:lnTo>
                <a:lnTo>
                  <a:pt x="326" y="467"/>
                </a:lnTo>
                <a:lnTo>
                  <a:pt x="326" y="466"/>
                </a:lnTo>
                <a:lnTo>
                  <a:pt x="325" y="466"/>
                </a:lnTo>
                <a:lnTo>
                  <a:pt x="324" y="466"/>
                </a:lnTo>
                <a:lnTo>
                  <a:pt x="324" y="465"/>
                </a:lnTo>
                <a:lnTo>
                  <a:pt x="324" y="464"/>
                </a:lnTo>
                <a:lnTo>
                  <a:pt x="324" y="463"/>
                </a:lnTo>
                <a:lnTo>
                  <a:pt x="323" y="463"/>
                </a:lnTo>
                <a:lnTo>
                  <a:pt x="322" y="462"/>
                </a:lnTo>
                <a:lnTo>
                  <a:pt x="321" y="461"/>
                </a:lnTo>
                <a:lnTo>
                  <a:pt x="321" y="460"/>
                </a:lnTo>
                <a:lnTo>
                  <a:pt x="320" y="460"/>
                </a:lnTo>
                <a:lnTo>
                  <a:pt x="320" y="461"/>
                </a:lnTo>
                <a:lnTo>
                  <a:pt x="319" y="461"/>
                </a:lnTo>
                <a:lnTo>
                  <a:pt x="318" y="461"/>
                </a:lnTo>
                <a:lnTo>
                  <a:pt x="317" y="461"/>
                </a:lnTo>
                <a:lnTo>
                  <a:pt x="317" y="460"/>
                </a:lnTo>
                <a:lnTo>
                  <a:pt x="317" y="459"/>
                </a:lnTo>
                <a:lnTo>
                  <a:pt x="316" y="458"/>
                </a:lnTo>
                <a:lnTo>
                  <a:pt x="316" y="457"/>
                </a:lnTo>
                <a:lnTo>
                  <a:pt x="316" y="456"/>
                </a:lnTo>
                <a:lnTo>
                  <a:pt x="316" y="455"/>
                </a:lnTo>
                <a:lnTo>
                  <a:pt x="315" y="455"/>
                </a:lnTo>
                <a:lnTo>
                  <a:pt x="315" y="454"/>
                </a:lnTo>
                <a:lnTo>
                  <a:pt x="314" y="454"/>
                </a:lnTo>
                <a:lnTo>
                  <a:pt x="313" y="454"/>
                </a:lnTo>
                <a:lnTo>
                  <a:pt x="312" y="454"/>
                </a:lnTo>
                <a:lnTo>
                  <a:pt x="310" y="454"/>
                </a:lnTo>
                <a:lnTo>
                  <a:pt x="309" y="453"/>
                </a:lnTo>
                <a:lnTo>
                  <a:pt x="309" y="452"/>
                </a:lnTo>
                <a:lnTo>
                  <a:pt x="308" y="452"/>
                </a:lnTo>
                <a:lnTo>
                  <a:pt x="308" y="453"/>
                </a:lnTo>
                <a:lnTo>
                  <a:pt x="307" y="453"/>
                </a:lnTo>
                <a:lnTo>
                  <a:pt x="307" y="452"/>
                </a:lnTo>
                <a:lnTo>
                  <a:pt x="306" y="452"/>
                </a:lnTo>
                <a:lnTo>
                  <a:pt x="305" y="451"/>
                </a:lnTo>
                <a:lnTo>
                  <a:pt x="305" y="450"/>
                </a:lnTo>
                <a:lnTo>
                  <a:pt x="304" y="450"/>
                </a:lnTo>
                <a:lnTo>
                  <a:pt x="305" y="450"/>
                </a:lnTo>
                <a:lnTo>
                  <a:pt x="304" y="450"/>
                </a:lnTo>
                <a:lnTo>
                  <a:pt x="304" y="449"/>
                </a:lnTo>
                <a:lnTo>
                  <a:pt x="303" y="449"/>
                </a:lnTo>
                <a:lnTo>
                  <a:pt x="303" y="450"/>
                </a:lnTo>
                <a:lnTo>
                  <a:pt x="302" y="450"/>
                </a:lnTo>
                <a:lnTo>
                  <a:pt x="301" y="450"/>
                </a:lnTo>
                <a:lnTo>
                  <a:pt x="301" y="451"/>
                </a:lnTo>
                <a:lnTo>
                  <a:pt x="300" y="451"/>
                </a:lnTo>
                <a:lnTo>
                  <a:pt x="301" y="451"/>
                </a:lnTo>
                <a:lnTo>
                  <a:pt x="300" y="452"/>
                </a:lnTo>
                <a:lnTo>
                  <a:pt x="300" y="453"/>
                </a:lnTo>
                <a:lnTo>
                  <a:pt x="299" y="453"/>
                </a:lnTo>
                <a:lnTo>
                  <a:pt x="298" y="453"/>
                </a:lnTo>
                <a:lnTo>
                  <a:pt x="297" y="454"/>
                </a:lnTo>
                <a:lnTo>
                  <a:pt x="296" y="455"/>
                </a:lnTo>
                <a:lnTo>
                  <a:pt x="295" y="455"/>
                </a:lnTo>
                <a:lnTo>
                  <a:pt x="294" y="455"/>
                </a:lnTo>
                <a:lnTo>
                  <a:pt x="293" y="455"/>
                </a:lnTo>
                <a:lnTo>
                  <a:pt x="292" y="456"/>
                </a:lnTo>
                <a:lnTo>
                  <a:pt x="291" y="456"/>
                </a:lnTo>
                <a:lnTo>
                  <a:pt x="291" y="457"/>
                </a:lnTo>
                <a:lnTo>
                  <a:pt x="290" y="457"/>
                </a:lnTo>
                <a:lnTo>
                  <a:pt x="290" y="458"/>
                </a:lnTo>
                <a:lnTo>
                  <a:pt x="289" y="458"/>
                </a:lnTo>
                <a:lnTo>
                  <a:pt x="288" y="458"/>
                </a:lnTo>
                <a:lnTo>
                  <a:pt x="288" y="459"/>
                </a:lnTo>
                <a:lnTo>
                  <a:pt x="287" y="459"/>
                </a:lnTo>
                <a:lnTo>
                  <a:pt x="287" y="460"/>
                </a:lnTo>
                <a:lnTo>
                  <a:pt x="286" y="460"/>
                </a:lnTo>
                <a:lnTo>
                  <a:pt x="286" y="459"/>
                </a:lnTo>
                <a:lnTo>
                  <a:pt x="286" y="458"/>
                </a:lnTo>
                <a:lnTo>
                  <a:pt x="285" y="458"/>
                </a:lnTo>
                <a:lnTo>
                  <a:pt x="284" y="458"/>
                </a:lnTo>
                <a:lnTo>
                  <a:pt x="283" y="459"/>
                </a:lnTo>
                <a:lnTo>
                  <a:pt x="282" y="460"/>
                </a:lnTo>
                <a:lnTo>
                  <a:pt x="281" y="460"/>
                </a:lnTo>
                <a:lnTo>
                  <a:pt x="280" y="460"/>
                </a:lnTo>
                <a:lnTo>
                  <a:pt x="280" y="459"/>
                </a:lnTo>
                <a:lnTo>
                  <a:pt x="280" y="458"/>
                </a:lnTo>
                <a:lnTo>
                  <a:pt x="280" y="459"/>
                </a:lnTo>
                <a:lnTo>
                  <a:pt x="279" y="459"/>
                </a:lnTo>
                <a:lnTo>
                  <a:pt x="278" y="458"/>
                </a:lnTo>
                <a:lnTo>
                  <a:pt x="278" y="459"/>
                </a:lnTo>
                <a:lnTo>
                  <a:pt x="277" y="459"/>
                </a:lnTo>
                <a:lnTo>
                  <a:pt x="276" y="459"/>
                </a:lnTo>
                <a:lnTo>
                  <a:pt x="275" y="459"/>
                </a:lnTo>
                <a:lnTo>
                  <a:pt x="274" y="459"/>
                </a:lnTo>
                <a:lnTo>
                  <a:pt x="273" y="459"/>
                </a:lnTo>
                <a:lnTo>
                  <a:pt x="273" y="458"/>
                </a:lnTo>
                <a:lnTo>
                  <a:pt x="272" y="458"/>
                </a:lnTo>
                <a:lnTo>
                  <a:pt x="271" y="459"/>
                </a:lnTo>
                <a:lnTo>
                  <a:pt x="270" y="459"/>
                </a:lnTo>
                <a:lnTo>
                  <a:pt x="270" y="458"/>
                </a:lnTo>
                <a:lnTo>
                  <a:pt x="269" y="457"/>
                </a:lnTo>
                <a:lnTo>
                  <a:pt x="268" y="458"/>
                </a:lnTo>
                <a:lnTo>
                  <a:pt x="267" y="458"/>
                </a:lnTo>
                <a:lnTo>
                  <a:pt x="266" y="459"/>
                </a:lnTo>
                <a:lnTo>
                  <a:pt x="265" y="459"/>
                </a:lnTo>
                <a:lnTo>
                  <a:pt x="265" y="460"/>
                </a:lnTo>
                <a:lnTo>
                  <a:pt x="264" y="460"/>
                </a:lnTo>
                <a:lnTo>
                  <a:pt x="264" y="459"/>
                </a:lnTo>
                <a:lnTo>
                  <a:pt x="263" y="459"/>
                </a:lnTo>
                <a:lnTo>
                  <a:pt x="263" y="458"/>
                </a:lnTo>
                <a:lnTo>
                  <a:pt x="262" y="458"/>
                </a:lnTo>
                <a:lnTo>
                  <a:pt x="261" y="457"/>
                </a:lnTo>
                <a:lnTo>
                  <a:pt x="261" y="456"/>
                </a:lnTo>
                <a:lnTo>
                  <a:pt x="260" y="456"/>
                </a:lnTo>
                <a:lnTo>
                  <a:pt x="259" y="457"/>
                </a:lnTo>
                <a:lnTo>
                  <a:pt x="258" y="456"/>
                </a:lnTo>
                <a:lnTo>
                  <a:pt x="258" y="455"/>
                </a:lnTo>
                <a:lnTo>
                  <a:pt x="258" y="454"/>
                </a:lnTo>
                <a:lnTo>
                  <a:pt x="257" y="453"/>
                </a:lnTo>
                <a:lnTo>
                  <a:pt x="257" y="452"/>
                </a:lnTo>
                <a:lnTo>
                  <a:pt x="257" y="451"/>
                </a:lnTo>
                <a:lnTo>
                  <a:pt x="256" y="451"/>
                </a:lnTo>
                <a:lnTo>
                  <a:pt x="256" y="452"/>
                </a:lnTo>
                <a:lnTo>
                  <a:pt x="256" y="451"/>
                </a:lnTo>
                <a:lnTo>
                  <a:pt x="255" y="451"/>
                </a:lnTo>
                <a:lnTo>
                  <a:pt x="255" y="450"/>
                </a:lnTo>
                <a:lnTo>
                  <a:pt x="253" y="450"/>
                </a:lnTo>
                <a:lnTo>
                  <a:pt x="252" y="449"/>
                </a:lnTo>
                <a:lnTo>
                  <a:pt x="252" y="448"/>
                </a:lnTo>
                <a:lnTo>
                  <a:pt x="251" y="448"/>
                </a:lnTo>
                <a:lnTo>
                  <a:pt x="250" y="448"/>
                </a:lnTo>
                <a:lnTo>
                  <a:pt x="250" y="447"/>
                </a:lnTo>
                <a:lnTo>
                  <a:pt x="250" y="448"/>
                </a:lnTo>
                <a:lnTo>
                  <a:pt x="249" y="448"/>
                </a:lnTo>
                <a:lnTo>
                  <a:pt x="248" y="448"/>
                </a:lnTo>
                <a:lnTo>
                  <a:pt x="248" y="449"/>
                </a:lnTo>
                <a:lnTo>
                  <a:pt x="247" y="449"/>
                </a:lnTo>
                <a:lnTo>
                  <a:pt x="246" y="449"/>
                </a:lnTo>
                <a:lnTo>
                  <a:pt x="245" y="448"/>
                </a:lnTo>
                <a:lnTo>
                  <a:pt x="244" y="447"/>
                </a:lnTo>
                <a:lnTo>
                  <a:pt x="244" y="448"/>
                </a:lnTo>
                <a:lnTo>
                  <a:pt x="243" y="448"/>
                </a:lnTo>
                <a:lnTo>
                  <a:pt x="242" y="447"/>
                </a:lnTo>
                <a:lnTo>
                  <a:pt x="241" y="447"/>
                </a:lnTo>
                <a:lnTo>
                  <a:pt x="240" y="447"/>
                </a:lnTo>
                <a:lnTo>
                  <a:pt x="239" y="447"/>
                </a:lnTo>
                <a:lnTo>
                  <a:pt x="238" y="447"/>
                </a:lnTo>
                <a:lnTo>
                  <a:pt x="238" y="446"/>
                </a:lnTo>
                <a:lnTo>
                  <a:pt x="237" y="446"/>
                </a:lnTo>
                <a:lnTo>
                  <a:pt x="236" y="446"/>
                </a:lnTo>
                <a:lnTo>
                  <a:pt x="235" y="446"/>
                </a:lnTo>
                <a:lnTo>
                  <a:pt x="234" y="447"/>
                </a:lnTo>
                <a:lnTo>
                  <a:pt x="233" y="447"/>
                </a:lnTo>
                <a:lnTo>
                  <a:pt x="232" y="447"/>
                </a:lnTo>
                <a:lnTo>
                  <a:pt x="231" y="447"/>
                </a:lnTo>
                <a:lnTo>
                  <a:pt x="231" y="448"/>
                </a:lnTo>
                <a:lnTo>
                  <a:pt x="230" y="448"/>
                </a:lnTo>
                <a:lnTo>
                  <a:pt x="229" y="448"/>
                </a:lnTo>
                <a:lnTo>
                  <a:pt x="229" y="449"/>
                </a:lnTo>
                <a:lnTo>
                  <a:pt x="228" y="449"/>
                </a:lnTo>
                <a:lnTo>
                  <a:pt x="228" y="450"/>
                </a:lnTo>
                <a:lnTo>
                  <a:pt x="227" y="450"/>
                </a:lnTo>
                <a:lnTo>
                  <a:pt x="225" y="450"/>
                </a:lnTo>
                <a:lnTo>
                  <a:pt x="224" y="450"/>
                </a:lnTo>
                <a:lnTo>
                  <a:pt x="223" y="450"/>
                </a:lnTo>
                <a:lnTo>
                  <a:pt x="223" y="451"/>
                </a:lnTo>
                <a:lnTo>
                  <a:pt x="221" y="451"/>
                </a:lnTo>
                <a:lnTo>
                  <a:pt x="220" y="451"/>
                </a:lnTo>
                <a:lnTo>
                  <a:pt x="219" y="451"/>
                </a:lnTo>
                <a:lnTo>
                  <a:pt x="218" y="451"/>
                </a:lnTo>
                <a:lnTo>
                  <a:pt x="217" y="451"/>
                </a:lnTo>
                <a:lnTo>
                  <a:pt x="216" y="451"/>
                </a:lnTo>
                <a:lnTo>
                  <a:pt x="216" y="450"/>
                </a:lnTo>
                <a:lnTo>
                  <a:pt x="215" y="450"/>
                </a:lnTo>
                <a:lnTo>
                  <a:pt x="215" y="451"/>
                </a:lnTo>
                <a:lnTo>
                  <a:pt x="213" y="451"/>
                </a:lnTo>
                <a:lnTo>
                  <a:pt x="212" y="451"/>
                </a:lnTo>
                <a:lnTo>
                  <a:pt x="211" y="451"/>
                </a:lnTo>
                <a:lnTo>
                  <a:pt x="210" y="451"/>
                </a:lnTo>
                <a:lnTo>
                  <a:pt x="209" y="451"/>
                </a:lnTo>
                <a:lnTo>
                  <a:pt x="208" y="451"/>
                </a:lnTo>
                <a:lnTo>
                  <a:pt x="207" y="451"/>
                </a:lnTo>
                <a:lnTo>
                  <a:pt x="207" y="452"/>
                </a:lnTo>
                <a:lnTo>
                  <a:pt x="206" y="452"/>
                </a:lnTo>
                <a:lnTo>
                  <a:pt x="205" y="452"/>
                </a:lnTo>
                <a:lnTo>
                  <a:pt x="204" y="452"/>
                </a:lnTo>
                <a:lnTo>
                  <a:pt x="203" y="452"/>
                </a:lnTo>
                <a:lnTo>
                  <a:pt x="202" y="452"/>
                </a:lnTo>
                <a:lnTo>
                  <a:pt x="202" y="453"/>
                </a:lnTo>
                <a:lnTo>
                  <a:pt x="201" y="453"/>
                </a:lnTo>
                <a:lnTo>
                  <a:pt x="201" y="454"/>
                </a:lnTo>
                <a:lnTo>
                  <a:pt x="200" y="454"/>
                </a:lnTo>
                <a:lnTo>
                  <a:pt x="199" y="454"/>
                </a:lnTo>
                <a:lnTo>
                  <a:pt x="198" y="454"/>
                </a:lnTo>
                <a:lnTo>
                  <a:pt x="198" y="453"/>
                </a:lnTo>
                <a:lnTo>
                  <a:pt x="197" y="453"/>
                </a:lnTo>
                <a:lnTo>
                  <a:pt x="197" y="448"/>
                </a:lnTo>
                <a:lnTo>
                  <a:pt x="198" y="448"/>
                </a:lnTo>
                <a:lnTo>
                  <a:pt x="198" y="447"/>
                </a:lnTo>
                <a:lnTo>
                  <a:pt x="197" y="447"/>
                </a:lnTo>
                <a:lnTo>
                  <a:pt x="197" y="446"/>
                </a:lnTo>
                <a:lnTo>
                  <a:pt x="196" y="446"/>
                </a:lnTo>
                <a:lnTo>
                  <a:pt x="196" y="445"/>
                </a:lnTo>
                <a:lnTo>
                  <a:pt x="196" y="444"/>
                </a:lnTo>
                <a:lnTo>
                  <a:pt x="196" y="443"/>
                </a:lnTo>
                <a:lnTo>
                  <a:pt x="195" y="443"/>
                </a:lnTo>
                <a:lnTo>
                  <a:pt x="195" y="442"/>
                </a:lnTo>
                <a:lnTo>
                  <a:pt x="195" y="441"/>
                </a:lnTo>
                <a:lnTo>
                  <a:pt x="194" y="441"/>
                </a:lnTo>
                <a:lnTo>
                  <a:pt x="194" y="440"/>
                </a:lnTo>
                <a:lnTo>
                  <a:pt x="194" y="439"/>
                </a:lnTo>
                <a:lnTo>
                  <a:pt x="194" y="438"/>
                </a:lnTo>
                <a:lnTo>
                  <a:pt x="193" y="438"/>
                </a:lnTo>
                <a:lnTo>
                  <a:pt x="193" y="437"/>
                </a:lnTo>
                <a:lnTo>
                  <a:pt x="193" y="436"/>
                </a:lnTo>
                <a:lnTo>
                  <a:pt x="192" y="436"/>
                </a:lnTo>
                <a:lnTo>
                  <a:pt x="192" y="435"/>
                </a:lnTo>
                <a:lnTo>
                  <a:pt x="192" y="434"/>
                </a:lnTo>
                <a:lnTo>
                  <a:pt x="192" y="433"/>
                </a:lnTo>
                <a:lnTo>
                  <a:pt x="191" y="433"/>
                </a:lnTo>
                <a:lnTo>
                  <a:pt x="191" y="432"/>
                </a:lnTo>
                <a:lnTo>
                  <a:pt x="191" y="431"/>
                </a:lnTo>
                <a:lnTo>
                  <a:pt x="190" y="430"/>
                </a:lnTo>
                <a:lnTo>
                  <a:pt x="190" y="429"/>
                </a:lnTo>
                <a:lnTo>
                  <a:pt x="190" y="428"/>
                </a:lnTo>
                <a:lnTo>
                  <a:pt x="189" y="428"/>
                </a:lnTo>
                <a:lnTo>
                  <a:pt x="189" y="427"/>
                </a:lnTo>
                <a:lnTo>
                  <a:pt x="189" y="426"/>
                </a:lnTo>
                <a:lnTo>
                  <a:pt x="189" y="425"/>
                </a:lnTo>
                <a:lnTo>
                  <a:pt x="188" y="425"/>
                </a:lnTo>
                <a:lnTo>
                  <a:pt x="188" y="424"/>
                </a:lnTo>
                <a:lnTo>
                  <a:pt x="188" y="423"/>
                </a:lnTo>
                <a:lnTo>
                  <a:pt x="187" y="423"/>
                </a:lnTo>
                <a:lnTo>
                  <a:pt x="187" y="422"/>
                </a:lnTo>
                <a:lnTo>
                  <a:pt x="187" y="421"/>
                </a:lnTo>
                <a:lnTo>
                  <a:pt x="187" y="420"/>
                </a:lnTo>
                <a:lnTo>
                  <a:pt x="186" y="420"/>
                </a:lnTo>
                <a:lnTo>
                  <a:pt x="186" y="419"/>
                </a:lnTo>
                <a:lnTo>
                  <a:pt x="186" y="418"/>
                </a:lnTo>
                <a:lnTo>
                  <a:pt x="185" y="417"/>
                </a:lnTo>
                <a:lnTo>
                  <a:pt x="185" y="416"/>
                </a:lnTo>
                <a:lnTo>
                  <a:pt x="185" y="415"/>
                </a:lnTo>
                <a:lnTo>
                  <a:pt x="184" y="415"/>
                </a:lnTo>
                <a:lnTo>
                  <a:pt x="184" y="414"/>
                </a:lnTo>
                <a:lnTo>
                  <a:pt x="184" y="413"/>
                </a:lnTo>
                <a:lnTo>
                  <a:pt x="183" y="413"/>
                </a:lnTo>
                <a:lnTo>
                  <a:pt x="183" y="412"/>
                </a:lnTo>
                <a:lnTo>
                  <a:pt x="182" y="412"/>
                </a:lnTo>
                <a:lnTo>
                  <a:pt x="181" y="413"/>
                </a:lnTo>
                <a:lnTo>
                  <a:pt x="180" y="413"/>
                </a:lnTo>
                <a:lnTo>
                  <a:pt x="177" y="413"/>
                </a:lnTo>
                <a:lnTo>
                  <a:pt x="176" y="413"/>
                </a:lnTo>
                <a:lnTo>
                  <a:pt x="175" y="412"/>
                </a:lnTo>
                <a:lnTo>
                  <a:pt x="174" y="412"/>
                </a:lnTo>
                <a:lnTo>
                  <a:pt x="173" y="413"/>
                </a:lnTo>
                <a:lnTo>
                  <a:pt x="161" y="414"/>
                </a:lnTo>
                <a:lnTo>
                  <a:pt x="157" y="415"/>
                </a:lnTo>
                <a:lnTo>
                  <a:pt x="152" y="415"/>
                </a:lnTo>
                <a:lnTo>
                  <a:pt x="149" y="416"/>
                </a:lnTo>
                <a:lnTo>
                  <a:pt x="148" y="416"/>
                </a:lnTo>
                <a:lnTo>
                  <a:pt x="147" y="416"/>
                </a:lnTo>
                <a:lnTo>
                  <a:pt x="146" y="417"/>
                </a:lnTo>
                <a:lnTo>
                  <a:pt x="145" y="417"/>
                </a:lnTo>
                <a:lnTo>
                  <a:pt x="143" y="417"/>
                </a:lnTo>
                <a:lnTo>
                  <a:pt x="142" y="417"/>
                </a:lnTo>
                <a:lnTo>
                  <a:pt x="141" y="416"/>
                </a:lnTo>
                <a:lnTo>
                  <a:pt x="139" y="416"/>
                </a:lnTo>
                <a:lnTo>
                  <a:pt x="137" y="416"/>
                </a:lnTo>
                <a:lnTo>
                  <a:pt x="136" y="415"/>
                </a:lnTo>
                <a:lnTo>
                  <a:pt x="135" y="415"/>
                </a:lnTo>
                <a:lnTo>
                  <a:pt x="133" y="414"/>
                </a:lnTo>
                <a:lnTo>
                  <a:pt x="132" y="413"/>
                </a:lnTo>
                <a:lnTo>
                  <a:pt x="131" y="412"/>
                </a:lnTo>
                <a:lnTo>
                  <a:pt x="130" y="412"/>
                </a:lnTo>
                <a:lnTo>
                  <a:pt x="130" y="411"/>
                </a:lnTo>
                <a:lnTo>
                  <a:pt x="129" y="411"/>
                </a:lnTo>
                <a:lnTo>
                  <a:pt x="129" y="410"/>
                </a:lnTo>
                <a:lnTo>
                  <a:pt x="129" y="409"/>
                </a:lnTo>
                <a:lnTo>
                  <a:pt x="128" y="408"/>
                </a:lnTo>
                <a:lnTo>
                  <a:pt x="128" y="407"/>
                </a:lnTo>
                <a:lnTo>
                  <a:pt x="129" y="407"/>
                </a:lnTo>
                <a:lnTo>
                  <a:pt x="129" y="406"/>
                </a:lnTo>
                <a:lnTo>
                  <a:pt x="130" y="406"/>
                </a:lnTo>
                <a:lnTo>
                  <a:pt x="131" y="406"/>
                </a:lnTo>
                <a:lnTo>
                  <a:pt x="133" y="406"/>
                </a:lnTo>
                <a:lnTo>
                  <a:pt x="134" y="406"/>
                </a:lnTo>
                <a:lnTo>
                  <a:pt x="135" y="406"/>
                </a:lnTo>
                <a:lnTo>
                  <a:pt x="137" y="406"/>
                </a:lnTo>
                <a:lnTo>
                  <a:pt x="138" y="406"/>
                </a:lnTo>
                <a:lnTo>
                  <a:pt x="139" y="406"/>
                </a:lnTo>
                <a:lnTo>
                  <a:pt x="139" y="401"/>
                </a:lnTo>
                <a:lnTo>
                  <a:pt x="137" y="401"/>
                </a:lnTo>
                <a:lnTo>
                  <a:pt x="135" y="401"/>
                </a:lnTo>
                <a:lnTo>
                  <a:pt x="134" y="401"/>
                </a:lnTo>
                <a:lnTo>
                  <a:pt x="133" y="400"/>
                </a:lnTo>
                <a:lnTo>
                  <a:pt x="132" y="400"/>
                </a:lnTo>
                <a:lnTo>
                  <a:pt x="131" y="399"/>
                </a:lnTo>
                <a:lnTo>
                  <a:pt x="129" y="398"/>
                </a:lnTo>
                <a:lnTo>
                  <a:pt x="128" y="397"/>
                </a:lnTo>
                <a:lnTo>
                  <a:pt x="127" y="397"/>
                </a:lnTo>
                <a:lnTo>
                  <a:pt x="127" y="396"/>
                </a:lnTo>
                <a:lnTo>
                  <a:pt x="126" y="396"/>
                </a:lnTo>
                <a:lnTo>
                  <a:pt x="124" y="396"/>
                </a:lnTo>
                <a:lnTo>
                  <a:pt x="122" y="396"/>
                </a:lnTo>
                <a:lnTo>
                  <a:pt x="112" y="396"/>
                </a:lnTo>
                <a:lnTo>
                  <a:pt x="107" y="396"/>
                </a:lnTo>
                <a:lnTo>
                  <a:pt x="103" y="396"/>
                </a:lnTo>
                <a:lnTo>
                  <a:pt x="102" y="396"/>
                </a:lnTo>
                <a:lnTo>
                  <a:pt x="99" y="397"/>
                </a:lnTo>
                <a:lnTo>
                  <a:pt x="98" y="397"/>
                </a:lnTo>
                <a:lnTo>
                  <a:pt x="95" y="397"/>
                </a:lnTo>
                <a:lnTo>
                  <a:pt x="93" y="397"/>
                </a:lnTo>
                <a:lnTo>
                  <a:pt x="91" y="397"/>
                </a:lnTo>
                <a:lnTo>
                  <a:pt x="90" y="398"/>
                </a:lnTo>
                <a:lnTo>
                  <a:pt x="89" y="398"/>
                </a:lnTo>
                <a:lnTo>
                  <a:pt x="88" y="398"/>
                </a:lnTo>
                <a:lnTo>
                  <a:pt x="88" y="399"/>
                </a:lnTo>
                <a:lnTo>
                  <a:pt x="87" y="399"/>
                </a:lnTo>
                <a:lnTo>
                  <a:pt x="85" y="399"/>
                </a:lnTo>
                <a:lnTo>
                  <a:pt x="84" y="398"/>
                </a:lnTo>
                <a:lnTo>
                  <a:pt x="83" y="397"/>
                </a:lnTo>
                <a:lnTo>
                  <a:pt x="81" y="397"/>
                </a:lnTo>
                <a:lnTo>
                  <a:pt x="80" y="397"/>
                </a:lnTo>
                <a:lnTo>
                  <a:pt x="79" y="397"/>
                </a:lnTo>
                <a:lnTo>
                  <a:pt x="78" y="397"/>
                </a:lnTo>
                <a:lnTo>
                  <a:pt x="77" y="396"/>
                </a:lnTo>
                <a:lnTo>
                  <a:pt x="76" y="396"/>
                </a:lnTo>
                <a:lnTo>
                  <a:pt x="76" y="395"/>
                </a:lnTo>
                <a:lnTo>
                  <a:pt x="77" y="390"/>
                </a:lnTo>
                <a:lnTo>
                  <a:pt x="77" y="388"/>
                </a:lnTo>
                <a:lnTo>
                  <a:pt x="77" y="385"/>
                </a:lnTo>
                <a:lnTo>
                  <a:pt x="78" y="383"/>
                </a:lnTo>
                <a:lnTo>
                  <a:pt x="77" y="383"/>
                </a:lnTo>
                <a:lnTo>
                  <a:pt x="77" y="382"/>
                </a:lnTo>
                <a:lnTo>
                  <a:pt x="77" y="381"/>
                </a:lnTo>
                <a:lnTo>
                  <a:pt x="76" y="381"/>
                </a:lnTo>
                <a:lnTo>
                  <a:pt x="76" y="380"/>
                </a:lnTo>
                <a:lnTo>
                  <a:pt x="75" y="380"/>
                </a:lnTo>
                <a:lnTo>
                  <a:pt x="75" y="379"/>
                </a:lnTo>
                <a:lnTo>
                  <a:pt x="73" y="378"/>
                </a:lnTo>
                <a:lnTo>
                  <a:pt x="73" y="377"/>
                </a:lnTo>
                <a:lnTo>
                  <a:pt x="72" y="377"/>
                </a:lnTo>
                <a:lnTo>
                  <a:pt x="72" y="376"/>
                </a:lnTo>
                <a:lnTo>
                  <a:pt x="71" y="376"/>
                </a:lnTo>
                <a:lnTo>
                  <a:pt x="71" y="375"/>
                </a:lnTo>
                <a:lnTo>
                  <a:pt x="72" y="375"/>
                </a:lnTo>
                <a:lnTo>
                  <a:pt x="72" y="374"/>
                </a:lnTo>
                <a:lnTo>
                  <a:pt x="72" y="373"/>
                </a:lnTo>
                <a:lnTo>
                  <a:pt x="72" y="372"/>
                </a:lnTo>
                <a:lnTo>
                  <a:pt x="73" y="372"/>
                </a:lnTo>
                <a:lnTo>
                  <a:pt x="73" y="371"/>
                </a:lnTo>
                <a:lnTo>
                  <a:pt x="72" y="371"/>
                </a:lnTo>
                <a:lnTo>
                  <a:pt x="71" y="370"/>
                </a:lnTo>
                <a:lnTo>
                  <a:pt x="70" y="369"/>
                </a:lnTo>
                <a:lnTo>
                  <a:pt x="69" y="370"/>
                </a:lnTo>
                <a:lnTo>
                  <a:pt x="69" y="371"/>
                </a:lnTo>
                <a:lnTo>
                  <a:pt x="68" y="371"/>
                </a:lnTo>
                <a:lnTo>
                  <a:pt x="67" y="371"/>
                </a:lnTo>
                <a:lnTo>
                  <a:pt x="66" y="372"/>
                </a:lnTo>
                <a:lnTo>
                  <a:pt x="66" y="373"/>
                </a:lnTo>
                <a:lnTo>
                  <a:pt x="65" y="372"/>
                </a:lnTo>
                <a:lnTo>
                  <a:pt x="64" y="373"/>
                </a:lnTo>
                <a:lnTo>
                  <a:pt x="63" y="373"/>
                </a:lnTo>
                <a:lnTo>
                  <a:pt x="62" y="373"/>
                </a:lnTo>
                <a:lnTo>
                  <a:pt x="61" y="373"/>
                </a:lnTo>
                <a:lnTo>
                  <a:pt x="61" y="372"/>
                </a:lnTo>
                <a:lnTo>
                  <a:pt x="59" y="372"/>
                </a:lnTo>
                <a:lnTo>
                  <a:pt x="59" y="373"/>
                </a:lnTo>
                <a:lnTo>
                  <a:pt x="58" y="373"/>
                </a:lnTo>
                <a:lnTo>
                  <a:pt x="57" y="373"/>
                </a:lnTo>
                <a:lnTo>
                  <a:pt x="57" y="372"/>
                </a:lnTo>
                <a:lnTo>
                  <a:pt x="56" y="372"/>
                </a:lnTo>
                <a:lnTo>
                  <a:pt x="56" y="371"/>
                </a:lnTo>
                <a:lnTo>
                  <a:pt x="55" y="371"/>
                </a:lnTo>
                <a:lnTo>
                  <a:pt x="54" y="371"/>
                </a:lnTo>
                <a:lnTo>
                  <a:pt x="53" y="371"/>
                </a:lnTo>
                <a:lnTo>
                  <a:pt x="52" y="371"/>
                </a:lnTo>
                <a:lnTo>
                  <a:pt x="50" y="371"/>
                </a:lnTo>
                <a:lnTo>
                  <a:pt x="50" y="372"/>
                </a:lnTo>
                <a:lnTo>
                  <a:pt x="49" y="372"/>
                </a:lnTo>
                <a:lnTo>
                  <a:pt x="48" y="373"/>
                </a:lnTo>
                <a:lnTo>
                  <a:pt x="48" y="374"/>
                </a:lnTo>
                <a:lnTo>
                  <a:pt x="47" y="374"/>
                </a:lnTo>
                <a:lnTo>
                  <a:pt x="46" y="374"/>
                </a:lnTo>
                <a:lnTo>
                  <a:pt x="45" y="374"/>
                </a:lnTo>
                <a:lnTo>
                  <a:pt x="45" y="373"/>
                </a:lnTo>
                <a:lnTo>
                  <a:pt x="44" y="373"/>
                </a:lnTo>
                <a:lnTo>
                  <a:pt x="44" y="374"/>
                </a:lnTo>
                <a:lnTo>
                  <a:pt x="43" y="374"/>
                </a:lnTo>
                <a:lnTo>
                  <a:pt x="42" y="374"/>
                </a:lnTo>
                <a:lnTo>
                  <a:pt x="41" y="374"/>
                </a:lnTo>
                <a:lnTo>
                  <a:pt x="40" y="374"/>
                </a:lnTo>
                <a:lnTo>
                  <a:pt x="39" y="374"/>
                </a:lnTo>
                <a:lnTo>
                  <a:pt x="38" y="374"/>
                </a:lnTo>
                <a:lnTo>
                  <a:pt x="38" y="375"/>
                </a:lnTo>
                <a:lnTo>
                  <a:pt x="37" y="375"/>
                </a:lnTo>
                <a:lnTo>
                  <a:pt x="36" y="375"/>
                </a:lnTo>
                <a:lnTo>
                  <a:pt x="35" y="375"/>
                </a:lnTo>
                <a:lnTo>
                  <a:pt x="34" y="375"/>
                </a:lnTo>
                <a:lnTo>
                  <a:pt x="33" y="375"/>
                </a:lnTo>
                <a:lnTo>
                  <a:pt x="33" y="376"/>
                </a:lnTo>
                <a:lnTo>
                  <a:pt x="32" y="376"/>
                </a:lnTo>
                <a:lnTo>
                  <a:pt x="31" y="376"/>
                </a:lnTo>
                <a:lnTo>
                  <a:pt x="30" y="376"/>
                </a:lnTo>
                <a:lnTo>
                  <a:pt x="30" y="377"/>
                </a:lnTo>
                <a:lnTo>
                  <a:pt x="29" y="377"/>
                </a:lnTo>
                <a:lnTo>
                  <a:pt x="28" y="376"/>
                </a:lnTo>
                <a:lnTo>
                  <a:pt x="27" y="376"/>
                </a:lnTo>
                <a:lnTo>
                  <a:pt x="26" y="376"/>
                </a:lnTo>
                <a:lnTo>
                  <a:pt x="26" y="377"/>
                </a:lnTo>
                <a:lnTo>
                  <a:pt x="25" y="377"/>
                </a:lnTo>
                <a:lnTo>
                  <a:pt x="24" y="377"/>
                </a:lnTo>
                <a:lnTo>
                  <a:pt x="24" y="376"/>
                </a:lnTo>
                <a:lnTo>
                  <a:pt x="23" y="376"/>
                </a:lnTo>
                <a:lnTo>
                  <a:pt x="23" y="377"/>
                </a:lnTo>
                <a:lnTo>
                  <a:pt x="22" y="377"/>
                </a:lnTo>
                <a:lnTo>
                  <a:pt x="21" y="377"/>
                </a:lnTo>
                <a:lnTo>
                  <a:pt x="20" y="377"/>
                </a:lnTo>
                <a:lnTo>
                  <a:pt x="19" y="377"/>
                </a:lnTo>
                <a:lnTo>
                  <a:pt x="18" y="377"/>
                </a:lnTo>
                <a:lnTo>
                  <a:pt x="19" y="377"/>
                </a:lnTo>
                <a:lnTo>
                  <a:pt x="18" y="378"/>
                </a:lnTo>
                <a:lnTo>
                  <a:pt x="18" y="377"/>
                </a:lnTo>
                <a:lnTo>
                  <a:pt x="17" y="377"/>
                </a:lnTo>
                <a:lnTo>
                  <a:pt x="16" y="377"/>
                </a:lnTo>
                <a:lnTo>
                  <a:pt x="14" y="377"/>
                </a:lnTo>
                <a:lnTo>
                  <a:pt x="13" y="378"/>
                </a:lnTo>
                <a:lnTo>
                  <a:pt x="13" y="379"/>
                </a:lnTo>
                <a:lnTo>
                  <a:pt x="12" y="380"/>
                </a:lnTo>
                <a:lnTo>
                  <a:pt x="12" y="381"/>
                </a:lnTo>
                <a:lnTo>
                  <a:pt x="11" y="381"/>
                </a:lnTo>
                <a:lnTo>
                  <a:pt x="11" y="382"/>
                </a:lnTo>
                <a:lnTo>
                  <a:pt x="11" y="383"/>
                </a:lnTo>
                <a:lnTo>
                  <a:pt x="11" y="384"/>
                </a:lnTo>
                <a:lnTo>
                  <a:pt x="10" y="383"/>
                </a:lnTo>
                <a:lnTo>
                  <a:pt x="9" y="383"/>
                </a:lnTo>
                <a:lnTo>
                  <a:pt x="8" y="383"/>
                </a:lnTo>
                <a:lnTo>
                  <a:pt x="8" y="384"/>
                </a:lnTo>
                <a:lnTo>
                  <a:pt x="7" y="384"/>
                </a:lnTo>
                <a:lnTo>
                  <a:pt x="6" y="384"/>
                </a:lnTo>
                <a:lnTo>
                  <a:pt x="6" y="383"/>
                </a:lnTo>
                <a:lnTo>
                  <a:pt x="5" y="383"/>
                </a:lnTo>
                <a:lnTo>
                  <a:pt x="6" y="383"/>
                </a:lnTo>
                <a:lnTo>
                  <a:pt x="5" y="383"/>
                </a:lnTo>
                <a:lnTo>
                  <a:pt x="5" y="382"/>
                </a:lnTo>
                <a:lnTo>
                  <a:pt x="4" y="382"/>
                </a:lnTo>
                <a:lnTo>
                  <a:pt x="3" y="382"/>
                </a:lnTo>
                <a:lnTo>
                  <a:pt x="2" y="381"/>
                </a:lnTo>
                <a:lnTo>
                  <a:pt x="2" y="380"/>
                </a:lnTo>
                <a:lnTo>
                  <a:pt x="1" y="380"/>
                </a:lnTo>
                <a:lnTo>
                  <a:pt x="1" y="379"/>
                </a:lnTo>
                <a:lnTo>
                  <a:pt x="2" y="379"/>
                </a:lnTo>
                <a:lnTo>
                  <a:pt x="3" y="378"/>
                </a:lnTo>
                <a:lnTo>
                  <a:pt x="3" y="377"/>
                </a:lnTo>
                <a:lnTo>
                  <a:pt x="2" y="377"/>
                </a:lnTo>
                <a:lnTo>
                  <a:pt x="2" y="376"/>
                </a:lnTo>
                <a:lnTo>
                  <a:pt x="1" y="376"/>
                </a:lnTo>
                <a:lnTo>
                  <a:pt x="1" y="375"/>
                </a:lnTo>
                <a:lnTo>
                  <a:pt x="2" y="375"/>
                </a:lnTo>
                <a:lnTo>
                  <a:pt x="1" y="375"/>
                </a:lnTo>
                <a:lnTo>
                  <a:pt x="1" y="374"/>
                </a:lnTo>
                <a:lnTo>
                  <a:pt x="1" y="373"/>
                </a:lnTo>
                <a:lnTo>
                  <a:pt x="1" y="372"/>
                </a:lnTo>
                <a:lnTo>
                  <a:pt x="1" y="371"/>
                </a:lnTo>
                <a:lnTo>
                  <a:pt x="0" y="370"/>
                </a:lnTo>
                <a:lnTo>
                  <a:pt x="0" y="369"/>
                </a:lnTo>
                <a:lnTo>
                  <a:pt x="1" y="368"/>
                </a:lnTo>
                <a:lnTo>
                  <a:pt x="1" y="367"/>
                </a:lnTo>
                <a:lnTo>
                  <a:pt x="1" y="366"/>
                </a:lnTo>
                <a:lnTo>
                  <a:pt x="1" y="365"/>
                </a:lnTo>
                <a:lnTo>
                  <a:pt x="0" y="364"/>
                </a:lnTo>
                <a:lnTo>
                  <a:pt x="1" y="363"/>
                </a:lnTo>
                <a:lnTo>
                  <a:pt x="4" y="362"/>
                </a:lnTo>
                <a:lnTo>
                  <a:pt x="4" y="361"/>
                </a:lnTo>
                <a:lnTo>
                  <a:pt x="5" y="361"/>
                </a:lnTo>
                <a:lnTo>
                  <a:pt x="5" y="360"/>
                </a:lnTo>
                <a:lnTo>
                  <a:pt x="11" y="355"/>
                </a:lnTo>
                <a:lnTo>
                  <a:pt x="17" y="350"/>
                </a:lnTo>
                <a:lnTo>
                  <a:pt x="26" y="337"/>
                </a:lnTo>
                <a:lnTo>
                  <a:pt x="27" y="335"/>
                </a:lnTo>
                <a:lnTo>
                  <a:pt x="32" y="321"/>
                </a:lnTo>
                <a:lnTo>
                  <a:pt x="32" y="320"/>
                </a:lnTo>
                <a:lnTo>
                  <a:pt x="33" y="315"/>
                </a:lnTo>
                <a:lnTo>
                  <a:pt x="36" y="305"/>
                </a:lnTo>
                <a:lnTo>
                  <a:pt x="36" y="303"/>
                </a:lnTo>
                <a:lnTo>
                  <a:pt x="37" y="299"/>
                </a:lnTo>
                <a:lnTo>
                  <a:pt x="37" y="296"/>
                </a:lnTo>
                <a:lnTo>
                  <a:pt x="37" y="295"/>
                </a:lnTo>
                <a:lnTo>
                  <a:pt x="39" y="286"/>
                </a:lnTo>
                <a:lnTo>
                  <a:pt x="41" y="270"/>
                </a:lnTo>
                <a:lnTo>
                  <a:pt x="44" y="265"/>
                </a:lnTo>
                <a:lnTo>
                  <a:pt x="48" y="259"/>
                </a:lnTo>
                <a:lnTo>
                  <a:pt x="51" y="254"/>
                </a:lnTo>
                <a:lnTo>
                  <a:pt x="53" y="245"/>
                </a:lnTo>
                <a:lnTo>
                  <a:pt x="53" y="243"/>
                </a:lnTo>
                <a:lnTo>
                  <a:pt x="53" y="228"/>
                </a:lnTo>
                <a:lnTo>
                  <a:pt x="53" y="227"/>
                </a:lnTo>
                <a:lnTo>
                  <a:pt x="60" y="226"/>
                </a:lnTo>
                <a:lnTo>
                  <a:pt x="90" y="221"/>
                </a:lnTo>
                <a:lnTo>
                  <a:pt x="105" y="219"/>
                </a:lnTo>
                <a:lnTo>
                  <a:pt x="128" y="218"/>
                </a:lnTo>
                <a:lnTo>
                  <a:pt x="128" y="217"/>
                </a:lnTo>
                <a:lnTo>
                  <a:pt x="134" y="204"/>
                </a:lnTo>
                <a:lnTo>
                  <a:pt x="133" y="196"/>
                </a:lnTo>
                <a:lnTo>
                  <a:pt x="142" y="185"/>
                </a:lnTo>
                <a:lnTo>
                  <a:pt x="150" y="173"/>
                </a:lnTo>
                <a:lnTo>
                  <a:pt x="151" y="172"/>
                </a:lnTo>
                <a:lnTo>
                  <a:pt x="166" y="156"/>
                </a:lnTo>
                <a:lnTo>
                  <a:pt x="175" y="149"/>
                </a:lnTo>
                <a:lnTo>
                  <a:pt x="198" y="132"/>
                </a:lnTo>
                <a:lnTo>
                  <a:pt x="213" y="129"/>
                </a:lnTo>
                <a:lnTo>
                  <a:pt x="217" y="128"/>
                </a:lnTo>
                <a:lnTo>
                  <a:pt x="220" y="125"/>
                </a:lnTo>
                <a:lnTo>
                  <a:pt x="223" y="120"/>
                </a:lnTo>
                <a:lnTo>
                  <a:pt x="224" y="119"/>
                </a:lnTo>
                <a:lnTo>
                  <a:pt x="228" y="115"/>
                </a:lnTo>
                <a:lnTo>
                  <a:pt x="237" y="110"/>
                </a:lnTo>
                <a:lnTo>
                  <a:pt x="241" y="109"/>
                </a:lnTo>
                <a:lnTo>
                  <a:pt x="250" y="105"/>
                </a:lnTo>
                <a:lnTo>
                  <a:pt x="252" y="104"/>
                </a:lnTo>
                <a:lnTo>
                  <a:pt x="252" y="105"/>
                </a:lnTo>
                <a:lnTo>
                  <a:pt x="253" y="105"/>
                </a:lnTo>
                <a:lnTo>
                  <a:pt x="253" y="106"/>
                </a:lnTo>
                <a:lnTo>
                  <a:pt x="254" y="107"/>
                </a:lnTo>
                <a:lnTo>
                  <a:pt x="255" y="108"/>
                </a:lnTo>
                <a:lnTo>
                  <a:pt x="256" y="109"/>
                </a:lnTo>
                <a:lnTo>
                  <a:pt x="258" y="110"/>
                </a:lnTo>
                <a:lnTo>
                  <a:pt x="258" y="111"/>
                </a:lnTo>
                <a:lnTo>
                  <a:pt x="257" y="111"/>
                </a:lnTo>
                <a:lnTo>
                  <a:pt x="257" y="112"/>
                </a:lnTo>
                <a:lnTo>
                  <a:pt x="258" y="112"/>
                </a:lnTo>
                <a:lnTo>
                  <a:pt x="259" y="114"/>
                </a:lnTo>
                <a:lnTo>
                  <a:pt x="259" y="115"/>
                </a:lnTo>
                <a:lnTo>
                  <a:pt x="260" y="116"/>
                </a:lnTo>
                <a:lnTo>
                  <a:pt x="260" y="117"/>
                </a:lnTo>
                <a:lnTo>
                  <a:pt x="262" y="121"/>
                </a:lnTo>
                <a:lnTo>
                  <a:pt x="263" y="122"/>
                </a:lnTo>
                <a:lnTo>
                  <a:pt x="266" y="125"/>
                </a:lnTo>
                <a:lnTo>
                  <a:pt x="267" y="126"/>
                </a:lnTo>
                <a:lnTo>
                  <a:pt x="267" y="125"/>
                </a:lnTo>
                <a:lnTo>
                  <a:pt x="268" y="125"/>
                </a:lnTo>
                <a:lnTo>
                  <a:pt x="268" y="124"/>
                </a:lnTo>
                <a:lnTo>
                  <a:pt x="268" y="123"/>
                </a:lnTo>
                <a:lnTo>
                  <a:pt x="268" y="122"/>
                </a:lnTo>
                <a:lnTo>
                  <a:pt x="269" y="121"/>
                </a:lnTo>
                <a:lnTo>
                  <a:pt x="269" y="120"/>
                </a:lnTo>
                <a:lnTo>
                  <a:pt x="270" y="120"/>
                </a:lnTo>
                <a:lnTo>
                  <a:pt x="270" y="119"/>
                </a:lnTo>
                <a:lnTo>
                  <a:pt x="270" y="118"/>
                </a:lnTo>
                <a:lnTo>
                  <a:pt x="271" y="117"/>
                </a:lnTo>
                <a:lnTo>
                  <a:pt x="271" y="116"/>
                </a:lnTo>
                <a:lnTo>
                  <a:pt x="273" y="115"/>
                </a:lnTo>
                <a:lnTo>
                  <a:pt x="274" y="114"/>
                </a:lnTo>
                <a:lnTo>
                  <a:pt x="274" y="113"/>
                </a:lnTo>
                <a:lnTo>
                  <a:pt x="276" y="112"/>
                </a:lnTo>
                <a:lnTo>
                  <a:pt x="278" y="111"/>
                </a:lnTo>
                <a:lnTo>
                  <a:pt x="280" y="110"/>
                </a:lnTo>
                <a:lnTo>
                  <a:pt x="282" y="108"/>
                </a:lnTo>
                <a:lnTo>
                  <a:pt x="283" y="108"/>
                </a:lnTo>
                <a:lnTo>
                  <a:pt x="284" y="107"/>
                </a:lnTo>
                <a:lnTo>
                  <a:pt x="285" y="107"/>
                </a:lnTo>
                <a:lnTo>
                  <a:pt x="286" y="106"/>
                </a:lnTo>
                <a:lnTo>
                  <a:pt x="287" y="106"/>
                </a:lnTo>
                <a:lnTo>
                  <a:pt x="287" y="105"/>
                </a:lnTo>
                <a:lnTo>
                  <a:pt x="288" y="104"/>
                </a:lnTo>
                <a:lnTo>
                  <a:pt x="290" y="104"/>
                </a:lnTo>
                <a:lnTo>
                  <a:pt x="291" y="103"/>
                </a:lnTo>
                <a:lnTo>
                  <a:pt x="291" y="102"/>
                </a:lnTo>
                <a:lnTo>
                  <a:pt x="292" y="102"/>
                </a:lnTo>
                <a:lnTo>
                  <a:pt x="294" y="101"/>
                </a:lnTo>
                <a:lnTo>
                  <a:pt x="295" y="101"/>
                </a:lnTo>
                <a:lnTo>
                  <a:pt x="296" y="101"/>
                </a:lnTo>
                <a:lnTo>
                  <a:pt x="296" y="100"/>
                </a:lnTo>
                <a:lnTo>
                  <a:pt x="298" y="100"/>
                </a:lnTo>
                <a:lnTo>
                  <a:pt x="299" y="99"/>
                </a:lnTo>
                <a:lnTo>
                  <a:pt x="301" y="99"/>
                </a:lnTo>
                <a:lnTo>
                  <a:pt x="303" y="99"/>
                </a:lnTo>
                <a:lnTo>
                  <a:pt x="304" y="98"/>
                </a:lnTo>
                <a:lnTo>
                  <a:pt x="305" y="98"/>
                </a:lnTo>
                <a:lnTo>
                  <a:pt x="307" y="98"/>
                </a:lnTo>
                <a:lnTo>
                  <a:pt x="308" y="98"/>
                </a:lnTo>
                <a:lnTo>
                  <a:pt x="309" y="98"/>
                </a:lnTo>
                <a:lnTo>
                  <a:pt x="311" y="97"/>
                </a:lnTo>
                <a:lnTo>
                  <a:pt x="312" y="97"/>
                </a:lnTo>
                <a:lnTo>
                  <a:pt x="313" y="97"/>
                </a:lnTo>
                <a:lnTo>
                  <a:pt x="314" y="97"/>
                </a:lnTo>
                <a:lnTo>
                  <a:pt x="315" y="97"/>
                </a:lnTo>
                <a:lnTo>
                  <a:pt x="317" y="97"/>
                </a:lnTo>
                <a:lnTo>
                  <a:pt x="317" y="96"/>
                </a:lnTo>
                <a:lnTo>
                  <a:pt x="318" y="96"/>
                </a:lnTo>
                <a:lnTo>
                  <a:pt x="319" y="96"/>
                </a:lnTo>
                <a:lnTo>
                  <a:pt x="319" y="95"/>
                </a:lnTo>
                <a:lnTo>
                  <a:pt x="320" y="95"/>
                </a:lnTo>
                <a:lnTo>
                  <a:pt x="321" y="94"/>
                </a:lnTo>
                <a:lnTo>
                  <a:pt x="322" y="94"/>
                </a:lnTo>
                <a:lnTo>
                  <a:pt x="324" y="93"/>
                </a:lnTo>
                <a:lnTo>
                  <a:pt x="326" y="93"/>
                </a:lnTo>
                <a:lnTo>
                  <a:pt x="327" y="92"/>
                </a:lnTo>
                <a:lnTo>
                  <a:pt x="329" y="91"/>
                </a:lnTo>
                <a:lnTo>
                  <a:pt x="330" y="91"/>
                </a:lnTo>
                <a:lnTo>
                  <a:pt x="331" y="90"/>
                </a:lnTo>
                <a:lnTo>
                  <a:pt x="332" y="90"/>
                </a:lnTo>
                <a:lnTo>
                  <a:pt x="332" y="89"/>
                </a:lnTo>
                <a:lnTo>
                  <a:pt x="333" y="89"/>
                </a:lnTo>
                <a:lnTo>
                  <a:pt x="334" y="89"/>
                </a:lnTo>
                <a:lnTo>
                  <a:pt x="335" y="88"/>
                </a:lnTo>
                <a:lnTo>
                  <a:pt x="338" y="85"/>
                </a:lnTo>
                <a:lnTo>
                  <a:pt x="339" y="84"/>
                </a:lnTo>
                <a:lnTo>
                  <a:pt x="340" y="84"/>
                </a:lnTo>
                <a:lnTo>
                  <a:pt x="340" y="83"/>
                </a:lnTo>
                <a:lnTo>
                  <a:pt x="341" y="82"/>
                </a:lnTo>
                <a:lnTo>
                  <a:pt x="341" y="81"/>
                </a:lnTo>
                <a:lnTo>
                  <a:pt x="341" y="80"/>
                </a:lnTo>
                <a:lnTo>
                  <a:pt x="342" y="80"/>
                </a:lnTo>
                <a:lnTo>
                  <a:pt x="342" y="79"/>
                </a:lnTo>
                <a:lnTo>
                  <a:pt x="343" y="79"/>
                </a:lnTo>
                <a:lnTo>
                  <a:pt x="342" y="79"/>
                </a:lnTo>
                <a:lnTo>
                  <a:pt x="343" y="79"/>
                </a:lnTo>
                <a:lnTo>
                  <a:pt x="343" y="78"/>
                </a:lnTo>
                <a:lnTo>
                  <a:pt x="342" y="78"/>
                </a:lnTo>
                <a:lnTo>
                  <a:pt x="343" y="76"/>
                </a:lnTo>
                <a:lnTo>
                  <a:pt x="337" y="66"/>
                </a:lnTo>
                <a:lnTo>
                  <a:pt x="340" y="64"/>
                </a:lnTo>
                <a:lnTo>
                  <a:pt x="342" y="62"/>
                </a:lnTo>
                <a:lnTo>
                  <a:pt x="346" y="59"/>
                </a:lnTo>
                <a:lnTo>
                  <a:pt x="334" y="48"/>
                </a:lnTo>
                <a:lnTo>
                  <a:pt x="334" y="45"/>
                </a:lnTo>
                <a:lnTo>
                  <a:pt x="336" y="39"/>
                </a:lnTo>
                <a:lnTo>
                  <a:pt x="330" y="37"/>
                </a:lnTo>
                <a:lnTo>
                  <a:pt x="328" y="36"/>
                </a:lnTo>
                <a:lnTo>
                  <a:pt x="330" y="35"/>
                </a:lnTo>
                <a:lnTo>
                  <a:pt x="330" y="34"/>
                </a:lnTo>
                <a:lnTo>
                  <a:pt x="332" y="32"/>
                </a:lnTo>
                <a:lnTo>
                  <a:pt x="332" y="30"/>
                </a:lnTo>
                <a:lnTo>
                  <a:pt x="332" y="26"/>
                </a:lnTo>
                <a:lnTo>
                  <a:pt x="333" y="26"/>
                </a:lnTo>
                <a:lnTo>
                  <a:pt x="333" y="25"/>
                </a:lnTo>
                <a:lnTo>
                  <a:pt x="335" y="24"/>
                </a:lnTo>
                <a:lnTo>
                  <a:pt x="336" y="24"/>
                </a:lnTo>
                <a:lnTo>
                  <a:pt x="336" y="23"/>
                </a:lnTo>
                <a:lnTo>
                  <a:pt x="337" y="23"/>
                </a:lnTo>
                <a:lnTo>
                  <a:pt x="339" y="19"/>
                </a:lnTo>
                <a:lnTo>
                  <a:pt x="340" y="19"/>
                </a:lnTo>
                <a:lnTo>
                  <a:pt x="341" y="19"/>
                </a:lnTo>
                <a:lnTo>
                  <a:pt x="342" y="19"/>
                </a:lnTo>
                <a:lnTo>
                  <a:pt x="342" y="18"/>
                </a:lnTo>
                <a:lnTo>
                  <a:pt x="344" y="18"/>
                </a:lnTo>
                <a:lnTo>
                  <a:pt x="345" y="17"/>
                </a:lnTo>
                <a:lnTo>
                  <a:pt x="345" y="16"/>
                </a:lnTo>
                <a:lnTo>
                  <a:pt x="346" y="16"/>
                </a:lnTo>
                <a:lnTo>
                  <a:pt x="347" y="16"/>
                </a:lnTo>
                <a:lnTo>
                  <a:pt x="350" y="15"/>
                </a:lnTo>
                <a:lnTo>
                  <a:pt x="352" y="14"/>
                </a:lnTo>
                <a:lnTo>
                  <a:pt x="353" y="13"/>
                </a:lnTo>
                <a:lnTo>
                  <a:pt x="354" y="13"/>
                </a:lnTo>
                <a:lnTo>
                  <a:pt x="355" y="12"/>
                </a:lnTo>
                <a:lnTo>
                  <a:pt x="356" y="12"/>
                </a:lnTo>
                <a:lnTo>
                  <a:pt x="356" y="11"/>
                </a:lnTo>
                <a:lnTo>
                  <a:pt x="357" y="11"/>
                </a:lnTo>
                <a:lnTo>
                  <a:pt x="358" y="11"/>
                </a:lnTo>
                <a:lnTo>
                  <a:pt x="359" y="10"/>
                </a:lnTo>
                <a:lnTo>
                  <a:pt x="360" y="10"/>
                </a:lnTo>
                <a:lnTo>
                  <a:pt x="360" y="9"/>
                </a:lnTo>
                <a:lnTo>
                  <a:pt x="361" y="9"/>
                </a:lnTo>
                <a:lnTo>
                  <a:pt x="362" y="9"/>
                </a:lnTo>
                <a:lnTo>
                  <a:pt x="362" y="8"/>
                </a:lnTo>
                <a:lnTo>
                  <a:pt x="363" y="8"/>
                </a:lnTo>
                <a:lnTo>
                  <a:pt x="365" y="7"/>
                </a:lnTo>
                <a:lnTo>
                  <a:pt x="369" y="7"/>
                </a:lnTo>
                <a:lnTo>
                  <a:pt x="371" y="6"/>
                </a:lnTo>
                <a:lnTo>
                  <a:pt x="373" y="6"/>
                </a:lnTo>
                <a:lnTo>
                  <a:pt x="375" y="6"/>
                </a:lnTo>
                <a:lnTo>
                  <a:pt x="376" y="6"/>
                </a:lnTo>
                <a:lnTo>
                  <a:pt x="378" y="6"/>
                </a:lnTo>
                <a:lnTo>
                  <a:pt x="380" y="5"/>
                </a:lnTo>
                <a:lnTo>
                  <a:pt x="381" y="5"/>
                </a:lnTo>
                <a:lnTo>
                  <a:pt x="383" y="5"/>
                </a:lnTo>
                <a:lnTo>
                  <a:pt x="385" y="5"/>
                </a:lnTo>
                <a:lnTo>
                  <a:pt x="388" y="5"/>
                </a:lnTo>
                <a:lnTo>
                  <a:pt x="398" y="3"/>
                </a:lnTo>
                <a:lnTo>
                  <a:pt x="403" y="4"/>
                </a:lnTo>
                <a:lnTo>
                  <a:pt x="418" y="4"/>
                </a:lnTo>
                <a:lnTo>
                  <a:pt x="420" y="3"/>
                </a:lnTo>
                <a:lnTo>
                  <a:pt x="422" y="3"/>
                </a:lnTo>
                <a:lnTo>
                  <a:pt x="423" y="3"/>
                </a:lnTo>
                <a:lnTo>
                  <a:pt x="424" y="2"/>
                </a:lnTo>
                <a:lnTo>
                  <a:pt x="426" y="2"/>
                </a:lnTo>
                <a:lnTo>
                  <a:pt x="427" y="2"/>
                </a:lnTo>
                <a:lnTo>
                  <a:pt x="430" y="1"/>
                </a:lnTo>
                <a:lnTo>
                  <a:pt x="432" y="1"/>
                </a:lnTo>
                <a:lnTo>
                  <a:pt x="435" y="0"/>
                </a:lnTo>
                <a:lnTo>
                  <a:pt x="436" y="0"/>
                </a:lnTo>
                <a:lnTo>
                  <a:pt x="437" y="3"/>
                </a:lnTo>
                <a:lnTo>
                  <a:pt x="442" y="12"/>
                </a:lnTo>
                <a:moveTo>
                  <a:pt x="1234" y="748"/>
                </a:moveTo>
                <a:lnTo>
                  <a:pt x="1233" y="748"/>
                </a:lnTo>
                <a:lnTo>
                  <a:pt x="1232" y="748"/>
                </a:lnTo>
                <a:lnTo>
                  <a:pt x="1231" y="748"/>
                </a:lnTo>
                <a:lnTo>
                  <a:pt x="1230" y="749"/>
                </a:lnTo>
                <a:lnTo>
                  <a:pt x="1228" y="750"/>
                </a:lnTo>
                <a:lnTo>
                  <a:pt x="1227" y="750"/>
                </a:lnTo>
                <a:lnTo>
                  <a:pt x="1226" y="750"/>
                </a:lnTo>
                <a:lnTo>
                  <a:pt x="1225" y="751"/>
                </a:lnTo>
                <a:lnTo>
                  <a:pt x="1224" y="751"/>
                </a:lnTo>
                <a:lnTo>
                  <a:pt x="1224" y="750"/>
                </a:lnTo>
                <a:lnTo>
                  <a:pt x="1223" y="751"/>
                </a:lnTo>
                <a:lnTo>
                  <a:pt x="1222" y="751"/>
                </a:lnTo>
                <a:lnTo>
                  <a:pt x="1222" y="752"/>
                </a:lnTo>
                <a:lnTo>
                  <a:pt x="1222" y="753"/>
                </a:lnTo>
                <a:lnTo>
                  <a:pt x="1222" y="754"/>
                </a:lnTo>
                <a:lnTo>
                  <a:pt x="1222" y="755"/>
                </a:lnTo>
                <a:lnTo>
                  <a:pt x="1223" y="755"/>
                </a:lnTo>
                <a:lnTo>
                  <a:pt x="1223" y="754"/>
                </a:lnTo>
                <a:lnTo>
                  <a:pt x="1224" y="754"/>
                </a:lnTo>
                <a:lnTo>
                  <a:pt x="1224" y="755"/>
                </a:lnTo>
                <a:lnTo>
                  <a:pt x="1225" y="754"/>
                </a:lnTo>
                <a:lnTo>
                  <a:pt x="1226" y="753"/>
                </a:lnTo>
                <a:lnTo>
                  <a:pt x="1227" y="753"/>
                </a:lnTo>
                <a:lnTo>
                  <a:pt x="1227" y="754"/>
                </a:lnTo>
                <a:lnTo>
                  <a:pt x="1227" y="753"/>
                </a:lnTo>
                <a:lnTo>
                  <a:pt x="1228" y="753"/>
                </a:lnTo>
                <a:lnTo>
                  <a:pt x="1229" y="753"/>
                </a:lnTo>
                <a:lnTo>
                  <a:pt x="1230" y="753"/>
                </a:lnTo>
                <a:lnTo>
                  <a:pt x="1231" y="752"/>
                </a:lnTo>
                <a:lnTo>
                  <a:pt x="1231" y="751"/>
                </a:lnTo>
                <a:lnTo>
                  <a:pt x="1232" y="751"/>
                </a:lnTo>
                <a:lnTo>
                  <a:pt x="1232" y="752"/>
                </a:lnTo>
                <a:lnTo>
                  <a:pt x="1233" y="752"/>
                </a:lnTo>
                <a:lnTo>
                  <a:pt x="1233" y="751"/>
                </a:lnTo>
                <a:lnTo>
                  <a:pt x="1233" y="750"/>
                </a:lnTo>
                <a:lnTo>
                  <a:pt x="1234" y="750"/>
                </a:lnTo>
                <a:lnTo>
                  <a:pt x="1234" y="749"/>
                </a:lnTo>
                <a:lnTo>
                  <a:pt x="1235" y="749"/>
                </a:lnTo>
                <a:lnTo>
                  <a:pt x="1236" y="750"/>
                </a:lnTo>
                <a:lnTo>
                  <a:pt x="1236" y="751"/>
                </a:lnTo>
                <a:lnTo>
                  <a:pt x="1237" y="751"/>
                </a:lnTo>
                <a:lnTo>
                  <a:pt x="1237" y="750"/>
                </a:lnTo>
                <a:lnTo>
                  <a:pt x="1236" y="750"/>
                </a:lnTo>
                <a:lnTo>
                  <a:pt x="1237" y="749"/>
                </a:lnTo>
                <a:lnTo>
                  <a:pt x="1237" y="748"/>
                </a:lnTo>
                <a:lnTo>
                  <a:pt x="1237" y="747"/>
                </a:lnTo>
                <a:lnTo>
                  <a:pt x="1236" y="747"/>
                </a:lnTo>
                <a:lnTo>
                  <a:pt x="1235" y="747"/>
                </a:lnTo>
                <a:lnTo>
                  <a:pt x="1234" y="747"/>
                </a:lnTo>
                <a:lnTo>
                  <a:pt x="1234" y="748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11" name=""/>
          <p:cNvSpPr/>
          <p:nvPr/>
        </p:nvSpPr>
        <p:spPr>
          <a:xfrm>
            <a:off x="3630600" y="1548360"/>
            <a:ext cx="443520" cy="280800"/>
          </a:xfrm>
          <a:custGeom>
            <a:avLst/>
            <a:gdLst/>
            <a:ahLst/>
            <a:rect l="0" t="0" r="r" b="b"/>
            <a:pathLst>
              <a:path w="1232" h="780">
                <a:moveTo>
                  <a:pt x="687" y="0"/>
                </a:moveTo>
                <a:lnTo>
                  <a:pt x="689" y="0"/>
                </a:lnTo>
                <a:lnTo>
                  <a:pt x="690" y="0"/>
                </a:lnTo>
                <a:lnTo>
                  <a:pt x="690" y="1"/>
                </a:lnTo>
                <a:lnTo>
                  <a:pt x="691" y="1"/>
                </a:lnTo>
                <a:lnTo>
                  <a:pt x="691" y="2"/>
                </a:lnTo>
                <a:lnTo>
                  <a:pt x="691" y="1"/>
                </a:lnTo>
                <a:lnTo>
                  <a:pt x="692" y="1"/>
                </a:lnTo>
                <a:lnTo>
                  <a:pt x="693" y="1"/>
                </a:lnTo>
                <a:lnTo>
                  <a:pt x="694" y="1"/>
                </a:lnTo>
                <a:lnTo>
                  <a:pt x="694" y="2"/>
                </a:lnTo>
                <a:lnTo>
                  <a:pt x="695" y="2"/>
                </a:lnTo>
                <a:lnTo>
                  <a:pt x="695" y="1"/>
                </a:lnTo>
                <a:lnTo>
                  <a:pt x="695" y="2"/>
                </a:lnTo>
                <a:lnTo>
                  <a:pt x="696" y="2"/>
                </a:lnTo>
                <a:lnTo>
                  <a:pt x="697" y="2"/>
                </a:lnTo>
                <a:lnTo>
                  <a:pt x="697" y="1"/>
                </a:lnTo>
                <a:lnTo>
                  <a:pt x="698" y="1"/>
                </a:lnTo>
                <a:lnTo>
                  <a:pt x="698" y="2"/>
                </a:lnTo>
                <a:lnTo>
                  <a:pt x="698" y="1"/>
                </a:lnTo>
                <a:lnTo>
                  <a:pt x="699" y="1"/>
                </a:lnTo>
                <a:lnTo>
                  <a:pt x="699" y="2"/>
                </a:lnTo>
                <a:lnTo>
                  <a:pt x="700" y="2"/>
                </a:lnTo>
                <a:lnTo>
                  <a:pt x="701" y="2"/>
                </a:lnTo>
                <a:lnTo>
                  <a:pt x="703" y="2"/>
                </a:lnTo>
                <a:lnTo>
                  <a:pt x="704" y="2"/>
                </a:lnTo>
                <a:lnTo>
                  <a:pt x="705" y="2"/>
                </a:lnTo>
                <a:lnTo>
                  <a:pt x="705" y="3"/>
                </a:lnTo>
                <a:lnTo>
                  <a:pt x="706" y="3"/>
                </a:lnTo>
                <a:lnTo>
                  <a:pt x="707" y="3"/>
                </a:lnTo>
                <a:lnTo>
                  <a:pt x="708" y="3"/>
                </a:lnTo>
                <a:lnTo>
                  <a:pt x="708" y="4"/>
                </a:lnTo>
                <a:lnTo>
                  <a:pt x="709" y="4"/>
                </a:lnTo>
                <a:lnTo>
                  <a:pt x="710" y="4"/>
                </a:lnTo>
                <a:lnTo>
                  <a:pt x="711" y="5"/>
                </a:lnTo>
                <a:lnTo>
                  <a:pt x="712" y="5"/>
                </a:lnTo>
                <a:lnTo>
                  <a:pt x="713" y="5"/>
                </a:lnTo>
                <a:lnTo>
                  <a:pt x="714" y="5"/>
                </a:lnTo>
                <a:lnTo>
                  <a:pt x="715" y="4"/>
                </a:lnTo>
                <a:lnTo>
                  <a:pt x="716" y="4"/>
                </a:lnTo>
                <a:lnTo>
                  <a:pt x="717" y="4"/>
                </a:lnTo>
                <a:lnTo>
                  <a:pt x="717" y="5"/>
                </a:lnTo>
                <a:lnTo>
                  <a:pt x="718" y="6"/>
                </a:lnTo>
                <a:lnTo>
                  <a:pt x="718" y="7"/>
                </a:lnTo>
                <a:lnTo>
                  <a:pt x="720" y="6"/>
                </a:lnTo>
                <a:lnTo>
                  <a:pt x="721" y="7"/>
                </a:lnTo>
                <a:lnTo>
                  <a:pt x="722" y="7"/>
                </a:lnTo>
                <a:lnTo>
                  <a:pt x="722" y="8"/>
                </a:lnTo>
                <a:lnTo>
                  <a:pt x="723" y="8"/>
                </a:lnTo>
                <a:lnTo>
                  <a:pt x="723" y="9"/>
                </a:lnTo>
                <a:lnTo>
                  <a:pt x="724" y="9"/>
                </a:lnTo>
                <a:lnTo>
                  <a:pt x="725" y="9"/>
                </a:lnTo>
                <a:lnTo>
                  <a:pt x="725" y="10"/>
                </a:lnTo>
                <a:lnTo>
                  <a:pt x="726" y="10"/>
                </a:lnTo>
                <a:lnTo>
                  <a:pt x="727" y="10"/>
                </a:lnTo>
                <a:lnTo>
                  <a:pt x="728" y="10"/>
                </a:lnTo>
                <a:lnTo>
                  <a:pt x="728" y="11"/>
                </a:lnTo>
                <a:lnTo>
                  <a:pt x="728" y="12"/>
                </a:lnTo>
                <a:lnTo>
                  <a:pt x="729" y="12"/>
                </a:lnTo>
                <a:lnTo>
                  <a:pt x="729" y="13"/>
                </a:lnTo>
                <a:lnTo>
                  <a:pt x="729" y="14"/>
                </a:lnTo>
                <a:lnTo>
                  <a:pt x="730" y="14"/>
                </a:lnTo>
                <a:lnTo>
                  <a:pt x="731" y="14"/>
                </a:lnTo>
                <a:lnTo>
                  <a:pt x="732" y="14"/>
                </a:lnTo>
                <a:lnTo>
                  <a:pt x="733" y="14"/>
                </a:lnTo>
                <a:lnTo>
                  <a:pt x="733" y="15"/>
                </a:lnTo>
                <a:lnTo>
                  <a:pt x="734" y="15"/>
                </a:lnTo>
                <a:lnTo>
                  <a:pt x="735" y="15"/>
                </a:lnTo>
                <a:lnTo>
                  <a:pt x="735" y="16"/>
                </a:lnTo>
                <a:lnTo>
                  <a:pt x="736" y="16"/>
                </a:lnTo>
                <a:lnTo>
                  <a:pt x="737" y="16"/>
                </a:lnTo>
                <a:lnTo>
                  <a:pt x="737" y="17"/>
                </a:lnTo>
                <a:lnTo>
                  <a:pt x="738" y="17"/>
                </a:lnTo>
                <a:lnTo>
                  <a:pt x="739" y="17"/>
                </a:lnTo>
                <a:lnTo>
                  <a:pt x="739" y="18"/>
                </a:lnTo>
                <a:lnTo>
                  <a:pt x="740" y="18"/>
                </a:lnTo>
                <a:lnTo>
                  <a:pt x="741" y="18"/>
                </a:lnTo>
                <a:lnTo>
                  <a:pt x="741" y="19"/>
                </a:lnTo>
                <a:lnTo>
                  <a:pt x="742" y="19"/>
                </a:lnTo>
                <a:lnTo>
                  <a:pt x="743" y="19"/>
                </a:lnTo>
                <a:lnTo>
                  <a:pt x="743" y="20"/>
                </a:lnTo>
                <a:lnTo>
                  <a:pt x="744" y="20"/>
                </a:lnTo>
                <a:lnTo>
                  <a:pt x="745" y="20"/>
                </a:lnTo>
                <a:lnTo>
                  <a:pt x="745" y="21"/>
                </a:lnTo>
                <a:lnTo>
                  <a:pt x="746" y="21"/>
                </a:lnTo>
                <a:lnTo>
                  <a:pt x="747" y="21"/>
                </a:lnTo>
                <a:lnTo>
                  <a:pt x="747" y="22"/>
                </a:lnTo>
                <a:lnTo>
                  <a:pt x="747" y="23"/>
                </a:lnTo>
                <a:lnTo>
                  <a:pt x="747" y="24"/>
                </a:lnTo>
                <a:lnTo>
                  <a:pt x="747" y="25"/>
                </a:lnTo>
                <a:lnTo>
                  <a:pt x="748" y="25"/>
                </a:lnTo>
                <a:lnTo>
                  <a:pt x="749" y="25"/>
                </a:lnTo>
                <a:lnTo>
                  <a:pt x="750" y="25"/>
                </a:lnTo>
                <a:lnTo>
                  <a:pt x="751" y="25"/>
                </a:lnTo>
                <a:lnTo>
                  <a:pt x="751" y="26"/>
                </a:lnTo>
                <a:lnTo>
                  <a:pt x="752" y="26"/>
                </a:lnTo>
                <a:lnTo>
                  <a:pt x="753" y="26"/>
                </a:lnTo>
                <a:lnTo>
                  <a:pt x="753" y="27"/>
                </a:lnTo>
                <a:lnTo>
                  <a:pt x="754" y="27"/>
                </a:lnTo>
                <a:lnTo>
                  <a:pt x="754" y="28"/>
                </a:lnTo>
                <a:lnTo>
                  <a:pt x="755" y="28"/>
                </a:lnTo>
                <a:lnTo>
                  <a:pt x="756" y="28"/>
                </a:lnTo>
                <a:lnTo>
                  <a:pt x="757" y="28"/>
                </a:lnTo>
                <a:lnTo>
                  <a:pt x="758" y="28"/>
                </a:lnTo>
                <a:lnTo>
                  <a:pt x="759" y="28"/>
                </a:lnTo>
                <a:lnTo>
                  <a:pt x="759" y="29"/>
                </a:lnTo>
                <a:lnTo>
                  <a:pt x="760" y="29"/>
                </a:lnTo>
                <a:lnTo>
                  <a:pt x="761" y="29"/>
                </a:lnTo>
                <a:lnTo>
                  <a:pt x="761" y="30"/>
                </a:lnTo>
                <a:lnTo>
                  <a:pt x="762" y="30"/>
                </a:lnTo>
                <a:lnTo>
                  <a:pt x="763" y="30"/>
                </a:lnTo>
                <a:lnTo>
                  <a:pt x="763" y="31"/>
                </a:lnTo>
                <a:lnTo>
                  <a:pt x="764" y="31"/>
                </a:lnTo>
                <a:lnTo>
                  <a:pt x="764" y="32"/>
                </a:lnTo>
                <a:lnTo>
                  <a:pt x="765" y="32"/>
                </a:lnTo>
                <a:lnTo>
                  <a:pt x="766" y="32"/>
                </a:lnTo>
                <a:lnTo>
                  <a:pt x="766" y="33"/>
                </a:lnTo>
                <a:lnTo>
                  <a:pt x="767" y="33"/>
                </a:lnTo>
                <a:lnTo>
                  <a:pt x="767" y="34"/>
                </a:lnTo>
                <a:lnTo>
                  <a:pt x="768" y="34"/>
                </a:lnTo>
                <a:lnTo>
                  <a:pt x="769" y="34"/>
                </a:lnTo>
                <a:lnTo>
                  <a:pt x="770" y="34"/>
                </a:lnTo>
                <a:lnTo>
                  <a:pt x="770" y="35"/>
                </a:lnTo>
                <a:lnTo>
                  <a:pt x="771" y="35"/>
                </a:lnTo>
                <a:lnTo>
                  <a:pt x="772" y="35"/>
                </a:lnTo>
                <a:lnTo>
                  <a:pt x="772" y="36"/>
                </a:lnTo>
                <a:lnTo>
                  <a:pt x="773" y="36"/>
                </a:lnTo>
                <a:lnTo>
                  <a:pt x="774" y="36"/>
                </a:lnTo>
                <a:lnTo>
                  <a:pt x="775" y="36"/>
                </a:lnTo>
                <a:lnTo>
                  <a:pt x="776" y="36"/>
                </a:lnTo>
                <a:lnTo>
                  <a:pt x="777" y="36"/>
                </a:lnTo>
                <a:lnTo>
                  <a:pt x="777" y="37"/>
                </a:lnTo>
                <a:lnTo>
                  <a:pt x="777" y="38"/>
                </a:lnTo>
                <a:lnTo>
                  <a:pt x="778" y="38"/>
                </a:lnTo>
                <a:lnTo>
                  <a:pt x="778" y="39"/>
                </a:lnTo>
                <a:lnTo>
                  <a:pt x="779" y="39"/>
                </a:lnTo>
                <a:lnTo>
                  <a:pt x="779" y="40"/>
                </a:lnTo>
                <a:lnTo>
                  <a:pt x="780" y="40"/>
                </a:lnTo>
                <a:lnTo>
                  <a:pt x="781" y="40"/>
                </a:lnTo>
                <a:lnTo>
                  <a:pt x="782" y="41"/>
                </a:lnTo>
                <a:lnTo>
                  <a:pt x="782" y="42"/>
                </a:lnTo>
                <a:lnTo>
                  <a:pt x="783" y="42"/>
                </a:lnTo>
                <a:lnTo>
                  <a:pt x="783" y="43"/>
                </a:lnTo>
                <a:lnTo>
                  <a:pt x="784" y="43"/>
                </a:lnTo>
                <a:lnTo>
                  <a:pt x="784" y="44"/>
                </a:lnTo>
                <a:lnTo>
                  <a:pt x="784" y="43"/>
                </a:lnTo>
                <a:lnTo>
                  <a:pt x="785" y="43"/>
                </a:lnTo>
                <a:lnTo>
                  <a:pt x="786" y="43"/>
                </a:lnTo>
                <a:lnTo>
                  <a:pt x="786" y="42"/>
                </a:lnTo>
                <a:lnTo>
                  <a:pt x="786" y="41"/>
                </a:lnTo>
                <a:lnTo>
                  <a:pt x="787" y="41"/>
                </a:lnTo>
                <a:lnTo>
                  <a:pt x="788" y="41"/>
                </a:lnTo>
                <a:lnTo>
                  <a:pt x="788" y="40"/>
                </a:lnTo>
                <a:lnTo>
                  <a:pt x="789" y="40"/>
                </a:lnTo>
                <a:lnTo>
                  <a:pt x="790" y="39"/>
                </a:lnTo>
                <a:lnTo>
                  <a:pt x="790" y="38"/>
                </a:lnTo>
                <a:lnTo>
                  <a:pt x="791" y="38"/>
                </a:lnTo>
                <a:lnTo>
                  <a:pt x="792" y="38"/>
                </a:lnTo>
                <a:lnTo>
                  <a:pt x="792" y="37"/>
                </a:lnTo>
                <a:lnTo>
                  <a:pt x="793" y="37"/>
                </a:lnTo>
                <a:lnTo>
                  <a:pt x="794" y="37"/>
                </a:lnTo>
                <a:lnTo>
                  <a:pt x="794" y="36"/>
                </a:lnTo>
                <a:lnTo>
                  <a:pt x="795" y="36"/>
                </a:lnTo>
                <a:lnTo>
                  <a:pt x="795" y="35"/>
                </a:lnTo>
                <a:lnTo>
                  <a:pt x="796" y="35"/>
                </a:lnTo>
                <a:lnTo>
                  <a:pt x="797" y="35"/>
                </a:lnTo>
                <a:lnTo>
                  <a:pt x="797" y="34"/>
                </a:lnTo>
                <a:lnTo>
                  <a:pt x="798" y="34"/>
                </a:lnTo>
                <a:lnTo>
                  <a:pt x="798" y="33"/>
                </a:lnTo>
                <a:lnTo>
                  <a:pt x="798" y="32"/>
                </a:lnTo>
                <a:lnTo>
                  <a:pt x="798" y="31"/>
                </a:lnTo>
                <a:lnTo>
                  <a:pt x="797" y="31"/>
                </a:lnTo>
                <a:lnTo>
                  <a:pt x="797" y="30"/>
                </a:lnTo>
                <a:lnTo>
                  <a:pt x="797" y="29"/>
                </a:lnTo>
                <a:lnTo>
                  <a:pt x="798" y="29"/>
                </a:lnTo>
                <a:lnTo>
                  <a:pt x="798" y="28"/>
                </a:lnTo>
                <a:lnTo>
                  <a:pt x="799" y="27"/>
                </a:lnTo>
                <a:lnTo>
                  <a:pt x="799" y="26"/>
                </a:lnTo>
                <a:lnTo>
                  <a:pt x="800" y="26"/>
                </a:lnTo>
                <a:lnTo>
                  <a:pt x="800" y="25"/>
                </a:lnTo>
                <a:lnTo>
                  <a:pt x="800" y="24"/>
                </a:lnTo>
                <a:lnTo>
                  <a:pt x="801" y="22"/>
                </a:lnTo>
                <a:lnTo>
                  <a:pt x="801" y="21"/>
                </a:lnTo>
                <a:lnTo>
                  <a:pt x="801" y="19"/>
                </a:lnTo>
                <a:lnTo>
                  <a:pt x="802" y="19"/>
                </a:lnTo>
                <a:lnTo>
                  <a:pt x="801" y="19"/>
                </a:lnTo>
                <a:lnTo>
                  <a:pt x="801" y="18"/>
                </a:lnTo>
                <a:lnTo>
                  <a:pt x="802" y="18"/>
                </a:lnTo>
                <a:lnTo>
                  <a:pt x="803" y="18"/>
                </a:lnTo>
                <a:lnTo>
                  <a:pt x="804" y="18"/>
                </a:lnTo>
                <a:lnTo>
                  <a:pt x="805" y="18"/>
                </a:lnTo>
                <a:lnTo>
                  <a:pt x="806" y="18"/>
                </a:lnTo>
                <a:lnTo>
                  <a:pt x="807" y="18"/>
                </a:lnTo>
                <a:lnTo>
                  <a:pt x="807" y="19"/>
                </a:lnTo>
                <a:lnTo>
                  <a:pt x="808" y="19"/>
                </a:lnTo>
                <a:lnTo>
                  <a:pt x="809" y="19"/>
                </a:lnTo>
                <a:lnTo>
                  <a:pt x="810" y="19"/>
                </a:lnTo>
                <a:lnTo>
                  <a:pt x="811" y="19"/>
                </a:lnTo>
                <a:lnTo>
                  <a:pt x="811" y="20"/>
                </a:lnTo>
                <a:lnTo>
                  <a:pt x="812" y="20"/>
                </a:lnTo>
                <a:lnTo>
                  <a:pt x="812" y="21"/>
                </a:lnTo>
                <a:lnTo>
                  <a:pt x="812" y="22"/>
                </a:lnTo>
                <a:lnTo>
                  <a:pt x="813" y="22"/>
                </a:lnTo>
                <a:lnTo>
                  <a:pt x="814" y="22"/>
                </a:lnTo>
                <a:lnTo>
                  <a:pt x="815" y="22"/>
                </a:lnTo>
                <a:lnTo>
                  <a:pt x="815" y="23"/>
                </a:lnTo>
                <a:lnTo>
                  <a:pt x="815" y="24"/>
                </a:lnTo>
                <a:lnTo>
                  <a:pt x="814" y="24"/>
                </a:lnTo>
                <a:lnTo>
                  <a:pt x="814" y="25"/>
                </a:lnTo>
                <a:lnTo>
                  <a:pt x="815" y="25"/>
                </a:lnTo>
                <a:lnTo>
                  <a:pt x="815" y="26"/>
                </a:lnTo>
                <a:lnTo>
                  <a:pt x="816" y="26"/>
                </a:lnTo>
                <a:lnTo>
                  <a:pt x="817" y="26"/>
                </a:lnTo>
                <a:lnTo>
                  <a:pt x="818" y="26"/>
                </a:lnTo>
                <a:lnTo>
                  <a:pt x="818" y="27"/>
                </a:lnTo>
                <a:lnTo>
                  <a:pt x="819" y="27"/>
                </a:lnTo>
                <a:lnTo>
                  <a:pt x="820" y="27"/>
                </a:lnTo>
                <a:lnTo>
                  <a:pt x="821" y="27"/>
                </a:lnTo>
                <a:lnTo>
                  <a:pt x="821" y="26"/>
                </a:lnTo>
                <a:lnTo>
                  <a:pt x="822" y="26"/>
                </a:lnTo>
                <a:lnTo>
                  <a:pt x="822" y="27"/>
                </a:lnTo>
                <a:lnTo>
                  <a:pt x="822" y="26"/>
                </a:lnTo>
                <a:lnTo>
                  <a:pt x="823" y="26"/>
                </a:lnTo>
                <a:lnTo>
                  <a:pt x="823" y="27"/>
                </a:lnTo>
                <a:lnTo>
                  <a:pt x="824" y="27"/>
                </a:lnTo>
                <a:lnTo>
                  <a:pt x="825" y="27"/>
                </a:lnTo>
                <a:lnTo>
                  <a:pt x="826" y="27"/>
                </a:lnTo>
                <a:lnTo>
                  <a:pt x="826" y="28"/>
                </a:lnTo>
                <a:lnTo>
                  <a:pt x="827" y="28"/>
                </a:lnTo>
                <a:lnTo>
                  <a:pt x="827" y="29"/>
                </a:lnTo>
                <a:lnTo>
                  <a:pt x="828" y="29"/>
                </a:lnTo>
                <a:lnTo>
                  <a:pt x="829" y="29"/>
                </a:lnTo>
                <a:lnTo>
                  <a:pt x="829" y="28"/>
                </a:lnTo>
                <a:lnTo>
                  <a:pt x="829" y="27"/>
                </a:lnTo>
                <a:lnTo>
                  <a:pt x="830" y="27"/>
                </a:lnTo>
                <a:lnTo>
                  <a:pt x="831" y="27"/>
                </a:lnTo>
                <a:lnTo>
                  <a:pt x="832" y="27"/>
                </a:lnTo>
                <a:lnTo>
                  <a:pt x="832" y="26"/>
                </a:lnTo>
                <a:lnTo>
                  <a:pt x="831" y="26"/>
                </a:lnTo>
                <a:lnTo>
                  <a:pt x="831" y="25"/>
                </a:lnTo>
                <a:lnTo>
                  <a:pt x="831" y="24"/>
                </a:lnTo>
                <a:lnTo>
                  <a:pt x="832" y="24"/>
                </a:lnTo>
                <a:lnTo>
                  <a:pt x="832" y="23"/>
                </a:lnTo>
                <a:lnTo>
                  <a:pt x="833" y="23"/>
                </a:lnTo>
                <a:lnTo>
                  <a:pt x="834" y="23"/>
                </a:lnTo>
                <a:lnTo>
                  <a:pt x="835" y="23"/>
                </a:lnTo>
                <a:lnTo>
                  <a:pt x="835" y="22"/>
                </a:lnTo>
                <a:lnTo>
                  <a:pt x="836" y="22"/>
                </a:lnTo>
                <a:lnTo>
                  <a:pt x="836" y="21"/>
                </a:lnTo>
                <a:lnTo>
                  <a:pt x="837" y="21"/>
                </a:lnTo>
                <a:lnTo>
                  <a:pt x="837" y="20"/>
                </a:lnTo>
                <a:lnTo>
                  <a:pt x="838" y="20"/>
                </a:lnTo>
                <a:lnTo>
                  <a:pt x="838" y="19"/>
                </a:lnTo>
                <a:lnTo>
                  <a:pt x="838" y="18"/>
                </a:lnTo>
                <a:lnTo>
                  <a:pt x="839" y="18"/>
                </a:lnTo>
                <a:lnTo>
                  <a:pt x="839" y="17"/>
                </a:lnTo>
                <a:lnTo>
                  <a:pt x="840" y="17"/>
                </a:lnTo>
                <a:lnTo>
                  <a:pt x="840" y="16"/>
                </a:lnTo>
                <a:lnTo>
                  <a:pt x="841" y="16"/>
                </a:lnTo>
                <a:lnTo>
                  <a:pt x="841" y="15"/>
                </a:lnTo>
                <a:lnTo>
                  <a:pt x="842" y="15"/>
                </a:lnTo>
                <a:lnTo>
                  <a:pt x="842" y="14"/>
                </a:lnTo>
                <a:lnTo>
                  <a:pt x="842" y="13"/>
                </a:lnTo>
                <a:lnTo>
                  <a:pt x="843" y="13"/>
                </a:lnTo>
                <a:lnTo>
                  <a:pt x="844" y="13"/>
                </a:lnTo>
                <a:lnTo>
                  <a:pt x="845" y="13"/>
                </a:lnTo>
                <a:lnTo>
                  <a:pt x="846" y="13"/>
                </a:lnTo>
                <a:lnTo>
                  <a:pt x="847" y="13"/>
                </a:lnTo>
                <a:lnTo>
                  <a:pt x="848" y="13"/>
                </a:lnTo>
                <a:lnTo>
                  <a:pt x="849" y="13"/>
                </a:lnTo>
                <a:lnTo>
                  <a:pt x="849" y="14"/>
                </a:lnTo>
                <a:lnTo>
                  <a:pt x="850" y="14"/>
                </a:lnTo>
                <a:lnTo>
                  <a:pt x="850" y="15"/>
                </a:lnTo>
                <a:lnTo>
                  <a:pt x="849" y="15"/>
                </a:lnTo>
                <a:lnTo>
                  <a:pt x="850" y="15"/>
                </a:lnTo>
                <a:lnTo>
                  <a:pt x="850" y="16"/>
                </a:lnTo>
                <a:lnTo>
                  <a:pt x="851" y="16"/>
                </a:lnTo>
                <a:lnTo>
                  <a:pt x="852" y="16"/>
                </a:lnTo>
                <a:lnTo>
                  <a:pt x="852" y="17"/>
                </a:lnTo>
                <a:lnTo>
                  <a:pt x="853" y="17"/>
                </a:lnTo>
                <a:lnTo>
                  <a:pt x="854" y="17"/>
                </a:lnTo>
                <a:lnTo>
                  <a:pt x="855" y="17"/>
                </a:lnTo>
                <a:lnTo>
                  <a:pt x="855" y="18"/>
                </a:lnTo>
                <a:lnTo>
                  <a:pt x="855" y="19"/>
                </a:lnTo>
                <a:lnTo>
                  <a:pt x="856" y="19"/>
                </a:lnTo>
                <a:lnTo>
                  <a:pt x="856" y="20"/>
                </a:lnTo>
                <a:lnTo>
                  <a:pt x="857" y="20"/>
                </a:lnTo>
                <a:lnTo>
                  <a:pt x="857" y="21"/>
                </a:lnTo>
                <a:lnTo>
                  <a:pt x="858" y="21"/>
                </a:lnTo>
                <a:lnTo>
                  <a:pt x="858" y="22"/>
                </a:lnTo>
                <a:lnTo>
                  <a:pt x="859" y="22"/>
                </a:lnTo>
                <a:lnTo>
                  <a:pt x="860" y="22"/>
                </a:lnTo>
                <a:lnTo>
                  <a:pt x="861" y="23"/>
                </a:lnTo>
                <a:lnTo>
                  <a:pt x="862" y="23"/>
                </a:lnTo>
                <a:lnTo>
                  <a:pt x="863" y="23"/>
                </a:lnTo>
                <a:lnTo>
                  <a:pt x="863" y="24"/>
                </a:lnTo>
                <a:lnTo>
                  <a:pt x="863" y="23"/>
                </a:lnTo>
                <a:lnTo>
                  <a:pt x="864" y="23"/>
                </a:lnTo>
                <a:lnTo>
                  <a:pt x="864" y="24"/>
                </a:lnTo>
                <a:lnTo>
                  <a:pt x="864" y="23"/>
                </a:lnTo>
                <a:lnTo>
                  <a:pt x="864" y="24"/>
                </a:lnTo>
                <a:lnTo>
                  <a:pt x="865" y="24"/>
                </a:lnTo>
                <a:lnTo>
                  <a:pt x="866" y="24"/>
                </a:lnTo>
                <a:lnTo>
                  <a:pt x="866" y="23"/>
                </a:lnTo>
                <a:lnTo>
                  <a:pt x="867" y="23"/>
                </a:lnTo>
                <a:lnTo>
                  <a:pt x="867" y="24"/>
                </a:lnTo>
                <a:lnTo>
                  <a:pt x="868" y="24"/>
                </a:lnTo>
                <a:lnTo>
                  <a:pt x="869" y="24"/>
                </a:lnTo>
                <a:lnTo>
                  <a:pt x="870" y="25"/>
                </a:lnTo>
                <a:lnTo>
                  <a:pt x="870" y="26"/>
                </a:lnTo>
                <a:lnTo>
                  <a:pt x="871" y="27"/>
                </a:lnTo>
                <a:lnTo>
                  <a:pt x="871" y="26"/>
                </a:lnTo>
                <a:lnTo>
                  <a:pt x="872" y="26"/>
                </a:lnTo>
                <a:lnTo>
                  <a:pt x="873" y="27"/>
                </a:lnTo>
                <a:lnTo>
                  <a:pt x="874" y="27"/>
                </a:lnTo>
                <a:lnTo>
                  <a:pt x="874" y="26"/>
                </a:lnTo>
                <a:lnTo>
                  <a:pt x="874" y="27"/>
                </a:lnTo>
                <a:lnTo>
                  <a:pt x="875" y="27"/>
                </a:lnTo>
                <a:lnTo>
                  <a:pt x="875" y="28"/>
                </a:lnTo>
                <a:lnTo>
                  <a:pt x="874" y="28"/>
                </a:lnTo>
                <a:lnTo>
                  <a:pt x="874" y="29"/>
                </a:lnTo>
                <a:lnTo>
                  <a:pt x="873" y="29"/>
                </a:lnTo>
                <a:lnTo>
                  <a:pt x="872" y="30"/>
                </a:lnTo>
                <a:lnTo>
                  <a:pt x="872" y="31"/>
                </a:lnTo>
                <a:lnTo>
                  <a:pt x="871" y="31"/>
                </a:lnTo>
                <a:lnTo>
                  <a:pt x="871" y="32"/>
                </a:lnTo>
                <a:lnTo>
                  <a:pt x="872" y="32"/>
                </a:lnTo>
                <a:lnTo>
                  <a:pt x="872" y="33"/>
                </a:lnTo>
                <a:lnTo>
                  <a:pt x="873" y="33"/>
                </a:lnTo>
                <a:lnTo>
                  <a:pt x="874" y="33"/>
                </a:lnTo>
                <a:lnTo>
                  <a:pt x="874" y="34"/>
                </a:lnTo>
                <a:lnTo>
                  <a:pt x="875" y="34"/>
                </a:lnTo>
                <a:lnTo>
                  <a:pt x="875" y="35"/>
                </a:lnTo>
                <a:lnTo>
                  <a:pt x="876" y="35"/>
                </a:lnTo>
                <a:lnTo>
                  <a:pt x="876" y="36"/>
                </a:lnTo>
                <a:lnTo>
                  <a:pt x="877" y="36"/>
                </a:lnTo>
                <a:lnTo>
                  <a:pt x="878" y="36"/>
                </a:lnTo>
                <a:lnTo>
                  <a:pt x="878" y="37"/>
                </a:lnTo>
                <a:lnTo>
                  <a:pt x="879" y="37"/>
                </a:lnTo>
                <a:lnTo>
                  <a:pt x="879" y="38"/>
                </a:lnTo>
                <a:lnTo>
                  <a:pt x="880" y="38"/>
                </a:lnTo>
                <a:lnTo>
                  <a:pt x="880" y="39"/>
                </a:lnTo>
                <a:lnTo>
                  <a:pt x="881" y="39"/>
                </a:lnTo>
                <a:lnTo>
                  <a:pt x="881" y="40"/>
                </a:lnTo>
                <a:lnTo>
                  <a:pt x="882" y="40"/>
                </a:lnTo>
                <a:lnTo>
                  <a:pt x="882" y="41"/>
                </a:lnTo>
                <a:lnTo>
                  <a:pt x="883" y="41"/>
                </a:lnTo>
                <a:lnTo>
                  <a:pt x="884" y="41"/>
                </a:lnTo>
                <a:lnTo>
                  <a:pt x="884" y="42"/>
                </a:lnTo>
                <a:lnTo>
                  <a:pt x="883" y="42"/>
                </a:lnTo>
                <a:lnTo>
                  <a:pt x="884" y="42"/>
                </a:lnTo>
                <a:lnTo>
                  <a:pt x="885" y="42"/>
                </a:lnTo>
                <a:lnTo>
                  <a:pt x="885" y="43"/>
                </a:lnTo>
                <a:lnTo>
                  <a:pt x="886" y="43"/>
                </a:lnTo>
                <a:lnTo>
                  <a:pt x="887" y="43"/>
                </a:lnTo>
                <a:lnTo>
                  <a:pt x="887" y="44"/>
                </a:lnTo>
                <a:lnTo>
                  <a:pt x="888" y="44"/>
                </a:lnTo>
                <a:lnTo>
                  <a:pt x="889" y="44"/>
                </a:lnTo>
                <a:lnTo>
                  <a:pt x="889" y="45"/>
                </a:lnTo>
                <a:lnTo>
                  <a:pt x="890" y="45"/>
                </a:lnTo>
                <a:lnTo>
                  <a:pt x="891" y="45"/>
                </a:lnTo>
                <a:lnTo>
                  <a:pt x="891" y="46"/>
                </a:lnTo>
                <a:lnTo>
                  <a:pt x="892" y="46"/>
                </a:lnTo>
                <a:lnTo>
                  <a:pt x="893" y="46"/>
                </a:lnTo>
                <a:lnTo>
                  <a:pt x="894" y="46"/>
                </a:lnTo>
                <a:lnTo>
                  <a:pt x="894" y="47"/>
                </a:lnTo>
                <a:lnTo>
                  <a:pt x="894" y="48"/>
                </a:lnTo>
                <a:lnTo>
                  <a:pt x="895" y="49"/>
                </a:lnTo>
                <a:lnTo>
                  <a:pt x="896" y="49"/>
                </a:lnTo>
                <a:lnTo>
                  <a:pt x="897" y="49"/>
                </a:lnTo>
                <a:lnTo>
                  <a:pt x="898" y="49"/>
                </a:lnTo>
                <a:lnTo>
                  <a:pt x="898" y="50"/>
                </a:lnTo>
                <a:lnTo>
                  <a:pt x="897" y="50"/>
                </a:lnTo>
                <a:lnTo>
                  <a:pt x="898" y="50"/>
                </a:lnTo>
                <a:lnTo>
                  <a:pt x="898" y="51"/>
                </a:lnTo>
                <a:lnTo>
                  <a:pt x="899" y="51"/>
                </a:lnTo>
                <a:lnTo>
                  <a:pt x="899" y="52"/>
                </a:lnTo>
                <a:lnTo>
                  <a:pt x="899" y="51"/>
                </a:lnTo>
                <a:lnTo>
                  <a:pt x="899" y="52"/>
                </a:lnTo>
                <a:lnTo>
                  <a:pt x="900" y="52"/>
                </a:lnTo>
                <a:lnTo>
                  <a:pt x="900" y="53"/>
                </a:lnTo>
                <a:lnTo>
                  <a:pt x="899" y="53"/>
                </a:lnTo>
                <a:lnTo>
                  <a:pt x="900" y="53"/>
                </a:lnTo>
                <a:lnTo>
                  <a:pt x="900" y="54"/>
                </a:lnTo>
                <a:lnTo>
                  <a:pt x="900" y="55"/>
                </a:lnTo>
                <a:lnTo>
                  <a:pt x="901" y="55"/>
                </a:lnTo>
                <a:lnTo>
                  <a:pt x="901" y="56"/>
                </a:lnTo>
                <a:lnTo>
                  <a:pt x="901" y="55"/>
                </a:lnTo>
                <a:lnTo>
                  <a:pt x="902" y="55"/>
                </a:lnTo>
                <a:lnTo>
                  <a:pt x="902" y="56"/>
                </a:lnTo>
                <a:lnTo>
                  <a:pt x="902" y="55"/>
                </a:lnTo>
                <a:lnTo>
                  <a:pt x="903" y="55"/>
                </a:lnTo>
                <a:lnTo>
                  <a:pt x="903" y="56"/>
                </a:lnTo>
                <a:lnTo>
                  <a:pt x="903" y="57"/>
                </a:lnTo>
                <a:lnTo>
                  <a:pt x="904" y="57"/>
                </a:lnTo>
                <a:lnTo>
                  <a:pt x="904" y="58"/>
                </a:lnTo>
                <a:lnTo>
                  <a:pt x="904" y="59"/>
                </a:lnTo>
                <a:lnTo>
                  <a:pt x="905" y="59"/>
                </a:lnTo>
                <a:lnTo>
                  <a:pt x="905" y="60"/>
                </a:lnTo>
                <a:lnTo>
                  <a:pt x="904" y="60"/>
                </a:lnTo>
                <a:lnTo>
                  <a:pt x="904" y="61"/>
                </a:lnTo>
                <a:lnTo>
                  <a:pt x="905" y="61"/>
                </a:lnTo>
                <a:lnTo>
                  <a:pt x="905" y="62"/>
                </a:lnTo>
                <a:lnTo>
                  <a:pt x="906" y="62"/>
                </a:lnTo>
                <a:lnTo>
                  <a:pt x="908" y="62"/>
                </a:lnTo>
                <a:lnTo>
                  <a:pt x="909" y="61"/>
                </a:lnTo>
                <a:lnTo>
                  <a:pt x="910" y="61"/>
                </a:lnTo>
                <a:lnTo>
                  <a:pt x="910" y="62"/>
                </a:lnTo>
                <a:lnTo>
                  <a:pt x="911" y="62"/>
                </a:lnTo>
                <a:lnTo>
                  <a:pt x="912" y="63"/>
                </a:lnTo>
                <a:lnTo>
                  <a:pt x="912" y="64"/>
                </a:lnTo>
                <a:lnTo>
                  <a:pt x="911" y="64"/>
                </a:lnTo>
                <a:lnTo>
                  <a:pt x="912" y="64"/>
                </a:lnTo>
                <a:lnTo>
                  <a:pt x="912" y="65"/>
                </a:lnTo>
                <a:lnTo>
                  <a:pt x="912" y="66"/>
                </a:lnTo>
                <a:lnTo>
                  <a:pt x="912" y="67"/>
                </a:lnTo>
                <a:lnTo>
                  <a:pt x="913" y="67"/>
                </a:lnTo>
                <a:lnTo>
                  <a:pt x="913" y="68"/>
                </a:lnTo>
                <a:lnTo>
                  <a:pt x="913" y="69"/>
                </a:lnTo>
                <a:lnTo>
                  <a:pt x="914" y="69"/>
                </a:lnTo>
                <a:lnTo>
                  <a:pt x="915" y="69"/>
                </a:lnTo>
                <a:lnTo>
                  <a:pt x="915" y="70"/>
                </a:lnTo>
                <a:lnTo>
                  <a:pt x="915" y="71"/>
                </a:lnTo>
                <a:lnTo>
                  <a:pt x="916" y="71"/>
                </a:lnTo>
                <a:lnTo>
                  <a:pt x="917" y="71"/>
                </a:lnTo>
                <a:lnTo>
                  <a:pt x="917" y="72"/>
                </a:lnTo>
                <a:lnTo>
                  <a:pt x="918" y="72"/>
                </a:lnTo>
                <a:lnTo>
                  <a:pt x="918" y="73"/>
                </a:lnTo>
                <a:lnTo>
                  <a:pt x="919" y="73"/>
                </a:lnTo>
                <a:lnTo>
                  <a:pt x="919" y="74"/>
                </a:lnTo>
                <a:lnTo>
                  <a:pt x="920" y="74"/>
                </a:lnTo>
                <a:lnTo>
                  <a:pt x="920" y="75"/>
                </a:lnTo>
                <a:lnTo>
                  <a:pt x="921" y="75"/>
                </a:lnTo>
                <a:lnTo>
                  <a:pt x="921" y="74"/>
                </a:lnTo>
                <a:lnTo>
                  <a:pt x="921" y="75"/>
                </a:lnTo>
                <a:lnTo>
                  <a:pt x="922" y="75"/>
                </a:lnTo>
                <a:lnTo>
                  <a:pt x="922" y="76"/>
                </a:lnTo>
                <a:lnTo>
                  <a:pt x="923" y="76"/>
                </a:lnTo>
                <a:lnTo>
                  <a:pt x="923" y="75"/>
                </a:lnTo>
                <a:lnTo>
                  <a:pt x="924" y="75"/>
                </a:lnTo>
                <a:lnTo>
                  <a:pt x="924" y="76"/>
                </a:lnTo>
                <a:lnTo>
                  <a:pt x="925" y="76"/>
                </a:lnTo>
                <a:lnTo>
                  <a:pt x="925" y="77"/>
                </a:lnTo>
                <a:lnTo>
                  <a:pt x="925" y="78"/>
                </a:lnTo>
                <a:lnTo>
                  <a:pt x="924" y="78"/>
                </a:lnTo>
                <a:lnTo>
                  <a:pt x="925" y="78"/>
                </a:lnTo>
                <a:lnTo>
                  <a:pt x="924" y="79"/>
                </a:lnTo>
                <a:lnTo>
                  <a:pt x="925" y="79"/>
                </a:lnTo>
                <a:lnTo>
                  <a:pt x="926" y="79"/>
                </a:lnTo>
                <a:lnTo>
                  <a:pt x="926" y="80"/>
                </a:lnTo>
                <a:lnTo>
                  <a:pt x="927" y="80"/>
                </a:lnTo>
                <a:lnTo>
                  <a:pt x="928" y="80"/>
                </a:lnTo>
                <a:lnTo>
                  <a:pt x="929" y="80"/>
                </a:lnTo>
                <a:lnTo>
                  <a:pt x="929" y="81"/>
                </a:lnTo>
                <a:lnTo>
                  <a:pt x="930" y="81"/>
                </a:lnTo>
                <a:lnTo>
                  <a:pt x="931" y="81"/>
                </a:lnTo>
                <a:lnTo>
                  <a:pt x="931" y="82"/>
                </a:lnTo>
                <a:lnTo>
                  <a:pt x="932" y="82"/>
                </a:lnTo>
                <a:lnTo>
                  <a:pt x="933" y="82"/>
                </a:lnTo>
                <a:lnTo>
                  <a:pt x="934" y="82"/>
                </a:lnTo>
                <a:lnTo>
                  <a:pt x="934" y="83"/>
                </a:lnTo>
                <a:lnTo>
                  <a:pt x="934" y="82"/>
                </a:lnTo>
                <a:lnTo>
                  <a:pt x="935" y="82"/>
                </a:lnTo>
                <a:lnTo>
                  <a:pt x="935" y="83"/>
                </a:lnTo>
                <a:lnTo>
                  <a:pt x="936" y="83"/>
                </a:lnTo>
                <a:lnTo>
                  <a:pt x="936" y="84"/>
                </a:lnTo>
                <a:lnTo>
                  <a:pt x="936" y="85"/>
                </a:lnTo>
                <a:lnTo>
                  <a:pt x="937" y="85"/>
                </a:lnTo>
                <a:lnTo>
                  <a:pt x="938" y="85"/>
                </a:lnTo>
                <a:lnTo>
                  <a:pt x="938" y="86"/>
                </a:lnTo>
                <a:lnTo>
                  <a:pt x="939" y="86"/>
                </a:lnTo>
                <a:lnTo>
                  <a:pt x="939" y="87"/>
                </a:lnTo>
                <a:lnTo>
                  <a:pt x="939" y="86"/>
                </a:lnTo>
                <a:lnTo>
                  <a:pt x="940" y="86"/>
                </a:lnTo>
                <a:lnTo>
                  <a:pt x="940" y="87"/>
                </a:lnTo>
                <a:lnTo>
                  <a:pt x="941" y="87"/>
                </a:lnTo>
                <a:lnTo>
                  <a:pt x="941" y="86"/>
                </a:lnTo>
                <a:lnTo>
                  <a:pt x="941" y="87"/>
                </a:lnTo>
                <a:lnTo>
                  <a:pt x="942" y="87"/>
                </a:lnTo>
                <a:lnTo>
                  <a:pt x="943" y="87"/>
                </a:lnTo>
                <a:lnTo>
                  <a:pt x="944" y="88"/>
                </a:lnTo>
                <a:lnTo>
                  <a:pt x="945" y="88"/>
                </a:lnTo>
                <a:lnTo>
                  <a:pt x="945" y="89"/>
                </a:lnTo>
                <a:lnTo>
                  <a:pt x="946" y="89"/>
                </a:lnTo>
                <a:lnTo>
                  <a:pt x="947" y="89"/>
                </a:lnTo>
                <a:lnTo>
                  <a:pt x="948" y="89"/>
                </a:lnTo>
                <a:lnTo>
                  <a:pt x="948" y="90"/>
                </a:lnTo>
                <a:lnTo>
                  <a:pt x="949" y="90"/>
                </a:lnTo>
                <a:lnTo>
                  <a:pt x="950" y="90"/>
                </a:lnTo>
                <a:lnTo>
                  <a:pt x="950" y="89"/>
                </a:lnTo>
                <a:lnTo>
                  <a:pt x="951" y="89"/>
                </a:lnTo>
                <a:lnTo>
                  <a:pt x="951" y="90"/>
                </a:lnTo>
                <a:lnTo>
                  <a:pt x="950" y="90"/>
                </a:lnTo>
                <a:lnTo>
                  <a:pt x="951" y="90"/>
                </a:lnTo>
                <a:lnTo>
                  <a:pt x="951" y="91"/>
                </a:lnTo>
                <a:lnTo>
                  <a:pt x="952" y="91"/>
                </a:lnTo>
                <a:lnTo>
                  <a:pt x="952" y="92"/>
                </a:lnTo>
                <a:lnTo>
                  <a:pt x="953" y="92"/>
                </a:lnTo>
                <a:lnTo>
                  <a:pt x="954" y="92"/>
                </a:lnTo>
                <a:lnTo>
                  <a:pt x="955" y="92"/>
                </a:lnTo>
                <a:lnTo>
                  <a:pt x="956" y="92"/>
                </a:lnTo>
                <a:lnTo>
                  <a:pt x="956" y="93"/>
                </a:lnTo>
                <a:lnTo>
                  <a:pt x="957" y="93"/>
                </a:lnTo>
                <a:lnTo>
                  <a:pt x="957" y="94"/>
                </a:lnTo>
                <a:lnTo>
                  <a:pt x="958" y="94"/>
                </a:lnTo>
                <a:lnTo>
                  <a:pt x="959" y="94"/>
                </a:lnTo>
                <a:lnTo>
                  <a:pt x="959" y="95"/>
                </a:lnTo>
                <a:lnTo>
                  <a:pt x="960" y="95"/>
                </a:lnTo>
                <a:lnTo>
                  <a:pt x="961" y="95"/>
                </a:lnTo>
                <a:lnTo>
                  <a:pt x="962" y="95"/>
                </a:lnTo>
                <a:lnTo>
                  <a:pt x="963" y="95"/>
                </a:lnTo>
                <a:lnTo>
                  <a:pt x="963" y="96"/>
                </a:lnTo>
                <a:lnTo>
                  <a:pt x="964" y="96"/>
                </a:lnTo>
                <a:lnTo>
                  <a:pt x="964" y="97"/>
                </a:lnTo>
                <a:lnTo>
                  <a:pt x="965" y="97"/>
                </a:lnTo>
                <a:lnTo>
                  <a:pt x="964" y="97"/>
                </a:lnTo>
                <a:lnTo>
                  <a:pt x="965" y="98"/>
                </a:lnTo>
                <a:lnTo>
                  <a:pt x="966" y="98"/>
                </a:lnTo>
                <a:lnTo>
                  <a:pt x="966" y="99"/>
                </a:lnTo>
                <a:lnTo>
                  <a:pt x="967" y="99"/>
                </a:lnTo>
                <a:lnTo>
                  <a:pt x="967" y="100"/>
                </a:lnTo>
                <a:lnTo>
                  <a:pt x="967" y="101"/>
                </a:lnTo>
                <a:lnTo>
                  <a:pt x="968" y="101"/>
                </a:lnTo>
                <a:lnTo>
                  <a:pt x="969" y="101"/>
                </a:lnTo>
                <a:lnTo>
                  <a:pt x="970" y="101"/>
                </a:lnTo>
                <a:lnTo>
                  <a:pt x="970" y="102"/>
                </a:lnTo>
                <a:lnTo>
                  <a:pt x="971" y="102"/>
                </a:lnTo>
                <a:lnTo>
                  <a:pt x="972" y="102"/>
                </a:lnTo>
                <a:lnTo>
                  <a:pt x="972" y="101"/>
                </a:lnTo>
                <a:lnTo>
                  <a:pt x="972" y="100"/>
                </a:lnTo>
                <a:lnTo>
                  <a:pt x="972" y="99"/>
                </a:lnTo>
                <a:lnTo>
                  <a:pt x="971" y="98"/>
                </a:lnTo>
                <a:lnTo>
                  <a:pt x="971" y="97"/>
                </a:lnTo>
                <a:lnTo>
                  <a:pt x="970" y="96"/>
                </a:lnTo>
                <a:lnTo>
                  <a:pt x="971" y="96"/>
                </a:lnTo>
                <a:lnTo>
                  <a:pt x="971" y="95"/>
                </a:lnTo>
                <a:lnTo>
                  <a:pt x="970" y="95"/>
                </a:lnTo>
                <a:lnTo>
                  <a:pt x="970" y="94"/>
                </a:lnTo>
                <a:lnTo>
                  <a:pt x="970" y="93"/>
                </a:lnTo>
                <a:lnTo>
                  <a:pt x="970" y="92"/>
                </a:lnTo>
                <a:lnTo>
                  <a:pt x="971" y="92"/>
                </a:lnTo>
                <a:lnTo>
                  <a:pt x="971" y="91"/>
                </a:lnTo>
                <a:lnTo>
                  <a:pt x="970" y="91"/>
                </a:lnTo>
                <a:lnTo>
                  <a:pt x="969" y="90"/>
                </a:lnTo>
                <a:lnTo>
                  <a:pt x="968" y="90"/>
                </a:lnTo>
                <a:lnTo>
                  <a:pt x="967" y="90"/>
                </a:lnTo>
                <a:lnTo>
                  <a:pt x="966" y="89"/>
                </a:lnTo>
                <a:lnTo>
                  <a:pt x="966" y="88"/>
                </a:lnTo>
                <a:lnTo>
                  <a:pt x="966" y="87"/>
                </a:lnTo>
                <a:lnTo>
                  <a:pt x="966" y="86"/>
                </a:lnTo>
                <a:lnTo>
                  <a:pt x="965" y="86"/>
                </a:lnTo>
                <a:lnTo>
                  <a:pt x="966" y="85"/>
                </a:lnTo>
                <a:lnTo>
                  <a:pt x="965" y="85"/>
                </a:lnTo>
                <a:lnTo>
                  <a:pt x="964" y="84"/>
                </a:lnTo>
                <a:lnTo>
                  <a:pt x="964" y="83"/>
                </a:lnTo>
                <a:lnTo>
                  <a:pt x="964" y="82"/>
                </a:lnTo>
                <a:lnTo>
                  <a:pt x="963" y="83"/>
                </a:lnTo>
                <a:lnTo>
                  <a:pt x="962" y="82"/>
                </a:lnTo>
                <a:lnTo>
                  <a:pt x="962" y="81"/>
                </a:lnTo>
                <a:lnTo>
                  <a:pt x="961" y="81"/>
                </a:lnTo>
                <a:lnTo>
                  <a:pt x="961" y="82"/>
                </a:lnTo>
                <a:lnTo>
                  <a:pt x="960" y="81"/>
                </a:lnTo>
                <a:lnTo>
                  <a:pt x="960" y="80"/>
                </a:lnTo>
                <a:lnTo>
                  <a:pt x="959" y="80"/>
                </a:lnTo>
                <a:lnTo>
                  <a:pt x="958" y="80"/>
                </a:lnTo>
                <a:lnTo>
                  <a:pt x="957" y="80"/>
                </a:lnTo>
                <a:lnTo>
                  <a:pt x="958" y="79"/>
                </a:lnTo>
                <a:lnTo>
                  <a:pt x="958" y="78"/>
                </a:lnTo>
                <a:lnTo>
                  <a:pt x="957" y="78"/>
                </a:lnTo>
                <a:lnTo>
                  <a:pt x="956" y="77"/>
                </a:lnTo>
                <a:lnTo>
                  <a:pt x="956" y="76"/>
                </a:lnTo>
                <a:lnTo>
                  <a:pt x="956" y="75"/>
                </a:lnTo>
                <a:lnTo>
                  <a:pt x="956" y="74"/>
                </a:lnTo>
                <a:lnTo>
                  <a:pt x="957" y="74"/>
                </a:lnTo>
                <a:lnTo>
                  <a:pt x="957" y="73"/>
                </a:lnTo>
                <a:lnTo>
                  <a:pt x="958" y="73"/>
                </a:lnTo>
                <a:lnTo>
                  <a:pt x="958" y="72"/>
                </a:lnTo>
                <a:lnTo>
                  <a:pt x="959" y="72"/>
                </a:lnTo>
                <a:lnTo>
                  <a:pt x="960" y="72"/>
                </a:lnTo>
                <a:lnTo>
                  <a:pt x="960" y="71"/>
                </a:lnTo>
                <a:lnTo>
                  <a:pt x="961" y="71"/>
                </a:lnTo>
                <a:lnTo>
                  <a:pt x="961" y="72"/>
                </a:lnTo>
                <a:lnTo>
                  <a:pt x="962" y="72"/>
                </a:lnTo>
                <a:lnTo>
                  <a:pt x="962" y="73"/>
                </a:lnTo>
                <a:lnTo>
                  <a:pt x="963" y="73"/>
                </a:lnTo>
                <a:lnTo>
                  <a:pt x="963" y="74"/>
                </a:lnTo>
                <a:lnTo>
                  <a:pt x="964" y="74"/>
                </a:lnTo>
                <a:lnTo>
                  <a:pt x="965" y="74"/>
                </a:lnTo>
                <a:lnTo>
                  <a:pt x="965" y="73"/>
                </a:lnTo>
                <a:lnTo>
                  <a:pt x="966" y="73"/>
                </a:lnTo>
                <a:lnTo>
                  <a:pt x="966" y="74"/>
                </a:lnTo>
                <a:lnTo>
                  <a:pt x="967" y="74"/>
                </a:lnTo>
                <a:lnTo>
                  <a:pt x="967" y="75"/>
                </a:lnTo>
                <a:lnTo>
                  <a:pt x="968" y="75"/>
                </a:lnTo>
                <a:lnTo>
                  <a:pt x="969" y="75"/>
                </a:lnTo>
                <a:lnTo>
                  <a:pt x="969" y="76"/>
                </a:lnTo>
                <a:lnTo>
                  <a:pt x="970" y="76"/>
                </a:lnTo>
                <a:lnTo>
                  <a:pt x="969" y="76"/>
                </a:lnTo>
                <a:lnTo>
                  <a:pt x="970" y="76"/>
                </a:lnTo>
                <a:lnTo>
                  <a:pt x="970" y="77"/>
                </a:lnTo>
                <a:lnTo>
                  <a:pt x="971" y="77"/>
                </a:lnTo>
                <a:lnTo>
                  <a:pt x="973" y="77"/>
                </a:lnTo>
                <a:lnTo>
                  <a:pt x="974" y="77"/>
                </a:lnTo>
                <a:lnTo>
                  <a:pt x="974" y="78"/>
                </a:lnTo>
                <a:lnTo>
                  <a:pt x="975" y="78"/>
                </a:lnTo>
                <a:lnTo>
                  <a:pt x="976" y="78"/>
                </a:lnTo>
                <a:lnTo>
                  <a:pt x="976" y="79"/>
                </a:lnTo>
                <a:lnTo>
                  <a:pt x="977" y="79"/>
                </a:lnTo>
                <a:lnTo>
                  <a:pt x="977" y="80"/>
                </a:lnTo>
                <a:lnTo>
                  <a:pt x="977" y="81"/>
                </a:lnTo>
                <a:lnTo>
                  <a:pt x="978" y="81"/>
                </a:lnTo>
                <a:lnTo>
                  <a:pt x="978" y="82"/>
                </a:lnTo>
                <a:lnTo>
                  <a:pt x="978" y="83"/>
                </a:lnTo>
                <a:lnTo>
                  <a:pt x="978" y="84"/>
                </a:lnTo>
                <a:lnTo>
                  <a:pt x="978" y="85"/>
                </a:lnTo>
                <a:lnTo>
                  <a:pt x="978" y="86"/>
                </a:lnTo>
                <a:lnTo>
                  <a:pt x="979" y="86"/>
                </a:lnTo>
                <a:lnTo>
                  <a:pt x="979" y="87"/>
                </a:lnTo>
                <a:lnTo>
                  <a:pt x="979" y="86"/>
                </a:lnTo>
                <a:lnTo>
                  <a:pt x="980" y="86"/>
                </a:lnTo>
                <a:lnTo>
                  <a:pt x="980" y="85"/>
                </a:lnTo>
                <a:lnTo>
                  <a:pt x="981" y="85"/>
                </a:lnTo>
                <a:lnTo>
                  <a:pt x="981" y="86"/>
                </a:lnTo>
                <a:lnTo>
                  <a:pt x="981" y="85"/>
                </a:lnTo>
                <a:lnTo>
                  <a:pt x="982" y="85"/>
                </a:lnTo>
                <a:lnTo>
                  <a:pt x="982" y="84"/>
                </a:lnTo>
                <a:lnTo>
                  <a:pt x="983" y="84"/>
                </a:lnTo>
                <a:lnTo>
                  <a:pt x="983" y="85"/>
                </a:lnTo>
                <a:lnTo>
                  <a:pt x="983" y="86"/>
                </a:lnTo>
                <a:lnTo>
                  <a:pt x="984" y="86"/>
                </a:lnTo>
                <a:lnTo>
                  <a:pt x="984" y="87"/>
                </a:lnTo>
                <a:lnTo>
                  <a:pt x="984" y="88"/>
                </a:lnTo>
                <a:lnTo>
                  <a:pt x="985" y="88"/>
                </a:lnTo>
                <a:lnTo>
                  <a:pt x="985" y="89"/>
                </a:lnTo>
                <a:lnTo>
                  <a:pt x="986" y="89"/>
                </a:lnTo>
                <a:lnTo>
                  <a:pt x="985" y="90"/>
                </a:lnTo>
                <a:lnTo>
                  <a:pt x="984" y="90"/>
                </a:lnTo>
                <a:lnTo>
                  <a:pt x="984" y="91"/>
                </a:lnTo>
                <a:lnTo>
                  <a:pt x="985" y="91"/>
                </a:lnTo>
                <a:lnTo>
                  <a:pt x="986" y="92"/>
                </a:lnTo>
                <a:lnTo>
                  <a:pt x="987" y="92"/>
                </a:lnTo>
                <a:lnTo>
                  <a:pt x="988" y="92"/>
                </a:lnTo>
                <a:lnTo>
                  <a:pt x="988" y="93"/>
                </a:lnTo>
                <a:lnTo>
                  <a:pt x="989" y="93"/>
                </a:lnTo>
                <a:lnTo>
                  <a:pt x="990" y="93"/>
                </a:lnTo>
                <a:lnTo>
                  <a:pt x="990" y="94"/>
                </a:lnTo>
                <a:lnTo>
                  <a:pt x="991" y="94"/>
                </a:lnTo>
                <a:lnTo>
                  <a:pt x="992" y="94"/>
                </a:lnTo>
                <a:lnTo>
                  <a:pt x="992" y="93"/>
                </a:lnTo>
                <a:lnTo>
                  <a:pt x="993" y="93"/>
                </a:lnTo>
                <a:lnTo>
                  <a:pt x="994" y="93"/>
                </a:lnTo>
                <a:lnTo>
                  <a:pt x="995" y="93"/>
                </a:lnTo>
                <a:lnTo>
                  <a:pt x="995" y="94"/>
                </a:lnTo>
                <a:lnTo>
                  <a:pt x="995" y="95"/>
                </a:lnTo>
                <a:lnTo>
                  <a:pt x="995" y="96"/>
                </a:lnTo>
                <a:lnTo>
                  <a:pt x="994" y="96"/>
                </a:lnTo>
                <a:lnTo>
                  <a:pt x="995" y="97"/>
                </a:lnTo>
                <a:lnTo>
                  <a:pt x="996" y="97"/>
                </a:lnTo>
                <a:lnTo>
                  <a:pt x="997" y="97"/>
                </a:lnTo>
                <a:lnTo>
                  <a:pt x="998" y="97"/>
                </a:lnTo>
                <a:lnTo>
                  <a:pt x="998" y="96"/>
                </a:lnTo>
                <a:lnTo>
                  <a:pt x="998" y="95"/>
                </a:lnTo>
                <a:lnTo>
                  <a:pt x="999" y="95"/>
                </a:lnTo>
                <a:lnTo>
                  <a:pt x="999" y="96"/>
                </a:lnTo>
                <a:lnTo>
                  <a:pt x="1000" y="96"/>
                </a:lnTo>
                <a:lnTo>
                  <a:pt x="1001" y="96"/>
                </a:lnTo>
                <a:lnTo>
                  <a:pt x="1002" y="96"/>
                </a:lnTo>
                <a:lnTo>
                  <a:pt x="1002" y="97"/>
                </a:lnTo>
                <a:lnTo>
                  <a:pt x="1003" y="97"/>
                </a:lnTo>
                <a:lnTo>
                  <a:pt x="1004" y="98"/>
                </a:lnTo>
                <a:lnTo>
                  <a:pt x="1004" y="99"/>
                </a:lnTo>
                <a:lnTo>
                  <a:pt x="1005" y="99"/>
                </a:lnTo>
                <a:lnTo>
                  <a:pt x="1006" y="99"/>
                </a:lnTo>
                <a:lnTo>
                  <a:pt x="1007" y="99"/>
                </a:lnTo>
                <a:lnTo>
                  <a:pt x="1007" y="98"/>
                </a:lnTo>
                <a:lnTo>
                  <a:pt x="1007" y="99"/>
                </a:lnTo>
                <a:lnTo>
                  <a:pt x="1007" y="98"/>
                </a:lnTo>
                <a:lnTo>
                  <a:pt x="1007" y="99"/>
                </a:lnTo>
                <a:lnTo>
                  <a:pt x="1008" y="99"/>
                </a:lnTo>
                <a:lnTo>
                  <a:pt x="1009" y="99"/>
                </a:lnTo>
                <a:lnTo>
                  <a:pt x="1010" y="99"/>
                </a:lnTo>
                <a:lnTo>
                  <a:pt x="1010" y="98"/>
                </a:lnTo>
                <a:lnTo>
                  <a:pt x="1011" y="98"/>
                </a:lnTo>
                <a:lnTo>
                  <a:pt x="1011" y="97"/>
                </a:lnTo>
                <a:lnTo>
                  <a:pt x="1012" y="97"/>
                </a:lnTo>
                <a:lnTo>
                  <a:pt x="1013" y="97"/>
                </a:lnTo>
                <a:lnTo>
                  <a:pt x="1014" y="97"/>
                </a:lnTo>
                <a:lnTo>
                  <a:pt x="1014" y="98"/>
                </a:lnTo>
                <a:lnTo>
                  <a:pt x="1015" y="98"/>
                </a:lnTo>
                <a:lnTo>
                  <a:pt x="1016" y="98"/>
                </a:lnTo>
                <a:lnTo>
                  <a:pt x="1017" y="98"/>
                </a:lnTo>
                <a:lnTo>
                  <a:pt x="1017" y="99"/>
                </a:lnTo>
                <a:lnTo>
                  <a:pt x="1018" y="99"/>
                </a:lnTo>
                <a:lnTo>
                  <a:pt x="1019" y="99"/>
                </a:lnTo>
                <a:lnTo>
                  <a:pt x="1019" y="98"/>
                </a:lnTo>
                <a:lnTo>
                  <a:pt x="1020" y="98"/>
                </a:lnTo>
                <a:lnTo>
                  <a:pt x="1020" y="99"/>
                </a:lnTo>
                <a:lnTo>
                  <a:pt x="1021" y="99"/>
                </a:lnTo>
                <a:lnTo>
                  <a:pt x="1022" y="99"/>
                </a:lnTo>
                <a:lnTo>
                  <a:pt x="1022" y="100"/>
                </a:lnTo>
                <a:lnTo>
                  <a:pt x="1023" y="100"/>
                </a:lnTo>
                <a:lnTo>
                  <a:pt x="1024" y="101"/>
                </a:lnTo>
                <a:lnTo>
                  <a:pt x="1025" y="101"/>
                </a:lnTo>
                <a:lnTo>
                  <a:pt x="1025" y="102"/>
                </a:lnTo>
                <a:lnTo>
                  <a:pt x="1026" y="102"/>
                </a:lnTo>
                <a:lnTo>
                  <a:pt x="1026" y="103"/>
                </a:lnTo>
                <a:lnTo>
                  <a:pt x="1026" y="104"/>
                </a:lnTo>
                <a:lnTo>
                  <a:pt x="1027" y="104"/>
                </a:lnTo>
                <a:lnTo>
                  <a:pt x="1027" y="105"/>
                </a:lnTo>
                <a:lnTo>
                  <a:pt x="1028" y="105"/>
                </a:lnTo>
                <a:lnTo>
                  <a:pt x="1028" y="106"/>
                </a:lnTo>
                <a:lnTo>
                  <a:pt x="1029" y="106"/>
                </a:lnTo>
                <a:lnTo>
                  <a:pt x="1029" y="107"/>
                </a:lnTo>
                <a:lnTo>
                  <a:pt x="1029" y="108"/>
                </a:lnTo>
                <a:lnTo>
                  <a:pt x="1030" y="108"/>
                </a:lnTo>
                <a:lnTo>
                  <a:pt x="1031" y="108"/>
                </a:lnTo>
                <a:lnTo>
                  <a:pt x="1031" y="109"/>
                </a:lnTo>
                <a:lnTo>
                  <a:pt x="1032" y="109"/>
                </a:lnTo>
                <a:lnTo>
                  <a:pt x="1033" y="109"/>
                </a:lnTo>
                <a:lnTo>
                  <a:pt x="1034" y="108"/>
                </a:lnTo>
                <a:lnTo>
                  <a:pt x="1035" y="108"/>
                </a:lnTo>
                <a:lnTo>
                  <a:pt x="1035" y="107"/>
                </a:lnTo>
                <a:lnTo>
                  <a:pt x="1036" y="107"/>
                </a:lnTo>
                <a:lnTo>
                  <a:pt x="1036" y="106"/>
                </a:lnTo>
                <a:lnTo>
                  <a:pt x="1037" y="106"/>
                </a:lnTo>
                <a:lnTo>
                  <a:pt x="1038" y="106"/>
                </a:lnTo>
                <a:lnTo>
                  <a:pt x="1038" y="107"/>
                </a:lnTo>
                <a:lnTo>
                  <a:pt x="1039" y="107"/>
                </a:lnTo>
                <a:lnTo>
                  <a:pt x="1040" y="107"/>
                </a:lnTo>
                <a:lnTo>
                  <a:pt x="1040" y="108"/>
                </a:lnTo>
                <a:lnTo>
                  <a:pt x="1040" y="109"/>
                </a:lnTo>
                <a:lnTo>
                  <a:pt x="1039" y="109"/>
                </a:lnTo>
                <a:lnTo>
                  <a:pt x="1039" y="110"/>
                </a:lnTo>
                <a:lnTo>
                  <a:pt x="1038" y="111"/>
                </a:lnTo>
                <a:lnTo>
                  <a:pt x="1038" y="112"/>
                </a:lnTo>
                <a:lnTo>
                  <a:pt x="1038" y="113"/>
                </a:lnTo>
                <a:lnTo>
                  <a:pt x="1038" y="114"/>
                </a:lnTo>
                <a:lnTo>
                  <a:pt x="1039" y="114"/>
                </a:lnTo>
                <a:lnTo>
                  <a:pt x="1039" y="115"/>
                </a:lnTo>
                <a:lnTo>
                  <a:pt x="1038" y="115"/>
                </a:lnTo>
                <a:lnTo>
                  <a:pt x="1038" y="116"/>
                </a:lnTo>
                <a:lnTo>
                  <a:pt x="1037" y="116"/>
                </a:lnTo>
                <a:lnTo>
                  <a:pt x="1037" y="117"/>
                </a:lnTo>
                <a:lnTo>
                  <a:pt x="1036" y="118"/>
                </a:lnTo>
                <a:lnTo>
                  <a:pt x="1036" y="119"/>
                </a:lnTo>
                <a:lnTo>
                  <a:pt x="1035" y="119"/>
                </a:lnTo>
                <a:lnTo>
                  <a:pt x="1036" y="119"/>
                </a:lnTo>
                <a:lnTo>
                  <a:pt x="1035" y="119"/>
                </a:lnTo>
                <a:lnTo>
                  <a:pt x="1036" y="120"/>
                </a:lnTo>
                <a:lnTo>
                  <a:pt x="1036" y="121"/>
                </a:lnTo>
                <a:lnTo>
                  <a:pt x="1036" y="122"/>
                </a:lnTo>
                <a:lnTo>
                  <a:pt x="1036" y="123"/>
                </a:lnTo>
                <a:lnTo>
                  <a:pt x="1037" y="124"/>
                </a:lnTo>
                <a:lnTo>
                  <a:pt x="1038" y="124"/>
                </a:lnTo>
                <a:lnTo>
                  <a:pt x="1039" y="124"/>
                </a:lnTo>
                <a:lnTo>
                  <a:pt x="1039" y="123"/>
                </a:lnTo>
                <a:lnTo>
                  <a:pt x="1040" y="123"/>
                </a:lnTo>
                <a:lnTo>
                  <a:pt x="1040" y="124"/>
                </a:lnTo>
                <a:lnTo>
                  <a:pt x="1040" y="123"/>
                </a:lnTo>
                <a:lnTo>
                  <a:pt x="1040" y="124"/>
                </a:lnTo>
                <a:lnTo>
                  <a:pt x="1041" y="124"/>
                </a:lnTo>
                <a:lnTo>
                  <a:pt x="1041" y="123"/>
                </a:lnTo>
                <a:lnTo>
                  <a:pt x="1042" y="124"/>
                </a:lnTo>
                <a:lnTo>
                  <a:pt x="1042" y="123"/>
                </a:lnTo>
                <a:lnTo>
                  <a:pt x="1043" y="123"/>
                </a:lnTo>
                <a:lnTo>
                  <a:pt x="1043" y="124"/>
                </a:lnTo>
                <a:lnTo>
                  <a:pt x="1043" y="123"/>
                </a:lnTo>
                <a:lnTo>
                  <a:pt x="1044" y="123"/>
                </a:lnTo>
                <a:lnTo>
                  <a:pt x="1044" y="124"/>
                </a:lnTo>
                <a:lnTo>
                  <a:pt x="1045" y="124"/>
                </a:lnTo>
                <a:lnTo>
                  <a:pt x="1045" y="125"/>
                </a:lnTo>
                <a:lnTo>
                  <a:pt x="1046" y="125"/>
                </a:lnTo>
                <a:lnTo>
                  <a:pt x="1046" y="126"/>
                </a:lnTo>
                <a:lnTo>
                  <a:pt x="1047" y="126"/>
                </a:lnTo>
                <a:lnTo>
                  <a:pt x="1047" y="127"/>
                </a:lnTo>
                <a:lnTo>
                  <a:pt x="1048" y="127"/>
                </a:lnTo>
                <a:lnTo>
                  <a:pt x="1049" y="127"/>
                </a:lnTo>
                <a:lnTo>
                  <a:pt x="1049" y="128"/>
                </a:lnTo>
                <a:lnTo>
                  <a:pt x="1050" y="128"/>
                </a:lnTo>
                <a:lnTo>
                  <a:pt x="1051" y="128"/>
                </a:lnTo>
                <a:lnTo>
                  <a:pt x="1051" y="129"/>
                </a:lnTo>
                <a:lnTo>
                  <a:pt x="1052" y="129"/>
                </a:lnTo>
                <a:lnTo>
                  <a:pt x="1052" y="130"/>
                </a:lnTo>
                <a:lnTo>
                  <a:pt x="1053" y="130"/>
                </a:lnTo>
                <a:lnTo>
                  <a:pt x="1054" y="130"/>
                </a:lnTo>
                <a:lnTo>
                  <a:pt x="1055" y="130"/>
                </a:lnTo>
                <a:lnTo>
                  <a:pt x="1055" y="131"/>
                </a:lnTo>
                <a:lnTo>
                  <a:pt x="1056" y="131"/>
                </a:lnTo>
                <a:lnTo>
                  <a:pt x="1056" y="132"/>
                </a:lnTo>
                <a:lnTo>
                  <a:pt x="1056" y="133"/>
                </a:lnTo>
                <a:lnTo>
                  <a:pt x="1057" y="133"/>
                </a:lnTo>
                <a:lnTo>
                  <a:pt x="1058" y="133"/>
                </a:lnTo>
                <a:lnTo>
                  <a:pt x="1058" y="134"/>
                </a:lnTo>
                <a:lnTo>
                  <a:pt x="1059" y="134"/>
                </a:lnTo>
                <a:lnTo>
                  <a:pt x="1059" y="135"/>
                </a:lnTo>
                <a:lnTo>
                  <a:pt x="1059" y="136"/>
                </a:lnTo>
                <a:lnTo>
                  <a:pt x="1059" y="137"/>
                </a:lnTo>
                <a:lnTo>
                  <a:pt x="1060" y="137"/>
                </a:lnTo>
                <a:lnTo>
                  <a:pt x="1060" y="138"/>
                </a:lnTo>
                <a:lnTo>
                  <a:pt x="1061" y="138"/>
                </a:lnTo>
                <a:lnTo>
                  <a:pt x="1061" y="137"/>
                </a:lnTo>
                <a:lnTo>
                  <a:pt x="1061" y="138"/>
                </a:lnTo>
                <a:lnTo>
                  <a:pt x="1062" y="138"/>
                </a:lnTo>
                <a:lnTo>
                  <a:pt x="1062" y="139"/>
                </a:lnTo>
                <a:lnTo>
                  <a:pt x="1063" y="139"/>
                </a:lnTo>
                <a:lnTo>
                  <a:pt x="1063" y="140"/>
                </a:lnTo>
                <a:lnTo>
                  <a:pt x="1064" y="140"/>
                </a:lnTo>
                <a:lnTo>
                  <a:pt x="1065" y="140"/>
                </a:lnTo>
                <a:lnTo>
                  <a:pt x="1066" y="140"/>
                </a:lnTo>
                <a:lnTo>
                  <a:pt x="1067" y="140"/>
                </a:lnTo>
                <a:lnTo>
                  <a:pt x="1068" y="140"/>
                </a:lnTo>
                <a:lnTo>
                  <a:pt x="1068" y="141"/>
                </a:lnTo>
                <a:lnTo>
                  <a:pt x="1069" y="141"/>
                </a:lnTo>
                <a:lnTo>
                  <a:pt x="1070" y="141"/>
                </a:lnTo>
                <a:lnTo>
                  <a:pt x="1071" y="141"/>
                </a:lnTo>
                <a:lnTo>
                  <a:pt x="1071" y="142"/>
                </a:lnTo>
                <a:lnTo>
                  <a:pt x="1072" y="142"/>
                </a:lnTo>
                <a:lnTo>
                  <a:pt x="1073" y="142"/>
                </a:lnTo>
                <a:lnTo>
                  <a:pt x="1073" y="143"/>
                </a:lnTo>
                <a:lnTo>
                  <a:pt x="1074" y="143"/>
                </a:lnTo>
                <a:lnTo>
                  <a:pt x="1074" y="144"/>
                </a:lnTo>
                <a:lnTo>
                  <a:pt x="1075" y="144"/>
                </a:lnTo>
                <a:lnTo>
                  <a:pt x="1076" y="144"/>
                </a:lnTo>
                <a:lnTo>
                  <a:pt x="1076" y="145"/>
                </a:lnTo>
                <a:lnTo>
                  <a:pt x="1077" y="145"/>
                </a:lnTo>
                <a:lnTo>
                  <a:pt x="1077" y="146"/>
                </a:lnTo>
                <a:lnTo>
                  <a:pt x="1078" y="146"/>
                </a:lnTo>
                <a:lnTo>
                  <a:pt x="1078" y="145"/>
                </a:lnTo>
                <a:lnTo>
                  <a:pt x="1079" y="145"/>
                </a:lnTo>
                <a:lnTo>
                  <a:pt x="1080" y="145"/>
                </a:lnTo>
                <a:lnTo>
                  <a:pt x="1080" y="144"/>
                </a:lnTo>
                <a:lnTo>
                  <a:pt x="1079" y="144"/>
                </a:lnTo>
                <a:lnTo>
                  <a:pt x="1080" y="144"/>
                </a:lnTo>
                <a:lnTo>
                  <a:pt x="1080" y="143"/>
                </a:lnTo>
                <a:lnTo>
                  <a:pt x="1080" y="142"/>
                </a:lnTo>
                <a:lnTo>
                  <a:pt x="1081" y="142"/>
                </a:lnTo>
                <a:lnTo>
                  <a:pt x="1082" y="142"/>
                </a:lnTo>
                <a:lnTo>
                  <a:pt x="1082" y="141"/>
                </a:lnTo>
                <a:lnTo>
                  <a:pt x="1082" y="140"/>
                </a:lnTo>
                <a:lnTo>
                  <a:pt x="1083" y="140"/>
                </a:lnTo>
                <a:lnTo>
                  <a:pt x="1084" y="140"/>
                </a:lnTo>
                <a:lnTo>
                  <a:pt x="1084" y="139"/>
                </a:lnTo>
                <a:lnTo>
                  <a:pt x="1085" y="139"/>
                </a:lnTo>
                <a:lnTo>
                  <a:pt x="1085" y="138"/>
                </a:lnTo>
                <a:lnTo>
                  <a:pt x="1086" y="138"/>
                </a:lnTo>
                <a:lnTo>
                  <a:pt x="1087" y="138"/>
                </a:lnTo>
                <a:lnTo>
                  <a:pt x="1087" y="139"/>
                </a:lnTo>
                <a:lnTo>
                  <a:pt x="1088" y="139"/>
                </a:lnTo>
                <a:lnTo>
                  <a:pt x="1089" y="139"/>
                </a:lnTo>
                <a:lnTo>
                  <a:pt x="1090" y="139"/>
                </a:lnTo>
                <a:lnTo>
                  <a:pt x="1091" y="139"/>
                </a:lnTo>
                <a:lnTo>
                  <a:pt x="1092" y="139"/>
                </a:lnTo>
                <a:lnTo>
                  <a:pt x="1092" y="140"/>
                </a:lnTo>
                <a:lnTo>
                  <a:pt x="1093" y="140"/>
                </a:lnTo>
                <a:lnTo>
                  <a:pt x="1094" y="140"/>
                </a:lnTo>
                <a:lnTo>
                  <a:pt x="1094" y="141"/>
                </a:lnTo>
                <a:lnTo>
                  <a:pt x="1095" y="141"/>
                </a:lnTo>
                <a:lnTo>
                  <a:pt x="1097" y="141"/>
                </a:lnTo>
                <a:lnTo>
                  <a:pt x="1098" y="141"/>
                </a:lnTo>
                <a:lnTo>
                  <a:pt x="1099" y="141"/>
                </a:lnTo>
                <a:lnTo>
                  <a:pt x="1099" y="142"/>
                </a:lnTo>
                <a:lnTo>
                  <a:pt x="1100" y="142"/>
                </a:lnTo>
                <a:lnTo>
                  <a:pt x="1100" y="143"/>
                </a:lnTo>
                <a:lnTo>
                  <a:pt x="1101" y="143"/>
                </a:lnTo>
                <a:lnTo>
                  <a:pt x="1101" y="144"/>
                </a:lnTo>
                <a:lnTo>
                  <a:pt x="1102" y="144"/>
                </a:lnTo>
                <a:lnTo>
                  <a:pt x="1102" y="145"/>
                </a:lnTo>
                <a:lnTo>
                  <a:pt x="1102" y="146"/>
                </a:lnTo>
                <a:lnTo>
                  <a:pt x="1103" y="146"/>
                </a:lnTo>
                <a:lnTo>
                  <a:pt x="1103" y="147"/>
                </a:lnTo>
                <a:lnTo>
                  <a:pt x="1104" y="147"/>
                </a:lnTo>
                <a:lnTo>
                  <a:pt x="1105" y="147"/>
                </a:lnTo>
                <a:lnTo>
                  <a:pt x="1105" y="148"/>
                </a:lnTo>
                <a:lnTo>
                  <a:pt x="1106" y="149"/>
                </a:lnTo>
                <a:lnTo>
                  <a:pt x="1106" y="150"/>
                </a:lnTo>
                <a:lnTo>
                  <a:pt x="1105" y="150"/>
                </a:lnTo>
                <a:lnTo>
                  <a:pt x="1105" y="151"/>
                </a:lnTo>
                <a:lnTo>
                  <a:pt x="1105" y="152"/>
                </a:lnTo>
                <a:lnTo>
                  <a:pt x="1106" y="152"/>
                </a:lnTo>
                <a:lnTo>
                  <a:pt x="1107" y="152"/>
                </a:lnTo>
                <a:lnTo>
                  <a:pt x="1108" y="152"/>
                </a:lnTo>
                <a:lnTo>
                  <a:pt x="1108" y="153"/>
                </a:lnTo>
                <a:lnTo>
                  <a:pt x="1109" y="153"/>
                </a:lnTo>
                <a:lnTo>
                  <a:pt x="1110" y="153"/>
                </a:lnTo>
                <a:lnTo>
                  <a:pt x="1111" y="154"/>
                </a:lnTo>
                <a:lnTo>
                  <a:pt x="1112" y="154"/>
                </a:lnTo>
                <a:lnTo>
                  <a:pt x="1113" y="154"/>
                </a:lnTo>
                <a:lnTo>
                  <a:pt x="1114" y="154"/>
                </a:lnTo>
                <a:lnTo>
                  <a:pt x="1114" y="155"/>
                </a:lnTo>
                <a:lnTo>
                  <a:pt x="1115" y="155"/>
                </a:lnTo>
                <a:lnTo>
                  <a:pt x="1116" y="155"/>
                </a:lnTo>
                <a:lnTo>
                  <a:pt x="1117" y="155"/>
                </a:lnTo>
                <a:lnTo>
                  <a:pt x="1117" y="156"/>
                </a:lnTo>
                <a:lnTo>
                  <a:pt x="1118" y="156"/>
                </a:lnTo>
                <a:lnTo>
                  <a:pt x="1118" y="157"/>
                </a:lnTo>
                <a:lnTo>
                  <a:pt x="1119" y="157"/>
                </a:lnTo>
                <a:lnTo>
                  <a:pt x="1119" y="159"/>
                </a:lnTo>
                <a:lnTo>
                  <a:pt x="1119" y="160"/>
                </a:lnTo>
                <a:lnTo>
                  <a:pt x="1119" y="159"/>
                </a:lnTo>
                <a:lnTo>
                  <a:pt x="1120" y="159"/>
                </a:lnTo>
                <a:lnTo>
                  <a:pt x="1121" y="159"/>
                </a:lnTo>
                <a:lnTo>
                  <a:pt x="1122" y="159"/>
                </a:lnTo>
                <a:lnTo>
                  <a:pt x="1123" y="159"/>
                </a:lnTo>
                <a:lnTo>
                  <a:pt x="1123" y="158"/>
                </a:lnTo>
                <a:lnTo>
                  <a:pt x="1124" y="158"/>
                </a:lnTo>
                <a:lnTo>
                  <a:pt x="1124" y="157"/>
                </a:lnTo>
                <a:lnTo>
                  <a:pt x="1124" y="156"/>
                </a:lnTo>
                <a:lnTo>
                  <a:pt x="1125" y="156"/>
                </a:lnTo>
                <a:lnTo>
                  <a:pt x="1126" y="155"/>
                </a:lnTo>
                <a:lnTo>
                  <a:pt x="1127" y="155"/>
                </a:lnTo>
                <a:lnTo>
                  <a:pt x="1127" y="154"/>
                </a:lnTo>
                <a:lnTo>
                  <a:pt x="1128" y="154"/>
                </a:lnTo>
                <a:lnTo>
                  <a:pt x="1129" y="154"/>
                </a:lnTo>
                <a:lnTo>
                  <a:pt x="1129" y="153"/>
                </a:lnTo>
                <a:lnTo>
                  <a:pt x="1130" y="153"/>
                </a:lnTo>
                <a:lnTo>
                  <a:pt x="1130" y="152"/>
                </a:lnTo>
                <a:lnTo>
                  <a:pt x="1131" y="152"/>
                </a:lnTo>
                <a:lnTo>
                  <a:pt x="1132" y="152"/>
                </a:lnTo>
                <a:lnTo>
                  <a:pt x="1133" y="152"/>
                </a:lnTo>
                <a:lnTo>
                  <a:pt x="1134" y="152"/>
                </a:lnTo>
                <a:lnTo>
                  <a:pt x="1135" y="152"/>
                </a:lnTo>
                <a:lnTo>
                  <a:pt x="1136" y="152"/>
                </a:lnTo>
                <a:lnTo>
                  <a:pt x="1136" y="153"/>
                </a:lnTo>
                <a:lnTo>
                  <a:pt x="1137" y="153"/>
                </a:lnTo>
                <a:lnTo>
                  <a:pt x="1137" y="154"/>
                </a:lnTo>
                <a:lnTo>
                  <a:pt x="1137" y="155"/>
                </a:lnTo>
                <a:lnTo>
                  <a:pt x="1138" y="156"/>
                </a:lnTo>
                <a:lnTo>
                  <a:pt x="1139" y="156"/>
                </a:lnTo>
                <a:lnTo>
                  <a:pt x="1139" y="157"/>
                </a:lnTo>
                <a:lnTo>
                  <a:pt x="1139" y="158"/>
                </a:lnTo>
                <a:lnTo>
                  <a:pt x="1139" y="159"/>
                </a:lnTo>
                <a:lnTo>
                  <a:pt x="1140" y="159"/>
                </a:lnTo>
                <a:lnTo>
                  <a:pt x="1140" y="160"/>
                </a:lnTo>
                <a:lnTo>
                  <a:pt x="1140" y="161"/>
                </a:lnTo>
                <a:lnTo>
                  <a:pt x="1139" y="162"/>
                </a:lnTo>
                <a:lnTo>
                  <a:pt x="1139" y="163"/>
                </a:lnTo>
                <a:lnTo>
                  <a:pt x="1140" y="163"/>
                </a:lnTo>
                <a:lnTo>
                  <a:pt x="1141" y="164"/>
                </a:lnTo>
                <a:lnTo>
                  <a:pt x="1142" y="165"/>
                </a:lnTo>
                <a:lnTo>
                  <a:pt x="1142" y="166"/>
                </a:lnTo>
                <a:lnTo>
                  <a:pt x="1142" y="167"/>
                </a:lnTo>
                <a:lnTo>
                  <a:pt x="1143" y="167"/>
                </a:lnTo>
                <a:lnTo>
                  <a:pt x="1144" y="167"/>
                </a:lnTo>
                <a:lnTo>
                  <a:pt x="1145" y="168"/>
                </a:lnTo>
                <a:lnTo>
                  <a:pt x="1146" y="169"/>
                </a:lnTo>
                <a:lnTo>
                  <a:pt x="1146" y="170"/>
                </a:lnTo>
                <a:lnTo>
                  <a:pt x="1147" y="170"/>
                </a:lnTo>
                <a:lnTo>
                  <a:pt x="1147" y="171"/>
                </a:lnTo>
                <a:lnTo>
                  <a:pt x="1146" y="172"/>
                </a:lnTo>
                <a:lnTo>
                  <a:pt x="1146" y="173"/>
                </a:lnTo>
                <a:lnTo>
                  <a:pt x="1147" y="174"/>
                </a:lnTo>
                <a:lnTo>
                  <a:pt x="1146" y="174"/>
                </a:lnTo>
                <a:lnTo>
                  <a:pt x="1146" y="175"/>
                </a:lnTo>
                <a:lnTo>
                  <a:pt x="1145" y="176"/>
                </a:lnTo>
                <a:lnTo>
                  <a:pt x="1145" y="177"/>
                </a:lnTo>
                <a:lnTo>
                  <a:pt x="1146" y="177"/>
                </a:lnTo>
                <a:lnTo>
                  <a:pt x="1147" y="177"/>
                </a:lnTo>
                <a:lnTo>
                  <a:pt x="1148" y="178"/>
                </a:lnTo>
                <a:lnTo>
                  <a:pt x="1149" y="178"/>
                </a:lnTo>
                <a:lnTo>
                  <a:pt x="1150" y="178"/>
                </a:lnTo>
                <a:lnTo>
                  <a:pt x="1151" y="179"/>
                </a:lnTo>
                <a:lnTo>
                  <a:pt x="1152" y="180"/>
                </a:lnTo>
                <a:lnTo>
                  <a:pt x="1152" y="181"/>
                </a:lnTo>
                <a:lnTo>
                  <a:pt x="1153" y="182"/>
                </a:lnTo>
                <a:lnTo>
                  <a:pt x="1153" y="183"/>
                </a:lnTo>
                <a:lnTo>
                  <a:pt x="1153" y="184"/>
                </a:lnTo>
                <a:lnTo>
                  <a:pt x="1154" y="184"/>
                </a:lnTo>
                <a:lnTo>
                  <a:pt x="1155" y="184"/>
                </a:lnTo>
                <a:lnTo>
                  <a:pt x="1156" y="184"/>
                </a:lnTo>
                <a:lnTo>
                  <a:pt x="1157" y="184"/>
                </a:lnTo>
                <a:lnTo>
                  <a:pt x="1158" y="184"/>
                </a:lnTo>
                <a:lnTo>
                  <a:pt x="1158" y="185"/>
                </a:lnTo>
                <a:lnTo>
                  <a:pt x="1159" y="185"/>
                </a:lnTo>
                <a:lnTo>
                  <a:pt x="1159" y="186"/>
                </a:lnTo>
                <a:lnTo>
                  <a:pt x="1160" y="186"/>
                </a:lnTo>
                <a:lnTo>
                  <a:pt x="1161" y="186"/>
                </a:lnTo>
                <a:lnTo>
                  <a:pt x="1162" y="186"/>
                </a:lnTo>
                <a:lnTo>
                  <a:pt x="1163" y="187"/>
                </a:lnTo>
                <a:lnTo>
                  <a:pt x="1162" y="187"/>
                </a:lnTo>
                <a:lnTo>
                  <a:pt x="1162" y="188"/>
                </a:lnTo>
                <a:lnTo>
                  <a:pt x="1163" y="188"/>
                </a:lnTo>
                <a:lnTo>
                  <a:pt x="1163" y="189"/>
                </a:lnTo>
                <a:lnTo>
                  <a:pt x="1164" y="190"/>
                </a:lnTo>
                <a:lnTo>
                  <a:pt x="1165" y="190"/>
                </a:lnTo>
                <a:lnTo>
                  <a:pt x="1166" y="191"/>
                </a:lnTo>
                <a:lnTo>
                  <a:pt x="1167" y="191"/>
                </a:lnTo>
                <a:lnTo>
                  <a:pt x="1168" y="193"/>
                </a:lnTo>
                <a:lnTo>
                  <a:pt x="1169" y="193"/>
                </a:lnTo>
                <a:lnTo>
                  <a:pt x="1170" y="193"/>
                </a:lnTo>
                <a:lnTo>
                  <a:pt x="1171" y="193"/>
                </a:lnTo>
                <a:lnTo>
                  <a:pt x="1172" y="194"/>
                </a:lnTo>
                <a:lnTo>
                  <a:pt x="1173" y="194"/>
                </a:lnTo>
                <a:lnTo>
                  <a:pt x="1174" y="194"/>
                </a:lnTo>
                <a:lnTo>
                  <a:pt x="1174" y="195"/>
                </a:lnTo>
                <a:lnTo>
                  <a:pt x="1174" y="196"/>
                </a:lnTo>
                <a:lnTo>
                  <a:pt x="1173" y="196"/>
                </a:lnTo>
                <a:lnTo>
                  <a:pt x="1174" y="197"/>
                </a:lnTo>
                <a:lnTo>
                  <a:pt x="1176" y="198"/>
                </a:lnTo>
                <a:lnTo>
                  <a:pt x="1177" y="199"/>
                </a:lnTo>
                <a:lnTo>
                  <a:pt x="1176" y="199"/>
                </a:lnTo>
                <a:lnTo>
                  <a:pt x="1177" y="200"/>
                </a:lnTo>
                <a:lnTo>
                  <a:pt x="1177" y="201"/>
                </a:lnTo>
                <a:lnTo>
                  <a:pt x="1178" y="201"/>
                </a:lnTo>
                <a:lnTo>
                  <a:pt x="1179" y="202"/>
                </a:lnTo>
                <a:lnTo>
                  <a:pt x="1179" y="203"/>
                </a:lnTo>
                <a:lnTo>
                  <a:pt x="1180" y="203"/>
                </a:lnTo>
                <a:lnTo>
                  <a:pt x="1180" y="204"/>
                </a:lnTo>
                <a:lnTo>
                  <a:pt x="1181" y="204"/>
                </a:lnTo>
                <a:lnTo>
                  <a:pt x="1182" y="204"/>
                </a:lnTo>
                <a:lnTo>
                  <a:pt x="1183" y="204"/>
                </a:lnTo>
                <a:lnTo>
                  <a:pt x="1184" y="205"/>
                </a:lnTo>
                <a:lnTo>
                  <a:pt x="1185" y="205"/>
                </a:lnTo>
                <a:lnTo>
                  <a:pt x="1185" y="206"/>
                </a:lnTo>
                <a:lnTo>
                  <a:pt x="1186" y="207"/>
                </a:lnTo>
                <a:lnTo>
                  <a:pt x="1187" y="208"/>
                </a:lnTo>
                <a:lnTo>
                  <a:pt x="1188" y="209"/>
                </a:lnTo>
                <a:lnTo>
                  <a:pt x="1189" y="209"/>
                </a:lnTo>
                <a:lnTo>
                  <a:pt x="1190" y="209"/>
                </a:lnTo>
                <a:lnTo>
                  <a:pt x="1190" y="210"/>
                </a:lnTo>
                <a:lnTo>
                  <a:pt x="1191" y="210"/>
                </a:lnTo>
                <a:lnTo>
                  <a:pt x="1190" y="210"/>
                </a:lnTo>
                <a:lnTo>
                  <a:pt x="1191" y="211"/>
                </a:lnTo>
                <a:lnTo>
                  <a:pt x="1192" y="213"/>
                </a:lnTo>
                <a:lnTo>
                  <a:pt x="1193" y="214"/>
                </a:lnTo>
                <a:lnTo>
                  <a:pt x="1193" y="215"/>
                </a:lnTo>
                <a:lnTo>
                  <a:pt x="1193" y="216"/>
                </a:lnTo>
                <a:lnTo>
                  <a:pt x="1192" y="216"/>
                </a:lnTo>
                <a:lnTo>
                  <a:pt x="1191" y="216"/>
                </a:lnTo>
                <a:lnTo>
                  <a:pt x="1190" y="216"/>
                </a:lnTo>
                <a:lnTo>
                  <a:pt x="1189" y="216"/>
                </a:lnTo>
                <a:lnTo>
                  <a:pt x="1188" y="216"/>
                </a:lnTo>
                <a:lnTo>
                  <a:pt x="1187" y="217"/>
                </a:lnTo>
                <a:lnTo>
                  <a:pt x="1186" y="217"/>
                </a:lnTo>
                <a:lnTo>
                  <a:pt x="1185" y="217"/>
                </a:lnTo>
                <a:lnTo>
                  <a:pt x="1184" y="217"/>
                </a:lnTo>
                <a:lnTo>
                  <a:pt x="1184" y="218"/>
                </a:lnTo>
                <a:lnTo>
                  <a:pt x="1183" y="218"/>
                </a:lnTo>
                <a:lnTo>
                  <a:pt x="1183" y="217"/>
                </a:lnTo>
                <a:lnTo>
                  <a:pt x="1182" y="217"/>
                </a:lnTo>
                <a:lnTo>
                  <a:pt x="1181" y="217"/>
                </a:lnTo>
                <a:lnTo>
                  <a:pt x="1181" y="218"/>
                </a:lnTo>
                <a:lnTo>
                  <a:pt x="1180" y="218"/>
                </a:lnTo>
                <a:lnTo>
                  <a:pt x="1180" y="219"/>
                </a:lnTo>
                <a:lnTo>
                  <a:pt x="1180" y="220"/>
                </a:lnTo>
                <a:lnTo>
                  <a:pt x="1181" y="221"/>
                </a:lnTo>
                <a:lnTo>
                  <a:pt x="1180" y="222"/>
                </a:lnTo>
                <a:lnTo>
                  <a:pt x="1181" y="223"/>
                </a:lnTo>
                <a:lnTo>
                  <a:pt x="1181" y="224"/>
                </a:lnTo>
                <a:lnTo>
                  <a:pt x="1181" y="225"/>
                </a:lnTo>
                <a:lnTo>
                  <a:pt x="1180" y="226"/>
                </a:lnTo>
                <a:lnTo>
                  <a:pt x="1179" y="226"/>
                </a:lnTo>
                <a:lnTo>
                  <a:pt x="1178" y="227"/>
                </a:lnTo>
                <a:lnTo>
                  <a:pt x="1178" y="228"/>
                </a:lnTo>
                <a:lnTo>
                  <a:pt x="1178" y="229"/>
                </a:lnTo>
                <a:lnTo>
                  <a:pt x="1177" y="229"/>
                </a:lnTo>
                <a:lnTo>
                  <a:pt x="1176" y="229"/>
                </a:lnTo>
                <a:lnTo>
                  <a:pt x="1176" y="230"/>
                </a:lnTo>
                <a:lnTo>
                  <a:pt x="1177" y="230"/>
                </a:lnTo>
                <a:lnTo>
                  <a:pt x="1177" y="231"/>
                </a:lnTo>
                <a:lnTo>
                  <a:pt x="1178" y="231"/>
                </a:lnTo>
                <a:lnTo>
                  <a:pt x="1179" y="231"/>
                </a:lnTo>
                <a:lnTo>
                  <a:pt x="1180" y="231"/>
                </a:lnTo>
                <a:lnTo>
                  <a:pt x="1181" y="231"/>
                </a:lnTo>
                <a:lnTo>
                  <a:pt x="1181" y="232"/>
                </a:lnTo>
                <a:lnTo>
                  <a:pt x="1181" y="233"/>
                </a:lnTo>
                <a:lnTo>
                  <a:pt x="1182" y="233"/>
                </a:lnTo>
                <a:lnTo>
                  <a:pt x="1183" y="233"/>
                </a:lnTo>
                <a:lnTo>
                  <a:pt x="1183" y="234"/>
                </a:lnTo>
                <a:lnTo>
                  <a:pt x="1184" y="234"/>
                </a:lnTo>
                <a:lnTo>
                  <a:pt x="1185" y="234"/>
                </a:lnTo>
                <a:lnTo>
                  <a:pt x="1186" y="234"/>
                </a:lnTo>
                <a:lnTo>
                  <a:pt x="1186" y="235"/>
                </a:lnTo>
                <a:lnTo>
                  <a:pt x="1187" y="235"/>
                </a:lnTo>
                <a:lnTo>
                  <a:pt x="1186" y="236"/>
                </a:lnTo>
                <a:lnTo>
                  <a:pt x="1186" y="237"/>
                </a:lnTo>
                <a:lnTo>
                  <a:pt x="1187" y="237"/>
                </a:lnTo>
                <a:lnTo>
                  <a:pt x="1187" y="238"/>
                </a:lnTo>
                <a:lnTo>
                  <a:pt x="1188" y="239"/>
                </a:lnTo>
                <a:lnTo>
                  <a:pt x="1189" y="240"/>
                </a:lnTo>
                <a:lnTo>
                  <a:pt x="1190" y="240"/>
                </a:lnTo>
                <a:lnTo>
                  <a:pt x="1191" y="240"/>
                </a:lnTo>
                <a:lnTo>
                  <a:pt x="1192" y="241"/>
                </a:lnTo>
                <a:lnTo>
                  <a:pt x="1192" y="242"/>
                </a:lnTo>
                <a:lnTo>
                  <a:pt x="1193" y="242"/>
                </a:lnTo>
                <a:lnTo>
                  <a:pt x="1193" y="241"/>
                </a:lnTo>
                <a:lnTo>
                  <a:pt x="1193" y="242"/>
                </a:lnTo>
                <a:lnTo>
                  <a:pt x="1194" y="243"/>
                </a:lnTo>
                <a:lnTo>
                  <a:pt x="1194" y="244"/>
                </a:lnTo>
                <a:lnTo>
                  <a:pt x="1195" y="244"/>
                </a:lnTo>
                <a:lnTo>
                  <a:pt x="1195" y="245"/>
                </a:lnTo>
                <a:lnTo>
                  <a:pt x="1196" y="245"/>
                </a:lnTo>
                <a:lnTo>
                  <a:pt x="1197" y="246"/>
                </a:lnTo>
                <a:lnTo>
                  <a:pt x="1198" y="246"/>
                </a:lnTo>
                <a:lnTo>
                  <a:pt x="1199" y="247"/>
                </a:lnTo>
                <a:lnTo>
                  <a:pt x="1199" y="248"/>
                </a:lnTo>
                <a:lnTo>
                  <a:pt x="1199" y="249"/>
                </a:lnTo>
                <a:lnTo>
                  <a:pt x="1200" y="250"/>
                </a:lnTo>
                <a:lnTo>
                  <a:pt x="1201" y="250"/>
                </a:lnTo>
                <a:lnTo>
                  <a:pt x="1200" y="250"/>
                </a:lnTo>
                <a:lnTo>
                  <a:pt x="1199" y="250"/>
                </a:lnTo>
                <a:lnTo>
                  <a:pt x="1199" y="249"/>
                </a:lnTo>
                <a:lnTo>
                  <a:pt x="1198" y="249"/>
                </a:lnTo>
                <a:lnTo>
                  <a:pt x="1198" y="250"/>
                </a:lnTo>
                <a:lnTo>
                  <a:pt x="1197" y="250"/>
                </a:lnTo>
                <a:lnTo>
                  <a:pt x="1197" y="251"/>
                </a:lnTo>
                <a:lnTo>
                  <a:pt x="1196" y="251"/>
                </a:lnTo>
                <a:lnTo>
                  <a:pt x="1195" y="252"/>
                </a:lnTo>
                <a:lnTo>
                  <a:pt x="1194" y="252"/>
                </a:lnTo>
                <a:lnTo>
                  <a:pt x="1194" y="253"/>
                </a:lnTo>
                <a:lnTo>
                  <a:pt x="1194" y="254"/>
                </a:lnTo>
                <a:lnTo>
                  <a:pt x="1193" y="254"/>
                </a:lnTo>
                <a:lnTo>
                  <a:pt x="1192" y="253"/>
                </a:lnTo>
                <a:lnTo>
                  <a:pt x="1191" y="253"/>
                </a:lnTo>
                <a:lnTo>
                  <a:pt x="1190" y="254"/>
                </a:lnTo>
                <a:lnTo>
                  <a:pt x="1190" y="255"/>
                </a:lnTo>
                <a:lnTo>
                  <a:pt x="1190" y="256"/>
                </a:lnTo>
                <a:lnTo>
                  <a:pt x="1190" y="257"/>
                </a:lnTo>
                <a:lnTo>
                  <a:pt x="1190" y="258"/>
                </a:lnTo>
                <a:lnTo>
                  <a:pt x="1190" y="259"/>
                </a:lnTo>
                <a:lnTo>
                  <a:pt x="1191" y="260"/>
                </a:lnTo>
                <a:lnTo>
                  <a:pt x="1192" y="260"/>
                </a:lnTo>
                <a:lnTo>
                  <a:pt x="1192" y="261"/>
                </a:lnTo>
                <a:lnTo>
                  <a:pt x="1192" y="262"/>
                </a:lnTo>
                <a:lnTo>
                  <a:pt x="1193" y="262"/>
                </a:lnTo>
                <a:lnTo>
                  <a:pt x="1195" y="264"/>
                </a:lnTo>
                <a:lnTo>
                  <a:pt x="1196" y="264"/>
                </a:lnTo>
                <a:lnTo>
                  <a:pt x="1197" y="265"/>
                </a:lnTo>
                <a:lnTo>
                  <a:pt x="1199" y="266"/>
                </a:lnTo>
                <a:lnTo>
                  <a:pt x="1200" y="266"/>
                </a:lnTo>
                <a:lnTo>
                  <a:pt x="1201" y="266"/>
                </a:lnTo>
                <a:lnTo>
                  <a:pt x="1201" y="267"/>
                </a:lnTo>
                <a:lnTo>
                  <a:pt x="1200" y="267"/>
                </a:lnTo>
                <a:lnTo>
                  <a:pt x="1201" y="268"/>
                </a:lnTo>
                <a:lnTo>
                  <a:pt x="1202" y="268"/>
                </a:lnTo>
                <a:lnTo>
                  <a:pt x="1203" y="269"/>
                </a:lnTo>
                <a:lnTo>
                  <a:pt x="1204" y="269"/>
                </a:lnTo>
                <a:lnTo>
                  <a:pt x="1205" y="270"/>
                </a:lnTo>
                <a:lnTo>
                  <a:pt x="1204" y="271"/>
                </a:lnTo>
                <a:lnTo>
                  <a:pt x="1203" y="271"/>
                </a:lnTo>
                <a:lnTo>
                  <a:pt x="1202" y="270"/>
                </a:lnTo>
                <a:lnTo>
                  <a:pt x="1202" y="271"/>
                </a:lnTo>
                <a:lnTo>
                  <a:pt x="1202" y="272"/>
                </a:lnTo>
                <a:lnTo>
                  <a:pt x="1203" y="273"/>
                </a:lnTo>
                <a:lnTo>
                  <a:pt x="1203" y="274"/>
                </a:lnTo>
                <a:lnTo>
                  <a:pt x="1204" y="275"/>
                </a:lnTo>
                <a:lnTo>
                  <a:pt x="1205" y="275"/>
                </a:lnTo>
                <a:lnTo>
                  <a:pt x="1206" y="276"/>
                </a:lnTo>
                <a:lnTo>
                  <a:pt x="1206" y="277"/>
                </a:lnTo>
                <a:lnTo>
                  <a:pt x="1207" y="277"/>
                </a:lnTo>
                <a:lnTo>
                  <a:pt x="1207" y="278"/>
                </a:lnTo>
                <a:lnTo>
                  <a:pt x="1207" y="279"/>
                </a:lnTo>
                <a:lnTo>
                  <a:pt x="1206" y="280"/>
                </a:lnTo>
                <a:lnTo>
                  <a:pt x="1205" y="280"/>
                </a:lnTo>
                <a:lnTo>
                  <a:pt x="1205" y="281"/>
                </a:lnTo>
                <a:lnTo>
                  <a:pt x="1205" y="282"/>
                </a:lnTo>
                <a:lnTo>
                  <a:pt x="1206" y="282"/>
                </a:lnTo>
                <a:lnTo>
                  <a:pt x="1206" y="283"/>
                </a:lnTo>
                <a:lnTo>
                  <a:pt x="1207" y="283"/>
                </a:lnTo>
                <a:lnTo>
                  <a:pt x="1207" y="284"/>
                </a:lnTo>
                <a:lnTo>
                  <a:pt x="1207" y="285"/>
                </a:lnTo>
                <a:lnTo>
                  <a:pt x="1208" y="285"/>
                </a:lnTo>
                <a:lnTo>
                  <a:pt x="1209" y="286"/>
                </a:lnTo>
                <a:lnTo>
                  <a:pt x="1209" y="287"/>
                </a:lnTo>
                <a:lnTo>
                  <a:pt x="1210" y="287"/>
                </a:lnTo>
                <a:lnTo>
                  <a:pt x="1209" y="289"/>
                </a:lnTo>
                <a:lnTo>
                  <a:pt x="1210" y="289"/>
                </a:lnTo>
                <a:lnTo>
                  <a:pt x="1210" y="290"/>
                </a:lnTo>
                <a:lnTo>
                  <a:pt x="1211" y="291"/>
                </a:lnTo>
                <a:lnTo>
                  <a:pt x="1210" y="291"/>
                </a:lnTo>
                <a:lnTo>
                  <a:pt x="1210" y="292"/>
                </a:lnTo>
                <a:lnTo>
                  <a:pt x="1211" y="293"/>
                </a:lnTo>
                <a:lnTo>
                  <a:pt x="1211" y="294"/>
                </a:lnTo>
                <a:lnTo>
                  <a:pt x="1212" y="294"/>
                </a:lnTo>
                <a:lnTo>
                  <a:pt x="1213" y="295"/>
                </a:lnTo>
                <a:lnTo>
                  <a:pt x="1214" y="295"/>
                </a:lnTo>
                <a:lnTo>
                  <a:pt x="1215" y="294"/>
                </a:lnTo>
                <a:lnTo>
                  <a:pt x="1215" y="295"/>
                </a:lnTo>
                <a:lnTo>
                  <a:pt x="1216" y="295"/>
                </a:lnTo>
                <a:lnTo>
                  <a:pt x="1217" y="295"/>
                </a:lnTo>
                <a:lnTo>
                  <a:pt x="1217" y="296"/>
                </a:lnTo>
                <a:lnTo>
                  <a:pt x="1218" y="296"/>
                </a:lnTo>
                <a:lnTo>
                  <a:pt x="1219" y="298"/>
                </a:lnTo>
                <a:lnTo>
                  <a:pt x="1220" y="298"/>
                </a:lnTo>
                <a:lnTo>
                  <a:pt x="1220" y="299"/>
                </a:lnTo>
                <a:lnTo>
                  <a:pt x="1221" y="299"/>
                </a:lnTo>
                <a:lnTo>
                  <a:pt x="1222" y="299"/>
                </a:lnTo>
                <a:lnTo>
                  <a:pt x="1222" y="300"/>
                </a:lnTo>
                <a:lnTo>
                  <a:pt x="1223" y="300"/>
                </a:lnTo>
                <a:lnTo>
                  <a:pt x="1224" y="300"/>
                </a:lnTo>
                <a:lnTo>
                  <a:pt x="1224" y="301"/>
                </a:lnTo>
                <a:lnTo>
                  <a:pt x="1225" y="301"/>
                </a:lnTo>
                <a:lnTo>
                  <a:pt x="1225" y="302"/>
                </a:lnTo>
                <a:lnTo>
                  <a:pt x="1226" y="302"/>
                </a:lnTo>
                <a:lnTo>
                  <a:pt x="1227" y="302"/>
                </a:lnTo>
                <a:lnTo>
                  <a:pt x="1228" y="302"/>
                </a:lnTo>
                <a:lnTo>
                  <a:pt x="1228" y="303"/>
                </a:lnTo>
                <a:lnTo>
                  <a:pt x="1228" y="304"/>
                </a:lnTo>
                <a:lnTo>
                  <a:pt x="1228" y="305"/>
                </a:lnTo>
                <a:lnTo>
                  <a:pt x="1229" y="305"/>
                </a:lnTo>
                <a:lnTo>
                  <a:pt x="1230" y="306"/>
                </a:lnTo>
                <a:lnTo>
                  <a:pt x="1231" y="306"/>
                </a:lnTo>
                <a:lnTo>
                  <a:pt x="1232" y="306"/>
                </a:lnTo>
                <a:lnTo>
                  <a:pt x="1232" y="307"/>
                </a:lnTo>
                <a:lnTo>
                  <a:pt x="1232" y="308"/>
                </a:lnTo>
                <a:lnTo>
                  <a:pt x="1231" y="308"/>
                </a:lnTo>
                <a:lnTo>
                  <a:pt x="1230" y="308"/>
                </a:lnTo>
                <a:lnTo>
                  <a:pt x="1229" y="308"/>
                </a:lnTo>
                <a:lnTo>
                  <a:pt x="1228" y="308"/>
                </a:lnTo>
                <a:lnTo>
                  <a:pt x="1227" y="308"/>
                </a:lnTo>
                <a:lnTo>
                  <a:pt x="1226" y="308"/>
                </a:lnTo>
                <a:lnTo>
                  <a:pt x="1226" y="309"/>
                </a:lnTo>
                <a:lnTo>
                  <a:pt x="1225" y="309"/>
                </a:lnTo>
                <a:lnTo>
                  <a:pt x="1224" y="310"/>
                </a:lnTo>
                <a:lnTo>
                  <a:pt x="1224" y="311"/>
                </a:lnTo>
                <a:lnTo>
                  <a:pt x="1223" y="311"/>
                </a:lnTo>
                <a:lnTo>
                  <a:pt x="1223" y="312"/>
                </a:lnTo>
                <a:lnTo>
                  <a:pt x="1223" y="313"/>
                </a:lnTo>
                <a:lnTo>
                  <a:pt x="1222" y="313"/>
                </a:lnTo>
                <a:lnTo>
                  <a:pt x="1221" y="313"/>
                </a:lnTo>
                <a:lnTo>
                  <a:pt x="1221" y="314"/>
                </a:lnTo>
                <a:lnTo>
                  <a:pt x="1222" y="314"/>
                </a:lnTo>
                <a:lnTo>
                  <a:pt x="1222" y="315"/>
                </a:lnTo>
                <a:lnTo>
                  <a:pt x="1221" y="315"/>
                </a:lnTo>
                <a:lnTo>
                  <a:pt x="1221" y="316"/>
                </a:lnTo>
                <a:lnTo>
                  <a:pt x="1221" y="318"/>
                </a:lnTo>
                <a:lnTo>
                  <a:pt x="1220" y="318"/>
                </a:lnTo>
                <a:lnTo>
                  <a:pt x="1218" y="319"/>
                </a:lnTo>
                <a:lnTo>
                  <a:pt x="1217" y="320"/>
                </a:lnTo>
                <a:lnTo>
                  <a:pt x="1217" y="319"/>
                </a:lnTo>
                <a:lnTo>
                  <a:pt x="1216" y="319"/>
                </a:lnTo>
                <a:lnTo>
                  <a:pt x="1215" y="320"/>
                </a:lnTo>
                <a:lnTo>
                  <a:pt x="1215" y="321"/>
                </a:lnTo>
                <a:lnTo>
                  <a:pt x="1216" y="321"/>
                </a:lnTo>
                <a:lnTo>
                  <a:pt x="1217" y="322"/>
                </a:lnTo>
                <a:lnTo>
                  <a:pt x="1217" y="321"/>
                </a:lnTo>
                <a:lnTo>
                  <a:pt x="1218" y="321"/>
                </a:lnTo>
                <a:lnTo>
                  <a:pt x="1218" y="322"/>
                </a:lnTo>
                <a:lnTo>
                  <a:pt x="1219" y="323"/>
                </a:lnTo>
                <a:lnTo>
                  <a:pt x="1220" y="324"/>
                </a:lnTo>
                <a:lnTo>
                  <a:pt x="1221" y="324"/>
                </a:lnTo>
                <a:lnTo>
                  <a:pt x="1223" y="324"/>
                </a:lnTo>
                <a:lnTo>
                  <a:pt x="1224" y="325"/>
                </a:lnTo>
                <a:lnTo>
                  <a:pt x="1223" y="325"/>
                </a:lnTo>
                <a:lnTo>
                  <a:pt x="1222" y="325"/>
                </a:lnTo>
                <a:lnTo>
                  <a:pt x="1222" y="326"/>
                </a:lnTo>
                <a:lnTo>
                  <a:pt x="1221" y="326"/>
                </a:lnTo>
                <a:lnTo>
                  <a:pt x="1222" y="327"/>
                </a:lnTo>
                <a:lnTo>
                  <a:pt x="1222" y="328"/>
                </a:lnTo>
                <a:lnTo>
                  <a:pt x="1223" y="328"/>
                </a:lnTo>
                <a:lnTo>
                  <a:pt x="1223" y="329"/>
                </a:lnTo>
                <a:lnTo>
                  <a:pt x="1223" y="330"/>
                </a:lnTo>
                <a:lnTo>
                  <a:pt x="1222" y="331"/>
                </a:lnTo>
                <a:lnTo>
                  <a:pt x="1221" y="332"/>
                </a:lnTo>
                <a:lnTo>
                  <a:pt x="1221" y="333"/>
                </a:lnTo>
                <a:lnTo>
                  <a:pt x="1221" y="334"/>
                </a:lnTo>
                <a:lnTo>
                  <a:pt x="1221" y="336"/>
                </a:lnTo>
                <a:lnTo>
                  <a:pt x="1221" y="337"/>
                </a:lnTo>
                <a:lnTo>
                  <a:pt x="1221" y="339"/>
                </a:lnTo>
                <a:lnTo>
                  <a:pt x="1221" y="340"/>
                </a:lnTo>
                <a:lnTo>
                  <a:pt x="1221" y="342"/>
                </a:lnTo>
                <a:lnTo>
                  <a:pt x="1222" y="342"/>
                </a:lnTo>
                <a:lnTo>
                  <a:pt x="1222" y="343"/>
                </a:lnTo>
                <a:lnTo>
                  <a:pt x="1221" y="344"/>
                </a:lnTo>
                <a:lnTo>
                  <a:pt x="1221" y="345"/>
                </a:lnTo>
                <a:lnTo>
                  <a:pt x="1221" y="346"/>
                </a:lnTo>
                <a:lnTo>
                  <a:pt x="1220" y="346"/>
                </a:lnTo>
                <a:lnTo>
                  <a:pt x="1219" y="346"/>
                </a:lnTo>
                <a:lnTo>
                  <a:pt x="1218" y="345"/>
                </a:lnTo>
                <a:lnTo>
                  <a:pt x="1218" y="344"/>
                </a:lnTo>
                <a:lnTo>
                  <a:pt x="1217" y="344"/>
                </a:lnTo>
                <a:lnTo>
                  <a:pt x="1216" y="344"/>
                </a:lnTo>
                <a:lnTo>
                  <a:pt x="1215" y="344"/>
                </a:lnTo>
                <a:lnTo>
                  <a:pt x="1214" y="344"/>
                </a:lnTo>
                <a:lnTo>
                  <a:pt x="1214" y="345"/>
                </a:lnTo>
                <a:lnTo>
                  <a:pt x="1213" y="345"/>
                </a:lnTo>
                <a:lnTo>
                  <a:pt x="1213" y="344"/>
                </a:lnTo>
                <a:lnTo>
                  <a:pt x="1212" y="344"/>
                </a:lnTo>
                <a:lnTo>
                  <a:pt x="1212" y="343"/>
                </a:lnTo>
                <a:lnTo>
                  <a:pt x="1210" y="343"/>
                </a:lnTo>
                <a:lnTo>
                  <a:pt x="1210" y="344"/>
                </a:lnTo>
                <a:lnTo>
                  <a:pt x="1209" y="344"/>
                </a:lnTo>
                <a:lnTo>
                  <a:pt x="1209" y="343"/>
                </a:lnTo>
                <a:lnTo>
                  <a:pt x="1208" y="343"/>
                </a:lnTo>
                <a:lnTo>
                  <a:pt x="1207" y="343"/>
                </a:lnTo>
                <a:lnTo>
                  <a:pt x="1206" y="343"/>
                </a:lnTo>
                <a:lnTo>
                  <a:pt x="1205" y="344"/>
                </a:lnTo>
                <a:lnTo>
                  <a:pt x="1205" y="345"/>
                </a:lnTo>
                <a:lnTo>
                  <a:pt x="1204" y="345"/>
                </a:lnTo>
                <a:lnTo>
                  <a:pt x="1204" y="346"/>
                </a:lnTo>
                <a:lnTo>
                  <a:pt x="1203" y="346"/>
                </a:lnTo>
                <a:lnTo>
                  <a:pt x="1202" y="347"/>
                </a:lnTo>
                <a:lnTo>
                  <a:pt x="1201" y="347"/>
                </a:lnTo>
                <a:lnTo>
                  <a:pt x="1200" y="347"/>
                </a:lnTo>
                <a:lnTo>
                  <a:pt x="1200" y="348"/>
                </a:lnTo>
                <a:lnTo>
                  <a:pt x="1200" y="349"/>
                </a:lnTo>
                <a:lnTo>
                  <a:pt x="1199" y="349"/>
                </a:lnTo>
                <a:lnTo>
                  <a:pt x="1198" y="349"/>
                </a:lnTo>
                <a:lnTo>
                  <a:pt x="1198" y="350"/>
                </a:lnTo>
                <a:lnTo>
                  <a:pt x="1198" y="351"/>
                </a:lnTo>
                <a:lnTo>
                  <a:pt x="1198" y="352"/>
                </a:lnTo>
                <a:lnTo>
                  <a:pt x="1198" y="353"/>
                </a:lnTo>
                <a:lnTo>
                  <a:pt x="1198" y="354"/>
                </a:lnTo>
                <a:lnTo>
                  <a:pt x="1198" y="355"/>
                </a:lnTo>
                <a:lnTo>
                  <a:pt x="1198" y="356"/>
                </a:lnTo>
                <a:lnTo>
                  <a:pt x="1199" y="356"/>
                </a:lnTo>
                <a:lnTo>
                  <a:pt x="1199" y="357"/>
                </a:lnTo>
                <a:lnTo>
                  <a:pt x="1199" y="358"/>
                </a:lnTo>
                <a:lnTo>
                  <a:pt x="1200" y="359"/>
                </a:lnTo>
                <a:lnTo>
                  <a:pt x="1201" y="360"/>
                </a:lnTo>
                <a:lnTo>
                  <a:pt x="1201" y="361"/>
                </a:lnTo>
                <a:lnTo>
                  <a:pt x="1202" y="362"/>
                </a:lnTo>
                <a:lnTo>
                  <a:pt x="1202" y="363"/>
                </a:lnTo>
                <a:lnTo>
                  <a:pt x="1203" y="363"/>
                </a:lnTo>
                <a:lnTo>
                  <a:pt x="1203" y="364"/>
                </a:lnTo>
                <a:lnTo>
                  <a:pt x="1204" y="364"/>
                </a:lnTo>
                <a:lnTo>
                  <a:pt x="1205" y="364"/>
                </a:lnTo>
                <a:lnTo>
                  <a:pt x="1205" y="365"/>
                </a:lnTo>
                <a:lnTo>
                  <a:pt x="1205" y="366"/>
                </a:lnTo>
                <a:lnTo>
                  <a:pt x="1204" y="367"/>
                </a:lnTo>
                <a:lnTo>
                  <a:pt x="1204" y="368"/>
                </a:lnTo>
                <a:lnTo>
                  <a:pt x="1205" y="369"/>
                </a:lnTo>
                <a:lnTo>
                  <a:pt x="1205" y="370"/>
                </a:lnTo>
                <a:lnTo>
                  <a:pt x="1205" y="371"/>
                </a:lnTo>
                <a:lnTo>
                  <a:pt x="1206" y="371"/>
                </a:lnTo>
                <a:lnTo>
                  <a:pt x="1207" y="372"/>
                </a:lnTo>
                <a:lnTo>
                  <a:pt x="1208" y="372"/>
                </a:lnTo>
                <a:lnTo>
                  <a:pt x="1208" y="373"/>
                </a:lnTo>
                <a:lnTo>
                  <a:pt x="1208" y="374"/>
                </a:lnTo>
                <a:lnTo>
                  <a:pt x="1207" y="374"/>
                </a:lnTo>
                <a:lnTo>
                  <a:pt x="1206" y="374"/>
                </a:lnTo>
                <a:lnTo>
                  <a:pt x="1206" y="375"/>
                </a:lnTo>
                <a:lnTo>
                  <a:pt x="1206" y="374"/>
                </a:lnTo>
                <a:lnTo>
                  <a:pt x="1205" y="375"/>
                </a:lnTo>
                <a:lnTo>
                  <a:pt x="1204" y="375"/>
                </a:lnTo>
                <a:lnTo>
                  <a:pt x="1203" y="375"/>
                </a:lnTo>
                <a:lnTo>
                  <a:pt x="1202" y="376"/>
                </a:lnTo>
                <a:lnTo>
                  <a:pt x="1201" y="377"/>
                </a:lnTo>
                <a:lnTo>
                  <a:pt x="1202" y="378"/>
                </a:lnTo>
                <a:lnTo>
                  <a:pt x="1203" y="377"/>
                </a:lnTo>
                <a:lnTo>
                  <a:pt x="1204" y="377"/>
                </a:lnTo>
                <a:lnTo>
                  <a:pt x="1205" y="376"/>
                </a:lnTo>
                <a:lnTo>
                  <a:pt x="1206" y="376"/>
                </a:lnTo>
                <a:lnTo>
                  <a:pt x="1206" y="377"/>
                </a:lnTo>
                <a:lnTo>
                  <a:pt x="1205" y="378"/>
                </a:lnTo>
                <a:lnTo>
                  <a:pt x="1204" y="379"/>
                </a:lnTo>
                <a:lnTo>
                  <a:pt x="1204" y="380"/>
                </a:lnTo>
                <a:lnTo>
                  <a:pt x="1203" y="380"/>
                </a:lnTo>
                <a:lnTo>
                  <a:pt x="1202" y="380"/>
                </a:lnTo>
                <a:lnTo>
                  <a:pt x="1201" y="379"/>
                </a:lnTo>
                <a:lnTo>
                  <a:pt x="1200" y="378"/>
                </a:lnTo>
                <a:lnTo>
                  <a:pt x="1198" y="377"/>
                </a:lnTo>
                <a:lnTo>
                  <a:pt x="1197" y="377"/>
                </a:lnTo>
                <a:lnTo>
                  <a:pt x="1196" y="376"/>
                </a:lnTo>
                <a:lnTo>
                  <a:pt x="1196" y="377"/>
                </a:lnTo>
                <a:lnTo>
                  <a:pt x="1194" y="376"/>
                </a:lnTo>
                <a:lnTo>
                  <a:pt x="1193" y="376"/>
                </a:lnTo>
                <a:lnTo>
                  <a:pt x="1192" y="376"/>
                </a:lnTo>
                <a:lnTo>
                  <a:pt x="1191" y="376"/>
                </a:lnTo>
                <a:lnTo>
                  <a:pt x="1190" y="376"/>
                </a:lnTo>
                <a:lnTo>
                  <a:pt x="1189" y="376"/>
                </a:lnTo>
                <a:lnTo>
                  <a:pt x="1188" y="375"/>
                </a:lnTo>
                <a:lnTo>
                  <a:pt x="1187" y="375"/>
                </a:lnTo>
                <a:lnTo>
                  <a:pt x="1185" y="374"/>
                </a:lnTo>
                <a:lnTo>
                  <a:pt x="1185" y="373"/>
                </a:lnTo>
                <a:lnTo>
                  <a:pt x="1185" y="372"/>
                </a:lnTo>
                <a:lnTo>
                  <a:pt x="1184" y="372"/>
                </a:lnTo>
                <a:lnTo>
                  <a:pt x="1183" y="371"/>
                </a:lnTo>
                <a:lnTo>
                  <a:pt x="1183" y="372"/>
                </a:lnTo>
                <a:lnTo>
                  <a:pt x="1182" y="372"/>
                </a:lnTo>
                <a:lnTo>
                  <a:pt x="1182" y="371"/>
                </a:lnTo>
                <a:lnTo>
                  <a:pt x="1181" y="371"/>
                </a:lnTo>
                <a:lnTo>
                  <a:pt x="1182" y="371"/>
                </a:lnTo>
                <a:lnTo>
                  <a:pt x="1182" y="372"/>
                </a:lnTo>
                <a:lnTo>
                  <a:pt x="1182" y="373"/>
                </a:lnTo>
                <a:lnTo>
                  <a:pt x="1181" y="373"/>
                </a:lnTo>
                <a:lnTo>
                  <a:pt x="1181" y="372"/>
                </a:lnTo>
                <a:lnTo>
                  <a:pt x="1181" y="375"/>
                </a:lnTo>
                <a:lnTo>
                  <a:pt x="1180" y="375"/>
                </a:lnTo>
                <a:lnTo>
                  <a:pt x="1180" y="376"/>
                </a:lnTo>
                <a:lnTo>
                  <a:pt x="1180" y="377"/>
                </a:lnTo>
                <a:lnTo>
                  <a:pt x="1179" y="378"/>
                </a:lnTo>
                <a:lnTo>
                  <a:pt x="1179" y="379"/>
                </a:lnTo>
                <a:lnTo>
                  <a:pt x="1178" y="379"/>
                </a:lnTo>
                <a:lnTo>
                  <a:pt x="1177" y="379"/>
                </a:lnTo>
                <a:lnTo>
                  <a:pt x="1178" y="380"/>
                </a:lnTo>
                <a:lnTo>
                  <a:pt x="1178" y="381"/>
                </a:lnTo>
                <a:lnTo>
                  <a:pt x="1177" y="382"/>
                </a:lnTo>
                <a:lnTo>
                  <a:pt x="1177" y="383"/>
                </a:lnTo>
                <a:lnTo>
                  <a:pt x="1177" y="382"/>
                </a:lnTo>
                <a:lnTo>
                  <a:pt x="1176" y="382"/>
                </a:lnTo>
                <a:lnTo>
                  <a:pt x="1175" y="383"/>
                </a:lnTo>
                <a:lnTo>
                  <a:pt x="1175" y="384"/>
                </a:lnTo>
                <a:lnTo>
                  <a:pt x="1175" y="385"/>
                </a:lnTo>
                <a:lnTo>
                  <a:pt x="1176" y="385"/>
                </a:lnTo>
                <a:lnTo>
                  <a:pt x="1176" y="386"/>
                </a:lnTo>
                <a:lnTo>
                  <a:pt x="1174" y="387"/>
                </a:lnTo>
                <a:lnTo>
                  <a:pt x="1174" y="388"/>
                </a:lnTo>
                <a:lnTo>
                  <a:pt x="1173" y="388"/>
                </a:lnTo>
                <a:lnTo>
                  <a:pt x="1172" y="389"/>
                </a:lnTo>
                <a:lnTo>
                  <a:pt x="1171" y="389"/>
                </a:lnTo>
                <a:lnTo>
                  <a:pt x="1171" y="388"/>
                </a:lnTo>
                <a:lnTo>
                  <a:pt x="1169" y="388"/>
                </a:lnTo>
                <a:lnTo>
                  <a:pt x="1168" y="388"/>
                </a:lnTo>
                <a:lnTo>
                  <a:pt x="1167" y="387"/>
                </a:lnTo>
                <a:lnTo>
                  <a:pt x="1166" y="387"/>
                </a:lnTo>
                <a:lnTo>
                  <a:pt x="1165" y="387"/>
                </a:lnTo>
                <a:lnTo>
                  <a:pt x="1164" y="387"/>
                </a:lnTo>
                <a:lnTo>
                  <a:pt x="1164" y="386"/>
                </a:lnTo>
                <a:lnTo>
                  <a:pt x="1163" y="387"/>
                </a:lnTo>
                <a:lnTo>
                  <a:pt x="1162" y="387"/>
                </a:lnTo>
                <a:lnTo>
                  <a:pt x="1162" y="388"/>
                </a:lnTo>
                <a:lnTo>
                  <a:pt x="1162" y="389"/>
                </a:lnTo>
                <a:lnTo>
                  <a:pt x="1161" y="391"/>
                </a:lnTo>
                <a:lnTo>
                  <a:pt x="1161" y="392"/>
                </a:lnTo>
                <a:lnTo>
                  <a:pt x="1161" y="393"/>
                </a:lnTo>
                <a:lnTo>
                  <a:pt x="1162" y="393"/>
                </a:lnTo>
                <a:lnTo>
                  <a:pt x="1162" y="394"/>
                </a:lnTo>
                <a:lnTo>
                  <a:pt x="1163" y="394"/>
                </a:lnTo>
                <a:lnTo>
                  <a:pt x="1163" y="395"/>
                </a:lnTo>
                <a:lnTo>
                  <a:pt x="1164" y="396"/>
                </a:lnTo>
                <a:lnTo>
                  <a:pt x="1164" y="397"/>
                </a:lnTo>
                <a:lnTo>
                  <a:pt x="1164" y="399"/>
                </a:lnTo>
                <a:lnTo>
                  <a:pt x="1163" y="399"/>
                </a:lnTo>
                <a:lnTo>
                  <a:pt x="1162" y="398"/>
                </a:lnTo>
                <a:lnTo>
                  <a:pt x="1161" y="399"/>
                </a:lnTo>
                <a:lnTo>
                  <a:pt x="1161" y="400"/>
                </a:lnTo>
                <a:lnTo>
                  <a:pt x="1162" y="401"/>
                </a:lnTo>
                <a:lnTo>
                  <a:pt x="1164" y="402"/>
                </a:lnTo>
                <a:lnTo>
                  <a:pt x="1165" y="402"/>
                </a:lnTo>
                <a:lnTo>
                  <a:pt x="1166" y="402"/>
                </a:lnTo>
                <a:lnTo>
                  <a:pt x="1167" y="402"/>
                </a:lnTo>
                <a:lnTo>
                  <a:pt x="1168" y="403"/>
                </a:lnTo>
                <a:lnTo>
                  <a:pt x="1168" y="404"/>
                </a:lnTo>
                <a:lnTo>
                  <a:pt x="1169" y="404"/>
                </a:lnTo>
                <a:lnTo>
                  <a:pt x="1169" y="405"/>
                </a:lnTo>
                <a:lnTo>
                  <a:pt x="1169" y="406"/>
                </a:lnTo>
                <a:lnTo>
                  <a:pt x="1168" y="406"/>
                </a:lnTo>
                <a:lnTo>
                  <a:pt x="1169" y="407"/>
                </a:lnTo>
                <a:lnTo>
                  <a:pt x="1170" y="407"/>
                </a:lnTo>
                <a:lnTo>
                  <a:pt x="1170" y="408"/>
                </a:lnTo>
                <a:lnTo>
                  <a:pt x="1170" y="409"/>
                </a:lnTo>
                <a:lnTo>
                  <a:pt x="1171" y="411"/>
                </a:lnTo>
                <a:lnTo>
                  <a:pt x="1172" y="412"/>
                </a:lnTo>
                <a:lnTo>
                  <a:pt x="1172" y="413"/>
                </a:lnTo>
                <a:lnTo>
                  <a:pt x="1171" y="413"/>
                </a:lnTo>
                <a:lnTo>
                  <a:pt x="1171" y="414"/>
                </a:lnTo>
                <a:lnTo>
                  <a:pt x="1170" y="414"/>
                </a:lnTo>
                <a:lnTo>
                  <a:pt x="1169" y="414"/>
                </a:lnTo>
                <a:lnTo>
                  <a:pt x="1168" y="414"/>
                </a:lnTo>
                <a:lnTo>
                  <a:pt x="1167" y="414"/>
                </a:lnTo>
                <a:lnTo>
                  <a:pt x="1167" y="415"/>
                </a:lnTo>
                <a:lnTo>
                  <a:pt x="1166" y="416"/>
                </a:lnTo>
                <a:lnTo>
                  <a:pt x="1166" y="417"/>
                </a:lnTo>
                <a:lnTo>
                  <a:pt x="1165" y="417"/>
                </a:lnTo>
                <a:lnTo>
                  <a:pt x="1165" y="418"/>
                </a:lnTo>
                <a:lnTo>
                  <a:pt x="1164" y="418"/>
                </a:lnTo>
                <a:lnTo>
                  <a:pt x="1164" y="417"/>
                </a:lnTo>
                <a:lnTo>
                  <a:pt x="1164" y="418"/>
                </a:lnTo>
                <a:lnTo>
                  <a:pt x="1164" y="419"/>
                </a:lnTo>
                <a:lnTo>
                  <a:pt x="1163" y="420"/>
                </a:lnTo>
                <a:lnTo>
                  <a:pt x="1163" y="421"/>
                </a:lnTo>
                <a:lnTo>
                  <a:pt x="1163" y="422"/>
                </a:lnTo>
                <a:lnTo>
                  <a:pt x="1162" y="424"/>
                </a:lnTo>
                <a:lnTo>
                  <a:pt x="1161" y="425"/>
                </a:lnTo>
                <a:lnTo>
                  <a:pt x="1160" y="425"/>
                </a:lnTo>
                <a:lnTo>
                  <a:pt x="1159" y="425"/>
                </a:lnTo>
                <a:lnTo>
                  <a:pt x="1159" y="426"/>
                </a:lnTo>
                <a:lnTo>
                  <a:pt x="1158" y="426"/>
                </a:lnTo>
                <a:lnTo>
                  <a:pt x="1157" y="426"/>
                </a:lnTo>
                <a:lnTo>
                  <a:pt x="1156" y="425"/>
                </a:lnTo>
                <a:lnTo>
                  <a:pt x="1155" y="425"/>
                </a:lnTo>
                <a:lnTo>
                  <a:pt x="1155" y="426"/>
                </a:lnTo>
                <a:lnTo>
                  <a:pt x="1155" y="427"/>
                </a:lnTo>
                <a:lnTo>
                  <a:pt x="1153" y="427"/>
                </a:lnTo>
                <a:lnTo>
                  <a:pt x="1152" y="428"/>
                </a:lnTo>
                <a:lnTo>
                  <a:pt x="1151" y="428"/>
                </a:lnTo>
                <a:lnTo>
                  <a:pt x="1151" y="429"/>
                </a:lnTo>
                <a:lnTo>
                  <a:pt x="1150" y="429"/>
                </a:lnTo>
                <a:lnTo>
                  <a:pt x="1150" y="430"/>
                </a:lnTo>
                <a:lnTo>
                  <a:pt x="1149" y="429"/>
                </a:lnTo>
                <a:lnTo>
                  <a:pt x="1149" y="430"/>
                </a:lnTo>
                <a:lnTo>
                  <a:pt x="1148" y="430"/>
                </a:lnTo>
                <a:lnTo>
                  <a:pt x="1148" y="429"/>
                </a:lnTo>
                <a:lnTo>
                  <a:pt x="1147" y="430"/>
                </a:lnTo>
                <a:lnTo>
                  <a:pt x="1147" y="431"/>
                </a:lnTo>
                <a:lnTo>
                  <a:pt x="1146" y="431"/>
                </a:lnTo>
                <a:lnTo>
                  <a:pt x="1145" y="431"/>
                </a:lnTo>
                <a:lnTo>
                  <a:pt x="1145" y="432"/>
                </a:lnTo>
                <a:lnTo>
                  <a:pt x="1146" y="432"/>
                </a:lnTo>
                <a:lnTo>
                  <a:pt x="1145" y="432"/>
                </a:lnTo>
                <a:lnTo>
                  <a:pt x="1144" y="432"/>
                </a:lnTo>
                <a:lnTo>
                  <a:pt x="1144" y="433"/>
                </a:lnTo>
                <a:lnTo>
                  <a:pt x="1144" y="434"/>
                </a:lnTo>
                <a:lnTo>
                  <a:pt x="1143" y="434"/>
                </a:lnTo>
                <a:lnTo>
                  <a:pt x="1143" y="435"/>
                </a:lnTo>
                <a:lnTo>
                  <a:pt x="1142" y="435"/>
                </a:lnTo>
                <a:lnTo>
                  <a:pt x="1142" y="436"/>
                </a:lnTo>
                <a:lnTo>
                  <a:pt x="1143" y="436"/>
                </a:lnTo>
                <a:lnTo>
                  <a:pt x="1142" y="436"/>
                </a:lnTo>
                <a:lnTo>
                  <a:pt x="1141" y="437"/>
                </a:lnTo>
                <a:lnTo>
                  <a:pt x="1141" y="438"/>
                </a:lnTo>
                <a:lnTo>
                  <a:pt x="1140" y="438"/>
                </a:lnTo>
                <a:lnTo>
                  <a:pt x="1140" y="439"/>
                </a:lnTo>
                <a:lnTo>
                  <a:pt x="1140" y="440"/>
                </a:lnTo>
                <a:lnTo>
                  <a:pt x="1140" y="441"/>
                </a:lnTo>
                <a:lnTo>
                  <a:pt x="1141" y="441"/>
                </a:lnTo>
                <a:lnTo>
                  <a:pt x="1142" y="441"/>
                </a:lnTo>
                <a:lnTo>
                  <a:pt x="1142" y="442"/>
                </a:lnTo>
                <a:lnTo>
                  <a:pt x="1141" y="442"/>
                </a:lnTo>
                <a:lnTo>
                  <a:pt x="1140" y="443"/>
                </a:lnTo>
                <a:lnTo>
                  <a:pt x="1140" y="442"/>
                </a:lnTo>
                <a:lnTo>
                  <a:pt x="1139" y="442"/>
                </a:lnTo>
                <a:lnTo>
                  <a:pt x="1138" y="441"/>
                </a:lnTo>
                <a:lnTo>
                  <a:pt x="1137" y="441"/>
                </a:lnTo>
                <a:lnTo>
                  <a:pt x="1136" y="442"/>
                </a:lnTo>
                <a:lnTo>
                  <a:pt x="1136" y="441"/>
                </a:lnTo>
                <a:lnTo>
                  <a:pt x="1135" y="441"/>
                </a:lnTo>
                <a:lnTo>
                  <a:pt x="1134" y="441"/>
                </a:lnTo>
                <a:lnTo>
                  <a:pt x="1134" y="442"/>
                </a:lnTo>
                <a:lnTo>
                  <a:pt x="1133" y="442"/>
                </a:lnTo>
                <a:lnTo>
                  <a:pt x="1132" y="442"/>
                </a:lnTo>
                <a:lnTo>
                  <a:pt x="1130" y="442"/>
                </a:lnTo>
                <a:lnTo>
                  <a:pt x="1129" y="443"/>
                </a:lnTo>
                <a:lnTo>
                  <a:pt x="1129" y="444"/>
                </a:lnTo>
                <a:lnTo>
                  <a:pt x="1129" y="443"/>
                </a:lnTo>
                <a:lnTo>
                  <a:pt x="1128" y="443"/>
                </a:lnTo>
                <a:lnTo>
                  <a:pt x="1128" y="444"/>
                </a:lnTo>
                <a:lnTo>
                  <a:pt x="1129" y="446"/>
                </a:lnTo>
                <a:lnTo>
                  <a:pt x="1130" y="446"/>
                </a:lnTo>
                <a:lnTo>
                  <a:pt x="1130" y="447"/>
                </a:lnTo>
                <a:lnTo>
                  <a:pt x="1129" y="447"/>
                </a:lnTo>
                <a:lnTo>
                  <a:pt x="1129" y="448"/>
                </a:lnTo>
                <a:lnTo>
                  <a:pt x="1129" y="451"/>
                </a:lnTo>
                <a:lnTo>
                  <a:pt x="1128" y="452"/>
                </a:lnTo>
                <a:lnTo>
                  <a:pt x="1128" y="454"/>
                </a:lnTo>
                <a:lnTo>
                  <a:pt x="1129" y="454"/>
                </a:lnTo>
                <a:lnTo>
                  <a:pt x="1128" y="455"/>
                </a:lnTo>
                <a:lnTo>
                  <a:pt x="1129" y="455"/>
                </a:lnTo>
                <a:lnTo>
                  <a:pt x="1129" y="456"/>
                </a:lnTo>
                <a:lnTo>
                  <a:pt x="1128" y="456"/>
                </a:lnTo>
                <a:lnTo>
                  <a:pt x="1128" y="457"/>
                </a:lnTo>
                <a:lnTo>
                  <a:pt x="1128" y="458"/>
                </a:lnTo>
                <a:lnTo>
                  <a:pt x="1128" y="459"/>
                </a:lnTo>
                <a:lnTo>
                  <a:pt x="1128" y="460"/>
                </a:lnTo>
                <a:lnTo>
                  <a:pt x="1128" y="461"/>
                </a:lnTo>
                <a:lnTo>
                  <a:pt x="1129" y="462"/>
                </a:lnTo>
                <a:lnTo>
                  <a:pt x="1129" y="463"/>
                </a:lnTo>
                <a:lnTo>
                  <a:pt x="1129" y="464"/>
                </a:lnTo>
                <a:lnTo>
                  <a:pt x="1128" y="465"/>
                </a:lnTo>
                <a:lnTo>
                  <a:pt x="1128" y="466"/>
                </a:lnTo>
                <a:lnTo>
                  <a:pt x="1128" y="467"/>
                </a:lnTo>
                <a:lnTo>
                  <a:pt x="1129" y="467"/>
                </a:lnTo>
                <a:lnTo>
                  <a:pt x="1128" y="467"/>
                </a:lnTo>
                <a:lnTo>
                  <a:pt x="1128" y="468"/>
                </a:lnTo>
                <a:lnTo>
                  <a:pt x="1129" y="468"/>
                </a:lnTo>
                <a:lnTo>
                  <a:pt x="1129" y="469"/>
                </a:lnTo>
                <a:lnTo>
                  <a:pt x="1129" y="471"/>
                </a:lnTo>
                <a:lnTo>
                  <a:pt x="1129" y="472"/>
                </a:lnTo>
                <a:lnTo>
                  <a:pt x="1130" y="473"/>
                </a:lnTo>
                <a:lnTo>
                  <a:pt x="1131" y="474"/>
                </a:lnTo>
                <a:lnTo>
                  <a:pt x="1131" y="473"/>
                </a:lnTo>
                <a:lnTo>
                  <a:pt x="1132" y="473"/>
                </a:lnTo>
                <a:lnTo>
                  <a:pt x="1132" y="474"/>
                </a:lnTo>
                <a:lnTo>
                  <a:pt x="1132" y="475"/>
                </a:lnTo>
                <a:lnTo>
                  <a:pt x="1132" y="476"/>
                </a:lnTo>
                <a:lnTo>
                  <a:pt x="1133" y="476"/>
                </a:lnTo>
                <a:lnTo>
                  <a:pt x="1134" y="476"/>
                </a:lnTo>
                <a:lnTo>
                  <a:pt x="1133" y="477"/>
                </a:lnTo>
                <a:lnTo>
                  <a:pt x="1134" y="477"/>
                </a:lnTo>
                <a:lnTo>
                  <a:pt x="1135" y="478"/>
                </a:lnTo>
                <a:lnTo>
                  <a:pt x="1136" y="478"/>
                </a:lnTo>
                <a:lnTo>
                  <a:pt x="1138" y="478"/>
                </a:lnTo>
                <a:lnTo>
                  <a:pt x="1139" y="478"/>
                </a:lnTo>
                <a:lnTo>
                  <a:pt x="1140" y="478"/>
                </a:lnTo>
                <a:lnTo>
                  <a:pt x="1141" y="478"/>
                </a:lnTo>
                <a:lnTo>
                  <a:pt x="1142" y="478"/>
                </a:lnTo>
                <a:lnTo>
                  <a:pt x="1143" y="478"/>
                </a:lnTo>
                <a:lnTo>
                  <a:pt x="1144" y="478"/>
                </a:lnTo>
                <a:lnTo>
                  <a:pt x="1144" y="479"/>
                </a:lnTo>
                <a:lnTo>
                  <a:pt x="1145" y="480"/>
                </a:lnTo>
                <a:lnTo>
                  <a:pt x="1146" y="480"/>
                </a:lnTo>
                <a:lnTo>
                  <a:pt x="1147" y="480"/>
                </a:lnTo>
                <a:lnTo>
                  <a:pt x="1148" y="481"/>
                </a:lnTo>
                <a:lnTo>
                  <a:pt x="1148" y="482"/>
                </a:lnTo>
                <a:lnTo>
                  <a:pt x="1149" y="482"/>
                </a:lnTo>
                <a:lnTo>
                  <a:pt x="1149" y="481"/>
                </a:lnTo>
                <a:lnTo>
                  <a:pt x="1150" y="481"/>
                </a:lnTo>
                <a:lnTo>
                  <a:pt x="1150" y="482"/>
                </a:lnTo>
                <a:lnTo>
                  <a:pt x="1150" y="483"/>
                </a:lnTo>
                <a:lnTo>
                  <a:pt x="1151" y="483"/>
                </a:lnTo>
                <a:lnTo>
                  <a:pt x="1151" y="484"/>
                </a:lnTo>
                <a:lnTo>
                  <a:pt x="1151" y="485"/>
                </a:lnTo>
                <a:lnTo>
                  <a:pt x="1151" y="486"/>
                </a:lnTo>
                <a:lnTo>
                  <a:pt x="1151" y="487"/>
                </a:lnTo>
                <a:lnTo>
                  <a:pt x="1153" y="488"/>
                </a:lnTo>
                <a:lnTo>
                  <a:pt x="1154" y="489"/>
                </a:lnTo>
                <a:lnTo>
                  <a:pt x="1153" y="489"/>
                </a:lnTo>
                <a:lnTo>
                  <a:pt x="1153" y="490"/>
                </a:lnTo>
                <a:lnTo>
                  <a:pt x="1154" y="490"/>
                </a:lnTo>
                <a:lnTo>
                  <a:pt x="1154" y="491"/>
                </a:lnTo>
                <a:lnTo>
                  <a:pt x="1155" y="492"/>
                </a:lnTo>
                <a:lnTo>
                  <a:pt x="1155" y="493"/>
                </a:lnTo>
                <a:lnTo>
                  <a:pt x="1156" y="494"/>
                </a:lnTo>
                <a:lnTo>
                  <a:pt x="1157" y="494"/>
                </a:lnTo>
                <a:lnTo>
                  <a:pt x="1157" y="495"/>
                </a:lnTo>
                <a:lnTo>
                  <a:pt x="1159" y="497"/>
                </a:lnTo>
                <a:lnTo>
                  <a:pt x="1158" y="498"/>
                </a:lnTo>
                <a:lnTo>
                  <a:pt x="1157" y="498"/>
                </a:lnTo>
                <a:lnTo>
                  <a:pt x="1156" y="498"/>
                </a:lnTo>
                <a:lnTo>
                  <a:pt x="1155" y="498"/>
                </a:lnTo>
                <a:lnTo>
                  <a:pt x="1154" y="498"/>
                </a:lnTo>
                <a:lnTo>
                  <a:pt x="1153" y="497"/>
                </a:lnTo>
                <a:lnTo>
                  <a:pt x="1152" y="497"/>
                </a:lnTo>
                <a:lnTo>
                  <a:pt x="1152" y="498"/>
                </a:lnTo>
                <a:lnTo>
                  <a:pt x="1152" y="499"/>
                </a:lnTo>
                <a:lnTo>
                  <a:pt x="1151" y="499"/>
                </a:lnTo>
                <a:lnTo>
                  <a:pt x="1151" y="500"/>
                </a:lnTo>
                <a:lnTo>
                  <a:pt x="1151" y="501"/>
                </a:lnTo>
                <a:lnTo>
                  <a:pt x="1151" y="502"/>
                </a:lnTo>
                <a:lnTo>
                  <a:pt x="1150" y="502"/>
                </a:lnTo>
                <a:lnTo>
                  <a:pt x="1150" y="503"/>
                </a:lnTo>
                <a:lnTo>
                  <a:pt x="1149" y="503"/>
                </a:lnTo>
                <a:lnTo>
                  <a:pt x="1149" y="504"/>
                </a:lnTo>
                <a:lnTo>
                  <a:pt x="1149" y="505"/>
                </a:lnTo>
                <a:lnTo>
                  <a:pt x="1148" y="505"/>
                </a:lnTo>
                <a:lnTo>
                  <a:pt x="1147" y="505"/>
                </a:lnTo>
                <a:lnTo>
                  <a:pt x="1145" y="504"/>
                </a:lnTo>
                <a:lnTo>
                  <a:pt x="1144" y="504"/>
                </a:lnTo>
                <a:lnTo>
                  <a:pt x="1143" y="503"/>
                </a:lnTo>
                <a:lnTo>
                  <a:pt x="1142" y="503"/>
                </a:lnTo>
                <a:lnTo>
                  <a:pt x="1141" y="504"/>
                </a:lnTo>
                <a:lnTo>
                  <a:pt x="1141" y="505"/>
                </a:lnTo>
                <a:lnTo>
                  <a:pt x="1141" y="506"/>
                </a:lnTo>
                <a:lnTo>
                  <a:pt x="1141" y="507"/>
                </a:lnTo>
                <a:lnTo>
                  <a:pt x="1141" y="508"/>
                </a:lnTo>
                <a:lnTo>
                  <a:pt x="1142" y="508"/>
                </a:lnTo>
                <a:lnTo>
                  <a:pt x="1142" y="509"/>
                </a:lnTo>
                <a:lnTo>
                  <a:pt x="1141" y="510"/>
                </a:lnTo>
                <a:lnTo>
                  <a:pt x="1140" y="510"/>
                </a:lnTo>
                <a:lnTo>
                  <a:pt x="1139" y="510"/>
                </a:lnTo>
                <a:lnTo>
                  <a:pt x="1138" y="510"/>
                </a:lnTo>
                <a:lnTo>
                  <a:pt x="1137" y="510"/>
                </a:lnTo>
                <a:lnTo>
                  <a:pt x="1137" y="511"/>
                </a:lnTo>
                <a:lnTo>
                  <a:pt x="1138" y="512"/>
                </a:lnTo>
                <a:lnTo>
                  <a:pt x="1138" y="513"/>
                </a:lnTo>
                <a:lnTo>
                  <a:pt x="1138" y="514"/>
                </a:lnTo>
                <a:lnTo>
                  <a:pt x="1137" y="514"/>
                </a:lnTo>
                <a:lnTo>
                  <a:pt x="1137" y="515"/>
                </a:lnTo>
                <a:lnTo>
                  <a:pt x="1137" y="516"/>
                </a:lnTo>
                <a:lnTo>
                  <a:pt x="1136" y="516"/>
                </a:lnTo>
                <a:lnTo>
                  <a:pt x="1136" y="517"/>
                </a:lnTo>
                <a:lnTo>
                  <a:pt x="1135" y="517"/>
                </a:lnTo>
                <a:lnTo>
                  <a:pt x="1135" y="516"/>
                </a:lnTo>
                <a:lnTo>
                  <a:pt x="1134" y="516"/>
                </a:lnTo>
                <a:lnTo>
                  <a:pt x="1133" y="516"/>
                </a:lnTo>
                <a:lnTo>
                  <a:pt x="1132" y="517"/>
                </a:lnTo>
                <a:lnTo>
                  <a:pt x="1133" y="517"/>
                </a:lnTo>
                <a:lnTo>
                  <a:pt x="1133" y="518"/>
                </a:lnTo>
                <a:lnTo>
                  <a:pt x="1132" y="518"/>
                </a:lnTo>
                <a:lnTo>
                  <a:pt x="1132" y="519"/>
                </a:lnTo>
                <a:lnTo>
                  <a:pt x="1132" y="520"/>
                </a:lnTo>
                <a:lnTo>
                  <a:pt x="1132" y="521"/>
                </a:lnTo>
                <a:lnTo>
                  <a:pt x="1132" y="522"/>
                </a:lnTo>
                <a:lnTo>
                  <a:pt x="1131" y="522"/>
                </a:lnTo>
                <a:lnTo>
                  <a:pt x="1130" y="521"/>
                </a:lnTo>
                <a:lnTo>
                  <a:pt x="1128" y="521"/>
                </a:lnTo>
                <a:lnTo>
                  <a:pt x="1128" y="520"/>
                </a:lnTo>
                <a:lnTo>
                  <a:pt x="1127" y="520"/>
                </a:lnTo>
                <a:lnTo>
                  <a:pt x="1127" y="519"/>
                </a:lnTo>
                <a:lnTo>
                  <a:pt x="1126" y="519"/>
                </a:lnTo>
                <a:lnTo>
                  <a:pt x="1126" y="520"/>
                </a:lnTo>
                <a:lnTo>
                  <a:pt x="1125" y="520"/>
                </a:lnTo>
                <a:lnTo>
                  <a:pt x="1124" y="520"/>
                </a:lnTo>
                <a:lnTo>
                  <a:pt x="1124" y="518"/>
                </a:lnTo>
                <a:lnTo>
                  <a:pt x="1123" y="518"/>
                </a:lnTo>
                <a:lnTo>
                  <a:pt x="1122" y="518"/>
                </a:lnTo>
                <a:lnTo>
                  <a:pt x="1122" y="519"/>
                </a:lnTo>
                <a:lnTo>
                  <a:pt x="1122" y="520"/>
                </a:lnTo>
                <a:lnTo>
                  <a:pt x="1121" y="520"/>
                </a:lnTo>
                <a:lnTo>
                  <a:pt x="1120" y="520"/>
                </a:lnTo>
                <a:lnTo>
                  <a:pt x="1119" y="520"/>
                </a:lnTo>
                <a:lnTo>
                  <a:pt x="1118" y="520"/>
                </a:lnTo>
                <a:lnTo>
                  <a:pt x="1117" y="520"/>
                </a:lnTo>
                <a:lnTo>
                  <a:pt x="1116" y="520"/>
                </a:lnTo>
                <a:lnTo>
                  <a:pt x="1115" y="521"/>
                </a:lnTo>
                <a:lnTo>
                  <a:pt x="1115" y="520"/>
                </a:lnTo>
                <a:lnTo>
                  <a:pt x="1115" y="521"/>
                </a:lnTo>
                <a:lnTo>
                  <a:pt x="1114" y="521"/>
                </a:lnTo>
                <a:lnTo>
                  <a:pt x="1114" y="522"/>
                </a:lnTo>
                <a:lnTo>
                  <a:pt x="1114" y="523"/>
                </a:lnTo>
                <a:lnTo>
                  <a:pt x="1113" y="524"/>
                </a:lnTo>
                <a:lnTo>
                  <a:pt x="1112" y="524"/>
                </a:lnTo>
                <a:lnTo>
                  <a:pt x="1112" y="525"/>
                </a:lnTo>
                <a:lnTo>
                  <a:pt x="1111" y="524"/>
                </a:lnTo>
                <a:lnTo>
                  <a:pt x="1112" y="524"/>
                </a:lnTo>
                <a:lnTo>
                  <a:pt x="1112" y="523"/>
                </a:lnTo>
                <a:lnTo>
                  <a:pt x="1111" y="523"/>
                </a:lnTo>
                <a:lnTo>
                  <a:pt x="1111" y="524"/>
                </a:lnTo>
                <a:lnTo>
                  <a:pt x="1110" y="525"/>
                </a:lnTo>
                <a:lnTo>
                  <a:pt x="1110" y="524"/>
                </a:lnTo>
                <a:lnTo>
                  <a:pt x="1110" y="523"/>
                </a:lnTo>
                <a:lnTo>
                  <a:pt x="1110" y="522"/>
                </a:lnTo>
                <a:lnTo>
                  <a:pt x="1109" y="521"/>
                </a:lnTo>
                <a:lnTo>
                  <a:pt x="1108" y="521"/>
                </a:lnTo>
                <a:lnTo>
                  <a:pt x="1108" y="522"/>
                </a:lnTo>
                <a:lnTo>
                  <a:pt x="1107" y="522"/>
                </a:lnTo>
                <a:lnTo>
                  <a:pt x="1106" y="522"/>
                </a:lnTo>
                <a:lnTo>
                  <a:pt x="1104" y="521"/>
                </a:lnTo>
                <a:lnTo>
                  <a:pt x="1104" y="520"/>
                </a:lnTo>
                <a:lnTo>
                  <a:pt x="1104" y="519"/>
                </a:lnTo>
                <a:lnTo>
                  <a:pt x="1104" y="518"/>
                </a:lnTo>
                <a:lnTo>
                  <a:pt x="1105" y="518"/>
                </a:lnTo>
                <a:lnTo>
                  <a:pt x="1104" y="517"/>
                </a:lnTo>
                <a:lnTo>
                  <a:pt x="1103" y="517"/>
                </a:lnTo>
                <a:lnTo>
                  <a:pt x="1102" y="517"/>
                </a:lnTo>
                <a:lnTo>
                  <a:pt x="1102" y="516"/>
                </a:lnTo>
                <a:lnTo>
                  <a:pt x="1101" y="515"/>
                </a:lnTo>
                <a:lnTo>
                  <a:pt x="1100" y="515"/>
                </a:lnTo>
                <a:lnTo>
                  <a:pt x="1099" y="514"/>
                </a:lnTo>
                <a:lnTo>
                  <a:pt x="1098" y="514"/>
                </a:lnTo>
                <a:lnTo>
                  <a:pt x="1098" y="513"/>
                </a:lnTo>
                <a:lnTo>
                  <a:pt x="1097" y="513"/>
                </a:lnTo>
                <a:lnTo>
                  <a:pt x="1096" y="513"/>
                </a:lnTo>
                <a:lnTo>
                  <a:pt x="1096" y="512"/>
                </a:lnTo>
                <a:lnTo>
                  <a:pt x="1095" y="512"/>
                </a:lnTo>
                <a:lnTo>
                  <a:pt x="1094" y="511"/>
                </a:lnTo>
                <a:lnTo>
                  <a:pt x="1093" y="512"/>
                </a:lnTo>
                <a:lnTo>
                  <a:pt x="1092" y="512"/>
                </a:lnTo>
                <a:lnTo>
                  <a:pt x="1092" y="513"/>
                </a:lnTo>
                <a:lnTo>
                  <a:pt x="1091" y="513"/>
                </a:lnTo>
                <a:lnTo>
                  <a:pt x="1090" y="513"/>
                </a:lnTo>
                <a:lnTo>
                  <a:pt x="1089" y="513"/>
                </a:lnTo>
                <a:lnTo>
                  <a:pt x="1089" y="512"/>
                </a:lnTo>
                <a:lnTo>
                  <a:pt x="1090" y="512"/>
                </a:lnTo>
                <a:lnTo>
                  <a:pt x="1090" y="511"/>
                </a:lnTo>
                <a:lnTo>
                  <a:pt x="1089" y="511"/>
                </a:lnTo>
                <a:lnTo>
                  <a:pt x="1088" y="511"/>
                </a:lnTo>
                <a:lnTo>
                  <a:pt x="1087" y="511"/>
                </a:lnTo>
                <a:lnTo>
                  <a:pt x="1087" y="510"/>
                </a:lnTo>
                <a:lnTo>
                  <a:pt x="1085" y="510"/>
                </a:lnTo>
                <a:lnTo>
                  <a:pt x="1084" y="510"/>
                </a:lnTo>
                <a:lnTo>
                  <a:pt x="1083" y="510"/>
                </a:lnTo>
                <a:lnTo>
                  <a:pt x="1083" y="509"/>
                </a:lnTo>
                <a:lnTo>
                  <a:pt x="1082" y="509"/>
                </a:lnTo>
                <a:lnTo>
                  <a:pt x="1081" y="509"/>
                </a:lnTo>
                <a:lnTo>
                  <a:pt x="1080" y="509"/>
                </a:lnTo>
                <a:lnTo>
                  <a:pt x="1080" y="508"/>
                </a:lnTo>
                <a:lnTo>
                  <a:pt x="1079" y="508"/>
                </a:lnTo>
                <a:lnTo>
                  <a:pt x="1077" y="508"/>
                </a:lnTo>
                <a:lnTo>
                  <a:pt x="1076" y="508"/>
                </a:lnTo>
                <a:lnTo>
                  <a:pt x="1075" y="508"/>
                </a:lnTo>
                <a:lnTo>
                  <a:pt x="1075" y="507"/>
                </a:lnTo>
                <a:lnTo>
                  <a:pt x="1075" y="508"/>
                </a:lnTo>
                <a:lnTo>
                  <a:pt x="1075" y="507"/>
                </a:lnTo>
                <a:lnTo>
                  <a:pt x="1075" y="506"/>
                </a:lnTo>
                <a:lnTo>
                  <a:pt x="1074" y="506"/>
                </a:lnTo>
                <a:lnTo>
                  <a:pt x="1073" y="506"/>
                </a:lnTo>
                <a:lnTo>
                  <a:pt x="1072" y="506"/>
                </a:lnTo>
                <a:lnTo>
                  <a:pt x="1072" y="505"/>
                </a:lnTo>
                <a:lnTo>
                  <a:pt x="1071" y="505"/>
                </a:lnTo>
                <a:lnTo>
                  <a:pt x="1070" y="505"/>
                </a:lnTo>
                <a:lnTo>
                  <a:pt x="1069" y="504"/>
                </a:lnTo>
                <a:lnTo>
                  <a:pt x="1070" y="504"/>
                </a:lnTo>
                <a:lnTo>
                  <a:pt x="1070" y="503"/>
                </a:lnTo>
                <a:lnTo>
                  <a:pt x="1069" y="503"/>
                </a:lnTo>
                <a:lnTo>
                  <a:pt x="1068" y="503"/>
                </a:lnTo>
                <a:lnTo>
                  <a:pt x="1067" y="503"/>
                </a:lnTo>
                <a:lnTo>
                  <a:pt x="1066" y="503"/>
                </a:lnTo>
                <a:lnTo>
                  <a:pt x="1066" y="502"/>
                </a:lnTo>
                <a:lnTo>
                  <a:pt x="1066" y="501"/>
                </a:lnTo>
                <a:lnTo>
                  <a:pt x="1067" y="501"/>
                </a:lnTo>
                <a:lnTo>
                  <a:pt x="1067" y="500"/>
                </a:lnTo>
                <a:lnTo>
                  <a:pt x="1066" y="500"/>
                </a:lnTo>
                <a:lnTo>
                  <a:pt x="1066" y="499"/>
                </a:lnTo>
                <a:lnTo>
                  <a:pt x="1064" y="499"/>
                </a:lnTo>
                <a:lnTo>
                  <a:pt x="1063" y="499"/>
                </a:lnTo>
                <a:lnTo>
                  <a:pt x="1062" y="500"/>
                </a:lnTo>
                <a:lnTo>
                  <a:pt x="1061" y="501"/>
                </a:lnTo>
                <a:lnTo>
                  <a:pt x="1061" y="500"/>
                </a:lnTo>
                <a:lnTo>
                  <a:pt x="1060" y="500"/>
                </a:lnTo>
                <a:lnTo>
                  <a:pt x="1060" y="499"/>
                </a:lnTo>
                <a:lnTo>
                  <a:pt x="1059" y="499"/>
                </a:lnTo>
                <a:lnTo>
                  <a:pt x="1058" y="499"/>
                </a:lnTo>
                <a:lnTo>
                  <a:pt x="1058" y="500"/>
                </a:lnTo>
                <a:lnTo>
                  <a:pt x="1057" y="500"/>
                </a:lnTo>
                <a:lnTo>
                  <a:pt x="1056" y="500"/>
                </a:lnTo>
                <a:lnTo>
                  <a:pt x="1056" y="499"/>
                </a:lnTo>
                <a:lnTo>
                  <a:pt x="1056" y="500"/>
                </a:lnTo>
                <a:lnTo>
                  <a:pt x="1055" y="500"/>
                </a:lnTo>
                <a:lnTo>
                  <a:pt x="1054" y="500"/>
                </a:lnTo>
                <a:lnTo>
                  <a:pt x="1053" y="500"/>
                </a:lnTo>
                <a:lnTo>
                  <a:pt x="1052" y="500"/>
                </a:lnTo>
                <a:lnTo>
                  <a:pt x="1052" y="499"/>
                </a:lnTo>
                <a:lnTo>
                  <a:pt x="1052" y="500"/>
                </a:lnTo>
                <a:lnTo>
                  <a:pt x="1051" y="500"/>
                </a:lnTo>
                <a:lnTo>
                  <a:pt x="1050" y="500"/>
                </a:lnTo>
                <a:lnTo>
                  <a:pt x="1050" y="499"/>
                </a:lnTo>
                <a:lnTo>
                  <a:pt x="1050" y="498"/>
                </a:lnTo>
                <a:lnTo>
                  <a:pt x="1049" y="498"/>
                </a:lnTo>
                <a:lnTo>
                  <a:pt x="1049" y="499"/>
                </a:lnTo>
                <a:lnTo>
                  <a:pt x="1048" y="498"/>
                </a:lnTo>
                <a:lnTo>
                  <a:pt x="1048" y="497"/>
                </a:lnTo>
                <a:lnTo>
                  <a:pt x="1047" y="497"/>
                </a:lnTo>
                <a:lnTo>
                  <a:pt x="1046" y="497"/>
                </a:lnTo>
                <a:lnTo>
                  <a:pt x="1046" y="496"/>
                </a:lnTo>
                <a:lnTo>
                  <a:pt x="1045" y="495"/>
                </a:lnTo>
                <a:lnTo>
                  <a:pt x="1044" y="495"/>
                </a:lnTo>
                <a:lnTo>
                  <a:pt x="1043" y="495"/>
                </a:lnTo>
                <a:lnTo>
                  <a:pt x="1042" y="495"/>
                </a:lnTo>
                <a:lnTo>
                  <a:pt x="1041" y="494"/>
                </a:lnTo>
                <a:lnTo>
                  <a:pt x="1040" y="494"/>
                </a:lnTo>
                <a:lnTo>
                  <a:pt x="1039" y="495"/>
                </a:lnTo>
                <a:lnTo>
                  <a:pt x="1038" y="495"/>
                </a:lnTo>
                <a:lnTo>
                  <a:pt x="1037" y="495"/>
                </a:lnTo>
                <a:lnTo>
                  <a:pt x="1036" y="495"/>
                </a:lnTo>
                <a:lnTo>
                  <a:pt x="1036" y="496"/>
                </a:lnTo>
                <a:lnTo>
                  <a:pt x="1036" y="497"/>
                </a:lnTo>
                <a:lnTo>
                  <a:pt x="1035" y="497"/>
                </a:lnTo>
                <a:lnTo>
                  <a:pt x="1034" y="499"/>
                </a:lnTo>
                <a:lnTo>
                  <a:pt x="1033" y="499"/>
                </a:lnTo>
                <a:lnTo>
                  <a:pt x="1032" y="500"/>
                </a:lnTo>
                <a:lnTo>
                  <a:pt x="1031" y="500"/>
                </a:lnTo>
                <a:lnTo>
                  <a:pt x="1030" y="500"/>
                </a:lnTo>
                <a:lnTo>
                  <a:pt x="1030" y="501"/>
                </a:lnTo>
                <a:lnTo>
                  <a:pt x="1030" y="500"/>
                </a:lnTo>
                <a:lnTo>
                  <a:pt x="1030" y="501"/>
                </a:lnTo>
                <a:lnTo>
                  <a:pt x="1029" y="501"/>
                </a:lnTo>
                <a:lnTo>
                  <a:pt x="1029" y="502"/>
                </a:lnTo>
                <a:lnTo>
                  <a:pt x="1029" y="503"/>
                </a:lnTo>
                <a:lnTo>
                  <a:pt x="1028" y="503"/>
                </a:lnTo>
                <a:lnTo>
                  <a:pt x="1028" y="504"/>
                </a:lnTo>
                <a:lnTo>
                  <a:pt x="1028" y="505"/>
                </a:lnTo>
                <a:lnTo>
                  <a:pt x="1028" y="506"/>
                </a:lnTo>
                <a:lnTo>
                  <a:pt x="1027" y="507"/>
                </a:lnTo>
                <a:lnTo>
                  <a:pt x="1028" y="507"/>
                </a:lnTo>
                <a:lnTo>
                  <a:pt x="1028" y="508"/>
                </a:lnTo>
                <a:lnTo>
                  <a:pt x="1028" y="509"/>
                </a:lnTo>
                <a:lnTo>
                  <a:pt x="1027" y="509"/>
                </a:lnTo>
                <a:lnTo>
                  <a:pt x="1027" y="510"/>
                </a:lnTo>
                <a:lnTo>
                  <a:pt x="1027" y="511"/>
                </a:lnTo>
                <a:lnTo>
                  <a:pt x="1027" y="512"/>
                </a:lnTo>
                <a:lnTo>
                  <a:pt x="1026" y="512"/>
                </a:lnTo>
                <a:lnTo>
                  <a:pt x="1026" y="513"/>
                </a:lnTo>
                <a:lnTo>
                  <a:pt x="1025" y="513"/>
                </a:lnTo>
                <a:lnTo>
                  <a:pt x="1025" y="514"/>
                </a:lnTo>
                <a:lnTo>
                  <a:pt x="1024" y="515"/>
                </a:lnTo>
                <a:lnTo>
                  <a:pt x="1025" y="515"/>
                </a:lnTo>
                <a:lnTo>
                  <a:pt x="1026" y="516"/>
                </a:lnTo>
                <a:lnTo>
                  <a:pt x="1026" y="517"/>
                </a:lnTo>
                <a:lnTo>
                  <a:pt x="1027" y="517"/>
                </a:lnTo>
                <a:lnTo>
                  <a:pt x="1028" y="517"/>
                </a:lnTo>
                <a:lnTo>
                  <a:pt x="1028" y="518"/>
                </a:lnTo>
                <a:lnTo>
                  <a:pt x="1029" y="518"/>
                </a:lnTo>
                <a:lnTo>
                  <a:pt x="1029" y="519"/>
                </a:lnTo>
                <a:lnTo>
                  <a:pt x="1030" y="519"/>
                </a:lnTo>
                <a:lnTo>
                  <a:pt x="1030" y="520"/>
                </a:lnTo>
                <a:lnTo>
                  <a:pt x="1031" y="521"/>
                </a:lnTo>
                <a:lnTo>
                  <a:pt x="1031" y="522"/>
                </a:lnTo>
                <a:lnTo>
                  <a:pt x="1031" y="523"/>
                </a:lnTo>
                <a:lnTo>
                  <a:pt x="1032" y="523"/>
                </a:lnTo>
                <a:lnTo>
                  <a:pt x="1032" y="524"/>
                </a:lnTo>
                <a:lnTo>
                  <a:pt x="1033" y="524"/>
                </a:lnTo>
                <a:lnTo>
                  <a:pt x="1034" y="524"/>
                </a:lnTo>
                <a:lnTo>
                  <a:pt x="1034" y="525"/>
                </a:lnTo>
                <a:lnTo>
                  <a:pt x="1034" y="526"/>
                </a:lnTo>
                <a:lnTo>
                  <a:pt x="1034" y="527"/>
                </a:lnTo>
                <a:lnTo>
                  <a:pt x="1035" y="528"/>
                </a:lnTo>
                <a:lnTo>
                  <a:pt x="1035" y="529"/>
                </a:lnTo>
                <a:lnTo>
                  <a:pt x="1035" y="530"/>
                </a:lnTo>
                <a:lnTo>
                  <a:pt x="1036" y="529"/>
                </a:lnTo>
                <a:lnTo>
                  <a:pt x="1036" y="530"/>
                </a:lnTo>
                <a:lnTo>
                  <a:pt x="1037" y="531"/>
                </a:lnTo>
                <a:lnTo>
                  <a:pt x="1037" y="532"/>
                </a:lnTo>
                <a:lnTo>
                  <a:pt x="1038" y="532"/>
                </a:lnTo>
                <a:lnTo>
                  <a:pt x="1039" y="533"/>
                </a:lnTo>
                <a:lnTo>
                  <a:pt x="1039" y="534"/>
                </a:lnTo>
                <a:lnTo>
                  <a:pt x="1039" y="535"/>
                </a:lnTo>
                <a:lnTo>
                  <a:pt x="1039" y="536"/>
                </a:lnTo>
                <a:lnTo>
                  <a:pt x="1040" y="536"/>
                </a:lnTo>
                <a:lnTo>
                  <a:pt x="1041" y="537"/>
                </a:lnTo>
                <a:lnTo>
                  <a:pt x="1041" y="538"/>
                </a:lnTo>
                <a:lnTo>
                  <a:pt x="1042" y="538"/>
                </a:lnTo>
                <a:lnTo>
                  <a:pt x="1043" y="538"/>
                </a:lnTo>
                <a:lnTo>
                  <a:pt x="1043" y="539"/>
                </a:lnTo>
                <a:lnTo>
                  <a:pt x="1043" y="540"/>
                </a:lnTo>
                <a:lnTo>
                  <a:pt x="1043" y="541"/>
                </a:lnTo>
                <a:lnTo>
                  <a:pt x="1044" y="542"/>
                </a:lnTo>
                <a:lnTo>
                  <a:pt x="1045" y="543"/>
                </a:lnTo>
                <a:lnTo>
                  <a:pt x="1045" y="544"/>
                </a:lnTo>
                <a:lnTo>
                  <a:pt x="1047" y="544"/>
                </a:lnTo>
                <a:lnTo>
                  <a:pt x="1048" y="544"/>
                </a:lnTo>
                <a:lnTo>
                  <a:pt x="1049" y="545"/>
                </a:lnTo>
                <a:lnTo>
                  <a:pt x="1050" y="545"/>
                </a:lnTo>
                <a:lnTo>
                  <a:pt x="1050" y="546"/>
                </a:lnTo>
                <a:lnTo>
                  <a:pt x="1050" y="547"/>
                </a:lnTo>
                <a:lnTo>
                  <a:pt x="1053" y="548"/>
                </a:lnTo>
                <a:lnTo>
                  <a:pt x="1054" y="548"/>
                </a:lnTo>
                <a:lnTo>
                  <a:pt x="1055" y="547"/>
                </a:lnTo>
                <a:lnTo>
                  <a:pt x="1056" y="548"/>
                </a:lnTo>
                <a:lnTo>
                  <a:pt x="1057" y="548"/>
                </a:lnTo>
                <a:lnTo>
                  <a:pt x="1058" y="549"/>
                </a:lnTo>
                <a:lnTo>
                  <a:pt x="1059" y="549"/>
                </a:lnTo>
                <a:lnTo>
                  <a:pt x="1060" y="549"/>
                </a:lnTo>
                <a:lnTo>
                  <a:pt x="1060" y="550"/>
                </a:lnTo>
                <a:lnTo>
                  <a:pt x="1059" y="550"/>
                </a:lnTo>
                <a:lnTo>
                  <a:pt x="1059" y="551"/>
                </a:lnTo>
                <a:lnTo>
                  <a:pt x="1060" y="551"/>
                </a:lnTo>
                <a:lnTo>
                  <a:pt x="1060" y="552"/>
                </a:lnTo>
                <a:lnTo>
                  <a:pt x="1061" y="553"/>
                </a:lnTo>
                <a:lnTo>
                  <a:pt x="1062" y="554"/>
                </a:lnTo>
                <a:lnTo>
                  <a:pt x="1063" y="554"/>
                </a:lnTo>
                <a:lnTo>
                  <a:pt x="1063" y="555"/>
                </a:lnTo>
                <a:lnTo>
                  <a:pt x="1063" y="556"/>
                </a:lnTo>
                <a:lnTo>
                  <a:pt x="1062" y="556"/>
                </a:lnTo>
                <a:lnTo>
                  <a:pt x="1062" y="557"/>
                </a:lnTo>
                <a:lnTo>
                  <a:pt x="1062" y="558"/>
                </a:lnTo>
                <a:lnTo>
                  <a:pt x="1063" y="558"/>
                </a:lnTo>
                <a:lnTo>
                  <a:pt x="1063" y="559"/>
                </a:lnTo>
                <a:lnTo>
                  <a:pt x="1062" y="560"/>
                </a:lnTo>
                <a:lnTo>
                  <a:pt x="1062" y="559"/>
                </a:lnTo>
                <a:lnTo>
                  <a:pt x="1062" y="560"/>
                </a:lnTo>
                <a:lnTo>
                  <a:pt x="1061" y="560"/>
                </a:lnTo>
                <a:lnTo>
                  <a:pt x="1061" y="561"/>
                </a:lnTo>
                <a:lnTo>
                  <a:pt x="1060" y="561"/>
                </a:lnTo>
                <a:lnTo>
                  <a:pt x="1060" y="562"/>
                </a:lnTo>
                <a:lnTo>
                  <a:pt x="1060" y="563"/>
                </a:lnTo>
                <a:lnTo>
                  <a:pt x="1061" y="564"/>
                </a:lnTo>
                <a:lnTo>
                  <a:pt x="1061" y="565"/>
                </a:lnTo>
                <a:lnTo>
                  <a:pt x="1061" y="566"/>
                </a:lnTo>
                <a:lnTo>
                  <a:pt x="1061" y="567"/>
                </a:lnTo>
                <a:lnTo>
                  <a:pt x="1061" y="568"/>
                </a:lnTo>
                <a:lnTo>
                  <a:pt x="1062" y="568"/>
                </a:lnTo>
                <a:lnTo>
                  <a:pt x="1062" y="567"/>
                </a:lnTo>
                <a:lnTo>
                  <a:pt x="1063" y="567"/>
                </a:lnTo>
                <a:lnTo>
                  <a:pt x="1064" y="567"/>
                </a:lnTo>
                <a:lnTo>
                  <a:pt x="1065" y="567"/>
                </a:lnTo>
                <a:lnTo>
                  <a:pt x="1067" y="565"/>
                </a:lnTo>
                <a:lnTo>
                  <a:pt x="1068" y="566"/>
                </a:lnTo>
                <a:lnTo>
                  <a:pt x="1069" y="567"/>
                </a:lnTo>
                <a:lnTo>
                  <a:pt x="1070" y="567"/>
                </a:lnTo>
                <a:lnTo>
                  <a:pt x="1071" y="568"/>
                </a:lnTo>
                <a:lnTo>
                  <a:pt x="1072" y="568"/>
                </a:lnTo>
                <a:lnTo>
                  <a:pt x="1073" y="568"/>
                </a:lnTo>
                <a:lnTo>
                  <a:pt x="1074" y="567"/>
                </a:lnTo>
                <a:lnTo>
                  <a:pt x="1074" y="568"/>
                </a:lnTo>
                <a:lnTo>
                  <a:pt x="1075" y="568"/>
                </a:lnTo>
                <a:lnTo>
                  <a:pt x="1076" y="568"/>
                </a:lnTo>
                <a:lnTo>
                  <a:pt x="1077" y="568"/>
                </a:lnTo>
                <a:lnTo>
                  <a:pt x="1077" y="569"/>
                </a:lnTo>
                <a:lnTo>
                  <a:pt x="1077" y="568"/>
                </a:lnTo>
                <a:lnTo>
                  <a:pt x="1079" y="569"/>
                </a:lnTo>
                <a:lnTo>
                  <a:pt x="1080" y="569"/>
                </a:lnTo>
                <a:lnTo>
                  <a:pt x="1081" y="569"/>
                </a:lnTo>
                <a:lnTo>
                  <a:pt x="1082" y="569"/>
                </a:lnTo>
                <a:lnTo>
                  <a:pt x="1083" y="569"/>
                </a:lnTo>
                <a:lnTo>
                  <a:pt x="1084" y="568"/>
                </a:lnTo>
                <a:lnTo>
                  <a:pt x="1084" y="567"/>
                </a:lnTo>
                <a:lnTo>
                  <a:pt x="1084" y="566"/>
                </a:lnTo>
                <a:lnTo>
                  <a:pt x="1084" y="565"/>
                </a:lnTo>
                <a:lnTo>
                  <a:pt x="1085" y="565"/>
                </a:lnTo>
                <a:lnTo>
                  <a:pt x="1085" y="566"/>
                </a:lnTo>
                <a:lnTo>
                  <a:pt x="1086" y="566"/>
                </a:lnTo>
                <a:lnTo>
                  <a:pt x="1087" y="565"/>
                </a:lnTo>
                <a:lnTo>
                  <a:pt x="1088" y="565"/>
                </a:lnTo>
                <a:lnTo>
                  <a:pt x="1089" y="564"/>
                </a:lnTo>
                <a:lnTo>
                  <a:pt x="1090" y="564"/>
                </a:lnTo>
                <a:lnTo>
                  <a:pt x="1091" y="564"/>
                </a:lnTo>
                <a:lnTo>
                  <a:pt x="1092" y="564"/>
                </a:lnTo>
                <a:lnTo>
                  <a:pt x="1093" y="565"/>
                </a:lnTo>
                <a:lnTo>
                  <a:pt x="1094" y="564"/>
                </a:lnTo>
                <a:lnTo>
                  <a:pt x="1095" y="564"/>
                </a:lnTo>
                <a:lnTo>
                  <a:pt x="1095" y="565"/>
                </a:lnTo>
                <a:lnTo>
                  <a:pt x="1096" y="565"/>
                </a:lnTo>
                <a:lnTo>
                  <a:pt x="1096" y="566"/>
                </a:lnTo>
                <a:lnTo>
                  <a:pt x="1096" y="567"/>
                </a:lnTo>
                <a:lnTo>
                  <a:pt x="1097" y="567"/>
                </a:lnTo>
                <a:lnTo>
                  <a:pt x="1097" y="566"/>
                </a:lnTo>
                <a:lnTo>
                  <a:pt x="1098" y="566"/>
                </a:lnTo>
                <a:lnTo>
                  <a:pt x="1099" y="567"/>
                </a:lnTo>
                <a:lnTo>
                  <a:pt x="1099" y="568"/>
                </a:lnTo>
                <a:lnTo>
                  <a:pt x="1099" y="569"/>
                </a:lnTo>
                <a:lnTo>
                  <a:pt x="1098" y="569"/>
                </a:lnTo>
                <a:lnTo>
                  <a:pt x="1099" y="570"/>
                </a:lnTo>
                <a:lnTo>
                  <a:pt x="1100" y="570"/>
                </a:lnTo>
                <a:lnTo>
                  <a:pt x="1100" y="571"/>
                </a:lnTo>
                <a:lnTo>
                  <a:pt x="1101" y="572"/>
                </a:lnTo>
                <a:lnTo>
                  <a:pt x="1101" y="573"/>
                </a:lnTo>
                <a:lnTo>
                  <a:pt x="1101" y="574"/>
                </a:lnTo>
                <a:lnTo>
                  <a:pt x="1101" y="575"/>
                </a:lnTo>
                <a:lnTo>
                  <a:pt x="1101" y="576"/>
                </a:lnTo>
                <a:lnTo>
                  <a:pt x="1101" y="577"/>
                </a:lnTo>
                <a:lnTo>
                  <a:pt x="1101" y="578"/>
                </a:lnTo>
                <a:lnTo>
                  <a:pt x="1101" y="579"/>
                </a:lnTo>
                <a:lnTo>
                  <a:pt x="1101" y="580"/>
                </a:lnTo>
                <a:lnTo>
                  <a:pt x="1101" y="581"/>
                </a:lnTo>
                <a:lnTo>
                  <a:pt x="1101" y="582"/>
                </a:lnTo>
                <a:lnTo>
                  <a:pt x="1102" y="584"/>
                </a:lnTo>
                <a:lnTo>
                  <a:pt x="1102" y="585"/>
                </a:lnTo>
                <a:lnTo>
                  <a:pt x="1103" y="585"/>
                </a:lnTo>
                <a:lnTo>
                  <a:pt x="1104" y="585"/>
                </a:lnTo>
                <a:lnTo>
                  <a:pt x="1104" y="584"/>
                </a:lnTo>
                <a:lnTo>
                  <a:pt x="1105" y="584"/>
                </a:lnTo>
                <a:lnTo>
                  <a:pt x="1106" y="584"/>
                </a:lnTo>
                <a:lnTo>
                  <a:pt x="1107" y="584"/>
                </a:lnTo>
                <a:lnTo>
                  <a:pt x="1108" y="584"/>
                </a:lnTo>
                <a:lnTo>
                  <a:pt x="1109" y="584"/>
                </a:lnTo>
                <a:lnTo>
                  <a:pt x="1110" y="584"/>
                </a:lnTo>
                <a:lnTo>
                  <a:pt x="1110" y="585"/>
                </a:lnTo>
                <a:lnTo>
                  <a:pt x="1112" y="584"/>
                </a:lnTo>
                <a:lnTo>
                  <a:pt x="1112" y="585"/>
                </a:lnTo>
                <a:lnTo>
                  <a:pt x="1112" y="584"/>
                </a:lnTo>
                <a:lnTo>
                  <a:pt x="1113" y="584"/>
                </a:lnTo>
                <a:lnTo>
                  <a:pt x="1113" y="583"/>
                </a:lnTo>
                <a:lnTo>
                  <a:pt x="1114" y="582"/>
                </a:lnTo>
                <a:lnTo>
                  <a:pt x="1114" y="580"/>
                </a:lnTo>
                <a:lnTo>
                  <a:pt x="1115" y="580"/>
                </a:lnTo>
                <a:lnTo>
                  <a:pt x="1116" y="581"/>
                </a:lnTo>
                <a:lnTo>
                  <a:pt x="1116" y="582"/>
                </a:lnTo>
                <a:lnTo>
                  <a:pt x="1115" y="582"/>
                </a:lnTo>
                <a:lnTo>
                  <a:pt x="1115" y="583"/>
                </a:lnTo>
                <a:lnTo>
                  <a:pt x="1115" y="584"/>
                </a:lnTo>
                <a:lnTo>
                  <a:pt x="1115" y="585"/>
                </a:lnTo>
                <a:lnTo>
                  <a:pt x="1115" y="586"/>
                </a:lnTo>
                <a:lnTo>
                  <a:pt x="1115" y="587"/>
                </a:lnTo>
                <a:lnTo>
                  <a:pt x="1115" y="588"/>
                </a:lnTo>
                <a:lnTo>
                  <a:pt x="1115" y="589"/>
                </a:lnTo>
                <a:lnTo>
                  <a:pt x="1115" y="590"/>
                </a:lnTo>
                <a:lnTo>
                  <a:pt x="1113" y="590"/>
                </a:lnTo>
                <a:lnTo>
                  <a:pt x="1111" y="590"/>
                </a:lnTo>
                <a:lnTo>
                  <a:pt x="1110" y="590"/>
                </a:lnTo>
                <a:lnTo>
                  <a:pt x="1109" y="591"/>
                </a:lnTo>
                <a:lnTo>
                  <a:pt x="1108" y="591"/>
                </a:lnTo>
                <a:lnTo>
                  <a:pt x="1108" y="592"/>
                </a:lnTo>
                <a:lnTo>
                  <a:pt x="1107" y="594"/>
                </a:lnTo>
                <a:lnTo>
                  <a:pt x="1106" y="595"/>
                </a:lnTo>
                <a:lnTo>
                  <a:pt x="1106" y="596"/>
                </a:lnTo>
                <a:lnTo>
                  <a:pt x="1105" y="596"/>
                </a:lnTo>
                <a:lnTo>
                  <a:pt x="1105" y="597"/>
                </a:lnTo>
                <a:lnTo>
                  <a:pt x="1105" y="598"/>
                </a:lnTo>
                <a:lnTo>
                  <a:pt x="1105" y="599"/>
                </a:lnTo>
                <a:lnTo>
                  <a:pt x="1104" y="600"/>
                </a:lnTo>
                <a:lnTo>
                  <a:pt x="1104" y="601"/>
                </a:lnTo>
                <a:lnTo>
                  <a:pt x="1104" y="602"/>
                </a:lnTo>
                <a:lnTo>
                  <a:pt x="1104" y="603"/>
                </a:lnTo>
                <a:lnTo>
                  <a:pt x="1105" y="604"/>
                </a:lnTo>
                <a:lnTo>
                  <a:pt x="1106" y="604"/>
                </a:lnTo>
                <a:lnTo>
                  <a:pt x="1106" y="605"/>
                </a:lnTo>
                <a:lnTo>
                  <a:pt x="1107" y="605"/>
                </a:lnTo>
                <a:lnTo>
                  <a:pt x="1108" y="605"/>
                </a:lnTo>
                <a:lnTo>
                  <a:pt x="1109" y="605"/>
                </a:lnTo>
                <a:lnTo>
                  <a:pt x="1110" y="605"/>
                </a:lnTo>
                <a:lnTo>
                  <a:pt x="1110" y="606"/>
                </a:lnTo>
                <a:lnTo>
                  <a:pt x="1111" y="606"/>
                </a:lnTo>
                <a:lnTo>
                  <a:pt x="1112" y="606"/>
                </a:lnTo>
                <a:lnTo>
                  <a:pt x="1112" y="607"/>
                </a:lnTo>
                <a:lnTo>
                  <a:pt x="1112" y="608"/>
                </a:lnTo>
                <a:lnTo>
                  <a:pt x="1112" y="609"/>
                </a:lnTo>
                <a:lnTo>
                  <a:pt x="1111" y="609"/>
                </a:lnTo>
                <a:lnTo>
                  <a:pt x="1111" y="610"/>
                </a:lnTo>
                <a:lnTo>
                  <a:pt x="1111" y="611"/>
                </a:lnTo>
                <a:lnTo>
                  <a:pt x="1111" y="612"/>
                </a:lnTo>
                <a:lnTo>
                  <a:pt x="1110" y="612"/>
                </a:lnTo>
                <a:lnTo>
                  <a:pt x="1110" y="613"/>
                </a:lnTo>
                <a:lnTo>
                  <a:pt x="1109" y="614"/>
                </a:lnTo>
                <a:lnTo>
                  <a:pt x="1108" y="615"/>
                </a:lnTo>
                <a:lnTo>
                  <a:pt x="1107" y="615"/>
                </a:lnTo>
                <a:lnTo>
                  <a:pt x="1107" y="616"/>
                </a:lnTo>
                <a:lnTo>
                  <a:pt x="1108" y="616"/>
                </a:lnTo>
                <a:lnTo>
                  <a:pt x="1108" y="617"/>
                </a:lnTo>
                <a:lnTo>
                  <a:pt x="1107" y="617"/>
                </a:lnTo>
                <a:lnTo>
                  <a:pt x="1107" y="618"/>
                </a:lnTo>
                <a:lnTo>
                  <a:pt x="1105" y="618"/>
                </a:lnTo>
                <a:lnTo>
                  <a:pt x="1105" y="619"/>
                </a:lnTo>
                <a:lnTo>
                  <a:pt x="1105" y="620"/>
                </a:lnTo>
                <a:lnTo>
                  <a:pt x="1105" y="621"/>
                </a:lnTo>
                <a:lnTo>
                  <a:pt x="1105" y="622"/>
                </a:lnTo>
                <a:lnTo>
                  <a:pt x="1104" y="622"/>
                </a:lnTo>
                <a:lnTo>
                  <a:pt x="1104" y="623"/>
                </a:lnTo>
                <a:lnTo>
                  <a:pt x="1103" y="624"/>
                </a:lnTo>
                <a:lnTo>
                  <a:pt x="1103" y="625"/>
                </a:lnTo>
                <a:lnTo>
                  <a:pt x="1102" y="625"/>
                </a:lnTo>
                <a:lnTo>
                  <a:pt x="1101" y="624"/>
                </a:lnTo>
                <a:lnTo>
                  <a:pt x="1100" y="623"/>
                </a:lnTo>
                <a:lnTo>
                  <a:pt x="1100" y="622"/>
                </a:lnTo>
                <a:lnTo>
                  <a:pt x="1099" y="622"/>
                </a:lnTo>
                <a:lnTo>
                  <a:pt x="1098" y="621"/>
                </a:lnTo>
                <a:lnTo>
                  <a:pt x="1098" y="620"/>
                </a:lnTo>
                <a:lnTo>
                  <a:pt x="1097" y="620"/>
                </a:lnTo>
                <a:lnTo>
                  <a:pt x="1096" y="619"/>
                </a:lnTo>
                <a:lnTo>
                  <a:pt x="1096" y="618"/>
                </a:lnTo>
                <a:lnTo>
                  <a:pt x="1095" y="618"/>
                </a:lnTo>
                <a:lnTo>
                  <a:pt x="1095" y="617"/>
                </a:lnTo>
                <a:lnTo>
                  <a:pt x="1094" y="617"/>
                </a:lnTo>
                <a:lnTo>
                  <a:pt x="1093" y="617"/>
                </a:lnTo>
                <a:lnTo>
                  <a:pt x="1093" y="616"/>
                </a:lnTo>
                <a:lnTo>
                  <a:pt x="1092" y="616"/>
                </a:lnTo>
                <a:lnTo>
                  <a:pt x="1092" y="615"/>
                </a:lnTo>
                <a:lnTo>
                  <a:pt x="1092" y="614"/>
                </a:lnTo>
                <a:lnTo>
                  <a:pt x="1091" y="614"/>
                </a:lnTo>
                <a:lnTo>
                  <a:pt x="1090" y="613"/>
                </a:lnTo>
                <a:lnTo>
                  <a:pt x="1090" y="612"/>
                </a:lnTo>
                <a:lnTo>
                  <a:pt x="1089" y="612"/>
                </a:lnTo>
                <a:lnTo>
                  <a:pt x="1088" y="612"/>
                </a:lnTo>
                <a:lnTo>
                  <a:pt x="1087" y="612"/>
                </a:lnTo>
                <a:lnTo>
                  <a:pt x="1086" y="612"/>
                </a:lnTo>
                <a:lnTo>
                  <a:pt x="1085" y="612"/>
                </a:lnTo>
                <a:lnTo>
                  <a:pt x="1084" y="612"/>
                </a:lnTo>
                <a:lnTo>
                  <a:pt x="1083" y="612"/>
                </a:lnTo>
                <a:lnTo>
                  <a:pt x="1082" y="612"/>
                </a:lnTo>
                <a:lnTo>
                  <a:pt x="1081" y="613"/>
                </a:lnTo>
                <a:lnTo>
                  <a:pt x="1081" y="614"/>
                </a:lnTo>
                <a:lnTo>
                  <a:pt x="1080" y="614"/>
                </a:lnTo>
                <a:lnTo>
                  <a:pt x="1081" y="614"/>
                </a:lnTo>
                <a:lnTo>
                  <a:pt x="1081" y="615"/>
                </a:lnTo>
                <a:lnTo>
                  <a:pt x="1081" y="616"/>
                </a:lnTo>
                <a:lnTo>
                  <a:pt x="1081" y="617"/>
                </a:lnTo>
                <a:lnTo>
                  <a:pt x="1081" y="618"/>
                </a:lnTo>
                <a:lnTo>
                  <a:pt x="1081" y="619"/>
                </a:lnTo>
                <a:lnTo>
                  <a:pt x="1080" y="620"/>
                </a:lnTo>
                <a:lnTo>
                  <a:pt x="1080" y="619"/>
                </a:lnTo>
                <a:lnTo>
                  <a:pt x="1079" y="619"/>
                </a:lnTo>
                <a:lnTo>
                  <a:pt x="1080" y="619"/>
                </a:lnTo>
                <a:lnTo>
                  <a:pt x="1080" y="618"/>
                </a:lnTo>
                <a:lnTo>
                  <a:pt x="1079" y="618"/>
                </a:lnTo>
                <a:lnTo>
                  <a:pt x="1078" y="618"/>
                </a:lnTo>
                <a:lnTo>
                  <a:pt x="1078" y="617"/>
                </a:lnTo>
                <a:lnTo>
                  <a:pt x="1078" y="616"/>
                </a:lnTo>
                <a:lnTo>
                  <a:pt x="1077" y="615"/>
                </a:lnTo>
                <a:lnTo>
                  <a:pt x="1077" y="614"/>
                </a:lnTo>
                <a:lnTo>
                  <a:pt x="1076" y="613"/>
                </a:lnTo>
                <a:lnTo>
                  <a:pt x="1075" y="613"/>
                </a:lnTo>
                <a:lnTo>
                  <a:pt x="1075" y="612"/>
                </a:lnTo>
                <a:lnTo>
                  <a:pt x="1075" y="611"/>
                </a:lnTo>
                <a:lnTo>
                  <a:pt x="1074" y="611"/>
                </a:lnTo>
                <a:lnTo>
                  <a:pt x="1074" y="610"/>
                </a:lnTo>
                <a:lnTo>
                  <a:pt x="1073" y="610"/>
                </a:lnTo>
                <a:lnTo>
                  <a:pt x="1073" y="609"/>
                </a:lnTo>
                <a:lnTo>
                  <a:pt x="1072" y="609"/>
                </a:lnTo>
                <a:lnTo>
                  <a:pt x="1071" y="608"/>
                </a:lnTo>
                <a:lnTo>
                  <a:pt x="1070" y="608"/>
                </a:lnTo>
                <a:lnTo>
                  <a:pt x="1069" y="608"/>
                </a:lnTo>
                <a:lnTo>
                  <a:pt x="1068" y="608"/>
                </a:lnTo>
                <a:lnTo>
                  <a:pt x="1067" y="608"/>
                </a:lnTo>
                <a:lnTo>
                  <a:pt x="1066" y="608"/>
                </a:lnTo>
                <a:lnTo>
                  <a:pt x="1066" y="607"/>
                </a:lnTo>
                <a:lnTo>
                  <a:pt x="1066" y="608"/>
                </a:lnTo>
                <a:lnTo>
                  <a:pt x="1065" y="609"/>
                </a:lnTo>
                <a:lnTo>
                  <a:pt x="1064" y="609"/>
                </a:lnTo>
                <a:lnTo>
                  <a:pt x="1064" y="608"/>
                </a:lnTo>
                <a:lnTo>
                  <a:pt x="1063" y="608"/>
                </a:lnTo>
                <a:lnTo>
                  <a:pt x="1062" y="608"/>
                </a:lnTo>
                <a:lnTo>
                  <a:pt x="1061" y="608"/>
                </a:lnTo>
                <a:lnTo>
                  <a:pt x="1061" y="609"/>
                </a:lnTo>
                <a:lnTo>
                  <a:pt x="1061" y="610"/>
                </a:lnTo>
                <a:lnTo>
                  <a:pt x="1060" y="610"/>
                </a:lnTo>
                <a:lnTo>
                  <a:pt x="1059" y="610"/>
                </a:lnTo>
                <a:lnTo>
                  <a:pt x="1060" y="610"/>
                </a:lnTo>
                <a:lnTo>
                  <a:pt x="1060" y="611"/>
                </a:lnTo>
                <a:lnTo>
                  <a:pt x="1059" y="611"/>
                </a:lnTo>
                <a:lnTo>
                  <a:pt x="1059" y="612"/>
                </a:lnTo>
                <a:lnTo>
                  <a:pt x="1058" y="612"/>
                </a:lnTo>
                <a:lnTo>
                  <a:pt x="1057" y="612"/>
                </a:lnTo>
                <a:lnTo>
                  <a:pt x="1057" y="613"/>
                </a:lnTo>
                <a:lnTo>
                  <a:pt x="1057" y="615"/>
                </a:lnTo>
                <a:lnTo>
                  <a:pt x="1056" y="615"/>
                </a:lnTo>
                <a:lnTo>
                  <a:pt x="1057" y="616"/>
                </a:lnTo>
                <a:lnTo>
                  <a:pt x="1058" y="616"/>
                </a:lnTo>
                <a:lnTo>
                  <a:pt x="1058" y="617"/>
                </a:lnTo>
                <a:lnTo>
                  <a:pt x="1057" y="617"/>
                </a:lnTo>
                <a:lnTo>
                  <a:pt x="1057" y="618"/>
                </a:lnTo>
                <a:lnTo>
                  <a:pt x="1058" y="619"/>
                </a:lnTo>
                <a:lnTo>
                  <a:pt x="1059" y="619"/>
                </a:lnTo>
                <a:lnTo>
                  <a:pt x="1059" y="620"/>
                </a:lnTo>
                <a:lnTo>
                  <a:pt x="1060" y="620"/>
                </a:lnTo>
                <a:lnTo>
                  <a:pt x="1060" y="621"/>
                </a:lnTo>
                <a:lnTo>
                  <a:pt x="1060" y="622"/>
                </a:lnTo>
                <a:lnTo>
                  <a:pt x="1059" y="622"/>
                </a:lnTo>
                <a:lnTo>
                  <a:pt x="1060" y="623"/>
                </a:lnTo>
                <a:lnTo>
                  <a:pt x="1061" y="624"/>
                </a:lnTo>
                <a:lnTo>
                  <a:pt x="1061" y="625"/>
                </a:lnTo>
                <a:lnTo>
                  <a:pt x="1060" y="626"/>
                </a:lnTo>
                <a:lnTo>
                  <a:pt x="1059" y="626"/>
                </a:lnTo>
                <a:lnTo>
                  <a:pt x="1058" y="627"/>
                </a:lnTo>
                <a:lnTo>
                  <a:pt x="1059" y="628"/>
                </a:lnTo>
                <a:lnTo>
                  <a:pt x="1059" y="629"/>
                </a:lnTo>
                <a:lnTo>
                  <a:pt x="1058" y="629"/>
                </a:lnTo>
                <a:lnTo>
                  <a:pt x="1059" y="630"/>
                </a:lnTo>
                <a:lnTo>
                  <a:pt x="1060" y="630"/>
                </a:lnTo>
                <a:lnTo>
                  <a:pt x="1061" y="630"/>
                </a:lnTo>
                <a:lnTo>
                  <a:pt x="1061" y="631"/>
                </a:lnTo>
                <a:lnTo>
                  <a:pt x="1062" y="631"/>
                </a:lnTo>
                <a:lnTo>
                  <a:pt x="1062" y="632"/>
                </a:lnTo>
                <a:lnTo>
                  <a:pt x="1062" y="633"/>
                </a:lnTo>
                <a:lnTo>
                  <a:pt x="1061" y="633"/>
                </a:lnTo>
                <a:lnTo>
                  <a:pt x="1061" y="634"/>
                </a:lnTo>
                <a:lnTo>
                  <a:pt x="1061" y="635"/>
                </a:lnTo>
                <a:lnTo>
                  <a:pt x="1062" y="635"/>
                </a:lnTo>
                <a:lnTo>
                  <a:pt x="1062" y="636"/>
                </a:lnTo>
                <a:lnTo>
                  <a:pt x="1062" y="637"/>
                </a:lnTo>
                <a:lnTo>
                  <a:pt x="1061" y="637"/>
                </a:lnTo>
                <a:lnTo>
                  <a:pt x="1060" y="637"/>
                </a:lnTo>
                <a:lnTo>
                  <a:pt x="1058" y="637"/>
                </a:lnTo>
                <a:lnTo>
                  <a:pt x="1058" y="636"/>
                </a:lnTo>
                <a:lnTo>
                  <a:pt x="1057" y="636"/>
                </a:lnTo>
                <a:lnTo>
                  <a:pt x="1057" y="637"/>
                </a:lnTo>
                <a:lnTo>
                  <a:pt x="1057" y="638"/>
                </a:lnTo>
                <a:lnTo>
                  <a:pt x="1057" y="640"/>
                </a:lnTo>
                <a:lnTo>
                  <a:pt x="1058" y="640"/>
                </a:lnTo>
                <a:lnTo>
                  <a:pt x="1057" y="641"/>
                </a:lnTo>
                <a:lnTo>
                  <a:pt x="1057" y="642"/>
                </a:lnTo>
                <a:lnTo>
                  <a:pt x="1057" y="643"/>
                </a:lnTo>
                <a:lnTo>
                  <a:pt x="1057" y="644"/>
                </a:lnTo>
                <a:lnTo>
                  <a:pt x="1058" y="645"/>
                </a:lnTo>
                <a:lnTo>
                  <a:pt x="1060" y="645"/>
                </a:lnTo>
                <a:lnTo>
                  <a:pt x="1060" y="646"/>
                </a:lnTo>
                <a:lnTo>
                  <a:pt x="1061" y="646"/>
                </a:lnTo>
                <a:lnTo>
                  <a:pt x="1062" y="646"/>
                </a:lnTo>
                <a:lnTo>
                  <a:pt x="1062" y="647"/>
                </a:lnTo>
                <a:lnTo>
                  <a:pt x="1063" y="647"/>
                </a:lnTo>
                <a:lnTo>
                  <a:pt x="1063" y="648"/>
                </a:lnTo>
                <a:lnTo>
                  <a:pt x="1064" y="648"/>
                </a:lnTo>
                <a:lnTo>
                  <a:pt x="1064" y="649"/>
                </a:lnTo>
                <a:lnTo>
                  <a:pt x="1065" y="649"/>
                </a:lnTo>
                <a:lnTo>
                  <a:pt x="1065" y="650"/>
                </a:lnTo>
                <a:lnTo>
                  <a:pt x="1066" y="651"/>
                </a:lnTo>
                <a:lnTo>
                  <a:pt x="1065" y="651"/>
                </a:lnTo>
                <a:lnTo>
                  <a:pt x="1065" y="652"/>
                </a:lnTo>
                <a:lnTo>
                  <a:pt x="1066" y="652"/>
                </a:lnTo>
                <a:lnTo>
                  <a:pt x="1066" y="653"/>
                </a:lnTo>
                <a:lnTo>
                  <a:pt x="1067" y="653"/>
                </a:lnTo>
                <a:lnTo>
                  <a:pt x="1067" y="654"/>
                </a:lnTo>
                <a:lnTo>
                  <a:pt x="1067" y="655"/>
                </a:lnTo>
                <a:lnTo>
                  <a:pt x="1066" y="655"/>
                </a:lnTo>
                <a:lnTo>
                  <a:pt x="1066" y="656"/>
                </a:lnTo>
                <a:lnTo>
                  <a:pt x="1066" y="657"/>
                </a:lnTo>
                <a:lnTo>
                  <a:pt x="1067" y="657"/>
                </a:lnTo>
                <a:lnTo>
                  <a:pt x="1067" y="658"/>
                </a:lnTo>
                <a:lnTo>
                  <a:pt x="1066" y="658"/>
                </a:lnTo>
                <a:lnTo>
                  <a:pt x="1066" y="659"/>
                </a:lnTo>
                <a:lnTo>
                  <a:pt x="1066" y="660"/>
                </a:lnTo>
                <a:lnTo>
                  <a:pt x="1066" y="661"/>
                </a:lnTo>
                <a:lnTo>
                  <a:pt x="1066" y="662"/>
                </a:lnTo>
                <a:lnTo>
                  <a:pt x="1066" y="663"/>
                </a:lnTo>
                <a:lnTo>
                  <a:pt x="1066" y="664"/>
                </a:lnTo>
                <a:lnTo>
                  <a:pt x="1065" y="664"/>
                </a:lnTo>
                <a:lnTo>
                  <a:pt x="1065" y="665"/>
                </a:lnTo>
                <a:lnTo>
                  <a:pt x="1064" y="665"/>
                </a:lnTo>
                <a:lnTo>
                  <a:pt x="1064" y="666"/>
                </a:lnTo>
                <a:lnTo>
                  <a:pt x="1063" y="667"/>
                </a:lnTo>
                <a:lnTo>
                  <a:pt x="1062" y="668"/>
                </a:lnTo>
                <a:lnTo>
                  <a:pt x="1061" y="669"/>
                </a:lnTo>
                <a:lnTo>
                  <a:pt x="1060" y="670"/>
                </a:lnTo>
                <a:lnTo>
                  <a:pt x="1059" y="670"/>
                </a:lnTo>
                <a:lnTo>
                  <a:pt x="1058" y="670"/>
                </a:lnTo>
                <a:lnTo>
                  <a:pt x="1057" y="670"/>
                </a:lnTo>
                <a:lnTo>
                  <a:pt x="1057" y="671"/>
                </a:lnTo>
                <a:lnTo>
                  <a:pt x="1056" y="671"/>
                </a:lnTo>
                <a:lnTo>
                  <a:pt x="1056" y="673"/>
                </a:lnTo>
                <a:lnTo>
                  <a:pt x="1057" y="673"/>
                </a:lnTo>
                <a:lnTo>
                  <a:pt x="1056" y="673"/>
                </a:lnTo>
                <a:lnTo>
                  <a:pt x="1056" y="672"/>
                </a:lnTo>
                <a:lnTo>
                  <a:pt x="1055" y="671"/>
                </a:lnTo>
                <a:lnTo>
                  <a:pt x="1056" y="670"/>
                </a:lnTo>
                <a:lnTo>
                  <a:pt x="1056" y="669"/>
                </a:lnTo>
                <a:lnTo>
                  <a:pt x="1055" y="669"/>
                </a:lnTo>
                <a:lnTo>
                  <a:pt x="1054" y="669"/>
                </a:lnTo>
                <a:lnTo>
                  <a:pt x="1053" y="669"/>
                </a:lnTo>
                <a:lnTo>
                  <a:pt x="1053" y="668"/>
                </a:lnTo>
                <a:lnTo>
                  <a:pt x="1052" y="668"/>
                </a:lnTo>
                <a:lnTo>
                  <a:pt x="1051" y="668"/>
                </a:lnTo>
                <a:lnTo>
                  <a:pt x="1050" y="669"/>
                </a:lnTo>
                <a:lnTo>
                  <a:pt x="1049" y="670"/>
                </a:lnTo>
                <a:lnTo>
                  <a:pt x="1048" y="670"/>
                </a:lnTo>
                <a:lnTo>
                  <a:pt x="1048" y="671"/>
                </a:lnTo>
                <a:lnTo>
                  <a:pt x="1047" y="672"/>
                </a:lnTo>
                <a:lnTo>
                  <a:pt x="1046" y="672"/>
                </a:lnTo>
                <a:lnTo>
                  <a:pt x="1046" y="673"/>
                </a:lnTo>
                <a:lnTo>
                  <a:pt x="1045" y="673"/>
                </a:lnTo>
                <a:lnTo>
                  <a:pt x="1045" y="674"/>
                </a:lnTo>
                <a:lnTo>
                  <a:pt x="1044" y="674"/>
                </a:lnTo>
                <a:lnTo>
                  <a:pt x="1044" y="673"/>
                </a:lnTo>
                <a:lnTo>
                  <a:pt x="1043" y="674"/>
                </a:lnTo>
                <a:lnTo>
                  <a:pt x="1042" y="674"/>
                </a:lnTo>
                <a:lnTo>
                  <a:pt x="1041" y="675"/>
                </a:lnTo>
                <a:lnTo>
                  <a:pt x="1040" y="676"/>
                </a:lnTo>
                <a:lnTo>
                  <a:pt x="1039" y="676"/>
                </a:lnTo>
                <a:lnTo>
                  <a:pt x="1039" y="675"/>
                </a:lnTo>
                <a:lnTo>
                  <a:pt x="1038" y="675"/>
                </a:lnTo>
                <a:lnTo>
                  <a:pt x="1037" y="674"/>
                </a:lnTo>
                <a:lnTo>
                  <a:pt x="1037" y="675"/>
                </a:lnTo>
                <a:lnTo>
                  <a:pt x="1036" y="674"/>
                </a:lnTo>
                <a:lnTo>
                  <a:pt x="1036" y="673"/>
                </a:lnTo>
                <a:lnTo>
                  <a:pt x="1035" y="673"/>
                </a:lnTo>
                <a:lnTo>
                  <a:pt x="1034" y="673"/>
                </a:lnTo>
                <a:lnTo>
                  <a:pt x="1034" y="672"/>
                </a:lnTo>
                <a:lnTo>
                  <a:pt x="1033" y="673"/>
                </a:lnTo>
                <a:lnTo>
                  <a:pt x="1033" y="672"/>
                </a:lnTo>
                <a:lnTo>
                  <a:pt x="1032" y="672"/>
                </a:lnTo>
                <a:lnTo>
                  <a:pt x="1031" y="671"/>
                </a:lnTo>
                <a:lnTo>
                  <a:pt x="1030" y="671"/>
                </a:lnTo>
                <a:lnTo>
                  <a:pt x="1030" y="672"/>
                </a:lnTo>
                <a:lnTo>
                  <a:pt x="1029" y="672"/>
                </a:lnTo>
                <a:lnTo>
                  <a:pt x="1028" y="671"/>
                </a:lnTo>
                <a:lnTo>
                  <a:pt x="1027" y="670"/>
                </a:lnTo>
                <a:lnTo>
                  <a:pt x="1027" y="671"/>
                </a:lnTo>
                <a:lnTo>
                  <a:pt x="1026" y="672"/>
                </a:lnTo>
                <a:lnTo>
                  <a:pt x="1025" y="672"/>
                </a:lnTo>
                <a:lnTo>
                  <a:pt x="1025" y="671"/>
                </a:lnTo>
                <a:lnTo>
                  <a:pt x="1025" y="670"/>
                </a:lnTo>
                <a:lnTo>
                  <a:pt x="1024" y="670"/>
                </a:lnTo>
                <a:lnTo>
                  <a:pt x="1024" y="671"/>
                </a:lnTo>
                <a:lnTo>
                  <a:pt x="1023" y="671"/>
                </a:lnTo>
                <a:lnTo>
                  <a:pt x="1023" y="670"/>
                </a:lnTo>
                <a:lnTo>
                  <a:pt x="1022" y="670"/>
                </a:lnTo>
                <a:lnTo>
                  <a:pt x="1021" y="670"/>
                </a:lnTo>
                <a:lnTo>
                  <a:pt x="1020" y="669"/>
                </a:lnTo>
                <a:lnTo>
                  <a:pt x="1019" y="669"/>
                </a:lnTo>
                <a:lnTo>
                  <a:pt x="1019" y="668"/>
                </a:lnTo>
                <a:lnTo>
                  <a:pt x="1018" y="669"/>
                </a:lnTo>
                <a:lnTo>
                  <a:pt x="1018" y="668"/>
                </a:lnTo>
                <a:lnTo>
                  <a:pt x="1017" y="668"/>
                </a:lnTo>
                <a:lnTo>
                  <a:pt x="1017" y="669"/>
                </a:lnTo>
                <a:lnTo>
                  <a:pt x="1018" y="669"/>
                </a:lnTo>
                <a:lnTo>
                  <a:pt x="1018" y="670"/>
                </a:lnTo>
                <a:lnTo>
                  <a:pt x="1019" y="670"/>
                </a:lnTo>
                <a:lnTo>
                  <a:pt x="1019" y="671"/>
                </a:lnTo>
                <a:lnTo>
                  <a:pt x="1020" y="672"/>
                </a:lnTo>
                <a:lnTo>
                  <a:pt x="1020" y="673"/>
                </a:lnTo>
                <a:lnTo>
                  <a:pt x="1020" y="674"/>
                </a:lnTo>
                <a:lnTo>
                  <a:pt x="1020" y="675"/>
                </a:lnTo>
                <a:lnTo>
                  <a:pt x="1019" y="675"/>
                </a:lnTo>
                <a:lnTo>
                  <a:pt x="1018" y="675"/>
                </a:lnTo>
                <a:lnTo>
                  <a:pt x="1018" y="674"/>
                </a:lnTo>
                <a:lnTo>
                  <a:pt x="1017" y="673"/>
                </a:lnTo>
                <a:lnTo>
                  <a:pt x="1016" y="673"/>
                </a:lnTo>
                <a:lnTo>
                  <a:pt x="1015" y="674"/>
                </a:lnTo>
                <a:lnTo>
                  <a:pt x="1015" y="675"/>
                </a:lnTo>
                <a:lnTo>
                  <a:pt x="1015" y="676"/>
                </a:lnTo>
                <a:lnTo>
                  <a:pt x="1015" y="677"/>
                </a:lnTo>
                <a:lnTo>
                  <a:pt x="1015" y="680"/>
                </a:lnTo>
                <a:lnTo>
                  <a:pt x="1015" y="681"/>
                </a:lnTo>
                <a:lnTo>
                  <a:pt x="1015" y="682"/>
                </a:lnTo>
                <a:lnTo>
                  <a:pt x="1015" y="683"/>
                </a:lnTo>
                <a:lnTo>
                  <a:pt x="1016" y="684"/>
                </a:lnTo>
                <a:lnTo>
                  <a:pt x="1015" y="684"/>
                </a:lnTo>
                <a:lnTo>
                  <a:pt x="1014" y="684"/>
                </a:lnTo>
                <a:lnTo>
                  <a:pt x="1014" y="683"/>
                </a:lnTo>
                <a:lnTo>
                  <a:pt x="1013" y="683"/>
                </a:lnTo>
                <a:lnTo>
                  <a:pt x="1012" y="683"/>
                </a:lnTo>
                <a:lnTo>
                  <a:pt x="1012" y="682"/>
                </a:lnTo>
                <a:lnTo>
                  <a:pt x="1011" y="683"/>
                </a:lnTo>
                <a:lnTo>
                  <a:pt x="1011" y="682"/>
                </a:lnTo>
                <a:lnTo>
                  <a:pt x="1010" y="682"/>
                </a:lnTo>
                <a:lnTo>
                  <a:pt x="1010" y="681"/>
                </a:lnTo>
                <a:lnTo>
                  <a:pt x="1009" y="681"/>
                </a:lnTo>
                <a:lnTo>
                  <a:pt x="1008" y="680"/>
                </a:lnTo>
                <a:lnTo>
                  <a:pt x="1008" y="681"/>
                </a:lnTo>
                <a:lnTo>
                  <a:pt x="1007" y="681"/>
                </a:lnTo>
                <a:lnTo>
                  <a:pt x="1007" y="680"/>
                </a:lnTo>
                <a:lnTo>
                  <a:pt x="1008" y="680"/>
                </a:lnTo>
                <a:lnTo>
                  <a:pt x="1007" y="680"/>
                </a:lnTo>
                <a:lnTo>
                  <a:pt x="1006" y="679"/>
                </a:lnTo>
                <a:lnTo>
                  <a:pt x="1006" y="680"/>
                </a:lnTo>
                <a:lnTo>
                  <a:pt x="1006" y="679"/>
                </a:lnTo>
                <a:lnTo>
                  <a:pt x="1005" y="679"/>
                </a:lnTo>
                <a:lnTo>
                  <a:pt x="1004" y="679"/>
                </a:lnTo>
                <a:lnTo>
                  <a:pt x="1005" y="679"/>
                </a:lnTo>
                <a:lnTo>
                  <a:pt x="1005" y="678"/>
                </a:lnTo>
                <a:lnTo>
                  <a:pt x="1004" y="678"/>
                </a:lnTo>
                <a:lnTo>
                  <a:pt x="1004" y="677"/>
                </a:lnTo>
                <a:lnTo>
                  <a:pt x="1003" y="677"/>
                </a:lnTo>
                <a:lnTo>
                  <a:pt x="1003" y="676"/>
                </a:lnTo>
                <a:lnTo>
                  <a:pt x="1003" y="675"/>
                </a:lnTo>
                <a:lnTo>
                  <a:pt x="1002" y="675"/>
                </a:lnTo>
                <a:lnTo>
                  <a:pt x="1001" y="675"/>
                </a:lnTo>
                <a:lnTo>
                  <a:pt x="1002" y="675"/>
                </a:lnTo>
                <a:lnTo>
                  <a:pt x="1002" y="674"/>
                </a:lnTo>
                <a:lnTo>
                  <a:pt x="1001" y="674"/>
                </a:lnTo>
                <a:lnTo>
                  <a:pt x="1001" y="673"/>
                </a:lnTo>
                <a:lnTo>
                  <a:pt x="1002" y="673"/>
                </a:lnTo>
                <a:lnTo>
                  <a:pt x="1002" y="672"/>
                </a:lnTo>
                <a:lnTo>
                  <a:pt x="1001" y="672"/>
                </a:lnTo>
                <a:lnTo>
                  <a:pt x="1001" y="671"/>
                </a:lnTo>
                <a:lnTo>
                  <a:pt x="1000" y="671"/>
                </a:lnTo>
                <a:lnTo>
                  <a:pt x="1000" y="670"/>
                </a:lnTo>
                <a:lnTo>
                  <a:pt x="999" y="670"/>
                </a:lnTo>
                <a:lnTo>
                  <a:pt x="999" y="669"/>
                </a:lnTo>
                <a:lnTo>
                  <a:pt x="998" y="668"/>
                </a:lnTo>
                <a:lnTo>
                  <a:pt x="998" y="667"/>
                </a:lnTo>
                <a:lnTo>
                  <a:pt x="998" y="666"/>
                </a:lnTo>
                <a:lnTo>
                  <a:pt x="997" y="666"/>
                </a:lnTo>
                <a:lnTo>
                  <a:pt x="996" y="666"/>
                </a:lnTo>
                <a:lnTo>
                  <a:pt x="996" y="667"/>
                </a:lnTo>
                <a:lnTo>
                  <a:pt x="996" y="666"/>
                </a:lnTo>
                <a:lnTo>
                  <a:pt x="995" y="665"/>
                </a:lnTo>
                <a:lnTo>
                  <a:pt x="995" y="664"/>
                </a:lnTo>
                <a:lnTo>
                  <a:pt x="994" y="664"/>
                </a:lnTo>
                <a:lnTo>
                  <a:pt x="994" y="663"/>
                </a:lnTo>
                <a:lnTo>
                  <a:pt x="993" y="663"/>
                </a:lnTo>
                <a:lnTo>
                  <a:pt x="993" y="664"/>
                </a:lnTo>
                <a:lnTo>
                  <a:pt x="992" y="664"/>
                </a:lnTo>
                <a:lnTo>
                  <a:pt x="992" y="665"/>
                </a:lnTo>
                <a:lnTo>
                  <a:pt x="991" y="665"/>
                </a:lnTo>
                <a:lnTo>
                  <a:pt x="991" y="666"/>
                </a:lnTo>
                <a:lnTo>
                  <a:pt x="991" y="667"/>
                </a:lnTo>
                <a:lnTo>
                  <a:pt x="990" y="666"/>
                </a:lnTo>
                <a:lnTo>
                  <a:pt x="990" y="665"/>
                </a:lnTo>
                <a:lnTo>
                  <a:pt x="991" y="664"/>
                </a:lnTo>
                <a:lnTo>
                  <a:pt x="991" y="663"/>
                </a:lnTo>
                <a:lnTo>
                  <a:pt x="991" y="662"/>
                </a:lnTo>
                <a:lnTo>
                  <a:pt x="992" y="662"/>
                </a:lnTo>
                <a:lnTo>
                  <a:pt x="992" y="661"/>
                </a:lnTo>
                <a:lnTo>
                  <a:pt x="992" y="660"/>
                </a:lnTo>
                <a:lnTo>
                  <a:pt x="991" y="661"/>
                </a:lnTo>
                <a:lnTo>
                  <a:pt x="990" y="661"/>
                </a:lnTo>
                <a:lnTo>
                  <a:pt x="990" y="662"/>
                </a:lnTo>
                <a:lnTo>
                  <a:pt x="989" y="662"/>
                </a:lnTo>
                <a:lnTo>
                  <a:pt x="988" y="663"/>
                </a:lnTo>
                <a:lnTo>
                  <a:pt x="987" y="663"/>
                </a:lnTo>
                <a:lnTo>
                  <a:pt x="986" y="664"/>
                </a:lnTo>
                <a:lnTo>
                  <a:pt x="985" y="664"/>
                </a:lnTo>
                <a:lnTo>
                  <a:pt x="985" y="663"/>
                </a:lnTo>
                <a:lnTo>
                  <a:pt x="984" y="663"/>
                </a:lnTo>
                <a:lnTo>
                  <a:pt x="984" y="664"/>
                </a:lnTo>
                <a:lnTo>
                  <a:pt x="984" y="663"/>
                </a:lnTo>
                <a:lnTo>
                  <a:pt x="983" y="663"/>
                </a:lnTo>
                <a:lnTo>
                  <a:pt x="982" y="663"/>
                </a:lnTo>
                <a:lnTo>
                  <a:pt x="981" y="662"/>
                </a:lnTo>
                <a:lnTo>
                  <a:pt x="980" y="662"/>
                </a:lnTo>
                <a:lnTo>
                  <a:pt x="979" y="662"/>
                </a:lnTo>
                <a:lnTo>
                  <a:pt x="979" y="663"/>
                </a:lnTo>
                <a:lnTo>
                  <a:pt x="978" y="664"/>
                </a:lnTo>
                <a:lnTo>
                  <a:pt x="977" y="664"/>
                </a:lnTo>
                <a:lnTo>
                  <a:pt x="977" y="665"/>
                </a:lnTo>
                <a:lnTo>
                  <a:pt x="977" y="666"/>
                </a:lnTo>
                <a:lnTo>
                  <a:pt x="976" y="666"/>
                </a:lnTo>
                <a:lnTo>
                  <a:pt x="976" y="667"/>
                </a:lnTo>
                <a:lnTo>
                  <a:pt x="976" y="668"/>
                </a:lnTo>
                <a:lnTo>
                  <a:pt x="976" y="669"/>
                </a:lnTo>
                <a:lnTo>
                  <a:pt x="976" y="671"/>
                </a:lnTo>
                <a:lnTo>
                  <a:pt x="976" y="672"/>
                </a:lnTo>
                <a:lnTo>
                  <a:pt x="976" y="673"/>
                </a:lnTo>
                <a:lnTo>
                  <a:pt x="976" y="674"/>
                </a:lnTo>
                <a:lnTo>
                  <a:pt x="975" y="674"/>
                </a:lnTo>
                <a:lnTo>
                  <a:pt x="975" y="675"/>
                </a:lnTo>
                <a:lnTo>
                  <a:pt x="975" y="676"/>
                </a:lnTo>
                <a:lnTo>
                  <a:pt x="974" y="676"/>
                </a:lnTo>
                <a:lnTo>
                  <a:pt x="973" y="675"/>
                </a:lnTo>
                <a:lnTo>
                  <a:pt x="973" y="674"/>
                </a:lnTo>
                <a:lnTo>
                  <a:pt x="973" y="673"/>
                </a:lnTo>
                <a:lnTo>
                  <a:pt x="972" y="673"/>
                </a:lnTo>
                <a:lnTo>
                  <a:pt x="971" y="673"/>
                </a:lnTo>
                <a:lnTo>
                  <a:pt x="970" y="673"/>
                </a:lnTo>
                <a:lnTo>
                  <a:pt x="969" y="673"/>
                </a:lnTo>
                <a:lnTo>
                  <a:pt x="968" y="673"/>
                </a:lnTo>
                <a:lnTo>
                  <a:pt x="967" y="673"/>
                </a:lnTo>
                <a:lnTo>
                  <a:pt x="967" y="672"/>
                </a:lnTo>
                <a:lnTo>
                  <a:pt x="966" y="672"/>
                </a:lnTo>
                <a:lnTo>
                  <a:pt x="965" y="671"/>
                </a:lnTo>
                <a:lnTo>
                  <a:pt x="965" y="670"/>
                </a:lnTo>
                <a:lnTo>
                  <a:pt x="964" y="670"/>
                </a:lnTo>
                <a:lnTo>
                  <a:pt x="964" y="669"/>
                </a:lnTo>
                <a:lnTo>
                  <a:pt x="963" y="669"/>
                </a:lnTo>
                <a:lnTo>
                  <a:pt x="964" y="668"/>
                </a:lnTo>
                <a:lnTo>
                  <a:pt x="965" y="668"/>
                </a:lnTo>
                <a:lnTo>
                  <a:pt x="965" y="667"/>
                </a:lnTo>
                <a:lnTo>
                  <a:pt x="965" y="666"/>
                </a:lnTo>
                <a:lnTo>
                  <a:pt x="966" y="666"/>
                </a:lnTo>
                <a:lnTo>
                  <a:pt x="966" y="665"/>
                </a:lnTo>
                <a:lnTo>
                  <a:pt x="967" y="665"/>
                </a:lnTo>
                <a:lnTo>
                  <a:pt x="968" y="664"/>
                </a:lnTo>
                <a:lnTo>
                  <a:pt x="968" y="663"/>
                </a:lnTo>
                <a:lnTo>
                  <a:pt x="968" y="662"/>
                </a:lnTo>
                <a:lnTo>
                  <a:pt x="967" y="661"/>
                </a:lnTo>
                <a:lnTo>
                  <a:pt x="967" y="660"/>
                </a:lnTo>
                <a:lnTo>
                  <a:pt x="966" y="658"/>
                </a:lnTo>
                <a:lnTo>
                  <a:pt x="966" y="657"/>
                </a:lnTo>
                <a:lnTo>
                  <a:pt x="966" y="656"/>
                </a:lnTo>
                <a:lnTo>
                  <a:pt x="966" y="655"/>
                </a:lnTo>
                <a:lnTo>
                  <a:pt x="966" y="654"/>
                </a:lnTo>
                <a:lnTo>
                  <a:pt x="966" y="653"/>
                </a:lnTo>
                <a:lnTo>
                  <a:pt x="967" y="652"/>
                </a:lnTo>
                <a:lnTo>
                  <a:pt x="966" y="652"/>
                </a:lnTo>
                <a:lnTo>
                  <a:pt x="966" y="651"/>
                </a:lnTo>
                <a:lnTo>
                  <a:pt x="965" y="651"/>
                </a:lnTo>
                <a:lnTo>
                  <a:pt x="965" y="650"/>
                </a:lnTo>
                <a:lnTo>
                  <a:pt x="966" y="650"/>
                </a:lnTo>
                <a:lnTo>
                  <a:pt x="965" y="649"/>
                </a:lnTo>
                <a:lnTo>
                  <a:pt x="964" y="649"/>
                </a:lnTo>
                <a:lnTo>
                  <a:pt x="963" y="648"/>
                </a:lnTo>
                <a:lnTo>
                  <a:pt x="963" y="647"/>
                </a:lnTo>
                <a:lnTo>
                  <a:pt x="962" y="646"/>
                </a:lnTo>
                <a:lnTo>
                  <a:pt x="961" y="646"/>
                </a:lnTo>
                <a:lnTo>
                  <a:pt x="960" y="646"/>
                </a:lnTo>
                <a:lnTo>
                  <a:pt x="959" y="646"/>
                </a:lnTo>
                <a:lnTo>
                  <a:pt x="958" y="646"/>
                </a:lnTo>
                <a:lnTo>
                  <a:pt x="958" y="645"/>
                </a:lnTo>
                <a:lnTo>
                  <a:pt x="959" y="644"/>
                </a:lnTo>
                <a:lnTo>
                  <a:pt x="959" y="643"/>
                </a:lnTo>
                <a:lnTo>
                  <a:pt x="958" y="642"/>
                </a:lnTo>
                <a:lnTo>
                  <a:pt x="958" y="643"/>
                </a:lnTo>
                <a:lnTo>
                  <a:pt x="957" y="642"/>
                </a:lnTo>
                <a:lnTo>
                  <a:pt x="956" y="642"/>
                </a:lnTo>
                <a:lnTo>
                  <a:pt x="956" y="641"/>
                </a:lnTo>
                <a:lnTo>
                  <a:pt x="955" y="642"/>
                </a:lnTo>
                <a:lnTo>
                  <a:pt x="954" y="641"/>
                </a:lnTo>
                <a:lnTo>
                  <a:pt x="954" y="642"/>
                </a:lnTo>
                <a:lnTo>
                  <a:pt x="953" y="641"/>
                </a:lnTo>
                <a:lnTo>
                  <a:pt x="952" y="641"/>
                </a:lnTo>
                <a:lnTo>
                  <a:pt x="952" y="640"/>
                </a:lnTo>
                <a:lnTo>
                  <a:pt x="951" y="640"/>
                </a:lnTo>
                <a:lnTo>
                  <a:pt x="951" y="639"/>
                </a:lnTo>
                <a:lnTo>
                  <a:pt x="951" y="638"/>
                </a:lnTo>
                <a:lnTo>
                  <a:pt x="951" y="637"/>
                </a:lnTo>
                <a:lnTo>
                  <a:pt x="951" y="636"/>
                </a:lnTo>
                <a:lnTo>
                  <a:pt x="950" y="636"/>
                </a:lnTo>
                <a:lnTo>
                  <a:pt x="949" y="635"/>
                </a:lnTo>
                <a:lnTo>
                  <a:pt x="948" y="634"/>
                </a:lnTo>
                <a:lnTo>
                  <a:pt x="948" y="633"/>
                </a:lnTo>
                <a:lnTo>
                  <a:pt x="947" y="633"/>
                </a:lnTo>
                <a:lnTo>
                  <a:pt x="947" y="631"/>
                </a:lnTo>
                <a:lnTo>
                  <a:pt x="946" y="631"/>
                </a:lnTo>
                <a:lnTo>
                  <a:pt x="945" y="631"/>
                </a:lnTo>
                <a:lnTo>
                  <a:pt x="944" y="631"/>
                </a:lnTo>
                <a:lnTo>
                  <a:pt x="945" y="631"/>
                </a:lnTo>
                <a:lnTo>
                  <a:pt x="945" y="632"/>
                </a:lnTo>
                <a:lnTo>
                  <a:pt x="945" y="633"/>
                </a:lnTo>
                <a:lnTo>
                  <a:pt x="945" y="634"/>
                </a:lnTo>
                <a:lnTo>
                  <a:pt x="945" y="635"/>
                </a:lnTo>
                <a:lnTo>
                  <a:pt x="944" y="635"/>
                </a:lnTo>
                <a:lnTo>
                  <a:pt x="944" y="636"/>
                </a:lnTo>
                <a:lnTo>
                  <a:pt x="944" y="637"/>
                </a:lnTo>
                <a:lnTo>
                  <a:pt x="943" y="637"/>
                </a:lnTo>
                <a:lnTo>
                  <a:pt x="944" y="638"/>
                </a:lnTo>
                <a:lnTo>
                  <a:pt x="943" y="638"/>
                </a:lnTo>
                <a:lnTo>
                  <a:pt x="943" y="639"/>
                </a:lnTo>
                <a:lnTo>
                  <a:pt x="943" y="640"/>
                </a:lnTo>
                <a:lnTo>
                  <a:pt x="943" y="641"/>
                </a:lnTo>
                <a:lnTo>
                  <a:pt x="942" y="641"/>
                </a:lnTo>
                <a:lnTo>
                  <a:pt x="941" y="641"/>
                </a:lnTo>
                <a:lnTo>
                  <a:pt x="941" y="640"/>
                </a:lnTo>
                <a:lnTo>
                  <a:pt x="940" y="640"/>
                </a:lnTo>
                <a:lnTo>
                  <a:pt x="940" y="641"/>
                </a:lnTo>
                <a:lnTo>
                  <a:pt x="939" y="641"/>
                </a:lnTo>
                <a:lnTo>
                  <a:pt x="938" y="641"/>
                </a:lnTo>
                <a:lnTo>
                  <a:pt x="938" y="642"/>
                </a:lnTo>
                <a:lnTo>
                  <a:pt x="938" y="641"/>
                </a:lnTo>
                <a:lnTo>
                  <a:pt x="937" y="641"/>
                </a:lnTo>
                <a:lnTo>
                  <a:pt x="937" y="640"/>
                </a:lnTo>
                <a:lnTo>
                  <a:pt x="936" y="640"/>
                </a:lnTo>
                <a:lnTo>
                  <a:pt x="935" y="640"/>
                </a:lnTo>
                <a:lnTo>
                  <a:pt x="935" y="641"/>
                </a:lnTo>
                <a:lnTo>
                  <a:pt x="934" y="641"/>
                </a:lnTo>
                <a:lnTo>
                  <a:pt x="934" y="642"/>
                </a:lnTo>
                <a:lnTo>
                  <a:pt x="935" y="642"/>
                </a:lnTo>
                <a:lnTo>
                  <a:pt x="934" y="643"/>
                </a:lnTo>
                <a:lnTo>
                  <a:pt x="935" y="643"/>
                </a:lnTo>
                <a:lnTo>
                  <a:pt x="936" y="643"/>
                </a:lnTo>
                <a:lnTo>
                  <a:pt x="936" y="645"/>
                </a:lnTo>
                <a:lnTo>
                  <a:pt x="936" y="646"/>
                </a:lnTo>
                <a:lnTo>
                  <a:pt x="936" y="647"/>
                </a:lnTo>
                <a:lnTo>
                  <a:pt x="937" y="647"/>
                </a:lnTo>
                <a:lnTo>
                  <a:pt x="937" y="648"/>
                </a:lnTo>
                <a:lnTo>
                  <a:pt x="936" y="648"/>
                </a:lnTo>
                <a:lnTo>
                  <a:pt x="936" y="649"/>
                </a:lnTo>
                <a:lnTo>
                  <a:pt x="936" y="650"/>
                </a:lnTo>
                <a:lnTo>
                  <a:pt x="935" y="651"/>
                </a:lnTo>
                <a:lnTo>
                  <a:pt x="935" y="652"/>
                </a:lnTo>
                <a:lnTo>
                  <a:pt x="935" y="653"/>
                </a:lnTo>
                <a:lnTo>
                  <a:pt x="934" y="653"/>
                </a:lnTo>
                <a:lnTo>
                  <a:pt x="935" y="654"/>
                </a:lnTo>
                <a:lnTo>
                  <a:pt x="935" y="655"/>
                </a:lnTo>
                <a:lnTo>
                  <a:pt x="935" y="656"/>
                </a:lnTo>
                <a:lnTo>
                  <a:pt x="934" y="656"/>
                </a:lnTo>
                <a:lnTo>
                  <a:pt x="934" y="657"/>
                </a:lnTo>
                <a:lnTo>
                  <a:pt x="934" y="658"/>
                </a:lnTo>
                <a:lnTo>
                  <a:pt x="934" y="659"/>
                </a:lnTo>
                <a:lnTo>
                  <a:pt x="933" y="660"/>
                </a:lnTo>
                <a:lnTo>
                  <a:pt x="933" y="661"/>
                </a:lnTo>
                <a:lnTo>
                  <a:pt x="932" y="661"/>
                </a:lnTo>
                <a:lnTo>
                  <a:pt x="932" y="662"/>
                </a:lnTo>
                <a:lnTo>
                  <a:pt x="932" y="663"/>
                </a:lnTo>
                <a:lnTo>
                  <a:pt x="931" y="663"/>
                </a:lnTo>
                <a:lnTo>
                  <a:pt x="930" y="663"/>
                </a:lnTo>
                <a:lnTo>
                  <a:pt x="930" y="662"/>
                </a:lnTo>
                <a:lnTo>
                  <a:pt x="930" y="661"/>
                </a:lnTo>
                <a:lnTo>
                  <a:pt x="929" y="660"/>
                </a:lnTo>
                <a:lnTo>
                  <a:pt x="929" y="659"/>
                </a:lnTo>
                <a:lnTo>
                  <a:pt x="928" y="659"/>
                </a:lnTo>
                <a:lnTo>
                  <a:pt x="927" y="659"/>
                </a:lnTo>
                <a:lnTo>
                  <a:pt x="926" y="659"/>
                </a:lnTo>
                <a:lnTo>
                  <a:pt x="926" y="658"/>
                </a:lnTo>
                <a:lnTo>
                  <a:pt x="925" y="658"/>
                </a:lnTo>
                <a:lnTo>
                  <a:pt x="924" y="658"/>
                </a:lnTo>
                <a:lnTo>
                  <a:pt x="924" y="659"/>
                </a:lnTo>
                <a:lnTo>
                  <a:pt x="924" y="658"/>
                </a:lnTo>
                <a:lnTo>
                  <a:pt x="924" y="657"/>
                </a:lnTo>
                <a:lnTo>
                  <a:pt x="923" y="657"/>
                </a:lnTo>
                <a:lnTo>
                  <a:pt x="922" y="657"/>
                </a:lnTo>
                <a:lnTo>
                  <a:pt x="921" y="657"/>
                </a:lnTo>
                <a:lnTo>
                  <a:pt x="921" y="658"/>
                </a:lnTo>
                <a:lnTo>
                  <a:pt x="920" y="658"/>
                </a:lnTo>
                <a:lnTo>
                  <a:pt x="920" y="657"/>
                </a:lnTo>
                <a:lnTo>
                  <a:pt x="919" y="657"/>
                </a:lnTo>
                <a:lnTo>
                  <a:pt x="918" y="657"/>
                </a:lnTo>
                <a:lnTo>
                  <a:pt x="918" y="656"/>
                </a:lnTo>
                <a:lnTo>
                  <a:pt x="918" y="655"/>
                </a:lnTo>
                <a:lnTo>
                  <a:pt x="917" y="654"/>
                </a:lnTo>
                <a:lnTo>
                  <a:pt x="916" y="653"/>
                </a:lnTo>
                <a:lnTo>
                  <a:pt x="916" y="652"/>
                </a:lnTo>
                <a:lnTo>
                  <a:pt x="915" y="651"/>
                </a:lnTo>
                <a:lnTo>
                  <a:pt x="914" y="651"/>
                </a:lnTo>
                <a:lnTo>
                  <a:pt x="913" y="651"/>
                </a:lnTo>
                <a:lnTo>
                  <a:pt x="912" y="651"/>
                </a:lnTo>
                <a:lnTo>
                  <a:pt x="911" y="651"/>
                </a:lnTo>
                <a:lnTo>
                  <a:pt x="910" y="650"/>
                </a:lnTo>
                <a:lnTo>
                  <a:pt x="910" y="651"/>
                </a:lnTo>
                <a:lnTo>
                  <a:pt x="910" y="650"/>
                </a:lnTo>
                <a:lnTo>
                  <a:pt x="909" y="650"/>
                </a:lnTo>
                <a:lnTo>
                  <a:pt x="907" y="650"/>
                </a:lnTo>
                <a:lnTo>
                  <a:pt x="906" y="650"/>
                </a:lnTo>
                <a:lnTo>
                  <a:pt x="906" y="649"/>
                </a:lnTo>
                <a:lnTo>
                  <a:pt x="905" y="649"/>
                </a:lnTo>
                <a:lnTo>
                  <a:pt x="905" y="648"/>
                </a:lnTo>
                <a:lnTo>
                  <a:pt x="904" y="648"/>
                </a:lnTo>
                <a:lnTo>
                  <a:pt x="903" y="648"/>
                </a:lnTo>
                <a:lnTo>
                  <a:pt x="902" y="647"/>
                </a:lnTo>
                <a:lnTo>
                  <a:pt x="900" y="646"/>
                </a:lnTo>
                <a:lnTo>
                  <a:pt x="899" y="646"/>
                </a:lnTo>
                <a:lnTo>
                  <a:pt x="898" y="646"/>
                </a:lnTo>
                <a:lnTo>
                  <a:pt x="898" y="647"/>
                </a:lnTo>
                <a:lnTo>
                  <a:pt x="897" y="647"/>
                </a:lnTo>
                <a:lnTo>
                  <a:pt x="897" y="646"/>
                </a:lnTo>
                <a:lnTo>
                  <a:pt x="896" y="646"/>
                </a:lnTo>
                <a:lnTo>
                  <a:pt x="895" y="646"/>
                </a:lnTo>
                <a:lnTo>
                  <a:pt x="895" y="647"/>
                </a:lnTo>
                <a:lnTo>
                  <a:pt x="893" y="648"/>
                </a:lnTo>
                <a:lnTo>
                  <a:pt x="893" y="647"/>
                </a:lnTo>
                <a:lnTo>
                  <a:pt x="892" y="647"/>
                </a:lnTo>
                <a:lnTo>
                  <a:pt x="891" y="647"/>
                </a:lnTo>
                <a:lnTo>
                  <a:pt x="890" y="647"/>
                </a:lnTo>
                <a:lnTo>
                  <a:pt x="890" y="648"/>
                </a:lnTo>
                <a:lnTo>
                  <a:pt x="889" y="648"/>
                </a:lnTo>
                <a:lnTo>
                  <a:pt x="889" y="647"/>
                </a:lnTo>
                <a:lnTo>
                  <a:pt x="889" y="646"/>
                </a:lnTo>
                <a:lnTo>
                  <a:pt x="889" y="645"/>
                </a:lnTo>
                <a:lnTo>
                  <a:pt x="888" y="644"/>
                </a:lnTo>
                <a:lnTo>
                  <a:pt x="888" y="643"/>
                </a:lnTo>
                <a:lnTo>
                  <a:pt x="888" y="642"/>
                </a:lnTo>
                <a:lnTo>
                  <a:pt x="888" y="641"/>
                </a:lnTo>
                <a:lnTo>
                  <a:pt x="888" y="640"/>
                </a:lnTo>
                <a:lnTo>
                  <a:pt x="887" y="640"/>
                </a:lnTo>
                <a:lnTo>
                  <a:pt x="886" y="640"/>
                </a:lnTo>
                <a:lnTo>
                  <a:pt x="886" y="639"/>
                </a:lnTo>
                <a:lnTo>
                  <a:pt x="886" y="638"/>
                </a:lnTo>
                <a:lnTo>
                  <a:pt x="886" y="637"/>
                </a:lnTo>
                <a:lnTo>
                  <a:pt x="887" y="637"/>
                </a:lnTo>
                <a:lnTo>
                  <a:pt x="886" y="636"/>
                </a:lnTo>
                <a:lnTo>
                  <a:pt x="885" y="636"/>
                </a:lnTo>
                <a:lnTo>
                  <a:pt x="885" y="635"/>
                </a:lnTo>
                <a:lnTo>
                  <a:pt x="884" y="635"/>
                </a:lnTo>
                <a:lnTo>
                  <a:pt x="884" y="634"/>
                </a:lnTo>
                <a:lnTo>
                  <a:pt x="884" y="633"/>
                </a:lnTo>
                <a:lnTo>
                  <a:pt x="883" y="632"/>
                </a:lnTo>
                <a:lnTo>
                  <a:pt x="882" y="632"/>
                </a:lnTo>
                <a:lnTo>
                  <a:pt x="882" y="631"/>
                </a:lnTo>
                <a:lnTo>
                  <a:pt x="881" y="631"/>
                </a:lnTo>
                <a:lnTo>
                  <a:pt x="879" y="630"/>
                </a:lnTo>
                <a:lnTo>
                  <a:pt x="878" y="630"/>
                </a:lnTo>
                <a:lnTo>
                  <a:pt x="877" y="631"/>
                </a:lnTo>
                <a:lnTo>
                  <a:pt x="876" y="630"/>
                </a:lnTo>
                <a:lnTo>
                  <a:pt x="876" y="629"/>
                </a:lnTo>
                <a:lnTo>
                  <a:pt x="875" y="629"/>
                </a:lnTo>
                <a:lnTo>
                  <a:pt x="874" y="629"/>
                </a:lnTo>
                <a:lnTo>
                  <a:pt x="874" y="628"/>
                </a:lnTo>
                <a:lnTo>
                  <a:pt x="874" y="627"/>
                </a:lnTo>
                <a:lnTo>
                  <a:pt x="873" y="627"/>
                </a:lnTo>
                <a:lnTo>
                  <a:pt x="873" y="628"/>
                </a:lnTo>
                <a:lnTo>
                  <a:pt x="872" y="628"/>
                </a:lnTo>
                <a:lnTo>
                  <a:pt x="871" y="627"/>
                </a:lnTo>
                <a:lnTo>
                  <a:pt x="871" y="626"/>
                </a:lnTo>
                <a:lnTo>
                  <a:pt x="870" y="627"/>
                </a:lnTo>
                <a:lnTo>
                  <a:pt x="869" y="627"/>
                </a:lnTo>
                <a:lnTo>
                  <a:pt x="869" y="626"/>
                </a:lnTo>
                <a:lnTo>
                  <a:pt x="868" y="626"/>
                </a:lnTo>
                <a:lnTo>
                  <a:pt x="867" y="626"/>
                </a:lnTo>
                <a:lnTo>
                  <a:pt x="867" y="627"/>
                </a:lnTo>
                <a:lnTo>
                  <a:pt x="866" y="627"/>
                </a:lnTo>
                <a:lnTo>
                  <a:pt x="865" y="627"/>
                </a:lnTo>
                <a:lnTo>
                  <a:pt x="865" y="626"/>
                </a:lnTo>
                <a:lnTo>
                  <a:pt x="864" y="626"/>
                </a:lnTo>
                <a:lnTo>
                  <a:pt x="863" y="626"/>
                </a:lnTo>
                <a:lnTo>
                  <a:pt x="863" y="625"/>
                </a:lnTo>
                <a:lnTo>
                  <a:pt x="863" y="624"/>
                </a:lnTo>
                <a:lnTo>
                  <a:pt x="863" y="623"/>
                </a:lnTo>
                <a:lnTo>
                  <a:pt x="862" y="623"/>
                </a:lnTo>
                <a:lnTo>
                  <a:pt x="861" y="623"/>
                </a:lnTo>
                <a:lnTo>
                  <a:pt x="860" y="624"/>
                </a:lnTo>
                <a:lnTo>
                  <a:pt x="858" y="623"/>
                </a:lnTo>
                <a:lnTo>
                  <a:pt x="857" y="623"/>
                </a:lnTo>
                <a:lnTo>
                  <a:pt x="857" y="622"/>
                </a:lnTo>
                <a:lnTo>
                  <a:pt x="856" y="622"/>
                </a:lnTo>
                <a:lnTo>
                  <a:pt x="855" y="621"/>
                </a:lnTo>
                <a:lnTo>
                  <a:pt x="854" y="621"/>
                </a:lnTo>
                <a:lnTo>
                  <a:pt x="854" y="620"/>
                </a:lnTo>
                <a:lnTo>
                  <a:pt x="853" y="620"/>
                </a:lnTo>
                <a:lnTo>
                  <a:pt x="852" y="620"/>
                </a:lnTo>
                <a:lnTo>
                  <a:pt x="852" y="619"/>
                </a:lnTo>
                <a:lnTo>
                  <a:pt x="851" y="618"/>
                </a:lnTo>
                <a:lnTo>
                  <a:pt x="850" y="617"/>
                </a:lnTo>
                <a:lnTo>
                  <a:pt x="850" y="616"/>
                </a:lnTo>
                <a:lnTo>
                  <a:pt x="850" y="615"/>
                </a:lnTo>
                <a:lnTo>
                  <a:pt x="849" y="615"/>
                </a:lnTo>
                <a:lnTo>
                  <a:pt x="849" y="614"/>
                </a:lnTo>
                <a:lnTo>
                  <a:pt x="848" y="614"/>
                </a:lnTo>
                <a:lnTo>
                  <a:pt x="848" y="613"/>
                </a:lnTo>
                <a:lnTo>
                  <a:pt x="848" y="612"/>
                </a:lnTo>
                <a:lnTo>
                  <a:pt x="848" y="611"/>
                </a:lnTo>
                <a:lnTo>
                  <a:pt x="849" y="610"/>
                </a:lnTo>
                <a:lnTo>
                  <a:pt x="848" y="609"/>
                </a:lnTo>
                <a:lnTo>
                  <a:pt x="848" y="608"/>
                </a:lnTo>
                <a:lnTo>
                  <a:pt x="847" y="608"/>
                </a:lnTo>
                <a:lnTo>
                  <a:pt x="847" y="607"/>
                </a:lnTo>
                <a:lnTo>
                  <a:pt x="846" y="607"/>
                </a:lnTo>
                <a:lnTo>
                  <a:pt x="845" y="607"/>
                </a:lnTo>
                <a:lnTo>
                  <a:pt x="844" y="607"/>
                </a:lnTo>
                <a:lnTo>
                  <a:pt x="844" y="606"/>
                </a:lnTo>
                <a:lnTo>
                  <a:pt x="844" y="605"/>
                </a:lnTo>
                <a:lnTo>
                  <a:pt x="845" y="605"/>
                </a:lnTo>
                <a:lnTo>
                  <a:pt x="845" y="604"/>
                </a:lnTo>
                <a:lnTo>
                  <a:pt x="845" y="603"/>
                </a:lnTo>
                <a:lnTo>
                  <a:pt x="844" y="603"/>
                </a:lnTo>
                <a:lnTo>
                  <a:pt x="844" y="602"/>
                </a:lnTo>
                <a:lnTo>
                  <a:pt x="845" y="602"/>
                </a:lnTo>
                <a:lnTo>
                  <a:pt x="845" y="601"/>
                </a:lnTo>
                <a:lnTo>
                  <a:pt x="846" y="600"/>
                </a:lnTo>
                <a:lnTo>
                  <a:pt x="846" y="597"/>
                </a:lnTo>
                <a:lnTo>
                  <a:pt x="845" y="597"/>
                </a:lnTo>
                <a:lnTo>
                  <a:pt x="844" y="597"/>
                </a:lnTo>
                <a:lnTo>
                  <a:pt x="844" y="596"/>
                </a:lnTo>
                <a:lnTo>
                  <a:pt x="843" y="596"/>
                </a:lnTo>
                <a:lnTo>
                  <a:pt x="843" y="595"/>
                </a:lnTo>
                <a:lnTo>
                  <a:pt x="843" y="594"/>
                </a:lnTo>
                <a:lnTo>
                  <a:pt x="842" y="594"/>
                </a:lnTo>
                <a:lnTo>
                  <a:pt x="842" y="593"/>
                </a:lnTo>
                <a:lnTo>
                  <a:pt x="842" y="592"/>
                </a:lnTo>
                <a:lnTo>
                  <a:pt x="842" y="591"/>
                </a:lnTo>
                <a:lnTo>
                  <a:pt x="842" y="590"/>
                </a:lnTo>
                <a:lnTo>
                  <a:pt x="842" y="589"/>
                </a:lnTo>
                <a:lnTo>
                  <a:pt x="842" y="588"/>
                </a:lnTo>
                <a:lnTo>
                  <a:pt x="842" y="586"/>
                </a:lnTo>
                <a:lnTo>
                  <a:pt x="842" y="587"/>
                </a:lnTo>
                <a:lnTo>
                  <a:pt x="842" y="586"/>
                </a:lnTo>
                <a:lnTo>
                  <a:pt x="841" y="586"/>
                </a:lnTo>
                <a:lnTo>
                  <a:pt x="840" y="585"/>
                </a:lnTo>
                <a:lnTo>
                  <a:pt x="841" y="584"/>
                </a:lnTo>
                <a:lnTo>
                  <a:pt x="840" y="583"/>
                </a:lnTo>
                <a:lnTo>
                  <a:pt x="840" y="584"/>
                </a:lnTo>
                <a:lnTo>
                  <a:pt x="839" y="583"/>
                </a:lnTo>
                <a:lnTo>
                  <a:pt x="838" y="582"/>
                </a:lnTo>
                <a:lnTo>
                  <a:pt x="837" y="582"/>
                </a:lnTo>
                <a:lnTo>
                  <a:pt x="836" y="582"/>
                </a:lnTo>
                <a:lnTo>
                  <a:pt x="837" y="581"/>
                </a:lnTo>
                <a:lnTo>
                  <a:pt x="836" y="581"/>
                </a:lnTo>
                <a:lnTo>
                  <a:pt x="836" y="580"/>
                </a:lnTo>
                <a:lnTo>
                  <a:pt x="835" y="579"/>
                </a:lnTo>
                <a:lnTo>
                  <a:pt x="835" y="580"/>
                </a:lnTo>
                <a:lnTo>
                  <a:pt x="834" y="580"/>
                </a:lnTo>
                <a:lnTo>
                  <a:pt x="834" y="579"/>
                </a:lnTo>
                <a:lnTo>
                  <a:pt x="834" y="578"/>
                </a:lnTo>
                <a:lnTo>
                  <a:pt x="834" y="577"/>
                </a:lnTo>
                <a:lnTo>
                  <a:pt x="835" y="577"/>
                </a:lnTo>
                <a:lnTo>
                  <a:pt x="835" y="576"/>
                </a:lnTo>
                <a:lnTo>
                  <a:pt x="835" y="575"/>
                </a:lnTo>
                <a:lnTo>
                  <a:pt x="834" y="575"/>
                </a:lnTo>
                <a:lnTo>
                  <a:pt x="834" y="574"/>
                </a:lnTo>
                <a:lnTo>
                  <a:pt x="833" y="574"/>
                </a:lnTo>
                <a:lnTo>
                  <a:pt x="833" y="573"/>
                </a:lnTo>
                <a:lnTo>
                  <a:pt x="832" y="573"/>
                </a:lnTo>
                <a:lnTo>
                  <a:pt x="831" y="573"/>
                </a:lnTo>
                <a:lnTo>
                  <a:pt x="831" y="572"/>
                </a:lnTo>
                <a:lnTo>
                  <a:pt x="831" y="571"/>
                </a:lnTo>
                <a:lnTo>
                  <a:pt x="831" y="570"/>
                </a:lnTo>
                <a:lnTo>
                  <a:pt x="832" y="570"/>
                </a:lnTo>
                <a:lnTo>
                  <a:pt x="833" y="570"/>
                </a:lnTo>
                <a:lnTo>
                  <a:pt x="834" y="569"/>
                </a:lnTo>
                <a:lnTo>
                  <a:pt x="834" y="568"/>
                </a:lnTo>
                <a:lnTo>
                  <a:pt x="833" y="568"/>
                </a:lnTo>
                <a:lnTo>
                  <a:pt x="833" y="567"/>
                </a:lnTo>
                <a:lnTo>
                  <a:pt x="832" y="567"/>
                </a:lnTo>
                <a:lnTo>
                  <a:pt x="832" y="566"/>
                </a:lnTo>
                <a:lnTo>
                  <a:pt x="831" y="566"/>
                </a:lnTo>
                <a:lnTo>
                  <a:pt x="831" y="565"/>
                </a:lnTo>
                <a:lnTo>
                  <a:pt x="830" y="565"/>
                </a:lnTo>
                <a:lnTo>
                  <a:pt x="829" y="564"/>
                </a:lnTo>
                <a:lnTo>
                  <a:pt x="829" y="563"/>
                </a:lnTo>
                <a:lnTo>
                  <a:pt x="829" y="562"/>
                </a:lnTo>
                <a:lnTo>
                  <a:pt x="829" y="561"/>
                </a:lnTo>
                <a:lnTo>
                  <a:pt x="828" y="560"/>
                </a:lnTo>
                <a:lnTo>
                  <a:pt x="827" y="560"/>
                </a:lnTo>
                <a:lnTo>
                  <a:pt x="826" y="560"/>
                </a:lnTo>
                <a:lnTo>
                  <a:pt x="825" y="559"/>
                </a:lnTo>
                <a:lnTo>
                  <a:pt x="824" y="559"/>
                </a:lnTo>
                <a:lnTo>
                  <a:pt x="823" y="559"/>
                </a:lnTo>
                <a:lnTo>
                  <a:pt x="823" y="558"/>
                </a:lnTo>
                <a:lnTo>
                  <a:pt x="823" y="557"/>
                </a:lnTo>
                <a:lnTo>
                  <a:pt x="823" y="556"/>
                </a:lnTo>
                <a:lnTo>
                  <a:pt x="822" y="556"/>
                </a:lnTo>
                <a:lnTo>
                  <a:pt x="821" y="556"/>
                </a:lnTo>
                <a:lnTo>
                  <a:pt x="820" y="557"/>
                </a:lnTo>
                <a:lnTo>
                  <a:pt x="820" y="556"/>
                </a:lnTo>
                <a:lnTo>
                  <a:pt x="819" y="556"/>
                </a:lnTo>
                <a:lnTo>
                  <a:pt x="819" y="555"/>
                </a:lnTo>
                <a:lnTo>
                  <a:pt x="820" y="555"/>
                </a:lnTo>
                <a:lnTo>
                  <a:pt x="820" y="554"/>
                </a:lnTo>
                <a:lnTo>
                  <a:pt x="819" y="553"/>
                </a:lnTo>
                <a:lnTo>
                  <a:pt x="819" y="552"/>
                </a:lnTo>
                <a:lnTo>
                  <a:pt x="819" y="551"/>
                </a:lnTo>
                <a:lnTo>
                  <a:pt x="818" y="550"/>
                </a:lnTo>
                <a:lnTo>
                  <a:pt x="817" y="549"/>
                </a:lnTo>
                <a:lnTo>
                  <a:pt x="817" y="548"/>
                </a:lnTo>
                <a:lnTo>
                  <a:pt x="816" y="548"/>
                </a:lnTo>
                <a:lnTo>
                  <a:pt x="816" y="549"/>
                </a:lnTo>
                <a:lnTo>
                  <a:pt x="815" y="549"/>
                </a:lnTo>
                <a:lnTo>
                  <a:pt x="814" y="549"/>
                </a:lnTo>
                <a:lnTo>
                  <a:pt x="814" y="548"/>
                </a:lnTo>
                <a:lnTo>
                  <a:pt x="813" y="547"/>
                </a:lnTo>
                <a:lnTo>
                  <a:pt x="812" y="547"/>
                </a:lnTo>
                <a:lnTo>
                  <a:pt x="812" y="546"/>
                </a:lnTo>
                <a:lnTo>
                  <a:pt x="812" y="545"/>
                </a:lnTo>
                <a:lnTo>
                  <a:pt x="813" y="545"/>
                </a:lnTo>
                <a:lnTo>
                  <a:pt x="813" y="544"/>
                </a:lnTo>
                <a:lnTo>
                  <a:pt x="814" y="544"/>
                </a:lnTo>
                <a:lnTo>
                  <a:pt x="814" y="543"/>
                </a:lnTo>
                <a:lnTo>
                  <a:pt x="814" y="542"/>
                </a:lnTo>
                <a:lnTo>
                  <a:pt x="813" y="541"/>
                </a:lnTo>
                <a:lnTo>
                  <a:pt x="812" y="541"/>
                </a:lnTo>
                <a:lnTo>
                  <a:pt x="812" y="540"/>
                </a:lnTo>
                <a:lnTo>
                  <a:pt x="812" y="539"/>
                </a:lnTo>
                <a:lnTo>
                  <a:pt x="813" y="538"/>
                </a:lnTo>
                <a:lnTo>
                  <a:pt x="812" y="538"/>
                </a:lnTo>
                <a:lnTo>
                  <a:pt x="813" y="537"/>
                </a:lnTo>
                <a:lnTo>
                  <a:pt x="814" y="537"/>
                </a:lnTo>
                <a:lnTo>
                  <a:pt x="814" y="536"/>
                </a:lnTo>
                <a:lnTo>
                  <a:pt x="815" y="536"/>
                </a:lnTo>
                <a:lnTo>
                  <a:pt x="815" y="535"/>
                </a:lnTo>
                <a:lnTo>
                  <a:pt x="815" y="534"/>
                </a:lnTo>
                <a:lnTo>
                  <a:pt x="814" y="533"/>
                </a:lnTo>
                <a:lnTo>
                  <a:pt x="815" y="533"/>
                </a:lnTo>
                <a:lnTo>
                  <a:pt x="815" y="532"/>
                </a:lnTo>
                <a:lnTo>
                  <a:pt x="814" y="531"/>
                </a:lnTo>
                <a:lnTo>
                  <a:pt x="814" y="530"/>
                </a:lnTo>
                <a:lnTo>
                  <a:pt x="813" y="530"/>
                </a:lnTo>
                <a:lnTo>
                  <a:pt x="813" y="529"/>
                </a:lnTo>
                <a:lnTo>
                  <a:pt x="812" y="529"/>
                </a:lnTo>
                <a:lnTo>
                  <a:pt x="812" y="528"/>
                </a:lnTo>
                <a:lnTo>
                  <a:pt x="811" y="528"/>
                </a:lnTo>
                <a:lnTo>
                  <a:pt x="811" y="527"/>
                </a:lnTo>
                <a:lnTo>
                  <a:pt x="811" y="526"/>
                </a:lnTo>
                <a:lnTo>
                  <a:pt x="811" y="525"/>
                </a:lnTo>
                <a:lnTo>
                  <a:pt x="812" y="524"/>
                </a:lnTo>
                <a:lnTo>
                  <a:pt x="809" y="524"/>
                </a:lnTo>
                <a:lnTo>
                  <a:pt x="808" y="524"/>
                </a:lnTo>
                <a:lnTo>
                  <a:pt x="807" y="523"/>
                </a:lnTo>
                <a:lnTo>
                  <a:pt x="805" y="523"/>
                </a:lnTo>
                <a:lnTo>
                  <a:pt x="804" y="524"/>
                </a:lnTo>
                <a:lnTo>
                  <a:pt x="803" y="524"/>
                </a:lnTo>
                <a:lnTo>
                  <a:pt x="801" y="524"/>
                </a:lnTo>
                <a:lnTo>
                  <a:pt x="800" y="524"/>
                </a:lnTo>
                <a:lnTo>
                  <a:pt x="799" y="525"/>
                </a:lnTo>
                <a:lnTo>
                  <a:pt x="798" y="525"/>
                </a:lnTo>
                <a:lnTo>
                  <a:pt x="797" y="525"/>
                </a:lnTo>
                <a:lnTo>
                  <a:pt x="796" y="524"/>
                </a:lnTo>
                <a:lnTo>
                  <a:pt x="795" y="525"/>
                </a:lnTo>
                <a:lnTo>
                  <a:pt x="794" y="525"/>
                </a:lnTo>
                <a:lnTo>
                  <a:pt x="793" y="524"/>
                </a:lnTo>
                <a:lnTo>
                  <a:pt x="792" y="524"/>
                </a:lnTo>
                <a:lnTo>
                  <a:pt x="791" y="523"/>
                </a:lnTo>
                <a:lnTo>
                  <a:pt x="790" y="523"/>
                </a:lnTo>
                <a:lnTo>
                  <a:pt x="790" y="522"/>
                </a:lnTo>
                <a:lnTo>
                  <a:pt x="789" y="522"/>
                </a:lnTo>
                <a:lnTo>
                  <a:pt x="788" y="522"/>
                </a:lnTo>
                <a:lnTo>
                  <a:pt x="787" y="522"/>
                </a:lnTo>
                <a:lnTo>
                  <a:pt x="786" y="522"/>
                </a:lnTo>
                <a:lnTo>
                  <a:pt x="786" y="521"/>
                </a:lnTo>
                <a:lnTo>
                  <a:pt x="784" y="521"/>
                </a:lnTo>
                <a:lnTo>
                  <a:pt x="783" y="520"/>
                </a:lnTo>
                <a:lnTo>
                  <a:pt x="783" y="521"/>
                </a:lnTo>
                <a:lnTo>
                  <a:pt x="782" y="521"/>
                </a:lnTo>
                <a:lnTo>
                  <a:pt x="781" y="521"/>
                </a:lnTo>
                <a:lnTo>
                  <a:pt x="780" y="521"/>
                </a:lnTo>
                <a:lnTo>
                  <a:pt x="778" y="520"/>
                </a:lnTo>
                <a:lnTo>
                  <a:pt x="777" y="518"/>
                </a:lnTo>
                <a:lnTo>
                  <a:pt x="776" y="518"/>
                </a:lnTo>
                <a:lnTo>
                  <a:pt x="775" y="517"/>
                </a:lnTo>
                <a:lnTo>
                  <a:pt x="774" y="516"/>
                </a:lnTo>
                <a:lnTo>
                  <a:pt x="773" y="516"/>
                </a:lnTo>
                <a:lnTo>
                  <a:pt x="773" y="515"/>
                </a:lnTo>
                <a:lnTo>
                  <a:pt x="772" y="514"/>
                </a:lnTo>
                <a:lnTo>
                  <a:pt x="771" y="514"/>
                </a:lnTo>
                <a:lnTo>
                  <a:pt x="771" y="513"/>
                </a:lnTo>
                <a:lnTo>
                  <a:pt x="770" y="513"/>
                </a:lnTo>
                <a:lnTo>
                  <a:pt x="769" y="513"/>
                </a:lnTo>
                <a:lnTo>
                  <a:pt x="767" y="512"/>
                </a:lnTo>
                <a:lnTo>
                  <a:pt x="766" y="512"/>
                </a:lnTo>
                <a:lnTo>
                  <a:pt x="765" y="512"/>
                </a:lnTo>
                <a:lnTo>
                  <a:pt x="764" y="512"/>
                </a:lnTo>
                <a:lnTo>
                  <a:pt x="763" y="512"/>
                </a:lnTo>
                <a:lnTo>
                  <a:pt x="761" y="512"/>
                </a:lnTo>
                <a:lnTo>
                  <a:pt x="759" y="512"/>
                </a:lnTo>
                <a:lnTo>
                  <a:pt x="758" y="512"/>
                </a:lnTo>
                <a:lnTo>
                  <a:pt x="757" y="513"/>
                </a:lnTo>
                <a:lnTo>
                  <a:pt x="756" y="515"/>
                </a:lnTo>
                <a:lnTo>
                  <a:pt x="756" y="516"/>
                </a:lnTo>
                <a:lnTo>
                  <a:pt x="755" y="516"/>
                </a:lnTo>
                <a:lnTo>
                  <a:pt x="755" y="517"/>
                </a:lnTo>
                <a:lnTo>
                  <a:pt x="754" y="517"/>
                </a:lnTo>
                <a:lnTo>
                  <a:pt x="752" y="517"/>
                </a:lnTo>
                <a:lnTo>
                  <a:pt x="752" y="518"/>
                </a:lnTo>
                <a:lnTo>
                  <a:pt x="749" y="519"/>
                </a:lnTo>
                <a:lnTo>
                  <a:pt x="748" y="519"/>
                </a:lnTo>
                <a:lnTo>
                  <a:pt x="748" y="520"/>
                </a:lnTo>
                <a:lnTo>
                  <a:pt x="746" y="520"/>
                </a:lnTo>
                <a:lnTo>
                  <a:pt x="745" y="520"/>
                </a:lnTo>
                <a:lnTo>
                  <a:pt x="745" y="521"/>
                </a:lnTo>
                <a:lnTo>
                  <a:pt x="745" y="522"/>
                </a:lnTo>
                <a:lnTo>
                  <a:pt x="746" y="523"/>
                </a:lnTo>
                <a:lnTo>
                  <a:pt x="746" y="524"/>
                </a:lnTo>
                <a:lnTo>
                  <a:pt x="747" y="524"/>
                </a:lnTo>
                <a:lnTo>
                  <a:pt x="747" y="525"/>
                </a:lnTo>
                <a:lnTo>
                  <a:pt x="748" y="525"/>
                </a:lnTo>
                <a:lnTo>
                  <a:pt x="748" y="526"/>
                </a:lnTo>
                <a:lnTo>
                  <a:pt x="748" y="527"/>
                </a:lnTo>
                <a:lnTo>
                  <a:pt x="749" y="527"/>
                </a:lnTo>
                <a:lnTo>
                  <a:pt x="749" y="528"/>
                </a:lnTo>
                <a:lnTo>
                  <a:pt x="749" y="529"/>
                </a:lnTo>
                <a:lnTo>
                  <a:pt x="748" y="530"/>
                </a:lnTo>
                <a:lnTo>
                  <a:pt x="748" y="531"/>
                </a:lnTo>
                <a:lnTo>
                  <a:pt x="747" y="531"/>
                </a:lnTo>
                <a:lnTo>
                  <a:pt x="746" y="532"/>
                </a:lnTo>
                <a:lnTo>
                  <a:pt x="745" y="532"/>
                </a:lnTo>
                <a:lnTo>
                  <a:pt x="744" y="532"/>
                </a:lnTo>
                <a:lnTo>
                  <a:pt x="744" y="533"/>
                </a:lnTo>
                <a:lnTo>
                  <a:pt x="744" y="534"/>
                </a:lnTo>
                <a:lnTo>
                  <a:pt x="745" y="535"/>
                </a:lnTo>
                <a:lnTo>
                  <a:pt x="745" y="536"/>
                </a:lnTo>
                <a:lnTo>
                  <a:pt x="745" y="537"/>
                </a:lnTo>
                <a:lnTo>
                  <a:pt x="744" y="538"/>
                </a:lnTo>
                <a:lnTo>
                  <a:pt x="744" y="539"/>
                </a:lnTo>
                <a:lnTo>
                  <a:pt x="744" y="538"/>
                </a:lnTo>
                <a:lnTo>
                  <a:pt x="744" y="539"/>
                </a:lnTo>
                <a:lnTo>
                  <a:pt x="743" y="539"/>
                </a:lnTo>
                <a:lnTo>
                  <a:pt x="743" y="540"/>
                </a:lnTo>
                <a:lnTo>
                  <a:pt x="743" y="541"/>
                </a:lnTo>
                <a:lnTo>
                  <a:pt x="742" y="541"/>
                </a:lnTo>
                <a:lnTo>
                  <a:pt x="741" y="541"/>
                </a:lnTo>
                <a:lnTo>
                  <a:pt x="740" y="541"/>
                </a:lnTo>
                <a:lnTo>
                  <a:pt x="740" y="540"/>
                </a:lnTo>
                <a:lnTo>
                  <a:pt x="739" y="540"/>
                </a:lnTo>
                <a:lnTo>
                  <a:pt x="738" y="541"/>
                </a:lnTo>
                <a:lnTo>
                  <a:pt x="737" y="541"/>
                </a:lnTo>
                <a:lnTo>
                  <a:pt x="736" y="542"/>
                </a:lnTo>
                <a:lnTo>
                  <a:pt x="735" y="542"/>
                </a:lnTo>
                <a:lnTo>
                  <a:pt x="734" y="542"/>
                </a:lnTo>
                <a:lnTo>
                  <a:pt x="734" y="543"/>
                </a:lnTo>
                <a:lnTo>
                  <a:pt x="733" y="543"/>
                </a:lnTo>
                <a:lnTo>
                  <a:pt x="732" y="543"/>
                </a:lnTo>
                <a:lnTo>
                  <a:pt x="731" y="542"/>
                </a:lnTo>
                <a:lnTo>
                  <a:pt x="730" y="542"/>
                </a:lnTo>
                <a:lnTo>
                  <a:pt x="730" y="543"/>
                </a:lnTo>
                <a:lnTo>
                  <a:pt x="729" y="543"/>
                </a:lnTo>
                <a:lnTo>
                  <a:pt x="729" y="544"/>
                </a:lnTo>
                <a:lnTo>
                  <a:pt x="728" y="544"/>
                </a:lnTo>
                <a:lnTo>
                  <a:pt x="728" y="543"/>
                </a:lnTo>
                <a:lnTo>
                  <a:pt x="727" y="543"/>
                </a:lnTo>
                <a:lnTo>
                  <a:pt x="727" y="544"/>
                </a:lnTo>
                <a:lnTo>
                  <a:pt x="727" y="545"/>
                </a:lnTo>
                <a:lnTo>
                  <a:pt x="726" y="545"/>
                </a:lnTo>
                <a:lnTo>
                  <a:pt x="725" y="545"/>
                </a:lnTo>
                <a:lnTo>
                  <a:pt x="724" y="545"/>
                </a:lnTo>
                <a:lnTo>
                  <a:pt x="723" y="545"/>
                </a:lnTo>
                <a:lnTo>
                  <a:pt x="722" y="545"/>
                </a:lnTo>
                <a:lnTo>
                  <a:pt x="721" y="545"/>
                </a:lnTo>
                <a:lnTo>
                  <a:pt x="721" y="544"/>
                </a:lnTo>
                <a:lnTo>
                  <a:pt x="721" y="545"/>
                </a:lnTo>
                <a:lnTo>
                  <a:pt x="720" y="545"/>
                </a:lnTo>
                <a:lnTo>
                  <a:pt x="721" y="546"/>
                </a:lnTo>
                <a:lnTo>
                  <a:pt x="721" y="547"/>
                </a:lnTo>
                <a:lnTo>
                  <a:pt x="721" y="548"/>
                </a:lnTo>
                <a:lnTo>
                  <a:pt x="721" y="549"/>
                </a:lnTo>
                <a:lnTo>
                  <a:pt x="720" y="549"/>
                </a:lnTo>
                <a:lnTo>
                  <a:pt x="719" y="549"/>
                </a:lnTo>
                <a:lnTo>
                  <a:pt x="719" y="550"/>
                </a:lnTo>
                <a:lnTo>
                  <a:pt x="719" y="551"/>
                </a:lnTo>
                <a:lnTo>
                  <a:pt x="719" y="552"/>
                </a:lnTo>
                <a:lnTo>
                  <a:pt x="720" y="552"/>
                </a:lnTo>
                <a:lnTo>
                  <a:pt x="720" y="553"/>
                </a:lnTo>
                <a:lnTo>
                  <a:pt x="721" y="553"/>
                </a:lnTo>
                <a:lnTo>
                  <a:pt x="722" y="554"/>
                </a:lnTo>
                <a:lnTo>
                  <a:pt x="722" y="556"/>
                </a:lnTo>
                <a:lnTo>
                  <a:pt x="722" y="557"/>
                </a:lnTo>
                <a:lnTo>
                  <a:pt x="723" y="557"/>
                </a:lnTo>
                <a:lnTo>
                  <a:pt x="723" y="558"/>
                </a:lnTo>
                <a:lnTo>
                  <a:pt x="723" y="559"/>
                </a:lnTo>
                <a:lnTo>
                  <a:pt x="723" y="560"/>
                </a:lnTo>
                <a:lnTo>
                  <a:pt x="723" y="561"/>
                </a:lnTo>
                <a:lnTo>
                  <a:pt x="724" y="561"/>
                </a:lnTo>
                <a:lnTo>
                  <a:pt x="724" y="562"/>
                </a:lnTo>
                <a:lnTo>
                  <a:pt x="724" y="563"/>
                </a:lnTo>
                <a:lnTo>
                  <a:pt x="723" y="563"/>
                </a:lnTo>
                <a:lnTo>
                  <a:pt x="724" y="564"/>
                </a:lnTo>
                <a:lnTo>
                  <a:pt x="725" y="566"/>
                </a:lnTo>
                <a:lnTo>
                  <a:pt x="724" y="566"/>
                </a:lnTo>
                <a:lnTo>
                  <a:pt x="724" y="567"/>
                </a:lnTo>
                <a:lnTo>
                  <a:pt x="724" y="568"/>
                </a:lnTo>
                <a:lnTo>
                  <a:pt x="723" y="568"/>
                </a:lnTo>
                <a:lnTo>
                  <a:pt x="723" y="569"/>
                </a:lnTo>
                <a:lnTo>
                  <a:pt x="723" y="570"/>
                </a:lnTo>
                <a:lnTo>
                  <a:pt x="722" y="571"/>
                </a:lnTo>
                <a:lnTo>
                  <a:pt x="722" y="572"/>
                </a:lnTo>
                <a:lnTo>
                  <a:pt x="723" y="573"/>
                </a:lnTo>
                <a:lnTo>
                  <a:pt x="723" y="574"/>
                </a:lnTo>
                <a:lnTo>
                  <a:pt x="724" y="574"/>
                </a:lnTo>
                <a:lnTo>
                  <a:pt x="725" y="574"/>
                </a:lnTo>
                <a:lnTo>
                  <a:pt x="725" y="575"/>
                </a:lnTo>
                <a:lnTo>
                  <a:pt x="726" y="575"/>
                </a:lnTo>
                <a:lnTo>
                  <a:pt x="726" y="576"/>
                </a:lnTo>
                <a:lnTo>
                  <a:pt x="727" y="576"/>
                </a:lnTo>
                <a:lnTo>
                  <a:pt x="728" y="575"/>
                </a:lnTo>
                <a:lnTo>
                  <a:pt x="729" y="575"/>
                </a:lnTo>
                <a:lnTo>
                  <a:pt x="730" y="576"/>
                </a:lnTo>
                <a:lnTo>
                  <a:pt x="731" y="576"/>
                </a:lnTo>
                <a:lnTo>
                  <a:pt x="732" y="576"/>
                </a:lnTo>
                <a:lnTo>
                  <a:pt x="733" y="576"/>
                </a:lnTo>
                <a:lnTo>
                  <a:pt x="733" y="577"/>
                </a:lnTo>
                <a:lnTo>
                  <a:pt x="732" y="577"/>
                </a:lnTo>
                <a:lnTo>
                  <a:pt x="732" y="578"/>
                </a:lnTo>
                <a:lnTo>
                  <a:pt x="732" y="579"/>
                </a:lnTo>
                <a:lnTo>
                  <a:pt x="732" y="580"/>
                </a:lnTo>
                <a:lnTo>
                  <a:pt x="732" y="581"/>
                </a:lnTo>
                <a:lnTo>
                  <a:pt x="731" y="582"/>
                </a:lnTo>
                <a:lnTo>
                  <a:pt x="732" y="582"/>
                </a:lnTo>
                <a:lnTo>
                  <a:pt x="732" y="583"/>
                </a:lnTo>
                <a:lnTo>
                  <a:pt x="732" y="584"/>
                </a:lnTo>
                <a:lnTo>
                  <a:pt x="733" y="584"/>
                </a:lnTo>
                <a:lnTo>
                  <a:pt x="734" y="585"/>
                </a:lnTo>
                <a:lnTo>
                  <a:pt x="734" y="586"/>
                </a:lnTo>
                <a:lnTo>
                  <a:pt x="735" y="586"/>
                </a:lnTo>
                <a:lnTo>
                  <a:pt x="735" y="587"/>
                </a:lnTo>
                <a:lnTo>
                  <a:pt x="735" y="588"/>
                </a:lnTo>
                <a:lnTo>
                  <a:pt x="736" y="588"/>
                </a:lnTo>
                <a:lnTo>
                  <a:pt x="737" y="588"/>
                </a:lnTo>
                <a:lnTo>
                  <a:pt x="737" y="587"/>
                </a:lnTo>
                <a:lnTo>
                  <a:pt x="738" y="587"/>
                </a:lnTo>
                <a:lnTo>
                  <a:pt x="738" y="588"/>
                </a:lnTo>
                <a:lnTo>
                  <a:pt x="739" y="588"/>
                </a:lnTo>
                <a:lnTo>
                  <a:pt x="739" y="589"/>
                </a:lnTo>
                <a:lnTo>
                  <a:pt x="740" y="589"/>
                </a:lnTo>
                <a:lnTo>
                  <a:pt x="741" y="588"/>
                </a:lnTo>
                <a:lnTo>
                  <a:pt x="742" y="588"/>
                </a:lnTo>
                <a:lnTo>
                  <a:pt x="742" y="589"/>
                </a:lnTo>
                <a:lnTo>
                  <a:pt x="743" y="589"/>
                </a:lnTo>
                <a:lnTo>
                  <a:pt x="744" y="589"/>
                </a:lnTo>
                <a:lnTo>
                  <a:pt x="744" y="590"/>
                </a:lnTo>
                <a:lnTo>
                  <a:pt x="745" y="590"/>
                </a:lnTo>
                <a:lnTo>
                  <a:pt x="746" y="590"/>
                </a:lnTo>
                <a:lnTo>
                  <a:pt x="746" y="591"/>
                </a:lnTo>
                <a:lnTo>
                  <a:pt x="747" y="591"/>
                </a:lnTo>
                <a:lnTo>
                  <a:pt x="749" y="591"/>
                </a:lnTo>
                <a:lnTo>
                  <a:pt x="749" y="592"/>
                </a:lnTo>
                <a:lnTo>
                  <a:pt x="750" y="592"/>
                </a:lnTo>
                <a:lnTo>
                  <a:pt x="751" y="593"/>
                </a:lnTo>
                <a:lnTo>
                  <a:pt x="752" y="593"/>
                </a:lnTo>
                <a:lnTo>
                  <a:pt x="753" y="593"/>
                </a:lnTo>
                <a:lnTo>
                  <a:pt x="754" y="594"/>
                </a:lnTo>
                <a:lnTo>
                  <a:pt x="753" y="594"/>
                </a:lnTo>
                <a:lnTo>
                  <a:pt x="753" y="595"/>
                </a:lnTo>
                <a:lnTo>
                  <a:pt x="752" y="595"/>
                </a:lnTo>
                <a:lnTo>
                  <a:pt x="752" y="596"/>
                </a:lnTo>
                <a:lnTo>
                  <a:pt x="751" y="596"/>
                </a:lnTo>
                <a:lnTo>
                  <a:pt x="750" y="596"/>
                </a:lnTo>
                <a:lnTo>
                  <a:pt x="749" y="597"/>
                </a:lnTo>
                <a:lnTo>
                  <a:pt x="749" y="598"/>
                </a:lnTo>
                <a:lnTo>
                  <a:pt x="749" y="599"/>
                </a:lnTo>
                <a:lnTo>
                  <a:pt x="748" y="599"/>
                </a:lnTo>
                <a:lnTo>
                  <a:pt x="747" y="598"/>
                </a:lnTo>
                <a:lnTo>
                  <a:pt x="747" y="599"/>
                </a:lnTo>
                <a:lnTo>
                  <a:pt x="746" y="599"/>
                </a:lnTo>
                <a:lnTo>
                  <a:pt x="746" y="600"/>
                </a:lnTo>
                <a:lnTo>
                  <a:pt x="747" y="600"/>
                </a:lnTo>
                <a:lnTo>
                  <a:pt x="746" y="600"/>
                </a:lnTo>
                <a:lnTo>
                  <a:pt x="745" y="600"/>
                </a:lnTo>
                <a:lnTo>
                  <a:pt x="745" y="601"/>
                </a:lnTo>
                <a:lnTo>
                  <a:pt x="744" y="600"/>
                </a:lnTo>
                <a:lnTo>
                  <a:pt x="743" y="600"/>
                </a:lnTo>
                <a:lnTo>
                  <a:pt x="742" y="601"/>
                </a:lnTo>
                <a:lnTo>
                  <a:pt x="741" y="601"/>
                </a:lnTo>
                <a:lnTo>
                  <a:pt x="741" y="602"/>
                </a:lnTo>
                <a:lnTo>
                  <a:pt x="741" y="603"/>
                </a:lnTo>
                <a:lnTo>
                  <a:pt x="741" y="604"/>
                </a:lnTo>
                <a:lnTo>
                  <a:pt x="741" y="605"/>
                </a:lnTo>
                <a:lnTo>
                  <a:pt x="740" y="605"/>
                </a:lnTo>
                <a:lnTo>
                  <a:pt x="740" y="606"/>
                </a:lnTo>
                <a:lnTo>
                  <a:pt x="740" y="607"/>
                </a:lnTo>
                <a:lnTo>
                  <a:pt x="740" y="608"/>
                </a:lnTo>
                <a:lnTo>
                  <a:pt x="740" y="609"/>
                </a:lnTo>
                <a:lnTo>
                  <a:pt x="739" y="610"/>
                </a:lnTo>
                <a:lnTo>
                  <a:pt x="738" y="611"/>
                </a:lnTo>
                <a:lnTo>
                  <a:pt x="737" y="612"/>
                </a:lnTo>
                <a:lnTo>
                  <a:pt x="737" y="613"/>
                </a:lnTo>
                <a:lnTo>
                  <a:pt x="736" y="613"/>
                </a:lnTo>
                <a:lnTo>
                  <a:pt x="736" y="614"/>
                </a:lnTo>
                <a:lnTo>
                  <a:pt x="735" y="614"/>
                </a:lnTo>
                <a:lnTo>
                  <a:pt x="735" y="615"/>
                </a:lnTo>
                <a:lnTo>
                  <a:pt x="734" y="615"/>
                </a:lnTo>
                <a:lnTo>
                  <a:pt x="734" y="614"/>
                </a:lnTo>
                <a:lnTo>
                  <a:pt x="733" y="614"/>
                </a:lnTo>
                <a:lnTo>
                  <a:pt x="733" y="615"/>
                </a:lnTo>
                <a:lnTo>
                  <a:pt x="733" y="616"/>
                </a:lnTo>
                <a:lnTo>
                  <a:pt x="732" y="616"/>
                </a:lnTo>
                <a:lnTo>
                  <a:pt x="732" y="617"/>
                </a:lnTo>
                <a:lnTo>
                  <a:pt x="731" y="618"/>
                </a:lnTo>
                <a:lnTo>
                  <a:pt x="730" y="618"/>
                </a:lnTo>
                <a:lnTo>
                  <a:pt x="729" y="618"/>
                </a:lnTo>
                <a:lnTo>
                  <a:pt x="729" y="619"/>
                </a:lnTo>
                <a:lnTo>
                  <a:pt x="729" y="620"/>
                </a:lnTo>
                <a:lnTo>
                  <a:pt x="729" y="621"/>
                </a:lnTo>
                <a:lnTo>
                  <a:pt x="730" y="621"/>
                </a:lnTo>
                <a:lnTo>
                  <a:pt x="730" y="622"/>
                </a:lnTo>
                <a:lnTo>
                  <a:pt x="730" y="623"/>
                </a:lnTo>
                <a:lnTo>
                  <a:pt x="729" y="623"/>
                </a:lnTo>
                <a:lnTo>
                  <a:pt x="729" y="624"/>
                </a:lnTo>
                <a:lnTo>
                  <a:pt x="730" y="625"/>
                </a:lnTo>
                <a:lnTo>
                  <a:pt x="731" y="626"/>
                </a:lnTo>
                <a:lnTo>
                  <a:pt x="732" y="626"/>
                </a:lnTo>
                <a:lnTo>
                  <a:pt x="733" y="628"/>
                </a:lnTo>
                <a:lnTo>
                  <a:pt x="733" y="629"/>
                </a:lnTo>
                <a:lnTo>
                  <a:pt x="734" y="629"/>
                </a:lnTo>
                <a:lnTo>
                  <a:pt x="734" y="630"/>
                </a:lnTo>
                <a:lnTo>
                  <a:pt x="734" y="631"/>
                </a:lnTo>
                <a:lnTo>
                  <a:pt x="734" y="632"/>
                </a:lnTo>
                <a:lnTo>
                  <a:pt x="733" y="632"/>
                </a:lnTo>
                <a:lnTo>
                  <a:pt x="732" y="633"/>
                </a:lnTo>
                <a:lnTo>
                  <a:pt x="731" y="633"/>
                </a:lnTo>
                <a:lnTo>
                  <a:pt x="730" y="633"/>
                </a:lnTo>
                <a:lnTo>
                  <a:pt x="730" y="634"/>
                </a:lnTo>
                <a:lnTo>
                  <a:pt x="732" y="636"/>
                </a:lnTo>
                <a:lnTo>
                  <a:pt x="732" y="637"/>
                </a:lnTo>
                <a:lnTo>
                  <a:pt x="731" y="637"/>
                </a:lnTo>
                <a:lnTo>
                  <a:pt x="731" y="638"/>
                </a:lnTo>
                <a:lnTo>
                  <a:pt x="729" y="638"/>
                </a:lnTo>
                <a:lnTo>
                  <a:pt x="729" y="637"/>
                </a:lnTo>
                <a:lnTo>
                  <a:pt x="728" y="637"/>
                </a:lnTo>
                <a:lnTo>
                  <a:pt x="727" y="638"/>
                </a:lnTo>
                <a:lnTo>
                  <a:pt x="726" y="638"/>
                </a:lnTo>
                <a:lnTo>
                  <a:pt x="725" y="638"/>
                </a:lnTo>
                <a:lnTo>
                  <a:pt x="724" y="638"/>
                </a:lnTo>
                <a:lnTo>
                  <a:pt x="723" y="638"/>
                </a:lnTo>
                <a:lnTo>
                  <a:pt x="722" y="639"/>
                </a:lnTo>
                <a:lnTo>
                  <a:pt x="722" y="640"/>
                </a:lnTo>
                <a:lnTo>
                  <a:pt x="721" y="640"/>
                </a:lnTo>
                <a:lnTo>
                  <a:pt x="721" y="639"/>
                </a:lnTo>
                <a:lnTo>
                  <a:pt x="721" y="640"/>
                </a:lnTo>
                <a:lnTo>
                  <a:pt x="720" y="640"/>
                </a:lnTo>
                <a:lnTo>
                  <a:pt x="719" y="640"/>
                </a:lnTo>
                <a:lnTo>
                  <a:pt x="718" y="641"/>
                </a:lnTo>
                <a:lnTo>
                  <a:pt x="718" y="642"/>
                </a:lnTo>
                <a:lnTo>
                  <a:pt x="719" y="643"/>
                </a:lnTo>
                <a:lnTo>
                  <a:pt x="718" y="643"/>
                </a:lnTo>
                <a:lnTo>
                  <a:pt x="718" y="644"/>
                </a:lnTo>
                <a:lnTo>
                  <a:pt x="718" y="645"/>
                </a:lnTo>
                <a:lnTo>
                  <a:pt x="717" y="645"/>
                </a:lnTo>
                <a:lnTo>
                  <a:pt x="717" y="646"/>
                </a:lnTo>
                <a:lnTo>
                  <a:pt x="717" y="647"/>
                </a:lnTo>
                <a:lnTo>
                  <a:pt x="718" y="647"/>
                </a:lnTo>
                <a:lnTo>
                  <a:pt x="719" y="647"/>
                </a:lnTo>
                <a:lnTo>
                  <a:pt x="719" y="648"/>
                </a:lnTo>
                <a:lnTo>
                  <a:pt x="719" y="649"/>
                </a:lnTo>
                <a:lnTo>
                  <a:pt x="720" y="649"/>
                </a:lnTo>
                <a:lnTo>
                  <a:pt x="720" y="650"/>
                </a:lnTo>
                <a:lnTo>
                  <a:pt x="720" y="651"/>
                </a:lnTo>
                <a:lnTo>
                  <a:pt x="721" y="651"/>
                </a:lnTo>
                <a:lnTo>
                  <a:pt x="721" y="652"/>
                </a:lnTo>
                <a:lnTo>
                  <a:pt x="721" y="653"/>
                </a:lnTo>
                <a:lnTo>
                  <a:pt x="720" y="653"/>
                </a:lnTo>
                <a:lnTo>
                  <a:pt x="719" y="653"/>
                </a:lnTo>
                <a:lnTo>
                  <a:pt x="719" y="654"/>
                </a:lnTo>
                <a:lnTo>
                  <a:pt x="720" y="655"/>
                </a:lnTo>
                <a:lnTo>
                  <a:pt x="720" y="657"/>
                </a:lnTo>
                <a:lnTo>
                  <a:pt x="720" y="658"/>
                </a:lnTo>
                <a:lnTo>
                  <a:pt x="721" y="659"/>
                </a:lnTo>
                <a:lnTo>
                  <a:pt x="721" y="660"/>
                </a:lnTo>
                <a:lnTo>
                  <a:pt x="722" y="662"/>
                </a:lnTo>
                <a:lnTo>
                  <a:pt x="723" y="662"/>
                </a:lnTo>
                <a:lnTo>
                  <a:pt x="723" y="663"/>
                </a:lnTo>
                <a:lnTo>
                  <a:pt x="724" y="663"/>
                </a:lnTo>
                <a:lnTo>
                  <a:pt x="724" y="664"/>
                </a:lnTo>
                <a:lnTo>
                  <a:pt x="724" y="665"/>
                </a:lnTo>
                <a:lnTo>
                  <a:pt x="723" y="665"/>
                </a:lnTo>
                <a:lnTo>
                  <a:pt x="723" y="666"/>
                </a:lnTo>
                <a:lnTo>
                  <a:pt x="724" y="666"/>
                </a:lnTo>
                <a:lnTo>
                  <a:pt x="725" y="666"/>
                </a:lnTo>
                <a:lnTo>
                  <a:pt x="726" y="667"/>
                </a:lnTo>
                <a:lnTo>
                  <a:pt x="727" y="668"/>
                </a:lnTo>
                <a:lnTo>
                  <a:pt x="727" y="669"/>
                </a:lnTo>
                <a:lnTo>
                  <a:pt x="728" y="670"/>
                </a:lnTo>
                <a:lnTo>
                  <a:pt x="729" y="670"/>
                </a:lnTo>
                <a:lnTo>
                  <a:pt x="729" y="671"/>
                </a:lnTo>
                <a:lnTo>
                  <a:pt x="730" y="671"/>
                </a:lnTo>
                <a:lnTo>
                  <a:pt x="731" y="671"/>
                </a:lnTo>
                <a:lnTo>
                  <a:pt x="732" y="671"/>
                </a:lnTo>
                <a:lnTo>
                  <a:pt x="732" y="672"/>
                </a:lnTo>
                <a:lnTo>
                  <a:pt x="732" y="673"/>
                </a:lnTo>
                <a:lnTo>
                  <a:pt x="733" y="673"/>
                </a:lnTo>
                <a:lnTo>
                  <a:pt x="733" y="672"/>
                </a:lnTo>
                <a:lnTo>
                  <a:pt x="734" y="672"/>
                </a:lnTo>
                <a:lnTo>
                  <a:pt x="734" y="673"/>
                </a:lnTo>
                <a:lnTo>
                  <a:pt x="734" y="674"/>
                </a:lnTo>
                <a:lnTo>
                  <a:pt x="735" y="674"/>
                </a:lnTo>
                <a:lnTo>
                  <a:pt x="736" y="674"/>
                </a:lnTo>
                <a:lnTo>
                  <a:pt x="737" y="674"/>
                </a:lnTo>
                <a:lnTo>
                  <a:pt x="738" y="674"/>
                </a:lnTo>
                <a:lnTo>
                  <a:pt x="738" y="675"/>
                </a:lnTo>
                <a:lnTo>
                  <a:pt x="739" y="675"/>
                </a:lnTo>
                <a:lnTo>
                  <a:pt x="740" y="675"/>
                </a:lnTo>
                <a:lnTo>
                  <a:pt x="740" y="676"/>
                </a:lnTo>
                <a:lnTo>
                  <a:pt x="740" y="677"/>
                </a:lnTo>
                <a:lnTo>
                  <a:pt x="741" y="677"/>
                </a:lnTo>
                <a:lnTo>
                  <a:pt x="742" y="678"/>
                </a:lnTo>
                <a:lnTo>
                  <a:pt x="742" y="679"/>
                </a:lnTo>
                <a:lnTo>
                  <a:pt x="743" y="679"/>
                </a:lnTo>
                <a:lnTo>
                  <a:pt x="744" y="680"/>
                </a:lnTo>
                <a:lnTo>
                  <a:pt x="745" y="680"/>
                </a:lnTo>
                <a:lnTo>
                  <a:pt x="745" y="681"/>
                </a:lnTo>
                <a:lnTo>
                  <a:pt x="746" y="682"/>
                </a:lnTo>
                <a:lnTo>
                  <a:pt x="747" y="682"/>
                </a:lnTo>
                <a:lnTo>
                  <a:pt x="748" y="682"/>
                </a:lnTo>
                <a:lnTo>
                  <a:pt x="748" y="683"/>
                </a:lnTo>
                <a:lnTo>
                  <a:pt x="749" y="683"/>
                </a:lnTo>
                <a:lnTo>
                  <a:pt x="750" y="683"/>
                </a:lnTo>
                <a:lnTo>
                  <a:pt x="751" y="683"/>
                </a:lnTo>
                <a:lnTo>
                  <a:pt x="751" y="684"/>
                </a:lnTo>
                <a:lnTo>
                  <a:pt x="750" y="684"/>
                </a:lnTo>
                <a:lnTo>
                  <a:pt x="749" y="684"/>
                </a:lnTo>
                <a:lnTo>
                  <a:pt x="748" y="684"/>
                </a:lnTo>
                <a:lnTo>
                  <a:pt x="747" y="684"/>
                </a:lnTo>
                <a:lnTo>
                  <a:pt x="747" y="683"/>
                </a:lnTo>
                <a:lnTo>
                  <a:pt x="747" y="684"/>
                </a:lnTo>
                <a:lnTo>
                  <a:pt x="746" y="685"/>
                </a:lnTo>
                <a:lnTo>
                  <a:pt x="745" y="685"/>
                </a:lnTo>
                <a:lnTo>
                  <a:pt x="744" y="684"/>
                </a:lnTo>
                <a:lnTo>
                  <a:pt x="743" y="684"/>
                </a:lnTo>
                <a:lnTo>
                  <a:pt x="742" y="684"/>
                </a:lnTo>
                <a:lnTo>
                  <a:pt x="741" y="684"/>
                </a:lnTo>
                <a:lnTo>
                  <a:pt x="741" y="685"/>
                </a:lnTo>
                <a:lnTo>
                  <a:pt x="741" y="684"/>
                </a:lnTo>
                <a:lnTo>
                  <a:pt x="740" y="684"/>
                </a:lnTo>
                <a:lnTo>
                  <a:pt x="739" y="684"/>
                </a:lnTo>
                <a:lnTo>
                  <a:pt x="739" y="683"/>
                </a:lnTo>
                <a:lnTo>
                  <a:pt x="738" y="684"/>
                </a:lnTo>
                <a:lnTo>
                  <a:pt x="737" y="684"/>
                </a:lnTo>
                <a:lnTo>
                  <a:pt x="736" y="683"/>
                </a:lnTo>
                <a:lnTo>
                  <a:pt x="735" y="683"/>
                </a:lnTo>
                <a:lnTo>
                  <a:pt x="734" y="683"/>
                </a:lnTo>
                <a:lnTo>
                  <a:pt x="733" y="684"/>
                </a:lnTo>
                <a:lnTo>
                  <a:pt x="732" y="684"/>
                </a:lnTo>
                <a:lnTo>
                  <a:pt x="732" y="683"/>
                </a:lnTo>
                <a:lnTo>
                  <a:pt x="731" y="683"/>
                </a:lnTo>
                <a:lnTo>
                  <a:pt x="732" y="683"/>
                </a:lnTo>
                <a:lnTo>
                  <a:pt x="731" y="683"/>
                </a:lnTo>
                <a:lnTo>
                  <a:pt x="730" y="683"/>
                </a:lnTo>
                <a:lnTo>
                  <a:pt x="729" y="682"/>
                </a:lnTo>
                <a:lnTo>
                  <a:pt x="728" y="682"/>
                </a:lnTo>
                <a:lnTo>
                  <a:pt x="728" y="681"/>
                </a:lnTo>
                <a:lnTo>
                  <a:pt x="727" y="681"/>
                </a:lnTo>
                <a:lnTo>
                  <a:pt x="727" y="680"/>
                </a:lnTo>
                <a:lnTo>
                  <a:pt x="727" y="679"/>
                </a:lnTo>
                <a:lnTo>
                  <a:pt x="726" y="679"/>
                </a:lnTo>
                <a:lnTo>
                  <a:pt x="726" y="678"/>
                </a:lnTo>
                <a:lnTo>
                  <a:pt x="725" y="678"/>
                </a:lnTo>
                <a:lnTo>
                  <a:pt x="724" y="678"/>
                </a:lnTo>
                <a:lnTo>
                  <a:pt x="723" y="679"/>
                </a:lnTo>
                <a:lnTo>
                  <a:pt x="722" y="679"/>
                </a:lnTo>
                <a:lnTo>
                  <a:pt x="722" y="680"/>
                </a:lnTo>
                <a:lnTo>
                  <a:pt x="721" y="681"/>
                </a:lnTo>
                <a:lnTo>
                  <a:pt x="720" y="681"/>
                </a:lnTo>
                <a:lnTo>
                  <a:pt x="719" y="682"/>
                </a:lnTo>
                <a:lnTo>
                  <a:pt x="718" y="681"/>
                </a:lnTo>
                <a:lnTo>
                  <a:pt x="718" y="680"/>
                </a:lnTo>
                <a:lnTo>
                  <a:pt x="717" y="680"/>
                </a:lnTo>
                <a:lnTo>
                  <a:pt x="716" y="680"/>
                </a:lnTo>
                <a:lnTo>
                  <a:pt x="716" y="681"/>
                </a:lnTo>
                <a:lnTo>
                  <a:pt x="715" y="683"/>
                </a:lnTo>
                <a:lnTo>
                  <a:pt x="715" y="684"/>
                </a:lnTo>
                <a:lnTo>
                  <a:pt x="715" y="685"/>
                </a:lnTo>
                <a:lnTo>
                  <a:pt x="716" y="685"/>
                </a:lnTo>
                <a:lnTo>
                  <a:pt x="717" y="685"/>
                </a:lnTo>
                <a:lnTo>
                  <a:pt x="718" y="685"/>
                </a:lnTo>
                <a:lnTo>
                  <a:pt x="719" y="685"/>
                </a:lnTo>
                <a:lnTo>
                  <a:pt x="719" y="686"/>
                </a:lnTo>
                <a:lnTo>
                  <a:pt x="720" y="686"/>
                </a:lnTo>
                <a:lnTo>
                  <a:pt x="720" y="687"/>
                </a:lnTo>
                <a:lnTo>
                  <a:pt x="719" y="687"/>
                </a:lnTo>
                <a:lnTo>
                  <a:pt x="719" y="688"/>
                </a:lnTo>
                <a:lnTo>
                  <a:pt x="718" y="689"/>
                </a:lnTo>
                <a:lnTo>
                  <a:pt x="717" y="690"/>
                </a:lnTo>
                <a:lnTo>
                  <a:pt x="717" y="691"/>
                </a:lnTo>
                <a:lnTo>
                  <a:pt x="716" y="692"/>
                </a:lnTo>
                <a:lnTo>
                  <a:pt x="716" y="693"/>
                </a:lnTo>
                <a:lnTo>
                  <a:pt x="717" y="693"/>
                </a:lnTo>
                <a:lnTo>
                  <a:pt x="718" y="693"/>
                </a:lnTo>
                <a:lnTo>
                  <a:pt x="719" y="693"/>
                </a:lnTo>
                <a:lnTo>
                  <a:pt x="719" y="694"/>
                </a:lnTo>
                <a:lnTo>
                  <a:pt x="720" y="694"/>
                </a:lnTo>
                <a:lnTo>
                  <a:pt x="721" y="695"/>
                </a:lnTo>
                <a:lnTo>
                  <a:pt x="720" y="695"/>
                </a:lnTo>
                <a:lnTo>
                  <a:pt x="721" y="696"/>
                </a:lnTo>
                <a:lnTo>
                  <a:pt x="721" y="697"/>
                </a:lnTo>
                <a:lnTo>
                  <a:pt x="722" y="697"/>
                </a:lnTo>
                <a:lnTo>
                  <a:pt x="722" y="698"/>
                </a:lnTo>
                <a:lnTo>
                  <a:pt x="722" y="699"/>
                </a:lnTo>
                <a:lnTo>
                  <a:pt x="722" y="700"/>
                </a:lnTo>
                <a:lnTo>
                  <a:pt x="723" y="700"/>
                </a:lnTo>
                <a:lnTo>
                  <a:pt x="723" y="701"/>
                </a:lnTo>
                <a:lnTo>
                  <a:pt x="723" y="702"/>
                </a:lnTo>
                <a:lnTo>
                  <a:pt x="722" y="702"/>
                </a:lnTo>
                <a:lnTo>
                  <a:pt x="723" y="703"/>
                </a:lnTo>
                <a:lnTo>
                  <a:pt x="722" y="703"/>
                </a:lnTo>
                <a:lnTo>
                  <a:pt x="722" y="704"/>
                </a:lnTo>
                <a:lnTo>
                  <a:pt x="723" y="704"/>
                </a:lnTo>
                <a:lnTo>
                  <a:pt x="724" y="704"/>
                </a:lnTo>
                <a:lnTo>
                  <a:pt x="724" y="705"/>
                </a:lnTo>
                <a:lnTo>
                  <a:pt x="723" y="705"/>
                </a:lnTo>
                <a:lnTo>
                  <a:pt x="723" y="706"/>
                </a:lnTo>
                <a:lnTo>
                  <a:pt x="723" y="707"/>
                </a:lnTo>
                <a:lnTo>
                  <a:pt x="722" y="708"/>
                </a:lnTo>
                <a:lnTo>
                  <a:pt x="722" y="707"/>
                </a:lnTo>
                <a:lnTo>
                  <a:pt x="721" y="708"/>
                </a:lnTo>
                <a:lnTo>
                  <a:pt x="720" y="709"/>
                </a:lnTo>
                <a:lnTo>
                  <a:pt x="719" y="709"/>
                </a:lnTo>
                <a:lnTo>
                  <a:pt x="719" y="710"/>
                </a:lnTo>
                <a:lnTo>
                  <a:pt x="718" y="710"/>
                </a:lnTo>
                <a:lnTo>
                  <a:pt x="718" y="709"/>
                </a:lnTo>
                <a:lnTo>
                  <a:pt x="717" y="709"/>
                </a:lnTo>
                <a:lnTo>
                  <a:pt x="716" y="709"/>
                </a:lnTo>
                <a:lnTo>
                  <a:pt x="716" y="708"/>
                </a:lnTo>
                <a:lnTo>
                  <a:pt x="716" y="707"/>
                </a:lnTo>
                <a:lnTo>
                  <a:pt x="715" y="707"/>
                </a:lnTo>
                <a:lnTo>
                  <a:pt x="714" y="707"/>
                </a:lnTo>
                <a:lnTo>
                  <a:pt x="713" y="707"/>
                </a:lnTo>
                <a:lnTo>
                  <a:pt x="712" y="707"/>
                </a:lnTo>
                <a:lnTo>
                  <a:pt x="712" y="708"/>
                </a:lnTo>
                <a:lnTo>
                  <a:pt x="711" y="709"/>
                </a:lnTo>
                <a:lnTo>
                  <a:pt x="711" y="710"/>
                </a:lnTo>
                <a:lnTo>
                  <a:pt x="711" y="711"/>
                </a:lnTo>
                <a:lnTo>
                  <a:pt x="711" y="712"/>
                </a:lnTo>
                <a:lnTo>
                  <a:pt x="711" y="714"/>
                </a:lnTo>
                <a:lnTo>
                  <a:pt x="710" y="714"/>
                </a:lnTo>
                <a:lnTo>
                  <a:pt x="710" y="715"/>
                </a:lnTo>
                <a:lnTo>
                  <a:pt x="710" y="716"/>
                </a:lnTo>
                <a:lnTo>
                  <a:pt x="710" y="717"/>
                </a:lnTo>
                <a:lnTo>
                  <a:pt x="709" y="718"/>
                </a:lnTo>
                <a:lnTo>
                  <a:pt x="709" y="719"/>
                </a:lnTo>
                <a:lnTo>
                  <a:pt x="709" y="720"/>
                </a:lnTo>
                <a:lnTo>
                  <a:pt x="710" y="721"/>
                </a:lnTo>
                <a:lnTo>
                  <a:pt x="710" y="722"/>
                </a:lnTo>
                <a:lnTo>
                  <a:pt x="710" y="723"/>
                </a:lnTo>
                <a:lnTo>
                  <a:pt x="710" y="724"/>
                </a:lnTo>
                <a:lnTo>
                  <a:pt x="711" y="724"/>
                </a:lnTo>
                <a:lnTo>
                  <a:pt x="712" y="724"/>
                </a:lnTo>
                <a:lnTo>
                  <a:pt x="714" y="724"/>
                </a:lnTo>
                <a:lnTo>
                  <a:pt x="713" y="725"/>
                </a:lnTo>
                <a:lnTo>
                  <a:pt x="712" y="726"/>
                </a:lnTo>
                <a:lnTo>
                  <a:pt x="712" y="727"/>
                </a:lnTo>
                <a:lnTo>
                  <a:pt x="712" y="728"/>
                </a:lnTo>
                <a:lnTo>
                  <a:pt x="712" y="729"/>
                </a:lnTo>
                <a:lnTo>
                  <a:pt x="713" y="730"/>
                </a:lnTo>
                <a:lnTo>
                  <a:pt x="712" y="730"/>
                </a:lnTo>
                <a:lnTo>
                  <a:pt x="711" y="730"/>
                </a:lnTo>
                <a:lnTo>
                  <a:pt x="710" y="730"/>
                </a:lnTo>
                <a:lnTo>
                  <a:pt x="709" y="730"/>
                </a:lnTo>
                <a:lnTo>
                  <a:pt x="708" y="730"/>
                </a:lnTo>
                <a:lnTo>
                  <a:pt x="707" y="729"/>
                </a:lnTo>
                <a:lnTo>
                  <a:pt x="707" y="728"/>
                </a:lnTo>
                <a:lnTo>
                  <a:pt x="706" y="728"/>
                </a:lnTo>
                <a:lnTo>
                  <a:pt x="706" y="727"/>
                </a:lnTo>
                <a:lnTo>
                  <a:pt x="705" y="727"/>
                </a:lnTo>
                <a:lnTo>
                  <a:pt x="704" y="728"/>
                </a:lnTo>
                <a:lnTo>
                  <a:pt x="703" y="728"/>
                </a:lnTo>
                <a:lnTo>
                  <a:pt x="704" y="729"/>
                </a:lnTo>
                <a:lnTo>
                  <a:pt x="705" y="730"/>
                </a:lnTo>
                <a:lnTo>
                  <a:pt x="706" y="730"/>
                </a:lnTo>
                <a:lnTo>
                  <a:pt x="706" y="731"/>
                </a:lnTo>
                <a:lnTo>
                  <a:pt x="707" y="731"/>
                </a:lnTo>
                <a:lnTo>
                  <a:pt x="707" y="732"/>
                </a:lnTo>
                <a:lnTo>
                  <a:pt x="707" y="733"/>
                </a:lnTo>
                <a:lnTo>
                  <a:pt x="706" y="733"/>
                </a:lnTo>
                <a:lnTo>
                  <a:pt x="705" y="733"/>
                </a:lnTo>
                <a:lnTo>
                  <a:pt x="704" y="733"/>
                </a:lnTo>
                <a:lnTo>
                  <a:pt x="704" y="732"/>
                </a:lnTo>
                <a:lnTo>
                  <a:pt x="703" y="732"/>
                </a:lnTo>
                <a:lnTo>
                  <a:pt x="702" y="732"/>
                </a:lnTo>
                <a:lnTo>
                  <a:pt x="702" y="733"/>
                </a:lnTo>
                <a:lnTo>
                  <a:pt x="701" y="733"/>
                </a:lnTo>
                <a:lnTo>
                  <a:pt x="701" y="734"/>
                </a:lnTo>
                <a:lnTo>
                  <a:pt x="701" y="735"/>
                </a:lnTo>
                <a:lnTo>
                  <a:pt x="700" y="735"/>
                </a:lnTo>
                <a:lnTo>
                  <a:pt x="699" y="734"/>
                </a:lnTo>
                <a:lnTo>
                  <a:pt x="698" y="734"/>
                </a:lnTo>
                <a:lnTo>
                  <a:pt x="698" y="733"/>
                </a:lnTo>
                <a:lnTo>
                  <a:pt x="698" y="734"/>
                </a:lnTo>
                <a:lnTo>
                  <a:pt x="698" y="733"/>
                </a:lnTo>
                <a:lnTo>
                  <a:pt x="697" y="733"/>
                </a:lnTo>
                <a:lnTo>
                  <a:pt x="696" y="733"/>
                </a:lnTo>
                <a:lnTo>
                  <a:pt x="695" y="733"/>
                </a:lnTo>
                <a:lnTo>
                  <a:pt x="695" y="734"/>
                </a:lnTo>
                <a:lnTo>
                  <a:pt x="694" y="734"/>
                </a:lnTo>
                <a:lnTo>
                  <a:pt x="693" y="733"/>
                </a:lnTo>
                <a:lnTo>
                  <a:pt x="692" y="733"/>
                </a:lnTo>
                <a:lnTo>
                  <a:pt x="691" y="733"/>
                </a:lnTo>
                <a:lnTo>
                  <a:pt x="690" y="733"/>
                </a:lnTo>
                <a:lnTo>
                  <a:pt x="689" y="733"/>
                </a:lnTo>
                <a:lnTo>
                  <a:pt x="688" y="733"/>
                </a:lnTo>
                <a:lnTo>
                  <a:pt x="688" y="732"/>
                </a:lnTo>
                <a:lnTo>
                  <a:pt x="687" y="732"/>
                </a:lnTo>
                <a:lnTo>
                  <a:pt x="687" y="731"/>
                </a:lnTo>
                <a:lnTo>
                  <a:pt x="686" y="731"/>
                </a:lnTo>
                <a:lnTo>
                  <a:pt x="685" y="731"/>
                </a:lnTo>
                <a:lnTo>
                  <a:pt x="684" y="731"/>
                </a:lnTo>
                <a:lnTo>
                  <a:pt x="683" y="731"/>
                </a:lnTo>
                <a:lnTo>
                  <a:pt x="682" y="731"/>
                </a:lnTo>
                <a:lnTo>
                  <a:pt x="681" y="731"/>
                </a:lnTo>
                <a:lnTo>
                  <a:pt x="681" y="732"/>
                </a:lnTo>
                <a:lnTo>
                  <a:pt x="680" y="732"/>
                </a:lnTo>
                <a:lnTo>
                  <a:pt x="679" y="733"/>
                </a:lnTo>
                <a:lnTo>
                  <a:pt x="679" y="734"/>
                </a:lnTo>
                <a:lnTo>
                  <a:pt x="680" y="734"/>
                </a:lnTo>
                <a:lnTo>
                  <a:pt x="680" y="735"/>
                </a:lnTo>
                <a:lnTo>
                  <a:pt x="681" y="735"/>
                </a:lnTo>
                <a:lnTo>
                  <a:pt x="682" y="735"/>
                </a:lnTo>
                <a:lnTo>
                  <a:pt x="682" y="736"/>
                </a:lnTo>
                <a:lnTo>
                  <a:pt x="682" y="737"/>
                </a:lnTo>
                <a:lnTo>
                  <a:pt x="681" y="738"/>
                </a:lnTo>
                <a:lnTo>
                  <a:pt x="680" y="739"/>
                </a:lnTo>
                <a:lnTo>
                  <a:pt x="679" y="738"/>
                </a:lnTo>
                <a:lnTo>
                  <a:pt x="678" y="738"/>
                </a:lnTo>
                <a:lnTo>
                  <a:pt x="677" y="737"/>
                </a:lnTo>
                <a:lnTo>
                  <a:pt x="676" y="737"/>
                </a:lnTo>
                <a:lnTo>
                  <a:pt x="676" y="736"/>
                </a:lnTo>
                <a:lnTo>
                  <a:pt x="675" y="736"/>
                </a:lnTo>
                <a:lnTo>
                  <a:pt x="675" y="737"/>
                </a:lnTo>
                <a:lnTo>
                  <a:pt x="675" y="738"/>
                </a:lnTo>
                <a:lnTo>
                  <a:pt x="674" y="738"/>
                </a:lnTo>
                <a:lnTo>
                  <a:pt x="673" y="738"/>
                </a:lnTo>
                <a:lnTo>
                  <a:pt x="673" y="739"/>
                </a:lnTo>
                <a:lnTo>
                  <a:pt x="673" y="740"/>
                </a:lnTo>
                <a:lnTo>
                  <a:pt x="674" y="740"/>
                </a:lnTo>
                <a:lnTo>
                  <a:pt x="673" y="741"/>
                </a:lnTo>
                <a:lnTo>
                  <a:pt x="672" y="740"/>
                </a:lnTo>
                <a:lnTo>
                  <a:pt x="672" y="739"/>
                </a:lnTo>
                <a:lnTo>
                  <a:pt x="671" y="739"/>
                </a:lnTo>
                <a:lnTo>
                  <a:pt x="671" y="738"/>
                </a:lnTo>
                <a:lnTo>
                  <a:pt x="670" y="738"/>
                </a:lnTo>
                <a:lnTo>
                  <a:pt x="670" y="737"/>
                </a:lnTo>
                <a:lnTo>
                  <a:pt x="669" y="737"/>
                </a:lnTo>
                <a:lnTo>
                  <a:pt x="668" y="736"/>
                </a:lnTo>
                <a:lnTo>
                  <a:pt x="667" y="736"/>
                </a:lnTo>
                <a:lnTo>
                  <a:pt x="667" y="735"/>
                </a:lnTo>
                <a:lnTo>
                  <a:pt x="666" y="736"/>
                </a:lnTo>
                <a:lnTo>
                  <a:pt x="665" y="736"/>
                </a:lnTo>
                <a:lnTo>
                  <a:pt x="664" y="736"/>
                </a:lnTo>
                <a:lnTo>
                  <a:pt x="663" y="736"/>
                </a:lnTo>
                <a:lnTo>
                  <a:pt x="662" y="736"/>
                </a:lnTo>
                <a:lnTo>
                  <a:pt x="662" y="735"/>
                </a:lnTo>
                <a:lnTo>
                  <a:pt x="661" y="735"/>
                </a:lnTo>
                <a:lnTo>
                  <a:pt x="660" y="735"/>
                </a:lnTo>
                <a:lnTo>
                  <a:pt x="660" y="736"/>
                </a:lnTo>
                <a:lnTo>
                  <a:pt x="661" y="737"/>
                </a:lnTo>
                <a:lnTo>
                  <a:pt x="662" y="737"/>
                </a:lnTo>
                <a:lnTo>
                  <a:pt x="662" y="738"/>
                </a:lnTo>
                <a:lnTo>
                  <a:pt x="662" y="739"/>
                </a:lnTo>
                <a:lnTo>
                  <a:pt x="662" y="740"/>
                </a:lnTo>
                <a:lnTo>
                  <a:pt x="663" y="741"/>
                </a:lnTo>
                <a:lnTo>
                  <a:pt x="663" y="742"/>
                </a:lnTo>
                <a:lnTo>
                  <a:pt x="663" y="743"/>
                </a:lnTo>
                <a:lnTo>
                  <a:pt x="665" y="744"/>
                </a:lnTo>
                <a:lnTo>
                  <a:pt x="665" y="745"/>
                </a:lnTo>
                <a:lnTo>
                  <a:pt x="666" y="747"/>
                </a:lnTo>
                <a:lnTo>
                  <a:pt x="667" y="747"/>
                </a:lnTo>
                <a:lnTo>
                  <a:pt x="668" y="748"/>
                </a:lnTo>
                <a:lnTo>
                  <a:pt x="668" y="749"/>
                </a:lnTo>
                <a:lnTo>
                  <a:pt x="667" y="750"/>
                </a:lnTo>
                <a:lnTo>
                  <a:pt x="667" y="751"/>
                </a:lnTo>
                <a:lnTo>
                  <a:pt x="664" y="751"/>
                </a:lnTo>
                <a:lnTo>
                  <a:pt x="664" y="752"/>
                </a:lnTo>
                <a:lnTo>
                  <a:pt x="664" y="754"/>
                </a:lnTo>
                <a:lnTo>
                  <a:pt x="664" y="757"/>
                </a:lnTo>
                <a:lnTo>
                  <a:pt x="664" y="758"/>
                </a:lnTo>
                <a:lnTo>
                  <a:pt x="667" y="759"/>
                </a:lnTo>
                <a:lnTo>
                  <a:pt x="667" y="760"/>
                </a:lnTo>
                <a:lnTo>
                  <a:pt x="667" y="761"/>
                </a:lnTo>
                <a:lnTo>
                  <a:pt x="667" y="762"/>
                </a:lnTo>
                <a:lnTo>
                  <a:pt x="668" y="763"/>
                </a:lnTo>
                <a:lnTo>
                  <a:pt x="669" y="765"/>
                </a:lnTo>
                <a:lnTo>
                  <a:pt x="670" y="765"/>
                </a:lnTo>
                <a:lnTo>
                  <a:pt x="671" y="767"/>
                </a:lnTo>
                <a:lnTo>
                  <a:pt x="670" y="768"/>
                </a:lnTo>
                <a:lnTo>
                  <a:pt x="669" y="769"/>
                </a:lnTo>
                <a:lnTo>
                  <a:pt x="668" y="769"/>
                </a:lnTo>
                <a:lnTo>
                  <a:pt x="667" y="769"/>
                </a:lnTo>
                <a:lnTo>
                  <a:pt x="666" y="769"/>
                </a:lnTo>
                <a:lnTo>
                  <a:pt x="666" y="770"/>
                </a:lnTo>
                <a:lnTo>
                  <a:pt x="666" y="771"/>
                </a:lnTo>
                <a:lnTo>
                  <a:pt x="665" y="772"/>
                </a:lnTo>
                <a:lnTo>
                  <a:pt x="663" y="772"/>
                </a:lnTo>
                <a:lnTo>
                  <a:pt x="662" y="772"/>
                </a:lnTo>
                <a:lnTo>
                  <a:pt x="661" y="772"/>
                </a:lnTo>
                <a:lnTo>
                  <a:pt x="661" y="771"/>
                </a:lnTo>
                <a:lnTo>
                  <a:pt x="660" y="771"/>
                </a:lnTo>
                <a:lnTo>
                  <a:pt x="659" y="769"/>
                </a:lnTo>
                <a:lnTo>
                  <a:pt x="658" y="768"/>
                </a:lnTo>
                <a:lnTo>
                  <a:pt x="658" y="767"/>
                </a:lnTo>
                <a:lnTo>
                  <a:pt x="657" y="767"/>
                </a:lnTo>
                <a:lnTo>
                  <a:pt x="656" y="766"/>
                </a:lnTo>
                <a:lnTo>
                  <a:pt x="656" y="767"/>
                </a:lnTo>
                <a:lnTo>
                  <a:pt x="655" y="767"/>
                </a:lnTo>
                <a:lnTo>
                  <a:pt x="656" y="768"/>
                </a:lnTo>
                <a:lnTo>
                  <a:pt x="655" y="769"/>
                </a:lnTo>
                <a:lnTo>
                  <a:pt x="653" y="768"/>
                </a:lnTo>
                <a:lnTo>
                  <a:pt x="652" y="768"/>
                </a:lnTo>
                <a:lnTo>
                  <a:pt x="652" y="767"/>
                </a:lnTo>
                <a:lnTo>
                  <a:pt x="651" y="767"/>
                </a:lnTo>
                <a:lnTo>
                  <a:pt x="651" y="766"/>
                </a:lnTo>
                <a:lnTo>
                  <a:pt x="651" y="765"/>
                </a:lnTo>
                <a:lnTo>
                  <a:pt x="650" y="766"/>
                </a:lnTo>
                <a:lnTo>
                  <a:pt x="649" y="767"/>
                </a:lnTo>
                <a:lnTo>
                  <a:pt x="647" y="768"/>
                </a:lnTo>
                <a:lnTo>
                  <a:pt x="646" y="768"/>
                </a:lnTo>
                <a:lnTo>
                  <a:pt x="645" y="767"/>
                </a:lnTo>
                <a:lnTo>
                  <a:pt x="644" y="766"/>
                </a:lnTo>
                <a:lnTo>
                  <a:pt x="643" y="766"/>
                </a:lnTo>
                <a:lnTo>
                  <a:pt x="642" y="765"/>
                </a:lnTo>
                <a:lnTo>
                  <a:pt x="642" y="764"/>
                </a:lnTo>
                <a:lnTo>
                  <a:pt x="641" y="764"/>
                </a:lnTo>
                <a:lnTo>
                  <a:pt x="640" y="763"/>
                </a:lnTo>
                <a:lnTo>
                  <a:pt x="639" y="763"/>
                </a:lnTo>
                <a:lnTo>
                  <a:pt x="638" y="762"/>
                </a:lnTo>
                <a:lnTo>
                  <a:pt x="637" y="762"/>
                </a:lnTo>
                <a:lnTo>
                  <a:pt x="637" y="761"/>
                </a:lnTo>
                <a:lnTo>
                  <a:pt x="635" y="760"/>
                </a:lnTo>
                <a:lnTo>
                  <a:pt x="634" y="759"/>
                </a:lnTo>
                <a:lnTo>
                  <a:pt x="634" y="758"/>
                </a:lnTo>
                <a:lnTo>
                  <a:pt x="634" y="757"/>
                </a:lnTo>
                <a:lnTo>
                  <a:pt x="634" y="755"/>
                </a:lnTo>
                <a:lnTo>
                  <a:pt x="633" y="755"/>
                </a:lnTo>
                <a:lnTo>
                  <a:pt x="632" y="755"/>
                </a:lnTo>
                <a:lnTo>
                  <a:pt x="632" y="753"/>
                </a:lnTo>
                <a:lnTo>
                  <a:pt x="632" y="751"/>
                </a:lnTo>
                <a:lnTo>
                  <a:pt x="631" y="750"/>
                </a:lnTo>
                <a:lnTo>
                  <a:pt x="631" y="749"/>
                </a:lnTo>
                <a:lnTo>
                  <a:pt x="630" y="746"/>
                </a:lnTo>
                <a:lnTo>
                  <a:pt x="630" y="745"/>
                </a:lnTo>
                <a:lnTo>
                  <a:pt x="628" y="745"/>
                </a:lnTo>
                <a:lnTo>
                  <a:pt x="628" y="746"/>
                </a:lnTo>
                <a:lnTo>
                  <a:pt x="627" y="746"/>
                </a:lnTo>
                <a:lnTo>
                  <a:pt x="622" y="746"/>
                </a:lnTo>
                <a:lnTo>
                  <a:pt x="620" y="746"/>
                </a:lnTo>
                <a:lnTo>
                  <a:pt x="619" y="746"/>
                </a:lnTo>
                <a:lnTo>
                  <a:pt x="618" y="745"/>
                </a:lnTo>
                <a:lnTo>
                  <a:pt x="617" y="745"/>
                </a:lnTo>
                <a:lnTo>
                  <a:pt x="617" y="746"/>
                </a:lnTo>
                <a:lnTo>
                  <a:pt x="615" y="747"/>
                </a:lnTo>
                <a:lnTo>
                  <a:pt x="614" y="747"/>
                </a:lnTo>
                <a:lnTo>
                  <a:pt x="613" y="747"/>
                </a:lnTo>
                <a:lnTo>
                  <a:pt x="612" y="747"/>
                </a:lnTo>
                <a:lnTo>
                  <a:pt x="613" y="750"/>
                </a:lnTo>
                <a:lnTo>
                  <a:pt x="614" y="750"/>
                </a:lnTo>
                <a:lnTo>
                  <a:pt x="614" y="751"/>
                </a:lnTo>
                <a:lnTo>
                  <a:pt x="614" y="752"/>
                </a:lnTo>
                <a:lnTo>
                  <a:pt x="614" y="753"/>
                </a:lnTo>
                <a:lnTo>
                  <a:pt x="613" y="754"/>
                </a:lnTo>
                <a:lnTo>
                  <a:pt x="612" y="754"/>
                </a:lnTo>
                <a:lnTo>
                  <a:pt x="611" y="757"/>
                </a:lnTo>
                <a:lnTo>
                  <a:pt x="611" y="758"/>
                </a:lnTo>
                <a:lnTo>
                  <a:pt x="612" y="760"/>
                </a:lnTo>
                <a:lnTo>
                  <a:pt x="611" y="760"/>
                </a:lnTo>
                <a:lnTo>
                  <a:pt x="611" y="761"/>
                </a:lnTo>
                <a:lnTo>
                  <a:pt x="611" y="762"/>
                </a:lnTo>
                <a:lnTo>
                  <a:pt x="612" y="762"/>
                </a:lnTo>
                <a:lnTo>
                  <a:pt x="613" y="762"/>
                </a:lnTo>
                <a:lnTo>
                  <a:pt x="614" y="763"/>
                </a:lnTo>
                <a:lnTo>
                  <a:pt x="616" y="764"/>
                </a:lnTo>
                <a:lnTo>
                  <a:pt x="615" y="765"/>
                </a:lnTo>
                <a:lnTo>
                  <a:pt x="615" y="766"/>
                </a:lnTo>
                <a:lnTo>
                  <a:pt x="616" y="767"/>
                </a:lnTo>
                <a:lnTo>
                  <a:pt x="616" y="768"/>
                </a:lnTo>
                <a:lnTo>
                  <a:pt x="617" y="768"/>
                </a:lnTo>
                <a:lnTo>
                  <a:pt x="618" y="770"/>
                </a:lnTo>
                <a:lnTo>
                  <a:pt x="618" y="771"/>
                </a:lnTo>
                <a:lnTo>
                  <a:pt x="617" y="771"/>
                </a:lnTo>
                <a:lnTo>
                  <a:pt x="618" y="773"/>
                </a:lnTo>
                <a:lnTo>
                  <a:pt x="617" y="773"/>
                </a:lnTo>
                <a:lnTo>
                  <a:pt x="617" y="774"/>
                </a:lnTo>
                <a:lnTo>
                  <a:pt x="616" y="774"/>
                </a:lnTo>
                <a:lnTo>
                  <a:pt x="615" y="774"/>
                </a:lnTo>
                <a:lnTo>
                  <a:pt x="615" y="775"/>
                </a:lnTo>
                <a:lnTo>
                  <a:pt x="616" y="776"/>
                </a:lnTo>
                <a:lnTo>
                  <a:pt x="616" y="777"/>
                </a:lnTo>
                <a:lnTo>
                  <a:pt x="615" y="777"/>
                </a:lnTo>
                <a:lnTo>
                  <a:pt x="615" y="778"/>
                </a:lnTo>
                <a:lnTo>
                  <a:pt x="615" y="779"/>
                </a:lnTo>
                <a:lnTo>
                  <a:pt x="614" y="779"/>
                </a:lnTo>
                <a:lnTo>
                  <a:pt x="614" y="780"/>
                </a:lnTo>
                <a:lnTo>
                  <a:pt x="613" y="779"/>
                </a:lnTo>
                <a:lnTo>
                  <a:pt x="612" y="779"/>
                </a:lnTo>
                <a:lnTo>
                  <a:pt x="611" y="779"/>
                </a:lnTo>
                <a:lnTo>
                  <a:pt x="610" y="779"/>
                </a:lnTo>
                <a:lnTo>
                  <a:pt x="609" y="779"/>
                </a:lnTo>
                <a:lnTo>
                  <a:pt x="609" y="778"/>
                </a:lnTo>
                <a:lnTo>
                  <a:pt x="609" y="776"/>
                </a:lnTo>
                <a:lnTo>
                  <a:pt x="609" y="774"/>
                </a:lnTo>
                <a:lnTo>
                  <a:pt x="609" y="772"/>
                </a:lnTo>
                <a:lnTo>
                  <a:pt x="608" y="772"/>
                </a:lnTo>
                <a:lnTo>
                  <a:pt x="609" y="771"/>
                </a:lnTo>
                <a:lnTo>
                  <a:pt x="608" y="771"/>
                </a:lnTo>
                <a:lnTo>
                  <a:pt x="608" y="770"/>
                </a:lnTo>
                <a:lnTo>
                  <a:pt x="607" y="770"/>
                </a:lnTo>
                <a:lnTo>
                  <a:pt x="606" y="770"/>
                </a:lnTo>
                <a:lnTo>
                  <a:pt x="605" y="769"/>
                </a:lnTo>
                <a:lnTo>
                  <a:pt x="604" y="768"/>
                </a:lnTo>
                <a:lnTo>
                  <a:pt x="601" y="767"/>
                </a:lnTo>
                <a:lnTo>
                  <a:pt x="600" y="766"/>
                </a:lnTo>
                <a:lnTo>
                  <a:pt x="599" y="766"/>
                </a:lnTo>
                <a:lnTo>
                  <a:pt x="598" y="765"/>
                </a:lnTo>
                <a:lnTo>
                  <a:pt x="595" y="762"/>
                </a:lnTo>
                <a:lnTo>
                  <a:pt x="594" y="761"/>
                </a:lnTo>
                <a:lnTo>
                  <a:pt x="594" y="760"/>
                </a:lnTo>
                <a:lnTo>
                  <a:pt x="594" y="759"/>
                </a:lnTo>
                <a:lnTo>
                  <a:pt x="594" y="758"/>
                </a:lnTo>
                <a:lnTo>
                  <a:pt x="594" y="757"/>
                </a:lnTo>
                <a:lnTo>
                  <a:pt x="593" y="757"/>
                </a:lnTo>
                <a:lnTo>
                  <a:pt x="591" y="757"/>
                </a:lnTo>
                <a:lnTo>
                  <a:pt x="588" y="757"/>
                </a:lnTo>
                <a:lnTo>
                  <a:pt x="586" y="757"/>
                </a:lnTo>
                <a:lnTo>
                  <a:pt x="584" y="761"/>
                </a:lnTo>
                <a:lnTo>
                  <a:pt x="583" y="762"/>
                </a:lnTo>
                <a:lnTo>
                  <a:pt x="583" y="763"/>
                </a:lnTo>
                <a:lnTo>
                  <a:pt x="582" y="765"/>
                </a:lnTo>
                <a:lnTo>
                  <a:pt x="582" y="766"/>
                </a:lnTo>
                <a:lnTo>
                  <a:pt x="582" y="767"/>
                </a:lnTo>
                <a:lnTo>
                  <a:pt x="582" y="768"/>
                </a:lnTo>
                <a:lnTo>
                  <a:pt x="582" y="769"/>
                </a:lnTo>
                <a:lnTo>
                  <a:pt x="580" y="771"/>
                </a:lnTo>
                <a:lnTo>
                  <a:pt x="579" y="771"/>
                </a:lnTo>
                <a:lnTo>
                  <a:pt x="578" y="771"/>
                </a:lnTo>
                <a:lnTo>
                  <a:pt x="578" y="770"/>
                </a:lnTo>
                <a:lnTo>
                  <a:pt x="577" y="769"/>
                </a:lnTo>
                <a:lnTo>
                  <a:pt x="577" y="767"/>
                </a:lnTo>
                <a:lnTo>
                  <a:pt x="576" y="767"/>
                </a:lnTo>
                <a:lnTo>
                  <a:pt x="576" y="766"/>
                </a:lnTo>
                <a:lnTo>
                  <a:pt x="575" y="764"/>
                </a:lnTo>
                <a:lnTo>
                  <a:pt x="574" y="764"/>
                </a:lnTo>
                <a:lnTo>
                  <a:pt x="572" y="763"/>
                </a:lnTo>
                <a:lnTo>
                  <a:pt x="570" y="763"/>
                </a:lnTo>
                <a:lnTo>
                  <a:pt x="561" y="761"/>
                </a:lnTo>
                <a:lnTo>
                  <a:pt x="560" y="761"/>
                </a:lnTo>
                <a:lnTo>
                  <a:pt x="560" y="762"/>
                </a:lnTo>
                <a:lnTo>
                  <a:pt x="559" y="762"/>
                </a:lnTo>
                <a:lnTo>
                  <a:pt x="558" y="762"/>
                </a:lnTo>
                <a:lnTo>
                  <a:pt x="557" y="762"/>
                </a:lnTo>
                <a:lnTo>
                  <a:pt x="557" y="764"/>
                </a:lnTo>
                <a:lnTo>
                  <a:pt x="557" y="765"/>
                </a:lnTo>
                <a:lnTo>
                  <a:pt x="556" y="765"/>
                </a:lnTo>
                <a:lnTo>
                  <a:pt x="555" y="765"/>
                </a:lnTo>
                <a:lnTo>
                  <a:pt x="553" y="765"/>
                </a:lnTo>
                <a:lnTo>
                  <a:pt x="551" y="764"/>
                </a:lnTo>
                <a:lnTo>
                  <a:pt x="551" y="763"/>
                </a:lnTo>
                <a:lnTo>
                  <a:pt x="549" y="761"/>
                </a:lnTo>
                <a:lnTo>
                  <a:pt x="549" y="760"/>
                </a:lnTo>
                <a:lnTo>
                  <a:pt x="548" y="760"/>
                </a:lnTo>
                <a:lnTo>
                  <a:pt x="547" y="760"/>
                </a:lnTo>
                <a:lnTo>
                  <a:pt x="546" y="759"/>
                </a:lnTo>
                <a:lnTo>
                  <a:pt x="546" y="758"/>
                </a:lnTo>
                <a:lnTo>
                  <a:pt x="547" y="758"/>
                </a:lnTo>
                <a:lnTo>
                  <a:pt x="547" y="757"/>
                </a:lnTo>
                <a:lnTo>
                  <a:pt x="545" y="755"/>
                </a:lnTo>
                <a:lnTo>
                  <a:pt x="544" y="754"/>
                </a:lnTo>
                <a:lnTo>
                  <a:pt x="543" y="752"/>
                </a:lnTo>
                <a:lnTo>
                  <a:pt x="543" y="751"/>
                </a:lnTo>
                <a:lnTo>
                  <a:pt x="543" y="750"/>
                </a:lnTo>
                <a:lnTo>
                  <a:pt x="543" y="749"/>
                </a:lnTo>
                <a:lnTo>
                  <a:pt x="542" y="748"/>
                </a:lnTo>
                <a:lnTo>
                  <a:pt x="542" y="747"/>
                </a:lnTo>
                <a:lnTo>
                  <a:pt x="542" y="746"/>
                </a:lnTo>
                <a:lnTo>
                  <a:pt x="541" y="746"/>
                </a:lnTo>
                <a:lnTo>
                  <a:pt x="540" y="746"/>
                </a:lnTo>
                <a:lnTo>
                  <a:pt x="540" y="745"/>
                </a:lnTo>
                <a:lnTo>
                  <a:pt x="539" y="745"/>
                </a:lnTo>
                <a:lnTo>
                  <a:pt x="538" y="745"/>
                </a:lnTo>
                <a:lnTo>
                  <a:pt x="538" y="744"/>
                </a:lnTo>
                <a:lnTo>
                  <a:pt x="538" y="743"/>
                </a:lnTo>
                <a:lnTo>
                  <a:pt x="538" y="742"/>
                </a:lnTo>
                <a:lnTo>
                  <a:pt x="538" y="741"/>
                </a:lnTo>
                <a:lnTo>
                  <a:pt x="539" y="740"/>
                </a:lnTo>
                <a:lnTo>
                  <a:pt x="539" y="739"/>
                </a:lnTo>
                <a:lnTo>
                  <a:pt x="540" y="738"/>
                </a:lnTo>
                <a:lnTo>
                  <a:pt x="541" y="738"/>
                </a:lnTo>
                <a:lnTo>
                  <a:pt x="541" y="737"/>
                </a:lnTo>
                <a:lnTo>
                  <a:pt x="542" y="737"/>
                </a:lnTo>
                <a:lnTo>
                  <a:pt x="542" y="738"/>
                </a:lnTo>
                <a:lnTo>
                  <a:pt x="543" y="738"/>
                </a:lnTo>
                <a:lnTo>
                  <a:pt x="543" y="737"/>
                </a:lnTo>
                <a:lnTo>
                  <a:pt x="544" y="737"/>
                </a:lnTo>
                <a:lnTo>
                  <a:pt x="544" y="738"/>
                </a:lnTo>
                <a:lnTo>
                  <a:pt x="545" y="738"/>
                </a:lnTo>
                <a:lnTo>
                  <a:pt x="545" y="737"/>
                </a:lnTo>
                <a:lnTo>
                  <a:pt x="546" y="737"/>
                </a:lnTo>
                <a:lnTo>
                  <a:pt x="546" y="736"/>
                </a:lnTo>
                <a:lnTo>
                  <a:pt x="545" y="736"/>
                </a:lnTo>
                <a:lnTo>
                  <a:pt x="544" y="736"/>
                </a:lnTo>
                <a:lnTo>
                  <a:pt x="544" y="735"/>
                </a:lnTo>
                <a:lnTo>
                  <a:pt x="543" y="735"/>
                </a:lnTo>
                <a:lnTo>
                  <a:pt x="543" y="734"/>
                </a:lnTo>
                <a:lnTo>
                  <a:pt x="543" y="733"/>
                </a:lnTo>
                <a:lnTo>
                  <a:pt x="543" y="732"/>
                </a:lnTo>
                <a:lnTo>
                  <a:pt x="544" y="732"/>
                </a:lnTo>
                <a:lnTo>
                  <a:pt x="545" y="732"/>
                </a:lnTo>
                <a:lnTo>
                  <a:pt x="545" y="731"/>
                </a:lnTo>
                <a:lnTo>
                  <a:pt x="546" y="731"/>
                </a:lnTo>
                <a:lnTo>
                  <a:pt x="546" y="730"/>
                </a:lnTo>
                <a:lnTo>
                  <a:pt x="546" y="729"/>
                </a:lnTo>
                <a:lnTo>
                  <a:pt x="546" y="727"/>
                </a:lnTo>
                <a:lnTo>
                  <a:pt x="545" y="726"/>
                </a:lnTo>
                <a:lnTo>
                  <a:pt x="545" y="725"/>
                </a:lnTo>
                <a:lnTo>
                  <a:pt x="544" y="725"/>
                </a:lnTo>
                <a:lnTo>
                  <a:pt x="544" y="724"/>
                </a:lnTo>
                <a:lnTo>
                  <a:pt x="545" y="724"/>
                </a:lnTo>
                <a:lnTo>
                  <a:pt x="545" y="723"/>
                </a:lnTo>
                <a:lnTo>
                  <a:pt x="544" y="723"/>
                </a:lnTo>
                <a:lnTo>
                  <a:pt x="544" y="722"/>
                </a:lnTo>
                <a:lnTo>
                  <a:pt x="545" y="722"/>
                </a:lnTo>
                <a:lnTo>
                  <a:pt x="545" y="721"/>
                </a:lnTo>
                <a:lnTo>
                  <a:pt x="544" y="721"/>
                </a:lnTo>
                <a:lnTo>
                  <a:pt x="543" y="721"/>
                </a:lnTo>
                <a:lnTo>
                  <a:pt x="543" y="720"/>
                </a:lnTo>
                <a:lnTo>
                  <a:pt x="542" y="719"/>
                </a:lnTo>
                <a:lnTo>
                  <a:pt x="541" y="719"/>
                </a:lnTo>
                <a:lnTo>
                  <a:pt x="540" y="719"/>
                </a:lnTo>
                <a:lnTo>
                  <a:pt x="539" y="719"/>
                </a:lnTo>
                <a:lnTo>
                  <a:pt x="538" y="719"/>
                </a:lnTo>
                <a:lnTo>
                  <a:pt x="538" y="720"/>
                </a:lnTo>
                <a:lnTo>
                  <a:pt x="537" y="721"/>
                </a:lnTo>
                <a:lnTo>
                  <a:pt x="538" y="721"/>
                </a:lnTo>
                <a:lnTo>
                  <a:pt x="538" y="722"/>
                </a:lnTo>
                <a:lnTo>
                  <a:pt x="538" y="723"/>
                </a:lnTo>
                <a:lnTo>
                  <a:pt x="537" y="723"/>
                </a:lnTo>
                <a:lnTo>
                  <a:pt x="537" y="722"/>
                </a:lnTo>
                <a:lnTo>
                  <a:pt x="536" y="722"/>
                </a:lnTo>
                <a:lnTo>
                  <a:pt x="535" y="722"/>
                </a:lnTo>
                <a:lnTo>
                  <a:pt x="534" y="722"/>
                </a:lnTo>
                <a:lnTo>
                  <a:pt x="533" y="722"/>
                </a:lnTo>
                <a:lnTo>
                  <a:pt x="533" y="721"/>
                </a:lnTo>
                <a:lnTo>
                  <a:pt x="532" y="721"/>
                </a:lnTo>
                <a:lnTo>
                  <a:pt x="531" y="720"/>
                </a:lnTo>
                <a:lnTo>
                  <a:pt x="530" y="719"/>
                </a:lnTo>
                <a:lnTo>
                  <a:pt x="530" y="718"/>
                </a:lnTo>
                <a:lnTo>
                  <a:pt x="529" y="718"/>
                </a:lnTo>
                <a:lnTo>
                  <a:pt x="529" y="717"/>
                </a:lnTo>
                <a:lnTo>
                  <a:pt x="530" y="717"/>
                </a:lnTo>
                <a:lnTo>
                  <a:pt x="530" y="716"/>
                </a:lnTo>
                <a:lnTo>
                  <a:pt x="529" y="716"/>
                </a:lnTo>
                <a:lnTo>
                  <a:pt x="529" y="715"/>
                </a:lnTo>
                <a:lnTo>
                  <a:pt x="528" y="715"/>
                </a:lnTo>
                <a:lnTo>
                  <a:pt x="528" y="714"/>
                </a:lnTo>
                <a:lnTo>
                  <a:pt x="528" y="713"/>
                </a:lnTo>
                <a:lnTo>
                  <a:pt x="528" y="712"/>
                </a:lnTo>
                <a:lnTo>
                  <a:pt x="528" y="711"/>
                </a:lnTo>
                <a:lnTo>
                  <a:pt x="527" y="710"/>
                </a:lnTo>
                <a:lnTo>
                  <a:pt x="527" y="709"/>
                </a:lnTo>
                <a:lnTo>
                  <a:pt x="527" y="708"/>
                </a:lnTo>
                <a:lnTo>
                  <a:pt x="527" y="707"/>
                </a:lnTo>
                <a:lnTo>
                  <a:pt x="527" y="705"/>
                </a:lnTo>
                <a:lnTo>
                  <a:pt x="526" y="705"/>
                </a:lnTo>
                <a:lnTo>
                  <a:pt x="525" y="705"/>
                </a:lnTo>
                <a:lnTo>
                  <a:pt x="525" y="704"/>
                </a:lnTo>
                <a:lnTo>
                  <a:pt x="525" y="705"/>
                </a:lnTo>
                <a:lnTo>
                  <a:pt x="524" y="705"/>
                </a:lnTo>
                <a:lnTo>
                  <a:pt x="524" y="706"/>
                </a:lnTo>
                <a:lnTo>
                  <a:pt x="524" y="707"/>
                </a:lnTo>
                <a:lnTo>
                  <a:pt x="523" y="707"/>
                </a:lnTo>
                <a:lnTo>
                  <a:pt x="523" y="708"/>
                </a:lnTo>
                <a:lnTo>
                  <a:pt x="522" y="708"/>
                </a:lnTo>
                <a:lnTo>
                  <a:pt x="521" y="709"/>
                </a:lnTo>
                <a:lnTo>
                  <a:pt x="520" y="709"/>
                </a:lnTo>
                <a:lnTo>
                  <a:pt x="519" y="709"/>
                </a:lnTo>
                <a:lnTo>
                  <a:pt x="518" y="710"/>
                </a:lnTo>
                <a:lnTo>
                  <a:pt x="517" y="710"/>
                </a:lnTo>
                <a:lnTo>
                  <a:pt x="516" y="710"/>
                </a:lnTo>
                <a:lnTo>
                  <a:pt x="516" y="711"/>
                </a:lnTo>
                <a:lnTo>
                  <a:pt x="515" y="711"/>
                </a:lnTo>
                <a:lnTo>
                  <a:pt x="514" y="710"/>
                </a:lnTo>
                <a:lnTo>
                  <a:pt x="513" y="710"/>
                </a:lnTo>
                <a:lnTo>
                  <a:pt x="512" y="709"/>
                </a:lnTo>
                <a:lnTo>
                  <a:pt x="512" y="708"/>
                </a:lnTo>
                <a:lnTo>
                  <a:pt x="512" y="707"/>
                </a:lnTo>
                <a:lnTo>
                  <a:pt x="513" y="707"/>
                </a:lnTo>
                <a:lnTo>
                  <a:pt x="513" y="706"/>
                </a:lnTo>
                <a:lnTo>
                  <a:pt x="514" y="705"/>
                </a:lnTo>
                <a:lnTo>
                  <a:pt x="515" y="705"/>
                </a:lnTo>
                <a:lnTo>
                  <a:pt x="515" y="704"/>
                </a:lnTo>
                <a:lnTo>
                  <a:pt x="516" y="704"/>
                </a:lnTo>
                <a:lnTo>
                  <a:pt x="517" y="704"/>
                </a:lnTo>
                <a:lnTo>
                  <a:pt x="518" y="704"/>
                </a:lnTo>
                <a:lnTo>
                  <a:pt x="519" y="704"/>
                </a:lnTo>
                <a:lnTo>
                  <a:pt x="520" y="704"/>
                </a:lnTo>
                <a:lnTo>
                  <a:pt x="522" y="704"/>
                </a:lnTo>
                <a:lnTo>
                  <a:pt x="523" y="704"/>
                </a:lnTo>
                <a:lnTo>
                  <a:pt x="523" y="703"/>
                </a:lnTo>
                <a:lnTo>
                  <a:pt x="524" y="703"/>
                </a:lnTo>
                <a:lnTo>
                  <a:pt x="525" y="703"/>
                </a:lnTo>
                <a:lnTo>
                  <a:pt x="527" y="702"/>
                </a:lnTo>
                <a:lnTo>
                  <a:pt x="528" y="702"/>
                </a:lnTo>
                <a:lnTo>
                  <a:pt x="527" y="701"/>
                </a:lnTo>
                <a:lnTo>
                  <a:pt x="527" y="700"/>
                </a:lnTo>
                <a:lnTo>
                  <a:pt x="526" y="700"/>
                </a:lnTo>
                <a:lnTo>
                  <a:pt x="526" y="699"/>
                </a:lnTo>
                <a:lnTo>
                  <a:pt x="525" y="699"/>
                </a:lnTo>
                <a:lnTo>
                  <a:pt x="525" y="698"/>
                </a:lnTo>
                <a:lnTo>
                  <a:pt x="525" y="697"/>
                </a:lnTo>
                <a:lnTo>
                  <a:pt x="524" y="697"/>
                </a:lnTo>
                <a:lnTo>
                  <a:pt x="524" y="698"/>
                </a:lnTo>
                <a:lnTo>
                  <a:pt x="523" y="698"/>
                </a:lnTo>
                <a:lnTo>
                  <a:pt x="522" y="698"/>
                </a:lnTo>
                <a:lnTo>
                  <a:pt x="522" y="697"/>
                </a:lnTo>
                <a:lnTo>
                  <a:pt x="521" y="697"/>
                </a:lnTo>
                <a:lnTo>
                  <a:pt x="520" y="697"/>
                </a:lnTo>
                <a:lnTo>
                  <a:pt x="520" y="698"/>
                </a:lnTo>
                <a:lnTo>
                  <a:pt x="519" y="698"/>
                </a:lnTo>
                <a:lnTo>
                  <a:pt x="519" y="697"/>
                </a:lnTo>
                <a:lnTo>
                  <a:pt x="518" y="697"/>
                </a:lnTo>
                <a:lnTo>
                  <a:pt x="517" y="697"/>
                </a:lnTo>
                <a:lnTo>
                  <a:pt x="517" y="698"/>
                </a:lnTo>
                <a:lnTo>
                  <a:pt x="516" y="698"/>
                </a:lnTo>
                <a:lnTo>
                  <a:pt x="515" y="698"/>
                </a:lnTo>
                <a:lnTo>
                  <a:pt x="514" y="698"/>
                </a:lnTo>
                <a:lnTo>
                  <a:pt x="513" y="698"/>
                </a:lnTo>
                <a:lnTo>
                  <a:pt x="512" y="698"/>
                </a:lnTo>
                <a:lnTo>
                  <a:pt x="512" y="699"/>
                </a:lnTo>
                <a:lnTo>
                  <a:pt x="511" y="699"/>
                </a:lnTo>
                <a:lnTo>
                  <a:pt x="511" y="698"/>
                </a:lnTo>
                <a:lnTo>
                  <a:pt x="510" y="698"/>
                </a:lnTo>
                <a:lnTo>
                  <a:pt x="510" y="697"/>
                </a:lnTo>
                <a:lnTo>
                  <a:pt x="509" y="697"/>
                </a:lnTo>
                <a:lnTo>
                  <a:pt x="508" y="697"/>
                </a:lnTo>
                <a:lnTo>
                  <a:pt x="507" y="696"/>
                </a:lnTo>
                <a:lnTo>
                  <a:pt x="506" y="696"/>
                </a:lnTo>
                <a:lnTo>
                  <a:pt x="506" y="695"/>
                </a:lnTo>
                <a:lnTo>
                  <a:pt x="505" y="695"/>
                </a:lnTo>
                <a:lnTo>
                  <a:pt x="504" y="695"/>
                </a:lnTo>
                <a:lnTo>
                  <a:pt x="504" y="694"/>
                </a:lnTo>
                <a:lnTo>
                  <a:pt x="504" y="695"/>
                </a:lnTo>
                <a:lnTo>
                  <a:pt x="503" y="696"/>
                </a:lnTo>
                <a:lnTo>
                  <a:pt x="502" y="696"/>
                </a:lnTo>
                <a:lnTo>
                  <a:pt x="501" y="696"/>
                </a:lnTo>
                <a:lnTo>
                  <a:pt x="501" y="695"/>
                </a:lnTo>
                <a:lnTo>
                  <a:pt x="500" y="696"/>
                </a:lnTo>
                <a:lnTo>
                  <a:pt x="498" y="696"/>
                </a:lnTo>
                <a:lnTo>
                  <a:pt x="497" y="695"/>
                </a:lnTo>
                <a:lnTo>
                  <a:pt x="497" y="694"/>
                </a:lnTo>
                <a:lnTo>
                  <a:pt x="497" y="693"/>
                </a:lnTo>
                <a:lnTo>
                  <a:pt x="496" y="692"/>
                </a:lnTo>
                <a:lnTo>
                  <a:pt x="497" y="691"/>
                </a:lnTo>
                <a:lnTo>
                  <a:pt x="496" y="691"/>
                </a:lnTo>
                <a:lnTo>
                  <a:pt x="496" y="690"/>
                </a:lnTo>
                <a:lnTo>
                  <a:pt x="495" y="689"/>
                </a:lnTo>
                <a:lnTo>
                  <a:pt x="495" y="690"/>
                </a:lnTo>
                <a:lnTo>
                  <a:pt x="494" y="690"/>
                </a:lnTo>
                <a:lnTo>
                  <a:pt x="493" y="690"/>
                </a:lnTo>
                <a:lnTo>
                  <a:pt x="492" y="690"/>
                </a:lnTo>
                <a:lnTo>
                  <a:pt x="491" y="689"/>
                </a:lnTo>
                <a:lnTo>
                  <a:pt x="490" y="689"/>
                </a:lnTo>
                <a:lnTo>
                  <a:pt x="489" y="688"/>
                </a:lnTo>
                <a:lnTo>
                  <a:pt x="488" y="688"/>
                </a:lnTo>
                <a:lnTo>
                  <a:pt x="487" y="687"/>
                </a:lnTo>
                <a:lnTo>
                  <a:pt x="486" y="687"/>
                </a:lnTo>
                <a:lnTo>
                  <a:pt x="486" y="686"/>
                </a:lnTo>
                <a:lnTo>
                  <a:pt x="486" y="685"/>
                </a:lnTo>
                <a:lnTo>
                  <a:pt x="486" y="684"/>
                </a:lnTo>
                <a:lnTo>
                  <a:pt x="485" y="684"/>
                </a:lnTo>
                <a:lnTo>
                  <a:pt x="484" y="684"/>
                </a:lnTo>
                <a:lnTo>
                  <a:pt x="483" y="684"/>
                </a:lnTo>
                <a:lnTo>
                  <a:pt x="483" y="683"/>
                </a:lnTo>
                <a:lnTo>
                  <a:pt x="484" y="683"/>
                </a:lnTo>
                <a:lnTo>
                  <a:pt x="486" y="683"/>
                </a:lnTo>
                <a:lnTo>
                  <a:pt x="486" y="682"/>
                </a:lnTo>
                <a:lnTo>
                  <a:pt x="485" y="681"/>
                </a:lnTo>
                <a:lnTo>
                  <a:pt x="484" y="681"/>
                </a:lnTo>
                <a:lnTo>
                  <a:pt x="483" y="681"/>
                </a:lnTo>
                <a:lnTo>
                  <a:pt x="482" y="681"/>
                </a:lnTo>
                <a:lnTo>
                  <a:pt x="482" y="680"/>
                </a:lnTo>
                <a:lnTo>
                  <a:pt x="482" y="679"/>
                </a:lnTo>
                <a:lnTo>
                  <a:pt x="481" y="678"/>
                </a:lnTo>
                <a:lnTo>
                  <a:pt x="481" y="677"/>
                </a:lnTo>
                <a:lnTo>
                  <a:pt x="480" y="677"/>
                </a:lnTo>
                <a:lnTo>
                  <a:pt x="480" y="676"/>
                </a:lnTo>
                <a:lnTo>
                  <a:pt x="479" y="676"/>
                </a:lnTo>
                <a:lnTo>
                  <a:pt x="478" y="677"/>
                </a:lnTo>
                <a:lnTo>
                  <a:pt x="478" y="676"/>
                </a:lnTo>
                <a:lnTo>
                  <a:pt x="477" y="676"/>
                </a:lnTo>
                <a:lnTo>
                  <a:pt x="477" y="675"/>
                </a:lnTo>
                <a:lnTo>
                  <a:pt x="476" y="674"/>
                </a:lnTo>
                <a:lnTo>
                  <a:pt x="475" y="673"/>
                </a:lnTo>
                <a:lnTo>
                  <a:pt x="474" y="673"/>
                </a:lnTo>
                <a:lnTo>
                  <a:pt x="473" y="672"/>
                </a:lnTo>
                <a:lnTo>
                  <a:pt x="472" y="671"/>
                </a:lnTo>
                <a:lnTo>
                  <a:pt x="471" y="670"/>
                </a:lnTo>
                <a:lnTo>
                  <a:pt x="470" y="669"/>
                </a:lnTo>
                <a:lnTo>
                  <a:pt x="469" y="669"/>
                </a:lnTo>
                <a:lnTo>
                  <a:pt x="469" y="670"/>
                </a:lnTo>
                <a:lnTo>
                  <a:pt x="469" y="671"/>
                </a:lnTo>
                <a:lnTo>
                  <a:pt x="468" y="672"/>
                </a:lnTo>
                <a:lnTo>
                  <a:pt x="469" y="673"/>
                </a:lnTo>
                <a:lnTo>
                  <a:pt x="468" y="673"/>
                </a:lnTo>
                <a:lnTo>
                  <a:pt x="467" y="673"/>
                </a:lnTo>
                <a:lnTo>
                  <a:pt x="466" y="673"/>
                </a:lnTo>
                <a:lnTo>
                  <a:pt x="466" y="674"/>
                </a:lnTo>
                <a:lnTo>
                  <a:pt x="465" y="674"/>
                </a:lnTo>
                <a:lnTo>
                  <a:pt x="465" y="675"/>
                </a:lnTo>
                <a:lnTo>
                  <a:pt x="464" y="676"/>
                </a:lnTo>
                <a:lnTo>
                  <a:pt x="463" y="677"/>
                </a:lnTo>
                <a:lnTo>
                  <a:pt x="463" y="676"/>
                </a:lnTo>
                <a:lnTo>
                  <a:pt x="461" y="676"/>
                </a:lnTo>
                <a:lnTo>
                  <a:pt x="460" y="676"/>
                </a:lnTo>
                <a:lnTo>
                  <a:pt x="460" y="677"/>
                </a:lnTo>
                <a:lnTo>
                  <a:pt x="459" y="676"/>
                </a:lnTo>
                <a:lnTo>
                  <a:pt x="458" y="676"/>
                </a:lnTo>
                <a:lnTo>
                  <a:pt x="458" y="675"/>
                </a:lnTo>
                <a:lnTo>
                  <a:pt x="457" y="675"/>
                </a:lnTo>
                <a:lnTo>
                  <a:pt x="457" y="676"/>
                </a:lnTo>
                <a:lnTo>
                  <a:pt x="456" y="676"/>
                </a:lnTo>
                <a:lnTo>
                  <a:pt x="456" y="677"/>
                </a:lnTo>
                <a:lnTo>
                  <a:pt x="457" y="677"/>
                </a:lnTo>
                <a:lnTo>
                  <a:pt x="457" y="679"/>
                </a:lnTo>
                <a:lnTo>
                  <a:pt x="456" y="679"/>
                </a:lnTo>
                <a:lnTo>
                  <a:pt x="455" y="679"/>
                </a:lnTo>
                <a:lnTo>
                  <a:pt x="455" y="680"/>
                </a:lnTo>
                <a:lnTo>
                  <a:pt x="454" y="680"/>
                </a:lnTo>
                <a:lnTo>
                  <a:pt x="454" y="679"/>
                </a:lnTo>
                <a:lnTo>
                  <a:pt x="453" y="679"/>
                </a:lnTo>
                <a:lnTo>
                  <a:pt x="452" y="678"/>
                </a:lnTo>
                <a:lnTo>
                  <a:pt x="452" y="677"/>
                </a:lnTo>
                <a:lnTo>
                  <a:pt x="451" y="677"/>
                </a:lnTo>
                <a:lnTo>
                  <a:pt x="451" y="676"/>
                </a:lnTo>
                <a:lnTo>
                  <a:pt x="450" y="676"/>
                </a:lnTo>
                <a:lnTo>
                  <a:pt x="450" y="677"/>
                </a:lnTo>
                <a:lnTo>
                  <a:pt x="450" y="678"/>
                </a:lnTo>
                <a:lnTo>
                  <a:pt x="450" y="679"/>
                </a:lnTo>
                <a:lnTo>
                  <a:pt x="449" y="679"/>
                </a:lnTo>
                <a:lnTo>
                  <a:pt x="449" y="680"/>
                </a:lnTo>
                <a:lnTo>
                  <a:pt x="449" y="681"/>
                </a:lnTo>
                <a:lnTo>
                  <a:pt x="450" y="681"/>
                </a:lnTo>
                <a:lnTo>
                  <a:pt x="450" y="682"/>
                </a:lnTo>
                <a:lnTo>
                  <a:pt x="449" y="682"/>
                </a:lnTo>
                <a:lnTo>
                  <a:pt x="449" y="683"/>
                </a:lnTo>
                <a:lnTo>
                  <a:pt x="448" y="683"/>
                </a:lnTo>
                <a:lnTo>
                  <a:pt x="448" y="684"/>
                </a:lnTo>
                <a:lnTo>
                  <a:pt x="447" y="685"/>
                </a:lnTo>
                <a:lnTo>
                  <a:pt x="447" y="684"/>
                </a:lnTo>
                <a:lnTo>
                  <a:pt x="447" y="683"/>
                </a:lnTo>
                <a:lnTo>
                  <a:pt x="446" y="683"/>
                </a:lnTo>
                <a:lnTo>
                  <a:pt x="445" y="684"/>
                </a:lnTo>
                <a:lnTo>
                  <a:pt x="444" y="683"/>
                </a:lnTo>
                <a:lnTo>
                  <a:pt x="443" y="684"/>
                </a:lnTo>
                <a:lnTo>
                  <a:pt x="442" y="684"/>
                </a:lnTo>
                <a:lnTo>
                  <a:pt x="442" y="685"/>
                </a:lnTo>
                <a:lnTo>
                  <a:pt x="441" y="685"/>
                </a:lnTo>
                <a:lnTo>
                  <a:pt x="441" y="686"/>
                </a:lnTo>
                <a:lnTo>
                  <a:pt x="440" y="686"/>
                </a:lnTo>
                <a:lnTo>
                  <a:pt x="439" y="685"/>
                </a:lnTo>
                <a:lnTo>
                  <a:pt x="438" y="685"/>
                </a:lnTo>
                <a:lnTo>
                  <a:pt x="437" y="685"/>
                </a:lnTo>
                <a:lnTo>
                  <a:pt x="436" y="685"/>
                </a:lnTo>
                <a:lnTo>
                  <a:pt x="434" y="685"/>
                </a:lnTo>
                <a:lnTo>
                  <a:pt x="433" y="685"/>
                </a:lnTo>
                <a:lnTo>
                  <a:pt x="433" y="686"/>
                </a:lnTo>
                <a:lnTo>
                  <a:pt x="432" y="686"/>
                </a:lnTo>
                <a:lnTo>
                  <a:pt x="431" y="686"/>
                </a:lnTo>
                <a:lnTo>
                  <a:pt x="431" y="687"/>
                </a:lnTo>
                <a:lnTo>
                  <a:pt x="431" y="688"/>
                </a:lnTo>
                <a:lnTo>
                  <a:pt x="431" y="689"/>
                </a:lnTo>
                <a:lnTo>
                  <a:pt x="432" y="689"/>
                </a:lnTo>
                <a:lnTo>
                  <a:pt x="432" y="690"/>
                </a:lnTo>
                <a:lnTo>
                  <a:pt x="431" y="690"/>
                </a:lnTo>
                <a:lnTo>
                  <a:pt x="431" y="691"/>
                </a:lnTo>
                <a:lnTo>
                  <a:pt x="430" y="691"/>
                </a:lnTo>
                <a:lnTo>
                  <a:pt x="429" y="691"/>
                </a:lnTo>
                <a:lnTo>
                  <a:pt x="429" y="692"/>
                </a:lnTo>
                <a:lnTo>
                  <a:pt x="427" y="693"/>
                </a:lnTo>
                <a:lnTo>
                  <a:pt x="426" y="693"/>
                </a:lnTo>
                <a:lnTo>
                  <a:pt x="426" y="692"/>
                </a:lnTo>
                <a:lnTo>
                  <a:pt x="425" y="692"/>
                </a:lnTo>
                <a:lnTo>
                  <a:pt x="424" y="692"/>
                </a:lnTo>
                <a:lnTo>
                  <a:pt x="424" y="691"/>
                </a:lnTo>
                <a:lnTo>
                  <a:pt x="423" y="690"/>
                </a:lnTo>
                <a:lnTo>
                  <a:pt x="422" y="690"/>
                </a:lnTo>
                <a:lnTo>
                  <a:pt x="421" y="690"/>
                </a:lnTo>
                <a:lnTo>
                  <a:pt x="420" y="690"/>
                </a:lnTo>
                <a:lnTo>
                  <a:pt x="420" y="689"/>
                </a:lnTo>
                <a:lnTo>
                  <a:pt x="419" y="689"/>
                </a:lnTo>
                <a:lnTo>
                  <a:pt x="419" y="690"/>
                </a:lnTo>
                <a:lnTo>
                  <a:pt x="419" y="691"/>
                </a:lnTo>
                <a:lnTo>
                  <a:pt x="418" y="691"/>
                </a:lnTo>
                <a:lnTo>
                  <a:pt x="418" y="692"/>
                </a:lnTo>
                <a:lnTo>
                  <a:pt x="417" y="692"/>
                </a:lnTo>
                <a:lnTo>
                  <a:pt x="416" y="692"/>
                </a:lnTo>
                <a:lnTo>
                  <a:pt x="415" y="691"/>
                </a:lnTo>
                <a:lnTo>
                  <a:pt x="415" y="690"/>
                </a:lnTo>
                <a:lnTo>
                  <a:pt x="414" y="690"/>
                </a:lnTo>
                <a:lnTo>
                  <a:pt x="413" y="691"/>
                </a:lnTo>
                <a:lnTo>
                  <a:pt x="413" y="690"/>
                </a:lnTo>
                <a:lnTo>
                  <a:pt x="412" y="689"/>
                </a:lnTo>
                <a:lnTo>
                  <a:pt x="411" y="688"/>
                </a:lnTo>
                <a:lnTo>
                  <a:pt x="410" y="688"/>
                </a:lnTo>
                <a:lnTo>
                  <a:pt x="410" y="689"/>
                </a:lnTo>
                <a:lnTo>
                  <a:pt x="409" y="689"/>
                </a:lnTo>
                <a:lnTo>
                  <a:pt x="407" y="689"/>
                </a:lnTo>
                <a:lnTo>
                  <a:pt x="407" y="690"/>
                </a:lnTo>
                <a:lnTo>
                  <a:pt x="406" y="690"/>
                </a:lnTo>
                <a:lnTo>
                  <a:pt x="406" y="689"/>
                </a:lnTo>
                <a:lnTo>
                  <a:pt x="405" y="689"/>
                </a:lnTo>
                <a:lnTo>
                  <a:pt x="404" y="689"/>
                </a:lnTo>
                <a:lnTo>
                  <a:pt x="403" y="689"/>
                </a:lnTo>
                <a:lnTo>
                  <a:pt x="403" y="690"/>
                </a:lnTo>
                <a:lnTo>
                  <a:pt x="402" y="690"/>
                </a:lnTo>
                <a:lnTo>
                  <a:pt x="402" y="689"/>
                </a:lnTo>
                <a:lnTo>
                  <a:pt x="402" y="688"/>
                </a:lnTo>
                <a:lnTo>
                  <a:pt x="402" y="687"/>
                </a:lnTo>
                <a:lnTo>
                  <a:pt x="401" y="687"/>
                </a:lnTo>
                <a:lnTo>
                  <a:pt x="402" y="687"/>
                </a:lnTo>
                <a:lnTo>
                  <a:pt x="402" y="686"/>
                </a:lnTo>
                <a:lnTo>
                  <a:pt x="402" y="685"/>
                </a:lnTo>
                <a:lnTo>
                  <a:pt x="401" y="685"/>
                </a:lnTo>
                <a:lnTo>
                  <a:pt x="399" y="685"/>
                </a:lnTo>
                <a:lnTo>
                  <a:pt x="399" y="684"/>
                </a:lnTo>
                <a:lnTo>
                  <a:pt x="399" y="683"/>
                </a:lnTo>
                <a:lnTo>
                  <a:pt x="399" y="682"/>
                </a:lnTo>
                <a:lnTo>
                  <a:pt x="399" y="681"/>
                </a:lnTo>
                <a:lnTo>
                  <a:pt x="397" y="681"/>
                </a:lnTo>
                <a:lnTo>
                  <a:pt x="396" y="681"/>
                </a:lnTo>
                <a:lnTo>
                  <a:pt x="395" y="681"/>
                </a:lnTo>
                <a:lnTo>
                  <a:pt x="394" y="680"/>
                </a:lnTo>
                <a:lnTo>
                  <a:pt x="393" y="680"/>
                </a:lnTo>
                <a:lnTo>
                  <a:pt x="392" y="680"/>
                </a:lnTo>
                <a:lnTo>
                  <a:pt x="392" y="679"/>
                </a:lnTo>
                <a:lnTo>
                  <a:pt x="391" y="679"/>
                </a:lnTo>
                <a:lnTo>
                  <a:pt x="390" y="679"/>
                </a:lnTo>
                <a:lnTo>
                  <a:pt x="390" y="678"/>
                </a:lnTo>
                <a:lnTo>
                  <a:pt x="388" y="679"/>
                </a:lnTo>
                <a:lnTo>
                  <a:pt x="387" y="679"/>
                </a:lnTo>
                <a:lnTo>
                  <a:pt x="386" y="679"/>
                </a:lnTo>
                <a:lnTo>
                  <a:pt x="386" y="680"/>
                </a:lnTo>
                <a:lnTo>
                  <a:pt x="386" y="679"/>
                </a:lnTo>
                <a:lnTo>
                  <a:pt x="385" y="679"/>
                </a:lnTo>
                <a:lnTo>
                  <a:pt x="384" y="679"/>
                </a:lnTo>
                <a:lnTo>
                  <a:pt x="383" y="679"/>
                </a:lnTo>
                <a:lnTo>
                  <a:pt x="383" y="681"/>
                </a:lnTo>
                <a:lnTo>
                  <a:pt x="382" y="681"/>
                </a:lnTo>
                <a:lnTo>
                  <a:pt x="381" y="681"/>
                </a:lnTo>
                <a:lnTo>
                  <a:pt x="381" y="682"/>
                </a:lnTo>
                <a:lnTo>
                  <a:pt x="382" y="682"/>
                </a:lnTo>
                <a:lnTo>
                  <a:pt x="381" y="682"/>
                </a:lnTo>
                <a:lnTo>
                  <a:pt x="381" y="683"/>
                </a:lnTo>
                <a:lnTo>
                  <a:pt x="381" y="684"/>
                </a:lnTo>
                <a:lnTo>
                  <a:pt x="380" y="684"/>
                </a:lnTo>
                <a:lnTo>
                  <a:pt x="380" y="685"/>
                </a:lnTo>
                <a:lnTo>
                  <a:pt x="378" y="685"/>
                </a:lnTo>
                <a:lnTo>
                  <a:pt x="377" y="685"/>
                </a:lnTo>
                <a:lnTo>
                  <a:pt x="376" y="686"/>
                </a:lnTo>
                <a:lnTo>
                  <a:pt x="375" y="686"/>
                </a:lnTo>
                <a:lnTo>
                  <a:pt x="375" y="687"/>
                </a:lnTo>
                <a:lnTo>
                  <a:pt x="374" y="687"/>
                </a:lnTo>
                <a:lnTo>
                  <a:pt x="374" y="688"/>
                </a:lnTo>
                <a:lnTo>
                  <a:pt x="373" y="688"/>
                </a:lnTo>
                <a:lnTo>
                  <a:pt x="372" y="688"/>
                </a:lnTo>
                <a:lnTo>
                  <a:pt x="372" y="689"/>
                </a:lnTo>
                <a:lnTo>
                  <a:pt x="371" y="689"/>
                </a:lnTo>
                <a:lnTo>
                  <a:pt x="370" y="689"/>
                </a:lnTo>
                <a:lnTo>
                  <a:pt x="370" y="688"/>
                </a:lnTo>
                <a:lnTo>
                  <a:pt x="370" y="687"/>
                </a:lnTo>
                <a:lnTo>
                  <a:pt x="369" y="687"/>
                </a:lnTo>
                <a:lnTo>
                  <a:pt x="369" y="686"/>
                </a:lnTo>
                <a:lnTo>
                  <a:pt x="368" y="686"/>
                </a:lnTo>
                <a:lnTo>
                  <a:pt x="368" y="687"/>
                </a:lnTo>
                <a:lnTo>
                  <a:pt x="367" y="687"/>
                </a:lnTo>
                <a:lnTo>
                  <a:pt x="367" y="686"/>
                </a:lnTo>
                <a:lnTo>
                  <a:pt x="367" y="685"/>
                </a:lnTo>
                <a:lnTo>
                  <a:pt x="366" y="685"/>
                </a:lnTo>
                <a:lnTo>
                  <a:pt x="367" y="684"/>
                </a:lnTo>
                <a:lnTo>
                  <a:pt x="366" y="684"/>
                </a:lnTo>
                <a:lnTo>
                  <a:pt x="366" y="683"/>
                </a:lnTo>
                <a:lnTo>
                  <a:pt x="366" y="682"/>
                </a:lnTo>
                <a:lnTo>
                  <a:pt x="366" y="681"/>
                </a:lnTo>
                <a:lnTo>
                  <a:pt x="365" y="681"/>
                </a:lnTo>
                <a:lnTo>
                  <a:pt x="365" y="680"/>
                </a:lnTo>
                <a:lnTo>
                  <a:pt x="364" y="680"/>
                </a:lnTo>
                <a:lnTo>
                  <a:pt x="363" y="681"/>
                </a:lnTo>
                <a:lnTo>
                  <a:pt x="362" y="681"/>
                </a:lnTo>
                <a:lnTo>
                  <a:pt x="361" y="681"/>
                </a:lnTo>
                <a:lnTo>
                  <a:pt x="361" y="682"/>
                </a:lnTo>
                <a:lnTo>
                  <a:pt x="360" y="682"/>
                </a:lnTo>
                <a:lnTo>
                  <a:pt x="359" y="682"/>
                </a:lnTo>
                <a:lnTo>
                  <a:pt x="359" y="683"/>
                </a:lnTo>
                <a:lnTo>
                  <a:pt x="359" y="684"/>
                </a:lnTo>
                <a:lnTo>
                  <a:pt x="358" y="684"/>
                </a:lnTo>
                <a:lnTo>
                  <a:pt x="358" y="683"/>
                </a:lnTo>
                <a:lnTo>
                  <a:pt x="358" y="682"/>
                </a:lnTo>
                <a:lnTo>
                  <a:pt x="357" y="682"/>
                </a:lnTo>
                <a:lnTo>
                  <a:pt x="357" y="681"/>
                </a:lnTo>
                <a:lnTo>
                  <a:pt x="356" y="681"/>
                </a:lnTo>
                <a:lnTo>
                  <a:pt x="355" y="680"/>
                </a:lnTo>
                <a:lnTo>
                  <a:pt x="354" y="679"/>
                </a:lnTo>
                <a:lnTo>
                  <a:pt x="353" y="679"/>
                </a:lnTo>
                <a:lnTo>
                  <a:pt x="352" y="679"/>
                </a:lnTo>
                <a:lnTo>
                  <a:pt x="352" y="678"/>
                </a:lnTo>
                <a:lnTo>
                  <a:pt x="352" y="677"/>
                </a:lnTo>
                <a:lnTo>
                  <a:pt x="352" y="676"/>
                </a:lnTo>
                <a:lnTo>
                  <a:pt x="351" y="676"/>
                </a:lnTo>
                <a:lnTo>
                  <a:pt x="351" y="675"/>
                </a:lnTo>
                <a:lnTo>
                  <a:pt x="351" y="674"/>
                </a:lnTo>
                <a:lnTo>
                  <a:pt x="350" y="674"/>
                </a:lnTo>
                <a:lnTo>
                  <a:pt x="349" y="674"/>
                </a:lnTo>
                <a:lnTo>
                  <a:pt x="348" y="674"/>
                </a:lnTo>
                <a:lnTo>
                  <a:pt x="347" y="673"/>
                </a:lnTo>
                <a:lnTo>
                  <a:pt x="347" y="672"/>
                </a:lnTo>
                <a:lnTo>
                  <a:pt x="346" y="672"/>
                </a:lnTo>
                <a:lnTo>
                  <a:pt x="346" y="671"/>
                </a:lnTo>
                <a:lnTo>
                  <a:pt x="347" y="671"/>
                </a:lnTo>
                <a:lnTo>
                  <a:pt x="346" y="670"/>
                </a:lnTo>
                <a:lnTo>
                  <a:pt x="345" y="670"/>
                </a:lnTo>
                <a:lnTo>
                  <a:pt x="344" y="670"/>
                </a:lnTo>
                <a:lnTo>
                  <a:pt x="344" y="671"/>
                </a:lnTo>
                <a:lnTo>
                  <a:pt x="344" y="670"/>
                </a:lnTo>
                <a:lnTo>
                  <a:pt x="343" y="670"/>
                </a:lnTo>
                <a:lnTo>
                  <a:pt x="342" y="670"/>
                </a:lnTo>
                <a:lnTo>
                  <a:pt x="341" y="670"/>
                </a:lnTo>
                <a:lnTo>
                  <a:pt x="341" y="669"/>
                </a:lnTo>
                <a:lnTo>
                  <a:pt x="340" y="669"/>
                </a:lnTo>
                <a:lnTo>
                  <a:pt x="339" y="669"/>
                </a:lnTo>
                <a:lnTo>
                  <a:pt x="339" y="670"/>
                </a:lnTo>
                <a:lnTo>
                  <a:pt x="338" y="671"/>
                </a:lnTo>
                <a:lnTo>
                  <a:pt x="338" y="672"/>
                </a:lnTo>
                <a:lnTo>
                  <a:pt x="337" y="672"/>
                </a:lnTo>
                <a:lnTo>
                  <a:pt x="336" y="672"/>
                </a:lnTo>
                <a:lnTo>
                  <a:pt x="335" y="672"/>
                </a:lnTo>
                <a:lnTo>
                  <a:pt x="335" y="671"/>
                </a:lnTo>
                <a:lnTo>
                  <a:pt x="334" y="671"/>
                </a:lnTo>
                <a:lnTo>
                  <a:pt x="334" y="672"/>
                </a:lnTo>
                <a:lnTo>
                  <a:pt x="333" y="673"/>
                </a:lnTo>
                <a:lnTo>
                  <a:pt x="332" y="673"/>
                </a:lnTo>
                <a:lnTo>
                  <a:pt x="331" y="673"/>
                </a:lnTo>
                <a:lnTo>
                  <a:pt x="330" y="673"/>
                </a:lnTo>
                <a:lnTo>
                  <a:pt x="330" y="674"/>
                </a:lnTo>
                <a:lnTo>
                  <a:pt x="330" y="673"/>
                </a:lnTo>
                <a:lnTo>
                  <a:pt x="329" y="673"/>
                </a:lnTo>
                <a:lnTo>
                  <a:pt x="329" y="672"/>
                </a:lnTo>
                <a:lnTo>
                  <a:pt x="329" y="671"/>
                </a:lnTo>
                <a:lnTo>
                  <a:pt x="328" y="671"/>
                </a:lnTo>
                <a:lnTo>
                  <a:pt x="328" y="669"/>
                </a:lnTo>
                <a:lnTo>
                  <a:pt x="327" y="669"/>
                </a:lnTo>
                <a:lnTo>
                  <a:pt x="327" y="668"/>
                </a:lnTo>
                <a:lnTo>
                  <a:pt x="328" y="668"/>
                </a:lnTo>
                <a:lnTo>
                  <a:pt x="328" y="667"/>
                </a:lnTo>
                <a:lnTo>
                  <a:pt x="328" y="666"/>
                </a:lnTo>
                <a:lnTo>
                  <a:pt x="327" y="666"/>
                </a:lnTo>
                <a:lnTo>
                  <a:pt x="326" y="666"/>
                </a:lnTo>
                <a:lnTo>
                  <a:pt x="326" y="665"/>
                </a:lnTo>
                <a:lnTo>
                  <a:pt x="326" y="664"/>
                </a:lnTo>
                <a:lnTo>
                  <a:pt x="326" y="663"/>
                </a:lnTo>
                <a:lnTo>
                  <a:pt x="326" y="662"/>
                </a:lnTo>
                <a:lnTo>
                  <a:pt x="325" y="662"/>
                </a:lnTo>
                <a:lnTo>
                  <a:pt x="324" y="662"/>
                </a:lnTo>
                <a:lnTo>
                  <a:pt x="323" y="662"/>
                </a:lnTo>
                <a:lnTo>
                  <a:pt x="323" y="663"/>
                </a:lnTo>
                <a:lnTo>
                  <a:pt x="323" y="664"/>
                </a:lnTo>
                <a:lnTo>
                  <a:pt x="322" y="664"/>
                </a:lnTo>
                <a:lnTo>
                  <a:pt x="321" y="664"/>
                </a:lnTo>
                <a:lnTo>
                  <a:pt x="321" y="665"/>
                </a:lnTo>
                <a:lnTo>
                  <a:pt x="320" y="665"/>
                </a:lnTo>
                <a:lnTo>
                  <a:pt x="320" y="664"/>
                </a:lnTo>
                <a:lnTo>
                  <a:pt x="319" y="665"/>
                </a:lnTo>
                <a:lnTo>
                  <a:pt x="319" y="664"/>
                </a:lnTo>
                <a:lnTo>
                  <a:pt x="318" y="664"/>
                </a:lnTo>
                <a:lnTo>
                  <a:pt x="318" y="665"/>
                </a:lnTo>
                <a:lnTo>
                  <a:pt x="317" y="665"/>
                </a:lnTo>
                <a:lnTo>
                  <a:pt x="316" y="665"/>
                </a:lnTo>
                <a:lnTo>
                  <a:pt x="316" y="666"/>
                </a:lnTo>
                <a:lnTo>
                  <a:pt x="316" y="665"/>
                </a:lnTo>
                <a:lnTo>
                  <a:pt x="315" y="665"/>
                </a:lnTo>
                <a:lnTo>
                  <a:pt x="314" y="665"/>
                </a:lnTo>
                <a:lnTo>
                  <a:pt x="313" y="665"/>
                </a:lnTo>
                <a:lnTo>
                  <a:pt x="313" y="666"/>
                </a:lnTo>
                <a:lnTo>
                  <a:pt x="312" y="666"/>
                </a:lnTo>
                <a:lnTo>
                  <a:pt x="311" y="666"/>
                </a:lnTo>
                <a:lnTo>
                  <a:pt x="311" y="665"/>
                </a:lnTo>
                <a:lnTo>
                  <a:pt x="310" y="665"/>
                </a:lnTo>
                <a:lnTo>
                  <a:pt x="309" y="664"/>
                </a:lnTo>
                <a:lnTo>
                  <a:pt x="308" y="664"/>
                </a:lnTo>
                <a:lnTo>
                  <a:pt x="308" y="663"/>
                </a:lnTo>
                <a:lnTo>
                  <a:pt x="307" y="663"/>
                </a:lnTo>
                <a:lnTo>
                  <a:pt x="306" y="663"/>
                </a:lnTo>
                <a:lnTo>
                  <a:pt x="305" y="663"/>
                </a:lnTo>
                <a:lnTo>
                  <a:pt x="305" y="664"/>
                </a:lnTo>
                <a:lnTo>
                  <a:pt x="304" y="664"/>
                </a:lnTo>
                <a:lnTo>
                  <a:pt x="303" y="663"/>
                </a:lnTo>
                <a:lnTo>
                  <a:pt x="302" y="663"/>
                </a:lnTo>
                <a:lnTo>
                  <a:pt x="302" y="662"/>
                </a:lnTo>
                <a:lnTo>
                  <a:pt x="301" y="662"/>
                </a:lnTo>
                <a:lnTo>
                  <a:pt x="300" y="662"/>
                </a:lnTo>
                <a:lnTo>
                  <a:pt x="300" y="661"/>
                </a:lnTo>
                <a:lnTo>
                  <a:pt x="299" y="661"/>
                </a:lnTo>
                <a:lnTo>
                  <a:pt x="298" y="661"/>
                </a:lnTo>
                <a:lnTo>
                  <a:pt x="298" y="660"/>
                </a:lnTo>
                <a:lnTo>
                  <a:pt x="297" y="660"/>
                </a:lnTo>
                <a:lnTo>
                  <a:pt x="296" y="660"/>
                </a:lnTo>
                <a:lnTo>
                  <a:pt x="296" y="659"/>
                </a:lnTo>
                <a:lnTo>
                  <a:pt x="295" y="659"/>
                </a:lnTo>
                <a:lnTo>
                  <a:pt x="295" y="660"/>
                </a:lnTo>
                <a:lnTo>
                  <a:pt x="295" y="661"/>
                </a:lnTo>
                <a:lnTo>
                  <a:pt x="295" y="662"/>
                </a:lnTo>
                <a:lnTo>
                  <a:pt x="294" y="662"/>
                </a:lnTo>
                <a:lnTo>
                  <a:pt x="294" y="663"/>
                </a:lnTo>
                <a:lnTo>
                  <a:pt x="293" y="663"/>
                </a:lnTo>
                <a:lnTo>
                  <a:pt x="293" y="664"/>
                </a:lnTo>
                <a:lnTo>
                  <a:pt x="292" y="664"/>
                </a:lnTo>
                <a:lnTo>
                  <a:pt x="291" y="664"/>
                </a:lnTo>
                <a:lnTo>
                  <a:pt x="290" y="664"/>
                </a:lnTo>
                <a:lnTo>
                  <a:pt x="291" y="663"/>
                </a:lnTo>
                <a:lnTo>
                  <a:pt x="290" y="663"/>
                </a:lnTo>
                <a:lnTo>
                  <a:pt x="289" y="663"/>
                </a:lnTo>
                <a:lnTo>
                  <a:pt x="288" y="663"/>
                </a:lnTo>
                <a:lnTo>
                  <a:pt x="288" y="662"/>
                </a:lnTo>
                <a:lnTo>
                  <a:pt x="287" y="662"/>
                </a:lnTo>
                <a:lnTo>
                  <a:pt x="286" y="662"/>
                </a:lnTo>
                <a:lnTo>
                  <a:pt x="285" y="662"/>
                </a:lnTo>
                <a:lnTo>
                  <a:pt x="285" y="663"/>
                </a:lnTo>
                <a:lnTo>
                  <a:pt x="284" y="663"/>
                </a:lnTo>
                <a:lnTo>
                  <a:pt x="283" y="662"/>
                </a:lnTo>
                <a:lnTo>
                  <a:pt x="282" y="662"/>
                </a:lnTo>
                <a:lnTo>
                  <a:pt x="281" y="662"/>
                </a:lnTo>
                <a:lnTo>
                  <a:pt x="281" y="663"/>
                </a:lnTo>
                <a:lnTo>
                  <a:pt x="281" y="662"/>
                </a:lnTo>
                <a:lnTo>
                  <a:pt x="280" y="662"/>
                </a:lnTo>
                <a:lnTo>
                  <a:pt x="279" y="661"/>
                </a:lnTo>
                <a:lnTo>
                  <a:pt x="279" y="662"/>
                </a:lnTo>
                <a:lnTo>
                  <a:pt x="278" y="662"/>
                </a:lnTo>
                <a:lnTo>
                  <a:pt x="277" y="662"/>
                </a:lnTo>
                <a:lnTo>
                  <a:pt x="277" y="661"/>
                </a:lnTo>
                <a:lnTo>
                  <a:pt x="276" y="661"/>
                </a:lnTo>
                <a:lnTo>
                  <a:pt x="276" y="660"/>
                </a:lnTo>
                <a:lnTo>
                  <a:pt x="275" y="660"/>
                </a:lnTo>
                <a:lnTo>
                  <a:pt x="275" y="659"/>
                </a:lnTo>
                <a:lnTo>
                  <a:pt x="274" y="660"/>
                </a:lnTo>
                <a:lnTo>
                  <a:pt x="273" y="660"/>
                </a:lnTo>
                <a:lnTo>
                  <a:pt x="272" y="660"/>
                </a:lnTo>
                <a:lnTo>
                  <a:pt x="271" y="661"/>
                </a:lnTo>
                <a:lnTo>
                  <a:pt x="270" y="661"/>
                </a:lnTo>
                <a:lnTo>
                  <a:pt x="269" y="661"/>
                </a:lnTo>
                <a:lnTo>
                  <a:pt x="268" y="661"/>
                </a:lnTo>
                <a:lnTo>
                  <a:pt x="268" y="660"/>
                </a:lnTo>
                <a:lnTo>
                  <a:pt x="267" y="660"/>
                </a:lnTo>
                <a:lnTo>
                  <a:pt x="266" y="660"/>
                </a:lnTo>
                <a:lnTo>
                  <a:pt x="266" y="661"/>
                </a:lnTo>
                <a:lnTo>
                  <a:pt x="266" y="662"/>
                </a:lnTo>
                <a:lnTo>
                  <a:pt x="265" y="662"/>
                </a:lnTo>
                <a:lnTo>
                  <a:pt x="264" y="662"/>
                </a:lnTo>
                <a:lnTo>
                  <a:pt x="264" y="661"/>
                </a:lnTo>
                <a:lnTo>
                  <a:pt x="263" y="661"/>
                </a:lnTo>
                <a:lnTo>
                  <a:pt x="262" y="661"/>
                </a:lnTo>
                <a:lnTo>
                  <a:pt x="261" y="661"/>
                </a:lnTo>
                <a:lnTo>
                  <a:pt x="261" y="662"/>
                </a:lnTo>
                <a:lnTo>
                  <a:pt x="260" y="662"/>
                </a:lnTo>
                <a:lnTo>
                  <a:pt x="260" y="663"/>
                </a:lnTo>
                <a:lnTo>
                  <a:pt x="259" y="663"/>
                </a:lnTo>
                <a:lnTo>
                  <a:pt x="258" y="663"/>
                </a:lnTo>
                <a:lnTo>
                  <a:pt x="258" y="664"/>
                </a:lnTo>
                <a:lnTo>
                  <a:pt x="257" y="664"/>
                </a:lnTo>
                <a:lnTo>
                  <a:pt x="256" y="664"/>
                </a:lnTo>
                <a:lnTo>
                  <a:pt x="256" y="663"/>
                </a:lnTo>
                <a:lnTo>
                  <a:pt x="255" y="663"/>
                </a:lnTo>
                <a:lnTo>
                  <a:pt x="255" y="662"/>
                </a:lnTo>
                <a:lnTo>
                  <a:pt x="254" y="662"/>
                </a:lnTo>
                <a:lnTo>
                  <a:pt x="254" y="663"/>
                </a:lnTo>
                <a:lnTo>
                  <a:pt x="253" y="663"/>
                </a:lnTo>
                <a:lnTo>
                  <a:pt x="253" y="662"/>
                </a:lnTo>
                <a:lnTo>
                  <a:pt x="253" y="661"/>
                </a:lnTo>
                <a:lnTo>
                  <a:pt x="252" y="661"/>
                </a:lnTo>
                <a:lnTo>
                  <a:pt x="252" y="660"/>
                </a:lnTo>
                <a:lnTo>
                  <a:pt x="252" y="659"/>
                </a:lnTo>
                <a:lnTo>
                  <a:pt x="252" y="658"/>
                </a:lnTo>
                <a:lnTo>
                  <a:pt x="253" y="658"/>
                </a:lnTo>
                <a:lnTo>
                  <a:pt x="253" y="657"/>
                </a:lnTo>
                <a:lnTo>
                  <a:pt x="252" y="656"/>
                </a:lnTo>
                <a:lnTo>
                  <a:pt x="251" y="656"/>
                </a:lnTo>
                <a:lnTo>
                  <a:pt x="251" y="655"/>
                </a:lnTo>
                <a:lnTo>
                  <a:pt x="252" y="655"/>
                </a:lnTo>
                <a:lnTo>
                  <a:pt x="253" y="654"/>
                </a:lnTo>
                <a:lnTo>
                  <a:pt x="254" y="654"/>
                </a:lnTo>
                <a:lnTo>
                  <a:pt x="254" y="653"/>
                </a:lnTo>
                <a:lnTo>
                  <a:pt x="254" y="652"/>
                </a:lnTo>
                <a:lnTo>
                  <a:pt x="254" y="651"/>
                </a:lnTo>
                <a:lnTo>
                  <a:pt x="253" y="650"/>
                </a:lnTo>
                <a:lnTo>
                  <a:pt x="252" y="650"/>
                </a:lnTo>
                <a:lnTo>
                  <a:pt x="252" y="649"/>
                </a:lnTo>
                <a:lnTo>
                  <a:pt x="251" y="649"/>
                </a:lnTo>
                <a:lnTo>
                  <a:pt x="250" y="649"/>
                </a:lnTo>
                <a:lnTo>
                  <a:pt x="249" y="649"/>
                </a:lnTo>
                <a:lnTo>
                  <a:pt x="249" y="648"/>
                </a:lnTo>
                <a:lnTo>
                  <a:pt x="248" y="648"/>
                </a:lnTo>
                <a:lnTo>
                  <a:pt x="248" y="649"/>
                </a:lnTo>
                <a:lnTo>
                  <a:pt x="248" y="648"/>
                </a:lnTo>
                <a:lnTo>
                  <a:pt x="247" y="648"/>
                </a:lnTo>
                <a:lnTo>
                  <a:pt x="247" y="647"/>
                </a:lnTo>
                <a:lnTo>
                  <a:pt x="246" y="647"/>
                </a:lnTo>
                <a:lnTo>
                  <a:pt x="246" y="648"/>
                </a:lnTo>
                <a:lnTo>
                  <a:pt x="245" y="648"/>
                </a:lnTo>
                <a:lnTo>
                  <a:pt x="244" y="648"/>
                </a:lnTo>
                <a:lnTo>
                  <a:pt x="244" y="649"/>
                </a:lnTo>
                <a:lnTo>
                  <a:pt x="243" y="650"/>
                </a:lnTo>
                <a:lnTo>
                  <a:pt x="242" y="650"/>
                </a:lnTo>
                <a:lnTo>
                  <a:pt x="241" y="650"/>
                </a:lnTo>
                <a:lnTo>
                  <a:pt x="240" y="650"/>
                </a:lnTo>
                <a:lnTo>
                  <a:pt x="239" y="650"/>
                </a:lnTo>
                <a:lnTo>
                  <a:pt x="238" y="650"/>
                </a:lnTo>
                <a:lnTo>
                  <a:pt x="237" y="650"/>
                </a:lnTo>
                <a:lnTo>
                  <a:pt x="236" y="650"/>
                </a:lnTo>
                <a:lnTo>
                  <a:pt x="236" y="651"/>
                </a:lnTo>
                <a:lnTo>
                  <a:pt x="236" y="652"/>
                </a:lnTo>
                <a:lnTo>
                  <a:pt x="236" y="653"/>
                </a:lnTo>
                <a:lnTo>
                  <a:pt x="235" y="653"/>
                </a:lnTo>
                <a:lnTo>
                  <a:pt x="234" y="653"/>
                </a:lnTo>
                <a:lnTo>
                  <a:pt x="234" y="652"/>
                </a:lnTo>
                <a:lnTo>
                  <a:pt x="233" y="652"/>
                </a:lnTo>
                <a:lnTo>
                  <a:pt x="233" y="653"/>
                </a:lnTo>
                <a:lnTo>
                  <a:pt x="232" y="653"/>
                </a:lnTo>
                <a:lnTo>
                  <a:pt x="232" y="654"/>
                </a:lnTo>
                <a:lnTo>
                  <a:pt x="231" y="654"/>
                </a:lnTo>
                <a:lnTo>
                  <a:pt x="230" y="654"/>
                </a:lnTo>
                <a:lnTo>
                  <a:pt x="229" y="653"/>
                </a:lnTo>
                <a:lnTo>
                  <a:pt x="229" y="652"/>
                </a:lnTo>
                <a:lnTo>
                  <a:pt x="228" y="652"/>
                </a:lnTo>
                <a:lnTo>
                  <a:pt x="228" y="651"/>
                </a:lnTo>
                <a:lnTo>
                  <a:pt x="228" y="650"/>
                </a:lnTo>
                <a:lnTo>
                  <a:pt x="227" y="650"/>
                </a:lnTo>
                <a:lnTo>
                  <a:pt x="227" y="649"/>
                </a:lnTo>
                <a:lnTo>
                  <a:pt x="227" y="648"/>
                </a:lnTo>
                <a:lnTo>
                  <a:pt x="226" y="648"/>
                </a:lnTo>
                <a:lnTo>
                  <a:pt x="225" y="648"/>
                </a:lnTo>
                <a:lnTo>
                  <a:pt x="225" y="647"/>
                </a:lnTo>
                <a:lnTo>
                  <a:pt x="224" y="647"/>
                </a:lnTo>
                <a:lnTo>
                  <a:pt x="225" y="646"/>
                </a:lnTo>
                <a:lnTo>
                  <a:pt x="224" y="645"/>
                </a:lnTo>
                <a:lnTo>
                  <a:pt x="223" y="645"/>
                </a:lnTo>
                <a:lnTo>
                  <a:pt x="222" y="645"/>
                </a:lnTo>
                <a:lnTo>
                  <a:pt x="221" y="645"/>
                </a:lnTo>
                <a:lnTo>
                  <a:pt x="221" y="644"/>
                </a:lnTo>
                <a:lnTo>
                  <a:pt x="221" y="643"/>
                </a:lnTo>
                <a:lnTo>
                  <a:pt x="220" y="643"/>
                </a:lnTo>
                <a:lnTo>
                  <a:pt x="220" y="642"/>
                </a:lnTo>
                <a:lnTo>
                  <a:pt x="219" y="641"/>
                </a:lnTo>
                <a:lnTo>
                  <a:pt x="218" y="641"/>
                </a:lnTo>
                <a:lnTo>
                  <a:pt x="217" y="640"/>
                </a:lnTo>
                <a:lnTo>
                  <a:pt x="216" y="641"/>
                </a:lnTo>
                <a:lnTo>
                  <a:pt x="215" y="641"/>
                </a:lnTo>
                <a:lnTo>
                  <a:pt x="214" y="641"/>
                </a:lnTo>
                <a:lnTo>
                  <a:pt x="213" y="640"/>
                </a:lnTo>
                <a:lnTo>
                  <a:pt x="212" y="640"/>
                </a:lnTo>
                <a:lnTo>
                  <a:pt x="212" y="639"/>
                </a:lnTo>
                <a:lnTo>
                  <a:pt x="211" y="639"/>
                </a:lnTo>
                <a:lnTo>
                  <a:pt x="211" y="638"/>
                </a:lnTo>
                <a:lnTo>
                  <a:pt x="211" y="639"/>
                </a:lnTo>
                <a:lnTo>
                  <a:pt x="210" y="639"/>
                </a:lnTo>
                <a:lnTo>
                  <a:pt x="210" y="638"/>
                </a:lnTo>
                <a:lnTo>
                  <a:pt x="209" y="638"/>
                </a:lnTo>
                <a:lnTo>
                  <a:pt x="209" y="637"/>
                </a:lnTo>
                <a:lnTo>
                  <a:pt x="208" y="637"/>
                </a:lnTo>
                <a:lnTo>
                  <a:pt x="207" y="637"/>
                </a:lnTo>
                <a:lnTo>
                  <a:pt x="206" y="636"/>
                </a:lnTo>
                <a:lnTo>
                  <a:pt x="205" y="636"/>
                </a:lnTo>
                <a:lnTo>
                  <a:pt x="204" y="636"/>
                </a:lnTo>
                <a:lnTo>
                  <a:pt x="204" y="635"/>
                </a:lnTo>
                <a:lnTo>
                  <a:pt x="203" y="635"/>
                </a:lnTo>
                <a:lnTo>
                  <a:pt x="204" y="635"/>
                </a:lnTo>
                <a:lnTo>
                  <a:pt x="203" y="634"/>
                </a:lnTo>
                <a:lnTo>
                  <a:pt x="202" y="634"/>
                </a:lnTo>
                <a:lnTo>
                  <a:pt x="201" y="634"/>
                </a:lnTo>
                <a:lnTo>
                  <a:pt x="201" y="633"/>
                </a:lnTo>
                <a:lnTo>
                  <a:pt x="200" y="633"/>
                </a:lnTo>
                <a:lnTo>
                  <a:pt x="199" y="632"/>
                </a:lnTo>
                <a:lnTo>
                  <a:pt x="197" y="632"/>
                </a:lnTo>
                <a:lnTo>
                  <a:pt x="196" y="631"/>
                </a:lnTo>
                <a:lnTo>
                  <a:pt x="195" y="630"/>
                </a:lnTo>
                <a:lnTo>
                  <a:pt x="194" y="630"/>
                </a:lnTo>
                <a:lnTo>
                  <a:pt x="194" y="629"/>
                </a:lnTo>
                <a:lnTo>
                  <a:pt x="193" y="629"/>
                </a:lnTo>
                <a:lnTo>
                  <a:pt x="193" y="628"/>
                </a:lnTo>
                <a:lnTo>
                  <a:pt x="194" y="628"/>
                </a:lnTo>
                <a:lnTo>
                  <a:pt x="194" y="627"/>
                </a:lnTo>
                <a:lnTo>
                  <a:pt x="193" y="627"/>
                </a:lnTo>
                <a:lnTo>
                  <a:pt x="193" y="626"/>
                </a:lnTo>
                <a:lnTo>
                  <a:pt x="192" y="625"/>
                </a:lnTo>
                <a:lnTo>
                  <a:pt x="191" y="625"/>
                </a:lnTo>
                <a:lnTo>
                  <a:pt x="190" y="625"/>
                </a:lnTo>
                <a:lnTo>
                  <a:pt x="189" y="625"/>
                </a:lnTo>
                <a:lnTo>
                  <a:pt x="189" y="624"/>
                </a:lnTo>
                <a:lnTo>
                  <a:pt x="188" y="624"/>
                </a:lnTo>
                <a:lnTo>
                  <a:pt x="187" y="624"/>
                </a:lnTo>
                <a:lnTo>
                  <a:pt x="187" y="625"/>
                </a:lnTo>
                <a:lnTo>
                  <a:pt x="186" y="625"/>
                </a:lnTo>
                <a:lnTo>
                  <a:pt x="186" y="626"/>
                </a:lnTo>
                <a:lnTo>
                  <a:pt x="185" y="626"/>
                </a:lnTo>
                <a:lnTo>
                  <a:pt x="185" y="627"/>
                </a:lnTo>
                <a:lnTo>
                  <a:pt x="185" y="628"/>
                </a:lnTo>
                <a:lnTo>
                  <a:pt x="184" y="628"/>
                </a:lnTo>
                <a:lnTo>
                  <a:pt x="183" y="628"/>
                </a:lnTo>
                <a:lnTo>
                  <a:pt x="183" y="629"/>
                </a:lnTo>
                <a:lnTo>
                  <a:pt x="183" y="628"/>
                </a:lnTo>
                <a:lnTo>
                  <a:pt x="182" y="628"/>
                </a:lnTo>
                <a:lnTo>
                  <a:pt x="182" y="627"/>
                </a:lnTo>
                <a:lnTo>
                  <a:pt x="181" y="627"/>
                </a:lnTo>
                <a:lnTo>
                  <a:pt x="180" y="627"/>
                </a:lnTo>
                <a:lnTo>
                  <a:pt x="179" y="627"/>
                </a:lnTo>
                <a:lnTo>
                  <a:pt x="179" y="626"/>
                </a:lnTo>
                <a:lnTo>
                  <a:pt x="178" y="626"/>
                </a:lnTo>
                <a:lnTo>
                  <a:pt x="178" y="625"/>
                </a:lnTo>
                <a:lnTo>
                  <a:pt x="177" y="625"/>
                </a:lnTo>
                <a:lnTo>
                  <a:pt x="176" y="625"/>
                </a:lnTo>
                <a:lnTo>
                  <a:pt x="175" y="625"/>
                </a:lnTo>
                <a:lnTo>
                  <a:pt x="174" y="625"/>
                </a:lnTo>
                <a:lnTo>
                  <a:pt x="174" y="624"/>
                </a:lnTo>
                <a:lnTo>
                  <a:pt x="174" y="625"/>
                </a:lnTo>
                <a:lnTo>
                  <a:pt x="174" y="624"/>
                </a:lnTo>
                <a:lnTo>
                  <a:pt x="173" y="624"/>
                </a:lnTo>
                <a:lnTo>
                  <a:pt x="172" y="624"/>
                </a:lnTo>
                <a:lnTo>
                  <a:pt x="171" y="624"/>
                </a:lnTo>
                <a:lnTo>
                  <a:pt x="170" y="624"/>
                </a:lnTo>
                <a:lnTo>
                  <a:pt x="170" y="623"/>
                </a:lnTo>
                <a:lnTo>
                  <a:pt x="170" y="622"/>
                </a:lnTo>
                <a:lnTo>
                  <a:pt x="169" y="622"/>
                </a:lnTo>
                <a:lnTo>
                  <a:pt x="168" y="622"/>
                </a:lnTo>
                <a:lnTo>
                  <a:pt x="168" y="621"/>
                </a:lnTo>
                <a:lnTo>
                  <a:pt x="167" y="621"/>
                </a:lnTo>
                <a:lnTo>
                  <a:pt x="166" y="621"/>
                </a:lnTo>
                <a:lnTo>
                  <a:pt x="165" y="621"/>
                </a:lnTo>
                <a:lnTo>
                  <a:pt x="164" y="621"/>
                </a:lnTo>
                <a:lnTo>
                  <a:pt x="164" y="622"/>
                </a:lnTo>
                <a:lnTo>
                  <a:pt x="163" y="622"/>
                </a:lnTo>
                <a:lnTo>
                  <a:pt x="162" y="622"/>
                </a:lnTo>
                <a:lnTo>
                  <a:pt x="161" y="623"/>
                </a:lnTo>
                <a:lnTo>
                  <a:pt x="161" y="624"/>
                </a:lnTo>
                <a:lnTo>
                  <a:pt x="160" y="624"/>
                </a:lnTo>
                <a:lnTo>
                  <a:pt x="159" y="624"/>
                </a:lnTo>
                <a:lnTo>
                  <a:pt x="158" y="624"/>
                </a:lnTo>
                <a:lnTo>
                  <a:pt x="158" y="625"/>
                </a:lnTo>
                <a:lnTo>
                  <a:pt x="158" y="626"/>
                </a:lnTo>
                <a:lnTo>
                  <a:pt x="157" y="626"/>
                </a:lnTo>
                <a:lnTo>
                  <a:pt x="157" y="627"/>
                </a:lnTo>
                <a:lnTo>
                  <a:pt x="157" y="628"/>
                </a:lnTo>
                <a:lnTo>
                  <a:pt x="156" y="628"/>
                </a:lnTo>
                <a:lnTo>
                  <a:pt x="155" y="627"/>
                </a:lnTo>
                <a:lnTo>
                  <a:pt x="154" y="627"/>
                </a:lnTo>
                <a:lnTo>
                  <a:pt x="154" y="626"/>
                </a:lnTo>
                <a:lnTo>
                  <a:pt x="153" y="626"/>
                </a:lnTo>
                <a:lnTo>
                  <a:pt x="152" y="626"/>
                </a:lnTo>
                <a:lnTo>
                  <a:pt x="152" y="625"/>
                </a:lnTo>
                <a:lnTo>
                  <a:pt x="151" y="625"/>
                </a:lnTo>
                <a:lnTo>
                  <a:pt x="150" y="624"/>
                </a:lnTo>
                <a:lnTo>
                  <a:pt x="149" y="624"/>
                </a:lnTo>
                <a:lnTo>
                  <a:pt x="148" y="624"/>
                </a:lnTo>
                <a:lnTo>
                  <a:pt x="148" y="625"/>
                </a:lnTo>
                <a:lnTo>
                  <a:pt x="147" y="625"/>
                </a:lnTo>
                <a:lnTo>
                  <a:pt x="146" y="625"/>
                </a:lnTo>
                <a:lnTo>
                  <a:pt x="147" y="625"/>
                </a:lnTo>
                <a:lnTo>
                  <a:pt x="146" y="624"/>
                </a:lnTo>
                <a:lnTo>
                  <a:pt x="145" y="624"/>
                </a:lnTo>
                <a:lnTo>
                  <a:pt x="145" y="623"/>
                </a:lnTo>
                <a:lnTo>
                  <a:pt x="144" y="623"/>
                </a:lnTo>
                <a:lnTo>
                  <a:pt x="143" y="623"/>
                </a:lnTo>
                <a:lnTo>
                  <a:pt x="142" y="623"/>
                </a:lnTo>
                <a:lnTo>
                  <a:pt x="141" y="623"/>
                </a:lnTo>
                <a:lnTo>
                  <a:pt x="140" y="623"/>
                </a:lnTo>
                <a:lnTo>
                  <a:pt x="139" y="623"/>
                </a:lnTo>
                <a:lnTo>
                  <a:pt x="139" y="624"/>
                </a:lnTo>
                <a:lnTo>
                  <a:pt x="139" y="623"/>
                </a:lnTo>
                <a:lnTo>
                  <a:pt x="138" y="623"/>
                </a:lnTo>
                <a:lnTo>
                  <a:pt x="137" y="623"/>
                </a:lnTo>
                <a:lnTo>
                  <a:pt x="136" y="623"/>
                </a:lnTo>
                <a:lnTo>
                  <a:pt x="136" y="624"/>
                </a:lnTo>
                <a:lnTo>
                  <a:pt x="136" y="625"/>
                </a:lnTo>
                <a:lnTo>
                  <a:pt x="135" y="625"/>
                </a:lnTo>
                <a:lnTo>
                  <a:pt x="135" y="626"/>
                </a:lnTo>
                <a:lnTo>
                  <a:pt x="134" y="626"/>
                </a:lnTo>
                <a:lnTo>
                  <a:pt x="134" y="625"/>
                </a:lnTo>
                <a:lnTo>
                  <a:pt x="133" y="624"/>
                </a:lnTo>
                <a:lnTo>
                  <a:pt x="133" y="623"/>
                </a:lnTo>
                <a:lnTo>
                  <a:pt x="132" y="623"/>
                </a:lnTo>
                <a:lnTo>
                  <a:pt x="131" y="623"/>
                </a:lnTo>
                <a:lnTo>
                  <a:pt x="130" y="623"/>
                </a:lnTo>
                <a:lnTo>
                  <a:pt x="130" y="624"/>
                </a:lnTo>
                <a:lnTo>
                  <a:pt x="129" y="624"/>
                </a:lnTo>
                <a:lnTo>
                  <a:pt x="129" y="623"/>
                </a:lnTo>
                <a:lnTo>
                  <a:pt x="128" y="623"/>
                </a:lnTo>
                <a:lnTo>
                  <a:pt x="127" y="623"/>
                </a:lnTo>
                <a:lnTo>
                  <a:pt x="126" y="623"/>
                </a:lnTo>
                <a:lnTo>
                  <a:pt x="126" y="624"/>
                </a:lnTo>
                <a:lnTo>
                  <a:pt x="125" y="624"/>
                </a:lnTo>
                <a:lnTo>
                  <a:pt x="125" y="623"/>
                </a:lnTo>
                <a:lnTo>
                  <a:pt x="124" y="623"/>
                </a:lnTo>
                <a:lnTo>
                  <a:pt x="123" y="622"/>
                </a:lnTo>
                <a:lnTo>
                  <a:pt x="122" y="621"/>
                </a:lnTo>
                <a:lnTo>
                  <a:pt x="121" y="621"/>
                </a:lnTo>
                <a:lnTo>
                  <a:pt x="120" y="621"/>
                </a:lnTo>
                <a:lnTo>
                  <a:pt x="119" y="621"/>
                </a:lnTo>
                <a:lnTo>
                  <a:pt x="118" y="621"/>
                </a:lnTo>
                <a:lnTo>
                  <a:pt x="117" y="621"/>
                </a:lnTo>
                <a:lnTo>
                  <a:pt x="116" y="621"/>
                </a:lnTo>
                <a:lnTo>
                  <a:pt x="115" y="620"/>
                </a:lnTo>
                <a:lnTo>
                  <a:pt x="113" y="619"/>
                </a:lnTo>
                <a:lnTo>
                  <a:pt x="112" y="619"/>
                </a:lnTo>
                <a:lnTo>
                  <a:pt x="112" y="618"/>
                </a:lnTo>
                <a:lnTo>
                  <a:pt x="111" y="618"/>
                </a:lnTo>
                <a:lnTo>
                  <a:pt x="110" y="617"/>
                </a:lnTo>
                <a:lnTo>
                  <a:pt x="109" y="616"/>
                </a:lnTo>
                <a:lnTo>
                  <a:pt x="109" y="615"/>
                </a:lnTo>
                <a:lnTo>
                  <a:pt x="108" y="615"/>
                </a:lnTo>
                <a:lnTo>
                  <a:pt x="107" y="614"/>
                </a:lnTo>
                <a:lnTo>
                  <a:pt x="106" y="614"/>
                </a:lnTo>
                <a:lnTo>
                  <a:pt x="105" y="613"/>
                </a:lnTo>
                <a:lnTo>
                  <a:pt x="104" y="612"/>
                </a:lnTo>
                <a:lnTo>
                  <a:pt x="103" y="611"/>
                </a:lnTo>
                <a:lnTo>
                  <a:pt x="102" y="611"/>
                </a:lnTo>
                <a:lnTo>
                  <a:pt x="101" y="611"/>
                </a:lnTo>
                <a:lnTo>
                  <a:pt x="100" y="611"/>
                </a:lnTo>
                <a:lnTo>
                  <a:pt x="100" y="610"/>
                </a:lnTo>
                <a:lnTo>
                  <a:pt x="99" y="610"/>
                </a:lnTo>
                <a:lnTo>
                  <a:pt x="98" y="609"/>
                </a:lnTo>
                <a:lnTo>
                  <a:pt x="98" y="608"/>
                </a:lnTo>
                <a:lnTo>
                  <a:pt x="97" y="608"/>
                </a:lnTo>
                <a:lnTo>
                  <a:pt x="96" y="608"/>
                </a:lnTo>
                <a:lnTo>
                  <a:pt x="95" y="608"/>
                </a:lnTo>
                <a:lnTo>
                  <a:pt x="94" y="608"/>
                </a:lnTo>
                <a:lnTo>
                  <a:pt x="93" y="608"/>
                </a:lnTo>
                <a:lnTo>
                  <a:pt x="91" y="609"/>
                </a:lnTo>
                <a:lnTo>
                  <a:pt x="89" y="609"/>
                </a:lnTo>
                <a:lnTo>
                  <a:pt x="89" y="608"/>
                </a:lnTo>
                <a:lnTo>
                  <a:pt x="88" y="608"/>
                </a:lnTo>
                <a:lnTo>
                  <a:pt x="87" y="608"/>
                </a:lnTo>
                <a:lnTo>
                  <a:pt x="87" y="607"/>
                </a:lnTo>
                <a:lnTo>
                  <a:pt x="86" y="607"/>
                </a:lnTo>
                <a:lnTo>
                  <a:pt x="86" y="606"/>
                </a:lnTo>
                <a:lnTo>
                  <a:pt x="85" y="606"/>
                </a:lnTo>
                <a:lnTo>
                  <a:pt x="84" y="606"/>
                </a:lnTo>
                <a:lnTo>
                  <a:pt x="84" y="605"/>
                </a:lnTo>
                <a:lnTo>
                  <a:pt x="83" y="605"/>
                </a:lnTo>
                <a:lnTo>
                  <a:pt x="83" y="604"/>
                </a:lnTo>
                <a:lnTo>
                  <a:pt x="83" y="603"/>
                </a:lnTo>
                <a:lnTo>
                  <a:pt x="83" y="602"/>
                </a:lnTo>
                <a:lnTo>
                  <a:pt x="82" y="602"/>
                </a:lnTo>
                <a:lnTo>
                  <a:pt x="82" y="601"/>
                </a:lnTo>
                <a:lnTo>
                  <a:pt x="81" y="601"/>
                </a:lnTo>
                <a:lnTo>
                  <a:pt x="81" y="600"/>
                </a:lnTo>
                <a:lnTo>
                  <a:pt x="80" y="599"/>
                </a:lnTo>
                <a:lnTo>
                  <a:pt x="80" y="598"/>
                </a:lnTo>
                <a:lnTo>
                  <a:pt x="79" y="598"/>
                </a:lnTo>
                <a:lnTo>
                  <a:pt x="79" y="597"/>
                </a:lnTo>
                <a:lnTo>
                  <a:pt x="78" y="596"/>
                </a:lnTo>
                <a:lnTo>
                  <a:pt x="77" y="595"/>
                </a:lnTo>
                <a:lnTo>
                  <a:pt x="77" y="594"/>
                </a:lnTo>
                <a:lnTo>
                  <a:pt x="76" y="593"/>
                </a:lnTo>
                <a:lnTo>
                  <a:pt x="76" y="592"/>
                </a:lnTo>
                <a:lnTo>
                  <a:pt x="75" y="592"/>
                </a:lnTo>
                <a:lnTo>
                  <a:pt x="75" y="591"/>
                </a:lnTo>
                <a:lnTo>
                  <a:pt x="74" y="591"/>
                </a:lnTo>
                <a:lnTo>
                  <a:pt x="73" y="591"/>
                </a:lnTo>
                <a:lnTo>
                  <a:pt x="73" y="590"/>
                </a:lnTo>
                <a:lnTo>
                  <a:pt x="73" y="591"/>
                </a:lnTo>
                <a:lnTo>
                  <a:pt x="71" y="591"/>
                </a:lnTo>
                <a:lnTo>
                  <a:pt x="71" y="590"/>
                </a:lnTo>
                <a:lnTo>
                  <a:pt x="70" y="590"/>
                </a:lnTo>
                <a:lnTo>
                  <a:pt x="69" y="590"/>
                </a:lnTo>
                <a:lnTo>
                  <a:pt x="68" y="590"/>
                </a:lnTo>
                <a:lnTo>
                  <a:pt x="68" y="589"/>
                </a:lnTo>
                <a:lnTo>
                  <a:pt x="67" y="589"/>
                </a:lnTo>
                <a:lnTo>
                  <a:pt x="66" y="589"/>
                </a:lnTo>
                <a:lnTo>
                  <a:pt x="65" y="589"/>
                </a:lnTo>
                <a:lnTo>
                  <a:pt x="65" y="588"/>
                </a:lnTo>
                <a:lnTo>
                  <a:pt x="64" y="588"/>
                </a:lnTo>
                <a:lnTo>
                  <a:pt x="63" y="588"/>
                </a:lnTo>
                <a:lnTo>
                  <a:pt x="62" y="588"/>
                </a:lnTo>
                <a:lnTo>
                  <a:pt x="62" y="587"/>
                </a:lnTo>
                <a:lnTo>
                  <a:pt x="61" y="587"/>
                </a:lnTo>
                <a:lnTo>
                  <a:pt x="61" y="586"/>
                </a:lnTo>
                <a:lnTo>
                  <a:pt x="62" y="585"/>
                </a:lnTo>
                <a:lnTo>
                  <a:pt x="61" y="584"/>
                </a:lnTo>
                <a:lnTo>
                  <a:pt x="61" y="583"/>
                </a:lnTo>
                <a:lnTo>
                  <a:pt x="61" y="582"/>
                </a:lnTo>
                <a:lnTo>
                  <a:pt x="61" y="581"/>
                </a:lnTo>
                <a:lnTo>
                  <a:pt x="60" y="581"/>
                </a:lnTo>
                <a:lnTo>
                  <a:pt x="59" y="581"/>
                </a:lnTo>
                <a:lnTo>
                  <a:pt x="59" y="580"/>
                </a:lnTo>
                <a:lnTo>
                  <a:pt x="58" y="580"/>
                </a:lnTo>
                <a:lnTo>
                  <a:pt x="57" y="580"/>
                </a:lnTo>
                <a:lnTo>
                  <a:pt x="57" y="579"/>
                </a:lnTo>
                <a:lnTo>
                  <a:pt x="56" y="579"/>
                </a:lnTo>
                <a:lnTo>
                  <a:pt x="55" y="579"/>
                </a:lnTo>
                <a:lnTo>
                  <a:pt x="54" y="578"/>
                </a:lnTo>
                <a:lnTo>
                  <a:pt x="54" y="577"/>
                </a:lnTo>
                <a:lnTo>
                  <a:pt x="53" y="576"/>
                </a:lnTo>
                <a:lnTo>
                  <a:pt x="52" y="576"/>
                </a:lnTo>
                <a:lnTo>
                  <a:pt x="52" y="575"/>
                </a:lnTo>
                <a:lnTo>
                  <a:pt x="52" y="574"/>
                </a:lnTo>
                <a:lnTo>
                  <a:pt x="52" y="573"/>
                </a:lnTo>
                <a:lnTo>
                  <a:pt x="52" y="572"/>
                </a:lnTo>
                <a:lnTo>
                  <a:pt x="52" y="571"/>
                </a:lnTo>
                <a:lnTo>
                  <a:pt x="52" y="570"/>
                </a:lnTo>
                <a:lnTo>
                  <a:pt x="53" y="570"/>
                </a:lnTo>
                <a:lnTo>
                  <a:pt x="53" y="569"/>
                </a:lnTo>
                <a:lnTo>
                  <a:pt x="54" y="568"/>
                </a:lnTo>
                <a:lnTo>
                  <a:pt x="53" y="568"/>
                </a:lnTo>
                <a:lnTo>
                  <a:pt x="53" y="567"/>
                </a:lnTo>
                <a:lnTo>
                  <a:pt x="53" y="566"/>
                </a:lnTo>
                <a:lnTo>
                  <a:pt x="54" y="566"/>
                </a:lnTo>
                <a:lnTo>
                  <a:pt x="54" y="565"/>
                </a:lnTo>
                <a:lnTo>
                  <a:pt x="54" y="564"/>
                </a:lnTo>
                <a:lnTo>
                  <a:pt x="53" y="564"/>
                </a:lnTo>
                <a:lnTo>
                  <a:pt x="52" y="564"/>
                </a:lnTo>
                <a:lnTo>
                  <a:pt x="52" y="563"/>
                </a:lnTo>
                <a:lnTo>
                  <a:pt x="52" y="562"/>
                </a:lnTo>
                <a:lnTo>
                  <a:pt x="52" y="561"/>
                </a:lnTo>
                <a:lnTo>
                  <a:pt x="51" y="561"/>
                </a:lnTo>
                <a:lnTo>
                  <a:pt x="50" y="560"/>
                </a:lnTo>
                <a:lnTo>
                  <a:pt x="49" y="560"/>
                </a:lnTo>
                <a:lnTo>
                  <a:pt x="48" y="560"/>
                </a:lnTo>
                <a:lnTo>
                  <a:pt x="46" y="560"/>
                </a:lnTo>
                <a:lnTo>
                  <a:pt x="45" y="560"/>
                </a:lnTo>
                <a:lnTo>
                  <a:pt x="45" y="559"/>
                </a:lnTo>
                <a:lnTo>
                  <a:pt x="45" y="558"/>
                </a:lnTo>
                <a:lnTo>
                  <a:pt x="45" y="557"/>
                </a:lnTo>
                <a:lnTo>
                  <a:pt x="46" y="557"/>
                </a:lnTo>
                <a:lnTo>
                  <a:pt x="46" y="556"/>
                </a:lnTo>
                <a:lnTo>
                  <a:pt x="47" y="556"/>
                </a:lnTo>
                <a:lnTo>
                  <a:pt x="47" y="555"/>
                </a:lnTo>
                <a:lnTo>
                  <a:pt x="47" y="554"/>
                </a:lnTo>
                <a:lnTo>
                  <a:pt x="48" y="554"/>
                </a:lnTo>
                <a:lnTo>
                  <a:pt x="48" y="553"/>
                </a:lnTo>
                <a:lnTo>
                  <a:pt x="47" y="553"/>
                </a:lnTo>
                <a:lnTo>
                  <a:pt x="46" y="553"/>
                </a:lnTo>
                <a:lnTo>
                  <a:pt x="45" y="553"/>
                </a:lnTo>
                <a:lnTo>
                  <a:pt x="44" y="553"/>
                </a:lnTo>
                <a:lnTo>
                  <a:pt x="44" y="552"/>
                </a:lnTo>
                <a:lnTo>
                  <a:pt x="44" y="551"/>
                </a:lnTo>
                <a:lnTo>
                  <a:pt x="43" y="551"/>
                </a:lnTo>
                <a:lnTo>
                  <a:pt x="42" y="551"/>
                </a:lnTo>
                <a:lnTo>
                  <a:pt x="42" y="550"/>
                </a:lnTo>
                <a:lnTo>
                  <a:pt x="42" y="549"/>
                </a:lnTo>
                <a:lnTo>
                  <a:pt x="41" y="549"/>
                </a:lnTo>
                <a:lnTo>
                  <a:pt x="41" y="548"/>
                </a:lnTo>
                <a:lnTo>
                  <a:pt x="40" y="548"/>
                </a:lnTo>
                <a:lnTo>
                  <a:pt x="40" y="547"/>
                </a:lnTo>
                <a:lnTo>
                  <a:pt x="39" y="547"/>
                </a:lnTo>
                <a:lnTo>
                  <a:pt x="39" y="546"/>
                </a:lnTo>
                <a:lnTo>
                  <a:pt x="38" y="546"/>
                </a:lnTo>
                <a:lnTo>
                  <a:pt x="38" y="547"/>
                </a:lnTo>
                <a:lnTo>
                  <a:pt x="37" y="547"/>
                </a:lnTo>
                <a:lnTo>
                  <a:pt x="36" y="547"/>
                </a:lnTo>
                <a:lnTo>
                  <a:pt x="35" y="547"/>
                </a:lnTo>
                <a:lnTo>
                  <a:pt x="34" y="546"/>
                </a:lnTo>
                <a:lnTo>
                  <a:pt x="34" y="545"/>
                </a:lnTo>
                <a:lnTo>
                  <a:pt x="33" y="545"/>
                </a:lnTo>
                <a:lnTo>
                  <a:pt x="32" y="544"/>
                </a:lnTo>
                <a:lnTo>
                  <a:pt x="32" y="543"/>
                </a:lnTo>
                <a:lnTo>
                  <a:pt x="32" y="542"/>
                </a:lnTo>
                <a:lnTo>
                  <a:pt x="31" y="542"/>
                </a:lnTo>
                <a:lnTo>
                  <a:pt x="30" y="542"/>
                </a:lnTo>
                <a:lnTo>
                  <a:pt x="30" y="541"/>
                </a:lnTo>
                <a:lnTo>
                  <a:pt x="29" y="541"/>
                </a:lnTo>
                <a:lnTo>
                  <a:pt x="29" y="540"/>
                </a:lnTo>
                <a:lnTo>
                  <a:pt x="28" y="540"/>
                </a:lnTo>
                <a:lnTo>
                  <a:pt x="28" y="539"/>
                </a:lnTo>
                <a:lnTo>
                  <a:pt x="28" y="538"/>
                </a:lnTo>
                <a:lnTo>
                  <a:pt x="27" y="538"/>
                </a:lnTo>
                <a:lnTo>
                  <a:pt x="26" y="537"/>
                </a:lnTo>
                <a:lnTo>
                  <a:pt x="25" y="537"/>
                </a:lnTo>
                <a:lnTo>
                  <a:pt x="25" y="536"/>
                </a:lnTo>
                <a:lnTo>
                  <a:pt x="25" y="535"/>
                </a:lnTo>
                <a:lnTo>
                  <a:pt x="25" y="534"/>
                </a:lnTo>
                <a:lnTo>
                  <a:pt x="24" y="533"/>
                </a:lnTo>
                <a:lnTo>
                  <a:pt x="24" y="532"/>
                </a:lnTo>
                <a:lnTo>
                  <a:pt x="23" y="532"/>
                </a:lnTo>
                <a:lnTo>
                  <a:pt x="23" y="531"/>
                </a:lnTo>
                <a:lnTo>
                  <a:pt x="22" y="531"/>
                </a:lnTo>
                <a:lnTo>
                  <a:pt x="22" y="530"/>
                </a:lnTo>
                <a:lnTo>
                  <a:pt x="22" y="529"/>
                </a:lnTo>
                <a:lnTo>
                  <a:pt x="21" y="529"/>
                </a:lnTo>
                <a:lnTo>
                  <a:pt x="20" y="528"/>
                </a:lnTo>
                <a:lnTo>
                  <a:pt x="21" y="528"/>
                </a:lnTo>
                <a:lnTo>
                  <a:pt x="22" y="528"/>
                </a:lnTo>
                <a:lnTo>
                  <a:pt x="22" y="527"/>
                </a:lnTo>
                <a:lnTo>
                  <a:pt x="22" y="525"/>
                </a:lnTo>
                <a:lnTo>
                  <a:pt x="22" y="524"/>
                </a:lnTo>
                <a:lnTo>
                  <a:pt x="22" y="523"/>
                </a:lnTo>
                <a:lnTo>
                  <a:pt x="23" y="523"/>
                </a:lnTo>
                <a:lnTo>
                  <a:pt x="24" y="523"/>
                </a:lnTo>
                <a:lnTo>
                  <a:pt x="24" y="522"/>
                </a:lnTo>
                <a:lnTo>
                  <a:pt x="25" y="522"/>
                </a:lnTo>
                <a:lnTo>
                  <a:pt x="25" y="521"/>
                </a:lnTo>
                <a:lnTo>
                  <a:pt x="26" y="520"/>
                </a:lnTo>
                <a:lnTo>
                  <a:pt x="27" y="520"/>
                </a:lnTo>
                <a:lnTo>
                  <a:pt x="28" y="520"/>
                </a:lnTo>
                <a:lnTo>
                  <a:pt x="30" y="520"/>
                </a:lnTo>
                <a:lnTo>
                  <a:pt x="31" y="520"/>
                </a:lnTo>
                <a:lnTo>
                  <a:pt x="31" y="521"/>
                </a:lnTo>
                <a:lnTo>
                  <a:pt x="31" y="520"/>
                </a:lnTo>
                <a:lnTo>
                  <a:pt x="31" y="519"/>
                </a:lnTo>
                <a:lnTo>
                  <a:pt x="31" y="518"/>
                </a:lnTo>
                <a:lnTo>
                  <a:pt x="32" y="518"/>
                </a:lnTo>
                <a:lnTo>
                  <a:pt x="33" y="518"/>
                </a:lnTo>
                <a:lnTo>
                  <a:pt x="34" y="518"/>
                </a:lnTo>
                <a:lnTo>
                  <a:pt x="35" y="518"/>
                </a:lnTo>
                <a:lnTo>
                  <a:pt x="35" y="517"/>
                </a:lnTo>
                <a:lnTo>
                  <a:pt x="36" y="517"/>
                </a:lnTo>
                <a:lnTo>
                  <a:pt x="37" y="516"/>
                </a:lnTo>
                <a:lnTo>
                  <a:pt x="37" y="515"/>
                </a:lnTo>
                <a:lnTo>
                  <a:pt x="36" y="514"/>
                </a:lnTo>
                <a:lnTo>
                  <a:pt x="36" y="513"/>
                </a:lnTo>
                <a:lnTo>
                  <a:pt x="37" y="513"/>
                </a:lnTo>
                <a:lnTo>
                  <a:pt x="37" y="512"/>
                </a:lnTo>
                <a:lnTo>
                  <a:pt x="38" y="512"/>
                </a:lnTo>
                <a:lnTo>
                  <a:pt x="38" y="511"/>
                </a:lnTo>
                <a:lnTo>
                  <a:pt x="37" y="510"/>
                </a:lnTo>
                <a:lnTo>
                  <a:pt x="38" y="510"/>
                </a:lnTo>
                <a:lnTo>
                  <a:pt x="38" y="509"/>
                </a:lnTo>
                <a:lnTo>
                  <a:pt x="38" y="508"/>
                </a:lnTo>
                <a:lnTo>
                  <a:pt x="38" y="507"/>
                </a:lnTo>
                <a:lnTo>
                  <a:pt x="39" y="507"/>
                </a:lnTo>
                <a:lnTo>
                  <a:pt x="39" y="506"/>
                </a:lnTo>
                <a:lnTo>
                  <a:pt x="38" y="505"/>
                </a:lnTo>
                <a:lnTo>
                  <a:pt x="38" y="504"/>
                </a:lnTo>
                <a:lnTo>
                  <a:pt x="38" y="503"/>
                </a:lnTo>
                <a:lnTo>
                  <a:pt x="39" y="502"/>
                </a:lnTo>
                <a:lnTo>
                  <a:pt x="40" y="502"/>
                </a:lnTo>
                <a:lnTo>
                  <a:pt x="40" y="501"/>
                </a:lnTo>
                <a:lnTo>
                  <a:pt x="41" y="501"/>
                </a:lnTo>
                <a:lnTo>
                  <a:pt x="41" y="500"/>
                </a:lnTo>
                <a:lnTo>
                  <a:pt x="42" y="500"/>
                </a:lnTo>
                <a:lnTo>
                  <a:pt x="42" y="499"/>
                </a:lnTo>
                <a:lnTo>
                  <a:pt x="42" y="498"/>
                </a:lnTo>
                <a:lnTo>
                  <a:pt x="41" y="498"/>
                </a:lnTo>
                <a:lnTo>
                  <a:pt x="41" y="497"/>
                </a:lnTo>
                <a:lnTo>
                  <a:pt x="41" y="496"/>
                </a:lnTo>
                <a:lnTo>
                  <a:pt x="40" y="496"/>
                </a:lnTo>
                <a:lnTo>
                  <a:pt x="39" y="497"/>
                </a:lnTo>
                <a:lnTo>
                  <a:pt x="38" y="496"/>
                </a:lnTo>
                <a:lnTo>
                  <a:pt x="37" y="495"/>
                </a:lnTo>
                <a:lnTo>
                  <a:pt x="38" y="494"/>
                </a:lnTo>
                <a:lnTo>
                  <a:pt x="37" y="494"/>
                </a:lnTo>
                <a:lnTo>
                  <a:pt x="36" y="493"/>
                </a:lnTo>
                <a:lnTo>
                  <a:pt x="35" y="493"/>
                </a:lnTo>
                <a:lnTo>
                  <a:pt x="36" y="492"/>
                </a:lnTo>
                <a:lnTo>
                  <a:pt x="36" y="491"/>
                </a:lnTo>
                <a:lnTo>
                  <a:pt x="37" y="490"/>
                </a:lnTo>
                <a:lnTo>
                  <a:pt x="37" y="489"/>
                </a:lnTo>
                <a:lnTo>
                  <a:pt x="37" y="488"/>
                </a:lnTo>
                <a:lnTo>
                  <a:pt x="37" y="487"/>
                </a:lnTo>
                <a:lnTo>
                  <a:pt x="38" y="487"/>
                </a:lnTo>
                <a:lnTo>
                  <a:pt x="37" y="487"/>
                </a:lnTo>
                <a:lnTo>
                  <a:pt x="37" y="486"/>
                </a:lnTo>
                <a:lnTo>
                  <a:pt x="37" y="485"/>
                </a:lnTo>
                <a:lnTo>
                  <a:pt x="36" y="485"/>
                </a:lnTo>
                <a:lnTo>
                  <a:pt x="36" y="484"/>
                </a:lnTo>
                <a:lnTo>
                  <a:pt x="37" y="484"/>
                </a:lnTo>
                <a:lnTo>
                  <a:pt x="37" y="483"/>
                </a:lnTo>
                <a:lnTo>
                  <a:pt x="37" y="482"/>
                </a:lnTo>
                <a:lnTo>
                  <a:pt x="36" y="482"/>
                </a:lnTo>
                <a:lnTo>
                  <a:pt x="37" y="481"/>
                </a:lnTo>
                <a:lnTo>
                  <a:pt x="37" y="480"/>
                </a:lnTo>
                <a:lnTo>
                  <a:pt x="37" y="479"/>
                </a:lnTo>
                <a:lnTo>
                  <a:pt x="36" y="479"/>
                </a:lnTo>
                <a:lnTo>
                  <a:pt x="37" y="479"/>
                </a:lnTo>
                <a:lnTo>
                  <a:pt x="37" y="478"/>
                </a:lnTo>
                <a:lnTo>
                  <a:pt x="36" y="478"/>
                </a:lnTo>
                <a:lnTo>
                  <a:pt x="36" y="477"/>
                </a:lnTo>
                <a:lnTo>
                  <a:pt x="37" y="477"/>
                </a:lnTo>
                <a:lnTo>
                  <a:pt x="36" y="477"/>
                </a:lnTo>
                <a:lnTo>
                  <a:pt x="36" y="476"/>
                </a:lnTo>
                <a:lnTo>
                  <a:pt x="35" y="476"/>
                </a:lnTo>
                <a:lnTo>
                  <a:pt x="35" y="475"/>
                </a:lnTo>
                <a:lnTo>
                  <a:pt x="34" y="475"/>
                </a:lnTo>
                <a:lnTo>
                  <a:pt x="33" y="474"/>
                </a:lnTo>
                <a:lnTo>
                  <a:pt x="34" y="474"/>
                </a:lnTo>
                <a:lnTo>
                  <a:pt x="34" y="473"/>
                </a:lnTo>
                <a:lnTo>
                  <a:pt x="33" y="473"/>
                </a:lnTo>
                <a:lnTo>
                  <a:pt x="33" y="472"/>
                </a:lnTo>
                <a:lnTo>
                  <a:pt x="34" y="472"/>
                </a:lnTo>
                <a:lnTo>
                  <a:pt x="35" y="472"/>
                </a:lnTo>
                <a:lnTo>
                  <a:pt x="35" y="471"/>
                </a:lnTo>
                <a:lnTo>
                  <a:pt x="35" y="470"/>
                </a:lnTo>
                <a:lnTo>
                  <a:pt x="35" y="469"/>
                </a:lnTo>
                <a:lnTo>
                  <a:pt x="34" y="468"/>
                </a:lnTo>
                <a:lnTo>
                  <a:pt x="34" y="467"/>
                </a:lnTo>
                <a:lnTo>
                  <a:pt x="33" y="468"/>
                </a:lnTo>
                <a:lnTo>
                  <a:pt x="32" y="468"/>
                </a:lnTo>
                <a:lnTo>
                  <a:pt x="31" y="468"/>
                </a:lnTo>
                <a:lnTo>
                  <a:pt x="31" y="467"/>
                </a:lnTo>
                <a:lnTo>
                  <a:pt x="30" y="467"/>
                </a:lnTo>
                <a:lnTo>
                  <a:pt x="30" y="466"/>
                </a:lnTo>
                <a:lnTo>
                  <a:pt x="29" y="466"/>
                </a:lnTo>
                <a:lnTo>
                  <a:pt x="29" y="465"/>
                </a:lnTo>
                <a:lnTo>
                  <a:pt x="29" y="464"/>
                </a:lnTo>
                <a:lnTo>
                  <a:pt x="30" y="463"/>
                </a:lnTo>
                <a:lnTo>
                  <a:pt x="29" y="462"/>
                </a:lnTo>
                <a:lnTo>
                  <a:pt x="28" y="461"/>
                </a:lnTo>
                <a:lnTo>
                  <a:pt x="29" y="461"/>
                </a:lnTo>
                <a:lnTo>
                  <a:pt x="29" y="460"/>
                </a:lnTo>
                <a:lnTo>
                  <a:pt x="30" y="460"/>
                </a:lnTo>
                <a:lnTo>
                  <a:pt x="29" y="460"/>
                </a:lnTo>
                <a:lnTo>
                  <a:pt x="29" y="459"/>
                </a:lnTo>
                <a:lnTo>
                  <a:pt x="29" y="458"/>
                </a:lnTo>
                <a:lnTo>
                  <a:pt x="30" y="458"/>
                </a:lnTo>
                <a:lnTo>
                  <a:pt x="31" y="458"/>
                </a:lnTo>
                <a:lnTo>
                  <a:pt x="32" y="457"/>
                </a:lnTo>
                <a:lnTo>
                  <a:pt x="33" y="457"/>
                </a:lnTo>
                <a:lnTo>
                  <a:pt x="33" y="456"/>
                </a:lnTo>
                <a:lnTo>
                  <a:pt x="34" y="457"/>
                </a:lnTo>
                <a:lnTo>
                  <a:pt x="35" y="457"/>
                </a:lnTo>
                <a:lnTo>
                  <a:pt x="36" y="457"/>
                </a:lnTo>
                <a:lnTo>
                  <a:pt x="36" y="456"/>
                </a:lnTo>
                <a:lnTo>
                  <a:pt x="36" y="455"/>
                </a:lnTo>
                <a:lnTo>
                  <a:pt x="36" y="454"/>
                </a:lnTo>
                <a:lnTo>
                  <a:pt x="37" y="454"/>
                </a:lnTo>
                <a:lnTo>
                  <a:pt x="38" y="454"/>
                </a:lnTo>
                <a:lnTo>
                  <a:pt x="38" y="453"/>
                </a:lnTo>
                <a:lnTo>
                  <a:pt x="38" y="452"/>
                </a:lnTo>
                <a:lnTo>
                  <a:pt x="38" y="451"/>
                </a:lnTo>
                <a:lnTo>
                  <a:pt x="39" y="451"/>
                </a:lnTo>
                <a:lnTo>
                  <a:pt x="40" y="451"/>
                </a:lnTo>
                <a:lnTo>
                  <a:pt x="40" y="450"/>
                </a:lnTo>
                <a:lnTo>
                  <a:pt x="41" y="450"/>
                </a:lnTo>
                <a:lnTo>
                  <a:pt x="42" y="450"/>
                </a:lnTo>
                <a:lnTo>
                  <a:pt x="41" y="450"/>
                </a:lnTo>
                <a:lnTo>
                  <a:pt x="41" y="449"/>
                </a:lnTo>
                <a:lnTo>
                  <a:pt x="40" y="449"/>
                </a:lnTo>
                <a:lnTo>
                  <a:pt x="40" y="448"/>
                </a:lnTo>
                <a:lnTo>
                  <a:pt x="40" y="447"/>
                </a:lnTo>
                <a:lnTo>
                  <a:pt x="39" y="446"/>
                </a:lnTo>
                <a:lnTo>
                  <a:pt x="40" y="446"/>
                </a:lnTo>
                <a:lnTo>
                  <a:pt x="40" y="445"/>
                </a:lnTo>
                <a:lnTo>
                  <a:pt x="39" y="445"/>
                </a:lnTo>
                <a:lnTo>
                  <a:pt x="38" y="444"/>
                </a:lnTo>
                <a:lnTo>
                  <a:pt x="37" y="444"/>
                </a:lnTo>
                <a:lnTo>
                  <a:pt x="36" y="444"/>
                </a:lnTo>
                <a:lnTo>
                  <a:pt x="37" y="444"/>
                </a:lnTo>
                <a:lnTo>
                  <a:pt x="37" y="443"/>
                </a:lnTo>
                <a:lnTo>
                  <a:pt x="38" y="443"/>
                </a:lnTo>
                <a:lnTo>
                  <a:pt x="37" y="443"/>
                </a:lnTo>
                <a:lnTo>
                  <a:pt x="37" y="442"/>
                </a:lnTo>
                <a:lnTo>
                  <a:pt x="37" y="441"/>
                </a:lnTo>
                <a:lnTo>
                  <a:pt x="36" y="440"/>
                </a:lnTo>
                <a:lnTo>
                  <a:pt x="36" y="439"/>
                </a:lnTo>
                <a:lnTo>
                  <a:pt x="35" y="439"/>
                </a:lnTo>
                <a:lnTo>
                  <a:pt x="34" y="439"/>
                </a:lnTo>
                <a:lnTo>
                  <a:pt x="33" y="439"/>
                </a:lnTo>
                <a:lnTo>
                  <a:pt x="33" y="440"/>
                </a:lnTo>
                <a:lnTo>
                  <a:pt x="32" y="440"/>
                </a:lnTo>
                <a:lnTo>
                  <a:pt x="32" y="439"/>
                </a:lnTo>
                <a:lnTo>
                  <a:pt x="32" y="440"/>
                </a:lnTo>
                <a:lnTo>
                  <a:pt x="31" y="440"/>
                </a:lnTo>
                <a:lnTo>
                  <a:pt x="31" y="441"/>
                </a:lnTo>
                <a:lnTo>
                  <a:pt x="30" y="441"/>
                </a:lnTo>
                <a:lnTo>
                  <a:pt x="30" y="440"/>
                </a:lnTo>
                <a:lnTo>
                  <a:pt x="29" y="440"/>
                </a:lnTo>
                <a:lnTo>
                  <a:pt x="28" y="440"/>
                </a:lnTo>
                <a:lnTo>
                  <a:pt x="28" y="439"/>
                </a:lnTo>
                <a:lnTo>
                  <a:pt x="27" y="439"/>
                </a:lnTo>
                <a:lnTo>
                  <a:pt x="27" y="440"/>
                </a:lnTo>
                <a:lnTo>
                  <a:pt x="26" y="440"/>
                </a:lnTo>
                <a:lnTo>
                  <a:pt x="26" y="441"/>
                </a:lnTo>
                <a:lnTo>
                  <a:pt x="25" y="441"/>
                </a:lnTo>
                <a:lnTo>
                  <a:pt x="24" y="441"/>
                </a:lnTo>
                <a:lnTo>
                  <a:pt x="24" y="442"/>
                </a:lnTo>
                <a:lnTo>
                  <a:pt x="23" y="442"/>
                </a:lnTo>
                <a:lnTo>
                  <a:pt x="22" y="442"/>
                </a:lnTo>
                <a:lnTo>
                  <a:pt x="22" y="443"/>
                </a:lnTo>
                <a:lnTo>
                  <a:pt x="21" y="443"/>
                </a:lnTo>
                <a:lnTo>
                  <a:pt x="19" y="443"/>
                </a:lnTo>
                <a:lnTo>
                  <a:pt x="20" y="442"/>
                </a:lnTo>
                <a:lnTo>
                  <a:pt x="19" y="442"/>
                </a:lnTo>
                <a:lnTo>
                  <a:pt x="18" y="442"/>
                </a:lnTo>
                <a:lnTo>
                  <a:pt x="17" y="442"/>
                </a:lnTo>
                <a:lnTo>
                  <a:pt x="16" y="442"/>
                </a:lnTo>
                <a:lnTo>
                  <a:pt x="16" y="441"/>
                </a:lnTo>
                <a:lnTo>
                  <a:pt x="16" y="440"/>
                </a:lnTo>
                <a:lnTo>
                  <a:pt x="15" y="440"/>
                </a:lnTo>
                <a:lnTo>
                  <a:pt x="15" y="439"/>
                </a:lnTo>
                <a:lnTo>
                  <a:pt x="14" y="439"/>
                </a:lnTo>
                <a:lnTo>
                  <a:pt x="14" y="438"/>
                </a:lnTo>
                <a:lnTo>
                  <a:pt x="14" y="437"/>
                </a:lnTo>
                <a:lnTo>
                  <a:pt x="14" y="436"/>
                </a:lnTo>
                <a:lnTo>
                  <a:pt x="15" y="436"/>
                </a:lnTo>
                <a:lnTo>
                  <a:pt x="15" y="435"/>
                </a:lnTo>
                <a:lnTo>
                  <a:pt x="14" y="435"/>
                </a:lnTo>
                <a:lnTo>
                  <a:pt x="14" y="434"/>
                </a:lnTo>
                <a:lnTo>
                  <a:pt x="15" y="433"/>
                </a:lnTo>
                <a:lnTo>
                  <a:pt x="15" y="432"/>
                </a:lnTo>
                <a:lnTo>
                  <a:pt x="15" y="431"/>
                </a:lnTo>
                <a:lnTo>
                  <a:pt x="15" y="430"/>
                </a:lnTo>
                <a:lnTo>
                  <a:pt x="14" y="430"/>
                </a:lnTo>
                <a:lnTo>
                  <a:pt x="15" y="429"/>
                </a:lnTo>
                <a:lnTo>
                  <a:pt x="16" y="429"/>
                </a:lnTo>
                <a:lnTo>
                  <a:pt x="16" y="428"/>
                </a:lnTo>
                <a:lnTo>
                  <a:pt x="16" y="427"/>
                </a:lnTo>
                <a:lnTo>
                  <a:pt x="16" y="426"/>
                </a:lnTo>
                <a:lnTo>
                  <a:pt x="15" y="425"/>
                </a:lnTo>
                <a:lnTo>
                  <a:pt x="16" y="425"/>
                </a:lnTo>
                <a:lnTo>
                  <a:pt x="17" y="425"/>
                </a:lnTo>
                <a:lnTo>
                  <a:pt x="17" y="424"/>
                </a:lnTo>
                <a:lnTo>
                  <a:pt x="16" y="424"/>
                </a:lnTo>
                <a:lnTo>
                  <a:pt x="17" y="424"/>
                </a:lnTo>
                <a:lnTo>
                  <a:pt x="17" y="423"/>
                </a:lnTo>
                <a:lnTo>
                  <a:pt x="17" y="422"/>
                </a:lnTo>
                <a:lnTo>
                  <a:pt x="16" y="421"/>
                </a:lnTo>
                <a:lnTo>
                  <a:pt x="16" y="420"/>
                </a:lnTo>
                <a:lnTo>
                  <a:pt x="17" y="420"/>
                </a:lnTo>
                <a:lnTo>
                  <a:pt x="16" y="420"/>
                </a:lnTo>
                <a:lnTo>
                  <a:pt x="16" y="419"/>
                </a:lnTo>
                <a:lnTo>
                  <a:pt x="15" y="418"/>
                </a:lnTo>
                <a:lnTo>
                  <a:pt x="14" y="418"/>
                </a:lnTo>
                <a:lnTo>
                  <a:pt x="14" y="419"/>
                </a:lnTo>
                <a:lnTo>
                  <a:pt x="13" y="419"/>
                </a:lnTo>
                <a:lnTo>
                  <a:pt x="12" y="418"/>
                </a:lnTo>
                <a:lnTo>
                  <a:pt x="11" y="418"/>
                </a:lnTo>
                <a:lnTo>
                  <a:pt x="10" y="417"/>
                </a:lnTo>
                <a:lnTo>
                  <a:pt x="9" y="417"/>
                </a:lnTo>
                <a:lnTo>
                  <a:pt x="9" y="416"/>
                </a:lnTo>
                <a:lnTo>
                  <a:pt x="9" y="415"/>
                </a:lnTo>
                <a:lnTo>
                  <a:pt x="9" y="414"/>
                </a:lnTo>
                <a:lnTo>
                  <a:pt x="8" y="413"/>
                </a:lnTo>
                <a:lnTo>
                  <a:pt x="7" y="412"/>
                </a:lnTo>
                <a:lnTo>
                  <a:pt x="7" y="411"/>
                </a:lnTo>
                <a:lnTo>
                  <a:pt x="6" y="410"/>
                </a:lnTo>
                <a:lnTo>
                  <a:pt x="6" y="409"/>
                </a:lnTo>
                <a:lnTo>
                  <a:pt x="5" y="409"/>
                </a:lnTo>
                <a:lnTo>
                  <a:pt x="5" y="408"/>
                </a:lnTo>
                <a:lnTo>
                  <a:pt x="4" y="408"/>
                </a:lnTo>
                <a:lnTo>
                  <a:pt x="4" y="407"/>
                </a:lnTo>
                <a:lnTo>
                  <a:pt x="5" y="406"/>
                </a:lnTo>
                <a:lnTo>
                  <a:pt x="6" y="406"/>
                </a:lnTo>
                <a:lnTo>
                  <a:pt x="7" y="405"/>
                </a:lnTo>
                <a:lnTo>
                  <a:pt x="7" y="404"/>
                </a:lnTo>
                <a:lnTo>
                  <a:pt x="8" y="404"/>
                </a:lnTo>
                <a:lnTo>
                  <a:pt x="9" y="404"/>
                </a:lnTo>
                <a:lnTo>
                  <a:pt x="10" y="404"/>
                </a:lnTo>
                <a:lnTo>
                  <a:pt x="10" y="403"/>
                </a:lnTo>
                <a:lnTo>
                  <a:pt x="11" y="403"/>
                </a:lnTo>
                <a:lnTo>
                  <a:pt x="11" y="402"/>
                </a:lnTo>
                <a:lnTo>
                  <a:pt x="10" y="402"/>
                </a:lnTo>
                <a:lnTo>
                  <a:pt x="9" y="402"/>
                </a:lnTo>
                <a:lnTo>
                  <a:pt x="8" y="402"/>
                </a:lnTo>
                <a:lnTo>
                  <a:pt x="8" y="401"/>
                </a:lnTo>
                <a:lnTo>
                  <a:pt x="8" y="400"/>
                </a:lnTo>
                <a:lnTo>
                  <a:pt x="8" y="399"/>
                </a:lnTo>
                <a:lnTo>
                  <a:pt x="9" y="398"/>
                </a:lnTo>
                <a:lnTo>
                  <a:pt x="9" y="397"/>
                </a:lnTo>
                <a:lnTo>
                  <a:pt x="10" y="397"/>
                </a:lnTo>
                <a:lnTo>
                  <a:pt x="10" y="396"/>
                </a:lnTo>
                <a:lnTo>
                  <a:pt x="9" y="395"/>
                </a:lnTo>
                <a:lnTo>
                  <a:pt x="8" y="395"/>
                </a:lnTo>
                <a:lnTo>
                  <a:pt x="8" y="394"/>
                </a:lnTo>
                <a:lnTo>
                  <a:pt x="9" y="393"/>
                </a:lnTo>
                <a:lnTo>
                  <a:pt x="10" y="393"/>
                </a:lnTo>
                <a:lnTo>
                  <a:pt x="11" y="393"/>
                </a:lnTo>
                <a:lnTo>
                  <a:pt x="12" y="393"/>
                </a:lnTo>
                <a:lnTo>
                  <a:pt x="13" y="392"/>
                </a:lnTo>
                <a:lnTo>
                  <a:pt x="14" y="392"/>
                </a:lnTo>
                <a:lnTo>
                  <a:pt x="15" y="392"/>
                </a:lnTo>
                <a:lnTo>
                  <a:pt x="16" y="392"/>
                </a:lnTo>
                <a:lnTo>
                  <a:pt x="17" y="392"/>
                </a:lnTo>
                <a:lnTo>
                  <a:pt x="17" y="391"/>
                </a:lnTo>
                <a:lnTo>
                  <a:pt x="17" y="390"/>
                </a:lnTo>
                <a:lnTo>
                  <a:pt x="18" y="390"/>
                </a:lnTo>
                <a:lnTo>
                  <a:pt x="18" y="389"/>
                </a:lnTo>
                <a:lnTo>
                  <a:pt x="19" y="389"/>
                </a:lnTo>
                <a:lnTo>
                  <a:pt x="20" y="388"/>
                </a:lnTo>
                <a:lnTo>
                  <a:pt x="21" y="388"/>
                </a:lnTo>
                <a:lnTo>
                  <a:pt x="23" y="387"/>
                </a:lnTo>
                <a:lnTo>
                  <a:pt x="24" y="388"/>
                </a:lnTo>
                <a:lnTo>
                  <a:pt x="25" y="388"/>
                </a:lnTo>
                <a:lnTo>
                  <a:pt x="26" y="387"/>
                </a:lnTo>
                <a:lnTo>
                  <a:pt x="27" y="387"/>
                </a:lnTo>
                <a:lnTo>
                  <a:pt x="26" y="387"/>
                </a:lnTo>
                <a:lnTo>
                  <a:pt x="26" y="386"/>
                </a:lnTo>
                <a:lnTo>
                  <a:pt x="27" y="386"/>
                </a:lnTo>
                <a:lnTo>
                  <a:pt x="28" y="386"/>
                </a:lnTo>
                <a:lnTo>
                  <a:pt x="27" y="385"/>
                </a:lnTo>
                <a:lnTo>
                  <a:pt x="28" y="385"/>
                </a:lnTo>
                <a:lnTo>
                  <a:pt x="29" y="385"/>
                </a:lnTo>
                <a:lnTo>
                  <a:pt x="29" y="384"/>
                </a:lnTo>
                <a:lnTo>
                  <a:pt x="29" y="383"/>
                </a:lnTo>
                <a:lnTo>
                  <a:pt x="30" y="383"/>
                </a:lnTo>
                <a:lnTo>
                  <a:pt x="30" y="382"/>
                </a:lnTo>
                <a:lnTo>
                  <a:pt x="31" y="382"/>
                </a:lnTo>
                <a:lnTo>
                  <a:pt x="32" y="382"/>
                </a:lnTo>
                <a:lnTo>
                  <a:pt x="32" y="381"/>
                </a:lnTo>
                <a:lnTo>
                  <a:pt x="31" y="381"/>
                </a:lnTo>
                <a:lnTo>
                  <a:pt x="31" y="380"/>
                </a:lnTo>
                <a:lnTo>
                  <a:pt x="30" y="379"/>
                </a:lnTo>
                <a:lnTo>
                  <a:pt x="29" y="379"/>
                </a:lnTo>
                <a:lnTo>
                  <a:pt x="28" y="379"/>
                </a:lnTo>
                <a:lnTo>
                  <a:pt x="27" y="379"/>
                </a:lnTo>
                <a:lnTo>
                  <a:pt x="27" y="378"/>
                </a:lnTo>
                <a:lnTo>
                  <a:pt x="27" y="377"/>
                </a:lnTo>
                <a:lnTo>
                  <a:pt x="27" y="376"/>
                </a:lnTo>
                <a:lnTo>
                  <a:pt x="26" y="376"/>
                </a:lnTo>
                <a:lnTo>
                  <a:pt x="26" y="375"/>
                </a:lnTo>
                <a:lnTo>
                  <a:pt x="27" y="375"/>
                </a:lnTo>
                <a:lnTo>
                  <a:pt x="27" y="374"/>
                </a:lnTo>
                <a:lnTo>
                  <a:pt x="27" y="373"/>
                </a:lnTo>
                <a:lnTo>
                  <a:pt x="27" y="372"/>
                </a:lnTo>
                <a:lnTo>
                  <a:pt x="27" y="371"/>
                </a:lnTo>
                <a:lnTo>
                  <a:pt x="29" y="371"/>
                </a:lnTo>
                <a:lnTo>
                  <a:pt x="29" y="372"/>
                </a:lnTo>
                <a:lnTo>
                  <a:pt x="30" y="372"/>
                </a:lnTo>
                <a:lnTo>
                  <a:pt x="31" y="372"/>
                </a:lnTo>
                <a:lnTo>
                  <a:pt x="31" y="371"/>
                </a:lnTo>
                <a:lnTo>
                  <a:pt x="32" y="371"/>
                </a:lnTo>
                <a:lnTo>
                  <a:pt x="32" y="369"/>
                </a:lnTo>
                <a:lnTo>
                  <a:pt x="31" y="369"/>
                </a:lnTo>
                <a:lnTo>
                  <a:pt x="31" y="368"/>
                </a:lnTo>
                <a:lnTo>
                  <a:pt x="30" y="367"/>
                </a:lnTo>
                <a:lnTo>
                  <a:pt x="30" y="366"/>
                </a:lnTo>
                <a:lnTo>
                  <a:pt x="30" y="365"/>
                </a:lnTo>
                <a:lnTo>
                  <a:pt x="29" y="365"/>
                </a:lnTo>
                <a:lnTo>
                  <a:pt x="29" y="364"/>
                </a:lnTo>
                <a:lnTo>
                  <a:pt x="30" y="364"/>
                </a:lnTo>
                <a:lnTo>
                  <a:pt x="31" y="364"/>
                </a:lnTo>
                <a:lnTo>
                  <a:pt x="31" y="363"/>
                </a:lnTo>
                <a:lnTo>
                  <a:pt x="31" y="361"/>
                </a:lnTo>
                <a:lnTo>
                  <a:pt x="31" y="360"/>
                </a:lnTo>
                <a:lnTo>
                  <a:pt x="30" y="359"/>
                </a:lnTo>
                <a:lnTo>
                  <a:pt x="31" y="359"/>
                </a:lnTo>
                <a:lnTo>
                  <a:pt x="31" y="358"/>
                </a:lnTo>
                <a:lnTo>
                  <a:pt x="30" y="358"/>
                </a:lnTo>
                <a:lnTo>
                  <a:pt x="30" y="357"/>
                </a:lnTo>
                <a:lnTo>
                  <a:pt x="31" y="357"/>
                </a:lnTo>
                <a:lnTo>
                  <a:pt x="31" y="356"/>
                </a:lnTo>
                <a:lnTo>
                  <a:pt x="31" y="355"/>
                </a:lnTo>
                <a:lnTo>
                  <a:pt x="31" y="354"/>
                </a:lnTo>
                <a:lnTo>
                  <a:pt x="31" y="353"/>
                </a:lnTo>
                <a:lnTo>
                  <a:pt x="32" y="353"/>
                </a:lnTo>
                <a:lnTo>
                  <a:pt x="33" y="353"/>
                </a:lnTo>
                <a:lnTo>
                  <a:pt x="34" y="353"/>
                </a:lnTo>
                <a:lnTo>
                  <a:pt x="34" y="352"/>
                </a:lnTo>
                <a:lnTo>
                  <a:pt x="34" y="351"/>
                </a:lnTo>
                <a:lnTo>
                  <a:pt x="33" y="351"/>
                </a:lnTo>
                <a:lnTo>
                  <a:pt x="33" y="350"/>
                </a:lnTo>
                <a:lnTo>
                  <a:pt x="32" y="350"/>
                </a:lnTo>
                <a:lnTo>
                  <a:pt x="32" y="349"/>
                </a:lnTo>
                <a:lnTo>
                  <a:pt x="33" y="349"/>
                </a:lnTo>
                <a:lnTo>
                  <a:pt x="34" y="349"/>
                </a:lnTo>
                <a:lnTo>
                  <a:pt x="34" y="348"/>
                </a:lnTo>
                <a:lnTo>
                  <a:pt x="34" y="347"/>
                </a:lnTo>
                <a:lnTo>
                  <a:pt x="34" y="346"/>
                </a:lnTo>
                <a:lnTo>
                  <a:pt x="35" y="345"/>
                </a:lnTo>
                <a:lnTo>
                  <a:pt x="36" y="344"/>
                </a:lnTo>
                <a:lnTo>
                  <a:pt x="35" y="343"/>
                </a:lnTo>
                <a:lnTo>
                  <a:pt x="33" y="343"/>
                </a:lnTo>
                <a:lnTo>
                  <a:pt x="32" y="343"/>
                </a:lnTo>
                <a:lnTo>
                  <a:pt x="31" y="343"/>
                </a:lnTo>
                <a:lnTo>
                  <a:pt x="31" y="344"/>
                </a:lnTo>
                <a:lnTo>
                  <a:pt x="31" y="343"/>
                </a:lnTo>
                <a:lnTo>
                  <a:pt x="30" y="343"/>
                </a:lnTo>
                <a:lnTo>
                  <a:pt x="29" y="343"/>
                </a:lnTo>
                <a:lnTo>
                  <a:pt x="29" y="344"/>
                </a:lnTo>
                <a:lnTo>
                  <a:pt x="28" y="344"/>
                </a:lnTo>
                <a:lnTo>
                  <a:pt x="27" y="344"/>
                </a:lnTo>
                <a:lnTo>
                  <a:pt x="26" y="344"/>
                </a:lnTo>
                <a:lnTo>
                  <a:pt x="25" y="344"/>
                </a:lnTo>
                <a:lnTo>
                  <a:pt x="24" y="344"/>
                </a:lnTo>
                <a:lnTo>
                  <a:pt x="23" y="344"/>
                </a:lnTo>
                <a:lnTo>
                  <a:pt x="22" y="344"/>
                </a:lnTo>
                <a:lnTo>
                  <a:pt x="21" y="343"/>
                </a:lnTo>
                <a:lnTo>
                  <a:pt x="20" y="343"/>
                </a:lnTo>
                <a:lnTo>
                  <a:pt x="18" y="343"/>
                </a:lnTo>
                <a:lnTo>
                  <a:pt x="17" y="343"/>
                </a:lnTo>
                <a:lnTo>
                  <a:pt x="16" y="343"/>
                </a:lnTo>
                <a:lnTo>
                  <a:pt x="15" y="343"/>
                </a:lnTo>
                <a:lnTo>
                  <a:pt x="14" y="343"/>
                </a:lnTo>
                <a:lnTo>
                  <a:pt x="13" y="343"/>
                </a:lnTo>
                <a:lnTo>
                  <a:pt x="12" y="343"/>
                </a:lnTo>
                <a:lnTo>
                  <a:pt x="12" y="342"/>
                </a:lnTo>
                <a:lnTo>
                  <a:pt x="11" y="342"/>
                </a:lnTo>
                <a:lnTo>
                  <a:pt x="12" y="341"/>
                </a:lnTo>
                <a:lnTo>
                  <a:pt x="12" y="342"/>
                </a:lnTo>
                <a:lnTo>
                  <a:pt x="13" y="342"/>
                </a:lnTo>
                <a:lnTo>
                  <a:pt x="13" y="341"/>
                </a:lnTo>
                <a:lnTo>
                  <a:pt x="12" y="341"/>
                </a:lnTo>
                <a:lnTo>
                  <a:pt x="11" y="340"/>
                </a:lnTo>
                <a:lnTo>
                  <a:pt x="10" y="340"/>
                </a:lnTo>
                <a:lnTo>
                  <a:pt x="9" y="340"/>
                </a:lnTo>
                <a:lnTo>
                  <a:pt x="9" y="339"/>
                </a:lnTo>
                <a:lnTo>
                  <a:pt x="8" y="339"/>
                </a:lnTo>
                <a:lnTo>
                  <a:pt x="7" y="339"/>
                </a:lnTo>
                <a:lnTo>
                  <a:pt x="7" y="338"/>
                </a:lnTo>
                <a:lnTo>
                  <a:pt x="7" y="339"/>
                </a:lnTo>
                <a:lnTo>
                  <a:pt x="6" y="339"/>
                </a:lnTo>
                <a:lnTo>
                  <a:pt x="5" y="339"/>
                </a:lnTo>
                <a:lnTo>
                  <a:pt x="5" y="338"/>
                </a:lnTo>
                <a:lnTo>
                  <a:pt x="4" y="338"/>
                </a:lnTo>
                <a:lnTo>
                  <a:pt x="3" y="338"/>
                </a:lnTo>
                <a:lnTo>
                  <a:pt x="3" y="337"/>
                </a:lnTo>
                <a:lnTo>
                  <a:pt x="2" y="337"/>
                </a:lnTo>
                <a:lnTo>
                  <a:pt x="1" y="337"/>
                </a:lnTo>
                <a:lnTo>
                  <a:pt x="1" y="336"/>
                </a:lnTo>
                <a:lnTo>
                  <a:pt x="1" y="335"/>
                </a:lnTo>
                <a:lnTo>
                  <a:pt x="2" y="335"/>
                </a:lnTo>
                <a:lnTo>
                  <a:pt x="2" y="334"/>
                </a:lnTo>
                <a:lnTo>
                  <a:pt x="2" y="333"/>
                </a:lnTo>
                <a:lnTo>
                  <a:pt x="2" y="332"/>
                </a:lnTo>
                <a:lnTo>
                  <a:pt x="2" y="331"/>
                </a:lnTo>
                <a:lnTo>
                  <a:pt x="2" y="330"/>
                </a:lnTo>
                <a:lnTo>
                  <a:pt x="2" y="329"/>
                </a:lnTo>
                <a:lnTo>
                  <a:pt x="1" y="328"/>
                </a:lnTo>
                <a:lnTo>
                  <a:pt x="0" y="327"/>
                </a:lnTo>
                <a:lnTo>
                  <a:pt x="0" y="326"/>
                </a:lnTo>
                <a:lnTo>
                  <a:pt x="0" y="325"/>
                </a:lnTo>
                <a:lnTo>
                  <a:pt x="1" y="324"/>
                </a:lnTo>
                <a:lnTo>
                  <a:pt x="2" y="324"/>
                </a:lnTo>
                <a:lnTo>
                  <a:pt x="2" y="325"/>
                </a:lnTo>
                <a:lnTo>
                  <a:pt x="3" y="325"/>
                </a:lnTo>
                <a:lnTo>
                  <a:pt x="4" y="325"/>
                </a:lnTo>
                <a:lnTo>
                  <a:pt x="4" y="326"/>
                </a:lnTo>
                <a:lnTo>
                  <a:pt x="5" y="326"/>
                </a:lnTo>
                <a:lnTo>
                  <a:pt x="6" y="326"/>
                </a:lnTo>
                <a:lnTo>
                  <a:pt x="7" y="326"/>
                </a:lnTo>
                <a:lnTo>
                  <a:pt x="8" y="326"/>
                </a:lnTo>
                <a:lnTo>
                  <a:pt x="9" y="326"/>
                </a:lnTo>
                <a:lnTo>
                  <a:pt x="10" y="326"/>
                </a:lnTo>
                <a:lnTo>
                  <a:pt x="11" y="326"/>
                </a:lnTo>
                <a:lnTo>
                  <a:pt x="12" y="326"/>
                </a:lnTo>
                <a:lnTo>
                  <a:pt x="13" y="326"/>
                </a:lnTo>
                <a:lnTo>
                  <a:pt x="13" y="325"/>
                </a:lnTo>
                <a:lnTo>
                  <a:pt x="14" y="325"/>
                </a:lnTo>
                <a:lnTo>
                  <a:pt x="15" y="325"/>
                </a:lnTo>
                <a:lnTo>
                  <a:pt x="16" y="325"/>
                </a:lnTo>
                <a:lnTo>
                  <a:pt x="17" y="325"/>
                </a:lnTo>
                <a:lnTo>
                  <a:pt x="18" y="325"/>
                </a:lnTo>
                <a:lnTo>
                  <a:pt x="19" y="324"/>
                </a:lnTo>
                <a:lnTo>
                  <a:pt x="20" y="324"/>
                </a:lnTo>
                <a:lnTo>
                  <a:pt x="21" y="324"/>
                </a:lnTo>
                <a:lnTo>
                  <a:pt x="21" y="323"/>
                </a:lnTo>
                <a:lnTo>
                  <a:pt x="21" y="322"/>
                </a:lnTo>
                <a:lnTo>
                  <a:pt x="22" y="322"/>
                </a:lnTo>
                <a:lnTo>
                  <a:pt x="23" y="322"/>
                </a:lnTo>
                <a:lnTo>
                  <a:pt x="23" y="321"/>
                </a:lnTo>
                <a:lnTo>
                  <a:pt x="24" y="321"/>
                </a:lnTo>
                <a:lnTo>
                  <a:pt x="24" y="320"/>
                </a:lnTo>
                <a:lnTo>
                  <a:pt x="25" y="320"/>
                </a:lnTo>
                <a:lnTo>
                  <a:pt x="25" y="319"/>
                </a:lnTo>
                <a:lnTo>
                  <a:pt x="27" y="319"/>
                </a:lnTo>
                <a:lnTo>
                  <a:pt x="28" y="319"/>
                </a:lnTo>
                <a:lnTo>
                  <a:pt x="28" y="320"/>
                </a:lnTo>
                <a:lnTo>
                  <a:pt x="29" y="320"/>
                </a:lnTo>
                <a:lnTo>
                  <a:pt x="30" y="320"/>
                </a:lnTo>
                <a:lnTo>
                  <a:pt x="31" y="320"/>
                </a:lnTo>
                <a:lnTo>
                  <a:pt x="31" y="321"/>
                </a:lnTo>
                <a:lnTo>
                  <a:pt x="32" y="321"/>
                </a:lnTo>
                <a:lnTo>
                  <a:pt x="33" y="321"/>
                </a:lnTo>
                <a:lnTo>
                  <a:pt x="34" y="321"/>
                </a:lnTo>
                <a:lnTo>
                  <a:pt x="35" y="321"/>
                </a:lnTo>
                <a:lnTo>
                  <a:pt x="36" y="321"/>
                </a:lnTo>
                <a:lnTo>
                  <a:pt x="36" y="320"/>
                </a:lnTo>
                <a:lnTo>
                  <a:pt x="37" y="320"/>
                </a:lnTo>
                <a:lnTo>
                  <a:pt x="37" y="321"/>
                </a:lnTo>
                <a:lnTo>
                  <a:pt x="37" y="320"/>
                </a:lnTo>
                <a:lnTo>
                  <a:pt x="37" y="321"/>
                </a:lnTo>
                <a:lnTo>
                  <a:pt x="38" y="321"/>
                </a:lnTo>
                <a:lnTo>
                  <a:pt x="39" y="321"/>
                </a:lnTo>
                <a:lnTo>
                  <a:pt x="40" y="321"/>
                </a:lnTo>
                <a:lnTo>
                  <a:pt x="40" y="320"/>
                </a:lnTo>
                <a:lnTo>
                  <a:pt x="41" y="320"/>
                </a:lnTo>
                <a:lnTo>
                  <a:pt x="43" y="321"/>
                </a:lnTo>
                <a:lnTo>
                  <a:pt x="44" y="321"/>
                </a:lnTo>
                <a:lnTo>
                  <a:pt x="45" y="321"/>
                </a:lnTo>
                <a:lnTo>
                  <a:pt x="46" y="321"/>
                </a:lnTo>
                <a:lnTo>
                  <a:pt x="47" y="321"/>
                </a:lnTo>
                <a:lnTo>
                  <a:pt x="48" y="321"/>
                </a:lnTo>
                <a:lnTo>
                  <a:pt x="48" y="322"/>
                </a:lnTo>
                <a:lnTo>
                  <a:pt x="49" y="322"/>
                </a:lnTo>
                <a:lnTo>
                  <a:pt x="49" y="321"/>
                </a:lnTo>
                <a:lnTo>
                  <a:pt x="49" y="320"/>
                </a:lnTo>
                <a:lnTo>
                  <a:pt x="48" y="320"/>
                </a:lnTo>
                <a:lnTo>
                  <a:pt x="48" y="319"/>
                </a:lnTo>
                <a:lnTo>
                  <a:pt x="49" y="319"/>
                </a:lnTo>
                <a:lnTo>
                  <a:pt x="49" y="318"/>
                </a:lnTo>
                <a:lnTo>
                  <a:pt x="49" y="317"/>
                </a:lnTo>
                <a:lnTo>
                  <a:pt x="48" y="317"/>
                </a:lnTo>
                <a:lnTo>
                  <a:pt x="48" y="316"/>
                </a:lnTo>
                <a:lnTo>
                  <a:pt x="48" y="315"/>
                </a:lnTo>
                <a:lnTo>
                  <a:pt x="48" y="314"/>
                </a:lnTo>
                <a:lnTo>
                  <a:pt x="49" y="314"/>
                </a:lnTo>
                <a:lnTo>
                  <a:pt x="50" y="314"/>
                </a:lnTo>
                <a:lnTo>
                  <a:pt x="50" y="313"/>
                </a:lnTo>
                <a:lnTo>
                  <a:pt x="51" y="313"/>
                </a:lnTo>
                <a:lnTo>
                  <a:pt x="52" y="313"/>
                </a:lnTo>
                <a:lnTo>
                  <a:pt x="52" y="312"/>
                </a:lnTo>
                <a:lnTo>
                  <a:pt x="53" y="312"/>
                </a:lnTo>
                <a:lnTo>
                  <a:pt x="53" y="311"/>
                </a:lnTo>
                <a:lnTo>
                  <a:pt x="54" y="311"/>
                </a:lnTo>
                <a:lnTo>
                  <a:pt x="54" y="310"/>
                </a:lnTo>
                <a:lnTo>
                  <a:pt x="54" y="309"/>
                </a:lnTo>
                <a:lnTo>
                  <a:pt x="54" y="308"/>
                </a:lnTo>
                <a:lnTo>
                  <a:pt x="55" y="308"/>
                </a:lnTo>
                <a:lnTo>
                  <a:pt x="55" y="307"/>
                </a:lnTo>
                <a:lnTo>
                  <a:pt x="55" y="306"/>
                </a:lnTo>
                <a:lnTo>
                  <a:pt x="55" y="305"/>
                </a:lnTo>
                <a:lnTo>
                  <a:pt x="55" y="304"/>
                </a:lnTo>
                <a:lnTo>
                  <a:pt x="56" y="304"/>
                </a:lnTo>
                <a:lnTo>
                  <a:pt x="56" y="303"/>
                </a:lnTo>
                <a:lnTo>
                  <a:pt x="56" y="302"/>
                </a:lnTo>
                <a:lnTo>
                  <a:pt x="55" y="302"/>
                </a:lnTo>
                <a:lnTo>
                  <a:pt x="54" y="301"/>
                </a:lnTo>
                <a:lnTo>
                  <a:pt x="54" y="300"/>
                </a:lnTo>
                <a:lnTo>
                  <a:pt x="55" y="300"/>
                </a:lnTo>
                <a:lnTo>
                  <a:pt x="55" y="301"/>
                </a:lnTo>
                <a:lnTo>
                  <a:pt x="56" y="300"/>
                </a:lnTo>
                <a:lnTo>
                  <a:pt x="57" y="300"/>
                </a:lnTo>
                <a:lnTo>
                  <a:pt x="58" y="301"/>
                </a:lnTo>
                <a:lnTo>
                  <a:pt x="58" y="302"/>
                </a:lnTo>
                <a:lnTo>
                  <a:pt x="59" y="302"/>
                </a:lnTo>
                <a:lnTo>
                  <a:pt x="59" y="303"/>
                </a:lnTo>
                <a:lnTo>
                  <a:pt x="60" y="303"/>
                </a:lnTo>
                <a:lnTo>
                  <a:pt x="60" y="302"/>
                </a:lnTo>
                <a:lnTo>
                  <a:pt x="61" y="302"/>
                </a:lnTo>
                <a:lnTo>
                  <a:pt x="61" y="303"/>
                </a:lnTo>
                <a:lnTo>
                  <a:pt x="63" y="303"/>
                </a:lnTo>
                <a:lnTo>
                  <a:pt x="64" y="303"/>
                </a:lnTo>
                <a:lnTo>
                  <a:pt x="65" y="303"/>
                </a:lnTo>
                <a:lnTo>
                  <a:pt x="65" y="304"/>
                </a:lnTo>
                <a:lnTo>
                  <a:pt x="66" y="304"/>
                </a:lnTo>
                <a:lnTo>
                  <a:pt x="66" y="305"/>
                </a:lnTo>
                <a:lnTo>
                  <a:pt x="65" y="306"/>
                </a:lnTo>
                <a:lnTo>
                  <a:pt x="65" y="307"/>
                </a:lnTo>
                <a:lnTo>
                  <a:pt x="66" y="308"/>
                </a:lnTo>
                <a:lnTo>
                  <a:pt x="67" y="308"/>
                </a:lnTo>
                <a:lnTo>
                  <a:pt x="67" y="309"/>
                </a:lnTo>
                <a:lnTo>
                  <a:pt x="69" y="309"/>
                </a:lnTo>
                <a:lnTo>
                  <a:pt x="70" y="309"/>
                </a:lnTo>
                <a:lnTo>
                  <a:pt x="71" y="309"/>
                </a:lnTo>
                <a:lnTo>
                  <a:pt x="72" y="311"/>
                </a:lnTo>
                <a:lnTo>
                  <a:pt x="73" y="311"/>
                </a:lnTo>
                <a:lnTo>
                  <a:pt x="74" y="311"/>
                </a:lnTo>
                <a:lnTo>
                  <a:pt x="74" y="312"/>
                </a:lnTo>
                <a:lnTo>
                  <a:pt x="75" y="312"/>
                </a:lnTo>
                <a:lnTo>
                  <a:pt x="76" y="312"/>
                </a:lnTo>
                <a:lnTo>
                  <a:pt x="76" y="313"/>
                </a:lnTo>
                <a:lnTo>
                  <a:pt x="77" y="312"/>
                </a:lnTo>
                <a:lnTo>
                  <a:pt x="78" y="312"/>
                </a:lnTo>
                <a:lnTo>
                  <a:pt x="79" y="312"/>
                </a:lnTo>
                <a:lnTo>
                  <a:pt x="80" y="312"/>
                </a:lnTo>
                <a:lnTo>
                  <a:pt x="81" y="312"/>
                </a:lnTo>
                <a:lnTo>
                  <a:pt x="83" y="312"/>
                </a:lnTo>
                <a:lnTo>
                  <a:pt x="83" y="313"/>
                </a:lnTo>
                <a:lnTo>
                  <a:pt x="84" y="314"/>
                </a:lnTo>
                <a:lnTo>
                  <a:pt x="85" y="314"/>
                </a:lnTo>
                <a:lnTo>
                  <a:pt x="86" y="314"/>
                </a:lnTo>
                <a:lnTo>
                  <a:pt x="87" y="314"/>
                </a:lnTo>
                <a:lnTo>
                  <a:pt x="88" y="314"/>
                </a:lnTo>
                <a:lnTo>
                  <a:pt x="89" y="314"/>
                </a:lnTo>
                <a:lnTo>
                  <a:pt x="90" y="314"/>
                </a:lnTo>
                <a:lnTo>
                  <a:pt x="92" y="315"/>
                </a:lnTo>
                <a:lnTo>
                  <a:pt x="93" y="315"/>
                </a:lnTo>
                <a:lnTo>
                  <a:pt x="94" y="315"/>
                </a:lnTo>
                <a:lnTo>
                  <a:pt x="95" y="315"/>
                </a:lnTo>
                <a:lnTo>
                  <a:pt x="96" y="315"/>
                </a:lnTo>
                <a:lnTo>
                  <a:pt x="97" y="315"/>
                </a:lnTo>
                <a:lnTo>
                  <a:pt x="97" y="314"/>
                </a:lnTo>
                <a:lnTo>
                  <a:pt x="98" y="314"/>
                </a:lnTo>
                <a:lnTo>
                  <a:pt x="100" y="314"/>
                </a:lnTo>
                <a:lnTo>
                  <a:pt x="101" y="313"/>
                </a:lnTo>
                <a:lnTo>
                  <a:pt x="102" y="314"/>
                </a:lnTo>
                <a:lnTo>
                  <a:pt x="103" y="314"/>
                </a:lnTo>
                <a:lnTo>
                  <a:pt x="104" y="314"/>
                </a:lnTo>
                <a:lnTo>
                  <a:pt x="104" y="315"/>
                </a:lnTo>
                <a:lnTo>
                  <a:pt x="105" y="315"/>
                </a:lnTo>
                <a:lnTo>
                  <a:pt x="106" y="315"/>
                </a:lnTo>
                <a:lnTo>
                  <a:pt x="107" y="315"/>
                </a:lnTo>
                <a:lnTo>
                  <a:pt x="108" y="315"/>
                </a:lnTo>
                <a:lnTo>
                  <a:pt x="109" y="316"/>
                </a:lnTo>
                <a:lnTo>
                  <a:pt x="109" y="315"/>
                </a:lnTo>
                <a:lnTo>
                  <a:pt x="110" y="315"/>
                </a:lnTo>
                <a:lnTo>
                  <a:pt x="112" y="315"/>
                </a:lnTo>
                <a:lnTo>
                  <a:pt x="113" y="315"/>
                </a:lnTo>
                <a:lnTo>
                  <a:pt x="114" y="315"/>
                </a:lnTo>
                <a:lnTo>
                  <a:pt x="115" y="316"/>
                </a:lnTo>
                <a:lnTo>
                  <a:pt x="116" y="316"/>
                </a:lnTo>
                <a:lnTo>
                  <a:pt x="117" y="316"/>
                </a:lnTo>
                <a:lnTo>
                  <a:pt x="118" y="317"/>
                </a:lnTo>
                <a:lnTo>
                  <a:pt x="119" y="318"/>
                </a:lnTo>
                <a:lnTo>
                  <a:pt x="120" y="318"/>
                </a:lnTo>
                <a:lnTo>
                  <a:pt x="120" y="319"/>
                </a:lnTo>
                <a:lnTo>
                  <a:pt x="121" y="319"/>
                </a:lnTo>
                <a:lnTo>
                  <a:pt x="122" y="319"/>
                </a:lnTo>
                <a:lnTo>
                  <a:pt x="123" y="320"/>
                </a:lnTo>
                <a:lnTo>
                  <a:pt x="124" y="320"/>
                </a:lnTo>
                <a:lnTo>
                  <a:pt x="124" y="321"/>
                </a:lnTo>
                <a:lnTo>
                  <a:pt x="124" y="322"/>
                </a:lnTo>
                <a:lnTo>
                  <a:pt x="125" y="323"/>
                </a:lnTo>
                <a:lnTo>
                  <a:pt x="126" y="324"/>
                </a:lnTo>
                <a:lnTo>
                  <a:pt x="127" y="324"/>
                </a:lnTo>
                <a:lnTo>
                  <a:pt x="127" y="325"/>
                </a:lnTo>
                <a:lnTo>
                  <a:pt x="128" y="326"/>
                </a:lnTo>
                <a:lnTo>
                  <a:pt x="129" y="326"/>
                </a:lnTo>
                <a:lnTo>
                  <a:pt x="129" y="327"/>
                </a:lnTo>
                <a:lnTo>
                  <a:pt x="130" y="327"/>
                </a:lnTo>
                <a:lnTo>
                  <a:pt x="131" y="327"/>
                </a:lnTo>
                <a:lnTo>
                  <a:pt x="132" y="326"/>
                </a:lnTo>
                <a:lnTo>
                  <a:pt x="133" y="326"/>
                </a:lnTo>
                <a:lnTo>
                  <a:pt x="134" y="326"/>
                </a:lnTo>
                <a:lnTo>
                  <a:pt x="135" y="326"/>
                </a:lnTo>
                <a:lnTo>
                  <a:pt x="136" y="325"/>
                </a:lnTo>
                <a:lnTo>
                  <a:pt x="136" y="326"/>
                </a:lnTo>
                <a:lnTo>
                  <a:pt x="137" y="326"/>
                </a:lnTo>
                <a:lnTo>
                  <a:pt x="137" y="325"/>
                </a:lnTo>
                <a:lnTo>
                  <a:pt x="138" y="324"/>
                </a:lnTo>
                <a:lnTo>
                  <a:pt x="138" y="323"/>
                </a:lnTo>
                <a:lnTo>
                  <a:pt x="139" y="323"/>
                </a:lnTo>
                <a:lnTo>
                  <a:pt x="139" y="322"/>
                </a:lnTo>
                <a:lnTo>
                  <a:pt x="139" y="321"/>
                </a:lnTo>
                <a:lnTo>
                  <a:pt x="140" y="320"/>
                </a:lnTo>
                <a:lnTo>
                  <a:pt x="140" y="319"/>
                </a:lnTo>
                <a:lnTo>
                  <a:pt x="141" y="319"/>
                </a:lnTo>
                <a:lnTo>
                  <a:pt x="141" y="318"/>
                </a:lnTo>
                <a:lnTo>
                  <a:pt x="142" y="318"/>
                </a:lnTo>
                <a:lnTo>
                  <a:pt x="143" y="318"/>
                </a:lnTo>
                <a:lnTo>
                  <a:pt x="144" y="318"/>
                </a:lnTo>
                <a:lnTo>
                  <a:pt x="145" y="318"/>
                </a:lnTo>
                <a:lnTo>
                  <a:pt x="146" y="318"/>
                </a:lnTo>
                <a:lnTo>
                  <a:pt x="147" y="319"/>
                </a:lnTo>
                <a:lnTo>
                  <a:pt x="148" y="319"/>
                </a:lnTo>
                <a:lnTo>
                  <a:pt x="149" y="319"/>
                </a:lnTo>
                <a:lnTo>
                  <a:pt x="151" y="320"/>
                </a:lnTo>
                <a:lnTo>
                  <a:pt x="152" y="319"/>
                </a:lnTo>
                <a:lnTo>
                  <a:pt x="153" y="319"/>
                </a:lnTo>
                <a:lnTo>
                  <a:pt x="154" y="319"/>
                </a:lnTo>
                <a:lnTo>
                  <a:pt x="154" y="318"/>
                </a:lnTo>
                <a:lnTo>
                  <a:pt x="155" y="317"/>
                </a:lnTo>
                <a:lnTo>
                  <a:pt x="154" y="316"/>
                </a:lnTo>
                <a:lnTo>
                  <a:pt x="154" y="315"/>
                </a:lnTo>
                <a:lnTo>
                  <a:pt x="154" y="314"/>
                </a:lnTo>
                <a:lnTo>
                  <a:pt x="153" y="314"/>
                </a:lnTo>
                <a:lnTo>
                  <a:pt x="153" y="313"/>
                </a:lnTo>
                <a:lnTo>
                  <a:pt x="153" y="312"/>
                </a:lnTo>
                <a:lnTo>
                  <a:pt x="152" y="312"/>
                </a:lnTo>
                <a:lnTo>
                  <a:pt x="152" y="311"/>
                </a:lnTo>
                <a:lnTo>
                  <a:pt x="153" y="311"/>
                </a:lnTo>
                <a:lnTo>
                  <a:pt x="153" y="310"/>
                </a:lnTo>
                <a:lnTo>
                  <a:pt x="152" y="310"/>
                </a:lnTo>
                <a:lnTo>
                  <a:pt x="152" y="309"/>
                </a:lnTo>
                <a:lnTo>
                  <a:pt x="152" y="308"/>
                </a:lnTo>
                <a:lnTo>
                  <a:pt x="152" y="307"/>
                </a:lnTo>
                <a:lnTo>
                  <a:pt x="152" y="306"/>
                </a:lnTo>
                <a:lnTo>
                  <a:pt x="151" y="306"/>
                </a:lnTo>
                <a:lnTo>
                  <a:pt x="150" y="305"/>
                </a:lnTo>
                <a:lnTo>
                  <a:pt x="149" y="305"/>
                </a:lnTo>
                <a:lnTo>
                  <a:pt x="148" y="304"/>
                </a:lnTo>
                <a:lnTo>
                  <a:pt x="148" y="303"/>
                </a:lnTo>
                <a:lnTo>
                  <a:pt x="148" y="302"/>
                </a:lnTo>
                <a:lnTo>
                  <a:pt x="149" y="301"/>
                </a:lnTo>
                <a:lnTo>
                  <a:pt x="150" y="300"/>
                </a:lnTo>
                <a:lnTo>
                  <a:pt x="150" y="299"/>
                </a:lnTo>
                <a:lnTo>
                  <a:pt x="151" y="299"/>
                </a:lnTo>
                <a:lnTo>
                  <a:pt x="150" y="299"/>
                </a:lnTo>
                <a:lnTo>
                  <a:pt x="150" y="298"/>
                </a:lnTo>
                <a:lnTo>
                  <a:pt x="149" y="298"/>
                </a:lnTo>
                <a:lnTo>
                  <a:pt x="148" y="298"/>
                </a:lnTo>
                <a:lnTo>
                  <a:pt x="148" y="297"/>
                </a:lnTo>
                <a:lnTo>
                  <a:pt x="147" y="297"/>
                </a:lnTo>
                <a:lnTo>
                  <a:pt x="147" y="296"/>
                </a:lnTo>
                <a:lnTo>
                  <a:pt x="146" y="296"/>
                </a:lnTo>
                <a:lnTo>
                  <a:pt x="146" y="295"/>
                </a:lnTo>
                <a:lnTo>
                  <a:pt x="147" y="294"/>
                </a:lnTo>
                <a:lnTo>
                  <a:pt x="147" y="293"/>
                </a:lnTo>
                <a:lnTo>
                  <a:pt x="146" y="293"/>
                </a:lnTo>
                <a:lnTo>
                  <a:pt x="146" y="292"/>
                </a:lnTo>
                <a:lnTo>
                  <a:pt x="146" y="291"/>
                </a:lnTo>
                <a:lnTo>
                  <a:pt x="147" y="291"/>
                </a:lnTo>
                <a:lnTo>
                  <a:pt x="147" y="290"/>
                </a:lnTo>
                <a:lnTo>
                  <a:pt x="147" y="289"/>
                </a:lnTo>
                <a:lnTo>
                  <a:pt x="147" y="288"/>
                </a:lnTo>
                <a:lnTo>
                  <a:pt x="147" y="287"/>
                </a:lnTo>
                <a:lnTo>
                  <a:pt x="147" y="286"/>
                </a:lnTo>
                <a:lnTo>
                  <a:pt x="148" y="286"/>
                </a:lnTo>
                <a:lnTo>
                  <a:pt x="148" y="285"/>
                </a:lnTo>
                <a:lnTo>
                  <a:pt x="148" y="284"/>
                </a:lnTo>
                <a:lnTo>
                  <a:pt x="147" y="284"/>
                </a:lnTo>
                <a:lnTo>
                  <a:pt x="146" y="284"/>
                </a:lnTo>
                <a:lnTo>
                  <a:pt x="146" y="283"/>
                </a:lnTo>
                <a:lnTo>
                  <a:pt x="146" y="282"/>
                </a:lnTo>
                <a:lnTo>
                  <a:pt x="146" y="281"/>
                </a:lnTo>
                <a:lnTo>
                  <a:pt x="146" y="280"/>
                </a:lnTo>
                <a:lnTo>
                  <a:pt x="147" y="280"/>
                </a:lnTo>
                <a:lnTo>
                  <a:pt x="147" y="279"/>
                </a:lnTo>
                <a:lnTo>
                  <a:pt x="146" y="279"/>
                </a:lnTo>
                <a:lnTo>
                  <a:pt x="147" y="279"/>
                </a:lnTo>
                <a:lnTo>
                  <a:pt x="147" y="278"/>
                </a:lnTo>
                <a:lnTo>
                  <a:pt x="147" y="277"/>
                </a:lnTo>
                <a:lnTo>
                  <a:pt x="146" y="277"/>
                </a:lnTo>
                <a:lnTo>
                  <a:pt x="146" y="276"/>
                </a:lnTo>
                <a:lnTo>
                  <a:pt x="146" y="275"/>
                </a:lnTo>
                <a:lnTo>
                  <a:pt x="147" y="275"/>
                </a:lnTo>
                <a:lnTo>
                  <a:pt x="147" y="274"/>
                </a:lnTo>
                <a:lnTo>
                  <a:pt x="145" y="274"/>
                </a:lnTo>
                <a:lnTo>
                  <a:pt x="144" y="274"/>
                </a:lnTo>
                <a:lnTo>
                  <a:pt x="144" y="273"/>
                </a:lnTo>
                <a:lnTo>
                  <a:pt x="142" y="273"/>
                </a:lnTo>
                <a:lnTo>
                  <a:pt x="141" y="273"/>
                </a:lnTo>
                <a:lnTo>
                  <a:pt x="140" y="272"/>
                </a:lnTo>
                <a:lnTo>
                  <a:pt x="139" y="272"/>
                </a:lnTo>
                <a:lnTo>
                  <a:pt x="138" y="272"/>
                </a:lnTo>
                <a:lnTo>
                  <a:pt x="137" y="272"/>
                </a:lnTo>
                <a:lnTo>
                  <a:pt x="136" y="272"/>
                </a:lnTo>
                <a:lnTo>
                  <a:pt x="135" y="272"/>
                </a:lnTo>
                <a:lnTo>
                  <a:pt x="135" y="271"/>
                </a:lnTo>
                <a:lnTo>
                  <a:pt x="134" y="271"/>
                </a:lnTo>
                <a:lnTo>
                  <a:pt x="134" y="272"/>
                </a:lnTo>
                <a:lnTo>
                  <a:pt x="133" y="272"/>
                </a:lnTo>
                <a:lnTo>
                  <a:pt x="132" y="272"/>
                </a:lnTo>
                <a:lnTo>
                  <a:pt x="131" y="272"/>
                </a:lnTo>
                <a:lnTo>
                  <a:pt x="130" y="271"/>
                </a:lnTo>
                <a:lnTo>
                  <a:pt x="129" y="271"/>
                </a:lnTo>
                <a:lnTo>
                  <a:pt x="129" y="272"/>
                </a:lnTo>
                <a:lnTo>
                  <a:pt x="128" y="271"/>
                </a:lnTo>
                <a:lnTo>
                  <a:pt x="127" y="271"/>
                </a:lnTo>
                <a:lnTo>
                  <a:pt x="127" y="270"/>
                </a:lnTo>
                <a:lnTo>
                  <a:pt x="128" y="270"/>
                </a:lnTo>
                <a:lnTo>
                  <a:pt x="128" y="269"/>
                </a:lnTo>
                <a:lnTo>
                  <a:pt x="127" y="269"/>
                </a:lnTo>
                <a:lnTo>
                  <a:pt x="126" y="269"/>
                </a:lnTo>
                <a:lnTo>
                  <a:pt x="125" y="269"/>
                </a:lnTo>
                <a:lnTo>
                  <a:pt x="124" y="269"/>
                </a:lnTo>
                <a:lnTo>
                  <a:pt x="123" y="269"/>
                </a:lnTo>
                <a:lnTo>
                  <a:pt x="122" y="269"/>
                </a:lnTo>
                <a:lnTo>
                  <a:pt x="121" y="269"/>
                </a:lnTo>
                <a:lnTo>
                  <a:pt x="120" y="269"/>
                </a:lnTo>
                <a:lnTo>
                  <a:pt x="120" y="268"/>
                </a:lnTo>
                <a:lnTo>
                  <a:pt x="119" y="268"/>
                </a:lnTo>
                <a:lnTo>
                  <a:pt x="119" y="267"/>
                </a:lnTo>
                <a:lnTo>
                  <a:pt x="119" y="266"/>
                </a:lnTo>
                <a:lnTo>
                  <a:pt x="119" y="265"/>
                </a:lnTo>
                <a:lnTo>
                  <a:pt x="120" y="265"/>
                </a:lnTo>
                <a:lnTo>
                  <a:pt x="120" y="263"/>
                </a:lnTo>
                <a:lnTo>
                  <a:pt x="119" y="263"/>
                </a:lnTo>
                <a:lnTo>
                  <a:pt x="119" y="262"/>
                </a:lnTo>
                <a:lnTo>
                  <a:pt x="119" y="261"/>
                </a:lnTo>
                <a:lnTo>
                  <a:pt x="118" y="261"/>
                </a:lnTo>
                <a:lnTo>
                  <a:pt x="117" y="261"/>
                </a:lnTo>
                <a:lnTo>
                  <a:pt x="118" y="260"/>
                </a:lnTo>
                <a:lnTo>
                  <a:pt x="118" y="259"/>
                </a:lnTo>
                <a:lnTo>
                  <a:pt x="118" y="258"/>
                </a:lnTo>
                <a:lnTo>
                  <a:pt x="118" y="257"/>
                </a:lnTo>
                <a:lnTo>
                  <a:pt x="118" y="256"/>
                </a:lnTo>
                <a:lnTo>
                  <a:pt x="119" y="256"/>
                </a:lnTo>
                <a:lnTo>
                  <a:pt x="120" y="256"/>
                </a:lnTo>
                <a:lnTo>
                  <a:pt x="121" y="256"/>
                </a:lnTo>
                <a:lnTo>
                  <a:pt x="121" y="255"/>
                </a:lnTo>
                <a:lnTo>
                  <a:pt x="122" y="255"/>
                </a:lnTo>
                <a:lnTo>
                  <a:pt x="121" y="254"/>
                </a:lnTo>
                <a:lnTo>
                  <a:pt x="121" y="253"/>
                </a:lnTo>
                <a:lnTo>
                  <a:pt x="120" y="253"/>
                </a:lnTo>
                <a:lnTo>
                  <a:pt x="120" y="252"/>
                </a:lnTo>
                <a:lnTo>
                  <a:pt x="119" y="252"/>
                </a:lnTo>
                <a:lnTo>
                  <a:pt x="119" y="251"/>
                </a:lnTo>
                <a:lnTo>
                  <a:pt x="119" y="250"/>
                </a:lnTo>
                <a:lnTo>
                  <a:pt x="119" y="249"/>
                </a:lnTo>
                <a:lnTo>
                  <a:pt x="119" y="248"/>
                </a:lnTo>
                <a:lnTo>
                  <a:pt x="119" y="247"/>
                </a:lnTo>
                <a:lnTo>
                  <a:pt x="119" y="246"/>
                </a:lnTo>
                <a:lnTo>
                  <a:pt x="119" y="245"/>
                </a:lnTo>
                <a:lnTo>
                  <a:pt x="119" y="244"/>
                </a:lnTo>
                <a:lnTo>
                  <a:pt x="120" y="244"/>
                </a:lnTo>
                <a:lnTo>
                  <a:pt x="121" y="244"/>
                </a:lnTo>
                <a:lnTo>
                  <a:pt x="122" y="244"/>
                </a:lnTo>
                <a:lnTo>
                  <a:pt x="122" y="243"/>
                </a:lnTo>
                <a:lnTo>
                  <a:pt x="123" y="243"/>
                </a:lnTo>
                <a:lnTo>
                  <a:pt x="124" y="243"/>
                </a:lnTo>
                <a:lnTo>
                  <a:pt x="124" y="242"/>
                </a:lnTo>
                <a:lnTo>
                  <a:pt x="125" y="242"/>
                </a:lnTo>
                <a:lnTo>
                  <a:pt x="125" y="241"/>
                </a:lnTo>
                <a:lnTo>
                  <a:pt x="126" y="240"/>
                </a:lnTo>
                <a:lnTo>
                  <a:pt x="127" y="239"/>
                </a:lnTo>
                <a:lnTo>
                  <a:pt x="128" y="238"/>
                </a:lnTo>
                <a:lnTo>
                  <a:pt x="129" y="237"/>
                </a:lnTo>
                <a:lnTo>
                  <a:pt x="130" y="236"/>
                </a:lnTo>
                <a:lnTo>
                  <a:pt x="130" y="235"/>
                </a:lnTo>
                <a:lnTo>
                  <a:pt x="131" y="235"/>
                </a:lnTo>
                <a:lnTo>
                  <a:pt x="132" y="235"/>
                </a:lnTo>
                <a:lnTo>
                  <a:pt x="133" y="235"/>
                </a:lnTo>
                <a:lnTo>
                  <a:pt x="134" y="235"/>
                </a:lnTo>
                <a:lnTo>
                  <a:pt x="138" y="235"/>
                </a:lnTo>
                <a:lnTo>
                  <a:pt x="141" y="235"/>
                </a:lnTo>
                <a:lnTo>
                  <a:pt x="142" y="235"/>
                </a:lnTo>
                <a:lnTo>
                  <a:pt x="143" y="235"/>
                </a:lnTo>
                <a:lnTo>
                  <a:pt x="144" y="235"/>
                </a:lnTo>
                <a:lnTo>
                  <a:pt x="145" y="234"/>
                </a:lnTo>
                <a:lnTo>
                  <a:pt x="146" y="234"/>
                </a:lnTo>
                <a:lnTo>
                  <a:pt x="147" y="234"/>
                </a:lnTo>
                <a:lnTo>
                  <a:pt x="147" y="233"/>
                </a:lnTo>
                <a:lnTo>
                  <a:pt x="147" y="232"/>
                </a:lnTo>
                <a:lnTo>
                  <a:pt x="148" y="232"/>
                </a:lnTo>
                <a:lnTo>
                  <a:pt x="148" y="231"/>
                </a:lnTo>
                <a:lnTo>
                  <a:pt x="148" y="230"/>
                </a:lnTo>
                <a:lnTo>
                  <a:pt x="149" y="230"/>
                </a:lnTo>
                <a:lnTo>
                  <a:pt x="153" y="230"/>
                </a:lnTo>
                <a:lnTo>
                  <a:pt x="154" y="230"/>
                </a:lnTo>
                <a:lnTo>
                  <a:pt x="154" y="229"/>
                </a:lnTo>
                <a:lnTo>
                  <a:pt x="155" y="229"/>
                </a:lnTo>
                <a:lnTo>
                  <a:pt x="155" y="228"/>
                </a:lnTo>
                <a:lnTo>
                  <a:pt x="155" y="227"/>
                </a:lnTo>
                <a:lnTo>
                  <a:pt x="155" y="226"/>
                </a:lnTo>
                <a:lnTo>
                  <a:pt x="156" y="226"/>
                </a:lnTo>
                <a:lnTo>
                  <a:pt x="156" y="225"/>
                </a:lnTo>
                <a:lnTo>
                  <a:pt x="157" y="225"/>
                </a:lnTo>
                <a:lnTo>
                  <a:pt x="158" y="225"/>
                </a:lnTo>
                <a:lnTo>
                  <a:pt x="159" y="224"/>
                </a:lnTo>
                <a:lnTo>
                  <a:pt x="160" y="224"/>
                </a:lnTo>
                <a:lnTo>
                  <a:pt x="161" y="224"/>
                </a:lnTo>
                <a:lnTo>
                  <a:pt x="162" y="225"/>
                </a:lnTo>
                <a:lnTo>
                  <a:pt x="163" y="225"/>
                </a:lnTo>
                <a:lnTo>
                  <a:pt x="164" y="225"/>
                </a:lnTo>
                <a:lnTo>
                  <a:pt x="165" y="225"/>
                </a:lnTo>
                <a:lnTo>
                  <a:pt x="166" y="225"/>
                </a:lnTo>
                <a:lnTo>
                  <a:pt x="167" y="225"/>
                </a:lnTo>
                <a:lnTo>
                  <a:pt x="168" y="225"/>
                </a:lnTo>
                <a:lnTo>
                  <a:pt x="169" y="225"/>
                </a:lnTo>
                <a:lnTo>
                  <a:pt x="171" y="225"/>
                </a:lnTo>
                <a:lnTo>
                  <a:pt x="172" y="225"/>
                </a:lnTo>
                <a:lnTo>
                  <a:pt x="172" y="224"/>
                </a:lnTo>
                <a:lnTo>
                  <a:pt x="172" y="223"/>
                </a:lnTo>
                <a:lnTo>
                  <a:pt x="171" y="223"/>
                </a:lnTo>
                <a:lnTo>
                  <a:pt x="170" y="223"/>
                </a:lnTo>
                <a:lnTo>
                  <a:pt x="170" y="222"/>
                </a:lnTo>
                <a:lnTo>
                  <a:pt x="170" y="221"/>
                </a:lnTo>
                <a:lnTo>
                  <a:pt x="171" y="220"/>
                </a:lnTo>
                <a:lnTo>
                  <a:pt x="171" y="218"/>
                </a:lnTo>
                <a:lnTo>
                  <a:pt x="171" y="217"/>
                </a:lnTo>
                <a:lnTo>
                  <a:pt x="170" y="217"/>
                </a:lnTo>
                <a:lnTo>
                  <a:pt x="169" y="216"/>
                </a:lnTo>
                <a:lnTo>
                  <a:pt x="169" y="215"/>
                </a:lnTo>
                <a:lnTo>
                  <a:pt x="169" y="214"/>
                </a:lnTo>
                <a:lnTo>
                  <a:pt x="169" y="213"/>
                </a:lnTo>
                <a:lnTo>
                  <a:pt x="169" y="212"/>
                </a:lnTo>
                <a:lnTo>
                  <a:pt x="169" y="211"/>
                </a:lnTo>
                <a:lnTo>
                  <a:pt x="168" y="211"/>
                </a:lnTo>
                <a:lnTo>
                  <a:pt x="169" y="211"/>
                </a:lnTo>
                <a:lnTo>
                  <a:pt x="169" y="210"/>
                </a:lnTo>
                <a:lnTo>
                  <a:pt x="168" y="210"/>
                </a:lnTo>
                <a:lnTo>
                  <a:pt x="168" y="209"/>
                </a:lnTo>
                <a:lnTo>
                  <a:pt x="167" y="209"/>
                </a:lnTo>
                <a:lnTo>
                  <a:pt x="167" y="208"/>
                </a:lnTo>
                <a:lnTo>
                  <a:pt x="166" y="208"/>
                </a:lnTo>
                <a:lnTo>
                  <a:pt x="165" y="208"/>
                </a:lnTo>
                <a:lnTo>
                  <a:pt x="164" y="208"/>
                </a:lnTo>
                <a:lnTo>
                  <a:pt x="164" y="207"/>
                </a:lnTo>
                <a:lnTo>
                  <a:pt x="164" y="206"/>
                </a:lnTo>
                <a:lnTo>
                  <a:pt x="163" y="206"/>
                </a:lnTo>
                <a:lnTo>
                  <a:pt x="162" y="206"/>
                </a:lnTo>
                <a:lnTo>
                  <a:pt x="161" y="206"/>
                </a:lnTo>
                <a:lnTo>
                  <a:pt x="161" y="205"/>
                </a:lnTo>
                <a:lnTo>
                  <a:pt x="161" y="204"/>
                </a:lnTo>
                <a:lnTo>
                  <a:pt x="161" y="203"/>
                </a:lnTo>
                <a:lnTo>
                  <a:pt x="161" y="202"/>
                </a:lnTo>
                <a:lnTo>
                  <a:pt x="161" y="201"/>
                </a:lnTo>
                <a:lnTo>
                  <a:pt x="161" y="200"/>
                </a:lnTo>
                <a:lnTo>
                  <a:pt x="161" y="199"/>
                </a:lnTo>
                <a:lnTo>
                  <a:pt x="161" y="198"/>
                </a:lnTo>
                <a:lnTo>
                  <a:pt x="160" y="198"/>
                </a:lnTo>
                <a:lnTo>
                  <a:pt x="159" y="198"/>
                </a:lnTo>
                <a:lnTo>
                  <a:pt x="159" y="197"/>
                </a:lnTo>
                <a:lnTo>
                  <a:pt x="159" y="196"/>
                </a:lnTo>
                <a:lnTo>
                  <a:pt x="159" y="195"/>
                </a:lnTo>
                <a:lnTo>
                  <a:pt x="158" y="195"/>
                </a:lnTo>
                <a:lnTo>
                  <a:pt x="158" y="194"/>
                </a:lnTo>
                <a:lnTo>
                  <a:pt x="157" y="194"/>
                </a:lnTo>
                <a:lnTo>
                  <a:pt x="156" y="194"/>
                </a:lnTo>
                <a:lnTo>
                  <a:pt x="156" y="193"/>
                </a:lnTo>
                <a:lnTo>
                  <a:pt x="156" y="192"/>
                </a:lnTo>
                <a:lnTo>
                  <a:pt x="156" y="191"/>
                </a:lnTo>
                <a:lnTo>
                  <a:pt x="156" y="190"/>
                </a:lnTo>
                <a:lnTo>
                  <a:pt x="155" y="190"/>
                </a:lnTo>
                <a:lnTo>
                  <a:pt x="155" y="189"/>
                </a:lnTo>
                <a:lnTo>
                  <a:pt x="155" y="188"/>
                </a:lnTo>
                <a:lnTo>
                  <a:pt x="154" y="188"/>
                </a:lnTo>
                <a:lnTo>
                  <a:pt x="154" y="187"/>
                </a:lnTo>
                <a:lnTo>
                  <a:pt x="154" y="186"/>
                </a:lnTo>
                <a:lnTo>
                  <a:pt x="153" y="186"/>
                </a:lnTo>
                <a:lnTo>
                  <a:pt x="153" y="183"/>
                </a:lnTo>
                <a:lnTo>
                  <a:pt x="153" y="182"/>
                </a:lnTo>
                <a:lnTo>
                  <a:pt x="153" y="181"/>
                </a:lnTo>
                <a:lnTo>
                  <a:pt x="152" y="181"/>
                </a:lnTo>
                <a:lnTo>
                  <a:pt x="152" y="180"/>
                </a:lnTo>
                <a:lnTo>
                  <a:pt x="151" y="179"/>
                </a:lnTo>
                <a:lnTo>
                  <a:pt x="150" y="178"/>
                </a:lnTo>
                <a:lnTo>
                  <a:pt x="149" y="177"/>
                </a:lnTo>
                <a:lnTo>
                  <a:pt x="148" y="177"/>
                </a:lnTo>
                <a:lnTo>
                  <a:pt x="147" y="177"/>
                </a:lnTo>
                <a:lnTo>
                  <a:pt x="147" y="176"/>
                </a:lnTo>
                <a:lnTo>
                  <a:pt x="146" y="176"/>
                </a:lnTo>
                <a:lnTo>
                  <a:pt x="145" y="176"/>
                </a:lnTo>
                <a:lnTo>
                  <a:pt x="144" y="176"/>
                </a:lnTo>
                <a:lnTo>
                  <a:pt x="143" y="176"/>
                </a:lnTo>
                <a:lnTo>
                  <a:pt x="143" y="177"/>
                </a:lnTo>
                <a:lnTo>
                  <a:pt x="141" y="177"/>
                </a:lnTo>
                <a:lnTo>
                  <a:pt x="140" y="177"/>
                </a:lnTo>
                <a:lnTo>
                  <a:pt x="140" y="178"/>
                </a:lnTo>
                <a:lnTo>
                  <a:pt x="139" y="178"/>
                </a:lnTo>
                <a:lnTo>
                  <a:pt x="139" y="177"/>
                </a:lnTo>
                <a:lnTo>
                  <a:pt x="138" y="177"/>
                </a:lnTo>
                <a:lnTo>
                  <a:pt x="138" y="176"/>
                </a:lnTo>
                <a:lnTo>
                  <a:pt x="138" y="175"/>
                </a:lnTo>
                <a:lnTo>
                  <a:pt x="137" y="175"/>
                </a:lnTo>
                <a:lnTo>
                  <a:pt x="136" y="174"/>
                </a:lnTo>
                <a:lnTo>
                  <a:pt x="136" y="173"/>
                </a:lnTo>
                <a:lnTo>
                  <a:pt x="135" y="173"/>
                </a:lnTo>
                <a:lnTo>
                  <a:pt x="134" y="173"/>
                </a:lnTo>
                <a:lnTo>
                  <a:pt x="133" y="172"/>
                </a:lnTo>
                <a:lnTo>
                  <a:pt x="132" y="172"/>
                </a:lnTo>
                <a:lnTo>
                  <a:pt x="131" y="172"/>
                </a:lnTo>
                <a:lnTo>
                  <a:pt x="131" y="171"/>
                </a:lnTo>
                <a:lnTo>
                  <a:pt x="131" y="170"/>
                </a:lnTo>
                <a:lnTo>
                  <a:pt x="132" y="170"/>
                </a:lnTo>
                <a:lnTo>
                  <a:pt x="132" y="169"/>
                </a:lnTo>
                <a:lnTo>
                  <a:pt x="133" y="169"/>
                </a:lnTo>
                <a:lnTo>
                  <a:pt x="133" y="168"/>
                </a:lnTo>
                <a:lnTo>
                  <a:pt x="133" y="167"/>
                </a:lnTo>
                <a:lnTo>
                  <a:pt x="132" y="167"/>
                </a:lnTo>
                <a:lnTo>
                  <a:pt x="131" y="166"/>
                </a:lnTo>
                <a:lnTo>
                  <a:pt x="130" y="165"/>
                </a:lnTo>
                <a:lnTo>
                  <a:pt x="130" y="164"/>
                </a:lnTo>
                <a:lnTo>
                  <a:pt x="129" y="164"/>
                </a:lnTo>
                <a:lnTo>
                  <a:pt x="128" y="164"/>
                </a:lnTo>
                <a:lnTo>
                  <a:pt x="127" y="163"/>
                </a:lnTo>
                <a:lnTo>
                  <a:pt x="127" y="162"/>
                </a:lnTo>
                <a:lnTo>
                  <a:pt x="126" y="162"/>
                </a:lnTo>
                <a:lnTo>
                  <a:pt x="125" y="162"/>
                </a:lnTo>
                <a:lnTo>
                  <a:pt x="125" y="161"/>
                </a:lnTo>
                <a:lnTo>
                  <a:pt x="124" y="161"/>
                </a:lnTo>
                <a:lnTo>
                  <a:pt x="124" y="160"/>
                </a:lnTo>
                <a:lnTo>
                  <a:pt x="123" y="160"/>
                </a:lnTo>
                <a:lnTo>
                  <a:pt x="122" y="160"/>
                </a:lnTo>
                <a:lnTo>
                  <a:pt x="121" y="160"/>
                </a:lnTo>
                <a:lnTo>
                  <a:pt x="121" y="159"/>
                </a:lnTo>
                <a:lnTo>
                  <a:pt x="120" y="159"/>
                </a:lnTo>
                <a:lnTo>
                  <a:pt x="120" y="158"/>
                </a:lnTo>
                <a:lnTo>
                  <a:pt x="119" y="158"/>
                </a:lnTo>
                <a:lnTo>
                  <a:pt x="118" y="157"/>
                </a:lnTo>
                <a:lnTo>
                  <a:pt x="118" y="158"/>
                </a:lnTo>
                <a:lnTo>
                  <a:pt x="117" y="158"/>
                </a:lnTo>
                <a:lnTo>
                  <a:pt x="117" y="157"/>
                </a:lnTo>
                <a:lnTo>
                  <a:pt x="115" y="157"/>
                </a:lnTo>
                <a:lnTo>
                  <a:pt x="114" y="157"/>
                </a:lnTo>
                <a:lnTo>
                  <a:pt x="114" y="156"/>
                </a:lnTo>
                <a:lnTo>
                  <a:pt x="114" y="155"/>
                </a:lnTo>
                <a:lnTo>
                  <a:pt x="113" y="155"/>
                </a:lnTo>
                <a:lnTo>
                  <a:pt x="113" y="154"/>
                </a:lnTo>
                <a:lnTo>
                  <a:pt x="112" y="154"/>
                </a:lnTo>
                <a:lnTo>
                  <a:pt x="112" y="155"/>
                </a:lnTo>
                <a:lnTo>
                  <a:pt x="111" y="155"/>
                </a:lnTo>
                <a:lnTo>
                  <a:pt x="110" y="155"/>
                </a:lnTo>
                <a:lnTo>
                  <a:pt x="109" y="155"/>
                </a:lnTo>
                <a:lnTo>
                  <a:pt x="108" y="155"/>
                </a:lnTo>
                <a:lnTo>
                  <a:pt x="108" y="154"/>
                </a:lnTo>
                <a:lnTo>
                  <a:pt x="106" y="154"/>
                </a:lnTo>
                <a:lnTo>
                  <a:pt x="106" y="153"/>
                </a:lnTo>
                <a:lnTo>
                  <a:pt x="105" y="152"/>
                </a:lnTo>
                <a:lnTo>
                  <a:pt x="104" y="152"/>
                </a:lnTo>
                <a:lnTo>
                  <a:pt x="103" y="152"/>
                </a:lnTo>
                <a:lnTo>
                  <a:pt x="102" y="152"/>
                </a:lnTo>
                <a:lnTo>
                  <a:pt x="101" y="152"/>
                </a:lnTo>
                <a:lnTo>
                  <a:pt x="100" y="152"/>
                </a:lnTo>
                <a:lnTo>
                  <a:pt x="100" y="138"/>
                </a:lnTo>
                <a:lnTo>
                  <a:pt x="100" y="137"/>
                </a:lnTo>
                <a:lnTo>
                  <a:pt x="100" y="122"/>
                </a:lnTo>
                <a:lnTo>
                  <a:pt x="100" y="120"/>
                </a:lnTo>
                <a:lnTo>
                  <a:pt x="100" y="103"/>
                </a:lnTo>
                <a:lnTo>
                  <a:pt x="100" y="102"/>
                </a:lnTo>
                <a:lnTo>
                  <a:pt x="100" y="101"/>
                </a:lnTo>
                <a:lnTo>
                  <a:pt x="100" y="99"/>
                </a:lnTo>
                <a:lnTo>
                  <a:pt x="101" y="97"/>
                </a:lnTo>
                <a:lnTo>
                  <a:pt x="101" y="96"/>
                </a:lnTo>
                <a:lnTo>
                  <a:pt x="101" y="95"/>
                </a:lnTo>
                <a:lnTo>
                  <a:pt x="101" y="93"/>
                </a:lnTo>
                <a:lnTo>
                  <a:pt x="101" y="91"/>
                </a:lnTo>
                <a:lnTo>
                  <a:pt x="100" y="92"/>
                </a:lnTo>
                <a:lnTo>
                  <a:pt x="99" y="92"/>
                </a:lnTo>
                <a:lnTo>
                  <a:pt x="98" y="92"/>
                </a:lnTo>
                <a:lnTo>
                  <a:pt x="96" y="92"/>
                </a:lnTo>
                <a:lnTo>
                  <a:pt x="94" y="92"/>
                </a:lnTo>
                <a:lnTo>
                  <a:pt x="92" y="92"/>
                </a:lnTo>
                <a:lnTo>
                  <a:pt x="91" y="92"/>
                </a:lnTo>
                <a:lnTo>
                  <a:pt x="90" y="92"/>
                </a:lnTo>
                <a:lnTo>
                  <a:pt x="89" y="93"/>
                </a:lnTo>
                <a:lnTo>
                  <a:pt x="88" y="93"/>
                </a:lnTo>
                <a:lnTo>
                  <a:pt x="87" y="93"/>
                </a:lnTo>
                <a:lnTo>
                  <a:pt x="86" y="93"/>
                </a:lnTo>
                <a:lnTo>
                  <a:pt x="86" y="94"/>
                </a:lnTo>
                <a:lnTo>
                  <a:pt x="86" y="95"/>
                </a:lnTo>
                <a:lnTo>
                  <a:pt x="86" y="96"/>
                </a:lnTo>
                <a:lnTo>
                  <a:pt x="85" y="99"/>
                </a:lnTo>
                <a:lnTo>
                  <a:pt x="85" y="100"/>
                </a:lnTo>
                <a:lnTo>
                  <a:pt x="84" y="100"/>
                </a:lnTo>
                <a:lnTo>
                  <a:pt x="83" y="100"/>
                </a:lnTo>
                <a:lnTo>
                  <a:pt x="82" y="100"/>
                </a:lnTo>
                <a:lnTo>
                  <a:pt x="79" y="100"/>
                </a:lnTo>
                <a:lnTo>
                  <a:pt x="78" y="99"/>
                </a:lnTo>
                <a:lnTo>
                  <a:pt x="77" y="99"/>
                </a:lnTo>
                <a:lnTo>
                  <a:pt x="74" y="96"/>
                </a:lnTo>
                <a:lnTo>
                  <a:pt x="73" y="95"/>
                </a:lnTo>
                <a:lnTo>
                  <a:pt x="72" y="95"/>
                </a:lnTo>
                <a:lnTo>
                  <a:pt x="71" y="94"/>
                </a:lnTo>
                <a:lnTo>
                  <a:pt x="71" y="93"/>
                </a:lnTo>
                <a:lnTo>
                  <a:pt x="67" y="90"/>
                </a:lnTo>
                <a:lnTo>
                  <a:pt x="66" y="90"/>
                </a:lnTo>
                <a:lnTo>
                  <a:pt x="66" y="89"/>
                </a:lnTo>
                <a:lnTo>
                  <a:pt x="67" y="88"/>
                </a:lnTo>
                <a:lnTo>
                  <a:pt x="66" y="88"/>
                </a:lnTo>
                <a:lnTo>
                  <a:pt x="66" y="87"/>
                </a:lnTo>
                <a:lnTo>
                  <a:pt x="68" y="87"/>
                </a:lnTo>
                <a:lnTo>
                  <a:pt x="68" y="86"/>
                </a:lnTo>
                <a:lnTo>
                  <a:pt x="69" y="86"/>
                </a:lnTo>
                <a:lnTo>
                  <a:pt x="69" y="85"/>
                </a:lnTo>
                <a:lnTo>
                  <a:pt x="69" y="84"/>
                </a:lnTo>
                <a:lnTo>
                  <a:pt x="70" y="84"/>
                </a:lnTo>
                <a:lnTo>
                  <a:pt x="69" y="83"/>
                </a:lnTo>
                <a:lnTo>
                  <a:pt x="68" y="83"/>
                </a:lnTo>
                <a:lnTo>
                  <a:pt x="66" y="83"/>
                </a:lnTo>
                <a:lnTo>
                  <a:pt x="65" y="83"/>
                </a:lnTo>
                <a:lnTo>
                  <a:pt x="64" y="82"/>
                </a:lnTo>
                <a:lnTo>
                  <a:pt x="64" y="81"/>
                </a:lnTo>
                <a:lnTo>
                  <a:pt x="63" y="81"/>
                </a:lnTo>
                <a:lnTo>
                  <a:pt x="63" y="80"/>
                </a:lnTo>
                <a:lnTo>
                  <a:pt x="63" y="79"/>
                </a:lnTo>
                <a:lnTo>
                  <a:pt x="63" y="75"/>
                </a:lnTo>
                <a:lnTo>
                  <a:pt x="64" y="75"/>
                </a:lnTo>
                <a:lnTo>
                  <a:pt x="64" y="74"/>
                </a:lnTo>
                <a:lnTo>
                  <a:pt x="65" y="74"/>
                </a:lnTo>
                <a:lnTo>
                  <a:pt x="66" y="74"/>
                </a:lnTo>
                <a:lnTo>
                  <a:pt x="67" y="74"/>
                </a:lnTo>
                <a:lnTo>
                  <a:pt x="69" y="74"/>
                </a:lnTo>
                <a:lnTo>
                  <a:pt x="70" y="74"/>
                </a:lnTo>
                <a:lnTo>
                  <a:pt x="71" y="74"/>
                </a:lnTo>
                <a:lnTo>
                  <a:pt x="72" y="74"/>
                </a:lnTo>
                <a:lnTo>
                  <a:pt x="73" y="74"/>
                </a:lnTo>
                <a:lnTo>
                  <a:pt x="75" y="74"/>
                </a:lnTo>
                <a:lnTo>
                  <a:pt x="76" y="74"/>
                </a:lnTo>
                <a:lnTo>
                  <a:pt x="77" y="74"/>
                </a:lnTo>
                <a:lnTo>
                  <a:pt x="78" y="73"/>
                </a:lnTo>
                <a:lnTo>
                  <a:pt x="81" y="73"/>
                </a:lnTo>
                <a:lnTo>
                  <a:pt x="82" y="73"/>
                </a:lnTo>
                <a:lnTo>
                  <a:pt x="81" y="73"/>
                </a:lnTo>
                <a:lnTo>
                  <a:pt x="81" y="74"/>
                </a:lnTo>
                <a:lnTo>
                  <a:pt x="82" y="74"/>
                </a:lnTo>
                <a:lnTo>
                  <a:pt x="83" y="74"/>
                </a:lnTo>
                <a:lnTo>
                  <a:pt x="84" y="74"/>
                </a:lnTo>
                <a:lnTo>
                  <a:pt x="85" y="74"/>
                </a:lnTo>
                <a:lnTo>
                  <a:pt x="85" y="75"/>
                </a:lnTo>
                <a:lnTo>
                  <a:pt x="86" y="75"/>
                </a:lnTo>
                <a:lnTo>
                  <a:pt x="87" y="74"/>
                </a:lnTo>
                <a:lnTo>
                  <a:pt x="88" y="74"/>
                </a:lnTo>
                <a:lnTo>
                  <a:pt x="88" y="75"/>
                </a:lnTo>
                <a:lnTo>
                  <a:pt x="89" y="74"/>
                </a:lnTo>
                <a:lnTo>
                  <a:pt x="90" y="74"/>
                </a:lnTo>
                <a:lnTo>
                  <a:pt x="91" y="74"/>
                </a:lnTo>
                <a:lnTo>
                  <a:pt x="92" y="74"/>
                </a:lnTo>
                <a:lnTo>
                  <a:pt x="92" y="73"/>
                </a:lnTo>
                <a:lnTo>
                  <a:pt x="93" y="72"/>
                </a:lnTo>
                <a:lnTo>
                  <a:pt x="94" y="72"/>
                </a:lnTo>
                <a:lnTo>
                  <a:pt x="95" y="71"/>
                </a:lnTo>
                <a:lnTo>
                  <a:pt x="95" y="70"/>
                </a:lnTo>
                <a:lnTo>
                  <a:pt x="95" y="69"/>
                </a:lnTo>
                <a:lnTo>
                  <a:pt x="95" y="68"/>
                </a:lnTo>
                <a:lnTo>
                  <a:pt x="95" y="67"/>
                </a:lnTo>
                <a:lnTo>
                  <a:pt x="96" y="67"/>
                </a:lnTo>
                <a:lnTo>
                  <a:pt x="97" y="67"/>
                </a:lnTo>
                <a:lnTo>
                  <a:pt x="99" y="67"/>
                </a:lnTo>
                <a:lnTo>
                  <a:pt x="100" y="67"/>
                </a:lnTo>
                <a:lnTo>
                  <a:pt x="101" y="67"/>
                </a:lnTo>
                <a:lnTo>
                  <a:pt x="102" y="66"/>
                </a:lnTo>
                <a:lnTo>
                  <a:pt x="102" y="65"/>
                </a:lnTo>
                <a:lnTo>
                  <a:pt x="101" y="65"/>
                </a:lnTo>
                <a:lnTo>
                  <a:pt x="102" y="65"/>
                </a:lnTo>
                <a:lnTo>
                  <a:pt x="103" y="65"/>
                </a:lnTo>
                <a:lnTo>
                  <a:pt x="103" y="64"/>
                </a:lnTo>
                <a:lnTo>
                  <a:pt x="104" y="63"/>
                </a:lnTo>
                <a:lnTo>
                  <a:pt x="105" y="63"/>
                </a:lnTo>
                <a:lnTo>
                  <a:pt x="105" y="64"/>
                </a:lnTo>
                <a:lnTo>
                  <a:pt x="106" y="64"/>
                </a:lnTo>
                <a:lnTo>
                  <a:pt x="107" y="63"/>
                </a:lnTo>
                <a:lnTo>
                  <a:pt x="108" y="63"/>
                </a:lnTo>
                <a:lnTo>
                  <a:pt x="109" y="63"/>
                </a:lnTo>
                <a:lnTo>
                  <a:pt x="108" y="62"/>
                </a:lnTo>
                <a:lnTo>
                  <a:pt x="108" y="61"/>
                </a:lnTo>
                <a:lnTo>
                  <a:pt x="109" y="61"/>
                </a:lnTo>
                <a:lnTo>
                  <a:pt x="110" y="60"/>
                </a:lnTo>
                <a:lnTo>
                  <a:pt x="111" y="60"/>
                </a:lnTo>
                <a:lnTo>
                  <a:pt x="111" y="59"/>
                </a:lnTo>
                <a:lnTo>
                  <a:pt x="112" y="59"/>
                </a:lnTo>
                <a:lnTo>
                  <a:pt x="111" y="59"/>
                </a:lnTo>
                <a:lnTo>
                  <a:pt x="111" y="58"/>
                </a:lnTo>
                <a:lnTo>
                  <a:pt x="110" y="58"/>
                </a:lnTo>
                <a:lnTo>
                  <a:pt x="110" y="57"/>
                </a:lnTo>
                <a:lnTo>
                  <a:pt x="109" y="56"/>
                </a:lnTo>
                <a:lnTo>
                  <a:pt x="110" y="56"/>
                </a:lnTo>
                <a:lnTo>
                  <a:pt x="111" y="56"/>
                </a:lnTo>
                <a:lnTo>
                  <a:pt x="112" y="55"/>
                </a:lnTo>
                <a:lnTo>
                  <a:pt x="113" y="55"/>
                </a:lnTo>
                <a:lnTo>
                  <a:pt x="114" y="56"/>
                </a:lnTo>
                <a:lnTo>
                  <a:pt x="115" y="56"/>
                </a:lnTo>
                <a:lnTo>
                  <a:pt x="116" y="56"/>
                </a:lnTo>
                <a:lnTo>
                  <a:pt x="117" y="56"/>
                </a:lnTo>
                <a:lnTo>
                  <a:pt x="119" y="57"/>
                </a:lnTo>
                <a:lnTo>
                  <a:pt x="120" y="57"/>
                </a:lnTo>
                <a:lnTo>
                  <a:pt x="121" y="57"/>
                </a:lnTo>
                <a:lnTo>
                  <a:pt x="122" y="57"/>
                </a:lnTo>
                <a:lnTo>
                  <a:pt x="123" y="57"/>
                </a:lnTo>
                <a:lnTo>
                  <a:pt x="124" y="56"/>
                </a:lnTo>
                <a:lnTo>
                  <a:pt x="125" y="56"/>
                </a:lnTo>
                <a:lnTo>
                  <a:pt x="126" y="56"/>
                </a:lnTo>
                <a:lnTo>
                  <a:pt x="126" y="57"/>
                </a:lnTo>
                <a:lnTo>
                  <a:pt x="127" y="57"/>
                </a:lnTo>
                <a:lnTo>
                  <a:pt x="128" y="56"/>
                </a:lnTo>
                <a:lnTo>
                  <a:pt x="129" y="56"/>
                </a:lnTo>
                <a:lnTo>
                  <a:pt x="130" y="56"/>
                </a:lnTo>
                <a:lnTo>
                  <a:pt x="130" y="55"/>
                </a:lnTo>
                <a:lnTo>
                  <a:pt x="131" y="55"/>
                </a:lnTo>
                <a:lnTo>
                  <a:pt x="132" y="55"/>
                </a:lnTo>
                <a:lnTo>
                  <a:pt x="133" y="55"/>
                </a:lnTo>
                <a:lnTo>
                  <a:pt x="134" y="55"/>
                </a:lnTo>
                <a:lnTo>
                  <a:pt x="135" y="54"/>
                </a:lnTo>
                <a:lnTo>
                  <a:pt x="136" y="54"/>
                </a:lnTo>
                <a:lnTo>
                  <a:pt x="137" y="54"/>
                </a:lnTo>
                <a:lnTo>
                  <a:pt x="138" y="54"/>
                </a:lnTo>
                <a:lnTo>
                  <a:pt x="139" y="54"/>
                </a:lnTo>
                <a:lnTo>
                  <a:pt x="139" y="53"/>
                </a:lnTo>
                <a:lnTo>
                  <a:pt x="140" y="53"/>
                </a:lnTo>
                <a:lnTo>
                  <a:pt x="142" y="53"/>
                </a:lnTo>
                <a:lnTo>
                  <a:pt x="143" y="53"/>
                </a:lnTo>
                <a:lnTo>
                  <a:pt x="144" y="53"/>
                </a:lnTo>
                <a:lnTo>
                  <a:pt x="145" y="53"/>
                </a:lnTo>
                <a:lnTo>
                  <a:pt x="146" y="53"/>
                </a:lnTo>
                <a:lnTo>
                  <a:pt x="147" y="52"/>
                </a:lnTo>
                <a:lnTo>
                  <a:pt x="149" y="52"/>
                </a:lnTo>
                <a:lnTo>
                  <a:pt x="150" y="52"/>
                </a:lnTo>
                <a:lnTo>
                  <a:pt x="151" y="52"/>
                </a:lnTo>
                <a:lnTo>
                  <a:pt x="152" y="52"/>
                </a:lnTo>
                <a:lnTo>
                  <a:pt x="153" y="52"/>
                </a:lnTo>
                <a:lnTo>
                  <a:pt x="154" y="52"/>
                </a:lnTo>
                <a:lnTo>
                  <a:pt x="154" y="51"/>
                </a:lnTo>
                <a:lnTo>
                  <a:pt x="155" y="51"/>
                </a:lnTo>
                <a:lnTo>
                  <a:pt x="156" y="50"/>
                </a:lnTo>
                <a:lnTo>
                  <a:pt x="157" y="50"/>
                </a:lnTo>
                <a:lnTo>
                  <a:pt x="158" y="50"/>
                </a:lnTo>
                <a:lnTo>
                  <a:pt x="159" y="50"/>
                </a:lnTo>
                <a:lnTo>
                  <a:pt x="160" y="49"/>
                </a:lnTo>
                <a:lnTo>
                  <a:pt x="161" y="49"/>
                </a:lnTo>
                <a:lnTo>
                  <a:pt x="162" y="48"/>
                </a:lnTo>
                <a:lnTo>
                  <a:pt x="163" y="48"/>
                </a:lnTo>
                <a:lnTo>
                  <a:pt x="164" y="48"/>
                </a:lnTo>
                <a:lnTo>
                  <a:pt x="165" y="47"/>
                </a:lnTo>
                <a:lnTo>
                  <a:pt x="166" y="47"/>
                </a:lnTo>
                <a:lnTo>
                  <a:pt x="167" y="47"/>
                </a:lnTo>
                <a:lnTo>
                  <a:pt x="167" y="48"/>
                </a:lnTo>
                <a:lnTo>
                  <a:pt x="168" y="48"/>
                </a:lnTo>
                <a:lnTo>
                  <a:pt x="168" y="47"/>
                </a:lnTo>
                <a:lnTo>
                  <a:pt x="168" y="48"/>
                </a:lnTo>
                <a:lnTo>
                  <a:pt x="169" y="48"/>
                </a:lnTo>
                <a:lnTo>
                  <a:pt x="170" y="48"/>
                </a:lnTo>
                <a:lnTo>
                  <a:pt x="171" y="48"/>
                </a:lnTo>
                <a:lnTo>
                  <a:pt x="171" y="47"/>
                </a:lnTo>
                <a:lnTo>
                  <a:pt x="172" y="47"/>
                </a:lnTo>
                <a:lnTo>
                  <a:pt x="172" y="46"/>
                </a:lnTo>
                <a:lnTo>
                  <a:pt x="173" y="46"/>
                </a:lnTo>
                <a:lnTo>
                  <a:pt x="174" y="46"/>
                </a:lnTo>
                <a:lnTo>
                  <a:pt x="175" y="45"/>
                </a:lnTo>
                <a:lnTo>
                  <a:pt x="175" y="46"/>
                </a:lnTo>
                <a:lnTo>
                  <a:pt x="176" y="46"/>
                </a:lnTo>
                <a:lnTo>
                  <a:pt x="176" y="45"/>
                </a:lnTo>
                <a:lnTo>
                  <a:pt x="176" y="44"/>
                </a:lnTo>
                <a:lnTo>
                  <a:pt x="177" y="44"/>
                </a:lnTo>
                <a:lnTo>
                  <a:pt x="178" y="44"/>
                </a:lnTo>
                <a:lnTo>
                  <a:pt x="178" y="43"/>
                </a:lnTo>
                <a:lnTo>
                  <a:pt x="179" y="43"/>
                </a:lnTo>
                <a:lnTo>
                  <a:pt x="180" y="43"/>
                </a:lnTo>
                <a:lnTo>
                  <a:pt x="181" y="43"/>
                </a:lnTo>
                <a:lnTo>
                  <a:pt x="181" y="42"/>
                </a:lnTo>
                <a:lnTo>
                  <a:pt x="182" y="42"/>
                </a:lnTo>
                <a:lnTo>
                  <a:pt x="183" y="42"/>
                </a:lnTo>
                <a:lnTo>
                  <a:pt x="183" y="41"/>
                </a:lnTo>
                <a:lnTo>
                  <a:pt x="184" y="41"/>
                </a:lnTo>
                <a:lnTo>
                  <a:pt x="185" y="41"/>
                </a:lnTo>
                <a:lnTo>
                  <a:pt x="186" y="41"/>
                </a:lnTo>
                <a:lnTo>
                  <a:pt x="187" y="41"/>
                </a:lnTo>
                <a:lnTo>
                  <a:pt x="188" y="41"/>
                </a:lnTo>
                <a:lnTo>
                  <a:pt x="188" y="40"/>
                </a:lnTo>
                <a:lnTo>
                  <a:pt x="189" y="40"/>
                </a:lnTo>
                <a:lnTo>
                  <a:pt x="189" y="41"/>
                </a:lnTo>
                <a:lnTo>
                  <a:pt x="190" y="40"/>
                </a:lnTo>
                <a:lnTo>
                  <a:pt x="191" y="40"/>
                </a:lnTo>
                <a:lnTo>
                  <a:pt x="192" y="39"/>
                </a:lnTo>
                <a:lnTo>
                  <a:pt x="193" y="40"/>
                </a:lnTo>
                <a:lnTo>
                  <a:pt x="194" y="39"/>
                </a:lnTo>
                <a:lnTo>
                  <a:pt x="195" y="39"/>
                </a:lnTo>
                <a:lnTo>
                  <a:pt x="196" y="39"/>
                </a:lnTo>
                <a:lnTo>
                  <a:pt x="196" y="38"/>
                </a:lnTo>
                <a:lnTo>
                  <a:pt x="197" y="38"/>
                </a:lnTo>
                <a:lnTo>
                  <a:pt x="198" y="38"/>
                </a:lnTo>
                <a:lnTo>
                  <a:pt x="199" y="38"/>
                </a:lnTo>
                <a:lnTo>
                  <a:pt x="200" y="38"/>
                </a:lnTo>
                <a:lnTo>
                  <a:pt x="201" y="38"/>
                </a:lnTo>
                <a:lnTo>
                  <a:pt x="201" y="37"/>
                </a:lnTo>
                <a:lnTo>
                  <a:pt x="202" y="36"/>
                </a:lnTo>
                <a:lnTo>
                  <a:pt x="202" y="37"/>
                </a:lnTo>
                <a:lnTo>
                  <a:pt x="203" y="37"/>
                </a:lnTo>
                <a:lnTo>
                  <a:pt x="203" y="36"/>
                </a:lnTo>
                <a:lnTo>
                  <a:pt x="204" y="37"/>
                </a:lnTo>
                <a:lnTo>
                  <a:pt x="205" y="37"/>
                </a:lnTo>
                <a:lnTo>
                  <a:pt x="205" y="36"/>
                </a:lnTo>
                <a:lnTo>
                  <a:pt x="206" y="35"/>
                </a:lnTo>
                <a:lnTo>
                  <a:pt x="208" y="35"/>
                </a:lnTo>
                <a:lnTo>
                  <a:pt x="209" y="35"/>
                </a:lnTo>
                <a:lnTo>
                  <a:pt x="209" y="36"/>
                </a:lnTo>
                <a:lnTo>
                  <a:pt x="210" y="35"/>
                </a:lnTo>
                <a:lnTo>
                  <a:pt x="211" y="35"/>
                </a:lnTo>
                <a:lnTo>
                  <a:pt x="212" y="35"/>
                </a:lnTo>
                <a:lnTo>
                  <a:pt x="213" y="36"/>
                </a:lnTo>
                <a:lnTo>
                  <a:pt x="214" y="36"/>
                </a:lnTo>
                <a:lnTo>
                  <a:pt x="215" y="36"/>
                </a:lnTo>
                <a:lnTo>
                  <a:pt x="215" y="35"/>
                </a:lnTo>
                <a:lnTo>
                  <a:pt x="216" y="35"/>
                </a:lnTo>
                <a:lnTo>
                  <a:pt x="217" y="35"/>
                </a:lnTo>
                <a:lnTo>
                  <a:pt x="218" y="34"/>
                </a:lnTo>
                <a:lnTo>
                  <a:pt x="218" y="35"/>
                </a:lnTo>
                <a:lnTo>
                  <a:pt x="219" y="35"/>
                </a:lnTo>
                <a:lnTo>
                  <a:pt x="220" y="34"/>
                </a:lnTo>
                <a:lnTo>
                  <a:pt x="221" y="34"/>
                </a:lnTo>
                <a:lnTo>
                  <a:pt x="222" y="34"/>
                </a:lnTo>
                <a:lnTo>
                  <a:pt x="223" y="34"/>
                </a:lnTo>
                <a:lnTo>
                  <a:pt x="223" y="33"/>
                </a:lnTo>
                <a:lnTo>
                  <a:pt x="223" y="32"/>
                </a:lnTo>
                <a:lnTo>
                  <a:pt x="224" y="32"/>
                </a:lnTo>
                <a:lnTo>
                  <a:pt x="226" y="31"/>
                </a:lnTo>
                <a:lnTo>
                  <a:pt x="227" y="31"/>
                </a:lnTo>
                <a:lnTo>
                  <a:pt x="228" y="31"/>
                </a:lnTo>
                <a:lnTo>
                  <a:pt x="228" y="30"/>
                </a:lnTo>
                <a:lnTo>
                  <a:pt x="229" y="30"/>
                </a:lnTo>
                <a:lnTo>
                  <a:pt x="230" y="30"/>
                </a:lnTo>
                <a:lnTo>
                  <a:pt x="230" y="29"/>
                </a:lnTo>
                <a:lnTo>
                  <a:pt x="231" y="29"/>
                </a:lnTo>
                <a:lnTo>
                  <a:pt x="232" y="29"/>
                </a:lnTo>
                <a:lnTo>
                  <a:pt x="233" y="28"/>
                </a:lnTo>
                <a:lnTo>
                  <a:pt x="234" y="28"/>
                </a:lnTo>
                <a:lnTo>
                  <a:pt x="235" y="28"/>
                </a:lnTo>
                <a:lnTo>
                  <a:pt x="236" y="28"/>
                </a:lnTo>
                <a:lnTo>
                  <a:pt x="236" y="27"/>
                </a:lnTo>
                <a:lnTo>
                  <a:pt x="237" y="27"/>
                </a:lnTo>
                <a:lnTo>
                  <a:pt x="238" y="27"/>
                </a:lnTo>
                <a:lnTo>
                  <a:pt x="239" y="27"/>
                </a:lnTo>
                <a:lnTo>
                  <a:pt x="240" y="26"/>
                </a:lnTo>
                <a:lnTo>
                  <a:pt x="240" y="27"/>
                </a:lnTo>
                <a:lnTo>
                  <a:pt x="242" y="27"/>
                </a:lnTo>
                <a:lnTo>
                  <a:pt x="242" y="26"/>
                </a:lnTo>
                <a:lnTo>
                  <a:pt x="243" y="26"/>
                </a:lnTo>
                <a:lnTo>
                  <a:pt x="244" y="26"/>
                </a:lnTo>
                <a:lnTo>
                  <a:pt x="245" y="26"/>
                </a:lnTo>
                <a:lnTo>
                  <a:pt x="246" y="26"/>
                </a:lnTo>
                <a:lnTo>
                  <a:pt x="247" y="26"/>
                </a:lnTo>
                <a:lnTo>
                  <a:pt x="248" y="26"/>
                </a:lnTo>
                <a:lnTo>
                  <a:pt x="249" y="26"/>
                </a:lnTo>
                <a:lnTo>
                  <a:pt x="250" y="25"/>
                </a:lnTo>
                <a:lnTo>
                  <a:pt x="250" y="24"/>
                </a:lnTo>
                <a:lnTo>
                  <a:pt x="251" y="24"/>
                </a:lnTo>
                <a:lnTo>
                  <a:pt x="252" y="24"/>
                </a:lnTo>
                <a:lnTo>
                  <a:pt x="252" y="23"/>
                </a:lnTo>
                <a:lnTo>
                  <a:pt x="252" y="24"/>
                </a:lnTo>
                <a:lnTo>
                  <a:pt x="253" y="24"/>
                </a:lnTo>
                <a:lnTo>
                  <a:pt x="253" y="23"/>
                </a:lnTo>
                <a:lnTo>
                  <a:pt x="254" y="23"/>
                </a:lnTo>
                <a:lnTo>
                  <a:pt x="255" y="22"/>
                </a:lnTo>
                <a:lnTo>
                  <a:pt x="256" y="22"/>
                </a:lnTo>
                <a:lnTo>
                  <a:pt x="257" y="22"/>
                </a:lnTo>
                <a:lnTo>
                  <a:pt x="261" y="22"/>
                </a:lnTo>
                <a:lnTo>
                  <a:pt x="262" y="22"/>
                </a:lnTo>
                <a:lnTo>
                  <a:pt x="263" y="22"/>
                </a:lnTo>
                <a:lnTo>
                  <a:pt x="264" y="22"/>
                </a:lnTo>
                <a:lnTo>
                  <a:pt x="265" y="22"/>
                </a:lnTo>
                <a:lnTo>
                  <a:pt x="266" y="22"/>
                </a:lnTo>
                <a:lnTo>
                  <a:pt x="267" y="22"/>
                </a:lnTo>
                <a:lnTo>
                  <a:pt x="268" y="22"/>
                </a:lnTo>
                <a:lnTo>
                  <a:pt x="269" y="22"/>
                </a:lnTo>
                <a:lnTo>
                  <a:pt x="269" y="21"/>
                </a:lnTo>
                <a:lnTo>
                  <a:pt x="270" y="21"/>
                </a:lnTo>
                <a:lnTo>
                  <a:pt x="271" y="21"/>
                </a:lnTo>
                <a:lnTo>
                  <a:pt x="271" y="20"/>
                </a:lnTo>
                <a:lnTo>
                  <a:pt x="270" y="19"/>
                </a:lnTo>
                <a:lnTo>
                  <a:pt x="270" y="18"/>
                </a:lnTo>
                <a:lnTo>
                  <a:pt x="271" y="18"/>
                </a:lnTo>
                <a:lnTo>
                  <a:pt x="272" y="18"/>
                </a:lnTo>
                <a:lnTo>
                  <a:pt x="272" y="17"/>
                </a:lnTo>
                <a:lnTo>
                  <a:pt x="273" y="17"/>
                </a:lnTo>
                <a:lnTo>
                  <a:pt x="274" y="17"/>
                </a:lnTo>
                <a:lnTo>
                  <a:pt x="275" y="18"/>
                </a:lnTo>
                <a:lnTo>
                  <a:pt x="275" y="17"/>
                </a:lnTo>
                <a:lnTo>
                  <a:pt x="275" y="16"/>
                </a:lnTo>
                <a:lnTo>
                  <a:pt x="275" y="15"/>
                </a:lnTo>
                <a:lnTo>
                  <a:pt x="276" y="15"/>
                </a:lnTo>
                <a:lnTo>
                  <a:pt x="276" y="14"/>
                </a:lnTo>
                <a:lnTo>
                  <a:pt x="277" y="13"/>
                </a:lnTo>
                <a:lnTo>
                  <a:pt x="277" y="12"/>
                </a:lnTo>
                <a:lnTo>
                  <a:pt x="278" y="11"/>
                </a:lnTo>
                <a:lnTo>
                  <a:pt x="280" y="11"/>
                </a:lnTo>
                <a:lnTo>
                  <a:pt x="281" y="11"/>
                </a:lnTo>
                <a:lnTo>
                  <a:pt x="282" y="11"/>
                </a:lnTo>
                <a:lnTo>
                  <a:pt x="282" y="12"/>
                </a:lnTo>
                <a:lnTo>
                  <a:pt x="283" y="11"/>
                </a:lnTo>
                <a:lnTo>
                  <a:pt x="282" y="11"/>
                </a:lnTo>
                <a:lnTo>
                  <a:pt x="283" y="11"/>
                </a:lnTo>
                <a:lnTo>
                  <a:pt x="284" y="11"/>
                </a:lnTo>
                <a:lnTo>
                  <a:pt x="285" y="11"/>
                </a:lnTo>
                <a:lnTo>
                  <a:pt x="286" y="11"/>
                </a:lnTo>
                <a:lnTo>
                  <a:pt x="287" y="11"/>
                </a:lnTo>
                <a:lnTo>
                  <a:pt x="287" y="10"/>
                </a:lnTo>
                <a:lnTo>
                  <a:pt x="288" y="10"/>
                </a:lnTo>
                <a:lnTo>
                  <a:pt x="288" y="11"/>
                </a:lnTo>
                <a:lnTo>
                  <a:pt x="289" y="11"/>
                </a:lnTo>
                <a:lnTo>
                  <a:pt x="290" y="11"/>
                </a:lnTo>
                <a:lnTo>
                  <a:pt x="290" y="10"/>
                </a:lnTo>
                <a:lnTo>
                  <a:pt x="291" y="10"/>
                </a:lnTo>
                <a:lnTo>
                  <a:pt x="292" y="10"/>
                </a:lnTo>
                <a:lnTo>
                  <a:pt x="293" y="11"/>
                </a:lnTo>
                <a:lnTo>
                  <a:pt x="294" y="11"/>
                </a:lnTo>
                <a:lnTo>
                  <a:pt x="294" y="10"/>
                </a:lnTo>
                <a:lnTo>
                  <a:pt x="295" y="10"/>
                </a:lnTo>
                <a:lnTo>
                  <a:pt x="296" y="10"/>
                </a:lnTo>
                <a:lnTo>
                  <a:pt x="297" y="10"/>
                </a:lnTo>
                <a:lnTo>
                  <a:pt x="297" y="9"/>
                </a:lnTo>
                <a:lnTo>
                  <a:pt x="298" y="9"/>
                </a:lnTo>
                <a:lnTo>
                  <a:pt x="299" y="9"/>
                </a:lnTo>
                <a:lnTo>
                  <a:pt x="300" y="9"/>
                </a:lnTo>
                <a:lnTo>
                  <a:pt x="301" y="9"/>
                </a:lnTo>
                <a:lnTo>
                  <a:pt x="302" y="9"/>
                </a:lnTo>
                <a:lnTo>
                  <a:pt x="302" y="8"/>
                </a:lnTo>
                <a:lnTo>
                  <a:pt x="303" y="8"/>
                </a:lnTo>
                <a:lnTo>
                  <a:pt x="304" y="8"/>
                </a:lnTo>
                <a:lnTo>
                  <a:pt x="305" y="8"/>
                </a:lnTo>
                <a:lnTo>
                  <a:pt x="306" y="8"/>
                </a:lnTo>
                <a:lnTo>
                  <a:pt x="307" y="8"/>
                </a:lnTo>
                <a:lnTo>
                  <a:pt x="308" y="8"/>
                </a:lnTo>
                <a:lnTo>
                  <a:pt x="308" y="7"/>
                </a:lnTo>
                <a:lnTo>
                  <a:pt x="309" y="7"/>
                </a:lnTo>
                <a:lnTo>
                  <a:pt x="309" y="8"/>
                </a:lnTo>
                <a:lnTo>
                  <a:pt x="310" y="8"/>
                </a:lnTo>
                <a:lnTo>
                  <a:pt x="311" y="8"/>
                </a:lnTo>
                <a:lnTo>
                  <a:pt x="312" y="8"/>
                </a:lnTo>
                <a:lnTo>
                  <a:pt x="312" y="7"/>
                </a:lnTo>
                <a:lnTo>
                  <a:pt x="313" y="6"/>
                </a:lnTo>
                <a:lnTo>
                  <a:pt x="314" y="6"/>
                </a:lnTo>
                <a:lnTo>
                  <a:pt x="314" y="5"/>
                </a:lnTo>
                <a:lnTo>
                  <a:pt x="316" y="5"/>
                </a:lnTo>
                <a:lnTo>
                  <a:pt x="317" y="5"/>
                </a:lnTo>
                <a:lnTo>
                  <a:pt x="318" y="5"/>
                </a:lnTo>
                <a:lnTo>
                  <a:pt x="319" y="5"/>
                </a:lnTo>
                <a:lnTo>
                  <a:pt x="320" y="5"/>
                </a:lnTo>
                <a:lnTo>
                  <a:pt x="320" y="6"/>
                </a:lnTo>
                <a:lnTo>
                  <a:pt x="321" y="6"/>
                </a:lnTo>
                <a:lnTo>
                  <a:pt x="321" y="7"/>
                </a:lnTo>
                <a:lnTo>
                  <a:pt x="322" y="7"/>
                </a:lnTo>
                <a:lnTo>
                  <a:pt x="323" y="7"/>
                </a:lnTo>
                <a:lnTo>
                  <a:pt x="323" y="6"/>
                </a:lnTo>
                <a:lnTo>
                  <a:pt x="325" y="6"/>
                </a:lnTo>
                <a:lnTo>
                  <a:pt x="325" y="7"/>
                </a:lnTo>
                <a:lnTo>
                  <a:pt x="326" y="7"/>
                </a:lnTo>
                <a:lnTo>
                  <a:pt x="327" y="7"/>
                </a:lnTo>
                <a:lnTo>
                  <a:pt x="328" y="7"/>
                </a:lnTo>
                <a:lnTo>
                  <a:pt x="329" y="6"/>
                </a:lnTo>
                <a:lnTo>
                  <a:pt x="330" y="7"/>
                </a:lnTo>
                <a:lnTo>
                  <a:pt x="330" y="6"/>
                </a:lnTo>
                <a:lnTo>
                  <a:pt x="331" y="5"/>
                </a:lnTo>
                <a:lnTo>
                  <a:pt x="332" y="5"/>
                </a:lnTo>
                <a:lnTo>
                  <a:pt x="333" y="5"/>
                </a:lnTo>
                <a:lnTo>
                  <a:pt x="333" y="4"/>
                </a:lnTo>
                <a:lnTo>
                  <a:pt x="334" y="3"/>
                </a:lnTo>
                <a:lnTo>
                  <a:pt x="335" y="4"/>
                </a:lnTo>
                <a:lnTo>
                  <a:pt x="336" y="5"/>
                </a:lnTo>
                <a:lnTo>
                  <a:pt x="337" y="5"/>
                </a:lnTo>
                <a:lnTo>
                  <a:pt x="337" y="6"/>
                </a:lnTo>
                <a:lnTo>
                  <a:pt x="336" y="6"/>
                </a:lnTo>
                <a:lnTo>
                  <a:pt x="336" y="7"/>
                </a:lnTo>
                <a:lnTo>
                  <a:pt x="336" y="8"/>
                </a:lnTo>
                <a:lnTo>
                  <a:pt x="336" y="9"/>
                </a:lnTo>
                <a:lnTo>
                  <a:pt x="335" y="9"/>
                </a:lnTo>
                <a:lnTo>
                  <a:pt x="335" y="10"/>
                </a:lnTo>
                <a:lnTo>
                  <a:pt x="336" y="10"/>
                </a:lnTo>
                <a:lnTo>
                  <a:pt x="336" y="11"/>
                </a:lnTo>
                <a:lnTo>
                  <a:pt x="337" y="11"/>
                </a:lnTo>
                <a:lnTo>
                  <a:pt x="337" y="12"/>
                </a:lnTo>
                <a:lnTo>
                  <a:pt x="339" y="13"/>
                </a:lnTo>
                <a:lnTo>
                  <a:pt x="339" y="14"/>
                </a:lnTo>
                <a:lnTo>
                  <a:pt x="340" y="14"/>
                </a:lnTo>
                <a:lnTo>
                  <a:pt x="340" y="15"/>
                </a:lnTo>
                <a:lnTo>
                  <a:pt x="341" y="15"/>
                </a:lnTo>
                <a:lnTo>
                  <a:pt x="341" y="16"/>
                </a:lnTo>
                <a:lnTo>
                  <a:pt x="341" y="17"/>
                </a:lnTo>
                <a:lnTo>
                  <a:pt x="342" y="17"/>
                </a:lnTo>
                <a:lnTo>
                  <a:pt x="341" y="19"/>
                </a:lnTo>
                <a:lnTo>
                  <a:pt x="341" y="22"/>
                </a:lnTo>
                <a:lnTo>
                  <a:pt x="341" y="24"/>
                </a:lnTo>
                <a:lnTo>
                  <a:pt x="340" y="29"/>
                </a:lnTo>
                <a:lnTo>
                  <a:pt x="340" y="30"/>
                </a:lnTo>
                <a:lnTo>
                  <a:pt x="341" y="30"/>
                </a:lnTo>
                <a:lnTo>
                  <a:pt x="342" y="31"/>
                </a:lnTo>
                <a:lnTo>
                  <a:pt x="343" y="31"/>
                </a:lnTo>
                <a:lnTo>
                  <a:pt x="344" y="31"/>
                </a:lnTo>
                <a:lnTo>
                  <a:pt x="345" y="31"/>
                </a:lnTo>
                <a:lnTo>
                  <a:pt x="347" y="31"/>
                </a:lnTo>
                <a:lnTo>
                  <a:pt x="348" y="32"/>
                </a:lnTo>
                <a:lnTo>
                  <a:pt x="349" y="33"/>
                </a:lnTo>
                <a:lnTo>
                  <a:pt x="351" y="33"/>
                </a:lnTo>
                <a:lnTo>
                  <a:pt x="352" y="33"/>
                </a:lnTo>
                <a:lnTo>
                  <a:pt x="352" y="32"/>
                </a:lnTo>
                <a:lnTo>
                  <a:pt x="353" y="32"/>
                </a:lnTo>
                <a:lnTo>
                  <a:pt x="354" y="32"/>
                </a:lnTo>
                <a:lnTo>
                  <a:pt x="355" y="31"/>
                </a:lnTo>
                <a:lnTo>
                  <a:pt x="357" y="31"/>
                </a:lnTo>
                <a:lnTo>
                  <a:pt x="359" y="31"/>
                </a:lnTo>
                <a:lnTo>
                  <a:pt x="362" y="31"/>
                </a:lnTo>
                <a:lnTo>
                  <a:pt x="363" y="31"/>
                </a:lnTo>
                <a:lnTo>
                  <a:pt x="366" y="30"/>
                </a:lnTo>
                <a:lnTo>
                  <a:pt x="367" y="30"/>
                </a:lnTo>
                <a:lnTo>
                  <a:pt x="371" y="30"/>
                </a:lnTo>
                <a:lnTo>
                  <a:pt x="376" y="30"/>
                </a:lnTo>
                <a:lnTo>
                  <a:pt x="387" y="30"/>
                </a:lnTo>
                <a:lnTo>
                  <a:pt x="389" y="30"/>
                </a:lnTo>
                <a:lnTo>
                  <a:pt x="391" y="30"/>
                </a:lnTo>
                <a:lnTo>
                  <a:pt x="392" y="30"/>
                </a:lnTo>
                <a:lnTo>
                  <a:pt x="392" y="31"/>
                </a:lnTo>
                <a:lnTo>
                  <a:pt x="393" y="31"/>
                </a:lnTo>
                <a:lnTo>
                  <a:pt x="394" y="32"/>
                </a:lnTo>
                <a:lnTo>
                  <a:pt x="396" y="33"/>
                </a:lnTo>
                <a:lnTo>
                  <a:pt x="397" y="34"/>
                </a:lnTo>
                <a:lnTo>
                  <a:pt x="398" y="34"/>
                </a:lnTo>
                <a:lnTo>
                  <a:pt x="399" y="35"/>
                </a:lnTo>
                <a:lnTo>
                  <a:pt x="400" y="35"/>
                </a:lnTo>
                <a:lnTo>
                  <a:pt x="402" y="35"/>
                </a:lnTo>
                <a:lnTo>
                  <a:pt x="404" y="35"/>
                </a:lnTo>
                <a:lnTo>
                  <a:pt x="404" y="40"/>
                </a:lnTo>
                <a:lnTo>
                  <a:pt x="403" y="40"/>
                </a:lnTo>
                <a:lnTo>
                  <a:pt x="402" y="40"/>
                </a:lnTo>
                <a:lnTo>
                  <a:pt x="400" y="40"/>
                </a:lnTo>
                <a:lnTo>
                  <a:pt x="399" y="40"/>
                </a:lnTo>
                <a:lnTo>
                  <a:pt x="398" y="40"/>
                </a:lnTo>
                <a:lnTo>
                  <a:pt x="396" y="40"/>
                </a:lnTo>
                <a:lnTo>
                  <a:pt x="395" y="40"/>
                </a:lnTo>
                <a:lnTo>
                  <a:pt x="394" y="40"/>
                </a:lnTo>
                <a:lnTo>
                  <a:pt x="394" y="41"/>
                </a:lnTo>
                <a:lnTo>
                  <a:pt x="393" y="41"/>
                </a:lnTo>
                <a:lnTo>
                  <a:pt x="393" y="42"/>
                </a:lnTo>
                <a:lnTo>
                  <a:pt x="394" y="43"/>
                </a:lnTo>
                <a:lnTo>
                  <a:pt x="394" y="44"/>
                </a:lnTo>
                <a:lnTo>
                  <a:pt x="394" y="45"/>
                </a:lnTo>
                <a:lnTo>
                  <a:pt x="395" y="45"/>
                </a:lnTo>
                <a:lnTo>
                  <a:pt x="395" y="46"/>
                </a:lnTo>
                <a:lnTo>
                  <a:pt x="396" y="46"/>
                </a:lnTo>
                <a:lnTo>
                  <a:pt x="397" y="47"/>
                </a:lnTo>
                <a:lnTo>
                  <a:pt x="398" y="48"/>
                </a:lnTo>
                <a:lnTo>
                  <a:pt x="400" y="49"/>
                </a:lnTo>
                <a:lnTo>
                  <a:pt x="401" y="49"/>
                </a:lnTo>
                <a:lnTo>
                  <a:pt x="402" y="50"/>
                </a:lnTo>
                <a:lnTo>
                  <a:pt x="404" y="50"/>
                </a:lnTo>
                <a:lnTo>
                  <a:pt x="406" y="50"/>
                </a:lnTo>
                <a:lnTo>
                  <a:pt x="407" y="51"/>
                </a:lnTo>
                <a:lnTo>
                  <a:pt x="408" y="51"/>
                </a:lnTo>
                <a:lnTo>
                  <a:pt x="410" y="51"/>
                </a:lnTo>
                <a:lnTo>
                  <a:pt x="411" y="51"/>
                </a:lnTo>
                <a:lnTo>
                  <a:pt x="412" y="50"/>
                </a:lnTo>
                <a:lnTo>
                  <a:pt x="413" y="50"/>
                </a:lnTo>
                <a:lnTo>
                  <a:pt x="414" y="50"/>
                </a:lnTo>
                <a:lnTo>
                  <a:pt x="417" y="49"/>
                </a:lnTo>
                <a:lnTo>
                  <a:pt x="422" y="49"/>
                </a:lnTo>
                <a:lnTo>
                  <a:pt x="426" y="48"/>
                </a:lnTo>
                <a:lnTo>
                  <a:pt x="438" y="47"/>
                </a:lnTo>
                <a:lnTo>
                  <a:pt x="439" y="46"/>
                </a:lnTo>
                <a:lnTo>
                  <a:pt x="440" y="46"/>
                </a:lnTo>
                <a:lnTo>
                  <a:pt x="441" y="47"/>
                </a:lnTo>
                <a:lnTo>
                  <a:pt x="442" y="47"/>
                </a:lnTo>
                <a:lnTo>
                  <a:pt x="445" y="47"/>
                </a:lnTo>
                <a:lnTo>
                  <a:pt x="446" y="47"/>
                </a:lnTo>
                <a:lnTo>
                  <a:pt x="447" y="46"/>
                </a:lnTo>
                <a:lnTo>
                  <a:pt x="448" y="46"/>
                </a:lnTo>
                <a:lnTo>
                  <a:pt x="448" y="47"/>
                </a:lnTo>
                <a:lnTo>
                  <a:pt x="449" y="47"/>
                </a:lnTo>
                <a:lnTo>
                  <a:pt x="449" y="48"/>
                </a:lnTo>
                <a:lnTo>
                  <a:pt x="449" y="49"/>
                </a:lnTo>
                <a:lnTo>
                  <a:pt x="450" y="49"/>
                </a:lnTo>
                <a:lnTo>
                  <a:pt x="450" y="50"/>
                </a:lnTo>
                <a:lnTo>
                  <a:pt x="450" y="51"/>
                </a:lnTo>
                <a:lnTo>
                  <a:pt x="451" y="52"/>
                </a:lnTo>
                <a:lnTo>
                  <a:pt x="451" y="53"/>
                </a:lnTo>
                <a:lnTo>
                  <a:pt x="451" y="54"/>
                </a:lnTo>
                <a:lnTo>
                  <a:pt x="452" y="54"/>
                </a:lnTo>
                <a:lnTo>
                  <a:pt x="452" y="55"/>
                </a:lnTo>
                <a:lnTo>
                  <a:pt x="452" y="56"/>
                </a:lnTo>
                <a:lnTo>
                  <a:pt x="452" y="57"/>
                </a:lnTo>
                <a:lnTo>
                  <a:pt x="453" y="57"/>
                </a:lnTo>
                <a:lnTo>
                  <a:pt x="453" y="58"/>
                </a:lnTo>
                <a:lnTo>
                  <a:pt x="453" y="59"/>
                </a:lnTo>
                <a:lnTo>
                  <a:pt x="454" y="59"/>
                </a:lnTo>
                <a:lnTo>
                  <a:pt x="454" y="60"/>
                </a:lnTo>
                <a:lnTo>
                  <a:pt x="454" y="61"/>
                </a:lnTo>
                <a:lnTo>
                  <a:pt x="454" y="62"/>
                </a:lnTo>
                <a:lnTo>
                  <a:pt x="455" y="62"/>
                </a:lnTo>
                <a:lnTo>
                  <a:pt x="455" y="63"/>
                </a:lnTo>
                <a:lnTo>
                  <a:pt x="455" y="64"/>
                </a:lnTo>
                <a:lnTo>
                  <a:pt x="456" y="65"/>
                </a:lnTo>
                <a:lnTo>
                  <a:pt x="456" y="66"/>
                </a:lnTo>
                <a:lnTo>
                  <a:pt x="456" y="67"/>
                </a:lnTo>
                <a:lnTo>
                  <a:pt x="457" y="67"/>
                </a:lnTo>
                <a:lnTo>
                  <a:pt x="457" y="68"/>
                </a:lnTo>
                <a:lnTo>
                  <a:pt x="457" y="69"/>
                </a:lnTo>
                <a:lnTo>
                  <a:pt x="457" y="70"/>
                </a:lnTo>
                <a:lnTo>
                  <a:pt x="458" y="70"/>
                </a:lnTo>
                <a:lnTo>
                  <a:pt x="458" y="71"/>
                </a:lnTo>
                <a:lnTo>
                  <a:pt x="458" y="72"/>
                </a:lnTo>
                <a:lnTo>
                  <a:pt x="459" y="72"/>
                </a:lnTo>
                <a:lnTo>
                  <a:pt x="459" y="73"/>
                </a:lnTo>
                <a:lnTo>
                  <a:pt x="459" y="74"/>
                </a:lnTo>
                <a:lnTo>
                  <a:pt x="459" y="75"/>
                </a:lnTo>
                <a:lnTo>
                  <a:pt x="460" y="75"/>
                </a:lnTo>
                <a:lnTo>
                  <a:pt x="460" y="76"/>
                </a:lnTo>
                <a:lnTo>
                  <a:pt x="460" y="77"/>
                </a:lnTo>
                <a:lnTo>
                  <a:pt x="461" y="77"/>
                </a:lnTo>
                <a:lnTo>
                  <a:pt x="461" y="78"/>
                </a:lnTo>
                <a:lnTo>
                  <a:pt x="461" y="79"/>
                </a:lnTo>
                <a:lnTo>
                  <a:pt x="461" y="80"/>
                </a:lnTo>
                <a:lnTo>
                  <a:pt x="462" y="80"/>
                </a:lnTo>
                <a:lnTo>
                  <a:pt x="462" y="81"/>
                </a:lnTo>
                <a:lnTo>
                  <a:pt x="463" y="81"/>
                </a:lnTo>
                <a:lnTo>
                  <a:pt x="463" y="82"/>
                </a:lnTo>
                <a:lnTo>
                  <a:pt x="462" y="82"/>
                </a:lnTo>
                <a:lnTo>
                  <a:pt x="462" y="87"/>
                </a:lnTo>
                <a:lnTo>
                  <a:pt x="463" y="87"/>
                </a:lnTo>
                <a:lnTo>
                  <a:pt x="463" y="88"/>
                </a:lnTo>
                <a:lnTo>
                  <a:pt x="464" y="88"/>
                </a:lnTo>
                <a:lnTo>
                  <a:pt x="465" y="88"/>
                </a:lnTo>
                <a:lnTo>
                  <a:pt x="466" y="88"/>
                </a:lnTo>
                <a:lnTo>
                  <a:pt x="466" y="87"/>
                </a:lnTo>
                <a:lnTo>
                  <a:pt x="467" y="87"/>
                </a:lnTo>
                <a:lnTo>
                  <a:pt x="467" y="86"/>
                </a:lnTo>
                <a:lnTo>
                  <a:pt x="468" y="86"/>
                </a:lnTo>
                <a:lnTo>
                  <a:pt x="469" y="86"/>
                </a:lnTo>
                <a:lnTo>
                  <a:pt x="470" y="86"/>
                </a:lnTo>
                <a:lnTo>
                  <a:pt x="471" y="86"/>
                </a:lnTo>
                <a:lnTo>
                  <a:pt x="472" y="86"/>
                </a:lnTo>
                <a:lnTo>
                  <a:pt x="472" y="85"/>
                </a:lnTo>
                <a:lnTo>
                  <a:pt x="473" y="85"/>
                </a:lnTo>
                <a:lnTo>
                  <a:pt x="474" y="85"/>
                </a:lnTo>
                <a:lnTo>
                  <a:pt x="475" y="85"/>
                </a:lnTo>
                <a:lnTo>
                  <a:pt x="476" y="85"/>
                </a:lnTo>
                <a:lnTo>
                  <a:pt x="477" y="85"/>
                </a:lnTo>
                <a:lnTo>
                  <a:pt x="478" y="85"/>
                </a:lnTo>
                <a:lnTo>
                  <a:pt x="480" y="85"/>
                </a:lnTo>
                <a:lnTo>
                  <a:pt x="480" y="84"/>
                </a:lnTo>
                <a:lnTo>
                  <a:pt x="481" y="84"/>
                </a:lnTo>
                <a:lnTo>
                  <a:pt x="481" y="85"/>
                </a:lnTo>
                <a:lnTo>
                  <a:pt x="482" y="85"/>
                </a:lnTo>
                <a:lnTo>
                  <a:pt x="483" y="85"/>
                </a:lnTo>
                <a:lnTo>
                  <a:pt x="484" y="85"/>
                </a:lnTo>
                <a:lnTo>
                  <a:pt x="485" y="85"/>
                </a:lnTo>
                <a:lnTo>
                  <a:pt x="486" y="85"/>
                </a:lnTo>
                <a:lnTo>
                  <a:pt x="488" y="85"/>
                </a:lnTo>
                <a:lnTo>
                  <a:pt x="488" y="84"/>
                </a:lnTo>
                <a:lnTo>
                  <a:pt x="489" y="84"/>
                </a:lnTo>
                <a:lnTo>
                  <a:pt x="490" y="84"/>
                </a:lnTo>
                <a:lnTo>
                  <a:pt x="492" y="84"/>
                </a:lnTo>
                <a:lnTo>
                  <a:pt x="493" y="84"/>
                </a:lnTo>
                <a:lnTo>
                  <a:pt x="493" y="83"/>
                </a:lnTo>
                <a:lnTo>
                  <a:pt x="494" y="83"/>
                </a:lnTo>
                <a:lnTo>
                  <a:pt x="494" y="82"/>
                </a:lnTo>
                <a:lnTo>
                  <a:pt x="495" y="82"/>
                </a:lnTo>
                <a:lnTo>
                  <a:pt x="496" y="82"/>
                </a:lnTo>
                <a:lnTo>
                  <a:pt x="496" y="81"/>
                </a:lnTo>
                <a:lnTo>
                  <a:pt x="497" y="81"/>
                </a:lnTo>
                <a:lnTo>
                  <a:pt x="498" y="81"/>
                </a:lnTo>
                <a:lnTo>
                  <a:pt x="499" y="81"/>
                </a:lnTo>
                <a:lnTo>
                  <a:pt x="500" y="80"/>
                </a:lnTo>
                <a:lnTo>
                  <a:pt x="501" y="80"/>
                </a:lnTo>
                <a:lnTo>
                  <a:pt x="502" y="80"/>
                </a:lnTo>
                <a:lnTo>
                  <a:pt x="503" y="80"/>
                </a:lnTo>
                <a:lnTo>
                  <a:pt x="503" y="81"/>
                </a:lnTo>
                <a:lnTo>
                  <a:pt x="504" y="81"/>
                </a:lnTo>
                <a:lnTo>
                  <a:pt x="505" y="81"/>
                </a:lnTo>
                <a:lnTo>
                  <a:pt x="506" y="81"/>
                </a:lnTo>
                <a:lnTo>
                  <a:pt x="507" y="81"/>
                </a:lnTo>
                <a:lnTo>
                  <a:pt x="508" y="82"/>
                </a:lnTo>
                <a:lnTo>
                  <a:pt x="509" y="82"/>
                </a:lnTo>
                <a:lnTo>
                  <a:pt x="509" y="81"/>
                </a:lnTo>
                <a:lnTo>
                  <a:pt x="510" y="82"/>
                </a:lnTo>
                <a:lnTo>
                  <a:pt x="511" y="83"/>
                </a:lnTo>
                <a:lnTo>
                  <a:pt x="512" y="83"/>
                </a:lnTo>
                <a:lnTo>
                  <a:pt x="513" y="83"/>
                </a:lnTo>
                <a:lnTo>
                  <a:pt x="513" y="82"/>
                </a:lnTo>
                <a:lnTo>
                  <a:pt x="514" y="82"/>
                </a:lnTo>
                <a:lnTo>
                  <a:pt x="515" y="82"/>
                </a:lnTo>
                <a:lnTo>
                  <a:pt x="515" y="81"/>
                </a:lnTo>
                <a:lnTo>
                  <a:pt x="515" y="82"/>
                </a:lnTo>
                <a:lnTo>
                  <a:pt x="516" y="82"/>
                </a:lnTo>
                <a:lnTo>
                  <a:pt x="517" y="82"/>
                </a:lnTo>
                <a:lnTo>
                  <a:pt x="517" y="83"/>
                </a:lnTo>
                <a:lnTo>
                  <a:pt x="518" y="84"/>
                </a:lnTo>
                <a:lnTo>
                  <a:pt x="520" y="84"/>
                </a:lnTo>
                <a:lnTo>
                  <a:pt x="520" y="85"/>
                </a:lnTo>
                <a:lnTo>
                  <a:pt x="521" y="85"/>
                </a:lnTo>
                <a:lnTo>
                  <a:pt x="521" y="86"/>
                </a:lnTo>
                <a:lnTo>
                  <a:pt x="521" y="85"/>
                </a:lnTo>
                <a:lnTo>
                  <a:pt x="522" y="85"/>
                </a:lnTo>
                <a:lnTo>
                  <a:pt x="522" y="86"/>
                </a:lnTo>
                <a:lnTo>
                  <a:pt x="522" y="87"/>
                </a:lnTo>
                <a:lnTo>
                  <a:pt x="523" y="88"/>
                </a:lnTo>
                <a:lnTo>
                  <a:pt x="523" y="89"/>
                </a:lnTo>
                <a:lnTo>
                  <a:pt x="523" y="90"/>
                </a:lnTo>
                <a:lnTo>
                  <a:pt x="524" y="91"/>
                </a:lnTo>
                <a:lnTo>
                  <a:pt x="525" y="90"/>
                </a:lnTo>
                <a:lnTo>
                  <a:pt x="526" y="90"/>
                </a:lnTo>
                <a:lnTo>
                  <a:pt x="526" y="91"/>
                </a:lnTo>
                <a:lnTo>
                  <a:pt x="527" y="92"/>
                </a:lnTo>
                <a:lnTo>
                  <a:pt x="528" y="92"/>
                </a:lnTo>
                <a:lnTo>
                  <a:pt x="528" y="93"/>
                </a:lnTo>
                <a:lnTo>
                  <a:pt x="529" y="93"/>
                </a:lnTo>
                <a:lnTo>
                  <a:pt x="529" y="94"/>
                </a:lnTo>
                <a:lnTo>
                  <a:pt x="530" y="94"/>
                </a:lnTo>
                <a:lnTo>
                  <a:pt x="530" y="93"/>
                </a:lnTo>
                <a:lnTo>
                  <a:pt x="531" y="93"/>
                </a:lnTo>
                <a:lnTo>
                  <a:pt x="532" y="92"/>
                </a:lnTo>
                <a:lnTo>
                  <a:pt x="533" y="92"/>
                </a:lnTo>
                <a:lnTo>
                  <a:pt x="534" y="91"/>
                </a:lnTo>
                <a:lnTo>
                  <a:pt x="535" y="92"/>
                </a:lnTo>
                <a:lnTo>
                  <a:pt x="535" y="93"/>
                </a:lnTo>
                <a:lnTo>
                  <a:pt x="536" y="93"/>
                </a:lnTo>
                <a:lnTo>
                  <a:pt x="537" y="92"/>
                </a:lnTo>
                <a:lnTo>
                  <a:pt x="538" y="92"/>
                </a:lnTo>
                <a:lnTo>
                  <a:pt x="538" y="93"/>
                </a:lnTo>
                <a:lnTo>
                  <a:pt x="539" y="93"/>
                </a:lnTo>
                <a:lnTo>
                  <a:pt x="540" y="93"/>
                </a:lnTo>
                <a:lnTo>
                  <a:pt x="541" y="93"/>
                </a:lnTo>
                <a:lnTo>
                  <a:pt x="542" y="93"/>
                </a:lnTo>
                <a:lnTo>
                  <a:pt x="543" y="93"/>
                </a:lnTo>
                <a:lnTo>
                  <a:pt x="543" y="92"/>
                </a:lnTo>
                <a:lnTo>
                  <a:pt x="544" y="93"/>
                </a:lnTo>
                <a:lnTo>
                  <a:pt x="545" y="93"/>
                </a:lnTo>
                <a:lnTo>
                  <a:pt x="545" y="92"/>
                </a:lnTo>
                <a:lnTo>
                  <a:pt x="545" y="93"/>
                </a:lnTo>
                <a:lnTo>
                  <a:pt x="545" y="94"/>
                </a:lnTo>
                <a:lnTo>
                  <a:pt x="546" y="94"/>
                </a:lnTo>
                <a:lnTo>
                  <a:pt x="547" y="94"/>
                </a:lnTo>
                <a:lnTo>
                  <a:pt x="548" y="93"/>
                </a:lnTo>
                <a:lnTo>
                  <a:pt x="549" y="92"/>
                </a:lnTo>
                <a:lnTo>
                  <a:pt x="550" y="92"/>
                </a:lnTo>
                <a:lnTo>
                  <a:pt x="551" y="92"/>
                </a:lnTo>
                <a:lnTo>
                  <a:pt x="551" y="93"/>
                </a:lnTo>
                <a:lnTo>
                  <a:pt x="551" y="94"/>
                </a:lnTo>
                <a:lnTo>
                  <a:pt x="552" y="94"/>
                </a:lnTo>
                <a:lnTo>
                  <a:pt x="552" y="93"/>
                </a:lnTo>
                <a:lnTo>
                  <a:pt x="553" y="93"/>
                </a:lnTo>
                <a:lnTo>
                  <a:pt x="553" y="92"/>
                </a:lnTo>
                <a:lnTo>
                  <a:pt x="554" y="92"/>
                </a:lnTo>
                <a:lnTo>
                  <a:pt x="555" y="92"/>
                </a:lnTo>
                <a:lnTo>
                  <a:pt x="555" y="91"/>
                </a:lnTo>
                <a:lnTo>
                  <a:pt x="556" y="91"/>
                </a:lnTo>
                <a:lnTo>
                  <a:pt x="556" y="90"/>
                </a:lnTo>
                <a:lnTo>
                  <a:pt x="557" y="90"/>
                </a:lnTo>
                <a:lnTo>
                  <a:pt x="558" y="89"/>
                </a:lnTo>
                <a:lnTo>
                  <a:pt x="559" y="89"/>
                </a:lnTo>
                <a:lnTo>
                  <a:pt x="560" y="89"/>
                </a:lnTo>
                <a:lnTo>
                  <a:pt x="561" y="89"/>
                </a:lnTo>
                <a:lnTo>
                  <a:pt x="562" y="88"/>
                </a:lnTo>
                <a:lnTo>
                  <a:pt x="563" y="87"/>
                </a:lnTo>
                <a:lnTo>
                  <a:pt x="564" y="87"/>
                </a:lnTo>
                <a:lnTo>
                  <a:pt x="565" y="87"/>
                </a:lnTo>
                <a:lnTo>
                  <a:pt x="565" y="86"/>
                </a:lnTo>
                <a:lnTo>
                  <a:pt x="566" y="85"/>
                </a:lnTo>
                <a:lnTo>
                  <a:pt x="565" y="85"/>
                </a:lnTo>
                <a:lnTo>
                  <a:pt x="566" y="85"/>
                </a:lnTo>
                <a:lnTo>
                  <a:pt x="566" y="84"/>
                </a:lnTo>
                <a:lnTo>
                  <a:pt x="567" y="84"/>
                </a:lnTo>
                <a:lnTo>
                  <a:pt x="568" y="84"/>
                </a:lnTo>
                <a:lnTo>
                  <a:pt x="568" y="83"/>
                </a:lnTo>
                <a:lnTo>
                  <a:pt x="569" y="83"/>
                </a:lnTo>
                <a:lnTo>
                  <a:pt x="569" y="84"/>
                </a:lnTo>
                <a:lnTo>
                  <a:pt x="570" y="84"/>
                </a:lnTo>
                <a:lnTo>
                  <a:pt x="569" y="84"/>
                </a:lnTo>
                <a:lnTo>
                  <a:pt x="570" y="84"/>
                </a:lnTo>
                <a:lnTo>
                  <a:pt x="570" y="85"/>
                </a:lnTo>
                <a:lnTo>
                  <a:pt x="571" y="86"/>
                </a:lnTo>
                <a:lnTo>
                  <a:pt x="572" y="86"/>
                </a:lnTo>
                <a:lnTo>
                  <a:pt x="572" y="87"/>
                </a:lnTo>
                <a:lnTo>
                  <a:pt x="573" y="87"/>
                </a:lnTo>
                <a:lnTo>
                  <a:pt x="573" y="86"/>
                </a:lnTo>
                <a:lnTo>
                  <a:pt x="574" y="86"/>
                </a:lnTo>
                <a:lnTo>
                  <a:pt x="574" y="87"/>
                </a:lnTo>
                <a:lnTo>
                  <a:pt x="575" y="88"/>
                </a:lnTo>
                <a:lnTo>
                  <a:pt x="577" y="88"/>
                </a:lnTo>
                <a:lnTo>
                  <a:pt x="578" y="88"/>
                </a:lnTo>
                <a:lnTo>
                  <a:pt x="579" y="88"/>
                </a:lnTo>
                <a:lnTo>
                  <a:pt x="580" y="88"/>
                </a:lnTo>
                <a:lnTo>
                  <a:pt x="580" y="89"/>
                </a:lnTo>
                <a:lnTo>
                  <a:pt x="581" y="89"/>
                </a:lnTo>
                <a:lnTo>
                  <a:pt x="581" y="90"/>
                </a:lnTo>
                <a:lnTo>
                  <a:pt x="581" y="91"/>
                </a:lnTo>
                <a:lnTo>
                  <a:pt x="581" y="92"/>
                </a:lnTo>
                <a:lnTo>
                  <a:pt x="582" y="93"/>
                </a:lnTo>
                <a:lnTo>
                  <a:pt x="582" y="94"/>
                </a:lnTo>
                <a:lnTo>
                  <a:pt x="582" y="95"/>
                </a:lnTo>
                <a:lnTo>
                  <a:pt x="583" y="95"/>
                </a:lnTo>
                <a:lnTo>
                  <a:pt x="584" y="95"/>
                </a:lnTo>
                <a:lnTo>
                  <a:pt x="585" y="95"/>
                </a:lnTo>
                <a:lnTo>
                  <a:pt x="585" y="94"/>
                </a:lnTo>
                <a:lnTo>
                  <a:pt x="586" y="94"/>
                </a:lnTo>
                <a:lnTo>
                  <a:pt x="586" y="95"/>
                </a:lnTo>
                <a:lnTo>
                  <a:pt x="587" y="96"/>
                </a:lnTo>
                <a:lnTo>
                  <a:pt x="588" y="97"/>
                </a:lnTo>
                <a:lnTo>
                  <a:pt x="589" y="97"/>
                </a:lnTo>
                <a:lnTo>
                  <a:pt x="589" y="98"/>
                </a:lnTo>
                <a:lnTo>
                  <a:pt x="589" y="99"/>
                </a:lnTo>
                <a:lnTo>
                  <a:pt x="589" y="100"/>
                </a:lnTo>
                <a:lnTo>
                  <a:pt x="590" y="100"/>
                </a:lnTo>
                <a:lnTo>
                  <a:pt x="591" y="100"/>
                </a:lnTo>
                <a:lnTo>
                  <a:pt x="591" y="101"/>
                </a:lnTo>
                <a:lnTo>
                  <a:pt x="592" y="101"/>
                </a:lnTo>
                <a:lnTo>
                  <a:pt x="593" y="101"/>
                </a:lnTo>
                <a:lnTo>
                  <a:pt x="593" y="102"/>
                </a:lnTo>
                <a:lnTo>
                  <a:pt x="594" y="102"/>
                </a:lnTo>
                <a:lnTo>
                  <a:pt x="594" y="103"/>
                </a:lnTo>
                <a:lnTo>
                  <a:pt x="595" y="103"/>
                </a:lnTo>
                <a:lnTo>
                  <a:pt x="596" y="103"/>
                </a:lnTo>
                <a:lnTo>
                  <a:pt x="596" y="104"/>
                </a:lnTo>
                <a:lnTo>
                  <a:pt x="597" y="104"/>
                </a:lnTo>
                <a:lnTo>
                  <a:pt x="598" y="104"/>
                </a:lnTo>
                <a:lnTo>
                  <a:pt x="598" y="105"/>
                </a:lnTo>
                <a:lnTo>
                  <a:pt x="599" y="105"/>
                </a:lnTo>
                <a:lnTo>
                  <a:pt x="599" y="106"/>
                </a:lnTo>
                <a:lnTo>
                  <a:pt x="600" y="106"/>
                </a:lnTo>
                <a:lnTo>
                  <a:pt x="601" y="107"/>
                </a:lnTo>
                <a:lnTo>
                  <a:pt x="601" y="106"/>
                </a:lnTo>
                <a:lnTo>
                  <a:pt x="601" y="105"/>
                </a:lnTo>
                <a:lnTo>
                  <a:pt x="602" y="105"/>
                </a:lnTo>
                <a:lnTo>
                  <a:pt x="603" y="105"/>
                </a:lnTo>
                <a:lnTo>
                  <a:pt x="604" y="105"/>
                </a:lnTo>
                <a:lnTo>
                  <a:pt x="605" y="105"/>
                </a:lnTo>
                <a:lnTo>
                  <a:pt x="605" y="106"/>
                </a:lnTo>
                <a:lnTo>
                  <a:pt x="606" y="106"/>
                </a:lnTo>
                <a:lnTo>
                  <a:pt x="607" y="106"/>
                </a:lnTo>
                <a:lnTo>
                  <a:pt x="608" y="106"/>
                </a:lnTo>
                <a:lnTo>
                  <a:pt x="609" y="106"/>
                </a:lnTo>
                <a:lnTo>
                  <a:pt x="608" y="107"/>
                </a:lnTo>
                <a:lnTo>
                  <a:pt x="609" y="107"/>
                </a:lnTo>
                <a:lnTo>
                  <a:pt x="610" y="107"/>
                </a:lnTo>
                <a:lnTo>
                  <a:pt x="610" y="108"/>
                </a:lnTo>
                <a:lnTo>
                  <a:pt x="611" y="108"/>
                </a:lnTo>
                <a:lnTo>
                  <a:pt x="612" y="108"/>
                </a:lnTo>
                <a:lnTo>
                  <a:pt x="612" y="109"/>
                </a:lnTo>
                <a:lnTo>
                  <a:pt x="613" y="109"/>
                </a:lnTo>
                <a:lnTo>
                  <a:pt x="614" y="109"/>
                </a:lnTo>
                <a:lnTo>
                  <a:pt x="615" y="108"/>
                </a:lnTo>
                <a:lnTo>
                  <a:pt x="614" y="108"/>
                </a:lnTo>
                <a:lnTo>
                  <a:pt x="614" y="107"/>
                </a:lnTo>
                <a:lnTo>
                  <a:pt x="616" y="107"/>
                </a:lnTo>
                <a:lnTo>
                  <a:pt x="617" y="107"/>
                </a:lnTo>
                <a:lnTo>
                  <a:pt x="618" y="107"/>
                </a:lnTo>
                <a:lnTo>
                  <a:pt x="618" y="108"/>
                </a:lnTo>
                <a:lnTo>
                  <a:pt x="618" y="109"/>
                </a:lnTo>
                <a:lnTo>
                  <a:pt x="619" y="109"/>
                </a:lnTo>
                <a:lnTo>
                  <a:pt x="620" y="109"/>
                </a:lnTo>
                <a:lnTo>
                  <a:pt x="622" y="108"/>
                </a:lnTo>
                <a:lnTo>
                  <a:pt x="623" y="108"/>
                </a:lnTo>
                <a:lnTo>
                  <a:pt x="623" y="106"/>
                </a:lnTo>
                <a:lnTo>
                  <a:pt x="622" y="105"/>
                </a:lnTo>
                <a:lnTo>
                  <a:pt x="623" y="105"/>
                </a:lnTo>
                <a:lnTo>
                  <a:pt x="623" y="104"/>
                </a:lnTo>
                <a:lnTo>
                  <a:pt x="625" y="101"/>
                </a:lnTo>
                <a:lnTo>
                  <a:pt x="625" y="100"/>
                </a:lnTo>
                <a:lnTo>
                  <a:pt x="625" y="99"/>
                </a:lnTo>
                <a:lnTo>
                  <a:pt x="626" y="98"/>
                </a:lnTo>
                <a:lnTo>
                  <a:pt x="627" y="98"/>
                </a:lnTo>
                <a:lnTo>
                  <a:pt x="629" y="96"/>
                </a:lnTo>
                <a:lnTo>
                  <a:pt x="631" y="95"/>
                </a:lnTo>
                <a:lnTo>
                  <a:pt x="632" y="95"/>
                </a:lnTo>
                <a:lnTo>
                  <a:pt x="633" y="96"/>
                </a:lnTo>
                <a:lnTo>
                  <a:pt x="634" y="95"/>
                </a:lnTo>
                <a:lnTo>
                  <a:pt x="634" y="96"/>
                </a:lnTo>
                <a:lnTo>
                  <a:pt x="635" y="96"/>
                </a:lnTo>
                <a:lnTo>
                  <a:pt x="639" y="97"/>
                </a:lnTo>
                <a:lnTo>
                  <a:pt x="641" y="97"/>
                </a:lnTo>
                <a:lnTo>
                  <a:pt x="642" y="97"/>
                </a:lnTo>
                <a:lnTo>
                  <a:pt x="643" y="98"/>
                </a:lnTo>
                <a:lnTo>
                  <a:pt x="644" y="98"/>
                </a:lnTo>
                <a:lnTo>
                  <a:pt x="645" y="98"/>
                </a:lnTo>
                <a:lnTo>
                  <a:pt x="646" y="99"/>
                </a:lnTo>
                <a:lnTo>
                  <a:pt x="655" y="101"/>
                </a:lnTo>
                <a:lnTo>
                  <a:pt x="655" y="98"/>
                </a:lnTo>
                <a:lnTo>
                  <a:pt x="655" y="97"/>
                </a:lnTo>
                <a:lnTo>
                  <a:pt x="654" y="96"/>
                </a:lnTo>
                <a:lnTo>
                  <a:pt x="654" y="95"/>
                </a:lnTo>
                <a:lnTo>
                  <a:pt x="654" y="94"/>
                </a:lnTo>
                <a:lnTo>
                  <a:pt x="654" y="93"/>
                </a:lnTo>
                <a:lnTo>
                  <a:pt x="653" y="93"/>
                </a:lnTo>
                <a:lnTo>
                  <a:pt x="653" y="92"/>
                </a:lnTo>
                <a:lnTo>
                  <a:pt x="652" y="92"/>
                </a:lnTo>
                <a:lnTo>
                  <a:pt x="652" y="91"/>
                </a:lnTo>
                <a:lnTo>
                  <a:pt x="652" y="90"/>
                </a:lnTo>
                <a:lnTo>
                  <a:pt x="652" y="89"/>
                </a:lnTo>
                <a:lnTo>
                  <a:pt x="651" y="89"/>
                </a:lnTo>
                <a:lnTo>
                  <a:pt x="652" y="88"/>
                </a:lnTo>
                <a:lnTo>
                  <a:pt x="652" y="87"/>
                </a:lnTo>
                <a:lnTo>
                  <a:pt x="653" y="86"/>
                </a:lnTo>
                <a:lnTo>
                  <a:pt x="654" y="85"/>
                </a:lnTo>
                <a:lnTo>
                  <a:pt x="655" y="84"/>
                </a:lnTo>
                <a:lnTo>
                  <a:pt x="656" y="83"/>
                </a:lnTo>
                <a:lnTo>
                  <a:pt x="656" y="82"/>
                </a:lnTo>
                <a:lnTo>
                  <a:pt x="657" y="82"/>
                </a:lnTo>
                <a:lnTo>
                  <a:pt x="657" y="81"/>
                </a:lnTo>
                <a:lnTo>
                  <a:pt x="657" y="80"/>
                </a:lnTo>
                <a:lnTo>
                  <a:pt x="657" y="79"/>
                </a:lnTo>
                <a:lnTo>
                  <a:pt x="658" y="78"/>
                </a:lnTo>
                <a:lnTo>
                  <a:pt x="658" y="77"/>
                </a:lnTo>
                <a:lnTo>
                  <a:pt x="657" y="77"/>
                </a:lnTo>
                <a:lnTo>
                  <a:pt x="657" y="76"/>
                </a:lnTo>
                <a:lnTo>
                  <a:pt x="655" y="75"/>
                </a:lnTo>
                <a:lnTo>
                  <a:pt x="654" y="74"/>
                </a:lnTo>
                <a:lnTo>
                  <a:pt x="655" y="74"/>
                </a:lnTo>
                <a:lnTo>
                  <a:pt x="656" y="73"/>
                </a:lnTo>
                <a:lnTo>
                  <a:pt x="657" y="74"/>
                </a:lnTo>
                <a:lnTo>
                  <a:pt x="658" y="73"/>
                </a:lnTo>
                <a:lnTo>
                  <a:pt x="658" y="72"/>
                </a:lnTo>
                <a:lnTo>
                  <a:pt x="659" y="72"/>
                </a:lnTo>
                <a:lnTo>
                  <a:pt x="660" y="73"/>
                </a:lnTo>
                <a:lnTo>
                  <a:pt x="662" y="73"/>
                </a:lnTo>
                <a:lnTo>
                  <a:pt x="663" y="73"/>
                </a:lnTo>
                <a:lnTo>
                  <a:pt x="664" y="73"/>
                </a:lnTo>
                <a:lnTo>
                  <a:pt x="665" y="73"/>
                </a:lnTo>
                <a:lnTo>
                  <a:pt x="666" y="72"/>
                </a:lnTo>
                <a:lnTo>
                  <a:pt x="667" y="70"/>
                </a:lnTo>
                <a:lnTo>
                  <a:pt x="666" y="70"/>
                </a:lnTo>
                <a:lnTo>
                  <a:pt x="665" y="69"/>
                </a:lnTo>
                <a:lnTo>
                  <a:pt x="664" y="69"/>
                </a:lnTo>
                <a:lnTo>
                  <a:pt x="664" y="68"/>
                </a:lnTo>
                <a:lnTo>
                  <a:pt x="664" y="67"/>
                </a:lnTo>
                <a:lnTo>
                  <a:pt x="665" y="66"/>
                </a:lnTo>
                <a:lnTo>
                  <a:pt x="666" y="66"/>
                </a:lnTo>
                <a:lnTo>
                  <a:pt x="667" y="66"/>
                </a:lnTo>
                <a:lnTo>
                  <a:pt x="668" y="66"/>
                </a:lnTo>
                <a:lnTo>
                  <a:pt x="668" y="67"/>
                </a:lnTo>
                <a:lnTo>
                  <a:pt x="669" y="67"/>
                </a:lnTo>
                <a:lnTo>
                  <a:pt x="669" y="66"/>
                </a:lnTo>
                <a:lnTo>
                  <a:pt x="668" y="66"/>
                </a:lnTo>
                <a:lnTo>
                  <a:pt x="668" y="65"/>
                </a:lnTo>
                <a:lnTo>
                  <a:pt x="668" y="64"/>
                </a:lnTo>
                <a:lnTo>
                  <a:pt x="667" y="64"/>
                </a:lnTo>
                <a:lnTo>
                  <a:pt x="667" y="63"/>
                </a:lnTo>
                <a:lnTo>
                  <a:pt x="667" y="62"/>
                </a:lnTo>
                <a:lnTo>
                  <a:pt x="668" y="62"/>
                </a:lnTo>
                <a:lnTo>
                  <a:pt x="669" y="63"/>
                </a:lnTo>
                <a:lnTo>
                  <a:pt x="670" y="63"/>
                </a:lnTo>
                <a:lnTo>
                  <a:pt x="671" y="64"/>
                </a:lnTo>
                <a:lnTo>
                  <a:pt x="672" y="64"/>
                </a:lnTo>
                <a:lnTo>
                  <a:pt x="672" y="65"/>
                </a:lnTo>
                <a:lnTo>
                  <a:pt x="673" y="65"/>
                </a:lnTo>
                <a:lnTo>
                  <a:pt x="674" y="65"/>
                </a:lnTo>
                <a:lnTo>
                  <a:pt x="675" y="65"/>
                </a:lnTo>
                <a:lnTo>
                  <a:pt x="676" y="66"/>
                </a:lnTo>
                <a:lnTo>
                  <a:pt x="677" y="66"/>
                </a:lnTo>
                <a:lnTo>
                  <a:pt x="677" y="67"/>
                </a:lnTo>
                <a:lnTo>
                  <a:pt x="678" y="67"/>
                </a:lnTo>
                <a:lnTo>
                  <a:pt x="679" y="67"/>
                </a:lnTo>
                <a:lnTo>
                  <a:pt x="680" y="67"/>
                </a:lnTo>
                <a:lnTo>
                  <a:pt x="681" y="67"/>
                </a:lnTo>
                <a:lnTo>
                  <a:pt x="682" y="67"/>
                </a:lnTo>
                <a:lnTo>
                  <a:pt x="683" y="67"/>
                </a:lnTo>
                <a:lnTo>
                  <a:pt x="684" y="67"/>
                </a:lnTo>
                <a:lnTo>
                  <a:pt x="685" y="66"/>
                </a:lnTo>
                <a:lnTo>
                  <a:pt x="686" y="66"/>
                </a:lnTo>
                <a:lnTo>
                  <a:pt x="687" y="66"/>
                </a:lnTo>
                <a:lnTo>
                  <a:pt x="687" y="65"/>
                </a:lnTo>
                <a:lnTo>
                  <a:pt x="688" y="65"/>
                </a:lnTo>
                <a:lnTo>
                  <a:pt x="689" y="64"/>
                </a:lnTo>
                <a:lnTo>
                  <a:pt x="690" y="64"/>
                </a:lnTo>
                <a:lnTo>
                  <a:pt x="690" y="62"/>
                </a:lnTo>
                <a:lnTo>
                  <a:pt x="690" y="61"/>
                </a:lnTo>
                <a:lnTo>
                  <a:pt x="690" y="60"/>
                </a:lnTo>
                <a:lnTo>
                  <a:pt x="690" y="59"/>
                </a:lnTo>
                <a:lnTo>
                  <a:pt x="690" y="58"/>
                </a:lnTo>
                <a:lnTo>
                  <a:pt x="689" y="58"/>
                </a:lnTo>
                <a:lnTo>
                  <a:pt x="688" y="58"/>
                </a:lnTo>
                <a:lnTo>
                  <a:pt x="688" y="57"/>
                </a:lnTo>
                <a:lnTo>
                  <a:pt x="689" y="57"/>
                </a:lnTo>
                <a:lnTo>
                  <a:pt x="690" y="57"/>
                </a:lnTo>
                <a:lnTo>
                  <a:pt x="690" y="56"/>
                </a:lnTo>
                <a:lnTo>
                  <a:pt x="690" y="55"/>
                </a:lnTo>
                <a:lnTo>
                  <a:pt x="690" y="54"/>
                </a:lnTo>
                <a:lnTo>
                  <a:pt x="689" y="54"/>
                </a:lnTo>
                <a:lnTo>
                  <a:pt x="689" y="55"/>
                </a:lnTo>
                <a:lnTo>
                  <a:pt x="688" y="55"/>
                </a:lnTo>
                <a:lnTo>
                  <a:pt x="688" y="54"/>
                </a:lnTo>
                <a:lnTo>
                  <a:pt x="687" y="54"/>
                </a:lnTo>
                <a:lnTo>
                  <a:pt x="687" y="53"/>
                </a:lnTo>
                <a:lnTo>
                  <a:pt x="686" y="53"/>
                </a:lnTo>
                <a:lnTo>
                  <a:pt x="686" y="52"/>
                </a:lnTo>
                <a:lnTo>
                  <a:pt x="687" y="52"/>
                </a:lnTo>
                <a:lnTo>
                  <a:pt x="686" y="52"/>
                </a:lnTo>
                <a:lnTo>
                  <a:pt x="687" y="52"/>
                </a:lnTo>
                <a:lnTo>
                  <a:pt x="687" y="51"/>
                </a:lnTo>
                <a:lnTo>
                  <a:pt x="686" y="51"/>
                </a:lnTo>
                <a:lnTo>
                  <a:pt x="686" y="50"/>
                </a:lnTo>
                <a:lnTo>
                  <a:pt x="687" y="50"/>
                </a:lnTo>
                <a:lnTo>
                  <a:pt x="687" y="48"/>
                </a:lnTo>
                <a:lnTo>
                  <a:pt x="687" y="47"/>
                </a:lnTo>
                <a:lnTo>
                  <a:pt x="687" y="46"/>
                </a:lnTo>
                <a:lnTo>
                  <a:pt x="686" y="46"/>
                </a:lnTo>
                <a:lnTo>
                  <a:pt x="685" y="46"/>
                </a:lnTo>
                <a:lnTo>
                  <a:pt x="685" y="45"/>
                </a:lnTo>
                <a:lnTo>
                  <a:pt x="685" y="44"/>
                </a:lnTo>
                <a:lnTo>
                  <a:pt x="684" y="44"/>
                </a:lnTo>
                <a:lnTo>
                  <a:pt x="684" y="43"/>
                </a:lnTo>
                <a:lnTo>
                  <a:pt x="684" y="42"/>
                </a:lnTo>
                <a:lnTo>
                  <a:pt x="684" y="41"/>
                </a:lnTo>
                <a:lnTo>
                  <a:pt x="684" y="40"/>
                </a:lnTo>
                <a:lnTo>
                  <a:pt x="684" y="39"/>
                </a:lnTo>
                <a:lnTo>
                  <a:pt x="685" y="39"/>
                </a:lnTo>
                <a:lnTo>
                  <a:pt x="685" y="38"/>
                </a:lnTo>
                <a:lnTo>
                  <a:pt x="684" y="37"/>
                </a:lnTo>
                <a:lnTo>
                  <a:pt x="684" y="36"/>
                </a:lnTo>
                <a:lnTo>
                  <a:pt x="684" y="35"/>
                </a:lnTo>
                <a:lnTo>
                  <a:pt x="684" y="34"/>
                </a:lnTo>
                <a:lnTo>
                  <a:pt x="685" y="34"/>
                </a:lnTo>
                <a:lnTo>
                  <a:pt x="684" y="34"/>
                </a:lnTo>
                <a:lnTo>
                  <a:pt x="683" y="34"/>
                </a:lnTo>
                <a:lnTo>
                  <a:pt x="683" y="33"/>
                </a:lnTo>
                <a:lnTo>
                  <a:pt x="683" y="34"/>
                </a:lnTo>
                <a:lnTo>
                  <a:pt x="683" y="33"/>
                </a:lnTo>
                <a:lnTo>
                  <a:pt x="681" y="33"/>
                </a:lnTo>
                <a:lnTo>
                  <a:pt x="681" y="32"/>
                </a:lnTo>
                <a:lnTo>
                  <a:pt x="680" y="31"/>
                </a:lnTo>
                <a:lnTo>
                  <a:pt x="680" y="30"/>
                </a:lnTo>
                <a:lnTo>
                  <a:pt x="680" y="29"/>
                </a:lnTo>
                <a:lnTo>
                  <a:pt x="681" y="29"/>
                </a:lnTo>
                <a:lnTo>
                  <a:pt x="680" y="28"/>
                </a:lnTo>
                <a:lnTo>
                  <a:pt x="680" y="27"/>
                </a:lnTo>
                <a:lnTo>
                  <a:pt x="679" y="27"/>
                </a:lnTo>
                <a:lnTo>
                  <a:pt x="679" y="26"/>
                </a:lnTo>
                <a:lnTo>
                  <a:pt x="679" y="25"/>
                </a:lnTo>
                <a:lnTo>
                  <a:pt x="679" y="24"/>
                </a:lnTo>
                <a:lnTo>
                  <a:pt x="680" y="24"/>
                </a:lnTo>
                <a:lnTo>
                  <a:pt x="680" y="23"/>
                </a:lnTo>
                <a:lnTo>
                  <a:pt x="680" y="22"/>
                </a:lnTo>
                <a:lnTo>
                  <a:pt x="681" y="22"/>
                </a:lnTo>
                <a:lnTo>
                  <a:pt x="682" y="21"/>
                </a:lnTo>
                <a:lnTo>
                  <a:pt x="683" y="20"/>
                </a:lnTo>
                <a:lnTo>
                  <a:pt x="683" y="19"/>
                </a:lnTo>
                <a:lnTo>
                  <a:pt x="683" y="18"/>
                </a:lnTo>
                <a:lnTo>
                  <a:pt x="682" y="18"/>
                </a:lnTo>
                <a:lnTo>
                  <a:pt x="681" y="18"/>
                </a:lnTo>
                <a:lnTo>
                  <a:pt x="681" y="17"/>
                </a:lnTo>
                <a:lnTo>
                  <a:pt x="681" y="16"/>
                </a:lnTo>
                <a:lnTo>
                  <a:pt x="682" y="16"/>
                </a:lnTo>
                <a:lnTo>
                  <a:pt x="682" y="15"/>
                </a:lnTo>
                <a:lnTo>
                  <a:pt x="682" y="14"/>
                </a:lnTo>
                <a:lnTo>
                  <a:pt x="683" y="14"/>
                </a:lnTo>
                <a:lnTo>
                  <a:pt x="683" y="13"/>
                </a:lnTo>
                <a:lnTo>
                  <a:pt x="683" y="12"/>
                </a:lnTo>
                <a:lnTo>
                  <a:pt x="683" y="11"/>
                </a:lnTo>
                <a:lnTo>
                  <a:pt x="684" y="11"/>
                </a:lnTo>
                <a:lnTo>
                  <a:pt x="684" y="10"/>
                </a:lnTo>
                <a:lnTo>
                  <a:pt x="685" y="10"/>
                </a:lnTo>
                <a:lnTo>
                  <a:pt x="685" y="9"/>
                </a:lnTo>
                <a:lnTo>
                  <a:pt x="684" y="9"/>
                </a:lnTo>
                <a:lnTo>
                  <a:pt x="685" y="9"/>
                </a:lnTo>
                <a:lnTo>
                  <a:pt x="685" y="8"/>
                </a:lnTo>
                <a:lnTo>
                  <a:pt x="686" y="8"/>
                </a:lnTo>
                <a:lnTo>
                  <a:pt x="685" y="8"/>
                </a:lnTo>
                <a:lnTo>
                  <a:pt x="686" y="8"/>
                </a:lnTo>
                <a:lnTo>
                  <a:pt x="686" y="7"/>
                </a:lnTo>
                <a:lnTo>
                  <a:pt x="686" y="6"/>
                </a:lnTo>
                <a:lnTo>
                  <a:pt x="685" y="6"/>
                </a:lnTo>
                <a:lnTo>
                  <a:pt x="685" y="5"/>
                </a:lnTo>
                <a:lnTo>
                  <a:pt x="684" y="4"/>
                </a:lnTo>
                <a:lnTo>
                  <a:pt x="683" y="4"/>
                </a:lnTo>
                <a:lnTo>
                  <a:pt x="683" y="3"/>
                </a:lnTo>
                <a:lnTo>
                  <a:pt x="683" y="2"/>
                </a:lnTo>
                <a:lnTo>
                  <a:pt x="682" y="2"/>
                </a:lnTo>
                <a:lnTo>
                  <a:pt x="682" y="1"/>
                </a:lnTo>
                <a:lnTo>
                  <a:pt x="683" y="1"/>
                </a:lnTo>
                <a:lnTo>
                  <a:pt x="684" y="1"/>
                </a:lnTo>
                <a:lnTo>
                  <a:pt x="685" y="1"/>
                </a:lnTo>
                <a:lnTo>
                  <a:pt x="686" y="1"/>
                </a:lnTo>
                <a:lnTo>
                  <a:pt x="686" y="0"/>
                </a:lnTo>
                <a:lnTo>
                  <a:pt x="687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12" name=""/>
          <p:cNvSpPr/>
          <p:nvPr/>
        </p:nvSpPr>
        <p:spPr>
          <a:xfrm>
            <a:off x="4165200" y="1685520"/>
            <a:ext cx="5760" cy="3240"/>
          </a:xfrm>
          <a:custGeom>
            <a:avLst/>
            <a:gdLst/>
            <a:ahLst/>
            <a:rect l="0" t="0" r="r" b="b"/>
            <a:pathLst>
              <a:path w="16" h="9">
                <a:moveTo>
                  <a:pt x="16" y="1"/>
                </a:moveTo>
                <a:lnTo>
                  <a:pt x="16" y="2"/>
                </a:lnTo>
                <a:lnTo>
                  <a:pt x="15" y="3"/>
                </a:lnTo>
                <a:lnTo>
                  <a:pt x="16" y="3"/>
                </a:lnTo>
                <a:lnTo>
                  <a:pt x="16" y="4"/>
                </a:lnTo>
                <a:lnTo>
                  <a:pt x="15" y="4"/>
                </a:lnTo>
                <a:lnTo>
                  <a:pt x="15" y="3"/>
                </a:lnTo>
                <a:lnTo>
                  <a:pt x="14" y="2"/>
                </a:lnTo>
                <a:lnTo>
                  <a:pt x="13" y="2"/>
                </a:lnTo>
                <a:lnTo>
                  <a:pt x="13" y="3"/>
                </a:lnTo>
                <a:lnTo>
                  <a:pt x="12" y="3"/>
                </a:lnTo>
                <a:lnTo>
                  <a:pt x="12" y="4"/>
                </a:lnTo>
                <a:lnTo>
                  <a:pt x="12" y="6"/>
                </a:lnTo>
                <a:lnTo>
                  <a:pt x="11" y="6"/>
                </a:lnTo>
                <a:lnTo>
                  <a:pt x="11" y="4"/>
                </a:lnTo>
                <a:lnTo>
                  <a:pt x="10" y="4"/>
                </a:lnTo>
                <a:lnTo>
                  <a:pt x="10" y="6"/>
                </a:lnTo>
                <a:lnTo>
                  <a:pt x="9" y="7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6" y="8"/>
                </a:lnTo>
                <a:lnTo>
                  <a:pt x="6" y="7"/>
                </a:lnTo>
                <a:lnTo>
                  <a:pt x="5" y="7"/>
                </a:lnTo>
                <a:lnTo>
                  <a:pt x="4" y="8"/>
                </a:lnTo>
                <a:lnTo>
                  <a:pt x="2" y="9"/>
                </a:lnTo>
                <a:lnTo>
                  <a:pt x="2" y="8"/>
                </a:lnTo>
                <a:lnTo>
                  <a:pt x="1" y="8"/>
                </a:lnTo>
                <a:lnTo>
                  <a:pt x="1" y="9"/>
                </a:ln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0" y="4"/>
                </a:lnTo>
                <a:lnTo>
                  <a:pt x="1" y="4"/>
                </a:lnTo>
                <a:lnTo>
                  <a:pt x="2" y="3"/>
                </a:lnTo>
                <a:lnTo>
                  <a:pt x="2" y="4"/>
                </a:lnTo>
                <a:lnTo>
                  <a:pt x="4" y="4"/>
                </a:lnTo>
                <a:lnTo>
                  <a:pt x="5" y="3"/>
                </a:lnTo>
                <a:lnTo>
                  <a:pt x="6" y="3"/>
                </a:lnTo>
                <a:lnTo>
                  <a:pt x="7" y="3"/>
                </a:lnTo>
                <a:lnTo>
                  <a:pt x="9" y="2"/>
                </a:lnTo>
                <a:lnTo>
                  <a:pt x="10" y="1"/>
                </a:lnTo>
                <a:lnTo>
                  <a:pt x="11" y="1"/>
                </a:lnTo>
                <a:lnTo>
                  <a:pt x="12" y="1"/>
                </a:lnTo>
                <a:lnTo>
                  <a:pt x="13" y="1"/>
                </a:lnTo>
                <a:lnTo>
                  <a:pt x="13" y="0"/>
                </a:lnTo>
                <a:lnTo>
                  <a:pt x="14" y="0"/>
                </a:lnTo>
                <a:lnTo>
                  <a:pt x="15" y="0"/>
                </a:lnTo>
                <a:lnTo>
                  <a:pt x="16" y="0"/>
                </a:lnTo>
                <a:lnTo>
                  <a:pt x="16" y="1"/>
                </a:lnTo>
                <a:close/>
              </a:path>
            </a:pathLst>
          </a:custGeom>
          <a:solidFill>
            <a:srgbClr val="9CC6DF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13" name=""/>
          <p:cNvSpPr/>
          <p:nvPr/>
        </p:nvSpPr>
        <p:spPr>
          <a:xfrm>
            <a:off x="4113360" y="1541880"/>
            <a:ext cx="109800" cy="153360"/>
          </a:xfrm>
          <a:custGeom>
            <a:avLst/>
            <a:gdLst/>
            <a:ahLst/>
            <a:rect l="0" t="0" r="r" b="b"/>
            <a:pathLst>
              <a:path w="305" h="426">
                <a:moveTo>
                  <a:pt x="222" y="2"/>
                </a:moveTo>
                <a:lnTo>
                  <a:pt x="224" y="2"/>
                </a:lnTo>
                <a:lnTo>
                  <a:pt x="225" y="2"/>
                </a:lnTo>
                <a:lnTo>
                  <a:pt x="225" y="3"/>
                </a:lnTo>
                <a:lnTo>
                  <a:pt x="226" y="4"/>
                </a:lnTo>
                <a:lnTo>
                  <a:pt x="226" y="5"/>
                </a:lnTo>
                <a:lnTo>
                  <a:pt x="225" y="6"/>
                </a:lnTo>
                <a:lnTo>
                  <a:pt x="226" y="6"/>
                </a:lnTo>
                <a:lnTo>
                  <a:pt x="226" y="7"/>
                </a:lnTo>
                <a:lnTo>
                  <a:pt x="227" y="7"/>
                </a:lnTo>
                <a:lnTo>
                  <a:pt x="227" y="8"/>
                </a:lnTo>
                <a:lnTo>
                  <a:pt x="226" y="9"/>
                </a:lnTo>
                <a:lnTo>
                  <a:pt x="226" y="10"/>
                </a:lnTo>
                <a:lnTo>
                  <a:pt x="226" y="11"/>
                </a:lnTo>
                <a:lnTo>
                  <a:pt x="226" y="12"/>
                </a:lnTo>
                <a:lnTo>
                  <a:pt x="226" y="13"/>
                </a:lnTo>
                <a:lnTo>
                  <a:pt x="226" y="14"/>
                </a:lnTo>
                <a:lnTo>
                  <a:pt x="225" y="14"/>
                </a:lnTo>
                <a:lnTo>
                  <a:pt x="225" y="15"/>
                </a:lnTo>
                <a:lnTo>
                  <a:pt x="226" y="16"/>
                </a:lnTo>
                <a:lnTo>
                  <a:pt x="226" y="17"/>
                </a:lnTo>
                <a:lnTo>
                  <a:pt x="227" y="17"/>
                </a:lnTo>
                <a:lnTo>
                  <a:pt x="227" y="18"/>
                </a:lnTo>
                <a:lnTo>
                  <a:pt x="228" y="18"/>
                </a:lnTo>
                <a:lnTo>
                  <a:pt x="228" y="19"/>
                </a:lnTo>
                <a:lnTo>
                  <a:pt x="228" y="20"/>
                </a:lnTo>
                <a:lnTo>
                  <a:pt x="228" y="21"/>
                </a:lnTo>
                <a:lnTo>
                  <a:pt x="229" y="21"/>
                </a:lnTo>
                <a:lnTo>
                  <a:pt x="229" y="22"/>
                </a:lnTo>
                <a:lnTo>
                  <a:pt x="229" y="23"/>
                </a:lnTo>
                <a:lnTo>
                  <a:pt x="229" y="24"/>
                </a:lnTo>
                <a:lnTo>
                  <a:pt x="230" y="24"/>
                </a:lnTo>
                <a:lnTo>
                  <a:pt x="230" y="25"/>
                </a:lnTo>
                <a:lnTo>
                  <a:pt x="230" y="26"/>
                </a:lnTo>
                <a:lnTo>
                  <a:pt x="230" y="27"/>
                </a:lnTo>
                <a:lnTo>
                  <a:pt x="231" y="28"/>
                </a:lnTo>
                <a:lnTo>
                  <a:pt x="231" y="29"/>
                </a:lnTo>
                <a:lnTo>
                  <a:pt x="232" y="30"/>
                </a:lnTo>
                <a:lnTo>
                  <a:pt x="233" y="31"/>
                </a:lnTo>
                <a:lnTo>
                  <a:pt x="235" y="31"/>
                </a:lnTo>
                <a:lnTo>
                  <a:pt x="236" y="32"/>
                </a:lnTo>
                <a:lnTo>
                  <a:pt x="237" y="32"/>
                </a:lnTo>
                <a:lnTo>
                  <a:pt x="238" y="32"/>
                </a:lnTo>
                <a:lnTo>
                  <a:pt x="239" y="33"/>
                </a:lnTo>
                <a:lnTo>
                  <a:pt x="240" y="34"/>
                </a:lnTo>
                <a:lnTo>
                  <a:pt x="241" y="34"/>
                </a:lnTo>
                <a:lnTo>
                  <a:pt x="241" y="35"/>
                </a:lnTo>
                <a:lnTo>
                  <a:pt x="241" y="37"/>
                </a:lnTo>
                <a:lnTo>
                  <a:pt x="240" y="45"/>
                </a:lnTo>
                <a:lnTo>
                  <a:pt x="228" y="56"/>
                </a:lnTo>
                <a:lnTo>
                  <a:pt x="226" y="60"/>
                </a:lnTo>
                <a:lnTo>
                  <a:pt x="222" y="65"/>
                </a:lnTo>
                <a:lnTo>
                  <a:pt x="222" y="66"/>
                </a:lnTo>
                <a:lnTo>
                  <a:pt x="217" y="69"/>
                </a:lnTo>
                <a:lnTo>
                  <a:pt x="216" y="74"/>
                </a:lnTo>
                <a:lnTo>
                  <a:pt x="214" y="81"/>
                </a:lnTo>
                <a:lnTo>
                  <a:pt x="213" y="88"/>
                </a:lnTo>
                <a:lnTo>
                  <a:pt x="213" y="91"/>
                </a:lnTo>
                <a:lnTo>
                  <a:pt x="212" y="94"/>
                </a:lnTo>
                <a:lnTo>
                  <a:pt x="208" y="102"/>
                </a:lnTo>
                <a:lnTo>
                  <a:pt x="197" y="109"/>
                </a:lnTo>
                <a:lnTo>
                  <a:pt x="198" y="110"/>
                </a:lnTo>
                <a:lnTo>
                  <a:pt x="198" y="111"/>
                </a:lnTo>
                <a:lnTo>
                  <a:pt x="199" y="111"/>
                </a:lnTo>
                <a:lnTo>
                  <a:pt x="200" y="112"/>
                </a:lnTo>
                <a:lnTo>
                  <a:pt x="201" y="112"/>
                </a:lnTo>
                <a:lnTo>
                  <a:pt x="202" y="113"/>
                </a:lnTo>
                <a:lnTo>
                  <a:pt x="203" y="115"/>
                </a:lnTo>
                <a:lnTo>
                  <a:pt x="204" y="115"/>
                </a:lnTo>
                <a:lnTo>
                  <a:pt x="206" y="116"/>
                </a:lnTo>
                <a:lnTo>
                  <a:pt x="207" y="117"/>
                </a:lnTo>
                <a:lnTo>
                  <a:pt x="209" y="118"/>
                </a:lnTo>
                <a:lnTo>
                  <a:pt x="210" y="118"/>
                </a:lnTo>
                <a:lnTo>
                  <a:pt x="212" y="119"/>
                </a:lnTo>
                <a:lnTo>
                  <a:pt x="213" y="119"/>
                </a:lnTo>
                <a:lnTo>
                  <a:pt x="214" y="119"/>
                </a:lnTo>
                <a:lnTo>
                  <a:pt x="216" y="120"/>
                </a:lnTo>
                <a:lnTo>
                  <a:pt x="217" y="120"/>
                </a:lnTo>
                <a:lnTo>
                  <a:pt x="218" y="121"/>
                </a:lnTo>
                <a:lnTo>
                  <a:pt x="219" y="121"/>
                </a:lnTo>
                <a:lnTo>
                  <a:pt x="221" y="122"/>
                </a:lnTo>
                <a:lnTo>
                  <a:pt x="221" y="123"/>
                </a:lnTo>
                <a:lnTo>
                  <a:pt x="222" y="124"/>
                </a:lnTo>
                <a:lnTo>
                  <a:pt x="223" y="124"/>
                </a:lnTo>
                <a:lnTo>
                  <a:pt x="224" y="125"/>
                </a:lnTo>
                <a:lnTo>
                  <a:pt x="227" y="125"/>
                </a:lnTo>
                <a:lnTo>
                  <a:pt x="228" y="125"/>
                </a:lnTo>
                <a:lnTo>
                  <a:pt x="228" y="126"/>
                </a:lnTo>
                <a:lnTo>
                  <a:pt x="229" y="126"/>
                </a:lnTo>
                <a:lnTo>
                  <a:pt x="230" y="126"/>
                </a:lnTo>
                <a:lnTo>
                  <a:pt x="231" y="126"/>
                </a:lnTo>
                <a:lnTo>
                  <a:pt x="232" y="127"/>
                </a:lnTo>
                <a:lnTo>
                  <a:pt x="233" y="127"/>
                </a:lnTo>
                <a:lnTo>
                  <a:pt x="234" y="127"/>
                </a:lnTo>
                <a:lnTo>
                  <a:pt x="235" y="127"/>
                </a:lnTo>
                <a:lnTo>
                  <a:pt x="236" y="128"/>
                </a:lnTo>
                <a:lnTo>
                  <a:pt x="239" y="129"/>
                </a:lnTo>
                <a:lnTo>
                  <a:pt x="240" y="129"/>
                </a:lnTo>
                <a:lnTo>
                  <a:pt x="244" y="130"/>
                </a:lnTo>
                <a:lnTo>
                  <a:pt x="247" y="130"/>
                </a:lnTo>
                <a:lnTo>
                  <a:pt x="248" y="129"/>
                </a:lnTo>
                <a:lnTo>
                  <a:pt x="255" y="128"/>
                </a:lnTo>
                <a:lnTo>
                  <a:pt x="256" y="127"/>
                </a:lnTo>
                <a:lnTo>
                  <a:pt x="256" y="126"/>
                </a:lnTo>
                <a:lnTo>
                  <a:pt x="257" y="126"/>
                </a:lnTo>
                <a:lnTo>
                  <a:pt x="258" y="126"/>
                </a:lnTo>
                <a:lnTo>
                  <a:pt x="259" y="126"/>
                </a:lnTo>
                <a:lnTo>
                  <a:pt x="260" y="126"/>
                </a:lnTo>
                <a:lnTo>
                  <a:pt x="261" y="126"/>
                </a:lnTo>
                <a:lnTo>
                  <a:pt x="261" y="127"/>
                </a:lnTo>
                <a:lnTo>
                  <a:pt x="262" y="128"/>
                </a:lnTo>
                <a:lnTo>
                  <a:pt x="263" y="129"/>
                </a:lnTo>
                <a:lnTo>
                  <a:pt x="264" y="130"/>
                </a:lnTo>
                <a:lnTo>
                  <a:pt x="265" y="130"/>
                </a:lnTo>
                <a:lnTo>
                  <a:pt x="266" y="131"/>
                </a:lnTo>
                <a:lnTo>
                  <a:pt x="267" y="131"/>
                </a:lnTo>
                <a:lnTo>
                  <a:pt x="268" y="131"/>
                </a:lnTo>
                <a:lnTo>
                  <a:pt x="269" y="132"/>
                </a:lnTo>
                <a:lnTo>
                  <a:pt x="270" y="132"/>
                </a:lnTo>
                <a:lnTo>
                  <a:pt x="271" y="132"/>
                </a:lnTo>
                <a:lnTo>
                  <a:pt x="273" y="133"/>
                </a:lnTo>
                <a:lnTo>
                  <a:pt x="274" y="133"/>
                </a:lnTo>
                <a:lnTo>
                  <a:pt x="275" y="134"/>
                </a:lnTo>
                <a:lnTo>
                  <a:pt x="275" y="136"/>
                </a:lnTo>
                <a:lnTo>
                  <a:pt x="276" y="136"/>
                </a:lnTo>
                <a:lnTo>
                  <a:pt x="276" y="137"/>
                </a:lnTo>
                <a:lnTo>
                  <a:pt x="279" y="138"/>
                </a:lnTo>
                <a:lnTo>
                  <a:pt x="279" y="139"/>
                </a:lnTo>
                <a:lnTo>
                  <a:pt x="280" y="139"/>
                </a:lnTo>
                <a:lnTo>
                  <a:pt x="282" y="141"/>
                </a:lnTo>
                <a:lnTo>
                  <a:pt x="284" y="142"/>
                </a:lnTo>
                <a:lnTo>
                  <a:pt x="285" y="142"/>
                </a:lnTo>
                <a:lnTo>
                  <a:pt x="285" y="143"/>
                </a:lnTo>
                <a:lnTo>
                  <a:pt x="283" y="146"/>
                </a:lnTo>
                <a:lnTo>
                  <a:pt x="282" y="147"/>
                </a:lnTo>
                <a:lnTo>
                  <a:pt x="283" y="148"/>
                </a:lnTo>
                <a:lnTo>
                  <a:pt x="285" y="149"/>
                </a:lnTo>
                <a:lnTo>
                  <a:pt x="286" y="148"/>
                </a:lnTo>
                <a:lnTo>
                  <a:pt x="288" y="148"/>
                </a:lnTo>
                <a:lnTo>
                  <a:pt x="289" y="148"/>
                </a:lnTo>
                <a:lnTo>
                  <a:pt x="290" y="149"/>
                </a:lnTo>
                <a:lnTo>
                  <a:pt x="295" y="153"/>
                </a:lnTo>
                <a:lnTo>
                  <a:pt x="296" y="153"/>
                </a:lnTo>
                <a:lnTo>
                  <a:pt x="302" y="155"/>
                </a:lnTo>
                <a:lnTo>
                  <a:pt x="303" y="156"/>
                </a:lnTo>
                <a:lnTo>
                  <a:pt x="304" y="156"/>
                </a:lnTo>
                <a:lnTo>
                  <a:pt x="305" y="157"/>
                </a:lnTo>
                <a:lnTo>
                  <a:pt x="305" y="159"/>
                </a:lnTo>
                <a:lnTo>
                  <a:pt x="304" y="159"/>
                </a:lnTo>
                <a:lnTo>
                  <a:pt x="304" y="160"/>
                </a:lnTo>
                <a:lnTo>
                  <a:pt x="303" y="162"/>
                </a:lnTo>
                <a:lnTo>
                  <a:pt x="304" y="162"/>
                </a:lnTo>
                <a:lnTo>
                  <a:pt x="303" y="162"/>
                </a:lnTo>
                <a:lnTo>
                  <a:pt x="302" y="164"/>
                </a:lnTo>
                <a:lnTo>
                  <a:pt x="302" y="165"/>
                </a:lnTo>
                <a:lnTo>
                  <a:pt x="301" y="166"/>
                </a:lnTo>
                <a:lnTo>
                  <a:pt x="300" y="165"/>
                </a:lnTo>
                <a:lnTo>
                  <a:pt x="299" y="164"/>
                </a:lnTo>
                <a:lnTo>
                  <a:pt x="298" y="164"/>
                </a:lnTo>
                <a:lnTo>
                  <a:pt x="298" y="163"/>
                </a:lnTo>
                <a:lnTo>
                  <a:pt x="297" y="164"/>
                </a:lnTo>
                <a:lnTo>
                  <a:pt x="298" y="164"/>
                </a:lnTo>
                <a:lnTo>
                  <a:pt x="298" y="165"/>
                </a:lnTo>
                <a:lnTo>
                  <a:pt x="297" y="165"/>
                </a:lnTo>
                <a:lnTo>
                  <a:pt x="296" y="165"/>
                </a:lnTo>
                <a:lnTo>
                  <a:pt x="294" y="166"/>
                </a:lnTo>
                <a:lnTo>
                  <a:pt x="293" y="165"/>
                </a:lnTo>
                <a:lnTo>
                  <a:pt x="290" y="166"/>
                </a:lnTo>
                <a:lnTo>
                  <a:pt x="290" y="167"/>
                </a:lnTo>
                <a:lnTo>
                  <a:pt x="290" y="168"/>
                </a:lnTo>
                <a:lnTo>
                  <a:pt x="290" y="170"/>
                </a:lnTo>
                <a:lnTo>
                  <a:pt x="290" y="171"/>
                </a:lnTo>
                <a:lnTo>
                  <a:pt x="289" y="171"/>
                </a:lnTo>
                <a:lnTo>
                  <a:pt x="289" y="172"/>
                </a:lnTo>
                <a:lnTo>
                  <a:pt x="288" y="173"/>
                </a:lnTo>
                <a:lnTo>
                  <a:pt x="287" y="174"/>
                </a:lnTo>
                <a:lnTo>
                  <a:pt x="287" y="175"/>
                </a:lnTo>
                <a:lnTo>
                  <a:pt x="285" y="175"/>
                </a:lnTo>
                <a:lnTo>
                  <a:pt x="284" y="176"/>
                </a:lnTo>
                <a:lnTo>
                  <a:pt x="283" y="176"/>
                </a:lnTo>
                <a:lnTo>
                  <a:pt x="282" y="176"/>
                </a:lnTo>
                <a:lnTo>
                  <a:pt x="282" y="175"/>
                </a:lnTo>
                <a:lnTo>
                  <a:pt x="281" y="175"/>
                </a:lnTo>
                <a:lnTo>
                  <a:pt x="280" y="175"/>
                </a:lnTo>
                <a:lnTo>
                  <a:pt x="280" y="176"/>
                </a:lnTo>
                <a:lnTo>
                  <a:pt x="280" y="177"/>
                </a:lnTo>
                <a:lnTo>
                  <a:pt x="283" y="177"/>
                </a:lnTo>
                <a:lnTo>
                  <a:pt x="283" y="178"/>
                </a:lnTo>
                <a:lnTo>
                  <a:pt x="283" y="179"/>
                </a:lnTo>
                <a:lnTo>
                  <a:pt x="281" y="179"/>
                </a:lnTo>
                <a:lnTo>
                  <a:pt x="279" y="180"/>
                </a:lnTo>
                <a:lnTo>
                  <a:pt x="277" y="182"/>
                </a:lnTo>
                <a:lnTo>
                  <a:pt x="276" y="183"/>
                </a:lnTo>
                <a:lnTo>
                  <a:pt x="275" y="183"/>
                </a:lnTo>
                <a:lnTo>
                  <a:pt x="274" y="183"/>
                </a:lnTo>
                <a:lnTo>
                  <a:pt x="273" y="183"/>
                </a:lnTo>
                <a:lnTo>
                  <a:pt x="272" y="183"/>
                </a:lnTo>
                <a:lnTo>
                  <a:pt x="274" y="186"/>
                </a:lnTo>
                <a:lnTo>
                  <a:pt x="275" y="186"/>
                </a:lnTo>
                <a:lnTo>
                  <a:pt x="276" y="186"/>
                </a:lnTo>
                <a:lnTo>
                  <a:pt x="277" y="185"/>
                </a:lnTo>
                <a:lnTo>
                  <a:pt x="277" y="186"/>
                </a:lnTo>
                <a:lnTo>
                  <a:pt x="277" y="188"/>
                </a:lnTo>
                <a:lnTo>
                  <a:pt x="276" y="190"/>
                </a:lnTo>
                <a:lnTo>
                  <a:pt x="276" y="191"/>
                </a:lnTo>
                <a:lnTo>
                  <a:pt x="275" y="192"/>
                </a:lnTo>
                <a:lnTo>
                  <a:pt x="274" y="193"/>
                </a:lnTo>
                <a:lnTo>
                  <a:pt x="274" y="194"/>
                </a:lnTo>
                <a:lnTo>
                  <a:pt x="274" y="195"/>
                </a:lnTo>
                <a:lnTo>
                  <a:pt x="273" y="195"/>
                </a:lnTo>
                <a:lnTo>
                  <a:pt x="273" y="194"/>
                </a:lnTo>
                <a:lnTo>
                  <a:pt x="272" y="194"/>
                </a:lnTo>
                <a:lnTo>
                  <a:pt x="270" y="195"/>
                </a:lnTo>
                <a:lnTo>
                  <a:pt x="270" y="196"/>
                </a:lnTo>
                <a:lnTo>
                  <a:pt x="270" y="197"/>
                </a:lnTo>
                <a:lnTo>
                  <a:pt x="270" y="198"/>
                </a:lnTo>
                <a:lnTo>
                  <a:pt x="270" y="199"/>
                </a:lnTo>
                <a:lnTo>
                  <a:pt x="270" y="200"/>
                </a:lnTo>
                <a:lnTo>
                  <a:pt x="269" y="201"/>
                </a:lnTo>
                <a:lnTo>
                  <a:pt x="269" y="202"/>
                </a:lnTo>
                <a:lnTo>
                  <a:pt x="269" y="203"/>
                </a:lnTo>
                <a:lnTo>
                  <a:pt x="269" y="204"/>
                </a:lnTo>
                <a:lnTo>
                  <a:pt x="269" y="205"/>
                </a:lnTo>
                <a:lnTo>
                  <a:pt x="268" y="205"/>
                </a:lnTo>
                <a:lnTo>
                  <a:pt x="268" y="206"/>
                </a:lnTo>
                <a:lnTo>
                  <a:pt x="268" y="207"/>
                </a:lnTo>
                <a:lnTo>
                  <a:pt x="268" y="210"/>
                </a:lnTo>
                <a:lnTo>
                  <a:pt x="267" y="211"/>
                </a:lnTo>
                <a:lnTo>
                  <a:pt x="267" y="213"/>
                </a:lnTo>
                <a:lnTo>
                  <a:pt x="268" y="213"/>
                </a:lnTo>
                <a:lnTo>
                  <a:pt x="268" y="215"/>
                </a:lnTo>
                <a:lnTo>
                  <a:pt x="269" y="215"/>
                </a:lnTo>
                <a:lnTo>
                  <a:pt x="270" y="217"/>
                </a:lnTo>
                <a:lnTo>
                  <a:pt x="271" y="218"/>
                </a:lnTo>
                <a:lnTo>
                  <a:pt x="272" y="219"/>
                </a:lnTo>
                <a:lnTo>
                  <a:pt x="272" y="220"/>
                </a:lnTo>
                <a:lnTo>
                  <a:pt x="272" y="221"/>
                </a:lnTo>
                <a:lnTo>
                  <a:pt x="270" y="221"/>
                </a:lnTo>
                <a:lnTo>
                  <a:pt x="269" y="221"/>
                </a:lnTo>
                <a:lnTo>
                  <a:pt x="268" y="221"/>
                </a:lnTo>
                <a:lnTo>
                  <a:pt x="267" y="222"/>
                </a:lnTo>
                <a:lnTo>
                  <a:pt x="268" y="222"/>
                </a:lnTo>
                <a:lnTo>
                  <a:pt x="269" y="223"/>
                </a:lnTo>
                <a:lnTo>
                  <a:pt x="270" y="223"/>
                </a:lnTo>
                <a:lnTo>
                  <a:pt x="271" y="224"/>
                </a:lnTo>
                <a:lnTo>
                  <a:pt x="272" y="225"/>
                </a:lnTo>
                <a:lnTo>
                  <a:pt x="273" y="225"/>
                </a:lnTo>
                <a:lnTo>
                  <a:pt x="273" y="226"/>
                </a:lnTo>
                <a:lnTo>
                  <a:pt x="273" y="227"/>
                </a:lnTo>
                <a:lnTo>
                  <a:pt x="274" y="227"/>
                </a:lnTo>
                <a:lnTo>
                  <a:pt x="274" y="228"/>
                </a:lnTo>
                <a:lnTo>
                  <a:pt x="274" y="229"/>
                </a:lnTo>
                <a:lnTo>
                  <a:pt x="274" y="230"/>
                </a:lnTo>
                <a:lnTo>
                  <a:pt x="274" y="231"/>
                </a:lnTo>
                <a:lnTo>
                  <a:pt x="274" y="232"/>
                </a:lnTo>
                <a:lnTo>
                  <a:pt x="273" y="232"/>
                </a:lnTo>
                <a:lnTo>
                  <a:pt x="273" y="233"/>
                </a:lnTo>
                <a:lnTo>
                  <a:pt x="272" y="235"/>
                </a:lnTo>
                <a:lnTo>
                  <a:pt x="271" y="235"/>
                </a:lnTo>
                <a:lnTo>
                  <a:pt x="269" y="232"/>
                </a:lnTo>
                <a:lnTo>
                  <a:pt x="269" y="233"/>
                </a:lnTo>
                <a:lnTo>
                  <a:pt x="269" y="234"/>
                </a:lnTo>
                <a:lnTo>
                  <a:pt x="269" y="235"/>
                </a:lnTo>
                <a:lnTo>
                  <a:pt x="268" y="235"/>
                </a:lnTo>
                <a:lnTo>
                  <a:pt x="267" y="235"/>
                </a:lnTo>
                <a:lnTo>
                  <a:pt x="266" y="235"/>
                </a:lnTo>
                <a:lnTo>
                  <a:pt x="265" y="236"/>
                </a:lnTo>
                <a:lnTo>
                  <a:pt x="265" y="235"/>
                </a:lnTo>
                <a:lnTo>
                  <a:pt x="264" y="234"/>
                </a:lnTo>
                <a:lnTo>
                  <a:pt x="263" y="233"/>
                </a:lnTo>
                <a:lnTo>
                  <a:pt x="260" y="231"/>
                </a:lnTo>
                <a:lnTo>
                  <a:pt x="259" y="231"/>
                </a:lnTo>
                <a:lnTo>
                  <a:pt x="258" y="231"/>
                </a:lnTo>
                <a:lnTo>
                  <a:pt x="256" y="232"/>
                </a:lnTo>
                <a:lnTo>
                  <a:pt x="254" y="232"/>
                </a:lnTo>
                <a:lnTo>
                  <a:pt x="254" y="233"/>
                </a:lnTo>
                <a:lnTo>
                  <a:pt x="253" y="233"/>
                </a:lnTo>
                <a:lnTo>
                  <a:pt x="252" y="233"/>
                </a:lnTo>
                <a:lnTo>
                  <a:pt x="252" y="232"/>
                </a:lnTo>
                <a:lnTo>
                  <a:pt x="251" y="232"/>
                </a:lnTo>
                <a:lnTo>
                  <a:pt x="250" y="232"/>
                </a:lnTo>
                <a:lnTo>
                  <a:pt x="250" y="233"/>
                </a:lnTo>
                <a:lnTo>
                  <a:pt x="249" y="233"/>
                </a:lnTo>
                <a:lnTo>
                  <a:pt x="248" y="232"/>
                </a:lnTo>
                <a:lnTo>
                  <a:pt x="247" y="231"/>
                </a:lnTo>
                <a:lnTo>
                  <a:pt x="246" y="232"/>
                </a:lnTo>
                <a:lnTo>
                  <a:pt x="246" y="233"/>
                </a:lnTo>
                <a:lnTo>
                  <a:pt x="247" y="234"/>
                </a:lnTo>
                <a:lnTo>
                  <a:pt x="247" y="235"/>
                </a:lnTo>
                <a:lnTo>
                  <a:pt x="246" y="234"/>
                </a:lnTo>
                <a:lnTo>
                  <a:pt x="243" y="233"/>
                </a:lnTo>
                <a:lnTo>
                  <a:pt x="244" y="234"/>
                </a:lnTo>
                <a:lnTo>
                  <a:pt x="244" y="235"/>
                </a:lnTo>
                <a:lnTo>
                  <a:pt x="243" y="234"/>
                </a:lnTo>
                <a:lnTo>
                  <a:pt x="241" y="234"/>
                </a:lnTo>
                <a:lnTo>
                  <a:pt x="240" y="234"/>
                </a:lnTo>
                <a:lnTo>
                  <a:pt x="240" y="233"/>
                </a:lnTo>
                <a:lnTo>
                  <a:pt x="239" y="232"/>
                </a:lnTo>
                <a:lnTo>
                  <a:pt x="238" y="231"/>
                </a:lnTo>
                <a:lnTo>
                  <a:pt x="237" y="230"/>
                </a:lnTo>
                <a:lnTo>
                  <a:pt x="236" y="230"/>
                </a:lnTo>
                <a:lnTo>
                  <a:pt x="235" y="230"/>
                </a:lnTo>
                <a:lnTo>
                  <a:pt x="234" y="231"/>
                </a:lnTo>
                <a:lnTo>
                  <a:pt x="235" y="231"/>
                </a:lnTo>
                <a:lnTo>
                  <a:pt x="235" y="232"/>
                </a:lnTo>
                <a:lnTo>
                  <a:pt x="236" y="232"/>
                </a:lnTo>
                <a:lnTo>
                  <a:pt x="237" y="233"/>
                </a:lnTo>
                <a:lnTo>
                  <a:pt x="236" y="233"/>
                </a:lnTo>
                <a:lnTo>
                  <a:pt x="236" y="234"/>
                </a:lnTo>
                <a:lnTo>
                  <a:pt x="235" y="235"/>
                </a:lnTo>
                <a:lnTo>
                  <a:pt x="234" y="235"/>
                </a:lnTo>
                <a:lnTo>
                  <a:pt x="233" y="234"/>
                </a:lnTo>
                <a:lnTo>
                  <a:pt x="232" y="234"/>
                </a:lnTo>
                <a:lnTo>
                  <a:pt x="231" y="234"/>
                </a:lnTo>
                <a:lnTo>
                  <a:pt x="229" y="232"/>
                </a:lnTo>
                <a:lnTo>
                  <a:pt x="228" y="232"/>
                </a:lnTo>
                <a:lnTo>
                  <a:pt x="228" y="231"/>
                </a:lnTo>
                <a:lnTo>
                  <a:pt x="227" y="231"/>
                </a:lnTo>
                <a:lnTo>
                  <a:pt x="226" y="231"/>
                </a:lnTo>
                <a:lnTo>
                  <a:pt x="225" y="230"/>
                </a:lnTo>
                <a:lnTo>
                  <a:pt x="225" y="229"/>
                </a:lnTo>
                <a:lnTo>
                  <a:pt x="224" y="229"/>
                </a:lnTo>
                <a:lnTo>
                  <a:pt x="223" y="232"/>
                </a:lnTo>
                <a:lnTo>
                  <a:pt x="224" y="233"/>
                </a:lnTo>
                <a:lnTo>
                  <a:pt x="223" y="233"/>
                </a:lnTo>
                <a:lnTo>
                  <a:pt x="223" y="234"/>
                </a:lnTo>
                <a:lnTo>
                  <a:pt x="222" y="235"/>
                </a:lnTo>
                <a:lnTo>
                  <a:pt x="223" y="236"/>
                </a:lnTo>
                <a:lnTo>
                  <a:pt x="222" y="237"/>
                </a:lnTo>
                <a:lnTo>
                  <a:pt x="222" y="236"/>
                </a:lnTo>
                <a:lnTo>
                  <a:pt x="221" y="236"/>
                </a:lnTo>
                <a:lnTo>
                  <a:pt x="222" y="236"/>
                </a:lnTo>
                <a:lnTo>
                  <a:pt x="221" y="235"/>
                </a:lnTo>
                <a:lnTo>
                  <a:pt x="220" y="235"/>
                </a:lnTo>
                <a:lnTo>
                  <a:pt x="220" y="234"/>
                </a:lnTo>
                <a:lnTo>
                  <a:pt x="219" y="234"/>
                </a:lnTo>
                <a:lnTo>
                  <a:pt x="219" y="233"/>
                </a:lnTo>
                <a:lnTo>
                  <a:pt x="220" y="233"/>
                </a:lnTo>
                <a:lnTo>
                  <a:pt x="219" y="233"/>
                </a:lnTo>
                <a:lnTo>
                  <a:pt x="218" y="233"/>
                </a:lnTo>
                <a:lnTo>
                  <a:pt x="217" y="233"/>
                </a:lnTo>
                <a:lnTo>
                  <a:pt x="216" y="233"/>
                </a:lnTo>
                <a:lnTo>
                  <a:pt x="216" y="232"/>
                </a:lnTo>
                <a:lnTo>
                  <a:pt x="215" y="233"/>
                </a:lnTo>
                <a:lnTo>
                  <a:pt x="215" y="234"/>
                </a:lnTo>
                <a:lnTo>
                  <a:pt x="214" y="234"/>
                </a:lnTo>
                <a:lnTo>
                  <a:pt x="214" y="233"/>
                </a:lnTo>
                <a:lnTo>
                  <a:pt x="214" y="232"/>
                </a:lnTo>
                <a:lnTo>
                  <a:pt x="213" y="232"/>
                </a:lnTo>
                <a:lnTo>
                  <a:pt x="212" y="233"/>
                </a:lnTo>
                <a:lnTo>
                  <a:pt x="211" y="232"/>
                </a:lnTo>
                <a:lnTo>
                  <a:pt x="210" y="232"/>
                </a:lnTo>
                <a:lnTo>
                  <a:pt x="209" y="232"/>
                </a:lnTo>
                <a:lnTo>
                  <a:pt x="208" y="232"/>
                </a:lnTo>
                <a:lnTo>
                  <a:pt x="209" y="233"/>
                </a:lnTo>
                <a:lnTo>
                  <a:pt x="210" y="235"/>
                </a:lnTo>
                <a:lnTo>
                  <a:pt x="210" y="236"/>
                </a:lnTo>
                <a:lnTo>
                  <a:pt x="211" y="237"/>
                </a:lnTo>
                <a:lnTo>
                  <a:pt x="212" y="238"/>
                </a:lnTo>
                <a:lnTo>
                  <a:pt x="212" y="239"/>
                </a:lnTo>
                <a:lnTo>
                  <a:pt x="212" y="240"/>
                </a:lnTo>
                <a:lnTo>
                  <a:pt x="212" y="242"/>
                </a:lnTo>
                <a:lnTo>
                  <a:pt x="213" y="243"/>
                </a:lnTo>
                <a:lnTo>
                  <a:pt x="214" y="243"/>
                </a:lnTo>
                <a:lnTo>
                  <a:pt x="214" y="244"/>
                </a:lnTo>
                <a:lnTo>
                  <a:pt x="213" y="244"/>
                </a:lnTo>
                <a:lnTo>
                  <a:pt x="213" y="245"/>
                </a:lnTo>
                <a:lnTo>
                  <a:pt x="213" y="244"/>
                </a:lnTo>
                <a:lnTo>
                  <a:pt x="212" y="244"/>
                </a:lnTo>
                <a:lnTo>
                  <a:pt x="212" y="245"/>
                </a:lnTo>
                <a:lnTo>
                  <a:pt x="212" y="246"/>
                </a:lnTo>
                <a:lnTo>
                  <a:pt x="212" y="247"/>
                </a:lnTo>
                <a:lnTo>
                  <a:pt x="212" y="248"/>
                </a:lnTo>
                <a:lnTo>
                  <a:pt x="212" y="249"/>
                </a:lnTo>
                <a:lnTo>
                  <a:pt x="210" y="250"/>
                </a:lnTo>
                <a:lnTo>
                  <a:pt x="209" y="249"/>
                </a:lnTo>
                <a:lnTo>
                  <a:pt x="208" y="249"/>
                </a:lnTo>
                <a:lnTo>
                  <a:pt x="207" y="249"/>
                </a:lnTo>
                <a:lnTo>
                  <a:pt x="207" y="250"/>
                </a:lnTo>
                <a:lnTo>
                  <a:pt x="207" y="251"/>
                </a:lnTo>
                <a:lnTo>
                  <a:pt x="207" y="252"/>
                </a:lnTo>
                <a:lnTo>
                  <a:pt x="206" y="252"/>
                </a:lnTo>
                <a:lnTo>
                  <a:pt x="205" y="251"/>
                </a:lnTo>
                <a:lnTo>
                  <a:pt x="206" y="251"/>
                </a:lnTo>
                <a:lnTo>
                  <a:pt x="206" y="250"/>
                </a:lnTo>
                <a:lnTo>
                  <a:pt x="205" y="250"/>
                </a:lnTo>
                <a:lnTo>
                  <a:pt x="205" y="249"/>
                </a:lnTo>
                <a:lnTo>
                  <a:pt x="204" y="249"/>
                </a:lnTo>
                <a:lnTo>
                  <a:pt x="203" y="248"/>
                </a:lnTo>
                <a:lnTo>
                  <a:pt x="203" y="247"/>
                </a:lnTo>
                <a:lnTo>
                  <a:pt x="203" y="248"/>
                </a:lnTo>
                <a:lnTo>
                  <a:pt x="203" y="249"/>
                </a:lnTo>
                <a:lnTo>
                  <a:pt x="204" y="250"/>
                </a:lnTo>
                <a:lnTo>
                  <a:pt x="204" y="251"/>
                </a:lnTo>
                <a:lnTo>
                  <a:pt x="203" y="251"/>
                </a:lnTo>
                <a:lnTo>
                  <a:pt x="204" y="252"/>
                </a:lnTo>
                <a:lnTo>
                  <a:pt x="205" y="252"/>
                </a:lnTo>
                <a:lnTo>
                  <a:pt x="206" y="252"/>
                </a:lnTo>
                <a:lnTo>
                  <a:pt x="208" y="254"/>
                </a:lnTo>
                <a:lnTo>
                  <a:pt x="209" y="255"/>
                </a:lnTo>
                <a:lnTo>
                  <a:pt x="208" y="256"/>
                </a:lnTo>
                <a:lnTo>
                  <a:pt x="208" y="257"/>
                </a:lnTo>
                <a:lnTo>
                  <a:pt x="209" y="258"/>
                </a:lnTo>
                <a:lnTo>
                  <a:pt x="210" y="257"/>
                </a:lnTo>
                <a:lnTo>
                  <a:pt x="210" y="256"/>
                </a:lnTo>
                <a:lnTo>
                  <a:pt x="211" y="257"/>
                </a:lnTo>
                <a:lnTo>
                  <a:pt x="212" y="257"/>
                </a:lnTo>
                <a:lnTo>
                  <a:pt x="212" y="258"/>
                </a:lnTo>
                <a:lnTo>
                  <a:pt x="211" y="259"/>
                </a:lnTo>
                <a:lnTo>
                  <a:pt x="210" y="260"/>
                </a:lnTo>
                <a:lnTo>
                  <a:pt x="212" y="260"/>
                </a:lnTo>
                <a:lnTo>
                  <a:pt x="212" y="262"/>
                </a:lnTo>
                <a:lnTo>
                  <a:pt x="212" y="263"/>
                </a:lnTo>
                <a:lnTo>
                  <a:pt x="213" y="264"/>
                </a:lnTo>
                <a:lnTo>
                  <a:pt x="213" y="265"/>
                </a:lnTo>
                <a:lnTo>
                  <a:pt x="212" y="265"/>
                </a:lnTo>
                <a:lnTo>
                  <a:pt x="212" y="266"/>
                </a:lnTo>
                <a:lnTo>
                  <a:pt x="212" y="267"/>
                </a:lnTo>
                <a:lnTo>
                  <a:pt x="211" y="267"/>
                </a:lnTo>
                <a:lnTo>
                  <a:pt x="211" y="269"/>
                </a:lnTo>
                <a:lnTo>
                  <a:pt x="211" y="270"/>
                </a:lnTo>
                <a:lnTo>
                  <a:pt x="211" y="271"/>
                </a:lnTo>
                <a:lnTo>
                  <a:pt x="210" y="271"/>
                </a:lnTo>
                <a:lnTo>
                  <a:pt x="211" y="272"/>
                </a:lnTo>
                <a:lnTo>
                  <a:pt x="212" y="273"/>
                </a:lnTo>
                <a:lnTo>
                  <a:pt x="212" y="274"/>
                </a:lnTo>
                <a:lnTo>
                  <a:pt x="211" y="274"/>
                </a:lnTo>
                <a:lnTo>
                  <a:pt x="210" y="273"/>
                </a:lnTo>
                <a:lnTo>
                  <a:pt x="209" y="272"/>
                </a:lnTo>
                <a:lnTo>
                  <a:pt x="209" y="273"/>
                </a:lnTo>
                <a:lnTo>
                  <a:pt x="208" y="272"/>
                </a:lnTo>
                <a:lnTo>
                  <a:pt x="208" y="271"/>
                </a:lnTo>
                <a:lnTo>
                  <a:pt x="206" y="271"/>
                </a:lnTo>
                <a:lnTo>
                  <a:pt x="206" y="272"/>
                </a:lnTo>
                <a:lnTo>
                  <a:pt x="206" y="273"/>
                </a:lnTo>
                <a:lnTo>
                  <a:pt x="205" y="273"/>
                </a:lnTo>
                <a:lnTo>
                  <a:pt x="204" y="272"/>
                </a:lnTo>
                <a:lnTo>
                  <a:pt x="203" y="273"/>
                </a:lnTo>
                <a:lnTo>
                  <a:pt x="202" y="274"/>
                </a:lnTo>
                <a:lnTo>
                  <a:pt x="201" y="274"/>
                </a:lnTo>
                <a:lnTo>
                  <a:pt x="200" y="274"/>
                </a:lnTo>
                <a:lnTo>
                  <a:pt x="200" y="275"/>
                </a:lnTo>
                <a:lnTo>
                  <a:pt x="201" y="275"/>
                </a:lnTo>
                <a:lnTo>
                  <a:pt x="201" y="276"/>
                </a:lnTo>
                <a:lnTo>
                  <a:pt x="202" y="277"/>
                </a:lnTo>
                <a:lnTo>
                  <a:pt x="201" y="277"/>
                </a:lnTo>
                <a:lnTo>
                  <a:pt x="200" y="277"/>
                </a:lnTo>
                <a:lnTo>
                  <a:pt x="199" y="277"/>
                </a:lnTo>
                <a:lnTo>
                  <a:pt x="198" y="278"/>
                </a:lnTo>
                <a:lnTo>
                  <a:pt x="198" y="279"/>
                </a:lnTo>
                <a:lnTo>
                  <a:pt x="198" y="282"/>
                </a:lnTo>
                <a:lnTo>
                  <a:pt x="198" y="283"/>
                </a:lnTo>
                <a:lnTo>
                  <a:pt x="198" y="284"/>
                </a:lnTo>
                <a:lnTo>
                  <a:pt x="197" y="284"/>
                </a:lnTo>
                <a:lnTo>
                  <a:pt x="196" y="284"/>
                </a:lnTo>
                <a:lnTo>
                  <a:pt x="195" y="284"/>
                </a:lnTo>
                <a:lnTo>
                  <a:pt x="194" y="284"/>
                </a:lnTo>
                <a:lnTo>
                  <a:pt x="194" y="285"/>
                </a:lnTo>
                <a:lnTo>
                  <a:pt x="194" y="286"/>
                </a:lnTo>
                <a:lnTo>
                  <a:pt x="194" y="287"/>
                </a:lnTo>
                <a:lnTo>
                  <a:pt x="195" y="287"/>
                </a:lnTo>
                <a:lnTo>
                  <a:pt x="196" y="288"/>
                </a:lnTo>
                <a:lnTo>
                  <a:pt x="195" y="289"/>
                </a:lnTo>
                <a:lnTo>
                  <a:pt x="195" y="290"/>
                </a:lnTo>
                <a:lnTo>
                  <a:pt x="194" y="291"/>
                </a:lnTo>
                <a:lnTo>
                  <a:pt x="193" y="291"/>
                </a:lnTo>
                <a:lnTo>
                  <a:pt x="192" y="290"/>
                </a:lnTo>
                <a:lnTo>
                  <a:pt x="191" y="290"/>
                </a:lnTo>
                <a:lnTo>
                  <a:pt x="191" y="289"/>
                </a:lnTo>
                <a:lnTo>
                  <a:pt x="190" y="289"/>
                </a:lnTo>
                <a:lnTo>
                  <a:pt x="190" y="290"/>
                </a:lnTo>
                <a:lnTo>
                  <a:pt x="189" y="291"/>
                </a:lnTo>
                <a:lnTo>
                  <a:pt x="188" y="290"/>
                </a:lnTo>
                <a:lnTo>
                  <a:pt x="187" y="289"/>
                </a:lnTo>
                <a:lnTo>
                  <a:pt x="187" y="290"/>
                </a:lnTo>
                <a:lnTo>
                  <a:pt x="187" y="291"/>
                </a:lnTo>
                <a:lnTo>
                  <a:pt x="187" y="292"/>
                </a:lnTo>
                <a:lnTo>
                  <a:pt x="188" y="292"/>
                </a:lnTo>
                <a:lnTo>
                  <a:pt x="189" y="292"/>
                </a:lnTo>
                <a:lnTo>
                  <a:pt x="190" y="292"/>
                </a:lnTo>
                <a:lnTo>
                  <a:pt x="191" y="293"/>
                </a:lnTo>
                <a:lnTo>
                  <a:pt x="192" y="294"/>
                </a:lnTo>
                <a:lnTo>
                  <a:pt x="191" y="294"/>
                </a:lnTo>
                <a:lnTo>
                  <a:pt x="191" y="295"/>
                </a:lnTo>
                <a:lnTo>
                  <a:pt x="192" y="295"/>
                </a:lnTo>
                <a:lnTo>
                  <a:pt x="193" y="295"/>
                </a:lnTo>
                <a:lnTo>
                  <a:pt x="194" y="296"/>
                </a:lnTo>
                <a:lnTo>
                  <a:pt x="195" y="297"/>
                </a:lnTo>
                <a:lnTo>
                  <a:pt x="196" y="297"/>
                </a:lnTo>
                <a:lnTo>
                  <a:pt x="197" y="297"/>
                </a:lnTo>
                <a:lnTo>
                  <a:pt x="197" y="298"/>
                </a:lnTo>
                <a:lnTo>
                  <a:pt x="198" y="298"/>
                </a:lnTo>
                <a:lnTo>
                  <a:pt x="198" y="297"/>
                </a:lnTo>
                <a:lnTo>
                  <a:pt x="199" y="298"/>
                </a:lnTo>
                <a:lnTo>
                  <a:pt x="200" y="298"/>
                </a:lnTo>
                <a:lnTo>
                  <a:pt x="201" y="299"/>
                </a:lnTo>
                <a:lnTo>
                  <a:pt x="201" y="300"/>
                </a:lnTo>
                <a:lnTo>
                  <a:pt x="201" y="301"/>
                </a:lnTo>
                <a:lnTo>
                  <a:pt x="200" y="302"/>
                </a:lnTo>
                <a:lnTo>
                  <a:pt x="199" y="302"/>
                </a:lnTo>
                <a:lnTo>
                  <a:pt x="199" y="303"/>
                </a:lnTo>
                <a:lnTo>
                  <a:pt x="199" y="304"/>
                </a:lnTo>
                <a:lnTo>
                  <a:pt x="200" y="304"/>
                </a:lnTo>
                <a:lnTo>
                  <a:pt x="200" y="305"/>
                </a:lnTo>
                <a:lnTo>
                  <a:pt x="199" y="305"/>
                </a:lnTo>
                <a:lnTo>
                  <a:pt x="199" y="304"/>
                </a:lnTo>
                <a:lnTo>
                  <a:pt x="198" y="304"/>
                </a:lnTo>
                <a:lnTo>
                  <a:pt x="198" y="306"/>
                </a:lnTo>
                <a:lnTo>
                  <a:pt x="198" y="307"/>
                </a:lnTo>
                <a:lnTo>
                  <a:pt x="199" y="307"/>
                </a:lnTo>
                <a:lnTo>
                  <a:pt x="201" y="307"/>
                </a:lnTo>
                <a:lnTo>
                  <a:pt x="201" y="308"/>
                </a:lnTo>
                <a:lnTo>
                  <a:pt x="202" y="309"/>
                </a:lnTo>
                <a:lnTo>
                  <a:pt x="202" y="310"/>
                </a:lnTo>
                <a:lnTo>
                  <a:pt x="200" y="310"/>
                </a:lnTo>
                <a:lnTo>
                  <a:pt x="199" y="310"/>
                </a:lnTo>
                <a:lnTo>
                  <a:pt x="199" y="311"/>
                </a:lnTo>
                <a:lnTo>
                  <a:pt x="199" y="312"/>
                </a:lnTo>
                <a:lnTo>
                  <a:pt x="200" y="313"/>
                </a:lnTo>
                <a:lnTo>
                  <a:pt x="199" y="314"/>
                </a:lnTo>
                <a:lnTo>
                  <a:pt x="199" y="315"/>
                </a:lnTo>
                <a:lnTo>
                  <a:pt x="199" y="316"/>
                </a:lnTo>
                <a:lnTo>
                  <a:pt x="198" y="316"/>
                </a:lnTo>
                <a:lnTo>
                  <a:pt x="197" y="315"/>
                </a:lnTo>
                <a:lnTo>
                  <a:pt x="197" y="316"/>
                </a:lnTo>
                <a:lnTo>
                  <a:pt x="196" y="316"/>
                </a:lnTo>
                <a:lnTo>
                  <a:pt x="197" y="317"/>
                </a:lnTo>
                <a:lnTo>
                  <a:pt x="197" y="318"/>
                </a:lnTo>
                <a:lnTo>
                  <a:pt x="198" y="318"/>
                </a:lnTo>
                <a:lnTo>
                  <a:pt x="198" y="319"/>
                </a:lnTo>
                <a:lnTo>
                  <a:pt x="199" y="320"/>
                </a:lnTo>
                <a:lnTo>
                  <a:pt x="200" y="320"/>
                </a:lnTo>
                <a:lnTo>
                  <a:pt x="201" y="320"/>
                </a:lnTo>
                <a:lnTo>
                  <a:pt x="202" y="321"/>
                </a:lnTo>
                <a:lnTo>
                  <a:pt x="202" y="322"/>
                </a:lnTo>
                <a:lnTo>
                  <a:pt x="203" y="322"/>
                </a:lnTo>
                <a:lnTo>
                  <a:pt x="204" y="321"/>
                </a:lnTo>
                <a:lnTo>
                  <a:pt x="204" y="320"/>
                </a:lnTo>
                <a:lnTo>
                  <a:pt x="204" y="319"/>
                </a:lnTo>
                <a:lnTo>
                  <a:pt x="204" y="318"/>
                </a:lnTo>
                <a:lnTo>
                  <a:pt x="205" y="318"/>
                </a:lnTo>
                <a:lnTo>
                  <a:pt x="206" y="319"/>
                </a:lnTo>
                <a:lnTo>
                  <a:pt x="207" y="319"/>
                </a:lnTo>
                <a:lnTo>
                  <a:pt x="207" y="320"/>
                </a:lnTo>
                <a:lnTo>
                  <a:pt x="208" y="320"/>
                </a:lnTo>
                <a:lnTo>
                  <a:pt x="208" y="319"/>
                </a:lnTo>
                <a:lnTo>
                  <a:pt x="208" y="318"/>
                </a:lnTo>
                <a:lnTo>
                  <a:pt x="208" y="317"/>
                </a:lnTo>
                <a:lnTo>
                  <a:pt x="209" y="318"/>
                </a:lnTo>
                <a:lnTo>
                  <a:pt x="209" y="320"/>
                </a:lnTo>
                <a:lnTo>
                  <a:pt x="211" y="321"/>
                </a:lnTo>
                <a:lnTo>
                  <a:pt x="211" y="320"/>
                </a:lnTo>
                <a:lnTo>
                  <a:pt x="212" y="319"/>
                </a:lnTo>
                <a:lnTo>
                  <a:pt x="212" y="318"/>
                </a:lnTo>
                <a:lnTo>
                  <a:pt x="212" y="319"/>
                </a:lnTo>
                <a:lnTo>
                  <a:pt x="212" y="321"/>
                </a:lnTo>
                <a:lnTo>
                  <a:pt x="213" y="321"/>
                </a:lnTo>
                <a:lnTo>
                  <a:pt x="213" y="320"/>
                </a:lnTo>
                <a:lnTo>
                  <a:pt x="214" y="320"/>
                </a:lnTo>
                <a:lnTo>
                  <a:pt x="215" y="320"/>
                </a:lnTo>
                <a:lnTo>
                  <a:pt x="216" y="320"/>
                </a:lnTo>
                <a:lnTo>
                  <a:pt x="217" y="322"/>
                </a:lnTo>
                <a:lnTo>
                  <a:pt x="217" y="323"/>
                </a:lnTo>
                <a:lnTo>
                  <a:pt x="218" y="324"/>
                </a:lnTo>
                <a:lnTo>
                  <a:pt x="220" y="324"/>
                </a:lnTo>
                <a:lnTo>
                  <a:pt x="220" y="323"/>
                </a:lnTo>
                <a:lnTo>
                  <a:pt x="221" y="325"/>
                </a:lnTo>
                <a:lnTo>
                  <a:pt x="222" y="326"/>
                </a:lnTo>
                <a:lnTo>
                  <a:pt x="223" y="326"/>
                </a:lnTo>
                <a:lnTo>
                  <a:pt x="224" y="326"/>
                </a:lnTo>
                <a:lnTo>
                  <a:pt x="223" y="326"/>
                </a:lnTo>
                <a:lnTo>
                  <a:pt x="224" y="325"/>
                </a:lnTo>
                <a:lnTo>
                  <a:pt x="225" y="325"/>
                </a:lnTo>
                <a:lnTo>
                  <a:pt x="226" y="325"/>
                </a:lnTo>
                <a:lnTo>
                  <a:pt x="226" y="326"/>
                </a:lnTo>
                <a:lnTo>
                  <a:pt x="227" y="326"/>
                </a:lnTo>
                <a:lnTo>
                  <a:pt x="227" y="325"/>
                </a:lnTo>
                <a:lnTo>
                  <a:pt x="228" y="325"/>
                </a:lnTo>
                <a:lnTo>
                  <a:pt x="228" y="326"/>
                </a:lnTo>
                <a:lnTo>
                  <a:pt x="229" y="325"/>
                </a:lnTo>
                <a:lnTo>
                  <a:pt x="229" y="324"/>
                </a:lnTo>
                <a:lnTo>
                  <a:pt x="229" y="325"/>
                </a:lnTo>
                <a:lnTo>
                  <a:pt x="230" y="326"/>
                </a:lnTo>
                <a:lnTo>
                  <a:pt x="230" y="327"/>
                </a:lnTo>
                <a:lnTo>
                  <a:pt x="230" y="326"/>
                </a:lnTo>
                <a:lnTo>
                  <a:pt x="231" y="326"/>
                </a:lnTo>
                <a:lnTo>
                  <a:pt x="232" y="328"/>
                </a:lnTo>
                <a:lnTo>
                  <a:pt x="232" y="329"/>
                </a:lnTo>
                <a:lnTo>
                  <a:pt x="233" y="329"/>
                </a:lnTo>
                <a:lnTo>
                  <a:pt x="234" y="330"/>
                </a:lnTo>
                <a:lnTo>
                  <a:pt x="234" y="331"/>
                </a:lnTo>
                <a:lnTo>
                  <a:pt x="234" y="330"/>
                </a:lnTo>
                <a:lnTo>
                  <a:pt x="235" y="330"/>
                </a:lnTo>
                <a:lnTo>
                  <a:pt x="236" y="332"/>
                </a:lnTo>
                <a:lnTo>
                  <a:pt x="236" y="333"/>
                </a:lnTo>
                <a:lnTo>
                  <a:pt x="236" y="334"/>
                </a:lnTo>
                <a:lnTo>
                  <a:pt x="237" y="334"/>
                </a:lnTo>
                <a:lnTo>
                  <a:pt x="238" y="334"/>
                </a:lnTo>
                <a:lnTo>
                  <a:pt x="237" y="335"/>
                </a:lnTo>
                <a:lnTo>
                  <a:pt x="237" y="336"/>
                </a:lnTo>
                <a:lnTo>
                  <a:pt x="238" y="336"/>
                </a:lnTo>
                <a:lnTo>
                  <a:pt x="238" y="335"/>
                </a:lnTo>
                <a:lnTo>
                  <a:pt x="239" y="335"/>
                </a:lnTo>
                <a:lnTo>
                  <a:pt x="239" y="337"/>
                </a:lnTo>
                <a:lnTo>
                  <a:pt x="238" y="337"/>
                </a:lnTo>
                <a:lnTo>
                  <a:pt x="239" y="337"/>
                </a:lnTo>
                <a:lnTo>
                  <a:pt x="239" y="338"/>
                </a:lnTo>
                <a:lnTo>
                  <a:pt x="240" y="338"/>
                </a:lnTo>
                <a:lnTo>
                  <a:pt x="240" y="340"/>
                </a:lnTo>
                <a:lnTo>
                  <a:pt x="239" y="341"/>
                </a:lnTo>
                <a:lnTo>
                  <a:pt x="238" y="341"/>
                </a:lnTo>
                <a:lnTo>
                  <a:pt x="238" y="342"/>
                </a:lnTo>
                <a:lnTo>
                  <a:pt x="239" y="343"/>
                </a:lnTo>
                <a:lnTo>
                  <a:pt x="239" y="344"/>
                </a:lnTo>
                <a:lnTo>
                  <a:pt x="238" y="345"/>
                </a:lnTo>
                <a:lnTo>
                  <a:pt x="237" y="345"/>
                </a:lnTo>
                <a:lnTo>
                  <a:pt x="237" y="346"/>
                </a:lnTo>
                <a:lnTo>
                  <a:pt x="238" y="347"/>
                </a:lnTo>
                <a:lnTo>
                  <a:pt x="239" y="347"/>
                </a:lnTo>
                <a:lnTo>
                  <a:pt x="239" y="349"/>
                </a:lnTo>
                <a:lnTo>
                  <a:pt x="239" y="350"/>
                </a:lnTo>
                <a:lnTo>
                  <a:pt x="238" y="350"/>
                </a:lnTo>
                <a:lnTo>
                  <a:pt x="237" y="350"/>
                </a:lnTo>
                <a:lnTo>
                  <a:pt x="237" y="351"/>
                </a:lnTo>
                <a:lnTo>
                  <a:pt x="236" y="353"/>
                </a:lnTo>
                <a:lnTo>
                  <a:pt x="236" y="354"/>
                </a:lnTo>
                <a:lnTo>
                  <a:pt x="236" y="353"/>
                </a:lnTo>
                <a:lnTo>
                  <a:pt x="235" y="353"/>
                </a:lnTo>
                <a:lnTo>
                  <a:pt x="235" y="352"/>
                </a:lnTo>
                <a:lnTo>
                  <a:pt x="236" y="352"/>
                </a:lnTo>
                <a:lnTo>
                  <a:pt x="236" y="351"/>
                </a:lnTo>
                <a:lnTo>
                  <a:pt x="235" y="351"/>
                </a:lnTo>
                <a:lnTo>
                  <a:pt x="234" y="351"/>
                </a:lnTo>
                <a:lnTo>
                  <a:pt x="235" y="351"/>
                </a:lnTo>
                <a:lnTo>
                  <a:pt x="235" y="350"/>
                </a:lnTo>
                <a:lnTo>
                  <a:pt x="234" y="351"/>
                </a:lnTo>
                <a:lnTo>
                  <a:pt x="234" y="352"/>
                </a:lnTo>
                <a:lnTo>
                  <a:pt x="235" y="354"/>
                </a:lnTo>
                <a:lnTo>
                  <a:pt x="236" y="354"/>
                </a:lnTo>
                <a:lnTo>
                  <a:pt x="237" y="354"/>
                </a:lnTo>
                <a:lnTo>
                  <a:pt x="237" y="353"/>
                </a:lnTo>
                <a:lnTo>
                  <a:pt x="238" y="353"/>
                </a:lnTo>
                <a:lnTo>
                  <a:pt x="239" y="353"/>
                </a:lnTo>
                <a:lnTo>
                  <a:pt x="239" y="354"/>
                </a:lnTo>
                <a:lnTo>
                  <a:pt x="238" y="355"/>
                </a:lnTo>
                <a:lnTo>
                  <a:pt x="237" y="355"/>
                </a:lnTo>
                <a:lnTo>
                  <a:pt x="236" y="355"/>
                </a:lnTo>
                <a:lnTo>
                  <a:pt x="235" y="356"/>
                </a:lnTo>
                <a:lnTo>
                  <a:pt x="236" y="356"/>
                </a:lnTo>
                <a:lnTo>
                  <a:pt x="236" y="357"/>
                </a:lnTo>
                <a:lnTo>
                  <a:pt x="235" y="356"/>
                </a:lnTo>
                <a:lnTo>
                  <a:pt x="234" y="356"/>
                </a:lnTo>
                <a:lnTo>
                  <a:pt x="233" y="357"/>
                </a:lnTo>
                <a:lnTo>
                  <a:pt x="232" y="358"/>
                </a:lnTo>
                <a:lnTo>
                  <a:pt x="231" y="359"/>
                </a:lnTo>
                <a:lnTo>
                  <a:pt x="231" y="360"/>
                </a:lnTo>
                <a:lnTo>
                  <a:pt x="232" y="360"/>
                </a:lnTo>
                <a:lnTo>
                  <a:pt x="233" y="360"/>
                </a:lnTo>
                <a:lnTo>
                  <a:pt x="234" y="360"/>
                </a:lnTo>
                <a:lnTo>
                  <a:pt x="234" y="361"/>
                </a:lnTo>
                <a:lnTo>
                  <a:pt x="233" y="361"/>
                </a:lnTo>
                <a:lnTo>
                  <a:pt x="233" y="360"/>
                </a:lnTo>
                <a:lnTo>
                  <a:pt x="232" y="360"/>
                </a:lnTo>
                <a:lnTo>
                  <a:pt x="232" y="361"/>
                </a:lnTo>
                <a:lnTo>
                  <a:pt x="233" y="362"/>
                </a:lnTo>
                <a:lnTo>
                  <a:pt x="233" y="363"/>
                </a:lnTo>
                <a:lnTo>
                  <a:pt x="234" y="363"/>
                </a:lnTo>
                <a:lnTo>
                  <a:pt x="234" y="364"/>
                </a:lnTo>
                <a:lnTo>
                  <a:pt x="234" y="365"/>
                </a:lnTo>
                <a:lnTo>
                  <a:pt x="235" y="365"/>
                </a:lnTo>
                <a:lnTo>
                  <a:pt x="236" y="365"/>
                </a:lnTo>
                <a:lnTo>
                  <a:pt x="237" y="366"/>
                </a:lnTo>
                <a:lnTo>
                  <a:pt x="237" y="367"/>
                </a:lnTo>
                <a:lnTo>
                  <a:pt x="238" y="367"/>
                </a:lnTo>
                <a:lnTo>
                  <a:pt x="237" y="367"/>
                </a:lnTo>
                <a:lnTo>
                  <a:pt x="237" y="368"/>
                </a:lnTo>
                <a:lnTo>
                  <a:pt x="234" y="367"/>
                </a:lnTo>
                <a:lnTo>
                  <a:pt x="235" y="368"/>
                </a:lnTo>
                <a:lnTo>
                  <a:pt x="236" y="369"/>
                </a:lnTo>
                <a:lnTo>
                  <a:pt x="236" y="370"/>
                </a:lnTo>
                <a:lnTo>
                  <a:pt x="236" y="371"/>
                </a:lnTo>
                <a:lnTo>
                  <a:pt x="235" y="371"/>
                </a:lnTo>
                <a:lnTo>
                  <a:pt x="235" y="372"/>
                </a:lnTo>
                <a:lnTo>
                  <a:pt x="234" y="372"/>
                </a:lnTo>
                <a:lnTo>
                  <a:pt x="234" y="371"/>
                </a:lnTo>
                <a:lnTo>
                  <a:pt x="233" y="370"/>
                </a:lnTo>
                <a:lnTo>
                  <a:pt x="233" y="371"/>
                </a:lnTo>
                <a:lnTo>
                  <a:pt x="232" y="371"/>
                </a:lnTo>
                <a:lnTo>
                  <a:pt x="232" y="373"/>
                </a:lnTo>
                <a:lnTo>
                  <a:pt x="232" y="374"/>
                </a:lnTo>
                <a:lnTo>
                  <a:pt x="232" y="375"/>
                </a:lnTo>
                <a:lnTo>
                  <a:pt x="231" y="374"/>
                </a:lnTo>
                <a:lnTo>
                  <a:pt x="228" y="374"/>
                </a:lnTo>
                <a:lnTo>
                  <a:pt x="228" y="375"/>
                </a:lnTo>
                <a:lnTo>
                  <a:pt x="228" y="376"/>
                </a:lnTo>
                <a:lnTo>
                  <a:pt x="227" y="377"/>
                </a:lnTo>
                <a:lnTo>
                  <a:pt x="226" y="377"/>
                </a:lnTo>
                <a:lnTo>
                  <a:pt x="225" y="376"/>
                </a:lnTo>
                <a:lnTo>
                  <a:pt x="224" y="376"/>
                </a:lnTo>
                <a:lnTo>
                  <a:pt x="223" y="376"/>
                </a:lnTo>
                <a:lnTo>
                  <a:pt x="223" y="375"/>
                </a:lnTo>
                <a:lnTo>
                  <a:pt x="222" y="376"/>
                </a:lnTo>
                <a:lnTo>
                  <a:pt x="221" y="377"/>
                </a:lnTo>
                <a:lnTo>
                  <a:pt x="221" y="378"/>
                </a:lnTo>
                <a:lnTo>
                  <a:pt x="221" y="379"/>
                </a:lnTo>
                <a:lnTo>
                  <a:pt x="222" y="379"/>
                </a:lnTo>
                <a:lnTo>
                  <a:pt x="222" y="380"/>
                </a:lnTo>
                <a:lnTo>
                  <a:pt x="221" y="379"/>
                </a:lnTo>
                <a:lnTo>
                  <a:pt x="220" y="380"/>
                </a:lnTo>
                <a:lnTo>
                  <a:pt x="220" y="379"/>
                </a:lnTo>
                <a:lnTo>
                  <a:pt x="219" y="379"/>
                </a:lnTo>
                <a:lnTo>
                  <a:pt x="220" y="379"/>
                </a:lnTo>
                <a:lnTo>
                  <a:pt x="219" y="379"/>
                </a:lnTo>
                <a:lnTo>
                  <a:pt x="218" y="378"/>
                </a:lnTo>
                <a:lnTo>
                  <a:pt x="217" y="377"/>
                </a:lnTo>
                <a:lnTo>
                  <a:pt x="216" y="376"/>
                </a:lnTo>
                <a:lnTo>
                  <a:pt x="217" y="376"/>
                </a:lnTo>
                <a:lnTo>
                  <a:pt x="215" y="375"/>
                </a:lnTo>
                <a:lnTo>
                  <a:pt x="214" y="376"/>
                </a:lnTo>
                <a:lnTo>
                  <a:pt x="214" y="377"/>
                </a:lnTo>
                <a:lnTo>
                  <a:pt x="214" y="378"/>
                </a:lnTo>
                <a:lnTo>
                  <a:pt x="215" y="378"/>
                </a:lnTo>
                <a:lnTo>
                  <a:pt x="214" y="378"/>
                </a:lnTo>
                <a:lnTo>
                  <a:pt x="213" y="378"/>
                </a:lnTo>
                <a:lnTo>
                  <a:pt x="213" y="377"/>
                </a:lnTo>
                <a:lnTo>
                  <a:pt x="212" y="377"/>
                </a:lnTo>
                <a:lnTo>
                  <a:pt x="211" y="377"/>
                </a:lnTo>
                <a:lnTo>
                  <a:pt x="210" y="377"/>
                </a:lnTo>
                <a:lnTo>
                  <a:pt x="210" y="376"/>
                </a:lnTo>
                <a:lnTo>
                  <a:pt x="210" y="375"/>
                </a:lnTo>
                <a:lnTo>
                  <a:pt x="210" y="374"/>
                </a:lnTo>
                <a:lnTo>
                  <a:pt x="209" y="374"/>
                </a:lnTo>
                <a:lnTo>
                  <a:pt x="208" y="374"/>
                </a:lnTo>
                <a:lnTo>
                  <a:pt x="208" y="373"/>
                </a:lnTo>
                <a:lnTo>
                  <a:pt x="208" y="374"/>
                </a:lnTo>
                <a:lnTo>
                  <a:pt x="208" y="375"/>
                </a:lnTo>
                <a:lnTo>
                  <a:pt x="208" y="376"/>
                </a:lnTo>
                <a:lnTo>
                  <a:pt x="207" y="376"/>
                </a:lnTo>
                <a:lnTo>
                  <a:pt x="206" y="375"/>
                </a:lnTo>
                <a:lnTo>
                  <a:pt x="205" y="374"/>
                </a:lnTo>
                <a:lnTo>
                  <a:pt x="204" y="374"/>
                </a:lnTo>
                <a:lnTo>
                  <a:pt x="203" y="374"/>
                </a:lnTo>
                <a:lnTo>
                  <a:pt x="202" y="374"/>
                </a:lnTo>
                <a:lnTo>
                  <a:pt x="201" y="374"/>
                </a:lnTo>
                <a:lnTo>
                  <a:pt x="201" y="376"/>
                </a:lnTo>
                <a:lnTo>
                  <a:pt x="201" y="375"/>
                </a:lnTo>
                <a:lnTo>
                  <a:pt x="200" y="375"/>
                </a:lnTo>
                <a:lnTo>
                  <a:pt x="201" y="375"/>
                </a:lnTo>
                <a:lnTo>
                  <a:pt x="200" y="375"/>
                </a:lnTo>
                <a:lnTo>
                  <a:pt x="200" y="374"/>
                </a:lnTo>
                <a:lnTo>
                  <a:pt x="199" y="374"/>
                </a:lnTo>
                <a:lnTo>
                  <a:pt x="199" y="375"/>
                </a:lnTo>
                <a:lnTo>
                  <a:pt x="198" y="375"/>
                </a:lnTo>
                <a:lnTo>
                  <a:pt x="198" y="376"/>
                </a:lnTo>
                <a:lnTo>
                  <a:pt x="197" y="376"/>
                </a:lnTo>
                <a:lnTo>
                  <a:pt x="196" y="376"/>
                </a:lnTo>
                <a:lnTo>
                  <a:pt x="196" y="377"/>
                </a:lnTo>
                <a:lnTo>
                  <a:pt x="195" y="377"/>
                </a:lnTo>
                <a:lnTo>
                  <a:pt x="194" y="378"/>
                </a:lnTo>
                <a:lnTo>
                  <a:pt x="194" y="379"/>
                </a:lnTo>
                <a:lnTo>
                  <a:pt x="193" y="380"/>
                </a:lnTo>
                <a:lnTo>
                  <a:pt x="193" y="381"/>
                </a:lnTo>
                <a:lnTo>
                  <a:pt x="193" y="382"/>
                </a:lnTo>
                <a:lnTo>
                  <a:pt x="194" y="383"/>
                </a:lnTo>
                <a:lnTo>
                  <a:pt x="195" y="384"/>
                </a:lnTo>
                <a:lnTo>
                  <a:pt x="195" y="385"/>
                </a:lnTo>
                <a:lnTo>
                  <a:pt x="195" y="386"/>
                </a:lnTo>
                <a:lnTo>
                  <a:pt x="196" y="386"/>
                </a:lnTo>
                <a:lnTo>
                  <a:pt x="196" y="387"/>
                </a:lnTo>
                <a:lnTo>
                  <a:pt x="196" y="388"/>
                </a:lnTo>
                <a:lnTo>
                  <a:pt x="196" y="389"/>
                </a:lnTo>
                <a:lnTo>
                  <a:pt x="197" y="389"/>
                </a:lnTo>
                <a:lnTo>
                  <a:pt x="197" y="390"/>
                </a:lnTo>
                <a:lnTo>
                  <a:pt x="197" y="391"/>
                </a:lnTo>
                <a:lnTo>
                  <a:pt x="196" y="391"/>
                </a:lnTo>
                <a:lnTo>
                  <a:pt x="195" y="391"/>
                </a:lnTo>
                <a:lnTo>
                  <a:pt x="195" y="392"/>
                </a:lnTo>
                <a:lnTo>
                  <a:pt x="195" y="393"/>
                </a:lnTo>
                <a:lnTo>
                  <a:pt x="194" y="394"/>
                </a:lnTo>
                <a:lnTo>
                  <a:pt x="194" y="395"/>
                </a:lnTo>
                <a:lnTo>
                  <a:pt x="195" y="395"/>
                </a:lnTo>
                <a:lnTo>
                  <a:pt x="194" y="395"/>
                </a:lnTo>
                <a:lnTo>
                  <a:pt x="194" y="396"/>
                </a:lnTo>
                <a:lnTo>
                  <a:pt x="194" y="397"/>
                </a:lnTo>
                <a:lnTo>
                  <a:pt x="195" y="397"/>
                </a:lnTo>
                <a:lnTo>
                  <a:pt x="194" y="397"/>
                </a:lnTo>
                <a:lnTo>
                  <a:pt x="194" y="398"/>
                </a:lnTo>
                <a:lnTo>
                  <a:pt x="195" y="398"/>
                </a:lnTo>
                <a:lnTo>
                  <a:pt x="196" y="399"/>
                </a:lnTo>
                <a:lnTo>
                  <a:pt x="196" y="400"/>
                </a:lnTo>
                <a:lnTo>
                  <a:pt x="196" y="401"/>
                </a:lnTo>
                <a:lnTo>
                  <a:pt x="197" y="401"/>
                </a:lnTo>
                <a:lnTo>
                  <a:pt x="198" y="401"/>
                </a:lnTo>
                <a:lnTo>
                  <a:pt x="198" y="400"/>
                </a:lnTo>
                <a:lnTo>
                  <a:pt x="198" y="401"/>
                </a:lnTo>
                <a:lnTo>
                  <a:pt x="198" y="402"/>
                </a:lnTo>
                <a:lnTo>
                  <a:pt x="198" y="403"/>
                </a:lnTo>
                <a:lnTo>
                  <a:pt x="197" y="404"/>
                </a:lnTo>
                <a:lnTo>
                  <a:pt x="198" y="405"/>
                </a:lnTo>
                <a:lnTo>
                  <a:pt x="199" y="406"/>
                </a:lnTo>
                <a:lnTo>
                  <a:pt x="199" y="407"/>
                </a:lnTo>
                <a:lnTo>
                  <a:pt x="199" y="408"/>
                </a:lnTo>
                <a:lnTo>
                  <a:pt x="199" y="409"/>
                </a:lnTo>
                <a:lnTo>
                  <a:pt x="198" y="409"/>
                </a:lnTo>
                <a:lnTo>
                  <a:pt x="198" y="410"/>
                </a:lnTo>
                <a:lnTo>
                  <a:pt x="199" y="410"/>
                </a:lnTo>
                <a:lnTo>
                  <a:pt x="199" y="411"/>
                </a:lnTo>
                <a:lnTo>
                  <a:pt x="199" y="412"/>
                </a:lnTo>
                <a:lnTo>
                  <a:pt x="199" y="413"/>
                </a:lnTo>
                <a:lnTo>
                  <a:pt x="199" y="414"/>
                </a:lnTo>
                <a:lnTo>
                  <a:pt x="198" y="414"/>
                </a:lnTo>
                <a:lnTo>
                  <a:pt x="198" y="415"/>
                </a:lnTo>
                <a:lnTo>
                  <a:pt x="198" y="416"/>
                </a:lnTo>
                <a:lnTo>
                  <a:pt x="197" y="418"/>
                </a:lnTo>
                <a:lnTo>
                  <a:pt x="196" y="418"/>
                </a:lnTo>
                <a:lnTo>
                  <a:pt x="195" y="418"/>
                </a:lnTo>
                <a:lnTo>
                  <a:pt x="195" y="419"/>
                </a:lnTo>
                <a:lnTo>
                  <a:pt x="194" y="419"/>
                </a:lnTo>
                <a:lnTo>
                  <a:pt x="193" y="419"/>
                </a:lnTo>
                <a:lnTo>
                  <a:pt x="192" y="420"/>
                </a:lnTo>
                <a:lnTo>
                  <a:pt x="192" y="421"/>
                </a:lnTo>
                <a:lnTo>
                  <a:pt x="191" y="421"/>
                </a:lnTo>
                <a:lnTo>
                  <a:pt x="190" y="422"/>
                </a:lnTo>
                <a:lnTo>
                  <a:pt x="189" y="422"/>
                </a:lnTo>
                <a:lnTo>
                  <a:pt x="188" y="422"/>
                </a:lnTo>
                <a:lnTo>
                  <a:pt x="187" y="422"/>
                </a:lnTo>
                <a:lnTo>
                  <a:pt x="187" y="423"/>
                </a:lnTo>
                <a:lnTo>
                  <a:pt x="188" y="424"/>
                </a:lnTo>
                <a:lnTo>
                  <a:pt x="187" y="424"/>
                </a:lnTo>
                <a:lnTo>
                  <a:pt x="187" y="425"/>
                </a:lnTo>
                <a:lnTo>
                  <a:pt x="187" y="426"/>
                </a:lnTo>
                <a:lnTo>
                  <a:pt x="186" y="426"/>
                </a:lnTo>
                <a:lnTo>
                  <a:pt x="186" y="425"/>
                </a:lnTo>
                <a:lnTo>
                  <a:pt x="185" y="424"/>
                </a:lnTo>
                <a:lnTo>
                  <a:pt x="184" y="424"/>
                </a:lnTo>
                <a:lnTo>
                  <a:pt x="183" y="423"/>
                </a:lnTo>
                <a:lnTo>
                  <a:pt x="183" y="422"/>
                </a:lnTo>
                <a:lnTo>
                  <a:pt x="182" y="421"/>
                </a:lnTo>
                <a:lnTo>
                  <a:pt x="182" y="420"/>
                </a:lnTo>
                <a:lnTo>
                  <a:pt x="181" y="420"/>
                </a:lnTo>
                <a:lnTo>
                  <a:pt x="180" y="419"/>
                </a:lnTo>
                <a:lnTo>
                  <a:pt x="180" y="418"/>
                </a:lnTo>
                <a:lnTo>
                  <a:pt x="179" y="416"/>
                </a:lnTo>
                <a:lnTo>
                  <a:pt x="178" y="416"/>
                </a:lnTo>
                <a:lnTo>
                  <a:pt x="177" y="416"/>
                </a:lnTo>
                <a:lnTo>
                  <a:pt x="177" y="415"/>
                </a:lnTo>
                <a:lnTo>
                  <a:pt x="177" y="414"/>
                </a:lnTo>
                <a:lnTo>
                  <a:pt x="176" y="414"/>
                </a:lnTo>
                <a:lnTo>
                  <a:pt x="176" y="413"/>
                </a:lnTo>
                <a:lnTo>
                  <a:pt x="177" y="412"/>
                </a:lnTo>
                <a:lnTo>
                  <a:pt x="176" y="412"/>
                </a:lnTo>
                <a:lnTo>
                  <a:pt x="176" y="411"/>
                </a:lnTo>
                <a:lnTo>
                  <a:pt x="176" y="410"/>
                </a:lnTo>
                <a:lnTo>
                  <a:pt x="175" y="410"/>
                </a:lnTo>
                <a:lnTo>
                  <a:pt x="175" y="408"/>
                </a:lnTo>
                <a:lnTo>
                  <a:pt x="174" y="408"/>
                </a:lnTo>
                <a:lnTo>
                  <a:pt x="173" y="408"/>
                </a:lnTo>
                <a:lnTo>
                  <a:pt x="172" y="408"/>
                </a:lnTo>
                <a:lnTo>
                  <a:pt x="171" y="408"/>
                </a:lnTo>
                <a:lnTo>
                  <a:pt x="171" y="407"/>
                </a:lnTo>
                <a:lnTo>
                  <a:pt x="171" y="406"/>
                </a:lnTo>
                <a:lnTo>
                  <a:pt x="170" y="406"/>
                </a:lnTo>
                <a:lnTo>
                  <a:pt x="170" y="407"/>
                </a:lnTo>
                <a:lnTo>
                  <a:pt x="170" y="406"/>
                </a:lnTo>
                <a:lnTo>
                  <a:pt x="170" y="405"/>
                </a:lnTo>
                <a:lnTo>
                  <a:pt x="169" y="405"/>
                </a:lnTo>
                <a:lnTo>
                  <a:pt x="169" y="406"/>
                </a:lnTo>
                <a:lnTo>
                  <a:pt x="169" y="407"/>
                </a:lnTo>
                <a:lnTo>
                  <a:pt x="168" y="407"/>
                </a:lnTo>
                <a:lnTo>
                  <a:pt x="167" y="408"/>
                </a:lnTo>
                <a:lnTo>
                  <a:pt x="167" y="409"/>
                </a:lnTo>
                <a:lnTo>
                  <a:pt x="166" y="409"/>
                </a:lnTo>
                <a:lnTo>
                  <a:pt x="165" y="410"/>
                </a:lnTo>
                <a:lnTo>
                  <a:pt x="165" y="411"/>
                </a:lnTo>
                <a:lnTo>
                  <a:pt x="165" y="412"/>
                </a:lnTo>
                <a:lnTo>
                  <a:pt x="164" y="412"/>
                </a:lnTo>
                <a:lnTo>
                  <a:pt x="164" y="413"/>
                </a:lnTo>
                <a:lnTo>
                  <a:pt x="163" y="412"/>
                </a:lnTo>
                <a:lnTo>
                  <a:pt x="163" y="411"/>
                </a:lnTo>
                <a:lnTo>
                  <a:pt x="163" y="410"/>
                </a:lnTo>
                <a:lnTo>
                  <a:pt x="163" y="409"/>
                </a:lnTo>
                <a:lnTo>
                  <a:pt x="162" y="409"/>
                </a:lnTo>
                <a:lnTo>
                  <a:pt x="162" y="408"/>
                </a:lnTo>
                <a:lnTo>
                  <a:pt x="161" y="407"/>
                </a:lnTo>
                <a:lnTo>
                  <a:pt x="161" y="406"/>
                </a:lnTo>
                <a:lnTo>
                  <a:pt x="161" y="405"/>
                </a:lnTo>
                <a:lnTo>
                  <a:pt x="161" y="404"/>
                </a:lnTo>
                <a:lnTo>
                  <a:pt x="160" y="404"/>
                </a:lnTo>
                <a:lnTo>
                  <a:pt x="160" y="403"/>
                </a:lnTo>
                <a:lnTo>
                  <a:pt x="160" y="402"/>
                </a:lnTo>
                <a:lnTo>
                  <a:pt x="160" y="401"/>
                </a:lnTo>
                <a:lnTo>
                  <a:pt x="160" y="400"/>
                </a:lnTo>
                <a:lnTo>
                  <a:pt x="162" y="400"/>
                </a:lnTo>
                <a:lnTo>
                  <a:pt x="162" y="399"/>
                </a:lnTo>
                <a:lnTo>
                  <a:pt x="163" y="399"/>
                </a:lnTo>
                <a:lnTo>
                  <a:pt x="163" y="398"/>
                </a:lnTo>
                <a:lnTo>
                  <a:pt x="162" y="398"/>
                </a:lnTo>
                <a:lnTo>
                  <a:pt x="161" y="398"/>
                </a:lnTo>
                <a:lnTo>
                  <a:pt x="161" y="399"/>
                </a:lnTo>
                <a:lnTo>
                  <a:pt x="160" y="400"/>
                </a:lnTo>
                <a:lnTo>
                  <a:pt x="160" y="399"/>
                </a:lnTo>
                <a:lnTo>
                  <a:pt x="160" y="398"/>
                </a:lnTo>
                <a:lnTo>
                  <a:pt x="159" y="399"/>
                </a:lnTo>
                <a:lnTo>
                  <a:pt x="158" y="399"/>
                </a:lnTo>
                <a:lnTo>
                  <a:pt x="157" y="399"/>
                </a:lnTo>
                <a:lnTo>
                  <a:pt x="156" y="399"/>
                </a:lnTo>
                <a:lnTo>
                  <a:pt x="155" y="399"/>
                </a:lnTo>
                <a:lnTo>
                  <a:pt x="155" y="398"/>
                </a:lnTo>
                <a:lnTo>
                  <a:pt x="155" y="396"/>
                </a:lnTo>
                <a:lnTo>
                  <a:pt x="154" y="396"/>
                </a:lnTo>
                <a:lnTo>
                  <a:pt x="153" y="396"/>
                </a:lnTo>
                <a:lnTo>
                  <a:pt x="152" y="396"/>
                </a:lnTo>
                <a:lnTo>
                  <a:pt x="151" y="395"/>
                </a:lnTo>
                <a:lnTo>
                  <a:pt x="150" y="395"/>
                </a:lnTo>
                <a:lnTo>
                  <a:pt x="148" y="395"/>
                </a:lnTo>
                <a:lnTo>
                  <a:pt x="147" y="395"/>
                </a:lnTo>
                <a:lnTo>
                  <a:pt x="146" y="395"/>
                </a:lnTo>
                <a:lnTo>
                  <a:pt x="145" y="394"/>
                </a:lnTo>
                <a:lnTo>
                  <a:pt x="144" y="394"/>
                </a:lnTo>
                <a:lnTo>
                  <a:pt x="143" y="395"/>
                </a:lnTo>
                <a:lnTo>
                  <a:pt x="142" y="395"/>
                </a:lnTo>
                <a:lnTo>
                  <a:pt x="142" y="394"/>
                </a:lnTo>
                <a:lnTo>
                  <a:pt x="142" y="396"/>
                </a:lnTo>
                <a:lnTo>
                  <a:pt x="141" y="397"/>
                </a:lnTo>
                <a:lnTo>
                  <a:pt x="141" y="398"/>
                </a:lnTo>
                <a:lnTo>
                  <a:pt x="141" y="399"/>
                </a:lnTo>
                <a:lnTo>
                  <a:pt x="140" y="400"/>
                </a:lnTo>
                <a:lnTo>
                  <a:pt x="139" y="400"/>
                </a:lnTo>
                <a:lnTo>
                  <a:pt x="139" y="399"/>
                </a:lnTo>
                <a:lnTo>
                  <a:pt x="139" y="398"/>
                </a:lnTo>
                <a:lnTo>
                  <a:pt x="139" y="397"/>
                </a:lnTo>
                <a:lnTo>
                  <a:pt x="139" y="396"/>
                </a:lnTo>
                <a:lnTo>
                  <a:pt x="139" y="395"/>
                </a:lnTo>
                <a:lnTo>
                  <a:pt x="138" y="395"/>
                </a:lnTo>
                <a:lnTo>
                  <a:pt x="138" y="394"/>
                </a:lnTo>
                <a:lnTo>
                  <a:pt x="138" y="393"/>
                </a:lnTo>
                <a:lnTo>
                  <a:pt x="138" y="392"/>
                </a:lnTo>
                <a:lnTo>
                  <a:pt x="138" y="391"/>
                </a:lnTo>
                <a:lnTo>
                  <a:pt x="137" y="391"/>
                </a:lnTo>
                <a:lnTo>
                  <a:pt x="137" y="392"/>
                </a:lnTo>
                <a:lnTo>
                  <a:pt x="136" y="392"/>
                </a:lnTo>
                <a:lnTo>
                  <a:pt x="135" y="391"/>
                </a:lnTo>
                <a:lnTo>
                  <a:pt x="134" y="390"/>
                </a:lnTo>
                <a:lnTo>
                  <a:pt x="135" y="390"/>
                </a:lnTo>
                <a:lnTo>
                  <a:pt x="135" y="389"/>
                </a:lnTo>
                <a:lnTo>
                  <a:pt x="134" y="389"/>
                </a:lnTo>
                <a:lnTo>
                  <a:pt x="134" y="388"/>
                </a:lnTo>
                <a:lnTo>
                  <a:pt x="133" y="388"/>
                </a:lnTo>
                <a:lnTo>
                  <a:pt x="132" y="388"/>
                </a:lnTo>
                <a:lnTo>
                  <a:pt x="131" y="388"/>
                </a:lnTo>
                <a:lnTo>
                  <a:pt x="131" y="387"/>
                </a:lnTo>
                <a:lnTo>
                  <a:pt x="132" y="387"/>
                </a:lnTo>
                <a:lnTo>
                  <a:pt x="133" y="385"/>
                </a:lnTo>
                <a:lnTo>
                  <a:pt x="132" y="385"/>
                </a:lnTo>
                <a:lnTo>
                  <a:pt x="132" y="386"/>
                </a:lnTo>
                <a:lnTo>
                  <a:pt x="131" y="386"/>
                </a:lnTo>
                <a:lnTo>
                  <a:pt x="131" y="385"/>
                </a:lnTo>
                <a:lnTo>
                  <a:pt x="130" y="385"/>
                </a:lnTo>
                <a:lnTo>
                  <a:pt x="129" y="385"/>
                </a:lnTo>
                <a:lnTo>
                  <a:pt x="129" y="384"/>
                </a:lnTo>
                <a:lnTo>
                  <a:pt x="128" y="384"/>
                </a:lnTo>
                <a:lnTo>
                  <a:pt x="128" y="383"/>
                </a:lnTo>
                <a:lnTo>
                  <a:pt x="129" y="382"/>
                </a:lnTo>
                <a:lnTo>
                  <a:pt x="129" y="381"/>
                </a:lnTo>
                <a:lnTo>
                  <a:pt x="129" y="380"/>
                </a:lnTo>
                <a:lnTo>
                  <a:pt x="128" y="381"/>
                </a:lnTo>
                <a:lnTo>
                  <a:pt x="128" y="380"/>
                </a:lnTo>
                <a:lnTo>
                  <a:pt x="127" y="380"/>
                </a:lnTo>
                <a:lnTo>
                  <a:pt x="126" y="380"/>
                </a:lnTo>
                <a:lnTo>
                  <a:pt x="126" y="378"/>
                </a:lnTo>
                <a:lnTo>
                  <a:pt x="127" y="378"/>
                </a:lnTo>
                <a:lnTo>
                  <a:pt x="128" y="377"/>
                </a:lnTo>
                <a:lnTo>
                  <a:pt x="128" y="376"/>
                </a:lnTo>
                <a:lnTo>
                  <a:pt x="129" y="376"/>
                </a:lnTo>
                <a:lnTo>
                  <a:pt x="129" y="377"/>
                </a:lnTo>
                <a:lnTo>
                  <a:pt x="129" y="378"/>
                </a:lnTo>
                <a:lnTo>
                  <a:pt x="130" y="378"/>
                </a:lnTo>
                <a:lnTo>
                  <a:pt x="131" y="378"/>
                </a:lnTo>
                <a:lnTo>
                  <a:pt x="132" y="377"/>
                </a:lnTo>
                <a:lnTo>
                  <a:pt x="132" y="376"/>
                </a:lnTo>
                <a:lnTo>
                  <a:pt x="132" y="375"/>
                </a:lnTo>
                <a:lnTo>
                  <a:pt x="131" y="375"/>
                </a:lnTo>
                <a:lnTo>
                  <a:pt x="130" y="375"/>
                </a:lnTo>
                <a:lnTo>
                  <a:pt x="130" y="376"/>
                </a:lnTo>
                <a:lnTo>
                  <a:pt x="130" y="375"/>
                </a:lnTo>
                <a:lnTo>
                  <a:pt x="129" y="375"/>
                </a:lnTo>
                <a:lnTo>
                  <a:pt x="128" y="374"/>
                </a:lnTo>
                <a:lnTo>
                  <a:pt x="127" y="375"/>
                </a:lnTo>
                <a:lnTo>
                  <a:pt x="126" y="375"/>
                </a:lnTo>
                <a:lnTo>
                  <a:pt x="126" y="374"/>
                </a:lnTo>
                <a:lnTo>
                  <a:pt x="126" y="373"/>
                </a:lnTo>
                <a:lnTo>
                  <a:pt x="125" y="374"/>
                </a:lnTo>
                <a:lnTo>
                  <a:pt x="125" y="373"/>
                </a:lnTo>
                <a:lnTo>
                  <a:pt x="124" y="373"/>
                </a:lnTo>
                <a:lnTo>
                  <a:pt x="122" y="374"/>
                </a:lnTo>
                <a:lnTo>
                  <a:pt x="121" y="374"/>
                </a:lnTo>
                <a:lnTo>
                  <a:pt x="121" y="375"/>
                </a:lnTo>
                <a:lnTo>
                  <a:pt x="120" y="375"/>
                </a:lnTo>
                <a:lnTo>
                  <a:pt x="119" y="376"/>
                </a:lnTo>
                <a:lnTo>
                  <a:pt x="118" y="376"/>
                </a:lnTo>
                <a:lnTo>
                  <a:pt x="117" y="376"/>
                </a:lnTo>
                <a:lnTo>
                  <a:pt x="117" y="377"/>
                </a:lnTo>
                <a:lnTo>
                  <a:pt x="116" y="377"/>
                </a:lnTo>
                <a:lnTo>
                  <a:pt x="116" y="378"/>
                </a:lnTo>
                <a:lnTo>
                  <a:pt x="115" y="379"/>
                </a:lnTo>
                <a:lnTo>
                  <a:pt x="115" y="380"/>
                </a:lnTo>
                <a:lnTo>
                  <a:pt x="115" y="379"/>
                </a:lnTo>
                <a:lnTo>
                  <a:pt x="114" y="379"/>
                </a:lnTo>
                <a:lnTo>
                  <a:pt x="114" y="378"/>
                </a:lnTo>
                <a:lnTo>
                  <a:pt x="115" y="377"/>
                </a:lnTo>
                <a:lnTo>
                  <a:pt x="115" y="376"/>
                </a:lnTo>
                <a:lnTo>
                  <a:pt x="114" y="376"/>
                </a:lnTo>
                <a:lnTo>
                  <a:pt x="113" y="375"/>
                </a:lnTo>
                <a:lnTo>
                  <a:pt x="113" y="376"/>
                </a:lnTo>
                <a:lnTo>
                  <a:pt x="112" y="376"/>
                </a:lnTo>
                <a:lnTo>
                  <a:pt x="111" y="376"/>
                </a:lnTo>
                <a:lnTo>
                  <a:pt x="110" y="376"/>
                </a:lnTo>
                <a:lnTo>
                  <a:pt x="109" y="376"/>
                </a:lnTo>
                <a:lnTo>
                  <a:pt x="108" y="376"/>
                </a:lnTo>
                <a:lnTo>
                  <a:pt x="107" y="376"/>
                </a:lnTo>
                <a:lnTo>
                  <a:pt x="107" y="375"/>
                </a:lnTo>
                <a:lnTo>
                  <a:pt x="107" y="374"/>
                </a:lnTo>
                <a:lnTo>
                  <a:pt x="106" y="373"/>
                </a:lnTo>
                <a:lnTo>
                  <a:pt x="105" y="373"/>
                </a:lnTo>
                <a:lnTo>
                  <a:pt x="105" y="372"/>
                </a:lnTo>
                <a:lnTo>
                  <a:pt x="105" y="371"/>
                </a:lnTo>
                <a:lnTo>
                  <a:pt x="104" y="370"/>
                </a:lnTo>
                <a:lnTo>
                  <a:pt x="103" y="370"/>
                </a:lnTo>
                <a:lnTo>
                  <a:pt x="103" y="369"/>
                </a:lnTo>
                <a:lnTo>
                  <a:pt x="103" y="368"/>
                </a:lnTo>
                <a:lnTo>
                  <a:pt x="103" y="366"/>
                </a:lnTo>
                <a:lnTo>
                  <a:pt x="102" y="366"/>
                </a:lnTo>
                <a:lnTo>
                  <a:pt x="102" y="367"/>
                </a:lnTo>
                <a:lnTo>
                  <a:pt x="101" y="367"/>
                </a:lnTo>
                <a:lnTo>
                  <a:pt x="101" y="366"/>
                </a:lnTo>
                <a:lnTo>
                  <a:pt x="100" y="366"/>
                </a:lnTo>
                <a:lnTo>
                  <a:pt x="100" y="367"/>
                </a:lnTo>
                <a:lnTo>
                  <a:pt x="99" y="367"/>
                </a:lnTo>
                <a:lnTo>
                  <a:pt x="99" y="368"/>
                </a:lnTo>
                <a:lnTo>
                  <a:pt x="99" y="369"/>
                </a:lnTo>
                <a:lnTo>
                  <a:pt x="98" y="369"/>
                </a:lnTo>
                <a:lnTo>
                  <a:pt x="97" y="368"/>
                </a:lnTo>
                <a:lnTo>
                  <a:pt x="97" y="367"/>
                </a:lnTo>
                <a:lnTo>
                  <a:pt x="98" y="367"/>
                </a:lnTo>
                <a:lnTo>
                  <a:pt x="98" y="365"/>
                </a:lnTo>
                <a:lnTo>
                  <a:pt x="98" y="364"/>
                </a:lnTo>
                <a:lnTo>
                  <a:pt x="97" y="364"/>
                </a:lnTo>
                <a:lnTo>
                  <a:pt x="97" y="363"/>
                </a:lnTo>
                <a:lnTo>
                  <a:pt x="98" y="363"/>
                </a:lnTo>
                <a:lnTo>
                  <a:pt x="99" y="363"/>
                </a:lnTo>
                <a:lnTo>
                  <a:pt x="100" y="363"/>
                </a:lnTo>
                <a:lnTo>
                  <a:pt x="100" y="362"/>
                </a:lnTo>
                <a:lnTo>
                  <a:pt x="99" y="362"/>
                </a:lnTo>
                <a:lnTo>
                  <a:pt x="99" y="361"/>
                </a:lnTo>
                <a:lnTo>
                  <a:pt x="98" y="361"/>
                </a:lnTo>
                <a:lnTo>
                  <a:pt x="97" y="361"/>
                </a:lnTo>
                <a:lnTo>
                  <a:pt x="97" y="360"/>
                </a:lnTo>
                <a:lnTo>
                  <a:pt x="96" y="360"/>
                </a:lnTo>
                <a:lnTo>
                  <a:pt x="95" y="360"/>
                </a:lnTo>
                <a:lnTo>
                  <a:pt x="94" y="359"/>
                </a:lnTo>
                <a:lnTo>
                  <a:pt x="94" y="358"/>
                </a:lnTo>
                <a:lnTo>
                  <a:pt x="93" y="357"/>
                </a:lnTo>
                <a:lnTo>
                  <a:pt x="94" y="357"/>
                </a:lnTo>
                <a:lnTo>
                  <a:pt x="94" y="356"/>
                </a:lnTo>
                <a:lnTo>
                  <a:pt x="94" y="355"/>
                </a:lnTo>
                <a:lnTo>
                  <a:pt x="93" y="354"/>
                </a:lnTo>
                <a:lnTo>
                  <a:pt x="93" y="353"/>
                </a:lnTo>
                <a:lnTo>
                  <a:pt x="94" y="353"/>
                </a:lnTo>
                <a:lnTo>
                  <a:pt x="94" y="352"/>
                </a:lnTo>
                <a:lnTo>
                  <a:pt x="94" y="351"/>
                </a:lnTo>
                <a:lnTo>
                  <a:pt x="94" y="350"/>
                </a:lnTo>
                <a:lnTo>
                  <a:pt x="94" y="349"/>
                </a:lnTo>
                <a:lnTo>
                  <a:pt x="94" y="348"/>
                </a:lnTo>
                <a:lnTo>
                  <a:pt x="94" y="347"/>
                </a:lnTo>
                <a:lnTo>
                  <a:pt x="94" y="346"/>
                </a:lnTo>
                <a:lnTo>
                  <a:pt x="95" y="344"/>
                </a:lnTo>
                <a:lnTo>
                  <a:pt x="97" y="344"/>
                </a:lnTo>
                <a:lnTo>
                  <a:pt x="96" y="343"/>
                </a:lnTo>
                <a:lnTo>
                  <a:pt x="97" y="343"/>
                </a:lnTo>
                <a:lnTo>
                  <a:pt x="98" y="341"/>
                </a:lnTo>
                <a:lnTo>
                  <a:pt x="99" y="341"/>
                </a:lnTo>
                <a:lnTo>
                  <a:pt x="99" y="340"/>
                </a:lnTo>
                <a:lnTo>
                  <a:pt x="100" y="340"/>
                </a:lnTo>
                <a:lnTo>
                  <a:pt x="101" y="340"/>
                </a:lnTo>
                <a:lnTo>
                  <a:pt x="102" y="338"/>
                </a:lnTo>
                <a:lnTo>
                  <a:pt x="103" y="337"/>
                </a:lnTo>
                <a:lnTo>
                  <a:pt x="104" y="337"/>
                </a:lnTo>
                <a:lnTo>
                  <a:pt x="105" y="337"/>
                </a:lnTo>
                <a:lnTo>
                  <a:pt x="106" y="337"/>
                </a:lnTo>
                <a:lnTo>
                  <a:pt x="106" y="338"/>
                </a:lnTo>
                <a:lnTo>
                  <a:pt x="107" y="338"/>
                </a:lnTo>
                <a:lnTo>
                  <a:pt x="108" y="338"/>
                </a:lnTo>
                <a:lnTo>
                  <a:pt x="108" y="337"/>
                </a:lnTo>
                <a:lnTo>
                  <a:pt x="109" y="337"/>
                </a:lnTo>
                <a:lnTo>
                  <a:pt x="109" y="335"/>
                </a:lnTo>
                <a:lnTo>
                  <a:pt x="109" y="334"/>
                </a:lnTo>
                <a:lnTo>
                  <a:pt x="110" y="333"/>
                </a:lnTo>
                <a:lnTo>
                  <a:pt x="110" y="332"/>
                </a:lnTo>
                <a:lnTo>
                  <a:pt x="109" y="332"/>
                </a:lnTo>
                <a:lnTo>
                  <a:pt x="109" y="331"/>
                </a:lnTo>
                <a:lnTo>
                  <a:pt x="108" y="329"/>
                </a:lnTo>
                <a:lnTo>
                  <a:pt x="108" y="328"/>
                </a:lnTo>
                <a:lnTo>
                  <a:pt x="107" y="326"/>
                </a:lnTo>
                <a:lnTo>
                  <a:pt x="106" y="325"/>
                </a:lnTo>
                <a:lnTo>
                  <a:pt x="105" y="325"/>
                </a:lnTo>
                <a:lnTo>
                  <a:pt x="105" y="324"/>
                </a:lnTo>
                <a:lnTo>
                  <a:pt x="105" y="323"/>
                </a:lnTo>
                <a:lnTo>
                  <a:pt x="106" y="322"/>
                </a:lnTo>
                <a:lnTo>
                  <a:pt x="105" y="321"/>
                </a:lnTo>
                <a:lnTo>
                  <a:pt x="105" y="320"/>
                </a:lnTo>
                <a:lnTo>
                  <a:pt x="106" y="319"/>
                </a:lnTo>
                <a:lnTo>
                  <a:pt x="107" y="319"/>
                </a:lnTo>
                <a:lnTo>
                  <a:pt x="107" y="318"/>
                </a:lnTo>
                <a:lnTo>
                  <a:pt x="106" y="317"/>
                </a:lnTo>
                <a:lnTo>
                  <a:pt x="106" y="316"/>
                </a:lnTo>
                <a:lnTo>
                  <a:pt x="105" y="316"/>
                </a:lnTo>
                <a:lnTo>
                  <a:pt x="105" y="315"/>
                </a:lnTo>
                <a:lnTo>
                  <a:pt x="104" y="314"/>
                </a:lnTo>
                <a:lnTo>
                  <a:pt x="103" y="315"/>
                </a:lnTo>
                <a:lnTo>
                  <a:pt x="103" y="314"/>
                </a:lnTo>
                <a:lnTo>
                  <a:pt x="102" y="314"/>
                </a:lnTo>
                <a:lnTo>
                  <a:pt x="102" y="313"/>
                </a:lnTo>
                <a:lnTo>
                  <a:pt x="101" y="312"/>
                </a:lnTo>
                <a:lnTo>
                  <a:pt x="101" y="311"/>
                </a:lnTo>
                <a:lnTo>
                  <a:pt x="100" y="311"/>
                </a:lnTo>
                <a:lnTo>
                  <a:pt x="100" y="310"/>
                </a:lnTo>
                <a:lnTo>
                  <a:pt x="101" y="310"/>
                </a:lnTo>
                <a:lnTo>
                  <a:pt x="102" y="309"/>
                </a:lnTo>
                <a:lnTo>
                  <a:pt x="101" y="309"/>
                </a:lnTo>
                <a:lnTo>
                  <a:pt x="101" y="308"/>
                </a:lnTo>
                <a:lnTo>
                  <a:pt x="100" y="308"/>
                </a:lnTo>
                <a:lnTo>
                  <a:pt x="100" y="306"/>
                </a:lnTo>
                <a:lnTo>
                  <a:pt x="100" y="305"/>
                </a:lnTo>
                <a:lnTo>
                  <a:pt x="100" y="304"/>
                </a:lnTo>
                <a:lnTo>
                  <a:pt x="99" y="303"/>
                </a:lnTo>
                <a:lnTo>
                  <a:pt x="98" y="303"/>
                </a:lnTo>
                <a:lnTo>
                  <a:pt x="97" y="303"/>
                </a:lnTo>
                <a:lnTo>
                  <a:pt x="97" y="304"/>
                </a:lnTo>
                <a:lnTo>
                  <a:pt x="97" y="303"/>
                </a:lnTo>
                <a:lnTo>
                  <a:pt x="97" y="302"/>
                </a:lnTo>
                <a:lnTo>
                  <a:pt x="97" y="301"/>
                </a:lnTo>
                <a:lnTo>
                  <a:pt x="97" y="298"/>
                </a:lnTo>
                <a:lnTo>
                  <a:pt x="96" y="296"/>
                </a:lnTo>
                <a:lnTo>
                  <a:pt x="95" y="295"/>
                </a:lnTo>
                <a:lnTo>
                  <a:pt x="94" y="295"/>
                </a:lnTo>
                <a:lnTo>
                  <a:pt x="94" y="294"/>
                </a:lnTo>
                <a:lnTo>
                  <a:pt x="93" y="293"/>
                </a:lnTo>
                <a:lnTo>
                  <a:pt x="92" y="293"/>
                </a:lnTo>
                <a:lnTo>
                  <a:pt x="89" y="294"/>
                </a:lnTo>
                <a:lnTo>
                  <a:pt x="88" y="293"/>
                </a:lnTo>
                <a:lnTo>
                  <a:pt x="87" y="293"/>
                </a:lnTo>
                <a:lnTo>
                  <a:pt x="86" y="292"/>
                </a:lnTo>
                <a:lnTo>
                  <a:pt x="86" y="291"/>
                </a:lnTo>
                <a:lnTo>
                  <a:pt x="87" y="291"/>
                </a:lnTo>
                <a:lnTo>
                  <a:pt x="88" y="291"/>
                </a:lnTo>
                <a:lnTo>
                  <a:pt x="89" y="290"/>
                </a:lnTo>
                <a:lnTo>
                  <a:pt x="89" y="289"/>
                </a:lnTo>
                <a:lnTo>
                  <a:pt x="88" y="288"/>
                </a:lnTo>
                <a:lnTo>
                  <a:pt x="88" y="287"/>
                </a:lnTo>
                <a:lnTo>
                  <a:pt x="87" y="286"/>
                </a:lnTo>
                <a:lnTo>
                  <a:pt x="86" y="286"/>
                </a:lnTo>
                <a:lnTo>
                  <a:pt x="86" y="285"/>
                </a:lnTo>
                <a:lnTo>
                  <a:pt x="86" y="284"/>
                </a:lnTo>
                <a:lnTo>
                  <a:pt x="85" y="283"/>
                </a:lnTo>
                <a:lnTo>
                  <a:pt x="84" y="283"/>
                </a:lnTo>
                <a:lnTo>
                  <a:pt x="84" y="281"/>
                </a:lnTo>
                <a:lnTo>
                  <a:pt x="84" y="280"/>
                </a:lnTo>
                <a:lnTo>
                  <a:pt x="84" y="279"/>
                </a:lnTo>
                <a:lnTo>
                  <a:pt x="83" y="279"/>
                </a:lnTo>
                <a:lnTo>
                  <a:pt x="83" y="278"/>
                </a:lnTo>
                <a:lnTo>
                  <a:pt x="82" y="278"/>
                </a:lnTo>
                <a:lnTo>
                  <a:pt x="82" y="277"/>
                </a:lnTo>
                <a:lnTo>
                  <a:pt x="82" y="276"/>
                </a:lnTo>
                <a:lnTo>
                  <a:pt x="82" y="275"/>
                </a:lnTo>
                <a:lnTo>
                  <a:pt x="83" y="275"/>
                </a:lnTo>
                <a:lnTo>
                  <a:pt x="83" y="273"/>
                </a:lnTo>
                <a:lnTo>
                  <a:pt x="84" y="273"/>
                </a:lnTo>
                <a:lnTo>
                  <a:pt x="85" y="273"/>
                </a:lnTo>
                <a:lnTo>
                  <a:pt x="85" y="272"/>
                </a:lnTo>
                <a:lnTo>
                  <a:pt x="87" y="272"/>
                </a:lnTo>
                <a:lnTo>
                  <a:pt x="88" y="272"/>
                </a:lnTo>
                <a:lnTo>
                  <a:pt x="89" y="271"/>
                </a:lnTo>
                <a:lnTo>
                  <a:pt x="90" y="271"/>
                </a:lnTo>
                <a:lnTo>
                  <a:pt x="91" y="271"/>
                </a:lnTo>
                <a:lnTo>
                  <a:pt x="91" y="272"/>
                </a:lnTo>
                <a:lnTo>
                  <a:pt x="92" y="272"/>
                </a:lnTo>
                <a:lnTo>
                  <a:pt x="93" y="272"/>
                </a:lnTo>
                <a:lnTo>
                  <a:pt x="93" y="271"/>
                </a:lnTo>
                <a:lnTo>
                  <a:pt x="94" y="271"/>
                </a:lnTo>
                <a:lnTo>
                  <a:pt x="94" y="270"/>
                </a:lnTo>
                <a:lnTo>
                  <a:pt x="95" y="270"/>
                </a:lnTo>
                <a:lnTo>
                  <a:pt x="94" y="269"/>
                </a:lnTo>
                <a:lnTo>
                  <a:pt x="94" y="268"/>
                </a:lnTo>
                <a:lnTo>
                  <a:pt x="94" y="266"/>
                </a:lnTo>
                <a:lnTo>
                  <a:pt x="94" y="265"/>
                </a:lnTo>
                <a:lnTo>
                  <a:pt x="93" y="265"/>
                </a:lnTo>
                <a:lnTo>
                  <a:pt x="91" y="264"/>
                </a:lnTo>
                <a:lnTo>
                  <a:pt x="91" y="263"/>
                </a:lnTo>
                <a:lnTo>
                  <a:pt x="90" y="262"/>
                </a:lnTo>
                <a:lnTo>
                  <a:pt x="91" y="262"/>
                </a:lnTo>
                <a:lnTo>
                  <a:pt x="91" y="261"/>
                </a:lnTo>
                <a:lnTo>
                  <a:pt x="89" y="260"/>
                </a:lnTo>
                <a:lnTo>
                  <a:pt x="89" y="259"/>
                </a:lnTo>
                <a:lnTo>
                  <a:pt x="87" y="258"/>
                </a:lnTo>
                <a:lnTo>
                  <a:pt x="86" y="256"/>
                </a:lnTo>
                <a:lnTo>
                  <a:pt x="85" y="256"/>
                </a:lnTo>
                <a:lnTo>
                  <a:pt x="84" y="257"/>
                </a:lnTo>
                <a:lnTo>
                  <a:pt x="84" y="256"/>
                </a:lnTo>
                <a:lnTo>
                  <a:pt x="83" y="256"/>
                </a:lnTo>
                <a:lnTo>
                  <a:pt x="82" y="256"/>
                </a:lnTo>
                <a:lnTo>
                  <a:pt x="81" y="256"/>
                </a:lnTo>
                <a:lnTo>
                  <a:pt x="81" y="257"/>
                </a:lnTo>
                <a:lnTo>
                  <a:pt x="80" y="257"/>
                </a:lnTo>
                <a:lnTo>
                  <a:pt x="80" y="256"/>
                </a:lnTo>
                <a:lnTo>
                  <a:pt x="80" y="255"/>
                </a:lnTo>
                <a:lnTo>
                  <a:pt x="80" y="254"/>
                </a:lnTo>
                <a:lnTo>
                  <a:pt x="80" y="253"/>
                </a:lnTo>
                <a:lnTo>
                  <a:pt x="81" y="252"/>
                </a:lnTo>
                <a:lnTo>
                  <a:pt x="81" y="251"/>
                </a:lnTo>
                <a:lnTo>
                  <a:pt x="80" y="251"/>
                </a:lnTo>
                <a:lnTo>
                  <a:pt x="80" y="250"/>
                </a:lnTo>
                <a:lnTo>
                  <a:pt x="80" y="249"/>
                </a:lnTo>
                <a:lnTo>
                  <a:pt x="79" y="249"/>
                </a:lnTo>
                <a:lnTo>
                  <a:pt x="79" y="248"/>
                </a:lnTo>
                <a:lnTo>
                  <a:pt x="79" y="246"/>
                </a:lnTo>
                <a:lnTo>
                  <a:pt x="78" y="246"/>
                </a:lnTo>
                <a:lnTo>
                  <a:pt x="77" y="246"/>
                </a:lnTo>
                <a:lnTo>
                  <a:pt x="75" y="246"/>
                </a:lnTo>
                <a:lnTo>
                  <a:pt x="74" y="245"/>
                </a:lnTo>
                <a:lnTo>
                  <a:pt x="73" y="245"/>
                </a:lnTo>
                <a:lnTo>
                  <a:pt x="71" y="244"/>
                </a:lnTo>
                <a:lnTo>
                  <a:pt x="70" y="244"/>
                </a:lnTo>
                <a:lnTo>
                  <a:pt x="69" y="243"/>
                </a:lnTo>
                <a:lnTo>
                  <a:pt x="68" y="243"/>
                </a:lnTo>
                <a:lnTo>
                  <a:pt x="68" y="244"/>
                </a:lnTo>
                <a:lnTo>
                  <a:pt x="67" y="245"/>
                </a:lnTo>
                <a:lnTo>
                  <a:pt x="66" y="244"/>
                </a:lnTo>
                <a:lnTo>
                  <a:pt x="65" y="244"/>
                </a:lnTo>
                <a:lnTo>
                  <a:pt x="65" y="242"/>
                </a:lnTo>
                <a:lnTo>
                  <a:pt x="64" y="242"/>
                </a:lnTo>
                <a:lnTo>
                  <a:pt x="63" y="242"/>
                </a:lnTo>
                <a:lnTo>
                  <a:pt x="61" y="242"/>
                </a:lnTo>
                <a:lnTo>
                  <a:pt x="60" y="241"/>
                </a:lnTo>
                <a:lnTo>
                  <a:pt x="60" y="237"/>
                </a:lnTo>
                <a:lnTo>
                  <a:pt x="59" y="237"/>
                </a:lnTo>
                <a:lnTo>
                  <a:pt x="58" y="237"/>
                </a:lnTo>
                <a:lnTo>
                  <a:pt x="57" y="236"/>
                </a:lnTo>
                <a:lnTo>
                  <a:pt x="56" y="236"/>
                </a:lnTo>
                <a:lnTo>
                  <a:pt x="56" y="235"/>
                </a:lnTo>
                <a:lnTo>
                  <a:pt x="57" y="235"/>
                </a:lnTo>
                <a:lnTo>
                  <a:pt x="57" y="234"/>
                </a:lnTo>
                <a:lnTo>
                  <a:pt x="56" y="233"/>
                </a:lnTo>
                <a:lnTo>
                  <a:pt x="55" y="232"/>
                </a:lnTo>
                <a:lnTo>
                  <a:pt x="55" y="233"/>
                </a:lnTo>
                <a:lnTo>
                  <a:pt x="55" y="232"/>
                </a:lnTo>
                <a:lnTo>
                  <a:pt x="55" y="231"/>
                </a:lnTo>
                <a:lnTo>
                  <a:pt x="54" y="230"/>
                </a:lnTo>
                <a:lnTo>
                  <a:pt x="53" y="229"/>
                </a:lnTo>
                <a:lnTo>
                  <a:pt x="53" y="228"/>
                </a:lnTo>
                <a:lnTo>
                  <a:pt x="52" y="228"/>
                </a:lnTo>
                <a:lnTo>
                  <a:pt x="51" y="227"/>
                </a:lnTo>
                <a:lnTo>
                  <a:pt x="51" y="226"/>
                </a:lnTo>
                <a:lnTo>
                  <a:pt x="51" y="225"/>
                </a:lnTo>
                <a:lnTo>
                  <a:pt x="51" y="224"/>
                </a:lnTo>
                <a:lnTo>
                  <a:pt x="50" y="224"/>
                </a:lnTo>
                <a:lnTo>
                  <a:pt x="50" y="223"/>
                </a:lnTo>
                <a:lnTo>
                  <a:pt x="49" y="223"/>
                </a:lnTo>
                <a:lnTo>
                  <a:pt x="48" y="222"/>
                </a:lnTo>
                <a:lnTo>
                  <a:pt x="47" y="222"/>
                </a:lnTo>
                <a:lnTo>
                  <a:pt x="46" y="222"/>
                </a:lnTo>
                <a:lnTo>
                  <a:pt x="45" y="222"/>
                </a:lnTo>
                <a:lnTo>
                  <a:pt x="45" y="221"/>
                </a:lnTo>
                <a:lnTo>
                  <a:pt x="44" y="220"/>
                </a:lnTo>
                <a:lnTo>
                  <a:pt x="43" y="220"/>
                </a:lnTo>
                <a:lnTo>
                  <a:pt x="43" y="221"/>
                </a:lnTo>
                <a:lnTo>
                  <a:pt x="42" y="221"/>
                </a:lnTo>
                <a:lnTo>
                  <a:pt x="41" y="222"/>
                </a:lnTo>
                <a:lnTo>
                  <a:pt x="40" y="223"/>
                </a:lnTo>
                <a:lnTo>
                  <a:pt x="39" y="224"/>
                </a:lnTo>
                <a:lnTo>
                  <a:pt x="36" y="225"/>
                </a:lnTo>
                <a:lnTo>
                  <a:pt x="35" y="225"/>
                </a:lnTo>
                <a:lnTo>
                  <a:pt x="33" y="225"/>
                </a:lnTo>
                <a:lnTo>
                  <a:pt x="31" y="225"/>
                </a:lnTo>
                <a:lnTo>
                  <a:pt x="30" y="224"/>
                </a:lnTo>
                <a:lnTo>
                  <a:pt x="29" y="223"/>
                </a:lnTo>
                <a:lnTo>
                  <a:pt x="28" y="222"/>
                </a:lnTo>
                <a:lnTo>
                  <a:pt x="28" y="221"/>
                </a:lnTo>
                <a:lnTo>
                  <a:pt x="28" y="220"/>
                </a:lnTo>
                <a:lnTo>
                  <a:pt x="28" y="219"/>
                </a:lnTo>
                <a:lnTo>
                  <a:pt x="28" y="218"/>
                </a:lnTo>
                <a:lnTo>
                  <a:pt x="29" y="217"/>
                </a:lnTo>
                <a:lnTo>
                  <a:pt x="30" y="217"/>
                </a:lnTo>
                <a:lnTo>
                  <a:pt x="30" y="216"/>
                </a:lnTo>
                <a:lnTo>
                  <a:pt x="30" y="215"/>
                </a:lnTo>
                <a:lnTo>
                  <a:pt x="31" y="215"/>
                </a:lnTo>
                <a:lnTo>
                  <a:pt x="32" y="215"/>
                </a:lnTo>
                <a:lnTo>
                  <a:pt x="32" y="216"/>
                </a:lnTo>
                <a:lnTo>
                  <a:pt x="33" y="216"/>
                </a:lnTo>
                <a:lnTo>
                  <a:pt x="33" y="215"/>
                </a:lnTo>
                <a:lnTo>
                  <a:pt x="34" y="215"/>
                </a:lnTo>
                <a:lnTo>
                  <a:pt x="34" y="214"/>
                </a:lnTo>
                <a:lnTo>
                  <a:pt x="34" y="213"/>
                </a:lnTo>
                <a:lnTo>
                  <a:pt x="35" y="213"/>
                </a:lnTo>
                <a:lnTo>
                  <a:pt x="36" y="213"/>
                </a:lnTo>
                <a:lnTo>
                  <a:pt x="36" y="212"/>
                </a:lnTo>
                <a:lnTo>
                  <a:pt x="37" y="212"/>
                </a:lnTo>
                <a:lnTo>
                  <a:pt x="38" y="212"/>
                </a:lnTo>
                <a:lnTo>
                  <a:pt x="38" y="211"/>
                </a:lnTo>
                <a:lnTo>
                  <a:pt x="38" y="210"/>
                </a:lnTo>
                <a:lnTo>
                  <a:pt x="37" y="210"/>
                </a:lnTo>
                <a:lnTo>
                  <a:pt x="34" y="209"/>
                </a:lnTo>
                <a:lnTo>
                  <a:pt x="33" y="208"/>
                </a:lnTo>
                <a:lnTo>
                  <a:pt x="33" y="207"/>
                </a:lnTo>
                <a:lnTo>
                  <a:pt x="34" y="207"/>
                </a:lnTo>
                <a:lnTo>
                  <a:pt x="34" y="206"/>
                </a:lnTo>
                <a:lnTo>
                  <a:pt x="34" y="205"/>
                </a:lnTo>
                <a:lnTo>
                  <a:pt x="35" y="205"/>
                </a:lnTo>
                <a:lnTo>
                  <a:pt x="35" y="204"/>
                </a:lnTo>
                <a:lnTo>
                  <a:pt x="34" y="203"/>
                </a:lnTo>
                <a:lnTo>
                  <a:pt x="32" y="203"/>
                </a:lnTo>
                <a:lnTo>
                  <a:pt x="31" y="202"/>
                </a:lnTo>
                <a:lnTo>
                  <a:pt x="31" y="203"/>
                </a:lnTo>
                <a:lnTo>
                  <a:pt x="30" y="203"/>
                </a:lnTo>
                <a:lnTo>
                  <a:pt x="29" y="203"/>
                </a:lnTo>
                <a:lnTo>
                  <a:pt x="28" y="202"/>
                </a:lnTo>
                <a:lnTo>
                  <a:pt x="27" y="202"/>
                </a:lnTo>
                <a:lnTo>
                  <a:pt x="26" y="202"/>
                </a:lnTo>
                <a:lnTo>
                  <a:pt x="24" y="202"/>
                </a:lnTo>
                <a:lnTo>
                  <a:pt x="23" y="202"/>
                </a:lnTo>
                <a:lnTo>
                  <a:pt x="22" y="201"/>
                </a:lnTo>
                <a:lnTo>
                  <a:pt x="21" y="201"/>
                </a:lnTo>
                <a:lnTo>
                  <a:pt x="19" y="202"/>
                </a:lnTo>
                <a:lnTo>
                  <a:pt x="18" y="202"/>
                </a:lnTo>
                <a:lnTo>
                  <a:pt x="16" y="203"/>
                </a:lnTo>
                <a:lnTo>
                  <a:pt x="15" y="203"/>
                </a:lnTo>
                <a:lnTo>
                  <a:pt x="15" y="202"/>
                </a:lnTo>
                <a:lnTo>
                  <a:pt x="14" y="202"/>
                </a:lnTo>
                <a:lnTo>
                  <a:pt x="14" y="201"/>
                </a:lnTo>
                <a:lnTo>
                  <a:pt x="13" y="200"/>
                </a:lnTo>
                <a:lnTo>
                  <a:pt x="12" y="200"/>
                </a:lnTo>
                <a:lnTo>
                  <a:pt x="10" y="201"/>
                </a:lnTo>
                <a:lnTo>
                  <a:pt x="8" y="202"/>
                </a:lnTo>
                <a:lnTo>
                  <a:pt x="7" y="202"/>
                </a:lnTo>
                <a:lnTo>
                  <a:pt x="7" y="203"/>
                </a:lnTo>
                <a:lnTo>
                  <a:pt x="6" y="203"/>
                </a:lnTo>
                <a:lnTo>
                  <a:pt x="5" y="202"/>
                </a:lnTo>
                <a:lnTo>
                  <a:pt x="2" y="203"/>
                </a:lnTo>
                <a:lnTo>
                  <a:pt x="1" y="203"/>
                </a:lnTo>
                <a:lnTo>
                  <a:pt x="0" y="202"/>
                </a:lnTo>
                <a:lnTo>
                  <a:pt x="1" y="200"/>
                </a:lnTo>
                <a:lnTo>
                  <a:pt x="3" y="200"/>
                </a:lnTo>
                <a:lnTo>
                  <a:pt x="4" y="200"/>
                </a:lnTo>
                <a:lnTo>
                  <a:pt x="5" y="200"/>
                </a:lnTo>
                <a:lnTo>
                  <a:pt x="6" y="199"/>
                </a:lnTo>
                <a:lnTo>
                  <a:pt x="7" y="199"/>
                </a:lnTo>
                <a:lnTo>
                  <a:pt x="7" y="198"/>
                </a:lnTo>
                <a:lnTo>
                  <a:pt x="8" y="198"/>
                </a:lnTo>
                <a:lnTo>
                  <a:pt x="9" y="198"/>
                </a:lnTo>
                <a:lnTo>
                  <a:pt x="11" y="198"/>
                </a:lnTo>
                <a:lnTo>
                  <a:pt x="11" y="196"/>
                </a:lnTo>
                <a:lnTo>
                  <a:pt x="12" y="193"/>
                </a:lnTo>
                <a:lnTo>
                  <a:pt x="13" y="193"/>
                </a:lnTo>
                <a:lnTo>
                  <a:pt x="19" y="193"/>
                </a:lnTo>
                <a:lnTo>
                  <a:pt x="29" y="192"/>
                </a:lnTo>
                <a:lnTo>
                  <a:pt x="42" y="191"/>
                </a:lnTo>
                <a:lnTo>
                  <a:pt x="46" y="190"/>
                </a:lnTo>
                <a:lnTo>
                  <a:pt x="49" y="189"/>
                </a:lnTo>
                <a:lnTo>
                  <a:pt x="52" y="187"/>
                </a:lnTo>
                <a:lnTo>
                  <a:pt x="55" y="187"/>
                </a:lnTo>
                <a:lnTo>
                  <a:pt x="57" y="187"/>
                </a:lnTo>
                <a:lnTo>
                  <a:pt x="64" y="186"/>
                </a:lnTo>
                <a:lnTo>
                  <a:pt x="66" y="186"/>
                </a:lnTo>
                <a:lnTo>
                  <a:pt x="67" y="186"/>
                </a:lnTo>
                <a:lnTo>
                  <a:pt x="72" y="182"/>
                </a:lnTo>
                <a:lnTo>
                  <a:pt x="78" y="178"/>
                </a:lnTo>
                <a:lnTo>
                  <a:pt x="80" y="178"/>
                </a:lnTo>
                <a:lnTo>
                  <a:pt x="82" y="177"/>
                </a:lnTo>
                <a:lnTo>
                  <a:pt x="85" y="177"/>
                </a:lnTo>
                <a:lnTo>
                  <a:pt x="88" y="175"/>
                </a:lnTo>
                <a:lnTo>
                  <a:pt x="93" y="173"/>
                </a:lnTo>
                <a:lnTo>
                  <a:pt x="97" y="172"/>
                </a:lnTo>
                <a:lnTo>
                  <a:pt x="99" y="173"/>
                </a:lnTo>
                <a:lnTo>
                  <a:pt x="104" y="174"/>
                </a:lnTo>
                <a:lnTo>
                  <a:pt x="106" y="174"/>
                </a:lnTo>
                <a:lnTo>
                  <a:pt x="109" y="174"/>
                </a:lnTo>
                <a:lnTo>
                  <a:pt x="114" y="174"/>
                </a:lnTo>
                <a:lnTo>
                  <a:pt x="116" y="174"/>
                </a:lnTo>
                <a:lnTo>
                  <a:pt x="116" y="173"/>
                </a:lnTo>
                <a:lnTo>
                  <a:pt x="118" y="173"/>
                </a:lnTo>
                <a:lnTo>
                  <a:pt x="119" y="172"/>
                </a:lnTo>
                <a:lnTo>
                  <a:pt x="119" y="167"/>
                </a:lnTo>
                <a:lnTo>
                  <a:pt x="120" y="165"/>
                </a:lnTo>
                <a:lnTo>
                  <a:pt x="121" y="165"/>
                </a:lnTo>
                <a:lnTo>
                  <a:pt x="122" y="165"/>
                </a:lnTo>
                <a:lnTo>
                  <a:pt x="123" y="165"/>
                </a:lnTo>
                <a:lnTo>
                  <a:pt x="123" y="166"/>
                </a:lnTo>
                <a:lnTo>
                  <a:pt x="124" y="166"/>
                </a:lnTo>
                <a:lnTo>
                  <a:pt x="125" y="165"/>
                </a:lnTo>
                <a:lnTo>
                  <a:pt x="126" y="165"/>
                </a:lnTo>
                <a:lnTo>
                  <a:pt x="127" y="164"/>
                </a:lnTo>
                <a:lnTo>
                  <a:pt x="128" y="164"/>
                </a:lnTo>
                <a:lnTo>
                  <a:pt x="130" y="163"/>
                </a:lnTo>
                <a:lnTo>
                  <a:pt x="131" y="163"/>
                </a:lnTo>
                <a:lnTo>
                  <a:pt x="132" y="163"/>
                </a:lnTo>
                <a:lnTo>
                  <a:pt x="133" y="163"/>
                </a:lnTo>
                <a:lnTo>
                  <a:pt x="134" y="162"/>
                </a:lnTo>
                <a:lnTo>
                  <a:pt x="134" y="161"/>
                </a:lnTo>
                <a:lnTo>
                  <a:pt x="133" y="161"/>
                </a:lnTo>
                <a:lnTo>
                  <a:pt x="134" y="159"/>
                </a:lnTo>
                <a:lnTo>
                  <a:pt x="135" y="158"/>
                </a:lnTo>
                <a:lnTo>
                  <a:pt x="136" y="157"/>
                </a:lnTo>
                <a:lnTo>
                  <a:pt x="136" y="156"/>
                </a:lnTo>
                <a:lnTo>
                  <a:pt x="137" y="155"/>
                </a:lnTo>
                <a:lnTo>
                  <a:pt x="136" y="154"/>
                </a:lnTo>
                <a:lnTo>
                  <a:pt x="136" y="153"/>
                </a:lnTo>
                <a:lnTo>
                  <a:pt x="136" y="152"/>
                </a:lnTo>
                <a:lnTo>
                  <a:pt x="136" y="151"/>
                </a:lnTo>
                <a:lnTo>
                  <a:pt x="136" y="150"/>
                </a:lnTo>
                <a:lnTo>
                  <a:pt x="136" y="149"/>
                </a:lnTo>
                <a:lnTo>
                  <a:pt x="136" y="148"/>
                </a:lnTo>
                <a:lnTo>
                  <a:pt x="136" y="147"/>
                </a:lnTo>
                <a:lnTo>
                  <a:pt x="136" y="146"/>
                </a:lnTo>
                <a:lnTo>
                  <a:pt x="137" y="146"/>
                </a:lnTo>
                <a:lnTo>
                  <a:pt x="139" y="143"/>
                </a:lnTo>
                <a:lnTo>
                  <a:pt x="139" y="142"/>
                </a:lnTo>
                <a:lnTo>
                  <a:pt x="140" y="142"/>
                </a:lnTo>
                <a:lnTo>
                  <a:pt x="140" y="141"/>
                </a:lnTo>
                <a:lnTo>
                  <a:pt x="139" y="140"/>
                </a:lnTo>
                <a:lnTo>
                  <a:pt x="138" y="139"/>
                </a:lnTo>
                <a:lnTo>
                  <a:pt x="137" y="138"/>
                </a:lnTo>
                <a:lnTo>
                  <a:pt x="136" y="137"/>
                </a:lnTo>
                <a:lnTo>
                  <a:pt x="136" y="136"/>
                </a:lnTo>
                <a:lnTo>
                  <a:pt x="135" y="135"/>
                </a:lnTo>
                <a:lnTo>
                  <a:pt x="135" y="134"/>
                </a:lnTo>
                <a:lnTo>
                  <a:pt x="134" y="134"/>
                </a:lnTo>
                <a:lnTo>
                  <a:pt x="134" y="132"/>
                </a:lnTo>
                <a:lnTo>
                  <a:pt x="133" y="130"/>
                </a:lnTo>
                <a:lnTo>
                  <a:pt x="133" y="127"/>
                </a:lnTo>
                <a:lnTo>
                  <a:pt x="133" y="126"/>
                </a:lnTo>
                <a:lnTo>
                  <a:pt x="134" y="125"/>
                </a:lnTo>
                <a:lnTo>
                  <a:pt x="134" y="122"/>
                </a:lnTo>
                <a:lnTo>
                  <a:pt x="134" y="121"/>
                </a:lnTo>
                <a:lnTo>
                  <a:pt x="136" y="120"/>
                </a:lnTo>
                <a:lnTo>
                  <a:pt x="138" y="120"/>
                </a:lnTo>
                <a:lnTo>
                  <a:pt x="139" y="119"/>
                </a:lnTo>
                <a:lnTo>
                  <a:pt x="139" y="118"/>
                </a:lnTo>
                <a:lnTo>
                  <a:pt x="140" y="118"/>
                </a:lnTo>
                <a:lnTo>
                  <a:pt x="140" y="117"/>
                </a:lnTo>
                <a:lnTo>
                  <a:pt x="140" y="116"/>
                </a:lnTo>
                <a:lnTo>
                  <a:pt x="141" y="115"/>
                </a:lnTo>
                <a:lnTo>
                  <a:pt x="142" y="113"/>
                </a:lnTo>
                <a:lnTo>
                  <a:pt x="142" y="112"/>
                </a:lnTo>
                <a:lnTo>
                  <a:pt x="141" y="110"/>
                </a:lnTo>
                <a:lnTo>
                  <a:pt x="140" y="110"/>
                </a:lnTo>
                <a:lnTo>
                  <a:pt x="140" y="109"/>
                </a:lnTo>
                <a:lnTo>
                  <a:pt x="139" y="108"/>
                </a:lnTo>
                <a:lnTo>
                  <a:pt x="139" y="107"/>
                </a:lnTo>
                <a:lnTo>
                  <a:pt x="138" y="107"/>
                </a:lnTo>
                <a:lnTo>
                  <a:pt x="138" y="105"/>
                </a:lnTo>
                <a:lnTo>
                  <a:pt x="138" y="104"/>
                </a:lnTo>
                <a:lnTo>
                  <a:pt x="138" y="103"/>
                </a:lnTo>
                <a:lnTo>
                  <a:pt x="139" y="103"/>
                </a:lnTo>
                <a:lnTo>
                  <a:pt x="139" y="102"/>
                </a:lnTo>
                <a:lnTo>
                  <a:pt x="139" y="101"/>
                </a:lnTo>
                <a:lnTo>
                  <a:pt x="138" y="100"/>
                </a:lnTo>
                <a:lnTo>
                  <a:pt x="138" y="99"/>
                </a:lnTo>
                <a:lnTo>
                  <a:pt x="138" y="98"/>
                </a:lnTo>
                <a:lnTo>
                  <a:pt x="139" y="97"/>
                </a:lnTo>
                <a:lnTo>
                  <a:pt x="139" y="98"/>
                </a:lnTo>
                <a:lnTo>
                  <a:pt x="140" y="98"/>
                </a:lnTo>
                <a:lnTo>
                  <a:pt x="140" y="97"/>
                </a:lnTo>
                <a:lnTo>
                  <a:pt x="140" y="96"/>
                </a:lnTo>
                <a:lnTo>
                  <a:pt x="140" y="95"/>
                </a:lnTo>
                <a:lnTo>
                  <a:pt x="139" y="95"/>
                </a:lnTo>
                <a:lnTo>
                  <a:pt x="139" y="94"/>
                </a:lnTo>
                <a:lnTo>
                  <a:pt x="139" y="93"/>
                </a:lnTo>
                <a:lnTo>
                  <a:pt x="139" y="92"/>
                </a:lnTo>
                <a:lnTo>
                  <a:pt x="140" y="91"/>
                </a:lnTo>
                <a:lnTo>
                  <a:pt x="140" y="90"/>
                </a:lnTo>
                <a:lnTo>
                  <a:pt x="140" y="89"/>
                </a:lnTo>
                <a:lnTo>
                  <a:pt x="141" y="89"/>
                </a:lnTo>
                <a:lnTo>
                  <a:pt x="141" y="88"/>
                </a:lnTo>
                <a:lnTo>
                  <a:pt x="142" y="88"/>
                </a:lnTo>
                <a:lnTo>
                  <a:pt x="142" y="87"/>
                </a:lnTo>
                <a:lnTo>
                  <a:pt x="142" y="86"/>
                </a:lnTo>
                <a:lnTo>
                  <a:pt x="141" y="86"/>
                </a:lnTo>
                <a:lnTo>
                  <a:pt x="141" y="85"/>
                </a:lnTo>
                <a:lnTo>
                  <a:pt x="141" y="84"/>
                </a:lnTo>
                <a:lnTo>
                  <a:pt x="141" y="83"/>
                </a:lnTo>
                <a:lnTo>
                  <a:pt x="142" y="83"/>
                </a:lnTo>
                <a:lnTo>
                  <a:pt x="143" y="83"/>
                </a:lnTo>
                <a:lnTo>
                  <a:pt x="143" y="82"/>
                </a:lnTo>
                <a:lnTo>
                  <a:pt x="143" y="81"/>
                </a:lnTo>
                <a:lnTo>
                  <a:pt x="142" y="81"/>
                </a:lnTo>
                <a:lnTo>
                  <a:pt x="142" y="80"/>
                </a:lnTo>
                <a:lnTo>
                  <a:pt x="141" y="80"/>
                </a:lnTo>
                <a:lnTo>
                  <a:pt x="141" y="79"/>
                </a:lnTo>
                <a:lnTo>
                  <a:pt x="141" y="78"/>
                </a:lnTo>
                <a:lnTo>
                  <a:pt x="141" y="77"/>
                </a:lnTo>
                <a:lnTo>
                  <a:pt x="141" y="75"/>
                </a:lnTo>
                <a:lnTo>
                  <a:pt x="142" y="75"/>
                </a:lnTo>
                <a:lnTo>
                  <a:pt x="143" y="75"/>
                </a:lnTo>
                <a:lnTo>
                  <a:pt x="142" y="74"/>
                </a:lnTo>
                <a:lnTo>
                  <a:pt x="142" y="73"/>
                </a:lnTo>
                <a:lnTo>
                  <a:pt x="143" y="73"/>
                </a:lnTo>
                <a:lnTo>
                  <a:pt x="144" y="72"/>
                </a:lnTo>
                <a:lnTo>
                  <a:pt x="144" y="71"/>
                </a:lnTo>
                <a:lnTo>
                  <a:pt x="144" y="70"/>
                </a:lnTo>
                <a:lnTo>
                  <a:pt x="144" y="69"/>
                </a:lnTo>
                <a:lnTo>
                  <a:pt x="144" y="68"/>
                </a:lnTo>
                <a:lnTo>
                  <a:pt x="145" y="68"/>
                </a:lnTo>
                <a:lnTo>
                  <a:pt x="146" y="67"/>
                </a:lnTo>
                <a:lnTo>
                  <a:pt x="146" y="66"/>
                </a:lnTo>
                <a:lnTo>
                  <a:pt x="145" y="66"/>
                </a:lnTo>
                <a:lnTo>
                  <a:pt x="145" y="65"/>
                </a:lnTo>
                <a:lnTo>
                  <a:pt x="145" y="64"/>
                </a:lnTo>
                <a:lnTo>
                  <a:pt x="145" y="63"/>
                </a:lnTo>
                <a:lnTo>
                  <a:pt x="145" y="62"/>
                </a:lnTo>
                <a:lnTo>
                  <a:pt x="145" y="61"/>
                </a:lnTo>
                <a:lnTo>
                  <a:pt x="146" y="61"/>
                </a:lnTo>
                <a:lnTo>
                  <a:pt x="148" y="60"/>
                </a:lnTo>
                <a:lnTo>
                  <a:pt x="148" y="59"/>
                </a:lnTo>
                <a:lnTo>
                  <a:pt x="149" y="58"/>
                </a:lnTo>
                <a:lnTo>
                  <a:pt x="152" y="56"/>
                </a:lnTo>
                <a:lnTo>
                  <a:pt x="152" y="55"/>
                </a:lnTo>
                <a:lnTo>
                  <a:pt x="153" y="55"/>
                </a:lnTo>
                <a:lnTo>
                  <a:pt x="154" y="54"/>
                </a:lnTo>
                <a:lnTo>
                  <a:pt x="154" y="53"/>
                </a:lnTo>
                <a:lnTo>
                  <a:pt x="153" y="53"/>
                </a:lnTo>
                <a:lnTo>
                  <a:pt x="152" y="53"/>
                </a:lnTo>
                <a:lnTo>
                  <a:pt x="152" y="52"/>
                </a:lnTo>
                <a:lnTo>
                  <a:pt x="151" y="51"/>
                </a:lnTo>
                <a:lnTo>
                  <a:pt x="151" y="50"/>
                </a:lnTo>
                <a:lnTo>
                  <a:pt x="153" y="48"/>
                </a:lnTo>
                <a:lnTo>
                  <a:pt x="154" y="48"/>
                </a:lnTo>
                <a:lnTo>
                  <a:pt x="154" y="47"/>
                </a:lnTo>
                <a:lnTo>
                  <a:pt x="154" y="46"/>
                </a:lnTo>
                <a:lnTo>
                  <a:pt x="155" y="46"/>
                </a:lnTo>
                <a:lnTo>
                  <a:pt x="156" y="45"/>
                </a:lnTo>
                <a:lnTo>
                  <a:pt x="157" y="44"/>
                </a:lnTo>
                <a:lnTo>
                  <a:pt x="158" y="44"/>
                </a:lnTo>
                <a:lnTo>
                  <a:pt x="159" y="43"/>
                </a:lnTo>
                <a:lnTo>
                  <a:pt x="159" y="42"/>
                </a:lnTo>
                <a:lnTo>
                  <a:pt x="160" y="41"/>
                </a:lnTo>
                <a:lnTo>
                  <a:pt x="161" y="40"/>
                </a:lnTo>
                <a:lnTo>
                  <a:pt x="162" y="39"/>
                </a:lnTo>
                <a:lnTo>
                  <a:pt x="162" y="38"/>
                </a:lnTo>
                <a:lnTo>
                  <a:pt x="161" y="37"/>
                </a:lnTo>
                <a:lnTo>
                  <a:pt x="161" y="36"/>
                </a:lnTo>
                <a:lnTo>
                  <a:pt x="162" y="36"/>
                </a:lnTo>
                <a:lnTo>
                  <a:pt x="162" y="35"/>
                </a:lnTo>
                <a:lnTo>
                  <a:pt x="161" y="35"/>
                </a:lnTo>
                <a:lnTo>
                  <a:pt x="162" y="34"/>
                </a:lnTo>
                <a:lnTo>
                  <a:pt x="162" y="33"/>
                </a:lnTo>
                <a:lnTo>
                  <a:pt x="163" y="32"/>
                </a:lnTo>
                <a:lnTo>
                  <a:pt x="163" y="31"/>
                </a:lnTo>
                <a:lnTo>
                  <a:pt x="164" y="30"/>
                </a:lnTo>
                <a:lnTo>
                  <a:pt x="164" y="29"/>
                </a:lnTo>
                <a:lnTo>
                  <a:pt x="164" y="28"/>
                </a:lnTo>
                <a:lnTo>
                  <a:pt x="164" y="27"/>
                </a:lnTo>
                <a:lnTo>
                  <a:pt x="165" y="27"/>
                </a:lnTo>
                <a:lnTo>
                  <a:pt x="166" y="26"/>
                </a:lnTo>
                <a:lnTo>
                  <a:pt x="167" y="25"/>
                </a:lnTo>
                <a:lnTo>
                  <a:pt x="167" y="24"/>
                </a:lnTo>
                <a:lnTo>
                  <a:pt x="168" y="24"/>
                </a:lnTo>
                <a:lnTo>
                  <a:pt x="169" y="24"/>
                </a:lnTo>
                <a:lnTo>
                  <a:pt x="170" y="25"/>
                </a:lnTo>
                <a:lnTo>
                  <a:pt x="171" y="25"/>
                </a:lnTo>
                <a:lnTo>
                  <a:pt x="172" y="26"/>
                </a:lnTo>
                <a:lnTo>
                  <a:pt x="173" y="26"/>
                </a:lnTo>
                <a:lnTo>
                  <a:pt x="174" y="26"/>
                </a:lnTo>
                <a:lnTo>
                  <a:pt x="175" y="26"/>
                </a:lnTo>
                <a:lnTo>
                  <a:pt x="177" y="26"/>
                </a:lnTo>
                <a:lnTo>
                  <a:pt x="178" y="26"/>
                </a:lnTo>
                <a:lnTo>
                  <a:pt x="179" y="26"/>
                </a:lnTo>
                <a:lnTo>
                  <a:pt x="180" y="26"/>
                </a:lnTo>
                <a:lnTo>
                  <a:pt x="180" y="25"/>
                </a:lnTo>
                <a:lnTo>
                  <a:pt x="180" y="24"/>
                </a:lnTo>
                <a:lnTo>
                  <a:pt x="180" y="21"/>
                </a:lnTo>
                <a:lnTo>
                  <a:pt x="180" y="20"/>
                </a:lnTo>
                <a:lnTo>
                  <a:pt x="179" y="20"/>
                </a:lnTo>
                <a:lnTo>
                  <a:pt x="179" y="19"/>
                </a:lnTo>
                <a:lnTo>
                  <a:pt x="179" y="18"/>
                </a:lnTo>
                <a:lnTo>
                  <a:pt x="180" y="18"/>
                </a:lnTo>
                <a:lnTo>
                  <a:pt x="180" y="17"/>
                </a:lnTo>
                <a:lnTo>
                  <a:pt x="180" y="16"/>
                </a:lnTo>
                <a:lnTo>
                  <a:pt x="179" y="16"/>
                </a:lnTo>
                <a:lnTo>
                  <a:pt x="179" y="15"/>
                </a:lnTo>
                <a:lnTo>
                  <a:pt x="179" y="14"/>
                </a:lnTo>
                <a:lnTo>
                  <a:pt x="179" y="13"/>
                </a:lnTo>
                <a:lnTo>
                  <a:pt x="179" y="12"/>
                </a:lnTo>
                <a:lnTo>
                  <a:pt x="180" y="12"/>
                </a:lnTo>
                <a:lnTo>
                  <a:pt x="181" y="12"/>
                </a:lnTo>
                <a:lnTo>
                  <a:pt x="182" y="12"/>
                </a:lnTo>
                <a:lnTo>
                  <a:pt x="183" y="12"/>
                </a:lnTo>
                <a:lnTo>
                  <a:pt x="183" y="11"/>
                </a:lnTo>
                <a:lnTo>
                  <a:pt x="185" y="11"/>
                </a:lnTo>
                <a:lnTo>
                  <a:pt x="186" y="11"/>
                </a:lnTo>
                <a:lnTo>
                  <a:pt x="187" y="11"/>
                </a:lnTo>
                <a:lnTo>
                  <a:pt x="190" y="11"/>
                </a:lnTo>
                <a:lnTo>
                  <a:pt x="193" y="10"/>
                </a:lnTo>
                <a:lnTo>
                  <a:pt x="193" y="11"/>
                </a:lnTo>
                <a:lnTo>
                  <a:pt x="194" y="11"/>
                </a:lnTo>
                <a:lnTo>
                  <a:pt x="195" y="11"/>
                </a:lnTo>
                <a:lnTo>
                  <a:pt x="197" y="11"/>
                </a:lnTo>
                <a:lnTo>
                  <a:pt x="198" y="12"/>
                </a:lnTo>
                <a:lnTo>
                  <a:pt x="200" y="12"/>
                </a:lnTo>
                <a:lnTo>
                  <a:pt x="202" y="9"/>
                </a:lnTo>
                <a:lnTo>
                  <a:pt x="204" y="6"/>
                </a:lnTo>
                <a:lnTo>
                  <a:pt x="206" y="5"/>
                </a:lnTo>
                <a:lnTo>
                  <a:pt x="208" y="2"/>
                </a:lnTo>
                <a:lnTo>
                  <a:pt x="210" y="2"/>
                </a:lnTo>
                <a:lnTo>
                  <a:pt x="211" y="2"/>
                </a:lnTo>
                <a:lnTo>
                  <a:pt x="211" y="3"/>
                </a:lnTo>
                <a:lnTo>
                  <a:pt x="212" y="3"/>
                </a:lnTo>
                <a:lnTo>
                  <a:pt x="214" y="4"/>
                </a:lnTo>
                <a:lnTo>
                  <a:pt x="215" y="4"/>
                </a:lnTo>
                <a:lnTo>
                  <a:pt x="215" y="3"/>
                </a:lnTo>
                <a:lnTo>
                  <a:pt x="216" y="3"/>
                </a:lnTo>
                <a:lnTo>
                  <a:pt x="216" y="2"/>
                </a:lnTo>
                <a:lnTo>
                  <a:pt x="217" y="2"/>
                </a:lnTo>
                <a:lnTo>
                  <a:pt x="220" y="1"/>
                </a:lnTo>
                <a:lnTo>
                  <a:pt x="222" y="0"/>
                </a:lnTo>
                <a:lnTo>
                  <a:pt x="222" y="1"/>
                </a:lnTo>
                <a:lnTo>
                  <a:pt x="222" y="2"/>
                </a:lnTo>
                <a:close/>
              </a:path>
            </a:pathLst>
          </a:custGeom>
          <a:solidFill>
            <a:srgbClr val="9CC6DF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14" name=""/>
          <p:cNvSpPr/>
          <p:nvPr/>
        </p:nvSpPr>
        <p:spPr>
          <a:xfrm>
            <a:off x="3114720" y="1181160"/>
            <a:ext cx="742680" cy="547200"/>
          </a:xfrm>
          <a:custGeom>
            <a:avLst/>
            <a:gdLst/>
            <a:ahLst/>
            <a:rect l="0" t="0" r="r" b="b"/>
            <a:pathLst>
              <a:path w="2063" h="1520">
                <a:moveTo>
                  <a:pt x="2063" y="662"/>
                </a:moveTo>
                <a:lnTo>
                  <a:pt x="2061" y="663"/>
                </a:lnTo>
                <a:lnTo>
                  <a:pt x="2060" y="663"/>
                </a:lnTo>
                <a:lnTo>
                  <a:pt x="2060" y="664"/>
                </a:lnTo>
                <a:lnTo>
                  <a:pt x="2059" y="664"/>
                </a:lnTo>
                <a:lnTo>
                  <a:pt x="2058" y="664"/>
                </a:lnTo>
                <a:lnTo>
                  <a:pt x="2058" y="665"/>
                </a:lnTo>
                <a:lnTo>
                  <a:pt x="2057" y="665"/>
                </a:lnTo>
                <a:lnTo>
                  <a:pt x="2056" y="666"/>
                </a:lnTo>
                <a:lnTo>
                  <a:pt x="2055" y="666"/>
                </a:lnTo>
                <a:lnTo>
                  <a:pt x="2054" y="666"/>
                </a:lnTo>
                <a:lnTo>
                  <a:pt x="2054" y="667"/>
                </a:lnTo>
                <a:lnTo>
                  <a:pt x="2053" y="667"/>
                </a:lnTo>
                <a:lnTo>
                  <a:pt x="2052" y="668"/>
                </a:lnTo>
                <a:lnTo>
                  <a:pt x="2051" y="668"/>
                </a:lnTo>
                <a:lnTo>
                  <a:pt x="2050" y="669"/>
                </a:lnTo>
                <a:lnTo>
                  <a:pt x="2048" y="670"/>
                </a:lnTo>
                <a:lnTo>
                  <a:pt x="2045" y="671"/>
                </a:lnTo>
                <a:lnTo>
                  <a:pt x="2044" y="671"/>
                </a:lnTo>
                <a:lnTo>
                  <a:pt x="2043" y="671"/>
                </a:lnTo>
                <a:lnTo>
                  <a:pt x="2043" y="672"/>
                </a:lnTo>
                <a:lnTo>
                  <a:pt x="2042" y="673"/>
                </a:lnTo>
                <a:lnTo>
                  <a:pt x="2040" y="673"/>
                </a:lnTo>
                <a:lnTo>
                  <a:pt x="2040" y="674"/>
                </a:lnTo>
                <a:lnTo>
                  <a:pt x="2039" y="674"/>
                </a:lnTo>
                <a:lnTo>
                  <a:pt x="2038" y="674"/>
                </a:lnTo>
                <a:lnTo>
                  <a:pt x="2037" y="674"/>
                </a:lnTo>
                <a:lnTo>
                  <a:pt x="2035" y="678"/>
                </a:lnTo>
                <a:lnTo>
                  <a:pt x="2034" y="678"/>
                </a:lnTo>
                <a:lnTo>
                  <a:pt x="2034" y="679"/>
                </a:lnTo>
                <a:lnTo>
                  <a:pt x="2033" y="679"/>
                </a:lnTo>
                <a:lnTo>
                  <a:pt x="2031" y="680"/>
                </a:lnTo>
                <a:lnTo>
                  <a:pt x="2031" y="681"/>
                </a:lnTo>
                <a:lnTo>
                  <a:pt x="2030" y="681"/>
                </a:lnTo>
                <a:lnTo>
                  <a:pt x="2030" y="685"/>
                </a:lnTo>
                <a:lnTo>
                  <a:pt x="2030" y="687"/>
                </a:lnTo>
                <a:lnTo>
                  <a:pt x="2028" y="689"/>
                </a:lnTo>
                <a:lnTo>
                  <a:pt x="2028" y="690"/>
                </a:lnTo>
                <a:lnTo>
                  <a:pt x="2026" y="691"/>
                </a:lnTo>
                <a:lnTo>
                  <a:pt x="2028" y="692"/>
                </a:lnTo>
                <a:lnTo>
                  <a:pt x="2034" y="694"/>
                </a:lnTo>
                <a:lnTo>
                  <a:pt x="2032" y="700"/>
                </a:lnTo>
                <a:lnTo>
                  <a:pt x="2032" y="703"/>
                </a:lnTo>
                <a:lnTo>
                  <a:pt x="2044" y="714"/>
                </a:lnTo>
                <a:lnTo>
                  <a:pt x="2040" y="717"/>
                </a:lnTo>
                <a:lnTo>
                  <a:pt x="2038" y="719"/>
                </a:lnTo>
                <a:lnTo>
                  <a:pt x="2035" y="721"/>
                </a:lnTo>
                <a:lnTo>
                  <a:pt x="2041" y="731"/>
                </a:lnTo>
                <a:lnTo>
                  <a:pt x="2040" y="733"/>
                </a:lnTo>
                <a:lnTo>
                  <a:pt x="2041" y="733"/>
                </a:lnTo>
                <a:lnTo>
                  <a:pt x="2041" y="734"/>
                </a:lnTo>
                <a:lnTo>
                  <a:pt x="2040" y="734"/>
                </a:lnTo>
                <a:lnTo>
                  <a:pt x="2041" y="734"/>
                </a:lnTo>
                <a:lnTo>
                  <a:pt x="2040" y="734"/>
                </a:lnTo>
                <a:lnTo>
                  <a:pt x="2040" y="735"/>
                </a:lnTo>
                <a:lnTo>
                  <a:pt x="2039" y="735"/>
                </a:lnTo>
                <a:lnTo>
                  <a:pt x="2039" y="736"/>
                </a:lnTo>
                <a:lnTo>
                  <a:pt x="2039" y="737"/>
                </a:lnTo>
                <a:lnTo>
                  <a:pt x="2038" y="738"/>
                </a:lnTo>
                <a:lnTo>
                  <a:pt x="2038" y="739"/>
                </a:lnTo>
                <a:lnTo>
                  <a:pt x="2037" y="739"/>
                </a:lnTo>
                <a:lnTo>
                  <a:pt x="2036" y="740"/>
                </a:lnTo>
                <a:lnTo>
                  <a:pt x="2033" y="743"/>
                </a:lnTo>
                <a:lnTo>
                  <a:pt x="2032" y="744"/>
                </a:lnTo>
                <a:lnTo>
                  <a:pt x="2031" y="744"/>
                </a:lnTo>
                <a:lnTo>
                  <a:pt x="2030" y="744"/>
                </a:lnTo>
                <a:lnTo>
                  <a:pt x="2030" y="745"/>
                </a:lnTo>
                <a:lnTo>
                  <a:pt x="2029" y="745"/>
                </a:lnTo>
                <a:lnTo>
                  <a:pt x="2028" y="746"/>
                </a:lnTo>
                <a:lnTo>
                  <a:pt x="2027" y="746"/>
                </a:lnTo>
                <a:lnTo>
                  <a:pt x="2025" y="747"/>
                </a:lnTo>
                <a:lnTo>
                  <a:pt x="2024" y="748"/>
                </a:lnTo>
                <a:lnTo>
                  <a:pt x="2022" y="748"/>
                </a:lnTo>
                <a:lnTo>
                  <a:pt x="2020" y="749"/>
                </a:lnTo>
                <a:lnTo>
                  <a:pt x="2019" y="749"/>
                </a:lnTo>
                <a:lnTo>
                  <a:pt x="2018" y="750"/>
                </a:lnTo>
                <a:lnTo>
                  <a:pt x="2017" y="750"/>
                </a:lnTo>
                <a:lnTo>
                  <a:pt x="2017" y="751"/>
                </a:lnTo>
                <a:lnTo>
                  <a:pt x="2016" y="751"/>
                </a:lnTo>
                <a:lnTo>
                  <a:pt x="2015" y="751"/>
                </a:lnTo>
                <a:lnTo>
                  <a:pt x="2015" y="752"/>
                </a:lnTo>
                <a:lnTo>
                  <a:pt x="2013" y="752"/>
                </a:lnTo>
                <a:lnTo>
                  <a:pt x="2012" y="752"/>
                </a:lnTo>
                <a:lnTo>
                  <a:pt x="2011" y="752"/>
                </a:lnTo>
                <a:lnTo>
                  <a:pt x="2010" y="752"/>
                </a:lnTo>
                <a:lnTo>
                  <a:pt x="2009" y="752"/>
                </a:lnTo>
                <a:lnTo>
                  <a:pt x="2007" y="753"/>
                </a:lnTo>
                <a:lnTo>
                  <a:pt x="2006" y="753"/>
                </a:lnTo>
                <a:lnTo>
                  <a:pt x="2005" y="753"/>
                </a:lnTo>
                <a:lnTo>
                  <a:pt x="2003" y="753"/>
                </a:lnTo>
                <a:lnTo>
                  <a:pt x="2002" y="753"/>
                </a:lnTo>
                <a:lnTo>
                  <a:pt x="2001" y="754"/>
                </a:lnTo>
                <a:lnTo>
                  <a:pt x="1999" y="754"/>
                </a:lnTo>
                <a:lnTo>
                  <a:pt x="1997" y="754"/>
                </a:lnTo>
                <a:lnTo>
                  <a:pt x="1996" y="755"/>
                </a:lnTo>
                <a:lnTo>
                  <a:pt x="1994" y="755"/>
                </a:lnTo>
                <a:lnTo>
                  <a:pt x="1994" y="756"/>
                </a:lnTo>
                <a:lnTo>
                  <a:pt x="1993" y="756"/>
                </a:lnTo>
                <a:lnTo>
                  <a:pt x="1992" y="756"/>
                </a:lnTo>
                <a:lnTo>
                  <a:pt x="1990" y="757"/>
                </a:lnTo>
                <a:lnTo>
                  <a:pt x="1989" y="757"/>
                </a:lnTo>
                <a:lnTo>
                  <a:pt x="1989" y="758"/>
                </a:lnTo>
                <a:lnTo>
                  <a:pt x="1988" y="759"/>
                </a:lnTo>
                <a:lnTo>
                  <a:pt x="1986" y="759"/>
                </a:lnTo>
                <a:lnTo>
                  <a:pt x="1985" y="760"/>
                </a:lnTo>
                <a:lnTo>
                  <a:pt x="1985" y="761"/>
                </a:lnTo>
                <a:lnTo>
                  <a:pt x="1984" y="761"/>
                </a:lnTo>
                <a:lnTo>
                  <a:pt x="1983" y="762"/>
                </a:lnTo>
                <a:lnTo>
                  <a:pt x="1982" y="762"/>
                </a:lnTo>
                <a:lnTo>
                  <a:pt x="1981" y="763"/>
                </a:lnTo>
                <a:lnTo>
                  <a:pt x="1980" y="763"/>
                </a:lnTo>
                <a:lnTo>
                  <a:pt x="1978" y="765"/>
                </a:lnTo>
                <a:lnTo>
                  <a:pt x="1976" y="766"/>
                </a:lnTo>
                <a:lnTo>
                  <a:pt x="1974" y="767"/>
                </a:lnTo>
                <a:lnTo>
                  <a:pt x="1972" y="768"/>
                </a:lnTo>
                <a:lnTo>
                  <a:pt x="1972" y="769"/>
                </a:lnTo>
                <a:lnTo>
                  <a:pt x="1971" y="770"/>
                </a:lnTo>
                <a:lnTo>
                  <a:pt x="1969" y="771"/>
                </a:lnTo>
                <a:lnTo>
                  <a:pt x="1969" y="772"/>
                </a:lnTo>
                <a:lnTo>
                  <a:pt x="1968" y="773"/>
                </a:lnTo>
                <a:lnTo>
                  <a:pt x="1968" y="774"/>
                </a:lnTo>
                <a:lnTo>
                  <a:pt x="1968" y="775"/>
                </a:lnTo>
                <a:lnTo>
                  <a:pt x="1967" y="775"/>
                </a:lnTo>
                <a:lnTo>
                  <a:pt x="1967" y="776"/>
                </a:lnTo>
                <a:lnTo>
                  <a:pt x="1966" y="777"/>
                </a:lnTo>
                <a:lnTo>
                  <a:pt x="1966" y="778"/>
                </a:lnTo>
                <a:lnTo>
                  <a:pt x="1966" y="779"/>
                </a:lnTo>
                <a:lnTo>
                  <a:pt x="1966" y="780"/>
                </a:lnTo>
                <a:lnTo>
                  <a:pt x="1965" y="780"/>
                </a:lnTo>
                <a:lnTo>
                  <a:pt x="1965" y="781"/>
                </a:lnTo>
                <a:lnTo>
                  <a:pt x="1964" y="780"/>
                </a:lnTo>
                <a:lnTo>
                  <a:pt x="1961" y="777"/>
                </a:lnTo>
                <a:lnTo>
                  <a:pt x="1960" y="776"/>
                </a:lnTo>
                <a:lnTo>
                  <a:pt x="1958" y="772"/>
                </a:lnTo>
                <a:lnTo>
                  <a:pt x="1958" y="771"/>
                </a:lnTo>
                <a:lnTo>
                  <a:pt x="1957" y="770"/>
                </a:lnTo>
                <a:lnTo>
                  <a:pt x="1957" y="769"/>
                </a:lnTo>
                <a:lnTo>
                  <a:pt x="1956" y="767"/>
                </a:lnTo>
                <a:lnTo>
                  <a:pt x="1955" y="767"/>
                </a:lnTo>
                <a:lnTo>
                  <a:pt x="1955" y="766"/>
                </a:lnTo>
                <a:lnTo>
                  <a:pt x="1956" y="766"/>
                </a:lnTo>
                <a:lnTo>
                  <a:pt x="1956" y="765"/>
                </a:lnTo>
                <a:lnTo>
                  <a:pt x="1954" y="764"/>
                </a:lnTo>
                <a:lnTo>
                  <a:pt x="1953" y="763"/>
                </a:lnTo>
                <a:lnTo>
                  <a:pt x="1952" y="762"/>
                </a:lnTo>
                <a:lnTo>
                  <a:pt x="1951" y="761"/>
                </a:lnTo>
                <a:lnTo>
                  <a:pt x="1951" y="760"/>
                </a:lnTo>
                <a:lnTo>
                  <a:pt x="1950" y="760"/>
                </a:lnTo>
                <a:lnTo>
                  <a:pt x="1950" y="759"/>
                </a:lnTo>
                <a:lnTo>
                  <a:pt x="1948" y="760"/>
                </a:lnTo>
                <a:lnTo>
                  <a:pt x="1939" y="764"/>
                </a:lnTo>
                <a:lnTo>
                  <a:pt x="1935" y="765"/>
                </a:lnTo>
                <a:lnTo>
                  <a:pt x="1926" y="770"/>
                </a:lnTo>
                <a:lnTo>
                  <a:pt x="1922" y="774"/>
                </a:lnTo>
                <a:lnTo>
                  <a:pt x="1921" y="775"/>
                </a:lnTo>
                <a:lnTo>
                  <a:pt x="1918" y="780"/>
                </a:lnTo>
                <a:lnTo>
                  <a:pt x="1915" y="783"/>
                </a:lnTo>
                <a:lnTo>
                  <a:pt x="1911" y="784"/>
                </a:lnTo>
                <a:lnTo>
                  <a:pt x="1896" y="787"/>
                </a:lnTo>
                <a:lnTo>
                  <a:pt x="1873" y="804"/>
                </a:lnTo>
                <a:lnTo>
                  <a:pt x="1864" y="811"/>
                </a:lnTo>
                <a:lnTo>
                  <a:pt x="1849" y="827"/>
                </a:lnTo>
                <a:lnTo>
                  <a:pt x="1848" y="828"/>
                </a:lnTo>
                <a:lnTo>
                  <a:pt x="1840" y="840"/>
                </a:lnTo>
                <a:lnTo>
                  <a:pt x="1831" y="851"/>
                </a:lnTo>
                <a:lnTo>
                  <a:pt x="1832" y="859"/>
                </a:lnTo>
                <a:lnTo>
                  <a:pt x="1826" y="872"/>
                </a:lnTo>
                <a:lnTo>
                  <a:pt x="1826" y="873"/>
                </a:lnTo>
                <a:lnTo>
                  <a:pt x="1803" y="874"/>
                </a:lnTo>
                <a:lnTo>
                  <a:pt x="1788" y="876"/>
                </a:lnTo>
                <a:lnTo>
                  <a:pt x="1758" y="881"/>
                </a:lnTo>
                <a:lnTo>
                  <a:pt x="1751" y="882"/>
                </a:lnTo>
                <a:lnTo>
                  <a:pt x="1751" y="883"/>
                </a:lnTo>
                <a:lnTo>
                  <a:pt x="1751" y="898"/>
                </a:lnTo>
                <a:lnTo>
                  <a:pt x="1751" y="900"/>
                </a:lnTo>
                <a:lnTo>
                  <a:pt x="1749" y="909"/>
                </a:lnTo>
                <a:lnTo>
                  <a:pt x="1746" y="914"/>
                </a:lnTo>
                <a:lnTo>
                  <a:pt x="1742" y="920"/>
                </a:lnTo>
                <a:lnTo>
                  <a:pt x="1739" y="925"/>
                </a:lnTo>
                <a:lnTo>
                  <a:pt x="1737" y="941"/>
                </a:lnTo>
                <a:lnTo>
                  <a:pt x="1735" y="950"/>
                </a:lnTo>
                <a:lnTo>
                  <a:pt x="1735" y="951"/>
                </a:lnTo>
                <a:lnTo>
                  <a:pt x="1735" y="954"/>
                </a:lnTo>
                <a:lnTo>
                  <a:pt x="1734" y="958"/>
                </a:lnTo>
                <a:lnTo>
                  <a:pt x="1734" y="960"/>
                </a:lnTo>
                <a:lnTo>
                  <a:pt x="1731" y="970"/>
                </a:lnTo>
                <a:lnTo>
                  <a:pt x="1730" y="975"/>
                </a:lnTo>
                <a:lnTo>
                  <a:pt x="1730" y="976"/>
                </a:lnTo>
                <a:lnTo>
                  <a:pt x="1725" y="990"/>
                </a:lnTo>
                <a:lnTo>
                  <a:pt x="1724" y="992"/>
                </a:lnTo>
                <a:lnTo>
                  <a:pt x="1715" y="1005"/>
                </a:lnTo>
                <a:lnTo>
                  <a:pt x="1709" y="1010"/>
                </a:lnTo>
                <a:lnTo>
                  <a:pt x="1703" y="1015"/>
                </a:lnTo>
                <a:lnTo>
                  <a:pt x="1703" y="1016"/>
                </a:lnTo>
                <a:lnTo>
                  <a:pt x="1702" y="1016"/>
                </a:lnTo>
                <a:lnTo>
                  <a:pt x="1702" y="1017"/>
                </a:lnTo>
                <a:lnTo>
                  <a:pt x="1699" y="1018"/>
                </a:lnTo>
                <a:lnTo>
                  <a:pt x="1698" y="1019"/>
                </a:lnTo>
                <a:lnTo>
                  <a:pt x="1699" y="1020"/>
                </a:lnTo>
                <a:lnTo>
                  <a:pt x="1699" y="1021"/>
                </a:lnTo>
                <a:lnTo>
                  <a:pt x="1699" y="1022"/>
                </a:lnTo>
                <a:lnTo>
                  <a:pt x="1699" y="1023"/>
                </a:lnTo>
                <a:lnTo>
                  <a:pt x="1698" y="1024"/>
                </a:lnTo>
                <a:lnTo>
                  <a:pt x="1698" y="1025"/>
                </a:lnTo>
                <a:lnTo>
                  <a:pt x="1699" y="1026"/>
                </a:lnTo>
                <a:lnTo>
                  <a:pt x="1699" y="1027"/>
                </a:lnTo>
                <a:lnTo>
                  <a:pt x="1699" y="1028"/>
                </a:lnTo>
                <a:lnTo>
                  <a:pt x="1699" y="1029"/>
                </a:lnTo>
                <a:lnTo>
                  <a:pt x="1699" y="1030"/>
                </a:lnTo>
                <a:lnTo>
                  <a:pt x="1700" y="1030"/>
                </a:lnTo>
                <a:lnTo>
                  <a:pt x="1699" y="1030"/>
                </a:lnTo>
                <a:lnTo>
                  <a:pt x="1699" y="1031"/>
                </a:lnTo>
                <a:lnTo>
                  <a:pt x="1700" y="1031"/>
                </a:lnTo>
                <a:lnTo>
                  <a:pt x="1700" y="1032"/>
                </a:lnTo>
                <a:lnTo>
                  <a:pt x="1701" y="1032"/>
                </a:lnTo>
                <a:lnTo>
                  <a:pt x="1701" y="1033"/>
                </a:lnTo>
                <a:lnTo>
                  <a:pt x="1700" y="1034"/>
                </a:lnTo>
                <a:lnTo>
                  <a:pt x="1699" y="1034"/>
                </a:lnTo>
                <a:lnTo>
                  <a:pt x="1699" y="1035"/>
                </a:lnTo>
                <a:lnTo>
                  <a:pt x="1700" y="1035"/>
                </a:lnTo>
                <a:lnTo>
                  <a:pt x="1700" y="1036"/>
                </a:lnTo>
                <a:lnTo>
                  <a:pt x="1701" y="1037"/>
                </a:lnTo>
                <a:lnTo>
                  <a:pt x="1702" y="1037"/>
                </a:lnTo>
                <a:lnTo>
                  <a:pt x="1703" y="1037"/>
                </a:lnTo>
                <a:lnTo>
                  <a:pt x="1703" y="1038"/>
                </a:lnTo>
                <a:lnTo>
                  <a:pt x="1704" y="1038"/>
                </a:lnTo>
                <a:lnTo>
                  <a:pt x="1703" y="1038"/>
                </a:lnTo>
                <a:lnTo>
                  <a:pt x="1704" y="1038"/>
                </a:lnTo>
                <a:lnTo>
                  <a:pt x="1704" y="1039"/>
                </a:lnTo>
                <a:lnTo>
                  <a:pt x="1704" y="1040"/>
                </a:lnTo>
                <a:lnTo>
                  <a:pt x="1705" y="1041"/>
                </a:lnTo>
                <a:lnTo>
                  <a:pt x="1705" y="1042"/>
                </a:lnTo>
                <a:lnTo>
                  <a:pt x="1704" y="1042"/>
                </a:lnTo>
                <a:lnTo>
                  <a:pt x="1703" y="1042"/>
                </a:lnTo>
                <a:lnTo>
                  <a:pt x="1703" y="1043"/>
                </a:lnTo>
                <a:lnTo>
                  <a:pt x="1702" y="1043"/>
                </a:lnTo>
                <a:lnTo>
                  <a:pt x="1701" y="1043"/>
                </a:lnTo>
                <a:lnTo>
                  <a:pt x="1700" y="1043"/>
                </a:lnTo>
                <a:lnTo>
                  <a:pt x="1699" y="1043"/>
                </a:lnTo>
                <a:lnTo>
                  <a:pt x="1698" y="1043"/>
                </a:lnTo>
                <a:lnTo>
                  <a:pt x="1697" y="1043"/>
                </a:lnTo>
                <a:lnTo>
                  <a:pt x="1696" y="1043"/>
                </a:lnTo>
                <a:lnTo>
                  <a:pt x="1695" y="1043"/>
                </a:lnTo>
                <a:lnTo>
                  <a:pt x="1691" y="1043"/>
                </a:lnTo>
                <a:lnTo>
                  <a:pt x="1690" y="1043"/>
                </a:lnTo>
                <a:lnTo>
                  <a:pt x="1689" y="1043"/>
                </a:lnTo>
                <a:lnTo>
                  <a:pt x="1688" y="1044"/>
                </a:lnTo>
                <a:lnTo>
                  <a:pt x="1687" y="1044"/>
                </a:lnTo>
                <a:lnTo>
                  <a:pt x="1687" y="1045"/>
                </a:lnTo>
                <a:lnTo>
                  <a:pt x="1686" y="1045"/>
                </a:lnTo>
                <a:lnTo>
                  <a:pt x="1686" y="1044"/>
                </a:lnTo>
                <a:lnTo>
                  <a:pt x="1686" y="1045"/>
                </a:lnTo>
                <a:lnTo>
                  <a:pt x="1685" y="1045"/>
                </a:lnTo>
                <a:lnTo>
                  <a:pt x="1684" y="1045"/>
                </a:lnTo>
                <a:lnTo>
                  <a:pt x="1684" y="1046"/>
                </a:lnTo>
                <a:lnTo>
                  <a:pt x="1683" y="1047"/>
                </a:lnTo>
                <a:lnTo>
                  <a:pt x="1682" y="1047"/>
                </a:lnTo>
                <a:lnTo>
                  <a:pt x="1681" y="1047"/>
                </a:lnTo>
                <a:lnTo>
                  <a:pt x="1680" y="1047"/>
                </a:lnTo>
                <a:lnTo>
                  <a:pt x="1679" y="1047"/>
                </a:lnTo>
                <a:lnTo>
                  <a:pt x="1678" y="1047"/>
                </a:lnTo>
                <a:lnTo>
                  <a:pt x="1677" y="1047"/>
                </a:lnTo>
                <a:lnTo>
                  <a:pt x="1676" y="1047"/>
                </a:lnTo>
                <a:lnTo>
                  <a:pt x="1676" y="1048"/>
                </a:lnTo>
                <a:lnTo>
                  <a:pt x="1674" y="1048"/>
                </a:lnTo>
                <a:lnTo>
                  <a:pt x="1674" y="1047"/>
                </a:lnTo>
                <a:lnTo>
                  <a:pt x="1673" y="1048"/>
                </a:lnTo>
                <a:lnTo>
                  <a:pt x="1672" y="1048"/>
                </a:lnTo>
                <a:lnTo>
                  <a:pt x="1671" y="1048"/>
                </a:lnTo>
                <a:lnTo>
                  <a:pt x="1670" y="1048"/>
                </a:lnTo>
                <a:lnTo>
                  <a:pt x="1670" y="1049"/>
                </a:lnTo>
                <a:lnTo>
                  <a:pt x="1669" y="1049"/>
                </a:lnTo>
                <a:lnTo>
                  <a:pt x="1668" y="1049"/>
                </a:lnTo>
                <a:lnTo>
                  <a:pt x="1667" y="1049"/>
                </a:lnTo>
                <a:lnTo>
                  <a:pt x="1666" y="1050"/>
                </a:lnTo>
                <a:lnTo>
                  <a:pt x="1665" y="1050"/>
                </a:lnTo>
                <a:lnTo>
                  <a:pt x="1664" y="1050"/>
                </a:lnTo>
                <a:lnTo>
                  <a:pt x="1664" y="1051"/>
                </a:lnTo>
                <a:lnTo>
                  <a:pt x="1663" y="1051"/>
                </a:lnTo>
                <a:lnTo>
                  <a:pt x="1662" y="1051"/>
                </a:lnTo>
                <a:lnTo>
                  <a:pt x="1662" y="1052"/>
                </a:lnTo>
                <a:lnTo>
                  <a:pt x="1661" y="1052"/>
                </a:lnTo>
                <a:lnTo>
                  <a:pt x="1660" y="1052"/>
                </a:lnTo>
                <a:lnTo>
                  <a:pt x="1658" y="1053"/>
                </a:lnTo>
                <a:lnTo>
                  <a:pt x="1657" y="1053"/>
                </a:lnTo>
                <a:lnTo>
                  <a:pt x="1657" y="1054"/>
                </a:lnTo>
                <a:lnTo>
                  <a:pt x="1657" y="1055"/>
                </a:lnTo>
                <a:lnTo>
                  <a:pt x="1656" y="1055"/>
                </a:lnTo>
                <a:lnTo>
                  <a:pt x="1655" y="1055"/>
                </a:lnTo>
                <a:lnTo>
                  <a:pt x="1654" y="1055"/>
                </a:lnTo>
                <a:lnTo>
                  <a:pt x="1653" y="1056"/>
                </a:lnTo>
                <a:lnTo>
                  <a:pt x="1652" y="1056"/>
                </a:lnTo>
                <a:lnTo>
                  <a:pt x="1652" y="1055"/>
                </a:lnTo>
                <a:lnTo>
                  <a:pt x="1651" y="1056"/>
                </a:lnTo>
                <a:lnTo>
                  <a:pt x="1650" y="1056"/>
                </a:lnTo>
                <a:lnTo>
                  <a:pt x="1649" y="1056"/>
                </a:lnTo>
                <a:lnTo>
                  <a:pt x="1649" y="1057"/>
                </a:lnTo>
                <a:lnTo>
                  <a:pt x="1648" y="1057"/>
                </a:lnTo>
                <a:lnTo>
                  <a:pt x="1647" y="1057"/>
                </a:lnTo>
                <a:lnTo>
                  <a:pt x="1646" y="1056"/>
                </a:lnTo>
                <a:lnTo>
                  <a:pt x="1645" y="1056"/>
                </a:lnTo>
                <a:lnTo>
                  <a:pt x="1644" y="1056"/>
                </a:lnTo>
                <a:lnTo>
                  <a:pt x="1643" y="1057"/>
                </a:lnTo>
                <a:lnTo>
                  <a:pt x="1643" y="1056"/>
                </a:lnTo>
                <a:lnTo>
                  <a:pt x="1642" y="1056"/>
                </a:lnTo>
                <a:lnTo>
                  <a:pt x="1640" y="1056"/>
                </a:lnTo>
                <a:lnTo>
                  <a:pt x="1639" y="1057"/>
                </a:lnTo>
                <a:lnTo>
                  <a:pt x="1639" y="1058"/>
                </a:lnTo>
                <a:lnTo>
                  <a:pt x="1638" y="1058"/>
                </a:lnTo>
                <a:lnTo>
                  <a:pt x="1637" y="1057"/>
                </a:lnTo>
                <a:lnTo>
                  <a:pt x="1637" y="1058"/>
                </a:lnTo>
                <a:lnTo>
                  <a:pt x="1636" y="1058"/>
                </a:lnTo>
                <a:lnTo>
                  <a:pt x="1636" y="1057"/>
                </a:lnTo>
                <a:lnTo>
                  <a:pt x="1635" y="1058"/>
                </a:lnTo>
                <a:lnTo>
                  <a:pt x="1635" y="1059"/>
                </a:lnTo>
                <a:lnTo>
                  <a:pt x="1634" y="1059"/>
                </a:lnTo>
                <a:lnTo>
                  <a:pt x="1633" y="1059"/>
                </a:lnTo>
                <a:lnTo>
                  <a:pt x="1632" y="1059"/>
                </a:lnTo>
                <a:lnTo>
                  <a:pt x="1631" y="1059"/>
                </a:lnTo>
                <a:lnTo>
                  <a:pt x="1630" y="1059"/>
                </a:lnTo>
                <a:lnTo>
                  <a:pt x="1630" y="1060"/>
                </a:lnTo>
                <a:lnTo>
                  <a:pt x="1629" y="1060"/>
                </a:lnTo>
                <a:lnTo>
                  <a:pt x="1628" y="1060"/>
                </a:lnTo>
                <a:lnTo>
                  <a:pt x="1627" y="1061"/>
                </a:lnTo>
                <a:lnTo>
                  <a:pt x="1626" y="1060"/>
                </a:lnTo>
                <a:lnTo>
                  <a:pt x="1625" y="1061"/>
                </a:lnTo>
                <a:lnTo>
                  <a:pt x="1624" y="1061"/>
                </a:lnTo>
                <a:lnTo>
                  <a:pt x="1623" y="1062"/>
                </a:lnTo>
                <a:lnTo>
                  <a:pt x="1623" y="1061"/>
                </a:lnTo>
                <a:lnTo>
                  <a:pt x="1622" y="1061"/>
                </a:lnTo>
                <a:lnTo>
                  <a:pt x="1622" y="1062"/>
                </a:lnTo>
                <a:lnTo>
                  <a:pt x="1621" y="1062"/>
                </a:lnTo>
                <a:lnTo>
                  <a:pt x="1620" y="1062"/>
                </a:lnTo>
                <a:lnTo>
                  <a:pt x="1619" y="1062"/>
                </a:lnTo>
                <a:lnTo>
                  <a:pt x="1618" y="1062"/>
                </a:lnTo>
                <a:lnTo>
                  <a:pt x="1617" y="1062"/>
                </a:lnTo>
                <a:lnTo>
                  <a:pt x="1617" y="1063"/>
                </a:lnTo>
                <a:lnTo>
                  <a:pt x="1616" y="1063"/>
                </a:lnTo>
                <a:lnTo>
                  <a:pt x="1615" y="1063"/>
                </a:lnTo>
                <a:lnTo>
                  <a:pt x="1615" y="1064"/>
                </a:lnTo>
                <a:lnTo>
                  <a:pt x="1614" y="1064"/>
                </a:lnTo>
                <a:lnTo>
                  <a:pt x="1613" y="1064"/>
                </a:lnTo>
                <a:lnTo>
                  <a:pt x="1612" y="1064"/>
                </a:lnTo>
                <a:lnTo>
                  <a:pt x="1612" y="1065"/>
                </a:lnTo>
                <a:lnTo>
                  <a:pt x="1611" y="1065"/>
                </a:lnTo>
                <a:lnTo>
                  <a:pt x="1610" y="1065"/>
                </a:lnTo>
                <a:lnTo>
                  <a:pt x="1610" y="1066"/>
                </a:lnTo>
                <a:lnTo>
                  <a:pt x="1610" y="1067"/>
                </a:lnTo>
                <a:lnTo>
                  <a:pt x="1609" y="1067"/>
                </a:lnTo>
                <a:lnTo>
                  <a:pt x="1609" y="1066"/>
                </a:lnTo>
                <a:lnTo>
                  <a:pt x="1608" y="1067"/>
                </a:lnTo>
                <a:lnTo>
                  <a:pt x="1607" y="1067"/>
                </a:lnTo>
                <a:lnTo>
                  <a:pt x="1606" y="1067"/>
                </a:lnTo>
                <a:lnTo>
                  <a:pt x="1606" y="1068"/>
                </a:lnTo>
                <a:lnTo>
                  <a:pt x="1605" y="1068"/>
                </a:lnTo>
                <a:lnTo>
                  <a:pt x="1605" y="1069"/>
                </a:lnTo>
                <a:lnTo>
                  <a:pt x="1604" y="1069"/>
                </a:lnTo>
                <a:lnTo>
                  <a:pt x="1603" y="1069"/>
                </a:lnTo>
                <a:lnTo>
                  <a:pt x="1602" y="1069"/>
                </a:lnTo>
                <a:lnTo>
                  <a:pt x="1602" y="1068"/>
                </a:lnTo>
                <a:lnTo>
                  <a:pt x="1602" y="1069"/>
                </a:lnTo>
                <a:lnTo>
                  <a:pt x="1601" y="1069"/>
                </a:lnTo>
                <a:lnTo>
                  <a:pt x="1601" y="1068"/>
                </a:lnTo>
                <a:lnTo>
                  <a:pt x="1600" y="1068"/>
                </a:lnTo>
                <a:lnTo>
                  <a:pt x="1599" y="1068"/>
                </a:lnTo>
                <a:lnTo>
                  <a:pt x="1598" y="1069"/>
                </a:lnTo>
                <a:lnTo>
                  <a:pt x="1597" y="1069"/>
                </a:lnTo>
                <a:lnTo>
                  <a:pt x="1596" y="1069"/>
                </a:lnTo>
                <a:lnTo>
                  <a:pt x="1595" y="1070"/>
                </a:lnTo>
                <a:lnTo>
                  <a:pt x="1594" y="1070"/>
                </a:lnTo>
                <a:lnTo>
                  <a:pt x="1593" y="1071"/>
                </a:lnTo>
                <a:lnTo>
                  <a:pt x="1592" y="1071"/>
                </a:lnTo>
                <a:lnTo>
                  <a:pt x="1591" y="1071"/>
                </a:lnTo>
                <a:lnTo>
                  <a:pt x="1590" y="1071"/>
                </a:lnTo>
                <a:lnTo>
                  <a:pt x="1589" y="1072"/>
                </a:lnTo>
                <a:lnTo>
                  <a:pt x="1588" y="1072"/>
                </a:lnTo>
                <a:lnTo>
                  <a:pt x="1588" y="1073"/>
                </a:lnTo>
                <a:lnTo>
                  <a:pt x="1587" y="1073"/>
                </a:lnTo>
                <a:lnTo>
                  <a:pt x="1586" y="1073"/>
                </a:lnTo>
                <a:lnTo>
                  <a:pt x="1585" y="1073"/>
                </a:lnTo>
                <a:lnTo>
                  <a:pt x="1584" y="1073"/>
                </a:lnTo>
                <a:lnTo>
                  <a:pt x="1583" y="1073"/>
                </a:lnTo>
                <a:lnTo>
                  <a:pt x="1581" y="1073"/>
                </a:lnTo>
                <a:lnTo>
                  <a:pt x="1580" y="1074"/>
                </a:lnTo>
                <a:lnTo>
                  <a:pt x="1579" y="1074"/>
                </a:lnTo>
                <a:lnTo>
                  <a:pt x="1578" y="1074"/>
                </a:lnTo>
                <a:lnTo>
                  <a:pt x="1577" y="1074"/>
                </a:lnTo>
                <a:lnTo>
                  <a:pt x="1576" y="1074"/>
                </a:lnTo>
                <a:lnTo>
                  <a:pt x="1574" y="1074"/>
                </a:lnTo>
                <a:lnTo>
                  <a:pt x="1573" y="1074"/>
                </a:lnTo>
                <a:lnTo>
                  <a:pt x="1573" y="1075"/>
                </a:lnTo>
                <a:lnTo>
                  <a:pt x="1572" y="1075"/>
                </a:lnTo>
                <a:lnTo>
                  <a:pt x="1571" y="1075"/>
                </a:lnTo>
                <a:lnTo>
                  <a:pt x="1570" y="1075"/>
                </a:lnTo>
                <a:lnTo>
                  <a:pt x="1569" y="1075"/>
                </a:lnTo>
                <a:lnTo>
                  <a:pt x="1568" y="1076"/>
                </a:lnTo>
                <a:lnTo>
                  <a:pt x="1567" y="1076"/>
                </a:lnTo>
                <a:lnTo>
                  <a:pt x="1566" y="1076"/>
                </a:lnTo>
                <a:lnTo>
                  <a:pt x="1565" y="1076"/>
                </a:lnTo>
                <a:lnTo>
                  <a:pt x="1564" y="1076"/>
                </a:lnTo>
                <a:lnTo>
                  <a:pt x="1564" y="1077"/>
                </a:lnTo>
                <a:lnTo>
                  <a:pt x="1563" y="1077"/>
                </a:lnTo>
                <a:lnTo>
                  <a:pt x="1562" y="1077"/>
                </a:lnTo>
                <a:lnTo>
                  <a:pt x="1561" y="1078"/>
                </a:lnTo>
                <a:lnTo>
                  <a:pt x="1560" y="1078"/>
                </a:lnTo>
                <a:lnTo>
                  <a:pt x="1560" y="1077"/>
                </a:lnTo>
                <a:lnTo>
                  <a:pt x="1559" y="1077"/>
                </a:lnTo>
                <a:lnTo>
                  <a:pt x="1558" y="1077"/>
                </a:lnTo>
                <a:lnTo>
                  <a:pt x="1557" y="1078"/>
                </a:lnTo>
                <a:lnTo>
                  <a:pt x="1556" y="1078"/>
                </a:lnTo>
                <a:lnTo>
                  <a:pt x="1555" y="1078"/>
                </a:lnTo>
                <a:lnTo>
                  <a:pt x="1554" y="1078"/>
                </a:lnTo>
                <a:lnTo>
                  <a:pt x="1553" y="1078"/>
                </a:lnTo>
                <a:lnTo>
                  <a:pt x="1551" y="1077"/>
                </a:lnTo>
                <a:lnTo>
                  <a:pt x="1550" y="1077"/>
                </a:lnTo>
                <a:lnTo>
                  <a:pt x="1549" y="1077"/>
                </a:lnTo>
                <a:lnTo>
                  <a:pt x="1548" y="1077"/>
                </a:lnTo>
                <a:lnTo>
                  <a:pt x="1547" y="1076"/>
                </a:lnTo>
                <a:lnTo>
                  <a:pt x="1546" y="1076"/>
                </a:lnTo>
                <a:lnTo>
                  <a:pt x="1545" y="1077"/>
                </a:lnTo>
                <a:lnTo>
                  <a:pt x="1544" y="1077"/>
                </a:lnTo>
                <a:lnTo>
                  <a:pt x="1543" y="1077"/>
                </a:lnTo>
                <a:lnTo>
                  <a:pt x="1544" y="1078"/>
                </a:lnTo>
                <a:lnTo>
                  <a:pt x="1544" y="1079"/>
                </a:lnTo>
                <a:lnTo>
                  <a:pt x="1545" y="1079"/>
                </a:lnTo>
                <a:lnTo>
                  <a:pt x="1545" y="1080"/>
                </a:lnTo>
                <a:lnTo>
                  <a:pt x="1546" y="1080"/>
                </a:lnTo>
                <a:lnTo>
                  <a:pt x="1545" y="1080"/>
                </a:lnTo>
                <a:lnTo>
                  <a:pt x="1545" y="1081"/>
                </a:lnTo>
                <a:lnTo>
                  <a:pt x="1544" y="1081"/>
                </a:lnTo>
                <a:lnTo>
                  <a:pt x="1543" y="1082"/>
                </a:lnTo>
                <a:lnTo>
                  <a:pt x="1542" y="1082"/>
                </a:lnTo>
                <a:lnTo>
                  <a:pt x="1542" y="1083"/>
                </a:lnTo>
                <a:lnTo>
                  <a:pt x="1543" y="1084"/>
                </a:lnTo>
                <a:lnTo>
                  <a:pt x="1542" y="1084"/>
                </a:lnTo>
                <a:lnTo>
                  <a:pt x="1541" y="1084"/>
                </a:lnTo>
                <a:lnTo>
                  <a:pt x="1540" y="1085"/>
                </a:lnTo>
                <a:lnTo>
                  <a:pt x="1539" y="1085"/>
                </a:lnTo>
                <a:lnTo>
                  <a:pt x="1539" y="1084"/>
                </a:lnTo>
                <a:lnTo>
                  <a:pt x="1538" y="1084"/>
                </a:lnTo>
                <a:lnTo>
                  <a:pt x="1537" y="1085"/>
                </a:lnTo>
                <a:lnTo>
                  <a:pt x="1537" y="1086"/>
                </a:lnTo>
                <a:lnTo>
                  <a:pt x="1536" y="1086"/>
                </a:lnTo>
                <a:lnTo>
                  <a:pt x="1535" y="1086"/>
                </a:lnTo>
                <a:lnTo>
                  <a:pt x="1536" y="1086"/>
                </a:lnTo>
                <a:lnTo>
                  <a:pt x="1536" y="1087"/>
                </a:lnTo>
                <a:lnTo>
                  <a:pt x="1535" y="1088"/>
                </a:lnTo>
                <a:lnTo>
                  <a:pt x="1534" y="1088"/>
                </a:lnTo>
                <a:lnTo>
                  <a:pt x="1533" y="1088"/>
                </a:lnTo>
                <a:lnTo>
                  <a:pt x="1531" y="1088"/>
                </a:lnTo>
                <a:lnTo>
                  <a:pt x="1530" y="1088"/>
                </a:lnTo>
                <a:lnTo>
                  <a:pt x="1529" y="1088"/>
                </a:lnTo>
                <a:lnTo>
                  <a:pt x="1529" y="1089"/>
                </a:lnTo>
                <a:lnTo>
                  <a:pt x="1529" y="1090"/>
                </a:lnTo>
                <a:lnTo>
                  <a:pt x="1529" y="1091"/>
                </a:lnTo>
                <a:lnTo>
                  <a:pt x="1529" y="1092"/>
                </a:lnTo>
                <a:lnTo>
                  <a:pt x="1528" y="1093"/>
                </a:lnTo>
                <a:lnTo>
                  <a:pt x="1527" y="1093"/>
                </a:lnTo>
                <a:lnTo>
                  <a:pt x="1526" y="1094"/>
                </a:lnTo>
                <a:lnTo>
                  <a:pt x="1526" y="1095"/>
                </a:lnTo>
                <a:lnTo>
                  <a:pt x="1525" y="1095"/>
                </a:lnTo>
                <a:lnTo>
                  <a:pt x="1524" y="1095"/>
                </a:lnTo>
                <a:lnTo>
                  <a:pt x="1523" y="1095"/>
                </a:lnTo>
                <a:lnTo>
                  <a:pt x="1522" y="1096"/>
                </a:lnTo>
                <a:lnTo>
                  <a:pt x="1522" y="1095"/>
                </a:lnTo>
                <a:lnTo>
                  <a:pt x="1521" y="1095"/>
                </a:lnTo>
                <a:lnTo>
                  <a:pt x="1520" y="1096"/>
                </a:lnTo>
                <a:lnTo>
                  <a:pt x="1519" y="1096"/>
                </a:lnTo>
                <a:lnTo>
                  <a:pt x="1519" y="1095"/>
                </a:lnTo>
                <a:lnTo>
                  <a:pt x="1518" y="1095"/>
                </a:lnTo>
                <a:lnTo>
                  <a:pt x="1517" y="1095"/>
                </a:lnTo>
                <a:lnTo>
                  <a:pt x="1516" y="1095"/>
                </a:lnTo>
                <a:lnTo>
                  <a:pt x="1515" y="1095"/>
                </a:lnTo>
                <a:lnTo>
                  <a:pt x="1515" y="1094"/>
                </a:lnTo>
                <a:lnTo>
                  <a:pt x="1516" y="1094"/>
                </a:lnTo>
                <a:lnTo>
                  <a:pt x="1515" y="1094"/>
                </a:lnTo>
                <a:lnTo>
                  <a:pt x="1512" y="1094"/>
                </a:lnTo>
                <a:lnTo>
                  <a:pt x="1511" y="1095"/>
                </a:lnTo>
                <a:lnTo>
                  <a:pt x="1510" y="1095"/>
                </a:lnTo>
                <a:lnTo>
                  <a:pt x="1509" y="1095"/>
                </a:lnTo>
                <a:lnTo>
                  <a:pt x="1507" y="1095"/>
                </a:lnTo>
                <a:lnTo>
                  <a:pt x="1506" y="1095"/>
                </a:lnTo>
                <a:lnTo>
                  <a:pt x="1505" y="1095"/>
                </a:lnTo>
                <a:lnTo>
                  <a:pt x="1504" y="1095"/>
                </a:lnTo>
                <a:lnTo>
                  <a:pt x="1503" y="1095"/>
                </a:lnTo>
                <a:lnTo>
                  <a:pt x="1501" y="1095"/>
                </a:lnTo>
                <a:lnTo>
                  <a:pt x="1500" y="1095"/>
                </a:lnTo>
                <a:lnTo>
                  <a:pt x="1499" y="1095"/>
                </a:lnTo>
                <a:lnTo>
                  <a:pt x="1498" y="1095"/>
                </a:lnTo>
                <a:lnTo>
                  <a:pt x="1498" y="1096"/>
                </a:lnTo>
                <a:lnTo>
                  <a:pt x="1497" y="1096"/>
                </a:lnTo>
                <a:lnTo>
                  <a:pt x="1497" y="1100"/>
                </a:lnTo>
                <a:lnTo>
                  <a:pt x="1497" y="1101"/>
                </a:lnTo>
                <a:lnTo>
                  <a:pt x="1497" y="1102"/>
                </a:lnTo>
                <a:lnTo>
                  <a:pt x="1498" y="1102"/>
                </a:lnTo>
                <a:lnTo>
                  <a:pt x="1498" y="1103"/>
                </a:lnTo>
                <a:lnTo>
                  <a:pt x="1499" y="1104"/>
                </a:lnTo>
                <a:lnTo>
                  <a:pt x="1500" y="1104"/>
                </a:lnTo>
                <a:lnTo>
                  <a:pt x="1502" y="1104"/>
                </a:lnTo>
                <a:lnTo>
                  <a:pt x="1503" y="1104"/>
                </a:lnTo>
                <a:lnTo>
                  <a:pt x="1504" y="1105"/>
                </a:lnTo>
                <a:lnTo>
                  <a:pt x="1503" y="1105"/>
                </a:lnTo>
                <a:lnTo>
                  <a:pt x="1503" y="1106"/>
                </a:lnTo>
                <a:lnTo>
                  <a:pt x="1503" y="1107"/>
                </a:lnTo>
                <a:lnTo>
                  <a:pt x="1502" y="1107"/>
                </a:lnTo>
                <a:lnTo>
                  <a:pt x="1502" y="1108"/>
                </a:lnTo>
                <a:lnTo>
                  <a:pt x="1500" y="1108"/>
                </a:lnTo>
                <a:lnTo>
                  <a:pt x="1500" y="1109"/>
                </a:lnTo>
                <a:lnTo>
                  <a:pt x="1501" y="1109"/>
                </a:lnTo>
                <a:lnTo>
                  <a:pt x="1500" y="1110"/>
                </a:lnTo>
                <a:lnTo>
                  <a:pt x="1500" y="1111"/>
                </a:lnTo>
                <a:lnTo>
                  <a:pt x="1501" y="1111"/>
                </a:lnTo>
                <a:lnTo>
                  <a:pt x="1505" y="1114"/>
                </a:lnTo>
                <a:lnTo>
                  <a:pt x="1505" y="1115"/>
                </a:lnTo>
                <a:lnTo>
                  <a:pt x="1506" y="1116"/>
                </a:lnTo>
                <a:lnTo>
                  <a:pt x="1507" y="1116"/>
                </a:lnTo>
                <a:lnTo>
                  <a:pt x="1508" y="1117"/>
                </a:lnTo>
                <a:lnTo>
                  <a:pt x="1511" y="1120"/>
                </a:lnTo>
                <a:lnTo>
                  <a:pt x="1512" y="1120"/>
                </a:lnTo>
                <a:lnTo>
                  <a:pt x="1513" y="1121"/>
                </a:lnTo>
                <a:lnTo>
                  <a:pt x="1516" y="1121"/>
                </a:lnTo>
                <a:lnTo>
                  <a:pt x="1517" y="1121"/>
                </a:lnTo>
                <a:lnTo>
                  <a:pt x="1518" y="1121"/>
                </a:lnTo>
                <a:lnTo>
                  <a:pt x="1519" y="1121"/>
                </a:lnTo>
                <a:lnTo>
                  <a:pt x="1519" y="1120"/>
                </a:lnTo>
                <a:lnTo>
                  <a:pt x="1520" y="1117"/>
                </a:lnTo>
                <a:lnTo>
                  <a:pt x="1520" y="1116"/>
                </a:lnTo>
                <a:lnTo>
                  <a:pt x="1520" y="1115"/>
                </a:lnTo>
                <a:lnTo>
                  <a:pt x="1520" y="1114"/>
                </a:lnTo>
                <a:lnTo>
                  <a:pt x="1521" y="1114"/>
                </a:lnTo>
                <a:lnTo>
                  <a:pt x="1522" y="1114"/>
                </a:lnTo>
                <a:lnTo>
                  <a:pt x="1523" y="1114"/>
                </a:lnTo>
                <a:lnTo>
                  <a:pt x="1524" y="1113"/>
                </a:lnTo>
                <a:lnTo>
                  <a:pt x="1525" y="1113"/>
                </a:lnTo>
                <a:lnTo>
                  <a:pt x="1526" y="1113"/>
                </a:lnTo>
                <a:lnTo>
                  <a:pt x="1528" y="1113"/>
                </a:lnTo>
                <a:lnTo>
                  <a:pt x="1530" y="1113"/>
                </a:lnTo>
                <a:lnTo>
                  <a:pt x="1532" y="1113"/>
                </a:lnTo>
                <a:lnTo>
                  <a:pt x="1533" y="1113"/>
                </a:lnTo>
                <a:lnTo>
                  <a:pt x="1534" y="1113"/>
                </a:lnTo>
                <a:lnTo>
                  <a:pt x="1535" y="1112"/>
                </a:lnTo>
                <a:lnTo>
                  <a:pt x="1535" y="1114"/>
                </a:lnTo>
                <a:lnTo>
                  <a:pt x="1535" y="1116"/>
                </a:lnTo>
                <a:lnTo>
                  <a:pt x="1535" y="1117"/>
                </a:lnTo>
                <a:lnTo>
                  <a:pt x="1535" y="1118"/>
                </a:lnTo>
                <a:lnTo>
                  <a:pt x="1534" y="1120"/>
                </a:lnTo>
                <a:lnTo>
                  <a:pt x="1534" y="1122"/>
                </a:lnTo>
                <a:lnTo>
                  <a:pt x="1534" y="1123"/>
                </a:lnTo>
                <a:lnTo>
                  <a:pt x="1534" y="1124"/>
                </a:lnTo>
                <a:lnTo>
                  <a:pt x="1534" y="1141"/>
                </a:lnTo>
                <a:lnTo>
                  <a:pt x="1534" y="1143"/>
                </a:lnTo>
                <a:lnTo>
                  <a:pt x="1534" y="1158"/>
                </a:lnTo>
                <a:lnTo>
                  <a:pt x="1534" y="1159"/>
                </a:lnTo>
                <a:lnTo>
                  <a:pt x="1534" y="1173"/>
                </a:lnTo>
                <a:lnTo>
                  <a:pt x="1535" y="1173"/>
                </a:lnTo>
                <a:lnTo>
                  <a:pt x="1536" y="1173"/>
                </a:lnTo>
                <a:lnTo>
                  <a:pt x="1537" y="1173"/>
                </a:lnTo>
                <a:lnTo>
                  <a:pt x="1538" y="1173"/>
                </a:lnTo>
                <a:lnTo>
                  <a:pt x="1539" y="1173"/>
                </a:lnTo>
                <a:lnTo>
                  <a:pt x="1540" y="1174"/>
                </a:lnTo>
                <a:lnTo>
                  <a:pt x="1540" y="1175"/>
                </a:lnTo>
                <a:lnTo>
                  <a:pt x="1542" y="1175"/>
                </a:lnTo>
                <a:lnTo>
                  <a:pt x="1542" y="1176"/>
                </a:lnTo>
                <a:lnTo>
                  <a:pt x="1543" y="1176"/>
                </a:lnTo>
                <a:lnTo>
                  <a:pt x="1544" y="1176"/>
                </a:lnTo>
                <a:lnTo>
                  <a:pt x="1545" y="1176"/>
                </a:lnTo>
                <a:lnTo>
                  <a:pt x="1546" y="1176"/>
                </a:lnTo>
                <a:lnTo>
                  <a:pt x="1546" y="1175"/>
                </a:lnTo>
                <a:lnTo>
                  <a:pt x="1547" y="1175"/>
                </a:lnTo>
                <a:lnTo>
                  <a:pt x="1547" y="1176"/>
                </a:lnTo>
                <a:lnTo>
                  <a:pt x="1548" y="1176"/>
                </a:lnTo>
                <a:lnTo>
                  <a:pt x="1548" y="1177"/>
                </a:lnTo>
                <a:lnTo>
                  <a:pt x="1548" y="1178"/>
                </a:lnTo>
                <a:lnTo>
                  <a:pt x="1549" y="1178"/>
                </a:lnTo>
                <a:lnTo>
                  <a:pt x="1551" y="1178"/>
                </a:lnTo>
                <a:lnTo>
                  <a:pt x="1551" y="1179"/>
                </a:lnTo>
                <a:lnTo>
                  <a:pt x="1552" y="1179"/>
                </a:lnTo>
                <a:lnTo>
                  <a:pt x="1552" y="1178"/>
                </a:lnTo>
                <a:lnTo>
                  <a:pt x="1553" y="1179"/>
                </a:lnTo>
                <a:lnTo>
                  <a:pt x="1554" y="1179"/>
                </a:lnTo>
                <a:lnTo>
                  <a:pt x="1554" y="1180"/>
                </a:lnTo>
                <a:lnTo>
                  <a:pt x="1555" y="1180"/>
                </a:lnTo>
                <a:lnTo>
                  <a:pt x="1555" y="1181"/>
                </a:lnTo>
                <a:lnTo>
                  <a:pt x="1556" y="1181"/>
                </a:lnTo>
                <a:lnTo>
                  <a:pt x="1557" y="1181"/>
                </a:lnTo>
                <a:lnTo>
                  <a:pt x="1558" y="1181"/>
                </a:lnTo>
                <a:lnTo>
                  <a:pt x="1558" y="1182"/>
                </a:lnTo>
                <a:lnTo>
                  <a:pt x="1559" y="1182"/>
                </a:lnTo>
                <a:lnTo>
                  <a:pt x="1559" y="1183"/>
                </a:lnTo>
                <a:lnTo>
                  <a:pt x="1560" y="1183"/>
                </a:lnTo>
                <a:lnTo>
                  <a:pt x="1561" y="1183"/>
                </a:lnTo>
                <a:lnTo>
                  <a:pt x="1561" y="1184"/>
                </a:lnTo>
                <a:lnTo>
                  <a:pt x="1562" y="1185"/>
                </a:lnTo>
                <a:lnTo>
                  <a:pt x="1563" y="1185"/>
                </a:lnTo>
                <a:lnTo>
                  <a:pt x="1564" y="1185"/>
                </a:lnTo>
                <a:lnTo>
                  <a:pt x="1564" y="1186"/>
                </a:lnTo>
                <a:lnTo>
                  <a:pt x="1565" y="1187"/>
                </a:lnTo>
                <a:lnTo>
                  <a:pt x="1566" y="1188"/>
                </a:lnTo>
                <a:lnTo>
                  <a:pt x="1567" y="1188"/>
                </a:lnTo>
                <a:lnTo>
                  <a:pt x="1567" y="1189"/>
                </a:lnTo>
                <a:lnTo>
                  <a:pt x="1567" y="1190"/>
                </a:lnTo>
                <a:lnTo>
                  <a:pt x="1566" y="1190"/>
                </a:lnTo>
                <a:lnTo>
                  <a:pt x="1566" y="1191"/>
                </a:lnTo>
                <a:lnTo>
                  <a:pt x="1565" y="1191"/>
                </a:lnTo>
                <a:lnTo>
                  <a:pt x="1565" y="1192"/>
                </a:lnTo>
                <a:lnTo>
                  <a:pt x="1565" y="1193"/>
                </a:lnTo>
                <a:lnTo>
                  <a:pt x="1566" y="1193"/>
                </a:lnTo>
                <a:lnTo>
                  <a:pt x="1567" y="1193"/>
                </a:lnTo>
                <a:lnTo>
                  <a:pt x="1568" y="1194"/>
                </a:lnTo>
                <a:lnTo>
                  <a:pt x="1569" y="1194"/>
                </a:lnTo>
                <a:lnTo>
                  <a:pt x="1570" y="1194"/>
                </a:lnTo>
                <a:lnTo>
                  <a:pt x="1570" y="1195"/>
                </a:lnTo>
                <a:lnTo>
                  <a:pt x="1571" y="1196"/>
                </a:lnTo>
                <a:lnTo>
                  <a:pt x="1572" y="1196"/>
                </a:lnTo>
                <a:lnTo>
                  <a:pt x="1572" y="1197"/>
                </a:lnTo>
                <a:lnTo>
                  <a:pt x="1572" y="1198"/>
                </a:lnTo>
                <a:lnTo>
                  <a:pt x="1573" y="1198"/>
                </a:lnTo>
                <a:lnTo>
                  <a:pt x="1573" y="1199"/>
                </a:lnTo>
                <a:lnTo>
                  <a:pt x="1574" y="1199"/>
                </a:lnTo>
                <a:lnTo>
                  <a:pt x="1574" y="1198"/>
                </a:lnTo>
                <a:lnTo>
                  <a:pt x="1575" y="1198"/>
                </a:lnTo>
                <a:lnTo>
                  <a:pt x="1577" y="1198"/>
                </a:lnTo>
                <a:lnTo>
                  <a:pt x="1577" y="1197"/>
                </a:lnTo>
                <a:lnTo>
                  <a:pt x="1578" y="1197"/>
                </a:lnTo>
                <a:lnTo>
                  <a:pt x="1579" y="1197"/>
                </a:lnTo>
                <a:lnTo>
                  <a:pt x="1580" y="1197"/>
                </a:lnTo>
                <a:lnTo>
                  <a:pt x="1581" y="1197"/>
                </a:lnTo>
                <a:lnTo>
                  <a:pt x="1581" y="1198"/>
                </a:lnTo>
                <a:lnTo>
                  <a:pt x="1582" y="1198"/>
                </a:lnTo>
                <a:lnTo>
                  <a:pt x="1583" y="1198"/>
                </a:lnTo>
                <a:lnTo>
                  <a:pt x="1584" y="1199"/>
                </a:lnTo>
                <a:lnTo>
                  <a:pt x="1585" y="1200"/>
                </a:lnTo>
                <a:lnTo>
                  <a:pt x="1586" y="1201"/>
                </a:lnTo>
                <a:lnTo>
                  <a:pt x="1586" y="1202"/>
                </a:lnTo>
                <a:lnTo>
                  <a:pt x="1587" y="1202"/>
                </a:lnTo>
                <a:lnTo>
                  <a:pt x="1587" y="1203"/>
                </a:lnTo>
                <a:lnTo>
                  <a:pt x="1587" y="1204"/>
                </a:lnTo>
                <a:lnTo>
                  <a:pt x="1587" y="1207"/>
                </a:lnTo>
                <a:lnTo>
                  <a:pt x="1588" y="1207"/>
                </a:lnTo>
                <a:lnTo>
                  <a:pt x="1588" y="1208"/>
                </a:lnTo>
                <a:lnTo>
                  <a:pt x="1588" y="1209"/>
                </a:lnTo>
                <a:lnTo>
                  <a:pt x="1589" y="1209"/>
                </a:lnTo>
                <a:lnTo>
                  <a:pt x="1589" y="1210"/>
                </a:lnTo>
                <a:lnTo>
                  <a:pt x="1589" y="1211"/>
                </a:lnTo>
                <a:lnTo>
                  <a:pt x="1590" y="1211"/>
                </a:lnTo>
                <a:lnTo>
                  <a:pt x="1590" y="1212"/>
                </a:lnTo>
                <a:lnTo>
                  <a:pt x="1590" y="1213"/>
                </a:lnTo>
                <a:lnTo>
                  <a:pt x="1590" y="1214"/>
                </a:lnTo>
                <a:lnTo>
                  <a:pt x="1590" y="1215"/>
                </a:lnTo>
                <a:lnTo>
                  <a:pt x="1591" y="1215"/>
                </a:lnTo>
                <a:lnTo>
                  <a:pt x="1592" y="1215"/>
                </a:lnTo>
                <a:lnTo>
                  <a:pt x="1592" y="1216"/>
                </a:lnTo>
                <a:lnTo>
                  <a:pt x="1593" y="1216"/>
                </a:lnTo>
                <a:lnTo>
                  <a:pt x="1593" y="1217"/>
                </a:lnTo>
                <a:lnTo>
                  <a:pt x="1593" y="1218"/>
                </a:lnTo>
                <a:lnTo>
                  <a:pt x="1593" y="1219"/>
                </a:lnTo>
                <a:lnTo>
                  <a:pt x="1594" y="1219"/>
                </a:lnTo>
                <a:lnTo>
                  <a:pt x="1595" y="1219"/>
                </a:lnTo>
                <a:lnTo>
                  <a:pt x="1595" y="1220"/>
                </a:lnTo>
                <a:lnTo>
                  <a:pt x="1595" y="1221"/>
                </a:lnTo>
                <a:lnTo>
                  <a:pt x="1595" y="1222"/>
                </a:lnTo>
                <a:lnTo>
                  <a:pt x="1595" y="1223"/>
                </a:lnTo>
                <a:lnTo>
                  <a:pt x="1595" y="1224"/>
                </a:lnTo>
                <a:lnTo>
                  <a:pt x="1595" y="1225"/>
                </a:lnTo>
                <a:lnTo>
                  <a:pt x="1595" y="1226"/>
                </a:lnTo>
                <a:lnTo>
                  <a:pt x="1595" y="1227"/>
                </a:lnTo>
                <a:lnTo>
                  <a:pt x="1596" y="1227"/>
                </a:lnTo>
                <a:lnTo>
                  <a:pt x="1597" y="1227"/>
                </a:lnTo>
                <a:lnTo>
                  <a:pt x="1598" y="1227"/>
                </a:lnTo>
                <a:lnTo>
                  <a:pt x="1598" y="1228"/>
                </a:lnTo>
                <a:lnTo>
                  <a:pt x="1598" y="1229"/>
                </a:lnTo>
                <a:lnTo>
                  <a:pt x="1599" y="1229"/>
                </a:lnTo>
                <a:lnTo>
                  <a:pt x="1600" y="1229"/>
                </a:lnTo>
                <a:lnTo>
                  <a:pt x="1601" y="1229"/>
                </a:lnTo>
                <a:lnTo>
                  <a:pt x="1601" y="1230"/>
                </a:lnTo>
                <a:lnTo>
                  <a:pt x="1602" y="1230"/>
                </a:lnTo>
                <a:lnTo>
                  <a:pt x="1602" y="1231"/>
                </a:lnTo>
                <a:lnTo>
                  <a:pt x="1603" y="1231"/>
                </a:lnTo>
                <a:lnTo>
                  <a:pt x="1603" y="1232"/>
                </a:lnTo>
                <a:lnTo>
                  <a:pt x="1602" y="1232"/>
                </a:lnTo>
                <a:lnTo>
                  <a:pt x="1603" y="1232"/>
                </a:lnTo>
                <a:lnTo>
                  <a:pt x="1603" y="1233"/>
                </a:lnTo>
                <a:lnTo>
                  <a:pt x="1603" y="1234"/>
                </a:lnTo>
                <a:lnTo>
                  <a:pt x="1603" y="1235"/>
                </a:lnTo>
                <a:lnTo>
                  <a:pt x="1603" y="1236"/>
                </a:lnTo>
                <a:lnTo>
                  <a:pt x="1603" y="1237"/>
                </a:lnTo>
                <a:lnTo>
                  <a:pt x="1604" y="1238"/>
                </a:lnTo>
                <a:lnTo>
                  <a:pt x="1605" y="1238"/>
                </a:lnTo>
                <a:lnTo>
                  <a:pt x="1605" y="1239"/>
                </a:lnTo>
                <a:lnTo>
                  <a:pt x="1605" y="1241"/>
                </a:lnTo>
                <a:lnTo>
                  <a:pt x="1604" y="1242"/>
                </a:lnTo>
                <a:lnTo>
                  <a:pt x="1604" y="1243"/>
                </a:lnTo>
                <a:lnTo>
                  <a:pt x="1604" y="1244"/>
                </a:lnTo>
                <a:lnTo>
                  <a:pt x="1605" y="1244"/>
                </a:lnTo>
                <a:lnTo>
                  <a:pt x="1606" y="1244"/>
                </a:lnTo>
                <a:lnTo>
                  <a:pt x="1606" y="1245"/>
                </a:lnTo>
                <a:lnTo>
                  <a:pt x="1606" y="1246"/>
                </a:lnTo>
                <a:lnTo>
                  <a:pt x="1605" y="1246"/>
                </a:lnTo>
                <a:lnTo>
                  <a:pt x="1603" y="1246"/>
                </a:lnTo>
                <a:lnTo>
                  <a:pt x="1602" y="1246"/>
                </a:lnTo>
                <a:lnTo>
                  <a:pt x="1601" y="1246"/>
                </a:lnTo>
                <a:lnTo>
                  <a:pt x="1600" y="1246"/>
                </a:lnTo>
                <a:lnTo>
                  <a:pt x="1599" y="1246"/>
                </a:lnTo>
                <a:lnTo>
                  <a:pt x="1598" y="1246"/>
                </a:lnTo>
                <a:lnTo>
                  <a:pt x="1597" y="1246"/>
                </a:lnTo>
                <a:lnTo>
                  <a:pt x="1596" y="1246"/>
                </a:lnTo>
                <a:lnTo>
                  <a:pt x="1595" y="1245"/>
                </a:lnTo>
                <a:lnTo>
                  <a:pt x="1594" y="1245"/>
                </a:lnTo>
                <a:lnTo>
                  <a:pt x="1593" y="1245"/>
                </a:lnTo>
                <a:lnTo>
                  <a:pt x="1592" y="1246"/>
                </a:lnTo>
                <a:lnTo>
                  <a:pt x="1591" y="1246"/>
                </a:lnTo>
                <a:lnTo>
                  <a:pt x="1590" y="1246"/>
                </a:lnTo>
                <a:lnTo>
                  <a:pt x="1590" y="1247"/>
                </a:lnTo>
                <a:lnTo>
                  <a:pt x="1589" y="1247"/>
                </a:lnTo>
                <a:lnTo>
                  <a:pt x="1589" y="1248"/>
                </a:lnTo>
                <a:lnTo>
                  <a:pt x="1589" y="1249"/>
                </a:lnTo>
                <a:lnTo>
                  <a:pt x="1589" y="1250"/>
                </a:lnTo>
                <a:lnTo>
                  <a:pt x="1588" y="1250"/>
                </a:lnTo>
                <a:lnTo>
                  <a:pt x="1588" y="1251"/>
                </a:lnTo>
                <a:lnTo>
                  <a:pt x="1587" y="1251"/>
                </a:lnTo>
                <a:lnTo>
                  <a:pt x="1583" y="1251"/>
                </a:lnTo>
                <a:lnTo>
                  <a:pt x="1582" y="1251"/>
                </a:lnTo>
                <a:lnTo>
                  <a:pt x="1582" y="1252"/>
                </a:lnTo>
                <a:lnTo>
                  <a:pt x="1582" y="1253"/>
                </a:lnTo>
                <a:lnTo>
                  <a:pt x="1581" y="1253"/>
                </a:lnTo>
                <a:lnTo>
                  <a:pt x="1581" y="1254"/>
                </a:lnTo>
                <a:lnTo>
                  <a:pt x="1581" y="1255"/>
                </a:lnTo>
                <a:lnTo>
                  <a:pt x="1580" y="1255"/>
                </a:lnTo>
                <a:lnTo>
                  <a:pt x="1579" y="1255"/>
                </a:lnTo>
                <a:lnTo>
                  <a:pt x="1578" y="1256"/>
                </a:lnTo>
                <a:lnTo>
                  <a:pt x="1577" y="1256"/>
                </a:lnTo>
                <a:lnTo>
                  <a:pt x="1576" y="1256"/>
                </a:lnTo>
                <a:lnTo>
                  <a:pt x="1575" y="1256"/>
                </a:lnTo>
                <a:lnTo>
                  <a:pt x="1572" y="1256"/>
                </a:lnTo>
                <a:lnTo>
                  <a:pt x="1568" y="1256"/>
                </a:lnTo>
                <a:lnTo>
                  <a:pt x="1567" y="1256"/>
                </a:lnTo>
                <a:lnTo>
                  <a:pt x="1566" y="1256"/>
                </a:lnTo>
                <a:lnTo>
                  <a:pt x="1565" y="1256"/>
                </a:lnTo>
                <a:lnTo>
                  <a:pt x="1564" y="1256"/>
                </a:lnTo>
                <a:lnTo>
                  <a:pt x="1564" y="1257"/>
                </a:lnTo>
                <a:lnTo>
                  <a:pt x="1563" y="1258"/>
                </a:lnTo>
                <a:lnTo>
                  <a:pt x="1562" y="1259"/>
                </a:lnTo>
                <a:lnTo>
                  <a:pt x="1561" y="1260"/>
                </a:lnTo>
                <a:lnTo>
                  <a:pt x="1560" y="1261"/>
                </a:lnTo>
                <a:lnTo>
                  <a:pt x="1559" y="1262"/>
                </a:lnTo>
                <a:lnTo>
                  <a:pt x="1559" y="1263"/>
                </a:lnTo>
                <a:lnTo>
                  <a:pt x="1558" y="1263"/>
                </a:lnTo>
                <a:lnTo>
                  <a:pt x="1558" y="1264"/>
                </a:lnTo>
                <a:lnTo>
                  <a:pt x="1557" y="1264"/>
                </a:lnTo>
                <a:lnTo>
                  <a:pt x="1556" y="1264"/>
                </a:lnTo>
                <a:lnTo>
                  <a:pt x="1556" y="1265"/>
                </a:lnTo>
                <a:lnTo>
                  <a:pt x="1555" y="1265"/>
                </a:lnTo>
                <a:lnTo>
                  <a:pt x="1554" y="1265"/>
                </a:lnTo>
                <a:lnTo>
                  <a:pt x="1553" y="1265"/>
                </a:lnTo>
                <a:lnTo>
                  <a:pt x="1553" y="1266"/>
                </a:lnTo>
                <a:lnTo>
                  <a:pt x="1553" y="1267"/>
                </a:lnTo>
                <a:lnTo>
                  <a:pt x="1553" y="1268"/>
                </a:lnTo>
                <a:lnTo>
                  <a:pt x="1553" y="1269"/>
                </a:lnTo>
                <a:lnTo>
                  <a:pt x="1553" y="1270"/>
                </a:lnTo>
                <a:lnTo>
                  <a:pt x="1553" y="1271"/>
                </a:lnTo>
                <a:lnTo>
                  <a:pt x="1553" y="1272"/>
                </a:lnTo>
                <a:lnTo>
                  <a:pt x="1553" y="1273"/>
                </a:lnTo>
                <a:lnTo>
                  <a:pt x="1554" y="1273"/>
                </a:lnTo>
                <a:lnTo>
                  <a:pt x="1554" y="1274"/>
                </a:lnTo>
                <a:lnTo>
                  <a:pt x="1555" y="1274"/>
                </a:lnTo>
                <a:lnTo>
                  <a:pt x="1555" y="1275"/>
                </a:lnTo>
                <a:lnTo>
                  <a:pt x="1556" y="1276"/>
                </a:lnTo>
                <a:lnTo>
                  <a:pt x="1555" y="1276"/>
                </a:lnTo>
                <a:lnTo>
                  <a:pt x="1555" y="1277"/>
                </a:lnTo>
                <a:lnTo>
                  <a:pt x="1554" y="1277"/>
                </a:lnTo>
                <a:lnTo>
                  <a:pt x="1553" y="1277"/>
                </a:lnTo>
                <a:lnTo>
                  <a:pt x="1552" y="1277"/>
                </a:lnTo>
                <a:lnTo>
                  <a:pt x="1552" y="1278"/>
                </a:lnTo>
                <a:lnTo>
                  <a:pt x="1552" y="1279"/>
                </a:lnTo>
                <a:lnTo>
                  <a:pt x="1552" y="1280"/>
                </a:lnTo>
                <a:lnTo>
                  <a:pt x="1552" y="1281"/>
                </a:lnTo>
                <a:lnTo>
                  <a:pt x="1551" y="1282"/>
                </a:lnTo>
                <a:lnTo>
                  <a:pt x="1552" y="1282"/>
                </a:lnTo>
                <a:lnTo>
                  <a:pt x="1553" y="1282"/>
                </a:lnTo>
                <a:lnTo>
                  <a:pt x="1553" y="1283"/>
                </a:lnTo>
                <a:lnTo>
                  <a:pt x="1553" y="1284"/>
                </a:lnTo>
                <a:lnTo>
                  <a:pt x="1554" y="1284"/>
                </a:lnTo>
                <a:lnTo>
                  <a:pt x="1554" y="1286"/>
                </a:lnTo>
                <a:lnTo>
                  <a:pt x="1553" y="1286"/>
                </a:lnTo>
                <a:lnTo>
                  <a:pt x="1553" y="1287"/>
                </a:lnTo>
                <a:lnTo>
                  <a:pt x="1553" y="1288"/>
                </a:lnTo>
                <a:lnTo>
                  <a:pt x="1553" y="1289"/>
                </a:lnTo>
                <a:lnTo>
                  <a:pt x="1554" y="1289"/>
                </a:lnTo>
                <a:lnTo>
                  <a:pt x="1554" y="1290"/>
                </a:lnTo>
                <a:lnTo>
                  <a:pt x="1555" y="1290"/>
                </a:lnTo>
                <a:lnTo>
                  <a:pt x="1556" y="1290"/>
                </a:lnTo>
                <a:lnTo>
                  <a:pt x="1557" y="1290"/>
                </a:lnTo>
                <a:lnTo>
                  <a:pt x="1558" y="1290"/>
                </a:lnTo>
                <a:lnTo>
                  <a:pt x="1559" y="1290"/>
                </a:lnTo>
                <a:lnTo>
                  <a:pt x="1560" y="1290"/>
                </a:lnTo>
                <a:lnTo>
                  <a:pt x="1561" y="1290"/>
                </a:lnTo>
                <a:lnTo>
                  <a:pt x="1562" y="1290"/>
                </a:lnTo>
                <a:lnTo>
                  <a:pt x="1562" y="1291"/>
                </a:lnTo>
                <a:lnTo>
                  <a:pt x="1561" y="1291"/>
                </a:lnTo>
                <a:lnTo>
                  <a:pt x="1561" y="1292"/>
                </a:lnTo>
                <a:lnTo>
                  <a:pt x="1562" y="1292"/>
                </a:lnTo>
                <a:lnTo>
                  <a:pt x="1563" y="1293"/>
                </a:lnTo>
                <a:lnTo>
                  <a:pt x="1563" y="1292"/>
                </a:lnTo>
                <a:lnTo>
                  <a:pt x="1564" y="1292"/>
                </a:lnTo>
                <a:lnTo>
                  <a:pt x="1565" y="1293"/>
                </a:lnTo>
                <a:lnTo>
                  <a:pt x="1566" y="1293"/>
                </a:lnTo>
                <a:lnTo>
                  <a:pt x="1567" y="1293"/>
                </a:lnTo>
                <a:lnTo>
                  <a:pt x="1568" y="1293"/>
                </a:lnTo>
                <a:lnTo>
                  <a:pt x="1568" y="1292"/>
                </a:lnTo>
                <a:lnTo>
                  <a:pt x="1569" y="1292"/>
                </a:lnTo>
                <a:lnTo>
                  <a:pt x="1569" y="1293"/>
                </a:lnTo>
                <a:lnTo>
                  <a:pt x="1570" y="1293"/>
                </a:lnTo>
                <a:lnTo>
                  <a:pt x="1571" y="1293"/>
                </a:lnTo>
                <a:lnTo>
                  <a:pt x="1572" y="1293"/>
                </a:lnTo>
                <a:lnTo>
                  <a:pt x="1573" y="1293"/>
                </a:lnTo>
                <a:lnTo>
                  <a:pt x="1574" y="1293"/>
                </a:lnTo>
                <a:lnTo>
                  <a:pt x="1575" y="1294"/>
                </a:lnTo>
                <a:lnTo>
                  <a:pt x="1576" y="1294"/>
                </a:lnTo>
                <a:lnTo>
                  <a:pt x="1578" y="1294"/>
                </a:lnTo>
                <a:lnTo>
                  <a:pt x="1578" y="1295"/>
                </a:lnTo>
                <a:lnTo>
                  <a:pt x="1579" y="1295"/>
                </a:lnTo>
                <a:lnTo>
                  <a:pt x="1581" y="1295"/>
                </a:lnTo>
                <a:lnTo>
                  <a:pt x="1581" y="1296"/>
                </a:lnTo>
                <a:lnTo>
                  <a:pt x="1580" y="1296"/>
                </a:lnTo>
                <a:lnTo>
                  <a:pt x="1580" y="1297"/>
                </a:lnTo>
                <a:lnTo>
                  <a:pt x="1580" y="1298"/>
                </a:lnTo>
                <a:lnTo>
                  <a:pt x="1581" y="1298"/>
                </a:lnTo>
                <a:lnTo>
                  <a:pt x="1581" y="1299"/>
                </a:lnTo>
                <a:lnTo>
                  <a:pt x="1581" y="1300"/>
                </a:lnTo>
                <a:lnTo>
                  <a:pt x="1580" y="1300"/>
                </a:lnTo>
                <a:lnTo>
                  <a:pt x="1581" y="1300"/>
                </a:lnTo>
                <a:lnTo>
                  <a:pt x="1581" y="1301"/>
                </a:lnTo>
                <a:lnTo>
                  <a:pt x="1580" y="1301"/>
                </a:lnTo>
                <a:lnTo>
                  <a:pt x="1580" y="1302"/>
                </a:lnTo>
                <a:lnTo>
                  <a:pt x="1580" y="1303"/>
                </a:lnTo>
                <a:lnTo>
                  <a:pt x="1580" y="1304"/>
                </a:lnTo>
                <a:lnTo>
                  <a:pt x="1580" y="1305"/>
                </a:lnTo>
                <a:lnTo>
                  <a:pt x="1581" y="1305"/>
                </a:lnTo>
                <a:lnTo>
                  <a:pt x="1582" y="1305"/>
                </a:lnTo>
                <a:lnTo>
                  <a:pt x="1582" y="1306"/>
                </a:lnTo>
                <a:lnTo>
                  <a:pt x="1582" y="1307"/>
                </a:lnTo>
                <a:lnTo>
                  <a:pt x="1581" y="1307"/>
                </a:lnTo>
                <a:lnTo>
                  <a:pt x="1581" y="1308"/>
                </a:lnTo>
                <a:lnTo>
                  <a:pt x="1581" y="1309"/>
                </a:lnTo>
                <a:lnTo>
                  <a:pt x="1581" y="1310"/>
                </a:lnTo>
                <a:lnTo>
                  <a:pt x="1581" y="1311"/>
                </a:lnTo>
                <a:lnTo>
                  <a:pt x="1581" y="1312"/>
                </a:lnTo>
                <a:lnTo>
                  <a:pt x="1580" y="1312"/>
                </a:lnTo>
                <a:lnTo>
                  <a:pt x="1580" y="1313"/>
                </a:lnTo>
                <a:lnTo>
                  <a:pt x="1580" y="1314"/>
                </a:lnTo>
                <a:lnTo>
                  <a:pt x="1581" y="1314"/>
                </a:lnTo>
                <a:lnTo>
                  <a:pt x="1581" y="1315"/>
                </a:lnTo>
                <a:lnTo>
                  <a:pt x="1580" y="1316"/>
                </a:lnTo>
                <a:lnTo>
                  <a:pt x="1580" y="1317"/>
                </a:lnTo>
                <a:lnTo>
                  <a:pt x="1581" y="1317"/>
                </a:lnTo>
                <a:lnTo>
                  <a:pt x="1581" y="1318"/>
                </a:lnTo>
                <a:lnTo>
                  <a:pt x="1582" y="1318"/>
                </a:lnTo>
                <a:lnTo>
                  <a:pt x="1582" y="1319"/>
                </a:lnTo>
                <a:lnTo>
                  <a:pt x="1583" y="1319"/>
                </a:lnTo>
                <a:lnTo>
                  <a:pt x="1584" y="1319"/>
                </a:lnTo>
                <a:lnTo>
                  <a:pt x="1584" y="1320"/>
                </a:lnTo>
                <a:lnTo>
                  <a:pt x="1585" y="1320"/>
                </a:lnTo>
                <a:lnTo>
                  <a:pt x="1584" y="1320"/>
                </a:lnTo>
                <a:lnTo>
                  <a:pt x="1584" y="1321"/>
                </a:lnTo>
                <a:lnTo>
                  <a:pt x="1583" y="1322"/>
                </a:lnTo>
                <a:lnTo>
                  <a:pt x="1582" y="1323"/>
                </a:lnTo>
                <a:lnTo>
                  <a:pt x="1582" y="1324"/>
                </a:lnTo>
                <a:lnTo>
                  <a:pt x="1582" y="1325"/>
                </a:lnTo>
                <a:lnTo>
                  <a:pt x="1583" y="1326"/>
                </a:lnTo>
                <a:lnTo>
                  <a:pt x="1584" y="1326"/>
                </a:lnTo>
                <a:lnTo>
                  <a:pt x="1585" y="1327"/>
                </a:lnTo>
                <a:lnTo>
                  <a:pt x="1586" y="1327"/>
                </a:lnTo>
                <a:lnTo>
                  <a:pt x="1586" y="1328"/>
                </a:lnTo>
                <a:lnTo>
                  <a:pt x="1586" y="1329"/>
                </a:lnTo>
                <a:lnTo>
                  <a:pt x="1586" y="1330"/>
                </a:lnTo>
                <a:lnTo>
                  <a:pt x="1586" y="1331"/>
                </a:lnTo>
                <a:lnTo>
                  <a:pt x="1587" y="1331"/>
                </a:lnTo>
                <a:lnTo>
                  <a:pt x="1587" y="1332"/>
                </a:lnTo>
                <a:lnTo>
                  <a:pt x="1586" y="1332"/>
                </a:lnTo>
                <a:lnTo>
                  <a:pt x="1586" y="1333"/>
                </a:lnTo>
                <a:lnTo>
                  <a:pt x="1587" y="1333"/>
                </a:lnTo>
                <a:lnTo>
                  <a:pt x="1587" y="1334"/>
                </a:lnTo>
                <a:lnTo>
                  <a:pt x="1587" y="1335"/>
                </a:lnTo>
                <a:lnTo>
                  <a:pt x="1588" y="1335"/>
                </a:lnTo>
                <a:lnTo>
                  <a:pt x="1588" y="1336"/>
                </a:lnTo>
                <a:lnTo>
                  <a:pt x="1588" y="1337"/>
                </a:lnTo>
                <a:lnTo>
                  <a:pt x="1589" y="1338"/>
                </a:lnTo>
                <a:lnTo>
                  <a:pt x="1588" y="1339"/>
                </a:lnTo>
                <a:lnTo>
                  <a:pt x="1588" y="1340"/>
                </a:lnTo>
                <a:lnTo>
                  <a:pt x="1587" y="1340"/>
                </a:lnTo>
                <a:lnTo>
                  <a:pt x="1586" y="1340"/>
                </a:lnTo>
                <a:lnTo>
                  <a:pt x="1585" y="1341"/>
                </a:lnTo>
                <a:lnTo>
                  <a:pt x="1583" y="1340"/>
                </a:lnTo>
                <a:lnTo>
                  <a:pt x="1582" y="1340"/>
                </a:lnTo>
                <a:lnTo>
                  <a:pt x="1581" y="1340"/>
                </a:lnTo>
                <a:lnTo>
                  <a:pt x="1580" y="1339"/>
                </a:lnTo>
                <a:lnTo>
                  <a:pt x="1579" y="1339"/>
                </a:lnTo>
                <a:lnTo>
                  <a:pt x="1578" y="1339"/>
                </a:lnTo>
                <a:lnTo>
                  <a:pt x="1577" y="1339"/>
                </a:lnTo>
                <a:lnTo>
                  <a:pt x="1576" y="1339"/>
                </a:lnTo>
                <a:lnTo>
                  <a:pt x="1575" y="1339"/>
                </a:lnTo>
                <a:lnTo>
                  <a:pt x="1575" y="1340"/>
                </a:lnTo>
                <a:lnTo>
                  <a:pt x="1574" y="1340"/>
                </a:lnTo>
                <a:lnTo>
                  <a:pt x="1574" y="1341"/>
                </a:lnTo>
                <a:lnTo>
                  <a:pt x="1573" y="1342"/>
                </a:lnTo>
                <a:lnTo>
                  <a:pt x="1573" y="1343"/>
                </a:lnTo>
                <a:lnTo>
                  <a:pt x="1573" y="1344"/>
                </a:lnTo>
                <a:lnTo>
                  <a:pt x="1572" y="1344"/>
                </a:lnTo>
                <a:lnTo>
                  <a:pt x="1572" y="1345"/>
                </a:lnTo>
                <a:lnTo>
                  <a:pt x="1571" y="1346"/>
                </a:lnTo>
                <a:lnTo>
                  <a:pt x="1571" y="1347"/>
                </a:lnTo>
                <a:lnTo>
                  <a:pt x="1570" y="1347"/>
                </a:lnTo>
                <a:lnTo>
                  <a:pt x="1570" y="1346"/>
                </a:lnTo>
                <a:lnTo>
                  <a:pt x="1569" y="1347"/>
                </a:lnTo>
                <a:lnTo>
                  <a:pt x="1568" y="1347"/>
                </a:lnTo>
                <a:lnTo>
                  <a:pt x="1567" y="1347"/>
                </a:lnTo>
                <a:lnTo>
                  <a:pt x="1566" y="1347"/>
                </a:lnTo>
                <a:lnTo>
                  <a:pt x="1565" y="1348"/>
                </a:lnTo>
                <a:lnTo>
                  <a:pt x="1564" y="1348"/>
                </a:lnTo>
                <a:lnTo>
                  <a:pt x="1563" y="1348"/>
                </a:lnTo>
                <a:lnTo>
                  <a:pt x="1563" y="1347"/>
                </a:lnTo>
                <a:lnTo>
                  <a:pt x="1562" y="1347"/>
                </a:lnTo>
                <a:lnTo>
                  <a:pt x="1561" y="1346"/>
                </a:lnTo>
                <a:lnTo>
                  <a:pt x="1561" y="1345"/>
                </a:lnTo>
                <a:lnTo>
                  <a:pt x="1560" y="1345"/>
                </a:lnTo>
                <a:lnTo>
                  <a:pt x="1559" y="1344"/>
                </a:lnTo>
                <a:lnTo>
                  <a:pt x="1558" y="1343"/>
                </a:lnTo>
                <a:lnTo>
                  <a:pt x="1558" y="1342"/>
                </a:lnTo>
                <a:lnTo>
                  <a:pt x="1558" y="1341"/>
                </a:lnTo>
                <a:lnTo>
                  <a:pt x="1557" y="1341"/>
                </a:lnTo>
                <a:lnTo>
                  <a:pt x="1556" y="1340"/>
                </a:lnTo>
                <a:lnTo>
                  <a:pt x="1555" y="1340"/>
                </a:lnTo>
                <a:lnTo>
                  <a:pt x="1554" y="1340"/>
                </a:lnTo>
                <a:lnTo>
                  <a:pt x="1554" y="1339"/>
                </a:lnTo>
                <a:lnTo>
                  <a:pt x="1553" y="1339"/>
                </a:lnTo>
                <a:lnTo>
                  <a:pt x="1552" y="1338"/>
                </a:lnTo>
                <a:lnTo>
                  <a:pt x="1551" y="1337"/>
                </a:lnTo>
                <a:lnTo>
                  <a:pt x="1550" y="1337"/>
                </a:lnTo>
                <a:lnTo>
                  <a:pt x="1549" y="1337"/>
                </a:lnTo>
                <a:lnTo>
                  <a:pt x="1548" y="1336"/>
                </a:lnTo>
                <a:lnTo>
                  <a:pt x="1547" y="1336"/>
                </a:lnTo>
                <a:lnTo>
                  <a:pt x="1546" y="1336"/>
                </a:lnTo>
                <a:lnTo>
                  <a:pt x="1544" y="1336"/>
                </a:lnTo>
                <a:lnTo>
                  <a:pt x="1543" y="1336"/>
                </a:lnTo>
                <a:lnTo>
                  <a:pt x="1543" y="1337"/>
                </a:lnTo>
                <a:lnTo>
                  <a:pt x="1542" y="1336"/>
                </a:lnTo>
                <a:lnTo>
                  <a:pt x="1541" y="1336"/>
                </a:lnTo>
                <a:lnTo>
                  <a:pt x="1540" y="1336"/>
                </a:lnTo>
                <a:lnTo>
                  <a:pt x="1539" y="1336"/>
                </a:lnTo>
                <a:lnTo>
                  <a:pt x="1538" y="1336"/>
                </a:lnTo>
                <a:lnTo>
                  <a:pt x="1538" y="1335"/>
                </a:lnTo>
                <a:lnTo>
                  <a:pt x="1537" y="1335"/>
                </a:lnTo>
                <a:lnTo>
                  <a:pt x="1536" y="1335"/>
                </a:lnTo>
                <a:lnTo>
                  <a:pt x="1535" y="1334"/>
                </a:lnTo>
                <a:lnTo>
                  <a:pt x="1534" y="1335"/>
                </a:lnTo>
                <a:lnTo>
                  <a:pt x="1532" y="1335"/>
                </a:lnTo>
                <a:lnTo>
                  <a:pt x="1531" y="1335"/>
                </a:lnTo>
                <a:lnTo>
                  <a:pt x="1531" y="1336"/>
                </a:lnTo>
                <a:lnTo>
                  <a:pt x="1530" y="1336"/>
                </a:lnTo>
                <a:lnTo>
                  <a:pt x="1529" y="1336"/>
                </a:lnTo>
                <a:lnTo>
                  <a:pt x="1528" y="1336"/>
                </a:lnTo>
                <a:lnTo>
                  <a:pt x="1527" y="1336"/>
                </a:lnTo>
                <a:lnTo>
                  <a:pt x="1526" y="1336"/>
                </a:lnTo>
                <a:lnTo>
                  <a:pt x="1524" y="1335"/>
                </a:lnTo>
                <a:lnTo>
                  <a:pt x="1523" y="1335"/>
                </a:lnTo>
                <a:lnTo>
                  <a:pt x="1522" y="1335"/>
                </a:lnTo>
                <a:lnTo>
                  <a:pt x="1521" y="1335"/>
                </a:lnTo>
                <a:lnTo>
                  <a:pt x="1520" y="1335"/>
                </a:lnTo>
                <a:lnTo>
                  <a:pt x="1519" y="1335"/>
                </a:lnTo>
                <a:lnTo>
                  <a:pt x="1518" y="1335"/>
                </a:lnTo>
                <a:lnTo>
                  <a:pt x="1517" y="1334"/>
                </a:lnTo>
                <a:lnTo>
                  <a:pt x="1517" y="1333"/>
                </a:lnTo>
                <a:lnTo>
                  <a:pt x="1515" y="1333"/>
                </a:lnTo>
                <a:lnTo>
                  <a:pt x="1514" y="1333"/>
                </a:lnTo>
                <a:lnTo>
                  <a:pt x="1513" y="1333"/>
                </a:lnTo>
                <a:lnTo>
                  <a:pt x="1512" y="1333"/>
                </a:lnTo>
                <a:lnTo>
                  <a:pt x="1511" y="1333"/>
                </a:lnTo>
                <a:lnTo>
                  <a:pt x="1510" y="1334"/>
                </a:lnTo>
                <a:lnTo>
                  <a:pt x="1510" y="1333"/>
                </a:lnTo>
                <a:lnTo>
                  <a:pt x="1509" y="1333"/>
                </a:lnTo>
                <a:lnTo>
                  <a:pt x="1508" y="1333"/>
                </a:lnTo>
                <a:lnTo>
                  <a:pt x="1508" y="1332"/>
                </a:lnTo>
                <a:lnTo>
                  <a:pt x="1507" y="1332"/>
                </a:lnTo>
                <a:lnTo>
                  <a:pt x="1506" y="1332"/>
                </a:lnTo>
                <a:lnTo>
                  <a:pt x="1505" y="1330"/>
                </a:lnTo>
                <a:lnTo>
                  <a:pt x="1504" y="1330"/>
                </a:lnTo>
                <a:lnTo>
                  <a:pt x="1503" y="1330"/>
                </a:lnTo>
                <a:lnTo>
                  <a:pt x="1501" y="1330"/>
                </a:lnTo>
                <a:lnTo>
                  <a:pt x="1501" y="1329"/>
                </a:lnTo>
                <a:lnTo>
                  <a:pt x="1500" y="1329"/>
                </a:lnTo>
                <a:lnTo>
                  <a:pt x="1499" y="1328"/>
                </a:lnTo>
                <a:lnTo>
                  <a:pt x="1499" y="1327"/>
                </a:lnTo>
                <a:lnTo>
                  <a:pt x="1500" y="1326"/>
                </a:lnTo>
                <a:lnTo>
                  <a:pt x="1500" y="1325"/>
                </a:lnTo>
                <a:lnTo>
                  <a:pt x="1499" y="1325"/>
                </a:lnTo>
                <a:lnTo>
                  <a:pt x="1499" y="1324"/>
                </a:lnTo>
                <a:lnTo>
                  <a:pt x="1498" y="1324"/>
                </a:lnTo>
                <a:lnTo>
                  <a:pt x="1497" y="1324"/>
                </a:lnTo>
                <a:lnTo>
                  <a:pt x="1495" y="1324"/>
                </a:lnTo>
                <a:lnTo>
                  <a:pt x="1495" y="1323"/>
                </a:lnTo>
                <a:lnTo>
                  <a:pt x="1494" y="1323"/>
                </a:lnTo>
                <a:lnTo>
                  <a:pt x="1494" y="1324"/>
                </a:lnTo>
                <a:lnTo>
                  <a:pt x="1493" y="1324"/>
                </a:lnTo>
                <a:lnTo>
                  <a:pt x="1493" y="1323"/>
                </a:lnTo>
                <a:lnTo>
                  <a:pt x="1492" y="1323"/>
                </a:lnTo>
                <a:lnTo>
                  <a:pt x="1492" y="1322"/>
                </a:lnTo>
                <a:lnTo>
                  <a:pt x="1491" y="1321"/>
                </a:lnTo>
                <a:lnTo>
                  <a:pt x="1490" y="1321"/>
                </a:lnTo>
                <a:lnTo>
                  <a:pt x="1489" y="1322"/>
                </a:lnTo>
                <a:lnTo>
                  <a:pt x="1489" y="1321"/>
                </a:lnTo>
                <a:lnTo>
                  <a:pt x="1488" y="1321"/>
                </a:lnTo>
                <a:lnTo>
                  <a:pt x="1488" y="1322"/>
                </a:lnTo>
                <a:lnTo>
                  <a:pt x="1489" y="1323"/>
                </a:lnTo>
                <a:lnTo>
                  <a:pt x="1490" y="1323"/>
                </a:lnTo>
                <a:lnTo>
                  <a:pt x="1490" y="1324"/>
                </a:lnTo>
                <a:lnTo>
                  <a:pt x="1490" y="1325"/>
                </a:lnTo>
                <a:lnTo>
                  <a:pt x="1489" y="1325"/>
                </a:lnTo>
                <a:lnTo>
                  <a:pt x="1489" y="1326"/>
                </a:lnTo>
                <a:lnTo>
                  <a:pt x="1489" y="1327"/>
                </a:lnTo>
                <a:lnTo>
                  <a:pt x="1489" y="1328"/>
                </a:lnTo>
                <a:lnTo>
                  <a:pt x="1489" y="1329"/>
                </a:lnTo>
                <a:lnTo>
                  <a:pt x="1488" y="1329"/>
                </a:lnTo>
                <a:lnTo>
                  <a:pt x="1488" y="1330"/>
                </a:lnTo>
                <a:lnTo>
                  <a:pt x="1488" y="1331"/>
                </a:lnTo>
                <a:lnTo>
                  <a:pt x="1488" y="1332"/>
                </a:lnTo>
                <a:lnTo>
                  <a:pt x="1487" y="1332"/>
                </a:lnTo>
                <a:lnTo>
                  <a:pt x="1487" y="1333"/>
                </a:lnTo>
                <a:lnTo>
                  <a:pt x="1486" y="1333"/>
                </a:lnTo>
                <a:lnTo>
                  <a:pt x="1486" y="1334"/>
                </a:lnTo>
                <a:lnTo>
                  <a:pt x="1485" y="1334"/>
                </a:lnTo>
                <a:lnTo>
                  <a:pt x="1484" y="1334"/>
                </a:lnTo>
                <a:lnTo>
                  <a:pt x="1484" y="1335"/>
                </a:lnTo>
                <a:lnTo>
                  <a:pt x="1483" y="1335"/>
                </a:lnTo>
                <a:lnTo>
                  <a:pt x="1482" y="1335"/>
                </a:lnTo>
                <a:lnTo>
                  <a:pt x="1482" y="1336"/>
                </a:lnTo>
                <a:lnTo>
                  <a:pt x="1482" y="1337"/>
                </a:lnTo>
                <a:lnTo>
                  <a:pt x="1482" y="1338"/>
                </a:lnTo>
                <a:lnTo>
                  <a:pt x="1483" y="1338"/>
                </a:lnTo>
                <a:lnTo>
                  <a:pt x="1483" y="1339"/>
                </a:lnTo>
                <a:lnTo>
                  <a:pt x="1483" y="1340"/>
                </a:lnTo>
                <a:lnTo>
                  <a:pt x="1482" y="1340"/>
                </a:lnTo>
                <a:lnTo>
                  <a:pt x="1482" y="1341"/>
                </a:lnTo>
                <a:lnTo>
                  <a:pt x="1483" y="1341"/>
                </a:lnTo>
                <a:lnTo>
                  <a:pt x="1483" y="1342"/>
                </a:lnTo>
                <a:lnTo>
                  <a:pt x="1483" y="1343"/>
                </a:lnTo>
                <a:lnTo>
                  <a:pt x="1482" y="1343"/>
                </a:lnTo>
                <a:lnTo>
                  <a:pt x="1482" y="1342"/>
                </a:lnTo>
                <a:lnTo>
                  <a:pt x="1481" y="1342"/>
                </a:lnTo>
                <a:lnTo>
                  <a:pt x="1480" y="1342"/>
                </a:lnTo>
                <a:lnTo>
                  <a:pt x="1479" y="1342"/>
                </a:lnTo>
                <a:lnTo>
                  <a:pt x="1478" y="1342"/>
                </a:lnTo>
                <a:lnTo>
                  <a:pt x="1477" y="1342"/>
                </a:lnTo>
                <a:lnTo>
                  <a:pt x="1475" y="1341"/>
                </a:lnTo>
                <a:lnTo>
                  <a:pt x="1474" y="1341"/>
                </a:lnTo>
                <a:lnTo>
                  <a:pt x="1474" y="1342"/>
                </a:lnTo>
                <a:lnTo>
                  <a:pt x="1473" y="1342"/>
                </a:lnTo>
                <a:lnTo>
                  <a:pt x="1472" y="1342"/>
                </a:lnTo>
                <a:lnTo>
                  <a:pt x="1471" y="1342"/>
                </a:lnTo>
                <a:lnTo>
                  <a:pt x="1471" y="1341"/>
                </a:lnTo>
                <a:lnTo>
                  <a:pt x="1471" y="1342"/>
                </a:lnTo>
                <a:lnTo>
                  <a:pt x="1471" y="1341"/>
                </a:lnTo>
                <a:lnTo>
                  <a:pt x="1470" y="1341"/>
                </a:lnTo>
                <a:lnTo>
                  <a:pt x="1470" y="1342"/>
                </a:lnTo>
                <a:lnTo>
                  <a:pt x="1469" y="1342"/>
                </a:lnTo>
                <a:lnTo>
                  <a:pt x="1468" y="1342"/>
                </a:lnTo>
                <a:lnTo>
                  <a:pt x="1467" y="1342"/>
                </a:lnTo>
                <a:lnTo>
                  <a:pt x="1466" y="1342"/>
                </a:lnTo>
                <a:lnTo>
                  <a:pt x="1465" y="1342"/>
                </a:lnTo>
                <a:lnTo>
                  <a:pt x="1465" y="1341"/>
                </a:lnTo>
                <a:lnTo>
                  <a:pt x="1464" y="1341"/>
                </a:lnTo>
                <a:lnTo>
                  <a:pt x="1463" y="1341"/>
                </a:lnTo>
                <a:lnTo>
                  <a:pt x="1462" y="1341"/>
                </a:lnTo>
                <a:lnTo>
                  <a:pt x="1462" y="1340"/>
                </a:lnTo>
                <a:lnTo>
                  <a:pt x="1461" y="1340"/>
                </a:lnTo>
                <a:lnTo>
                  <a:pt x="1460" y="1340"/>
                </a:lnTo>
                <a:lnTo>
                  <a:pt x="1459" y="1340"/>
                </a:lnTo>
                <a:lnTo>
                  <a:pt x="1458" y="1340"/>
                </a:lnTo>
                <a:lnTo>
                  <a:pt x="1458" y="1339"/>
                </a:lnTo>
                <a:lnTo>
                  <a:pt x="1457" y="1339"/>
                </a:lnTo>
                <a:lnTo>
                  <a:pt x="1457" y="1340"/>
                </a:lnTo>
                <a:lnTo>
                  <a:pt x="1456" y="1340"/>
                </a:lnTo>
                <a:lnTo>
                  <a:pt x="1456" y="1339"/>
                </a:lnTo>
                <a:lnTo>
                  <a:pt x="1455" y="1339"/>
                </a:lnTo>
                <a:lnTo>
                  <a:pt x="1454" y="1339"/>
                </a:lnTo>
                <a:lnTo>
                  <a:pt x="1453" y="1339"/>
                </a:lnTo>
                <a:lnTo>
                  <a:pt x="1453" y="1338"/>
                </a:lnTo>
                <a:lnTo>
                  <a:pt x="1452" y="1338"/>
                </a:lnTo>
                <a:lnTo>
                  <a:pt x="1451" y="1338"/>
                </a:lnTo>
                <a:lnTo>
                  <a:pt x="1451" y="1337"/>
                </a:lnTo>
                <a:lnTo>
                  <a:pt x="1450" y="1337"/>
                </a:lnTo>
                <a:lnTo>
                  <a:pt x="1450" y="1336"/>
                </a:lnTo>
                <a:lnTo>
                  <a:pt x="1449" y="1336"/>
                </a:lnTo>
                <a:lnTo>
                  <a:pt x="1448" y="1336"/>
                </a:lnTo>
                <a:lnTo>
                  <a:pt x="1448" y="1335"/>
                </a:lnTo>
                <a:lnTo>
                  <a:pt x="1447" y="1336"/>
                </a:lnTo>
                <a:lnTo>
                  <a:pt x="1446" y="1336"/>
                </a:lnTo>
                <a:lnTo>
                  <a:pt x="1445" y="1336"/>
                </a:lnTo>
                <a:lnTo>
                  <a:pt x="1444" y="1336"/>
                </a:lnTo>
                <a:lnTo>
                  <a:pt x="1444" y="1335"/>
                </a:lnTo>
                <a:lnTo>
                  <a:pt x="1443" y="1335"/>
                </a:lnTo>
                <a:lnTo>
                  <a:pt x="1443" y="1334"/>
                </a:lnTo>
                <a:lnTo>
                  <a:pt x="1442" y="1334"/>
                </a:lnTo>
                <a:lnTo>
                  <a:pt x="1441" y="1334"/>
                </a:lnTo>
                <a:lnTo>
                  <a:pt x="1440" y="1333"/>
                </a:lnTo>
                <a:lnTo>
                  <a:pt x="1440" y="1332"/>
                </a:lnTo>
                <a:lnTo>
                  <a:pt x="1439" y="1332"/>
                </a:lnTo>
                <a:lnTo>
                  <a:pt x="1438" y="1332"/>
                </a:lnTo>
                <a:lnTo>
                  <a:pt x="1438" y="1331"/>
                </a:lnTo>
                <a:lnTo>
                  <a:pt x="1438" y="1332"/>
                </a:lnTo>
                <a:lnTo>
                  <a:pt x="1437" y="1332"/>
                </a:lnTo>
                <a:lnTo>
                  <a:pt x="1437" y="1331"/>
                </a:lnTo>
                <a:lnTo>
                  <a:pt x="1436" y="1331"/>
                </a:lnTo>
                <a:lnTo>
                  <a:pt x="1436" y="1330"/>
                </a:lnTo>
                <a:lnTo>
                  <a:pt x="1436" y="1329"/>
                </a:lnTo>
                <a:lnTo>
                  <a:pt x="1435" y="1329"/>
                </a:lnTo>
                <a:lnTo>
                  <a:pt x="1435" y="1328"/>
                </a:lnTo>
                <a:lnTo>
                  <a:pt x="1434" y="1328"/>
                </a:lnTo>
                <a:lnTo>
                  <a:pt x="1433" y="1328"/>
                </a:lnTo>
                <a:lnTo>
                  <a:pt x="1432" y="1328"/>
                </a:lnTo>
                <a:lnTo>
                  <a:pt x="1431" y="1328"/>
                </a:lnTo>
                <a:lnTo>
                  <a:pt x="1431" y="1327"/>
                </a:lnTo>
                <a:lnTo>
                  <a:pt x="1430" y="1327"/>
                </a:lnTo>
                <a:lnTo>
                  <a:pt x="1430" y="1326"/>
                </a:lnTo>
                <a:lnTo>
                  <a:pt x="1429" y="1326"/>
                </a:lnTo>
                <a:lnTo>
                  <a:pt x="1428" y="1326"/>
                </a:lnTo>
                <a:lnTo>
                  <a:pt x="1428" y="1325"/>
                </a:lnTo>
                <a:lnTo>
                  <a:pt x="1427" y="1325"/>
                </a:lnTo>
                <a:lnTo>
                  <a:pt x="1426" y="1325"/>
                </a:lnTo>
                <a:lnTo>
                  <a:pt x="1426" y="1326"/>
                </a:lnTo>
                <a:lnTo>
                  <a:pt x="1425" y="1326"/>
                </a:lnTo>
                <a:lnTo>
                  <a:pt x="1424" y="1326"/>
                </a:lnTo>
                <a:lnTo>
                  <a:pt x="1423" y="1326"/>
                </a:lnTo>
                <a:lnTo>
                  <a:pt x="1423" y="1325"/>
                </a:lnTo>
                <a:lnTo>
                  <a:pt x="1422" y="1324"/>
                </a:lnTo>
                <a:lnTo>
                  <a:pt x="1422" y="1323"/>
                </a:lnTo>
                <a:lnTo>
                  <a:pt x="1421" y="1323"/>
                </a:lnTo>
                <a:lnTo>
                  <a:pt x="1421" y="1322"/>
                </a:lnTo>
                <a:lnTo>
                  <a:pt x="1420" y="1322"/>
                </a:lnTo>
                <a:lnTo>
                  <a:pt x="1420" y="1321"/>
                </a:lnTo>
                <a:lnTo>
                  <a:pt x="1420" y="1320"/>
                </a:lnTo>
                <a:lnTo>
                  <a:pt x="1419" y="1320"/>
                </a:lnTo>
                <a:lnTo>
                  <a:pt x="1418" y="1320"/>
                </a:lnTo>
                <a:lnTo>
                  <a:pt x="1418" y="1321"/>
                </a:lnTo>
                <a:lnTo>
                  <a:pt x="1417" y="1321"/>
                </a:lnTo>
                <a:lnTo>
                  <a:pt x="1417" y="1322"/>
                </a:lnTo>
                <a:lnTo>
                  <a:pt x="1416" y="1322"/>
                </a:lnTo>
                <a:lnTo>
                  <a:pt x="1416" y="1323"/>
                </a:lnTo>
                <a:lnTo>
                  <a:pt x="1415" y="1323"/>
                </a:lnTo>
                <a:lnTo>
                  <a:pt x="1414" y="1323"/>
                </a:lnTo>
                <a:lnTo>
                  <a:pt x="1413" y="1323"/>
                </a:lnTo>
                <a:lnTo>
                  <a:pt x="1412" y="1323"/>
                </a:lnTo>
                <a:lnTo>
                  <a:pt x="1411" y="1323"/>
                </a:lnTo>
                <a:lnTo>
                  <a:pt x="1410" y="1324"/>
                </a:lnTo>
                <a:lnTo>
                  <a:pt x="1409" y="1324"/>
                </a:lnTo>
                <a:lnTo>
                  <a:pt x="1407" y="1323"/>
                </a:lnTo>
                <a:lnTo>
                  <a:pt x="1407" y="1322"/>
                </a:lnTo>
                <a:lnTo>
                  <a:pt x="1406" y="1322"/>
                </a:lnTo>
                <a:lnTo>
                  <a:pt x="1406" y="1321"/>
                </a:lnTo>
                <a:lnTo>
                  <a:pt x="1405" y="1321"/>
                </a:lnTo>
                <a:lnTo>
                  <a:pt x="1404" y="1320"/>
                </a:lnTo>
                <a:lnTo>
                  <a:pt x="1403" y="1320"/>
                </a:lnTo>
                <a:lnTo>
                  <a:pt x="1402" y="1320"/>
                </a:lnTo>
                <a:lnTo>
                  <a:pt x="1402" y="1319"/>
                </a:lnTo>
                <a:lnTo>
                  <a:pt x="1401" y="1319"/>
                </a:lnTo>
                <a:lnTo>
                  <a:pt x="1401" y="1318"/>
                </a:lnTo>
                <a:lnTo>
                  <a:pt x="1400" y="1318"/>
                </a:lnTo>
                <a:lnTo>
                  <a:pt x="1399" y="1318"/>
                </a:lnTo>
                <a:lnTo>
                  <a:pt x="1399" y="1317"/>
                </a:lnTo>
                <a:lnTo>
                  <a:pt x="1398" y="1317"/>
                </a:lnTo>
                <a:lnTo>
                  <a:pt x="1397" y="1317"/>
                </a:lnTo>
                <a:lnTo>
                  <a:pt x="1397" y="1318"/>
                </a:lnTo>
                <a:lnTo>
                  <a:pt x="1396" y="1318"/>
                </a:lnTo>
                <a:lnTo>
                  <a:pt x="1396" y="1317"/>
                </a:lnTo>
                <a:lnTo>
                  <a:pt x="1395" y="1317"/>
                </a:lnTo>
                <a:lnTo>
                  <a:pt x="1395" y="1318"/>
                </a:lnTo>
                <a:lnTo>
                  <a:pt x="1394" y="1318"/>
                </a:lnTo>
                <a:lnTo>
                  <a:pt x="1394" y="1317"/>
                </a:lnTo>
                <a:lnTo>
                  <a:pt x="1393" y="1317"/>
                </a:lnTo>
                <a:lnTo>
                  <a:pt x="1393" y="1316"/>
                </a:lnTo>
                <a:lnTo>
                  <a:pt x="1392" y="1316"/>
                </a:lnTo>
                <a:lnTo>
                  <a:pt x="1392" y="1315"/>
                </a:lnTo>
                <a:lnTo>
                  <a:pt x="1392" y="1314"/>
                </a:lnTo>
                <a:lnTo>
                  <a:pt x="1391" y="1313"/>
                </a:lnTo>
                <a:lnTo>
                  <a:pt x="1391" y="1312"/>
                </a:lnTo>
                <a:lnTo>
                  <a:pt x="1390" y="1312"/>
                </a:lnTo>
                <a:lnTo>
                  <a:pt x="1390" y="1313"/>
                </a:lnTo>
                <a:lnTo>
                  <a:pt x="1389" y="1313"/>
                </a:lnTo>
                <a:lnTo>
                  <a:pt x="1388" y="1313"/>
                </a:lnTo>
                <a:lnTo>
                  <a:pt x="1387" y="1313"/>
                </a:lnTo>
                <a:lnTo>
                  <a:pt x="1387" y="1314"/>
                </a:lnTo>
                <a:lnTo>
                  <a:pt x="1386" y="1314"/>
                </a:lnTo>
                <a:lnTo>
                  <a:pt x="1385" y="1314"/>
                </a:lnTo>
                <a:lnTo>
                  <a:pt x="1384" y="1313"/>
                </a:lnTo>
                <a:lnTo>
                  <a:pt x="1383" y="1313"/>
                </a:lnTo>
                <a:lnTo>
                  <a:pt x="1382" y="1314"/>
                </a:lnTo>
                <a:lnTo>
                  <a:pt x="1381" y="1314"/>
                </a:lnTo>
                <a:lnTo>
                  <a:pt x="1381" y="1315"/>
                </a:lnTo>
                <a:lnTo>
                  <a:pt x="1380" y="1315"/>
                </a:lnTo>
                <a:lnTo>
                  <a:pt x="1379" y="1315"/>
                </a:lnTo>
                <a:lnTo>
                  <a:pt x="1379" y="1316"/>
                </a:lnTo>
                <a:lnTo>
                  <a:pt x="1379" y="1317"/>
                </a:lnTo>
                <a:lnTo>
                  <a:pt x="1378" y="1317"/>
                </a:lnTo>
                <a:lnTo>
                  <a:pt x="1379" y="1317"/>
                </a:lnTo>
                <a:lnTo>
                  <a:pt x="1379" y="1318"/>
                </a:lnTo>
                <a:lnTo>
                  <a:pt x="1378" y="1319"/>
                </a:lnTo>
                <a:lnTo>
                  <a:pt x="1378" y="1320"/>
                </a:lnTo>
                <a:lnTo>
                  <a:pt x="1376" y="1320"/>
                </a:lnTo>
                <a:lnTo>
                  <a:pt x="1376" y="1319"/>
                </a:lnTo>
                <a:lnTo>
                  <a:pt x="1375" y="1319"/>
                </a:lnTo>
                <a:lnTo>
                  <a:pt x="1375" y="1318"/>
                </a:lnTo>
                <a:lnTo>
                  <a:pt x="1374" y="1318"/>
                </a:lnTo>
                <a:lnTo>
                  <a:pt x="1373" y="1318"/>
                </a:lnTo>
                <a:lnTo>
                  <a:pt x="1373" y="1317"/>
                </a:lnTo>
                <a:lnTo>
                  <a:pt x="1373" y="1316"/>
                </a:lnTo>
                <a:lnTo>
                  <a:pt x="1372" y="1316"/>
                </a:lnTo>
                <a:lnTo>
                  <a:pt x="1372" y="1315"/>
                </a:lnTo>
                <a:lnTo>
                  <a:pt x="1372" y="1314"/>
                </a:lnTo>
                <a:lnTo>
                  <a:pt x="1372" y="1313"/>
                </a:lnTo>
                <a:lnTo>
                  <a:pt x="1370" y="1313"/>
                </a:lnTo>
                <a:lnTo>
                  <a:pt x="1368" y="1312"/>
                </a:lnTo>
                <a:lnTo>
                  <a:pt x="1367" y="1312"/>
                </a:lnTo>
                <a:lnTo>
                  <a:pt x="1367" y="1311"/>
                </a:lnTo>
                <a:lnTo>
                  <a:pt x="1366" y="1311"/>
                </a:lnTo>
                <a:lnTo>
                  <a:pt x="1366" y="1310"/>
                </a:lnTo>
                <a:lnTo>
                  <a:pt x="1366" y="1311"/>
                </a:lnTo>
                <a:lnTo>
                  <a:pt x="1365" y="1311"/>
                </a:lnTo>
                <a:lnTo>
                  <a:pt x="1365" y="1310"/>
                </a:lnTo>
                <a:lnTo>
                  <a:pt x="1364" y="1310"/>
                </a:lnTo>
                <a:lnTo>
                  <a:pt x="1363" y="1310"/>
                </a:lnTo>
                <a:lnTo>
                  <a:pt x="1363" y="1308"/>
                </a:lnTo>
                <a:lnTo>
                  <a:pt x="1362" y="1308"/>
                </a:lnTo>
                <a:lnTo>
                  <a:pt x="1363" y="1307"/>
                </a:lnTo>
                <a:lnTo>
                  <a:pt x="1362" y="1306"/>
                </a:lnTo>
                <a:lnTo>
                  <a:pt x="1362" y="1305"/>
                </a:lnTo>
                <a:lnTo>
                  <a:pt x="1361" y="1305"/>
                </a:lnTo>
                <a:lnTo>
                  <a:pt x="1361" y="1304"/>
                </a:lnTo>
                <a:lnTo>
                  <a:pt x="1360" y="1304"/>
                </a:lnTo>
                <a:lnTo>
                  <a:pt x="1360" y="1303"/>
                </a:lnTo>
                <a:lnTo>
                  <a:pt x="1359" y="1302"/>
                </a:lnTo>
                <a:lnTo>
                  <a:pt x="1358" y="1302"/>
                </a:lnTo>
                <a:lnTo>
                  <a:pt x="1358" y="1303"/>
                </a:lnTo>
                <a:lnTo>
                  <a:pt x="1357" y="1303"/>
                </a:lnTo>
                <a:lnTo>
                  <a:pt x="1357" y="1304"/>
                </a:lnTo>
                <a:lnTo>
                  <a:pt x="1355" y="1304"/>
                </a:lnTo>
                <a:lnTo>
                  <a:pt x="1355" y="1303"/>
                </a:lnTo>
                <a:lnTo>
                  <a:pt x="1354" y="1303"/>
                </a:lnTo>
                <a:lnTo>
                  <a:pt x="1353" y="1303"/>
                </a:lnTo>
                <a:lnTo>
                  <a:pt x="1353" y="1304"/>
                </a:lnTo>
                <a:lnTo>
                  <a:pt x="1352" y="1303"/>
                </a:lnTo>
                <a:lnTo>
                  <a:pt x="1351" y="1303"/>
                </a:lnTo>
                <a:lnTo>
                  <a:pt x="1350" y="1303"/>
                </a:lnTo>
                <a:lnTo>
                  <a:pt x="1350" y="1302"/>
                </a:lnTo>
                <a:lnTo>
                  <a:pt x="1350" y="1301"/>
                </a:lnTo>
                <a:lnTo>
                  <a:pt x="1351" y="1301"/>
                </a:lnTo>
                <a:lnTo>
                  <a:pt x="1350" y="1301"/>
                </a:lnTo>
                <a:lnTo>
                  <a:pt x="1350" y="1300"/>
                </a:lnTo>
                <a:lnTo>
                  <a:pt x="1349" y="1301"/>
                </a:lnTo>
                <a:lnTo>
                  <a:pt x="1348" y="1301"/>
                </a:lnTo>
                <a:lnTo>
                  <a:pt x="1347" y="1301"/>
                </a:lnTo>
                <a:lnTo>
                  <a:pt x="1346" y="1301"/>
                </a:lnTo>
                <a:lnTo>
                  <a:pt x="1345" y="1301"/>
                </a:lnTo>
                <a:lnTo>
                  <a:pt x="1344" y="1301"/>
                </a:lnTo>
                <a:lnTo>
                  <a:pt x="1343" y="1301"/>
                </a:lnTo>
                <a:lnTo>
                  <a:pt x="1342" y="1301"/>
                </a:lnTo>
                <a:lnTo>
                  <a:pt x="1342" y="1300"/>
                </a:lnTo>
                <a:lnTo>
                  <a:pt x="1341" y="1300"/>
                </a:lnTo>
                <a:lnTo>
                  <a:pt x="1341" y="1301"/>
                </a:lnTo>
                <a:lnTo>
                  <a:pt x="1340" y="1301"/>
                </a:lnTo>
                <a:lnTo>
                  <a:pt x="1340" y="1300"/>
                </a:lnTo>
                <a:lnTo>
                  <a:pt x="1340" y="1301"/>
                </a:lnTo>
                <a:lnTo>
                  <a:pt x="1339" y="1301"/>
                </a:lnTo>
                <a:lnTo>
                  <a:pt x="1340" y="1301"/>
                </a:lnTo>
                <a:lnTo>
                  <a:pt x="1340" y="1302"/>
                </a:lnTo>
                <a:lnTo>
                  <a:pt x="1340" y="1303"/>
                </a:lnTo>
                <a:lnTo>
                  <a:pt x="1338" y="1303"/>
                </a:lnTo>
                <a:lnTo>
                  <a:pt x="1338" y="1302"/>
                </a:lnTo>
                <a:lnTo>
                  <a:pt x="1337" y="1302"/>
                </a:lnTo>
                <a:lnTo>
                  <a:pt x="1336" y="1302"/>
                </a:lnTo>
                <a:lnTo>
                  <a:pt x="1335" y="1302"/>
                </a:lnTo>
                <a:lnTo>
                  <a:pt x="1334" y="1302"/>
                </a:lnTo>
                <a:lnTo>
                  <a:pt x="1333" y="1302"/>
                </a:lnTo>
                <a:lnTo>
                  <a:pt x="1332" y="1302"/>
                </a:lnTo>
                <a:lnTo>
                  <a:pt x="1331" y="1302"/>
                </a:lnTo>
                <a:lnTo>
                  <a:pt x="1331" y="1301"/>
                </a:lnTo>
                <a:lnTo>
                  <a:pt x="1330" y="1301"/>
                </a:lnTo>
                <a:lnTo>
                  <a:pt x="1330" y="1302"/>
                </a:lnTo>
                <a:lnTo>
                  <a:pt x="1329" y="1302"/>
                </a:lnTo>
                <a:lnTo>
                  <a:pt x="1329" y="1301"/>
                </a:lnTo>
                <a:lnTo>
                  <a:pt x="1329" y="1302"/>
                </a:lnTo>
                <a:lnTo>
                  <a:pt x="1328" y="1302"/>
                </a:lnTo>
                <a:lnTo>
                  <a:pt x="1328" y="1303"/>
                </a:lnTo>
                <a:lnTo>
                  <a:pt x="1327" y="1304"/>
                </a:lnTo>
                <a:lnTo>
                  <a:pt x="1326" y="1304"/>
                </a:lnTo>
                <a:lnTo>
                  <a:pt x="1326" y="1303"/>
                </a:lnTo>
                <a:lnTo>
                  <a:pt x="1325" y="1303"/>
                </a:lnTo>
                <a:lnTo>
                  <a:pt x="1325" y="1304"/>
                </a:lnTo>
                <a:lnTo>
                  <a:pt x="1324" y="1303"/>
                </a:lnTo>
                <a:lnTo>
                  <a:pt x="1323" y="1303"/>
                </a:lnTo>
                <a:lnTo>
                  <a:pt x="1323" y="1304"/>
                </a:lnTo>
                <a:lnTo>
                  <a:pt x="1322" y="1305"/>
                </a:lnTo>
                <a:lnTo>
                  <a:pt x="1321" y="1305"/>
                </a:lnTo>
                <a:lnTo>
                  <a:pt x="1322" y="1305"/>
                </a:lnTo>
                <a:lnTo>
                  <a:pt x="1321" y="1305"/>
                </a:lnTo>
                <a:lnTo>
                  <a:pt x="1320" y="1306"/>
                </a:lnTo>
                <a:lnTo>
                  <a:pt x="1319" y="1306"/>
                </a:lnTo>
                <a:lnTo>
                  <a:pt x="1318" y="1306"/>
                </a:lnTo>
                <a:lnTo>
                  <a:pt x="1316" y="1306"/>
                </a:lnTo>
                <a:lnTo>
                  <a:pt x="1315" y="1306"/>
                </a:lnTo>
                <a:lnTo>
                  <a:pt x="1314" y="1305"/>
                </a:lnTo>
                <a:lnTo>
                  <a:pt x="1313" y="1305"/>
                </a:lnTo>
                <a:lnTo>
                  <a:pt x="1313" y="1306"/>
                </a:lnTo>
                <a:lnTo>
                  <a:pt x="1313" y="1305"/>
                </a:lnTo>
                <a:lnTo>
                  <a:pt x="1312" y="1305"/>
                </a:lnTo>
                <a:lnTo>
                  <a:pt x="1312" y="1306"/>
                </a:lnTo>
                <a:lnTo>
                  <a:pt x="1309" y="1306"/>
                </a:lnTo>
                <a:lnTo>
                  <a:pt x="1308" y="1306"/>
                </a:lnTo>
                <a:lnTo>
                  <a:pt x="1307" y="1306"/>
                </a:lnTo>
                <a:lnTo>
                  <a:pt x="1305" y="1306"/>
                </a:lnTo>
                <a:lnTo>
                  <a:pt x="1305" y="1305"/>
                </a:lnTo>
                <a:lnTo>
                  <a:pt x="1304" y="1305"/>
                </a:lnTo>
                <a:lnTo>
                  <a:pt x="1304" y="1306"/>
                </a:lnTo>
                <a:lnTo>
                  <a:pt x="1304" y="1307"/>
                </a:lnTo>
                <a:lnTo>
                  <a:pt x="1305" y="1307"/>
                </a:lnTo>
                <a:lnTo>
                  <a:pt x="1304" y="1307"/>
                </a:lnTo>
                <a:lnTo>
                  <a:pt x="1304" y="1308"/>
                </a:lnTo>
                <a:lnTo>
                  <a:pt x="1304" y="1309"/>
                </a:lnTo>
                <a:lnTo>
                  <a:pt x="1303" y="1309"/>
                </a:lnTo>
                <a:lnTo>
                  <a:pt x="1302" y="1309"/>
                </a:lnTo>
                <a:lnTo>
                  <a:pt x="1302" y="1308"/>
                </a:lnTo>
                <a:lnTo>
                  <a:pt x="1301" y="1308"/>
                </a:lnTo>
                <a:lnTo>
                  <a:pt x="1301" y="1309"/>
                </a:lnTo>
                <a:lnTo>
                  <a:pt x="1300" y="1309"/>
                </a:lnTo>
                <a:lnTo>
                  <a:pt x="1299" y="1309"/>
                </a:lnTo>
                <a:lnTo>
                  <a:pt x="1298" y="1310"/>
                </a:lnTo>
                <a:lnTo>
                  <a:pt x="1297" y="1310"/>
                </a:lnTo>
                <a:lnTo>
                  <a:pt x="1296" y="1310"/>
                </a:lnTo>
                <a:lnTo>
                  <a:pt x="1296" y="1309"/>
                </a:lnTo>
                <a:lnTo>
                  <a:pt x="1295" y="1309"/>
                </a:lnTo>
                <a:lnTo>
                  <a:pt x="1295" y="1310"/>
                </a:lnTo>
                <a:lnTo>
                  <a:pt x="1294" y="1310"/>
                </a:lnTo>
                <a:lnTo>
                  <a:pt x="1293" y="1310"/>
                </a:lnTo>
                <a:lnTo>
                  <a:pt x="1292" y="1310"/>
                </a:lnTo>
                <a:lnTo>
                  <a:pt x="1291" y="1310"/>
                </a:lnTo>
                <a:lnTo>
                  <a:pt x="1290" y="1310"/>
                </a:lnTo>
                <a:lnTo>
                  <a:pt x="1289" y="1310"/>
                </a:lnTo>
                <a:lnTo>
                  <a:pt x="1289" y="1311"/>
                </a:lnTo>
                <a:lnTo>
                  <a:pt x="1288" y="1311"/>
                </a:lnTo>
                <a:lnTo>
                  <a:pt x="1287" y="1311"/>
                </a:lnTo>
                <a:lnTo>
                  <a:pt x="1286" y="1311"/>
                </a:lnTo>
                <a:lnTo>
                  <a:pt x="1285" y="1311"/>
                </a:lnTo>
                <a:lnTo>
                  <a:pt x="1284" y="1311"/>
                </a:lnTo>
                <a:lnTo>
                  <a:pt x="1284" y="1310"/>
                </a:lnTo>
                <a:lnTo>
                  <a:pt x="1283" y="1310"/>
                </a:lnTo>
                <a:lnTo>
                  <a:pt x="1282" y="1310"/>
                </a:lnTo>
                <a:lnTo>
                  <a:pt x="1281" y="1310"/>
                </a:lnTo>
                <a:lnTo>
                  <a:pt x="1281" y="1311"/>
                </a:lnTo>
                <a:lnTo>
                  <a:pt x="1280" y="1311"/>
                </a:lnTo>
                <a:lnTo>
                  <a:pt x="1280" y="1312"/>
                </a:lnTo>
                <a:lnTo>
                  <a:pt x="1279" y="1312"/>
                </a:lnTo>
                <a:lnTo>
                  <a:pt x="1278" y="1312"/>
                </a:lnTo>
                <a:lnTo>
                  <a:pt x="1277" y="1312"/>
                </a:lnTo>
                <a:lnTo>
                  <a:pt x="1276" y="1312"/>
                </a:lnTo>
                <a:lnTo>
                  <a:pt x="1275" y="1312"/>
                </a:lnTo>
                <a:lnTo>
                  <a:pt x="1275" y="1313"/>
                </a:lnTo>
                <a:lnTo>
                  <a:pt x="1274" y="1313"/>
                </a:lnTo>
                <a:lnTo>
                  <a:pt x="1273" y="1313"/>
                </a:lnTo>
                <a:lnTo>
                  <a:pt x="1272" y="1313"/>
                </a:lnTo>
                <a:lnTo>
                  <a:pt x="1271" y="1313"/>
                </a:lnTo>
                <a:lnTo>
                  <a:pt x="1271" y="1314"/>
                </a:lnTo>
                <a:lnTo>
                  <a:pt x="1270" y="1314"/>
                </a:lnTo>
                <a:lnTo>
                  <a:pt x="1269" y="1314"/>
                </a:lnTo>
                <a:lnTo>
                  <a:pt x="1269" y="1315"/>
                </a:lnTo>
                <a:lnTo>
                  <a:pt x="1268" y="1315"/>
                </a:lnTo>
                <a:lnTo>
                  <a:pt x="1267" y="1315"/>
                </a:lnTo>
                <a:lnTo>
                  <a:pt x="1266" y="1314"/>
                </a:lnTo>
                <a:lnTo>
                  <a:pt x="1264" y="1314"/>
                </a:lnTo>
                <a:lnTo>
                  <a:pt x="1263" y="1314"/>
                </a:lnTo>
                <a:lnTo>
                  <a:pt x="1263" y="1313"/>
                </a:lnTo>
                <a:lnTo>
                  <a:pt x="1262" y="1313"/>
                </a:lnTo>
                <a:lnTo>
                  <a:pt x="1262" y="1314"/>
                </a:lnTo>
                <a:lnTo>
                  <a:pt x="1262" y="1313"/>
                </a:lnTo>
                <a:lnTo>
                  <a:pt x="1261" y="1313"/>
                </a:lnTo>
                <a:lnTo>
                  <a:pt x="1261" y="1314"/>
                </a:lnTo>
                <a:lnTo>
                  <a:pt x="1260" y="1314"/>
                </a:lnTo>
                <a:lnTo>
                  <a:pt x="1260" y="1313"/>
                </a:lnTo>
                <a:lnTo>
                  <a:pt x="1259" y="1313"/>
                </a:lnTo>
                <a:lnTo>
                  <a:pt x="1259" y="1312"/>
                </a:lnTo>
                <a:lnTo>
                  <a:pt x="1258" y="1311"/>
                </a:lnTo>
                <a:lnTo>
                  <a:pt x="1258" y="1310"/>
                </a:lnTo>
                <a:lnTo>
                  <a:pt x="1258" y="1308"/>
                </a:lnTo>
                <a:lnTo>
                  <a:pt x="1258" y="1307"/>
                </a:lnTo>
                <a:lnTo>
                  <a:pt x="1257" y="1307"/>
                </a:lnTo>
                <a:lnTo>
                  <a:pt x="1256" y="1307"/>
                </a:lnTo>
                <a:lnTo>
                  <a:pt x="1256" y="1306"/>
                </a:lnTo>
                <a:lnTo>
                  <a:pt x="1255" y="1306"/>
                </a:lnTo>
                <a:lnTo>
                  <a:pt x="1254" y="1306"/>
                </a:lnTo>
                <a:lnTo>
                  <a:pt x="1254" y="1307"/>
                </a:lnTo>
                <a:lnTo>
                  <a:pt x="1253" y="1307"/>
                </a:lnTo>
                <a:lnTo>
                  <a:pt x="1252" y="1307"/>
                </a:lnTo>
                <a:lnTo>
                  <a:pt x="1251" y="1307"/>
                </a:lnTo>
                <a:lnTo>
                  <a:pt x="1250" y="1307"/>
                </a:lnTo>
                <a:lnTo>
                  <a:pt x="1250" y="1308"/>
                </a:lnTo>
                <a:lnTo>
                  <a:pt x="1249" y="1308"/>
                </a:lnTo>
                <a:lnTo>
                  <a:pt x="1249" y="1309"/>
                </a:lnTo>
                <a:lnTo>
                  <a:pt x="1248" y="1309"/>
                </a:lnTo>
                <a:lnTo>
                  <a:pt x="1248" y="1310"/>
                </a:lnTo>
                <a:lnTo>
                  <a:pt x="1247" y="1310"/>
                </a:lnTo>
                <a:lnTo>
                  <a:pt x="1247" y="1311"/>
                </a:lnTo>
                <a:lnTo>
                  <a:pt x="1245" y="1312"/>
                </a:lnTo>
                <a:lnTo>
                  <a:pt x="1245" y="1313"/>
                </a:lnTo>
                <a:lnTo>
                  <a:pt x="1244" y="1313"/>
                </a:lnTo>
                <a:lnTo>
                  <a:pt x="1243" y="1313"/>
                </a:lnTo>
                <a:lnTo>
                  <a:pt x="1243" y="1312"/>
                </a:lnTo>
                <a:lnTo>
                  <a:pt x="1242" y="1312"/>
                </a:lnTo>
                <a:lnTo>
                  <a:pt x="1242" y="1313"/>
                </a:lnTo>
                <a:lnTo>
                  <a:pt x="1241" y="1313"/>
                </a:lnTo>
                <a:lnTo>
                  <a:pt x="1240" y="1313"/>
                </a:lnTo>
                <a:lnTo>
                  <a:pt x="1240" y="1312"/>
                </a:lnTo>
                <a:lnTo>
                  <a:pt x="1239" y="1312"/>
                </a:lnTo>
                <a:lnTo>
                  <a:pt x="1239" y="1313"/>
                </a:lnTo>
                <a:lnTo>
                  <a:pt x="1238" y="1313"/>
                </a:lnTo>
                <a:lnTo>
                  <a:pt x="1237" y="1313"/>
                </a:lnTo>
                <a:lnTo>
                  <a:pt x="1237" y="1314"/>
                </a:lnTo>
                <a:lnTo>
                  <a:pt x="1237" y="1313"/>
                </a:lnTo>
                <a:lnTo>
                  <a:pt x="1236" y="1313"/>
                </a:lnTo>
                <a:lnTo>
                  <a:pt x="1235" y="1314"/>
                </a:lnTo>
                <a:lnTo>
                  <a:pt x="1234" y="1314"/>
                </a:lnTo>
                <a:lnTo>
                  <a:pt x="1234" y="1315"/>
                </a:lnTo>
                <a:lnTo>
                  <a:pt x="1233" y="1316"/>
                </a:lnTo>
                <a:lnTo>
                  <a:pt x="1232" y="1317"/>
                </a:lnTo>
                <a:lnTo>
                  <a:pt x="1231" y="1317"/>
                </a:lnTo>
                <a:lnTo>
                  <a:pt x="1231" y="1318"/>
                </a:lnTo>
                <a:lnTo>
                  <a:pt x="1232" y="1318"/>
                </a:lnTo>
                <a:lnTo>
                  <a:pt x="1232" y="1319"/>
                </a:lnTo>
                <a:lnTo>
                  <a:pt x="1231" y="1319"/>
                </a:lnTo>
                <a:lnTo>
                  <a:pt x="1230" y="1319"/>
                </a:lnTo>
                <a:lnTo>
                  <a:pt x="1230" y="1320"/>
                </a:lnTo>
                <a:lnTo>
                  <a:pt x="1229" y="1320"/>
                </a:lnTo>
                <a:lnTo>
                  <a:pt x="1229" y="1319"/>
                </a:lnTo>
                <a:lnTo>
                  <a:pt x="1229" y="1320"/>
                </a:lnTo>
                <a:lnTo>
                  <a:pt x="1228" y="1320"/>
                </a:lnTo>
                <a:lnTo>
                  <a:pt x="1228" y="1319"/>
                </a:lnTo>
                <a:lnTo>
                  <a:pt x="1227" y="1319"/>
                </a:lnTo>
                <a:lnTo>
                  <a:pt x="1226" y="1319"/>
                </a:lnTo>
                <a:lnTo>
                  <a:pt x="1225" y="1319"/>
                </a:lnTo>
                <a:lnTo>
                  <a:pt x="1225" y="1318"/>
                </a:lnTo>
                <a:lnTo>
                  <a:pt x="1224" y="1318"/>
                </a:lnTo>
                <a:lnTo>
                  <a:pt x="1224" y="1319"/>
                </a:lnTo>
                <a:lnTo>
                  <a:pt x="1223" y="1319"/>
                </a:lnTo>
                <a:lnTo>
                  <a:pt x="1222" y="1319"/>
                </a:lnTo>
                <a:lnTo>
                  <a:pt x="1222" y="1320"/>
                </a:lnTo>
                <a:lnTo>
                  <a:pt x="1221" y="1320"/>
                </a:lnTo>
                <a:lnTo>
                  <a:pt x="1220" y="1320"/>
                </a:lnTo>
                <a:lnTo>
                  <a:pt x="1220" y="1319"/>
                </a:lnTo>
                <a:lnTo>
                  <a:pt x="1220" y="1320"/>
                </a:lnTo>
                <a:lnTo>
                  <a:pt x="1219" y="1320"/>
                </a:lnTo>
                <a:lnTo>
                  <a:pt x="1219" y="1319"/>
                </a:lnTo>
                <a:lnTo>
                  <a:pt x="1218" y="1319"/>
                </a:lnTo>
                <a:lnTo>
                  <a:pt x="1217" y="1319"/>
                </a:lnTo>
                <a:lnTo>
                  <a:pt x="1217" y="1320"/>
                </a:lnTo>
                <a:lnTo>
                  <a:pt x="1216" y="1320"/>
                </a:lnTo>
                <a:lnTo>
                  <a:pt x="1215" y="1320"/>
                </a:lnTo>
                <a:lnTo>
                  <a:pt x="1215" y="1319"/>
                </a:lnTo>
                <a:lnTo>
                  <a:pt x="1215" y="1320"/>
                </a:lnTo>
                <a:lnTo>
                  <a:pt x="1214" y="1320"/>
                </a:lnTo>
                <a:lnTo>
                  <a:pt x="1213" y="1320"/>
                </a:lnTo>
                <a:lnTo>
                  <a:pt x="1212" y="1320"/>
                </a:lnTo>
                <a:lnTo>
                  <a:pt x="1212" y="1321"/>
                </a:lnTo>
                <a:lnTo>
                  <a:pt x="1211" y="1321"/>
                </a:lnTo>
                <a:lnTo>
                  <a:pt x="1211" y="1322"/>
                </a:lnTo>
                <a:lnTo>
                  <a:pt x="1211" y="1323"/>
                </a:lnTo>
                <a:lnTo>
                  <a:pt x="1211" y="1322"/>
                </a:lnTo>
                <a:lnTo>
                  <a:pt x="1210" y="1322"/>
                </a:lnTo>
                <a:lnTo>
                  <a:pt x="1210" y="1323"/>
                </a:lnTo>
                <a:lnTo>
                  <a:pt x="1210" y="1322"/>
                </a:lnTo>
                <a:lnTo>
                  <a:pt x="1209" y="1322"/>
                </a:lnTo>
                <a:lnTo>
                  <a:pt x="1208" y="1323"/>
                </a:lnTo>
                <a:lnTo>
                  <a:pt x="1207" y="1323"/>
                </a:lnTo>
                <a:lnTo>
                  <a:pt x="1207" y="1322"/>
                </a:lnTo>
                <a:lnTo>
                  <a:pt x="1206" y="1322"/>
                </a:lnTo>
                <a:lnTo>
                  <a:pt x="1206" y="1321"/>
                </a:lnTo>
                <a:lnTo>
                  <a:pt x="1206" y="1320"/>
                </a:lnTo>
                <a:lnTo>
                  <a:pt x="1205" y="1320"/>
                </a:lnTo>
                <a:lnTo>
                  <a:pt x="1205" y="1319"/>
                </a:lnTo>
                <a:lnTo>
                  <a:pt x="1204" y="1319"/>
                </a:lnTo>
                <a:lnTo>
                  <a:pt x="1203" y="1319"/>
                </a:lnTo>
                <a:lnTo>
                  <a:pt x="1203" y="1320"/>
                </a:lnTo>
                <a:lnTo>
                  <a:pt x="1202" y="1320"/>
                </a:lnTo>
                <a:lnTo>
                  <a:pt x="1201" y="1320"/>
                </a:lnTo>
                <a:lnTo>
                  <a:pt x="1200" y="1320"/>
                </a:lnTo>
                <a:lnTo>
                  <a:pt x="1199" y="1320"/>
                </a:lnTo>
                <a:lnTo>
                  <a:pt x="1199" y="1319"/>
                </a:lnTo>
                <a:lnTo>
                  <a:pt x="1198" y="1319"/>
                </a:lnTo>
                <a:lnTo>
                  <a:pt x="1197" y="1319"/>
                </a:lnTo>
                <a:lnTo>
                  <a:pt x="1196" y="1319"/>
                </a:lnTo>
                <a:lnTo>
                  <a:pt x="1196" y="1320"/>
                </a:lnTo>
                <a:lnTo>
                  <a:pt x="1195" y="1320"/>
                </a:lnTo>
                <a:lnTo>
                  <a:pt x="1194" y="1320"/>
                </a:lnTo>
                <a:lnTo>
                  <a:pt x="1193" y="1320"/>
                </a:lnTo>
                <a:lnTo>
                  <a:pt x="1193" y="1321"/>
                </a:lnTo>
                <a:lnTo>
                  <a:pt x="1193" y="1322"/>
                </a:lnTo>
                <a:lnTo>
                  <a:pt x="1193" y="1323"/>
                </a:lnTo>
                <a:lnTo>
                  <a:pt x="1192" y="1323"/>
                </a:lnTo>
                <a:lnTo>
                  <a:pt x="1191" y="1323"/>
                </a:lnTo>
                <a:lnTo>
                  <a:pt x="1190" y="1323"/>
                </a:lnTo>
                <a:lnTo>
                  <a:pt x="1190" y="1324"/>
                </a:lnTo>
                <a:lnTo>
                  <a:pt x="1190" y="1325"/>
                </a:lnTo>
                <a:lnTo>
                  <a:pt x="1189" y="1325"/>
                </a:lnTo>
                <a:lnTo>
                  <a:pt x="1189" y="1324"/>
                </a:lnTo>
                <a:lnTo>
                  <a:pt x="1189" y="1325"/>
                </a:lnTo>
                <a:lnTo>
                  <a:pt x="1188" y="1325"/>
                </a:lnTo>
                <a:lnTo>
                  <a:pt x="1187" y="1324"/>
                </a:lnTo>
                <a:lnTo>
                  <a:pt x="1186" y="1324"/>
                </a:lnTo>
                <a:lnTo>
                  <a:pt x="1186" y="1325"/>
                </a:lnTo>
                <a:lnTo>
                  <a:pt x="1186" y="1326"/>
                </a:lnTo>
                <a:lnTo>
                  <a:pt x="1185" y="1326"/>
                </a:lnTo>
                <a:lnTo>
                  <a:pt x="1184" y="1326"/>
                </a:lnTo>
                <a:lnTo>
                  <a:pt x="1183" y="1327"/>
                </a:lnTo>
                <a:lnTo>
                  <a:pt x="1182" y="1327"/>
                </a:lnTo>
                <a:lnTo>
                  <a:pt x="1181" y="1327"/>
                </a:lnTo>
                <a:lnTo>
                  <a:pt x="1180" y="1327"/>
                </a:lnTo>
                <a:lnTo>
                  <a:pt x="1179" y="1327"/>
                </a:lnTo>
                <a:lnTo>
                  <a:pt x="1178" y="1327"/>
                </a:lnTo>
                <a:lnTo>
                  <a:pt x="1177" y="1327"/>
                </a:lnTo>
                <a:lnTo>
                  <a:pt x="1176" y="1327"/>
                </a:lnTo>
                <a:lnTo>
                  <a:pt x="1176" y="1326"/>
                </a:lnTo>
                <a:lnTo>
                  <a:pt x="1175" y="1326"/>
                </a:lnTo>
                <a:lnTo>
                  <a:pt x="1174" y="1326"/>
                </a:lnTo>
                <a:lnTo>
                  <a:pt x="1174" y="1327"/>
                </a:lnTo>
                <a:lnTo>
                  <a:pt x="1174" y="1328"/>
                </a:lnTo>
                <a:lnTo>
                  <a:pt x="1174" y="1329"/>
                </a:lnTo>
                <a:lnTo>
                  <a:pt x="1173" y="1329"/>
                </a:lnTo>
                <a:lnTo>
                  <a:pt x="1172" y="1329"/>
                </a:lnTo>
                <a:lnTo>
                  <a:pt x="1171" y="1329"/>
                </a:lnTo>
                <a:lnTo>
                  <a:pt x="1170" y="1328"/>
                </a:lnTo>
                <a:lnTo>
                  <a:pt x="1169" y="1328"/>
                </a:lnTo>
                <a:lnTo>
                  <a:pt x="1168" y="1328"/>
                </a:lnTo>
                <a:lnTo>
                  <a:pt x="1168" y="1327"/>
                </a:lnTo>
                <a:lnTo>
                  <a:pt x="1167" y="1327"/>
                </a:lnTo>
                <a:lnTo>
                  <a:pt x="1167" y="1326"/>
                </a:lnTo>
                <a:lnTo>
                  <a:pt x="1167" y="1327"/>
                </a:lnTo>
                <a:lnTo>
                  <a:pt x="1166" y="1327"/>
                </a:lnTo>
                <a:lnTo>
                  <a:pt x="1166" y="1328"/>
                </a:lnTo>
                <a:lnTo>
                  <a:pt x="1165" y="1328"/>
                </a:lnTo>
                <a:lnTo>
                  <a:pt x="1165" y="1329"/>
                </a:lnTo>
                <a:lnTo>
                  <a:pt x="1164" y="1329"/>
                </a:lnTo>
                <a:lnTo>
                  <a:pt x="1164" y="1328"/>
                </a:lnTo>
                <a:lnTo>
                  <a:pt x="1164" y="1329"/>
                </a:lnTo>
                <a:lnTo>
                  <a:pt x="1163" y="1329"/>
                </a:lnTo>
                <a:lnTo>
                  <a:pt x="1163" y="1328"/>
                </a:lnTo>
                <a:lnTo>
                  <a:pt x="1163" y="1329"/>
                </a:lnTo>
                <a:lnTo>
                  <a:pt x="1162" y="1329"/>
                </a:lnTo>
                <a:lnTo>
                  <a:pt x="1162" y="1330"/>
                </a:lnTo>
                <a:lnTo>
                  <a:pt x="1161" y="1330"/>
                </a:lnTo>
                <a:lnTo>
                  <a:pt x="1161" y="1331"/>
                </a:lnTo>
                <a:lnTo>
                  <a:pt x="1160" y="1331"/>
                </a:lnTo>
                <a:lnTo>
                  <a:pt x="1160" y="1332"/>
                </a:lnTo>
                <a:lnTo>
                  <a:pt x="1160" y="1333"/>
                </a:lnTo>
                <a:lnTo>
                  <a:pt x="1159" y="1333"/>
                </a:lnTo>
                <a:lnTo>
                  <a:pt x="1157" y="1333"/>
                </a:lnTo>
                <a:lnTo>
                  <a:pt x="1156" y="1333"/>
                </a:lnTo>
                <a:lnTo>
                  <a:pt x="1155" y="1333"/>
                </a:lnTo>
                <a:lnTo>
                  <a:pt x="1154" y="1332"/>
                </a:lnTo>
                <a:lnTo>
                  <a:pt x="1153" y="1332"/>
                </a:lnTo>
                <a:lnTo>
                  <a:pt x="1152" y="1332"/>
                </a:lnTo>
                <a:lnTo>
                  <a:pt x="1152" y="1333"/>
                </a:lnTo>
                <a:lnTo>
                  <a:pt x="1151" y="1333"/>
                </a:lnTo>
                <a:lnTo>
                  <a:pt x="1151" y="1334"/>
                </a:lnTo>
                <a:lnTo>
                  <a:pt x="1150" y="1334"/>
                </a:lnTo>
                <a:lnTo>
                  <a:pt x="1149" y="1334"/>
                </a:lnTo>
                <a:lnTo>
                  <a:pt x="1149" y="1335"/>
                </a:lnTo>
                <a:lnTo>
                  <a:pt x="1148" y="1335"/>
                </a:lnTo>
                <a:lnTo>
                  <a:pt x="1147" y="1335"/>
                </a:lnTo>
                <a:lnTo>
                  <a:pt x="1147" y="1336"/>
                </a:lnTo>
                <a:lnTo>
                  <a:pt x="1146" y="1336"/>
                </a:lnTo>
                <a:lnTo>
                  <a:pt x="1145" y="1336"/>
                </a:lnTo>
                <a:lnTo>
                  <a:pt x="1144" y="1336"/>
                </a:lnTo>
                <a:lnTo>
                  <a:pt x="1144" y="1337"/>
                </a:lnTo>
                <a:lnTo>
                  <a:pt x="1144" y="1339"/>
                </a:lnTo>
                <a:lnTo>
                  <a:pt x="1144" y="1340"/>
                </a:lnTo>
                <a:lnTo>
                  <a:pt x="1143" y="1340"/>
                </a:lnTo>
                <a:lnTo>
                  <a:pt x="1144" y="1341"/>
                </a:lnTo>
                <a:lnTo>
                  <a:pt x="1143" y="1341"/>
                </a:lnTo>
                <a:lnTo>
                  <a:pt x="1143" y="1342"/>
                </a:lnTo>
                <a:lnTo>
                  <a:pt x="1143" y="1343"/>
                </a:lnTo>
                <a:lnTo>
                  <a:pt x="1144" y="1343"/>
                </a:lnTo>
                <a:lnTo>
                  <a:pt x="1144" y="1344"/>
                </a:lnTo>
                <a:lnTo>
                  <a:pt x="1145" y="1344"/>
                </a:lnTo>
                <a:lnTo>
                  <a:pt x="1145" y="1345"/>
                </a:lnTo>
                <a:lnTo>
                  <a:pt x="1145" y="1346"/>
                </a:lnTo>
                <a:lnTo>
                  <a:pt x="1144" y="1347"/>
                </a:lnTo>
                <a:lnTo>
                  <a:pt x="1143" y="1347"/>
                </a:lnTo>
                <a:lnTo>
                  <a:pt x="1143" y="1348"/>
                </a:lnTo>
                <a:lnTo>
                  <a:pt x="1142" y="1348"/>
                </a:lnTo>
                <a:lnTo>
                  <a:pt x="1143" y="1348"/>
                </a:lnTo>
                <a:lnTo>
                  <a:pt x="1143" y="1349"/>
                </a:lnTo>
                <a:lnTo>
                  <a:pt x="1141" y="1349"/>
                </a:lnTo>
                <a:lnTo>
                  <a:pt x="1140" y="1349"/>
                </a:lnTo>
                <a:lnTo>
                  <a:pt x="1140" y="1350"/>
                </a:lnTo>
                <a:lnTo>
                  <a:pt x="1140" y="1351"/>
                </a:lnTo>
                <a:lnTo>
                  <a:pt x="1139" y="1351"/>
                </a:lnTo>
                <a:lnTo>
                  <a:pt x="1139" y="1352"/>
                </a:lnTo>
                <a:lnTo>
                  <a:pt x="1139" y="1353"/>
                </a:lnTo>
                <a:lnTo>
                  <a:pt x="1139" y="1354"/>
                </a:lnTo>
                <a:lnTo>
                  <a:pt x="1139" y="1356"/>
                </a:lnTo>
                <a:lnTo>
                  <a:pt x="1138" y="1356"/>
                </a:lnTo>
                <a:lnTo>
                  <a:pt x="1138" y="1357"/>
                </a:lnTo>
                <a:lnTo>
                  <a:pt x="1137" y="1357"/>
                </a:lnTo>
                <a:lnTo>
                  <a:pt x="1136" y="1358"/>
                </a:lnTo>
                <a:lnTo>
                  <a:pt x="1135" y="1359"/>
                </a:lnTo>
                <a:lnTo>
                  <a:pt x="1135" y="1360"/>
                </a:lnTo>
                <a:lnTo>
                  <a:pt x="1135" y="1361"/>
                </a:lnTo>
                <a:lnTo>
                  <a:pt x="1135" y="1362"/>
                </a:lnTo>
                <a:lnTo>
                  <a:pt x="1134" y="1363"/>
                </a:lnTo>
                <a:lnTo>
                  <a:pt x="1134" y="1364"/>
                </a:lnTo>
                <a:lnTo>
                  <a:pt x="1133" y="1364"/>
                </a:lnTo>
                <a:lnTo>
                  <a:pt x="1132" y="1365"/>
                </a:lnTo>
                <a:lnTo>
                  <a:pt x="1132" y="1366"/>
                </a:lnTo>
                <a:lnTo>
                  <a:pt x="1131" y="1366"/>
                </a:lnTo>
                <a:lnTo>
                  <a:pt x="1131" y="1365"/>
                </a:lnTo>
                <a:lnTo>
                  <a:pt x="1130" y="1365"/>
                </a:lnTo>
                <a:lnTo>
                  <a:pt x="1130" y="1366"/>
                </a:lnTo>
                <a:lnTo>
                  <a:pt x="1129" y="1366"/>
                </a:lnTo>
                <a:lnTo>
                  <a:pt x="1129" y="1367"/>
                </a:lnTo>
                <a:lnTo>
                  <a:pt x="1128" y="1367"/>
                </a:lnTo>
                <a:lnTo>
                  <a:pt x="1127" y="1368"/>
                </a:lnTo>
                <a:lnTo>
                  <a:pt x="1126" y="1368"/>
                </a:lnTo>
                <a:lnTo>
                  <a:pt x="1126" y="1369"/>
                </a:lnTo>
                <a:lnTo>
                  <a:pt x="1126" y="1370"/>
                </a:lnTo>
                <a:lnTo>
                  <a:pt x="1124" y="1370"/>
                </a:lnTo>
                <a:lnTo>
                  <a:pt x="1124" y="1371"/>
                </a:lnTo>
                <a:lnTo>
                  <a:pt x="1123" y="1371"/>
                </a:lnTo>
                <a:lnTo>
                  <a:pt x="1123" y="1372"/>
                </a:lnTo>
                <a:lnTo>
                  <a:pt x="1122" y="1372"/>
                </a:lnTo>
                <a:lnTo>
                  <a:pt x="1121" y="1372"/>
                </a:lnTo>
                <a:lnTo>
                  <a:pt x="1119" y="1372"/>
                </a:lnTo>
                <a:lnTo>
                  <a:pt x="1119" y="1371"/>
                </a:lnTo>
                <a:lnTo>
                  <a:pt x="1118" y="1372"/>
                </a:lnTo>
                <a:lnTo>
                  <a:pt x="1116" y="1372"/>
                </a:lnTo>
                <a:lnTo>
                  <a:pt x="1114" y="1372"/>
                </a:lnTo>
                <a:lnTo>
                  <a:pt x="1114" y="1373"/>
                </a:lnTo>
                <a:lnTo>
                  <a:pt x="1112" y="1373"/>
                </a:lnTo>
                <a:lnTo>
                  <a:pt x="1111" y="1373"/>
                </a:lnTo>
                <a:lnTo>
                  <a:pt x="1111" y="1372"/>
                </a:lnTo>
                <a:lnTo>
                  <a:pt x="1110" y="1372"/>
                </a:lnTo>
                <a:lnTo>
                  <a:pt x="1109" y="1372"/>
                </a:lnTo>
                <a:lnTo>
                  <a:pt x="1109" y="1373"/>
                </a:lnTo>
                <a:lnTo>
                  <a:pt x="1108" y="1373"/>
                </a:lnTo>
                <a:lnTo>
                  <a:pt x="1107" y="1373"/>
                </a:lnTo>
                <a:lnTo>
                  <a:pt x="1106" y="1373"/>
                </a:lnTo>
                <a:lnTo>
                  <a:pt x="1105" y="1373"/>
                </a:lnTo>
                <a:lnTo>
                  <a:pt x="1105" y="1374"/>
                </a:lnTo>
                <a:lnTo>
                  <a:pt x="1104" y="1374"/>
                </a:lnTo>
                <a:lnTo>
                  <a:pt x="1103" y="1374"/>
                </a:lnTo>
                <a:lnTo>
                  <a:pt x="1102" y="1375"/>
                </a:lnTo>
                <a:lnTo>
                  <a:pt x="1101" y="1375"/>
                </a:lnTo>
                <a:lnTo>
                  <a:pt x="1100" y="1375"/>
                </a:lnTo>
                <a:lnTo>
                  <a:pt x="1099" y="1375"/>
                </a:lnTo>
                <a:lnTo>
                  <a:pt x="1098" y="1376"/>
                </a:lnTo>
                <a:lnTo>
                  <a:pt x="1098" y="1377"/>
                </a:lnTo>
                <a:lnTo>
                  <a:pt x="1097" y="1377"/>
                </a:lnTo>
                <a:lnTo>
                  <a:pt x="1096" y="1377"/>
                </a:lnTo>
                <a:lnTo>
                  <a:pt x="1096" y="1378"/>
                </a:lnTo>
                <a:lnTo>
                  <a:pt x="1095" y="1378"/>
                </a:lnTo>
                <a:lnTo>
                  <a:pt x="1095" y="1379"/>
                </a:lnTo>
                <a:lnTo>
                  <a:pt x="1095" y="1380"/>
                </a:lnTo>
                <a:lnTo>
                  <a:pt x="1094" y="1380"/>
                </a:lnTo>
                <a:lnTo>
                  <a:pt x="1094" y="1381"/>
                </a:lnTo>
                <a:lnTo>
                  <a:pt x="1094" y="1383"/>
                </a:lnTo>
                <a:lnTo>
                  <a:pt x="1093" y="1383"/>
                </a:lnTo>
                <a:lnTo>
                  <a:pt x="1093" y="1384"/>
                </a:lnTo>
                <a:lnTo>
                  <a:pt x="1092" y="1384"/>
                </a:lnTo>
                <a:lnTo>
                  <a:pt x="1092" y="1385"/>
                </a:lnTo>
                <a:lnTo>
                  <a:pt x="1091" y="1385"/>
                </a:lnTo>
                <a:lnTo>
                  <a:pt x="1091" y="1386"/>
                </a:lnTo>
                <a:lnTo>
                  <a:pt x="1090" y="1386"/>
                </a:lnTo>
                <a:lnTo>
                  <a:pt x="1089" y="1386"/>
                </a:lnTo>
                <a:lnTo>
                  <a:pt x="1088" y="1387"/>
                </a:lnTo>
                <a:lnTo>
                  <a:pt x="1088" y="1386"/>
                </a:lnTo>
                <a:lnTo>
                  <a:pt x="1087" y="1386"/>
                </a:lnTo>
                <a:lnTo>
                  <a:pt x="1087" y="1385"/>
                </a:lnTo>
                <a:lnTo>
                  <a:pt x="1086" y="1385"/>
                </a:lnTo>
                <a:lnTo>
                  <a:pt x="1085" y="1385"/>
                </a:lnTo>
                <a:lnTo>
                  <a:pt x="1085" y="1384"/>
                </a:lnTo>
                <a:lnTo>
                  <a:pt x="1084" y="1384"/>
                </a:lnTo>
                <a:lnTo>
                  <a:pt x="1084" y="1383"/>
                </a:lnTo>
                <a:lnTo>
                  <a:pt x="1084" y="1382"/>
                </a:lnTo>
                <a:lnTo>
                  <a:pt x="1083" y="1382"/>
                </a:lnTo>
                <a:lnTo>
                  <a:pt x="1082" y="1382"/>
                </a:lnTo>
                <a:lnTo>
                  <a:pt x="1081" y="1382"/>
                </a:lnTo>
                <a:lnTo>
                  <a:pt x="1079" y="1382"/>
                </a:lnTo>
                <a:lnTo>
                  <a:pt x="1078" y="1382"/>
                </a:lnTo>
                <a:lnTo>
                  <a:pt x="1077" y="1382"/>
                </a:lnTo>
                <a:lnTo>
                  <a:pt x="1076" y="1381"/>
                </a:lnTo>
                <a:lnTo>
                  <a:pt x="1075" y="1381"/>
                </a:lnTo>
                <a:lnTo>
                  <a:pt x="1073" y="1381"/>
                </a:lnTo>
                <a:lnTo>
                  <a:pt x="1073" y="1380"/>
                </a:lnTo>
                <a:lnTo>
                  <a:pt x="1072" y="1380"/>
                </a:lnTo>
                <a:lnTo>
                  <a:pt x="1071" y="1380"/>
                </a:lnTo>
                <a:lnTo>
                  <a:pt x="1070" y="1380"/>
                </a:lnTo>
                <a:lnTo>
                  <a:pt x="1070" y="1379"/>
                </a:lnTo>
                <a:lnTo>
                  <a:pt x="1070" y="1378"/>
                </a:lnTo>
                <a:lnTo>
                  <a:pt x="1070" y="1377"/>
                </a:lnTo>
                <a:lnTo>
                  <a:pt x="1069" y="1376"/>
                </a:lnTo>
                <a:lnTo>
                  <a:pt x="1068" y="1375"/>
                </a:lnTo>
                <a:lnTo>
                  <a:pt x="1066" y="1374"/>
                </a:lnTo>
                <a:lnTo>
                  <a:pt x="1065" y="1374"/>
                </a:lnTo>
                <a:lnTo>
                  <a:pt x="1065" y="1373"/>
                </a:lnTo>
                <a:lnTo>
                  <a:pt x="1064" y="1373"/>
                </a:lnTo>
                <a:lnTo>
                  <a:pt x="1063" y="1373"/>
                </a:lnTo>
                <a:lnTo>
                  <a:pt x="1062" y="1373"/>
                </a:lnTo>
                <a:lnTo>
                  <a:pt x="1062" y="1372"/>
                </a:lnTo>
                <a:lnTo>
                  <a:pt x="1063" y="1372"/>
                </a:lnTo>
                <a:lnTo>
                  <a:pt x="1063" y="1371"/>
                </a:lnTo>
                <a:lnTo>
                  <a:pt x="1062" y="1371"/>
                </a:lnTo>
                <a:lnTo>
                  <a:pt x="1061" y="1371"/>
                </a:lnTo>
                <a:lnTo>
                  <a:pt x="1060" y="1372"/>
                </a:lnTo>
                <a:lnTo>
                  <a:pt x="1059" y="1372"/>
                </a:lnTo>
                <a:lnTo>
                  <a:pt x="1058" y="1372"/>
                </a:lnTo>
                <a:lnTo>
                  <a:pt x="1057" y="1372"/>
                </a:lnTo>
                <a:lnTo>
                  <a:pt x="1057" y="1373"/>
                </a:lnTo>
                <a:lnTo>
                  <a:pt x="1057" y="1374"/>
                </a:lnTo>
                <a:lnTo>
                  <a:pt x="1056" y="1374"/>
                </a:lnTo>
                <a:lnTo>
                  <a:pt x="1055" y="1374"/>
                </a:lnTo>
                <a:lnTo>
                  <a:pt x="1054" y="1374"/>
                </a:lnTo>
                <a:lnTo>
                  <a:pt x="1054" y="1375"/>
                </a:lnTo>
                <a:lnTo>
                  <a:pt x="1053" y="1375"/>
                </a:lnTo>
                <a:lnTo>
                  <a:pt x="1052" y="1375"/>
                </a:lnTo>
                <a:lnTo>
                  <a:pt x="1051" y="1375"/>
                </a:lnTo>
                <a:lnTo>
                  <a:pt x="1050" y="1376"/>
                </a:lnTo>
                <a:lnTo>
                  <a:pt x="1049" y="1376"/>
                </a:lnTo>
                <a:lnTo>
                  <a:pt x="1048" y="1376"/>
                </a:lnTo>
                <a:lnTo>
                  <a:pt x="1047" y="1376"/>
                </a:lnTo>
                <a:lnTo>
                  <a:pt x="1046" y="1376"/>
                </a:lnTo>
                <a:lnTo>
                  <a:pt x="1045" y="1376"/>
                </a:lnTo>
                <a:lnTo>
                  <a:pt x="1044" y="1376"/>
                </a:lnTo>
                <a:lnTo>
                  <a:pt x="1044" y="1375"/>
                </a:lnTo>
                <a:lnTo>
                  <a:pt x="1043" y="1375"/>
                </a:lnTo>
                <a:lnTo>
                  <a:pt x="1042" y="1375"/>
                </a:lnTo>
                <a:lnTo>
                  <a:pt x="1041" y="1375"/>
                </a:lnTo>
                <a:lnTo>
                  <a:pt x="1040" y="1375"/>
                </a:lnTo>
                <a:lnTo>
                  <a:pt x="1039" y="1375"/>
                </a:lnTo>
                <a:lnTo>
                  <a:pt x="1039" y="1376"/>
                </a:lnTo>
                <a:lnTo>
                  <a:pt x="1038" y="1376"/>
                </a:lnTo>
                <a:lnTo>
                  <a:pt x="1037" y="1376"/>
                </a:lnTo>
                <a:lnTo>
                  <a:pt x="1036" y="1378"/>
                </a:lnTo>
                <a:lnTo>
                  <a:pt x="1035" y="1378"/>
                </a:lnTo>
                <a:lnTo>
                  <a:pt x="1034" y="1379"/>
                </a:lnTo>
                <a:lnTo>
                  <a:pt x="1034" y="1380"/>
                </a:lnTo>
                <a:lnTo>
                  <a:pt x="1033" y="1380"/>
                </a:lnTo>
                <a:lnTo>
                  <a:pt x="1032" y="1380"/>
                </a:lnTo>
                <a:lnTo>
                  <a:pt x="1031" y="1381"/>
                </a:lnTo>
                <a:lnTo>
                  <a:pt x="1030" y="1381"/>
                </a:lnTo>
                <a:lnTo>
                  <a:pt x="1029" y="1381"/>
                </a:lnTo>
                <a:lnTo>
                  <a:pt x="1027" y="1382"/>
                </a:lnTo>
                <a:lnTo>
                  <a:pt x="1026" y="1382"/>
                </a:lnTo>
                <a:lnTo>
                  <a:pt x="1025" y="1383"/>
                </a:lnTo>
                <a:lnTo>
                  <a:pt x="1024" y="1383"/>
                </a:lnTo>
                <a:lnTo>
                  <a:pt x="1024" y="1384"/>
                </a:lnTo>
                <a:lnTo>
                  <a:pt x="1023" y="1384"/>
                </a:lnTo>
                <a:lnTo>
                  <a:pt x="1022" y="1384"/>
                </a:lnTo>
                <a:lnTo>
                  <a:pt x="1022" y="1385"/>
                </a:lnTo>
                <a:lnTo>
                  <a:pt x="1021" y="1385"/>
                </a:lnTo>
                <a:lnTo>
                  <a:pt x="1021" y="1386"/>
                </a:lnTo>
                <a:lnTo>
                  <a:pt x="1020" y="1386"/>
                </a:lnTo>
                <a:lnTo>
                  <a:pt x="1019" y="1386"/>
                </a:lnTo>
                <a:lnTo>
                  <a:pt x="1018" y="1386"/>
                </a:lnTo>
                <a:lnTo>
                  <a:pt x="1018" y="1387"/>
                </a:lnTo>
                <a:lnTo>
                  <a:pt x="1017" y="1387"/>
                </a:lnTo>
                <a:lnTo>
                  <a:pt x="1016" y="1387"/>
                </a:lnTo>
                <a:lnTo>
                  <a:pt x="1016" y="1388"/>
                </a:lnTo>
                <a:lnTo>
                  <a:pt x="1015" y="1388"/>
                </a:lnTo>
                <a:lnTo>
                  <a:pt x="1014" y="1388"/>
                </a:lnTo>
                <a:lnTo>
                  <a:pt x="1014" y="1389"/>
                </a:lnTo>
                <a:lnTo>
                  <a:pt x="1013" y="1389"/>
                </a:lnTo>
                <a:lnTo>
                  <a:pt x="1012" y="1389"/>
                </a:lnTo>
                <a:lnTo>
                  <a:pt x="1011" y="1389"/>
                </a:lnTo>
                <a:lnTo>
                  <a:pt x="1010" y="1389"/>
                </a:lnTo>
                <a:lnTo>
                  <a:pt x="1009" y="1389"/>
                </a:lnTo>
                <a:lnTo>
                  <a:pt x="1008" y="1389"/>
                </a:lnTo>
                <a:lnTo>
                  <a:pt x="1007" y="1390"/>
                </a:lnTo>
                <a:lnTo>
                  <a:pt x="1006" y="1390"/>
                </a:lnTo>
                <a:lnTo>
                  <a:pt x="1005" y="1390"/>
                </a:lnTo>
                <a:lnTo>
                  <a:pt x="1004" y="1391"/>
                </a:lnTo>
                <a:lnTo>
                  <a:pt x="1003" y="1391"/>
                </a:lnTo>
                <a:lnTo>
                  <a:pt x="1002" y="1391"/>
                </a:lnTo>
                <a:lnTo>
                  <a:pt x="1001" y="1391"/>
                </a:lnTo>
                <a:lnTo>
                  <a:pt x="1001" y="1392"/>
                </a:lnTo>
                <a:lnTo>
                  <a:pt x="998" y="1392"/>
                </a:lnTo>
                <a:lnTo>
                  <a:pt x="997" y="1392"/>
                </a:lnTo>
                <a:lnTo>
                  <a:pt x="997" y="1393"/>
                </a:lnTo>
                <a:lnTo>
                  <a:pt x="996" y="1393"/>
                </a:lnTo>
                <a:lnTo>
                  <a:pt x="994" y="1394"/>
                </a:lnTo>
                <a:lnTo>
                  <a:pt x="993" y="1394"/>
                </a:lnTo>
                <a:lnTo>
                  <a:pt x="992" y="1394"/>
                </a:lnTo>
                <a:lnTo>
                  <a:pt x="991" y="1394"/>
                </a:lnTo>
                <a:lnTo>
                  <a:pt x="990" y="1395"/>
                </a:lnTo>
                <a:lnTo>
                  <a:pt x="989" y="1395"/>
                </a:lnTo>
                <a:lnTo>
                  <a:pt x="988" y="1395"/>
                </a:lnTo>
                <a:lnTo>
                  <a:pt x="987" y="1395"/>
                </a:lnTo>
                <a:lnTo>
                  <a:pt x="987" y="1396"/>
                </a:lnTo>
                <a:lnTo>
                  <a:pt x="987" y="1397"/>
                </a:lnTo>
                <a:lnTo>
                  <a:pt x="987" y="1398"/>
                </a:lnTo>
                <a:lnTo>
                  <a:pt x="988" y="1398"/>
                </a:lnTo>
                <a:lnTo>
                  <a:pt x="989" y="1398"/>
                </a:lnTo>
                <a:lnTo>
                  <a:pt x="990" y="1398"/>
                </a:lnTo>
                <a:lnTo>
                  <a:pt x="990" y="1399"/>
                </a:lnTo>
                <a:lnTo>
                  <a:pt x="989" y="1399"/>
                </a:lnTo>
                <a:lnTo>
                  <a:pt x="989" y="1400"/>
                </a:lnTo>
                <a:lnTo>
                  <a:pt x="989" y="1401"/>
                </a:lnTo>
                <a:lnTo>
                  <a:pt x="988" y="1401"/>
                </a:lnTo>
                <a:lnTo>
                  <a:pt x="988" y="1402"/>
                </a:lnTo>
                <a:lnTo>
                  <a:pt x="987" y="1403"/>
                </a:lnTo>
                <a:lnTo>
                  <a:pt x="988" y="1403"/>
                </a:lnTo>
                <a:lnTo>
                  <a:pt x="987" y="1403"/>
                </a:lnTo>
                <a:lnTo>
                  <a:pt x="986" y="1404"/>
                </a:lnTo>
                <a:lnTo>
                  <a:pt x="985" y="1404"/>
                </a:lnTo>
                <a:lnTo>
                  <a:pt x="984" y="1405"/>
                </a:lnTo>
                <a:lnTo>
                  <a:pt x="983" y="1405"/>
                </a:lnTo>
                <a:lnTo>
                  <a:pt x="983" y="1406"/>
                </a:lnTo>
                <a:lnTo>
                  <a:pt x="982" y="1406"/>
                </a:lnTo>
                <a:lnTo>
                  <a:pt x="981" y="1406"/>
                </a:lnTo>
                <a:lnTo>
                  <a:pt x="981" y="1407"/>
                </a:lnTo>
                <a:lnTo>
                  <a:pt x="980" y="1407"/>
                </a:lnTo>
                <a:lnTo>
                  <a:pt x="979" y="1407"/>
                </a:lnTo>
                <a:lnTo>
                  <a:pt x="979" y="1408"/>
                </a:lnTo>
                <a:lnTo>
                  <a:pt x="978" y="1408"/>
                </a:lnTo>
                <a:lnTo>
                  <a:pt x="978" y="1409"/>
                </a:lnTo>
                <a:lnTo>
                  <a:pt x="977" y="1409"/>
                </a:lnTo>
                <a:lnTo>
                  <a:pt x="977" y="1410"/>
                </a:lnTo>
                <a:lnTo>
                  <a:pt x="976" y="1410"/>
                </a:lnTo>
                <a:lnTo>
                  <a:pt x="975" y="1410"/>
                </a:lnTo>
                <a:lnTo>
                  <a:pt x="974" y="1410"/>
                </a:lnTo>
                <a:lnTo>
                  <a:pt x="973" y="1410"/>
                </a:lnTo>
                <a:lnTo>
                  <a:pt x="972" y="1410"/>
                </a:lnTo>
                <a:lnTo>
                  <a:pt x="971" y="1410"/>
                </a:lnTo>
                <a:lnTo>
                  <a:pt x="970" y="1411"/>
                </a:lnTo>
                <a:lnTo>
                  <a:pt x="969" y="1411"/>
                </a:lnTo>
                <a:lnTo>
                  <a:pt x="969" y="1412"/>
                </a:lnTo>
                <a:lnTo>
                  <a:pt x="968" y="1412"/>
                </a:lnTo>
                <a:lnTo>
                  <a:pt x="968" y="1411"/>
                </a:lnTo>
                <a:lnTo>
                  <a:pt x="967" y="1412"/>
                </a:lnTo>
                <a:lnTo>
                  <a:pt x="966" y="1413"/>
                </a:lnTo>
                <a:lnTo>
                  <a:pt x="965" y="1413"/>
                </a:lnTo>
                <a:lnTo>
                  <a:pt x="964" y="1414"/>
                </a:lnTo>
                <a:lnTo>
                  <a:pt x="963" y="1415"/>
                </a:lnTo>
                <a:lnTo>
                  <a:pt x="962" y="1415"/>
                </a:lnTo>
                <a:lnTo>
                  <a:pt x="961" y="1415"/>
                </a:lnTo>
                <a:lnTo>
                  <a:pt x="960" y="1414"/>
                </a:lnTo>
                <a:lnTo>
                  <a:pt x="959" y="1413"/>
                </a:lnTo>
                <a:lnTo>
                  <a:pt x="959" y="1414"/>
                </a:lnTo>
                <a:lnTo>
                  <a:pt x="958" y="1414"/>
                </a:lnTo>
                <a:lnTo>
                  <a:pt x="957" y="1414"/>
                </a:lnTo>
                <a:lnTo>
                  <a:pt x="956" y="1414"/>
                </a:lnTo>
                <a:lnTo>
                  <a:pt x="956" y="1415"/>
                </a:lnTo>
                <a:lnTo>
                  <a:pt x="955" y="1415"/>
                </a:lnTo>
                <a:lnTo>
                  <a:pt x="955" y="1414"/>
                </a:lnTo>
                <a:lnTo>
                  <a:pt x="955" y="1413"/>
                </a:lnTo>
                <a:lnTo>
                  <a:pt x="954" y="1412"/>
                </a:lnTo>
                <a:lnTo>
                  <a:pt x="954" y="1411"/>
                </a:lnTo>
                <a:lnTo>
                  <a:pt x="953" y="1410"/>
                </a:lnTo>
                <a:lnTo>
                  <a:pt x="952" y="1410"/>
                </a:lnTo>
                <a:lnTo>
                  <a:pt x="951" y="1409"/>
                </a:lnTo>
                <a:lnTo>
                  <a:pt x="951" y="1410"/>
                </a:lnTo>
                <a:lnTo>
                  <a:pt x="950" y="1410"/>
                </a:lnTo>
                <a:lnTo>
                  <a:pt x="949" y="1410"/>
                </a:lnTo>
                <a:lnTo>
                  <a:pt x="948" y="1410"/>
                </a:lnTo>
                <a:lnTo>
                  <a:pt x="948" y="1409"/>
                </a:lnTo>
                <a:lnTo>
                  <a:pt x="947" y="1409"/>
                </a:lnTo>
                <a:lnTo>
                  <a:pt x="944" y="1410"/>
                </a:lnTo>
                <a:lnTo>
                  <a:pt x="942" y="1410"/>
                </a:lnTo>
                <a:lnTo>
                  <a:pt x="941" y="1410"/>
                </a:lnTo>
                <a:lnTo>
                  <a:pt x="940" y="1410"/>
                </a:lnTo>
                <a:lnTo>
                  <a:pt x="939" y="1410"/>
                </a:lnTo>
                <a:lnTo>
                  <a:pt x="938" y="1411"/>
                </a:lnTo>
                <a:lnTo>
                  <a:pt x="937" y="1412"/>
                </a:lnTo>
                <a:lnTo>
                  <a:pt x="937" y="1413"/>
                </a:lnTo>
                <a:lnTo>
                  <a:pt x="936" y="1414"/>
                </a:lnTo>
                <a:lnTo>
                  <a:pt x="936" y="1415"/>
                </a:lnTo>
                <a:lnTo>
                  <a:pt x="934" y="1415"/>
                </a:lnTo>
                <a:lnTo>
                  <a:pt x="933" y="1415"/>
                </a:lnTo>
                <a:lnTo>
                  <a:pt x="932" y="1415"/>
                </a:lnTo>
                <a:lnTo>
                  <a:pt x="931" y="1415"/>
                </a:lnTo>
                <a:lnTo>
                  <a:pt x="930" y="1415"/>
                </a:lnTo>
                <a:lnTo>
                  <a:pt x="929" y="1416"/>
                </a:lnTo>
                <a:lnTo>
                  <a:pt x="928" y="1416"/>
                </a:lnTo>
                <a:lnTo>
                  <a:pt x="928" y="1415"/>
                </a:lnTo>
                <a:lnTo>
                  <a:pt x="928" y="1414"/>
                </a:lnTo>
                <a:lnTo>
                  <a:pt x="927" y="1414"/>
                </a:lnTo>
                <a:lnTo>
                  <a:pt x="927" y="1415"/>
                </a:lnTo>
                <a:lnTo>
                  <a:pt x="926" y="1415"/>
                </a:lnTo>
                <a:lnTo>
                  <a:pt x="924" y="1415"/>
                </a:lnTo>
                <a:lnTo>
                  <a:pt x="923" y="1414"/>
                </a:lnTo>
                <a:lnTo>
                  <a:pt x="922" y="1414"/>
                </a:lnTo>
                <a:lnTo>
                  <a:pt x="919" y="1415"/>
                </a:lnTo>
                <a:lnTo>
                  <a:pt x="918" y="1415"/>
                </a:lnTo>
                <a:lnTo>
                  <a:pt x="917" y="1416"/>
                </a:lnTo>
                <a:lnTo>
                  <a:pt x="915" y="1417"/>
                </a:lnTo>
                <a:lnTo>
                  <a:pt x="914" y="1417"/>
                </a:lnTo>
                <a:lnTo>
                  <a:pt x="912" y="1418"/>
                </a:lnTo>
                <a:lnTo>
                  <a:pt x="912" y="1417"/>
                </a:lnTo>
                <a:lnTo>
                  <a:pt x="912" y="1416"/>
                </a:lnTo>
                <a:lnTo>
                  <a:pt x="909" y="1416"/>
                </a:lnTo>
                <a:lnTo>
                  <a:pt x="908" y="1416"/>
                </a:lnTo>
                <a:lnTo>
                  <a:pt x="907" y="1416"/>
                </a:lnTo>
                <a:lnTo>
                  <a:pt x="906" y="1416"/>
                </a:lnTo>
                <a:lnTo>
                  <a:pt x="905" y="1417"/>
                </a:lnTo>
                <a:lnTo>
                  <a:pt x="905" y="1416"/>
                </a:lnTo>
                <a:lnTo>
                  <a:pt x="905" y="1415"/>
                </a:lnTo>
                <a:lnTo>
                  <a:pt x="904" y="1414"/>
                </a:lnTo>
                <a:lnTo>
                  <a:pt x="903" y="1414"/>
                </a:lnTo>
                <a:lnTo>
                  <a:pt x="902" y="1415"/>
                </a:lnTo>
                <a:lnTo>
                  <a:pt x="901" y="1415"/>
                </a:lnTo>
                <a:lnTo>
                  <a:pt x="900" y="1415"/>
                </a:lnTo>
                <a:lnTo>
                  <a:pt x="900" y="1414"/>
                </a:lnTo>
                <a:lnTo>
                  <a:pt x="899" y="1414"/>
                </a:lnTo>
                <a:lnTo>
                  <a:pt x="898" y="1414"/>
                </a:lnTo>
                <a:lnTo>
                  <a:pt x="898" y="1413"/>
                </a:lnTo>
                <a:lnTo>
                  <a:pt x="897" y="1413"/>
                </a:lnTo>
                <a:lnTo>
                  <a:pt x="896" y="1413"/>
                </a:lnTo>
                <a:lnTo>
                  <a:pt x="895" y="1413"/>
                </a:lnTo>
                <a:lnTo>
                  <a:pt x="894" y="1413"/>
                </a:lnTo>
                <a:lnTo>
                  <a:pt x="893" y="1413"/>
                </a:lnTo>
                <a:lnTo>
                  <a:pt x="892" y="1413"/>
                </a:lnTo>
                <a:lnTo>
                  <a:pt x="891" y="1413"/>
                </a:lnTo>
                <a:lnTo>
                  <a:pt x="891" y="1414"/>
                </a:lnTo>
                <a:lnTo>
                  <a:pt x="889" y="1413"/>
                </a:lnTo>
                <a:lnTo>
                  <a:pt x="889" y="1412"/>
                </a:lnTo>
                <a:lnTo>
                  <a:pt x="889" y="1411"/>
                </a:lnTo>
                <a:lnTo>
                  <a:pt x="888" y="1411"/>
                </a:lnTo>
                <a:lnTo>
                  <a:pt x="887" y="1411"/>
                </a:lnTo>
                <a:lnTo>
                  <a:pt x="886" y="1411"/>
                </a:lnTo>
                <a:lnTo>
                  <a:pt x="886" y="1412"/>
                </a:lnTo>
                <a:lnTo>
                  <a:pt x="885" y="1412"/>
                </a:lnTo>
                <a:lnTo>
                  <a:pt x="884" y="1411"/>
                </a:lnTo>
                <a:lnTo>
                  <a:pt x="883" y="1411"/>
                </a:lnTo>
                <a:lnTo>
                  <a:pt x="882" y="1411"/>
                </a:lnTo>
                <a:lnTo>
                  <a:pt x="882" y="1410"/>
                </a:lnTo>
                <a:lnTo>
                  <a:pt x="880" y="1410"/>
                </a:lnTo>
                <a:lnTo>
                  <a:pt x="879" y="1409"/>
                </a:lnTo>
                <a:lnTo>
                  <a:pt x="878" y="1409"/>
                </a:lnTo>
                <a:lnTo>
                  <a:pt x="878" y="1410"/>
                </a:lnTo>
                <a:lnTo>
                  <a:pt x="877" y="1410"/>
                </a:lnTo>
                <a:lnTo>
                  <a:pt x="876" y="1411"/>
                </a:lnTo>
                <a:lnTo>
                  <a:pt x="875" y="1411"/>
                </a:lnTo>
                <a:lnTo>
                  <a:pt x="873" y="1412"/>
                </a:lnTo>
                <a:lnTo>
                  <a:pt x="872" y="1412"/>
                </a:lnTo>
                <a:lnTo>
                  <a:pt x="871" y="1411"/>
                </a:lnTo>
                <a:lnTo>
                  <a:pt x="870" y="1411"/>
                </a:lnTo>
                <a:lnTo>
                  <a:pt x="868" y="1411"/>
                </a:lnTo>
                <a:lnTo>
                  <a:pt x="867" y="1411"/>
                </a:lnTo>
                <a:lnTo>
                  <a:pt x="866" y="1410"/>
                </a:lnTo>
                <a:lnTo>
                  <a:pt x="866" y="1409"/>
                </a:lnTo>
                <a:lnTo>
                  <a:pt x="865" y="1409"/>
                </a:lnTo>
                <a:lnTo>
                  <a:pt x="865" y="1408"/>
                </a:lnTo>
                <a:lnTo>
                  <a:pt x="864" y="1408"/>
                </a:lnTo>
                <a:lnTo>
                  <a:pt x="864" y="1407"/>
                </a:lnTo>
                <a:lnTo>
                  <a:pt x="864" y="1406"/>
                </a:lnTo>
                <a:lnTo>
                  <a:pt x="863" y="1405"/>
                </a:lnTo>
                <a:lnTo>
                  <a:pt x="862" y="1403"/>
                </a:lnTo>
                <a:lnTo>
                  <a:pt x="861" y="1403"/>
                </a:lnTo>
                <a:lnTo>
                  <a:pt x="859" y="1403"/>
                </a:lnTo>
                <a:lnTo>
                  <a:pt x="858" y="1403"/>
                </a:lnTo>
                <a:lnTo>
                  <a:pt x="857" y="1403"/>
                </a:lnTo>
                <a:lnTo>
                  <a:pt x="857" y="1402"/>
                </a:lnTo>
                <a:lnTo>
                  <a:pt x="857" y="1401"/>
                </a:lnTo>
                <a:lnTo>
                  <a:pt x="856" y="1401"/>
                </a:lnTo>
                <a:lnTo>
                  <a:pt x="855" y="1400"/>
                </a:lnTo>
                <a:lnTo>
                  <a:pt x="855" y="1399"/>
                </a:lnTo>
                <a:lnTo>
                  <a:pt x="855" y="1398"/>
                </a:lnTo>
                <a:lnTo>
                  <a:pt x="854" y="1397"/>
                </a:lnTo>
                <a:lnTo>
                  <a:pt x="854" y="1396"/>
                </a:lnTo>
                <a:lnTo>
                  <a:pt x="855" y="1396"/>
                </a:lnTo>
                <a:lnTo>
                  <a:pt x="855" y="1395"/>
                </a:lnTo>
                <a:lnTo>
                  <a:pt x="855" y="1394"/>
                </a:lnTo>
                <a:lnTo>
                  <a:pt x="855" y="1393"/>
                </a:lnTo>
                <a:lnTo>
                  <a:pt x="855" y="1392"/>
                </a:lnTo>
                <a:lnTo>
                  <a:pt x="855" y="1391"/>
                </a:lnTo>
                <a:lnTo>
                  <a:pt x="855" y="1390"/>
                </a:lnTo>
                <a:lnTo>
                  <a:pt x="854" y="1389"/>
                </a:lnTo>
                <a:lnTo>
                  <a:pt x="854" y="1388"/>
                </a:lnTo>
                <a:lnTo>
                  <a:pt x="853" y="1388"/>
                </a:lnTo>
                <a:lnTo>
                  <a:pt x="853" y="1387"/>
                </a:lnTo>
                <a:lnTo>
                  <a:pt x="853" y="1386"/>
                </a:lnTo>
                <a:lnTo>
                  <a:pt x="853" y="1385"/>
                </a:lnTo>
                <a:lnTo>
                  <a:pt x="854" y="1385"/>
                </a:lnTo>
                <a:lnTo>
                  <a:pt x="854" y="1384"/>
                </a:lnTo>
                <a:lnTo>
                  <a:pt x="854" y="1383"/>
                </a:lnTo>
                <a:lnTo>
                  <a:pt x="852" y="1383"/>
                </a:lnTo>
                <a:lnTo>
                  <a:pt x="848" y="1383"/>
                </a:lnTo>
                <a:lnTo>
                  <a:pt x="846" y="1383"/>
                </a:lnTo>
                <a:lnTo>
                  <a:pt x="846" y="1382"/>
                </a:lnTo>
                <a:lnTo>
                  <a:pt x="846" y="1381"/>
                </a:lnTo>
                <a:lnTo>
                  <a:pt x="844" y="1381"/>
                </a:lnTo>
                <a:lnTo>
                  <a:pt x="843" y="1382"/>
                </a:lnTo>
                <a:lnTo>
                  <a:pt x="842" y="1383"/>
                </a:lnTo>
                <a:lnTo>
                  <a:pt x="839" y="1382"/>
                </a:lnTo>
                <a:lnTo>
                  <a:pt x="839" y="1381"/>
                </a:lnTo>
                <a:lnTo>
                  <a:pt x="838" y="1381"/>
                </a:lnTo>
                <a:lnTo>
                  <a:pt x="838" y="1382"/>
                </a:lnTo>
                <a:lnTo>
                  <a:pt x="837" y="1382"/>
                </a:lnTo>
                <a:lnTo>
                  <a:pt x="837" y="1383"/>
                </a:lnTo>
                <a:lnTo>
                  <a:pt x="837" y="1384"/>
                </a:lnTo>
                <a:lnTo>
                  <a:pt x="836" y="1385"/>
                </a:lnTo>
                <a:lnTo>
                  <a:pt x="835" y="1385"/>
                </a:lnTo>
                <a:lnTo>
                  <a:pt x="834" y="1385"/>
                </a:lnTo>
                <a:lnTo>
                  <a:pt x="833" y="1386"/>
                </a:lnTo>
                <a:lnTo>
                  <a:pt x="833" y="1387"/>
                </a:lnTo>
                <a:lnTo>
                  <a:pt x="832" y="1387"/>
                </a:lnTo>
                <a:lnTo>
                  <a:pt x="832" y="1386"/>
                </a:lnTo>
                <a:lnTo>
                  <a:pt x="830" y="1385"/>
                </a:lnTo>
                <a:lnTo>
                  <a:pt x="829" y="1384"/>
                </a:lnTo>
                <a:lnTo>
                  <a:pt x="828" y="1384"/>
                </a:lnTo>
                <a:lnTo>
                  <a:pt x="828" y="1383"/>
                </a:lnTo>
                <a:lnTo>
                  <a:pt x="827" y="1383"/>
                </a:lnTo>
                <a:lnTo>
                  <a:pt x="827" y="1384"/>
                </a:lnTo>
                <a:lnTo>
                  <a:pt x="826" y="1383"/>
                </a:lnTo>
                <a:lnTo>
                  <a:pt x="825" y="1382"/>
                </a:lnTo>
                <a:lnTo>
                  <a:pt x="824" y="1382"/>
                </a:lnTo>
                <a:lnTo>
                  <a:pt x="823" y="1382"/>
                </a:lnTo>
                <a:lnTo>
                  <a:pt x="823" y="1381"/>
                </a:lnTo>
                <a:lnTo>
                  <a:pt x="822" y="1381"/>
                </a:lnTo>
                <a:lnTo>
                  <a:pt x="821" y="1381"/>
                </a:lnTo>
                <a:lnTo>
                  <a:pt x="819" y="1381"/>
                </a:lnTo>
                <a:lnTo>
                  <a:pt x="818" y="1381"/>
                </a:lnTo>
                <a:lnTo>
                  <a:pt x="818" y="1380"/>
                </a:lnTo>
                <a:lnTo>
                  <a:pt x="816" y="1379"/>
                </a:lnTo>
                <a:lnTo>
                  <a:pt x="815" y="1380"/>
                </a:lnTo>
                <a:lnTo>
                  <a:pt x="814" y="1380"/>
                </a:lnTo>
                <a:lnTo>
                  <a:pt x="813" y="1381"/>
                </a:lnTo>
                <a:lnTo>
                  <a:pt x="812" y="1381"/>
                </a:lnTo>
                <a:lnTo>
                  <a:pt x="812" y="1380"/>
                </a:lnTo>
                <a:lnTo>
                  <a:pt x="811" y="1380"/>
                </a:lnTo>
                <a:lnTo>
                  <a:pt x="810" y="1379"/>
                </a:lnTo>
                <a:lnTo>
                  <a:pt x="808" y="1379"/>
                </a:lnTo>
                <a:lnTo>
                  <a:pt x="807" y="1379"/>
                </a:lnTo>
                <a:lnTo>
                  <a:pt x="805" y="1379"/>
                </a:lnTo>
                <a:lnTo>
                  <a:pt x="804" y="1379"/>
                </a:lnTo>
                <a:lnTo>
                  <a:pt x="804" y="1380"/>
                </a:lnTo>
                <a:lnTo>
                  <a:pt x="803" y="1381"/>
                </a:lnTo>
                <a:lnTo>
                  <a:pt x="803" y="1382"/>
                </a:lnTo>
                <a:lnTo>
                  <a:pt x="803" y="1383"/>
                </a:lnTo>
                <a:lnTo>
                  <a:pt x="803" y="1384"/>
                </a:lnTo>
                <a:lnTo>
                  <a:pt x="803" y="1385"/>
                </a:lnTo>
                <a:lnTo>
                  <a:pt x="802" y="1385"/>
                </a:lnTo>
                <a:lnTo>
                  <a:pt x="800" y="1385"/>
                </a:lnTo>
                <a:lnTo>
                  <a:pt x="799" y="1385"/>
                </a:lnTo>
                <a:lnTo>
                  <a:pt x="798" y="1385"/>
                </a:lnTo>
                <a:lnTo>
                  <a:pt x="797" y="1385"/>
                </a:lnTo>
                <a:lnTo>
                  <a:pt x="797" y="1386"/>
                </a:lnTo>
                <a:lnTo>
                  <a:pt x="797" y="1387"/>
                </a:lnTo>
                <a:lnTo>
                  <a:pt x="798" y="1387"/>
                </a:lnTo>
                <a:lnTo>
                  <a:pt x="798" y="1389"/>
                </a:lnTo>
                <a:lnTo>
                  <a:pt x="798" y="1390"/>
                </a:lnTo>
                <a:lnTo>
                  <a:pt x="797" y="1391"/>
                </a:lnTo>
                <a:lnTo>
                  <a:pt x="796" y="1391"/>
                </a:lnTo>
                <a:lnTo>
                  <a:pt x="796" y="1393"/>
                </a:lnTo>
                <a:lnTo>
                  <a:pt x="797" y="1393"/>
                </a:lnTo>
                <a:lnTo>
                  <a:pt x="796" y="1395"/>
                </a:lnTo>
                <a:lnTo>
                  <a:pt x="795" y="1396"/>
                </a:lnTo>
                <a:lnTo>
                  <a:pt x="794" y="1397"/>
                </a:lnTo>
                <a:lnTo>
                  <a:pt x="792" y="1397"/>
                </a:lnTo>
                <a:lnTo>
                  <a:pt x="792" y="1396"/>
                </a:lnTo>
                <a:lnTo>
                  <a:pt x="791" y="1396"/>
                </a:lnTo>
                <a:lnTo>
                  <a:pt x="791" y="1395"/>
                </a:lnTo>
                <a:lnTo>
                  <a:pt x="790" y="1396"/>
                </a:lnTo>
                <a:lnTo>
                  <a:pt x="790" y="1397"/>
                </a:lnTo>
                <a:lnTo>
                  <a:pt x="790" y="1398"/>
                </a:lnTo>
                <a:lnTo>
                  <a:pt x="789" y="1398"/>
                </a:lnTo>
                <a:lnTo>
                  <a:pt x="788" y="1398"/>
                </a:lnTo>
                <a:lnTo>
                  <a:pt x="788" y="1399"/>
                </a:lnTo>
                <a:lnTo>
                  <a:pt x="786" y="1399"/>
                </a:lnTo>
                <a:lnTo>
                  <a:pt x="785" y="1399"/>
                </a:lnTo>
                <a:lnTo>
                  <a:pt x="784" y="1399"/>
                </a:lnTo>
                <a:lnTo>
                  <a:pt x="783" y="1400"/>
                </a:lnTo>
                <a:lnTo>
                  <a:pt x="783" y="1402"/>
                </a:lnTo>
                <a:lnTo>
                  <a:pt x="782" y="1402"/>
                </a:lnTo>
                <a:lnTo>
                  <a:pt x="782" y="1401"/>
                </a:lnTo>
                <a:lnTo>
                  <a:pt x="781" y="1401"/>
                </a:lnTo>
                <a:lnTo>
                  <a:pt x="780" y="1401"/>
                </a:lnTo>
                <a:lnTo>
                  <a:pt x="780" y="1402"/>
                </a:lnTo>
                <a:lnTo>
                  <a:pt x="779" y="1403"/>
                </a:lnTo>
                <a:lnTo>
                  <a:pt x="778" y="1403"/>
                </a:lnTo>
                <a:lnTo>
                  <a:pt x="776" y="1403"/>
                </a:lnTo>
                <a:lnTo>
                  <a:pt x="776" y="1404"/>
                </a:lnTo>
                <a:lnTo>
                  <a:pt x="775" y="1404"/>
                </a:lnTo>
                <a:lnTo>
                  <a:pt x="775" y="1405"/>
                </a:lnTo>
                <a:lnTo>
                  <a:pt x="774" y="1405"/>
                </a:lnTo>
                <a:lnTo>
                  <a:pt x="774" y="1406"/>
                </a:lnTo>
                <a:lnTo>
                  <a:pt x="773" y="1406"/>
                </a:lnTo>
                <a:lnTo>
                  <a:pt x="771" y="1406"/>
                </a:lnTo>
                <a:lnTo>
                  <a:pt x="770" y="1406"/>
                </a:lnTo>
                <a:lnTo>
                  <a:pt x="770" y="1405"/>
                </a:lnTo>
                <a:lnTo>
                  <a:pt x="770" y="1406"/>
                </a:lnTo>
                <a:lnTo>
                  <a:pt x="769" y="1406"/>
                </a:lnTo>
                <a:lnTo>
                  <a:pt x="769" y="1408"/>
                </a:lnTo>
                <a:lnTo>
                  <a:pt x="769" y="1409"/>
                </a:lnTo>
                <a:lnTo>
                  <a:pt x="770" y="1410"/>
                </a:lnTo>
                <a:lnTo>
                  <a:pt x="771" y="1413"/>
                </a:lnTo>
                <a:lnTo>
                  <a:pt x="771" y="1414"/>
                </a:lnTo>
                <a:lnTo>
                  <a:pt x="771" y="1415"/>
                </a:lnTo>
                <a:lnTo>
                  <a:pt x="771" y="1416"/>
                </a:lnTo>
                <a:lnTo>
                  <a:pt x="771" y="1417"/>
                </a:lnTo>
                <a:lnTo>
                  <a:pt x="770" y="1418"/>
                </a:lnTo>
                <a:lnTo>
                  <a:pt x="768" y="1419"/>
                </a:lnTo>
                <a:lnTo>
                  <a:pt x="768" y="1420"/>
                </a:lnTo>
                <a:lnTo>
                  <a:pt x="767" y="1420"/>
                </a:lnTo>
                <a:lnTo>
                  <a:pt x="766" y="1421"/>
                </a:lnTo>
                <a:lnTo>
                  <a:pt x="765" y="1421"/>
                </a:lnTo>
                <a:lnTo>
                  <a:pt x="764" y="1420"/>
                </a:lnTo>
                <a:lnTo>
                  <a:pt x="763" y="1420"/>
                </a:lnTo>
                <a:lnTo>
                  <a:pt x="762" y="1420"/>
                </a:lnTo>
                <a:lnTo>
                  <a:pt x="762" y="1421"/>
                </a:lnTo>
                <a:lnTo>
                  <a:pt x="761" y="1422"/>
                </a:lnTo>
                <a:lnTo>
                  <a:pt x="761" y="1423"/>
                </a:lnTo>
                <a:lnTo>
                  <a:pt x="761" y="1424"/>
                </a:lnTo>
                <a:lnTo>
                  <a:pt x="760" y="1424"/>
                </a:lnTo>
                <a:lnTo>
                  <a:pt x="759" y="1424"/>
                </a:lnTo>
                <a:lnTo>
                  <a:pt x="758" y="1424"/>
                </a:lnTo>
                <a:lnTo>
                  <a:pt x="757" y="1424"/>
                </a:lnTo>
                <a:lnTo>
                  <a:pt x="755" y="1425"/>
                </a:lnTo>
                <a:lnTo>
                  <a:pt x="754" y="1425"/>
                </a:lnTo>
                <a:lnTo>
                  <a:pt x="751" y="1425"/>
                </a:lnTo>
                <a:lnTo>
                  <a:pt x="750" y="1425"/>
                </a:lnTo>
                <a:lnTo>
                  <a:pt x="750" y="1424"/>
                </a:lnTo>
                <a:lnTo>
                  <a:pt x="749" y="1424"/>
                </a:lnTo>
                <a:lnTo>
                  <a:pt x="748" y="1424"/>
                </a:lnTo>
                <a:lnTo>
                  <a:pt x="747" y="1424"/>
                </a:lnTo>
                <a:lnTo>
                  <a:pt x="746" y="1425"/>
                </a:lnTo>
                <a:lnTo>
                  <a:pt x="745" y="1425"/>
                </a:lnTo>
                <a:lnTo>
                  <a:pt x="744" y="1425"/>
                </a:lnTo>
                <a:lnTo>
                  <a:pt x="743" y="1425"/>
                </a:lnTo>
                <a:lnTo>
                  <a:pt x="742" y="1425"/>
                </a:lnTo>
                <a:lnTo>
                  <a:pt x="741" y="1426"/>
                </a:lnTo>
                <a:lnTo>
                  <a:pt x="740" y="1426"/>
                </a:lnTo>
                <a:lnTo>
                  <a:pt x="740" y="1427"/>
                </a:lnTo>
                <a:lnTo>
                  <a:pt x="739" y="1427"/>
                </a:lnTo>
                <a:lnTo>
                  <a:pt x="738" y="1428"/>
                </a:lnTo>
                <a:lnTo>
                  <a:pt x="735" y="1428"/>
                </a:lnTo>
                <a:lnTo>
                  <a:pt x="733" y="1428"/>
                </a:lnTo>
                <a:lnTo>
                  <a:pt x="732" y="1428"/>
                </a:lnTo>
                <a:lnTo>
                  <a:pt x="731" y="1428"/>
                </a:lnTo>
                <a:lnTo>
                  <a:pt x="730" y="1428"/>
                </a:lnTo>
                <a:lnTo>
                  <a:pt x="728" y="1428"/>
                </a:lnTo>
                <a:lnTo>
                  <a:pt x="727" y="1428"/>
                </a:lnTo>
                <a:lnTo>
                  <a:pt x="726" y="1428"/>
                </a:lnTo>
                <a:lnTo>
                  <a:pt x="726" y="1427"/>
                </a:lnTo>
                <a:lnTo>
                  <a:pt x="725" y="1427"/>
                </a:lnTo>
                <a:lnTo>
                  <a:pt x="724" y="1428"/>
                </a:lnTo>
                <a:lnTo>
                  <a:pt x="723" y="1428"/>
                </a:lnTo>
                <a:lnTo>
                  <a:pt x="722" y="1427"/>
                </a:lnTo>
                <a:lnTo>
                  <a:pt x="722" y="1426"/>
                </a:lnTo>
                <a:lnTo>
                  <a:pt x="721" y="1426"/>
                </a:lnTo>
                <a:lnTo>
                  <a:pt x="721" y="1425"/>
                </a:lnTo>
                <a:lnTo>
                  <a:pt x="722" y="1425"/>
                </a:lnTo>
                <a:lnTo>
                  <a:pt x="722" y="1424"/>
                </a:lnTo>
                <a:lnTo>
                  <a:pt x="722" y="1423"/>
                </a:lnTo>
                <a:lnTo>
                  <a:pt x="721" y="1423"/>
                </a:lnTo>
                <a:lnTo>
                  <a:pt x="721" y="1422"/>
                </a:lnTo>
                <a:lnTo>
                  <a:pt x="720" y="1422"/>
                </a:lnTo>
                <a:lnTo>
                  <a:pt x="717" y="1420"/>
                </a:lnTo>
                <a:lnTo>
                  <a:pt x="717" y="1419"/>
                </a:lnTo>
                <a:lnTo>
                  <a:pt x="717" y="1418"/>
                </a:lnTo>
                <a:lnTo>
                  <a:pt x="716" y="1418"/>
                </a:lnTo>
                <a:lnTo>
                  <a:pt x="715" y="1418"/>
                </a:lnTo>
                <a:lnTo>
                  <a:pt x="714" y="1418"/>
                </a:lnTo>
                <a:lnTo>
                  <a:pt x="713" y="1418"/>
                </a:lnTo>
                <a:lnTo>
                  <a:pt x="713" y="1417"/>
                </a:lnTo>
                <a:lnTo>
                  <a:pt x="712" y="1417"/>
                </a:lnTo>
                <a:lnTo>
                  <a:pt x="711" y="1417"/>
                </a:lnTo>
                <a:lnTo>
                  <a:pt x="710" y="1417"/>
                </a:lnTo>
                <a:lnTo>
                  <a:pt x="710" y="1416"/>
                </a:lnTo>
                <a:lnTo>
                  <a:pt x="709" y="1416"/>
                </a:lnTo>
                <a:lnTo>
                  <a:pt x="708" y="1417"/>
                </a:lnTo>
                <a:lnTo>
                  <a:pt x="707" y="1416"/>
                </a:lnTo>
                <a:lnTo>
                  <a:pt x="706" y="1416"/>
                </a:lnTo>
                <a:lnTo>
                  <a:pt x="706" y="1417"/>
                </a:lnTo>
                <a:lnTo>
                  <a:pt x="705" y="1417"/>
                </a:lnTo>
                <a:lnTo>
                  <a:pt x="704" y="1417"/>
                </a:lnTo>
                <a:lnTo>
                  <a:pt x="701" y="1416"/>
                </a:lnTo>
                <a:lnTo>
                  <a:pt x="701" y="1417"/>
                </a:lnTo>
                <a:lnTo>
                  <a:pt x="700" y="1418"/>
                </a:lnTo>
                <a:lnTo>
                  <a:pt x="700" y="1419"/>
                </a:lnTo>
                <a:lnTo>
                  <a:pt x="699" y="1419"/>
                </a:lnTo>
                <a:lnTo>
                  <a:pt x="699" y="1418"/>
                </a:lnTo>
                <a:lnTo>
                  <a:pt x="698" y="1418"/>
                </a:lnTo>
                <a:lnTo>
                  <a:pt x="697" y="1418"/>
                </a:lnTo>
                <a:lnTo>
                  <a:pt x="697" y="1419"/>
                </a:lnTo>
                <a:lnTo>
                  <a:pt x="696" y="1419"/>
                </a:lnTo>
                <a:lnTo>
                  <a:pt x="695" y="1417"/>
                </a:lnTo>
                <a:lnTo>
                  <a:pt x="694" y="1415"/>
                </a:lnTo>
                <a:lnTo>
                  <a:pt x="694" y="1414"/>
                </a:lnTo>
                <a:lnTo>
                  <a:pt x="693" y="1414"/>
                </a:lnTo>
                <a:lnTo>
                  <a:pt x="692" y="1414"/>
                </a:lnTo>
                <a:lnTo>
                  <a:pt x="690" y="1415"/>
                </a:lnTo>
                <a:lnTo>
                  <a:pt x="688" y="1414"/>
                </a:lnTo>
                <a:lnTo>
                  <a:pt x="688" y="1413"/>
                </a:lnTo>
                <a:lnTo>
                  <a:pt x="688" y="1412"/>
                </a:lnTo>
                <a:lnTo>
                  <a:pt x="687" y="1412"/>
                </a:lnTo>
                <a:lnTo>
                  <a:pt x="686" y="1412"/>
                </a:lnTo>
                <a:lnTo>
                  <a:pt x="686" y="1413"/>
                </a:lnTo>
                <a:lnTo>
                  <a:pt x="685" y="1413"/>
                </a:lnTo>
                <a:lnTo>
                  <a:pt x="685" y="1412"/>
                </a:lnTo>
                <a:lnTo>
                  <a:pt x="686" y="1411"/>
                </a:lnTo>
                <a:lnTo>
                  <a:pt x="686" y="1410"/>
                </a:lnTo>
                <a:lnTo>
                  <a:pt x="685" y="1410"/>
                </a:lnTo>
                <a:lnTo>
                  <a:pt x="683" y="1411"/>
                </a:lnTo>
                <a:lnTo>
                  <a:pt x="682" y="1411"/>
                </a:lnTo>
                <a:lnTo>
                  <a:pt x="681" y="1411"/>
                </a:lnTo>
                <a:lnTo>
                  <a:pt x="680" y="1411"/>
                </a:lnTo>
                <a:lnTo>
                  <a:pt x="679" y="1413"/>
                </a:lnTo>
                <a:lnTo>
                  <a:pt x="679" y="1414"/>
                </a:lnTo>
                <a:lnTo>
                  <a:pt x="680" y="1414"/>
                </a:lnTo>
                <a:lnTo>
                  <a:pt x="680" y="1415"/>
                </a:lnTo>
                <a:lnTo>
                  <a:pt x="680" y="1416"/>
                </a:lnTo>
                <a:lnTo>
                  <a:pt x="679" y="1417"/>
                </a:lnTo>
                <a:lnTo>
                  <a:pt x="679" y="1418"/>
                </a:lnTo>
                <a:lnTo>
                  <a:pt x="678" y="1418"/>
                </a:lnTo>
                <a:lnTo>
                  <a:pt x="677" y="1418"/>
                </a:lnTo>
                <a:lnTo>
                  <a:pt x="678" y="1420"/>
                </a:lnTo>
                <a:lnTo>
                  <a:pt x="679" y="1420"/>
                </a:lnTo>
                <a:lnTo>
                  <a:pt x="677" y="1420"/>
                </a:lnTo>
                <a:lnTo>
                  <a:pt x="676" y="1420"/>
                </a:lnTo>
                <a:lnTo>
                  <a:pt x="675" y="1420"/>
                </a:lnTo>
                <a:lnTo>
                  <a:pt x="673" y="1420"/>
                </a:lnTo>
                <a:lnTo>
                  <a:pt x="672" y="1420"/>
                </a:lnTo>
                <a:lnTo>
                  <a:pt x="671" y="1420"/>
                </a:lnTo>
                <a:lnTo>
                  <a:pt x="671" y="1419"/>
                </a:lnTo>
                <a:lnTo>
                  <a:pt x="670" y="1418"/>
                </a:lnTo>
                <a:lnTo>
                  <a:pt x="669" y="1418"/>
                </a:lnTo>
                <a:lnTo>
                  <a:pt x="669" y="1419"/>
                </a:lnTo>
                <a:lnTo>
                  <a:pt x="668" y="1419"/>
                </a:lnTo>
                <a:lnTo>
                  <a:pt x="667" y="1419"/>
                </a:lnTo>
                <a:lnTo>
                  <a:pt x="666" y="1419"/>
                </a:lnTo>
                <a:lnTo>
                  <a:pt x="666" y="1418"/>
                </a:lnTo>
                <a:lnTo>
                  <a:pt x="664" y="1417"/>
                </a:lnTo>
                <a:lnTo>
                  <a:pt x="661" y="1417"/>
                </a:lnTo>
                <a:lnTo>
                  <a:pt x="657" y="1417"/>
                </a:lnTo>
                <a:lnTo>
                  <a:pt x="655" y="1418"/>
                </a:lnTo>
                <a:lnTo>
                  <a:pt x="654" y="1418"/>
                </a:lnTo>
                <a:lnTo>
                  <a:pt x="652" y="1418"/>
                </a:lnTo>
                <a:lnTo>
                  <a:pt x="651" y="1418"/>
                </a:lnTo>
                <a:lnTo>
                  <a:pt x="649" y="1417"/>
                </a:lnTo>
                <a:lnTo>
                  <a:pt x="648" y="1417"/>
                </a:lnTo>
                <a:lnTo>
                  <a:pt x="648" y="1416"/>
                </a:lnTo>
                <a:lnTo>
                  <a:pt x="648" y="1415"/>
                </a:lnTo>
                <a:lnTo>
                  <a:pt x="648" y="1414"/>
                </a:lnTo>
                <a:lnTo>
                  <a:pt x="647" y="1414"/>
                </a:lnTo>
                <a:lnTo>
                  <a:pt x="646" y="1414"/>
                </a:lnTo>
                <a:lnTo>
                  <a:pt x="645" y="1414"/>
                </a:lnTo>
                <a:lnTo>
                  <a:pt x="645" y="1413"/>
                </a:lnTo>
                <a:lnTo>
                  <a:pt x="646" y="1413"/>
                </a:lnTo>
                <a:lnTo>
                  <a:pt x="646" y="1412"/>
                </a:lnTo>
                <a:lnTo>
                  <a:pt x="646" y="1411"/>
                </a:lnTo>
                <a:lnTo>
                  <a:pt x="645" y="1411"/>
                </a:lnTo>
                <a:lnTo>
                  <a:pt x="644" y="1412"/>
                </a:lnTo>
                <a:lnTo>
                  <a:pt x="643" y="1412"/>
                </a:lnTo>
                <a:lnTo>
                  <a:pt x="642" y="1411"/>
                </a:lnTo>
                <a:lnTo>
                  <a:pt x="641" y="1410"/>
                </a:lnTo>
                <a:lnTo>
                  <a:pt x="640" y="1410"/>
                </a:lnTo>
                <a:lnTo>
                  <a:pt x="639" y="1411"/>
                </a:lnTo>
                <a:lnTo>
                  <a:pt x="638" y="1412"/>
                </a:lnTo>
                <a:lnTo>
                  <a:pt x="637" y="1412"/>
                </a:lnTo>
                <a:lnTo>
                  <a:pt x="637" y="1411"/>
                </a:lnTo>
                <a:lnTo>
                  <a:pt x="635" y="1411"/>
                </a:lnTo>
                <a:lnTo>
                  <a:pt x="635" y="1410"/>
                </a:lnTo>
                <a:lnTo>
                  <a:pt x="634" y="1410"/>
                </a:lnTo>
                <a:lnTo>
                  <a:pt x="634" y="1411"/>
                </a:lnTo>
                <a:lnTo>
                  <a:pt x="633" y="1412"/>
                </a:lnTo>
                <a:lnTo>
                  <a:pt x="632" y="1411"/>
                </a:lnTo>
                <a:lnTo>
                  <a:pt x="631" y="1410"/>
                </a:lnTo>
                <a:lnTo>
                  <a:pt x="629" y="1410"/>
                </a:lnTo>
                <a:lnTo>
                  <a:pt x="628" y="1410"/>
                </a:lnTo>
                <a:lnTo>
                  <a:pt x="628" y="1409"/>
                </a:lnTo>
                <a:lnTo>
                  <a:pt x="627" y="1409"/>
                </a:lnTo>
                <a:lnTo>
                  <a:pt x="626" y="1409"/>
                </a:lnTo>
                <a:lnTo>
                  <a:pt x="626" y="1408"/>
                </a:lnTo>
                <a:lnTo>
                  <a:pt x="626" y="1407"/>
                </a:lnTo>
                <a:lnTo>
                  <a:pt x="626" y="1406"/>
                </a:lnTo>
                <a:lnTo>
                  <a:pt x="625" y="1406"/>
                </a:lnTo>
                <a:lnTo>
                  <a:pt x="624" y="1407"/>
                </a:lnTo>
                <a:lnTo>
                  <a:pt x="622" y="1409"/>
                </a:lnTo>
                <a:lnTo>
                  <a:pt x="621" y="1410"/>
                </a:lnTo>
                <a:lnTo>
                  <a:pt x="620" y="1411"/>
                </a:lnTo>
                <a:lnTo>
                  <a:pt x="620" y="1412"/>
                </a:lnTo>
                <a:lnTo>
                  <a:pt x="619" y="1412"/>
                </a:lnTo>
                <a:lnTo>
                  <a:pt x="617" y="1412"/>
                </a:lnTo>
                <a:lnTo>
                  <a:pt x="614" y="1412"/>
                </a:lnTo>
                <a:lnTo>
                  <a:pt x="613" y="1413"/>
                </a:lnTo>
                <a:lnTo>
                  <a:pt x="613" y="1414"/>
                </a:lnTo>
                <a:lnTo>
                  <a:pt x="612" y="1415"/>
                </a:lnTo>
                <a:lnTo>
                  <a:pt x="611" y="1415"/>
                </a:lnTo>
                <a:lnTo>
                  <a:pt x="611" y="1416"/>
                </a:lnTo>
                <a:lnTo>
                  <a:pt x="611" y="1417"/>
                </a:lnTo>
                <a:lnTo>
                  <a:pt x="611" y="1418"/>
                </a:lnTo>
                <a:lnTo>
                  <a:pt x="610" y="1418"/>
                </a:lnTo>
                <a:lnTo>
                  <a:pt x="610" y="1420"/>
                </a:lnTo>
                <a:lnTo>
                  <a:pt x="610" y="1422"/>
                </a:lnTo>
                <a:lnTo>
                  <a:pt x="611" y="1423"/>
                </a:lnTo>
                <a:lnTo>
                  <a:pt x="612" y="1425"/>
                </a:lnTo>
                <a:lnTo>
                  <a:pt x="613" y="1425"/>
                </a:lnTo>
                <a:lnTo>
                  <a:pt x="614" y="1425"/>
                </a:lnTo>
                <a:lnTo>
                  <a:pt x="615" y="1427"/>
                </a:lnTo>
                <a:lnTo>
                  <a:pt x="615" y="1429"/>
                </a:lnTo>
                <a:lnTo>
                  <a:pt x="616" y="1430"/>
                </a:lnTo>
                <a:lnTo>
                  <a:pt x="618" y="1430"/>
                </a:lnTo>
                <a:lnTo>
                  <a:pt x="618" y="1431"/>
                </a:lnTo>
                <a:lnTo>
                  <a:pt x="617" y="1431"/>
                </a:lnTo>
                <a:lnTo>
                  <a:pt x="616" y="1431"/>
                </a:lnTo>
                <a:lnTo>
                  <a:pt x="615" y="1431"/>
                </a:lnTo>
                <a:lnTo>
                  <a:pt x="614" y="1431"/>
                </a:lnTo>
                <a:lnTo>
                  <a:pt x="613" y="1431"/>
                </a:lnTo>
                <a:lnTo>
                  <a:pt x="612" y="1431"/>
                </a:lnTo>
                <a:lnTo>
                  <a:pt x="612" y="1430"/>
                </a:lnTo>
                <a:lnTo>
                  <a:pt x="611" y="1430"/>
                </a:lnTo>
                <a:lnTo>
                  <a:pt x="611" y="1431"/>
                </a:lnTo>
                <a:lnTo>
                  <a:pt x="610" y="1431"/>
                </a:lnTo>
                <a:lnTo>
                  <a:pt x="609" y="1431"/>
                </a:lnTo>
                <a:lnTo>
                  <a:pt x="608" y="1431"/>
                </a:lnTo>
                <a:lnTo>
                  <a:pt x="608" y="1432"/>
                </a:lnTo>
                <a:lnTo>
                  <a:pt x="608" y="1433"/>
                </a:lnTo>
                <a:lnTo>
                  <a:pt x="607" y="1433"/>
                </a:lnTo>
                <a:lnTo>
                  <a:pt x="606" y="1434"/>
                </a:lnTo>
                <a:lnTo>
                  <a:pt x="605" y="1434"/>
                </a:lnTo>
                <a:lnTo>
                  <a:pt x="606" y="1435"/>
                </a:lnTo>
                <a:lnTo>
                  <a:pt x="606" y="1436"/>
                </a:lnTo>
                <a:lnTo>
                  <a:pt x="607" y="1436"/>
                </a:lnTo>
                <a:lnTo>
                  <a:pt x="607" y="1437"/>
                </a:lnTo>
                <a:lnTo>
                  <a:pt x="606" y="1437"/>
                </a:lnTo>
                <a:lnTo>
                  <a:pt x="605" y="1438"/>
                </a:lnTo>
                <a:lnTo>
                  <a:pt x="605" y="1439"/>
                </a:lnTo>
                <a:lnTo>
                  <a:pt x="604" y="1439"/>
                </a:lnTo>
                <a:lnTo>
                  <a:pt x="602" y="1440"/>
                </a:lnTo>
                <a:lnTo>
                  <a:pt x="599" y="1443"/>
                </a:lnTo>
                <a:lnTo>
                  <a:pt x="596" y="1445"/>
                </a:lnTo>
                <a:lnTo>
                  <a:pt x="595" y="1445"/>
                </a:lnTo>
                <a:lnTo>
                  <a:pt x="594" y="1445"/>
                </a:lnTo>
                <a:lnTo>
                  <a:pt x="593" y="1445"/>
                </a:lnTo>
                <a:lnTo>
                  <a:pt x="593" y="1444"/>
                </a:lnTo>
                <a:lnTo>
                  <a:pt x="592" y="1444"/>
                </a:lnTo>
                <a:lnTo>
                  <a:pt x="588" y="1448"/>
                </a:lnTo>
                <a:lnTo>
                  <a:pt x="588" y="1449"/>
                </a:lnTo>
                <a:lnTo>
                  <a:pt x="589" y="1449"/>
                </a:lnTo>
                <a:lnTo>
                  <a:pt x="589" y="1450"/>
                </a:lnTo>
                <a:lnTo>
                  <a:pt x="589" y="1451"/>
                </a:lnTo>
                <a:lnTo>
                  <a:pt x="588" y="1451"/>
                </a:lnTo>
                <a:lnTo>
                  <a:pt x="588" y="1452"/>
                </a:lnTo>
                <a:lnTo>
                  <a:pt x="588" y="1453"/>
                </a:lnTo>
                <a:lnTo>
                  <a:pt x="589" y="1453"/>
                </a:lnTo>
                <a:lnTo>
                  <a:pt x="589" y="1454"/>
                </a:lnTo>
                <a:lnTo>
                  <a:pt x="588" y="1454"/>
                </a:lnTo>
                <a:lnTo>
                  <a:pt x="588" y="1455"/>
                </a:lnTo>
                <a:lnTo>
                  <a:pt x="588" y="1457"/>
                </a:lnTo>
                <a:lnTo>
                  <a:pt x="589" y="1457"/>
                </a:lnTo>
                <a:lnTo>
                  <a:pt x="589" y="1458"/>
                </a:lnTo>
                <a:lnTo>
                  <a:pt x="589" y="1459"/>
                </a:lnTo>
                <a:lnTo>
                  <a:pt x="588" y="1459"/>
                </a:lnTo>
                <a:lnTo>
                  <a:pt x="588" y="1460"/>
                </a:lnTo>
                <a:lnTo>
                  <a:pt x="589" y="1460"/>
                </a:lnTo>
                <a:lnTo>
                  <a:pt x="589" y="1461"/>
                </a:lnTo>
                <a:lnTo>
                  <a:pt x="589" y="1462"/>
                </a:lnTo>
                <a:lnTo>
                  <a:pt x="588" y="1462"/>
                </a:lnTo>
                <a:lnTo>
                  <a:pt x="587" y="1462"/>
                </a:lnTo>
                <a:lnTo>
                  <a:pt x="586" y="1462"/>
                </a:lnTo>
                <a:lnTo>
                  <a:pt x="586" y="1463"/>
                </a:lnTo>
                <a:lnTo>
                  <a:pt x="585" y="1463"/>
                </a:lnTo>
                <a:lnTo>
                  <a:pt x="585" y="1464"/>
                </a:lnTo>
                <a:lnTo>
                  <a:pt x="585" y="1466"/>
                </a:lnTo>
                <a:lnTo>
                  <a:pt x="584" y="1466"/>
                </a:lnTo>
                <a:lnTo>
                  <a:pt x="582" y="1466"/>
                </a:lnTo>
                <a:lnTo>
                  <a:pt x="580" y="1466"/>
                </a:lnTo>
                <a:lnTo>
                  <a:pt x="579" y="1467"/>
                </a:lnTo>
                <a:lnTo>
                  <a:pt x="580" y="1469"/>
                </a:lnTo>
                <a:lnTo>
                  <a:pt x="580" y="1470"/>
                </a:lnTo>
                <a:lnTo>
                  <a:pt x="580" y="1471"/>
                </a:lnTo>
                <a:lnTo>
                  <a:pt x="580" y="1472"/>
                </a:lnTo>
                <a:lnTo>
                  <a:pt x="580" y="1473"/>
                </a:lnTo>
                <a:lnTo>
                  <a:pt x="579" y="1474"/>
                </a:lnTo>
                <a:lnTo>
                  <a:pt x="579" y="1475"/>
                </a:lnTo>
                <a:lnTo>
                  <a:pt x="578" y="1476"/>
                </a:lnTo>
                <a:lnTo>
                  <a:pt x="577" y="1477"/>
                </a:lnTo>
                <a:lnTo>
                  <a:pt x="576" y="1479"/>
                </a:lnTo>
                <a:lnTo>
                  <a:pt x="576" y="1480"/>
                </a:lnTo>
                <a:lnTo>
                  <a:pt x="577" y="1481"/>
                </a:lnTo>
                <a:lnTo>
                  <a:pt x="577" y="1482"/>
                </a:lnTo>
                <a:lnTo>
                  <a:pt x="577" y="1483"/>
                </a:lnTo>
                <a:lnTo>
                  <a:pt x="577" y="1484"/>
                </a:lnTo>
                <a:lnTo>
                  <a:pt x="576" y="1484"/>
                </a:lnTo>
                <a:lnTo>
                  <a:pt x="575" y="1485"/>
                </a:lnTo>
                <a:lnTo>
                  <a:pt x="573" y="1485"/>
                </a:lnTo>
                <a:lnTo>
                  <a:pt x="573" y="1487"/>
                </a:lnTo>
                <a:lnTo>
                  <a:pt x="574" y="1487"/>
                </a:lnTo>
                <a:lnTo>
                  <a:pt x="575" y="1488"/>
                </a:lnTo>
                <a:lnTo>
                  <a:pt x="576" y="1488"/>
                </a:lnTo>
                <a:lnTo>
                  <a:pt x="576" y="1489"/>
                </a:lnTo>
                <a:lnTo>
                  <a:pt x="575" y="1489"/>
                </a:lnTo>
                <a:lnTo>
                  <a:pt x="575" y="1490"/>
                </a:lnTo>
                <a:lnTo>
                  <a:pt x="575" y="1491"/>
                </a:lnTo>
                <a:lnTo>
                  <a:pt x="574" y="1491"/>
                </a:lnTo>
                <a:lnTo>
                  <a:pt x="573" y="1491"/>
                </a:lnTo>
                <a:lnTo>
                  <a:pt x="573" y="1492"/>
                </a:lnTo>
                <a:lnTo>
                  <a:pt x="573" y="1493"/>
                </a:lnTo>
                <a:lnTo>
                  <a:pt x="572" y="1493"/>
                </a:lnTo>
                <a:lnTo>
                  <a:pt x="572" y="1494"/>
                </a:lnTo>
                <a:lnTo>
                  <a:pt x="573" y="1494"/>
                </a:lnTo>
                <a:lnTo>
                  <a:pt x="573" y="1495"/>
                </a:lnTo>
                <a:lnTo>
                  <a:pt x="572" y="1496"/>
                </a:lnTo>
                <a:lnTo>
                  <a:pt x="571" y="1496"/>
                </a:lnTo>
                <a:lnTo>
                  <a:pt x="571" y="1497"/>
                </a:lnTo>
                <a:lnTo>
                  <a:pt x="571" y="1498"/>
                </a:lnTo>
                <a:lnTo>
                  <a:pt x="572" y="1498"/>
                </a:lnTo>
                <a:lnTo>
                  <a:pt x="572" y="1499"/>
                </a:lnTo>
                <a:lnTo>
                  <a:pt x="573" y="1499"/>
                </a:lnTo>
                <a:lnTo>
                  <a:pt x="573" y="1500"/>
                </a:lnTo>
                <a:lnTo>
                  <a:pt x="573" y="1499"/>
                </a:lnTo>
                <a:lnTo>
                  <a:pt x="572" y="1499"/>
                </a:lnTo>
                <a:lnTo>
                  <a:pt x="571" y="1499"/>
                </a:lnTo>
                <a:lnTo>
                  <a:pt x="571" y="1500"/>
                </a:lnTo>
                <a:lnTo>
                  <a:pt x="572" y="1500"/>
                </a:lnTo>
                <a:lnTo>
                  <a:pt x="572" y="1501"/>
                </a:lnTo>
                <a:lnTo>
                  <a:pt x="571" y="1501"/>
                </a:lnTo>
                <a:lnTo>
                  <a:pt x="570" y="1501"/>
                </a:lnTo>
                <a:lnTo>
                  <a:pt x="570" y="1503"/>
                </a:lnTo>
                <a:lnTo>
                  <a:pt x="569" y="1504"/>
                </a:lnTo>
                <a:lnTo>
                  <a:pt x="568" y="1504"/>
                </a:lnTo>
                <a:lnTo>
                  <a:pt x="567" y="1504"/>
                </a:lnTo>
                <a:lnTo>
                  <a:pt x="567" y="1505"/>
                </a:lnTo>
                <a:lnTo>
                  <a:pt x="566" y="1505"/>
                </a:lnTo>
                <a:lnTo>
                  <a:pt x="565" y="1505"/>
                </a:lnTo>
                <a:lnTo>
                  <a:pt x="563" y="1505"/>
                </a:lnTo>
                <a:lnTo>
                  <a:pt x="562" y="1506"/>
                </a:lnTo>
                <a:lnTo>
                  <a:pt x="561" y="1506"/>
                </a:lnTo>
                <a:lnTo>
                  <a:pt x="560" y="1506"/>
                </a:lnTo>
                <a:lnTo>
                  <a:pt x="560" y="1505"/>
                </a:lnTo>
                <a:lnTo>
                  <a:pt x="559" y="1505"/>
                </a:lnTo>
                <a:lnTo>
                  <a:pt x="557" y="1506"/>
                </a:lnTo>
                <a:lnTo>
                  <a:pt x="557" y="1507"/>
                </a:lnTo>
                <a:lnTo>
                  <a:pt x="556" y="1508"/>
                </a:lnTo>
                <a:lnTo>
                  <a:pt x="555" y="1508"/>
                </a:lnTo>
                <a:lnTo>
                  <a:pt x="554" y="1508"/>
                </a:lnTo>
                <a:lnTo>
                  <a:pt x="553" y="1508"/>
                </a:lnTo>
                <a:lnTo>
                  <a:pt x="552" y="1508"/>
                </a:lnTo>
                <a:lnTo>
                  <a:pt x="551" y="1508"/>
                </a:lnTo>
                <a:lnTo>
                  <a:pt x="550" y="1507"/>
                </a:lnTo>
                <a:lnTo>
                  <a:pt x="549" y="1507"/>
                </a:lnTo>
                <a:lnTo>
                  <a:pt x="548" y="1507"/>
                </a:lnTo>
                <a:lnTo>
                  <a:pt x="547" y="1507"/>
                </a:lnTo>
                <a:lnTo>
                  <a:pt x="547" y="1508"/>
                </a:lnTo>
                <a:lnTo>
                  <a:pt x="546" y="1508"/>
                </a:lnTo>
                <a:lnTo>
                  <a:pt x="546" y="1507"/>
                </a:lnTo>
                <a:lnTo>
                  <a:pt x="545" y="1507"/>
                </a:lnTo>
                <a:lnTo>
                  <a:pt x="545" y="1506"/>
                </a:lnTo>
                <a:lnTo>
                  <a:pt x="545" y="1505"/>
                </a:lnTo>
                <a:lnTo>
                  <a:pt x="544" y="1505"/>
                </a:lnTo>
                <a:lnTo>
                  <a:pt x="544" y="1506"/>
                </a:lnTo>
                <a:lnTo>
                  <a:pt x="543" y="1507"/>
                </a:lnTo>
                <a:lnTo>
                  <a:pt x="539" y="1509"/>
                </a:lnTo>
                <a:lnTo>
                  <a:pt x="539" y="1508"/>
                </a:lnTo>
                <a:lnTo>
                  <a:pt x="538" y="1508"/>
                </a:lnTo>
                <a:lnTo>
                  <a:pt x="537" y="1508"/>
                </a:lnTo>
                <a:lnTo>
                  <a:pt x="536" y="1509"/>
                </a:lnTo>
                <a:lnTo>
                  <a:pt x="535" y="1509"/>
                </a:lnTo>
                <a:lnTo>
                  <a:pt x="534" y="1508"/>
                </a:lnTo>
                <a:lnTo>
                  <a:pt x="533" y="1508"/>
                </a:lnTo>
                <a:lnTo>
                  <a:pt x="532" y="1508"/>
                </a:lnTo>
                <a:lnTo>
                  <a:pt x="531" y="1510"/>
                </a:lnTo>
                <a:lnTo>
                  <a:pt x="530" y="1510"/>
                </a:lnTo>
                <a:lnTo>
                  <a:pt x="529" y="1510"/>
                </a:lnTo>
                <a:lnTo>
                  <a:pt x="528" y="1510"/>
                </a:lnTo>
                <a:lnTo>
                  <a:pt x="527" y="1510"/>
                </a:lnTo>
                <a:lnTo>
                  <a:pt x="526" y="1509"/>
                </a:lnTo>
                <a:lnTo>
                  <a:pt x="525" y="1509"/>
                </a:lnTo>
                <a:lnTo>
                  <a:pt x="524" y="1509"/>
                </a:lnTo>
                <a:lnTo>
                  <a:pt x="523" y="1509"/>
                </a:lnTo>
                <a:lnTo>
                  <a:pt x="521" y="1509"/>
                </a:lnTo>
                <a:lnTo>
                  <a:pt x="520" y="1509"/>
                </a:lnTo>
                <a:lnTo>
                  <a:pt x="519" y="1509"/>
                </a:lnTo>
                <a:lnTo>
                  <a:pt x="519" y="1510"/>
                </a:lnTo>
                <a:lnTo>
                  <a:pt x="519" y="1511"/>
                </a:lnTo>
                <a:lnTo>
                  <a:pt x="518" y="1511"/>
                </a:lnTo>
                <a:lnTo>
                  <a:pt x="516" y="1511"/>
                </a:lnTo>
                <a:lnTo>
                  <a:pt x="515" y="1511"/>
                </a:lnTo>
                <a:lnTo>
                  <a:pt x="514" y="1512"/>
                </a:lnTo>
                <a:lnTo>
                  <a:pt x="513" y="1511"/>
                </a:lnTo>
                <a:lnTo>
                  <a:pt x="512" y="1511"/>
                </a:lnTo>
                <a:lnTo>
                  <a:pt x="512" y="1510"/>
                </a:lnTo>
                <a:lnTo>
                  <a:pt x="511" y="1510"/>
                </a:lnTo>
                <a:lnTo>
                  <a:pt x="510" y="1510"/>
                </a:lnTo>
                <a:lnTo>
                  <a:pt x="510" y="1509"/>
                </a:lnTo>
                <a:lnTo>
                  <a:pt x="510" y="1508"/>
                </a:lnTo>
                <a:lnTo>
                  <a:pt x="509" y="1508"/>
                </a:lnTo>
                <a:lnTo>
                  <a:pt x="509" y="1509"/>
                </a:lnTo>
                <a:lnTo>
                  <a:pt x="508" y="1509"/>
                </a:lnTo>
                <a:lnTo>
                  <a:pt x="508" y="1510"/>
                </a:lnTo>
                <a:lnTo>
                  <a:pt x="506" y="1510"/>
                </a:lnTo>
                <a:lnTo>
                  <a:pt x="505" y="1510"/>
                </a:lnTo>
                <a:lnTo>
                  <a:pt x="504" y="1511"/>
                </a:lnTo>
                <a:lnTo>
                  <a:pt x="503" y="1512"/>
                </a:lnTo>
                <a:lnTo>
                  <a:pt x="501" y="1512"/>
                </a:lnTo>
                <a:lnTo>
                  <a:pt x="501" y="1514"/>
                </a:lnTo>
                <a:lnTo>
                  <a:pt x="500" y="1515"/>
                </a:lnTo>
                <a:lnTo>
                  <a:pt x="500" y="1517"/>
                </a:lnTo>
                <a:lnTo>
                  <a:pt x="500" y="1518"/>
                </a:lnTo>
                <a:lnTo>
                  <a:pt x="500" y="1519"/>
                </a:lnTo>
                <a:lnTo>
                  <a:pt x="499" y="1520"/>
                </a:lnTo>
                <a:lnTo>
                  <a:pt x="498" y="1520"/>
                </a:lnTo>
                <a:lnTo>
                  <a:pt x="497" y="1519"/>
                </a:lnTo>
                <a:lnTo>
                  <a:pt x="496" y="1519"/>
                </a:lnTo>
                <a:lnTo>
                  <a:pt x="495" y="1519"/>
                </a:lnTo>
                <a:lnTo>
                  <a:pt x="495" y="1518"/>
                </a:lnTo>
                <a:lnTo>
                  <a:pt x="494" y="1518"/>
                </a:lnTo>
                <a:lnTo>
                  <a:pt x="494" y="1517"/>
                </a:lnTo>
                <a:lnTo>
                  <a:pt x="493" y="1517"/>
                </a:lnTo>
                <a:lnTo>
                  <a:pt x="492" y="1517"/>
                </a:lnTo>
                <a:lnTo>
                  <a:pt x="492" y="1516"/>
                </a:lnTo>
                <a:lnTo>
                  <a:pt x="492" y="1515"/>
                </a:lnTo>
                <a:lnTo>
                  <a:pt x="491" y="1515"/>
                </a:lnTo>
                <a:lnTo>
                  <a:pt x="491" y="1514"/>
                </a:lnTo>
                <a:lnTo>
                  <a:pt x="491" y="1515"/>
                </a:lnTo>
                <a:lnTo>
                  <a:pt x="490" y="1515"/>
                </a:lnTo>
                <a:lnTo>
                  <a:pt x="489" y="1515"/>
                </a:lnTo>
                <a:lnTo>
                  <a:pt x="489" y="1516"/>
                </a:lnTo>
                <a:lnTo>
                  <a:pt x="489" y="1517"/>
                </a:lnTo>
                <a:lnTo>
                  <a:pt x="488" y="1517"/>
                </a:lnTo>
                <a:lnTo>
                  <a:pt x="487" y="1517"/>
                </a:lnTo>
                <a:lnTo>
                  <a:pt x="487" y="1518"/>
                </a:lnTo>
                <a:lnTo>
                  <a:pt x="486" y="1518"/>
                </a:lnTo>
                <a:lnTo>
                  <a:pt x="485" y="1518"/>
                </a:lnTo>
                <a:lnTo>
                  <a:pt x="485" y="1517"/>
                </a:lnTo>
                <a:lnTo>
                  <a:pt x="484" y="1517"/>
                </a:lnTo>
                <a:lnTo>
                  <a:pt x="484" y="1516"/>
                </a:lnTo>
                <a:lnTo>
                  <a:pt x="483" y="1516"/>
                </a:lnTo>
                <a:lnTo>
                  <a:pt x="483" y="1515"/>
                </a:lnTo>
                <a:lnTo>
                  <a:pt x="484" y="1515"/>
                </a:lnTo>
                <a:lnTo>
                  <a:pt x="484" y="1514"/>
                </a:lnTo>
                <a:lnTo>
                  <a:pt x="484" y="1513"/>
                </a:lnTo>
                <a:lnTo>
                  <a:pt x="483" y="1513"/>
                </a:lnTo>
                <a:lnTo>
                  <a:pt x="483" y="1512"/>
                </a:lnTo>
                <a:lnTo>
                  <a:pt x="482" y="1512"/>
                </a:lnTo>
                <a:lnTo>
                  <a:pt x="482" y="1511"/>
                </a:lnTo>
                <a:lnTo>
                  <a:pt x="481" y="1511"/>
                </a:lnTo>
                <a:lnTo>
                  <a:pt x="481" y="1512"/>
                </a:lnTo>
                <a:lnTo>
                  <a:pt x="480" y="1511"/>
                </a:lnTo>
                <a:lnTo>
                  <a:pt x="479" y="1511"/>
                </a:lnTo>
                <a:lnTo>
                  <a:pt x="479" y="1510"/>
                </a:lnTo>
                <a:lnTo>
                  <a:pt x="478" y="1510"/>
                </a:lnTo>
                <a:lnTo>
                  <a:pt x="477" y="1510"/>
                </a:lnTo>
                <a:lnTo>
                  <a:pt x="477" y="1509"/>
                </a:lnTo>
                <a:lnTo>
                  <a:pt x="476" y="1509"/>
                </a:lnTo>
                <a:lnTo>
                  <a:pt x="475" y="1509"/>
                </a:lnTo>
                <a:lnTo>
                  <a:pt x="474" y="1509"/>
                </a:lnTo>
                <a:lnTo>
                  <a:pt x="474" y="1508"/>
                </a:lnTo>
                <a:lnTo>
                  <a:pt x="473" y="1508"/>
                </a:lnTo>
                <a:lnTo>
                  <a:pt x="472" y="1508"/>
                </a:lnTo>
                <a:lnTo>
                  <a:pt x="472" y="1507"/>
                </a:lnTo>
                <a:lnTo>
                  <a:pt x="473" y="1507"/>
                </a:lnTo>
                <a:lnTo>
                  <a:pt x="473" y="1506"/>
                </a:lnTo>
                <a:lnTo>
                  <a:pt x="473" y="1505"/>
                </a:lnTo>
                <a:lnTo>
                  <a:pt x="474" y="1505"/>
                </a:lnTo>
                <a:lnTo>
                  <a:pt x="473" y="1505"/>
                </a:lnTo>
                <a:lnTo>
                  <a:pt x="473" y="1504"/>
                </a:lnTo>
                <a:lnTo>
                  <a:pt x="472" y="1504"/>
                </a:lnTo>
                <a:lnTo>
                  <a:pt x="471" y="1504"/>
                </a:lnTo>
                <a:lnTo>
                  <a:pt x="471" y="1503"/>
                </a:lnTo>
                <a:lnTo>
                  <a:pt x="470" y="1503"/>
                </a:lnTo>
                <a:lnTo>
                  <a:pt x="470" y="1502"/>
                </a:lnTo>
                <a:lnTo>
                  <a:pt x="470" y="1501"/>
                </a:lnTo>
                <a:lnTo>
                  <a:pt x="469" y="1501"/>
                </a:lnTo>
                <a:lnTo>
                  <a:pt x="469" y="1500"/>
                </a:lnTo>
                <a:lnTo>
                  <a:pt x="467" y="1500"/>
                </a:lnTo>
                <a:lnTo>
                  <a:pt x="466" y="1500"/>
                </a:lnTo>
                <a:lnTo>
                  <a:pt x="465" y="1500"/>
                </a:lnTo>
                <a:lnTo>
                  <a:pt x="465" y="1499"/>
                </a:lnTo>
                <a:lnTo>
                  <a:pt x="464" y="1499"/>
                </a:lnTo>
                <a:lnTo>
                  <a:pt x="463" y="1499"/>
                </a:lnTo>
                <a:lnTo>
                  <a:pt x="462" y="1499"/>
                </a:lnTo>
                <a:lnTo>
                  <a:pt x="461" y="1499"/>
                </a:lnTo>
                <a:lnTo>
                  <a:pt x="460" y="1499"/>
                </a:lnTo>
                <a:lnTo>
                  <a:pt x="460" y="1500"/>
                </a:lnTo>
                <a:lnTo>
                  <a:pt x="459" y="1500"/>
                </a:lnTo>
                <a:lnTo>
                  <a:pt x="459" y="1501"/>
                </a:lnTo>
                <a:lnTo>
                  <a:pt x="458" y="1502"/>
                </a:lnTo>
                <a:lnTo>
                  <a:pt x="458" y="1503"/>
                </a:lnTo>
                <a:lnTo>
                  <a:pt x="457" y="1503"/>
                </a:lnTo>
                <a:lnTo>
                  <a:pt x="457" y="1502"/>
                </a:lnTo>
                <a:lnTo>
                  <a:pt x="456" y="1502"/>
                </a:lnTo>
                <a:lnTo>
                  <a:pt x="456" y="1501"/>
                </a:lnTo>
                <a:lnTo>
                  <a:pt x="455" y="1501"/>
                </a:lnTo>
                <a:lnTo>
                  <a:pt x="456" y="1501"/>
                </a:lnTo>
                <a:lnTo>
                  <a:pt x="456" y="1500"/>
                </a:lnTo>
                <a:lnTo>
                  <a:pt x="455" y="1500"/>
                </a:lnTo>
                <a:lnTo>
                  <a:pt x="456" y="1500"/>
                </a:lnTo>
                <a:lnTo>
                  <a:pt x="456" y="1499"/>
                </a:lnTo>
                <a:lnTo>
                  <a:pt x="456" y="1497"/>
                </a:lnTo>
                <a:lnTo>
                  <a:pt x="455" y="1497"/>
                </a:lnTo>
                <a:lnTo>
                  <a:pt x="455" y="1496"/>
                </a:lnTo>
                <a:lnTo>
                  <a:pt x="454" y="1496"/>
                </a:lnTo>
                <a:lnTo>
                  <a:pt x="453" y="1496"/>
                </a:lnTo>
                <a:lnTo>
                  <a:pt x="453" y="1495"/>
                </a:lnTo>
                <a:lnTo>
                  <a:pt x="452" y="1495"/>
                </a:lnTo>
                <a:lnTo>
                  <a:pt x="452" y="1496"/>
                </a:lnTo>
                <a:lnTo>
                  <a:pt x="451" y="1496"/>
                </a:lnTo>
                <a:lnTo>
                  <a:pt x="451" y="1495"/>
                </a:lnTo>
                <a:lnTo>
                  <a:pt x="450" y="1495"/>
                </a:lnTo>
                <a:lnTo>
                  <a:pt x="449" y="1495"/>
                </a:lnTo>
                <a:lnTo>
                  <a:pt x="448" y="1495"/>
                </a:lnTo>
                <a:lnTo>
                  <a:pt x="448" y="1496"/>
                </a:lnTo>
                <a:lnTo>
                  <a:pt x="447" y="1496"/>
                </a:lnTo>
                <a:lnTo>
                  <a:pt x="446" y="1496"/>
                </a:lnTo>
                <a:lnTo>
                  <a:pt x="446" y="1497"/>
                </a:lnTo>
                <a:lnTo>
                  <a:pt x="446" y="1498"/>
                </a:lnTo>
                <a:lnTo>
                  <a:pt x="445" y="1498"/>
                </a:lnTo>
                <a:lnTo>
                  <a:pt x="445" y="1499"/>
                </a:lnTo>
                <a:lnTo>
                  <a:pt x="444" y="1499"/>
                </a:lnTo>
                <a:lnTo>
                  <a:pt x="444" y="1498"/>
                </a:lnTo>
                <a:lnTo>
                  <a:pt x="444" y="1497"/>
                </a:lnTo>
                <a:lnTo>
                  <a:pt x="444" y="1496"/>
                </a:lnTo>
                <a:lnTo>
                  <a:pt x="444" y="1495"/>
                </a:lnTo>
                <a:lnTo>
                  <a:pt x="444" y="1494"/>
                </a:lnTo>
                <a:lnTo>
                  <a:pt x="443" y="1494"/>
                </a:lnTo>
                <a:lnTo>
                  <a:pt x="443" y="1493"/>
                </a:lnTo>
                <a:lnTo>
                  <a:pt x="442" y="1493"/>
                </a:lnTo>
                <a:lnTo>
                  <a:pt x="441" y="1493"/>
                </a:lnTo>
                <a:lnTo>
                  <a:pt x="441" y="1492"/>
                </a:lnTo>
                <a:lnTo>
                  <a:pt x="440" y="1492"/>
                </a:lnTo>
                <a:lnTo>
                  <a:pt x="439" y="1492"/>
                </a:lnTo>
                <a:lnTo>
                  <a:pt x="438" y="1492"/>
                </a:lnTo>
                <a:lnTo>
                  <a:pt x="437" y="1492"/>
                </a:lnTo>
                <a:lnTo>
                  <a:pt x="437" y="1493"/>
                </a:lnTo>
                <a:lnTo>
                  <a:pt x="437" y="1492"/>
                </a:lnTo>
                <a:lnTo>
                  <a:pt x="437" y="1493"/>
                </a:lnTo>
                <a:lnTo>
                  <a:pt x="436" y="1493"/>
                </a:lnTo>
                <a:lnTo>
                  <a:pt x="436" y="1492"/>
                </a:lnTo>
                <a:lnTo>
                  <a:pt x="435" y="1492"/>
                </a:lnTo>
                <a:lnTo>
                  <a:pt x="434" y="1492"/>
                </a:lnTo>
                <a:lnTo>
                  <a:pt x="434" y="1491"/>
                </a:lnTo>
                <a:lnTo>
                  <a:pt x="434" y="1492"/>
                </a:lnTo>
                <a:lnTo>
                  <a:pt x="433" y="1492"/>
                </a:lnTo>
                <a:lnTo>
                  <a:pt x="433" y="1491"/>
                </a:lnTo>
                <a:lnTo>
                  <a:pt x="432" y="1491"/>
                </a:lnTo>
                <a:lnTo>
                  <a:pt x="431" y="1491"/>
                </a:lnTo>
                <a:lnTo>
                  <a:pt x="431" y="1490"/>
                </a:lnTo>
                <a:lnTo>
                  <a:pt x="430" y="1490"/>
                </a:lnTo>
                <a:lnTo>
                  <a:pt x="430" y="1489"/>
                </a:lnTo>
                <a:lnTo>
                  <a:pt x="429" y="1489"/>
                </a:lnTo>
                <a:lnTo>
                  <a:pt x="430" y="1489"/>
                </a:lnTo>
                <a:lnTo>
                  <a:pt x="430" y="1488"/>
                </a:lnTo>
                <a:lnTo>
                  <a:pt x="429" y="1488"/>
                </a:lnTo>
                <a:lnTo>
                  <a:pt x="429" y="1487"/>
                </a:lnTo>
                <a:lnTo>
                  <a:pt x="429" y="1486"/>
                </a:lnTo>
                <a:lnTo>
                  <a:pt x="430" y="1486"/>
                </a:lnTo>
                <a:lnTo>
                  <a:pt x="430" y="1485"/>
                </a:lnTo>
                <a:lnTo>
                  <a:pt x="430" y="1484"/>
                </a:lnTo>
                <a:lnTo>
                  <a:pt x="430" y="1483"/>
                </a:lnTo>
                <a:lnTo>
                  <a:pt x="430" y="1482"/>
                </a:lnTo>
                <a:lnTo>
                  <a:pt x="429" y="1482"/>
                </a:lnTo>
                <a:lnTo>
                  <a:pt x="428" y="1482"/>
                </a:lnTo>
                <a:lnTo>
                  <a:pt x="427" y="1481"/>
                </a:lnTo>
                <a:lnTo>
                  <a:pt x="426" y="1481"/>
                </a:lnTo>
                <a:lnTo>
                  <a:pt x="425" y="1481"/>
                </a:lnTo>
                <a:lnTo>
                  <a:pt x="424" y="1481"/>
                </a:lnTo>
                <a:lnTo>
                  <a:pt x="424" y="1480"/>
                </a:lnTo>
                <a:lnTo>
                  <a:pt x="424" y="1479"/>
                </a:lnTo>
                <a:lnTo>
                  <a:pt x="424" y="1478"/>
                </a:lnTo>
                <a:lnTo>
                  <a:pt x="424" y="1477"/>
                </a:lnTo>
                <a:lnTo>
                  <a:pt x="424" y="1476"/>
                </a:lnTo>
                <a:lnTo>
                  <a:pt x="425" y="1476"/>
                </a:lnTo>
                <a:lnTo>
                  <a:pt x="425" y="1475"/>
                </a:lnTo>
                <a:lnTo>
                  <a:pt x="426" y="1475"/>
                </a:lnTo>
                <a:lnTo>
                  <a:pt x="426" y="1474"/>
                </a:lnTo>
                <a:lnTo>
                  <a:pt x="426" y="1473"/>
                </a:lnTo>
                <a:lnTo>
                  <a:pt x="426" y="1472"/>
                </a:lnTo>
                <a:lnTo>
                  <a:pt x="426" y="1471"/>
                </a:lnTo>
                <a:lnTo>
                  <a:pt x="426" y="1470"/>
                </a:lnTo>
                <a:lnTo>
                  <a:pt x="426" y="1469"/>
                </a:lnTo>
                <a:lnTo>
                  <a:pt x="426" y="1468"/>
                </a:lnTo>
                <a:lnTo>
                  <a:pt x="426" y="1467"/>
                </a:lnTo>
                <a:lnTo>
                  <a:pt x="426" y="1466"/>
                </a:lnTo>
                <a:lnTo>
                  <a:pt x="427" y="1466"/>
                </a:lnTo>
                <a:lnTo>
                  <a:pt x="427" y="1465"/>
                </a:lnTo>
                <a:lnTo>
                  <a:pt x="426" y="1465"/>
                </a:lnTo>
                <a:lnTo>
                  <a:pt x="427" y="1465"/>
                </a:lnTo>
                <a:lnTo>
                  <a:pt x="427" y="1464"/>
                </a:lnTo>
                <a:lnTo>
                  <a:pt x="426" y="1464"/>
                </a:lnTo>
                <a:lnTo>
                  <a:pt x="426" y="1463"/>
                </a:lnTo>
                <a:lnTo>
                  <a:pt x="425" y="1463"/>
                </a:lnTo>
                <a:lnTo>
                  <a:pt x="424" y="1463"/>
                </a:lnTo>
                <a:lnTo>
                  <a:pt x="423" y="1463"/>
                </a:lnTo>
                <a:lnTo>
                  <a:pt x="424" y="1463"/>
                </a:lnTo>
                <a:lnTo>
                  <a:pt x="424" y="1462"/>
                </a:lnTo>
                <a:lnTo>
                  <a:pt x="424" y="1461"/>
                </a:lnTo>
                <a:lnTo>
                  <a:pt x="423" y="1461"/>
                </a:lnTo>
                <a:lnTo>
                  <a:pt x="423" y="1460"/>
                </a:lnTo>
                <a:lnTo>
                  <a:pt x="422" y="1460"/>
                </a:lnTo>
                <a:lnTo>
                  <a:pt x="421" y="1460"/>
                </a:lnTo>
                <a:lnTo>
                  <a:pt x="421" y="1459"/>
                </a:lnTo>
                <a:lnTo>
                  <a:pt x="421" y="1458"/>
                </a:lnTo>
                <a:lnTo>
                  <a:pt x="422" y="1458"/>
                </a:lnTo>
                <a:lnTo>
                  <a:pt x="422" y="1457"/>
                </a:lnTo>
                <a:lnTo>
                  <a:pt x="423" y="1457"/>
                </a:lnTo>
                <a:lnTo>
                  <a:pt x="424" y="1456"/>
                </a:lnTo>
                <a:lnTo>
                  <a:pt x="424" y="1455"/>
                </a:lnTo>
                <a:lnTo>
                  <a:pt x="423" y="1455"/>
                </a:lnTo>
                <a:lnTo>
                  <a:pt x="423" y="1454"/>
                </a:lnTo>
                <a:lnTo>
                  <a:pt x="422" y="1454"/>
                </a:lnTo>
                <a:lnTo>
                  <a:pt x="421" y="1454"/>
                </a:lnTo>
                <a:lnTo>
                  <a:pt x="421" y="1453"/>
                </a:lnTo>
                <a:lnTo>
                  <a:pt x="420" y="1453"/>
                </a:lnTo>
                <a:lnTo>
                  <a:pt x="419" y="1453"/>
                </a:lnTo>
                <a:lnTo>
                  <a:pt x="419" y="1452"/>
                </a:lnTo>
                <a:lnTo>
                  <a:pt x="418" y="1452"/>
                </a:lnTo>
                <a:lnTo>
                  <a:pt x="418" y="1451"/>
                </a:lnTo>
                <a:lnTo>
                  <a:pt x="417" y="1450"/>
                </a:lnTo>
                <a:lnTo>
                  <a:pt x="417" y="1449"/>
                </a:lnTo>
                <a:lnTo>
                  <a:pt x="416" y="1449"/>
                </a:lnTo>
                <a:lnTo>
                  <a:pt x="416" y="1448"/>
                </a:lnTo>
                <a:lnTo>
                  <a:pt x="416" y="1447"/>
                </a:lnTo>
                <a:lnTo>
                  <a:pt x="417" y="1447"/>
                </a:lnTo>
                <a:lnTo>
                  <a:pt x="418" y="1447"/>
                </a:lnTo>
                <a:lnTo>
                  <a:pt x="417" y="1446"/>
                </a:lnTo>
                <a:lnTo>
                  <a:pt x="418" y="1445"/>
                </a:lnTo>
                <a:lnTo>
                  <a:pt x="418" y="1444"/>
                </a:lnTo>
                <a:lnTo>
                  <a:pt x="417" y="1443"/>
                </a:lnTo>
                <a:lnTo>
                  <a:pt x="417" y="1442"/>
                </a:lnTo>
                <a:lnTo>
                  <a:pt x="416" y="1442"/>
                </a:lnTo>
                <a:lnTo>
                  <a:pt x="416" y="1441"/>
                </a:lnTo>
                <a:lnTo>
                  <a:pt x="415" y="1441"/>
                </a:lnTo>
                <a:lnTo>
                  <a:pt x="415" y="1442"/>
                </a:lnTo>
                <a:lnTo>
                  <a:pt x="414" y="1442"/>
                </a:lnTo>
                <a:lnTo>
                  <a:pt x="413" y="1442"/>
                </a:lnTo>
                <a:lnTo>
                  <a:pt x="412" y="1442"/>
                </a:lnTo>
                <a:lnTo>
                  <a:pt x="411" y="1442"/>
                </a:lnTo>
                <a:lnTo>
                  <a:pt x="411" y="1441"/>
                </a:lnTo>
                <a:lnTo>
                  <a:pt x="410" y="1441"/>
                </a:lnTo>
                <a:lnTo>
                  <a:pt x="410" y="1440"/>
                </a:lnTo>
                <a:lnTo>
                  <a:pt x="410" y="1439"/>
                </a:lnTo>
                <a:lnTo>
                  <a:pt x="411" y="1439"/>
                </a:lnTo>
                <a:lnTo>
                  <a:pt x="410" y="1439"/>
                </a:lnTo>
                <a:lnTo>
                  <a:pt x="410" y="1438"/>
                </a:lnTo>
                <a:lnTo>
                  <a:pt x="411" y="1438"/>
                </a:lnTo>
                <a:lnTo>
                  <a:pt x="410" y="1438"/>
                </a:lnTo>
                <a:lnTo>
                  <a:pt x="410" y="1437"/>
                </a:lnTo>
                <a:lnTo>
                  <a:pt x="410" y="1436"/>
                </a:lnTo>
                <a:lnTo>
                  <a:pt x="410" y="1435"/>
                </a:lnTo>
                <a:lnTo>
                  <a:pt x="411" y="1435"/>
                </a:lnTo>
                <a:lnTo>
                  <a:pt x="410" y="1434"/>
                </a:lnTo>
                <a:lnTo>
                  <a:pt x="410" y="1433"/>
                </a:lnTo>
                <a:lnTo>
                  <a:pt x="409" y="1433"/>
                </a:lnTo>
                <a:lnTo>
                  <a:pt x="409" y="1432"/>
                </a:lnTo>
                <a:lnTo>
                  <a:pt x="408" y="1431"/>
                </a:lnTo>
                <a:lnTo>
                  <a:pt x="408" y="1430"/>
                </a:lnTo>
                <a:lnTo>
                  <a:pt x="407" y="1430"/>
                </a:lnTo>
                <a:lnTo>
                  <a:pt x="406" y="1430"/>
                </a:lnTo>
                <a:lnTo>
                  <a:pt x="406" y="1429"/>
                </a:lnTo>
                <a:lnTo>
                  <a:pt x="406" y="1428"/>
                </a:lnTo>
                <a:lnTo>
                  <a:pt x="406" y="1426"/>
                </a:lnTo>
                <a:lnTo>
                  <a:pt x="406" y="1425"/>
                </a:lnTo>
                <a:lnTo>
                  <a:pt x="406" y="1424"/>
                </a:lnTo>
                <a:lnTo>
                  <a:pt x="406" y="1423"/>
                </a:lnTo>
                <a:lnTo>
                  <a:pt x="406" y="1422"/>
                </a:lnTo>
                <a:lnTo>
                  <a:pt x="406" y="1421"/>
                </a:lnTo>
                <a:lnTo>
                  <a:pt x="406" y="1420"/>
                </a:lnTo>
                <a:lnTo>
                  <a:pt x="406" y="1419"/>
                </a:lnTo>
                <a:lnTo>
                  <a:pt x="406" y="1415"/>
                </a:lnTo>
                <a:lnTo>
                  <a:pt x="407" y="1415"/>
                </a:lnTo>
                <a:lnTo>
                  <a:pt x="408" y="1414"/>
                </a:lnTo>
                <a:lnTo>
                  <a:pt x="409" y="1414"/>
                </a:lnTo>
                <a:lnTo>
                  <a:pt x="409" y="1413"/>
                </a:lnTo>
                <a:lnTo>
                  <a:pt x="409" y="1412"/>
                </a:lnTo>
                <a:lnTo>
                  <a:pt x="410" y="1412"/>
                </a:lnTo>
                <a:lnTo>
                  <a:pt x="410" y="1411"/>
                </a:lnTo>
                <a:lnTo>
                  <a:pt x="411" y="1410"/>
                </a:lnTo>
                <a:lnTo>
                  <a:pt x="412" y="1410"/>
                </a:lnTo>
                <a:lnTo>
                  <a:pt x="412" y="1409"/>
                </a:lnTo>
                <a:lnTo>
                  <a:pt x="413" y="1409"/>
                </a:lnTo>
                <a:lnTo>
                  <a:pt x="414" y="1409"/>
                </a:lnTo>
                <a:lnTo>
                  <a:pt x="414" y="1408"/>
                </a:lnTo>
                <a:lnTo>
                  <a:pt x="415" y="1407"/>
                </a:lnTo>
                <a:lnTo>
                  <a:pt x="415" y="1406"/>
                </a:lnTo>
                <a:lnTo>
                  <a:pt x="415" y="1405"/>
                </a:lnTo>
                <a:lnTo>
                  <a:pt x="415" y="1404"/>
                </a:lnTo>
                <a:lnTo>
                  <a:pt x="416" y="1403"/>
                </a:lnTo>
                <a:lnTo>
                  <a:pt x="417" y="1403"/>
                </a:lnTo>
                <a:lnTo>
                  <a:pt x="417" y="1402"/>
                </a:lnTo>
                <a:lnTo>
                  <a:pt x="418" y="1402"/>
                </a:lnTo>
                <a:lnTo>
                  <a:pt x="417" y="1402"/>
                </a:lnTo>
                <a:lnTo>
                  <a:pt x="417" y="1401"/>
                </a:lnTo>
                <a:lnTo>
                  <a:pt x="416" y="1401"/>
                </a:lnTo>
                <a:lnTo>
                  <a:pt x="416" y="1402"/>
                </a:lnTo>
                <a:lnTo>
                  <a:pt x="416" y="1401"/>
                </a:lnTo>
                <a:lnTo>
                  <a:pt x="415" y="1401"/>
                </a:lnTo>
                <a:lnTo>
                  <a:pt x="414" y="1401"/>
                </a:lnTo>
                <a:lnTo>
                  <a:pt x="413" y="1401"/>
                </a:lnTo>
                <a:lnTo>
                  <a:pt x="413" y="1402"/>
                </a:lnTo>
                <a:lnTo>
                  <a:pt x="412" y="1402"/>
                </a:lnTo>
                <a:lnTo>
                  <a:pt x="411" y="1402"/>
                </a:lnTo>
                <a:lnTo>
                  <a:pt x="409" y="1402"/>
                </a:lnTo>
                <a:lnTo>
                  <a:pt x="409" y="1403"/>
                </a:lnTo>
                <a:lnTo>
                  <a:pt x="409" y="1404"/>
                </a:lnTo>
                <a:lnTo>
                  <a:pt x="408" y="1404"/>
                </a:lnTo>
                <a:lnTo>
                  <a:pt x="407" y="1404"/>
                </a:lnTo>
                <a:lnTo>
                  <a:pt x="407" y="1403"/>
                </a:lnTo>
                <a:lnTo>
                  <a:pt x="406" y="1403"/>
                </a:lnTo>
                <a:lnTo>
                  <a:pt x="406" y="1402"/>
                </a:lnTo>
                <a:lnTo>
                  <a:pt x="405" y="1402"/>
                </a:lnTo>
                <a:lnTo>
                  <a:pt x="405" y="1401"/>
                </a:lnTo>
                <a:lnTo>
                  <a:pt x="405" y="1402"/>
                </a:lnTo>
                <a:lnTo>
                  <a:pt x="403" y="1402"/>
                </a:lnTo>
                <a:lnTo>
                  <a:pt x="402" y="1402"/>
                </a:lnTo>
                <a:lnTo>
                  <a:pt x="402" y="1403"/>
                </a:lnTo>
                <a:lnTo>
                  <a:pt x="401" y="1403"/>
                </a:lnTo>
                <a:lnTo>
                  <a:pt x="400" y="1403"/>
                </a:lnTo>
                <a:lnTo>
                  <a:pt x="400" y="1402"/>
                </a:lnTo>
                <a:lnTo>
                  <a:pt x="399" y="1402"/>
                </a:lnTo>
                <a:lnTo>
                  <a:pt x="398" y="1401"/>
                </a:lnTo>
                <a:lnTo>
                  <a:pt x="398" y="1402"/>
                </a:lnTo>
                <a:lnTo>
                  <a:pt x="398" y="1403"/>
                </a:lnTo>
                <a:lnTo>
                  <a:pt x="397" y="1404"/>
                </a:lnTo>
                <a:lnTo>
                  <a:pt x="396" y="1404"/>
                </a:lnTo>
                <a:lnTo>
                  <a:pt x="395" y="1403"/>
                </a:lnTo>
                <a:lnTo>
                  <a:pt x="394" y="1402"/>
                </a:lnTo>
                <a:lnTo>
                  <a:pt x="394" y="1401"/>
                </a:lnTo>
                <a:lnTo>
                  <a:pt x="393" y="1401"/>
                </a:lnTo>
                <a:lnTo>
                  <a:pt x="392" y="1401"/>
                </a:lnTo>
                <a:lnTo>
                  <a:pt x="392" y="1402"/>
                </a:lnTo>
                <a:lnTo>
                  <a:pt x="391" y="1401"/>
                </a:lnTo>
                <a:lnTo>
                  <a:pt x="390" y="1400"/>
                </a:lnTo>
                <a:lnTo>
                  <a:pt x="389" y="1399"/>
                </a:lnTo>
                <a:lnTo>
                  <a:pt x="388" y="1399"/>
                </a:lnTo>
                <a:lnTo>
                  <a:pt x="387" y="1401"/>
                </a:lnTo>
                <a:lnTo>
                  <a:pt x="387" y="1402"/>
                </a:lnTo>
                <a:lnTo>
                  <a:pt x="386" y="1402"/>
                </a:lnTo>
                <a:lnTo>
                  <a:pt x="385" y="1401"/>
                </a:lnTo>
                <a:lnTo>
                  <a:pt x="384" y="1401"/>
                </a:lnTo>
                <a:lnTo>
                  <a:pt x="383" y="1401"/>
                </a:lnTo>
                <a:lnTo>
                  <a:pt x="382" y="1402"/>
                </a:lnTo>
                <a:lnTo>
                  <a:pt x="381" y="1403"/>
                </a:lnTo>
                <a:lnTo>
                  <a:pt x="381" y="1405"/>
                </a:lnTo>
                <a:lnTo>
                  <a:pt x="380" y="1405"/>
                </a:lnTo>
                <a:lnTo>
                  <a:pt x="379" y="1405"/>
                </a:lnTo>
                <a:lnTo>
                  <a:pt x="378" y="1405"/>
                </a:lnTo>
                <a:lnTo>
                  <a:pt x="378" y="1406"/>
                </a:lnTo>
                <a:lnTo>
                  <a:pt x="377" y="1406"/>
                </a:lnTo>
                <a:lnTo>
                  <a:pt x="376" y="1405"/>
                </a:lnTo>
                <a:lnTo>
                  <a:pt x="376" y="1404"/>
                </a:lnTo>
                <a:lnTo>
                  <a:pt x="375" y="1403"/>
                </a:lnTo>
                <a:lnTo>
                  <a:pt x="374" y="1403"/>
                </a:lnTo>
                <a:lnTo>
                  <a:pt x="373" y="1403"/>
                </a:lnTo>
                <a:lnTo>
                  <a:pt x="373" y="1405"/>
                </a:lnTo>
                <a:lnTo>
                  <a:pt x="372" y="1405"/>
                </a:lnTo>
                <a:lnTo>
                  <a:pt x="371" y="1405"/>
                </a:lnTo>
                <a:lnTo>
                  <a:pt x="370" y="1404"/>
                </a:lnTo>
                <a:lnTo>
                  <a:pt x="369" y="1404"/>
                </a:lnTo>
                <a:lnTo>
                  <a:pt x="368" y="1405"/>
                </a:lnTo>
                <a:lnTo>
                  <a:pt x="368" y="1404"/>
                </a:lnTo>
                <a:lnTo>
                  <a:pt x="368" y="1403"/>
                </a:lnTo>
                <a:lnTo>
                  <a:pt x="367" y="1403"/>
                </a:lnTo>
                <a:lnTo>
                  <a:pt x="365" y="1403"/>
                </a:lnTo>
                <a:lnTo>
                  <a:pt x="363" y="1402"/>
                </a:lnTo>
                <a:lnTo>
                  <a:pt x="362" y="1402"/>
                </a:lnTo>
                <a:lnTo>
                  <a:pt x="361" y="1403"/>
                </a:lnTo>
                <a:lnTo>
                  <a:pt x="360" y="1403"/>
                </a:lnTo>
                <a:lnTo>
                  <a:pt x="359" y="1403"/>
                </a:lnTo>
                <a:lnTo>
                  <a:pt x="358" y="1404"/>
                </a:lnTo>
                <a:lnTo>
                  <a:pt x="357" y="1404"/>
                </a:lnTo>
                <a:lnTo>
                  <a:pt x="356" y="1404"/>
                </a:lnTo>
                <a:lnTo>
                  <a:pt x="356" y="1405"/>
                </a:lnTo>
                <a:lnTo>
                  <a:pt x="355" y="1405"/>
                </a:lnTo>
                <a:lnTo>
                  <a:pt x="354" y="1405"/>
                </a:lnTo>
                <a:lnTo>
                  <a:pt x="353" y="1404"/>
                </a:lnTo>
                <a:lnTo>
                  <a:pt x="352" y="1404"/>
                </a:lnTo>
                <a:lnTo>
                  <a:pt x="350" y="1404"/>
                </a:lnTo>
                <a:lnTo>
                  <a:pt x="349" y="1403"/>
                </a:lnTo>
                <a:lnTo>
                  <a:pt x="349" y="1402"/>
                </a:lnTo>
                <a:lnTo>
                  <a:pt x="349" y="1401"/>
                </a:lnTo>
                <a:lnTo>
                  <a:pt x="348" y="1401"/>
                </a:lnTo>
                <a:lnTo>
                  <a:pt x="347" y="1401"/>
                </a:lnTo>
                <a:lnTo>
                  <a:pt x="346" y="1400"/>
                </a:lnTo>
                <a:lnTo>
                  <a:pt x="346" y="1399"/>
                </a:lnTo>
                <a:lnTo>
                  <a:pt x="345" y="1398"/>
                </a:lnTo>
                <a:lnTo>
                  <a:pt x="344" y="1397"/>
                </a:lnTo>
                <a:lnTo>
                  <a:pt x="343" y="1397"/>
                </a:lnTo>
                <a:lnTo>
                  <a:pt x="343" y="1396"/>
                </a:lnTo>
                <a:lnTo>
                  <a:pt x="342" y="1396"/>
                </a:lnTo>
                <a:lnTo>
                  <a:pt x="342" y="1397"/>
                </a:lnTo>
                <a:lnTo>
                  <a:pt x="341" y="1397"/>
                </a:lnTo>
                <a:lnTo>
                  <a:pt x="340" y="1397"/>
                </a:lnTo>
                <a:lnTo>
                  <a:pt x="339" y="1397"/>
                </a:lnTo>
                <a:lnTo>
                  <a:pt x="338" y="1398"/>
                </a:lnTo>
                <a:lnTo>
                  <a:pt x="337" y="1398"/>
                </a:lnTo>
                <a:lnTo>
                  <a:pt x="336" y="1398"/>
                </a:lnTo>
                <a:lnTo>
                  <a:pt x="335" y="1399"/>
                </a:lnTo>
                <a:lnTo>
                  <a:pt x="334" y="1399"/>
                </a:lnTo>
                <a:lnTo>
                  <a:pt x="333" y="1399"/>
                </a:lnTo>
                <a:lnTo>
                  <a:pt x="332" y="1399"/>
                </a:lnTo>
                <a:lnTo>
                  <a:pt x="331" y="1398"/>
                </a:lnTo>
                <a:lnTo>
                  <a:pt x="330" y="1397"/>
                </a:lnTo>
                <a:lnTo>
                  <a:pt x="329" y="1397"/>
                </a:lnTo>
                <a:lnTo>
                  <a:pt x="328" y="1397"/>
                </a:lnTo>
                <a:lnTo>
                  <a:pt x="327" y="1396"/>
                </a:lnTo>
                <a:lnTo>
                  <a:pt x="326" y="1395"/>
                </a:lnTo>
                <a:lnTo>
                  <a:pt x="325" y="1395"/>
                </a:lnTo>
                <a:lnTo>
                  <a:pt x="324" y="1394"/>
                </a:lnTo>
                <a:lnTo>
                  <a:pt x="323" y="1393"/>
                </a:lnTo>
                <a:lnTo>
                  <a:pt x="321" y="1392"/>
                </a:lnTo>
                <a:lnTo>
                  <a:pt x="321" y="1391"/>
                </a:lnTo>
                <a:lnTo>
                  <a:pt x="320" y="1391"/>
                </a:lnTo>
                <a:lnTo>
                  <a:pt x="319" y="1391"/>
                </a:lnTo>
                <a:lnTo>
                  <a:pt x="317" y="1390"/>
                </a:lnTo>
                <a:lnTo>
                  <a:pt x="316" y="1390"/>
                </a:lnTo>
                <a:lnTo>
                  <a:pt x="315" y="1390"/>
                </a:lnTo>
                <a:lnTo>
                  <a:pt x="314" y="1390"/>
                </a:lnTo>
                <a:lnTo>
                  <a:pt x="313" y="1391"/>
                </a:lnTo>
                <a:lnTo>
                  <a:pt x="312" y="1391"/>
                </a:lnTo>
                <a:lnTo>
                  <a:pt x="311" y="1391"/>
                </a:lnTo>
                <a:lnTo>
                  <a:pt x="310" y="1390"/>
                </a:lnTo>
                <a:lnTo>
                  <a:pt x="309" y="1390"/>
                </a:lnTo>
                <a:lnTo>
                  <a:pt x="308" y="1390"/>
                </a:lnTo>
                <a:lnTo>
                  <a:pt x="307" y="1389"/>
                </a:lnTo>
                <a:lnTo>
                  <a:pt x="306" y="1389"/>
                </a:lnTo>
                <a:lnTo>
                  <a:pt x="305" y="1388"/>
                </a:lnTo>
                <a:lnTo>
                  <a:pt x="305" y="1387"/>
                </a:lnTo>
                <a:lnTo>
                  <a:pt x="304" y="1387"/>
                </a:lnTo>
                <a:lnTo>
                  <a:pt x="303" y="1386"/>
                </a:lnTo>
                <a:lnTo>
                  <a:pt x="303" y="1385"/>
                </a:lnTo>
                <a:lnTo>
                  <a:pt x="302" y="1384"/>
                </a:lnTo>
                <a:lnTo>
                  <a:pt x="301" y="1384"/>
                </a:lnTo>
                <a:lnTo>
                  <a:pt x="300" y="1384"/>
                </a:lnTo>
                <a:lnTo>
                  <a:pt x="299" y="1384"/>
                </a:lnTo>
                <a:lnTo>
                  <a:pt x="298" y="1384"/>
                </a:lnTo>
                <a:lnTo>
                  <a:pt x="297" y="1384"/>
                </a:lnTo>
                <a:lnTo>
                  <a:pt x="296" y="1385"/>
                </a:lnTo>
                <a:lnTo>
                  <a:pt x="295" y="1385"/>
                </a:lnTo>
                <a:lnTo>
                  <a:pt x="294" y="1385"/>
                </a:lnTo>
                <a:lnTo>
                  <a:pt x="293" y="1384"/>
                </a:lnTo>
                <a:lnTo>
                  <a:pt x="293" y="1383"/>
                </a:lnTo>
                <a:lnTo>
                  <a:pt x="293" y="1382"/>
                </a:lnTo>
                <a:lnTo>
                  <a:pt x="292" y="1382"/>
                </a:lnTo>
                <a:lnTo>
                  <a:pt x="291" y="1381"/>
                </a:lnTo>
                <a:lnTo>
                  <a:pt x="291" y="1380"/>
                </a:lnTo>
                <a:lnTo>
                  <a:pt x="290" y="1379"/>
                </a:lnTo>
                <a:lnTo>
                  <a:pt x="289" y="1378"/>
                </a:lnTo>
                <a:lnTo>
                  <a:pt x="288" y="1378"/>
                </a:lnTo>
                <a:lnTo>
                  <a:pt x="288" y="1377"/>
                </a:lnTo>
                <a:lnTo>
                  <a:pt x="288" y="1376"/>
                </a:lnTo>
                <a:lnTo>
                  <a:pt x="287" y="1375"/>
                </a:lnTo>
                <a:lnTo>
                  <a:pt x="286" y="1375"/>
                </a:lnTo>
                <a:lnTo>
                  <a:pt x="285" y="1375"/>
                </a:lnTo>
                <a:lnTo>
                  <a:pt x="284" y="1375"/>
                </a:lnTo>
                <a:lnTo>
                  <a:pt x="284" y="1374"/>
                </a:lnTo>
                <a:lnTo>
                  <a:pt x="283" y="1374"/>
                </a:lnTo>
                <a:lnTo>
                  <a:pt x="283" y="1373"/>
                </a:lnTo>
                <a:lnTo>
                  <a:pt x="282" y="1374"/>
                </a:lnTo>
                <a:lnTo>
                  <a:pt x="281" y="1374"/>
                </a:lnTo>
                <a:lnTo>
                  <a:pt x="280" y="1374"/>
                </a:lnTo>
                <a:lnTo>
                  <a:pt x="279" y="1374"/>
                </a:lnTo>
                <a:lnTo>
                  <a:pt x="278" y="1373"/>
                </a:lnTo>
                <a:lnTo>
                  <a:pt x="278" y="1372"/>
                </a:lnTo>
                <a:lnTo>
                  <a:pt x="278" y="1371"/>
                </a:lnTo>
                <a:lnTo>
                  <a:pt x="277" y="1370"/>
                </a:lnTo>
                <a:lnTo>
                  <a:pt x="276" y="1369"/>
                </a:lnTo>
                <a:lnTo>
                  <a:pt x="276" y="1368"/>
                </a:lnTo>
                <a:lnTo>
                  <a:pt x="277" y="1367"/>
                </a:lnTo>
                <a:lnTo>
                  <a:pt x="278" y="1366"/>
                </a:lnTo>
                <a:lnTo>
                  <a:pt x="278" y="1365"/>
                </a:lnTo>
                <a:lnTo>
                  <a:pt x="278" y="1364"/>
                </a:lnTo>
                <a:lnTo>
                  <a:pt x="278" y="1363"/>
                </a:lnTo>
                <a:lnTo>
                  <a:pt x="278" y="1362"/>
                </a:lnTo>
                <a:lnTo>
                  <a:pt x="279" y="1361"/>
                </a:lnTo>
                <a:lnTo>
                  <a:pt x="279" y="1360"/>
                </a:lnTo>
                <a:lnTo>
                  <a:pt x="278" y="1359"/>
                </a:lnTo>
                <a:lnTo>
                  <a:pt x="278" y="1358"/>
                </a:lnTo>
                <a:lnTo>
                  <a:pt x="277" y="1358"/>
                </a:lnTo>
                <a:lnTo>
                  <a:pt x="276" y="1358"/>
                </a:lnTo>
                <a:lnTo>
                  <a:pt x="276" y="1357"/>
                </a:lnTo>
                <a:lnTo>
                  <a:pt x="275" y="1357"/>
                </a:lnTo>
                <a:lnTo>
                  <a:pt x="275" y="1358"/>
                </a:lnTo>
                <a:lnTo>
                  <a:pt x="274" y="1358"/>
                </a:lnTo>
                <a:lnTo>
                  <a:pt x="274" y="1359"/>
                </a:lnTo>
                <a:lnTo>
                  <a:pt x="274" y="1360"/>
                </a:lnTo>
                <a:lnTo>
                  <a:pt x="273" y="1360"/>
                </a:lnTo>
                <a:lnTo>
                  <a:pt x="272" y="1361"/>
                </a:lnTo>
                <a:lnTo>
                  <a:pt x="272" y="1362"/>
                </a:lnTo>
                <a:lnTo>
                  <a:pt x="271" y="1362"/>
                </a:lnTo>
                <a:lnTo>
                  <a:pt x="271" y="1361"/>
                </a:lnTo>
                <a:lnTo>
                  <a:pt x="270" y="1361"/>
                </a:lnTo>
                <a:lnTo>
                  <a:pt x="269" y="1361"/>
                </a:lnTo>
                <a:lnTo>
                  <a:pt x="268" y="1361"/>
                </a:lnTo>
                <a:lnTo>
                  <a:pt x="266" y="1362"/>
                </a:lnTo>
                <a:lnTo>
                  <a:pt x="265" y="1363"/>
                </a:lnTo>
                <a:lnTo>
                  <a:pt x="265" y="1364"/>
                </a:lnTo>
                <a:lnTo>
                  <a:pt x="264" y="1364"/>
                </a:lnTo>
                <a:lnTo>
                  <a:pt x="264" y="1365"/>
                </a:lnTo>
                <a:lnTo>
                  <a:pt x="263" y="1365"/>
                </a:lnTo>
                <a:lnTo>
                  <a:pt x="262" y="1365"/>
                </a:lnTo>
                <a:lnTo>
                  <a:pt x="260" y="1364"/>
                </a:lnTo>
                <a:lnTo>
                  <a:pt x="259" y="1364"/>
                </a:lnTo>
                <a:lnTo>
                  <a:pt x="258" y="1364"/>
                </a:lnTo>
                <a:lnTo>
                  <a:pt x="257" y="1364"/>
                </a:lnTo>
                <a:lnTo>
                  <a:pt x="257" y="1365"/>
                </a:lnTo>
                <a:lnTo>
                  <a:pt x="257" y="1366"/>
                </a:lnTo>
                <a:lnTo>
                  <a:pt x="258" y="1366"/>
                </a:lnTo>
                <a:lnTo>
                  <a:pt x="258" y="1367"/>
                </a:lnTo>
                <a:lnTo>
                  <a:pt x="258" y="1368"/>
                </a:lnTo>
                <a:lnTo>
                  <a:pt x="257" y="1367"/>
                </a:lnTo>
                <a:lnTo>
                  <a:pt x="256" y="1367"/>
                </a:lnTo>
                <a:lnTo>
                  <a:pt x="255" y="1367"/>
                </a:lnTo>
                <a:lnTo>
                  <a:pt x="254" y="1367"/>
                </a:lnTo>
                <a:lnTo>
                  <a:pt x="253" y="1367"/>
                </a:lnTo>
                <a:lnTo>
                  <a:pt x="252" y="1366"/>
                </a:lnTo>
                <a:lnTo>
                  <a:pt x="250" y="1366"/>
                </a:lnTo>
                <a:lnTo>
                  <a:pt x="249" y="1366"/>
                </a:lnTo>
                <a:lnTo>
                  <a:pt x="248" y="1366"/>
                </a:lnTo>
                <a:lnTo>
                  <a:pt x="247" y="1366"/>
                </a:lnTo>
                <a:lnTo>
                  <a:pt x="246" y="1366"/>
                </a:lnTo>
                <a:lnTo>
                  <a:pt x="245" y="1366"/>
                </a:lnTo>
                <a:lnTo>
                  <a:pt x="245" y="1367"/>
                </a:lnTo>
                <a:lnTo>
                  <a:pt x="244" y="1368"/>
                </a:lnTo>
                <a:lnTo>
                  <a:pt x="241" y="1368"/>
                </a:lnTo>
                <a:lnTo>
                  <a:pt x="240" y="1368"/>
                </a:lnTo>
                <a:lnTo>
                  <a:pt x="239" y="1367"/>
                </a:lnTo>
                <a:lnTo>
                  <a:pt x="238" y="1367"/>
                </a:lnTo>
                <a:lnTo>
                  <a:pt x="238" y="1366"/>
                </a:lnTo>
                <a:lnTo>
                  <a:pt x="239" y="1365"/>
                </a:lnTo>
                <a:lnTo>
                  <a:pt x="239" y="1364"/>
                </a:lnTo>
                <a:lnTo>
                  <a:pt x="239" y="1362"/>
                </a:lnTo>
                <a:lnTo>
                  <a:pt x="239" y="1360"/>
                </a:lnTo>
                <a:lnTo>
                  <a:pt x="240" y="1359"/>
                </a:lnTo>
                <a:lnTo>
                  <a:pt x="240" y="1358"/>
                </a:lnTo>
                <a:lnTo>
                  <a:pt x="239" y="1357"/>
                </a:lnTo>
                <a:lnTo>
                  <a:pt x="238" y="1356"/>
                </a:lnTo>
                <a:lnTo>
                  <a:pt x="238" y="1355"/>
                </a:lnTo>
                <a:lnTo>
                  <a:pt x="236" y="1352"/>
                </a:lnTo>
                <a:lnTo>
                  <a:pt x="235" y="1351"/>
                </a:lnTo>
                <a:lnTo>
                  <a:pt x="234" y="1350"/>
                </a:lnTo>
                <a:lnTo>
                  <a:pt x="234" y="1348"/>
                </a:lnTo>
                <a:lnTo>
                  <a:pt x="233" y="1347"/>
                </a:lnTo>
                <a:lnTo>
                  <a:pt x="232" y="1347"/>
                </a:lnTo>
                <a:lnTo>
                  <a:pt x="231" y="1347"/>
                </a:lnTo>
                <a:lnTo>
                  <a:pt x="230" y="1347"/>
                </a:lnTo>
                <a:lnTo>
                  <a:pt x="229" y="1347"/>
                </a:lnTo>
                <a:lnTo>
                  <a:pt x="228" y="1347"/>
                </a:lnTo>
                <a:lnTo>
                  <a:pt x="228" y="1348"/>
                </a:lnTo>
                <a:lnTo>
                  <a:pt x="227" y="1348"/>
                </a:lnTo>
                <a:lnTo>
                  <a:pt x="226" y="1348"/>
                </a:lnTo>
                <a:lnTo>
                  <a:pt x="225" y="1348"/>
                </a:lnTo>
                <a:lnTo>
                  <a:pt x="225" y="1347"/>
                </a:lnTo>
                <a:lnTo>
                  <a:pt x="224" y="1347"/>
                </a:lnTo>
                <a:lnTo>
                  <a:pt x="223" y="1347"/>
                </a:lnTo>
                <a:lnTo>
                  <a:pt x="222" y="1346"/>
                </a:lnTo>
                <a:lnTo>
                  <a:pt x="222" y="1345"/>
                </a:lnTo>
                <a:lnTo>
                  <a:pt x="221" y="1344"/>
                </a:lnTo>
                <a:lnTo>
                  <a:pt x="221" y="1343"/>
                </a:lnTo>
                <a:lnTo>
                  <a:pt x="221" y="1342"/>
                </a:lnTo>
                <a:lnTo>
                  <a:pt x="221" y="1341"/>
                </a:lnTo>
                <a:lnTo>
                  <a:pt x="220" y="1341"/>
                </a:lnTo>
                <a:lnTo>
                  <a:pt x="220" y="1340"/>
                </a:lnTo>
                <a:lnTo>
                  <a:pt x="220" y="1339"/>
                </a:lnTo>
                <a:lnTo>
                  <a:pt x="220" y="1338"/>
                </a:lnTo>
                <a:lnTo>
                  <a:pt x="219" y="1337"/>
                </a:lnTo>
                <a:lnTo>
                  <a:pt x="219" y="1336"/>
                </a:lnTo>
                <a:lnTo>
                  <a:pt x="220" y="1336"/>
                </a:lnTo>
                <a:lnTo>
                  <a:pt x="221" y="1335"/>
                </a:lnTo>
                <a:lnTo>
                  <a:pt x="222" y="1335"/>
                </a:lnTo>
                <a:lnTo>
                  <a:pt x="223" y="1335"/>
                </a:lnTo>
                <a:lnTo>
                  <a:pt x="223" y="1334"/>
                </a:lnTo>
                <a:lnTo>
                  <a:pt x="222" y="1334"/>
                </a:lnTo>
                <a:lnTo>
                  <a:pt x="222" y="1333"/>
                </a:lnTo>
                <a:lnTo>
                  <a:pt x="223" y="1333"/>
                </a:lnTo>
                <a:lnTo>
                  <a:pt x="224" y="1333"/>
                </a:lnTo>
                <a:lnTo>
                  <a:pt x="225" y="1333"/>
                </a:lnTo>
                <a:lnTo>
                  <a:pt x="226" y="1333"/>
                </a:lnTo>
                <a:lnTo>
                  <a:pt x="226" y="1332"/>
                </a:lnTo>
                <a:lnTo>
                  <a:pt x="226" y="1330"/>
                </a:lnTo>
                <a:lnTo>
                  <a:pt x="226" y="1328"/>
                </a:lnTo>
                <a:lnTo>
                  <a:pt x="226" y="1327"/>
                </a:lnTo>
                <a:lnTo>
                  <a:pt x="226" y="1326"/>
                </a:lnTo>
                <a:lnTo>
                  <a:pt x="227" y="1326"/>
                </a:lnTo>
                <a:lnTo>
                  <a:pt x="228" y="1326"/>
                </a:lnTo>
                <a:lnTo>
                  <a:pt x="229" y="1326"/>
                </a:lnTo>
                <a:lnTo>
                  <a:pt x="231" y="1327"/>
                </a:lnTo>
                <a:lnTo>
                  <a:pt x="231" y="1326"/>
                </a:lnTo>
                <a:lnTo>
                  <a:pt x="231" y="1325"/>
                </a:lnTo>
                <a:lnTo>
                  <a:pt x="230" y="1324"/>
                </a:lnTo>
                <a:lnTo>
                  <a:pt x="229" y="1323"/>
                </a:lnTo>
                <a:lnTo>
                  <a:pt x="228" y="1322"/>
                </a:lnTo>
                <a:lnTo>
                  <a:pt x="227" y="1320"/>
                </a:lnTo>
                <a:lnTo>
                  <a:pt x="227" y="1319"/>
                </a:lnTo>
                <a:lnTo>
                  <a:pt x="226" y="1319"/>
                </a:lnTo>
                <a:lnTo>
                  <a:pt x="226" y="1318"/>
                </a:lnTo>
                <a:lnTo>
                  <a:pt x="225" y="1318"/>
                </a:lnTo>
                <a:lnTo>
                  <a:pt x="225" y="1317"/>
                </a:lnTo>
                <a:lnTo>
                  <a:pt x="224" y="1316"/>
                </a:lnTo>
                <a:lnTo>
                  <a:pt x="224" y="1315"/>
                </a:lnTo>
                <a:lnTo>
                  <a:pt x="224" y="1314"/>
                </a:lnTo>
                <a:lnTo>
                  <a:pt x="225" y="1313"/>
                </a:lnTo>
                <a:lnTo>
                  <a:pt x="225" y="1312"/>
                </a:lnTo>
                <a:lnTo>
                  <a:pt x="226" y="1311"/>
                </a:lnTo>
                <a:lnTo>
                  <a:pt x="226" y="1310"/>
                </a:lnTo>
                <a:lnTo>
                  <a:pt x="227" y="1310"/>
                </a:lnTo>
                <a:lnTo>
                  <a:pt x="228" y="1309"/>
                </a:lnTo>
                <a:lnTo>
                  <a:pt x="228" y="1308"/>
                </a:lnTo>
                <a:lnTo>
                  <a:pt x="228" y="1307"/>
                </a:lnTo>
                <a:lnTo>
                  <a:pt x="227" y="1305"/>
                </a:lnTo>
                <a:lnTo>
                  <a:pt x="226" y="1304"/>
                </a:lnTo>
                <a:lnTo>
                  <a:pt x="226" y="1303"/>
                </a:lnTo>
                <a:lnTo>
                  <a:pt x="226" y="1302"/>
                </a:lnTo>
                <a:lnTo>
                  <a:pt x="226" y="1301"/>
                </a:lnTo>
                <a:lnTo>
                  <a:pt x="225" y="1301"/>
                </a:lnTo>
                <a:lnTo>
                  <a:pt x="225" y="1300"/>
                </a:lnTo>
                <a:lnTo>
                  <a:pt x="225" y="1299"/>
                </a:lnTo>
                <a:lnTo>
                  <a:pt x="224" y="1299"/>
                </a:lnTo>
                <a:lnTo>
                  <a:pt x="224" y="1298"/>
                </a:lnTo>
                <a:lnTo>
                  <a:pt x="223" y="1298"/>
                </a:lnTo>
                <a:lnTo>
                  <a:pt x="223" y="1297"/>
                </a:lnTo>
                <a:lnTo>
                  <a:pt x="222" y="1297"/>
                </a:lnTo>
                <a:lnTo>
                  <a:pt x="221" y="1295"/>
                </a:lnTo>
                <a:lnTo>
                  <a:pt x="221" y="1294"/>
                </a:lnTo>
                <a:lnTo>
                  <a:pt x="221" y="1293"/>
                </a:lnTo>
                <a:lnTo>
                  <a:pt x="220" y="1293"/>
                </a:lnTo>
                <a:lnTo>
                  <a:pt x="220" y="1292"/>
                </a:lnTo>
                <a:lnTo>
                  <a:pt x="219" y="1291"/>
                </a:lnTo>
                <a:lnTo>
                  <a:pt x="219" y="1290"/>
                </a:lnTo>
                <a:lnTo>
                  <a:pt x="219" y="1289"/>
                </a:lnTo>
                <a:lnTo>
                  <a:pt x="220" y="1288"/>
                </a:lnTo>
                <a:lnTo>
                  <a:pt x="219" y="1288"/>
                </a:lnTo>
                <a:lnTo>
                  <a:pt x="219" y="1287"/>
                </a:lnTo>
                <a:lnTo>
                  <a:pt x="218" y="1286"/>
                </a:lnTo>
                <a:lnTo>
                  <a:pt x="217" y="1286"/>
                </a:lnTo>
                <a:lnTo>
                  <a:pt x="217" y="1285"/>
                </a:lnTo>
                <a:lnTo>
                  <a:pt x="216" y="1285"/>
                </a:lnTo>
                <a:lnTo>
                  <a:pt x="215" y="1284"/>
                </a:lnTo>
                <a:lnTo>
                  <a:pt x="214" y="1283"/>
                </a:lnTo>
                <a:lnTo>
                  <a:pt x="214" y="1282"/>
                </a:lnTo>
                <a:lnTo>
                  <a:pt x="212" y="1281"/>
                </a:lnTo>
                <a:lnTo>
                  <a:pt x="211" y="1280"/>
                </a:lnTo>
                <a:lnTo>
                  <a:pt x="209" y="1279"/>
                </a:lnTo>
                <a:lnTo>
                  <a:pt x="208" y="1278"/>
                </a:lnTo>
                <a:lnTo>
                  <a:pt x="207" y="1278"/>
                </a:lnTo>
                <a:lnTo>
                  <a:pt x="207" y="1277"/>
                </a:lnTo>
                <a:lnTo>
                  <a:pt x="206" y="1277"/>
                </a:lnTo>
                <a:lnTo>
                  <a:pt x="206" y="1276"/>
                </a:lnTo>
                <a:lnTo>
                  <a:pt x="205" y="1276"/>
                </a:lnTo>
                <a:lnTo>
                  <a:pt x="204" y="1276"/>
                </a:lnTo>
                <a:lnTo>
                  <a:pt x="204" y="1275"/>
                </a:lnTo>
                <a:lnTo>
                  <a:pt x="203" y="1275"/>
                </a:lnTo>
                <a:lnTo>
                  <a:pt x="203" y="1274"/>
                </a:lnTo>
                <a:lnTo>
                  <a:pt x="202" y="1274"/>
                </a:lnTo>
                <a:lnTo>
                  <a:pt x="201" y="1274"/>
                </a:lnTo>
                <a:lnTo>
                  <a:pt x="201" y="1273"/>
                </a:lnTo>
                <a:lnTo>
                  <a:pt x="200" y="1273"/>
                </a:lnTo>
                <a:lnTo>
                  <a:pt x="199" y="1273"/>
                </a:lnTo>
                <a:lnTo>
                  <a:pt x="198" y="1273"/>
                </a:lnTo>
                <a:lnTo>
                  <a:pt x="197" y="1272"/>
                </a:lnTo>
                <a:lnTo>
                  <a:pt x="196" y="1271"/>
                </a:lnTo>
                <a:lnTo>
                  <a:pt x="195" y="1271"/>
                </a:lnTo>
                <a:lnTo>
                  <a:pt x="194" y="1271"/>
                </a:lnTo>
                <a:lnTo>
                  <a:pt x="193" y="1271"/>
                </a:lnTo>
                <a:lnTo>
                  <a:pt x="192" y="1271"/>
                </a:lnTo>
                <a:lnTo>
                  <a:pt x="191" y="1271"/>
                </a:lnTo>
                <a:lnTo>
                  <a:pt x="190" y="1271"/>
                </a:lnTo>
                <a:lnTo>
                  <a:pt x="189" y="1271"/>
                </a:lnTo>
                <a:lnTo>
                  <a:pt x="188" y="1272"/>
                </a:lnTo>
                <a:lnTo>
                  <a:pt x="187" y="1272"/>
                </a:lnTo>
                <a:lnTo>
                  <a:pt x="187" y="1271"/>
                </a:lnTo>
                <a:lnTo>
                  <a:pt x="186" y="1271"/>
                </a:lnTo>
                <a:lnTo>
                  <a:pt x="184" y="1271"/>
                </a:lnTo>
                <a:lnTo>
                  <a:pt x="183" y="1271"/>
                </a:lnTo>
                <a:lnTo>
                  <a:pt x="183" y="1272"/>
                </a:lnTo>
                <a:lnTo>
                  <a:pt x="183" y="1273"/>
                </a:lnTo>
                <a:lnTo>
                  <a:pt x="183" y="1274"/>
                </a:lnTo>
                <a:lnTo>
                  <a:pt x="183" y="1275"/>
                </a:lnTo>
                <a:lnTo>
                  <a:pt x="182" y="1275"/>
                </a:lnTo>
                <a:lnTo>
                  <a:pt x="181" y="1275"/>
                </a:lnTo>
                <a:lnTo>
                  <a:pt x="180" y="1274"/>
                </a:lnTo>
                <a:lnTo>
                  <a:pt x="179" y="1274"/>
                </a:lnTo>
                <a:lnTo>
                  <a:pt x="178" y="1275"/>
                </a:lnTo>
                <a:lnTo>
                  <a:pt x="177" y="1276"/>
                </a:lnTo>
                <a:lnTo>
                  <a:pt x="176" y="1276"/>
                </a:lnTo>
                <a:lnTo>
                  <a:pt x="176" y="1275"/>
                </a:lnTo>
                <a:lnTo>
                  <a:pt x="175" y="1275"/>
                </a:lnTo>
                <a:lnTo>
                  <a:pt x="175" y="1274"/>
                </a:lnTo>
                <a:lnTo>
                  <a:pt x="175" y="1273"/>
                </a:lnTo>
                <a:lnTo>
                  <a:pt x="174" y="1272"/>
                </a:lnTo>
                <a:lnTo>
                  <a:pt x="174" y="1271"/>
                </a:lnTo>
                <a:lnTo>
                  <a:pt x="173" y="1270"/>
                </a:lnTo>
                <a:lnTo>
                  <a:pt x="173" y="1269"/>
                </a:lnTo>
                <a:lnTo>
                  <a:pt x="173" y="1268"/>
                </a:lnTo>
                <a:lnTo>
                  <a:pt x="173" y="1267"/>
                </a:lnTo>
                <a:lnTo>
                  <a:pt x="173" y="1266"/>
                </a:lnTo>
                <a:lnTo>
                  <a:pt x="174" y="1265"/>
                </a:lnTo>
                <a:lnTo>
                  <a:pt x="174" y="1264"/>
                </a:lnTo>
                <a:lnTo>
                  <a:pt x="174" y="1263"/>
                </a:lnTo>
                <a:lnTo>
                  <a:pt x="174" y="1262"/>
                </a:lnTo>
                <a:lnTo>
                  <a:pt x="173" y="1261"/>
                </a:lnTo>
                <a:lnTo>
                  <a:pt x="173" y="1260"/>
                </a:lnTo>
                <a:lnTo>
                  <a:pt x="173" y="1259"/>
                </a:lnTo>
                <a:lnTo>
                  <a:pt x="172" y="1259"/>
                </a:lnTo>
                <a:lnTo>
                  <a:pt x="172" y="1258"/>
                </a:lnTo>
                <a:lnTo>
                  <a:pt x="171" y="1257"/>
                </a:lnTo>
                <a:lnTo>
                  <a:pt x="170" y="1257"/>
                </a:lnTo>
                <a:lnTo>
                  <a:pt x="170" y="1255"/>
                </a:lnTo>
                <a:lnTo>
                  <a:pt x="171" y="1254"/>
                </a:lnTo>
                <a:lnTo>
                  <a:pt x="172" y="1254"/>
                </a:lnTo>
                <a:lnTo>
                  <a:pt x="172" y="1253"/>
                </a:lnTo>
                <a:lnTo>
                  <a:pt x="172" y="1252"/>
                </a:lnTo>
                <a:lnTo>
                  <a:pt x="171" y="1252"/>
                </a:lnTo>
                <a:lnTo>
                  <a:pt x="170" y="1252"/>
                </a:lnTo>
                <a:lnTo>
                  <a:pt x="169" y="1252"/>
                </a:lnTo>
                <a:lnTo>
                  <a:pt x="167" y="1251"/>
                </a:lnTo>
                <a:lnTo>
                  <a:pt x="166" y="1251"/>
                </a:lnTo>
                <a:lnTo>
                  <a:pt x="165" y="1251"/>
                </a:lnTo>
                <a:lnTo>
                  <a:pt x="164" y="1251"/>
                </a:lnTo>
                <a:lnTo>
                  <a:pt x="163" y="1250"/>
                </a:lnTo>
                <a:lnTo>
                  <a:pt x="162" y="1250"/>
                </a:lnTo>
                <a:lnTo>
                  <a:pt x="161" y="1250"/>
                </a:lnTo>
                <a:lnTo>
                  <a:pt x="159" y="1250"/>
                </a:lnTo>
                <a:lnTo>
                  <a:pt x="158" y="1251"/>
                </a:lnTo>
                <a:lnTo>
                  <a:pt x="157" y="1251"/>
                </a:lnTo>
                <a:lnTo>
                  <a:pt x="156" y="1251"/>
                </a:lnTo>
                <a:lnTo>
                  <a:pt x="155" y="1250"/>
                </a:lnTo>
                <a:lnTo>
                  <a:pt x="154" y="1250"/>
                </a:lnTo>
                <a:lnTo>
                  <a:pt x="151" y="1249"/>
                </a:lnTo>
                <a:lnTo>
                  <a:pt x="150" y="1249"/>
                </a:lnTo>
                <a:lnTo>
                  <a:pt x="150" y="1248"/>
                </a:lnTo>
                <a:lnTo>
                  <a:pt x="150" y="1247"/>
                </a:lnTo>
                <a:lnTo>
                  <a:pt x="150" y="1246"/>
                </a:lnTo>
                <a:lnTo>
                  <a:pt x="149" y="1245"/>
                </a:lnTo>
                <a:lnTo>
                  <a:pt x="148" y="1245"/>
                </a:lnTo>
                <a:lnTo>
                  <a:pt x="147" y="1245"/>
                </a:lnTo>
                <a:lnTo>
                  <a:pt x="147" y="1246"/>
                </a:lnTo>
                <a:lnTo>
                  <a:pt x="146" y="1246"/>
                </a:lnTo>
                <a:lnTo>
                  <a:pt x="145" y="1246"/>
                </a:lnTo>
                <a:lnTo>
                  <a:pt x="144" y="1246"/>
                </a:lnTo>
                <a:lnTo>
                  <a:pt x="143" y="1246"/>
                </a:lnTo>
                <a:lnTo>
                  <a:pt x="142" y="1246"/>
                </a:lnTo>
                <a:lnTo>
                  <a:pt x="142" y="1247"/>
                </a:lnTo>
                <a:lnTo>
                  <a:pt x="140" y="1247"/>
                </a:lnTo>
                <a:lnTo>
                  <a:pt x="140" y="1246"/>
                </a:lnTo>
                <a:lnTo>
                  <a:pt x="138" y="1246"/>
                </a:lnTo>
                <a:lnTo>
                  <a:pt x="137" y="1246"/>
                </a:lnTo>
                <a:lnTo>
                  <a:pt x="136" y="1247"/>
                </a:lnTo>
                <a:lnTo>
                  <a:pt x="136" y="1248"/>
                </a:lnTo>
                <a:lnTo>
                  <a:pt x="135" y="1248"/>
                </a:lnTo>
                <a:lnTo>
                  <a:pt x="134" y="1248"/>
                </a:lnTo>
                <a:lnTo>
                  <a:pt x="133" y="1248"/>
                </a:lnTo>
                <a:lnTo>
                  <a:pt x="132" y="1248"/>
                </a:lnTo>
                <a:lnTo>
                  <a:pt x="131" y="1248"/>
                </a:lnTo>
                <a:lnTo>
                  <a:pt x="131" y="1249"/>
                </a:lnTo>
                <a:lnTo>
                  <a:pt x="130" y="1249"/>
                </a:lnTo>
                <a:lnTo>
                  <a:pt x="129" y="1249"/>
                </a:lnTo>
                <a:lnTo>
                  <a:pt x="128" y="1250"/>
                </a:lnTo>
                <a:lnTo>
                  <a:pt x="128" y="1251"/>
                </a:lnTo>
                <a:lnTo>
                  <a:pt x="129" y="1252"/>
                </a:lnTo>
                <a:lnTo>
                  <a:pt x="129" y="1253"/>
                </a:lnTo>
                <a:lnTo>
                  <a:pt x="128" y="1253"/>
                </a:lnTo>
                <a:lnTo>
                  <a:pt x="128" y="1254"/>
                </a:lnTo>
                <a:lnTo>
                  <a:pt x="127" y="1254"/>
                </a:lnTo>
                <a:lnTo>
                  <a:pt x="126" y="1254"/>
                </a:lnTo>
                <a:lnTo>
                  <a:pt x="125" y="1253"/>
                </a:lnTo>
                <a:lnTo>
                  <a:pt x="124" y="1252"/>
                </a:lnTo>
                <a:lnTo>
                  <a:pt x="124" y="1251"/>
                </a:lnTo>
                <a:lnTo>
                  <a:pt x="124" y="1250"/>
                </a:lnTo>
                <a:lnTo>
                  <a:pt x="123" y="1249"/>
                </a:lnTo>
                <a:lnTo>
                  <a:pt x="122" y="1247"/>
                </a:lnTo>
                <a:lnTo>
                  <a:pt x="122" y="1246"/>
                </a:lnTo>
                <a:lnTo>
                  <a:pt x="121" y="1244"/>
                </a:lnTo>
                <a:lnTo>
                  <a:pt x="121" y="1243"/>
                </a:lnTo>
                <a:lnTo>
                  <a:pt x="121" y="1242"/>
                </a:lnTo>
                <a:lnTo>
                  <a:pt x="119" y="1242"/>
                </a:lnTo>
                <a:lnTo>
                  <a:pt x="117" y="1242"/>
                </a:lnTo>
                <a:lnTo>
                  <a:pt x="116" y="1242"/>
                </a:lnTo>
                <a:lnTo>
                  <a:pt x="116" y="1243"/>
                </a:lnTo>
                <a:lnTo>
                  <a:pt x="116" y="1244"/>
                </a:lnTo>
                <a:lnTo>
                  <a:pt x="116" y="1245"/>
                </a:lnTo>
                <a:lnTo>
                  <a:pt x="115" y="1245"/>
                </a:lnTo>
                <a:lnTo>
                  <a:pt x="114" y="1245"/>
                </a:lnTo>
                <a:lnTo>
                  <a:pt x="113" y="1245"/>
                </a:lnTo>
                <a:lnTo>
                  <a:pt x="112" y="1245"/>
                </a:lnTo>
                <a:lnTo>
                  <a:pt x="111" y="1245"/>
                </a:lnTo>
                <a:lnTo>
                  <a:pt x="110" y="1244"/>
                </a:lnTo>
                <a:lnTo>
                  <a:pt x="110" y="1243"/>
                </a:lnTo>
                <a:lnTo>
                  <a:pt x="110" y="1242"/>
                </a:lnTo>
                <a:lnTo>
                  <a:pt x="110" y="1241"/>
                </a:lnTo>
                <a:lnTo>
                  <a:pt x="109" y="1241"/>
                </a:lnTo>
                <a:lnTo>
                  <a:pt x="109" y="1240"/>
                </a:lnTo>
                <a:lnTo>
                  <a:pt x="109" y="1239"/>
                </a:lnTo>
                <a:lnTo>
                  <a:pt x="108" y="1238"/>
                </a:lnTo>
                <a:lnTo>
                  <a:pt x="107" y="1238"/>
                </a:lnTo>
                <a:lnTo>
                  <a:pt x="106" y="1239"/>
                </a:lnTo>
                <a:lnTo>
                  <a:pt x="105" y="1240"/>
                </a:lnTo>
                <a:lnTo>
                  <a:pt x="104" y="1240"/>
                </a:lnTo>
                <a:lnTo>
                  <a:pt x="103" y="1240"/>
                </a:lnTo>
                <a:lnTo>
                  <a:pt x="102" y="1240"/>
                </a:lnTo>
                <a:lnTo>
                  <a:pt x="102" y="1241"/>
                </a:lnTo>
                <a:lnTo>
                  <a:pt x="101" y="1241"/>
                </a:lnTo>
                <a:lnTo>
                  <a:pt x="101" y="1242"/>
                </a:lnTo>
                <a:lnTo>
                  <a:pt x="100" y="1243"/>
                </a:lnTo>
                <a:lnTo>
                  <a:pt x="99" y="1243"/>
                </a:lnTo>
                <a:lnTo>
                  <a:pt x="98" y="1243"/>
                </a:lnTo>
                <a:lnTo>
                  <a:pt x="97" y="1244"/>
                </a:lnTo>
                <a:lnTo>
                  <a:pt x="96" y="1244"/>
                </a:lnTo>
                <a:lnTo>
                  <a:pt x="96" y="1243"/>
                </a:lnTo>
                <a:lnTo>
                  <a:pt x="94" y="1242"/>
                </a:lnTo>
                <a:lnTo>
                  <a:pt x="94" y="1241"/>
                </a:lnTo>
                <a:lnTo>
                  <a:pt x="93" y="1240"/>
                </a:lnTo>
                <a:lnTo>
                  <a:pt x="93" y="1239"/>
                </a:lnTo>
                <a:lnTo>
                  <a:pt x="92" y="1239"/>
                </a:lnTo>
                <a:lnTo>
                  <a:pt x="91" y="1239"/>
                </a:lnTo>
                <a:lnTo>
                  <a:pt x="91" y="1240"/>
                </a:lnTo>
                <a:lnTo>
                  <a:pt x="91" y="1241"/>
                </a:lnTo>
                <a:lnTo>
                  <a:pt x="90" y="1241"/>
                </a:lnTo>
                <a:lnTo>
                  <a:pt x="90" y="1240"/>
                </a:lnTo>
                <a:lnTo>
                  <a:pt x="89" y="1239"/>
                </a:lnTo>
                <a:lnTo>
                  <a:pt x="89" y="1236"/>
                </a:lnTo>
                <a:lnTo>
                  <a:pt x="89" y="1235"/>
                </a:lnTo>
                <a:lnTo>
                  <a:pt x="88" y="1235"/>
                </a:lnTo>
                <a:lnTo>
                  <a:pt x="87" y="1234"/>
                </a:lnTo>
                <a:lnTo>
                  <a:pt x="86" y="1234"/>
                </a:lnTo>
                <a:lnTo>
                  <a:pt x="86" y="1233"/>
                </a:lnTo>
                <a:lnTo>
                  <a:pt x="86" y="1232"/>
                </a:lnTo>
                <a:lnTo>
                  <a:pt x="87" y="1232"/>
                </a:lnTo>
                <a:lnTo>
                  <a:pt x="88" y="1231"/>
                </a:lnTo>
                <a:lnTo>
                  <a:pt x="89" y="1231"/>
                </a:lnTo>
                <a:lnTo>
                  <a:pt x="89" y="1230"/>
                </a:lnTo>
                <a:lnTo>
                  <a:pt x="89" y="1229"/>
                </a:lnTo>
                <a:lnTo>
                  <a:pt x="88" y="1228"/>
                </a:lnTo>
                <a:lnTo>
                  <a:pt x="88" y="1227"/>
                </a:lnTo>
                <a:lnTo>
                  <a:pt x="88" y="1226"/>
                </a:lnTo>
                <a:lnTo>
                  <a:pt x="89" y="1226"/>
                </a:lnTo>
                <a:lnTo>
                  <a:pt x="90" y="1225"/>
                </a:lnTo>
                <a:lnTo>
                  <a:pt x="90" y="1224"/>
                </a:lnTo>
                <a:lnTo>
                  <a:pt x="90" y="1223"/>
                </a:lnTo>
                <a:lnTo>
                  <a:pt x="91" y="1223"/>
                </a:lnTo>
                <a:lnTo>
                  <a:pt x="91" y="1222"/>
                </a:lnTo>
                <a:lnTo>
                  <a:pt x="92" y="1222"/>
                </a:lnTo>
                <a:lnTo>
                  <a:pt x="93" y="1222"/>
                </a:lnTo>
                <a:lnTo>
                  <a:pt x="94" y="1222"/>
                </a:lnTo>
                <a:lnTo>
                  <a:pt x="95" y="1222"/>
                </a:lnTo>
                <a:lnTo>
                  <a:pt x="96" y="1223"/>
                </a:lnTo>
                <a:lnTo>
                  <a:pt x="97" y="1223"/>
                </a:lnTo>
                <a:lnTo>
                  <a:pt x="97" y="1224"/>
                </a:lnTo>
                <a:lnTo>
                  <a:pt x="98" y="1224"/>
                </a:lnTo>
                <a:lnTo>
                  <a:pt x="98" y="1223"/>
                </a:lnTo>
                <a:lnTo>
                  <a:pt x="99" y="1222"/>
                </a:lnTo>
                <a:lnTo>
                  <a:pt x="99" y="1221"/>
                </a:lnTo>
                <a:lnTo>
                  <a:pt x="100" y="1221"/>
                </a:lnTo>
                <a:lnTo>
                  <a:pt x="101" y="1221"/>
                </a:lnTo>
                <a:lnTo>
                  <a:pt x="101" y="1220"/>
                </a:lnTo>
                <a:lnTo>
                  <a:pt x="102" y="1220"/>
                </a:lnTo>
                <a:lnTo>
                  <a:pt x="103" y="1221"/>
                </a:lnTo>
                <a:lnTo>
                  <a:pt x="103" y="1222"/>
                </a:lnTo>
                <a:lnTo>
                  <a:pt x="104" y="1223"/>
                </a:lnTo>
                <a:lnTo>
                  <a:pt x="105" y="1223"/>
                </a:lnTo>
                <a:lnTo>
                  <a:pt x="106" y="1222"/>
                </a:lnTo>
                <a:lnTo>
                  <a:pt x="106" y="1221"/>
                </a:lnTo>
                <a:lnTo>
                  <a:pt x="107" y="1220"/>
                </a:lnTo>
                <a:lnTo>
                  <a:pt x="108" y="1219"/>
                </a:lnTo>
                <a:lnTo>
                  <a:pt x="109" y="1219"/>
                </a:lnTo>
                <a:lnTo>
                  <a:pt x="110" y="1219"/>
                </a:lnTo>
                <a:lnTo>
                  <a:pt x="110" y="1218"/>
                </a:lnTo>
                <a:lnTo>
                  <a:pt x="111" y="1218"/>
                </a:lnTo>
                <a:lnTo>
                  <a:pt x="112" y="1218"/>
                </a:lnTo>
                <a:lnTo>
                  <a:pt x="113" y="1219"/>
                </a:lnTo>
                <a:lnTo>
                  <a:pt x="114" y="1220"/>
                </a:lnTo>
                <a:lnTo>
                  <a:pt x="115" y="1221"/>
                </a:lnTo>
                <a:lnTo>
                  <a:pt x="116" y="1222"/>
                </a:lnTo>
                <a:lnTo>
                  <a:pt x="117" y="1222"/>
                </a:lnTo>
                <a:lnTo>
                  <a:pt x="117" y="1223"/>
                </a:lnTo>
                <a:lnTo>
                  <a:pt x="117" y="1224"/>
                </a:lnTo>
                <a:lnTo>
                  <a:pt x="118" y="1224"/>
                </a:lnTo>
                <a:lnTo>
                  <a:pt x="118" y="1225"/>
                </a:lnTo>
                <a:lnTo>
                  <a:pt x="119" y="1225"/>
                </a:lnTo>
                <a:lnTo>
                  <a:pt x="121" y="1225"/>
                </a:lnTo>
                <a:lnTo>
                  <a:pt x="122" y="1225"/>
                </a:lnTo>
                <a:lnTo>
                  <a:pt x="123" y="1225"/>
                </a:lnTo>
                <a:lnTo>
                  <a:pt x="123" y="1224"/>
                </a:lnTo>
                <a:lnTo>
                  <a:pt x="124" y="1224"/>
                </a:lnTo>
                <a:lnTo>
                  <a:pt x="125" y="1224"/>
                </a:lnTo>
                <a:lnTo>
                  <a:pt x="126" y="1223"/>
                </a:lnTo>
                <a:lnTo>
                  <a:pt x="127" y="1223"/>
                </a:lnTo>
                <a:lnTo>
                  <a:pt x="127" y="1222"/>
                </a:lnTo>
                <a:lnTo>
                  <a:pt x="128" y="1221"/>
                </a:lnTo>
                <a:lnTo>
                  <a:pt x="128" y="1220"/>
                </a:lnTo>
                <a:lnTo>
                  <a:pt x="128" y="1219"/>
                </a:lnTo>
                <a:lnTo>
                  <a:pt x="129" y="1219"/>
                </a:lnTo>
                <a:lnTo>
                  <a:pt x="131" y="1218"/>
                </a:lnTo>
                <a:lnTo>
                  <a:pt x="133" y="1218"/>
                </a:lnTo>
                <a:lnTo>
                  <a:pt x="134" y="1218"/>
                </a:lnTo>
                <a:lnTo>
                  <a:pt x="135" y="1218"/>
                </a:lnTo>
                <a:lnTo>
                  <a:pt x="136" y="1218"/>
                </a:lnTo>
                <a:lnTo>
                  <a:pt x="137" y="1217"/>
                </a:lnTo>
                <a:lnTo>
                  <a:pt x="138" y="1217"/>
                </a:lnTo>
                <a:lnTo>
                  <a:pt x="139" y="1216"/>
                </a:lnTo>
                <a:lnTo>
                  <a:pt x="141" y="1215"/>
                </a:lnTo>
                <a:lnTo>
                  <a:pt x="142" y="1215"/>
                </a:lnTo>
                <a:lnTo>
                  <a:pt x="143" y="1215"/>
                </a:lnTo>
                <a:lnTo>
                  <a:pt x="144" y="1215"/>
                </a:lnTo>
                <a:lnTo>
                  <a:pt x="145" y="1215"/>
                </a:lnTo>
                <a:lnTo>
                  <a:pt x="146" y="1215"/>
                </a:lnTo>
                <a:lnTo>
                  <a:pt x="146" y="1214"/>
                </a:lnTo>
                <a:lnTo>
                  <a:pt x="146" y="1213"/>
                </a:lnTo>
                <a:lnTo>
                  <a:pt x="147" y="1211"/>
                </a:lnTo>
                <a:lnTo>
                  <a:pt x="148" y="1211"/>
                </a:lnTo>
                <a:lnTo>
                  <a:pt x="148" y="1210"/>
                </a:lnTo>
                <a:lnTo>
                  <a:pt x="147" y="1210"/>
                </a:lnTo>
                <a:lnTo>
                  <a:pt x="147" y="1209"/>
                </a:lnTo>
                <a:lnTo>
                  <a:pt x="147" y="1208"/>
                </a:lnTo>
                <a:lnTo>
                  <a:pt x="147" y="1207"/>
                </a:lnTo>
                <a:lnTo>
                  <a:pt x="149" y="1206"/>
                </a:lnTo>
                <a:lnTo>
                  <a:pt x="149" y="1205"/>
                </a:lnTo>
                <a:lnTo>
                  <a:pt x="149" y="1204"/>
                </a:lnTo>
                <a:lnTo>
                  <a:pt x="147" y="1201"/>
                </a:lnTo>
                <a:lnTo>
                  <a:pt x="146" y="1200"/>
                </a:lnTo>
                <a:lnTo>
                  <a:pt x="145" y="1199"/>
                </a:lnTo>
                <a:lnTo>
                  <a:pt x="144" y="1198"/>
                </a:lnTo>
                <a:lnTo>
                  <a:pt x="143" y="1197"/>
                </a:lnTo>
                <a:lnTo>
                  <a:pt x="142" y="1196"/>
                </a:lnTo>
                <a:lnTo>
                  <a:pt x="142" y="1195"/>
                </a:lnTo>
                <a:lnTo>
                  <a:pt x="141" y="1195"/>
                </a:lnTo>
                <a:lnTo>
                  <a:pt x="140" y="1195"/>
                </a:lnTo>
                <a:lnTo>
                  <a:pt x="138" y="1196"/>
                </a:lnTo>
                <a:lnTo>
                  <a:pt x="136" y="1196"/>
                </a:lnTo>
                <a:lnTo>
                  <a:pt x="135" y="1195"/>
                </a:lnTo>
                <a:lnTo>
                  <a:pt x="135" y="1194"/>
                </a:lnTo>
                <a:lnTo>
                  <a:pt x="135" y="1193"/>
                </a:lnTo>
                <a:lnTo>
                  <a:pt x="134" y="1192"/>
                </a:lnTo>
                <a:lnTo>
                  <a:pt x="131" y="1191"/>
                </a:lnTo>
                <a:lnTo>
                  <a:pt x="130" y="1191"/>
                </a:lnTo>
                <a:lnTo>
                  <a:pt x="130" y="1190"/>
                </a:lnTo>
                <a:lnTo>
                  <a:pt x="129" y="1190"/>
                </a:lnTo>
                <a:lnTo>
                  <a:pt x="129" y="1189"/>
                </a:lnTo>
                <a:lnTo>
                  <a:pt x="128" y="1188"/>
                </a:lnTo>
                <a:lnTo>
                  <a:pt x="128" y="1186"/>
                </a:lnTo>
                <a:lnTo>
                  <a:pt x="128" y="1185"/>
                </a:lnTo>
                <a:lnTo>
                  <a:pt x="128" y="1184"/>
                </a:lnTo>
                <a:lnTo>
                  <a:pt x="127" y="1183"/>
                </a:lnTo>
                <a:lnTo>
                  <a:pt x="127" y="1182"/>
                </a:lnTo>
                <a:lnTo>
                  <a:pt x="126" y="1180"/>
                </a:lnTo>
                <a:lnTo>
                  <a:pt x="125" y="1180"/>
                </a:lnTo>
                <a:lnTo>
                  <a:pt x="125" y="1179"/>
                </a:lnTo>
                <a:lnTo>
                  <a:pt x="126" y="1179"/>
                </a:lnTo>
                <a:lnTo>
                  <a:pt x="126" y="1178"/>
                </a:lnTo>
                <a:lnTo>
                  <a:pt x="127" y="1178"/>
                </a:lnTo>
                <a:lnTo>
                  <a:pt x="128" y="1177"/>
                </a:lnTo>
                <a:lnTo>
                  <a:pt x="128" y="1175"/>
                </a:lnTo>
                <a:lnTo>
                  <a:pt x="128" y="1174"/>
                </a:lnTo>
                <a:lnTo>
                  <a:pt x="129" y="1174"/>
                </a:lnTo>
                <a:lnTo>
                  <a:pt x="130" y="1174"/>
                </a:lnTo>
                <a:lnTo>
                  <a:pt x="130" y="1173"/>
                </a:lnTo>
                <a:lnTo>
                  <a:pt x="131" y="1172"/>
                </a:lnTo>
                <a:lnTo>
                  <a:pt x="132" y="1172"/>
                </a:lnTo>
                <a:lnTo>
                  <a:pt x="132" y="1171"/>
                </a:lnTo>
                <a:lnTo>
                  <a:pt x="133" y="1171"/>
                </a:lnTo>
                <a:lnTo>
                  <a:pt x="133" y="1170"/>
                </a:lnTo>
                <a:lnTo>
                  <a:pt x="134" y="1170"/>
                </a:lnTo>
                <a:lnTo>
                  <a:pt x="134" y="1169"/>
                </a:lnTo>
                <a:lnTo>
                  <a:pt x="135" y="1169"/>
                </a:lnTo>
                <a:lnTo>
                  <a:pt x="136" y="1168"/>
                </a:lnTo>
                <a:lnTo>
                  <a:pt x="136" y="1167"/>
                </a:lnTo>
                <a:lnTo>
                  <a:pt x="135" y="1167"/>
                </a:lnTo>
                <a:lnTo>
                  <a:pt x="135" y="1166"/>
                </a:lnTo>
                <a:lnTo>
                  <a:pt x="134" y="1166"/>
                </a:lnTo>
                <a:lnTo>
                  <a:pt x="134" y="1165"/>
                </a:lnTo>
                <a:lnTo>
                  <a:pt x="133" y="1165"/>
                </a:lnTo>
                <a:lnTo>
                  <a:pt x="132" y="1164"/>
                </a:lnTo>
                <a:lnTo>
                  <a:pt x="130" y="1163"/>
                </a:lnTo>
                <a:lnTo>
                  <a:pt x="128" y="1162"/>
                </a:lnTo>
                <a:lnTo>
                  <a:pt x="128" y="1161"/>
                </a:lnTo>
                <a:lnTo>
                  <a:pt x="128" y="1160"/>
                </a:lnTo>
                <a:lnTo>
                  <a:pt x="128" y="1159"/>
                </a:lnTo>
                <a:lnTo>
                  <a:pt x="129" y="1158"/>
                </a:lnTo>
                <a:lnTo>
                  <a:pt x="129" y="1157"/>
                </a:lnTo>
                <a:lnTo>
                  <a:pt x="129" y="1156"/>
                </a:lnTo>
                <a:lnTo>
                  <a:pt x="128" y="1155"/>
                </a:lnTo>
                <a:lnTo>
                  <a:pt x="128" y="1154"/>
                </a:lnTo>
                <a:lnTo>
                  <a:pt x="128" y="1153"/>
                </a:lnTo>
                <a:lnTo>
                  <a:pt x="128" y="1152"/>
                </a:lnTo>
                <a:lnTo>
                  <a:pt x="128" y="1151"/>
                </a:lnTo>
                <a:lnTo>
                  <a:pt x="127" y="1150"/>
                </a:lnTo>
                <a:lnTo>
                  <a:pt x="127" y="1149"/>
                </a:lnTo>
                <a:lnTo>
                  <a:pt x="127" y="1148"/>
                </a:lnTo>
                <a:lnTo>
                  <a:pt x="128" y="1147"/>
                </a:lnTo>
                <a:lnTo>
                  <a:pt x="128" y="1145"/>
                </a:lnTo>
                <a:lnTo>
                  <a:pt x="128" y="1144"/>
                </a:lnTo>
                <a:lnTo>
                  <a:pt x="128" y="1143"/>
                </a:lnTo>
                <a:lnTo>
                  <a:pt x="128" y="1142"/>
                </a:lnTo>
                <a:lnTo>
                  <a:pt x="127" y="1142"/>
                </a:lnTo>
                <a:lnTo>
                  <a:pt x="126" y="1142"/>
                </a:lnTo>
                <a:lnTo>
                  <a:pt x="125" y="1142"/>
                </a:lnTo>
                <a:lnTo>
                  <a:pt x="124" y="1142"/>
                </a:lnTo>
                <a:lnTo>
                  <a:pt x="123" y="1141"/>
                </a:lnTo>
                <a:lnTo>
                  <a:pt x="123" y="1140"/>
                </a:lnTo>
                <a:lnTo>
                  <a:pt x="122" y="1139"/>
                </a:lnTo>
                <a:lnTo>
                  <a:pt x="122" y="1138"/>
                </a:lnTo>
                <a:lnTo>
                  <a:pt x="120" y="1137"/>
                </a:lnTo>
                <a:lnTo>
                  <a:pt x="119" y="1135"/>
                </a:lnTo>
                <a:lnTo>
                  <a:pt x="119" y="1134"/>
                </a:lnTo>
                <a:lnTo>
                  <a:pt x="118" y="1133"/>
                </a:lnTo>
                <a:lnTo>
                  <a:pt x="118" y="1132"/>
                </a:lnTo>
                <a:lnTo>
                  <a:pt x="118" y="1130"/>
                </a:lnTo>
                <a:lnTo>
                  <a:pt x="118" y="1129"/>
                </a:lnTo>
                <a:lnTo>
                  <a:pt x="118" y="1127"/>
                </a:lnTo>
                <a:lnTo>
                  <a:pt x="118" y="1125"/>
                </a:lnTo>
                <a:lnTo>
                  <a:pt x="118" y="1122"/>
                </a:lnTo>
                <a:lnTo>
                  <a:pt x="117" y="1120"/>
                </a:lnTo>
                <a:lnTo>
                  <a:pt x="117" y="1118"/>
                </a:lnTo>
                <a:lnTo>
                  <a:pt x="116" y="1118"/>
                </a:lnTo>
                <a:lnTo>
                  <a:pt x="116" y="1117"/>
                </a:lnTo>
                <a:lnTo>
                  <a:pt x="117" y="1117"/>
                </a:lnTo>
                <a:lnTo>
                  <a:pt x="117" y="1116"/>
                </a:lnTo>
                <a:lnTo>
                  <a:pt x="117" y="1115"/>
                </a:lnTo>
                <a:lnTo>
                  <a:pt x="116" y="1113"/>
                </a:lnTo>
                <a:lnTo>
                  <a:pt x="116" y="1111"/>
                </a:lnTo>
                <a:lnTo>
                  <a:pt x="117" y="1110"/>
                </a:lnTo>
                <a:lnTo>
                  <a:pt x="118" y="1109"/>
                </a:lnTo>
                <a:lnTo>
                  <a:pt x="119" y="1108"/>
                </a:lnTo>
                <a:lnTo>
                  <a:pt x="120" y="1108"/>
                </a:lnTo>
                <a:lnTo>
                  <a:pt x="120" y="1107"/>
                </a:lnTo>
                <a:lnTo>
                  <a:pt x="121" y="1106"/>
                </a:lnTo>
                <a:lnTo>
                  <a:pt x="122" y="1105"/>
                </a:lnTo>
                <a:lnTo>
                  <a:pt x="123" y="1103"/>
                </a:lnTo>
                <a:lnTo>
                  <a:pt x="123" y="1102"/>
                </a:lnTo>
                <a:lnTo>
                  <a:pt x="123" y="1101"/>
                </a:lnTo>
                <a:lnTo>
                  <a:pt x="123" y="1100"/>
                </a:lnTo>
                <a:lnTo>
                  <a:pt x="123" y="1098"/>
                </a:lnTo>
                <a:lnTo>
                  <a:pt x="123" y="1097"/>
                </a:lnTo>
                <a:lnTo>
                  <a:pt x="123" y="1096"/>
                </a:lnTo>
                <a:lnTo>
                  <a:pt x="122" y="1095"/>
                </a:lnTo>
                <a:lnTo>
                  <a:pt x="121" y="1095"/>
                </a:lnTo>
                <a:lnTo>
                  <a:pt x="120" y="1095"/>
                </a:lnTo>
                <a:lnTo>
                  <a:pt x="119" y="1095"/>
                </a:lnTo>
                <a:lnTo>
                  <a:pt x="118" y="1094"/>
                </a:lnTo>
                <a:lnTo>
                  <a:pt x="118" y="1093"/>
                </a:lnTo>
                <a:lnTo>
                  <a:pt x="118" y="1092"/>
                </a:lnTo>
                <a:lnTo>
                  <a:pt x="117" y="1091"/>
                </a:lnTo>
                <a:lnTo>
                  <a:pt x="116" y="1090"/>
                </a:lnTo>
                <a:lnTo>
                  <a:pt x="115" y="1090"/>
                </a:lnTo>
                <a:lnTo>
                  <a:pt x="114" y="1090"/>
                </a:lnTo>
                <a:lnTo>
                  <a:pt x="113" y="1090"/>
                </a:lnTo>
                <a:lnTo>
                  <a:pt x="112" y="1090"/>
                </a:lnTo>
                <a:lnTo>
                  <a:pt x="111" y="1090"/>
                </a:lnTo>
                <a:lnTo>
                  <a:pt x="110" y="1090"/>
                </a:lnTo>
                <a:lnTo>
                  <a:pt x="109" y="1089"/>
                </a:lnTo>
                <a:lnTo>
                  <a:pt x="108" y="1088"/>
                </a:lnTo>
                <a:lnTo>
                  <a:pt x="107" y="1087"/>
                </a:lnTo>
                <a:lnTo>
                  <a:pt x="105" y="1086"/>
                </a:lnTo>
                <a:lnTo>
                  <a:pt x="104" y="1085"/>
                </a:lnTo>
                <a:lnTo>
                  <a:pt x="103" y="1084"/>
                </a:lnTo>
                <a:lnTo>
                  <a:pt x="102" y="1084"/>
                </a:lnTo>
                <a:lnTo>
                  <a:pt x="102" y="1083"/>
                </a:lnTo>
                <a:lnTo>
                  <a:pt x="101" y="1083"/>
                </a:lnTo>
                <a:lnTo>
                  <a:pt x="100" y="1084"/>
                </a:lnTo>
                <a:lnTo>
                  <a:pt x="99" y="1084"/>
                </a:lnTo>
                <a:lnTo>
                  <a:pt x="98" y="1084"/>
                </a:lnTo>
                <a:lnTo>
                  <a:pt x="98" y="1083"/>
                </a:lnTo>
                <a:lnTo>
                  <a:pt x="97" y="1083"/>
                </a:lnTo>
                <a:lnTo>
                  <a:pt x="96" y="1083"/>
                </a:lnTo>
                <a:lnTo>
                  <a:pt x="95" y="1083"/>
                </a:lnTo>
                <a:lnTo>
                  <a:pt x="94" y="1083"/>
                </a:lnTo>
                <a:lnTo>
                  <a:pt x="94" y="1082"/>
                </a:lnTo>
                <a:lnTo>
                  <a:pt x="93" y="1082"/>
                </a:lnTo>
                <a:lnTo>
                  <a:pt x="93" y="1081"/>
                </a:lnTo>
                <a:lnTo>
                  <a:pt x="92" y="1081"/>
                </a:lnTo>
                <a:lnTo>
                  <a:pt x="91" y="1080"/>
                </a:lnTo>
                <a:lnTo>
                  <a:pt x="90" y="1080"/>
                </a:lnTo>
                <a:lnTo>
                  <a:pt x="89" y="1080"/>
                </a:lnTo>
                <a:lnTo>
                  <a:pt x="88" y="1080"/>
                </a:lnTo>
                <a:lnTo>
                  <a:pt x="87" y="1080"/>
                </a:lnTo>
                <a:lnTo>
                  <a:pt x="86" y="1080"/>
                </a:lnTo>
                <a:lnTo>
                  <a:pt x="85" y="1080"/>
                </a:lnTo>
                <a:lnTo>
                  <a:pt x="84" y="1079"/>
                </a:lnTo>
                <a:lnTo>
                  <a:pt x="83" y="1079"/>
                </a:lnTo>
                <a:lnTo>
                  <a:pt x="82" y="1079"/>
                </a:lnTo>
                <a:lnTo>
                  <a:pt x="80" y="1078"/>
                </a:lnTo>
                <a:lnTo>
                  <a:pt x="79" y="1078"/>
                </a:lnTo>
                <a:lnTo>
                  <a:pt x="77" y="1078"/>
                </a:lnTo>
                <a:lnTo>
                  <a:pt x="75" y="1078"/>
                </a:lnTo>
                <a:lnTo>
                  <a:pt x="73" y="1078"/>
                </a:lnTo>
                <a:lnTo>
                  <a:pt x="72" y="1078"/>
                </a:lnTo>
                <a:lnTo>
                  <a:pt x="71" y="1078"/>
                </a:lnTo>
                <a:lnTo>
                  <a:pt x="70" y="1078"/>
                </a:lnTo>
                <a:lnTo>
                  <a:pt x="69" y="1078"/>
                </a:lnTo>
                <a:lnTo>
                  <a:pt x="67" y="1078"/>
                </a:lnTo>
                <a:lnTo>
                  <a:pt x="65" y="1078"/>
                </a:lnTo>
                <a:lnTo>
                  <a:pt x="64" y="1078"/>
                </a:lnTo>
                <a:lnTo>
                  <a:pt x="62" y="1077"/>
                </a:lnTo>
                <a:lnTo>
                  <a:pt x="60" y="1077"/>
                </a:lnTo>
                <a:lnTo>
                  <a:pt x="59" y="1077"/>
                </a:lnTo>
                <a:lnTo>
                  <a:pt x="59" y="1076"/>
                </a:lnTo>
                <a:lnTo>
                  <a:pt x="58" y="1076"/>
                </a:lnTo>
                <a:lnTo>
                  <a:pt x="57" y="1076"/>
                </a:lnTo>
                <a:lnTo>
                  <a:pt x="57" y="1077"/>
                </a:lnTo>
                <a:lnTo>
                  <a:pt x="56" y="1078"/>
                </a:lnTo>
                <a:lnTo>
                  <a:pt x="55" y="1079"/>
                </a:lnTo>
                <a:lnTo>
                  <a:pt x="55" y="1080"/>
                </a:lnTo>
                <a:lnTo>
                  <a:pt x="55" y="1081"/>
                </a:lnTo>
                <a:lnTo>
                  <a:pt x="55" y="1082"/>
                </a:lnTo>
                <a:lnTo>
                  <a:pt x="54" y="1082"/>
                </a:lnTo>
                <a:lnTo>
                  <a:pt x="54" y="1083"/>
                </a:lnTo>
                <a:lnTo>
                  <a:pt x="53" y="1083"/>
                </a:lnTo>
                <a:lnTo>
                  <a:pt x="52" y="1083"/>
                </a:lnTo>
                <a:lnTo>
                  <a:pt x="51" y="1084"/>
                </a:lnTo>
                <a:lnTo>
                  <a:pt x="51" y="1085"/>
                </a:lnTo>
                <a:lnTo>
                  <a:pt x="50" y="1085"/>
                </a:lnTo>
                <a:lnTo>
                  <a:pt x="50" y="1086"/>
                </a:lnTo>
                <a:lnTo>
                  <a:pt x="51" y="1086"/>
                </a:lnTo>
                <a:lnTo>
                  <a:pt x="51" y="1087"/>
                </a:lnTo>
                <a:lnTo>
                  <a:pt x="52" y="1089"/>
                </a:lnTo>
                <a:lnTo>
                  <a:pt x="52" y="1090"/>
                </a:lnTo>
                <a:lnTo>
                  <a:pt x="51" y="1090"/>
                </a:lnTo>
                <a:lnTo>
                  <a:pt x="49" y="1090"/>
                </a:lnTo>
                <a:lnTo>
                  <a:pt x="48" y="1090"/>
                </a:lnTo>
                <a:lnTo>
                  <a:pt x="47" y="1090"/>
                </a:lnTo>
                <a:lnTo>
                  <a:pt x="46" y="1091"/>
                </a:lnTo>
                <a:lnTo>
                  <a:pt x="45" y="1091"/>
                </a:lnTo>
                <a:lnTo>
                  <a:pt x="44" y="1091"/>
                </a:lnTo>
                <a:lnTo>
                  <a:pt x="43" y="1091"/>
                </a:lnTo>
                <a:lnTo>
                  <a:pt x="43" y="1090"/>
                </a:lnTo>
                <a:lnTo>
                  <a:pt x="42" y="1090"/>
                </a:lnTo>
                <a:lnTo>
                  <a:pt x="41" y="1090"/>
                </a:lnTo>
                <a:lnTo>
                  <a:pt x="40" y="1091"/>
                </a:lnTo>
                <a:lnTo>
                  <a:pt x="39" y="1090"/>
                </a:lnTo>
                <a:lnTo>
                  <a:pt x="38" y="1090"/>
                </a:lnTo>
                <a:lnTo>
                  <a:pt x="37" y="1090"/>
                </a:lnTo>
                <a:lnTo>
                  <a:pt x="37" y="1089"/>
                </a:lnTo>
                <a:lnTo>
                  <a:pt x="36" y="1088"/>
                </a:lnTo>
                <a:lnTo>
                  <a:pt x="36" y="1087"/>
                </a:lnTo>
                <a:lnTo>
                  <a:pt x="35" y="1086"/>
                </a:lnTo>
                <a:lnTo>
                  <a:pt x="34" y="1086"/>
                </a:lnTo>
                <a:lnTo>
                  <a:pt x="33" y="1086"/>
                </a:lnTo>
                <a:lnTo>
                  <a:pt x="32" y="1086"/>
                </a:lnTo>
                <a:lnTo>
                  <a:pt x="30" y="1085"/>
                </a:lnTo>
                <a:lnTo>
                  <a:pt x="28" y="1084"/>
                </a:lnTo>
                <a:lnTo>
                  <a:pt x="27" y="1083"/>
                </a:lnTo>
                <a:lnTo>
                  <a:pt x="27" y="1082"/>
                </a:lnTo>
                <a:lnTo>
                  <a:pt x="27" y="1081"/>
                </a:lnTo>
                <a:lnTo>
                  <a:pt x="27" y="1080"/>
                </a:lnTo>
                <a:lnTo>
                  <a:pt x="27" y="1079"/>
                </a:lnTo>
                <a:lnTo>
                  <a:pt x="26" y="1078"/>
                </a:lnTo>
                <a:lnTo>
                  <a:pt x="26" y="1077"/>
                </a:lnTo>
                <a:lnTo>
                  <a:pt x="25" y="1076"/>
                </a:lnTo>
                <a:lnTo>
                  <a:pt x="24" y="1076"/>
                </a:lnTo>
                <a:lnTo>
                  <a:pt x="24" y="1075"/>
                </a:lnTo>
                <a:lnTo>
                  <a:pt x="24" y="1073"/>
                </a:lnTo>
                <a:lnTo>
                  <a:pt x="24" y="1072"/>
                </a:lnTo>
                <a:lnTo>
                  <a:pt x="23" y="1072"/>
                </a:lnTo>
                <a:lnTo>
                  <a:pt x="22" y="1071"/>
                </a:lnTo>
                <a:lnTo>
                  <a:pt x="22" y="1070"/>
                </a:lnTo>
                <a:lnTo>
                  <a:pt x="23" y="1069"/>
                </a:lnTo>
                <a:lnTo>
                  <a:pt x="23" y="1068"/>
                </a:lnTo>
                <a:lnTo>
                  <a:pt x="23" y="1067"/>
                </a:lnTo>
                <a:lnTo>
                  <a:pt x="24" y="1066"/>
                </a:lnTo>
                <a:lnTo>
                  <a:pt x="24" y="1065"/>
                </a:lnTo>
                <a:lnTo>
                  <a:pt x="22" y="1064"/>
                </a:lnTo>
                <a:lnTo>
                  <a:pt x="22" y="1063"/>
                </a:lnTo>
                <a:lnTo>
                  <a:pt x="22" y="1062"/>
                </a:lnTo>
                <a:lnTo>
                  <a:pt x="20" y="1060"/>
                </a:lnTo>
                <a:lnTo>
                  <a:pt x="20" y="1059"/>
                </a:lnTo>
                <a:lnTo>
                  <a:pt x="19" y="1059"/>
                </a:lnTo>
                <a:lnTo>
                  <a:pt x="18" y="1058"/>
                </a:lnTo>
                <a:lnTo>
                  <a:pt x="18" y="1057"/>
                </a:lnTo>
                <a:lnTo>
                  <a:pt x="17" y="1056"/>
                </a:lnTo>
                <a:lnTo>
                  <a:pt x="18" y="1055"/>
                </a:lnTo>
                <a:lnTo>
                  <a:pt x="18" y="1054"/>
                </a:lnTo>
                <a:lnTo>
                  <a:pt x="19" y="1053"/>
                </a:lnTo>
                <a:lnTo>
                  <a:pt x="20" y="1053"/>
                </a:lnTo>
                <a:lnTo>
                  <a:pt x="20" y="1052"/>
                </a:lnTo>
                <a:lnTo>
                  <a:pt x="20" y="1051"/>
                </a:lnTo>
                <a:lnTo>
                  <a:pt x="21" y="1050"/>
                </a:lnTo>
                <a:lnTo>
                  <a:pt x="22" y="1049"/>
                </a:lnTo>
                <a:lnTo>
                  <a:pt x="23" y="1049"/>
                </a:lnTo>
                <a:lnTo>
                  <a:pt x="24" y="1049"/>
                </a:lnTo>
                <a:lnTo>
                  <a:pt x="25" y="1049"/>
                </a:lnTo>
                <a:lnTo>
                  <a:pt x="26" y="1050"/>
                </a:lnTo>
                <a:lnTo>
                  <a:pt x="27" y="1050"/>
                </a:lnTo>
                <a:lnTo>
                  <a:pt x="27" y="1049"/>
                </a:lnTo>
                <a:lnTo>
                  <a:pt x="27" y="1050"/>
                </a:lnTo>
                <a:lnTo>
                  <a:pt x="28" y="1051"/>
                </a:lnTo>
                <a:lnTo>
                  <a:pt x="29" y="1051"/>
                </a:lnTo>
                <a:lnTo>
                  <a:pt x="29" y="1050"/>
                </a:lnTo>
                <a:lnTo>
                  <a:pt x="31" y="1049"/>
                </a:lnTo>
                <a:lnTo>
                  <a:pt x="31" y="1048"/>
                </a:lnTo>
                <a:lnTo>
                  <a:pt x="31" y="1046"/>
                </a:lnTo>
                <a:lnTo>
                  <a:pt x="30" y="1045"/>
                </a:lnTo>
                <a:lnTo>
                  <a:pt x="30" y="1044"/>
                </a:lnTo>
                <a:lnTo>
                  <a:pt x="30" y="1043"/>
                </a:lnTo>
                <a:lnTo>
                  <a:pt x="30" y="1042"/>
                </a:lnTo>
                <a:lnTo>
                  <a:pt x="30" y="1041"/>
                </a:lnTo>
                <a:lnTo>
                  <a:pt x="29" y="1040"/>
                </a:lnTo>
                <a:lnTo>
                  <a:pt x="28" y="1039"/>
                </a:lnTo>
                <a:lnTo>
                  <a:pt x="27" y="1039"/>
                </a:lnTo>
                <a:lnTo>
                  <a:pt x="26" y="1039"/>
                </a:lnTo>
                <a:lnTo>
                  <a:pt x="26" y="1040"/>
                </a:lnTo>
                <a:lnTo>
                  <a:pt x="25" y="1040"/>
                </a:lnTo>
                <a:lnTo>
                  <a:pt x="24" y="1040"/>
                </a:lnTo>
                <a:lnTo>
                  <a:pt x="23" y="1040"/>
                </a:lnTo>
                <a:lnTo>
                  <a:pt x="22" y="1041"/>
                </a:lnTo>
                <a:lnTo>
                  <a:pt x="21" y="1041"/>
                </a:lnTo>
                <a:lnTo>
                  <a:pt x="21" y="1040"/>
                </a:lnTo>
                <a:lnTo>
                  <a:pt x="21" y="1039"/>
                </a:lnTo>
                <a:lnTo>
                  <a:pt x="21" y="1038"/>
                </a:lnTo>
                <a:lnTo>
                  <a:pt x="20" y="1037"/>
                </a:lnTo>
                <a:lnTo>
                  <a:pt x="20" y="1036"/>
                </a:lnTo>
                <a:lnTo>
                  <a:pt x="19" y="1036"/>
                </a:lnTo>
                <a:lnTo>
                  <a:pt x="19" y="1035"/>
                </a:lnTo>
                <a:lnTo>
                  <a:pt x="19" y="1034"/>
                </a:lnTo>
                <a:lnTo>
                  <a:pt x="19" y="1032"/>
                </a:lnTo>
                <a:lnTo>
                  <a:pt x="19" y="1031"/>
                </a:lnTo>
                <a:lnTo>
                  <a:pt x="19" y="1030"/>
                </a:lnTo>
                <a:lnTo>
                  <a:pt x="18" y="1029"/>
                </a:lnTo>
                <a:lnTo>
                  <a:pt x="17" y="1029"/>
                </a:lnTo>
                <a:lnTo>
                  <a:pt x="17" y="1028"/>
                </a:lnTo>
                <a:lnTo>
                  <a:pt x="17" y="1027"/>
                </a:lnTo>
                <a:lnTo>
                  <a:pt x="16" y="1027"/>
                </a:lnTo>
                <a:lnTo>
                  <a:pt x="15" y="1027"/>
                </a:lnTo>
                <a:lnTo>
                  <a:pt x="14" y="1027"/>
                </a:lnTo>
                <a:lnTo>
                  <a:pt x="13" y="1026"/>
                </a:lnTo>
                <a:lnTo>
                  <a:pt x="14" y="1025"/>
                </a:lnTo>
                <a:lnTo>
                  <a:pt x="14" y="1024"/>
                </a:lnTo>
                <a:lnTo>
                  <a:pt x="13" y="1023"/>
                </a:lnTo>
                <a:lnTo>
                  <a:pt x="12" y="1023"/>
                </a:lnTo>
                <a:lnTo>
                  <a:pt x="12" y="1022"/>
                </a:lnTo>
                <a:lnTo>
                  <a:pt x="12" y="1021"/>
                </a:lnTo>
                <a:lnTo>
                  <a:pt x="12" y="1020"/>
                </a:lnTo>
                <a:lnTo>
                  <a:pt x="11" y="1019"/>
                </a:lnTo>
                <a:lnTo>
                  <a:pt x="10" y="1018"/>
                </a:lnTo>
                <a:lnTo>
                  <a:pt x="9" y="1018"/>
                </a:lnTo>
                <a:lnTo>
                  <a:pt x="8" y="1018"/>
                </a:lnTo>
                <a:lnTo>
                  <a:pt x="7" y="1019"/>
                </a:lnTo>
                <a:lnTo>
                  <a:pt x="7" y="1018"/>
                </a:lnTo>
                <a:lnTo>
                  <a:pt x="6" y="1018"/>
                </a:lnTo>
                <a:lnTo>
                  <a:pt x="6" y="1017"/>
                </a:lnTo>
                <a:lnTo>
                  <a:pt x="6" y="1016"/>
                </a:lnTo>
                <a:lnTo>
                  <a:pt x="5" y="1015"/>
                </a:lnTo>
                <a:lnTo>
                  <a:pt x="4" y="1015"/>
                </a:lnTo>
                <a:lnTo>
                  <a:pt x="4" y="1014"/>
                </a:lnTo>
                <a:lnTo>
                  <a:pt x="5" y="1013"/>
                </a:lnTo>
                <a:lnTo>
                  <a:pt x="5" y="1012"/>
                </a:lnTo>
                <a:lnTo>
                  <a:pt x="4" y="1012"/>
                </a:lnTo>
                <a:lnTo>
                  <a:pt x="4" y="1011"/>
                </a:lnTo>
                <a:lnTo>
                  <a:pt x="4" y="1010"/>
                </a:lnTo>
                <a:lnTo>
                  <a:pt x="4" y="1009"/>
                </a:lnTo>
                <a:lnTo>
                  <a:pt x="4" y="1007"/>
                </a:lnTo>
                <a:lnTo>
                  <a:pt x="2" y="1005"/>
                </a:lnTo>
                <a:lnTo>
                  <a:pt x="1" y="1004"/>
                </a:lnTo>
                <a:lnTo>
                  <a:pt x="0" y="1004"/>
                </a:lnTo>
                <a:lnTo>
                  <a:pt x="1" y="1003"/>
                </a:lnTo>
                <a:lnTo>
                  <a:pt x="2" y="1003"/>
                </a:lnTo>
                <a:lnTo>
                  <a:pt x="3" y="1003"/>
                </a:lnTo>
                <a:lnTo>
                  <a:pt x="5" y="1003"/>
                </a:lnTo>
                <a:lnTo>
                  <a:pt x="7" y="1002"/>
                </a:lnTo>
                <a:lnTo>
                  <a:pt x="7" y="1001"/>
                </a:lnTo>
                <a:lnTo>
                  <a:pt x="8" y="1000"/>
                </a:lnTo>
                <a:lnTo>
                  <a:pt x="8" y="998"/>
                </a:lnTo>
                <a:lnTo>
                  <a:pt x="9" y="997"/>
                </a:lnTo>
                <a:lnTo>
                  <a:pt x="9" y="996"/>
                </a:lnTo>
                <a:lnTo>
                  <a:pt x="10" y="996"/>
                </a:lnTo>
                <a:lnTo>
                  <a:pt x="11" y="995"/>
                </a:lnTo>
                <a:lnTo>
                  <a:pt x="13" y="995"/>
                </a:lnTo>
                <a:lnTo>
                  <a:pt x="14" y="995"/>
                </a:lnTo>
                <a:lnTo>
                  <a:pt x="16" y="995"/>
                </a:lnTo>
                <a:lnTo>
                  <a:pt x="18" y="995"/>
                </a:lnTo>
                <a:lnTo>
                  <a:pt x="19" y="996"/>
                </a:lnTo>
                <a:lnTo>
                  <a:pt x="21" y="996"/>
                </a:lnTo>
                <a:lnTo>
                  <a:pt x="22" y="996"/>
                </a:lnTo>
                <a:lnTo>
                  <a:pt x="23" y="996"/>
                </a:lnTo>
                <a:lnTo>
                  <a:pt x="25" y="995"/>
                </a:lnTo>
                <a:lnTo>
                  <a:pt x="26" y="995"/>
                </a:lnTo>
                <a:lnTo>
                  <a:pt x="28" y="995"/>
                </a:lnTo>
                <a:lnTo>
                  <a:pt x="30" y="995"/>
                </a:lnTo>
                <a:lnTo>
                  <a:pt x="31" y="994"/>
                </a:lnTo>
                <a:lnTo>
                  <a:pt x="32" y="994"/>
                </a:lnTo>
                <a:lnTo>
                  <a:pt x="33" y="994"/>
                </a:lnTo>
                <a:lnTo>
                  <a:pt x="33" y="993"/>
                </a:lnTo>
                <a:lnTo>
                  <a:pt x="33" y="992"/>
                </a:lnTo>
                <a:lnTo>
                  <a:pt x="34" y="992"/>
                </a:lnTo>
                <a:lnTo>
                  <a:pt x="34" y="990"/>
                </a:lnTo>
                <a:lnTo>
                  <a:pt x="35" y="989"/>
                </a:lnTo>
                <a:lnTo>
                  <a:pt x="35" y="988"/>
                </a:lnTo>
                <a:lnTo>
                  <a:pt x="34" y="988"/>
                </a:lnTo>
                <a:lnTo>
                  <a:pt x="35" y="987"/>
                </a:lnTo>
                <a:lnTo>
                  <a:pt x="36" y="986"/>
                </a:lnTo>
                <a:lnTo>
                  <a:pt x="37" y="986"/>
                </a:lnTo>
                <a:lnTo>
                  <a:pt x="37" y="985"/>
                </a:lnTo>
                <a:lnTo>
                  <a:pt x="38" y="985"/>
                </a:lnTo>
                <a:lnTo>
                  <a:pt x="38" y="984"/>
                </a:lnTo>
                <a:lnTo>
                  <a:pt x="37" y="984"/>
                </a:lnTo>
                <a:lnTo>
                  <a:pt x="37" y="983"/>
                </a:lnTo>
                <a:lnTo>
                  <a:pt x="38" y="983"/>
                </a:lnTo>
                <a:lnTo>
                  <a:pt x="39" y="983"/>
                </a:lnTo>
                <a:lnTo>
                  <a:pt x="40" y="982"/>
                </a:lnTo>
                <a:lnTo>
                  <a:pt x="41" y="981"/>
                </a:lnTo>
                <a:lnTo>
                  <a:pt x="41" y="980"/>
                </a:lnTo>
                <a:lnTo>
                  <a:pt x="40" y="978"/>
                </a:lnTo>
                <a:lnTo>
                  <a:pt x="40" y="976"/>
                </a:lnTo>
                <a:lnTo>
                  <a:pt x="39" y="975"/>
                </a:lnTo>
                <a:lnTo>
                  <a:pt x="39" y="974"/>
                </a:lnTo>
                <a:lnTo>
                  <a:pt x="39" y="973"/>
                </a:lnTo>
                <a:lnTo>
                  <a:pt x="39" y="972"/>
                </a:lnTo>
                <a:lnTo>
                  <a:pt x="38" y="971"/>
                </a:lnTo>
                <a:lnTo>
                  <a:pt x="37" y="970"/>
                </a:lnTo>
                <a:lnTo>
                  <a:pt x="38" y="969"/>
                </a:lnTo>
                <a:lnTo>
                  <a:pt x="37" y="969"/>
                </a:lnTo>
                <a:lnTo>
                  <a:pt x="37" y="968"/>
                </a:lnTo>
                <a:lnTo>
                  <a:pt x="37" y="967"/>
                </a:lnTo>
                <a:lnTo>
                  <a:pt x="36" y="967"/>
                </a:lnTo>
                <a:lnTo>
                  <a:pt x="35" y="967"/>
                </a:lnTo>
                <a:lnTo>
                  <a:pt x="34" y="967"/>
                </a:lnTo>
                <a:lnTo>
                  <a:pt x="34" y="966"/>
                </a:lnTo>
                <a:lnTo>
                  <a:pt x="33" y="965"/>
                </a:lnTo>
                <a:lnTo>
                  <a:pt x="32" y="965"/>
                </a:lnTo>
                <a:lnTo>
                  <a:pt x="31" y="966"/>
                </a:lnTo>
                <a:lnTo>
                  <a:pt x="31" y="963"/>
                </a:lnTo>
                <a:lnTo>
                  <a:pt x="31" y="961"/>
                </a:lnTo>
                <a:lnTo>
                  <a:pt x="31" y="960"/>
                </a:lnTo>
                <a:lnTo>
                  <a:pt x="31" y="959"/>
                </a:lnTo>
                <a:lnTo>
                  <a:pt x="32" y="957"/>
                </a:lnTo>
                <a:lnTo>
                  <a:pt x="33" y="956"/>
                </a:lnTo>
                <a:lnTo>
                  <a:pt x="35" y="955"/>
                </a:lnTo>
                <a:lnTo>
                  <a:pt x="36" y="955"/>
                </a:lnTo>
                <a:lnTo>
                  <a:pt x="36" y="954"/>
                </a:lnTo>
                <a:lnTo>
                  <a:pt x="37" y="954"/>
                </a:lnTo>
                <a:lnTo>
                  <a:pt x="37" y="953"/>
                </a:lnTo>
                <a:lnTo>
                  <a:pt x="38" y="953"/>
                </a:lnTo>
                <a:lnTo>
                  <a:pt x="38" y="952"/>
                </a:lnTo>
                <a:lnTo>
                  <a:pt x="37" y="951"/>
                </a:lnTo>
                <a:lnTo>
                  <a:pt x="37" y="950"/>
                </a:lnTo>
                <a:lnTo>
                  <a:pt x="37" y="949"/>
                </a:lnTo>
                <a:lnTo>
                  <a:pt x="37" y="948"/>
                </a:lnTo>
                <a:lnTo>
                  <a:pt x="38" y="947"/>
                </a:lnTo>
                <a:lnTo>
                  <a:pt x="38" y="946"/>
                </a:lnTo>
                <a:lnTo>
                  <a:pt x="39" y="945"/>
                </a:lnTo>
                <a:lnTo>
                  <a:pt x="40" y="944"/>
                </a:lnTo>
                <a:lnTo>
                  <a:pt x="41" y="943"/>
                </a:lnTo>
                <a:lnTo>
                  <a:pt x="42" y="942"/>
                </a:lnTo>
                <a:lnTo>
                  <a:pt x="42" y="941"/>
                </a:lnTo>
                <a:lnTo>
                  <a:pt x="43" y="940"/>
                </a:lnTo>
                <a:lnTo>
                  <a:pt x="42" y="940"/>
                </a:lnTo>
                <a:lnTo>
                  <a:pt x="42" y="939"/>
                </a:lnTo>
                <a:lnTo>
                  <a:pt x="41" y="939"/>
                </a:lnTo>
                <a:lnTo>
                  <a:pt x="40" y="939"/>
                </a:lnTo>
                <a:lnTo>
                  <a:pt x="40" y="938"/>
                </a:lnTo>
                <a:lnTo>
                  <a:pt x="41" y="938"/>
                </a:lnTo>
                <a:lnTo>
                  <a:pt x="44" y="936"/>
                </a:lnTo>
                <a:lnTo>
                  <a:pt x="45" y="936"/>
                </a:lnTo>
                <a:lnTo>
                  <a:pt x="45" y="935"/>
                </a:lnTo>
                <a:lnTo>
                  <a:pt x="46" y="934"/>
                </a:lnTo>
                <a:lnTo>
                  <a:pt x="46" y="932"/>
                </a:lnTo>
                <a:lnTo>
                  <a:pt x="47" y="931"/>
                </a:lnTo>
                <a:lnTo>
                  <a:pt x="48" y="931"/>
                </a:lnTo>
                <a:lnTo>
                  <a:pt x="49" y="931"/>
                </a:lnTo>
                <a:lnTo>
                  <a:pt x="51" y="932"/>
                </a:lnTo>
                <a:lnTo>
                  <a:pt x="52" y="932"/>
                </a:lnTo>
                <a:lnTo>
                  <a:pt x="53" y="932"/>
                </a:lnTo>
                <a:lnTo>
                  <a:pt x="54" y="932"/>
                </a:lnTo>
                <a:lnTo>
                  <a:pt x="55" y="930"/>
                </a:lnTo>
                <a:lnTo>
                  <a:pt x="56" y="930"/>
                </a:lnTo>
                <a:lnTo>
                  <a:pt x="59" y="929"/>
                </a:lnTo>
                <a:lnTo>
                  <a:pt x="61" y="929"/>
                </a:lnTo>
                <a:lnTo>
                  <a:pt x="63" y="928"/>
                </a:lnTo>
                <a:lnTo>
                  <a:pt x="64" y="928"/>
                </a:lnTo>
                <a:lnTo>
                  <a:pt x="66" y="928"/>
                </a:lnTo>
                <a:lnTo>
                  <a:pt x="68" y="928"/>
                </a:lnTo>
                <a:lnTo>
                  <a:pt x="69" y="928"/>
                </a:lnTo>
                <a:lnTo>
                  <a:pt x="69" y="929"/>
                </a:lnTo>
                <a:lnTo>
                  <a:pt x="70" y="930"/>
                </a:lnTo>
                <a:lnTo>
                  <a:pt x="71" y="930"/>
                </a:lnTo>
                <a:lnTo>
                  <a:pt x="72" y="930"/>
                </a:lnTo>
                <a:lnTo>
                  <a:pt x="72" y="929"/>
                </a:lnTo>
                <a:lnTo>
                  <a:pt x="73" y="930"/>
                </a:lnTo>
                <a:lnTo>
                  <a:pt x="74" y="930"/>
                </a:lnTo>
                <a:lnTo>
                  <a:pt x="75" y="931"/>
                </a:lnTo>
                <a:lnTo>
                  <a:pt x="76" y="931"/>
                </a:lnTo>
                <a:lnTo>
                  <a:pt x="77" y="931"/>
                </a:lnTo>
                <a:lnTo>
                  <a:pt x="78" y="931"/>
                </a:lnTo>
                <a:lnTo>
                  <a:pt x="80" y="929"/>
                </a:lnTo>
                <a:lnTo>
                  <a:pt x="83" y="927"/>
                </a:lnTo>
                <a:lnTo>
                  <a:pt x="85" y="926"/>
                </a:lnTo>
                <a:lnTo>
                  <a:pt x="86" y="925"/>
                </a:lnTo>
                <a:lnTo>
                  <a:pt x="87" y="923"/>
                </a:lnTo>
                <a:lnTo>
                  <a:pt x="89" y="922"/>
                </a:lnTo>
                <a:lnTo>
                  <a:pt x="90" y="920"/>
                </a:lnTo>
                <a:lnTo>
                  <a:pt x="93" y="919"/>
                </a:lnTo>
                <a:lnTo>
                  <a:pt x="93" y="918"/>
                </a:lnTo>
                <a:lnTo>
                  <a:pt x="94" y="918"/>
                </a:lnTo>
                <a:lnTo>
                  <a:pt x="95" y="916"/>
                </a:lnTo>
                <a:lnTo>
                  <a:pt x="96" y="915"/>
                </a:lnTo>
                <a:lnTo>
                  <a:pt x="97" y="913"/>
                </a:lnTo>
                <a:lnTo>
                  <a:pt x="99" y="912"/>
                </a:lnTo>
                <a:lnTo>
                  <a:pt x="101" y="912"/>
                </a:lnTo>
                <a:lnTo>
                  <a:pt x="102" y="912"/>
                </a:lnTo>
                <a:lnTo>
                  <a:pt x="103" y="912"/>
                </a:lnTo>
                <a:lnTo>
                  <a:pt x="103" y="913"/>
                </a:lnTo>
                <a:lnTo>
                  <a:pt x="104" y="913"/>
                </a:lnTo>
                <a:lnTo>
                  <a:pt x="105" y="913"/>
                </a:lnTo>
                <a:lnTo>
                  <a:pt x="106" y="911"/>
                </a:lnTo>
                <a:lnTo>
                  <a:pt x="107" y="911"/>
                </a:lnTo>
                <a:lnTo>
                  <a:pt x="107" y="910"/>
                </a:lnTo>
                <a:lnTo>
                  <a:pt x="107" y="909"/>
                </a:lnTo>
                <a:lnTo>
                  <a:pt x="108" y="907"/>
                </a:lnTo>
                <a:lnTo>
                  <a:pt x="108" y="906"/>
                </a:lnTo>
                <a:lnTo>
                  <a:pt x="108" y="905"/>
                </a:lnTo>
                <a:lnTo>
                  <a:pt x="109" y="905"/>
                </a:lnTo>
                <a:lnTo>
                  <a:pt x="112" y="905"/>
                </a:lnTo>
                <a:lnTo>
                  <a:pt x="114" y="905"/>
                </a:lnTo>
                <a:lnTo>
                  <a:pt x="116" y="905"/>
                </a:lnTo>
                <a:lnTo>
                  <a:pt x="118" y="905"/>
                </a:lnTo>
                <a:lnTo>
                  <a:pt x="119" y="905"/>
                </a:lnTo>
                <a:lnTo>
                  <a:pt x="121" y="906"/>
                </a:lnTo>
                <a:lnTo>
                  <a:pt x="122" y="907"/>
                </a:lnTo>
                <a:lnTo>
                  <a:pt x="124" y="907"/>
                </a:lnTo>
                <a:lnTo>
                  <a:pt x="125" y="906"/>
                </a:lnTo>
                <a:lnTo>
                  <a:pt x="126" y="906"/>
                </a:lnTo>
                <a:lnTo>
                  <a:pt x="127" y="906"/>
                </a:lnTo>
                <a:lnTo>
                  <a:pt x="127" y="905"/>
                </a:lnTo>
                <a:lnTo>
                  <a:pt x="126" y="904"/>
                </a:lnTo>
                <a:lnTo>
                  <a:pt x="125" y="904"/>
                </a:lnTo>
                <a:lnTo>
                  <a:pt x="124" y="903"/>
                </a:lnTo>
                <a:lnTo>
                  <a:pt x="123" y="902"/>
                </a:lnTo>
                <a:lnTo>
                  <a:pt x="122" y="901"/>
                </a:lnTo>
                <a:lnTo>
                  <a:pt x="122" y="900"/>
                </a:lnTo>
                <a:lnTo>
                  <a:pt x="121" y="900"/>
                </a:lnTo>
                <a:lnTo>
                  <a:pt x="120" y="898"/>
                </a:lnTo>
                <a:lnTo>
                  <a:pt x="117" y="896"/>
                </a:lnTo>
                <a:lnTo>
                  <a:pt x="116" y="895"/>
                </a:lnTo>
                <a:lnTo>
                  <a:pt x="116" y="894"/>
                </a:lnTo>
                <a:lnTo>
                  <a:pt x="117" y="894"/>
                </a:lnTo>
                <a:lnTo>
                  <a:pt x="118" y="894"/>
                </a:lnTo>
                <a:lnTo>
                  <a:pt x="118" y="893"/>
                </a:lnTo>
                <a:lnTo>
                  <a:pt x="118" y="892"/>
                </a:lnTo>
                <a:lnTo>
                  <a:pt x="118" y="890"/>
                </a:lnTo>
                <a:lnTo>
                  <a:pt x="119" y="889"/>
                </a:lnTo>
                <a:lnTo>
                  <a:pt x="119" y="888"/>
                </a:lnTo>
                <a:lnTo>
                  <a:pt x="120" y="888"/>
                </a:lnTo>
                <a:lnTo>
                  <a:pt x="120" y="887"/>
                </a:lnTo>
                <a:lnTo>
                  <a:pt x="121" y="887"/>
                </a:lnTo>
                <a:lnTo>
                  <a:pt x="122" y="888"/>
                </a:lnTo>
                <a:lnTo>
                  <a:pt x="123" y="888"/>
                </a:lnTo>
                <a:lnTo>
                  <a:pt x="124" y="888"/>
                </a:lnTo>
                <a:lnTo>
                  <a:pt x="125" y="889"/>
                </a:lnTo>
                <a:lnTo>
                  <a:pt x="126" y="889"/>
                </a:lnTo>
                <a:lnTo>
                  <a:pt x="127" y="890"/>
                </a:lnTo>
                <a:lnTo>
                  <a:pt x="128" y="891"/>
                </a:lnTo>
                <a:lnTo>
                  <a:pt x="130" y="892"/>
                </a:lnTo>
                <a:lnTo>
                  <a:pt x="131" y="893"/>
                </a:lnTo>
                <a:lnTo>
                  <a:pt x="132" y="893"/>
                </a:lnTo>
                <a:lnTo>
                  <a:pt x="133" y="894"/>
                </a:lnTo>
                <a:lnTo>
                  <a:pt x="134" y="894"/>
                </a:lnTo>
                <a:lnTo>
                  <a:pt x="135" y="894"/>
                </a:lnTo>
                <a:lnTo>
                  <a:pt x="136" y="893"/>
                </a:lnTo>
                <a:lnTo>
                  <a:pt x="137" y="893"/>
                </a:lnTo>
                <a:lnTo>
                  <a:pt x="139" y="894"/>
                </a:lnTo>
                <a:lnTo>
                  <a:pt x="140" y="895"/>
                </a:lnTo>
                <a:lnTo>
                  <a:pt x="141" y="895"/>
                </a:lnTo>
                <a:lnTo>
                  <a:pt x="144" y="895"/>
                </a:lnTo>
                <a:lnTo>
                  <a:pt x="145" y="895"/>
                </a:lnTo>
                <a:lnTo>
                  <a:pt x="146" y="894"/>
                </a:lnTo>
                <a:lnTo>
                  <a:pt x="147" y="893"/>
                </a:lnTo>
                <a:lnTo>
                  <a:pt x="148" y="893"/>
                </a:lnTo>
                <a:lnTo>
                  <a:pt x="149" y="894"/>
                </a:lnTo>
                <a:lnTo>
                  <a:pt x="150" y="894"/>
                </a:lnTo>
                <a:lnTo>
                  <a:pt x="151" y="894"/>
                </a:lnTo>
                <a:lnTo>
                  <a:pt x="153" y="895"/>
                </a:lnTo>
                <a:lnTo>
                  <a:pt x="155" y="895"/>
                </a:lnTo>
                <a:lnTo>
                  <a:pt x="156" y="895"/>
                </a:lnTo>
                <a:lnTo>
                  <a:pt x="157" y="893"/>
                </a:lnTo>
                <a:lnTo>
                  <a:pt x="158" y="893"/>
                </a:lnTo>
                <a:lnTo>
                  <a:pt x="158" y="892"/>
                </a:lnTo>
                <a:lnTo>
                  <a:pt x="159" y="892"/>
                </a:lnTo>
                <a:lnTo>
                  <a:pt x="159" y="891"/>
                </a:lnTo>
                <a:lnTo>
                  <a:pt x="161" y="891"/>
                </a:lnTo>
                <a:lnTo>
                  <a:pt x="162" y="890"/>
                </a:lnTo>
                <a:lnTo>
                  <a:pt x="163" y="889"/>
                </a:lnTo>
                <a:lnTo>
                  <a:pt x="164" y="887"/>
                </a:lnTo>
                <a:lnTo>
                  <a:pt x="166" y="886"/>
                </a:lnTo>
                <a:lnTo>
                  <a:pt x="168" y="885"/>
                </a:lnTo>
                <a:lnTo>
                  <a:pt x="169" y="885"/>
                </a:lnTo>
                <a:lnTo>
                  <a:pt x="170" y="884"/>
                </a:lnTo>
                <a:lnTo>
                  <a:pt x="171" y="884"/>
                </a:lnTo>
                <a:lnTo>
                  <a:pt x="172" y="884"/>
                </a:lnTo>
                <a:lnTo>
                  <a:pt x="173" y="884"/>
                </a:lnTo>
                <a:lnTo>
                  <a:pt x="174" y="883"/>
                </a:lnTo>
                <a:lnTo>
                  <a:pt x="174" y="882"/>
                </a:lnTo>
                <a:lnTo>
                  <a:pt x="175" y="881"/>
                </a:lnTo>
                <a:lnTo>
                  <a:pt x="176" y="881"/>
                </a:lnTo>
                <a:lnTo>
                  <a:pt x="176" y="880"/>
                </a:lnTo>
                <a:lnTo>
                  <a:pt x="177" y="880"/>
                </a:lnTo>
                <a:lnTo>
                  <a:pt x="177" y="879"/>
                </a:lnTo>
                <a:lnTo>
                  <a:pt x="178" y="879"/>
                </a:lnTo>
                <a:lnTo>
                  <a:pt x="179" y="878"/>
                </a:lnTo>
                <a:lnTo>
                  <a:pt x="182" y="876"/>
                </a:lnTo>
                <a:lnTo>
                  <a:pt x="184" y="875"/>
                </a:lnTo>
                <a:lnTo>
                  <a:pt x="185" y="874"/>
                </a:lnTo>
                <a:lnTo>
                  <a:pt x="186" y="873"/>
                </a:lnTo>
                <a:lnTo>
                  <a:pt x="187" y="873"/>
                </a:lnTo>
                <a:lnTo>
                  <a:pt x="188" y="873"/>
                </a:lnTo>
                <a:lnTo>
                  <a:pt x="189" y="873"/>
                </a:lnTo>
                <a:lnTo>
                  <a:pt x="189" y="874"/>
                </a:lnTo>
                <a:lnTo>
                  <a:pt x="190" y="875"/>
                </a:lnTo>
                <a:lnTo>
                  <a:pt x="191" y="876"/>
                </a:lnTo>
                <a:lnTo>
                  <a:pt x="192" y="876"/>
                </a:lnTo>
                <a:lnTo>
                  <a:pt x="192" y="877"/>
                </a:lnTo>
                <a:lnTo>
                  <a:pt x="191" y="878"/>
                </a:lnTo>
                <a:lnTo>
                  <a:pt x="191" y="880"/>
                </a:lnTo>
                <a:lnTo>
                  <a:pt x="191" y="881"/>
                </a:lnTo>
                <a:lnTo>
                  <a:pt x="191" y="883"/>
                </a:lnTo>
                <a:lnTo>
                  <a:pt x="192" y="884"/>
                </a:lnTo>
                <a:lnTo>
                  <a:pt x="192" y="885"/>
                </a:lnTo>
                <a:lnTo>
                  <a:pt x="192" y="886"/>
                </a:lnTo>
                <a:lnTo>
                  <a:pt x="193" y="886"/>
                </a:lnTo>
                <a:lnTo>
                  <a:pt x="193" y="888"/>
                </a:lnTo>
                <a:lnTo>
                  <a:pt x="194" y="889"/>
                </a:lnTo>
                <a:lnTo>
                  <a:pt x="195" y="889"/>
                </a:lnTo>
                <a:lnTo>
                  <a:pt x="196" y="889"/>
                </a:lnTo>
                <a:lnTo>
                  <a:pt x="197" y="890"/>
                </a:lnTo>
                <a:lnTo>
                  <a:pt x="198" y="890"/>
                </a:lnTo>
                <a:lnTo>
                  <a:pt x="199" y="891"/>
                </a:lnTo>
                <a:lnTo>
                  <a:pt x="200" y="891"/>
                </a:lnTo>
                <a:lnTo>
                  <a:pt x="200" y="892"/>
                </a:lnTo>
                <a:lnTo>
                  <a:pt x="201" y="892"/>
                </a:lnTo>
                <a:lnTo>
                  <a:pt x="201" y="893"/>
                </a:lnTo>
                <a:lnTo>
                  <a:pt x="200" y="893"/>
                </a:lnTo>
                <a:lnTo>
                  <a:pt x="199" y="894"/>
                </a:lnTo>
                <a:lnTo>
                  <a:pt x="199" y="895"/>
                </a:lnTo>
                <a:lnTo>
                  <a:pt x="199" y="896"/>
                </a:lnTo>
                <a:lnTo>
                  <a:pt x="198" y="897"/>
                </a:lnTo>
                <a:lnTo>
                  <a:pt x="197" y="898"/>
                </a:lnTo>
                <a:lnTo>
                  <a:pt x="196" y="898"/>
                </a:lnTo>
                <a:lnTo>
                  <a:pt x="196" y="899"/>
                </a:lnTo>
                <a:lnTo>
                  <a:pt x="196" y="900"/>
                </a:lnTo>
                <a:lnTo>
                  <a:pt x="196" y="901"/>
                </a:lnTo>
                <a:lnTo>
                  <a:pt x="196" y="902"/>
                </a:lnTo>
                <a:lnTo>
                  <a:pt x="195" y="903"/>
                </a:lnTo>
                <a:lnTo>
                  <a:pt x="195" y="904"/>
                </a:lnTo>
                <a:lnTo>
                  <a:pt x="196" y="905"/>
                </a:lnTo>
                <a:lnTo>
                  <a:pt x="197" y="905"/>
                </a:lnTo>
                <a:lnTo>
                  <a:pt x="197" y="906"/>
                </a:lnTo>
                <a:lnTo>
                  <a:pt x="198" y="908"/>
                </a:lnTo>
                <a:lnTo>
                  <a:pt x="198" y="909"/>
                </a:lnTo>
                <a:lnTo>
                  <a:pt x="198" y="910"/>
                </a:lnTo>
                <a:lnTo>
                  <a:pt x="198" y="911"/>
                </a:lnTo>
                <a:lnTo>
                  <a:pt x="198" y="912"/>
                </a:lnTo>
                <a:lnTo>
                  <a:pt x="199" y="912"/>
                </a:lnTo>
                <a:lnTo>
                  <a:pt x="200" y="911"/>
                </a:lnTo>
                <a:lnTo>
                  <a:pt x="201" y="910"/>
                </a:lnTo>
                <a:lnTo>
                  <a:pt x="202" y="910"/>
                </a:lnTo>
                <a:lnTo>
                  <a:pt x="203" y="910"/>
                </a:lnTo>
                <a:lnTo>
                  <a:pt x="204" y="910"/>
                </a:lnTo>
                <a:lnTo>
                  <a:pt x="205" y="910"/>
                </a:lnTo>
                <a:lnTo>
                  <a:pt x="206" y="910"/>
                </a:lnTo>
                <a:lnTo>
                  <a:pt x="207" y="909"/>
                </a:lnTo>
                <a:lnTo>
                  <a:pt x="208" y="908"/>
                </a:lnTo>
                <a:lnTo>
                  <a:pt x="209" y="908"/>
                </a:lnTo>
                <a:lnTo>
                  <a:pt x="209" y="907"/>
                </a:lnTo>
                <a:lnTo>
                  <a:pt x="210" y="907"/>
                </a:lnTo>
                <a:lnTo>
                  <a:pt x="210" y="908"/>
                </a:lnTo>
                <a:lnTo>
                  <a:pt x="211" y="909"/>
                </a:lnTo>
                <a:lnTo>
                  <a:pt x="212" y="909"/>
                </a:lnTo>
                <a:lnTo>
                  <a:pt x="214" y="909"/>
                </a:lnTo>
                <a:lnTo>
                  <a:pt x="215" y="909"/>
                </a:lnTo>
                <a:lnTo>
                  <a:pt x="216" y="909"/>
                </a:lnTo>
                <a:lnTo>
                  <a:pt x="217" y="910"/>
                </a:lnTo>
                <a:lnTo>
                  <a:pt x="217" y="911"/>
                </a:lnTo>
                <a:lnTo>
                  <a:pt x="218" y="911"/>
                </a:lnTo>
                <a:lnTo>
                  <a:pt x="218" y="910"/>
                </a:lnTo>
                <a:lnTo>
                  <a:pt x="219" y="908"/>
                </a:lnTo>
                <a:lnTo>
                  <a:pt x="218" y="907"/>
                </a:lnTo>
                <a:lnTo>
                  <a:pt x="219" y="906"/>
                </a:lnTo>
                <a:lnTo>
                  <a:pt x="220" y="906"/>
                </a:lnTo>
                <a:lnTo>
                  <a:pt x="221" y="904"/>
                </a:lnTo>
                <a:lnTo>
                  <a:pt x="221" y="903"/>
                </a:lnTo>
                <a:lnTo>
                  <a:pt x="221" y="902"/>
                </a:lnTo>
                <a:lnTo>
                  <a:pt x="222" y="902"/>
                </a:lnTo>
                <a:lnTo>
                  <a:pt x="223" y="901"/>
                </a:lnTo>
                <a:lnTo>
                  <a:pt x="224" y="902"/>
                </a:lnTo>
                <a:lnTo>
                  <a:pt x="225" y="902"/>
                </a:lnTo>
                <a:lnTo>
                  <a:pt x="225" y="903"/>
                </a:lnTo>
                <a:lnTo>
                  <a:pt x="226" y="903"/>
                </a:lnTo>
                <a:lnTo>
                  <a:pt x="227" y="904"/>
                </a:lnTo>
                <a:lnTo>
                  <a:pt x="229" y="904"/>
                </a:lnTo>
                <a:lnTo>
                  <a:pt x="229" y="902"/>
                </a:lnTo>
                <a:lnTo>
                  <a:pt x="229" y="901"/>
                </a:lnTo>
                <a:lnTo>
                  <a:pt x="230" y="900"/>
                </a:lnTo>
                <a:lnTo>
                  <a:pt x="231" y="900"/>
                </a:lnTo>
                <a:lnTo>
                  <a:pt x="232" y="900"/>
                </a:lnTo>
                <a:lnTo>
                  <a:pt x="233" y="900"/>
                </a:lnTo>
                <a:lnTo>
                  <a:pt x="234" y="901"/>
                </a:lnTo>
                <a:lnTo>
                  <a:pt x="235" y="900"/>
                </a:lnTo>
                <a:lnTo>
                  <a:pt x="237" y="900"/>
                </a:lnTo>
                <a:lnTo>
                  <a:pt x="238" y="900"/>
                </a:lnTo>
                <a:lnTo>
                  <a:pt x="240" y="901"/>
                </a:lnTo>
                <a:lnTo>
                  <a:pt x="241" y="902"/>
                </a:lnTo>
                <a:lnTo>
                  <a:pt x="241" y="901"/>
                </a:lnTo>
                <a:lnTo>
                  <a:pt x="242" y="901"/>
                </a:lnTo>
                <a:lnTo>
                  <a:pt x="244" y="900"/>
                </a:lnTo>
                <a:lnTo>
                  <a:pt x="245" y="899"/>
                </a:lnTo>
                <a:lnTo>
                  <a:pt x="246" y="898"/>
                </a:lnTo>
                <a:lnTo>
                  <a:pt x="248" y="898"/>
                </a:lnTo>
                <a:lnTo>
                  <a:pt x="248" y="897"/>
                </a:lnTo>
                <a:lnTo>
                  <a:pt x="249" y="897"/>
                </a:lnTo>
                <a:lnTo>
                  <a:pt x="249" y="896"/>
                </a:lnTo>
                <a:lnTo>
                  <a:pt x="250" y="896"/>
                </a:lnTo>
                <a:lnTo>
                  <a:pt x="251" y="896"/>
                </a:lnTo>
                <a:lnTo>
                  <a:pt x="251" y="897"/>
                </a:lnTo>
                <a:lnTo>
                  <a:pt x="250" y="898"/>
                </a:lnTo>
                <a:lnTo>
                  <a:pt x="250" y="899"/>
                </a:lnTo>
                <a:lnTo>
                  <a:pt x="251" y="899"/>
                </a:lnTo>
                <a:lnTo>
                  <a:pt x="252" y="899"/>
                </a:lnTo>
                <a:lnTo>
                  <a:pt x="253" y="899"/>
                </a:lnTo>
                <a:lnTo>
                  <a:pt x="253" y="900"/>
                </a:lnTo>
                <a:lnTo>
                  <a:pt x="254" y="900"/>
                </a:lnTo>
                <a:lnTo>
                  <a:pt x="254" y="901"/>
                </a:lnTo>
                <a:lnTo>
                  <a:pt x="254" y="902"/>
                </a:lnTo>
                <a:lnTo>
                  <a:pt x="254" y="904"/>
                </a:lnTo>
                <a:lnTo>
                  <a:pt x="254" y="905"/>
                </a:lnTo>
                <a:lnTo>
                  <a:pt x="255" y="905"/>
                </a:lnTo>
                <a:lnTo>
                  <a:pt x="255" y="906"/>
                </a:lnTo>
                <a:lnTo>
                  <a:pt x="256" y="906"/>
                </a:lnTo>
                <a:lnTo>
                  <a:pt x="256" y="905"/>
                </a:lnTo>
                <a:lnTo>
                  <a:pt x="256" y="904"/>
                </a:lnTo>
                <a:lnTo>
                  <a:pt x="257" y="903"/>
                </a:lnTo>
                <a:lnTo>
                  <a:pt x="257" y="902"/>
                </a:lnTo>
                <a:lnTo>
                  <a:pt x="258" y="902"/>
                </a:lnTo>
                <a:lnTo>
                  <a:pt x="258" y="901"/>
                </a:lnTo>
                <a:lnTo>
                  <a:pt x="259" y="901"/>
                </a:lnTo>
                <a:lnTo>
                  <a:pt x="259" y="902"/>
                </a:lnTo>
                <a:lnTo>
                  <a:pt x="260" y="902"/>
                </a:lnTo>
                <a:lnTo>
                  <a:pt x="261" y="902"/>
                </a:lnTo>
                <a:lnTo>
                  <a:pt x="262" y="901"/>
                </a:lnTo>
                <a:lnTo>
                  <a:pt x="264" y="901"/>
                </a:lnTo>
                <a:lnTo>
                  <a:pt x="265" y="901"/>
                </a:lnTo>
                <a:lnTo>
                  <a:pt x="265" y="900"/>
                </a:lnTo>
                <a:lnTo>
                  <a:pt x="266" y="899"/>
                </a:lnTo>
                <a:lnTo>
                  <a:pt x="267" y="898"/>
                </a:lnTo>
                <a:lnTo>
                  <a:pt x="267" y="897"/>
                </a:lnTo>
                <a:lnTo>
                  <a:pt x="268" y="897"/>
                </a:lnTo>
                <a:lnTo>
                  <a:pt x="270" y="897"/>
                </a:lnTo>
                <a:lnTo>
                  <a:pt x="271" y="896"/>
                </a:lnTo>
                <a:lnTo>
                  <a:pt x="271" y="895"/>
                </a:lnTo>
                <a:lnTo>
                  <a:pt x="272" y="894"/>
                </a:lnTo>
                <a:lnTo>
                  <a:pt x="273" y="893"/>
                </a:lnTo>
                <a:lnTo>
                  <a:pt x="274" y="893"/>
                </a:lnTo>
                <a:lnTo>
                  <a:pt x="274" y="892"/>
                </a:lnTo>
                <a:lnTo>
                  <a:pt x="274" y="890"/>
                </a:lnTo>
                <a:lnTo>
                  <a:pt x="274" y="889"/>
                </a:lnTo>
                <a:lnTo>
                  <a:pt x="273" y="889"/>
                </a:lnTo>
                <a:lnTo>
                  <a:pt x="274" y="888"/>
                </a:lnTo>
                <a:lnTo>
                  <a:pt x="275" y="885"/>
                </a:lnTo>
                <a:lnTo>
                  <a:pt x="276" y="883"/>
                </a:lnTo>
                <a:lnTo>
                  <a:pt x="277" y="882"/>
                </a:lnTo>
                <a:lnTo>
                  <a:pt x="278" y="882"/>
                </a:lnTo>
                <a:lnTo>
                  <a:pt x="279" y="881"/>
                </a:lnTo>
                <a:lnTo>
                  <a:pt x="280" y="880"/>
                </a:lnTo>
                <a:lnTo>
                  <a:pt x="280" y="879"/>
                </a:lnTo>
                <a:lnTo>
                  <a:pt x="281" y="878"/>
                </a:lnTo>
                <a:lnTo>
                  <a:pt x="282" y="878"/>
                </a:lnTo>
                <a:lnTo>
                  <a:pt x="283" y="878"/>
                </a:lnTo>
                <a:lnTo>
                  <a:pt x="284" y="877"/>
                </a:lnTo>
                <a:lnTo>
                  <a:pt x="284" y="876"/>
                </a:lnTo>
                <a:lnTo>
                  <a:pt x="284" y="875"/>
                </a:lnTo>
                <a:lnTo>
                  <a:pt x="284" y="874"/>
                </a:lnTo>
                <a:lnTo>
                  <a:pt x="284" y="873"/>
                </a:lnTo>
                <a:lnTo>
                  <a:pt x="284" y="872"/>
                </a:lnTo>
                <a:lnTo>
                  <a:pt x="284" y="871"/>
                </a:lnTo>
                <a:lnTo>
                  <a:pt x="285" y="870"/>
                </a:lnTo>
                <a:lnTo>
                  <a:pt x="286" y="870"/>
                </a:lnTo>
                <a:lnTo>
                  <a:pt x="286" y="869"/>
                </a:lnTo>
                <a:lnTo>
                  <a:pt x="285" y="868"/>
                </a:lnTo>
                <a:lnTo>
                  <a:pt x="284" y="867"/>
                </a:lnTo>
                <a:lnTo>
                  <a:pt x="283" y="866"/>
                </a:lnTo>
                <a:lnTo>
                  <a:pt x="283" y="865"/>
                </a:lnTo>
                <a:lnTo>
                  <a:pt x="283" y="864"/>
                </a:lnTo>
                <a:lnTo>
                  <a:pt x="283" y="863"/>
                </a:lnTo>
                <a:lnTo>
                  <a:pt x="284" y="862"/>
                </a:lnTo>
                <a:lnTo>
                  <a:pt x="285" y="861"/>
                </a:lnTo>
                <a:lnTo>
                  <a:pt x="286" y="861"/>
                </a:lnTo>
                <a:lnTo>
                  <a:pt x="287" y="861"/>
                </a:lnTo>
                <a:lnTo>
                  <a:pt x="288" y="860"/>
                </a:lnTo>
                <a:lnTo>
                  <a:pt x="289" y="859"/>
                </a:lnTo>
                <a:lnTo>
                  <a:pt x="289" y="858"/>
                </a:lnTo>
                <a:lnTo>
                  <a:pt x="290" y="857"/>
                </a:lnTo>
                <a:lnTo>
                  <a:pt x="291" y="857"/>
                </a:lnTo>
                <a:lnTo>
                  <a:pt x="291" y="856"/>
                </a:lnTo>
                <a:lnTo>
                  <a:pt x="290" y="855"/>
                </a:lnTo>
                <a:lnTo>
                  <a:pt x="290" y="854"/>
                </a:lnTo>
                <a:lnTo>
                  <a:pt x="291" y="854"/>
                </a:lnTo>
                <a:lnTo>
                  <a:pt x="291" y="853"/>
                </a:lnTo>
                <a:lnTo>
                  <a:pt x="291" y="852"/>
                </a:lnTo>
                <a:lnTo>
                  <a:pt x="291" y="851"/>
                </a:lnTo>
                <a:lnTo>
                  <a:pt x="291" y="850"/>
                </a:lnTo>
                <a:lnTo>
                  <a:pt x="291" y="849"/>
                </a:lnTo>
                <a:lnTo>
                  <a:pt x="291" y="848"/>
                </a:lnTo>
                <a:lnTo>
                  <a:pt x="292" y="847"/>
                </a:lnTo>
                <a:lnTo>
                  <a:pt x="292" y="846"/>
                </a:lnTo>
                <a:lnTo>
                  <a:pt x="293" y="844"/>
                </a:lnTo>
                <a:lnTo>
                  <a:pt x="293" y="843"/>
                </a:lnTo>
                <a:lnTo>
                  <a:pt x="294" y="843"/>
                </a:lnTo>
                <a:lnTo>
                  <a:pt x="294" y="842"/>
                </a:lnTo>
                <a:lnTo>
                  <a:pt x="295" y="842"/>
                </a:lnTo>
                <a:lnTo>
                  <a:pt x="296" y="843"/>
                </a:lnTo>
                <a:lnTo>
                  <a:pt x="297" y="843"/>
                </a:lnTo>
                <a:lnTo>
                  <a:pt x="297" y="842"/>
                </a:lnTo>
                <a:lnTo>
                  <a:pt x="297" y="841"/>
                </a:lnTo>
                <a:lnTo>
                  <a:pt x="298" y="841"/>
                </a:lnTo>
                <a:lnTo>
                  <a:pt x="299" y="841"/>
                </a:lnTo>
                <a:lnTo>
                  <a:pt x="300" y="841"/>
                </a:lnTo>
                <a:lnTo>
                  <a:pt x="301" y="841"/>
                </a:lnTo>
                <a:lnTo>
                  <a:pt x="302" y="840"/>
                </a:lnTo>
                <a:lnTo>
                  <a:pt x="302" y="839"/>
                </a:lnTo>
                <a:lnTo>
                  <a:pt x="302" y="838"/>
                </a:lnTo>
                <a:lnTo>
                  <a:pt x="303" y="837"/>
                </a:lnTo>
                <a:lnTo>
                  <a:pt x="304" y="836"/>
                </a:lnTo>
                <a:lnTo>
                  <a:pt x="304" y="835"/>
                </a:lnTo>
                <a:lnTo>
                  <a:pt x="305" y="836"/>
                </a:lnTo>
                <a:lnTo>
                  <a:pt x="306" y="836"/>
                </a:lnTo>
                <a:lnTo>
                  <a:pt x="307" y="836"/>
                </a:lnTo>
                <a:lnTo>
                  <a:pt x="308" y="836"/>
                </a:lnTo>
                <a:lnTo>
                  <a:pt x="309" y="835"/>
                </a:lnTo>
                <a:lnTo>
                  <a:pt x="311" y="835"/>
                </a:lnTo>
                <a:lnTo>
                  <a:pt x="311" y="834"/>
                </a:lnTo>
                <a:lnTo>
                  <a:pt x="312" y="833"/>
                </a:lnTo>
                <a:lnTo>
                  <a:pt x="312" y="832"/>
                </a:lnTo>
                <a:lnTo>
                  <a:pt x="313" y="832"/>
                </a:lnTo>
                <a:lnTo>
                  <a:pt x="314" y="831"/>
                </a:lnTo>
                <a:lnTo>
                  <a:pt x="315" y="831"/>
                </a:lnTo>
                <a:lnTo>
                  <a:pt x="316" y="832"/>
                </a:lnTo>
                <a:lnTo>
                  <a:pt x="316" y="833"/>
                </a:lnTo>
                <a:lnTo>
                  <a:pt x="317" y="833"/>
                </a:lnTo>
                <a:lnTo>
                  <a:pt x="318" y="832"/>
                </a:lnTo>
                <a:lnTo>
                  <a:pt x="320" y="832"/>
                </a:lnTo>
                <a:lnTo>
                  <a:pt x="322" y="832"/>
                </a:lnTo>
                <a:lnTo>
                  <a:pt x="323" y="832"/>
                </a:lnTo>
                <a:lnTo>
                  <a:pt x="324" y="832"/>
                </a:lnTo>
                <a:lnTo>
                  <a:pt x="325" y="833"/>
                </a:lnTo>
                <a:lnTo>
                  <a:pt x="325" y="834"/>
                </a:lnTo>
                <a:lnTo>
                  <a:pt x="325" y="835"/>
                </a:lnTo>
                <a:lnTo>
                  <a:pt x="326" y="835"/>
                </a:lnTo>
                <a:lnTo>
                  <a:pt x="327" y="835"/>
                </a:lnTo>
                <a:lnTo>
                  <a:pt x="327" y="836"/>
                </a:lnTo>
                <a:lnTo>
                  <a:pt x="328" y="836"/>
                </a:lnTo>
                <a:lnTo>
                  <a:pt x="329" y="836"/>
                </a:lnTo>
                <a:lnTo>
                  <a:pt x="329" y="837"/>
                </a:lnTo>
                <a:lnTo>
                  <a:pt x="330" y="837"/>
                </a:lnTo>
                <a:lnTo>
                  <a:pt x="331" y="837"/>
                </a:lnTo>
                <a:lnTo>
                  <a:pt x="332" y="837"/>
                </a:lnTo>
                <a:lnTo>
                  <a:pt x="332" y="836"/>
                </a:lnTo>
                <a:lnTo>
                  <a:pt x="334" y="836"/>
                </a:lnTo>
                <a:lnTo>
                  <a:pt x="335" y="836"/>
                </a:lnTo>
                <a:lnTo>
                  <a:pt x="336" y="836"/>
                </a:lnTo>
                <a:lnTo>
                  <a:pt x="337" y="836"/>
                </a:lnTo>
                <a:lnTo>
                  <a:pt x="338" y="836"/>
                </a:lnTo>
                <a:lnTo>
                  <a:pt x="338" y="837"/>
                </a:lnTo>
                <a:lnTo>
                  <a:pt x="339" y="837"/>
                </a:lnTo>
                <a:lnTo>
                  <a:pt x="339" y="838"/>
                </a:lnTo>
                <a:lnTo>
                  <a:pt x="340" y="838"/>
                </a:lnTo>
                <a:lnTo>
                  <a:pt x="341" y="838"/>
                </a:lnTo>
                <a:lnTo>
                  <a:pt x="343" y="838"/>
                </a:lnTo>
                <a:lnTo>
                  <a:pt x="344" y="837"/>
                </a:lnTo>
                <a:lnTo>
                  <a:pt x="345" y="836"/>
                </a:lnTo>
                <a:lnTo>
                  <a:pt x="346" y="836"/>
                </a:lnTo>
                <a:lnTo>
                  <a:pt x="347" y="835"/>
                </a:lnTo>
                <a:lnTo>
                  <a:pt x="348" y="834"/>
                </a:lnTo>
                <a:lnTo>
                  <a:pt x="349" y="834"/>
                </a:lnTo>
                <a:lnTo>
                  <a:pt x="350" y="834"/>
                </a:lnTo>
                <a:lnTo>
                  <a:pt x="350" y="835"/>
                </a:lnTo>
                <a:lnTo>
                  <a:pt x="351" y="835"/>
                </a:lnTo>
                <a:lnTo>
                  <a:pt x="352" y="835"/>
                </a:lnTo>
                <a:lnTo>
                  <a:pt x="353" y="835"/>
                </a:lnTo>
                <a:lnTo>
                  <a:pt x="354" y="836"/>
                </a:lnTo>
                <a:lnTo>
                  <a:pt x="355" y="836"/>
                </a:lnTo>
                <a:lnTo>
                  <a:pt x="357" y="836"/>
                </a:lnTo>
                <a:lnTo>
                  <a:pt x="358" y="836"/>
                </a:lnTo>
                <a:lnTo>
                  <a:pt x="358" y="837"/>
                </a:lnTo>
                <a:lnTo>
                  <a:pt x="357" y="838"/>
                </a:lnTo>
                <a:lnTo>
                  <a:pt x="358" y="839"/>
                </a:lnTo>
                <a:lnTo>
                  <a:pt x="359" y="839"/>
                </a:lnTo>
                <a:lnTo>
                  <a:pt x="360" y="839"/>
                </a:lnTo>
                <a:lnTo>
                  <a:pt x="361" y="838"/>
                </a:lnTo>
                <a:lnTo>
                  <a:pt x="362" y="838"/>
                </a:lnTo>
                <a:lnTo>
                  <a:pt x="363" y="838"/>
                </a:lnTo>
                <a:lnTo>
                  <a:pt x="364" y="838"/>
                </a:lnTo>
                <a:lnTo>
                  <a:pt x="365" y="838"/>
                </a:lnTo>
                <a:lnTo>
                  <a:pt x="366" y="838"/>
                </a:lnTo>
                <a:lnTo>
                  <a:pt x="367" y="838"/>
                </a:lnTo>
                <a:lnTo>
                  <a:pt x="368" y="838"/>
                </a:lnTo>
                <a:lnTo>
                  <a:pt x="369" y="838"/>
                </a:lnTo>
                <a:lnTo>
                  <a:pt x="370" y="837"/>
                </a:lnTo>
                <a:lnTo>
                  <a:pt x="371" y="837"/>
                </a:lnTo>
                <a:lnTo>
                  <a:pt x="373" y="837"/>
                </a:lnTo>
                <a:lnTo>
                  <a:pt x="374" y="837"/>
                </a:lnTo>
                <a:lnTo>
                  <a:pt x="375" y="837"/>
                </a:lnTo>
                <a:lnTo>
                  <a:pt x="376" y="838"/>
                </a:lnTo>
                <a:lnTo>
                  <a:pt x="377" y="837"/>
                </a:lnTo>
                <a:lnTo>
                  <a:pt x="379" y="837"/>
                </a:lnTo>
                <a:lnTo>
                  <a:pt x="380" y="837"/>
                </a:lnTo>
                <a:lnTo>
                  <a:pt x="381" y="836"/>
                </a:lnTo>
                <a:lnTo>
                  <a:pt x="381" y="835"/>
                </a:lnTo>
                <a:lnTo>
                  <a:pt x="382" y="835"/>
                </a:lnTo>
                <a:lnTo>
                  <a:pt x="383" y="836"/>
                </a:lnTo>
                <a:lnTo>
                  <a:pt x="384" y="836"/>
                </a:lnTo>
                <a:lnTo>
                  <a:pt x="385" y="836"/>
                </a:lnTo>
                <a:lnTo>
                  <a:pt x="385" y="835"/>
                </a:lnTo>
                <a:lnTo>
                  <a:pt x="386" y="834"/>
                </a:lnTo>
                <a:lnTo>
                  <a:pt x="386" y="833"/>
                </a:lnTo>
                <a:lnTo>
                  <a:pt x="387" y="833"/>
                </a:lnTo>
                <a:lnTo>
                  <a:pt x="388" y="833"/>
                </a:lnTo>
                <a:lnTo>
                  <a:pt x="388" y="834"/>
                </a:lnTo>
                <a:lnTo>
                  <a:pt x="388" y="833"/>
                </a:lnTo>
                <a:lnTo>
                  <a:pt x="389" y="833"/>
                </a:lnTo>
                <a:lnTo>
                  <a:pt x="389" y="832"/>
                </a:lnTo>
                <a:lnTo>
                  <a:pt x="389" y="831"/>
                </a:lnTo>
                <a:lnTo>
                  <a:pt x="388" y="830"/>
                </a:lnTo>
                <a:lnTo>
                  <a:pt x="387" y="829"/>
                </a:lnTo>
                <a:lnTo>
                  <a:pt x="387" y="828"/>
                </a:lnTo>
                <a:lnTo>
                  <a:pt x="387" y="827"/>
                </a:lnTo>
                <a:lnTo>
                  <a:pt x="388" y="827"/>
                </a:lnTo>
                <a:lnTo>
                  <a:pt x="388" y="826"/>
                </a:lnTo>
                <a:lnTo>
                  <a:pt x="388" y="825"/>
                </a:lnTo>
                <a:lnTo>
                  <a:pt x="389" y="824"/>
                </a:lnTo>
                <a:lnTo>
                  <a:pt x="390" y="823"/>
                </a:lnTo>
                <a:lnTo>
                  <a:pt x="391" y="823"/>
                </a:lnTo>
                <a:lnTo>
                  <a:pt x="391" y="822"/>
                </a:lnTo>
                <a:lnTo>
                  <a:pt x="393" y="822"/>
                </a:lnTo>
                <a:lnTo>
                  <a:pt x="394" y="821"/>
                </a:lnTo>
                <a:lnTo>
                  <a:pt x="395" y="821"/>
                </a:lnTo>
                <a:lnTo>
                  <a:pt x="395" y="820"/>
                </a:lnTo>
                <a:lnTo>
                  <a:pt x="396" y="820"/>
                </a:lnTo>
                <a:lnTo>
                  <a:pt x="396" y="819"/>
                </a:lnTo>
                <a:lnTo>
                  <a:pt x="397" y="819"/>
                </a:lnTo>
                <a:lnTo>
                  <a:pt x="398" y="819"/>
                </a:lnTo>
                <a:lnTo>
                  <a:pt x="401" y="819"/>
                </a:lnTo>
                <a:lnTo>
                  <a:pt x="402" y="819"/>
                </a:lnTo>
                <a:lnTo>
                  <a:pt x="403" y="819"/>
                </a:lnTo>
                <a:lnTo>
                  <a:pt x="404" y="819"/>
                </a:lnTo>
                <a:lnTo>
                  <a:pt x="405" y="819"/>
                </a:lnTo>
                <a:lnTo>
                  <a:pt x="405" y="818"/>
                </a:lnTo>
                <a:lnTo>
                  <a:pt x="405" y="819"/>
                </a:lnTo>
                <a:lnTo>
                  <a:pt x="406" y="819"/>
                </a:lnTo>
                <a:lnTo>
                  <a:pt x="407" y="819"/>
                </a:lnTo>
                <a:lnTo>
                  <a:pt x="408" y="818"/>
                </a:lnTo>
                <a:lnTo>
                  <a:pt x="409" y="818"/>
                </a:lnTo>
                <a:lnTo>
                  <a:pt x="411" y="817"/>
                </a:lnTo>
                <a:lnTo>
                  <a:pt x="412" y="816"/>
                </a:lnTo>
                <a:lnTo>
                  <a:pt x="413" y="816"/>
                </a:lnTo>
                <a:lnTo>
                  <a:pt x="414" y="816"/>
                </a:lnTo>
                <a:lnTo>
                  <a:pt x="415" y="816"/>
                </a:lnTo>
                <a:lnTo>
                  <a:pt x="416" y="816"/>
                </a:lnTo>
                <a:lnTo>
                  <a:pt x="417" y="815"/>
                </a:lnTo>
                <a:lnTo>
                  <a:pt x="417" y="814"/>
                </a:lnTo>
                <a:lnTo>
                  <a:pt x="417" y="813"/>
                </a:lnTo>
                <a:lnTo>
                  <a:pt x="417" y="812"/>
                </a:lnTo>
                <a:lnTo>
                  <a:pt x="418" y="808"/>
                </a:lnTo>
                <a:lnTo>
                  <a:pt x="418" y="807"/>
                </a:lnTo>
                <a:lnTo>
                  <a:pt x="418" y="806"/>
                </a:lnTo>
                <a:lnTo>
                  <a:pt x="419" y="805"/>
                </a:lnTo>
                <a:lnTo>
                  <a:pt x="420" y="804"/>
                </a:lnTo>
                <a:lnTo>
                  <a:pt x="419" y="802"/>
                </a:lnTo>
                <a:lnTo>
                  <a:pt x="419" y="801"/>
                </a:lnTo>
                <a:lnTo>
                  <a:pt x="419" y="800"/>
                </a:lnTo>
                <a:lnTo>
                  <a:pt x="420" y="800"/>
                </a:lnTo>
                <a:lnTo>
                  <a:pt x="421" y="799"/>
                </a:lnTo>
                <a:lnTo>
                  <a:pt x="424" y="798"/>
                </a:lnTo>
                <a:lnTo>
                  <a:pt x="426" y="798"/>
                </a:lnTo>
                <a:lnTo>
                  <a:pt x="427" y="798"/>
                </a:lnTo>
                <a:lnTo>
                  <a:pt x="429" y="798"/>
                </a:lnTo>
                <a:lnTo>
                  <a:pt x="430" y="799"/>
                </a:lnTo>
                <a:lnTo>
                  <a:pt x="432" y="798"/>
                </a:lnTo>
                <a:lnTo>
                  <a:pt x="433" y="798"/>
                </a:lnTo>
                <a:lnTo>
                  <a:pt x="434" y="799"/>
                </a:lnTo>
                <a:lnTo>
                  <a:pt x="435" y="799"/>
                </a:lnTo>
                <a:lnTo>
                  <a:pt x="435" y="798"/>
                </a:lnTo>
                <a:lnTo>
                  <a:pt x="436" y="798"/>
                </a:lnTo>
                <a:lnTo>
                  <a:pt x="437" y="798"/>
                </a:lnTo>
                <a:lnTo>
                  <a:pt x="438" y="798"/>
                </a:lnTo>
                <a:lnTo>
                  <a:pt x="440" y="798"/>
                </a:lnTo>
                <a:lnTo>
                  <a:pt x="440" y="797"/>
                </a:lnTo>
                <a:lnTo>
                  <a:pt x="441" y="796"/>
                </a:lnTo>
                <a:lnTo>
                  <a:pt x="442" y="796"/>
                </a:lnTo>
                <a:lnTo>
                  <a:pt x="446" y="796"/>
                </a:lnTo>
                <a:lnTo>
                  <a:pt x="447" y="796"/>
                </a:lnTo>
                <a:lnTo>
                  <a:pt x="448" y="795"/>
                </a:lnTo>
                <a:lnTo>
                  <a:pt x="449" y="795"/>
                </a:lnTo>
                <a:lnTo>
                  <a:pt x="451" y="794"/>
                </a:lnTo>
                <a:lnTo>
                  <a:pt x="452" y="793"/>
                </a:lnTo>
                <a:lnTo>
                  <a:pt x="453" y="793"/>
                </a:lnTo>
                <a:lnTo>
                  <a:pt x="453" y="792"/>
                </a:lnTo>
                <a:lnTo>
                  <a:pt x="454" y="791"/>
                </a:lnTo>
                <a:lnTo>
                  <a:pt x="455" y="790"/>
                </a:lnTo>
                <a:lnTo>
                  <a:pt x="456" y="789"/>
                </a:lnTo>
                <a:lnTo>
                  <a:pt x="457" y="789"/>
                </a:lnTo>
                <a:lnTo>
                  <a:pt x="458" y="789"/>
                </a:lnTo>
                <a:lnTo>
                  <a:pt x="458" y="790"/>
                </a:lnTo>
                <a:lnTo>
                  <a:pt x="459" y="790"/>
                </a:lnTo>
                <a:lnTo>
                  <a:pt x="460" y="790"/>
                </a:lnTo>
                <a:lnTo>
                  <a:pt x="461" y="790"/>
                </a:lnTo>
                <a:lnTo>
                  <a:pt x="462" y="790"/>
                </a:lnTo>
                <a:lnTo>
                  <a:pt x="463" y="790"/>
                </a:lnTo>
                <a:lnTo>
                  <a:pt x="464" y="790"/>
                </a:lnTo>
                <a:lnTo>
                  <a:pt x="464" y="789"/>
                </a:lnTo>
                <a:lnTo>
                  <a:pt x="465" y="788"/>
                </a:lnTo>
                <a:lnTo>
                  <a:pt x="466" y="787"/>
                </a:lnTo>
                <a:lnTo>
                  <a:pt x="467" y="786"/>
                </a:lnTo>
                <a:lnTo>
                  <a:pt x="468" y="786"/>
                </a:lnTo>
                <a:lnTo>
                  <a:pt x="468" y="785"/>
                </a:lnTo>
                <a:lnTo>
                  <a:pt x="469" y="785"/>
                </a:lnTo>
                <a:lnTo>
                  <a:pt x="468" y="784"/>
                </a:lnTo>
                <a:lnTo>
                  <a:pt x="468" y="783"/>
                </a:lnTo>
                <a:lnTo>
                  <a:pt x="469" y="782"/>
                </a:lnTo>
                <a:lnTo>
                  <a:pt x="471" y="782"/>
                </a:lnTo>
                <a:lnTo>
                  <a:pt x="472" y="781"/>
                </a:lnTo>
                <a:lnTo>
                  <a:pt x="474" y="781"/>
                </a:lnTo>
                <a:lnTo>
                  <a:pt x="475" y="781"/>
                </a:lnTo>
                <a:lnTo>
                  <a:pt x="476" y="781"/>
                </a:lnTo>
                <a:lnTo>
                  <a:pt x="477" y="780"/>
                </a:lnTo>
                <a:lnTo>
                  <a:pt x="478" y="781"/>
                </a:lnTo>
                <a:lnTo>
                  <a:pt x="479" y="781"/>
                </a:lnTo>
                <a:lnTo>
                  <a:pt x="480" y="780"/>
                </a:lnTo>
                <a:lnTo>
                  <a:pt x="482" y="779"/>
                </a:lnTo>
                <a:lnTo>
                  <a:pt x="482" y="778"/>
                </a:lnTo>
                <a:lnTo>
                  <a:pt x="483" y="778"/>
                </a:lnTo>
                <a:lnTo>
                  <a:pt x="484" y="778"/>
                </a:lnTo>
                <a:lnTo>
                  <a:pt x="486" y="777"/>
                </a:lnTo>
                <a:lnTo>
                  <a:pt x="487" y="776"/>
                </a:lnTo>
                <a:lnTo>
                  <a:pt x="488" y="775"/>
                </a:lnTo>
                <a:lnTo>
                  <a:pt x="489" y="774"/>
                </a:lnTo>
                <a:lnTo>
                  <a:pt x="489" y="773"/>
                </a:lnTo>
                <a:lnTo>
                  <a:pt x="490" y="773"/>
                </a:lnTo>
                <a:lnTo>
                  <a:pt x="490" y="772"/>
                </a:lnTo>
                <a:lnTo>
                  <a:pt x="491" y="772"/>
                </a:lnTo>
                <a:lnTo>
                  <a:pt x="492" y="771"/>
                </a:lnTo>
                <a:lnTo>
                  <a:pt x="494" y="771"/>
                </a:lnTo>
                <a:lnTo>
                  <a:pt x="495" y="770"/>
                </a:lnTo>
                <a:lnTo>
                  <a:pt x="495" y="771"/>
                </a:lnTo>
                <a:lnTo>
                  <a:pt x="496" y="771"/>
                </a:lnTo>
                <a:lnTo>
                  <a:pt x="497" y="771"/>
                </a:lnTo>
                <a:lnTo>
                  <a:pt x="498" y="771"/>
                </a:lnTo>
                <a:lnTo>
                  <a:pt x="498" y="770"/>
                </a:lnTo>
                <a:lnTo>
                  <a:pt x="498" y="769"/>
                </a:lnTo>
                <a:lnTo>
                  <a:pt x="499" y="769"/>
                </a:lnTo>
                <a:lnTo>
                  <a:pt x="500" y="768"/>
                </a:lnTo>
                <a:lnTo>
                  <a:pt x="504" y="767"/>
                </a:lnTo>
                <a:lnTo>
                  <a:pt x="505" y="767"/>
                </a:lnTo>
                <a:lnTo>
                  <a:pt x="506" y="766"/>
                </a:lnTo>
                <a:lnTo>
                  <a:pt x="506" y="765"/>
                </a:lnTo>
                <a:lnTo>
                  <a:pt x="508" y="764"/>
                </a:lnTo>
                <a:lnTo>
                  <a:pt x="509" y="764"/>
                </a:lnTo>
                <a:lnTo>
                  <a:pt x="511" y="764"/>
                </a:lnTo>
                <a:lnTo>
                  <a:pt x="513" y="764"/>
                </a:lnTo>
                <a:lnTo>
                  <a:pt x="514" y="764"/>
                </a:lnTo>
                <a:lnTo>
                  <a:pt x="515" y="763"/>
                </a:lnTo>
                <a:lnTo>
                  <a:pt x="516" y="763"/>
                </a:lnTo>
                <a:lnTo>
                  <a:pt x="517" y="762"/>
                </a:lnTo>
                <a:lnTo>
                  <a:pt x="518" y="761"/>
                </a:lnTo>
                <a:lnTo>
                  <a:pt x="518" y="760"/>
                </a:lnTo>
                <a:lnTo>
                  <a:pt x="519" y="760"/>
                </a:lnTo>
                <a:lnTo>
                  <a:pt x="520" y="760"/>
                </a:lnTo>
                <a:lnTo>
                  <a:pt x="520" y="759"/>
                </a:lnTo>
                <a:lnTo>
                  <a:pt x="520" y="758"/>
                </a:lnTo>
                <a:lnTo>
                  <a:pt x="521" y="758"/>
                </a:lnTo>
                <a:lnTo>
                  <a:pt x="522" y="757"/>
                </a:lnTo>
                <a:lnTo>
                  <a:pt x="523" y="756"/>
                </a:lnTo>
                <a:lnTo>
                  <a:pt x="524" y="756"/>
                </a:lnTo>
                <a:lnTo>
                  <a:pt x="524" y="755"/>
                </a:lnTo>
                <a:lnTo>
                  <a:pt x="525" y="755"/>
                </a:lnTo>
                <a:lnTo>
                  <a:pt x="525" y="756"/>
                </a:lnTo>
                <a:lnTo>
                  <a:pt x="526" y="756"/>
                </a:lnTo>
                <a:lnTo>
                  <a:pt x="526" y="757"/>
                </a:lnTo>
                <a:lnTo>
                  <a:pt x="527" y="757"/>
                </a:lnTo>
                <a:lnTo>
                  <a:pt x="528" y="757"/>
                </a:lnTo>
                <a:lnTo>
                  <a:pt x="528" y="756"/>
                </a:lnTo>
                <a:lnTo>
                  <a:pt x="529" y="755"/>
                </a:lnTo>
                <a:lnTo>
                  <a:pt x="530" y="754"/>
                </a:lnTo>
                <a:lnTo>
                  <a:pt x="532" y="753"/>
                </a:lnTo>
                <a:lnTo>
                  <a:pt x="533" y="752"/>
                </a:lnTo>
                <a:lnTo>
                  <a:pt x="534" y="752"/>
                </a:lnTo>
                <a:lnTo>
                  <a:pt x="535" y="752"/>
                </a:lnTo>
                <a:lnTo>
                  <a:pt x="536" y="752"/>
                </a:lnTo>
                <a:lnTo>
                  <a:pt x="537" y="751"/>
                </a:lnTo>
                <a:lnTo>
                  <a:pt x="538" y="752"/>
                </a:lnTo>
                <a:lnTo>
                  <a:pt x="539" y="752"/>
                </a:lnTo>
                <a:lnTo>
                  <a:pt x="539" y="753"/>
                </a:lnTo>
                <a:lnTo>
                  <a:pt x="540" y="753"/>
                </a:lnTo>
                <a:lnTo>
                  <a:pt x="541" y="753"/>
                </a:lnTo>
                <a:lnTo>
                  <a:pt x="543" y="753"/>
                </a:lnTo>
                <a:lnTo>
                  <a:pt x="545" y="753"/>
                </a:lnTo>
                <a:lnTo>
                  <a:pt x="546" y="752"/>
                </a:lnTo>
                <a:lnTo>
                  <a:pt x="548" y="752"/>
                </a:lnTo>
                <a:lnTo>
                  <a:pt x="549" y="751"/>
                </a:lnTo>
                <a:lnTo>
                  <a:pt x="550" y="751"/>
                </a:lnTo>
                <a:lnTo>
                  <a:pt x="551" y="751"/>
                </a:lnTo>
                <a:lnTo>
                  <a:pt x="551" y="749"/>
                </a:lnTo>
                <a:lnTo>
                  <a:pt x="552" y="748"/>
                </a:lnTo>
                <a:lnTo>
                  <a:pt x="553" y="748"/>
                </a:lnTo>
                <a:lnTo>
                  <a:pt x="555" y="748"/>
                </a:lnTo>
                <a:lnTo>
                  <a:pt x="557" y="747"/>
                </a:lnTo>
                <a:lnTo>
                  <a:pt x="558" y="747"/>
                </a:lnTo>
                <a:lnTo>
                  <a:pt x="559" y="747"/>
                </a:lnTo>
                <a:lnTo>
                  <a:pt x="560" y="747"/>
                </a:lnTo>
                <a:lnTo>
                  <a:pt x="562" y="746"/>
                </a:lnTo>
                <a:lnTo>
                  <a:pt x="563" y="746"/>
                </a:lnTo>
                <a:lnTo>
                  <a:pt x="564" y="747"/>
                </a:lnTo>
                <a:lnTo>
                  <a:pt x="565" y="747"/>
                </a:lnTo>
                <a:lnTo>
                  <a:pt x="565" y="746"/>
                </a:lnTo>
                <a:lnTo>
                  <a:pt x="566" y="746"/>
                </a:lnTo>
                <a:lnTo>
                  <a:pt x="567" y="744"/>
                </a:lnTo>
                <a:lnTo>
                  <a:pt x="567" y="743"/>
                </a:lnTo>
                <a:lnTo>
                  <a:pt x="568" y="743"/>
                </a:lnTo>
                <a:lnTo>
                  <a:pt x="568" y="742"/>
                </a:lnTo>
                <a:lnTo>
                  <a:pt x="568" y="741"/>
                </a:lnTo>
                <a:lnTo>
                  <a:pt x="569" y="740"/>
                </a:lnTo>
                <a:lnTo>
                  <a:pt x="570" y="740"/>
                </a:lnTo>
                <a:lnTo>
                  <a:pt x="571" y="739"/>
                </a:lnTo>
                <a:lnTo>
                  <a:pt x="572" y="738"/>
                </a:lnTo>
                <a:lnTo>
                  <a:pt x="572" y="737"/>
                </a:lnTo>
                <a:lnTo>
                  <a:pt x="572" y="736"/>
                </a:lnTo>
                <a:lnTo>
                  <a:pt x="572" y="735"/>
                </a:lnTo>
                <a:lnTo>
                  <a:pt x="572" y="734"/>
                </a:lnTo>
                <a:lnTo>
                  <a:pt x="573" y="734"/>
                </a:lnTo>
                <a:lnTo>
                  <a:pt x="574" y="733"/>
                </a:lnTo>
                <a:lnTo>
                  <a:pt x="575" y="733"/>
                </a:lnTo>
                <a:lnTo>
                  <a:pt x="576" y="733"/>
                </a:lnTo>
                <a:lnTo>
                  <a:pt x="577" y="732"/>
                </a:lnTo>
                <a:lnTo>
                  <a:pt x="578" y="732"/>
                </a:lnTo>
                <a:lnTo>
                  <a:pt x="579" y="732"/>
                </a:lnTo>
                <a:lnTo>
                  <a:pt x="581" y="732"/>
                </a:lnTo>
                <a:lnTo>
                  <a:pt x="582" y="732"/>
                </a:lnTo>
                <a:lnTo>
                  <a:pt x="583" y="732"/>
                </a:lnTo>
                <a:lnTo>
                  <a:pt x="584" y="732"/>
                </a:lnTo>
                <a:lnTo>
                  <a:pt x="585" y="732"/>
                </a:lnTo>
                <a:lnTo>
                  <a:pt x="586" y="732"/>
                </a:lnTo>
                <a:lnTo>
                  <a:pt x="588" y="731"/>
                </a:lnTo>
                <a:lnTo>
                  <a:pt x="593" y="731"/>
                </a:lnTo>
                <a:lnTo>
                  <a:pt x="594" y="732"/>
                </a:lnTo>
                <a:lnTo>
                  <a:pt x="595" y="732"/>
                </a:lnTo>
                <a:lnTo>
                  <a:pt x="597" y="733"/>
                </a:lnTo>
                <a:lnTo>
                  <a:pt x="599" y="732"/>
                </a:lnTo>
                <a:lnTo>
                  <a:pt x="600" y="732"/>
                </a:lnTo>
                <a:lnTo>
                  <a:pt x="600" y="731"/>
                </a:lnTo>
                <a:lnTo>
                  <a:pt x="600" y="730"/>
                </a:lnTo>
                <a:lnTo>
                  <a:pt x="602" y="728"/>
                </a:lnTo>
                <a:lnTo>
                  <a:pt x="603" y="728"/>
                </a:lnTo>
                <a:lnTo>
                  <a:pt x="602" y="727"/>
                </a:lnTo>
                <a:lnTo>
                  <a:pt x="601" y="727"/>
                </a:lnTo>
                <a:lnTo>
                  <a:pt x="600" y="726"/>
                </a:lnTo>
                <a:lnTo>
                  <a:pt x="600" y="725"/>
                </a:lnTo>
                <a:lnTo>
                  <a:pt x="599" y="723"/>
                </a:lnTo>
                <a:lnTo>
                  <a:pt x="598" y="722"/>
                </a:lnTo>
                <a:lnTo>
                  <a:pt x="598" y="721"/>
                </a:lnTo>
                <a:lnTo>
                  <a:pt x="598" y="720"/>
                </a:lnTo>
                <a:lnTo>
                  <a:pt x="599" y="721"/>
                </a:lnTo>
                <a:lnTo>
                  <a:pt x="600" y="721"/>
                </a:lnTo>
                <a:lnTo>
                  <a:pt x="600" y="720"/>
                </a:lnTo>
                <a:lnTo>
                  <a:pt x="600" y="719"/>
                </a:lnTo>
                <a:lnTo>
                  <a:pt x="600" y="717"/>
                </a:lnTo>
                <a:lnTo>
                  <a:pt x="601" y="715"/>
                </a:lnTo>
                <a:lnTo>
                  <a:pt x="603" y="715"/>
                </a:lnTo>
                <a:lnTo>
                  <a:pt x="604" y="715"/>
                </a:lnTo>
                <a:lnTo>
                  <a:pt x="606" y="714"/>
                </a:lnTo>
                <a:lnTo>
                  <a:pt x="608" y="714"/>
                </a:lnTo>
                <a:lnTo>
                  <a:pt x="609" y="713"/>
                </a:lnTo>
                <a:lnTo>
                  <a:pt x="610" y="713"/>
                </a:lnTo>
                <a:lnTo>
                  <a:pt x="611" y="712"/>
                </a:lnTo>
                <a:lnTo>
                  <a:pt x="612" y="710"/>
                </a:lnTo>
                <a:lnTo>
                  <a:pt x="611" y="709"/>
                </a:lnTo>
                <a:lnTo>
                  <a:pt x="611" y="708"/>
                </a:lnTo>
                <a:lnTo>
                  <a:pt x="610" y="707"/>
                </a:lnTo>
                <a:lnTo>
                  <a:pt x="610" y="706"/>
                </a:lnTo>
                <a:lnTo>
                  <a:pt x="610" y="705"/>
                </a:lnTo>
                <a:lnTo>
                  <a:pt x="611" y="704"/>
                </a:lnTo>
                <a:lnTo>
                  <a:pt x="610" y="703"/>
                </a:lnTo>
                <a:lnTo>
                  <a:pt x="609" y="702"/>
                </a:lnTo>
                <a:lnTo>
                  <a:pt x="607" y="701"/>
                </a:lnTo>
                <a:lnTo>
                  <a:pt x="607" y="700"/>
                </a:lnTo>
                <a:lnTo>
                  <a:pt x="606" y="699"/>
                </a:lnTo>
                <a:lnTo>
                  <a:pt x="606" y="698"/>
                </a:lnTo>
                <a:lnTo>
                  <a:pt x="606" y="696"/>
                </a:lnTo>
                <a:lnTo>
                  <a:pt x="606" y="695"/>
                </a:lnTo>
                <a:lnTo>
                  <a:pt x="604" y="693"/>
                </a:lnTo>
                <a:lnTo>
                  <a:pt x="604" y="692"/>
                </a:lnTo>
                <a:lnTo>
                  <a:pt x="604" y="690"/>
                </a:lnTo>
                <a:lnTo>
                  <a:pt x="604" y="688"/>
                </a:lnTo>
                <a:lnTo>
                  <a:pt x="605" y="687"/>
                </a:lnTo>
                <a:lnTo>
                  <a:pt x="607" y="686"/>
                </a:lnTo>
                <a:lnTo>
                  <a:pt x="610" y="684"/>
                </a:lnTo>
                <a:lnTo>
                  <a:pt x="611" y="684"/>
                </a:lnTo>
                <a:lnTo>
                  <a:pt x="610" y="684"/>
                </a:lnTo>
                <a:lnTo>
                  <a:pt x="609" y="684"/>
                </a:lnTo>
                <a:lnTo>
                  <a:pt x="608" y="684"/>
                </a:lnTo>
                <a:lnTo>
                  <a:pt x="608" y="683"/>
                </a:lnTo>
                <a:lnTo>
                  <a:pt x="607" y="683"/>
                </a:lnTo>
                <a:lnTo>
                  <a:pt x="606" y="682"/>
                </a:lnTo>
                <a:lnTo>
                  <a:pt x="605" y="682"/>
                </a:lnTo>
                <a:lnTo>
                  <a:pt x="605" y="681"/>
                </a:lnTo>
                <a:lnTo>
                  <a:pt x="604" y="680"/>
                </a:lnTo>
                <a:lnTo>
                  <a:pt x="604" y="679"/>
                </a:lnTo>
                <a:lnTo>
                  <a:pt x="603" y="677"/>
                </a:lnTo>
                <a:lnTo>
                  <a:pt x="602" y="676"/>
                </a:lnTo>
                <a:lnTo>
                  <a:pt x="602" y="675"/>
                </a:lnTo>
                <a:lnTo>
                  <a:pt x="600" y="673"/>
                </a:lnTo>
                <a:lnTo>
                  <a:pt x="600" y="672"/>
                </a:lnTo>
                <a:lnTo>
                  <a:pt x="600" y="671"/>
                </a:lnTo>
                <a:lnTo>
                  <a:pt x="601" y="671"/>
                </a:lnTo>
                <a:lnTo>
                  <a:pt x="601" y="669"/>
                </a:lnTo>
                <a:lnTo>
                  <a:pt x="601" y="668"/>
                </a:lnTo>
                <a:lnTo>
                  <a:pt x="601" y="667"/>
                </a:lnTo>
                <a:lnTo>
                  <a:pt x="602" y="667"/>
                </a:lnTo>
                <a:lnTo>
                  <a:pt x="604" y="666"/>
                </a:lnTo>
                <a:lnTo>
                  <a:pt x="606" y="665"/>
                </a:lnTo>
                <a:lnTo>
                  <a:pt x="605" y="663"/>
                </a:lnTo>
                <a:lnTo>
                  <a:pt x="609" y="656"/>
                </a:lnTo>
                <a:lnTo>
                  <a:pt x="609" y="652"/>
                </a:lnTo>
                <a:lnTo>
                  <a:pt x="609" y="651"/>
                </a:lnTo>
                <a:lnTo>
                  <a:pt x="610" y="651"/>
                </a:lnTo>
                <a:lnTo>
                  <a:pt x="611" y="651"/>
                </a:lnTo>
                <a:lnTo>
                  <a:pt x="612" y="651"/>
                </a:lnTo>
                <a:lnTo>
                  <a:pt x="613" y="651"/>
                </a:lnTo>
                <a:lnTo>
                  <a:pt x="614" y="650"/>
                </a:lnTo>
                <a:lnTo>
                  <a:pt x="615" y="650"/>
                </a:lnTo>
                <a:lnTo>
                  <a:pt x="615" y="651"/>
                </a:lnTo>
                <a:lnTo>
                  <a:pt x="616" y="652"/>
                </a:lnTo>
                <a:lnTo>
                  <a:pt x="617" y="652"/>
                </a:lnTo>
                <a:lnTo>
                  <a:pt x="617" y="651"/>
                </a:lnTo>
                <a:lnTo>
                  <a:pt x="618" y="651"/>
                </a:lnTo>
                <a:lnTo>
                  <a:pt x="619" y="651"/>
                </a:lnTo>
                <a:lnTo>
                  <a:pt x="620" y="651"/>
                </a:lnTo>
                <a:lnTo>
                  <a:pt x="620" y="650"/>
                </a:lnTo>
                <a:lnTo>
                  <a:pt x="621" y="651"/>
                </a:lnTo>
                <a:lnTo>
                  <a:pt x="622" y="651"/>
                </a:lnTo>
                <a:lnTo>
                  <a:pt x="624" y="650"/>
                </a:lnTo>
                <a:lnTo>
                  <a:pt x="624" y="649"/>
                </a:lnTo>
                <a:lnTo>
                  <a:pt x="626" y="648"/>
                </a:lnTo>
                <a:lnTo>
                  <a:pt x="627" y="648"/>
                </a:lnTo>
                <a:lnTo>
                  <a:pt x="628" y="648"/>
                </a:lnTo>
                <a:lnTo>
                  <a:pt x="629" y="647"/>
                </a:lnTo>
                <a:lnTo>
                  <a:pt x="630" y="647"/>
                </a:lnTo>
                <a:lnTo>
                  <a:pt x="631" y="647"/>
                </a:lnTo>
                <a:lnTo>
                  <a:pt x="631" y="646"/>
                </a:lnTo>
                <a:lnTo>
                  <a:pt x="632" y="646"/>
                </a:lnTo>
                <a:lnTo>
                  <a:pt x="633" y="647"/>
                </a:lnTo>
                <a:lnTo>
                  <a:pt x="633" y="646"/>
                </a:lnTo>
                <a:lnTo>
                  <a:pt x="634" y="646"/>
                </a:lnTo>
                <a:lnTo>
                  <a:pt x="635" y="646"/>
                </a:lnTo>
                <a:lnTo>
                  <a:pt x="636" y="646"/>
                </a:lnTo>
                <a:lnTo>
                  <a:pt x="636" y="645"/>
                </a:lnTo>
                <a:lnTo>
                  <a:pt x="637" y="645"/>
                </a:lnTo>
                <a:lnTo>
                  <a:pt x="638" y="645"/>
                </a:lnTo>
                <a:lnTo>
                  <a:pt x="638" y="646"/>
                </a:lnTo>
                <a:lnTo>
                  <a:pt x="638" y="645"/>
                </a:lnTo>
                <a:lnTo>
                  <a:pt x="639" y="645"/>
                </a:lnTo>
                <a:lnTo>
                  <a:pt x="640" y="645"/>
                </a:lnTo>
                <a:lnTo>
                  <a:pt x="640" y="644"/>
                </a:lnTo>
                <a:lnTo>
                  <a:pt x="640" y="643"/>
                </a:lnTo>
                <a:lnTo>
                  <a:pt x="639" y="642"/>
                </a:lnTo>
                <a:lnTo>
                  <a:pt x="638" y="641"/>
                </a:lnTo>
                <a:lnTo>
                  <a:pt x="637" y="641"/>
                </a:lnTo>
                <a:lnTo>
                  <a:pt x="636" y="640"/>
                </a:lnTo>
                <a:lnTo>
                  <a:pt x="635" y="640"/>
                </a:lnTo>
                <a:lnTo>
                  <a:pt x="634" y="640"/>
                </a:lnTo>
                <a:lnTo>
                  <a:pt x="633" y="640"/>
                </a:lnTo>
                <a:lnTo>
                  <a:pt x="631" y="640"/>
                </a:lnTo>
                <a:lnTo>
                  <a:pt x="629" y="639"/>
                </a:lnTo>
                <a:lnTo>
                  <a:pt x="627" y="638"/>
                </a:lnTo>
                <a:lnTo>
                  <a:pt x="626" y="637"/>
                </a:lnTo>
                <a:lnTo>
                  <a:pt x="624" y="636"/>
                </a:lnTo>
                <a:lnTo>
                  <a:pt x="622" y="635"/>
                </a:lnTo>
                <a:lnTo>
                  <a:pt x="621" y="634"/>
                </a:lnTo>
                <a:lnTo>
                  <a:pt x="620" y="633"/>
                </a:lnTo>
                <a:lnTo>
                  <a:pt x="620" y="632"/>
                </a:lnTo>
                <a:lnTo>
                  <a:pt x="619" y="631"/>
                </a:lnTo>
                <a:lnTo>
                  <a:pt x="620" y="630"/>
                </a:lnTo>
                <a:lnTo>
                  <a:pt x="621" y="629"/>
                </a:lnTo>
                <a:lnTo>
                  <a:pt x="624" y="628"/>
                </a:lnTo>
                <a:lnTo>
                  <a:pt x="625" y="627"/>
                </a:lnTo>
                <a:lnTo>
                  <a:pt x="626" y="627"/>
                </a:lnTo>
                <a:lnTo>
                  <a:pt x="628" y="627"/>
                </a:lnTo>
                <a:lnTo>
                  <a:pt x="630" y="627"/>
                </a:lnTo>
                <a:lnTo>
                  <a:pt x="632" y="625"/>
                </a:lnTo>
                <a:lnTo>
                  <a:pt x="634" y="624"/>
                </a:lnTo>
                <a:lnTo>
                  <a:pt x="635" y="624"/>
                </a:lnTo>
                <a:lnTo>
                  <a:pt x="636" y="623"/>
                </a:lnTo>
                <a:lnTo>
                  <a:pt x="638" y="622"/>
                </a:lnTo>
                <a:lnTo>
                  <a:pt x="638" y="621"/>
                </a:lnTo>
                <a:lnTo>
                  <a:pt x="639" y="621"/>
                </a:lnTo>
                <a:lnTo>
                  <a:pt x="640" y="620"/>
                </a:lnTo>
                <a:lnTo>
                  <a:pt x="641" y="620"/>
                </a:lnTo>
                <a:lnTo>
                  <a:pt x="642" y="619"/>
                </a:lnTo>
                <a:lnTo>
                  <a:pt x="643" y="619"/>
                </a:lnTo>
                <a:lnTo>
                  <a:pt x="645" y="619"/>
                </a:lnTo>
                <a:lnTo>
                  <a:pt x="646" y="619"/>
                </a:lnTo>
                <a:lnTo>
                  <a:pt x="647" y="619"/>
                </a:lnTo>
                <a:lnTo>
                  <a:pt x="649" y="619"/>
                </a:lnTo>
                <a:lnTo>
                  <a:pt x="650" y="619"/>
                </a:lnTo>
                <a:lnTo>
                  <a:pt x="651" y="620"/>
                </a:lnTo>
                <a:lnTo>
                  <a:pt x="652" y="620"/>
                </a:lnTo>
                <a:lnTo>
                  <a:pt x="653" y="619"/>
                </a:lnTo>
                <a:lnTo>
                  <a:pt x="654" y="619"/>
                </a:lnTo>
                <a:lnTo>
                  <a:pt x="655" y="619"/>
                </a:lnTo>
                <a:lnTo>
                  <a:pt x="656" y="619"/>
                </a:lnTo>
                <a:lnTo>
                  <a:pt x="656" y="620"/>
                </a:lnTo>
                <a:lnTo>
                  <a:pt x="657" y="620"/>
                </a:lnTo>
                <a:lnTo>
                  <a:pt x="658" y="619"/>
                </a:lnTo>
                <a:lnTo>
                  <a:pt x="658" y="618"/>
                </a:lnTo>
                <a:lnTo>
                  <a:pt x="658" y="617"/>
                </a:lnTo>
                <a:lnTo>
                  <a:pt x="659" y="616"/>
                </a:lnTo>
                <a:lnTo>
                  <a:pt x="658" y="615"/>
                </a:lnTo>
                <a:lnTo>
                  <a:pt x="658" y="614"/>
                </a:lnTo>
                <a:lnTo>
                  <a:pt x="657" y="614"/>
                </a:lnTo>
                <a:lnTo>
                  <a:pt x="657" y="612"/>
                </a:lnTo>
                <a:lnTo>
                  <a:pt x="657" y="609"/>
                </a:lnTo>
                <a:lnTo>
                  <a:pt x="656" y="608"/>
                </a:lnTo>
                <a:lnTo>
                  <a:pt x="656" y="607"/>
                </a:lnTo>
                <a:lnTo>
                  <a:pt x="655" y="607"/>
                </a:lnTo>
                <a:lnTo>
                  <a:pt x="656" y="605"/>
                </a:lnTo>
                <a:lnTo>
                  <a:pt x="656" y="604"/>
                </a:lnTo>
                <a:lnTo>
                  <a:pt x="656" y="603"/>
                </a:lnTo>
                <a:lnTo>
                  <a:pt x="656" y="602"/>
                </a:lnTo>
                <a:lnTo>
                  <a:pt x="655" y="602"/>
                </a:lnTo>
                <a:lnTo>
                  <a:pt x="653" y="602"/>
                </a:lnTo>
                <a:lnTo>
                  <a:pt x="651" y="602"/>
                </a:lnTo>
                <a:lnTo>
                  <a:pt x="650" y="602"/>
                </a:lnTo>
                <a:lnTo>
                  <a:pt x="649" y="601"/>
                </a:lnTo>
                <a:lnTo>
                  <a:pt x="648" y="600"/>
                </a:lnTo>
                <a:lnTo>
                  <a:pt x="649" y="599"/>
                </a:lnTo>
                <a:lnTo>
                  <a:pt x="650" y="598"/>
                </a:lnTo>
                <a:lnTo>
                  <a:pt x="650" y="597"/>
                </a:lnTo>
                <a:lnTo>
                  <a:pt x="651" y="595"/>
                </a:lnTo>
                <a:lnTo>
                  <a:pt x="652" y="595"/>
                </a:lnTo>
                <a:lnTo>
                  <a:pt x="652" y="594"/>
                </a:lnTo>
                <a:lnTo>
                  <a:pt x="653" y="593"/>
                </a:lnTo>
                <a:lnTo>
                  <a:pt x="653" y="592"/>
                </a:lnTo>
                <a:lnTo>
                  <a:pt x="653" y="591"/>
                </a:lnTo>
                <a:lnTo>
                  <a:pt x="653" y="590"/>
                </a:lnTo>
                <a:lnTo>
                  <a:pt x="653" y="589"/>
                </a:lnTo>
                <a:lnTo>
                  <a:pt x="654" y="589"/>
                </a:lnTo>
                <a:lnTo>
                  <a:pt x="654" y="588"/>
                </a:lnTo>
                <a:lnTo>
                  <a:pt x="655" y="588"/>
                </a:lnTo>
                <a:lnTo>
                  <a:pt x="654" y="584"/>
                </a:lnTo>
                <a:lnTo>
                  <a:pt x="648" y="575"/>
                </a:lnTo>
                <a:lnTo>
                  <a:pt x="642" y="564"/>
                </a:lnTo>
                <a:lnTo>
                  <a:pt x="633" y="550"/>
                </a:lnTo>
                <a:lnTo>
                  <a:pt x="633" y="549"/>
                </a:lnTo>
                <a:lnTo>
                  <a:pt x="633" y="548"/>
                </a:lnTo>
                <a:lnTo>
                  <a:pt x="633" y="547"/>
                </a:lnTo>
                <a:lnTo>
                  <a:pt x="633" y="546"/>
                </a:lnTo>
                <a:lnTo>
                  <a:pt x="633" y="545"/>
                </a:lnTo>
                <a:lnTo>
                  <a:pt x="632" y="545"/>
                </a:lnTo>
                <a:lnTo>
                  <a:pt x="632" y="544"/>
                </a:lnTo>
                <a:lnTo>
                  <a:pt x="632" y="542"/>
                </a:lnTo>
                <a:lnTo>
                  <a:pt x="632" y="541"/>
                </a:lnTo>
                <a:lnTo>
                  <a:pt x="631" y="541"/>
                </a:lnTo>
                <a:lnTo>
                  <a:pt x="631" y="540"/>
                </a:lnTo>
                <a:lnTo>
                  <a:pt x="630" y="539"/>
                </a:lnTo>
                <a:lnTo>
                  <a:pt x="630" y="538"/>
                </a:lnTo>
                <a:lnTo>
                  <a:pt x="629" y="538"/>
                </a:lnTo>
                <a:lnTo>
                  <a:pt x="629" y="537"/>
                </a:lnTo>
                <a:lnTo>
                  <a:pt x="630" y="537"/>
                </a:lnTo>
                <a:lnTo>
                  <a:pt x="630" y="536"/>
                </a:lnTo>
                <a:lnTo>
                  <a:pt x="629" y="535"/>
                </a:lnTo>
                <a:lnTo>
                  <a:pt x="628" y="535"/>
                </a:lnTo>
                <a:lnTo>
                  <a:pt x="628" y="534"/>
                </a:lnTo>
                <a:lnTo>
                  <a:pt x="628" y="533"/>
                </a:lnTo>
                <a:lnTo>
                  <a:pt x="628" y="532"/>
                </a:lnTo>
                <a:lnTo>
                  <a:pt x="627" y="531"/>
                </a:lnTo>
                <a:lnTo>
                  <a:pt x="627" y="530"/>
                </a:lnTo>
                <a:lnTo>
                  <a:pt x="628" y="529"/>
                </a:lnTo>
                <a:lnTo>
                  <a:pt x="628" y="528"/>
                </a:lnTo>
                <a:lnTo>
                  <a:pt x="627" y="528"/>
                </a:lnTo>
                <a:lnTo>
                  <a:pt x="627" y="527"/>
                </a:lnTo>
                <a:lnTo>
                  <a:pt x="627" y="526"/>
                </a:lnTo>
                <a:lnTo>
                  <a:pt x="627" y="525"/>
                </a:lnTo>
                <a:lnTo>
                  <a:pt x="627" y="524"/>
                </a:lnTo>
                <a:lnTo>
                  <a:pt x="626" y="523"/>
                </a:lnTo>
                <a:lnTo>
                  <a:pt x="626" y="522"/>
                </a:lnTo>
                <a:lnTo>
                  <a:pt x="624" y="521"/>
                </a:lnTo>
                <a:lnTo>
                  <a:pt x="622" y="521"/>
                </a:lnTo>
                <a:lnTo>
                  <a:pt x="621" y="520"/>
                </a:lnTo>
                <a:lnTo>
                  <a:pt x="621" y="519"/>
                </a:lnTo>
                <a:lnTo>
                  <a:pt x="622" y="518"/>
                </a:lnTo>
                <a:lnTo>
                  <a:pt x="622" y="517"/>
                </a:lnTo>
                <a:lnTo>
                  <a:pt x="622" y="514"/>
                </a:lnTo>
                <a:lnTo>
                  <a:pt x="621" y="510"/>
                </a:lnTo>
                <a:lnTo>
                  <a:pt x="622" y="509"/>
                </a:lnTo>
                <a:lnTo>
                  <a:pt x="622" y="507"/>
                </a:lnTo>
                <a:lnTo>
                  <a:pt x="622" y="506"/>
                </a:lnTo>
                <a:lnTo>
                  <a:pt x="622" y="503"/>
                </a:lnTo>
                <a:lnTo>
                  <a:pt x="622" y="502"/>
                </a:lnTo>
                <a:lnTo>
                  <a:pt x="622" y="501"/>
                </a:lnTo>
                <a:lnTo>
                  <a:pt x="622" y="500"/>
                </a:lnTo>
                <a:lnTo>
                  <a:pt x="621" y="500"/>
                </a:lnTo>
                <a:lnTo>
                  <a:pt x="621" y="499"/>
                </a:lnTo>
                <a:lnTo>
                  <a:pt x="620" y="495"/>
                </a:lnTo>
                <a:lnTo>
                  <a:pt x="620" y="492"/>
                </a:lnTo>
                <a:lnTo>
                  <a:pt x="620" y="490"/>
                </a:lnTo>
                <a:lnTo>
                  <a:pt x="619" y="488"/>
                </a:lnTo>
                <a:lnTo>
                  <a:pt x="618" y="485"/>
                </a:lnTo>
                <a:lnTo>
                  <a:pt x="617" y="483"/>
                </a:lnTo>
                <a:lnTo>
                  <a:pt x="617" y="482"/>
                </a:lnTo>
                <a:lnTo>
                  <a:pt x="617" y="481"/>
                </a:lnTo>
                <a:lnTo>
                  <a:pt x="617" y="480"/>
                </a:lnTo>
                <a:lnTo>
                  <a:pt x="618" y="479"/>
                </a:lnTo>
                <a:lnTo>
                  <a:pt x="619" y="478"/>
                </a:lnTo>
                <a:lnTo>
                  <a:pt x="619" y="476"/>
                </a:lnTo>
                <a:lnTo>
                  <a:pt x="620" y="474"/>
                </a:lnTo>
                <a:lnTo>
                  <a:pt x="620" y="473"/>
                </a:lnTo>
                <a:lnTo>
                  <a:pt x="621" y="471"/>
                </a:lnTo>
                <a:lnTo>
                  <a:pt x="621" y="470"/>
                </a:lnTo>
                <a:lnTo>
                  <a:pt x="622" y="468"/>
                </a:lnTo>
                <a:lnTo>
                  <a:pt x="622" y="467"/>
                </a:lnTo>
                <a:lnTo>
                  <a:pt x="621" y="465"/>
                </a:lnTo>
                <a:lnTo>
                  <a:pt x="619" y="463"/>
                </a:lnTo>
                <a:lnTo>
                  <a:pt x="617" y="461"/>
                </a:lnTo>
                <a:lnTo>
                  <a:pt x="617" y="460"/>
                </a:lnTo>
                <a:lnTo>
                  <a:pt x="616" y="460"/>
                </a:lnTo>
                <a:lnTo>
                  <a:pt x="615" y="459"/>
                </a:lnTo>
                <a:lnTo>
                  <a:pt x="614" y="458"/>
                </a:lnTo>
                <a:lnTo>
                  <a:pt x="613" y="458"/>
                </a:lnTo>
                <a:lnTo>
                  <a:pt x="610" y="457"/>
                </a:lnTo>
                <a:lnTo>
                  <a:pt x="607" y="456"/>
                </a:lnTo>
                <a:lnTo>
                  <a:pt x="606" y="455"/>
                </a:lnTo>
                <a:lnTo>
                  <a:pt x="605" y="455"/>
                </a:lnTo>
                <a:lnTo>
                  <a:pt x="604" y="453"/>
                </a:lnTo>
                <a:lnTo>
                  <a:pt x="604" y="452"/>
                </a:lnTo>
                <a:lnTo>
                  <a:pt x="603" y="451"/>
                </a:lnTo>
                <a:lnTo>
                  <a:pt x="603" y="450"/>
                </a:lnTo>
                <a:lnTo>
                  <a:pt x="602" y="450"/>
                </a:lnTo>
                <a:lnTo>
                  <a:pt x="602" y="449"/>
                </a:lnTo>
                <a:lnTo>
                  <a:pt x="602" y="448"/>
                </a:lnTo>
                <a:lnTo>
                  <a:pt x="602" y="447"/>
                </a:lnTo>
                <a:lnTo>
                  <a:pt x="602" y="446"/>
                </a:lnTo>
                <a:lnTo>
                  <a:pt x="602" y="445"/>
                </a:lnTo>
                <a:lnTo>
                  <a:pt x="601" y="444"/>
                </a:lnTo>
                <a:lnTo>
                  <a:pt x="600" y="444"/>
                </a:lnTo>
                <a:lnTo>
                  <a:pt x="599" y="444"/>
                </a:lnTo>
                <a:lnTo>
                  <a:pt x="599" y="445"/>
                </a:lnTo>
                <a:lnTo>
                  <a:pt x="599" y="446"/>
                </a:lnTo>
                <a:lnTo>
                  <a:pt x="598" y="446"/>
                </a:lnTo>
                <a:lnTo>
                  <a:pt x="597" y="447"/>
                </a:lnTo>
                <a:lnTo>
                  <a:pt x="596" y="447"/>
                </a:lnTo>
                <a:lnTo>
                  <a:pt x="595" y="447"/>
                </a:lnTo>
                <a:lnTo>
                  <a:pt x="594" y="447"/>
                </a:lnTo>
                <a:lnTo>
                  <a:pt x="591" y="447"/>
                </a:lnTo>
                <a:lnTo>
                  <a:pt x="589" y="448"/>
                </a:lnTo>
                <a:lnTo>
                  <a:pt x="588" y="448"/>
                </a:lnTo>
                <a:lnTo>
                  <a:pt x="587" y="448"/>
                </a:lnTo>
                <a:lnTo>
                  <a:pt x="586" y="449"/>
                </a:lnTo>
                <a:lnTo>
                  <a:pt x="585" y="449"/>
                </a:lnTo>
                <a:lnTo>
                  <a:pt x="585" y="448"/>
                </a:lnTo>
                <a:lnTo>
                  <a:pt x="585" y="447"/>
                </a:lnTo>
                <a:lnTo>
                  <a:pt x="585" y="446"/>
                </a:lnTo>
                <a:lnTo>
                  <a:pt x="584" y="445"/>
                </a:lnTo>
                <a:lnTo>
                  <a:pt x="583" y="445"/>
                </a:lnTo>
                <a:lnTo>
                  <a:pt x="581" y="443"/>
                </a:lnTo>
                <a:lnTo>
                  <a:pt x="581" y="442"/>
                </a:lnTo>
                <a:lnTo>
                  <a:pt x="582" y="441"/>
                </a:lnTo>
                <a:lnTo>
                  <a:pt x="582" y="440"/>
                </a:lnTo>
                <a:lnTo>
                  <a:pt x="581" y="440"/>
                </a:lnTo>
                <a:lnTo>
                  <a:pt x="579" y="439"/>
                </a:lnTo>
                <a:lnTo>
                  <a:pt x="578" y="439"/>
                </a:lnTo>
                <a:lnTo>
                  <a:pt x="576" y="439"/>
                </a:lnTo>
                <a:lnTo>
                  <a:pt x="576" y="438"/>
                </a:lnTo>
                <a:lnTo>
                  <a:pt x="575" y="438"/>
                </a:lnTo>
                <a:lnTo>
                  <a:pt x="576" y="437"/>
                </a:lnTo>
                <a:lnTo>
                  <a:pt x="577" y="436"/>
                </a:lnTo>
                <a:lnTo>
                  <a:pt x="579" y="435"/>
                </a:lnTo>
                <a:lnTo>
                  <a:pt x="580" y="435"/>
                </a:lnTo>
                <a:lnTo>
                  <a:pt x="581" y="433"/>
                </a:lnTo>
                <a:lnTo>
                  <a:pt x="581" y="432"/>
                </a:lnTo>
                <a:lnTo>
                  <a:pt x="582" y="432"/>
                </a:lnTo>
                <a:lnTo>
                  <a:pt x="584" y="432"/>
                </a:lnTo>
                <a:lnTo>
                  <a:pt x="584" y="431"/>
                </a:lnTo>
                <a:lnTo>
                  <a:pt x="585" y="431"/>
                </a:lnTo>
                <a:lnTo>
                  <a:pt x="586" y="430"/>
                </a:lnTo>
                <a:lnTo>
                  <a:pt x="587" y="429"/>
                </a:lnTo>
                <a:lnTo>
                  <a:pt x="588" y="428"/>
                </a:lnTo>
                <a:lnTo>
                  <a:pt x="590" y="427"/>
                </a:lnTo>
                <a:lnTo>
                  <a:pt x="590" y="426"/>
                </a:lnTo>
                <a:lnTo>
                  <a:pt x="591" y="425"/>
                </a:lnTo>
                <a:lnTo>
                  <a:pt x="592" y="424"/>
                </a:lnTo>
                <a:lnTo>
                  <a:pt x="593" y="424"/>
                </a:lnTo>
                <a:lnTo>
                  <a:pt x="594" y="423"/>
                </a:lnTo>
                <a:lnTo>
                  <a:pt x="595" y="423"/>
                </a:lnTo>
                <a:lnTo>
                  <a:pt x="596" y="423"/>
                </a:lnTo>
                <a:lnTo>
                  <a:pt x="597" y="423"/>
                </a:lnTo>
                <a:lnTo>
                  <a:pt x="597" y="424"/>
                </a:lnTo>
                <a:lnTo>
                  <a:pt x="598" y="424"/>
                </a:lnTo>
                <a:lnTo>
                  <a:pt x="598" y="423"/>
                </a:lnTo>
                <a:lnTo>
                  <a:pt x="598" y="422"/>
                </a:lnTo>
                <a:lnTo>
                  <a:pt x="599" y="422"/>
                </a:lnTo>
                <a:lnTo>
                  <a:pt x="600" y="422"/>
                </a:lnTo>
                <a:lnTo>
                  <a:pt x="600" y="423"/>
                </a:lnTo>
                <a:lnTo>
                  <a:pt x="603" y="425"/>
                </a:lnTo>
                <a:lnTo>
                  <a:pt x="604" y="425"/>
                </a:lnTo>
                <a:lnTo>
                  <a:pt x="606" y="425"/>
                </a:lnTo>
                <a:lnTo>
                  <a:pt x="608" y="424"/>
                </a:lnTo>
                <a:lnTo>
                  <a:pt x="609" y="424"/>
                </a:lnTo>
                <a:lnTo>
                  <a:pt x="610" y="422"/>
                </a:lnTo>
                <a:lnTo>
                  <a:pt x="611" y="422"/>
                </a:lnTo>
                <a:lnTo>
                  <a:pt x="612" y="421"/>
                </a:lnTo>
                <a:lnTo>
                  <a:pt x="614" y="421"/>
                </a:lnTo>
                <a:lnTo>
                  <a:pt x="615" y="421"/>
                </a:lnTo>
                <a:lnTo>
                  <a:pt x="616" y="422"/>
                </a:lnTo>
                <a:lnTo>
                  <a:pt x="616" y="423"/>
                </a:lnTo>
                <a:lnTo>
                  <a:pt x="617" y="424"/>
                </a:lnTo>
                <a:lnTo>
                  <a:pt x="619" y="424"/>
                </a:lnTo>
                <a:lnTo>
                  <a:pt x="621" y="423"/>
                </a:lnTo>
                <a:lnTo>
                  <a:pt x="622" y="422"/>
                </a:lnTo>
                <a:lnTo>
                  <a:pt x="625" y="421"/>
                </a:lnTo>
                <a:lnTo>
                  <a:pt x="626" y="420"/>
                </a:lnTo>
                <a:lnTo>
                  <a:pt x="626" y="418"/>
                </a:lnTo>
                <a:lnTo>
                  <a:pt x="627" y="418"/>
                </a:lnTo>
                <a:lnTo>
                  <a:pt x="628" y="416"/>
                </a:lnTo>
                <a:lnTo>
                  <a:pt x="630" y="415"/>
                </a:lnTo>
                <a:lnTo>
                  <a:pt x="631" y="415"/>
                </a:lnTo>
                <a:lnTo>
                  <a:pt x="632" y="416"/>
                </a:lnTo>
                <a:lnTo>
                  <a:pt x="633" y="417"/>
                </a:lnTo>
                <a:lnTo>
                  <a:pt x="634" y="417"/>
                </a:lnTo>
                <a:lnTo>
                  <a:pt x="636" y="416"/>
                </a:lnTo>
                <a:lnTo>
                  <a:pt x="638" y="417"/>
                </a:lnTo>
                <a:lnTo>
                  <a:pt x="639" y="417"/>
                </a:lnTo>
                <a:lnTo>
                  <a:pt x="640" y="417"/>
                </a:lnTo>
                <a:lnTo>
                  <a:pt x="641" y="417"/>
                </a:lnTo>
                <a:lnTo>
                  <a:pt x="643" y="416"/>
                </a:lnTo>
                <a:lnTo>
                  <a:pt x="645" y="416"/>
                </a:lnTo>
                <a:lnTo>
                  <a:pt x="648" y="415"/>
                </a:lnTo>
                <a:lnTo>
                  <a:pt x="649" y="414"/>
                </a:lnTo>
                <a:lnTo>
                  <a:pt x="650" y="414"/>
                </a:lnTo>
                <a:lnTo>
                  <a:pt x="651" y="413"/>
                </a:lnTo>
                <a:lnTo>
                  <a:pt x="652" y="412"/>
                </a:lnTo>
                <a:lnTo>
                  <a:pt x="652" y="411"/>
                </a:lnTo>
                <a:lnTo>
                  <a:pt x="651" y="411"/>
                </a:lnTo>
                <a:lnTo>
                  <a:pt x="651" y="410"/>
                </a:lnTo>
                <a:lnTo>
                  <a:pt x="652" y="410"/>
                </a:lnTo>
                <a:lnTo>
                  <a:pt x="653" y="411"/>
                </a:lnTo>
                <a:lnTo>
                  <a:pt x="654" y="411"/>
                </a:lnTo>
                <a:lnTo>
                  <a:pt x="654" y="412"/>
                </a:lnTo>
                <a:lnTo>
                  <a:pt x="655" y="412"/>
                </a:lnTo>
                <a:lnTo>
                  <a:pt x="656" y="412"/>
                </a:lnTo>
                <a:lnTo>
                  <a:pt x="659" y="412"/>
                </a:lnTo>
                <a:lnTo>
                  <a:pt x="660" y="412"/>
                </a:lnTo>
                <a:lnTo>
                  <a:pt x="661" y="413"/>
                </a:lnTo>
                <a:lnTo>
                  <a:pt x="662" y="413"/>
                </a:lnTo>
                <a:lnTo>
                  <a:pt x="663" y="415"/>
                </a:lnTo>
                <a:lnTo>
                  <a:pt x="664" y="415"/>
                </a:lnTo>
                <a:lnTo>
                  <a:pt x="665" y="415"/>
                </a:lnTo>
                <a:lnTo>
                  <a:pt x="667" y="415"/>
                </a:lnTo>
                <a:lnTo>
                  <a:pt x="669" y="414"/>
                </a:lnTo>
                <a:lnTo>
                  <a:pt x="669" y="413"/>
                </a:lnTo>
                <a:lnTo>
                  <a:pt x="670" y="412"/>
                </a:lnTo>
                <a:lnTo>
                  <a:pt x="671" y="411"/>
                </a:lnTo>
                <a:lnTo>
                  <a:pt x="673" y="411"/>
                </a:lnTo>
                <a:lnTo>
                  <a:pt x="674" y="411"/>
                </a:lnTo>
                <a:lnTo>
                  <a:pt x="675" y="412"/>
                </a:lnTo>
                <a:lnTo>
                  <a:pt x="676" y="412"/>
                </a:lnTo>
                <a:lnTo>
                  <a:pt x="679" y="411"/>
                </a:lnTo>
                <a:lnTo>
                  <a:pt x="681" y="410"/>
                </a:lnTo>
                <a:lnTo>
                  <a:pt x="682" y="410"/>
                </a:lnTo>
                <a:lnTo>
                  <a:pt x="684" y="409"/>
                </a:lnTo>
                <a:lnTo>
                  <a:pt x="684" y="408"/>
                </a:lnTo>
                <a:lnTo>
                  <a:pt x="686" y="407"/>
                </a:lnTo>
                <a:lnTo>
                  <a:pt x="686" y="406"/>
                </a:lnTo>
                <a:lnTo>
                  <a:pt x="687" y="405"/>
                </a:lnTo>
                <a:lnTo>
                  <a:pt x="688" y="405"/>
                </a:lnTo>
                <a:lnTo>
                  <a:pt x="688" y="406"/>
                </a:lnTo>
                <a:lnTo>
                  <a:pt x="689" y="406"/>
                </a:lnTo>
                <a:lnTo>
                  <a:pt x="690" y="406"/>
                </a:lnTo>
                <a:lnTo>
                  <a:pt x="691" y="407"/>
                </a:lnTo>
                <a:lnTo>
                  <a:pt x="692" y="406"/>
                </a:lnTo>
                <a:lnTo>
                  <a:pt x="692" y="405"/>
                </a:lnTo>
                <a:lnTo>
                  <a:pt x="693" y="404"/>
                </a:lnTo>
                <a:lnTo>
                  <a:pt x="695" y="404"/>
                </a:lnTo>
                <a:lnTo>
                  <a:pt x="696" y="404"/>
                </a:lnTo>
                <a:lnTo>
                  <a:pt x="697" y="403"/>
                </a:lnTo>
                <a:lnTo>
                  <a:pt x="698" y="403"/>
                </a:lnTo>
                <a:lnTo>
                  <a:pt x="699" y="403"/>
                </a:lnTo>
                <a:lnTo>
                  <a:pt x="700" y="404"/>
                </a:lnTo>
                <a:lnTo>
                  <a:pt x="701" y="404"/>
                </a:lnTo>
                <a:lnTo>
                  <a:pt x="702" y="403"/>
                </a:lnTo>
                <a:lnTo>
                  <a:pt x="704" y="402"/>
                </a:lnTo>
                <a:lnTo>
                  <a:pt x="706" y="402"/>
                </a:lnTo>
                <a:lnTo>
                  <a:pt x="707" y="401"/>
                </a:lnTo>
                <a:lnTo>
                  <a:pt x="709" y="401"/>
                </a:lnTo>
                <a:lnTo>
                  <a:pt x="710" y="402"/>
                </a:lnTo>
                <a:lnTo>
                  <a:pt x="711" y="402"/>
                </a:lnTo>
                <a:lnTo>
                  <a:pt x="711" y="401"/>
                </a:lnTo>
                <a:lnTo>
                  <a:pt x="712" y="400"/>
                </a:lnTo>
                <a:lnTo>
                  <a:pt x="713" y="400"/>
                </a:lnTo>
                <a:lnTo>
                  <a:pt x="714" y="400"/>
                </a:lnTo>
                <a:lnTo>
                  <a:pt x="715" y="399"/>
                </a:lnTo>
                <a:lnTo>
                  <a:pt x="716" y="399"/>
                </a:lnTo>
                <a:lnTo>
                  <a:pt x="716" y="400"/>
                </a:lnTo>
                <a:lnTo>
                  <a:pt x="717" y="401"/>
                </a:lnTo>
                <a:lnTo>
                  <a:pt x="718" y="401"/>
                </a:lnTo>
                <a:lnTo>
                  <a:pt x="720" y="400"/>
                </a:lnTo>
                <a:lnTo>
                  <a:pt x="721" y="400"/>
                </a:lnTo>
                <a:lnTo>
                  <a:pt x="722" y="399"/>
                </a:lnTo>
                <a:lnTo>
                  <a:pt x="723" y="399"/>
                </a:lnTo>
                <a:lnTo>
                  <a:pt x="724" y="399"/>
                </a:lnTo>
                <a:lnTo>
                  <a:pt x="724" y="398"/>
                </a:lnTo>
                <a:lnTo>
                  <a:pt x="725" y="397"/>
                </a:lnTo>
                <a:lnTo>
                  <a:pt x="728" y="396"/>
                </a:lnTo>
                <a:lnTo>
                  <a:pt x="728" y="395"/>
                </a:lnTo>
                <a:lnTo>
                  <a:pt x="729" y="394"/>
                </a:lnTo>
                <a:lnTo>
                  <a:pt x="731" y="393"/>
                </a:lnTo>
                <a:lnTo>
                  <a:pt x="733" y="392"/>
                </a:lnTo>
                <a:lnTo>
                  <a:pt x="734" y="391"/>
                </a:lnTo>
                <a:lnTo>
                  <a:pt x="735" y="391"/>
                </a:lnTo>
                <a:lnTo>
                  <a:pt x="737" y="392"/>
                </a:lnTo>
                <a:lnTo>
                  <a:pt x="738" y="391"/>
                </a:lnTo>
                <a:lnTo>
                  <a:pt x="739" y="391"/>
                </a:lnTo>
                <a:lnTo>
                  <a:pt x="740" y="390"/>
                </a:lnTo>
                <a:lnTo>
                  <a:pt x="740" y="391"/>
                </a:lnTo>
                <a:lnTo>
                  <a:pt x="741" y="391"/>
                </a:lnTo>
                <a:lnTo>
                  <a:pt x="742" y="391"/>
                </a:lnTo>
                <a:lnTo>
                  <a:pt x="743" y="390"/>
                </a:lnTo>
                <a:lnTo>
                  <a:pt x="744" y="390"/>
                </a:lnTo>
                <a:lnTo>
                  <a:pt x="745" y="389"/>
                </a:lnTo>
                <a:lnTo>
                  <a:pt x="746" y="389"/>
                </a:lnTo>
                <a:lnTo>
                  <a:pt x="747" y="389"/>
                </a:lnTo>
                <a:lnTo>
                  <a:pt x="748" y="389"/>
                </a:lnTo>
                <a:lnTo>
                  <a:pt x="748" y="390"/>
                </a:lnTo>
                <a:lnTo>
                  <a:pt x="749" y="390"/>
                </a:lnTo>
                <a:lnTo>
                  <a:pt x="749" y="391"/>
                </a:lnTo>
                <a:lnTo>
                  <a:pt x="750" y="392"/>
                </a:lnTo>
                <a:lnTo>
                  <a:pt x="751" y="394"/>
                </a:lnTo>
                <a:lnTo>
                  <a:pt x="751" y="395"/>
                </a:lnTo>
                <a:lnTo>
                  <a:pt x="752" y="395"/>
                </a:lnTo>
                <a:lnTo>
                  <a:pt x="753" y="397"/>
                </a:lnTo>
                <a:lnTo>
                  <a:pt x="754" y="397"/>
                </a:lnTo>
                <a:lnTo>
                  <a:pt x="755" y="398"/>
                </a:lnTo>
                <a:lnTo>
                  <a:pt x="755" y="399"/>
                </a:lnTo>
                <a:lnTo>
                  <a:pt x="756" y="399"/>
                </a:lnTo>
                <a:lnTo>
                  <a:pt x="757" y="400"/>
                </a:lnTo>
                <a:lnTo>
                  <a:pt x="758" y="401"/>
                </a:lnTo>
                <a:lnTo>
                  <a:pt x="759" y="403"/>
                </a:lnTo>
                <a:lnTo>
                  <a:pt x="759" y="404"/>
                </a:lnTo>
                <a:lnTo>
                  <a:pt x="760" y="404"/>
                </a:lnTo>
                <a:lnTo>
                  <a:pt x="761" y="404"/>
                </a:lnTo>
                <a:lnTo>
                  <a:pt x="762" y="404"/>
                </a:lnTo>
                <a:lnTo>
                  <a:pt x="764" y="404"/>
                </a:lnTo>
                <a:lnTo>
                  <a:pt x="766" y="404"/>
                </a:lnTo>
                <a:lnTo>
                  <a:pt x="767" y="403"/>
                </a:lnTo>
                <a:lnTo>
                  <a:pt x="768" y="403"/>
                </a:lnTo>
                <a:lnTo>
                  <a:pt x="769" y="403"/>
                </a:lnTo>
                <a:lnTo>
                  <a:pt x="770" y="403"/>
                </a:lnTo>
                <a:lnTo>
                  <a:pt x="770" y="402"/>
                </a:lnTo>
                <a:lnTo>
                  <a:pt x="771" y="402"/>
                </a:lnTo>
                <a:lnTo>
                  <a:pt x="772" y="402"/>
                </a:lnTo>
                <a:lnTo>
                  <a:pt x="774" y="402"/>
                </a:lnTo>
                <a:lnTo>
                  <a:pt x="775" y="402"/>
                </a:lnTo>
                <a:lnTo>
                  <a:pt x="775" y="403"/>
                </a:lnTo>
                <a:lnTo>
                  <a:pt x="775" y="404"/>
                </a:lnTo>
                <a:lnTo>
                  <a:pt x="774" y="405"/>
                </a:lnTo>
                <a:lnTo>
                  <a:pt x="775" y="405"/>
                </a:lnTo>
                <a:lnTo>
                  <a:pt x="775" y="406"/>
                </a:lnTo>
                <a:lnTo>
                  <a:pt x="776" y="406"/>
                </a:lnTo>
                <a:lnTo>
                  <a:pt x="776" y="407"/>
                </a:lnTo>
                <a:lnTo>
                  <a:pt x="777" y="407"/>
                </a:lnTo>
                <a:lnTo>
                  <a:pt x="778" y="406"/>
                </a:lnTo>
                <a:lnTo>
                  <a:pt x="779" y="406"/>
                </a:lnTo>
                <a:lnTo>
                  <a:pt x="780" y="405"/>
                </a:lnTo>
                <a:lnTo>
                  <a:pt x="782" y="405"/>
                </a:lnTo>
                <a:lnTo>
                  <a:pt x="783" y="405"/>
                </a:lnTo>
                <a:lnTo>
                  <a:pt x="784" y="404"/>
                </a:lnTo>
                <a:lnTo>
                  <a:pt x="785" y="404"/>
                </a:lnTo>
                <a:lnTo>
                  <a:pt x="787" y="404"/>
                </a:lnTo>
                <a:lnTo>
                  <a:pt x="789" y="404"/>
                </a:lnTo>
                <a:lnTo>
                  <a:pt x="790" y="403"/>
                </a:lnTo>
                <a:lnTo>
                  <a:pt x="791" y="403"/>
                </a:lnTo>
                <a:lnTo>
                  <a:pt x="792" y="403"/>
                </a:lnTo>
                <a:lnTo>
                  <a:pt x="793" y="403"/>
                </a:lnTo>
                <a:lnTo>
                  <a:pt x="799" y="406"/>
                </a:lnTo>
                <a:lnTo>
                  <a:pt x="803" y="407"/>
                </a:lnTo>
                <a:lnTo>
                  <a:pt x="810" y="410"/>
                </a:lnTo>
                <a:lnTo>
                  <a:pt x="816" y="408"/>
                </a:lnTo>
                <a:lnTo>
                  <a:pt x="819" y="405"/>
                </a:lnTo>
                <a:lnTo>
                  <a:pt x="821" y="393"/>
                </a:lnTo>
                <a:lnTo>
                  <a:pt x="817" y="388"/>
                </a:lnTo>
                <a:lnTo>
                  <a:pt x="816" y="385"/>
                </a:lnTo>
                <a:lnTo>
                  <a:pt x="807" y="381"/>
                </a:lnTo>
                <a:lnTo>
                  <a:pt x="792" y="373"/>
                </a:lnTo>
                <a:lnTo>
                  <a:pt x="792" y="372"/>
                </a:lnTo>
                <a:lnTo>
                  <a:pt x="790" y="365"/>
                </a:lnTo>
                <a:lnTo>
                  <a:pt x="792" y="362"/>
                </a:lnTo>
                <a:lnTo>
                  <a:pt x="792" y="361"/>
                </a:lnTo>
                <a:lnTo>
                  <a:pt x="792" y="357"/>
                </a:lnTo>
                <a:lnTo>
                  <a:pt x="793" y="355"/>
                </a:lnTo>
                <a:lnTo>
                  <a:pt x="793" y="354"/>
                </a:lnTo>
                <a:lnTo>
                  <a:pt x="795" y="351"/>
                </a:lnTo>
                <a:lnTo>
                  <a:pt x="796" y="350"/>
                </a:lnTo>
                <a:lnTo>
                  <a:pt x="797" y="350"/>
                </a:lnTo>
                <a:lnTo>
                  <a:pt x="797" y="348"/>
                </a:lnTo>
                <a:lnTo>
                  <a:pt x="798" y="345"/>
                </a:lnTo>
                <a:lnTo>
                  <a:pt x="798" y="344"/>
                </a:lnTo>
                <a:lnTo>
                  <a:pt x="798" y="342"/>
                </a:lnTo>
                <a:lnTo>
                  <a:pt x="797" y="341"/>
                </a:lnTo>
                <a:lnTo>
                  <a:pt x="797" y="340"/>
                </a:lnTo>
                <a:lnTo>
                  <a:pt x="797" y="339"/>
                </a:lnTo>
                <a:lnTo>
                  <a:pt x="797" y="338"/>
                </a:lnTo>
                <a:lnTo>
                  <a:pt x="797" y="337"/>
                </a:lnTo>
                <a:lnTo>
                  <a:pt x="797" y="336"/>
                </a:lnTo>
                <a:lnTo>
                  <a:pt x="797" y="332"/>
                </a:lnTo>
                <a:lnTo>
                  <a:pt x="798" y="332"/>
                </a:lnTo>
                <a:lnTo>
                  <a:pt x="801" y="330"/>
                </a:lnTo>
                <a:lnTo>
                  <a:pt x="802" y="329"/>
                </a:lnTo>
                <a:lnTo>
                  <a:pt x="804" y="329"/>
                </a:lnTo>
                <a:lnTo>
                  <a:pt x="806" y="329"/>
                </a:lnTo>
                <a:lnTo>
                  <a:pt x="808" y="328"/>
                </a:lnTo>
                <a:lnTo>
                  <a:pt x="813" y="309"/>
                </a:lnTo>
                <a:lnTo>
                  <a:pt x="821" y="296"/>
                </a:lnTo>
                <a:lnTo>
                  <a:pt x="832" y="275"/>
                </a:lnTo>
                <a:lnTo>
                  <a:pt x="836" y="265"/>
                </a:lnTo>
                <a:lnTo>
                  <a:pt x="837" y="256"/>
                </a:lnTo>
                <a:lnTo>
                  <a:pt x="841" y="247"/>
                </a:lnTo>
                <a:lnTo>
                  <a:pt x="846" y="244"/>
                </a:lnTo>
                <a:lnTo>
                  <a:pt x="845" y="242"/>
                </a:lnTo>
                <a:lnTo>
                  <a:pt x="850" y="229"/>
                </a:lnTo>
                <a:lnTo>
                  <a:pt x="851" y="227"/>
                </a:lnTo>
                <a:lnTo>
                  <a:pt x="851" y="224"/>
                </a:lnTo>
                <a:lnTo>
                  <a:pt x="851" y="223"/>
                </a:lnTo>
                <a:lnTo>
                  <a:pt x="851" y="222"/>
                </a:lnTo>
                <a:lnTo>
                  <a:pt x="853" y="220"/>
                </a:lnTo>
                <a:lnTo>
                  <a:pt x="854" y="219"/>
                </a:lnTo>
                <a:lnTo>
                  <a:pt x="856" y="217"/>
                </a:lnTo>
                <a:lnTo>
                  <a:pt x="856" y="216"/>
                </a:lnTo>
                <a:lnTo>
                  <a:pt x="857" y="214"/>
                </a:lnTo>
                <a:lnTo>
                  <a:pt x="858" y="212"/>
                </a:lnTo>
                <a:lnTo>
                  <a:pt x="858" y="211"/>
                </a:lnTo>
                <a:lnTo>
                  <a:pt x="858" y="210"/>
                </a:lnTo>
                <a:lnTo>
                  <a:pt x="858" y="209"/>
                </a:lnTo>
                <a:lnTo>
                  <a:pt x="859" y="208"/>
                </a:lnTo>
                <a:lnTo>
                  <a:pt x="859" y="206"/>
                </a:lnTo>
                <a:lnTo>
                  <a:pt x="859" y="205"/>
                </a:lnTo>
                <a:lnTo>
                  <a:pt x="859" y="203"/>
                </a:lnTo>
                <a:lnTo>
                  <a:pt x="859" y="202"/>
                </a:lnTo>
                <a:lnTo>
                  <a:pt x="859" y="201"/>
                </a:lnTo>
                <a:lnTo>
                  <a:pt x="860" y="201"/>
                </a:lnTo>
                <a:lnTo>
                  <a:pt x="861" y="201"/>
                </a:lnTo>
                <a:lnTo>
                  <a:pt x="862" y="201"/>
                </a:lnTo>
                <a:lnTo>
                  <a:pt x="863" y="200"/>
                </a:lnTo>
                <a:lnTo>
                  <a:pt x="865" y="200"/>
                </a:lnTo>
                <a:lnTo>
                  <a:pt x="866" y="201"/>
                </a:lnTo>
                <a:lnTo>
                  <a:pt x="867" y="200"/>
                </a:lnTo>
                <a:lnTo>
                  <a:pt x="868" y="200"/>
                </a:lnTo>
                <a:lnTo>
                  <a:pt x="869" y="199"/>
                </a:lnTo>
                <a:lnTo>
                  <a:pt x="870" y="199"/>
                </a:lnTo>
                <a:lnTo>
                  <a:pt x="871" y="200"/>
                </a:lnTo>
                <a:lnTo>
                  <a:pt x="872" y="201"/>
                </a:lnTo>
                <a:lnTo>
                  <a:pt x="873" y="201"/>
                </a:lnTo>
                <a:lnTo>
                  <a:pt x="875" y="201"/>
                </a:lnTo>
                <a:lnTo>
                  <a:pt x="875" y="202"/>
                </a:lnTo>
                <a:lnTo>
                  <a:pt x="876" y="203"/>
                </a:lnTo>
                <a:lnTo>
                  <a:pt x="876" y="204"/>
                </a:lnTo>
                <a:lnTo>
                  <a:pt x="877" y="204"/>
                </a:lnTo>
                <a:lnTo>
                  <a:pt x="878" y="204"/>
                </a:lnTo>
                <a:lnTo>
                  <a:pt x="878" y="205"/>
                </a:lnTo>
                <a:lnTo>
                  <a:pt x="879" y="205"/>
                </a:lnTo>
                <a:lnTo>
                  <a:pt x="880" y="206"/>
                </a:lnTo>
                <a:lnTo>
                  <a:pt x="882" y="205"/>
                </a:lnTo>
                <a:lnTo>
                  <a:pt x="884" y="205"/>
                </a:lnTo>
                <a:lnTo>
                  <a:pt x="885" y="205"/>
                </a:lnTo>
                <a:lnTo>
                  <a:pt x="886" y="206"/>
                </a:lnTo>
                <a:lnTo>
                  <a:pt x="887" y="206"/>
                </a:lnTo>
                <a:lnTo>
                  <a:pt x="888" y="206"/>
                </a:lnTo>
                <a:lnTo>
                  <a:pt x="888" y="205"/>
                </a:lnTo>
                <a:lnTo>
                  <a:pt x="889" y="205"/>
                </a:lnTo>
                <a:lnTo>
                  <a:pt x="890" y="205"/>
                </a:lnTo>
                <a:lnTo>
                  <a:pt x="890" y="206"/>
                </a:lnTo>
                <a:lnTo>
                  <a:pt x="890" y="207"/>
                </a:lnTo>
                <a:lnTo>
                  <a:pt x="891" y="208"/>
                </a:lnTo>
                <a:lnTo>
                  <a:pt x="892" y="208"/>
                </a:lnTo>
                <a:lnTo>
                  <a:pt x="893" y="209"/>
                </a:lnTo>
                <a:lnTo>
                  <a:pt x="893" y="210"/>
                </a:lnTo>
                <a:lnTo>
                  <a:pt x="894" y="211"/>
                </a:lnTo>
                <a:lnTo>
                  <a:pt x="895" y="211"/>
                </a:lnTo>
                <a:lnTo>
                  <a:pt x="896" y="211"/>
                </a:lnTo>
                <a:lnTo>
                  <a:pt x="898" y="210"/>
                </a:lnTo>
                <a:lnTo>
                  <a:pt x="899" y="210"/>
                </a:lnTo>
                <a:lnTo>
                  <a:pt x="899" y="211"/>
                </a:lnTo>
                <a:lnTo>
                  <a:pt x="900" y="211"/>
                </a:lnTo>
                <a:lnTo>
                  <a:pt x="900" y="212"/>
                </a:lnTo>
                <a:lnTo>
                  <a:pt x="901" y="212"/>
                </a:lnTo>
                <a:lnTo>
                  <a:pt x="902" y="212"/>
                </a:lnTo>
                <a:lnTo>
                  <a:pt x="903" y="213"/>
                </a:lnTo>
                <a:lnTo>
                  <a:pt x="905" y="215"/>
                </a:lnTo>
                <a:lnTo>
                  <a:pt x="906" y="215"/>
                </a:lnTo>
                <a:lnTo>
                  <a:pt x="908" y="215"/>
                </a:lnTo>
                <a:lnTo>
                  <a:pt x="908" y="216"/>
                </a:lnTo>
                <a:lnTo>
                  <a:pt x="908" y="217"/>
                </a:lnTo>
                <a:lnTo>
                  <a:pt x="909" y="217"/>
                </a:lnTo>
                <a:lnTo>
                  <a:pt x="910" y="217"/>
                </a:lnTo>
                <a:lnTo>
                  <a:pt x="911" y="217"/>
                </a:lnTo>
                <a:lnTo>
                  <a:pt x="912" y="218"/>
                </a:lnTo>
                <a:lnTo>
                  <a:pt x="914" y="219"/>
                </a:lnTo>
                <a:lnTo>
                  <a:pt x="915" y="219"/>
                </a:lnTo>
                <a:lnTo>
                  <a:pt x="917" y="219"/>
                </a:lnTo>
                <a:lnTo>
                  <a:pt x="918" y="220"/>
                </a:lnTo>
                <a:lnTo>
                  <a:pt x="919" y="220"/>
                </a:lnTo>
                <a:lnTo>
                  <a:pt x="920" y="220"/>
                </a:lnTo>
                <a:lnTo>
                  <a:pt x="920" y="221"/>
                </a:lnTo>
                <a:lnTo>
                  <a:pt x="919" y="221"/>
                </a:lnTo>
                <a:lnTo>
                  <a:pt x="920" y="222"/>
                </a:lnTo>
                <a:lnTo>
                  <a:pt x="921" y="222"/>
                </a:lnTo>
                <a:lnTo>
                  <a:pt x="921" y="221"/>
                </a:lnTo>
                <a:lnTo>
                  <a:pt x="923" y="221"/>
                </a:lnTo>
                <a:lnTo>
                  <a:pt x="924" y="221"/>
                </a:lnTo>
                <a:lnTo>
                  <a:pt x="925" y="221"/>
                </a:lnTo>
                <a:lnTo>
                  <a:pt x="926" y="221"/>
                </a:lnTo>
                <a:lnTo>
                  <a:pt x="928" y="222"/>
                </a:lnTo>
                <a:lnTo>
                  <a:pt x="930" y="222"/>
                </a:lnTo>
                <a:lnTo>
                  <a:pt x="931" y="223"/>
                </a:lnTo>
                <a:lnTo>
                  <a:pt x="932" y="223"/>
                </a:lnTo>
                <a:lnTo>
                  <a:pt x="933" y="224"/>
                </a:lnTo>
                <a:lnTo>
                  <a:pt x="934" y="224"/>
                </a:lnTo>
                <a:lnTo>
                  <a:pt x="935" y="224"/>
                </a:lnTo>
                <a:lnTo>
                  <a:pt x="936" y="224"/>
                </a:lnTo>
                <a:lnTo>
                  <a:pt x="936" y="225"/>
                </a:lnTo>
                <a:lnTo>
                  <a:pt x="937" y="225"/>
                </a:lnTo>
                <a:lnTo>
                  <a:pt x="938" y="225"/>
                </a:lnTo>
                <a:lnTo>
                  <a:pt x="939" y="225"/>
                </a:lnTo>
                <a:lnTo>
                  <a:pt x="939" y="226"/>
                </a:lnTo>
                <a:lnTo>
                  <a:pt x="940" y="227"/>
                </a:lnTo>
                <a:lnTo>
                  <a:pt x="941" y="226"/>
                </a:lnTo>
                <a:lnTo>
                  <a:pt x="942" y="225"/>
                </a:lnTo>
                <a:lnTo>
                  <a:pt x="943" y="225"/>
                </a:lnTo>
                <a:lnTo>
                  <a:pt x="944" y="225"/>
                </a:lnTo>
                <a:lnTo>
                  <a:pt x="945" y="225"/>
                </a:lnTo>
                <a:lnTo>
                  <a:pt x="946" y="224"/>
                </a:lnTo>
                <a:lnTo>
                  <a:pt x="947" y="225"/>
                </a:lnTo>
                <a:lnTo>
                  <a:pt x="948" y="225"/>
                </a:lnTo>
                <a:lnTo>
                  <a:pt x="950" y="226"/>
                </a:lnTo>
                <a:lnTo>
                  <a:pt x="952" y="227"/>
                </a:lnTo>
                <a:lnTo>
                  <a:pt x="955" y="227"/>
                </a:lnTo>
                <a:lnTo>
                  <a:pt x="959" y="226"/>
                </a:lnTo>
                <a:lnTo>
                  <a:pt x="961" y="226"/>
                </a:lnTo>
                <a:lnTo>
                  <a:pt x="963" y="225"/>
                </a:lnTo>
                <a:lnTo>
                  <a:pt x="964" y="223"/>
                </a:lnTo>
                <a:lnTo>
                  <a:pt x="965" y="223"/>
                </a:lnTo>
                <a:lnTo>
                  <a:pt x="967" y="223"/>
                </a:lnTo>
                <a:lnTo>
                  <a:pt x="968" y="223"/>
                </a:lnTo>
                <a:lnTo>
                  <a:pt x="969" y="224"/>
                </a:lnTo>
                <a:lnTo>
                  <a:pt x="971" y="223"/>
                </a:lnTo>
                <a:lnTo>
                  <a:pt x="972" y="224"/>
                </a:lnTo>
                <a:lnTo>
                  <a:pt x="973" y="224"/>
                </a:lnTo>
                <a:lnTo>
                  <a:pt x="974" y="224"/>
                </a:lnTo>
                <a:lnTo>
                  <a:pt x="975" y="224"/>
                </a:lnTo>
                <a:lnTo>
                  <a:pt x="977" y="223"/>
                </a:lnTo>
                <a:lnTo>
                  <a:pt x="978" y="224"/>
                </a:lnTo>
                <a:lnTo>
                  <a:pt x="981" y="224"/>
                </a:lnTo>
                <a:lnTo>
                  <a:pt x="982" y="224"/>
                </a:lnTo>
                <a:lnTo>
                  <a:pt x="984" y="223"/>
                </a:lnTo>
                <a:lnTo>
                  <a:pt x="986" y="223"/>
                </a:lnTo>
                <a:lnTo>
                  <a:pt x="987" y="223"/>
                </a:lnTo>
                <a:lnTo>
                  <a:pt x="988" y="223"/>
                </a:lnTo>
                <a:lnTo>
                  <a:pt x="988" y="224"/>
                </a:lnTo>
                <a:lnTo>
                  <a:pt x="989" y="225"/>
                </a:lnTo>
                <a:lnTo>
                  <a:pt x="990" y="225"/>
                </a:lnTo>
                <a:lnTo>
                  <a:pt x="992" y="226"/>
                </a:lnTo>
                <a:lnTo>
                  <a:pt x="993" y="226"/>
                </a:lnTo>
                <a:lnTo>
                  <a:pt x="995" y="225"/>
                </a:lnTo>
                <a:lnTo>
                  <a:pt x="996" y="225"/>
                </a:lnTo>
                <a:lnTo>
                  <a:pt x="998" y="224"/>
                </a:lnTo>
                <a:lnTo>
                  <a:pt x="1000" y="224"/>
                </a:lnTo>
                <a:lnTo>
                  <a:pt x="1002" y="224"/>
                </a:lnTo>
                <a:lnTo>
                  <a:pt x="1004" y="224"/>
                </a:lnTo>
                <a:lnTo>
                  <a:pt x="1006" y="224"/>
                </a:lnTo>
                <a:lnTo>
                  <a:pt x="1006" y="223"/>
                </a:lnTo>
                <a:lnTo>
                  <a:pt x="1006" y="224"/>
                </a:lnTo>
                <a:lnTo>
                  <a:pt x="1007" y="224"/>
                </a:lnTo>
                <a:lnTo>
                  <a:pt x="1008" y="223"/>
                </a:lnTo>
                <a:lnTo>
                  <a:pt x="1009" y="223"/>
                </a:lnTo>
                <a:lnTo>
                  <a:pt x="1012" y="223"/>
                </a:lnTo>
                <a:lnTo>
                  <a:pt x="1014" y="223"/>
                </a:lnTo>
                <a:lnTo>
                  <a:pt x="1015" y="223"/>
                </a:lnTo>
                <a:lnTo>
                  <a:pt x="1016" y="224"/>
                </a:lnTo>
                <a:lnTo>
                  <a:pt x="1017" y="225"/>
                </a:lnTo>
                <a:lnTo>
                  <a:pt x="1018" y="226"/>
                </a:lnTo>
                <a:lnTo>
                  <a:pt x="1020" y="227"/>
                </a:lnTo>
                <a:lnTo>
                  <a:pt x="1022" y="228"/>
                </a:lnTo>
                <a:lnTo>
                  <a:pt x="1023" y="228"/>
                </a:lnTo>
                <a:lnTo>
                  <a:pt x="1024" y="229"/>
                </a:lnTo>
                <a:lnTo>
                  <a:pt x="1024" y="230"/>
                </a:lnTo>
                <a:lnTo>
                  <a:pt x="1025" y="231"/>
                </a:lnTo>
                <a:lnTo>
                  <a:pt x="1028" y="234"/>
                </a:lnTo>
                <a:lnTo>
                  <a:pt x="1029" y="235"/>
                </a:lnTo>
                <a:lnTo>
                  <a:pt x="1030" y="237"/>
                </a:lnTo>
                <a:lnTo>
                  <a:pt x="1031" y="238"/>
                </a:lnTo>
                <a:lnTo>
                  <a:pt x="1031" y="237"/>
                </a:lnTo>
                <a:lnTo>
                  <a:pt x="1032" y="238"/>
                </a:lnTo>
                <a:lnTo>
                  <a:pt x="1032" y="237"/>
                </a:lnTo>
                <a:lnTo>
                  <a:pt x="1034" y="237"/>
                </a:lnTo>
                <a:lnTo>
                  <a:pt x="1035" y="236"/>
                </a:lnTo>
                <a:lnTo>
                  <a:pt x="1035" y="235"/>
                </a:lnTo>
                <a:lnTo>
                  <a:pt x="1035" y="234"/>
                </a:lnTo>
                <a:lnTo>
                  <a:pt x="1035" y="233"/>
                </a:lnTo>
                <a:lnTo>
                  <a:pt x="1035" y="232"/>
                </a:lnTo>
                <a:lnTo>
                  <a:pt x="1036" y="232"/>
                </a:lnTo>
                <a:lnTo>
                  <a:pt x="1037" y="231"/>
                </a:lnTo>
                <a:lnTo>
                  <a:pt x="1038" y="231"/>
                </a:lnTo>
                <a:lnTo>
                  <a:pt x="1040" y="231"/>
                </a:lnTo>
                <a:lnTo>
                  <a:pt x="1041" y="231"/>
                </a:lnTo>
                <a:lnTo>
                  <a:pt x="1043" y="231"/>
                </a:lnTo>
                <a:lnTo>
                  <a:pt x="1044" y="230"/>
                </a:lnTo>
                <a:lnTo>
                  <a:pt x="1044" y="229"/>
                </a:lnTo>
                <a:lnTo>
                  <a:pt x="1045" y="229"/>
                </a:lnTo>
                <a:lnTo>
                  <a:pt x="1045" y="228"/>
                </a:lnTo>
                <a:lnTo>
                  <a:pt x="1047" y="226"/>
                </a:lnTo>
                <a:lnTo>
                  <a:pt x="1049" y="225"/>
                </a:lnTo>
                <a:lnTo>
                  <a:pt x="1051" y="224"/>
                </a:lnTo>
                <a:lnTo>
                  <a:pt x="1052" y="224"/>
                </a:lnTo>
                <a:lnTo>
                  <a:pt x="1053" y="223"/>
                </a:lnTo>
                <a:lnTo>
                  <a:pt x="1054" y="221"/>
                </a:lnTo>
                <a:lnTo>
                  <a:pt x="1055" y="219"/>
                </a:lnTo>
                <a:lnTo>
                  <a:pt x="1056" y="218"/>
                </a:lnTo>
                <a:lnTo>
                  <a:pt x="1058" y="218"/>
                </a:lnTo>
                <a:lnTo>
                  <a:pt x="1060" y="218"/>
                </a:lnTo>
                <a:lnTo>
                  <a:pt x="1061" y="218"/>
                </a:lnTo>
                <a:lnTo>
                  <a:pt x="1061" y="217"/>
                </a:lnTo>
                <a:lnTo>
                  <a:pt x="1062" y="217"/>
                </a:lnTo>
                <a:lnTo>
                  <a:pt x="1064" y="217"/>
                </a:lnTo>
                <a:lnTo>
                  <a:pt x="1064" y="218"/>
                </a:lnTo>
                <a:lnTo>
                  <a:pt x="1065" y="219"/>
                </a:lnTo>
                <a:lnTo>
                  <a:pt x="1066" y="219"/>
                </a:lnTo>
                <a:lnTo>
                  <a:pt x="1067" y="219"/>
                </a:lnTo>
                <a:lnTo>
                  <a:pt x="1068" y="219"/>
                </a:lnTo>
                <a:lnTo>
                  <a:pt x="1069" y="218"/>
                </a:lnTo>
                <a:lnTo>
                  <a:pt x="1070" y="218"/>
                </a:lnTo>
                <a:lnTo>
                  <a:pt x="1071" y="219"/>
                </a:lnTo>
                <a:lnTo>
                  <a:pt x="1072" y="218"/>
                </a:lnTo>
                <a:lnTo>
                  <a:pt x="1073" y="218"/>
                </a:lnTo>
                <a:lnTo>
                  <a:pt x="1075" y="217"/>
                </a:lnTo>
                <a:lnTo>
                  <a:pt x="1077" y="217"/>
                </a:lnTo>
                <a:lnTo>
                  <a:pt x="1079" y="217"/>
                </a:lnTo>
                <a:lnTo>
                  <a:pt x="1080" y="218"/>
                </a:lnTo>
                <a:lnTo>
                  <a:pt x="1082" y="218"/>
                </a:lnTo>
                <a:lnTo>
                  <a:pt x="1084" y="218"/>
                </a:lnTo>
                <a:lnTo>
                  <a:pt x="1085" y="218"/>
                </a:lnTo>
                <a:lnTo>
                  <a:pt x="1086" y="217"/>
                </a:lnTo>
                <a:lnTo>
                  <a:pt x="1086" y="215"/>
                </a:lnTo>
                <a:lnTo>
                  <a:pt x="1086" y="214"/>
                </a:lnTo>
                <a:lnTo>
                  <a:pt x="1087" y="212"/>
                </a:lnTo>
                <a:lnTo>
                  <a:pt x="1088" y="210"/>
                </a:lnTo>
                <a:lnTo>
                  <a:pt x="1089" y="209"/>
                </a:lnTo>
                <a:lnTo>
                  <a:pt x="1090" y="209"/>
                </a:lnTo>
                <a:lnTo>
                  <a:pt x="1095" y="203"/>
                </a:lnTo>
                <a:lnTo>
                  <a:pt x="1096" y="201"/>
                </a:lnTo>
                <a:lnTo>
                  <a:pt x="1097" y="201"/>
                </a:lnTo>
                <a:lnTo>
                  <a:pt x="1099" y="200"/>
                </a:lnTo>
                <a:lnTo>
                  <a:pt x="1099" y="199"/>
                </a:lnTo>
                <a:lnTo>
                  <a:pt x="1099" y="198"/>
                </a:lnTo>
                <a:lnTo>
                  <a:pt x="1099" y="197"/>
                </a:lnTo>
                <a:lnTo>
                  <a:pt x="1099" y="196"/>
                </a:lnTo>
                <a:lnTo>
                  <a:pt x="1100" y="195"/>
                </a:lnTo>
                <a:lnTo>
                  <a:pt x="1100" y="194"/>
                </a:lnTo>
                <a:lnTo>
                  <a:pt x="1099" y="193"/>
                </a:lnTo>
                <a:lnTo>
                  <a:pt x="1099" y="192"/>
                </a:lnTo>
                <a:lnTo>
                  <a:pt x="1098" y="191"/>
                </a:lnTo>
                <a:lnTo>
                  <a:pt x="1097" y="191"/>
                </a:lnTo>
                <a:lnTo>
                  <a:pt x="1098" y="190"/>
                </a:lnTo>
                <a:lnTo>
                  <a:pt x="1098" y="189"/>
                </a:lnTo>
                <a:lnTo>
                  <a:pt x="1099" y="188"/>
                </a:lnTo>
                <a:lnTo>
                  <a:pt x="1099" y="187"/>
                </a:lnTo>
                <a:lnTo>
                  <a:pt x="1099" y="186"/>
                </a:lnTo>
                <a:lnTo>
                  <a:pt x="1100" y="186"/>
                </a:lnTo>
                <a:lnTo>
                  <a:pt x="1100" y="185"/>
                </a:lnTo>
                <a:lnTo>
                  <a:pt x="1100" y="184"/>
                </a:lnTo>
                <a:lnTo>
                  <a:pt x="1100" y="183"/>
                </a:lnTo>
                <a:lnTo>
                  <a:pt x="1099" y="181"/>
                </a:lnTo>
                <a:lnTo>
                  <a:pt x="1099" y="180"/>
                </a:lnTo>
                <a:lnTo>
                  <a:pt x="1099" y="179"/>
                </a:lnTo>
                <a:lnTo>
                  <a:pt x="1099" y="178"/>
                </a:lnTo>
                <a:lnTo>
                  <a:pt x="1096" y="176"/>
                </a:lnTo>
                <a:lnTo>
                  <a:pt x="1095" y="176"/>
                </a:lnTo>
                <a:lnTo>
                  <a:pt x="1094" y="174"/>
                </a:lnTo>
                <a:lnTo>
                  <a:pt x="1094" y="173"/>
                </a:lnTo>
                <a:lnTo>
                  <a:pt x="1093" y="173"/>
                </a:lnTo>
                <a:lnTo>
                  <a:pt x="1093" y="172"/>
                </a:lnTo>
                <a:lnTo>
                  <a:pt x="1092" y="172"/>
                </a:lnTo>
                <a:lnTo>
                  <a:pt x="1092" y="171"/>
                </a:lnTo>
                <a:lnTo>
                  <a:pt x="1092" y="170"/>
                </a:lnTo>
                <a:lnTo>
                  <a:pt x="1093" y="168"/>
                </a:lnTo>
                <a:lnTo>
                  <a:pt x="1092" y="166"/>
                </a:lnTo>
                <a:lnTo>
                  <a:pt x="1092" y="163"/>
                </a:lnTo>
                <a:lnTo>
                  <a:pt x="1092" y="161"/>
                </a:lnTo>
                <a:lnTo>
                  <a:pt x="1091" y="159"/>
                </a:lnTo>
                <a:lnTo>
                  <a:pt x="1089" y="139"/>
                </a:lnTo>
                <a:lnTo>
                  <a:pt x="1087" y="127"/>
                </a:lnTo>
                <a:lnTo>
                  <a:pt x="1087" y="126"/>
                </a:lnTo>
                <a:lnTo>
                  <a:pt x="1087" y="125"/>
                </a:lnTo>
                <a:lnTo>
                  <a:pt x="1087" y="123"/>
                </a:lnTo>
                <a:lnTo>
                  <a:pt x="1086" y="123"/>
                </a:lnTo>
                <a:lnTo>
                  <a:pt x="1086" y="122"/>
                </a:lnTo>
                <a:lnTo>
                  <a:pt x="1086" y="121"/>
                </a:lnTo>
                <a:lnTo>
                  <a:pt x="1086" y="120"/>
                </a:lnTo>
                <a:lnTo>
                  <a:pt x="1086" y="119"/>
                </a:lnTo>
                <a:lnTo>
                  <a:pt x="1085" y="119"/>
                </a:lnTo>
                <a:lnTo>
                  <a:pt x="1084" y="119"/>
                </a:lnTo>
                <a:lnTo>
                  <a:pt x="1085" y="118"/>
                </a:lnTo>
                <a:lnTo>
                  <a:pt x="1085" y="117"/>
                </a:lnTo>
                <a:lnTo>
                  <a:pt x="1085" y="116"/>
                </a:lnTo>
                <a:lnTo>
                  <a:pt x="1086" y="116"/>
                </a:lnTo>
                <a:lnTo>
                  <a:pt x="1086" y="115"/>
                </a:lnTo>
                <a:lnTo>
                  <a:pt x="1086" y="114"/>
                </a:lnTo>
                <a:lnTo>
                  <a:pt x="1086" y="113"/>
                </a:lnTo>
                <a:lnTo>
                  <a:pt x="1087" y="113"/>
                </a:lnTo>
                <a:lnTo>
                  <a:pt x="1086" y="113"/>
                </a:lnTo>
                <a:lnTo>
                  <a:pt x="1086" y="112"/>
                </a:lnTo>
                <a:lnTo>
                  <a:pt x="1087" y="112"/>
                </a:lnTo>
                <a:lnTo>
                  <a:pt x="1087" y="111"/>
                </a:lnTo>
                <a:lnTo>
                  <a:pt x="1087" y="110"/>
                </a:lnTo>
                <a:lnTo>
                  <a:pt x="1087" y="109"/>
                </a:lnTo>
                <a:lnTo>
                  <a:pt x="1087" y="108"/>
                </a:lnTo>
                <a:lnTo>
                  <a:pt x="1088" y="107"/>
                </a:lnTo>
                <a:lnTo>
                  <a:pt x="1088" y="106"/>
                </a:lnTo>
                <a:lnTo>
                  <a:pt x="1088" y="105"/>
                </a:lnTo>
                <a:lnTo>
                  <a:pt x="1089" y="105"/>
                </a:lnTo>
                <a:lnTo>
                  <a:pt x="1090" y="104"/>
                </a:lnTo>
                <a:lnTo>
                  <a:pt x="1090" y="103"/>
                </a:lnTo>
                <a:lnTo>
                  <a:pt x="1090" y="102"/>
                </a:lnTo>
                <a:lnTo>
                  <a:pt x="1090" y="101"/>
                </a:lnTo>
                <a:lnTo>
                  <a:pt x="1091" y="101"/>
                </a:lnTo>
                <a:lnTo>
                  <a:pt x="1092" y="100"/>
                </a:lnTo>
                <a:lnTo>
                  <a:pt x="1093" y="100"/>
                </a:lnTo>
                <a:lnTo>
                  <a:pt x="1094" y="100"/>
                </a:lnTo>
                <a:lnTo>
                  <a:pt x="1094" y="99"/>
                </a:lnTo>
                <a:lnTo>
                  <a:pt x="1094" y="98"/>
                </a:lnTo>
                <a:lnTo>
                  <a:pt x="1095" y="97"/>
                </a:lnTo>
                <a:lnTo>
                  <a:pt x="1096" y="96"/>
                </a:lnTo>
                <a:lnTo>
                  <a:pt x="1097" y="96"/>
                </a:lnTo>
                <a:lnTo>
                  <a:pt x="1097" y="95"/>
                </a:lnTo>
                <a:lnTo>
                  <a:pt x="1098" y="94"/>
                </a:lnTo>
                <a:lnTo>
                  <a:pt x="1098" y="93"/>
                </a:lnTo>
                <a:lnTo>
                  <a:pt x="1099" y="93"/>
                </a:lnTo>
                <a:lnTo>
                  <a:pt x="1099" y="92"/>
                </a:lnTo>
                <a:lnTo>
                  <a:pt x="1099" y="91"/>
                </a:lnTo>
                <a:lnTo>
                  <a:pt x="1099" y="90"/>
                </a:lnTo>
                <a:lnTo>
                  <a:pt x="1100" y="90"/>
                </a:lnTo>
                <a:lnTo>
                  <a:pt x="1100" y="89"/>
                </a:lnTo>
                <a:lnTo>
                  <a:pt x="1100" y="88"/>
                </a:lnTo>
                <a:lnTo>
                  <a:pt x="1100" y="87"/>
                </a:lnTo>
                <a:lnTo>
                  <a:pt x="1101" y="86"/>
                </a:lnTo>
                <a:lnTo>
                  <a:pt x="1102" y="85"/>
                </a:lnTo>
                <a:lnTo>
                  <a:pt x="1102" y="84"/>
                </a:lnTo>
                <a:lnTo>
                  <a:pt x="1103" y="83"/>
                </a:lnTo>
                <a:lnTo>
                  <a:pt x="1104" y="82"/>
                </a:lnTo>
                <a:lnTo>
                  <a:pt x="1105" y="81"/>
                </a:lnTo>
                <a:lnTo>
                  <a:pt x="1105" y="80"/>
                </a:lnTo>
                <a:lnTo>
                  <a:pt x="1106" y="80"/>
                </a:lnTo>
                <a:lnTo>
                  <a:pt x="1107" y="79"/>
                </a:lnTo>
                <a:lnTo>
                  <a:pt x="1108" y="79"/>
                </a:lnTo>
                <a:lnTo>
                  <a:pt x="1108" y="78"/>
                </a:lnTo>
                <a:lnTo>
                  <a:pt x="1109" y="79"/>
                </a:lnTo>
                <a:lnTo>
                  <a:pt x="1110" y="78"/>
                </a:lnTo>
                <a:lnTo>
                  <a:pt x="1111" y="78"/>
                </a:lnTo>
                <a:lnTo>
                  <a:pt x="1112" y="78"/>
                </a:lnTo>
                <a:lnTo>
                  <a:pt x="1112" y="77"/>
                </a:lnTo>
                <a:lnTo>
                  <a:pt x="1113" y="77"/>
                </a:lnTo>
                <a:lnTo>
                  <a:pt x="1114" y="77"/>
                </a:lnTo>
                <a:lnTo>
                  <a:pt x="1115" y="77"/>
                </a:lnTo>
                <a:lnTo>
                  <a:pt x="1116" y="77"/>
                </a:lnTo>
                <a:lnTo>
                  <a:pt x="1117" y="77"/>
                </a:lnTo>
                <a:lnTo>
                  <a:pt x="1118" y="77"/>
                </a:lnTo>
                <a:lnTo>
                  <a:pt x="1119" y="77"/>
                </a:lnTo>
                <a:lnTo>
                  <a:pt x="1133" y="76"/>
                </a:lnTo>
                <a:lnTo>
                  <a:pt x="1147" y="77"/>
                </a:lnTo>
                <a:lnTo>
                  <a:pt x="1148" y="77"/>
                </a:lnTo>
                <a:lnTo>
                  <a:pt x="1149" y="76"/>
                </a:lnTo>
                <a:lnTo>
                  <a:pt x="1150" y="76"/>
                </a:lnTo>
                <a:lnTo>
                  <a:pt x="1150" y="75"/>
                </a:lnTo>
                <a:lnTo>
                  <a:pt x="1151" y="75"/>
                </a:lnTo>
                <a:lnTo>
                  <a:pt x="1152" y="74"/>
                </a:lnTo>
                <a:lnTo>
                  <a:pt x="1153" y="73"/>
                </a:lnTo>
                <a:lnTo>
                  <a:pt x="1154" y="73"/>
                </a:lnTo>
                <a:lnTo>
                  <a:pt x="1155" y="72"/>
                </a:lnTo>
                <a:lnTo>
                  <a:pt x="1155" y="71"/>
                </a:lnTo>
                <a:lnTo>
                  <a:pt x="1157" y="71"/>
                </a:lnTo>
                <a:lnTo>
                  <a:pt x="1158" y="71"/>
                </a:lnTo>
                <a:lnTo>
                  <a:pt x="1159" y="71"/>
                </a:lnTo>
                <a:lnTo>
                  <a:pt x="1160" y="71"/>
                </a:lnTo>
                <a:lnTo>
                  <a:pt x="1160" y="70"/>
                </a:lnTo>
                <a:lnTo>
                  <a:pt x="1161" y="70"/>
                </a:lnTo>
                <a:lnTo>
                  <a:pt x="1162" y="70"/>
                </a:lnTo>
                <a:lnTo>
                  <a:pt x="1162" y="71"/>
                </a:lnTo>
                <a:lnTo>
                  <a:pt x="1163" y="72"/>
                </a:lnTo>
                <a:lnTo>
                  <a:pt x="1164" y="72"/>
                </a:lnTo>
                <a:lnTo>
                  <a:pt x="1180" y="66"/>
                </a:lnTo>
                <a:lnTo>
                  <a:pt x="1181" y="65"/>
                </a:lnTo>
                <a:lnTo>
                  <a:pt x="1181" y="64"/>
                </a:lnTo>
                <a:lnTo>
                  <a:pt x="1181" y="63"/>
                </a:lnTo>
                <a:lnTo>
                  <a:pt x="1181" y="62"/>
                </a:lnTo>
                <a:lnTo>
                  <a:pt x="1182" y="61"/>
                </a:lnTo>
                <a:lnTo>
                  <a:pt x="1183" y="60"/>
                </a:lnTo>
                <a:lnTo>
                  <a:pt x="1184" y="60"/>
                </a:lnTo>
                <a:lnTo>
                  <a:pt x="1184" y="59"/>
                </a:lnTo>
                <a:lnTo>
                  <a:pt x="1184" y="58"/>
                </a:lnTo>
                <a:lnTo>
                  <a:pt x="1185" y="57"/>
                </a:lnTo>
                <a:lnTo>
                  <a:pt x="1186" y="57"/>
                </a:lnTo>
                <a:lnTo>
                  <a:pt x="1188" y="56"/>
                </a:lnTo>
                <a:lnTo>
                  <a:pt x="1189" y="56"/>
                </a:lnTo>
                <a:lnTo>
                  <a:pt x="1190" y="55"/>
                </a:lnTo>
                <a:lnTo>
                  <a:pt x="1190" y="54"/>
                </a:lnTo>
                <a:lnTo>
                  <a:pt x="1191" y="53"/>
                </a:lnTo>
                <a:lnTo>
                  <a:pt x="1191" y="52"/>
                </a:lnTo>
                <a:lnTo>
                  <a:pt x="1193" y="51"/>
                </a:lnTo>
                <a:lnTo>
                  <a:pt x="1195" y="50"/>
                </a:lnTo>
                <a:lnTo>
                  <a:pt x="1196" y="48"/>
                </a:lnTo>
                <a:lnTo>
                  <a:pt x="1197" y="47"/>
                </a:lnTo>
                <a:lnTo>
                  <a:pt x="1197" y="46"/>
                </a:lnTo>
                <a:lnTo>
                  <a:pt x="1197" y="45"/>
                </a:lnTo>
                <a:lnTo>
                  <a:pt x="1197" y="44"/>
                </a:lnTo>
                <a:lnTo>
                  <a:pt x="1196" y="43"/>
                </a:lnTo>
                <a:lnTo>
                  <a:pt x="1196" y="42"/>
                </a:lnTo>
                <a:lnTo>
                  <a:pt x="1196" y="40"/>
                </a:lnTo>
                <a:lnTo>
                  <a:pt x="1196" y="39"/>
                </a:lnTo>
                <a:lnTo>
                  <a:pt x="1196" y="38"/>
                </a:lnTo>
                <a:lnTo>
                  <a:pt x="1197" y="38"/>
                </a:lnTo>
                <a:lnTo>
                  <a:pt x="1199" y="37"/>
                </a:lnTo>
                <a:lnTo>
                  <a:pt x="1201" y="36"/>
                </a:lnTo>
                <a:lnTo>
                  <a:pt x="1201" y="35"/>
                </a:lnTo>
                <a:lnTo>
                  <a:pt x="1201" y="34"/>
                </a:lnTo>
                <a:lnTo>
                  <a:pt x="1200" y="33"/>
                </a:lnTo>
                <a:lnTo>
                  <a:pt x="1199" y="33"/>
                </a:lnTo>
                <a:lnTo>
                  <a:pt x="1199" y="32"/>
                </a:lnTo>
                <a:lnTo>
                  <a:pt x="1197" y="31"/>
                </a:lnTo>
                <a:lnTo>
                  <a:pt x="1197" y="30"/>
                </a:lnTo>
                <a:lnTo>
                  <a:pt x="1196" y="30"/>
                </a:lnTo>
                <a:lnTo>
                  <a:pt x="1196" y="29"/>
                </a:lnTo>
                <a:lnTo>
                  <a:pt x="1194" y="28"/>
                </a:lnTo>
                <a:lnTo>
                  <a:pt x="1194" y="26"/>
                </a:lnTo>
                <a:lnTo>
                  <a:pt x="1193" y="24"/>
                </a:lnTo>
                <a:lnTo>
                  <a:pt x="1193" y="23"/>
                </a:lnTo>
                <a:lnTo>
                  <a:pt x="1193" y="22"/>
                </a:lnTo>
                <a:lnTo>
                  <a:pt x="1193" y="21"/>
                </a:lnTo>
                <a:lnTo>
                  <a:pt x="1193" y="20"/>
                </a:lnTo>
                <a:lnTo>
                  <a:pt x="1193" y="19"/>
                </a:lnTo>
                <a:lnTo>
                  <a:pt x="1194" y="19"/>
                </a:lnTo>
                <a:lnTo>
                  <a:pt x="1194" y="18"/>
                </a:lnTo>
                <a:lnTo>
                  <a:pt x="1195" y="17"/>
                </a:lnTo>
                <a:lnTo>
                  <a:pt x="1196" y="17"/>
                </a:lnTo>
                <a:lnTo>
                  <a:pt x="1197" y="16"/>
                </a:lnTo>
                <a:lnTo>
                  <a:pt x="1198" y="16"/>
                </a:lnTo>
                <a:lnTo>
                  <a:pt x="1199" y="15"/>
                </a:lnTo>
                <a:lnTo>
                  <a:pt x="1200" y="15"/>
                </a:lnTo>
                <a:lnTo>
                  <a:pt x="1201" y="14"/>
                </a:lnTo>
                <a:lnTo>
                  <a:pt x="1202" y="14"/>
                </a:lnTo>
                <a:lnTo>
                  <a:pt x="1202" y="13"/>
                </a:lnTo>
                <a:lnTo>
                  <a:pt x="1203" y="13"/>
                </a:lnTo>
                <a:lnTo>
                  <a:pt x="1204" y="12"/>
                </a:lnTo>
                <a:lnTo>
                  <a:pt x="1203" y="12"/>
                </a:lnTo>
                <a:lnTo>
                  <a:pt x="1203" y="11"/>
                </a:lnTo>
                <a:lnTo>
                  <a:pt x="1203" y="10"/>
                </a:lnTo>
                <a:lnTo>
                  <a:pt x="1203" y="9"/>
                </a:lnTo>
                <a:lnTo>
                  <a:pt x="1203" y="8"/>
                </a:lnTo>
                <a:lnTo>
                  <a:pt x="1204" y="8"/>
                </a:lnTo>
                <a:lnTo>
                  <a:pt x="1204" y="7"/>
                </a:lnTo>
                <a:lnTo>
                  <a:pt x="1205" y="7"/>
                </a:lnTo>
                <a:lnTo>
                  <a:pt x="1206" y="7"/>
                </a:lnTo>
                <a:lnTo>
                  <a:pt x="1206" y="6"/>
                </a:lnTo>
                <a:lnTo>
                  <a:pt x="1207" y="6"/>
                </a:lnTo>
                <a:lnTo>
                  <a:pt x="1207" y="5"/>
                </a:lnTo>
                <a:lnTo>
                  <a:pt x="1208" y="5"/>
                </a:lnTo>
                <a:lnTo>
                  <a:pt x="1209" y="5"/>
                </a:lnTo>
                <a:lnTo>
                  <a:pt x="1210" y="5"/>
                </a:lnTo>
                <a:lnTo>
                  <a:pt x="1211" y="5"/>
                </a:lnTo>
                <a:lnTo>
                  <a:pt x="1211" y="6"/>
                </a:lnTo>
                <a:lnTo>
                  <a:pt x="1212" y="6"/>
                </a:lnTo>
                <a:lnTo>
                  <a:pt x="1213" y="5"/>
                </a:lnTo>
                <a:lnTo>
                  <a:pt x="1214" y="5"/>
                </a:lnTo>
                <a:lnTo>
                  <a:pt x="1215" y="5"/>
                </a:lnTo>
                <a:lnTo>
                  <a:pt x="1217" y="4"/>
                </a:lnTo>
                <a:lnTo>
                  <a:pt x="1219" y="5"/>
                </a:lnTo>
                <a:lnTo>
                  <a:pt x="1220" y="5"/>
                </a:lnTo>
                <a:lnTo>
                  <a:pt x="1221" y="5"/>
                </a:lnTo>
                <a:lnTo>
                  <a:pt x="1221" y="6"/>
                </a:lnTo>
                <a:lnTo>
                  <a:pt x="1222" y="5"/>
                </a:lnTo>
                <a:lnTo>
                  <a:pt x="1223" y="5"/>
                </a:lnTo>
                <a:lnTo>
                  <a:pt x="1224" y="5"/>
                </a:lnTo>
                <a:lnTo>
                  <a:pt x="1225" y="5"/>
                </a:lnTo>
                <a:lnTo>
                  <a:pt x="1226" y="4"/>
                </a:lnTo>
                <a:lnTo>
                  <a:pt x="1227" y="3"/>
                </a:lnTo>
                <a:lnTo>
                  <a:pt x="1230" y="3"/>
                </a:lnTo>
                <a:lnTo>
                  <a:pt x="1231" y="4"/>
                </a:lnTo>
                <a:lnTo>
                  <a:pt x="1232" y="4"/>
                </a:lnTo>
                <a:lnTo>
                  <a:pt x="1235" y="5"/>
                </a:lnTo>
                <a:lnTo>
                  <a:pt x="1236" y="5"/>
                </a:lnTo>
                <a:lnTo>
                  <a:pt x="1238" y="7"/>
                </a:lnTo>
                <a:lnTo>
                  <a:pt x="1242" y="7"/>
                </a:lnTo>
                <a:lnTo>
                  <a:pt x="1243" y="7"/>
                </a:lnTo>
                <a:lnTo>
                  <a:pt x="1245" y="8"/>
                </a:lnTo>
                <a:lnTo>
                  <a:pt x="1247" y="8"/>
                </a:lnTo>
                <a:lnTo>
                  <a:pt x="1251" y="9"/>
                </a:lnTo>
                <a:lnTo>
                  <a:pt x="1252" y="9"/>
                </a:lnTo>
                <a:lnTo>
                  <a:pt x="1252" y="10"/>
                </a:lnTo>
                <a:lnTo>
                  <a:pt x="1254" y="10"/>
                </a:lnTo>
                <a:lnTo>
                  <a:pt x="1255" y="11"/>
                </a:lnTo>
                <a:lnTo>
                  <a:pt x="1256" y="11"/>
                </a:lnTo>
                <a:lnTo>
                  <a:pt x="1257" y="11"/>
                </a:lnTo>
                <a:lnTo>
                  <a:pt x="1259" y="10"/>
                </a:lnTo>
                <a:lnTo>
                  <a:pt x="1260" y="10"/>
                </a:lnTo>
                <a:lnTo>
                  <a:pt x="1261" y="10"/>
                </a:lnTo>
                <a:lnTo>
                  <a:pt x="1262" y="9"/>
                </a:lnTo>
                <a:lnTo>
                  <a:pt x="1263" y="9"/>
                </a:lnTo>
                <a:lnTo>
                  <a:pt x="1263" y="8"/>
                </a:lnTo>
                <a:lnTo>
                  <a:pt x="1263" y="7"/>
                </a:lnTo>
                <a:lnTo>
                  <a:pt x="1261" y="6"/>
                </a:lnTo>
                <a:lnTo>
                  <a:pt x="1261" y="5"/>
                </a:lnTo>
                <a:lnTo>
                  <a:pt x="1262" y="5"/>
                </a:lnTo>
                <a:lnTo>
                  <a:pt x="1262" y="4"/>
                </a:lnTo>
                <a:lnTo>
                  <a:pt x="1263" y="4"/>
                </a:lnTo>
                <a:lnTo>
                  <a:pt x="1266" y="4"/>
                </a:lnTo>
                <a:lnTo>
                  <a:pt x="1268" y="4"/>
                </a:lnTo>
                <a:lnTo>
                  <a:pt x="1269" y="4"/>
                </a:lnTo>
                <a:lnTo>
                  <a:pt x="1270" y="4"/>
                </a:lnTo>
                <a:lnTo>
                  <a:pt x="1271" y="3"/>
                </a:lnTo>
                <a:lnTo>
                  <a:pt x="1272" y="3"/>
                </a:lnTo>
                <a:lnTo>
                  <a:pt x="1273" y="4"/>
                </a:lnTo>
                <a:lnTo>
                  <a:pt x="1274" y="4"/>
                </a:lnTo>
                <a:lnTo>
                  <a:pt x="1275" y="3"/>
                </a:lnTo>
                <a:lnTo>
                  <a:pt x="1276" y="3"/>
                </a:lnTo>
                <a:lnTo>
                  <a:pt x="1277" y="3"/>
                </a:lnTo>
                <a:lnTo>
                  <a:pt x="1278" y="3"/>
                </a:lnTo>
                <a:lnTo>
                  <a:pt x="1279" y="2"/>
                </a:lnTo>
                <a:lnTo>
                  <a:pt x="1279" y="1"/>
                </a:lnTo>
                <a:lnTo>
                  <a:pt x="1280" y="1"/>
                </a:lnTo>
                <a:lnTo>
                  <a:pt x="1282" y="0"/>
                </a:lnTo>
                <a:lnTo>
                  <a:pt x="1283" y="0"/>
                </a:lnTo>
                <a:lnTo>
                  <a:pt x="1285" y="1"/>
                </a:lnTo>
                <a:lnTo>
                  <a:pt x="1286" y="1"/>
                </a:lnTo>
                <a:lnTo>
                  <a:pt x="1287" y="1"/>
                </a:lnTo>
                <a:lnTo>
                  <a:pt x="1288" y="0"/>
                </a:lnTo>
                <a:lnTo>
                  <a:pt x="1289" y="0"/>
                </a:lnTo>
                <a:lnTo>
                  <a:pt x="1291" y="1"/>
                </a:lnTo>
                <a:lnTo>
                  <a:pt x="1291" y="3"/>
                </a:lnTo>
                <a:lnTo>
                  <a:pt x="1291" y="4"/>
                </a:lnTo>
                <a:lnTo>
                  <a:pt x="1293" y="4"/>
                </a:lnTo>
                <a:lnTo>
                  <a:pt x="1294" y="5"/>
                </a:lnTo>
                <a:lnTo>
                  <a:pt x="1295" y="6"/>
                </a:lnTo>
                <a:lnTo>
                  <a:pt x="1295" y="7"/>
                </a:lnTo>
                <a:lnTo>
                  <a:pt x="1295" y="8"/>
                </a:lnTo>
                <a:lnTo>
                  <a:pt x="1295" y="9"/>
                </a:lnTo>
                <a:lnTo>
                  <a:pt x="1294" y="9"/>
                </a:lnTo>
                <a:lnTo>
                  <a:pt x="1293" y="9"/>
                </a:lnTo>
                <a:lnTo>
                  <a:pt x="1293" y="10"/>
                </a:lnTo>
                <a:lnTo>
                  <a:pt x="1293" y="11"/>
                </a:lnTo>
                <a:lnTo>
                  <a:pt x="1294" y="11"/>
                </a:lnTo>
                <a:lnTo>
                  <a:pt x="1294" y="12"/>
                </a:lnTo>
                <a:lnTo>
                  <a:pt x="1293" y="13"/>
                </a:lnTo>
                <a:lnTo>
                  <a:pt x="1292" y="13"/>
                </a:lnTo>
                <a:lnTo>
                  <a:pt x="1292" y="14"/>
                </a:lnTo>
                <a:lnTo>
                  <a:pt x="1293" y="15"/>
                </a:lnTo>
                <a:lnTo>
                  <a:pt x="1294" y="15"/>
                </a:lnTo>
                <a:lnTo>
                  <a:pt x="1295" y="15"/>
                </a:lnTo>
                <a:lnTo>
                  <a:pt x="1296" y="16"/>
                </a:lnTo>
                <a:lnTo>
                  <a:pt x="1297" y="16"/>
                </a:lnTo>
                <a:lnTo>
                  <a:pt x="1297" y="17"/>
                </a:lnTo>
                <a:lnTo>
                  <a:pt x="1296" y="18"/>
                </a:lnTo>
                <a:lnTo>
                  <a:pt x="1297" y="19"/>
                </a:lnTo>
                <a:lnTo>
                  <a:pt x="1297" y="20"/>
                </a:lnTo>
                <a:lnTo>
                  <a:pt x="1298" y="20"/>
                </a:lnTo>
                <a:lnTo>
                  <a:pt x="1299" y="20"/>
                </a:lnTo>
                <a:lnTo>
                  <a:pt x="1299" y="21"/>
                </a:lnTo>
                <a:lnTo>
                  <a:pt x="1298" y="22"/>
                </a:lnTo>
                <a:lnTo>
                  <a:pt x="1297" y="22"/>
                </a:lnTo>
                <a:lnTo>
                  <a:pt x="1296" y="22"/>
                </a:lnTo>
                <a:lnTo>
                  <a:pt x="1296" y="23"/>
                </a:lnTo>
                <a:lnTo>
                  <a:pt x="1296" y="24"/>
                </a:lnTo>
                <a:lnTo>
                  <a:pt x="1296" y="25"/>
                </a:lnTo>
                <a:lnTo>
                  <a:pt x="1295" y="25"/>
                </a:lnTo>
                <a:lnTo>
                  <a:pt x="1293" y="25"/>
                </a:lnTo>
                <a:lnTo>
                  <a:pt x="1292" y="24"/>
                </a:lnTo>
                <a:lnTo>
                  <a:pt x="1291" y="24"/>
                </a:lnTo>
                <a:lnTo>
                  <a:pt x="1290" y="25"/>
                </a:lnTo>
                <a:lnTo>
                  <a:pt x="1290" y="26"/>
                </a:lnTo>
                <a:lnTo>
                  <a:pt x="1289" y="26"/>
                </a:lnTo>
                <a:lnTo>
                  <a:pt x="1288" y="26"/>
                </a:lnTo>
                <a:lnTo>
                  <a:pt x="1287" y="26"/>
                </a:lnTo>
                <a:lnTo>
                  <a:pt x="1286" y="26"/>
                </a:lnTo>
                <a:lnTo>
                  <a:pt x="1285" y="26"/>
                </a:lnTo>
                <a:lnTo>
                  <a:pt x="1285" y="27"/>
                </a:lnTo>
                <a:lnTo>
                  <a:pt x="1285" y="28"/>
                </a:lnTo>
                <a:lnTo>
                  <a:pt x="1285" y="29"/>
                </a:lnTo>
                <a:lnTo>
                  <a:pt x="1284" y="31"/>
                </a:lnTo>
                <a:lnTo>
                  <a:pt x="1284" y="32"/>
                </a:lnTo>
                <a:lnTo>
                  <a:pt x="1285" y="32"/>
                </a:lnTo>
                <a:lnTo>
                  <a:pt x="1286" y="32"/>
                </a:lnTo>
                <a:lnTo>
                  <a:pt x="1287" y="32"/>
                </a:lnTo>
                <a:lnTo>
                  <a:pt x="1288" y="32"/>
                </a:lnTo>
                <a:lnTo>
                  <a:pt x="1288" y="33"/>
                </a:lnTo>
                <a:lnTo>
                  <a:pt x="1288" y="34"/>
                </a:lnTo>
                <a:lnTo>
                  <a:pt x="1289" y="34"/>
                </a:lnTo>
                <a:lnTo>
                  <a:pt x="1289" y="35"/>
                </a:lnTo>
                <a:lnTo>
                  <a:pt x="1290" y="35"/>
                </a:lnTo>
                <a:lnTo>
                  <a:pt x="1291" y="36"/>
                </a:lnTo>
                <a:lnTo>
                  <a:pt x="1292" y="36"/>
                </a:lnTo>
                <a:lnTo>
                  <a:pt x="1292" y="37"/>
                </a:lnTo>
                <a:lnTo>
                  <a:pt x="1291" y="37"/>
                </a:lnTo>
                <a:lnTo>
                  <a:pt x="1290" y="37"/>
                </a:lnTo>
                <a:lnTo>
                  <a:pt x="1289" y="37"/>
                </a:lnTo>
                <a:lnTo>
                  <a:pt x="1290" y="38"/>
                </a:lnTo>
                <a:lnTo>
                  <a:pt x="1291" y="39"/>
                </a:lnTo>
                <a:lnTo>
                  <a:pt x="1292" y="40"/>
                </a:lnTo>
                <a:lnTo>
                  <a:pt x="1293" y="39"/>
                </a:lnTo>
                <a:lnTo>
                  <a:pt x="1295" y="39"/>
                </a:lnTo>
                <a:lnTo>
                  <a:pt x="1296" y="40"/>
                </a:lnTo>
                <a:lnTo>
                  <a:pt x="1297" y="41"/>
                </a:lnTo>
                <a:lnTo>
                  <a:pt x="1299" y="42"/>
                </a:lnTo>
                <a:lnTo>
                  <a:pt x="1301" y="43"/>
                </a:lnTo>
                <a:lnTo>
                  <a:pt x="1302" y="44"/>
                </a:lnTo>
                <a:lnTo>
                  <a:pt x="1303" y="43"/>
                </a:lnTo>
                <a:lnTo>
                  <a:pt x="1304" y="42"/>
                </a:lnTo>
                <a:lnTo>
                  <a:pt x="1305" y="43"/>
                </a:lnTo>
                <a:lnTo>
                  <a:pt x="1307" y="44"/>
                </a:lnTo>
                <a:lnTo>
                  <a:pt x="1309" y="44"/>
                </a:lnTo>
                <a:lnTo>
                  <a:pt x="1311" y="45"/>
                </a:lnTo>
                <a:lnTo>
                  <a:pt x="1312" y="46"/>
                </a:lnTo>
                <a:lnTo>
                  <a:pt x="1312" y="47"/>
                </a:lnTo>
                <a:lnTo>
                  <a:pt x="1312" y="48"/>
                </a:lnTo>
                <a:lnTo>
                  <a:pt x="1313" y="48"/>
                </a:lnTo>
                <a:lnTo>
                  <a:pt x="1314" y="48"/>
                </a:lnTo>
                <a:lnTo>
                  <a:pt x="1315" y="48"/>
                </a:lnTo>
                <a:lnTo>
                  <a:pt x="1316" y="48"/>
                </a:lnTo>
                <a:lnTo>
                  <a:pt x="1316" y="50"/>
                </a:lnTo>
                <a:lnTo>
                  <a:pt x="1314" y="51"/>
                </a:lnTo>
                <a:lnTo>
                  <a:pt x="1313" y="52"/>
                </a:lnTo>
                <a:lnTo>
                  <a:pt x="1312" y="52"/>
                </a:lnTo>
                <a:lnTo>
                  <a:pt x="1312" y="53"/>
                </a:lnTo>
                <a:lnTo>
                  <a:pt x="1310" y="54"/>
                </a:lnTo>
                <a:lnTo>
                  <a:pt x="1309" y="55"/>
                </a:lnTo>
                <a:lnTo>
                  <a:pt x="1310" y="56"/>
                </a:lnTo>
                <a:lnTo>
                  <a:pt x="1310" y="57"/>
                </a:lnTo>
                <a:lnTo>
                  <a:pt x="1309" y="58"/>
                </a:lnTo>
                <a:lnTo>
                  <a:pt x="1307" y="58"/>
                </a:lnTo>
                <a:lnTo>
                  <a:pt x="1306" y="59"/>
                </a:lnTo>
                <a:lnTo>
                  <a:pt x="1305" y="59"/>
                </a:lnTo>
                <a:lnTo>
                  <a:pt x="1304" y="60"/>
                </a:lnTo>
                <a:lnTo>
                  <a:pt x="1304" y="61"/>
                </a:lnTo>
                <a:lnTo>
                  <a:pt x="1304" y="62"/>
                </a:lnTo>
                <a:lnTo>
                  <a:pt x="1305" y="63"/>
                </a:lnTo>
                <a:lnTo>
                  <a:pt x="1306" y="63"/>
                </a:lnTo>
                <a:lnTo>
                  <a:pt x="1307" y="63"/>
                </a:lnTo>
                <a:lnTo>
                  <a:pt x="1308" y="63"/>
                </a:lnTo>
                <a:lnTo>
                  <a:pt x="1309" y="64"/>
                </a:lnTo>
                <a:lnTo>
                  <a:pt x="1309" y="65"/>
                </a:lnTo>
                <a:lnTo>
                  <a:pt x="1310" y="65"/>
                </a:lnTo>
                <a:lnTo>
                  <a:pt x="1311" y="65"/>
                </a:lnTo>
                <a:lnTo>
                  <a:pt x="1312" y="65"/>
                </a:lnTo>
                <a:lnTo>
                  <a:pt x="1313" y="65"/>
                </a:lnTo>
                <a:lnTo>
                  <a:pt x="1314" y="65"/>
                </a:lnTo>
                <a:lnTo>
                  <a:pt x="1316" y="65"/>
                </a:lnTo>
                <a:lnTo>
                  <a:pt x="1317" y="65"/>
                </a:lnTo>
                <a:lnTo>
                  <a:pt x="1317" y="66"/>
                </a:lnTo>
                <a:lnTo>
                  <a:pt x="1318" y="66"/>
                </a:lnTo>
                <a:lnTo>
                  <a:pt x="1318" y="67"/>
                </a:lnTo>
                <a:lnTo>
                  <a:pt x="1318" y="68"/>
                </a:lnTo>
                <a:lnTo>
                  <a:pt x="1319" y="68"/>
                </a:lnTo>
                <a:lnTo>
                  <a:pt x="1320" y="67"/>
                </a:lnTo>
                <a:lnTo>
                  <a:pt x="1321" y="67"/>
                </a:lnTo>
                <a:lnTo>
                  <a:pt x="1323" y="70"/>
                </a:lnTo>
                <a:lnTo>
                  <a:pt x="1324" y="70"/>
                </a:lnTo>
                <a:lnTo>
                  <a:pt x="1325" y="71"/>
                </a:lnTo>
                <a:lnTo>
                  <a:pt x="1326" y="70"/>
                </a:lnTo>
                <a:lnTo>
                  <a:pt x="1327" y="70"/>
                </a:lnTo>
                <a:lnTo>
                  <a:pt x="1329" y="70"/>
                </a:lnTo>
                <a:lnTo>
                  <a:pt x="1330" y="70"/>
                </a:lnTo>
                <a:lnTo>
                  <a:pt x="1331" y="71"/>
                </a:lnTo>
                <a:lnTo>
                  <a:pt x="1334" y="72"/>
                </a:lnTo>
                <a:lnTo>
                  <a:pt x="1336" y="72"/>
                </a:lnTo>
                <a:lnTo>
                  <a:pt x="1338" y="73"/>
                </a:lnTo>
                <a:lnTo>
                  <a:pt x="1339" y="74"/>
                </a:lnTo>
                <a:lnTo>
                  <a:pt x="1340" y="74"/>
                </a:lnTo>
                <a:lnTo>
                  <a:pt x="1339" y="75"/>
                </a:lnTo>
                <a:lnTo>
                  <a:pt x="1339" y="76"/>
                </a:lnTo>
                <a:lnTo>
                  <a:pt x="1340" y="77"/>
                </a:lnTo>
                <a:lnTo>
                  <a:pt x="1342" y="78"/>
                </a:lnTo>
                <a:lnTo>
                  <a:pt x="1345" y="80"/>
                </a:lnTo>
                <a:lnTo>
                  <a:pt x="1346" y="80"/>
                </a:lnTo>
                <a:lnTo>
                  <a:pt x="1347" y="81"/>
                </a:lnTo>
                <a:lnTo>
                  <a:pt x="1348" y="81"/>
                </a:lnTo>
                <a:lnTo>
                  <a:pt x="1349" y="81"/>
                </a:lnTo>
                <a:lnTo>
                  <a:pt x="1350" y="80"/>
                </a:lnTo>
                <a:lnTo>
                  <a:pt x="1352" y="79"/>
                </a:lnTo>
                <a:lnTo>
                  <a:pt x="1353" y="79"/>
                </a:lnTo>
                <a:lnTo>
                  <a:pt x="1354" y="79"/>
                </a:lnTo>
                <a:lnTo>
                  <a:pt x="1354" y="80"/>
                </a:lnTo>
                <a:lnTo>
                  <a:pt x="1354" y="81"/>
                </a:lnTo>
                <a:lnTo>
                  <a:pt x="1354" y="82"/>
                </a:lnTo>
                <a:lnTo>
                  <a:pt x="1355" y="84"/>
                </a:lnTo>
                <a:lnTo>
                  <a:pt x="1356" y="84"/>
                </a:lnTo>
                <a:lnTo>
                  <a:pt x="1357" y="84"/>
                </a:lnTo>
                <a:lnTo>
                  <a:pt x="1358" y="84"/>
                </a:lnTo>
                <a:lnTo>
                  <a:pt x="1359" y="84"/>
                </a:lnTo>
                <a:lnTo>
                  <a:pt x="1359" y="85"/>
                </a:lnTo>
                <a:lnTo>
                  <a:pt x="1360" y="86"/>
                </a:lnTo>
                <a:lnTo>
                  <a:pt x="1361" y="86"/>
                </a:lnTo>
                <a:lnTo>
                  <a:pt x="1362" y="87"/>
                </a:lnTo>
                <a:lnTo>
                  <a:pt x="1361" y="89"/>
                </a:lnTo>
                <a:lnTo>
                  <a:pt x="1360" y="90"/>
                </a:lnTo>
                <a:lnTo>
                  <a:pt x="1359" y="91"/>
                </a:lnTo>
                <a:lnTo>
                  <a:pt x="1359" y="92"/>
                </a:lnTo>
                <a:lnTo>
                  <a:pt x="1359" y="93"/>
                </a:lnTo>
                <a:lnTo>
                  <a:pt x="1360" y="93"/>
                </a:lnTo>
                <a:lnTo>
                  <a:pt x="1360" y="94"/>
                </a:lnTo>
                <a:lnTo>
                  <a:pt x="1361" y="95"/>
                </a:lnTo>
                <a:lnTo>
                  <a:pt x="1361" y="96"/>
                </a:lnTo>
                <a:lnTo>
                  <a:pt x="1361" y="98"/>
                </a:lnTo>
                <a:lnTo>
                  <a:pt x="1361" y="99"/>
                </a:lnTo>
                <a:lnTo>
                  <a:pt x="1362" y="99"/>
                </a:lnTo>
                <a:lnTo>
                  <a:pt x="1363" y="100"/>
                </a:lnTo>
                <a:lnTo>
                  <a:pt x="1364" y="100"/>
                </a:lnTo>
                <a:lnTo>
                  <a:pt x="1364" y="101"/>
                </a:lnTo>
                <a:lnTo>
                  <a:pt x="1364" y="102"/>
                </a:lnTo>
                <a:lnTo>
                  <a:pt x="1365" y="103"/>
                </a:lnTo>
                <a:lnTo>
                  <a:pt x="1367" y="104"/>
                </a:lnTo>
                <a:lnTo>
                  <a:pt x="1368" y="104"/>
                </a:lnTo>
                <a:lnTo>
                  <a:pt x="1369" y="103"/>
                </a:lnTo>
                <a:lnTo>
                  <a:pt x="1370" y="103"/>
                </a:lnTo>
                <a:lnTo>
                  <a:pt x="1371" y="103"/>
                </a:lnTo>
                <a:lnTo>
                  <a:pt x="1372" y="103"/>
                </a:lnTo>
                <a:lnTo>
                  <a:pt x="1372" y="104"/>
                </a:lnTo>
                <a:lnTo>
                  <a:pt x="1372" y="105"/>
                </a:lnTo>
                <a:lnTo>
                  <a:pt x="1373" y="105"/>
                </a:lnTo>
                <a:lnTo>
                  <a:pt x="1375" y="106"/>
                </a:lnTo>
                <a:lnTo>
                  <a:pt x="1376" y="106"/>
                </a:lnTo>
                <a:lnTo>
                  <a:pt x="1377" y="107"/>
                </a:lnTo>
                <a:lnTo>
                  <a:pt x="1378" y="107"/>
                </a:lnTo>
                <a:lnTo>
                  <a:pt x="1380" y="108"/>
                </a:lnTo>
                <a:lnTo>
                  <a:pt x="1381" y="110"/>
                </a:lnTo>
                <a:lnTo>
                  <a:pt x="1382" y="110"/>
                </a:lnTo>
                <a:lnTo>
                  <a:pt x="1383" y="110"/>
                </a:lnTo>
                <a:lnTo>
                  <a:pt x="1385" y="110"/>
                </a:lnTo>
                <a:lnTo>
                  <a:pt x="1386" y="110"/>
                </a:lnTo>
                <a:lnTo>
                  <a:pt x="1388" y="110"/>
                </a:lnTo>
                <a:lnTo>
                  <a:pt x="1390" y="110"/>
                </a:lnTo>
                <a:lnTo>
                  <a:pt x="1391" y="110"/>
                </a:lnTo>
                <a:lnTo>
                  <a:pt x="1392" y="110"/>
                </a:lnTo>
                <a:lnTo>
                  <a:pt x="1392" y="111"/>
                </a:lnTo>
                <a:lnTo>
                  <a:pt x="1393" y="112"/>
                </a:lnTo>
                <a:lnTo>
                  <a:pt x="1396" y="114"/>
                </a:lnTo>
                <a:lnTo>
                  <a:pt x="1399" y="115"/>
                </a:lnTo>
                <a:lnTo>
                  <a:pt x="1400" y="117"/>
                </a:lnTo>
                <a:lnTo>
                  <a:pt x="1401" y="118"/>
                </a:lnTo>
                <a:lnTo>
                  <a:pt x="1401" y="120"/>
                </a:lnTo>
                <a:lnTo>
                  <a:pt x="1402" y="120"/>
                </a:lnTo>
                <a:lnTo>
                  <a:pt x="1402" y="121"/>
                </a:lnTo>
                <a:lnTo>
                  <a:pt x="1403" y="121"/>
                </a:lnTo>
                <a:lnTo>
                  <a:pt x="1403" y="122"/>
                </a:lnTo>
                <a:lnTo>
                  <a:pt x="1403" y="123"/>
                </a:lnTo>
                <a:lnTo>
                  <a:pt x="1404" y="123"/>
                </a:lnTo>
                <a:lnTo>
                  <a:pt x="1406" y="123"/>
                </a:lnTo>
                <a:lnTo>
                  <a:pt x="1408" y="122"/>
                </a:lnTo>
                <a:lnTo>
                  <a:pt x="1410" y="122"/>
                </a:lnTo>
                <a:lnTo>
                  <a:pt x="1411" y="122"/>
                </a:lnTo>
                <a:lnTo>
                  <a:pt x="1412" y="122"/>
                </a:lnTo>
                <a:lnTo>
                  <a:pt x="1414" y="123"/>
                </a:lnTo>
                <a:lnTo>
                  <a:pt x="1415" y="123"/>
                </a:lnTo>
                <a:lnTo>
                  <a:pt x="1416" y="123"/>
                </a:lnTo>
                <a:lnTo>
                  <a:pt x="1417" y="123"/>
                </a:lnTo>
                <a:lnTo>
                  <a:pt x="1419" y="123"/>
                </a:lnTo>
                <a:lnTo>
                  <a:pt x="1420" y="122"/>
                </a:lnTo>
                <a:lnTo>
                  <a:pt x="1422" y="122"/>
                </a:lnTo>
                <a:lnTo>
                  <a:pt x="1423" y="122"/>
                </a:lnTo>
                <a:lnTo>
                  <a:pt x="1423" y="121"/>
                </a:lnTo>
                <a:lnTo>
                  <a:pt x="1424" y="120"/>
                </a:lnTo>
                <a:lnTo>
                  <a:pt x="1424" y="119"/>
                </a:lnTo>
                <a:lnTo>
                  <a:pt x="1427" y="119"/>
                </a:lnTo>
                <a:lnTo>
                  <a:pt x="1429" y="119"/>
                </a:lnTo>
                <a:lnTo>
                  <a:pt x="1430" y="118"/>
                </a:lnTo>
                <a:lnTo>
                  <a:pt x="1431" y="117"/>
                </a:lnTo>
                <a:lnTo>
                  <a:pt x="1432" y="117"/>
                </a:lnTo>
                <a:lnTo>
                  <a:pt x="1433" y="118"/>
                </a:lnTo>
                <a:lnTo>
                  <a:pt x="1438" y="118"/>
                </a:lnTo>
                <a:lnTo>
                  <a:pt x="1440" y="118"/>
                </a:lnTo>
                <a:lnTo>
                  <a:pt x="1441" y="119"/>
                </a:lnTo>
                <a:lnTo>
                  <a:pt x="1445" y="118"/>
                </a:lnTo>
                <a:lnTo>
                  <a:pt x="1447" y="117"/>
                </a:lnTo>
                <a:lnTo>
                  <a:pt x="1448" y="117"/>
                </a:lnTo>
                <a:lnTo>
                  <a:pt x="1450" y="118"/>
                </a:lnTo>
                <a:lnTo>
                  <a:pt x="1451" y="119"/>
                </a:lnTo>
                <a:lnTo>
                  <a:pt x="1451" y="120"/>
                </a:lnTo>
                <a:lnTo>
                  <a:pt x="1451" y="121"/>
                </a:lnTo>
                <a:lnTo>
                  <a:pt x="1450" y="123"/>
                </a:lnTo>
                <a:lnTo>
                  <a:pt x="1451" y="124"/>
                </a:lnTo>
                <a:lnTo>
                  <a:pt x="1451" y="125"/>
                </a:lnTo>
                <a:lnTo>
                  <a:pt x="1452" y="126"/>
                </a:lnTo>
                <a:lnTo>
                  <a:pt x="1453" y="126"/>
                </a:lnTo>
                <a:lnTo>
                  <a:pt x="1454" y="126"/>
                </a:lnTo>
                <a:lnTo>
                  <a:pt x="1455" y="127"/>
                </a:lnTo>
                <a:lnTo>
                  <a:pt x="1456" y="127"/>
                </a:lnTo>
                <a:lnTo>
                  <a:pt x="1455" y="129"/>
                </a:lnTo>
                <a:lnTo>
                  <a:pt x="1455" y="130"/>
                </a:lnTo>
                <a:lnTo>
                  <a:pt x="1456" y="130"/>
                </a:lnTo>
                <a:lnTo>
                  <a:pt x="1459" y="131"/>
                </a:lnTo>
                <a:lnTo>
                  <a:pt x="1460" y="131"/>
                </a:lnTo>
                <a:lnTo>
                  <a:pt x="1462" y="131"/>
                </a:lnTo>
                <a:lnTo>
                  <a:pt x="1463" y="132"/>
                </a:lnTo>
                <a:lnTo>
                  <a:pt x="1464" y="132"/>
                </a:lnTo>
                <a:lnTo>
                  <a:pt x="1465" y="133"/>
                </a:lnTo>
                <a:lnTo>
                  <a:pt x="1465" y="134"/>
                </a:lnTo>
                <a:lnTo>
                  <a:pt x="1465" y="135"/>
                </a:lnTo>
                <a:lnTo>
                  <a:pt x="1465" y="136"/>
                </a:lnTo>
                <a:lnTo>
                  <a:pt x="1465" y="137"/>
                </a:lnTo>
                <a:lnTo>
                  <a:pt x="1466" y="138"/>
                </a:lnTo>
                <a:lnTo>
                  <a:pt x="1466" y="139"/>
                </a:lnTo>
                <a:lnTo>
                  <a:pt x="1468" y="139"/>
                </a:lnTo>
                <a:lnTo>
                  <a:pt x="1469" y="138"/>
                </a:lnTo>
                <a:lnTo>
                  <a:pt x="1470" y="138"/>
                </a:lnTo>
                <a:lnTo>
                  <a:pt x="1472" y="138"/>
                </a:lnTo>
                <a:lnTo>
                  <a:pt x="1474" y="139"/>
                </a:lnTo>
                <a:lnTo>
                  <a:pt x="1475" y="139"/>
                </a:lnTo>
                <a:lnTo>
                  <a:pt x="1476" y="139"/>
                </a:lnTo>
                <a:lnTo>
                  <a:pt x="1476" y="138"/>
                </a:lnTo>
                <a:lnTo>
                  <a:pt x="1477" y="138"/>
                </a:lnTo>
                <a:lnTo>
                  <a:pt x="1478" y="138"/>
                </a:lnTo>
                <a:lnTo>
                  <a:pt x="1479" y="138"/>
                </a:lnTo>
                <a:lnTo>
                  <a:pt x="1480" y="138"/>
                </a:lnTo>
                <a:lnTo>
                  <a:pt x="1482" y="138"/>
                </a:lnTo>
                <a:lnTo>
                  <a:pt x="1483" y="138"/>
                </a:lnTo>
                <a:lnTo>
                  <a:pt x="1484" y="138"/>
                </a:lnTo>
                <a:lnTo>
                  <a:pt x="1484" y="136"/>
                </a:lnTo>
                <a:lnTo>
                  <a:pt x="1484" y="135"/>
                </a:lnTo>
                <a:lnTo>
                  <a:pt x="1484" y="133"/>
                </a:lnTo>
                <a:lnTo>
                  <a:pt x="1485" y="133"/>
                </a:lnTo>
                <a:lnTo>
                  <a:pt x="1486" y="133"/>
                </a:lnTo>
                <a:lnTo>
                  <a:pt x="1488" y="134"/>
                </a:lnTo>
                <a:lnTo>
                  <a:pt x="1489" y="134"/>
                </a:lnTo>
                <a:lnTo>
                  <a:pt x="1490" y="134"/>
                </a:lnTo>
                <a:lnTo>
                  <a:pt x="1491" y="134"/>
                </a:lnTo>
                <a:lnTo>
                  <a:pt x="1493" y="133"/>
                </a:lnTo>
                <a:lnTo>
                  <a:pt x="1494" y="133"/>
                </a:lnTo>
                <a:lnTo>
                  <a:pt x="1494" y="134"/>
                </a:lnTo>
                <a:lnTo>
                  <a:pt x="1495" y="135"/>
                </a:lnTo>
                <a:lnTo>
                  <a:pt x="1495" y="137"/>
                </a:lnTo>
                <a:lnTo>
                  <a:pt x="1495" y="138"/>
                </a:lnTo>
                <a:lnTo>
                  <a:pt x="1494" y="139"/>
                </a:lnTo>
                <a:lnTo>
                  <a:pt x="1494" y="141"/>
                </a:lnTo>
                <a:lnTo>
                  <a:pt x="1494" y="143"/>
                </a:lnTo>
                <a:lnTo>
                  <a:pt x="1495" y="144"/>
                </a:lnTo>
                <a:lnTo>
                  <a:pt x="1495" y="145"/>
                </a:lnTo>
                <a:lnTo>
                  <a:pt x="1497" y="147"/>
                </a:lnTo>
                <a:lnTo>
                  <a:pt x="1498" y="147"/>
                </a:lnTo>
                <a:lnTo>
                  <a:pt x="1499" y="149"/>
                </a:lnTo>
                <a:lnTo>
                  <a:pt x="1501" y="150"/>
                </a:lnTo>
                <a:lnTo>
                  <a:pt x="1503" y="150"/>
                </a:lnTo>
                <a:lnTo>
                  <a:pt x="1505" y="150"/>
                </a:lnTo>
                <a:lnTo>
                  <a:pt x="1506" y="150"/>
                </a:lnTo>
                <a:lnTo>
                  <a:pt x="1507" y="151"/>
                </a:lnTo>
                <a:lnTo>
                  <a:pt x="1508" y="152"/>
                </a:lnTo>
                <a:lnTo>
                  <a:pt x="1509" y="152"/>
                </a:lnTo>
                <a:lnTo>
                  <a:pt x="1509" y="151"/>
                </a:lnTo>
                <a:lnTo>
                  <a:pt x="1510" y="151"/>
                </a:lnTo>
                <a:lnTo>
                  <a:pt x="1512" y="152"/>
                </a:lnTo>
                <a:lnTo>
                  <a:pt x="1514" y="153"/>
                </a:lnTo>
                <a:lnTo>
                  <a:pt x="1516" y="154"/>
                </a:lnTo>
                <a:lnTo>
                  <a:pt x="1519" y="155"/>
                </a:lnTo>
                <a:lnTo>
                  <a:pt x="1520" y="155"/>
                </a:lnTo>
                <a:lnTo>
                  <a:pt x="1521" y="156"/>
                </a:lnTo>
                <a:lnTo>
                  <a:pt x="1521" y="157"/>
                </a:lnTo>
                <a:lnTo>
                  <a:pt x="1523" y="158"/>
                </a:lnTo>
                <a:lnTo>
                  <a:pt x="1520" y="158"/>
                </a:lnTo>
                <a:lnTo>
                  <a:pt x="1519" y="158"/>
                </a:lnTo>
                <a:lnTo>
                  <a:pt x="1519" y="159"/>
                </a:lnTo>
                <a:lnTo>
                  <a:pt x="1519" y="160"/>
                </a:lnTo>
                <a:lnTo>
                  <a:pt x="1522" y="162"/>
                </a:lnTo>
                <a:lnTo>
                  <a:pt x="1522" y="164"/>
                </a:lnTo>
                <a:lnTo>
                  <a:pt x="1523" y="166"/>
                </a:lnTo>
                <a:lnTo>
                  <a:pt x="1524" y="167"/>
                </a:lnTo>
                <a:lnTo>
                  <a:pt x="1524" y="168"/>
                </a:lnTo>
                <a:lnTo>
                  <a:pt x="1524" y="169"/>
                </a:lnTo>
                <a:lnTo>
                  <a:pt x="1527" y="170"/>
                </a:lnTo>
                <a:lnTo>
                  <a:pt x="1529" y="172"/>
                </a:lnTo>
                <a:lnTo>
                  <a:pt x="1530" y="173"/>
                </a:lnTo>
                <a:lnTo>
                  <a:pt x="1530" y="174"/>
                </a:lnTo>
                <a:lnTo>
                  <a:pt x="1530" y="176"/>
                </a:lnTo>
                <a:lnTo>
                  <a:pt x="1530" y="177"/>
                </a:lnTo>
                <a:lnTo>
                  <a:pt x="1530" y="178"/>
                </a:lnTo>
                <a:lnTo>
                  <a:pt x="1529" y="178"/>
                </a:lnTo>
                <a:lnTo>
                  <a:pt x="1529" y="179"/>
                </a:lnTo>
                <a:lnTo>
                  <a:pt x="1529" y="180"/>
                </a:lnTo>
                <a:lnTo>
                  <a:pt x="1529" y="182"/>
                </a:lnTo>
                <a:lnTo>
                  <a:pt x="1530" y="182"/>
                </a:lnTo>
                <a:lnTo>
                  <a:pt x="1531" y="182"/>
                </a:lnTo>
                <a:lnTo>
                  <a:pt x="1532" y="183"/>
                </a:lnTo>
                <a:lnTo>
                  <a:pt x="1533" y="183"/>
                </a:lnTo>
                <a:lnTo>
                  <a:pt x="1534" y="184"/>
                </a:lnTo>
                <a:lnTo>
                  <a:pt x="1535" y="185"/>
                </a:lnTo>
                <a:lnTo>
                  <a:pt x="1534" y="186"/>
                </a:lnTo>
                <a:lnTo>
                  <a:pt x="1533" y="187"/>
                </a:lnTo>
                <a:lnTo>
                  <a:pt x="1533" y="188"/>
                </a:lnTo>
                <a:lnTo>
                  <a:pt x="1533" y="189"/>
                </a:lnTo>
                <a:lnTo>
                  <a:pt x="1532" y="190"/>
                </a:lnTo>
                <a:lnTo>
                  <a:pt x="1532" y="191"/>
                </a:lnTo>
                <a:lnTo>
                  <a:pt x="1532" y="192"/>
                </a:lnTo>
                <a:lnTo>
                  <a:pt x="1534" y="193"/>
                </a:lnTo>
                <a:lnTo>
                  <a:pt x="1535" y="196"/>
                </a:lnTo>
                <a:lnTo>
                  <a:pt x="1536" y="199"/>
                </a:lnTo>
                <a:lnTo>
                  <a:pt x="1538" y="200"/>
                </a:lnTo>
                <a:lnTo>
                  <a:pt x="1538" y="201"/>
                </a:lnTo>
                <a:lnTo>
                  <a:pt x="1538" y="202"/>
                </a:lnTo>
                <a:lnTo>
                  <a:pt x="1540" y="204"/>
                </a:lnTo>
                <a:lnTo>
                  <a:pt x="1541" y="206"/>
                </a:lnTo>
                <a:lnTo>
                  <a:pt x="1542" y="207"/>
                </a:lnTo>
                <a:lnTo>
                  <a:pt x="1543" y="208"/>
                </a:lnTo>
                <a:lnTo>
                  <a:pt x="1544" y="208"/>
                </a:lnTo>
                <a:lnTo>
                  <a:pt x="1544" y="210"/>
                </a:lnTo>
                <a:lnTo>
                  <a:pt x="1545" y="210"/>
                </a:lnTo>
                <a:lnTo>
                  <a:pt x="1546" y="210"/>
                </a:lnTo>
                <a:lnTo>
                  <a:pt x="1547" y="211"/>
                </a:lnTo>
                <a:lnTo>
                  <a:pt x="1547" y="212"/>
                </a:lnTo>
                <a:lnTo>
                  <a:pt x="1547" y="213"/>
                </a:lnTo>
                <a:lnTo>
                  <a:pt x="1547" y="214"/>
                </a:lnTo>
                <a:lnTo>
                  <a:pt x="1548" y="214"/>
                </a:lnTo>
                <a:lnTo>
                  <a:pt x="1549" y="215"/>
                </a:lnTo>
                <a:lnTo>
                  <a:pt x="1550" y="216"/>
                </a:lnTo>
                <a:lnTo>
                  <a:pt x="1551" y="217"/>
                </a:lnTo>
                <a:lnTo>
                  <a:pt x="1552" y="218"/>
                </a:lnTo>
                <a:lnTo>
                  <a:pt x="1553" y="219"/>
                </a:lnTo>
                <a:lnTo>
                  <a:pt x="1554" y="221"/>
                </a:lnTo>
                <a:lnTo>
                  <a:pt x="1555" y="222"/>
                </a:lnTo>
                <a:lnTo>
                  <a:pt x="1556" y="222"/>
                </a:lnTo>
                <a:lnTo>
                  <a:pt x="1556" y="223"/>
                </a:lnTo>
                <a:lnTo>
                  <a:pt x="1556" y="224"/>
                </a:lnTo>
                <a:lnTo>
                  <a:pt x="1557" y="225"/>
                </a:lnTo>
                <a:lnTo>
                  <a:pt x="1558" y="224"/>
                </a:lnTo>
                <a:lnTo>
                  <a:pt x="1559" y="224"/>
                </a:lnTo>
                <a:lnTo>
                  <a:pt x="1562" y="224"/>
                </a:lnTo>
                <a:lnTo>
                  <a:pt x="1564" y="225"/>
                </a:lnTo>
                <a:lnTo>
                  <a:pt x="1566" y="226"/>
                </a:lnTo>
                <a:lnTo>
                  <a:pt x="1567" y="227"/>
                </a:lnTo>
                <a:lnTo>
                  <a:pt x="1568" y="227"/>
                </a:lnTo>
                <a:lnTo>
                  <a:pt x="1569" y="228"/>
                </a:lnTo>
                <a:lnTo>
                  <a:pt x="1569" y="229"/>
                </a:lnTo>
                <a:lnTo>
                  <a:pt x="1570" y="230"/>
                </a:lnTo>
                <a:lnTo>
                  <a:pt x="1570" y="232"/>
                </a:lnTo>
                <a:lnTo>
                  <a:pt x="1570" y="233"/>
                </a:lnTo>
                <a:lnTo>
                  <a:pt x="1571" y="234"/>
                </a:lnTo>
                <a:lnTo>
                  <a:pt x="1571" y="235"/>
                </a:lnTo>
                <a:lnTo>
                  <a:pt x="1572" y="235"/>
                </a:lnTo>
                <a:lnTo>
                  <a:pt x="1573" y="236"/>
                </a:lnTo>
                <a:lnTo>
                  <a:pt x="1574" y="236"/>
                </a:lnTo>
                <a:lnTo>
                  <a:pt x="1573" y="239"/>
                </a:lnTo>
                <a:lnTo>
                  <a:pt x="1573" y="240"/>
                </a:lnTo>
                <a:lnTo>
                  <a:pt x="1572" y="241"/>
                </a:lnTo>
                <a:lnTo>
                  <a:pt x="1575" y="244"/>
                </a:lnTo>
                <a:lnTo>
                  <a:pt x="1576" y="244"/>
                </a:lnTo>
                <a:lnTo>
                  <a:pt x="1577" y="245"/>
                </a:lnTo>
                <a:lnTo>
                  <a:pt x="1577" y="246"/>
                </a:lnTo>
                <a:lnTo>
                  <a:pt x="1577" y="247"/>
                </a:lnTo>
                <a:lnTo>
                  <a:pt x="1578" y="247"/>
                </a:lnTo>
                <a:lnTo>
                  <a:pt x="1579" y="248"/>
                </a:lnTo>
                <a:lnTo>
                  <a:pt x="1580" y="248"/>
                </a:lnTo>
                <a:lnTo>
                  <a:pt x="1580" y="249"/>
                </a:lnTo>
                <a:lnTo>
                  <a:pt x="1582" y="252"/>
                </a:lnTo>
                <a:lnTo>
                  <a:pt x="1583" y="253"/>
                </a:lnTo>
                <a:lnTo>
                  <a:pt x="1581" y="257"/>
                </a:lnTo>
                <a:lnTo>
                  <a:pt x="1579" y="263"/>
                </a:lnTo>
                <a:lnTo>
                  <a:pt x="1579" y="266"/>
                </a:lnTo>
                <a:lnTo>
                  <a:pt x="1580" y="267"/>
                </a:lnTo>
                <a:lnTo>
                  <a:pt x="1583" y="267"/>
                </a:lnTo>
                <a:lnTo>
                  <a:pt x="1584" y="267"/>
                </a:lnTo>
                <a:lnTo>
                  <a:pt x="1584" y="268"/>
                </a:lnTo>
                <a:lnTo>
                  <a:pt x="1584" y="269"/>
                </a:lnTo>
                <a:lnTo>
                  <a:pt x="1584" y="270"/>
                </a:lnTo>
                <a:lnTo>
                  <a:pt x="1583" y="271"/>
                </a:lnTo>
                <a:lnTo>
                  <a:pt x="1583" y="272"/>
                </a:lnTo>
                <a:lnTo>
                  <a:pt x="1582" y="274"/>
                </a:lnTo>
                <a:lnTo>
                  <a:pt x="1581" y="275"/>
                </a:lnTo>
                <a:lnTo>
                  <a:pt x="1581" y="276"/>
                </a:lnTo>
                <a:lnTo>
                  <a:pt x="1580" y="277"/>
                </a:lnTo>
                <a:lnTo>
                  <a:pt x="1580" y="278"/>
                </a:lnTo>
                <a:lnTo>
                  <a:pt x="1579" y="279"/>
                </a:lnTo>
                <a:lnTo>
                  <a:pt x="1579" y="281"/>
                </a:lnTo>
                <a:lnTo>
                  <a:pt x="1578" y="282"/>
                </a:lnTo>
                <a:lnTo>
                  <a:pt x="1577" y="283"/>
                </a:lnTo>
                <a:lnTo>
                  <a:pt x="1577" y="284"/>
                </a:lnTo>
                <a:lnTo>
                  <a:pt x="1577" y="285"/>
                </a:lnTo>
                <a:lnTo>
                  <a:pt x="1576" y="286"/>
                </a:lnTo>
                <a:lnTo>
                  <a:pt x="1576" y="287"/>
                </a:lnTo>
                <a:lnTo>
                  <a:pt x="1575" y="289"/>
                </a:lnTo>
                <a:lnTo>
                  <a:pt x="1573" y="290"/>
                </a:lnTo>
                <a:lnTo>
                  <a:pt x="1571" y="291"/>
                </a:lnTo>
                <a:lnTo>
                  <a:pt x="1570" y="292"/>
                </a:lnTo>
                <a:lnTo>
                  <a:pt x="1570" y="293"/>
                </a:lnTo>
                <a:lnTo>
                  <a:pt x="1569" y="294"/>
                </a:lnTo>
                <a:lnTo>
                  <a:pt x="1568" y="294"/>
                </a:lnTo>
                <a:lnTo>
                  <a:pt x="1568" y="295"/>
                </a:lnTo>
                <a:lnTo>
                  <a:pt x="1569" y="295"/>
                </a:lnTo>
                <a:lnTo>
                  <a:pt x="1570" y="297"/>
                </a:lnTo>
                <a:lnTo>
                  <a:pt x="1571" y="298"/>
                </a:lnTo>
                <a:lnTo>
                  <a:pt x="1573" y="302"/>
                </a:lnTo>
                <a:lnTo>
                  <a:pt x="1573" y="303"/>
                </a:lnTo>
                <a:lnTo>
                  <a:pt x="1576" y="310"/>
                </a:lnTo>
                <a:lnTo>
                  <a:pt x="1579" y="313"/>
                </a:lnTo>
                <a:lnTo>
                  <a:pt x="1579" y="318"/>
                </a:lnTo>
                <a:lnTo>
                  <a:pt x="1578" y="319"/>
                </a:lnTo>
                <a:lnTo>
                  <a:pt x="1579" y="319"/>
                </a:lnTo>
                <a:lnTo>
                  <a:pt x="1579" y="320"/>
                </a:lnTo>
                <a:lnTo>
                  <a:pt x="1580" y="320"/>
                </a:lnTo>
                <a:lnTo>
                  <a:pt x="1580" y="321"/>
                </a:lnTo>
                <a:lnTo>
                  <a:pt x="1580" y="322"/>
                </a:lnTo>
                <a:lnTo>
                  <a:pt x="1580" y="323"/>
                </a:lnTo>
                <a:lnTo>
                  <a:pt x="1579" y="324"/>
                </a:lnTo>
                <a:lnTo>
                  <a:pt x="1578" y="326"/>
                </a:lnTo>
                <a:lnTo>
                  <a:pt x="1577" y="326"/>
                </a:lnTo>
                <a:lnTo>
                  <a:pt x="1572" y="330"/>
                </a:lnTo>
                <a:lnTo>
                  <a:pt x="1569" y="333"/>
                </a:lnTo>
                <a:lnTo>
                  <a:pt x="1567" y="334"/>
                </a:lnTo>
                <a:lnTo>
                  <a:pt x="1564" y="337"/>
                </a:lnTo>
                <a:lnTo>
                  <a:pt x="1557" y="346"/>
                </a:lnTo>
                <a:lnTo>
                  <a:pt x="1552" y="354"/>
                </a:lnTo>
                <a:lnTo>
                  <a:pt x="1549" y="367"/>
                </a:lnTo>
                <a:lnTo>
                  <a:pt x="1548" y="373"/>
                </a:lnTo>
                <a:lnTo>
                  <a:pt x="1548" y="376"/>
                </a:lnTo>
                <a:lnTo>
                  <a:pt x="1548" y="378"/>
                </a:lnTo>
                <a:lnTo>
                  <a:pt x="1549" y="380"/>
                </a:lnTo>
                <a:lnTo>
                  <a:pt x="1550" y="381"/>
                </a:lnTo>
                <a:lnTo>
                  <a:pt x="1552" y="381"/>
                </a:lnTo>
                <a:lnTo>
                  <a:pt x="1554" y="383"/>
                </a:lnTo>
                <a:lnTo>
                  <a:pt x="1556" y="384"/>
                </a:lnTo>
                <a:lnTo>
                  <a:pt x="1557" y="384"/>
                </a:lnTo>
                <a:lnTo>
                  <a:pt x="1557" y="387"/>
                </a:lnTo>
                <a:lnTo>
                  <a:pt x="1558" y="388"/>
                </a:lnTo>
                <a:lnTo>
                  <a:pt x="1559" y="391"/>
                </a:lnTo>
                <a:lnTo>
                  <a:pt x="1560" y="395"/>
                </a:lnTo>
                <a:lnTo>
                  <a:pt x="1560" y="397"/>
                </a:lnTo>
                <a:lnTo>
                  <a:pt x="1560" y="398"/>
                </a:lnTo>
                <a:lnTo>
                  <a:pt x="1563" y="398"/>
                </a:lnTo>
                <a:lnTo>
                  <a:pt x="1566" y="400"/>
                </a:lnTo>
                <a:lnTo>
                  <a:pt x="1568" y="403"/>
                </a:lnTo>
                <a:lnTo>
                  <a:pt x="1566" y="407"/>
                </a:lnTo>
                <a:lnTo>
                  <a:pt x="1567" y="408"/>
                </a:lnTo>
                <a:lnTo>
                  <a:pt x="1567" y="409"/>
                </a:lnTo>
                <a:lnTo>
                  <a:pt x="1574" y="408"/>
                </a:lnTo>
                <a:lnTo>
                  <a:pt x="1577" y="406"/>
                </a:lnTo>
                <a:lnTo>
                  <a:pt x="1579" y="406"/>
                </a:lnTo>
                <a:lnTo>
                  <a:pt x="1582" y="407"/>
                </a:lnTo>
                <a:lnTo>
                  <a:pt x="1585" y="406"/>
                </a:lnTo>
                <a:lnTo>
                  <a:pt x="1586" y="406"/>
                </a:lnTo>
                <a:lnTo>
                  <a:pt x="1588" y="407"/>
                </a:lnTo>
                <a:lnTo>
                  <a:pt x="1589" y="406"/>
                </a:lnTo>
                <a:lnTo>
                  <a:pt x="1590" y="407"/>
                </a:lnTo>
                <a:lnTo>
                  <a:pt x="1593" y="408"/>
                </a:lnTo>
                <a:lnTo>
                  <a:pt x="1593" y="409"/>
                </a:lnTo>
                <a:lnTo>
                  <a:pt x="1593" y="410"/>
                </a:lnTo>
                <a:lnTo>
                  <a:pt x="1594" y="410"/>
                </a:lnTo>
                <a:lnTo>
                  <a:pt x="1595" y="412"/>
                </a:lnTo>
                <a:lnTo>
                  <a:pt x="1597" y="412"/>
                </a:lnTo>
                <a:lnTo>
                  <a:pt x="1598" y="412"/>
                </a:lnTo>
                <a:lnTo>
                  <a:pt x="1598" y="413"/>
                </a:lnTo>
                <a:lnTo>
                  <a:pt x="1599" y="414"/>
                </a:lnTo>
                <a:lnTo>
                  <a:pt x="1601" y="414"/>
                </a:lnTo>
                <a:lnTo>
                  <a:pt x="1602" y="415"/>
                </a:lnTo>
                <a:lnTo>
                  <a:pt x="1605" y="415"/>
                </a:lnTo>
                <a:lnTo>
                  <a:pt x="1607" y="415"/>
                </a:lnTo>
                <a:lnTo>
                  <a:pt x="1609" y="416"/>
                </a:lnTo>
                <a:lnTo>
                  <a:pt x="1611" y="417"/>
                </a:lnTo>
                <a:lnTo>
                  <a:pt x="1613" y="417"/>
                </a:lnTo>
                <a:lnTo>
                  <a:pt x="1612" y="415"/>
                </a:lnTo>
                <a:lnTo>
                  <a:pt x="1616" y="412"/>
                </a:lnTo>
                <a:lnTo>
                  <a:pt x="1618" y="412"/>
                </a:lnTo>
                <a:lnTo>
                  <a:pt x="1619" y="413"/>
                </a:lnTo>
                <a:lnTo>
                  <a:pt x="1620" y="414"/>
                </a:lnTo>
                <a:lnTo>
                  <a:pt x="1621" y="416"/>
                </a:lnTo>
                <a:lnTo>
                  <a:pt x="1622" y="418"/>
                </a:lnTo>
                <a:lnTo>
                  <a:pt x="1623" y="418"/>
                </a:lnTo>
                <a:lnTo>
                  <a:pt x="1626" y="419"/>
                </a:lnTo>
                <a:lnTo>
                  <a:pt x="1628" y="421"/>
                </a:lnTo>
                <a:lnTo>
                  <a:pt x="1629" y="420"/>
                </a:lnTo>
                <a:lnTo>
                  <a:pt x="1630" y="420"/>
                </a:lnTo>
                <a:lnTo>
                  <a:pt x="1633" y="421"/>
                </a:lnTo>
                <a:lnTo>
                  <a:pt x="1638" y="421"/>
                </a:lnTo>
                <a:lnTo>
                  <a:pt x="1639" y="422"/>
                </a:lnTo>
                <a:lnTo>
                  <a:pt x="1641" y="421"/>
                </a:lnTo>
                <a:lnTo>
                  <a:pt x="1642" y="421"/>
                </a:lnTo>
                <a:lnTo>
                  <a:pt x="1650" y="420"/>
                </a:lnTo>
                <a:lnTo>
                  <a:pt x="1658" y="420"/>
                </a:lnTo>
                <a:lnTo>
                  <a:pt x="1662" y="420"/>
                </a:lnTo>
                <a:lnTo>
                  <a:pt x="1664" y="420"/>
                </a:lnTo>
                <a:lnTo>
                  <a:pt x="1666" y="420"/>
                </a:lnTo>
                <a:lnTo>
                  <a:pt x="1668" y="420"/>
                </a:lnTo>
                <a:lnTo>
                  <a:pt x="1672" y="420"/>
                </a:lnTo>
                <a:lnTo>
                  <a:pt x="1676" y="420"/>
                </a:lnTo>
                <a:lnTo>
                  <a:pt x="1681" y="422"/>
                </a:lnTo>
                <a:lnTo>
                  <a:pt x="1686" y="425"/>
                </a:lnTo>
                <a:lnTo>
                  <a:pt x="1689" y="427"/>
                </a:lnTo>
                <a:lnTo>
                  <a:pt x="1690" y="426"/>
                </a:lnTo>
                <a:lnTo>
                  <a:pt x="1691" y="426"/>
                </a:lnTo>
                <a:lnTo>
                  <a:pt x="1692" y="426"/>
                </a:lnTo>
                <a:lnTo>
                  <a:pt x="1696" y="425"/>
                </a:lnTo>
                <a:lnTo>
                  <a:pt x="1699" y="427"/>
                </a:lnTo>
                <a:lnTo>
                  <a:pt x="1705" y="426"/>
                </a:lnTo>
                <a:lnTo>
                  <a:pt x="1712" y="428"/>
                </a:lnTo>
                <a:lnTo>
                  <a:pt x="1715" y="428"/>
                </a:lnTo>
                <a:lnTo>
                  <a:pt x="1717" y="426"/>
                </a:lnTo>
                <a:lnTo>
                  <a:pt x="1719" y="426"/>
                </a:lnTo>
                <a:lnTo>
                  <a:pt x="1721" y="426"/>
                </a:lnTo>
                <a:lnTo>
                  <a:pt x="1727" y="426"/>
                </a:lnTo>
                <a:lnTo>
                  <a:pt x="1730" y="425"/>
                </a:lnTo>
                <a:lnTo>
                  <a:pt x="1732" y="425"/>
                </a:lnTo>
                <a:lnTo>
                  <a:pt x="1733" y="425"/>
                </a:lnTo>
                <a:lnTo>
                  <a:pt x="1734" y="424"/>
                </a:lnTo>
                <a:lnTo>
                  <a:pt x="1735" y="424"/>
                </a:lnTo>
                <a:lnTo>
                  <a:pt x="1738" y="423"/>
                </a:lnTo>
                <a:lnTo>
                  <a:pt x="1744" y="424"/>
                </a:lnTo>
                <a:lnTo>
                  <a:pt x="1747" y="423"/>
                </a:lnTo>
                <a:lnTo>
                  <a:pt x="1749" y="424"/>
                </a:lnTo>
                <a:lnTo>
                  <a:pt x="1751" y="425"/>
                </a:lnTo>
                <a:lnTo>
                  <a:pt x="1751" y="426"/>
                </a:lnTo>
                <a:lnTo>
                  <a:pt x="1752" y="426"/>
                </a:lnTo>
                <a:lnTo>
                  <a:pt x="1755" y="427"/>
                </a:lnTo>
                <a:lnTo>
                  <a:pt x="1756" y="427"/>
                </a:lnTo>
                <a:lnTo>
                  <a:pt x="1756" y="428"/>
                </a:lnTo>
                <a:lnTo>
                  <a:pt x="1757" y="428"/>
                </a:lnTo>
                <a:lnTo>
                  <a:pt x="1758" y="427"/>
                </a:lnTo>
                <a:lnTo>
                  <a:pt x="1759" y="427"/>
                </a:lnTo>
                <a:lnTo>
                  <a:pt x="1760" y="427"/>
                </a:lnTo>
                <a:lnTo>
                  <a:pt x="1761" y="427"/>
                </a:lnTo>
                <a:lnTo>
                  <a:pt x="1762" y="427"/>
                </a:lnTo>
                <a:lnTo>
                  <a:pt x="1763" y="427"/>
                </a:lnTo>
                <a:lnTo>
                  <a:pt x="1765" y="427"/>
                </a:lnTo>
                <a:lnTo>
                  <a:pt x="1766" y="428"/>
                </a:lnTo>
                <a:lnTo>
                  <a:pt x="1771" y="427"/>
                </a:lnTo>
                <a:lnTo>
                  <a:pt x="1772" y="427"/>
                </a:lnTo>
                <a:lnTo>
                  <a:pt x="1773" y="427"/>
                </a:lnTo>
                <a:lnTo>
                  <a:pt x="1779" y="429"/>
                </a:lnTo>
                <a:lnTo>
                  <a:pt x="1780" y="429"/>
                </a:lnTo>
                <a:lnTo>
                  <a:pt x="1782" y="429"/>
                </a:lnTo>
                <a:lnTo>
                  <a:pt x="1784" y="430"/>
                </a:lnTo>
                <a:lnTo>
                  <a:pt x="1786" y="430"/>
                </a:lnTo>
                <a:lnTo>
                  <a:pt x="1786" y="429"/>
                </a:lnTo>
                <a:lnTo>
                  <a:pt x="1788" y="429"/>
                </a:lnTo>
                <a:lnTo>
                  <a:pt x="1789" y="430"/>
                </a:lnTo>
                <a:lnTo>
                  <a:pt x="1790" y="430"/>
                </a:lnTo>
                <a:lnTo>
                  <a:pt x="1791" y="430"/>
                </a:lnTo>
                <a:lnTo>
                  <a:pt x="1792" y="430"/>
                </a:lnTo>
                <a:lnTo>
                  <a:pt x="1793" y="430"/>
                </a:lnTo>
                <a:lnTo>
                  <a:pt x="1794" y="431"/>
                </a:lnTo>
                <a:lnTo>
                  <a:pt x="1795" y="431"/>
                </a:lnTo>
                <a:lnTo>
                  <a:pt x="1795" y="432"/>
                </a:lnTo>
                <a:lnTo>
                  <a:pt x="1796" y="433"/>
                </a:lnTo>
                <a:lnTo>
                  <a:pt x="1797" y="433"/>
                </a:lnTo>
                <a:lnTo>
                  <a:pt x="1798" y="433"/>
                </a:lnTo>
                <a:lnTo>
                  <a:pt x="1800" y="433"/>
                </a:lnTo>
                <a:lnTo>
                  <a:pt x="1801" y="432"/>
                </a:lnTo>
                <a:lnTo>
                  <a:pt x="1802" y="432"/>
                </a:lnTo>
                <a:lnTo>
                  <a:pt x="1803" y="433"/>
                </a:lnTo>
                <a:lnTo>
                  <a:pt x="1803" y="431"/>
                </a:lnTo>
                <a:lnTo>
                  <a:pt x="1804" y="431"/>
                </a:lnTo>
                <a:lnTo>
                  <a:pt x="1805" y="432"/>
                </a:lnTo>
                <a:lnTo>
                  <a:pt x="1807" y="433"/>
                </a:lnTo>
                <a:lnTo>
                  <a:pt x="1810" y="434"/>
                </a:lnTo>
                <a:lnTo>
                  <a:pt x="1811" y="435"/>
                </a:lnTo>
                <a:lnTo>
                  <a:pt x="1813" y="436"/>
                </a:lnTo>
                <a:lnTo>
                  <a:pt x="1816" y="437"/>
                </a:lnTo>
                <a:lnTo>
                  <a:pt x="1818" y="438"/>
                </a:lnTo>
                <a:lnTo>
                  <a:pt x="1820" y="439"/>
                </a:lnTo>
                <a:lnTo>
                  <a:pt x="1822" y="439"/>
                </a:lnTo>
                <a:lnTo>
                  <a:pt x="1822" y="440"/>
                </a:lnTo>
                <a:lnTo>
                  <a:pt x="1822" y="441"/>
                </a:lnTo>
                <a:lnTo>
                  <a:pt x="1823" y="442"/>
                </a:lnTo>
                <a:lnTo>
                  <a:pt x="1824" y="442"/>
                </a:lnTo>
                <a:lnTo>
                  <a:pt x="1826" y="443"/>
                </a:lnTo>
                <a:lnTo>
                  <a:pt x="1831" y="445"/>
                </a:lnTo>
                <a:lnTo>
                  <a:pt x="1832" y="446"/>
                </a:lnTo>
                <a:lnTo>
                  <a:pt x="1839" y="449"/>
                </a:lnTo>
                <a:lnTo>
                  <a:pt x="1843" y="451"/>
                </a:lnTo>
                <a:lnTo>
                  <a:pt x="1846" y="452"/>
                </a:lnTo>
                <a:lnTo>
                  <a:pt x="1850" y="454"/>
                </a:lnTo>
                <a:lnTo>
                  <a:pt x="1854" y="455"/>
                </a:lnTo>
                <a:lnTo>
                  <a:pt x="1862" y="460"/>
                </a:lnTo>
                <a:lnTo>
                  <a:pt x="1865" y="461"/>
                </a:lnTo>
                <a:lnTo>
                  <a:pt x="1867" y="462"/>
                </a:lnTo>
                <a:lnTo>
                  <a:pt x="1868" y="463"/>
                </a:lnTo>
                <a:lnTo>
                  <a:pt x="1868" y="464"/>
                </a:lnTo>
                <a:lnTo>
                  <a:pt x="1872" y="467"/>
                </a:lnTo>
                <a:lnTo>
                  <a:pt x="1873" y="469"/>
                </a:lnTo>
                <a:lnTo>
                  <a:pt x="1877" y="470"/>
                </a:lnTo>
                <a:lnTo>
                  <a:pt x="1878" y="471"/>
                </a:lnTo>
                <a:lnTo>
                  <a:pt x="1879" y="473"/>
                </a:lnTo>
                <a:lnTo>
                  <a:pt x="1880" y="475"/>
                </a:lnTo>
                <a:lnTo>
                  <a:pt x="1880" y="476"/>
                </a:lnTo>
                <a:lnTo>
                  <a:pt x="1879" y="477"/>
                </a:lnTo>
                <a:lnTo>
                  <a:pt x="1880" y="477"/>
                </a:lnTo>
                <a:lnTo>
                  <a:pt x="1880" y="478"/>
                </a:lnTo>
                <a:lnTo>
                  <a:pt x="1883" y="477"/>
                </a:lnTo>
                <a:lnTo>
                  <a:pt x="1884" y="477"/>
                </a:lnTo>
                <a:lnTo>
                  <a:pt x="1888" y="478"/>
                </a:lnTo>
                <a:lnTo>
                  <a:pt x="1892" y="479"/>
                </a:lnTo>
                <a:lnTo>
                  <a:pt x="1896" y="482"/>
                </a:lnTo>
                <a:lnTo>
                  <a:pt x="1903" y="484"/>
                </a:lnTo>
                <a:lnTo>
                  <a:pt x="1909" y="490"/>
                </a:lnTo>
                <a:lnTo>
                  <a:pt x="1910" y="491"/>
                </a:lnTo>
                <a:lnTo>
                  <a:pt x="1912" y="495"/>
                </a:lnTo>
                <a:lnTo>
                  <a:pt x="1914" y="496"/>
                </a:lnTo>
                <a:lnTo>
                  <a:pt x="1916" y="496"/>
                </a:lnTo>
                <a:lnTo>
                  <a:pt x="1917" y="496"/>
                </a:lnTo>
                <a:lnTo>
                  <a:pt x="1918" y="496"/>
                </a:lnTo>
                <a:lnTo>
                  <a:pt x="1919" y="496"/>
                </a:lnTo>
                <a:lnTo>
                  <a:pt x="1921" y="497"/>
                </a:lnTo>
                <a:lnTo>
                  <a:pt x="1923" y="498"/>
                </a:lnTo>
                <a:lnTo>
                  <a:pt x="1924" y="498"/>
                </a:lnTo>
                <a:lnTo>
                  <a:pt x="1925" y="498"/>
                </a:lnTo>
                <a:lnTo>
                  <a:pt x="1927" y="499"/>
                </a:lnTo>
                <a:lnTo>
                  <a:pt x="1928" y="499"/>
                </a:lnTo>
                <a:lnTo>
                  <a:pt x="1929" y="499"/>
                </a:lnTo>
                <a:lnTo>
                  <a:pt x="1930" y="500"/>
                </a:lnTo>
                <a:lnTo>
                  <a:pt x="1930" y="499"/>
                </a:lnTo>
                <a:lnTo>
                  <a:pt x="1931" y="500"/>
                </a:lnTo>
                <a:lnTo>
                  <a:pt x="1933" y="500"/>
                </a:lnTo>
                <a:lnTo>
                  <a:pt x="1933" y="501"/>
                </a:lnTo>
                <a:lnTo>
                  <a:pt x="1934" y="502"/>
                </a:lnTo>
                <a:lnTo>
                  <a:pt x="1936" y="503"/>
                </a:lnTo>
                <a:lnTo>
                  <a:pt x="1938" y="505"/>
                </a:lnTo>
                <a:lnTo>
                  <a:pt x="1941" y="504"/>
                </a:lnTo>
                <a:lnTo>
                  <a:pt x="1949" y="503"/>
                </a:lnTo>
                <a:lnTo>
                  <a:pt x="1955" y="503"/>
                </a:lnTo>
                <a:lnTo>
                  <a:pt x="1966" y="501"/>
                </a:lnTo>
                <a:lnTo>
                  <a:pt x="1975" y="500"/>
                </a:lnTo>
                <a:lnTo>
                  <a:pt x="1977" y="501"/>
                </a:lnTo>
                <a:lnTo>
                  <a:pt x="1976" y="503"/>
                </a:lnTo>
                <a:lnTo>
                  <a:pt x="1975" y="506"/>
                </a:lnTo>
                <a:lnTo>
                  <a:pt x="1972" y="507"/>
                </a:lnTo>
                <a:lnTo>
                  <a:pt x="1970" y="513"/>
                </a:lnTo>
                <a:lnTo>
                  <a:pt x="1969" y="522"/>
                </a:lnTo>
                <a:lnTo>
                  <a:pt x="1967" y="529"/>
                </a:lnTo>
                <a:lnTo>
                  <a:pt x="1972" y="529"/>
                </a:lnTo>
                <a:lnTo>
                  <a:pt x="1976" y="531"/>
                </a:lnTo>
                <a:lnTo>
                  <a:pt x="1981" y="531"/>
                </a:lnTo>
                <a:lnTo>
                  <a:pt x="1985" y="531"/>
                </a:lnTo>
                <a:lnTo>
                  <a:pt x="1988" y="535"/>
                </a:lnTo>
                <a:lnTo>
                  <a:pt x="1989" y="537"/>
                </a:lnTo>
                <a:lnTo>
                  <a:pt x="1990" y="539"/>
                </a:lnTo>
                <a:lnTo>
                  <a:pt x="1991" y="541"/>
                </a:lnTo>
                <a:lnTo>
                  <a:pt x="1992" y="543"/>
                </a:lnTo>
                <a:lnTo>
                  <a:pt x="1994" y="547"/>
                </a:lnTo>
                <a:lnTo>
                  <a:pt x="1996" y="554"/>
                </a:lnTo>
                <a:lnTo>
                  <a:pt x="1999" y="560"/>
                </a:lnTo>
                <a:lnTo>
                  <a:pt x="2002" y="565"/>
                </a:lnTo>
                <a:lnTo>
                  <a:pt x="2002" y="567"/>
                </a:lnTo>
                <a:lnTo>
                  <a:pt x="2004" y="571"/>
                </a:lnTo>
                <a:lnTo>
                  <a:pt x="2004" y="573"/>
                </a:lnTo>
                <a:lnTo>
                  <a:pt x="2011" y="585"/>
                </a:lnTo>
                <a:lnTo>
                  <a:pt x="2015" y="591"/>
                </a:lnTo>
                <a:lnTo>
                  <a:pt x="2017" y="605"/>
                </a:lnTo>
                <a:lnTo>
                  <a:pt x="2020" y="609"/>
                </a:lnTo>
                <a:lnTo>
                  <a:pt x="2022" y="611"/>
                </a:lnTo>
                <a:lnTo>
                  <a:pt x="2028" y="616"/>
                </a:lnTo>
                <a:lnTo>
                  <a:pt x="2028" y="617"/>
                </a:lnTo>
                <a:lnTo>
                  <a:pt x="2038" y="625"/>
                </a:lnTo>
                <a:lnTo>
                  <a:pt x="2061" y="644"/>
                </a:lnTo>
                <a:lnTo>
                  <a:pt x="2063" y="66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15" name=""/>
          <p:cNvSpPr/>
          <p:nvPr/>
        </p:nvSpPr>
        <p:spPr>
          <a:xfrm>
            <a:off x="4624560" y="21402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16" name=""/>
          <p:cNvSpPr/>
          <p:nvPr/>
        </p:nvSpPr>
        <p:spPr>
          <a:xfrm>
            <a:off x="4604040" y="21373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3"/>
                </a:move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17" name=""/>
          <p:cNvSpPr/>
          <p:nvPr/>
        </p:nvSpPr>
        <p:spPr>
          <a:xfrm>
            <a:off x="4610160" y="21358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1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18" name=""/>
          <p:cNvSpPr/>
          <p:nvPr/>
        </p:nvSpPr>
        <p:spPr>
          <a:xfrm>
            <a:off x="4612320" y="21358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19" name=""/>
          <p:cNvSpPr/>
          <p:nvPr/>
        </p:nvSpPr>
        <p:spPr>
          <a:xfrm>
            <a:off x="4607280" y="2135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0" name=""/>
          <p:cNvSpPr/>
          <p:nvPr/>
        </p:nvSpPr>
        <p:spPr>
          <a:xfrm>
            <a:off x="4606920" y="21355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1" name=""/>
          <p:cNvSpPr/>
          <p:nvPr/>
        </p:nvSpPr>
        <p:spPr>
          <a:xfrm>
            <a:off x="4607280" y="21315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3" y="2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2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2" name=""/>
          <p:cNvSpPr/>
          <p:nvPr/>
        </p:nvSpPr>
        <p:spPr>
          <a:xfrm>
            <a:off x="4606560" y="213084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2" y="1"/>
                </a:moveTo>
                <a:lnTo>
                  <a:pt x="2" y="0"/>
                </a:lnTo>
                <a:lnTo>
                  <a:pt x="2" y="1"/>
                </a:lnTo>
                <a:lnTo>
                  <a:pt x="2" y="2"/>
                </a:lnTo>
                <a:lnTo>
                  <a:pt x="3" y="4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3" name=""/>
          <p:cNvSpPr/>
          <p:nvPr/>
        </p:nvSpPr>
        <p:spPr>
          <a:xfrm>
            <a:off x="4600800" y="21301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4" name=""/>
          <p:cNvSpPr/>
          <p:nvPr/>
        </p:nvSpPr>
        <p:spPr>
          <a:xfrm>
            <a:off x="4606920" y="212724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2" y="2"/>
                </a:move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5" name=""/>
          <p:cNvSpPr/>
          <p:nvPr/>
        </p:nvSpPr>
        <p:spPr>
          <a:xfrm>
            <a:off x="4623120" y="2126160"/>
            <a:ext cx="3240" cy="3240"/>
          </a:xfrm>
          <a:custGeom>
            <a:avLst/>
            <a:gdLst/>
            <a:ahLst/>
            <a:rect l="0" t="0" r="r" b="b"/>
            <a:pathLst>
              <a:path w="9" h="9">
                <a:moveTo>
                  <a:pt x="9" y="2"/>
                </a:moveTo>
                <a:lnTo>
                  <a:pt x="8" y="2"/>
                </a:lnTo>
                <a:lnTo>
                  <a:pt x="8" y="3"/>
                </a:lnTo>
                <a:lnTo>
                  <a:pt x="7" y="3"/>
                </a:lnTo>
                <a:lnTo>
                  <a:pt x="7" y="4"/>
                </a:lnTo>
                <a:lnTo>
                  <a:pt x="6" y="4"/>
                </a:lnTo>
                <a:lnTo>
                  <a:pt x="6" y="5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3" y="7"/>
                </a:lnTo>
                <a:lnTo>
                  <a:pt x="3" y="9"/>
                </a:lnTo>
                <a:lnTo>
                  <a:pt x="1" y="9"/>
                </a:lnTo>
                <a:lnTo>
                  <a:pt x="1" y="7"/>
                </a:lnTo>
                <a:lnTo>
                  <a:pt x="3" y="7"/>
                </a:lnTo>
                <a:lnTo>
                  <a:pt x="1" y="6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5"/>
                </a:lnTo>
                <a:lnTo>
                  <a:pt x="3" y="4"/>
                </a:lnTo>
                <a:lnTo>
                  <a:pt x="4" y="4"/>
                </a:lnTo>
                <a:lnTo>
                  <a:pt x="5" y="3"/>
                </a:lnTo>
                <a:lnTo>
                  <a:pt x="6" y="3"/>
                </a:lnTo>
                <a:lnTo>
                  <a:pt x="6" y="2"/>
                </a:lnTo>
                <a:lnTo>
                  <a:pt x="7" y="2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9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6" name=""/>
          <p:cNvSpPr/>
          <p:nvPr/>
        </p:nvSpPr>
        <p:spPr>
          <a:xfrm>
            <a:off x="4608000" y="2122920"/>
            <a:ext cx="5400" cy="4320"/>
          </a:xfrm>
          <a:custGeom>
            <a:avLst/>
            <a:gdLst/>
            <a:ahLst/>
            <a:rect l="0" t="0" r="r" b="b"/>
            <a:pathLst>
              <a:path w="15" h="12">
                <a:moveTo>
                  <a:pt x="11" y="1"/>
                </a:moveTo>
                <a:lnTo>
                  <a:pt x="11" y="2"/>
                </a:lnTo>
                <a:lnTo>
                  <a:pt x="13" y="2"/>
                </a:lnTo>
                <a:lnTo>
                  <a:pt x="13" y="1"/>
                </a:lnTo>
                <a:lnTo>
                  <a:pt x="14" y="2"/>
                </a:lnTo>
                <a:lnTo>
                  <a:pt x="14" y="3"/>
                </a:lnTo>
                <a:lnTo>
                  <a:pt x="14" y="4"/>
                </a:lnTo>
                <a:lnTo>
                  <a:pt x="14" y="5"/>
                </a:lnTo>
                <a:lnTo>
                  <a:pt x="15" y="5"/>
                </a:lnTo>
                <a:lnTo>
                  <a:pt x="15" y="6"/>
                </a:lnTo>
                <a:lnTo>
                  <a:pt x="14" y="6"/>
                </a:lnTo>
                <a:lnTo>
                  <a:pt x="13" y="6"/>
                </a:lnTo>
                <a:lnTo>
                  <a:pt x="14" y="6"/>
                </a:lnTo>
                <a:lnTo>
                  <a:pt x="14" y="5"/>
                </a:lnTo>
                <a:lnTo>
                  <a:pt x="13" y="5"/>
                </a:lnTo>
                <a:lnTo>
                  <a:pt x="11" y="5"/>
                </a:lnTo>
                <a:lnTo>
                  <a:pt x="10" y="5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8" y="7"/>
                </a:lnTo>
                <a:lnTo>
                  <a:pt x="7" y="7"/>
                </a:lnTo>
                <a:lnTo>
                  <a:pt x="7" y="9"/>
                </a:lnTo>
                <a:lnTo>
                  <a:pt x="6" y="9"/>
                </a:lnTo>
                <a:lnTo>
                  <a:pt x="6" y="10"/>
                </a:lnTo>
                <a:lnTo>
                  <a:pt x="7" y="10"/>
                </a:lnTo>
                <a:lnTo>
                  <a:pt x="6" y="11"/>
                </a:lnTo>
                <a:lnTo>
                  <a:pt x="5" y="11"/>
                </a:lnTo>
                <a:lnTo>
                  <a:pt x="4" y="11"/>
                </a:lnTo>
                <a:lnTo>
                  <a:pt x="4" y="12"/>
                </a:lnTo>
                <a:lnTo>
                  <a:pt x="3" y="12"/>
                </a:lnTo>
                <a:lnTo>
                  <a:pt x="3" y="11"/>
                </a:lnTo>
                <a:lnTo>
                  <a:pt x="3" y="10"/>
                </a:lnTo>
                <a:lnTo>
                  <a:pt x="2" y="10"/>
                </a:lnTo>
                <a:lnTo>
                  <a:pt x="1" y="9"/>
                </a:lnTo>
                <a:lnTo>
                  <a:pt x="2" y="9"/>
                </a:lnTo>
                <a:lnTo>
                  <a:pt x="1" y="9"/>
                </a:lnTo>
                <a:lnTo>
                  <a:pt x="1" y="7"/>
                </a:lnTo>
                <a:lnTo>
                  <a:pt x="0" y="7"/>
                </a:lnTo>
                <a:lnTo>
                  <a:pt x="1" y="7"/>
                </a:lnTo>
                <a:lnTo>
                  <a:pt x="1" y="6"/>
                </a:lnTo>
                <a:lnTo>
                  <a:pt x="1" y="7"/>
                </a:lnTo>
                <a:lnTo>
                  <a:pt x="2" y="7"/>
                </a:lnTo>
                <a:lnTo>
                  <a:pt x="2" y="9"/>
                </a:lnTo>
                <a:lnTo>
                  <a:pt x="2" y="10"/>
                </a:lnTo>
                <a:lnTo>
                  <a:pt x="2" y="9"/>
                </a:lnTo>
                <a:lnTo>
                  <a:pt x="3" y="9"/>
                </a:lnTo>
                <a:lnTo>
                  <a:pt x="3" y="10"/>
                </a:lnTo>
                <a:lnTo>
                  <a:pt x="4" y="10"/>
                </a:lnTo>
                <a:lnTo>
                  <a:pt x="4" y="9"/>
                </a:lnTo>
                <a:lnTo>
                  <a:pt x="5" y="9"/>
                </a:lnTo>
                <a:lnTo>
                  <a:pt x="5" y="10"/>
                </a:lnTo>
                <a:lnTo>
                  <a:pt x="6" y="9"/>
                </a:lnTo>
                <a:lnTo>
                  <a:pt x="5" y="9"/>
                </a:lnTo>
                <a:lnTo>
                  <a:pt x="5" y="7"/>
                </a:lnTo>
                <a:lnTo>
                  <a:pt x="6" y="7"/>
                </a:lnTo>
                <a:lnTo>
                  <a:pt x="6" y="6"/>
                </a:lnTo>
                <a:lnTo>
                  <a:pt x="5" y="6"/>
                </a:lnTo>
                <a:lnTo>
                  <a:pt x="4" y="6"/>
                </a:lnTo>
                <a:lnTo>
                  <a:pt x="3" y="7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2" y="6"/>
                </a:lnTo>
                <a:lnTo>
                  <a:pt x="3" y="6"/>
                </a:lnTo>
                <a:lnTo>
                  <a:pt x="4" y="6"/>
                </a:lnTo>
                <a:lnTo>
                  <a:pt x="4" y="5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4" y="3"/>
                </a:ln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6" y="3"/>
                </a:lnTo>
                <a:lnTo>
                  <a:pt x="6" y="2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9" y="1"/>
                </a:lnTo>
                <a:lnTo>
                  <a:pt x="8" y="1"/>
                </a:lnTo>
                <a:lnTo>
                  <a:pt x="8" y="3"/>
                </a:lnTo>
                <a:lnTo>
                  <a:pt x="9" y="3"/>
                </a:lnTo>
                <a:lnTo>
                  <a:pt x="9" y="2"/>
                </a:lnTo>
                <a:lnTo>
                  <a:pt x="9" y="1"/>
                </a:lnTo>
                <a:lnTo>
                  <a:pt x="9" y="2"/>
                </a:lnTo>
                <a:lnTo>
                  <a:pt x="10" y="2"/>
                </a:lnTo>
                <a:lnTo>
                  <a:pt x="9" y="2"/>
                </a:lnTo>
                <a:lnTo>
                  <a:pt x="10" y="2"/>
                </a:lnTo>
                <a:lnTo>
                  <a:pt x="10" y="1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7" name=""/>
          <p:cNvSpPr/>
          <p:nvPr/>
        </p:nvSpPr>
        <p:spPr>
          <a:xfrm>
            <a:off x="4605840" y="2121480"/>
            <a:ext cx="3240" cy="3600"/>
          </a:xfrm>
          <a:custGeom>
            <a:avLst/>
            <a:gdLst/>
            <a:ahLst/>
            <a:rect l="0" t="0" r="r" b="b"/>
            <a:pathLst>
              <a:path w="9" h="10">
                <a:moveTo>
                  <a:pt x="6" y="1"/>
                </a:moveTo>
                <a:lnTo>
                  <a:pt x="7" y="1"/>
                </a:lnTo>
                <a:lnTo>
                  <a:pt x="9" y="1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  <a:lnTo>
                  <a:pt x="6" y="4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6"/>
                </a:lnTo>
                <a:lnTo>
                  <a:pt x="5" y="8"/>
                </a:lnTo>
                <a:lnTo>
                  <a:pt x="5" y="9"/>
                </a:lnTo>
                <a:lnTo>
                  <a:pt x="5" y="10"/>
                </a:lnTo>
                <a:lnTo>
                  <a:pt x="4" y="10"/>
                </a:lnTo>
                <a:lnTo>
                  <a:pt x="4" y="9"/>
                </a:lnTo>
                <a:lnTo>
                  <a:pt x="3" y="9"/>
                </a:lnTo>
                <a:lnTo>
                  <a:pt x="3" y="10"/>
                </a:lnTo>
                <a:lnTo>
                  <a:pt x="2" y="10"/>
                </a:lnTo>
                <a:lnTo>
                  <a:pt x="0" y="10"/>
                </a:lnTo>
                <a:lnTo>
                  <a:pt x="2" y="9"/>
                </a:lnTo>
                <a:lnTo>
                  <a:pt x="3" y="9"/>
                </a:lnTo>
                <a:lnTo>
                  <a:pt x="4" y="9"/>
                </a:lnTo>
                <a:lnTo>
                  <a:pt x="4" y="8"/>
                </a:lnTo>
                <a:lnTo>
                  <a:pt x="4" y="6"/>
                </a:lnTo>
                <a:lnTo>
                  <a:pt x="3" y="6"/>
                </a:lnTo>
                <a:lnTo>
                  <a:pt x="3" y="5"/>
                </a:lnTo>
                <a:lnTo>
                  <a:pt x="4" y="5"/>
                </a:lnTo>
                <a:lnTo>
                  <a:pt x="4" y="6"/>
                </a:lnTo>
                <a:lnTo>
                  <a:pt x="4" y="5"/>
                </a:lnTo>
                <a:lnTo>
                  <a:pt x="4" y="4"/>
                </a:lnTo>
                <a:lnTo>
                  <a:pt x="4" y="3"/>
                </a:lnTo>
                <a:lnTo>
                  <a:pt x="4" y="2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8" name=""/>
          <p:cNvSpPr/>
          <p:nvPr/>
        </p:nvSpPr>
        <p:spPr>
          <a:xfrm>
            <a:off x="4609800" y="21225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9" name=""/>
          <p:cNvSpPr/>
          <p:nvPr/>
        </p:nvSpPr>
        <p:spPr>
          <a:xfrm>
            <a:off x="4608360" y="212040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5" y="1"/>
                </a:moveTo>
                <a:lnTo>
                  <a:pt x="6" y="1"/>
                </a:lnTo>
                <a:lnTo>
                  <a:pt x="6" y="2"/>
                </a:lnTo>
                <a:lnTo>
                  <a:pt x="7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6" y="5"/>
                </a:lnTo>
                <a:lnTo>
                  <a:pt x="6" y="6"/>
                </a:lnTo>
                <a:lnTo>
                  <a:pt x="6" y="5"/>
                </a:lnTo>
                <a:lnTo>
                  <a:pt x="7" y="5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4" y="2"/>
                </a:lnTo>
                <a:lnTo>
                  <a:pt x="3" y="2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30" name=""/>
          <p:cNvSpPr/>
          <p:nvPr/>
        </p:nvSpPr>
        <p:spPr>
          <a:xfrm>
            <a:off x="4607280" y="2121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31" name=""/>
          <p:cNvSpPr/>
          <p:nvPr/>
        </p:nvSpPr>
        <p:spPr>
          <a:xfrm>
            <a:off x="4609800" y="211752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3" y="3"/>
                </a:moveTo>
                <a:lnTo>
                  <a:pt x="1" y="3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32" name=""/>
          <p:cNvSpPr/>
          <p:nvPr/>
        </p:nvSpPr>
        <p:spPr>
          <a:xfrm>
            <a:off x="4674960" y="21837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33" name=""/>
          <p:cNvSpPr/>
          <p:nvPr/>
        </p:nvSpPr>
        <p:spPr>
          <a:xfrm>
            <a:off x="4671720" y="2179080"/>
            <a:ext cx="3600" cy="3600"/>
          </a:xfrm>
          <a:custGeom>
            <a:avLst/>
            <a:gdLst/>
            <a:ahLst/>
            <a:rect l="0" t="0" r="r" b="b"/>
            <a:pathLst>
              <a:path w="10" h="10">
                <a:moveTo>
                  <a:pt x="2" y="0"/>
                </a:move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7" y="0"/>
                </a:lnTo>
                <a:lnTo>
                  <a:pt x="7" y="1"/>
                </a:lnTo>
                <a:lnTo>
                  <a:pt x="7" y="2"/>
                </a:lnTo>
                <a:lnTo>
                  <a:pt x="8" y="3"/>
                </a:lnTo>
                <a:lnTo>
                  <a:pt x="7" y="3"/>
                </a:lnTo>
                <a:lnTo>
                  <a:pt x="7" y="4"/>
                </a:lnTo>
                <a:lnTo>
                  <a:pt x="7" y="5"/>
                </a:lnTo>
                <a:lnTo>
                  <a:pt x="8" y="5"/>
                </a:lnTo>
                <a:lnTo>
                  <a:pt x="8" y="6"/>
                </a:lnTo>
                <a:lnTo>
                  <a:pt x="9" y="6"/>
                </a:lnTo>
                <a:lnTo>
                  <a:pt x="10" y="6"/>
                </a:lnTo>
                <a:lnTo>
                  <a:pt x="10" y="8"/>
                </a:lnTo>
                <a:lnTo>
                  <a:pt x="10" y="9"/>
                </a:lnTo>
                <a:lnTo>
                  <a:pt x="9" y="9"/>
                </a:lnTo>
                <a:lnTo>
                  <a:pt x="9" y="10"/>
                </a:lnTo>
                <a:lnTo>
                  <a:pt x="8" y="10"/>
                </a:lnTo>
                <a:lnTo>
                  <a:pt x="8" y="9"/>
                </a:lnTo>
                <a:lnTo>
                  <a:pt x="7" y="9"/>
                </a:lnTo>
                <a:lnTo>
                  <a:pt x="7" y="8"/>
                </a:lnTo>
                <a:lnTo>
                  <a:pt x="5" y="6"/>
                </a:lnTo>
                <a:lnTo>
                  <a:pt x="4" y="6"/>
                </a:lnTo>
                <a:lnTo>
                  <a:pt x="3" y="6"/>
                </a:lnTo>
                <a:lnTo>
                  <a:pt x="2" y="5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34" name=""/>
          <p:cNvSpPr/>
          <p:nvPr/>
        </p:nvSpPr>
        <p:spPr>
          <a:xfrm>
            <a:off x="4634640" y="216900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0" y="6"/>
                </a:move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2" y="4"/>
                </a:lnTo>
                <a:lnTo>
                  <a:pt x="2" y="6"/>
                </a:lnTo>
                <a:lnTo>
                  <a:pt x="0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35" name=""/>
          <p:cNvSpPr/>
          <p:nvPr/>
        </p:nvSpPr>
        <p:spPr>
          <a:xfrm>
            <a:off x="4631400" y="215964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3" y="1"/>
                </a:moveTo>
                <a:lnTo>
                  <a:pt x="4" y="2"/>
                </a:lnTo>
                <a:lnTo>
                  <a:pt x="4" y="3"/>
                </a:lnTo>
                <a:lnTo>
                  <a:pt x="5" y="5"/>
                </a:lnTo>
                <a:lnTo>
                  <a:pt x="7" y="7"/>
                </a:lnTo>
                <a:lnTo>
                  <a:pt x="5" y="7"/>
                </a:lnTo>
                <a:lnTo>
                  <a:pt x="5" y="6"/>
                </a:lnTo>
                <a:lnTo>
                  <a:pt x="3" y="3"/>
                </a:lnTo>
                <a:lnTo>
                  <a:pt x="3" y="2"/>
                </a:lnTo>
                <a:lnTo>
                  <a:pt x="2" y="1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36" name=""/>
          <p:cNvSpPr/>
          <p:nvPr/>
        </p:nvSpPr>
        <p:spPr>
          <a:xfrm>
            <a:off x="4672080" y="21582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37" name=""/>
          <p:cNvSpPr/>
          <p:nvPr/>
        </p:nvSpPr>
        <p:spPr>
          <a:xfrm>
            <a:off x="4670640" y="215712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3" y="1"/>
                </a:moveTo>
                <a:lnTo>
                  <a:pt x="3" y="0"/>
                </a:lnTo>
                <a:lnTo>
                  <a:pt x="5" y="1"/>
                </a:lnTo>
                <a:lnTo>
                  <a:pt x="5" y="3"/>
                </a:lnTo>
                <a:lnTo>
                  <a:pt x="3" y="4"/>
                </a:lnTo>
                <a:lnTo>
                  <a:pt x="5" y="4"/>
                </a:lnTo>
                <a:lnTo>
                  <a:pt x="3" y="4"/>
                </a:lnTo>
                <a:lnTo>
                  <a:pt x="3" y="5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38" name=""/>
          <p:cNvSpPr/>
          <p:nvPr/>
        </p:nvSpPr>
        <p:spPr>
          <a:xfrm>
            <a:off x="4625640" y="21358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39" name=""/>
          <p:cNvSpPr/>
          <p:nvPr/>
        </p:nvSpPr>
        <p:spPr>
          <a:xfrm>
            <a:off x="4627800" y="21261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0" name=""/>
          <p:cNvSpPr/>
          <p:nvPr/>
        </p:nvSpPr>
        <p:spPr>
          <a:xfrm>
            <a:off x="4624200" y="2060640"/>
            <a:ext cx="64080" cy="125640"/>
          </a:xfrm>
          <a:custGeom>
            <a:avLst/>
            <a:gdLst/>
            <a:ahLst/>
            <a:rect l="0" t="0" r="r" b="b"/>
            <a:pathLst>
              <a:path w="178" h="349">
                <a:moveTo>
                  <a:pt x="138" y="1"/>
                </a:moveTo>
                <a:lnTo>
                  <a:pt x="139" y="0"/>
                </a:lnTo>
                <a:lnTo>
                  <a:pt x="139" y="1"/>
                </a:lnTo>
                <a:lnTo>
                  <a:pt x="140" y="1"/>
                </a:lnTo>
                <a:lnTo>
                  <a:pt x="141" y="1"/>
                </a:lnTo>
                <a:lnTo>
                  <a:pt x="141" y="3"/>
                </a:lnTo>
                <a:lnTo>
                  <a:pt x="142" y="3"/>
                </a:lnTo>
                <a:lnTo>
                  <a:pt x="143" y="3"/>
                </a:lnTo>
                <a:lnTo>
                  <a:pt x="143" y="4"/>
                </a:lnTo>
                <a:lnTo>
                  <a:pt x="144" y="5"/>
                </a:lnTo>
                <a:lnTo>
                  <a:pt x="144" y="6"/>
                </a:lnTo>
                <a:lnTo>
                  <a:pt x="144" y="7"/>
                </a:lnTo>
                <a:lnTo>
                  <a:pt x="144" y="8"/>
                </a:lnTo>
                <a:lnTo>
                  <a:pt x="145" y="8"/>
                </a:lnTo>
                <a:lnTo>
                  <a:pt x="144" y="8"/>
                </a:lnTo>
                <a:lnTo>
                  <a:pt x="145" y="8"/>
                </a:lnTo>
                <a:lnTo>
                  <a:pt x="146" y="8"/>
                </a:lnTo>
                <a:lnTo>
                  <a:pt x="145" y="9"/>
                </a:lnTo>
                <a:lnTo>
                  <a:pt x="146" y="9"/>
                </a:lnTo>
                <a:lnTo>
                  <a:pt x="146" y="10"/>
                </a:lnTo>
                <a:lnTo>
                  <a:pt x="147" y="11"/>
                </a:lnTo>
                <a:lnTo>
                  <a:pt x="148" y="11"/>
                </a:lnTo>
                <a:lnTo>
                  <a:pt x="149" y="11"/>
                </a:lnTo>
                <a:lnTo>
                  <a:pt x="150" y="10"/>
                </a:lnTo>
                <a:lnTo>
                  <a:pt x="150" y="11"/>
                </a:lnTo>
                <a:lnTo>
                  <a:pt x="149" y="11"/>
                </a:lnTo>
                <a:lnTo>
                  <a:pt x="149" y="12"/>
                </a:lnTo>
                <a:lnTo>
                  <a:pt x="149" y="13"/>
                </a:lnTo>
                <a:lnTo>
                  <a:pt x="150" y="13"/>
                </a:lnTo>
                <a:lnTo>
                  <a:pt x="150" y="14"/>
                </a:lnTo>
                <a:lnTo>
                  <a:pt x="151" y="14"/>
                </a:lnTo>
                <a:lnTo>
                  <a:pt x="151" y="15"/>
                </a:lnTo>
                <a:lnTo>
                  <a:pt x="152" y="15"/>
                </a:lnTo>
                <a:lnTo>
                  <a:pt x="153" y="15"/>
                </a:lnTo>
                <a:lnTo>
                  <a:pt x="153" y="16"/>
                </a:lnTo>
                <a:lnTo>
                  <a:pt x="154" y="16"/>
                </a:lnTo>
                <a:lnTo>
                  <a:pt x="155" y="16"/>
                </a:lnTo>
                <a:lnTo>
                  <a:pt x="155" y="17"/>
                </a:lnTo>
                <a:lnTo>
                  <a:pt x="154" y="17"/>
                </a:lnTo>
                <a:lnTo>
                  <a:pt x="154" y="18"/>
                </a:lnTo>
                <a:lnTo>
                  <a:pt x="154" y="17"/>
                </a:lnTo>
                <a:lnTo>
                  <a:pt x="154" y="18"/>
                </a:lnTo>
                <a:lnTo>
                  <a:pt x="154" y="19"/>
                </a:lnTo>
                <a:lnTo>
                  <a:pt x="154" y="18"/>
                </a:lnTo>
                <a:lnTo>
                  <a:pt x="155" y="17"/>
                </a:lnTo>
                <a:lnTo>
                  <a:pt x="156" y="17"/>
                </a:lnTo>
                <a:lnTo>
                  <a:pt x="156" y="16"/>
                </a:lnTo>
                <a:lnTo>
                  <a:pt x="157" y="16"/>
                </a:lnTo>
                <a:lnTo>
                  <a:pt x="157" y="17"/>
                </a:lnTo>
                <a:lnTo>
                  <a:pt x="158" y="17"/>
                </a:lnTo>
                <a:lnTo>
                  <a:pt x="159" y="17"/>
                </a:lnTo>
                <a:lnTo>
                  <a:pt x="160" y="17"/>
                </a:lnTo>
                <a:lnTo>
                  <a:pt x="159" y="17"/>
                </a:lnTo>
                <a:lnTo>
                  <a:pt x="159" y="18"/>
                </a:lnTo>
                <a:lnTo>
                  <a:pt x="160" y="18"/>
                </a:lnTo>
                <a:lnTo>
                  <a:pt x="161" y="18"/>
                </a:lnTo>
                <a:lnTo>
                  <a:pt x="161" y="19"/>
                </a:lnTo>
                <a:lnTo>
                  <a:pt x="162" y="19"/>
                </a:lnTo>
                <a:lnTo>
                  <a:pt x="163" y="19"/>
                </a:lnTo>
                <a:lnTo>
                  <a:pt x="164" y="19"/>
                </a:lnTo>
                <a:lnTo>
                  <a:pt x="166" y="19"/>
                </a:lnTo>
                <a:lnTo>
                  <a:pt x="168" y="19"/>
                </a:lnTo>
                <a:lnTo>
                  <a:pt x="168" y="20"/>
                </a:lnTo>
                <a:lnTo>
                  <a:pt x="169" y="20"/>
                </a:lnTo>
                <a:lnTo>
                  <a:pt x="169" y="19"/>
                </a:lnTo>
                <a:lnTo>
                  <a:pt x="170" y="19"/>
                </a:lnTo>
                <a:lnTo>
                  <a:pt x="171" y="19"/>
                </a:lnTo>
                <a:lnTo>
                  <a:pt x="171" y="20"/>
                </a:lnTo>
                <a:lnTo>
                  <a:pt x="171" y="21"/>
                </a:lnTo>
                <a:lnTo>
                  <a:pt x="171" y="22"/>
                </a:lnTo>
                <a:lnTo>
                  <a:pt x="170" y="22"/>
                </a:lnTo>
                <a:lnTo>
                  <a:pt x="170" y="23"/>
                </a:lnTo>
                <a:lnTo>
                  <a:pt x="170" y="24"/>
                </a:lnTo>
                <a:lnTo>
                  <a:pt x="171" y="24"/>
                </a:lnTo>
                <a:lnTo>
                  <a:pt x="171" y="25"/>
                </a:lnTo>
                <a:lnTo>
                  <a:pt x="172" y="25"/>
                </a:lnTo>
                <a:lnTo>
                  <a:pt x="172" y="26"/>
                </a:lnTo>
                <a:lnTo>
                  <a:pt x="171" y="27"/>
                </a:lnTo>
                <a:lnTo>
                  <a:pt x="171" y="28"/>
                </a:lnTo>
                <a:lnTo>
                  <a:pt x="172" y="28"/>
                </a:lnTo>
                <a:lnTo>
                  <a:pt x="172" y="29"/>
                </a:lnTo>
                <a:lnTo>
                  <a:pt x="172" y="30"/>
                </a:lnTo>
                <a:lnTo>
                  <a:pt x="173" y="30"/>
                </a:lnTo>
                <a:lnTo>
                  <a:pt x="174" y="30"/>
                </a:lnTo>
                <a:lnTo>
                  <a:pt x="175" y="30"/>
                </a:lnTo>
                <a:lnTo>
                  <a:pt x="175" y="29"/>
                </a:lnTo>
                <a:lnTo>
                  <a:pt x="176" y="29"/>
                </a:lnTo>
                <a:lnTo>
                  <a:pt x="177" y="30"/>
                </a:lnTo>
                <a:lnTo>
                  <a:pt x="177" y="31"/>
                </a:lnTo>
                <a:lnTo>
                  <a:pt x="177" y="30"/>
                </a:lnTo>
                <a:lnTo>
                  <a:pt x="178" y="30"/>
                </a:lnTo>
                <a:lnTo>
                  <a:pt x="178" y="31"/>
                </a:lnTo>
                <a:lnTo>
                  <a:pt x="178" y="32"/>
                </a:lnTo>
                <a:lnTo>
                  <a:pt x="177" y="32"/>
                </a:lnTo>
                <a:lnTo>
                  <a:pt x="176" y="33"/>
                </a:lnTo>
                <a:lnTo>
                  <a:pt x="175" y="33"/>
                </a:lnTo>
                <a:lnTo>
                  <a:pt x="175" y="34"/>
                </a:lnTo>
                <a:lnTo>
                  <a:pt x="174" y="34"/>
                </a:lnTo>
                <a:lnTo>
                  <a:pt x="173" y="34"/>
                </a:lnTo>
                <a:lnTo>
                  <a:pt x="172" y="35"/>
                </a:lnTo>
                <a:lnTo>
                  <a:pt x="171" y="35"/>
                </a:lnTo>
                <a:lnTo>
                  <a:pt x="171" y="36"/>
                </a:lnTo>
                <a:lnTo>
                  <a:pt x="170" y="37"/>
                </a:lnTo>
                <a:lnTo>
                  <a:pt x="169" y="37"/>
                </a:lnTo>
                <a:lnTo>
                  <a:pt x="169" y="38"/>
                </a:lnTo>
                <a:lnTo>
                  <a:pt x="168" y="38"/>
                </a:lnTo>
                <a:lnTo>
                  <a:pt x="168" y="39"/>
                </a:lnTo>
                <a:lnTo>
                  <a:pt x="168" y="40"/>
                </a:lnTo>
                <a:lnTo>
                  <a:pt x="167" y="40"/>
                </a:lnTo>
                <a:lnTo>
                  <a:pt x="167" y="41"/>
                </a:lnTo>
                <a:lnTo>
                  <a:pt x="164" y="43"/>
                </a:lnTo>
                <a:lnTo>
                  <a:pt x="163" y="43"/>
                </a:lnTo>
                <a:lnTo>
                  <a:pt x="163" y="44"/>
                </a:lnTo>
                <a:lnTo>
                  <a:pt x="162" y="45"/>
                </a:lnTo>
                <a:lnTo>
                  <a:pt x="162" y="46"/>
                </a:lnTo>
                <a:lnTo>
                  <a:pt x="162" y="47"/>
                </a:lnTo>
                <a:lnTo>
                  <a:pt x="162" y="48"/>
                </a:lnTo>
                <a:lnTo>
                  <a:pt x="161" y="48"/>
                </a:lnTo>
                <a:lnTo>
                  <a:pt x="161" y="49"/>
                </a:lnTo>
                <a:lnTo>
                  <a:pt x="161" y="50"/>
                </a:lnTo>
                <a:lnTo>
                  <a:pt x="161" y="51"/>
                </a:lnTo>
                <a:lnTo>
                  <a:pt x="161" y="52"/>
                </a:lnTo>
                <a:lnTo>
                  <a:pt x="161" y="53"/>
                </a:lnTo>
                <a:lnTo>
                  <a:pt x="161" y="57"/>
                </a:lnTo>
                <a:lnTo>
                  <a:pt x="161" y="58"/>
                </a:lnTo>
                <a:lnTo>
                  <a:pt x="161" y="59"/>
                </a:lnTo>
                <a:lnTo>
                  <a:pt x="161" y="60"/>
                </a:lnTo>
                <a:lnTo>
                  <a:pt x="162" y="60"/>
                </a:lnTo>
                <a:lnTo>
                  <a:pt x="162" y="61"/>
                </a:lnTo>
                <a:lnTo>
                  <a:pt x="161" y="61"/>
                </a:lnTo>
                <a:lnTo>
                  <a:pt x="161" y="62"/>
                </a:lnTo>
                <a:lnTo>
                  <a:pt x="162" y="62"/>
                </a:lnTo>
                <a:lnTo>
                  <a:pt x="162" y="65"/>
                </a:lnTo>
                <a:lnTo>
                  <a:pt x="162" y="66"/>
                </a:lnTo>
                <a:lnTo>
                  <a:pt x="162" y="67"/>
                </a:lnTo>
                <a:lnTo>
                  <a:pt x="163" y="67"/>
                </a:lnTo>
                <a:lnTo>
                  <a:pt x="163" y="68"/>
                </a:lnTo>
                <a:lnTo>
                  <a:pt x="163" y="69"/>
                </a:lnTo>
                <a:lnTo>
                  <a:pt x="163" y="70"/>
                </a:lnTo>
                <a:lnTo>
                  <a:pt x="164" y="70"/>
                </a:lnTo>
                <a:lnTo>
                  <a:pt x="164" y="71"/>
                </a:lnTo>
                <a:lnTo>
                  <a:pt x="166" y="72"/>
                </a:lnTo>
                <a:lnTo>
                  <a:pt x="167" y="72"/>
                </a:lnTo>
                <a:lnTo>
                  <a:pt x="168" y="73"/>
                </a:lnTo>
                <a:lnTo>
                  <a:pt x="167" y="73"/>
                </a:lnTo>
                <a:lnTo>
                  <a:pt x="166" y="73"/>
                </a:lnTo>
                <a:lnTo>
                  <a:pt x="166" y="72"/>
                </a:lnTo>
                <a:lnTo>
                  <a:pt x="164" y="72"/>
                </a:lnTo>
                <a:lnTo>
                  <a:pt x="164" y="73"/>
                </a:lnTo>
                <a:lnTo>
                  <a:pt x="166" y="73"/>
                </a:lnTo>
                <a:lnTo>
                  <a:pt x="166" y="74"/>
                </a:lnTo>
                <a:lnTo>
                  <a:pt x="167" y="74"/>
                </a:lnTo>
                <a:lnTo>
                  <a:pt x="167" y="75"/>
                </a:lnTo>
                <a:lnTo>
                  <a:pt x="166" y="75"/>
                </a:lnTo>
                <a:lnTo>
                  <a:pt x="166" y="76"/>
                </a:lnTo>
                <a:lnTo>
                  <a:pt x="166" y="77"/>
                </a:lnTo>
                <a:lnTo>
                  <a:pt x="166" y="78"/>
                </a:lnTo>
                <a:lnTo>
                  <a:pt x="167" y="79"/>
                </a:lnTo>
                <a:lnTo>
                  <a:pt x="166" y="80"/>
                </a:lnTo>
                <a:lnTo>
                  <a:pt x="163" y="81"/>
                </a:lnTo>
                <a:lnTo>
                  <a:pt x="162" y="81"/>
                </a:lnTo>
                <a:lnTo>
                  <a:pt x="162" y="82"/>
                </a:lnTo>
                <a:lnTo>
                  <a:pt x="162" y="83"/>
                </a:lnTo>
                <a:lnTo>
                  <a:pt x="163" y="83"/>
                </a:lnTo>
                <a:lnTo>
                  <a:pt x="163" y="84"/>
                </a:lnTo>
                <a:lnTo>
                  <a:pt x="164" y="85"/>
                </a:lnTo>
                <a:lnTo>
                  <a:pt x="163" y="85"/>
                </a:lnTo>
                <a:lnTo>
                  <a:pt x="163" y="86"/>
                </a:lnTo>
                <a:lnTo>
                  <a:pt x="162" y="86"/>
                </a:lnTo>
                <a:lnTo>
                  <a:pt x="161" y="87"/>
                </a:lnTo>
                <a:lnTo>
                  <a:pt x="161" y="88"/>
                </a:lnTo>
                <a:lnTo>
                  <a:pt x="160" y="88"/>
                </a:lnTo>
                <a:lnTo>
                  <a:pt x="160" y="89"/>
                </a:lnTo>
                <a:lnTo>
                  <a:pt x="159" y="89"/>
                </a:lnTo>
                <a:lnTo>
                  <a:pt x="159" y="90"/>
                </a:lnTo>
                <a:lnTo>
                  <a:pt x="159" y="91"/>
                </a:lnTo>
                <a:lnTo>
                  <a:pt x="158" y="91"/>
                </a:lnTo>
                <a:lnTo>
                  <a:pt x="158" y="92"/>
                </a:lnTo>
                <a:lnTo>
                  <a:pt x="158" y="93"/>
                </a:lnTo>
                <a:lnTo>
                  <a:pt x="158" y="94"/>
                </a:lnTo>
                <a:lnTo>
                  <a:pt x="158" y="95"/>
                </a:lnTo>
                <a:lnTo>
                  <a:pt x="158" y="96"/>
                </a:lnTo>
                <a:lnTo>
                  <a:pt x="157" y="97"/>
                </a:lnTo>
                <a:lnTo>
                  <a:pt x="157" y="98"/>
                </a:lnTo>
                <a:lnTo>
                  <a:pt x="157" y="99"/>
                </a:lnTo>
                <a:lnTo>
                  <a:pt x="156" y="99"/>
                </a:lnTo>
                <a:lnTo>
                  <a:pt x="156" y="100"/>
                </a:lnTo>
                <a:lnTo>
                  <a:pt x="156" y="101"/>
                </a:lnTo>
                <a:lnTo>
                  <a:pt x="157" y="102"/>
                </a:lnTo>
                <a:lnTo>
                  <a:pt x="156" y="102"/>
                </a:lnTo>
                <a:lnTo>
                  <a:pt x="156" y="103"/>
                </a:lnTo>
                <a:lnTo>
                  <a:pt x="155" y="103"/>
                </a:lnTo>
                <a:lnTo>
                  <a:pt x="155" y="105"/>
                </a:lnTo>
                <a:lnTo>
                  <a:pt x="154" y="105"/>
                </a:lnTo>
                <a:lnTo>
                  <a:pt x="154" y="106"/>
                </a:lnTo>
                <a:lnTo>
                  <a:pt x="154" y="107"/>
                </a:lnTo>
                <a:lnTo>
                  <a:pt x="154" y="108"/>
                </a:lnTo>
                <a:lnTo>
                  <a:pt x="153" y="108"/>
                </a:lnTo>
                <a:lnTo>
                  <a:pt x="152" y="109"/>
                </a:lnTo>
                <a:lnTo>
                  <a:pt x="151" y="109"/>
                </a:lnTo>
                <a:lnTo>
                  <a:pt x="151" y="110"/>
                </a:lnTo>
                <a:lnTo>
                  <a:pt x="151" y="111"/>
                </a:lnTo>
                <a:lnTo>
                  <a:pt x="150" y="111"/>
                </a:lnTo>
                <a:lnTo>
                  <a:pt x="149" y="112"/>
                </a:lnTo>
                <a:lnTo>
                  <a:pt x="148" y="113"/>
                </a:lnTo>
                <a:lnTo>
                  <a:pt x="147" y="113"/>
                </a:lnTo>
                <a:lnTo>
                  <a:pt x="147" y="114"/>
                </a:lnTo>
                <a:lnTo>
                  <a:pt x="146" y="115"/>
                </a:lnTo>
                <a:lnTo>
                  <a:pt x="146" y="116"/>
                </a:lnTo>
                <a:lnTo>
                  <a:pt x="146" y="117"/>
                </a:lnTo>
                <a:lnTo>
                  <a:pt x="146" y="118"/>
                </a:lnTo>
                <a:lnTo>
                  <a:pt x="147" y="118"/>
                </a:lnTo>
                <a:lnTo>
                  <a:pt x="147" y="119"/>
                </a:lnTo>
                <a:lnTo>
                  <a:pt x="147" y="120"/>
                </a:lnTo>
                <a:lnTo>
                  <a:pt x="146" y="120"/>
                </a:lnTo>
                <a:lnTo>
                  <a:pt x="146" y="121"/>
                </a:lnTo>
                <a:lnTo>
                  <a:pt x="146" y="122"/>
                </a:lnTo>
                <a:lnTo>
                  <a:pt x="145" y="122"/>
                </a:lnTo>
                <a:lnTo>
                  <a:pt x="145" y="123"/>
                </a:lnTo>
                <a:lnTo>
                  <a:pt x="144" y="123"/>
                </a:lnTo>
                <a:lnTo>
                  <a:pt x="143" y="124"/>
                </a:lnTo>
                <a:lnTo>
                  <a:pt x="143" y="125"/>
                </a:lnTo>
                <a:lnTo>
                  <a:pt x="143" y="126"/>
                </a:lnTo>
                <a:lnTo>
                  <a:pt x="142" y="126"/>
                </a:lnTo>
                <a:lnTo>
                  <a:pt x="142" y="127"/>
                </a:lnTo>
                <a:lnTo>
                  <a:pt x="142" y="128"/>
                </a:lnTo>
                <a:lnTo>
                  <a:pt x="143" y="129"/>
                </a:lnTo>
                <a:lnTo>
                  <a:pt x="143" y="130"/>
                </a:lnTo>
                <a:lnTo>
                  <a:pt x="143" y="131"/>
                </a:lnTo>
                <a:lnTo>
                  <a:pt x="144" y="132"/>
                </a:lnTo>
                <a:lnTo>
                  <a:pt x="145" y="132"/>
                </a:lnTo>
                <a:lnTo>
                  <a:pt x="145" y="133"/>
                </a:lnTo>
                <a:lnTo>
                  <a:pt x="145" y="134"/>
                </a:lnTo>
                <a:lnTo>
                  <a:pt x="145" y="135"/>
                </a:lnTo>
                <a:lnTo>
                  <a:pt x="144" y="135"/>
                </a:lnTo>
                <a:lnTo>
                  <a:pt x="143" y="136"/>
                </a:lnTo>
                <a:lnTo>
                  <a:pt x="143" y="137"/>
                </a:lnTo>
                <a:lnTo>
                  <a:pt x="142" y="137"/>
                </a:lnTo>
                <a:lnTo>
                  <a:pt x="142" y="138"/>
                </a:lnTo>
                <a:lnTo>
                  <a:pt x="141" y="139"/>
                </a:lnTo>
                <a:lnTo>
                  <a:pt x="142" y="140"/>
                </a:lnTo>
                <a:lnTo>
                  <a:pt x="142" y="141"/>
                </a:lnTo>
                <a:lnTo>
                  <a:pt x="142" y="142"/>
                </a:lnTo>
                <a:lnTo>
                  <a:pt x="142" y="143"/>
                </a:lnTo>
                <a:lnTo>
                  <a:pt x="141" y="143"/>
                </a:lnTo>
                <a:lnTo>
                  <a:pt x="141" y="146"/>
                </a:lnTo>
                <a:lnTo>
                  <a:pt x="141" y="147"/>
                </a:lnTo>
                <a:lnTo>
                  <a:pt x="141" y="148"/>
                </a:lnTo>
                <a:lnTo>
                  <a:pt x="141" y="149"/>
                </a:lnTo>
                <a:lnTo>
                  <a:pt x="140" y="149"/>
                </a:lnTo>
                <a:lnTo>
                  <a:pt x="140" y="150"/>
                </a:lnTo>
                <a:lnTo>
                  <a:pt x="140" y="151"/>
                </a:lnTo>
                <a:lnTo>
                  <a:pt x="140" y="152"/>
                </a:lnTo>
                <a:lnTo>
                  <a:pt x="139" y="152"/>
                </a:lnTo>
                <a:lnTo>
                  <a:pt x="139" y="153"/>
                </a:lnTo>
                <a:lnTo>
                  <a:pt x="139" y="154"/>
                </a:lnTo>
                <a:lnTo>
                  <a:pt x="138" y="154"/>
                </a:lnTo>
                <a:lnTo>
                  <a:pt x="138" y="155"/>
                </a:lnTo>
                <a:lnTo>
                  <a:pt x="138" y="157"/>
                </a:lnTo>
                <a:lnTo>
                  <a:pt x="138" y="159"/>
                </a:lnTo>
                <a:lnTo>
                  <a:pt x="139" y="159"/>
                </a:lnTo>
                <a:lnTo>
                  <a:pt x="138" y="159"/>
                </a:lnTo>
                <a:lnTo>
                  <a:pt x="138" y="160"/>
                </a:lnTo>
                <a:lnTo>
                  <a:pt x="138" y="161"/>
                </a:lnTo>
                <a:lnTo>
                  <a:pt x="137" y="161"/>
                </a:lnTo>
                <a:lnTo>
                  <a:pt x="137" y="162"/>
                </a:lnTo>
                <a:lnTo>
                  <a:pt x="137" y="163"/>
                </a:lnTo>
                <a:lnTo>
                  <a:pt x="136" y="163"/>
                </a:lnTo>
                <a:lnTo>
                  <a:pt x="136" y="164"/>
                </a:lnTo>
                <a:lnTo>
                  <a:pt x="136" y="165"/>
                </a:lnTo>
                <a:lnTo>
                  <a:pt x="137" y="165"/>
                </a:lnTo>
                <a:lnTo>
                  <a:pt x="136" y="166"/>
                </a:lnTo>
                <a:lnTo>
                  <a:pt x="136" y="167"/>
                </a:lnTo>
                <a:lnTo>
                  <a:pt x="136" y="168"/>
                </a:lnTo>
                <a:lnTo>
                  <a:pt x="136" y="169"/>
                </a:lnTo>
                <a:lnTo>
                  <a:pt x="136" y="170"/>
                </a:lnTo>
                <a:lnTo>
                  <a:pt x="135" y="170"/>
                </a:lnTo>
                <a:lnTo>
                  <a:pt x="135" y="172"/>
                </a:lnTo>
                <a:lnTo>
                  <a:pt x="135" y="173"/>
                </a:lnTo>
                <a:lnTo>
                  <a:pt x="135" y="176"/>
                </a:lnTo>
                <a:lnTo>
                  <a:pt x="134" y="176"/>
                </a:lnTo>
                <a:lnTo>
                  <a:pt x="134" y="178"/>
                </a:lnTo>
                <a:lnTo>
                  <a:pt x="134" y="179"/>
                </a:lnTo>
                <a:lnTo>
                  <a:pt x="133" y="180"/>
                </a:lnTo>
                <a:lnTo>
                  <a:pt x="133" y="181"/>
                </a:lnTo>
                <a:lnTo>
                  <a:pt x="132" y="182"/>
                </a:lnTo>
                <a:lnTo>
                  <a:pt x="132" y="183"/>
                </a:lnTo>
                <a:lnTo>
                  <a:pt x="132" y="184"/>
                </a:lnTo>
                <a:lnTo>
                  <a:pt x="132" y="186"/>
                </a:lnTo>
                <a:lnTo>
                  <a:pt x="133" y="186"/>
                </a:lnTo>
                <a:lnTo>
                  <a:pt x="133" y="187"/>
                </a:lnTo>
                <a:lnTo>
                  <a:pt x="132" y="189"/>
                </a:lnTo>
                <a:lnTo>
                  <a:pt x="132" y="190"/>
                </a:lnTo>
                <a:lnTo>
                  <a:pt x="132" y="191"/>
                </a:lnTo>
                <a:lnTo>
                  <a:pt x="131" y="192"/>
                </a:lnTo>
                <a:lnTo>
                  <a:pt x="131" y="193"/>
                </a:lnTo>
                <a:lnTo>
                  <a:pt x="130" y="196"/>
                </a:lnTo>
                <a:lnTo>
                  <a:pt x="130" y="197"/>
                </a:lnTo>
                <a:lnTo>
                  <a:pt x="130" y="198"/>
                </a:lnTo>
                <a:lnTo>
                  <a:pt x="129" y="198"/>
                </a:lnTo>
                <a:lnTo>
                  <a:pt x="129" y="199"/>
                </a:lnTo>
                <a:lnTo>
                  <a:pt x="129" y="201"/>
                </a:lnTo>
                <a:lnTo>
                  <a:pt x="129" y="202"/>
                </a:lnTo>
                <a:lnTo>
                  <a:pt x="129" y="203"/>
                </a:lnTo>
                <a:lnTo>
                  <a:pt x="129" y="204"/>
                </a:lnTo>
                <a:lnTo>
                  <a:pt x="128" y="204"/>
                </a:lnTo>
                <a:lnTo>
                  <a:pt x="127" y="205"/>
                </a:lnTo>
                <a:lnTo>
                  <a:pt x="126" y="207"/>
                </a:lnTo>
                <a:lnTo>
                  <a:pt x="125" y="207"/>
                </a:lnTo>
                <a:lnTo>
                  <a:pt x="125" y="208"/>
                </a:lnTo>
                <a:lnTo>
                  <a:pt x="125" y="210"/>
                </a:lnTo>
                <a:lnTo>
                  <a:pt x="125" y="211"/>
                </a:lnTo>
                <a:lnTo>
                  <a:pt x="124" y="211"/>
                </a:lnTo>
                <a:lnTo>
                  <a:pt x="124" y="212"/>
                </a:lnTo>
                <a:lnTo>
                  <a:pt x="124" y="213"/>
                </a:lnTo>
                <a:lnTo>
                  <a:pt x="125" y="213"/>
                </a:lnTo>
                <a:lnTo>
                  <a:pt x="124" y="214"/>
                </a:lnTo>
                <a:lnTo>
                  <a:pt x="124" y="215"/>
                </a:lnTo>
                <a:lnTo>
                  <a:pt x="123" y="215"/>
                </a:lnTo>
                <a:lnTo>
                  <a:pt x="123" y="217"/>
                </a:lnTo>
                <a:lnTo>
                  <a:pt x="123" y="218"/>
                </a:lnTo>
                <a:lnTo>
                  <a:pt x="123" y="219"/>
                </a:lnTo>
                <a:lnTo>
                  <a:pt x="123" y="220"/>
                </a:lnTo>
                <a:lnTo>
                  <a:pt x="123" y="221"/>
                </a:lnTo>
                <a:lnTo>
                  <a:pt x="123" y="223"/>
                </a:lnTo>
                <a:lnTo>
                  <a:pt x="123" y="224"/>
                </a:lnTo>
                <a:lnTo>
                  <a:pt x="124" y="224"/>
                </a:lnTo>
                <a:lnTo>
                  <a:pt x="123" y="225"/>
                </a:lnTo>
                <a:lnTo>
                  <a:pt x="123" y="224"/>
                </a:lnTo>
                <a:lnTo>
                  <a:pt x="123" y="225"/>
                </a:lnTo>
                <a:lnTo>
                  <a:pt x="122" y="225"/>
                </a:lnTo>
                <a:lnTo>
                  <a:pt x="122" y="226"/>
                </a:lnTo>
                <a:lnTo>
                  <a:pt x="121" y="226"/>
                </a:lnTo>
                <a:lnTo>
                  <a:pt x="121" y="227"/>
                </a:lnTo>
                <a:lnTo>
                  <a:pt x="120" y="227"/>
                </a:lnTo>
                <a:lnTo>
                  <a:pt x="119" y="227"/>
                </a:lnTo>
                <a:lnTo>
                  <a:pt x="119" y="228"/>
                </a:lnTo>
                <a:lnTo>
                  <a:pt x="118" y="229"/>
                </a:lnTo>
                <a:lnTo>
                  <a:pt x="118" y="230"/>
                </a:lnTo>
                <a:lnTo>
                  <a:pt x="118" y="231"/>
                </a:lnTo>
                <a:lnTo>
                  <a:pt x="118" y="232"/>
                </a:lnTo>
                <a:lnTo>
                  <a:pt x="117" y="233"/>
                </a:lnTo>
                <a:lnTo>
                  <a:pt x="117" y="234"/>
                </a:lnTo>
                <a:lnTo>
                  <a:pt x="117" y="235"/>
                </a:lnTo>
                <a:lnTo>
                  <a:pt x="116" y="237"/>
                </a:lnTo>
                <a:lnTo>
                  <a:pt x="115" y="238"/>
                </a:lnTo>
                <a:lnTo>
                  <a:pt x="115" y="239"/>
                </a:lnTo>
                <a:lnTo>
                  <a:pt x="114" y="240"/>
                </a:lnTo>
                <a:lnTo>
                  <a:pt x="114" y="241"/>
                </a:lnTo>
                <a:lnTo>
                  <a:pt x="113" y="241"/>
                </a:lnTo>
                <a:lnTo>
                  <a:pt x="112" y="242"/>
                </a:lnTo>
                <a:lnTo>
                  <a:pt x="112" y="243"/>
                </a:lnTo>
                <a:lnTo>
                  <a:pt x="110" y="246"/>
                </a:lnTo>
                <a:lnTo>
                  <a:pt x="110" y="247"/>
                </a:lnTo>
                <a:lnTo>
                  <a:pt x="110" y="248"/>
                </a:lnTo>
                <a:lnTo>
                  <a:pt x="109" y="249"/>
                </a:lnTo>
                <a:lnTo>
                  <a:pt x="108" y="249"/>
                </a:lnTo>
                <a:lnTo>
                  <a:pt x="108" y="250"/>
                </a:lnTo>
                <a:lnTo>
                  <a:pt x="107" y="250"/>
                </a:lnTo>
                <a:lnTo>
                  <a:pt x="106" y="250"/>
                </a:lnTo>
                <a:lnTo>
                  <a:pt x="105" y="251"/>
                </a:lnTo>
                <a:lnTo>
                  <a:pt x="104" y="252"/>
                </a:lnTo>
                <a:lnTo>
                  <a:pt x="104" y="253"/>
                </a:lnTo>
                <a:lnTo>
                  <a:pt x="104" y="254"/>
                </a:lnTo>
                <a:lnTo>
                  <a:pt x="104" y="255"/>
                </a:lnTo>
                <a:lnTo>
                  <a:pt x="104" y="256"/>
                </a:lnTo>
                <a:lnTo>
                  <a:pt x="105" y="256"/>
                </a:lnTo>
                <a:lnTo>
                  <a:pt x="105" y="257"/>
                </a:lnTo>
                <a:lnTo>
                  <a:pt x="105" y="258"/>
                </a:lnTo>
                <a:lnTo>
                  <a:pt x="104" y="258"/>
                </a:lnTo>
                <a:lnTo>
                  <a:pt x="103" y="258"/>
                </a:lnTo>
                <a:lnTo>
                  <a:pt x="103" y="259"/>
                </a:lnTo>
                <a:lnTo>
                  <a:pt x="103" y="260"/>
                </a:lnTo>
                <a:lnTo>
                  <a:pt x="103" y="261"/>
                </a:lnTo>
                <a:lnTo>
                  <a:pt x="102" y="261"/>
                </a:lnTo>
                <a:lnTo>
                  <a:pt x="102" y="262"/>
                </a:lnTo>
                <a:lnTo>
                  <a:pt x="101" y="262"/>
                </a:lnTo>
                <a:lnTo>
                  <a:pt x="101" y="263"/>
                </a:lnTo>
                <a:lnTo>
                  <a:pt x="100" y="263"/>
                </a:lnTo>
                <a:lnTo>
                  <a:pt x="100" y="264"/>
                </a:lnTo>
                <a:lnTo>
                  <a:pt x="99" y="264"/>
                </a:lnTo>
                <a:lnTo>
                  <a:pt x="98" y="265"/>
                </a:lnTo>
                <a:lnTo>
                  <a:pt x="97" y="266"/>
                </a:lnTo>
                <a:lnTo>
                  <a:pt x="96" y="267"/>
                </a:lnTo>
                <a:lnTo>
                  <a:pt x="95" y="267"/>
                </a:lnTo>
                <a:lnTo>
                  <a:pt x="94" y="267"/>
                </a:lnTo>
                <a:lnTo>
                  <a:pt x="94" y="268"/>
                </a:lnTo>
                <a:lnTo>
                  <a:pt x="93" y="268"/>
                </a:lnTo>
                <a:lnTo>
                  <a:pt x="93" y="269"/>
                </a:lnTo>
                <a:lnTo>
                  <a:pt x="92" y="269"/>
                </a:lnTo>
                <a:lnTo>
                  <a:pt x="92" y="270"/>
                </a:lnTo>
                <a:lnTo>
                  <a:pt x="91" y="270"/>
                </a:lnTo>
                <a:lnTo>
                  <a:pt x="90" y="270"/>
                </a:lnTo>
                <a:lnTo>
                  <a:pt x="90" y="271"/>
                </a:lnTo>
                <a:lnTo>
                  <a:pt x="89" y="271"/>
                </a:lnTo>
                <a:lnTo>
                  <a:pt x="89" y="272"/>
                </a:lnTo>
                <a:lnTo>
                  <a:pt x="89" y="273"/>
                </a:lnTo>
                <a:lnTo>
                  <a:pt x="88" y="274"/>
                </a:lnTo>
                <a:lnTo>
                  <a:pt x="88" y="275"/>
                </a:lnTo>
                <a:lnTo>
                  <a:pt x="88" y="276"/>
                </a:lnTo>
                <a:lnTo>
                  <a:pt x="88" y="277"/>
                </a:lnTo>
                <a:lnTo>
                  <a:pt x="88" y="278"/>
                </a:lnTo>
                <a:lnTo>
                  <a:pt x="87" y="279"/>
                </a:lnTo>
                <a:lnTo>
                  <a:pt x="87" y="280"/>
                </a:lnTo>
                <a:lnTo>
                  <a:pt x="86" y="280"/>
                </a:lnTo>
                <a:lnTo>
                  <a:pt x="85" y="280"/>
                </a:lnTo>
                <a:lnTo>
                  <a:pt x="85" y="281"/>
                </a:lnTo>
                <a:lnTo>
                  <a:pt x="85" y="282"/>
                </a:lnTo>
                <a:lnTo>
                  <a:pt x="85" y="283"/>
                </a:lnTo>
                <a:lnTo>
                  <a:pt x="84" y="284"/>
                </a:lnTo>
                <a:lnTo>
                  <a:pt x="84" y="285"/>
                </a:lnTo>
                <a:lnTo>
                  <a:pt x="83" y="287"/>
                </a:lnTo>
                <a:lnTo>
                  <a:pt x="83" y="288"/>
                </a:lnTo>
                <a:lnTo>
                  <a:pt x="83" y="289"/>
                </a:lnTo>
                <a:lnTo>
                  <a:pt x="82" y="290"/>
                </a:lnTo>
                <a:lnTo>
                  <a:pt x="82" y="291"/>
                </a:lnTo>
                <a:lnTo>
                  <a:pt x="82" y="292"/>
                </a:lnTo>
                <a:lnTo>
                  <a:pt x="81" y="294"/>
                </a:lnTo>
                <a:lnTo>
                  <a:pt x="81" y="296"/>
                </a:lnTo>
                <a:lnTo>
                  <a:pt x="80" y="296"/>
                </a:lnTo>
                <a:lnTo>
                  <a:pt x="80" y="297"/>
                </a:lnTo>
                <a:lnTo>
                  <a:pt x="80" y="298"/>
                </a:lnTo>
                <a:lnTo>
                  <a:pt x="79" y="299"/>
                </a:lnTo>
                <a:lnTo>
                  <a:pt x="79" y="300"/>
                </a:lnTo>
                <a:lnTo>
                  <a:pt x="79" y="301"/>
                </a:lnTo>
                <a:lnTo>
                  <a:pt x="79" y="302"/>
                </a:lnTo>
                <a:lnTo>
                  <a:pt x="78" y="302"/>
                </a:lnTo>
                <a:lnTo>
                  <a:pt x="78" y="303"/>
                </a:lnTo>
                <a:lnTo>
                  <a:pt x="78" y="304"/>
                </a:lnTo>
                <a:lnTo>
                  <a:pt x="77" y="304"/>
                </a:lnTo>
                <a:lnTo>
                  <a:pt x="77" y="305"/>
                </a:lnTo>
                <a:lnTo>
                  <a:pt x="77" y="306"/>
                </a:lnTo>
                <a:lnTo>
                  <a:pt x="77" y="311"/>
                </a:lnTo>
                <a:lnTo>
                  <a:pt x="77" y="312"/>
                </a:lnTo>
                <a:lnTo>
                  <a:pt x="77" y="319"/>
                </a:lnTo>
                <a:lnTo>
                  <a:pt x="77" y="324"/>
                </a:lnTo>
                <a:lnTo>
                  <a:pt x="77" y="325"/>
                </a:lnTo>
                <a:lnTo>
                  <a:pt x="77" y="326"/>
                </a:lnTo>
                <a:lnTo>
                  <a:pt x="77" y="327"/>
                </a:lnTo>
                <a:lnTo>
                  <a:pt x="77" y="328"/>
                </a:lnTo>
                <a:lnTo>
                  <a:pt x="78" y="328"/>
                </a:lnTo>
                <a:lnTo>
                  <a:pt x="77" y="330"/>
                </a:lnTo>
                <a:lnTo>
                  <a:pt x="77" y="331"/>
                </a:lnTo>
                <a:lnTo>
                  <a:pt x="77" y="334"/>
                </a:lnTo>
                <a:lnTo>
                  <a:pt x="77" y="335"/>
                </a:lnTo>
                <a:lnTo>
                  <a:pt x="78" y="335"/>
                </a:lnTo>
                <a:lnTo>
                  <a:pt x="77" y="335"/>
                </a:lnTo>
                <a:lnTo>
                  <a:pt x="77" y="336"/>
                </a:lnTo>
                <a:lnTo>
                  <a:pt x="77" y="337"/>
                </a:lnTo>
                <a:lnTo>
                  <a:pt x="76" y="338"/>
                </a:lnTo>
                <a:lnTo>
                  <a:pt x="76" y="339"/>
                </a:lnTo>
                <a:lnTo>
                  <a:pt x="75" y="339"/>
                </a:lnTo>
                <a:lnTo>
                  <a:pt x="74" y="340"/>
                </a:lnTo>
                <a:lnTo>
                  <a:pt x="73" y="340"/>
                </a:lnTo>
                <a:lnTo>
                  <a:pt x="73" y="341"/>
                </a:lnTo>
                <a:lnTo>
                  <a:pt x="73" y="342"/>
                </a:lnTo>
                <a:lnTo>
                  <a:pt x="73" y="343"/>
                </a:lnTo>
                <a:lnTo>
                  <a:pt x="72" y="343"/>
                </a:lnTo>
                <a:lnTo>
                  <a:pt x="73" y="344"/>
                </a:lnTo>
                <a:lnTo>
                  <a:pt x="73" y="345"/>
                </a:lnTo>
                <a:lnTo>
                  <a:pt x="73" y="346"/>
                </a:lnTo>
                <a:lnTo>
                  <a:pt x="74" y="346"/>
                </a:lnTo>
                <a:lnTo>
                  <a:pt x="74" y="347"/>
                </a:lnTo>
                <a:lnTo>
                  <a:pt x="74" y="348"/>
                </a:lnTo>
                <a:lnTo>
                  <a:pt x="75" y="349"/>
                </a:lnTo>
                <a:lnTo>
                  <a:pt x="74" y="349"/>
                </a:lnTo>
                <a:lnTo>
                  <a:pt x="73" y="349"/>
                </a:lnTo>
                <a:lnTo>
                  <a:pt x="73" y="348"/>
                </a:lnTo>
                <a:lnTo>
                  <a:pt x="73" y="347"/>
                </a:lnTo>
                <a:lnTo>
                  <a:pt x="72" y="347"/>
                </a:lnTo>
                <a:lnTo>
                  <a:pt x="71" y="346"/>
                </a:lnTo>
                <a:lnTo>
                  <a:pt x="71" y="345"/>
                </a:lnTo>
                <a:lnTo>
                  <a:pt x="70" y="346"/>
                </a:lnTo>
                <a:lnTo>
                  <a:pt x="69" y="345"/>
                </a:lnTo>
                <a:lnTo>
                  <a:pt x="67" y="344"/>
                </a:lnTo>
                <a:lnTo>
                  <a:pt x="66" y="344"/>
                </a:lnTo>
                <a:lnTo>
                  <a:pt x="66" y="343"/>
                </a:lnTo>
                <a:lnTo>
                  <a:pt x="65" y="343"/>
                </a:lnTo>
                <a:lnTo>
                  <a:pt x="64" y="344"/>
                </a:lnTo>
                <a:lnTo>
                  <a:pt x="64" y="345"/>
                </a:lnTo>
                <a:lnTo>
                  <a:pt x="64" y="346"/>
                </a:lnTo>
                <a:lnTo>
                  <a:pt x="63" y="347"/>
                </a:lnTo>
                <a:lnTo>
                  <a:pt x="62" y="347"/>
                </a:lnTo>
                <a:lnTo>
                  <a:pt x="62" y="346"/>
                </a:lnTo>
                <a:lnTo>
                  <a:pt x="61" y="346"/>
                </a:lnTo>
                <a:lnTo>
                  <a:pt x="61" y="345"/>
                </a:lnTo>
                <a:lnTo>
                  <a:pt x="61" y="344"/>
                </a:lnTo>
                <a:lnTo>
                  <a:pt x="61" y="342"/>
                </a:lnTo>
                <a:lnTo>
                  <a:pt x="61" y="341"/>
                </a:lnTo>
                <a:lnTo>
                  <a:pt x="61" y="340"/>
                </a:lnTo>
                <a:lnTo>
                  <a:pt x="60" y="339"/>
                </a:lnTo>
                <a:lnTo>
                  <a:pt x="59" y="338"/>
                </a:lnTo>
                <a:lnTo>
                  <a:pt x="59" y="337"/>
                </a:lnTo>
                <a:lnTo>
                  <a:pt x="59" y="336"/>
                </a:lnTo>
                <a:lnTo>
                  <a:pt x="59" y="335"/>
                </a:lnTo>
                <a:lnTo>
                  <a:pt x="60" y="335"/>
                </a:lnTo>
                <a:lnTo>
                  <a:pt x="60" y="334"/>
                </a:lnTo>
                <a:lnTo>
                  <a:pt x="59" y="334"/>
                </a:lnTo>
                <a:lnTo>
                  <a:pt x="59" y="333"/>
                </a:lnTo>
                <a:lnTo>
                  <a:pt x="60" y="333"/>
                </a:lnTo>
                <a:lnTo>
                  <a:pt x="61" y="332"/>
                </a:lnTo>
                <a:lnTo>
                  <a:pt x="60" y="332"/>
                </a:lnTo>
                <a:lnTo>
                  <a:pt x="60" y="331"/>
                </a:lnTo>
                <a:lnTo>
                  <a:pt x="60" y="330"/>
                </a:lnTo>
                <a:lnTo>
                  <a:pt x="61" y="330"/>
                </a:lnTo>
                <a:lnTo>
                  <a:pt x="61" y="329"/>
                </a:lnTo>
                <a:lnTo>
                  <a:pt x="61" y="328"/>
                </a:lnTo>
                <a:lnTo>
                  <a:pt x="61" y="327"/>
                </a:lnTo>
                <a:lnTo>
                  <a:pt x="61" y="326"/>
                </a:lnTo>
                <a:lnTo>
                  <a:pt x="59" y="319"/>
                </a:lnTo>
                <a:lnTo>
                  <a:pt x="59" y="318"/>
                </a:lnTo>
                <a:lnTo>
                  <a:pt x="59" y="317"/>
                </a:lnTo>
                <a:lnTo>
                  <a:pt x="58" y="317"/>
                </a:lnTo>
                <a:lnTo>
                  <a:pt x="58" y="316"/>
                </a:lnTo>
                <a:lnTo>
                  <a:pt x="58" y="315"/>
                </a:lnTo>
                <a:lnTo>
                  <a:pt x="57" y="315"/>
                </a:lnTo>
                <a:lnTo>
                  <a:pt x="57" y="314"/>
                </a:lnTo>
                <a:lnTo>
                  <a:pt x="56" y="313"/>
                </a:lnTo>
                <a:lnTo>
                  <a:pt x="55" y="313"/>
                </a:lnTo>
                <a:lnTo>
                  <a:pt x="55" y="312"/>
                </a:lnTo>
                <a:lnTo>
                  <a:pt x="56" y="312"/>
                </a:lnTo>
                <a:lnTo>
                  <a:pt x="56" y="311"/>
                </a:lnTo>
                <a:lnTo>
                  <a:pt x="55" y="311"/>
                </a:lnTo>
                <a:lnTo>
                  <a:pt x="55" y="310"/>
                </a:lnTo>
                <a:lnTo>
                  <a:pt x="55" y="309"/>
                </a:lnTo>
                <a:lnTo>
                  <a:pt x="55" y="308"/>
                </a:lnTo>
                <a:lnTo>
                  <a:pt x="55" y="307"/>
                </a:lnTo>
                <a:lnTo>
                  <a:pt x="54" y="307"/>
                </a:lnTo>
                <a:lnTo>
                  <a:pt x="54" y="306"/>
                </a:lnTo>
                <a:lnTo>
                  <a:pt x="53" y="305"/>
                </a:lnTo>
                <a:lnTo>
                  <a:pt x="52" y="305"/>
                </a:lnTo>
                <a:lnTo>
                  <a:pt x="52" y="304"/>
                </a:lnTo>
                <a:lnTo>
                  <a:pt x="51" y="304"/>
                </a:lnTo>
                <a:lnTo>
                  <a:pt x="51" y="303"/>
                </a:lnTo>
                <a:lnTo>
                  <a:pt x="51" y="302"/>
                </a:lnTo>
                <a:lnTo>
                  <a:pt x="50" y="302"/>
                </a:lnTo>
                <a:lnTo>
                  <a:pt x="50" y="301"/>
                </a:lnTo>
                <a:lnTo>
                  <a:pt x="49" y="301"/>
                </a:lnTo>
                <a:lnTo>
                  <a:pt x="49" y="300"/>
                </a:lnTo>
                <a:lnTo>
                  <a:pt x="48" y="299"/>
                </a:lnTo>
                <a:lnTo>
                  <a:pt x="47" y="299"/>
                </a:lnTo>
                <a:lnTo>
                  <a:pt x="46" y="298"/>
                </a:lnTo>
                <a:lnTo>
                  <a:pt x="45" y="298"/>
                </a:lnTo>
                <a:lnTo>
                  <a:pt x="45" y="297"/>
                </a:lnTo>
                <a:lnTo>
                  <a:pt x="43" y="297"/>
                </a:lnTo>
                <a:lnTo>
                  <a:pt x="43" y="296"/>
                </a:lnTo>
                <a:lnTo>
                  <a:pt x="42" y="296"/>
                </a:lnTo>
                <a:lnTo>
                  <a:pt x="42" y="295"/>
                </a:lnTo>
                <a:lnTo>
                  <a:pt x="41" y="295"/>
                </a:lnTo>
                <a:lnTo>
                  <a:pt x="40" y="295"/>
                </a:lnTo>
                <a:lnTo>
                  <a:pt x="39" y="294"/>
                </a:lnTo>
                <a:lnTo>
                  <a:pt x="38" y="294"/>
                </a:lnTo>
                <a:lnTo>
                  <a:pt x="38" y="293"/>
                </a:lnTo>
                <a:lnTo>
                  <a:pt x="37" y="293"/>
                </a:lnTo>
                <a:lnTo>
                  <a:pt x="37" y="292"/>
                </a:lnTo>
                <a:lnTo>
                  <a:pt x="36" y="292"/>
                </a:lnTo>
                <a:lnTo>
                  <a:pt x="36" y="291"/>
                </a:lnTo>
                <a:lnTo>
                  <a:pt x="36" y="290"/>
                </a:lnTo>
                <a:lnTo>
                  <a:pt x="35" y="290"/>
                </a:lnTo>
                <a:lnTo>
                  <a:pt x="34" y="290"/>
                </a:lnTo>
                <a:lnTo>
                  <a:pt x="33" y="290"/>
                </a:lnTo>
                <a:lnTo>
                  <a:pt x="33" y="289"/>
                </a:lnTo>
                <a:lnTo>
                  <a:pt x="32" y="289"/>
                </a:lnTo>
                <a:lnTo>
                  <a:pt x="31" y="288"/>
                </a:lnTo>
                <a:lnTo>
                  <a:pt x="30" y="287"/>
                </a:lnTo>
                <a:lnTo>
                  <a:pt x="29" y="287"/>
                </a:lnTo>
                <a:lnTo>
                  <a:pt x="28" y="287"/>
                </a:lnTo>
                <a:lnTo>
                  <a:pt x="28" y="286"/>
                </a:lnTo>
                <a:lnTo>
                  <a:pt x="26" y="285"/>
                </a:lnTo>
                <a:lnTo>
                  <a:pt x="26" y="284"/>
                </a:lnTo>
                <a:lnTo>
                  <a:pt x="26" y="283"/>
                </a:lnTo>
                <a:lnTo>
                  <a:pt x="25" y="283"/>
                </a:lnTo>
                <a:lnTo>
                  <a:pt x="26" y="282"/>
                </a:lnTo>
                <a:lnTo>
                  <a:pt x="26" y="283"/>
                </a:lnTo>
                <a:lnTo>
                  <a:pt x="27" y="284"/>
                </a:lnTo>
                <a:lnTo>
                  <a:pt x="27" y="283"/>
                </a:lnTo>
                <a:lnTo>
                  <a:pt x="26" y="282"/>
                </a:lnTo>
                <a:lnTo>
                  <a:pt x="26" y="281"/>
                </a:lnTo>
                <a:lnTo>
                  <a:pt x="25" y="281"/>
                </a:lnTo>
                <a:lnTo>
                  <a:pt x="25" y="280"/>
                </a:lnTo>
                <a:lnTo>
                  <a:pt x="24" y="279"/>
                </a:lnTo>
                <a:lnTo>
                  <a:pt x="23" y="278"/>
                </a:lnTo>
                <a:lnTo>
                  <a:pt x="23" y="277"/>
                </a:lnTo>
                <a:lnTo>
                  <a:pt x="22" y="277"/>
                </a:lnTo>
                <a:lnTo>
                  <a:pt x="22" y="276"/>
                </a:lnTo>
                <a:lnTo>
                  <a:pt x="23" y="276"/>
                </a:lnTo>
                <a:lnTo>
                  <a:pt x="23" y="277"/>
                </a:lnTo>
                <a:lnTo>
                  <a:pt x="23" y="276"/>
                </a:lnTo>
                <a:lnTo>
                  <a:pt x="23" y="275"/>
                </a:lnTo>
                <a:lnTo>
                  <a:pt x="23" y="276"/>
                </a:lnTo>
                <a:lnTo>
                  <a:pt x="22" y="275"/>
                </a:lnTo>
                <a:lnTo>
                  <a:pt x="21" y="276"/>
                </a:lnTo>
                <a:lnTo>
                  <a:pt x="21" y="275"/>
                </a:lnTo>
                <a:lnTo>
                  <a:pt x="20" y="275"/>
                </a:lnTo>
                <a:lnTo>
                  <a:pt x="20" y="274"/>
                </a:lnTo>
                <a:lnTo>
                  <a:pt x="19" y="273"/>
                </a:lnTo>
                <a:lnTo>
                  <a:pt x="19" y="272"/>
                </a:lnTo>
                <a:lnTo>
                  <a:pt x="19" y="271"/>
                </a:lnTo>
                <a:lnTo>
                  <a:pt x="20" y="271"/>
                </a:lnTo>
                <a:lnTo>
                  <a:pt x="20" y="270"/>
                </a:lnTo>
                <a:lnTo>
                  <a:pt x="21" y="270"/>
                </a:lnTo>
                <a:lnTo>
                  <a:pt x="21" y="269"/>
                </a:lnTo>
                <a:lnTo>
                  <a:pt x="22" y="269"/>
                </a:lnTo>
                <a:lnTo>
                  <a:pt x="21" y="268"/>
                </a:lnTo>
                <a:lnTo>
                  <a:pt x="22" y="268"/>
                </a:lnTo>
                <a:lnTo>
                  <a:pt x="22" y="266"/>
                </a:lnTo>
                <a:lnTo>
                  <a:pt x="21" y="266"/>
                </a:lnTo>
                <a:lnTo>
                  <a:pt x="21" y="267"/>
                </a:lnTo>
                <a:lnTo>
                  <a:pt x="20" y="267"/>
                </a:lnTo>
                <a:lnTo>
                  <a:pt x="20" y="266"/>
                </a:lnTo>
                <a:lnTo>
                  <a:pt x="20" y="265"/>
                </a:lnTo>
                <a:lnTo>
                  <a:pt x="19" y="264"/>
                </a:lnTo>
                <a:lnTo>
                  <a:pt x="19" y="263"/>
                </a:lnTo>
                <a:lnTo>
                  <a:pt x="18" y="262"/>
                </a:lnTo>
                <a:lnTo>
                  <a:pt x="18" y="261"/>
                </a:lnTo>
                <a:lnTo>
                  <a:pt x="17" y="259"/>
                </a:lnTo>
                <a:lnTo>
                  <a:pt x="17" y="258"/>
                </a:lnTo>
                <a:lnTo>
                  <a:pt x="16" y="257"/>
                </a:lnTo>
                <a:lnTo>
                  <a:pt x="16" y="256"/>
                </a:lnTo>
                <a:lnTo>
                  <a:pt x="15" y="256"/>
                </a:lnTo>
                <a:lnTo>
                  <a:pt x="16" y="256"/>
                </a:lnTo>
                <a:lnTo>
                  <a:pt x="16" y="255"/>
                </a:lnTo>
                <a:lnTo>
                  <a:pt x="15" y="255"/>
                </a:lnTo>
                <a:lnTo>
                  <a:pt x="15" y="254"/>
                </a:lnTo>
                <a:lnTo>
                  <a:pt x="15" y="253"/>
                </a:lnTo>
                <a:lnTo>
                  <a:pt x="15" y="252"/>
                </a:lnTo>
                <a:lnTo>
                  <a:pt x="14" y="252"/>
                </a:lnTo>
                <a:lnTo>
                  <a:pt x="14" y="251"/>
                </a:lnTo>
                <a:lnTo>
                  <a:pt x="14" y="250"/>
                </a:lnTo>
                <a:lnTo>
                  <a:pt x="14" y="249"/>
                </a:lnTo>
                <a:lnTo>
                  <a:pt x="13" y="248"/>
                </a:lnTo>
                <a:lnTo>
                  <a:pt x="13" y="247"/>
                </a:lnTo>
                <a:lnTo>
                  <a:pt x="13" y="246"/>
                </a:lnTo>
                <a:lnTo>
                  <a:pt x="13" y="245"/>
                </a:lnTo>
                <a:lnTo>
                  <a:pt x="12" y="245"/>
                </a:lnTo>
                <a:lnTo>
                  <a:pt x="13" y="244"/>
                </a:lnTo>
                <a:lnTo>
                  <a:pt x="13" y="243"/>
                </a:lnTo>
                <a:lnTo>
                  <a:pt x="12" y="242"/>
                </a:lnTo>
                <a:lnTo>
                  <a:pt x="11" y="240"/>
                </a:lnTo>
                <a:lnTo>
                  <a:pt x="11" y="239"/>
                </a:lnTo>
                <a:lnTo>
                  <a:pt x="11" y="238"/>
                </a:lnTo>
                <a:lnTo>
                  <a:pt x="10" y="238"/>
                </a:lnTo>
                <a:lnTo>
                  <a:pt x="10" y="237"/>
                </a:lnTo>
                <a:lnTo>
                  <a:pt x="9" y="237"/>
                </a:lnTo>
                <a:lnTo>
                  <a:pt x="9" y="236"/>
                </a:lnTo>
                <a:lnTo>
                  <a:pt x="8" y="236"/>
                </a:lnTo>
                <a:lnTo>
                  <a:pt x="7" y="235"/>
                </a:lnTo>
                <a:lnTo>
                  <a:pt x="7" y="234"/>
                </a:lnTo>
                <a:lnTo>
                  <a:pt x="6" y="234"/>
                </a:lnTo>
                <a:lnTo>
                  <a:pt x="5" y="233"/>
                </a:lnTo>
                <a:lnTo>
                  <a:pt x="4" y="233"/>
                </a:lnTo>
                <a:lnTo>
                  <a:pt x="3" y="232"/>
                </a:lnTo>
                <a:lnTo>
                  <a:pt x="3" y="231"/>
                </a:lnTo>
                <a:lnTo>
                  <a:pt x="2" y="231"/>
                </a:lnTo>
                <a:lnTo>
                  <a:pt x="2" y="232"/>
                </a:lnTo>
                <a:lnTo>
                  <a:pt x="2" y="231"/>
                </a:lnTo>
                <a:lnTo>
                  <a:pt x="1" y="231"/>
                </a:lnTo>
                <a:lnTo>
                  <a:pt x="1" y="230"/>
                </a:lnTo>
                <a:lnTo>
                  <a:pt x="0" y="230"/>
                </a:lnTo>
                <a:lnTo>
                  <a:pt x="1" y="231"/>
                </a:lnTo>
                <a:lnTo>
                  <a:pt x="0" y="231"/>
                </a:lnTo>
                <a:lnTo>
                  <a:pt x="0" y="230"/>
                </a:lnTo>
                <a:lnTo>
                  <a:pt x="0" y="229"/>
                </a:lnTo>
                <a:lnTo>
                  <a:pt x="0" y="228"/>
                </a:lnTo>
                <a:lnTo>
                  <a:pt x="0" y="227"/>
                </a:lnTo>
                <a:lnTo>
                  <a:pt x="0" y="226"/>
                </a:lnTo>
                <a:lnTo>
                  <a:pt x="0" y="225"/>
                </a:lnTo>
                <a:lnTo>
                  <a:pt x="1" y="225"/>
                </a:lnTo>
                <a:lnTo>
                  <a:pt x="1" y="224"/>
                </a:lnTo>
                <a:lnTo>
                  <a:pt x="1" y="225"/>
                </a:lnTo>
                <a:lnTo>
                  <a:pt x="0" y="225"/>
                </a:lnTo>
                <a:lnTo>
                  <a:pt x="0" y="226"/>
                </a:lnTo>
                <a:lnTo>
                  <a:pt x="1" y="225"/>
                </a:lnTo>
                <a:lnTo>
                  <a:pt x="2" y="225"/>
                </a:lnTo>
                <a:lnTo>
                  <a:pt x="3" y="224"/>
                </a:lnTo>
                <a:lnTo>
                  <a:pt x="4" y="224"/>
                </a:lnTo>
                <a:lnTo>
                  <a:pt x="4" y="223"/>
                </a:lnTo>
                <a:lnTo>
                  <a:pt x="5" y="223"/>
                </a:lnTo>
                <a:lnTo>
                  <a:pt x="5" y="222"/>
                </a:lnTo>
                <a:lnTo>
                  <a:pt x="4" y="222"/>
                </a:lnTo>
                <a:lnTo>
                  <a:pt x="4" y="219"/>
                </a:lnTo>
                <a:lnTo>
                  <a:pt x="3" y="219"/>
                </a:lnTo>
                <a:lnTo>
                  <a:pt x="3" y="218"/>
                </a:lnTo>
                <a:lnTo>
                  <a:pt x="3" y="217"/>
                </a:lnTo>
                <a:lnTo>
                  <a:pt x="4" y="217"/>
                </a:lnTo>
                <a:lnTo>
                  <a:pt x="4" y="216"/>
                </a:lnTo>
                <a:lnTo>
                  <a:pt x="4" y="215"/>
                </a:lnTo>
                <a:lnTo>
                  <a:pt x="5" y="215"/>
                </a:lnTo>
                <a:lnTo>
                  <a:pt x="5" y="214"/>
                </a:lnTo>
                <a:lnTo>
                  <a:pt x="4" y="214"/>
                </a:lnTo>
                <a:lnTo>
                  <a:pt x="4" y="213"/>
                </a:lnTo>
                <a:lnTo>
                  <a:pt x="4" y="212"/>
                </a:lnTo>
                <a:lnTo>
                  <a:pt x="5" y="213"/>
                </a:lnTo>
                <a:lnTo>
                  <a:pt x="4" y="213"/>
                </a:lnTo>
                <a:lnTo>
                  <a:pt x="5" y="214"/>
                </a:lnTo>
                <a:lnTo>
                  <a:pt x="5" y="213"/>
                </a:lnTo>
                <a:lnTo>
                  <a:pt x="5" y="212"/>
                </a:lnTo>
                <a:lnTo>
                  <a:pt x="6" y="211"/>
                </a:lnTo>
                <a:lnTo>
                  <a:pt x="7" y="211"/>
                </a:lnTo>
                <a:lnTo>
                  <a:pt x="7" y="210"/>
                </a:lnTo>
                <a:lnTo>
                  <a:pt x="6" y="210"/>
                </a:lnTo>
                <a:lnTo>
                  <a:pt x="7" y="209"/>
                </a:lnTo>
                <a:lnTo>
                  <a:pt x="7" y="208"/>
                </a:lnTo>
                <a:lnTo>
                  <a:pt x="7" y="209"/>
                </a:lnTo>
                <a:lnTo>
                  <a:pt x="6" y="209"/>
                </a:lnTo>
                <a:lnTo>
                  <a:pt x="5" y="209"/>
                </a:lnTo>
                <a:lnTo>
                  <a:pt x="5" y="206"/>
                </a:lnTo>
                <a:lnTo>
                  <a:pt x="6" y="206"/>
                </a:lnTo>
                <a:lnTo>
                  <a:pt x="7" y="206"/>
                </a:lnTo>
                <a:lnTo>
                  <a:pt x="6" y="206"/>
                </a:lnTo>
                <a:lnTo>
                  <a:pt x="7" y="205"/>
                </a:lnTo>
                <a:lnTo>
                  <a:pt x="7" y="204"/>
                </a:lnTo>
                <a:lnTo>
                  <a:pt x="7" y="203"/>
                </a:lnTo>
                <a:lnTo>
                  <a:pt x="8" y="203"/>
                </a:lnTo>
                <a:lnTo>
                  <a:pt x="8" y="202"/>
                </a:lnTo>
                <a:lnTo>
                  <a:pt x="8" y="201"/>
                </a:lnTo>
                <a:lnTo>
                  <a:pt x="7" y="201"/>
                </a:lnTo>
                <a:lnTo>
                  <a:pt x="8" y="201"/>
                </a:lnTo>
                <a:lnTo>
                  <a:pt x="8" y="200"/>
                </a:lnTo>
                <a:lnTo>
                  <a:pt x="9" y="199"/>
                </a:lnTo>
                <a:lnTo>
                  <a:pt x="9" y="198"/>
                </a:lnTo>
                <a:lnTo>
                  <a:pt x="9" y="199"/>
                </a:lnTo>
                <a:lnTo>
                  <a:pt x="8" y="200"/>
                </a:lnTo>
                <a:lnTo>
                  <a:pt x="9" y="200"/>
                </a:lnTo>
                <a:lnTo>
                  <a:pt x="9" y="199"/>
                </a:lnTo>
                <a:lnTo>
                  <a:pt x="10" y="199"/>
                </a:lnTo>
                <a:lnTo>
                  <a:pt x="10" y="200"/>
                </a:lnTo>
                <a:lnTo>
                  <a:pt x="11" y="199"/>
                </a:lnTo>
                <a:lnTo>
                  <a:pt x="11" y="198"/>
                </a:lnTo>
                <a:lnTo>
                  <a:pt x="10" y="198"/>
                </a:lnTo>
                <a:lnTo>
                  <a:pt x="9" y="198"/>
                </a:lnTo>
                <a:lnTo>
                  <a:pt x="9" y="197"/>
                </a:lnTo>
                <a:lnTo>
                  <a:pt x="11" y="197"/>
                </a:lnTo>
                <a:lnTo>
                  <a:pt x="11" y="196"/>
                </a:lnTo>
                <a:lnTo>
                  <a:pt x="11" y="195"/>
                </a:lnTo>
                <a:lnTo>
                  <a:pt x="10" y="196"/>
                </a:lnTo>
                <a:lnTo>
                  <a:pt x="10" y="195"/>
                </a:lnTo>
                <a:lnTo>
                  <a:pt x="10" y="194"/>
                </a:lnTo>
                <a:lnTo>
                  <a:pt x="10" y="193"/>
                </a:lnTo>
                <a:lnTo>
                  <a:pt x="11" y="193"/>
                </a:lnTo>
                <a:lnTo>
                  <a:pt x="10" y="193"/>
                </a:lnTo>
                <a:lnTo>
                  <a:pt x="10" y="192"/>
                </a:lnTo>
                <a:lnTo>
                  <a:pt x="10" y="191"/>
                </a:lnTo>
                <a:lnTo>
                  <a:pt x="11" y="191"/>
                </a:lnTo>
                <a:lnTo>
                  <a:pt x="10" y="191"/>
                </a:lnTo>
                <a:lnTo>
                  <a:pt x="10" y="190"/>
                </a:lnTo>
                <a:lnTo>
                  <a:pt x="9" y="191"/>
                </a:lnTo>
                <a:lnTo>
                  <a:pt x="9" y="190"/>
                </a:lnTo>
                <a:lnTo>
                  <a:pt x="10" y="189"/>
                </a:lnTo>
                <a:lnTo>
                  <a:pt x="10" y="188"/>
                </a:lnTo>
                <a:lnTo>
                  <a:pt x="10" y="187"/>
                </a:lnTo>
                <a:lnTo>
                  <a:pt x="11" y="187"/>
                </a:lnTo>
                <a:lnTo>
                  <a:pt x="11" y="186"/>
                </a:lnTo>
                <a:lnTo>
                  <a:pt x="9" y="186"/>
                </a:lnTo>
                <a:lnTo>
                  <a:pt x="8" y="186"/>
                </a:lnTo>
                <a:lnTo>
                  <a:pt x="7" y="186"/>
                </a:lnTo>
                <a:lnTo>
                  <a:pt x="7" y="184"/>
                </a:lnTo>
                <a:lnTo>
                  <a:pt x="8" y="183"/>
                </a:lnTo>
                <a:lnTo>
                  <a:pt x="10" y="184"/>
                </a:lnTo>
                <a:lnTo>
                  <a:pt x="10" y="183"/>
                </a:lnTo>
                <a:lnTo>
                  <a:pt x="11" y="183"/>
                </a:lnTo>
                <a:lnTo>
                  <a:pt x="11" y="182"/>
                </a:lnTo>
                <a:lnTo>
                  <a:pt x="10" y="182"/>
                </a:lnTo>
                <a:lnTo>
                  <a:pt x="10" y="181"/>
                </a:lnTo>
                <a:lnTo>
                  <a:pt x="9" y="181"/>
                </a:lnTo>
                <a:lnTo>
                  <a:pt x="9" y="180"/>
                </a:lnTo>
                <a:lnTo>
                  <a:pt x="9" y="179"/>
                </a:lnTo>
                <a:lnTo>
                  <a:pt x="10" y="179"/>
                </a:lnTo>
                <a:lnTo>
                  <a:pt x="10" y="178"/>
                </a:lnTo>
                <a:lnTo>
                  <a:pt x="9" y="178"/>
                </a:lnTo>
                <a:lnTo>
                  <a:pt x="10" y="177"/>
                </a:lnTo>
                <a:lnTo>
                  <a:pt x="10" y="176"/>
                </a:lnTo>
                <a:lnTo>
                  <a:pt x="10" y="175"/>
                </a:lnTo>
                <a:lnTo>
                  <a:pt x="10" y="174"/>
                </a:lnTo>
                <a:lnTo>
                  <a:pt x="9" y="173"/>
                </a:lnTo>
                <a:lnTo>
                  <a:pt x="10" y="172"/>
                </a:lnTo>
                <a:lnTo>
                  <a:pt x="10" y="171"/>
                </a:lnTo>
                <a:lnTo>
                  <a:pt x="10" y="170"/>
                </a:lnTo>
                <a:lnTo>
                  <a:pt x="10" y="169"/>
                </a:lnTo>
                <a:lnTo>
                  <a:pt x="11" y="169"/>
                </a:lnTo>
                <a:lnTo>
                  <a:pt x="11" y="168"/>
                </a:lnTo>
                <a:lnTo>
                  <a:pt x="11" y="167"/>
                </a:lnTo>
                <a:lnTo>
                  <a:pt x="12" y="166"/>
                </a:lnTo>
                <a:lnTo>
                  <a:pt x="13" y="165"/>
                </a:lnTo>
                <a:lnTo>
                  <a:pt x="14" y="165"/>
                </a:lnTo>
                <a:lnTo>
                  <a:pt x="13" y="164"/>
                </a:lnTo>
                <a:lnTo>
                  <a:pt x="12" y="164"/>
                </a:lnTo>
                <a:lnTo>
                  <a:pt x="12" y="163"/>
                </a:lnTo>
                <a:lnTo>
                  <a:pt x="12" y="161"/>
                </a:lnTo>
                <a:lnTo>
                  <a:pt x="13" y="159"/>
                </a:lnTo>
                <a:lnTo>
                  <a:pt x="15" y="159"/>
                </a:lnTo>
                <a:lnTo>
                  <a:pt x="15" y="158"/>
                </a:lnTo>
                <a:lnTo>
                  <a:pt x="16" y="157"/>
                </a:lnTo>
                <a:lnTo>
                  <a:pt x="16" y="156"/>
                </a:lnTo>
                <a:lnTo>
                  <a:pt x="17" y="155"/>
                </a:lnTo>
                <a:lnTo>
                  <a:pt x="16" y="155"/>
                </a:lnTo>
                <a:lnTo>
                  <a:pt x="16" y="156"/>
                </a:lnTo>
                <a:lnTo>
                  <a:pt x="15" y="156"/>
                </a:lnTo>
                <a:lnTo>
                  <a:pt x="15" y="157"/>
                </a:lnTo>
                <a:lnTo>
                  <a:pt x="14" y="158"/>
                </a:lnTo>
                <a:lnTo>
                  <a:pt x="14" y="159"/>
                </a:lnTo>
                <a:lnTo>
                  <a:pt x="13" y="159"/>
                </a:lnTo>
                <a:lnTo>
                  <a:pt x="12" y="159"/>
                </a:lnTo>
                <a:lnTo>
                  <a:pt x="12" y="158"/>
                </a:lnTo>
                <a:lnTo>
                  <a:pt x="12" y="157"/>
                </a:lnTo>
                <a:lnTo>
                  <a:pt x="13" y="156"/>
                </a:lnTo>
                <a:lnTo>
                  <a:pt x="13" y="155"/>
                </a:lnTo>
                <a:lnTo>
                  <a:pt x="12" y="155"/>
                </a:lnTo>
                <a:lnTo>
                  <a:pt x="13" y="154"/>
                </a:lnTo>
                <a:lnTo>
                  <a:pt x="14" y="153"/>
                </a:lnTo>
                <a:lnTo>
                  <a:pt x="15" y="153"/>
                </a:lnTo>
                <a:lnTo>
                  <a:pt x="15" y="152"/>
                </a:lnTo>
                <a:lnTo>
                  <a:pt x="16" y="153"/>
                </a:lnTo>
                <a:lnTo>
                  <a:pt x="17" y="153"/>
                </a:lnTo>
                <a:lnTo>
                  <a:pt x="17" y="152"/>
                </a:lnTo>
                <a:lnTo>
                  <a:pt x="17" y="151"/>
                </a:lnTo>
                <a:lnTo>
                  <a:pt x="18" y="152"/>
                </a:lnTo>
                <a:lnTo>
                  <a:pt x="19" y="152"/>
                </a:lnTo>
                <a:lnTo>
                  <a:pt x="19" y="151"/>
                </a:lnTo>
                <a:lnTo>
                  <a:pt x="20" y="151"/>
                </a:lnTo>
                <a:lnTo>
                  <a:pt x="21" y="150"/>
                </a:lnTo>
                <a:lnTo>
                  <a:pt x="20" y="150"/>
                </a:lnTo>
                <a:lnTo>
                  <a:pt x="19" y="149"/>
                </a:lnTo>
                <a:lnTo>
                  <a:pt x="19" y="148"/>
                </a:lnTo>
                <a:lnTo>
                  <a:pt x="20" y="149"/>
                </a:lnTo>
                <a:lnTo>
                  <a:pt x="20" y="148"/>
                </a:lnTo>
                <a:lnTo>
                  <a:pt x="21" y="148"/>
                </a:lnTo>
                <a:lnTo>
                  <a:pt x="22" y="148"/>
                </a:lnTo>
                <a:lnTo>
                  <a:pt x="22" y="147"/>
                </a:lnTo>
                <a:lnTo>
                  <a:pt x="23" y="147"/>
                </a:lnTo>
                <a:lnTo>
                  <a:pt x="23" y="146"/>
                </a:lnTo>
                <a:lnTo>
                  <a:pt x="23" y="145"/>
                </a:lnTo>
                <a:lnTo>
                  <a:pt x="24" y="145"/>
                </a:lnTo>
                <a:lnTo>
                  <a:pt x="24" y="144"/>
                </a:lnTo>
                <a:lnTo>
                  <a:pt x="24" y="143"/>
                </a:lnTo>
                <a:lnTo>
                  <a:pt x="25" y="143"/>
                </a:lnTo>
                <a:lnTo>
                  <a:pt x="25" y="142"/>
                </a:lnTo>
                <a:lnTo>
                  <a:pt x="25" y="141"/>
                </a:lnTo>
                <a:lnTo>
                  <a:pt x="26" y="141"/>
                </a:lnTo>
                <a:lnTo>
                  <a:pt x="24" y="140"/>
                </a:lnTo>
                <a:lnTo>
                  <a:pt x="26" y="138"/>
                </a:lnTo>
                <a:lnTo>
                  <a:pt x="26" y="137"/>
                </a:lnTo>
                <a:lnTo>
                  <a:pt x="26" y="136"/>
                </a:lnTo>
                <a:lnTo>
                  <a:pt x="26" y="135"/>
                </a:lnTo>
                <a:lnTo>
                  <a:pt x="28" y="135"/>
                </a:lnTo>
                <a:lnTo>
                  <a:pt x="28" y="134"/>
                </a:lnTo>
                <a:lnTo>
                  <a:pt x="29" y="133"/>
                </a:lnTo>
                <a:lnTo>
                  <a:pt x="29" y="132"/>
                </a:lnTo>
                <a:lnTo>
                  <a:pt x="30" y="131"/>
                </a:lnTo>
                <a:lnTo>
                  <a:pt x="30" y="130"/>
                </a:lnTo>
                <a:lnTo>
                  <a:pt x="31" y="130"/>
                </a:lnTo>
                <a:lnTo>
                  <a:pt x="32" y="129"/>
                </a:lnTo>
                <a:lnTo>
                  <a:pt x="33" y="129"/>
                </a:lnTo>
                <a:lnTo>
                  <a:pt x="33" y="128"/>
                </a:lnTo>
                <a:lnTo>
                  <a:pt x="33" y="127"/>
                </a:lnTo>
                <a:lnTo>
                  <a:pt x="34" y="127"/>
                </a:lnTo>
                <a:lnTo>
                  <a:pt x="34" y="126"/>
                </a:lnTo>
                <a:lnTo>
                  <a:pt x="35" y="125"/>
                </a:lnTo>
                <a:lnTo>
                  <a:pt x="36" y="125"/>
                </a:lnTo>
                <a:lnTo>
                  <a:pt x="36" y="124"/>
                </a:lnTo>
                <a:lnTo>
                  <a:pt x="36" y="123"/>
                </a:lnTo>
                <a:lnTo>
                  <a:pt x="36" y="122"/>
                </a:lnTo>
                <a:lnTo>
                  <a:pt x="36" y="121"/>
                </a:lnTo>
                <a:lnTo>
                  <a:pt x="37" y="121"/>
                </a:lnTo>
                <a:lnTo>
                  <a:pt x="35" y="121"/>
                </a:lnTo>
                <a:lnTo>
                  <a:pt x="34" y="121"/>
                </a:lnTo>
                <a:lnTo>
                  <a:pt x="34" y="122"/>
                </a:lnTo>
                <a:lnTo>
                  <a:pt x="34" y="123"/>
                </a:lnTo>
                <a:lnTo>
                  <a:pt x="34" y="124"/>
                </a:lnTo>
                <a:lnTo>
                  <a:pt x="33" y="124"/>
                </a:lnTo>
                <a:lnTo>
                  <a:pt x="33" y="125"/>
                </a:lnTo>
                <a:lnTo>
                  <a:pt x="32" y="125"/>
                </a:lnTo>
                <a:lnTo>
                  <a:pt x="31" y="125"/>
                </a:lnTo>
                <a:lnTo>
                  <a:pt x="31" y="124"/>
                </a:lnTo>
                <a:lnTo>
                  <a:pt x="33" y="121"/>
                </a:lnTo>
                <a:lnTo>
                  <a:pt x="34" y="121"/>
                </a:lnTo>
                <a:lnTo>
                  <a:pt x="34" y="120"/>
                </a:lnTo>
                <a:lnTo>
                  <a:pt x="35" y="120"/>
                </a:lnTo>
                <a:lnTo>
                  <a:pt x="34" y="119"/>
                </a:lnTo>
                <a:lnTo>
                  <a:pt x="35" y="119"/>
                </a:lnTo>
                <a:lnTo>
                  <a:pt x="35" y="118"/>
                </a:lnTo>
                <a:lnTo>
                  <a:pt x="36" y="118"/>
                </a:lnTo>
                <a:lnTo>
                  <a:pt x="37" y="118"/>
                </a:lnTo>
                <a:lnTo>
                  <a:pt x="38" y="118"/>
                </a:lnTo>
                <a:lnTo>
                  <a:pt x="39" y="117"/>
                </a:lnTo>
                <a:lnTo>
                  <a:pt x="38" y="117"/>
                </a:lnTo>
                <a:lnTo>
                  <a:pt x="39" y="117"/>
                </a:lnTo>
                <a:lnTo>
                  <a:pt x="39" y="116"/>
                </a:lnTo>
                <a:lnTo>
                  <a:pt x="40" y="115"/>
                </a:lnTo>
                <a:lnTo>
                  <a:pt x="40" y="114"/>
                </a:lnTo>
                <a:lnTo>
                  <a:pt x="41" y="114"/>
                </a:lnTo>
                <a:lnTo>
                  <a:pt x="41" y="113"/>
                </a:lnTo>
                <a:lnTo>
                  <a:pt x="40" y="113"/>
                </a:lnTo>
                <a:lnTo>
                  <a:pt x="39" y="112"/>
                </a:lnTo>
                <a:lnTo>
                  <a:pt x="39" y="111"/>
                </a:lnTo>
                <a:lnTo>
                  <a:pt x="40" y="111"/>
                </a:lnTo>
                <a:lnTo>
                  <a:pt x="40" y="110"/>
                </a:lnTo>
                <a:lnTo>
                  <a:pt x="41" y="108"/>
                </a:lnTo>
                <a:lnTo>
                  <a:pt x="41" y="107"/>
                </a:lnTo>
                <a:lnTo>
                  <a:pt x="42" y="107"/>
                </a:lnTo>
                <a:lnTo>
                  <a:pt x="42" y="106"/>
                </a:lnTo>
                <a:lnTo>
                  <a:pt x="42" y="105"/>
                </a:lnTo>
                <a:lnTo>
                  <a:pt x="43" y="105"/>
                </a:lnTo>
                <a:lnTo>
                  <a:pt x="42" y="106"/>
                </a:lnTo>
                <a:lnTo>
                  <a:pt x="42" y="107"/>
                </a:lnTo>
                <a:lnTo>
                  <a:pt x="42" y="108"/>
                </a:lnTo>
                <a:lnTo>
                  <a:pt x="42" y="109"/>
                </a:lnTo>
                <a:lnTo>
                  <a:pt x="41" y="108"/>
                </a:lnTo>
                <a:lnTo>
                  <a:pt x="40" y="111"/>
                </a:lnTo>
                <a:lnTo>
                  <a:pt x="40" y="112"/>
                </a:lnTo>
                <a:lnTo>
                  <a:pt x="41" y="111"/>
                </a:lnTo>
                <a:lnTo>
                  <a:pt x="41" y="110"/>
                </a:lnTo>
                <a:lnTo>
                  <a:pt x="42" y="110"/>
                </a:lnTo>
                <a:lnTo>
                  <a:pt x="42" y="111"/>
                </a:lnTo>
                <a:lnTo>
                  <a:pt x="42" y="110"/>
                </a:lnTo>
                <a:lnTo>
                  <a:pt x="42" y="109"/>
                </a:lnTo>
                <a:lnTo>
                  <a:pt x="42" y="108"/>
                </a:lnTo>
                <a:lnTo>
                  <a:pt x="43" y="106"/>
                </a:lnTo>
                <a:lnTo>
                  <a:pt x="44" y="106"/>
                </a:lnTo>
                <a:lnTo>
                  <a:pt x="43" y="107"/>
                </a:lnTo>
                <a:lnTo>
                  <a:pt x="44" y="108"/>
                </a:lnTo>
                <a:lnTo>
                  <a:pt x="44" y="107"/>
                </a:lnTo>
                <a:lnTo>
                  <a:pt x="44" y="106"/>
                </a:lnTo>
                <a:lnTo>
                  <a:pt x="44" y="105"/>
                </a:lnTo>
                <a:lnTo>
                  <a:pt x="45" y="105"/>
                </a:lnTo>
                <a:lnTo>
                  <a:pt x="44" y="105"/>
                </a:lnTo>
                <a:lnTo>
                  <a:pt x="43" y="105"/>
                </a:lnTo>
                <a:lnTo>
                  <a:pt x="43" y="104"/>
                </a:lnTo>
                <a:lnTo>
                  <a:pt x="44" y="104"/>
                </a:lnTo>
                <a:lnTo>
                  <a:pt x="43" y="104"/>
                </a:lnTo>
                <a:lnTo>
                  <a:pt x="44" y="103"/>
                </a:lnTo>
                <a:lnTo>
                  <a:pt x="44" y="102"/>
                </a:lnTo>
                <a:lnTo>
                  <a:pt x="45" y="102"/>
                </a:lnTo>
                <a:lnTo>
                  <a:pt x="46" y="103"/>
                </a:lnTo>
                <a:lnTo>
                  <a:pt x="46" y="102"/>
                </a:lnTo>
                <a:lnTo>
                  <a:pt x="47" y="101"/>
                </a:lnTo>
                <a:lnTo>
                  <a:pt x="46" y="101"/>
                </a:lnTo>
                <a:lnTo>
                  <a:pt x="47" y="100"/>
                </a:lnTo>
                <a:lnTo>
                  <a:pt x="47" y="99"/>
                </a:lnTo>
                <a:lnTo>
                  <a:pt x="47" y="98"/>
                </a:lnTo>
                <a:lnTo>
                  <a:pt x="48" y="98"/>
                </a:lnTo>
                <a:lnTo>
                  <a:pt x="48" y="97"/>
                </a:lnTo>
                <a:lnTo>
                  <a:pt x="49" y="97"/>
                </a:lnTo>
                <a:lnTo>
                  <a:pt x="49" y="96"/>
                </a:lnTo>
                <a:lnTo>
                  <a:pt x="50" y="95"/>
                </a:lnTo>
                <a:lnTo>
                  <a:pt x="50" y="94"/>
                </a:lnTo>
                <a:lnTo>
                  <a:pt x="50" y="93"/>
                </a:lnTo>
                <a:lnTo>
                  <a:pt x="51" y="93"/>
                </a:lnTo>
                <a:lnTo>
                  <a:pt x="51" y="92"/>
                </a:lnTo>
                <a:lnTo>
                  <a:pt x="52" y="91"/>
                </a:lnTo>
                <a:lnTo>
                  <a:pt x="53" y="90"/>
                </a:lnTo>
                <a:lnTo>
                  <a:pt x="53" y="89"/>
                </a:lnTo>
                <a:lnTo>
                  <a:pt x="54" y="89"/>
                </a:lnTo>
                <a:lnTo>
                  <a:pt x="55" y="87"/>
                </a:lnTo>
                <a:lnTo>
                  <a:pt x="55" y="86"/>
                </a:lnTo>
                <a:lnTo>
                  <a:pt x="57" y="84"/>
                </a:lnTo>
                <a:lnTo>
                  <a:pt x="57" y="83"/>
                </a:lnTo>
                <a:lnTo>
                  <a:pt x="58" y="81"/>
                </a:lnTo>
                <a:lnTo>
                  <a:pt x="59" y="81"/>
                </a:lnTo>
                <a:lnTo>
                  <a:pt x="59" y="80"/>
                </a:lnTo>
                <a:lnTo>
                  <a:pt x="59" y="79"/>
                </a:lnTo>
                <a:lnTo>
                  <a:pt x="59" y="78"/>
                </a:lnTo>
                <a:lnTo>
                  <a:pt x="60" y="78"/>
                </a:lnTo>
                <a:lnTo>
                  <a:pt x="60" y="77"/>
                </a:lnTo>
                <a:lnTo>
                  <a:pt x="60" y="76"/>
                </a:lnTo>
                <a:lnTo>
                  <a:pt x="61" y="75"/>
                </a:lnTo>
                <a:lnTo>
                  <a:pt x="61" y="74"/>
                </a:lnTo>
                <a:lnTo>
                  <a:pt x="61" y="73"/>
                </a:lnTo>
                <a:lnTo>
                  <a:pt x="62" y="73"/>
                </a:lnTo>
                <a:lnTo>
                  <a:pt x="62" y="72"/>
                </a:lnTo>
                <a:lnTo>
                  <a:pt x="63" y="72"/>
                </a:lnTo>
                <a:lnTo>
                  <a:pt x="64" y="72"/>
                </a:lnTo>
                <a:lnTo>
                  <a:pt x="65" y="71"/>
                </a:lnTo>
                <a:lnTo>
                  <a:pt x="65" y="72"/>
                </a:lnTo>
                <a:lnTo>
                  <a:pt x="66" y="72"/>
                </a:lnTo>
                <a:lnTo>
                  <a:pt x="66" y="71"/>
                </a:lnTo>
                <a:lnTo>
                  <a:pt x="65" y="71"/>
                </a:lnTo>
                <a:lnTo>
                  <a:pt x="65" y="70"/>
                </a:lnTo>
                <a:lnTo>
                  <a:pt x="65" y="69"/>
                </a:lnTo>
                <a:lnTo>
                  <a:pt x="66" y="69"/>
                </a:lnTo>
                <a:lnTo>
                  <a:pt x="66" y="68"/>
                </a:lnTo>
                <a:lnTo>
                  <a:pt x="67" y="67"/>
                </a:lnTo>
                <a:lnTo>
                  <a:pt x="67" y="66"/>
                </a:lnTo>
                <a:lnTo>
                  <a:pt x="68" y="66"/>
                </a:lnTo>
                <a:lnTo>
                  <a:pt x="69" y="66"/>
                </a:lnTo>
                <a:lnTo>
                  <a:pt x="70" y="66"/>
                </a:lnTo>
                <a:lnTo>
                  <a:pt x="71" y="66"/>
                </a:lnTo>
                <a:lnTo>
                  <a:pt x="71" y="65"/>
                </a:lnTo>
                <a:lnTo>
                  <a:pt x="72" y="65"/>
                </a:lnTo>
                <a:lnTo>
                  <a:pt x="72" y="64"/>
                </a:lnTo>
                <a:lnTo>
                  <a:pt x="74" y="62"/>
                </a:lnTo>
                <a:lnTo>
                  <a:pt x="74" y="61"/>
                </a:lnTo>
                <a:lnTo>
                  <a:pt x="75" y="60"/>
                </a:lnTo>
                <a:lnTo>
                  <a:pt x="75" y="59"/>
                </a:lnTo>
                <a:lnTo>
                  <a:pt x="76" y="59"/>
                </a:lnTo>
                <a:lnTo>
                  <a:pt x="77" y="58"/>
                </a:lnTo>
                <a:lnTo>
                  <a:pt x="78" y="58"/>
                </a:lnTo>
                <a:lnTo>
                  <a:pt x="78" y="57"/>
                </a:lnTo>
                <a:lnTo>
                  <a:pt x="79" y="56"/>
                </a:lnTo>
                <a:lnTo>
                  <a:pt x="79" y="55"/>
                </a:lnTo>
                <a:lnTo>
                  <a:pt x="79" y="54"/>
                </a:lnTo>
                <a:lnTo>
                  <a:pt x="79" y="53"/>
                </a:lnTo>
                <a:lnTo>
                  <a:pt x="79" y="52"/>
                </a:lnTo>
                <a:lnTo>
                  <a:pt x="80" y="51"/>
                </a:lnTo>
                <a:lnTo>
                  <a:pt x="79" y="51"/>
                </a:lnTo>
                <a:lnTo>
                  <a:pt x="78" y="51"/>
                </a:lnTo>
                <a:lnTo>
                  <a:pt x="78" y="50"/>
                </a:lnTo>
                <a:lnTo>
                  <a:pt x="79" y="49"/>
                </a:lnTo>
                <a:lnTo>
                  <a:pt x="80" y="48"/>
                </a:lnTo>
                <a:lnTo>
                  <a:pt x="80" y="47"/>
                </a:lnTo>
                <a:lnTo>
                  <a:pt x="81" y="48"/>
                </a:lnTo>
                <a:lnTo>
                  <a:pt x="82" y="48"/>
                </a:lnTo>
                <a:lnTo>
                  <a:pt x="81" y="48"/>
                </a:lnTo>
                <a:lnTo>
                  <a:pt x="81" y="47"/>
                </a:lnTo>
                <a:lnTo>
                  <a:pt x="81" y="46"/>
                </a:lnTo>
                <a:lnTo>
                  <a:pt x="82" y="45"/>
                </a:lnTo>
                <a:lnTo>
                  <a:pt x="82" y="44"/>
                </a:lnTo>
                <a:lnTo>
                  <a:pt x="83" y="43"/>
                </a:lnTo>
                <a:lnTo>
                  <a:pt x="84" y="42"/>
                </a:lnTo>
                <a:lnTo>
                  <a:pt x="84" y="41"/>
                </a:lnTo>
                <a:lnTo>
                  <a:pt x="84" y="40"/>
                </a:lnTo>
                <a:lnTo>
                  <a:pt x="85" y="39"/>
                </a:lnTo>
                <a:lnTo>
                  <a:pt x="85" y="38"/>
                </a:lnTo>
                <a:lnTo>
                  <a:pt x="86" y="38"/>
                </a:lnTo>
                <a:lnTo>
                  <a:pt x="86" y="37"/>
                </a:lnTo>
                <a:lnTo>
                  <a:pt x="87" y="37"/>
                </a:lnTo>
                <a:lnTo>
                  <a:pt x="87" y="36"/>
                </a:lnTo>
                <a:lnTo>
                  <a:pt x="88" y="35"/>
                </a:lnTo>
                <a:lnTo>
                  <a:pt x="88" y="34"/>
                </a:lnTo>
                <a:lnTo>
                  <a:pt x="88" y="33"/>
                </a:lnTo>
                <a:lnTo>
                  <a:pt x="89" y="31"/>
                </a:lnTo>
                <a:lnTo>
                  <a:pt x="90" y="31"/>
                </a:lnTo>
                <a:lnTo>
                  <a:pt x="90" y="30"/>
                </a:lnTo>
                <a:lnTo>
                  <a:pt x="90" y="29"/>
                </a:lnTo>
                <a:lnTo>
                  <a:pt x="91" y="28"/>
                </a:lnTo>
                <a:lnTo>
                  <a:pt x="92" y="28"/>
                </a:lnTo>
                <a:lnTo>
                  <a:pt x="92" y="27"/>
                </a:lnTo>
                <a:lnTo>
                  <a:pt x="94" y="27"/>
                </a:lnTo>
                <a:lnTo>
                  <a:pt x="94" y="26"/>
                </a:lnTo>
                <a:lnTo>
                  <a:pt x="95" y="26"/>
                </a:lnTo>
                <a:lnTo>
                  <a:pt x="96" y="26"/>
                </a:lnTo>
                <a:lnTo>
                  <a:pt x="96" y="25"/>
                </a:lnTo>
                <a:lnTo>
                  <a:pt x="97" y="25"/>
                </a:lnTo>
                <a:lnTo>
                  <a:pt x="98" y="24"/>
                </a:lnTo>
                <a:lnTo>
                  <a:pt x="100" y="24"/>
                </a:lnTo>
                <a:lnTo>
                  <a:pt x="101" y="24"/>
                </a:lnTo>
                <a:lnTo>
                  <a:pt x="102" y="23"/>
                </a:lnTo>
                <a:lnTo>
                  <a:pt x="103" y="23"/>
                </a:lnTo>
                <a:lnTo>
                  <a:pt x="103" y="22"/>
                </a:lnTo>
                <a:lnTo>
                  <a:pt x="104" y="22"/>
                </a:lnTo>
                <a:lnTo>
                  <a:pt x="105" y="22"/>
                </a:lnTo>
                <a:lnTo>
                  <a:pt x="105" y="21"/>
                </a:lnTo>
                <a:lnTo>
                  <a:pt x="106" y="21"/>
                </a:lnTo>
                <a:lnTo>
                  <a:pt x="107" y="21"/>
                </a:lnTo>
                <a:lnTo>
                  <a:pt x="107" y="20"/>
                </a:lnTo>
                <a:lnTo>
                  <a:pt x="108" y="20"/>
                </a:lnTo>
                <a:lnTo>
                  <a:pt x="109" y="20"/>
                </a:lnTo>
                <a:lnTo>
                  <a:pt x="110" y="19"/>
                </a:lnTo>
                <a:lnTo>
                  <a:pt x="111" y="19"/>
                </a:lnTo>
                <a:lnTo>
                  <a:pt x="111" y="20"/>
                </a:lnTo>
                <a:lnTo>
                  <a:pt x="112" y="20"/>
                </a:lnTo>
                <a:lnTo>
                  <a:pt x="113" y="20"/>
                </a:lnTo>
                <a:lnTo>
                  <a:pt x="113" y="19"/>
                </a:lnTo>
                <a:lnTo>
                  <a:pt x="114" y="19"/>
                </a:lnTo>
                <a:lnTo>
                  <a:pt x="115" y="19"/>
                </a:lnTo>
                <a:lnTo>
                  <a:pt x="116" y="19"/>
                </a:lnTo>
                <a:lnTo>
                  <a:pt x="117" y="19"/>
                </a:lnTo>
                <a:lnTo>
                  <a:pt x="118" y="19"/>
                </a:lnTo>
                <a:lnTo>
                  <a:pt x="119" y="19"/>
                </a:lnTo>
                <a:lnTo>
                  <a:pt x="119" y="18"/>
                </a:lnTo>
                <a:lnTo>
                  <a:pt x="120" y="18"/>
                </a:lnTo>
                <a:lnTo>
                  <a:pt x="121" y="17"/>
                </a:lnTo>
                <a:lnTo>
                  <a:pt x="122" y="17"/>
                </a:lnTo>
                <a:lnTo>
                  <a:pt x="122" y="16"/>
                </a:lnTo>
                <a:lnTo>
                  <a:pt x="123" y="15"/>
                </a:lnTo>
                <a:lnTo>
                  <a:pt x="123" y="16"/>
                </a:lnTo>
                <a:lnTo>
                  <a:pt x="123" y="15"/>
                </a:lnTo>
                <a:lnTo>
                  <a:pt x="124" y="15"/>
                </a:lnTo>
                <a:lnTo>
                  <a:pt x="125" y="15"/>
                </a:lnTo>
                <a:lnTo>
                  <a:pt x="126" y="15"/>
                </a:lnTo>
                <a:lnTo>
                  <a:pt x="126" y="16"/>
                </a:lnTo>
                <a:lnTo>
                  <a:pt x="127" y="16"/>
                </a:lnTo>
                <a:lnTo>
                  <a:pt x="127" y="17"/>
                </a:lnTo>
                <a:lnTo>
                  <a:pt x="127" y="18"/>
                </a:lnTo>
                <a:lnTo>
                  <a:pt x="128" y="19"/>
                </a:lnTo>
                <a:lnTo>
                  <a:pt x="128" y="18"/>
                </a:lnTo>
                <a:lnTo>
                  <a:pt x="128" y="17"/>
                </a:lnTo>
                <a:lnTo>
                  <a:pt x="128" y="16"/>
                </a:lnTo>
                <a:lnTo>
                  <a:pt x="127" y="15"/>
                </a:lnTo>
                <a:lnTo>
                  <a:pt x="126" y="14"/>
                </a:lnTo>
                <a:lnTo>
                  <a:pt x="125" y="14"/>
                </a:lnTo>
                <a:lnTo>
                  <a:pt x="124" y="13"/>
                </a:lnTo>
                <a:lnTo>
                  <a:pt x="123" y="13"/>
                </a:lnTo>
                <a:lnTo>
                  <a:pt x="124" y="13"/>
                </a:lnTo>
                <a:lnTo>
                  <a:pt x="124" y="12"/>
                </a:lnTo>
                <a:lnTo>
                  <a:pt x="125" y="12"/>
                </a:lnTo>
                <a:lnTo>
                  <a:pt x="124" y="12"/>
                </a:lnTo>
                <a:lnTo>
                  <a:pt x="125" y="11"/>
                </a:lnTo>
                <a:lnTo>
                  <a:pt x="126" y="10"/>
                </a:lnTo>
                <a:lnTo>
                  <a:pt x="127" y="9"/>
                </a:lnTo>
                <a:lnTo>
                  <a:pt x="127" y="8"/>
                </a:lnTo>
                <a:lnTo>
                  <a:pt x="127" y="7"/>
                </a:lnTo>
                <a:lnTo>
                  <a:pt x="127" y="6"/>
                </a:lnTo>
                <a:lnTo>
                  <a:pt x="128" y="6"/>
                </a:lnTo>
                <a:lnTo>
                  <a:pt x="129" y="6"/>
                </a:lnTo>
                <a:lnTo>
                  <a:pt x="130" y="6"/>
                </a:lnTo>
                <a:lnTo>
                  <a:pt x="130" y="5"/>
                </a:lnTo>
                <a:lnTo>
                  <a:pt x="130" y="4"/>
                </a:lnTo>
                <a:lnTo>
                  <a:pt x="131" y="4"/>
                </a:lnTo>
                <a:lnTo>
                  <a:pt x="132" y="3"/>
                </a:lnTo>
                <a:lnTo>
                  <a:pt x="133" y="3"/>
                </a:lnTo>
                <a:lnTo>
                  <a:pt x="133" y="1"/>
                </a:lnTo>
                <a:lnTo>
                  <a:pt x="133" y="3"/>
                </a:lnTo>
                <a:lnTo>
                  <a:pt x="134" y="3"/>
                </a:lnTo>
                <a:lnTo>
                  <a:pt x="135" y="3"/>
                </a:lnTo>
                <a:lnTo>
                  <a:pt x="135" y="1"/>
                </a:lnTo>
                <a:lnTo>
                  <a:pt x="135" y="0"/>
                </a:lnTo>
                <a:lnTo>
                  <a:pt x="135" y="1"/>
                </a:lnTo>
                <a:lnTo>
                  <a:pt x="136" y="1"/>
                </a:lnTo>
                <a:lnTo>
                  <a:pt x="137" y="1"/>
                </a:lnTo>
                <a:lnTo>
                  <a:pt x="138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1" name=""/>
          <p:cNvSpPr/>
          <p:nvPr/>
        </p:nvSpPr>
        <p:spPr>
          <a:xfrm>
            <a:off x="4627440" y="212004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0" y="5"/>
                </a:move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2" name=""/>
          <p:cNvSpPr/>
          <p:nvPr/>
        </p:nvSpPr>
        <p:spPr>
          <a:xfrm>
            <a:off x="4628160" y="211824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3"/>
                </a:move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3" name=""/>
          <p:cNvSpPr/>
          <p:nvPr/>
        </p:nvSpPr>
        <p:spPr>
          <a:xfrm>
            <a:off x="4630320" y="21146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4" name=""/>
          <p:cNvSpPr/>
          <p:nvPr/>
        </p:nvSpPr>
        <p:spPr>
          <a:xfrm>
            <a:off x="4635000" y="21052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0" y="5"/>
                </a:moveTo>
                <a:lnTo>
                  <a:pt x="1" y="2"/>
                </a:lnTo>
                <a:lnTo>
                  <a:pt x="1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4" y="5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5" name=""/>
          <p:cNvSpPr/>
          <p:nvPr/>
        </p:nvSpPr>
        <p:spPr>
          <a:xfrm>
            <a:off x="4685760" y="20772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2"/>
                </a:ln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6" name=""/>
          <p:cNvSpPr/>
          <p:nvPr/>
        </p:nvSpPr>
        <p:spPr>
          <a:xfrm>
            <a:off x="4680000" y="20656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7" name=""/>
          <p:cNvSpPr/>
          <p:nvPr/>
        </p:nvSpPr>
        <p:spPr>
          <a:xfrm>
            <a:off x="4736880" y="20433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8" name=""/>
          <p:cNvSpPr/>
          <p:nvPr/>
        </p:nvSpPr>
        <p:spPr>
          <a:xfrm>
            <a:off x="4742640" y="2037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9" name=""/>
          <p:cNvSpPr/>
          <p:nvPr/>
        </p:nvSpPr>
        <p:spPr>
          <a:xfrm>
            <a:off x="4425120" y="21758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4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50" name=""/>
          <p:cNvSpPr/>
          <p:nvPr/>
        </p:nvSpPr>
        <p:spPr>
          <a:xfrm>
            <a:off x="4425480" y="21751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51" name=""/>
          <p:cNvSpPr/>
          <p:nvPr/>
        </p:nvSpPr>
        <p:spPr>
          <a:xfrm>
            <a:off x="4436280" y="21751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52" name=""/>
          <p:cNvSpPr/>
          <p:nvPr/>
        </p:nvSpPr>
        <p:spPr>
          <a:xfrm>
            <a:off x="4427640" y="21747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53" name=""/>
          <p:cNvSpPr/>
          <p:nvPr/>
        </p:nvSpPr>
        <p:spPr>
          <a:xfrm>
            <a:off x="4431600" y="217332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2" y="1"/>
                </a:moveTo>
                <a:lnTo>
                  <a:pt x="2" y="3"/>
                </a:lnTo>
                <a:lnTo>
                  <a:pt x="4" y="3"/>
                </a:lnTo>
                <a:lnTo>
                  <a:pt x="2" y="3"/>
                </a:lnTo>
                <a:lnTo>
                  <a:pt x="4" y="3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7" y="4"/>
                </a:lnTo>
                <a:lnTo>
                  <a:pt x="7" y="5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4" y="7"/>
                </a:lnTo>
                <a:lnTo>
                  <a:pt x="5" y="7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2" y="7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54" name=""/>
          <p:cNvSpPr/>
          <p:nvPr/>
        </p:nvSpPr>
        <p:spPr>
          <a:xfrm>
            <a:off x="4429080" y="21740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1"/>
                </a:moveTo>
                <a:lnTo>
                  <a:pt x="1" y="3"/>
                </a:lnTo>
                <a:lnTo>
                  <a:pt x="1" y="1"/>
                </a:ln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55" name=""/>
          <p:cNvSpPr/>
          <p:nvPr/>
        </p:nvSpPr>
        <p:spPr>
          <a:xfrm>
            <a:off x="4433040" y="21733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56" name=""/>
          <p:cNvSpPr/>
          <p:nvPr/>
        </p:nvSpPr>
        <p:spPr>
          <a:xfrm>
            <a:off x="4432320" y="2171520"/>
            <a:ext cx="5040" cy="3960"/>
          </a:xfrm>
          <a:custGeom>
            <a:avLst/>
            <a:gdLst/>
            <a:ahLst/>
            <a:rect l="0" t="0" r="r" b="b"/>
            <a:pathLst>
              <a:path w="14" h="11">
                <a:moveTo>
                  <a:pt x="11" y="1"/>
                </a:moveTo>
                <a:lnTo>
                  <a:pt x="12" y="1"/>
                </a:lnTo>
                <a:lnTo>
                  <a:pt x="12" y="2"/>
                </a:lnTo>
                <a:lnTo>
                  <a:pt x="13" y="2"/>
                </a:lnTo>
                <a:lnTo>
                  <a:pt x="13" y="4"/>
                </a:lnTo>
                <a:lnTo>
                  <a:pt x="13" y="5"/>
                </a:lnTo>
                <a:lnTo>
                  <a:pt x="13" y="6"/>
                </a:lnTo>
                <a:lnTo>
                  <a:pt x="12" y="6"/>
                </a:lnTo>
                <a:lnTo>
                  <a:pt x="12" y="5"/>
                </a:lnTo>
                <a:lnTo>
                  <a:pt x="12" y="6"/>
                </a:lnTo>
                <a:lnTo>
                  <a:pt x="13" y="6"/>
                </a:lnTo>
                <a:lnTo>
                  <a:pt x="13" y="7"/>
                </a:lnTo>
                <a:lnTo>
                  <a:pt x="13" y="8"/>
                </a:lnTo>
                <a:lnTo>
                  <a:pt x="13" y="9"/>
                </a:lnTo>
                <a:lnTo>
                  <a:pt x="14" y="9"/>
                </a:lnTo>
                <a:lnTo>
                  <a:pt x="14" y="10"/>
                </a:lnTo>
                <a:lnTo>
                  <a:pt x="13" y="10"/>
                </a:lnTo>
                <a:lnTo>
                  <a:pt x="13" y="9"/>
                </a:lnTo>
                <a:lnTo>
                  <a:pt x="13" y="10"/>
                </a:lnTo>
                <a:lnTo>
                  <a:pt x="12" y="10"/>
                </a:lnTo>
                <a:lnTo>
                  <a:pt x="12" y="9"/>
                </a:lnTo>
                <a:lnTo>
                  <a:pt x="12" y="8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lnTo>
                  <a:pt x="10" y="6"/>
                </a:lnTo>
                <a:lnTo>
                  <a:pt x="11" y="6"/>
                </a:lnTo>
                <a:lnTo>
                  <a:pt x="11" y="7"/>
                </a:lnTo>
                <a:lnTo>
                  <a:pt x="10" y="7"/>
                </a:lnTo>
                <a:lnTo>
                  <a:pt x="10" y="8"/>
                </a:lnTo>
                <a:lnTo>
                  <a:pt x="9" y="8"/>
                </a:lnTo>
                <a:lnTo>
                  <a:pt x="10" y="9"/>
                </a:lnTo>
                <a:lnTo>
                  <a:pt x="10" y="10"/>
                </a:lnTo>
                <a:lnTo>
                  <a:pt x="10" y="11"/>
                </a:lnTo>
                <a:lnTo>
                  <a:pt x="9" y="11"/>
                </a:lnTo>
                <a:lnTo>
                  <a:pt x="9" y="9"/>
                </a:lnTo>
                <a:lnTo>
                  <a:pt x="10" y="9"/>
                </a:lnTo>
                <a:lnTo>
                  <a:pt x="9" y="9"/>
                </a:lnTo>
                <a:lnTo>
                  <a:pt x="9" y="8"/>
                </a:lnTo>
                <a:lnTo>
                  <a:pt x="9" y="9"/>
                </a:lnTo>
                <a:lnTo>
                  <a:pt x="8" y="9"/>
                </a:lnTo>
                <a:lnTo>
                  <a:pt x="8" y="8"/>
                </a:lnTo>
                <a:lnTo>
                  <a:pt x="8" y="7"/>
                </a:lnTo>
                <a:lnTo>
                  <a:pt x="8" y="6"/>
                </a:lnTo>
                <a:lnTo>
                  <a:pt x="8" y="7"/>
                </a:lnTo>
                <a:lnTo>
                  <a:pt x="7" y="7"/>
                </a:lnTo>
                <a:lnTo>
                  <a:pt x="7" y="6"/>
                </a:lnTo>
                <a:lnTo>
                  <a:pt x="5" y="6"/>
                </a:lnTo>
                <a:lnTo>
                  <a:pt x="5" y="7"/>
                </a:lnTo>
                <a:lnTo>
                  <a:pt x="4" y="7"/>
                </a:lnTo>
                <a:lnTo>
                  <a:pt x="4" y="6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1"/>
                </a:lnTo>
                <a:lnTo>
                  <a:pt x="5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1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57" name=""/>
          <p:cNvSpPr/>
          <p:nvPr/>
        </p:nvSpPr>
        <p:spPr>
          <a:xfrm>
            <a:off x="4429080" y="2172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58" name=""/>
          <p:cNvSpPr/>
          <p:nvPr/>
        </p:nvSpPr>
        <p:spPr>
          <a:xfrm>
            <a:off x="4429800" y="21726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59" name=""/>
          <p:cNvSpPr/>
          <p:nvPr/>
        </p:nvSpPr>
        <p:spPr>
          <a:xfrm>
            <a:off x="4423320" y="2169360"/>
            <a:ext cx="7200" cy="6120"/>
          </a:xfrm>
          <a:custGeom>
            <a:avLst/>
            <a:gdLst/>
            <a:ahLst/>
            <a:rect l="0" t="0" r="r" b="b"/>
            <a:pathLst>
              <a:path w="20" h="17">
                <a:moveTo>
                  <a:pt x="20" y="0"/>
                </a:moveTo>
                <a:lnTo>
                  <a:pt x="20" y="1"/>
                </a:lnTo>
                <a:lnTo>
                  <a:pt x="20" y="2"/>
                </a:lnTo>
                <a:lnTo>
                  <a:pt x="20" y="3"/>
                </a:lnTo>
                <a:lnTo>
                  <a:pt x="20" y="4"/>
                </a:lnTo>
                <a:lnTo>
                  <a:pt x="19" y="4"/>
                </a:lnTo>
                <a:lnTo>
                  <a:pt x="18" y="4"/>
                </a:lnTo>
                <a:lnTo>
                  <a:pt x="17" y="4"/>
                </a:lnTo>
                <a:lnTo>
                  <a:pt x="15" y="5"/>
                </a:lnTo>
                <a:lnTo>
                  <a:pt x="17" y="5"/>
                </a:lnTo>
                <a:lnTo>
                  <a:pt x="15" y="5"/>
                </a:lnTo>
                <a:lnTo>
                  <a:pt x="17" y="5"/>
                </a:lnTo>
                <a:lnTo>
                  <a:pt x="17" y="6"/>
                </a:lnTo>
                <a:lnTo>
                  <a:pt x="17" y="7"/>
                </a:lnTo>
                <a:lnTo>
                  <a:pt x="17" y="8"/>
                </a:lnTo>
                <a:lnTo>
                  <a:pt x="17" y="9"/>
                </a:lnTo>
                <a:lnTo>
                  <a:pt x="15" y="9"/>
                </a:lnTo>
                <a:lnTo>
                  <a:pt x="15" y="8"/>
                </a:lnTo>
                <a:lnTo>
                  <a:pt x="14" y="8"/>
                </a:lnTo>
                <a:lnTo>
                  <a:pt x="14" y="9"/>
                </a:lnTo>
                <a:lnTo>
                  <a:pt x="14" y="8"/>
                </a:lnTo>
                <a:lnTo>
                  <a:pt x="14" y="9"/>
                </a:lnTo>
                <a:lnTo>
                  <a:pt x="15" y="9"/>
                </a:lnTo>
                <a:lnTo>
                  <a:pt x="15" y="10"/>
                </a:lnTo>
                <a:lnTo>
                  <a:pt x="14" y="10"/>
                </a:lnTo>
                <a:lnTo>
                  <a:pt x="14" y="11"/>
                </a:lnTo>
                <a:lnTo>
                  <a:pt x="14" y="13"/>
                </a:lnTo>
                <a:lnTo>
                  <a:pt x="15" y="13"/>
                </a:lnTo>
                <a:lnTo>
                  <a:pt x="17" y="13"/>
                </a:lnTo>
                <a:lnTo>
                  <a:pt x="15" y="14"/>
                </a:lnTo>
                <a:lnTo>
                  <a:pt x="15" y="15"/>
                </a:lnTo>
                <a:lnTo>
                  <a:pt x="14" y="15"/>
                </a:lnTo>
                <a:lnTo>
                  <a:pt x="14" y="14"/>
                </a:lnTo>
                <a:lnTo>
                  <a:pt x="14" y="15"/>
                </a:lnTo>
                <a:lnTo>
                  <a:pt x="13" y="15"/>
                </a:lnTo>
                <a:lnTo>
                  <a:pt x="12" y="15"/>
                </a:lnTo>
                <a:lnTo>
                  <a:pt x="12" y="14"/>
                </a:lnTo>
                <a:lnTo>
                  <a:pt x="13" y="14"/>
                </a:lnTo>
                <a:lnTo>
                  <a:pt x="12" y="14"/>
                </a:lnTo>
                <a:lnTo>
                  <a:pt x="12" y="13"/>
                </a:lnTo>
                <a:lnTo>
                  <a:pt x="12" y="11"/>
                </a:lnTo>
                <a:lnTo>
                  <a:pt x="11" y="11"/>
                </a:lnTo>
                <a:lnTo>
                  <a:pt x="11" y="13"/>
                </a:lnTo>
                <a:lnTo>
                  <a:pt x="10" y="13"/>
                </a:lnTo>
                <a:lnTo>
                  <a:pt x="9" y="13"/>
                </a:lnTo>
                <a:lnTo>
                  <a:pt x="8" y="13"/>
                </a:lnTo>
                <a:lnTo>
                  <a:pt x="8" y="14"/>
                </a:lnTo>
                <a:lnTo>
                  <a:pt x="7" y="14"/>
                </a:lnTo>
                <a:lnTo>
                  <a:pt x="7" y="15"/>
                </a:lnTo>
                <a:lnTo>
                  <a:pt x="7" y="14"/>
                </a:lnTo>
                <a:lnTo>
                  <a:pt x="8" y="14"/>
                </a:lnTo>
                <a:lnTo>
                  <a:pt x="8" y="15"/>
                </a:lnTo>
                <a:lnTo>
                  <a:pt x="7" y="15"/>
                </a:lnTo>
                <a:lnTo>
                  <a:pt x="7" y="16"/>
                </a:lnTo>
                <a:lnTo>
                  <a:pt x="7" y="15"/>
                </a:lnTo>
                <a:lnTo>
                  <a:pt x="6" y="15"/>
                </a:lnTo>
                <a:lnTo>
                  <a:pt x="6" y="16"/>
                </a:lnTo>
                <a:lnTo>
                  <a:pt x="6" y="15"/>
                </a:lnTo>
                <a:lnTo>
                  <a:pt x="5" y="15"/>
                </a:lnTo>
                <a:lnTo>
                  <a:pt x="5" y="14"/>
                </a:lnTo>
                <a:lnTo>
                  <a:pt x="4" y="14"/>
                </a:lnTo>
                <a:lnTo>
                  <a:pt x="3" y="15"/>
                </a:lnTo>
                <a:lnTo>
                  <a:pt x="2" y="16"/>
                </a:lnTo>
                <a:lnTo>
                  <a:pt x="1" y="16"/>
                </a:lnTo>
                <a:lnTo>
                  <a:pt x="1" y="17"/>
                </a:lnTo>
                <a:lnTo>
                  <a:pt x="0" y="17"/>
                </a:lnTo>
                <a:lnTo>
                  <a:pt x="0" y="16"/>
                </a:lnTo>
                <a:lnTo>
                  <a:pt x="0" y="15"/>
                </a:lnTo>
                <a:lnTo>
                  <a:pt x="0" y="14"/>
                </a:lnTo>
                <a:lnTo>
                  <a:pt x="0" y="13"/>
                </a:lnTo>
                <a:lnTo>
                  <a:pt x="1" y="13"/>
                </a:lnTo>
                <a:lnTo>
                  <a:pt x="1" y="11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2" y="9"/>
                </a:lnTo>
                <a:lnTo>
                  <a:pt x="3" y="8"/>
                </a:lnTo>
                <a:lnTo>
                  <a:pt x="4" y="8"/>
                </a:lnTo>
                <a:lnTo>
                  <a:pt x="4" y="7"/>
                </a:lnTo>
                <a:lnTo>
                  <a:pt x="5" y="7"/>
                </a:lnTo>
                <a:lnTo>
                  <a:pt x="5" y="6"/>
                </a:lnTo>
                <a:lnTo>
                  <a:pt x="6" y="6"/>
                </a:lnTo>
                <a:lnTo>
                  <a:pt x="7" y="6"/>
                </a:lnTo>
                <a:lnTo>
                  <a:pt x="8" y="7"/>
                </a:lnTo>
                <a:lnTo>
                  <a:pt x="8" y="6"/>
                </a:lnTo>
                <a:lnTo>
                  <a:pt x="9" y="6"/>
                </a:lnTo>
                <a:lnTo>
                  <a:pt x="9" y="5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lnTo>
                  <a:pt x="12" y="4"/>
                </a:lnTo>
                <a:lnTo>
                  <a:pt x="13" y="4"/>
                </a:lnTo>
                <a:lnTo>
                  <a:pt x="14" y="4"/>
                </a:lnTo>
                <a:lnTo>
                  <a:pt x="14" y="3"/>
                </a:lnTo>
                <a:lnTo>
                  <a:pt x="15" y="2"/>
                </a:lnTo>
                <a:lnTo>
                  <a:pt x="17" y="2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19" y="0"/>
                </a:lnTo>
                <a:lnTo>
                  <a:pt x="2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0" name=""/>
          <p:cNvSpPr/>
          <p:nvPr/>
        </p:nvSpPr>
        <p:spPr>
          <a:xfrm>
            <a:off x="4429440" y="21715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1" name=""/>
          <p:cNvSpPr/>
          <p:nvPr/>
        </p:nvSpPr>
        <p:spPr>
          <a:xfrm>
            <a:off x="4424760" y="2170440"/>
            <a:ext cx="2880" cy="1440"/>
          </a:xfrm>
          <a:custGeom>
            <a:avLst/>
            <a:gdLst/>
            <a:ahLst/>
            <a:rect l="0" t="0" r="r" b="b"/>
            <a:pathLst>
              <a:path w="8" h="4">
                <a:moveTo>
                  <a:pt x="5" y="0"/>
                </a:moveTo>
                <a:lnTo>
                  <a:pt x="5" y="1"/>
                </a:lnTo>
                <a:lnTo>
                  <a:pt x="5" y="0"/>
                </a:lnTo>
                <a:lnTo>
                  <a:pt x="7" y="0"/>
                </a:lnTo>
                <a:lnTo>
                  <a:pt x="8" y="0"/>
                </a:lnTo>
                <a:lnTo>
                  <a:pt x="7" y="1"/>
                </a:lnTo>
                <a:lnTo>
                  <a:pt x="5" y="1"/>
                </a:lnTo>
                <a:lnTo>
                  <a:pt x="5" y="2"/>
                </a:lnTo>
                <a:lnTo>
                  <a:pt x="4" y="2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4" y="0"/>
                </a:lnTo>
                <a:lnTo>
                  <a:pt x="5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2" name=""/>
          <p:cNvSpPr/>
          <p:nvPr/>
        </p:nvSpPr>
        <p:spPr>
          <a:xfrm>
            <a:off x="4430880" y="21690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4" y="2"/>
                </a:move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3" name=""/>
          <p:cNvSpPr/>
          <p:nvPr/>
        </p:nvSpPr>
        <p:spPr>
          <a:xfrm>
            <a:off x="4430160" y="21690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4" name=""/>
          <p:cNvSpPr/>
          <p:nvPr/>
        </p:nvSpPr>
        <p:spPr>
          <a:xfrm>
            <a:off x="4424400" y="2168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5" name=""/>
          <p:cNvSpPr/>
          <p:nvPr/>
        </p:nvSpPr>
        <p:spPr>
          <a:xfrm>
            <a:off x="4425120" y="2161440"/>
            <a:ext cx="16920" cy="11520"/>
          </a:xfrm>
          <a:custGeom>
            <a:avLst/>
            <a:gdLst/>
            <a:ahLst/>
            <a:rect l="0" t="0" r="r" b="b"/>
            <a:pathLst>
              <a:path w="47" h="32">
                <a:moveTo>
                  <a:pt x="26" y="1"/>
                </a:moveTo>
                <a:lnTo>
                  <a:pt x="27" y="1"/>
                </a:lnTo>
                <a:lnTo>
                  <a:pt x="28" y="1"/>
                </a:lnTo>
                <a:lnTo>
                  <a:pt x="30" y="1"/>
                </a:lnTo>
                <a:lnTo>
                  <a:pt x="30" y="2"/>
                </a:lnTo>
                <a:lnTo>
                  <a:pt x="29" y="3"/>
                </a:lnTo>
                <a:lnTo>
                  <a:pt x="29" y="4"/>
                </a:lnTo>
                <a:lnTo>
                  <a:pt x="30" y="4"/>
                </a:lnTo>
                <a:lnTo>
                  <a:pt x="31" y="3"/>
                </a:lnTo>
                <a:lnTo>
                  <a:pt x="32" y="3"/>
                </a:lnTo>
                <a:lnTo>
                  <a:pt x="32" y="2"/>
                </a:lnTo>
                <a:lnTo>
                  <a:pt x="33" y="2"/>
                </a:lnTo>
                <a:lnTo>
                  <a:pt x="34" y="2"/>
                </a:lnTo>
                <a:lnTo>
                  <a:pt x="34" y="3"/>
                </a:lnTo>
                <a:lnTo>
                  <a:pt x="34" y="4"/>
                </a:lnTo>
                <a:lnTo>
                  <a:pt x="35" y="4"/>
                </a:lnTo>
                <a:lnTo>
                  <a:pt x="36" y="4"/>
                </a:lnTo>
                <a:lnTo>
                  <a:pt x="35" y="5"/>
                </a:lnTo>
                <a:lnTo>
                  <a:pt x="35" y="6"/>
                </a:lnTo>
                <a:lnTo>
                  <a:pt x="36" y="6"/>
                </a:lnTo>
                <a:lnTo>
                  <a:pt x="37" y="6"/>
                </a:lnTo>
                <a:lnTo>
                  <a:pt x="37" y="7"/>
                </a:lnTo>
                <a:lnTo>
                  <a:pt x="38" y="7"/>
                </a:lnTo>
                <a:lnTo>
                  <a:pt x="38" y="6"/>
                </a:lnTo>
                <a:lnTo>
                  <a:pt x="39" y="6"/>
                </a:lnTo>
                <a:lnTo>
                  <a:pt x="40" y="6"/>
                </a:lnTo>
                <a:lnTo>
                  <a:pt x="40" y="5"/>
                </a:lnTo>
                <a:lnTo>
                  <a:pt x="40" y="6"/>
                </a:lnTo>
                <a:lnTo>
                  <a:pt x="39" y="7"/>
                </a:lnTo>
                <a:lnTo>
                  <a:pt x="39" y="8"/>
                </a:lnTo>
                <a:lnTo>
                  <a:pt x="38" y="8"/>
                </a:lnTo>
                <a:lnTo>
                  <a:pt x="36" y="9"/>
                </a:lnTo>
                <a:lnTo>
                  <a:pt x="34" y="10"/>
                </a:lnTo>
                <a:lnTo>
                  <a:pt x="34" y="12"/>
                </a:lnTo>
                <a:lnTo>
                  <a:pt x="33" y="12"/>
                </a:lnTo>
                <a:lnTo>
                  <a:pt x="32" y="12"/>
                </a:lnTo>
                <a:lnTo>
                  <a:pt x="31" y="10"/>
                </a:lnTo>
                <a:lnTo>
                  <a:pt x="31" y="9"/>
                </a:lnTo>
                <a:lnTo>
                  <a:pt x="30" y="9"/>
                </a:lnTo>
                <a:lnTo>
                  <a:pt x="29" y="9"/>
                </a:lnTo>
                <a:lnTo>
                  <a:pt x="29" y="10"/>
                </a:lnTo>
                <a:lnTo>
                  <a:pt x="29" y="12"/>
                </a:lnTo>
                <a:lnTo>
                  <a:pt x="28" y="12"/>
                </a:lnTo>
                <a:lnTo>
                  <a:pt x="27" y="13"/>
                </a:lnTo>
                <a:lnTo>
                  <a:pt x="27" y="12"/>
                </a:lnTo>
                <a:lnTo>
                  <a:pt x="26" y="12"/>
                </a:lnTo>
                <a:lnTo>
                  <a:pt x="26" y="13"/>
                </a:lnTo>
                <a:lnTo>
                  <a:pt x="27" y="14"/>
                </a:lnTo>
                <a:lnTo>
                  <a:pt x="28" y="14"/>
                </a:lnTo>
                <a:lnTo>
                  <a:pt x="29" y="15"/>
                </a:lnTo>
                <a:lnTo>
                  <a:pt x="30" y="15"/>
                </a:lnTo>
                <a:lnTo>
                  <a:pt x="29" y="16"/>
                </a:lnTo>
                <a:lnTo>
                  <a:pt x="29" y="17"/>
                </a:lnTo>
                <a:lnTo>
                  <a:pt x="30" y="17"/>
                </a:lnTo>
                <a:lnTo>
                  <a:pt x="30" y="16"/>
                </a:lnTo>
                <a:lnTo>
                  <a:pt x="31" y="15"/>
                </a:lnTo>
                <a:lnTo>
                  <a:pt x="31" y="14"/>
                </a:lnTo>
                <a:lnTo>
                  <a:pt x="32" y="14"/>
                </a:lnTo>
                <a:lnTo>
                  <a:pt x="33" y="14"/>
                </a:lnTo>
                <a:lnTo>
                  <a:pt x="34" y="14"/>
                </a:lnTo>
                <a:lnTo>
                  <a:pt x="34" y="15"/>
                </a:lnTo>
                <a:lnTo>
                  <a:pt x="35" y="16"/>
                </a:lnTo>
                <a:lnTo>
                  <a:pt x="36" y="15"/>
                </a:lnTo>
                <a:lnTo>
                  <a:pt x="36" y="14"/>
                </a:lnTo>
                <a:lnTo>
                  <a:pt x="35" y="14"/>
                </a:lnTo>
                <a:lnTo>
                  <a:pt x="35" y="13"/>
                </a:lnTo>
                <a:lnTo>
                  <a:pt x="36" y="12"/>
                </a:lnTo>
                <a:lnTo>
                  <a:pt x="37" y="12"/>
                </a:lnTo>
                <a:lnTo>
                  <a:pt x="38" y="12"/>
                </a:lnTo>
                <a:lnTo>
                  <a:pt x="37" y="12"/>
                </a:lnTo>
                <a:lnTo>
                  <a:pt x="37" y="10"/>
                </a:lnTo>
                <a:lnTo>
                  <a:pt x="38" y="10"/>
                </a:lnTo>
                <a:lnTo>
                  <a:pt x="38" y="9"/>
                </a:lnTo>
                <a:lnTo>
                  <a:pt x="39" y="9"/>
                </a:lnTo>
                <a:lnTo>
                  <a:pt x="39" y="10"/>
                </a:lnTo>
                <a:lnTo>
                  <a:pt x="40" y="10"/>
                </a:lnTo>
                <a:lnTo>
                  <a:pt x="40" y="12"/>
                </a:lnTo>
                <a:lnTo>
                  <a:pt x="40" y="10"/>
                </a:lnTo>
                <a:lnTo>
                  <a:pt x="41" y="10"/>
                </a:lnTo>
                <a:lnTo>
                  <a:pt x="41" y="9"/>
                </a:lnTo>
                <a:lnTo>
                  <a:pt x="41" y="10"/>
                </a:lnTo>
                <a:lnTo>
                  <a:pt x="41" y="12"/>
                </a:lnTo>
                <a:lnTo>
                  <a:pt x="41" y="13"/>
                </a:lnTo>
                <a:lnTo>
                  <a:pt x="41" y="14"/>
                </a:lnTo>
                <a:lnTo>
                  <a:pt x="40" y="14"/>
                </a:lnTo>
                <a:lnTo>
                  <a:pt x="41" y="14"/>
                </a:lnTo>
                <a:lnTo>
                  <a:pt x="40" y="15"/>
                </a:lnTo>
                <a:lnTo>
                  <a:pt x="41" y="15"/>
                </a:lnTo>
                <a:lnTo>
                  <a:pt x="41" y="14"/>
                </a:lnTo>
                <a:lnTo>
                  <a:pt x="42" y="15"/>
                </a:lnTo>
                <a:lnTo>
                  <a:pt x="41" y="15"/>
                </a:lnTo>
                <a:lnTo>
                  <a:pt x="42" y="16"/>
                </a:lnTo>
                <a:lnTo>
                  <a:pt x="42" y="15"/>
                </a:lnTo>
                <a:lnTo>
                  <a:pt x="42" y="14"/>
                </a:lnTo>
                <a:lnTo>
                  <a:pt x="42" y="13"/>
                </a:lnTo>
                <a:lnTo>
                  <a:pt x="42" y="12"/>
                </a:lnTo>
                <a:lnTo>
                  <a:pt x="43" y="12"/>
                </a:lnTo>
                <a:lnTo>
                  <a:pt x="43" y="13"/>
                </a:lnTo>
                <a:lnTo>
                  <a:pt x="43" y="14"/>
                </a:lnTo>
                <a:lnTo>
                  <a:pt x="44" y="14"/>
                </a:lnTo>
                <a:lnTo>
                  <a:pt x="45" y="14"/>
                </a:lnTo>
                <a:lnTo>
                  <a:pt x="46" y="14"/>
                </a:lnTo>
                <a:lnTo>
                  <a:pt x="46" y="15"/>
                </a:lnTo>
                <a:lnTo>
                  <a:pt x="46" y="16"/>
                </a:lnTo>
                <a:lnTo>
                  <a:pt x="47" y="16"/>
                </a:lnTo>
                <a:lnTo>
                  <a:pt x="47" y="17"/>
                </a:lnTo>
                <a:lnTo>
                  <a:pt x="46" y="17"/>
                </a:lnTo>
                <a:lnTo>
                  <a:pt x="46" y="16"/>
                </a:lnTo>
                <a:lnTo>
                  <a:pt x="45" y="16"/>
                </a:lnTo>
                <a:lnTo>
                  <a:pt x="44" y="16"/>
                </a:lnTo>
                <a:lnTo>
                  <a:pt x="44" y="17"/>
                </a:lnTo>
                <a:lnTo>
                  <a:pt x="44" y="18"/>
                </a:lnTo>
                <a:lnTo>
                  <a:pt x="45" y="19"/>
                </a:lnTo>
                <a:lnTo>
                  <a:pt x="45" y="21"/>
                </a:lnTo>
                <a:lnTo>
                  <a:pt x="45" y="20"/>
                </a:lnTo>
                <a:lnTo>
                  <a:pt x="44" y="20"/>
                </a:lnTo>
                <a:lnTo>
                  <a:pt x="44" y="21"/>
                </a:lnTo>
                <a:lnTo>
                  <a:pt x="44" y="22"/>
                </a:lnTo>
                <a:lnTo>
                  <a:pt x="44" y="23"/>
                </a:lnTo>
                <a:lnTo>
                  <a:pt x="43" y="23"/>
                </a:lnTo>
                <a:lnTo>
                  <a:pt x="43" y="22"/>
                </a:lnTo>
                <a:lnTo>
                  <a:pt x="42" y="23"/>
                </a:lnTo>
                <a:lnTo>
                  <a:pt x="43" y="24"/>
                </a:lnTo>
                <a:lnTo>
                  <a:pt x="42" y="24"/>
                </a:lnTo>
                <a:lnTo>
                  <a:pt x="42" y="23"/>
                </a:lnTo>
                <a:lnTo>
                  <a:pt x="41" y="23"/>
                </a:lnTo>
                <a:lnTo>
                  <a:pt x="40" y="22"/>
                </a:lnTo>
                <a:lnTo>
                  <a:pt x="40" y="21"/>
                </a:lnTo>
                <a:lnTo>
                  <a:pt x="40" y="20"/>
                </a:lnTo>
                <a:lnTo>
                  <a:pt x="39" y="20"/>
                </a:lnTo>
                <a:lnTo>
                  <a:pt x="38" y="19"/>
                </a:lnTo>
                <a:lnTo>
                  <a:pt x="37" y="19"/>
                </a:lnTo>
                <a:lnTo>
                  <a:pt x="36" y="18"/>
                </a:lnTo>
                <a:lnTo>
                  <a:pt x="35" y="18"/>
                </a:lnTo>
                <a:lnTo>
                  <a:pt x="35" y="19"/>
                </a:lnTo>
                <a:lnTo>
                  <a:pt x="35" y="20"/>
                </a:lnTo>
                <a:lnTo>
                  <a:pt x="35" y="21"/>
                </a:lnTo>
                <a:lnTo>
                  <a:pt x="35" y="22"/>
                </a:lnTo>
                <a:lnTo>
                  <a:pt x="35" y="23"/>
                </a:lnTo>
                <a:lnTo>
                  <a:pt x="35" y="22"/>
                </a:lnTo>
                <a:lnTo>
                  <a:pt x="34" y="22"/>
                </a:lnTo>
                <a:lnTo>
                  <a:pt x="34" y="21"/>
                </a:lnTo>
                <a:lnTo>
                  <a:pt x="34" y="22"/>
                </a:lnTo>
                <a:lnTo>
                  <a:pt x="33" y="22"/>
                </a:lnTo>
                <a:lnTo>
                  <a:pt x="33" y="23"/>
                </a:lnTo>
                <a:lnTo>
                  <a:pt x="34" y="23"/>
                </a:lnTo>
                <a:lnTo>
                  <a:pt x="34" y="24"/>
                </a:lnTo>
                <a:lnTo>
                  <a:pt x="35" y="26"/>
                </a:lnTo>
                <a:lnTo>
                  <a:pt x="37" y="27"/>
                </a:lnTo>
                <a:lnTo>
                  <a:pt x="38" y="27"/>
                </a:lnTo>
                <a:lnTo>
                  <a:pt x="38" y="28"/>
                </a:lnTo>
                <a:lnTo>
                  <a:pt x="38" y="29"/>
                </a:lnTo>
                <a:lnTo>
                  <a:pt x="37" y="29"/>
                </a:lnTo>
                <a:lnTo>
                  <a:pt x="36" y="29"/>
                </a:lnTo>
                <a:lnTo>
                  <a:pt x="36" y="30"/>
                </a:lnTo>
                <a:lnTo>
                  <a:pt x="37" y="31"/>
                </a:lnTo>
                <a:lnTo>
                  <a:pt x="37" y="30"/>
                </a:lnTo>
                <a:lnTo>
                  <a:pt x="37" y="31"/>
                </a:lnTo>
                <a:lnTo>
                  <a:pt x="38" y="31"/>
                </a:lnTo>
                <a:lnTo>
                  <a:pt x="38" y="32"/>
                </a:lnTo>
                <a:lnTo>
                  <a:pt x="37" y="32"/>
                </a:lnTo>
                <a:lnTo>
                  <a:pt x="36" y="31"/>
                </a:lnTo>
                <a:lnTo>
                  <a:pt x="35" y="31"/>
                </a:lnTo>
                <a:lnTo>
                  <a:pt x="35" y="32"/>
                </a:lnTo>
                <a:lnTo>
                  <a:pt x="34" y="31"/>
                </a:lnTo>
                <a:lnTo>
                  <a:pt x="34" y="30"/>
                </a:lnTo>
                <a:lnTo>
                  <a:pt x="34" y="29"/>
                </a:lnTo>
                <a:lnTo>
                  <a:pt x="34" y="28"/>
                </a:lnTo>
                <a:lnTo>
                  <a:pt x="33" y="28"/>
                </a:lnTo>
                <a:lnTo>
                  <a:pt x="32" y="30"/>
                </a:lnTo>
                <a:lnTo>
                  <a:pt x="32" y="29"/>
                </a:lnTo>
                <a:lnTo>
                  <a:pt x="31" y="29"/>
                </a:lnTo>
                <a:lnTo>
                  <a:pt x="31" y="28"/>
                </a:lnTo>
                <a:lnTo>
                  <a:pt x="30" y="28"/>
                </a:lnTo>
                <a:lnTo>
                  <a:pt x="30" y="27"/>
                </a:lnTo>
                <a:lnTo>
                  <a:pt x="30" y="28"/>
                </a:lnTo>
                <a:lnTo>
                  <a:pt x="29" y="27"/>
                </a:lnTo>
                <a:lnTo>
                  <a:pt x="28" y="26"/>
                </a:lnTo>
                <a:lnTo>
                  <a:pt x="27" y="26"/>
                </a:lnTo>
                <a:lnTo>
                  <a:pt x="27" y="27"/>
                </a:lnTo>
                <a:lnTo>
                  <a:pt x="28" y="27"/>
                </a:lnTo>
                <a:lnTo>
                  <a:pt x="27" y="28"/>
                </a:lnTo>
                <a:lnTo>
                  <a:pt x="26" y="29"/>
                </a:lnTo>
                <a:lnTo>
                  <a:pt x="25" y="29"/>
                </a:lnTo>
                <a:lnTo>
                  <a:pt x="24" y="28"/>
                </a:lnTo>
                <a:lnTo>
                  <a:pt x="25" y="27"/>
                </a:lnTo>
                <a:lnTo>
                  <a:pt x="24" y="26"/>
                </a:lnTo>
                <a:lnTo>
                  <a:pt x="23" y="26"/>
                </a:lnTo>
                <a:lnTo>
                  <a:pt x="22" y="26"/>
                </a:lnTo>
                <a:lnTo>
                  <a:pt x="21" y="26"/>
                </a:lnTo>
                <a:lnTo>
                  <a:pt x="21" y="25"/>
                </a:lnTo>
                <a:lnTo>
                  <a:pt x="22" y="25"/>
                </a:lnTo>
                <a:lnTo>
                  <a:pt x="21" y="24"/>
                </a:lnTo>
                <a:lnTo>
                  <a:pt x="21" y="23"/>
                </a:lnTo>
                <a:lnTo>
                  <a:pt x="20" y="22"/>
                </a:lnTo>
                <a:lnTo>
                  <a:pt x="20" y="21"/>
                </a:lnTo>
                <a:lnTo>
                  <a:pt x="19" y="21"/>
                </a:lnTo>
                <a:lnTo>
                  <a:pt x="18" y="21"/>
                </a:lnTo>
                <a:lnTo>
                  <a:pt x="17" y="21"/>
                </a:lnTo>
                <a:lnTo>
                  <a:pt x="15" y="21"/>
                </a:lnTo>
                <a:lnTo>
                  <a:pt x="17" y="22"/>
                </a:lnTo>
                <a:lnTo>
                  <a:pt x="15" y="22"/>
                </a:lnTo>
                <a:lnTo>
                  <a:pt x="15" y="21"/>
                </a:lnTo>
                <a:lnTo>
                  <a:pt x="14" y="21"/>
                </a:lnTo>
                <a:lnTo>
                  <a:pt x="14" y="22"/>
                </a:lnTo>
                <a:lnTo>
                  <a:pt x="13" y="22"/>
                </a:lnTo>
                <a:lnTo>
                  <a:pt x="12" y="22"/>
                </a:lnTo>
                <a:lnTo>
                  <a:pt x="11" y="22"/>
                </a:lnTo>
                <a:lnTo>
                  <a:pt x="10" y="22"/>
                </a:lnTo>
                <a:lnTo>
                  <a:pt x="10" y="21"/>
                </a:lnTo>
                <a:lnTo>
                  <a:pt x="9" y="22"/>
                </a:lnTo>
                <a:lnTo>
                  <a:pt x="8" y="20"/>
                </a:lnTo>
                <a:lnTo>
                  <a:pt x="7" y="20"/>
                </a:lnTo>
                <a:lnTo>
                  <a:pt x="6" y="20"/>
                </a:lnTo>
                <a:lnTo>
                  <a:pt x="7" y="21"/>
                </a:lnTo>
                <a:lnTo>
                  <a:pt x="6" y="21"/>
                </a:lnTo>
                <a:lnTo>
                  <a:pt x="5" y="21"/>
                </a:lnTo>
                <a:lnTo>
                  <a:pt x="4" y="22"/>
                </a:lnTo>
                <a:lnTo>
                  <a:pt x="3" y="22"/>
                </a:lnTo>
                <a:lnTo>
                  <a:pt x="2" y="21"/>
                </a:lnTo>
                <a:lnTo>
                  <a:pt x="1" y="20"/>
                </a:lnTo>
                <a:lnTo>
                  <a:pt x="2" y="20"/>
                </a:lnTo>
                <a:lnTo>
                  <a:pt x="2" y="19"/>
                </a:lnTo>
                <a:lnTo>
                  <a:pt x="2" y="18"/>
                </a:lnTo>
                <a:lnTo>
                  <a:pt x="1" y="18"/>
                </a:lnTo>
                <a:lnTo>
                  <a:pt x="1" y="17"/>
                </a:lnTo>
                <a:lnTo>
                  <a:pt x="0" y="17"/>
                </a:lnTo>
                <a:lnTo>
                  <a:pt x="1" y="17"/>
                </a:lnTo>
                <a:lnTo>
                  <a:pt x="1" y="16"/>
                </a:lnTo>
                <a:lnTo>
                  <a:pt x="2" y="15"/>
                </a:lnTo>
                <a:lnTo>
                  <a:pt x="3" y="15"/>
                </a:lnTo>
                <a:lnTo>
                  <a:pt x="4" y="15"/>
                </a:lnTo>
                <a:lnTo>
                  <a:pt x="4" y="14"/>
                </a:lnTo>
                <a:lnTo>
                  <a:pt x="5" y="13"/>
                </a:lnTo>
                <a:lnTo>
                  <a:pt x="6" y="12"/>
                </a:lnTo>
                <a:lnTo>
                  <a:pt x="7" y="12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10" y="8"/>
                </a:lnTo>
                <a:lnTo>
                  <a:pt x="10" y="9"/>
                </a:lnTo>
                <a:lnTo>
                  <a:pt x="11" y="9"/>
                </a:lnTo>
                <a:lnTo>
                  <a:pt x="12" y="9"/>
                </a:lnTo>
                <a:lnTo>
                  <a:pt x="12" y="8"/>
                </a:lnTo>
                <a:lnTo>
                  <a:pt x="12" y="7"/>
                </a:lnTo>
                <a:lnTo>
                  <a:pt x="13" y="7"/>
                </a:lnTo>
                <a:lnTo>
                  <a:pt x="13" y="6"/>
                </a:lnTo>
                <a:lnTo>
                  <a:pt x="14" y="6"/>
                </a:lnTo>
                <a:lnTo>
                  <a:pt x="14" y="5"/>
                </a:lnTo>
                <a:lnTo>
                  <a:pt x="15" y="5"/>
                </a:lnTo>
                <a:lnTo>
                  <a:pt x="17" y="5"/>
                </a:lnTo>
                <a:lnTo>
                  <a:pt x="18" y="5"/>
                </a:lnTo>
                <a:lnTo>
                  <a:pt x="18" y="4"/>
                </a:lnTo>
                <a:lnTo>
                  <a:pt x="17" y="4"/>
                </a:lnTo>
                <a:lnTo>
                  <a:pt x="17" y="3"/>
                </a:lnTo>
                <a:lnTo>
                  <a:pt x="18" y="3"/>
                </a:lnTo>
                <a:lnTo>
                  <a:pt x="19" y="3"/>
                </a:lnTo>
                <a:lnTo>
                  <a:pt x="20" y="3"/>
                </a:lnTo>
                <a:lnTo>
                  <a:pt x="20" y="4"/>
                </a:lnTo>
                <a:lnTo>
                  <a:pt x="21" y="3"/>
                </a:lnTo>
                <a:lnTo>
                  <a:pt x="21" y="2"/>
                </a:lnTo>
                <a:lnTo>
                  <a:pt x="22" y="2"/>
                </a:lnTo>
                <a:lnTo>
                  <a:pt x="23" y="2"/>
                </a:lnTo>
                <a:lnTo>
                  <a:pt x="24" y="2"/>
                </a:lnTo>
                <a:lnTo>
                  <a:pt x="24" y="1"/>
                </a:lnTo>
                <a:lnTo>
                  <a:pt x="24" y="0"/>
                </a:lnTo>
                <a:lnTo>
                  <a:pt x="25" y="0"/>
                </a:lnTo>
                <a:lnTo>
                  <a:pt x="26" y="0"/>
                </a:lnTo>
                <a:lnTo>
                  <a:pt x="2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6" name=""/>
          <p:cNvSpPr/>
          <p:nvPr/>
        </p:nvSpPr>
        <p:spPr>
          <a:xfrm>
            <a:off x="4436640" y="21754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2" y="0"/>
                </a:moveTo>
                <a:lnTo>
                  <a:pt x="2" y="1"/>
                </a:ln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7" name=""/>
          <p:cNvSpPr/>
          <p:nvPr/>
        </p:nvSpPr>
        <p:spPr>
          <a:xfrm>
            <a:off x="4437720" y="21751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8" name=""/>
          <p:cNvSpPr/>
          <p:nvPr/>
        </p:nvSpPr>
        <p:spPr>
          <a:xfrm>
            <a:off x="4437360" y="2172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4"/>
                </a:moveTo>
                <a:lnTo>
                  <a:pt x="0" y="2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9" name=""/>
          <p:cNvSpPr/>
          <p:nvPr/>
        </p:nvSpPr>
        <p:spPr>
          <a:xfrm>
            <a:off x="4440240" y="21704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0" name=""/>
          <p:cNvSpPr/>
          <p:nvPr/>
        </p:nvSpPr>
        <p:spPr>
          <a:xfrm>
            <a:off x="4439520" y="21700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1" name=""/>
          <p:cNvSpPr/>
          <p:nvPr/>
        </p:nvSpPr>
        <p:spPr>
          <a:xfrm>
            <a:off x="4437720" y="2170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2" name=""/>
          <p:cNvSpPr/>
          <p:nvPr/>
        </p:nvSpPr>
        <p:spPr>
          <a:xfrm>
            <a:off x="4438800" y="21697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3" name=""/>
          <p:cNvSpPr/>
          <p:nvPr/>
        </p:nvSpPr>
        <p:spPr>
          <a:xfrm>
            <a:off x="4440240" y="21697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4" name=""/>
          <p:cNvSpPr/>
          <p:nvPr/>
        </p:nvSpPr>
        <p:spPr>
          <a:xfrm>
            <a:off x="4438080" y="21682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0"/>
                </a:move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2"/>
                </a:lnTo>
                <a:lnTo>
                  <a:pt x="5" y="2"/>
                </a:lnTo>
                <a:lnTo>
                  <a:pt x="5" y="4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5" name=""/>
          <p:cNvSpPr/>
          <p:nvPr/>
        </p:nvSpPr>
        <p:spPr>
          <a:xfrm>
            <a:off x="4437720" y="2168280"/>
            <a:ext cx="360" cy="1080"/>
          </a:xfrm>
          <a:custGeom>
            <a:avLst/>
            <a:gdLst/>
            <a:ahLst/>
            <a:rect l="0" t="0" r="r" b="b"/>
            <a:pathLst>
              <a:path w="1" h="3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6" name=""/>
          <p:cNvSpPr/>
          <p:nvPr/>
        </p:nvSpPr>
        <p:spPr>
          <a:xfrm>
            <a:off x="4438800" y="2168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7" name=""/>
          <p:cNvSpPr/>
          <p:nvPr/>
        </p:nvSpPr>
        <p:spPr>
          <a:xfrm>
            <a:off x="4439880" y="216432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2"/>
                </a:move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8" name=""/>
          <p:cNvSpPr/>
          <p:nvPr/>
        </p:nvSpPr>
        <p:spPr>
          <a:xfrm>
            <a:off x="4439880" y="2163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9" name=""/>
          <p:cNvSpPr/>
          <p:nvPr/>
        </p:nvSpPr>
        <p:spPr>
          <a:xfrm>
            <a:off x="4438080" y="216288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2" y="2"/>
                </a:move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2" y="3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0" name=""/>
          <p:cNvSpPr/>
          <p:nvPr/>
        </p:nvSpPr>
        <p:spPr>
          <a:xfrm>
            <a:off x="4438440" y="21625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1" name=""/>
          <p:cNvSpPr/>
          <p:nvPr/>
        </p:nvSpPr>
        <p:spPr>
          <a:xfrm>
            <a:off x="4437720" y="21618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3" y="0"/>
                </a:moveTo>
                <a:lnTo>
                  <a:pt x="4" y="1"/>
                </a:lnTo>
                <a:lnTo>
                  <a:pt x="3" y="1"/>
                </a:lnTo>
                <a:lnTo>
                  <a:pt x="1" y="1"/>
                </a:lnTo>
                <a:lnTo>
                  <a:pt x="1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2" name=""/>
          <p:cNvSpPr/>
          <p:nvPr/>
        </p:nvSpPr>
        <p:spPr>
          <a:xfrm>
            <a:off x="4442040" y="21618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3" name=""/>
          <p:cNvSpPr/>
          <p:nvPr/>
        </p:nvSpPr>
        <p:spPr>
          <a:xfrm>
            <a:off x="4413600" y="217620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5" y="0"/>
                </a:moveTo>
                <a:lnTo>
                  <a:pt x="6" y="2"/>
                </a:lnTo>
                <a:lnTo>
                  <a:pt x="6" y="4"/>
                </a:lnTo>
                <a:lnTo>
                  <a:pt x="5" y="2"/>
                </a:lnTo>
                <a:lnTo>
                  <a:pt x="4" y="1"/>
                </a:lnTo>
                <a:lnTo>
                  <a:pt x="4" y="2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2" y="5"/>
                </a:lnTo>
                <a:lnTo>
                  <a:pt x="2" y="6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1" y="5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4" name=""/>
          <p:cNvSpPr/>
          <p:nvPr/>
        </p:nvSpPr>
        <p:spPr>
          <a:xfrm>
            <a:off x="4414320" y="21747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5" name=""/>
          <p:cNvSpPr/>
          <p:nvPr/>
        </p:nvSpPr>
        <p:spPr>
          <a:xfrm>
            <a:off x="4413240" y="2174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4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3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6" name=""/>
          <p:cNvSpPr/>
          <p:nvPr/>
        </p:nvSpPr>
        <p:spPr>
          <a:xfrm>
            <a:off x="4414320" y="2174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7" name=""/>
          <p:cNvSpPr/>
          <p:nvPr/>
        </p:nvSpPr>
        <p:spPr>
          <a:xfrm>
            <a:off x="4762080" y="15206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8" name=""/>
          <p:cNvSpPr/>
          <p:nvPr/>
        </p:nvSpPr>
        <p:spPr>
          <a:xfrm>
            <a:off x="4762080" y="15206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9" name=""/>
          <p:cNvSpPr/>
          <p:nvPr/>
        </p:nvSpPr>
        <p:spPr>
          <a:xfrm>
            <a:off x="4762080" y="15206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90" name=""/>
          <p:cNvSpPr/>
          <p:nvPr/>
        </p:nvSpPr>
        <p:spPr>
          <a:xfrm>
            <a:off x="4762080" y="15206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91" name=""/>
          <p:cNvSpPr/>
          <p:nvPr/>
        </p:nvSpPr>
        <p:spPr>
          <a:xfrm>
            <a:off x="4768200" y="15138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92" name=""/>
          <p:cNvSpPr/>
          <p:nvPr/>
        </p:nvSpPr>
        <p:spPr>
          <a:xfrm>
            <a:off x="4773240" y="15084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93" name=""/>
          <p:cNvSpPr/>
          <p:nvPr/>
        </p:nvSpPr>
        <p:spPr>
          <a:xfrm>
            <a:off x="4773240" y="150840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94" name=""/>
          <p:cNvSpPr/>
          <p:nvPr/>
        </p:nvSpPr>
        <p:spPr>
          <a:xfrm>
            <a:off x="4773960" y="1508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95" name=""/>
          <p:cNvSpPr/>
          <p:nvPr/>
        </p:nvSpPr>
        <p:spPr>
          <a:xfrm>
            <a:off x="4758120" y="1485720"/>
            <a:ext cx="60480" cy="41040"/>
          </a:xfrm>
          <a:custGeom>
            <a:avLst/>
            <a:gdLst/>
            <a:ahLst/>
            <a:rect l="0" t="0" r="r" b="b"/>
            <a:pathLst>
              <a:path w="168" h="114">
                <a:moveTo>
                  <a:pt x="11" y="98"/>
                </a:moveTo>
                <a:lnTo>
                  <a:pt x="11" y="99"/>
                </a:lnTo>
                <a:lnTo>
                  <a:pt x="11" y="100"/>
                </a:lnTo>
                <a:lnTo>
                  <a:pt x="12" y="100"/>
                </a:lnTo>
                <a:lnTo>
                  <a:pt x="11" y="100"/>
                </a:lnTo>
                <a:lnTo>
                  <a:pt x="11" y="101"/>
                </a:lnTo>
                <a:lnTo>
                  <a:pt x="11" y="102"/>
                </a:lnTo>
                <a:lnTo>
                  <a:pt x="11" y="101"/>
                </a:lnTo>
                <a:lnTo>
                  <a:pt x="12" y="101"/>
                </a:lnTo>
                <a:lnTo>
                  <a:pt x="12" y="100"/>
                </a:lnTo>
                <a:lnTo>
                  <a:pt x="13" y="100"/>
                </a:lnTo>
                <a:lnTo>
                  <a:pt x="14" y="99"/>
                </a:lnTo>
                <a:lnTo>
                  <a:pt x="15" y="99"/>
                </a:lnTo>
                <a:lnTo>
                  <a:pt x="16" y="99"/>
                </a:lnTo>
                <a:lnTo>
                  <a:pt x="16" y="98"/>
                </a:lnTo>
                <a:lnTo>
                  <a:pt x="16" y="97"/>
                </a:lnTo>
                <a:lnTo>
                  <a:pt x="16" y="96"/>
                </a:lnTo>
                <a:lnTo>
                  <a:pt x="16" y="97"/>
                </a:lnTo>
                <a:lnTo>
                  <a:pt x="17" y="97"/>
                </a:lnTo>
                <a:lnTo>
                  <a:pt x="17" y="96"/>
                </a:lnTo>
                <a:lnTo>
                  <a:pt x="17" y="95"/>
                </a:lnTo>
                <a:lnTo>
                  <a:pt x="18" y="95"/>
                </a:lnTo>
                <a:lnTo>
                  <a:pt x="18" y="94"/>
                </a:lnTo>
                <a:lnTo>
                  <a:pt x="18" y="93"/>
                </a:lnTo>
                <a:lnTo>
                  <a:pt x="18" y="92"/>
                </a:lnTo>
                <a:lnTo>
                  <a:pt x="17" y="91"/>
                </a:lnTo>
                <a:lnTo>
                  <a:pt x="17" y="90"/>
                </a:lnTo>
                <a:lnTo>
                  <a:pt x="16" y="90"/>
                </a:lnTo>
                <a:lnTo>
                  <a:pt x="15" y="90"/>
                </a:lnTo>
                <a:lnTo>
                  <a:pt x="15" y="89"/>
                </a:lnTo>
                <a:lnTo>
                  <a:pt x="15" y="88"/>
                </a:lnTo>
                <a:lnTo>
                  <a:pt x="16" y="88"/>
                </a:lnTo>
                <a:lnTo>
                  <a:pt x="16" y="87"/>
                </a:lnTo>
                <a:lnTo>
                  <a:pt x="16" y="86"/>
                </a:lnTo>
                <a:lnTo>
                  <a:pt x="17" y="86"/>
                </a:lnTo>
                <a:lnTo>
                  <a:pt x="17" y="85"/>
                </a:lnTo>
                <a:lnTo>
                  <a:pt x="18" y="85"/>
                </a:lnTo>
                <a:lnTo>
                  <a:pt x="18" y="84"/>
                </a:lnTo>
                <a:lnTo>
                  <a:pt x="19" y="84"/>
                </a:lnTo>
                <a:lnTo>
                  <a:pt x="19" y="83"/>
                </a:lnTo>
                <a:lnTo>
                  <a:pt x="20" y="83"/>
                </a:lnTo>
                <a:lnTo>
                  <a:pt x="20" y="82"/>
                </a:lnTo>
                <a:lnTo>
                  <a:pt x="21" y="82"/>
                </a:lnTo>
                <a:lnTo>
                  <a:pt x="21" y="81"/>
                </a:lnTo>
                <a:lnTo>
                  <a:pt x="22" y="81"/>
                </a:lnTo>
                <a:lnTo>
                  <a:pt x="22" y="80"/>
                </a:lnTo>
                <a:lnTo>
                  <a:pt x="23" y="80"/>
                </a:lnTo>
                <a:lnTo>
                  <a:pt x="24" y="80"/>
                </a:lnTo>
                <a:lnTo>
                  <a:pt x="24" y="79"/>
                </a:lnTo>
                <a:lnTo>
                  <a:pt x="24" y="78"/>
                </a:lnTo>
                <a:lnTo>
                  <a:pt x="25" y="78"/>
                </a:lnTo>
                <a:lnTo>
                  <a:pt x="25" y="77"/>
                </a:lnTo>
                <a:lnTo>
                  <a:pt x="26" y="77"/>
                </a:lnTo>
                <a:lnTo>
                  <a:pt x="27" y="77"/>
                </a:lnTo>
                <a:lnTo>
                  <a:pt x="27" y="76"/>
                </a:lnTo>
                <a:lnTo>
                  <a:pt x="28" y="76"/>
                </a:lnTo>
                <a:lnTo>
                  <a:pt x="28" y="77"/>
                </a:lnTo>
                <a:lnTo>
                  <a:pt x="27" y="77"/>
                </a:lnTo>
                <a:lnTo>
                  <a:pt x="27" y="76"/>
                </a:lnTo>
                <a:lnTo>
                  <a:pt x="27" y="77"/>
                </a:lnTo>
                <a:lnTo>
                  <a:pt x="28" y="77"/>
                </a:lnTo>
                <a:lnTo>
                  <a:pt x="29" y="77"/>
                </a:lnTo>
                <a:lnTo>
                  <a:pt x="29" y="76"/>
                </a:lnTo>
                <a:lnTo>
                  <a:pt x="29" y="75"/>
                </a:lnTo>
                <a:lnTo>
                  <a:pt x="30" y="75"/>
                </a:lnTo>
                <a:lnTo>
                  <a:pt x="30" y="74"/>
                </a:lnTo>
                <a:lnTo>
                  <a:pt x="31" y="74"/>
                </a:lnTo>
                <a:lnTo>
                  <a:pt x="31" y="72"/>
                </a:lnTo>
                <a:lnTo>
                  <a:pt x="32" y="72"/>
                </a:lnTo>
                <a:lnTo>
                  <a:pt x="33" y="72"/>
                </a:lnTo>
                <a:lnTo>
                  <a:pt x="33" y="71"/>
                </a:lnTo>
                <a:lnTo>
                  <a:pt x="34" y="71"/>
                </a:lnTo>
                <a:lnTo>
                  <a:pt x="34" y="70"/>
                </a:lnTo>
                <a:lnTo>
                  <a:pt x="34" y="69"/>
                </a:lnTo>
                <a:lnTo>
                  <a:pt x="35" y="69"/>
                </a:lnTo>
                <a:lnTo>
                  <a:pt x="35" y="68"/>
                </a:lnTo>
                <a:lnTo>
                  <a:pt x="36" y="68"/>
                </a:lnTo>
                <a:lnTo>
                  <a:pt x="36" y="67"/>
                </a:lnTo>
                <a:lnTo>
                  <a:pt x="37" y="67"/>
                </a:lnTo>
                <a:lnTo>
                  <a:pt x="37" y="66"/>
                </a:lnTo>
                <a:lnTo>
                  <a:pt x="38" y="66"/>
                </a:lnTo>
                <a:lnTo>
                  <a:pt x="39" y="66"/>
                </a:lnTo>
                <a:lnTo>
                  <a:pt x="39" y="65"/>
                </a:lnTo>
                <a:lnTo>
                  <a:pt x="40" y="65"/>
                </a:lnTo>
                <a:lnTo>
                  <a:pt x="40" y="64"/>
                </a:lnTo>
                <a:lnTo>
                  <a:pt x="41" y="64"/>
                </a:lnTo>
                <a:lnTo>
                  <a:pt x="42" y="64"/>
                </a:lnTo>
                <a:lnTo>
                  <a:pt x="42" y="63"/>
                </a:lnTo>
                <a:lnTo>
                  <a:pt x="42" y="64"/>
                </a:lnTo>
                <a:lnTo>
                  <a:pt x="41" y="64"/>
                </a:lnTo>
                <a:lnTo>
                  <a:pt x="42" y="64"/>
                </a:lnTo>
                <a:lnTo>
                  <a:pt x="43" y="64"/>
                </a:lnTo>
                <a:lnTo>
                  <a:pt x="43" y="63"/>
                </a:lnTo>
                <a:lnTo>
                  <a:pt x="44" y="63"/>
                </a:lnTo>
                <a:lnTo>
                  <a:pt x="45" y="63"/>
                </a:lnTo>
                <a:lnTo>
                  <a:pt x="46" y="63"/>
                </a:lnTo>
                <a:lnTo>
                  <a:pt x="46" y="62"/>
                </a:lnTo>
                <a:lnTo>
                  <a:pt x="46" y="63"/>
                </a:lnTo>
                <a:lnTo>
                  <a:pt x="46" y="62"/>
                </a:lnTo>
                <a:lnTo>
                  <a:pt x="47" y="62"/>
                </a:lnTo>
                <a:lnTo>
                  <a:pt x="48" y="62"/>
                </a:lnTo>
                <a:lnTo>
                  <a:pt x="48" y="61"/>
                </a:lnTo>
                <a:lnTo>
                  <a:pt x="48" y="62"/>
                </a:lnTo>
                <a:lnTo>
                  <a:pt x="48" y="61"/>
                </a:lnTo>
                <a:lnTo>
                  <a:pt x="49" y="61"/>
                </a:lnTo>
                <a:lnTo>
                  <a:pt x="48" y="61"/>
                </a:lnTo>
                <a:lnTo>
                  <a:pt x="49" y="61"/>
                </a:lnTo>
                <a:lnTo>
                  <a:pt x="50" y="61"/>
                </a:lnTo>
                <a:lnTo>
                  <a:pt x="50" y="60"/>
                </a:lnTo>
                <a:lnTo>
                  <a:pt x="51" y="60"/>
                </a:lnTo>
                <a:lnTo>
                  <a:pt x="51" y="59"/>
                </a:lnTo>
                <a:lnTo>
                  <a:pt x="51" y="57"/>
                </a:lnTo>
                <a:lnTo>
                  <a:pt x="51" y="56"/>
                </a:lnTo>
                <a:lnTo>
                  <a:pt x="51" y="55"/>
                </a:lnTo>
                <a:lnTo>
                  <a:pt x="52" y="55"/>
                </a:lnTo>
                <a:lnTo>
                  <a:pt x="53" y="54"/>
                </a:lnTo>
                <a:lnTo>
                  <a:pt x="54" y="54"/>
                </a:lnTo>
                <a:lnTo>
                  <a:pt x="54" y="53"/>
                </a:lnTo>
                <a:lnTo>
                  <a:pt x="55" y="53"/>
                </a:lnTo>
                <a:lnTo>
                  <a:pt x="56" y="53"/>
                </a:lnTo>
                <a:lnTo>
                  <a:pt x="56" y="52"/>
                </a:lnTo>
                <a:lnTo>
                  <a:pt x="57" y="52"/>
                </a:lnTo>
                <a:lnTo>
                  <a:pt x="58" y="52"/>
                </a:lnTo>
                <a:lnTo>
                  <a:pt x="58" y="51"/>
                </a:lnTo>
                <a:lnTo>
                  <a:pt x="59" y="51"/>
                </a:lnTo>
                <a:lnTo>
                  <a:pt x="59" y="50"/>
                </a:lnTo>
                <a:lnTo>
                  <a:pt x="61" y="50"/>
                </a:lnTo>
                <a:lnTo>
                  <a:pt x="62" y="50"/>
                </a:lnTo>
                <a:lnTo>
                  <a:pt x="62" y="49"/>
                </a:lnTo>
                <a:lnTo>
                  <a:pt x="63" y="49"/>
                </a:lnTo>
                <a:lnTo>
                  <a:pt x="64" y="48"/>
                </a:lnTo>
                <a:lnTo>
                  <a:pt x="65" y="47"/>
                </a:lnTo>
                <a:lnTo>
                  <a:pt x="65" y="46"/>
                </a:lnTo>
                <a:lnTo>
                  <a:pt x="66" y="45"/>
                </a:lnTo>
                <a:lnTo>
                  <a:pt x="67" y="44"/>
                </a:lnTo>
                <a:lnTo>
                  <a:pt x="68" y="44"/>
                </a:lnTo>
                <a:lnTo>
                  <a:pt x="68" y="45"/>
                </a:lnTo>
                <a:lnTo>
                  <a:pt x="68" y="46"/>
                </a:lnTo>
                <a:lnTo>
                  <a:pt x="68" y="47"/>
                </a:lnTo>
                <a:lnTo>
                  <a:pt x="69" y="47"/>
                </a:lnTo>
                <a:lnTo>
                  <a:pt x="70" y="47"/>
                </a:lnTo>
                <a:lnTo>
                  <a:pt x="71" y="47"/>
                </a:lnTo>
                <a:lnTo>
                  <a:pt x="72" y="47"/>
                </a:lnTo>
                <a:lnTo>
                  <a:pt x="72" y="46"/>
                </a:lnTo>
                <a:lnTo>
                  <a:pt x="73" y="46"/>
                </a:lnTo>
                <a:lnTo>
                  <a:pt x="73" y="45"/>
                </a:lnTo>
                <a:lnTo>
                  <a:pt x="74" y="45"/>
                </a:lnTo>
                <a:lnTo>
                  <a:pt x="75" y="45"/>
                </a:lnTo>
                <a:lnTo>
                  <a:pt x="74" y="45"/>
                </a:lnTo>
                <a:lnTo>
                  <a:pt x="75" y="45"/>
                </a:lnTo>
                <a:lnTo>
                  <a:pt x="76" y="45"/>
                </a:lnTo>
                <a:lnTo>
                  <a:pt x="77" y="45"/>
                </a:lnTo>
                <a:lnTo>
                  <a:pt x="77" y="46"/>
                </a:lnTo>
                <a:lnTo>
                  <a:pt x="77" y="45"/>
                </a:lnTo>
                <a:lnTo>
                  <a:pt x="78" y="45"/>
                </a:lnTo>
                <a:lnTo>
                  <a:pt x="78" y="46"/>
                </a:lnTo>
                <a:lnTo>
                  <a:pt x="77" y="46"/>
                </a:lnTo>
                <a:lnTo>
                  <a:pt x="78" y="46"/>
                </a:lnTo>
                <a:lnTo>
                  <a:pt x="78" y="47"/>
                </a:lnTo>
                <a:lnTo>
                  <a:pt x="78" y="46"/>
                </a:lnTo>
                <a:lnTo>
                  <a:pt x="79" y="46"/>
                </a:lnTo>
                <a:lnTo>
                  <a:pt x="79" y="45"/>
                </a:lnTo>
                <a:lnTo>
                  <a:pt x="79" y="44"/>
                </a:lnTo>
                <a:lnTo>
                  <a:pt x="78" y="44"/>
                </a:lnTo>
                <a:lnTo>
                  <a:pt x="77" y="44"/>
                </a:lnTo>
                <a:lnTo>
                  <a:pt x="76" y="44"/>
                </a:lnTo>
                <a:lnTo>
                  <a:pt x="76" y="43"/>
                </a:lnTo>
                <a:lnTo>
                  <a:pt x="76" y="44"/>
                </a:lnTo>
                <a:lnTo>
                  <a:pt x="76" y="43"/>
                </a:lnTo>
                <a:lnTo>
                  <a:pt x="76" y="41"/>
                </a:lnTo>
                <a:lnTo>
                  <a:pt x="76" y="40"/>
                </a:lnTo>
                <a:lnTo>
                  <a:pt x="77" y="39"/>
                </a:lnTo>
                <a:lnTo>
                  <a:pt x="78" y="38"/>
                </a:lnTo>
                <a:lnTo>
                  <a:pt x="79" y="38"/>
                </a:lnTo>
                <a:lnTo>
                  <a:pt x="80" y="37"/>
                </a:lnTo>
                <a:lnTo>
                  <a:pt x="79" y="37"/>
                </a:lnTo>
                <a:lnTo>
                  <a:pt x="79" y="36"/>
                </a:lnTo>
                <a:lnTo>
                  <a:pt x="78" y="36"/>
                </a:lnTo>
                <a:lnTo>
                  <a:pt x="79" y="36"/>
                </a:lnTo>
                <a:lnTo>
                  <a:pt x="80" y="36"/>
                </a:lnTo>
                <a:lnTo>
                  <a:pt x="80" y="37"/>
                </a:lnTo>
                <a:lnTo>
                  <a:pt x="81" y="37"/>
                </a:lnTo>
                <a:lnTo>
                  <a:pt x="82" y="37"/>
                </a:lnTo>
                <a:lnTo>
                  <a:pt x="82" y="36"/>
                </a:lnTo>
                <a:lnTo>
                  <a:pt x="83" y="36"/>
                </a:lnTo>
                <a:lnTo>
                  <a:pt x="82" y="36"/>
                </a:lnTo>
                <a:lnTo>
                  <a:pt x="82" y="35"/>
                </a:lnTo>
                <a:lnTo>
                  <a:pt x="81" y="35"/>
                </a:lnTo>
                <a:lnTo>
                  <a:pt x="81" y="34"/>
                </a:lnTo>
                <a:lnTo>
                  <a:pt x="82" y="34"/>
                </a:lnTo>
                <a:lnTo>
                  <a:pt x="82" y="33"/>
                </a:lnTo>
                <a:lnTo>
                  <a:pt x="82" y="32"/>
                </a:lnTo>
                <a:lnTo>
                  <a:pt x="82" y="33"/>
                </a:lnTo>
                <a:lnTo>
                  <a:pt x="82" y="34"/>
                </a:lnTo>
                <a:lnTo>
                  <a:pt x="82" y="35"/>
                </a:lnTo>
                <a:lnTo>
                  <a:pt x="83" y="35"/>
                </a:lnTo>
                <a:lnTo>
                  <a:pt x="84" y="35"/>
                </a:lnTo>
                <a:lnTo>
                  <a:pt x="83" y="35"/>
                </a:lnTo>
                <a:lnTo>
                  <a:pt x="83" y="36"/>
                </a:lnTo>
                <a:lnTo>
                  <a:pt x="84" y="36"/>
                </a:lnTo>
                <a:lnTo>
                  <a:pt x="85" y="36"/>
                </a:lnTo>
                <a:lnTo>
                  <a:pt x="85" y="35"/>
                </a:lnTo>
                <a:lnTo>
                  <a:pt x="85" y="36"/>
                </a:lnTo>
                <a:lnTo>
                  <a:pt x="86" y="35"/>
                </a:lnTo>
                <a:lnTo>
                  <a:pt x="87" y="35"/>
                </a:lnTo>
                <a:lnTo>
                  <a:pt x="87" y="34"/>
                </a:lnTo>
                <a:lnTo>
                  <a:pt x="86" y="34"/>
                </a:lnTo>
                <a:lnTo>
                  <a:pt x="86" y="33"/>
                </a:lnTo>
                <a:lnTo>
                  <a:pt x="87" y="33"/>
                </a:lnTo>
                <a:lnTo>
                  <a:pt x="87" y="34"/>
                </a:lnTo>
                <a:lnTo>
                  <a:pt x="88" y="34"/>
                </a:lnTo>
                <a:lnTo>
                  <a:pt x="88" y="33"/>
                </a:lnTo>
                <a:lnTo>
                  <a:pt x="89" y="33"/>
                </a:lnTo>
                <a:lnTo>
                  <a:pt x="90" y="33"/>
                </a:lnTo>
                <a:lnTo>
                  <a:pt x="91" y="32"/>
                </a:lnTo>
                <a:lnTo>
                  <a:pt x="91" y="31"/>
                </a:lnTo>
                <a:lnTo>
                  <a:pt x="92" y="31"/>
                </a:lnTo>
                <a:lnTo>
                  <a:pt x="93" y="31"/>
                </a:lnTo>
                <a:lnTo>
                  <a:pt x="92" y="30"/>
                </a:lnTo>
                <a:lnTo>
                  <a:pt x="93" y="30"/>
                </a:lnTo>
                <a:lnTo>
                  <a:pt x="92" y="29"/>
                </a:lnTo>
                <a:lnTo>
                  <a:pt x="91" y="28"/>
                </a:lnTo>
                <a:lnTo>
                  <a:pt x="91" y="27"/>
                </a:lnTo>
                <a:lnTo>
                  <a:pt x="92" y="27"/>
                </a:lnTo>
                <a:lnTo>
                  <a:pt x="92" y="26"/>
                </a:lnTo>
                <a:lnTo>
                  <a:pt x="93" y="27"/>
                </a:lnTo>
                <a:lnTo>
                  <a:pt x="92" y="27"/>
                </a:lnTo>
                <a:lnTo>
                  <a:pt x="92" y="28"/>
                </a:lnTo>
                <a:lnTo>
                  <a:pt x="93" y="29"/>
                </a:lnTo>
                <a:lnTo>
                  <a:pt x="93" y="30"/>
                </a:lnTo>
                <a:lnTo>
                  <a:pt x="94" y="30"/>
                </a:lnTo>
                <a:lnTo>
                  <a:pt x="94" y="31"/>
                </a:lnTo>
                <a:lnTo>
                  <a:pt x="94" y="30"/>
                </a:lnTo>
                <a:lnTo>
                  <a:pt x="95" y="30"/>
                </a:lnTo>
                <a:lnTo>
                  <a:pt x="96" y="30"/>
                </a:lnTo>
                <a:lnTo>
                  <a:pt x="96" y="31"/>
                </a:lnTo>
                <a:lnTo>
                  <a:pt x="97" y="31"/>
                </a:lnTo>
                <a:lnTo>
                  <a:pt x="97" y="30"/>
                </a:lnTo>
                <a:lnTo>
                  <a:pt x="99" y="30"/>
                </a:lnTo>
                <a:lnTo>
                  <a:pt x="100" y="30"/>
                </a:lnTo>
                <a:lnTo>
                  <a:pt x="99" y="30"/>
                </a:lnTo>
                <a:lnTo>
                  <a:pt x="100" y="30"/>
                </a:lnTo>
                <a:lnTo>
                  <a:pt x="100" y="29"/>
                </a:lnTo>
                <a:lnTo>
                  <a:pt x="99" y="30"/>
                </a:lnTo>
                <a:lnTo>
                  <a:pt x="99" y="29"/>
                </a:lnTo>
                <a:lnTo>
                  <a:pt x="100" y="29"/>
                </a:lnTo>
                <a:lnTo>
                  <a:pt x="99" y="29"/>
                </a:lnTo>
                <a:lnTo>
                  <a:pt x="99" y="28"/>
                </a:lnTo>
                <a:lnTo>
                  <a:pt x="100" y="28"/>
                </a:lnTo>
                <a:lnTo>
                  <a:pt x="100" y="27"/>
                </a:lnTo>
                <a:lnTo>
                  <a:pt x="100" y="26"/>
                </a:lnTo>
                <a:lnTo>
                  <a:pt x="101" y="26"/>
                </a:lnTo>
                <a:lnTo>
                  <a:pt x="102" y="26"/>
                </a:lnTo>
                <a:lnTo>
                  <a:pt x="103" y="26"/>
                </a:lnTo>
                <a:lnTo>
                  <a:pt x="104" y="26"/>
                </a:lnTo>
                <a:lnTo>
                  <a:pt x="104" y="27"/>
                </a:lnTo>
                <a:lnTo>
                  <a:pt x="105" y="27"/>
                </a:lnTo>
                <a:lnTo>
                  <a:pt x="105" y="28"/>
                </a:lnTo>
                <a:lnTo>
                  <a:pt x="106" y="28"/>
                </a:lnTo>
                <a:lnTo>
                  <a:pt x="107" y="28"/>
                </a:lnTo>
                <a:lnTo>
                  <a:pt x="107" y="27"/>
                </a:lnTo>
                <a:lnTo>
                  <a:pt x="108" y="27"/>
                </a:lnTo>
                <a:lnTo>
                  <a:pt x="109" y="27"/>
                </a:lnTo>
                <a:lnTo>
                  <a:pt x="109" y="26"/>
                </a:lnTo>
                <a:lnTo>
                  <a:pt x="110" y="26"/>
                </a:lnTo>
                <a:lnTo>
                  <a:pt x="110" y="27"/>
                </a:lnTo>
                <a:lnTo>
                  <a:pt x="111" y="27"/>
                </a:lnTo>
                <a:lnTo>
                  <a:pt x="111" y="28"/>
                </a:lnTo>
                <a:lnTo>
                  <a:pt x="111" y="29"/>
                </a:lnTo>
                <a:lnTo>
                  <a:pt x="112" y="29"/>
                </a:lnTo>
                <a:lnTo>
                  <a:pt x="113" y="29"/>
                </a:lnTo>
                <a:lnTo>
                  <a:pt x="114" y="29"/>
                </a:lnTo>
                <a:lnTo>
                  <a:pt x="113" y="28"/>
                </a:lnTo>
                <a:lnTo>
                  <a:pt x="114" y="28"/>
                </a:lnTo>
                <a:lnTo>
                  <a:pt x="113" y="28"/>
                </a:lnTo>
                <a:lnTo>
                  <a:pt x="113" y="27"/>
                </a:lnTo>
                <a:lnTo>
                  <a:pt x="113" y="26"/>
                </a:lnTo>
                <a:lnTo>
                  <a:pt x="113" y="25"/>
                </a:lnTo>
                <a:lnTo>
                  <a:pt x="114" y="25"/>
                </a:lnTo>
                <a:lnTo>
                  <a:pt x="114" y="24"/>
                </a:lnTo>
                <a:lnTo>
                  <a:pt x="114" y="25"/>
                </a:lnTo>
                <a:lnTo>
                  <a:pt x="114" y="24"/>
                </a:lnTo>
                <a:lnTo>
                  <a:pt x="114" y="25"/>
                </a:lnTo>
                <a:lnTo>
                  <a:pt x="115" y="25"/>
                </a:lnTo>
                <a:lnTo>
                  <a:pt x="115" y="24"/>
                </a:lnTo>
                <a:lnTo>
                  <a:pt x="115" y="23"/>
                </a:lnTo>
                <a:lnTo>
                  <a:pt x="116" y="24"/>
                </a:lnTo>
                <a:lnTo>
                  <a:pt x="115" y="25"/>
                </a:lnTo>
                <a:lnTo>
                  <a:pt x="116" y="25"/>
                </a:lnTo>
                <a:lnTo>
                  <a:pt x="116" y="24"/>
                </a:lnTo>
                <a:lnTo>
                  <a:pt x="117" y="24"/>
                </a:lnTo>
                <a:lnTo>
                  <a:pt x="117" y="22"/>
                </a:lnTo>
                <a:lnTo>
                  <a:pt x="117" y="21"/>
                </a:lnTo>
                <a:lnTo>
                  <a:pt x="118" y="21"/>
                </a:lnTo>
                <a:lnTo>
                  <a:pt x="118" y="20"/>
                </a:lnTo>
                <a:lnTo>
                  <a:pt x="119" y="20"/>
                </a:lnTo>
                <a:lnTo>
                  <a:pt x="119" y="19"/>
                </a:lnTo>
                <a:lnTo>
                  <a:pt x="120" y="19"/>
                </a:lnTo>
                <a:lnTo>
                  <a:pt x="121" y="19"/>
                </a:lnTo>
                <a:lnTo>
                  <a:pt x="122" y="19"/>
                </a:lnTo>
                <a:lnTo>
                  <a:pt x="122" y="20"/>
                </a:lnTo>
                <a:lnTo>
                  <a:pt x="123" y="20"/>
                </a:lnTo>
                <a:lnTo>
                  <a:pt x="124" y="20"/>
                </a:lnTo>
                <a:lnTo>
                  <a:pt x="124" y="19"/>
                </a:lnTo>
                <a:lnTo>
                  <a:pt x="124" y="18"/>
                </a:lnTo>
                <a:lnTo>
                  <a:pt x="124" y="17"/>
                </a:lnTo>
                <a:lnTo>
                  <a:pt x="124" y="18"/>
                </a:lnTo>
                <a:lnTo>
                  <a:pt x="125" y="19"/>
                </a:lnTo>
                <a:lnTo>
                  <a:pt x="125" y="18"/>
                </a:lnTo>
                <a:lnTo>
                  <a:pt x="125" y="17"/>
                </a:lnTo>
                <a:lnTo>
                  <a:pt x="125" y="16"/>
                </a:lnTo>
                <a:lnTo>
                  <a:pt x="126" y="15"/>
                </a:lnTo>
                <a:lnTo>
                  <a:pt x="126" y="14"/>
                </a:lnTo>
                <a:lnTo>
                  <a:pt x="127" y="14"/>
                </a:lnTo>
                <a:lnTo>
                  <a:pt x="128" y="13"/>
                </a:lnTo>
                <a:lnTo>
                  <a:pt x="129" y="13"/>
                </a:lnTo>
                <a:lnTo>
                  <a:pt x="129" y="14"/>
                </a:lnTo>
                <a:lnTo>
                  <a:pt x="130" y="14"/>
                </a:lnTo>
                <a:lnTo>
                  <a:pt x="130" y="13"/>
                </a:lnTo>
                <a:lnTo>
                  <a:pt x="130" y="14"/>
                </a:lnTo>
                <a:lnTo>
                  <a:pt x="130" y="15"/>
                </a:lnTo>
                <a:lnTo>
                  <a:pt x="130" y="16"/>
                </a:lnTo>
                <a:lnTo>
                  <a:pt x="131" y="16"/>
                </a:lnTo>
                <a:lnTo>
                  <a:pt x="132" y="16"/>
                </a:lnTo>
                <a:lnTo>
                  <a:pt x="133" y="15"/>
                </a:lnTo>
                <a:lnTo>
                  <a:pt x="134" y="15"/>
                </a:lnTo>
                <a:lnTo>
                  <a:pt x="135" y="15"/>
                </a:lnTo>
                <a:lnTo>
                  <a:pt x="136" y="15"/>
                </a:lnTo>
                <a:lnTo>
                  <a:pt x="137" y="15"/>
                </a:lnTo>
                <a:lnTo>
                  <a:pt x="138" y="15"/>
                </a:lnTo>
                <a:lnTo>
                  <a:pt x="138" y="14"/>
                </a:lnTo>
                <a:lnTo>
                  <a:pt x="137" y="14"/>
                </a:lnTo>
                <a:lnTo>
                  <a:pt x="137" y="13"/>
                </a:lnTo>
                <a:lnTo>
                  <a:pt x="136" y="13"/>
                </a:lnTo>
                <a:lnTo>
                  <a:pt x="135" y="13"/>
                </a:lnTo>
                <a:lnTo>
                  <a:pt x="134" y="13"/>
                </a:lnTo>
                <a:lnTo>
                  <a:pt x="133" y="12"/>
                </a:lnTo>
                <a:lnTo>
                  <a:pt x="133" y="11"/>
                </a:lnTo>
                <a:lnTo>
                  <a:pt x="133" y="10"/>
                </a:lnTo>
                <a:lnTo>
                  <a:pt x="134" y="10"/>
                </a:lnTo>
                <a:lnTo>
                  <a:pt x="134" y="9"/>
                </a:lnTo>
                <a:lnTo>
                  <a:pt x="135" y="9"/>
                </a:lnTo>
                <a:lnTo>
                  <a:pt x="136" y="8"/>
                </a:lnTo>
                <a:lnTo>
                  <a:pt x="137" y="8"/>
                </a:lnTo>
                <a:lnTo>
                  <a:pt x="137" y="7"/>
                </a:lnTo>
                <a:lnTo>
                  <a:pt x="138" y="7"/>
                </a:lnTo>
                <a:lnTo>
                  <a:pt x="138" y="6"/>
                </a:lnTo>
                <a:lnTo>
                  <a:pt x="139" y="6"/>
                </a:lnTo>
                <a:lnTo>
                  <a:pt x="139" y="5"/>
                </a:lnTo>
                <a:lnTo>
                  <a:pt x="140" y="5"/>
                </a:lnTo>
                <a:lnTo>
                  <a:pt x="141" y="4"/>
                </a:lnTo>
                <a:lnTo>
                  <a:pt x="142" y="4"/>
                </a:lnTo>
                <a:lnTo>
                  <a:pt x="142" y="5"/>
                </a:lnTo>
                <a:lnTo>
                  <a:pt x="142" y="4"/>
                </a:lnTo>
                <a:lnTo>
                  <a:pt x="142" y="5"/>
                </a:lnTo>
                <a:lnTo>
                  <a:pt x="143" y="4"/>
                </a:lnTo>
                <a:lnTo>
                  <a:pt x="144" y="4"/>
                </a:lnTo>
                <a:lnTo>
                  <a:pt x="144" y="3"/>
                </a:lnTo>
                <a:lnTo>
                  <a:pt x="145" y="3"/>
                </a:lnTo>
                <a:lnTo>
                  <a:pt x="145" y="2"/>
                </a:lnTo>
                <a:lnTo>
                  <a:pt x="147" y="2"/>
                </a:lnTo>
                <a:lnTo>
                  <a:pt x="147" y="3"/>
                </a:lnTo>
                <a:lnTo>
                  <a:pt x="148" y="3"/>
                </a:lnTo>
                <a:lnTo>
                  <a:pt x="148" y="4"/>
                </a:lnTo>
                <a:lnTo>
                  <a:pt x="148" y="5"/>
                </a:lnTo>
                <a:lnTo>
                  <a:pt x="149" y="5"/>
                </a:lnTo>
                <a:lnTo>
                  <a:pt x="150" y="5"/>
                </a:lnTo>
                <a:lnTo>
                  <a:pt x="150" y="4"/>
                </a:lnTo>
                <a:lnTo>
                  <a:pt x="151" y="4"/>
                </a:lnTo>
                <a:lnTo>
                  <a:pt x="152" y="4"/>
                </a:lnTo>
                <a:lnTo>
                  <a:pt x="152" y="3"/>
                </a:lnTo>
                <a:lnTo>
                  <a:pt x="153" y="3"/>
                </a:lnTo>
                <a:lnTo>
                  <a:pt x="154" y="2"/>
                </a:lnTo>
                <a:lnTo>
                  <a:pt x="154" y="1"/>
                </a:lnTo>
                <a:lnTo>
                  <a:pt x="155" y="1"/>
                </a:lnTo>
                <a:lnTo>
                  <a:pt x="156" y="1"/>
                </a:lnTo>
                <a:lnTo>
                  <a:pt x="156" y="2"/>
                </a:lnTo>
                <a:lnTo>
                  <a:pt x="157" y="2"/>
                </a:lnTo>
                <a:lnTo>
                  <a:pt x="157" y="1"/>
                </a:lnTo>
                <a:lnTo>
                  <a:pt x="158" y="1"/>
                </a:lnTo>
                <a:lnTo>
                  <a:pt x="158" y="0"/>
                </a:lnTo>
                <a:lnTo>
                  <a:pt x="159" y="0"/>
                </a:lnTo>
                <a:lnTo>
                  <a:pt x="159" y="1"/>
                </a:lnTo>
                <a:lnTo>
                  <a:pt x="158" y="2"/>
                </a:lnTo>
                <a:lnTo>
                  <a:pt x="158" y="3"/>
                </a:lnTo>
                <a:lnTo>
                  <a:pt x="159" y="3"/>
                </a:lnTo>
                <a:lnTo>
                  <a:pt x="159" y="4"/>
                </a:lnTo>
                <a:lnTo>
                  <a:pt x="160" y="4"/>
                </a:lnTo>
                <a:lnTo>
                  <a:pt x="162" y="4"/>
                </a:lnTo>
                <a:lnTo>
                  <a:pt x="162" y="3"/>
                </a:lnTo>
                <a:lnTo>
                  <a:pt x="163" y="3"/>
                </a:lnTo>
                <a:lnTo>
                  <a:pt x="163" y="2"/>
                </a:lnTo>
                <a:lnTo>
                  <a:pt x="163" y="1"/>
                </a:lnTo>
                <a:lnTo>
                  <a:pt x="164" y="1"/>
                </a:lnTo>
                <a:lnTo>
                  <a:pt x="165" y="1"/>
                </a:lnTo>
                <a:lnTo>
                  <a:pt x="165" y="2"/>
                </a:lnTo>
                <a:lnTo>
                  <a:pt x="166" y="2"/>
                </a:lnTo>
                <a:lnTo>
                  <a:pt x="167" y="1"/>
                </a:lnTo>
                <a:lnTo>
                  <a:pt x="168" y="1"/>
                </a:lnTo>
                <a:lnTo>
                  <a:pt x="168" y="2"/>
                </a:lnTo>
                <a:lnTo>
                  <a:pt x="167" y="2"/>
                </a:lnTo>
                <a:lnTo>
                  <a:pt x="166" y="2"/>
                </a:lnTo>
                <a:lnTo>
                  <a:pt x="166" y="3"/>
                </a:lnTo>
                <a:lnTo>
                  <a:pt x="166" y="2"/>
                </a:lnTo>
                <a:lnTo>
                  <a:pt x="165" y="2"/>
                </a:lnTo>
                <a:lnTo>
                  <a:pt x="164" y="2"/>
                </a:lnTo>
                <a:lnTo>
                  <a:pt x="164" y="1"/>
                </a:lnTo>
                <a:lnTo>
                  <a:pt x="163" y="1"/>
                </a:lnTo>
                <a:lnTo>
                  <a:pt x="163" y="2"/>
                </a:lnTo>
                <a:lnTo>
                  <a:pt x="163" y="3"/>
                </a:lnTo>
                <a:lnTo>
                  <a:pt x="162" y="3"/>
                </a:lnTo>
                <a:lnTo>
                  <a:pt x="162" y="4"/>
                </a:lnTo>
                <a:lnTo>
                  <a:pt x="161" y="4"/>
                </a:lnTo>
                <a:lnTo>
                  <a:pt x="160" y="4"/>
                </a:lnTo>
                <a:lnTo>
                  <a:pt x="159" y="4"/>
                </a:lnTo>
                <a:lnTo>
                  <a:pt x="158" y="3"/>
                </a:lnTo>
                <a:lnTo>
                  <a:pt x="158" y="2"/>
                </a:lnTo>
                <a:lnTo>
                  <a:pt x="158" y="1"/>
                </a:lnTo>
                <a:lnTo>
                  <a:pt x="158" y="2"/>
                </a:lnTo>
                <a:lnTo>
                  <a:pt x="157" y="2"/>
                </a:lnTo>
                <a:lnTo>
                  <a:pt x="156" y="2"/>
                </a:lnTo>
                <a:lnTo>
                  <a:pt x="156" y="1"/>
                </a:lnTo>
                <a:lnTo>
                  <a:pt x="155" y="1"/>
                </a:lnTo>
                <a:lnTo>
                  <a:pt x="154" y="1"/>
                </a:lnTo>
                <a:lnTo>
                  <a:pt x="154" y="2"/>
                </a:lnTo>
                <a:lnTo>
                  <a:pt x="154" y="3"/>
                </a:lnTo>
                <a:lnTo>
                  <a:pt x="153" y="3"/>
                </a:lnTo>
                <a:lnTo>
                  <a:pt x="153" y="4"/>
                </a:lnTo>
                <a:lnTo>
                  <a:pt x="152" y="4"/>
                </a:lnTo>
                <a:lnTo>
                  <a:pt x="151" y="4"/>
                </a:lnTo>
                <a:lnTo>
                  <a:pt x="151" y="5"/>
                </a:lnTo>
                <a:lnTo>
                  <a:pt x="150" y="5"/>
                </a:lnTo>
                <a:lnTo>
                  <a:pt x="149" y="5"/>
                </a:lnTo>
                <a:lnTo>
                  <a:pt x="149" y="6"/>
                </a:lnTo>
                <a:lnTo>
                  <a:pt x="149" y="5"/>
                </a:lnTo>
                <a:lnTo>
                  <a:pt x="148" y="5"/>
                </a:lnTo>
                <a:lnTo>
                  <a:pt x="148" y="4"/>
                </a:lnTo>
                <a:lnTo>
                  <a:pt x="148" y="3"/>
                </a:lnTo>
                <a:lnTo>
                  <a:pt x="147" y="3"/>
                </a:lnTo>
                <a:lnTo>
                  <a:pt x="146" y="3"/>
                </a:lnTo>
                <a:lnTo>
                  <a:pt x="146" y="2"/>
                </a:lnTo>
                <a:lnTo>
                  <a:pt x="145" y="2"/>
                </a:lnTo>
                <a:lnTo>
                  <a:pt x="145" y="3"/>
                </a:lnTo>
                <a:lnTo>
                  <a:pt x="144" y="4"/>
                </a:lnTo>
                <a:lnTo>
                  <a:pt x="145" y="4"/>
                </a:lnTo>
                <a:lnTo>
                  <a:pt x="144" y="4"/>
                </a:lnTo>
                <a:lnTo>
                  <a:pt x="144" y="5"/>
                </a:lnTo>
                <a:lnTo>
                  <a:pt x="145" y="5"/>
                </a:lnTo>
                <a:lnTo>
                  <a:pt x="145" y="4"/>
                </a:lnTo>
                <a:lnTo>
                  <a:pt x="145" y="5"/>
                </a:lnTo>
                <a:lnTo>
                  <a:pt x="144" y="5"/>
                </a:lnTo>
                <a:lnTo>
                  <a:pt x="143" y="5"/>
                </a:lnTo>
                <a:lnTo>
                  <a:pt x="142" y="5"/>
                </a:lnTo>
                <a:lnTo>
                  <a:pt x="141" y="5"/>
                </a:lnTo>
                <a:lnTo>
                  <a:pt x="141" y="6"/>
                </a:lnTo>
                <a:lnTo>
                  <a:pt x="140" y="6"/>
                </a:lnTo>
                <a:lnTo>
                  <a:pt x="139" y="6"/>
                </a:lnTo>
                <a:lnTo>
                  <a:pt x="139" y="7"/>
                </a:lnTo>
                <a:lnTo>
                  <a:pt x="139" y="8"/>
                </a:lnTo>
                <a:lnTo>
                  <a:pt x="138" y="8"/>
                </a:lnTo>
                <a:lnTo>
                  <a:pt x="137" y="9"/>
                </a:lnTo>
                <a:lnTo>
                  <a:pt x="136" y="9"/>
                </a:lnTo>
                <a:lnTo>
                  <a:pt x="136" y="10"/>
                </a:lnTo>
                <a:lnTo>
                  <a:pt x="135" y="10"/>
                </a:lnTo>
                <a:lnTo>
                  <a:pt x="134" y="10"/>
                </a:lnTo>
                <a:lnTo>
                  <a:pt x="134" y="11"/>
                </a:lnTo>
                <a:lnTo>
                  <a:pt x="134" y="12"/>
                </a:lnTo>
                <a:lnTo>
                  <a:pt x="135" y="12"/>
                </a:lnTo>
                <a:lnTo>
                  <a:pt x="136" y="12"/>
                </a:lnTo>
                <a:lnTo>
                  <a:pt x="137" y="12"/>
                </a:lnTo>
                <a:lnTo>
                  <a:pt x="137" y="13"/>
                </a:lnTo>
                <a:lnTo>
                  <a:pt x="138" y="13"/>
                </a:lnTo>
                <a:lnTo>
                  <a:pt x="138" y="14"/>
                </a:lnTo>
                <a:lnTo>
                  <a:pt x="138" y="15"/>
                </a:lnTo>
                <a:lnTo>
                  <a:pt x="138" y="16"/>
                </a:lnTo>
                <a:lnTo>
                  <a:pt x="137" y="16"/>
                </a:lnTo>
                <a:lnTo>
                  <a:pt x="136" y="16"/>
                </a:lnTo>
                <a:lnTo>
                  <a:pt x="134" y="16"/>
                </a:lnTo>
                <a:lnTo>
                  <a:pt x="133" y="16"/>
                </a:lnTo>
                <a:lnTo>
                  <a:pt x="132" y="16"/>
                </a:lnTo>
                <a:lnTo>
                  <a:pt x="131" y="16"/>
                </a:lnTo>
                <a:lnTo>
                  <a:pt x="130" y="17"/>
                </a:lnTo>
                <a:lnTo>
                  <a:pt x="130" y="16"/>
                </a:lnTo>
                <a:lnTo>
                  <a:pt x="129" y="16"/>
                </a:lnTo>
                <a:lnTo>
                  <a:pt x="129" y="15"/>
                </a:lnTo>
                <a:lnTo>
                  <a:pt x="128" y="15"/>
                </a:lnTo>
                <a:lnTo>
                  <a:pt x="127" y="15"/>
                </a:lnTo>
                <a:lnTo>
                  <a:pt x="126" y="15"/>
                </a:lnTo>
                <a:lnTo>
                  <a:pt x="126" y="17"/>
                </a:lnTo>
                <a:lnTo>
                  <a:pt x="126" y="18"/>
                </a:lnTo>
                <a:lnTo>
                  <a:pt x="126" y="19"/>
                </a:lnTo>
                <a:lnTo>
                  <a:pt x="125" y="19"/>
                </a:lnTo>
                <a:lnTo>
                  <a:pt x="125" y="20"/>
                </a:lnTo>
                <a:lnTo>
                  <a:pt x="124" y="20"/>
                </a:lnTo>
                <a:lnTo>
                  <a:pt x="124" y="21"/>
                </a:lnTo>
                <a:lnTo>
                  <a:pt x="123" y="21"/>
                </a:lnTo>
                <a:lnTo>
                  <a:pt x="122" y="21"/>
                </a:lnTo>
                <a:lnTo>
                  <a:pt x="122" y="20"/>
                </a:lnTo>
                <a:lnTo>
                  <a:pt x="121" y="20"/>
                </a:lnTo>
                <a:lnTo>
                  <a:pt x="120" y="20"/>
                </a:lnTo>
                <a:lnTo>
                  <a:pt x="119" y="20"/>
                </a:lnTo>
                <a:lnTo>
                  <a:pt x="119" y="21"/>
                </a:lnTo>
                <a:lnTo>
                  <a:pt x="118" y="21"/>
                </a:lnTo>
                <a:lnTo>
                  <a:pt x="118" y="22"/>
                </a:lnTo>
                <a:lnTo>
                  <a:pt x="118" y="23"/>
                </a:lnTo>
                <a:lnTo>
                  <a:pt x="117" y="23"/>
                </a:lnTo>
                <a:lnTo>
                  <a:pt x="118" y="23"/>
                </a:lnTo>
                <a:lnTo>
                  <a:pt x="117" y="23"/>
                </a:lnTo>
                <a:lnTo>
                  <a:pt x="118" y="23"/>
                </a:lnTo>
                <a:lnTo>
                  <a:pt x="117" y="23"/>
                </a:lnTo>
                <a:lnTo>
                  <a:pt x="118" y="23"/>
                </a:lnTo>
                <a:lnTo>
                  <a:pt x="118" y="24"/>
                </a:lnTo>
                <a:lnTo>
                  <a:pt x="117" y="24"/>
                </a:lnTo>
                <a:lnTo>
                  <a:pt x="118" y="24"/>
                </a:lnTo>
                <a:lnTo>
                  <a:pt x="117" y="24"/>
                </a:lnTo>
                <a:lnTo>
                  <a:pt x="117" y="25"/>
                </a:lnTo>
                <a:lnTo>
                  <a:pt x="117" y="26"/>
                </a:lnTo>
                <a:lnTo>
                  <a:pt x="116" y="26"/>
                </a:lnTo>
                <a:lnTo>
                  <a:pt x="115" y="26"/>
                </a:lnTo>
                <a:lnTo>
                  <a:pt x="115" y="25"/>
                </a:lnTo>
                <a:lnTo>
                  <a:pt x="114" y="25"/>
                </a:lnTo>
                <a:lnTo>
                  <a:pt x="114" y="26"/>
                </a:lnTo>
                <a:lnTo>
                  <a:pt x="114" y="27"/>
                </a:lnTo>
                <a:lnTo>
                  <a:pt x="114" y="28"/>
                </a:lnTo>
                <a:lnTo>
                  <a:pt x="114" y="29"/>
                </a:lnTo>
                <a:lnTo>
                  <a:pt x="114" y="30"/>
                </a:lnTo>
                <a:lnTo>
                  <a:pt x="113" y="30"/>
                </a:lnTo>
                <a:lnTo>
                  <a:pt x="112" y="30"/>
                </a:lnTo>
                <a:lnTo>
                  <a:pt x="111" y="30"/>
                </a:lnTo>
                <a:lnTo>
                  <a:pt x="111" y="29"/>
                </a:lnTo>
                <a:lnTo>
                  <a:pt x="110" y="29"/>
                </a:lnTo>
                <a:lnTo>
                  <a:pt x="110" y="28"/>
                </a:lnTo>
                <a:lnTo>
                  <a:pt x="110" y="27"/>
                </a:lnTo>
                <a:lnTo>
                  <a:pt x="109" y="27"/>
                </a:lnTo>
                <a:lnTo>
                  <a:pt x="108" y="28"/>
                </a:lnTo>
                <a:lnTo>
                  <a:pt x="107" y="28"/>
                </a:lnTo>
                <a:lnTo>
                  <a:pt x="106" y="29"/>
                </a:lnTo>
                <a:lnTo>
                  <a:pt x="105" y="29"/>
                </a:lnTo>
                <a:lnTo>
                  <a:pt x="105" y="28"/>
                </a:lnTo>
                <a:lnTo>
                  <a:pt x="104" y="28"/>
                </a:lnTo>
                <a:lnTo>
                  <a:pt x="103" y="28"/>
                </a:lnTo>
                <a:lnTo>
                  <a:pt x="103" y="27"/>
                </a:lnTo>
                <a:lnTo>
                  <a:pt x="102" y="27"/>
                </a:lnTo>
                <a:lnTo>
                  <a:pt x="101" y="27"/>
                </a:lnTo>
                <a:lnTo>
                  <a:pt x="101" y="28"/>
                </a:lnTo>
                <a:lnTo>
                  <a:pt x="102" y="28"/>
                </a:lnTo>
                <a:lnTo>
                  <a:pt x="101" y="28"/>
                </a:lnTo>
                <a:lnTo>
                  <a:pt x="101" y="30"/>
                </a:lnTo>
                <a:lnTo>
                  <a:pt x="100" y="30"/>
                </a:lnTo>
                <a:lnTo>
                  <a:pt x="100" y="31"/>
                </a:lnTo>
                <a:lnTo>
                  <a:pt x="99" y="31"/>
                </a:lnTo>
                <a:lnTo>
                  <a:pt x="99" y="32"/>
                </a:lnTo>
                <a:lnTo>
                  <a:pt x="99" y="31"/>
                </a:lnTo>
                <a:lnTo>
                  <a:pt x="100" y="32"/>
                </a:lnTo>
                <a:lnTo>
                  <a:pt x="99" y="33"/>
                </a:lnTo>
                <a:lnTo>
                  <a:pt x="99" y="32"/>
                </a:lnTo>
                <a:lnTo>
                  <a:pt x="98" y="32"/>
                </a:lnTo>
                <a:lnTo>
                  <a:pt x="97" y="32"/>
                </a:lnTo>
                <a:lnTo>
                  <a:pt x="96" y="32"/>
                </a:lnTo>
                <a:lnTo>
                  <a:pt x="95" y="32"/>
                </a:lnTo>
                <a:lnTo>
                  <a:pt x="94" y="32"/>
                </a:lnTo>
                <a:lnTo>
                  <a:pt x="94" y="33"/>
                </a:lnTo>
                <a:lnTo>
                  <a:pt x="93" y="33"/>
                </a:lnTo>
                <a:lnTo>
                  <a:pt x="92" y="33"/>
                </a:lnTo>
                <a:lnTo>
                  <a:pt x="91" y="33"/>
                </a:lnTo>
                <a:lnTo>
                  <a:pt x="90" y="34"/>
                </a:lnTo>
                <a:lnTo>
                  <a:pt x="89" y="34"/>
                </a:lnTo>
                <a:lnTo>
                  <a:pt x="89" y="35"/>
                </a:lnTo>
                <a:lnTo>
                  <a:pt x="88" y="35"/>
                </a:lnTo>
                <a:lnTo>
                  <a:pt x="88" y="36"/>
                </a:lnTo>
                <a:lnTo>
                  <a:pt x="87" y="36"/>
                </a:lnTo>
                <a:lnTo>
                  <a:pt x="86" y="36"/>
                </a:lnTo>
                <a:lnTo>
                  <a:pt x="86" y="37"/>
                </a:lnTo>
                <a:lnTo>
                  <a:pt x="87" y="37"/>
                </a:lnTo>
                <a:lnTo>
                  <a:pt x="88" y="37"/>
                </a:lnTo>
                <a:lnTo>
                  <a:pt x="87" y="37"/>
                </a:lnTo>
                <a:lnTo>
                  <a:pt x="86" y="37"/>
                </a:lnTo>
                <a:lnTo>
                  <a:pt x="85" y="37"/>
                </a:lnTo>
                <a:lnTo>
                  <a:pt x="84" y="37"/>
                </a:lnTo>
                <a:lnTo>
                  <a:pt x="83" y="38"/>
                </a:lnTo>
                <a:lnTo>
                  <a:pt x="82" y="38"/>
                </a:lnTo>
                <a:lnTo>
                  <a:pt x="82" y="39"/>
                </a:lnTo>
                <a:lnTo>
                  <a:pt x="83" y="39"/>
                </a:lnTo>
                <a:lnTo>
                  <a:pt x="84" y="39"/>
                </a:lnTo>
                <a:lnTo>
                  <a:pt x="84" y="40"/>
                </a:lnTo>
                <a:lnTo>
                  <a:pt x="83" y="39"/>
                </a:lnTo>
                <a:lnTo>
                  <a:pt x="82" y="39"/>
                </a:lnTo>
                <a:lnTo>
                  <a:pt x="81" y="39"/>
                </a:lnTo>
                <a:lnTo>
                  <a:pt x="80" y="39"/>
                </a:lnTo>
                <a:lnTo>
                  <a:pt x="79" y="39"/>
                </a:lnTo>
                <a:lnTo>
                  <a:pt x="78" y="40"/>
                </a:lnTo>
                <a:lnTo>
                  <a:pt x="77" y="40"/>
                </a:lnTo>
                <a:lnTo>
                  <a:pt x="78" y="40"/>
                </a:lnTo>
                <a:lnTo>
                  <a:pt x="77" y="40"/>
                </a:lnTo>
                <a:lnTo>
                  <a:pt x="77" y="41"/>
                </a:lnTo>
                <a:lnTo>
                  <a:pt x="77" y="42"/>
                </a:lnTo>
                <a:lnTo>
                  <a:pt x="78" y="42"/>
                </a:lnTo>
                <a:lnTo>
                  <a:pt x="79" y="43"/>
                </a:lnTo>
                <a:lnTo>
                  <a:pt x="80" y="43"/>
                </a:lnTo>
                <a:lnTo>
                  <a:pt x="81" y="43"/>
                </a:lnTo>
                <a:lnTo>
                  <a:pt x="82" y="43"/>
                </a:lnTo>
                <a:lnTo>
                  <a:pt x="82" y="44"/>
                </a:lnTo>
                <a:lnTo>
                  <a:pt x="83" y="44"/>
                </a:lnTo>
                <a:lnTo>
                  <a:pt x="83" y="45"/>
                </a:lnTo>
                <a:lnTo>
                  <a:pt x="82" y="45"/>
                </a:lnTo>
                <a:lnTo>
                  <a:pt x="81" y="45"/>
                </a:lnTo>
                <a:lnTo>
                  <a:pt x="81" y="46"/>
                </a:lnTo>
                <a:lnTo>
                  <a:pt x="80" y="47"/>
                </a:lnTo>
                <a:lnTo>
                  <a:pt x="79" y="47"/>
                </a:lnTo>
                <a:lnTo>
                  <a:pt x="78" y="47"/>
                </a:lnTo>
                <a:lnTo>
                  <a:pt x="77" y="47"/>
                </a:lnTo>
                <a:lnTo>
                  <a:pt x="76" y="47"/>
                </a:lnTo>
                <a:lnTo>
                  <a:pt x="76" y="46"/>
                </a:lnTo>
                <a:lnTo>
                  <a:pt x="75" y="46"/>
                </a:lnTo>
                <a:lnTo>
                  <a:pt x="74" y="46"/>
                </a:lnTo>
                <a:lnTo>
                  <a:pt x="73" y="46"/>
                </a:lnTo>
                <a:lnTo>
                  <a:pt x="73" y="47"/>
                </a:lnTo>
                <a:lnTo>
                  <a:pt x="73" y="46"/>
                </a:lnTo>
                <a:lnTo>
                  <a:pt x="73" y="47"/>
                </a:lnTo>
                <a:lnTo>
                  <a:pt x="72" y="47"/>
                </a:lnTo>
                <a:lnTo>
                  <a:pt x="71" y="47"/>
                </a:lnTo>
                <a:lnTo>
                  <a:pt x="70" y="47"/>
                </a:lnTo>
                <a:lnTo>
                  <a:pt x="69" y="47"/>
                </a:lnTo>
                <a:lnTo>
                  <a:pt x="68" y="47"/>
                </a:lnTo>
                <a:lnTo>
                  <a:pt x="68" y="46"/>
                </a:lnTo>
                <a:lnTo>
                  <a:pt x="68" y="45"/>
                </a:lnTo>
                <a:lnTo>
                  <a:pt x="67" y="45"/>
                </a:lnTo>
                <a:lnTo>
                  <a:pt x="66" y="45"/>
                </a:lnTo>
                <a:lnTo>
                  <a:pt x="66" y="46"/>
                </a:lnTo>
                <a:lnTo>
                  <a:pt x="66" y="47"/>
                </a:lnTo>
                <a:lnTo>
                  <a:pt x="65" y="47"/>
                </a:lnTo>
                <a:lnTo>
                  <a:pt x="65" y="48"/>
                </a:lnTo>
                <a:lnTo>
                  <a:pt x="64" y="48"/>
                </a:lnTo>
                <a:lnTo>
                  <a:pt x="64" y="49"/>
                </a:lnTo>
                <a:lnTo>
                  <a:pt x="64" y="50"/>
                </a:lnTo>
                <a:lnTo>
                  <a:pt x="63" y="50"/>
                </a:lnTo>
                <a:lnTo>
                  <a:pt x="63" y="51"/>
                </a:lnTo>
                <a:lnTo>
                  <a:pt x="62" y="51"/>
                </a:lnTo>
                <a:lnTo>
                  <a:pt x="61" y="52"/>
                </a:lnTo>
                <a:lnTo>
                  <a:pt x="59" y="52"/>
                </a:lnTo>
                <a:lnTo>
                  <a:pt x="59" y="53"/>
                </a:lnTo>
                <a:lnTo>
                  <a:pt x="58" y="53"/>
                </a:lnTo>
                <a:lnTo>
                  <a:pt x="57" y="53"/>
                </a:lnTo>
                <a:lnTo>
                  <a:pt x="57" y="54"/>
                </a:lnTo>
                <a:lnTo>
                  <a:pt x="56" y="54"/>
                </a:lnTo>
                <a:lnTo>
                  <a:pt x="55" y="54"/>
                </a:lnTo>
                <a:lnTo>
                  <a:pt x="54" y="54"/>
                </a:lnTo>
                <a:lnTo>
                  <a:pt x="54" y="55"/>
                </a:lnTo>
                <a:lnTo>
                  <a:pt x="53" y="55"/>
                </a:lnTo>
                <a:lnTo>
                  <a:pt x="53" y="56"/>
                </a:lnTo>
                <a:lnTo>
                  <a:pt x="52" y="56"/>
                </a:lnTo>
                <a:lnTo>
                  <a:pt x="52" y="57"/>
                </a:lnTo>
                <a:lnTo>
                  <a:pt x="51" y="57"/>
                </a:lnTo>
                <a:lnTo>
                  <a:pt x="51" y="58"/>
                </a:lnTo>
                <a:lnTo>
                  <a:pt x="52" y="58"/>
                </a:lnTo>
                <a:lnTo>
                  <a:pt x="51" y="58"/>
                </a:lnTo>
                <a:lnTo>
                  <a:pt x="51" y="59"/>
                </a:lnTo>
                <a:lnTo>
                  <a:pt x="51" y="60"/>
                </a:lnTo>
                <a:lnTo>
                  <a:pt x="51" y="61"/>
                </a:lnTo>
                <a:lnTo>
                  <a:pt x="50" y="61"/>
                </a:lnTo>
                <a:lnTo>
                  <a:pt x="49" y="61"/>
                </a:lnTo>
                <a:lnTo>
                  <a:pt x="50" y="61"/>
                </a:lnTo>
                <a:lnTo>
                  <a:pt x="49" y="61"/>
                </a:lnTo>
                <a:lnTo>
                  <a:pt x="49" y="62"/>
                </a:lnTo>
                <a:lnTo>
                  <a:pt x="48" y="62"/>
                </a:lnTo>
                <a:lnTo>
                  <a:pt x="47" y="62"/>
                </a:lnTo>
                <a:lnTo>
                  <a:pt x="47" y="63"/>
                </a:lnTo>
                <a:lnTo>
                  <a:pt x="46" y="63"/>
                </a:lnTo>
                <a:lnTo>
                  <a:pt x="45" y="63"/>
                </a:lnTo>
                <a:lnTo>
                  <a:pt x="44" y="63"/>
                </a:lnTo>
                <a:lnTo>
                  <a:pt x="44" y="64"/>
                </a:lnTo>
                <a:lnTo>
                  <a:pt x="43" y="64"/>
                </a:lnTo>
                <a:lnTo>
                  <a:pt x="42" y="64"/>
                </a:lnTo>
                <a:lnTo>
                  <a:pt x="41" y="64"/>
                </a:lnTo>
                <a:lnTo>
                  <a:pt x="40" y="65"/>
                </a:lnTo>
                <a:lnTo>
                  <a:pt x="39" y="65"/>
                </a:lnTo>
                <a:lnTo>
                  <a:pt x="39" y="66"/>
                </a:lnTo>
                <a:lnTo>
                  <a:pt x="39" y="65"/>
                </a:lnTo>
                <a:lnTo>
                  <a:pt x="39" y="66"/>
                </a:lnTo>
                <a:lnTo>
                  <a:pt x="38" y="66"/>
                </a:lnTo>
                <a:lnTo>
                  <a:pt x="38" y="67"/>
                </a:lnTo>
                <a:lnTo>
                  <a:pt x="38" y="68"/>
                </a:lnTo>
                <a:lnTo>
                  <a:pt x="38" y="69"/>
                </a:lnTo>
                <a:lnTo>
                  <a:pt x="38" y="70"/>
                </a:lnTo>
                <a:lnTo>
                  <a:pt x="37" y="70"/>
                </a:lnTo>
                <a:lnTo>
                  <a:pt x="36" y="70"/>
                </a:lnTo>
                <a:lnTo>
                  <a:pt x="36" y="71"/>
                </a:lnTo>
                <a:lnTo>
                  <a:pt x="35" y="71"/>
                </a:lnTo>
                <a:lnTo>
                  <a:pt x="34" y="71"/>
                </a:lnTo>
                <a:lnTo>
                  <a:pt x="34" y="72"/>
                </a:lnTo>
                <a:lnTo>
                  <a:pt x="33" y="72"/>
                </a:lnTo>
                <a:lnTo>
                  <a:pt x="32" y="72"/>
                </a:lnTo>
                <a:lnTo>
                  <a:pt x="31" y="72"/>
                </a:lnTo>
                <a:lnTo>
                  <a:pt x="31" y="74"/>
                </a:lnTo>
                <a:lnTo>
                  <a:pt x="32" y="74"/>
                </a:lnTo>
                <a:lnTo>
                  <a:pt x="32" y="76"/>
                </a:lnTo>
                <a:lnTo>
                  <a:pt x="32" y="77"/>
                </a:lnTo>
                <a:lnTo>
                  <a:pt x="32" y="78"/>
                </a:lnTo>
                <a:lnTo>
                  <a:pt x="30" y="78"/>
                </a:lnTo>
                <a:lnTo>
                  <a:pt x="29" y="78"/>
                </a:lnTo>
                <a:lnTo>
                  <a:pt x="30" y="78"/>
                </a:lnTo>
                <a:lnTo>
                  <a:pt x="30" y="77"/>
                </a:lnTo>
                <a:lnTo>
                  <a:pt x="30" y="78"/>
                </a:lnTo>
                <a:lnTo>
                  <a:pt x="30" y="77"/>
                </a:lnTo>
                <a:lnTo>
                  <a:pt x="30" y="78"/>
                </a:lnTo>
                <a:lnTo>
                  <a:pt x="32" y="78"/>
                </a:lnTo>
                <a:lnTo>
                  <a:pt x="32" y="77"/>
                </a:lnTo>
                <a:lnTo>
                  <a:pt x="32" y="76"/>
                </a:lnTo>
                <a:lnTo>
                  <a:pt x="32" y="74"/>
                </a:lnTo>
                <a:lnTo>
                  <a:pt x="31" y="74"/>
                </a:lnTo>
                <a:lnTo>
                  <a:pt x="31" y="72"/>
                </a:lnTo>
                <a:lnTo>
                  <a:pt x="31" y="74"/>
                </a:lnTo>
                <a:lnTo>
                  <a:pt x="30" y="75"/>
                </a:lnTo>
                <a:lnTo>
                  <a:pt x="29" y="75"/>
                </a:lnTo>
                <a:lnTo>
                  <a:pt x="29" y="76"/>
                </a:lnTo>
                <a:lnTo>
                  <a:pt x="29" y="75"/>
                </a:lnTo>
                <a:lnTo>
                  <a:pt x="29" y="76"/>
                </a:lnTo>
                <a:lnTo>
                  <a:pt x="29" y="77"/>
                </a:lnTo>
                <a:lnTo>
                  <a:pt x="28" y="77"/>
                </a:lnTo>
                <a:lnTo>
                  <a:pt x="27" y="77"/>
                </a:lnTo>
                <a:lnTo>
                  <a:pt x="26" y="77"/>
                </a:lnTo>
                <a:lnTo>
                  <a:pt x="26" y="78"/>
                </a:lnTo>
                <a:lnTo>
                  <a:pt x="26" y="79"/>
                </a:lnTo>
                <a:lnTo>
                  <a:pt x="25" y="79"/>
                </a:lnTo>
                <a:lnTo>
                  <a:pt x="25" y="80"/>
                </a:lnTo>
                <a:lnTo>
                  <a:pt x="24" y="80"/>
                </a:lnTo>
                <a:lnTo>
                  <a:pt x="23" y="80"/>
                </a:lnTo>
                <a:lnTo>
                  <a:pt x="23" y="81"/>
                </a:lnTo>
                <a:lnTo>
                  <a:pt x="22" y="81"/>
                </a:lnTo>
                <a:lnTo>
                  <a:pt x="21" y="81"/>
                </a:lnTo>
                <a:lnTo>
                  <a:pt x="21" y="82"/>
                </a:lnTo>
                <a:lnTo>
                  <a:pt x="22" y="82"/>
                </a:lnTo>
                <a:lnTo>
                  <a:pt x="23" y="82"/>
                </a:lnTo>
                <a:lnTo>
                  <a:pt x="24" y="82"/>
                </a:lnTo>
                <a:lnTo>
                  <a:pt x="24" y="81"/>
                </a:lnTo>
                <a:lnTo>
                  <a:pt x="25" y="81"/>
                </a:lnTo>
                <a:lnTo>
                  <a:pt x="26" y="81"/>
                </a:lnTo>
                <a:lnTo>
                  <a:pt x="27" y="81"/>
                </a:lnTo>
                <a:lnTo>
                  <a:pt x="27" y="80"/>
                </a:lnTo>
                <a:lnTo>
                  <a:pt x="27" y="79"/>
                </a:lnTo>
                <a:lnTo>
                  <a:pt x="28" y="79"/>
                </a:lnTo>
                <a:lnTo>
                  <a:pt x="28" y="78"/>
                </a:lnTo>
                <a:lnTo>
                  <a:pt x="27" y="78"/>
                </a:lnTo>
                <a:lnTo>
                  <a:pt x="28" y="78"/>
                </a:lnTo>
                <a:lnTo>
                  <a:pt x="27" y="78"/>
                </a:lnTo>
                <a:lnTo>
                  <a:pt x="28" y="78"/>
                </a:lnTo>
                <a:lnTo>
                  <a:pt x="28" y="79"/>
                </a:lnTo>
                <a:lnTo>
                  <a:pt x="27" y="80"/>
                </a:lnTo>
                <a:lnTo>
                  <a:pt x="27" y="81"/>
                </a:lnTo>
                <a:lnTo>
                  <a:pt x="26" y="81"/>
                </a:lnTo>
                <a:lnTo>
                  <a:pt x="26" y="82"/>
                </a:lnTo>
                <a:lnTo>
                  <a:pt x="25" y="82"/>
                </a:lnTo>
                <a:lnTo>
                  <a:pt x="24" y="82"/>
                </a:lnTo>
                <a:lnTo>
                  <a:pt x="24" y="83"/>
                </a:lnTo>
                <a:lnTo>
                  <a:pt x="23" y="83"/>
                </a:lnTo>
                <a:lnTo>
                  <a:pt x="21" y="83"/>
                </a:lnTo>
                <a:lnTo>
                  <a:pt x="20" y="83"/>
                </a:lnTo>
                <a:lnTo>
                  <a:pt x="20" y="84"/>
                </a:lnTo>
                <a:lnTo>
                  <a:pt x="19" y="85"/>
                </a:lnTo>
                <a:lnTo>
                  <a:pt x="18" y="85"/>
                </a:lnTo>
                <a:lnTo>
                  <a:pt x="18" y="86"/>
                </a:lnTo>
                <a:lnTo>
                  <a:pt x="18" y="87"/>
                </a:lnTo>
                <a:lnTo>
                  <a:pt x="19" y="87"/>
                </a:lnTo>
                <a:lnTo>
                  <a:pt x="19" y="88"/>
                </a:lnTo>
                <a:lnTo>
                  <a:pt x="19" y="89"/>
                </a:lnTo>
                <a:lnTo>
                  <a:pt x="19" y="90"/>
                </a:lnTo>
                <a:lnTo>
                  <a:pt x="19" y="91"/>
                </a:lnTo>
                <a:lnTo>
                  <a:pt x="19" y="93"/>
                </a:lnTo>
                <a:lnTo>
                  <a:pt x="19" y="94"/>
                </a:lnTo>
                <a:lnTo>
                  <a:pt x="18" y="94"/>
                </a:lnTo>
                <a:lnTo>
                  <a:pt x="18" y="95"/>
                </a:lnTo>
                <a:lnTo>
                  <a:pt x="18" y="96"/>
                </a:lnTo>
                <a:lnTo>
                  <a:pt x="18" y="98"/>
                </a:lnTo>
                <a:lnTo>
                  <a:pt x="18" y="99"/>
                </a:lnTo>
                <a:lnTo>
                  <a:pt x="18" y="100"/>
                </a:lnTo>
                <a:lnTo>
                  <a:pt x="18" y="99"/>
                </a:lnTo>
                <a:lnTo>
                  <a:pt x="17" y="99"/>
                </a:lnTo>
                <a:lnTo>
                  <a:pt x="17" y="100"/>
                </a:lnTo>
                <a:lnTo>
                  <a:pt x="16" y="100"/>
                </a:lnTo>
                <a:lnTo>
                  <a:pt x="16" y="101"/>
                </a:lnTo>
                <a:lnTo>
                  <a:pt x="15" y="101"/>
                </a:lnTo>
                <a:lnTo>
                  <a:pt x="16" y="101"/>
                </a:lnTo>
                <a:lnTo>
                  <a:pt x="17" y="101"/>
                </a:lnTo>
                <a:lnTo>
                  <a:pt x="17" y="100"/>
                </a:lnTo>
                <a:lnTo>
                  <a:pt x="17" y="101"/>
                </a:lnTo>
                <a:lnTo>
                  <a:pt x="16" y="101"/>
                </a:lnTo>
                <a:lnTo>
                  <a:pt x="15" y="101"/>
                </a:lnTo>
                <a:lnTo>
                  <a:pt x="15" y="102"/>
                </a:lnTo>
                <a:lnTo>
                  <a:pt x="14" y="102"/>
                </a:lnTo>
                <a:lnTo>
                  <a:pt x="14" y="103"/>
                </a:lnTo>
                <a:lnTo>
                  <a:pt x="13" y="103"/>
                </a:lnTo>
                <a:lnTo>
                  <a:pt x="13" y="104"/>
                </a:lnTo>
                <a:lnTo>
                  <a:pt x="14" y="105"/>
                </a:lnTo>
                <a:lnTo>
                  <a:pt x="14" y="106"/>
                </a:lnTo>
                <a:lnTo>
                  <a:pt x="15" y="106"/>
                </a:lnTo>
                <a:lnTo>
                  <a:pt x="16" y="106"/>
                </a:lnTo>
                <a:lnTo>
                  <a:pt x="16" y="107"/>
                </a:lnTo>
                <a:lnTo>
                  <a:pt x="16" y="108"/>
                </a:lnTo>
                <a:lnTo>
                  <a:pt x="17" y="108"/>
                </a:lnTo>
                <a:lnTo>
                  <a:pt x="17" y="109"/>
                </a:lnTo>
                <a:lnTo>
                  <a:pt x="17" y="110"/>
                </a:lnTo>
                <a:lnTo>
                  <a:pt x="18" y="111"/>
                </a:lnTo>
                <a:lnTo>
                  <a:pt x="19" y="111"/>
                </a:lnTo>
                <a:lnTo>
                  <a:pt x="19" y="110"/>
                </a:lnTo>
                <a:lnTo>
                  <a:pt x="18" y="110"/>
                </a:lnTo>
                <a:lnTo>
                  <a:pt x="18" y="109"/>
                </a:lnTo>
                <a:lnTo>
                  <a:pt x="18" y="108"/>
                </a:lnTo>
                <a:lnTo>
                  <a:pt x="18" y="107"/>
                </a:lnTo>
                <a:lnTo>
                  <a:pt x="17" y="107"/>
                </a:lnTo>
                <a:lnTo>
                  <a:pt x="17" y="106"/>
                </a:lnTo>
                <a:lnTo>
                  <a:pt x="16" y="106"/>
                </a:lnTo>
                <a:lnTo>
                  <a:pt x="16" y="105"/>
                </a:lnTo>
                <a:lnTo>
                  <a:pt x="16" y="106"/>
                </a:lnTo>
                <a:lnTo>
                  <a:pt x="17" y="106"/>
                </a:lnTo>
                <a:lnTo>
                  <a:pt x="17" y="107"/>
                </a:lnTo>
                <a:lnTo>
                  <a:pt x="18" y="107"/>
                </a:lnTo>
                <a:lnTo>
                  <a:pt x="18" y="108"/>
                </a:lnTo>
                <a:lnTo>
                  <a:pt x="18" y="109"/>
                </a:lnTo>
                <a:lnTo>
                  <a:pt x="18" y="110"/>
                </a:lnTo>
                <a:lnTo>
                  <a:pt x="19" y="111"/>
                </a:lnTo>
                <a:lnTo>
                  <a:pt x="19" y="110"/>
                </a:lnTo>
                <a:lnTo>
                  <a:pt x="19" y="111"/>
                </a:lnTo>
                <a:lnTo>
                  <a:pt x="20" y="111"/>
                </a:lnTo>
                <a:lnTo>
                  <a:pt x="20" y="110"/>
                </a:lnTo>
                <a:lnTo>
                  <a:pt x="20" y="109"/>
                </a:lnTo>
                <a:lnTo>
                  <a:pt x="20" y="108"/>
                </a:lnTo>
                <a:lnTo>
                  <a:pt x="20" y="107"/>
                </a:lnTo>
                <a:lnTo>
                  <a:pt x="19" y="107"/>
                </a:lnTo>
                <a:lnTo>
                  <a:pt x="20" y="107"/>
                </a:lnTo>
                <a:lnTo>
                  <a:pt x="20" y="108"/>
                </a:lnTo>
                <a:lnTo>
                  <a:pt x="20" y="109"/>
                </a:lnTo>
                <a:lnTo>
                  <a:pt x="20" y="110"/>
                </a:lnTo>
                <a:lnTo>
                  <a:pt x="21" y="110"/>
                </a:lnTo>
                <a:lnTo>
                  <a:pt x="21" y="111"/>
                </a:lnTo>
                <a:lnTo>
                  <a:pt x="22" y="111"/>
                </a:lnTo>
                <a:lnTo>
                  <a:pt x="22" y="112"/>
                </a:lnTo>
                <a:lnTo>
                  <a:pt x="23" y="112"/>
                </a:lnTo>
                <a:lnTo>
                  <a:pt x="23" y="113"/>
                </a:lnTo>
                <a:lnTo>
                  <a:pt x="22" y="113"/>
                </a:lnTo>
                <a:lnTo>
                  <a:pt x="22" y="114"/>
                </a:lnTo>
                <a:lnTo>
                  <a:pt x="20" y="114"/>
                </a:lnTo>
                <a:lnTo>
                  <a:pt x="19" y="114"/>
                </a:lnTo>
                <a:lnTo>
                  <a:pt x="18" y="114"/>
                </a:lnTo>
                <a:lnTo>
                  <a:pt x="17" y="114"/>
                </a:lnTo>
                <a:lnTo>
                  <a:pt x="16" y="114"/>
                </a:lnTo>
                <a:lnTo>
                  <a:pt x="15" y="114"/>
                </a:lnTo>
                <a:lnTo>
                  <a:pt x="14" y="113"/>
                </a:lnTo>
                <a:lnTo>
                  <a:pt x="13" y="113"/>
                </a:lnTo>
                <a:lnTo>
                  <a:pt x="12" y="113"/>
                </a:lnTo>
                <a:lnTo>
                  <a:pt x="10" y="113"/>
                </a:lnTo>
                <a:lnTo>
                  <a:pt x="9" y="113"/>
                </a:lnTo>
                <a:lnTo>
                  <a:pt x="9" y="112"/>
                </a:lnTo>
                <a:lnTo>
                  <a:pt x="10" y="112"/>
                </a:lnTo>
                <a:lnTo>
                  <a:pt x="10" y="111"/>
                </a:lnTo>
                <a:lnTo>
                  <a:pt x="9" y="111"/>
                </a:lnTo>
                <a:lnTo>
                  <a:pt x="9" y="110"/>
                </a:lnTo>
                <a:lnTo>
                  <a:pt x="9" y="109"/>
                </a:lnTo>
                <a:lnTo>
                  <a:pt x="9" y="108"/>
                </a:lnTo>
                <a:lnTo>
                  <a:pt x="9" y="107"/>
                </a:lnTo>
                <a:lnTo>
                  <a:pt x="10" y="107"/>
                </a:lnTo>
                <a:lnTo>
                  <a:pt x="10" y="106"/>
                </a:lnTo>
                <a:lnTo>
                  <a:pt x="10" y="105"/>
                </a:lnTo>
                <a:lnTo>
                  <a:pt x="10" y="104"/>
                </a:lnTo>
                <a:lnTo>
                  <a:pt x="10" y="103"/>
                </a:lnTo>
                <a:lnTo>
                  <a:pt x="11" y="103"/>
                </a:lnTo>
                <a:lnTo>
                  <a:pt x="11" y="102"/>
                </a:lnTo>
                <a:lnTo>
                  <a:pt x="10" y="102"/>
                </a:lnTo>
                <a:lnTo>
                  <a:pt x="9" y="101"/>
                </a:lnTo>
                <a:lnTo>
                  <a:pt x="9" y="102"/>
                </a:lnTo>
                <a:lnTo>
                  <a:pt x="8" y="102"/>
                </a:lnTo>
                <a:lnTo>
                  <a:pt x="7" y="102"/>
                </a:lnTo>
                <a:lnTo>
                  <a:pt x="6" y="102"/>
                </a:lnTo>
                <a:lnTo>
                  <a:pt x="6" y="103"/>
                </a:lnTo>
                <a:lnTo>
                  <a:pt x="5" y="103"/>
                </a:lnTo>
                <a:lnTo>
                  <a:pt x="5" y="104"/>
                </a:lnTo>
                <a:lnTo>
                  <a:pt x="5" y="105"/>
                </a:lnTo>
                <a:lnTo>
                  <a:pt x="5" y="106"/>
                </a:lnTo>
                <a:lnTo>
                  <a:pt x="5" y="108"/>
                </a:lnTo>
                <a:lnTo>
                  <a:pt x="5" y="109"/>
                </a:lnTo>
                <a:lnTo>
                  <a:pt x="5" y="110"/>
                </a:lnTo>
                <a:lnTo>
                  <a:pt x="4" y="111"/>
                </a:lnTo>
                <a:lnTo>
                  <a:pt x="3" y="111"/>
                </a:lnTo>
                <a:lnTo>
                  <a:pt x="3" y="112"/>
                </a:lnTo>
                <a:lnTo>
                  <a:pt x="2" y="112"/>
                </a:lnTo>
                <a:lnTo>
                  <a:pt x="0" y="112"/>
                </a:lnTo>
                <a:lnTo>
                  <a:pt x="0" y="111"/>
                </a:lnTo>
                <a:lnTo>
                  <a:pt x="1" y="111"/>
                </a:lnTo>
                <a:lnTo>
                  <a:pt x="1" y="110"/>
                </a:lnTo>
                <a:lnTo>
                  <a:pt x="2" y="110"/>
                </a:lnTo>
                <a:lnTo>
                  <a:pt x="3" y="109"/>
                </a:lnTo>
                <a:lnTo>
                  <a:pt x="4" y="109"/>
                </a:lnTo>
                <a:lnTo>
                  <a:pt x="4" y="108"/>
                </a:lnTo>
                <a:lnTo>
                  <a:pt x="4" y="106"/>
                </a:lnTo>
                <a:lnTo>
                  <a:pt x="5" y="105"/>
                </a:lnTo>
                <a:lnTo>
                  <a:pt x="5" y="104"/>
                </a:lnTo>
                <a:lnTo>
                  <a:pt x="5" y="103"/>
                </a:lnTo>
                <a:lnTo>
                  <a:pt x="6" y="102"/>
                </a:lnTo>
                <a:lnTo>
                  <a:pt x="7" y="102"/>
                </a:lnTo>
                <a:lnTo>
                  <a:pt x="8" y="102"/>
                </a:lnTo>
                <a:lnTo>
                  <a:pt x="8" y="101"/>
                </a:lnTo>
                <a:lnTo>
                  <a:pt x="9" y="101"/>
                </a:lnTo>
                <a:lnTo>
                  <a:pt x="10" y="101"/>
                </a:lnTo>
                <a:lnTo>
                  <a:pt x="10" y="102"/>
                </a:lnTo>
                <a:lnTo>
                  <a:pt x="10" y="101"/>
                </a:lnTo>
                <a:lnTo>
                  <a:pt x="11" y="101"/>
                </a:lnTo>
                <a:lnTo>
                  <a:pt x="11" y="100"/>
                </a:lnTo>
                <a:lnTo>
                  <a:pt x="12" y="100"/>
                </a:lnTo>
                <a:lnTo>
                  <a:pt x="11" y="100"/>
                </a:lnTo>
                <a:lnTo>
                  <a:pt x="11" y="99"/>
                </a:lnTo>
                <a:lnTo>
                  <a:pt x="11" y="98"/>
                </a:lnTo>
                <a:moveTo>
                  <a:pt x="17" y="111"/>
                </a:moveTo>
                <a:lnTo>
                  <a:pt x="16" y="110"/>
                </a:lnTo>
                <a:lnTo>
                  <a:pt x="16" y="111"/>
                </a:lnTo>
                <a:lnTo>
                  <a:pt x="17" y="111"/>
                </a:lnTo>
                <a:moveTo>
                  <a:pt x="12" y="104"/>
                </a:moveTo>
                <a:lnTo>
                  <a:pt x="12" y="103"/>
                </a:lnTo>
                <a:lnTo>
                  <a:pt x="13" y="103"/>
                </a:lnTo>
                <a:lnTo>
                  <a:pt x="13" y="102"/>
                </a:lnTo>
                <a:lnTo>
                  <a:pt x="12" y="102"/>
                </a:lnTo>
                <a:lnTo>
                  <a:pt x="12" y="103"/>
                </a:lnTo>
                <a:lnTo>
                  <a:pt x="12" y="104"/>
                </a:lnTo>
                <a:moveTo>
                  <a:pt x="15" y="100"/>
                </a:moveTo>
                <a:lnTo>
                  <a:pt x="14" y="100"/>
                </a:lnTo>
                <a:lnTo>
                  <a:pt x="14" y="101"/>
                </a:lnTo>
                <a:lnTo>
                  <a:pt x="15" y="101"/>
                </a:lnTo>
                <a:lnTo>
                  <a:pt x="15" y="100"/>
                </a:lnTo>
                <a:moveTo>
                  <a:pt x="18" y="88"/>
                </a:moveTo>
                <a:lnTo>
                  <a:pt x="17" y="88"/>
                </a:lnTo>
                <a:lnTo>
                  <a:pt x="17" y="87"/>
                </a:lnTo>
                <a:lnTo>
                  <a:pt x="17" y="86"/>
                </a:lnTo>
                <a:lnTo>
                  <a:pt x="17" y="87"/>
                </a:lnTo>
                <a:lnTo>
                  <a:pt x="16" y="87"/>
                </a:lnTo>
                <a:lnTo>
                  <a:pt x="16" y="88"/>
                </a:lnTo>
                <a:lnTo>
                  <a:pt x="16" y="89"/>
                </a:lnTo>
                <a:lnTo>
                  <a:pt x="16" y="90"/>
                </a:lnTo>
                <a:lnTo>
                  <a:pt x="17" y="90"/>
                </a:lnTo>
                <a:lnTo>
                  <a:pt x="18" y="90"/>
                </a:lnTo>
                <a:lnTo>
                  <a:pt x="18" y="89"/>
                </a:lnTo>
                <a:lnTo>
                  <a:pt x="18" y="88"/>
                </a:lnTo>
                <a:moveTo>
                  <a:pt x="19" y="88"/>
                </a:moveTo>
                <a:lnTo>
                  <a:pt x="19" y="87"/>
                </a:lnTo>
                <a:lnTo>
                  <a:pt x="18" y="87"/>
                </a:lnTo>
                <a:lnTo>
                  <a:pt x="18" y="88"/>
                </a:lnTo>
                <a:lnTo>
                  <a:pt x="19" y="88"/>
                </a:lnTo>
                <a:moveTo>
                  <a:pt x="25" y="79"/>
                </a:moveTo>
                <a:lnTo>
                  <a:pt x="24" y="79"/>
                </a:lnTo>
                <a:lnTo>
                  <a:pt x="24" y="80"/>
                </a:lnTo>
                <a:lnTo>
                  <a:pt x="25" y="80"/>
                </a:lnTo>
                <a:lnTo>
                  <a:pt x="25" y="79"/>
                </a:lnTo>
                <a:moveTo>
                  <a:pt x="26" y="79"/>
                </a:moveTo>
                <a:lnTo>
                  <a:pt x="26" y="78"/>
                </a:lnTo>
                <a:lnTo>
                  <a:pt x="26" y="79"/>
                </a:lnTo>
                <a:lnTo>
                  <a:pt x="25" y="79"/>
                </a:lnTo>
                <a:lnTo>
                  <a:pt x="26" y="79"/>
                </a:lnTo>
                <a:moveTo>
                  <a:pt x="27" y="77"/>
                </a:moveTo>
                <a:lnTo>
                  <a:pt x="26" y="77"/>
                </a:lnTo>
                <a:lnTo>
                  <a:pt x="27" y="77"/>
                </a:lnTo>
                <a:moveTo>
                  <a:pt x="35" y="71"/>
                </a:moveTo>
                <a:lnTo>
                  <a:pt x="36" y="71"/>
                </a:lnTo>
                <a:lnTo>
                  <a:pt x="36" y="70"/>
                </a:lnTo>
                <a:lnTo>
                  <a:pt x="37" y="70"/>
                </a:lnTo>
                <a:lnTo>
                  <a:pt x="37" y="69"/>
                </a:lnTo>
                <a:lnTo>
                  <a:pt x="38" y="69"/>
                </a:lnTo>
                <a:lnTo>
                  <a:pt x="38" y="68"/>
                </a:lnTo>
                <a:lnTo>
                  <a:pt x="37" y="68"/>
                </a:lnTo>
                <a:lnTo>
                  <a:pt x="36" y="68"/>
                </a:lnTo>
                <a:lnTo>
                  <a:pt x="35" y="68"/>
                </a:lnTo>
                <a:lnTo>
                  <a:pt x="35" y="69"/>
                </a:lnTo>
                <a:lnTo>
                  <a:pt x="35" y="70"/>
                </a:lnTo>
                <a:lnTo>
                  <a:pt x="35" y="71"/>
                </a:lnTo>
                <a:moveTo>
                  <a:pt x="37" y="68"/>
                </a:moveTo>
                <a:lnTo>
                  <a:pt x="37" y="67"/>
                </a:lnTo>
                <a:lnTo>
                  <a:pt x="36" y="67"/>
                </a:lnTo>
                <a:lnTo>
                  <a:pt x="36" y="68"/>
                </a:lnTo>
                <a:lnTo>
                  <a:pt x="37" y="68"/>
                </a:lnTo>
                <a:moveTo>
                  <a:pt x="37" y="68"/>
                </a:moveTo>
                <a:lnTo>
                  <a:pt x="38" y="68"/>
                </a:lnTo>
                <a:lnTo>
                  <a:pt x="38" y="67"/>
                </a:lnTo>
                <a:lnTo>
                  <a:pt x="38" y="66"/>
                </a:lnTo>
                <a:lnTo>
                  <a:pt x="38" y="67"/>
                </a:lnTo>
                <a:lnTo>
                  <a:pt x="37" y="67"/>
                </a:lnTo>
                <a:lnTo>
                  <a:pt x="37" y="68"/>
                </a:lnTo>
                <a:moveTo>
                  <a:pt x="47" y="62"/>
                </a:moveTo>
                <a:lnTo>
                  <a:pt x="46" y="62"/>
                </a:lnTo>
                <a:lnTo>
                  <a:pt x="46" y="63"/>
                </a:lnTo>
                <a:lnTo>
                  <a:pt x="46" y="62"/>
                </a:lnTo>
                <a:lnTo>
                  <a:pt x="47" y="62"/>
                </a:lnTo>
                <a:moveTo>
                  <a:pt x="50" y="61"/>
                </a:moveTo>
                <a:lnTo>
                  <a:pt x="51" y="61"/>
                </a:lnTo>
                <a:lnTo>
                  <a:pt x="51" y="60"/>
                </a:lnTo>
                <a:lnTo>
                  <a:pt x="50" y="60"/>
                </a:lnTo>
                <a:lnTo>
                  <a:pt x="51" y="60"/>
                </a:lnTo>
                <a:lnTo>
                  <a:pt x="50" y="60"/>
                </a:lnTo>
                <a:lnTo>
                  <a:pt x="50" y="61"/>
                </a:lnTo>
                <a:moveTo>
                  <a:pt x="64" y="49"/>
                </a:moveTo>
                <a:lnTo>
                  <a:pt x="63" y="49"/>
                </a:lnTo>
                <a:lnTo>
                  <a:pt x="63" y="50"/>
                </a:lnTo>
                <a:lnTo>
                  <a:pt x="64" y="49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96" name=""/>
          <p:cNvSpPr/>
          <p:nvPr/>
        </p:nvSpPr>
        <p:spPr>
          <a:xfrm>
            <a:off x="4833720" y="1454760"/>
            <a:ext cx="8640" cy="14400"/>
          </a:xfrm>
          <a:custGeom>
            <a:avLst/>
            <a:gdLst/>
            <a:ahLst/>
            <a:rect l="0" t="0" r="r" b="b"/>
            <a:pathLst>
              <a:path w="24" h="40">
                <a:moveTo>
                  <a:pt x="23" y="1"/>
                </a:moveTo>
                <a:lnTo>
                  <a:pt x="23" y="2"/>
                </a:lnTo>
                <a:lnTo>
                  <a:pt x="24" y="2"/>
                </a:lnTo>
                <a:lnTo>
                  <a:pt x="24" y="3"/>
                </a:lnTo>
                <a:lnTo>
                  <a:pt x="23" y="3"/>
                </a:lnTo>
                <a:lnTo>
                  <a:pt x="23" y="2"/>
                </a:lnTo>
                <a:lnTo>
                  <a:pt x="22" y="2"/>
                </a:lnTo>
                <a:lnTo>
                  <a:pt x="21" y="1"/>
                </a:lnTo>
                <a:lnTo>
                  <a:pt x="20" y="1"/>
                </a:lnTo>
                <a:lnTo>
                  <a:pt x="19" y="1"/>
                </a:lnTo>
                <a:lnTo>
                  <a:pt x="19" y="2"/>
                </a:lnTo>
                <a:lnTo>
                  <a:pt x="20" y="2"/>
                </a:lnTo>
                <a:lnTo>
                  <a:pt x="20" y="3"/>
                </a:lnTo>
                <a:lnTo>
                  <a:pt x="21" y="3"/>
                </a:lnTo>
                <a:lnTo>
                  <a:pt x="22" y="3"/>
                </a:lnTo>
                <a:lnTo>
                  <a:pt x="23" y="4"/>
                </a:lnTo>
                <a:lnTo>
                  <a:pt x="22" y="4"/>
                </a:lnTo>
                <a:lnTo>
                  <a:pt x="22" y="5"/>
                </a:lnTo>
                <a:lnTo>
                  <a:pt x="21" y="7"/>
                </a:lnTo>
                <a:lnTo>
                  <a:pt x="20" y="8"/>
                </a:lnTo>
                <a:lnTo>
                  <a:pt x="19" y="8"/>
                </a:lnTo>
                <a:lnTo>
                  <a:pt x="18" y="9"/>
                </a:lnTo>
                <a:lnTo>
                  <a:pt x="19" y="9"/>
                </a:lnTo>
                <a:lnTo>
                  <a:pt x="19" y="10"/>
                </a:lnTo>
                <a:lnTo>
                  <a:pt x="19" y="11"/>
                </a:lnTo>
                <a:lnTo>
                  <a:pt x="18" y="11"/>
                </a:lnTo>
                <a:lnTo>
                  <a:pt x="16" y="11"/>
                </a:lnTo>
                <a:lnTo>
                  <a:pt x="16" y="10"/>
                </a:lnTo>
                <a:lnTo>
                  <a:pt x="15" y="11"/>
                </a:lnTo>
                <a:lnTo>
                  <a:pt x="15" y="12"/>
                </a:lnTo>
                <a:lnTo>
                  <a:pt x="14" y="12"/>
                </a:lnTo>
                <a:lnTo>
                  <a:pt x="13" y="12"/>
                </a:lnTo>
                <a:lnTo>
                  <a:pt x="13" y="11"/>
                </a:lnTo>
                <a:lnTo>
                  <a:pt x="12" y="11"/>
                </a:lnTo>
                <a:lnTo>
                  <a:pt x="11" y="10"/>
                </a:lnTo>
                <a:lnTo>
                  <a:pt x="10" y="10"/>
                </a:lnTo>
                <a:lnTo>
                  <a:pt x="10" y="11"/>
                </a:lnTo>
                <a:lnTo>
                  <a:pt x="10" y="12"/>
                </a:lnTo>
                <a:lnTo>
                  <a:pt x="11" y="12"/>
                </a:lnTo>
                <a:lnTo>
                  <a:pt x="11" y="13"/>
                </a:lnTo>
                <a:lnTo>
                  <a:pt x="10" y="13"/>
                </a:lnTo>
                <a:lnTo>
                  <a:pt x="9" y="14"/>
                </a:lnTo>
                <a:lnTo>
                  <a:pt x="9" y="15"/>
                </a:lnTo>
                <a:lnTo>
                  <a:pt x="8" y="16"/>
                </a:lnTo>
                <a:lnTo>
                  <a:pt x="7" y="16"/>
                </a:lnTo>
                <a:lnTo>
                  <a:pt x="6" y="16"/>
                </a:lnTo>
                <a:lnTo>
                  <a:pt x="7" y="17"/>
                </a:lnTo>
                <a:lnTo>
                  <a:pt x="7" y="18"/>
                </a:lnTo>
                <a:lnTo>
                  <a:pt x="8" y="19"/>
                </a:lnTo>
                <a:lnTo>
                  <a:pt x="8" y="20"/>
                </a:lnTo>
                <a:lnTo>
                  <a:pt x="9" y="20"/>
                </a:lnTo>
                <a:lnTo>
                  <a:pt x="9" y="21"/>
                </a:lnTo>
                <a:lnTo>
                  <a:pt x="9" y="22"/>
                </a:lnTo>
                <a:lnTo>
                  <a:pt x="8" y="22"/>
                </a:lnTo>
                <a:lnTo>
                  <a:pt x="8" y="23"/>
                </a:lnTo>
                <a:lnTo>
                  <a:pt x="7" y="23"/>
                </a:lnTo>
                <a:lnTo>
                  <a:pt x="7" y="24"/>
                </a:lnTo>
                <a:lnTo>
                  <a:pt x="6" y="25"/>
                </a:lnTo>
                <a:lnTo>
                  <a:pt x="6" y="26"/>
                </a:lnTo>
                <a:lnTo>
                  <a:pt x="5" y="27"/>
                </a:lnTo>
                <a:lnTo>
                  <a:pt x="5" y="28"/>
                </a:lnTo>
                <a:lnTo>
                  <a:pt x="6" y="28"/>
                </a:lnTo>
                <a:lnTo>
                  <a:pt x="6" y="29"/>
                </a:lnTo>
                <a:lnTo>
                  <a:pt x="5" y="29"/>
                </a:lnTo>
                <a:lnTo>
                  <a:pt x="4" y="30"/>
                </a:lnTo>
                <a:lnTo>
                  <a:pt x="3" y="31"/>
                </a:lnTo>
                <a:lnTo>
                  <a:pt x="3" y="32"/>
                </a:lnTo>
                <a:lnTo>
                  <a:pt x="2" y="32"/>
                </a:lnTo>
                <a:lnTo>
                  <a:pt x="2" y="33"/>
                </a:lnTo>
                <a:lnTo>
                  <a:pt x="1" y="33"/>
                </a:lnTo>
                <a:lnTo>
                  <a:pt x="1" y="34"/>
                </a:lnTo>
                <a:lnTo>
                  <a:pt x="2" y="34"/>
                </a:lnTo>
                <a:lnTo>
                  <a:pt x="3" y="34"/>
                </a:lnTo>
                <a:lnTo>
                  <a:pt x="2" y="35"/>
                </a:lnTo>
                <a:lnTo>
                  <a:pt x="2" y="36"/>
                </a:lnTo>
                <a:lnTo>
                  <a:pt x="2" y="37"/>
                </a:lnTo>
                <a:lnTo>
                  <a:pt x="1" y="38"/>
                </a:lnTo>
                <a:lnTo>
                  <a:pt x="2" y="38"/>
                </a:lnTo>
                <a:lnTo>
                  <a:pt x="3" y="37"/>
                </a:lnTo>
                <a:lnTo>
                  <a:pt x="3" y="38"/>
                </a:lnTo>
                <a:lnTo>
                  <a:pt x="2" y="38"/>
                </a:lnTo>
                <a:lnTo>
                  <a:pt x="2" y="39"/>
                </a:lnTo>
                <a:lnTo>
                  <a:pt x="1" y="40"/>
                </a:lnTo>
                <a:lnTo>
                  <a:pt x="1" y="39"/>
                </a:lnTo>
                <a:lnTo>
                  <a:pt x="0" y="38"/>
                </a:lnTo>
                <a:lnTo>
                  <a:pt x="0" y="37"/>
                </a:lnTo>
                <a:lnTo>
                  <a:pt x="0" y="36"/>
                </a:lnTo>
                <a:lnTo>
                  <a:pt x="0" y="35"/>
                </a:lnTo>
                <a:lnTo>
                  <a:pt x="0" y="34"/>
                </a:lnTo>
                <a:lnTo>
                  <a:pt x="1" y="33"/>
                </a:lnTo>
                <a:lnTo>
                  <a:pt x="1" y="32"/>
                </a:lnTo>
                <a:lnTo>
                  <a:pt x="2" y="31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28"/>
                </a:lnTo>
                <a:lnTo>
                  <a:pt x="4" y="28"/>
                </a:lnTo>
                <a:lnTo>
                  <a:pt x="4" y="27"/>
                </a:lnTo>
                <a:lnTo>
                  <a:pt x="4" y="26"/>
                </a:lnTo>
                <a:lnTo>
                  <a:pt x="5" y="26"/>
                </a:lnTo>
                <a:lnTo>
                  <a:pt x="4" y="25"/>
                </a:lnTo>
                <a:lnTo>
                  <a:pt x="4" y="24"/>
                </a:lnTo>
                <a:lnTo>
                  <a:pt x="5" y="24"/>
                </a:lnTo>
                <a:lnTo>
                  <a:pt x="5" y="23"/>
                </a:lnTo>
                <a:lnTo>
                  <a:pt x="5" y="22"/>
                </a:lnTo>
                <a:lnTo>
                  <a:pt x="6" y="22"/>
                </a:lnTo>
                <a:lnTo>
                  <a:pt x="7" y="22"/>
                </a:lnTo>
                <a:lnTo>
                  <a:pt x="7" y="21"/>
                </a:lnTo>
                <a:lnTo>
                  <a:pt x="8" y="21"/>
                </a:lnTo>
                <a:lnTo>
                  <a:pt x="7" y="20"/>
                </a:lnTo>
                <a:lnTo>
                  <a:pt x="7" y="19"/>
                </a:lnTo>
                <a:lnTo>
                  <a:pt x="7" y="18"/>
                </a:lnTo>
                <a:lnTo>
                  <a:pt x="6" y="18"/>
                </a:lnTo>
                <a:lnTo>
                  <a:pt x="6" y="17"/>
                </a:lnTo>
                <a:lnTo>
                  <a:pt x="6" y="16"/>
                </a:lnTo>
                <a:lnTo>
                  <a:pt x="6" y="15"/>
                </a:lnTo>
                <a:lnTo>
                  <a:pt x="7" y="15"/>
                </a:lnTo>
                <a:lnTo>
                  <a:pt x="8" y="14"/>
                </a:lnTo>
                <a:lnTo>
                  <a:pt x="8" y="15"/>
                </a:lnTo>
                <a:lnTo>
                  <a:pt x="8" y="14"/>
                </a:lnTo>
                <a:lnTo>
                  <a:pt x="9" y="14"/>
                </a:lnTo>
                <a:lnTo>
                  <a:pt x="9" y="13"/>
                </a:lnTo>
                <a:lnTo>
                  <a:pt x="10" y="13"/>
                </a:lnTo>
                <a:lnTo>
                  <a:pt x="10" y="11"/>
                </a:lnTo>
                <a:lnTo>
                  <a:pt x="9" y="11"/>
                </a:lnTo>
                <a:lnTo>
                  <a:pt x="10" y="11"/>
                </a:lnTo>
                <a:lnTo>
                  <a:pt x="10" y="10"/>
                </a:lnTo>
                <a:lnTo>
                  <a:pt x="10" y="9"/>
                </a:lnTo>
                <a:lnTo>
                  <a:pt x="11" y="9"/>
                </a:lnTo>
                <a:lnTo>
                  <a:pt x="12" y="9"/>
                </a:lnTo>
                <a:lnTo>
                  <a:pt x="12" y="10"/>
                </a:lnTo>
                <a:lnTo>
                  <a:pt x="13" y="11"/>
                </a:lnTo>
                <a:lnTo>
                  <a:pt x="14" y="11"/>
                </a:lnTo>
                <a:lnTo>
                  <a:pt x="15" y="10"/>
                </a:lnTo>
                <a:lnTo>
                  <a:pt x="16" y="10"/>
                </a:lnTo>
                <a:lnTo>
                  <a:pt x="18" y="10"/>
                </a:lnTo>
                <a:lnTo>
                  <a:pt x="18" y="9"/>
                </a:lnTo>
                <a:lnTo>
                  <a:pt x="18" y="8"/>
                </a:lnTo>
                <a:lnTo>
                  <a:pt x="19" y="8"/>
                </a:lnTo>
                <a:lnTo>
                  <a:pt x="20" y="8"/>
                </a:lnTo>
                <a:lnTo>
                  <a:pt x="20" y="7"/>
                </a:lnTo>
                <a:lnTo>
                  <a:pt x="21" y="5"/>
                </a:lnTo>
                <a:lnTo>
                  <a:pt x="21" y="4"/>
                </a:lnTo>
                <a:lnTo>
                  <a:pt x="20" y="4"/>
                </a:lnTo>
                <a:lnTo>
                  <a:pt x="19" y="3"/>
                </a:lnTo>
                <a:lnTo>
                  <a:pt x="18" y="3"/>
                </a:lnTo>
                <a:lnTo>
                  <a:pt x="18" y="2"/>
                </a:lnTo>
                <a:lnTo>
                  <a:pt x="18" y="1"/>
                </a:lnTo>
                <a:lnTo>
                  <a:pt x="19" y="0"/>
                </a:lnTo>
                <a:lnTo>
                  <a:pt x="20" y="0"/>
                </a:lnTo>
                <a:lnTo>
                  <a:pt x="21" y="0"/>
                </a:lnTo>
                <a:lnTo>
                  <a:pt x="21" y="1"/>
                </a:lnTo>
                <a:lnTo>
                  <a:pt x="22" y="1"/>
                </a:lnTo>
                <a:lnTo>
                  <a:pt x="23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97" name=""/>
          <p:cNvSpPr/>
          <p:nvPr/>
        </p:nvSpPr>
        <p:spPr>
          <a:xfrm>
            <a:off x="4954680" y="1413000"/>
            <a:ext cx="13680" cy="17640"/>
          </a:xfrm>
          <a:custGeom>
            <a:avLst/>
            <a:gdLst/>
            <a:ahLst/>
            <a:rect l="0" t="0" r="r" b="b"/>
            <a:pathLst>
              <a:path w="38" h="49">
                <a:moveTo>
                  <a:pt x="2" y="3"/>
                </a:moveTo>
                <a:lnTo>
                  <a:pt x="2" y="4"/>
                </a:lnTo>
                <a:lnTo>
                  <a:pt x="3" y="4"/>
                </a:lnTo>
                <a:lnTo>
                  <a:pt x="3" y="5"/>
                </a:lnTo>
                <a:lnTo>
                  <a:pt x="3" y="6"/>
                </a:lnTo>
                <a:lnTo>
                  <a:pt x="2" y="6"/>
                </a:lnTo>
                <a:lnTo>
                  <a:pt x="2" y="8"/>
                </a:lnTo>
                <a:lnTo>
                  <a:pt x="1" y="8"/>
                </a:lnTo>
                <a:lnTo>
                  <a:pt x="2" y="8"/>
                </a:lnTo>
                <a:lnTo>
                  <a:pt x="1" y="9"/>
                </a:lnTo>
                <a:lnTo>
                  <a:pt x="1" y="10"/>
                </a:lnTo>
                <a:lnTo>
                  <a:pt x="0" y="10"/>
                </a:lnTo>
                <a:lnTo>
                  <a:pt x="0" y="11"/>
                </a:lnTo>
                <a:lnTo>
                  <a:pt x="1" y="11"/>
                </a:lnTo>
                <a:lnTo>
                  <a:pt x="1" y="12"/>
                </a:lnTo>
                <a:lnTo>
                  <a:pt x="2" y="12"/>
                </a:lnTo>
                <a:lnTo>
                  <a:pt x="2" y="13"/>
                </a:lnTo>
                <a:lnTo>
                  <a:pt x="2" y="14"/>
                </a:lnTo>
                <a:lnTo>
                  <a:pt x="1" y="14"/>
                </a:lnTo>
                <a:lnTo>
                  <a:pt x="1" y="15"/>
                </a:lnTo>
                <a:lnTo>
                  <a:pt x="1" y="16"/>
                </a:lnTo>
                <a:lnTo>
                  <a:pt x="2" y="17"/>
                </a:lnTo>
                <a:lnTo>
                  <a:pt x="2" y="18"/>
                </a:lnTo>
                <a:lnTo>
                  <a:pt x="3" y="18"/>
                </a:lnTo>
                <a:lnTo>
                  <a:pt x="2" y="18"/>
                </a:lnTo>
                <a:lnTo>
                  <a:pt x="2" y="19"/>
                </a:lnTo>
                <a:lnTo>
                  <a:pt x="3" y="19"/>
                </a:lnTo>
                <a:lnTo>
                  <a:pt x="4" y="19"/>
                </a:lnTo>
                <a:lnTo>
                  <a:pt x="5" y="19"/>
                </a:lnTo>
                <a:lnTo>
                  <a:pt x="6" y="19"/>
                </a:lnTo>
                <a:lnTo>
                  <a:pt x="6" y="20"/>
                </a:lnTo>
                <a:lnTo>
                  <a:pt x="7" y="20"/>
                </a:lnTo>
                <a:lnTo>
                  <a:pt x="7" y="21"/>
                </a:lnTo>
                <a:lnTo>
                  <a:pt x="7" y="22"/>
                </a:lnTo>
                <a:lnTo>
                  <a:pt x="7" y="23"/>
                </a:lnTo>
                <a:lnTo>
                  <a:pt x="8" y="23"/>
                </a:lnTo>
                <a:lnTo>
                  <a:pt x="8" y="24"/>
                </a:lnTo>
                <a:lnTo>
                  <a:pt x="9" y="24"/>
                </a:lnTo>
                <a:lnTo>
                  <a:pt x="9" y="25"/>
                </a:lnTo>
                <a:lnTo>
                  <a:pt x="10" y="25"/>
                </a:lnTo>
                <a:lnTo>
                  <a:pt x="11" y="25"/>
                </a:lnTo>
                <a:lnTo>
                  <a:pt x="12" y="26"/>
                </a:lnTo>
                <a:lnTo>
                  <a:pt x="12" y="27"/>
                </a:lnTo>
                <a:lnTo>
                  <a:pt x="13" y="27"/>
                </a:lnTo>
                <a:lnTo>
                  <a:pt x="13" y="28"/>
                </a:lnTo>
                <a:lnTo>
                  <a:pt x="14" y="28"/>
                </a:lnTo>
                <a:lnTo>
                  <a:pt x="14" y="29"/>
                </a:lnTo>
                <a:lnTo>
                  <a:pt x="14" y="30"/>
                </a:lnTo>
                <a:lnTo>
                  <a:pt x="15" y="29"/>
                </a:lnTo>
                <a:lnTo>
                  <a:pt x="16" y="29"/>
                </a:lnTo>
                <a:lnTo>
                  <a:pt x="16" y="28"/>
                </a:lnTo>
                <a:lnTo>
                  <a:pt x="17" y="28"/>
                </a:lnTo>
                <a:lnTo>
                  <a:pt x="18" y="28"/>
                </a:lnTo>
                <a:lnTo>
                  <a:pt x="18" y="29"/>
                </a:lnTo>
                <a:lnTo>
                  <a:pt x="19" y="29"/>
                </a:lnTo>
                <a:lnTo>
                  <a:pt x="19" y="30"/>
                </a:lnTo>
                <a:lnTo>
                  <a:pt x="19" y="31"/>
                </a:lnTo>
                <a:lnTo>
                  <a:pt x="18" y="31"/>
                </a:lnTo>
                <a:lnTo>
                  <a:pt x="18" y="32"/>
                </a:lnTo>
                <a:lnTo>
                  <a:pt x="17" y="32"/>
                </a:lnTo>
                <a:lnTo>
                  <a:pt x="17" y="33"/>
                </a:lnTo>
                <a:lnTo>
                  <a:pt x="18" y="33"/>
                </a:lnTo>
                <a:lnTo>
                  <a:pt x="18" y="34"/>
                </a:lnTo>
                <a:lnTo>
                  <a:pt x="19" y="35"/>
                </a:lnTo>
                <a:lnTo>
                  <a:pt x="21" y="35"/>
                </a:lnTo>
                <a:lnTo>
                  <a:pt x="22" y="35"/>
                </a:lnTo>
                <a:lnTo>
                  <a:pt x="23" y="34"/>
                </a:lnTo>
                <a:lnTo>
                  <a:pt x="24" y="34"/>
                </a:lnTo>
                <a:lnTo>
                  <a:pt x="24" y="33"/>
                </a:lnTo>
                <a:lnTo>
                  <a:pt x="24" y="32"/>
                </a:lnTo>
                <a:lnTo>
                  <a:pt x="23" y="32"/>
                </a:lnTo>
                <a:lnTo>
                  <a:pt x="23" y="31"/>
                </a:lnTo>
                <a:lnTo>
                  <a:pt x="22" y="31"/>
                </a:lnTo>
                <a:lnTo>
                  <a:pt x="22" y="30"/>
                </a:lnTo>
                <a:lnTo>
                  <a:pt x="22" y="29"/>
                </a:lnTo>
                <a:lnTo>
                  <a:pt x="23" y="29"/>
                </a:lnTo>
                <a:lnTo>
                  <a:pt x="23" y="28"/>
                </a:lnTo>
                <a:lnTo>
                  <a:pt x="24" y="28"/>
                </a:lnTo>
                <a:lnTo>
                  <a:pt x="24" y="27"/>
                </a:lnTo>
                <a:lnTo>
                  <a:pt x="25" y="27"/>
                </a:lnTo>
                <a:lnTo>
                  <a:pt x="26" y="27"/>
                </a:lnTo>
                <a:lnTo>
                  <a:pt x="27" y="28"/>
                </a:lnTo>
                <a:lnTo>
                  <a:pt x="28" y="28"/>
                </a:lnTo>
                <a:lnTo>
                  <a:pt x="28" y="29"/>
                </a:lnTo>
                <a:lnTo>
                  <a:pt x="28" y="30"/>
                </a:lnTo>
                <a:lnTo>
                  <a:pt x="27" y="30"/>
                </a:lnTo>
                <a:lnTo>
                  <a:pt x="27" y="31"/>
                </a:lnTo>
                <a:lnTo>
                  <a:pt x="27" y="32"/>
                </a:lnTo>
                <a:lnTo>
                  <a:pt x="28" y="32"/>
                </a:lnTo>
                <a:lnTo>
                  <a:pt x="28" y="33"/>
                </a:lnTo>
                <a:lnTo>
                  <a:pt x="28" y="35"/>
                </a:lnTo>
                <a:lnTo>
                  <a:pt x="28" y="37"/>
                </a:lnTo>
                <a:lnTo>
                  <a:pt x="29" y="37"/>
                </a:lnTo>
                <a:lnTo>
                  <a:pt x="30" y="38"/>
                </a:lnTo>
                <a:lnTo>
                  <a:pt x="31" y="39"/>
                </a:lnTo>
                <a:lnTo>
                  <a:pt x="31" y="40"/>
                </a:lnTo>
                <a:lnTo>
                  <a:pt x="30" y="40"/>
                </a:lnTo>
                <a:lnTo>
                  <a:pt x="30" y="41"/>
                </a:lnTo>
                <a:lnTo>
                  <a:pt x="31" y="42"/>
                </a:lnTo>
                <a:lnTo>
                  <a:pt x="32" y="42"/>
                </a:lnTo>
                <a:lnTo>
                  <a:pt x="33" y="42"/>
                </a:lnTo>
                <a:lnTo>
                  <a:pt x="33" y="43"/>
                </a:lnTo>
                <a:lnTo>
                  <a:pt x="34" y="43"/>
                </a:lnTo>
                <a:lnTo>
                  <a:pt x="33" y="44"/>
                </a:lnTo>
                <a:lnTo>
                  <a:pt x="32" y="45"/>
                </a:lnTo>
                <a:lnTo>
                  <a:pt x="32" y="47"/>
                </a:lnTo>
                <a:lnTo>
                  <a:pt x="32" y="48"/>
                </a:lnTo>
                <a:lnTo>
                  <a:pt x="33" y="48"/>
                </a:lnTo>
                <a:lnTo>
                  <a:pt x="34" y="48"/>
                </a:lnTo>
                <a:lnTo>
                  <a:pt x="35" y="48"/>
                </a:lnTo>
                <a:lnTo>
                  <a:pt x="36" y="48"/>
                </a:lnTo>
                <a:lnTo>
                  <a:pt x="37" y="48"/>
                </a:lnTo>
                <a:lnTo>
                  <a:pt x="37" y="49"/>
                </a:lnTo>
                <a:lnTo>
                  <a:pt x="38" y="49"/>
                </a:lnTo>
                <a:lnTo>
                  <a:pt x="37" y="49"/>
                </a:lnTo>
                <a:lnTo>
                  <a:pt x="36" y="48"/>
                </a:lnTo>
                <a:lnTo>
                  <a:pt x="35" y="48"/>
                </a:lnTo>
                <a:lnTo>
                  <a:pt x="34" y="48"/>
                </a:lnTo>
                <a:lnTo>
                  <a:pt x="33" y="48"/>
                </a:lnTo>
                <a:lnTo>
                  <a:pt x="32" y="48"/>
                </a:lnTo>
                <a:lnTo>
                  <a:pt x="32" y="47"/>
                </a:lnTo>
                <a:lnTo>
                  <a:pt x="31" y="46"/>
                </a:lnTo>
                <a:lnTo>
                  <a:pt x="31" y="45"/>
                </a:lnTo>
                <a:lnTo>
                  <a:pt x="31" y="44"/>
                </a:lnTo>
                <a:lnTo>
                  <a:pt x="32" y="44"/>
                </a:lnTo>
                <a:lnTo>
                  <a:pt x="32" y="43"/>
                </a:lnTo>
                <a:lnTo>
                  <a:pt x="32" y="42"/>
                </a:lnTo>
                <a:lnTo>
                  <a:pt x="31" y="42"/>
                </a:lnTo>
                <a:lnTo>
                  <a:pt x="30" y="42"/>
                </a:lnTo>
                <a:lnTo>
                  <a:pt x="30" y="41"/>
                </a:lnTo>
                <a:lnTo>
                  <a:pt x="30" y="40"/>
                </a:lnTo>
                <a:lnTo>
                  <a:pt x="30" y="39"/>
                </a:lnTo>
                <a:lnTo>
                  <a:pt x="29" y="39"/>
                </a:lnTo>
                <a:lnTo>
                  <a:pt x="29" y="38"/>
                </a:lnTo>
                <a:lnTo>
                  <a:pt x="29" y="37"/>
                </a:lnTo>
                <a:lnTo>
                  <a:pt x="28" y="37"/>
                </a:lnTo>
                <a:lnTo>
                  <a:pt x="28" y="35"/>
                </a:lnTo>
                <a:lnTo>
                  <a:pt x="28" y="34"/>
                </a:lnTo>
                <a:lnTo>
                  <a:pt x="28" y="33"/>
                </a:lnTo>
                <a:lnTo>
                  <a:pt x="28" y="32"/>
                </a:lnTo>
                <a:lnTo>
                  <a:pt x="27" y="32"/>
                </a:lnTo>
                <a:lnTo>
                  <a:pt x="27" y="31"/>
                </a:lnTo>
                <a:lnTo>
                  <a:pt x="28" y="29"/>
                </a:lnTo>
                <a:lnTo>
                  <a:pt x="27" y="28"/>
                </a:lnTo>
                <a:lnTo>
                  <a:pt x="26" y="28"/>
                </a:lnTo>
                <a:lnTo>
                  <a:pt x="25" y="28"/>
                </a:lnTo>
                <a:lnTo>
                  <a:pt x="24" y="28"/>
                </a:lnTo>
                <a:lnTo>
                  <a:pt x="23" y="29"/>
                </a:lnTo>
                <a:lnTo>
                  <a:pt x="23" y="30"/>
                </a:lnTo>
                <a:lnTo>
                  <a:pt x="23" y="31"/>
                </a:lnTo>
                <a:lnTo>
                  <a:pt x="24" y="32"/>
                </a:lnTo>
                <a:lnTo>
                  <a:pt x="24" y="33"/>
                </a:lnTo>
                <a:lnTo>
                  <a:pt x="24" y="34"/>
                </a:lnTo>
                <a:lnTo>
                  <a:pt x="23" y="35"/>
                </a:lnTo>
                <a:lnTo>
                  <a:pt x="22" y="35"/>
                </a:lnTo>
                <a:lnTo>
                  <a:pt x="21" y="35"/>
                </a:lnTo>
                <a:lnTo>
                  <a:pt x="19" y="35"/>
                </a:lnTo>
                <a:lnTo>
                  <a:pt x="18" y="34"/>
                </a:lnTo>
                <a:lnTo>
                  <a:pt x="17" y="33"/>
                </a:lnTo>
                <a:lnTo>
                  <a:pt x="17" y="32"/>
                </a:lnTo>
                <a:lnTo>
                  <a:pt x="18" y="31"/>
                </a:lnTo>
                <a:lnTo>
                  <a:pt x="19" y="30"/>
                </a:lnTo>
                <a:lnTo>
                  <a:pt x="19" y="29"/>
                </a:lnTo>
                <a:lnTo>
                  <a:pt x="18" y="29"/>
                </a:lnTo>
                <a:lnTo>
                  <a:pt x="18" y="28"/>
                </a:lnTo>
                <a:lnTo>
                  <a:pt x="17" y="28"/>
                </a:lnTo>
                <a:lnTo>
                  <a:pt x="17" y="29"/>
                </a:lnTo>
                <a:lnTo>
                  <a:pt x="16" y="29"/>
                </a:lnTo>
                <a:lnTo>
                  <a:pt x="16" y="30"/>
                </a:lnTo>
                <a:lnTo>
                  <a:pt x="15" y="30"/>
                </a:lnTo>
                <a:lnTo>
                  <a:pt x="14" y="30"/>
                </a:lnTo>
                <a:lnTo>
                  <a:pt x="13" y="29"/>
                </a:lnTo>
                <a:lnTo>
                  <a:pt x="14" y="29"/>
                </a:lnTo>
                <a:lnTo>
                  <a:pt x="13" y="29"/>
                </a:lnTo>
                <a:lnTo>
                  <a:pt x="13" y="28"/>
                </a:lnTo>
                <a:lnTo>
                  <a:pt x="13" y="27"/>
                </a:lnTo>
                <a:lnTo>
                  <a:pt x="12" y="27"/>
                </a:lnTo>
                <a:lnTo>
                  <a:pt x="12" y="26"/>
                </a:lnTo>
                <a:lnTo>
                  <a:pt x="11" y="26"/>
                </a:lnTo>
                <a:lnTo>
                  <a:pt x="10" y="25"/>
                </a:lnTo>
                <a:lnTo>
                  <a:pt x="9" y="25"/>
                </a:lnTo>
                <a:lnTo>
                  <a:pt x="8" y="25"/>
                </a:lnTo>
                <a:lnTo>
                  <a:pt x="8" y="24"/>
                </a:lnTo>
                <a:lnTo>
                  <a:pt x="7" y="24"/>
                </a:lnTo>
                <a:lnTo>
                  <a:pt x="7" y="23"/>
                </a:lnTo>
                <a:lnTo>
                  <a:pt x="7" y="22"/>
                </a:lnTo>
                <a:lnTo>
                  <a:pt x="6" y="21"/>
                </a:lnTo>
                <a:lnTo>
                  <a:pt x="6" y="20"/>
                </a:lnTo>
                <a:lnTo>
                  <a:pt x="5" y="19"/>
                </a:lnTo>
                <a:lnTo>
                  <a:pt x="4" y="19"/>
                </a:lnTo>
                <a:lnTo>
                  <a:pt x="3" y="19"/>
                </a:lnTo>
                <a:lnTo>
                  <a:pt x="2" y="19"/>
                </a:lnTo>
                <a:lnTo>
                  <a:pt x="2" y="18"/>
                </a:lnTo>
                <a:lnTo>
                  <a:pt x="2" y="17"/>
                </a:lnTo>
                <a:lnTo>
                  <a:pt x="1" y="16"/>
                </a:lnTo>
                <a:lnTo>
                  <a:pt x="1" y="15"/>
                </a:lnTo>
                <a:lnTo>
                  <a:pt x="1" y="14"/>
                </a:lnTo>
                <a:lnTo>
                  <a:pt x="2" y="13"/>
                </a:lnTo>
                <a:lnTo>
                  <a:pt x="1" y="12"/>
                </a:lnTo>
                <a:lnTo>
                  <a:pt x="1" y="11"/>
                </a:ln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1" y="9"/>
                </a:lnTo>
                <a:lnTo>
                  <a:pt x="1" y="8"/>
                </a:lnTo>
                <a:lnTo>
                  <a:pt x="1" y="7"/>
                </a:lnTo>
                <a:lnTo>
                  <a:pt x="1" y="6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moveTo>
                  <a:pt x="32" y="46"/>
                </a:moveTo>
                <a:lnTo>
                  <a:pt x="32" y="45"/>
                </a:lnTo>
                <a:lnTo>
                  <a:pt x="32" y="44"/>
                </a:lnTo>
                <a:lnTo>
                  <a:pt x="32" y="45"/>
                </a:lnTo>
                <a:lnTo>
                  <a:pt x="32" y="46"/>
                </a:lnTo>
                <a:moveTo>
                  <a:pt x="32" y="44"/>
                </a:moveTo>
                <a:lnTo>
                  <a:pt x="33" y="44"/>
                </a:lnTo>
                <a:lnTo>
                  <a:pt x="33" y="43"/>
                </a:lnTo>
                <a:lnTo>
                  <a:pt x="32" y="42"/>
                </a:lnTo>
                <a:lnTo>
                  <a:pt x="32" y="43"/>
                </a:lnTo>
                <a:lnTo>
                  <a:pt x="32" y="44"/>
                </a:lnTo>
                <a:moveTo>
                  <a:pt x="30" y="40"/>
                </a:moveTo>
                <a:lnTo>
                  <a:pt x="30" y="39"/>
                </a:lnTo>
                <a:lnTo>
                  <a:pt x="30" y="38"/>
                </a:lnTo>
                <a:lnTo>
                  <a:pt x="29" y="38"/>
                </a:lnTo>
                <a:lnTo>
                  <a:pt x="30" y="39"/>
                </a:lnTo>
                <a:lnTo>
                  <a:pt x="30" y="40"/>
                </a:lnTo>
                <a:moveTo>
                  <a:pt x="25" y="27"/>
                </a:moveTo>
                <a:lnTo>
                  <a:pt x="25" y="28"/>
                </a:lnTo>
                <a:lnTo>
                  <a:pt x="26" y="28"/>
                </a:lnTo>
                <a:lnTo>
                  <a:pt x="26" y="27"/>
                </a:lnTo>
                <a:lnTo>
                  <a:pt x="25" y="27"/>
                </a:lnTo>
                <a:moveTo>
                  <a:pt x="2" y="17"/>
                </a:moveTo>
                <a:lnTo>
                  <a:pt x="2" y="17"/>
                </a:lnTo>
                <a:moveTo>
                  <a:pt x="1" y="14"/>
                </a:moveTo>
                <a:lnTo>
                  <a:pt x="1" y="14"/>
                </a:lnTo>
                <a:moveTo>
                  <a:pt x="1" y="8"/>
                </a:moveTo>
                <a:lnTo>
                  <a:pt x="1" y="7"/>
                </a:lnTo>
                <a:lnTo>
                  <a:pt x="2" y="7"/>
                </a:lnTo>
                <a:lnTo>
                  <a:pt x="1" y="7"/>
                </a:lnTo>
                <a:lnTo>
                  <a:pt x="1" y="8"/>
                </a:lnTo>
                <a:moveTo>
                  <a:pt x="4" y="2"/>
                </a:moveTo>
                <a:lnTo>
                  <a:pt x="3" y="2"/>
                </a:lnTo>
                <a:lnTo>
                  <a:pt x="4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98" name=""/>
          <p:cNvSpPr/>
          <p:nvPr/>
        </p:nvSpPr>
        <p:spPr>
          <a:xfrm>
            <a:off x="4624560" y="21402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99" name=""/>
          <p:cNvSpPr/>
          <p:nvPr/>
        </p:nvSpPr>
        <p:spPr>
          <a:xfrm>
            <a:off x="4604040" y="21373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3"/>
                </a:move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00" name=""/>
          <p:cNvSpPr/>
          <p:nvPr/>
        </p:nvSpPr>
        <p:spPr>
          <a:xfrm>
            <a:off x="4610160" y="21358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1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01" name=""/>
          <p:cNvSpPr/>
          <p:nvPr/>
        </p:nvSpPr>
        <p:spPr>
          <a:xfrm>
            <a:off x="4612320" y="21358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02" name=""/>
          <p:cNvSpPr/>
          <p:nvPr/>
        </p:nvSpPr>
        <p:spPr>
          <a:xfrm>
            <a:off x="4607280" y="2135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03" name=""/>
          <p:cNvSpPr/>
          <p:nvPr/>
        </p:nvSpPr>
        <p:spPr>
          <a:xfrm>
            <a:off x="4606920" y="21355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04" name=""/>
          <p:cNvSpPr/>
          <p:nvPr/>
        </p:nvSpPr>
        <p:spPr>
          <a:xfrm>
            <a:off x="4607280" y="21315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3" y="2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2"/>
                </a:lnTo>
                <a:lnTo>
                  <a:pt x="3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05" name=""/>
          <p:cNvSpPr/>
          <p:nvPr/>
        </p:nvSpPr>
        <p:spPr>
          <a:xfrm>
            <a:off x="4606560" y="213084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2" y="1"/>
                </a:moveTo>
                <a:lnTo>
                  <a:pt x="2" y="0"/>
                </a:lnTo>
                <a:lnTo>
                  <a:pt x="2" y="1"/>
                </a:lnTo>
                <a:lnTo>
                  <a:pt x="2" y="2"/>
                </a:lnTo>
                <a:lnTo>
                  <a:pt x="3" y="4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06" name=""/>
          <p:cNvSpPr/>
          <p:nvPr/>
        </p:nvSpPr>
        <p:spPr>
          <a:xfrm>
            <a:off x="4600800" y="21301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07" name=""/>
          <p:cNvSpPr/>
          <p:nvPr/>
        </p:nvSpPr>
        <p:spPr>
          <a:xfrm>
            <a:off x="4606920" y="212724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2" y="2"/>
                </a:move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08" name=""/>
          <p:cNvSpPr/>
          <p:nvPr/>
        </p:nvSpPr>
        <p:spPr>
          <a:xfrm>
            <a:off x="4623120" y="2126160"/>
            <a:ext cx="3240" cy="3240"/>
          </a:xfrm>
          <a:custGeom>
            <a:avLst/>
            <a:gdLst/>
            <a:ahLst/>
            <a:rect l="0" t="0" r="r" b="b"/>
            <a:pathLst>
              <a:path w="9" h="9">
                <a:moveTo>
                  <a:pt x="9" y="2"/>
                </a:moveTo>
                <a:lnTo>
                  <a:pt x="8" y="2"/>
                </a:lnTo>
                <a:lnTo>
                  <a:pt x="8" y="3"/>
                </a:lnTo>
                <a:lnTo>
                  <a:pt x="7" y="3"/>
                </a:lnTo>
                <a:lnTo>
                  <a:pt x="7" y="4"/>
                </a:lnTo>
                <a:lnTo>
                  <a:pt x="6" y="4"/>
                </a:lnTo>
                <a:lnTo>
                  <a:pt x="6" y="5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3" y="7"/>
                </a:lnTo>
                <a:lnTo>
                  <a:pt x="3" y="9"/>
                </a:lnTo>
                <a:lnTo>
                  <a:pt x="1" y="9"/>
                </a:lnTo>
                <a:lnTo>
                  <a:pt x="1" y="7"/>
                </a:lnTo>
                <a:lnTo>
                  <a:pt x="3" y="7"/>
                </a:lnTo>
                <a:lnTo>
                  <a:pt x="1" y="6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5"/>
                </a:lnTo>
                <a:lnTo>
                  <a:pt x="3" y="4"/>
                </a:lnTo>
                <a:lnTo>
                  <a:pt x="4" y="4"/>
                </a:lnTo>
                <a:lnTo>
                  <a:pt x="5" y="3"/>
                </a:lnTo>
                <a:lnTo>
                  <a:pt x="6" y="3"/>
                </a:lnTo>
                <a:lnTo>
                  <a:pt x="6" y="2"/>
                </a:lnTo>
                <a:lnTo>
                  <a:pt x="7" y="2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9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09" name=""/>
          <p:cNvSpPr/>
          <p:nvPr/>
        </p:nvSpPr>
        <p:spPr>
          <a:xfrm>
            <a:off x="4608000" y="2122920"/>
            <a:ext cx="5400" cy="4320"/>
          </a:xfrm>
          <a:custGeom>
            <a:avLst/>
            <a:gdLst/>
            <a:ahLst/>
            <a:rect l="0" t="0" r="r" b="b"/>
            <a:pathLst>
              <a:path w="15" h="12">
                <a:moveTo>
                  <a:pt x="11" y="1"/>
                </a:moveTo>
                <a:lnTo>
                  <a:pt x="11" y="2"/>
                </a:lnTo>
                <a:lnTo>
                  <a:pt x="13" y="2"/>
                </a:lnTo>
                <a:lnTo>
                  <a:pt x="13" y="1"/>
                </a:lnTo>
                <a:lnTo>
                  <a:pt x="14" y="2"/>
                </a:lnTo>
                <a:lnTo>
                  <a:pt x="14" y="3"/>
                </a:lnTo>
                <a:lnTo>
                  <a:pt x="14" y="4"/>
                </a:lnTo>
                <a:lnTo>
                  <a:pt x="14" y="5"/>
                </a:lnTo>
                <a:lnTo>
                  <a:pt x="15" y="5"/>
                </a:lnTo>
                <a:lnTo>
                  <a:pt x="15" y="6"/>
                </a:lnTo>
                <a:lnTo>
                  <a:pt x="14" y="6"/>
                </a:lnTo>
                <a:lnTo>
                  <a:pt x="13" y="6"/>
                </a:lnTo>
                <a:lnTo>
                  <a:pt x="14" y="6"/>
                </a:lnTo>
                <a:lnTo>
                  <a:pt x="14" y="5"/>
                </a:lnTo>
                <a:lnTo>
                  <a:pt x="13" y="5"/>
                </a:lnTo>
                <a:lnTo>
                  <a:pt x="11" y="5"/>
                </a:lnTo>
                <a:lnTo>
                  <a:pt x="10" y="5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8" y="7"/>
                </a:lnTo>
                <a:lnTo>
                  <a:pt x="7" y="7"/>
                </a:lnTo>
                <a:lnTo>
                  <a:pt x="7" y="9"/>
                </a:lnTo>
                <a:lnTo>
                  <a:pt x="6" y="9"/>
                </a:lnTo>
                <a:lnTo>
                  <a:pt x="6" y="10"/>
                </a:lnTo>
                <a:lnTo>
                  <a:pt x="7" y="10"/>
                </a:lnTo>
                <a:lnTo>
                  <a:pt x="6" y="11"/>
                </a:lnTo>
                <a:lnTo>
                  <a:pt x="5" y="11"/>
                </a:lnTo>
                <a:lnTo>
                  <a:pt x="4" y="11"/>
                </a:lnTo>
                <a:lnTo>
                  <a:pt x="4" y="12"/>
                </a:lnTo>
                <a:lnTo>
                  <a:pt x="3" y="12"/>
                </a:lnTo>
                <a:lnTo>
                  <a:pt x="3" y="11"/>
                </a:lnTo>
                <a:lnTo>
                  <a:pt x="3" y="10"/>
                </a:lnTo>
                <a:lnTo>
                  <a:pt x="2" y="10"/>
                </a:lnTo>
                <a:lnTo>
                  <a:pt x="1" y="9"/>
                </a:lnTo>
                <a:lnTo>
                  <a:pt x="2" y="9"/>
                </a:lnTo>
                <a:lnTo>
                  <a:pt x="1" y="9"/>
                </a:lnTo>
                <a:lnTo>
                  <a:pt x="1" y="7"/>
                </a:lnTo>
                <a:lnTo>
                  <a:pt x="0" y="7"/>
                </a:lnTo>
                <a:lnTo>
                  <a:pt x="1" y="7"/>
                </a:lnTo>
                <a:lnTo>
                  <a:pt x="1" y="6"/>
                </a:lnTo>
                <a:lnTo>
                  <a:pt x="1" y="7"/>
                </a:lnTo>
                <a:lnTo>
                  <a:pt x="2" y="7"/>
                </a:lnTo>
                <a:lnTo>
                  <a:pt x="2" y="9"/>
                </a:lnTo>
                <a:lnTo>
                  <a:pt x="2" y="10"/>
                </a:lnTo>
                <a:lnTo>
                  <a:pt x="2" y="9"/>
                </a:lnTo>
                <a:lnTo>
                  <a:pt x="3" y="9"/>
                </a:lnTo>
                <a:lnTo>
                  <a:pt x="3" y="10"/>
                </a:lnTo>
                <a:lnTo>
                  <a:pt x="4" y="10"/>
                </a:lnTo>
                <a:lnTo>
                  <a:pt x="4" y="9"/>
                </a:lnTo>
                <a:lnTo>
                  <a:pt x="5" y="9"/>
                </a:lnTo>
                <a:lnTo>
                  <a:pt x="5" y="10"/>
                </a:lnTo>
                <a:lnTo>
                  <a:pt x="6" y="9"/>
                </a:lnTo>
                <a:lnTo>
                  <a:pt x="5" y="9"/>
                </a:lnTo>
                <a:lnTo>
                  <a:pt x="5" y="7"/>
                </a:lnTo>
                <a:lnTo>
                  <a:pt x="6" y="7"/>
                </a:lnTo>
                <a:lnTo>
                  <a:pt x="6" y="6"/>
                </a:lnTo>
                <a:lnTo>
                  <a:pt x="5" y="6"/>
                </a:lnTo>
                <a:lnTo>
                  <a:pt x="4" y="6"/>
                </a:lnTo>
                <a:lnTo>
                  <a:pt x="3" y="7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2" y="6"/>
                </a:lnTo>
                <a:lnTo>
                  <a:pt x="3" y="6"/>
                </a:lnTo>
                <a:lnTo>
                  <a:pt x="4" y="6"/>
                </a:lnTo>
                <a:lnTo>
                  <a:pt x="4" y="5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4" y="3"/>
                </a:ln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6" y="3"/>
                </a:lnTo>
                <a:lnTo>
                  <a:pt x="6" y="2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9" y="1"/>
                </a:lnTo>
                <a:lnTo>
                  <a:pt x="8" y="1"/>
                </a:lnTo>
                <a:lnTo>
                  <a:pt x="8" y="3"/>
                </a:lnTo>
                <a:lnTo>
                  <a:pt x="9" y="3"/>
                </a:lnTo>
                <a:lnTo>
                  <a:pt x="9" y="2"/>
                </a:lnTo>
                <a:lnTo>
                  <a:pt x="9" y="1"/>
                </a:lnTo>
                <a:lnTo>
                  <a:pt x="9" y="2"/>
                </a:lnTo>
                <a:lnTo>
                  <a:pt x="10" y="2"/>
                </a:lnTo>
                <a:lnTo>
                  <a:pt x="9" y="2"/>
                </a:lnTo>
                <a:lnTo>
                  <a:pt x="10" y="2"/>
                </a:lnTo>
                <a:lnTo>
                  <a:pt x="10" y="1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10" name=""/>
          <p:cNvSpPr/>
          <p:nvPr/>
        </p:nvSpPr>
        <p:spPr>
          <a:xfrm>
            <a:off x="4605840" y="2121480"/>
            <a:ext cx="3240" cy="3600"/>
          </a:xfrm>
          <a:custGeom>
            <a:avLst/>
            <a:gdLst/>
            <a:ahLst/>
            <a:rect l="0" t="0" r="r" b="b"/>
            <a:pathLst>
              <a:path w="9" h="10">
                <a:moveTo>
                  <a:pt x="6" y="1"/>
                </a:moveTo>
                <a:lnTo>
                  <a:pt x="7" y="1"/>
                </a:lnTo>
                <a:lnTo>
                  <a:pt x="9" y="1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  <a:lnTo>
                  <a:pt x="6" y="4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6"/>
                </a:lnTo>
                <a:lnTo>
                  <a:pt x="5" y="8"/>
                </a:lnTo>
                <a:lnTo>
                  <a:pt x="5" y="9"/>
                </a:lnTo>
                <a:lnTo>
                  <a:pt x="5" y="10"/>
                </a:lnTo>
                <a:lnTo>
                  <a:pt x="4" y="10"/>
                </a:lnTo>
                <a:lnTo>
                  <a:pt x="4" y="9"/>
                </a:lnTo>
                <a:lnTo>
                  <a:pt x="3" y="9"/>
                </a:lnTo>
                <a:lnTo>
                  <a:pt x="3" y="10"/>
                </a:lnTo>
                <a:lnTo>
                  <a:pt x="2" y="10"/>
                </a:lnTo>
                <a:lnTo>
                  <a:pt x="0" y="10"/>
                </a:lnTo>
                <a:lnTo>
                  <a:pt x="2" y="9"/>
                </a:lnTo>
                <a:lnTo>
                  <a:pt x="3" y="9"/>
                </a:lnTo>
                <a:lnTo>
                  <a:pt x="4" y="9"/>
                </a:lnTo>
                <a:lnTo>
                  <a:pt x="4" y="8"/>
                </a:lnTo>
                <a:lnTo>
                  <a:pt x="4" y="6"/>
                </a:lnTo>
                <a:lnTo>
                  <a:pt x="3" y="6"/>
                </a:lnTo>
                <a:lnTo>
                  <a:pt x="3" y="5"/>
                </a:lnTo>
                <a:lnTo>
                  <a:pt x="4" y="5"/>
                </a:lnTo>
                <a:lnTo>
                  <a:pt x="4" y="6"/>
                </a:lnTo>
                <a:lnTo>
                  <a:pt x="4" y="5"/>
                </a:lnTo>
                <a:lnTo>
                  <a:pt x="4" y="4"/>
                </a:lnTo>
                <a:lnTo>
                  <a:pt x="4" y="3"/>
                </a:lnTo>
                <a:lnTo>
                  <a:pt x="4" y="2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11" name=""/>
          <p:cNvSpPr/>
          <p:nvPr/>
        </p:nvSpPr>
        <p:spPr>
          <a:xfrm>
            <a:off x="4609800" y="21225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12" name=""/>
          <p:cNvSpPr/>
          <p:nvPr/>
        </p:nvSpPr>
        <p:spPr>
          <a:xfrm>
            <a:off x="4608360" y="212040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5" y="1"/>
                </a:moveTo>
                <a:lnTo>
                  <a:pt x="6" y="1"/>
                </a:lnTo>
                <a:lnTo>
                  <a:pt x="6" y="2"/>
                </a:lnTo>
                <a:lnTo>
                  <a:pt x="7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6" y="5"/>
                </a:lnTo>
                <a:lnTo>
                  <a:pt x="6" y="6"/>
                </a:lnTo>
                <a:lnTo>
                  <a:pt x="6" y="5"/>
                </a:lnTo>
                <a:lnTo>
                  <a:pt x="7" y="5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4" y="2"/>
                </a:lnTo>
                <a:lnTo>
                  <a:pt x="3" y="2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13" name=""/>
          <p:cNvSpPr/>
          <p:nvPr/>
        </p:nvSpPr>
        <p:spPr>
          <a:xfrm>
            <a:off x="4607280" y="2121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14" name=""/>
          <p:cNvSpPr/>
          <p:nvPr/>
        </p:nvSpPr>
        <p:spPr>
          <a:xfrm>
            <a:off x="4609800" y="211752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3" y="3"/>
                </a:moveTo>
                <a:lnTo>
                  <a:pt x="1" y="3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3" y="3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15" name=""/>
          <p:cNvSpPr/>
          <p:nvPr/>
        </p:nvSpPr>
        <p:spPr>
          <a:xfrm>
            <a:off x="4674960" y="21837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16" name=""/>
          <p:cNvSpPr/>
          <p:nvPr/>
        </p:nvSpPr>
        <p:spPr>
          <a:xfrm>
            <a:off x="4671720" y="2179080"/>
            <a:ext cx="3600" cy="3600"/>
          </a:xfrm>
          <a:custGeom>
            <a:avLst/>
            <a:gdLst/>
            <a:ahLst/>
            <a:rect l="0" t="0" r="r" b="b"/>
            <a:pathLst>
              <a:path w="10" h="10">
                <a:moveTo>
                  <a:pt x="2" y="0"/>
                </a:move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7" y="0"/>
                </a:lnTo>
                <a:lnTo>
                  <a:pt x="7" y="1"/>
                </a:lnTo>
                <a:lnTo>
                  <a:pt x="7" y="2"/>
                </a:lnTo>
                <a:lnTo>
                  <a:pt x="8" y="3"/>
                </a:lnTo>
                <a:lnTo>
                  <a:pt x="7" y="3"/>
                </a:lnTo>
                <a:lnTo>
                  <a:pt x="7" y="4"/>
                </a:lnTo>
                <a:lnTo>
                  <a:pt x="7" y="5"/>
                </a:lnTo>
                <a:lnTo>
                  <a:pt x="8" y="5"/>
                </a:lnTo>
                <a:lnTo>
                  <a:pt x="8" y="6"/>
                </a:lnTo>
                <a:lnTo>
                  <a:pt x="9" y="6"/>
                </a:lnTo>
                <a:lnTo>
                  <a:pt x="10" y="6"/>
                </a:lnTo>
                <a:lnTo>
                  <a:pt x="10" y="8"/>
                </a:lnTo>
                <a:lnTo>
                  <a:pt x="10" y="9"/>
                </a:lnTo>
                <a:lnTo>
                  <a:pt x="9" y="9"/>
                </a:lnTo>
                <a:lnTo>
                  <a:pt x="9" y="10"/>
                </a:lnTo>
                <a:lnTo>
                  <a:pt x="8" y="10"/>
                </a:lnTo>
                <a:lnTo>
                  <a:pt x="8" y="9"/>
                </a:lnTo>
                <a:lnTo>
                  <a:pt x="7" y="9"/>
                </a:lnTo>
                <a:lnTo>
                  <a:pt x="7" y="8"/>
                </a:lnTo>
                <a:lnTo>
                  <a:pt x="5" y="6"/>
                </a:lnTo>
                <a:lnTo>
                  <a:pt x="4" y="6"/>
                </a:lnTo>
                <a:lnTo>
                  <a:pt x="3" y="6"/>
                </a:lnTo>
                <a:lnTo>
                  <a:pt x="2" y="5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17" name=""/>
          <p:cNvSpPr/>
          <p:nvPr/>
        </p:nvSpPr>
        <p:spPr>
          <a:xfrm>
            <a:off x="4634640" y="216900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0" y="6"/>
                </a:move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2" y="4"/>
                </a:lnTo>
                <a:lnTo>
                  <a:pt x="2" y="6"/>
                </a:lnTo>
                <a:lnTo>
                  <a:pt x="0" y="6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18" name=""/>
          <p:cNvSpPr/>
          <p:nvPr/>
        </p:nvSpPr>
        <p:spPr>
          <a:xfrm>
            <a:off x="4631400" y="215964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3" y="1"/>
                </a:moveTo>
                <a:lnTo>
                  <a:pt x="4" y="2"/>
                </a:lnTo>
                <a:lnTo>
                  <a:pt x="4" y="3"/>
                </a:lnTo>
                <a:lnTo>
                  <a:pt x="5" y="5"/>
                </a:lnTo>
                <a:lnTo>
                  <a:pt x="7" y="7"/>
                </a:lnTo>
                <a:lnTo>
                  <a:pt x="5" y="7"/>
                </a:lnTo>
                <a:lnTo>
                  <a:pt x="5" y="6"/>
                </a:lnTo>
                <a:lnTo>
                  <a:pt x="3" y="3"/>
                </a:lnTo>
                <a:lnTo>
                  <a:pt x="3" y="2"/>
                </a:lnTo>
                <a:lnTo>
                  <a:pt x="2" y="1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19" name=""/>
          <p:cNvSpPr/>
          <p:nvPr/>
        </p:nvSpPr>
        <p:spPr>
          <a:xfrm>
            <a:off x="4672080" y="21582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20" name=""/>
          <p:cNvSpPr/>
          <p:nvPr/>
        </p:nvSpPr>
        <p:spPr>
          <a:xfrm>
            <a:off x="4670640" y="215712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3" y="1"/>
                </a:moveTo>
                <a:lnTo>
                  <a:pt x="3" y="0"/>
                </a:lnTo>
                <a:lnTo>
                  <a:pt x="5" y="1"/>
                </a:lnTo>
                <a:lnTo>
                  <a:pt x="5" y="3"/>
                </a:lnTo>
                <a:lnTo>
                  <a:pt x="3" y="4"/>
                </a:lnTo>
                <a:lnTo>
                  <a:pt x="5" y="4"/>
                </a:lnTo>
                <a:lnTo>
                  <a:pt x="3" y="4"/>
                </a:lnTo>
                <a:lnTo>
                  <a:pt x="3" y="5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21" name=""/>
          <p:cNvSpPr/>
          <p:nvPr/>
        </p:nvSpPr>
        <p:spPr>
          <a:xfrm>
            <a:off x="4625640" y="21358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22" name=""/>
          <p:cNvSpPr/>
          <p:nvPr/>
        </p:nvSpPr>
        <p:spPr>
          <a:xfrm>
            <a:off x="4627800" y="21261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23" name=""/>
          <p:cNvSpPr/>
          <p:nvPr/>
        </p:nvSpPr>
        <p:spPr>
          <a:xfrm>
            <a:off x="4624200" y="2060640"/>
            <a:ext cx="64080" cy="125640"/>
          </a:xfrm>
          <a:custGeom>
            <a:avLst/>
            <a:gdLst/>
            <a:ahLst/>
            <a:rect l="0" t="0" r="r" b="b"/>
            <a:pathLst>
              <a:path w="178" h="349">
                <a:moveTo>
                  <a:pt x="138" y="1"/>
                </a:moveTo>
                <a:lnTo>
                  <a:pt x="139" y="0"/>
                </a:lnTo>
                <a:lnTo>
                  <a:pt x="139" y="1"/>
                </a:lnTo>
                <a:lnTo>
                  <a:pt x="140" y="1"/>
                </a:lnTo>
                <a:lnTo>
                  <a:pt x="141" y="1"/>
                </a:lnTo>
                <a:lnTo>
                  <a:pt x="141" y="3"/>
                </a:lnTo>
                <a:lnTo>
                  <a:pt x="142" y="3"/>
                </a:lnTo>
                <a:lnTo>
                  <a:pt x="143" y="3"/>
                </a:lnTo>
                <a:lnTo>
                  <a:pt x="143" y="4"/>
                </a:lnTo>
                <a:lnTo>
                  <a:pt x="144" y="5"/>
                </a:lnTo>
                <a:lnTo>
                  <a:pt x="144" y="6"/>
                </a:lnTo>
                <a:lnTo>
                  <a:pt x="144" y="7"/>
                </a:lnTo>
                <a:lnTo>
                  <a:pt x="144" y="8"/>
                </a:lnTo>
                <a:lnTo>
                  <a:pt x="145" y="8"/>
                </a:lnTo>
                <a:lnTo>
                  <a:pt x="144" y="8"/>
                </a:lnTo>
                <a:lnTo>
                  <a:pt x="145" y="8"/>
                </a:lnTo>
                <a:lnTo>
                  <a:pt x="146" y="8"/>
                </a:lnTo>
                <a:lnTo>
                  <a:pt x="145" y="9"/>
                </a:lnTo>
                <a:lnTo>
                  <a:pt x="146" y="9"/>
                </a:lnTo>
                <a:lnTo>
                  <a:pt x="146" y="10"/>
                </a:lnTo>
                <a:lnTo>
                  <a:pt x="147" y="11"/>
                </a:lnTo>
                <a:lnTo>
                  <a:pt x="148" y="11"/>
                </a:lnTo>
                <a:lnTo>
                  <a:pt x="149" y="11"/>
                </a:lnTo>
                <a:lnTo>
                  <a:pt x="150" y="10"/>
                </a:lnTo>
                <a:lnTo>
                  <a:pt x="150" y="11"/>
                </a:lnTo>
                <a:lnTo>
                  <a:pt x="149" y="11"/>
                </a:lnTo>
                <a:lnTo>
                  <a:pt x="149" y="12"/>
                </a:lnTo>
                <a:lnTo>
                  <a:pt x="149" y="13"/>
                </a:lnTo>
                <a:lnTo>
                  <a:pt x="150" y="13"/>
                </a:lnTo>
                <a:lnTo>
                  <a:pt x="150" y="14"/>
                </a:lnTo>
                <a:lnTo>
                  <a:pt x="151" y="14"/>
                </a:lnTo>
                <a:lnTo>
                  <a:pt x="151" y="15"/>
                </a:lnTo>
                <a:lnTo>
                  <a:pt x="152" y="15"/>
                </a:lnTo>
                <a:lnTo>
                  <a:pt x="153" y="15"/>
                </a:lnTo>
                <a:lnTo>
                  <a:pt x="153" y="16"/>
                </a:lnTo>
                <a:lnTo>
                  <a:pt x="154" y="16"/>
                </a:lnTo>
                <a:lnTo>
                  <a:pt x="155" y="16"/>
                </a:lnTo>
                <a:lnTo>
                  <a:pt x="155" y="17"/>
                </a:lnTo>
                <a:lnTo>
                  <a:pt x="154" y="17"/>
                </a:lnTo>
                <a:lnTo>
                  <a:pt x="154" y="18"/>
                </a:lnTo>
                <a:lnTo>
                  <a:pt x="154" y="17"/>
                </a:lnTo>
                <a:lnTo>
                  <a:pt x="154" y="18"/>
                </a:lnTo>
                <a:lnTo>
                  <a:pt x="154" y="19"/>
                </a:lnTo>
                <a:lnTo>
                  <a:pt x="154" y="18"/>
                </a:lnTo>
                <a:lnTo>
                  <a:pt x="155" y="17"/>
                </a:lnTo>
                <a:lnTo>
                  <a:pt x="156" y="17"/>
                </a:lnTo>
                <a:lnTo>
                  <a:pt x="156" y="16"/>
                </a:lnTo>
                <a:lnTo>
                  <a:pt x="157" y="16"/>
                </a:lnTo>
                <a:lnTo>
                  <a:pt x="157" y="17"/>
                </a:lnTo>
                <a:lnTo>
                  <a:pt x="158" y="17"/>
                </a:lnTo>
                <a:lnTo>
                  <a:pt x="159" y="17"/>
                </a:lnTo>
                <a:lnTo>
                  <a:pt x="160" y="17"/>
                </a:lnTo>
                <a:lnTo>
                  <a:pt x="159" y="17"/>
                </a:lnTo>
                <a:lnTo>
                  <a:pt x="159" y="18"/>
                </a:lnTo>
                <a:lnTo>
                  <a:pt x="160" y="18"/>
                </a:lnTo>
                <a:lnTo>
                  <a:pt x="161" y="18"/>
                </a:lnTo>
                <a:lnTo>
                  <a:pt x="161" y="19"/>
                </a:lnTo>
                <a:lnTo>
                  <a:pt x="162" y="19"/>
                </a:lnTo>
                <a:lnTo>
                  <a:pt x="163" y="19"/>
                </a:lnTo>
                <a:lnTo>
                  <a:pt x="164" y="19"/>
                </a:lnTo>
                <a:lnTo>
                  <a:pt x="166" y="19"/>
                </a:lnTo>
                <a:lnTo>
                  <a:pt x="168" y="19"/>
                </a:lnTo>
                <a:lnTo>
                  <a:pt x="168" y="20"/>
                </a:lnTo>
                <a:lnTo>
                  <a:pt x="169" y="20"/>
                </a:lnTo>
                <a:lnTo>
                  <a:pt x="169" y="19"/>
                </a:lnTo>
                <a:lnTo>
                  <a:pt x="170" y="19"/>
                </a:lnTo>
                <a:lnTo>
                  <a:pt x="171" y="19"/>
                </a:lnTo>
                <a:lnTo>
                  <a:pt x="171" y="20"/>
                </a:lnTo>
                <a:lnTo>
                  <a:pt x="171" y="21"/>
                </a:lnTo>
                <a:lnTo>
                  <a:pt x="171" y="22"/>
                </a:lnTo>
                <a:lnTo>
                  <a:pt x="170" y="22"/>
                </a:lnTo>
                <a:lnTo>
                  <a:pt x="170" y="23"/>
                </a:lnTo>
                <a:lnTo>
                  <a:pt x="170" y="24"/>
                </a:lnTo>
                <a:lnTo>
                  <a:pt x="171" y="24"/>
                </a:lnTo>
                <a:lnTo>
                  <a:pt x="171" y="25"/>
                </a:lnTo>
                <a:lnTo>
                  <a:pt x="172" y="25"/>
                </a:lnTo>
                <a:lnTo>
                  <a:pt x="172" y="26"/>
                </a:lnTo>
                <a:lnTo>
                  <a:pt x="171" y="27"/>
                </a:lnTo>
                <a:lnTo>
                  <a:pt x="171" y="28"/>
                </a:lnTo>
                <a:lnTo>
                  <a:pt x="172" y="28"/>
                </a:lnTo>
                <a:lnTo>
                  <a:pt x="172" y="29"/>
                </a:lnTo>
                <a:lnTo>
                  <a:pt x="172" y="30"/>
                </a:lnTo>
                <a:lnTo>
                  <a:pt x="173" y="30"/>
                </a:lnTo>
                <a:lnTo>
                  <a:pt x="174" y="30"/>
                </a:lnTo>
                <a:lnTo>
                  <a:pt x="175" y="30"/>
                </a:lnTo>
                <a:lnTo>
                  <a:pt x="175" y="29"/>
                </a:lnTo>
                <a:lnTo>
                  <a:pt x="176" y="29"/>
                </a:lnTo>
                <a:lnTo>
                  <a:pt x="177" y="30"/>
                </a:lnTo>
                <a:lnTo>
                  <a:pt x="177" y="31"/>
                </a:lnTo>
                <a:lnTo>
                  <a:pt x="177" y="30"/>
                </a:lnTo>
                <a:lnTo>
                  <a:pt x="178" y="30"/>
                </a:lnTo>
                <a:lnTo>
                  <a:pt x="178" y="31"/>
                </a:lnTo>
                <a:lnTo>
                  <a:pt x="178" y="32"/>
                </a:lnTo>
                <a:lnTo>
                  <a:pt x="177" y="32"/>
                </a:lnTo>
                <a:lnTo>
                  <a:pt x="176" y="33"/>
                </a:lnTo>
                <a:lnTo>
                  <a:pt x="175" y="33"/>
                </a:lnTo>
                <a:lnTo>
                  <a:pt x="175" y="34"/>
                </a:lnTo>
                <a:lnTo>
                  <a:pt x="174" y="34"/>
                </a:lnTo>
                <a:lnTo>
                  <a:pt x="173" y="34"/>
                </a:lnTo>
                <a:lnTo>
                  <a:pt x="172" y="35"/>
                </a:lnTo>
                <a:lnTo>
                  <a:pt x="171" y="35"/>
                </a:lnTo>
                <a:lnTo>
                  <a:pt x="171" y="36"/>
                </a:lnTo>
                <a:lnTo>
                  <a:pt x="170" y="37"/>
                </a:lnTo>
                <a:lnTo>
                  <a:pt x="169" y="37"/>
                </a:lnTo>
                <a:lnTo>
                  <a:pt x="169" y="38"/>
                </a:lnTo>
                <a:lnTo>
                  <a:pt x="168" y="38"/>
                </a:lnTo>
                <a:lnTo>
                  <a:pt x="168" y="39"/>
                </a:lnTo>
                <a:lnTo>
                  <a:pt x="168" y="40"/>
                </a:lnTo>
                <a:lnTo>
                  <a:pt x="167" y="40"/>
                </a:lnTo>
                <a:lnTo>
                  <a:pt x="167" y="41"/>
                </a:lnTo>
                <a:lnTo>
                  <a:pt x="164" y="43"/>
                </a:lnTo>
                <a:lnTo>
                  <a:pt x="163" y="43"/>
                </a:lnTo>
                <a:lnTo>
                  <a:pt x="163" y="44"/>
                </a:lnTo>
                <a:lnTo>
                  <a:pt x="162" y="45"/>
                </a:lnTo>
                <a:lnTo>
                  <a:pt x="162" y="46"/>
                </a:lnTo>
                <a:lnTo>
                  <a:pt x="162" y="47"/>
                </a:lnTo>
                <a:lnTo>
                  <a:pt x="162" y="48"/>
                </a:lnTo>
                <a:lnTo>
                  <a:pt x="161" y="48"/>
                </a:lnTo>
                <a:lnTo>
                  <a:pt x="161" y="49"/>
                </a:lnTo>
                <a:lnTo>
                  <a:pt x="161" y="50"/>
                </a:lnTo>
                <a:lnTo>
                  <a:pt x="161" y="51"/>
                </a:lnTo>
                <a:lnTo>
                  <a:pt x="161" y="52"/>
                </a:lnTo>
                <a:lnTo>
                  <a:pt x="161" y="53"/>
                </a:lnTo>
                <a:lnTo>
                  <a:pt x="161" y="57"/>
                </a:lnTo>
                <a:lnTo>
                  <a:pt x="161" y="58"/>
                </a:lnTo>
                <a:lnTo>
                  <a:pt x="161" y="59"/>
                </a:lnTo>
                <a:lnTo>
                  <a:pt x="161" y="60"/>
                </a:lnTo>
                <a:lnTo>
                  <a:pt x="162" y="60"/>
                </a:lnTo>
                <a:lnTo>
                  <a:pt x="162" y="61"/>
                </a:lnTo>
                <a:lnTo>
                  <a:pt x="161" y="61"/>
                </a:lnTo>
                <a:lnTo>
                  <a:pt x="161" y="62"/>
                </a:lnTo>
                <a:lnTo>
                  <a:pt x="162" y="62"/>
                </a:lnTo>
                <a:lnTo>
                  <a:pt x="162" y="65"/>
                </a:lnTo>
                <a:lnTo>
                  <a:pt x="162" y="66"/>
                </a:lnTo>
                <a:lnTo>
                  <a:pt x="162" y="67"/>
                </a:lnTo>
                <a:lnTo>
                  <a:pt x="163" y="67"/>
                </a:lnTo>
                <a:lnTo>
                  <a:pt x="163" y="68"/>
                </a:lnTo>
                <a:lnTo>
                  <a:pt x="163" y="69"/>
                </a:lnTo>
                <a:lnTo>
                  <a:pt x="163" y="70"/>
                </a:lnTo>
                <a:lnTo>
                  <a:pt x="164" y="70"/>
                </a:lnTo>
                <a:lnTo>
                  <a:pt x="164" y="71"/>
                </a:lnTo>
                <a:lnTo>
                  <a:pt x="166" y="72"/>
                </a:lnTo>
                <a:lnTo>
                  <a:pt x="167" y="72"/>
                </a:lnTo>
                <a:lnTo>
                  <a:pt x="168" y="73"/>
                </a:lnTo>
                <a:lnTo>
                  <a:pt x="167" y="73"/>
                </a:lnTo>
                <a:lnTo>
                  <a:pt x="166" y="73"/>
                </a:lnTo>
                <a:lnTo>
                  <a:pt x="166" y="72"/>
                </a:lnTo>
                <a:lnTo>
                  <a:pt x="164" y="72"/>
                </a:lnTo>
                <a:lnTo>
                  <a:pt x="164" y="73"/>
                </a:lnTo>
                <a:lnTo>
                  <a:pt x="166" y="73"/>
                </a:lnTo>
                <a:lnTo>
                  <a:pt x="166" y="74"/>
                </a:lnTo>
                <a:lnTo>
                  <a:pt x="167" y="74"/>
                </a:lnTo>
                <a:lnTo>
                  <a:pt x="167" y="75"/>
                </a:lnTo>
                <a:lnTo>
                  <a:pt x="166" y="75"/>
                </a:lnTo>
                <a:lnTo>
                  <a:pt x="166" y="76"/>
                </a:lnTo>
                <a:lnTo>
                  <a:pt x="166" y="77"/>
                </a:lnTo>
                <a:lnTo>
                  <a:pt x="166" y="78"/>
                </a:lnTo>
                <a:lnTo>
                  <a:pt x="167" y="79"/>
                </a:lnTo>
                <a:lnTo>
                  <a:pt x="166" y="80"/>
                </a:lnTo>
                <a:lnTo>
                  <a:pt x="163" y="81"/>
                </a:lnTo>
                <a:lnTo>
                  <a:pt x="162" y="81"/>
                </a:lnTo>
                <a:lnTo>
                  <a:pt x="162" y="82"/>
                </a:lnTo>
                <a:lnTo>
                  <a:pt x="162" y="83"/>
                </a:lnTo>
                <a:lnTo>
                  <a:pt x="163" y="83"/>
                </a:lnTo>
                <a:lnTo>
                  <a:pt x="163" y="84"/>
                </a:lnTo>
                <a:lnTo>
                  <a:pt x="164" y="85"/>
                </a:lnTo>
                <a:lnTo>
                  <a:pt x="163" y="85"/>
                </a:lnTo>
                <a:lnTo>
                  <a:pt x="163" y="86"/>
                </a:lnTo>
                <a:lnTo>
                  <a:pt x="162" y="86"/>
                </a:lnTo>
                <a:lnTo>
                  <a:pt x="161" y="87"/>
                </a:lnTo>
                <a:lnTo>
                  <a:pt x="161" y="88"/>
                </a:lnTo>
                <a:lnTo>
                  <a:pt x="160" y="88"/>
                </a:lnTo>
                <a:lnTo>
                  <a:pt x="160" y="89"/>
                </a:lnTo>
                <a:lnTo>
                  <a:pt x="159" y="89"/>
                </a:lnTo>
                <a:lnTo>
                  <a:pt x="159" y="90"/>
                </a:lnTo>
                <a:lnTo>
                  <a:pt x="159" y="91"/>
                </a:lnTo>
                <a:lnTo>
                  <a:pt x="158" y="91"/>
                </a:lnTo>
                <a:lnTo>
                  <a:pt x="158" y="92"/>
                </a:lnTo>
                <a:lnTo>
                  <a:pt x="158" y="93"/>
                </a:lnTo>
                <a:lnTo>
                  <a:pt x="158" y="94"/>
                </a:lnTo>
                <a:lnTo>
                  <a:pt x="158" y="95"/>
                </a:lnTo>
                <a:lnTo>
                  <a:pt x="158" y="96"/>
                </a:lnTo>
                <a:lnTo>
                  <a:pt x="157" y="97"/>
                </a:lnTo>
                <a:lnTo>
                  <a:pt x="157" y="98"/>
                </a:lnTo>
                <a:lnTo>
                  <a:pt x="157" y="99"/>
                </a:lnTo>
                <a:lnTo>
                  <a:pt x="156" y="99"/>
                </a:lnTo>
                <a:lnTo>
                  <a:pt x="156" y="100"/>
                </a:lnTo>
                <a:lnTo>
                  <a:pt x="156" y="101"/>
                </a:lnTo>
                <a:lnTo>
                  <a:pt x="157" y="102"/>
                </a:lnTo>
                <a:lnTo>
                  <a:pt x="156" y="102"/>
                </a:lnTo>
                <a:lnTo>
                  <a:pt x="156" y="103"/>
                </a:lnTo>
                <a:lnTo>
                  <a:pt x="155" y="103"/>
                </a:lnTo>
                <a:lnTo>
                  <a:pt x="155" y="105"/>
                </a:lnTo>
                <a:lnTo>
                  <a:pt x="154" y="105"/>
                </a:lnTo>
                <a:lnTo>
                  <a:pt x="154" y="106"/>
                </a:lnTo>
                <a:lnTo>
                  <a:pt x="154" y="107"/>
                </a:lnTo>
                <a:lnTo>
                  <a:pt x="154" y="108"/>
                </a:lnTo>
                <a:lnTo>
                  <a:pt x="153" y="108"/>
                </a:lnTo>
                <a:lnTo>
                  <a:pt x="152" y="109"/>
                </a:lnTo>
                <a:lnTo>
                  <a:pt x="151" y="109"/>
                </a:lnTo>
                <a:lnTo>
                  <a:pt x="151" y="110"/>
                </a:lnTo>
                <a:lnTo>
                  <a:pt x="151" y="111"/>
                </a:lnTo>
                <a:lnTo>
                  <a:pt x="150" y="111"/>
                </a:lnTo>
                <a:lnTo>
                  <a:pt x="149" y="112"/>
                </a:lnTo>
                <a:lnTo>
                  <a:pt x="148" y="113"/>
                </a:lnTo>
                <a:lnTo>
                  <a:pt x="147" y="113"/>
                </a:lnTo>
                <a:lnTo>
                  <a:pt x="147" y="114"/>
                </a:lnTo>
                <a:lnTo>
                  <a:pt x="146" y="115"/>
                </a:lnTo>
                <a:lnTo>
                  <a:pt x="146" y="116"/>
                </a:lnTo>
                <a:lnTo>
                  <a:pt x="146" y="117"/>
                </a:lnTo>
                <a:lnTo>
                  <a:pt x="146" y="118"/>
                </a:lnTo>
                <a:lnTo>
                  <a:pt x="147" y="118"/>
                </a:lnTo>
                <a:lnTo>
                  <a:pt x="147" y="119"/>
                </a:lnTo>
                <a:lnTo>
                  <a:pt x="147" y="120"/>
                </a:lnTo>
                <a:lnTo>
                  <a:pt x="146" y="120"/>
                </a:lnTo>
                <a:lnTo>
                  <a:pt x="146" y="121"/>
                </a:lnTo>
                <a:lnTo>
                  <a:pt x="146" y="122"/>
                </a:lnTo>
                <a:lnTo>
                  <a:pt x="145" y="122"/>
                </a:lnTo>
                <a:lnTo>
                  <a:pt x="145" y="123"/>
                </a:lnTo>
                <a:lnTo>
                  <a:pt x="144" y="123"/>
                </a:lnTo>
                <a:lnTo>
                  <a:pt x="143" y="124"/>
                </a:lnTo>
                <a:lnTo>
                  <a:pt x="143" y="125"/>
                </a:lnTo>
                <a:lnTo>
                  <a:pt x="143" y="126"/>
                </a:lnTo>
                <a:lnTo>
                  <a:pt x="142" y="126"/>
                </a:lnTo>
                <a:lnTo>
                  <a:pt x="142" y="127"/>
                </a:lnTo>
                <a:lnTo>
                  <a:pt x="142" y="128"/>
                </a:lnTo>
                <a:lnTo>
                  <a:pt x="143" y="129"/>
                </a:lnTo>
                <a:lnTo>
                  <a:pt x="143" y="130"/>
                </a:lnTo>
                <a:lnTo>
                  <a:pt x="143" y="131"/>
                </a:lnTo>
                <a:lnTo>
                  <a:pt x="144" y="132"/>
                </a:lnTo>
                <a:lnTo>
                  <a:pt x="145" y="132"/>
                </a:lnTo>
                <a:lnTo>
                  <a:pt x="145" y="133"/>
                </a:lnTo>
                <a:lnTo>
                  <a:pt x="145" y="134"/>
                </a:lnTo>
                <a:lnTo>
                  <a:pt x="145" y="135"/>
                </a:lnTo>
                <a:lnTo>
                  <a:pt x="144" y="135"/>
                </a:lnTo>
                <a:lnTo>
                  <a:pt x="143" y="136"/>
                </a:lnTo>
                <a:lnTo>
                  <a:pt x="143" y="137"/>
                </a:lnTo>
                <a:lnTo>
                  <a:pt x="142" y="137"/>
                </a:lnTo>
                <a:lnTo>
                  <a:pt x="142" y="138"/>
                </a:lnTo>
                <a:lnTo>
                  <a:pt x="141" y="139"/>
                </a:lnTo>
                <a:lnTo>
                  <a:pt x="142" y="140"/>
                </a:lnTo>
                <a:lnTo>
                  <a:pt x="142" y="141"/>
                </a:lnTo>
                <a:lnTo>
                  <a:pt x="142" y="142"/>
                </a:lnTo>
                <a:lnTo>
                  <a:pt x="142" y="143"/>
                </a:lnTo>
                <a:lnTo>
                  <a:pt x="141" y="143"/>
                </a:lnTo>
                <a:lnTo>
                  <a:pt x="141" y="146"/>
                </a:lnTo>
                <a:lnTo>
                  <a:pt x="141" y="147"/>
                </a:lnTo>
                <a:lnTo>
                  <a:pt x="141" y="148"/>
                </a:lnTo>
                <a:lnTo>
                  <a:pt x="141" y="149"/>
                </a:lnTo>
                <a:lnTo>
                  <a:pt x="140" y="149"/>
                </a:lnTo>
                <a:lnTo>
                  <a:pt x="140" y="150"/>
                </a:lnTo>
                <a:lnTo>
                  <a:pt x="140" y="151"/>
                </a:lnTo>
                <a:lnTo>
                  <a:pt x="140" y="152"/>
                </a:lnTo>
                <a:lnTo>
                  <a:pt x="139" y="152"/>
                </a:lnTo>
                <a:lnTo>
                  <a:pt x="139" y="153"/>
                </a:lnTo>
                <a:lnTo>
                  <a:pt x="139" y="154"/>
                </a:lnTo>
                <a:lnTo>
                  <a:pt x="138" y="154"/>
                </a:lnTo>
                <a:lnTo>
                  <a:pt x="138" y="155"/>
                </a:lnTo>
                <a:lnTo>
                  <a:pt x="138" y="157"/>
                </a:lnTo>
                <a:lnTo>
                  <a:pt x="138" y="159"/>
                </a:lnTo>
                <a:lnTo>
                  <a:pt x="139" y="159"/>
                </a:lnTo>
                <a:lnTo>
                  <a:pt x="138" y="159"/>
                </a:lnTo>
                <a:lnTo>
                  <a:pt x="138" y="160"/>
                </a:lnTo>
                <a:lnTo>
                  <a:pt x="138" y="161"/>
                </a:lnTo>
                <a:lnTo>
                  <a:pt x="137" y="161"/>
                </a:lnTo>
                <a:lnTo>
                  <a:pt x="137" y="162"/>
                </a:lnTo>
                <a:lnTo>
                  <a:pt x="137" y="163"/>
                </a:lnTo>
                <a:lnTo>
                  <a:pt x="136" y="163"/>
                </a:lnTo>
                <a:lnTo>
                  <a:pt x="136" y="164"/>
                </a:lnTo>
                <a:lnTo>
                  <a:pt x="136" y="165"/>
                </a:lnTo>
                <a:lnTo>
                  <a:pt x="137" y="165"/>
                </a:lnTo>
                <a:lnTo>
                  <a:pt x="136" y="166"/>
                </a:lnTo>
                <a:lnTo>
                  <a:pt x="136" y="167"/>
                </a:lnTo>
                <a:lnTo>
                  <a:pt x="136" y="168"/>
                </a:lnTo>
                <a:lnTo>
                  <a:pt x="136" y="169"/>
                </a:lnTo>
                <a:lnTo>
                  <a:pt x="136" y="170"/>
                </a:lnTo>
                <a:lnTo>
                  <a:pt x="135" y="170"/>
                </a:lnTo>
                <a:lnTo>
                  <a:pt x="135" y="172"/>
                </a:lnTo>
                <a:lnTo>
                  <a:pt x="135" y="173"/>
                </a:lnTo>
                <a:lnTo>
                  <a:pt x="135" y="176"/>
                </a:lnTo>
                <a:lnTo>
                  <a:pt x="134" y="176"/>
                </a:lnTo>
                <a:lnTo>
                  <a:pt x="134" y="178"/>
                </a:lnTo>
                <a:lnTo>
                  <a:pt x="134" y="179"/>
                </a:lnTo>
                <a:lnTo>
                  <a:pt x="133" y="180"/>
                </a:lnTo>
                <a:lnTo>
                  <a:pt x="133" y="181"/>
                </a:lnTo>
                <a:lnTo>
                  <a:pt x="132" y="182"/>
                </a:lnTo>
                <a:lnTo>
                  <a:pt x="132" y="183"/>
                </a:lnTo>
                <a:lnTo>
                  <a:pt x="132" y="184"/>
                </a:lnTo>
                <a:lnTo>
                  <a:pt x="132" y="186"/>
                </a:lnTo>
                <a:lnTo>
                  <a:pt x="133" y="186"/>
                </a:lnTo>
                <a:lnTo>
                  <a:pt x="133" y="187"/>
                </a:lnTo>
                <a:lnTo>
                  <a:pt x="132" y="189"/>
                </a:lnTo>
                <a:lnTo>
                  <a:pt x="132" y="190"/>
                </a:lnTo>
                <a:lnTo>
                  <a:pt x="132" y="191"/>
                </a:lnTo>
                <a:lnTo>
                  <a:pt x="131" y="192"/>
                </a:lnTo>
                <a:lnTo>
                  <a:pt x="131" y="193"/>
                </a:lnTo>
                <a:lnTo>
                  <a:pt x="130" y="196"/>
                </a:lnTo>
                <a:lnTo>
                  <a:pt x="130" y="197"/>
                </a:lnTo>
                <a:lnTo>
                  <a:pt x="130" y="198"/>
                </a:lnTo>
                <a:lnTo>
                  <a:pt x="129" y="198"/>
                </a:lnTo>
                <a:lnTo>
                  <a:pt x="129" y="199"/>
                </a:lnTo>
                <a:lnTo>
                  <a:pt x="129" y="201"/>
                </a:lnTo>
                <a:lnTo>
                  <a:pt x="129" y="202"/>
                </a:lnTo>
                <a:lnTo>
                  <a:pt x="129" y="203"/>
                </a:lnTo>
                <a:lnTo>
                  <a:pt x="129" y="204"/>
                </a:lnTo>
                <a:lnTo>
                  <a:pt x="128" y="204"/>
                </a:lnTo>
                <a:lnTo>
                  <a:pt x="127" y="205"/>
                </a:lnTo>
                <a:lnTo>
                  <a:pt x="126" y="207"/>
                </a:lnTo>
                <a:lnTo>
                  <a:pt x="125" y="207"/>
                </a:lnTo>
                <a:lnTo>
                  <a:pt x="125" y="208"/>
                </a:lnTo>
                <a:lnTo>
                  <a:pt x="125" y="210"/>
                </a:lnTo>
                <a:lnTo>
                  <a:pt x="125" y="211"/>
                </a:lnTo>
                <a:lnTo>
                  <a:pt x="124" y="211"/>
                </a:lnTo>
                <a:lnTo>
                  <a:pt x="124" y="212"/>
                </a:lnTo>
                <a:lnTo>
                  <a:pt x="124" y="213"/>
                </a:lnTo>
                <a:lnTo>
                  <a:pt x="125" y="213"/>
                </a:lnTo>
                <a:lnTo>
                  <a:pt x="124" y="214"/>
                </a:lnTo>
                <a:lnTo>
                  <a:pt x="124" y="215"/>
                </a:lnTo>
                <a:lnTo>
                  <a:pt x="123" y="215"/>
                </a:lnTo>
                <a:lnTo>
                  <a:pt x="123" y="217"/>
                </a:lnTo>
                <a:lnTo>
                  <a:pt x="123" y="218"/>
                </a:lnTo>
                <a:lnTo>
                  <a:pt x="123" y="219"/>
                </a:lnTo>
                <a:lnTo>
                  <a:pt x="123" y="220"/>
                </a:lnTo>
                <a:lnTo>
                  <a:pt x="123" y="221"/>
                </a:lnTo>
                <a:lnTo>
                  <a:pt x="123" y="223"/>
                </a:lnTo>
                <a:lnTo>
                  <a:pt x="123" y="224"/>
                </a:lnTo>
                <a:lnTo>
                  <a:pt x="124" y="224"/>
                </a:lnTo>
                <a:lnTo>
                  <a:pt x="123" y="225"/>
                </a:lnTo>
                <a:lnTo>
                  <a:pt x="123" y="224"/>
                </a:lnTo>
                <a:lnTo>
                  <a:pt x="123" y="225"/>
                </a:lnTo>
                <a:lnTo>
                  <a:pt x="122" y="225"/>
                </a:lnTo>
                <a:lnTo>
                  <a:pt x="122" y="226"/>
                </a:lnTo>
                <a:lnTo>
                  <a:pt x="121" y="226"/>
                </a:lnTo>
                <a:lnTo>
                  <a:pt x="121" y="227"/>
                </a:lnTo>
                <a:lnTo>
                  <a:pt x="120" y="227"/>
                </a:lnTo>
                <a:lnTo>
                  <a:pt x="119" y="227"/>
                </a:lnTo>
                <a:lnTo>
                  <a:pt x="119" y="228"/>
                </a:lnTo>
                <a:lnTo>
                  <a:pt x="118" y="229"/>
                </a:lnTo>
                <a:lnTo>
                  <a:pt x="118" y="230"/>
                </a:lnTo>
                <a:lnTo>
                  <a:pt x="118" y="231"/>
                </a:lnTo>
                <a:lnTo>
                  <a:pt x="118" y="232"/>
                </a:lnTo>
                <a:lnTo>
                  <a:pt x="117" y="233"/>
                </a:lnTo>
                <a:lnTo>
                  <a:pt x="117" y="234"/>
                </a:lnTo>
                <a:lnTo>
                  <a:pt x="117" y="235"/>
                </a:lnTo>
                <a:lnTo>
                  <a:pt x="116" y="237"/>
                </a:lnTo>
                <a:lnTo>
                  <a:pt x="115" y="238"/>
                </a:lnTo>
                <a:lnTo>
                  <a:pt x="115" y="239"/>
                </a:lnTo>
                <a:lnTo>
                  <a:pt x="114" y="240"/>
                </a:lnTo>
                <a:lnTo>
                  <a:pt x="114" y="241"/>
                </a:lnTo>
                <a:lnTo>
                  <a:pt x="113" y="241"/>
                </a:lnTo>
                <a:lnTo>
                  <a:pt x="112" y="242"/>
                </a:lnTo>
                <a:lnTo>
                  <a:pt x="112" y="243"/>
                </a:lnTo>
                <a:lnTo>
                  <a:pt x="110" y="246"/>
                </a:lnTo>
                <a:lnTo>
                  <a:pt x="110" y="247"/>
                </a:lnTo>
                <a:lnTo>
                  <a:pt x="110" y="248"/>
                </a:lnTo>
                <a:lnTo>
                  <a:pt x="109" y="249"/>
                </a:lnTo>
                <a:lnTo>
                  <a:pt x="108" y="249"/>
                </a:lnTo>
                <a:lnTo>
                  <a:pt x="108" y="250"/>
                </a:lnTo>
                <a:lnTo>
                  <a:pt x="107" y="250"/>
                </a:lnTo>
                <a:lnTo>
                  <a:pt x="106" y="250"/>
                </a:lnTo>
                <a:lnTo>
                  <a:pt x="105" y="251"/>
                </a:lnTo>
                <a:lnTo>
                  <a:pt x="104" y="252"/>
                </a:lnTo>
                <a:lnTo>
                  <a:pt x="104" y="253"/>
                </a:lnTo>
                <a:lnTo>
                  <a:pt x="104" y="254"/>
                </a:lnTo>
                <a:lnTo>
                  <a:pt x="104" y="255"/>
                </a:lnTo>
                <a:lnTo>
                  <a:pt x="104" y="256"/>
                </a:lnTo>
                <a:lnTo>
                  <a:pt x="105" y="256"/>
                </a:lnTo>
                <a:lnTo>
                  <a:pt x="105" y="257"/>
                </a:lnTo>
                <a:lnTo>
                  <a:pt x="105" y="258"/>
                </a:lnTo>
                <a:lnTo>
                  <a:pt x="104" y="258"/>
                </a:lnTo>
                <a:lnTo>
                  <a:pt x="103" y="258"/>
                </a:lnTo>
                <a:lnTo>
                  <a:pt x="103" y="259"/>
                </a:lnTo>
                <a:lnTo>
                  <a:pt x="103" y="260"/>
                </a:lnTo>
                <a:lnTo>
                  <a:pt x="103" y="261"/>
                </a:lnTo>
                <a:lnTo>
                  <a:pt x="102" y="261"/>
                </a:lnTo>
                <a:lnTo>
                  <a:pt x="102" y="262"/>
                </a:lnTo>
                <a:lnTo>
                  <a:pt x="101" y="262"/>
                </a:lnTo>
                <a:lnTo>
                  <a:pt x="101" y="263"/>
                </a:lnTo>
                <a:lnTo>
                  <a:pt x="100" y="263"/>
                </a:lnTo>
                <a:lnTo>
                  <a:pt x="100" y="264"/>
                </a:lnTo>
                <a:lnTo>
                  <a:pt x="99" y="264"/>
                </a:lnTo>
                <a:lnTo>
                  <a:pt x="98" y="265"/>
                </a:lnTo>
                <a:lnTo>
                  <a:pt x="97" y="266"/>
                </a:lnTo>
                <a:lnTo>
                  <a:pt x="96" y="267"/>
                </a:lnTo>
                <a:lnTo>
                  <a:pt x="95" y="267"/>
                </a:lnTo>
                <a:lnTo>
                  <a:pt x="94" y="267"/>
                </a:lnTo>
                <a:lnTo>
                  <a:pt x="94" y="268"/>
                </a:lnTo>
                <a:lnTo>
                  <a:pt x="93" y="268"/>
                </a:lnTo>
                <a:lnTo>
                  <a:pt x="93" y="269"/>
                </a:lnTo>
                <a:lnTo>
                  <a:pt x="92" y="269"/>
                </a:lnTo>
                <a:lnTo>
                  <a:pt x="92" y="270"/>
                </a:lnTo>
                <a:lnTo>
                  <a:pt x="91" y="270"/>
                </a:lnTo>
                <a:lnTo>
                  <a:pt x="90" y="270"/>
                </a:lnTo>
                <a:lnTo>
                  <a:pt x="90" y="271"/>
                </a:lnTo>
                <a:lnTo>
                  <a:pt x="89" y="271"/>
                </a:lnTo>
                <a:lnTo>
                  <a:pt x="89" y="272"/>
                </a:lnTo>
                <a:lnTo>
                  <a:pt x="89" y="273"/>
                </a:lnTo>
                <a:lnTo>
                  <a:pt x="88" y="274"/>
                </a:lnTo>
                <a:lnTo>
                  <a:pt x="88" y="275"/>
                </a:lnTo>
                <a:lnTo>
                  <a:pt x="88" y="276"/>
                </a:lnTo>
                <a:lnTo>
                  <a:pt x="88" y="277"/>
                </a:lnTo>
                <a:lnTo>
                  <a:pt x="88" y="278"/>
                </a:lnTo>
                <a:lnTo>
                  <a:pt x="87" y="279"/>
                </a:lnTo>
                <a:lnTo>
                  <a:pt x="87" y="280"/>
                </a:lnTo>
                <a:lnTo>
                  <a:pt x="86" y="280"/>
                </a:lnTo>
                <a:lnTo>
                  <a:pt x="85" y="280"/>
                </a:lnTo>
                <a:lnTo>
                  <a:pt x="85" y="281"/>
                </a:lnTo>
                <a:lnTo>
                  <a:pt x="85" y="282"/>
                </a:lnTo>
                <a:lnTo>
                  <a:pt x="85" y="283"/>
                </a:lnTo>
                <a:lnTo>
                  <a:pt x="84" y="284"/>
                </a:lnTo>
                <a:lnTo>
                  <a:pt x="84" y="285"/>
                </a:lnTo>
                <a:lnTo>
                  <a:pt x="83" y="287"/>
                </a:lnTo>
                <a:lnTo>
                  <a:pt x="83" y="288"/>
                </a:lnTo>
                <a:lnTo>
                  <a:pt x="83" y="289"/>
                </a:lnTo>
                <a:lnTo>
                  <a:pt x="82" y="290"/>
                </a:lnTo>
                <a:lnTo>
                  <a:pt x="82" y="291"/>
                </a:lnTo>
                <a:lnTo>
                  <a:pt x="82" y="292"/>
                </a:lnTo>
                <a:lnTo>
                  <a:pt x="81" y="294"/>
                </a:lnTo>
                <a:lnTo>
                  <a:pt x="81" y="296"/>
                </a:lnTo>
                <a:lnTo>
                  <a:pt x="80" y="296"/>
                </a:lnTo>
                <a:lnTo>
                  <a:pt x="80" y="297"/>
                </a:lnTo>
                <a:lnTo>
                  <a:pt x="80" y="298"/>
                </a:lnTo>
                <a:lnTo>
                  <a:pt x="79" y="299"/>
                </a:lnTo>
                <a:lnTo>
                  <a:pt x="79" y="300"/>
                </a:lnTo>
                <a:lnTo>
                  <a:pt x="79" y="301"/>
                </a:lnTo>
                <a:lnTo>
                  <a:pt x="79" y="302"/>
                </a:lnTo>
                <a:lnTo>
                  <a:pt x="78" y="302"/>
                </a:lnTo>
                <a:lnTo>
                  <a:pt x="78" y="303"/>
                </a:lnTo>
                <a:lnTo>
                  <a:pt x="78" y="304"/>
                </a:lnTo>
                <a:lnTo>
                  <a:pt x="77" y="304"/>
                </a:lnTo>
                <a:lnTo>
                  <a:pt x="77" y="305"/>
                </a:lnTo>
                <a:lnTo>
                  <a:pt x="77" y="306"/>
                </a:lnTo>
                <a:lnTo>
                  <a:pt x="77" y="311"/>
                </a:lnTo>
                <a:lnTo>
                  <a:pt x="77" y="312"/>
                </a:lnTo>
                <a:lnTo>
                  <a:pt x="77" y="319"/>
                </a:lnTo>
                <a:lnTo>
                  <a:pt x="77" y="324"/>
                </a:lnTo>
                <a:lnTo>
                  <a:pt x="77" y="325"/>
                </a:lnTo>
                <a:lnTo>
                  <a:pt x="77" y="326"/>
                </a:lnTo>
                <a:lnTo>
                  <a:pt x="77" y="327"/>
                </a:lnTo>
                <a:lnTo>
                  <a:pt x="77" y="328"/>
                </a:lnTo>
                <a:lnTo>
                  <a:pt x="78" y="328"/>
                </a:lnTo>
                <a:lnTo>
                  <a:pt x="77" y="330"/>
                </a:lnTo>
                <a:lnTo>
                  <a:pt x="77" y="331"/>
                </a:lnTo>
                <a:lnTo>
                  <a:pt x="77" y="334"/>
                </a:lnTo>
                <a:lnTo>
                  <a:pt x="77" y="335"/>
                </a:lnTo>
                <a:lnTo>
                  <a:pt x="78" y="335"/>
                </a:lnTo>
                <a:lnTo>
                  <a:pt x="77" y="335"/>
                </a:lnTo>
                <a:lnTo>
                  <a:pt x="77" y="336"/>
                </a:lnTo>
                <a:lnTo>
                  <a:pt x="77" y="337"/>
                </a:lnTo>
                <a:lnTo>
                  <a:pt x="76" y="338"/>
                </a:lnTo>
                <a:lnTo>
                  <a:pt x="76" y="339"/>
                </a:lnTo>
                <a:lnTo>
                  <a:pt x="75" y="339"/>
                </a:lnTo>
                <a:lnTo>
                  <a:pt x="74" y="340"/>
                </a:lnTo>
                <a:lnTo>
                  <a:pt x="73" y="340"/>
                </a:lnTo>
                <a:lnTo>
                  <a:pt x="73" y="341"/>
                </a:lnTo>
                <a:lnTo>
                  <a:pt x="73" y="342"/>
                </a:lnTo>
                <a:lnTo>
                  <a:pt x="73" y="343"/>
                </a:lnTo>
                <a:lnTo>
                  <a:pt x="72" y="343"/>
                </a:lnTo>
                <a:lnTo>
                  <a:pt x="73" y="344"/>
                </a:lnTo>
                <a:lnTo>
                  <a:pt x="73" y="345"/>
                </a:lnTo>
                <a:lnTo>
                  <a:pt x="73" y="346"/>
                </a:lnTo>
                <a:lnTo>
                  <a:pt x="74" y="346"/>
                </a:lnTo>
                <a:lnTo>
                  <a:pt x="74" y="347"/>
                </a:lnTo>
                <a:lnTo>
                  <a:pt x="74" y="348"/>
                </a:lnTo>
                <a:lnTo>
                  <a:pt x="75" y="349"/>
                </a:lnTo>
                <a:lnTo>
                  <a:pt x="74" y="349"/>
                </a:lnTo>
                <a:lnTo>
                  <a:pt x="73" y="349"/>
                </a:lnTo>
                <a:lnTo>
                  <a:pt x="73" y="348"/>
                </a:lnTo>
                <a:lnTo>
                  <a:pt x="73" y="347"/>
                </a:lnTo>
                <a:lnTo>
                  <a:pt x="72" y="347"/>
                </a:lnTo>
                <a:lnTo>
                  <a:pt x="71" y="346"/>
                </a:lnTo>
                <a:lnTo>
                  <a:pt x="71" y="345"/>
                </a:lnTo>
                <a:lnTo>
                  <a:pt x="70" y="346"/>
                </a:lnTo>
                <a:lnTo>
                  <a:pt x="69" y="345"/>
                </a:lnTo>
                <a:lnTo>
                  <a:pt x="67" y="344"/>
                </a:lnTo>
                <a:lnTo>
                  <a:pt x="66" y="344"/>
                </a:lnTo>
                <a:lnTo>
                  <a:pt x="66" y="343"/>
                </a:lnTo>
                <a:lnTo>
                  <a:pt x="65" y="343"/>
                </a:lnTo>
                <a:lnTo>
                  <a:pt x="64" y="344"/>
                </a:lnTo>
                <a:lnTo>
                  <a:pt x="64" y="345"/>
                </a:lnTo>
                <a:lnTo>
                  <a:pt x="64" y="346"/>
                </a:lnTo>
                <a:lnTo>
                  <a:pt x="63" y="347"/>
                </a:lnTo>
                <a:lnTo>
                  <a:pt x="62" y="347"/>
                </a:lnTo>
                <a:lnTo>
                  <a:pt x="62" y="346"/>
                </a:lnTo>
                <a:lnTo>
                  <a:pt x="61" y="346"/>
                </a:lnTo>
                <a:lnTo>
                  <a:pt x="61" y="345"/>
                </a:lnTo>
                <a:lnTo>
                  <a:pt x="61" y="344"/>
                </a:lnTo>
                <a:lnTo>
                  <a:pt x="61" y="342"/>
                </a:lnTo>
                <a:lnTo>
                  <a:pt x="61" y="341"/>
                </a:lnTo>
                <a:lnTo>
                  <a:pt x="61" y="340"/>
                </a:lnTo>
                <a:lnTo>
                  <a:pt x="60" y="339"/>
                </a:lnTo>
                <a:lnTo>
                  <a:pt x="59" y="338"/>
                </a:lnTo>
                <a:lnTo>
                  <a:pt x="59" y="337"/>
                </a:lnTo>
                <a:lnTo>
                  <a:pt x="59" y="336"/>
                </a:lnTo>
                <a:lnTo>
                  <a:pt x="59" y="335"/>
                </a:lnTo>
                <a:lnTo>
                  <a:pt x="60" y="335"/>
                </a:lnTo>
                <a:lnTo>
                  <a:pt x="60" y="334"/>
                </a:lnTo>
                <a:lnTo>
                  <a:pt x="59" y="334"/>
                </a:lnTo>
                <a:lnTo>
                  <a:pt x="59" y="333"/>
                </a:lnTo>
                <a:lnTo>
                  <a:pt x="60" y="333"/>
                </a:lnTo>
                <a:lnTo>
                  <a:pt x="61" y="332"/>
                </a:lnTo>
                <a:lnTo>
                  <a:pt x="60" y="332"/>
                </a:lnTo>
                <a:lnTo>
                  <a:pt x="60" y="331"/>
                </a:lnTo>
                <a:lnTo>
                  <a:pt x="60" y="330"/>
                </a:lnTo>
                <a:lnTo>
                  <a:pt x="61" y="330"/>
                </a:lnTo>
                <a:lnTo>
                  <a:pt x="61" y="329"/>
                </a:lnTo>
                <a:lnTo>
                  <a:pt x="61" y="328"/>
                </a:lnTo>
                <a:lnTo>
                  <a:pt x="61" y="327"/>
                </a:lnTo>
                <a:lnTo>
                  <a:pt x="61" y="326"/>
                </a:lnTo>
                <a:lnTo>
                  <a:pt x="59" y="319"/>
                </a:lnTo>
                <a:lnTo>
                  <a:pt x="59" y="318"/>
                </a:lnTo>
                <a:lnTo>
                  <a:pt x="59" y="317"/>
                </a:lnTo>
                <a:lnTo>
                  <a:pt x="58" y="317"/>
                </a:lnTo>
                <a:lnTo>
                  <a:pt x="58" y="316"/>
                </a:lnTo>
                <a:lnTo>
                  <a:pt x="58" y="315"/>
                </a:lnTo>
                <a:lnTo>
                  <a:pt x="57" y="315"/>
                </a:lnTo>
                <a:lnTo>
                  <a:pt x="57" y="314"/>
                </a:lnTo>
                <a:lnTo>
                  <a:pt x="56" y="313"/>
                </a:lnTo>
                <a:lnTo>
                  <a:pt x="55" y="313"/>
                </a:lnTo>
                <a:lnTo>
                  <a:pt x="55" y="312"/>
                </a:lnTo>
                <a:lnTo>
                  <a:pt x="56" y="312"/>
                </a:lnTo>
                <a:lnTo>
                  <a:pt x="56" y="311"/>
                </a:lnTo>
                <a:lnTo>
                  <a:pt x="55" y="311"/>
                </a:lnTo>
                <a:lnTo>
                  <a:pt x="55" y="310"/>
                </a:lnTo>
                <a:lnTo>
                  <a:pt x="55" y="309"/>
                </a:lnTo>
                <a:lnTo>
                  <a:pt x="55" y="308"/>
                </a:lnTo>
                <a:lnTo>
                  <a:pt x="55" y="307"/>
                </a:lnTo>
                <a:lnTo>
                  <a:pt x="54" y="307"/>
                </a:lnTo>
                <a:lnTo>
                  <a:pt x="54" y="306"/>
                </a:lnTo>
                <a:lnTo>
                  <a:pt x="53" y="305"/>
                </a:lnTo>
                <a:lnTo>
                  <a:pt x="52" y="305"/>
                </a:lnTo>
                <a:lnTo>
                  <a:pt x="52" y="304"/>
                </a:lnTo>
                <a:lnTo>
                  <a:pt x="51" y="304"/>
                </a:lnTo>
                <a:lnTo>
                  <a:pt x="51" y="303"/>
                </a:lnTo>
                <a:lnTo>
                  <a:pt x="51" y="302"/>
                </a:lnTo>
                <a:lnTo>
                  <a:pt x="50" y="302"/>
                </a:lnTo>
                <a:lnTo>
                  <a:pt x="50" y="301"/>
                </a:lnTo>
                <a:lnTo>
                  <a:pt x="49" y="301"/>
                </a:lnTo>
                <a:lnTo>
                  <a:pt x="49" y="300"/>
                </a:lnTo>
                <a:lnTo>
                  <a:pt x="48" y="299"/>
                </a:lnTo>
                <a:lnTo>
                  <a:pt x="47" y="299"/>
                </a:lnTo>
                <a:lnTo>
                  <a:pt x="46" y="298"/>
                </a:lnTo>
                <a:lnTo>
                  <a:pt x="45" y="298"/>
                </a:lnTo>
                <a:lnTo>
                  <a:pt x="45" y="297"/>
                </a:lnTo>
                <a:lnTo>
                  <a:pt x="43" y="297"/>
                </a:lnTo>
                <a:lnTo>
                  <a:pt x="43" y="296"/>
                </a:lnTo>
                <a:lnTo>
                  <a:pt x="42" y="296"/>
                </a:lnTo>
                <a:lnTo>
                  <a:pt x="42" y="295"/>
                </a:lnTo>
                <a:lnTo>
                  <a:pt x="41" y="295"/>
                </a:lnTo>
                <a:lnTo>
                  <a:pt x="40" y="295"/>
                </a:lnTo>
                <a:lnTo>
                  <a:pt x="39" y="294"/>
                </a:lnTo>
                <a:lnTo>
                  <a:pt x="38" y="294"/>
                </a:lnTo>
                <a:lnTo>
                  <a:pt x="38" y="293"/>
                </a:lnTo>
                <a:lnTo>
                  <a:pt x="37" y="293"/>
                </a:lnTo>
                <a:lnTo>
                  <a:pt x="37" y="292"/>
                </a:lnTo>
                <a:lnTo>
                  <a:pt x="36" y="292"/>
                </a:lnTo>
                <a:lnTo>
                  <a:pt x="36" y="291"/>
                </a:lnTo>
                <a:lnTo>
                  <a:pt x="36" y="290"/>
                </a:lnTo>
                <a:lnTo>
                  <a:pt x="35" y="290"/>
                </a:lnTo>
                <a:lnTo>
                  <a:pt x="34" y="290"/>
                </a:lnTo>
                <a:lnTo>
                  <a:pt x="33" y="290"/>
                </a:lnTo>
                <a:lnTo>
                  <a:pt x="33" y="289"/>
                </a:lnTo>
                <a:lnTo>
                  <a:pt x="32" y="289"/>
                </a:lnTo>
                <a:lnTo>
                  <a:pt x="31" y="288"/>
                </a:lnTo>
                <a:lnTo>
                  <a:pt x="30" y="287"/>
                </a:lnTo>
                <a:lnTo>
                  <a:pt x="29" y="287"/>
                </a:lnTo>
                <a:lnTo>
                  <a:pt x="28" y="287"/>
                </a:lnTo>
                <a:lnTo>
                  <a:pt x="28" y="286"/>
                </a:lnTo>
                <a:lnTo>
                  <a:pt x="26" y="285"/>
                </a:lnTo>
                <a:lnTo>
                  <a:pt x="26" y="284"/>
                </a:lnTo>
                <a:lnTo>
                  <a:pt x="26" y="283"/>
                </a:lnTo>
                <a:lnTo>
                  <a:pt x="25" y="283"/>
                </a:lnTo>
                <a:lnTo>
                  <a:pt x="26" y="282"/>
                </a:lnTo>
                <a:lnTo>
                  <a:pt x="26" y="283"/>
                </a:lnTo>
                <a:lnTo>
                  <a:pt x="27" y="284"/>
                </a:lnTo>
                <a:lnTo>
                  <a:pt x="27" y="283"/>
                </a:lnTo>
                <a:lnTo>
                  <a:pt x="26" y="282"/>
                </a:lnTo>
                <a:lnTo>
                  <a:pt x="26" y="281"/>
                </a:lnTo>
                <a:lnTo>
                  <a:pt x="25" y="281"/>
                </a:lnTo>
                <a:lnTo>
                  <a:pt x="25" y="280"/>
                </a:lnTo>
                <a:lnTo>
                  <a:pt x="24" y="279"/>
                </a:lnTo>
                <a:lnTo>
                  <a:pt x="23" y="278"/>
                </a:lnTo>
                <a:lnTo>
                  <a:pt x="23" y="277"/>
                </a:lnTo>
                <a:lnTo>
                  <a:pt x="22" y="277"/>
                </a:lnTo>
                <a:lnTo>
                  <a:pt x="22" y="276"/>
                </a:lnTo>
                <a:lnTo>
                  <a:pt x="23" y="276"/>
                </a:lnTo>
                <a:lnTo>
                  <a:pt x="23" y="277"/>
                </a:lnTo>
                <a:lnTo>
                  <a:pt x="23" y="276"/>
                </a:lnTo>
                <a:lnTo>
                  <a:pt x="23" y="275"/>
                </a:lnTo>
                <a:lnTo>
                  <a:pt x="23" y="276"/>
                </a:lnTo>
                <a:lnTo>
                  <a:pt x="22" y="275"/>
                </a:lnTo>
                <a:lnTo>
                  <a:pt x="21" y="276"/>
                </a:lnTo>
                <a:lnTo>
                  <a:pt x="21" y="275"/>
                </a:lnTo>
                <a:lnTo>
                  <a:pt x="20" y="275"/>
                </a:lnTo>
                <a:lnTo>
                  <a:pt x="20" y="274"/>
                </a:lnTo>
                <a:lnTo>
                  <a:pt x="19" y="273"/>
                </a:lnTo>
                <a:lnTo>
                  <a:pt x="19" y="272"/>
                </a:lnTo>
                <a:lnTo>
                  <a:pt x="19" y="271"/>
                </a:lnTo>
                <a:lnTo>
                  <a:pt x="20" y="271"/>
                </a:lnTo>
                <a:lnTo>
                  <a:pt x="20" y="270"/>
                </a:lnTo>
                <a:lnTo>
                  <a:pt x="21" y="270"/>
                </a:lnTo>
                <a:lnTo>
                  <a:pt x="21" y="269"/>
                </a:lnTo>
                <a:lnTo>
                  <a:pt x="22" y="269"/>
                </a:lnTo>
                <a:lnTo>
                  <a:pt x="21" y="268"/>
                </a:lnTo>
                <a:lnTo>
                  <a:pt x="22" y="268"/>
                </a:lnTo>
                <a:lnTo>
                  <a:pt x="22" y="266"/>
                </a:lnTo>
                <a:lnTo>
                  <a:pt x="21" y="266"/>
                </a:lnTo>
                <a:lnTo>
                  <a:pt x="21" y="267"/>
                </a:lnTo>
                <a:lnTo>
                  <a:pt x="20" y="267"/>
                </a:lnTo>
                <a:lnTo>
                  <a:pt x="20" y="266"/>
                </a:lnTo>
                <a:lnTo>
                  <a:pt x="20" y="265"/>
                </a:lnTo>
                <a:lnTo>
                  <a:pt x="19" y="264"/>
                </a:lnTo>
                <a:lnTo>
                  <a:pt x="19" y="263"/>
                </a:lnTo>
                <a:lnTo>
                  <a:pt x="18" y="262"/>
                </a:lnTo>
                <a:lnTo>
                  <a:pt x="18" y="261"/>
                </a:lnTo>
                <a:lnTo>
                  <a:pt x="17" y="259"/>
                </a:lnTo>
                <a:lnTo>
                  <a:pt x="17" y="258"/>
                </a:lnTo>
                <a:lnTo>
                  <a:pt x="16" y="257"/>
                </a:lnTo>
                <a:lnTo>
                  <a:pt x="16" y="256"/>
                </a:lnTo>
                <a:lnTo>
                  <a:pt x="15" y="256"/>
                </a:lnTo>
                <a:lnTo>
                  <a:pt x="16" y="256"/>
                </a:lnTo>
                <a:lnTo>
                  <a:pt x="16" y="255"/>
                </a:lnTo>
                <a:lnTo>
                  <a:pt x="15" y="255"/>
                </a:lnTo>
                <a:lnTo>
                  <a:pt x="15" y="254"/>
                </a:lnTo>
                <a:lnTo>
                  <a:pt x="15" y="253"/>
                </a:lnTo>
                <a:lnTo>
                  <a:pt x="15" y="252"/>
                </a:lnTo>
                <a:lnTo>
                  <a:pt x="14" y="252"/>
                </a:lnTo>
                <a:lnTo>
                  <a:pt x="14" y="251"/>
                </a:lnTo>
                <a:lnTo>
                  <a:pt x="14" y="250"/>
                </a:lnTo>
                <a:lnTo>
                  <a:pt x="14" y="249"/>
                </a:lnTo>
                <a:lnTo>
                  <a:pt x="13" y="248"/>
                </a:lnTo>
                <a:lnTo>
                  <a:pt x="13" y="247"/>
                </a:lnTo>
                <a:lnTo>
                  <a:pt x="13" y="246"/>
                </a:lnTo>
                <a:lnTo>
                  <a:pt x="13" y="245"/>
                </a:lnTo>
                <a:lnTo>
                  <a:pt x="12" y="245"/>
                </a:lnTo>
                <a:lnTo>
                  <a:pt x="13" y="244"/>
                </a:lnTo>
                <a:lnTo>
                  <a:pt x="13" y="243"/>
                </a:lnTo>
                <a:lnTo>
                  <a:pt x="12" y="242"/>
                </a:lnTo>
                <a:lnTo>
                  <a:pt x="11" y="240"/>
                </a:lnTo>
                <a:lnTo>
                  <a:pt x="11" y="239"/>
                </a:lnTo>
                <a:lnTo>
                  <a:pt x="11" y="238"/>
                </a:lnTo>
                <a:lnTo>
                  <a:pt x="10" y="238"/>
                </a:lnTo>
                <a:lnTo>
                  <a:pt x="10" y="237"/>
                </a:lnTo>
                <a:lnTo>
                  <a:pt x="9" y="237"/>
                </a:lnTo>
                <a:lnTo>
                  <a:pt x="9" y="236"/>
                </a:lnTo>
                <a:lnTo>
                  <a:pt x="8" y="236"/>
                </a:lnTo>
                <a:lnTo>
                  <a:pt x="7" y="235"/>
                </a:lnTo>
                <a:lnTo>
                  <a:pt x="7" y="234"/>
                </a:lnTo>
                <a:lnTo>
                  <a:pt x="6" y="234"/>
                </a:lnTo>
                <a:lnTo>
                  <a:pt x="5" y="233"/>
                </a:lnTo>
                <a:lnTo>
                  <a:pt x="4" y="233"/>
                </a:lnTo>
                <a:lnTo>
                  <a:pt x="3" y="232"/>
                </a:lnTo>
                <a:lnTo>
                  <a:pt x="3" y="231"/>
                </a:lnTo>
                <a:lnTo>
                  <a:pt x="2" y="231"/>
                </a:lnTo>
                <a:lnTo>
                  <a:pt x="2" y="232"/>
                </a:lnTo>
                <a:lnTo>
                  <a:pt x="2" y="231"/>
                </a:lnTo>
                <a:lnTo>
                  <a:pt x="1" y="231"/>
                </a:lnTo>
                <a:lnTo>
                  <a:pt x="1" y="230"/>
                </a:lnTo>
                <a:lnTo>
                  <a:pt x="0" y="230"/>
                </a:lnTo>
                <a:lnTo>
                  <a:pt x="1" y="231"/>
                </a:lnTo>
                <a:lnTo>
                  <a:pt x="0" y="231"/>
                </a:lnTo>
                <a:lnTo>
                  <a:pt x="0" y="230"/>
                </a:lnTo>
                <a:lnTo>
                  <a:pt x="0" y="229"/>
                </a:lnTo>
                <a:lnTo>
                  <a:pt x="0" y="228"/>
                </a:lnTo>
                <a:lnTo>
                  <a:pt x="0" y="227"/>
                </a:lnTo>
                <a:lnTo>
                  <a:pt x="0" y="226"/>
                </a:lnTo>
                <a:lnTo>
                  <a:pt x="0" y="225"/>
                </a:lnTo>
                <a:lnTo>
                  <a:pt x="1" y="225"/>
                </a:lnTo>
                <a:lnTo>
                  <a:pt x="1" y="224"/>
                </a:lnTo>
                <a:lnTo>
                  <a:pt x="1" y="225"/>
                </a:lnTo>
                <a:lnTo>
                  <a:pt x="0" y="225"/>
                </a:lnTo>
                <a:lnTo>
                  <a:pt x="0" y="226"/>
                </a:lnTo>
                <a:lnTo>
                  <a:pt x="1" y="225"/>
                </a:lnTo>
                <a:lnTo>
                  <a:pt x="2" y="225"/>
                </a:lnTo>
                <a:lnTo>
                  <a:pt x="3" y="224"/>
                </a:lnTo>
                <a:lnTo>
                  <a:pt x="4" y="224"/>
                </a:lnTo>
                <a:lnTo>
                  <a:pt x="4" y="223"/>
                </a:lnTo>
                <a:lnTo>
                  <a:pt x="5" y="223"/>
                </a:lnTo>
                <a:lnTo>
                  <a:pt x="5" y="222"/>
                </a:lnTo>
                <a:lnTo>
                  <a:pt x="4" y="222"/>
                </a:lnTo>
                <a:lnTo>
                  <a:pt x="4" y="219"/>
                </a:lnTo>
                <a:lnTo>
                  <a:pt x="3" y="219"/>
                </a:lnTo>
                <a:lnTo>
                  <a:pt x="3" y="218"/>
                </a:lnTo>
                <a:lnTo>
                  <a:pt x="3" y="217"/>
                </a:lnTo>
                <a:lnTo>
                  <a:pt x="4" y="217"/>
                </a:lnTo>
                <a:lnTo>
                  <a:pt x="4" y="216"/>
                </a:lnTo>
                <a:lnTo>
                  <a:pt x="4" y="215"/>
                </a:lnTo>
                <a:lnTo>
                  <a:pt x="5" y="215"/>
                </a:lnTo>
                <a:lnTo>
                  <a:pt x="5" y="214"/>
                </a:lnTo>
                <a:lnTo>
                  <a:pt x="4" y="214"/>
                </a:lnTo>
                <a:lnTo>
                  <a:pt x="4" y="213"/>
                </a:lnTo>
                <a:lnTo>
                  <a:pt x="4" y="212"/>
                </a:lnTo>
                <a:lnTo>
                  <a:pt x="5" y="213"/>
                </a:lnTo>
                <a:lnTo>
                  <a:pt x="4" y="213"/>
                </a:lnTo>
                <a:lnTo>
                  <a:pt x="5" y="214"/>
                </a:lnTo>
                <a:lnTo>
                  <a:pt x="5" y="213"/>
                </a:lnTo>
                <a:lnTo>
                  <a:pt x="5" y="212"/>
                </a:lnTo>
                <a:lnTo>
                  <a:pt x="6" y="211"/>
                </a:lnTo>
                <a:lnTo>
                  <a:pt x="7" y="211"/>
                </a:lnTo>
                <a:lnTo>
                  <a:pt x="7" y="210"/>
                </a:lnTo>
                <a:lnTo>
                  <a:pt x="6" y="210"/>
                </a:lnTo>
                <a:lnTo>
                  <a:pt x="7" y="209"/>
                </a:lnTo>
                <a:lnTo>
                  <a:pt x="7" y="208"/>
                </a:lnTo>
                <a:lnTo>
                  <a:pt x="7" y="209"/>
                </a:lnTo>
                <a:lnTo>
                  <a:pt x="6" y="209"/>
                </a:lnTo>
                <a:lnTo>
                  <a:pt x="5" y="209"/>
                </a:lnTo>
                <a:lnTo>
                  <a:pt x="5" y="206"/>
                </a:lnTo>
                <a:lnTo>
                  <a:pt x="6" y="206"/>
                </a:lnTo>
                <a:lnTo>
                  <a:pt x="7" y="206"/>
                </a:lnTo>
                <a:lnTo>
                  <a:pt x="6" y="206"/>
                </a:lnTo>
                <a:lnTo>
                  <a:pt x="7" y="205"/>
                </a:lnTo>
                <a:lnTo>
                  <a:pt x="7" y="204"/>
                </a:lnTo>
                <a:lnTo>
                  <a:pt x="7" y="203"/>
                </a:lnTo>
                <a:lnTo>
                  <a:pt x="8" y="203"/>
                </a:lnTo>
                <a:lnTo>
                  <a:pt x="8" y="202"/>
                </a:lnTo>
                <a:lnTo>
                  <a:pt x="8" y="201"/>
                </a:lnTo>
                <a:lnTo>
                  <a:pt x="7" y="201"/>
                </a:lnTo>
                <a:lnTo>
                  <a:pt x="8" y="201"/>
                </a:lnTo>
                <a:lnTo>
                  <a:pt x="8" y="200"/>
                </a:lnTo>
                <a:lnTo>
                  <a:pt x="9" y="199"/>
                </a:lnTo>
                <a:lnTo>
                  <a:pt x="9" y="198"/>
                </a:lnTo>
                <a:lnTo>
                  <a:pt x="9" y="199"/>
                </a:lnTo>
                <a:lnTo>
                  <a:pt x="8" y="200"/>
                </a:lnTo>
                <a:lnTo>
                  <a:pt x="9" y="200"/>
                </a:lnTo>
                <a:lnTo>
                  <a:pt x="9" y="199"/>
                </a:lnTo>
                <a:lnTo>
                  <a:pt x="10" y="199"/>
                </a:lnTo>
                <a:lnTo>
                  <a:pt x="10" y="200"/>
                </a:lnTo>
                <a:lnTo>
                  <a:pt x="11" y="199"/>
                </a:lnTo>
                <a:lnTo>
                  <a:pt x="11" y="198"/>
                </a:lnTo>
                <a:lnTo>
                  <a:pt x="10" y="198"/>
                </a:lnTo>
                <a:lnTo>
                  <a:pt x="9" y="198"/>
                </a:lnTo>
                <a:lnTo>
                  <a:pt x="9" y="197"/>
                </a:lnTo>
                <a:lnTo>
                  <a:pt x="11" y="197"/>
                </a:lnTo>
                <a:lnTo>
                  <a:pt x="11" y="196"/>
                </a:lnTo>
                <a:lnTo>
                  <a:pt x="11" y="195"/>
                </a:lnTo>
                <a:lnTo>
                  <a:pt x="10" y="196"/>
                </a:lnTo>
                <a:lnTo>
                  <a:pt x="10" y="195"/>
                </a:lnTo>
                <a:lnTo>
                  <a:pt x="10" y="194"/>
                </a:lnTo>
                <a:lnTo>
                  <a:pt x="10" y="193"/>
                </a:lnTo>
                <a:lnTo>
                  <a:pt x="11" y="193"/>
                </a:lnTo>
                <a:lnTo>
                  <a:pt x="10" y="193"/>
                </a:lnTo>
                <a:lnTo>
                  <a:pt x="10" y="192"/>
                </a:lnTo>
                <a:lnTo>
                  <a:pt x="10" y="191"/>
                </a:lnTo>
                <a:lnTo>
                  <a:pt x="11" y="191"/>
                </a:lnTo>
                <a:lnTo>
                  <a:pt x="10" y="191"/>
                </a:lnTo>
                <a:lnTo>
                  <a:pt x="10" y="190"/>
                </a:lnTo>
                <a:lnTo>
                  <a:pt x="9" y="191"/>
                </a:lnTo>
                <a:lnTo>
                  <a:pt x="9" y="190"/>
                </a:lnTo>
                <a:lnTo>
                  <a:pt x="10" y="189"/>
                </a:lnTo>
                <a:lnTo>
                  <a:pt x="10" y="188"/>
                </a:lnTo>
                <a:lnTo>
                  <a:pt x="10" y="187"/>
                </a:lnTo>
                <a:lnTo>
                  <a:pt x="11" y="187"/>
                </a:lnTo>
                <a:lnTo>
                  <a:pt x="11" y="186"/>
                </a:lnTo>
                <a:lnTo>
                  <a:pt x="9" y="186"/>
                </a:lnTo>
                <a:lnTo>
                  <a:pt x="8" y="186"/>
                </a:lnTo>
                <a:lnTo>
                  <a:pt x="7" y="186"/>
                </a:lnTo>
                <a:lnTo>
                  <a:pt x="7" y="184"/>
                </a:lnTo>
                <a:lnTo>
                  <a:pt x="8" y="183"/>
                </a:lnTo>
                <a:lnTo>
                  <a:pt x="10" y="184"/>
                </a:lnTo>
                <a:lnTo>
                  <a:pt x="10" y="183"/>
                </a:lnTo>
                <a:lnTo>
                  <a:pt x="11" y="183"/>
                </a:lnTo>
                <a:lnTo>
                  <a:pt x="11" y="182"/>
                </a:lnTo>
                <a:lnTo>
                  <a:pt x="10" y="182"/>
                </a:lnTo>
                <a:lnTo>
                  <a:pt x="10" y="181"/>
                </a:lnTo>
                <a:lnTo>
                  <a:pt x="9" y="181"/>
                </a:lnTo>
                <a:lnTo>
                  <a:pt x="9" y="180"/>
                </a:lnTo>
                <a:lnTo>
                  <a:pt x="9" y="179"/>
                </a:lnTo>
                <a:lnTo>
                  <a:pt x="10" y="179"/>
                </a:lnTo>
                <a:lnTo>
                  <a:pt x="10" y="178"/>
                </a:lnTo>
                <a:lnTo>
                  <a:pt x="9" y="178"/>
                </a:lnTo>
                <a:lnTo>
                  <a:pt x="10" y="177"/>
                </a:lnTo>
                <a:lnTo>
                  <a:pt x="10" y="176"/>
                </a:lnTo>
                <a:lnTo>
                  <a:pt x="10" y="175"/>
                </a:lnTo>
                <a:lnTo>
                  <a:pt x="10" y="174"/>
                </a:lnTo>
                <a:lnTo>
                  <a:pt x="9" y="173"/>
                </a:lnTo>
                <a:lnTo>
                  <a:pt x="10" y="172"/>
                </a:lnTo>
                <a:lnTo>
                  <a:pt x="10" y="171"/>
                </a:lnTo>
                <a:lnTo>
                  <a:pt x="10" y="170"/>
                </a:lnTo>
                <a:lnTo>
                  <a:pt x="10" y="169"/>
                </a:lnTo>
                <a:lnTo>
                  <a:pt x="11" y="169"/>
                </a:lnTo>
                <a:lnTo>
                  <a:pt x="11" y="168"/>
                </a:lnTo>
                <a:lnTo>
                  <a:pt x="11" y="167"/>
                </a:lnTo>
                <a:lnTo>
                  <a:pt x="12" y="166"/>
                </a:lnTo>
                <a:lnTo>
                  <a:pt x="13" y="165"/>
                </a:lnTo>
                <a:lnTo>
                  <a:pt x="14" y="165"/>
                </a:lnTo>
                <a:lnTo>
                  <a:pt x="13" y="164"/>
                </a:lnTo>
                <a:lnTo>
                  <a:pt x="12" y="164"/>
                </a:lnTo>
                <a:lnTo>
                  <a:pt x="12" y="163"/>
                </a:lnTo>
                <a:lnTo>
                  <a:pt x="12" y="161"/>
                </a:lnTo>
                <a:lnTo>
                  <a:pt x="13" y="159"/>
                </a:lnTo>
                <a:lnTo>
                  <a:pt x="15" y="159"/>
                </a:lnTo>
                <a:lnTo>
                  <a:pt x="15" y="158"/>
                </a:lnTo>
                <a:lnTo>
                  <a:pt x="16" y="157"/>
                </a:lnTo>
                <a:lnTo>
                  <a:pt x="16" y="156"/>
                </a:lnTo>
                <a:lnTo>
                  <a:pt x="17" y="155"/>
                </a:lnTo>
                <a:lnTo>
                  <a:pt x="16" y="155"/>
                </a:lnTo>
                <a:lnTo>
                  <a:pt x="16" y="156"/>
                </a:lnTo>
                <a:lnTo>
                  <a:pt x="15" y="156"/>
                </a:lnTo>
                <a:lnTo>
                  <a:pt x="15" y="157"/>
                </a:lnTo>
                <a:lnTo>
                  <a:pt x="14" y="158"/>
                </a:lnTo>
                <a:lnTo>
                  <a:pt x="14" y="159"/>
                </a:lnTo>
                <a:lnTo>
                  <a:pt x="13" y="159"/>
                </a:lnTo>
                <a:lnTo>
                  <a:pt x="12" y="159"/>
                </a:lnTo>
                <a:lnTo>
                  <a:pt x="12" y="158"/>
                </a:lnTo>
                <a:lnTo>
                  <a:pt x="12" y="157"/>
                </a:lnTo>
                <a:lnTo>
                  <a:pt x="13" y="156"/>
                </a:lnTo>
                <a:lnTo>
                  <a:pt x="13" y="155"/>
                </a:lnTo>
                <a:lnTo>
                  <a:pt x="12" y="155"/>
                </a:lnTo>
                <a:lnTo>
                  <a:pt x="13" y="154"/>
                </a:lnTo>
                <a:lnTo>
                  <a:pt x="14" y="153"/>
                </a:lnTo>
                <a:lnTo>
                  <a:pt x="15" y="153"/>
                </a:lnTo>
                <a:lnTo>
                  <a:pt x="15" y="152"/>
                </a:lnTo>
                <a:lnTo>
                  <a:pt x="16" y="153"/>
                </a:lnTo>
                <a:lnTo>
                  <a:pt x="17" y="153"/>
                </a:lnTo>
                <a:lnTo>
                  <a:pt x="17" y="152"/>
                </a:lnTo>
                <a:lnTo>
                  <a:pt x="17" y="151"/>
                </a:lnTo>
                <a:lnTo>
                  <a:pt x="18" y="152"/>
                </a:lnTo>
                <a:lnTo>
                  <a:pt x="19" y="152"/>
                </a:lnTo>
                <a:lnTo>
                  <a:pt x="19" y="151"/>
                </a:lnTo>
                <a:lnTo>
                  <a:pt x="20" y="151"/>
                </a:lnTo>
                <a:lnTo>
                  <a:pt x="21" y="150"/>
                </a:lnTo>
                <a:lnTo>
                  <a:pt x="20" y="150"/>
                </a:lnTo>
                <a:lnTo>
                  <a:pt x="19" y="149"/>
                </a:lnTo>
                <a:lnTo>
                  <a:pt x="19" y="148"/>
                </a:lnTo>
                <a:lnTo>
                  <a:pt x="20" y="149"/>
                </a:lnTo>
                <a:lnTo>
                  <a:pt x="20" y="148"/>
                </a:lnTo>
                <a:lnTo>
                  <a:pt x="21" y="148"/>
                </a:lnTo>
                <a:lnTo>
                  <a:pt x="22" y="148"/>
                </a:lnTo>
                <a:lnTo>
                  <a:pt x="22" y="147"/>
                </a:lnTo>
                <a:lnTo>
                  <a:pt x="23" y="147"/>
                </a:lnTo>
                <a:lnTo>
                  <a:pt x="23" y="146"/>
                </a:lnTo>
                <a:lnTo>
                  <a:pt x="23" y="145"/>
                </a:lnTo>
                <a:lnTo>
                  <a:pt x="24" y="145"/>
                </a:lnTo>
                <a:lnTo>
                  <a:pt x="24" y="144"/>
                </a:lnTo>
                <a:lnTo>
                  <a:pt x="24" y="143"/>
                </a:lnTo>
                <a:lnTo>
                  <a:pt x="25" y="143"/>
                </a:lnTo>
                <a:lnTo>
                  <a:pt x="25" y="142"/>
                </a:lnTo>
                <a:lnTo>
                  <a:pt x="25" y="141"/>
                </a:lnTo>
                <a:lnTo>
                  <a:pt x="26" y="141"/>
                </a:lnTo>
                <a:lnTo>
                  <a:pt x="24" y="140"/>
                </a:lnTo>
                <a:lnTo>
                  <a:pt x="26" y="138"/>
                </a:lnTo>
                <a:lnTo>
                  <a:pt x="26" y="137"/>
                </a:lnTo>
                <a:lnTo>
                  <a:pt x="26" y="136"/>
                </a:lnTo>
                <a:lnTo>
                  <a:pt x="26" y="135"/>
                </a:lnTo>
                <a:lnTo>
                  <a:pt x="28" y="135"/>
                </a:lnTo>
                <a:lnTo>
                  <a:pt x="28" y="134"/>
                </a:lnTo>
                <a:lnTo>
                  <a:pt x="29" y="133"/>
                </a:lnTo>
                <a:lnTo>
                  <a:pt x="29" y="132"/>
                </a:lnTo>
                <a:lnTo>
                  <a:pt x="30" y="131"/>
                </a:lnTo>
                <a:lnTo>
                  <a:pt x="30" y="130"/>
                </a:lnTo>
                <a:lnTo>
                  <a:pt x="31" y="130"/>
                </a:lnTo>
                <a:lnTo>
                  <a:pt x="32" y="129"/>
                </a:lnTo>
                <a:lnTo>
                  <a:pt x="33" y="129"/>
                </a:lnTo>
                <a:lnTo>
                  <a:pt x="33" y="128"/>
                </a:lnTo>
                <a:lnTo>
                  <a:pt x="33" y="127"/>
                </a:lnTo>
                <a:lnTo>
                  <a:pt x="34" y="127"/>
                </a:lnTo>
                <a:lnTo>
                  <a:pt x="34" y="126"/>
                </a:lnTo>
                <a:lnTo>
                  <a:pt x="35" y="125"/>
                </a:lnTo>
                <a:lnTo>
                  <a:pt x="36" y="125"/>
                </a:lnTo>
                <a:lnTo>
                  <a:pt x="36" y="124"/>
                </a:lnTo>
                <a:lnTo>
                  <a:pt x="36" y="123"/>
                </a:lnTo>
                <a:lnTo>
                  <a:pt x="36" y="122"/>
                </a:lnTo>
                <a:lnTo>
                  <a:pt x="36" y="121"/>
                </a:lnTo>
                <a:lnTo>
                  <a:pt x="37" y="121"/>
                </a:lnTo>
                <a:lnTo>
                  <a:pt x="35" y="121"/>
                </a:lnTo>
                <a:lnTo>
                  <a:pt x="34" y="121"/>
                </a:lnTo>
                <a:lnTo>
                  <a:pt x="34" y="122"/>
                </a:lnTo>
                <a:lnTo>
                  <a:pt x="34" y="123"/>
                </a:lnTo>
                <a:lnTo>
                  <a:pt x="34" y="124"/>
                </a:lnTo>
                <a:lnTo>
                  <a:pt x="33" y="124"/>
                </a:lnTo>
                <a:lnTo>
                  <a:pt x="33" y="125"/>
                </a:lnTo>
                <a:lnTo>
                  <a:pt x="32" y="125"/>
                </a:lnTo>
                <a:lnTo>
                  <a:pt x="31" y="125"/>
                </a:lnTo>
                <a:lnTo>
                  <a:pt x="31" y="124"/>
                </a:lnTo>
                <a:lnTo>
                  <a:pt x="33" y="121"/>
                </a:lnTo>
                <a:lnTo>
                  <a:pt x="34" y="121"/>
                </a:lnTo>
                <a:lnTo>
                  <a:pt x="34" y="120"/>
                </a:lnTo>
                <a:lnTo>
                  <a:pt x="35" y="120"/>
                </a:lnTo>
                <a:lnTo>
                  <a:pt x="34" y="119"/>
                </a:lnTo>
                <a:lnTo>
                  <a:pt x="35" y="119"/>
                </a:lnTo>
                <a:lnTo>
                  <a:pt x="35" y="118"/>
                </a:lnTo>
                <a:lnTo>
                  <a:pt x="36" y="118"/>
                </a:lnTo>
                <a:lnTo>
                  <a:pt x="37" y="118"/>
                </a:lnTo>
                <a:lnTo>
                  <a:pt x="38" y="118"/>
                </a:lnTo>
                <a:lnTo>
                  <a:pt x="39" y="117"/>
                </a:lnTo>
                <a:lnTo>
                  <a:pt x="38" y="117"/>
                </a:lnTo>
                <a:lnTo>
                  <a:pt x="39" y="117"/>
                </a:lnTo>
                <a:lnTo>
                  <a:pt x="39" y="116"/>
                </a:lnTo>
                <a:lnTo>
                  <a:pt x="40" y="115"/>
                </a:lnTo>
                <a:lnTo>
                  <a:pt x="40" y="114"/>
                </a:lnTo>
                <a:lnTo>
                  <a:pt x="41" y="114"/>
                </a:lnTo>
                <a:lnTo>
                  <a:pt x="41" y="113"/>
                </a:lnTo>
                <a:lnTo>
                  <a:pt x="40" y="113"/>
                </a:lnTo>
                <a:lnTo>
                  <a:pt x="39" y="112"/>
                </a:lnTo>
                <a:lnTo>
                  <a:pt x="39" y="111"/>
                </a:lnTo>
                <a:lnTo>
                  <a:pt x="40" y="111"/>
                </a:lnTo>
                <a:lnTo>
                  <a:pt x="40" y="110"/>
                </a:lnTo>
                <a:lnTo>
                  <a:pt x="41" y="108"/>
                </a:lnTo>
                <a:lnTo>
                  <a:pt x="41" y="107"/>
                </a:lnTo>
                <a:lnTo>
                  <a:pt x="42" y="107"/>
                </a:lnTo>
                <a:lnTo>
                  <a:pt x="42" y="106"/>
                </a:lnTo>
                <a:lnTo>
                  <a:pt x="42" y="105"/>
                </a:lnTo>
                <a:lnTo>
                  <a:pt x="43" y="105"/>
                </a:lnTo>
                <a:lnTo>
                  <a:pt x="42" y="106"/>
                </a:lnTo>
                <a:lnTo>
                  <a:pt x="42" y="107"/>
                </a:lnTo>
                <a:lnTo>
                  <a:pt x="42" y="108"/>
                </a:lnTo>
                <a:lnTo>
                  <a:pt x="42" y="109"/>
                </a:lnTo>
                <a:lnTo>
                  <a:pt x="41" y="108"/>
                </a:lnTo>
                <a:lnTo>
                  <a:pt x="40" y="111"/>
                </a:lnTo>
                <a:lnTo>
                  <a:pt x="40" y="112"/>
                </a:lnTo>
                <a:lnTo>
                  <a:pt x="41" y="111"/>
                </a:lnTo>
                <a:lnTo>
                  <a:pt x="41" y="110"/>
                </a:lnTo>
                <a:lnTo>
                  <a:pt x="42" y="110"/>
                </a:lnTo>
                <a:lnTo>
                  <a:pt x="42" y="111"/>
                </a:lnTo>
                <a:lnTo>
                  <a:pt x="42" y="110"/>
                </a:lnTo>
                <a:lnTo>
                  <a:pt x="42" y="109"/>
                </a:lnTo>
                <a:lnTo>
                  <a:pt x="42" y="108"/>
                </a:lnTo>
                <a:lnTo>
                  <a:pt x="43" y="106"/>
                </a:lnTo>
                <a:lnTo>
                  <a:pt x="44" y="106"/>
                </a:lnTo>
                <a:lnTo>
                  <a:pt x="43" y="107"/>
                </a:lnTo>
                <a:lnTo>
                  <a:pt x="44" y="108"/>
                </a:lnTo>
                <a:lnTo>
                  <a:pt x="44" y="107"/>
                </a:lnTo>
                <a:lnTo>
                  <a:pt x="44" y="106"/>
                </a:lnTo>
                <a:lnTo>
                  <a:pt x="44" y="105"/>
                </a:lnTo>
                <a:lnTo>
                  <a:pt x="45" y="105"/>
                </a:lnTo>
                <a:lnTo>
                  <a:pt x="44" y="105"/>
                </a:lnTo>
                <a:lnTo>
                  <a:pt x="43" y="105"/>
                </a:lnTo>
                <a:lnTo>
                  <a:pt x="43" y="104"/>
                </a:lnTo>
                <a:lnTo>
                  <a:pt x="44" y="104"/>
                </a:lnTo>
                <a:lnTo>
                  <a:pt x="43" y="104"/>
                </a:lnTo>
                <a:lnTo>
                  <a:pt x="44" y="103"/>
                </a:lnTo>
                <a:lnTo>
                  <a:pt x="44" y="102"/>
                </a:lnTo>
                <a:lnTo>
                  <a:pt x="45" y="102"/>
                </a:lnTo>
                <a:lnTo>
                  <a:pt x="46" y="103"/>
                </a:lnTo>
                <a:lnTo>
                  <a:pt x="46" y="102"/>
                </a:lnTo>
                <a:lnTo>
                  <a:pt x="47" y="101"/>
                </a:lnTo>
                <a:lnTo>
                  <a:pt x="46" y="101"/>
                </a:lnTo>
                <a:lnTo>
                  <a:pt x="47" y="100"/>
                </a:lnTo>
                <a:lnTo>
                  <a:pt x="47" y="99"/>
                </a:lnTo>
                <a:lnTo>
                  <a:pt x="47" y="98"/>
                </a:lnTo>
                <a:lnTo>
                  <a:pt x="48" y="98"/>
                </a:lnTo>
                <a:lnTo>
                  <a:pt x="48" y="97"/>
                </a:lnTo>
                <a:lnTo>
                  <a:pt x="49" y="97"/>
                </a:lnTo>
                <a:lnTo>
                  <a:pt x="49" y="96"/>
                </a:lnTo>
                <a:lnTo>
                  <a:pt x="50" y="95"/>
                </a:lnTo>
                <a:lnTo>
                  <a:pt x="50" y="94"/>
                </a:lnTo>
                <a:lnTo>
                  <a:pt x="50" y="93"/>
                </a:lnTo>
                <a:lnTo>
                  <a:pt x="51" y="93"/>
                </a:lnTo>
                <a:lnTo>
                  <a:pt x="51" y="92"/>
                </a:lnTo>
                <a:lnTo>
                  <a:pt x="52" y="91"/>
                </a:lnTo>
                <a:lnTo>
                  <a:pt x="53" y="90"/>
                </a:lnTo>
                <a:lnTo>
                  <a:pt x="53" y="89"/>
                </a:lnTo>
                <a:lnTo>
                  <a:pt x="54" y="89"/>
                </a:lnTo>
                <a:lnTo>
                  <a:pt x="55" y="87"/>
                </a:lnTo>
                <a:lnTo>
                  <a:pt x="55" y="86"/>
                </a:lnTo>
                <a:lnTo>
                  <a:pt x="57" y="84"/>
                </a:lnTo>
                <a:lnTo>
                  <a:pt x="57" y="83"/>
                </a:lnTo>
                <a:lnTo>
                  <a:pt x="58" y="81"/>
                </a:lnTo>
                <a:lnTo>
                  <a:pt x="59" y="81"/>
                </a:lnTo>
                <a:lnTo>
                  <a:pt x="59" y="80"/>
                </a:lnTo>
                <a:lnTo>
                  <a:pt x="59" y="79"/>
                </a:lnTo>
                <a:lnTo>
                  <a:pt x="59" y="78"/>
                </a:lnTo>
                <a:lnTo>
                  <a:pt x="60" y="78"/>
                </a:lnTo>
                <a:lnTo>
                  <a:pt x="60" y="77"/>
                </a:lnTo>
                <a:lnTo>
                  <a:pt x="60" y="76"/>
                </a:lnTo>
                <a:lnTo>
                  <a:pt x="61" y="75"/>
                </a:lnTo>
                <a:lnTo>
                  <a:pt x="61" y="74"/>
                </a:lnTo>
                <a:lnTo>
                  <a:pt x="61" y="73"/>
                </a:lnTo>
                <a:lnTo>
                  <a:pt x="62" y="73"/>
                </a:lnTo>
                <a:lnTo>
                  <a:pt x="62" y="72"/>
                </a:lnTo>
                <a:lnTo>
                  <a:pt x="63" y="72"/>
                </a:lnTo>
                <a:lnTo>
                  <a:pt x="64" y="72"/>
                </a:lnTo>
                <a:lnTo>
                  <a:pt x="65" y="71"/>
                </a:lnTo>
                <a:lnTo>
                  <a:pt x="65" y="72"/>
                </a:lnTo>
                <a:lnTo>
                  <a:pt x="66" y="72"/>
                </a:lnTo>
                <a:lnTo>
                  <a:pt x="66" y="71"/>
                </a:lnTo>
                <a:lnTo>
                  <a:pt x="65" y="71"/>
                </a:lnTo>
                <a:lnTo>
                  <a:pt x="65" y="70"/>
                </a:lnTo>
                <a:lnTo>
                  <a:pt x="65" y="69"/>
                </a:lnTo>
                <a:lnTo>
                  <a:pt x="66" y="69"/>
                </a:lnTo>
                <a:lnTo>
                  <a:pt x="66" y="68"/>
                </a:lnTo>
                <a:lnTo>
                  <a:pt x="67" y="67"/>
                </a:lnTo>
                <a:lnTo>
                  <a:pt x="67" y="66"/>
                </a:lnTo>
                <a:lnTo>
                  <a:pt x="68" y="66"/>
                </a:lnTo>
                <a:lnTo>
                  <a:pt x="69" y="66"/>
                </a:lnTo>
                <a:lnTo>
                  <a:pt x="70" y="66"/>
                </a:lnTo>
                <a:lnTo>
                  <a:pt x="71" y="66"/>
                </a:lnTo>
                <a:lnTo>
                  <a:pt x="71" y="65"/>
                </a:lnTo>
                <a:lnTo>
                  <a:pt x="72" y="65"/>
                </a:lnTo>
                <a:lnTo>
                  <a:pt x="72" y="64"/>
                </a:lnTo>
                <a:lnTo>
                  <a:pt x="74" y="62"/>
                </a:lnTo>
                <a:lnTo>
                  <a:pt x="74" y="61"/>
                </a:lnTo>
                <a:lnTo>
                  <a:pt x="75" y="60"/>
                </a:lnTo>
                <a:lnTo>
                  <a:pt x="75" y="59"/>
                </a:lnTo>
                <a:lnTo>
                  <a:pt x="76" y="59"/>
                </a:lnTo>
                <a:lnTo>
                  <a:pt x="77" y="58"/>
                </a:lnTo>
                <a:lnTo>
                  <a:pt x="78" y="58"/>
                </a:lnTo>
                <a:lnTo>
                  <a:pt x="78" y="57"/>
                </a:lnTo>
                <a:lnTo>
                  <a:pt x="79" y="56"/>
                </a:lnTo>
                <a:lnTo>
                  <a:pt x="79" y="55"/>
                </a:lnTo>
                <a:lnTo>
                  <a:pt x="79" y="54"/>
                </a:lnTo>
                <a:lnTo>
                  <a:pt x="79" y="53"/>
                </a:lnTo>
                <a:lnTo>
                  <a:pt x="79" y="52"/>
                </a:lnTo>
                <a:lnTo>
                  <a:pt x="80" y="51"/>
                </a:lnTo>
                <a:lnTo>
                  <a:pt x="79" y="51"/>
                </a:lnTo>
                <a:lnTo>
                  <a:pt x="78" y="51"/>
                </a:lnTo>
                <a:lnTo>
                  <a:pt x="78" y="50"/>
                </a:lnTo>
                <a:lnTo>
                  <a:pt x="79" y="49"/>
                </a:lnTo>
                <a:lnTo>
                  <a:pt x="80" y="48"/>
                </a:lnTo>
                <a:lnTo>
                  <a:pt x="80" y="47"/>
                </a:lnTo>
                <a:lnTo>
                  <a:pt x="81" y="48"/>
                </a:lnTo>
                <a:lnTo>
                  <a:pt x="82" y="48"/>
                </a:lnTo>
                <a:lnTo>
                  <a:pt x="81" y="48"/>
                </a:lnTo>
                <a:lnTo>
                  <a:pt x="81" y="47"/>
                </a:lnTo>
                <a:lnTo>
                  <a:pt x="81" y="46"/>
                </a:lnTo>
                <a:lnTo>
                  <a:pt x="82" y="45"/>
                </a:lnTo>
                <a:lnTo>
                  <a:pt x="82" y="44"/>
                </a:lnTo>
                <a:lnTo>
                  <a:pt x="83" y="43"/>
                </a:lnTo>
                <a:lnTo>
                  <a:pt x="84" y="42"/>
                </a:lnTo>
                <a:lnTo>
                  <a:pt x="84" y="41"/>
                </a:lnTo>
                <a:lnTo>
                  <a:pt x="84" y="40"/>
                </a:lnTo>
                <a:lnTo>
                  <a:pt x="85" y="39"/>
                </a:lnTo>
                <a:lnTo>
                  <a:pt x="85" y="38"/>
                </a:lnTo>
                <a:lnTo>
                  <a:pt x="86" y="38"/>
                </a:lnTo>
                <a:lnTo>
                  <a:pt x="86" y="37"/>
                </a:lnTo>
                <a:lnTo>
                  <a:pt x="87" y="37"/>
                </a:lnTo>
                <a:lnTo>
                  <a:pt x="87" y="36"/>
                </a:lnTo>
                <a:lnTo>
                  <a:pt x="88" y="35"/>
                </a:lnTo>
                <a:lnTo>
                  <a:pt x="88" y="34"/>
                </a:lnTo>
                <a:lnTo>
                  <a:pt x="88" y="33"/>
                </a:lnTo>
                <a:lnTo>
                  <a:pt x="89" y="31"/>
                </a:lnTo>
                <a:lnTo>
                  <a:pt x="90" y="31"/>
                </a:lnTo>
                <a:lnTo>
                  <a:pt x="90" y="30"/>
                </a:lnTo>
                <a:lnTo>
                  <a:pt x="90" y="29"/>
                </a:lnTo>
                <a:lnTo>
                  <a:pt x="91" y="28"/>
                </a:lnTo>
                <a:lnTo>
                  <a:pt x="92" y="28"/>
                </a:lnTo>
                <a:lnTo>
                  <a:pt x="92" y="27"/>
                </a:lnTo>
                <a:lnTo>
                  <a:pt x="94" y="27"/>
                </a:lnTo>
                <a:lnTo>
                  <a:pt x="94" y="26"/>
                </a:lnTo>
                <a:lnTo>
                  <a:pt x="95" y="26"/>
                </a:lnTo>
                <a:lnTo>
                  <a:pt x="96" y="26"/>
                </a:lnTo>
                <a:lnTo>
                  <a:pt x="96" y="25"/>
                </a:lnTo>
                <a:lnTo>
                  <a:pt x="97" y="25"/>
                </a:lnTo>
                <a:lnTo>
                  <a:pt x="98" y="24"/>
                </a:lnTo>
                <a:lnTo>
                  <a:pt x="100" y="24"/>
                </a:lnTo>
                <a:lnTo>
                  <a:pt x="101" y="24"/>
                </a:lnTo>
                <a:lnTo>
                  <a:pt x="102" y="23"/>
                </a:lnTo>
                <a:lnTo>
                  <a:pt x="103" y="23"/>
                </a:lnTo>
                <a:lnTo>
                  <a:pt x="103" y="22"/>
                </a:lnTo>
                <a:lnTo>
                  <a:pt x="104" y="22"/>
                </a:lnTo>
                <a:lnTo>
                  <a:pt x="105" y="22"/>
                </a:lnTo>
                <a:lnTo>
                  <a:pt x="105" y="21"/>
                </a:lnTo>
                <a:lnTo>
                  <a:pt x="106" y="21"/>
                </a:lnTo>
                <a:lnTo>
                  <a:pt x="107" y="21"/>
                </a:lnTo>
                <a:lnTo>
                  <a:pt x="107" y="20"/>
                </a:lnTo>
                <a:lnTo>
                  <a:pt x="108" y="20"/>
                </a:lnTo>
                <a:lnTo>
                  <a:pt x="109" y="20"/>
                </a:lnTo>
                <a:lnTo>
                  <a:pt x="110" y="19"/>
                </a:lnTo>
                <a:lnTo>
                  <a:pt x="111" y="19"/>
                </a:lnTo>
                <a:lnTo>
                  <a:pt x="111" y="20"/>
                </a:lnTo>
                <a:lnTo>
                  <a:pt x="112" y="20"/>
                </a:lnTo>
                <a:lnTo>
                  <a:pt x="113" y="20"/>
                </a:lnTo>
                <a:lnTo>
                  <a:pt x="113" y="19"/>
                </a:lnTo>
                <a:lnTo>
                  <a:pt x="114" y="19"/>
                </a:lnTo>
                <a:lnTo>
                  <a:pt x="115" y="19"/>
                </a:lnTo>
                <a:lnTo>
                  <a:pt x="116" y="19"/>
                </a:lnTo>
                <a:lnTo>
                  <a:pt x="117" y="19"/>
                </a:lnTo>
                <a:lnTo>
                  <a:pt x="118" y="19"/>
                </a:lnTo>
                <a:lnTo>
                  <a:pt x="119" y="19"/>
                </a:lnTo>
                <a:lnTo>
                  <a:pt x="119" y="18"/>
                </a:lnTo>
                <a:lnTo>
                  <a:pt x="120" y="18"/>
                </a:lnTo>
                <a:lnTo>
                  <a:pt x="121" y="17"/>
                </a:lnTo>
                <a:lnTo>
                  <a:pt x="122" y="17"/>
                </a:lnTo>
                <a:lnTo>
                  <a:pt x="122" y="16"/>
                </a:lnTo>
                <a:lnTo>
                  <a:pt x="123" y="15"/>
                </a:lnTo>
                <a:lnTo>
                  <a:pt x="123" y="16"/>
                </a:lnTo>
                <a:lnTo>
                  <a:pt x="123" y="15"/>
                </a:lnTo>
                <a:lnTo>
                  <a:pt x="124" y="15"/>
                </a:lnTo>
                <a:lnTo>
                  <a:pt x="125" y="15"/>
                </a:lnTo>
                <a:lnTo>
                  <a:pt x="126" y="15"/>
                </a:lnTo>
                <a:lnTo>
                  <a:pt x="126" y="16"/>
                </a:lnTo>
                <a:lnTo>
                  <a:pt x="127" y="16"/>
                </a:lnTo>
                <a:lnTo>
                  <a:pt x="127" y="17"/>
                </a:lnTo>
                <a:lnTo>
                  <a:pt x="127" y="18"/>
                </a:lnTo>
                <a:lnTo>
                  <a:pt x="128" y="19"/>
                </a:lnTo>
                <a:lnTo>
                  <a:pt x="128" y="18"/>
                </a:lnTo>
                <a:lnTo>
                  <a:pt x="128" y="17"/>
                </a:lnTo>
                <a:lnTo>
                  <a:pt x="128" y="16"/>
                </a:lnTo>
                <a:lnTo>
                  <a:pt x="127" y="15"/>
                </a:lnTo>
                <a:lnTo>
                  <a:pt x="126" y="14"/>
                </a:lnTo>
                <a:lnTo>
                  <a:pt x="125" y="14"/>
                </a:lnTo>
                <a:lnTo>
                  <a:pt x="124" y="13"/>
                </a:lnTo>
                <a:lnTo>
                  <a:pt x="123" y="13"/>
                </a:lnTo>
                <a:lnTo>
                  <a:pt x="124" y="13"/>
                </a:lnTo>
                <a:lnTo>
                  <a:pt x="124" y="12"/>
                </a:lnTo>
                <a:lnTo>
                  <a:pt x="125" y="12"/>
                </a:lnTo>
                <a:lnTo>
                  <a:pt x="124" y="12"/>
                </a:lnTo>
                <a:lnTo>
                  <a:pt x="125" y="11"/>
                </a:lnTo>
                <a:lnTo>
                  <a:pt x="126" y="10"/>
                </a:lnTo>
                <a:lnTo>
                  <a:pt x="127" y="9"/>
                </a:lnTo>
                <a:lnTo>
                  <a:pt x="127" y="8"/>
                </a:lnTo>
                <a:lnTo>
                  <a:pt x="127" y="7"/>
                </a:lnTo>
                <a:lnTo>
                  <a:pt x="127" y="6"/>
                </a:lnTo>
                <a:lnTo>
                  <a:pt x="128" y="6"/>
                </a:lnTo>
                <a:lnTo>
                  <a:pt x="129" y="6"/>
                </a:lnTo>
                <a:lnTo>
                  <a:pt x="130" y="6"/>
                </a:lnTo>
                <a:lnTo>
                  <a:pt x="130" y="5"/>
                </a:lnTo>
                <a:lnTo>
                  <a:pt x="130" y="4"/>
                </a:lnTo>
                <a:lnTo>
                  <a:pt x="131" y="4"/>
                </a:lnTo>
                <a:lnTo>
                  <a:pt x="132" y="3"/>
                </a:lnTo>
                <a:lnTo>
                  <a:pt x="133" y="3"/>
                </a:lnTo>
                <a:lnTo>
                  <a:pt x="133" y="1"/>
                </a:lnTo>
                <a:lnTo>
                  <a:pt x="133" y="3"/>
                </a:lnTo>
                <a:lnTo>
                  <a:pt x="134" y="3"/>
                </a:lnTo>
                <a:lnTo>
                  <a:pt x="135" y="3"/>
                </a:lnTo>
                <a:lnTo>
                  <a:pt x="135" y="1"/>
                </a:lnTo>
                <a:lnTo>
                  <a:pt x="135" y="0"/>
                </a:lnTo>
                <a:lnTo>
                  <a:pt x="135" y="1"/>
                </a:lnTo>
                <a:lnTo>
                  <a:pt x="136" y="1"/>
                </a:lnTo>
                <a:lnTo>
                  <a:pt x="137" y="1"/>
                </a:lnTo>
                <a:lnTo>
                  <a:pt x="138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24" name=""/>
          <p:cNvSpPr/>
          <p:nvPr/>
        </p:nvSpPr>
        <p:spPr>
          <a:xfrm>
            <a:off x="4627440" y="212004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0" y="5"/>
                </a:move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25" name=""/>
          <p:cNvSpPr/>
          <p:nvPr/>
        </p:nvSpPr>
        <p:spPr>
          <a:xfrm>
            <a:off x="4628160" y="211824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3"/>
                </a:move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3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26" name=""/>
          <p:cNvSpPr/>
          <p:nvPr/>
        </p:nvSpPr>
        <p:spPr>
          <a:xfrm>
            <a:off x="4630320" y="21146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27" name=""/>
          <p:cNvSpPr/>
          <p:nvPr/>
        </p:nvSpPr>
        <p:spPr>
          <a:xfrm>
            <a:off x="4635000" y="21052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0" y="5"/>
                </a:moveTo>
                <a:lnTo>
                  <a:pt x="1" y="2"/>
                </a:lnTo>
                <a:lnTo>
                  <a:pt x="1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4" y="5"/>
                </a:lnTo>
                <a:lnTo>
                  <a:pt x="0" y="5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28" name=""/>
          <p:cNvSpPr/>
          <p:nvPr/>
        </p:nvSpPr>
        <p:spPr>
          <a:xfrm>
            <a:off x="4685760" y="20772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2"/>
                </a:ln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29" name=""/>
          <p:cNvSpPr/>
          <p:nvPr/>
        </p:nvSpPr>
        <p:spPr>
          <a:xfrm>
            <a:off x="4680000" y="20656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30" name=""/>
          <p:cNvSpPr/>
          <p:nvPr/>
        </p:nvSpPr>
        <p:spPr>
          <a:xfrm>
            <a:off x="4736880" y="20433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31" name=""/>
          <p:cNvSpPr/>
          <p:nvPr/>
        </p:nvSpPr>
        <p:spPr>
          <a:xfrm>
            <a:off x="4742640" y="2037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32" name=""/>
          <p:cNvSpPr/>
          <p:nvPr/>
        </p:nvSpPr>
        <p:spPr>
          <a:xfrm>
            <a:off x="4425120" y="21758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4" y="2"/>
                </a:lnTo>
                <a:lnTo>
                  <a:pt x="2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33" name=""/>
          <p:cNvSpPr/>
          <p:nvPr/>
        </p:nvSpPr>
        <p:spPr>
          <a:xfrm>
            <a:off x="4425480" y="21751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34" name=""/>
          <p:cNvSpPr/>
          <p:nvPr/>
        </p:nvSpPr>
        <p:spPr>
          <a:xfrm>
            <a:off x="4436280" y="21751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35" name=""/>
          <p:cNvSpPr/>
          <p:nvPr/>
        </p:nvSpPr>
        <p:spPr>
          <a:xfrm>
            <a:off x="4427640" y="21747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36" name=""/>
          <p:cNvSpPr/>
          <p:nvPr/>
        </p:nvSpPr>
        <p:spPr>
          <a:xfrm>
            <a:off x="4431600" y="217332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2" y="1"/>
                </a:moveTo>
                <a:lnTo>
                  <a:pt x="2" y="3"/>
                </a:lnTo>
                <a:lnTo>
                  <a:pt x="4" y="3"/>
                </a:lnTo>
                <a:lnTo>
                  <a:pt x="2" y="3"/>
                </a:lnTo>
                <a:lnTo>
                  <a:pt x="4" y="3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7" y="4"/>
                </a:lnTo>
                <a:lnTo>
                  <a:pt x="7" y="5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4" y="7"/>
                </a:lnTo>
                <a:lnTo>
                  <a:pt x="5" y="7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2" y="7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37" name=""/>
          <p:cNvSpPr/>
          <p:nvPr/>
        </p:nvSpPr>
        <p:spPr>
          <a:xfrm>
            <a:off x="4429080" y="21740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1"/>
                </a:moveTo>
                <a:lnTo>
                  <a:pt x="1" y="3"/>
                </a:lnTo>
                <a:lnTo>
                  <a:pt x="1" y="1"/>
                </a:ln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38" name=""/>
          <p:cNvSpPr/>
          <p:nvPr/>
        </p:nvSpPr>
        <p:spPr>
          <a:xfrm>
            <a:off x="4433040" y="21733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39" name=""/>
          <p:cNvSpPr/>
          <p:nvPr/>
        </p:nvSpPr>
        <p:spPr>
          <a:xfrm>
            <a:off x="4432320" y="2171520"/>
            <a:ext cx="5040" cy="3960"/>
          </a:xfrm>
          <a:custGeom>
            <a:avLst/>
            <a:gdLst/>
            <a:ahLst/>
            <a:rect l="0" t="0" r="r" b="b"/>
            <a:pathLst>
              <a:path w="14" h="11">
                <a:moveTo>
                  <a:pt x="11" y="1"/>
                </a:moveTo>
                <a:lnTo>
                  <a:pt x="12" y="1"/>
                </a:lnTo>
                <a:lnTo>
                  <a:pt x="12" y="2"/>
                </a:lnTo>
                <a:lnTo>
                  <a:pt x="13" y="2"/>
                </a:lnTo>
                <a:lnTo>
                  <a:pt x="13" y="4"/>
                </a:lnTo>
                <a:lnTo>
                  <a:pt x="13" y="5"/>
                </a:lnTo>
                <a:lnTo>
                  <a:pt x="13" y="6"/>
                </a:lnTo>
                <a:lnTo>
                  <a:pt x="12" y="6"/>
                </a:lnTo>
                <a:lnTo>
                  <a:pt x="12" y="5"/>
                </a:lnTo>
                <a:lnTo>
                  <a:pt x="12" y="6"/>
                </a:lnTo>
                <a:lnTo>
                  <a:pt x="13" y="6"/>
                </a:lnTo>
                <a:lnTo>
                  <a:pt x="13" y="7"/>
                </a:lnTo>
                <a:lnTo>
                  <a:pt x="13" y="8"/>
                </a:lnTo>
                <a:lnTo>
                  <a:pt x="13" y="9"/>
                </a:lnTo>
                <a:lnTo>
                  <a:pt x="14" y="9"/>
                </a:lnTo>
                <a:lnTo>
                  <a:pt x="14" y="10"/>
                </a:lnTo>
                <a:lnTo>
                  <a:pt x="13" y="10"/>
                </a:lnTo>
                <a:lnTo>
                  <a:pt x="13" y="9"/>
                </a:lnTo>
                <a:lnTo>
                  <a:pt x="13" y="10"/>
                </a:lnTo>
                <a:lnTo>
                  <a:pt x="12" y="10"/>
                </a:lnTo>
                <a:lnTo>
                  <a:pt x="12" y="9"/>
                </a:lnTo>
                <a:lnTo>
                  <a:pt x="12" y="8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lnTo>
                  <a:pt x="10" y="6"/>
                </a:lnTo>
                <a:lnTo>
                  <a:pt x="11" y="6"/>
                </a:lnTo>
                <a:lnTo>
                  <a:pt x="11" y="7"/>
                </a:lnTo>
                <a:lnTo>
                  <a:pt x="10" y="7"/>
                </a:lnTo>
                <a:lnTo>
                  <a:pt x="10" y="8"/>
                </a:lnTo>
                <a:lnTo>
                  <a:pt x="9" y="8"/>
                </a:lnTo>
                <a:lnTo>
                  <a:pt x="10" y="9"/>
                </a:lnTo>
                <a:lnTo>
                  <a:pt x="10" y="10"/>
                </a:lnTo>
                <a:lnTo>
                  <a:pt x="10" y="11"/>
                </a:lnTo>
                <a:lnTo>
                  <a:pt x="9" y="11"/>
                </a:lnTo>
                <a:lnTo>
                  <a:pt x="9" y="9"/>
                </a:lnTo>
                <a:lnTo>
                  <a:pt x="10" y="9"/>
                </a:lnTo>
                <a:lnTo>
                  <a:pt x="9" y="9"/>
                </a:lnTo>
                <a:lnTo>
                  <a:pt x="9" y="8"/>
                </a:lnTo>
                <a:lnTo>
                  <a:pt x="9" y="9"/>
                </a:lnTo>
                <a:lnTo>
                  <a:pt x="8" y="9"/>
                </a:lnTo>
                <a:lnTo>
                  <a:pt x="8" y="8"/>
                </a:lnTo>
                <a:lnTo>
                  <a:pt x="8" y="7"/>
                </a:lnTo>
                <a:lnTo>
                  <a:pt x="8" y="6"/>
                </a:lnTo>
                <a:lnTo>
                  <a:pt x="8" y="7"/>
                </a:lnTo>
                <a:lnTo>
                  <a:pt x="7" y="7"/>
                </a:lnTo>
                <a:lnTo>
                  <a:pt x="7" y="6"/>
                </a:lnTo>
                <a:lnTo>
                  <a:pt x="5" y="6"/>
                </a:lnTo>
                <a:lnTo>
                  <a:pt x="5" y="7"/>
                </a:lnTo>
                <a:lnTo>
                  <a:pt x="4" y="7"/>
                </a:lnTo>
                <a:lnTo>
                  <a:pt x="4" y="6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1"/>
                </a:lnTo>
                <a:lnTo>
                  <a:pt x="5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1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40" name=""/>
          <p:cNvSpPr/>
          <p:nvPr/>
        </p:nvSpPr>
        <p:spPr>
          <a:xfrm>
            <a:off x="4429080" y="2172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41" name=""/>
          <p:cNvSpPr/>
          <p:nvPr/>
        </p:nvSpPr>
        <p:spPr>
          <a:xfrm>
            <a:off x="4429800" y="21726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42" name=""/>
          <p:cNvSpPr/>
          <p:nvPr/>
        </p:nvSpPr>
        <p:spPr>
          <a:xfrm>
            <a:off x="4423320" y="2169360"/>
            <a:ext cx="7200" cy="6120"/>
          </a:xfrm>
          <a:custGeom>
            <a:avLst/>
            <a:gdLst/>
            <a:ahLst/>
            <a:rect l="0" t="0" r="r" b="b"/>
            <a:pathLst>
              <a:path w="20" h="17">
                <a:moveTo>
                  <a:pt x="20" y="0"/>
                </a:moveTo>
                <a:lnTo>
                  <a:pt x="20" y="1"/>
                </a:lnTo>
                <a:lnTo>
                  <a:pt x="20" y="2"/>
                </a:lnTo>
                <a:lnTo>
                  <a:pt x="20" y="3"/>
                </a:lnTo>
                <a:lnTo>
                  <a:pt x="20" y="4"/>
                </a:lnTo>
                <a:lnTo>
                  <a:pt x="19" y="4"/>
                </a:lnTo>
                <a:lnTo>
                  <a:pt x="18" y="4"/>
                </a:lnTo>
                <a:lnTo>
                  <a:pt x="17" y="4"/>
                </a:lnTo>
                <a:lnTo>
                  <a:pt x="15" y="5"/>
                </a:lnTo>
                <a:lnTo>
                  <a:pt x="17" y="5"/>
                </a:lnTo>
                <a:lnTo>
                  <a:pt x="15" y="5"/>
                </a:lnTo>
                <a:lnTo>
                  <a:pt x="17" y="5"/>
                </a:lnTo>
                <a:lnTo>
                  <a:pt x="17" y="6"/>
                </a:lnTo>
                <a:lnTo>
                  <a:pt x="17" y="7"/>
                </a:lnTo>
                <a:lnTo>
                  <a:pt x="17" y="8"/>
                </a:lnTo>
                <a:lnTo>
                  <a:pt x="17" y="9"/>
                </a:lnTo>
                <a:lnTo>
                  <a:pt x="15" y="9"/>
                </a:lnTo>
                <a:lnTo>
                  <a:pt x="15" y="8"/>
                </a:lnTo>
                <a:lnTo>
                  <a:pt x="14" y="8"/>
                </a:lnTo>
                <a:lnTo>
                  <a:pt x="14" y="9"/>
                </a:lnTo>
                <a:lnTo>
                  <a:pt x="14" y="8"/>
                </a:lnTo>
                <a:lnTo>
                  <a:pt x="14" y="9"/>
                </a:lnTo>
                <a:lnTo>
                  <a:pt x="15" y="9"/>
                </a:lnTo>
                <a:lnTo>
                  <a:pt x="15" y="10"/>
                </a:lnTo>
                <a:lnTo>
                  <a:pt x="14" y="10"/>
                </a:lnTo>
                <a:lnTo>
                  <a:pt x="14" y="11"/>
                </a:lnTo>
                <a:lnTo>
                  <a:pt x="14" y="13"/>
                </a:lnTo>
                <a:lnTo>
                  <a:pt x="15" y="13"/>
                </a:lnTo>
                <a:lnTo>
                  <a:pt x="17" y="13"/>
                </a:lnTo>
                <a:lnTo>
                  <a:pt x="15" y="14"/>
                </a:lnTo>
                <a:lnTo>
                  <a:pt x="15" y="15"/>
                </a:lnTo>
                <a:lnTo>
                  <a:pt x="14" y="15"/>
                </a:lnTo>
                <a:lnTo>
                  <a:pt x="14" y="14"/>
                </a:lnTo>
                <a:lnTo>
                  <a:pt x="14" y="15"/>
                </a:lnTo>
                <a:lnTo>
                  <a:pt x="13" y="15"/>
                </a:lnTo>
                <a:lnTo>
                  <a:pt x="12" y="15"/>
                </a:lnTo>
                <a:lnTo>
                  <a:pt x="12" y="14"/>
                </a:lnTo>
                <a:lnTo>
                  <a:pt x="13" y="14"/>
                </a:lnTo>
                <a:lnTo>
                  <a:pt x="12" y="14"/>
                </a:lnTo>
                <a:lnTo>
                  <a:pt x="12" y="13"/>
                </a:lnTo>
                <a:lnTo>
                  <a:pt x="12" y="11"/>
                </a:lnTo>
                <a:lnTo>
                  <a:pt x="11" y="11"/>
                </a:lnTo>
                <a:lnTo>
                  <a:pt x="11" y="13"/>
                </a:lnTo>
                <a:lnTo>
                  <a:pt x="10" y="13"/>
                </a:lnTo>
                <a:lnTo>
                  <a:pt x="9" y="13"/>
                </a:lnTo>
                <a:lnTo>
                  <a:pt x="8" y="13"/>
                </a:lnTo>
                <a:lnTo>
                  <a:pt x="8" y="14"/>
                </a:lnTo>
                <a:lnTo>
                  <a:pt x="7" y="14"/>
                </a:lnTo>
                <a:lnTo>
                  <a:pt x="7" y="15"/>
                </a:lnTo>
                <a:lnTo>
                  <a:pt x="7" y="14"/>
                </a:lnTo>
                <a:lnTo>
                  <a:pt x="8" y="14"/>
                </a:lnTo>
                <a:lnTo>
                  <a:pt x="8" y="15"/>
                </a:lnTo>
                <a:lnTo>
                  <a:pt x="7" y="15"/>
                </a:lnTo>
                <a:lnTo>
                  <a:pt x="7" y="16"/>
                </a:lnTo>
                <a:lnTo>
                  <a:pt x="7" y="15"/>
                </a:lnTo>
                <a:lnTo>
                  <a:pt x="6" y="15"/>
                </a:lnTo>
                <a:lnTo>
                  <a:pt x="6" y="16"/>
                </a:lnTo>
                <a:lnTo>
                  <a:pt x="6" y="15"/>
                </a:lnTo>
                <a:lnTo>
                  <a:pt x="5" y="15"/>
                </a:lnTo>
                <a:lnTo>
                  <a:pt x="5" y="14"/>
                </a:lnTo>
                <a:lnTo>
                  <a:pt x="4" y="14"/>
                </a:lnTo>
                <a:lnTo>
                  <a:pt x="3" y="15"/>
                </a:lnTo>
                <a:lnTo>
                  <a:pt x="2" y="16"/>
                </a:lnTo>
                <a:lnTo>
                  <a:pt x="1" y="16"/>
                </a:lnTo>
                <a:lnTo>
                  <a:pt x="1" y="17"/>
                </a:lnTo>
                <a:lnTo>
                  <a:pt x="0" y="17"/>
                </a:lnTo>
                <a:lnTo>
                  <a:pt x="0" y="16"/>
                </a:lnTo>
                <a:lnTo>
                  <a:pt x="0" y="15"/>
                </a:lnTo>
                <a:lnTo>
                  <a:pt x="0" y="14"/>
                </a:lnTo>
                <a:lnTo>
                  <a:pt x="0" y="13"/>
                </a:lnTo>
                <a:lnTo>
                  <a:pt x="1" y="13"/>
                </a:lnTo>
                <a:lnTo>
                  <a:pt x="1" y="11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2" y="9"/>
                </a:lnTo>
                <a:lnTo>
                  <a:pt x="3" y="8"/>
                </a:lnTo>
                <a:lnTo>
                  <a:pt x="4" y="8"/>
                </a:lnTo>
                <a:lnTo>
                  <a:pt x="4" y="7"/>
                </a:lnTo>
                <a:lnTo>
                  <a:pt x="5" y="7"/>
                </a:lnTo>
                <a:lnTo>
                  <a:pt x="5" y="6"/>
                </a:lnTo>
                <a:lnTo>
                  <a:pt x="6" y="6"/>
                </a:lnTo>
                <a:lnTo>
                  <a:pt x="7" y="6"/>
                </a:lnTo>
                <a:lnTo>
                  <a:pt x="8" y="7"/>
                </a:lnTo>
                <a:lnTo>
                  <a:pt x="8" y="6"/>
                </a:lnTo>
                <a:lnTo>
                  <a:pt x="9" y="6"/>
                </a:lnTo>
                <a:lnTo>
                  <a:pt x="9" y="5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lnTo>
                  <a:pt x="12" y="4"/>
                </a:lnTo>
                <a:lnTo>
                  <a:pt x="13" y="4"/>
                </a:lnTo>
                <a:lnTo>
                  <a:pt x="14" y="4"/>
                </a:lnTo>
                <a:lnTo>
                  <a:pt x="14" y="3"/>
                </a:lnTo>
                <a:lnTo>
                  <a:pt x="15" y="2"/>
                </a:lnTo>
                <a:lnTo>
                  <a:pt x="17" y="2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19" y="0"/>
                </a:lnTo>
                <a:lnTo>
                  <a:pt x="2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43" name=""/>
          <p:cNvSpPr/>
          <p:nvPr/>
        </p:nvSpPr>
        <p:spPr>
          <a:xfrm>
            <a:off x="4429440" y="21715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44" name=""/>
          <p:cNvSpPr/>
          <p:nvPr/>
        </p:nvSpPr>
        <p:spPr>
          <a:xfrm>
            <a:off x="4424760" y="2170440"/>
            <a:ext cx="2880" cy="1440"/>
          </a:xfrm>
          <a:custGeom>
            <a:avLst/>
            <a:gdLst/>
            <a:ahLst/>
            <a:rect l="0" t="0" r="r" b="b"/>
            <a:pathLst>
              <a:path w="8" h="4">
                <a:moveTo>
                  <a:pt x="5" y="0"/>
                </a:moveTo>
                <a:lnTo>
                  <a:pt x="5" y="1"/>
                </a:lnTo>
                <a:lnTo>
                  <a:pt x="5" y="0"/>
                </a:lnTo>
                <a:lnTo>
                  <a:pt x="7" y="0"/>
                </a:lnTo>
                <a:lnTo>
                  <a:pt x="8" y="0"/>
                </a:lnTo>
                <a:lnTo>
                  <a:pt x="7" y="1"/>
                </a:lnTo>
                <a:lnTo>
                  <a:pt x="5" y="1"/>
                </a:lnTo>
                <a:lnTo>
                  <a:pt x="5" y="2"/>
                </a:lnTo>
                <a:lnTo>
                  <a:pt x="4" y="2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4" y="0"/>
                </a:lnTo>
                <a:lnTo>
                  <a:pt x="5" y="0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45" name=""/>
          <p:cNvSpPr/>
          <p:nvPr/>
        </p:nvSpPr>
        <p:spPr>
          <a:xfrm>
            <a:off x="4424760" y="2170440"/>
            <a:ext cx="2880" cy="1440"/>
          </a:xfrm>
          <a:custGeom>
            <a:avLst/>
            <a:gdLst/>
            <a:ahLst/>
            <a:rect l="0" t="0" r="r" b="b"/>
            <a:pathLst>
              <a:path w="8" h="4">
                <a:moveTo>
                  <a:pt x="5" y="0"/>
                </a:moveTo>
                <a:lnTo>
                  <a:pt x="5" y="1"/>
                </a:lnTo>
                <a:lnTo>
                  <a:pt x="5" y="0"/>
                </a:lnTo>
                <a:lnTo>
                  <a:pt x="7" y="0"/>
                </a:lnTo>
                <a:lnTo>
                  <a:pt x="8" y="0"/>
                </a:lnTo>
                <a:lnTo>
                  <a:pt x="7" y="1"/>
                </a:lnTo>
                <a:lnTo>
                  <a:pt x="5" y="1"/>
                </a:lnTo>
                <a:lnTo>
                  <a:pt x="5" y="2"/>
                </a:lnTo>
                <a:lnTo>
                  <a:pt x="4" y="2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4" y="0"/>
                </a:lnTo>
                <a:lnTo>
                  <a:pt x="5" y="0"/>
                </a:lnTo>
                <a:close/>
              </a:path>
            </a:pathLst>
          </a:custGeom>
          <a:noFill/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46" name=""/>
          <p:cNvSpPr/>
          <p:nvPr/>
        </p:nvSpPr>
        <p:spPr>
          <a:xfrm>
            <a:off x="4430880" y="21690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4" y="2"/>
                </a:move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47" name=""/>
          <p:cNvSpPr/>
          <p:nvPr/>
        </p:nvSpPr>
        <p:spPr>
          <a:xfrm>
            <a:off x="4430160" y="21690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48" name=""/>
          <p:cNvSpPr/>
          <p:nvPr/>
        </p:nvSpPr>
        <p:spPr>
          <a:xfrm>
            <a:off x="4424400" y="2168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49" name=""/>
          <p:cNvSpPr/>
          <p:nvPr/>
        </p:nvSpPr>
        <p:spPr>
          <a:xfrm>
            <a:off x="4425120" y="2161440"/>
            <a:ext cx="16920" cy="11520"/>
          </a:xfrm>
          <a:custGeom>
            <a:avLst/>
            <a:gdLst/>
            <a:ahLst/>
            <a:rect l="0" t="0" r="r" b="b"/>
            <a:pathLst>
              <a:path w="47" h="32">
                <a:moveTo>
                  <a:pt x="26" y="1"/>
                </a:moveTo>
                <a:lnTo>
                  <a:pt x="27" y="1"/>
                </a:lnTo>
                <a:lnTo>
                  <a:pt x="28" y="1"/>
                </a:lnTo>
                <a:lnTo>
                  <a:pt x="30" y="1"/>
                </a:lnTo>
                <a:lnTo>
                  <a:pt x="30" y="2"/>
                </a:lnTo>
                <a:lnTo>
                  <a:pt x="29" y="3"/>
                </a:lnTo>
                <a:lnTo>
                  <a:pt x="29" y="4"/>
                </a:lnTo>
                <a:lnTo>
                  <a:pt x="30" y="4"/>
                </a:lnTo>
                <a:lnTo>
                  <a:pt x="31" y="3"/>
                </a:lnTo>
                <a:lnTo>
                  <a:pt x="32" y="3"/>
                </a:lnTo>
                <a:lnTo>
                  <a:pt x="32" y="2"/>
                </a:lnTo>
                <a:lnTo>
                  <a:pt x="33" y="2"/>
                </a:lnTo>
                <a:lnTo>
                  <a:pt x="34" y="2"/>
                </a:lnTo>
                <a:lnTo>
                  <a:pt x="34" y="3"/>
                </a:lnTo>
                <a:lnTo>
                  <a:pt x="34" y="4"/>
                </a:lnTo>
                <a:lnTo>
                  <a:pt x="35" y="4"/>
                </a:lnTo>
                <a:lnTo>
                  <a:pt x="36" y="4"/>
                </a:lnTo>
                <a:lnTo>
                  <a:pt x="35" y="5"/>
                </a:lnTo>
                <a:lnTo>
                  <a:pt x="35" y="6"/>
                </a:lnTo>
                <a:lnTo>
                  <a:pt x="36" y="6"/>
                </a:lnTo>
                <a:lnTo>
                  <a:pt x="37" y="6"/>
                </a:lnTo>
                <a:lnTo>
                  <a:pt x="37" y="7"/>
                </a:lnTo>
                <a:lnTo>
                  <a:pt x="38" y="7"/>
                </a:lnTo>
                <a:lnTo>
                  <a:pt x="38" y="6"/>
                </a:lnTo>
                <a:lnTo>
                  <a:pt x="39" y="6"/>
                </a:lnTo>
                <a:lnTo>
                  <a:pt x="40" y="6"/>
                </a:lnTo>
                <a:lnTo>
                  <a:pt x="40" y="5"/>
                </a:lnTo>
                <a:lnTo>
                  <a:pt x="40" y="6"/>
                </a:lnTo>
                <a:lnTo>
                  <a:pt x="39" y="7"/>
                </a:lnTo>
                <a:lnTo>
                  <a:pt x="39" y="8"/>
                </a:lnTo>
                <a:lnTo>
                  <a:pt x="38" y="8"/>
                </a:lnTo>
                <a:lnTo>
                  <a:pt x="36" y="9"/>
                </a:lnTo>
                <a:lnTo>
                  <a:pt x="34" y="10"/>
                </a:lnTo>
                <a:lnTo>
                  <a:pt x="34" y="12"/>
                </a:lnTo>
                <a:lnTo>
                  <a:pt x="33" y="12"/>
                </a:lnTo>
                <a:lnTo>
                  <a:pt x="32" y="12"/>
                </a:lnTo>
                <a:lnTo>
                  <a:pt x="31" y="10"/>
                </a:lnTo>
                <a:lnTo>
                  <a:pt x="31" y="9"/>
                </a:lnTo>
                <a:lnTo>
                  <a:pt x="30" y="9"/>
                </a:lnTo>
                <a:lnTo>
                  <a:pt x="29" y="9"/>
                </a:lnTo>
                <a:lnTo>
                  <a:pt x="29" y="10"/>
                </a:lnTo>
                <a:lnTo>
                  <a:pt x="29" y="12"/>
                </a:lnTo>
                <a:lnTo>
                  <a:pt x="28" y="12"/>
                </a:lnTo>
                <a:lnTo>
                  <a:pt x="27" y="13"/>
                </a:lnTo>
                <a:lnTo>
                  <a:pt x="27" y="12"/>
                </a:lnTo>
                <a:lnTo>
                  <a:pt x="26" y="12"/>
                </a:lnTo>
                <a:lnTo>
                  <a:pt x="26" y="13"/>
                </a:lnTo>
                <a:lnTo>
                  <a:pt x="27" y="14"/>
                </a:lnTo>
                <a:lnTo>
                  <a:pt x="28" y="14"/>
                </a:lnTo>
                <a:lnTo>
                  <a:pt x="29" y="15"/>
                </a:lnTo>
                <a:lnTo>
                  <a:pt x="30" y="15"/>
                </a:lnTo>
                <a:lnTo>
                  <a:pt x="29" y="16"/>
                </a:lnTo>
                <a:lnTo>
                  <a:pt x="29" y="17"/>
                </a:lnTo>
                <a:lnTo>
                  <a:pt x="30" y="17"/>
                </a:lnTo>
                <a:lnTo>
                  <a:pt x="30" y="16"/>
                </a:lnTo>
                <a:lnTo>
                  <a:pt x="31" y="15"/>
                </a:lnTo>
                <a:lnTo>
                  <a:pt x="31" y="14"/>
                </a:lnTo>
                <a:lnTo>
                  <a:pt x="32" y="14"/>
                </a:lnTo>
                <a:lnTo>
                  <a:pt x="33" y="14"/>
                </a:lnTo>
                <a:lnTo>
                  <a:pt x="34" y="14"/>
                </a:lnTo>
                <a:lnTo>
                  <a:pt x="34" y="15"/>
                </a:lnTo>
                <a:lnTo>
                  <a:pt x="35" y="16"/>
                </a:lnTo>
                <a:lnTo>
                  <a:pt x="36" y="15"/>
                </a:lnTo>
                <a:lnTo>
                  <a:pt x="36" y="14"/>
                </a:lnTo>
                <a:lnTo>
                  <a:pt x="35" y="14"/>
                </a:lnTo>
                <a:lnTo>
                  <a:pt x="35" y="13"/>
                </a:lnTo>
                <a:lnTo>
                  <a:pt x="36" y="12"/>
                </a:lnTo>
                <a:lnTo>
                  <a:pt x="37" y="12"/>
                </a:lnTo>
                <a:lnTo>
                  <a:pt x="38" y="12"/>
                </a:lnTo>
                <a:lnTo>
                  <a:pt x="37" y="12"/>
                </a:lnTo>
                <a:lnTo>
                  <a:pt x="37" y="10"/>
                </a:lnTo>
                <a:lnTo>
                  <a:pt x="38" y="10"/>
                </a:lnTo>
                <a:lnTo>
                  <a:pt x="38" y="9"/>
                </a:lnTo>
                <a:lnTo>
                  <a:pt x="39" y="9"/>
                </a:lnTo>
                <a:lnTo>
                  <a:pt x="39" y="10"/>
                </a:lnTo>
                <a:lnTo>
                  <a:pt x="40" y="10"/>
                </a:lnTo>
                <a:lnTo>
                  <a:pt x="40" y="12"/>
                </a:lnTo>
                <a:lnTo>
                  <a:pt x="40" y="10"/>
                </a:lnTo>
                <a:lnTo>
                  <a:pt x="41" y="10"/>
                </a:lnTo>
                <a:lnTo>
                  <a:pt x="41" y="9"/>
                </a:lnTo>
                <a:lnTo>
                  <a:pt x="41" y="10"/>
                </a:lnTo>
                <a:lnTo>
                  <a:pt x="41" y="12"/>
                </a:lnTo>
                <a:lnTo>
                  <a:pt x="41" y="13"/>
                </a:lnTo>
                <a:lnTo>
                  <a:pt x="41" y="14"/>
                </a:lnTo>
                <a:lnTo>
                  <a:pt x="40" y="14"/>
                </a:lnTo>
                <a:lnTo>
                  <a:pt x="41" y="14"/>
                </a:lnTo>
                <a:lnTo>
                  <a:pt x="40" y="15"/>
                </a:lnTo>
                <a:lnTo>
                  <a:pt x="41" y="15"/>
                </a:lnTo>
                <a:lnTo>
                  <a:pt x="41" y="14"/>
                </a:lnTo>
                <a:lnTo>
                  <a:pt x="42" y="15"/>
                </a:lnTo>
                <a:lnTo>
                  <a:pt x="41" y="15"/>
                </a:lnTo>
                <a:lnTo>
                  <a:pt x="42" y="16"/>
                </a:lnTo>
                <a:lnTo>
                  <a:pt x="42" y="15"/>
                </a:lnTo>
                <a:lnTo>
                  <a:pt x="42" y="14"/>
                </a:lnTo>
                <a:lnTo>
                  <a:pt x="42" y="13"/>
                </a:lnTo>
                <a:lnTo>
                  <a:pt x="42" y="12"/>
                </a:lnTo>
                <a:lnTo>
                  <a:pt x="43" y="12"/>
                </a:lnTo>
                <a:lnTo>
                  <a:pt x="43" y="13"/>
                </a:lnTo>
                <a:lnTo>
                  <a:pt x="43" y="14"/>
                </a:lnTo>
                <a:lnTo>
                  <a:pt x="44" y="14"/>
                </a:lnTo>
                <a:lnTo>
                  <a:pt x="45" y="14"/>
                </a:lnTo>
                <a:lnTo>
                  <a:pt x="46" y="14"/>
                </a:lnTo>
                <a:lnTo>
                  <a:pt x="46" y="15"/>
                </a:lnTo>
                <a:lnTo>
                  <a:pt x="46" y="16"/>
                </a:lnTo>
                <a:lnTo>
                  <a:pt x="47" y="16"/>
                </a:lnTo>
                <a:lnTo>
                  <a:pt x="47" y="17"/>
                </a:lnTo>
                <a:lnTo>
                  <a:pt x="46" y="17"/>
                </a:lnTo>
                <a:lnTo>
                  <a:pt x="46" y="16"/>
                </a:lnTo>
                <a:lnTo>
                  <a:pt x="45" y="16"/>
                </a:lnTo>
                <a:lnTo>
                  <a:pt x="44" y="16"/>
                </a:lnTo>
                <a:lnTo>
                  <a:pt x="44" y="17"/>
                </a:lnTo>
                <a:lnTo>
                  <a:pt x="44" y="18"/>
                </a:lnTo>
                <a:lnTo>
                  <a:pt x="45" y="19"/>
                </a:lnTo>
                <a:lnTo>
                  <a:pt x="45" y="21"/>
                </a:lnTo>
                <a:lnTo>
                  <a:pt x="45" y="20"/>
                </a:lnTo>
                <a:lnTo>
                  <a:pt x="44" y="20"/>
                </a:lnTo>
                <a:lnTo>
                  <a:pt x="44" y="21"/>
                </a:lnTo>
                <a:lnTo>
                  <a:pt x="44" y="22"/>
                </a:lnTo>
                <a:lnTo>
                  <a:pt x="44" y="23"/>
                </a:lnTo>
                <a:lnTo>
                  <a:pt x="43" y="23"/>
                </a:lnTo>
                <a:lnTo>
                  <a:pt x="43" y="22"/>
                </a:lnTo>
                <a:lnTo>
                  <a:pt x="42" y="23"/>
                </a:lnTo>
                <a:lnTo>
                  <a:pt x="43" y="24"/>
                </a:lnTo>
                <a:lnTo>
                  <a:pt x="42" y="24"/>
                </a:lnTo>
                <a:lnTo>
                  <a:pt x="42" y="23"/>
                </a:lnTo>
                <a:lnTo>
                  <a:pt x="41" y="23"/>
                </a:lnTo>
                <a:lnTo>
                  <a:pt x="40" y="22"/>
                </a:lnTo>
                <a:lnTo>
                  <a:pt x="40" y="21"/>
                </a:lnTo>
                <a:lnTo>
                  <a:pt x="40" y="20"/>
                </a:lnTo>
                <a:lnTo>
                  <a:pt x="39" y="20"/>
                </a:lnTo>
                <a:lnTo>
                  <a:pt x="38" y="19"/>
                </a:lnTo>
                <a:lnTo>
                  <a:pt x="37" y="19"/>
                </a:lnTo>
                <a:lnTo>
                  <a:pt x="36" y="18"/>
                </a:lnTo>
                <a:lnTo>
                  <a:pt x="35" y="18"/>
                </a:lnTo>
                <a:lnTo>
                  <a:pt x="35" y="19"/>
                </a:lnTo>
                <a:lnTo>
                  <a:pt x="35" y="20"/>
                </a:lnTo>
                <a:lnTo>
                  <a:pt x="35" y="21"/>
                </a:lnTo>
                <a:lnTo>
                  <a:pt x="35" y="22"/>
                </a:lnTo>
                <a:lnTo>
                  <a:pt x="35" y="23"/>
                </a:lnTo>
                <a:lnTo>
                  <a:pt x="35" y="22"/>
                </a:lnTo>
                <a:lnTo>
                  <a:pt x="34" y="22"/>
                </a:lnTo>
                <a:lnTo>
                  <a:pt x="34" y="21"/>
                </a:lnTo>
                <a:lnTo>
                  <a:pt x="34" y="22"/>
                </a:lnTo>
                <a:lnTo>
                  <a:pt x="33" y="22"/>
                </a:lnTo>
                <a:lnTo>
                  <a:pt x="33" y="23"/>
                </a:lnTo>
                <a:lnTo>
                  <a:pt x="34" y="23"/>
                </a:lnTo>
                <a:lnTo>
                  <a:pt x="34" y="24"/>
                </a:lnTo>
                <a:lnTo>
                  <a:pt x="35" y="26"/>
                </a:lnTo>
                <a:lnTo>
                  <a:pt x="37" y="27"/>
                </a:lnTo>
                <a:lnTo>
                  <a:pt x="38" y="27"/>
                </a:lnTo>
                <a:lnTo>
                  <a:pt x="38" y="28"/>
                </a:lnTo>
                <a:lnTo>
                  <a:pt x="38" y="29"/>
                </a:lnTo>
                <a:lnTo>
                  <a:pt x="37" y="29"/>
                </a:lnTo>
                <a:lnTo>
                  <a:pt x="36" y="29"/>
                </a:lnTo>
                <a:lnTo>
                  <a:pt x="36" y="30"/>
                </a:lnTo>
                <a:lnTo>
                  <a:pt x="37" y="31"/>
                </a:lnTo>
                <a:lnTo>
                  <a:pt x="37" y="30"/>
                </a:lnTo>
                <a:lnTo>
                  <a:pt x="37" y="31"/>
                </a:lnTo>
                <a:lnTo>
                  <a:pt x="38" y="31"/>
                </a:lnTo>
                <a:lnTo>
                  <a:pt x="38" y="32"/>
                </a:lnTo>
                <a:lnTo>
                  <a:pt x="37" y="32"/>
                </a:lnTo>
                <a:lnTo>
                  <a:pt x="36" y="31"/>
                </a:lnTo>
                <a:lnTo>
                  <a:pt x="35" y="31"/>
                </a:lnTo>
                <a:lnTo>
                  <a:pt x="35" y="32"/>
                </a:lnTo>
                <a:lnTo>
                  <a:pt x="34" y="31"/>
                </a:lnTo>
                <a:lnTo>
                  <a:pt x="34" y="30"/>
                </a:lnTo>
                <a:lnTo>
                  <a:pt x="34" y="29"/>
                </a:lnTo>
                <a:lnTo>
                  <a:pt x="34" y="28"/>
                </a:lnTo>
                <a:lnTo>
                  <a:pt x="33" y="28"/>
                </a:lnTo>
                <a:lnTo>
                  <a:pt x="32" y="30"/>
                </a:lnTo>
                <a:lnTo>
                  <a:pt x="32" y="29"/>
                </a:lnTo>
                <a:lnTo>
                  <a:pt x="31" y="29"/>
                </a:lnTo>
                <a:lnTo>
                  <a:pt x="31" y="28"/>
                </a:lnTo>
                <a:lnTo>
                  <a:pt x="30" y="28"/>
                </a:lnTo>
                <a:lnTo>
                  <a:pt x="30" y="27"/>
                </a:lnTo>
                <a:lnTo>
                  <a:pt x="30" y="28"/>
                </a:lnTo>
                <a:lnTo>
                  <a:pt x="29" y="27"/>
                </a:lnTo>
                <a:lnTo>
                  <a:pt x="28" y="26"/>
                </a:lnTo>
                <a:lnTo>
                  <a:pt x="27" y="26"/>
                </a:lnTo>
                <a:lnTo>
                  <a:pt x="27" y="27"/>
                </a:lnTo>
                <a:lnTo>
                  <a:pt x="28" y="27"/>
                </a:lnTo>
                <a:lnTo>
                  <a:pt x="27" y="28"/>
                </a:lnTo>
                <a:lnTo>
                  <a:pt x="26" y="29"/>
                </a:lnTo>
                <a:lnTo>
                  <a:pt x="25" y="29"/>
                </a:lnTo>
                <a:lnTo>
                  <a:pt x="24" y="28"/>
                </a:lnTo>
                <a:lnTo>
                  <a:pt x="25" y="27"/>
                </a:lnTo>
                <a:lnTo>
                  <a:pt x="24" y="26"/>
                </a:lnTo>
                <a:lnTo>
                  <a:pt x="23" y="26"/>
                </a:lnTo>
                <a:lnTo>
                  <a:pt x="22" y="26"/>
                </a:lnTo>
                <a:lnTo>
                  <a:pt x="21" y="26"/>
                </a:lnTo>
                <a:lnTo>
                  <a:pt x="21" y="25"/>
                </a:lnTo>
                <a:lnTo>
                  <a:pt x="22" y="25"/>
                </a:lnTo>
                <a:lnTo>
                  <a:pt x="21" y="24"/>
                </a:lnTo>
                <a:lnTo>
                  <a:pt x="21" y="23"/>
                </a:lnTo>
                <a:lnTo>
                  <a:pt x="20" y="22"/>
                </a:lnTo>
                <a:lnTo>
                  <a:pt x="20" y="21"/>
                </a:lnTo>
                <a:lnTo>
                  <a:pt x="19" y="21"/>
                </a:lnTo>
                <a:lnTo>
                  <a:pt x="18" y="21"/>
                </a:lnTo>
                <a:lnTo>
                  <a:pt x="17" y="21"/>
                </a:lnTo>
                <a:lnTo>
                  <a:pt x="15" y="21"/>
                </a:lnTo>
                <a:lnTo>
                  <a:pt x="17" y="22"/>
                </a:lnTo>
                <a:lnTo>
                  <a:pt x="15" y="22"/>
                </a:lnTo>
                <a:lnTo>
                  <a:pt x="15" y="21"/>
                </a:lnTo>
                <a:lnTo>
                  <a:pt x="14" y="21"/>
                </a:lnTo>
                <a:lnTo>
                  <a:pt x="14" y="22"/>
                </a:lnTo>
                <a:lnTo>
                  <a:pt x="13" y="22"/>
                </a:lnTo>
                <a:lnTo>
                  <a:pt x="12" y="22"/>
                </a:lnTo>
                <a:lnTo>
                  <a:pt x="11" y="22"/>
                </a:lnTo>
                <a:lnTo>
                  <a:pt x="10" y="22"/>
                </a:lnTo>
                <a:lnTo>
                  <a:pt x="10" y="21"/>
                </a:lnTo>
                <a:lnTo>
                  <a:pt x="9" y="22"/>
                </a:lnTo>
                <a:lnTo>
                  <a:pt x="8" y="20"/>
                </a:lnTo>
                <a:lnTo>
                  <a:pt x="7" y="20"/>
                </a:lnTo>
                <a:lnTo>
                  <a:pt x="6" y="20"/>
                </a:lnTo>
                <a:lnTo>
                  <a:pt x="7" y="21"/>
                </a:lnTo>
                <a:lnTo>
                  <a:pt x="6" y="21"/>
                </a:lnTo>
                <a:lnTo>
                  <a:pt x="5" y="21"/>
                </a:lnTo>
                <a:lnTo>
                  <a:pt x="4" y="22"/>
                </a:lnTo>
                <a:lnTo>
                  <a:pt x="3" y="22"/>
                </a:lnTo>
                <a:lnTo>
                  <a:pt x="2" y="21"/>
                </a:lnTo>
                <a:lnTo>
                  <a:pt x="1" y="20"/>
                </a:lnTo>
                <a:lnTo>
                  <a:pt x="2" y="20"/>
                </a:lnTo>
                <a:lnTo>
                  <a:pt x="2" y="19"/>
                </a:lnTo>
                <a:lnTo>
                  <a:pt x="2" y="18"/>
                </a:lnTo>
                <a:lnTo>
                  <a:pt x="1" y="18"/>
                </a:lnTo>
                <a:lnTo>
                  <a:pt x="1" y="17"/>
                </a:lnTo>
                <a:lnTo>
                  <a:pt x="0" y="17"/>
                </a:lnTo>
                <a:lnTo>
                  <a:pt x="1" y="17"/>
                </a:lnTo>
                <a:lnTo>
                  <a:pt x="1" y="16"/>
                </a:lnTo>
                <a:lnTo>
                  <a:pt x="2" y="15"/>
                </a:lnTo>
                <a:lnTo>
                  <a:pt x="3" y="15"/>
                </a:lnTo>
                <a:lnTo>
                  <a:pt x="4" y="15"/>
                </a:lnTo>
                <a:lnTo>
                  <a:pt x="4" y="14"/>
                </a:lnTo>
                <a:lnTo>
                  <a:pt x="5" y="13"/>
                </a:lnTo>
                <a:lnTo>
                  <a:pt x="6" y="12"/>
                </a:lnTo>
                <a:lnTo>
                  <a:pt x="7" y="12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10" y="8"/>
                </a:lnTo>
                <a:lnTo>
                  <a:pt x="10" y="9"/>
                </a:lnTo>
                <a:lnTo>
                  <a:pt x="11" y="9"/>
                </a:lnTo>
                <a:lnTo>
                  <a:pt x="12" y="9"/>
                </a:lnTo>
                <a:lnTo>
                  <a:pt x="12" y="8"/>
                </a:lnTo>
                <a:lnTo>
                  <a:pt x="12" y="7"/>
                </a:lnTo>
                <a:lnTo>
                  <a:pt x="13" y="7"/>
                </a:lnTo>
                <a:lnTo>
                  <a:pt x="13" y="6"/>
                </a:lnTo>
                <a:lnTo>
                  <a:pt x="14" y="6"/>
                </a:lnTo>
                <a:lnTo>
                  <a:pt x="14" y="5"/>
                </a:lnTo>
                <a:lnTo>
                  <a:pt x="15" y="5"/>
                </a:lnTo>
                <a:lnTo>
                  <a:pt x="17" y="5"/>
                </a:lnTo>
                <a:lnTo>
                  <a:pt x="18" y="5"/>
                </a:lnTo>
                <a:lnTo>
                  <a:pt x="18" y="4"/>
                </a:lnTo>
                <a:lnTo>
                  <a:pt x="17" y="4"/>
                </a:lnTo>
                <a:lnTo>
                  <a:pt x="17" y="3"/>
                </a:lnTo>
                <a:lnTo>
                  <a:pt x="18" y="3"/>
                </a:lnTo>
                <a:lnTo>
                  <a:pt x="19" y="3"/>
                </a:lnTo>
                <a:lnTo>
                  <a:pt x="20" y="3"/>
                </a:lnTo>
                <a:lnTo>
                  <a:pt x="20" y="4"/>
                </a:lnTo>
                <a:lnTo>
                  <a:pt x="21" y="3"/>
                </a:lnTo>
                <a:lnTo>
                  <a:pt x="21" y="2"/>
                </a:lnTo>
                <a:lnTo>
                  <a:pt x="22" y="2"/>
                </a:lnTo>
                <a:lnTo>
                  <a:pt x="23" y="2"/>
                </a:lnTo>
                <a:lnTo>
                  <a:pt x="24" y="2"/>
                </a:lnTo>
                <a:lnTo>
                  <a:pt x="24" y="1"/>
                </a:lnTo>
                <a:lnTo>
                  <a:pt x="24" y="0"/>
                </a:lnTo>
                <a:lnTo>
                  <a:pt x="25" y="0"/>
                </a:lnTo>
                <a:lnTo>
                  <a:pt x="26" y="0"/>
                </a:lnTo>
                <a:lnTo>
                  <a:pt x="26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50" name=""/>
          <p:cNvSpPr/>
          <p:nvPr/>
        </p:nvSpPr>
        <p:spPr>
          <a:xfrm>
            <a:off x="4436640" y="21754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2" y="0"/>
                </a:moveTo>
                <a:lnTo>
                  <a:pt x="2" y="1"/>
                </a:ln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51" name=""/>
          <p:cNvSpPr/>
          <p:nvPr/>
        </p:nvSpPr>
        <p:spPr>
          <a:xfrm>
            <a:off x="4437720" y="21751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52" name=""/>
          <p:cNvSpPr/>
          <p:nvPr/>
        </p:nvSpPr>
        <p:spPr>
          <a:xfrm>
            <a:off x="4437360" y="2172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4"/>
                </a:moveTo>
                <a:lnTo>
                  <a:pt x="0" y="2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53" name=""/>
          <p:cNvSpPr/>
          <p:nvPr/>
        </p:nvSpPr>
        <p:spPr>
          <a:xfrm>
            <a:off x="4440240" y="21704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54" name=""/>
          <p:cNvSpPr/>
          <p:nvPr/>
        </p:nvSpPr>
        <p:spPr>
          <a:xfrm>
            <a:off x="4439520" y="21700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55" name=""/>
          <p:cNvSpPr/>
          <p:nvPr/>
        </p:nvSpPr>
        <p:spPr>
          <a:xfrm>
            <a:off x="4437720" y="2170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56" name=""/>
          <p:cNvSpPr/>
          <p:nvPr/>
        </p:nvSpPr>
        <p:spPr>
          <a:xfrm>
            <a:off x="4438800" y="21697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57" name=""/>
          <p:cNvSpPr/>
          <p:nvPr/>
        </p:nvSpPr>
        <p:spPr>
          <a:xfrm>
            <a:off x="4440240" y="21697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58" name=""/>
          <p:cNvSpPr/>
          <p:nvPr/>
        </p:nvSpPr>
        <p:spPr>
          <a:xfrm>
            <a:off x="4438080" y="21682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0"/>
                </a:move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2"/>
                </a:lnTo>
                <a:lnTo>
                  <a:pt x="5" y="2"/>
                </a:lnTo>
                <a:lnTo>
                  <a:pt x="5" y="4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59" name=""/>
          <p:cNvSpPr/>
          <p:nvPr/>
        </p:nvSpPr>
        <p:spPr>
          <a:xfrm>
            <a:off x="4437720" y="2168280"/>
            <a:ext cx="360" cy="1080"/>
          </a:xfrm>
          <a:custGeom>
            <a:avLst/>
            <a:gdLst/>
            <a:ahLst/>
            <a:rect l="0" t="0" r="r" b="b"/>
            <a:pathLst>
              <a:path w="1" h="3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60" name=""/>
          <p:cNvSpPr/>
          <p:nvPr/>
        </p:nvSpPr>
        <p:spPr>
          <a:xfrm>
            <a:off x="4438800" y="2168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61" name=""/>
          <p:cNvSpPr/>
          <p:nvPr/>
        </p:nvSpPr>
        <p:spPr>
          <a:xfrm>
            <a:off x="4439880" y="216432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2"/>
                </a:move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62" name=""/>
          <p:cNvSpPr/>
          <p:nvPr/>
        </p:nvSpPr>
        <p:spPr>
          <a:xfrm>
            <a:off x="4439880" y="2163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63" name=""/>
          <p:cNvSpPr/>
          <p:nvPr/>
        </p:nvSpPr>
        <p:spPr>
          <a:xfrm>
            <a:off x="4438080" y="216288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2" y="2"/>
                </a:move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2" y="3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64" name=""/>
          <p:cNvSpPr/>
          <p:nvPr/>
        </p:nvSpPr>
        <p:spPr>
          <a:xfrm>
            <a:off x="4438440" y="21625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65" name=""/>
          <p:cNvSpPr/>
          <p:nvPr/>
        </p:nvSpPr>
        <p:spPr>
          <a:xfrm>
            <a:off x="4437720" y="21618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3" y="0"/>
                </a:moveTo>
                <a:lnTo>
                  <a:pt x="4" y="1"/>
                </a:lnTo>
                <a:lnTo>
                  <a:pt x="3" y="1"/>
                </a:lnTo>
                <a:lnTo>
                  <a:pt x="1" y="1"/>
                </a:lnTo>
                <a:lnTo>
                  <a:pt x="1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66" name=""/>
          <p:cNvSpPr/>
          <p:nvPr/>
        </p:nvSpPr>
        <p:spPr>
          <a:xfrm>
            <a:off x="4442040" y="21618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67" name=""/>
          <p:cNvSpPr/>
          <p:nvPr/>
        </p:nvSpPr>
        <p:spPr>
          <a:xfrm>
            <a:off x="4413600" y="217620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5" y="0"/>
                </a:moveTo>
                <a:lnTo>
                  <a:pt x="6" y="2"/>
                </a:lnTo>
                <a:lnTo>
                  <a:pt x="6" y="4"/>
                </a:lnTo>
                <a:lnTo>
                  <a:pt x="5" y="2"/>
                </a:lnTo>
                <a:lnTo>
                  <a:pt x="4" y="1"/>
                </a:lnTo>
                <a:lnTo>
                  <a:pt x="4" y="2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2" y="5"/>
                </a:lnTo>
                <a:lnTo>
                  <a:pt x="2" y="6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1" y="5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68" name=""/>
          <p:cNvSpPr/>
          <p:nvPr/>
        </p:nvSpPr>
        <p:spPr>
          <a:xfrm>
            <a:off x="4414320" y="21747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69" name=""/>
          <p:cNvSpPr/>
          <p:nvPr/>
        </p:nvSpPr>
        <p:spPr>
          <a:xfrm>
            <a:off x="4413240" y="2174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4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3"/>
                </a:lnTo>
                <a:lnTo>
                  <a:pt x="3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70" name=""/>
          <p:cNvSpPr/>
          <p:nvPr/>
        </p:nvSpPr>
        <p:spPr>
          <a:xfrm>
            <a:off x="4414320" y="2174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71" name=""/>
          <p:cNvSpPr/>
          <p:nvPr/>
        </p:nvSpPr>
        <p:spPr>
          <a:xfrm>
            <a:off x="4403160" y="2759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2" name=""/>
          <p:cNvSpPr/>
          <p:nvPr/>
        </p:nvSpPr>
        <p:spPr>
          <a:xfrm>
            <a:off x="4403880" y="2758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3" name=""/>
          <p:cNvSpPr/>
          <p:nvPr/>
        </p:nvSpPr>
        <p:spPr>
          <a:xfrm>
            <a:off x="4407480" y="2686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4" name=""/>
          <p:cNvSpPr/>
          <p:nvPr/>
        </p:nvSpPr>
        <p:spPr>
          <a:xfrm>
            <a:off x="4419000" y="26618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5" name=""/>
          <p:cNvSpPr/>
          <p:nvPr/>
        </p:nvSpPr>
        <p:spPr>
          <a:xfrm>
            <a:off x="4440240" y="2610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6" name=""/>
          <p:cNvSpPr/>
          <p:nvPr/>
        </p:nvSpPr>
        <p:spPr>
          <a:xfrm>
            <a:off x="4437360" y="2585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7" name=""/>
          <p:cNvSpPr/>
          <p:nvPr/>
        </p:nvSpPr>
        <p:spPr>
          <a:xfrm>
            <a:off x="4549320" y="24357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8" name=""/>
          <p:cNvSpPr/>
          <p:nvPr/>
        </p:nvSpPr>
        <p:spPr>
          <a:xfrm>
            <a:off x="4550760" y="24357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9" name=""/>
          <p:cNvSpPr/>
          <p:nvPr/>
        </p:nvSpPr>
        <p:spPr>
          <a:xfrm>
            <a:off x="4552200" y="24357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0" name=""/>
          <p:cNvSpPr/>
          <p:nvPr/>
        </p:nvSpPr>
        <p:spPr>
          <a:xfrm>
            <a:off x="4337280" y="2410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4"/>
                </a:move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1" name=""/>
          <p:cNvSpPr/>
          <p:nvPr/>
        </p:nvSpPr>
        <p:spPr>
          <a:xfrm>
            <a:off x="4552920" y="24350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2" name=""/>
          <p:cNvSpPr/>
          <p:nvPr/>
        </p:nvSpPr>
        <p:spPr>
          <a:xfrm>
            <a:off x="4370040" y="241272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2" y="6"/>
                </a:moveTo>
                <a:lnTo>
                  <a:pt x="1" y="6"/>
                </a:lnTo>
                <a:lnTo>
                  <a:pt x="0" y="5"/>
                </a:lnTo>
                <a:lnTo>
                  <a:pt x="0" y="3"/>
                </a:lnTo>
                <a:lnTo>
                  <a:pt x="2" y="2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6" y="3"/>
                </a:lnTo>
                <a:lnTo>
                  <a:pt x="5" y="4"/>
                </a:lnTo>
                <a:lnTo>
                  <a:pt x="3" y="5"/>
                </a:lnTo>
                <a:lnTo>
                  <a:pt x="2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3" name=""/>
          <p:cNvSpPr/>
          <p:nvPr/>
        </p:nvSpPr>
        <p:spPr>
          <a:xfrm>
            <a:off x="4549320" y="24321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4" name=""/>
          <p:cNvSpPr/>
          <p:nvPr/>
        </p:nvSpPr>
        <p:spPr>
          <a:xfrm>
            <a:off x="4355640" y="240048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3" y="5"/>
                </a:move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3" y="0"/>
                </a:lnTo>
                <a:lnTo>
                  <a:pt x="5" y="0"/>
                </a:lnTo>
                <a:lnTo>
                  <a:pt x="7" y="0"/>
                </a:lnTo>
                <a:lnTo>
                  <a:pt x="7" y="1"/>
                </a:lnTo>
                <a:lnTo>
                  <a:pt x="7" y="3"/>
                </a:lnTo>
                <a:lnTo>
                  <a:pt x="5" y="4"/>
                </a:lnTo>
                <a:lnTo>
                  <a:pt x="4" y="5"/>
                </a:lnTo>
                <a:lnTo>
                  <a:pt x="3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5" name=""/>
          <p:cNvSpPr/>
          <p:nvPr/>
        </p:nvSpPr>
        <p:spPr>
          <a:xfrm>
            <a:off x="4377960" y="2400480"/>
            <a:ext cx="5760" cy="2880"/>
          </a:xfrm>
          <a:custGeom>
            <a:avLst/>
            <a:gdLst/>
            <a:ahLst/>
            <a:rect l="0" t="0" r="r" b="b"/>
            <a:pathLst>
              <a:path fill="none" w="16" h="8">
                <a:moveTo>
                  <a:pt x="14" y="0"/>
                </a:moveTo>
                <a:lnTo>
                  <a:pt x="15" y="1"/>
                </a:lnTo>
                <a:lnTo>
                  <a:pt x="15" y="0"/>
                </a:lnTo>
                <a:lnTo>
                  <a:pt x="16" y="1"/>
                </a:lnTo>
                <a:lnTo>
                  <a:pt x="16" y="2"/>
                </a:lnTo>
                <a:lnTo>
                  <a:pt x="16" y="3"/>
                </a:lnTo>
                <a:lnTo>
                  <a:pt x="15" y="4"/>
                </a:lnTo>
                <a:lnTo>
                  <a:pt x="14" y="5"/>
                </a:lnTo>
                <a:lnTo>
                  <a:pt x="13" y="6"/>
                </a:lnTo>
                <a:lnTo>
                  <a:pt x="11" y="6"/>
                </a:lnTo>
                <a:lnTo>
                  <a:pt x="7" y="8"/>
                </a:lnTo>
                <a:lnTo>
                  <a:pt x="2" y="8"/>
                </a:lnTo>
                <a:lnTo>
                  <a:pt x="0" y="8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11" y="0"/>
                </a:lnTo>
                <a:lnTo>
                  <a:pt x="13" y="0"/>
                </a:lnTo>
                <a:lnTo>
                  <a:pt x="1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6" name=""/>
          <p:cNvSpPr/>
          <p:nvPr/>
        </p:nvSpPr>
        <p:spPr>
          <a:xfrm>
            <a:off x="4353840" y="23950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7" name=""/>
          <p:cNvSpPr/>
          <p:nvPr/>
        </p:nvSpPr>
        <p:spPr>
          <a:xfrm>
            <a:off x="4349160" y="2393280"/>
            <a:ext cx="5040" cy="4680"/>
          </a:xfrm>
          <a:custGeom>
            <a:avLst/>
            <a:gdLst/>
            <a:ahLst/>
            <a:rect l="0" t="0" r="r" b="b"/>
            <a:pathLst>
              <a:path fill="none" w="14" h="13">
                <a:moveTo>
                  <a:pt x="12" y="1"/>
                </a:moveTo>
                <a:lnTo>
                  <a:pt x="11" y="3"/>
                </a:lnTo>
                <a:lnTo>
                  <a:pt x="10" y="4"/>
                </a:lnTo>
                <a:lnTo>
                  <a:pt x="8" y="4"/>
                </a:lnTo>
                <a:lnTo>
                  <a:pt x="6" y="6"/>
                </a:lnTo>
                <a:lnTo>
                  <a:pt x="4" y="7"/>
                </a:lnTo>
                <a:lnTo>
                  <a:pt x="3" y="8"/>
                </a:lnTo>
                <a:lnTo>
                  <a:pt x="3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9"/>
                </a:lnTo>
                <a:lnTo>
                  <a:pt x="7" y="8"/>
                </a:lnTo>
                <a:lnTo>
                  <a:pt x="8" y="8"/>
                </a:lnTo>
                <a:lnTo>
                  <a:pt x="11" y="7"/>
                </a:lnTo>
                <a:lnTo>
                  <a:pt x="13" y="7"/>
                </a:lnTo>
                <a:lnTo>
                  <a:pt x="14" y="8"/>
                </a:lnTo>
                <a:lnTo>
                  <a:pt x="13" y="8"/>
                </a:lnTo>
                <a:lnTo>
                  <a:pt x="13" y="9"/>
                </a:lnTo>
                <a:lnTo>
                  <a:pt x="11" y="9"/>
                </a:lnTo>
                <a:lnTo>
                  <a:pt x="10" y="9"/>
                </a:lnTo>
                <a:lnTo>
                  <a:pt x="8" y="10"/>
                </a:lnTo>
                <a:lnTo>
                  <a:pt x="6" y="12"/>
                </a:lnTo>
                <a:lnTo>
                  <a:pt x="4" y="12"/>
                </a:lnTo>
                <a:lnTo>
                  <a:pt x="3" y="13"/>
                </a:lnTo>
                <a:lnTo>
                  <a:pt x="1" y="12"/>
                </a:lnTo>
                <a:lnTo>
                  <a:pt x="0" y="11"/>
                </a:lnTo>
                <a:lnTo>
                  <a:pt x="1" y="8"/>
                </a:lnTo>
                <a:lnTo>
                  <a:pt x="1" y="7"/>
                </a:lnTo>
                <a:lnTo>
                  <a:pt x="5" y="4"/>
                </a:lnTo>
                <a:lnTo>
                  <a:pt x="8" y="1"/>
                </a:lnTo>
                <a:lnTo>
                  <a:pt x="10" y="1"/>
                </a:lnTo>
                <a:lnTo>
                  <a:pt x="11" y="1"/>
                </a:lnTo>
                <a:lnTo>
                  <a:pt x="12" y="0"/>
                </a:lnTo>
                <a:lnTo>
                  <a:pt x="1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080" rIns="360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8" name=""/>
          <p:cNvSpPr/>
          <p:nvPr/>
        </p:nvSpPr>
        <p:spPr>
          <a:xfrm>
            <a:off x="4353120" y="2392920"/>
            <a:ext cx="4680" cy="3600"/>
          </a:xfrm>
          <a:custGeom>
            <a:avLst/>
            <a:gdLst/>
            <a:ahLst/>
            <a:rect l="0" t="0" r="r" b="b"/>
            <a:pathLst>
              <a:path fill="none" w="13" h="10">
                <a:moveTo>
                  <a:pt x="13" y="2"/>
                </a:moveTo>
                <a:lnTo>
                  <a:pt x="13" y="3"/>
                </a:lnTo>
                <a:lnTo>
                  <a:pt x="13" y="4"/>
                </a:lnTo>
                <a:lnTo>
                  <a:pt x="13" y="6"/>
                </a:lnTo>
                <a:lnTo>
                  <a:pt x="12" y="8"/>
                </a:lnTo>
                <a:lnTo>
                  <a:pt x="9" y="9"/>
                </a:lnTo>
                <a:lnTo>
                  <a:pt x="7" y="9"/>
                </a:lnTo>
                <a:lnTo>
                  <a:pt x="6" y="10"/>
                </a:lnTo>
                <a:lnTo>
                  <a:pt x="4" y="9"/>
                </a:lnTo>
                <a:lnTo>
                  <a:pt x="4" y="8"/>
                </a:lnTo>
                <a:lnTo>
                  <a:pt x="5" y="8"/>
                </a:lnTo>
                <a:lnTo>
                  <a:pt x="7" y="8"/>
                </a:lnTo>
                <a:lnTo>
                  <a:pt x="9" y="7"/>
                </a:lnTo>
                <a:lnTo>
                  <a:pt x="11" y="7"/>
                </a:lnTo>
                <a:lnTo>
                  <a:pt x="11" y="6"/>
                </a:lnTo>
                <a:lnTo>
                  <a:pt x="11" y="4"/>
                </a:lnTo>
                <a:lnTo>
                  <a:pt x="11" y="3"/>
                </a:lnTo>
                <a:lnTo>
                  <a:pt x="9" y="2"/>
                </a:lnTo>
                <a:lnTo>
                  <a:pt x="8" y="2"/>
                </a:lnTo>
                <a:lnTo>
                  <a:pt x="7" y="2"/>
                </a:lnTo>
                <a:lnTo>
                  <a:pt x="7" y="3"/>
                </a:lnTo>
                <a:lnTo>
                  <a:pt x="6" y="3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4" y="2"/>
                </a:lnTo>
                <a:lnTo>
                  <a:pt x="6" y="1"/>
                </a:lnTo>
                <a:lnTo>
                  <a:pt x="7" y="1"/>
                </a:lnTo>
                <a:lnTo>
                  <a:pt x="9" y="0"/>
                </a:lnTo>
                <a:lnTo>
                  <a:pt x="11" y="0"/>
                </a:lnTo>
                <a:lnTo>
                  <a:pt x="12" y="1"/>
                </a:lnTo>
                <a:lnTo>
                  <a:pt x="1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9" name=""/>
          <p:cNvSpPr/>
          <p:nvPr/>
        </p:nvSpPr>
        <p:spPr>
          <a:xfrm>
            <a:off x="4375800" y="2391480"/>
            <a:ext cx="5400" cy="2160"/>
          </a:xfrm>
          <a:custGeom>
            <a:avLst/>
            <a:gdLst/>
            <a:ahLst/>
            <a:rect l="0" t="0" r="r" b="b"/>
            <a:pathLst>
              <a:path fill="none" w="15" h="6">
                <a:moveTo>
                  <a:pt x="14" y="3"/>
                </a:moveTo>
                <a:lnTo>
                  <a:pt x="13" y="3"/>
                </a:lnTo>
                <a:lnTo>
                  <a:pt x="11" y="3"/>
                </a:lnTo>
                <a:lnTo>
                  <a:pt x="9" y="3"/>
                </a:lnTo>
                <a:lnTo>
                  <a:pt x="8" y="3"/>
                </a:lnTo>
                <a:lnTo>
                  <a:pt x="7" y="4"/>
                </a:lnTo>
                <a:lnTo>
                  <a:pt x="6" y="6"/>
                </a:lnTo>
                <a:lnTo>
                  <a:pt x="3" y="6"/>
                </a:ln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2" y="2"/>
                </a:lnTo>
                <a:lnTo>
                  <a:pt x="5" y="1"/>
                </a:lnTo>
                <a:lnTo>
                  <a:pt x="7" y="1"/>
                </a:lnTo>
                <a:lnTo>
                  <a:pt x="10" y="1"/>
                </a:lnTo>
                <a:lnTo>
                  <a:pt x="11" y="0"/>
                </a:lnTo>
                <a:lnTo>
                  <a:pt x="12" y="0"/>
                </a:lnTo>
                <a:lnTo>
                  <a:pt x="14" y="0"/>
                </a:lnTo>
                <a:lnTo>
                  <a:pt x="15" y="0"/>
                </a:lnTo>
                <a:lnTo>
                  <a:pt x="15" y="2"/>
                </a:lnTo>
                <a:lnTo>
                  <a:pt x="15" y="3"/>
                </a:lnTo>
                <a:lnTo>
                  <a:pt x="1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0" name=""/>
          <p:cNvSpPr/>
          <p:nvPr/>
        </p:nvSpPr>
        <p:spPr>
          <a:xfrm>
            <a:off x="4362480" y="2389680"/>
            <a:ext cx="4320" cy="2520"/>
          </a:xfrm>
          <a:custGeom>
            <a:avLst/>
            <a:gdLst/>
            <a:ahLst/>
            <a:rect l="0" t="0" r="r" b="b"/>
            <a:pathLst>
              <a:path fill="none" w="12" h="7">
                <a:moveTo>
                  <a:pt x="4" y="7"/>
                </a:moveTo>
                <a:lnTo>
                  <a:pt x="3" y="7"/>
                </a:ln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2" y="3"/>
                </a:lnTo>
                <a:lnTo>
                  <a:pt x="3" y="2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0"/>
                </a:lnTo>
                <a:lnTo>
                  <a:pt x="8" y="1"/>
                </a:lnTo>
                <a:lnTo>
                  <a:pt x="10" y="2"/>
                </a:lnTo>
                <a:lnTo>
                  <a:pt x="12" y="3"/>
                </a:lnTo>
                <a:lnTo>
                  <a:pt x="10" y="4"/>
                </a:lnTo>
                <a:lnTo>
                  <a:pt x="10" y="6"/>
                </a:lnTo>
                <a:lnTo>
                  <a:pt x="9" y="6"/>
                </a:lnTo>
                <a:lnTo>
                  <a:pt x="7" y="6"/>
                </a:lnTo>
                <a:lnTo>
                  <a:pt x="6" y="6"/>
                </a:lnTo>
                <a:lnTo>
                  <a:pt x="5" y="7"/>
                </a:lnTo>
                <a:lnTo>
                  <a:pt x="4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1" name=""/>
          <p:cNvSpPr/>
          <p:nvPr/>
        </p:nvSpPr>
        <p:spPr>
          <a:xfrm>
            <a:off x="4385160" y="23896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5"/>
                </a:moveTo>
                <a:lnTo>
                  <a:pt x="1" y="5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1"/>
                </a:lnTo>
                <a:lnTo>
                  <a:pt x="4" y="2"/>
                </a:lnTo>
                <a:lnTo>
                  <a:pt x="4" y="4"/>
                </a:lnTo>
                <a:lnTo>
                  <a:pt x="3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2" name=""/>
          <p:cNvSpPr/>
          <p:nvPr/>
        </p:nvSpPr>
        <p:spPr>
          <a:xfrm>
            <a:off x="4347000" y="238608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3"/>
                </a:move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2" y="3"/>
                </a:lnTo>
                <a:lnTo>
                  <a:pt x="1" y="3"/>
                </a:lnTo>
                <a:lnTo>
                  <a:pt x="1" y="5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5" y="0"/>
                </a:lnTo>
                <a:lnTo>
                  <a:pt x="6" y="0"/>
                </a:lnTo>
                <a:lnTo>
                  <a:pt x="6" y="2"/>
                </a:lnTo>
                <a:lnTo>
                  <a:pt x="6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3" name=""/>
          <p:cNvSpPr/>
          <p:nvPr/>
        </p:nvSpPr>
        <p:spPr>
          <a:xfrm>
            <a:off x="4353480" y="23864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4" name=""/>
          <p:cNvSpPr/>
          <p:nvPr/>
        </p:nvSpPr>
        <p:spPr>
          <a:xfrm>
            <a:off x="4349520" y="238500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4" y="6"/>
                </a:moveTo>
                <a:lnTo>
                  <a:pt x="3" y="6"/>
                </a:lnTo>
                <a:lnTo>
                  <a:pt x="2" y="6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4" y="4"/>
                </a:lnTo>
                <a:lnTo>
                  <a:pt x="6" y="5"/>
                </a:lnTo>
                <a:lnTo>
                  <a:pt x="6" y="6"/>
                </a:lnTo>
                <a:lnTo>
                  <a:pt x="4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5" name=""/>
          <p:cNvSpPr/>
          <p:nvPr/>
        </p:nvSpPr>
        <p:spPr>
          <a:xfrm>
            <a:off x="4384440" y="23875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5"/>
                </a:move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1"/>
                </a:lnTo>
                <a:lnTo>
                  <a:pt x="4" y="3"/>
                </a:lnTo>
                <a:lnTo>
                  <a:pt x="2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6" name=""/>
          <p:cNvSpPr/>
          <p:nvPr/>
        </p:nvSpPr>
        <p:spPr>
          <a:xfrm>
            <a:off x="4349880" y="2384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7" name=""/>
          <p:cNvSpPr/>
          <p:nvPr/>
        </p:nvSpPr>
        <p:spPr>
          <a:xfrm>
            <a:off x="4350240" y="238284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1" y="3"/>
                </a:moveTo>
                <a:lnTo>
                  <a:pt x="0" y="3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8" name=""/>
          <p:cNvSpPr/>
          <p:nvPr/>
        </p:nvSpPr>
        <p:spPr>
          <a:xfrm>
            <a:off x="4354200" y="23832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9" name=""/>
          <p:cNvSpPr/>
          <p:nvPr/>
        </p:nvSpPr>
        <p:spPr>
          <a:xfrm>
            <a:off x="4354200" y="23828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0" name=""/>
          <p:cNvSpPr/>
          <p:nvPr/>
        </p:nvSpPr>
        <p:spPr>
          <a:xfrm>
            <a:off x="4354920" y="2382840"/>
            <a:ext cx="1800" cy="3960"/>
          </a:xfrm>
          <a:custGeom>
            <a:avLst/>
            <a:gdLst/>
            <a:ahLst/>
            <a:rect l="0" t="0" r="r" b="b"/>
            <a:pathLst>
              <a:path fill="none" w="5" h="11">
                <a:moveTo>
                  <a:pt x="2" y="11"/>
                </a:move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2" y="9"/>
                </a:lnTo>
                <a:lnTo>
                  <a:pt x="3" y="8"/>
                </a:lnTo>
                <a:lnTo>
                  <a:pt x="3" y="7"/>
                </a:lnTo>
                <a:lnTo>
                  <a:pt x="3" y="5"/>
                </a:lnTo>
                <a:lnTo>
                  <a:pt x="3" y="4"/>
                </a:lnTo>
                <a:lnTo>
                  <a:pt x="3" y="3"/>
                </a:lnTo>
                <a:lnTo>
                  <a:pt x="2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2"/>
                </a:lnTo>
                <a:lnTo>
                  <a:pt x="5" y="3"/>
                </a:lnTo>
                <a:lnTo>
                  <a:pt x="5" y="4"/>
                </a:lnTo>
                <a:lnTo>
                  <a:pt x="5" y="7"/>
                </a:lnTo>
                <a:lnTo>
                  <a:pt x="4" y="8"/>
                </a:lnTo>
                <a:lnTo>
                  <a:pt x="3" y="9"/>
                </a:lnTo>
                <a:lnTo>
                  <a:pt x="3" y="10"/>
                </a:lnTo>
                <a:lnTo>
                  <a:pt x="2" y="1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1" name=""/>
          <p:cNvSpPr/>
          <p:nvPr/>
        </p:nvSpPr>
        <p:spPr>
          <a:xfrm>
            <a:off x="4353480" y="23821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2" name=""/>
          <p:cNvSpPr/>
          <p:nvPr/>
        </p:nvSpPr>
        <p:spPr>
          <a:xfrm>
            <a:off x="4352040" y="23817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3"/>
                </a:move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3" name=""/>
          <p:cNvSpPr/>
          <p:nvPr/>
        </p:nvSpPr>
        <p:spPr>
          <a:xfrm>
            <a:off x="4353480" y="23810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5"/>
                </a:moveTo>
                <a:lnTo>
                  <a:pt x="3" y="5"/>
                </a:ln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4" y="4"/>
                </a:lnTo>
                <a:lnTo>
                  <a:pt x="4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4" name=""/>
          <p:cNvSpPr/>
          <p:nvPr/>
        </p:nvSpPr>
        <p:spPr>
          <a:xfrm>
            <a:off x="4379400" y="2383200"/>
            <a:ext cx="3240" cy="3240"/>
          </a:xfrm>
          <a:custGeom>
            <a:avLst/>
            <a:gdLst/>
            <a:ahLst/>
            <a:rect l="0" t="0" r="r" b="b"/>
            <a:pathLst>
              <a:path fill="none" w="9" h="9">
                <a:moveTo>
                  <a:pt x="1" y="9"/>
                </a:moveTo>
                <a:lnTo>
                  <a:pt x="0" y="8"/>
                </a:lnTo>
                <a:lnTo>
                  <a:pt x="0" y="7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4" y="3"/>
                </a:lnTo>
                <a:lnTo>
                  <a:pt x="6" y="1"/>
                </a:lnTo>
                <a:lnTo>
                  <a:pt x="8" y="0"/>
                </a:lnTo>
                <a:lnTo>
                  <a:pt x="9" y="1"/>
                </a:lnTo>
                <a:lnTo>
                  <a:pt x="9" y="2"/>
                </a:lnTo>
                <a:lnTo>
                  <a:pt x="9" y="3"/>
                </a:lnTo>
                <a:lnTo>
                  <a:pt x="8" y="4"/>
                </a:lnTo>
                <a:lnTo>
                  <a:pt x="6" y="4"/>
                </a:lnTo>
                <a:lnTo>
                  <a:pt x="5" y="5"/>
                </a:lnTo>
                <a:lnTo>
                  <a:pt x="3" y="5"/>
                </a:lnTo>
                <a:lnTo>
                  <a:pt x="2" y="7"/>
                </a:lnTo>
                <a:lnTo>
                  <a:pt x="1" y="9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5" name=""/>
          <p:cNvSpPr/>
          <p:nvPr/>
        </p:nvSpPr>
        <p:spPr>
          <a:xfrm>
            <a:off x="4384080" y="2382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6" name=""/>
          <p:cNvSpPr/>
          <p:nvPr/>
        </p:nvSpPr>
        <p:spPr>
          <a:xfrm>
            <a:off x="4386600" y="23781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3"/>
                </a:moveTo>
                <a:lnTo>
                  <a:pt x="3" y="5"/>
                </a:lnTo>
                <a:lnTo>
                  <a:pt x="3" y="3"/>
                </a:lnTo>
                <a:lnTo>
                  <a:pt x="1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7" name=""/>
          <p:cNvSpPr/>
          <p:nvPr/>
        </p:nvSpPr>
        <p:spPr>
          <a:xfrm>
            <a:off x="4370040" y="237384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5" y="5"/>
                </a:moveTo>
                <a:lnTo>
                  <a:pt x="5" y="6"/>
                </a:lnTo>
                <a:lnTo>
                  <a:pt x="3" y="5"/>
                </a:lnTo>
                <a:lnTo>
                  <a:pt x="2" y="5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5" y="1"/>
                </a:lnTo>
                <a:lnTo>
                  <a:pt x="6" y="2"/>
                </a:lnTo>
                <a:lnTo>
                  <a:pt x="6" y="5"/>
                </a:lnTo>
                <a:lnTo>
                  <a:pt x="5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8" name=""/>
          <p:cNvSpPr/>
          <p:nvPr/>
        </p:nvSpPr>
        <p:spPr>
          <a:xfrm>
            <a:off x="4515480" y="2389320"/>
            <a:ext cx="2520" cy="3240"/>
          </a:xfrm>
          <a:custGeom>
            <a:avLst/>
            <a:gdLst/>
            <a:ahLst/>
            <a:rect l="0" t="0" r="r" b="b"/>
            <a:pathLst>
              <a:path fill="none" w="7" h="9">
                <a:moveTo>
                  <a:pt x="4" y="9"/>
                </a:moveTo>
                <a:lnTo>
                  <a:pt x="2" y="9"/>
                </a:lnTo>
                <a:lnTo>
                  <a:pt x="1" y="6"/>
                </a:lnTo>
                <a:lnTo>
                  <a:pt x="0" y="4"/>
                </a:lnTo>
                <a:lnTo>
                  <a:pt x="1" y="2"/>
                </a:lnTo>
                <a:lnTo>
                  <a:pt x="2" y="1"/>
                </a:lnTo>
                <a:lnTo>
                  <a:pt x="3" y="0"/>
                </a:lnTo>
                <a:lnTo>
                  <a:pt x="6" y="1"/>
                </a:lnTo>
                <a:lnTo>
                  <a:pt x="7" y="2"/>
                </a:lnTo>
                <a:lnTo>
                  <a:pt x="7" y="4"/>
                </a:lnTo>
                <a:lnTo>
                  <a:pt x="6" y="6"/>
                </a:lnTo>
                <a:lnTo>
                  <a:pt x="4" y="9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9" name=""/>
          <p:cNvSpPr/>
          <p:nvPr/>
        </p:nvSpPr>
        <p:spPr>
          <a:xfrm>
            <a:off x="4391640" y="23742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3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0" name=""/>
          <p:cNvSpPr/>
          <p:nvPr/>
        </p:nvSpPr>
        <p:spPr>
          <a:xfrm>
            <a:off x="4374360" y="237204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1" y="0"/>
                </a:moveTo>
                <a:lnTo>
                  <a:pt x="1" y="1"/>
                </a:lnTo>
                <a:lnTo>
                  <a:pt x="3" y="0"/>
                </a:lnTo>
                <a:lnTo>
                  <a:pt x="3" y="1"/>
                </a:lnTo>
                <a:lnTo>
                  <a:pt x="1" y="1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1" name=""/>
          <p:cNvSpPr/>
          <p:nvPr/>
        </p:nvSpPr>
        <p:spPr>
          <a:xfrm>
            <a:off x="4373280" y="236736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4" y="7"/>
                </a:moveTo>
                <a:lnTo>
                  <a:pt x="3" y="7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1"/>
                </a:lnTo>
                <a:lnTo>
                  <a:pt x="4" y="4"/>
                </a:lnTo>
                <a:lnTo>
                  <a:pt x="4" y="5"/>
                </a:lnTo>
                <a:lnTo>
                  <a:pt x="6" y="5"/>
                </a:lnTo>
                <a:lnTo>
                  <a:pt x="6" y="6"/>
                </a:lnTo>
                <a:lnTo>
                  <a:pt x="6" y="7"/>
                </a:lnTo>
                <a:lnTo>
                  <a:pt x="4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2" name=""/>
          <p:cNvSpPr/>
          <p:nvPr/>
        </p:nvSpPr>
        <p:spPr>
          <a:xfrm>
            <a:off x="4370040" y="2366280"/>
            <a:ext cx="3240" cy="1800"/>
          </a:xfrm>
          <a:custGeom>
            <a:avLst/>
            <a:gdLst/>
            <a:ahLst/>
            <a:rect l="0" t="0" r="r" b="b"/>
            <a:pathLst>
              <a:path fill="none" w="9" h="5">
                <a:moveTo>
                  <a:pt x="3" y="5"/>
                </a:move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8" y="3"/>
                </a:lnTo>
                <a:lnTo>
                  <a:pt x="9" y="3"/>
                </a:lnTo>
                <a:lnTo>
                  <a:pt x="9" y="4"/>
                </a:lnTo>
                <a:lnTo>
                  <a:pt x="8" y="4"/>
                </a:lnTo>
                <a:lnTo>
                  <a:pt x="6" y="4"/>
                </a:lnTo>
                <a:lnTo>
                  <a:pt x="5" y="4"/>
                </a:lnTo>
                <a:lnTo>
                  <a:pt x="4" y="5"/>
                </a:lnTo>
                <a:lnTo>
                  <a:pt x="3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3" name=""/>
          <p:cNvSpPr/>
          <p:nvPr/>
        </p:nvSpPr>
        <p:spPr>
          <a:xfrm>
            <a:off x="4345920" y="23634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4" name=""/>
          <p:cNvSpPr/>
          <p:nvPr/>
        </p:nvSpPr>
        <p:spPr>
          <a:xfrm>
            <a:off x="4345560" y="2361960"/>
            <a:ext cx="3960" cy="2520"/>
          </a:xfrm>
          <a:custGeom>
            <a:avLst/>
            <a:gdLst/>
            <a:ahLst/>
            <a:rect l="0" t="0" r="r" b="b"/>
            <a:pathLst>
              <a:path fill="none" w="11" h="7">
                <a:moveTo>
                  <a:pt x="11" y="1"/>
                </a:moveTo>
                <a:lnTo>
                  <a:pt x="11" y="2"/>
                </a:lnTo>
                <a:lnTo>
                  <a:pt x="11" y="3"/>
                </a:lnTo>
                <a:lnTo>
                  <a:pt x="10" y="4"/>
                </a:lnTo>
                <a:lnTo>
                  <a:pt x="9" y="4"/>
                </a:lnTo>
                <a:lnTo>
                  <a:pt x="8" y="4"/>
                </a:lnTo>
                <a:lnTo>
                  <a:pt x="7" y="5"/>
                </a:lnTo>
                <a:lnTo>
                  <a:pt x="6" y="7"/>
                </a:lnTo>
                <a:lnTo>
                  <a:pt x="5" y="7"/>
                </a:lnTo>
                <a:lnTo>
                  <a:pt x="3" y="7"/>
                </a:lnTo>
                <a:lnTo>
                  <a:pt x="3" y="5"/>
                </a:lnTo>
                <a:lnTo>
                  <a:pt x="3" y="4"/>
                </a:lnTo>
                <a:lnTo>
                  <a:pt x="5" y="4"/>
                </a:lnTo>
                <a:lnTo>
                  <a:pt x="6" y="4"/>
                </a:lnTo>
                <a:lnTo>
                  <a:pt x="6" y="3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3" y="2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5" y="1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5" name=""/>
          <p:cNvSpPr/>
          <p:nvPr/>
        </p:nvSpPr>
        <p:spPr>
          <a:xfrm>
            <a:off x="4288680" y="23227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6" name=""/>
          <p:cNvSpPr/>
          <p:nvPr/>
        </p:nvSpPr>
        <p:spPr>
          <a:xfrm>
            <a:off x="4279680" y="23212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7" name=""/>
          <p:cNvSpPr/>
          <p:nvPr/>
        </p:nvSpPr>
        <p:spPr>
          <a:xfrm>
            <a:off x="4287600" y="2321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8" name=""/>
          <p:cNvSpPr/>
          <p:nvPr/>
        </p:nvSpPr>
        <p:spPr>
          <a:xfrm>
            <a:off x="4277880" y="23205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9" name=""/>
          <p:cNvSpPr/>
          <p:nvPr/>
        </p:nvSpPr>
        <p:spPr>
          <a:xfrm>
            <a:off x="4281840" y="2320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0" name=""/>
          <p:cNvSpPr/>
          <p:nvPr/>
        </p:nvSpPr>
        <p:spPr>
          <a:xfrm>
            <a:off x="4290840" y="23180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1" name=""/>
          <p:cNvSpPr/>
          <p:nvPr/>
        </p:nvSpPr>
        <p:spPr>
          <a:xfrm>
            <a:off x="4309920" y="2305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2" name=""/>
          <p:cNvSpPr/>
          <p:nvPr/>
        </p:nvSpPr>
        <p:spPr>
          <a:xfrm>
            <a:off x="4313880" y="2304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3" name=""/>
          <p:cNvSpPr/>
          <p:nvPr/>
        </p:nvSpPr>
        <p:spPr>
          <a:xfrm>
            <a:off x="4313880" y="23040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4" name=""/>
          <p:cNvSpPr/>
          <p:nvPr/>
        </p:nvSpPr>
        <p:spPr>
          <a:xfrm>
            <a:off x="4316760" y="22870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5" name=""/>
          <p:cNvSpPr/>
          <p:nvPr/>
        </p:nvSpPr>
        <p:spPr>
          <a:xfrm>
            <a:off x="4318560" y="2284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6" name=""/>
          <p:cNvSpPr/>
          <p:nvPr/>
        </p:nvSpPr>
        <p:spPr>
          <a:xfrm>
            <a:off x="4255200" y="2280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7" name=""/>
          <p:cNvSpPr/>
          <p:nvPr/>
        </p:nvSpPr>
        <p:spPr>
          <a:xfrm>
            <a:off x="4421880" y="2283840"/>
            <a:ext cx="4320" cy="3600"/>
          </a:xfrm>
          <a:custGeom>
            <a:avLst/>
            <a:gdLst/>
            <a:ahLst/>
            <a:rect l="0" t="0" r="r" b="b"/>
            <a:pathLst>
              <a:path fill="none" w="12" h="10">
                <a:moveTo>
                  <a:pt x="6" y="10"/>
                </a:moveTo>
                <a:lnTo>
                  <a:pt x="4" y="10"/>
                </a:lnTo>
                <a:lnTo>
                  <a:pt x="3" y="9"/>
                </a:lnTo>
                <a:lnTo>
                  <a:pt x="1" y="8"/>
                </a:lnTo>
                <a:lnTo>
                  <a:pt x="0" y="5"/>
                </a:lnTo>
                <a:lnTo>
                  <a:pt x="0" y="2"/>
                </a:lnTo>
                <a:lnTo>
                  <a:pt x="2" y="1"/>
                </a:lnTo>
                <a:lnTo>
                  <a:pt x="4" y="0"/>
                </a:lnTo>
                <a:lnTo>
                  <a:pt x="7" y="0"/>
                </a:lnTo>
                <a:lnTo>
                  <a:pt x="9" y="1"/>
                </a:lnTo>
                <a:lnTo>
                  <a:pt x="12" y="2"/>
                </a:lnTo>
                <a:lnTo>
                  <a:pt x="12" y="3"/>
                </a:lnTo>
                <a:lnTo>
                  <a:pt x="12" y="6"/>
                </a:lnTo>
                <a:lnTo>
                  <a:pt x="11" y="8"/>
                </a:lnTo>
                <a:lnTo>
                  <a:pt x="8" y="9"/>
                </a:lnTo>
                <a:lnTo>
                  <a:pt x="6" y="1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8" name=""/>
          <p:cNvSpPr/>
          <p:nvPr/>
        </p:nvSpPr>
        <p:spPr>
          <a:xfrm>
            <a:off x="4271400" y="22676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1"/>
                </a:move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9" name=""/>
          <p:cNvSpPr/>
          <p:nvPr/>
        </p:nvSpPr>
        <p:spPr>
          <a:xfrm>
            <a:off x="4395240" y="227304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5" y="7"/>
                </a:moveTo>
                <a:lnTo>
                  <a:pt x="3" y="7"/>
                </a:lnTo>
                <a:lnTo>
                  <a:pt x="2" y="7"/>
                </a:lnTo>
                <a:lnTo>
                  <a:pt x="1" y="7"/>
                </a:lnTo>
                <a:lnTo>
                  <a:pt x="0" y="6"/>
                </a:lnTo>
                <a:lnTo>
                  <a:pt x="0" y="5"/>
                </a:lnTo>
                <a:lnTo>
                  <a:pt x="0" y="3"/>
                </a:lnTo>
                <a:lnTo>
                  <a:pt x="1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2"/>
                </a:lnTo>
                <a:lnTo>
                  <a:pt x="7" y="4"/>
                </a:lnTo>
                <a:lnTo>
                  <a:pt x="7" y="5"/>
                </a:lnTo>
                <a:lnTo>
                  <a:pt x="6" y="6"/>
                </a:lnTo>
                <a:lnTo>
                  <a:pt x="5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0" name=""/>
          <p:cNvSpPr/>
          <p:nvPr/>
        </p:nvSpPr>
        <p:spPr>
          <a:xfrm>
            <a:off x="4337640" y="22590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1" name=""/>
          <p:cNvSpPr/>
          <p:nvPr/>
        </p:nvSpPr>
        <p:spPr>
          <a:xfrm>
            <a:off x="4316400" y="22550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2" name=""/>
          <p:cNvSpPr/>
          <p:nvPr/>
        </p:nvSpPr>
        <p:spPr>
          <a:xfrm>
            <a:off x="4305960" y="2252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3" name=""/>
          <p:cNvSpPr/>
          <p:nvPr/>
        </p:nvSpPr>
        <p:spPr>
          <a:xfrm>
            <a:off x="4253760" y="2250000"/>
            <a:ext cx="79200" cy="74160"/>
          </a:xfrm>
          <a:custGeom>
            <a:avLst/>
            <a:gdLst/>
            <a:ahLst/>
            <a:rect l="0" t="0" r="r" b="b"/>
            <a:pathLst>
              <a:path fill="none" w="220" h="206">
                <a:moveTo>
                  <a:pt x="189" y="3"/>
                </a:moveTo>
                <a:lnTo>
                  <a:pt x="189" y="6"/>
                </a:lnTo>
                <a:lnTo>
                  <a:pt x="190" y="9"/>
                </a:lnTo>
                <a:lnTo>
                  <a:pt x="192" y="11"/>
                </a:lnTo>
                <a:lnTo>
                  <a:pt x="193" y="11"/>
                </a:lnTo>
                <a:lnTo>
                  <a:pt x="193" y="12"/>
                </a:lnTo>
                <a:lnTo>
                  <a:pt x="194" y="12"/>
                </a:lnTo>
                <a:lnTo>
                  <a:pt x="195" y="12"/>
                </a:lnTo>
                <a:lnTo>
                  <a:pt x="195" y="13"/>
                </a:lnTo>
                <a:lnTo>
                  <a:pt x="195" y="14"/>
                </a:lnTo>
                <a:lnTo>
                  <a:pt x="197" y="15"/>
                </a:lnTo>
                <a:lnTo>
                  <a:pt x="197" y="16"/>
                </a:lnTo>
                <a:lnTo>
                  <a:pt x="199" y="16"/>
                </a:lnTo>
                <a:lnTo>
                  <a:pt x="200" y="16"/>
                </a:lnTo>
                <a:lnTo>
                  <a:pt x="200" y="17"/>
                </a:lnTo>
                <a:lnTo>
                  <a:pt x="201" y="17"/>
                </a:lnTo>
                <a:lnTo>
                  <a:pt x="202" y="17"/>
                </a:lnTo>
                <a:lnTo>
                  <a:pt x="203" y="17"/>
                </a:lnTo>
                <a:lnTo>
                  <a:pt x="204" y="17"/>
                </a:lnTo>
                <a:lnTo>
                  <a:pt x="205" y="17"/>
                </a:lnTo>
                <a:lnTo>
                  <a:pt x="206" y="16"/>
                </a:lnTo>
                <a:lnTo>
                  <a:pt x="207" y="16"/>
                </a:lnTo>
                <a:lnTo>
                  <a:pt x="208" y="16"/>
                </a:lnTo>
                <a:lnTo>
                  <a:pt x="208" y="15"/>
                </a:lnTo>
                <a:lnTo>
                  <a:pt x="209" y="15"/>
                </a:lnTo>
                <a:lnTo>
                  <a:pt x="210" y="15"/>
                </a:lnTo>
                <a:lnTo>
                  <a:pt x="210" y="16"/>
                </a:lnTo>
                <a:lnTo>
                  <a:pt x="211" y="19"/>
                </a:lnTo>
                <a:lnTo>
                  <a:pt x="211" y="21"/>
                </a:lnTo>
                <a:lnTo>
                  <a:pt x="212" y="21"/>
                </a:lnTo>
                <a:lnTo>
                  <a:pt x="212" y="22"/>
                </a:lnTo>
                <a:lnTo>
                  <a:pt x="212" y="23"/>
                </a:lnTo>
                <a:lnTo>
                  <a:pt x="213" y="25"/>
                </a:lnTo>
                <a:lnTo>
                  <a:pt x="213" y="26"/>
                </a:lnTo>
                <a:lnTo>
                  <a:pt x="213" y="27"/>
                </a:lnTo>
                <a:lnTo>
                  <a:pt x="214" y="28"/>
                </a:lnTo>
                <a:lnTo>
                  <a:pt x="214" y="30"/>
                </a:lnTo>
                <a:lnTo>
                  <a:pt x="214" y="31"/>
                </a:lnTo>
                <a:lnTo>
                  <a:pt x="215" y="32"/>
                </a:lnTo>
                <a:lnTo>
                  <a:pt x="215" y="33"/>
                </a:lnTo>
                <a:lnTo>
                  <a:pt x="215" y="34"/>
                </a:lnTo>
                <a:lnTo>
                  <a:pt x="215" y="35"/>
                </a:lnTo>
                <a:lnTo>
                  <a:pt x="215" y="37"/>
                </a:lnTo>
                <a:lnTo>
                  <a:pt x="216" y="39"/>
                </a:lnTo>
                <a:lnTo>
                  <a:pt x="216" y="42"/>
                </a:lnTo>
                <a:lnTo>
                  <a:pt x="216" y="43"/>
                </a:lnTo>
                <a:lnTo>
                  <a:pt x="216" y="44"/>
                </a:lnTo>
                <a:lnTo>
                  <a:pt x="216" y="46"/>
                </a:lnTo>
                <a:lnTo>
                  <a:pt x="216" y="47"/>
                </a:lnTo>
                <a:lnTo>
                  <a:pt x="216" y="48"/>
                </a:lnTo>
                <a:lnTo>
                  <a:pt x="217" y="49"/>
                </a:lnTo>
                <a:lnTo>
                  <a:pt x="217" y="48"/>
                </a:lnTo>
                <a:lnTo>
                  <a:pt x="217" y="49"/>
                </a:lnTo>
                <a:lnTo>
                  <a:pt x="218" y="49"/>
                </a:lnTo>
                <a:lnTo>
                  <a:pt x="218" y="50"/>
                </a:lnTo>
                <a:lnTo>
                  <a:pt x="218" y="51"/>
                </a:lnTo>
                <a:lnTo>
                  <a:pt x="218" y="52"/>
                </a:lnTo>
                <a:lnTo>
                  <a:pt x="219" y="52"/>
                </a:lnTo>
                <a:lnTo>
                  <a:pt x="219" y="53"/>
                </a:lnTo>
                <a:lnTo>
                  <a:pt x="220" y="53"/>
                </a:lnTo>
                <a:lnTo>
                  <a:pt x="219" y="53"/>
                </a:lnTo>
                <a:lnTo>
                  <a:pt x="218" y="54"/>
                </a:lnTo>
                <a:lnTo>
                  <a:pt x="217" y="53"/>
                </a:lnTo>
                <a:lnTo>
                  <a:pt x="216" y="53"/>
                </a:lnTo>
                <a:lnTo>
                  <a:pt x="214" y="53"/>
                </a:lnTo>
                <a:lnTo>
                  <a:pt x="213" y="55"/>
                </a:lnTo>
                <a:lnTo>
                  <a:pt x="212" y="56"/>
                </a:lnTo>
                <a:lnTo>
                  <a:pt x="211" y="57"/>
                </a:lnTo>
                <a:lnTo>
                  <a:pt x="210" y="58"/>
                </a:lnTo>
                <a:lnTo>
                  <a:pt x="209" y="58"/>
                </a:lnTo>
                <a:lnTo>
                  <a:pt x="209" y="59"/>
                </a:lnTo>
                <a:lnTo>
                  <a:pt x="209" y="58"/>
                </a:lnTo>
                <a:lnTo>
                  <a:pt x="208" y="59"/>
                </a:lnTo>
                <a:lnTo>
                  <a:pt x="208" y="60"/>
                </a:lnTo>
                <a:lnTo>
                  <a:pt x="207" y="60"/>
                </a:lnTo>
                <a:lnTo>
                  <a:pt x="207" y="61"/>
                </a:lnTo>
                <a:lnTo>
                  <a:pt x="206" y="61"/>
                </a:lnTo>
                <a:lnTo>
                  <a:pt x="206" y="62"/>
                </a:lnTo>
                <a:lnTo>
                  <a:pt x="205" y="62"/>
                </a:lnTo>
                <a:lnTo>
                  <a:pt x="205" y="63"/>
                </a:lnTo>
                <a:lnTo>
                  <a:pt x="204" y="64"/>
                </a:lnTo>
                <a:lnTo>
                  <a:pt x="204" y="65"/>
                </a:lnTo>
                <a:lnTo>
                  <a:pt x="203" y="65"/>
                </a:lnTo>
                <a:lnTo>
                  <a:pt x="202" y="65"/>
                </a:lnTo>
                <a:lnTo>
                  <a:pt x="202" y="64"/>
                </a:lnTo>
                <a:lnTo>
                  <a:pt x="202" y="63"/>
                </a:lnTo>
                <a:lnTo>
                  <a:pt x="201" y="62"/>
                </a:lnTo>
                <a:lnTo>
                  <a:pt x="201" y="61"/>
                </a:lnTo>
                <a:lnTo>
                  <a:pt x="201" y="62"/>
                </a:lnTo>
                <a:lnTo>
                  <a:pt x="202" y="62"/>
                </a:lnTo>
                <a:lnTo>
                  <a:pt x="201" y="61"/>
                </a:lnTo>
                <a:lnTo>
                  <a:pt x="200" y="61"/>
                </a:lnTo>
                <a:lnTo>
                  <a:pt x="200" y="60"/>
                </a:lnTo>
                <a:lnTo>
                  <a:pt x="201" y="59"/>
                </a:lnTo>
                <a:lnTo>
                  <a:pt x="200" y="58"/>
                </a:lnTo>
                <a:lnTo>
                  <a:pt x="200" y="57"/>
                </a:lnTo>
                <a:lnTo>
                  <a:pt x="201" y="56"/>
                </a:lnTo>
                <a:lnTo>
                  <a:pt x="202" y="56"/>
                </a:lnTo>
                <a:lnTo>
                  <a:pt x="203" y="56"/>
                </a:lnTo>
                <a:lnTo>
                  <a:pt x="204" y="56"/>
                </a:lnTo>
                <a:lnTo>
                  <a:pt x="204" y="55"/>
                </a:lnTo>
                <a:lnTo>
                  <a:pt x="205" y="55"/>
                </a:lnTo>
                <a:lnTo>
                  <a:pt x="205" y="53"/>
                </a:lnTo>
                <a:lnTo>
                  <a:pt x="206" y="53"/>
                </a:lnTo>
                <a:lnTo>
                  <a:pt x="206" y="52"/>
                </a:lnTo>
                <a:lnTo>
                  <a:pt x="207" y="53"/>
                </a:lnTo>
                <a:lnTo>
                  <a:pt x="207" y="52"/>
                </a:lnTo>
                <a:lnTo>
                  <a:pt x="206" y="52"/>
                </a:lnTo>
                <a:lnTo>
                  <a:pt x="205" y="53"/>
                </a:lnTo>
                <a:lnTo>
                  <a:pt x="205" y="55"/>
                </a:lnTo>
                <a:lnTo>
                  <a:pt x="204" y="55"/>
                </a:lnTo>
                <a:lnTo>
                  <a:pt x="203" y="55"/>
                </a:lnTo>
                <a:lnTo>
                  <a:pt x="203" y="54"/>
                </a:lnTo>
                <a:lnTo>
                  <a:pt x="201" y="54"/>
                </a:lnTo>
                <a:lnTo>
                  <a:pt x="201" y="55"/>
                </a:lnTo>
                <a:lnTo>
                  <a:pt x="201" y="54"/>
                </a:lnTo>
                <a:lnTo>
                  <a:pt x="199" y="55"/>
                </a:lnTo>
                <a:lnTo>
                  <a:pt x="198" y="55"/>
                </a:lnTo>
                <a:lnTo>
                  <a:pt x="197" y="55"/>
                </a:lnTo>
                <a:lnTo>
                  <a:pt x="197" y="54"/>
                </a:lnTo>
                <a:lnTo>
                  <a:pt x="196" y="54"/>
                </a:lnTo>
                <a:lnTo>
                  <a:pt x="196" y="55"/>
                </a:lnTo>
                <a:lnTo>
                  <a:pt x="195" y="55"/>
                </a:lnTo>
                <a:lnTo>
                  <a:pt x="194" y="55"/>
                </a:lnTo>
                <a:lnTo>
                  <a:pt x="195" y="55"/>
                </a:lnTo>
                <a:lnTo>
                  <a:pt x="196" y="55"/>
                </a:lnTo>
                <a:lnTo>
                  <a:pt x="196" y="56"/>
                </a:lnTo>
                <a:lnTo>
                  <a:pt x="197" y="56"/>
                </a:lnTo>
                <a:lnTo>
                  <a:pt x="198" y="58"/>
                </a:lnTo>
                <a:lnTo>
                  <a:pt x="199" y="58"/>
                </a:lnTo>
                <a:lnTo>
                  <a:pt x="199" y="59"/>
                </a:lnTo>
                <a:lnTo>
                  <a:pt x="199" y="60"/>
                </a:lnTo>
                <a:lnTo>
                  <a:pt x="200" y="61"/>
                </a:lnTo>
                <a:lnTo>
                  <a:pt x="201" y="63"/>
                </a:lnTo>
                <a:lnTo>
                  <a:pt x="201" y="64"/>
                </a:lnTo>
                <a:lnTo>
                  <a:pt x="201" y="65"/>
                </a:lnTo>
                <a:lnTo>
                  <a:pt x="201" y="64"/>
                </a:lnTo>
                <a:lnTo>
                  <a:pt x="200" y="64"/>
                </a:lnTo>
                <a:lnTo>
                  <a:pt x="200" y="63"/>
                </a:lnTo>
                <a:lnTo>
                  <a:pt x="199" y="64"/>
                </a:lnTo>
                <a:lnTo>
                  <a:pt x="198" y="65"/>
                </a:lnTo>
                <a:lnTo>
                  <a:pt x="198" y="66"/>
                </a:lnTo>
                <a:lnTo>
                  <a:pt x="199" y="67"/>
                </a:lnTo>
                <a:lnTo>
                  <a:pt x="199" y="68"/>
                </a:lnTo>
                <a:lnTo>
                  <a:pt x="198" y="69"/>
                </a:lnTo>
                <a:lnTo>
                  <a:pt x="198" y="70"/>
                </a:lnTo>
                <a:lnTo>
                  <a:pt x="197" y="70"/>
                </a:lnTo>
                <a:lnTo>
                  <a:pt x="197" y="71"/>
                </a:lnTo>
                <a:lnTo>
                  <a:pt x="196" y="71"/>
                </a:lnTo>
                <a:lnTo>
                  <a:pt x="196" y="72"/>
                </a:lnTo>
                <a:lnTo>
                  <a:pt x="195" y="72"/>
                </a:lnTo>
                <a:lnTo>
                  <a:pt x="194" y="72"/>
                </a:lnTo>
                <a:lnTo>
                  <a:pt x="195" y="73"/>
                </a:lnTo>
                <a:lnTo>
                  <a:pt x="195" y="72"/>
                </a:lnTo>
                <a:lnTo>
                  <a:pt x="195" y="73"/>
                </a:lnTo>
                <a:lnTo>
                  <a:pt x="195" y="74"/>
                </a:lnTo>
                <a:lnTo>
                  <a:pt x="194" y="74"/>
                </a:lnTo>
                <a:lnTo>
                  <a:pt x="194" y="75"/>
                </a:lnTo>
                <a:lnTo>
                  <a:pt x="194" y="76"/>
                </a:lnTo>
                <a:lnTo>
                  <a:pt x="193" y="76"/>
                </a:lnTo>
                <a:lnTo>
                  <a:pt x="192" y="76"/>
                </a:lnTo>
                <a:lnTo>
                  <a:pt x="192" y="77"/>
                </a:lnTo>
                <a:lnTo>
                  <a:pt x="191" y="77"/>
                </a:lnTo>
                <a:lnTo>
                  <a:pt x="191" y="76"/>
                </a:lnTo>
                <a:lnTo>
                  <a:pt x="190" y="76"/>
                </a:lnTo>
                <a:lnTo>
                  <a:pt x="189" y="77"/>
                </a:lnTo>
                <a:lnTo>
                  <a:pt x="188" y="77"/>
                </a:lnTo>
                <a:lnTo>
                  <a:pt x="188" y="78"/>
                </a:lnTo>
                <a:lnTo>
                  <a:pt x="187" y="78"/>
                </a:lnTo>
                <a:lnTo>
                  <a:pt x="187" y="79"/>
                </a:lnTo>
                <a:lnTo>
                  <a:pt x="186" y="80"/>
                </a:lnTo>
                <a:lnTo>
                  <a:pt x="186" y="81"/>
                </a:lnTo>
                <a:lnTo>
                  <a:pt x="186" y="82"/>
                </a:lnTo>
                <a:lnTo>
                  <a:pt x="186" y="83"/>
                </a:lnTo>
                <a:lnTo>
                  <a:pt x="187" y="83"/>
                </a:lnTo>
                <a:lnTo>
                  <a:pt x="187" y="84"/>
                </a:lnTo>
                <a:lnTo>
                  <a:pt x="187" y="85"/>
                </a:lnTo>
                <a:lnTo>
                  <a:pt x="187" y="86"/>
                </a:lnTo>
                <a:lnTo>
                  <a:pt x="186" y="86"/>
                </a:lnTo>
                <a:lnTo>
                  <a:pt x="185" y="87"/>
                </a:lnTo>
                <a:lnTo>
                  <a:pt x="184" y="87"/>
                </a:lnTo>
                <a:lnTo>
                  <a:pt x="183" y="87"/>
                </a:lnTo>
                <a:lnTo>
                  <a:pt x="183" y="88"/>
                </a:lnTo>
                <a:lnTo>
                  <a:pt x="183" y="89"/>
                </a:lnTo>
                <a:lnTo>
                  <a:pt x="183" y="90"/>
                </a:lnTo>
                <a:lnTo>
                  <a:pt x="183" y="91"/>
                </a:lnTo>
                <a:lnTo>
                  <a:pt x="183" y="92"/>
                </a:lnTo>
                <a:lnTo>
                  <a:pt x="183" y="93"/>
                </a:lnTo>
                <a:lnTo>
                  <a:pt x="182" y="94"/>
                </a:lnTo>
                <a:lnTo>
                  <a:pt x="181" y="94"/>
                </a:lnTo>
                <a:lnTo>
                  <a:pt x="182" y="95"/>
                </a:lnTo>
                <a:lnTo>
                  <a:pt x="181" y="96"/>
                </a:lnTo>
                <a:lnTo>
                  <a:pt x="181" y="97"/>
                </a:lnTo>
                <a:lnTo>
                  <a:pt x="181" y="98"/>
                </a:lnTo>
                <a:lnTo>
                  <a:pt x="180" y="98"/>
                </a:lnTo>
                <a:lnTo>
                  <a:pt x="180" y="99"/>
                </a:lnTo>
                <a:lnTo>
                  <a:pt x="179" y="99"/>
                </a:lnTo>
                <a:lnTo>
                  <a:pt x="179" y="100"/>
                </a:lnTo>
                <a:lnTo>
                  <a:pt x="179" y="101"/>
                </a:lnTo>
                <a:lnTo>
                  <a:pt x="179" y="102"/>
                </a:lnTo>
                <a:lnTo>
                  <a:pt x="178" y="102"/>
                </a:lnTo>
                <a:lnTo>
                  <a:pt x="178" y="103"/>
                </a:lnTo>
                <a:lnTo>
                  <a:pt x="178" y="102"/>
                </a:lnTo>
                <a:lnTo>
                  <a:pt x="178" y="103"/>
                </a:lnTo>
                <a:lnTo>
                  <a:pt x="177" y="103"/>
                </a:lnTo>
                <a:lnTo>
                  <a:pt x="176" y="104"/>
                </a:lnTo>
                <a:lnTo>
                  <a:pt x="176" y="105"/>
                </a:lnTo>
                <a:lnTo>
                  <a:pt x="176" y="106"/>
                </a:lnTo>
                <a:lnTo>
                  <a:pt x="177" y="106"/>
                </a:lnTo>
                <a:lnTo>
                  <a:pt x="177" y="107"/>
                </a:lnTo>
                <a:lnTo>
                  <a:pt x="176" y="107"/>
                </a:lnTo>
                <a:lnTo>
                  <a:pt x="176" y="108"/>
                </a:lnTo>
                <a:lnTo>
                  <a:pt x="175" y="108"/>
                </a:lnTo>
                <a:lnTo>
                  <a:pt x="176" y="108"/>
                </a:lnTo>
                <a:lnTo>
                  <a:pt x="176" y="109"/>
                </a:lnTo>
                <a:lnTo>
                  <a:pt x="176" y="108"/>
                </a:lnTo>
                <a:lnTo>
                  <a:pt x="177" y="108"/>
                </a:lnTo>
                <a:lnTo>
                  <a:pt x="177" y="107"/>
                </a:lnTo>
                <a:lnTo>
                  <a:pt x="176" y="107"/>
                </a:lnTo>
                <a:lnTo>
                  <a:pt x="177" y="107"/>
                </a:lnTo>
                <a:lnTo>
                  <a:pt x="177" y="106"/>
                </a:lnTo>
                <a:lnTo>
                  <a:pt x="177" y="105"/>
                </a:lnTo>
                <a:lnTo>
                  <a:pt x="178" y="105"/>
                </a:lnTo>
                <a:lnTo>
                  <a:pt x="178" y="107"/>
                </a:lnTo>
                <a:lnTo>
                  <a:pt x="177" y="107"/>
                </a:lnTo>
                <a:lnTo>
                  <a:pt x="177" y="108"/>
                </a:lnTo>
                <a:lnTo>
                  <a:pt x="177" y="109"/>
                </a:lnTo>
                <a:lnTo>
                  <a:pt x="177" y="110"/>
                </a:lnTo>
                <a:lnTo>
                  <a:pt x="177" y="112"/>
                </a:lnTo>
                <a:lnTo>
                  <a:pt x="177" y="113"/>
                </a:lnTo>
                <a:lnTo>
                  <a:pt x="177" y="114"/>
                </a:lnTo>
                <a:lnTo>
                  <a:pt x="176" y="114"/>
                </a:lnTo>
                <a:lnTo>
                  <a:pt x="175" y="114"/>
                </a:lnTo>
                <a:lnTo>
                  <a:pt x="174" y="115"/>
                </a:lnTo>
                <a:lnTo>
                  <a:pt x="174" y="116"/>
                </a:lnTo>
                <a:lnTo>
                  <a:pt x="174" y="117"/>
                </a:lnTo>
                <a:lnTo>
                  <a:pt x="173" y="117"/>
                </a:lnTo>
                <a:lnTo>
                  <a:pt x="173" y="118"/>
                </a:lnTo>
                <a:lnTo>
                  <a:pt x="172" y="119"/>
                </a:lnTo>
                <a:lnTo>
                  <a:pt x="172" y="120"/>
                </a:lnTo>
                <a:lnTo>
                  <a:pt x="172" y="122"/>
                </a:lnTo>
                <a:lnTo>
                  <a:pt x="172" y="124"/>
                </a:lnTo>
                <a:lnTo>
                  <a:pt x="172" y="125"/>
                </a:lnTo>
                <a:lnTo>
                  <a:pt x="172" y="127"/>
                </a:lnTo>
                <a:lnTo>
                  <a:pt x="172" y="128"/>
                </a:lnTo>
                <a:lnTo>
                  <a:pt x="172" y="129"/>
                </a:lnTo>
                <a:lnTo>
                  <a:pt x="172" y="130"/>
                </a:lnTo>
                <a:lnTo>
                  <a:pt x="172" y="129"/>
                </a:lnTo>
                <a:lnTo>
                  <a:pt x="171" y="130"/>
                </a:lnTo>
                <a:lnTo>
                  <a:pt x="170" y="130"/>
                </a:lnTo>
                <a:lnTo>
                  <a:pt x="169" y="130"/>
                </a:lnTo>
                <a:lnTo>
                  <a:pt x="169" y="131"/>
                </a:lnTo>
                <a:lnTo>
                  <a:pt x="168" y="132"/>
                </a:lnTo>
                <a:lnTo>
                  <a:pt x="168" y="131"/>
                </a:lnTo>
                <a:lnTo>
                  <a:pt x="167" y="131"/>
                </a:lnTo>
                <a:lnTo>
                  <a:pt x="168" y="132"/>
                </a:lnTo>
                <a:lnTo>
                  <a:pt x="168" y="133"/>
                </a:lnTo>
                <a:lnTo>
                  <a:pt x="168" y="134"/>
                </a:lnTo>
                <a:lnTo>
                  <a:pt x="167" y="135"/>
                </a:lnTo>
                <a:lnTo>
                  <a:pt x="165" y="135"/>
                </a:lnTo>
                <a:lnTo>
                  <a:pt x="165" y="136"/>
                </a:lnTo>
                <a:lnTo>
                  <a:pt x="165" y="137"/>
                </a:lnTo>
                <a:lnTo>
                  <a:pt x="165" y="138"/>
                </a:lnTo>
                <a:lnTo>
                  <a:pt x="166" y="138"/>
                </a:lnTo>
                <a:lnTo>
                  <a:pt x="167" y="138"/>
                </a:lnTo>
                <a:lnTo>
                  <a:pt x="168" y="138"/>
                </a:lnTo>
                <a:lnTo>
                  <a:pt x="168" y="139"/>
                </a:lnTo>
                <a:lnTo>
                  <a:pt x="169" y="139"/>
                </a:lnTo>
                <a:lnTo>
                  <a:pt x="170" y="139"/>
                </a:lnTo>
                <a:lnTo>
                  <a:pt x="170" y="140"/>
                </a:lnTo>
                <a:lnTo>
                  <a:pt x="171" y="139"/>
                </a:lnTo>
                <a:lnTo>
                  <a:pt x="172" y="139"/>
                </a:lnTo>
                <a:lnTo>
                  <a:pt x="172" y="138"/>
                </a:lnTo>
                <a:lnTo>
                  <a:pt x="171" y="138"/>
                </a:lnTo>
                <a:lnTo>
                  <a:pt x="171" y="137"/>
                </a:lnTo>
                <a:lnTo>
                  <a:pt x="171" y="136"/>
                </a:lnTo>
                <a:lnTo>
                  <a:pt x="171" y="135"/>
                </a:lnTo>
                <a:lnTo>
                  <a:pt x="170" y="134"/>
                </a:lnTo>
                <a:lnTo>
                  <a:pt x="170" y="133"/>
                </a:lnTo>
                <a:lnTo>
                  <a:pt x="170" y="132"/>
                </a:lnTo>
                <a:lnTo>
                  <a:pt x="170" y="131"/>
                </a:lnTo>
                <a:lnTo>
                  <a:pt x="170" y="130"/>
                </a:lnTo>
                <a:lnTo>
                  <a:pt x="171" y="130"/>
                </a:lnTo>
                <a:lnTo>
                  <a:pt x="172" y="130"/>
                </a:lnTo>
                <a:lnTo>
                  <a:pt x="172" y="131"/>
                </a:lnTo>
                <a:lnTo>
                  <a:pt x="172" y="132"/>
                </a:lnTo>
                <a:lnTo>
                  <a:pt x="172" y="133"/>
                </a:lnTo>
                <a:lnTo>
                  <a:pt x="172" y="134"/>
                </a:lnTo>
                <a:lnTo>
                  <a:pt x="172" y="135"/>
                </a:lnTo>
                <a:lnTo>
                  <a:pt x="172" y="136"/>
                </a:lnTo>
                <a:lnTo>
                  <a:pt x="173" y="137"/>
                </a:lnTo>
                <a:lnTo>
                  <a:pt x="173" y="138"/>
                </a:lnTo>
                <a:lnTo>
                  <a:pt x="173" y="139"/>
                </a:lnTo>
                <a:lnTo>
                  <a:pt x="174" y="140"/>
                </a:lnTo>
                <a:lnTo>
                  <a:pt x="174" y="141"/>
                </a:lnTo>
                <a:lnTo>
                  <a:pt x="174" y="140"/>
                </a:lnTo>
                <a:lnTo>
                  <a:pt x="173" y="140"/>
                </a:lnTo>
                <a:lnTo>
                  <a:pt x="172" y="141"/>
                </a:lnTo>
                <a:lnTo>
                  <a:pt x="172" y="142"/>
                </a:lnTo>
                <a:lnTo>
                  <a:pt x="172" y="141"/>
                </a:lnTo>
                <a:lnTo>
                  <a:pt x="171" y="141"/>
                </a:lnTo>
                <a:lnTo>
                  <a:pt x="170" y="142"/>
                </a:lnTo>
                <a:lnTo>
                  <a:pt x="170" y="143"/>
                </a:lnTo>
                <a:lnTo>
                  <a:pt x="170" y="142"/>
                </a:lnTo>
                <a:lnTo>
                  <a:pt x="169" y="142"/>
                </a:lnTo>
                <a:lnTo>
                  <a:pt x="168" y="142"/>
                </a:lnTo>
                <a:lnTo>
                  <a:pt x="167" y="143"/>
                </a:lnTo>
                <a:lnTo>
                  <a:pt x="167" y="144"/>
                </a:lnTo>
                <a:lnTo>
                  <a:pt x="166" y="145"/>
                </a:lnTo>
                <a:lnTo>
                  <a:pt x="166" y="146"/>
                </a:lnTo>
                <a:lnTo>
                  <a:pt x="165" y="146"/>
                </a:lnTo>
                <a:lnTo>
                  <a:pt x="165" y="147"/>
                </a:lnTo>
                <a:lnTo>
                  <a:pt x="164" y="148"/>
                </a:lnTo>
                <a:lnTo>
                  <a:pt x="164" y="151"/>
                </a:lnTo>
                <a:lnTo>
                  <a:pt x="164" y="152"/>
                </a:lnTo>
                <a:lnTo>
                  <a:pt x="163" y="153"/>
                </a:lnTo>
                <a:lnTo>
                  <a:pt x="162" y="153"/>
                </a:lnTo>
                <a:lnTo>
                  <a:pt x="162" y="152"/>
                </a:lnTo>
                <a:lnTo>
                  <a:pt x="161" y="152"/>
                </a:lnTo>
                <a:lnTo>
                  <a:pt x="160" y="152"/>
                </a:lnTo>
                <a:lnTo>
                  <a:pt x="159" y="152"/>
                </a:lnTo>
                <a:lnTo>
                  <a:pt x="158" y="153"/>
                </a:lnTo>
                <a:lnTo>
                  <a:pt x="157" y="153"/>
                </a:lnTo>
                <a:lnTo>
                  <a:pt x="158" y="153"/>
                </a:lnTo>
                <a:lnTo>
                  <a:pt x="158" y="152"/>
                </a:lnTo>
                <a:lnTo>
                  <a:pt x="157" y="152"/>
                </a:lnTo>
                <a:lnTo>
                  <a:pt x="156" y="152"/>
                </a:lnTo>
                <a:lnTo>
                  <a:pt x="155" y="153"/>
                </a:lnTo>
                <a:lnTo>
                  <a:pt x="155" y="152"/>
                </a:lnTo>
                <a:lnTo>
                  <a:pt x="156" y="152"/>
                </a:lnTo>
                <a:lnTo>
                  <a:pt x="156" y="151"/>
                </a:lnTo>
                <a:lnTo>
                  <a:pt x="157" y="151"/>
                </a:lnTo>
                <a:lnTo>
                  <a:pt x="158" y="150"/>
                </a:lnTo>
                <a:lnTo>
                  <a:pt x="159" y="150"/>
                </a:lnTo>
                <a:lnTo>
                  <a:pt x="159" y="151"/>
                </a:lnTo>
                <a:lnTo>
                  <a:pt x="160" y="151"/>
                </a:lnTo>
                <a:lnTo>
                  <a:pt x="160" y="150"/>
                </a:lnTo>
                <a:lnTo>
                  <a:pt x="161" y="150"/>
                </a:lnTo>
                <a:lnTo>
                  <a:pt x="161" y="151"/>
                </a:lnTo>
                <a:lnTo>
                  <a:pt x="162" y="151"/>
                </a:lnTo>
                <a:lnTo>
                  <a:pt x="162" y="150"/>
                </a:lnTo>
                <a:lnTo>
                  <a:pt x="163" y="150"/>
                </a:lnTo>
                <a:lnTo>
                  <a:pt x="163" y="151"/>
                </a:lnTo>
                <a:lnTo>
                  <a:pt x="163" y="150"/>
                </a:lnTo>
                <a:lnTo>
                  <a:pt x="162" y="149"/>
                </a:lnTo>
                <a:lnTo>
                  <a:pt x="161" y="149"/>
                </a:lnTo>
                <a:lnTo>
                  <a:pt x="161" y="150"/>
                </a:lnTo>
                <a:lnTo>
                  <a:pt x="162" y="150"/>
                </a:lnTo>
                <a:lnTo>
                  <a:pt x="162" y="151"/>
                </a:lnTo>
                <a:lnTo>
                  <a:pt x="161" y="151"/>
                </a:lnTo>
                <a:lnTo>
                  <a:pt x="161" y="150"/>
                </a:lnTo>
                <a:lnTo>
                  <a:pt x="160" y="150"/>
                </a:lnTo>
                <a:lnTo>
                  <a:pt x="159" y="150"/>
                </a:lnTo>
                <a:lnTo>
                  <a:pt x="158" y="150"/>
                </a:lnTo>
                <a:lnTo>
                  <a:pt x="157" y="150"/>
                </a:lnTo>
                <a:lnTo>
                  <a:pt x="155" y="152"/>
                </a:lnTo>
                <a:lnTo>
                  <a:pt x="155" y="153"/>
                </a:lnTo>
                <a:lnTo>
                  <a:pt x="154" y="153"/>
                </a:lnTo>
                <a:lnTo>
                  <a:pt x="153" y="153"/>
                </a:lnTo>
                <a:lnTo>
                  <a:pt x="152" y="153"/>
                </a:lnTo>
                <a:lnTo>
                  <a:pt x="151" y="152"/>
                </a:lnTo>
                <a:lnTo>
                  <a:pt x="150" y="153"/>
                </a:lnTo>
                <a:lnTo>
                  <a:pt x="149" y="153"/>
                </a:lnTo>
                <a:lnTo>
                  <a:pt x="149" y="154"/>
                </a:lnTo>
                <a:lnTo>
                  <a:pt x="148" y="154"/>
                </a:lnTo>
                <a:lnTo>
                  <a:pt x="147" y="156"/>
                </a:lnTo>
                <a:lnTo>
                  <a:pt x="146" y="156"/>
                </a:lnTo>
                <a:lnTo>
                  <a:pt x="146" y="157"/>
                </a:lnTo>
                <a:lnTo>
                  <a:pt x="146" y="156"/>
                </a:lnTo>
                <a:lnTo>
                  <a:pt x="145" y="156"/>
                </a:lnTo>
                <a:lnTo>
                  <a:pt x="144" y="157"/>
                </a:lnTo>
                <a:lnTo>
                  <a:pt x="144" y="158"/>
                </a:lnTo>
                <a:lnTo>
                  <a:pt x="143" y="158"/>
                </a:lnTo>
                <a:lnTo>
                  <a:pt x="143" y="159"/>
                </a:lnTo>
                <a:lnTo>
                  <a:pt x="142" y="159"/>
                </a:lnTo>
                <a:lnTo>
                  <a:pt x="142" y="160"/>
                </a:lnTo>
                <a:lnTo>
                  <a:pt x="142" y="161"/>
                </a:lnTo>
                <a:lnTo>
                  <a:pt x="141" y="161"/>
                </a:lnTo>
                <a:lnTo>
                  <a:pt x="140" y="161"/>
                </a:lnTo>
                <a:lnTo>
                  <a:pt x="139" y="162"/>
                </a:lnTo>
                <a:lnTo>
                  <a:pt x="139" y="163"/>
                </a:lnTo>
                <a:lnTo>
                  <a:pt x="138" y="164"/>
                </a:lnTo>
                <a:lnTo>
                  <a:pt x="138" y="165"/>
                </a:lnTo>
                <a:lnTo>
                  <a:pt x="137" y="165"/>
                </a:lnTo>
                <a:lnTo>
                  <a:pt x="137" y="164"/>
                </a:lnTo>
                <a:lnTo>
                  <a:pt x="137" y="165"/>
                </a:lnTo>
                <a:lnTo>
                  <a:pt x="136" y="165"/>
                </a:lnTo>
                <a:lnTo>
                  <a:pt x="136" y="166"/>
                </a:lnTo>
                <a:lnTo>
                  <a:pt x="135" y="167"/>
                </a:lnTo>
                <a:lnTo>
                  <a:pt x="135" y="168"/>
                </a:lnTo>
                <a:lnTo>
                  <a:pt x="134" y="170"/>
                </a:lnTo>
                <a:lnTo>
                  <a:pt x="134" y="171"/>
                </a:lnTo>
                <a:lnTo>
                  <a:pt x="133" y="171"/>
                </a:lnTo>
                <a:lnTo>
                  <a:pt x="133" y="172"/>
                </a:lnTo>
                <a:lnTo>
                  <a:pt x="133" y="174"/>
                </a:lnTo>
                <a:lnTo>
                  <a:pt x="132" y="177"/>
                </a:lnTo>
                <a:lnTo>
                  <a:pt x="132" y="178"/>
                </a:lnTo>
                <a:lnTo>
                  <a:pt x="132" y="179"/>
                </a:lnTo>
                <a:lnTo>
                  <a:pt x="132" y="180"/>
                </a:lnTo>
                <a:lnTo>
                  <a:pt x="131" y="180"/>
                </a:lnTo>
                <a:lnTo>
                  <a:pt x="131" y="179"/>
                </a:lnTo>
                <a:lnTo>
                  <a:pt x="131" y="178"/>
                </a:lnTo>
                <a:lnTo>
                  <a:pt x="132" y="178"/>
                </a:lnTo>
                <a:lnTo>
                  <a:pt x="131" y="177"/>
                </a:lnTo>
                <a:lnTo>
                  <a:pt x="131" y="175"/>
                </a:lnTo>
                <a:lnTo>
                  <a:pt x="130" y="175"/>
                </a:lnTo>
                <a:lnTo>
                  <a:pt x="130" y="177"/>
                </a:lnTo>
                <a:lnTo>
                  <a:pt x="129" y="178"/>
                </a:lnTo>
                <a:lnTo>
                  <a:pt x="129" y="179"/>
                </a:lnTo>
                <a:lnTo>
                  <a:pt x="130" y="179"/>
                </a:lnTo>
                <a:lnTo>
                  <a:pt x="129" y="179"/>
                </a:lnTo>
                <a:lnTo>
                  <a:pt x="129" y="180"/>
                </a:lnTo>
                <a:lnTo>
                  <a:pt x="128" y="180"/>
                </a:lnTo>
                <a:lnTo>
                  <a:pt x="128" y="181"/>
                </a:lnTo>
                <a:lnTo>
                  <a:pt x="129" y="181"/>
                </a:lnTo>
                <a:lnTo>
                  <a:pt x="129" y="180"/>
                </a:lnTo>
                <a:lnTo>
                  <a:pt x="129" y="179"/>
                </a:lnTo>
                <a:lnTo>
                  <a:pt x="129" y="180"/>
                </a:lnTo>
                <a:lnTo>
                  <a:pt x="130" y="180"/>
                </a:lnTo>
                <a:lnTo>
                  <a:pt x="131" y="180"/>
                </a:lnTo>
                <a:lnTo>
                  <a:pt x="131" y="181"/>
                </a:lnTo>
                <a:lnTo>
                  <a:pt x="131" y="182"/>
                </a:lnTo>
                <a:lnTo>
                  <a:pt x="130" y="182"/>
                </a:lnTo>
                <a:lnTo>
                  <a:pt x="131" y="182"/>
                </a:lnTo>
                <a:lnTo>
                  <a:pt x="130" y="182"/>
                </a:lnTo>
                <a:lnTo>
                  <a:pt x="129" y="182"/>
                </a:lnTo>
                <a:lnTo>
                  <a:pt x="128" y="182"/>
                </a:lnTo>
                <a:lnTo>
                  <a:pt x="127" y="183"/>
                </a:lnTo>
                <a:lnTo>
                  <a:pt x="126" y="184"/>
                </a:lnTo>
                <a:lnTo>
                  <a:pt x="125" y="183"/>
                </a:lnTo>
                <a:lnTo>
                  <a:pt x="126" y="183"/>
                </a:lnTo>
                <a:lnTo>
                  <a:pt x="125" y="182"/>
                </a:lnTo>
                <a:lnTo>
                  <a:pt x="124" y="182"/>
                </a:lnTo>
                <a:lnTo>
                  <a:pt x="123" y="182"/>
                </a:lnTo>
                <a:lnTo>
                  <a:pt x="123" y="181"/>
                </a:lnTo>
                <a:lnTo>
                  <a:pt x="123" y="180"/>
                </a:lnTo>
                <a:lnTo>
                  <a:pt x="124" y="180"/>
                </a:lnTo>
                <a:lnTo>
                  <a:pt x="124" y="181"/>
                </a:lnTo>
                <a:lnTo>
                  <a:pt x="125" y="181"/>
                </a:lnTo>
                <a:lnTo>
                  <a:pt x="126" y="181"/>
                </a:lnTo>
                <a:lnTo>
                  <a:pt x="127" y="180"/>
                </a:lnTo>
                <a:lnTo>
                  <a:pt x="128" y="179"/>
                </a:lnTo>
                <a:lnTo>
                  <a:pt x="128" y="178"/>
                </a:lnTo>
                <a:lnTo>
                  <a:pt x="128" y="177"/>
                </a:lnTo>
                <a:lnTo>
                  <a:pt x="129" y="177"/>
                </a:lnTo>
                <a:lnTo>
                  <a:pt x="128" y="177"/>
                </a:lnTo>
                <a:lnTo>
                  <a:pt x="128" y="175"/>
                </a:lnTo>
                <a:lnTo>
                  <a:pt x="127" y="175"/>
                </a:lnTo>
                <a:lnTo>
                  <a:pt x="127" y="177"/>
                </a:lnTo>
                <a:lnTo>
                  <a:pt x="127" y="178"/>
                </a:lnTo>
                <a:lnTo>
                  <a:pt x="126" y="178"/>
                </a:lnTo>
                <a:lnTo>
                  <a:pt x="126" y="177"/>
                </a:lnTo>
                <a:lnTo>
                  <a:pt x="125" y="177"/>
                </a:lnTo>
                <a:lnTo>
                  <a:pt x="125" y="178"/>
                </a:lnTo>
                <a:lnTo>
                  <a:pt x="125" y="177"/>
                </a:lnTo>
                <a:lnTo>
                  <a:pt x="124" y="178"/>
                </a:lnTo>
                <a:lnTo>
                  <a:pt x="124" y="179"/>
                </a:lnTo>
                <a:lnTo>
                  <a:pt x="123" y="179"/>
                </a:lnTo>
                <a:lnTo>
                  <a:pt x="123" y="180"/>
                </a:lnTo>
                <a:lnTo>
                  <a:pt x="122" y="180"/>
                </a:lnTo>
                <a:lnTo>
                  <a:pt x="120" y="179"/>
                </a:lnTo>
                <a:lnTo>
                  <a:pt x="119" y="179"/>
                </a:lnTo>
                <a:lnTo>
                  <a:pt x="118" y="179"/>
                </a:lnTo>
                <a:lnTo>
                  <a:pt x="117" y="179"/>
                </a:lnTo>
                <a:lnTo>
                  <a:pt x="117" y="180"/>
                </a:lnTo>
                <a:lnTo>
                  <a:pt x="116" y="180"/>
                </a:lnTo>
                <a:lnTo>
                  <a:pt x="115" y="180"/>
                </a:lnTo>
                <a:lnTo>
                  <a:pt x="114" y="181"/>
                </a:lnTo>
                <a:lnTo>
                  <a:pt x="113" y="182"/>
                </a:lnTo>
                <a:lnTo>
                  <a:pt x="112" y="182"/>
                </a:lnTo>
                <a:lnTo>
                  <a:pt x="111" y="182"/>
                </a:lnTo>
                <a:lnTo>
                  <a:pt x="111" y="183"/>
                </a:lnTo>
                <a:lnTo>
                  <a:pt x="110" y="183"/>
                </a:lnTo>
                <a:lnTo>
                  <a:pt x="109" y="183"/>
                </a:lnTo>
                <a:lnTo>
                  <a:pt x="109" y="182"/>
                </a:lnTo>
                <a:lnTo>
                  <a:pt x="109" y="181"/>
                </a:lnTo>
                <a:lnTo>
                  <a:pt x="108" y="181"/>
                </a:lnTo>
                <a:lnTo>
                  <a:pt x="107" y="181"/>
                </a:lnTo>
                <a:lnTo>
                  <a:pt x="106" y="181"/>
                </a:lnTo>
                <a:lnTo>
                  <a:pt x="105" y="182"/>
                </a:lnTo>
                <a:lnTo>
                  <a:pt x="104" y="182"/>
                </a:lnTo>
                <a:lnTo>
                  <a:pt x="104" y="183"/>
                </a:lnTo>
                <a:lnTo>
                  <a:pt x="103" y="184"/>
                </a:lnTo>
                <a:lnTo>
                  <a:pt x="102" y="187"/>
                </a:lnTo>
                <a:lnTo>
                  <a:pt x="102" y="189"/>
                </a:lnTo>
                <a:lnTo>
                  <a:pt x="101" y="190"/>
                </a:lnTo>
                <a:lnTo>
                  <a:pt x="101" y="191"/>
                </a:lnTo>
                <a:lnTo>
                  <a:pt x="101" y="192"/>
                </a:lnTo>
                <a:lnTo>
                  <a:pt x="100" y="193"/>
                </a:lnTo>
                <a:lnTo>
                  <a:pt x="101" y="193"/>
                </a:lnTo>
                <a:lnTo>
                  <a:pt x="101" y="194"/>
                </a:lnTo>
                <a:lnTo>
                  <a:pt x="102" y="194"/>
                </a:lnTo>
                <a:lnTo>
                  <a:pt x="101" y="194"/>
                </a:lnTo>
                <a:lnTo>
                  <a:pt x="101" y="195"/>
                </a:lnTo>
                <a:lnTo>
                  <a:pt x="100" y="195"/>
                </a:lnTo>
                <a:lnTo>
                  <a:pt x="99" y="195"/>
                </a:lnTo>
                <a:lnTo>
                  <a:pt x="99" y="194"/>
                </a:lnTo>
                <a:lnTo>
                  <a:pt x="99" y="193"/>
                </a:lnTo>
                <a:lnTo>
                  <a:pt x="98" y="193"/>
                </a:lnTo>
                <a:lnTo>
                  <a:pt x="98" y="194"/>
                </a:lnTo>
                <a:lnTo>
                  <a:pt x="97" y="193"/>
                </a:lnTo>
                <a:lnTo>
                  <a:pt x="96" y="194"/>
                </a:lnTo>
                <a:lnTo>
                  <a:pt x="97" y="195"/>
                </a:lnTo>
                <a:lnTo>
                  <a:pt x="98" y="195"/>
                </a:lnTo>
                <a:lnTo>
                  <a:pt x="98" y="194"/>
                </a:lnTo>
                <a:lnTo>
                  <a:pt x="98" y="193"/>
                </a:lnTo>
                <a:lnTo>
                  <a:pt x="99" y="193"/>
                </a:lnTo>
                <a:lnTo>
                  <a:pt x="99" y="194"/>
                </a:lnTo>
                <a:lnTo>
                  <a:pt x="99" y="195"/>
                </a:lnTo>
                <a:lnTo>
                  <a:pt x="101" y="195"/>
                </a:lnTo>
                <a:lnTo>
                  <a:pt x="102" y="195"/>
                </a:lnTo>
                <a:lnTo>
                  <a:pt x="102" y="196"/>
                </a:lnTo>
                <a:lnTo>
                  <a:pt x="102" y="197"/>
                </a:lnTo>
                <a:lnTo>
                  <a:pt x="102" y="198"/>
                </a:lnTo>
                <a:lnTo>
                  <a:pt x="101" y="198"/>
                </a:lnTo>
                <a:lnTo>
                  <a:pt x="101" y="199"/>
                </a:lnTo>
                <a:lnTo>
                  <a:pt x="102" y="199"/>
                </a:lnTo>
                <a:lnTo>
                  <a:pt x="101" y="200"/>
                </a:lnTo>
                <a:lnTo>
                  <a:pt x="100" y="200"/>
                </a:lnTo>
                <a:lnTo>
                  <a:pt x="100" y="199"/>
                </a:lnTo>
                <a:lnTo>
                  <a:pt x="99" y="199"/>
                </a:lnTo>
                <a:lnTo>
                  <a:pt x="99" y="200"/>
                </a:lnTo>
                <a:lnTo>
                  <a:pt x="99" y="201"/>
                </a:lnTo>
                <a:lnTo>
                  <a:pt x="100" y="202"/>
                </a:lnTo>
                <a:lnTo>
                  <a:pt x="99" y="202"/>
                </a:lnTo>
                <a:lnTo>
                  <a:pt x="98" y="201"/>
                </a:lnTo>
                <a:lnTo>
                  <a:pt x="97" y="200"/>
                </a:lnTo>
                <a:lnTo>
                  <a:pt x="98" y="199"/>
                </a:lnTo>
                <a:lnTo>
                  <a:pt x="97" y="198"/>
                </a:lnTo>
                <a:lnTo>
                  <a:pt x="96" y="198"/>
                </a:lnTo>
                <a:lnTo>
                  <a:pt x="95" y="198"/>
                </a:lnTo>
                <a:lnTo>
                  <a:pt x="94" y="198"/>
                </a:lnTo>
                <a:lnTo>
                  <a:pt x="93" y="198"/>
                </a:lnTo>
                <a:lnTo>
                  <a:pt x="92" y="199"/>
                </a:lnTo>
                <a:lnTo>
                  <a:pt x="91" y="199"/>
                </a:lnTo>
                <a:lnTo>
                  <a:pt x="91" y="200"/>
                </a:lnTo>
                <a:lnTo>
                  <a:pt x="90" y="200"/>
                </a:lnTo>
                <a:lnTo>
                  <a:pt x="91" y="200"/>
                </a:lnTo>
                <a:lnTo>
                  <a:pt x="91" y="201"/>
                </a:lnTo>
                <a:lnTo>
                  <a:pt x="90" y="202"/>
                </a:lnTo>
                <a:lnTo>
                  <a:pt x="91" y="202"/>
                </a:lnTo>
                <a:lnTo>
                  <a:pt x="91" y="203"/>
                </a:lnTo>
                <a:lnTo>
                  <a:pt x="92" y="204"/>
                </a:lnTo>
                <a:lnTo>
                  <a:pt x="91" y="204"/>
                </a:lnTo>
                <a:lnTo>
                  <a:pt x="90" y="204"/>
                </a:lnTo>
                <a:lnTo>
                  <a:pt x="90" y="203"/>
                </a:lnTo>
                <a:lnTo>
                  <a:pt x="90" y="204"/>
                </a:lnTo>
                <a:lnTo>
                  <a:pt x="89" y="204"/>
                </a:lnTo>
                <a:lnTo>
                  <a:pt x="88" y="204"/>
                </a:lnTo>
                <a:lnTo>
                  <a:pt x="88" y="203"/>
                </a:lnTo>
                <a:lnTo>
                  <a:pt x="88" y="204"/>
                </a:lnTo>
                <a:lnTo>
                  <a:pt x="88" y="205"/>
                </a:lnTo>
                <a:lnTo>
                  <a:pt x="87" y="205"/>
                </a:lnTo>
                <a:lnTo>
                  <a:pt x="87" y="206"/>
                </a:lnTo>
                <a:lnTo>
                  <a:pt x="86" y="204"/>
                </a:lnTo>
                <a:lnTo>
                  <a:pt x="87" y="203"/>
                </a:lnTo>
                <a:lnTo>
                  <a:pt x="86" y="202"/>
                </a:lnTo>
                <a:lnTo>
                  <a:pt x="87" y="202"/>
                </a:lnTo>
                <a:lnTo>
                  <a:pt x="87" y="201"/>
                </a:lnTo>
                <a:lnTo>
                  <a:pt x="86" y="200"/>
                </a:lnTo>
                <a:lnTo>
                  <a:pt x="85" y="200"/>
                </a:lnTo>
                <a:lnTo>
                  <a:pt x="85" y="199"/>
                </a:lnTo>
                <a:lnTo>
                  <a:pt x="86" y="198"/>
                </a:lnTo>
                <a:lnTo>
                  <a:pt x="87" y="197"/>
                </a:lnTo>
                <a:lnTo>
                  <a:pt x="87" y="196"/>
                </a:lnTo>
                <a:lnTo>
                  <a:pt x="86" y="196"/>
                </a:lnTo>
                <a:lnTo>
                  <a:pt x="86" y="197"/>
                </a:lnTo>
                <a:lnTo>
                  <a:pt x="86" y="198"/>
                </a:lnTo>
                <a:lnTo>
                  <a:pt x="85" y="198"/>
                </a:lnTo>
                <a:lnTo>
                  <a:pt x="84" y="198"/>
                </a:lnTo>
                <a:lnTo>
                  <a:pt x="83" y="199"/>
                </a:lnTo>
                <a:lnTo>
                  <a:pt x="84" y="199"/>
                </a:lnTo>
                <a:lnTo>
                  <a:pt x="84" y="201"/>
                </a:lnTo>
                <a:lnTo>
                  <a:pt x="83" y="200"/>
                </a:lnTo>
                <a:lnTo>
                  <a:pt x="83" y="199"/>
                </a:lnTo>
                <a:lnTo>
                  <a:pt x="82" y="199"/>
                </a:lnTo>
                <a:lnTo>
                  <a:pt x="82" y="200"/>
                </a:lnTo>
                <a:lnTo>
                  <a:pt x="81" y="201"/>
                </a:lnTo>
                <a:lnTo>
                  <a:pt x="81" y="200"/>
                </a:lnTo>
                <a:lnTo>
                  <a:pt x="80" y="200"/>
                </a:lnTo>
                <a:lnTo>
                  <a:pt x="80" y="201"/>
                </a:lnTo>
                <a:lnTo>
                  <a:pt x="80" y="202"/>
                </a:lnTo>
                <a:lnTo>
                  <a:pt x="79" y="203"/>
                </a:lnTo>
                <a:lnTo>
                  <a:pt x="79" y="202"/>
                </a:lnTo>
                <a:lnTo>
                  <a:pt x="78" y="201"/>
                </a:lnTo>
                <a:lnTo>
                  <a:pt x="78" y="200"/>
                </a:lnTo>
                <a:lnTo>
                  <a:pt x="79" y="200"/>
                </a:lnTo>
                <a:lnTo>
                  <a:pt x="80" y="199"/>
                </a:lnTo>
                <a:lnTo>
                  <a:pt x="79" y="199"/>
                </a:lnTo>
                <a:lnTo>
                  <a:pt x="79" y="198"/>
                </a:lnTo>
                <a:lnTo>
                  <a:pt x="80" y="198"/>
                </a:lnTo>
                <a:lnTo>
                  <a:pt x="80" y="196"/>
                </a:lnTo>
                <a:lnTo>
                  <a:pt x="80" y="195"/>
                </a:lnTo>
                <a:lnTo>
                  <a:pt x="79" y="195"/>
                </a:lnTo>
                <a:lnTo>
                  <a:pt x="79" y="194"/>
                </a:lnTo>
                <a:lnTo>
                  <a:pt x="78" y="194"/>
                </a:lnTo>
                <a:lnTo>
                  <a:pt x="78" y="193"/>
                </a:lnTo>
                <a:lnTo>
                  <a:pt x="77" y="193"/>
                </a:lnTo>
                <a:lnTo>
                  <a:pt x="76" y="193"/>
                </a:lnTo>
                <a:lnTo>
                  <a:pt x="75" y="193"/>
                </a:lnTo>
                <a:lnTo>
                  <a:pt x="74" y="192"/>
                </a:lnTo>
                <a:lnTo>
                  <a:pt x="69" y="192"/>
                </a:lnTo>
                <a:lnTo>
                  <a:pt x="68" y="192"/>
                </a:lnTo>
                <a:lnTo>
                  <a:pt x="67" y="192"/>
                </a:lnTo>
                <a:lnTo>
                  <a:pt x="66" y="192"/>
                </a:lnTo>
                <a:lnTo>
                  <a:pt x="66" y="191"/>
                </a:lnTo>
                <a:lnTo>
                  <a:pt x="64" y="191"/>
                </a:lnTo>
                <a:lnTo>
                  <a:pt x="61" y="191"/>
                </a:lnTo>
                <a:lnTo>
                  <a:pt x="59" y="191"/>
                </a:lnTo>
                <a:lnTo>
                  <a:pt x="58" y="191"/>
                </a:lnTo>
                <a:lnTo>
                  <a:pt x="57" y="191"/>
                </a:lnTo>
                <a:lnTo>
                  <a:pt x="56" y="191"/>
                </a:lnTo>
                <a:lnTo>
                  <a:pt x="55" y="191"/>
                </a:lnTo>
                <a:lnTo>
                  <a:pt x="54" y="191"/>
                </a:lnTo>
                <a:lnTo>
                  <a:pt x="53" y="192"/>
                </a:lnTo>
                <a:lnTo>
                  <a:pt x="52" y="193"/>
                </a:lnTo>
                <a:lnTo>
                  <a:pt x="51" y="193"/>
                </a:lnTo>
                <a:lnTo>
                  <a:pt x="50" y="193"/>
                </a:lnTo>
                <a:lnTo>
                  <a:pt x="50" y="192"/>
                </a:lnTo>
                <a:lnTo>
                  <a:pt x="49" y="192"/>
                </a:lnTo>
                <a:lnTo>
                  <a:pt x="48" y="191"/>
                </a:lnTo>
                <a:lnTo>
                  <a:pt x="47" y="190"/>
                </a:lnTo>
                <a:lnTo>
                  <a:pt x="47" y="189"/>
                </a:lnTo>
                <a:lnTo>
                  <a:pt x="48" y="189"/>
                </a:lnTo>
                <a:lnTo>
                  <a:pt x="48" y="188"/>
                </a:lnTo>
                <a:lnTo>
                  <a:pt x="47" y="188"/>
                </a:lnTo>
                <a:lnTo>
                  <a:pt x="47" y="187"/>
                </a:lnTo>
                <a:lnTo>
                  <a:pt x="46" y="187"/>
                </a:lnTo>
                <a:lnTo>
                  <a:pt x="46" y="186"/>
                </a:lnTo>
                <a:lnTo>
                  <a:pt x="45" y="186"/>
                </a:lnTo>
                <a:lnTo>
                  <a:pt x="45" y="185"/>
                </a:lnTo>
                <a:lnTo>
                  <a:pt x="44" y="185"/>
                </a:lnTo>
                <a:lnTo>
                  <a:pt x="43" y="184"/>
                </a:lnTo>
                <a:lnTo>
                  <a:pt x="42" y="184"/>
                </a:lnTo>
                <a:lnTo>
                  <a:pt x="41" y="184"/>
                </a:lnTo>
                <a:lnTo>
                  <a:pt x="40" y="184"/>
                </a:lnTo>
                <a:lnTo>
                  <a:pt x="39" y="184"/>
                </a:lnTo>
                <a:lnTo>
                  <a:pt x="38" y="184"/>
                </a:lnTo>
                <a:lnTo>
                  <a:pt x="36" y="185"/>
                </a:lnTo>
                <a:lnTo>
                  <a:pt x="35" y="185"/>
                </a:lnTo>
                <a:lnTo>
                  <a:pt x="34" y="185"/>
                </a:lnTo>
                <a:lnTo>
                  <a:pt x="33" y="184"/>
                </a:lnTo>
                <a:lnTo>
                  <a:pt x="33" y="183"/>
                </a:lnTo>
                <a:lnTo>
                  <a:pt x="32" y="183"/>
                </a:lnTo>
                <a:lnTo>
                  <a:pt x="32" y="182"/>
                </a:lnTo>
                <a:lnTo>
                  <a:pt x="31" y="181"/>
                </a:lnTo>
                <a:lnTo>
                  <a:pt x="30" y="181"/>
                </a:lnTo>
                <a:lnTo>
                  <a:pt x="30" y="180"/>
                </a:lnTo>
                <a:lnTo>
                  <a:pt x="29" y="180"/>
                </a:lnTo>
                <a:lnTo>
                  <a:pt x="28" y="180"/>
                </a:lnTo>
                <a:lnTo>
                  <a:pt x="27" y="179"/>
                </a:lnTo>
                <a:lnTo>
                  <a:pt x="26" y="179"/>
                </a:lnTo>
                <a:lnTo>
                  <a:pt x="25" y="179"/>
                </a:lnTo>
                <a:lnTo>
                  <a:pt x="24" y="179"/>
                </a:lnTo>
                <a:lnTo>
                  <a:pt x="23" y="178"/>
                </a:lnTo>
                <a:lnTo>
                  <a:pt x="22" y="178"/>
                </a:lnTo>
                <a:lnTo>
                  <a:pt x="23" y="177"/>
                </a:lnTo>
                <a:lnTo>
                  <a:pt x="22" y="177"/>
                </a:lnTo>
                <a:lnTo>
                  <a:pt x="21" y="177"/>
                </a:lnTo>
                <a:lnTo>
                  <a:pt x="21" y="175"/>
                </a:lnTo>
                <a:lnTo>
                  <a:pt x="21" y="174"/>
                </a:lnTo>
                <a:lnTo>
                  <a:pt x="20" y="174"/>
                </a:lnTo>
                <a:lnTo>
                  <a:pt x="18" y="173"/>
                </a:lnTo>
                <a:lnTo>
                  <a:pt x="16" y="172"/>
                </a:lnTo>
                <a:lnTo>
                  <a:pt x="14" y="171"/>
                </a:lnTo>
                <a:lnTo>
                  <a:pt x="13" y="171"/>
                </a:lnTo>
                <a:lnTo>
                  <a:pt x="11" y="171"/>
                </a:lnTo>
                <a:lnTo>
                  <a:pt x="9" y="170"/>
                </a:lnTo>
                <a:lnTo>
                  <a:pt x="8" y="170"/>
                </a:lnTo>
                <a:lnTo>
                  <a:pt x="7" y="170"/>
                </a:lnTo>
                <a:lnTo>
                  <a:pt x="6" y="169"/>
                </a:lnTo>
                <a:lnTo>
                  <a:pt x="6" y="168"/>
                </a:lnTo>
                <a:lnTo>
                  <a:pt x="6" y="167"/>
                </a:lnTo>
                <a:lnTo>
                  <a:pt x="6" y="166"/>
                </a:lnTo>
                <a:lnTo>
                  <a:pt x="5" y="165"/>
                </a:lnTo>
                <a:lnTo>
                  <a:pt x="5" y="164"/>
                </a:lnTo>
                <a:lnTo>
                  <a:pt x="6" y="163"/>
                </a:lnTo>
                <a:lnTo>
                  <a:pt x="6" y="162"/>
                </a:lnTo>
                <a:lnTo>
                  <a:pt x="6" y="161"/>
                </a:lnTo>
                <a:lnTo>
                  <a:pt x="7" y="160"/>
                </a:lnTo>
                <a:lnTo>
                  <a:pt x="7" y="159"/>
                </a:lnTo>
                <a:lnTo>
                  <a:pt x="8" y="157"/>
                </a:lnTo>
                <a:lnTo>
                  <a:pt x="8" y="156"/>
                </a:lnTo>
                <a:lnTo>
                  <a:pt x="7" y="156"/>
                </a:lnTo>
                <a:lnTo>
                  <a:pt x="7" y="155"/>
                </a:lnTo>
                <a:lnTo>
                  <a:pt x="8" y="155"/>
                </a:lnTo>
                <a:lnTo>
                  <a:pt x="7" y="155"/>
                </a:lnTo>
                <a:lnTo>
                  <a:pt x="8" y="154"/>
                </a:lnTo>
                <a:lnTo>
                  <a:pt x="8" y="153"/>
                </a:lnTo>
                <a:lnTo>
                  <a:pt x="8" y="152"/>
                </a:lnTo>
                <a:lnTo>
                  <a:pt x="8" y="151"/>
                </a:lnTo>
                <a:lnTo>
                  <a:pt x="7" y="151"/>
                </a:lnTo>
                <a:lnTo>
                  <a:pt x="7" y="150"/>
                </a:lnTo>
                <a:lnTo>
                  <a:pt x="7" y="149"/>
                </a:lnTo>
                <a:lnTo>
                  <a:pt x="7" y="148"/>
                </a:lnTo>
                <a:lnTo>
                  <a:pt x="7" y="147"/>
                </a:lnTo>
                <a:lnTo>
                  <a:pt x="7" y="146"/>
                </a:lnTo>
                <a:lnTo>
                  <a:pt x="7" y="145"/>
                </a:lnTo>
                <a:lnTo>
                  <a:pt x="7" y="144"/>
                </a:lnTo>
                <a:lnTo>
                  <a:pt x="6" y="144"/>
                </a:lnTo>
                <a:lnTo>
                  <a:pt x="5" y="141"/>
                </a:lnTo>
                <a:lnTo>
                  <a:pt x="5" y="140"/>
                </a:lnTo>
                <a:lnTo>
                  <a:pt x="4" y="138"/>
                </a:lnTo>
                <a:lnTo>
                  <a:pt x="3" y="138"/>
                </a:lnTo>
                <a:lnTo>
                  <a:pt x="3" y="137"/>
                </a:lnTo>
                <a:lnTo>
                  <a:pt x="2" y="137"/>
                </a:lnTo>
                <a:lnTo>
                  <a:pt x="1" y="137"/>
                </a:lnTo>
                <a:lnTo>
                  <a:pt x="1" y="135"/>
                </a:lnTo>
                <a:lnTo>
                  <a:pt x="1" y="134"/>
                </a:lnTo>
                <a:lnTo>
                  <a:pt x="1" y="133"/>
                </a:lnTo>
                <a:lnTo>
                  <a:pt x="2" y="133"/>
                </a:lnTo>
                <a:lnTo>
                  <a:pt x="2" y="132"/>
                </a:lnTo>
                <a:lnTo>
                  <a:pt x="2" y="131"/>
                </a:lnTo>
                <a:lnTo>
                  <a:pt x="3" y="130"/>
                </a:lnTo>
                <a:lnTo>
                  <a:pt x="3" y="129"/>
                </a:lnTo>
                <a:lnTo>
                  <a:pt x="3" y="128"/>
                </a:lnTo>
                <a:lnTo>
                  <a:pt x="4" y="127"/>
                </a:lnTo>
                <a:lnTo>
                  <a:pt x="4" y="126"/>
                </a:lnTo>
                <a:lnTo>
                  <a:pt x="4" y="125"/>
                </a:lnTo>
                <a:lnTo>
                  <a:pt x="3" y="123"/>
                </a:lnTo>
                <a:lnTo>
                  <a:pt x="3" y="122"/>
                </a:lnTo>
                <a:lnTo>
                  <a:pt x="3" y="121"/>
                </a:lnTo>
                <a:lnTo>
                  <a:pt x="3" y="119"/>
                </a:lnTo>
                <a:lnTo>
                  <a:pt x="3" y="118"/>
                </a:lnTo>
                <a:lnTo>
                  <a:pt x="2" y="117"/>
                </a:lnTo>
                <a:lnTo>
                  <a:pt x="2" y="115"/>
                </a:lnTo>
                <a:lnTo>
                  <a:pt x="2" y="114"/>
                </a:lnTo>
                <a:lnTo>
                  <a:pt x="1" y="114"/>
                </a:lnTo>
                <a:lnTo>
                  <a:pt x="1" y="112"/>
                </a:lnTo>
                <a:lnTo>
                  <a:pt x="1" y="111"/>
                </a:lnTo>
                <a:lnTo>
                  <a:pt x="1" y="110"/>
                </a:lnTo>
                <a:lnTo>
                  <a:pt x="0" y="110"/>
                </a:lnTo>
                <a:lnTo>
                  <a:pt x="0" y="109"/>
                </a:lnTo>
                <a:lnTo>
                  <a:pt x="0" y="108"/>
                </a:lnTo>
                <a:lnTo>
                  <a:pt x="1" y="108"/>
                </a:lnTo>
                <a:lnTo>
                  <a:pt x="2" y="107"/>
                </a:lnTo>
                <a:lnTo>
                  <a:pt x="3" y="106"/>
                </a:lnTo>
                <a:lnTo>
                  <a:pt x="4" y="105"/>
                </a:lnTo>
                <a:lnTo>
                  <a:pt x="4" y="104"/>
                </a:lnTo>
                <a:lnTo>
                  <a:pt x="5" y="103"/>
                </a:lnTo>
                <a:lnTo>
                  <a:pt x="5" y="102"/>
                </a:lnTo>
                <a:lnTo>
                  <a:pt x="6" y="102"/>
                </a:lnTo>
                <a:lnTo>
                  <a:pt x="6" y="101"/>
                </a:lnTo>
                <a:lnTo>
                  <a:pt x="5" y="101"/>
                </a:lnTo>
                <a:lnTo>
                  <a:pt x="5" y="100"/>
                </a:lnTo>
                <a:lnTo>
                  <a:pt x="5" y="99"/>
                </a:lnTo>
                <a:lnTo>
                  <a:pt x="4" y="98"/>
                </a:lnTo>
                <a:lnTo>
                  <a:pt x="4" y="97"/>
                </a:lnTo>
                <a:lnTo>
                  <a:pt x="3" y="97"/>
                </a:lnTo>
                <a:lnTo>
                  <a:pt x="2" y="96"/>
                </a:lnTo>
                <a:lnTo>
                  <a:pt x="1" y="96"/>
                </a:lnTo>
                <a:lnTo>
                  <a:pt x="1" y="95"/>
                </a:lnTo>
                <a:lnTo>
                  <a:pt x="2" y="95"/>
                </a:lnTo>
                <a:lnTo>
                  <a:pt x="2" y="94"/>
                </a:lnTo>
                <a:lnTo>
                  <a:pt x="2" y="93"/>
                </a:lnTo>
                <a:lnTo>
                  <a:pt x="2" y="92"/>
                </a:lnTo>
                <a:lnTo>
                  <a:pt x="2" y="91"/>
                </a:lnTo>
                <a:lnTo>
                  <a:pt x="2" y="90"/>
                </a:lnTo>
                <a:lnTo>
                  <a:pt x="2" y="89"/>
                </a:lnTo>
                <a:lnTo>
                  <a:pt x="2" y="88"/>
                </a:lnTo>
                <a:lnTo>
                  <a:pt x="3" y="89"/>
                </a:lnTo>
                <a:lnTo>
                  <a:pt x="4" y="89"/>
                </a:lnTo>
                <a:lnTo>
                  <a:pt x="5" y="89"/>
                </a:lnTo>
                <a:lnTo>
                  <a:pt x="4" y="88"/>
                </a:lnTo>
                <a:lnTo>
                  <a:pt x="3" y="88"/>
                </a:lnTo>
                <a:lnTo>
                  <a:pt x="3" y="87"/>
                </a:lnTo>
                <a:lnTo>
                  <a:pt x="3" y="86"/>
                </a:lnTo>
                <a:lnTo>
                  <a:pt x="4" y="86"/>
                </a:lnTo>
                <a:lnTo>
                  <a:pt x="4" y="87"/>
                </a:lnTo>
                <a:lnTo>
                  <a:pt x="5" y="88"/>
                </a:lnTo>
                <a:lnTo>
                  <a:pt x="5" y="89"/>
                </a:lnTo>
                <a:lnTo>
                  <a:pt x="5" y="88"/>
                </a:lnTo>
                <a:lnTo>
                  <a:pt x="5" y="87"/>
                </a:lnTo>
                <a:lnTo>
                  <a:pt x="4" y="87"/>
                </a:lnTo>
                <a:lnTo>
                  <a:pt x="4" y="86"/>
                </a:lnTo>
                <a:lnTo>
                  <a:pt x="5" y="86"/>
                </a:lnTo>
                <a:lnTo>
                  <a:pt x="6" y="86"/>
                </a:lnTo>
                <a:lnTo>
                  <a:pt x="6" y="87"/>
                </a:lnTo>
                <a:lnTo>
                  <a:pt x="7" y="87"/>
                </a:lnTo>
                <a:lnTo>
                  <a:pt x="6" y="87"/>
                </a:lnTo>
                <a:lnTo>
                  <a:pt x="6" y="86"/>
                </a:lnTo>
                <a:lnTo>
                  <a:pt x="6" y="85"/>
                </a:lnTo>
                <a:lnTo>
                  <a:pt x="5" y="85"/>
                </a:lnTo>
                <a:lnTo>
                  <a:pt x="5" y="84"/>
                </a:lnTo>
                <a:lnTo>
                  <a:pt x="4" y="84"/>
                </a:lnTo>
                <a:lnTo>
                  <a:pt x="4" y="83"/>
                </a:lnTo>
                <a:lnTo>
                  <a:pt x="5" y="83"/>
                </a:lnTo>
                <a:lnTo>
                  <a:pt x="5" y="82"/>
                </a:lnTo>
                <a:lnTo>
                  <a:pt x="6" y="82"/>
                </a:lnTo>
                <a:lnTo>
                  <a:pt x="6" y="81"/>
                </a:lnTo>
                <a:lnTo>
                  <a:pt x="7" y="80"/>
                </a:lnTo>
                <a:lnTo>
                  <a:pt x="9" y="81"/>
                </a:lnTo>
                <a:lnTo>
                  <a:pt x="9" y="80"/>
                </a:lnTo>
                <a:lnTo>
                  <a:pt x="10" y="80"/>
                </a:lnTo>
                <a:lnTo>
                  <a:pt x="11" y="80"/>
                </a:lnTo>
                <a:lnTo>
                  <a:pt x="12" y="80"/>
                </a:lnTo>
                <a:lnTo>
                  <a:pt x="13" y="79"/>
                </a:lnTo>
                <a:lnTo>
                  <a:pt x="14" y="79"/>
                </a:lnTo>
                <a:lnTo>
                  <a:pt x="15" y="78"/>
                </a:lnTo>
                <a:lnTo>
                  <a:pt x="16" y="77"/>
                </a:lnTo>
                <a:lnTo>
                  <a:pt x="16" y="76"/>
                </a:lnTo>
                <a:lnTo>
                  <a:pt x="17" y="76"/>
                </a:lnTo>
                <a:lnTo>
                  <a:pt x="17" y="75"/>
                </a:lnTo>
                <a:lnTo>
                  <a:pt x="18" y="75"/>
                </a:lnTo>
                <a:lnTo>
                  <a:pt x="18" y="74"/>
                </a:lnTo>
                <a:lnTo>
                  <a:pt x="19" y="73"/>
                </a:lnTo>
                <a:lnTo>
                  <a:pt x="20" y="73"/>
                </a:lnTo>
                <a:lnTo>
                  <a:pt x="21" y="73"/>
                </a:lnTo>
                <a:lnTo>
                  <a:pt x="22" y="72"/>
                </a:lnTo>
                <a:lnTo>
                  <a:pt x="23" y="72"/>
                </a:lnTo>
                <a:lnTo>
                  <a:pt x="23" y="71"/>
                </a:lnTo>
                <a:lnTo>
                  <a:pt x="24" y="71"/>
                </a:lnTo>
                <a:lnTo>
                  <a:pt x="25" y="70"/>
                </a:lnTo>
                <a:lnTo>
                  <a:pt x="26" y="69"/>
                </a:lnTo>
                <a:lnTo>
                  <a:pt x="27" y="68"/>
                </a:lnTo>
                <a:lnTo>
                  <a:pt x="28" y="67"/>
                </a:lnTo>
                <a:lnTo>
                  <a:pt x="29" y="67"/>
                </a:lnTo>
                <a:lnTo>
                  <a:pt x="29" y="66"/>
                </a:lnTo>
                <a:lnTo>
                  <a:pt x="30" y="66"/>
                </a:lnTo>
                <a:lnTo>
                  <a:pt x="30" y="67"/>
                </a:lnTo>
                <a:lnTo>
                  <a:pt x="30" y="66"/>
                </a:lnTo>
                <a:lnTo>
                  <a:pt x="29" y="66"/>
                </a:lnTo>
                <a:lnTo>
                  <a:pt x="30" y="65"/>
                </a:lnTo>
                <a:lnTo>
                  <a:pt x="31" y="64"/>
                </a:lnTo>
                <a:lnTo>
                  <a:pt x="32" y="64"/>
                </a:lnTo>
                <a:lnTo>
                  <a:pt x="33" y="63"/>
                </a:lnTo>
                <a:lnTo>
                  <a:pt x="33" y="62"/>
                </a:lnTo>
                <a:lnTo>
                  <a:pt x="34" y="61"/>
                </a:lnTo>
                <a:lnTo>
                  <a:pt x="35" y="59"/>
                </a:lnTo>
                <a:lnTo>
                  <a:pt x="36" y="59"/>
                </a:lnTo>
                <a:lnTo>
                  <a:pt x="37" y="58"/>
                </a:lnTo>
                <a:lnTo>
                  <a:pt x="38" y="58"/>
                </a:lnTo>
                <a:lnTo>
                  <a:pt x="39" y="57"/>
                </a:lnTo>
                <a:lnTo>
                  <a:pt x="40" y="57"/>
                </a:lnTo>
                <a:lnTo>
                  <a:pt x="41" y="57"/>
                </a:lnTo>
                <a:lnTo>
                  <a:pt x="42" y="57"/>
                </a:lnTo>
                <a:lnTo>
                  <a:pt x="43" y="56"/>
                </a:lnTo>
                <a:lnTo>
                  <a:pt x="44" y="55"/>
                </a:lnTo>
                <a:lnTo>
                  <a:pt x="45" y="55"/>
                </a:lnTo>
                <a:lnTo>
                  <a:pt x="46" y="54"/>
                </a:lnTo>
                <a:lnTo>
                  <a:pt x="47" y="53"/>
                </a:lnTo>
                <a:lnTo>
                  <a:pt x="48" y="53"/>
                </a:lnTo>
                <a:lnTo>
                  <a:pt x="49" y="53"/>
                </a:lnTo>
                <a:lnTo>
                  <a:pt x="51" y="52"/>
                </a:lnTo>
                <a:lnTo>
                  <a:pt x="51" y="51"/>
                </a:lnTo>
                <a:lnTo>
                  <a:pt x="52" y="50"/>
                </a:lnTo>
                <a:lnTo>
                  <a:pt x="53" y="50"/>
                </a:lnTo>
                <a:lnTo>
                  <a:pt x="53" y="49"/>
                </a:lnTo>
                <a:lnTo>
                  <a:pt x="54" y="49"/>
                </a:lnTo>
                <a:lnTo>
                  <a:pt x="54" y="48"/>
                </a:lnTo>
                <a:lnTo>
                  <a:pt x="54" y="47"/>
                </a:lnTo>
                <a:lnTo>
                  <a:pt x="54" y="46"/>
                </a:lnTo>
                <a:lnTo>
                  <a:pt x="54" y="45"/>
                </a:lnTo>
                <a:lnTo>
                  <a:pt x="55" y="45"/>
                </a:lnTo>
                <a:lnTo>
                  <a:pt x="54" y="45"/>
                </a:lnTo>
                <a:lnTo>
                  <a:pt x="54" y="46"/>
                </a:lnTo>
                <a:lnTo>
                  <a:pt x="55" y="46"/>
                </a:lnTo>
                <a:lnTo>
                  <a:pt x="55" y="45"/>
                </a:lnTo>
                <a:lnTo>
                  <a:pt x="56" y="45"/>
                </a:lnTo>
                <a:lnTo>
                  <a:pt x="56" y="44"/>
                </a:lnTo>
                <a:lnTo>
                  <a:pt x="56" y="45"/>
                </a:lnTo>
                <a:lnTo>
                  <a:pt x="57" y="45"/>
                </a:lnTo>
                <a:lnTo>
                  <a:pt x="59" y="45"/>
                </a:lnTo>
                <a:lnTo>
                  <a:pt x="59" y="44"/>
                </a:lnTo>
                <a:lnTo>
                  <a:pt x="60" y="45"/>
                </a:lnTo>
                <a:lnTo>
                  <a:pt x="61" y="45"/>
                </a:lnTo>
                <a:lnTo>
                  <a:pt x="61" y="46"/>
                </a:lnTo>
                <a:lnTo>
                  <a:pt x="61" y="47"/>
                </a:lnTo>
                <a:lnTo>
                  <a:pt x="61" y="46"/>
                </a:lnTo>
                <a:lnTo>
                  <a:pt x="61" y="47"/>
                </a:lnTo>
                <a:lnTo>
                  <a:pt x="62" y="47"/>
                </a:lnTo>
                <a:lnTo>
                  <a:pt x="61" y="47"/>
                </a:lnTo>
                <a:lnTo>
                  <a:pt x="62" y="48"/>
                </a:lnTo>
                <a:lnTo>
                  <a:pt x="62" y="47"/>
                </a:lnTo>
                <a:lnTo>
                  <a:pt x="62" y="46"/>
                </a:lnTo>
                <a:lnTo>
                  <a:pt x="62" y="45"/>
                </a:lnTo>
                <a:lnTo>
                  <a:pt x="61" y="44"/>
                </a:lnTo>
                <a:lnTo>
                  <a:pt x="60" y="43"/>
                </a:lnTo>
                <a:lnTo>
                  <a:pt x="59" y="43"/>
                </a:lnTo>
                <a:lnTo>
                  <a:pt x="59" y="42"/>
                </a:lnTo>
                <a:lnTo>
                  <a:pt x="60" y="42"/>
                </a:lnTo>
                <a:lnTo>
                  <a:pt x="61" y="41"/>
                </a:lnTo>
                <a:lnTo>
                  <a:pt x="62" y="41"/>
                </a:lnTo>
                <a:lnTo>
                  <a:pt x="62" y="42"/>
                </a:lnTo>
                <a:lnTo>
                  <a:pt x="62" y="41"/>
                </a:lnTo>
                <a:lnTo>
                  <a:pt x="62" y="40"/>
                </a:lnTo>
                <a:lnTo>
                  <a:pt x="62" y="39"/>
                </a:lnTo>
                <a:lnTo>
                  <a:pt x="63" y="39"/>
                </a:lnTo>
                <a:lnTo>
                  <a:pt x="64" y="39"/>
                </a:lnTo>
                <a:lnTo>
                  <a:pt x="63" y="39"/>
                </a:lnTo>
                <a:lnTo>
                  <a:pt x="62" y="39"/>
                </a:lnTo>
                <a:lnTo>
                  <a:pt x="62" y="38"/>
                </a:lnTo>
                <a:lnTo>
                  <a:pt x="62" y="39"/>
                </a:lnTo>
                <a:lnTo>
                  <a:pt x="61" y="39"/>
                </a:lnTo>
                <a:lnTo>
                  <a:pt x="61" y="38"/>
                </a:lnTo>
                <a:lnTo>
                  <a:pt x="61" y="37"/>
                </a:lnTo>
                <a:lnTo>
                  <a:pt x="60" y="37"/>
                </a:lnTo>
                <a:lnTo>
                  <a:pt x="60" y="38"/>
                </a:lnTo>
                <a:lnTo>
                  <a:pt x="59" y="38"/>
                </a:lnTo>
                <a:lnTo>
                  <a:pt x="59" y="39"/>
                </a:lnTo>
                <a:lnTo>
                  <a:pt x="59" y="40"/>
                </a:lnTo>
                <a:lnTo>
                  <a:pt x="59" y="41"/>
                </a:lnTo>
                <a:lnTo>
                  <a:pt x="58" y="41"/>
                </a:lnTo>
                <a:lnTo>
                  <a:pt x="58" y="40"/>
                </a:lnTo>
                <a:lnTo>
                  <a:pt x="58" y="39"/>
                </a:lnTo>
                <a:lnTo>
                  <a:pt x="58" y="40"/>
                </a:lnTo>
                <a:lnTo>
                  <a:pt x="57" y="40"/>
                </a:lnTo>
                <a:lnTo>
                  <a:pt x="57" y="41"/>
                </a:lnTo>
                <a:lnTo>
                  <a:pt x="56" y="41"/>
                </a:lnTo>
                <a:lnTo>
                  <a:pt x="55" y="41"/>
                </a:lnTo>
                <a:lnTo>
                  <a:pt x="55" y="42"/>
                </a:lnTo>
                <a:lnTo>
                  <a:pt x="55" y="43"/>
                </a:lnTo>
                <a:lnTo>
                  <a:pt x="54" y="43"/>
                </a:lnTo>
                <a:lnTo>
                  <a:pt x="54" y="42"/>
                </a:lnTo>
                <a:lnTo>
                  <a:pt x="54" y="43"/>
                </a:lnTo>
                <a:lnTo>
                  <a:pt x="54" y="44"/>
                </a:lnTo>
                <a:lnTo>
                  <a:pt x="53" y="44"/>
                </a:lnTo>
                <a:lnTo>
                  <a:pt x="52" y="44"/>
                </a:lnTo>
                <a:lnTo>
                  <a:pt x="51" y="44"/>
                </a:lnTo>
                <a:lnTo>
                  <a:pt x="51" y="45"/>
                </a:lnTo>
                <a:lnTo>
                  <a:pt x="50" y="45"/>
                </a:lnTo>
                <a:lnTo>
                  <a:pt x="50" y="46"/>
                </a:lnTo>
                <a:lnTo>
                  <a:pt x="49" y="45"/>
                </a:lnTo>
                <a:lnTo>
                  <a:pt x="49" y="46"/>
                </a:lnTo>
                <a:lnTo>
                  <a:pt x="48" y="46"/>
                </a:lnTo>
                <a:lnTo>
                  <a:pt x="48" y="45"/>
                </a:lnTo>
                <a:lnTo>
                  <a:pt x="49" y="44"/>
                </a:lnTo>
                <a:lnTo>
                  <a:pt x="50" y="44"/>
                </a:lnTo>
                <a:lnTo>
                  <a:pt x="51" y="43"/>
                </a:lnTo>
                <a:lnTo>
                  <a:pt x="50" y="43"/>
                </a:lnTo>
                <a:lnTo>
                  <a:pt x="50" y="42"/>
                </a:lnTo>
                <a:lnTo>
                  <a:pt x="50" y="41"/>
                </a:lnTo>
                <a:lnTo>
                  <a:pt x="49" y="41"/>
                </a:lnTo>
                <a:lnTo>
                  <a:pt x="49" y="39"/>
                </a:lnTo>
                <a:lnTo>
                  <a:pt x="49" y="38"/>
                </a:lnTo>
                <a:lnTo>
                  <a:pt x="49" y="37"/>
                </a:lnTo>
                <a:lnTo>
                  <a:pt x="50" y="35"/>
                </a:lnTo>
                <a:lnTo>
                  <a:pt x="51" y="35"/>
                </a:lnTo>
                <a:lnTo>
                  <a:pt x="52" y="34"/>
                </a:lnTo>
                <a:lnTo>
                  <a:pt x="53" y="35"/>
                </a:lnTo>
                <a:lnTo>
                  <a:pt x="54" y="35"/>
                </a:lnTo>
                <a:lnTo>
                  <a:pt x="53" y="34"/>
                </a:lnTo>
                <a:lnTo>
                  <a:pt x="54" y="33"/>
                </a:lnTo>
                <a:lnTo>
                  <a:pt x="54" y="32"/>
                </a:lnTo>
                <a:lnTo>
                  <a:pt x="54" y="31"/>
                </a:lnTo>
                <a:lnTo>
                  <a:pt x="55" y="31"/>
                </a:lnTo>
                <a:lnTo>
                  <a:pt x="55" y="32"/>
                </a:lnTo>
                <a:lnTo>
                  <a:pt x="56" y="32"/>
                </a:lnTo>
                <a:lnTo>
                  <a:pt x="55" y="31"/>
                </a:lnTo>
                <a:lnTo>
                  <a:pt x="56" y="31"/>
                </a:lnTo>
                <a:lnTo>
                  <a:pt x="57" y="31"/>
                </a:lnTo>
                <a:lnTo>
                  <a:pt x="58" y="30"/>
                </a:lnTo>
                <a:lnTo>
                  <a:pt x="58" y="29"/>
                </a:lnTo>
                <a:lnTo>
                  <a:pt x="58" y="28"/>
                </a:lnTo>
                <a:lnTo>
                  <a:pt x="58" y="27"/>
                </a:lnTo>
                <a:lnTo>
                  <a:pt x="58" y="26"/>
                </a:lnTo>
                <a:lnTo>
                  <a:pt x="59" y="26"/>
                </a:lnTo>
                <a:lnTo>
                  <a:pt x="60" y="27"/>
                </a:lnTo>
                <a:lnTo>
                  <a:pt x="61" y="27"/>
                </a:lnTo>
                <a:lnTo>
                  <a:pt x="61" y="26"/>
                </a:lnTo>
                <a:lnTo>
                  <a:pt x="61" y="25"/>
                </a:lnTo>
                <a:lnTo>
                  <a:pt x="62" y="25"/>
                </a:lnTo>
                <a:lnTo>
                  <a:pt x="63" y="25"/>
                </a:lnTo>
                <a:lnTo>
                  <a:pt x="64" y="26"/>
                </a:lnTo>
                <a:lnTo>
                  <a:pt x="63" y="26"/>
                </a:lnTo>
                <a:lnTo>
                  <a:pt x="63" y="27"/>
                </a:lnTo>
                <a:lnTo>
                  <a:pt x="64" y="28"/>
                </a:lnTo>
                <a:lnTo>
                  <a:pt x="66" y="28"/>
                </a:lnTo>
                <a:lnTo>
                  <a:pt x="68" y="27"/>
                </a:lnTo>
                <a:lnTo>
                  <a:pt x="68" y="28"/>
                </a:lnTo>
                <a:lnTo>
                  <a:pt x="69" y="28"/>
                </a:lnTo>
                <a:lnTo>
                  <a:pt x="70" y="29"/>
                </a:lnTo>
                <a:lnTo>
                  <a:pt x="70" y="28"/>
                </a:lnTo>
                <a:lnTo>
                  <a:pt x="71" y="28"/>
                </a:lnTo>
                <a:lnTo>
                  <a:pt x="71" y="29"/>
                </a:lnTo>
                <a:lnTo>
                  <a:pt x="72" y="30"/>
                </a:lnTo>
                <a:lnTo>
                  <a:pt x="73" y="31"/>
                </a:lnTo>
                <a:lnTo>
                  <a:pt x="74" y="31"/>
                </a:lnTo>
                <a:lnTo>
                  <a:pt x="73" y="31"/>
                </a:lnTo>
                <a:lnTo>
                  <a:pt x="73" y="32"/>
                </a:lnTo>
                <a:lnTo>
                  <a:pt x="74" y="32"/>
                </a:lnTo>
                <a:lnTo>
                  <a:pt x="74" y="31"/>
                </a:lnTo>
                <a:lnTo>
                  <a:pt x="75" y="30"/>
                </a:lnTo>
                <a:lnTo>
                  <a:pt x="75" y="29"/>
                </a:lnTo>
                <a:lnTo>
                  <a:pt x="76" y="29"/>
                </a:lnTo>
                <a:lnTo>
                  <a:pt x="76" y="30"/>
                </a:lnTo>
                <a:lnTo>
                  <a:pt x="76" y="31"/>
                </a:lnTo>
                <a:lnTo>
                  <a:pt x="77" y="30"/>
                </a:lnTo>
                <a:lnTo>
                  <a:pt x="76" y="30"/>
                </a:lnTo>
                <a:lnTo>
                  <a:pt x="77" y="30"/>
                </a:lnTo>
                <a:lnTo>
                  <a:pt x="78" y="31"/>
                </a:lnTo>
                <a:lnTo>
                  <a:pt x="78" y="32"/>
                </a:lnTo>
                <a:lnTo>
                  <a:pt x="78" y="33"/>
                </a:lnTo>
                <a:lnTo>
                  <a:pt x="78" y="34"/>
                </a:lnTo>
                <a:lnTo>
                  <a:pt x="79" y="34"/>
                </a:lnTo>
                <a:lnTo>
                  <a:pt x="79" y="33"/>
                </a:lnTo>
                <a:lnTo>
                  <a:pt x="81" y="33"/>
                </a:lnTo>
                <a:lnTo>
                  <a:pt x="82" y="32"/>
                </a:lnTo>
                <a:lnTo>
                  <a:pt x="83" y="32"/>
                </a:lnTo>
                <a:lnTo>
                  <a:pt x="83" y="31"/>
                </a:lnTo>
                <a:lnTo>
                  <a:pt x="84" y="30"/>
                </a:lnTo>
                <a:lnTo>
                  <a:pt x="84" y="31"/>
                </a:lnTo>
                <a:lnTo>
                  <a:pt x="84" y="32"/>
                </a:lnTo>
                <a:lnTo>
                  <a:pt x="83" y="32"/>
                </a:lnTo>
                <a:lnTo>
                  <a:pt x="82" y="33"/>
                </a:lnTo>
                <a:lnTo>
                  <a:pt x="83" y="33"/>
                </a:lnTo>
                <a:lnTo>
                  <a:pt x="84" y="33"/>
                </a:lnTo>
                <a:lnTo>
                  <a:pt x="83" y="33"/>
                </a:lnTo>
                <a:lnTo>
                  <a:pt x="84" y="33"/>
                </a:lnTo>
                <a:lnTo>
                  <a:pt x="85" y="32"/>
                </a:lnTo>
                <a:lnTo>
                  <a:pt x="85" y="31"/>
                </a:lnTo>
                <a:lnTo>
                  <a:pt x="86" y="31"/>
                </a:lnTo>
                <a:lnTo>
                  <a:pt x="86" y="32"/>
                </a:lnTo>
                <a:lnTo>
                  <a:pt x="87" y="32"/>
                </a:lnTo>
                <a:lnTo>
                  <a:pt x="87" y="31"/>
                </a:lnTo>
                <a:lnTo>
                  <a:pt x="88" y="31"/>
                </a:lnTo>
                <a:lnTo>
                  <a:pt x="87" y="31"/>
                </a:lnTo>
                <a:lnTo>
                  <a:pt x="86" y="30"/>
                </a:lnTo>
                <a:lnTo>
                  <a:pt x="85" y="30"/>
                </a:lnTo>
                <a:lnTo>
                  <a:pt x="84" y="30"/>
                </a:lnTo>
                <a:lnTo>
                  <a:pt x="84" y="29"/>
                </a:lnTo>
                <a:lnTo>
                  <a:pt x="83" y="29"/>
                </a:lnTo>
                <a:lnTo>
                  <a:pt x="83" y="30"/>
                </a:lnTo>
                <a:lnTo>
                  <a:pt x="82" y="30"/>
                </a:lnTo>
                <a:lnTo>
                  <a:pt x="82" y="29"/>
                </a:lnTo>
                <a:lnTo>
                  <a:pt x="83" y="28"/>
                </a:lnTo>
                <a:lnTo>
                  <a:pt x="83" y="27"/>
                </a:lnTo>
                <a:lnTo>
                  <a:pt x="82" y="27"/>
                </a:lnTo>
                <a:lnTo>
                  <a:pt x="82" y="26"/>
                </a:lnTo>
                <a:lnTo>
                  <a:pt x="83" y="25"/>
                </a:lnTo>
                <a:lnTo>
                  <a:pt x="85" y="25"/>
                </a:lnTo>
                <a:lnTo>
                  <a:pt x="86" y="25"/>
                </a:lnTo>
                <a:lnTo>
                  <a:pt x="86" y="26"/>
                </a:lnTo>
                <a:lnTo>
                  <a:pt x="87" y="26"/>
                </a:lnTo>
                <a:lnTo>
                  <a:pt x="86" y="26"/>
                </a:lnTo>
                <a:lnTo>
                  <a:pt x="86" y="25"/>
                </a:lnTo>
                <a:lnTo>
                  <a:pt x="85" y="25"/>
                </a:lnTo>
                <a:lnTo>
                  <a:pt x="84" y="25"/>
                </a:lnTo>
                <a:lnTo>
                  <a:pt x="83" y="24"/>
                </a:lnTo>
                <a:lnTo>
                  <a:pt x="83" y="23"/>
                </a:lnTo>
                <a:lnTo>
                  <a:pt x="84" y="22"/>
                </a:lnTo>
                <a:lnTo>
                  <a:pt x="85" y="22"/>
                </a:lnTo>
                <a:lnTo>
                  <a:pt x="86" y="21"/>
                </a:lnTo>
                <a:lnTo>
                  <a:pt x="86" y="20"/>
                </a:lnTo>
                <a:lnTo>
                  <a:pt x="87" y="20"/>
                </a:lnTo>
                <a:lnTo>
                  <a:pt x="87" y="19"/>
                </a:lnTo>
                <a:lnTo>
                  <a:pt x="88" y="18"/>
                </a:lnTo>
                <a:lnTo>
                  <a:pt x="89" y="18"/>
                </a:lnTo>
                <a:lnTo>
                  <a:pt x="90" y="17"/>
                </a:lnTo>
                <a:lnTo>
                  <a:pt x="91" y="17"/>
                </a:lnTo>
                <a:lnTo>
                  <a:pt x="92" y="17"/>
                </a:lnTo>
                <a:lnTo>
                  <a:pt x="94" y="17"/>
                </a:lnTo>
                <a:lnTo>
                  <a:pt x="95" y="16"/>
                </a:lnTo>
                <a:lnTo>
                  <a:pt x="96" y="16"/>
                </a:lnTo>
                <a:lnTo>
                  <a:pt x="97" y="16"/>
                </a:lnTo>
                <a:lnTo>
                  <a:pt x="98" y="16"/>
                </a:lnTo>
                <a:lnTo>
                  <a:pt x="99" y="16"/>
                </a:lnTo>
                <a:lnTo>
                  <a:pt x="99" y="15"/>
                </a:lnTo>
                <a:lnTo>
                  <a:pt x="100" y="15"/>
                </a:lnTo>
                <a:lnTo>
                  <a:pt x="100" y="16"/>
                </a:lnTo>
                <a:lnTo>
                  <a:pt x="101" y="16"/>
                </a:lnTo>
                <a:lnTo>
                  <a:pt x="102" y="17"/>
                </a:lnTo>
                <a:lnTo>
                  <a:pt x="101" y="17"/>
                </a:lnTo>
                <a:lnTo>
                  <a:pt x="101" y="18"/>
                </a:lnTo>
                <a:lnTo>
                  <a:pt x="101" y="19"/>
                </a:lnTo>
                <a:lnTo>
                  <a:pt x="102" y="19"/>
                </a:lnTo>
                <a:lnTo>
                  <a:pt x="102" y="18"/>
                </a:lnTo>
                <a:lnTo>
                  <a:pt x="103" y="19"/>
                </a:lnTo>
                <a:lnTo>
                  <a:pt x="104" y="20"/>
                </a:lnTo>
                <a:lnTo>
                  <a:pt x="105" y="20"/>
                </a:lnTo>
                <a:lnTo>
                  <a:pt x="106" y="20"/>
                </a:lnTo>
                <a:lnTo>
                  <a:pt x="107" y="20"/>
                </a:lnTo>
                <a:lnTo>
                  <a:pt x="108" y="20"/>
                </a:lnTo>
                <a:lnTo>
                  <a:pt x="108" y="21"/>
                </a:lnTo>
                <a:lnTo>
                  <a:pt x="108" y="22"/>
                </a:lnTo>
                <a:lnTo>
                  <a:pt x="108" y="23"/>
                </a:lnTo>
                <a:lnTo>
                  <a:pt x="109" y="22"/>
                </a:lnTo>
                <a:lnTo>
                  <a:pt x="110" y="21"/>
                </a:lnTo>
                <a:lnTo>
                  <a:pt x="109" y="21"/>
                </a:lnTo>
                <a:lnTo>
                  <a:pt x="109" y="20"/>
                </a:lnTo>
                <a:lnTo>
                  <a:pt x="109" y="19"/>
                </a:lnTo>
                <a:lnTo>
                  <a:pt x="109" y="18"/>
                </a:lnTo>
                <a:lnTo>
                  <a:pt x="110" y="18"/>
                </a:lnTo>
                <a:lnTo>
                  <a:pt x="111" y="18"/>
                </a:lnTo>
                <a:lnTo>
                  <a:pt x="111" y="19"/>
                </a:lnTo>
                <a:lnTo>
                  <a:pt x="111" y="20"/>
                </a:lnTo>
                <a:lnTo>
                  <a:pt x="111" y="21"/>
                </a:lnTo>
                <a:lnTo>
                  <a:pt x="111" y="22"/>
                </a:lnTo>
                <a:lnTo>
                  <a:pt x="112" y="22"/>
                </a:lnTo>
                <a:lnTo>
                  <a:pt x="111" y="23"/>
                </a:lnTo>
                <a:lnTo>
                  <a:pt x="111" y="24"/>
                </a:lnTo>
                <a:lnTo>
                  <a:pt x="111" y="25"/>
                </a:lnTo>
                <a:lnTo>
                  <a:pt x="112" y="25"/>
                </a:lnTo>
                <a:lnTo>
                  <a:pt x="111" y="25"/>
                </a:lnTo>
                <a:lnTo>
                  <a:pt x="112" y="25"/>
                </a:lnTo>
                <a:lnTo>
                  <a:pt x="112" y="24"/>
                </a:lnTo>
                <a:lnTo>
                  <a:pt x="111" y="24"/>
                </a:lnTo>
                <a:lnTo>
                  <a:pt x="111" y="23"/>
                </a:lnTo>
                <a:lnTo>
                  <a:pt x="112" y="23"/>
                </a:lnTo>
                <a:lnTo>
                  <a:pt x="112" y="22"/>
                </a:lnTo>
                <a:lnTo>
                  <a:pt x="113" y="23"/>
                </a:lnTo>
                <a:lnTo>
                  <a:pt x="113" y="22"/>
                </a:lnTo>
                <a:lnTo>
                  <a:pt x="114" y="22"/>
                </a:lnTo>
                <a:lnTo>
                  <a:pt x="114" y="23"/>
                </a:lnTo>
                <a:lnTo>
                  <a:pt x="114" y="22"/>
                </a:lnTo>
                <a:lnTo>
                  <a:pt x="114" y="21"/>
                </a:lnTo>
                <a:lnTo>
                  <a:pt x="115" y="21"/>
                </a:lnTo>
                <a:lnTo>
                  <a:pt x="114" y="20"/>
                </a:lnTo>
                <a:lnTo>
                  <a:pt x="115" y="20"/>
                </a:lnTo>
                <a:lnTo>
                  <a:pt x="116" y="20"/>
                </a:lnTo>
                <a:lnTo>
                  <a:pt x="116" y="19"/>
                </a:lnTo>
                <a:lnTo>
                  <a:pt x="116" y="18"/>
                </a:lnTo>
                <a:lnTo>
                  <a:pt x="115" y="18"/>
                </a:lnTo>
                <a:lnTo>
                  <a:pt x="115" y="17"/>
                </a:lnTo>
                <a:lnTo>
                  <a:pt x="116" y="18"/>
                </a:lnTo>
                <a:lnTo>
                  <a:pt x="117" y="18"/>
                </a:lnTo>
                <a:lnTo>
                  <a:pt x="118" y="18"/>
                </a:lnTo>
                <a:lnTo>
                  <a:pt x="119" y="18"/>
                </a:lnTo>
                <a:lnTo>
                  <a:pt x="120" y="17"/>
                </a:lnTo>
                <a:lnTo>
                  <a:pt x="121" y="18"/>
                </a:lnTo>
                <a:lnTo>
                  <a:pt x="121" y="19"/>
                </a:lnTo>
                <a:lnTo>
                  <a:pt x="122" y="19"/>
                </a:lnTo>
                <a:lnTo>
                  <a:pt x="121" y="19"/>
                </a:lnTo>
                <a:lnTo>
                  <a:pt x="121" y="20"/>
                </a:lnTo>
                <a:lnTo>
                  <a:pt x="122" y="20"/>
                </a:lnTo>
                <a:lnTo>
                  <a:pt x="122" y="21"/>
                </a:lnTo>
                <a:lnTo>
                  <a:pt x="123" y="21"/>
                </a:lnTo>
                <a:lnTo>
                  <a:pt x="124" y="22"/>
                </a:lnTo>
                <a:lnTo>
                  <a:pt x="125" y="22"/>
                </a:lnTo>
                <a:lnTo>
                  <a:pt x="125" y="23"/>
                </a:lnTo>
                <a:lnTo>
                  <a:pt x="126" y="23"/>
                </a:lnTo>
                <a:lnTo>
                  <a:pt x="127" y="22"/>
                </a:lnTo>
                <a:lnTo>
                  <a:pt x="128" y="22"/>
                </a:lnTo>
                <a:lnTo>
                  <a:pt x="127" y="23"/>
                </a:lnTo>
                <a:lnTo>
                  <a:pt x="126" y="23"/>
                </a:lnTo>
                <a:lnTo>
                  <a:pt x="125" y="23"/>
                </a:lnTo>
                <a:lnTo>
                  <a:pt x="124" y="23"/>
                </a:lnTo>
                <a:lnTo>
                  <a:pt x="124" y="24"/>
                </a:lnTo>
                <a:lnTo>
                  <a:pt x="123" y="24"/>
                </a:lnTo>
                <a:lnTo>
                  <a:pt x="122" y="24"/>
                </a:lnTo>
                <a:lnTo>
                  <a:pt x="122" y="25"/>
                </a:lnTo>
                <a:lnTo>
                  <a:pt x="123" y="25"/>
                </a:lnTo>
                <a:lnTo>
                  <a:pt x="123" y="26"/>
                </a:lnTo>
                <a:lnTo>
                  <a:pt x="124" y="26"/>
                </a:lnTo>
                <a:lnTo>
                  <a:pt x="124" y="25"/>
                </a:lnTo>
                <a:lnTo>
                  <a:pt x="124" y="26"/>
                </a:lnTo>
                <a:lnTo>
                  <a:pt x="125" y="26"/>
                </a:lnTo>
                <a:lnTo>
                  <a:pt x="125" y="27"/>
                </a:lnTo>
                <a:lnTo>
                  <a:pt x="125" y="26"/>
                </a:lnTo>
                <a:lnTo>
                  <a:pt x="125" y="25"/>
                </a:lnTo>
                <a:lnTo>
                  <a:pt x="126" y="25"/>
                </a:lnTo>
                <a:lnTo>
                  <a:pt x="126" y="26"/>
                </a:lnTo>
                <a:lnTo>
                  <a:pt x="126" y="25"/>
                </a:lnTo>
                <a:lnTo>
                  <a:pt x="127" y="25"/>
                </a:lnTo>
                <a:lnTo>
                  <a:pt x="126" y="25"/>
                </a:lnTo>
                <a:lnTo>
                  <a:pt x="125" y="24"/>
                </a:lnTo>
                <a:lnTo>
                  <a:pt x="125" y="23"/>
                </a:lnTo>
                <a:lnTo>
                  <a:pt x="126" y="23"/>
                </a:lnTo>
                <a:lnTo>
                  <a:pt x="127" y="23"/>
                </a:lnTo>
                <a:lnTo>
                  <a:pt x="128" y="23"/>
                </a:lnTo>
                <a:lnTo>
                  <a:pt x="128" y="22"/>
                </a:lnTo>
                <a:lnTo>
                  <a:pt x="128" y="21"/>
                </a:lnTo>
                <a:lnTo>
                  <a:pt x="127" y="21"/>
                </a:lnTo>
                <a:lnTo>
                  <a:pt x="127" y="20"/>
                </a:lnTo>
                <a:lnTo>
                  <a:pt x="127" y="21"/>
                </a:lnTo>
                <a:lnTo>
                  <a:pt x="128" y="21"/>
                </a:lnTo>
                <a:lnTo>
                  <a:pt x="128" y="20"/>
                </a:lnTo>
                <a:lnTo>
                  <a:pt x="129" y="20"/>
                </a:lnTo>
                <a:lnTo>
                  <a:pt x="130" y="20"/>
                </a:lnTo>
                <a:lnTo>
                  <a:pt x="130" y="19"/>
                </a:lnTo>
                <a:lnTo>
                  <a:pt x="131" y="18"/>
                </a:lnTo>
                <a:lnTo>
                  <a:pt x="132" y="18"/>
                </a:lnTo>
                <a:lnTo>
                  <a:pt x="133" y="19"/>
                </a:lnTo>
                <a:lnTo>
                  <a:pt x="134" y="19"/>
                </a:lnTo>
                <a:lnTo>
                  <a:pt x="135" y="19"/>
                </a:lnTo>
                <a:lnTo>
                  <a:pt x="136" y="19"/>
                </a:lnTo>
                <a:lnTo>
                  <a:pt x="136" y="20"/>
                </a:lnTo>
                <a:lnTo>
                  <a:pt x="137" y="20"/>
                </a:lnTo>
                <a:lnTo>
                  <a:pt x="137" y="19"/>
                </a:lnTo>
                <a:lnTo>
                  <a:pt x="137" y="18"/>
                </a:lnTo>
                <a:lnTo>
                  <a:pt x="136" y="18"/>
                </a:lnTo>
                <a:lnTo>
                  <a:pt x="135" y="18"/>
                </a:lnTo>
                <a:lnTo>
                  <a:pt x="134" y="18"/>
                </a:lnTo>
                <a:lnTo>
                  <a:pt x="133" y="18"/>
                </a:lnTo>
                <a:lnTo>
                  <a:pt x="132" y="18"/>
                </a:lnTo>
                <a:lnTo>
                  <a:pt x="134" y="18"/>
                </a:lnTo>
                <a:lnTo>
                  <a:pt x="135" y="18"/>
                </a:lnTo>
                <a:lnTo>
                  <a:pt x="135" y="17"/>
                </a:lnTo>
                <a:lnTo>
                  <a:pt x="136" y="17"/>
                </a:lnTo>
                <a:lnTo>
                  <a:pt x="137" y="16"/>
                </a:lnTo>
                <a:lnTo>
                  <a:pt x="138" y="16"/>
                </a:lnTo>
                <a:lnTo>
                  <a:pt x="138" y="15"/>
                </a:lnTo>
                <a:lnTo>
                  <a:pt x="138" y="14"/>
                </a:lnTo>
                <a:lnTo>
                  <a:pt x="139" y="14"/>
                </a:lnTo>
                <a:lnTo>
                  <a:pt x="139" y="13"/>
                </a:lnTo>
                <a:lnTo>
                  <a:pt x="139" y="12"/>
                </a:lnTo>
                <a:lnTo>
                  <a:pt x="140" y="11"/>
                </a:lnTo>
                <a:lnTo>
                  <a:pt x="140" y="10"/>
                </a:lnTo>
                <a:lnTo>
                  <a:pt x="141" y="10"/>
                </a:lnTo>
                <a:lnTo>
                  <a:pt x="143" y="10"/>
                </a:lnTo>
                <a:lnTo>
                  <a:pt x="144" y="10"/>
                </a:lnTo>
                <a:lnTo>
                  <a:pt x="145" y="10"/>
                </a:lnTo>
                <a:lnTo>
                  <a:pt x="145" y="11"/>
                </a:lnTo>
                <a:lnTo>
                  <a:pt x="146" y="11"/>
                </a:lnTo>
                <a:lnTo>
                  <a:pt x="146" y="12"/>
                </a:lnTo>
                <a:lnTo>
                  <a:pt x="147" y="12"/>
                </a:lnTo>
                <a:lnTo>
                  <a:pt x="147" y="13"/>
                </a:lnTo>
                <a:lnTo>
                  <a:pt x="148" y="13"/>
                </a:lnTo>
                <a:lnTo>
                  <a:pt x="149" y="13"/>
                </a:lnTo>
                <a:lnTo>
                  <a:pt x="150" y="14"/>
                </a:lnTo>
                <a:lnTo>
                  <a:pt x="151" y="14"/>
                </a:lnTo>
                <a:lnTo>
                  <a:pt x="151" y="13"/>
                </a:lnTo>
                <a:lnTo>
                  <a:pt x="150" y="12"/>
                </a:lnTo>
                <a:lnTo>
                  <a:pt x="151" y="12"/>
                </a:lnTo>
                <a:lnTo>
                  <a:pt x="152" y="12"/>
                </a:lnTo>
                <a:lnTo>
                  <a:pt x="152" y="13"/>
                </a:lnTo>
                <a:lnTo>
                  <a:pt x="153" y="13"/>
                </a:lnTo>
                <a:lnTo>
                  <a:pt x="153" y="12"/>
                </a:lnTo>
                <a:lnTo>
                  <a:pt x="154" y="12"/>
                </a:lnTo>
                <a:lnTo>
                  <a:pt x="154" y="11"/>
                </a:lnTo>
                <a:lnTo>
                  <a:pt x="155" y="11"/>
                </a:lnTo>
                <a:lnTo>
                  <a:pt x="156" y="11"/>
                </a:lnTo>
                <a:lnTo>
                  <a:pt x="155" y="11"/>
                </a:lnTo>
                <a:lnTo>
                  <a:pt x="154" y="10"/>
                </a:lnTo>
                <a:lnTo>
                  <a:pt x="153" y="10"/>
                </a:lnTo>
                <a:lnTo>
                  <a:pt x="153" y="9"/>
                </a:lnTo>
                <a:lnTo>
                  <a:pt x="154" y="9"/>
                </a:lnTo>
                <a:lnTo>
                  <a:pt x="154" y="8"/>
                </a:lnTo>
                <a:lnTo>
                  <a:pt x="155" y="8"/>
                </a:lnTo>
                <a:lnTo>
                  <a:pt x="157" y="7"/>
                </a:lnTo>
                <a:lnTo>
                  <a:pt x="158" y="7"/>
                </a:lnTo>
                <a:lnTo>
                  <a:pt x="159" y="7"/>
                </a:lnTo>
                <a:lnTo>
                  <a:pt x="159" y="8"/>
                </a:lnTo>
                <a:lnTo>
                  <a:pt x="160" y="8"/>
                </a:lnTo>
                <a:lnTo>
                  <a:pt x="159" y="8"/>
                </a:lnTo>
                <a:lnTo>
                  <a:pt x="160" y="8"/>
                </a:lnTo>
                <a:lnTo>
                  <a:pt x="161" y="8"/>
                </a:lnTo>
                <a:lnTo>
                  <a:pt x="161" y="9"/>
                </a:lnTo>
                <a:lnTo>
                  <a:pt x="162" y="9"/>
                </a:lnTo>
                <a:lnTo>
                  <a:pt x="163" y="10"/>
                </a:lnTo>
                <a:lnTo>
                  <a:pt x="164" y="10"/>
                </a:lnTo>
                <a:lnTo>
                  <a:pt x="164" y="11"/>
                </a:lnTo>
                <a:lnTo>
                  <a:pt x="165" y="11"/>
                </a:lnTo>
                <a:lnTo>
                  <a:pt x="166" y="12"/>
                </a:lnTo>
                <a:lnTo>
                  <a:pt x="167" y="12"/>
                </a:lnTo>
                <a:lnTo>
                  <a:pt x="167" y="13"/>
                </a:lnTo>
                <a:lnTo>
                  <a:pt x="168" y="13"/>
                </a:lnTo>
                <a:lnTo>
                  <a:pt x="169" y="13"/>
                </a:lnTo>
                <a:lnTo>
                  <a:pt x="169" y="14"/>
                </a:lnTo>
                <a:lnTo>
                  <a:pt x="170" y="14"/>
                </a:lnTo>
                <a:lnTo>
                  <a:pt x="171" y="14"/>
                </a:lnTo>
                <a:lnTo>
                  <a:pt x="173" y="14"/>
                </a:lnTo>
                <a:lnTo>
                  <a:pt x="174" y="14"/>
                </a:lnTo>
                <a:lnTo>
                  <a:pt x="175" y="14"/>
                </a:lnTo>
                <a:lnTo>
                  <a:pt x="175" y="15"/>
                </a:lnTo>
                <a:lnTo>
                  <a:pt x="174" y="15"/>
                </a:lnTo>
                <a:lnTo>
                  <a:pt x="174" y="16"/>
                </a:lnTo>
                <a:lnTo>
                  <a:pt x="174" y="17"/>
                </a:lnTo>
                <a:lnTo>
                  <a:pt x="175" y="19"/>
                </a:lnTo>
                <a:lnTo>
                  <a:pt x="175" y="20"/>
                </a:lnTo>
                <a:lnTo>
                  <a:pt x="175" y="19"/>
                </a:lnTo>
                <a:lnTo>
                  <a:pt x="176" y="19"/>
                </a:lnTo>
                <a:lnTo>
                  <a:pt x="177" y="18"/>
                </a:lnTo>
                <a:lnTo>
                  <a:pt x="177" y="17"/>
                </a:lnTo>
                <a:lnTo>
                  <a:pt x="177" y="16"/>
                </a:lnTo>
                <a:lnTo>
                  <a:pt x="178" y="16"/>
                </a:lnTo>
                <a:lnTo>
                  <a:pt x="178" y="17"/>
                </a:lnTo>
                <a:lnTo>
                  <a:pt x="179" y="17"/>
                </a:lnTo>
                <a:lnTo>
                  <a:pt x="178" y="18"/>
                </a:lnTo>
                <a:lnTo>
                  <a:pt x="178" y="19"/>
                </a:lnTo>
                <a:lnTo>
                  <a:pt x="179" y="20"/>
                </a:lnTo>
                <a:lnTo>
                  <a:pt x="179" y="21"/>
                </a:lnTo>
                <a:lnTo>
                  <a:pt x="178" y="21"/>
                </a:lnTo>
                <a:lnTo>
                  <a:pt x="177" y="21"/>
                </a:lnTo>
                <a:lnTo>
                  <a:pt x="176" y="21"/>
                </a:lnTo>
                <a:lnTo>
                  <a:pt x="176" y="22"/>
                </a:lnTo>
                <a:lnTo>
                  <a:pt x="177" y="21"/>
                </a:lnTo>
                <a:lnTo>
                  <a:pt x="178" y="22"/>
                </a:lnTo>
                <a:lnTo>
                  <a:pt x="179" y="22"/>
                </a:lnTo>
                <a:lnTo>
                  <a:pt x="178" y="22"/>
                </a:lnTo>
                <a:lnTo>
                  <a:pt x="178" y="23"/>
                </a:lnTo>
                <a:lnTo>
                  <a:pt x="179" y="24"/>
                </a:lnTo>
                <a:lnTo>
                  <a:pt x="179" y="25"/>
                </a:lnTo>
                <a:lnTo>
                  <a:pt x="180" y="25"/>
                </a:lnTo>
                <a:lnTo>
                  <a:pt x="180" y="26"/>
                </a:lnTo>
                <a:lnTo>
                  <a:pt x="180" y="27"/>
                </a:lnTo>
                <a:lnTo>
                  <a:pt x="180" y="28"/>
                </a:lnTo>
                <a:lnTo>
                  <a:pt x="180" y="27"/>
                </a:lnTo>
                <a:lnTo>
                  <a:pt x="181" y="27"/>
                </a:lnTo>
                <a:lnTo>
                  <a:pt x="180" y="26"/>
                </a:lnTo>
                <a:lnTo>
                  <a:pt x="180" y="25"/>
                </a:lnTo>
                <a:lnTo>
                  <a:pt x="180" y="24"/>
                </a:lnTo>
                <a:lnTo>
                  <a:pt x="182" y="24"/>
                </a:lnTo>
                <a:lnTo>
                  <a:pt x="182" y="25"/>
                </a:lnTo>
                <a:lnTo>
                  <a:pt x="183" y="24"/>
                </a:lnTo>
                <a:lnTo>
                  <a:pt x="183" y="23"/>
                </a:lnTo>
                <a:lnTo>
                  <a:pt x="182" y="22"/>
                </a:lnTo>
                <a:lnTo>
                  <a:pt x="182" y="21"/>
                </a:lnTo>
                <a:lnTo>
                  <a:pt x="182" y="20"/>
                </a:lnTo>
                <a:lnTo>
                  <a:pt x="182" y="19"/>
                </a:lnTo>
                <a:lnTo>
                  <a:pt x="181" y="18"/>
                </a:lnTo>
                <a:lnTo>
                  <a:pt x="181" y="16"/>
                </a:lnTo>
                <a:lnTo>
                  <a:pt x="180" y="16"/>
                </a:lnTo>
                <a:lnTo>
                  <a:pt x="180" y="15"/>
                </a:lnTo>
                <a:lnTo>
                  <a:pt x="181" y="15"/>
                </a:lnTo>
                <a:lnTo>
                  <a:pt x="180" y="15"/>
                </a:lnTo>
                <a:lnTo>
                  <a:pt x="181" y="15"/>
                </a:lnTo>
                <a:lnTo>
                  <a:pt x="181" y="14"/>
                </a:lnTo>
                <a:lnTo>
                  <a:pt x="180" y="14"/>
                </a:lnTo>
                <a:lnTo>
                  <a:pt x="179" y="14"/>
                </a:lnTo>
                <a:lnTo>
                  <a:pt x="178" y="14"/>
                </a:lnTo>
                <a:lnTo>
                  <a:pt x="177" y="14"/>
                </a:lnTo>
                <a:lnTo>
                  <a:pt x="178" y="14"/>
                </a:lnTo>
                <a:lnTo>
                  <a:pt x="177" y="13"/>
                </a:lnTo>
                <a:lnTo>
                  <a:pt x="177" y="12"/>
                </a:lnTo>
                <a:lnTo>
                  <a:pt x="177" y="11"/>
                </a:lnTo>
                <a:lnTo>
                  <a:pt x="177" y="10"/>
                </a:lnTo>
                <a:lnTo>
                  <a:pt x="177" y="9"/>
                </a:lnTo>
                <a:lnTo>
                  <a:pt x="178" y="9"/>
                </a:lnTo>
                <a:lnTo>
                  <a:pt x="178" y="8"/>
                </a:lnTo>
                <a:lnTo>
                  <a:pt x="178" y="7"/>
                </a:lnTo>
                <a:lnTo>
                  <a:pt x="177" y="7"/>
                </a:lnTo>
                <a:lnTo>
                  <a:pt x="179" y="6"/>
                </a:lnTo>
                <a:lnTo>
                  <a:pt x="179" y="5"/>
                </a:lnTo>
                <a:lnTo>
                  <a:pt x="180" y="5"/>
                </a:lnTo>
                <a:lnTo>
                  <a:pt x="179" y="5"/>
                </a:lnTo>
                <a:lnTo>
                  <a:pt x="180" y="5"/>
                </a:lnTo>
                <a:lnTo>
                  <a:pt x="181" y="5"/>
                </a:lnTo>
                <a:lnTo>
                  <a:pt x="182" y="5"/>
                </a:lnTo>
                <a:lnTo>
                  <a:pt x="183" y="6"/>
                </a:lnTo>
                <a:lnTo>
                  <a:pt x="184" y="6"/>
                </a:lnTo>
                <a:lnTo>
                  <a:pt x="184" y="5"/>
                </a:lnTo>
                <a:lnTo>
                  <a:pt x="185" y="5"/>
                </a:lnTo>
                <a:lnTo>
                  <a:pt x="185" y="4"/>
                </a:lnTo>
                <a:lnTo>
                  <a:pt x="186" y="3"/>
                </a:lnTo>
                <a:lnTo>
                  <a:pt x="187" y="2"/>
                </a:lnTo>
                <a:lnTo>
                  <a:pt x="187" y="1"/>
                </a:lnTo>
                <a:lnTo>
                  <a:pt x="186" y="1"/>
                </a:lnTo>
                <a:lnTo>
                  <a:pt x="187" y="0"/>
                </a:lnTo>
                <a:lnTo>
                  <a:pt x="188" y="0"/>
                </a:lnTo>
                <a:lnTo>
                  <a:pt x="188" y="1"/>
                </a:lnTo>
                <a:lnTo>
                  <a:pt x="188" y="2"/>
                </a:lnTo>
                <a:lnTo>
                  <a:pt x="189" y="2"/>
                </a:lnTo>
                <a:lnTo>
                  <a:pt x="189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4" name=""/>
          <p:cNvSpPr/>
          <p:nvPr/>
        </p:nvSpPr>
        <p:spPr>
          <a:xfrm>
            <a:off x="4316760" y="224172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0" y="6"/>
                </a:moveTo>
                <a:lnTo>
                  <a:pt x="1" y="4"/>
                </a:lnTo>
                <a:lnTo>
                  <a:pt x="1" y="2"/>
                </a:lnTo>
                <a:lnTo>
                  <a:pt x="1" y="1"/>
                </a:lnTo>
                <a:lnTo>
                  <a:pt x="3" y="1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1" y="6"/>
                </a:lnTo>
                <a:lnTo>
                  <a:pt x="0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5" name=""/>
          <p:cNvSpPr/>
          <p:nvPr/>
        </p:nvSpPr>
        <p:spPr>
          <a:xfrm>
            <a:off x="4316400" y="2235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6" name=""/>
          <p:cNvSpPr/>
          <p:nvPr/>
        </p:nvSpPr>
        <p:spPr>
          <a:xfrm>
            <a:off x="4312080" y="22334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7" name=""/>
          <p:cNvSpPr/>
          <p:nvPr/>
        </p:nvSpPr>
        <p:spPr>
          <a:xfrm>
            <a:off x="4309920" y="223056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3"/>
                </a:moveTo>
                <a:lnTo>
                  <a:pt x="2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8" name=""/>
          <p:cNvSpPr/>
          <p:nvPr/>
        </p:nvSpPr>
        <p:spPr>
          <a:xfrm>
            <a:off x="4311720" y="22298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0"/>
                </a:moveTo>
                <a:lnTo>
                  <a:pt x="3" y="0"/>
                </a:lnTo>
                <a:lnTo>
                  <a:pt x="3" y="1"/>
                </a:ln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9" name=""/>
          <p:cNvSpPr/>
          <p:nvPr/>
        </p:nvSpPr>
        <p:spPr>
          <a:xfrm>
            <a:off x="4290120" y="22266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1"/>
                </a:moveTo>
                <a:lnTo>
                  <a:pt x="2" y="1"/>
                </a:lnTo>
                <a:lnTo>
                  <a:pt x="0" y="1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0" name=""/>
          <p:cNvSpPr/>
          <p:nvPr/>
        </p:nvSpPr>
        <p:spPr>
          <a:xfrm>
            <a:off x="4272840" y="22219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1" name=""/>
          <p:cNvSpPr/>
          <p:nvPr/>
        </p:nvSpPr>
        <p:spPr>
          <a:xfrm>
            <a:off x="4314240" y="22219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2" name=""/>
          <p:cNvSpPr/>
          <p:nvPr/>
        </p:nvSpPr>
        <p:spPr>
          <a:xfrm>
            <a:off x="4316400" y="2220840"/>
            <a:ext cx="3240" cy="3600"/>
          </a:xfrm>
          <a:custGeom>
            <a:avLst/>
            <a:gdLst/>
            <a:ahLst/>
            <a:rect l="0" t="0" r="r" b="b"/>
            <a:pathLst>
              <a:path fill="none" w="9" h="10">
                <a:moveTo>
                  <a:pt x="4" y="0"/>
                </a:moveTo>
                <a:lnTo>
                  <a:pt x="6" y="0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9" y="4"/>
                </a:lnTo>
                <a:lnTo>
                  <a:pt x="9" y="5"/>
                </a:lnTo>
                <a:lnTo>
                  <a:pt x="8" y="5"/>
                </a:lnTo>
                <a:lnTo>
                  <a:pt x="8" y="6"/>
                </a:lnTo>
                <a:lnTo>
                  <a:pt x="8" y="7"/>
                </a:lnTo>
                <a:lnTo>
                  <a:pt x="7" y="7"/>
                </a:lnTo>
                <a:lnTo>
                  <a:pt x="8" y="7"/>
                </a:lnTo>
                <a:lnTo>
                  <a:pt x="7" y="7"/>
                </a:lnTo>
                <a:lnTo>
                  <a:pt x="7" y="8"/>
                </a:lnTo>
                <a:lnTo>
                  <a:pt x="7" y="7"/>
                </a:lnTo>
                <a:lnTo>
                  <a:pt x="6" y="8"/>
                </a:lnTo>
                <a:lnTo>
                  <a:pt x="6" y="9"/>
                </a:lnTo>
                <a:lnTo>
                  <a:pt x="6" y="10"/>
                </a:lnTo>
                <a:lnTo>
                  <a:pt x="6" y="9"/>
                </a:lnTo>
                <a:lnTo>
                  <a:pt x="6" y="10"/>
                </a:lnTo>
                <a:lnTo>
                  <a:pt x="4" y="10"/>
                </a:lnTo>
                <a:lnTo>
                  <a:pt x="3" y="10"/>
                </a:lnTo>
                <a:lnTo>
                  <a:pt x="3" y="9"/>
                </a:lnTo>
                <a:lnTo>
                  <a:pt x="2" y="9"/>
                </a:lnTo>
                <a:lnTo>
                  <a:pt x="2" y="10"/>
                </a:lnTo>
                <a:lnTo>
                  <a:pt x="2" y="9"/>
                </a:lnTo>
                <a:lnTo>
                  <a:pt x="1" y="9"/>
                </a:lnTo>
                <a:lnTo>
                  <a:pt x="1" y="8"/>
                </a:lnTo>
                <a:lnTo>
                  <a:pt x="2" y="8"/>
                </a:lnTo>
                <a:lnTo>
                  <a:pt x="1" y="7"/>
                </a:lnTo>
                <a:lnTo>
                  <a:pt x="1" y="8"/>
                </a:lnTo>
                <a:lnTo>
                  <a:pt x="1" y="7"/>
                </a:lnTo>
                <a:lnTo>
                  <a:pt x="0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3" y="4"/>
                </a:lnTo>
                <a:lnTo>
                  <a:pt x="3" y="2"/>
                </a:lnTo>
                <a:lnTo>
                  <a:pt x="3" y="1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3" name=""/>
          <p:cNvSpPr/>
          <p:nvPr/>
        </p:nvSpPr>
        <p:spPr>
          <a:xfrm>
            <a:off x="4305240" y="221976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2" y="2"/>
                </a:move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4" name=""/>
          <p:cNvSpPr/>
          <p:nvPr/>
        </p:nvSpPr>
        <p:spPr>
          <a:xfrm>
            <a:off x="4268880" y="221652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6" y="4"/>
                </a:moveTo>
                <a:lnTo>
                  <a:pt x="4" y="6"/>
                </a:lnTo>
                <a:lnTo>
                  <a:pt x="3" y="6"/>
                </a:lnTo>
                <a:lnTo>
                  <a:pt x="2" y="5"/>
                </a:lnTo>
                <a:lnTo>
                  <a:pt x="1" y="5"/>
                </a:lnTo>
                <a:lnTo>
                  <a:pt x="1" y="6"/>
                </a:lnTo>
                <a:lnTo>
                  <a:pt x="1" y="7"/>
                </a:lnTo>
                <a:lnTo>
                  <a:pt x="1" y="6"/>
                </a:lnTo>
                <a:lnTo>
                  <a:pt x="1" y="7"/>
                </a:lnTo>
                <a:lnTo>
                  <a:pt x="2" y="7"/>
                </a:lnTo>
                <a:lnTo>
                  <a:pt x="1" y="7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6" y="1"/>
                </a:lnTo>
                <a:lnTo>
                  <a:pt x="6" y="3"/>
                </a:lnTo>
                <a:lnTo>
                  <a:pt x="6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5" name=""/>
          <p:cNvSpPr/>
          <p:nvPr/>
        </p:nvSpPr>
        <p:spPr>
          <a:xfrm>
            <a:off x="4312440" y="22161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1" y="4"/>
                </a:lnTo>
                <a:lnTo>
                  <a:pt x="0" y="2"/>
                </a:lnTo>
                <a:lnTo>
                  <a:pt x="0" y="0"/>
                </a:lnTo>
                <a:lnTo>
                  <a:pt x="3" y="2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6" name=""/>
          <p:cNvSpPr/>
          <p:nvPr/>
        </p:nvSpPr>
        <p:spPr>
          <a:xfrm>
            <a:off x="4306680" y="2215440"/>
            <a:ext cx="10080" cy="6840"/>
          </a:xfrm>
          <a:custGeom>
            <a:avLst/>
            <a:gdLst/>
            <a:ahLst/>
            <a:rect l="0" t="0" r="r" b="b"/>
            <a:pathLst>
              <a:path fill="none" w="28" h="19">
                <a:moveTo>
                  <a:pt x="16" y="2"/>
                </a:moveTo>
                <a:lnTo>
                  <a:pt x="16" y="4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9" y="5"/>
                </a:lnTo>
                <a:lnTo>
                  <a:pt x="19" y="4"/>
                </a:lnTo>
                <a:lnTo>
                  <a:pt x="20" y="4"/>
                </a:lnTo>
                <a:lnTo>
                  <a:pt x="20" y="5"/>
                </a:lnTo>
                <a:lnTo>
                  <a:pt x="21" y="5"/>
                </a:lnTo>
                <a:lnTo>
                  <a:pt x="22" y="4"/>
                </a:lnTo>
                <a:lnTo>
                  <a:pt x="22" y="3"/>
                </a:lnTo>
                <a:lnTo>
                  <a:pt x="23" y="3"/>
                </a:lnTo>
                <a:lnTo>
                  <a:pt x="24" y="3"/>
                </a:lnTo>
                <a:lnTo>
                  <a:pt x="25" y="2"/>
                </a:lnTo>
                <a:lnTo>
                  <a:pt x="26" y="2"/>
                </a:lnTo>
                <a:lnTo>
                  <a:pt x="26" y="3"/>
                </a:lnTo>
                <a:lnTo>
                  <a:pt x="27" y="3"/>
                </a:lnTo>
                <a:lnTo>
                  <a:pt x="28" y="3"/>
                </a:lnTo>
                <a:lnTo>
                  <a:pt x="28" y="4"/>
                </a:lnTo>
                <a:lnTo>
                  <a:pt x="28" y="5"/>
                </a:lnTo>
                <a:lnTo>
                  <a:pt x="28" y="6"/>
                </a:lnTo>
                <a:lnTo>
                  <a:pt x="28" y="7"/>
                </a:lnTo>
                <a:lnTo>
                  <a:pt x="27" y="8"/>
                </a:lnTo>
                <a:lnTo>
                  <a:pt x="27" y="10"/>
                </a:lnTo>
                <a:lnTo>
                  <a:pt x="27" y="11"/>
                </a:lnTo>
                <a:lnTo>
                  <a:pt x="26" y="12"/>
                </a:lnTo>
                <a:lnTo>
                  <a:pt x="26" y="13"/>
                </a:lnTo>
                <a:lnTo>
                  <a:pt x="26" y="14"/>
                </a:lnTo>
                <a:lnTo>
                  <a:pt x="26" y="15"/>
                </a:lnTo>
                <a:lnTo>
                  <a:pt x="26" y="16"/>
                </a:lnTo>
                <a:lnTo>
                  <a:pt x="26" y="18"/>
                </a:lnTo>
                <a:lnTo>
                  <a:pt x="26" y="19"/>
                </a:lnTo>
                <a:lnTo>
                  <a:pt x="25" y="19"/>
                </a:lnTo>
                <a:lnTo>
                  <a:pt x="24" y="19"/>
                </a:lnTo>
                <a:lnTo>
                  <a:pt x="24" y="18"/>
                </a:lnTo>
                <a:lnTo>
                  <a:pt x="24" y="17"/>
                </a:lnTo>
                <a:lnTo>
                  <a:pt x="24" y="16"/>
                </a:lnTo>
                <a:lnTo>
                  <a:pt x="24" y="15"/>
                </a:lnTo>
                <a:lnTo>
                  <a:pt x="23" y="15"/>
                </a:lnTo>
                <a:lnTo>
                  <a:pt x="22" y="14"/>
                </a:lnTo>
                <a:lnTo>
                  <a:pt x="22" y="13"/>
                </a:lnTo>
                <a:lnTo>
                  <a:pt x="21" y="12"/>
                </a:lnTo>
                <a:lnTo>
                  <a:pt x="21" y="11"/>
                </a:lnTo>
                <a:lnTo>
                  <a:pt x="20" y="11"/>
                </a:lnTo>
                <a:lnTo>
                  <a:pt x="19" y="11"/>
                </a:lnTo>
                <a:lnTo>
                  <a:pt x="18" y="11"/>
                </a:lnTo>
                <a:lnTo>
                  <a:pt x="18" y="12"/>
                </a:lnTo>
                <a:lnTo>
                  <a:pt x="17" y="11"/>
                </a:lnTo>
                <a:lnTo>
                  <a:pt x="16" y="11"/>
                </a:lnTo>
                <a:lnTo>
                  <a:pt x="15" y="11"/>
                </a:lnTo>
                <a:lnTo>
                  <a:pt x="14" y="11"/>
                </a:lnTo>
                <a:lnTo>
                  <a:pt x="13" y="12"/>
                </a:lnTo>
                <a:lnTo>
                  <a:pt x="12" y="12"/>
                </a:lnTo>
                <a:lnTo>
                  <a:pt x="12" y="11"/>
                </a:lnTo>
                <a:lnTo>
                  <a:pt x="11" y="11"/>
                </a:lnTo>
                <a:lnTo>
                  <a:pt x="9" y="11"/>
                </a:lnTo>
                <a:lnTo>
                  <a:pt x="9" y="12"/>
                </a:lnTo>
                <a:lnTo>
                  <a:pt x="8" y="12"/>
                </a:lnTo>
                <a:lnTo>
                  <a:pt x="7" y="12"/>
                </a:lnTo>
                <a:lnTo>
                  <a:pt x="7" y="13"/>
                </a:lnTo>
                <a:lnTo>
                  <a:pt x="6" y="13"/>
                </a:lnTo>
                <a:lnTo>
                  <a:pt x="5" y="14"/>
                </a:lnTo>
                <a:lnTo>
                  <a:pt x="4" y="14"/>
                </a:lnTo>
                <a:lnTo>
                  <a:pt x="3" y="14"/>
                </a:lnTo>
                <a:lnTo>
                  <a:pt x="2" y="15"/>
                </a:lnTo>
                <a:lnTo>
                  <a:pt x="1" y="15"/>
                </a:lnTo>
                <a:lnTo>
                  <a:pt x="0" y="15"/>
                </a:lnTo>
                <a:lnTo>
                  <a:pt x="0" y="14"/>
                </a:lnTo>
                <a:lnTo>
                  <a:pt x="1" y="14"/>
                </a:lnTo>
                <a:lnTo>
                  <a:pt x="1" y="15"/>
                </a:lnTo>
                <a:lnTo>
                  <a:pt x="1" y="14"/>
                </a:lnTo>
                <a:lnTo>
                  <a:pt x="1" y="13"/>
                </a:lnTo>
                <a:lnTo>
                  <a:pt x="2" y="12"/>
                </a:lnTo>
                <a:lnTo>
                  <a:pt x="2" y="11"/>
                </a:lnTo>
                <a:lnTo>
                  <a:pt x="3" y="11"/>
                </a:lnTo>
                <a:lnTo>
                  <a:pt x="3" y="10"/>
                </a:lnTo>
                <a:lnTo>
                  <a:pt x="3" y="8"/>
                </a:lnTo>
                <a:lnTo>
                  <a:pt x="4" y="7"/>
                </a:lnTo>
                <a:lnTo>
                  <a:pt x="5" y="7"/>
                </a:lnTo>
                <a:lnTo>
                  <a:pt x="6" y="7"/>
                </a:lnTo>
                <a:lnTo>
                  <a:pt x="7" y="7"/>
                </a:lnTo>
                <a:lnTo>
                  <a:pt x="6" y="6"/>
                </a:lnTo>
                <a:lnTo>
                  <a:pt x="6" y="5"/>
                </a:lnTo>
                <a:lnTo>
                  <a:pt x="7" y="5"/>
                </a:lnTo>
                <a:lnTo>
                  <a:pt x="7" y="4"/>
                </a:lnTo>
                <a:lnTo>
                  <a:pt x="6" y="4"/>
                </a:lnTo>
                <a:lnTo>
                  <a:pt x="6" y="3"/>
                </a:lnTo>
                <a:lnTo>
                  <a:pt x="5" y="3"/>
                </a:lnTo>
                <a:lnTo>
                  <a:pt x="6" y="3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9" y="2"/>
                </a:lnTo>
                <a:lnTo>
                  <a:pt x="11" y="2"/>
                </a:lnTo>
                <a:lnTo>
                  <a:pt x="12" y="3"/>
                </a:lnTo>
                <a:lnTo>
                  <a:pt x="12" y="2"/>
                </a:lnTo>
                <a:lnTo>
                  <a:pt x="13" y="1"/>
                </a:lnTo>
                <a:lnTo>
                  <a:pt x="14" y="1"/>
                </a:lnTo>
                <a:lnTo>
                  <a:pt x="14" y="0"/>
                </a:lnTo>
                <a:lnTo>
                  <a:pt x="15" y="1"/>
                </a:lnTo>
                <a:lnTo>
                  <a:pt x="16" y="1"/>
                </a:lnTo>
                <a:lnTo>
                  <a:pt x="1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240" rIns="360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7" name=""/>
          <p:cNvSpPr/>
          <p:nvPr/>
        </p:nvSpPr>
        <p:spPr>
          <a:xfrm>
            <a:off x="4311360" y="22147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2"/>
                </a:move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8" name=""/>
          <p:cNvSpPr/>
          <p:nvPr/>
        </p:nvSpPr>
        <p:spPr>
          <a:xfrm>
            <a:off x="4312080" y="22129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9" name=""/>
          <p:cNvSpPr/>
          <p:nvPr/>
        </p:nvSpPr>
        <p:spPr>
          <a:xfrm>
            <a:off x="4314960" y="2211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0" name=""/>
          <p:cNvSpPr/>
          <p:nvPr/>
        </p:nvSpPr>
        <p:spPr>
          <a:xfrm>
            <a:off x="4312440" y="2211120"/>
            <a:ext cx="6840" cy="5040"/>
          </a:xfrm>
          <a:custGeom>
            <a:avLst/>
            <a:gdLst/>
            <a:ahLst/>
            <a:rect l="0" t="0" r="r" b="b"/>
            <a:pathLst>
              <a:path fill="none" w="19" h="14">
                <a:moveTo>
                  <a:pt x="19" y="1"/>
                </a:moveTo>
                <a:lnTo>
                  <a:pt x="18" y="1"/>
                </a:lnTo>
                <a:lnTo>
                  <a:pt x="19" y="2"/>
                </a:lnTo>
                <a:lnTo>
                  <a:pt x="18" y="3"/>
                </a:lnTo>
                <a:lnTo>
                  <a:pt x="17" y="5"/>
                </a:lnTo>
                <a:lnTo>
                  <a:pt x="17" y="6"/>
                </a:lnTo>
                <a:lnTo>
                  <a:pt x="16" y="6"/>
                </a:lnTo>
                <a:lnTo>
                  <a:pt x="16" y="7"/>
                </a:lnTo>
                <a:lnTo>
                  <a:pt x="16" y="8"/>
                </a:lnTo>
                <a:lnTo>
                  <a:pt x="14" y="10"/>
                </a:lnTo>
                <a:lnTo>
                  <a:pt x="14" y="11"/>
                </a:lnTo>
                <a:lnTo>
                  <a:pt x="14" y="12"/>
                </a:lnTo>
                <a:lnTo>
                  <a:pt x="13" y="13"/>
                </a:lnTo>
                <a:lnTo>
                  <a:pt x="13" y="14"/>
                </a:lnTo>
                <a:lnTo>
                  <a:pt x="12" y="13"/>
                </a:lnTo>
                <a:lnTo>
                  <a:pt x="11" y="14"/>
                </a:lnTo>
                <a:lnTo>
                  <a:pt x="10" y="14"/>
                </a:lnTo>
                <a:lnTo>
                  <a:pt x="9" y="13"/>
                </a:lnTo>
                <a:lnTo>
                  <a:pt x="10" y="13"/>
                </a:lnTo>
                <a:lnTo>
                  <a:pt x="10" y="12"/>
                </a:lnTo>
                <a:lnTo>
                  <a:pt x="10" y="11"/>
                </a:lnTo>
                <a:lnTo>
                  <a:pt x="9" y="11"/>
                </a:lnTo>
                <a:lnTo>
                  <a:pt x="8" y="11"/>
                </a:lnTo>
                <a:lnTo>
                  <a:pt x="8" y="10"/>
                </a:lnTo>
                <a:lnTo>
                  <a:pt x="8" y="8"/>
                </a:lnTo>
                <a:lnTo>
                  <a:pt x="8" y="7"/>
                </a:lnTo>
                <a:lnTo>
                  <a:pt x="8" y="6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6" y="6"/>
                </a:lnTo>
                <a:lnTo>
                  <a:pt x="6" y="7"/>
                </a:lnTo>
                <a:lnTo>
                  <a:pt x="5" y="7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4" y="6"/>
                </a:lnTo>
                <a:lnTo>
                  <a:pt x="3" y="6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3" y="3"/>
                </a:lnTo>
                <a:lnTo>
                  <a:pt x="4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8" y="2"/>
                </a:lnTo>
                <a:lnTo>
                  <a:pt x="8" y="3"/>
                </a:lnTo>
                <a:lnTo>
                  <a:pt x="7" y="3"/>
                </a:lnTo>
                <a:lnTo>
                  <a:pt x="7" y="4"/>
                </a:lnTo>
                <a:lnTo>
                  <a:pt x="8" y="3"/>
                </a:lnTo>
                <a:lnTo>
                  <a:pt x="9" y="3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1" y="1"/>
                </a:lnTo>
                <a:lnTo>
                  <a:pt x="12" y="1"/>
                </a:lnTo>
                <a:lnTo>
                  <a:pt x="14" y="1"/>
                </a:lnTo>
                <a:lnTo>
                  <a:pt x="14" y="2"/>
                </a:lnTo>
                <a:lnTo>
                  <a:pt x="16" y="2"/>
                </a:lnTo>
                <a:lnTo>
                  <a:pt x="17" y="2"/>
                </a:lnTo>
                <a:lnTo>
                  <a:pt x="18" y="1"/>
                </a:lnTo>
                <a:lnTo>
                  <a:pt x="19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1" name=""/>
          <p:cNvSpPr/>
          <p:nvPr/>
        </p:nvSpPr>
        <p:spPr>
          <a:xfrm>
            <a:off x="4268880" y="22010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2" name=""/>
          <p:cNvSpPr/>
          <p:nvPr/>
        </p:nvSpPr>
        <p:spPr>
          <a:xfrm>
            <a:off x="4336920" y="22046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3" name=""/>
          <p:cNvSpPr/>
          <p:nvPr/>
        </p:nvSpPr>
        <p:spPr>
          <a:xfrm>
            <a:off x="4332240" y="2200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4" name=""/>
          <p:cNvSpPr/>
          <p:nvPr/>
        </p:nvSpPr>
        <p:spPr>
          <a:xfrm>
            <a:off x="4255560" y="21963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1"/>
                </a:move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5" name=""/>
          <p:cNvSpPr/>
          <p:nvPr/>
        </p:nvSpPr>
        <p:spPr>
          <a:xfrm>
            <a:off x="4267080" y="21956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1" y="4"/>
                </a:moveTo>
                <a:lnTo>
                  <a:pt x="0" y="4"/>
                </a:lnTo>
                <a:lnTo>
                  <a:pt x="1" y="3"/>
                </a:lnTo>
                <a:lnTo>
                  <a:pt x="3" y="1"/>
                </a:lnTo>
                <a:lnTo>
                  <a:pt x="4" y="1"/>
                </a:lnTo>
                <a:lnTo>
                  <a:pt x="5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6" name=""/>
          <p:cNvSpPr/>
          <p:nvPr/>
        </p:nvSpPr>
        <p:spPr>
          <a:xfrm>
            <a:off x="4245120" y="21942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7" name=""/>
          <p:cNvSpPr/>
          <p:nvPr/>
        </p:nvSpPr>
        <p:spPr>
          <a:xfrm>
            <a:off x="4268520" y="21949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8" name=""/>
          <p:cNvSpPr/>
          <p:nvPr/>
        </p:nvSpPr>
        <p:spPr>
          <a:xfrm>
            <a:off x="4244400" y="2193840"/>
            <a:ext cx="2160" cy="5040"/>
          </a:xfrm>
          <a:custGeom>
            <a:avLst/>
            <a:gdLst/>
            <a:ahLst/>
            <a:rect l="0" t="0" r="r" b="b"/>
            <a:pathLst>
              <a:path fill="none" w="6" h="14">
                <a:moveTo>
                  <a:pt x="5" y="2"/>
                </a:moveTo>
                <a:lnTo>
                  <a:pt x="6" y="2"/>
                </a:lnTo>
                <a:lnTo>
                  <a:pt x="6" y="3"/>
                </a:lnTo>
                <a:lnTo>
                  <a:pt x="6" y="4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4" y="6"/>
                </a:lnTo>
                <a:lnTo>
                  <a:pt x="4" y="7"/>
                </a:lnTo>
                <a:lnTo>
                  <a:pt x="5" y="7"/>
                </a:lnTo>
                <a:lnTo>
                  <a:pt x="5" y="9"/>
                </a:lnTo>
                <a:lnTo>
                  <a:pt x="4" y="9"/>
                </a:lnTo>
                <a:lnTo>
                  <a:pt x="4" y="10"/>
                </a:lnTo>
                <a:lnTo>
                  <a:pt x="4" y="11"/>
                </a:lnTo>
                <a:lnTo>
                  <a:pt x="2" y="11"/>
                </a:lnTo>
                <a:lnTo>
                  <a:pt x="1" y="11"/>
                </a:lnTo>
                <a:lnTo>
                  <a:pt x="2" y="12"/>
                </a:lnTo>
                <a:lnTo>
                  <a:pt x="4" y="12"/>
                </a:lnTo>
                <a:lnTo>
                  <a:pt x="4" y="13"/>
                </a:lnTo>
                <a:lnTo>
                  <a:pt x="2" y="14"/>
                </a:lnTo>
                <a:lnTo>
                  <a:pt x="1" y="13"/>
                </a:lnTo>
                <a:lnTo>
                  <a:pt x="1" y="11"/>
                </a:lnTo>
                <a:lnTo>
                  <a:pt x="0" y="11"/>
                </a:lnTo>
                <a:lnTo>
                  <a:pt x="0" y="9"/>
                </a:lnTo>
                <a:lnTo>
                  <a:pt x="0" y="7"/>
                </a:lnTo>
                <a:lnTo>
                  <a:pt x="1" y="7"/>
                </a:lnTo>
                <a:lnTo>
                  <a:pt x="1" y="6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4" y="2"/>
                </a:lnTo>
                <a:lnTo>
                  <a:pt x="2" y="2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  <a:lnTo>
                  <a:pt x="5" y="1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9" name=""/>
          <p:cNvSpPr/>
          <p:nvPr/>
        </p:nvSpPr>
        <p:spPr>
          <a:xfrm>
            <a:off x="4244400" y="21927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0" name=""/>
          <p:cNvSpPr/>
          <p:nvPr/>
        </p:nvSpPr>
        <p:spPr>
          <a:xfrm>
            <a:off x="4261320" y="2192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1" name=""/>
          <p:cNvSpPr/>
          <p:nvPr/>
        </p:nvSpPr>
        <p:spPr>
          <a:xfrm>
            <a:off x="4252320" y="21916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0"/>
                </a:moveTo>
                <a:lnTo>
                  <a:pt x="4" y="2"/>
                </a:lnTo>
                <a:lnTo>
                  <a:pt x="4" y="3"/>
                </a:lnTo>
                <a:lnTo>
                  <a:pt x="2" y="5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2" name=""/>
          <p:cNvSpPr/>
          <p:nvPr/>
        </p:nvSpPr>
        <p:spPr>
          <a:xfrm>
            <a:off x="4368960" y="21981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2"/>
                </a:moveTo>
                <a:lnTo>
                  <a:pt x="5" y="2"/>
                </a:ln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3" name=""/>
          <p:cNvSpPr/>
          <p:nvPr/>
        </p:nvSpPr>
        <p:spPr>
          <a:xfrm>
            <a:off x="4252320" y="21913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4" name=""/>
          <p:cNvSpPr/>
          <p:nvPr/>
        </p:nvSpPr>
        <p:spPr>
          <a:xfrm>
            <a:off x="4251960" y="21906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1"/>
                </a:move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5" name=""/>
          <p:cNvSpPr/>
          <p:nvPr/>
        </p:nvSpPr>
        <p:spPr>
          <a:xfrm>
            <a:off x="4251960" y="2190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6" name=""/>
          <p:cNvSpPr/>
          <p:nvPr/>
        </p:nvSpPr>
        <p:spPr>
          <a:xfrm>
            <a:off x="4367880" y="2196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7" name=""/>
          <p:cNvSpPr/>
          <p:nvPr/>
        </p:nvSpPr>
        <p:spPr>
          <a:xfrm>
            <a:off x="4389120" y="21974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4"/>
                </a:moveTo>
                <a:lnTo>
                  <a:pt x="0" y="4"/>
                </a:lnTo>
                <a:lnTo>
                  <a:pt x="2" y="2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8" name=""/>
          <p:cNvSpPr/>
          <p:nvPr/>
        </p:nvSpPr>
        <p:spPr>
          <a:xfrm>
            <a:off x="4382280" y="21967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2"/>
                </a:move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9" name=""/>
          <p:cNvSpPr/>
          <p:nvPr/>
        </p:nvSpPr>
        <p:spPr>
          <a:xfrm>
            <a:off x="4367160" y="21952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70" name=""/>
          <p:cNvSpPr/>
          <p:nvPr/>
        </p:nvSpPr>
        <p:spPr>
          <a:xfrm>
            <a:off x="4384440" y="21967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71" name=""/>
          <p:cNvSpPr/>
          <p:nvPr/>
        </p:nvSpPr>
        <p:spPr>
          <a:xfrm>
            <a:off x="4357080" y="2194560"/>
            <a:ext cx="7560" cy="4320"/>
          </a:xfrm>
          <a:custGeom>
            <a:avLst/>
            <a:gdLst/>
            <a:ahLst/>
            <a:rect l="0" t="0" r="r" b="b"/>
            <a:pathLst>
              <a:path fill="none" w="21" h="12">
                <a:moveTo>
                  <a:pt x="13" y="1"/>
                </a:moveTo>
                <a:lnTo>
                  <a:pt x="13" y="2"/>
                </a:lnTo>
                <a:lnTo>
                  <a:pt x="14" y="2"/>
                </a:lnTo>
                <a:lnTo>
                  <a:pt x="15" y="2"/>
                </a:lnTo>
                <a:lnTo>
                  <a:pt x="15" y="1"/>
                </a:lnTo>
                <a:lnTo>
                  <a:pt x="16" y="1"/>
                </a:lnTo>
                <a:lnTo>
                  <a:pt x="16" y="2"/>
                </a:lnTo>
                <a:lnTo>
                  <a:pt x="17" y="2"/>
                </a:lnTo>
                <a:lnTo>
                  <a:pt x="17" y="1"/>
                </a:lnTo>
                <a:lnTo>
                  <a:pt x="18" y="1"/>
                </a:lnTo>
                <a:lnTo>
                  <a:pt x="19" y="2"/>
                </a:lnTo>
                <a:lnTo>
                  <a:pt x="20" y="2"/>
                </a:lnTo>
                <a:lnTo>
                  <a:pt x="21" y="2"/>
                </a:lnTo>
                <a:lnTo>
                  <a:pt x="21" y="3"/>
                </a:lnTo>
                <a:lnTo>
                  <a:pt x="20" y="5"/>
                </a:lnTo>
                <a:lnTo>
                  <a:pt x="19" y="5"/>
                </a:lnTo>
                <a:lnTo>
                  <a:pt x="18" y="5"/>
                </a:lnTo>
                <a:lnTo>
                  <a:pt x="17" y="6"/>
                </a:lnTo>
                <a:lnTo>
                  <a:pt x="16" y="7"/>
                </a:lnTo>
                <a:lnTo>
                  <a:pt x="15" y="7"/>
                </a:lnTo>
                <a:lnTo>
                  <a:pt x="14" y="7"/>
                </a:lnTo>
                <a:lnTo>
                  <a:pt x="14" y="6"/>
                </a:lnTo>
                <a:lnTo>
                  <a:pt x="13" y="6"/>
                </a:lnTo>
                <a:lnTo>
                  <a:pt x="12" y="7"/>
                </a:lnTo>
                <a:lnTo>
                  <a:pt x="11" y="7"/>
                </a:lnTo>
                <a:lnTo>
                  <a:pt x="9" y="8"/>
                </a:lnTo>
                <a:lnTo>
                  <a:pt x="8" y="9"/>
                </a:lnTo>
                <a:lnTo>
                  <a:pt x="7" y="9"/>
                </a:lnTo>
                <a:lnTo>
                  <a:pt x="6" y="11"/>
                </a:lnTo>
                <a:lnTo>
                  <a:pt x="5" y="11"/>
                </a:lnTo>
                <a:lnTo>
                  <a:pt x="5" y="10"/>
                </a:lnTo>
                <a:lnTo>
                  <a:pt x="4" y="10"/>
                </a:lnTo>
                <a:lnTo>
                  <a:pt x="3" y="11"/>
                </a:lnTo>
                <a:lnTo>
                  <a:pt x="2" y="12"/>
                </a:lnTo>
                <a:lnTo>
                  <a:pt x="2" y="11"/>
                </a:lnTo>
                <a:lnTo>
                  <a:pt x="1" y="11"/>
                </a:lnTo>
                <a:lnTo>
                  <a:pt x="1" y="12"/>
                </a:lnTo>
                <a:lnTo>
                  <a:pt x="0" y="12"/>
                </a:lnTo>
                <a:lnTo>
                  <a:pt x="1" y="12"/>
                </a:lnTo>
                <a:lnTo>
                  <a:pt x="1" y="10"/>
                </a:lnTo>
                <a:lnTo>
                  <a:pt x="1" y="11"/>
                </a:lnTo>
                <a:lnTo>
                  <a:pt x="1" y="10"/>
                </a:lnTo>
                <a:lnTo>
                  <a:pt x="2" y="10"/>
                </a:lnTo>
                <a:lnTo>
                  <a:pt x="3" y="9"/>
                </a:lnTo>
                <a:lnTo>
                  <a:pt x="2" y="9"/>
                </a:lnTo>
                <a:lnTo>
                  <a:pt x="2" y="8"/>
                </a:lnTo>
                <a:lnTo>
                  <a:pt x="3" y="8"/>
                </a:lnTo>
                <a:lnTo>
                  <a:pt x="3" y="7"/>
                </a:lnTo>
                <a:lnTo>
                  <a:pt x="4" y="7"/>
                </a:lnTo>
                <a:lnTo>
                  <a:pt x="5" y="6"/>
                </a:lnTo>
                <a:lnTo>
                  <a:pt x="5" y="5"/>
                </a:lnTo>
                <a:lnTo>
                  <a:pt x="4" y="3"/>
                </a:lnTo>
                <a:lnTo>
                  <a:pt x="3" y="3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6" y="2"/>
                </a:lnTo>
                <a:lnTo>
                  <a:pt x="7" y="2"/>
                </a:lnTo>
                <a:lnTo>
                  <a:pt x="8" y="2"/>
                </a:lnTo>
                <a:lnTo>
                  <a:pt x="9" y="1"/>
                </a:lnTo>
                <a:lnTo>
                  <a:pt x="9" y="0"/>
                </a:lnTo>
                <a:lnTo>
                  <a:pt x="9" y="1"/>
                </a:lnTo>
                <a:lnTo>
                  <a:pt x="11" y="1"/>
                </a:lnTo>
                <a:lnTo>
                  <a:pt x="12" y="0"/>
                </a:lnTo>
                <a:lnTo>
                  <a:pt x="13" y="0"/>
                </a:lnTo>
                <a:lnTo>
                  <a:pt x="1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72" name=""/>
          <p:cNvSpPr/>
          <p:nvPr/>
        </p:nvSpPr>
        <p:spPr>
          <a:xfrm>
            <a:off x="4384800" y="21963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73" name=""/>
          <p:cNvSpPr/>
          <p:nvPr/>
        </p:nvSpPr>
        <p:spPr>
          <a:xfrm>
            <a:off x="4391280" y="21963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0"/>
                </a:move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74" name=""/>
          <p:cNvSpPr/>
          <p:nvPr/>
        </p:nvSpPr>
        <p:spPr>
          <a:xfrm>
            <a:off x="4357800" y="219312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0" y="2"/>
                </a:moveTo>
                <a:lnTo>
                  <a:pt x="2" y="3"/>
                </a:lnTo>
                <a:lnTo>
                  <a:pt x="0" y="5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75" name=""/>
          <p:cNvSpPr/>
          <p:nvPr/>
        </p:nvSpPr>
        <p:spPr>
          <a:xfrm>
            <a:off x="4356720" y="21931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2" y="3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76" name=""/>
          <p:cNvSpPr/>
          <p:nvPr/>
        </p:nvSpPr>
        <p:spPr>
          <a:xfrm>
            <a:off x="4252320" y="218628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6" y="1"/>
                </a:moveTo>
                <a:lnTo>
                  <a:pt x="5" y="1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1" y="6"/>
                </a:lnTo>
                <a:lnTo>
                  <a:pt x="1" y="4"/>
                </a:lnTo>
                <a:lnTo>
                  <a:pt x="1" y="3"/>
                </a:lnTo>
                <a:lnTo>
                  <a:pt x="3" y="3"/>
                </a:lnTo>
                <a:lnTo>
                  <a:pt x="3" y="2"/>
                </a:lnTo>
                <a:lnTo>
                  <a:pt x="1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77" name=""/>
          <p:cNvSpPr/>
          <p:nvPr/>
        </p:nvSpPr>
        <p:spPr>
          <a:xfrm>
            <a:off x="4357440" y="2192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78" name=""/>
          <p:cNvSpPr/>
          <p:nvPr/>
        </p:nvSpPr>
        <p:spPr>
          <a:xfrm>
            <a:off x="4377600" y="219348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3"/>
                </a:move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79" name=""/>
          <p:cNvSpPr/>
          <p:nvPr/>
        </p:nvSpPr>
        <p:spPr>
          <a:xfrm>
            <a:off x="4357440" y="21916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0" name=""/>
          <p:cNvSpPr/>
          <p:nvPr/>
        </p:nvSpPr>
        <p:spPr>
          <a:xfrm>
            <a:off x="4380480" y="2192760"/>
            <a:ext cx="5040" cy="5040"/>
          </a:xfrm>
          <a:custGeom>
            <a:avLst/>
            <a:gdLst/>
            <a:ahLst/>
            <a:rect l="0" t="0" r="r" b="b"/>
            <a:pathLst>
              <a:path fill="none" w="14" h="14">
                <a:moveTo>
                  <a:pt x="13" y="1"/>
                </a:moveTo>
                <a:lnTo>
                  <a:pt x="13" y="0"/>
                </a:lnTo>
                <a:lnTo>
                  <a:pt x="13" y="1"/>
                </a:lnTo>
                <a:lnTo>
                  <a:pt x="14" y="1"/>
                </a:lnTo>
                <a:lnTo>
                  <a:pt x="14" y="2"/>
                </a:lnTo>
                <a:lnTo>
                  <a:pt x="14" y="3"/>
                </a:lnTo>
                <a:lnTo>
                  <a:pt x="13" y="3"/>
                </a:lnTo>
                <a:lnTo>
                  <a:pt x="12" y="3"/>
                </a:lnTo>
                <a:lnTo>
                  <a:pt x="11" y="4"/>
                </a:lnTo>
                <a:lnTo>
                  <a:pt x="11" y="5"/>
                </a:lnTo>
                <a:lnTo>
                  <a:pt x="11" y="6"/>
                </a:lnTo>
                <a:lnTo>
                  <a:pt x="12" y="7"/>
                </a:lnTo>
                <a:lnTo>
                  <a:pt x="11" y="7"/>
                </a:lnTo>
                <a:lnTo>
                  <a:pt x="12" y="7"/>
                </a:lnTo>
                <a:lnTo>
                  <a:pt x="13" y="7"/>
                </a:lnTo>
                <a:lnTo>
                  <a:pt x="13" y="8"/>
                </a:lnTo>
                <a:lnTo>
                  <a:pt x="12" y="8"/>
                </a:lnTo>
                <a:lnTo>
                  <a:pt x="11" y="8"/>
                </a:lnTo>
                <a:lnTo>
                  <a:pt x="10" y="8"/>
                </a:lnTo>
                <a:lnTo>
                  <a:pt x="10" y="9"/>
                </a:lnTo>
                <a:lnTo>
                  <a:pt x="9" y="9"/>
                </a:lnTo>
                <a:lnTo>
                  <a:pt x="9" y="10"/>
                </a:lnTo>
                <a:lnTo>
                  <a:pt x="9" y="11"/>
                </a:lnTo>
                <a:lnTo>
                  <a:pt x="9" y="10"/>
                </a:lnTo>
                <a:lnTo>
                  <a:pt x="8" y="10"/>
                </a:lnTo>
                <a:lnTo>
                  <a:pt x="8" y="11"/>
                </a:lnTo>
                <a:lnTo>
                  <a:pt x="6" y="11"/>
                </a:lnTo>
                <a:lnTo>
                  <a:pt x="6" y="10"/>
                </a:lnTo>
                <a:lnTo>
                  <a:pt x="5" y="10"/>
                </a:lnTo>
                <a:lnTo>
                  <a:pt x="5" y="9"/>
                </a:lnTo>
                <a:lnTo>
                  <a:pt x="4" y="9"/>
                </a:lnTo>
                <a:lnTo>
                  <a:pt x="3" y="9"/>
                </a:lnTo>
                <a:lnTo>
                  <a:pt x="3" y="10"/>
                </a:lnTo>
                <a:lnTo>
                  <a:pt x="2" y="10"/>
                </a:lnTo>
                <a:lnTo>
                  <a:pt x="1" y="11"/>
                </a:lnTo>
                <a:lnTo>
                  <a:pt x="1" y="12"/>
                </a:lnTo>
                <a:lnTo>
                  <a:pt x="2" y="12"/>
                </a:lnTo>
                <a:lnTo>
                  <a:pt x="3" y="12"/>
                </a:lnTo>
                <a:lnTo>
                  <a:pt x="3" y="14"/>
                </a:lnTo>
                <a:lnTo>
                  <a:pt x="3" y="12"/>
                </a:lnTo>
                <a:lnTo>
                  <a:pt x="2" y="14"/>
                </a:lnTo>
                <a:lnTo>
                  <a:pt x="2" y="12"/>
                </a:lnTo>
                <a:lnTo>
                  <a:pt x="1" y="12"/>
                </a:lnTo>
                <a:lnTo>
                  <a:pt x="1" y="14"/>
                </a:lnTo>
                <a:lnTo>
                  <a:pt x="0" y="14"/>
                </a:lnTo>
                <a:lnTo>
                  <a:pt x="0" y="12"/>
                </a:lnTo>
                <a:lnTo>
                  <a:pt x="1" y="12"/>
                </a:lnTo>
                <a:lnTo>
                  <a:pt x="1" y="11"/>
                </a:lnTo>
                <a:lnTo>
                  <a:pt x="0" y="11"/>
                </a:lnTo>
                <a:lnTo>
                  <a:pt x="1" y="11"/>
                </a:lnTo>
                <a:lnTo>
                  <a:pt x="1" y="10"/>
                </a:lnTo>
                <a:lnTo>
                  <a:pt x="0" y="10"/>
                </a:lnTo>
                <a:lnTo>
                  <a:pt x="1" y="10"/>
                </a:lnTo>
                <a:lnTo>
                  <a:pt x="1" y="9"/>
                </a:lnTo>
                <a:lnTo>
                  <a:pt x="1" y="8"/>
                </a:lnTo>
                <a:lnTo>
                  <a:pt x="2" y="8"/>
                </a:lnTo>
                <a:lnTo>
                  <a:pt x="3" y="8"/>
                </a:lnTo>
                <a:lnTo>
                  <a:pt x="3" y="7"/>
                </a:lnTo>
                <a:lnTo>
                  <a:pt x="4" y="7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6" y="3"/>
                </a:lnTo>
                <a:lnTo>
                  <a:pt x="6" y="2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11" y="0"/>
                </a:lnTo>
                <a:lnTo>
                  <a:pt x="12" y="0"/>
                </a:lnTo>
                <a:lnTo>
                  <a:pt x="1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1" name=""/>
          <p:cNvSpPr/>
          <p:nvPr/>
        </p:nvSpPr>
        <p:spPr>
          <a:xfrm>
            <a:off x="4385160" y="21927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2" name=""/>
          <p:cNvSpPr/>
          <p:nvPr/>
        </p:nvSpPr>
        <p:spPr>
          <a:xfrm>
            <a:off x="4386240" y="2190240"/>
            <a:ext cx="6120" cy="8280"/>
          </a:xfrm>
          <a:custGeom>
            <a:avLst/>
            <a:gdLst/>
            <a:ahLst/>
            <a:rect l="0" t="0" r="r" b="b"/>
            <a:pathLst>
              <a:path fill="none" w="17" h="23">
                <a:moveTo>
                  <a:pt x="14" y="1"/>
                </a:moveTo>
                <a:lnTo>
                  <a:pt x="15" y="1"/>
                </a:lnTo>
                <a:lnTo>
                  <a:pt x="16" y="1"/>
                </a:lnTo>
                <a:lnTo>
                  <a:pt x="17" y="1"/>
                </a:lnTo>
                <a:lnTo>
                  <a:pt x="16" y="1"/>
                </a:lnTo>
                <a:lnTo>
                  <a:pt x="16" y="2"/>
                </a:lnTo>
                <a:lnTo>
                  <a:pt x="17" y="2"/>
                </a:lnTo>
                <a:lnTo>
                  <a:pt x="16" y="3"/>
                </a:lnTo>
                <a:lnTo>
                  <a:pt x="15" y="4"/>
                </a:lnTo>
                <a:lnTo>
                  <a:pt x="14" y="4"/>
                </a:lnTo>
                <a:lnTo>
                  <a:pt x="13" y="4"/>
                </a:lnTo>
                <a:lnTo>
                  <a:pt x="12" y="4"/>
                </a:lnTo>
                <a:lnTo>
                  <a:pt x="12" y="5"/>
                </a:lnTo>
                <a:lnTo>
                  <a:pt x="11" y="6"/>
                </a:lnTo>
                <a:lnTo>
                  <a:pt x="11" y="7"/>
                </a:lnTo>
                <a:lnTo>
                  <a:pt x="10" y="8"/>
                </a:lnTo>
                <a:lnTo>
                  <a:pt x="10" y="9"/>
                </a:lnTo>
                <a:lnTo>
                  <a:pt x="10" y="10"/>
                </a:lnTo>
                <a:lnTo>
                  <a:pt x="10" y="11"/>
                </a:lnTo>
                <a:lnTo>
                  <a:pt x="11" y="11"/>
                </a:lnTo>
                <a:lnTo>
                  <a:pt x="11" y="12"/>
                </a:lnTo>
                <a:lnTo>
                  <a:pt x="11" y="13"/>
                </a:lnTo>
                <a:lnTo>
                  <a:pt x="10" y="14"/>
                </a:lnTo>
                <a:lnTo>
                  <a:pt x="10" y="15"/>
                </a:lnTo>
                <a:lnTo>
                  <a:pt x="9" y="16"/>
                </a:lnTo>
                <a:lnTo>
                  <a:pt x="9" y="18"/>
                </a:lnTo>
                <a:lnTo>
                  <a:pt x="9" y="19"/>
                </a:lnTo>
                <a:lnTo>
                  <a:pt x="10" y="19"/>
                </a:lnTo>
                <a:lnTo>
                  <a:pt x="10" y="20"/>
                </a:lnTo>
                <a:lnTo>
                  <a:pt x="11" y="20"/>
                </a:lnTo>
                <a:lnTo>
                  <a:pt x="11" y="21"/>
                </a:lnTo>
                <a:lnTo>
                  <a:pt x="10" y="21"/>
                </a:lnTo>
                <a:lnTo>
                  <a:pt x="10" y="22"/>
                </a:lnTo>
                <a:lnTo>
                  <a:pt x="9" y="22"/>
                </a:lnTo>
                <a:lnTo>
                  <a:pt x="8" y="22"/>
                </a:lnTo>
                <a:lnTo>
                  <a:pt x="8" y="23"/>
                </a:lnTo>
                <a:lnTo>
                  <a:pt x="7" y="23"/>
                </a:lnTo>
                <a:lnTo>
                  <a:pt x="7" y="22"/>
                </a:lnTo>
                <a:lnTo>
                  <a:pt x="6" y="22"/>
                </a:lnTo>
                <a:lnTo>
                  <a:pt x="7" y="21"/>
                </a:lnTo>
                <a:lnTo>
                  <a:pt x="7" y="20"/>
                </a:lnTo>
                <a:lnTo>
                  <a:pt x="6" y="20"/>
                </a:lnTo>
                <a:lnTo>
                  <a:pt x="6" y="21"/>
                </a:lnTo>
                <a:lnTo>
                  <a:pt x="5" y="21"/>
                </a:lnTo>
                <a:lnTo>
                  <a:pt x="5" y="20"/>
                </a:lnTo>
                <a:lnTo>
                  <a:pt x="6" y="20"/>
                </a:lnTo>
                <a:lnTo>
                  <a:pt x="6" y="19"/>
                </a:lnTo>
                <a:lnTo>
                  <a:pt x="7" y="18"/>
                </a:lnTo>
                <a:lnTo>
                  <a:pt x="6" y="18"/>
                </a:lnTo>
                <a:lnTo>
                  <a:pt x="6" y="16"/>
                </a:lnTo>
                <a:lnTo>
                  <a:pt x="6" y="18"/>
                </a:lnTo>
                <a:lnTo>
                  <a:pt x="5" y="18"/>
                </a:lnTo>
                <a:lnTo>
                  <a:pt x="5" y="19"/>
                </a:lnTo>
                <a:lnTo>
                  <a:pt x="3" y="19"/>
                </a:lnTo>
                <a:lnTo>
                  <a:pt x="2" y="18"/>
                </a:lnTo>
                <a:lnTo>
                  <a:pt x="3" y="18"/>
                </a:lnTo>
                <a:lnTo>
                  <a:pt x="3" y="16"/>
                </a:lnTo>
                <a:lnTo>
                  <a:pt x="3" y="15"/>
                </a:lnTo>
                <a:lnTo>
                  <a:pt x="5" y="15"/>
                </a:lnTo>
                <a:lnTo>
                  <a:pt x="5" y="14"/>
                </a:lnTo>
                <a:lnTo>
                  <a:pt x="5" y="13"/>
                </a:lnTo>
                <a:lnTo>
                  <a:pt x="6" y="13"/>
                </a:lnTo>
                <a:lnTo>
                  <a:pt x="7" y="13"/>
                </a:lnTo>
                <a:lnTo>
                  <a:pt x="7" y="14"/>
                </a:lnTo>
                <a:lnTo>
                  <a:pt x="6" y="14"/>
                </a:lnTo>
                <a:lnTo>
                  <a:pt x="7" y="14"/>
                </a:lnTo>
                <a:lnTo>
                  <a:pt x="8" y="14"/>
                </a:lnTo>
                <a:lnTo>
                  <a:pt x="8" y="13"/>
                </a:lnTo>
                <a:lnTo>
                  <a:pt x="8" y="12"/>
                </a:lnTo>
                <a:lnTo>
                  <a:pt x="9" y="12"/>
                </a:lnTo>
                <a:lnTo>
                  <a:pt x="8" y="12"/>
                </a:lnTo>
                <a:lnTo>
                  <a:pt x="8" y="11"/>
                </a:lnTo>
                <a:lnTo>
                  <a:pt x="9" y="11"/>
                </a:lnTo>
                <a:lnTo>
                  <a:pt x="9" y="10"/>
                </a:lnTo>
                <a:lnTo>
                  <a:pt x="8" y="10"/>
                </a:lnTo>
                <a:lnTo>
                  <a:pt x="8" y="11"/>
                </a:lnTo>
                <a:lnTo>
                  <a:pt x="7" y="10"/>
                </a:lnTo>
                <a:lnTo>
                  <a:pt x="6" y="10"/>
                </a:lnTo>
                <a:lnTo>
                  <a:pt x="5" y="10"/>
                </a:lnTo>
                <a:lnTo>
                  <a:pt x="5" y="11"/>
                </a:lnTo>
                <a:lnTo>
                  <a:pt x="3" y="12"/>
                </a:lnTo>
                <a:lnTo>
                  <a:pt x="3" y="11"/>
                </a:lnTo>
                <a:lnTo>
                  <a:pt x="2" y="11"/>
                </a:lnTo>
                <a:lnTo>
                  <a:pt x="2" y="10"/>
                </a:lnTo>
                <a:lnTo>
                  <a:pt x="1" y="11"/>
                </a:lnTo>
                <a:lnTo>
                  <a:pt x="1" y="10"/>
                </a:lnTo>
                <a:lnTo>
                  <a:pt x="0" y="10"/>
                </a:lnTo>
                <a:lnTo>
                  <a:pt x="1" y="10"/>
                </a:lnTo>
                <a:lnTo>
                  <a:pt x="1" y="9"/>
                </a:lnTo>
                <a:lnTo>
                  <a:pt x="2" y="9"/>
                </a:lnTo>
                <a:lnTo>
                  <a:pt x="1" y="9"/>
                </a:lnTo>
                <a:lnTo>
                  <a:pt x="1" y="8"/>
                </a:lnTo>
                <a:lnTo>
                  <a:pt x="1" y="9"/>
                </a:lnTo>
                <a:lnTo>
                  <a:pt x="0" y="9"/>
                </a:lnTo>
                <a:lnTo>
                  <a:pt x="0" y="8"/>
                </a:lnTo>
                <a:lnTo>
                  <a:pt x="1" y="8"/>
                </a:lnTo>
                <a:lnTo>
                  <a:pt x="1" y="7"/>
                </a:lnTo>
                <a:lnTo>
                  <a:pt x="2" y="7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5" y="6"/>
                </a:lnTo>
                <a:lnTo>
                  <a:pt x="5" y="5"/>
                </a:lnTo>
                <a:lnTo>
                  <a:pt x="6" y="5"/>
                </a:lnTo>
                <a:lnTo>
                  <a:pt x="6" y="6"/>
                </a:lnTo>
                <a:lnTo>
                  <a:pt x="6" y="7"/>
                </a:lnTo>
                <a:lnTo>
                  <a:pt x="7" y="6"/>
                </a:lnTo>
                <a:lnTo>
                  <a:pt x="7" y="5"/>
                </a:lnTo>
                <a:lnTo>
                  <a:pt x="8" y="5"/>
                </a:lnTo>
                <a:lnTo>
                  <a:pt x="8" y="4"/>
                </a:lnTo>
                <a:lnTo>
                  <a:pt x="8" y="3"/>
                </a:lnTo>
                <a:lnTo>
                  <a:pt x="8" y="2"/>
                </a:lnTo>
                <a:lnTo>
                  <a:pt x="8" y="1"/>
                </a:lnTo>
                <a:lnTo>
                  <a:pt x="8" y="2"/>
                </a:lnTo>
                <a:lnTo>
                  <a:pt x="9" y="2"/>
                </a:lnTo>
                <a:lnTo>
                  <a:pt x="9" y="3"/>
                </a:lnTo>
                <a:lnTo>
                  <a:pt x="10" y="2"/>
                </a:lnTo>
                <a:lnTo>
                  <a:pt x="10" y="1"/>
                </a:lnTo>
                <a:lnTo>
                  <a:pt x="10" y="2"/>
                </a:lnTo>
                <a:lnTo>
                  <a:pt x="11" y="2"/>
                </a:lnTo>
                <a:lnTo>
                  <a:pt x="11" y="1"/>
                </a:lnTo>
                <a:lnTo>
                  <a:pt x="12" y="1"/>
                </a:lnTo>
                <a:lnTo>
                  <a:pt x="13" y="0"/>
                </a:lnTo>
                <a:lnTo>
                  <a:pt x="14" y="0"/>
                </a:lnTo>
                <a:lnTo>
                  <a:pt x="1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3" name=""/>
          <p:cNvSpPr/>
          <p:nvPr/>
        </p:nvSpPr>
        <p:spPr>
          <a:xfrm>
            <a:off x="4395960" y="218628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6" y="3"/>
                </a:moveTo>
                <a:lnTo>
                  <a:pt x="6" y="4"/>
                </a:lnTo>
                <a:lnTo>
                  <a:pt x="4" y="4"/>
                </a:lnTo>
                <a:lnTo>
                  <a:pt x="3" y="4"/>
                </a:lnTo>
                <a:lnTo>
                  <a:pt x="3" y="6"/>
                </a:lnTo>
                <a:lnTo>
                  <a:pt x="2" y="6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6" y="2"/>
                </a:lnTo>
                <a:lnTo>
                  <a:pt x="6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4" name=""/>
          <p:cNvSpPr/>
          <p:nvPr/>
        </p:nvSpPr>
        <p:spPr>
          <a:xfrm>
            <a:off x="4400280" y="218664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4" y="1"/>
                </a:moveTo>
                <a:lnTo>
                  <a:pt x="5" y="2"/>
                </a:lnTo>
                <a:lnTo>
                  <a:pt x="6" y="1"/>
                </a:lnTo>
                <a:lnTo>
                  <a:pt x="7" y="1"/>
                </a:lnTo>
                <a:lnTo>
                  <a:pt x="6" y="2"/>
                </a:lnTo>
                <a:lnTo>
                  <a:pt x="5" y="2"/>
                </a:lnTo>
                <a:lnTo>
                  <a:pt x="5" y="3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1" y="3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5" name=""/>
          <p:cNvSpPr/>
          <p:nvPr/>
        </p:nvSpPr>
        <p:spPr>
          <a:xfrm>
            <a:off x="4399920" y="21844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5"/>
                </a:moveTo>
                <a:lnTo>
                  <a:pt x="0" y="4"/>
                </a:lnTo>
                <a:lnTo>
                  <a:pt x="1" y="3"/>
                </a:lnTo>
                <a:lnTo>
                  <a:pt x="1" y="1"/>
                </a:lnTo>
                <a:lnTo>
                  <a:pt x="3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6" name=""/>
          <p:cNvSpPr/>
          <p:nvPr/>
        </p:nvSpPr>
        <p:spPr>
          <a:xfrm>
            <a:off x="4428360" y="218664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1" y="3"/>
                </a:move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7" name=""/>
          <p:cNvSpPr/>
          <p:nvPr/>
        </p:nvSpPr>
        <p:spPr>
          <a:xfrm>
            <a:off x="4375440" y="2181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8" name=""/>
          <p:cNvSpPr/>
          <p:nvPr/>
        </p:nvSpPr>
        <p:spPr>
          <a:xfrm>
            <a:off x="4401000" y="21837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9" name=""/>
          <p:cNvSpPr/>
          <p:nvPr/>
        </p:nvSpPr>
        <p:spPr>
          <a:xfrm>
            <a:off x="4429440" y="21855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3" y="0"/>
                </a:moveTo>
                <a:lnTo>
                  <a:pt x="4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6" y="1"/>
                </a:lnTo>
                <a:lnTo>
                  <a:pt x="4" y="1"/>
                </a:lnTo>
                <a:lnTo>
                  <a:pt x="3" y="1"/>
                </a:lnTo>
                <a:lnTo>
                  <a:pt x="3" y="2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0" name=""/>
          <p:cNvSpPr/>
          <p:nvPr/>
        </p:nvSpPr>
        <p:spPr>
          <a:xfrm>
            <a:off x="4376520" y="21801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1" name=""/>
          <p:cNvSpPr/>
          <p:nvPr/>
        </p:nvSpPr>
        <p:spPr>
          <a:xfrm>
            <a:off x="4419000" y="21837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0"/>
                </a:moveTo>
                <a:lnTo>
                  <a:pt x="2" y="0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2" name=""/>
          <p:cNvSpPr/>
          <p:nvPr/>
        </p:nvSpPr>
        <p:spPr>
          <a:xfrm>
            <a:off x="4417920" y="21834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3"/>
                </a:moveTo>
                <a:lnTo>
                  <a:pt x="5" y="3"/>
                </a:lnTo>
                <a:lnTo>
                  <a:pt x="3" y="3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3" name=""/>
          <p:cNvSpPr/>
          <p:nvPr/>
        </p:nvSpPr>
        <p:spPr>
          <a:xfrm>
            <a:off x="4419720" y="218232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0"/>
                </a:moveTo>
                <a:lnTo>
                  <a:pt x="6" y="1"/>
                </a:lnTo>
                <a:lnTo>
                  <a:pt x="6" y="2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2" y="2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4" name=""/>
          <p:cNvSpPr/>
          <p:nvPr/>
        </p:nvSpPr>
        <p:spPr>
          <a:xfrm>
            <a:off x="4432320" y="218340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5" name=""/>
          <p:cNvSpPr/>
          <p:nvPr/>
        </p:nvSpPr>
        <p:spPr>
          <a:xfrm>
            <a:off x="4421880" y="2181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6" name=""/>
          <p:cNvSpPr/>
          <p:nvPr/>
        </p:nvSpPr>
        <p:spPr>
          <a:xfrm>
            <a:off x="4422600" y="21819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2"/>
                </a:moveTo>
                <a:lnTo>
                  <a:pt x="2" y="2"/>
                </a:lnTo>
                <a:lnTo>
                  <a:pt x="4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7" name=""/>
          <p:cNvSpPr/>
          <p:nvPr/>
        </p:nvSpPr>
        <p:spPr>
          <a:xfrm>
            <a:off x="4418280" y="21808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2"/>
                </a:move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3" y="5"/>
                </a:lnTo>
                <a:lnTo>
                  <a:pt x="3" y="3"/>
                </a:lnTo>
                <a:lnTo>
                  <a:pt x="3" y="5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8" name=""/>
          <p:cNvSpPr/>
          <p:nvPr/>
        </p:nvSpPr>
        <p:spPr>
          <a:xfrm>
            <a:off x="4417560" y="218052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9" name=""/>
          <p:cNvSpPr/>
          <p:nvPr/>
        </p:nvSpPr>
        <p:spPr>
          <a:xfrm>
            <a:off x="4432320" y="21819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1"/>
                </a:move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3" y="3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0" name=""/>
          <p:cNvSpPr/>
          <p:nvPr/>
        </p:nvSpPr>
        <p:spPr>
          <a:xfrm>
            <a:off x="4418280" y="2180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1" name=""/>
          <p:cNvSpPr/>
          <p:nvPr/>
        </p:nvSpPr>
        <p:spPr>
          <a:xfrm>
            <a:off x="4410000" y="21794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2" name=""/>
          <p:cNvSpPr/>
          <p:nvPr/>
        </p:nvSpPr>
        <p:spPr>
          <a:xfrm>
            <a:off x="4434120" y="21816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4" y="2"/>
                </a:move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3" name=""/>
          <p:cNvSpPr/>
          <p:nvPr/>
        </p:nvSpPr>
        <p:spPr>
          <a:xfrm>
            <a:off x="4409640" y="2179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4" name=""/>
          <p:cNvSpPr/>
          <p:nvPr/>
        </p:nvSpPr>
        <p:spPr>
          <a:xfrm>
            <a:off x="4425120" y="2180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5" name=""/>
          <p:cNvSpPr/>
          <p:nvPr/>
        </p:nvSpPr>
        <p:spPr>
          <a:xfrm>
            <a:off x="4411440" y="2179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6" name=""/>
          <p:cNvSpPr/>
          <p:nvPr/>
        </p:nvSpPr>
        <p:spPr>
          <a:xfrm>
            <a:off x="4428360" y="2180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7" name=""/>
          <p:cNvSpPr/>
          <p:nvPr/>
        </p:nvSpPr>
        <p:spPr>
          <a:xfrm>
            <a:off x="4425480" y="21801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8" name=""/>
          <p:cNvSpPr/>
          <p:nvPr/>
        </p:nvSpPr>
        <p:spPr>
          <a:xfrm>
            <a:off x="4428720" y="2180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9" name=""/>
          <p:cNvSpPr/>
          <p:nvPr/>
        </p:nvSpPr>
        <p:spPr>
          <a:xfrm>
            <a:off x="4428000" y="21801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1"/>
                </a:move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0" name=""/>
          <p:cNvSpPr/>
          <p:nvPr/>
        </p:nvSpPr>
        <p:spPr>
          <a:xfrm>
            <a:off x="4427640" y="21798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1" name=""/>
          <p:cNvSpPr/>
          <p:nvPr/>
        </p:nvSpPr>
        <p:spPr>
          <a:xfrm>
            <a:off x="4418640" y="2178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2" name=""/>
          <p:cNvSpPr/>
          <p:nvPr/>
        </p:nvSpPr>
        <p:spPr>
          <a:xfrm>
            <a:off x="4435560" y="2179800"/>
            <a:ext cx="3600" cy="2160"/>
          </a:xfrm>
          <a:custGeom>
            <a:avLst/>
            <a:gdLst/>
            <a:ahLst/>
            <a:rect l="0" t="0" r="r" b="b"/>
            <a:pathLst>
              <a:path fill="none" w="10" h="6">
                <a:moveTo>
                  <a:pt x="10" y="0"/>
                </a:moveTo>
                <a:lnTo>
                  <a:pt x="10" y="1"/>
                </a:lnTo>
                <a:lnTo>
                  <a:pt x="9" y="1"/>
                </a:lnTo>
                <a:lnTo>
                  <a:pt x="9" y="2"/>
                </a:lnTo>
                <a:lnTo>
                  <a:pt x="8" y="2"/>
                </a:lnTo>
                <a:lnTo>
                  <a:pt x="8" y="4"/>
                </a:lnTo>
                <a:lnTo>
                  <a:pt x="7" y="4"/>
                </a:lnTo>
                <a:lnTo>
                  <a:pt x="6" y="4"/>
                </a:ln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3" y="4"/>
                </a:ln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  <a:lnTo>
                  <a:pt x="6" y="1"/>
                </a:lnTo>
                <a:lnTo>
                  <a:pt x="8" y="1"/>
                </a:lnTo>
                <a:lnTo>
                  <a:pt x="9" y="1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3" name=""/>
          <p:cNvSpPr/>
          <p:nvPr/>
        </p:nvSpPr>
        <p:spPr>
          <a:xfrm>
            <a:off x="4429080" y="21780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0"/>
                </a:move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3" y="5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4" name=""/>
          <p:cNvSpPr/>
          <p:nvPr/>
        </p:nvSpPr>
        <p:spPr>
          <a:xfrm>
            <a:off x="4424400" y="21776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5" name=""/>
          <p:cNvSpPr/>
          <p:nvPr/>
        </p:nvSpPr>
        <p:spPr>
          <a:xfrm>
            <a:off x="4418640" y="2176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6" name=""/>
          <p:cNvSpPr/>
          <p:nvPr/>
        </p:nvSpPr>
        <p:spPr>
          <a:xfrm>
            <a:off x="4413600" y="217620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5" y="0"/>
                </a:moveTo>
                <a:lnTo>
                  <a:pt x="6" y="2"/>
                </a:lnTo>
                <a:lnTo>
                  <a:pt x="6" y="4"/>
                </a:lnTo>
                <a:lnTo>
                  <a:pt x="5" y="2"/>
                </a:lnTo>
                <a:lnTo>
                  <a:pt x="4" y="1"/>
                </a:lnTo>
                <a:lnTo>
                  <a:pt x="4" y="2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2" y="5"/>
                </a:lnTo>
                <a:lnTo>
                  <a:pt x="2" y="6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1" y="5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7" name=""/>
          <p:cNvSpPr/>
          <p:nvPr/>
        </p:nvSpPr>
        <p:spPr>
          <a:xfrm>
            <a:off x="4422240" y="2176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8" name=""/>
          <p:cNvSpPr/>
          <p:nvPr/>
        </p:nvSpPr>
        <p:spPr>
          <a:xfrm>
            <a:off x="4421880" y="21758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9" name=""/>
          <p:cNvSpPr/>
          <p:nvPr/>
        </p:nvSpPr>
        <p:spPr>
          <a:xfrm>
            <a:off x="4414320" y="21747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0" name=""/>
          <p:cNvSpPr/>
          <p:nvPr/>
        </p:nvSpPr>
        <p:spPr>
          <a:xfrm>
            <a:off x="4425120" y="2175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1" name=""/>
          <p:cNvSpPr/>
          <p:nvPr/>
        </p:nvSpPr>
        <p:spPr>
          <a:xfrm>
            <a:off x="4414320" y="21744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2" name=""/>
          <p:cNvSpPr/>
          <p:nvPr/>
        </p:nvSpPr>
        <p:spPr>
          <a:xfrm>
            <a:off x="4425480" y="21751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3" name=""/>
          <p:cNvSpPr/>
          <p:nvPr/>
        </p:nvSpPr>
        <p:spPr>
          <a:xfrm>
            <a:off x="4427640" y="21747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4" name=""/>
          <p:cNvSpPr/>
          <p:nvPr/>
        </p:nvSpPr>
        <p:spPr>
          <a:xfrm>
            <a:off x="4436640" y="21754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0"/>
                </a:moveTo>
                <a:lnTo>
                  <a:pt x="2" y="1"/>
                </a:ln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5" name=""/>
          <p:cNvSpPr/>
          <p:nvPr/>
        </p:nvSpPr>
        <p:spPr>
          <a:xfrm>
            <a:off x="4436280" y="21751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6" name=""/>
          <p:cNvSpPr/>
          <p:nvPr/>
        </p:nvSpPr>
        <p:spPr>
          <a:xfrm>
            <a:off x="4437720" y="21751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7" name=""/>
          <p:cNvSpPr/>
          <p:nvPr/>
        </p:nvSpPr>
        <p:spPr>
          <a:xfrm>
            <a:off x="4415400" y="21729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8" name=""/>
          <p:cNvSpPr/>
          <p:nvPr/>
        </p:nvSpPr>
        <p:spPr>
          <a:xfrm>
            <a:off x="4429080" y="21740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3"/>
                </a:moveTo>
                <a:lnTo>
                  <a:pt x="1" y="1"/>
                </a:ln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9" name=""/>
          <p:cNvSpPr/>
          <p:nvPr/>
        </p:nvSpPr>
        <p:spPr>
          <a:xfrm>
            <a:off x="4431600" y="2173320"/>
            <a:ext cx="2520" cy="2880"/>
          </a:xfrm>
          <a:custGeom>
            <a:avLst/>
            <a:gdLst/>
            <a:ahLst/>
            <a:rect l="0" t="0" r="r" b="b"/>
            <a:pathLst>
              <a:path fill="none" w="7" h="8">
                <a:moveTo>
                  <a:pt x="2" y="1"/>
                </a:moveTo>
                <a:lnTo>
                  <a:pt x="2" y="3"/>
                </a:lnTo>
                <a:lnTo>
                  <a:pt x="4" y="3"/>
                </a:lnTo>
                <a:lnTo>
                  <a:pt x="2" y="3"/>
                </a:lnTo>
                <a:lnTo>
                  <a:pt x="4" y="3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7" y="4"/>
                </a:lnTo>
                <a:lnTo>
                  <a:pt x="7" y="5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4" y="7"/>
                </a:lnTo>
                <a:lnTo>
                  <a:pt x="5" y="7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2" y="7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0" name=""/>
          <p:cNvSpPr/>
          <p:nvPr/>
        </p:nvSpPr>
        <p:spPr>
          <a:xfrm>
            <a:off x="4414680" y="2171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1" name=""/>
          <p:cNvSpPr/>
          <p:nvPr/>
        </p:nvSpPr>
        <p:spPr>
          <a:xfrm>
            <a:off x="4433040" y="21733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2" name=""/>
          <p:cNvSpPr/>
          <p:nvPr/>
        </p:nvSpPr>
        <p:spPr>
          <a:xfrm>
            <a:off x="4429080" y="21726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3" name=""/>
          <p:cNvSpPr/>
          <p:nvPr/>
        </p:nvSpPr>
        <p:spPr>
          <a:xfrm>
            <a:off x="4429800" y="21726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4" name=""/>
          <p:cNvSpPr/>
          <p:nvPr/>
        </p:nvSpPr>
        <p:spPr>
          <a:xfrm>
            <a:off x="4437360" y="21726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5" name=""/>
          <p:cNvSpPr/>
          <p:nvPr/>
        </p:nvSpPr>
        <p:spPr>
          <a:xfrm>
            <a:off x="4429440" y="21715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6" name=""/>
          <p:cNvSpPr/>
          <p:nvPr/>
        </p:nvSpPr>
        <p:spPr>
          <a:xfrm>
            <a:off x="4432320" y="2171520"/>
            <a:ext cx="5040" cy="3960"/>
          </a:xfrm>
          <a:custGeom>
            <a:avLst/>
            <a:gdLst/>
            <a:ahLst/>
            <a:rect l="0" t="0" r="r" b="b"/>
            <a:pathLst>
              <a:path fill="none" w="14" h="11">
                <a:moveTo>
                  <a:pt x="11" y="1"/>
                </a:moveTo>
                <a:lnTo>
                  <a:pt x="12" y="1"/>
                </a:lnTo>
                <a:lnTo>
                  <a:pt x="12" y="2"/>
                </a:lnTo>
                <a:lnTo>
                  <a:pt x="13" y="2"/>
                </a:lnTo>
                <a:lnTo>
                  <a:pt x="13" y="4"/>
                </a:lnTo>
                <a:lnTo>
                  <a:pt x="13" y="5"/>
                </a:lnTo>
                <a:lnTo>
                  <a:pt x="13" y="6"/>
                </a:lnTo>
                <a:lnTo>
                  <a:pt x="12" y="6"/>
                </a:lnTo>
                <a:lnTo>
                  <a:pt x="12" y="5"/>
                </a:lnTo>
                <a:lnTo>
                  <a:pt x="12" y="6"/>
                </a:lnTo>
                <a:lnTo>
                  <a:pt x="13" y="6"/>
                </a:lnTo>
                <a:lnTo>
                  <a:pt x="13" y="7"/>
                </a:lnTo>
                <a:lnTo>
                  <a:pt x="13" y="8"/>
                </a:lnTo>
                <a:lnTo>
                  <a:pt x="13" y="9"/>
                </a:lnTo>
                <a:lnTo>
                  <a:pt x="14" y="9"/>
                </a:lnTo>
                <a:lnTo>
                  <a:pt x="14" y="10"/>
                </a:lnTo>
                <a:lnTo>
                  <a:pt x="13" y="10"/>
                </a:lnTo>
                <a:lnTo>
                  <a:pt x="13" y="9"/>
                </a:lnTo>
                <a:lnTo>
                  <a:pt x="13" y="10"/>
                </a:lnTo>
                <a:lnTo>
                  <a:pt x="12" y="10"/>
                </a:lnTo>
                <a:lnTo>
                  <a:pt x="12" y="9"/>
                </a:lnTo>
                <a:lnTo>
                  <a:pt x="12" y="8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lnTo>
                  <a:pt x="10" y="6"/>
                </a:lnTo>
                <a:lnTo>
                  <a:pt x="11" y="6"/>
                </a:lnTo>
                <a:lnTo>
                  <a:pt x="11" y="7"/>
                </a:lnTo>
                <a:lnTo>
                  <a:pt x="10" y="7"/>
                </a:lnTo>
                <a:lnTo>
                  <a:pt x="10" y="8"/>
                </a:lnTo>
                <a:lnTo>
                  <a:pt x="9" y="8"/>
                </a:lnTo>
                <a:lnTo>
                  <a:pt x="10" y="9"/>
                </a:lnTo>
                <a:lnTo>
                  <a:pt x="10" y="10"/>
                </a:lnTo>
                <a:lnTo>
                  <a:pt x="10" y="11"/>
                </a:lnTo>
                <a:lnTo>
                  <a:pt x="9" y="11"/>
                </a:lnTo>
                <a:lnTo>
                  <a:pt x="9" y="9"/>
                </a:lnTo>
                <a:lnTo>
                  <a:pt x="10" y="9"/>
                </a:lnTo>
                <a:lnTo>
                  <a:pt x="9" y="9"/>
                </a:lnTo>
                <a:lnTo>
                  <a:pt x="9" y="8"/>
                </a:lnTo>
                <a:lnTo>
                  <a:pt x="9" y="9"/>
                </a:lnTo>
                <a:lnTo>
                  <a:pt x="8" y="9"/>
                </a:lnTo>
                <a:lnTo>
                  <a:pt x="8" y="8"/>
                </a:lnTo>
                <a:lnTo>
                  <a:pt x="8" y="7"/>
                </a:lnTo>
                <a:lnTo>
                  <a:pt x="8" y="6"/>
                </a:lnTo>
                <a:lnTo>
                  <a:pt x="8" y="7"/>
                </a:lnTo>
                <a:lnTo>
                  <a:pt x="7" y="7"/>
                </a:lnTo>
                <a:lnTo>
                  <a:pt x="7" y="6"/>
                </a:lnTo>
                <a:lnTo>
                  <a:pt x="5" y="6"/>
                </a:lnTo>
                <a:lnTo>
                  <a:pt x="5" y="7"/>
                </a:lnTo>
                <a:lnTo>
                  <a:pt x="4" y="7"/>
                </a:lnTo>
                <a:lnTo>
                  <a:pt x="4" y="6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1"/>
                </a:lnTo>
                <a:lnTo>
                  <a:pt x="5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1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7" name=""/>
          <p:cNvSpPr/>
          <p:nvPr/>
        </p:nvSpPr>
        <p:spPr>
          <a:xfrm>
            <a:off x="4424760" y="2170440"/>
            <a:ext cx="2880" cy="1440"/>
          </a:xfrm>
          <a:custGeom>
            <a:avLst/>
            <a:gdLst/>
            <a:ahLst/>
            <a:rect l="0" t="0" r="r" b="b"/>
            <a:pathLst>
              <a:path fill="none" w="8" h="4">
                <a:moveTo>
                  <a:pt x="5" y="0"/>
                </a:moveTo>
                <a:lnTo>
                  <a:pt x="5" y="1"/>
                </a:lnTo>
                <a:lnTo>
                  <a:pt x="5" y="0"/>
                </a:lnTo>
                <a:lnTo>
                  <a:pt x="7" y="0"/>
                </a:lnTo>
                <a:lnTo>
                  <a:pt x="8" y="0"/>
                </a:lnTo>
                <a:lnTo>
                  <a:pt x="7" y="1"/>
                </a:lnTo>
                <a:lnTo>
                  <a:pt x="5" y="1"/>
                </a:lnTo>
                <a:lnTo>
                  <a:pt x="5" y="2"/>
                </a:lnTo>
                <a:lnTo>
                  <a:pt x="4" y="2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8" name=""/>
          <p:cNvSpPr/>
          <p:nvPr/>
        </p:nvSpPr>
        <p:spPr>
          <a:xfrm>
            <a:off x="4423320" y="2169360"/>
            <a:ext cx="7200" cy="6120"/>
          </a:xfrm>
          <a:custGeom>
            <a:avLst/>
            <a:gdLst/>
            <a:ahLst/>
            <a:rect l="0" t="0" r="r" b="b"/>
            <a:pathLst>
              <a:path fill="none" w="20" h="17">
                <a:moveTo>
                  <a:pt x="19" y="0"/>
                </a:moveTo>
                <a:lnTo>
                  <a:pt x="20" y="0"/>
                </a:lnTo>
                <a:lnTo>
                  <a:pt x="20" y="1"/>
                </a:lnTo>
                <a:lnTo>
                  <a:pt x="20" y="2"/>
                </a:lnTo>
                <a:lnTo>
                  <a:pt x="20" y="3"/>
                </a:lnTo>
                <a:lnTo>
                  <a:pt x="20" y="4"/>
                </a:lnTo>
                <a:lnTo>
                  <a:pt x="19" y="4"/>
                </a:lnTo>
                <a:lnTo>
                  <a:pt x="18" y="4"/>
                </a:lnTo>
                <a:lnTo>
                  <a:pt x="17" y="4"/>
                </a:lnTo>
                <a:lnTo>
                  <a:pt x="15" y="5"/>
                </a:lnTo>
                <a:lnTo>
                  <a:pt x="17" y="5"/>
                </a:lnTo>
                <a:lnTo>
                  <a:pt x="15" y="5"/>
                </a:lnTo>
                <a:lnTo>
                  <a:pt x="17" y="5"/>
                </a:lnTo>
                <a:lnTo>
                  <a:pt x="17" y="6"/>
                </a:lnTo>
                <a:lnTo>
                  <a:pt x="17" y="7"/>
                </a:lnTo>
                <a:lnTo>
                  <a:pt x="17" y="8"/>
                </a:lnTo>
                <a:lnTo>
                  <a:pt x="17" y="9"/>
                </a:lnTo>
                <a:lnTo>
                  <a:pt x="15" y="9"/>
                </a:lnTo>
                <a:lnTo>
                  <a:pt x="15" y="8"/>
                </a:lnTo>
                <a:lnTo>
                  <a:pt x="14" y="8"/>
                </a:lnTo>
                <a:lnTo>
                  <a:pt x="14" y="9"/>
                </a:lnTo>
                <a:lnTo>
                  <a:pt x="14" y="8"/>
                </a:lnTo>
                <a:lnTo>
                  <a:pt x="14" y="9"/>
                </a:lnTo>
                <a:lnTo>
                  <a:pt x="15" y="9"/>
                </a:lnTo>
                <a:lnTo>
                  <a:pt x="15" y="10"/>
                </a:lnTo>
                <a:lnTo>
                  <a:pt x="14" y="10"/>
                </a:lnTo>
                <a:lnTo>
                  <a:pt x="14" y="11"/>
                </a:lnTo>
                <a:lnTo>
                  <a:pt x="14" y="13"/>
                </a:lnTo>
                <a:lnTo>
                  <a:pt x="15" y="13"/>
                </a:lnTo>
                <a:lnTo>
                  <a:pt x="17" y="13"/>
                </a:lnTo>
                <a:lnTo>
                  <a:pt x="15" y="14"/>
                </a:lnTo>
                <a:lnTo>
                  <a:pt x="15" y="15"/>
                </a:lnTo>
                <a:lnTo>
                  <a:pt x="14" y="15"/>
                </a:lnTo>
                <a:lnTo>
                  <a:pt x="14" y="14"/>
                </a:lnTo>
                <a:lnTo>
                  <a:pt x="14" y="15"/>
                </a:lnTo>
                <a:lnTo>
                  <a:pt x="13" y="15"/>
                </a:lnTo>
                <a:lnTo>
                  <a:pt x="12" y="15"/>
                </a:lnTo>
                <a:lnTo>
                  <a:pt x="12" y="14"/>
                </a:lnTo>
                <a:lnTo>
                  <a:pt x="13" y="14"/>
                </a:lnTo>
                <a:lnTo>
                  <a:pt x="12" y="14"/>
                </a:lnTo>
                <a:lnTo>
                  <a:pt x="12" y="13"/>
                </a:lnTo>
                <a:lnTo>
                  <a:pt x="12" y="11"/>
                </a:lnTo>
                <a:lnTo>
                  <a:pt x="11" y="11"/>
                </a:lnTo>
                <a:lnTo>
                  <a:pt x="11" y="13"/>
                </a:lnTo>
                <a:lnTo>
                  <a:pt x="10" y="13"/>
                </a:lnTo>
                <a:lnTo>
                  <a:pt x="9" y="13"/>
                </a:lnTo>
                <a:lnTo>
                  <a:pt x="8" y="13"/>
                </a:lnTo>
                <a:lnTo>
                  <a:pt x="8" y="14"/>
                </a:lnTo>
                <a:lnTo>
                  <a:pt x="7" y="14"/>
                </a:lnTo>
                <a:lnTo>
                  <a:pt x="7" y="15"/>
                </a:lnTo>
                <a:lnTo>
                  <a:pt x="7" y="14"/>
                </a:lnTo>
                <a:lnTo>
                  <a:pt x="8" y="14"/>
                </a:lnTo>
                <a:lnTo>
                  <a:pt x="8" y="15"/>
                </a:lnTo>
                <a:lnTo>
                  <a:pt x="7" y="15"/>
                </a:lnTo>
                <a:lnTo>
                  <a:pt x="7" y="16"/>
                </a:lnTo>
                <a:lnTo>
                  <a:pt x="7" y="15"/>
                </a:lnTo>
                <a:lnTo>
                  <a:pt x="6" y="15"/>
                </a:lnTo>
                <a:lnTo>
                  <a:pt x="6" y="16"/>
                </a:lnTo>
                <a:lnTo>
                  <a:pt x="6" y="15"/>
                </a:lnTo>
                <a:lnTo>
                  <a:pt x="5" y="15"/>
                </a:lnTo>
                <a:lnTo>
                  <a:pt x="5" y="14"/>
                </a:lnTo>
                <a:lnTo>
                  <a:pt x="4" y="14"/>
                </a:lnTo>
                <a:lnTo>
                  <a:pt x="3" y="15"/>
                </a:lnTo>
                <a:lnTo>
                  <a:pt x="2" y="16"/>
                </a:lnTo>
                <a:lnTo>
                  <a:pt x="1" y="16"/>
                </a:lnTo>
                <a:lnTo>
                  <a:pt x="1" y="17"/>
                </a:lnTo>
                <a:lnTo>
                  <a:pt x="0" y="17"/>
                </a:lnTo>
                <a:lnTo>
                  <a:pt x="0" y="16"/>
                </a:lnTo>
                <a:lnTo>
                  <a:pt x="0" y="15"/>
                </a:lnTo>
                <a:lnTo>
                  <a:pt x="0" y="14"/>
                </a:lnTo>
                <a:lnTo>
                  <a:pt x="0" y="13"/>
                </a:lnTo>
                <a:lnTo>
                  <a:pt x="1" y="13"/>
                </a:lnTo>
                <a:lnTo>
                  <a:pt x="1" y="11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2" y="9"/>
                </a:lnTo>
                <a:lnTo>
                  <a:pt x="3" y="8"/>
                </a:lnTo>
                <a:lnTo>
                  <a:pt x="4" y="8"/>
                </a:lnTo>
                <a:lnTo>
                  <a:pt x="4" y="7"/>
                </a:lnTo>
                <a:lnTo>
                  <a:pt x="5" y="7"/>
                </a:lnTo>
                <a:lnTo>
                  <a:pt x="5" y="6"/>
                </a:lnTo>
                <a:lnTo>
                  <a:pt x="6" y="6"/>
                </a:lnTo>
                <a:lnTo>
                  <a:pt x="7" y="6"/>
                </a:lnTo>
                <a:lnTo>
                  <a:pt x="8" y="7"/>
                </a:lnTo>
                <a:lnTo>
                  <a:pt x="8" y="6"/>
                </a:lnTo>
                <a:lnTo>
                  <a:pt x="9" y="6"/>
                </a:lnTo>
                <a:lnTo>
                  <a:pt x="9" y="5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lnTo>
                  <a:pt x="12" y="4"/>
                </a:lnTo>
                <a:lnTo>
                  <a:pt x="13" y="4"/>
                </a:lnTo>
                <a:lnTo>
                  <a:pt x="14" y="4"/>
                </a:lnTo>
                <a:lnTo>
                  <a:pt x="14" y="3"/>
                </a:lnTo>
                <a:lnTo>
                  <a:pt x="15" y="2"/>
                </a:lnTo>
                <a:lnTo>
                  <a:pt x="17" y="2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19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520" rIns="360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9" name=""/>
          <p:cNvSpPr/>
          <p:nvPr/>
        </p:nvSpPr>
        <p:spPr>
          <a:xfrm>
            <a:off x="4440240" y="21704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0" name=""/>
          <p:cNvSpPr/>
          <p:nvPr/>
        </p:nvSpPr>
        <p:spPr>
          <a:xfrm>
            <a:off x="4437720" y="2170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1" name=""/>
          <p:cNvSpPr/>
          <p:nvPr/>
        </p:nvSpPr>
        <p:spPr>
          <a:xfrm>
            <a:off x="4439520" y="21700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1"/>
                </a:move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2" name=""/>
          <p:cNvSpPr/>
          <p:nvPr/>
        </p:nvSpPr>
        <p:spPr>
          <a:xfrm>
            <a:off x="4430160" y="21690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3" name=""/>
          <p:cNvSpPr/>
          <p:nvPr/>
        </p:nvSpPr>
        <p:spPr>
          <a:xfrm>
            <a:off x="4438800" y="21697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4" name=""/>
          <p:cNvSpPr/>
          <p:nvPr/>
        </p:nvSpPr>
        <p:spPr>
          <a:xfrm>
            <a:off x="4440240" y="21697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5" name=""/>
          <p:cNvSpPr/>
          <p:nvPr/>
        </p:nvSpPr>
        <p:spPr>
          <a:xfrm>
            <a:off x="4430880" y="21690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6" name=""/>
          <p:cNvSpPr/>
          <p:nvPr/>
        </p:nvSpPr>
        <p:spPr>
          <a:xfrm>
            <a:off x="4424400" y="2168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7" name=""/>
          <p:cNvSpPr/>
          <p:nvPr/>
        </p:nvSpPr>
        <p:spPr>
          <a:xfrm>
            <a:off x="4437720" y="216828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8" name=""/>
          <p:cNvSpPr/>
          <p:nvPr/>
        </p:nvSpPr>
        <p:spPr>
          <a:xfrm>
            <a:off x="4438800" y="2168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9" name=""/>
          <p:cNvSpPr/>
          <p:nvPr/>
        </p:nvSpPr>
        <p:spPr>
          <a:xfrm>
            <a:off x="4438080" y="21682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3" y="1"/>
                </a:moveTo>
                <a:lnTo>
                  <a:pt x="3" y="2"/>
                </a:lnTo>
                <a:lnTo>
                  <a:pt x="5" y="2"/>
                </a:lnTo>
                <a:lnTo>
                  <a:pt x="5" y="4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0" name=""/>
          <p:cNvSpPr/>
          <p:nvPr/>
        </p:nvSpPr>
        <p:spPr>
          <a:xfrm>
            <a:off x="4421160" y="21664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2" y="2"/>
                </a:move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lnTo>
                  <a:pt x="5" y="5"/>
                </a:lnTo>
                <a:lnTo>
                  <a:pt x="4" y="5"/>
                </a:lnTo>
                <a:lnTo>
                  <a:pt x="2" y="3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1" name=""/>
          <p:cNvSpPr/>
          <p:nvPr/>
        </p:nvSpPr>
        <p:spPr>
          <a:xfrm>
            <a:off x="4415760" y="216612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5" y="0"/>
                </a:moveTo>
                <a:lnTo>
                  <a:pt x="6" y="0"/>
                </a:lnTo>
                <a:lnTo>
                  <a:pt x="6" y="2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2" name=""/>
          <p:cNvSpPr/>
          <p:nvPr/>
        </p:nvSpPr>
        <p:spPr>
          <a:xfrm>
            <a:off x="4422960" y="2163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3" name=""/>
          <p:cNvSpPr/>
          <p:nvPr/>
        </p:nvSpPr>
        <p:spPr>
          <a:xfrm>
            <a:off x="4449240" y="21657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4" name=""/>
          <p:cNvSpPr/>
          <p:nvPr/>
        </p:nvSpPr>
        <p:spPr>
          <a:xfrm>
            <a:off x="4423320" y="21632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5" name=""/>
          <p:cNvSpPr/>
          <p:nvPr/>
        </p:nvSpPr>
        <p:spPr>
          <a:xfrm>
            <a:off x="4439880" y="216432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6" name=""/>
          <p:cNvSpPr/>
          <p:nvPr/>
        </p:nvSpPr>
        <p:spPr>
          <a:xfrm>
            <a:off x="4448520" y="21646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1" y="0"/>
                </a:moveTo>
                <a:lnTo>
                  <a:pt x="3" y="1"/>
                </a:lnTo>
                <a:lnTo>
                  <a:pt x="4" y="1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7" name=""/>
          <p:cNvSpPr/>
          <p:nvPr/>
        </p:nvSpPr>
        <p:spPr>
          <a:xfrm>
            <a:off x="4439880" y="2163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8" name=""/>
          <p:cNvSpPr/>
          <p:nvPr/>
        </p:nvSpPr>
        <p:spPr>
          <a:xfrm>
            <a:off x="4438080" y="216288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2" y="3"/>
                </a:move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9" name=""/>
          <p:cNvSpPr/>
          <p:nvPr/>
        </p:nvSpPr>
        <p:spPr>
          <a:xfrm>
            <a:off x="4416120" y="21603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1"/>
                </a:moveTo>
                <a:lnTo>
                  <a:pt x="1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3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0" name=""/>
          <p:cNvSpPr/>
          <p:nvPr/>
        </p:nvSpPr>
        <p:spPr>
          <a:xfrm>
            <a:off x="4438440" y="21625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1" name=""/>
          <p:cNvSpPr/>
          <p:nvPr/>
        </p:nvSpPr>
        <p:spPr>
          <a:xfrm>
            <a:off x="4437720" y="21618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1" y="0"/>
                </a:moveTo>
                <a:lnTo>
                  <a:pt x="3" y="0"/>
                </a:lnTo>
                <a:lnTo>
                  <a:pt x="4" y="1"/>
                </a:lnTo>
                <a:lnTo>
                  <a:pt x="3" y="1"/>
                </a:lnTo>
                <a:lnTo>
                  <a:pt x="1" y="1"/>
                </a:lnTo>
                <a:lnTo>
                  <a:pt x="1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2" name=""/>
          <p:cNvSpPr/>
          <p:nvPr/>
        </p:nvSpPr>
        <p:spPr>
          <a:xfrm>
            <a:off x="4442040" y="21618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3" name=""/>
          <p:cNvSpPr/>
          <p:nvPr/>
        </p:nvSpPr>
        <p:spPr>
          <a:xfrm>
            <a:off x="4455360" y="21632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4" name=""/>
          <p:cNvSpPr/>
          <p:nvPr/>
        </p:nvSpPr>
        <p:spPr>
          <a:xfrm>
            <a:off x="4448880" y="21603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1"/>
                </a:move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4" y="3"/>
                </a:lnTo>
                <a:lnTo>
                  <a:pt x="2" y="3"/>
                </a:lnTo>
                <a:lnTo>
                  <a:pt x="0" y="1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5" name=""/>
          <p:cNvSpPr/>
          <p:nvPr/>
        </p:nvSpPr>
        <p:spPr>
          <a:xfrm>
            <a:off x="4451760" y="21603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6" name=""/>
          <p:cNvSpPr/>
          <p:nvPr/>
        </p:nvSpPr>
        <p:spPr>
          <a:xfrm>
            <a:off x="4415040" y="2155320"/>
            <a:ext cx="3960" cy="6120"/>
          </a:xfrm>
          <a:custGeom>
            <a:avLst/>
            <a:gdLst/>
            <a:ahLst/>
            <a:rect l="0" t="0" r="r" b="b"/>
            <a:pathLst>
              <a:path fill="none" w="11" h="17">
                <a:moveTo>
                  <a:pt x="5" y="1"/>
                </a:moveTo>
                <a:lnTo>
                  <a:pt x="6" y="2"/>
                </a:lnTo>
                <a:lnTo>
                  <a:pt x="6" y="3"/>
                </a:lnTo>
                <a:lnTo>
                  <a:pt x="7" y="3"/>
                </a:lnTo>
                <a:lnTo>
                  <a:pt x="7" y="4"/>
                </a:lnTo>
                <a:lnTo>
                  <a:pt x="8" y="5"/>
                </a:lnTo>
                <a:lnTo>
                  <a:pt x="8" y="7"/>
                </a:lnTo>
                <a:lnTo>
                  <a:pt x="8" y="8"/>
                </a:lnTo>
                <a:lnTo>
                  <a:pt x="9" y="8"/>
                </a:lnTo>
                <a:lnTo>
                  <a:pt x="8" y="8"/>
                </a:lnTo>
                <a:lnTo>
                  <a:pt x="9" y="8"/>
                </a:lnTo>
                <a:lnTo>
                  <a:pt x="9" y="9"/>
                </a:lnTo>
                <a:lnTo>
                  <a:pt x="10" y="11"/>
                </a:lnTo>
                <a:lnTo>
                  <a:pt x="10" y="13"/>
                </a:lnTo>
                <a:lnTo>
                  <a:pt x="10" y="14"/>
                </a:lnTo>
                <a:lnTo>
                  <a:pt x="11" y="16"/>
                </a:lnTo>
                <a:lnTo>
                  <a:pt x="11" y="17"/>
                </a:lnTo>
                <a:lnTo>
                  <a:pt x="10" y="16"/>
                </a:lnTo>
                <a:lnTo>
                  <a:pt x="9" y="14"/>
                </a:lnTo>
                <a:lnTo>
                  <a:pt x="8" y="13"/>
                </a:lnTo>
                <a:lnTo>
                  <a:pt x="8" y="11"/>
                </a:lnTo>
                <a:lnTo>
                  <a:pt x="7" y="10"/>
                </a:lnTo>
                <a:lnTo>
                  <a:pt x="7" y="9"/>
                </a:lnTo>
                <a:lnTo>
                  <a:pt x="8" y="9"/>
                </a:lnTo>
                <a:lnTo>
                  <a:pt x="7" y="9"/>
                </a:lnTo>
                <a:lnTo>
                  <a:pt x="6" y="8"/>
                </a:lnTo>
                <a:lnTo>
                  <a:pt x="5" y="7"/>
                </a:lnTo>
                <a:lnTo>
                  <a:pt x="4" y="5"/>
                </a:lnTo>
                <a:lnTo>
                  <a:pt x="3" y="4"/>
                </a:lnTo>
                <a:lnTo>
                  <a:pt x="2" y="3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3" y="2"/>
                </a:lnTo>
                <a:lnTo>
                  <a:pt x="4" y="1"/>
                </a:lnTo>
                <a:lnTo>
                  <a:pt x="4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520" rIns="360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7" name=""/>
          <p:cNvSpPr/>
          <p:nvPr/>
        </p:nvSpPr>
        <p:spPr>
          <a:xfrm>
            <a:off x="4449240" y="21578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8" name=""/>
          <p:cNvSpPr/>
          <p:nvPr/>
        </p:nvSpPr>
        <p:spPr>
          <a:xfrm>
            <a:off x="4447800" y="21574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9" name=""/>
          <p:cNvSpPr/>
          <p:nvPr/>
        </p:nvSpPr>
        <p:spPr>
          <a:xfrm>
            <a:off x="4449240" y="21571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70" name=""/>
          <p:cNvSpPr/>
          <p:nvPr/>
        </p:nvSpPr>
        <p:spPr>
          <a:xfrm>
            <a:off x="4447080" y="21556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71" name=""/>
          <p:cNvSpPr/>
          <p:nvPr/>
        </p:nvSpPr>
        <p:spPr>
          <a:xfrm>
            <a:off x="4479120" y="21582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72" name=""/>
          <p:cNvSpPr/>
          <p:nvPr/>
        </p:nvSpPr>
        <p:spPr>
          <a:xfrm>
            <a:off x="4458600" y="21553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4" y="0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73" name=""/>
          <p:cNvSpPr/>
          <p:nvPr/>
        </p:nvSpPr>
        <p:spPr>
          <a:xfrm>
            <a:off x="4466880" y="21549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74" name=""/>
          <p:cNvSpPr/>
          <p:nvPr/>
        </p:nvSpPr>
        <p:spPr>
          <a:xfrm>
            <a:off x="4464000" y="21531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1"/>
                </a:moveTo>
                <a:lnTo>
                  <a:pt x="1" y="2"/>
                </a:lnTo>
                <a:lnTo>
                  <a:pt x="0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75" name=""/>
          <p:cNvSpPr/>
          <p:nvPr/>
        </p:nvSpPr>
        <p:spPr>
          <a:xfrm>
            <a:off x="4674960" y="21837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76" name=""/>
          <p:cNvSpPr/>
          <p:nvPr/>
        </p:nvSpPr>
        <p:spPr>
          <a:xfrm>
            <a:off x="4671720" y="2179080"/>
            <a:ext cx="3600" cy="3600"/>
          </a:xfrm>
          <a:custGeom>
            <a:avLst/>
            <a:gdLst/>
            <a:ahLst/>
            <a:rect l="0" t="0" r="r" b="b"/>
            <a:pathLst>
              <a:path fill="none" w="10" h="10">
                <a:moveTo>
                  <a:pt x="7" y="1"/>
                </a:moveTo>
                <a:lnTo>
                  <a:pt x="7" y="2"/>
                </a:lnTo>
                <a:lnTo>
                  <a:pt x="8" y="3"/>
                </a:lnTo>
                <a:lnTo>
                  <a:pt x="7" y="3"/>
                </a:lnTo>
                <a:lnTo>
                  <a:pt x="7" y="4"/>
                </a:lnTo>
                <a:lnTo>
                  <a:pt x="7" y="5"/>
                </a:lnTo>
                <a:lnTo>
                  <a:pt x="8" y="5"/>
                </a:lnTo>
                <a:lnTo>
                  <a:pt x="8" y="6"/>
                </a:lnTo>
                <a:lnTo>
                  <a:pt x="9" y="6"/>
                </a:lnTo>
                <a:lnTo>
                  <a:pt x="10" y="6"/>
                </a:lnTo>
                <a:lnTo>
                  <a:pt x="10" y="8"/>
                </a:lnTo>
                <a:lnTo>
                  <a:pt x="10" y="9"/>
                </a:lnTo>
                <a:lnTo>
                  <a:pt x="9" y="9"/>
                </a:lnTo>
                <a:lnTo>
                  <a:pt x="9" y="10"/>
                </a:lnTo>
                <a:lnTo>
                  <a:pt x="8" y="10"/>
                </a:lnTo>
                <a:lnTo>
                  <a:pt x="8" y="9"/>
                </a:lnTo>
                <a:lnTo>
                  <a:pt x="7" y="9"/>
                </a:lnTo>
                <a:lnTo>
                  <a:pt x="7" y="8"/>
                </a:lnTo>
                <a:lnTo>
                  <a:pt x="5" y="6"/>
                </a:lnTo>
                <a:lnTo>
                  <a:pt x="4" y="6"/>
                </a:lnTo>
                <a:lnTo>
                  <a:pt x="3" y="6"/>
                </a:lnTo>
                <a:lnTo>
                  <a:pt x="2" y="5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7" y="0"/>
                </a:lnTo>
                <a:lnTo>
                  <a:pt x="7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77" name=""/>
          <p:cNvSpPr/>
          <p:nvPr/>
        </p:nvSpPr>
        <p:spPr>
          <a:xfrm>
            <a:off x="4470840" y="21488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78" name=""/>
          <p:cNvSpPr/>
          <p:nvPr/>
        </p:nvSpPr>
        <p:spPr>
          <a:xfrm>
            <a:off x="4634640" y="216900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0" y="6"/>
                </a:move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2" y="4"/>
                </a:lnTo>
                <a:lnTo>
                  <a:pt x="2" y="6"/>
                </a:lnTo>
                <a:lnTo>
                  <a:pt x="0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79" name=""/>
          <p:cNvSpPr/>
          <p:nvPr/>
        </p:nvSpPr>
        <p:spPr>
          <a:xfrm>
            <a:off x="4631400" y="215964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3" y="0"/>
                </a:moveTo>
                <a:lnTo>
                  <a:pt x="3" y="1"/>
                </a:lnTo>
                <a:lnTo>
                  <a:pt x="4" y="2"/>
                </a:lnTo>
                <a:lnTo>
                  <a:pt x="4" y="3"/>
                </a:lnTo>
                <a:lnTo>
                  <a:pt x="5" y="5"/>
                </a:lnTo>
                <a:lnTo>
                  <a:pt x="7" y="7"/>
                </a:lnTo>
                <a:lnTo>
                  <a:pt x="5" y="7"/>
                </a:lnTo>
                <a:lnTo>
                  <a:pt x="5" y="6"/>
                </a:lnTo>
                <a:lnTo>
                  <a:pt x="3" y="3"/>
                </a:lnTo>
                <a:lnTo>
                  <a:pt x="3" y="2"/>
                </a:lnTo>
                <a:lnTo>
                  <a:pt x="2" y="1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0" name=""/>
          <p:cNvSpPr/>
          <p:nvPr/>
        </p:nvSpPr>
        <p:spPr>
          <a:xfrm>
            <a:off x="4672080" y="21582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1" name=""/>
          <p:cNvSpPr/>
          <p:nvPr/>
        </p:nvSpPr>
        <p:spPr>
          <a:xfrm>
            <a:off x="4670640" y="215712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5" y="1"/>
                </a:moveTo>
                <a:lnTo>
                  <a:pt x="5" y="3"/>
                </a:lnTo>
                <a:lnTo>
                  <a:pt x="3" y="4"/>
                </a:lnTo>
                <a:lnTo>
                  <a:pt x="5" y="4"/>
                </a:lnTo>
                <a:lnTo>
                  <a:pt x="3" y="4"/>
                </a:lnTo>
                <a:lnTo>
                  <a:pt x="3" y="5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2" name=""/>
          <p:cNvSpPr/>
          <p:nvPr/>
        </p:nvSpPr>
        <p:spPr>
          <a:xfrm>
            <a:off x="4534920" y="21355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3" name=""/>
          <p:cNvSpPr/>
          <p:nvPr/>
        </p:nvSpPr>
        <p:spPr>
          <a:xfrm>
            <a:off x="4535280" y="2135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4" name=""/>
          <p:cNvSpPr/>
          <p:nvPr/>
        </p:nvSpPr>
        <p:spPr>
          <a:xfrm>
            <a:off x="4528800" y="2127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5" name=""/>
          <p:cNvSpPr/>
          <p:nvPr/>
        </p:nvSpPr>
        <p:spPr>
          <a:xfrm>
            <a:off x="4523760" y="2127600"/>
            <a:ext cx="7200" cy="3600"/>
          </a:xfrm>
          <a:custGeom>
            <a:avLst/>
            <a:gdLst/>
            <a:ahLst/>
            <a:rect l="0" t="0" r="r" b="b"/>
            <a:pathLst>
              <a:path fill="none" w="20" h="10">
                <a:moveTo>
                  <a:pt x="18" y="0"/>
                </a:moveTo>
                <a:lnTo>
                  <a:pt x="18" y="1"/>
                </a:lnTo>
                <a:lnTo>
                  <a:pt x="18" y="2"/>
                </a:lnTo>
                <a:lnTo>
                  <a:pt x="17" y="2"/>
                </a:lnTo>
                <a:lnTo>
                  <a:pt x="18" y="3"/>
                </a:lnTo>
                <a:lnTo>
                  <a:pt x="18" y="2"/>
                </a:lnTo>
                <a:lnTo>
                  <a:pt x="19" y="2"/>
                </a:lnTo>
                <a:lnTo>
                  <a:pt x="19" y="3"/>
                </a:lnTo>
                <a:lnTo>
                  <a:pt x="20" y="4"/>
                </a:lnTo>
                <a:lnTo>
                  <a:pt x="19" y="4"/>
                </a:lnTo>
                <a:lnTo>
                  <a:pt x="18" y="4"/>
                </a:lnTo>
                <a:lnTo>
                  <a:pt x="18" y="5"/>
                </a:lnTo>
                <a:lnTo>
                  <a:pt x="18" y="6"/>
                </a:lnTo>
                <a:lnTo>
                  <a:pt x="19" y="6"/>
                </a:lnTo>
                <a:lnTo>
                  <a:pt x="19" y="7"/>
                </a:lnTo>
                <a:lnTo>
                  <a:pt x="19" y="9"/>
                </a:lnTo>
                <a:lnTo>
                  <a:pt x="18" y="10"/>
                </a:lnTo>
                <a:lnTo>
                  <a:pt x="18" y="9"/>
                </a:lnTo>
                <a:lnTo>
                  <a:pt x="18" y="10"/>
                </a:lnTo>
                <a:lnTo>
                  <a:pt x="17" y="10"/>
                </a:lnTo>
                <a:lnTo>
                  <a:pt x="17" y="9"/>
                </a:lnTo>
                <a:lnTo>
                  <a:pt x="16" y="9"/>
                </a:lnTo>
                <a:lnTo>
                  <a:pt x="16" y="10"/>
                </a:lnTo>
                <a:lnTo>
                  <a:pt x="15" y="10"/>
                </a:lnTo>
                <a:lnTo>
                  <a:pt x="15" y="9"/>
                </a:lnTo>
                <a:lnTo>
                  <a:pt x="14" y="7"/>
                </a:lnTo>
                <a:lnTo>
                  <a:pt x="13" y="7"/>
                </a:lnTo>
                <a:lnTo>
                  <a:pt x="12" y="7"/>
                </a:lnTo>
                <a:lnTo>
                  <a:pt x="12" y="9"/>
                </a:lnTo>
                <a:lnTo>
                  <a:pt x="11" y="9"/>
                </a:lnTo>
                <a:lnTo>
                  <a:pt x="10" y="9"/>
                </a:lnTo>
                <a:lnTo>
                  <a:pt x="9" y="9"/>
                </a:lnTo>
                <a:lnTo>
                  <a:pt x="9" y="7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lnTo>
                  <a:pt x="5" y="2"/>
                </a:lnTo>
                <a:lnTo>
                  <a:pt x="5" y="3"/>
                </a:lnTo>
                <a:lnTo>
                  <a:pt x="6" y="4"/>
                </a:lnTo>
                <a:lnTo>
                  <a:pt x="8" y="5"/>
                </a:lnTo>
                <a:lnTo>
                  <a:pt x="9" y="5"/>
                </a:lnTo>
                <a:lnTo>
                  <a:pt x="9" y="4"/>
                </a:lnTo>
                <a:lnTo>
                  <a:pt x="10" y="3"/>
                </a:lnTo>
                <a:lnTo>
                  <a:pt x="11" y="2"/>
                </a:lnTo>
                <a:lnTo>
                  <a:pt x="11" y="1"/>
                </a:lnTo>
                <a:lnTo>
                  <a:pt x="12" y="1"/>
                </a:lnTo>
                <a:lnTo>
                  <a:pt x="13" y="1"/>
                </a:lnTo>
                <a:lnTo>
                  <a:pt x="13" y="2"/>
                </a:lnTo>
                <a:lnTo>
                  <a:pt x="14" y="2"/>
                </a:lnTo>
                <a:lnTo>
                  <a:pt x="15" y="2"/>
                </a:lnTo>
                <a:lnTo>
                  <a:pt x="16" y="2"/>
                </a:lnTo>
                <a:lnTo>
                  <a:pt x="16" y="1"/>
                </a:lnTo>
                <a:lnTo>
                  <a:pt x="16" y="0"/>
                </a:lnTo>
                <a:lnTo>
                  <a:pt x="17" y="0"/>
                </a:lnTo>
                <a:lnTo>
                  <a:pt x="18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6" name=""/>
          <p:cNvSpPr/>
          <p:nvPr/>
        </p:nvSpPr>
        <p:spPr>
          <a:xfrm>
            <a:off x="4604040" y="2137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3"/>
                </a:move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7" name=""/>
          <p:cNvSpPr/>
          <p:nvPr/>
        </p:nvSpPr>
        <p:spPr>
          <a:xfrm>
            <a:off x="4624560" y="21402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8" name=""/>
          <p:cNvSpPr/>
          <p:nvPr/>
        </p:nvSpPr>
        <p:spPr>
          <a:xfrm>
            <a:off x="4607280" y="2135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9" name=""/>
          <p:cNvSpPr/>
          <p:nvPr/>
        </p:nvSpPr>
        <p:spPr>
          <a:xfrm>
            <a:off x="4610160" y="21358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0" name=""/>
          <p:cNvSpPr/>
          <p:nvPr/>
        </p:nvSpPr>
        <p:spPr>
          <a:xfrm>
            <a:off x="4527720" y="21243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1" name=""/>
          <p:cNvSpPr/>
          <p:nvPr/>
        </p:nvSpPr>
        <p:spPr>
          <a:xfrm>
            <a:off x="4526280" y="2124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2" name=""/>
          <p:cNvSpPr/>
          <p:nvPr/>
        </p:nvSpPr>
        <p:spPr>
          <a:xfrm>
            <a:off x="4606920" y="21355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3" name=""/>
          <p:cNvSpPr/>
          <p:nvPr/>
        </p:nvSpPr>
        <p:spPr>
          <a:xfrm>
            <a:off x="4612320" y="21358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4" name=""/>
          <p:cNvSpPr/>
          <p:nvPr/>
        </p:nvSpPr>
        <p:spPr>
          <a:xfrm>
            <a:off x="4534920" y="2123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5" name=""/>
          <p:cNvSpPr/>
          <p:nvPr/>
        </p:nvSpPr>
        <p:spPr>
          <a:xfrm>
            <a:off x="4535640" y="21229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6" name=""/>
          <p:cNvSpPr/>
          <p:nvPr/>
        </p:nvSpPr>
        <p:spPr>
          <a:xfrm>
            <a:off x="4625640" y="21358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7" name=""/>
          <p:cNvSpPr/>
          <p:nvPr/>
        </p:nvSpPr>
        <p:spPr>
          <a:xfrm>
            <a:off x="4607280" y="21315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2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2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8" name=""/>
          <p:cNvSpPr/>
          <p:nvPr/>
        </p:nvSpPr>
        <p:spPr>
          <a:xfrm>
            <a:off x="4600800" y="21301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9" name=""/>
          <p:cNvSpPr/>
          <p:nvPr/>
        </p:nvSpPr>
        <p:spPr>
          <a:xfrm>
            <a:off x="4606560" y="213084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2" y="1"/>
                </a:moveTo>
                <a:lnTo>
                  <a:pt x="2" y="0"/>
                </a:lnTo>
                <a:lnTo>
                  <a:pt x="2" y="1"/>
                </a:lnTo>
                <a:lnTo>
                  <a:pt x="2" y="2"/>
                </a:lnTo>
                <a:lnTo>
                  <a:pt x="3" y="4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0" name=""/>
          <p:cNvSpPr/>
          <p:nvPr/>
        </p:nvSpPr>
        <p:spPr>
          <a:xfrm>
            <a:off x="4543200" y="21182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1" name=""/>
          <p:cNvSpPr/>
          <p:nvPr/>
        </p:nvSpPr>
        <p:spPr>
          <a:xfrm>
            <a:off x="4606920" y="212724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2" y="2"/>
                </a:move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2" name=""/>
          <p:cNvSpPr/>
          <p:nvPr/>
        </p:nvSpPr>
        <p:spPr>
          <a:xfrm>
            <a:off x="4548600" y="21164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3" name=""/>
          <p:cNvSpPr/>
          <p:nvPr/>
        </p:nvSpPr>
        <p:spPr>
          <a:xfrm>
            <a:off x="4547880" y="21164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4" name=""/>
          <p:cNvSpPr/>
          <p:nvPr/>
        </p:nvSpPr>
        <p:spPr>
          <a:xfrm>
            <a:off x="4548960" y="2116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5" name=""/>
          <p:cNvSpPr/>
          <p:nvPr/>
        </p:nvSpPr>
        <p:spPr>
          <a:xfrm>
            <a:off x="4547160" y="21157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6" name=""/>
          <p:cNvSpPr/>
          <p:nvPr/>
        </p:nvSpPr>
        <p:spPr>
          <a:xfrm>
            <a:off x="4550040" y="21153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7" name=""/>
          <p:cNvSpPr/>
          <p:nvPr/>
        </p:nvSpPr>
        <p:spPr>
          <a:xfrm>
            <a:off x="4623120" y="2126160"/>
            <a:ext cx="3240" cy="3240"/>
          </a:xfrm>
          <a:custGeom>
            <a:avLst/>
            <a:gdLst/>
            <a:ahLst/>
            <a:rect l="0" t="0" r="r" b="b"/>
            <a:pathLst>
              <a:path fill="none" w="9" h="9">
                <a:moveTo>
                  <a:pt x="9" y="2"/>
                </a:moveTo>
                <a:lnTo>
                  <a:pt x="8" y="2"/>
                </a:lnTo>
                <a:lnTo>
                  <a:pt x="8" y="3"/>
                </a:lnTo>
                <a:lnTo>
                  <a:pt x="7" y="3"/>
                </a:lnTo>
                <a:lnTo>
                  <a:pt x="7" y="4"/>
                </a:lnTo>
                <a:lnTo>
                  <a:pt x="6" y="4"/>
                </a:lnTo>
                <a:lnTo>
                  <a:pt x="6" y="5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3" y="7"/>
                </a:lnTo>
                <a:lnTo>
                  <a:pt x="3" y="9"/>
                </a:lnTo>
                <a:lnTo>
                  <a:pt x="1" y="9"/>
                </a:lnTo>
                <a:lnTo>
                  <a:pt x="1" y="7"/>
                </a:lnTo>
                <a:lnTo>
                  <a:pt x="3" y="7"/>
                </a:lnTo>
                <a:lnTo>
                  <a:pt x="1" y="6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5"/>
                </a:lnTo>
                <a:lnTo>
                  <a:pt x="3" y="4"/>
                </a:lnTo>
                <a:lnTo>
                  <a:pt x="4" y="4"/>
                </a:lnTo>
                <a:lnTo>
                  <a:pt x="5" y="3"/>
                </a:lnTo>
                <a:lnTo>
                  <a:pt x="6" y="3"/>
                </a:lnTo>
                <a:lnTo>
                  <a:pt x="6" y="2"/>
                </a:lnTo>
                <a:lnTo>
                  <a:pt x="7" y="2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9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8" name=""/>
          <p:cNvSpPr/>
          <p:nvPr/>
        </p:nvSpPr>
        <p:spPr>
          <a:xfrm>
            <a:off x="4627800" y="21261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9" name=""/>
          <p:cNvSpPr/>
          <p:nvPr/>
        </p:nvSpPr>
        <p:spPr>
          <a:xfrm>
            <a:off x="4608000" y="2122920"/>
            <a:ext cx="5400" cy="4320"/>
          </a:xfrm>
          <a:custGeom>
            <a:avLst/>
            <a:gdLst/>
            <a:ahLst/>
            <a:rect l="0" t="0" r="r" b="b"/>
            <a:pathLst>
              <a:path fill="none" w="15" h="12">
                <a:moveTo>
                  <a:pt x="11" y="0"/>
                </a:moveTo>
                <a:lnTo>
                  <a:pt x="11" y="1"/>
                </a:lnTo>
                <a:lnTo>
                  <a:pt x="11" y="2"/>
                </a:lnTo>
                <a:lnTo>
                  <a:pt x="13" y="2"/>
                </a:lnTo>
                <a:lnTo>
                  <a:pt x="13" y="1"/>
                </a:lnTo>
                <a:lnTo>
                  <a:pt x="14" y="2"/>
                </a:lnTo>
                <a:lnTo>
                  <a:pt x="14" y="3"/>
                </a:lnTo>
                <a:lnTo>
                  <a:pt x="14" y="4"/>
                </a:lnTo>
                <a:lnTo>
                  <a:pt x="14" y="5"/>
                </a:lnTo>
                <a:lnTo>
                  <a:pt x="15" y="5"/>
                </a:lnTo>
                <a:lnTo>
                  <a:pt x="15" y="6"/>
                </a:lnTo>
                <a:lnTo>
                  <a:pt x="14" y="6"/>
                </a:lnTo>
                <a:lnTo>
                  <a:pt x="13" y="6"/>
                </a:lnTo>
                <a:lnTo>
                  <a:pt x="14" y="6"/>
                </a:lnTo>
                <a:lnTo>
                  <a:pt x="14" y="5"/>
                </a:lnTo>
                <a:lnTo>
                  <a:pt x="13" y="5"/>
                </a:lnTo>
                <a:lnTo>
                  <a:pt x="11" y="5"/>
                </a:lnTo>
                <a:lnTo>
                  <a:pt x="10" y="5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8" y="7"/>
                </a:lnTo>
                <a:lnTo>
                  <a:pt x="7" y="7"/>
                </a:lnTo>
                <a:lnTo>
                  <a:pt x="7" y="9"/>
                </a:lnTo>
                <a:lnTo>
                  <a:pt x="6" y="9"/>
                </a:lnTo>
                <a:lnTo>
                  <a:pt x="6" y="10"/>
                </a:lnTo>
                <a:lnTo>
                  <a:pt x="7" y="10"/>
                </a:lnTo>
                <a:lnTo>
                  <a:pt x="6" y="11"/>
                </a:lnTo>
                <a:lnTo>
                  <a:pt x="5" y="11"/>
                </a:lnTo>
                <a:lnTo>
                  <a:pt x="4" y="11"/>
                </a:lnTo>
                <a:lnTo>
                  <a:pt x="4" y="12"/>
                </a:lnTo>
                <a:lnTo>
                  <a:pt x="3" y="12"/>
                </a:lnTo>
                <a:lnTo>
                  <a:pt x="3" y="11"/>
                </a:lnTo>
                <a:lnTo>
                  <a:pt x="3" y="10"/>
                </a:lnTo>
                <a:lnTo>
                  <a:pt x="2" y="10"/>
                </a:lnTo>
                <a:lnTo>
                  <a:pt x="1" y="9"/>
                </a:lnTo>
                <a:lnTo>
                  <a:pt x="2" y="9"/>
                </a:lnTo>
                <a:lnTo>
                  <a:pt x="1" y="9"/>
                </a:lnTo>
                <a:lnTo>
                  <a:pt x="1" y="7"/>
                </a:lnTo>
                <a:lnTo>
                  <a:pt x="0" y="7"/>
                </a:lnTo>
                <a:lnTo>
                  <a:pt x="1" y="7"/>
                </a:lnTo>
                <a:lnTo>
                  <a:pt x="1" y="6"/>
                </a:lnTo>
                <a:lnTo>
                  <a:pt x="1" y="7"/>
                </a:lnTo>
                <a:lnTo>
                  <a:pt x="2" y="7"/>
                </a:lnTo>
                <a:lnTo>
                  <a:pt x="2" y="9"/>
                </a:lnTo>
                <a:lnTo>
                  <a:pt x="2" y="10"/>
                </a:lnTo>
                <a:lnTo>
                  <a:pt x="2" y="9"/>
                </a:lnTo>
                <a:lnTo>
                  <a:pt x="3" y="9"/>
                </a:lnTo>
                <a:lnTo>
                  <a:pt x="3" y="10"/>
                </a:lnTo>
                <a:lnTo>
                  <a:pt x="4" y="10"/>
                </a:lnTo>
                <a:lnTo>
                  <a:pt x="4" y="9"/>
                </a:lnTo>
                <a:lnTo>
                  <a:pt x="5" y="9"/>
                </a:lnTo>
                <a:lnTo>
                  <a:pt x="5" y="10"/>
                </a:lnTo>
                <a:lnTo>
                  <a:pt x="6" y="9"/>
                </a:lnTo>
                <a:lnTo>
                  <a:pt x="5" y="9"/>
                </a:lnTo>
                <a:lnTo>
                  <a:pt x="5" y="7"/>
                </a:lnTo>
                <a:lnTo>
                  <a:pt x="6" y="7"/>
                </a:lnTo>
                <a:lnTo>
                  <a:pt x="6" y="6"/>
                </a:lnTo>
                <a:lnTo>
                  <a:pt x="5" y="6"/>
                </a:lnTo>
                <a:lnTo>
                  <a:pt x="4" y="6"/>
                </a:lnTo>
                <a:lnTo>
                  <a:pt x="3" y="7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2" y="6"/>
                </a:lnTo>
                <a:lnTo>
                  <a:pt x="3" y="6"/>
                </a:lnTo>
                <a:lnTo>
                  <a:pt x="4" y="6"/>
                </a:lnTo>
                <a:lnTo>
                  <a:pt x="4" y="5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4" y="3"/>
                </a:ln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6" y="3"/>
                </a:lnTo>
                <a:lnTo>
                  <a:pt x="6" y="2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9" y="1"/>
                </a:lnTo>
                <a:lnTo>
                  <a:pt x="8" y="1"/>
                </a:lnTo>
                <a:lnTo>
                  <a:pt x="8" y="3"/>
                </a:lnTo>
                <a:lnTo>
                  <a:pt x="9" y="3"/>
                </a:lnTo>
                <a:lnTo>
                  <a:pt x="9" y="2"/>
                </a:lnTo>
                <a:lnTo>
                  <a:pt x="9" y="1"/>
                </a:lnTo>
                <a:lnTo>
                  <a:pt x="9" y="2"/>
                </a:lnTo>
                <a:lnTo>
                  <a:pt x="10" y="2"/>
                </a:lnTo>
                <a:lnTo>
                  <a:pt x="9" y="2"/>
                </a:lnTo>
                <a:lnTo>
                  <a:pt x="10" y="2"/>
                </a:lnTo>
                <a:lnTo>
                  <a:pt x="10" y="1"/>
                </a:lnTo>
                <a:lnTo>
                  <a:pt x="10" y="0"/>
                </a:lnTo>
                <a:lnTo>
                  <a:pt x="1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0" name=""/>
          <p:cNvSpPr/>
          <p:nvPr/>
        </p:nvSpPr>
        <p:spPr>
          <a:xfrm>
            <a:off x="4609800" y="21225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1" name=""/>
          <p:cNvSpPr/>
          <p:nvPr/>
        </p:nvSpPr>
        <p:spPr>
          <a:xfrm>
            <a:off x="4605840" y="2121480"/>
            <a:ext cx="3240" cy="3600"/>
          </a:xfrm>
          <a:custGeom>
            <a:avLst/>
            <a:gdLst/>
            <a:ahLst/>
            <a:rect l="0" t="0" r="r" b="b"/>
            <a:pathLst>
              <a:path fill="none" w="9" h="10">
                <a:moveTo>
                  <a:pt x="5" y="0"/>
                </a:move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9" y="1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  <a:lnTo>
                  <a:pt x="6" y="4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6"/>
                </a:lnTo>
                <a:lnTo>
                  <a:pt x="5" y="8"/>
                </a:lnTo>
                <a:lnTo>
                  <a:pt x="5" y="9"/>
                </a:lnTo>
                <a:lnTo>
                  <a:pt x="5" y="10"/>
                </a:lnTo>
                <a:lnTo>
                  <a:pt x="4" y="10"/>
                </a:lnTo>
                <a:lnTo>
                  <a:pt x="4" y="9"/>
                </a:lnTo>
                <a:lnTo>
                  <a:pt x="3" y="9"/>
                </a:lnTo>
                <a:lnTo>
                  <a:pt x="3" y="10"/>
                </a:lnTo>
                <a:lnTo>
                  <a:pt x="2" y="10"/>
                </a:lnTo>
                <a:lnTo>
                  <a:pt x="0" y="10"/>
                </a:lnTo>
                <a:lnTo>
                  <a:pt x="2" y="9"/>
                </a:lnTo>
                <a:lnTo>
                  <a:pt x="3" y="9"/>
                </a:lnTo>
                <a:lnTo>
                  <a:pt x="4" y="9"/>
                </a:lnTo>
                <a:lnTo>
                  <a:pt x="4" y="8"/>
                </a:lnTo>
                <a:lnTo>
                  <a:pt x="4" y="6"/>
                </a:lnTo>
                <a:lnTo>
                  <a:pt x="3" y="6"/>
                </a:lnTo>
                <a:lnTo>
                  <a:pt x="3" y="5"/>
                </a:lnTo>
                <a:lnTo>
                  <a:pt x="4" y="5"/>
                </a:lnTo>
                <a:lnTo>
                  <a:pt x="4" y="6"/>
                </a:lnTo>
                <a:lnTo>
                  <a:pt x="4" y="5"/>
                </a:lnTo>
                <a:lnTo>
                  <a:pt x="4" y="4"/>
                </a:lnTo>
                <a:lnTo>
                  <a:pt x="4" y="3"/>
                </a:lnTo>
                <a:lnTo>
                  <a:pt x="4" y="2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2" name=""/>
          <p:cNvSpPr/>
          <p:nvPr/>
        </p:nvSpPr>
        <p:spPr>
          <a:xfrm>
            <a:off x="4607280" y="2121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3" name=""/>
          <p:cNvSpPr/>
          <p:nvPr/>
        </p:nvSpPr>
        <p:spPr>
          <a:xfrm>
            <a:off x="4539600" y="2111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4" name=""/>
          <p:cNvSpPr/>
          <p:nvPr/>
        </p:nvSpPr>
        <p:spPr>
          <a:xfrm>
            <a:off x="4608360" y="212040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5" y="1"/>
                </a:moveTo>
                <a:lnTo>
                  <a:pt x="6" y="1"/>
                </a:lnTo>
                <a:lnTo>
                  <a:pt x="6" y="2"/>
                </a:lnTo>
                <a:lnTo>
                  <a:pt x="7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6" y="5"/>
                </a:lnTo>
                <a:lnTo>
                  <a:pt x="6" y="6"/>
                </a:lnTo>
                <a:lnTo>
                  <a:pt x="6" y="5"/>
                </a:lnTo>
                <a:lnTo>
                  <a:pt x="7" y="5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4" y="2"/>
                </a:lnTo>
                <a:lnTo>
                  <a:pt x="3" y="2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5" name=""/>
          <p:cNvSpPr/>
          <p:nvPr/>
        </p:nvSpPr>
        <p:spPr>
          <a:xfrm>
            <a:off x="4609800" y="21175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3"/>
                </a:moveTo>
                <a:lnTo>
                  <a:pt x="1" y="3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6" name=""/>
          <p:cNvSpPr/>
          <p:nvPr/>
        </p:nvSpPr>
        <p:spPr>
          <a:xfrm>
            <a:off x="4627440" y="212004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0" y="5"/>
                </a:move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7" name=""/>
          <p:cNvSpPr/>
          <p:nvPr/>
        </p:nvSpPr>
        <p:spPr>
          <a:xfrm>
            <a:off x="4628160" y="21182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3"/>
                </a:move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8" name=""/>
          <p:cNvSpPr/>
          <p:nvPr/>
        </p:nvSpPr>
        <p:spPr>
          <a:xfrm>
            <a:off x="4630320" y="21146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9" name=""/>
          <p:cNvSpPr/>
          <p:nvPr/>
        </p:nvSpPr>
        <p:spPr>
          <a:xfrm>
            <a:off x="4562640" y="20959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0" name=""/>
          <p:cNvSpPr/>
          <p:nvPr/>
        </p:nvSpPr>
        <p:spPr>
          <a:xfrm>
            <a:off x="4560120" y="20944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1" name=""/>
          <p:cNvSpPr/>
          <p:nvPr/>
        </p:nvSpPr>
        <p:spPr>
          <a:xfrm>
            <a:off x="4555080" y="209376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2" name=""/>
          <p:cNvSpPr/>
          <p:nvPr/>
        </p:nvSpPr>
        <p:spPr>
          <a:xfrm>
            <a:off x="4635000" y="21052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0" y="5"/>
                </a:moveTo>
                <a:lnTo>
                  <a:pt x="1" y="2"/>
                </a:lnTo>
                <a:lnTo>
                  <a:pt x="1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4" y="5"/>
                </a:lnTo>
                <a:lnTo>
                  <a:pt x="0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3" name=""/>
          <p:cNvSpPr/>
          <p:nvPr/>
        </p:nvSpPr>
        <p:spPr>
          <a:xfrm>
            <a:off x="4556160" y="20930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5" y="2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4" name=""/>
          <p:cNvSpPr/>
          <p:nvPr/>
        </p:nvSpPr>
        <p:spPr>
          <a:xfrm>
            <a:off x="4563360" y="20941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5" name=""/>
          <p:cNvSpPr/>
          <p:nvPr/>
        </p:nvSpPr>
        <p:spPr>
          <a:xfrm>
            <a:off x="4559760" y="20919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6" name=""/>
          <p:cNvSpPr/>
          <p:nvPr/>
        </p:nvSpPr>
        <p:spPr>
          <a:xfrm>
            <a:off x="4555080" y="20908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7" name=""/>
          <p:cNvSpPr/>
          <p:nvPr/>
        </p:nvSpPr>
        <p:spPr>
          <a:xfrm>
            <a:off x="4565160" y="209196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5" y="1"/>
                </a:moveTo>
                <a:lnTo>
                  <a:pt x="7" y="1"/>
                </a:lnTo>
                <a:lnTo>
                  <a:pt x="5" y="4"/>
                </a:lnTo>
                <a:lnTo>
                  <a:pt x="4" y="4"/>
                </a:lnTo>
                <a:lnTo>
                  <a:pt x="2" y="5"/>
                </a:lnTo>
                <a:lnTo>
                  <a:pt x="2" y="6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8" name=""/>
          <p:cNvSpPr/>
          <p:nvPr/>
        </p:nvSpPr>
        <p:spPr>
          <a:xfrm>
            <a:off x="4560480" y="2088000"/>
            <a:ext cx="4320" cy="5400"/>
          </a:xfrm>
          <a:custGeom>
            <a:avLst/>
            <a:gdLst/>
            <a:ahLst/>
            <a:rect l="0" t="0" r="r" b="b"/>
            <a:pathLst>
              <a:path fill="none" w="12" h="15">
                <a:moveTo>
                  <a:pt x="7" y="1"/>
                </a:moveTo>
                <a:lnTo>
                  <a:pt x="8" y="1"/>
                </a:lnTo>
                <a:lnTo>
                  <a:pt x="9" y="2"/>
                </a:lnTo>
                <a:lnTo>
                  <a:pt x="8" y="2"/>
                </a:lnTo>
                <a:lnTo>
                  <a:pt x="8" y="3"/>
                </a:lnTo>
                <a:lnTo>
                  <a:pt x="9" y="3"/>
                </a:lnTo>
                <a:lnTo>
                  <a:pt x="9" y="4"/>
                </a:lnTo>
                <a:lnTo>
                  <a:pt x="8" y="4"/>
                </a:lnTo>
                <a:lnTo>
                  <a:pt x="9" y="4"/>
                </a:lnTo>
                <a:lnTo>
                  <a:pt x="11" y="3"/>
                </a:lnTo>
                <a:lnTo>
                  <a:pt x="9" y="2"/>
                </a:lnTo>
                <a:lnTo>
                  <a:pt x="11" y="2"/>
                </a:lnTo>
                <a:lnTo>
                  <a:pt x="12" y="3"/>
                </a:lnTo>
                <a:lnTo>
                  <a:pt x="12" y="6"/>
                </a:lnTo>
                <a:lnTo>
                  <a:pt x="12" y="8"/>
                </a:lnTo>
                <a:lnTo>
                  <a:pt x="12" y="9"/>
                </a:lnTo>
                <a:lnTo>
                  <a:pt x="12" y="10"/>
                </a:lnTo>
                <a:lnTo>
                  <a:pt x="11" y="10"/>
                </a:lnTo>
                <a:lnTo>
                  <a:pt x="9" y="11"/>
                </a:lnTo>
                <a:lnTo>
                  <a:pt x="8" y="12"/>
                </a:lnTo>
                <a:lnTo>
                  <a:pt x="7" y="13"/>
                </a:lnTo>
                <a:lnTo>
                  <a:pt x="6" y="14"/>
                </a:lnTo>
                <a:lnTo>
                  <a:pt x="6" y="15"/>
                </a:lnTo>
                <a:lnTo>
                  <a:pt x="5" y="15"/>
                </a:lnTo>
                <a:lnTo>
                  <a:pt x="4" y="14"/>
                </a:lnTo>
                <a:lnTo>
                  <a:pt x="3" y="14"/>
                </a:lnTo>
                <a:lnTo>
                  <a:pt x="2" y="14"/>
                </a:lnTo>
                <a:lnTo>
                  <a:pt x="1" y="14"/>
                </a:lnTo>
                <a:lnTo>
                  <a:pt x="0" y="12"/>
                </a:lnTo>
                <a:lnTo>
                  <a:pt x="0" y="11"/>
                </a:lnTo>
                <a:lnTo>
                  <a:pt x="0" y="9"/>
                </a:lnTo>
                <a:lnTo>
                  <a:pt x="0" y="7"/>
                </a:lnTo>
                <a:lnTo>
                  <a:pt x="0" y="6"/>
                </a:lnTo>
                <a:lnTo>
                  <a:pt x="1" y="4"/>
                </a:lnTo>
                <a:lnTo>
                  <a:pt x="1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7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800" rIns="36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9" name=""/>
          <p:cNvSpPr/>
          <p:nvPr/>
        </p:nvSpPr>
        <p:spPr>
          <a:xfrm>
            <a:off x="4567320" y="2089080"/>
            <a:ext cx="6480" cy="5760"/>
          </a:xfrm>
          <a:custGeom>
            <a:avLst/>
            <a:gdLst/>
            <a:ahLst/>
            <a:rect l="0" t="0" r="r" b="b"/>
            <a:pathLst>
              <a:path fill="none" w="18" h="16">
                <a:moveTo>
                  <a:pt x="14" y="2"/>
                </a:moveTo>
                <a:lnTo>
                  <a:pt x="15" y="2"/>
                </a:lnTo>
                <a:lnTo>
                  <a:pt x="16" y="2"/>
                </a:lnTo>
                <a:lnTo>
                  <a:pt x="16" y="3"/>
                </a:lnTo>
                <a:lnTo>
                  <a:pt x="17" y="5"/>
                </a:lnTo>
                <a:lnTo>
                  <a:pt x="17" y="7"/>
                </a:lnTo>
                <a:lnTo>
                  <a:pt x="17" y="8"/>
                </a:lnTo>
                <a:lnTo>
                  <a:pt x="18" y="8"/>
                </a:lnTo>
                <a:lnTo>
                  <a:pt x="18" y="9"/>
                </a:lnTo>
                <a:lnTo>
                  <a:pt x="17" y="9"/>
                </a:lnTo>
                <a:lnTo>
                  <a:pt x="17" y="10"/>
                </a:lnTo>
                <a:lnTo>
                  <a:pt x="17" y="11"/>
                </a:lnTo>
                <a:lnTo>
                  <a:pt x="16" y="12"/>
                </a:lnTo>
                <a:lnTo>
                  <a:pt x="15" y="12"/>
                </a:lnTo>
                <a:lnTo>
                  <a:pt x="15" y="13"/>
                </a:lnTo>
                <a:lnTo>
                  <a:pt x="14" y="13"/>
                </a:lnTo>
                <a:lnTo>
                  <a:pt x="14" y="12"/>
                </a:lnTo>
                <a:lnTo>
                  <a:pt x="15" y="12"/>
                </a:lnTo>
                <a:lnTo>
                  <a:pt x="14" y="11"/>
                </a:lnTo>
                <a:lnTo>
                  <a:pt x="13" y="11"/>
                </a:lnTo>
                <a:lnTo>
                  <a:pt x="13" y="10"/>
                </a:lnTo>
                <a:lnTo>
                  <a:pt x="12" y="10"/>
                </a:lnTo>
                <a:lnTo>
                  <a:pt x="10" y="10"/>
                </a:lnTo>
                <a:lnTo>
                  <a:pt x="9" y="10"/>
                </a:lnTo>
                <a:lnTo>
                  <a:pt x="8" y="10"/>
                </a:lnTo>
                <a:lnTo>
                  <a:pt x="8" y="11"/>
                </a:lnTo>
                <a:lnTo>
                  <a:pt x="7" y="11"/>
                </a:lnTo>
                <a:lnTo>
                  <a:pt x="7" y="12"/>
                </a:lnTo>
                <a:lnTo>
                  <a:pt x="6" y="12"/>
                </a:lnTo>
                <a:lnTo>
                  <a:pt x="6" y="13"/>
                </a:lnTo>
                <a:lnTo>
                  <a:pt x="6" y="15"/>
                </a:lnTo>
                <a:lnTo>
                  <a:pt x="5" y="15"/>
                </a:lnTo>
                <a:lnTo>
                  <a:pt x="5" y="16"/>
                </a:lnTo>
                <a:lnTo>
                  <a:pt x="3" y="16"/>
                </a:lnTo>
                <a:lnTo>
                  <a:pt x="3" y="15"/>
                </a:lnTo>
                <a:lnTo>
                  <a:pt x="2" y="15"/>
                </a:lnTo>
                <a:lnTo>
                  <a:pt x="1" y="13"/>
                </a:lnTo>
                <a:lnTo>
                  <a:pt x="0" y="12"/>
                </a:lnTo>
                <a:lnTo>
                  <a:pt x="1" y="12"/>
                </a:lnTo>
                <a:lnTo>
                  <a:pt x="2" y="11"/>
                </a:lnTo>
                <a:lnTo>
                  <a:pt x="2" y="10"/>
                </a:lnTo>
                <a:lnTo>
                  <a:pt x="2" y="9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3" y="4"/>
                </a:lnTo>
                <a:lnTo>
                  <a:pt x="3" y="5"/>
                </a:lnTo>
                <a:lnTo>
                  <a:pt x="5" y="5"/>
                </a:lnTo>
                <a:lnTo>
                  <a:pt x="6" y="6"/>
                </a:lnTo>
                <a:lnTo>
                  <a:pt x="7" y="7"/>
                </a:lnTo>
                <a:lnTo>
                  <a:pt x="8" y="7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lnTo>
                  <a:pt x="11" y="4"/>
                </a:lnTo>
                <a:lnTo>
                  <a:pt x="11" y="3"/>
                </a:lnTo>
                <a:lnTo>
                  <a:pt x="11" y="2"/>
                </a:lnTo>
                <a:lnTo>
                  <a:pt x="12" y="2"/>
                </a:lnTo>
                <a:lnTo>
                  <a:pt x="13" y="1"/>
                </a:lnTo>
                <a:lnTo>
                  <a:pt x="13" y="0"/>
                </a:lnTo>
                <a:lnTo>
                  <a:pt x="14" y="0"/>
                </a:lnTo>
                <a:lnTo>
                  <a:pt x="14" y="1"/>
                </a:lnTo>
                <a:lnTo>
                  <a:pt x="1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160" rIns="3600" bIns="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0" name=""/>
          <p:cNvSpPr/>
          <p:nvPr/>
        </p:nvSpPr>
        <p:spPr>
          <a:xfrm>
            <a:off x="4567680" y="208728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3" y="1"/>
                </a:move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8" y="1"/>
                </a:lnTo>
                <a:lnTo>
                  <a:pt x="8" y="2"/>
                </a:lnTo>
                <a:lnTo>
                  <a:pt x="6" y="2"/>
                </a:lnTo>
                <a:lnTo>
                  <a:pt x="5" y="2"/>
                </a:lnTo>
                <a:lnTo>
                  <a:pt x="6" y="3"/>
                </a:lnTo>
                <a:lnTo>
                  <a:pt x="8" y="2"/>
                </a:lnTo>
                <a:lnTo>
                  <a:pt x="8" y="3"/>
                </a:lnTo>
                <a:lnTo>
                  <a:pt x="6" y="3"/>
                </a:lnTo>
                <a:lnTo>
                  <a:pt x="5" y="5"/>
                </a:lnTo>
                <a:lnTo>
                  <a:pt x="4" y="5"/>
                </a:lnTo>
                <a:lnTo>
                  <a:pt x="4" y="3"/>
                </a:lnTo>
                <a:lnTo>
                  <a:pt x="4" y="5"/>
                </a:lnTo>
                <a:lnTo>
                  <a:pt x="3" y="5"/>
                </a:lnTo>
                <a:lnTo>
                  <a:pt x="2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1" name=""/>
          <p:cNvSpPr/>
          <p:nvPr/>
        </p:nvSpPr>
        <p:spPr>
          <a:xfrm>
            <a:off x="4582800" y="2077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2" name=""/>
          <p:cNvSpPr/>
          <p:nvPr/>
        </p:nvSpPr>
        <p:spPr>
          <a:xfrm>
            <a:off x="4591440" y="207000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3" name=""/>
          <p:cNvSpPr/>
          <p:nvPr/>
        </p:nvSpPr>
        <p:spPr>
          <a:xfrm>
            <a:off x="4605120" y="2071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4" name=""/>
          <p:cNvSpPr/>
          <p:nvPr/>
        </p:nvSpPr>
        <p:spPr>
          <a:xfrm>
            <a:off x="4591800" y="20685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5" name=""/>
          <p:cNvSpPr/>
          <p:nvPr/>
        </p:nvSpPr>
        <p:spPr>
          <a:xfrm>
            <a:off x="4593600" y="2067840"/>
            <a:ext cx="2160" cy="3240"/>
          </a:xfrm>
          <a:custGeom>
            <a:avLst/>
            <a:gdLst/>
            <a:ahLst/>
            <a:rect l="0" t="0" r="r" b="b"/>
            <a:pathLst>
              <a:path fill="none" w="6" h="9">
                <a:moveTo>
                  <a:pt x="6" y="1"/>
                </a:moveTo>
                <a:lnTo>
                  <a:pt x="6" y="2"/>
                </a:lnTo>
                <a:lnTo>
                  <a:pt x="5" y="2"/>
                </a:lnTo>
                <a:lnTo>
                  <a:pt x="4" y="3"/>
                </a:lnTo>
                <a:lnTo>
                  <a:pt x="4" y="5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4" y="7"/>
                </a:lnTo>
                <a:lnTo>
                  <a:pt x="4" y="8"/>
                </a:lnTo>
                <a:lnTo>
                  <a:pt x="2" y="8"/>
                </a:lnTo>
                <a:lnTo>
                  <a:pt x="2" y="9"/>
                </a:lnTo>
                <a:lnTo>
                  <a:pt x="4" y="9"/>
                </a:lnTo>
                <a:lnTo>
                  <a:pt x="2" y="9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7"/>
                </a:lnTo>
                <a:lnTo>
                  <a:pt x="2" y="7"/>
                </a:lnTo>
                <a:lnTo>
                  <a:pt x="2" y="6"/>
                </a:lnTo>
                <a:lnTo>
                  <a:pt x="2" y="5"/>
                </a:lnTo>
                <a:lnTo>
                  <a:pt x="2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4" y="2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6" name=""/>
          <p:cNvSpPr/>
          <p:nvPr/>
        </p:nvSpPr>
        <p:spPr>
          <a:xfrm>
            <a:off x="4602240" y="2067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7" name=""/>
          <p:cNvSpPr/>
          <p:nvPr/>
        </p:nvSpPr>
        <p:spPr>
          <a:xfrm>
            <a:off x="4591080" y="20649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8" name=""/>
          <p:cNvSpPr/>
          <p:nvPr/>
        </p:nvSpPr>
        <p:spPr>
          <a:xfrm>
            <a:off x="4590360" y="20646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1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9" name=""/>
          <p:cNvSpPr/>
          <p:nvPr/>
        </p:nvSpPr>
        <p:spPr>
          <a:xfrm>
            <a:off x="4685760" y="20772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4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2"/>
                </a:ln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0" name=""/>
          <p:cNvSpPr/>
          <p:nvPr/>
        </p:nvSpPr>
        <p:spPr>
          <a:xfrm>
            <a:off x="4609800" y="20646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1" name=""/>
          <p:cNvSpPr/>
          <p:nvPr/>
        </p:nvSpPr>
        <p:spPr>
          <a:xfrm>
            <a:off x="4611240" y="20631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2" name=""/>
          <p:cNvSpPr/>
          <p:nvPr/>
        </p:nvSpPr>
        <p:spPr>
          <a:xfrm>
            <a:off x="4604760" y="2062080"/>
            <a:ext cx="4680" cy="4320"/>
          </a:xfrm>
          <a:custGeom>
            <a:avLst/>
            <a:gdLst/>
            <a:ahLst/>
            <a:rect l="0" t="0" r="r" b="b"/>
            <a:pathLst>
              <a:path fill="none" w="13" h="12">
                <a:moveTo>
                  <a:pt x="4" y="3"/>
                </a:moveTo>
                <a:lnTo>
                  <a:pt x="5" y="3"/>
                </a:lnTo>
                <a:lnTo>
                  <a:pt x="5" y="4"/>
                </a:lnTo>
                <a:lnTo>
                  <a:pt x="5" y="5"/>
                </a:lnTo>
                <a:lnTo>
                  <a:pt x="6" y="6"/>
                </a:lnTo>
                <a:lnTo>
                  <a:pt x="7" y="7"/>
                </a:lnTo>
                <a:lnTo>
                  <a:pt x="10" y="7"/>
                </a:lnTo>
                <a:lnTo>
                  <a:pt x="10" y="6"/>
                </a:lnTo>
                <a:lnTo>
                  <a:pt x="11" y="6"/>
                </a:lnTo>
                <a:lnTo>
                  <a:pt x="11" y="7"/>
                </a:lnTo>
                <a:lnTo>
                  <a:pt x="12" y="7"/>
                </a:lnTo>
                <a:lnTo>
                  <a:pt x="12" y="6"/>
                </a:lnTo>
                <a:lnTo>
                  <a:pt x="13" y="6"/>
                </a:lnTo>
                <a:lnTo>
                  <a:pt x="13" y="7"/>
                </a:lnTo>
                <a:lnTo>
                  <a:pt x="12" y="7"/>
                </a:lnTo>
                <a:lnTo>
                  <a:pt x="13" y="7"/>
                </a:lnTo>
                <a:lnTo>
                  <a:pt x="13" y="8"/>
                </a:lnTo>
                <a:lnTo>
                  <a:pt x="12" y="7"/>
                </a:lnTo>
                <a:lnTo>
                  <a:pt x="11" y="7"/>
                </a:lnTo>
                <a:lnTo>
                  <a:pt x="11" y="8"/>
                </a:lnTo>
                <a:lnTo>
                  <a:pt x="10" y="9"/>
                </a:lnTo>
                <a:lnTo>
                  <a:pt x="11" y="9"/>
                </a:lnTo>
                <a:lnTo>
                  <a:pt x="11" y="10"/>
                </a:lnTo>
                <a:lnTo>
                  <a:pt x="11" y="12"/>
                </a:lnTo>
                <a:lnTo>
                  <a:pt x="10" y="12"/>
                </a:lnTo>
                <a:lnTo>
                  <a:pt x="9" y="12"/>
                </a:lnTo>
                <a:lnTo>
                  <a:pt x="7" y="10"/>
                </a:lnTo>
                <a:lnTo>
                  <a:pt x="6" y="9"/>
                </a:lnTo>
                <a:lnTo>
                  <a:pt x="4" y="8"/>
                </a:lnTo>
                <a:lnTo>
                  <a:pt x="3" y="7"/>
                </a:lnTo>
                <a:lnTo>
                  <a:pt x="2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2" y="2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3" name=""/>
          <p:cNvSpPr/>
          <p:nvPr/>
        </p:nvSpPr>
        <p:spPr>
          <a:xfrm>
            <a:off x="4609440" y="20628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4" name=""/>
          <p:cNvSpPr/>
          <p:nvPr/>
        </p:nvSpPr>
        <p:spPr>
          <a:xfrm>
            <a:off x="4609080" y="2062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5" name=""/>
          <p:cNvSpPr/>
          <p:nvPr/>
        </p:nvSpPr>
        <p:spPr>
          <a:xfrm>
            <a:off x="4610880" y="2062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6" name=""/>
          <p:cNvSpPr/>
          <p:nvPr/>
        </p:nvSpPr>
        <p:spPr>
          <a:xfrm>
            <a:off x="4609080" y="2061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7" name=""/>
          <p:cNvSpPr/>
          <p:nvPr/>
        </p:nvSpPr>
        <p:spPr>
          <a:xfrm>
            <a:off x="4606920" y="20613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8" name=""/>
          <p:cNvSpPr/>
          <p:nvPr/>
        </p:nvSpPr>
        <p:spPr>
          <a:xfrm>
            <a:off x="4602240" y="20595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9" name=""/>
          <p:cNvSpPr/>
          <p:nvPr/>
        </p:nvSpPr>
        <p:spPr>
          <a:xfrm>
            <a:off x="4598640" y="2058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50" name=""/>
          <p:cNvSpPr/>
          <p:nvPr/>
        </p:nvSpPr>
        <p:spPr>
          <a:xfrm>
            <a:off x="4615200" y="20606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51" name=""/>
          <p:cNvSpPr/>
          <p:nvPr/>
        </p:nvSpPr>
        <p:spPr>
          <a:xfrm>
            <a:off x="4605480" y="20588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3"/>
                </a:moveTo>
                <a:lnTo>
                  <a:pt x="2" y="3"/>
                </a:lnTo>
                <a:lnTo>
                  <a:pt x="0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52" name=""/>
          <p:cNvSpPr/>
          <p:nvPr/>
        </p:nvSpPr>
        <p:spPr>
          <a:xfrm>
            <a:off x="4612680" y="20592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1"/>
                </a:move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53" name=""/>
          <p:cNvSpPr/>
          <p:nvPr/>
        </p:nvSpPr>
        <p:spPr>
          <a:xfrm>
            <a:off x="4613040" y="2057760"/>
            <a:ext cx="2160" cy="1080"/>
          </a:xfrm>
          <a:custGeom>
            <a:avLst/>
            <a:gdLst/>
            <a:ahLst/>
            <a:rect l="0" t="0" r="r" b="b"/>
            <a:pathLst>
              <a:path fill="none" w="6" h="3">
                <a:moveTo>
                  <a:pt x="4" y="0"/>
                </a:moveTo>
                <a:lnTo>
                  <a:pt x="4" y="2"/>
                </a:lnTo>
                <a:lnTo>
                  <a:pt x="6" y="2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54" name=""/>
          <p:cNvSpPr/>
          <p:nvPr/>
        </p:nvSpPr>
        <p:spPr>
          <a:xfrm>
            <a:off x="4602960" y="20552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55" name=""/>
          <p:cNvSpPr/>
          <p:nvPr/>
        </p:nvSpPr>
        <p:spPr>
          <a:xfrm>
            <a:off x="4611960" y="20559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56" name=""/>
          <p:cNvSpPr/>
          <p:nvPr/>
        </p:nvSpPr>
        <p:spPr>
          <a:xfrm>
            <a:off x="4680000" y="20656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57" name=""/>
          <p:cNvSpPr/>
          <p:nvPr/>
        </p:nvSpPr>
        <p:spPr>
          <a:xfrm>
            <a:off x="4616640" y="2055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58" name=""/>
          <p:cNvSpPr/>
          <p:nvPr/>
        </p:nvSpPr>
        <p:spPr>
          <a:xfrm>
            <a:off x="4624200" y="2060640"/>
            <a:ext cx="64080" cy="125640"/>
          </a:xfrm>
          <a:custGeom>
            <a:avLst/>
            <a:gdLst/>
            <a:ahLst/>
            <a:rect l="0" t="0" r="r" b="b"/>
            <a:pathLst>
              <a:path fill="none" w="178" h="349">
                <a:moveTo>
                  <a:pt x="140" y="1"/>
                </a:moveTo>
                <a:lnTo>
                  <a:pt x="141" y="1"/>
                </a:lnTo>
                <a:lnTo>
                  <a:pt x="141" y="3"/>
                </a:lnTo>
                <a:lnTo>
                  <a:pt x="142" y="3"/>
                </a:lnTo>
                <a:lnTo>
                  <a:pt x="143" y="3"/>
                </a:lnTo>
                <a:lnTo>
                  <a:pt x="143" y="4"/>
                </a:lnTo>
                <a:lnTo>
                  <a:pt x="144" y="5"/>
                </a:lnTo>
                <a:lnTo>
                  <a:pt x="144" y="6"/>
                </a:lnTo>
                <a:lnTo>
                  <a:pt x="144" y="7"/>
                </a:lnTo>
                <a:lnTo>
                  <a:pt x="144" y="8"/>
                </a:lnTo>
                <a:lnTo>
                  <a:pt x="145" y="8"/>
                </a:lnTo>
                <a:lnTo>
                  <a:pt x="144" y="8"/>
                </a:lnTo>
                <a:lnTo>
                  <a:pt x="145" y="8"/>
                </a:lnTo>
                <a:lnTo>
                  <a:pt x="146" y="8"/>
                </a:lnTo>
                <a:lnTo>
                  <a:pt x="145" y="9"/>
                </a:lnTo>
                <a:lnTo>
                  <a:pt x="146" y="9"/>
                </a:lnTo>
                <a:lnTo>
                  <a:pt x="146" y="10"/>
                </a:lnTo>
                <a:lnTo>
                  <a:pt x="147" y="11"/>
                </a:lnTo>
                <a:lnTo>
                  <a:pt x="148" y="11"/>
                </a:lnTo>
                <a:lnTo>
                  <a:pt x="149" y="11"/>
                </a:lnTo>
                <a:lnTo>
                  <a:pt x="150" y="10"/>
                </a:lnTo>
                <a:lnTo>
                  <a:pt x="150" y="11"/>
                </a:lnTo>
                <a:lnTo>
                  <a:pt x="149" y="11"/>
                </a:lnTo>
                <a:lnTo>
                  <a:pt x="149" y="12"/>
                </a:lnTo>
                <a:lnTo>
                  <a:pt x="149" y="13"/>
                </a:lnTo>
                <a:lnTo>
                  <a:pt x="150" y="13"/>
                </a:lnTo>
                <a:lnTo>
                  <a:pt x="150" y="14"/>
                </a:lnTo>
                <a:lnTo>
                  <a:pt x="151" y="14"/>
                </a:lnTo>
                <a:lnTo>
                  <a:pt x="151" y="15"/>
                </a:lnTo>
                <a:lnTo>
                  <a:pt x="152" y="15"/>
                </a:lnTo>
                <a:lnTo>
                  <a:pt x="153" y="15"/>
                </a:lnTo>
                <a:lnTo>
                  <a:pt x="153" y="16"/>
                </a:lnTo>
                <a:lnTo>
                  <a:pt x="154" y="16"/>
                </a:lnTo>
                <a:lnTo>
                  <a:pt x="155" y="16"/>
                </a:lnTo>
                <a:lnTo>
                  <a:pt x="155" y="17"/>
                </a:lnTo>
                <a:lnTo>
                  <a:pt x="154" y="17"/>
                </a:lnTo>
                <a:lnTo>
                  <a:pt x="154" y="18"/>
                </a:lnTo>
                <a:lnTo>
                  <a:pt x="154" y="17"/>
                </a:lnTo>
                <a:lnTo>
                  <a:pt x="154" y="18"/>
                </a:lnTo>
                <a:lnTo>
                  <a:pt x="154" y="19"/>
                </a:lnTo>
                <a:lnTo>
                  <a:pt x="154" y="18"/>
                </a:lnTo>
                <a:lnTo>
                  <a:pt x="155" y="17"/>
                </a:lnTo>
                <a:lnTo>
                  <a:pt x="156" y="17"/>
                </a:lnTo>
                <a:lnTo>
                  <a:pt x="156" y="16"/>
                </a:lnTo>
                <a:lnTo>
                  <a:pt x="157" y="16"/>
                </a:lnTo>
                <a:lnTo>
                  <a:pt x="157" y="17"/>
                </a:lnTo>
                <a:lnTo>
                  <a:pt x="158" y="17"/>
                </a:lnTo>
                <a:lnTo>
                  <a:pt x="159" y="17"/>
                </a:lnTo>
                <a:lnTo>
                  <a:pt x="160" y="17"/>
                </a:lnTo>
                <a:lnTo>
                  <a:pt x="159" y="17"/>
                </a:lnTo>
                <a:lnTo>
                  <a:pt x="159" y="18"/>
                </a:lnTo>
                <a:lnTo>
                  <a:pt x="160" y="18"/>
                </a:lnTo>
                <a:lnTo>
                  <a:pt x="161" y="18"/>
                </a:lnTo>
                <a:lnTo>
                  <a:pt x="161" y="19"/>
                </a:lnTo>
                <a:lnTo>
                  <a:pt x="162" y="19"/>
                </a:lnTo>
                <a:lnTo>
                  <a:pt x="163" y="19"/>
                </a:lnTo>
                <a:lnTo>
                  <a:pt x="164" y="19"/>
                </a:lnTo>
                <a:lnTo>
                  <a:pt x="166" y="19"/>
                </a:lnTo>
                <a:lnTo>
                  <a:pt x="168" y="19"/>
                </a:lnTo>
                <a:lnTo>
                  <a:pt x="168" y="20"/>
                </a:lnTo>
                <a:lnTo>
                  <a:pt x="169" y="20"/>
                </a:lnTo>
                <a:lnTo>
                  <a:pt x="169" y="19"/>
                </a:lnTo>
                <a:lnTo>
                  <a:pt x="170" y="19"/>
                </a:lnTo>
                <a:lnTo>
                  <a:pt x="171" y="19"/>
                </a:lnTo>
                <a:lnTo>
                  <a:pt x="171" y="20"/>
                </a:lnTo>
                <a:lnTo>
                  <a:pt x="171" y="21"/>
                </a:lnTo>
                <a:lnTo>
                  <a:pt x="171" y="22"/>
                </a:lnTo>
                <a:lnTo>
                  <a:pt x="170" y="22"/>
                </a:lnTo>
                <a:lnTo>
                  <a:pt x="170" y="23"/>
                </a:lnTo>
                <a:lnTo>
                  <a:pt x="170" y="24"/>
                </a:lnTo>
                <a:lnTo>
                  <a:pt x="171" y="24"/>
                </a:lnTo>
                <a:lnTo>
                  <a:pt x="171" y="25"/>
                </a:lnTo>
                <a:lnTo>
                  <a:pt x="172" y="25"/>
                </a:lnTo>
                <a:lnTo>
                  <a:pt x="172" y="26"/>
                </a:lnTo>
                <a:lnTo>
                  <a:pt x="171" y="27"/>
                </a:lnTo>
                <a:lnTo>
                  <a:pt x="171" y="28"/>
                </a:lnTo>
                <a:lnTo>
                  <a:pt x="172" y="28"/>
                </a:lnTo>
                <a:lnTo>
                  <a:pt x="172" y="29"/>
                </a:lnTo>
                <a:lnTo>
                  <a:pt x="172" y="30"/>
                </a:lnTo>
                <a:lnTo>
                  <a:pt x="173" y="30"/>
                </a:lnTo>
                <a:lnTo>
                  <a:pt x="174" y="30"/>
                </a:lnTo>
                <a:lnTo>
                  <a:pt x="175" y="30"/>
                </a:lnTo>
                <a:lnTo>
                  <a:pt x="175" y="29"/>
                </a:lnTo>
                <a:lnTo>
                  <a:pt x="176" y="29"/>
                </a:lnTo>
                <a:lnTo>
                  <a:pt x="177" y="30"/>
                </a:lnTo>
                <a:lnTo>
                  <a:pt x="177" y="31"/>
                </a:lnTo>
                <a:lnTo>
                  <a:pt x="177" y="30"/>
                </a:lnTo>
                <a:lnTo>
                  <a:pt x="178" y="30"/>
                </a:lnTo>
                <a:lnTo>
                  <a:pt x="178" y="31"/>
                </a:lnTo>
                <a:lnTo>
                  <a:pt x="178" y="32"/>
                </a:lnTo>
                <a:lnTo>
                  <a:pt x="177" y="32"/>
                </a:lnTo>
                <a:lnTo>
                  <a:pt x="176" y="33"/>
                </a:lnTo>
                <a:lnTo>
                  <a:pt x="175" y="33"/>
                </a:lnTo>
                <a:lnTo>
                  <a:pt x="175" y="34"/>
                </a:lnTo>
                <a:lnTo>
                  <a:pt x="174" y="34"/>
                </a:lnTo>
                <a:lnTo>
                  <a:pt x="173" y="34"/>
                </a:lnTo>
                <a:lnTo>
                  <a:pt x="172" y="35"/>
                </a:lnTo>
                <a:lnTo>
                  <a:pt x="171" y="35"/>
                </a:lnTo>
                <a:lnTo>
                  <a:pt x="171" y="36"/>
                </a:lnTo>
                <a:lnTo>
                  <a:pt x="170" y="37"/>
                </a:lnTo>
                <a:lnTo>
                  <a:pt x="169" y="37"/>
                </a:lnTo>
                <a:lnTo>
                  <a:pt x="169" y="38"/>
                </a:lnTo>
                <a:lnTo>
                  <a:pt x="168" y="38"/>
                </a:lnTo>
                <a:lnTo>
                  <a:pt x="168" y="39"/>
                </a:lnTo>
                <a:lnTo>
                  <a:pt x="168" y="40"/>
                </a:lnTo>
                <a:lnTo>
                  <a:pt x="167" y="40"/>
                </a:lnTo>
                <a:lnTo>
                  <a:pt x="167" y="41"/>
                </a:lnTo>
                <a:lnTo>
                  <a:pt x="164" y="43"/>
                </a:lnTo>
                <a:lnTo>
                  <a:pt x="163" y="43"/>
                </a:lnTo>
                <a:lnTo>
                  <a:pt x="163" y="44"/>
                </a:lnTo>
                <a:lnTo>
                  <a:pt x="162" y="45"/>
                </a:lnTo>
                <a:lnTo>
                  <a:pt x="162" y="46"/>
                </a:lnTo>
                <a:lnTo>
                  <a:pt x="162" y="47"/>
                </a:lnTo>
                <a:lnTo>
                  <a:pt x="162" y="48"/>
                </a:lnTo>
                <a:lnTo>
                  <a:pt x="161" y="48"/>
                </a:lnTo>
                <a:lnTo>
                  <a:pt x="161" y="49"/>
                </a:lnTo>
                <a:lnTo>
                  <a:pt x="161" y="50"/>
                </a:lnTo>
                <a:lnTo>
                  <a:pt x="161" y="51"/>
                </a:lnTo>
                <a:lnTo>
                  <a:pt x="161" y="52"/>
                </a:lnTo>
                <a:lnTo>
                  <a:pt x="161" y="53"/>
                </a:lnTo>
                <a:lnTo>
                  <a:pt x="161" y="57"/>
                </a:lnTo>
                <a:lnTo>
                  <a:pt x="161" y="58"/>
                </a:lnTo>
                <a:lnTo>
                  <a:pt x="161" y="59"/>
                </a:lnTo>
                <a:lnTo>
                  <a:pt x="161" y="60"/>
                </a:lnTo>
                <a:lnTo>
                  <a:pt x="162" y="60"/>
                </a:lnTo>
                <a:lnTo>
                  <a:pt x="162" y="61"/>
                </a:lnTo>
                <a:lnTo>
                  <a:pt x="161" y="61"/>
                </a:lnTo>
                <a:lnTo>
                  <a:pt x="161" y="62"/>
                </a:lnTo>
                <a:lnTo>
                  <a:pt x="162" y="62"/>
                </a:lnTo>
                <a:lnTo>
                  <a:pt x="162" y="65"/>
                </a:lnTo>
                <a:lnTo>
                  <a:pt x="162" y="66"/>
                </a:lnTo>
                <a:lnTo>
                  <a:pt x="162" y="67"/>
                </a:lnTo>
                <a:lnTo>
                  <a:pt x="163" y="67"/>
                </a:lnTo>
                <a:lnTo>
                  <a:pt x="163" y="68"/>
                </a:lnTo>
                <a:lnTo>
                  <a:pt x="163" y="69"/>
                </a:lnTo>
                <a:lnTo>
                  <a:pt x="163" y="70"/>
                </a:lnTo>
                <a:lnTo>
                  <a:pt x="164" y="70"/>
                </a:lnTo>
                <a:lnTo>
                  <a:pt x="164" y="71"/>
                </a:lnTo>
                <a:lnTo>
                  <a:pt x="166" y="72"/>
                </a:lnTo>
                <a:lnTo>
                  <a:pt x="167" y="72"/>
                </a:lnTo>
                <a:lnTo>
                  <a:pt x="168" y="73"/>
                </a:lnTo>
                <a:lnTo>
                  <a:pt x="167" y="73"/>
                </a:lnTo>
                <a:lnTo>
                  <a:pt x="166" y="73"/>
                </a:lnTo>
                <a:lnTo>
                  <a:pt x="166" y="72"/>
                </a:lnTo>
                <a:lnTo>
                  <a:pt x="164" y="72"/>
                </a:lnTo>
                <a:lnTo>
                  <a:pt x="164" y="73"/>
                </a:lnTo>
                <a:lnTo>
                  <a:pt x="166" y="73"/>
                </a:lnTo>
                <a:lnTo>
                  <a:pt x="166" y="74"/>
                </a:lnTo>
                <a:lnTo>
                  <a:pt x="167" y="74"/>
                </a:lnTo>
                <a:lnTo>
                  <a:pt x="167" y="75"/>
                </a:lnTo>
                <a:lnTo>
                  <a:pt x="166" y="75"/>
                </a:lnTo>
                <a:lnTo>
                  <a:pt x="166" y="76"/>
                </a:lnTo>
                <a:lnTo>
                  <a:pt x="166" y="77"/>
                </a:lnTo>
                <a:lnTo>
                  <a:pt x="166" y="78"/>
                </a:lnTo>
                <a:lnTo>
                  <a:pt x="167" y="79"/>
                </a:lnTo>
                <a:lnTo>
                  <a:pt x="166" y="80"/>
                </a:lnTo>
                <a:lnTo>
                  <a:pt x="163" y="81"/>
                </a:lnTo>
                <a:lnTo>
                  <a:pt x="162" y="81"/>
                </a:lnTo>
                <a:lnTo>
                  <a:pt x="162" y="82"/>
                </a:lnTo>
                <a:lnTo>
                  <a:pt x="162" y="83"/>
                </a:lnTo>
                <a:lnTo>
                  <a:pt x="163" y="83"/>
                </a:lnTo>
                <a:lnTo>
                  <a:pt x="163" y="84"/>
                </a:lnTo>
                <a:lnTo>
                  <a:pt x="164" y="85"/>
                </a:lnTo>
                <a:lnTo>
                  <a:pt x="163" y="85"/>
                </a:lnTo>
                <a:lnTo>
                  <a:pt x="163" y="86"/>
                </a:lnTo>
                <a:lnTo>
                  <a:pt x="162" y="86"/>
                </a:lnTo>
                <a:lnTo>
                  <a:pt x="161" y="87"/>
                </a:lnTo>
                <a:lnTo>
                  <a:pt x="161" y="88"/>
                </a:lnTo>
                <a:lnTo>
                  <a:pt x="160" y="88"/>
                </a:lnTo>
                <a:lnTo>
                  <a:pt x="160" y="89"/>
                </a:lnTo>
                <a:lnTo>
                  <a:pt x="159" y="89"/>
                </a:lnTo>
                <a:lnTo>
                  <a:pt x="159" y="90"/>
                </a:lnTo>
                <a:lnTo>
                  <a:pt x="159" y="91"/>
                </a:lnTo>
                <a:lnTo>
                  <a:pt x="158" y="91"/>
                </a:lnTo>
                <a:lnTo>
                  <a:pt x="158" y="92"/>
                </a:lnTo>
                <a:lnTo>
                  <a:pt x="158" y="93"/>
                </a:lnTo>
                <a:lnTo>
                  <a:pt x="158" y="94"/>
                </a:lnTo>
                <a:lnTo>
                  <a:pt x="158" y="95"/>
                </a:lnTo>
                <a:lnTo>
                  <a:pt x="158" y="96"/>
                </a:lnTo>
                <a:lnTo>
                  <a:pt x="157" y="97"/>
                </a:lnTo>
                <a:lnTo>
                  <a:pt x="157" y="98"/>
                </a:lnTo>
                <a:lnTo>
                  <a:pt x="157" y="99"/>
                </a:lnTo>
                <a:lnTo>
                  <a:pt x="156" y="99"/>
                </a:lnTo>
                <a:lnTo>
                  <a:pt x="156" y="100"/>
                </a:lnTo>
                <a:lnTo>
                  <a:pt x="156" y="101"/>
                </a:lnTo>
                <a:lnTo>
                  <a:pt x="157" y="102"/>
                </a:lnTo>
                <a:lnTo>
                  <a:pt x="156" y="102"/>
                </a:lnTo>
                <a:lnTo>
                  <a:pt x="156" y="103"/>
                </a:lnTo>
                <a:lnTo>
                  <a:pt x="155" y="103"/>
                </a:lnTo>
                <a:lnTo>
                  <a:pt x="155" y="105"/>
                </a:lnTo>
                <a:lnTo>
                  <a:pt x="154" y="105"/>
                </a:lnTo>
                <a:lnTo>
                  <a:pt x="154" y="106"/>
                </a:lnTo>
                <a:lnTo>
                  <a:pt x="154" y="107"/>
                </a:lnTo>
                <a:lnTo>
                  <a:pt x="154" y="108"/>
                </a:lnTo>
                <a:lnTo>
                  <a:pt x="153" y="108"/>
                </a:lnTo>
                <a:lnTo>
                  <a:pt x="152" y="109"/>
                </a:lnTo>
                <a:lnTo>
                  <a:pt x="151" y="109"/>
                </a:lnTo>
                <a:lnTo>
                  <a:pt x="151" y="110"/>
                </a:lnTo>
                <a:lnTo>
                  <a:pt x="151" y="111"/>
                </a:lnTo>
                <a:lnTo>
                  <a:pt x="150" y="111"/>
                </a:lnTo>
                <a:lnTo>
                  <a:pt x="149" y="112"/>
                </a:lnTo>
                <a:lnTo>
                  <a:pt x="148" y="113"/>
                </a:lnTo>
                <a:lnTo>
                  <a:pt x="147" y="113"/>
                </a:lnTo>
                <a:lnTo>
                  <a:pt x="147" y="114"/>
                </a:lnTo>
                <a:lnTo>
                  <a:pt x="146" y="115"/>
                </a:lnTo>
                <a:lnTo>
                  <a:pt x="146" y="116"/>
                </a:lnTo>
                <a:lnTo>
                  <a:pt x="146" y="117"/>
                </a:lnTo>
                <a:lnTo>
                  <a:pt x="146" y="118"/>
                </a:lnTo>
                <a:lnTo>
                  <a:pt x="147" y="118"/>
                </a:lnTo>
                <a:lnTo>
                  <a:pt x="147" y="119"/>
                </a:lnTo>
                <a:lnTo>
                  <a:pt x="147" y="120"/>
                </a:lnTo>
                <a:lnTo>
                  <a:pt x="146" y="120"/>
                </a:lnTo>
                <a:lnTo>
                  <a:pt x="146" y="121"/>
                </a:lnTo>
                <a:lnTo>
                  <a:pt x="146" y="122"/>
                </a:lnTo>
                <a:lnTo>
                  <a:pt x="145" y="122"/>
                </a:lnTo>
                <a:lnTo>
                  <a:pt x="145" y="123"/>
                </a:lnTo>
                <a:lnTo>
                  <a:pt x="144" y="123"/>
                </a:lnTo>
                <a:lnTo>
                  <a:pt x="143" y="124"/>
                </a:lnTo>
                <a:lnTo>
                  <a:pt x="143" y="125"/>
                </a:lnTo>
                <a:lnTo>
                  <a:pt x="143" y="126"/>
                </a:lnTo>
                <a:lnTo>
                  <a:pt x="142" y="126"/>
                </a:lnTo>
                <a:lnTo>
                  <a:pt x="142" y="127"/>
                </a:lnTo>
                <a:lnTo>
                  <a:pt x="142" y="128"/>
                </a:lnTo>
                <a:lnTo>
                  <a:pt x="143" y="129"/>
                </a:lnTo>
                <a:lnTo>
                  <a:pt x="143" y="130"/>
                </a:lnTo>
                <a:lnTo>
                  <a:pt x="143" y="131"/>
                </a:lnTo>
                <a:lnTo>
                  <a:pt x="144" y="132"/>
                </a:lnTo>
                <a:lnTo>
                  <a:pt x="145" y="132"/>
                </a:lnTo>
                <a:lnTo>
                  <a:pt x="145" y="133"/>
                </a:lnTo>
                <a:lnTo>
                  <a:pt x="145" y="134"/>
                </a:lnTo>
                <a:lnTo>
                  <a:pt x="145" y="135"/>
                </a:lnTo>
                <a:lnTo>
                  <a:pt x="144" y="135"/>
                </a:lnTo>
                <a:lnTo>
                  <a:pt x="143" y="136"/>
                </a:lnTo>
                <a:lnTo>
                  <a:pt x="143" y="137"/>
                </a:lnTo>
                <a:lnTo>
                  <a:pt x="142" y="137"/>
                </a:lnTo>
                <a:lnTo>
                  <a:pt x="142" y="138"/>
                </a:lnTo>
                <a:lnTo>
                  <a:pt x="141" y="139"/>
                </a:lnTo>
                <a:lnTo>
                  <a:pt x="142" y="140"/>
                </a:lnTo>
                <a:lnTo>
                  <a:pt x="142" y="141"/>
                </a:lnTo>
                <a:lnTo>
                  <a:pt x="142" y="142"/>
                </a:lnTo>
                <a:lnTo>
                  <a:pt x="142" y="143"/>
                </a:lnTo>
                <a:lnTo>
                  <a:pt x="141" y="143"/>
                </a:lnTo>
                <a:lnTo>
                  <a:pt x="141" y="146"/>
                </a:lnTo>
                <a:lnTo>
                  <a:pt x="141" y="147"/>
                </a:lnTo>
                <a:lnTo>
                  <a:pt x="141" y="148"/>
                </a:lnTo>
                <a:lnTo>
                  <a:pt x="141" y="149"/>
                </a:lnTo>
                <a:lnTo>
                  <a:pt x="140" y="149"/>
                </a:lnTo>
                <a:lnTo>
                  <a:pt x="140" y="150"/>
                </a:lnTo>
                <a:lnTo>
                  <a:pt x="140" y="151"/>
                </a:lnTo>
                <a:lnTo>
                  <a:pt x="140" y="152"/>
                </a:lnTo>
                <a:lnTo>
                  <a:pt x="139" y="152"/>
                </a:lnTo>
                <a:lnTo>
                  <a:pt x="139" y="153"/>
                </a:lnTo>
                <a:lnTo>
                  <a:pt x="139" y="154"/>
                </a:lnTo>
                <a:lnTo>
                  <a:pt x="138" y="154"/>
                </a:lnTo>
                <a:lnTo>
                  <a:pt x="138" y="155"/>
                </a:lnTo>
                <a:lnTo>
                  <a:pt x="138" y="157"/>
                </a:lnTo>
                <a:lnTo>
                  <a:pt x="138" y="159"/>
                </a:lnTo>
                <a:lnTo>
                  <a:pt x="139" y="159"/>
                </a:lnTo>
                <a:lnTo>
                  <a:pt x="138" y="159"/>
                </a:lnTo>
                <a:lnTo>
                  <a:pt x="138" y="160"/>
                </a:lnTo>
                <a:lnTo>
                  <a:pt x="138" y="161"/>
                </a:lnTo>
                <a:lnTo>
                  <a:pt x="137" y="161"/>
                </a:lnTo>
                <a:lnTo>
                  <a:pt x="137" y="162"/>
                </a:lnTo>
                <a:lnTo>
                  <a:pt x="137" y="163"/>
                </a:lnTo>
                <a:lnTo>
                  <a:pt x="136" y="163"/>
                </a:lnTo>
                <a:lnTo>
                  <a:pt x="136" y="164"/>
                </a:lnTo>
                <a:lnTo>
                  <a:pt x="136" y="165"/>
                </a:lnTo>
                <a:lnTo>
                  <a:pt x="137" y="165"/>
                </a:lnTo>
                <a:lnTo>
                  <a:pt x="136" y="166"/>
                </a:lnTo>
                <a:lnTo>
                  <a:pt x="136" y="167"/>
                </a:lnTo>
                <a:lnTo>
                  <a:pt x="136" y="168"/>
                </a:lnTo>
                <a:lnTo>
                  <a:pt x="136" y="169"/>
                </a:lnTo>
                <a:lnTo>
                  <a:pt x="136" y="170"/>
                </a:lnTo>
                <a:lnTo>
                  <a:pt x="135" y="170"/>
                </a:lnTo>
                <a:lnTo>
                  <a:pt x="135" y="172"/>
                </a:lnTo>
                <a:lnTo>
                  <a:pt x="135" y="173"/>
                </a:lnTo>
                <a:lnTo>
                  <a:pt x="135" y="176"/>
                </a:lnTo>
                <a:lnTo>
                  <a:pt x="134" y="176"/>
                </a:lnTo>
                <a:lnTo>
                  <a:pt x="134" y="178"/>
                </a:lnTo>
                <a:lnTo>
                  <a:pt x="134" y="179"/>
                </a:lnTo>
                <a:lnTo>
                  <a:pt x="133" y="180"/>
                </a:lnTo>
                <a:lnTo>
                  <a:pt x="133" y="181"/>
                </a:lnTo>
                <a:lnTo>
                  <a:pt x="132" y="182"/>
                </a:lnTo>
                <a:lnTo>
                  <a:pt x="132" y="183"/>
                </a:lnTo>
                <a:lnTo>
                  <a:pt x="132" y="184"/>
                </a:lnTo>
                <a:lnTo>
                  <a:pt x="132" y="186"/>
                </a:lnTo>
                <a:lnTo>
                  <a:pt x="133" y="186"/>
                </a:lnTo>
                <a:lnTo>
                  <a:pt x="133" y="187"/>
                </a:lnTo>
                <a:lnTo>
                  <a:pt x="132" y="189"/>
                </a:lnTo>
                <a:lnTo>
                  <a:pt x="132" y="190"/>
                </a:lnTo>
                <a:lnTo>
                  <a:pt x="132" y="191"/>
                </a:lnTo>
                <a:lnTo>
                  <a:pt x="131" y="192"/>
                </a:lnTo>
                <a:lnTo>
                  <a:pt x="131" y="193"/>
                </a:lnTo>
                <a:lnTo>
                  <a:pt x="130" y="196"/>
                </a:lnTo>
                <a:lnTo>
                  <a:pt x="130" y="197"/>
                </a:lnTo>
                <a:lnTo>
                  <a:pt x="130" y="198"/>
                </a:lnTo>
                <a:lnTo>
                  <a:pt x="129" y="198"/>
                </a:lnTo>
                <a:lnTo>
                  <a:pt x="129" y="199"/>
                </a:lnTo>
                <a:lnTo>
                  <a:pt x="129" y="201"/>
                </a:lnTo>
                <a:lnTo>
                  <a:pt x="129" y="202"/>
                </a:lnTo>
                <a:lnTo>
                  <a:pt x="129" y="203"/>
                </a:lnTo>
                <a:lnTo>
                  <a:pt x="129" y="204"/>
                </a:lnTo>
                <a:lnTo>
                  <a:pt x="128" y="204"/>
                </a:lnTo>
                <a:lnTo>
                  <a:pt x="127" y="205"/>
                </a:lnTo>
                <a:lnTo>
                  <a:pt x="126" y="207"/>
                </a:lnTo>
                <a:lnTo>
                  <a:pt x="125" y="207"/>
                </a:lnTo>
                <a:lnTo>
                  <a:pt x="125" y="208"/>
                </a:lnTo>
                <a:lnTo>
                  <a:pt x="125" y="210"/>
                </a:lnTo>
                <a:lnTo>
                  <a:pt x="125" y="211"/>
                </a:lnTo>
                <a:lnTo>
                  <a:pt x="124" y="211"/>
                </a:lnTo>
                <a:lnTo>
                  <a:pt x="124" y="212"/>
                </a:lnTo>
                <a:lnTo>
                  <a:pt x="124" y="213"/>
                </a:lnTo>
                <a:lnTo>
                  <a:pt x="125" y="213"/>
                </a:lnTo>
                <a:lnTo>
                  <a:pt x="124" y="214"/>
                </a:lnTo>
                <a:lnTo>
                  <a:pt x="124" y="215"/>
                </a:lnTo>
                <a:lnTo>
                  <a:pt x="123" y="215"/>
                </a:lnTo>
                <a:lnTo>
                  <a:pt x="123" y="217"/>
                </a:lnTo>
                <a:lnTo>
                  <a:pt x="123" y="218"/>
                </a:lnTo>
                <a:lnTo>
                  <a:pt x="123" y="219"/>
                </a:lnTo>
                <a:lnTo>
                  <a:pt x="123" y="220"/>
                </a:lnTo>
                <a:lnTo>
                  <a:pt x="123" y="221"/>
                </a:lnTo>
                <a:lnTo>
                  <a:pt x="123" y="223"/>
                </a:lnTo>
                <a:lnTo>
                  <a:pt x="123" y="224"/>
                </a:lnTo>
                <a:lnTo>
                  <a:pt x="124" y="224"/>
                </a:lnTo>
                <a:lnTo>
                  <a:pt x="123" y="225"/>
                </a:lnTo>
                <a:lnTo>
                  <a:pt x="123" y="224"/>
                </a:lnTo>
                <a:lnTo>
                  <a:pt x="123" y="225"/>
                </a:lnTo>
                <a:lnTo>
                  <a:pt x="122" y="225"/>
                </a:lnTo>
                <a:lnTo>
                  <a:pt x="122" y="226"/>
                </a:lnTo>
                <a:lnTo>
                  <a:pt x="121" y="226"/>
                </a:lnTo>
                <a:lnTo>
                  <a:pt x="121" y="227"/>
                </a:lnTo>
                <a:lnTo>
                  <a:pt x="120" y="227"/>
                </a:lnTo>
                <a:lnTo>
                  <a:pt x="119" y="227"/>
                </a:lnTo>
                <a:lnTo>
                  <a:pt x="119" y="228"/>
                </a:lnTo>
                <a:lnTo>
                  <a:pt x="118" y="229"/>
                </a:lnTo>
                <a:lnTo>
                  <a:pt x="118" y="230"/>
                </a:lnTo>
                <a:lnTo>
                  <a:pt x="118" y="231"/>
                </a:lnTo>
                <a:lnTo>
                  <a:pt x="118" y="232"/>
                </a:lnTo>
                <a:lnTo>
                  <a:pt x="117" y="233"/>
                </a:lnTo>
                <a:lnTo>
                  <a:pt x="117" y="234"/>
                </a:lnTo>
                <a:lnTo>
                  <a:pt x="117" y="235"/>
                </a:lnTo>
                <a:lnTo>
                  <a:pt x="116" y="237"/>
                </a:lnTo>
                <a:lnTo>
                  <a:pt x="115" y="238"/>
                </a:lnTo>
                <a:lnTo>
                  <a:pt x="115" y="239"/>
                </a:lnTo>
                <a:lnTo>
                  <a:pt x="114" y="240"/>
                </a:lnTo>
                <a:lnTo>
                  <a:pt x="114" y="241"/>
                </a:lnTo>
                <a:lnTo>
                  <a:pt x="113" y="241"/>
                </a:lnTo>
                <a:lnTo>
                  <a:pt x="112" y="242"/>
                </a:lnTo>
                <a:lnTo>
                  <a:pt x="112" y="243"/>
                </a:lnTo>
                <a:lnTo>
                  <a:pt x="110" y="246"/>
                </a:lnTo>
                <a:lnTo>
                  <a:pt x="110" y="247"/>
                </a:lnTo>
                <a:lnTo>
                  <a:pt x="110" y="248"/>
                </a:lnTo>
                <a:lnTo>
                  <a:pt x="109" y="249"/>
                </a:lnTo>
                <a:lnTo>
                  <a:pt x="108" y="249"/>
                </a:lnTo>
                <a:lnTo>
                  <a:pt x="108" y="250"/>
                </a:lnTo>
                <a:lnTo>
                  <a:pt x="107" y="250"/>
                </a:lnTo>
                <a:lnTo>
                  <a:pt x="106" y="250"/>
                </a:lnTo>
                <a:lnTo>
                  <a:pt x="105" y="251"/>
                </a:lnTo>
                <a:lnTo>
                  <a:pt x="104" y="252"/>
                </a:lnTo>
                <a:lnTo>
                  <a:pt x="104" y="253"/>
                </a:lnTo>
                <a:lnTo>
                  <a:pt x="104" y="254"/>
                </a:lnTo>
                <a:lnTo>
                  <a:pt x="104" y="255"/>
                </a:lnTo>
                <a:lnTo>
                  <a:pt x="104" y="256"/>
                </a:lnTo>
                <a:lnTo>
                  <a:pt x="105" y="256"/>
                </a:lnTo>
                <a:lnTo>
                  <a:pt x="105" y="257"/>
                </a:lnTo>
                <a:lnTo>
                  <a:pt x="105" y="258"/>
                </a:lnTo>
                <a:lnTo>
                  <a:pt x="104" y="258"/>
                </a:lnTo>
                <a:lnTo>
                  <a:pt x="103" y="258"/>
                </a:lnTo>
                <a:lnTo>
                  <a:pt x="103" y="259"/>
                </a:lnTo>
                <a:lnTo>
                  <a:pt x="103" y="260"/>
                </a:lnTo>
                <a:lnTo>
                  <a:pt x="103" y="261"/>
                </a:lnTo>
                <a:lnTo>
                  <a:pt x="102" y="261"/>
                </a:lnTo>
                <a:lnTo>
                  <a:pt x="102" y="262"/>
                </a:lnTo>
                <a:lnTo>
                  <a:pt x="101" y="262"/>
                </a:lnTo>
                <a:lnTo>
                  <a:pt x="101" y="263"/>
                </a:lnTo>
                <a:lnTo>
                  <a:pt x="100" y="263"/>
                </a:lnTo>
                <a:lnTo>
                  <a:pt x="100" y="264"/>
                </a:lnTo>
                <a:lnTo>
                  <a:pt x="99" y="264"/>
                </a:lnTo>
                <a:lnTo>
                  <a:pt x="98" y="265"/>
                </a:lnTo>
                <a:lnTo>
                  <a:pt x="97" y="266"/>
                </a:lnTo>
                <a:lnTo>
                  <a:pt x="96" y="267"/>
                </a:lnTo>
                <a:lnTo>
                  <a:pt x="95" y="267"/>
                </a:lnTo>
                <a:lnTo>
                  <a:pt x="94" y="267"/>
                </a:lnTo>
                <a:lnTo>
                  <a:pt x="94" y="268"/>
                </a:lnTo>
                <a:lnTo>
                  <a:pt x="93" y="268"/>
                </a:lnTo>
                <a:lnTo>
                  <a:pt x="93" y="269"/>
                </a:lnTo>
                <a:lnTo>
                  <a:pt x="92" y="269"/>
                </a:lnTo>
                <a:lnTo>
                  <a:pt x="92" y="270"/>
                </a:lnTo>
                <a:lnTo>
                  <a:pt x="91" y="270"/>
                </a:lnTo>
                <a:lnTo>
                  <a:pt x="90" y="270"/>
                </a:lnTo>
                <a:lnTo>
                  <a:pt x="90" y="271"/>
                </a:lnTo>
                <a:lnTo>
                  <a:pt x="89" y="271"/>
                </a:lnTo>
                <a:lnTo>
                  <a:pt x="89" y="272"/>
                </a:lnTo>
                <a:lnTo>
                  <a:pt x="89" y="273"/>
                </a:lnTo>
                <a:lnTo>
                  <a:pt x="88" y="274"/>
                </a:lnTo>
                <a:lnTo>
                  <a:pt x="88" y="275"/>
                </a:lnTo>
                <a:lnTo>
                  <a:pt x="88" y="276"/>
                </a:lnTo>
                <a:lnTo>
                  <a:pt x="88" y="277"/>
                </a:lnTo>
                <a:lnTo>
                  <a:pt x="88" y="278"/>
                </a:lnTo>
                <a:lnTo>
                  <a:pt x="87" y="279"/>
                </a:lnTo>
                <a:lnTo>
                  <a:pt x="87" y="280"/>
                </a:lnTo>
                <a:lnTo>
                  <a:pt x="86" y="280"/>
                </a:lnTo>
                <a:lnTo>
                  <a:pt x="85" y="280"/>
                </a:lnTo>
                <a:lnTo>
                  <a:pt x="85" y="281"/>
                </a:lnTo>
                <a:lnTo>
                  <a:pt x="85" y="282"/>
                </a:lnTo>
                <a:lnTo>
                  <a:pt x="85" y="283"/>
                </a:lnTo>
                <a:lnTo>
                  <a:pt x="84" y="284"/>
                </a:lnTo>
                <a:lnTo>
                  <a:pt x="84" y="285"/>
                </a:lnTo>
                <a:lnTo>
                  <a:pt x="83" y="287"/>
                </a:lnTo>
                <a:lnTo>
                  <a:pt x="83" y="288"/>
                </a:lnTo>
                <a:lnTo>
                  <a:pt x="83" y="289"/>
                </a:lnTo>
                <a:lnTo>
                  <a:pt x="82" y="290"/>
                </a:lnTo>
                <a:lnTo>
                  <a:pt x="82" y="291"/>
                </a:lnTo>
                <a:lnTo>
                  <a:pt x="82" y="292"/>
                </a:lnTo>
                <a:lnTo>
                  <a:pt x="81" y="294"/>
                </a:lnTo>
                <a:lnTo>
                  <a:pt x="81" y="296"/>
                </a:lnTo>
                <a:lnTo>
                  <a:pt x="80" y="296"/>
                </a:lnTo>
                <a:lnTo>
                  <a:pt x="80" y="297"/>
                </a:lnTo>
                <a:lnTo>
                  <a:pt x="80" y="298"/>
                </a:lnTo>
                <a:lnTo>
                  <a:pt x="79" y="299"/>
                </a:lnTo>
                <a:lnTo>
                  <a:pt x="79" y="300"/>
                </a:lnTo>
                <a:lnTo>
                  <a:pt x="79" y="301"/>
                </a:lnTo>
                <a:lnTo>
                  <a:pt x="79" y="302"/>
                </a:lnTo>
                <a:lnTo>
                  <a:pt x="78" y="302"/>
                </a:lnTo>
                <a:lnTo>
                  <a:pt x="78" y="303"/>
                </a:lnTo>
                <a:lnTo>
                  <a:pt x="78" y="304"/>
                </a:lnTo>
                <a:lnTo>
                  <a:pt x="77" y="304"/>
                </a:lnTo>
                <a:lnTo>
                  <a:pt x="77" y="305"/>
                </a:lnTo>
                <a:lnTo>
                  <a:pt x="77" y="306"/>
                </a:lnTo>
                <a:lnTo>
                  <a:pt x="77" y="311"/>
                </a:lnTo>
                <a:lnTo>
                  <a:pt x="77" y="312"/>
                </a:lnTo>
                <a:lnTo>
                  <a:pt x="77" y="319"/>
                </a:lnTo>
                <a:lnTo>
                  <a:pt x="77" y="324"/>
                </a:lnTo>
                <a:lnTo>
                  <a:pt x="77" y="325"/>
                </a:lnTo>
                <a:lnTo>
                  <a:pt x="77" y="326"/>
                </a:lnTo>
                <a:lnTo>
                  <a:pt x="77" y="327"/>
                </a:lnTo>
                <a:lnTo>
                  <a:pt x="77" y="328"/>
                </a:lnTo>
                <a:lnTo>
                  <a:pt x="78" y="328"/>
                </a:lnTo>
                <a:lnTo>
                  <a:pt x="77" y="330"/>
                </a:lnTo>
                <a:lnTo>
                  <a:pt x="77" y="331"/>
                </a:lnTo>
                <a:lnTo>
                  <a:pt x="77" y="334"/>
                </a:lnTo>
                <a:lnTo>
                  <a:pt x="77" y="335"/>
                </a:lnTo>
                <a:lnTo>
                  <a:pt x="78" y="335"/>
                </a:lnTo>
                <a:lnTo>
                  <a:pt x="77" y="335"/>
                </a:lnTo>
                <a:lnTo>
                  <a:pt x="77" y="336"/>
                </a:lnTo>
                <a:lnTo>
                  <a:pt x="77" y="337"/>
                </a:lnTo>
                <a:lnTo>
                  <a:pt x="76" y="338"/>
                </a:lnTo>
                <a:lnTo>
                  <a:pt x="76" y="339"/>
                </a:lnTo>
                <a:lnTo>
                  <a:pt x="75" y="339"/>
                </a:lnTo>
                <a:lnTo>
                  <a:pt x="74" y="340"/>
                </a:lnTo>
                <a:lnTo>
                  <a:pt x="73" y="340"/>
                </a:lnTo>
                <a:lnTo>
                  <a:pt x="73" y="341"/>
                </a:lnTo>
                <a:lnTo>
                  <a:pt x="73" y="342"/>
                </a:lnTo>
                <a:lnTo>
                  <a:pt x="73" y="343"/>
                </a:lnTo>
                <a:lnTo>
                  <a:pt x="72" y="343"/>
                </a:lnTo>
                <a:lnTo>
                  <a:pt x="73" y="344"/>
                </a:lnTo>
                <a:lnTo>
                  <a:pt x="73" y="345"/>
                </a:lnTo>
                <a:lnTo>
                  <a:pt x="73" y="346"/>
                </a:lnTo>
                <a:lnTo>
                  <a:pt x="74" y="346"/>
                </a:lnTo>
                <a:lnTo>
                  <a:pt x="74" y="347"/>
                </a:lnTo>
                <a:lnTo>
                  <a:pt x="74" y="348"/>
                </a:lnTo>
                <a:lnTo>
                  <a:pt x="75" y="349"/>
                </a:lnTo>
                <a:lnTo>
                  <a:pt x="74" y="349"/>
                </a:lnTo>
                <a:lnTo>
                  <a:pt x="73" y="349"/>
                </a:lnTo>
                <a:lnTo>
                  <a:pt x="73" y="348"/>
                </a:lnTo>
                <a:lnTo>
                  <a:pt x="73" y="347"/>
                </a:lnTo>
                <a:lnTo>
                  <a:pt x="72" y="347"/>
                </a:lnTo>
                <a:lnTo>
                  <a:pt x="71" y="346"/>
                </a:lnTo>
                <a:lnTo>
                  <a:pt x="71" y="345"/>
                </a:lnTo>
                <a:lnTo>
                  <a:pt x="70" y="346"/>
                </a:lnTo>
                <a:lnTo>
                  <a:pt x="69" y="345"/>
                </a:lnTo>
                <a:lnTo>
                  <a:pt x="67" y="344"/>
                </a:lnTo>
                <a:lnTo>
                  <a:pt x="66" y="344"/>
                </a:lnTo>
                <a:lnTo>
                  <a:pt x="66" y="343"/>
                </a:lnTo>
                <a:lnTo>
                  <a:pt x="65" y="343"/>
                </a:lnTo>
                <a:lnTo>
                  <a:pt x="64" y="344"/>
                </a:lnTo>
                <a:lnTo>
                  <a:pt x="64" y="345"/>
                </a:lnTo>
                <a:lnTo>
                  <a:pt x="64" y="346"/>
                </a:lnTo>
                <a:lnTo>
                  <a:pt x="63" y="347"/>
                </a:lnTo>
                <a:lnTo>
                  <a:pt x="62" y="347"/>
                </a:lnTo>
                <a:lnTo>
                  <a:pt x="62" y="346"/>
                </a:lnTo>
                <a:lnTo>
                  <a:pt x="61" y="346"/>
                </a:lnTo>
                <a:lnTo>
                  <a:pt x="61" y="345"/>
                </a:lnTo>
                <a:lnTo>
                  <a:pt x="61" y="344"/>
                </a:lnTo>
                <a:lnTo>
                  <a:pt x="61" y="342"/>
                </a:lnTo>
                <a:lnTo>
                  <a:pt x="61" y="341"/>
                </a:lnTo>
                <a:lnTo>
                  <a:pt x="61" y="340"/>
                </a:lnTo>
                <a:lnTo>
                  <a:pt x="60" y="339"/>
                </a:lnTo>
                <a:lnTo>
                  <a:pt x="59" y="338"/>
                </a:lnTo>
                <a:lnTo>
                  <a:pt x="59" y="337"/>
                </a:lnTo>
                <a:lnTo>
                  <a:pt x="59" y="336"/>
                </a:lnTo>
                <a:lnTo>
                  <a:pt x="59" y="335"/>
                </a:lnTo>
                <a:lnTo>
                  <a:pt x="60" y="335"/>
                </a:lnTo>
                <a:lnTo>
                  <a:pt x="60" y="334"/>
                </a:lnTo>
                <a:lnTo>
                  <a:pt x="59" y="334"/>
                </a:lnTo>
                <a:lnTo>
                  <a:pt x="59" y="333"/>
                </a:lnTo>
                <a:lnTo>
                  <a:pt x="60" y="333"/>
                </a:lnTo>
                <a:lnTo>
                  <a:pt x="61" y="332"/>
                </a:lnTo>
                <a:lnTo>
                  <a:pt x="60" y="332"/>
                </a:lnTo>
                <a:lnTo>
                  <a:pt x="60" y="331"/>
                </a:lnTo>
                <a:lnTo>
                  <a:pt x="60" y="330"/>
                </a:lnTo>
                <a:lnTo>
                  <a:pt x="61" y="330"/>
                </a:lnTo>
                <a:lnTo>
                  <a:pt x="61" y="329"/>
                </a:lnTo>
                <a:lnTo>
                  <a:pt x="61" y="328"/>
                </a:lnTo>
                <a:lnTo>
                  <a:pt x="61" y="327"/>
                </a:lnTo>
                <a:lnTo>
                  <a:pt x="61" y="326"/>
                </a:lnTo>
                <a:lnTo>
                  <a:pt x="59" y="319"/>
                </a:lnTo>
                <a:lnTo>
                  <a:pt x="59" y="318"/>
                </a:lnTo>
                <a:lnTo>
                  <a:pt x="59" y="317"/>
                </a:lnTo>
                <a:lnTo>
                  <a:pt x="58" y="317"/>
                </a:lnTo>
                <a:lnTo>
                  <a:pt x="58" y="316"/>
                </a:lnTo>
                <a:lnTo>
                  <a:pt x="58" y="315"/>
                </a:lnTo>
                <a:lnTo>
                  <a:pt x="57" y="315"/>
                </a:lnTo>
                <a:lnTo>
                  <a:pt x="57" y="314"/>
                </a:lnTo>
                <a:lnTo>
                  <a:pt x="56" y="313"/>
                </a:lnTo>
                <a:lnTo>
                  <a:pt x="55" y="313"/>
                </a:lnTo>
                <a:lnTo>
                  <a:pt x="55" y="312"/>
                </a:lnTo>
                <a:lnTo>
                  <a:pt x="56" y="312"/>
                </a:lnTo>
                <a:lnTo>
                  <a:pt x="56" y="311"/>
                </a:lnTo>
                <a:lnTo>
                  <a:pt x="55" y="311"/>
                </a:lnTo>
                <a:lnTo>
                  <a:pt x="55" y="310"/>
                </a:lnTo>
                <a:lnTo>
                  <a:pt x="55" y="309"/>
                </a:lnTo>
                <a:lnTo>
                  <a:pt x="55" y="308"/>
                </a:lnTo>
                <a:lnTo>
                  <a:pt x="55" y="307"/>
                </a:lnTo>
                <a:lnTo>
                  <a:pt x="54" y="307"/>
                </a:lnTo>
                <a:lnTo>
                  <a:pt x="54" y="306"/>
                </a:lnTo>
                <a:lnTo>
                  <a:pt x="53" y="305"/>
                </a:lnTo>
                <a:lnTo>
                  <a:pt x="52" y="305"/>
                </a:lnTo>
                <a:lnTo>
                  <a:pt x="52" y="304"/>
                </a:lnTo>
                <a:lnTo>
                  <a:pt x="51" y="304"/>
                </a:lnTo>
                <a:lnTo>
                  <a:pt x="51" y="303"/>
                </a:lnTo>
                <a:lnTo>
                  <a:pt x="51" y="302"/>
                </a:lnTo>
                <a:lnTo>
                  <a:pt x="50" y="302"/>
                </a:lnTo>
                <a:lnTo>
                  <a:pt x="50" y="301"/>
                </a:lnTo>
                <a:lnTo>
                  <a:pt x="49" y="301"/>
                </a:lnTo>
                <a:lnTo>
                  <a:pt x="49" y="300"/>
                </a:lnTo>
                <a:lnTo>
                  <a:pt x="48" y="299"/>
                </a:lnTo>
                <a:lnTo>
                  <a:pt x="47" y="299"/>
                </a:lnTo>
                <a:lnTo>
                  <a:pt x="46" y="298"/>
                </a:lnTo>
                <a:lnTo>
                  <a:pt x="45" y="298"/>
                </a:lnTo>
                <a:lnTo>
                  <a:pt x="45" y="297"/>
                </a:lnTo>
                <a:lnTo>
                  <a:pt x="43" y="297"/>
                </a:lnTo>
                <a:lnTo>
                  <a:pt x="43" y="296"/>
                </a:lnTo>
                <a:lnTo>
                  <a:pt x="42" y="296"/>
                </a:lnTo>
                <a:lnTo>
                  <a:pt x="42" y="295"/>
                </a:lnTo>
                <a:lnTo>
                  <a:pt x="41" y="295"/>
                </a:lnTo>
                <a:lnTo>
                  <a:pt x="40" y="295"/>
                </a:lnTo>
                <a:lnTo>
                  <a:pt x="39" y="294"/>
                </a:lnTo>
                <a:lnTo>
                  <a:pt x="38" y="294"/>
                </a:lnTo>
                <a:lnTo>
                  <a:pt x="38" y="293"/>
                </a:lnTo>
                <a:lnTo>
                  <a:pt x="37" y="293"/>
                </a:lnTo>
                <a:lnTo>
                  <a:pt x="37" y="292"/>
                </a:lnTo>
                <a:lnTo>
                  <a:pt x="36" y="292"/>
                </a:lnTo>
                <a:lnTo>
                  <a:pt x="36" y="291"/>
                </a:lnTo>
                <a:lnTo>
                  <a:pt x="36" y="290"/>
                </a:lnTo>
                <a:lnTo>
                  <a:pt x="35" y="290"/>
                </a:lnTo>
                <a:lnTo>
                  <a:pt x="34" y="290"/>
                </a:lnTo>
                <a:lnTo>
                  <a:pt x="33" y="290"/>
                </a:lnTo>
                <a:lnTo>
                  <a:pt x="33" y="289"/>
                </a:lnTo>
                <a:lnTo>
                  <a:pt x="32" y="289"/>
                </a:lnTo>
                <a:lnTo>
                  <a:pt x="31" y="288"/>
                </a:lnTo>
                <a:lnTo>
                  <a:pt x="30" y="287"/>
                </a:lnTo>
                <a:lnTo>
                  <a:pt x="29" y="287"/>
                </a:lnTo>
                <a:lnTo>
                  <a:pt x="28" y="287"/>
                </a:lnTo>
                <a:lnTo>
                  <a:pt x="28" y="286"/>
                </a:lnTo>
                <a:lnTo>
                  <a:pt x="26" y="285"/>
                </a:lnTo>
                <a:lnTo>
                  <a:pt x="26" y="284"/>
                </a:lnTo>
                <a:lnTo>
                  <a:pt x="26" y="283"/>
                </a:lnTo>
                <a:lnTo>
                  <a:pt x="25" y="283"/>
                </a:lnTo>
                <a:lnTo>
                  <a:pt x="26" y="282"/>
                </a:lnTo>
                <a:lnTo>
                  <a:pt x="26" y="283"/>
                </a:lnTo>
                <a:lnTo>
                  <a:pt x="27" y="284"/>
                </a:lnTo>
                <a:lnTo>
                  <a:pt x="27" y="283"/>
                </a:lnTo>
                <a:lnTo>
                  <a:pt x="26" y="282"/>
                </a:lnTo>
                <a:lnTo>
                  <a:pt x="26" y="281"/>
                </a:lnTo>
                <a:lnTo>
                  <a:pt x="25" y="281"/>
                </a:lnTo>
                <a:lnTo>
                  <a:pt x="25" y="280"/>
                </a:lnTo>
                <a:lnTo>
                  <a:pt x="24" y="279"/>
                </a:lnTo>
                <a:lnTo>
                  <a:pt x="23" y="278"/>
                </a:lnTo>
                <a:lnTo>
                  <a:pt x="23" y="277"/>
                </a:lnTo>
                <a:lnTo>
                  <a:pt x="22" y="277"/>
                </a:lnTo>
                <a:lnTo>
                  <a:pt x="22" y="276"/>
                </a:lnTo>
                <a:lnTo>
                  <a:pt x="23" y="276"/>
                </a:lnTo>
                <a:lnTo>
                  <a:pt x="23" y="277"/>
                </a:lnTo>
                <a:lnTo>
                  <a:pt x="23" y="276"/>
                </a:lnTo>
                <a:lnTo>
                  <a:pt x="23" y="275"/>
                </a:lnTo>
                <a:lnTo>
                  <a:pt x="23" y="276"/>
                </a:lnTo>
                <a:lnTo>
                  <a:pt x="22" y="275"/>
                </a:lnTo>
                <a:lnTo>
                  <a:pt x="21" y="276"/>
                </a:lnTo>
                <a:lnTo>
                  <a:pt x="21" y="275"/>
                </a:lnTo>
                <a:lnTo>
                  <a:pt x="20" y="275"/>
                </a:lnTo>
                <a:lnTo>
                  <a:pt x="20" y="274"/>
                </a:lnTo>
                <a:lnTo>
                  <a:pt x="19" y="273"/>
                </a:lnTo>
                <a:lnTo>
                  <a:pt x="19" y="272"/>
                </a:lnTo>
                <a:lnTo>
                  <a:pt x="19" y="271"/>
                </a:lnTo>
                <a:lnTo>
                  <a:pt x="20" y="271"/>
                </a:lnTo>
                <a:lnTo>
                  <a:pt x="20" y="270"/>
                </a:lnTo>
                <a:lnTo>
                  <a:pt x="21" y="270"/>
                </a:lnTo>
                <a:lnTo>
                  <a:pt x="21" y="269"/>
                </a:lnTo>
                <a:lnTo>
                  <a:pt x="22" y="269"/>
                </a:lnTo>
                <a:lnTo>
                  <a:pt x="21" y="268"/>
                </a:lnTo>
                <a:lnTo>
                  <a:pt x="22" y="268"/>
                </a:lnTo>
                <a:lnTo>
                  <a:pt x="22" y="266"/>
                </a:lnTo>
                <a:lnTo>
                  <a:pt x="21" y="266"/>
                </a:lnTo>
                <a:lnTo>
                  <a:pt x="21" y="267"/>
                </a:lnTo>
                <a:lnTo>
                  <a:pt x="20" y="267"/>
                </a:lnTo>
                <a:lnTo>
                  <a:pt x="20" y="266"/>
                </a:lnTo>
                <a:lnTo>
                  <a:pt x="20" y="265"/>
                </a:lnTo>
                <a:lnTo>
                  <a:pt x="19" y="264"/>
                </a:lnTo>
                <a:lnTo>
                  <a:pt x="19" y="263"/>
                </a:lnTo>
                <a:lnTo>
                  <a:pt x="18" y="262"/>
                </a:lnTo>
                <a:lnTo>
                  <a:pt x="18" y="261"/>
                </a:lnTo>
                <a:lnTo>
                  <a:pt x="17" y="259"/>
                </a:lnTo>
                <a:lnTo>
                  <a:pt x="17" y="258"/>
                </a:lnTo>
                <a:lnTo>
                  <a:pt x="16" y="257"/>
                </a:lnTo>
                <a:lnTo>
                  <a:pt x="16" y="256"/>
                </a:lnTo>
                <a:lnTo>
                  <a:pt x="15" y="256"/>
                </a:lnTo>
                <a:lnTo>
                  <a:pt x="16" y="256"/>
                </a:lnTo>
                <a:lnTo>
                  <a:pt x="16" y="255"/>
                </a:lnTo>
                <a:lnTo>
                  <a:pt x="15" y="255"/>
                </a:lnTo>
                <a:lnTo>
                  <a:pt x="15" y="254"/>
                </a:lnTo>
                <a:lnTo>
                  <a:pt x="15" y="253"/>
                </a:lnTo>
                <a:lnTo>
                  <a:pt x="15" y="252"/>
                </a:lnTo>
                <a:lnTo>
                  <a:pt x="14" y="252"/>
                </a:lnTo>
                <a:lnTo>
                  <a:pt x="14" y="251"/>
                </a:lnTo>
                <a:lnTo>
                  <a:pt x="14" y="250"/>
                </a:lnTo>
                <a:lnTo>
                  <a:pt x="14" y="249"/>
                </a:lnTo>
                <a:lnTo>
                  <a:pt x="13" y="248"/>
                </a:lnTo>
                <a:lnTo>
                  <a:pt x="13" y="247"/>
                </a:lnTo>
                <a:lnTo>
                  <a:pt x="13" y="246"/>
                </a:lnTo>
                <a:lnTo>
                  <a:pt x="13" y="245"/>
                </a:lnTo>
                <a:lnTo>
                  <a:pt x="12" y="245"/>
                </a:lnTo>
                <a:lnTo>
                  <a:pt x="13" y="244"/>
                </a:lnTo>
                <a:lnTo>
                  <a:pt x="13" y="243"/>
                </a:lnTo>
                <a:lnTo>
                  <a:pt x="12" y="242"/>
                </a:lnTo>
                <a:lnTo>
                  <a:pt x="11" y="240"/>
                </a:lnTo>
                <a:lnTo>
                  <a:pt x="11" y="239"/>
                </a:lnTo>
                <a:lnTo>
                  <a:pt x="11" y="238"/>
                </a:lnTo>
                <a:lnTo>
                  <a:pt x="10" y="238"/>
                </a:lnTo>
                <a:lnTo>
                  <a:pt x="10" y="237"/>
                </a:lnTo>
                <a:lnTo>
                  <a:pt x="9" y="237"/>
                </a:lnTo>
                <a:lnTo>
                  <a:pt x="9" y="236"/>
                </a:lnTo>
                <a:lnTo>
                  <a:pt x="8" y="236"/>
                </a:lnTo>
                <a:lnTo>
                  <a:pt x="7" y="235"/>
                </a:lnTo>
                <a:lnTo>
                  <a:pt x="7" y="234"/>
                </a:lnTo>
                <a:lnTo>
                  <a:pt x="6" y="234"/>
                </a:lnTo>
                <a:lnTo>
                  <a:pt x="5" y="233"/>
                </a:lnTo>
                <a:lnTo>
                  <a:pt x="4" y="233"/>
                </a:lnTo>
                <a:lnTo>
                  <a:pt x="3" y="232"/>
                </a:lnTo>
                <a:lnTo>
                  <a:pt x="3" y="231"/>
                </a:lnTo>
                <a:lnTo>
                  <a:pt x="2" y="231"/>
                </a:lnTo>
                <a:lnTo>
                  <a:pt x="2" y="232"/>
                </a:lnTo>
                <a:lnTo>
                  <a:pt x="2" y="231"/>
                </a:lnTo>
                <a:lnTo>
                  <a:pt x="1" y="231"/>
                </a:lnTo>
                <a:lnTo>
                  <a:pt x="1" y="230"/>
                </a:lnTo>
                <a:lnTo>
                  <a:pt x="0" y="230"/>
                </a:lnTo>
                <a:lnTo>
                  <a:pt x="1" y="231"/>
                </a:lnTo>
                <a:lnTo>
                  <a:pt x="0" y="231"/>
                </a:lnTo>
                <a:lnTo>
                  <a:pt x="0" y="230"/>
                </a:lnTo>
                <a:lnTo>
                  <a:pt x="0" y="229"/>
                </a:lnTo>
                <a:lnTo>
                  <a:pt x="0" y="228"/>
                </a:lnTo>
                <a:lnTo>
                  <a:pt x="0" y="227"/>
                </a:lnTo>
                <a:lnTo>
                  <a:pt x="0" y="226"/>
                </a:lnTo>
                <a:lnTo>
                  <a:pt x="0" y="225"/>
                </a:lnTo>
                <a:lnTo>
                  <a:pt x="1" y="225"/>
                </a:lnTo>
                <a:lnTo>
                  <a:pt x="1" y="224"/>
                </a:lnTo>
                <a:lnTo>
                  <a:pt x="1" y="225"/>
                </a:lnTo>
                <a:lnTo>
                  <a:pt x="0" y="225"/>
                </a:lnTo>
                <a:lnTo>
                  <a:pt x="0" y="226"/>
                </a:lnTo>
                <a:lnTo>
                  <a:pt x="1" y="225"/>
                </a:lnTo>
                <a:lnTo>
                  <a:pt x="2" y="225"/>
                </a:lnTo>
                <a:lnTo>
                  <a:pt x="3" y="224"/>
                </a:lnTo>
                <a:lnTo>
                  <a:pt x="4" y="224"/>
                </a:lnTo>
                <a:lnTo>
                  <a:pt x="4" y="223"/>
                </a:lnTo>
                <a:lnTo>
                  <a:pt x="5" y="223"/>
                </a:lnTo>
                <a:lnTo>
                  <a:pt x="5" y="222"/>
                </a:lnTo>
                <a:lnTo>
                  <a:pt x="4" y="222"/>
                </a:lnTo>
                <a:lnTo>
                  <a:pt x="4" y="219"/>
                </a:lnTo>
                <a:lnTo>
                  <a:pt x="3" y="219"/>
                </a:lnTo>
                <a:lnTo>
                  <a:pt x="3" y="218"/>
                </a:lnTo>
                <a:lnTo>
                  <a:pt x="3" y="217"/>
                </a:lnTo>
                <a:lnTo>
                  <a:pt x="4" y="217"/>
                </a:lnTo>
                <a:lnTo>
                  <a:pt x="4" y="216"/>
                </a:lnTo>
                <a:lnTo>
                  <a:pt x="4" y="215"/>
                </a:lnTo>
                <a:lnTo>
                  <a:pt x="5" y="215"/>
                </a:lnTo>
                <a:lnTo>
                  <a:pt x="5" y="214"/>
                </a:lnTo>
                <a:lnTo>
                  <a:pt x="4" y="214"/>
                </a:lnTo>
                <a:lnTo>
                  <a:pt x="4" y="213"/>
                </a:lnTo>
                <a:lnTo>
                  <a:pt x="4" y="212"/>
                </a:lnTo>
                <a:lnTo>
                  <a:pt x="5" y="213"/>
                </a:lnTo>
                <a:lnTo>
                  <a:pt x="4" y="213"/>
                </a:lnTo>
                <a:lnTo>
                  <a:pt x="5" y="214"/>
                </a:lnTo>
                <a:lnTo>
                  <a:pt x="5" y="213"/>
                </a:lnTo>
                <a:lnTo>
                  <a:pt x="5" y="212"/>
                </a:lnTo>
                <a:lnTo>
                  <a:pt x="6" y="211"/>
                </a:lnTo>
                <a:lnTo>
                  <a:pt x="7" y="211"/>
                </a:lnTo>
                <a:lnTo>
                  <a:pt x="7" y="210"/>
                </a:lnTo>
                <a:lnTo>
                  <a:pt x="6" y="210"/>
                </a:lnTo>
                <a:lnTo>
                  <a:pt x="7" y="209"/>
                </a:lnTo>
                <a:lnTo>
                  <a:pt x="7" y="208"/>
                </a:lnTo>
                <a:lnTo>
                  <a:pt x="7" y="209"/>
                </a:lnTo>
                <a:lnTo>
                  <a:pt x="6" y="209"/>
                </a:lnTo>
                <a:lnTo>
                  <a:pt x="5" y="209"/>
                </a:lnTo>
                <a:lnTo>
                  <a:pt x="5" y="206"/>
                </a:lnTo>
                <a:lnTo>
                  <a:pt x="6" y="206"/>
                </a:lnTo>
                <a:lnTo>
                  <a:pt x="7" y="206"/>
                </a:lnTo>
                <a:lnTo>
                  <a:pt x="6" y="206"/>
                </a:lnTo>
                <a:lnTo>
                  <a:pt x="7" y="205"/>
                </a:lnTo>
                <a:lnTo>
                  <a:pt x="7" y="204"/>
                </a:lnTo>
                <a:lnTo>
                  <a:pt x="7" y="203"/>
                </a:lnTo>
                <a:lnTo>
                  <a:pt x="8" y="203"/>
                </a:lnTo>
                <a:lnTo>
                  <a:pt x="8" y="202"/>
                </a:lnTo>
                <a:lnTo>
                  <a:pt x="8" y="201"/>
                </a:lnTo>
                <a:lnTo>
                  <a:pt x="7" y="201"/>
                </a:lnTo>
                <a:lnTo>
                  <a:pt x="8" y="201"/>
                </a:lnTo>
                <a:lnTo>
                  <a:pt x="8" y="200"/>
                </a:lnTo>
                <a:lnTo>
                  <a:pt x="9" y="199"/>
                </a:lnTo>
                <a:lnTo>
                  <a:pt x="9" y="198"/>
                </a:lnTo>
                <a:lnTo>
                  <a:pt x="9" y="199"/>
                </a:lnTo>
                <a:lnTo>
                  <a:pt x="8" y="200"/>
                </a:lnTo>
                <a:lnTo>
                  <a:pt x="9" y="200"/>
                </a:lnTo>
                <a:lnTo>
                  <a:pt x="9" y="199"/>
                </a:lnTo>
                <a:lnTo>
                  <a:pt x="10" y="199"/>
                </a:lnTo>
                <a:lnTo>
                  <a:pt x="10" y="200"/>
                </a:lnTo>
                <a:lnTo>
                  <a:pt x="11" y="199"/>
                </a:lnTo>
                <a:lnTo>
                  <a:pt x="11" y="198"/>
                </a:lnTo>
                <a:lnTo>
                  <a:pt x="10" y="198"/>
                </a:lnTo>
                <a:lnTo>
                  <a:pt x="9" y="198"/>
                </a:lnTo>
                <a:lnTo>
                  <a:pt x="9" y="197"/>
                </a:lnTo>
                <a:lnTo>
                  <a:pt x="11" y="197"/>
                </a:lnTo>
                <a:lnTo>
                  <a:pt x="11" y="196"/>
                </a:lnTo>
                <a:lnTo>
                  <a:pt x="11" y="195"/>
                </a:lnTo>
                <a:lnTo>
                  <a:pt x="10" y="196"/>
                </a:lnTo>
                <a:lnTo>
                  <a:pt x="10" y="195"/>
                </a:lnTo>
                <a:lnTo>
                  <a:pt x="10" y="194"/>
                </a:lnTo>
                <a:lnTo>
                  <a:pt x="10" y="193"/>
                </a:lnTo>
                <a:lnTo>
                  <a:pt x="11" y="193"/>
                </a:lnTo>
                <a:lnTo>
                  <a:pt x="10" y="193"/>
                </a:lnTo>
                <a:lnTo>
                  <a:pt x="10" y="192"/>
                </a:lnTo>
                <a:lnTo>
                  <a:pt x="10" y="191"/>
                </a:lnTo>
                <a:lnTo>
                  <a:pt x="11" y="191"/>
                </a:lnTo>
                <a:lnTo>
                  <a:pt x="10" y="191"/>
                </a:lnTo>
                <a:lnTo>
                  <a:pt x="10" y="190"/>
                </a:lnTo>
                <a:lnTo>
                  <a:pt x="9" y="191"/>
                </a:lnTo>
                <a:lnTo>
                  <a:pt x="9" y="190"/>
                </a:lnTo>
                <a:lnTo>
                  <a:pt x="10" y="189"/>
                </a:lnTo>
                <a:lnTo>
                  <a:pt x="10" y="188"/>
                </a:lnTo>
                <a:lnTo>
                  <a:pt x="10" y="187"/>
                </a:lnTo>
                <a:lnTo>
                  <a:pt x="11" y="187"/>
                </a:lnTo>
                <a:lnTo>
                  <a:pt x="11" y="186"/>
                </a:lnTo>
                <a:lnTo>
                  <a:pt x="9" y="186"/>
                </a:lnTo>
                <a:lnTo>
                  <a:pt x="8" y="186"/>
                </a:lnTo>
                <a:lnTo>
                  <a:pt x="7" y="186"/>
                </a:lnTo>
                <a:lnTo>
                  <a:pt x="7" y="184"/>
                </a:lnTo>
                <a:lnTo>
                  <a:pt x="8" y="183"/>
                </a:lnTo>
                <a:lnTo>
                  <a:pt x="10" y="184"/>
                </a:lnTo>
                <a:lnTo>
                  <a:pt x="10" y="183"/>
                </a:lnTo>
                <a:lnTo>
                  <a:pt x="11" y="183"/>
                </a:lnTo>
                <a:lnTo>
                  <a:pt x="11" y="182"/>
                </a:lnTo>
                <a:lnTo>
                  <a:pt x="10" y="182"/>
                </a:lnTo>
                <a:lnTo>
                  <a:pt x="10" y="181"/>
                </a:lnTo>
                <a:lnTo>
                  <a:pt x="9" y="181"/>
                </a:lnTo>
                <a:lnTo>
                  <a:pt x="9" y="180"/>
                </a:lnTo>
                <a:lnTo>
                  <a:pt x="9" y="179"/>
                </a:lnTo>
                <a:lnTo>
                  <a:pt x="10" y="179"/>
                </a:lnTo>
                <a:lnTo>
                  <a:pt x="10" y="178"/>
                </a:lnTo>
                <a:lnTo>
                  <a:pt x="9" y="178"/>
                </a:lnTo>
                <a:lnTo>
                  <a:pt x="10" y="177"/>
                </a:lnTo>
                <a:lnTo>
                  <a:pt x="10" y="176"/>
                </a:lnTo>
                <a:lnTo>
                  <a:pt x="10" y="175"/>
                </a:lnTo>
                <a:lnTo>
                  <a:pt x="10" y="174"/>
                </a:lnTo>
                <a:lnTo>
                  <a:pt x="9" y="173"/>
                </a:lnTo>
                <a:lnTo>
                  <a:pt x="10" y="172"/>
                </a:lnTo>
                <a:lnTo>
                  <a:pt x="10" y="171"/>
                </a:lnTo>
                <a:lnTo>
                  <a:pt x="10" y="170"/>
                </a:lnTo>
                <a:lnTo>
                  <a:pt x="10" y="169"/>
                </a:lnTo>
                <a:lnTo>
                  <a:pt x="11" y="169"/>
                </a:lnTo>
                <a:lnTo>
                  <a:pt x="11" y="168"/>
                </a:lnTo>
                <a:lnTo>
                  <a:pt x="11" y="167"/>
                </a:lnTo>
                <a:lnTo>
                  <a:pt x="12" y="166"/>
                </a:lnTo>
                <a:lnTo>
                  <a:pt x="13" y="165"/>
                </a:lnTo>
                <a:lnTo>
                  <a:pt x="14" y="165"/>
                </a:lnTo>
                <a:lnTo>
                  <a:pt x="13" y="164"/>
                </a:lnTo>
                <a:lnTo>
                  <a:pt x="12" y="164"/>
                </a:lnTo>
                <a:lnTo>
                  <a:pt x="12" y="163"/>
                </a:lnTo>
                <a:lnTo>
                  <a:pt x="12" y="161"/>
                </a:lnTo>
                <a:lnTo>
                  <a:pt x="13" y="159"/>
                </a:lnTo>
                <a:lnTo>
                  <a:pt x="15" y="159"/>
                </a:lnTo>
                <a:lnTo>
                  <a:pt x="15" y="158"/>
                </a:lnTo>
                <a:lnTo>
                  <a:pt x="16" y="157"/>
                </a:lnTo>
                <a:lnTo>
                  <a:pt x="16" y="156"/>
                </a:lnTo>
                <a:lnTo>
                  <a:pt x="17" y="155"/>
                </a:lnTo>
                <a:lnTo>
                  <a:pt x="16" y="155"/>
                </a:lnTo>
                <a:lnTo>
                  <a:pt x="16" y="156"/>
                </a:lnTo>
                <a:lnTo>
                  <a:pt x="15" y="156"/>
                </a:lnTo>
                <a:lnTo>
                  <a:pt x="15" y="157"/>
                </a:lnTo>
                <a:lnTo>
                  <a:pt x="14" y="158"/>
                </a:lnTo>
                <a:lnTo>
                  <a:pt x="14" y="159"/>
                </a:lnTo>
                <a:lnTo>
                  <a:pt x="13" y="159"/>
                </a:lnTo>
                <a:lnTo>
                  <a:pt x="12" y="159"/>
                </a:lnTo>
                <a:lnTo>
                  <a:pt x="12" y="158"/>
                </a:lnTo>
                <a:lnTo>
                  <a:pt x="12" y="157"/>
                </a:lnTo>
                <a:lnTo>
                  <a:pt x="13" y="156"/>
                </a:lnTo>
                <a:lnTo>
                  <a:pt x="13" y="155"/>
                </a:lnTo>
                <a:lnTo>
                  <a:pt x="12" y="155"/>
                </a:lnTo>
                <a:lnTo>
                  <a:pt x="13" y="154"/>
                </a:lnTo>
                <a:lnTo>
                  <a:pt x="14" y="153"/>
                </a:lnTo>
                <a:lnTo>
                  <a:pt x="15" y="153"/>
                </a:lnTo>
                <a:lnTo>
                  <a:pt x="15" y="152"/>
                </a:lnTo>
                <a:lnTo>
                  <a:pt x="16" y="153"/>
                </a:lnTo>
                <a:lnTo>
                  <a:pt x="17" y="153"/>
                </a:lnTo>
                <a:lnTo>
                  <a:pt x="17" y="152"/>
                </a:lnTo>
                <a:lnTo>
                  <a:pt x="17" y="151"/>
                </a:lnTo>
                <a:lnTo>
                  <a:pt x="18" y="152"/>
                </a:lnTo>
                <a:lnTo>
                  <a:pt x="19" y="152"/>
                </a:lnTo>
                <a:lnTo>
                  <a:pt x="19" y="151"/>
                </a:lnTo>
                <a:lnTo>
                  <a:pt x="20" y="151"/>
                </a:lnTo>
                <a:lnTo>
                  <a:pt x="21" y="150"/>
                </a:lnTo>
                <a:lnTo>
                  <a:pt x="20" y="150"/>
                </a:lnTo>
                <a:lnTo>
                  <a:pt x="19" y="149"/>
                </a:lnTo>
                <a:lnTo>
                  <a:pt x="19" y="148"/>
                </a:lnTo>
                <a:lnTo>
                  <a:pt x="20" y="149"/>
                </a:lnTo>
                <a:lnTo>
                  <a:pt x="20" y="148"/>
                </a:lnTo>
                <a:lnTo>
                  <a:pt x="21" y="148"/>
                </a:lnTo>
                <a:lnTo>
                  <a:pt x="22" y="148"/>
                </a:lnTo>
                <a:lnTo>
                  <a:pt x="22" y="147"/>
                </a:lnTo>
                <a:lnTo>
                  <a:pt x="23" y="147"/>
                </a:lnTo>
                <a:lnTo>
                  <a:pt x="23" y="146"/>
                </a:lnTo>
                <a:lnTo>
                  <a:pt x="23" y="145"/>
                </a:lnTo>
                <a:lnTo>
                  <a:pt x="24" y="145"/>
                </a:lnTo>
                <a:lnTo>
                  <a:pt x="24" y="144"/>
                </a:lnTo>
                <a:lnTo>
                  <a:pt x="24" y="143"/>
                </a:lnTo>
                <a:lnTo>
                  <a:pt x="25" y="143"/>
                </a:lnTo>
                <a:lnTo>
                  <a:pt x="25" y="142"/>
                </a:lnTo>
                <a:lnTo>
                  <a:pt x="25" y="141"/>
                </a:lnTo>
                <a:lnTo>
                  <a:pt x="26" y="141"/>
                </a:lnTo>
                <a:lnTo>
                  <a:pt x="24" y="140"/>
                </a:lnTo>
                <a:lnTo>
                  <a:pt x="26" y="138"/>
                </a:lnTo>
                <a:lnTo>
                  <a:pt x="26" y="137"/>
                </a:lnTo>
                <a:lnTo>
                  <a:pt x="26" y="136"/>
                </a:lnTo>
                <a:lnTo>
                  <a:pt x="26" y="135"/>
                </a:lnTo>
                <a:lnTo>
                  <a:pt x="28" y="135"/>
                </a:lnTo>
                <a:lnTo>
                  <a:pt x="28" y="134"/>
                </a:lnTo>
                <a:lnTo>
                  <a:pt x="29" y="133"/>
                </a:lnTo>
                <a:lnTo>
                  <a:pt x="29" y="132"/>
                </a:lnTo>
                <a:lnTo>
                  <a:pt x="30" y="131"/>
                </a:lnTo>
                <a:lnTo>
                  <a:pt x="30" y="130"/>
                </a:lnTo>
                <a:lnTo>
                  <a:pt x="31" y="130"/>
                </a:lnTo>
                <a:lnTo>
                  <a:pt x="32" y="129"/>
                </a:lnTo>
                <a:lnTo>
                  <a:pt x="33" y="129"/>
                </a:lnTo>
                <a:lnTo>
                  <a:pt x="33" y="128"/>
                </a:lnTo>
                <a:lnTo>
                  <a:pt x="33" y="127"/>
                </a:lnTo>
                <a:lnTo>
                  <a:pt x="34" y="127"/>
                </a:lnTo>
                <a:lnTo>
                  <a:pt x="34" y="126"/>
                </a:lnTo>
                <a:lnTo>
                  <a:pt x="35" y="125"/>
                </a:lnTo>
                <a:lnTo>
                  <a:pt x="36" y="125"/>
                </a:lnTo>
                <a:lnTo>
                  <a:pt x="36" y="124"/>
                </a:lnTo>
                <a:lnTo>
                  <a:pt x="36" y="123"/>
                </a:lnTo>
                <a:lnTo>
                  <a:pt x="36" y="122"/>
                </a:lnTo>
                <a:lnTo>
                  <a:pt x="36" y="121"/>
                </a:lnTo>
                <a:lnTo>
                  <a:pt x="37" y="121"/>
                </a:lnTo>
                <a:lnTo>
                  <a:pt x="35" y="121"/>
                </a:lnTo>
                <a:lnTo>
                  <a:pt x="34" y="121"/>
                </a:lnTo>
                <a:lnTo>
                  <a:pt x="34" y="122"/>
                </a:lnTo>
                <a:lnTo>
                  <a:pt x="34" y="123"/>
                </a:lnTo>
                <a:lnTo>
                  <a:pt x="34" y="124"/>
                </a:lnTo>
                <a:lnTo>
                  <a:pt x="33" y="124"/>
                </a:lnTo>
                <a:lnTo>
                  <a:pt x="33" y="125"/>
                </a:lnTo>
                <a:lnTo>
                  <a:pt x="32" y="125"/>
                </a:lnTo>
                <a:lnTo>
                  <a:pt x="31" y="125"/>
                </a:lnTo>
                <a:lnTo>
                  <a:pt x="31" y="124"/>
                </a:lnTo>
                <a:lnTo>
                  <a:pt x="33" y="121"/>
                </a:lnTo>
                <a:lnTo>
                  <a:pt x="34" y="121"/>
                </a:lnTo>
                <a:lnTo>
                  <a:pt x="34" y="120"/>
                </a:lnTo>
                <a:lnTo>
                  <a:pt x="35" y="120"/>
                </a:lnTo>
                <a:lnTo>
                  <a:pt x="34" y="119"/>
                </a:lnTo>
                <a:lnTo>
                  <a:pt x="35" y="119"/>
                </a:lnTo>
                <a:lnTo>
                  <a:pt x="35" y="118"/>
                </a:lnTo>
                <a:lnTo>
                  <a:pt x="36" y="118"/>
                </a:lnTo>
                <a:lnTo>
                  <a:pt x="37" y="118"/>
                </a:lnTo>
                <a:lnTo>
                  <a:pt x="38" y="118"/>
                </a:lnTo>
                <a:lnTo>
                  <a:pt x="39" y="117"/>
                </a:lnTo>
                <a:lnTo>
                  <a:pt x="38" y="117"/>
                </a:lnTo>
                <a:lnTo>
                  <a:pt x="39" y="117"/>
                </a:lnTo>
                <a:lnTo>
                  <a:pt x="39" y="116"/>
                </a:lnTo>
                <a:lnTo>
                  <a:pt x="40" y="115"/>
                </a:lnTo>
                <a:lnTo>
                  <a:pt x="40" y="114"/>
                </a:lnTo>
                <a:lnTo>
                  <a:pt x="41" y="114"/>
                </a:lnTo>
                <a:lnTo>
                  <a:pt x="41" y="113"/>
                </a:lnTo>
                <a:lnTo>
                  <a:pt x="40" y="113"/>
                </a:lnTo>
                <a:lnTo>
                  <a:pt x="39" y="112"/>
                </a:lnTo>
                <a:lnTo>
                  <a:pt x="39" y="111"/>
                </a:lnTo>
                <a:lnTo>
                  <a:pt x="40" y="111"/>
                </a:lnTo>
                <a:lnTo>
                  <a:pt x="40" y="110"/>
                </a:lnTo>
                <a:lnTo>
                  <a:pt x="41" y="108"/>
                </a:lnTo>
                <a:lnTo>
                  <a:pt x="41" y="107"/>
                </a:lnTo>
                <a:lnTo>
                  <a:pt x="42" y="107"/>
                </a:lnTo>
                <a:lnTo>
                  <a:pt x="42" y="106"/>
                </a:lnTo>
                <a:lnTo>
                  <a:pt x="42" y="105"/>
                </a:lnTo>
                <a:lnTo>
                  <a:pt x="43" y="105"/>
                </a:lnTo>
                <a:lnTo>
                  <a:pt x="42" y="106"/>
                </a:lnTo>
                <a:lnTo>
                  <a:pt x="42" y="107"/>
                </a:lnTo>
                <a:lnTo>
                  <a:pt x="42" y="108"/>
                </a:lnTo>
                <a:lnTo>
                  <a:pt x="42" y="109"/>
                </a:lnTo>
                <a:lnTo>
                  <a:pt x="41" y="108"/>
                </a:lnTo>
                <a:lnTo>
                  <a:pt x="40" y="111"/>
                </a:lnTo>
                <a:lnTo>
                  <a:pt x="40" y="112"/>
                </a:lnTo>
                <a:lnTo>
                  <a:pt x="41" y="111"/>
                </a:lnTo>
                <a:lnTo>
                  <a:pt x="41" y="110"/>
                </a:lnTo>
                <a:lnTo>
                  <a:pt x="42" y="110"/>
                </a:lnTo>
                <a:lnTo>
                  <a:pt x="42" y="111"/>
                </a:lnTo>
                <a:lnTo>
                  <a:pt x="42" y="110"/>
                </a:lnTo>
                <a:lnTo>
                  <a:pt x="42" y="109"/>
                </a:lnTo>
                <a:lnTo>
                  <a:pt x="42" y="108"/>
                </a:lnTo>
                <a:lnTo>
                  <a:pt x="43" y="106"/>
                </a:lnTo>
                <a:lnTo>
                  <a:pt x="44" y="106"/>
                </a:lnTo>
                <a:lnTo>
                  <a:pt x="43" y="107"/>
                </a:lnTo>
                <a:lnTo>
                  <a:pt x="44" y="108"/>
                </a:lnTo>
                <a:lnTo>
                  <a:pt x="44" y="107"/>
                </a:lnTo>
                <a:lnTo>
                  <a:pt x="44" y="106"/>
                </a:lnTo>
                <a:lnTo>
                  <a:pt x="44" y="105"/>
                </a:lnTo>
                <a:lnTo>
                  <a:pt x="45" y="105"/>
                </a:lnTo>
                <a:lnTo>
                  <a:pt x="44" y="105"/>
                </a:lnTo>
                <a:lnTo>
                  <a:pt x="43" y="105"/>
                </a:lnTo>
                <a:lnTo>
                  <a:pt x="43" y="104"/>
                </a:lnTo>
                <a:lnTo>
                  <a:pt x="44" y="104"/>
                </a:lnTo>
                <a:lnTo>
                  <a:pt x="43" y="104"/>
                </a:lnTo>
                <a:lnTo>
                  <a:pt x="44" y="103"/>
                </a:lnTo>
                <a:lnTo>
                  <a:pt x="44" y="102"/>
                </a:lnTo>
                <a:lnTo>
                  <a:pt x="45" y="102"/>
                </a:lnTo>
                <a:lnTo>
                  <a:pt x="46" y="103"/>
                </a:lnTo>
                <a:lnTo>
                  <a:pt x="46" y="102"/>
                </a:lnTo>
                <a:lnTo>
                  <a:pt x="47" y="101"/>
                </a:lnTo>
                <a:lnTo>
                  <a:pt x="46" y="101"/>
                </a:lnTo>
                <a:lnTo>
                  <a:pt x="47" y="100"/>
                </a:lnTo>
                <a:lnTo>
                  <a:pt x="47" y="99"/>
                </a:lnTo>
                <a:lnTo>
                  <a:pt x="47" y="98"/>
                </a:lnTo>
                <a:lnTo>
                  <a:pt x="48" y="98"/>
                </a:lnTo>
                <a:lnTo>
                  <a:pt x="48" y="97"/>
                </a:lnTo>
                <a:lnTo>
                  <a:pt x="49" y="97"/>
                </a:lnTo>
                <a:lnTo>
                  <a:pt x="49" y="96"/>
                </a:lnTo>
                <a:lnTo>
                  <a:pt x="50" y="95"/>
                </a:lnTo>
                <a:lnTo>
                  <a:pt x="50" y="94"/>
                </a:lnTo>
                <a:lnTo>
                  <a:pt x="50" y="93"/>
                </a:lnTo>
                <a:lnTo>
                  <a:pt x="51" y="93"/>
                </a:lnTo>
                <a:lnTo>
                  <a:pt x="51" y="92"/>
                </a:lnTo>
                <a:lnTo>
                  <a:pt x="52" y="91"/>
                </a:lnTo>
                <a:lnTo>
                  <a:pt x="53" y="90"/>
                </a:lnTo>
                <a:lnTo>
                  <a:pt x="53" y="89"/>
                </a:lnTo>
                <a:lnTo>
                  <a:pt x="54" y="89"/>
                </a:lnTo>
                <a:lnTo>
                  <a:pt x="55" y="87"/>
                </a:lnTo>
                <a:lnTo>
                  <a:pt x="55" y="86"/>
                </a:lnTo>
                <a:lnTo>
                  <a:pt x="57" y="84"/>
                </a:lnTo>
                <a:lnTo>
                  <a:pt x="57" y="83"/>
                </a:lnTo>
                <a:lnTo>
                  <a:pt x="58" y="81"/>
                </a:lnTo>
                <a:lnTo>
                  <a:pt x="59" y="81"/>
                </a:lnTo>
                <a:lnTo>
                  <a:pt x="59" y="80"/>
                </a:lnTo>
                <a:lnTo>
                  <a:pt x="59" y="79"/>
                </a:lnTo>
                <a:lnTo>
                  <a:pt x="59" y="78"/>
                </a:lnTo>
                <a:lnTo>
                  <a:pt x="60" y="78"/>
                </a:lnTo>
                <a:lnTo>
                  <a:pt x="60" y="77"/>
                </a:lnTo>
                <a:lnTo>
                  <a:pt x="60" y="76"/>
                </a:lnTo>
                <a:lnTo>
                  <a:pt x="61" y="75"/>
                </a:lnTo>
                <a:lnTo>
                  <a:pt x="61" y="74"/>
                </a:lnTo>
                <a:lnTo>
                  <a:pt x="61" y="73"/>
                </a:lnTo>
                <a:lnTo>
                  <a:pt x="62" y="73"/>
                </a:lnTo>
                <a:lnTo>
                  <a:pt x="62" y="72"/>
                </a:lnTo>
                <a:lnTo>
                  <a:pt x="63" y="72"/>
                </a:lnTo>
                <a:lnTo>
                  <a:pt x="64" y="72"/>
                </a:lnTo>
                <a:lnTo>
                  <a:pt x="65" y="71"/>
                </a:lnTo>
                <a:lnTo>
                  <a:pt x="65" y="72"/>
                </a:lnTo>
                <a:lnTo>
                  <a:pt x="66" y="72"/>
                </a:lnTo>
                <a:lnTo>
                  <a:pt x="66" y="71"/>
                </a:lnTo>
                <a:lnTo>
                  <a:pt x="65" y="71"/>
                </a:lnTo>
                <a:lnTo>
                  <a:pt x="65" y="70"/>
                </a:lnTo>
                <a:lnTo>
                  <a:pt x="65" y="69"/>
                </a:lnTo>
                <a:lnTo>
                  <a:pt x="66" y="69"/>
                </a:lnTo>
                <a:lnTo>
                  <a:pt x="66" y="68"/>
                </a:lnTo>
                <a:lnTo>
                  <a:pt x="67" y="67"/>
                </a:lnTo>
                <a:lnTo>
                  <a:pt x="67" y="66"/>
                </a:lnTo>
                <a:lnTo>
                  <a:pt x="68" y="66"/>
                </a:lnTo>
                <a:lnTo>
                  <a:pt x="69" y="66"/>
                </a:lnTo>
                <a:lnTo>
                  <a:pt x="70" y="66"/>
                </a:lnTo>
                <a:lnTo>
                  <a:pt x="71" y="66"/>
                </a:lnTo>
                <a:lnTo>
                  <a:pt x="71" y="65"/>
                </a:lnTo>
                <a:lnTo>
                  <a:pt x="72" y="65"/>
                </a:lnTo>
                <a:lnTo>
                  <a:pt x="72" y="64"/>
                </a:lnTo>
                <a:lnTo>
                  <a:pt x="74" y="62"/>
                </a:lnTo>
                <a:lnTo>
                  <a:pt x="74" y="61"/>
                </a:lnTo>
                <a:lnTo>
                  <a:pt x="75" y="60"/>
                </a:lnTo>
                <a:lnTo>
                  <a:pt x="75" y="59"/>
                </a:lnTo>
                <a:lnTo>
                  <a:pt x="76" y="59"/>
                </a:lnTo>
                <a:lnTo>
                  <a:pt x="77" y="58"/>
                </a:lnTo>
                <a:lnTo>
                  <a:pt x="78" y="58"/>
                </a:lnTo>
                <a:lnTo>
                  <a:pt x="78" y="57"/>
                </a:lnTo>
                <a:lnTo>
                  <a:pt x="79" y="56"/>
                </a:lnTo>
                <a:lnTo>
                  <a:pt x="79" y="55"/>
                </a:lnTo>
                <a:lnTo>
                  <a:pt x="79" y="54"/>
                </a:lnTo>
                <a:lnTo>
                  <a:pt x="79" y="53"/>
                </a:lnTo>
                <a:lnTo>
                  <a:pt x="79" y="52"/>
                </a:lnTo>
                <a:lnTo>
                  <a:pt x="80" y="51"/>
                </a:lnTo>
                <a:lnTo>
                  <a:pt x="79" y="51"/>
                </a:lnTo>
                <a:lnTo>
                  <a:pt x="78" y="51"/>
                </a:lnTo>
                <a:lnTo>
                  <a:pt x="78" y="50"/>
                </a:lnTo>
                <a:lnTo>
                  <a:pt x="79" y="49"/>
                </a:lnTo>
                <a:lnTo>
                  <a:pt x="80" y="48"/>
                </a:lnTo>
                <a:lnTo>
                  <a:pt x="80" y="47"/>
                </a:lnTo>
                <a:lnTo>
                  <a:pt x="81" y="48"/>
                </a:lnTo>
                <a:lnTo>
                  <a:pt x="82" y="48"/>
                </a:lnTo>
                <a:lnTo>
                  <a:pt x="81" y="48"/>
                </a:lnTo>
                <a:lnTo>
                  <a:pt x="81" y="47"/>
                </a:lnTo>
                <a:lnTo>
                  <a:pt x="81" y="46"/>
                </a:lnTo>
                <a:lnTo>
                  <a:pt x="82" y="45"/>
                </a:lnTo>
                <a:lnTo>
                  <a:pt x="82" y="44"/>
                </a:lnTo>
                <a:lnTo>
                  <a:pt x="83" y="43"/>
                </a:lnTo>
                <a:lnTo>
                  <a:pt x="84" y="42"/>
                </a:lnTo>
                <a:lnTo>
                  <a:pt x="84" y="41"/>
                </a:lnTo>
                <a:lnTo>
                  <a:pt x="84" y="40"/>
                </a:lnTo>
                <a:lnTo>
                  <a:pt x="85" y="39"/>
                </a:lnTo>
                <a:lnTo>
                  <a:pt x="85" y="38"/>
                </a:lnTo>
                <a:lnTo>
                  <a:pt x="86" y="38"/>
                </a:lnTo>
                <a:lnTo>
                  <a:pt x="86" y="37"/>
                </a:lnTo>
                <a:lnTo>
                  <a:pt x="87" y="37"/>
                </a:lnTo>
                <a:lnTo>
                  <a:pt x="87" y="36"/>
                </a:lnTo>
                <a:lnTo>
                  <a:pt x="88" y="35"/>
                </a:lnTo>
                <a:lnTo>
                  <a:pt x="88" y="34"/>
                </a:lnTo>
                <a:lnTo>
                  <a:pt x="88" y="33"/>
                </a:lnTo>
                <a:lnTo>
                  <a:pt x="89" y="31"/>
                </a:lnTo>
                <a:lnTo>
                  <a:pt x="90" y="31"/>
                </a:lnTo>
                <a:lnTo>
                  <a:pt x="90" y="30"/>
                </a:lnTo>
                <a:lnTo>
                  <a:pt x="90" y="29"/>
                </a:lnTo>
                <a:lnTo>
                  <a:pt x="91" y="28"/>
                </a:lnTo>
                <a:lnTo>
                  <a:pt x="92" y="28"/>
                </a:lnTo>
                <a:lnTo>
                  <a:pt x="92" y="27"/>
                </a:lnTo>
                <a:lnTo>
                  <a:pt x="94" y="27"/>
                </a:lnTo>
                <a:lnTo>
                  <a:pt x="94" y="26"/>
                </a:lnTo>
                <a:lnTo>
                  <a:pt x="95" y="26"/>
                </a:lnTo>
                <a:lnTo>
                  <a:pt x="96" y="26"/>
                </a:lnTo>
                <a:lnTo>
                  <a:pt x="96" y="25"/>
                </a:lnTo>
                <a:lnTo>
                  <a:pt x="97" y="25"/>
                </a:lnTo>
                <a:lnTo>
                  <a:pt x="98" y="24"/>
                </a:lnTo>
                <a:lnTo>
                  <a:pt x="100" y="24"/>
                </a:lnTo>
                <a:lnTo>
                  <a:pt x="101" y="24"/>
                </a:lnTo>
                <a:lnTo>
                  <a:pt x="102" y="23"/>
                </a:lnTo>
                <a:lnTo>
                  <a:pt x="103" y="23"/>
                </a:lnTo>
                <a:lnTo>
                  <a:pt x="103" y="22"/>
                </a:lnTo>
                <a:lnTo>
                  <a:pt x="104" y="22"/>
                </a:lnTo>
                <a:lnTo>
                  <a:pt x="105" y="22"/>
                </a:lnTo>
                <a:lnTo>
                  <a:pt x="105" y="21"/>
                </a:lnTo>
                <a:lnTo>
                  <a:pt x="106" y="21"/>
                </a:lnTo>
                <a:lnTo>
                  <a:pt x="107" y="21"/>
                </a:lnTo>
                <a:lnTo>
                  <a:pt x="107" y="20"/>
                </a:lnTo>
                <a:lnTo>
                  <a:pt x="108" y="20"/>
                </a:lnTo>
                <a:lnTo>
                  <a:pt x="109" y="20"/>
                </a:lnTo>
                <a:lnTo>
                  <a:pt x="110" y="19"/>
                </a:lnTo>
                <a:lnTo>
                  <a:pt x="111" y="19"/>
                </a:lnTo>
                <a:lnTo>
                  <a:pt x="111" y="20"/>
                </a:lnTo>
                <a:lnTo>
                  <a:pt x="112" y="20"/>
                </a:lnTo>
                <a:lnTo>
                  <a:pt x="113" y="20"/>
                </a:lnTo>
                <a:lnTo>
                  <a:pt x="113" y="19"/>
                </a:lnTo>
                <a:lnTo>
                  <a:pt x="114" y="19"/>
                </a:lnTo>
                <a:lnTo>
                  <a:pt x="115" y="19"/>
                </a:lnTo>
                <a:lnTo>
                  <a:pt x="116" y="19"/>
                </a:lnTo>
                <a:lnTo>
                  <a:pt x="117" y="19"/>
                </a:lnTo>
                <a:lnTo>
                  <a:pt x="118" y="19"/>
                </a:lnTo>
                <a:lnTo>
                  <a:pt x="119" y="19"/>
                </a:lnTo>
                <a:lnTo>
                  <a:pt x="119" y="18"/>
                </a:lnTo>
                <a:lnTo>
                  <a:pt x="120" y="18"/>
                </a:lnTo>
                <a:lnTo>
                  <a:pt x="121" y="17"/>
                </a:lnTo>
                <a:lnTo>
                  <a:pt x="122" y="17"/>
                </a:lnTo>
                <a:lnTo>
                  <a:pt x="122" y="16"/>
                </a:lnTo>
                <a:lnTo>
                  <a:pt x="123" y="15"/>
                </a:lnTo>
                <a:lnTo>
                  <a:pt x="123" y="16"/>
                </a:lnTo>
                <a:lnTo>
                  <a:pt x="123" y="15"/>
                </a:lnTo>
                <a:lnTo>
                  <a:pt x="124" y="15"/>
                </a:lnTo>
                <a:lnTo>
                  <a:pt x="125" y="15"/>
                </a:lnTo>
                <a:lnTo>
                  <a:pt x="126" y="15"/>
                </a:lnTo>
                <a:lnTo>
                  <a:pt x="126" y="16"/>
                </a:lnTo>
                <a:lnTo>
                  <a:pt x="127" y="16"/>
                </a:lnTo>
                <a:lnTo>
                  <a:pt x="127" y="17"/>
                </a:lnTo>
                <a:lnTo>
                  <a:pt x="127" y="18"/>
                </a:lnTo>
                <a:lnTo>
                  <a:pt x="128" y="19"/>
                </a:lnTo>
                <a:lnTo>
                  <a:pt x="128" y="18"/>
                </a:lnTo>
                <a:lnTo>
                  <a:pt x="128" y="17"/>
                </a:lnTo>
                <a:lnTo>
                  <a:pt x="128" y="16"/>
                </a:lnTo>
                <a:lnTo>
                  <a:pt x="127" y="15"/>
                </a:lnTo>
                <a:lnTo>
                  <a:pt x="126" y="14"/>
                </a:lnTo>
                <a:lnTo>
                  <a:pt x="125" y="14"/>
                </a:lnTo>
                <a:lnTo>
                  <a:pt x="124" y="13"/>
                </a:lnTo>
                <a:lnTo>
                  <a:pt x="123" y="13"/>
                </a:lnTo>
                <a:lnTo>
                  <a:pt x="124" y="13"/>
                </a:lnTo>
                <a:lnTo>
                  <a:pt x="124" y="12"/>
                </a:lnTo>
                <a:lnTo>
                  <a:pt x="125" y="12"/>
                </a:lnTo>
                <a:lnTo>
                  <a:pt x="124" y="12"/>
                </a:lnTo>
                <a:lnTo>
                  <a:pt x="125" y="11"/>
                </a:lnTo>
                <a:lnTo>
                  <a:pt x="126" y="10"/>
                </a:lnTo>
                <a:lnTo>
                  <a:pt x="127" y="9"/>
                </a:lnTo>
                <a:lnTo>
                  <a:pt x="127" y="8"/>
                </a:lnTo>
                <a:lnTo>
                  <a:pt x="127" y="7"/>
                </a:lnTo>
                <a:lnTo>
                  <a:pt x="127" y="6"/>
                </a:lnTo>
                <a:lnTo>
                  <a:pt x="128" y="6"/>
                </a:lnTo>
                <a:lnTo>
                  <a:pt x="129" y="6"/>
                </a:lnTo>
                <a:lnTo>
                  <a:pt x="130" y="6"/>
                </a:lnTo>
                <a:lnTo>
                  <a:pt x="130" y="5"/>
                </a:lnTo>
                <a:lnTo>
                  <a:pt x="130" y="4"/>
                </a:lnTo>
                <a:lnTo>
                  <a:pt x="131" y="4"/>
                </a:lnTo>
                <a:lnTo>
                  <a:pt x="132" y="3"/>
                </a:lnTo>
                <a:lnTo>
                  <a:pt x="133" y="3"/>
                </a:lnTo>
                <a:lnTo>
                  <a:pt x="133" y="1"/>
                </a:lnTo>
                <a:lnTo>
                  <a:pt x="133" y="3"/>
                </a:lnTo>
                <a:lnTo>
                  <a:pt x="134" y="3"/>
                </a:lnTo>
                <a:lnTo>
                  <a:pt x="135" y="3"/>
                </a:lnTo>
                <a:lnTo>
                  <a:pt x="135" y="1"/>
                </a:lnTo>
                <a:lnTo>
                  <a:pt x="135" y="0"/>
                </a:lnTo>
                <a:lnTo>
                  <a:pt x="135" y="1"/>
                </a:lnTo>
                <a:lnTo>
                  <a:pt x="136" y="1"/>
                </a:lnTo>
                <a:lnTo>
                  <a:pt x="137" y="1"/>
                </a:lnTo>
                <a:lnTo>
                  <a:pt x="138" y="1"/>
                </a:lnTo>
                <a:lnTo>
                  <a:pt x="139" y="0"/>
                </a:lnTo>
                <a:lnTo>
                  <a:pt x="139" y="1"/>
                </a:lnTo>
                <a:lnTo>
                  <a:pt x="14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59" name=""/>
          <p:cNvSpPr/>
          <p:nvPr/>
        </p:nvSpPr>
        <p:spPr>
          <a:xfrm>
            <a:off x="4618800" y="204912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3"/>
                </a:moveTo>
                <a:lnTo>
                  <a:pt x="5" y="5"/>
                </a:ln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0" name=""/>
          <p:cNvSpPr/>
          <p:nvPr/>
        </p:nvSpPr>
        <p:spPr>
          <a:xfrm>
            <a:off x="4609080" y="20466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1" name=""/>
          <p:cNvSpPr/>
          <p:nvPr/>
        </p:nvSpPr>
        <p:spPr>
          <a:xfrm>
            <a:off x="4611960" y="204732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2"/>
                </a:moveTo>
                <a:lnTo>
                  <a:pt x="6" y="4"/>
                </a:lnTo>
                <a:lnTo>
                  <a:pt x="5" y="4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2" name=""/>
          <p:cNvSpPr/>
          <p:nvPr/>
        </p:nvSpPr>
        <p:spPr>
          <a:xfrm>
            <a:off x="4611600" y="204696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2" y="2"/>
                </a:moveTo>
                <a:lnTo>
                  <a:pt x="0" y="2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3" name=""/>
          <p:cNvSpPr/>
          <p:nvPr/>
        </p:nvSpPr>
        <p:spPr>
          <a:xfrm>
            <a:off x="4608720" y="204660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6" y="1"/>
                </a:moveTo>
                <a:lnTo>
                  <a:pt x="5" y="2"/>
                </a:lnTo>
                <a:lnTo>
                  <a:pt x="5" y="4"/>
                </a:lnTo>
                <a:lnTo>
                  <a:pt x="4" y="5"/>
                </a:lnTo>
                <a:lnTo>
                  <a:pt x="3" y="6"/>
                </a:lnTo>
                <a:lnTo>
                  <a:pt x="2" y="6"/>
                </a:lnTo>
                <a:lnTo>
                  <a:pt x="0" y="6"/>
                </a:lnTo>
                <a:lnTo>
                  <a:pt x="0" y="5"/>
                </a:lnTo>
                <a:lnTo>
                  <a:pt x="2" y="5"/>
                </a:lnTo>
                <a:lnTo>
                  <a:pt x="0" y="5"/>
                </a:lnTo>
                <a:lnTo>
                  <a:pt x="0" y="6"/>
                </a:lnTo>
                <a:lnTo>
                  <a:pt x="2" y="6"/>
                </a:lnTo>
                <a:lnTo>
                  <a:pt x="2" y="5"/>
                </a:lnTo>
                <a:lnTo>
                  <a:pt x="3" y="5"/>
                </a:lnTo>
                <a:lnTo>
                  <a:pt x="3" y="4"/>
                </a:lnTo>
                <a:lnTo>
                  <a:pt x="4" y="2"/>
                </a:lnTo>
                <a:lnTo>
                  <a:pt x="5" y="2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4" name=""/>
          <p:cNvSpPr/>
          <p:nvPr/>
        </p:nvSpPr>
        <p:spPr>
          <a:xfrm>
            <a:off x="4612320" y="2047320"/>
            <a:ext cx="7200" cy="10080"/>
          </a:xfrm>
          <a:custGeom>
            <a:avLst/>
            <a:gdLst/>
            <a:ahLst/>
            <a:rect l="0" t="0" r="r" b="b"/>
            <a:pathLst>
              <a:path fill="none" w="20" h="28">
                <a:moveTo>
                  <a:pt x="10" y="3"/>
                </a:moveTo>
                <a:lnTo>
                  <a:pt x="10" y="4"/>
                </a:lnTo>
                <a:lnTo>
                  <a:pt x="11" y="5"/>
                </a:lnTo>
                <a:lnTo>
                  <a:pt x="12" y="5"/>
                </a:lnTo>
                <a:lnTo>
                  <a:pt x="13" y="4"/>
                </a:lnTo>
                <a:lnTo>
                  <a:pt x="14" y="4"/>
                </a:lnTo>
                <a:lnTo>
                  <a:pt x="14" y="5"/>
                </a:lnTo>
                <a:lnTo>
                  <a:pt x="16" y="6"/>
                </a:lnTo>
                <a:lnTo>
                  <a:pt x="16" y="7"/>
                </a:lnTo>
                <a:lnTo>
                  <a:pt x="15" y="8"/>
                </a:lnTo>
                <a:lnTo>
                  <a:pt x="15" y="9"/>
                </a:lnTo>
                <a:lnTo>
                  <a:pt x="16" y="9"/>
                </a:lnTo>
                <a:lnTo>
                  <a:pt x="17" y="10"/>
                </a:lnTo>
                <a:lnTo>
                  <a:pt x="18" y="10"/>
                </a:lnTo>
                <a:lnTo>
                  <a:pt x="19" y="10"/>
                </a:lnTo>
                <a:lnTo>
                  <a:pt x="20" y="10"/>
                </a:lnTo>
                <a:lnTo>
                  <a:pt x="19" y="12"/>
                </a:lnTo>
                <a:lnTo>
                  <a:pt x="18" y="13"/>
                </a:lnTo>
                <a:lnTo>
                  <a:pt x="18" y="12"/>
                </a:lnTo>
                <a:lnTo>
                  <a:pt x="17" y="12"/>
                </a:lnTo>
                <a:lnTo>
                  <a:pt x="17" y="11"/>
                </a:lnTo>
                <a:lnTo>
                  <a:pt x="16" y="11"/>
                </a:lnTo>
                <a:lnTo>
                  <a:pt x="16" y="12"/>
                </a:lnTo>
                <a:lnTo>
                  <a:pt x="15" y="12"/>
                </a:lnTo>
                <a:lnTo>
                  <a:pt x="14" y="12"/>
                </a:lnTo>
                <a:lnTo>
                  <a:pt x="13" y="13"/>
                </a:lnTo>
                <a:lnTo>
                  <a:pt x="13" y="14"/>
                </a:lnTo>
                <a:lnTo>
                  <a:pt x="13" y="15"/>
                </a:lnTo>
                <a:lnTo>
                  <a:pt x="13" y="16"/>
                </a:lnTo>
                <a:lnTo>
                  <a:pt x="13" y="17"/>
                </a:lnTo>
                <a:lnTo>
                  <a:pt x="14" y="17"/>
                </a:lnTo>
                <a:lnTo>
                  <a:pt x="15" y="17"/>
                </a:lnTo>
                <a:lnTo>
                  <a:pt x="15" y="18"/>
                </a:lnTo>
                <a:lnTo>
                  <a:pt x="15" y="19"/>
                </a:lnTo>
                <a:lnTo>
                  <a:pt x="16" y="19"/>
                </a:lnTo>
                <a:lnTo>
                  <a:pt x="16" y="18"/>
                </a:lnTo>
                <a:lnTo>
                  <a:pt x="17" y="18"/>
                </a:lnTo>
                <a:lnTo>
                  <a:pt x="17" y="19"/>
                </a:lnTo>
                <a:lnTo>
                  <a:pt x="18" y="18"/>
                </a:lnTo>
                <a:lnTo>
                  <a:pt x="18" y="19"/>
                </a:lnTo>
                <a:lnTo>
                  <a:pt x="18" y="20"/>
                </a:lnTo>
                <a:lnTo>
                  <a:pt x="17" y="21"/>
                </a:lnTo>
                <a:lnTo>
                  <a:pt x="17" y="20"/>
                </a:lnTo>
                <a:lnTo>
                  <a:pt x="16" y="20"/>
                </a:lnTo>
                <a:lnTo>
                  <a:pt x="15" y="19"/>
                </a:lnTo>
                <a:lnTo>
                  <a:pt x="15" y="20"/>
                </a:lnTo>
                <a:lnTo>
                  <a:pt x="14" y="20"/>
                </a:lnTo>
                <a:lnTo>
                  <a:pt x="13" y="20"/>
                </a:lnTo>
                <a:lnTo>
                  <a:pt x="13" y="21"/>
                </a:lnTo>
                <a:lnTo>
                  <a:pt x="12" y="21"/>
                </a:lnTo>
                <a:lnTo>
                  <a:pt x="11" y="22"/>
                </a:lnTo>
                <a:lnTo>
                  <a:pt x="10" y="22"/>
                </a:lnTo>
                <a:lnTo>
                  <a:pt x="9" y="23"/>
                </a:lnTo>
                <a:lnTo>
                  <a:pt x="8" y="25"/>
                </a:lnTo>
                <a:lnTo>
                  <a:pt x="8" y="26"/>
                </a:lnTo>
                <a:lnTo>
                  <a:pt x="9" y="27"/>
                </a:lnTo>
                <a:lnTo>
                  <a:pt x="10" y="26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1" y="27"/>
                </a:lnTo>
                <a:lnTo>
                  <a:pt x="10" y="27"/>
                </a:lnTo>
                <a:lnTo>
                  <a:pt x="10" y="28"/>
                </a:lnTo>
                <a:lnTo>
                  <a:pt x="8" y="27"/>
                </a:lnTo>
                <a:lnTo>
                  <a:pt x="7" y="27"/>
                </a:lnTo>
                <a:lnTo>
                  <a:pt x="7" y="26"/>
                </a:lnTo>
                <a:lnTo>
                  <a:pt x="5" y="26"/>
                </a:lnTo>
                <a:lnTo>
                  <a:pt x="5" y="25"/>
                </a:lnTo>
                <a:lnTo>
                  <a:pt x="3" y="23"/>
                </a:lnTo>
                <a:lnTo>
                  <a:pt x="3" y="22"/>
                </a:lnTo>
                <a:lnTo>
                  <a:pt x="3" y="21"/>
                </a:lnTo>
                <a:lnTo>
                  <a:pt x="2" y="22"/>
                </a:lnTo>
                <a:lnTo>
                  <a:pt x="2" y="23"/>
                </a:lnTo>
                <a:lnTo>
                  <a:pt x="2" y="22"/>
                </a:lnTo>
                <a:lnTo>
                  <a:pt x="1" y="22"/>
                </a:lnTo>
                <a:lnTo>
                  <a:pt x="1" y="21"/>
                </a:lnTo>
                <a:lnTo>
                  <a:pt x="1" y="22"/>
                </a:lnTo>
                <a:lnTo>
                  <a:pt x="1" y="21"/>
                </a:lnTo>
                <a:lnTo>
                  <a:pt x="1" y="20"/>
                </a:lnTo>
                <a:lnTo>
                  <a:pt x="2" y="20"/>
                </a:lnTo>
                <a:lnTo>
                  <a:pt x="2" y="19"/>
                </a:lnTo>
                <a:lnTo>
                  <a:pt x="1" y="19"/>
                </a:lnTo>
                <a:lnTo>
                  <a:pt x="1" y="20"/>
                </a:lnTo>
                <a:lnTo>
                  <a:pt x="0" y="20"/>
                </a:lnTo>
                <a:lnTo>
                  <a:pt x="0" y="19"/>
                </a:lnTo>
                <a:lnTo>
                  <a:pt x="1" y="18"/>
                </a:lnTo>
                <a:lnTo>
                  <a:pt x="1" y="17"/>
                </a:lnTo>
                <a:lnTo>
                  <a:pt x="0" y="17"/>
                </a:lnTo>
                <a:lnTo>
                  <a:pt x="1" y="17"/>
                </a:lnTo>
                <a:lnTo>
                  <a:pt x="1" y="16"/>
                </a:lnTo>
                <a:lnTo>
                  <a:pt x="2" y="16"/>
                </a:lnTo>
                <a:lnTo>
                  <a:pt x="2" y="15"/>
                </a:lnTo>
                <a:lnTo>
                  <a:pt x="3" y="15"/>
                </a:lnTo>
                <a:lnTo>
                  <a:pt x="5" y="16"/>
                </a:lnTo>
                <a:lnTo>
                  <a:pt x="6" y="15"/>
                </a:lnTo>
                <a:lnTo>
                  <a:pt x="6" y="16"/>
                </a:lnTo>
                <a:lnTo>
                  <a:pt x="7" y="16"/>
                </a:lnTo>
                <a:lnTo>
                  <a:pt x="7" y="15"/>
                </a:lnTo>
                <a:lnTo>
                  <a:pt x="6" y="15"/>
                </a:lnTo>
                <a:lnTo>
                  <a:pt x="5" y="14"/>
                </a:lnTo>
                <a:lnTo>
                  <a:pt x="5" y="13"/>
                </a:lnTo>
                <a:lnTo>
                  <a:pt x="5" y="11"/>
                </a:lnTo>
                <a:lnTo>
                  <a:pt x="5" y="10"/>
                </a:lnTo>
                <a:lnTo>
                  <a:pt x="3" y="9"/>
                </a:lnTo>
                <a:lnTo>
                  <a:pt x="2" y="8"/>
                </a:lnTo>
                <a:lnTo>
                  <a:pt x="1" y="7"/>
                </a:lnTo>
                <a:lnTo>
                  <a:pt x="1" y="6"/>
                </a:lnTo>
                <a:lnTo>
                  <a:pt x="2" y="6"/>
                </a:lnTo>
                <a:lnTo>
                  <a:pt x="3" y="4"/>
                </a:lnTo>
                <a:lnTo>
                  <a:pt x="5" y="4"/>
                </a:lnTo>
                <a:lnTo>
                  <a:pt x="6" y="4"/>
                </a:lnTo>
                <a:lnTo>
                  <a:pt x="6" y="3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2" y="0"/>
                </a:lnTo>
                <a:lnTo>
                  <a:pt x="11" y="1"/>
                </a:lnTo>
                <a:lnTo>
                  <a:pt x="10" y="1"/>
                </a:lnTo>
                <a:lnTo>
                  <a:pt x="10" y="2"/>
                </a:lnTo>
                <a:lnTo>
                  <a:pt x="10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5" name=""/>
          <p:cNvSpPr/>
          <p:nvPr/>
        </p:nvSpPr>
        <p:spPr>
          <a:xfrm>
            <a:off x="4611240" y="20466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6" name=""/>
          <p:cNvSpPr/>
          <p:nvPr/>
        </p:nvSpPr>
        <p:spPr>
          <a:xfrm>
            <a:off x="4612320" y="20433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7" name=""/>
          <p:cNvSpPr/>
          <p:nvPr/>
        </p:nvSpPr>
        <p:spPr>
          <a:xfrm>
            <a:off x="4621680" y="20358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1"/>
                </a:moveTo>
                <a:lnTo>
                  <a:pt x="5" y="1"/>
                </a:lnTo>
                <a:lnTo>
                  <a:pt x="3" y="1"/>
                </a:lnTo>
                <a:lnTo>
                  <a:pt x="3" y="3"/>
                </a:lnTo>
                <a:lnTo>
                  <a:pt x="0" y="4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8" name=""/>
          <p:cNvSpPr/>
          <p:nvPr/>
        </p:nvSpPr>
        <p:spPr>
          <a:xfrm>
            <a:off x="4620600" y="20358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1" y="2"/>
                </a:move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9" name=""/>
          <p:cNvSpPr/>
          <p:nvPr/>
        </p:nvSpPr>
        <p:spPr>
          <a:xfrm>
            <a:off x="4610880" y="20304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0" name=""/>
          <p:cNvSpPr/>
          <p:nvPr/>
        </p:nvSpPr>
        <p:spPr>
          <a:xfrm>
            <a:off x="4608000" y="2030040"/>
            <a:ext cx="3960" cy="3240"/>
          </a:xfrm>
          <a:custGeom>
            <a:avLst/>
            <a:gdLst/>
            <a:ahLst/>
            <a:rect l="0" t="0" r="r" b="b"/>
            <a:pathLst>
              <a:path fill="none" w="11" h="9">
                <a:moveTo>
                  <a:pt x="7" y="1"/>
                </a:moveTo>
                <a:lnTo>
                  <a:pt x="9" y="1"/>
                </a:lnTo>
                <a:lnTo>
                  <a:pt x="10" y="2"/>
                </a:lnTo>
                <a:lnTo>
                  <a:pt x="10" y="3"/>
                </a:lnTo>
                <a:lnTo>
                  <a:pt x="10" y="4"/>
                </a:lnTo>
                <a:lnTo>
                  <a:pt x="11" y="4"/>
                </a:lnTo>
                <a:lnTo>
                  <a:pt x="11" y="6"/>
                </a:lnTo>
                <a:lnTo>
                  <a:pt x="10" y="8"/>
                </a:lnTo>
                <a:lnTo>
                  <a:pt x="8" y="8"/>
                </a:lnTo>
                <a:lnTo>
                  <a:pt x="6" y="8"/>
                </a:lnTo>
                <a:lnTo>
                  <a:pt x="4" y="9"/>
                </a:lnTo>
                <a:lnTo>
                  <a:pt x="4" y="8"/>
                </a:lnTo>
                <a:lnTo>
                  <a:pt x="2" y="8"/>
                </a:lnTo>
                <a:lnTo>
                  <a:pt x="2" y="6"/>
                </a:lnTo>
                <a:lnTo>
                  <a:pt x="1" y="6"/>
                </a:lnTo>
                <a:lnTo>
                  <a:pt x="1" y="5"/>
                </a:lnTo>
                <a:lnTo>
                  <a:pt x="0" y="5"/>
                </a:lnTo>
                <a:lnTo>
                  <a:pt x="2" y="3"/>
                </a:lnTo>
                <a:lnTo>
                  <a:pt x="4" y="1"/>
                </a:lnTo>
                <a:lnTo>
                  <a:pt x="5" y="1"/>
                </a:lnTo>
                <a:lnTo>
                  <a:pt x="6" y="0"/>
                </a:lnTo>
                <a:lnTo>
                  <a:pt x="6" y="1"/>
                </a:lnTo>
                <a:lnTo>
                  <a:pt x="6" y="0"/>
                </a:lnTo>
                <a:lnTo>
                  <a:pt x="7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1" name=""/>
          <p:cNvSpPr/>
          <p:nvPr/>
        </p:nvSpPr>
        <p:spPr>
          <a:xfrm>
            <a:off x="4611960" y="20296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4"/>
                </a:moveTo>
                <a:lnTo>
                  <a:pt x="1" y="3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2" name=""/>
          <p:cNvSpPr/>
          <p:nvPr/>
        </p:nvSpPr>
        <p:spPr>
          <a:xfrm>
            <a:off x="4610160" y="202860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4" y="1"/>
                </a:move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  <a:lnTo>
                  <a:pt x="5" y="2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4" y="4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3" name=""/>
          <p:cNvSpPr/>
          <p:nvPr/>
        </p:nvSpPr>
        <p:spPr>
          <a:xfrm>
            <a:off x="4620240" y="202860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1" y="0"/>
                </a:moveTo>
                <a:lnTo>
                  <a:pt x="1" y="2"/>
                </a:lnTo>
                <a:lnTo>
                  <a:pt x="2" y="2"/>
                </a:lnTo>
                <a:lnTo>
                  <a:pt x="2" y="3"/>
                </a:lnTo>
                <a:lnTo>
                  <a:pt x="3" y="2"/>
                </a:lnTo>
                <a:lnTo>
                  <a:pt x="3" y="0"/>
                </a:lnTo>
                <a:lnTo>
                  <a:pt x="5" y="0"/>
                </a:lnTo>
                <a:lnTo>
                  <a:pt x="6" y="2"/>
                </a:lnTo>
                <a:lnTo>
                  <a:pt x="5" y="2"/>
                </a:lnTo>
                <a:lnTo>
                  <a:pt x="5" y="3"/>
                </a:lnTo>
                <a:lnTo>
                  <a:pt x="2" y="4"/>
                </a:lnTo>
                <a:lnTo>
                  <a:pt x="1" y="4"/>
                </a:lnTo>
                <a:lnTo>
                  <a:pt x="1" y="6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4" name=""/>
          <p:cNvSpPr/>
          <p:nvPr/>
        </p:nvSpPr>
        <p:spPr>
          <a:xfrm>
            <a:off x="4622040" y="202608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4" y="0"/>
                </a:move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3"/>
                </a:lnTo>
                <a:lnTo>
                  <a:pt x="5" y="4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1" y="3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5" name=""/>
          <p:cNvSpPr/>
          <p:nvPr/>
        </p:nvSpPr>
        <p:spPr>
          <a:xfrm>
            <a:off x="4622760" y="2025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6" name=""/>
          <p:cNvSpPr/>
          <p:nvPr/>
        </p:nvSpPr>
        <p:spPr>
          <a:xfrm>
            <a:off x="4622400" y="20246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7" name=""/>
          <p:cNvSpPr/>
          <p:nvPr/>
        </p:nvSpPr>
        <p:spPr>
          <a:xfrm>
            <a:off x="4736880" y="20433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3" y="0"/>
                </a:move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8" name=""/>
          <p:cNvSpPr/>
          <p:nvPr/>
        </p:nvSpPr>
        <p:spPr>
          <a:xfrm>
            <a:off x="4619160" y="2019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9" name=""/>
          <p:cNvSpPr/>
          <p:nvPr/>
        </p:nvSpPr>
        <p:spPr>
          <a:xfrm>
            <a:off x="4619880" y="20192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0" name=""/>
          <p:cNvSpPr/>
          <p:nvPr/>
        </p:nvSpPr>
        <p:spPr>
          <a:xfrm>
            <a:off x="4638240" y="20206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1" y="1"/>
                </a:moveTo>
                <a:lnTo>
                  <a:pt x="1" y="3"/>
                </a:lnTo>
                <a:lnTo>
                  <a:pt x="2" y="3"/>
                </a:lnTo>
                <a:lnTo>
                  <a:pt x="2" y="1"/>
                </a:lnTo>
                <a:lnTo>
                  <a:pt x="4" y="1"/>
                </a:lnTo>
                <a:lnTo>
                  <a:pt x="4" y="3"/>
                </a:lnTo>
                <a:lnTo>
                  <a:pt x="4" y="1"/>
                </a:ln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2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1" name=""/>
          <p:cNvSpPr/>
          <p:nvPr/>
        </p:nvSpPr>
        <p:spPr>
          <a:xfrm>
            <a:off x="4742640" y="2037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2" name=""/>
          <p:cNvSpPr/>
          <p:nvPr/>
        </p:nvSpPr>
        <p:spPr>
          <a:xfrm>
            <a:off x="4627080" y="20167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3" name=""/>
          <p:cNvSpPr/>
          <p:nvPr/>
        </p:nvSpPr>
        <p:spPr>
          <a:xfrm>
            <a:off x="4623840" y="201564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0"/>
                </a:moveTo>
                <a:lnTo>
                  <a:pt x="6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4" name=""/>
          <p:cNvSpPr/>
          <p:nvPr/>
        </p:nvSpPr>
        <p:spPr>
          <a:xfrm>
            <a:off x="4616640" y="20138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5" name=""/>
          <p:cNvSpPr/>
          <p:nvPr/>
        </p:nvSpPr>
        <p:spPr>
          <a:xfrm>
            <a:off x="4622760" y="20145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6" name=""/>
          <p:cNvSpPr/>
          <p:nvPr/>
        </p:nvSpPr>
        <p:spPr>
          <a:xfrm>
            <a:off x="4627440" y="20149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7" name=""/>
          <p:cNvSpPr/>
          <p:nvPr/>
        </p:nvSpPr>
        <p:spPr>
          <a:xfrm>
            <a:off x="4616280" y="2012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8" name=""/>
          <p:cNvSpPr/>
          <p:nvPr/>
        </p:nvSpPr>
        <p:spPr>
          <a:xfrm>
            <a:off x="4627800" y="2014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9" name=""/>
          <p:cNvSpPr/>
          <p:nvPr/>
        </p:nvSpPr>
        <p:spPr>
          <a:xfrm>
            <a:off x="4615200" y="201168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5" y="3"/>
                </a:moveTo>
                <a:lnTo>
                  <a:pt x="4" y="3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4" y="0"/>
                </a:lnTo>
                <a:lnTo>
                  <a:pt x="5" y="0"/>
                </a:lnTo>
                <a:lnTo>
                  <a:pt x="6" y="2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0" name=""/>
          <p:cNvSpPr/>
          <p:nvPr/>
        </p:nvSpPr>
        <p:spPr>
          <a:xfrm>
            <a:off x="4626720" y="201240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5" y="4"/>
                </a:move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3" y="7"/>
                </a:lnTo>
                <a:lnTo>
                  <a:pt x="1" y="7"/>
                </a:lnTo>
                <a:lnTo>
                  <a:pt x="0" y="5"/>
                </a:lnTo>
                <a:lnTo>
                  <a:pt x="1" y="4"/>
                </a:lnTo>
                <a:lnTo>
                  <a:pt x="3" y="4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4" y="0"/>
                </a:ln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  <a:lnTo>
                  <a:pt x="5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1" name=""/>
          <p:cNvSpPr/>
          <p:nvPr/>
        </p:nvSpPr>
        <p:spPr>
          <a:xfrm>
            <a:off x="4620240" y="2010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2" name=""/>
          <p:cNvSpPr/>
          <p:nvPr/>
        </p:nvSpPr>
        <p:spPr>
          <a:xfrm>
            <a:off x="4611600" y="2009880"/>
            <a:ext cx="3960" cy="1800"/>
          </a:xfrm>
          <a:custGeom>
            <a:avLst/>
            <a:gdLst/>
            <a:ahLst/>
            <a:rect l="0" t="0" r="r" b="b"/>
            <a:pathLst>
              <a:path fill="none" w="11" h="5">
                <a:moveTo>
                  <a:pt x="10" y="2"/>
                </a:moveTo>
                <a:lnTo>
                  <a:pt x="9" y="2"/>
                </a:lnTo>
                <a:lnTo>
                  <a:pt x="8" y="2"/>
                </a:lnTo>
                <a:lnTo>
                  <a:pt x="8" y="4"/>
                </a:lnTo>
                <a:lnTo>
                  <a:pt x="7" y="4"/>
                </a:lnTo>
                <a:lnTo>
                  <a:pt x="7" y="5"/>
                </a:lnTo>
                <a:lnTo>
                  <a:pt x="5" y="5"/>
                </a:lnTo>
                <a:lnTo>
                  <a:pt x="4" y="5"/>
                </a:lnTo>
                <a:lnTo>
                  <a:pt x="3" y="5"/>
                </a:lnTo>
                <a:lnTo>
                  <a:pt x="1" y="5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1" y="1"/>
                </a:ln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lnTo>
                  <a:pt x="1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3" name=""/>
          <p:cNvSpPr/>
          <p:nvPr/>
        </p:nvSpPr>
        <p:spPr>
          <a:xfrm>
            <a:off x="4616280" y="20095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4" name=""/>
          <p:cNvSpPr/>
          <p:nvPr/>
        </p:nvSpPr>
        <p:spPr>
          <a:xfrm>
            <a:off x="4615560" y="20095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5" name=""/>
          <p:cNvSpPr/>
          <p:nvPr/>
        </p:nvSpPr>
        <p:spPr>
          <a:xfrm>
            <a:off x="4610880" y="20080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2"/>
                </a:moveTo>
                <a:lnTo>
                  <a:pt x="3" y="2"/>
                </a:ln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3" y="3"/>
                </a:lnTo>
                <a:lnTo>
                  <a:pt x="2" y="3"/>
                </a:ln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6" name=""/>
          <p:cNvSpPr/>
          <p:nvPr/>
        </p:nvSpPr>
        <p:spPr>
          <a:xfrm>
            <a:off x="4619880" y="200916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4" y="0"/>
                </a:move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5" y="6"/>
                </a:lnTo>
                <a:lnTo>
                  <a:pt x="4" y="6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7" name=""/>
          <p:cNvSpPr/>
          <p:nvPr/>
        </p:nvSpPr>
        <p:spPr>
          <a:xfrm>
            <a:off x="4611240" y="2007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8" name=""/>
          <p:cNvSpPr/>
          <p:nvPr/>
        </p:nvSpPr>
        <p:spPr>
          <a:xfrm>
            <a:off x="4634280" y="20109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9" name=""/>
          <p:cNvSpPr/>
          <p:nvPr/>
        </p:nvSpPr>
        <p:spPr>
          <a:xfrm>
            <a:off x="4633200" y="2010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0" name=""/>
          <p:cNvSpPr/>
          <p:nvPr/>
        </p:nvSpPr>
        <p:spPr>
          <a:xfrm>
            <a:off x="4611240" y="2007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1" name=""/>
          <p:cNvSpPr/>
          <p:nvPr/>
        </p:nvSpPr>
        <p:spPr>
          <a:xfrm>
            <a:off x="4626720" y="20091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2" name=""/>
          <p:cNvSpPr/>
          <p:nvPr/>
        </p:nvSpPr>
        <p:spPr>
          <a:xfrm>
            <a:off x="4609440" y="20062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0"/>
                </a:moveTo>
                <a:lnTo>
                  <a:pt x="3" y="1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3" name=""/>
          <p:cNvSpPr/>
          <p:nvPr/>
        </p:nvSpPr>
        <p:spPr>
          <a:xfrm>
            <a:off x="4635360" y="2009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4" name=""/>
          <p:cNvSpPr/>
          <p:nvPr/>
        </p:nvSpPr>
        <p:spPr>
          <a:xfrm>
            <a:off x="4633920" y="200880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3" y="0"/>
                </a:move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5" name=""/>
          <p:cNvSpPr/>
          <p:nvPr/>
        </p:nvSpPr>
        <p:spPr>
          <a:xfrm>
            <a:off x="4627440" y="20052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6" name=""/>
          <p:cNvSpPr/>
          <p:nvPr/>
        </p:nvSpPr>
        <p:spPr>
          <a:xfrm>
            <a:off x="4626720" y="2004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7" name=""/>
          <p:cNvSpPr/>
          <p:nvPr/>
        </p:nvSpPr>
        <p:spPr>
          <a:xfrm>
            <a:off x="4629960" y="20023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8" name=""/>
          <p:cNvSpPr/>
          <p:nvPr/>
        </p:nvSpPr>
        <p:spPr>
          <a:xfrm>
            <a:off x="4631040" y="20005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0"/>
                </a:moveTo>
                <a:lnTo>
                  <a:pt x="2" y="1"/>
                </a:lnTo>
                <a:lnTo>
                  <a:pt x="0" y="1"/>
                </a:lnTo>
                <a:lnTo>
                  <a:pt x="2" y="1"/>
                </a:lnTo>
                <a:lnTo>
                  <a:pt x="4" y="1"/>
                </a:lnTo>
                <a:lnTo>
                  <a:pt x="2" y="1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9" name=""/>
          <p:cNvSpPr/>
          <p:nvPr/>
        </p:nvSpPr>
        <p:spPr>
          <a:xfrm>
            <a:off x="4632120" y="20001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3" y="4"/>
                </a:lnTo>
                <a:lnTo>
                  <a:pt x="1" y="4"/>
                </a:lnTo>
                <a:lnTo>
                  <a:pt x="0" y="2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0" name=""/>
          <p:cNvSpPr/>
          <p:nvPr/>
        </p:nvSpPr>
        <p:spPr>
          <a:xfrm>
            <a:off x="4635000" y="19994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1" name=""/>
          <p:cNvSpPr/>
          <p:nvPr/>
        </p:nvSpPr>
        <p:spPr>
          <a:xfrm>
            <a:off x="4633200" y="1999080"/>
            <a:ext cx="2880" cy="2520"/>
          </a:xfrm>
          <a:custGeom>
            <a:avLst/>
            <a:gdLst/>
            <a:ahLst/>
            <a:rect l="0" t="0" r="r" b="b"/>
            <a:pathLst>
              <a:path fill="none" w="8" h="7">
                <a:moveTo>
                  <a:pt x="5" y="2"/>
                </a:moveTo>
                <a:lnTo>
                  <a:pt x="6" y="2"/>
                </a:lnTo>
                <a:lnTo>
                  <a:pt x="6" y="3"/>
                </a:lnTo>
                <a:lnTo>
                  <a:pt x="6" y="4"/>
                </a:lnTo>
                <a:lnTo>
                  <a:pt x="6" y="5"/>
                </a:lnTo>
                <a:lnTo>
                  <a:pt x="7" y="5"/>
                </a:lnTo>
                <a:lnTo>
                  <a:pt x="8" y="5"/>
                </a:lnTo>
                <a:lnTo>
                  <a:pt x="7" y="5"/>
                </a:lnTo>
                <a:lnTo>
                  <a:pt x="6" y="5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2" y="7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1" y="2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2" name=""/>
          <p:cNvSpPr/>
          <p:nvPr/>
        </p:nvSpPr>
        <p:spPr>
          <a:xfrm>
            <a:off x="4646160" y="19983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3" name=""/>
          <p:cNvSpPr/>
          <p:nvPr/>
        </p:nvSpPr>
        <p:spPr>
          <a:xfrm>
            <a:off x="4645440" y="19976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4" name=""/>
          <p:cNvSpPr/>
          <p:nvPr/>
        </p:nvSpPr>
        <p:spPr>
          <a:xfrm>
            <a:off x="4636080" y="19940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5" name=""/>
          <p:cNvSpPr/>
          <p:nvPr/>
        </p:nvSpPr>
        <p:spPr>
          <a:xfrm>
            <a:off x="4638240" y="19918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3"/>
                </a:move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6" name=""/>
          <p:cNvSpPr/>
          <p:nvPr/>
        </p:nvSpPr>
        <p:spPr>
          <a:xfrm>
            <a:off x="4639680" y="199116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2" y="2"/>
                </a:moveTo>
                <a:lnTo>
                  <a:pt x="2" y="4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3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7" name=""/>
          <p:cNvSpPr/>
          <p:nvPr/>
        </p:nvSpPr>
        <p:spPr>
          <a:xfrm>
            <a:off x="4632120" y="19890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8" name=""/>
          <p:cNvSpPr/>
          <p:nvPr/>
        </p:nvSpPr>
        <p:spPr>
          <a:xfrm>
            <a:off x="4640760" y="1989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9" name=""/>
          <p:cNvSpPr/>
          <p:nvPr/>
        </p:nvSpPr>
        <p:spPr>
          <a:xfrm>
            <a:off x="4641840" y="19850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0" name=""/>
          <p:cNvSpPr/>
          <p:nvPr/>
        </p:nvSpPr>
        <p:spPr>
          <a:xfrm>
            <a:off x="4657680" y="19821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1" name=""/>
          <p:cNvSpPr/>
          <p:nvPr/>
        </p:nvSpPr>
        <p:spPr>
          <a:xfrm>
            <a:off x="4658760" y="1980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2" name=""/>
          <p:cNvSpPr/>
          <p:nvPr/>
        </p:nvSpPr>
        <p:spPr>
          <a:xfrm>
            <a:off x="4659480" y="19807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3" name=""/>
          <p:cNvSpPr/>
          <p:nvPr/>
        </p:nvSpPr>
        <p:spPr>
          <a:xfrm>
            <a:off x="4656960" y="19803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1" y="0"/>
                </a:moveTo>
                <a:lnTo>
                  <a:pt x="3" y="0"/>
                </a:lnTo>
                <a:lnTo>
                  <a:pt x="4" y="1"/>
                </a:lnTo>
                <a:lnTo>
                  <a:pt x="5" y="2"/>
                </a:lnTo>
                <a:lnTo>
                  <a:pt x="6" y="4"/>
                </a:lnTo>
                <a:lnTo>
                  <a:pt x="5" y="2"/>
                </a:lnTo>
                <a:lnTo>
                  <a:pt x="4" y="2"/>
                </a:lnTo>
                <a:lnTo>
                  <a:pt x="5" y="4"/>
                </a:lnTo>
                <a:lnTo>
                  <a:pt x="1" y="2"/>
                </a:lnTo>
                <a:lnTo>
                  <a:pt x="1" y="4"/>
                </a:lnTo>
                <a:lnTo>
                  <a:pt x="3" y="4"/>
                </a:lnTo>
                <a:lnTo>
                  <a:pt x="1" y="4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3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4" name=""/>
          <p:cNvSpPr/>
          <p:nvPr/>
        </p:nvSpPr>
        <p:spPr>
          <a:xfrm>
            <a:off x="4658040" y="19800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5" name=""/>
          <p:cNvSpPr/>
          <p:nvPr/>
        </p:nvSpPr>
        <p:spPr>
          <a:xfrm>
            <a:off x="4649760" y="19742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6" name=""/>
          <p:cNvSpPr/>
          <p:nvPr/>
        </p:nvSpPr>
        <p:spPr>
          <a:xfrm>
            <a:off x="4662360" y="19753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7" name=""/>
          <p:cNvSpPr/>
          <p:nvPr/>
        </p:nvSpPr>
        <p:spPr>
          <a:xfrm>
            <a:off x="4662000" y="19753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8" name=""/>
          <p:cNvSpPr/>
          <p:nvPr/>
        </p:nvSpPr>
        <p:spPr>
          <a:xfrm>
            <a:off x="4660560" y="19746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9" name=""/>
          <p:cNvSpPr/>
          <p:nvPr/>
        </p:nvSpPr>
        <p:spPr>
          <a:xfrm>
            <a:off x="4649760" y="19728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0" name=""/>
          <p:cNvSpPr/>
          <p:nvPr/>
        </p:nvSpPr>
        <p:spPr>
          <a:xfrm>
            <a:off x="4661640" y="19746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4"/>
                </a:move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1" name=""/>
          <p:cNvSpPr/>
          <p:nvPr/>
        </p:nvSpPr>
        <p:spPr>
          <a:xfrm>
            <a:off x="4654440" y="19731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1"/>
                </a:moveTo>
                <a:lnTo>
                  <a:pt x="2" y="3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2" name=""/>
          <p:cNvSpPr/>
          <p:nvPr/>
        </p:nvSpPr>
        <p:spPr>
          <a:xfrm>
            <a:off x="4649040" y="19724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3" name=""/>
          <p:cNvSpPr/>
          <p:nvPr/>
        </p:nvSpPr>
        <p:spPr>
          <a:xfrm>
            <a:off x="4652280" y="1972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4" name=""/>
          <p:cNvSpPr/>
          <p:nvPr/>
        </p:nvSpPr>
        <p:spPr>
          <a:xfrm>
            <a:off x="4651560" y="19717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5" name=""/>
          <p:cNvSpPr/>
          <p:nvPr/>
        </p:nvSpPr>
        <p:spPr>
          <a:xfrm>
            <a:off x="4660200" y="19699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6" name=""/>
          <p:cNvSpPr/>
          <p:nvPr/>
        </p:nvSpPr>
        <p:spPr>
          <a:xfrm>
            <a:off x="4659480" y="19699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7" name=""/>
          <p:cNvSpPr/>
          <p:nvPr/>
        </p:nvSpPr>
        <p:spPr>
          <a:xfrm>
            <a:off x="4659480" y="19695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8" name=""/>
          <p:cNvSpPr/>
          <p:nvPr/>
        </p:nvSpPr>
        <p:spPr>
          <a:xfrm>
            <a:off x="4657680" y="1968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9" name=""/>
          <p:cNvSpPr/>
          <p:nvPr/>
        </p:nvSpPr>
        <p:spPr>
          <a:xfrm>
            <a:off x="4659480" y="19677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4"/>
                </a:moveTo>
                <a:lnTo>
                  <a:pt x="0" y="4"/>
                </a:lnTo>
                <a:lnTo>
                  <a:pt x="1" y="4"/>
                </a:lnTo>
                <a:lnTo>
                  <a:pt x="0" y="3"/>
                </a:lnTo>
                <a:lnTo>
                  <a:pt x="1" y="3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0" name=""/>
          <p:cNvSpPr/>
          <p:nvPr/>
        </p:nvSpPr>
        <p:spPr>
          <a:xfrm>
            <a:off x="4662360" y="19677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1" name=""/>
          <p:cNvSpPr/>
          <p:nvPr/>
        </p:nvSpPr>
        <p:spPr>
          <a:xfrm>
            <a:off x="4655880" y="196560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3" y="1"/>
                </a:moveTo>
                <a:lnTo>
                  <a:pt x="3" y="3"/>
                </a:lnTo>
                <a:lnTo>
                  <a:pt x="4" y="3"/>
                </a:lnTo>
                <a:lnTo>
                  <a:pt x="5" y="3"/>
                </a:lnTo>
                <a:lnTo>
                  <a:pt x="7" y="1"/>
                </a:lnTo>
                <a:lnTo>
                  <a:pt x="7" y="3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1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2" name=""/>
          <p:cNvSpPr/>
          <p:nvPr/>
        </p:nvSpPr>
        <p:spPr>
          <a:xfrm>
            <a:off x="4658400" y="1966320"/>
            <a:ext cx="3600" cy="2160"/>
          </a:xfrm>
          <a:custGeom>
            <a:avLst/>
            <a:gdLst/>
            <a:ahLst/>
            <a:rect l="0" t="0" r="r" b="b"/>
            <a:pathLst>
              <a:path fill="none" w="10" h="6">
                <a:moveTo>
                  <a:pt x="10" y="0"/>
                </a:moveTo>
                <a:lnTo>
                  <a:pt x="10" y="1"/>
                </a:lnTo>
                <a:lnTo>
                  <a:pt x="10" y="2"/>
                </a:lnTo>
                <a:lnTo>
                  <a:pt x="9" y="2"/>
                </a:lnTo>
                <a:lnTo>
                  <a:pt x="8" y="2"/>
                </a:lnTo>
                <a:lnTo>
                  <a:pt x="9" y="2"/>
                </a:lnTo>
                <a:lnTo>
                  <a:pt x="9" y="3"/>
                </a:lnTo>
                <a:lnTo>
                  <a:pt x="8" y="3"/>
                </a:lnTo>
                <a:lnTo>
                  <a:pt x="8" y="5"/>
                </a:lnTo>
                <a:lnTo>
                  <a:pt x="9" y="5"/>
                </a:lnTo>
                <a:lnTo>
                  <a:pt x="8" y="6"/>
                </a:lnTo>
                <a:lnTo>
                  <a:pt x="6" y="5"/>
                </a:lnTo>
                <a:lnTo>
                  <a:pt x="5" y="5"/>
                </a:lnTo>
                <a:lnTo>
                  <a:pt x="4" y="6"/>
                </a:lnTo>
                <a:lnTo>
                  <a:pt x="3" y="6"/>
                </a:lnTo>
                <a:lnTo>
                  <a:pt x="2" y="5"/>
                </a:lnTo>
                <a:lnTo>
                  <a:pt x="1" y="6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6" y="0"/>
                </a:lnTo>
                <a:lnTo>
                  <a:pt x="8" y="0"/>
                </a:lnTo>
                <a:lnTo>
                  <a:pt x="9" y="0"/>
                </a:lnTo>
                <a:lnTo>
                  <a:pt x="9" y="1"/>
                </a:lnTo>
                <a:lnTo>
                  <a:pt x="1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3" name=""/>
          <p:cNvSpPr/>
          <p:nvPr/>
        </p:nvSpPr>
        <p:spPr>
          <a:xfrm>
            <a:off x="4660200" y="196596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0" y="2"/>
                </a:move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4" name=""/>
          <p:cNvSpPr/>
          <p:nvPr/>
        </p:nvSpPr>
        <p:spPr>
          <a:xfrm>
            <a:off x="4658760" y="196452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3"/>
                </a:moveTo>
                <a:lnTo>
                  <a:pt x="5" y="4"/>
                </a:lnTo>
                <a:lnTo>
                  <a:pt x="4" y="5"/>
                </a:lnTo>
                <a:lnTo>
                  <a:pt x="0" y="5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5" y="2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5" name=""/>
          <p:cNvSpPr/>
          <p:nvPr/>
        </p:nvSpPr>
        <p:spPr>
          <a:xfrm>
            <a:off x="4658760" y="19641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6" name=""/>
          <p:cNvSpPr/>
          <p:nvPr/>
        </p:nvSpPr>
        <p:spPr>
          <a:xfrm>
            <a:off x="4656600" y="1961640"/>
            <a:ext cx="3600" cy="2520"/>
          </a:xfrm>
          <a:custGeom>
            <a:avLst/>
            <a:gdLst/>
            <a:ahLst/>
            <a:rect l="0" t="0" r="r" b="b"/>
            <a:pathLst>
              <a:path fill="none" w="10" h="7">
                <a:moveTo>
                  <a:pt x="9" y="3"/>
                </a:moveTo>
                <a:lnTo>
                  <a:pt x="10" y="3"/>
                </a:lnTo>
                <a:lnTo>
                  <a:pt x="10" y="4"/>
                </a:lnTo>
                <a:lnTo>
                  <a:pt x="10" y="5"/>
                </a:lnTo>
                <a:lnTo>
                  <a:pt x="9" y="5"/>
                </a:lnTo>
                <a:lnTo>
                  <a:pt x="8" y="5"/>
                </a:lnTo>
                <a:lnTo>
                  <a:pt x="7" y="7"/>
                </a:lnTo>
                <a:lnTo>
                  <a:pt x="7" y="5"/>
                </a:lnTo>
                <a:lnTo>
                  <a:pt x="6" y="7"/>
                </a:lnTo>
                <a:lnTo>
                  <a:pt x="6" y="5"/>
                </a:lnTo>
                <a:lnTo>
                  <a:pt x="3" y="4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  <a:lnTo>
                  <a:pt x="7" y="2"/>
                </a:lnTo>
                <a:lnTo>
                  <a:pt x="8" y="2"/>
                </a:lnTo>
                <a:lnTo>
                  <a:pt x="8" y="0"/>
                </a:lnTo>
                <a:lnTo>
                  <a:pt x="9" y="2"/>
                </a:lnTo>
                <a:lnTo>
                  <a:pt x="9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7" name=""/>
          <p:cNvSpPr/>
          <p:nvPr/>
        </p:nvSpPr>
        <p:spPr>
          <a:xfrm>
            <a:off x="4656600" y="196092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4" y="0"/>
                </a:moveTo>
                <a:lnTo>
                  <a:pt x="5" y="0"/>
                </a:lnTo>
                <a:lnTo>
                  <a:pt x="5" y="1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2" y="1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8" name=""/>
          <p:cNvSpPr/>
          <p:nvPr/>
        </p:nvSpPr>
        <p:spPr>
          <a:xfrm>
            <a:off x="4660920" y="196128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7" y="1"/>
                </a:moveTo>
                <a:lnTo>
                  <a:pt x="5" y="1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lnTo>
                  <a:pt x="5" y="1"/>
                </a:lnTo>
                <a:lnTo>
                  <a:pt x="6" y="1"/>
                </a:lnTo>
                <a:lnTo>
                  <a:pt x="7" y="0"/>
                </a:lnTo>
                <a:lnTo>
                  <a:pt x="7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9" name=""/>
          <p:cNvSpPr/>
          <p:nvPr/>
        </p:nvSpPr>
        <p:spPr>
          <a:xfrm>
            <a:off x="4660200" y="19605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0" name=""/>
          <p:cNvSpPr/>
          <p:nvPr/>
        </p:nvSpPr>
        <p:spPr>
          <a:xfrm>
            <a:off x="4663440" y="19591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1"/>
                </a:move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1" name=""/>
          <p:cNvSpPr/>
          <p:nvPr/>
        </p:nvSpPr>
        <p:spPr>
          <a:xfrm>
            <a:off x="4664520" y="19587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2" name=""/>
          <p:cNvSpPr/>
          <p:nvPr/>
        </p:nvSpPr>
        <p:spPr>
          <a:xfrm>
            <a:off x="4668480" y="1959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3" name=""/>
          <p:cNvSpPr/>
          <p:nvPr/>
        </p:nvSpPr>
        <p:spPr>
          <a:xfrm>
            <a:off x="4668480" y="19573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2" y="3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4" name=""/>
          <p:cNvSpPr/>
          <p:nvPr/>
        </p:nvSpPr>
        <p:spPr>
          <a:xfrm>
            <a:off x="4666320" y="195732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5" y="1"/>
                </a:moveTo>
                <a:lnTo>
                  <a:pt x="3" y="1"/>
                </a:lnTo>
                <a:lnTo>
                  <a:pt x="2" y="3"/>
                </a:lnTo>
                <a:lnTo>
                  <a:pt x="2" y="1"/>
                </a:lnTo>
                <a:lnTo>
                  <a:pt x="2" y="3"/>
                </a:ln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5" name=""/>
          <p:cNvSpPr/>
          <p:nvPr/>
        </p:nvSpPr>
        <p:spPr>
          <a:xfrm>
            <a:off x="4671720" y="19573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1"/>
                </a:moveTo>
                <a:lnTo>
                  <a:pt x="3" y="3"/>
                </a:lnTo>
                <a:lnTo>
                  <a:pt x="1" y="1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6" name=""/>
          <p:cNvSpPr/>
          <p:nvPr/>
        </p:nvSpPr>
        <p:spPr>
          <a:xfrm>
            <a:off x="4667760" y="19562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7" name=""/>
          <p:cNvSpPr/>
          <p:nvPr/>
        </p:nvSpPr>
        <p:spPr>
          <a:xfrm>
            <a:off x="4660200" y="19548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8" name=""/>
          <p:cNvSpPr/>
          <p:nvPr/>
        </p:nvSpPr>
        <p:spPr>
          <a:xfrm>
            <a:off x="4660200" y="19522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4"/>
                </a:moveTo>
                <a:lnTo>
                  <a:pt x="1" y="2"/>
                </a:lnTo>
                <a:lnTo>
                  <a:pt x="0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3" y="4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9" name=""/>
          <p:cNvSpPr/>
          <p:nvPr/>
        </p:nvSpPr>
        <p:spPr>
          <a:xfrm>
            <a:off x="4660560" y="1951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0" name=""/>
          <p:cNvSpPr/>
          <p:nvPr/>
        </p:nvSpPr>
        <p:spPr>
          <a:xfrm>
            <a:off x="4659840" y="19515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1" name=""/>
          <p:cNvSpPr/>
          <p:nvPr/>
        </p:nvSpPr>
        <p:spPr>
          <a:xfrm>
            <a:off x="4660200" y="19512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2" name=""/>
          <p:cNvSpPr/>
          <p:nvPr/>
        </p:nvSpPr>
        <p:spPr>
          <a:xfrm>
            <a:off x="4675680" y="19526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3" name=""/>
          <p:cNvSpPr/>
          <p:nvPr/>
        </p:nvSpPr>
        <p:spPr>
          <a:xfrm>
            <a:off x="4660920" y="1948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4"/>
                </a:move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4" name=""/>
          <p:cNvSpPr/>
          <p:nvPr/>
        </p:nvSpPr>
        <p:spPr>
          <a:xfrm>
            <a:off x="4677120" y="19504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5" name=""/>
          <p:cNvSpPr/>
          <p:nvPr/>
        </p:nvSpPr>
        <p:spPr>
          <a:xfrm>
            <a:off x="4661640" y="19479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1"/>
                </a:move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6" name=""/>
          <p:cNvSpPr/>
          <p:nvPr/>
        </p:nvSpPr>
        <p:spPr>
          <a:xfrm>
            <a:off x="4676760" y="19501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7" name=""/>
          <p:cNvSpPr/>
          <p:nvPr/>
        </p:nvSpPr>
        <p:spPr>
          <a:xfrm>
            <a:off x="4676400" y="1950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8" name=""/>
          <p:cNvSpPr/>
          <p:nvPr/>
        </p:nvSpPr>
        <p:spPr>
          <a:xfrm>
            <a:off x="4676040" y="19476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9" name=""/>
          <p:cNvSpPr/>
          <p:nvPr/>
        </p:nvSpPr>
        <p:spPr>
          <a:xfrm>
            <a:off x="4677480" y="1947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70" name=""/>
          <p:cNvSpPr/>
          <p:nvPr/>
        </p:nvSpPr>
        <p:spPr>
          <a:xfrm>
            <a:off x="4677480" y="1946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71" name=""/>
          <p:cNvSpPr/>
          <p:nvPr/>
        </p:nvSpPr>
        <p:spPr>
          <a:xfrm>
            <a:off x="4678920" y="19472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72" name=""/>
          <p:cNvSpPr/>
          <p:nvPr/>
        </p:nvSpPr>
        <p:spPr>
          <a:xfrm>
            <a:off x="4676760" y="1945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73" name=""/>
          <p:cNvSpPr/>
          <p:nvPr/>
        </p:nvSpPr>
        <p:spPr>
          <a:xfrm>
            <a:off x="4677120" y="19458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74" name=""/>
          <p:cNvSpPr/>
          <p:nvPr/>
        </p:nvSpPr>
        <p:spPr>
          <a:xfrm>
            <a:off x="4676400" y="19454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75" name=""/>
          <p:cNvSpPr/>
          <p:nvPr/>
        </p:nvSpPr>
        <p:spPr>
          <a:xfrm>
            <a:off x="4676040" y="194508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3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76" name=""/>
          <p:cNvSpPr/>
          <p:nvPr/>
        </p:nvSpPr>
        <p:spPr>
          <a:xfrm>
            <a:off x="4685040" y="19465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77" name=""/>
          <p:cNvSpPr/>
          <p:nvPr/>
        </p:nvSpPr>
        <p:spPr>
          <a:xfrm>
            <a:off x="4675320" y="194292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3" y="3"/>
                </a:moveTo>
                <a:lnTo>
                  <a:pt x="3" y="4"/>
                </a:lnTo>
                <a:lnTo>
                  <a:pt x="3" y="3"/>
                </a:lnTo>
                <a:lnTo>
                  <a:pt x="3" y="4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5" y="5"/>
                </a:ln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3" y="1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78" name=""/>
          <p:cNvSpPr/>
          <p:nvPr/>
        </p:nvSpPr>
        <p:spPr>
          <a:xfrm>
            <a:off x="4683600" y="194400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3" y="4"/>
                </a:move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3" y="3"/>
                </a:lnTo>
                <a:lnTo>
                  <a:pt x="5" y="3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5" y="1"/>
                </a:lnTo>
                <a:lnTo>
                  <a:pt x="5" y="3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79" name=""/>
          <p:cNvSpPr/>
          <p:nvPr/>
        </p:nvSpPr>
        <p:spPr>
          <a:xfrm>
            <a:off x="4683600" y="194220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2" y="2"/>
                </a:moveTo>
                <a:lnTo>
                  <a:pt x="2" y="3"/>
                </a:lnTo>
                <a:lnTo>
                  <a:pt x="3" y="3"/>
                </a:lnTo>
                <a:lnTo>
                  <a:pt x="5" y="3"/>
                </a:lnTo>
                <a:lnTo>
                  <a:pt x="3" y="4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2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0" name=""/>
          <p:cNvSpPr/>
          <p:nvPr/>
        </p:nvSpPr>
        <p:spPr>
          <a:xfrm>
            <a:off x="4681440" y="1938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1" name=""/>
          <p:cNvSpPr/>
          <p:nvPr/>
        </p:nvSpPr>
        <p:spPr>
          <a:xfrm>
            <a:off x="4681440" y="19386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2" name=""/>
          <p:cNvSpPr/>
          <p:nvPr/>
        </p:nvSpPr>
        <p:spPr>
          <a:xfrm>
            <a:off x="4680000" y="193536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5" y="0"/>
                </a:move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1" y="2"/>
                </a:lnTo>
                <a:lnTo>
                  <a:pt x="4" y="2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3" name=""/>
          <p:cNvSpPr/>
          <p:nvPr/>
        </p:nvSpPr>
        <p:spPr>
          <a:xfrm>
            <a:off x="4685040" y="19346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2"/>
                </a:move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4" name=""/>
          <p:cNvSpPr/>
          <p:nvPr/>
        </p:nvSpPr>
        <p:spPr>
          <a:xfrm>
            <a:off x="4682880" y="1933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3" y="1"/>
                </a:lnTo>
                <a:lnTo>
                  <a:pt x="1" y="1"/>
                </a:lnTo>
                <a:lnTo>
                  <a:pt x="3" y="1"/>
                </a:lnTo>
                <a:lnTo>
                  <a:pt x="3" y="3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5" name=""/>
          <p:cNvSpPr/>
          <p:nvPr/>
        </p:nvSpPr>
        <p:spPr>
          <a:xfrm>
            <a:off x="4681800" y="19328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6" name=""/>
          <p:cNvSpPr/>
          <p:nvPr/>
        </p:nvSpPr>
        <p:spPr>
          <a:xfrm>
            <a:off x="4683960" y="19332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1" y="0"/>
                </a:moveTo>
                <a:lnTo>
                  <a:pt x="3" y="0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7" name=""/>
          <p:cNvSpPr/>
          <p:nvPr/>
        </p:nvSpPr>
        <p:spPr>
          <a:xfrm>
            <a:off x="4682520" y="193104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4" y="1"/>
                </a:moveTo>
                <a:lnTo>
                  <a:pt x="4" y="3"/>
                </a:lnTo>
                <a:lnTo>
                  <a:pt x="2" y="3"/>
                </a:lnTo>
                <a:lnTo>
                  <a:pt x="2" y="5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2" y="3"/>
                </a:lnTo>
                <a:lnTo>
                  <a:pt x="2" y="1"/>
                </a:lnTo>
                <a:lnTo>
                  <a:pt x="1" y="1"/>
                </a:lnTo>
                <a:lnTo>
                  <a:pt x="2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8" name=""/>
          <p:cNvSpPr/>
          <p:nvPr/>
        </p:nvSpPr>
        <p:spPr>
          <a:xfrm>
            <a:off x="4676760" y="1927800"/>
            <a:ext cx="2160" cy="1080"/>
          </a:xfrm>
          <a:custGeom>
            <a:avLst/>
            <a:gdLst/>
            <a:ahLst/>
            <a:rect l="0" t="0" r="r" b="b"/>
            <a:pathLst>
              <a:path fill="none" w="6" h="3">
                <a:moveTo>
                  <a:pt x="6" y="1"/>
                </a:moveTo>
                <a:lnTo>
                  <a:pt x="6" y="3"/>
                </a:lnTo>
                <a:lnTo>
                  <a:pt x="4" y="3"/>
                </a:lnTo>
                <a:lnTo>
                  <a:pt x="3" y="1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9" name=""/>
          <p:cNvSpPr/>
          <p:nvPr/>
        </p:nvSpPr>
        <p:spPr>
          <a:xfrm>
            <a:off x="4695120" y="1929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0" name=""/>
          <p:cNvSpPr/>
          <p:nvPr/>
        </p:nvSpPr>
        <p:spPr>
          <a:xfrm>
            <a:off x="4696200" y="1928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1" name=""/>
          <p:cNvSpPr/>
          <p:nvPr/>
        </p:nvSpPr>
        <p:spPr>
          <a:xfrm>
            <a:off x="4676760" y="19220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2" name=""/>
          <p:cNvSpPr/>
          <p:nvPr/>
        </p:nvSpPr>
        <p:spPr>
          <a:xfrm>
            <a:off x="4685400" y="192276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1" y="2"/>
                </a:moveTo>
                <a:lnTo>
                  <a:pt x="0" y="2"/>
                </a:lnTo>
                <a:lnTo>
                  <a:pt x="0" y="0"/>
                </a:lnTo>
                <a:lnTo>
                  <a:pt x="3" y="0"/>
                </a:lnTo>
                <a:lnTo>
                  <a:pt x="1" y="0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3" name=""/>
          <p:cNvSpPr/>
          <p:nvPr/>
        </p:nvSpPr>
        <p:spPr>
          <a:xfrm>
            <a:off x="4677840" y="19209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4" name=""/>
          <p:cNvSpPr/>
          <p:nvPr/>
        </p:nvSpPr>
        <p:spPr>
          <a:xfrm>
            <a:off x="4677480" y="19202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5" name=""/>
          <p:cNvSpPr/>
          <p:nvPr/>
        </p:nvSpPr>
        <p:spPr>
          <a:xfrm>
            <a:off x="4681080" y="192060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4" y="1"/>
                </a:moveTo>
                <a:lnTo>
                  <a:pt x="5" y="1"/>
                </a:lnTo>
                <a:lnTo>
                  <a:pt x="5" y="2"/>
                </a:lnTo>
                <a:lnTo>
                  <a:pt x="4" y="2"/>
                </a:lnTo>
                <a:lnTo>
                  <a:pt x="4" y="4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lnTo>
                  <a:pt x="2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6" name=""/>
          <p:cNvSpPr/>
          <p:nvPr/>
        </p:nvSpPr>
        <p:spPr>
          <a:xfrm>
            <a:off x="4680720" y="1918800"/>
            <a:ext cx="3960" cy="3240"/>
          </a:xfrm>
          <a:custGeom>
            <a:avLst/>
            <a:gdLst/>
            <a:ahLst/>
            <a:rect l="0" t="0" r="r" b="b"/>
            <a:pathLst>
              <a:path fill="none" w="11" h="9">
                <a:moveTo>
                  <a:pt x="9" y="3"/>
                </a:moveTo>
                <a:lnTo>
                  <a:pt x="9" y="4"/>
                </a:lnTo>
                <a:lnTo>
                  <a:pt x="10" y="4"/>
                </a:lnTo>
                <a:lnTo>
                  <a:pt x="11" y="5"/>
                </a:lnTo>
                <a:lnTo>
                  <a:pt x="10" y="5"/>
                </a:lnTo>
                <a:lnTo>
                  <a:pt x="10" y="6"/>
                </a:lnTo>
                <a:lnTo>
                  <a:pt x="9" y="7"/>
                </a:lnTo>
                <a:lnTo>
                  <a:pt x="9" y="9"/>
                </a:lnTo>
                <a:lnTo>
                  <a:pt x="7" y="9"/>
                </a:lnTo>
                <a:lnTo>
                  <a:pt x="7" y="7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  <a:lnTo>
                  <a:pt x="7" y="2"/>
                </a:lnTo>
                <a:lnTo>
                  <a:pt x="9" y="2"/>
                </a:lnTo>
                <a:lnTo>
                  <a:pt x="9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7" name=""/>
          <p:cNvSpPr/>
          <p:nvPr/>
        </p:nvSpPr>
        <p:spPr>
          <a:xfrm>
            <a:off x="4674600" y="1917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8" name=""/>
          <p:cNvSpPr/>
          <p:nvPr/>
        </p:nvSpPr>
        <p:spPr>
          <a:xfrm>
            <a:off x="4683240" y="19180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9" name=""/>
          <p:cNvSpPr/>
          <p:nvPr/>
        </p:nvSpPr>
        <p:spPr>
          <a:xfrm>
            <a:off x="4683960" y="19180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0" name=""/>
          <p:cNvSpPr/>
          <p:nvPr/>
        </p:nvSpPr>
        <p:spPr>
          <a:xfrm>
            <a:off x="4683600" y="1917720"/>
            <a:ext cx="3960" cy="5040"/>
          </a:xfrm>
          <a:custGeom>
            <a:avLst/>
            <a:gdLst/>
            <a:ahLst/>
            <a:rect l="0" t="0" r="r" b="b"/>
            <a:pathLst>
              <a:path fill="none" w="11" h="14">
                <a:moveTo>
                  <a:pt x="11" y="3"/>
                </a:moveTo>
                <a:lnTo>
                  <a:pt x="11" y="4"/>
                </a:lnTo>
                <a:lnTo>
                  <a:pt x="11" y="3"/>
                </a:lnTo>
                <a:lnTo>
                  <a:pt x="10" y="3"/>
                </a:lnTo>
                <a:lnTo>
                  <a:pt x="10" y="4"/>
                </a:lnTo>
                <a:lnTo>
                  <a:pt x="10" y="5"/>
                </a:lnTo>
                <a:lnTo>
                  <a:pt x="11" y="5"/>
                </a:lnTo>
                <a:lnTo>
                  <a:pt x="11" y="6"/>
                </a:lnTo>
                <a:lnTo>
                  <a:pt x="11" y="7"/>
                </a:lnTo>
                <a:lnTo>
                  <a:pt x="11" y="8"/>
                </a:lnTo>
                <a:lnTo>
                  <a:pt x="10" y="8"/>
                </a:lnTo>
                <a:lnTo>
                  <a:pt x="9" y="9"/>
                </a:lnTo>
                <a:lnTo>
                  <a:pt x="10" y="9"/>
                </a:lnTo>
                <a:lnTo>
                  <a:pt x="11" y="9"/>
                </a:lnTo>
                <a:lnTo>
                  <a:pt x="11" y="11"/>
                </a:lnTo>
                <a:lnTo>
                  <a:pt x="10" y="11"/>
                </a:lnTo>
                <a:lnTo>
                  <a:pt x="9" y="11"/>
                </a:lnTo>
                <a:lnTo>
                  <a:pt x="10" y="12"/>
                </a:lnTo>
                <a:lnTo>
                  <a:pt x="9" y="13"/>
                </a:lnTo>
                <a:lnTo>
                  <a:pt x="9" y="14"/>
                </a:lnTo>
                <a:lnTo>
                  <a:pt x="8" y="14"/>
                </a:lnTo>
                <a:lnTo>
                  <a:pt x="7" y="14"/>
                </a:lnTo>
                <a:lnTo>
                  <a:pt x="6" y="14"/>
                </a:lnTo>
                <a:lnTo>
                  <a:pt x="7" y="14"/>
                </a:lnTo>
                <a:lnTo>
                  <a:pt x="7" y="12"/>
                </a:lnTo>
                <a:lnTo>
                  <a:pt x="6" y="12"/>
                </a:lnTo>
                <a:lnTo>
                  <a:pt x="4" y="11"/>
                </a:lnTo>
                <a:lnTo>
                  <a:pt x="4" y="12"/>
                </a:lnTo>
                <a:lnTo>
                  <a:pt x="3" y="12"/>
                </a:lnTo>
                <a:lnTo>
                  <a:pt x="4" y="11"/>
                </a:lnTo>
                <a:lnTo>
                  <a:pt x="4" y="9"/>
                </a:lnTo>
                <a:lnTo>
                  <a:pt x="3" y="9"/>
                </a:lnTo>
                <a:lnTo>
                  <a:pt x="2" y="8"/>
                </a:lnTo>
                <a:lnTo>
                  <a:pt x="2" y="7"/>
                </a:lnTo>
                <a:lnTo>
                  <a:pt x="2" y="6"/>
                </a:lnTo>
                <a:lnTo>
                  <a:pt x="1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3"/>
                </a:lnTo>
                <a:lnTo>
                  <a:pt x="3" y="3"/>
                </a:lnTo>
                <a:lnTo>
                  <a:pt x="4" y="2"/>
                </a:lnTo>
                <a:lnTo>
                  <a:pt x="6" y="1"/>
                </a:lnTo>
                <a:lnTo>
                  <a:pt x="7" y="0"/>
                </a:lnTo>
                <a:lnTo>
                  <a:pt x="8" y="0"/>
                </a:lnTo>
                <a:lnTo>
                  <a:pt x="9" y="2"/>
                </a:lnTo>
                <a:lnTo>
                  <a:pt x="10" y="2"/>
                </a:lnTo>
                <a:lnTo>
                  <a:pt x="10" y="3"/>
                </a:lnTo>
                <a:lnTo>
                  <a:pt x="1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1" name=""/>
          <p:cNvSpPr/>
          <p:nvPr/>
        </p:nvSpPr>
        <p:spPr>
          <a:xfrm>
            <a:off x="4686120" y="19173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2"/>
                </a:moveTo>
                <a:lnTo>
                  <a:pt x="4" y="2"/>
                </a:lnTo>
                <a:lnTo>
                  <a:pt x="4" y="5"/>
                </a:lnTo>
                <a:lnTo>
                  <a:pt x="3" y="5"/>
                </a:lnTo>
                <a:lnTo>
                  <a:pt x="3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2" name=""/>
          <p:cNvSpPr/>
          <p:nvPr/>
        </p:nvSpPr>
        <p:spPr>
          <a:xfrm>
            <a:off x="4686120" y="19166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3" name=""/>
          <p:cNvSpPr/>
          <p:nvPr/>
        </p:nvSpPr>
        <p:spPr>
          <a:xfrm>
            <a:off x="4688280" y="191664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3" y="3"/>
                </a:moveTo>
                <a:lnTo>
                  <a:pt x="3" y="5"/>
                </a:lnTo>
                <a:lnTo>
                  <a:pt x="4" y="5"/>
                </a:lnTo>
                <a:lnTo>
                  <a:pt x="6" y="5"/>
                </a:lnTo>
                <a:lnTo>
                  <a:pt x="6" y="3"/>
                </a:lnTo>
                <a:lnTo>
                  <a:pt x="6" y="5"/>
                </a:lnTo>
                <a:lnTo>
                  <a:pt x="4" y="6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2" y="6"/>
                </a:lnTo>
                <a:lnTo>
                  <a:pt x="2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2" y="3"/>
                </a:lnTo>
                <a:lnTo>
                  <a:pt x="2" y="2"/>
                </a:lnTo>
                <a:lnTo>
                  <a:pt x="1" y="2"/>
                </a:lnTo>
                <a:lnTo>
                  <a:pt x="2" y="1"/>
                </a:lnTo>
                <a:lnTo>
                  <a:pt x="2" y="0"/>
                </a:lnTo>
                <a:lnTo>
                  <a:pt x="3" y="1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4" name=""/>
          <p:cNvSpPr/>
          <p:nvPr/>
        </p:nvSpPr>
        <p:spPr>
          <a:xfrm>
            <a:off x="4687200" y="19159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5" name=""/>
          <p:cNvSpPr/>
          <p:nvPr/>
        </p:nvSpPr>
        <p:spPr>
          <a:xfrm>
            <a:off x="4687920" y="19155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6" name=""/>
          <p:cNvSpPr/>
          <p:nvPr/>
        </p:nvSpPr>
        <p:spPr>
          <a:xfrm>
            <a:off x="4681080" y="191268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0" y="5"/>
                </a:move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7" name=""/>
          <p:cNvSpPr/>
          <p:nvPr/>
        </p:nvSpPr>
        <p:spPr>
          <a:xfrm>
            <a:off x="4686840" y="19116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8" name=""/>
          <p:cNvSpPr/>
          <p:nvPr/>
        </p:nvSpPr>
        <p:spPr>
          <a:xfrm>
            <a:off x="4687920" y="1909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9" name=""/>
          <p:cNvSpPr/>
          <p:nvPr/>
        </p:nvSpPr>
        <p:spPr>
          <a:xfrm>
            <a:off x="4695120" y="19105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10" name=""/>
          <p:cNvSpPr/>
          <p:nvPr/>
        </p:nvSpPr>
        <p:spPr>
          <a:xfrm>
            <a:off x="4693320" y="1909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11" name=""/>
          <p:cNvSpPr/>
          <p:nvPr/>
        </p:nvSpPr>
        <p:spPr>
          <a:xfrm>
            <a:off x="4674240" y="19062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12" name=""/>
          <p:cNvSpPr/>
          <p:nvPr/>
        </p:nvSpPr>
        <p:spPr>
          <a:xfrm>
            <a:off x="4674600" y="19054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2" y="0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13" name=""/>
          <p:cNvSpPr/>
          <p:nvPr/>
        </p:nvSpPr>
        <p:spPr>
          <a:xfrm>
            <a:off x="4673520" y="19047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2"/>
                </a:moveTo>
                <a:lnTo>
                  <a:pt x="5" y="2"/>
                </a:lnTo>
                <a:lnTo>
                  <a:pt x="3" y="4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14" name=""/>
          <p:cNvSpPr/>
          <p:nvPr/>
        </p:nvSpPr>
        <p:spPr>
          <a:xfrm>
            <a:off x="4693680" y="19083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5" y="1"/>
                </a:lnTo>
                <a:lnTo>
                  <a:pt x="3" y="1"/>
                </a:lnTo>
                <a:lnTo>
                  <a:pt x="2" y="0"/>
                </a:lnTo>
                <a:lnTo>
                  <a:pt x="2" y="1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15" name=""/>
          <p:cNvSpPr/>
          <p:nvPr/>
        </p:nvSpPr>
        <p:spPr>
          <a:xfrm>
            <a:off x="4687200" y="1906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16" name=""/>
          <p:cNvSpPr/>
          <p:nvPr/>
        </p:nvSpPr>
        <p:spPr>
          <a:xfrm>
            <a:off x="4674240" y="1904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17" name=""/>
          <p:cNvSpPr/>
          <p:nvPr/>
        </p:nvSpPr>
        <p:spPr>
          <a:xfrm>
            <a:off x="4675320" y="1904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18" name=""/>
          <p:cNvSpPr/>
          <p:nvPr/>
        </p:nvSpPr>
        <p:spPr>
          <a:xfrm>
            <a:off x="4676760" y="1904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19" name=""/>
          <p:cNvSpPr/>
          <p:nvPr/>
        </p:nvSpPr>
        <p:spPr>
          <a:xfrm>
            <a:off x="4693680" y="19072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0" name=""/>
          <p:cNvSpPr/>
          <p:nvPr/>
        </p:nvSpPr>
        <p:spPr>
          <a:xfrm>
            <a:off x="4686840" y="19054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1" name=""/>
          <p:cNvSpPr/>
          <p:nvPr/>
        </p:nvSpPr>
        <p:spPr>
          <a:xfrm>
            <a:off x="4677120" y="19040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2" name=""/>
          <p:cNvSpPr/>
          <p:nvPr/>
        </p:nvSpPr>
        <p:spPr>
          <a:xfrm>
            <a:off x="4679280" y="190224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3" name=""/>
          <p:cNvSpPr/>
          <p:nvPr/>
        </p:nvSpPr>
        <p:spPr>
          <a:xfrm>
            <a:off x="4688280" y="19015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4" name=""/>
          <p:cNvSpPr/>
          <p:nvPr/>
        </p:nvSpPr>
        <p:spPr>
          <a:xfrm>
            <a:off x="4687920" y="19011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5" name=""/>
          <p:cNvSpPr/>
          <p:nvPr/>
        </p:nvSpPr>
        <p:spPr>
          <a:xfrm>
            <a:off x="4692600" y="19015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6" name=""/>
          <p:cNvSpPr/>
          <p:nvPr/>
        </p:nvSpPr>
        <p:spPr>
          <a:xfrm>
            <a:off x="4694760" y="1900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7" name=""/>
          <p:cNvSpPr/>
          <p:nvPr/>
        </p:nvSpPr>
        <p:spPr>
          <a:xfrm>
            <a:off x="4695120" y="19000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8" name=""/>
          <p:cNvSpPr/>
          <p:nvPr/>
        </p:nvSpPr>
        <p:spPr>
          <a:xfrm>
            <a:off x="4695480" y="18993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9" name=""/>
          <p:cNvSpPr/>
          <p:nvPr/>
        </p:nvSpPr>
        <p:spPr>
          <a:xfrm>
            <a:off x="4694760" y="18990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0" name=""/>
          <p:cNvSpPr/>
          <p:nvPr/>
        </p:nvSpPr>
        <p:spPr>
          <a:xfrm>
            <a:off x="4694400" y="1897920"/>
            <a:ext cx="3240" cy="1800"/>
          </a:xfrm>
          <a:custGeom>
            <a:avLst/>
            <a:gdLst/>
            <a:ahLst/>
            <a:rect l="0" t="0" r="r" b="b"/>
            <a:pathLst>
              <a:path fill="none" w="9" h="5">
                <a:moveTo>
                  <a:pt x="3" y="1"/>
                </a:moveTo>
                <a:lnTo>
                  <a:pt x="3" y="3"/>
                </a:lnTo>
                <a:lnTo>
                  <a:pt x="4" y="3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lnTo>
                  <a:pt x="7" y="4"/>
                </a:lnTo>
                <a:lnTo>
                  <a:pt x="9" y="4"/>
                </a:lnTo>
                <a:lnTo>
                  <a:pt x="9" y="5"/>
                </a:lnTo>
                <a:lnTo>
                  <a:pt x="7" y="5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1" name=""/>
          <p:cNvSpPr/>
          <p:nvPr/>
        </p:nvSpPr>
        <p:spPr>
          <a:xfrm>
            <a:off x="4694040" y="189756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1" y="0"/>
                </a:moveTo>
                <a:lnTo>
                  <a:pt x="2" y="0"/>
                </a:lnTo>
                <a:lnTo>
                  <a:pt x="3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2" name=""/>
          <p:cNvSpPr/>
          <p:nvPr/>
        </p:nvSpPr>
        <p:spPr>
          <a:xfrm>
            <a:off x="4688280" y="189648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1" y="5"/>
                </a:moveTo>
                <a:lnTo>
                  <a:pt x="1" y="6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1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3" name=""/>
          <p:cNvSpPr/>
          <p:nvPr/>
        </p:nvSpPr>
        <p:spPr>
          <a:xfrm>
            <a:off x="4695120" y="1897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4" name=""/>
          <p:cNvSpPr/>
          <p:nvPr/>
        </p:nvSpPr>
        <p:spPr>
          <a:xfrm>
            <a:off x="4694040" y="1896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5" name=""/>
          <p:cNvSpPr/>
          <p:nvPr/>
        </p:nvSpPr>
        <p:spPr>
          <a:xfrm>
            <a:off x="4689360" y="1895400"/>
            <a:ext cx="6120" cy="5400"/>
          </a:xfrm>
          <a:custGeom>
            <a:avLst/>
            <a:gdLst/>
            <a:ahLst/>
            <a:rect l="0" t="0" r="r" b="b"/>
            <a:pathLst>
              <a:path fill="none" w="17" h="15">
                <a:moveTo>
                  <a:pt x="9" y="1"/>
                </a:moveTo>
                <a:lnTo>
                  <a:pt x="9" y="2"/>
                </a:lnTo>
                <a:lnTo>
                  <a:pt x="9" y="3"/>
                </a:lnTo>
                <a:lnTo>
                  <a:pt x="9" y="4"/>
                </a:lnTo>
                <a:lnTo>
                  <a:pt x="10" y="5"/>
                </a:lnTo>
                <a:lnTo>
                  <a:pt x="10" y="7"/>
                </a:lnTo>
                <a:lnTo>
                  <a:pt x="11" y="7"/>
                </a:lnTo>
                <a:lnTo>
                  <a:pt x="12" y="7"/>
                </a:lnTo>
                <a:lnTo>
                  <a:pt x="13" y="8"/>
                </a:lnTo>
                <a:lnTo>
                  <a:pt x="13" y="7"/>
                </a:lnTo>
                <a:lnTo>
                  <a:pt x="12" y="7"/>
                </a:lnTo>
                <a:lnTo>
                  <a:pt x="13" y="7"/>
                </a:lnTo>
                <a:lnTo>
                  <a:pt x="13" y="8"/>
                </a:lnTo>
                <a:lnTo>
                  <a:pt x="14" y="9"/>
                </a:lnTo>
                <a:lnTo>
                  <a:pt x="15" y="9"/>
                </a:lnTo>
                <a:lnTo>
                  <a:pt x="15" y="10"/>
                </a:lnTo>
                <a:lnTo>
                  <a:pt x="17" y="11"/>
                </a:lnTo>
                <a:lnTo>
                  <a:pt x="15" y="11"/>
                </a:lnTo>
                <a:lnTo>
                  <a:pt x="14" y="12"/>
                </a:lnTo>
                <a:lnTo>
                  <a:pt x="15" y="12"/>
                </a:lnTo>
                <a:lnTo>
                  <a:pt x="14" y="13"/>
                </a:lnTo>
                <a:lnTo>
                  <a:pt x="13" y="14"/>
                </a:lnTo>
                <a:lnTo>
                  <a:pt x="13" y="15"/>
                </a:lnTo>
                <a:lnTo>
                  <a:pt x="13" y="14"/>
                </a:lnTo>
                <a:lnTo>
                  <a:pt x="13" y="13"/>
                </a:lnTo>
                <a:lnTo>
                  <a:pt x="12" y="13"/>
                </a:lnTo>
                <a:lnTo>
                  <a:pt x="12" y="14"/>
                </a:lnTo>
                <a:lnTo>
                  <a:pt x="11" y="14"/>
                </a:lnTo>
                <a:lnTo>
                  <a:pt x="10" y="14"/>
                </a:lnTo>
                <a:lnTo>
                  <a:pt x="11" y="14"/>
                </a:lnTo>
                <a:lnTo>
                  <a:pt x="11" y="13"/>
                </a:lnTo>
                <a:lnTo>
                  <a:pt x="10" y="13"/>
                </a:lnTo>
                <a:lnTo>
                  <a:pt x="9" y="14"/>
                </a:lnTo>
                <a:lnTo>
                  <a:pt x="9" y="13"/>
                </a:lnTo>
                <a:lnTo>
                  <a:pt x="9" y="12"/>
                </a:lnTo>
                <a:lnTo>
                  <a:pt x="9" y="13"/>
                </a:lnTo>
                <a:lnTo>
                  <a:pt x="9" y="12"/>
                </a:lnTo>
                <a:lnTo>
                  <a:pt x="8" y="10"/>
                </a:lnTo>
                <a:lnTo>
                  <a:pt x="7" y="10"/>
                </a:lnTo>
                <a:lnTo>
                  <a:pt x="7" y="9"/>
                </a:lnTo>
                <a:lnTo>
                  <a:pt x="6" y="8"/>
                </a:lnTo>
                <a:lnTo>
                  <a:pt x="5" y="8"/>
                </a:lnTo>
                <a:lnTo>
                  <a:pt x="4" y="9"/>
                </a:lnTo>
                <a:lnTo>
                  <a:pt x="3" y="9"/>
                </a:lnTo>
                <a:lnTo>
                  <a:pt x="2" y="9"/>
                </a:lnTo>
                <a:lnTo>
                  <a:pt x="0" y="9"/>
                </a:lnTo>
                <a:lnTo>
                  <a:pt x="0" y="8"/>
                </a:lnTo>
                <a:lnTo>
                  <a:pt x="2" y="7"/>
                </a:lnTo>
                <a:lnTo>
                  <a:pt x="2" y="5"/>
                </a:lnTo>
                <a:lnTo>
                  <a:pt x="3" y="4"/>
                </a:lnTo>
                <a:lnTo>
                  <a:pt x="3" y="3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7" y="0"/>
                </a:lnTo>
                <a:lnTo>
                  <a:pt x="8" y="0"/>
                </a:lnTo>
                <a:lnTo>
                  <a:pt x="9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800" rIns="36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6" name=""/>
          <p:cNvSpPr/>
          <p:nvPr/>
        </p:nvSpPr>
        <p:spPr>
          <a:xfrm>
            <a:off x="4694760" y="1895400"/>
            <a:ext cx="3600" cy="2520"/>
          </a:xfrm>
          <a:custGeom>
            <a:avLst/>
            <a:gdLst/>
            <a:ahLst/>
            <a:rect l="0" t="0" r="r" b="b"/>
            <a:pathLst>
              <a:path fill="none" w="10" h="7">
                <a:moveTo>
                  <a:pt x="4" y="1"/>
                </a:moveTo>
                <a:lnTo>
                  <a:pt x="5" y="1"/>
                </a:lnTo>
                <a:lnTo>
                  <a:pt x="5" y="2"/>
                </a:lnTo>
                <a:lnTo>
                  <a:pt x="4" y="2"/>
                </a:lnTo>
                <a:lnTo>
                  <a:pt x="4" y="4"/>
                </a:lnTo>
                <a:lnTo>
                  <a:pt x="5" y="5"/>
                </a:lnTo>
                <a:lnTo>
                  <a:pt x="6" y="5"/>
                </a:lnTo>
                <a:lnTo>
                  <a:pt x="7" y="5"/>
                </a:lnTo>
                <a:lnTo>
                  <a:pt x="8" y="6"/>
                </a:lnTo>
                <a:lnTo>
                  <a:pt x="8" y="5"/>
                </a:lnTo>
                <a:lnTo>
                  <a:pt x="9" y="5"/>
                </a:lnTo>
                <a:lnTo>
                  <a:pt x="9" y="6"/>
                </a:lnTo>
                <a:lnTo>
                  <a:pt x="10" y="6"/>
                </a:lnTo>
                <a:lnTo>
                  <a:pt x="10" y="7"/>
                </a:lnTo>
                <a:lnTo>
                  <a:pt x="9" y="7"/>
                </a:lnTo>
                <a:lnTo>
                  <a:pt x="8" y="6"/>
                </a:lnTo>
                <a:lnTo>
                  <a:pt x="8" y="7"/>
                </a:lnTo>
                <a:lnTo>
                  <a:pt x="7" y="7"/>
                </a:lnTo>
                <a:lnTo>
                  <a:pt x="6" y="6"/>
                </a:lnTo>
                <a:lnTo>
                  <a:pt x="5" y="6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7" name=""/>
          <p:cNvSpPr/>
          <p:nvPr/>
        </p:nvSpPr>
        <p:spPr>
          <a:xfrm>
            <a:off x="4693320" y="18950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3" y="0"/>
                </a:move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8" name=""/>
          <p:cNvSpPr/>
          <p:nvPr/>
        </p:nvSpPr>
        <p:spPr>
          <a:xfrm>
            <a:off x="4685400" y="1893960"/>
            <a:ext cx="3960" cy="3240"/>
          </a:xfrm>
          <a:custGeom>
            <a:avLst/>
            <a:gdLst/>
            <a:ahLst/>
            <a:rect l="0" t="0" r="r" b="b"/>
            <a:pathLst>
              <a:path fill="none" w="11" h="9">
                <a:moveTo>
                  <a:pt x="10" y="2"/>
                </a:moveTo>
                <a:lnTo>
                  <a:pt x="10" y="3"/>
                </a:lnTo>
                <a:lnTo>
                  <a:pt x="9" y="4"/>
                </a:lnTo>
                <a:lnTo>
                  <a:pt x="9" y="5"/>
                </a:lnTo>
                <a:lnTo>
                  <a:pt x="8" y="6"/>
                </a:lnTo>
                <a:lnTo>
                  <a:pt x="7" y="6"/>
                </a:lnTo>
                <a:lnTo>
                  <a:pt x="7" y="8"/>
                </a:lnTo>
                <a:lnTo>
                  <a:pt x="0" y="9"/>
                </a:lnTo>
                <a:lnTo>
                  <a:pt x="0" y="8"/>
                </a:lnTo>
                <a:lnTo>
                  <a:pt x="2" y="5"/>
                </a:lnTo>
                <a:lnTo>
                  <a:pt x="5" y="4"/>
                </a:lnTo>
                <a:lnTo>
                  <a:pt x="5" y="3"/>
                </a:lnTo>
                <a:lnTo>
                  <a:pt x="6" y="2"/>
                </a:lnTo>
                <a:lnTo>
                  <a:pt x="7" y="2"/>
                </a:lnTo>
                <a:lnTo>
                  <a:pt x="7" y="1"/>
                </a:lnTo>
                <a:lnTo>
                  <a:pt x="9" y="1"/>
                </a:lnTo>
                <a:lnTo>
                  <a:pt x="10" y="0"/>
                </a:lnTo>
                <a:lnTo>
                  <a:pt x="11" y="1"/>
                </a:lnTo>
                <a:lnTo>
                  <a:pt x="11" y="2"/>
                </a:lnTo>
                <a:lnTo>
                  <a:pt x="1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9" name=""/>
          <p:cNvSpPr/>
          <p:nvPr/>
        </p:nvSpPr>
        <p:spPr>
          <a:xfrm>
            <a:off x="4692960" y="18946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0" name=""/>
          <p:cNvSpPr/>
          <p:nvPr/>
        </p:nvSpPr>
        <p:spPr>
          <a:xfrm>
            <a:off x="4695120" y="1894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1" name=""/>
          <p:cNvSpPr/>
          <p:nvPr/>
        </p:nvSpPr>
        <p:spPr>
          <a:xfrm>
            <a:off x="4693680" y="18943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2" name=""/>
          <p:cNvSpPr/>
          <p:nvPr/>
        </p:nvSpPr>
        <p:spPr>
          <a:xfrm>
            <a:off x="4695120" y="1893240"/>
            <a:ext cx="3600" cy="3240"/>
          </a:xfrm>
          <a:custGeom>
            <a:avLst/>
            <a:gdLst/>
            <a:ahLst/>
            <a:rect l="0" t="0" r="r" b="b"/>
            <a:pathLst>
              <a:path fill="none" w="10" h="9">
                <a:moveTo>
                  <a:pt x="7" y="1"/>
                </a:moveTo>
                <a:lnTo>
                  <a:pt x="8" y="1"/>
                </a:lnTo>
                <a:lnTo>
                  <a:pt x="8" y="3"/>
                </a:lnTo>
                <a:lnTo>
                  <a:pt x="9" y="3"/>
                </a:lnTo>
                <a:lnTo>
                  <a:pt x="10" y="4"/>
                </a:lnTo>
                <a:lnTo>
                  <a:pt x="9" y="4"/>
                </a:lnTo>
                <a:lnTo>
                  <a:pt x="9" y="3"/>
                </a:lnTo>
                <a:lnTo>
                  <a:pt x="8" y="4"/>
                </a:lnTo>
                <a:lnTo>
                  <a:pt x="7" y="4"/>
                </a:lnTo>
                <a:lnTo>
                  <a:pt x="7" y="5"/>
                </a:lnTo>
                <a:lnTo>
                  <a:pt x="8" y="5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9" y="7"/>
                </a:lnTo>
                <a:lnTo>
                  <a:pt x="10" y="8"/>
                </a:lnTo>
                <a:lnTo>
                  <a:pt x="9" y="9"/>
                </a:lnTo>
                <a:lnTo>
                  <a:pt x="8" y="8"/>
                </a:lnTo>
                <a:lnTo>
                  <a:pt x="7" y="8"/>
                </a:lnTo>
                <a:lnTo>
                  <a:pt x="6" y="8"/>
                </a:lnTo>
                <a:lnTo>
                  <a:pt x="6" y="7"/>
                </a:lnTo>
                <a:lnTo>
                  <a:pt x="5" y="6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1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7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3" name=""/>
          <p:cNvSpPr/>
          <p:nvPr/>
        </p:nvSpPr>
        <p:spPr>
          <a:xfrm>
            <a:off x="4698000" y="1893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4" name=""/>
          <p:cNvSpPr/>
          <p:nvPr/>
        </p:nvSpPr>
        <p:spPr>
          <a:xfrm>
            <a:off x="4688280" y="18914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5" name=""/>
          <p:cNvSpPr/>
          <p:nvPr/>
        </p:nvSpPr>
        <p:spPr>
          <a:xfrm>
            <a:off x="4687560" y="18914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6" name=""/>
          <p:cNvSpPr/>
          <p:nvPr/>
        </p:nvSpPr>
        <p:spPr>
          <a:xfrm>
            <a:off x="4699440" y="1893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7" name=""/>
          <p:cNvSpPr/>
          <p:nvPr/>
        </p:nvSpPr>
        <p:spPr>
          <a:xfrm>
            <a:off x="4687920" y="1891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8" name=""/>
          <p:cNvSpPr/>
          <p:nvPr/>
        </p:nvSpPr>
        <p:spPr>
          <a:xfrm>
            <a:off x="4696200" y="189216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1" y="2"/>
                </a:move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2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9" name=""/>
          <p:cNvSpPr/>
          <p:nvPr/>
        </p:nvSpPr>
        <p:spPr>
          <a:xfrm>
            <a:off x="4687920" y="18907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50" name=""/>
          <p:cNvSpPr/>
          <p:nvPr/>
        </p:nvSpPr>
        <p:spPr>
          <a:xfrm>
            <a:off x="4696920" y="1891800"/>
            <a:ext cx="2880" cy="1440"/>
          </a:xfrm>
          <a:custGeom>
            <a:avLst/>
            <a:gdLst/>
            <a:ahLst/>
            <a:rect l="0" t="0" r="r" b="b"/>
            <a:pathLst>
              <a:path fill="none" w="8" h="4">
                <a:moveTo>
                  <a:pt x="8" y="1"/>
                </a:moveTo>
                <a:lnTo>
                  <a:pt x="6" y="1"/>
                </a:lnTo>
                <a:lnTo>
                  <a:pt x="6" y="2"/>
                </a:lnTo>
                <a:lnTo>
                  <a:pt x="6" y="4"/>
                </a:lnTo>
                <a:lnTo>
                  <a:pt x="5" y="2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8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51" name=""/>
          <p:cNvSpPr/>
          <p:nvPr/>
        </p:nvSpPr>
        <p:spPr>
          <a:xfrm>
            <a:off x="4685400" y="1889280"/>
            <a:ext cx="2880" cy="2520"/>
          </a:xfrm>
          <a:custGeom>
            <a:avLst/>
            <a:gdLst/>
            <a:ahLst/>
            <a:rect l="0" t="0" r="r" b="b"/>
            <a:pathLst>
              <a:path fill="none" w="8" h="7">
                <a:moveTo>
                  <a:pt x="3" y="7"/>
                </a:moveTo>
                <a:lnTo>
                  <a:pt x="1" y="7"/>
                </a:lnTo>
                <a:lnTo>
                  <a:pt x="1" y="6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3" y="1"/>
                </a:lnTo>
                <a:lnTo>
                  <a:pt x="4" y="0"/>
                </a:lnTo>
                <a:lnTo>
                  <a:pt x="5" y="0"/>
                </a:lnTo>
                <a:lnTo>
                  <a:pt x="6" y="1"/>
                </a:lnTo>
                <a:lnTo>
                  <a:pt x="6" y="2"/>
                </a:lnTo>
                <a:lnTo>
                  <a:pt x="6" y="3"/>
                </a:lnTo>
                <a:lnTo>
                  <a:pt x="7" y="3"/>
                </a:lnTo>
                <a:lnTo>
                  <a:pt x="8" y="3"/>
                </a:lnTo>
                <a:lnTo>
                  <a:pt x="8" y="4"/>
                </a:lnTo>
                <a:lnTo>
                  <a:pt x="7" y="4"/>
                </a:lnTo>
                <a:lnTo>
                  <a:pt x="7" y="6"/>
                </a:lnTo>
                <a:lnTo>
                  <a:pt x="6" y="7"/>
                </a:lnTo>
                <a:lnTo>
                  <a:pt x="4" y="7"/>
                </a:lnTo>
                <a:lnTo>
                  <a:pt x="3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52" name=""/>
          <p:cNvSpPr/>
          <p:nvPr/>
        </p:nvSpPr>
        <p:spPr>
          <a:xfrm>
            <a:off x="4689720" y="18896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53" name=""/>
          <p:cNvSpPr/>
          <p:nvPr/>
        </p:nvSpPr>
        <p:spPr>
          <a:xfrm>
            <a:off x="4690440" y="18892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54" name=""/>
          <p:cNvSpPr/>
          <p:nvPr/>
        </p:nvSpPr>
        <p:spPr>
          <a:xfrm>
            <a:off x="4688640" y="18889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4"/>
                </a:move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3" y="0"/>
                </a:lnTo>
                <a:lnTo>
                  <a:pt x="5" y="1"/>
                </a:lnTo>
                <a:lnTo>
                  <a:pt x="5" y="3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55" name=""/>
          <p:cNvSpPr/>
          <p:nvPr/>
        </p:nvSpPr>
        <p:spPr>
          <a:xfrm>
            <a:off x="4690080" y="1888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56" name=""/>
          <p:cNvSpPr/>
          <p:nvPr/>
        </p:nvSpPr>
        <p:spPr>
          <a:xfrm>
            <a:off x="4697280" y="18896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57" name=""/>
          <p:cNvSpPr/>
          <p:nvPr/>
        </p:nvSpPr>
        <p:spPr>
          <a:xfrm>
            <a:off x="4691880" y="18885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58" name=""/>
          <p:cNvSpPr/>
          <p:nvPr/>
        </p:nvSpPr>
        <p:spPr>
          <a:xfrm>
            <a:off x="4692240" y="18889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1" y="3"/>
                </a:move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1"/>
                </a:lnTo>
                <a:lnTo>
                  <a:pt x="2" y="1"/>
                </a:lnTo>
                <a:lnTo>
                  <a:pt x="2" y="3"/>
                </a:lnTo>
                <a:lnTo>
                  <a:pt x="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59" name=""/>
          <p:cNvSpPr/>
          <p:nvPr/>
        </p:nvSpPr>
        <p:spPr>
          <a:xfrm>
            <a:off x="4694760" y="18889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4" y="4"/>
                </a:move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3" y="0"/>
                </a:lnTo>
                <a:lnTo>
                  <a:pt x="4" y="2"/>
                </a:lnTo>
                <a:lnTo>
                  <a:pt x="5" y="4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0" name=""/>
          <p:cNvSpPr/>
          <p:nvPr/>
        </p:nvSpPr>
        <p:spPr>
          <a:xfrm>
            <a:off x="4689000" y="18878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1" name=""/>
          <p:cNvSpPr/>
          <p:nvPr/>
        </p:nvSpPr>
        <p:spPr>
          <a:xfrm>
            <a:off x="4691160" y="18882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2" name=""/>
          <p:cNvSpPr/>
          <p:nvPr/>
        </p:nvSpPr>
        <p:spPr>
          <a:xfrm>
            <a:off x="4692240" y="18882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3" name=""/>
          <p:cNvSpPr/>
          <p:nvPr/>
        </p:nvSpPr>
        <p:spPr>
          <a:xfrm>
            <a:off x="4698360" y="1889280"/>
            <a:ext cx="3960" cy="5040"/>
          </a:xfrm>
          <a:custGeom>
            <a:avLst/>
            <a:gdLst/>
            <a:ahLst/>
            <a:rect l="0" t="0" r="r" b="b"/>
            <a:pathLst>
              <a:path fill="none" w="11" h="14">
                <a:moveTo>
                  <a:pt x="9" y="3"/>
                </a:moveTo>
                <a:lnTo>
                  <a:pt x="10" y="4"/>
                </a:lnTo>
                <a:lnTo>
                  <a:pt x="10" y="5"/>
                </a:lnTo>
                <a:lnTo>
                  <a:pt x="9" y="4"/>
                </a:lnTo>
                <a:lnTo>
                  <a:pt x="8" y="4"/>
                </a:lnTo>
                <a:lnTo>
                  <a:pt x="8" y="5"/>
                </a:lnTo>
                <a:lnTo>
                  <a:pt x="9" y="5"/>
                </a:lnTo>
                <a:lnTo>
                  <a:pt x="10" y="6"/>
                </a:lnTo>
                <a:lnTo>
                  <a:pt x="11" y="6"/>
                </a:lnTo>
                <a:lnTo>
                  <a:pt x="10" y="6"/>
                </a:lnTo>
                <a:lnTo>
                  <a:pt x="10" y="7"/>
                </a:lnTo>
                <a:lnTo>
                  <a:pt x="11" y="7"/>
                </a:lnTo>
                <a:lnTo>
                  <a:pt x="11" y="8"/>
                </a:lnTo>
                <a:lnTo>
                  <a:pt x="10" y="8"/>
                </a:lnTo>
                <a:lnTo>
                  <a:pt x="9" y="8"/>
                </a:lnTo>
                <a:lnTo>
                  <a:pt x="9" y="9"/>
                </a:lnTo>
                <a:lnTo>
                  <a:pt x="8" y="9"/>
                </a:lnTo>
                <a:lnTo>
                  <a:pt x="7" y="10"/>
                </a:lnTo>
                <a:lnTo>
                  <a:pt x="7" y="11"/>
                </a:lnTo>
                <a:lnTo>
                  <a:pt x="8" y="11"/>
                </a:lnTo>
                <a:lnTo>
                  <a:pt x="9" y="12"/>
                </a:lnTo>
                <a:lnTo>
                  <a:pt x="9" y="13"/>
                </a:lnTo>
                <a:lnTo>
                  <a:pt x="9" y="14"/>
                </a:lnTo>
                <a:lnTo>
                  <a:pt x="8" y="14"/>
                </a:lnTo>
                <a:lnTo>
                  <a:pt x="8" y="13"/>
                </a:lnTo>
                <a:lnTo>
                  <a:pt x="7" y="13"/>
                </a:lnTo>
                <a:lnTo>
                  <a:pt x="6" y="13"/>
                </a:lnTo>
                <a:lnTo>
                  <a:pt x="6" y="12"/>
                </a:lnTo>
                <a:lnTo>
                  <a:pt x="5" y="11"/>
                </a:lnTo>
                <a:lnTo>
                  <a:pt x="5" y="10"/>
                </a:lnTo>
                <a:lnTo>
                  <a:pt x="6" y="9"/>
                </a:lnTo>
                <a:lnTo>
                  <a:pt x="6" y="8"/>
                </a:lnTo>
                <a:lnTo>
                  <a:pt x="5" y="7"/>
                </a:lnTo>
                <a:lnTo>
                  <a:pt x="5" y="6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0"/>
                </a:lnTo>
                <a:lnTo>
                  <a:pt x="5" y="0"/>
                </a:lnTo>
                <a:lnTo>
                  <a:pt x="7" y="1"/>
                </a:lnTo>
                <a:lnTo>
                  <a:pt x="7" y="3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9" y="1"/>
                </a:lnTo>
                <a:lnTo>
                  <a:pt x="9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4" name=""/>
          <p:cNvSpPr/>
          <p:nvPr/>
        </p:nvSpPr>
        <p:spPr>
          <a:xfrm>
            <a:off x="4690080" y="18874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3"/>
                </a:move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5" name=""/>
          <p:cNvSpPr/>
          <p:nvPr/>
        </p:nvSpPr>
        <p:spPr>
          <a:xfrm>
            <a:off x="4692240" y="188784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5" y="3"/>
                </a:move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5" y="4"/>
                </a:lnTo>
                <a:lnTo>
                  <a:pt x="3" y="4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5" y="1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6" name=""/>
          <p:cNvSpPr/>
          <p:nvPr/>
        </p:nvSpPr>
        <p:spPr>
          <a:xfrm>
            <a:off x="4702320" y="188928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1" y="2"/>
                </a:move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7" name=""/>
          <p:cNvSpPr/>
          <p:nvPr/>
        </p:nvSpPr>
        <p:spPr>
          <a:xfrm>
            <a:off x="4691160" y="18874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8" name=""/>
          <p:cNvSpPr/>
          <p:nvPr/>
        </p:nvSpPr>
        <p:spPr>
          <a:xfrm>
            <a:off x="4702320" y="18889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9" name=""/>
          <p:cNvSpPr/>
          <p:nvPr/>
        </p:nvSpPr>
        <p:spPr>
          <a:xfrm>
            <a:off x="4702320" y="18885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70" name=""/>
          <p:cNvSpPr/>
          <p:nvPr/>
        </p:nvSpPr>
        <p:spPr>
          <a:xfrm>
            <a:off x="4682160" y="188460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3"/>
                </a:move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71" name=""/>
          <p:cNvSpPr/>
          <p:nvPr/>
        </p:nvSpPr>
        <p:spPr>
          <a:xfrm>
            <a:off x="4686480" y="1885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72" name=""/>
          <p:cNvSpPr/>
          <p:nvPr/>
        </p:nvSpPr>
        <p:spPr>
          <a:xfrm>
            <a:off x="4682520" y="1883880"/>
            <a:ext cx="3240" cy="5400"/>
          </a:xfrm>
          <a:custGeom>
            <a:avLst/>
            <a:gdLst/>
            <a:ahLst/>
            <a:rect l="0" t="0" r="r" b="b"/>
            <a:pathLst>
              <a:path fill="none" w="9" h="15">
                <a:moveTo>
                  <a:pt x="2" y="0"/>
                </a:move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6" y="2"/>
                </a:lnTo>
                <a:lnTo>
                  <a:pt x="6" y="3"/>
                </a:lnTo>
                <a:lnTo>
                  <a:pt x="7" y="4"/>
                </a:lnTo>
                <a:lnTo>
                  <a:pt x="7" y="5"/>
                </a:lnTo>
                <a:lnTo>
                  <a:pt x="8" y="5"/>
                </a:lnTo>
                <a:lnTo>
                  <a:pt x="9" y="5"/>
                </a:lnTo>
                <a:lnTo>
                  <a:pt x="9" y="6"/>
                </a:lnTo>
                <a:lnTo>
                  <a:pt x="9" y="7"/>
                </a:lnTo>
                <a:lnTo>
                  <a:pt x="9" y="8"/>
                </a:lnTo>
                <a:lnTo>
                  <a:pt x="9" y="9"/>
                </a:lnTo>
                <a:lnTo>
                  <a:pt x="9" y="10"/>
                </a:lnTo>
                <a:lnTo>
                  <a:pt x="9" y="11"/>
                </a:lnTo>
                <a:lnTo>
                  <a:pt x="7" y="12"/>
                </a:lnTo>
                <a:lnTo>
                  <a:pt x="6" y="12"/>
                </a:lnTo>
                <a:lnTo>
                  <a:pt x="4" y="14"/>
                </a:lnTo>
                <a:lnTo>
                  <a:pt x="3" y="15"/>
                </a:lnTo>
                <a:lnTo>
                  <a:pt x="2" y="14"/>
                </a:lnTo>
                <a:lnTo>
                  <a:pt x="1" y="14"/>
                </a:lnTo>
                <a:lnTo>
                  <a:pt x="1" y="12"/>
                </a:lnTo>
                <a:lnTo>
                  <a:pt x="1" y="11"/>
                </a:lnTo>
                <a:lnTo>
                  <a:pt x="0" y="11"/>
                </a:lnTo>
                <a:lnTo>
                  <a:pt x="0" y="10"/>
                </a:lnTo>
                <a:lnTo>
                  <a:pt x="1" y="10"/>
                </a:lnTo>
                <a:lnTo>
                  <a:pt x="1" y="9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800" rIns="36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73" name=""/>
          <p:cNvSpPr/>
          <p:nvPr/>
        </p:nvSpPr>
        <p:spPr>
          <a:xfrm>
            <a:off x="4686840" y="18846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74" name=""/>
          <p:cNvSpPr/>
          <p:nvPr/>
        </p:nvSpPr>
        <p:spPr>
          <a:xfrm>
            <a:off x="4699800" y="1886400"/>
            <a:ext cx="1800" cy="2520"/>
          </a:xfrm>
          <a:custGeom>
            <a:avLst/>
            <a:gdLst/>
            <a:ahLst/>
            <a:rect l="0" t="0" r="r" b="b"/>
            <a:pathLst>
              <a:path fill="none" w="5" h="7">
                <a:moveTo>
                  <a:pt x="4" y="2"/>
                </a:move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2" y="5"/>
                </a:lnTo>
                <a:lnTo>
                  <a:pt x="2" y="6"/>
                </a:lnTo>
                <a:lnTo>
                  <a:pt x="2" y="7"/>
                </a:lnTo>
                <a:lnTo>
                  <a:pt x="1" y="7"/>
                </a:lnTo>
                <a:lnTo>
                  <a:pt x="0" y="6"/>
                </a:lnTo>
                <a:lnTo>
                  <a:pt x="0" y="5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75" name=""/>
          <p:cNvSpPr/>
          <p:nvPr/>
        </p:nvSpPr>
        <p:spPr>
          <a:xfrm>
            <a:off x="4686840" y="18838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76" name=""/>
          <p:cNvSpPr/>
          <p:nvPr/>
        </p:nvSpPr>
        <p:spPr>
          <a:xfrm>
            <a:off x="4683240" y="1883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77" name=""/>
          <p:cNvSpPr/>
          <p:nvPr/>
        </p:nvSpPr>
        <p:spPr>
          <a:xfrm>
            <a:off x="4701600" y="18860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3"/>
                </a:move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78" name=""/>
          <p:cNvSpPr/>
          <p:nvPr/>
        </p:nvSpPr>
        <p:spPr>
          <a:xfrm>
            <a:off x="4685040" y="188352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3" y="4"/>
                </a:move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5" y="4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79" name=""/>
          <p:cNvSpPr/>
          <p:nvPr/>
        </p:nvSpPr>
        <p:spPr>
          <a:xfrm>
            <a:off x="4692600" y="1882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0" name=""/>
          <p:cNvSpPr/>
          <p:nvPr/>
        </p:nvSpPr>
        <p:spPr>
          <a:xfrm>
            <a:off x="4685760" y="1880640"/>
            <a:ext cx="13320" cy="9360"/>
          </a:xfrm>
          <a:custGeom>
            <a:avLst/>
            <a:gdLst/>
            <a:ahLst/>
            <a:rect l="0" t="0" r="r" b="b"/>
            <a:pathLst>
              <a:path fill="none" w="37" h="26">
                <a:moveTo>
                  <a:pt x="4" y="3"/>
                </a:moveTo>
                <a:lnTo>
                  <a:pt x="4" y="2"/>
                </a:lnTo>
                <a:lnTo>
                  <a:pt x="5" y="3"/>
                </a:lnTo>
                <a:lnTo>
                  <a:pt x="6" y="3"/>
                </a:lnTo>
                <a:lnTo>
                  <a:pt x="7" y="3"/>
                </a:lnTo>
                <a:lnTo>
                  <a:pt x="8" y="4"/>
                </a:lnTo>
                <a:lnTo>
                  <a:pt x="10" y="4"/>
                </a:lnTo>
                <a:lnTo>
                  <a:pt x="11" y="4"/>
                </a:lnTo>
                <a:lnTo>
                  <a:pt x="12" y="4"/>
                </a:lnTo>
                <a:lnTo>
                  <a:pt x="13" y="4"/>
                </a:lnTo>
                <a:lnTo>
                  <a:pt x="13" y="3"/>
                </a:lnTo>
                <a:lnTo>
                  <a:pt x="14" y="3"/>
                </a:lnTo>
                <a:lnTo>
                  <a:pt x="15" y="3"/>
                </a:lnTo>
                <a:lnTo>
                  <a:pt x="16" y="4"/>
                </a:lnTo>
                <a:lnTo>
                  <a:pt x="16" y="5"/>
                </a:lnTo>
                <a:lnTo>
                  <a:pt x="17" y="5"/>
                </a:lnTo>
                <a:lnTo>
                  <a:pt x="17" y="6"/>
                </a:lnTo>
                <a:lnTo>
                  <a:pt x="18" y="6"/>
                </a:lnTo>
                <a:lnTo>
                  <a:pt x="18" y="7"/>
                </a:lnTo>
                <a:lnTo>
                  <a:pt x="19" y="8"/>
                </a:lnTo>
                <a:lnTo>
                  <a:pt x="21" y="8"/>
                </a:lnTo>
                <a:lnTo>
                  <a:pt x="22" y="8"/>
                </a:lnTo>
                <a:lnTo>
                  <a:pt x="23" y="8"/>
                </a:lnTo>
                <a:lnTo>
                  <a:pt x="25" y="8"/>
                </a:lnTo>
                <a:lnTo>
                  <a:pt x="26" y="8"/>
                </a:lnTo>
                <a:lnTo>
                  <a:pt x="27" y="8"/>
                </a:lnTo>
                <a:lnTo>
                  <a:pt x="28" y="9"/>
                </a:lnTo>
                <a:lnTo>
                  <a:pt x="29" y="9"/>
                </a:lnTo>
                <a:lnTo>
                  <a:pt x="30" y="9"/>
                </a:lnTo>
                <a:lnTo>
                  <a:pt x="31" y="9"/>
                </a:lnTo>
                <a:lnTo>
                  <a:pt x="32" y="9"/>
                </a:lnTo>
                <a:lnTo>
                  <a:pt x="33" y="10"/>
                </a:lnTo>
                <a:lnTo>
                  <a:pt x="33" y="11"/>
                </a:lnTo>
                <a:lnTo>
                  <a:pt x="32" y="11"/>
                </a:lnTo>
                <a:lnTo>
                  <a:pt x="32" y="12"/>
                </a:lnTo>
                <a:lnTo>
                  <a:pt x="31" y="12"/>
                </a:lnTo>
                <a:lnTo>
                  <a:pt x="31" y="11"/>
                </a:lnTo>
                <a:lnTo>
                  <a:pt x="29" y="11"/>
                </a:lnTo>
                <a:lnTo>
                  <a:pt x="29" y="12"/>
                </a:lnTo>
                <a:lnTo>
                  <a:pt x="28" y="12"/>
                </a:lnTo>
                <a:lnTo>
                  <a:pt x="29" y="13"/>
                </a:lnTo>
                <a:lnTo>
                  <a:pt x="30" y="13"/>
                </a:lnTo>
                <a:lnTo>
                  <a:pt x="32" y="13"/>
                </a:lnTo>
                <a:lnTo>
                  <a:pt x="32" y="14"/>
                </a:lnTo>
                <a:lnTo>
                  <a:pt x="33" y="15"/>
                </a:lnTo>
                <a:lnTo>
                  <a:pt x="34" y="15"/>
                </a:lnTo>
                <a:lnTo>
                  <a:pt x="34" y="16"/>
                </a:lnTo>
                <a:lnTo>
                  <a:pt x="36" y="16"/>
                </a:lnTo>
                <a:lnTo>
                  <a:pt x="36" y="17"/>
                </a:lnTo>
                <a:lnTo>
                  <a:pt x="37" y="18"/>
                </a:lnTo>
                <a:lnTo>
                  <a:pt x="37" y="17"/>
                </a:lnTo>
                <a:lnTo>
                  <a:pt x="37" y="18"/>
                </a:lnTo>
                <a:lnTo>
                  <a:pt x="37" y="19"/>
                </a:lnTo>
                <a:lnTo>
                  <a:pt x="36" y="19"/>
                </a:lnTo>
                <a:lnTo>
                  <a:pt x="37" y="19"/>
                </a:lnTo>
                <a:lnTo>
                  <a:pt x="36" y="24"/>
                </a:lnTo>
                <a:lnTo>
                  <a:pt x="36" y="25"/>
                </a:lnTo>
                <a:lnTo>
                  <a:pt x="34" y="26"/>
                </a:lnTo>
                <a:lnTo>
                  <a:pt x="33" y="26"/>
                </a:lnTo>
                <a:lnTo>
                  <a:pt x="32" y="26"/>
                </a:lnTo>
                <a:lnTo>
                  <a:pt x="31" y="26"/>
                </a:lnTo>
                <a:lnTo>
                  <a:pt x="30" y="26"/>
                </a:lnTo>
                <a:lnTo>
                  <a:pt x="30" y="25"/>
                </a:lnTo>
                <a:lnTo>
                  <a:pt x="29" y="25"/>
                </a:lnTo>
                <a:lnTo>
                  <a:pt x="28" y="24"/>
                </a:lnTo>
                <a:lnTo>
                  <a:pt x="27" y="24"/>
                </a:lnTo>
                <a:lnTo>
                  <a:pt x="25" y="23"/>
                </a:lnTo>
                <a:lnTo>
                  <a:pt x="23" y="22"/>
                </a:lnTo>
                <a:lnTo>
                  <a:pt x="22" y="22"/>
                </a:lnTo>
                <a:lnTo>
                  <a:pt x="22" y="21"/>
                </a:lnTo>
                <a:lnTo>
                  <a:pt x="21" y="21"/>
                </a:lnTo>
                <a:lnTo>
                  <a:pt x="20" y="21"/>
                </a:lnTo>
                <a:lnTo>
                  <a:pt x="19" y="21"/>
                </a:lnTo>
                <a:lnTo>
                  <a:pt x="18" y="21"/>
                </a:lnTo>
                <a:lnTo>
                  <a:pt x="17" y="21"/>
                </a:lnTo>
                <a:lnTo>
                  <a:pt x="16" y="21"/>
                </a:lnTo>
                <a:lnTo>
                  <a:pt x="16" y="19"/>
                </a:lnTo>
                <a:lnTo>
                  <a:pt x="15" y="19"/>
                </a:lnTo>
                <a:lnTo>
                  <a:pt x="14" y="19"/>
                </a:lnTo>
                <a:lnTo>
                  <a:pt x="13" y="18"/>
                </a:lnTo>
                <a:lnTo>
                  <a:pt x="12" y="18"/>
                </a:lnTo>
                <a:lnTo>
                  <a:pt x="11" y="18"/>
                </a:lnTo>
                <a:lnTo>
                  <a:pt x="11" y="19"/>
                </a:lnTo>
                <a:lnTo>
                  <a:pt x="10" y="19"/>
                </a:lnTo>
                <a:lnTo>
                  <a:pt x="10" y="21"/>
                </a:lnTo>
                <a:lnTo>
                  <a:pt x="9" y="21"/>
                </a:lnTo>
                <a:lnTo>
                  <a:pt x="8" y="21"/>
                </a:lnTo>
                <a:lnTo>
                  <a:pt x="8" y="19"/>
                </a:lnTo>
                <a:lnTo>
                  <a:pt x="8" y="18"/>
                </a:lnTo>
                <a:lnTo>
                  <a:pt x="7" y="18"/>
                </a:lnTo>
                <a:lnTo>
                  <a:pt x="7" y="17"/>
                </a:lnTo>
                <a:lnTo>
                  <a:pt x="6" y="15"/>
                </a:lnTo>
                <a:lnTo>
                  <a:pt x="5" y="15"/>
                </a:lnTo>
                <a:lnTo>
                  <a:pt x="4" y="14"/>
                </a:lnTo>
                <a:lnTo>
                  <a:pt x="4" y="13"/>
                </a:lnTo>
                <a:lnTo>
                  <a:pt x="4" y="12"/>
                </a:lnTo>
                <a:lnTo>
                  <a:pt x="5" y="12"/>
                </a:lnTo>
                <a:lnTo>
                  <a:pt x="5" y="11"/>
                </a:lnTo>
                <a:lnTo>
                  <a:pt x="5" y="9"/>
                </a:lnTo>
                <a:lnTo>
                  <a:pt x="4" y="8"/>
                </a:lnTo>
                <a:lnTo>
                  <a:pt x="3" y="7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1" name=""/>
          <p:cNvSpPr/>
          <p:nvPr/>
        </p:nvSpPr>
        <p:spPr>
          <a:xfrm>
            <a:off x="4688280" y="18802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1"/>
                </a:moveTo>
                <a:lnTo>
                  <a:pt x="5" y="3"/>
                </a:lnTo>
                <a:lnTo>
                  <a:pt x="2" y="4"/>
                </a:lnTo>
                <a:lnTo>
                  <a:pt x="1" y="5"/>
                </a:lnTo>
                <a:lnTo>
                  <a:pt x="1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2" name=""/>
          <p:cNvSpPr/>
          <p:nvPr/>
        </p:nvSpPr>
        <p:spPr>
          <a:xfrm>
            <a:off x="4692240" y="1880280"/>
            <a:ext cx="3240" cy="2520"/>
          </a:xfrm>
          <a:custGeom>
            <a:avLst/>
            <a:gdLst/>
            <a:ahLst/>
            <a:rect l="0" t="0" r="r" b="b"/>
            <a:pathLst>
              <a:path fill="none" w="9" h="7">
                <a:moveTo>
                  <a:pt x="5" y="1"/>
                </a:moveTo>
                <a:lnTo>
                  <a:pt x="6" y="1"/>
                </a:lnTo>
                <a:lnTo>
                  <a:pt x="7" y="1"/>
                </a:lnTo>
                <a:lnTo>
                  <a:pt x="9" y="2"/>
                </a:lnTo>
                <a:lnTo>
                  <a:pt x="7" y="2"/>
                </a:lnTo>
                <a:lnTo>
                  <a:pt x="7" y="1"/>
                </a:lnTo>
                <a:lnTo>
                  <a:pt x="7" y="2"/>
                </a:lnTo>
                <a:lnTo>
                  <a:pt x="7" y="3"/>
                </a:lnTo>
                <a:lnTo>
                  <a:pt x="7" y="2"/>
                </a:ln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lnTo>
                  <a:pt x="5" y="3"/>
                </a:lnTo>
                <a:lnTo>
                  <a:pt x="5" y="4"/>
                </a:lnTo>
                <a:lnTo>
                  <a:pt x="4" y="5"/>
                </a:lnTo>
                <a:lnTo>
                  <a:pt x="4" y="7"/>
                </a:lnTo>
                <a:lnTo>
                  <a:pt x="3" y="7"/>
                </a:lnTo>
                <a:lnTo>
                  <a:pt x="2" y="5"/>
                </a:lnTo>
                <a:lnTo>
                  <a:pt x="2" y="4"/>
                </a:lnTo>
                <a:lnTo>
                  <a:pt x="0" y="3"/>
                </a:lnTo>
                <a:lnTo>
                  <a:pt x="2" y="2"/>
                </a:lnTo>
                <a:lnTo>
                  <a:pt x="2" y="1"/>
                </a:lnTo>
                <a:lnTo>
                  <a:pt x="4" y="0"/>
                </a:lnTo>
                <a:lnTo>
                  <a:pt x="5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3" name=""/>
          <p:cNvSpPr/>
          <p:nvPr/>
        </p:nvSpPr>
        <p:spPr>
          <a:xfrm>
            <a:off x="4691880" y="18792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4"/>
                </a:moveTo>
                <a:lnTo>
                  <a:pt x="0" y="2"/>
                </a:lnTo>
                <a:lnTo>
                  <a:pt x="1" y="0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4" name=""/>
          <p:cNvSpPr/>
          <p:nvPr/>
        </p:nvSpPr>
        <p:spPr>
          <a:xfrm>
            <a:off x="4712400" y="18824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2"/>
                </a:move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5" y="2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5" name=""/>
          <p:cNvSpPr/>
          <p:nvPr/>
        </p:nvSpPr>
        <p:spPr>
          <a:xfrm>
            <a:off x="4693680" y="18792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6" name=""/>
          <p:cNvSpPr/>
          <p:nvPr/>
        </p:nvSpPr>
        <p:spPr>
          <a:xfrm>
            <a:off x="4695120" y="1878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7" name=""/>
          <p:cNvSpPr/>
          <p:nvPr/>
        </p:nvSpPr>
        <p:spPr>
          <a:xfrm>
            <a:off x="4694400" y="1878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8" name=""/>
          <p:cNvSpPr/>
          <p:nvPr/>
        </p:nvSpPr>
        <p:spPr>
          <a:xfrm>
            <a:off x="4698360" y="1879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9" name=""/>
          <p:cNvSpPr/>
          <p:nvPr/>
        </p:nvSpPr>
        <p:spPr>
          <a:xfrm>
            <a:off x="4710960" y="18810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90" name=""/>
          <p:cNvSpPr/>
          <p:nvPr/>
        </p:nvSpPr>
        <p:spPr>
          <a:xfrm>
            <a:off x="4706640" y="1879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91" name=""/>
          <p:cNvSpPr/>
          <p:nvPr/>
        </p:nvSpPr>
        <p:spPr>
          <a:xfrm>
            <a:off x="4703040" y="187920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2" y="0"/>
                </a:move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92" name=""/>
          <p:cNvSpPr/>
          <p:nvPr/>
        </p:nvSpPr>
        <p:spPr>
          <a:xfrm>
            <a:off x="4685400" y="1875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93" name=""/>
          <p:cNvSpPr/>
          <p:nvPr/>
        </p:nvSpPr>
        <p:spPr>
          <a:xfrm>
            <a:off x="4708440" y="18799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2" y="2"/>
                </a:lnTo>
                <a:lnTo>
                  <a:pt x="4" y="3"/>
                </a:lnTo>
                <a:lnTo>
                  <a:pt x="2" y="3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94" name=""/>
          <p:cNvSpPr/>
          <p:nvPr/>
        </p:nvSpPr>
        <p:spPr>
          <a:xfrm>
            <a:off x="4704480" y="18792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95" name=""/>
          <p:cNvSpPr/>
          <p:nvPr/>
        </p:nvSpPr>
        <p:spPr>
          <a:xfrm>
            <a:off x="4709520" y="18799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5"/>
                </a:moveTo>
                <a:lnTo>
                  <a:pt x="4" y="3"/>
                </a:lnTo>
                <a:lnTo>
                  <a:pt x="2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4" y="3"/>
                </a:lnTo>
                <a:lnTo>
                  <a:pt x="4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96" name=""/>
          <p:cNvSpPr/>
          <p:nvPr/>
        </p:nvSpPr>
        <p:spPr>
          <a:xfrm>
            <a:off x="4696200" y="18777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5" y="0"/>
                </a:moveTo>
                <a:lnTo>
                  <a:pt x="6" y="0"/>
                </a:lnTo>
                <a:lnTo>
                  <a:pt x="6" y="1"/>
                </a:lnTo>
                <a:lnTo>
                  <a:pt x="6" y="2"/>
                </a:lnTo>
                <a:lnTo>
                  <a:pt x="5" y="2"/>
                </a:lnTo>
                <a:lnTo>
                  <a:pt x="4" y="2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1"/>
                </a:lnTo>
                <a:lnTo>
                  <a:pt x="0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97" name=""/>
          <p:cNvSpPr/>
          <p:nvPr/>
        </p:nvSpPr>
        <p:spPr>
          <a:xfrm>
            <a:off x="4710600" y="18799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98" name=""/>
          <p:cNvSpPr/>
          <p:nvPr/>
        </p:nvSpPr>
        <p:spPr>
          <a:xfrm>
            <a:off x="4696560" y="1877400"/>
            <a:ext cx="5040" cy="2160"/>
          </a:xfrm>
          <a:custGeom>
            <a:avLst/>
            <a:gdLst/>
            <a:ahLst/>
            <a:rect l="0" t="0" r="r" b="b"/>
            <a:pathLst>
              <a:path fill="none" w="14" h="6">
                <a:moveTo>
                  <a:pt x="13" y="0"/>
                </a:moveTo>
                <a:lnTo>
                  <a:pt x="13" y="1"/>
                </a:lnTo>
                <a:lnTo>
                  <a:pt x="13" y="2"/>
                </a:lnTo>
                <a:lnTo>
                  <a:pt x="14" y="2"/>
                </a:lnTo>
                <a:lnTo>
                  <a:pt x="14" y="4"/>
                </a:lnTo>
                <a:lnTo>
                  <a:pt x="14" y="5"/>
                </a:lnTo>
                <a:lnTo>
                  <a:pt x="13" y="5"/>
                </a:lnTo>
                <a:lnTo>
                  <a:pt x="13" y="6"/>
                </a:lnTo>
                <a:lnTo>
                  <a:pt x="12" y="6"/>
                </a:lnTo>
                <a:lnTo>
                  <a:pt x="12" y="5"/>
                </a:lnTo>
                <a:lnTo>
                  <a:pt x="11" y="4"/>
                </a:lnTo>
                <a:lnTo>
                  <a:pt x="11" y="5"/>
                </a:lnTo>
                <a:lnTo>
                  <a:pt x="11" y="6"/>
                </a:lnTo>
                <a:lnTo>
                  <a:pt x="11" y="5"/>
                </a:lnTo>
                <a:lnTo>
                  <a:pt x="11" y="6"/>
                </a:lnTo>
                <a:lnTo>
                  <a:pt x="9" y="5"/>
                </a:lnTo>
                <a:lnTo>
                  <a:pt x="8" y="5"/>
                </a:lnTo>
                <a:lnTo>
                  <a:pt x="7" y="6"/>
                </a:lnTo>
                <a:lnTo>
                  <a:pt x="6" y="6"/>
                </a:lnTo>
                <a:lnTo>
                  <a:pt x="6" y="5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2" y="5"/>
                </a:lnTo>
                <a:lnTo>
                  <a:pt x="2" y="6"/>
                </a:lnTo>
                <a:lnTo>
                  <a:pt x="1" y="6"/>
                </a:lnTo>
                <a:lnTo>
                  <a:pt x="0" y="5"/>
                </a:lnTo>
                <a:lnTo>
                  <a:pt x="1" y="5"/>
                </a:lnTo>
                <a:lnTo>
                  <a:pt x="2" y="4"/>
                </a:lnTo>
                <a:lnTo>
                  <a:pt x="4" y="4"/>
                </a:lnTo>
                <a:lnTo>
                  <a:pt x="4" y="2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0"/>
                </a:lnTo>
                <a:lnTo>
                  <a:pt x="11" y="0"/>
                </a:lnTo>
                <a:lnTo>
                  <a:pt x="11" y="1"/>
                </a:lnTo>
                <a:lnTo>
                  <a:pt x="12" y="1"/>
                </a:lnTo>
                <a:lnTo>
                  <a:pt x="12" y="0"/>
                </a:lnTo>
                <a:lnTo>
                  <a:pt x="1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99" name=""/>
          <p:cNvSpPr/>
          <p:nvPr/>
        </p:nvSpPr>
        <p:spPr>
          <a:xfrm>
            <a:off x="4699440" y="1877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0" name=""/>
          <p:cNvSpPr/>
          <p:nvPr/>
        </p:nvSpPr>
        <p:spPr>
          <a:xfrm>
            <a:off x="4686120" y="187488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4" y="2"/>
                </a:moveTo>
                <a:lnTo>
                  <a:pt x="3" y="2"/>
                </a:lnTo>
                <a:lnTo>
                  <a:pt x="3" y="3"/>
                </a:lnTo>
                <a:lnTo>
                  <a:pt x="3" y="4"/>
                </a:lnTo>
                <a:lnTo>
                  <a:pt x="3" y="6"/>
                </a:lnTo>
                <a:lnTo>
                  <a:pt x="1" y="6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3" y="3"/>
                </a:lnTo>
                <a:lnTo>
                  <a:pt x="1" y="2"/>
                </a:lnTo>
                <a:lnTo>
                  <a:pt x="3" y="1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1" name=""/>
          <p:cNvSpPr/>
          <p:nvPr/>
        </p:nvSpPr>
        <p:spPr>
          <a:xfrm>
            <a:off x="4689360" y="1874880"/>
            <a:ext cx="6840" cy="5040"/>
          </a:xfrm>
          <a:custGeom>
            <a:avLst/>
            <a:gdLst/>
            <a:ahLst/>
            <a:rect l="0" t="0" r="r" b="b"/>
            <a:pathLst>
              <a:path fill="none" w="19" h="14">
                <a:moveTo>
                  <a:pt x="14" y="3"/>
                </a:moveTo>
                <a:lnTo>
                  <a:pt x="15" y="3"/>
                </a:lnTo>
                <a:lnTo>
                  <a:pt x="15" y="2"/>
                </a:lnTo>
                <a:lnTo>
                  <a:pt x="16" y="2"/>
                </a:lnTo>
                <a:lnTo>
                  <a:pt x="17" y="2"/>
                </a:lnTo>
                <a:lnTo>
                  <a:pt x="17" y="3"/>
                </a:lnTo>
                <a:lnTo>
                  <a:pt x="16" y="3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9" y="5"/>
                </a:lnTo>
                <a:lnTo>
                  <a:pt x="18" y="6"/>
                </a:lnTo>
                <a:lnTo>
                  <a:pt x="17" y="6"/>
                </a:lnTo>
                <a:lnTo>
                  <a:pt x="18" y="8"/>
                </a:lnTo>
                <a:lnTo>
                  <a:pt x="18" y="9"/>
                </a:lnTo>
                <a:lnTo>
                  <a:pt x="17" y="9"/>
                </a:lnTo>
                <a:lnTo>
                  <a:pt x="17" y="10"/>
                </a:lnTo>
                <a:lnTo>
                  <a:pt x="17" y="11"/>
                </a:lnTo>
                <a:lnTo>
                  <a:pt x="17" y="12"/>
                </a:lnTo>
                <a:lnTo>
                  <a:pt x="17" y="14"/>
                </a:lnTo>
                <a:lnTo>
                  <a:pt x="16" y="12"/>
                </a:lnTo>
                <a:lnTo>
                  <a:pt x="15" y="12"/>
                </a:lnTo>
                <a:lnTo>
                  <a:pt x="14" y="11"/>
                </a:lnTo>
                <a:lnTo>
                  <a:pt x="13" y="11"/>
                </a:lnTo>
                <a:lnTo>
                  <a:pt x="11" y="11"/>
                </a:lnTo>
                <a:lnTo>
                  <a:pt x="10" y="11"/>
                </a:lnTo>
                <a:lnTo>
                  <a:pt x="9" y="10"/>
                </a:lnTo>
                <a:lnTo>
                  <a:pt x="7" y="9"/>
                </a:lnTo>
                <a:lnTo>
                  <a:pt x="6" y="8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3" y="6"/>
                </a:lnTo>
                <a:lnTo>
                  <a:pt x="2" y="6"/>
                </a:lnTo>
                <a:lnTo>
                  <a:pt x="2" y="7"/>
                </a:lnTo>
                <a:lnTo>
                  <a:pt x="1" y="6"/>
                </a:lnTo>
                <a:lnTo>
                  <a:pt x="0" y="5"/>
                </a:lnTo>
                <a:lnTo>
                  <a:pt x="1" y="5"/>
                </a:lnTo>
                <a:lnTo>
                  <a:pt x="2" y="5"/>
                </a:lnTo>
                <a:lnTo>
                  <a:pt x="3" y="5"/>
                </a:lnTo>
                <a:lnTo>
                  <a:pt x="4" y="5"/>
                </a:lnTo>
                <a:lnTo>
                  <a:pt x="6" y="5"/>
                </a:lnTo>
                <a:lnTo>
                  <a:pt x="7" y="4"/>
                </a:lnTo>
                <a:lnTo>
                  <a:pt x="8" y="4"/>
                </a:lnTo>
                <a:lnTo>
                  <a:pt x="9" y="4"/>
                </a:lnTo>
                <a:lnTo>
                  <a:pt x="10" y="4"/>
                </a:lnTo>
                <a:lnTo>
                  <a:pt x="11" y="4"/>
                </a:lnTo>
                <a:lnTo>
                  <a:pt x="11" y="3"/>
                </a:lnTo>
                <a:lnTo>
                  <a:pt x="12" y="2"/>
                </a:lnTo>
                <a:lnTo>
                  <a:pt x="13" y="0"/>
                </a:lnTo>
                <a:lnTo>
                  <a:pt x="13" y="2"/>
                </a:lnTo>
                <a:lnTo>
                  <a:pt x="1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2" name=""/>
          <p:cNvSpPr/>
          <p:nvPr/>
        </p:nvSpPr>
        <p:spPr>
          <a:xfrm>
            <a:off x="4703040" y="1872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3" name=""/>
          <p:cNvSpPr/>
          <p:nvPr/>
        </p:nvSpPr>
        <p:spPr>
          <a:xfrm>
            <a:off x="4702320" y="18712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3"/>
                </a:moveTo>
                <a:lnTo>
                  <a:pt x="4" y="5"/>
                </a:lnTo>
                <a:lnTo>
                  <a:pt x="3" y="5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3" y="0"/>
                </a:lnTo>
                <a:lnTo>
                  <a:pt x="3" y="2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4" name=""/>
          <p:cNvSpPr/>
          <p:nvPr/>
        </p:nvSpPr>
        <p:spPr>
          <a:xfrm>
            <a:off x="4696920" y="1870200"/>
            <a:ext cx="5400" cy="2520"/>
          </a:xfrm>
          <a:custGeom>
            <a:avLst/>
            <a:gdLst/>
            <a:ahLst/>
            <a:rect l="0" t="0" r="r" b="b"/>
            <a:pathLst>
              <a:path fill="none" w="15" h="7">
                <a:moveTo>
                  <a:pt x="10" y="0"/>
                </a:moveTo>
                <a:lnTo>
                  <a:pt x="9" y="0"/>
                </a:lnTo>
                <a:lnTo>
                  <a:pt x="9" y="1"/>
                </a:lnTo>
                <a:lnTo>
                  <a:pt x="10" y="2"/>
                </a:lnTo>
                <a:lnTo>
                  <a:pt x="11" y="2"/>
                </a:lnTo>
                <a:lnTo>
                  <a:pt x="12" y="2"/>
                </a:lnTo>
                <a:lnTo>
                  <a:pt x="13" y="2"/>
                </a:lnTo>
                <a:lnTo>
                  <a:pt x="14" y="3"/>
                </a:lnTo>
                <a:lnTo>
                  <a:pt x="14" y="5"/>
                </a:lnTo>
                <a:lnTo>
                  <a:pt x="13" y="5"/>
                </a:lnTo>
                <a:lnTo>
                  <a:pt x="13" y="6"/>
                </a:lnTo>
                <a:lnTo>
                  <a:pt x="14" y="6"/>
                </a:lnTo>
                <a:lnTo>
                  <a:pt x="14" y="7"/>
                </a:lnTo>
                <a:lnTo>
                  <a:pt x="15" y="7"/>
                </a:lnTo>
                <a:lnTo>
                  <a:pt x="14" y="7"/>
                </a:lnTo>
                <a:lnTo>
                  <a:pt x="13" y="7"/>
                </a:lnTo>
                <a:lnTo>
                  <a:pt x="12" y="7"/>
                </a:lnTo>
                <a:lnTo>
                  <a:pt x="12" y="6"/>
                </a:lnTo>
                <a:lnTo>
                  <a:pt x="11" y="6"/>
                </a:lnTo>
                <a:lnTo>
                  <a:pt x="10" y="6"/>
                </a:lnTo>
                <a:lnTo>
                  <a:pt x="9" y="6"/>
                </a:lnTo>
                <a:lnTo>
                  <a:pt x="9" y="7"/>
                </a:lnTo>
                <a:lnTo>
                  <a:pt x="7" y="6"/>
                </a:lnTo>
                <a:lnTo>
                  <a:pt x="7" y="5"/>
                </a:lnTo>
                <a:lnTo>
                  <a:pt x="6" y="5"/>
                </a:lnTo>
                <a:lnTo>
                  <a:pt x="7" y="5"/>
                </a:lnTo>
                <a:lnTo>
                  <a:pt x="6" y="5"/>
                </a:lnTo>
                <a:lnTo>
                  <a:pt x="6" y="6"/>
                </a:lnTo>
                <a:lnTo>
                  <a:pt x="6" y="7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1" y="6"/>
                </a:lnTo>
                <a:lnTo>
                  <a:pt x="0" y="6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9" y="1"/>
                </a:lnTo>
                <a:lnTo>
                  <a:pt x="9" y="0"/>
                </a:lnTo>
                <a:lnTo>
                  <a:pt x="1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5" name=""/>
          <p:cNvSpPr/>
          <p:nvPr/>
        </p:nvSpPr>
        <p:spPr>
          <a:xfrm>
            <a:off x="4697640" y="18691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6" name=""/>
          <p:cNvSpPr/>
          <p:nvPr/>
        </p:nvSpPr>
        <p:spPr>
          <a:xfrm>
            <a:off x="4675320" y="186516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1" y="0"/>
                </a:move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7" name=""/>
          <p:cNvSpPr/>
          <p:nvPr/>
        </p:nvSpPr>
        <p:spPr>
          <a:xfrm>
            <a:off x="4696200" y="18680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8" name=""/>
          <p:cNvSpPr/>
          <p:nvPr/>
        </p:nvSpPr>
        <p:spPr>
          <a:xfrm>
            <a:off x="4698000" y="186804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5" y="1"/>
                </a:moveTo>
                <a:lnTo>
                  <a:pt x="5" y="3"/>
                </a:lnTo>
                <a:lnTo>
                  <a:pt x="3" y="3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9" name=""/>
          <p:cNvSpPr/>
          <p:nvPr/>
        </p:nvSpPr>
        <p:spPr>
          <a:xfrm>
            <a:off x="4689720" y="18655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5"/>
                </a:move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3" y="5"/>
                </a:lnTo>
                <a:lnTo>
                  <a:pt x="2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10" name=""/>
          <p:cNvSpPr/>
          <p:nvPr/>
        </p:nvSpPr>
        <p:spPr>
          <a:xfrm>
            <a:off x="4691160" y="18651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4" y="2"/>
                </a:lnTo>
                <a:lnTo>
                  <a:pt x="3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11" name=""/>
          <p:cNvSpPr/>
          <p:nvPr/>
        </p:nvSpPr>
        <p:spPr>
          <a:xfrm>
            <a:off x="4692240" y="1864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12" name=""/>
          <p:cNvSpPr/>
          <p:nvPr/>
        </p:nvSpPr>
        <p:spPr>
          <a:xfrm>
            <a:off x="4698360" y="18655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13" name=""/>
          <p:cNvSpPr/>
          <p:nvPr/>
        </p:nvSpPr>
        <p:spPr>
          <a:xfrm>
            <a:off x="4699440" y="18655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14" name=""/>
          <p:cNvSpPr/>
          <p:nvPr/>
        </p:nvSpPr>
        <p:spPr>
          <a:xfrm>
            <a:off x="4689000" y="186372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7" y="4"/>
                </a:moveTo>
                <a:lnTo>
                  <a:pt x="7" y="5"/>
                </a:lnTo>
                <a:lnTo>
                  <a:pt x="6" y="7"/>
                </a:lnTo>
                <a:lnTo>
                  <a:pt x="3" y="4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6" y="3"/>
                </a:lnTo>
                <a:lnTo>
                  <a:pt x="7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15" name=""/>
          <p:cNvSpPr/>
          <p:nvPr/>
        </p:nvSpPr>
        <p:spPr>
          <a:xfrm>
            <a:off x="4688280" y="18633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1" y="0"/>
                </a:move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16" name=""/>
          <p:cNvSpPr/>
          <p:nvPr/>
        </p:nvSpPr>
        <p:spPr>
          <a:xfrm>
            <a:off x="4701600" y="1864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17" name=""/>
          <p:cNvSpPr/>
          <p:nvPr/>
        </p:nvSpPr>
        <p:spPr>
          <a:xfrm>
            <a:off x="4696920" y="18637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18" name=""/>
          <p:cNvSpPr/>
          <p:nvPr/>
        </p:nvSpPr>
        <p:spPr>
          <a:xfrm>
            <a:off x="4704480" y="1863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19" name=""/>
          <p:cNvSpPr/>
          <p:nvPr/>
        </p:nvSpPr>
        <p:spPr>
          <a:xfrm>
            <a:off x="4700880" y="18622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2"/>
                </a:moveTo>
                <a:lnTo>
                  <a:pt x="5" y="2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0" name=""/>
          <p:cNvSpPr/>
          <p:nvPr/>
        </p:nvSpPr>
        <p:spPr>
          <a:xfrm>
            <a:off x="4704840" y="18626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1" name=""/>
          <p:cNvSpPr/>
          <p:nvPr/>
        </p:nvSpPr>
        <p:spPr>
          <a:xfrm>
            <a:off x="4705560" y="18626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4" y="1"/>
                </a:moveTo>
                <a:lnTo>
                  <a:pt x="5" y="1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1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2" name=""/>
          <p:cNvSpPr/>
          <p:nvPr/>
        </p:nvSpPr>
        <p:spPr>
          <a:xfrm>
            <a:off x="4701600" y="1860120"/>
            <a:ext cx="3960" cy="2520"/>
          </a:xfrm>
          <a:custGeom>
            <a:avLst/>
            <a:gdLst/>
            <a:ahLst/>
            <a:rect l="0" t="0" r="r" b="b"/>
            <a:pathLst>
              <a:path fill="none" w="11" h="7">
                <a:moveTo>
                  <a:pt x="6" y="5"/>
                </a:moveTo>
                <a:lnTo>
                  <a:pt x="7" y="5"/>
                </a:lnTo>
                <a:lnTo>
                  <a:pt x="8" y="4"/>
                </a:lnTo>
                <a:lnTo>
                  <a:pt x="9" y="4"/>
                </a:lnTo>
                <a:lnTo>
                  <a:pt x="10" y="4"/>
                </a:lnTo>
                <a:lnTo>
                  <a:pt x="10" y="3"/>
                </a:lnTo>
                <a:lnTo>
                  <a:pt x="11" y="3"/>
                </a:lnTo>
                <a:lnTo>
                  <a:pt x="11" y="4"/>
                </a:lnTo>
                <a:lnTo>
                  <a:pt x="10" y="4"/>
                </a:lnTo>
                <a:lnTo>
                  <a:pt x="10" y="5"/>
                </a:lnTo>
                <a:lnTo>
                  <a:pt x="11" y="5"/>
                </a:lnTo>
                <a:lnTo>
                  <a:pt x="11" y="6"/>
                </a:lnTo>
                <a:lnTo>
                  <a:pt x="10" y="5"/>
                </a:lnTo>
                <a:lnTo>
                  <a:pt x="9" y="5"/>
                </a:lnTo>
                <a:lnTo>
                  <a:pt x="8" y="6"/>
                </a:lnTo>
                <a:lnTo>
                  <a:pt x="7" y="5"/>
                </a:lnTo>
                <a:lnTo>
                  <a:pt x="7" y="6"/>
                </a:lnTo>
                <a:lnTo>
                  <a:pt x="7" y="5"/>
                </a:lnTo>
                <a:lnTo>
                  <a:pt x="6" y="5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0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2" y="4"/>
                </a:lnTo>
                <a:lnTo>
                  <a:pt x="2" y="3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  <a:lnTo>
                  <a:pt x="3" y="3"/>
                </a:lnTo>
                <a:lnTo>
                  <a:pt x="4" y="3"/>
                </a:lnTo>
                <a:lnTo>
                  <a:pt x="4" y="4"/>
                </a:lnTo>
                <a:lnTo>
                  <a:pt x="6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3" name=""/>
          <p:cNvSpPr/>
          <p:nvPr/>
        </p:nvSpPr>
        <p:spPr>
          <a:xfrm>
            <a:off x="4700160" y="18594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4" name=""/>
          <p:cNvSpPr/>
          <p:nvPr/>
        </p:nvSpPr>
        <p:spPr>
          <a:xfrm>
            <a:off x="4702320" y="18597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5" name=""/>
          <p:cNvSpPr/>
          <p:nvPr/>
        </p:nvSpPr>
        <p:spPr>
          <a:xfrm>
            <a:off x="4712400" y="1860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6" name=""/>
          <p:cNvSpPr/>
          <p:nvPr/>
        </p:nvSpPr>
        <p:spPr>
          <a:xfrm>
            <a:off x="4713840" y="18608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5" y="1"/>
                </a:lnTo>
                <a:lnTo>
                  <a:pt x="5" y="3"/>
                </a:lnTo>
                <a:lnTo>
                  <a:pt x="5" y="4"/>
                </a:lnTo>
                <a:lnTo>
                  <a:pt x="3" y="3"/>
                </a:lnTo>
                <a:lnTo>
                  <a:pt x="3" y="1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7" name=""/>
          <p:cNvSpPr/>
          <p:nvPr/>
        </p:nvSpPr>
        <p:spPr>
          <a:xfrm>
            <a:off x="4713120" y="18583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8" name=""/>
          <p:cNvSpPr/>
          <p:nvPr/>
        </p:nvSpPr>
        <p:spPr>
          <a:xfrm>
            <a:off x="4712400" y="1858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9" name=""/>
          <p:cNvSpPr/>
          <p:nvPr/>
        </p:nvSpPr>
        <p:spPr>
          <a:xfrm>
            <a:off x="4707720" y="18572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0" name=""/>
          <p:cNvSpPr/>
          <p:nvPr/>
        </p:nvSpPr>
        <p:spPr>
          <a:xfrm>
            <a:off x="4708440" y="18572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1" name=""/>
          <p:cNvSpPr/>
          <p:nvPr/>
        </p:nvSpPr>
        <p:spPr>
          <a:xfrm>
            <a:off x="4709520" y="18558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2" y="1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2" name=""/>
          <p:cNvSpPr/>
          <p:nvPr/>
        </p:nvSpPr>
        <p:spPr>
          <a:xfrm>
            <a:off x="4668480" y="179424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0" y="1"/>
                </a:moveTo>
                <a:lnTo>
                  <a:pt x="0" y="0"/>
                </a:lnTo>
                <a:lnTo>
                  <a:pt x="2" y="0"/>
                </a:lnTo>
                <a:lnTo>
                  <a:pt x="3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3" name=""/>
          <p:cNvSpPr/>
          <p:nvPr/>
        </p:nvSpPr>
        <p:spPr>
          <a:xfrm>
            <a:off x="4602960" y="1711800"/>
            <a:ext cx="3960" cy="1440"/>
          </a:xfrm>
          <a:custGeom>
            <a:avLst/>
            <a:gdLst/>
            <a:ahLst/>
            <a:rect l="0" t="0" r="r" b="b"/>
            <a:pathLst>
              <a:path fill="none" w="11" h="4">
                <a:moveTo>
                  <a:pt x="6" y="0"/>
                </a:move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11" y="1"/>
                </a:lnTo>
                <a:lnTo>
                  <a:pt x="11" y="3"/>
                </a:lnTo>
                <a:lnTo>
                  <a:pt x="10" y="4"/>
                </a:lnTo>
                <a:lnTo>
                  <a:pt x="8" y="4"/>
                </a:lnTo>
                <a:lnTo>
                  <a:pt x="7" y="3"/>
                </a:lnTo>
                <a:lnTo>
                  <a:pt x="7" y="1"/>
                </a:lnTo>
                <a:lnTo>
                  <a:pt x="6" y="1"/>
                </a:lnTo>
                <a:lnTo>
                  <a:pt x="5" y="1"/>
                </a:lnTo>
                <a:lnTo>
                  <a:pt x="2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5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4" name=""/>
          <p:cNvSpPr/>
          <p:nvPr/>
        </p:nvSpPr>
        <p:spPr>
          <a:xfrm>
            <a:off x="4620600" y="16801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5" name=""/>
          <p:cNvSpPr/>
          <p:nvPr/>
        </p:nvSpPr>
        <p:spPr>
          <a:xfrm>
            <a:off x="4627800" y="167436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3" y="6"/>
                </a:moveTo>
                <a:lnTo>
                  <a:pt x="1" y="6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3" y="2"/>
                </a:lnTo>
                <a:lnTo>
                  <a:pt x="3" y="1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4" y="4"/>
                </a:lnTo>
                <a:lnTo>
                  <a:pt x="5" y="5"/>
                </a:lnTo>
                <a:lnTo>
                  <a:pt x="4" y="5"/>
                </a:lnTo>
                <a:lnTo>
                  <a:pt x="3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6" name=""/>
          <p:cNvSpPr/>
          <p:nvPr/>
        </p:nvSpPr>
        <p:spPr>
          <a:xfrm>
            <a:off x="4632840" y="1668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7" name=""/>
          <p:cNvSpPr/>
          <p:nvPr/>
        </p:nvSpPr>
        <p:spPr>
          <a:xfrm>
            <a:off x="4638960" y="16678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8" name=""/>
          <p:cNvSpPr/>
          <p:nvPr/>
        </p:nvSpPr>
        <p:spPr>
          <a:xfrm>
            <a:off x="4641840" y="1663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9" name=""/>
          <p:cNvSpPr/>
          <p:nvPr/>
        </p:nvSpPr>
        <p:spPr>
          <a:xfrm>
            <a:off x="4647960" y="165780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0" name=""/>
          <p:cNvSpPr/>
          <p:nvPr/>
        </p:nvSpPr>
        <p:spPr>
          <a:xfrm>
            <a:off x="4653000" y="1651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1" name=""/>
          <p:cNvSpPr/>
          <p:nvPr/>
        </p:nvSpPr>
        <p:spPr>
          <a:xfrm>
            <a:off x="4653720" y="165096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2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2" name=""/>
          <p:cNvSpPr/>
          <p:nvPr/>
        </p:nvSpPr>
        <p:spPr>
          <a:xfrm>
            <a:off x="4675320" y="16398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3" name=""/>
          <p:cNvSpPr/>
          <p:nvPr/>
        </p:nvSpPr>
        <p:spPr>
          <a:xfrm>
            <a:off x="4695840" y="16387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4" name=""/>
          <p:cNvSpPr/>
          <p:nvPr/>
        </p:nvSpPr>
        <p:spPr>
          <a:xfrm>
            <a:off x="4617000" y="16182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5" name=""/>
          <p:cNvSpPr/>
          <p:nvPr/>
        </p:nvSpPr>
        <p:spPr>
          <a:xfrm>
            <a:off x="4674240" y="161208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5" y="2"/>
                </a:move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5"/>
                </a:lnTo>
                <a:lnTo>
                  <a:pt x="0" y="3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6" name=""/>
          <p:cNvSpPr/>
          <p:nvPr/>
        </p:nvSpPr>
        <p:spPr>
          <a:xfrm>
            <a:off x="4597560" y="1600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7" name=""/>
          <p:cNvSpPr/>
          <p:nvPr/>
        </p:nvSpPr>
        <p:spPr>
          <a:xfrm>
            <a:off x="4598640" y="15998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8" name=""/>
          <p:cNvSpPr/>
          <p:nvPr/>
        </p:nvSpPr>
        <p:spPr>
          <a:xfrm>
            <a:off x="4671720" y="16092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9" name=""/>
          <p:cNvSpPr/>
          <p:nvPr/>
        </p:nvSpPr>
        <p:spPr>
          <a:xfrm>
            <a:off x="4693320" y="16110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1" y="0"/>
                </a:move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5" y="2"/>
                </a:lnTo>
                <a:lnTo>
                  <a:pt x="5" y="4"/>
                </a:lnTo>
                <a:lnTo>
                  <a:pt x="4" y="4"/>
                </a:lnTo>
                <a:lnTo>
                  <a:pt x="4" y="2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0" name=""/>
          <p:cNvSpPr/>
          <p:nvPr/>
        </p:nvSpPr>
        <p:spPr>
          <a:xfrm>
            <a:off x="4637160" y="160092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1" name=""/>
          <p:cNvSpPr/>
          <p:nvPr/>
        </p:nvSpPr>
        <p:spPr>
          <a:xfrm>
            <a:off x="4644720" y="15948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2" name=""/>
          <p:cNvSpPr/>
          <p:nvPr/>
        </p:nvSpPr>
        <p:spPr>
          <a:xfrm>
            <a:off x="4642200" y="15937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0"/>
                </a:move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3" name=""/>
          <p:cNvSpPr/>
          <p:nvPr/>
        </p:nvSpPr>
        <p:spPr>
          <a:xfrm>
            <a:off x="4643640" y="1593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4" name=""/>
          <p:cNvSpPr/>
          <p:nvPr/>
        </p:nvSpPr>
        <p:spPr>
          <a:xfrm>
            <a:off x="4645080" y="1593360"/>
            <a:ext cx="2880" cy="3960"/>
          </a:xfrm>
          <a:custGeom>
            <a:avLst/>
            <a:gdLst/>
            <a:ahLst/>
            <a:rect l="0" t="0" r="r" b="b"/>
            <a:pathLst>
              <a:path fill="none" w="8" h="11">
                <a:moveTo>
                  <a:pt x="3" y="0"/>
                </a:move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lnTo>
                  <a:pt x="7" y="4"/>
                </a:lnTo>
                <a:lnTo>
                  <a:pt x="7" y="6"/>
                </a:lnTo>
                <a:lnTo>
                  <a:pt x="8" y="7"/>
                </a:lnTo>
                <a:lnTo>
                  <a:pt x="8" y="8"/>
                </a:lnTo>
                <a:lnTo>
                  <a:pt x="8" y="10"/>
                </a:lnTo>
                <a:lnTo>
                  <a:pt x="8" y="11"/>
                </a:lnTo>
                <a:lnTo>
                  <a:pt x="7" y="11"/>
                </a:lnTo>
                <a:lnTo>
                  <a:pt x="6" y="10"/>
                </a:lnTo>
                <a:lnTo>
                  <a:pt x="6" y="8"/>
                </a:lnTo>
                <a:lnTo>
                  <a:pt x="5" y="8"/>
                </a:lnTo>
                <a:lnTo>
                  <a:pt x="4" y="8"/>
                </a:lnTo>
                <a:lnTo>
                  <a:pt x="5" y="8"/>
                </a:lnTo>
                <a:lnTo>
                  <a:pt x="5" y="7"/>
                </a:lnTo>
                <a:lnTo>
                  <a:pt x="5" y="6"/>
                </a:lnTo>
                <a:lnTo>
                  <a:pt x="5" y="5"/>
                </a:lnTo>
                <a:lnTo>
                  <a:pt x="5" y="4"/>
                </a:ln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5" name=""/>
          <p:cNvSpPr/>
          <p:nvPr/>
        </p:nvSpPr>
        <p:spPr>
          <a:xfrm>
            <a:off x="4653000" y="1591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6" name=""/>
          <p:cNvSpPr/>
          <p:nvPr/>
        </p:nvSpPr>
        <p:spPr>
          <a:xfrm>
            <a:off x="4643640" y="1587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7" name=""/>
          <p:cNvSpPr/>
          <p:nvPr/>
        </p:nvSpPr>
        <p:spPr>
          <a:xfrm>
            <a:off x="4646880" y="15858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2" y="4"/>
                </a:move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8" name=""/>
          <p:cNvSpPr/>
          <p:nvPr/>
        </p:nvSpPr>
        <p:spPr>
          <a:xfrm>
            <a:off x="4648680" y="158148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5" y="2"/>
                </a:moveTo>
                <a:lnTo>
                  <a:pt x="4" y="3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7" y="0"/>
                </a:lnTo>
                <a:lnTo>
                  <a:pt x="7" y="2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9" name=""/>
          <p:cNvSpPr/>
          <p:nvPr/>
        </p:nvSpPr>
        <p:spPr>
          <a:xfrm>
            <a:off x="4650120" y="15800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0" name=""/>
          <p:cNvSpPr/>
          <p:nvPr/>
        </p:nvSpPr>
        <p:spPr>
          <a:xfrm>
            <a:off x="4651920" y="15793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1"/>
                </a:move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1" name=""/>
          <p:cNvSpPr/>
          <p:nvPr/>
        </p:nvSpPr>
        <p:spPr>
          <a:xfrm>
            <a:off x="4651920" y="1578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2" name=""/>
          <p:cNvSpPr/>
          <p:nvPr/>
        </p:nvSpPr>
        <p:spPr>
          <a:xfrm>
            <a:off x="4656240" y="15609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3" name=""/>
          <p:cNvSpPr/>
          <p:nvPr/>
        </p:nvSpPr>
        <p:spPr>
          <a:xfrm>
            <a:off x="4585680" y="155160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3"/>
                </a:moveTo>
                <a:lnTo>
                  <a:pt x="0" y="2"/>
                </a:lnTo>
                <a:lnTo>
                  <a:pt x="2" y="0"/>
                </a:lnTo>
                <a:lnTo>
                  <a:pt x="2" y="3"/>
                </a:lnTo>
                <a:lnTo>
                  <a:pt x="0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4" name=""/>
          <p:cNvSpPr/>
          <p:nvPr/>
        </p:nvSpPr>
        <p:spPr>
          <a:xfrm>
            <a:off x="4584240" y="15505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4"/>
                </a:move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5" y="0"/>
                </a:lnTo>
                <a:lnTo>
                  <a:pt x="5" y="1"/>
                </a:lnTo>
                <a:lnTo>
                  <a:pt x="5" y="2"/>
                </a:lnTo>
                <a:lnTo>
                  <a:pt x="3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5" name=""/>
          <p:cNvSpPr/>
          <p:nvPr/>
        </p:nvSpPr>
        <p:spPr>
          <a:xfrm>
            <a:off x="4654440" y="15577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6" name=""/>
          <p:cNvSpPr/>
          <p:nvPr/>
        </p:nvSpPr>
        <p:spPr>
          <a:xfrm>
            <a:off x="4682160" y="15602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1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7" name=""/>
          <p:cNvSpPr/>
          <p:nvPr/>
        </p:nvSpPr>
        <p:spPr>
          <a:xfrm>
            <a:off x="4682160" y="1559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8" name=""/>
          <p:cNvSpPr/>
          <p:nvPr/>
        </p:nvSpPr>
        <p:spPr>
          <a:xfrm>
            <a:off x="4660560" y="15526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9" name=""/>
          <p:cNvSpPr/>
          <p:nvPr/>
        </p:nvSpPr>
        <p:spPr>
          <a:xfrm>
            <a:off x="4662720" y="1552320"/>
            <a:ext cx="360" cy="0"/>
          </a:xfrm>
          <a:custGeom>
            <a:avLst/>
            <a:gdLst/>
            <a:ahLst/>
            <a:rect l="0" t="0" r="r" b="b"/>
            <a:pathLst>
              <a:path fill="none"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0" name=""/>
          <p:cNvSpPr/>
          <p:nvPr/>
        </p:nvSpPr>
        <p:spPr>
          <a:xfrm>
            <a:off x="4669920" y="1548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0"/>
                </a:moveTo>
                <a:lnTo>
                  <a:pt x="1" y="2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1" name=""/>
          <p:cNvSpPr/>
          <p:nvPr/>
        </p:nvSpPr>
        <p:spPr>
          <a:xfrm>
            <a:off x="4673880" y="1549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2" name=""/>
          <p:cNvSpPr/>
          <p:nvPr/>
        </p:nvSpPr>
        <p:spPr>
          <a:xfrm>
            <a:off x="4671000" y="15487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3" name=""/>
          <p:cNvSpPr/>
          <p:nvPr/>
        </p:nvSpPr>
        <p:spPr>
          <a:xfrm>
            <a:off x="4710600" y="155448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2" y="2"/>
                </a:moveTo>
                <a:lnTo>
                  <a:pt x="4" y="3"/>
                </a:ln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lnTo>
                  <a:pt x="6" y="6"/>
                </a:lnTo>
                <a:lnTo>
                  <a:pt x="5" y="6"/>
                </a:lnTo>
                <a:lnTo>
                  <a:pt x="4" y="4"/>
                </a:lnTo>
                <a:lnTo>
                  <a:pt x="2" y="4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4" name=""/>
          <p:cNvSpPr/>
          <p:nvPr/>
        </p:nvSpPr>
        <p:spPr>
          <a:xfrm>
            <a:off x="4714200" y="15541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5" name=""/>
          <p:cNvSpPr/>
          <p:nvPr/>
        </p:nvSpPr>
        <p:spPr>
          <a:xfrm>
            <a:off x="4715280" y="15537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0"/>
                </a:moveTo>
                <a:lnTo>
                  <a:pt x="3" y="0"/>
                </a:lnTo>
                <a:lnTo>
                  <a:pt x="3" y="2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6" name=""/>
          <p:cNvSpPr/>
          <p:nvPr/>
        </p:nvSpPr>
        <p:spPr>
          <a:xfrm>
            <a:off x="4713120" y="1553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7" name=""/>
          <p:cNvSpPr/>
          <p:nvPr/>
        </p:nvSpPr>
        <p:spPr>
          <a:xfrm>
            <a:off x="4713840" y="15534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8" name=""/>
          <p:cNvSpPr/>
          <p:nvPr/>
        </p:nvSpPr>
        <p:spPr>
          <a:xfrm>
            <a:off x="4700880" y="15494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9" name=""/>
          <p:cNvSpPr/>
          <p:nvPr/>
        </p:nvSpPr>
        <p:spPr>
          <a:xfrm>
            <a:off x="4697640" y="1548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0" name=""/>
          <p:cNvSpPr/>
          <p:nvPr/>
        </p:nvSpPr>
        <p:spPr>
          <a:xfrm>
            <a:off x="4724640" y="1552320"/>
            <a:ext cx="2520" cy="3240"/>
          </a:xfrm>
          <a:custGeom>
            <a:avLst/>
            <a:gdLst/>
            <a:ahLst/>
            <a:rect l="0" t="0" r="r" b="b"/>
            <a:pathLst>
              <a:path fill="none" w="7" h="9">
                <a:moveTo>
                  <a:pt x="5" y="2"/>
                </a:moveTo>
                <a:lnTo>
                  <a:pt x="5" y="3"/>
                </a:lnTo>
                <a:lnTo>
                  <a:pt x="6" y="3"/>
                </a:lnTo>
                <a:lnTo>
                  <a:pt x="6" y="5"/>
                </a:lnTo>
                <a:lnTo>
                  <a:pt x="7" y="5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5" y="8"/>
                </a:lnTo>
                <a:lnTo>
                  <a:pt x="3" y="8"/>
                </a:lnTo>
                <a:lnTo>
                  <a:pt x="3" y="9"/>
                </a:lnTo>
                <a:lnTo>
                  <a:pt x="2" y="9"/>
                </a:lnTo>
                <a:lnTo>
                  <a:pt x="1" y="8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3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3" y="2"/>
                </a:lnTo>
                <a:lnTo>
                  <a:pt x="5" y="2"/>
                </a:lnTo>
                <a:lnTo>
                  <a:pt x="5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5" y="1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1" name=""/>
          <p:cNvSpPr/>
          <p:nvPr/>
        </p:nvSpPr>
        <p:spPr>
          <a:xfrm>
            <a:off x="4698000" y="1548360"/>
            <a:ext cx="3240" cy="2880"/>
          </a:xfrm>
          <a:custGeom>
            <a:avLst/>
            <a:gdLst/>
            <a:ahLst/>
            <a:rect l="0" t="0" r="r" b="b"/>
            <a:pathLst>
              <a:path fill="none" w="9" h="8">
                <a:moveTo>
                  <a:pt x="9" y="0"/>
                </a:moveTo>
                <a:lnTo>
                  <a:pt x="8" y="0"/>
                </a:lnTo>
                <a:lnTo>
                  <a:pt x="7" y="2"/>
                </a:lnTo>
                <a:lnTo>
                  <a:pt x="8" y="2"/>
                </a:lnTo>
                <a:lnTo>
                  <a:pt x="7" y="2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8" y="5"/>
                </a:lnTo>
                <a:lnTo>
                  <a:pt x="8" y="6"/>
                </a:lnTo>
                <a:lnTo>
                  <a:pt x="7" y="6"/>
                </a:lnTo>
                <a:lnTo>
                  <a:pt x="6" y="6"/>
                </a:lnTo>
                <a:lnTo>
                  <a:pt x="7" y="6"/>
                </a:lnTo>
                <a:lnTo>
                  <a:pt x="7" y="5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6" y="6"/>
                </a:lnTo>
                <a:lnTo>
                  <a:pt x="5" y="6"/>
                </a:lnTo>
                <a:lnTo>
                  <a:pt x="5" y="7"/>
                </a:lnTo>
                <a:lnTo>
                  <a:pt x="4" y="8"/>
                </a:lnTo>
                <a:lnTo>
                  <a:pt x="3" y="8"/>
                </a:lnTo>
                <a:lnTo>
                  <a:pt x="3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3" y="4"/>
                </a:lnTo>
                <a:lnTo>
                  <a:pt x="3" y="3"/>
                </a:lnTo>
                <a:lnTo>
                  <a:pt x="4" y="3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2" name=""/>
          <p:cNvSpPr/>
          <p:nvPr/>
        </p:nvSpPr>
        <p:spPr>
          <a:xfrm>
            <a:off x="4701240" y="15476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3" y="2"/>
                </a:lnTo>
                <a:lnTo>
                  <a:pt x="1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3" name=""/>
          <p:cNvSpPr/>
          <p:nvPr/>
        </p:nvSpPr>
        <p:spPr>
          <a:xfrm>
            <a:off x="4706640" y="15480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4" name=""/>
          <p:cNvSpPr/>
          <p:nvPr/>
        </p:nvSpPr>
        <p:spPr>
          <a:xfrm>
            <a:off x="4703760" y="1547640"/>
            <a:ext cx="2160" cy="720"/>
          </a:xfrm>
          <a:custGeom>
            <a:avLst/>
            <a:gdLst/>
            <a:ahLst/>
            <a:rect l="0" t="0" r="r" b="b"/>
            <a:pathLst>
              <a:path fill="none" w="6" h="2">
                <a:moveTo>
                  <a:pt x="6" y="0"/>
                </a:moveTo>
                <a:lnTo>
                  <a:pt x="6" y="2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5" name=""/>
          <p:cNvSpPr/>
          <p:nvPr/>
        </p:nvSpPr>
        <p:spPr>
          <a:xfrm>
            <a:off x="4696920" y="1545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6" name=""/>
          <p:cNvSpPr/>
          <p:nvPr/>
        </p:nvSpPr>
        <p:spPr>
          <a:xfrm>
            <a:off x="4701240" y="15462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2"/>
                </a:moveTo>
                <a:lnTo>
                  <a:pt x="4" y="2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7" name=""/>
          <p:cNvSpPr/>
          <p:nvPr/>
        </p:nvSpPr>
        <p:spPr>
          <a:xfrm>
            <a:off x="4712760" y="154764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4" y="2"/>
                </a:move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1" y="2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8" name=""/>
          <p:cNvSpPr/>
          <p:nvPr/>
        </p:nvSpPr>
        <p:spPr>
          <a:xfrm>
            <a:off x="4708080" y="1547280"/>
            <a:ext cx="4320" cy="1800"/>
          </a:xfrm>
          <a:custGeom>
            <a:avLst/>
            <a:gdLst/>
            <a:ahLst/>
            <a:rect l="0" t="0" r="r" b="b"/>
            <a:pathLst>
              <a:path fill="none" w="12" h="5">
                <a:moveTo>
                  <a:pt x="11" y="0"/>
                </a:moveTo>
                <a:lnTo>
                  <a:pt x="11" y="1"/>
                </a:lnTo>
                <a:lnTo>
                  <a:pt x="12" y="1"/>
                </a:lnTo>
                <a:lnTo>
                  <a:pt x="12" y="2"/>
                </a:lnTo>
                <a:lnTo>
                  <a:pt x="11" y="2"/>
                </a:lnTo>
                <a:lnTo>
                  <a:pt x="10" y="2"/>
                </a:lnTo>
                <a:lnTo>
                  <a:pt x="10" y="3"/>
                </a:lnTo>
                <a:lnTo>
                  <a:pt x="9" y="3"/>
                </a:lnTo>
                <a:lnTo>
                  <a:pt x="8" y="3"/>
                </a:lnTo>
                <a:lnTo>
                  <a:pt x="8" y="5"/>
                </a:lnTo>
                <a:lnTo>
                  <a:pt x="6" y="5"/>
                </a:lnTo>
                <a:lnTo>
                  <a:pt x="6" y="3"/>
                </a:lnTo>
                <a:lnTo>
                  <a:pt x="8" y="3"/>
                </a:lnTo>
                <a:lnTo>
                  <a:pt x="8" y="2"/>
                </a:lnTo>
                <a:lnTo>
                  <a:pt x="8" y="1"/>
                </a:lnTo>
                <a:lnTo>
                  <a:pt x="6" y="1"/>
                </a:lnTo>
                <a:lnTo>
                  <a:pt x="5" y="1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9" name=""/>
          <p:cNvSpPr/>
          <p:nvPr/>
        </p:nvSpPr>
        <p:spPr>
          <a:xfrm>
            <a:off x="4703760" y="1545120"/>
            <a:ext cx="6840" cy="2160"/>
          </a:xfrm>
          <a:custGeom>
            <a:avLst/>
            <a:gdLst/>
            <a:ahLst/>
            <a:rect l="0" t="0" r="r" b="b"/>
            <a:pathLst>
              <a:path fill="none" w="19" h="6">
                <a:moveTo>
                  <a:pt x="5" y="0"/>
                </a:moveTo>
                <a:lnTo>
                  <a:pt x="4" y="0"/>
                </a:ln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  <a:lnTo>
                  <a:pt x="6" y="2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9" y="3"/>
                </a:lnTo>
                <a:lnTo>
                  <a:pt x="11" y="3"/>
                </a:lnTo>
                <a:lnTo>
                  <a:pt x="12" y="3"/>
                </a:lnTo>
                <a:lnTo>
                  <a:pt x="12" y="2"/>
                </a:lnTo>
                <a:lnTo>
                  <a:pt x="13" y="2"/>
                </a:lnTo>
                <a:lnTo>
                  <a:pt x="13" y="3"/>
                </a:lnTo>
                <a:lnTo>
                  <a:pt x="13" y="2"/>
                </a:lnTo>
                <a:lnTo>
                  <a:pt x="14" y="3"/>
                </a:lnTo>
                <a:lnTo>
                  <a:pt x="15" y="4"/>
                </a:lnTo>
                <a:lnTo>
                  <a:pt x="17" y="4"/>
                </a:lnTo>
                <a:lnTo>
                  <a:pt x="18" y="4"/>
                </a:lnTo>
                <a:lnTo>
                  <a:pt x="19" y="4"/>
                </a:lnTo>
                <a:lnTo>
                  <a:pt x="19" y="5"/>
                </a:lnTo>
                <a:lnTo>
                  <a:pt x="19" y="4"/>
                </a:lnTo>
                <a:lnTo>
                  <a:pt x="19" y="5"/>
                </a:lnTo>
                <a:lnTo>
                  <a:pt x="18" y="5"/>
                </a:lnTo>
                <a:lnTo>
                  <a:pt x="17" y="6"/>
                </a:lnTo>
                <a:lnTo>
                  <a:pt x="15" y="6"/>
                </a:lnTo>
                <a:lnTo>
                  <a:pt x="15" y="5"/>
                </a:lnTo>
                <a:lnTo>
                  <a:pt x="14" y="5"/>
                </a:lnTo>
                <a:lnTo>
                  <a:pt x="12" y="5"/>
                </a:lnTo>
                <a:lnTo>
                  <a:pt x="11" y="5"/>
                </a:lnTo>
                <a:lnTo>
                  <a:pt x="11" y="4"/>
                </a:lnTo>
                <a:lnTo>
                  <a:pt x="10" y="4"/>
                </a:lnTo>
                <a:lnTo>
                  <a:pt x="9" y="4"/>
                </a:lnTo>
                <a:lnTo>
                  <a:pt x="8" y="4"/>
                </a:lnTo>
                <a:lnTo>
                  <a:pt x="8" y="5"/>
                </a:lnTo>
                <a:lnTo>
                  <a:pt x="9" y="5"/>
                </a:lnTo>
                <a:lnTo>
                  <a:pt x="8" y="5"/>
                </a:lnTo>
                <a:lnTo>
                  <a:pt x="8" y="6"/>
                </a:lnTo>
                <a:lnTo>
                  <a:pt x="8" y="5"/>
                </a:lnTo>
                <a:lnTo>
                  <a:pt x="7" y="5"/>
                </a:lnTo>
                <a:lnTo>
                  <a:pt x="8" y="5"/>
                </a:lnTo>
                <a:lnTo>
                  <a:pt x="8" y="4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90" name=""/>
          <p:cNvSpPr/>
          <p:nvPr/>
        </p:nvSpPr>
        <p:spPr>
          <a:xfrm>
            <a:off x="4698000" y="15436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91" name=""/>
          <p:cNvSpPr/>
          <p:nvPr/>
        </p:nvSpPr>
        <p:spPr>
          <a:xfrm>
            <a:off x="4719960" y="154656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92" name=""/>
          <p:cNvSpPr/>
          <p:nvPr/>
        </p:nvSpPr>
        <p:spPr>
          <a:xfrm>
            <a:off x="4721760" y="15393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1" y="2"/>
                </a:moveTo>
                <a:lnTo>
                  <a:pt x="3" y="2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5" y="3"/>
                </a:lnTo>
                <a:lnTo>
                  <a:pt x="4" y="3"/>
                </a:lnTo>
                <a:lnTo>
                  <a:pt x="5" y="4"/>
                </a:lnTo>
                <a:lnTo>
                  <a:pt x="4" y="4"/>
                </a:lnTo>
                <a:lnTo>
                  <a:pt x="3" y="3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3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93" name=""/>
          <p:cNvSpPr/>
          <p:nvPr/>
        </p:nvSpPr>
        <p:spPr>
          <a:xfrm>
            <a:off x="4722120" y="15375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1"/>
                </a:move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94" name=""/>
          <p:cNvSpPr/>
          <p:nvPr/>
        </p:nvSpPr>
        <p:spPr>
          <a:xfrm>
            <a:off x="4723560" y="1537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95" name=""/>
          <p:cNvSpPr/>
          <p:nvPr/>
        </p:nvSpPr>
        <p:spPr>
          <a:xfrm>
            <a:off x="4718520" y="1535760"/>
            <a:ext cx="3240" cy="2520"/>
          </a:xfrm>
          <a:custGeom>
            <a:avLst/>
            <a:gdLst/>
            <a:ahLst/>
            <a:rect l="0" t="0" r="r" b="b"/>
            <a:pathLst>
              <a:path fill="none" w="9" h="7">
                <a:moveTo>
                  <a:pt x="4" y="1"/>
                </a:moveTo>
                <a:lnTo>
                  <a:pt x="6" y="1"/>
                </a:lnTo>
                <a:lnTo>
                  <a:pt x="6" y="0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8" y="2"/>
                </a:lnTo>
                <a:lnTo>
                  <a:pt x="9" y="2"/>
                </a:lnTo>
                <a:lnTo>
                  <a:pt x="9" y="4"/>
                </a:lnTo>
                <a:lnTo>
                  <a:pt x="8" y="4"/>
                </a:lnTo>
                <a:lnTo>
                  <a:pt x="8" y="5"/>
                </a:lnTo>
                <a:lnTo>
                  <a:pt x="7" y="5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0" y="4"/>
                </a:lnTo>
                <a:lnTo>
                  <a:pt x="0" y="5"/>
                </a:lnTo>
                <a:lnTo>
                  <a:pt x="0" y="4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96" name=""/>
          <p:cNvSpPr/>
          <p:nvPr/>
        </p:nvSpPr>
        <p:spPr>
          <a:xfrm>
            <a:off x="4721040" y="15321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97" name=""/>
          <p:cNvSpPr/>
          <p:nvPr/>
        </p:nvSpPr>
        <p:spPr>
          <a:xfrm>
            <a:off x="4743360" y="15282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2"/>
                </a:move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98" name=""/>
          <p:cNvSpPr/>
          <p:nvPr/>
        </p:nvSpPr>
        <p:spPr>
          <a:xfrm>
            <a:off x="4746240" y="15271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99" name=""/>
          <p:cNvSpPr/>
          <p:nvPr/>
        </p:nvSpPr>
        <p:spPr>
          <a:xfrm>
            <a:off x="4763880" y="15249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0" name=""/>
          <p:cNvSpPr/>
          <p:nvPr/>
        </p:nvSpPr>
        <p:spPr>
          <a:xfrm>
            <a:off x="4642920" y="15044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1" name=""/>
          <p:cNvSpPr/>
          <p:nvPr/>
        </p:nvSpPr>
        <p:spPr>
          <a:xfrm>
            <a:off x="4762440" y="15220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2" name=""/>
          <p:cNvSpPr/>
          <p:nvPr/>
        </p:nvSpPr>
        <p:spPr>
          <a:xfrm>
            <a:off x="4763160" y="1521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3" name=""/>
          <p:cNvSpPr/>
          <p:nvPr/>
        </p:nvSpPr>
        <p:spPr>
          <a:xfrm>
            <a:off x="4762080" y="1519920"/>
            <a:ext cx="2160" cy="2880"/>
          </a:xfrm>
          <a:custGeom>
            <a:avLst/>
            <a:gdLst/>
            <a:ahLst/>
            <a:rect l="0" t="0" r="r" b="b"/>
            <a:pathLst>
              <a:path fill="none" w="6" h="8">
                <a:moveTo>
                  <a:pt x="2" y="3"/>
                </a:move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1" y="5"/>
                </a:lnTo>
                <a:lnTo>
                  <a:pt x="0" y="5"/>
                </a:lnTo>
                <a:lnTo>
                  <a:pt x="0" y="6"/>
                </a:lnTo>
                <a:lnTo>
                  <a:pt x="0" y="8"/>
                </a:lnTo>
                <a:lnTo>
                  <a:pt x="0" y="6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3" y="4"/>
                </a:lnTo>
                <a:lnTo>
                  <a:pt x="4" y="4"/>
                </a:lnTo>
                <a:lnTo>
                  <a:pt x="6" y="4"/>
                </a:lnTo>
                <a:lnTo>
                  <a:pt x="6" y="3"/>
                </a:lnTo>
                <a:lnTo>
                  <a:pt x="6" y="2"/>
                </a:lnTo>
                <a:lnTo>
                  <a:pt x="6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4" name=""/>
          <p:cNvSpPr/>
          <p:nvPr/>
        </p:nvSpPr>
        <p:spPr>
          <a:xfrm>
            <a:off x="4647960" y="150048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3"/>
                </a:moveTo>
                <a:lnTo>
                  <a:pt x="6" y="4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3"/>
                </a:lnTo>
                <a:lnTo>
                  <a:pt x="3" y="3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6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5" name=""/>
          <p:cNvSpPr/>
          <p:nvPr/>
        </p:nvSpPr>
        <p:spPr>
          <a:xfrm>
            <a:off x="4764600" y="1516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6" name=""/>
          <p:cNvSpPr/>
          <p:nvPr/>
        </p:nvSpPr>
        <p:spPr>
          <a:xfrm>
            <a:off x="4763880" y="151632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1" y="1"/>
                </a:moveTo>
                <a:lnTo>
                  <a:pt x="0" y="1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1" y="5"/>
                </a:lnTo>
                <a:lnTo>
                  <a:pt x="3" y="5"/>
                </a:lnTo>
                <a:lnTo>
                  <a:pt x="3" y="4"/>
                </a:lnTo>
                <a:lnTo>
                  <a:pt x="3" y="3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7" name=""/>
          <p:cNvSpPr/>
          <p:nvPr/>
        </p:nvSpPr>
        <p:spPr>
          <a:xfrm>
            <a:off x="4766760" y="1513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8" name=""/>
          <p:cNvSpPr/>
          <p:nvPr/>
        </p:nvSpPr>
        <p:spPr>
          <a:xfrm>
            <a:off x="4767120" y="1513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9" name=""/>
          <p:cNvSpPr/>
          <p:nvPr/>
        </p:nvSpPr>
        <p:spPr>
          <a:xfrm>
            <a:off x="4768200" y="15138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10" name=""/>
          <p:cNvSpPr/>
          <p:nvPr/>
        </p:nvSpPr>
        <p:spPr>
          <a:xfrm>
            <a:off x="4767480" y="151308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11" name=""/>
          <p:cNvSpPr/>
          <p:nvPr/>
        </p:nvSpPr>
        <p:spPr>
          <a:xfrm>
            <a:off x="4768920" y="151056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1"/>
                </a:moveTo>
                <a:lnTo>
                  <a:pt x="5" y="0"/>
                </a:lnTo>
                <a:lnTo>
                  <a:pt x="5" y="1"/>
                </a:lnTo>
                <a:lnTo>
                  <a:pt x="4" y="1"/>
                </a:lnTo>
                <a:lnTo>
                  <a:pt x="2" y="1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4" y="4"/>
                </a:lnTo>
                <a:lnTo>
                  <a:pt x="4" y="2"/>
                </a:lnTo>
                <a:lnTo>
                  <a:pt x="5" y="2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12" name=""/>
          <p:cNvSpPr/>
          <p:nvPr/>
        </p:nvSpPr>
        <p:spPr>
          <a:xfrm>
            <a:off x="4770720" y="15102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0"/>
                </a:move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13" name=""/>
          <p:cNvSpPr/>
          <p:nvPr/>
        </p:nvSpPr>
        <p:spPr>
          <a:xfrm>
            <a:off x="4771080" y="1509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14" name=""/>
          <p:cNvSpPr/>
          <p:nvPr/>
        </p:nvSpPr>
        <p:spPr>
          <a:xfrm>
            <a:off x="4771440" y="15094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15" name=""/>
          <p:cNvSpPr/>
          <p:nvPr/>
        </p:nvSpPr>
        <p:spPr>
          <a:xfrm>
            <a:off x="4772880" y="150804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5" y="2"/>
                </a:moveTo>
                <a:lnTo>
                  <a:pt x="6" y="2"/>
                </a:lnTo>
                <a:lnTo>
                  <a:pt x="5" y="2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2" y="2"/>
                </a:lnTo>
                <a:lnTo>
                  <a:pt x="3" y="2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16" name=""/>
          <p:cNvSpPr/>
          <p:nvPr/>
        </p:nvSpPr>
        <p:spPr>
          <a:xfrm>
            <a:off x="4774680" y="1508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17" name=""/>
          <p:cNvSpPr/>
          <p:nvPr/>
        </p:nvSpPr>
        <p:spPr>
          <a:xfrm>
            <a:off x="4776120" y="1507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18" name=""/>
          <p:cNvSpPr/>
          <p:nvPr/>
        </p:nvSpPr>
        <p:spPr>
          <a:xfrm>
            <a:off x="4965840" y="14277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19" name=""/>
          <p:cNvSpPr/>
          <p:nvPr/>
        </p:nvSpPr>
        <p:spPr>
          <a:xfrm>
            <a:off x="4964760" y="142632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3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0" name=""/>
          <p:cNvSpPr/>
          <p:nvPr/>
        </p:nvSpPr>
        <p:spPr>
          <a:xfrm>
            <a:off x="4955400" y="14191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1" name=""/>
          <p:cNvSpPr/>
          <p:nvPr/>
        </p:nvSpPr>
        <p:spPr>
          <a:xfrm>
            <a:off x="4955040" y="14180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2" name=""/>
          <p:cNvSpPr/>
          <p:nvPr/>
        </p:nvSpPr>
        <p:spPr>
          <a:xfrm>
            <a:off x="4954680" y="1416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3"/>
                </a:moveTo>
                <a:lnTo>
                  <a:pt x="1" y="4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3" y="3"/>
                </a:lnTo>
                <a:lnTo>
                  <a:pt x="4" y="3"/>
                </a:lnTo>
                <a:lnTo>
                  <a:pt x="4" y="2"/>
                </a:lnTo>
                <a:lnTo>
                  <a:pt x="3" y="2"/>
                </a:lnTo>
                <a:lnTo>
                  <a:pt x="3" y="0"/>
                </a:ln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3" name=""/>
          <p:cNvSpPr/>
          <p:nvPr/>
        </p:nvSpPr>
        <p:spPr>
          <a:xfrm>
            <a:off x="3114720" y="1019880"/>
            <a:ext cx="1998000" cy="1228320"/>
          </a:xfrm>
          <a:custGeom>
            <a:avLst/>
            <a:gdLst/>
            <a:ahLst/>
            <a:rect l="0" t="0" r="r" b="b"/>
            <a:pathLst>
              <a:path fill="none" w="5550" h="3412">
                <a:moveTo>
                  <a:pt x="4515" y="2"/>
                </a:moveTo>
                <a:lnTo>
                  <a:pt x="4516" y="2"/>
                </a:lnTo>
                <a:lnTo>
                  <a:pt x="4517" y="2"/>
                </a:lnTo>
                <a:lnTo>
                  <a:pt x="4517" y="3"/>
                </a:lnTo>
                <a:lnTo>
                  <a:pt x="4518" y="3"/>
                </a:lnTo>
                <a:lnTo>
                  <a:pt x="4519" y="3"/>
                </a:lnTo>
                <a:lnTo>
                  <a:pt x="4520" y="3"/>
                </a:lnTo>
                <a:lnTo>
                  <a:pt x="4520" y="4"/>
                </a:lnTo>
                <a:lnTo>
                  <a:pt x="4520" y="5"/>
                </a:lnTo>
                <a:lnTo>
                  <a:pt x="4521" y="5"/>
                </a:lnTo>
                <a:lnTo>
                  <a:pt x="4521" y="6"/>
                </a:lnTo>
                <a:lnTo>
                  <a:pt x="4522" y="7"/>
                </a:lnTo>
                <a:lnTo>
                  <a:pt x="4523" y="7"/>
                </a:lnTo>
                <a:lnTo>
                  <a:pt x="4524" y="8"/>
                </a:lnTo>
                <a:lnTo>
                  <a:pt x="4524" y="7"/>
                </a:lnTo>
                <a:lnTo>
                  <a:pt x="4525" y="7"/>
                </a:lnTo>
                <a:lnTo>
                  <a:pt x="4526" y="7"/>
                </a:lnTo>
                <a:lnTo>
                  <a:pt x="4527" y="7"/>
                </a:lnTo>
                <a:lnTo>
                  <a:pt x="4528" y="7"/>
                </a:lnTo>
                <a:lnTo>
                  <a:pt x="4529" y="7"/>
                </a:lnTo>
                <a:lnTo>
                  <a:pt x="4530" y="7"/>
                </a:lnTo>
                <a:lnTo>
                  <a:pt x="4531" y="8"/>
                </a:lnTo>
                <a:lnTo>
                  <a:pt x="4532" y="8"/>
                </a:lnTo>
                <a:lnTo>
                  <a:pt x="4534" y="8"/>
                </a:lnTo>
                <a:lnTo>
                  <a:pt x="4535" y="8"/>
                </a:lnTo>
                <a:lnTo>
                  <a:pt x="4537" y="8"/>
                </a:lnTo>
                <a:lnTo>
                  <a:pt x="4538" y="8"/>
                </a:lnTo>
                <a:lnTo>
                  <a:pt x="4539" y="8"/>
                </a:lnTo>
                <a:lnTo>
                  <a:pt x="4540" y="9"/>
                </a:lnTo>
                <a:lnTo>
                  <a:pt x="4541" y="10"/>
                </a:lnTo>
                <a:lnTo>
                  <a:pt x="4542" y="10"/>
                </a:lnTo>
                <a:lnTo>
                  <a:pt x="4545" y="12"/>
                </a:lnTo>
                <a:lnTo>
                  <a:pt x="4547" y="13"/>
                </a:lnTo>
                <a:lnTo>
                  <a:pt x="4550" y="15"/>
                </a:lnTo>
                <a:lnTo>
                  <a:pt x="4550" y="16"/>
                </a:lnTo>
                <a:lnTo>
                  <a:pt x="4550" y="17"/>
                </a:lnTo>
                <a:lnTo>
                  <a:pt x="4551" y="17"/>
                </a:lnTo>
                <a:lnTo>
                  <a:pt x="4552" y="17"/>
                </a:lnTo>
                <a:lnTo>
                  <a:pt x="4552" y="18"/>
                </a:lnTo>
                <a:lnTo>
                  <a:pt x="4553" y="18"/>
                </a:lnTo>
                <a:lnTo>
                  <a:pt x="4553" y="17"/>
                </a:lnTo>
                <a:lnTo>
                  <a:pt x="4554" y="17"/>
                </a:lnTo>
                <a:lnTo>
                  <a:pt x="4555" y="17"/>
                </a:lnTo>
                <a:lnTo>
                  <a:pt x="4556" y="17"/>
                </a:lnTo>
                <a:lnTo>
                  <a:pt x="4557" y="18"/>
                </a:lnTo>
                <a:lnTo>
                  <a:pt x="4557" y="19"/>
                </a:lnTo>
                <a:lnTo>
                  <a:pt x="4557" y="20"/>
                </a:lnTo>
                <a:lnTo>
                  <a:pt x="4558" y="20"/>
                </a:lnTo>
                <a:lnTo>
                  <a:pt x="4559" y="20"/>
                </a:lnTo>
                <a:lnTo>
                  <a:pt x="4559" y="21"/>
                </a:lnTo>
                <a:lnTo>
                  <a:pt x="4559" y="22"/>
                </a:lnTo>
                <a:lnTo>
                  <a:pt x="4560" y="22"/>
                </a:lnTo>
                <a:lnTo>
                  <a:pt x="4562" y="22"/>
                </a:lnTo>
                <a:lnTo>
                  <a:pt x="4563" y="22"/>
                </a:lnTo>
                <a:lnTo>
                  <a:pt x="4563" y="21"/>
                </a:lnTo>
                <a:lnTo>
                  <a:pt x="4564" y="21"/>
                </a:lnTo>
                <a:lnTo>
                  <a:pt x="4565" y="21"/>
                </a:lnTo>
                <a:lnTo>
                  <a:pt x="4565" y="20"/>
                </a:lnTo>
                <a:lnTo>
                  <a:pt x="4566" y="20"/>
                </a:lnTo>
                <a:lnTo>
                  <a:pt x="4567" y="20"/>
                </a:lnTo>
                <a:lnTo>
                  <a:pt x="4569" y="19"/>
                </a:lnTo>
                <a:lnTo>
                  <a:pt x="4570" y="19"/>
                </a:lnTo>
                <a:lnTo>
                  <a:pt x="4571" y="19"/>
                </a:lnTo>
                <a:lnTo>
                  <a:pt x="4572" y="19"/>
                </a:lnTo>
                <a:lnTo>
                  <a:pt x="4573" y="20"/>
                </a:lnTo>
                <a:lnTo>
                  <a:pt x="4573" y="21"/>
                </a:lnTo>
                <a:lnTo>
                  <a:pt x="4574" y="21"/>
                </a:lnTo>
                <a:lnTo>
                  <a:pt x="4574" y="22"/>
                </a:lnTo>
                <a:lnTo>
                  <a:pt x="4575" y="22"/>
                </a:lnTo>
                <a:lnTo>
                  <a:pt x="4576" y="23"/>
                </a:lnTo>
                <a:lnTo>
                  <a:pt x="4577" y="23"/>
                </a:lnTo>
                <a:lnTo>
                  <a:pt x="4578" y="24"/>
                </a:lnTo>
                <a:lnTo>
                  <a:pt x="4579" y="25"/>
                </a:lnTo>
                <a:lnTo>
                  <a:pt x="4580" y="25"/>
                </a:lnTo>
                <a:lnTo>
                  <a:pt x="4580" y="26"/>
                </a:lnTo>
                <a:lnTo>
                  <a:pt x="4581" y="27"/>
                </a:lnTo>
                <a:lnTo>
                  <a:pt x="4581" y="28"/>
                </a:lnTo>
                <a:lnTo>
                  <a:pt x="4581" y="29"/>
                </a:lnTo>
                <a:lnTo>
                  <a:pt x="4582" y="29"/>
                </a:lnTo>
                <a:lnTo>
                  <a:pt x="4582" y="31"/>
                </a:lnTo>
                <a:lnTo>
                  <a:pt x="4583" y="31"/>
                </a:lnTo>
                <a:lnTo>
                  <a:pt x="4583" y="32"/>
                </a:lnTo>
                <a:lnTo>
                  <a:pt x="4584" y="32"/>
                </a:lnTo>
                <a:lnTo>
                  <a:pt x="4585" y="32"/>
                </a:lnTo>
                <a:lnTo>
                  <a:pt x="4586" y="32"/>
                </a:lnTo>
                <a:lnTo>
                  <a:pt x="4587" y="33"/>
                </a:lnTo>
                <a:lnTo>
                  <a:pt x="4588" y="34"/>
                </a:lnTo>
                <a:lnTo>
                  <a:pt x="4588" y="35"/>
                </a:lnTo>
                <a:lnTo>
                  <a:pt x="4589" y="35"/>
                </a:lnTo>
                <a:lnTo>
                  <a:pt x="4589" y="36"/>
                </a:lnTo>
                <a:lnTo>
                  <a:pt x="4590" y="36"/>
                </a:lnTo>
                <a:lnTo>
                  <a:pt x="4591" y="36"/>
                </a:lnTo>
                <a:lnTo>
                  <a:pt x="4592" y="36"/>
                </a:lnTo>
                <a:lnTo>
                  <a:pt x="4593" y="36"/>
                </a:lnTo>
                <a:lnTo>
                  <a:pt x="4594" y="37"/>
                </a:lnTo>
                <a:lnTo>
                  <a:pt x="4595" y="37"/>
                </a:lnTo>
                <a:lnTo>
                  <a:pt x="4596" y="37"/>
                </a:lnTo>
                <a:lnTo>
                  <a:pt x="4599" y="37"/>
                </a:lnTo>
                <a:lnTo>
                  <a:pt x="4602" y="37"/>
                </a:lnTo>
                <a:lnTo>
                  <a:pt x="4603" y="37"/>
                </a:lnTo>
                <a:lnTo>
                  <a:pt x="4604" y="37"/>
                </a:lnTo>
                <a:lnTo>
                  <a:pt x="4605" y="37"/>
                </a:lnTo>
                <a:lnTo>
                  <a:pt x="4606" y="37"/>
                </a:lnTo>
                <a:lnTo>
                  <a:pt x="4607" y="37"/>
                </a:lnTo>
                <a:lnTo>
                  <a:pt x="4608" y="37"/>
                </a:lnTo>
                <a:lnTo>
                  <a:pt x="4609" y="37"/>
                </a:lnTo>
                <a:lnTo>
                  <a:pt x="4610" y="37"/>
                </a:lnTo>
                <a:lnTo>
                  <a:pt x="4611" y="37"/>
                </a:lnTo>
                <a:lnTo>
                  <a:pt x="4612" y="38"/>
                </a:lnTo>
                <a:lnTo>
                  <a:pt x="4613" y="38"/>
                </a:lnTo>
                <a:lnTo>
                  <a:pt x="4614" y="38"/>
                </a:lnTo>
                <a:lnTo>
                  <a:pt x="4615" y="38"/>
                </a:lnTo>
                <a:lnTo>
                  <a:pt x="4615" y="39"/>
                </a:lnTo>
                <a:lnTo>
                  <a:pt x="4615" y="40"/>
                </a:lnTo>
                <a:lnTo>
                  <a:pt x="4614" y="40"/>
                </a:lnTo>
                <a:lnTo>
                  <a:pt x="4614" y="41"/>
                </a:lnTo>
                <a:lnTo>
                  <a:pt x="4614" y="42"/>
                </a:lnTo>
                <a:lnTo>
                  <a:pt x="4615" y="42"/>
                </a:lnTo>
                <a:lnTo>
                  <a:pt x="4616" y="43"/>
                </a:lnTo>
                <a:lnTo>
                  <a:pt x="4617" y="43"/>
                </a:lnTo>
                <a:lnTo>
                  <a:pt x="4618" y="43"/>
                </a:lnTo>
                <a:lnTo>
                  <a:pt x="4620" y="44"/>
                </a:lnTo>
                <a:lnTo>
                  <a:pt x="4621" y="43"/>
                </a:lnTo>
                <a:lnTo>
                  <a:pt x="4622" y="43"/>
                </a:lnTo>
                <a:lnTo>
                  <a:pt x="4623" y="43"/>
                </a:lnTo>
                <a:lnTo>
                  <a:pt x="4624" y="43"/>
                </a:lnTo>
                <a:lnTo>
                  <a:pt x="4625" y="43"/>
                </a:lnTo>
                <a:lnTo>
                  <a:pt x="4626" y="44"/>
                </a:lnTo>
                <a:lnTo>
                  <a:pt x="4626" y="45"/>
                </a:lnTo>
                <a:lnTo>
                  <a:pt x="4626" y="46"/>
                </a:lnTo>
                <a:lnTo>
                  <a:pt x="4627" y="47"/>
                </a:lnTo>
                <a:lnTo>
                  <a:pt x="4627" y="48"/>
                </a:lnTo>
                <a:lnTo>
                  <a:pt x="4628" y="48"/>
                </a:lnTo>
                <a:lnTo>
                  <a:pt x="4630" y="48"/>
                </a:lnTo>
                <a:lnTo>
                  <a:pt x="4631" y="48"/>
                </a:lnTo>
                <a:lnTo>
                  <a:pt x="4631" y="47"/>
                </a:lnTo>
                <a:lnTo>
                  <a:pt x="4631" y="46"/>
                </a:lnTo>
                <a:lnTo>
                  <a:pt x="4631" y="45"/>
                </a:lnTo>
                <a:lnTo>
                  <a:pt x="4631" y="44"/>
                </a:lnTo>
                <a:lnTo>
                  <a:pt x="4630" y="43"/>
                </a:lnTo>
                <a:lnTo>
                  <a:pt x="4629" y="42"/>
                </a:lnTo>
                <a:lnTo>
                  <a:pt x="4629" y="41"/>
                </a:lnTo>
                <a:lnTo>
                  <a:pt x="4630" y="41"/>
                </a:lnTo>
                <a:lnTo>
                  <a:pt x="4631" y="41"/>
                </a:lnTo>
                <a:lnTo>
                  <a:pt x="4632" y="40"/>
                </a:lnTo>
                <a:lnTo>
                  <a:pt x="4634" y="39"/>
                </a:lnTo>
                <a:lnTo>
                  <a:pt x="4635" y="39"/>
                </a:lnTo>
                <a:lnTo>
                  <a:pt x="4636" y="39"/>
                </a:lnTo>
                <a:lnTo>
                  <a:pt x="4637" y="38"/>
                </a:lnTo>
                <a:lnTo>
                  <a:pt x="4638" y="38"/>
                </a:lnTo>
                <a:lnTo>
                  <a:pt x="4639" y="38"/>
                </a:lnTo>
                <a:lnTo>
                  <a:pt x="4641" y="38"/>
                </a:lnTo>
                <a:lnTo>
                  <a:pt x="4642" y="38"/>
                </a:lnTo>
                <a:lnTo>
                  <a:pt x="4643" y="37"/>
                </a:lnTo>
                <a:lnTo>
                  <a:pt x="4644" y="37"/>
                </a:lnTo>
                <a:lnTo>
                  <a:pt x="4645" y="37"/>
                </a:lnTo>
                <a:lnTo>
                  <a:pt x="4647" y="37"/>
                </a:lnTo>
                <a:lnTo>
                  <a:pt x="4650" y="37"/>
                </a:lnTo>
                <a:lnTo>
                  <a:pt x="4651" y="37"/>
                </a:lnTo>
                <a:lnTo>
                  <a:pt x="4652" y="37"/>
                </a:lnTo>
                <a:lnTo>
                  <a:pt x="4653" y="37"/>
                </a:lnTo>
                <a:lnTo>
                  <a:pt x="4654" y="37"/>
                </a:lnTo>
                <a:lnTo>
                  <a:pt x="4655" y="37"/>
                </a:lnTo>
                <a:lnTo>
                  <a:pt x="4655" y="38"/>
                </a:lnTo>
                <a:lnTo>
                  <a:pt x="4656" y="38"/>
                </a:lnTo>
                <a:lnTo>
                  <a:pt x="4657" y="38"/>
                </a:lnTo>
                <a:lnTo>
                  <a:pt x="4659" y="38"/>
                </a:lnTo>
                <a:lnTo>
                  <a:pt x="4659" y="39"/>
                </a:lnTo>
                <a:lnTo>
                  <a:pt x="4660" y="39"/>
                </a:lnTo>
                <a:lnTo>
                  <a:pt x="4662" y="39"/>
                </a:lnTo>
                <a:lnTo>
                  <a:pt x="4665" y="41"/>
                </a:lnTo>
                <a:lnTo>
                  <a:pt x="4665" y="42"/>
                </a:lnTo>
                <a:lnTo>
                  <a:pt x="4666" y="42"/>
                </a:lnTo>
                <a:lnTo>
                  <a:pt x="4667" y="42"/>
                </a:lnTo>
                <a:lnTo>
                  <a:pt x="4667" y="43"/>
                </a:lnTo>
                <a:lnTo>
                  <a:pt x="4668" y="43"/>
                </a:lnTo>
                <a:lnTo>
                  <a:pt x="4669" y="43"/>
                </a:lnTo>
                <a:lnTo>
                  <a:pt x="4670" y="43"/>
                </a:lnTo>
                <a:lnTo>
                  <a:pt x="4670" y="44"/>
                </a:lnTo>
                <a:lnTo>
                  <a:pt x="4671" y="44"/>
                </a:lnTo>
                <a:lnTo>
                  <a:pt x="4672" y="44"/>
                </a:lnTo>
                <a:lnTo>
                  <a:pt x="4673" y="44"/>
                </a:lnTo>
                <a:lnTo>
                  <a:pt x="4674" y="45"/>
                </a:lnTo>
                <a:lnTo>
                  <a:pt x="4675" y="45"/>
                </a:lnTo>
                <a:lnTo>
                  <a:pt x="4677" y="45"/>
                </a:lnTo>
                <a:lnTo>
                  <a:pt x="4677" y="46"/>
                </a:lnTo>
                <a:lnTo>
                  <a:pt x="4679" y="46"/>
                </a:lnTo>
                <a:lnTo>
                  <a:pt x="4679" y="47"/>
                </a:lnTo>
                <a:lnTo>
                  <a:pt x="4680" y="47"/>
                </a:lnTo>
                <a:lnTo>
                  <a:pt x="4681" y="47"/>
                </a:lnTo>
                <a:lnTo>
                  <a:pt x="4682" y="47"/>
                </a:lnTo>
                <a:lnTo>
                  <a:pt x="4683" y="47"/>
                </a:lnTo>
                <a:lnTo>
                  <a:pt x="4684" y="48"/>
                </a:lnTo>
                <a:lnTo>
                  <a:pt x="4685" y="48"/>
                </a:lnTo>
                <a:lnTo>
                  <a:pt x="4685" y="49"/>
                </a:lnTo>
                <a:lnTo>
                  <a:pt x="4685" y="50"/>
                </a:lnTo>
                <a:lnTo>
                  <a:pt x="4685" y="51"/>
                </a:lnTo>
                <a:lnTo>
                  <a:pt x="4685" y="52"/>
                </a:lnTo>
                <a:lnTo>
                  <a:pt x="4686" y="53"/>
                </a:lnTo>
                <a:lnTo>
                  <a:pt x="4687" y="53"/>
                </a:lnTo>
                <a:lnTo>
                  <a:pt x="4688" y="53"/>
                </a:lnTo>
                <a:lnTo>
                  <a:pt x="4689" y="52"/>
                </a:lnTo>
                <a:lnTo>
                  <a:pt x="4690" y="52"/>
                </a:lnTo>
                <a:lnTo>
                  <a:pt x="4690" y="51"/>
                </a:lnTo>
                <a:lnTo>
                  <a:pt x="4691" y="50"/>
                </a:lnTo>
                <a:lnTo>
                  <a:pt x="4693" y="50"/>
                </a:lnTo>
                <a:lnTo>
                  <a:pt x="4694" y="50"/>
                </a:lnTo>
                <a:lnTo>
                  <a:pt x="4694" y="49"/>
                </a:lnTo>
                <a:lnTo>
                  <a:pt x="4695" y="49"/>
                </a:lnTo>
                <a:lnTo>
                  <a:pt x="4695" y="50"/>
                </a:lnTo>
                <a:lnTo>
                  <a:pt x="4696" y="50"/>
                </a:lnTo>
                <a:lnTo>
                  <a:pt x="4697" y="51"/>
                </a:lnTo>
                <a:lnTo>
                  <a:pt x="4697" y="52"/>
                </a:lnTo>
                <a:lnTo>
                  <a:pt x="4698" y="52"/>
                </a:lnTo>
                <a:lnTo>
                  <a:pt x="4698" y="53"/>
                </a:lnTo>
                <a:lnTo>
                  <a:pt x="4697" y="53"/>
                </a:lnTo>
                <a:lnTo>
                  <a:pt x="4697" y="54"/>
                </a:lnTo>
                <a:lnTo>
                  <a:pt x="4698" y="54"/>
                </a:lnTo>
                <a:lnTo>
                  <a:pt x="4698" y="55"/>
                </a:lnTo>
                <a:lnTo>
                  <a:pt x="4699" y="55"/>
                </a:lnTo>
                <a:lnTo>
                  <a:pt x="4700" y="56"/>
                </a:lnTo>
                <a:lnTo>
                  <a:pt x="4701" y="57"/>
                </a:lnTo>
                <a:lnTo>
                  <a:pt x="4702" y="57"/>
                </a:lnTo>
                <a:lnTo>
                  <a:pt x="4702" y="58"/>
                </a:lnTo>
                <a:lnTo>
                  <a:pt x="4704" y="58"/>
                </a:lnTo>
                <a:lnTo>
                  <a:pt x="4705" y="58"/>
                </a:lnTo>
                <a:lnTo>
                  <a:pt x="4706" y="58"/>
                </a:lnTo>
                <a:lnTo>
                  <a:pt x="4707" y="59"/>
                </a:lnTo>
                <a:lnTo>
                  <a:pt x="4707" y="60"/>
                </a:lnTo>
                <a:lnTo>
                  <a:pt x="4706" y="60"/>
                </a:lnTo>
                <a:lnTo>
                  <a:pt x="4706" y="61"/>
                </a:lnTo>
                <a:lnTo>
                  <a:pt x="4705" y="61"/>
                </a:lnTo>
                <a:lnTo>
                  <a:pt x="4705" y="62"/>
                </a:lnTo>
                <a:lnTo>
                  <a:pt x="4706" y="62"/>
                </a:lnTo>
                <a:lnTo>
                  <a:pt x="4706" y="63"/>
                </a:lnTo>
                <a:lnTo>
                  <a:pt x="4706" y="64"/>
                </a:lnTo>
                <a:lnTo>
                  <a:pt x="4705" y="64"/>
                </a:lnTo>
                <a:lnTo>
                  <a:pt x="4705" y="65"/>
                </a:lnTo>
                <a:lnTo>
                  <a:pt x="4704" y="65"/>
                </a:lnTo>
                <a:lnTo>
                  <a:pt x="4703" y="65"/>
                </a:lnTo>
                <a:lnTo>
                  <a:pt x="4702" y="65"/>
                </a:lnTo>
                <a:lnTo>
                  <a:pt x="4701" y="65"/>
                </a:lnTo>
                <a:lnTo>
                  <a:pt x="4700" y="66"/>
                </a:lnTo>
                <a:lnTo>
                  <a:pt x="4699" y="66"/>
                </a:lnTo>
                <a:lnTo>
                  <a:pt x="4699" y="67"/>
                </a:lnTo>
                <a:lnTo>
                  <a:pt x="4699" y="68"/>
                </a:lnTo>
                <a:lnTo>
                  <a:pt x="4699" y="69"/>
                </a:lnTo>
                <a:lnTo>
                  <a:pt x="4700" y="70"/>
                </a:lnTo>
                <a:lnTo>
                  <a:pt x="4699" y="70"/>
                </a:lnTo>
                <a:lnTo>
                  <a:pt x="4699" y="71"/>
                </a:lnTo>
                <a:lnTo>
                  <a:pt x="4700" y="72"/>
                </a:lnTo>
                <a:lnTo>
                  <a:pt x="4701" y="72"/>
                </a:lnTo>
                <a:lnTo>
                  <a:pt x="4702" y="72"/>
                </a:lnTo>
                <a:lnTo>
                  <a:pt x="4703" y="72"/>
                </a:lnTo>
                <a:lnTo>
                  <a:pt x="4703" y="71"/>
                </a:lnTo>
                <a:lnTo>
                  <a:pt x="4704" y="71"/>
                </a:lnTo>
                <a:lnTo>
                  <a:pt x="4704" y="70"/>
                </a:lnTo>
                <a:lnTo>
                  <a:pt x="4705" y="70"/>
                </a:lnTo>
                <a:lnTo>
                  <a:pt x="4707" y="70"/>
                </a:lnTo>
                <a:lnTo>
                  <a:pt x="4708" y="70"/>
                </a:lnTo>
                <a:lnTo>
                  <a:pt x="4708" y="69"/>
                </a:lnTo>
                <a:lnTo>
                  <a:pt x="4709" y="69"/>
                </a:lnTo>
                <a:lnTo>
                  <a:pt x="4709" y="68"/>
                </a:lnTo>
                <a:lnTo>
                  <a:pt x="4710" y="68"/>
                </a:lnTo>
                <a:lnTo>
                  <a:pt x="4712" y="69"/>
                </a:lnTo>
                <a:lnTo>
                  <a:pt x="4713" y="69"/>
                </a:lnTo>
                <a:lnTo>
                  <a:pt x="4714" y="68"/>
                </a:lnTo>
                <a:lnTo>
                  <a:pt x="4715" y="68"/>
                </a:lnTo>
                <a:lnTo>
                  <a:pt x="4715" y="69"/>
                </a:lnTo>
                <a:lnTo>
                  <a:pt x="4716" y="69"/>
                </a:lnTo>
                <a:lnTo>
                  <a:pt x="4717" y="69"/>
                </a:lnTo>
                <a:lnTo>
                  <a:pt x="4717" y="70"/>
                </a:lnTo>
                <a:lnTo>
                  <a:pt x="4716" y="70"/>
                </a:lnTo>
                <a:lnTo>
                  <a:pt x="4716" y="71"/>
                </a:lnTo>
                <a:lnTo>
                  <a:pt x="4716" y="72"/>
                </a:lnTo>
                <a:lnTo>
                  <a:pt x="4717" y="72"/>
                </a:lnTo>
                <a:lnTo>
                  <a:pt x="4718" y="73"/>
                </a:lnTo>
                <a:lnTo>
                  <a:pt x="4719" y="74"/>
                </a:lnTo>
                <a:lnTo>
                  <a:pt x="4720" y="74"/>
                </a:lnTo>
                <a:lnTo>
                  <a:pt x="4720" y="75"/>
                </a:lnTo>
                <a:lnTo>
                  <a:pt x="4721" y="75"/>
                </a:lnTo>
                <a:lnTo>
                  <a:pt x="4721" y="76"/>
                </a:lnTo>
                <a:lnTo>
                  <a:pt x="4722" y="76"/>
                </a:lnTo>
                <a:lnTo>
                  <a:pt x="4723" y="77"/>
                </a:lnTo>
                <a:lnTo>
                  <a:pt x="4723" y="78"/>
                </a:lnTo>
                <a:lnTo>
                  <a:pt x="4723" y="79"/>
                </a:lnTo>
                <a:lnTo>
                  <a:pt x="4724" y="79"/>
                </a:lnTo>
                <a:lnTo>
                  <a:pt x="4724" y="80"/>
                </a:lnTo>
                <a:lnTo>
                  <a:pt x="4725" y="80"/>
                </a:lnTo>
                <a:lnTo>
                  <a:pt x="4725" y="81"/>
                </a:lnTo>
                <a:lnTo>
                  <a:pt x="4726" y="81"/>
                </a:lnTo>
                <a:lnTo>
                  <a:pt x="4726" y="82"/>
                </a:lnTo>
                <a:lnTo>
                  <a:pt x="4727" y="82"/>
                </a:lnTo>
                <a:lnTo>
                  <a:pt x="4727" y="83"/>
                </a:lnTo>
                <a:lnTo>
                  <a:pt x="4728" y="83"/>
                </a:lnTo>
                <a:lnTo>
                  <a:pt x="4729" y="83"/>
                </a:lnTo>
                <a:lnTo>
                  <a:pt x="4729" y="82"/>
                </a:lnTo>
                <a:lnTo>
                  <a:pt x="4730" y="81"/>
                </a:lnTo>
                <a:lnTo>
                  <a:pt x="4731" y="79"/>
                </a:lnTo>
                <a:lnTo>
                  <a:pt x="4732" y="79"/>
                </a:lnTo>
                <a:lnTo>
                  <a:pt x="4734" y="79"/>
                </a:lnTo>
                <a:lnTo>
                  <a:pt x="4737" y="80"/>
                </a:lnTo>
                <a:lnTo>
                  <a:pt x="4738" y="81"/>
                </a:lnTo>
                <a:lnTo>
                  <a:pt x="4739" y="81"/>
                </a:lnTo>
                <a:lnTo>
                  <a:pt x="4740" y="81"/>
                </a:lnTo>
                <a:lnTo>
                  <a:pt x="4740" y="82"/>
                </a:lnTo>
                <a:lnTo>
                  <a:pt x="4740" y="83"/>
                </a:lnTo>
                <a:lnTo>
                  <a:pt x="4739" y="83"/>
                </a:lnTo>
                <a:lnTo>
                  <a:pt x="4738" y="83"/>
                </a:lnTo>
                <a:lnTo>
                  <a:pt x="4737" y="83"/>
                </a:lnTo>
                <a:lnTo>
                  <a:pt x="4736" y="83"/>
                </a:lnTo>
                <a:lnTo>
                  <a:pt x="4735" y="84"/>
                </a:lnTo>
                <a:lnTo>
                  <a:pt x="4734" y="84"/>
                </a:lnTo>
                <a:lnTo>
                  <a:pt x="4734" y="85"/>
                </a:lnTo>
                <a:lnTo>
                  <a:pt x="4734" y="87"/>
                </a:lnTo>
                <a:lnTo>
                  <a:pt x="4735" y="87"/>
                </a:lnTo>
                <a:lnTo>
                  <a:pt x="4736" y="88"/>
                </a:lnTo>
                <a:lnTo>
                  <a:pt x="4736" y="89"/>
                </a:lnTo>
                <a:lnTo>
                  <a:pt x="4736" y="90"/>
                </a:lnTo>
                <a:lnTo>
                  <a:pt x="4736" y="91"/>
                </a:lnTo>
                <a:lnTo>
                  <a:pt x="4735" y="91"/>
                </a:lnTo>
                <a:lnTo>
                  <a:pt x="4732" y="91"/>
                </a:lnTo>
                <a:lnTo>
                  <a:pt x="4731" y="91"/>
                </a:lnTo>
                <a:lnTo>
                  <a:pt x="4730" y="91"/>
                </a:lnTo>
                <a:lnTo>
                  <a:pt x="4729" y="91"/>
                </a:lnTo>
                <a:lnTo>
                  <a:pt x="4729" y="92"/>
                </a:lnTo>
                <a:lnTo>
                  <a:pt x="4728" y="92"/>
                </a:lnTo>
                <a:lnTo>
                  <a:pt x="4727" y="93"/>
                </a:lnTo>
                <a:lnTo>
                  <a:pt x="4727" y="94"/>
                </a:lnTo>
                <a:lnTo>
                  <a:pt x="4727" y="96"/>
                </a:lnTo>
                <a:lnTo>
                  <a:pt x="4727" y="97"/>
                </a:lnTo>
                <a:lnTo>
                  <a:pt x="4728" y="97"/>
                </a:lnTo>
                <a:lnTo>
                  <a:pt x="4728" y="98"/>
                </a:lnTo>
                <a:lnTo>
                  <a:pt x="4729" y="98"/>
                </a:lnTo>
                <a:lnTo>
                  <a:pt x="4729" y="99"/>
                </a:lnTo>
                <a:lnTo>
                  <a:pt x="4730" y="99"/>
                </a:lnTo>
                <a:lnTo>
                  <a:pt x="4730" y="100"/>
                </a:lnTo>
                <a:lnTo>
                  <a:pt x="4731" y="101"/>
                </a:lnTo>
                <a:lnTo>
                  <a:pt x="4732" y="101"/>
                </a:lnTo>
                <a:lnTo>
                  <a:pt x="4733" y="101"/>
                </a:lnTo>
                <a:lnTo>
                  <a:pt x="4734" y="101"/>
                </a:lnTo>
                <a:lnTo>
                  <a:pt x="4735" y="100"/>
                </a:lnTo>
                <a:lnTo>
                  <a:pt x="4735" y="99"/>
                </a:lnTo>
                <a:lnTo>
                  <a:pt x="4736" y="98"/>
                </a:lnTo>
                <a:lnTo>
                  <a:pt x="4738" y="99"/>
                </a:lnTo>
                <a:lnTo>
                  <a:pt x="4739" y="100"/>
                </a:lnTo>
                <a:lnTo>
                  <a:pt x="4740" y="100"/>
                </a:lnTo>
                <a:lnTo>
                  <a:pt x="4741" y="101"/>
                </a:lnTo>
                <a:lnTo>
                  <a:pt x="4742" y="101"/>
                </a:lnTo>
                <a:lnTo>
                  <a:pt x="4745" y="103"/>
                </a:lnTo>
                <a:lnTo>
                  <a:pt x="4746" y="103"/>
                </a:lnTo>
                <a:lnTo>
                  <a:pt x="4747" y="104"/>
                </a:lnTo>
                <a:lnTo>
                  <a:pt x="4748" y="105"/>
                </a:lnTo>
                <a:lnTo>
                  <a:pt x="4748" y="106"/>
                </a:lnTo>
                <a:lnTo>
                  <a:pt x="4749" y="106"/>
                </a:lnTo>
                <a:lnTo>
                  <a:pt x="4749" y="107"/>
                </a:lnTo>
                <a:lnTo>
                  <a:pt x="4748" y="108"/>
                </a:lnTo>
                <a:lnTo>
                  <a:pt x="4748" y="109"/>
                </a:lnTo>
                <a:lnTo>
                  <a:pt x="4747" y="109"/>
                </a:lnTo>
                <a:lnTo>
                  <a:pt x="4747" y="110"/>
                </a:lnTo>
                <a:lnTo>
                  <a:pt x="4747" y="111"/>
                </a:lnTo>
                <a:lnTo>
                  <a:pt x="4747" y="112"/>
                </a:lnTo>
                <a:lnTo>
                  <a:pt x="4748" y="112"/>
                </a:lnTo>
                <a:lnTo>
                  <a:pt x="4748" y="113"/>
                </a:lnTo>
                <a:lnTo>
                  <a:pt x="4749" y="112"/>
                </a:lnTo>
                <a:lnTo>
                  <a:pt x="4751" y="112"/>
                </a:lnTo>
                <a:lnTo>
                  <a:pt x="4752" y="112"/>
                </a:lnTo>
                <a:lnTo>
                  <a:pt x="4753" y="111"/>
                </a:lnTo>
                <a:lnTo>
                  <a:pt x="4754" y="111"/>
                </a:lnTo>
                <a:lnTo>
                  <a:pt x="4754" y="112"/>
                </a:lnTo>
                <a:lnTo>
                  <a:pt x="4755" y="113"/>
                </a:lnTo>
                <a:lnTo>
                  <a:pt x="4756" y="114"/>
                </a:lnTo>
                <a:lnTo>
                  <a:pt x="4757" y="115"/>
                </a:lnTo>
                <a:lnTo>
                  <a:pt x="4757" y="116"/>
                </a:lnTo>
                <a:lnTo>
                  <a:pt x="4758" y="116"/>
                </a:lnTo>
                <a:lnTo>
                  <a:pt x="4760" y="117"/>
                </a:lnTo>
                <a:lnTo>
                  <a:pt x="4760" y="118"/>
                </a:lnTo>
                <a:lnTo>
                  <a:pt x="4761" y="119"/>
                </a:lnTo>
                <a:lnTo>
                  <a:pt x="4762" y="121"/>
                </a:lnTo>
                <a:lnTo>
                  <a:pt x="4762" y="122"/>
                </a:lnTo>
                <a:lnTo>
                  <a:pt x="4761" y="123"/>
                </a:lnTo>
                <a:lnTo>
                  <a:pt x="4761" y="124"/>
                </a:lnTo>
                <a:lnTo>
                  <a:pt x="4760" y="124"/>
                </a:lnTo>
                <a:lnTo>
                  <a:pt x="4760" y="125"/>
                </a:lnTo>
                <a:lnTo>
                  <a:pt x="4759" y="125"/>
                </a:lnTo>
                <a:lnTo>
                  <a:pt x="4758" y="125"/>
                </a:lnTo>
                <a:lnTo>
                  <a:pt x="4758" y="127"/>
                </a:lnTo>
                <a:lnTo>
                  <a:pt x="4759" y="128"/>
                </a:lnTo>
                <a:lnTo>
                  <a:pt x="4759" y="129"/>
                </a:lnTo>
                <a:lnTo>
                  <a:pt x="4760" y="129"/>
                </a:lnTo>
                <a:lnTo>
                  <a:pt x="4761" y="129"/>
                </a:lnTo>
                <a:lnTo>
                  <a:pt x="4762" y="129"/>
                </a:lnTo>
                <a:lnTo>
                  <a:pt x="4765" y="129"/>
                </a:lnTo>
                <a:lnTo>
                  <a:pt x="4766" y="129"/>
                </a:lnTo>
                <a:lnTo>
                  <a:pt x="4767" y="129"/>
                </a:lnTo>
                <a:lnTo>
                  <a:pt x="4768" y="129"/>
                </a:lnTo>
                <a:lnTo>
                  <a:pt x="4768" y="130"/>
                </a:lnTo>
                <a:lnTo>
                  <a:pt x="4769" y="130"/>
                </a:lnTo>
                <a:lnTo>
                  <a:pt x="4769" y="131"/>
                </a:lnTo>
                <a:lnTo>
                  <a:pt x="4768" y="132"/>
                </a:lnTo>
                <a:lnTo>
                  <a:pt x="4768" y="131"/>
                </a:lnTo>
                <a:lnTo>
                  <a:pt x="4766" y="131"/>
                </a:lnTo>
                <a:lnTo>
                  <a:pt x="4766" y="132"/>
                </a:lnTo>
                <a:lnTo>
                  <a:pt x="4765" y="132"/>
                </a:lnTo>
                <a:lnTo>
                  <a:pt x="4764" y="132"/>
                </a:lnTo>
                <a:lnTo>
                  <a:pt x="4764" y="133"/>
                </a:lnTo>
                <a:lnTo>
                  <a:pt x="4763" y="133"/>
                </a:lnTo>
                <a:lnTo>
                  <a:pt x="4762" y="133"/>
                </a:lnTo>
                <a:lnTo>
                  <a:pt x="4761" y="133"/>
                </a:lnTo>
                <a:lnTo>
                  <a:pt x="4761" y="134"/>
                </a:lnTo>
                <a:lnTo>
                  <a:pt x="4760" y="134"/>
                </a:lnTo>
                <a:lnTo>
                  <a:pt x="4760" y="135"/>
                </a:lnTo>
                <a:lnTo>
                  <a:pt x="4759" y="135"/>
                </a:lnTo>
                <a:lnTo>
                  <a:pt x="4758" y="135"/>
                </a:lnTo>
                <a:lnTo>
                  <a:pt x="4758" y="136"/>
                </a:lnTo>
                <a:lnTo>
                  <a:pt x="4758" y="137"/>
                </a:lnTo>
                <a:lnTo>
                  <a:pt x="4757" y="137"/>
                </a:lnTo>
                <a:lnTo>
                  <a:pt x="4757" y="138"/>
                </a:lnTo>
                <a:lnTo>
                  <a:pt x="4757" y="139"/>
                </a:lnTo>
                <a:lnTo>
                  <a:pt x="4758" y="139"/>
                </a:lnTo>
                <a:lnTo>
                  <a:pt x="4758" y="140"/>
                </a:lnTo>
                <a:lnTo>
                  <a:pt x="4759" y="140"/>
                </a:lnTo>
                <a:lnTo>
                  <a:pt x="4760" y="140"/>
                </a:lnTo>
                <a:lnTo>
                  <a:pt x="4761" y="140"/>
                </a:lnTo>
                <a:lnTo>
                  <a:pt x="4761" y="141"/>
                </a:lnTo>
                <a:lnTo>
                  <a:pt x="4762" y="141"/>
                </a:lnTo>
                <a:lnTo>
                  <a:pt x="4764" y="141"/>
                </a:lnTo>
                <a:lnTo>
                  <a:pt x="4765" y="141"/>
                </a:lnTo>
                <a:lnTo>
                  <a:pt x="4766" y="141"/>
                </a:lnTo>
                <a:lnTo>
                  <a:pt x="4767" y="142"/>
                </a:lnTo>
                <a:lnTo>
                  <a:pt x="4768" y="142"/>
                </a:lnTo>
                <a:lnTo>
                  <a:pt x="4769" y="143"/>
                </a:lnTo>
                <a:lnTo>
                  <a:pt x="4770" y="143"/>
                </a:lnTo>
                <a:lnTo>
                  <a:pt x="4771" y="143"/>
                </a:lnTo>
                <a:lnTo>
                  <a:pt x="4773" y="144"/>
                </a:lnTo>
                <a:lnTo>
                  <a:pt x="4774" y="144"/>
                </a:lnTo>
                <a:lnTo>
                  <a:pt x="4775" y="144"/>
                </a:lnTo>
                <a:lnTo>
                  <a:pt x="4778" y="146"/>
                </a:lnTo>
                <a:lnTo>
                  <a:pt x="4779" y="146"/>
                </a:lnTo>
                <a:lnTo>
                  <a:pt x="4780" y="146"/>
                </a:lnTo>
                <a:lnTo>
                  <a:pt x="4780" y="147"/>
                </a:lnTo>
                <a:lnTo>
                  <a:pt x="4781" y="147"/>
                </a:lnTo>
                <a:lnTo>
                  <a:pt x="4781" y="148"/>
                </a:lnTo>
                <a:lnTo>
                  <a:pt x="4780" y="149"/>
                </a:lnTo>
                <a:lnTo>
                  <a:pt x="4780" y="150"/>
                </a:lnTo>
                <a:lnTo>
                  <a:pt x="4779" y="150"/>
                </a:lnTo>
                <a:lnTo>
                  <a:pt x="4778" y="151"/>
                </a:lnTo>
                <a:lnTo>
                  <a:pt x="4779" y="152"/>
                </a:lnTo>
                <a:lnTo>
                  <a:pt x="4779" y="153"/>
                </a:lnTo>
                <a:lnTo>
                  <a:pt x="4778" y="153"/>
                </a:lnTo>
                <a:lnTo>
                  <a:pt x="4778" y="154"/>
                </a:lnTo>
                <a:lnTo>
                  <a:pt x="4777" y="154"/>
                </a:lnTo>
                <a:lnTo>
                  <a:pt x="4777" y="155"/>
                </a:lnTo>
                <a:lnTo>
                  <a:pt x="4777" y="156"/>
                </a:lnTo>
                <a:lnTo>
                  <a:pt x="4776" y="156"/>
                </a:lnTo>
                <a:lnTo>
                  <a:pt x="4776" y="157"/>
                </a:lnTo>
                <a:lnTo>
                  <a:pt x="4775" y="156"/>
                </a:lnTo>
                <a:lnTo>
                  <a:pt x="4773" y="156"/>
                </a:lnTo>
                <a:lnTo>
                  <a:pt x="4772" y="156"/>
                </a:lnTo>
                <a:lnTo>
                  <a:pt x="4771" y="157"/>
                </a:lnTo>
                <a:lnTo>
                  <a:pt x="4770" y="157"/>
                </a:lnTo>
                <a:lnTo>
                  <a:pt x="4770" y="158"/>
                </a:lnTo>
                <a:lnTo>
                  <a:pt x="4770" y="159"/>
                </a:lnTo>
                <a:lnTo>
                  <a:pt x="4770" y="160"/>
                </a:lnTo>
                <a:lnTo>
                  <a:pt x="4771" y="161"/>
                </a:lnTo>
                <a:lnTo>
                  <a:pt x="4772" y="161"/>
                </a:lnTo>
                <a:lnTo>
                  <a:pt x="4772" y="162"/>
                </a:lnTo>
                <a:lnTo>
                  <a:pt x="4772" y="163"/>
                </a:lnTo>
                <a:lnTo>
                  <a:pt x="4772" y="164"/>
                </a:lnTo>
                <a:lnTo>
                  <a:pt x="4772" y="165"/>
                </a:lnTo>
                <a:lnTo>
                  <a:pt x="4772" y="166"/>
                </a:lnTo>
                <a:lnTo>
                  <a:pt x="4773" y="167"/>
                </a:lnTo>
                <a:lnTo>
                  <a:pt x="4774" y="167"/>
                </a:lnTo>
                <a:lnTo>
                  <a:pt x="4775" y="167"/>
                </a:lnTo>
                <a:lnTo>
                  <a:pt x="4775" y="168"/>
                </a:lnTo>
                <a:lnTo>
                  <a:pt x="4776" y="169"/>
                </a:lnTo>
                <a:lnTo>
                  <a:pt x="4776" y="170"/>
                </a:lnTo>
                <a:lnTo>
                  <a:pt x="4777" y="171"/>
                </a:lnTo>
                <a:lnTo>
                  <a:pt x="4778" y="172"/>
                </a:lnTo>
                <a:lnTo>
                  <a:pt x="4779" y="173"/>
                </a:lnTo>
                <a:lnTo>
                  <a:pt x="4780" y="174"/>
                </a:lnTo>
                <a:lnTo>
                  <a:pt x="4781" y="176"/>
                </a:lnTo>
                <a:lnTo>
                  <a:pt x="4782" y="177"/>
                </a:lnTo>
                <a:lnTo>
                  <a:pt x="4782" y="178"/>
                </a:lnTo>
                <a:lnTo>
                  <a:pt x="4784" y="179"/>
                </a:lnTo>
                <a:lnTo>
                  <a:pt x="4784" y="180"/>
                </a:lnTo>
                <a:lnTo>
                  <a:pt x="4785" y="181"/>
                </a:lnTo>
                <a:lnTo>
                  <a:pt x="4786" y="183"/>
                </a:lnTo>
                <a:lnTo>
                  <a:pt x="4787" y="184"/>
                </a:lnTo>
                <a:lnTo>
                  <a:pt x="4788" y="184"/>
                </a:lnTo>
                <a:lnTo>
                  <a:pt x="4789" y="184"/>
                </a:lnTo>
                <a:lnTo>
                  <a:pt x="4789" y="185"/>
                </a:lnTo>
                <a:lnTo>
                  <a:pt x="4790" y="185"/>
                </a:lnTo>
                <a:lnTo>
                  <a:pt x="4789" y="186"/>
                </a:lnTo>
                <a:lnTo>
                  <a:pt x="4790" y="187"/>
                </a:lnTo>
                <a:lnTo>
                  <a:pt x="4790" y="188"/>
                </a:lnTo>
                <a:lnTo>
                  <a:pt x="4792" y="188"/>
                </a:lnTo>
                <a:lnTo>
                  <a:pt x="4793" y="188"/>
                </a:lnTo>
                <a:lnTo>
                  <a:pt x="4794" y="188"/>
                </a:lnTo>
                <a:lnTo>
                  <a:pt x="4795" y="188"/>
                </a:lnTo>
                <a:lnTo>
                  <a:pt x="4796" y="189"/>
                </a:lnTo>
                <a:lnTo>
                  <a:pt x="4796" y="190"/>
                </a:lnTo>
                <a:lnTo>
                  <a:pt x="4795" y="191"/>
                </a:lnTo>
                <a:lnTo>
                  <a:pt x="4795" y="192"/>
                </a:lnTo>
                <a:lnTo>
                  <a:pt x="4795" y="193"/>
                </a:lnTo>
                <a:lnTo>
                  <a:pt x="4795" y="194"/>
                </a:lnTo>
                <a:lnTo>
                  <a:pt x="4796" y="194"/>
                </a:lnTo>
                <a:lnTo>
                  <a:pt x="4796" y="196"/>
                </a:lnTo>
                <a:lnTo>
                  <a:pt x="4796" y="197"/>
                </a:lnTo>
                <a:lnTo>
                  <a:pt x="4796" y="198"/>
                </a:lnTo>
                <a:lnTo>
                  <a:pt x="4795" y="198"/>
                </a:lnTo>
                <a:lnTo>
                  <a:pt x="4795" y="199"/>
                </a:lnTo>
                <a:lnTo>
                  <a:pt x="4794" y="199"/>
                </a:lnTo>
                <a:lnTo>
                  <a:pt x="4793" y="199"/>
                </a:lnTo>
                <a:lnTo>
                  <a:pt x="4792" y="199"/>
                </a:lnTo>
                <a:lnTo>
                  <a:pt x="4791" y="201"/>
                </a:lnTo>
                <a:lnTo>
                  <a:pt x="4791" y="202"/>
                </a:lnTo>
                <a:lnTo>
                  <a:pt x="4792" y="203"/>
                </a:lnTo>
                <a:lnTo>
                  <a:pt x="4793" y="204"/>
                </a:lnTo>
                <a:lnTo>
                  <a:pt x="4794" y="204"/>
                </a:lnTo>
                <a:lnTo>
                  <a:pt x="4795" y="205"/>
                </a:lnTo>
                <a:lnTo>
                  <a:pt x="4796" y="205"/>
                </a:lnTo>
                <a:lnTo>
                  <a:pt x="4797" y="205"/>
                </a:lnTo>
                <a:lnTo>
                  <a:pt x="4798" y="205"/>
                </a:lnTo>
                <a:lnTo>
                  <a:pt x="4800" y="206"/>
                </a:lnTo>
                <a:lnTo>
                  <a:pt x="4801" y="206"/>
                </a:lnTo>
                <a:lnTo>
                  <a:pt x="4803" y="207"/>
                </a:lnTo>
                <a:lnTo>
                  <a:pt x="4805" y="208"/>
                </a:lnTo>
                <a:lnTo>
                  <a:pt x="4806" y="208"/>
                </a:lnTo>
                <a:lnTo>
                  <a:pt x="4806" y="209"/>
                </a:lnTo>
                <a:lnTo>
                  <a:pt x="4805" y="209"/>
                </a:lnTo>
                <a:lnTo>
                  <a:pt x="4805" y="210"/>
                </a:lnTo>
                <a:lnTo>
                  <a:pt x="4805" y="211"/>
                </a:lnTo>
                <a:lnTo>
                  <a:pt x="4804" y="211"/>
                </a:lnTo>
                <a:lnTo>
                  <a:pt x="4803" y="212"/>
                </a:lnTo>
                <a:lnTo>
                  <a:pt x="4803" y="213"/>
                </a:lnTo>
                <a:lnTo>
                  <a:pt x="4802" y="213"/>
                </a:lnTo>
                <a:lnTo>
                  <a:pt x="4802" y="214"/>
                </a:lnTo>
                <a:lnTo>
                  <a:pt x="4802" y="215"/>
                </a:lnTo>
                <a:lnTo>
                  <a:pt x="4801" y="215"/>
                </a:lnTo>
                <a:lnTo>
                  <a:pt x="4801" y="216"/>
                </a:lnTo>
                <a:lnTo>
                  <a:pt x="4800" y="216"/>
                </a:lnTo>
                <a:lnTo>
                  <a:pt x="4800" y="217"/>
                </a:lnTo>
                <a:lnTo>
                  <a:pt x="4801" y="218"/>
                </a:lnTo>
                <a:lnTo>
                  <a:pt x="4801" y="219"/>
                </a:lnTo>
                <a:lnTo>
                  <a:pt x="4802" y="219"/>
                </a:lnTo>
                <a:lnTo>
                  <a:pt x="4803" y="219"/>
                </a:lnTo>
                <a:lnTo>
                  <a:pt x="4803" y="220"/>
                </a:lnTo>
                <a:lnTo>
                  <a:pt x="4804" y="220"/>
                </a:lnTo>
                <a:lnTo>
                  <a:pt x="4805" y="220"/>
                </a:lnTo>
                <a:lnTo>
                  <a:pt x="4807" y="220"/>
                </a:lnTo>
                <a:lnTo>
                  <a:pt x="4809" y="220"/>
                </a:lnTo>
                <a:lnTo>
                  <a:pt x="4811" y="220"/>
                </a:lnTo>
                <a:lnTo>
                  <a:pt x="4811" y="221"/>
                </a:lnTo>
                <a:lnTo>
                  <a:pt x="4812" y="222"/>
                </a:lnTo>
                <a:lnTo>
                  <a:pt x="4813" y="222"/>
                </a:lnTo>
                <a:lnTo>
                  <a:pt x="4813" y="223"/>
                </a:lnTo>
                <a:lnTo>
                  <a:pt x="4813" y="225"/>
                </a:lnTo>
                <a:lnTo>
                  <a:pt x="4813" y="226"/>
                </a:lnTo>
                <a:lnTo>
                  <a:pt x="4813" y="227"/>
                </a:lnTo>
                <a:lnTo>
                  <a:pt x="4812" y="227"/>
                </a:lnTo>
                <a:lnTo>
                  <a:pt x="4811" y="228"/>
                </a:lnTo>
                <a:lnTo>
                  <a:pt x="4810" y="228"/>
                </a:lnTo>
                <a:lnTo>
                  <a:pt x="4808" y="227"/>
                </a:lnTo>
                <a:lnTo>
                  <a:pt x="4807" y="227"/>
                </a:lnTo>
                <a:lnTo>
                  <a:pt x="4806" y="227"/>
                </a:lnTo>
                <a:lnTo>
                  <a:pt x="4805" y="227"/>
                </a:lnTo>
                <a:lnTo>
                  <a:pt x="4805" y="228"/>
                </a:lnTo>
                <a:lnTo>
                  <a:pt x="4804" y="228"/>
                </a:lnTo>
                <a:lnTo>
                  <a:pt x="4804" y="229"/>
                </a:lnTo>
                <a:lnTo>
                  <a:pt x="4803" y="230"/>
                </a:lnTo>
                <a:lnTo>
                  <a:pt x="4803" y="231"/>
                </a:lnTo>
                <a:lnTo>
                  <a:pt x="4803" y="232"/>
                </a:lnTo>
                <a:lnTo>
                  <a:pt x="4804" y="234"/>
                </a:lnTo>
                <a:lnTo>
                  <a:pt x="4804" y="235"/>
                </a:lnTo>
                <a:lnTo>
                  <a:pt x="4806" y="236"/>
                </a:lnTo>
                <a:lnTo>
                  <a:pt x="4807" y="237"/>
                </a:lnTo>
                <a:lnTo>
                  <a:pt x="4808" y="237"/>
                </a:lnTo>
                <a:lnTo>
                  <a:pt x="4809" y="237"/>
                </a:lnTo>
                <a:lnTo>
                  <a:pt x="4810" y="237"/>
                </a:lnTo>
                <a:lnTo>
                  <a:pt x="4811" y="237"/>
                </a:lnTo>
                <a:lnTo>
                  <a:pt x="4812" y="237"/>
                </a:lnTo>
                <a:lnTo>
                  <a:pt x="4813" y="236"/>
                </a:lnTo>
                <a:lnTo>
                  <a:pt x="4813" y="235"/>
                </a:lnTo>
                <a:lnTo>
                  <a:pt x="4812" y="234"/>
                </a:lnTo>
                <a:lnTo>
                  <a:pt x="4811" y="233"/>
                </a:lnTo>
                <a:lnTo>
                  <a:pt x="4809" y="232"/>
                </a:lnTo>
                <a:lnTo>
                  <a:pt x="4808" y="231"/>
                </a:lnTo>
                <a:lnTo>
                  <a:pt x="4809" y="230"/>
                </a:lnTo>
                <a:lnTo>
                  <a:pt x="4810" y="230"/>
                </a:lnTo>
                <a:lnTo>
                  <a:pt x="4810" y="229"/>
                </a:lnTo>
                <a:lnTo>
                  <a:pt x="4811" y="229"/>
                </a:lnTo>
                <a:lnTo>
                  <a:pt x="4812" y="229"/>
                </a:lnTo>
                <a:lnTo>
                  <a:pt x="4814" y="229"/>
                </a:lnTo>
                <a:lnTo>
                  <a:pt x="4816" y="228"/>
                </a:lnTo>
                <a:lnTo>
                  <a:pt x="4817" y="228"/>
                </a:lnTo>
                <a:lnTo>
                  <a:pt x="4818" y="229"/>
                </a:lnTo>
                <a:lnTo>
                  <a:pt x="4818" y="231"/>
                </a:lnTo>
                <a:lnTo>
                  <a:pt x="4818" y="232"/>
                </a:lnTo>
                <a:lnTo>
                  <a:pt x="4818" y="233"/>
                </a:lnTo>
                <a:lnTo>
                  <a:pt x="4817" y="233"/>
                </a:lnTo>
                <a:lnTo>
                  <a:pt x="4817" y="234"/>
                </a:lnTo>
                <a:lnTo>
                  <a:pt x="4816" y="234"/>
                </a:lnTo>
                <a:lnTo>
                  <a:pt x="4816" y="235"/>
                </a:lnTo>
                <a:lnTo>
                  <a:pt x="4814" y="236"/>
                </a:lnTo>
                <a:lnTo>
                  <a:pt x="4814" y="237"/>
                </a:lnTo>
                <a:lnTo>
                  <a:pt x="4813" y="237"/>
                </a:lnTo>
                <a:lnTo>
                  <a:pt x="4813" y="239"/>
                </a:lnTo>
                <a:lnTo>
                  <a:pt x="4812" y="239"/>
                </a:lnTo>
                <a:lnTo>
                  <a:pt x="4811" y="240"/>
                </a:lnTo>
                <a:lnTo>
                  <a:pt x="4811" y="241"/>
                </a:lnTo>
                <a:lnTo>
                  <a:pt x="4811" y="242"/>
                </a:lnTo>
                <a:lnTo>
                  <a:pt x="4811" y="243"/>
                </a:lnTo>
                <a:lnTo>
                  <a:pt x="4811" y="244"/>
                </a:lnTo>
                <a:lnTo>
                  <a:pt x="4812" y="246"/>
                </a:lnTo>
                <a:lnTo>
                  <a:pt x="4812" y="248"/>
                </a:lnTo>
                <a:lnTo>
                  <a:pt x="4813" y="249"/>
                </a:lnTo>
                <a:lnTo>
                  <a:pt x="4813" y="251"/>
                </a:lnTo>
                <a:lnTo>
                  <a:pt x="4813" y="252"/>
                </a:lnTo>
                <a:lnTo>
                  <a:pt x="4813" y="253"/>
                </a:lnTo>
                <a:lnTo>
                  <a:pt x="4813" y="255"/>
                </a:lnTo>
                <a:lnTo>
                  <a:pt x="4813" y="256"/>
                </a:lnTo>
                <a:lnTo>
                  <a:pt x="4813" y="257"/>
                </a:lnTo>
                <a:lnTo>
                  <a:pt x="4814" y="257"/>
                </a:lnTo>
                <a:lnTo>
                  <a:pt x="4815" y="257"/>
                </a:lnTo>
                <a:lnTo>
                  <a:pt x="4818" y="259"/>
                </a:lnTo>
                <a:lnTo>
                  <a:pt x="4819" y="260"/>
                </a:lnTo>
                <a:lnTo>
                  <a:pt x="4821" y="262"/>
                </a:lnTo>
                <a:lnTo>
                  <a:pt x="4822" y="263"/>
                </a:lnTo>
                <a:lnTo>
                  <a:pt x="4822" y="264"/>
                </a:lnTo>
                <a:lnTo>
                  <a:pt x="4823" y="265"/>
                </a:lnTo>
                <a:lnTo>
                  <a:pt x="4824" y="266"/>
                </a:lnTo>
                <a:lnTo>
                  <a:pt x="4825" y="267"/>
                </a:lnTo>
                <a:lnTo>
                  <a:pt x="4826" y="267"/>
                </a:lnTo>
                <a:lnTo>
                  <a:pt x="4828" y="268"/>
                </a:lnTo>
                <a:lnTo>
                  <a:pt x="4830" y="269"/>
                </a:lnTo>
                <a:lnTo>
                  <a:pt x="4831" y="270"/>
                </a:lnTo>
                <a:lnTo>
                  <a:pt x="4832" y="271"/>
                </a:lnTo>
                <a:lnTo>
                  <a:pt x="4833" y="272"/>
                </a:lnTo>
                <a:lnTo>
                  <a:pt x="4834" y="273"/>
                </a:lnTo>
                <a:lnTo>
                  <a:pt x="4834" y="274"/>
                </a:lnTo>
                <a:lnTo>
                  <a:pt x="4835" y="276"/>
                </a:lnTo>
                <a:lnTo>
                  <a:pt x="4837" y="278"/>
                </a:lnTo>
                <a:lnTo>
                  <a:pt x="4838" y="280"/>
                </a:lnTo>
                <a:lnTo>
                  <a:pt x="4839" y="282"/>
                </a:lnTo>
                <a:lnTo>
                  <a:pt x="4840" y="284"/>
                </a:lnTo>
                <a:lnTo>
                  <a:pt x="4842" y="286"/>
                </a:lnTo>
                <a:lnTo>
                  <a:pt x="4843" y="286"/>
                </a:lnTo>
                <a:lnTo>
                  <a:pt x="4843" y="287"/>
                </a:lnTo>
                <a:lnTo>
                  <a:pt x="4844" y="287"/>
                </a:lnTo>
                <a:lnTo>
                  <a:pt x="4845" y="287"/>
                </a:lnTo>
                <a:lnTo>
                  <a:pt x="4846" y="287"/>
                </a:lnTo>
                <a:lnTo>
                  <a:pt x="4847" y="288"/>
                </a:lnTo>
                <a:lnTo>
                  <a:pt x="4847" y="289"/>
                </a:lnTo>
                <a:lnTo>
                  <a:pt x="4847" y="290"/>
                </a:lnTo>
                <a:lnTo>
                  <a:pt x="4847" y="291"/>
                </a:lnTo>
                <a:lnTo>
                  <a:pt x="4846" y="292"/>
                </a:lnTo>
                <a:lnTo>
                  <a:pt x="4846" y="293"/>
                </a:lnTo>
                <a:lnTo>
                  <a:pt x="4846" y="294"/>
                </a:lnTo>
                <a:lnTo>
                  <a:pt x="4846" y="295"/>
                </a:lnTo>
                <a:lnTo>
                  <a:pt x="4846" y="296"/>
                </a:lnTo>
                <a:lnTo>
                  <a:pt x="4847" y="297"/>
                </a:lnTo>
                <a:lnTo>
                  <a:pt x="4849" y="300"/>
                </a:lnTo>
                <a:lnTo>
                  <a:pt x="4850" y="301"/>
                </a:lnTo>
                <a:lnTo>
                  <a:pt x="4851" y="302"/>
                </a:lnTo>
                <a:lnTo>
                  <a:pt x="4852" y="303"/>
                </a:lnTo>
                <a:lnTo>
                  <a:pt x="4853" y="305"/>
                </a:lnTo>
                <a:lnTo>
                  <a:pt x="4853" y="306"/>
                </a:lnTo>
                <a:lnTo>
                  <a:pt x="4853" y="307"/>
                </a:lnTo>
                <a:lnTo>
                  <a:pt x="4853" y="308"/>
                </a:lnTo>
                <a:lnTo>
                  <a:pt x="4853" y="309"/>
                </a:lnTo>
                <a:lnTo>
                  <a:pt x="4852" y="309"/>
                </a:lnTo>
                <a:lnTo>
                  <a:pt x="4852" y="310"/>
                </a:lnTo>
                <a:lnTo>
                  <a:pt x="4850" y="310"/>
                </a:lnTo>
                <a:lnTo>
                  <a:pt x="4849" y="310"/>
                </a:lnTo>
                <a:lnTo>
                  <a:pt x="4849" y="311"/>
                </a:lnTo>
                <a:lnTo>
                  <a:pt x="4848" y="312"/>
                </a:lnTo>
                <a:lnTo>
                  <a:pt x="4848" y="313"/>
                </a:lnTo>
                <a:lnTo>
                  <a:pt x="4848" y="314"/>
                </a:lnTo>
                <a:lnTo>
                  <a:pt x="4847" y="315"/>
                </a:lnTo>
                <a:lnTo>
                  <a:pt x="4846" y="316"/>
                </a:lnTo>
                <a:lnTo>
                  <a:pt x="4846" y="317"/>
                </a:lnTo>
                <a:lnTo>
                  <a:pt x="4847" y="318"/>
                </a:lnTo>
                <a:lnTo>
                  <a:pt x="4848" y="318"/>
                </a:lnTo>
                <a:lnTo>
                  <a:pt x="4849" y="319"/>
                </a:lnTo>
                <a:lnTo>
                  <a:pt x="4850" y="319"/>
                </a:lnTo>
                <a:lnTo>
                  <a:pt x="4851" y="319"/>
                </a:lnTo>
                <a:lnTo>
                  <a:pt x="4852" y="319"/>
                </a:lnTo>
                <a:lnTo>
                  <a:pt x="4852" y="320"/>
                </a:lnTo>
                <a:lnTo>
                  <a:pt x="4853" y="320"/>
                </a:lnTo>
                <a:lnTo>
                  <a:pt x="4853" y="321"/>
                </a:lnTo>
                <a:lnTo>
                  <a:pt x="4853" y="323"/>
                </a:lnTo>
                <a:lnTo>
                  <a:pt x="4853" y="324"/>
                </a:lnTo>
                <a:lnTo>
                  <a:pt x="4852" y="325"/>
                </a:lnTo>
                <a:lnTo>
                  <a:pt x="4852" y="326"/>
                </a:lnTo>
                <a:lnTo>
                  <a:pt x="4851" y="327"/>
                </a:lnTo>
                <a:lnTo>
                  <a:pt x="4850" y="327"/>
                </a:lnTo>
                <a:lnTo>
                  <a:pt x="4850" y="328"/>
                </a:lnTo>
                <a:lnTo>
                  <a:pt x="4850" y="329"/>
                </a:lnTo>
                <a:lnTo>
                  <a:pt x="4850" y="330"/>
                </a:lnTo>
                <a:lnTo>
                  <a:pt x="4850" y="331"/>
                </a:lnTo>
                <a:lnTo>
                  <a:pt x="4851" y="332"/>
                </a:lnTo>
                <a:lnTo>
                  <a:pt x="4852" y="333"/>
                </a:lnTo>
                <a:lnTo>
                  <a:pt x="4853" y="334"/>
                </a:lnTo>
                <a:lnTo>
                  <a:pt x="4854" y="335"/>
                </a:lnTo>
                <a:lnTo>
                  <a:pt x="4855" y="336"/>
                </a:lnTo>
                <a:lnTo>
                  <a:pt x="4857" y="336"/>
                </a:lnTo>
                <a:lnTo>
                  <a:pt x="4858" y="336"/>
                </a:lnTo>
                <a:lnTo>
                  <a:pt x="4860" y="337"/>
                </a:lnTo>
                <a:lnTo>
                  <a:pt x="4861" y="337"/>
                </a:lnTo>
                <a:lnTo>
                  <a:pt x="4862" y="337"/>
                </a:lnTo>
                <a:lnTo>
                  <a:pt x="4862" y="338"/>
                </a:lnTo>
                <a:lnTo>
                  <a:pt x="4863" y="338"/>
                </a:lnTo>
                <a:lnTo>
                  <a:pt x="4864" y="338"/>
                </a:lnTo>
                <a:lnTo>
                  <a:pt x="4866" y="339"/>
                </a:lnTo>
                <a:lnTo>
                  <a:pt x="4867" y="339"/>
                </a:lnTo>
                <a:lnTo>
                  <a:pt x="4869" y="339"/>
                </a:lnTo>
                <a:lnTo>
                  <a:pt x="4871" y="340"/>
                </a:lnTo>
                <a:lnTo>
                  <a:pt x="4872" y="340"/>
                </a:lnTo>
                <a:lnTo>
                  <a:pt x="4874" y="340"/>
                </a:lnTo>
                <a:lnTo>
                  <a:pt x="4874" y="341"/>
                </a:lnTo>
                <a:lnTo>
                  <a:pt x="4875" y="341"/>
                </a:lnTo>
                <a:lnTo>
                  <a:pt x="4875" y="342"/>
                </a:lnTo>
                <a:lnTo>
                  <a:pt x="4875" y="343"/>
                </a:lnTo>
                <a:lnTo>
                  <a:pt x="4875" y="346"/>
                </a:lnTo>
                <a:lnTo>
                  <a:pt x="4874" y="347"/>
                </a:lnTo>
                <a:lnTo>
                  <a:pt x="4874" y="348"/>
                </a:lnTo>
                <a:lnTo>
                  <a:pt x="4873" y="349"/>
                </a:lnTo>
                <a:lnTo>
                  <a:pt x="4873" y="351"/>
                </a:lnTo>
                <a:lnTo>
                  <a:pt x="4871" y="352"/>
                </a:lnTo>
                <a:lnTo>
                  <a:pt x="4870" y="354"/>
                </a:lnTo>
                <a:lnTo>
                  <a:pt x="4869" y="354"/>
                </a:lnTo>
                <a:lnTo>
                  <a:pt x="4868" y="355"/>
                </a:lnTo>
                <a:lnTo>
                  <a:pt x="4867" y="356"/>
                </a:lnTo>
                <a:lnTo>
                  <a:pt x="4866" y="358"/>
                </a:lnTo>
                <a:lnTo>
                  <a:pt x="4866" y="359"/>
                </a:lnTo>
                <a:lnTo>
                  <a:pt x="4865" y="361"/>
                </a:lnTo>
                <a:lnTo>
                  <a:pt x="4865" y="363"/>
                </a:lnTo>
                <a:lnTo>
                  <a:pt x="4864" y="365"/>
                </a:lnTo>
                <a:lnTo>
                  <a:pt x="4865" y="366"/>
                </a:lnTo>
                <a:lnTo>
                  <a:pt x="4866" y="367"/>
                </a:lnTo>
                <a:lnTo>
                  <a:pt x="4867" y="369"/>
                </a:lnTo>
                <a:lnTo>
                  <a:pt x="4868" y="370"/>
                </a:lnTo>
                <a:lnTo>
                  <a:pt x="4869" y="370"/>
                </a:lnTo>
                <a:lnTo>
                  <a:pt x="4869" y="371"/>
                </a:lnTo>
                <a:lnTo>
                  <a:pt x="4869" y="372"/>
                </a:lnTo>
                <a:lnTo>
                  <a:pt x="4869" y="374"/>
                </a:lnTo>
                <a:lnTo>
                  <a:pt x="4869" y="375"/>
                </a:lnTo>
                <a:lnTo>
                  <a:pt x="4868" y="377"/>
                </a:lnTo>
                <a:lnTo>
                  <a:pt x="4867" y="380"/>
                </a:lnTo>
                <a:lnTo>
                  <a:pt x="4868" y="381"/>
                </a:lnTo>
                <a:lnTo>
                  <a:pt x="4868" y="382"/>
                </a:lnTo>
                <a:lnTo>
                  <a:pt x="4868" y="383"/>
                </a:lnTo>
                <a:lnTo>
                  <a:pt x="4869" y="385"/>
                </a:lnTo>
                <a:lnTo>
                  <a:pt x="4870" y="386"/>
                </a:lnTo>
                <a:lnTo>
                  <a:pt x="4871" y="386"/>
                </a:lnTo>
                <a:lnTo>
                  <a:pt x="4872" y="387"/>
                </a:lnTo>
                <a:lnTo>
                  <a:pt x="4875" y="387"/>
                </a:lnTo>
                <a:lnTo>
                  <a:pt x="4877" y="387"/>
                </a:lnTo>
                <a:lnTo>
                  <a:pt x="4878" y="387"/>
                </a:lnTo>
                <a:lnTo>
                  <a:pt x="4879" y="388"/>
                </a:lnTo>
                <a:lnTo>
                  <a:pt x="4880" y="388"/>
                </a:lnTo>
                <a:lnTo>
                  <a:pt x="4881" y="388"/>
                </a:lnTo>
                <a:lnTo>
                  <a:pt x="4881" y="389"/>
                </a:lnTo>
                <a:lnTo>
                  <a:pt x="4881" y="391"/>
                </a:lnTo>
                <a:lnTo>
                  <a:pt x="4881" y="393"/>
                </a:lnTo>
                <a:lnTo>
                  <a:pt x="4881" y="395"/>
                </a:lnTo>
                <a:lnTo>
                  <a:pt x="4881" y="396"/>
                </a:lnTo>
                <a:lnTo>
                  <a:pt x="4882" y="397"/>
                </a:lnTo>
                <a:lnTo>
                  <a:pt x="4883" y="398"/>
                </a:lnTo>
                <a:lnTo>
                  <a:pt x="4884" y="400"/>
                </a:lnTo>
                <a:lnTo>
                  <a:pt x="4885" y="400"/>
                </a:lnTo>
                <a:lnTo>
                  <a:pt x="4887" y="401"/>
                </a:lnTo>
                <a:lnTo>
                  <a:pt x="4889" y="402"/>
                </a:lnTo>
                <a:lnTo>
                  <a:pt x="4890" y="402"/>
                </a:lnTo>
                <a:lnTo>
                  <a:pt x="4890" y="403"/>
                </a:lnTo>
                <a:lnTo>
                  <a:pt x="4891" y="403"/>
                </a:lnTo>
                <a:lnTo>
                  <a:pt x="4891" y="404"/>
                </a:lnTo>
                <a:lnTo>
                  <a:pt x="4892" y="406"/>
                </a:lnTo>
                <a:lnTo>
                  <a:pt x="4893" y="406"/>
                </a:lnTo>
                <a:lnTo>
                  <a:pt x="4893" y="407"/>
                </a:lnTo>
                <a:lnTo>
                  <a:pt x="4894" y="407"/>
                </a:lnTo>
                <a:lnTo>
                  <a:pt x="4895" y="407"/>
                </a:lnTo>
                <a:lnTo>
                  <a:pt x="4896" y="407"/>
                </a:lnTo>
                <a:lnTo>
                  <a:pt x="4897" y="407"/>
                </a:lnTo>
                <a:lnTo>
                  <a:pt x="4898" y="407"/>
                </a:lnTo>
                <a:lnTo>
                  <a:pt x="4899" y="408"/>
                </a:lnTo>
                <a:lnTo>
                  <a:pt x="4900" y="408"/>
                </a:lnTo>
                <a:lnTo>
                  <a:pt x="4901" y="408"/>
                </a:lnTo>
                <a:lnTo>
                  <a:pt x="4902" y="408"/>
                </a:lnTo>
                <a:lnTo>
                  <a:pt x="4903" y="408"/>
                </a:lnTo>
                <a:lnTo>
                  <a:pt x="4904" y="407"/>
                </a:lnTo>
                <a:lnTo>
                  <a:pt x="4905" y="407"/>
                </a:lnTo>
                <a:lnTo>
                  <a:pt x="4905" y="406"/>
                </a:lnTo>
                <a:lnTo>
                  <a:pt x="4906" y="406"/>
                </a:lnTo>
                <a:lnTo>
                  <a:pt x="4907" y="406"/>
                </a:lnTo>
                <a:lnTo>
                  <a:pt x="4908" y="407"/>
                </a:lnTo>
                <a:lnTo>
                  <a:pt x="4909" y="407"/>
                </a:lnTo>
                <a:lnTo>
                  <a:pt x="4910" y="407"/>
                </a:lnTo>
                <a:lnTo>
                  <a:pt x="4911" y="408"/>
                </a:lnTo>
                <a:lnTo>
                  <a:pt x="4912" y="408"/>
                </a:lnTo>
                <a:lnTo>
                  <a:pt x="4912" y="409"/>
                </a:lnTo>
                <a:lnTo>
                  <a:pt x="4914" y="409"/>
                </a:lnTo>
                <a:lnTo>
                  <a:pt x="4915" y="410"/>
                </a:lnTo>
                <a:lnTo>
                  <a:pt x="4916" y="410"/>
                </a:lnTo>
                <a:lnTo>
                  <a:pt x="4918" y="411"/>
                </a:lnTo>
                <a:lnTo>
                  <a:pt x="4919" y="411"/>
                </a:lnTo>
                <a:lnTo>
                  <a:pt x="4921" y="411"/>
                </a:lnTo>
                <a:lnTo>
                  <a:pt x="4922" y="411"/>
                </a:lnTo>
                <a:lnTo>
                  <a:pt x="4924" y="411"/>
                </a:lnTo>
                <a:lnTo>
                  <a:pt x="4925" y="412"/>
                </a:lnTo>
                <a:lnTo>
                  <a:pt x="4927" y="412"/>
                </a:lnTo>
                <a:lnTo>
                  <a:pt x="4928" y="412"/>
                </a:lnTo>
                <a:lnTo>
                  <a:pt x="4929" y="412"/>
                </a:lnTo>
                <a:lnTo>
                  <a:pt x="4929" y="411"/>
                </a:lnTo>
                <a:lnTo>
                  <a:pt x="4930" y="411"/>
                </a:lnTo>
                <a:lnTo>
                  <a:pt x="4931" y="410"/>
                </a:lnTo>
                <a:lnTo>
                  <a:pt x="4932" y="410"/>
                </a:lnTo>
                <a:lnTo>
                  <a:pt x="4933" y="409"/>
                </a:lnTo>
                <a:lnTo>
                  <a:pt x="4934" y="409"/>
                </a:lnTo>
                <a:lnTo>
                  <a:pt x="4935" y="409"/>
                </a:lnTo>
                <a:lnTo>
                  <a:pt x="4936" y="409"/>
                </a:lnTo>
                <a:lnTo>
                  <a:pt x="4937" y="410"/>
                </a:lnTo>
                <a:lnTo>
                  <a:pt x="4938" y="411"/>
                </a:lnTo>
                <a:lnTo>
                  <a:pt x="4939" y="411"/>
                </a:lnTo>
                <a:lnTo>
                  <a:pt x="4940" y="412"/>
                </a:lnTo>
                <a:lnTo>
                  <a:pt x="4941" y="411"/>
                </a:lnTo>
                <a:lnTo>
                  <a:pt x="4942" y="411"/>
                </a:lnTo>
                <a:lnTo>
                  <a:pt x="4943" y="410"/>
                </a:lnTo>
                <a:lnTo>
                  <a:pt x="4943" y="409"/>
                </a:lnTo>
                <a:lnTo>
                  <a:pt x="4943" y="408"/>
                </a:lnTo>
                <a:lnTo>
                  <a:pt x="4944" y="407"/>
                </a:lnTo>
                <a:lnTo>
                  <a:pt x="4946" y="407"/>
                </a:lnTo>
                <a:lnTo>
                  <a:pt x="4951" y="407"/>
                </a:lnTo>
                <a:lnTo>
                  <a:pt x="4953" y="407"/>
                </a:lnTo>
                <a:lnTo>
                  <a:pt x="4955" y="407"/>
                </a:lnTo>
                <a:lnTo>
                  <a:pt x="4957" y="406"/>
                </a:lnTo>
                <a:lnTo>
                  <a:pt x="4958" y="405"/>
                </a:lnTo>
                <a:lnTo>
                  <a:pt x="4959" y="405"/>
                </a:lnTo>
                <a:lnTo>
                  <a:pt x="4960" y="405"/>
                </a:lnTo>
                <a:lnTo>
                  <a:pt x="4962" y="406"/>
                </a:lnTo>
                <a:lnTo>
                  <a:pt x="4964" y="406"/>
                </a:lnTo>
                <a:lnTo>
                  <a:pt x="4966" y="407"/>
                </a:lnTo>
                <a:lnTo>
                  <a:pt x="4967" y="407"/>
                </a:lnTo>
                <a:lnTo>
                  <a:pt x="4969" y="408"/>
                </a:lnTo>
                <a:lnTo>
                  <a:pt x="4971" y="408"/>
                </a:lnTo>
                <a:lnTo>
                  <a:pt x="4972" y="409"/>
                </a:lnTo>
                <a:lnTo>
                  <a:pt x="4974" y="409"/>
                </a:lnTo>
                <a:lnTo>
                  <a:pt x="4975" y="409"/>
                </a:lnTo>
                <a:lnTo>
                  <a:pt x="4976" y="409"/>
                </a:lnTo>
                <a:lnTo>
                  <a:pt x="4976" y="408"/>
                </a:lnTo>
                <a:lnTo>
                  <a:pt x="4976" y="407"/>
                </a:lnTo>
                <a:lnTo>
                  <a:pt x="4976" y="406"/>
                </a:lnTo>
                <a:lnTo>
                  <a:pt x="4977" y="406"/>
                </a:lnTo>
                <a:lnTo>
                  <a:pt x="4978" y="406"/>
                </a:lnTo>
                <a:lnTo>
                  <a:pt x="4979" y="406"/>
                </a:lnTo>
                <a:lnTo>
                  <a:pt x="4980" y="407"/>
                </a:lnTo>
                <a:lnTo>
                  <a:pt x="4981" y="407"/>
                </a:lnTo>
                <a:lnTo>
                  <a:pt x="4982" y="408"/>
                </a:lnTo>
                <a:lnTo>
                  <a:pt x="4983" y="408"/>
                </a:lnTo>
                <a:lnTo>
                  <a:pt x="4983" y="409"/>
                </a:lnTo>
                <a:lnTo>
                  <a:pt x="4983" y="410"/>
                </a:lnTo>
                <a:lnTo>
                  <a:pt x="4983" y="411"/>
                </a:lnTo>
                <a:lnTo>
                  <a:pt x="4982" y="411"/>
                </a:lnTo>
                <a:lnTo>
                  <a:pt x="4981" y="412"/>
                </a:lnTo>
                <a:lnTo>
                  <a:pt x="4980" y="412"/>
                </a:lnTo>
                <a:lnTo>
                  <a:pt x="4979" y="414"/>
                </a:lnTo>
                <a:lnTo>
                  <a:pt x="4978" y="415"/>
                </a:lnTo>
                <a:lnTo>
                  <a:pt x="4978" y="416"/>
                </a:lnTo>
                <a:lnTo>
                  <a:pt x="4977" y="416"/>
                </a:lnTo>
                <a:lnTo>
                  <a:pt x="4978" y="417"/>
                </a:lnTo>
                <a:lnTo>
                  <a:pt x="4978" y="418"/>
                </a:lnTo>
                <a:lnTo>
                  <a:pt x="4979" y="419"/>
                </a:lnTo>
                <a:lnTo>
                  <a:pt x="4980" y="419"/>
                </a:lnTo>
                <a:lnTo>
                  <a:pt x="4981" y="419"/>
                </a:lnTo>
                <a:lnTo>
                  <a:pt x="4982" y="419"/>
                </a:lnTo>
                <a:lnTo>
                  <a:pt x="4983" y="419"/>
                </a:lnTo>
                <a:lnTo>
                  <a:pt x="4983" y="418"/>
                </a:lnTo>
                <a:lnTo>
                  <a:pt x="4984" y="418"/>
                </a:lnTo>
                <a:lnTo>
                  <a:pt x="4985" y="418"/>
                </a:lnTo>
                <a:lnTo>
                  <a:pt x="4986" y="417"/>
                </a:lnTo>
                <a:lnTo>
                  <a:pt x="4988" y="417"/>
                </a:lnTo>
                <a:lnTo>
                  <a:pt x="4989" y="417"/>
                </a:lnTo>
                <a:lnTo>
                  <a:pt x="4991" y="417"/>
                </a:lnTo>
                <a:lnTo>
                  <a:pt x="4992" y="418"/>
                </a:lnTo>
                <a:lnTo>
                  <a:pt x="4993" y="419"/>
                </a:lnTo>
                <a:lnTo>
                  <a:pt x="4994" y="420"/>
                </a:lnTo>
                <a:lnTo>
                  <a:pt x="4995" y="420"/>
                </a:lnTo>
                <a:lnTo>
                  <a:pt x="4997" y="420"/>
                </a:lnTo>
                <a:lnTo>
                  <a:pt x="5000" y="420"/>
                </a:lnTo>
                <a:lnTo>
                  <a:pt x="5002" y="421"/>
                </a:lnTo>
                <a:lnTo>
                  <a:pt x="5002" y="422"/>
                </a:lnTo>
                <a:lnTo>
                  <a:pt x="5003" y="423"/>
                </a:lnTo>
                <a:lnTo>
                  <a:pt x="5004" y="425"/>
                </a:lnTo>
                <a:lnTo>
                  <a:pt x="5004" y="427"/>
                </a:lnTo>
                <a:lnTo>
                  <a:pt x="5005" y="428"/>
                </a:lnTo>
                <a:lnTo>
                  <a:pt x="5005" y="429"/>
                </a:lnTo>
                <a:lnTo>
                  <a:pt x="5006" y="430"/>
                </a:lnTo>
                <a:lnTo>
                  <a:pt x="5007" y="430"/>
                </a:lnTo>
                <a:lnTo>
                  <a:pt x="5009" y="431"/>
                </a:lnTo>
                <a:lnTo>
                  <a:pt x="5010" y="431"/>
                </a:lnTo>
                <a:lnTo>
                  <a:pt x="5012" y="431"/>
                </a:lnTo>
                <a:lnTo>
                  <a:pt x="5013" y="431"/>
                </a:lnTo>
                <a:lnTo>
                  <a:pt x="5015" y="429"/>
                </a:lnTo>
                <a:lnTo>
                  <a:pt x="5016" y="428"/>
                </a:lnTo>
                <a:lnTo>
                  <a:pt x="5018" y="427"/>
                </a:lnTo>
                <a:lnTo>
                  <a:pt x="5020" y="426"/>
                </a:lnTo>
                <a:lnTo>
                  <a:pt x="5021" y="426"/>
                </a:lnTo>
                <a:lnTo>
                  <a:pt x="5023" y="427"/>
                </a:lnTo>
                <a:lnTo>
                  <a:pt x="5024" y="427"/>
                </a:lnTo>
                <a:lnTo>
                  <a:pt x="5025" y="428"/>
                </a:lnTo>
                <a:lnTo>
                  <a:pt x="5026" y="428"/>
                </a:lnTo>
                <a:lnTo>
                  <a:pt x="5028" y="430"/>
                </a:lnTo>
                <a:lnTo>
                  <a:pt x="5029" y="431"/>
                </a:lnTo>
                <a:lnTo>
                  <a:pt x="5030" y="431"/>
                </a:lnTo>
                <a:lnTo>
                  <a:pt x="5031" y="431"/>
                </a:lnTo>
                <a:lnTo>
                  <a:pt x="5032" y="431"/>
                </a:lnTo>
                <a:lnTo>
                  <a:pt x="5033" y="431"/>
                </a:lnTo>
                <a:lnTo>
                  <a:pt x="5034" y="430"/>
                </a:lnTo>
                <a:lnTo>
                  <a:pt x="5034" y="429"/>
                </a:lnTo>
                <a:lnTo>
                  <a:pt x="5034" y="428"/>
                </a:lnTo>
                <a:lnTo>
                  <a:pt x="5034" y="427"/>
                </a:lnTo>
                <a:lnTo>
                  <a:pt x="5034" y="426"/>
                </a:lnTo>
                <a:lnTo>
                  <a:pt x="5034" y="425"/>
                </a:lnTo>
                <a:lnTo>
                  <a:pt x="5034" y="424"/>
                </a:lnTo>
                <a:lnTo>
                  <a:pt x="5035" y="423"/>
                </a:lnTo>
                <a:lnTo>
                  <a:pt x="5037" y="422"/>
                </a:lnTo>
                <a:lnTo>
                  <a:pt x="5038" y="422"/>
                </a:lnTo>
                <a:lnTo>
                  <a:pt x="5039" y="422"/>
                </a:lnTo>
                <a:lnTo>
                  <a:pt x="5040" y="422"/>
                </a:lnTo>
                <a:lnTo>
                  <a:pt x="5042" y="423"/>
                </a:lnTo>
                <a:lnTo>
                  <a:pt x="5043" y="423"/>
                </a:lnTo>
                <a:lnTo>
                  <a:pt x="5044" y="423"/>
                </a:lnTo>
                <a:lnTo>
                  <a:pt x="5045" y="423"/>
                </a:lnTo>
                <a:lnTo>
                  <a:pt x="5047" y="424"/>
                </a:lnTo>
                <a:lnTo>
                  <a:pt x="5048" y="425"/>
                </a:lnTo>
                <a:lnTo>
                  <a:pt x="5049" y="426"/>
                </a:lnTo>
                <a:lnTo>
                  <a:pt x="5049" y="427"/>
                </a:lnTo>
                <a:lnTo>
                  <a:pt x="5049" y="428"/>
                </a:lnTo>
                <a:lnTo>
                  <a:pt x="5049" y="430"/>
                </a:lnTo>
                <a:lnTo>
                  <a:pt x="5049" y="432"/>
                </a:lnTo>
                <a:lnTo>
                  <a:pt x="5050" y="434"/>
                </a:lnTo>
                <a:lnTo>
                  <a:pt x="5050" y="435"/>
                </a:lnTo>
                <a:lnTo>
                  <a:pt x="5050" y="436"/>
                </a:lnTo>
                <a:lnTo>
                  <a:pt x="5051" y="437"/>
                </a:lnTo>
                <a:lnTo>
                  <a:pt x="5052" y="438"/>
                </a:lnTo>
                <a:lnTo>
                  <a:pt x="5053" y="439"/>
                </a:lnTo>
                <a:lnTo>
                  <a:pt x="5054" y="439"/>
                </a:lnTo>
                <a:lnTo>
                  <a:pt x="5055" y="439"/>
                </a:lnTo>
                <a:lnTo>
                  <a:pt x="5056" y="439"/>
                </a:lnTo>
                <a:lnTo>
                  <a:pt x="5057" y="439"/>
                </a:lnTo>
                <a:lnTo>
                  <a:pt x="5058" y="438"/>
                </a:lnTo>
                <a:lnTo>
                  <a:pt x="5059" y="437"/>
                </a:lnTo>
                <a:lnTo>
                  <a:pt x="5060" y="437"/>
                </a:lnTo>
                <a:lnTo>
                  <a:pt x="5061" y="437"/>
                </a:lnTo>
                <a:lnTo>
                  <a:pt x="5063" y="437"/>
                </a:lnTo>
                <a:lnTo>
                  <a:pt x="5064" y="437"/>
                </a:lnTo>
                <a:lnTo>
                  <a:pt x="5065" y="437"/>
                </a:lnTo>
                <a:lnTo>
                  <a:pt x="5065" y="438"/>
                </a:lnTo>
                <a:lnTo>
                  <a:pt x="5066" y="438"/>
                </a:lnTo>
                <a:lnTo>
                  <a:pt x="5067" y="439"/>
                </a:lnTo>
                <a:lnTo>
                  <a:pt x="5067" y="440"/>
                </a:lnTo>
                <a:lnTo>
                  <a:pt x="5068" y="440"/>
                </a:lnTo>
                <a:lnTo>
                  <a:pt x="5068" y="441"/>
                </a:lnTo>
                <a:lnTo>
                  <a:pt x="5068" y="442"/>
                </a:lnTo>
                <a:lnTo>
                  <a:pt x="5068" y="443"/>
                </a:lnTo>
                <a:lnTo>
                  <a:pt x="5068" y="444"/>
                </a:lnTo>
                <a:lnTo>
                  <a:pt x="5068" y="446"/>
                </a:lnTo>
                <a:lnTo>
                  <a:pt x="5068" y="447"/>
                </a:lnTo>
                <a:lnTo>
                  <a:pt x="5069" y="447"/>
                </a:lnTo>
                <a:lnTo>
                  <a:pt x="5070" y="448"/>
                </a:lnTo>
                <a:lnTo>
                  <a:pt x="5071" y="449"/>
                </a:lnTo>
                <a:lnTo>
                  <a:pt x="5072" y="449"/>
                </a:lnTo>
                <a:lnTo>
                  <a:pt x="5073" y="449"/>
                </a:lnTo>
                <a:lnTo>
                  <a:pt x="5075" y="449"/>
                </a:lnTo>
                <a:lnTo>
                  <a:pt x="5076" y="449"/>
                </a:lnTo>
                <a:lnTo>
                  <a:pt x="5077" y="449"/>
                </a:lnTo>
                <a:lnTo>
                  <a:pt x="5078" y="450"/>
                </a:lnTo>
                <a:lnTo>
                  <a:pt x="5078" y="451"/>
                </a:lnTo>
                <a:lnTo>
                  <a:pt x="5078" y="452"/>
                </a:lnTo>
                <a:lnTo>
                  <a:pt x="5077" y="453"/>
                </a:lnTo>
                <a:lnTo>
                  <a:pt x="5077" y="454"/>
                </a:lnTo>
                <a:lnTo>
                  <a:pt x="5077" y="455"/>
                </a:lnTo>
                <a:lnTo>
                  <a:pt x="5078" y="456"/>
                </a:lnTo>
                <a:lnTo>
                  <a:pt x="5080" y="456"/>
                </a:lnTo>
                <a:lnTo>
                  <a:pt x="5081" y="456"/>
                </a:lnTo>
                <a:lnTo>
                  <a:pt x="5083" y="457"/>
                </a:lnTo>
                <a:lnTo>
                  <a:pt x="5084" y="457"/>
                </a:lnTo>
                <a:lnTo>
                  <a:pt x="5084" y="458"/>
                </a:lnTo>
                <a:lnTo>
                  <a:pt x="5084" y="459"/>
                </a:lnTo>
                <a:lnTo>
                  <a:pt x="5084" y="460"/>
                </a:lnTo>
                <a:lnTo>
                  <a:pt x="5083" y="461"/>
                </a:lnTo>
                <a:lnTo>
                  <a:pt x="5083" y="462"/>
                </a:lnTo>
                <a:lnTo>
                  <a:pt x="5083" y="463"/>
                </a:lnTo>
                <a:lnTo>
                  <a:pt x="5085" y="464"/>
                </a:lnTo>
                <a:lnTo>
                  <a:pt x="5086" y="464"/>
                </a:lnTo>
                <a:lnTo>
                  <a:pt x="5088" y="464"/>
                </a:lnTo>
                <a:lnTo>
                  <a:pt x="5089" y="464"/>
                </a:lnTo>
                <a:lnTo>
                  <a:pt x="5090" y="465"/>
                </a:lnTo>
                <a:lnTo>
                  <a:pt x="5091" y="465"/>
                </a:lnTo>
                <a:lnTo>
                  <a:pt x="5092" y="466"/>
                </a:lnTo>
                <a:lnTo>
                  <a:pt x="5093" y="466"/>
                </a:lnTo>
                <a:lnTo>
                  <a:pt x="5093" y="467"/>
                </a:lnTo>
                <a:lnTo>
                  <a:pt x="5093" y="468"/>
                </a:lnTo>
                <a:lnTo>
                  <a:pt x="5094" y="468"/>
                </a:lnTo>
                <a:lnTo>
                  <a:pt x="5094" y="469"/>
                </a:lnTo>
                <a:lnTo>
                  <a:pt x="5095" y="469"/>
                </a:lnTo>
                <a:lnTo>
                  <a:pt x="5095" y="470"/>
                </a:lnTo>
                <a:lnTo>
                  <a:pt x="5096" y="470"/>
                </a:lnTo>
                <a:lnTo>
                  <a:pt x="5097" y="470"/>
                </a:lnTo>
                <a:lnTo>
                  <a:pt x="5098" y="471"/>
                </a:lnTo>
                <a:lnTo>
                  <a:pt x="5099" y="471"/>
                </a:lnTo>
                <a:lnTo>
                  <a:pt x="5100" y="472"/>
                </a:lnTo>
                <a:lnTo>
                  <a:pt x="5101" y="472"/>
                </a:lnTo>
                <a:lnTo>
                  <a:pt x="5102" y="473"/>
                </a:lnTo>
                <a:lnTo>
                  <a:pt x="5103" y="473"/>
                </a:lnTo>
                <a:lnTo>
                  <a:pt x="5103" y="474"/>
                </a:lnTo>
                <a:lnTo>
                  <a:pt x="5104" y="474"/>
                </a:lnTo>
                <a:lnTo>
                  <a:pt x="5104" y="475"/>
                </a:lnTo>
                <a:lnTo>
                  <a:pt x="5107" y="476"/>
                </a:lnTo>
                <a:lnTo>
                  <a:pt x="5107" y="477"/>
                </a:lnTo>
                <a:lnTo>
                  <a:pt x="5108" y="477"/>
                </a:lnTo>
                <a:lnTo>
                  <a:pt x="5109" y="478"/>
                </a:lnTo>
                <a:lnTo>
                  <a:pt x="5110" y="480"/>
                </a:lnTo>
                <a:lnTo>
                  <a:pt x="5111" y="481"/>
                </a:lnTo>
                <a:lnTo>
                  <a:pt x="5112" y="481"/>
                </a:lnTo>
                <a:lnTo>
                  <a:pt x="5113" y="481"/>
                </a:lnTo>
                <a:lnTo>
                  <a:pt x="5115" y="481"/>
                </a:lnTo>
                <a:lnTo>
                  <a:pt x="5116" y="481"/>
                </a:lnTo>
                <a:lnTo>
                  <a:pt x="5117" y="480"/>
                </a:lnTo>
                <a:lnTo>
                  <a:pt x="5119" y="480"/>
                </a:lnTo>
                <a:lnTo>
                  <a:pt x="5122" y="479"/>
                </a:lnTo>
                <a:lnTo>
                  <a:pt x="5123" y="478"/>
                </a:lnTo>
                <a:lnTo>
                  <a:pt x="5125" y="477"/>
                </a:lnTo>
                <a:lnTo>
                  <a:pt x="5127" y="477"/>
                </a:lnTo>
                <a:lnTo>
                  <a:pt x="5128" y="477"/>
                </a:lnTo>
                <a:lnTo>
                  <a:pt x="5129" y="477"/>
                </a:lnTo>
                <a:lnTo>
                  <a:pt x="5130" y="477"/>
                </a:lnTo>
                <a:lnTo>
                  <a:pt x="5131" y="477"/>
                </a:lnTo>
                <a:lnTo>
                  <a:pt x="5132" y="477"/>
                </a:lnTo>
                <a:lnTo>
                  <a:pt x="5133" y="477"/>
                </a:lnTo>
                <a:lnTo>
                  <a:pt x="5133" y="478"/>
                </a:lnTo>
                <a:lnTo>
                  <a:pt x="5134" y="478"/>
                </a:lnTo>
                <a:lnTo>
                  <a:pt x="5134" y="479"/>
                </a:lnTo>
                <a:lnTo>
                  <a:pt x="5134" y="480"/>
                </a:lnTo>
                <a:lnTo>
                  <a:pt x="5134" y="481"/>
                </a:lnTo>
                <a:lnTo>
                  <a:pt x="5135" y="481"/>
                </a:lnTo>
                <a:lnTo>
                  <a:pt x="5136" y="482"/>
                </a:lnTo>
                <a:lnTo>
                  <a:pt x="5137" y="482"/>
                </a:lnTo>
                <a:lnTo>
                  <a:pt x="5139" y="482"/>
                </a:lnTo>
                <a:lnTo>
                  <a:pt x="5140" y="482"/>
                </a:lnTo>
                <a:lnTo>
                  <a:pt x="5141" y="481"/>
                </a:lnTo>
                <a:lnTo>
                  <a:pt x="5142" y="481"/>
                </a:lnTo>
                <a:lnTo>
                  <a:pt x="5143" y="481"/>
                </a:lnTo>
                <a:lnTo>
                  <a:pt x="5143" y="480"/>
                </a:lnTo>
                <a:lnTo>
                  <a:pt x="5144" y="480"/>
                </a:lnTo>
                <a:lnTo>
                  <a:pt x="5145" y="479"/>
                </a:lnTo>
                <a:lnTo>
                  <a:pt x="5146" y="479"/>
                </a:lnTo>
                <a:lnTo>
                  <a:pt x="5147" y="479"/>
                </a:lnTo>
                <a:lnTo>
                  <a:pt x="5148" y="479"/>
                </a:lnTo>
                <a:lnTo>
                  <a:pt x="5150" y="479"/>
                </a:lnTo>
                <a:lnTo>
                  <a:pt x="5151" y="479"/>
                </a:lnTo>
                <a:lnTo>
                  <a:pt x="5151" y="480"/>
                </a:lnTo>
                <a:lnTo>
                  <a:pt x="5152" y="480"/>
                </a:lnTo>
                <a:lnTo>
                  <a:pt x="5152" y="481"/>
                </a:lnTo>
                <a:lnTo>
                  <a:pt x="5153" y="481"/>
                </a:lnTo>
                <a:lnTo>
                  <a:pt x="5152" y="481"/>
                </a:lnTo>
                <a:lnTo>
                  <a:pt x="5152" y="482"/>
                </a:lnTo>
                <a:lnTo>
                  <a:pt x="5152" y="483"/>
                </a:lnTo>
                <a:lnTo>
                  <a:pt x="5151" y="484"/>
                </a:lnTo>
                <a:lnTo>
                  <a:pt x="5150" y="484"/>
                </a:lnTo>
                <a:lnTo>
                  <a:pt x="5150" y="485"/>
                </a:lnTo>
                <a:lnTo>
                  <a:pt x="5147" y="487"/>
                </a:lnTo>
                <a:lnTo>
                  <a:pt x="5147" y="488"/>
                </a:lnTo>
                <a:lnTo>
                  <a:pt x="5146" y="488"/>
                </a:lnTo>
                <a:lnTo>
                  <a:pt x="5146" y="489"/>
                </a:lnTo>
                <a:lnTo>
                  <a:pt x="5146" y="490"/>
                </a:lnTo>
                <a:lnTo>
                  <a:pt x="5145" y="491"/>
                </a:lnTo>
                <a:lnTo>
                  <a:pt x="5145" y="492"/>
                </a:lnTo>
                <a:lnTo>
                  <a:pt x="5144" y="493"/>
                </a:lnTo>
                <a:lnTo>
                  <a:pt x="5144" y="494"/>
                </a:lnTo>
                <a:lnTo>
                  <a:pt x="5143" y="495"/>
                </a:lnTo>
                <a:lnTo>
                  <a:pt x="5143" y="496"/>
                </a:lnTo>
                <a:lnTo>
                  <a:pt x="5142" y="497"/>
                </a:lnTo>
                <a:lnTo>
                  <a:pt x="5142" y="498"/>
                </a:lnTo>
                <a:lnTo>
                  <a:pt x="5142" y="499"/>
                </a:lnTo>
                <a:lnTo>
                  <a:pt x="5141" y="500"/>
                </a:lnTo>
                <a:lnTo>
                  <a:pt x="5141" y="501"/>
                </a:lnTo>
                <a:lnTo>
                  <a:pt x="5140" y="501"/>
                </a:lnTo>
                <a:lnTo>
                  <a:pt x="5140" y="502"/>
                </a:lnTo>
                <a:lnTo>
                  <a:pt x="5139" y="503"/>
                </a:lnTo>
                <a:lnTo>
                  <a:pt x="5139" y="504"/>
                </a:lnTo>
                <a:lnTo>
                  <a:pt x="5138" y="504"/>
                </a:lnTo>
                <a:lnTo>
                  <a:pt x="5138" y="505"/>
                </a:lnTo>
                <a:lnTo>
                  <a:pt x="5138" y="506"/>
                </a:lnTo>
                <a:lnTo>
                  <a:pt x="5138" y="507"/>
                </a:lnTo>
                <a:lnTo>
                  <a:pt x="5139" y="507"/>
                </a:lnTo>
                <a:lnTo>
                  <a:pt x="5139" y="508"/>
                </a:lnTo>
                <a:lnTo>
                  <a:pt x="5140" y="508"/>
                </a:lnTo>
                <a:lnTo>
                  <a:pt x="5142" y="508"/>
                </a:lnTo>
                <a:lnTo>
                  <a:pt x="5143" y="508"/>
                </a:lnTo>
                <a:lnTo>
                  <a:pt x="5144" y="508"/>
                </a:lnTo>
                <a:lnTo>
                  <a:pt x="5144" y="509"/>
                </a:lnTo>
                <a:lnTo>
                  <a:pt x="5145" y="509"/>
                </a:lnTo>
                <a:lnTo>
                  <a:pt x="5145" y="510"/>
                </a:lnTo>
                <a:lnTo>
                  <a:pt x="5146" y="511"/>
                </a:lnTo>
                <a:lnTo>
                  <a:pt x="5146" y="512"/>
                </a:lnTo>
                <a:lnTo>
                  <a:pt x="5145" y="513"/>
                </a:lnTo>
                <a:lnTo>
                  <a:pt x="5146" y="513"/>
                </a:lnTo>
                <a:lnTo>
                  <a:pt x="5146" y="514"/>
                </a:lnTo>
                <a:lnTo>
                  <a:pt x="5146" y="515"/>
                </a:lnTo>
                <a:lnTo>
                  <a:pt x="5146" y="517"/>
                </a:lnTo>
                <a:lnTo>
                  <a:pt x="5146" y="518"/>
                </a:lnTo>
                <a:lnTo>
                  <a:pt x="5146" y="519"/>
                </a:lnTo>
                <a:lnTo>
                  <a:pt x="5147" y="519"/>
                </a:lnTo>
                <a:lnTo>
                  <a:pt x="5148" y="519"/>
                </a:lnTo>
                <a:lnTo>
                  <a:pt x="5148" y="520"/>
                </a:lnTo>
                <a:lnTo>
                  <a:pt x="5149" y="520"/>
                </a:lnTo>
                <a:lnTo>
                  <a:pt x="5149" y="519"/>
                </a:lnTo>
                <a:lnTo>
                  <a:pt x="5150" y="519"/>
                </a:lnTo>
                <a:lnTo>
                  <a:pt x="5151" y="519"/>
                </a:lnTo>
                <a:lnTo>
                  <a:pt x="5152" y="519"/>
                </a:lnTo>
                <a:lnTo>
                  <a:pt x="5152" y="518"/>
                </a:lnTo>
                <a:lnTo>
                  <a:pt x="5153" y="518"/>
                </a:lnTo>
                <a:lnTo>
                  <a:pt x="5154" y="518"/>
                </a:lnTo>
                <a:lnTo>
                  <a:pt x="5154" y="517"/>
                </a:lnTo>
                <a:lnTo>
                  <a:pt x="5155" y="517"/>
                </a:lnTo>
                <a:lnTo>
                  <a:pt x="5156" y="517"/>
                </a:lnTo>
                <a:lnTo>
                  <a:pt x="5156" y="516"/>
                </a:lnTo>
                <a:lnTo>
                  <a:pt x="5156" y="517"/>
                </a:lnTo>
                <a:lnTo>
                  <a:pt x="5157" y="517"/>
                </a:lnTo>
                <a:lnTo>
                  <a:pt x="5158" y="517"/>
                </a:lnTo>
                <a:lnTo>
                  <a:pt x="5159" y="518"/>
                </a:lnTo>
                <a:lnTo>
                  <a:pt x="5159" y="519"/>
                </a:lnTo>
                <a:lnTo>
                  <a:pt x="5160" y="519"/>
                </a:lnTo>
                <a:lnTo>
                  <a:pt x="5160" y="520"/>
                </a:lnTo>
                <a:lnTo>
                  <a:pt x="5159" y="520"/>
                </a:lnTo>
                <a:lnTo>
                  <a:pt x="5159" y="521"/>
                </a:lnTo>
                <a:lnTo>
                  <a:pt x="5158" y="522"/>
                </a:lnTo>
                <a:lnTo>
                  <a:pt x="5157" y="523"/>
                </a:lnTo>
                <a:lnTo>
                  <a:pt x="5157" y="524"/>
                </a:lnTo>
                <a:lnTo>
                  <a:pt x="5157" y="525"/>
                </a:lnTo>
                <a:lnTo>
                  <a:pt x="5157" y="526"/>
                </a:lnTo>
                <a:lnTo>
                  <a:pt x="5158" y="527"/>
                </a:lnTo>
                <a:lnTo>
                  <a:pt x="5158" y="528"/>
                </a:lnTo>
                <a:lnTo>
                  <a:pt x="5158" y="529"/>
                </a:lnTo>
                <a:lnTo>
                  <a:pt x="5159" y="529"/>
                </a:lnTo>
                <a:lnTo>
                  <a:pt x="5159" y="530"/>
                </a:lnTo>
                <a:lnTo>
                  <a:pt x="5159" y="531"/>
                </a:lnTo>
                <a:lnTo>
                  <a:pt x="5160" y="531"/>
                </a:lnTo>
                <a:lnTo>
                  <a:pt x="5160" y="532"/>
                </a:lnTo>
                <a:lnTo>
                  <a:pt x="5160" y="533"/>
                </a:lnTo>
                <a:lnTo>
                  <a:pt x="5161" y="533"/>
                </a:lnTo>
                <a:lnTo>
                  <a:pt x="5161" y="534"/>
                </a:lnTo>
                <a:lnTo>
                  <a:pt x="5162" y="534"/>
                </a:lnTo>
                <a:lnTo>
                  <a:pt x="5163" y="534"/>
                </a:lnTo>
                <a:lnTo>
                  <a:pt x="5164" y="534"/>
                </a:lnTo>
                <a:lnTo>
                  <a:pt x="5164" y="535"/>
                </a:lnTo>
                <a:lnTo>
                  <a:pt x="5165" y="535"/>
                </a:lnTo>
                <a:lnTo>
                  <a:pt x="5165" y="537"/>
                </a:lnTo>
                <a:lnTo>
                  <a:pt x="5165" y="538"/>
                </a:lnTo>
                <a:lnTo>
                  <a:pt x="5166" y="538"/>
                </a:lnTo>
                <a:lnTo>
                  <a:pt x="5166" y="539"/>
                </a:lnTo>
                <a:lnTo>
                  <a:pt x="5165" y="540"/>
                </a:lnTo>
                <a:lnTo>
                  <a:pt x="5164" y="540"/>
                </a:lnTo>
                <a:lnTo>
                  <a:pt x="5164" y="541"/>
                </a:lnTo>
                <a:lnTo>
                  <a:pt x="5164" y="542"/>
                </a:lnTo>
                <a:lnTo>
                  <a:pt x="5163" y="542"/>
                </a:lnTo>
                <a:lnTo>
                  <a:pt x="5163" y="543"/>
                </a:lnTo>
                <a:lnTo>
                  <a:pt x="5162" y="543"/>
                </a:lnTo>
                <a:lnTo>
                  <a:pt x="5161" y="543"/>
                </a:lnTo>
                <a:lnTo>
                  <a:pt x="5160" y="543"/>
                </a:lnTo>
                <a:lnTo>
                  <a:pt x="5160" y="544"/>
                </a:lnTo>
                <a:lnTo>
                  <a:pt x="5160" y="545"/>
                </a:lnTo>
                <a:lnTo>
                  <a:pt x="5159" y="545"/>
                </a:lnTo>
                <a:lnTo>
                  <a:pt x="5159" y="546"/>
                </a:lnTo>
                <a:lnTo>
                  <a:pt x="5159" y="547"/>
                </a:lnTo>
                <a:lnTo>
                  <a:pt x="5158" y="547"/>
                </a:lnTo>
                <a:lnTo>
                  <a:pt x="5158" y="548"/>
                </a:lnTo>
                <a:lnTo>
                  <a:pt x="5159" y="548"/>
                </a:lnTo>
                <a:lnTo>
                  <a:pt x="5159" y="550"/>
                </a:lnTo>
                <a:lnTo>
                  <a:pt x="5158" y="550"/>
                </a:lnTo>
                <a:lnTo>
                  <a:pt x="5158" y="551"/>
                </a:lnTo>
                <a:lnTo>
                  <a:pt x="5157" y="551"/>
                </a:lnTo>
                <a:lnTo>
                  <a:pt x="5156" y="552"/>
                </a:lnTo>
                <a:lnTo>
                  <a:pt x="5155" y="552"/>
                </a:lnTo>
                <a:lnTo>
                  <a:pt x="5155" y="553"/>
                </a:lnTo>
                <a:lnTo>
                  <a:pt x="5154" y="554"/>
                </a:lnTo>
                <a:lnTo>
                  <a:pt x="5153" y="555"/>
                </a:lnTo>
                <a:lnTo>
                  <a:pt x="5152" y="555"/>
                </a:lnTo>
                <a:lnTo>
                  <a:pt x="5151" y="556"/>
                </a:lnTo>
                <a:lnTo>
                  <a:pt x="5150" y="556"/>
                </a:lnTo>
                <a:lnTo>
                  <a:pt x="5150" y="557"/>
                </a:lnTo>
                <a:lnTo>
                  <a:pt x="5150" y="558"/>
                </a:lnTo>
                <a:lnTo>
                  <a:pt x="5150" y="559"/>
                </a:lnTo>
                <a:lnTo>
                  <a:pt x="5150" y="560"/>
                </a:lnTo>
                <a:lnTo>
                  <a:pt x="5151" y="560"/>
                </a:lnTo>
                <a:lnTo>
                  <a:pt x="5151" y="561"/>
                </a:lnTo>
                <a:lnTo>
                  <a:pt x="5152" y="561"/>
                </a:lnTo>
                <a:lnTo>
                  <a:pt x="5152" y="562"/>
                </a:lnTo>
                <a:lnTo>
                  <a:pt x="5152" y="563"/>
                </a:lnTo>
                <a:lnTo>
                  <a:pt x="5152" y="564"/>
                </a:lnTo>
                <a:lnTo>
                  <a:pt x="5152" y="565"/>
                </a:lnTo>
                <a:lnTo>
                  <a:pt x="5153" y="565"/>
                </a:lnTo>
                <a:lnTo>
                  <a:pt x="5154" y="565"/>
                </a:lnTo>
                <a:lnTo>
                  <a:pt x="5155" y="565"/>
                </a:lnTo>
                <a:lnTo>
                  <a:pt x="5155" y="566"/>
                </a:lnTo>
                <a:lnTo>
                  <a:pt x="5156" y="566"/>
                </a:lnTo>
                <a:lnTo>
                  <a:pt x="5157" y="566"/>
                </a:lnTo>
                <a:lnTo>
                  <a:pt x="5157" y="567"/>
                </a:lnTo>
                <a:lnTo>
                  <a:pt x="5157" y="568"/>
                </a:lnTo>
                <a:lnTo>
                  <a:pt x="5158" y="569"/>
                </a:lnTo>
                <a:lnTo>
                  <a:pt x="5160" y="570"/>
                </a:lnTo>
                <a:lnTo>
                  <a:pt x="5162" y="572"/>
                </a:lnTo>
                <a:lnTo>
                  <a:pt x="5166" y="574"/>
                </a:lnTo>
                <a:lnTo>
                  <a:pt x="5167" y="575"/>
                </a:lnTo>
                <a:lnTo>
                  <a:pt x="5169" y="576"/>
                </a:lnTo>
                <a:lnTo>
                  <a:pt x="5169" y="577"/>
                </a:lnTo>
                <a:lnTo>
                  <a:pt x="5170" y="578"/>
                </a:lnTo>
                <a:lnTo>
                  <a:pt x="5171" y="578"/>
                </a:lnTo>
                <a:lnTo>
                  <a:pt x="5172" y="579"/>
                </a:lnTo>
                <a:lnTo>
                  <a:pt x="5172" y="580"/>
                </a:lnTo>
                <a:lnTo>
                  <a:pt x="5173" y="582"/>
                </a:lnTo>
                <a:lnTo>
                  <a:pt x="5174" y="583"/>
                </a:lnTo>
                <a:lnTo>
                  <a:pt x="5175" y="585"/>
                </a:lnTo>
                <a:lnTo>
                  <a:pt x="5176" y="586"/>
                </a:lnTo>
                <a:lnTo>
                  <a:pt x="5176" y="587"/>
                </a:lnTo>
                <a:lnTo>
                  <a:pt x="5177" y="588"/>
                </a:lnTo>
                <a:lnTo>
                  <a:pt x="5177" y="589"/>
                </a:lnTo>
                <a:lnTo>
                  <a:pt x="5177" y="591"/>
                </a:lnTo>
                <a:lnTo>
                  <a:pt x="5177" y="592"/>
                </a:lnTo>
                <a:lnTo>
                  <a:pt x="5177" y="595"/>
                </a:lnTo>
                <a:lnTo>
                  <a:pt x="5177" y="596"/>
                </a:lnTo>
                <a:lnTo>
                  <a:pt x="5177" y="597"/>
                </a:lnTo>
                <a:lnTo>
                  <a:pt x="5177" y="598"/>
                </a:lnTo>
                <a:lnTo>
                  <a:pt x="5178" y="599"/>
                </a:lnTo>
                <a:lnTo>
                  <a:pt x="5179" y="599"/>
                </a:lnTo>
                <a:lnTo>
                  <a:pt x="5181" y="601"/>
                </a:lnTo>
                <a:lnTo>
                  <a:pt x="5183" y="601"/>
                </a:lnTo>
                <a:lnTo>
                  <a:pt x="5185" y="601"/>
                </a:lnTo>
                <a:lnTo>
                  <a:pt x="5191" y="601"/>
                </a:lnTo>
                <a:lnTo>
                  <a:pt x="5197" y="600"/>
                </a:lnTo>
                <a:lnTo>
                  <a:pt x="5198" y="599"/>
                </a:lnTo>
                <a:lnTo>
                  <a:pt x="5199" y="599"/>
                </a:lnTo>
                <a:lnTo>
                  <a:pt x="5199" y="598"/>
                </a:lnTo>
                <a:lnTo>
                  <a:pt x="5200" y="598"/>
                </a:lnTo>
                <a:lnTo>
                  <a:pt x="5201" y="598"/>
                </a:lnTo>
                <a:lnTo>
                  <a:pt x="5201" y="597"/>
                </a:lnTo>
                <a:lnTo>
                  <a:pt x="5202" y="597"/>
                </a:lnTo>
                <a:lnTo>
                  <a:pt x="5203" y="597"/>
                </a:lnTo>
                <a:lnTo>
                  <a:pt x="5205" y="596"/>
                </a:lnTo>
                <a:lnTo>
                  <a:pt x="5206" y="596"/>
                </a:lnTo>
                <a:lnTo>
                  <a:pt x="5208" y="597"/>
                </a:lnTo>
                <a:lnTo>
                  <a:pt x="5210" y="597"/>
                </a:lnTo>
                <a:lnTo>
                  <a:pt x="5212" y="597"/>
                </a:lnTo>
                <a:lnTo>
                  <a:pt x="5214" y="597"/>
                </a:lnTo>
                <a:lnTo>
                  <a:pt x="5215" y="597"/>
                </a:lnTo>
                <a:lnTo>
                  <a:pt x="5217" y="596"/>
                </a:lnTo>
                <a:lnTo>
                  <a:pt x="5218" y="596"/>
                </a:lnTo>
                <a:lnTo>
                  <a:pt x="5219" y="596"/>
                </a:lnTo>
                <a:lnTo>
                  <a:pt x="5220" y="595"/>
                </a:lnTo>
                <a:lnTo>
                  <a:pt x="5222" y="595"/>
                </a:lnTo>
                <a:lnTo>
                  <a:pt x="5223" y="595"/>
                </a:lnTo>
                <a:lnTo>
                  <a:pt x="5224" y="596"/>
                </a:lnTo>
                <a:lnTo>
                  <a:pt x="5226" y="596"/>
                </a:lnTo>
                <a:lnTo>
                  <a:pt x="5228" y="596"/>
                </a:lnTo>
                <a:lnTo>
                  <a:pt x="5229" y="596"/>
                </a:lnTo>
                <a:lnTo>
                  <a:pt x="5230" y="596"/>
                </a:lnTo>
                <a:lnTo>
                  <a:pt x="5230" y="597"/>
                </a:lnTo>
                <a:lnTo>
                  <a:pt x="5231" y="597"/>
                </a:lnTo>
                <a:lnTo>
                  <a:pt x="5232" y="598"/>
                </a:lnTo>
                <a:lnTo>
                  <a:pt x="5232" y="599"/>
                </a:lnTo>
                <a:lnTo>
                  <a:pt x="5232" y="601"/>
                </a:lnTo>
                <a:lnTo>
                  <a:pt x="5232" y="602"/>
                </a:lnTo>
                <a:lnTo>
                  <a:pt x="5232" y="603"/>
                </a:lnTo>
                <a:lnTo>
                  <a:pt x="5234" y="604"/>
                </a:lnTo>
                <a:lnTo>
                  <a:pt x="5236" y="604"/>
                </a:lnTo>
                <a:lnTo>
                  <a:pt x="5237" y="604"/>
                </a:lnTo>
                <a:lnTo>
                  <a:pt x="5238" y="604"/>
                </a:lnTo>
                <a:lnTo>
                  <a:pt x="5240" y="603"/>
                </a:lnTo>
                <a:lnTo>
                  <a:pt x="5241" y="603"/>
                </a:lnTo>
                <a:lnTo>
                  <a:pt x="5241" y="602"/>
                </a:lnTo>
                <a:lnTo>
                  <a:pt x="5242" y="601"/>
                </a:lnTo>
                <a:lnTo>
                  <a:pt x="5242" y="600"/>
                </a:lnTo>
                <a:lnTo>
                  <a:pt x="5243" y="600"/>
                </a:lnTo>
                <a:lnTo>
                  <a:pt x="5244" y="599"/>
                </a:lnTo>
                <a:lnTo>
                  <a:pt x="5245" y="599"/>
                </a:lnTo>
                <a:lnTo>
                  <a:pt x="5247" y="599"/>
                </a:lnTo>
                <a:lnTo>
                  <a:pt x="5249" y="600"/>
                </a:lnTo>
                <a:lnTo>
                  <a:pt x="5250" y="601"/>
                </a:lnTo>
                <a:lnTo>
                  <a:pt x="5251" y="602"/>
                </a:lnTo>
                <a:lnTo>
                  <a:pt x="5252" y="602"/>
                </a:lnTo>
                <a:lnTo>
                  <a:pt x="5253" y="602"/>
                </a:lnTo>
                <a:lnTo>
                  <a:pt x="5255" y="603"/>
                </a:lnTo>
                <a:lnTo>
                  <a:pt x="5256" y="603"/>
                </a:lnTo>
                <a:lnTo>
                  <a:pt x="5257" y="603"/>
                </a:lnTo>
                <a:lnTo>
                  <a:pt x="5258" y="603"/>
                </a:lnTo>
                <a:lnTo>
                  <a:pt x="5259" y="602"/>
                </a:lnTo>
                <a:lnTo>
                  <a:pt x="5260" y="602"/>
                </a:lnTo>
                <a:lnTo>
                  <a:pt x="5262" y="602"/>
                </a:lnTo>
                <a:lnTo>
                  <a:pt x="5263" y="602"/>
                </a:lnTo>
                <a:lnTo>
                  <a:pt x="5264" y="602"/>
                </a:lnTo>
                <a:lnTo>
                  <a:pt x="5267" y="603"/>
                </a:lnTo>
                <a:lnTo>
                  <a:pt x="5268" y="603"/>
                </a:lnTo>
                <a:lnTo>
                  <a:pt x="5269" y="603"/>
                </a:lnTo>
                <a:lnTo>
                  <a:pt x="5270" y="603"/>
                </a:lnTo>
                <a:lnTo>
                  <a:pt x="5271" y="602"/>
                </a:lnTo>
                <a:lnTo>
                  <a:pt x="5271" y="600"/>
                </a:lnTo>
                <a:lnTo>
                  <a:pt x="5272" y="599"/>
                </a:lnTo>
                <a:lnTo>
                  <a:pt x="5273" y="599"/>
                </a:lnTo>
                <a:lnTo>
                  <a:pt x="5274" y="599"/>
                </a:lnTo>
                <a:lnTo>
                  <a:pt x="5275" y="599"/>
                </a:lnTo>
                <a:lnTo>
                  <a:pt x="5276" y="599"/>
                </a:lnTo>
                <a:lnTo>
                  <a:pt x="5276" y="600"/>
                </a:lnTo>
                <a:lnTo>
                  <a:pt x="5277" y="600"/>
                </a:lnTo>
                <a:lnTo>
                  <a:pt x="5279" y="600"/>
                </a:lnTo>
                <a:lnTo>
                  <a:pt x="5280" y="600"/>
                </a:lnTo>
                <a:lnTo>
                  <a:pt x="5281" y="600"/>
                </a:lnTo>
                <a:lnTo>
                  <a:pt x="5282" y="600"/>
                </a:lnTo>
                <a:lnTo>
                  <a:pt x="5286" y="600"/>
                </a:lnTo>
                <a:lnTo>
                  <a:pt x="5287" y="599"/>
                </a:lnTo>
                <a:lnTo>
                  <a:pt x="5289" y="599"/>
                </a:lnTo>
                <a:lnTo>
                  <a:pt x="5290" y="599"/>
                </a:lnTo>
                <a:lnTo>
                  <a:pt x="5290" y="598"/>
                </a:lnTo>
                <a:lnTo>
                  <a:pt x="5291" y="598"/>
                </a:lnTo>
                <a:lnTo>
                  <a:pt x="5292" y="599"/>
                </a:lnTo>
                <a:lnTo>
                  <a:pt x="5293" y="599"/>
                </a:lnTo>
                <a:lnTo>
                  <a:pt x="5294" y="599"/>
                </a:lnTo>
                <a:lnTo>
                  <a:pt x="5295" y="599"/>
                </a:lnTo>
                <a:lnTo>
                  <a:pt x="5296" y="599"/>
                </a:lnTo>
                <a:lnTo>
                  <a:pt x="5296" y="598"/>
                </a:lnTo>
                <a:lnTo>
                  <a:pt x="5297" y="598"/>
                </a:lnTo>
                <a:lnTo>
                  <a:pt x="5297" y="597"/>
                </a:lnTo>
                <a:lnTo>
                  <a:pt x="5297" y="596"/>
                </a:lnTo>
                <a:lnTo>
                  <a:pt x="5298" y="596"/>
                </a:lnTo>
                <a:lnTo>
                  <a:pt x="5298" y="595"/>
                </a:lnTo>
                <a:lnTo>
                  <a:pt x="5299" y="594"/>
                </a:lnTo>
                <a:lnTo>
                  <a:pt x="5300" y="594"/>
                </a:lnTo>
                <a:lnTo>
                  <a:pt x="5302" y="594"/>
                </a:lnTo>
                <a:lnTo>
                  <a:pt x="5303" y="594"/>
                </a:lnTo>
                <a:lnTo>
                  <a:pt x="5304" y="594"/>
                </a:lnTo>
                <a:lnTo>
                  <a:pt x="5305" y="594"/>
                </a:lnTo>
                <a:lnTo>
                  <a:pt x="5305" y="595"/>
                </a:lnTo>
                <a:lnTo>
                  <a:pt x="5306" y="595"/>
                </a:lnTo>
                <a:lnTo>
                  <a:pt x="5307" y="595"/>
                </a:lnTo>
                <a:lnTo>
                  <a:pt x="5308" y="595"/>
                </a:lnTo>
                <a:lnTo>
                  <a:pt x="5308" y="596"/>
                </a:lnTo>
                <a:lnTo>
                  <a:pt x="5309" y="596"/>
                </a:lnTo>
                <a:lnTo>
                  <a:pt x="5310" y="596"/>
                </a:lnTo>
                <a:lnTo>
                  <a:pt x="5311" y="597"/>
                </a:lnTo>
                <a:lnTo>
                  <a:pt x="5312" y="597"/>
                </a:lnTo>
                <a:lnTo>
                  <a:pt x="5314" y="598"/>
                </a:lnTo>
                <a:lnTo>
                  <a:pt x="5315" y="598"/>
                </a:lnTo>
                <a:lnTo>
                  <a:pt x="5316" y="598"/>
                </a:lnTo>
                <a:lnTo>
                  <a:pt x="5317" y="598"/>
                </a:lnTo>
                <a:lnTo>
                  <a:pt x="5319" y="598"/>
                </a:lnTo>
                <a:lnTo>
                  <a:pt x="5320" y="598"/>
                </a:lnTo>
                <a:lnTo>
                  <a:pt x="5321" y="598"/>
                </a:lnTo>
                <a:lnTo>
                  <a:pt x="5322" y="598"/>
                </a:lnTo>
                <a:lnTo>
                  <a:pt x="5323" y="598"/>
                </a:lnTo>
                <a:lnTo>
                  <a:pt x="5324" y="598"/>
                </a:lnTo>
                <a:lnTo>
                  <a:pt x="5324" y="597"/>
                </a:lnTo>
                <a:lnTo>
                  <a:pt x="5325" y="597"/>
                </a:lnTo>
                <a:lnTo>
                  <a:pt x="5326" y="597"/>
                </a:lnTo>
                <a:lnTo>
                  <a:pt x="5326" y="596"/>
                </a:lnTo>
                <a:lnTo>
                  <a:pt x="5326" y="595"/>
                </a:lnTo>
                <a:lnTo>
                  <a:pt x="5327" y="595"/>
                </a:lnTo>
                <a:lnTo>
                  <a:pt x="5326" y="594"/>
                </a:lnTo>
                <a:lnTo>
                  <a:pt x="5325" y="593"/>
                </a:lnTo>
                <a:lnTo>
                  <a:pt x="5325" y="592"/>
                </a:lnTo>
                <a:lnTo>
                  <a:pt x="5325" y="591"/>
                </a:lnTo>
                <a:lnTo>
                  <a:pt x="5325" y="590"/>
                </a:lnTo>
                <a:lnTo>
                  <a:pt x="5326" y="590"/>
                </a:lnTo>
                <a:lnTo>
                  <a:pt x="5326" y="589"/>
                </a:lnTo>
                <a:lnTo>
                  <a:pt x="5326" y="588"/>
                </a:lnTo>
                <a:lnTo>
                  <a:pt x="5327" y="588"/>
                </a:lnTo>
                <a:lnTo>
                  <a:pt x="5327" y="587"/>
                </a:lnTo>
                <a:lnTo>
                  <a:pt x="5327" y="586"/>
                </a:lnTo>
                <a:lnTo>
                  <a:pt x="5328" y="586"/>
                </a:lnTo>
                <a:lnTo>
                  <a:pt x="5328" y="585"/>
                </a:lnTo>
                <a:lnTo>
                  <a:pt x="5329" y="585"/>
                </a:lnTo>
                <a:lnTo>
                  <a:pt x="5330" y="585"/>
                </a:lnTo>
                <a:lnTo>
                  <a:pt x="5330" y="584"/>
                </a:lnTo>
                <a:lnTo>
                  <a:pt x="5331" y="584"/>
                </a:lnTo>
                <a:lnTo>
                  <a:pt x="5332" y="584"/>
                </a:lnTo>
                <a:lnTo>
                  <a:pt x="5332" y="583"/>
                </a:lnTo>
                <a:lnTo>
                  <a:pt x="5333" y="583"/>
                </a:lnTo>
                <a:lnTo>
                  <a:pt x="5333" y="582"/>
                </a:lnTo>
                <a:lnTo>
                  <a:pt x="5334" y="582"/>
                </a:lnTo>
                <a:lnTo>
                  <a:pt x="5334" y="581"/>
                </a:lnTo>
                <a:lnTo>
                  <a:pt x="5333" y="580"/>
                </a:lnTo>
                <a:lnTo>
                  <a:pt x="5333" y="579"/>
                </a:lnTo>
                <a:lnTo>
                  <a:pt x="5332" y="579"/>
                </a:lnTo>
                <a:lnTo>
                  <a:pt x="5332" y="578"/>
                </a:lnTo>
                <a:lnTo>
                  <a:pt x="5331" y="577"/>
                </a:lnTo>
                <a:lnTo>
                  <a:pt x="5331" y="576"/>
                </a:lnTo>
                <a:lnTo>
                  <a:pt x="5331" y="575"/>
                </a:lnTo>
                <a:lnTo>
                  <a:pt x="5332" y="574"/>
                </a:lnTo>
                <a:lnTo>
                  <a:pt x="5333" y="573"/>
                </a:lnTo>
                <a:lnTo>
                  <a:pt x="5334" y="573"/>
                </a:lnTo>
                <a:lnTo>
                  <a:pt x="5335" y="573"/>
                </a:lnTo>
                <a:lnTo>
                  <a:pt x="5336" y="573"/>
                </a:lnTo>
                <a:lnTo>
                  <a:pt x="5337" y="573"/>
                </a:lnTo>
                <a:lnTo>
                  <a:pt x="5338" y="573"/>
                </a:lnTo>
                <a:lnTo>
                  <a:pt x="5338" y="574"/>
                </a:lnTo>
                <a:lnTo>
                  <a:pt x="5339" y="575"/>
                </a:lnTo>
                <a:lnTo>
                  <a:pt x="5340" y="576"/>
                </a:lnTo>
                <a:lnTo>
                  <a:pt x="5341" y="576"/>
                </a:lnTo>
                <a:lnTo>
                  <a:pt x="5342" y="576"/>
                </a:lnTo>
                <a:lnTo>
                  <a:pt x="5342" y="577"/>
                </a:lnTo>
                <a:lnTo>
                  <a:pt x="5344" y="577"/>
                </a:lnTo>
                <a:lnTo>
                  <a:pt x="5345" y="576"/>
                </a:lnTo>
                <a:lnTo>
                  <a:pt x="5346" y="575"/>
                </a:lnTo>
                <a:lnTo>
                  <a:pt x="5347" y="575"/>
                </a:lnTo>
                <a:lnTo>
                  <a:pt x="5347" y="574"/>
                </a:lnTo>
                <a:lnTo>
                  <a:pt x="5348" y="573"/>
                </a:lnTo>
                <a:lnTo>
                  <a:pt x="5348" y="572"/>
                </a:lnTo>
                <a:lnTo>
                  <a:pt x="5349" y="572"/>
                </a:lnTo>
                <a:lnTo>
                  <a:pt x="5349" y="571"/>
                </a:lnTo>
                <a:lnTo>
                  <a:pt x="5350" y="570"/>
                </a:lnTo>
                <a:lnTo>
                  <a:pt x="5350" y="569"/>
                </a:lnTo>
                <a:lnTo>
                  <a:pt x="5354" y="568"/>
                </a:lnTo>
                <a:lnTo>
                  <a:pt x="5356" y="567"/>
                </a:lnTo>
                <a:lnTo>
                  <a:pt x="5361" y="566"/>
                </a:lnTo>
                <a:lnTo>
                  <a:pt x="5362" y="566"/>
                </a:lnTo>
                <a:lnTo>
                  <a:pt x="5363" y="564"/>
                </a:lnTo>
                <a:lnTo>
                  <a:pt x="5364" y="562"/>
                </a:lnTo>
                <a:lnTo>
                  <a:pt x="5364" y="561"/>
                </a:lnTo>
                <a:lnTo>
                  <a:pt x="5365" y="561"/>
                </a:lnTo>
                <a:lnTo>
                  <a:pt x="5365" y="560"/>
                </a:lnTo>
                <a:lnTo>
                  <a:pt x="5366" y="559"/>
                </a:lnTo>
                <a:lnTo>
                  <a:pt x="5366" y="558"/>
                </a:lnTo>
                <a:lnTo>
                  <a:pt x="5367" y="558"/>
                </a:lnTo>
                <a:lnTo>
                  <a:pt x="5368" y="557"/>
                </a:lnTo>
                <a:lnTo>
                  <a:pt x="5369" y="557"/>
                </a:lnTo>
                <a:lnTo>
                  <a:pt x="5370" y="557"/>
                </a:lnTo>
                <a:lnTo>
                  <a:pt x="5370" y="556"/>
                </a:lnTo>
                <a:lnTo>
                  <a:pt x="5371" y="556"/>
                </a:lnTo>
                <a:lnTo>
                  <a:pt x="5372" y="556"/>
                </a:lnTo>
                <a:lnTo>
                  <a:pt x="5373" y="556"/>
                </a:lnTo>
                <a:lnTo>
                  <a:pt x="5375" y="556"/>
                </a:lnTo>
                <a:lnTo>
                  <a:pt x="5376" y="556"/>
                </a:lnTo>
                <a:lnTo>
                  <a:pt x="5378" y="556"/>
                </a:lnTo>
                <a:lnTo>
                  <a:pt x="5380" y="556"/>
                </a:lnTo>
                <a:lnTo>
                  <a:pt x="5381" y="556"/>
                </a:lnTo>
                <a:lnTo>
                  <a:pt x="5382" y="556"/>
                </a:lnTo>
                <a:lnTo>
                  <a:pt x="5383" y="556"/>
                </a:lnTo>
                <a:lnTo>
                  <a:pt x="5384" y="557"/>
                </a:lnTo>
                <a:lnTo>
                  <a:pt x="5385" y="557"/>
                </a:lnTo>
                <a:lnTo>
                  <a:pt x="5386" y="558"/>
                </a:lnTo>
                <a:lnTo>
                  <a:pt x="5388" y="559"/>
                </a:lnTo>
                <a:lnTo>
                  <a:pt x="5389" y="559"/>
                </a:lnTo>
                <a:lnTo>
                  <a:pt x="5390" y="559"/>
                </a:lnTo>
                <a:lnTo>
                  <a:pt x="5391" y="559"/>
                </a:lnTo>
                <a:lnTo>
                  <a:pt x="5392" y="559"/>
                </a:lnTo>
                <a:lnTo>
                  <a:pt x="5392" y="558"/>
                </a:lnTo>
                <a:lnTo>
                  <a:pt x="5393" y="558"/>
                </a:lnTo>
                <a:lnTo>
                  <a:pt x="5394" y="558"/>
                </a:lnTo>
                <a:lnTo>
                  <a:pt x="5395" y="557"/>
                </a:lnTo>
                <a:lnTo>
                  <a:pt x="5396" y="557"/>
                </a:lnTo>
                <a:lnTo>
                  <a:pt x="5397" y="557"/>
                </a:lnTo>
                <a:lnTo>
                  <a:pt x="5397" y="556"/>
                </a:lnTo>
                <a:lnTo>
                  <a:pt x="5398" y="556"/>
                </a:lnTo>
                <a:lnTo>
                  <a:pt x="5398" y="557"/>
                </a:lnTo>
                <a:lnTo>
                  <a:pt x="5399" y="557"/>
                </a:lnTo>
                <a:lnTo>
                  <a:pt x="5400" y="557"/>
                </a:lnTo>
                <a:lnTo>
                  <a:pt x="5401" y="557"/>
                </a:lnTo>
                <a:lnTo>
                  <a:pt x="5401" y="558"/>
                </a:lnTo>
                <a:lnTo>
                  <a:pt x="5404" y="558"/>
                </a:lnTo>
                <a:lnTo>
                  <a:pt x="5405" y="558"/>
                </a:lnTo>
                <a:lnTo>
                  <a:pt x="5406" y="558"/>
                </a:lnTo>
                <a:lnTo>
                  <a:pt x="5406" y="557"/>
                </a:lnTo>
                <a:lnTo>
                  <a:pt x="5407" y="557"/>
                </a:lnTo>
                <a:lnTo>
                  <a:pt x="5408" y="557"/>
                </a:lnTo>
                <a:lnTo>
                  <a:pt x="5409" y="558"/>
                </a:lnTo>
                <a:lnTo>
                  <a:pt x="5410" y="558"/>
                </a:lnTo>
                <a:lnTo>
                  <a:pt x="5410" y="557"/>
                </a:lnTo>
                <a:lnTo>
                  <a:pt x="5411" y="557"/>
                </a:lnTo>
                <a:lnTo>
                  <a:pt x="5412" y="557"/>
                </a:lnTo>
                <a:lnTo>
                  <a:pt x="5412" y="556"/>
                </a:lnTo>
                <a:lnTo>
                  <a:pt x="5412" y="555"/>
                </a:lnTo>
                <a:lnTo>
                  <a:pt x="5413" y="553"/>
                </a:lnTo>
                <a:lnTo>
                  <a:pt x="5414" y="551"/>
                </a:lnTo>
                <a:lnTo>
                  <a:pt x="5414" y="550"/>
                </a:lnTo>
                <a:lnTo>
                  <a:pt x="5415" y="550"/>
                </a:lnTo>
                <a:lnTo>
                  <a:pt x="5416" y="549"/>
                </a:lnTo>
                <a:lnTo>
                  <a:pt x="5417" y="549"/>
                </a:lnTo>
                <a:lnTo>
                  <a:pt x="5418" y="549"/>
                </a:lnTo>
                <a:lnTo>
                  <a:pt x="5419" y="550"/>
                </a:lnTo>
                <a:lnTo>
                  <a:pt x="5420" y="550"/>
                </a:lnTo>
                <a:lnTo>
                  <a:pt x="5422" y="551"/>
                </a:lnTo>
                <a:lnTo>
                  <a:pt x="5423" y="551"/>
                </a:lnTo>
                <a:lnTo>
                  <a:pt x="5424" y="551"/>
                </a:lnTo>
                <a:lnTo>
                  <a:pt x="5425" y="550"/>
                </a:lnTo>
                <a:lnTo>
                  <a:pt x="5426" y="550"/>
                </a:lnTo>
                <a:lnTo>
                  <a:pt x="5426" y="549"/>
                </a:lnTo>
                <a:lnTo>
                  <a:pt x="5427" y="548"/>
                </a:lnTo>
                <a:lnTo>
                  <a:pt x="5427" y="546"/>
                </a:lnTo>
                <a:lnTo>
                  <a:pt x="5427" y="545"/>
                </a:lnTo>
                <a:lnTo>
                  <a:pt x="5427" y="544"/>
                </a:lnTo>
                <a:lnTo>
                  <a:pt x="5428" y="544"/>
                </a:lnTo>
                <a:lnTo>
                  <a:pt x="5428" y="543"/>
                </a:lnTo>
                <a:lnTo>
                  <a:pt x="5429" y="543"/>
                </a:lnTo>
                <a:lnTo>
                  <a:pt x="5430" y="543"/>
                </a:lnTo>
                <a:lnTo>
                  <a:pt x="5431" y="543"/>
                </a:lnTo>
                <a:lnTo>
                  <a:pt x="5432" y="543"/>
                </a:lnTo>
                <a:lnTo>
                  <a:pt x="5433" y="543"/>
                </a:lnTo>
                <a:lnTo>
                  <a:pt x="5434" y="543"/>
                </a:lnTo>
                <a:lnTo>
                  <a:pt x="5434" y="542"/>
                </a:lnTo>
                <a:lnTo>
                  <a:pt x="5435" y="542"/>
                </a:lnTo>
                <a:lnTo>
                  <a:pt x="5436" y="542"/>
                </a:lnTo>
                <a:lnTo>
                  <a:pt x="5436" y="541"/>
                </a:lnTo>
                <a:lnTo>
                  <a:pt x="5437" y="541"/>
                </a:lnTo>
                <a:lnTo>
                  <a:pt x="5438" y="541"/>
                </a:lnTo>
                <a:lnTo>
                  <a:pt x="5440" y="541"/>
                </a:lnTo>
                <a:lnTo>
                  <a:pt x="5441" y="540"/>
                </a:lnTo>
                <a:lnTo>
                  <a:pt x="5442" y="540"/>
                </a:lnTo>
                <a:lnTo>
                  <a:pt x="5444" y="539"/>
                </a:lnTo>
                <a:lnTo>
                  <a:pt x="5445" y="539"/>
                </a:lnTo>
                <a:lnTo>
                  <a:pt x="5446" y="538"/>
                </a:lnTo>
                <a:lnTo>
                  <a:pt x="5447" y="538"/>
                </a:lnTo>
                <a:lnTo>
                  <a:pt x="5448" y="538"/>
                </a:lnTo>
                <a:lnTo>
                  <a:pt x="5449" y="538"/>
                </a:lnTo>
                <a:lnTo>
                  <a:pt x="5450" y="538"/>
                </a:lnTo>
                <a:lnTo>
                  <a:pt x="5450" y="539"/>
                </a:lnTo>
                <a:lnTo>
                  <a:pt x="5451" y="539"/>
                </a:lnTo>
                <a:lnTo>
                  <a:pt x="5451" y="538"/>
                </a:lnTo>
                <a:lnTo>
                  <a:pt x="5452" y="538"/>
                </a:lnTo>
                <a:lnTo>
                  <a:pt x="5453" y="538"/>
                </a:lnTo>
                <a:lnTo>
                  <a:pt x="5453" y="537"/>
                </a:lnTo>
                <a:lnTo>
                  <a:pt x="5454" y="536"/>
                </a:lnTo>
                <a:lnTo>
                  <a:pt x="5455" y="535"/>
                </a:lnTo>
                <a:lnTo>
                  <a:pt x="5457" y="535"/>
                </a:lnTo>
                <a:lnTo>
                  <a:pt x="5458" y="534"/>
                </a:lnTo>
                <a:lnTo>
                  <a:pt x="5459" y="535"/>
                </a:lnTo>
                <a:lnTo>
                  <a:pt x="5460" y="535"/>
                </a:lnTo>
                <a:lnTo>
                  <a:pt x="5461" y="535"/>
                </a:lnTo>
                <a:lnTo>
                  <a:pt x="5462" y="535"/>
                </a:lnTo>
                <a:lnTo>
                  <a:pt x="5463" y="535"/>
                </a:lnTo>
                <a:lnTo>
                  <a:pt x="5464" y="535"/>
                </a:lnTo>
                <a:lnTo>
                  <a:pt x="5465" y="534"/>
                </a:lnTo>
                <a:lnTo>
                  <a:pt x="5466" y="534"/>
                </a:lnTo>
                <a:lnTo>
                  <a:pt x="5466" y="533"/>
                </a:lnTo>
                <a:lnTo>
                  <a:pt x="5467" y="532"/>
                </a:lnTo>
                <a:lnTo>
                  <a:pt x="5468" y="531"/>
                </a:lnTo>
                <a:lnTo>
                  <a:pt x="5469" y="530"/>
                </a:lnTo>
                <a:lnTo>
                  <a:pt x="5471" y="530"/>
                </a:lnTo>
                <a:lnTo>
                  <a:pt x="5473" y="530"/>
                </a:lnTo>
                <a:lnTo>
                  <a:pt x="5474" y="530"/>
                </a:lnTo>
                <a:lnTo>
                  <a:pt x="5475" y="530"/>
                </a:lnTo>
                <a:lnTo>
                  <a:pt x="5476" y="530"/>
                </a:lnTo>
                <a:lnTo>
                  <a:pt x="5478" y="530"/>
                </a:lnTo>
                <a:lnTo>
                  <a:pt x="5479" y="530"/>
                </a:lnTo>
                <a:lnTo>
                  <a:pt x="5480" y="531"/>
                </a:lnTo>
                <a:lnTo>
                  <a:pt x="5481" y="531"/>
                </a:lnTo>
                <a:lnTo>
                  <a:pt x="5482" y="531"/>
                </a:lnTo>
                <a:lnTo>
                  <a:pt x="5483" y="531"/>
                </a:lnTo>
                <a:lnTo>
                  <a:pt x="5485" y="530"/>
                </a:lnTo>
                <a:lnTo>
                  <a:pt x="5486" y="530"/>
                </a:lnTo>
                <a:lnTo>
                  <a:pt x="5488" y="529"/>
                </a:lnTo>
                <a:lnTo>
                  <a:pt x="5489" y="528"/>
                </a:lnTo>
                <a:lnTo>
                  <a:pt x="5490" y="528"/>
                </a:lnTo>
                <a:lnTo>
                  <a:pt x="5491" y="528"/>
                </a:lnTo>
                <a:lnTo>
                  <a:pt x="5492" y="528"/>
                </a:lnTo>
                <a:lnTo>
                  <a:pt x="5493" y="527"/>
                </a:lnTo>
                <a:lnTo>
                  <a:pt x="5496" y="526"/>
                </a:lnTo>
                <a:lnTo>
                  <a:pt x="5497" y="526"/>
                </a:lnTo>
                <a:lnTo>
                  <a:pt x="5498" y="526"/>
                </a:lnTo>
                <a:lnTo>
                  <a:pt x="5500" y="527"/>
                </a:lnTo>
                <a:lnTo>
                  <a:pt x="5502" y="527"/>
                </a:lnTo>
                <a:lnTo>
                  <a:pt x="5502" y="528"/>
                </a:lnTo>
                <a:lnTo>
                  <a:pt x="5503" y="528"/>
                </a:lnTo>
                <a:lnTo>
                  <a:pt x="5504" y="528"/>
                </a:lnTo>
                <a:lnTo>
                  <a:pt x="5506" y="528"/>
                </a:lnTo>
                <a:lnTo>
                  <a:pt x="5507" y="528"/>
                </a:lnTo>
                <a:lnTo>
                  <a:pt x="5507" y="527"/>
                </a:lnTo>
                <a:lnTo>
                  <a:pt x="5509" y="527"/>
                </a:lnTo>
                <a:lnTo>
                  <a:pt x="5510" y="527"/>
                </a:lnTo>
                <a:lnTo>
                  <a:pt x="5511" y="528"/>
                </a:lnTo>
                <a:lnTo>
                  <a:pt x="5512" y="528"/>
                </a:lnTo>
                <a:lnTo>
                  <a:pt x="5512" y="527"/>
                </a:lnTo>
                <a:lnTo>
                  <a:pt x="5513" y="527"/>
                </a:lnTo>
                <a:lnTo>
                  <a:pt x="5515" y="528"/>
                </a:lnTo>
                <a:lnTo>
                  <a:pt x="5516" y="528"/>
                </a:lnTo>
                <a:lnTo>
                  <a:pt x="5517" y="529"/>
                </a:lnTo>
                <a:lnTo>
                  <a:pt x="5518" y="530"/>
                </a:lnTo>
                <a:lnTo>
                  <a:pt x="5521" y="531"/>
                </a:lnTo>
                <a:lnTo>
                  <a:pt x="5521" y="532"/>
                </a:lnTo>
                <a:lnTo>
                  <a:pt x="5522" y="532"/>
                </a:lnTo>
                <a:lnTo>
                  <a:pt x="5523" y="531"/>
                </a:lnTo>
                <a:lnTo>
                  <a:pt x="5524" y="531"/>
                </a:lnTo>
                <a:lnTo>
                  <a:pt x="5525" y="531"/>
                </a:lnTo>
                <a:lnTo>
                  <a:pt x="5527" y="530"/>
                </a:lnTo>
                <a:lnTo>
                  <a:pt x="5528" y="529"/>
                </a:lnTo>
                <a:lnTo>
                  <a:pt x="5529" y="527"/>
                </a:lnTo>
                <a:lnTo>
                  <a:pt x="5529" y="526"/>
                </a:lnTo>
                <a:lnTo>
                  <a:pt x="5531" y="525"/>
                </a:lnTo>
                <a:lnTo>
                  <a:pt x="5533" y="524"/>
                </a:lnTo>
                <a:lnTo>
                  <a:pt x="5536" y="523"/>
                </a:lnTo>
                <a:lnTo>
                  <a:pt x="5537" y="523"/>
                </a:lnTo>
                <a:lnTo>
                  <a:pt x="5540" y="524"/>
                </a:lnTo>
                <a:lnTo>
                  <a:pt x="5542" y="525"/>
                </a:lnTo>
                <a:lnTo>
                  <a:pt x="5545" y="525"/>
                </a:lnTo>
                <a:lnTo>
                  <a:pt x="5545" y="524"/>
                </a:lnTo>
                <a:lnTo>
                  <a:pt x="5546" y="524"/>
                </a:lnTo>
                <a:lnTo>
                  <a:pt x="5547" y="523"/>
                </a:lnTo>
                <a:lnTo>
                  <a:pt x="5547" y="522"/>
                </a:lnTo>
                <a:lnTo>
                  <a:pt x="5549" y="523"/>
                </a:lnTo>
                <a:lnTo>
                  <a:pt x="5550" y="524"/>
                </a:lnTo>
                <a:lnTo>
                  <a:pt x="5550" y="525"/>
                </a:lnTo>
                <a:lnTo>
                  <a:pt x="5550" y="527"/>
                </a:lnTo>
                <a:lnTo>
                  <a:pt x="5549" y="529"/>
                </a:lnTo>
                <a:lnTo>
                  <a:pt x="5548" y="529"/>
                </a:lnTo>
                <a:lnTo>
                  <a:pt x="5547" y="530"/>
                </a:lnTo>
                <a:lnTo>
                  <a:pt x="5545" y="531"/>
                </a:lnTo>
                <a:lnTo>
                  <a:pt x="5543" y="532"/>
                </a:lnTo>
                <a:lnTo>
                  <a:pt x="5541" y="532"/>
                </a:lnTo>
                <a:lnTo>
                  <a:pt x="5540" y="533"/>
                </a:lnTo>
                <a:lnTo>
                  <a:pt x="5539" y="533"/>
                </a:lnTo>
                <a:lnTo>
                  <a:pt x="5538" y="533"/>
                </a:lnTo>
                <a:lnTo>
                  <a:pt x="5537" y="534"/>
                </a:lnTo>
                <a:lnTo>
                  <a:pt x="5534" y="534"/>
                </a:lnTo>
                <a:lnTo>
                  <a:pt x="5532" y="535"/>
                </a:lnTo>
                <a:lnTo>
                  <a:pt x="5531" y="535"/>
                </a:lnTo>
                <a:lnTo>
                  <a:pt x="5529" y="535"/>
                </a:lnTo>
                <a:lnTo>
                  <a:pt x="5528" y="536"/>
                </a:lnTo>
                <a:lnTo>
                  <a:pt x="5527" y="536"/>
                </a:lnTo>
                <a:lnTo>
                  <a:pt x="5527" y="537"/>
                </a:lnTo>
                <a:lnTo>
                  <a:pt x="5526" y="537"/>
                </a:lnTo>
                <a:lnTo>
                  <a:pt x="5525" y="537"/>
                </a:lnTo>
                <a:lnTo>
                  <a:pt x="5525" y="538"/>
                </a:lnTo>
                <a:lnTo>
                  <a:pt x="5524" y="539"/>
                </a:lnTo>
                <a:lnTo>
                  <a:pt x="5523" y="539"/>
                </a:lnTo>
                <a:lnTo>
                  <a:pt x="5523" y="540"/>
                </a:lnTo>
                <a:lnTo>
                  <a:pt x="5521" y="540"/>
                </a:lnTo>
                <a:lnTo>
                  <a:pt x="5520" y="540"/>
                </a:lnTo>
                <a:lnTo>
                  <a:pt x="5520" y="541"/>
                </a:lnTo>
                <a:lnTo>
                  <a:pt x="5519" y="541"/>
                </a:lnTo>
                <a:lnTo>
                  <a:pt x="5518" y="541"/>
                </a:lnTo>
                <a:lnTo>
                  <a:pt x="5517" y="541"/>
                </a:lnTo>
                <a:lnTo>
                  <a:pt x="5517" y="542"/>
                </a:lnTo>
                <a:lnTo>
                  <a:pt x="5516" y="542"/>
                </a:lnTo>
                <a:lnTo>
                  <a:pt x="5515" y="542"/>
                </a:lnTo>
                <a:lnTo>
                  <a:pt x="5514" y="542"/>
                </a:lnTo>
                <a:lnTo>
                  <a:pt x="5513" y="543"/>
                </a:lnTo>
                <a:lnTo>
                  <a:pt x="5513" y="544"/>
                </a:lnTo>
                <a:lnTo>
                  <a:pt x="5512" y="544"/>
                </a:lnTo>
                <a:lnTo>
                  <a:pt x="5512" y="545"/>
                </a:lnTo>
                <a:lnTo>
                  <a:pt x="5512" y="546"/>
                </a:lnTo>
                <a:lnTo>
                  <a:pt x="5512" y="547"/>
                </a:lnTo>
                <a:lnTo>
                  <a:pt x="5512" y="548"/>
                </a:lnTo>
                <a:lnTo>
                  <a:pt x="5512" y="549"/>
                </a:lnTo>
                <a:lnTo>
                  <a:pt x="5513" y="550"/>
                </a:lnTo>
                <a:lnTo>
                  <a:pt x="5512" y="551"/>
                </a:lnTo>
                <a:lnTo>
                  <a:pt x="5512" y="552"/>
                </a:lnTo>
                <a:lnTo>
                  <a:pt x="5512" y="553"/>
                </a:lnTo>
                <a:lnTo>
                  <a:pt x="5513" y="553"/>
                </a:lnTo>
                <a:lnTo>
                  <a:pt x="5513" y="554"/>
                </a:lnTo>
                <a:lnTo>
                  <a:pt x="5512" y="554"/>
                </a:lnTo>
                <a:lnTo>
                  <a:pt x="5512" y="555"/>
                </a:lnTo>
                <a:lnTo>
                  <a:pt x="5511" y="556"/>
                </a:lnTo>
                <a:lnTo>
                  <a:pt x="5510" y="556"/>
                </a:lnTo>
                <a:lnTo>
                  <a:pt x="5510" y="557"/>
                </a:lnTo>
                <a:lnTo>
                  <a:pt x="5509" y="557"/>
                </a:lnTo>
                <a:lnTo>
                  <a:pt x="5509" y="559"/>
                </a:lnTo>
                <a:lnTo>
                  <a:pt x="5508" y="560"/>
                </a:lnTo>
                <a:lnTo>
                  <a:pt x="5507" y="560"/>
                </a:lnTo>
                <a:lnTo>
                  <a:pt x="5506" y="561"/>
                </a:lnTo>
                <a:lnTo>
                  <a:pt x="5505" y="562"/>
                </a:lnTo>
                <a:lnTo>
                  <a:pt x="5505" y="563"/>
                </a:lnTo>
                <a:lnTo>
                  <a:pt x="5504" y="563"/>
                </a:lnTo>
                <a:lnTo>
                  <a:pt x="5504" y="564"/>
                </a:lnTo>
                <a:lnTo>
                  <a:pt x="5504" y="565"/>
                </a:lnTo>
                <a:lnTo>
                  <a:pt x="5503" y="565"/>
                </a:lnTo>
                <a:lnTo>
                  <a:pt x="5502" y="565"/>
                </a:lnTo>
                <a:lnTo>
                  <a:pt x="5502" y="566"/>
                </a:lnTo>
                <a:lnTo>
                  <a:pt x="5501" y="566"/>
                </a:lnTo>
                <a:lnTo>
                  <a:pt x="5501" y="567"/>
                </a:lnTo>
                <a:lnTo>
                  <a:pt x="5502" y="567"/>
                </a:lnTo>
                <a:lnTo>
                  <a:pt x="5502" y="568"/>
                </a:lnTo>
                <a:lnTo>
                  <a:pt x="5502" y="569"/>
                </a:lnTo>
                <a:lnTo>
                  <a:pt x="5501" y="570"/>
                </a:lnTo>
                <a:lnTo>
                  <a:pt x="5501" y="571"/>
                </a:lnTo>
                <a:lnTo>
                  <a:pt x="5502" y="572"/>
                </a:lnTo>
                <a:lnTo>
                  <a:pt x="5503" y="572"/>
                </a:lnTo>
                <a:lnTo>
                  <a:pt x="5503" y="573"/>
                </a:lnTo>
                <a:lnTo>
                  <a:pt x="5504" y="573"/>
                </a:lnTo>
                <a:lnTo>
                  <a:pt x="5504" y="574"/>
                </a:lnTo>
                <a:lnTo>
                  <a:pt x="5505" y="574"/>
                </a:lnTo>
                <a:lnTo>
                  <a:pt x="5506" y="575"/>
                </a:lnTo>
                <a:lnTo>
                  <a:pt x="5506" y="576"/>
                </a:lnTo>
                <a:lnTo>
                  <a:pt x="5506" y="577"/>
                </a:lnTo>
                <a:lnTo>
                  <a:pt x="5507" y="577"/>
                </a:lnTo>
                <a:lnTo>
                  <a:pt x="5507" y="578"/>
                </a:lnTo>
                <a:lnTo>
                  <a:pt x="5506" y="578"/>
                </a:lnTo>
                <a:lnTo>
                  <a:pt x="5506" y="579"/>
                </a:lnTo>
                <a:lnTo>
                  <a:pt x="5507" y="579"/>
                </a:lnTo>
                <a:lnTo>
                  <a:pt x="5510" y="579"/>
                </a:lnTo>
                <a:lnTo>
                  <a:pt x="5511" y="580"/>
                </a:lnTo>
                <a:lnTo>
                  <a:pt x="5512" y="580"/>
                </a:lnTo>
                <a:lnTo>
                  <a:pt x="5512" y="581"/>
                </a:lnTo>
                <a:lnTo>
                  <a:pt x="5512" y="582"/>
                </a:lnTo>
                <a:lnTo>
                  <a:pt x="5512" y="583"/>
                </a:lnTo>
                <a:lnTo>
                  <a:pt x="5512" y="584"/>
                </a:lnTo>
                <a:lnTo>
                  <a:pt x="5512" y="585"/>
                </a:lnTo>
                <a:lnTo>
                  <a:pt x="5512" y="586"/>
                </a:lnTo>
                <a:lnTo>
                  <a:pt x="5512" y="587"/>
                </a:lnTo>
                <a:lnTo>
                  <a:pt x="5513" y="588"/>
                </a:lnTo>
                <a:lnTo>
                  <a:pt x="5513" y="589"/>
                </a:lnTo>
                <a:lnTo>
                  <a:pt x="5514" y="589"/>
                </a:lnTo>
                <a:lnTo>
                  <a:pt x="5515" y="589"/>
                </a:lnTo>
                <a:lnTo>
                  <a:pt x="5516" y="590"/>
                </a:lnTo>
                <a:lnTo>
                  <a:pt x="5517" y="591"/>
                </a:lnTo>
                <a:lnTo>
                  <a:pt x="5518" y="591"/>
                </a:lnTo>
                <a:lnTo>
                  <a:pt x="5518" y="592"/>
                </a:lnTo>
                <a:lnTo>
                  <a:pt x="5519" y="592"/>
                </a:lnTo>
                <a:lnTo>
                  <a:pt x="5519" y="593"/>
                </a:lnTo>
                <a:lnTo>
                  <a:pt x="5520" y="593"/>
                </a:lnTo>
                <a:lnTo>
                  <a:pt x="5521" y="593"/>
                </a:lnTo>
                <a:lnTo>
                  <a:pt x="5521" y="594"/>
                </a:lnTo>
                <a:lnTo>
                  <a:pt x="5521" y="595"/>
                </a:lnTo>
                <a:lnTo>
                  <a:pt x="5522" y="595"/>
                </a:lnTo>
                <a:lnTo>
                  <a:pt x="5522" y="596"/>
                </a:lnTo>
                <a:lnTo>
                  <a:pt x="5522" y="597"/>
                </a:lnTo>
                <a:lnTo>
                  <a:pt x="5522" y="598"/>
                </a:lnTo>
                <a:lnTo>
                  <a:pt x="5521" y="598"/>
                </a:lnTo>
                <a:lnTo>
                  <a:pt x="5521" y="599"/>
                </a:lnTo>
                <a:lnTo>
                  <a:pt x="5520" y="600"/>
                </a:lnTo>
                <a:lnTo>
                  <a:pt x="5520" y="601"/>
                </a:lnTo>
                <a:lnTo>
                  <a:pt x="5519" y="601"/>
                </a:lnTo>
                <a:lnTo>
                  <a:pt x="5519" y="602"/>
                </a:lnTo>
                <a:lnTo>
                  <a:pt x="5518" y="602"/>
                </a:lnTo>
                <a:lnTo>
                  <a:pt x="5518" y="603"/>
                </a:lnTo>
                <a:lnTo>
                  <a:pt x="5517" y="603"/>
                </a:lnTo>
                <a:lnTo>
                  <a:pt x="5517" y="604"/>
                </a:lnTo>
                <a:lnTo>
                  <a:pt x="5516" y="605"/>
                </a:lnTo>
                <a:lnTo>
                  <a:pt x="5515" y="605"/>
                </a:lnTo>
                <a:lnTo>
                  <a:pt x="5515" y="606"/>
                </a:lnTo>
                <a:lnTo>
                  <a:pt x="5514" y="606"/>
                </a:lnTo>
                <a:lnTo>
                  <a:pt x="5513" y="607"/>
                </a:lnTo>
                <a:lnTo>
                  <a:pt x="5513" y="608"/>
                </a:lnTo>
                <a:lnTo>
                  <a:pt x="5513" y="609"/>
                </a:lnTo>
                <a:lnTo>
                  <a:pt x="5513" y="610"/>
                </a:lnTo>
                <a:lnTo>
                  <a:pt x="5513" y="611"/>
                </a:lnTo>
                <a:lnTo>
                  <a:pt x="5513" y="612"/>
                </a:lnTo>
                <a:lnTo>
                  <a:pt x="5512" y="612"/>
                </a:lnTo>
                <a:lnTo>
                  <a:pt x="5511" y="612"/>
                </a:lnTo>
                <a:lnTo>
                  <a:pt x="5511" y="613"/>
                </a:lnTo>
                <a:lnTo>
                  <a:pt x="5510" y="613"/>
                </a:lnTo>
                <a:lnTo>
                  <a:pt x="5510" y="614"/>
                </a:lnTo>
                <a:lnTo>
                  <a:pt x="5509" y="614"/>
                </a:lnTo>
                <a:lnTo>
                  <a:pt x="5509" y="615"/>
                </a:lnTo>
                <a:lnTo>
                  <a:pt x="5509" y="616"/>
                </a:lnTo>
                <a:lnTo>
                  <a:pt x="5508" y="616"/>
                </a:lnTo>
                <a:lnTo>
                  <a:pt x="5508" y="617"/>
                </a:lnTo>
                <a:lnTo>
                  <a:pt x="5507" y="617"/>
                </a:lnTo>
                <a:lnTo>
                  <a:pt x="5506" y="617"/>
                </a:lnTo>
                <a:lnTo>
                  <a:pt x="5505" y="618"/>
                </a:lnTo>
                <a:lnTo>
                  <a:pt x="5504" y="618"/>
                </a:lnTo>
                <a:lnTo>
                  <a:pt x="5504" y="619"/>
                </a:lnTo>
                <a:lnTo>
                  <a:pt x="5504" y="620"/>
                </a:lnTo>
                <a:lnTo>
                  <a:pt x="5504" y="621"/>
                </a:lnTo>
                <a:lnTo>
                  <a:pt x="5504" y="622"/>
                </a:lnTo>
                <a:lnTo>
                  <a:pt x="5503" y="622"/>
                </a:lnTo>
                <a:lnTo>
                  <a:pt x="5503" y="623"/>
                </a:lnTo>
                <a:lnTo>
                  <a:pt x="5502" y="623"/>
                </a:lnTo>
                <a:lnTo>
                  <a:pt x="5501" y="623"/>
                </a:lnTo>
                <a:lnTo>
                  <a:pt x="5501" y="624"/>
                </a:lnTo>
                <a:lnTo>
                  <a:pt x="5500" y="624"/>
                </a:lnTo>
                <a:lnTo>
                  <a:pt x="5499" y="624"/>
                </a:lnTo>
                <a:lnTo>
                  <a:pt x="5498" y="624"/>
                </a:lnTo>
                <a:lnTo>
                  <a:pt x="5498" y="625"/>
                </a:lnTo>
                <a:lnTo>
                  <a:pt x="5497" y="625"/>
                </a:lnTo>
                <a:lnTo>
                  <a:pt x="5497" y="626"/>
                </a:lnTo>
                <a:lnTo>
                  <a:pt x="5496" y="626"/>
                </a:lnTo>
                <a:lnTo>
                  <a:pt x="5495" y="626"/>
                </a:lnTo>
                <a:lnTo>
                  <a:pt x="5492" y="626"/>
                </a:lnTo>
                <a:lnTo>
                  <a:pt x="5491" y="626"/>
                </a:lnTo>
                <a:lnTo>
                  <a:pt x="5490" y="626"/>
                </a:lnTo>
                <a:lnTo>
                  <a:pt x="5490" y="627"/>
                </a:lnTo>
                <a:lnTo>
                  <a:pt x="5489" y="627"/>
                </a:lnTo>
                <a:lnTo>
                  <a:pt x="5488" y="627"/>
                </a:lnTo>
                <a:lnTo>
                  <a:pt x="5487" y="627"/>
                </a:lnTo>
                <a:lnTo>
                  <a:pt x="5485" y="627"/>
                </a:lnTo>
                <a:lnTo>
                  <a:pt x="5484" y="627"/>
                </a:lnTo>
                <a:lnTo>
                  <a:pt x="5484" y="626"/>
                </a:lnTo>
                <a:lnTo>
                  <a:pt x="5483" y="626"/>
                </a:lnTo>
                <a:lnTo>
                  <a:pt x="5482" y="627"/>
                </a:lnTo>
                <a:lnTo>
                  <a:pt x="5481" y="627"/>
                </a:lnTo>
                <a:lnTo>
                  <a:pt x="5480" y="627"/>
                </a:lnTo>
                <a:lnTo>
                  <a:pt x="5480" y="628"/>
                </a:lnTo>
                <a:lnTo>
                  <a:pt x="5479" y="628"/>
                </a:lnTo>
                <a:lnTo>
                  <a:pt x="5478" y="629"/>
                </a:lnTo>
                <a:lnTo>
                  <a:pt x="5477" y="630"/>
                </a:lnTo>
                <a:lnTo>
                  <a:pt x="5476" y="630"/>
                </a:lnTo>
                <a:lnTo>
                  <a:pt x="5476" y="631"/>
                </a:lnTo>
                <a:lnTo>
                  <a:pt x="5476" y="632"/>
                </a:lnTo>
                <a:lnTo>
                  <a:pt x="5475" y="632"/>
                </a:lnTo>
                <a:lnTo>
                  <a:pt x="5475" y="633"/>
                </a:lnTo>
                <a:lnTo>
                  <a:pt x="5475" y="634"/>
                </a:lnTo>
                <a:lnTo>
                  <a:pt x="5474" y="635"/>
                </a:lnTo>
                <a:lnTo>
                  <a:pt x="5473" y="635"/>
                </a:lnTo>
                <a:lnTo>
                  <a:pt x="5473" y="636"/>
                </a:lnTo>
                <a:lnTo>
                  <a:pt x="5472" y="636"/>
                </a:lnTo>
                <a:lnTo>
                  <a:pt x="5471" y="636"/>
                </a:lnTo>
                <a:lnTo>
                  <a:pt x="5470" y="636"/>
                </a:lnTo>
                <a:lnTo>
                  <a:pt x="5470" y="637"/>
                </a:lnTo>
                <a:lnTo>
                  <a:pt x="5469" y="637"/>
                </a:lnTo>
                <a:lnTo>
                  <a:pt x="5469" y="638"/>
                </a:lnTo>
                <a:lnTo>
                  <a:pt x="5468" y="638"/>
                </a:lnTo>
                <a:lnTo>
                  <a:pt x="5468" y="639"/>
                </a:lnTo>
                <a:lnTo>
                  <a:pt x="5467" y="639"/>
                </a:lnTo>
                <a:lnTo>
                  <a:pt x="5467" y="640"/>
                </a:lnTo>
                <a:lnTo>
                  <a:pt x="5467" y="641"/>
                </a:lnTo>
                <a:lnTo>
                  <a:pt x="5467" y="642"/>
                </a:lnTo>
                <a:lnTo>
                  <a:pt x="5467" y="643"/>
                </a:lnTo>
                <a:lnTo>
                  <a:pt x="5466" y="643"/>
                </a:lnTo>
                <a:lnTo>
                  <a:pt x="5466" y="644"/>
                </a:lnTo>
                <a:lnTo>
                  <a:pt x="5466" y="645"/>
                </a:lnTo>
                <a:lnTo>
                  <a:pt x="5466" y="646"/>
                </a:lnTo>
                <a:lnTo>
                  <a:pt x="5466" y="647"/>
                </a:lnTo>
                <a:lnTo>
                  <a:pt x="5467" y="647"/>
                </a:lnTo>
                <a:lnTo>
                  <a:pt x="5467" y="648"/>
                </a:lnTo>
                <a:lnTo>
                  <a:pt x="5468" y="648"/>
                </a:lnTo>
                <a:lnTo>
                  <a:pt x="5469" y="648"/>
                </a:lnTo>
                <a:lnTo>
                  <a:pt x="5469" y="649"/>
                </a:lnTo>
                <a:lnTo>
                  <a:pt x="5470" y="649"/>
                </a:lnTo>
                <a:lnTo>
                  <a:pt x="5471" y="650"/>
                </a:lnTo>
                <a:lnTo>
                  <a:pt x="5471" y="651"/>
                </a:lnTo>
                <a:lnTo>
                  <a:pt x="5471" y="652"/>
                </a:lnTo>
                <a:lnTo>
                  <a:pt x="5472" y="652"/>
                </a:lnTo>
                <a:lnTo>
                  <a:pt x="5472" y="653"/>
                </a:lnTo>
                <a:lnTo>
                  <a:pt x="5472" y="655"/>
                </a:lnTo>
                <a:lnTo>
                  <a:pt x="5472" y="656"/>
                </a:lnTo>
                <a:lnTo>
                  <a:pt x="5472" y="657"/>
                </a:lnTo>
                <a:lnTo>
                  <a:pt x="5472" y="659"/>
                </a:lnTo>
                <a:lnTo>
                  <a:pt x="5472" y="660"/>
                </a:lnTo>
                <a:lnTo>
                  <a:pt x="5472" y="661"/>
                </a:lnTo>
                <a:lnTo>
                  <a:pt x="5471" y="661"/>
                </a:lnTo>
                <a:lnTo>
                  <a:pt x="5470" y="662"/>
                </a:lnTo>
                <a:lnTo>
                  <a:pt x="5466" y="662"/>
                </a:lnTo>
                <a:lnTo>
                  <a:pt x="5465" y="662"/>
                </a:lnTo>
                <a:lnTo>
                  <a:pt x="5464" y="662"/>
                </a:lnTo>
                <a:lnTo>
                  <a:pt x="5464" y="663"/>
                </a:lnTo>
                <a:lnTo>
                  <a:pt x="5463" y="664"/>
                </a:lnTo>
                <a:lnTo>
                  <a:pt x="5463" y="665"/>
                </a:lnTo>
                <a:lnTo>
                  <a:pt x="5462" y="665"/>
                </a:lnTo>
                <a:lnTo>
                  <a:pt x="5462" y="666"/>
                </a:lnTo>
                <a:lnTo>
                  <a:pt x="5463" y="667"/>
                </a:lnTo>
                <a:lnTo>
                  <a:pt x="5462" y="667"/>
                </a:lnTo>
                <a:lnTo>
                  <a:pt x="5462" y="668"/>
                </a:lnTo>
                <a:lnTo>
                  <a:pt x="5462" y="669"/>
                </a:lnTo>
                <a:lnTo>
                  <a:pt x="5461" y="669"/>
                </a:lnTo>
                <a:lnTo>
                  <a:pt x="5461" y="671"/>
                </a:lnTo>
                <a:lnTo>
                  <a:pt x="5459" y="672"/>
                </a:lnTo>
                <a:lnTo>
                  <a:pt x="5459" y="673"/>
                </a:lnTo>
                <a:lnTo>
                  <a:pt x="5458" y="673"/>
                </a:lnTo>
                <a:lnTo>
                  <a:pt x="5457" y="674"/>
                </a:lnTo>
                <a:lnTo>
                  <a:pt x="5457" y="675"/>
                </a:lnTo>
                <a:lnTo>
                  <a:pt x="5458" y="675"/>
                </a:lnTo>
                <a:lnTo>
                  <a:pt x="5458" y="676"/>
                </a:lnTo>
                <a:lnTo>
                  <a:pt x="5458" y="677"/>
                </a:lnTo>
                <a:lnTo>
                  <a:pt x="5459" y="677"/>
                </a:lnTo>
                <a:lnTo>
                  <a:pt x="5459" y="678"/>
                </a:lnTo>
                <a:lnTo>
                  <a:pt x="5458" y="678"/>
                </a:lnTo>
                <a:lnTo>
                  <a:pt x="5458" y="679"/>
                </a:lnTo>
                <a:lnTo>
                  <a:pt x="5458" y="680"/>
                </a:lnTo>
                <a:lnTo>
                  <a:pt x="5457" y="680"/>
                </a:lnTo>
                <a:lnTo>
                  <a:pt x="5456" y="681"/>
                </a:lnTo>
                <a:lnTo>
                  <a:pt x="5456" y="682"/>
                </a:lnTo>
                <a:lnTo>
                  <a:pt x="5456" y="683"/>
                </a:lnTo>
                <a:lnTo>
                  <a:pt x="5455" y="683"/>
                </a:lnTo>
                <a:lnTo>
                  <a:pt x="5455" y="684"/>
                </a:lnTo>
                <a:lnTo>
                  <a:pt x="5456" y="684"/>
                </a:lnTo>
                <a:lnTo>
                  <a:pt x="5456" y="685"/>
                </a:lnTo>
                <a:lnTo>
                  <a:pt x="5455" y="685"/>
                </a:lnTo>
                <a:lnTo>
                  <a:pt x="5455" y="686"/>
                </a:lnTo>
                <a:lnTo>
                  <a:pt x="5455" y="687"/>
                </a:lnTo>
                <a:lnTo>
                  <a:pt x="5455" y="688"/>
                </a:lnTo>
                <a:lnTo>
                  <a:pt x="5454" y="688"/>
                </a:lnTo>
                <a:lnTo>
                  <a:pt x="5454" y="689"/>
                </a:lnTo>
                <a:lnTo>
                  <a:pt x="5454" y="690"/>
                </a:lnTo>
                <a:lnTo>
                  <a:pt x="5454" y="691"/>
                </a:lnTo>
                <a:lnTo>
                  <a:pt x="5454" y="692"/>
                </a:lnTo>
                <a:lnTo>
                  <a:pt x="5455" y="692"/>
                </a:lnTo>
                <a:lnTo>
                  <a:pt x="5455" y="693"/>
                </a:lnTo>
                <a:lnTo>
                  <a:pt x="5456" y="693"/>
                </a:lnTo>
                <a:lnTo>
                  <a:pt x="5456" y="694"/>
                </a:lnTo>
                <a:lnTo>
                  <a:pt x="5456" y="695"/>
                </a:lnTo>
                <a:lnTo>
                  <a:pt x="5455" y="696"/>
                </a:lnTo>
                <a:lnTo>
                  <a:pt x="5454" y="697"/>
                </a:lnTo>
                <a:lnTo>
                  <a:pt x="5454" y="698"/>
                </a:lnTo>
                <a:lnTo>
                  <a:pt x="5454" y="700"/>
                </a:lnTo>
                <a:lnTo>
                  <a:pt x="5454" y="701"/>
                </a:lnTo>
                <a:lnTo>
                  <a:pt x="5454" y="702"/>
                </a:lnTo>
                <a:lnTo>
                  <a:pt x="5455" y="702"/>
                </a:lnTo>
                <a:lnTo>
                  <a:pt x="5455" y="703"/>
                </a:lnTo>
                <a:lnTo>
                  <a:pt x="5454" y="703"/>
                </a:lnTo>
                <a:lnTo>
                  <a:pt x="5454" y="704"/>
                </a:lnTo>
                <a:lnTo>
                  <a:pt x="5454" y="705"/>
                </a:lnTo>
                <a:lnTo>
                  <a:pt x="5453" y="706"/>
                </a:lnTo>
                <a:lnTo>
                  <a:pt x="5453" y="708"/>
                </a:lnTo>
                <a:lnTo>
                  <a:pt x="5452" y="709"/>
                </a:lnTo>
                <a:lnTo>
                  <a:pt x="5451" y="710"/>
                </a:lnTo>
                <a:lnTo>
                  <a:pt x="5450" y="710"/>
                </a:lnTo>
                <a:lnTo>
                  <a:pt x="5450" y="711"/>
                </a:lnTo>
                <a:lnTo>
                  <a:pt x="5448" y="711"/>
                </a:lnTo>
                <a:lnTo>
                  <a:pt x="5447" y="711"/>
                </a:lnTo>
                <a:lnTo>
                  <a:pt x="5447" y="712"/>
                </a:lnTo>
                <a:lnTo>
                  <a:pt x="5446" y="712"/>
                </a:lnTo>
                <a:lnTo>
                  <a:pt x="5445" y="712"/>
                </a:lnTo>
                <a:lnTo>
                  <a:pt x="5444" y="713"/>
                </a:lnTo>
                <a:lnTo>
                  <a:pt x="5444" y="714"/>
                </a:lnTo>
                <a:lnTo>
                  <a:pt x="5444" y="715"/>
                </a:lnTo>
                <a:lnTo>
                  <a:pt x="5443" y="715"/>
                </a:lnTo>
                <a:lnTo>
                  <a:pt x="5444" y="715"/>
                </a:lnTo>
                <a:lnTo>
                  <a:pt x="5443" y="715"/>
                </a:lnTo>
                <a:lnTo>
                  <a:pt x="5443" y="716"/>
                </a:lnTo>
                <a:lnTo>
                  <a:pt x="5443" y="717"/>
                </a:lnTo>
                <a:lnTo>
                  <a:pt x="5443" y="718"/>
                </a:lnTo>
                <a:lnTo>
                  <a:pt x="5442" y="719"/>
                </a:lnTo>
                <a:lnTo>
                  <a:pt x="5442" y="720"/>
                </a:lnTo>
                <a:lnTo>
                  <a:pt x="5441" y="721"/>
                </a:lnTo>
                <a:lnTo>
                  <a:pt x="5440" y="721"/>
                </a:lnTo>
                <a:lnTo>
                  <a:pt x="5440" y="722"/>
                </a:lnTo>
                <a:lnTo>
                  <a:pt x="5440" y="723"/>
                </a:lnTo>
                <a:lnTo>
                  <a:pt x="5439" y="723"/>
                </a:lnTo>
                <a:lnTo>
                  <a:pt x="5439" y="724"/>
                </a:lnTo>
                <a:lnTo>
                  <a:pt x="5438" y="725"/>
                </a:lnTo>
                <a:lnTo>
                  <a:pt x="5438" y="726"/>
                </a:lnTo>
                <a:lnTo>
                  <a:pt x="5438" y="727"/>
                </a:lnTo>
                <a:lnTo>
                  <a:pt x="5438" y="728"/>
                </a:lnTo>
                <a:lnTo>
                  <a:pt x="5439" y="728"/>
                </a:lnTo>
                <a:lnTo>
                  <a:pt x="5440" y="728"/>
                </a:lnTo>
                <a:lnTo>
                  <a:pt x="5441" y="728"/>
                </a:lnTo>
                <a:lnTo>
                  <a:pt x="5442" y="728"/>
                </a:lnTo>
                <a:lnTo>
                  <a:pt x="5443" y="728"/>
                </a:lnTo>
                <a:lnTo>
                  <a:pt x="5443" y="729"/>
                </a:lnTo>
                <a:lnTo>
                  <a:pt x="5444" y="729"/>
                </a:lnTo>
                <a:lnTo>
                  <a:pt x="5444" y="730"/>
                </a:lnTo>
                <a:lnTo>
                  <a:pt x="5445" y="730"/>
                </a:lnTo>
                <a:lnTo>
                  <a:pt x="5446" y="731"/>
                </a:lnTo>
                <a:lnTo>
                  <a:pt x="5446" y="732"/>
                </a:lnTo>
                <a:lnTo>
                  <a:pt x="5446" y="733"/>
                </a:lnTo>
                <a:lnTo>
                  <a:pt x="5447" y="733"/>
                </a:lnTo>
                <a:lnTo>
                  <a:pt x="5447" y="734"/>
                </a:lnTo>
                <a:lnTo>
                  <a:pt x="5447" y="735"/>
                </a:lnTo>
                <a:lnTo>
                  <a:pt x="5446" y="735"/>
                </a:lnTo>
                <a:lnTo>
                  <a:pt x="5445" y="736"/>
                </a:lnTo>
                <a:lnTo>
                  <a:pt x="5444" y="736"/>
                </a:lnTo>
                <a:lnTo>
                  <a:pt x="5443" y="736"/>
                </a:lnTo>
                <a:lnTo>
                  <a:pt x="5443" y="737"/>
                </a:lnTo>
                <a:lnTo>
                  <a:pt x="5442" y="737"/>
                </a:lnTo>
                <a:lnTo>
                  <a:pt x="5441" y="737"/>
                </a:lnTo>
                <a:lnTo>
                  <a:pt x="5440" y="737"/>
                </a:lnTo>
                <a:lnTo>
                  <a:pt x="5440" y="738"/>
                </a:lnTo>
                <a:lnTo>
                  <a:pt x="5440" y="739"/>
                </a:lnTo>
                <a:lnTo>
                  <a:pt x="5440" y="740"/>
                </a:lnTo>
                <a:lnTo>
                  <a:pt x="5441" y="740"/>
                </a:lnTo>
                <a:lnTo>
                  <a:pt x="5442" y="740"/>
                </a:lnTo>
                <a:lnTo>
                  <a:pt x="5443" y="740"/>
                </a:lnTo>
                <a:lnTo>
                  <a:pt x="5444" y="740"/>
                </a:lnTo>
                <a:lnTo>
                  <a:pt x="5445" y="740"/>
                </a:lnTo>
                <a:lnTo>
                  <a:pt x="5444" y="741"/>
                </a:lnTo>
                <a:lnTo>
                  <a:pt x="5444" y="742"/>
                </a:lnTo>
                <a:lnTo>
                  <a:pt x="5443" y="743"/>
                </a:lnTo>
                <a:lnTo>
                  <a:pt x="5443" y="744"/>
                </a:lnTo>
                <a:lnTo>
                  <a:pt x="5444" y="744"/>
                </a:lnTo>
                <a:lnTo>
                  <a:pt x="5444" y="745"/>
                </a:lnTo>
                <a:lnTo>
                  <a:pt x="5444" y="746"/>
                </a:lnTo>
                <a:lnTo>
                  <a:pt x="5445" y="746"/>
                </a:lnTo>
                <a:lnTo>
                  <a:pt x="5444" y="746"/>
                </a:lnTo>
                <a:lnTo>
                  <a:pt x="5444" y="747"/>
                </a:lnTo>
                <a:lnTo>
                  <a:pt x="5444" y="748"/>
                </a:lnTo>
                <a:lnTo>
                  <a:pt x="5443" y="748"/>
                </a:lnTo>
                <a:lnTo>
                  <a:pt x="5442" y="748"/>
                </a:lnTo>
                <a:lnTo>
                  <a:pt x="5442" y="749"/>
                </a:lnTo>
                <a:lnTo>
                  <a:pt x="5441" y="749"/>
                </a:lnTo>
                <a:lnTo>
                  <a:pt x="5441" y="748"/>
                </a:lnTo>
                <a:lnTo>
                  <a:pt x="5440" y="748"/>
                </a:lnTo>
                <a:lnTo>
                  <a:pt x="5439" y="748"/>
                </a:lnTo>
                <a:lnTo>
                  <a:pt x="5439" y="749"/>
                </a:lnTo>
                <a:lnTo>
                  <a:pt x="5440" y="749"/>
                </a:lnTo>
                <a:lnTo>
                  <a:pt x="5441" y="750"/>
                </a:lnTo>
                <a:lnTo>
                  <a:pt x="5440" y="750"/>
                </a:lnTo>
                <a:lnTo>
                  <a:pt x="5440" y="751"/>
                </a:lnTo>
                <a:lnTo>
                  <a:pt x="5439" y="751"/>
                </a:lnTo>
                <a:lnTo>
                  <a:pt x="5439" y="752"/>
                </a:lnTo>
                <a:lnTo>
                  <a:pt x="5439" y="753"/>
                </a:lnTo>
                <a:lnTo>
                  <a:pt x="5438" y="753"/>
                </a:lnTo>
                <a:lnTo>
                  <a:pt x="5437" y="753"/>
                </a:lnTo>
                <a:lnTo>
                  <a:pt x="5436" y="753"/>
                </a:lnTo>
                <a:lnTo>
                  <a:pt x="5436" y="752"/>
                </a:lnTo>
                <a:lnTo>
                  <a:pt x="5437" y="752"/>
                </a:lnTo>
                <a:lnTo>
                  <a:pt x="5436" y="751"/>
                </a:lnTo>
                <a:lnTo>
                  <a:pt x="5435" y="751"/>
                </a:lnTo>
                <a:lnTo>
                  <a:pt x="5435" y="750"/>
                </a:lnTo>
                <a:lnTo>
                  <a:pt x="5435" y="751"/>
                </a:lnTo>
                <a:lnTo>
                  <a:pt x="5434" y="751"/>
                </a:lnTo>
                <a:lnTo>
                  <a:pt x="5434" y="752"/>
                </a:lnTo>
                <a:lnTo>
                  <a:pt x="5434" y="753"/>
                </a:lnTo>
                <a:lnTo>
                  <a:pt x="5433" y="753"/>
                </a:lnTo>
                <a:lnTo>
                  <a:pt x="5433" y="754"/>
                </a:lnTo>
                <a:lnTo>
                  <a:pt x="5433" y="755"/>
                </a:lnTo>
                <a:lnTo>
                  <a:pt x="5432" y="755"/>
                </a:lnTo>
                <a:lnTo>
                  <a:pt x="5431" y="755"/>
                </a:lnTo>
                <a:lnTo>
                  <a:pt x="5430" y="756"/>
                </a:lnTo>
                <a:lnTo>
                  <a:pt x="5429" y="757"/>
                </a:lnTo>
                <a:lnTo>
                  <a:pt x="5428" y="757"/>
                </a:lnTo>
                <a:lnTo>
                  <a:pt x="5427" y="757"/>
                </a:lnTo>
                <a:lnTo>
                  <a:pt x="5426" y="757"/>
                </a:lnTo>
                <a:lnTo>
                  <a:pt x="5425" y="757"/>
                </a:lnTo>
                <a:lnTo>
                  <a:pt x="5424" y="758"/>
                </a:lnTo>
                <a:lnTo>
                  <a:pt x="5424" y="759"/>
                </a:lnTo>
                <a:lnTo>
                  <a:pt x="5424" y="760"/>
                </a:lnTo>
                <a:lnTo>
                  <a:pt x="5424" y="761"/>
                </a:lnTo>
                <a:lnTo>
                  <a:pt x="5424" y="762"/>
                </a:lnTo>
                <a:lnTo>
                  <a:pt x="5425" y="762"/>
                </a:lnTo>
                <a:lnTo>
                  <a:pt x="5425" y="763"/>
                </a:lnTo>
                <a:lnTo>
                  <a:pt x="5426" y="763"/>
                </a:lnTo>
                <a:lnTo>
                  <a:pt x="5426" y="764"/>
                </a:lnTo>
                <a:lnTo>
                  <a:pt x="5427" y="764"/>
                </a:lnTo>
                <a:lnTo>
                  <a:pt x="5427" y="765"/>
                </a:lnTo>
                <a:lnTo>
                  <a:pt x="5428" y="765"/>
                </a:lnTo>
                <a:lnTo>
                  <a:pt x="5428" y="766"/>
                </a:lnTo>
                <a:lnTo>
                  <a:pt x="5429" y="766"/>
                </a:lnTo>
                <a:lnTo>
                  <a:pt x="5428" y="766"/>
                </a:lnTo>
                <a:lnTo>
                  <a:pt x="5428" y="767"/>
                </a:lnTo>
                <a:lnTo>
                  <a:pt x="5429" y="767"/>
                </a:lnTo>
                <a:lnTo>
                  <a:pt x="5429" y="768"/>
                </a:lnTo>
                <a:lnTo>
                  <a:pt x="5428" y="768"/>
                </a:lnTo>
                <a:lnTo>
                  <a:pt x="5427" y="769"/>
                </a:lnTo>
                <a:lnTo>
                  <a:pt x="5427" y="770"/>
                </a:lnTo>
                <a:lnTo>
                  <a:pt x="5427" y="771"/>
                </a:lnTo>
                <a:lnTo>
                  <a:pt x="5426" y="771"/>
                </a:lnTo>
                <a:lnTo>
                  <a:pt x="5425" y="772"/>
                </a:lnTo>
                <a:lnTo>
                  <a:pt x="5424" y="773"/>
                </a:lnTo>
                <a:lnTo>
                  <a:pt x="5424" y="774"/>
                </a:lnTo>
                <a:lnTo>
                  <a:pt x="5423" y="774"/>
                </a:lnTo>
                <a:lnTo>
                  <a:pt x="5423" y="775"/>
                </a:lnTo>
                <a:lnTo>
                  <a:pt x="5423" y="776"/>
                </a:lnTo>
                <a:lnTo>
                  <a:pt x="5423" y="777"/>
                </a:lnTo>
                <a:lnTo>
                  <a:pt x="5423" y="778"/>
                </a:lnTo>
                <a:lnTo>
                  <a:pt x="5423" y="779"/>
                </a:lnTo>
                <a:lnTo>
                  <a:pt x="5422" y="779"/>
                </a:lnTo>
                <a:lnTo>
                  <a:pt x="5422" y="780"/>
                </a:lnTo>
                <a:lnTo>
                  <a:pt x="5421" y="780"/>
                </a:lnTo>
                <a:lnTo>
                  <a:pt x="5421" y="779"/>
                </a:lnTo>
                <a:lnTo>
                  <a:pt x="5420" y="779"/>
                </a:lnTo>
                <a:lnTo>
                  <a:pt x="5419" y="779"/>
                </a:lnTo>
                <a:lnTo>
                  <a:pt x="5418" y="780"/>
                </a:lnTo>
                <a:lnTo>
                  <a:pt x="5417" y="780"/>
                </a:lnTo>
                <a:lnTo>
                  <a:pt x="5416" y="781"/>
                </a:lnTo>
                <a:lnTo>
                  <a:pt x="5416" y="782"/>
                </a:lnTo>
                <a:lnTo>
                  <a:pt x="5417" y="782"/>
                </a:lnTo>
                <a:lnTo>
                  <a:pt x="5417" y="783"/>
                </a:lnTo>
                <a:lnTo>
                  <a:pt x="5417" y="784"/>
                </a:lnTo>
                <a:lnTo>
                  <a:pt x="5417" y="785"/>
                </a:lnTo>
                <a:lnTo>
                  <a:pt x="5416" y="785"/>
                </a:lnTo>
                <a:lnTo>
                  <a:pt x="5415" y="785"/>
                </a:lnTo>
                <a:lnTo>
                  <a:pt x="5415" y="786"/>
                </a:lnTo>
                <a:lnTo>
                  <a:pt x="5415" y="787"/>
                </a:lnTo>
                <a:lnTo>
                  <a:pt x="5414" y="787"/>
                </a:lnTo>
                <a:lnTo>
                  <a:pt x="5414" y="788"/>
                </a:lnTo>
                <a:lnTo>
                  <a:pt x="5414" y="787"/>
                </a:lnTo>
                <a:lnTo>
                  <a:pt x="5413" y="787"/>
                </a:lnTo>
                <a:lnTo>
                  <a:pt x="5413" y="786"/>
                </a:lnTo>
                <a:lnTo>
                  <a:pt x="5412" y="786"/>
                </a:lnTo>
                <a:lnTo>
                  <a:pt x="5412" y="785"/>
                </a:lnTo>
                <a:lnTo>
                  <a:pt x="5411" y="785"/>
                </a:lnTo>
                <a:lnTo>
                  <a:pt x="5411" y="784"/>
                </a:lnTo>
                <a:lnTo>
                  <a:pt x="5409" y="784"/>
                </a:lnTo>
                <a:lnTo>
                  <a:pt x="5409" y="785"/>
                </a:lnTo>
                <a:lnTo>
                  <a:pt x="5408" y="785"/>
                </a:lnTo>
                <a:lnTo>
                  <a:pt x="5408" y="786"/>
                </a:lnTo>
                <a:lnTo>
                  <a:pt x="5407" y="786"/>
                </a:lnTo>
                <a:lnTo>
                  <a:pt x="5407" y="787"/>
                </a:lnTo>
                <a:lnTo>
                  <a:pt x="5408" y="787"/>
                </a:lnTo>
                <a:lnTo>
                  <a:pt x="5408" y="788"/>
                </a:lnTo>
                <a:lnTo>
                  <a:pt x="5407" y="788"/>
                </a:lnTo>
                <a:lnTo>
                  <a:pt x="5407" y="787"/>
                </a:lnTo>
                <a:lnTo>
                  <a:pt x="5406" y="787"/>
                </a:lnTo>
                <a:lnTo>
                  <a:pt x="5406" y="788"/>
                </a:lnTo>
                <a:lnTo>
                  <a:pt x="5405" y="788"/>
                </a:lnTo>
                <a:lnTo>
                  <a:pt x="5405" y="789"/>
                </a:lnTo>
                <a:lnTo>
                  <a:pt x="5406" y="789"/>
                </a:lnTo>
                <a:lnTo>
                  <a:pt x="5406" y="790"/>
                </a:lnTo>
                <a:lnTo>
                  <a:pt x="5406" y="791"/>
                </a:lnTo>
                <a:lnTo>
                  <a:pt x="5405" y="791"/>
                </a:lnTo>
                <a:lnTo>
                  <a:pt x="5405" y="790"/>
                </a:lnTo>
                <a:lnTo>
                  <a:pt x="5404" y="790"/>
                </a:lnTo>
                <a:lnTo>
                  <a:pt x="5404" y="791"/>
                </a:lnTo>
                <a:lnTo>
                  <a:pt x="5404" y="792"/>
                </a:lnTo>
                <a:lnTo>
                  <a:pt x="5404" y="793"/>
                </a:lnTo>
                <a:lnTo>
                  <a:pt x="5404" y="794"/>
                </a:lnTo>
                <a:lnTo>
                  <a:pt x="5404" y="795"/>
                </a:lnTo>
                <a:lnTo>
                  <a:pt x="5405" y="795"/>
                </a:lnTo>
                <a:lnTo>
                  <a:pt x="5406" y="795"/>
                </a:lnTo>
                <a:lnTo>
                  <a:pt x="5407" y="795"/>
                </a:lnTo>
                <a:lnTo>
                  <a:pt x="5407" y="796"/>
                </a:lnTo>
                <a:lnTo>
                  <a:pt x="5407" y="797"/>
                </a:lnTo>
                <a:lnTo>
                  <a:pt x="5406" y="797"/>
                </a:lnTo>
                <a:lnTo>
                  <a:pt x="5405" y="796"/>
                </a:lnTo>
                <a:lnTo>
                  <a:pt x="5404" y="796"/>
                </a:lnTo>
                <a:lnTo>
                  <a:pt x="5404" y="797"/>
                </a:lnTo>
                <a:lnTo>
                  <a:pt x="5404" y="798"/>
                </a:lnTo>
                <a:lnTo>
                  <a:pt x="5403" y="798"/>
                </a:lnTo>
                <a:lnTo>
                  <a:pt x="5403" y="799"/>
                </a:lnTo>
                <a:lnTo>
                  <a:pt x="5404" y="799"/>
                </a:lnTo>
                <a:lnTo>
                  <a:pt x="5405" y="799"/>
                </a:lnTo>
                <a:lnTo>
                  <a:pt x="5405" y="800"/>
                </a:lnTo>
                <a:lnTo>
                  <a:pt x="5405" y="801"/>
                </a:lnTo>
                <a:lnTo>
                  <a:pt x="5404" y="801"/>
                </a:lnTo>
                <a:lnTo>
                  <a:pt x="5403" y="801"/>
                </a:lnTo>
                <a:lnTo>
                  <a:pt x="5402" y="801"/>
                </a:lnTo>
                <a:lnTo>
                  <a:pt x="5402" y="802"/>
                </a:lnTo>
                <a:lnTo>
                  <a:pt x="5401" y="803"/>
                </a:lnTo>
                <a:lnTo>
                  <a:pt x="5401" y="804"/>
                </a:lnTo>
                <a:lnTo>
                  <a:pt x="5400" y="804"/>
                </a:lnTo>
                <a:lnTo>
                  <a:pt x="5400" y="805"/>
                </a:lnTo>
                <a:lnTo>
                  <a:pt x="5401" y="805"/>
                </a:lnTo>
                <a:lnTo>
                  <a:pt x="5401" y="804"/>
                </a:lnTo>
                <a:lnTo>
                  <a:pt x="5402" y="804"/>
                </a:lnTo>
                <a:lnTo>
                  <a:pt x="5402" y="805"/>
                </a:lnTo>
                <a:lnTo>
                  <a:pt x="5403" y="805"/>
                </a:lnTo>
                <a:lnTo>
                  <a:pt x="5404" y="806"/>
                </a:lnTo>
                <a:lnTo>
                  <a:pt x="5404" y="805"/>
                </a:lnTo>
                <a:lnTo>
                  <a:pt x="5405" y="805"/>
                </a:lnTo>
                <a:lnTo>
                  <a:pt x="5405" y="806"/>
                </a:lnTo>
                <a:lnTo>
                  <a:pt x="5405" y="807"/>
                </a:lnTo>
                <a:lnTo>
                  <a:pt x="5406" y="807"/>
                </a:lnTo>
                <a:lnTo>
                  <a:pt x="5406" y="808"/>
                </a:lnTo>
                <a:lnTo>
                  <a:pt x="5406" y="809"/>
                </a:lnTo>
                <a:lnTo>
                  <a:pt x="5405" y="809"/>
                </a:lnTo>
                <a:lnTo>
                  <a:pt x="5404" y="809"/>
                </a:lnTo>
                <a:lnTo>
                  <a:pt x="5403" y="809"/>
                </a:lnTo>
                <a:lnTo>
                  <a:pt x="5402" y="809"/>
                </a:lnTo>
                <a:lnTo>
                  <a:pt x="5402" y="810"/>
                </a:lnTo>
                <a:lnTo>
                  <a:pt x="5402" y="811"/>
                </a:lnTo>
                <a:lnTo>
                  <a:pt x="5403" y="811"/>
                </a:lnTo>
                <a:lnTo>
                  <a:pt x="5403" y="812"/>
                </a:lnTo>
                <a:lnTo>
                  <a:pt x="5404" y="812"/>
                </a:lnTo>
                <a:lnTo>
                  <a:pt x="5405" y="812"/>
                </a:lnTo>
                <a:lnTo>
                  <a:pt x="5405" y="813"/>
                </a:lnTo>
                <a:lnTo>
                  <a:pt x="5404" y="813"/>
                </a:lnTo>
                <a:lnTo>
                  <a:pt x="5403" y="813"/>
                </a:lnTo>
                <a:lnTo>
                  <a:pt x="5403" y="812"/>
                </a:lnTo>
                <a:lnTo>
                  <a:pt x="5402" y="812"/>
                </a:lnTo>
                <a:lnTo>
                  <a:pt x="5401" y="812"/>
                </a:lnTo>
                <a:lnTo>
                  <a:pt x="5400" y="812"/>
                </a:lnTo>
                <a:lnTo>
                  <a:pt x="5400" y="813"/>
                </a:lnTo>
                <a:lnTo>
                  <a:pt x="5400" y="814"/>
                </a:lnTo>
                <a:lnTo>
                  <a:pt x="5400" y="813"/>
                </a:lnTo>
                <a:lnTo>
                  <a:pt x="5399" y="813"/>
                </a:lnTo>
                <a:lnTo>
                  <a:pt x="5399" y="814"/>
                </a:lnTo>
                <a:lnTo>
                  <a:pt x="5399" y="815"/>
                </a:lnTo>
                <a:lnTo>
                  <a:pt x="5398" y="815"/>
                </a:lnTo>
                <a:lnTo>
                  <a:pt x="5398" y="816"/>
                </a:lnTo>
                <a:lnTo>
                  <a:pt x="5399" y="816"/>
                </a:lnTo>
                <a:lnTo>
                  <a:pt x="5400" y="817"/>
                </a:lnTo>
                <a:lnTo>
                  <a:pt x="5399" y="817"/>
                </a:lnTo>
                <a:lnTo>
                  <a:pt x="5399" y="818"/>
                </a:lnTo>
                <a:lnTo>
                  <a:pt x="5398" y="818"/>
                </a:lnTo>
                <a:lnTo>
                  <a:pt x="5397" y="818"/>
                </a:lnTo>
                <a:lnTo>
                  <a:pt x="5397" y="817"/>
                </a:lnTo>
                <a:lnTo>
                  <a:pt x="5396" y="817"/>
                </a:lnTo>
                <a:lnTo>
                  <a:pt x="5396" y="818"/>
                </a:lnTo>
                <a:lnTo>
                  <a:pt x="5396" y="817"/>
                </a:lnTo>
                <a:lnTo>
                  <a:pt x="5395" y="817"/>
                </a:lnTo>
                <a:lnTo>
                  <a:pt x="5395" y="818"/>
                </a:lnTo>
                <a:lnTo>
                  <a:pt x="5394" y="818"/>
                </a:lnTo>
                <a:lnTo>
                  <a:pt x="5394" y="819"/>
                </a:lnTo>
                <a:lnTo>
                  <a:pt x="5394" y="818"/>
                </a:lnTo>
                <a:lnTo>
                  <a:pt x="5393" y="818"/>
                </a:lnTo>
                <a:lnTo>
                  <a:pt x="5393" y="819"/>
                </a:lnTo>
                <a:lnTo>
                  <a:pt x="5393" y="820"/>
                </a:lnTo>
                <a:lnTo>
                  <a:pt x="5392" y="820"/>
                </a:lnTo>
                <a:lnTo>
                  <a:pt x="5392" y="819"/>
                </a:lnTo>
                <a:lnTo>
                  <a:pt x="5391" y="819"/>
                </a:lnTo>
                <a:lnTo>
                  <a:pt x="5391" y="820"/>
                </a:lnTo>
                <a:lnTo>
                  <a:pt x="5390" y="820"/>
                </a:lnTo>
                <a:lnTo>
                  <a:pt x="5389" y="820"/>
                </a:lnTo>
                <a:lnTo>
                  <a:pt x="5389" y="821"/>
                </a:lnTo>
                <a:lnTo>
                  <a:pt x="5388" y="821"/>
                </a:lnTo>
                <a:lnTo>
                  <a:pt x="5389" y="821"/>
                </a:lnTo>
                <a:lnTo>
                  <a:pt x="5388" y="821"/>
                </a:lnTo>
                <a:lnTo>
                  <a:pt x="5387" y="821"/>
                </a:lnTo>
                <a:lnTo>
                  <a:pt x="5387" y="822"/>
                </a:lnTo>
                <a:lnTo>
                  <a:pt x="5386" y="822"/>
                </a:lnTo>
                <a:lnTo>
                  <a:pt x="5385" y="822"/>
                </a:lnTo>
                <a:lnTo>
                  <a:pt x="5385" y="823"/>
                </a:lnTo>
                <a:lnTo>
                  <a:pt x="5384" y="823"/>
                </a:lnTo>
                <a:lnTo>
                  <a:pt x="5384" y="824"/>
                </a:lnTo>
                <a:lnTo>
                  <a:pt x="5384" y="823"/>
                </a:lnTo>
                <a:lnTo>
                  <a:pt x="5383" y="823"/>
                </a:lnTo>
                <a:lnTo>
                  <a:pt x="5383" y="824"/>
                </a:lnTo>
                <a:lnTo>
                  <a:pt x="5383" y="823"/>
                </a:lnTo>
                <a:lnTo>
                  <a:pt x="5382" y="823"/>
                </a:lnTo>
                <a:lnTo>
                  <a:pt x="5382" y="824"/>
                </a:lnTo>
                <a:lnTo>
                  <a:pt x="5381" y="824"/>
                </a:lnTo>
                <a:lnTo>
                  <a:pt x="5380" y="824"/>
                </a:lnTo>
                <a:lnTo>
                  <a:pt x="5380" y="825"/>
                </a:lnTo>
                <a:lnTo>
                  <a:pt x="5379" y="825"/>
                </a:lnTo>
                <a:lnTo>
                  <a:pt x="5378" y="825"/>
                </a:lnTo>
                <a:lnTo>
                  <a:pt x="5379" y="826"/>
                </a:lnTo>
                <a:lnTo>
                  <a:pt x="5379" y="825"/>
                </a:lnTo>
                <a:lnTo>
                  <a:pt x="5379" y="826"/>
                </a:lnTo>
                <a:lnTo>
                  <a:pt x="5378" y="826"/>
                </a:lnTo>
                <a:lnTo>
                  <a:pt x="5379" y="827"/>
                </a:lnTo>
                <a:lnTo>
                  <a:pt x="5378" y="827"/>
                </a:lnTo>
                <a:lnTo>
                  <a:pt x="5378" y="828"/>
                </a:lnTo>
                <a:lnTo>
                  <a:pt x="5377" y="828"/>
                </a:lnTo>
                <a:lnTo>
                  <a:pt x="5377" y="829"/>
                </a:lnTo>
                <a:lnTo>
                  <a:pt x="5378" y="829"/>
                </a:lnTo>
                <a:lnTo>
                  <a:pt x="5377" y="829"/>
                </a:lnTo>
                <a:lnTo>
                  <a:pt x="5377" y="830"/>
                </a:lnTo>
                <a:lnTo>
                  <a:pt x="5377" y="829"/>
                </a:lnTo>
                <a:lnTo>
                  <a:pt x="5377" y="830"/>
                </a:lnTo>
                <a:lnTo>
                  <a:pt x="5376" y="830"/>
                </a:lnTo>
                <a:lnTo>
                  <a:pt x="5376" y="831"/>
                </a:lnTo>
                <a:lnTo>
                  <a:pt x="5377" y="831"/>
                </a:lnTo>
                <a:lnTo>
                  <a:pt x="5376" y="831"/>
                </a:lnTo>
                <a:lnTo>
                  <a:pt x="5376" y="832"/>
                </a:lnTo>
                <a:lnTo>
                  <a:pt x="5375" y="832"/>
                </a:lnTo>
                <a:lnTo>
                  <a:pt x="5376" y="832"/>
                </a:lnTo>
                <a:lnTo>
                  <a:pt x="5375" y="832"/>
                </a:lnTo>
                <a:lnTo>
                  <a:pt x="5374" y="832"/>
                </a:lnTo>
                <a:lnTo>
                  <a:pt x="5374" y="833"/>
                </a:lnTo>
                <a:lnTo>
                  <a:pt x="5375" y="833"/>
                </a:lnTo>
                <a:lnTo>
                  <a:pt x="5374" y="833"/>
                </a:lnTo>
                <a:lnTo>
                  <a:pt x="5374" y="834"/>
                </a:lnTo>
                <a:lnTo>
                  <a:pt x="5375" y="834"/>
                </a:lnTo>
                <a:lnTo>
                  <a:pt x="5375" y="835"/>
                </a:lnTo>
                <a:lnTo>
                  <a:pt x="5374" y="835"/>
                </a:lnTo>
                <a:lnTo>
                  <a:pt x="5375" y="835"/>
                </a:lnTo>
                <a:lnTo>
                  <a:pt x="5375" y="836"/>
                </a:lnTo>
                <a:lnTo>
                  <a:pt x="5374" y="836"/>
                </a:lnTo>
                <a:lnTo>
                  <a:pt x="5374" y="837"/>
                </a:lnTo>
                <a:lnTo>
                  <a:pt x="5375" y="837"/>
                </a:lnTo>
                <a:lnTo>
                  <a:pt x="5375" y="838"/>
                </a:lnTo>
                <a:lnTo>
                  <a:pt x="5374" y="838"/>
                </a:lnTo>
                <a:lnTo>
                  <a:pt x="5374" y="839"/>
                </a:lnTo>
                <a:lnTo>
                  <a:pt x="5374" y="838"/>
                </a:lnTo>
                <a:lnTo>
                  <a:pt x="5373" y="838"/>
                </a:lnTo>
                <a:lnTo>
                  <a:pt x="5373" y="839"/>
                </a:lnTo>
                <a:lnTo>
                  <a:pt x="5373" y="840"/>
                </a:lnTo>
                <a:lnTo>
                  <a:pt x="5372" y="840"/>
                </a:lnTo>
                <a:lnTo>
                  <a:pt x="5372" y="841"/>
                </a:lnTo>
                <a:lnTo>
                  <a:pt x="5373" y="841"/>
                </a:lnTo>
                <a:lnTo>
                  <a:pt x="5373" y="842"/>
                </a:lnTo>
                <a:lnTo>
                  <a:pt x="5372" y="842"/>
                </a:lnTo>
                <a:lnTo>
                  <a:pt x="5372" y="843"/>
                </a:lnTo>
                <a:lnTo>
                  <a:pt x="5371" y="843"/>
                </a:lnTo>
                <a:lnTo>
                  <a:pt x="5371" y="844"/>
                </a:lnTo>
                <a:lnTo>
                  <a:pt x="5372" y="844"/>
                </a:lnTo>
                <a:lnTo>
                  <a:pt x="5372" y="845"/>
                </a:lnTo>
                <a:lnTo>
                  <a:pt x="5371" y="845"/>
                </a:lnTo>
                <a:lnTo>
                  <a:pt x="5372" y="845"/>
                </a:lnTo>
                <a:lnTo>
                  <a:pt x="5372" y="846"/>
                </a:lnTo>
                <a:lnTo>
                  <a:pt x="5371" y="846"/>
                </a:lnTo>
                <a:lnTo>
                  <a:pt x="5370" y="846"/>
                </a:lnTo>
                <a:lnTo>
                  <a:pt x="5370" y="847"/>
                </a:lnTo>
                <a:lnTo>
                  <a:pt x="5371" y="847"/>
                </a:lnTo>
                <a:lnTo>
                  <a:pt x="5371" y="846"/>
                </a:lnTo>
                <a:lnTo>
                  <a:pt x="5371" y="847"/>
                </a:lnTo>
                <a:lnTo>
                  <a:pt x="5370" y="847"/>
                </a:lnTo>
                <a:lnTo>
                  <a:pt x="5370" y="848"/>
                </a:lnTo>
                <a:lnTo>
                  <a:pt x="5371" y="848"/>
                </a:lnTo>
                <a:lnTo>
                  <a:pt x="5370" y="848"/>
                </a:lnTo>
                <a:lnTo>
                  <a:pt x="5370" y="849"/>
                </a:lnTo>
                <a:lnTo>
                  <a:pt x="5371" y="849"/>
                </a:lnTo>
                <a:lnTo>
                  <a:pt x="5371" y="848"/>
                </a:lnTo>
                <a:lnTo>
                  <a:pt x="5371" y="849"/>
                </a:lnTo>
                <a:lnTo>
                  <a:pt x="5372" y="849"/>
                </a:lnTo>
                <a:lnTo>
                  <a:pt x="5370" y="849"/>
                </a:lnTo>
                <a:lnTo>
                  <a:pt x="5370" y="850"/>
                </a:lnTo>
                <a:lnTo>
                  <a:pt x="5370" y="851"/>
                </a:lnTo>
                <a:lnTo>
                  <a:pt x="5371" y="851"/>
                </a:lnTo>
                <a:lnTo>
                  <a:pt x="5371" y="850"/>
                </a:lnTo>
                <a:lnTo>
                  <a:pt x="5371" y="851"/>
                </a:lnTo>
                <a:lnTo>
                  <a:pt x="5370" y="851"/>
                </a:lnTo>
                <a:lnTo>
                  <a:pt x="5370" y="852"/>
                </a:lnTo>
                <a:lnTo>
                  <a:pt x="5371" y="852"/>
                </a:lnTo>
                <a:lnTo>
                  <a:pt x="5371" y="853"/>
                </a:lnTo>
                <a:lnTo>
                  <a:pt x="5372" y="852"/>
                </a:lnTo>
                <a:lnTo>
                  <a:pt x="5372" y="853"/>
                </a:lnTo>
                <a:lnTo>
                  <a:pt x="5373" y="853"/>
                </a:lnTo>
                <a:lnTo>
                  <a:pt x="5373" y="854"/>
                </a:lnTo>
                <a:lnTo>
                  <a:pt x="5372" y="854"/>
                </a:lnTo>
                <a:lnTo>
                  <a:pt x="5373" y="854"/>
                </a:lnTo>
                <a:lnTo>
                  <a:pt x="5373" y="855"/>
                </a:lnTo>
                <a:lnTo>
                  <a:pt x="5373" y="856"/>
                </a:lnTo>
                <a:lnTo>
                  <a:pt x="5373" y="857"/>
                </a:lnTo>
                <a:lnTo>
                  <a:pt x="5374" y="857"/>
                </a:lnTo>
                <a:lnTo>
                  <a:pt x="5373" y="857"/>
                </a:lnTo>
                <a:lnTo>
                  <a:pt x="5373" y="858"/>
                </a:lnTo>
                <a:lnTo>
                  <a:pt x="5374" y="858"/>
                </a:lnTo>
                <a:lnTo>
                  <a:pt x="5374" y="859"/>
                </a:lnTo>
                <a:lnTo>
                  <a:pt x="5373" y="859"/>
                </a:lnTo>
                <a:lnTo>
                  <a:pt x="5374" y="860"/>
                </a:lnTo>
                <a:lnTo>
                  <a:pt x="5373" y="860"/>
                </a:lnTo>
                <a:lnTo>
                  <a:pt x="5373" y="861"/>
                </a:lnTo>
                <a:lnTo>
                  <a:pt x="5374" y="861"/>
                </a:lnTo>
                <a:lnTo>
                  <a:pt x="5373" y="861"/>
                </a:lnTo>
                <a:lnTo>
                  <a:pt x="5373" y="862"/>
                </a:lnTo>
                <a:lnTo>
                  <a:pt x="5373" y="863"/>
                </a:lnTo>
                <a:lnTo>
                  <a:pt x="5373" y="862"/>
                </a:lnTo>
                <a:lnTo>
                  <a:pt x="5374" y="862"/>
                </a:lnTo>
                <a:lnTo>
                  <a:pt x="5374" y="863"/>
                </a:lnTo>
                <a:lnTo>
                  <a:pt x="5374" y="862"/>
                </a:lnTo>
                <a:lnTo>
                  <a:pt x="5374" y="863"/>
                </a:lnTo>
                <a:lnTo>
                  <a:pt x="5374" y="864"/>
                </a:lnTo>
                <a:lnTo>
                  <a:pt x="5373" y="864"/>
                </a:lnTo>
                <a:lnTo>
                  <a:pt x="5373" y="863"/>
                </a:lnTo>
                <a:lnTo>
                  <a:pt x="5372" y="863"/>
                </a:lnTo>
                <a:lnTo>
                  <a:pt x="5372" y="864"/>
                </a:lnTo>
                <a:lnTo>
                  <a:pt x="5371" y="864"/>
                </a:lnTo>
                <a:lnTo>
                  <a:pt x="5371" y="865"/>
                </a:lnTo>
                <a:lnTo>
                  <a:pt x="5371" y="864"/>
                </a:lnTo>
                <a:lnTo>
                  <a:pt x="5370" y="864"/>
                </a:lnTo>
                <a:lnTo>
                  <a:pt x="5370" y="865"/>
                </a:lnTo>
                <a:lnTo>
                  <a:pt x="5371" y="865"/>
                </a:lnTo>
                <a:lnTo>
                  <a:pt x="5371" y="866"/>
                </a:lnTo>
                <a:lnTo>
                  <a:pt x="5370" y="865"/>
                </a:lnTo>
                <a:lnTo>
                  <a:pt x="5370" y="866"/>
                </a:lnTo>
                <a:lnTo>
                  <a:pt x="5369" y="866"/>
                </a:lnTo>
                <a:lnTo>
                  <a:pt x="5370" y="866"/>
                </a:lnTo>
                <a:lnTo>
                  <a:pt x="5369" y="866"/>
                </a:lnTo>
                <a:lnTo>
                  <a:pt x="5368" y="867"/>
                </a:lnTo>
                <a:lnTo>
                  <a:pt x="5368" y="866"/>
                </a:lnTo>
                <a:lnTo>
                  <a:pt x="5368" y="867"/>
                </a:lnTo>
                <a:lnTo>
                  <a:pt x="5367" y="867"/>
                </a:lnTo>
                <a:lnTo>
                  <a:pt x="5368" y="867"/>
                </a:lnTo>
                <a:lnTo>
                  <a:pt x="5368" y="868"/>
                </a:lnTo>
                <a:lnTo>
                  <a:pt x="5368" y="867"/>
                </a:lnTo>
                <a:lnTo>
                  <a:pt x="5367" y="867"/>
                </a:lnTo>
                <a:lnTo>
                  <a:pt x="5367" y="868"/>
                </a:lnTo>
                <a:lnTo>
                  <a:pt x="5366" y="868"/>
                </a:lnTo>
                <a:lnTo>
                  <a:pt x="5365" y="869"/>
                </a:lnTo>
                <a:lnTo>
                  <a:pt x="5366" y="869"/>
                </a:lnTo>
                <a:lnTo>
                  <a:pt x="5365" y="869"/>
                </a:lnTo>
                <a:lnTo>
                  <a:pt x="5365" y="870"/>
                </a:lnTo>
                <a:lnTo>
                  <a:pt x="5366" y="870"/>
                </a:lnTo>
                <a:lnTo>
                  <a:pt x="5365" y="870"/>
                </a:lnTo>
                <a:lnTo>
                  <a:pt x="5365" y="871"/>
                </a:lnTo>
                <a:lnTo>
                  <a:pt x="5364" y="871"/>
                </a:lnTo>
                <a:lnTo>
                  <a:pt x="5363" y="871"/>
                </a:lnTo>
                <a:lnTo>
                  <a:pt x="5362" y="871"/>
                </a:lnTo>
                <a:lnTo>
                  <a:pt x="5362" y="872"/>
                </a:lnTo>
                <a:lnTo>
                  <a:pt x="5361" y="872"/>
                </a:lnTo>
                <a:lnTo>
                  <a:pt x="5360" y="872"/>
                </a:lnTo>
                <a:lnTo>
                  <a:pt x="5360" y="873"/>
                </a:lnTo>
                <a:lnTo>
                  <a:pt x="5360" y="874"/>
                </a:lnTo>
                <a:lnTo>
                  <a:pt x="5359" y="874"/>
                </a:lnTo>
                <a:lnTo>
                  <a:pt x="5359" y="873"/>
                </a:lnTo>
                <a:lnTo>
                  <a:pt x="5358" y="873"/>
                </a:lnTo>
                <a:lnTo>
                  <a:pt x="5358" y="874"/>
                </a:lnTo>
                <a:lnTo>
                  <a:pt x="5357" y="874"/>
                </a:lnTo>
                <a:lnTo>
                  <a:pt x="5358" y="874"/>
                </a:lnTo>
                <a:lnTo>
                  <a:pt x="5358" y="875"/>
                </a:lnTo>
                <a:lnTo>
                  <a:pt x="5357" y="875"/>
                </a:lnTo>
                <a:lnTo>
                  <a:pt x="5357" y="874"/>
                </a:lnTo>
                <a:lnTo>
                  <a:pt x="5357" y="873"/>
                </a:lnTo>
                <a:lnTo>
                  <a:pt x="5356" y="873"/>
                </a:lnTo>
                <a:lnTo>
                  <a:pt x="5355" y="873"/>
                </a:lnTo>
                <a:lnTo>
                  <a:pt x="5354" y="873"/>
                </a:lnTo>
                <a:lnTo>
                  <a:pt x="5354" y="872"/>
                </a:lnTo>
                <a:lnTo>
                  <a:pt x="5354" y="873"/>
                </a:lnTo>
                <a:lnTo>
                  <a:pt x="5353" y="872"/>
                </a:lnTo>
                <a:lnTo>
                  <a:pt x="5352" y="872"/>
                </a:lnTo>
                <a:lnTo>
                  <a:pt x="5352" y="871"/>
                </a:lnTo>
                <a:lnTo>
                  <a:pt x="5351" y="871"/>
                </a:lnTo>
                <a:lnTo>
                  <a:pt x="5350" y="871"/>
                </a:lnTo>
                <a:lnTo>
                  <a:pt x="5350" y="870"/>
                </a:lnTo>
                <a:lnTo>
                  <a:pt x="5349" y="870"/>
                </a:lnTo>
                <a:lnTo>
                  <a:pt x="5350" y="870"/>
                </a:lnTo>
                <a:lnTo>
                  <a:pt x="5349" y="870"/>
                </a:lnTo>
                <a:lnTo>
                  <a:pt x="5272" y="850"/>
                </a:lnTo>
                <a:lnTo>
                  <a:pt x="5271" y="849"/>
                </a:lnTo>
                <a:lnTo>
                  <a:pt x="5270" y="848"/>
                </a:lnTo>
                <a:lnTo>
                  <a:pt x="5269" y="848"/>
                </a:lnTo>
                <a:lnTo>
                  <a:pt x="5267" y="848"/>
                </a:lnTo>
                <a:lnTo>
                  <a:pt x="5266" y="847"/>
                </a:lnTo>
                <a:lnTo>
                  <a:pt x="5265" y="847"/>
                </a:lnTo>
                <a:lnTo>
                  <a:pt x="5265" y="846"/>
                </a:lnTo>
                <a:lnTo>
                  <a:pt x="5265" y="845"/>
                </a:lnTo>
                <a:lnTo>
                  <a:pt x="5264" y="843"/>
                </a:lnTo>
                <a:lnTo>
                  <a:pt x="5264" y="842"/>
                </a:lnTo>
                <a:lnTo>
                  <a:pt x="5262" y="841"/>
                </a:lnTo>
                <a:lnTo>
                  <a:pt x="5260" y="841"/>
                </a:lnTo>
                <a:lnTo>
                  <a:pt x="5260" y="842"/>
                </a:lnTo>
                <a:lnTo>
                  <a:pt x="5259" y="843"/>
                </a:lnTo>
                <a:lnTo>
                  <a:pt x="5258" y="844"/>
                </a:lnTo>
                <a:lnTo>
                  <a:pt x="5257" y="844"/>
                </a:lnTo>
                <a:lnTo>
                  <a:pt x="5256" y="844"/>
                </a:lnTo>
                <a:lnTo>
                  <a:pt x="5256" y="845"/>
                </a:lnTo>
                <a:lnTo>
                  <a:pt x="5256" y="846"/>
                </a:lnTo>
                <a:lnTo>
                  <a:pt x="5254" y="848"/>
                </a:lnTo>
                <a:lnTo>
                  <a:pt x="5253" y="849"/>
                </a:lnTo>
                <a:lnTo>
                  <a:pt x="5253" y="850"/>
                </a:lnTo>
                <a:lnTo>
                  <a:pt x="5252" y="851"/>
                </a:lnTo>
                <a:lnTo>
                  <a:pt x="5252" y="852"/>
                </a:lnTo>
                <a:lnTo>
                  <a:pt x="5252" y="853"/>
                </a:lnTo>
                <a:lnTo>
                  <a:pt x="5252" y="854"/>
                </a:lnTo>
                <a:lnTo>
                  <a:pt x="5251" y="854"/>
                </a:lnTo>
                <a:lnTo>
                  <a:pt x="5250" y="854"/>
                </a:lnTo>
                <a:lnTo>
                  <a:pt x="5249" y="854"/>
                </a:lnTo>
                <a:lnTo>
                  <a:pt x="5249" y="853"/>
                </a:lnTo>
                <a:lnTo>
                  <a:pt x="5247" y="853"/>
                </a:lnTo>
                <a:lnTo>
                  <a:pt x="5246" y="853"/>
                </a:lnTo>
                <a:lnTo>
                  <a:pt x="5245" y="853"/>
                </a:lnTo>
                <a:lnTo>
                  <a:pt x="5244" y="854"/>
                </a:lnTo>
                <a:lnTo>
                  <a:pt x="5243" y="854"/>
                </a:lnTo>
                <a:lnTo>
                  <a:pt x="5242" y="854"/>
                </a:lnTo>
                <a:lnTo>
                  <a:pt x="5241" y="856"/>
                </a:lnTo>
                <a:lnTo>
                  <a:pt x="5241" y="858"/>
                </a:lnTo>
                <a:lnTo>
                  <a:pt x="5240" y="860"/>
                </a:lnTo>
                <a:lnTo>
                  <a:pt x="5241" y="861"/>
                </a:lnTo>
                <a:lnTo>
                  <a:pt x="5243" y="861"/>
                </a:lnTo>
                <a:lnTo>
                  <a:pt x="5243" y="862"/>
                </a:lnTo>
                <a:lnTo>
                  <a:pt x="5243" y="863"/>
                </a:lnTo>
                <a:lnTo>
                  <a:pt x="5243" y="864"/>
                </a:lnTo>
                <a:lnTo>
                  <a:pt x="5242" y="865"/>
                </a:lnTo>
                <a:lnTo>
                  <a:pt x="5241" y="866"/>
                </a:lnTo>
                <a:lnTo>
                  <a:pt x="5239" y="867"/>
                </a:lnTo>
                <a:lnTo>
                  <a:pt x="5238" y="869"/>
                </a:lnTo>
                <a:lnTo>
                  <a:pt x="5236" y="870"/>
                </a:lnTo>
                <a:lnTo>
                  <a:pt x="5233" y="871"/>
                </a:lnTo>
                <a:lnTo>
                  <a:pt x="5232" y="871"/>
                </a:lnTo>
                <a:lnTo>
                  <a:pt x="5232" y="872"/>
                </a:lnTo>
                <a:lnTo>
                  <a:pt x="5232" y="873"/>
                </a:lnTo>
                <a:lnTo>
                  <a:pt x="5230" y="874"/>
                </a:lnTo>
                <a:lnTo>
                  <a:pt x="5229" y="875"/>
                </a:lnTo>
                <a:lnTo>
                  <a:pt x="5228" y="875"/>
                </a:lnTo>
                <a:lnTo>
                  <a:pt x="5227" y="875"/>
                </a:lnTo>
                <a:lnTo>
                  <a:pt x="5227" y="876"/>
                </a:lnTo>
                <a:lnTo>
                  <a:pt x="5226" y="876"/>
                </a:lnTo>
                <a:lnTo>
                  <a:pt x="5225" y="876"/>
                </a:lnTo>
                <a:lnTo>
                  <a:pt x="5225" y="877"/>
                </a:lnTo>
                <a:lnTo>
                  <a:pt x="5225" y="878"/>
                </a:lnTo>
                <a:lnTo>
                  <a:pt x="5226" y="878"/>
                </a:lnTo>
                <a:lnTo>
                  <a:pt x="5226" y="879"/>
                </a:lnTo>
                <a:lnTo>
                  <a:pt x="5225" y="880"/>
                </a:lnTo>
                <a:lnTo>
                  <a:pt x="5224" y="880"/>
                </a:lnTo>
                <a:lnTo>
                  <a:pt x="5223" y="880"/>
                </a:lnTo>
                <a:lnTo>
                  <a:pt x="5222" y="879"/>
                </a:lnTo>
                <a:lnTo>
                  <a:pt x="5219" y="879"/>
                </a:lnTo>
                <a:lnTo>
                  <a:pt x="5218" y="879"/>
                </a:lnTo>
                <a:lnTo>
                  <a:pt x="5218" y="878"/>
                </a:lnTo>
                <a:lnTo>
                  <a:pt x="5217" y="878"/>
                </a:lnTo>
                <a:lnTo>
                  <a:pt x="5216" y="878"/>
                </a:lnTo>
                <a:lnTo>
                  <a:pt x="5215" y="878"/>
                </a:lnTo>
                <a:lnTo>
                  <a:pt x="5214" y="878"/>
                </a:lnTo>
                <a:lnTo>
                  <a:pt x="5213" y="878"/>
                </a:lnTo>
                <a:lnTo>
                  <a:pt x="5212" y="877"/>
                </a:lnTo>
                <a:lnTo>
                  <a:pt x="5212" y="878"/>
                </a:lnTo>
                <a:lnTo>
                  <a:pt x="5211" y="878"/>
                </a:lnTo>
                <a:lnTo>
                  <a:pt x="5210" y="879"/>
                </a:lnTo>
                <a:lnTo>
                  <a:pt x="5209" y="880"/>
                </a:lnTo>
                <a:lnTo>
                  <a:pt x="5208" y="880"/>
                </a:lnTo>
                <a:lnTo>
                  <a:pt x="5208" y="881"/>
                </a:lnTo>
                <a:lnTo>
                  <a:pt x="5207" y="882"/>
                </a:lnTo>
                <a:lnTo>
                  <a:pt x="5207" y="883"/>
                </a:lnTo>
                <a:lnTo>
                  <a:pt x="5206" y="883"/>
                </a:lnTo>
                <a:lnTo>
                  <a:pt x="5205" y="884"/>
                </a:lnTo>
                <a:lnTo>
                  <a:pt x="5204" y="883"/>
                </a:lnTo>
                <a:lnTo>
                  <a:pt x="5203" y="883"/>
                </a:lnTo>
                <a:lnTo>
                  <a:pt x="5203" y="884"/>
                </a:lnTo>
                <a:lnTo>
                  <a:pt x="5202" y="884"/>
                </a:lnTo>
                <a:lnTo>
                  <a:pt x="5201" y="884"/>
                </a:lnTo>
                <a:lnTo>
                  <a:pt x="5201" y="885"/>
                </a:lnTo>
                <a:lnTo>
                  <a:pt x="5200" y="885"/>
                </a:lnTo>
                <a:lnTo>
                  <a:pt x="5199" y="885"/>
                </a:lnTo>
                <a:lnTo>
                  <a:pt x="5199" y="884"/>
                </a:lnTo>
                <a:lnTo>
                  <a:pt x="5197" y="883"/>
                </a:lnTo>
                <a:lnTo>
                  <a:pt x="5196" y="883"/>
                </a:lnTo>
                <a:lnTo>
                  <a:pt x="5195" y="883"/>
                </a:lnTo>
                <a:lnTo>
                  <a:pt x="5194" y="882"/>
                </a:lnTo>
                <a:lnTo>
                  <a:pt x="5193" y="882"/>
                </a:lnTo>
                <a:lnTo>
                  <a:pt x="5192" y="883"/>
                </a:lnTo>
                <a:lnTo>
                  <a:pt x="5191" y="883"/>
                </a:lnTo>
                <a:lnTo>
                  <a:pt x="5190" y="883"/>
                </a:lnTo>
                <a:lnTo>
                  <a:pt x="5189" y="883"/>
                </a:lnTo>
                <a:lnTo>
                  <a:pt x="5188" y="883"/>
                </a:lnTo>
                <a:lnTo>
                  <a:pt x="5188" y="884"/>
                </a:lnTo>
                <a:lnTo>
                  <a:pt x="5188" y="885"/>
                </a:lnTo>
                <a:lnTo>
                  <a:pt x="5188" y="886"/>
                </a:lnTo>
                <a:lnTo>
                  <a:pt x="5189" y="887"/>
                </a:lnTo>
                <a:lnTo>
                  <a:pt x="5189" y="888"/>
                </a:lnTo>
                <a:lnTo>
                  <a:pt x="5188" y="888"/>
                </a:lnTo>
                <a:lnTo>
                  <a:pt x="5188" y="887"/>
                </a:lnTo>
                <a:lnTo>
                  <a:pt x="5187" y="887"/>
                </a:lnTo>
                <a:lnTo>
                  <a:pt x="5187" y="888"/>
                </a:lnTo>
                <a:lnTo>
                  <a:pt x="5186" y="889"/>
                </a:lnTo>
                <a:lnTo>
                  <a:pt x="5185" y="889"/>
                </a:lnTo>
                <a:lnTo>
                  <a:pt x="5184" y="889"/>
                </a:lnTo>
                <a:lnTo>
                  <a:pt x="5183" y="889"/>
                </a:lnTo>
                <a:lnTo>
                  <a:pt x="5182" y="889"/>
                </a:lnTo>
                <a:lnTo>
                  <a:pt x="5182" y="890"/>
                </a:lnTo>
                <a:lnTo>
                  <a:pt x="5180" y="890"/>
                </a:lnTo>
                <a:lnTo>
                  <a:pt x="5179" y="890"/>
                </a:lnTo>
                <a:lnTo>
                  <a:pt x="5178" y="890"/>
                </a:lnTo>
                <a:lnTo>
                  <a:pt x="5177" y="891"/>
                </a:lnTo>
                <a:lnTo>
                  <a:pt x="5177" y="892"/>
                </a:lnTo>
                <a:lnTo>
                  <a:pt x="5176" y="892"/>
                </a:lnTo>
                <a:lnTo>
                  <a:pt x="5176" y="893"/>
                </a:lnTo>
                <a:lnTo>
                  <a:pt x="5177" y="895"/>
                </a:lnTo>
                <a:lnTo>
                  <a:pt x="5178" y="895"/>
                </a:lnTo>
                <a:lnTo>
                  <a:pt x="5179" y="895"/>
                </a:lnTo>
                <a:lnTo>
                  <a:pt x="5180" y="895"/>
                </a:lnTo>
                <a:lnTo>
                  <a:pt x="5181" y="896"/>
                </a:lnTo>
                <a:lnTo>
                  <a:pt x="5182" y="896"/>
                </a:lnTo>
                <a:lnTo>
                  <a:pt x="5182" y="897"/>
                </a:lnTo>
                <a:lnTo>
                  <a:pt x="5181" y="898"/>
                </a:lnTo>
                <a:lnTo>
                  <a:pt x="5181" y="899"/>
                </a:lnTo>
                <a:lnTo>
                  <a:pt x="5182" y="899"/>
                </a:lnTo>
                <a:lnTo>
                  <a:pt x="5183" y="899"/>
                </a:lnTo>
                <a:lnTo>
                  <a:pt x="5184" y="899"/>
                </a:lnTo>
                <a:lnTo>
                  <a:pt x="5185" y="899"/>
                </a:lnTo>
                <a:lnTo>
                  <a:pt x="5186" y="899"/>
                </a:lnTo>
                <a:lnTo>
                  <a:pt x="5186" y="900"/>
                </a:lnTo>
                <a:lnTo>
                  <a:pt x="5187" y="902"/>
                </a:lnTo>
                <a:lnTo>
                  <a:pt x="5188" y="902"/>
                </a:lnTo>
                <a:lnTo>
                  <a:pt x="5188" y="903"/>
                </a:lnTo>
                <a:lnTo>
                  <a:pt x="5188" y="905"/>
                </a:lnTo>
                <a:lnTo>
                  <a:pt x="5189" y="906"/>
                </a:lnTo>
                <a:lnTo>
                  <a:pt x="5190" y="906"/>
                </a:lnTo>
                <a:lnTo>
                  <a:pt x="5193" y="919"/>
                </a:lnTo>
                <a:lnTo>
                  <a:pt x="5195" y="924"/>
                </a:lnTo>
                <a:lnTo>
                  <a:pt x="5201" y="948"/>
                </a:lnTo>
                <a:lnTo>
                  <a:pt x="5208" y="974"/>
                </a:lnTo>
                <a:lnTo>
                  <a:pt x="5207" y="974"/>
                </a:lnTo>
                <a:lnTo>
                  <a:pt x="5206" y="974"/>
                </a:lnTo>
                <a:lnTo>
                  <a:pt x="5206" y="975"/>
                </a:lnTo>
                <a:lnTo>
                  <a:pt x="5205" y="975"/>
                </a:lnTo>
                <a:lnTo>
                  <a:pt x="5204" y="975"/>
                </a:lnTo>
                <a:lnTo>
                  <a:pt x="5204" y="976"/>
                </a:lnTo>
                <a:lnTo>
                  <a:pt x="5203" y="978"/>
                </a:lnTo>
                <a:lnTo>
                  <a:pt x="5203" y="979"/>
                </a:lnTo>
                <a:lnTo>
                  <a:pt x="5203" y="980"/>
                </a:lnTo>
                <a:lnTo>
                  <a:pt x="5202" y="980"/>
                </a:lnTo>
                <a:lnTo>
                  <a:pt x="5203" y="981"/>
                </a:lnTo>
                <a:lnTo>
                  <a:pt x="5202" y="982"/>
                </a:lnTo>
                <a:lnTo>
                  <a:pt x="5202" y="983"/>
                </a:lnTo>
                <a:lnTo>
                  <a:pt x="5203" y="983"/>
                </a:lnTo>
                <a:lnTo>
                  <a:pt x="5203" y="984"/>
                </a:lnTo>
                <a:lnTo>
                  <a:pt x="5204" y="984"/>
                </a:lnTo>
                <a:lnTo>
                  <a:pt x="5204" y="985"/>
                </a:lnTo>
                <a:lnTo>
                  <a:pt x="5204" y="986"/>
                </a:lnTo>
                <a:lnTo>
                  <a:pt x="5204" y="988"/>
                </a:lnTo>
                <a:lnTo>
                  <a:pt x="5204" y="989"/>
                </a:lnTo>
                <a:lnTo>
                  <a:pt x="5203" y="989"/>
                </a:lnTo>
                <a:lnTo>
                  <a:pt x="5203" y="990"/>
                </a:lnTo>
                <a:lnTo>
                  <a:pt x="5202" y="990"/>
                </a:lnTo>
                <a:lnTo>
                  <a:pt x="5202" y="991"/>
                </a:lnTo>
                <a:lnTo>
                  <a:pt x="5201" y="991"/>
                </a:lnTo>
                <a:lnTo>
                  <a:pt x="5201" y="992"/>
                </a:lnTo>
                <a:lnTo>
                  <a:pt x="5202" y="993"/>
                </a:lnTo>
                <a:lnTo>
                  <a:pt x="5201" y="994"/>
                </a:lnTo>
                <a:lnTo>
                  <a:pt x="5201" y="995"/>
                </a:lnTo>
                <a:lnTo>
                  <a:pt x="5200" y="995"/>
                </a:lnTo>
                <a:lnTo>
                  <a:pt x="5200" y="996"/>
                </a:lnTo>
                <a:lnTo>
                  <a:pt x="5199" y="996"/>
                </a:lnTo>
                <a:lnTo>
                  <a:pt x="5200" y="997"/>
                </a:lnTo>
                <a:lnTo>
                  <a:pt x="5200" y="998"/>
                </a:lnTo>
                <a:lnTo>
                  <a:pt x="5201" y="998"/>
                </a:lnTo>
                <a:lnTo>
                  <a:pt x="5201" y="999"/>
                </a:lnTo>
                <a:lnTo>
                  <a:pt x="5200" y="999"/>
                </a:lnTo>
                <a:lnTo>
                  <a:pt x="5199" y="999"/>
                </a:lnTo>
                <a:lnTo>
                  <a:pt x="5200" y="999"/>
                </a:lnTo>
                <a:lnTo>
                  <a:pt x="5200" y="1000"/>
                </a:lnTo>
                <a:lnTo>
                  <a:pt x="5199" y="1000"/>
                </a:lnTo>
                <a:lnTo>
                  <a:pt x="5199" y="1001"/>
                </a:lnTo>
                <a:lnTo>
                  <a:pt x="5200" y="1002"/>
                </a:lnTo>
                <a:lnTo>
                  <a:pt x="5201" y="1002"/>
                </a:lnTo>
                <a:lnTo>
                  <a:pt x="5201" y="1003"/>
                </a:lnTo>
                <a:lnTo>
                  <a:pt x="5201" y="1004"/>
                </a:lnTo>
                <a:lnTo>
                  <a:pt x="5201" y="1005"/>
                </a:lnTo>
                <a:lnTo>
                  <a:pt x="5200" y="1006"/>
                </a:lnTo>
                <a:lnTo>
                  <a:pt x="5200" y="1007"/>
                </a:lnTo>
                <a:lnTo>
                  <a:pt x="5201" y="1007"/>
                </a:lnTo>
                <a:lnTo>
                  <a:pt x="5201" y="1008"/>
                </a:lnTo>
                <a:lnTo>
                  <a:pt x="5201" y="1009"/>
                </a:lnTo>
                <a:lnTo>
                  <a:pt x="5200" y="1009"/>
                </a:lnTo>
                <a:lnTo>
                  <a:pt x="5200" y="1010"/>
                </a:lnTo>
                <a:lnTo>
                  <a:pt x="5200" y="1011"/>
                </a:lnTo>
                <a:lnTo>
                  <a:pt x="5201" y="1011"/>
                </a:lnTo>
                <a:lnTo>
                  <a:pt x="5201" y="1012"/>
                </a:lnTo>
                <a:lnTo>
                  <a:pt x="5202" y="1012"/>
                </a:lnTo>
                <a:lnTo>
                  <a:pt x="5202" y="1013"/>
                </a:lnTo>
                <a:lnTo>
                  <a:pt x="5201" y="1013"/>
                </a:lnTo>
                <a:lnTo>
                  <a:pt x="5201" y="1014"/>
                </a:lnTo>
                <a:lnTo>
                  <a:pt x="5201" y="1015"/>
                </a:lnTo>
                <a:lnTo>
                  <a:pt x="5201" y="1016"/>
                </a:lnTo>
                <a:lnTo>
                  <a:pt x="5200" y="1016"/>
                </a:lnTo>
                <a:lnTo>
                  <a:pt x="5200" y="1017"/>
                </a:lnTo>
                <a:lnTo>
                  <a:pt x="5200" y="1018"/>
                </a:lnTo>
                <a:lnTo>
                  <a:pt x="5201" y="1019"/>
                </a:lnTo>
                <a:lnTo>
                  <a:pt x="5202" y="1019"/>
                </a:lnTo>
                <a:lnTo>
                  <a:pt x="5202" y="1020"/>
                </a:lnTo>
                <a:lnTo>
                  <a:pt x="5201" y="1021"/>
                </a:lnTo>
                <a:lnTo>
                  <a:pt x="5202" y="1021"/>
                </a:lnTo>
                <a:lnTo>
                  <a:pt x="5201" y="1021"/>
                </a:lnTo>
                <a:lnTo>
                  <a:pt x="5201" y="1020"/>
                </a:lnTo>
                <a:lnTo>
                  <a:pt x="5200" y="1020"/>
                </a:lnTo>
                <a:lnTo>
                  <a:pt x="5199" y="1021"/>
                </a:lnTo>
                <a:lnTo>
                  <a:pt x="5199" y="1022"/>
                </a:lnTo>
                <a:lnTo>
                  <a:pt x="5199" y="1023"/>
                </a:lnTo>
                <a:lnTo>
                  <a:pt x="5199" y="1024"/>
                </a:lnTo>
                <a:lnTo>
                  <a:pt x="5199" y="1023"/>
                </a:lnTo>
                <a:lnTo>
                  <a:pt x="5198" y="1023"/>
                </a:lnTo>
                <a:lnTo>
                  <a:pt x="5198" y="1024"/>
                </a:lnTo>
                <a:lnTo>
                  <a:pt x="5199" y="1024"/>
                </a:lnTo>
                <a:lnTo>
                  <a:pt x="5199" y="1025"/>
                </a:lnTo>
                <a:lnTo>
                  <a:pt x="5198" y="1026"/>
                </a:lnTo>
                <a:lnTo>
                  <a:pt x="5198" y="1027"/>
                </a:lnTo>
                <a:lnTo>
                  <a:pt x="5199" y="1027"/>
                </a:lnTo>
                <a:lnTo>
                  <a:pt x="5200" y="1027"/>
                </a:lnTo>
                <a:lnTo>
                  <a:pt x="5200" y="1028"/>
                </a:lnTo>
                <a:lnTo>
                  <a:pt x="5201" y="1028"/>
                </a:lnTo>
                <a:lnTo>
                  <a:pt x="5202" y="1028"/>
                </a:lnTo>
                <a:lnTo>
                  <a:pt x="5202" y="1029"/>
                </a:lnTo>
                <a:lnTo>
                  <a:pt x="5203" y="1029"/>
                </a:lnTo>
                <a:lnTo>
                  <a:pt x="5204" y="1030"/>
                </a:lnTo>
                <a:lnTo>
                  <a:pt x="5205" y="1030"/>
                </a:lnTo>
                <a:lnTo>
                  <a:pt x="5206" y="1030"/>
                </a:lnTo>
                <a:lnTo>
                  <a:pt x="5207" y="1030"/>
                </a:lnTo>
                <a:lnTo>
                  <a:pt x="5208" y="1030"/>
                </a:lnTo>
                <a:lnTo>
                  <a:pt x="5209" y="1030"/>
                </a:lnTo>
                <a:lnTo>
                  <a:pt x="5209" y="1031"/>
                </a:lnTo>
                <a:lnTo>
                  <a:pt x="5209" y="1032"/>
                </a:lnTo>
                <a:lnTo>
                  <a:pt x="5209" y="1033"/>
                </a:lnTo>
                <a:lnTo>
                  <a:pt x="5208" y="1034"/>
                </a:lnTo>
                <a:lnTo>
                  <a:pt x="5208" y="1035"/>
                </a:lnTo>
                <a:lnTo>
                  <a:pt x="5207" y="1036"/>
                </a:lnTo>
                <a:lnTo>
                  <a:pt x="5208" y="1037"/>
                </a:lnTo>
                <a:lnTo>
                  <a:pt x="5208" y="1039"/>
                </a:lnTo>
                <a:lnTo>
                  <a:pt x="5208" y="1040"/>
                </a:lnTo>
                <a:lnTo>
                  <a:pt x="5208" y="1041"/>
                </a:lnTo>
                <a:lnTo>
                  <a:pt x="5207" y="1041"/>
                </a:lnTo>
                <a:lnTo>
                  <a:pt x="5206" y="1041"/>
                </a:lnTo>
                <a:lnTo>
                  <a:pt x="5205" y="1042"/>
                </a:lnTo>
                <a:lnTo>
                  <a:pt x="5205" y="1043"/>
                </a:lnTo>
                <a:lnTo>
                  <a:pt x="5204" y="1046"/>
                </a:lnTo>
                <a:lnTo>
                  <a:pt x="5204" y="1047"/>
                </a:lnTo>
                <a:lnTo>
                  <a:pt x="5204" y="1048"/>
                </a:lnTo>
                <a:lnTo>
                  <a:pt x="5204" y="1050"/>
                </a:lnTo>
                <a:lnTo>
                  <a:pt x="5204" y="1051"/>
                </a:lnTo>
                <a:lnTo>
                  <a:pt x="5204" y="1052"/>
                </a:lnTo>
                <a:lnTo>
                  <a:pt x="5203" y="1054"/>
                </a:lnTo>
                <a:lnTo>
                  <a:pt x="5202" y="1054"/>
                </a:lnTo>
                <a:lnTo>
                  <a:pt x="5201" y="1055"/>
                </a:lnTo>
                <a:lnTo>
                  <a:pt x="5199" y="1057"/>
                </a:lnTo>
                <a:lnTo>
                  <a:pt x="5198" y="1058"/>
                </a:lnTo>
                <a:lnTo>
                  <a:pt x="5198" y="1059"/>
                </a:lnTo>
                <a:lnTo>
                  <a:pt x="5198" y="1060"/>
                </a:lnTo>
                <a:lnTo>
                  <a:pt x="5199" y="1060"/>
                </a:lnTo>
                <a:lnTo>
                  <a:pt x="5199" y="1061"/>
                </a:lnTo>
                <a:lnTo>
                  <a:pt x="5200" y="1061"/>
                </a:lnTo>
                <a:lnTo>
                  <a:pt x="5200" y="1062"/>
                </a:lnTo>
                <a:lnTo>
                  <a:pt x="5200" y="1064"/>
                </a:lnTo>
                <a:lnTo>
                  <a:pt x="5200" y="1065"/>
                </a:lnTo>
                <a:lnTo>
                  <a:pt x="5199" y="1067"/>
                </a:lnTo>
                <a:lnTo>
                  <a:pt x="5196" y="1070"/>
                </a:lnTo>
                <a:lnTo>
                  <a:pt x="5195" y="1071"/>
                </a:lnTo>
                <a:lnTo>
                  <a:pt x="5196" y="1073"/>
                </a:lnTo>
                <a:lnTo>
                  <a:pt x="5196" y="1074"/>
                </a:lnTo>
                <a:lnTo>
                  <a:pt x="5195" y="1074"/>
                </a:lnTo>
                <a:lnTo>
                  <a:pt x="5194" y="1074"/>
                </a:lnTo>
                <a:lnTo>
                  <a:pt x="5193" y="1074"/>
                </a:lnTo>
                <a:lnTo>
                  <a:pt x="5192" y="1074"/>
                </a:lnTo>
                <a:lnTo>
                  <a:pt x="5191" y="1074"/>
                </a:lnTo>
                <a:lnTo>
                  <a:pt x="5191" y="1075"/>
                </a:lnTo>
                <a:lnTo>
                  <a:pt x="5191" y="1076"/>
                </a:lnTo>
                <a:lnTo>
                  <a:pt x="5189" y="1078"/>
                </a:lnTo>
                <a:lnTo>
                  <a:pt x="5189" y="1079"/>
                </a:lnTo>
                <a:lnTo>
                  <a:pt x="5190" y="1080"/>
                </a:lnTo>
                <a:lnTo>
                  <a:pt x="5191" y="1082"/>
                </a:lnTo>
                <a:lnTo>
                  <a:pt x="5191" y="1083"/>
                </a:lnTo>
                <a:lnTo>
                  <a:pt x="5191" y="1084"/>
                </a:lnTo>
                <a:lnTo>
                  <a:pt x="5192" y="1084"/>
                </a:lnTo>
                <a:lnTo>
                  <a:pt x="5193" y="1085"/>
                </a:lnTo>
                <a:lnTo>
                  <a:pt x="5194" y="1084"/>
                </a:lnTo>
                <a:lnTo>
                  <a:pt x="5194" y="1085"/>
                </a:lnTo>
                <a:lnTo>
                  <a:pt x="5193" y="1086"/>
                </a:lnTo>
                <a:lnTo>
                  <a:pt x="5193" y="1087"/>
                </a:lnTo>
                <a:lnTo>
                  <a:pt x="5192" y="1088"/>
                </a:lnTo>
                <a:lnTo>
                  <a:pt x="5191" y="1089"/>
                </a:lnTo>
                <a:lnTo>
                  <a:pt x="5190" y="1090"/>
                </a:lnTo>
                <a:lnTo>
                  <a:pt x="5189" y="1090"/>
                </a:lnTo>
                <a:lnTo>
                  <a:pt x="5188" y="1089"/>
                </a:lnTo>
                <a:lnTo>
                  <a:pt x="5187" y="1089"/>
                </a:lnTo>
                <a:lnTo>
                  <a:pt x="5186" y="1089"/>
                </a:lnTo>
                <a:lnTo>
                  <a:pt x="5184" y="1089"/>
                </a:lnTo>
                <a:lnTo>
                  <a:pt x="5184" y="1088"/>
                </a:lnTo>
                <a:lnTo>
                  <a:pt x="5183" y="1088"/>
                </a:lnTo>
                <a:lnTo>
                  <a:pt x="5182" y="1089"/>
                </a:lnTo>
                <a:lnTo>
                  <a:pt x="5182" y="1090"/>
                </a:lnTo>
                <a:lnTo>
                  <a:pt x="5182" y="1091"/>
                </a:lnTo>
                <a:lnTo>
                  <a:pt x="5183" y="1093"/>
                </a:lnTo>
                <a:lnTo>
                  <a:pt x="5184" y="1094"/>
                </a:lnTo>
                <a:lnTo>
                  <a:pt x="5184" y="1095"/>
                </a:lnTo>
                <a:lnTo>
                  <a:pt x="5183" y="1095"/>
                </a:lnTo>
                <a:lnTo>
                  <a:pt x="5182" y="1095"/>
                </a:lnTo>
                <a:lnTo>
                  <a:pt x="5178" y="1095"/>
                </a:lnTo>
                <a:lnTo>
                  <a:pt x="5177" y="1095"/>
                </a:lnTo>
                <a:lnTo>
                  <a:pt x="5177" y="1094"/>
                </a:lnTo>
                <a:lnTo>
                  <a:pt x="5176" y="1094"/>
                </a:lnTo>
                <a:lnTo>
                  <a:pt x="5175" y="1094"/>
                </a:lnTo>
                <a:lnTo>
                  <a:pt x="5173" y="1094"/>
                </a:lnTo>
                <a:lnTo>
                  <a:pt x="5172" y="1095"/>
                </a:lnTo>
                <a:lnTo>
                  <a:pt x="5171" y="1096"/>
                </a:lnTo>
                <a:lnTo>
                  <a:pt x="5170" y="1095"/>
                </a:lnTo>
                <a:lnTo>
                  <a:pt x="5169" y="1095"/>
                </a:lnTo>
                <a:lnTo>
                  <a:pt x="5168" y="1095"/>
                </a:lnTo>
                <a:lnTo>
                  <a:pt x="5167" y="1094"/>
                </a:lnTo>
                <a:lnTo>
                  <a:pt x="5166" y="1093"/>
                </a:lnTo>
                <a:lnTo>
                  <a:pt x="5165" y="1093"/>
                </a:lnTo>
                <a:lnTo>
                  <a:pt x="5164" y="1093"/>
                </a:lnTo>
                <a:lnTo>
                  <a:pt x="5163" y="1093"/>
                </a:lnTo>
                <a:lnTo>
                  <a:pt x="5162" y="1094"/>
                </a:lnTo>
                <a:lnTo>
                  <a:pt x="5161" y="1094"/>
                </a:lnTo>
                <a:lnTo>
                  <a:pt x="5161" y="1096"/>
                </a:lnTo>
                <a:lnTo>
                  <a:pt x="5160" y="1097"/>
                </a:lnTo>
                <a:lnTo>
                  <a:pt x="5160" y="1098"/>
                </a:lnTo>
                <a:lnTo>
                  <a:pt x="5159" y="1098"/>
                </a:lnTo>
                <a:lnTo>
                  <a:pt x="5158" y="1097"/>
                </a:lnTo>
                <a:lnTo>
                  <a:pt x="5157" y="1097"/>
                </a:lnTo>
                <a:lnTo>
                  <a:pt x="5156" y="1098"/>
                </a:lnTo>
                <a:lnTo>
                  <a:pt x="5155" y="1098"/>
                </a:lnTo>
                <a:lnTo>
                  <a:pt x="5154" y="1097"/>
                </a:lnTo>
                <a:lnTo>
                  <a:pt x="5153" y="1097"/>
                </a:lnTo>
                <a:lnTo>
                  <a:pt x="5152" y="1096"/>
                </a:lnTo>
                <a:lnTo>
                  <a:pt x="5151" y="1096"/>
                </a:lnTo>
                <a:lnTo>
                  <a:pt x="5150" y="1097"/>
                </a:lnTo>
                <a:lnTo>
                  <a:pt x="5147" y="1099"/>
                </a:lnTo>
                <a:lnTo>
                  <a:pt x="5146" y="1099"/>
                </a:lnTo>
                <a:lnTo>
                  <a:pt x="5145" y="1100"/>
                </a:lnTo>
                <a:lnTo>
                  <a:pt x="5144" y="1100"/>
                </a:lnTo>
                <a:lnTo>
                  <a:pt x="5143" y="1100"/>
                </a:lnTo>
                <a:lnTo>
                  <a:pt x="5142" y="1100"/>
                </a:lnTo>
                <a:lnTo>
                  <a:pt x="5141" y="1100"/>
                </a:lnTo>
                <a:lnTo>
                  <a:pt x="5140" y="1100"/>
                </a:lnTo>
                <a:lnTo>
                  <a:pt x="5140" y="1101"/>
                </a:lnTo>
                <a:lnTo>
                  <a:pt x="5139" y="1102"/>
                </a:lnTo>
                <a:lnTo>
                  <a:pt x="5138" y="1103"/>
                </a:lnTo>
                <a:lnTo>
                  <a:pt x="5137" y="1103"/>
                </a:lnTo>
                <a:lnTo>
                  <a:pt x="5135" y="1104"/>
                </a:lnTo>
                <a:lnTo>
                  <a:pt x="5133" y="1104"/>
                </a:lnTo>
                <a:lnTo>
                  <a:pt x="5132" y="1105"/>
                </a:lnTo>
                <a:lnTo>
                  <a:pt x="5130" y="1106"/>
                </a:lnTo>
                <a:lnTo>
                  <a:pt x="5129" y="1107"/>
                </a:lnTo>
                <a:lnTo>
                  <a:pt x="5128" y="1109"/>
                </a:lnTo>
                <a:lnTo>
                  <a:pt x="5127" y="1109"/>
                </a:lnTo>
                <a:lnTo>
                  <a:pt x="5127" y="1108"/>
                </a:lnTo>
                <a:lnTo>
                  <a:pt x="5127" y="1109"/>
                </a:lnTo>
                <a:lnTo>
                  <a:pt x="5128" y="1111"/>
                </a:lnTo>
                <a:lnTo>
                  <a:pt x="5129" y="1111"/>
                </a:lnTo>
                <a:lnTo>
                  <a:pt x="5130" y="1111"/>
                </a:lnTo>
                <a:lnTo>
                  <a:pt x="5131" y="1112"/>
                </a:lnTo>
                <a:lnTo>
                  <a:pt x="5131" y="1113"/>
                </a:lnTo>
                <a:lnTo>
                  <a:pt x="5132" y="1113"/>
                </a:lnTo>
                <a:lnTo>
                  <a:pt x="5133" y="1113"/>
                </a:lnTo>
                <a:lnTo>
                  <a:pt x="5135" y="1112"/>
                </a:lnTo>
                <a:lnTo>
                  <a:pt x="5136" y="1112"/>
                </a:lnTo>
                <a:lnTo>
                  <a:pt x="5137" y="1112"/>
                </a:lnTo>
                <a:lnTo>
                  <a:pt x="5138" y="1112"/>
                </a:lnTo>
                <a:lnTo>
                  <a:pt x="5140" y="1112"/>
                </a:lnTo>
                <a:lnTo>
                  <a:pt x="5141" y="1113"/>
                </a:lnTo>
                <a:lnTo>
                  <a:pt x="5142" y="1113"/>
                </a:lnTo>
                <a:lnTo>
                  <a:pt x="5143" y="1114"/>
                </a:lnTo>
                <a:lnTo>
                  <a:pt x="5144" y="1115"/>
                </a:lnTo>
                <a:lnTo>
                  <a:pt x="5144" y="1116"/>
                </a:lnTo>
                <a:lnTo>
                  <a:pt x="5145" y="1118"/>
                </a:lnTo>
                <a:lnTo>
                  <a:pt x="5146" y="1118"/>
                </a:lnTo>
                <a:lnTo>
                  <a:pt x="5146" y="1119"/>
                </a:lnTo>
                <a:lnTo>
                  <a:pt x="5146" y="1120"/>
                </a:lnTo>
                <a:lnTo>
                  <a:pt x="5147" y="1122"/>
                </a:lnTo>
                <a:lnTo>
                  <a:pt x="5147" y="1123"/>
                </a:lnTo>
                <a:lnTo>
                  <a:pt x="5146" y="1127"/>
                </a:lnTo>
                <a:lnTo>
                  <a:pt x="5144" y="1126"/>
                </a:lnTo>
                <a:lnTo>
                  <a:pt x="5143" y="1126"/>
                </a:lnTo>
                <a:lnTo>
                  <a:pt x="5142" y="1126"/>
                </a:lnTo>
                <a:lnTo>
                  <a:pt x="5142" y="1127"/>
                </a:lnTo>
                <a:lnTo>
                  <a:pt x="5142" y="1128"/>
                </a:lnTo>
                <a:lnTo>
                  <a:pt x="5142" y="1129"/>
                </a:lnTo>
                <a:lnTo>
                  <a:pt x="5142" y="1132"/>
                </a:lnTo>
                <a:lnTo>
                  <a:pt x="5145" y="1133"/>
                </a:lnTo>
                <a:lnTo>
                  <a:pt x="5144" y="1137"/>
                </a:lnTo>
                <a:lnTo>
                  <a:pt x="5145" y="1138"/>
                </a:lnTo>
                <a:lnTo>
                  <a:pt x="5146" y="1138"/>
                </a:lnTo>
                <a:lnTo>
                  <a:pt x="5148" y="1139"/>
                </a:lnTo>
                <a:lnTo>
                  <a:pt x="5148" y="1140"/>
                </a:lnTo>
                <a:lnTo>
                  <a:pt x="5149" y="1140"/>
                </a:lnTo>
                <a:lnTo>
                  <a:pt x="5148" y="1140"/>
                </a:lnTo>
                <a:lnTo>
                  <a:pt x="5147" y="1140"/>
                </a:lnTo>
                <a:lnTo>
                  <a:pt x="5146" y="1139"/>
                </a:lnTo>
                <a:lnTo>
                  <a:pt x="5145" y="1139"/>
                </a:lnTo>
                <a:lnTo>
                  <a:pt x="5144" y="1139"/>
                </a:lnTo>
                <a:lnTo>
                  <a:pt x="5143" y="1139"/>
                </a:lnTo>
                <a:lnTo>
                  <a:pt x="5142" y="1139"/>
                </a:lnTo>
                <a:lnTo>
                  <a:pt x="5142" y="1138"/>
                </a:lnTo>
                <a:lnTo>
                  <a:pt x="5141" y="1137"/>
                </a:lnTo>
                <a:lnTo>
                  <a:pt x="5141" y="1136"/>
                </a:lnTo>
                <a:lnTo>
                  <a:pt x="5141" y="1135"/>
                </a:lnTo>
                <a:lnTo>
                  <a:pt x="5142" y="1135"/>
                </a:lnTo>
                <a:lnTo>
                  <a:pt x="5142" y="1134"/>
                </a:lnTo>
                <a:lnTo>
                  <a:pt x="5142" y="1133"/>
                </a:lnTo>
                <a:lnTo>
                  <a:pt x="5141" y="1133"/>
                </a:lnTo>
                <a:lnTo>
                  <a:pt x="5140" y="1133"/>
                </a:lnTo>
                <a:lnTo>
                  <a:pt x="5140" y="1132"/>
                </a:lnTo>
                <a:lnTo>
                  <a:pt x="5140" y="1131"/>
                </a:lnTo>
                <a:lnTo>
                  <a:pt x="5140" y="1130"/>
                </a:lnTo>
                <a:lnTo>
                  <a:pt x="5139" y="1130"/>
                </a:lnTo>
                <a:lnTo>
                  <a:pt x="5139" y="1129"/>
                </a:lnTo>
                <a:lnTo>
                  <a:pt x="5139" y="1128"/>
                </a:lnTo>
                <a:lnTo>
                  <a:pt x="5138" y="1128"/>
                </a:lnTo>
                <a:lnTo>
                  <a:pt x="5138" y="1127"/>
                </a:lnTo>
                <a:lnTo>
                  <a:pt x="5138" y="1126"/>
                </a:lnTo>
                <a:lnTo>
                  <a:pt x="5138" y="1125"/>
                </a:lnTo>
                <a:lnTo>
                  <a:pt x="5138" y="1124"/>
                </a:lnTo>
                <a:lnTo>
                  <a:pt x="5137" y="1124"/>
                </a:lnTo>
                <a:lnTo>
                  <a:pt x="5137" y="1123"/>
                </a:lnTo>
                <a:lnTo>
                  <a:pt x="5138" y="1121"/>
                </a:lnTo>
                <a:lnTo>
                  <a:pt x="5137" y="1120"/>
                </a:lnTo>
                <a:lnTo>
                  <a:pt x="5136" y="1120"/>
                </a:lnTo>
                <a:lnTo>
                  <a:pt x="5135" y="1120"/>
                </a:lnTo>
                <a:lnTo>
                  <a:pt x="5134" y="1120"/>
                </a:lnTo>
                <a:lnTo>
                  <a:pt x="5133" y="1121"/>
                </a:lnTo>
                <a:lnTo>
                  <a:pt x="5133" y="1122"/>
                </a:lnTo>
                <a:lnTo>
                  <a:pt x="5133" y="1123"/>
                </a:lnTo>
                <a:lnTo>
                  <a:pt x="5134" y="1124"/>
                </a:lnTo>
                <a:lnTo>
                  <a:pt x="5134" y="1125"/>
                </a:lnTo>
                <a:lnTo>
                  <a:pt x="5134" y="1126"/>
                </a:lnTo>
                <a:lnTo>
                  <a:pt x="5133" y="1127"/>
                </a:lnTo>
                <a:lnTo>
                  <a:pt x="5132" y="1127"/>
                </a:lnTo>
                <a:lnTo>
                  <a:pt x="5131" y="1127"/>
                </a:lnTo>
                <a:lnTo>
                  <a:pt x="5130" y="1127"/>
                </a:lnTo>
                <a:lnTo>
                  <a:pt x="5129" y="1126"/>
                </a:lnTo>
                <a:lnTo>
                  <a:pt x="5128" y="1125"/>
                </a:lnTo>
                <a:lnTo>
                  <a:pt x="5128" y="1124"/>
                </a:lnTo>
                <a:lnTo>
                  <a:pt x="5129" y="1123"/>
                </a:lnTo>
                <a:lnTo>
                  <a:pt x="5130" y="1122"/>
                </a:lnTo>
                <a:lnTo>
                  <a:pt x="5130" y="1121"/>
                </a:lnTo>
                <a:lnTo>
                  <a:pt x="5129" y="1121"/>
                </a:lnTo>
                <a:lnTo>
                  <a:pt x="5129" y="1120"/>
                </a:lnTo>
                <a:lnTo>
                  <a:pt x="5128" y="1120"/>
                </a:lnTo>
                <a:lnTo>
                  <a:pt x="5128" y="1121"/>
                </a:lnTo>
                <a:lnTo>
                  <a:pt x="5127" y="1121"/>
                </a:lnTo>
                <a:lnTo>
                  <a:pt x="5127" y="1122"/>
                </a:lnTo>
                <a:lnTo>
                  <a:pt x="5126" y="1122"/>
                </a:lnTo>
                <a:lnTo>
                  <a:pt x="5125" y="1122"/>
                </a:lnTo>
                <a:lnTo>
                  <a:pt x="5124" y="1121"/>
                </a:lnTo>
                <a:lnTo>
                  <a:pt x="5125" y="1121"/>
                </a:lnTo>
                <a:lnTo>
                  <a:pt x="5124" y="1121"/>
                </a:lnTo>
                <a:lnTo>
                  <a:pt x="5124" y="1120"/>
                </a:lnTo>
                <a:lnTo>
                  <a:pt x="5124" y="1119"/>
                </a:lnTo>
                <a:lnTo>
                  <a:pt x="5123" y="1119"/>
                </a:lnTo>
                <a:lnTo>
                  <a:pt x="5123" y="1118"/>
                </a:lnTo>
                <a:lnTo>
                  <a:pt x="5122" y="1118"/>
                </a:lnTo>
                <a:lnTo>
                  <a:pt x="5121" y="1117"/>
                </a:lnTo>
                <a:lnTo>
                  <a:pt x="5120" y="1117"/>
                </a:lnTo>
                <a:lnTo>
                  <a:pt x="5119" y="1117"/>
                </a:lnTo>
                <a:lnTo>
                  <a:pt x="5119" y="1116"/>
                </a:lnTo>
                <a:lnTo>
                  <a:pt x="5118" y="1116"/>
                </a:lnTo>
                <a:lnTo>
                  <a:pt x="5118" y="1115"/>
                </a:lnTo>
                <a:lnTo>
                  <a:pt x="5118" y="1114"/>
                </a:lnTo>
                <a:lnTo>
                  <a:pt x="5117" y="1113"/>
                </a:lnTo>
                <a:lnTo>
                  <a:pt x="5117" y="1112"/>
                </a:lnTo>
                <a:lnTo>
                  <a:pt x="5116" y="1111"/>
                </a:lnTo>
                <a:lnTo>
                  <a:pt x="5115" y="1111"/>
                </a:lnTo>
                <a:lnTo>
                  <a:pt x="5114" y="1111"/>
                </a:lnTo>
                <a:lnTo>
                  <a:pt x="5113" y="1111"/>
                </a:lnTo>
                <a:lnTo>
                  <a:pt x="5113" y="1110"/>
                </a:lnTo>
                <a:lnTo>
                  <a:pt x="5113" y="1109"/>
                </a:lnTo>
                <a:lnTo>
                  <a:pt x="5112" y="1108"/>
                </a:lnTo>
                <a:lnTo>
                  <a:pt x="5112" y="1107"/>
                </a:lnTo>
                <a:lnTo>
                  <a:pt x="5112" y="1106"/>
                </a:lnTo>
                <a:lnTo>
                  <a:pt x="5113" y="1105"/>
                </a:lnTo>
                <a:lnTo>
                  <a:pt x="5112" y="1104"/>
                </a:lnTo>
                <a:lnTo>
                  <a:pt x="5112" y="1103"/>
                </a:lnTo>
                <a:lnTo>
                  <a:pt x="5111" y="1103"/>
                </a:lnTo>
                <a:lnTo>
                  <a:pt x="5111" y="1102"/>
                </a:lnTo>
                <a:lnTo>
                  <a:pt x="5111" y="1101"/>
                </a:lnTo>
                <a:lnTo>
                  <a:pt x="5112" y="1101"/>
                </a:lnTo>
                <a:lnTo>
                  <a:pt x="5112" y="1100"/>
                </a:lnTo>
                <a:lnTo>
                  <a:pt x="5112" y="1099"/>
                </a:lnTo>
                <a:lnTo>
                  <a:pt x="5112" y="1098"/>
                </a:lnTo>
                <a:lnTo>
                  <a:pt x="5113" y="1098"/>
                </a:lnTo>
                <a:lnTo>
                  <a:pt x="5113" y="1097"/>
                </a:lnTo>
                <a:lnTo>
                  <a:pt x="5113" y="1096"/>
                </a:lnTo>
                <a:lnTo>
                  <a:pt x="5113" y="1095"/>
                </a:lnTo>
                <a:lnTo>
                  <a:pt x="5114" y="1095"/>
                </a:lnTo>
                <a:lnTo>
                  <a:pt x="5114" y="1094"/>
                </a:lnTo>
                <a:lnTo>
                  <a:pt x="5115" y="1094"/>
                </a:lnTo>
                <a:lnTo>
                  <a:pt x="5115" y="1093"/>
                </a:lnTo>
                <a:lnTo>
                  <a:pt x="5114" y="1093"/>
                </a:lnTo>
                <a:lnTo>
                  <a:pt x="5114" y="1092"/>
                </a:lnTo>
                <a:lnTo>
                  <a:pt x="5114" y="1091"/>
                </a:lnTo>
                <a:lnTo>
                  <a:pt x="5114" y="1090"/>
                </a:lnTo>
                <a:lnTo>
                  <a:pt x="5113" y="1090"/>
                </a:lnTo>
                <a:lnTo>
                  <a:pt x="5112" y="1091"/>
                </a:lnTo>
                <a:lnTo>
                  <a:pt x="5110" y="1091"/>
                </a:lnTo>
                <a:lnTo>
                  <a:pt x="5110" y="1090"/>
                </a:lnTo>
                <a:lnTo>
                  <a:pt x="5109" y="1090"/>
                </a:lnTo>
                <a:lnTo>
                  <a:pt x="5108" y="1090"/>
                </a:lnTo>
                <a:lnTo>
                  <a:pt x="5107" y="1090"/>
                </a:lnTo>
                <a:lnTo>
                  <a:pt x="5106" y="1089"/>
                </a:lnTo>
                <a:lnTo>
                  <a:pt x="5105" y="1089"/>
                </a:lnTo>
                <a:lnTo>
                  <a:pt x="5105" y="1090"/>
                </a:lnTo>
                <a:lnTo>
                  <a:pt x="5104" y="1090"/>
                </a:lnTo>
                <a:lnTo>
                  <a:pt x="5104" y="1091"/>
                </a:lnTo>
                <a:lnTo>
                  <a:pt x="5103" y="1091"/>
                </a:lnTo>
                <a:lnTo>
                  <a:pt x="5102" y="1090"/>
                </a:lnTo>
                <a:lnTo>
                  <a:pt x="5101" y="1090"/>
                </a:lnTo>
                <a:lnTo>
                  <a:pt x="5100" y="1090"/>
                </a:lnTo>
                <a:lnTo>
                  <a:pt x="5100" y="1089"/>
                </a:lnTo>
                <a:lnTo>
                  <a:pt x="5100" y="1088"/>
                </a:lnTo>
                <a:lnTo>
                  <a:pt x="5101" y="1088"/>
                </a:lnTo>
                <a:lnTo>
                  <a:pt x="5102" y="1088"/>
                </a:lnTo>
                <a:lnTo>
                  <a:pt x="5103" y="1088"/>
                </a:lnTo>
                <a:lnTo>
                  <a:pt x="5103" y="1087"/>
                </a:lnTo>
                <a:lnTo>
                  <a:pt x="5102" y="1087"/>
                </a:lnTo>
                <a:lnTo>
                  <a:pt x="5101" y="1086"/>
                </a:lnTo>
                <a:lnTo>
                  <a:pt x="5101" y="1085"/>
                </a:lnTo>
                <a:lnTo>
                  <a:pt x="5102" y="1085"/>
                </a:lnTo>
                <a:lnTo>
                  <a:pt x="5103" y="1084"/>
                </a:lnTo>
                <a:lnTo>
                  <a:pt x="5104" y="1084"/>
                </a:lnTo>
                <a:lnTo>
                  <a:pt x="5104" y="1083"/>
                </a:lnTo>
                <a:lnTo>
                  <a:pt x="5103" y="1083"/>
                </a:lnTo>
                <a:lnTo>
                  <a:pt x="5102" y="1083"/>
                </a:lnTo>
                <a:lnTo>
                  <a:pt x="5102" y="1082"/>
                </a:lnTo>
                <a:lnTo>
                  <a:pt x="5101" y="1082"/>
                </a:lnTo>
                <a:lnTo>
                  <a:pt x="5100" y="1082"/>
                </a:lnTo>
                <a:lnTo>
                  <a:pt x="5099" y="1082"/>
                </a:lnTo>
                <a:lnTo>
                  <a:pt x="5099" y="1083"/>
                </a:lnTo>
                <a:lnTo>
                  <a:pt x="5098" y="1083"/>
                </a:lnTo>
                <a:lnTo>
                  <a:pt x="5097" y="1083"/>
                </a:lnTo>
                <a:lnTo>
                  <a:pt x="5096" y="1084"/>
                </a:lnTo>
                <a:lnTo>
                  <a:pt x="5094" y="1084"/>
                </a:lnTo>
                <a:lnTo>
                  <a:pt x="5093" y="1084"/>
                </a:lnTo>
                <a:lnTo>
                  <a:pt x="5092" y="1084"/>
                </a:lnTo>
                <a:lnTo>
                  <a:pt x="5091" y="1083"/>
                </a:lnTo>
                <a:lnTo>
                  <a:pt x="5090" y="1083"/>
                </a:lnTo>
                <a:lnTo>
                  <a:pt x="5089" y="1083"/>
                </a:lnTo>
                <a:lnTo>
                  <a:pt x="5088" y="1083"/>
                </a:lnTo>
                <a:lnTo>
                  <a:pt x="5087" y="1083"/>
                </a:lnTo>
                <a:lnTo>
                  <a:pt x="5087" y="1082"/>
                </a:lnTo>
                <a:lnTo>
                  <a:pt x="5086" y="1082"/>
                </a:lnTo>
                <a:lnTo>
                  <a:pt x="5086" y="1081"/>
                </a:lnTo>
                <a:lnTo>
                  <a:pt x="5087" y="1081"/>
                </a:lnTo>
                <a:lnTo>
                  <a:pt x="5087" y="1080"/>
                </a:lnTo>
                <a:lnTo>
                  <a:pt x="5086" y="1080"/>
                </a:lnTo>
                <a:lnTo>
                  <a:pt x="5085" y="1080"/>
                </a:lnTo>
                <a:lnTo>
                  <a:pt x="5084" y="1080"/>
                </a:lnTo>
                <a:lnTo>
                  <a:pt x="5083" y="1080"/>
                </a:lnTo>
                <a:lnTo>
                  <a:pt x="5082" y="1080"/>
                </a:lnTo>
                <a:lnTo>
                  <a:pt x="5081" y="1080"/>
                </a:lnTo>
                <a:lnTo>
                  <a:pt x="5081" y="1081"/>
                </a:lnTo>
                <a:lnTo>
                  <a:pt x="5080" y="1081"/>
                </a:lnTo>
                <a:lnTo>
                  <a:pt x="5080" y="1082"/>
                </a:lnTo>
                <a:lnTo>
                  <a:pt x="5080" y="1083"/>
                </a:lnTo>
                <a:lnTo>
                  <a:pt x="5081" y="1083"/>
                </a:lnTo>
                <a:lnTo>
                  <a:pt x="5082" y="1083"/>
                </a:lnTo>
                <a:lnTo>
                  <a:pt x="5083" y="1083"/>
                </a:lnTo>
                <a:lnTo>
                  <a:pt x="5083" y="1084"/>
                </a:lnTo>
                <a:lnTo>
                  <a:pt x="5082" y="1084"/>
                </a:lnTo>
                <a:lnTo>
                  <a:pt x="5081" y="1084"/>
                </a:lnTo>
                <a:lnTo>
                  <a:pt x="5080" y="1083"/>
                </a:lnTo>
                <a:lnTo>
                  <a:pt x="5079" y="1083"/>
                </a:lnTo>
                <a:lnTo>
                  <a:pt x="5079" y="1084"/>
                </a:lnTo>
                <a:lnTo>
                  <a:pt x="5078" y="1084"/>
                </a:lnTo>
                <a:lnTo>
                  <a:pt x="5077" y="1085"/>
                </a:lnTo>
                <a:lnTo>
                  <a:pt x="5077" y="1086"/>
                </a:lnTo>
                <a:lnTo>
                  <a:pt x="5078" y="1087"/>
                </a:lnTo>
                <a:lnTo>
                  <a:pt x="5078" y="1088"/>
                </a:lnTo>
                <a:lnTo>
                  <a:pt x="5079" y="1088"/>
                </a:lnTo>
                <a:lnTo>
                  <a:pt x="5079" y="1089"/>
                </a:lnTo>
                <a:lnTo>
                  <a:pt x="5078" y="1089"/>
                </a:lnTo>
                <a:lnTo>
                  <a:pt x="5077" y="1089"/>
                </a:lnTo>
                <a:lnTo>
                  <a:pt x="5076" y="1090"/>
                </a:lnTo>
                <a:lnTo>
                  <a:pt x="5076" y="1091"/>
                </a:lnTo>
                <a:lnTo>
                  <a:pt x="5077" y="1091"/>
                </a:lnTo>
                <a:lnTo>
                  <a:pt x="5077" y="1092"/>
                </a:lnTo>
                <a:lnTo>
                  <a:pt x="5076" y="1092"/>
                </a:lnTo>
                <a:lnTo>
                  <a:pt x="5076" y="1093"/>
                </a:lnTo>
                <a:lnTo>
                  <a:pt x="5076" y="1094"/>
                </a:lnTo>
                <a:lnTo>
                  <a:pt x="5076" y="1095"/>
                </a:lnTo>
                <a:lnTo>
                  <a:pt x="5075" y="1095"/>
                </a:lnTo>
                <a:lnTo>
                  <a:pt x="5075" y="1096"/>
                </a:lnTo>
                <a:lnTo>
                  <a:pt x="5074" y="1096"/>
                </a:lnTo>
                <a:lnTo>
                  <a:pt x="5074" y="1097"/>
                </a:lnTo>
                <a:lnTo>
                  <a:pt x="5074" y="1098"/>
                </a:lnTo>
                <a:lnTo>
                  <a:pt x="5074" y="1099"/>
                </a:lnTo>
                <a:lnTo>
                  <a:pt x="5073" y="1099"/>
                </a:lnTo>
                <a:lnTo>
                  <a:pt x="5073" y="1100"/>
                </a:lnTo>
                <a:lnTo>
                  <a:pt x="5074" y="1101"/>
                </a:lnTo>
                <a:lnTo>
                  <a:pt x="5073" y="1101"/>
                </a:lnTo>
                <a:lnTo>
                  <a:pt x="5074" y="1102"/>
                </a:lnTo>
                <a:lnTo>
                  <a:pt x="5073" y="1102"/>
                </a:lnTo>
                <a:lnTo>
                  <a:pt x="5073" y="1103"/>
                </a:lnTo>
                <a:lnTo>
                  <a:pt x="5072" y="1103"/>
                </a:lnTo>
                <a:lnTo>
                  <a:pt x="5072" y="1104"/>
                </a:lnTo>
                <a:lnTo>
                  <a:pt x="5071" y="1104"/>
                </a:lnTo>
                <a:lnTo>
                  <a:pt x="5071" y="1105"/>
                </a:lnTo>
                <a:lnTo>
                  <a:pt x="5071" y="1106"/>
                </a:lnTo>
                <a:lnTo>
                  <a:pt x="5070" y="1107"/>
                </a:lnTo>
                <a:lnTo>
                  <a:pt x="5071" y="1108"/>
                </a:lnTo>
                <a:lnTo>
                  <a:pt x="5070" y="1108"/>
                </a:lnTo>
                <a:lnTo>
                  <a:pt x="5069" y="1108"/>
                </a:lnTo>
                <a:lnTo>
                  <a:pt x="5069" y="1109"/>
                </a:lnTo>
                <a:lnTo>
                  <a:pt x="5069" y="1110"/>
                </a:lnTo>
                <a:lnTo>
                  <a:pt x="5069" y="1111"/>
                </a:lnTo>
                <a:lnTo>
                  <a:pt x="5070" y="1111"/>
                </a:lnTo>
                <a:lnTo>
                  <a:pt x="5070" y="1112"/>
                </a:lnTo>
                <a:lnTo>
                  <a:pt x="5071" y="1112"/>
                </a:lnTo>
                <a:lnTo>
                  <a:pt x="5071" y="1113"/>
                </a:lnTo>
                <a:lnTo>
                  <a:pt x="5072" y="1113"/>
                </a:lnTo>
                <a:lnTo>
                  <a:pt x="5073" y="1113"/>
                </a:lnTo>
                <a:lnTo>
                  <a:pt x="5073" y="1114"/>
                </a:lnTo>
                <a:lnTo>
                  <a:pt x="5072" y="1114"/>
                </a:lnTo>
                <a:lnTo>
                  <a:pt x="5072" y="1113"/>
                </a:lnTo>
                <a:lnTo>
                  <a:pt x="5071" y="1113"/>
                </a:lnTo>
                <a:lnTo>
                  <a:pt x="5071" y="1114"/>
                </a:lnTo>
                <a:lnTo>
                  <a:pt x="5070" y="1114"/>
                </a:lnTo>
                <a:lnTo>
                  <a:pt x="5071" y="1114"/>
                </a:lnTo>
                <a:lnTo>
                  <a:pt x="5071" y="1115"/>
                </a:lnTo>
                <a:lnTo>
                  <a:pt x="5071" y="1116"/>
                </a:lnTo>
                <a:lnTo>
                  <a:pt x="5070" y="1116"/>
                </a:lnTo>
                <a:lnTo>
                  <a:pt x="5071" y="1116"/>
                </a:lnTo>
                <a:lnTo>
                  <a:pt x="5071" y="1117"/>
                </a:lnTo>
                <a:lnTo>
                  <a:pt x="5072" y="1117"/>
                </a:lnTo>
                <a:lnTo>
                  <a:pt x="5071" y="1117"/>
                </a:lnTo>
                <a:lnTo>
                  <a:pt x="5070" y="1117"/>
                </a:lnTo>
                <a:lnTo>
                  <a:pt x="5070" y="1116"/>
                </a:lnTo>
                <a:lnTo>
                  <a:pt x="5069" y="1116"/>
                </a:lnTo>
                <a:lnTo>
                  <a:pt x="5068" y="1116"/>
                </a:lnTo>
                <a:lnTo>
                  <a:pt x="5068" y="1117"/>
                </a:lnTo>
                <a:lnTo>
                  <a:pt x="5069" y="1118"/>
                </a:lnTo>
                <a:lnTo>
                  <a:pt x="5070" y="1118"/>
                </a:lnTo>
                <a:lnTo>
                  <a:pt x="5069" y="1118"/>
                </a:lnTo>
                <a:lnTo>
                  <a:pt x="5069" y="1119"/>
                </a:lnTo>
                <a:lnTo>
                  <a:pt x="5068" y="1119"/>
                </a:lnTo>
                <a:lnTo>
                  <a:pt x="5068" y="1120"/>
                </a:lnTo>
                <a:lnTo>
                  <a:pt x="5069" y="1120"/>
                </a:lnTo>
                <a:lnTo>
                  <a:pt x="5070" y="1120"/>
                </a:lnTo>
                <a:lnTo>
                  <a:pt x="5071" y="1120"/>
                </a:lnTo>
                <a:lnTo>
                  <a:pt x="5071" y="1121"/>
                </a:lnTo>
                <a:lnTo>
                  <a:pt x="5070" y="1121"/>
                </a:lnTo>
                <a:lnTo>
                  <a:pt x="5069" y="1121"/>
                </a:lnTo>
                <a:lnTo>
                  <a:pt x="5069" y="1122"/>
                </a:lnTo>
                <a:lnTo>
                  <a:pt x="5069" y="1123"/>
                </a:lnTo>
                <a:lnTo>
                  <a:pt x="5068" y="1123"/>
                </a:lnTo>
                <a:lnTo>
                  <a:pt x="5067" y="1124"/>
                </a:lnTo>
                <a:lnTo>
                  <a:pt x="5067" y="1125"/>
                </a:lnTo>
                <a:lnTo>
                  <a:pt x="5067" y="1126"/>
                </a:lnTo>
                <a:lnTo>
                  <a:pt x="5067" y="1127"/>
                </a:lnTo>
                <a:lnTo>
                  <a:pt x="5068" y="1127"/>
                </a:lnTo>
                <a:lnTo>
                  <a:pt x="5068" y="1128"/>
                </a:lnTo>
                <a:lnTo>
                  <a:pt x="5068" y="1129"/>
                </a:lnTo>
                <a:lnTo>
                  <a:pt x="5067" y="1129"/>
                </a:lnTo>
                <a:lnTo>
                  <a:pt x="5067" y="1130"/>
                </a:lnTo>
                <a:lnTo>
                  <a:pt x="5067" y="1131"/>
                </a:lnTo>
                <a:lnTo>
                  <a:pt x="5067" y="1132"/>
                </a:lnTo>
                <a:lnTo>
                  <a:pt x="5067" y="1133"/>
                </a:lnTo>
                <a:lnTo>
                  <a:pt x="5067" y="1134"/>
                </a:lnTo>
                <a:lnTo>
                  <a:pt x="5068" y="1134"/>
                </a:lnTo>
                <a:lnTo>
                  <a:pt x="5068" y="1135"/>
                </a:lnTo>
                <a:lnTo>
                  <a:pt x="5067" y="1135"/>
                </a:lnTo>
                <a:lnTo>
                  <a:pt x="5067" y="1136"/>
                </a:lnTo>
                <a:lnTo>
                  <a:pt x="5067" y="1137"/>
                </a:lnTo>
                <a:lnTo>
                  <a:pt x="5066" y="1137"/>
                </a:lnTo>
                <a:lnTo>
                  <a:pt x="5066" y="1138"/>
                </a:lnTo>
                <a:lnTo>
                  <a:pt x="5065" y="1138"/>
                </a:lnTo>
                <a:lnTo>
                  <a:pt x="5065" y="1139"/>
                </a:lnTo>
                <a:lnTo>
                  <a:pt x="5064" y="1139"/>
                </a:lnTo>
                <a:lnTo>
                  <a:pt x="5063" y="1139"/>
                </a:lnTo>
                <a:lnTo>
                  <a:pt x="5062" y="1139"/>
                </a:lnTo>
                <a:lnTo>
                  <a:pt x="5061" y="1139"/>
                </a:lnTo>
                <a:lnTo>
                  <a:pt x="5060" y="1139"/>
                </a:lnTo>
                <a:lnTo>
                  <a:pt x="5059" y="1140"/>
                </a:lnTo>
                <a:lnTo>
                  <a:pt x="5059" y="1139"/>
                </a:lnTo>
                <a:lnTo>
                  <a:pt x="5058" y="1139"/>
                </a:lnTo>
                <a:lnTo>
                  <a:pt x="5058" y="1138"/>
                </a:lnTo>
                <a:lnTo>
                  <a:pt x="5057" y="1138"/>
                </a:lnTo>
                <a:lnTo>
                  <a:pt x="5057" y="1137"/>
                </a:lnTo>
                <a:lnTo>
                  <a:pt x="5057" y="1136"/>
                </a:lnTo>
                <a:lnTo>
                  <a:pt x="5056" y="1136"/>
                </a:lnTo>
                <a:lnTo>
                  <a:pt x="5055" y="1136"/>
                </a:lnTo>
                <a:lnTo>
                  <a:pt x="5055" y="1137"/>
                </a:lnTo>
                <a:lnTo>
                  <a:pt x="5054" y="1137"/>
                </a:lnTo>
                <a:lnTo>
                  <a:pt x="5053" y="1137"/>
                </a:lnTo>
                <a:lnTo>
                  <a:pt x="5054" y="1138"/>
                </a:lnTo>
                <a:lnTo>
                  <a:pt x="5055" y="1138"/>
                </a:lnTo>
                <a:lnTo>
                  <a:pt x="5056" y="1138"/>
                </a:lnTo>
                <a:lnTo>
                  <a:pt x="5055" y="1138"/>
                </a:lnTo>
                <a:lnTo>
                  <a:pt x="5055" y="1139"/>
                </a:lnTo>
                <a:lnTo>
                  <a:pt x="5054" y="1140"/>
                </a:lnTo>
                <a:lnTo>
                  <a:pt x="5054" y="1141"/>
                </a:lnTo>
                <a:lnTo>
                  <a:pt x="5053" y="1141"/>
                </a:lnTo>
                <a:lnTo>
                  <a:pt x="5052" y="1141"/>
                </a:lnTo>
                <a:lnTo>
                  <a:pt x="5052" y="1142"/>
                </a:lnTo>
                <a:lnTo>
                  <a:pt x="5051" y="1142"/>
                </a:lnTo>
                <a:lnTo>
                  <a:pt x="5051" y="1143"/>
                </a:lnTo>
                <a:lnTo>
                  <a:pt x="5051" y="1144"/>
                </a:lnTo>
                <a:lnTo>
                  <a:pt x="5052" y="1144"/>
                </a:lnTo>
                <a:lnTo>
                  <a:pt x="5051" y="1144"/>
                </a:lnTo>
                <a:lnTo>
                  <a:pt x="5050" y="1144"/>
                </a:lnTo>
                <a:lnTo>
                  <a:pt x="5050" y="1145"/>
                </a:lnTo>
                <a:lnTo>
                  <a:pt x="5051" y="1146"/>
                </a:lnTo>
                <a:lnTo>
                  <a:pt x="5050" y="1146"/>
                </a:lnTo>
                <a:lnTo>
                  <a:pt x="5050" y="1145"/>
                </a:lnTo>
                <a:lnTo>
                  <a:pt x="5049" y="1145"/>
                </a:lnTo>
                <a:lnTo>
                  <a:pt x="5049" y="1146"/>
                </a:lnTo>
                <a:lnTo>
                  <a:pt x="5049" y="1145"/>
                </a:lnTo>
                <a:lnTo>
                  <a:pt x="5049" y="1144"/>
                </a:lnTo>
                <a:lnTo>
                  <a:pt x="5048" y="1144"/>
                </a:lnTo>
                <a:lnTo>
                  <a:pt x="5048" y="1143"/>
                </a:lnTo>
                <a:lnTo>
                  <a:pt x="5047" y="1143"/>
                </a:lnTo>
                <a:lnTo>
                  <a:pt x="5046" y="1143"/>
                </a:lnTo>
                <a:lnTo>
                  <a:pt x="5046" y="1142"/>
                </a:lnTo>
                <a:lnTo>
                  <a:pt x="5045" y="1142"/>
                </a:lnTo>
                <a:lnTo>
                  <a:pt x="5045" y="1141"/>
                </a:lnTo>
                <a:lnTo>
                  <a:pt x="5044" y="1140"/>
                </a:lnTo>
                <a:lnTo>
                  <a:pt x="5043" y="1140"/>
                </a:lnTo>
                <a:lnTo>
                  <a:pt x="5042" y="1140"/>
                </a:lnTo>
                <a:lnTo>
                  <a:pt x="5042" y="1139"/>
                </a:lnTo>
                <a:lnTo>
                  <a:pt x="5041" y="1138"/>
                </a:lnTo>
                <a:lnTo>
                  <a:pt x="5040" y="1138"/>
                </a:lnTo>
                <a:lnTo>
                  <a:pt x="5039" y="1139"/>
                </a:lnTo>
                <a:lnTo>
                  <a:pt x="5038" y="1139"/>
                </a:lnTo>
                <a:lnTo>
                  <a:pt x="5038" y="1138"/>
                </a:lnTo>
                <a:lnTo>
                  <a:pt x="5037" y="1138"/>
                </a:lnTo>
                <a:lnTo>
                  <a:pt x="5037" y="1137"/>
                </a:lnTo>
                <a:lnTo>
                  <a:pt x="5036" y="1137"/>
                </a:lnTo>
                <a:lnTo>
                  <a:pt x="5036" y="1138"/>
                </a:lnTo>
                <a:lnTo>
                  <a:pt x="5036" y="1139"/>
                </a:lnTo>
                <a:lnTo>
                  <a:pt x="5035" y="1140"/>
                </a:lnTo>
                <a:lnTo>
                  <a:pt x="5034" y="1139"/>
                </a:lnTo>
                <a:lnTo>
                  <a:pt x="5033" y="1139"/>
                </a:lnTo>
                <a:lnTo>
                  <a:pt x="5033" y="1138"/>
                </a:lnTo>
                <a:lnTo>
                  <a:pt x="5034" y="1138"/>
                </a:lnTo>
                <a:lnTo>
                  <a:pt x="5034" y="1137"/>
                </a:lnTo>
                <a:lnTo>
                  <a:pt x="5034" y="1136"/>
                </a:lnTo>
                <a:lnTo>
                  <a:pt x="5033" y="1136"/>
                </a:lnTo>
                <a:lnTo>
                  <a:pt x="5032" y="1136"/>
                </a:lnTo>
                <a:lnTo>
                  <a:pt x="5032" y="1137"/>
                </a:lnTo>
                <a:lnTo>
                  <a:pt x="5031" y="1137"/>
                </a:lnTo>
                <a:lnTo>
                  <a:pt x="5031" y="1138"/>
                </a:lnTo>
                <a:lnTo>
                  <a:pt x="5031" y="1139"/>
                </a:lnTo>
                <a:lnTo>
                  <a:pt x="5032" y="1139"/>
                </a:lnTo>
                <a:lnTo>
                  <a:pt x="5033" y="1140"/>
                </a:lnTo>
                <a:lnTo>
                  <a:pt x="5032" y="1140"/>
                </a:lnTo>
                <a:lnTo>
                  <a:pt x="5031" y="1140"/>
                </a:lnTo>
                <a:lnTo>
                  <a:pt x="5031" y="1141"/>
                </a:lnTo>
                <a:lnTo>
                  <a:pt x="5032" y="1141"/>
                </a:lnTo>
                <a:lnTo>
                  <a:pt x="5031" y="1141"/>
                </a:lnTo>
                <a:lnTo>
                  <a:pt x="5031" y="1140"/>
                </a:lnTo>
                <a:lnTo>
                  <a:pt x="5030" y="1140"/>
                </a:lnTo>
                <a:lnTo>
                  <a:pt x="5031" y="1139"/>
                </a:lnTo>
                <a:lnTo>
                  <a:pt x="5030" y="1139"/>
                </a:lnTo>
                <a:lnTo>
                  <a:pt x="5030" y="1140"/>
                </a:lnTo>
                <a:lnTo>
                  <a:pt x="5029" y="1140"/>
                </a:lnTo>
                <a:lnTo>
                  <a:pt x="5028" y="1140"/>
                </a:lnTo>
                <a:lnTo>
                  <a:pt x="5028" y="1141"/>
                </a:lnTo>
                <a:lnTo>
                  <a:pt x="5029" y="1141"/>
                </a:lnTo>
                <a:lnTo>
                  <a:pt x="5029" y="1142"/>
                </a:lnTo>
                <a:lnTo>
                  <a:pt x="5028" y="1142"/>
                </a:lnTo>
                <a:lnTo>
                  <a:pt x="5029" y="1143"/>
                </a:lnTo>
                <a:lnTo>
                  <a:pt x="5029" y="1144"/>
                </a:lnTo>
                <a:lnTo>
                  <a:pt x="5028" y="1143"/>
                </a:lnTo>
                <a:lnTo>
                  <a:pt x="5027" y="1143"/>
                </a:lnTo>
                <a:lnTo>
                  <a:pt x="5027" y="1144"/>
                </a:lnTo>
                <a:lnTo>
                  <a:pt x="5026" y="1144"/>
                </a:lnTo>
                <a:lnTo>
                  <a:pt x="5026" y="1143"/>
                </a:lnTo>
                <a:lnTo>
                  <a:pt x="5025" y="1143"/>
                </a:lnTo>
                <a:lnTo>
                  <a:pt x="5025" y="1144"/>
                </a:lnTo>
                <a:lnTo>
                  <a:pt x="5025" y="1145"/>
                </a:lnTo>
                <a:lnTo>
                  <a:pt x="5024" y="1145"/>
                </a:lnTo>
                <a:lnTo>
                  <a:pt x="5023" y="1145"/>
                </a:lnTo>
                <a:lnTo>
                  <a:pt x="5024" y="1144"/>
                </a:lnTo>
                <a:lnTo>
                  <a:pt x="5023" y="1144"/>
                </a:lnTo>
                <a:lnTo>
                  <a:pt x="5022" y="1145"/>
                </a:lnTo>
                <a:lnTo>
                  <a:pt x="5022" y="1146"/>
                </a:lnTo>
                <a:lnTo>
                  <a:pt x="5021" y="1146"/>
                </a:lnTo>
                <a:lnTo>
                  <a:pt x="5021" y="1147"/>
                </a:lnTo>
                <a:lnTo>
                  <a:pt x="5021" y="1148"/>
                </a:lnTo>
                <a:lnTo>
                  <a:pt x="5022" y="1148"/>
                </a:lnTo>
                <a:lnTo>
                  <a:pt x="5023" y="1148"/>
                </a:lnTo>
                <a:lnTo>
                  <a:pt x="5023" y="1149"/>
                </a:lnTo>
                <a:lnTo>
                  <a:pt x="5024" y="1149"/>
                </a:lnTo>
                <a:lnTo>
                  <a:pt x="5023" y="1150"/>
                </a:lnTo>
                <a:lnTo>
                  <a:pt x="5023" y="1151"/>
                </a:lnTo>
                <a:lnTo>
                  <a:pt x="5022" y="1151"/>
                </a:lnTo>
                <a:lnTo>
                  <a:pt x="5021" y="1151"/>
                </a:lnTo>
                <a:lnTo>
                  <a:pt x="5020" y="1151"/>
                </a:lnTo>
                <a:lnTo>
                  <a:pt x="5020" y="1150"/>
                </a:lnTo>
                <a:lnTo>
                  <a:pt x="5019" y="1150"/>
                </a:lnTo>
                <a:lnTo>
                  <a:pt x="5018" y="1151"/>
                </a:lnTo>
                <a:lnTo>
                  <a:pt x="5019" y="1151"/>
                </a:lnTo>
                <a:lnTo>
                  <a:pt x="5019" y="1152"/>
                </a:lnTo>
                <a:lnTo>
                  <a:pt x="5020" y="1152"/>
                </a:lnTo>
                <a:lnTo>
                  <a:pt x="5021" y="1152"/>
                </a:lnTo>
                <a:lnTo>
                  <a:pt x="5021" y="1151"/>
                </a:lnTo>
                <a:lnTo>
                  <a:pt x="5022" y="1151"/>
                </a:lnTo>
                <a:lnTo>
                  <a:pt x="5022" y="1152"/>
                </a:lnTo>
                <a:lnTo>
                  <a:pt x="5021" y="1152"/>
                </a:lnTo>
                <a:lnTo>
                  <a:pt x="5021" y="1153"/>
                </a:lnTo>
                <a:lnTo>
                  <a:pt x="5020" y="1153"/>
                </a:lnTo>
                <a:lnTo>
                  <a:pt x="5019" y="1153"/>
                </a:lnTo>
                <a:lnTo>
                  <a:pt x="5019" y="1154"/>
                </a:lnTo>
                <a:lnTo>
                  <a:pt x="5020" y="1154"/>
                </a:lnTo>
                <a:lnTo>
                  <a:pt x="5021" y="1154"/>
                </a:lnTo>
                <a:lnTo>
                  <a:pt x="5021" y="1155"/>
                </a:lnTo>
                <a:lnTo>
                  <a:pt x="5020" y="1156"/>
                </a:lnTo>
                <a:lnTo>
                  <a:pt x="5019" y="1156"/>
                </a:lnTo>
                <a:lnTo>
                  <a:pt x="5018" y="1156"/>
                </a:lnTo>
                <a:lnTo>
                  <a:pt x="5017" y="1156"/>
                </a:lnTo>
                <a:lnTo>
                  <a:pt x="5017" y="1157"/>
                </a:lnTo>
                <a:lnTo>
                  <a:pt x="5017" y="1158"/>
                </a:lnTo>
                <a:lnTo>
                  <a:pt x="5017" y="1159"/>
                </a:lnTo>
                <a:lnTo>
                  <a:pt x="5018" y="1158"/>
                </a:lnTo>
                <a:lnTo>
                  <a:pt x="5019" y="1158"/>
                </a:lnTo>
                <a:lnTo>
                  <a:pt x="5019" y="1159"/>
                </a:lnTo>
                <a:lnTo>
                  <a:pt x="5018" y="1160"/>
                </a:lnTo>
                <a:lnTo>
                  <a:pt x="5019" y="1161"/>
                </a:lnTo>
                <a:lnTo>
                  <a:pt x="5020" y="1161"/>
                </a:lnTo>
                <a:lnTo>
                  <a:pt x="5021" y="1161"/>
                </a:lnTo>
                <a:lnTo>
                  <a:pt x="5020" y="1161"/>
                </a:lnTo>
                <a:lnTo>
                  <a:pt x="5021" y="1161"/>
                </a:lnTo>
                <a:lnTo>
                  <a:pt x="5021" y="1162"/>
                </a:lnTo>
                <a:lnTo>
                  <a:pt x="5020" y="1162"/>
                </a:lnTo>
                <a:lnTo>
                  <a:pt x="5019" y="1162"/>
                </a:lnTo>
                <a:lnTo>
                  <a:pt x="5018" y="1162"/>
                </a:lnTo>
                <a:lnTo>
                  <a:pt x="5017" y="1162"/>
                </a:lnTo>
                <a:lnTo>
                  <a:pt x="5017" y="1163"/>
                </a:lnTo>
                <a:lnTo>
                  <a:pt x="5018" y="1163"/>
                </a:lnTo>
                <a:lnTo>
                  <a:pt x="5018" y="1164"/>
                </a:lnTo>
                <a:lnTo>
                  <a:pt x="5017" y="1164"/>
                </a:lnTo>
                <a:lnTo>
                  <a:pt x="5016" y="1164"/>
                </a:lnTo>
                <a:lnTo>
                  <a:pt x="5015" y="1164"/>
                </a:lnTo>
                <a:lnTo>
                  <a:pt x="5015" y="1165"/>
                </a:lnTo>
                <a:lnTo>
                  <a:pt x="5016" y="1166"/>
                </a:lnTo>
                <a:lnTo>
                  <a:pt x="5014" y="1166"/>
                </a:lnTo>
                <a:lnTo>
                  <a:pt x="5013" y="1166"/>
                </a:lnTo>
                <a:lnTo>
                  <a:pt x="5012" y="1167"/>
                </a:lnTo>
                <a:lnTo>
                  <a:pt x="5013" y="1167"/>
                </a:lnTo>
                <a:lnTo>
                  <a:pt x="5012" y="1167"/>
                </a:lnTo>
                <a:lnTo>
                  <a:pt x="5012" y="1168"/>
                </a:lnTo>
                <a:lnTo>
                  <a:pt x="5011" y="1168"/>
                </a:lnTo>
                <a:lnTo>
                  <a:pt x="5011" y="1169"/>
                </a:lnTo>
                <a:lnTo>
                  <a:pt x="5010" y="1169"/>
                </a:lnTo>
                <a:lnTo>
                  <a:pt x="5010" y="1168"/>
                </a:lnTo>
                <a:lnTo>
                  <a:pt x="5009" y="1169"/>
                </a:lnTo>
                <a:lnTo>
                  <a:pt x="5008" y="1169"/>
                </a:lnTo>
                <a:lnTo>
                  <a:pt x="5008" y="1168"/>
                </a:lnTo>
                <a:lnTo>
                  <a:pt x="5008" y="1167"/>
                </a:lnTo>
                <a:lnTo>
                  <a:pt x="5007" y="1167"/>
                </a:lnTo>
                <a:lnTo>
                  <a:pt x="5006" y="1167"/>
                </a:lnTo>
                <a:lnTo>
                  <a:pt x="5006" y="1168"/>
                </a:lnTo>
                <a:lnTo>
                  <a:pt x="5007" y="1168"/>
                </a:lnTo>
                <a:lnTo>
                  <a:pt x="5007" y="1169"/>
                </a:lnTo>
                <a:lnTo>
                  <a:pt x="5006" y="1169"/>
                </a:lnTo>
                <a:lnTo>
                  <a:pt x="5005" y="1169"/>
                </a:lnTo>
                <a:lnTo>
                  <a:pt x="5004" y="1169"/>
                </a:lnTo>
                <a:lnTo>
                  <a:pt x="5004" y="1170"/>
                </a:lnTo>
                <a:lnTo>
                  <a:pt x="5004" y="1171"/>
                </a:lnTo>
                <a:lnTo>
                  <a:pt x="5004" y="1172"/>
                </a:lnTo>
                <a:lnTo>
                  <a:pt x="5003" y="1173"/>
                </a:lnTo>
                <a:lnTo>
                  <a:pt x="5002" y="1173"/>
                </a:lnTo>
                <a:lnTo>
                  <a:pt x="5001" y="1173"/>
                </a:lnTo>
                <a:lnTo>
                  <a:pt x="5001" y="1174"/>
                </a:lnTo>
                <a:lnTo>
                  <a:pt x="5000" y="1174"/>
                </a:lnTo>
                <a:lnTo>
                  <a:pt x="4999" y="1173"/>
                </a:lnTo>
                <a:lnTo>
                  <a:pt x="4999" y="1174"/>
                </a:lnTo>
                <a:lnTo>
                  <a:pt x="4998" y="1174"/>
                </a:lnTo>
                <a:lnTo>
                  <a:pt x="4998" y="1173"/>
                </a:lnTo>
                <a:lnTo>
                  <a:pt x="4997" y="1173"/>
                </a:lnTo>
                <a:lnTo>
                  <a:pt x="4997" y="1174"/>
                </a:lnTo>
                <a:lnTo>
                  <a:pt x="4996" y="1174"/>
                </a:lnTo>
                <a:lnTo>
                  <a:pt x="4996" y="1175"/>
                </a:lnTo>
                <a:lnTo>
                  <a:pt x="4996" y="1176"/>
                </a:lnTo>
                <a:lnTo>
                  <a:pt x="4996" y="1177"/>
                </a:lnTo>
                <a:lnTo>
                  <a:pt x="4997" y="1177"/>
                </a:lnTo>
                <a:lnTo>
                  <a:pt x="4997" y="1178"/>
                </a:lnTo>
                <a:lnTo>
                  <a:pt x="4996" y="1178"/>
                </a:lnTo>
                <a:lnTo>
                  <a:pt x="4996" y="1179"/>
                </a:lnTo>
                <a:lnTo>
                  <a:pt x="4996" y="1180"/>
                </a:lnTo>
                <a:lnTo>
                  <a:pt x="4995" y="1180"/>
                </a:lnTo>
                <a:lnTo>
                  <a:pt x="4995" y="1181"/>
                </a:lnTo>
                <a:lnTo>
                  <a:pt x="4993" y="1182"/>
                </a:lnTo>
                <a:lnTo>
                  <a:pt x="4992" y="1182"/>
                </a:lnTo>
                <a:lnTo>
                  <a:pt x="4992" y="1181"/>
                </a:lnTo>
                <a:lnTo>
                  <a:pt x="4991" y="1181"/>
                </a:lnTo>
                <a:lnTo>
                  <a:pt x="4990" y="1180"/>
                </a:lnTo>
                <a:lnTo>
                  <a:pt x="4989" y="1181"/>
                </a:lnTo>
                <a:lnTo>
                  <a:pt x="4988" y="1181"/>
                </a:lnTo>
                <a:lnTo>
                  <a:pt x="4988" y="1180"/>
                </a:lnTo>
                <a:lnTo>
                  <a:pt x="4987" y="1180"/>
                </a:lnTo>
                <a:lnTo>
                  <a:pt x="4986" y="1180"/>
                </a:lnTo>
                <a:lnTo>
                  <a:pt x="4985" y="1180"/>
                </a:lnTo>
                <a:lnTo>
                  <a:pt x="4985" y="1179"/>
                </a:lnTo>
                <a:lnTo>
                  <a:pt x="4984" y="1179"/>
                </a:lnTo>
                <a:lnTo>
                  <a:pt x="4983" y="1179"/>
                </a:lnTo>
                <a:lnTo>
                  <a:pt x="4982" y="1179"/>
                </a:lnTo>
                <a:lnTo>
                  <a:pt x="4981" y="1179"/>
                </a:lnTo>
                <a:lnTo>
                  <a:pt x="4980" y="1180"/>
                </a:lnTo>
                <a:lnTo>
                  <a:pt x="4980" y="1179"/>
                </a:lnTo>
                <a:lnTo>
                  <a:pt x="4979" y="1179"/>
                </a:lnTo>
                <a:lnTo>
                  <a:pt x="4979" y="1178"/>
                </a:lnTo>
                <a:lnTo>
                  <a:pt x="4978" y="1178"/>
                </a:lnTo>
                <a:lnTo>
                  <a:pt x="4976" y="1178"/>
                </a:lnTo>
                <a:lnTo>
                  <a:pt x="4976" y="1179"/>
                </a:lnTo>
                <a:lnTo>
                  <a:pt x="4975" y="1179"/>
                </a:lnTo>
                <a:lnTo>
                  <a:pt x="4974" y="1180"/>
                </a:lnTo>
                <a:lnTo>
                  <a:pt x="4974" y="1181"/>
                </a:lnTo>
                <a:lnTo>
                  <a:pt x="4973" y="1181"/>
                </a:lnTo>
                <a:lnTo>
                  <a:pt x="4972" y="1182"/>
                </a:lnTo>
                <a:lnTo>
                  <a:pt x="4971" y="1182"/>
                </a:lnTo>
                <a:lnTo>
                  <a:pt x="4971" y="1181"/>
                </a:lnTo>
                <a:lnTo>
                  <a:pt x="4970" y="1181"/>
                </a:lnTo>
                <a:lnTo>
                  <a:pt x="4969" y="1180"/>
                </a:lnTo>
                <a:lnTo>
                  <a:pt x="4968" y="1179"/>
                </a:lnTo>
                <a:lnTo>
                  <a:pt x="4967" y="1179"/>
                </a:lnTo>
                <a:lnTo>
                  <a:pt x="4966" y="1180"/>
                </a:lnTo>
                <a:lnTo>
                  <a:pt x="4965" y="1180"/>
                </a:lnTo>
                <a:lnTo>
                  <a:pt x="4964" y="1180"/>
                </a:lnTo>
                <a:lnTo>
                  <a:pt x="4964" y="1181"/>
                </a:lnTo>
                <a:lnTo>
                  <a:pt x="4964" y="1182"/>
                </a:lnTo>
                <a:lnTo>
                  <a:pt x="4963" y="1183"/>
                </a:lnTo>
                <a:lnTo>
                  <a:pt x="4962" y="1183"/>
                </a:lnTo>
                <a:lnTo>
                  <a:pt x="4961" y="1183"/>
                </a:lnTo>
                <a:lnTo>
                  <a:pt x="4960" y="1183"/>
                </a:lnTo>
                <a:lnTo>
                  <a:pt x="4959" y="1183"/>
                </a:lnTo>
                <a:lnTo>
                  <a:pt x="4957" y="1183"/>
                </a:lnTo>
                <a:lnTo>
                  <a:pt x="4956" y="1183"/>
                </a:lnTo>
                <a:lnTo>
                  <a:pt x="4955" y="1183"/>
                </a:lnTo>
                <a:lnTo>
                  <a:pt x="4954" y="1183"/>
                </a:lnTo>
                <a:lnTo>
                  <a:pt x="4953" y="1182"/>
                </a:lnTo>
                <a:lnTo>
                  <a:pt x="4952" y="1182"/>
                </a:lnTo>
                <a:lnTo>
                  <a:pt x="4952" y="1181"/>
                </a:lnTo>
                <a:lnTo>
                  <a:pt x="4951" y="1181"/>
                </a:lnTo>
                <a:lnTo>
                  <a:pt x="4951" y="1182"/>
                </a:lnTo>
                <a:lnTo>
                  <a:pt x="4950" y="1182"/>
                </a:lnTo>
                <a:lnTo>
                  <a:pt x="4950" y="1181"/>
                </a:lnTo>
                <a:lnTo>
                  <a:pt x="4949" y="1181"/>
                </a:lnTo>
                <a:lnTo>
                  <a:pt x="4936" y="1180"/>
                </a:lnTo>
                <a:lnTo>
                  <a:pt x="4919" y="1181"/>
                </a:lnTo>
                <a:lnTo>
                  <a:pt x="4916" y="1182"/>
                </a:lnTo>
                <a:lnTo>
                  <a:pt x="4913" y="1183"/>
                </a:lnTo>
                <a:lnTo>
                  <a:pt x="4914" y="1184"/>
                </a:lnTo>
                <a:lnTo>
                  <a:pt x="4915" y="1185"/>
                </a:lnTo>
                <a:lnTo>
                  <a:pt x="4916" y="1186"/>
                </a:lnTo>
                <a:lnTo>
                  <a:pt x="4917" y="1186"/>
                </a:lnTo>
                <a:lnTo>
                  <a:pt x="4918" y="1188"/>
                </a:lnTo>
                <a:lnTo>
                  <a:pt x="4919" y="1188"/>
                </a:lnTo>
                <a:lnTo>
                  <a:pt x="4920" y="1188"/>
                </a:lnTo>
                <a:lnTo>
                  <a:pt x="4920" y="1189"/>
                </a:lnTo>
                <a:lnTo>
                  <a:pt x="4920" y="1190"/>
                </a:lnTo>
                <a:lnTo>
                  <a:pt x="4920" y="1191"/>
                </a:lnTo>
                <a:lnTo>
                  <a:pt x="4919" y="1191"/>
                </a:lnTo>
                <a:lnTo>
                  <a:pt x="4920" y="1192"/>
                </a:lnTo>
                <a:lnTo>
                  <a:pt x="4920" y="1193"/>
                </a:lnTo>
                <a:lnTo>
                  <a:pt x="4920" y="1194"/>
                </a:lnTo>
                <a:lnTo>
                  <a:pt x="4920" y="1195"/>
                </a:lnTo>
                <a:lnTo>
                  <a:pt x="4920" y="1196"/>
                </a:lnTo>
                <a:lnTo>
                  <a:pt x="4920" y="1197"/>
                </a:lnTo>
                <a:lnTo>
                  <a:pt x="4920" y="1198"/>
                </a:lnTo>
                <a:lnTo>
                  <a:pt x="4920" y="1199"/>
                </a:lnTo>
                <a:lnTo>
                  <a:pt x="4919" y="1199"/>
                </a:lnTo>
                <a:lnTo>
                  <a:pt x="4919" y="1200"/>
                </a:lnTo>
                <a:lnTo>
                  <a:pt x="4920" y="1200"/>
                </a:lnTo>
                <a:lnTo>
                  <a:pt x="4920" y="1201"/>
                </a:lnTo>
                <a:lnTo>
                  <a:pt x="4920" y="1202"/>
                </a:lnTo>
                <a:lnTo>
                  <a:pt x="4920" y="1203"/>
                </a:lnTo>
                <a:lnTo>
                  <a:pt x="4920" y="1204"/>
                </a:lnTo>
                <a:lnTo>
                  <a:pt x="4921" y="1205"/>
                </a:lnTo>
                <a:lnTo>
                  <a:pt x="4922" y="1205"/>
                </a:lnTo>
                <a:lnTo>
                  <a:pt x="4923" y="1206"/>
                </a:lnTo>
                <a:lnTo>
                  <a:pt x="4923" y="1207"/>
                </a:lnTo>
                <a:lnTo>
                  <a:pt x="4923" y="1208"/>
                </a:lnTo>
                <a:lnTo>
                  <a:pt x="4923" y="1209"/>
                </a:lnTo>
                <a:lnTo>
                  <a:pt x="4924" y="1210"/>
                </a:lnTo>
                <a:lnTo>
                  <a:pt x="4925" y="1211"/>
                </a:lnTo>
                <a:lnTo>
                  <a:pt x="4925" y="1212"/>
                </a:lnTo>
                <a:lnTo>
                  <a:pt x="4925" y="1213"/>
                </a:lnTo>
                <a:lnTo>
                  <a:pt x="4926" y="1213"/>
                </a:lnTo>
                <a:lnTo>
                  <a:pt x="4927" y="1213"/>
                </a:lnTo>
                <a:lnTo>
                  <a:pt x="4928" y="1214"/>
                </a:lnTo>
                <a:lnTo>
                  <a:pt x="4929" y="1215"/>
                </a:lnTo>
                <a:lnTo>
                  <a:pt x="4930" y="1215"/>
                </a:lnTo>
                <a:lnTo>
                  <a:pt x="4930" y="1216"/>
                </a:lnTo>
                <a:lnTo>
                  <a:pt x="4931" y="1216"/>
                </a:lnTo>
                <a:lnTo>
                  <a:pt x="4932" y="1216"/>
                </a:lnTo>
                <a:lnTo>
                  <a:pt x="4933" y="1217"/>
                </a:lnTo>
                <a:lnTo>
                  <a:pt x="4934" y="1217"/>
                </a:lnTo>
                <a:lnTo>
                  <a:pt x="4934" y="1218"/>
                </a:lnTo>
                <a:lnTo>
                  <a:pt x="4935" y="1219"/>
                </a:lnTo>
                <a:lnTo>
                  <a:pt x="4936" y="1220"/>
                </a:lnTo>
                <a:lnTo>
                  <a:pt x="4936" y="1221"/>
                </a:lnTo>
                <a:lnTo>
                  <a:pt x="4937" y="1221"/>
                </a:lnTo>
                <a:lnTo>
                  <a:pt x="4938" y="1222"/>
                </a:lnTo>
                <a:lnTo>
                  <a:pt x="4937" y="1222"/>
                </a:lnTo>
                <a:lnTo>
                  <a:pt x="4936" y="1222"/>
                </a:lnTo>
                <a:lnTo>
                  <a:pt x="4936" y="1223"/>
                </a:lnTo>
                <a:lnTo>
                  <a:pt x="4937" y="1224"/>
                </a:lnTo>
                <a:lnTo>
                  <a:pt x="4938" y="1224"/>
                </a:lnTo>
                <a:lnTo>
                  <a:pt x="4939" y="1224"/>
                </a:lnTo>
                <a:lnTo>
                  <a:pt x="4938" y="1224"/>
                </a:lnTo>
                <a:lnTo>
                  <a:pt x="4938" y="1225"/>
                </a:lnTo>
                <a:lnTo>
                  <a:pt x="4939" y="1225"/>
                </a:lnTo>
                <a:lnTo>
                  <a:pt x="4939" y="1226"/>
                </a:lnTo>
                <a:lnTo>
                  <a:pt x="4939" y="1227"/>
                </a:lnTo>
                <a:lnTo>
                  <a:pt x="4938" y="1227"/>
                </a:lnTo>
                <a:lnTo>
                  <a:pt x="4937" y="1228"/>
                </a:lnTo>
                <a:lnTo>
                  <a:pt x="4936" y="1229"/>
                </a:lnTo>
                <a:lnTo>
                  <a:pt x="4936" y="1230"/>
                </a:lnTo>
                <a:lnTo>
                  <a:pt x="4937" y="1230"/>
                </a:lnTo>
                <a:lnTo>
                  <a:pt x="4937" y="1231"/>
                </a:lnTo>
                <a:lnTo>
                  <a:pt x="4936" y="1231"/>
                </a:lnTo>
                <a:lnTo>
                  <a:pt x="4936" y="1232"/>
                </a:lnTo>
                <a:lnTo>
                  <a:pt x="4935" y="1232"/>
                </a:lnTo>
                <a:lnTo>
                  <a:pt x="4934" y="1233"/>
                </a:lnTo>
                <a:lnTo>
                  <a:pt x="4934" y="1234"/>
                </a:lnTo>
                <a:lnTo>
                  <a:pt x="4933" y="1234"/>
                </a:lnTo>
                <a:lnTo>
                  <a:pt x="4932" y="1234"/>
                </a:lnTo>
                <a:lnTo>
                  <a:pt x="4931" y="1235"/>
                </a:lnTo>
                <a:lnTo>
                  <a:pt x="4932" y="1235"/>
                </a:lnTo>
                <a:lnTo>
                  <a:pt x="4932" y="1237"/>
                </a:lnTo>
                <a:lnTo>
                  <a:pt x="4932" y="1238"/>
                </a:lnTo>
                <a:lnTo>
                  <a:pt x="4931" y="1238"/>
                </a:lnTo>
                <a:lnTo>
                  <a:pt x="4931" y="1239"/>
                </a:lnTo>
                <a:lnTo>
                  <a:pt x="4932" y="1239"/>
                </a:lnTo>
                <a:lnTo>
                  <a:pt x="4932" y="1240"/>
                </a:lnTo>
                <a:lnTo>
                  <a:pt x="4931" y="1240"/>
                </a:lnTo>
                <a:lnTo>
                  <a:pt x="4930" y="1240"/>
                </a:lnTo>
                <a:lnTo>
                  <a:pt x="4930" y="1241"/>
                </a:lnTo>
                <a:lnTo>
                  <a:pt x="4929" y="1242"/>
                </a:lnTo>
                <a:lnTo>
                  <a:pt x="4929" y="1243"/>
                </a:lnTo>
                <a:lnTo>
                  <a:pt x="4929" y="1244"/>
                </a:lnTo>
                <a:lnTo>
                  <a:pt x="4928" y="1243"/>
                </a:lnTo>
                <a:lnTo>
                  <a:pt x="4927" y="1243"/>
                </a:lnTo>
                <a:lnTo>
                  <a:pt x="4926" y="1244"/>
                </a:lnTo>
                <a:lnTo>
                  <a:pt x="4925" y="1244"/>
                </a:lnTo>
                <a:lnTo>
                  <a:pt x="4925" y="1245"/>
                </a:lnTo>
                <a:lnTo>
                  <a:pt x="4925" y="1246"/>
                </a:lnTo>
                <a:lnTo>
                  <a:pt x="4924" y="1246"/>
                </a:lnTo>
                <a:lnTo>
                  <a:pt x="4923" y="1246"/>
                </a:lnTo>
                <a:lnTo>
                  <a:pt x="4922" y="1246"/>
                </a:lnTo>
                <a:lnTo>
                  <a:pt x="4921" y="1246"/>
                </a:lnTo>
                <a:lnTo>
                  <a:pt x="4921" y="1247"/>
                </a:lnTo>
                <a:lnTo>
                  <a:pt x="4921" y="1248"/>
                </a:lnTo>
                <a:lnTo>
                  <a:pt x="4920" y="1248"/>
                </a:lnTo>
                <a:lnTo>
                  <a:pt x="4919" y="1248"/>
                </a:lnTo>
                <a:lnTo>
                  <a:pt x="4919" y="1247"/>
                </a:lnTo>
                <a:lnTo>
                  <a:pt x="4918" y="1247"/>
                </a:lnTo>
                <a:lnTo>
                  <a:pt x="4919" y="1246"/>
                </a:lnTo>
                <a:lnTo>
                  <a:pt x="4920" y="1246"/>
                </a:lnTo>
                <a:lnTo>
                  <a:pt x="4920" y="1245"/>
                </a:lnTo>
                <a:lnTo>
                  <a:pt x="4919" y="1245"/>
                </a:lnTo>
                <a:lnTo>
                  <a:pt x="4918" y="1245"/>
                </a:lnTo>
                <a:lnTo>
                  <a:pt x="4917" y="1246"/>
                </a:lnTo>
                <a:lnTo>
                  <a:pt x="4918" y="1246"/>
                </a:lnTo>
                <a:lnTo>
                  <a:pt x="4918" y="1247"/>
                </a:lnTo>
                <a:lnTo>
                  <a:pt x="4917" y="1247"/>
                </a:lnTo>
                <a:lnTo>
                  <a:pt x="4917" y="1246"/>
                </a:lnTo>
                <a:lnTo>
                  <a:pt x="4917" y="1245"/>
                </a:lnTo>
                <a:lnTo>
                  <a:pt x="4916" y="1245"/>
                </a:lnTo>
                <a:lnTo>
                  <a:pt x="4915" y="1245"/>
                </a:lnTo>
                <a:lnTo>
                  <a:pt x="4914" y="1245"/>
                </a:lnTo>
                <a:lnTo>
                  <a:pt x="4913" y="1245"/>
                </a:lnTo>
                <a:lnTo>
                  <a:pt x="4914" y="1245"/>
                </a:lnTo>
                <a:lnTo>
                  <a:pt x="4914" y="1244"/>
                </a:lnTo>
                <a:lnTo>
                  <a:pt x="4914" y="1243"/>
                </a:lnTo>
                <a:lnTo>
                  <a:pt x="4914" y="1242"/>
                </a:lnTo>
                <a:lnTo>
                  <a:pt x="4913" y="1242"/>
                </a:lnTo>
                <a:lnTo>
                  <a:pt x="4913" y="1243"/>
                </a:lnTo>
                <a:lnTo>
                  <a:pt x="4912" y="1243"/>
                </a:lnTo>
                <a:lnTo>
                  <a:pt x="4912" y="1242"/>
                </a:lnTo>
                <a:lnTo>
                  <a:pt x="4911" y="1242"/>
                </a:lnTo>
                <a:lnTo>
                  <a:pt x="4910" y="1242"/>
                </a:lnTo>
                <a:lnTo>
                  <a:pt x="4910" y="1241"/>
                </a:lnTo>
                <a:lnTo>
                  <a:pt x="4911" y="1241"/>
                </a:lnTo>
                <a:lnTo>
                  <a:pt x="4912" y="1240"/>
                </a:lnTo>
                <a:lnTo>
                  <a:pt x="4911" y="1240"/>
                </a:lnTo>
                <a:lnTo>
                  <a:pt x="4910" y="1240"/>
                </a:lnTo>
                <a:lnTo>
                  <a:pt x="4910" y="1241"/>
                </a:lnTo>
                <a:lnTo>
                  <a:pt x="4910" y="1242"/>
                </a:lnTo>
                <a:lnTo>
                  <a:pt x="4909" y="1243"/>
                </a:lnTo>
                <a:lnTo>
                  <a:pt x="4908" y="1243"/>
                </a:lnTo>
                <a:lnTo>
                  <a:pt x="4908" y="1242"/>
                </a:lnTo>
                <a:lnTo>
                  <a:pt x="4908" y="1241"/>
                </a:lnTo>
                <a:lnTo>
                  <a:pt x="4907" y="1241"/>
                </a:lnTo>
                <a:lnTo>
                  <a:pt x="4906" y="1241"/>
                </a:lnTo>
                <a:lnTo>
                  <a:pt x="4905" y="1241"/>
                </a:lnTo>
                <a:lnTo>
                  <a:pt x="4905" y="1240"/>
                </a:lnTo>
                <a:lnTo>
                  <a:pt x="4906" y="1240"/>
                </a:lnTo>
                <a:lnTo>
                  <a:pt x="4906" y="1239"/>
                </a:lnTo>
                <a:lnTo>
                  <a:pt x="4905" y="1239"/>
                </a:lnTo>
                <a:lnTo>
                  <a:pt x="4905" y="1240"/>
                </a:lnTo>
                <a:lnTo>
                  <a:pt x="4905" y="1239"/>
                </a:lnTo>
                <a:lnTo>
                  <a:pt x="4904" y="1239"/>
                </a:lnTo>
                <a:lnTo>
                  <a:pt x="4904" y="1240"/>
                </a:lnTo>
                <a:lnTo>
                  <a:pt x="4903" y="1240"/>
                </a:lnTo>
                <a:lnTo>
                  <a:pt x="4902" y="1241"/>
                </a:lnTo>
                <a:lnTo>
                  <a:pt x="4902" y="1242"/>
                </a:lnTo>
                <a:lnTo>
                  <a:pt x="4902" y="1241"/>
                </a:lnTo>
                <a:lnTo>
                  <a:pt x="4901" y="1241"/>
                </a:lnTo>
                <a:lnTo>
                  <a:pt x="4900" y="1241"/>
                </a:lnTo>
                <a:lnTo>
                  <a:pt x="4900" y="1240"/>
                </a:lnTo>
                <a:lnTo>
                  <a:pt x="4899" y="1240"/>
                </a:lnTo>
                <a:lnTo>
                  <a:pt x="4899" y="1241"/>
                </a:lnTo>
                <a:lnTo>
                  <a:pt x="4899" y="1242"/>
                </a:lnTo>
                <a:lnTo>
                  <a:pt x="4899" y="1243"/>
                </a:lnTo>
                <a:lnTo>
                  <a:pt x="4899" y="1244"/>
                </a:lnTo>
                <a:lnTo>
                  <a:pt x="4898" y="1244"/>
                </a:lnTo>
                <a:lnTo>
                  <a:pt x="4897" y="1244"/>
                </a:lnTo>
                <a:lnTo>
                  <a:pt x="4897" y="1243"/>
                </a:lnTo>
                <a:lnTo>
                  <a:pt x="4897" y="1242"/>
                </a:lnTo>
                <a:lnTo>
                  <a:pt x="4896" y="1242"/>
                </a:lnTo>
                <a:lnTo>
                  <a:pt x="4895" y="1242"/>
                </a:lnTo>
                <a:lnTo>
                  <a:pt x="4895" y="1243"/>
                </a:lnTo>
                <a:lnTo>
                  <a:pt x="4895" y="1244"/>
                </a:lnTo>
                <a:lnTo>
                  <a:pt x="4894" y="1244"/>
                </a:lnTo>
                <a:lnTo>
                  <a:pt x="4894" y="1243"/>
                </a:lnTo>
                <a:lnTo>
                  <a:pt x="4894" y="1242"/>
                </a:lnTo>
                <a:lnTo>
                  <a:pt x="4893" y="1242"/>
                </a:lnTo>
                <a:lnTo>
                  <a:pt x="4892" y="1242"/>
                </a:lnTo>
                <a:lnTo>
                  <a:pt x="4892" y="1243"/>
                </a:lnTo>
                <a:lnTo>
                  <a:pt x="4892" y="1244"/>
                </a:lnTo>
                <a:lnTo>
                  <a:pt x="4891" y="1244"/>
                </a:lnTo>
                <a:lnTo>
                  <a:pt x="4891" y="1243"/>
                </a:lnTo>
                <a:lnTo>
                  <a:pt x="4891" y="1242"/>
                </a:lnTo>
                <a:lnTo>
                  <a:pt x="4890" y="1242"/>
                </a:lnTo>
                <a:lnTo>
                  <a:pt x="4889" y="1242"/>
                </a:lnTo>
                <a:lnTo>
                  <a:pt x="4888" y="1242"/>
                </a:lnTo>
                <a:lnTo>
                  <a:pt x="4887" y="1242"/>
                </a:lnTo>
                <a:lnTo>
                  <a:pt x="4886" y="1242"/>
                </a:lnTo>
                <a:lnTo>
                  <a:pt x="4885" y="1243"/>
                </a:lnTo>
                <a:lnTo>
                  <a:pt x="4884" y="1243"/>
                </a:lnTo>
                <a:lnTo>
                  <a:pt x="4883" y="1242"/>
                </a:lnTo>
                <a:lnTo>
                  <a:pt x="4882" y="1242"/>
                </a:lnTo>
                <a:lnTo>
                  <a:pt x="4881" y="1243"/>
                </a:lnTo>
                <a:lnTo>
                  <a:pt x="4880" y="1243"/>
                </a:lnTo>
                <a:lnTo>
                  <a:pt x="4880" y="1242"/>
                </a:lnTo>
                <a:lnTo>
                  <a:pt x="4879" y="1242"/>
                </a:lnTo>
                <a:lnTo>
                  <a:pt x="4879" y="1243"/>
                </a:lnTo>
                <a:lnTo>
                  <a:pt x="4880" y="1243"/>
                </a:lnTo>
                <a:lnTo>
                  <a:pt x="4880" y="1244"/>
                </a:lnTo>
                <a:lnTo>
                  <a:pt x="4879" y="1244"/>
                </a:lnTo>
                <a:lnTo>
                  <a:pt x="4878" y="1244"/>
                </a:lnTo>
                <a:lnTo>
                  <a:pt x="4877" y="1243"/>
                </a:lnTo>
                <a:lnTo>
                  <a:pt x="4876" y="1242"/>
                </a:lnTo>
                <a:lnTo>
                  <a:pt x="4876" y="1241"/>
                </a:lnTo>
                <a:lnTo>
                  <a:pt x="4875" y="1241"/>
                </a:lnTo>
                <a:lnTo>
                  <a:pt x="4875" y="1242"/>
                </a:lnTo>
                <a:lnTo>
                  <a:pt x="4874" y="1242"/>
                </a:lnTo>
                <a:lnTo>
                  <a:pt x="4873" y="1242"/>
                </a:lnTo>
                <a:lnTo>
                  <a:pt x="4872" y="1242"/>
                </a:lnTo>
                <a:lnTo>
                  <a:pt x="4871" y="1241"/>
                </a:lnTo>
                <a:lnTo>
                  <a:pt x="4870" y="1241"/>
                </a:lnTo>
                <a:lnTo>
                  <a:pt x="4870" y="1240"/>
                </a:lnTo>
                <a:lnTo>
                  <a:pt x="4869" y="1239"/>
                </a:lnTo>
                <a:lnTo>
                  <a:pt x="4869" y="1238"/>
                </a:lnTo>
                <a:lnTo>
                  <a:pt x="4869" y="1237"/>
                </a:lnTo>
                <a:lnTo>
                  <a:pt x="4868" y="1237"/>
                </a:lnTo>
                <a:lnTo>
                  <a:pt x="4868" y="1238"/>
                </a:lnTo>
                <a:lnTo>
                  <a:pt x="4867" y="1238"/>
                </a:lnTo>
                <a:lnTo>
                  <a:pt x="4866" y="1237"/>
                </a:lnTo>
                <a:lnTo>
                  <a:pt x="4865" y="1237"/>
                </a:lnTo>
                <a:lnTo>
                  <a:pt x="4864" y="1237"/>
                </a:lnTo>
                <a:lnTo>
                  <a:pt x="4863" y="1237"/>
                </a:lnTo>
                <a:lnTo>
                  <a:pt x="4863" y="1236"/>
                </a:lnTo>
                <a:lnTo>
                  <a:pt x="4862" y="1236"/>
                </a:lnTo>
                <a:lnTo>
                  <a:pt x="4862" y="1237"/>
                </a:lnTo>
                <a:lnTo>
                  <a:pt x="4862" y="1238"/>
                </a:lnTo>
                <a:lnTo>
                  <a:pt x="4861" y="1238"/>
                </a:lnTo>
                <a:lnTo>
                  <a:pt x="4860" y="1238"/>
                </a:lnTo>
                <a:lnTo>
                  <a:pt x="4859" y="1238"/>
                </a:lnTo>
                <a:lnTo>
                  <a:pt x="4858" y="1238"/>
                </a:lnTo>
                <a:lnTo>
                  <a:pt x="4858" y="1239"/>
                </a:lnTo>
                <a:lnTo>
                  <a:pt x="4857" y="1239"/>
                </a:lnTo>
                <a:lnTo>
                  <a:pt x="4857" y="1238"/>
                </a:lnTo>
                <a:lnTo>
                  <a:pt x="4856" y="1238"/>
                </a:lnTo>
                <a:lnTo>
                  <a:pt x="4856" y="1237"/>
                </a:lnTo>
                <a:lnTo>
                  <a:pt x="4856" y="1236"/>
                </a:lnTo>
                <a:lnTo>
                  <a:pt x="4855" y="1236"/>
                </a:lnTo>
                <a:lnTo>
                  <a:pt x="4854" y="1236"/>
                </a:lnTo>
                <a:lnTo>
                  <a:pt x="4854" y="1237"/>
                </a:lnTo>
                <a:lnTo>
                  <a:pt x="4853" y="1236"/>
                </a:lnTo>
                <a:lnTo>
                  <a:pt x="4852" y="1237"/>
                </a:lnTo>
                <a:lnTo>
                  <a:pt x="4853" y="1237"/>
                </a:lnTo>
                <a:lnTo>
                  <a:pt x="4853" y="1238"/>
                </a:lnTo>
                <a:lnTo>
                  <a:pt x="4852" y="1238"/>
                </a:lnTo>
                <a:lnTo>
                  <a:pt x="4851" y="1238"/>
                </a:lnTo>
                <a:lnTo>
                  <a:pt x="4850" y="1238"/>
                </a:lnTo>
                <a:lnTo>
                  <a:pt x="4850" y="1237"/>
                </a:lnTo>
                <a:lnTo>
                  <a:pt x="4849" y="1237"/>
                </a:lnTo>
                <a:lnTo>
                  <a:pt x="4848" y="1237"/>
                </a:lnTo>
                <a:lnTo>
                  <a:pt x="4848" y="1236"/>
                </a:lnTo>
                <a:lnTo>
                  <a:pt x="4847" y="1236"/>
                </a:lnTo>
                <a:lnTo>
                  <a:pt x="4846" y="1236"/>
                </a:lnTo>
                <a:lnTo>
                  <a:pt x="4845" y="1236"/>
                </a:lnTo>
                <a:lnTo>
                  <a:pt x="4845" y="1237"/>
                </a:lnTo>
                <a:lnTo>
                  <a:pt x="4844" y="1237"/>
                </a:lnTo>
                <a:lnTo>
                  <a:pt x="4843" y="1236"/>
                </a:lnTo>
                <a:lnTo>
                  <a:pt x="4843" y="1235"/>
                </a:lnTo>
                <a:lnTo>
                  <a:pt x="4844" y="1235"/>
                </a:lnTo>
                <a:lnTo>
                  <a:pt x="4845" y="1235"/>
                </a:lnTo>
                <a:lnTo>
                  <a:pt x="4846" y="1234"/>
                </a:lnTo>
                <a:lnTo>
                  <a:pt x="4846" y="1233"/>
                </a:lnTo>
                <a:lnTo>
                  <a:pt x="4845" y="1233"/>
                </a:lnTo>
                <a:lnTo>
                  <a:pt x="4844" y="1233"/>
                </a:lnTo>
                <a:lnTo>
                  <a:pt x="4843" y="1233"/>
                </a:lnTo>
                <a:lnTo>
                  <a:pt x="4842" y="1234"/>
                </a:lnTo>
                <a:lnTo>
                  <a:pt x="4841" y="1234"/>
                </a:lnTo>
                <a:lnTo>
                  <a:pt x="4841" y="1233"/>
                </a:lnTo>
                <a:lnTo>
                  <a:pt x="4842" y="1233"/>
                </a:lnTo>
                <a:lnTo>
                  <a:pt x="4842" y="1232"/>
                </a:lnTo>
                <a:lnTo>
                  <a:pt x="4841" y="1232"/>
                </a:lnTo>
                <a:lnTo>
                  <a:pt x="4840" y="1232"/>
                </a:lnTo>
                <a:lnTo>
                  <a:pt x="4839" y="1232"/>
                </a:lnTo>
                <a:lnTo>
                  <a:pt x="4839" y="1231"/>
                </a:lnTo>
                <a:lnTo>
                  <a:pt x="4838" y="1231"/>
                </a:lnTo>
                <a:lnTo>
                  <a:pt x="4838" y="1232"/>
                </a:lnTo>
                <a:lnTo>
                  <a:pt x="4837" y="1232"/>
                </a:lnTo>
                <a:lnTo>
                  <a:pt x="4836" y="1232"/>
                </a:lnTo>
                <a:lnTo>
                  <a:pt x="4836" y="1231"/>
                </a:lnTo>
                <a:lnTo>
                  <a:pt x="4836" y="1230"/>
                </a:lnTo>
                <a:lnTo>
                  <a:pt x="4835" y="1230"/>
                </a:lnTo>
                <a:lnTo>
                  <a:pt x="4834" y="1230"/>
                </a:lnTo>
                <a:lnTo>
                  <a:pt x="4834" y="1231"/>
                </a:lnTo>
                <a:lnTo>
                  <a:pt x="4833" y="1232"/>
                </a:lnTo>
                <a:lnTo>
                  <a:pt x="4833" y="1231"/>
                </a:lnTo>
                <a:lnTo>
                  <a:pt x="4833" y="1230"/>
                </a:lnTo>
                <a:lnTo>
                  <a:pt x="4832" y="1230"/>
                </a:lnTo>
                <a:lnTo>
                  <a:pt x="4831" y="1230"/>
                </a:lnTo>
                <a:lnTo>
                  <a:pt x="4830" y="1230"/>
                </a:lnTo>
                <a:lnTo>
                  <a:pt x="4829" y="1230"/>
                </a:lnTo>
                <a:lnTo>
                  <a:pt x="4829" y="1229"/>
                </a:lnTo>
                <a:lnTo>
                  <a:pt x="4830" y="1229"/>
                </a:lnTo>
                <a:lnTo>
                  <a:pt x="4831" y="1229"/>
                </a:lnTo>
                <a:lnTo>
                  <a:pt x="4831" y="1228"/>
                </a:lnTo>
                <a:lnTo>
                  <a:pt x="4831" y="1227"/>
                </a:lnTo>
                <a:lnTo>
                  <a:pt x="4832" y="1227"/>
                </a:lnTo>
                <a:lnTo>
                  <a:pt x="4833" y="1227"/>
                </a:lnTo>
                <a:lnTo>
                  <a:pt x="4833" y="1226"/>
                </a:lnTo>
                <a:lnTo>
                  <a:pt x="4833" y="1225"/>
                </a:lnTo>
                <a:lnTo>
                  <a:pt x="4834" y="1225"/>
                </a:lnTo>
                <a:lnTo>
                  <a:pt x="4836" y="1225"/>
                </a:lnTo>
                <a:lnTo>
                  <a:pt x="4837" y="1225"/>
                </a:lnTo>
                <a:lnTo>
                  <a:pt x="4836" y="1225"/>
                </a:lnTo>
                <a:lnTo>
                  <a:pt x="4836" y="1224"/>
                </a:lnTo>
                <a:lnTo>
                  <a:pt x="4834" y="1224"/>
                </a:lnTo>
                <a:lnTo>
                  <a:pt x="4833" y="1224"/>
                </a:lnTo>
                <a:lnTo>
                  <a:pt x="4832" y="1224"/>
                </a:lnTo>
                <a:lnTo>
                  <a:pt x="4831" y="1224"/>
                </a:lnTo>
                <a:lnTo>
                  <a:pt x="4831" y="1223"/>
                </a:lnTo>
                <a:lnTo>
                  <a:pt x="4831" y="1222"/>
                </a:lnTo>
                <a:lnTo>
                  <a:pt x="4830" y="1222"/>
                </a:lnTo>
                <a:lnTo>
                  <a:pt x="4829" y="1222"/>
                </a:lnTo>
                <a:lnTo>
                  <a:pt x="4828" y="1222"/>
                </a:lnTo>
                <a:lnTo>
                  <a:pt x="4828" y="1221"/>
                </a:lnTo>
                <a:lnTo>
                  <a:pt x="4829" y="1221"/>
                </a:lnTo>
                <a:lnTo>
                  <a:pt x="4830" y="1220"/>
                </a:lnTo>
                <a:lnTo>
                  <a:pt x="4829" y="1219"/>
                </a:lnTo>
                <a:lnTo>
                  <a:pt x="4828" y="1219"/>
                </a:lnTo>
                <a:lnTo>
                  <a:pt x="4828" y="1220"/>
                </a:lnTo>
                <a:lnTo>
                  <a:pt x="4827" y="1219"/>
                </a:lnTo>
                <a:lnTo>
                  <a:pt x="4827" y="1218"/>
                </a:lnTo>
                <a:lnTo>
                  <a:pt x="4826" y="1218"/>
                </a:lnTo>
                <a:lnTo>
                  <a:pt x="4825" y="1218"/>
                </a:lnTo>
                <a:lnTo>
                  <a:pt x="4824" y="1217"/>
                </a:lnTo>
                <a:lnTo>
                  <a:pt x="4823" y="1217"/>
                </a:lnTo>
                <a:lnTo>
                  <a:pt x="4823" y="1216"/>
                </a:lnTo>
                <a:lnTo>
                  <a:pt x="4824" y="1216"/>
                </a:lnTo>
                <a:lnTo>
                  <a:pt x="4824" y="1215"/>
                </a:lnTo>
                <a:lnTo>
                  <a:pt x="4824" y="1214"/>
                </a:lnTo>
                <a:lnTo>
                  <a:pt x="4825" y="1214"/>
                </a:lnTo>
                <a:lnTo>
                  <a:pt x="4825" y="1215"/>
                </a:lnTo>
                <a:lnTo>
                  <a:pt x="4826" y="1215"/>
                </a:lnTo>
                <a:lnTo>
                  <a:pt x="4827" y="1215"/>
                </a:lnTo>
                <a:lnTo>
                  <a:pt x="4827" y="1214"/>
                </a:lnTo>
                <a:lnTo>
                  <a:pt x="4827" y="1213"/>
                </a:lnTo>
                <a:lnTo>
                  <a:pt x="4826" y="1214"/>
                </a:lnTo>
                <a:lnTo>
                  <a:pt x="4825" y="1214"/>
                </a:lnTo>
                <a:lnTo>
                  <a:pt x="4825" y="1213"/>
                </a:lnTo>
                <a:lnTo>
                  <a:pt x="4825" y="1212"/>
                </a:lnTo>
                <a:lnTo>
                  <a:pt x="4825" y="1211"/>
                </a:lnTo>
                <a:lnTo>
                  <a:pt x="4824" y="1211"/>
                </a:lnTo>
                <a:lnTo>
                  <a:pt x="4825" y="1211"/>
                </a:lnTo>
                <a:lnTo>
                  <a:pt x="4825" y="1210"/>
                </a:lnTo>
                <a:lnTo>
                  <a:pt x="4825" y="1209"/>
                </a:lnTo>
                <a:lnTo>
                  <a:pt x="4824" y="1209"/>
                </a:lnTo>
                <a:lnTo>
                  <a:pt x="4824" y="1210"/>
                </a:lnTo>
                <a:lnTo>
                  <a:pt x="4822" y="1210"/>
                </a:lnTo>
                <a:lnTo>
                  <a:pt x="4821" y="1209"/>
                </a:lnTo>
                <a:lnTo>
                  <a:pt x="4820" y="1209"/>
                </a:lnTo>
                <a:lnTo>
                  <a:pt x="4821" y="1208"/>
                </a:lnTo>
                <a:lnTo>
                  <a:pt x="4821" y="1207"/>
                </a:lnTo>
                <a:lnTo>
                  <a:pt x="4820" y="1207"/>
                </a:lnTo>
                <a:lnTo>
                  <a:pt x="4819" y="1207"/>
                </a:lnTo>
                <a:lnTo>
                  <a:pt x="4818" y="1207"/>
                </a:lnTo>
                <a:lnTo>
                  <a:pt x="4818" y="1206"/>
                </a:lnTo>
                <a:lnTo>
                  <a:pt x="4817" y="1206"/>
                </a:lnTo>
                <a:lnTo>
                  <a:pt x="4816" y="1206"/>
                </a:lnTo>
                <a:lnTo>
                  <a:pt x="4815" y="1206"/>
                </a:lnTo>
                <a:lnTo>
                  <a:pt x="4815" y="1207"/>
                </a:lnTo>
                <a:lnTo>
                  <a:pt x="4814" y="1206"/>
                </a:lnTo>
                <a:lnTo>
                  <a:pt x="4814" y="1205"/>
                </a:lnTo>
                <a:lnTo>
                  <a:pt x="4815" y="1205"/>
                </a:lnTo>
                <a:lnTo>
                  <a:pt x="4816" y="1205"/>
                </a:lnTo>
                <a:lnTo>
                  <a:pt x="4816" y="1204"/>
                </a:lnTo>
                <a:lnTo>
                  <a:pt x="4816" y="1203"/>
                </a:lnTo>
                <a:lnTo>
                  <a:pt x="4815" y="1203"/>
                </a:lnTo>
                <a:lnTo>
                  <a:pt x="4814" y="1202"/>
                </a:lnTo>
                <a:lnTo>
                  <a:pt x="4814" y="1203"/>
                </a:lnTo>
                <a:lnTo>
                  <a:pt x="4813" y="1203"/>
                </a:lnTo>
                <a:lnTo>
                  <a:pt x="4812" y="1203"/>
                </a:lnTo>
                <a:lnTo>
                  <a:pt x="4812" y="1204"/>
                </a:lnTo>
                <a:lnTo>
                  <a:pt x="4811" y="1204"/>
                </a:lnTo>
                <a:lnTo>
                  <a:pt x="4810" y="1204"/>
                </a:lnTo>
                <a:lnTo>
                  <a:pt x="4810" y="1205"/>
                </a:lnTo>
                <a:lnTo>
                  <a:pt x="4809" y="1205"/>
                </a:lnTo>
                <a:lnTo>
                  <a:pt x="4808" y="1206"/>
                </a:lnTo>
                <a:lnTo>
                  <a:pt x="4807" y="1207"/>
                </a:lnTo>
                <a:lnTo>
                  <a:pt x="4807" y="1208"/>
                </a:lnTo>
                <a:lnTo>
                  <a:pt x="4807" y="1209"/>
                </a:lnTo>
                <a:lnTo>
                  <a:pt x="4807" y="1210"/>
                </a:lnTo>
                <a:lnTo>
                  <a:pt x="4806" y="1210"/>
                </a:lnTo>
                <a:lnTo>
                  <a:pt x="4806" y="1211"/>
                </a:lnTo>
                <a:lnTo>
                  <a:pt x="4806" y="1212"/>
                </a:lnTo>
                <a:lnTo>
                  <a:pt x="4805" y="1212"/>
                </a:lnTo>
                <a:lnTo>
                  <a:pt x="4805" y="1211"/>
                </a:lnTo>
                <a:lnTo>
                  <a:pt x="4804" y="1211"/>
                </a:lnTo>
                <a:lnTo>
                  <a:pt x="4804" y="1210"/>
                </a:lnTo>
                <a:lnTo>
                  <a:pt x="4804" y="1209"/>
                </a:lnTo>
                <a:lnTo>
                  <a:pt x="4803" y="1209"/>
                </a:lnTo>
                <a:lnTo>
                  <a:pt x="4802" y="1210"/>
                </a:lnTo>
                <a:lnTo>
                  <a:pt x="4802" y="1212"/>
                </a:lnTo>
                <a:lnTo>
                  <a:pt x="4802" y="1213"/>
                </a:lnTo>
                <a:lnTo>
                  <a:pt x="4802" y="1214"/>
                </a:lnTo>
                <a:lnTo>
                  <a:pt x="4801" y="1215"/>
                </a:lnTo>
                <a:lnTo>
                  <a:pt x="4801" y="1214"/>
                </a:lnTo>
                <a:lnTo>
                  <a:pt x="4800" y="1214"/>
                </a:lnTo>
                <a:lnTo>
                  <a:pt x="4800" y="1213"/>
                </a:lnTo>
                <a:lnTo>
                  <a:pt x="4800" y="1212"/>
                </a:lnTo>
                <a:lnTo>
                  <a:pt x="4799" y="1212"/>
                </a:lnTo>
                <a:lnTo>
                  <a:pt x="4799" y="1211"/>
                </a:lnTo>
                <a:lnTo>
                  <a:pt x="4798" y="1211"/>
                </a:lnTo>
                <a:lnTo>
                  <a:pt x="4797" y="1211"/>
                </a:lnTo>
                <a:lnTo>
                  <a:pt x="4797" y="1210"/>
                </a:lnTo>
                <a:lnTo>
                  <a:pt x="4796" y="1210"/>
                </a:lnTo>
                <a:lnTo>
                  <a:pt x="4795" y="1209"/>
                </a:lnTo>
                <a:lnTo>
                  <a:pt x="4794" y="1209"/>
                </a:lnTo>
                <a:lnTo>
                  <a:pt x="4793" y="1209"/>
                </a:lnTo>
                <a:lnTo>
                  <a:pt x="4793" y="1210"/>
                </a:lnTo>
                <a:lnTo>
                  <a:pt x="4794" y="1210"/>
                </a:lnTo>
                <a:lnTo>
                  <a:pt x="4794" y="1211"/>
                </a:lnTo>
                <a:lnTo>
                  <a:pt x="4795" y="1211"/>
                </a:lnTo>
                <a:lnTo>
                  <a:pt x="4796" y="1211"/>
                </a:lnTo>
                <a:lnTo>
                  <a:pt x="4797" y="1212"/>
                </a:lnTo>
                <a:lnTo>
                  <a:pt x="4796" y="1212"/>
                </a:lnTo>
                <a:lnTo>
                  <a:pt x="4796" y="1213"/>
                </a:lnTo>
                <a:lnTo>
                  <a:pt x="4795" y="1214"/>
                </a:lnTo>
                <a:lnTo>
                  <a:pt x="4794" y="1215"/>
                </a:lnTo>
                <a:lnTo>
                  <a:pt x="4793" y="1215"/>
                </a:lnTo>
                <a:lnTo>
                  <a:pt x="4792" y="1216"/>
                </a:lnTo>
                <a:lnTo>
                  <a:pt x="4793" y="1216"/>
                </a:lnTo>
                <a:lnTo>
                  <a:pt x="4793" y="1217"/>
                </a:lnTo>
                <a:lnTo>
                  <a:pt x="4793" y="1218"/>
                </a:lnTo>
                <a:lnTo>
                  <a:pt x="4792" y="1218"/>
                </a:lnTo>
                <a:lnTo>
                  <a:pt x="4791" y="1218"/>
                </a:lnTo>
                <a:lnTo>
                  <a:pt x="4791" y="1217"/>
                </a:lnTo>
                <a:lnTo>
                  <a:pt x="4790" y="1218"/>
                </a:lnTo>
                <a:lnTo>
                  <a:pt x="4790" y="1219"/>
                </a:lnTo>
                <a:lnTo>
                  <a:pt x="4789" y="1219"/>
                </a:lnTo>
                <a:lnTo>
                  <a:pt x="4788" y="1219"/>
                </a:lnTo>
                <a:lnTo>
                  <a:pt x="4788" y="1218"/>
                </a:lnTo>
                <a:lnTo>
                  <a:pt x="4787" y="1218"/>
                </a:lnTo>
                <a:lnTo>
                  <a:pt x="4786" y="1217"/>
                </a:lnTo>
                <a:lnTo>
                  <a:pt x="4785" y="1217"/>
                </a:lnTo>
                <a:lnTo>
                  <a:pt x="4785" y="1218"/>
                </a:lnTo>
                <a:lnTo>
                  <a:pt x="4785" y="1219"/>
                </a:lnTo>
                <a:lnTo>
                  <a:pt x="4786" y="1219"/>
                </a:lnTo>
                <a:lnTo>
                  <a:pt x="4786" y="1220"/>
                </a:lnTo>
                <a:lnTo>
                  <a:pt x="4785" y="1220"/>
                </a:lnTo>
                <a:lnTo>
                  <a:pt x="4784" y="1221"/>
                </a:lnTo>
                <a:lnTo>
                  <a:pt x="4784" y="1222"/>
                </a:lnTo>
                <a:lnTo>
                  <a:pt x="4783" y="1223"/>
                </a:lnTo>
                <a:lnTo>
                  <a:pt x="4782" y="1223"/>
                </a:lnTo>
                <a:lnTo>
                  <a:pt x="4781" y="1223"/>
                </a:lnTo>
                <a:lnTo>
                  <a:pt x="4782" y="1224"/>
                </a:lnTo>
                <a:lnTo>
                  <a:pt x="4782" y="1225"/>
                </a:lnTo>
                <a:lnTo>
                  <a:pt x="4783" y="1226"/>
                </a:lnTo>
                <a:lnTo>
                  <a:pt x="4783" y="1227"/>
                </a:lnTo>
                <a:lnTo>
                  <a:pt x="4784" y="1227"/>
                </a:lnTo>
                <a:lnTo>
                  <a:pt x="4784" y="1228"/>
                </a:lnTo>
                <a:lnTo>
                  <a:pt x="4784" y="1229"/>
                </a:lnTo>
                <a:lnTo>
                  <a:pt x="4783" y="1229"/>
                </a:lnTo>
                <a:lnTo>
                  <a:pt x="4783" y="1230"/>
                </a:lnTo>
                <a:lnTo>
                  <a:pt x="4782" y="1230"/>
                </a:lnTo>
                <a:lnTo>
                  <a:pt x="4782" y="1231"/>
                </a:lnTo>
                <a:lnTo>
                  <a:pt x="4781" y="1232"/>
                </a:lnTo>
                <a:lnTo>
                  <a:pt x="4781" y="1233"/>
                </a:lnTo>
                <a:lnTo>
                  <a:pt x="4780" y="1234"/>
                </a:lnTo>
                <a:lnTo>
                  <a:pt x="4780" y="1235"/>
                </a:lnTo>
                <a:lnTo>
                  <a:pt x="4781" y="1235"/>
                </a:lnTo>
                <a:lnTo>
                  <a:pt x="4781" y="1236"/>
                </a:lnTo>
                <a:lnTo>
                  <a:pt x="4780" y="1236"/>
                </a:lnTo>
                <a:lnTo>
                  <a:pt x="4779" y="1237"/>
                </a:lnTo>
                <a:lnTo>
                  <a:pt x="4778" y="1238"/>
                </a:lnTo>
                <a:lnTo>
                  <a:pt x="4778" y="1239"/>
                </a:lnTo>
                <a:lnTo>
                  <a:pt x="4777" y="1239"/>
                </a:lnTo>
                <a:lnTo>
                  <a:pt x="4777" y="1240"/>
                </a:lnTo>
                <a:lnTo>
                  <a:pt x="4776" y="1240"/>
                </a:lnTo>
                <a:lnTo>
                  <a:pt x="4776" y="1241"/>
                </a:lnTo>
                <a:lnTo>
                  <a:pt x="4777" y="1241"/>
                </a:lnTo>
                <a:lnTo>
                  <a:pt x="4778" y="1241"/>
                </a:lnTo>
                <a:lnTo>
                  <a:pt x="4777" y="1242"/>
                </a:lnTo>
                <a:lnTo>
                  <a:pt x="4777" y="1243"/>
                </a:lnTo>
                <a:lnTo>
                  <a:pt x="4777" y="1244"/>
                </a:lnTo>
                <a:lnTo>
                  <a:pt x="4776" y="1245"/>
                </a:lnTo>
                <a:lnTo>
                  <a:pt x="4777" y="1245"/>
                </a:lnTo>
                <a:lnTo>
                  <a:pt x="4778" y="1244"/>
                </a:lnTo>
                <a:lnTo>
                  <a:pt x="4778" y="1245"/>
                </a:lnTo>
                <a:lnTo>
                  <a:pt x="4777" y="1245"/>
                </a:lnTo>
                <a:lnTo>
                  <a:pt x="4777" y="1246"/>
                </a:lnTo>
                <a:lnTo>
                  <a:pt x="4778" y="1247"/>
                </a:lnTo>
                <a:lnTo>
                  <a:pt x="4779" y="1247"/>
                </a:lnTo>
                <a:lnTo>
                  <a:pt x="4779" y="1248"/>
                </a:lnTo>
                <a:lnTo>
                  <a:pt x="4778" y="1248"/>
                </a:lnTo>
                <a:lnTo>
                  <a:pt x="4778" y="1249"/>
                </a:lnTo>
                <a:lnTo>
                  <a:pt x="4777" y="1250"/>
                </a:lnTo>
                <a:lnTo>
                  <a:pt x="4776" y="1250"/>
                </a:lnTo>
                <a:lnTo>
                  <a:pt x="4775" y="1250"/>
                </a:lnTo>
                <a:lnTo>
                  <a:pt x="4773" y="1250"/>
                </a:lnTo>
                <a:lnTo>
                  <a:pt x="4773" y="1249"/>
                </a:lnTo>
                <a:lnTo>
                  <a:pt x="4774" y="1249"/>
                </a:lnTo>
                <a:lnTo>
                  <a:pt x="4775" y="1249"/>
                </a:lnTo>
                <a:lnTo>
                  <a:pt x="4776" y="1249"/>
                </a:lnTo>
                <a:lnTo>
                  <a:pt x="4776" y="1248"/>
                </a:lnTo>
                <a:lnTo>
                  <a:pt x="4776" y="1247"/>
                </a:lnTo>
                <a:lnTo>
                  <a:pt x="4774" y="1247"/>
                </a:lnTo>
                <a:lnTo>
                  <a:pt x="4773" y="1248"/>
                </a:lnTo>
                <a:lnTo>
                  <a:pt x="4772" y="1248"/>
                </a:lnTo>
                <a:lnTo>
                  <a:pt x="4772" y="1249"/>
                </a:lnTo>
                <a:lnTo>
                  <a:pt x="4771" y="1249"/>
                </a:lnTo>
                <a:lnTo>
                  <a:pt x="4770" y="1249"/>
                </a:lnTo>
                <a:lnTo>
                  <a:pt x="4769" y="1249"/>
                </a:lnTo>
                <a:lnTo>
                  <a:pt x="4769" y="1250"/>
                </a:lnTo>
                <a:lnTo>
                  <a:pt x="4769" y="1251"/>
                </a:lnTo>
                <a:lnTo>
                  <a:pt x="4769" y="1252"/>
                </a:lnTo>
                <a:lnTo>
                  <a:pt x="4768" y="1251"/>
                </a:lnTo>
                <a:lnTo>
                  <a:pt x="4767" y="1251"/>
                </a:lnTo>
                <a:lnTo>
                  <a:pt x="4767" y="1252"/>
                </a:lnTo>
                <a:lnTo>
                  <a:pt x="4766" y="1253"/>
                </a:lnTo>
                <a:lnTo>
                  <a:pt x="4766" y="1254"/>
                </a:lnTo>
                <a:lnTo>
                  <a:pt x="4765" y="1255"/>
                </a:lnTo>
                <a:lnTo>
                  <a:pt x="4764" y="1256"/>
                </a:lnTo>
                <a:lnTo>
                  <a:pt x="4763" y="1257"/>
                </a:lnTo>
                <a:lnTo>
                  <a:pt x="4763" y="1258"/>
                </a:lnTo>
                <a:lnTo>
                  <a:pt x="4762" y="1258"/>
                </a:lnTo>
                <a:lnTo>
                  <a:pt x="4762" y="1259"/>
                </a:lnTo>
                <a:lnTo>
                  <a:pt x="4762" y="1260"/>
                </a:lnTo>
                <a:lnTo>
                  <a:pt x="4762" y="1261"/>
                </a:lnTo>
                <a:lnTo>
                  <a:pt x="4761" y="1261"/>
                </a:lnTo>
                <a:lnTo>
                  <a:pt x="4760" y="1261"/>
                </a:lnTo>
                <a:lnTo>
                  <a:pt x="4759" y="1261"/>
                </a:lnTo>
                <a:lnTo>
                  <a:pt x="4759" y="1262"/>
                </a:lnTo>
                <a:lnTo>
                  <a:pt x="4758" y="1263"/>
                </a:lnTo>
                <a:lnTo>
                  <a:pt x="4758" y="1264"/>
                </a:lnTo>
                <a:lnTo>
                  <a:pt x="4758" y="1265"/>
                </a:lnTo>
                <a:lnTo>
                  <a:pt x="4758" y="1266"/>
                </a:lnTo>
                <a:lnTo>
                  <a:pt x="4757" y="1266"/>
                </a:lnTo>
                <a:lnTo>
                  <a:pt x="4756" y="1266"/>
                </a:lnTo>
                <a:lnTo>
                  <a:pt x="4756" y="1267"/>
                </a:lnTo>
                <a:lnTo>
                  <a:pt x="4757" y="1267"/>
                </a:lnTo>
                <a:lnTo>
                  <a:pt x="4757" y="1268"/>
                </a:lnTo>
                <a:lnTo>
                  <a:pt x="4756" y="1269"/>
                </a:lnTo>
                <a:lnTo>
                  <a:pt x="4755" y="1269"/>
                </a:lnTo>
                <a:lnTo>
                  <a:pt x="4755" y="1270"/>
                </a:lnTo>
                <a:lnTo>
                  <a:pt x="4754" y="1270"/>
                </a:lnTo>
                <a:lnTo>
                  <a:pt x="4753" y="1270"/>
                </a:lnTo>
                <a:lnTo>
                  <a:pt x="4752" y="1270"/>
                </a:lnTo>
                <a:lnTo>
                  <a:pt x="4751" y="1271"/>
                </a:lnTo>
                <a:lnTo>
                  <a:pt x="4751" y="1272"/>
                </a:lnTo>
                <a:lnTo>
                  <a:pt x="4750" y="1272"/>
                </a:lnTo>
                <a:lnTo>
                  <a:pt x="4750" y="1273"/>
                </a:lnTo>
                <a:lnTo>
                  <a:pt x="4749" y="1273"/>
                </a:lnTo>
                <a:lnTo>
                  <a:pt x="4747" y="1273"/>
                </a:lnTo>
                <a:lnTo>
                  <a:pt x="4747" y="1274"/>
                </a:lnTo>
                <a:lnTo>
                  <a:pt x="4747" y="1275"/>
                </a:lnTo>
                <a:lnTo>
                  <a:pt x="4746" y="1275"/>
                </a:lnTo>
                <a:lnTo>
                  <a:pt x="4745" y="1276"/>
                </a:lnTo>
                <a:lnTo>
                  <a:pt x="4744" y="1276"/>
                </a:lnTo>
                <a:lnTo>
                  <a:pt x="4743" y="1276"/>
                </a:lnTo>
                <a:lnTo>
                  <a:pt x="4742" y="1276"/>
                </a:lnTo>
                <a:lnTo>
                  <a:pt x="4741" y="1276"/>
                </a:lnTo>
                <a:lnTo>
                  <a:pt x="4740" y="1277"/>
                </a:lnTo>
                <a:lnTo>
                  <a:pt x="4740" y="1278"/>
                </a:lnTo>
                <a:lnTo>
                  <a:pt x="4741" y="1278"/>
                </a:lnTo>
                <a:lnTo>
                  <a:pt x="4741" y="1279"/>
                </a:lnTo>
                <a:lnTo>
                  <a:pt x="4742" y="1279"/>
                </a:lnTo>
                <a:lnTo>
                  <a:pt x="4742" y="1280"/>
                </a:lnTo>
                <a:lnTo>
                  <a:pt x="4741" y="1281"/>
                </a:lnTo>
                <a:lnTo>
                  <a:pt x="4741" y="1282"/>
                </a:lnTo>
                <a:lnTo>
                  <a:pt x="4740" y="1282"/>
                </a:lnTo>
                <a:lnTo>
                  <a:pt x="4740" y="1281"/>
                </a:lnTo>
                <a:lnTo>
                  <a:pt x="4739" y="1281"/>
                </a:lnTo>
                <a:lnTo>
                  <a:pt x="4739" y="1282"/>
                </a:lnTo>
                <a:lnTo>
                  <a:pt x="4739" y="1283"/>
                </a:lnTo>
                <a:lnTo>
                  <a:pt x="4739" y="1284"/>
                </a:lnTo>
                <a:lnTo>
                  <a:pt x="4740" y="1284"/>
                </a:lnTo>
                <a:lnTo>
                  <a:pt x="4740" y="1285"/>
                </a:lnTo>
                <a:lnTo>
                  <a:pt x="4739" y="1285"/>
                </a:lnTo>
                <a:lnTo>
                  <a:pt x="4738" y="1285"/>
                </a:lnTo>
                <a:lnTo>
                  <a:pt x="4737" y="1285"/>
                </a:lnTo>
                <a:lnTo>
                  <a:pt x="4736" y="1285"/>
                </a:lnTo>
                <a:lnTo>
                  <a:pt x="4736" y="1286"/>
                </a:lnTo>
                <a:lnTo>
                  <a:pt x="4737" y="1287"/>
                </a:lnTo>
                <a:lnTo>
                  <a:pt x="4737" y="1288"/>
                </a:lnTo>
                <a:lnTo>
                  <a:pt x="4736" y="1289"/>
                </a:lnTo>
                <a:lnTo>
                  <a:pt x="4735" y="1289"/>
                </a:lnTo>
                <a:lnTo>
                  <a:pt x="4735" y="1290"/>
                </a:lnTo>
                <a:lnTo>
                  <a:pt x="4735" y="1291"/>
                </a:lnTo>
                <a:lnTo>
                  <a:pt x="4734" y="1291"/>
                </a:lnTo>
                <a:lnTo>
                  <a:pt x="4733" y="1292"/>
                </a:lnTo>
                <a:lnTo>
                  <a:pt x="4733" y="1293"/>
                </a:lnTo>
                <a:lnTo>
                  <a:pt x="4732" y="1293"/>
                </a:lnTo>
                <a:lnTo>
                  <a:pt x="4732" y="1292"/>
                </a:lnTo>
                <a:lnTo>
                  <a:pt x="4731" y="1292"/>
                </a:lnTo>
                <a:lnTo>
                  <a:pt x="4730" y="1292"/>
                </a:lnTo>
                <a:lnTo>
                  <a:pt x="4729" y="1293"/>
                </a:lnTo>
                <a:lnTo>
                  <a:pt x="4728" y="1293"/>
                </a:lnTo>
                <a:lnTo>
                  <a:pt x="4728" y="1294"/>
                </a:lnTo>
                <a:lnTo>
                  <a:pt x="4728" y="1295"/>
                </a:lnTo>
                <a:lnTo>
                  <a:pt x="4729" y="1295"/>
                </a:lnTo>
                <a:lnTo>
                  <a:pt x="4729" y="1294"/>
                </a:lnTo>
                <a:lnTo>
                  <a:pt x="4730" y="1294"/>
                </a:lnTo>
                <a:lnTo>
                  <a:pt x="4731" y="1294"/>
                </a:lnTo>
                <a:lnTo>
                  <a:pt x="4732" y="1294"/>
                </a:lnTo>
                <a:lnTo>
                  <a:pt x="4732" y="1295"/>
                </a:lnTo>
                <a:lnTo>
                  <a:pt x="4732" y="1296"/>
                </a:lnTo>
                <a:lnTo>
                  <a:pt x="4731" y="1296"/>
                </a:lnTo>
                <a:lnTo>
                  <a:pt x="4730" y="1296"/>
                </a:lnTo>
                <a:lnTo>
                  <a:pt x="4730" y="1297"/>
                </a:lnTo>
                <a:lnTo>
                  <a:pt x="4730" y="1296"/>
                </a:lnTo>
                <a:lnTo>
                  <a:pt x="4729" y="1296"/>
                </a:lnTo>
                <a:lnTo>
                  <a:pt x="4728" y="1296"/>
                </a:lnTo>
                <a:lnTo>
                  <a:pt x="4728" y="1295"/>
                </a:lnTo>
                <a:lnTo>
                  <a:pt x="4727" y="1295"/>
                </a:lnTo>
                <a:lnTo>
                  <a:pt x="4727" y="1296"/>
                </a:lnTo>
                <a:lnTo>
                  <a:pt x="4727" y="1297"/>
                </a:lnTo>
                <a:lnTo>
                  <a:pt x="4726" y="1297"/>
                </a:lnTo>
                <a:lnTo>
                  <a:pt x="4726" y="1298"/>
                </a:lnTo>
                <a:lnTo>
                  <a:pt x="4725" y="1298"/>
                </a:lnTo>
                <a:lnTo>
                  <a:pt x="4724" y="1298"/>
                </a:lnTo>
                <a:lnTo>
                  <a:pt x="4723" y="1298"/>
                </a:lnTo>
                <a:lnTo>
                  <a:pt x="4722" y="1297"/>
                </a:lnTo>
                <a:lnTo>
                  <a:pt x="4722" y="1296"/>
                </a:lnTo>
                <a:lnTo>
                  <a:pt x="4722" y="1295"/>
                </a:lnTo>
                <a:lnTo>
                  <a:pt x="4722" y="1296"/>
                </a:lnTo>
                <a:lnTo>
                  <a:pt x="4721" y="1296"/>
                </a:lnTo>
                <a:lnTo>
                  <a:pt x="4720" y="1296"/>
                </a:lnTo>
                <a:lnTo>
                  <a:pt x="4720" y="1295"/>
                </a:lnTo>
                <a:lnTo>
                  <a:pt x="4719" y="1295"/>
                </a:lnTo>
                <a:lnTo>
                  <a:pt x="4718" y="1295"/>
                </a:lnTo>
                <a:lnTo>
                  <a:pt x="4718" y="1296"/>
                </a:lnTo>
                <a:lnTo>
                  <a:pt x="4718" y="1297"/>
                </a:lnTo>
                <a:lnTo>
                  <a:pt x="4717" y="1297"/>
                </a:lnTo>
                <a:lnTo>
                  <a:pt x="4717" y="1298"/>
                </a:lnTo>
                <a:lnTo>
                  <a:pt x="4716" y="1298"/>
                </a:lnTo>
                <a:lnTo>
                  <a:pt x="4715" y="1298"/>
                </a:lnTo>
                <a:lnTo>
                  <a:pt x="4715" y="1299"/>
                </a:lnTo>
                <a:lnTo>
                  <a:pt x="4714" y="1299"/>
                </a:lnTo>
                <a:lnTo>
                  <a:pt x="4713" y="1299"/>
                </a:lnTo>
                <a:lnTo>
                  <a:pt x="4713" y="1300"/>
                </a:lnTo>
                <a:lnTo>
                  <a:pt x="4713" y="1299"/>
                </a:lnTo>
                <a:lnTo>
                  <a:pt x="4712" y="1299"/>
                </a:lnTo>
                <a:lnTo>
                  <a:pt x="4712" y="1298"/>
                </a:lnTo>
                <a:lnTo>
                  <a:pt x="4712" y="1297"/>
                </a:lnTo>
                <a:lnTo>
                  <a:pt x="4711" y="1297"/>
                </a:lnTo>
                <a:lnTo>
                  <a:pt x="4710" y="1297"/>
                </a:lnTo>
                <a:lnTo>
                  <a:pt x="4710" y="1296"/>
                </a:lnTo>
                <a:lnTo>
                  <a:pt x="4709" y="1296"/>
                </a:lnTo>
                <a:lnTo>
                  <a:pt x="4709" y="1297"/>
                </a:lnTo>
                <a:lnTo>
                  <a:pt x="4708" y="1298"/>
                </a:lnTo>
                <a:lnTo>
                  <a:pt x="4709" y="1298"/>
                </a:lnTo>
                <a:lnTo>
                  <a:pt x="4708" y="1298"/>
                </a:lnTo>
                <a:lnTo>
                  <a:pt x="4708" y="1299"/>
                </a:lnTo>
                <a:lnTo>
                  <a:pt x="4709" y="1299"/>
                </a:lnTo>
                <a:lnTo>
                  <a:pt x="4709" y="1298"/>
                </a:lnTo>
                <a:lnTo>
                  <a:pt x="4709" y="1299"/>
                </a:lnTo>
                <a:lnTo>
                  <a:pt x="4708" y="1299"/>
                </a:lnTo>
                <a:lnTo>
                  <a:pt x="4707" y="1299"/>
                </a:lnTo>
                <a:lnTo>
                  <a:pt x="4706" y="1299"/>
                </a:lnTo>
                <a:lnTo>
                  <a:pt x="4705" y="1299"/>
                </a:lnTo>
                <a:lnTo>
                  <a:pt x="4705" y="1300"/>
                </a:lnTo>
                <a:lnTo>
                  <a:pt x="4704" y="1300"/>
                </a:lnTo>
                <a:lnTo>
                  <a:pt x="4703" y="1300"/>
                </a:lnTo>
                <a:lnTo>
                  <a:pt x="4703" y="1301"/>
                </a:lnTo>
                <a:lnTo>
                  <a:pt x="4703" y="1302"/>
                </a:lnTo>
                <a:lnTo>
                  <a:pt x="4702" y="1302"/>
                </a:lnTo>
                <a:lnTo>
                  <a:pt x="4701" y="1303"/>
                </a:lnTo>
                <a:lnTo>
                  <a:pt x="4700" y="1303"/>
                </a:lnTo>
                <a:lnTo>
                  <a:pt x="4700" y="1304"/>
                </a:lnTo>
                <a:lnTo>
                  <a:pt x="4699" y="1304"/>
                </a:lnTo>
                <a:lnTo>
                  <a:pt x="4698" y="1304"/>
                </a:lnTo>
                <a:lnTo>
                  <a:pt x="4698" y="1305"/>
                </a:lnTo>
                <a:lnTo>
                  <a:pt x="4698" y="1306"/>
                </a:lnTo>
                <a:lnTo>
                  <a:pt x="4699" y="1306"/>
                </a:lnTo>
                <a:lnTo>
                  <a:pt x="4700" y="1306"/>
                </a:lnTo>
                <a:lnTo>
                  <a:pt x="4701" y="1306"/>
                </a:lnTo>
                <a:lnTo>
                  <a:pt x="4701" y="1307"/>
                </a:lnTo>
                <a:lnTo>
                  <a:pt x="4702" y="1307"/>
                </a:lnTo>
                <a:lnTo>
                  <a:pt x="4702" y="1308"/>
                </a:lnTo>
                <a:lnTo>
                  <a:pt x="4702" y="1309"/>
                </a:lnTo>
                <a:lnTo>
                  <a:pt x="4702" y="1310"/>
                </a:lnTo>
                <a:lnTo>
                  <a:pt x="4701" y="1310"/>
                </a:lnTo>
                <a:lnTo>
                  <a:pt x="4700" y="1310"/>
                </a:lnTo>
                <a:lnTo>
                  <a:pt x="4698" y="1310"/>
                </a:lnTo>
                <a:lnTo>
                  <a:pt x="4697" y="1310"/>
                </a:lnTo>
                <a:lnTo>
                  <a:pt x="4696" y="1310"/>
                </a:lnTo>
                <a:lnTo>
                  <a:pt x="4695" y="1310"/>
                </a:lnTo>
                <a:lnTo>
                  <a:pt x="4694" y="1311"/>
                </a:lnTo>
                <a:lnTo>
                  <a:pt x="4694" y="1310"/>
                </a:lnTo>
                <a:lnTo>
                  <a:pt x="4693" y="1310"/>
                </a:lnTo>
                <a:lnTo>
                  <a:pt x="4693" y="1309"/>
                </a:lnTo>
                <a:lnTo>
                  <a:pt x="4692" y="1309"/>
                </a:lnTo>
                <a:lnTo>
                  <a:pt x="4691" y="1309"/>
                </a:lnTo>
                <a:lnTo>
                  <a:pt x="4690" y="1309"/>
                </a:lnTo>
                <a:lnTo>
                  <a:pt x="4690" y="1311"/>
                </a:lnTo>
                <a:lnTo>
                  <a:pt x="4690" y="1312"/>
                </a:lnTo>
                <a:lnTo>
                  <a:pt x="4690" y="1313"/>
                </a:lnTo>
                <a:lnTo>
                  <a:pt x="4689" y="1313"/>
                </a:lnTo>
                <a:lnTo>
                  <a:pt x="4689" y="1314"/>
                </a:lnTo>
                <a:lnTo>
                  <a:pt x="4688" y="1314"/>
                </a:lnTo>
                <a:lnTo>
                  <a:pt x="4688" y="1315"/>
                </a:lnTo>
                <a:lnTo>
                  <a:pt x="4687" y="1315"/>
                </a:lnTo>
                <a:lnTo>
                  <a:pt x="4686" y="1315"/>
                </a:lnTo>
                <a:lnTo>
                  <a:pt x="4686" y="1314"/>
                </a:lnTo>
                <a:lnTo>
                  <a:pt x="4685" y="1314"/>
                </a:lnTo>
                <a:lnTo>
                  <a:pt x="4684" y="1314"/>
                </a:lnTo>
                <a:lnTo>
                  <a:pt x="4683" y="1314"/>
                </a:lnTo>
                <a:lnTo>
                  <a:pt x="4683" y="1315"/>
                </a:lnTo>
                <a:lnTo>
                  <a:pt x="4682" y="1315"/>
                </a:lnTo>
                <a:lnTo>
                  <a:pt x="4682" y="1316"/>
                </a:lnTo>
                <a:lnTo>
                  <a:pt x="4682" y="1317"/>
                </a:lnTo>
                <a:lnTo>
                  <a:pt x="4681" y="1317"/>
                </a:lnTo>
                <a:lnTo>
                  <a:pt x="4682" y="1317"/>
                </a:lnTo>
                <a:lnTo>
                  <a:pt x="4681" y="1317"/>
                </a:lnTo>
                <a:lnTo>
                  <a:pt x="4682" y="1317"/>
                </a:lnTo>
                <a:lnTo>
                  <a:pt x="4681" y="1317"/>
                </a:lnTo>
                <a:lnTo>
                  <a:pt x="4682" y="1317"/>
                </a:lnTo>
                <a:lnTo>
                  <a:pt x="4682" y="1318"/>
                </a:lnTo>
                <a:lnTo>
                  <a:pt x="4681" y="1318"/>
                </a:lnTo>
                <a:lnTo>
                  <a:pt x="4682" y="1318"/>
                </a:lnTo>
                <a:lnTo>
                  <a:pt x="4681" y="1318"/>
                </a:lnTo>
                <a:lnTo>
                  <a:pt x="4681" y="1319"/>
                </a:lnTo>
                <a:lnTo>
                  <a:pt x="4681" y="1320"/>
                </a:lnTo>
                <a:lnTo>
                  <a:pt x="4680" y="1320"/>
                </a:lnTo>
                <a:lnTo>
                  <a:pt x="4679" y="1320"/>
                </a:lnTo>
                <a:lnTo>
                  <a:pt x="4679" y="1319"/>
                </a:lnTo>
                <a:lnTo>
                  <a:pt x="4678" y="1319"/>
                </a:lnTo>
                <a:lnTo>
                  <a:pt x="4678" y="1320"/>
                </a:lnTo>
                <a:lnTo>
                  <a:pt x="4678" y="1321"/>
                </a:lnTo>
                <a:lnTo>
                  <a:pt x="4678" y="1322"/>
                </a:lnTo>
                <a:lnTo>
                  <a:pt x="4678" y="1323"/>
                </a:lnTo>
                <a:lnTo>
                  <a:pt x="4678" y="1324"/>
                </a:lnTo>
                <a:lnTo>
                  <a:pt x="4677" y="1324"/>
                </a:lnTo>
                <a:lnTo>
                  <a:pt x="4676" y="1324"/>
                </a:lnTo>
                <a:lnTo>
                  <a:pt x="4675" y="1324"/>
                </a:lnTo>
                <a:lnTo>
                  <a:pt x="4675" y="1323"/>
                </a:lnTo>
                <a:lnTo>
                  <a:pt x="4674" y="1323"/>
                </a:lnTo>
                <a:lnTo>
                  <a:pt x="4674" y="1322"/>
                </a:lnTo>
                <a:lnTo>
                  <a:pt x="4674" y="1321"/>
                </a:lnTo>
                <a:lnTo>
                  <a:pt x="4673" y="1321"/>
                </a:lnTo>
                <a:lnTo>
                  <a:pt x="4672" y="1322"/>
                </a:lnTo>
                <a:lnTo>
                  <a:pt x="4671" y="1322"/>
                </a:lnTo>
                <a:lnTo>
                  <a:pt x="4670" y="1323"/>
                </a:lnTo>
                <a:lnTo>
                  <a:pt x="4669" y="1323"/>
                </a:lnTo>
                <a:lnTo>
                  <a:pt x="4669" y="1322"/>
                </a:lnTo>
                <a:lnTo>
                  <a:pt x="4668" y="1322"/>
                </a:lnTo>
                <a:lnTo>
                  <a:pt x="4667" y="1322"/>
                </a:lnTo>
                <a:lnTo>
                  <a:pt x="4667" y="1321"/>
                </a:lnTo>
                <a:lnTo>
                  <a:pt x="4666" y="1321"/>
                </a:lnTo>
                <a:lnTo>
                  <a:pt x="4665" y="1321"/>
                </a:lnTo>
                <a:lnTo>
                  <a:pt x="4665" y="1322"/>
                </a:lnTo>
                <a:lnTo>
                  <a:pt x="4666" y="1322"/>
                </a:lnTo>
                <a:lnTo>
                  <a:pt x="4665" y="1322"/>
                </a:lnTo>
                <a:lnTo>
                  <a:pt x="4665" y="1324"/>
                </a:lnTo>
                <a:lnTo>
                  <a:pt x="4664" y="1324"/>
                </a:lnTo>
                <a:lnTo>
                  <a:pt x="4664" y="1325"/>
                </a:lnTo>
                <a:lnTo>
                  <a:pt x="4663" y="1325"/>
                </a:lnTo>
                <a:lnTo>
                  <a:pt x="4663" y="1326"/>
                </a:lnTo>
                <a:lnTo>
                  <a:pt x="4663" y="1325"/>
                </a:lnTo>
                <a:lnTo>
                  <a:pt x="4664" y="1326"/>
                </a:lnTo>
                <a:lnTo>
                  <a:pt x="4663" y="1327"/>
                </a:lnTo>
                <a:lnTo>
                  <a:pt x="4663" y="1326"/>
                </a:lnTo>
                <a:lnTo>
                  <a:pt x="4662" y="1326"/>
                </a:lnTo>
                <a:lnTo>
                  <a:pt x="4661" y="1326"/>
                </a:lnTo>
                <a:lnTo>
                  <a:pt x="4660" y="1326"/>
                </a:lnTo>
                <a:lnTo>
                  <a:pt x="4659" y="1326"/>
                </a:lnTo>
                <a:lnTo>
                  <a:pt x="4658" y="1326"/>
                </a:lnTo>
                <a:lnTo>
                  <a:pt x="4658" y="1327"/>
                </a:lnTo>
                <a:lnTo>
                  <a:pt x="4657" y="1327"/>
                </a:lnTo>
                <a:lnTo>
                  <a:pt x="4656" y="1327"/>
                </a:lnTo>
                <a:lnTo>
                  <a:pt x="4655" y="1327"/>
                </a:lnTo>
                <a:lnTo>
                  <a:pt x="4654" y="1328"/>
                </a:lnTo>
                <a:lnTo>
                  <a:pt x="4653" y="1328"/>
                </a:lnTo>
                <a:lnTo>
                  <a:pt x="4653" y="1329"/>
                </a:lnTo>
                <a:lnTo>
                  <a:pt x="4652" y="1329"/>
                </a:lnTo>
                <a:lnTo>
                  <a:pt x="4652" y="1330"/>
                </a:lnTo>
                <a:lnTo>
                  <a:pt x="4651" y="1330"/>
                </a:lnTo>
                <a:lnTo>
                  <a:pt x="4650" y="1330"/>
                </a:lnTo>
                <a:lnTo>
                  <a:pt x="4650" y="1331"/>
                </a:lnTo>
                <a:lnTo>
                  <a:pt x="4651" y="1331"/>
                </a:lnTo>
                <a:lnTo>
                  <a:pt x="4652" y="1331"/>
                </a:lnTo>
                <a:lnTo>
                  <a:pt x="4651" y="1331"/>
                </a:lnTo>
                <a:lnTo>
                  <a:pt x="4650" y="1331"/>
                </a:lnTo>
                <a:lnTo>
                  <a:pt x="4649" y="1331"/>
                </a:lnTo>
                <a:lnTo>
                  <a:pt x="4648" y="1331"/>
                </a:lnTo>
                <a:lnTo>
                  <a:pt x="4647" y="1332"/>
                </a:lnTo>
                <a:lnTo>
                  <a:pt x="4646" y="1332"/>
                </a:lnTo>
                <a:lnTo>
                  <a:pt x="4646" y="1333"/>
                </a:lnTo>
                <a:lnTo>
                  <a:pt x="4647" y="1333"/>
                </a:lnTo>
                <a:lnTo>
                  <a:pt x="4648" y="1333"/>
                </a:lnTo>
                <a:lnTo>
                  <a:pt x="4648" y="1334"/>
                </a:lnTo>
                <a:lnTo>
                  <a:pt x="4647" y="1333"/>
                </a:lnTo>
                <a:lnTo>
                  <a:pt x="4646" y="1333"/>
                </a:lnTo>
                <a:lnTo>
                  <a:pt x="4645" y="1333"/>
                </a:lnTo>
                <a:lnTo>
                  <a:pt x="4644" y="1333"/>
                </a:lnTo>
                <a:lnTo>
                  <a:pt x="4643" y="1333"/>
                </a:lnTo>
                <a:lnTo>
                  <a:pt x="4642" y="1334"/>
                </a:lnTo>
                <a:lnTo>
                  <a:pt x="4641" y="1334"/>
                </a:lnTo>
                <a:lnTo>
                  <a:pt x="4642" y="1334"/>
                </a:lnTo>
                <a:lnTo>
                  <a:pt x="4641" y="1334"/>
                </a:lnTo>
                <a:lnTo>
                  <a:pt x="4641" y="1335"/>
                </a:lnTo>
                <a:lnTo>
                  <a:pt x="4641" y="1336"/>
                </a:lnTo>
                <a:lnTo>
                  <a:pt x="4642" y="1336"/>
                </a:lnTo>
                <a:lnTo>
                  <a:pt x="4643" y="1337"/>
                </a:lnTo>
                <a:lnTo>
                  <a:pt x="4644" y="1337"/>
                </a:lnTo>
                <a:lnTo>
                  <a:pt x="4645" y="1337"/>
                </a:lnTo>
                <a:lnTo>
                  <a:pt x="4646" y="1337"/>
                </a:lnTo>
                <a:lnTo>
                  <a:pt x="4646" y="1338"/>
                </a:lnTo>
                <a:lnTo>
                  <a:pt x="4647" y="1338"/>
                </a:lnTo>
                <a:lnTo>
                  <a:pt x="4647" y="1339"/>
                </a:lnTo>
                <a:lnTo>
                  <a:pt x="4646" y="1339"/>
                </a:lnTo>
                <a:lnTo>
                  <a:pt x="4645" y="1339"/>
                </a:lnTo>
                <a:lnTo>
                  <a:pt x="4645" y="1340"/>
                </a:lnTo>
                <a:lnTo>
                  <a:pt x="4644" y="1341"/>
                </a:lnTo>
                <a:lnTo>
                  <a:pt x="4643" y="1341"/>
                </a:lnTo>
                <a:lnTo>
                  <a:pt x="4642" y="1341"/>
                </a:lnTo>
                <a:lnTo>
                  <a:pt x="4641" y="1341"/>
                </a:lnTo>
                <a:lnTo>
                  <a:pt x="4640" y="1341"/>
                </a:lnTo>
                <a:lnTo>
                  <a:pt x="4640" y="1340"/>
                </a:lnTo>
                <a:lnTo>
                  <a:pt x="4639" y="1340"/>
                </a:lnTo>
                <a:lnTo>
                  <a:pt x="4638" y="1340"/>
                </a:lnTo>
                <a:lnTo>
                  <a:pt x="4637" y="1340"/>
                </a:lnTo>
                <a:lnTo>
                  <a:pt x="4637" y="1341"/>
                </a:lnTo>
                <a:lnTo>
                  <a:pt x="4637" y="1340"/>
                </a:lnTo>
                <a:lnTo>
                  <a:pt x="4637" y="1341"/>
                </a:lnTo>
                <a:lnTo>
                  <a:pt x="4636" y="1341"/>
                </a:lnTo>
                <a:lnTo>
                  <a:pt x="4635" y="1341"/>
                </a:lnTo>
                <a:lnTo>
                  <a:pt x="4634" y="1341"/>
                </a:lnTo>
                <a:lnTo>
                  <a:pt x="4633" y="1341"/>
                </a:lnTo>
                <a:lnTo>
                  <a:pt x="4632" y="1341"/>
                </a:lnTo>
                <a:lnTo>
                  <a:pt x="4632" y="1340"/>
                </a:lnTo>
                <a:lnTo>
                  <a:pt x="4632" y="1339"/>
                </a:lnTo>
                <a:lnTo>
                  <a:pt x="4631" y="1339"/>
                </a:lnTo>
                <a:lnTo>
                  <a:pt x="4630" y="1339"/>
                </a:lnTo>
                <a:lnTo>
                  <a:pt x="4630" y="1340"/>
                </a:lnTo>
                <a:lnTo>
                  <a:pt x="4630" y="1341"/>
                </a:lnTo>
                <a:lnTo>
                  <a:pt x="4629" y="1341"/>
                </a:lnTo>
                <a:lnTo>
                  <a:pt x="4629" y="1342"/>
                </a:lnTo>
                <a:lnTo>
                  <a:pt x="4628" y="1342"/>
                </a:lnTo>
                <a:lnTo>
                  <a:pt x="4628" y="1343"/>
                </a:lnTo>
                <a:lnTo>
                  <a:pt x="4628" y="1344"/>
                </a:lnTo>
                <a:lnTo>
                  <a:pt x="4627" y="1344"/>
                </a:lnTo>
                <a:lnTo>
                  <a:pt x="4627" y="1345"/>
                </a:lnTo>
                <a:lnTo>
                  <a:pt x="4626" y="1345"/>
                </a:lnTo>
                <a:lnTo>
                  <a:pt x="4625" y="1346"/>
                </a:lnTo>
                <a:lnTo>
                  <a:pt x="4624" y="1346"/>
                </a:lnTo>
                <a:lnTo>
                  <a:pt x="4624" y="1347"/>
                </a:lnTo>
                <a:lnTo>
                  <a:pt x="4623" y="1347"/>
                </a:lnTo>
                <a:lnTo>
                  <a:pt x="4622" y="1347"/>
                </a:lnTo>
                <a:lnTo>
                  <a:pt x="4622" y="1348"/>
                </a:lnTo>
                <a:lnTo>
                  <a:pt x="4621" y="1348"/>
                </a:lnTo>
                <a:lnTo>
                  <a:pt x="4620" y="1348"/>
                </a:lnTo>
                <a:lnTo>
                  <a:pt x="4619" y="1348"/>
                </a:lnTo>
                <a:lnTo>
                  <a:pt x="4619" y="1349"/>
                </a:lnTo>
                <a:lnTo>
                  <a:pt x="4618" y="1349"/>
                </a:lnTo>
                <a:lnTo>
                  <a:pt x="4618" y="1350"/>
                </a:lnTo>
                <a:lnTo>
                  <a:pt x="4617" y="1350"/>
                </a:lnTo>
                <a:lnTo>
                  <a:pt x="4617" y="1351"/>
                </a:lnTo>
                <a:lnTo>
                  <a:pt x="4616" y="1351"/>
                </a:lnTo>
                <a:lnTo>
                  <a:pt x="4616" y="1352"/>
                </a:lnTo>
                <a:lnTo>
                  <a:pt x="4617" y="1352"/>
                </a:lnTo>
                <a:lnTo>
                  <a:pt x="4616" y="1352"/>
                </a:lnTo>
                <a:lnTo>
                  <a:pt x="4616" y="1353"/>
                </a:lnTo>
                <a:lnTo>
                  <a:pt x="4616" y="1354"/>
                </a:lnTo>
                <a:lnTo>
                  <a:pt x="4616" y="1355"/>
                </a:lnTo>
                <a:lnTo>
                  <a:pt x="4615" y="1355"/>
                </a:lnTo>
                <a:lnTo>
                  <a:pt x="4614" y="1355"/>
                </a:lnTo>
                <a:lnTo>
                  <a:pt x="4615" y="1355"/>
                </a:lnTo>
                <a:lnTo>
                  <a:pt x="4614" y="1355"/>
                </a:lnTo>
                <a:lnTo>
                  <a:pt x="4614" y="1356"/>
                </a:lnTo>
                <a:lnTo>
                  <a:pt x="4613" y="1356"/>
                </a:lnTo>
                <a:lnTo>
                  <a:pt x="4612" y="1356"/>
                </a:lnTo>
                <a:lnTo>
                  <a:pt x="4612" y="1357"/>
                </a:lnTo>
                <a:lnTo>
                  <a:pt x="4611" y="1357"/>
                </a:lnTo>
                <a:lnTo>
                  <a:pt x="4610" y="1357"/>
                </a:lnTo>
                <a:lnTo>
                  <a:pt x="4609" y="1357"/>
                </a:lnTo>
                <a:lnTo>
                  <a:pt x="4609" y="1358"/>
                </a:lnTo>
                <a:lnTo>
                  <a:pt x="4608" y="1358"/>
                </a:lnTo>
                <a:lnTo>
                  <a:pt x="4607" y="1358"/>
                </a:lnTo>
                <a:lnTo>
                  <a:pt x="4606" y="1358"/>
                </a:lnTo>
                <a:lnTo>
                  <a:pt x="4605" y="1359"/>
                </a:lnTo>
                <a:lnTo>
                  <a:pt x="4604" y="1359"/>
                </a:lnTo>
                <a:lnTo>
                  <a:pt x="4604" y="1360"/>
                </a:lnTo>
                <a:lnTo>
                  <a:pt x="4604" y="1359"/>
                </a:lnTo>
                <a:lnTo>
                  <a:pt x="4604" y="1360"/>
                </a:lnTo>
                <a:lnTo>
                  <a:pt x="4603" y="1360"/>
                </a:lnTo>
                <a:lnTo>
                  <a:pt x="4603" y="1361"/>
                </a:lnTo>
                <a:lnTo>
                  <a:pt x="4603" y="1362"/>
                </a:lnTo>
                <a:lnTo>
                  <a:pt x="4603" y="1363"/>
                </a:lnTo>
                <a:lnTo>
                  <a:pt x="4603" y="1364"/>
                </a:lnTo>
                <a:lnTo>
                  <a:pt x="4602" y="1364"/>
                </a:lnTo>
                <a:lnTo>
                  <a:pt x="4601" y="1364"/>
                </a:lnTo>
                <a:lnTo>
                  <a:pt x="4601" y="1365"/>
                </a:lnTo>
                <a:lnTo>
                  <a:pt x="4600" y="1365"/>
                </a:lnTo>
                <a:lnTo>
                  <a:pt x="4599" y="1365"/>
                </a:lnTo>
                <a:lnTo>
                  <a:pt x="4599" y="1366"/>
                </a:lnTo>
                <a:lnTo>
                  <a:pt x="4598" y="1366"/>
                </a:lnTo>
                <a:lnTo>
                  <a:pt x="4597" y="1366"/>
                </a:lnTo>
                <a:lnTo>
                  <a:pt x="4596" y="1366"/>
                </a:lnTo>
                <a:lnTo>
                  <a:pt x="4596" y="1367"/>
                </a:lnTo>
                <a:lnTo>
                  <a:pt x="4597" y="1367"/>
                </a:lnTo>
                <a:lnTo>
                  <a:pt x="4597" y="1369"/>
                </a:lnTo>
                <a:lnTo>
                  <a:pt x="4597" y="1370"/>
                </a:lnTo>
                <a:lnTo>
                  <a:pt x="4597" y="1371"/>
                </a:lnTo>
                <a:lnTo>
                  <a:pt x="4595" y="1371"/>
                </a:lnTo>
                <a:lnTo>
                  <a:pt x="4594" y="1371"/>
                </a:lnTo>
                <a:lnTo>
                  <a:pt x="4595" y="1371"/>
                </a:lnTo>
                <a:lnTo>
                  <a:pt x="4595" y="1370"/>
                </a:lnTo>
                <a:lnTo>
                  <a:pt x="4595" y="1371"/>
                </a:lnTo>
                <a:lnTo>
                  <a:pt x="4595" y="1370"/>
                </a:lnTo>
                <a:lnTo>
                  <a:pt x="4595" y="1371"/>
                </a:lnTo>
                <a:lnTo>
                  <a:pt x="4597" y="1371"/>
                </a:lnTo>
                <a:lnTo>
                  <a:pt x="4597" y="1370"/>
                </a:lnTo>
                <a:lnTo>
                  <a:pt x="4597" y="1369"/>
                </a:lnTo>
                <a:lnTo>
                  <a:pt x="4597" y="1367"/>
                </a:lnTo>
                <a:lnTo>
                  <a:pt x="4596" y="1367"/>
                </a:lnTo>
                <a:lnTo>
                  <a:pt x="4596" y="1366"/>
                </a:lnTo>
                <a:lnTo>
                  <a:pt x="4596" y="1367"/>
                </a:lnTo>
                <a:lnTo>
                  <a:pt x="4595" y="1368"/>
                </a:lnTo>
                <a:lnTo>
                  <a:pt x="4594" y="1368"/>
                </a:lnTo>
                <a:lnTo>
                  <a:pt x="4594" y="1369"/>
                </a:lnTo>
                <a:lnTo>
                  <a:pt x="4594" y="1368"/>
                </a:lnTo>
                <a:lnTo>
                  <a:pt x="4594" y="1369"/>
                </a:lnTo>
                <a:lnTo>
                  <a:pt x="4594" y="1370"/>
                </a:lnTo>
                <a:lnTo>
                  <a:pt x="4593" y="1370"/>
                </a:lnTo>
                <a:lnTo>
                  <a:pt x="4592" y="1370"/>
                </a:lnTo>
                <a:lnTo>
                  <a:pt x="4591" y="1370"/>
                </a:lnTo>
                <a:lnTo>
                  <a:pt x="4591" y="1371"/>
                </a:lnTo>
                <a:lnTo>
                  <a:pt x="4591" y="1372"/>
                </a:lnTo>
                <a:lnTo>
                  <a:pt x="4590" y="1372"/>
                </a:lnTo>
                <a:lnTo>
                  <a:pt x="4590" y="1373"/>
                </a:lnTo>
                <a:lnTo>
                  <a:pt x="4589" y="1373"/>
                </a:lnTo>
                <a:lnTo>
                  <a:pt x="4588" y="1373"/>
                </a:lnTo>
                <a:lnTo>
                  <a:pt x="4588" y="1374"/>
                </a:lnTo>
                <a:lnTo>
                  <a:pt x="4587" y="1374"/>
                </a:lnTo>
                <a:lnTo>
                  <a:pt x="4586" y="1374"/>
                </a:lnTo>
                <a:lnTo>
                  <a:pt x="4586" y="1375"/>
                </a:lnTo>
                <a:lnTo>
                  <a:pt x="4587" y="1375"/>
                </a:lnTo>
                <a:lnTo>
                  <a:pt x="4588" y="1375"/>
                </a:lnTo>
                <a:lnTo>
                  <a:pt x="4589" y="1375"/>
                </a:lnTo>
                <a:lnTo>
                  <a:pt x="4589" y="1374"/>
                </a:lnTo>
                <a:lnTo>
                  <a:pt x="4590" y="1374"/>
                </a:lnTo>
                <a:lnTo>
                  <a:pt x="4591" y="1374"/>
                </a:lnTo>
                <a:lnTo>
                  <a:pt x="4592" y="1374"/>
                </a:lnTo>
                <a:lnTo>
                  <a:pt x="4592" y="1373"/>
                </a:lnTo>
                <a:lnTo>
                  <a:pt x="4592" y="1372"/>
                </a:lnTo>
                <a:lnTo>
                  <a:pt x="4593" y="1372"/>
                </a:lnTo>
                <a:lnTo>
                  <a:pt x="4593" y="1371"/>
                </a:lnTo>
                <a:lnTo>
                  <a:pt x="4592" y="1371"/>
                </a:lnTo>
                <a:lnTo>
                  <a:pt x="4593" y="1371"/>
                </a:lnTo>
                <a:lnTo>
                  <a:pt x="4592" y="1371"/>
                </a:lnTo>
                <a:lnTo>
                  <a:pt x="4593" y="1371"/>
                </a:lnTo>
                <a:lnTo>
                  <a:pt x="4593" y="1372"/>
                </a:lnTo>
                <a:lnTo>
                  <a:pt x="4592" y="1373"/>
                </a:lnTo>
                <a:lnTo>
                  <a:pt x="4592" y="1374"/>
                </a:lnTo>
                <a:lnTo>
                  <a:pt x="4591" y="1374"/>
                </a:lnTo>
                <a:lnTo>
                  <a:pt x="4591" y="1375"/>
                </a:lnTo>
                <a:lnTo>
                  <a:pt x="4590" y="1375"/>
                </a:lnTo>
                <a:lnTo>
                  <a:pt x="4589" y="1375"/>
                </a:lnTo>
                <a:lnTo>
                  <a:pt x="4589" y="1376"/>
                </a:lnTo>
                <a:lnTo>
                  <a:pt x="4588" y="1376"/>
                </a:lnTo>
                <a:lnTo>
                  <a:pt x="4586" y="1376"/>
                </a:lnTo>
                <a:lnTo>
                  <a:pt x="4585" y="1376"/>
                </a:lnTo>
                <a:lnTo>
                  <a:pt x="4585" y="1377"/>
                </a:lnTo>
                <a:lnTo>
                  <a:pt x="4584" y="1378"/>
                </a:lnTo>
                <a:lnTo>
                  <a:pt x="4583" y="1378"/>
                </a:lnTo>
                <a:lnTo>
                  <a:pt x="4583" y="1379"/>
                </a:lnTo>
                <a:lnTo>
                  <a:pt x="4583" y="1380"/>
                </a:lnTo>
                <a:lnTo>
                  <a:pt x="4584" y="1380"/>
                </a:lnTo>
                <a:lnTo>
                  <a:pt x="4584" y="1381"/>
                </a:lnTo>
                <a:lnTo>
                  <a:pt x="4584" y="1382"/>
                </a:lnTo>
                <a:lnTo>
                  <a:pt x="4584" y="1383"/>
                </a:lnTo>
                <a:lnTo>
                  <a:pt x="4584" y="1384"/>
                </a:lnTo>
                <a:lnTo>
                  <a:pt x="4584" y="1386"/>
                </a:lnTo>
                <a:lnTo>
                  <a:pt x="4584" y="1387"/>
                </a:lnTo>
                <a:lnTo>
                  <a:pt x="4583" y="1387"/>
                </a:lnTo>
                <a:lnTo>
                  <a:pt x="4583" y="1388"/>
                </a:lnTo>
                <a:lnTo>
                  <a:pt x="4583" y="1389"/>
                </a:lnTo>
                <a:lnTo>
                  <a:pt x="4583" y="1391"/>
                </a:lnTo>
                <a:lnTo>
                  <a:pt x="4583" y="1392"/>
                </a:lnTo>
                <a:lnTo>
                  <a:pt x="4583" y="1393"/>
                </a:lnTo>
                <a:lnTo>
                  <a:pt x="4583" y="1392"/>
                </a:lnTo>
                <a:lnTo>
                  <a:pt x="4582" y="1392"/>
                </a:lnTo>
                <a:lnTo>
                  <a:pt x="4582" y="1393"/>
                </a:lnTo>
                <a:lnTo>
                  <a:pt x="4581" y="1393"/>
                </a:lnTo>
                <a:lnTo>
                  <a:pt x="4581" y="1394"/>
                </a:lnTo>
                <a:lnTo>
                  <a:pt x="4580" y="1394"/>
                </a:lnTo>
                <a:lnTo>
                  <a:pt x="4581" y="1394"/>
                </a:lnTo>
                <a:lnTo>
                  <a:pt x="4582" y="1394"/>
                </a:lnTo>
                <a:lnTo>
                  <a:pt x="4582" y="1393"/>
                </a:lnTo>
                <a:lnTo>
                  <a:pt x="4582" y="1394"/>
                </a:lnTo>
                <a:lnTo>
                  <a:pt x="4581" y="1394"/>
                </a:lnTo>
                <a:lnTo>
                  <a:pt x="4580" y="1394"/>
                </a:lnTo>
                <a:lnTo>
                  <a:pt x="4580" y="1395"/>
                </a:lnTo>
                <a:lnTo>
                  <a:pt x="4579" y="1395"/>
                </a:lnTo>
                <a:lnTo>
                  <a:pt x="4579" y="1396"/>
                </a:lnTo>
                <a:lnTo>
                  <a:pt x="4578" y="1396"/>
                </a:lnTo>
                <a:lnTo>
                  <a:pt x="4578" y="1397"/>
                </a:lnTo>
                <a:lnTo>
                  <a:pt x="4579" y="1398"/>
                </a:lnTo>
                <a:lnTo>
                  <a:pt x="4579" y="1399"/>
                </a:lnTo>
                <a:lnTo>
                  <a:pt x="4580" y="1399"/>
                </a:lnTo>
                <a:lnTo>
                  <a:pt x="4581" y="1399"/>
                </a:lnTo>
                <a:lnTo>
                  <a:pt x="4581" y="1400"/>
                </a:lnTo>
                <a:lnTo>
                  <a:pt x="4581" y="1401"/>
                </a:lnTo>
                <a:lnTo>
                  <a:pt x="4582" y="1401"/>
                </a:lnTo>
                <a:lnTo>
                  <a:pt x="4582" y="1402"/>
                </a:lnTo>
                <a:lnTo>
                  <a:pt x="4582" y="1403"/>
                </a:lnTo>
                <a:lnTo>
                  <a:pt x="4583" y="1404"/>
                </a:lnTo>
                <a:lnTo>
                  <a:pt x="4584" y="1404"/>
                </a:lnTo>
                <a:lnTo>
                  <a:pt x="4584" y="1403"/>
                </a:lnTo>
                <a:lnTo>
                  <a:pt x="4583" y="1403"/>
                </a:lnTo>
                <a:lnTo>
                  <a:pt x="4583" y="1402"/>
                </a:lnTo>
                <a:lnTo>
                  <a:pt x="4583" y="1401"/>
                </a:lnTo>
                <a:lnTo>
                  <a:pt x="4583" y="1400"/>
                </a:lnTo>
                <a:lnTo>
                  <a:pt x="4582" y="1400"/>
                </a:lnTo>
                <a:lnTo>
                  <a:pt x="4582" y="1399"/>
                </a:lnTo>
                <a:lnTo>
                  <a:pt x="4581" y="1399"/>
                </a:lnTo>
                <a:lnTo>
                  <a:pt x="4581" y="1398"/>
                </a:lnTo>
                <a:lnTo>
                  <a:pt x="4581" y="1399"/>
                </a:lnTo>
                <a:lnTo>
                  <a:pt x="4582" y="1399"/>
                </a:lnTo>
                <a:lnTo>
                  <a:pt x="4582" y="1400"/>
                </a:lnTo>
                <a:lnTo>
                  <a:pt x="4583" y="1400"/>
                </a:lnTo>
                <a:lnTo>
                  <a:pt x="4583" y="1401"/>
                </a:lnTo>
                <a:lnTo>
                  <a:pt x="4583" y="1402"/>
                </a:lnTo>
                <a:lnTo>
                  <a:pt x="4583" y="1403"/>
                </a:lnTo>
                <a:lnTo>
                  <a:pt x="4584" y="1404"/>
                </a:lnTo>
                <a:lnTo>
                  <a:pt x="4584" y="1403"/>
                </a:lnTo>
                <a:lnTo>
                  <a:pt x="4584" y="1404"/>
                </a:lnTo>
                <a:lnTo>
                  <a:pt x="4585" y="1404"/>
                </a:lnTo>
                <a:lnTo>
                  <a:pt x="4585" y="1403"/>
                </a:lnTo>
                <a:lnTo>
                  <a:pt x="4585" y="1402"/>
                </a:lnTo>
                <a:lnTo>
                  <a:pt x="4585" y="1401"/>
                </a:lnTo>
                <a:lnTo>
                  <a:pt x="4585" y="1400"/>
                </a:lnTo>
                <a:lnTo>
                  <a:pt x="4584" y="1400"/>
                </a:lnTo>
                <a:lnTo>
                  <a:pt x="4585" y="1400"/>
                </a:lnTo>
                <a:lnTo>
                  <a:pt x="4585" y="1401"/>
                </a:lnTo>
                <a:lnTo>
                  <a:pt x="4585" y="1402"/>
                </a:lnTo>
                <a:lnTo>
                  <a:pt x="4585" y="1403"/>
                </a:lnTo>
                <a:lnTo>
                  <a:pt x="4586" y="1403"/>
                </a:lnTo>
                <a:lnTo>
                  <a:pt x="4586" y="1404"/>
                </a:lnTo>
                <a:lnTo>
                  <a:pt x="4587" y="1404"/>
                </a:lnTo>
                <a:lnTo>
                  <a:pt x="4587" y="1405"/>
                </a:lnTo>
                <a:lnTo>
                  <a:pt x="4588" y="1405"/>
                </a:lnTo>
                <a:lnTo>
                  <a:pt x="4588" y="1406"/>
                </a:lnTo>
                <a:lnTo>
                  <a:pt x="4587" y="1406"/>
                </a:lnTo>
                <a:lnTo>
                  <a:pt x="4587" y="1407"/>
                </a:lnTo>
                <a:lnTo>
                  <a:pt x="4585" y="1407"/>
                </a:lnTo>
                <a:lnTo>
                  <a:pt x="4584" y="1407"/>
                </a:lnTo>
                <a:lnTo>
                  <a:pt x="4583" y="1407"/>
                </a:lnTo>
                <a:lnTo>
                  <a:pt x="4582" y="1407"/>
                </a:lnTo>
                <a:lnTo>
                  <a:pt x="4581" y="1407"/>
                </a:lnTo>
                <a:lnTo>
                  <a:pt x="4580" y="1407"/>
                </a:lnTo>
                <a:lnTo>
                  <a:pt x="4579" y="1406"/>
                </a:lnTo>
                <a:lnTo>
                  <a:pt x="4578" y="1406"/>
                </a:lnTo>
                <a:lnTo>
                  <a:pt x="4577" y="1406"/>
                </a:lnTo>
                <a:lnTo>
                  <a:pt x="4575" y="1406"/>
                </a:lnTo>
                <a:lnTo>
                  <a:pt x="4574" y="1406"/>
                </a:lnTo>
                <a:lnTo>
                  <a:pt x="4574" y="1405"/>
                </a:lnTo>
                <a:lnTo>
                  <a:pt x="4575" y="1405"/>
                </a:lnTo>
                <a:lnTo>
                  <a:pt x="4575" y="1404"/>
                </a:lnTo>
                <a:lnTo>
                  <a:pt x="4574" y="1404"/>
                </a:lnTo>
                <a:lnTo>
                  <a:pt x="4574" y="1403"/>
                </a:lnTo>
                <a:lnTo>
                  <a:pt x="4574" y="1402"/>
                </a:lnTo>
                <a:lnTo>
                  <a:pt x="4574" y="1401"/>
                </a:lnTo>
                <a:lnTo>
                  <a:pt x="4574" y="1400"/>
                </a:lnTo>
                <a:lnTo>
                  <a:pt x="4575" y="1400"/>
                </a:lnTo>
                <a:lnTo>
                  <a:pt x="4575" y="1399"/>
                </a:lnTo>
                <a:lnTo>
                  <a:pt x="4575" y="1398"/>
                </a:lnTo>
                <a:lnTo>
                  <a:pt x="4575" y="1397"/>
                </a:lnTo>
                <a:lnTo>
                  <a:pt x="4575" y="1396"/>
                </a:lnTo>
                <a:lnTo>
                  <a:pt x="4576" y="1396"/>
                </a:lnTo>
                <a:lnTo>
                  <a:pt x="4576" y="1395"/>
                </a:lnTo>
                <a:lnTo>
                  <a:pt x="4575" y="1395"/>
                </a:lnTo>
                <a:lnTo>
                  <a:pt x="4574" y="1394"/>
                </a:lnTo>
                <a:lnTo>
                  <a:pt x="4574" y="1395"/>
                </a:lnTo>
                <a:lnTo>
                  <a:pt x="4573" y="1395"/>
                </a:lnTo>
                <a:lnTo>
                  <a:pt x="4572" y="1395"/>
                </a:lnTo>
                <a:lnTo>
                  <a:pt x="4571" y="1395"/>
                </a:lnTo>
                <a:lnTo>
                  <a:pt x="4571" y="1396"/>
                </a:lnTo>
                <a:lnTo>
                  <a:pt x="4570" y="1396"/>
                </a:lnTo>
                <a:lnTo>
                  <a:pt x="4570" y="1397"/>
                </a:lnTo>
                <a:lnTo>
                  <a:pt x="4570" y="1398"/>
                </a:lnTo>
                <a:lnTo>
                  <a:pt x="4570" y="1399"/>
                </a:lnTo>
                <a:lnTo>
                  <a:pt x="4570" y="1401"/>
                </a:lnTo>
                <a:lnTo>
                  <a:pt x="4570" y="1402"/>
                </a:lnTo>
                <a:lnTo>
                  <a:pt x="4570" y="1403"/>
                </a:lnTo>
                <a:lnTo>
                  <a:pt x="4569" y="1404"/>
                </a:lnTo>
                <a:lnTo>
                  <a:pt x="4568" y="1404"/>
                </a:lnTo>
                <a:lnTo>
                  <a:pt x="4568" y="1405"/>
                </a:lnTo>
                <a:lnTo>
                  <a:pt x="4567" y="1405"/>
                </a:lnTo>
                <a:lnTo>
                  <a:pt x="4565" y="1405"/>
                </a:lnTo>
                <a:lnTo>
                  <a:pt x="4564" y="1406"/>
                </a:lnTo>
                <a:lnTo>
                  <a:pt x="4563" y="1405"/>
                </a:lnTo>
                <a:lnTo>
                  <a:pt x="4563" y="1404"/>
                </a:lnTo>
                <a:lnTo>
                  <a:pt x="4562" y="1404"/>
                </a:lnTo>
                <a:lnTo>
                  <a:pt x="4562" y="1405"/>
                </a:lnTo>
                <a:lnTo>
                  <a:pt x="4561" y="1405"/>
                </a:lnTo>
                <a:lnTo>
                  <a:pt x="4560" y="1405"/>
                </a:lnTo>
                <a:lnTo>
                  <a:pt x="4559" y="1405"/>
                </a:lnTo>
                <a:lnTo>
                  <a:pt x="4558" y="1405"/>
                </a:lnTo>
                <a:lnTo>
                  <a:pt x="4555" y="1406"/>
                </a:lnTo>
                <a:lnTo>
                  <a:pt x="4554" y="1407"/>
                </a:lnTo>
                <a:lnTo>
                  <a:pt x="4553" y="1407"/>
                </a:lnTo>
                <a:lnTo>
                  <a:pt x="4550" y="1408"/>
                </a:lnTo>
                <a:lnTo>
                  <a:pt x="4549" y="1408"/>
                </a:lnTo>
                <a:lnTo>
                  <a:pt x="4547" y="1407"/>
                </a:lnTo>
                <a:lnTo>
                  <a:pt x="4546" y="1406"/>
                </a:lnTo>
                <a:lnTo>
                  <a:pt x="4545" y="1406"/>
                </a:lnTo>
                <a:lnTo>
                  <a:pt x="4544" y="1406"/>
                </a:lnTo>
                <a:lnTo>
                  <a:pt x="4543" y="1406"/>
                </a:lnTo>
                <a:lnTo>
                  <a:pt x="4542" y="1406"/>
                </a:lnTo>
                <a:lnTo>
                  <a:pt x="4541" y="1406"/>
                </a:lnTo>
                <a:lnTo>
                  <a:pt x="4540" y="1405"/>
                </a:lnTo>
                <a:lnTo>
                  <a:pt x="4539" y="1405"/>
                </a:lnTo>
                <a:lnTo>
                  <a:pt x="4539" y="1406"/>
                </a:lnTo>
                <a:lnTo>
                  <a:pt x="4538" y="1406"/>
                </a:lnTo>
                <a:lnTo>
                  <a:pt x="4538" y="1405"/>
                </a:lnTo>
                <a:lnTo>
                  <a:pt x="4537" y="1405"/>
                </a:lnTo>
                <a:lnTo>
                  <a:pt x="4536" y="1405"/>
                </a:lnTo>
                <a:lnTo>
                  <a:pt x="4535" y="1405"/>
                </a:lnTo>
                <a:lnTo>
                  <a:pt x="4536" y="1405"/>
                </a:lnTo>
                <a:lnTo>
                  <a:pt x="4536" y="1404"/>
                </a:lnTo>
                <a:lnTo>
                  <a:pt x="4535" y="1404"/>
                </a:lnTo>
                <a:lnTo>
                  <a:pt x="4534" y="1405"/>
                </a:lnTo>
                <a:lnTo>
                  <a:pt x="4533" y="1405"/>
                </a:lnTo>
                <a:lnTo>
                  <a:pt x="4532" y="1405"/>
                </a:lnTo>
                <a:lnTo>
                  <a:pt x="4531" y="1405"/>
                </a:lnTo>
                <a:lnTo>
                  <a:pt x="4530" y="1406"/>
                </a:lnTo>
                <a:lnTo>
                  <a:pt x="4528" y="1406"/>
                </a:lnTo>
                <a:lnTo>
                  <a:pt x="4527" y="1406"/>
                </a:lnTo>
                <a:lnTo>
                  <a:pt x="4526" y="1405"/>
                </a:lnTo>
                <a:lnTo>
                  <a:pt x="4522" y="1407"/>
                </a:lnTo>
                <a:lnTo>
                  <a:pt x="4521" y="1405"/>
                </a:lnTo>
                <a:lnTo>
                  <a:pt x="4520" y="1405"/>
                </a:lnTo>
                <a:lnTo>
                  <a:pt x="4519" y="1404"/>
                </a:lnTo>
                <a:lnTo>
                  <a:pt x="4519" y="1403"/>
                </a:lnTo>
                <a:lnTo>
                  <a:pt x="4518" y="1402"/>
                </a:lnTo>
                <a:lnTo>
                  <a:pt x="4517" y="1402"/>
                </a:lnTo>
                <a:lnTo>
                  <a:pt x="4518" y="1404"/>
                </a:lnTo>
                <a:lnTo>
                  <a:pt x="4518" y="1405"/>
                </a:lnTo>
                <a:lnTo>
                  <a:pt x="4517" y="1405"/>
                </a:lnTo>
                <a:lnTo>
                  <a:pt x="4517" y="1406"/>
                </a:lnTo>
                <a:lnTo>
                  <a:pt x="4517" y="1407"/>
                </a:lnTo>
                <a:lnTo>
                  <a:pt x="4518" y="1407"/>
                </a:lnTo>
                <a:lnTo>
                  <a:pt x="4517" y="1408"/>
                </a:lnTo>
                <a:lnTo>
                  <a:pt x="4516" y="1408"/>
                </a:lnTo>
                <a:lnTo>
                  <a:pt x="4516" y="1409"/>
                </a:lnTo>
                <a:lnTo>
                  <a:pt x="4515" y="1409"/>
                </a:lnTo>
                <a:lnTo>
                  <a:pt x="4515" y="1410"/>
                </a:lnTo>
                <a:lnTo>
                  <a:pt x="4514" y="1411"/>
                </a:lnTo>
                <a:lnTo>
                  <a:pt x="4512" y="1411"/>
                </a:lnTo>
                <a:lnTo>
                  <a:pt x="4512" y="1410"/>
                </a:lnTo>
                <a:lnTo>
                  <a:pt x="4511" y="1410"/>
                </a:lnTo>
                <a:lnTo>
                  <a:pt x="4510" y="1410"/>
                </a:lnTo>
                <a:lnTo>
                  <a:pt x="4510" y="1411"/>
                </a:lnTo>
                <a:lnTo>
                  <a:pt x="4511" y="1411"/>
                </a:lnTo>
                <a:lnTo>
                  <a:pt x="4510" y="1412"/>
                </a:lnTo>
                <a:lnTo>
                  <a:pt x="4509" y="1412"/>
                </a:lnTo>
                <a:lnTo>
                  <a:pt x="4509" y="1411"/>
                </a:lnTo>
                <a:lnTo>
                  <a:pt x="4509" y="1410"/>
                </a:lnTo>
                <a:lnTo>
                  <a:pt x="4509" y="1409"/>
                </a:lnTo>
                <a:lnTo>
                  <a:pt x="4508" y="1409"/>
                </a:lnTo>
                <a:lnTo>
                  <a:pt x="4507" y="1409"/>
                </a:lnTo>
                <a:lnTo>
                  <a:pt x="4506" y="1411"/>
                </a:lnTo>
                <a:lnTo>
                  <a:pt x="4505" y="1411"/>
                </a:lnTo>
                <a:lnTo>
                  <a:pt x="4505" y="1412"/>
                </a:lnTo>
                <a:lnTo>
                  <a:pt x="4504" y="1412"/>
                </a:lnTo>
                <a:lnTo>
                  <a:pt x="4503" y="1412"/>
                </a:lnTo>
                <a:lnTo>
                  <a:pt x="4501" y="1412"/>
                </a:lnTo>
                <a:lnTo>
                  <a:pt x="4501" y="1413"/>
                </a:lnTo>
                <a:lnTo>
                  <a:pt x="4502" y="1413"/>
                </a:lnTo>
                <a:lnTo>
                  <a:pt x="4501" y="1413"/>
                </a:lnTo>
                <a:lnTo>
                  <a:pt x="4500" y="1414"/>
                </a:lnTo>
                <a:lnTo>
                  <a:pt x="4499" y="1415"/>
                </a:lnTo>
                <a:lnTo>
                  <a:pt x="4498" y="1415"/>
                </a:lnTo>
                <a:lnTo>
                  <a:pt x="4497" y="1415"/>
                </a:lnTo>
                <a:lnTo>
                  <a:pt x="4497" y="1414"/>
                </a:lnTo>
                <a:lnTo>
                  <a:pt x="4497" y="1415"/>
                </a:lnTo>
                <a:lnTo>
                  <a:pt x="4496" y="1415"/>
                </a:lnTo>
                <a:lnTo>
                  <a:pt x="4495" y="1416"/>
                </a:lnTo>
                <a:lnTo>
                  <a:pt x="4495" y="1415"/>
                </a:lnTo>
                <a:lnTo>
                  <a:pt x="4495" y="1414"/>
                </a:lnTo>
                <a:lnTo>
                  <a:pt x="4495" y="1413"/>
                </a:lnTo>
                <a:lnTo>
                  <a:pt x="4496" y="1413"/>
                </a:lnTo>
                <a:lnTo>
                  <a:pt x="4497" y="1413"/>
                </a:lnTo>
                <a:lnTo>
                  <a:pt x="4497" y="1412"/>
                </a:lnTo>
                <a:lnTo>
                  <a:pt x="4498" y="1412"/>
                </a:lnTo>
                <a:lnTo>
                  <a:pt x="4497" y="1412"/>
                </a:lnTo>
                <a:lnTo>
                  <a:pt x="4496" y="1412"/>
                </a:lnTo>
                <a:lnTo>
                  <a:pt x="4496" y="1413"/>
                </a:lnTo>
                <a:lnTo>
                  <a:pt x="4495" y="1413"/>
                </a:lnTo>
                <a:lnTo>
                  <a:pt x="4495" y="1412"/>
                </a:lnTo>
                <a:lnTo>
                  <a:pt x="4496" y="1411"/>
                </a:lnTo>
                <a:lnTo>
                  <a:pt x="4496" y="1410"/>
                </a:lnTo>
                <a:lnTo>
                  <a:pt x="4496" y="1409"/>
                </a:lnTo>
                <a:lnTo>
                  <a:pt x="4497" y="1409"/>
                </a:lnTo>
                <a:lnTo>
                  <a:pt x="4496" y="1409"/>
                </a:lnTo>
                <a:lnTo>
                  <a:pt x="4497" y="1408"/>
                </a:lnTo>
                <a:lnTo>
                  <a:pt x="4496" y="1408"/>
                </a:lnTo>
                <a:lnTo>
                  <a:pt x="4496" y="1409"/>
                </a:lnTo>
                <a:lnTo>
                  <a:pt x="4496" y="1410"/>
                </a:lnTo>
                <a:lnTo>
                  <a:pt x="4495" y="1410"/>
                </a:lnTo>
                <a:lnTo>
                  <a:pt x="4495" y="1411"/>
                </a:lnTo>
                <a:lnTo>
                  <a:pt x="4495" y="1412"/>
                </a:lnTo>
                <a:lnTo>
                  <a:pt x="4495" y="1413"/>
                </a:lnTo>
                <a:lnTo>
                  <a:pt x="4494" y="1413"/>
                </a:lnTo>
                <a:lnTo>
                  <a:pt x="4493" y="1413"/>
                </a:lnTo>
                <a:lnTo>
                  <a:pt x="4491" y="1413"/>
                </a:lnTo>
                <a:lnTo>
                  <a:pt x="4491" y="1412"/>
                </a:lnTo>
                <a:lnTo>
                  <a:pt x="4490" y="1412"/>
                </a:lnTo>
                <a:lnTo>
                  <a:pt x="4489" y="1413"/>
                </a:lnTo>
                <a:lnTo>
                  <a:pt x="4488" y="1413"/>
                </a:lnTo>
                <a:lnTo>
                  <a:pt x="4487" y="1412"/>
                </a:lnTo>
                <a:lnTo>
                  <a:pt x="4487" y="1411"/>
                </a:lnTo>
                <a:lnTo>
                  <a:pt x="4486" y="1410"/>
                </a:lnTo>
                <a:lnTo>
                  <a:pt x="4486" y="1409"/>
                </a:lnTo>
                <a:lnTo>
                  <a:pt x="4485" y="1409"/>
                </a:lnTo>
                <a:lnTo>
                  <a:pt x="4484" y="1409"/>
                </a:lnTo>
                <a:lnTo>
                  <a:pt x="4485" y="1410"/>
                </a:lnTo>
                <a:lnTo>
                  <a:pt x="4486" y="1412"/>
                </a:lnTo>
                <a:lnTo>
                  <a:pt x="4484" y="1412"/>
                </a:lnTo>
                <a:lnTo>
                  <a:pt x="4484" y="1413"/>
                </a:lnTo>
                <a:lnTo>
                  <a:pt x="4485" y="1414"/>
                </a:lnTo>
                <a:lnTo>
                  <a:pt x="4484" y="1414"/>
                </a:lnTo>
                <a:lnTo>
                  <a:pt x="4483" y="1414"/>
                </a:lnTo>
                <a:lnTo>
                  <a:pt x="4483" y="1413"/>
                </a:lnTo>
                <a:lnTo>
                  <a:pt x="4482" y="1413"/>
                </a:lnTo>
                <a:lnTo>
                  <a:pt x="4481" y="1414"/>
                </a:lnTo>
                <a:lnTo>
                  <a:pt x="4482" y="1414"/>
                </a:lnTo>
                <a:lnTo>
                  <a:pt x="4483" y="1414"/>
                </a:lnTo>
                <a:lnTo>
                  <a:pt x="4484" y="1416"/>
                </a:lnTo>
                <a:lnTo>
                  <a:pt x="4484" y="1417"/>
                </a:lnTo>
                <a:lnTo>
                  <a:pt x="4484" y="1418"/>
                </a:lnTo>
                <a:lnTo>
                  <a:pt x="4485" y="1418"/>
                </a:lnTo>
                <a:lnTo>
                  <a:pt x="4485" y="1419"/>
                </a:lnTo>
                <a:lnTo>
                  <a:pt x="4484" y="1419"/>
                </a:lnTo>
                <a:lnTo>
                  <a:pt x="4483" y="1418"/>
                </a:lnTo>
                <a:lnTo>
                  <a:pt x="4483" y="1419"/>
                </a:lnTo>
                <a:lnTo>
                  <a:pt x="4482" y="1419"/>
                </a:lnTo>
                <a:lnTo>
                  <a:pt x="4481" y="1419"/>
                </a:lnTo>
                <a:lnTo>
                  <a:pt x="4480" y="1418"/>
                </a:lnTo>
                <a:lnTo>
                  <a:pt x="4479" y="1418"/>
                </a:lnTo>
                <a:lnTo>
                  <a:pt x="4479" y="1419"/>
                </a:lnTo>
                <a:lnTo>
                  <a:pt x="4479" y="1420"/>
                </a:lnTo>
                <a:lnTo>
                  <a:pt x="4480" y="1420"/>
                </a:lnTo>
                <a:lnTo>
                  <a:pt x="4479" y="1420"/>
                </a:lnTo>
                <a:lnTo>
                  <a:pt x="4480" y="1421"/>
                </a:lnTo>
                <a:lnTo>
                  <a:pt x="4479" y="1421"/>
                </a:lnTo>
                <a:lnTo>
                  <a:pt x="4478" y="1421"/>
                </a:lnTo>
                <a:lnTo>
                  <a:pt x="4476" y="1421"/>
                </a:lnTo>
                <a:lnTo>
                  <a:pt x="4475" y="1421"/>
                </a:lnTo>
                <a:lnTo>
                  <a:pt x="4474" y="1421"/>
                </a:lnTo>
                <a:lnTo>
                  <a:pt x="4474" y="1422"/>
                </a:lnTo>
                <a:lnTo>
                  <a:pt x="4473" y="1422"/>
                </a:lnTo>
                <a:lnTo>
                  <a:pt x="4473" y="1423"/>
                </a:lnTo>
                <a:lnTo>
                  <a:pt x="4472" y="1423"/>
                </a:lnTo>
                <a:lnTo>
                  <a:pt x="4472" y="1424"/>
                </a:lnTo>
                <a:lnTo>
                  <a:pt x="4471" y="1423"/>
                </a:lnTo>
                <a:lnTo>
                  <a:pt x="4471" y="1422"/>
                </a:lnTo>
                <a:lnTo>
                  <a:pt x="4469" y="1421"/>
                </a:lnTo>
                <a:lnTo>
                  <a:pt x="4469" y="1420"/>
                </a:lnTo>
                <a:lnTo>
                  <a:pt x="4468" y="1421"/>
                </a:lnTo>
                <a:lnTo>
                  <a:pt x="4469" y="1422"/>
                </a:lnTo>
                <a:lnTo>
                  <a:pt x="4468" y="1422"/>
                </a:lnTo>
                <a:lnTo>
                  <a:pt x="4467" y="1422"/>
                </a:lnTo>
                <a:lnTo>
                  <a:pt x="4466" y="1421"/>
                </a:lnTo>
                <a:lnTo>
                  <a:pt x="4465" y="1422"/>
                </a:lnTo>
                <a:lnTo>
                  <a:pt x="4464" y="1422"/>
                </a:lnTo>
                <a:lnTo>
                  <a:pt x="4463" y="1422"/>
                </a:lnTo>
                <a:lnTo>
                  <a:pt x="4462" y="1422"/>
                </a:lnTo>
                <a:lnTo>
                  <a:pt x="4461" y="1422"/>
                </a:lnTo>
                <a:lnTo>
                  <a:pt x="4460" y="1422"/>
                </a:lnTo>
                <a:lnTo>
                  <a:pt x="4461" y="1422"/>
                </a:lnTo>
                <a:lnTo>
                  <a:pt x="4461" y="1421"/>
                </a:lnTo>
                <a:lnTo>
                  <a:pt x="4460" y="1420"/>
                </a:lnTo>
                <a:lnTo>
                  <a:pt x="4460" y="1421"/>
                </a:lnTo>
                <a:lnTo>
                  <a:pt x="4460" y="1422"/>
                </a:lnTo>
                <a:lnTo>
                  <a:pt x="4459" y="1422"/>
                </a:lnTo>
                <a:lnTo>
                  <a:pt x="4458" y="1422"/>
                </a:lnTo>
                <a:lnTo>
                  <a:pt x="4458" y="1423"/>
                </a:lnTo>
                <a:lnTo>
                  <a:pt x="4459" y="1423"/>
                </a:lnTo>
                <a:lnTo>
                  <a:pt x="4460" y="1423"/>
                </a:lnTo>
                <a:lnTo>
                  <a:pt x="4459" y="1424"/>
                </a:lnTo>
                <a:lnTo>
                  <a:pt x="4458" y="1424"/>
                </a:lnTo>
                <a:lnTo>
                  <a:pt x="4457" y="1425"/>
                </a:lnTo>
                <a:lnTo>
                  <a:pt x="4457" y="1426"/>
                </a:lnTo>
                <a:lnTo>
                  <a:pt x="4457" y="1427"/>
                </a:lnTo>
                <a:lnTo>
                  <a:pt x="4457" y="1428"/>
                </a:lnTo>
                <a:lnTo>
                  <a:pt x="4455" y="1428"/>
                </a:lnTo>
                <a:lnTo>
                  <a:pt x="4454" y="1427"/>
                </a:lnTo>
                <a:lnTo>
                  <a:pt x="4451" y="1428"/>
                </a:lnTo>
                <a:lnTo>
                  <a:pt x="4451" y="1427"/>
                </a:lnTo>
                <a:lnTo>
                  <a:pt x="4448" y="1428"/>
                </a:lnTo>
                <a:lnTo>
                  <a:pt x="4445" y="1428"/>
                </a:lnTo>
                <a:lnTo>
                  <a:pt x="4446" y="1429"/>
                </a:lnTo>
                <a:lnTo>
                  <a:pt x="4445" y="1429"/>
                </a:lnTo>
                <a:lnTo>
                  <a:pt x="4445" y="1431"/>
                </a:lnTo>
                <a:lnTo>
                  <a:pt x="4444" y="1432"/>
                </a:lnTo>
                <a:lnTo>
                  <a:pt x="4443" y="1432"/>
                </a:lnTo>
                <a:lnTo>
                  <a:pt x="4443" y="1430"/>
                </a:lnTo>
                <a:lnTo>
                  <a:pt x="4442" y="1430"/>
                </a:lnTo>
                <a:lnTo>
                  <a:pt x="4441" y="1431"/>
                </a:lnTo>
                <a:lnTo>
                  <a:pt x="4442" y="1432"/>
                </a:lnTo>
                <a:lnTo>
                  <a:pt x="4434" y="1435"/>
                </a:lnTo>
                <a:lnTo>
                  <a:pt x="4433" y="1434"/>
                </a:lnTo>
                <a:lnTo>
                  <a:pt x="4432" y="1435"/>
                </a:lnTo>
                <a:lnTo>
                  <a:pt x="4431" y="1436"/>
                </a:lnTo>
                <a:lnTo>
                  <a:pt x="4431" y="1437"/>
                </a:lnTo>
                <a:lnTo>
                  <a:pt x="4430" y="1436"/>
                </a:lnTo>
                <a:lnTo>
                  <a:pt x="4429" y="1436"/>
                </a:lnTo>
                <a:lnTo>
                  <a:pt x="4429" y="1435"/>
                </a:lnTo>
                <a:lnTo>
                  <a:pt x="4428" y="1435"/>
                </a:lnTo>
                <a:lnTo>
                  <a:pt x="4427" y="1435"/>
                </a:lnTo>
                <a:lnTo>
                  <a:pt x="4428" y="1436"/>
                </a:lnTo>
                <a:lnTo>
                  <a:pt x="4428" y="1437"/>
                </a:lnTo>
                <a:lnTo>
                  <a:pt x="4428" y="1438"/>
                </a:lnTo>
                <a:lnTo>
                  <a:pt x="4427" y="1438"/>
                </a:lnTo>
                <a:lnTo>
                  <a:pt x="4427" y="1439"/>
                </a:lnTo>
                <a:lnTo>
                  <a:pt x="4426" y="1439"/>
                </a:lnTo>
                <a:lnTo>
                  <a:pt x="4426" y="1440"/>
                </a:lnTo>
                <a:lnTo>
                  <a:pt x="4426" y="1441"/>
                </a:lnTo>
                <a:lnTo>
                  <a:pt x="4426" y="1440"/>
                </a:lnTo>
                <a:lnTo>
                  <a:pt x="4425" y="1440"/>
                </a:lnTo>
                <a:lnTo>
                  <a:pt x="4424" y="1440"/>
                </a:lnTo>
                <a:lnTo>
                  <a:pt x="4425" y="1440"/>
                </a:lnTo>
                <a:lnTo>
                  <a:pt x="4424" y="1441"/>
                </a:lnTo>
                <a:lnTo>
                  <a:pt x="4423" y="1441"/>
                </a:lnTo>
                <a:lnTo>
                  <a:pt x="4423" y="1442"/>
                </a:lnTo>
                <a:lnTo>
                  <a:pt x="4422" y="1442"/>
                </a:lnTo>
                <a:lnTo>
                  <a:pt x="4421" y="1442"/>
                </a:lnTo>
                <a:lnTo>
                  <a:pt x="4422" y="1442"/>
                </a:lnTo>
                <a:lnTo>
                  <a:pt x="4422" y="1441"/>
                </a:lnTo>
                <a:lnTo>
                  <a:pt x="4422" y="1440"/>
                </a:lnTo>
                <a:lnTo>
                  <a:pt x="4421" y="1440"/>
                </a:lnTo>
                <a:lnTo>
                  <a:pt x="4421" y="1441"/>
                </a:lnTo>
                <a:lnTo>
                  <a:pt x="4421" y="1442"/>
                </a:lnTo>
                <a:lnTo>
                  <a:pt x="4421" y="1443"/>
                </a:lnTo>
                <a:lnTo>
                  <a:pt x="4421" y="1444"/>
                </a:lnTo>
                <a:lnTo>
                  <a:pt x="4421" y="1445"/>
                </a:lnTo>
                <a:lnTo>
                  <a:pt x="4421" y="1446"/>
                </a:lnTo>
                <a:lnTo>
                  <a:pt x="4420" y="1446"/>
                </a:lnTo>
                <a:lnTo>
                  <a:pt x="4420" y="1445"/>
                </a:lnTo>
                <a:lnTo>
                  <a:pt x="4417" y="1447"/>
                </a:lnTo>
                <a:lnTo>
                  <a:pt x="4416" y="1447"/>
                </a:lnTo>
                <a:lnTo>
                  <a:pt x="4416" y="1448"/>
                </a:lnTo>
                <a:lnTo>
                  <a:pt x="4416" y="1447"/>
                </a:lnTo>
                <a:lnTo>
                  <a:pt x="4415" y="1447"/>
                </a:lnTo>
                <a:lnTo>
                  <a:pt x="4415" y="1448"/>
                </a:lnTo>
                <a:lnTo>
                  <a:pt x="4414" y="1449"/>
                </a:lnTo>
                <a:lnTo>
                  <a:pt x="4414" y="1448"/>
                </a:lnTo>
                <a:lnTo>
                  <a:pt x="4412" y="1448"/>
                </a:lnTo>
                <a:lnTo>
                  <a:pt x="4411" y="1449"/>
                </a:lnTo>
                <a:lnTo>
                  <a:pt x="4411" y="1447"/>
                </a:lnTo>
                <a:lnTo>
                  <a:pt x="4409" y="1447"/>
                </a:lnTo>
                <a:lnTo>
                  <a:pt x="4406" y="1447"/>
                </a:lnTo>
                <a:lnTo>
                  <a:pt x="4405" y="1448"/>
                </a:lnTo>
                <a:lnTo>
                  <a:pt x="4405" y="1449"/>
                </a:lnTo>
                <a:lnTo>
                  <a:pt x="4402" y="1450"/>
                </a:lnTo>
                <a:lnTo>
                  <a:pt x="4401" y="1451"/>
                </a:lnTo>
                <a:lnTo>
                  <a:pt x="4400" y="1451"/>
                </a:lnTo>
                <a:lnTo>
                  <a:pt x="4400" y="1452"/>
                </a:lnTo>
                <a:lnTo>
                  <a:pt x="4401" y="1452"/>
                </a:lnTo>
                <a:lnTo>
                  <a:pt x="4398" y="1454"/>
                </a:lnTo>
                <a:lnTo>
                  <a:pt x="4397" y="1453"/>
                </a:lnTo>
                <a:lnTo>
                  <a:pt x="4397" y="1454"/>
                </a:lnTo>
                <a:lnTo>
                  <a:pt x="4398" y="1455"/>
                </a:lnTo>
                <a:lnTo>
                  <a:pt x="4398" y="1456"/>
                </a:lnTo>
                <a:lnTo>
                  <a:pt x="4397" y="1456"/>
                </a:lnTo>
                <a:lnTo>
                  <a:pt x="4396" y="1454"/>
                </a:lnTo>
                <a:lnTo>
                  <a:pt x="4396" y="1455"/>
                </a:lnTo>
                <a:lnTo>
                  <a:pt x="4394" y="1457"/>
                </a:lnTo>
                <a:lnTo>
                  <a:pt x="4393" y="1457"/>
                </a:lnTo>
                <a:lnTo>
                  <a:pt x="4392" y="1457"/>
                </a:lnTo>
                <a:lnTo>
                  <a:pt x="4392" y="1456"/>
                </a:lnTo>
                <a:lnTo>
                  <a:pt x="4391" y="1456"/>
                </a:lnTo>
                <a:lnTo>
                  <a:pt x="4391" y="1457"/>
                </a:lnTo>
                <a:lnTo>
                  <a:pt x="4392" y="1457"/>
                </a:lnTo>
                <a:lnTo>
                  <a:pt x="4393" y="1457"/>
                </a:lnTo>
                <a:lnTo>
                  <a:pt x="4393" y="1458"/>
                </a:lnTo>
                <a:lnTo>
                  <a:pt x="4393" y="1459"/>
                </a:lnTo>
                <a:lnTo>
                  <a:pt x="4392" y="1460"/>
                </a:lnTo>
                <a:lnTo>
                  <a:pt x="4391" y="1461"/>
                </a:lnTo>
                <a:lnTo>
                  <a:pt x="4392" y="1462"/>
                </a:lnTo>
                <a:lnTo>
                  <a:pt x="4391" y="1462"/>
                </a:lnTo>
                <a:lnTo>
                  <a:pt x="4390" y="1462"/>
                </a:lnTo>
                <a:lnTo>
                  <a:pt x="4389" y="1462"/>
                </a:lnTo>
                <a:lnTo>
                  <a:pt x="4389" y="1463"/>
                </a:lnTo>
                <a:lnTo>
                  <a:pt x="4388" y="1463"/>
                </a:lnTo>
                <a:lnTo>
                  <a:pt x="4388" y="1464"/>
                </a:lnTo>
                <a:lnTo>
                  <a:pt x="4388" y="1463"/>
                </a:lnTo>
                <a:lnTo>
                  <a:pt x="4387" y="1463"/>
                </a:lnTo>
                <a:lnTo>
                  <a:pt x="4386" y="1463"/>
                </a:lnTo>
                <a:lnTo>
                  <a:pt x="4386" y="1464"/>
                </a:lnTo>
                <a:lnTo>
                  <a:pt x="4385" y="1464"/>
                </a:lnTo>
                <a:lnTo>
                  <a:pt x="4384" y="1464"/>
                </a:lnTo>
                <a:lnTo>
                  <a:pt x="4384" y="1465"/>
                </a:lnTo>
                <a:lnTo>
                  <a:pt x="4383" y="1465"/>
                </a:lnTo>
                <a:lnTo>
                  <a:pt x="4382" y="1466"/>
                </a:lnTo>
                <a:lnTo>
                  <a:pt x="4382" y="1467"/>
                </a:lnTo>
                <a:lnTo>
                  <a:pt x="4381" y="1467"/>
                </a:lnTo>
                <a:lnTo>
                  <a:pt x="4380" y="1467"/>
                </a:lnTo>
                <a:lnTo>
                  <a:pt x="4380" y="1468"/>
                </a:lnTo>
                <a:lnTo>
                  <a:pt x="4379" y="1469"/>
                </a:lnTo>
                <a:lnTo>
                  <a:pt x="4380" y="1469"/>
                </a:lnTo>
                <a:lnTo>
                  <a:pt x="4381" y="1469"/>
                </a:lnTo>
                <a:lnTo>
                  <a:pt x="4380" y="1469"/>
                </a:lnTo>
                <a:lnTo>
                  <a:pt x="4380" y="1470"/>
                </a:lnTo>
                <a:lnTo>
                  <a:pt x="4380" y="1471"/>
                </a:lnTo>
                <a:lnTo>
                  <a:pt x="4379" y="1471"/>
                </a:lnTo>
                <a:lnTo>
                  <a:pt x="4378" y="1471"/>
                </a:lnTo>
                <a:lnTo>
                  <a:pt x="4378" y="1472"/>
                </a:lnTo>
                <a:lnTo>
                  <a:pt x="4379" y="1472"/>
                </a:lnTo>
                <a:lnTo>
                  <a:pt x="4380" y="1472"/>
                </a:lnTo>
                <a:lnTo>
                  <a:pt x="4380" y="1473"/>
                </a:lnTo>
                <a:lnTo>
                  <a:pt x="4381" y="1473"/>
                </a:lnTo>
                <a:lnTo>
                  <a:pt x="4382" y="1473"/>
                </a:lnTo>
                <a:lnTo>
                  <a:pt x="4382" y="1474"/>
                </a:lnTo>
                <a:lnTo>
                  <a:pt x="4383" y="1474"/>
                </a:lnTo>
                <a:lnTo>
                  <a:pt x="4384" y="1474"/>
                </a:lnTo>
                <a:lnTo>
                  <a:pt x="4385" y="1474"/>
                </a:lnTo>
                <a:lnTo>
                  <a:pt x="4384" y="1475"/>
                </a:lnTo>
                <a:lnTo>
                  <a:pt x="4384" y="1474"/>
                </a:lnTo>
                <a:lnTo>
                  <a:pt x="4383" y="1474"/>
                </a:lnTo>
                <a:lnTo>
                  <a:pt x="4382" y="1474"/>
                </a:lnTo>
                <a:lnTo>
                  <a:pt x="4381" y="1475"/>
                </a:lnTo>
                <a:lnTo>
                  <a:pt x="4380" y="1475"/>
                </a:lnTo>
                <a:lnTo>
                  <a:pt x="4380" y="1476"/>
                </a:lnTo>
                <a:lnTo>
                  <a:pt x="4379" y="1476"/>
                </a:lnTo>
                <a:lnTo>
                  <a:pt x="4378" y="1476"/>
                </a:lnTo>
                <a:lnTo>
                  <a:pt x="4378" y="1477"/>
                </a:lnTo>
                <a:lnTo>
                  <a:pt x="4377" y="1477"/>
                </a:lnTo>
                <a:lnTo>
                  <a:pt x="4377" y="1478"/>
                </a:lnTo>
                <a:lnTo>
                  <a:pt x="4376" y="1478"/>
                </a:lnTo>
                <a:lnTo>
                  <a:pt x="4375" y="1478"/>
                </a:lnTo>
                <a:lnTo>
                  <a:pt x="4374" y="1478"/>
                </a:lnTo>
                <a:lnTo>
                  <a:pt x="4374" y="1477"/>
                </a:lnTo>
                <a:lnTo>
                  <a:pt x="4373" y="1477"/>
                </a:lnTo>
                <a:lnTo>
                  <a:pt x="4373" y="1478"/>
                </a:lnTo>
                <a:lnTo>
                  <a:pt x="4373" y="1479"/>
                </a:lnTo>
                <a:lnTo>
                  <a:pt x="4373" y="1480"/>
                </a:lnTo>
                <a:lnTo>
                  <a:pt x="4374" y="1481"/>
                </a:lnTo>
                <a:lnTo>
                  <a:pt x="4375" y="1481"/>
                </a:lnTo>
                <a:lnTo>
                  <a:pt x="4375" y="1482"/>
                </a:lnTo>
                <a:lnTo>
                  <a:pt x="4376" y="1483"/>
                </a:lnTo>
                <a:lnTo>
                  <a:pt x="4375" y="1484"/>
                </a:lnTo>
                <a:lnTo>
                  <a:pt x="4375" y="1483"/>
                </a:lnTo>
                <a:lnTo>
                  <a:pt x="4374" y="1483"/>
                </a:lnTo>
                <a:lnTo>
                  <a:pt x="4373" y="1483"/>
                </a:lnTo>
                <a:lnTo>
                  <a:pt x="4373" y="1482"/>
                </a:lnTo>
                <a:lnTo>
                  <a:pt x="4372" y="1482"/>
                </a:lnTo>
                <a:lnTo>
                  <a:pt x="4371" y="1482"/>
                </a:lnTo>
                <a:lnTo>
                  <a:pt x="4369" y="1483"/>
                </a:lnTo>
                <a:lnTo>
                  <a:pt x="4368" y="1483"/>
                </a:lnTo>
                <a:lnTo>
                  <a:pt x="4367" y="1485"/>
                </a:lnTo>
                <a:lnTo>
                  <a:pt x="4367" y="1487"/>
                </a:lnTo>
                <a:lnTo>
                  <a:pt x="4366" y="1487"/>
                </a:lnTo>
                <a:lnTo>
                  <a:pt x="4366" y="1486"/>
                </a:lnTo>
                <a:lnTo>
                  <a:pt x="4365" y="1486"/>
                </a:lnTo>
                <a:lnTo>
                  <a:pt x="4364" y="1485"/>
                </a:lnTo>
                <a:lnTo>
                  <a:pt x="4363" y="1484"/>
                </a:lnTo>
                <a:lnTo>
                  <a:pt x="4362" y="1484"/>
                </a:lnTo>
                <a:lnTo>
                  <a:pt x="4361" y="1484"/>
                </a:lnTo>
                <a:lnTo>
                  <a:pt x="4361" y="1485"/>
                </a:lnTo>
                <a:lnTo>
                  <a:pt x="4361" y="1486"/>
                </a:lnTo>
                <a:lnTo>
                  <a:pt x="4362" y="1486"/>
                </a:lnTo>
                <a:lnTo>
                  <a:pt x="4363" y="1487"/>
                </a:lnTo>
                <a:lnTo>
                  <a:pt x="4363" y="1488"/>
                </a:lnTo>
                <a:lnTo>
                  <a:pt x="4362" y="1488"/>
                </a:lnTo>
                <a:lnTo>
                  <a:pt x="4362" y="1487"/>
                </a:lnTo>
                <a:lnTo>
                  <a:pt x="4361" y="1487"/>
                </a:lnTo>
                <a:lnTo>
                  <a:pt x="4360" y="1487"/>
                </a:lnTo>
                <a:lnTo>
                  <a:pt x="4359" y="1487"/>
                </a:lnTo>
                <a:lnTo>
                  <a:pt x="4358" y="1486"/>
                </a:lnTo>
                <a:lnTo>
                  <a:pt x="4357" y="1486"/>
                </a:lnTo>
                <a:lnTo>
                  <a:pt x="4356" y="1486"/>
                </a:lnTo>
                <a:lnTo>
                  <a:pt x="4355" y="1485"/>
                </a:lnTo>
                <a:lnTo>
                  <a:pt x="4355" y="1486"/>
                </a:lnTo>
                <a:lnTo>
                  <a:pt x="4356" y="1486"/>
                </a:lnTo>
                <a:lnTo>
                  <a:pt x="4356" y="1487"/>
                </a:lnTo>
                <a:lnTo>
                  <a:pt x="4357" y="1488"/>
                </a:lnTo>
                <a:lnTo>
                  <a:pt x="4358" y="1488"/>
                </a:lnTo>
                <a:lnTo>
                  <a:pt x="4358" y="1489"/>
                </a:lnTo>
                <a:lnTo>
                  <a:pt x="4359" y="1489"/>
                </a:lnTo>
                <a:lnTo>
                  <a:pt x="4360" y="1490"/>
                </a:lnTo>
                <a:lnTo>
                  <a:pt x="4360" y="1491"/>
                </a:lnTo>
                <a:lnTo>
                  <a:pt x="4360" y="1492"/>
                </a:lnTo>
                <a:lnTo>
                  <a:pt x="4361" y="1493"/>
                </a:lnTo>
                <a:lnTo>
                  <a:pt x="4360" y="1494"/>
                </a:lnTo>
                <a:lnTo>
                  <a:pt x="4359" y="1495"/>
                </a:lnTo>
                <a:lnTo>
                  <a:pt x="4358" y="1496"/>
                </a:lnTo>
                <a:lnTo>
                  <a:pt x="4357" y="1496"/>
                </a:lnTo>
                <a:lnTo>
                  <a:pt x="4356" y="1495"/>
                </a:lnTo>
                <a:lnTo>
                  <a:pt x="4355" y="1495"/>
                </a:lnTo>
                <a:lnTo>
                  <a:pt x="4354" y="1494"/>
                </a:lnTo>
                <a:lnTo>
                  <a:pt x="4355" y="1494"/>
                </a:lnTo>
                <a:lnTo>
                  <a:pt x="4355" y="1493"/>
                </a:lnTo>
                <a:lnTo>
                  <a:pt x="4354" y="1493"/>
                </a:lnTo>
                <a:lnTo>
                  <a:pt x="4353" y="1493"/>
                </a:lnTo>
                <a:lnTo>
                  <a:pt x="4352" y="1493"/>
                </a:lnTo>
                <a:lnTo>
                  <a:pt x="4353" y="1493"/>
                </a:lnTo>
                <a:lnTo>
                  <a:pt x="4353" y="1492"/>
                </a:lnTo>
                <a:lnTo>
                  <a:pt x="4352" y="1491"/>
                </a:lnTo>
                <a:lnTo>
                  <a:pt x="4352" y="1490"/>
                </a:lnTo>
                <a:lnTo>
                  <a:pt x="4351" y="1489"/>
                </a:lnTo>
                <a:lnTo>
                  <a:pt x="4351" y="1488"/>
                </a:lnTo>
                <a:lnTo>
                  <a:pt x="4351" y="1487"/>
                </a:lnTo>
                <a:lnTo>
                  <a:pt x="4350" y="1487"/>
                </a:lnTo>
                <a:lnTo>
                  <a:pt x="4349" y="1487"/>
                </a:lnTo>
                <a:lnTo>
                  <a:pt x="4348" y="1487"/>
                </a:lnTo>
                <a:lnTo>
                  <a:pt x="4347" y="1487"/>
                </a:lnTo>
                <a:lnTo>
                  <a:pt x="4346" y="1486"/>
                </a:lnTo>
                <a:lnTo>
                  <a:pt x="4345" y="1486"/>
                </a:lnTo>
                <a:lnTo>
                  <a:pt x="4344" y="1487"/>
                </a:lnTo>
                <a:lnTo>
                  <a:pt x="4345" y="1487"/>
                </a:lnTo>
                <a:lnTo>
                  <a:pt x="4346" y="1487"/>
                </a:lnTo>
                <a:lnTo>
                  <a:pt x="4347" y="1487"/>
                </a:lnTo>
                <a:lnTo>
                  <a:pt x="4347" y="1488"/>
                </a:lnTo>
                <a:lnTo>
                  <a:pt x="4347" y="1489"/>
                </a:lnTo>
                <a:lnTo>
                  <a:pt x="4346" y="1489"/>
                </a:lnTo>
                <a:lnTo>
                  <a:pt x="4346" y="1490"/>
                </a:lnTo>
                <a:lnTo>
                  <a:pt x="4344" y="1490"/>
                </a:lnTo>
                <a:lnTo>
                  <a:pt x="4344" y="1489"/>
                </a:lnTo>
                <a:lnTo>
                  <a:pt x="4344" y="1488"/>
                </a:lnTo>
                <a:lnTo>
                  <a:pt x="4343" y="1488"/>
                </a:lnTo>
                <a:lnTo>
                  <a:pt x="4341" y="1488"/>
                </a:lnTo>
                <a:lnTo>
                  <a:pt x="4341" y="1489"/>
                </a:lnTo>
                <a:lnTo>
                  <a:pt x="4341" y="1488"/>
                </a:lnTo>
                <a:lnTo>
                  <a:pt x="4340" y="1488"/>
                </a:lnTo>
                <a:lnTo>
                  <a:pt x="4339" y="1488"/>
                </a:lnTo>
                <a:lnTo>
                  <a:pt x="4337" y="1489"/>
                </a:lnTo>
                <a:lnTo>
                  <a:pt x="4337" y="1490"/>
                </a:lnTo>
                <a:lnTo>
                  <a:pt x="4338" y="1490"/>
                </a:lnTo>
                <a:lnTo>
                  <a:pt x="4339" y="1490"/>
                </a:lnTo>
                <a:lnTo>
                  <a:pt x="4339" y="1491"/>
                </a:lnTo>
                <a:lnTo>
                  <a:pt x="4340" y="1492"/>
                </a:lnTo>
                <a:lnTo>
                  <a:pt x="4339" y="1492"/>
                </a:lnTo>
                <a:lnTo>
                  <a:pt x="4339" y="1493"/>
                </a:lnTo>
                <a:lnTo>
                  <a:pt x="4338" y="1493"/>
                </a:lnTo>
                <a:lnTo>
                  <a:pt x="4338" y="1494"/>
                </a:lnTo>
                <a:lnTo>
                  <a:pt x="4338" y="1493"/>
                </a:lnTo>
                <a:lnTo>
                  <a:pt x="4337" y="1493"/>
                </a:lnTo>
                <a:lnTo>
                  <a:pt x="4337" y="1494"/>
                </a:lnTo>
                <a:lnTo>
                  <a:pt x="4336" y="1494"/>
                </a:lnTo>
                <a:lnTo>
                  <a:pt x="4336" y="1495"/>
                </a:lnTo>
                <a:lnTo>
                  <a:pt x="4335" y="1495"/>
                </a:lnTo>
                <a:lnTo>
                  <a:pt x="4335" y="1496"/>
                </a:lnTo>
                <a:lnTo>
                  <a:pt x="4335" y="1497"/>
                </a:lnTo>
                <a:lnTo>
                  <a:pt x="4336" y="1497"/>
                </a:lnTo>
                <a:lnTo>
                  <a:pt x="4336" y="1496"/>
                </a:lnTo>
                <a:lnTo>
                  <a:pt x="4338" y="1496"/>
                </a:lnTo>
                <a:lnTo>
                  <a:pt x="4338" y="1497"/>
                </a:lnTo>
                <a:lnTo>
                  <a:pt x="4339" y="1497"/>
                </a:lnTo>
                <a:lnTo>
                  <a:pt x="4340" y="1497"/>
                </a:lnTo>
                <a:lnTo>
                  <a:pt x="4341" y="1497"/>
                </a:lnTo>
                <a:lnTo>
                  <a:pt x="4342" y="1498"/>
                </a:lnTo>
                <a:lnTo>
                  <a:pt x="4343" y="1498"/>
                </a:lnTo>
                <a:lnTo>
                  <a:pt x="4344" y="1498"/>
                </a:lnTo>
                <a:lnTo>
                  <a:pt x="4344" y="1499"/>
                </a:lnTo>
                <a:lnTo>
                  <a:pt x="4344" y="1500"/>
                </a:lnTo>
                <a:lnTo>
                  <a:pt x="4344" y="1501"/>
                </a:lnTo>
                <a:lnTo>
                  <a:pt x="4343" y="1501"/>
                </a:lnTo>
                <a:lnTo>
                  <a:pt x="4344" y="1502"/>
                </a:lnTo>
                <a:lnTo>
                  <a:pt x="4343" y="1503"/>
                </a:lnTo>
                <a:lnTo>
                  <a:pt x="4342" y="1504"/>
                </a:lnTo>
                <a:lnTo>
                  <a:pt x="4342" y="1503"/>
                </a:lnTo>
                <a:lnTo>
                  <a:pt x="4341" y="1502"/>
                </a:lnTo>
                <a:lnTo>
                  <a:pt x="4340" y="1502"/>
                </a:lnTo>
                <a:lnTo>
                  <a:pt x="4340" y="1503"/>
                </a:lnTo>
                <a:lnTo>
                  <a:pt x="4341" y="1503"/>
                </a:lnTo>
                <a:lnTo>
                  <a:pt x="4340" y="1504"/>
                </a:lnTo>
                <a:lnTo>
                  <a:pt x="4339" y="1504"/>
                </a:lnTo>
                <a:lnTo>
                  <a:pt x="4338" y="1504"/>
                </a:lnTo>
                <a:lnTo>
                  <a:pt x="4336" y="1504"/>
                </a:lnTo>
                <a:lnTo>
                  <a:pt x="4335" y="1504"/>
                </a:lnTo>
                <a:lnTo>
                  <a:pt x="4335" y="1503"/>
                </a:lnTo>
                <a:lnTo>
                  <a:pt x="4334" y="1503"/>
                </a:lnTo>
                <a:lnTo>
                  <a:pt x="4333" y="1503"/>
                </a:lnTo>
                <a:lnTo>
                  <a:pt x="4332" y="1502"/>
                </a:lnTo>
                <a:lnTo>
                  <a:pt x="4330" y="1502"/>
                </a:lnTo>
                <a:lnTo>
                  <a:pt x="4330" y="1503"/>
                </a:lnTo>
                <a:lnTo>
                  <a:pt x="4330" y="1504"/>
                </a:lnTo>
                <a:lnTo>
                  <a:pt x="4329" y="1504"/>
                </a:lnTo>
                <a:lnTo>
                  <a:pt x="4329" y="1505"/>
                </a:lnTo>
                <a:lnTo>
                  <a:pt x="4328" y="1505"/>
                </a:lnTo>
                <a:lnTo>
                  <a:pt x="4327" y="1506"/>
                </a:lnTo>
                <a:lnTo>
                  <a:pt x="4327" y="1507"/>
                </a:lnTo>
                <a:lnTo>
                  <a:pt x="4326" y="1508"/>
                </a:lnTo>
                <a:lnTo>
                  <a:pt x="4325" y="1508"/>
                </a:lnTo>
                <a:lnTo>
                  <a:pt x="4324" y="1508"/>
                </a:lnTo>
                <a:lnTo>
                  <a:pt x="4323" y="1508"/>
                </a:lnTo>
                <a:lnTo>
                  <a:pt x="4322" y="1508"/>
                </a:lnTo>
                <a:lnTo>
                  <a:pt x="4320" y="1509"/>
                </a:lnTo>
                <a:lnTo>
                  <a:pt x="4320" y="1508"/>
                </a:lnTo>
                <a:lnTo>
                  <a:pt x="4318" y="1509"/>
                </a:lnTo>
                <a:lnTo>
                  <a:pt x="4317" y="1509"/>
                </a:lnTo>
                <a:lnTo>
                  <a:pt x="4316" y="1509"/>
                </a:lnTo>
                <a:lnTo>
                  <a:pt x="4315" y="1509"/>
                </a:lnTo>
                <a:lnTo>
                  <a:pt x="4314" y="1508"/>
                </a:lnTo>
                <a:lnTo>
                  <a:pt x="4313" y="1508"/>
                </a:lnTo>
                <a:lnTo>
                  <a:pt x="4312" y="1508"/>
                </a:lnTo>
                <a:lnTo>
                  <a:pt x="4311" y="1508"/>
                </a:lnTo>
                <a:lnTo>
                  <a:pt x="4310" y="1508"/>
                </a:lnTo>
                <a:lnTo>
                  <a:pt x="4309" y="1508"/>
                </a:lnTo>
                <a:lnTo>
                  <a:pt x="4308" y="1509"/>
                </a:lnTo>
                <a:lnTo>
                  <a:pt x="4309" y="1509"/>
                </a:lnTo>
                <a:lnTo>
                  <a:pt x="4309" y="1510"/>
                </a:lnTo>
                <a:lnTo>
                  <a:pt x="4308" y="1510"/>
                </a:lnTo>
                <a:lnTo>
                  <a:pt x="4308" y="1511"/>
                </a:lnTo>
                <a:lnTo>
                  <a:pt x="4306" y="1511"/>
                </a:lnTo>
                <a:lnTo>
                  <a:pt x="4305" y="1511"/>
                </a:lnTo>
                <a:lnTo>
                  <a:pt x="4304" y="1511"/>
                </a:lnTo>
                <a:lnTo>
                  <a:pt x="4303" y="1511"/>
                </a:lnTo>
                <a:lnTo>
                  <a:pt x="4303" y="1510"/>
                </a:lnTo>
                <a:lnTo>
                  <a:pt x="4302" y="1510"/>
                </a:lnTo>
                <a:lnTo>
                  <a:pt x="4301" y="1510"/>
                </a:lnTo>
                <a:lnTo>
                  <a:pt x="4300" y="1510"/>
                </a:lnTo>
                <a:lnTo>
                  <a:pt x="4300" y="1511"/>
                </a:lnTo>
                <a:lnTo>
                  <a:pt x="4299" y="1512"/>
                </a:lnTo>
                <a:lnTo>
                  <a:pt x="4300" y="1513"/>
                </a:lnTo>
                <a:lnTo>
                  <a:pt x="4300" y="1512"/>
                </a:lnTo>
                <a:lnTo>
                  <a:pt x="4301" y="1511"/>
                </a:lnTo>
                <a:lnTo>
                  <a:pt x="4302" y="1511"/>
                </a:lnTo>
                <a:lnTo>
                  <a:pt x="4302" y="1512"/>
                </a:lnTo>
                <a:lnTo>
                  <a:pt x="4301" y="1513"/>
                </a:lnTo>
                <a:lnTo>
                  <a:pt x="4301" y="1514"/>
                </a:lnTo>
                <a:lnTo>
                  <a:pt x="4300" y="1514"/>
                </a:lnTo>
                <a:lnTo>
                  <a:pt x="4299" y="1514"/>
                </a:lnTo>
                <a:lnTo>
                  <a:pt x="4299" y="1515"/>
                </a:lnTo>
                <a:lnTo>
                  <a:pt x="4299" y="1516"/>
                </a:lnTo>
                <a:lnTo>
                  <a:pt x="4298" y="1518"/>
                </a:lnTo>
                <a:lnTo>
                  <a:pt x="4297" y="1518"/>
                </a:lnTo>
                <a:lnTo>
                  <a:pt x="4296" y="1518"/>
                </a:lnTo>
                <a:lnTo>
                  <a:pt x="4295" y="1518"/>
                </a:lnTo>
                <a:lnTo>
                  <a:pt x="4294" y="1518"/>
                </a:lnTo>
                <a:lnTo>
                  <a:pt x="4293" y="1518"/>
                </a:lnTo>
                <a:lnTo>
                  <a:pt x="4292" y="1518"/>
                </a:lnTo>
                <a:lnTo>
                  <a:pt x="4292" y="1517"/>
                </a:lnTo>
                <a:lnTo>
                  <a:pt x="4292" y="1516"/>
                </a:lnTo>
                <a:lnTo>
                  <a:pt x="4292" y="1515"/>
                </a:lnTo>
                <a:lnTo>
                  <a:pt x="4292" y="1514"/>
                </a:lnTo>
                <a:lnTo>
                  <a:pt x="4291" y="1514"/>
                </a:lnTo>
                <a:lnTo>
                  <a:pt x="4290" y="1514"/>
                </a:lnTo>
                <a:lnTo>
                  <a:pt x="4290" y="1513"/>
                </a:lnTo>
                <a:lnTo>
                  <a:pt x="4290" y="1512"/>
                </a:lnTo>
                <a:lnTo>
                  <a:pt x="4291" y="1512"/>
                </a:lnTo>
                <a:lnTo>
                  <a:pt x="4292" y="1512"/>
                </a:lnTo>
                <a:lnTo>
                  <a:pt x="4293" y="1511"/>
                </a:lnTo>
                <a:lnTo>
                  <a:pt x="4292" y="1511"/>
                </a:lnTo>
                <a:lnTo>
                  <a:pt x="4291" y="1511"/>
                </a:lnTo>
                <a:lnTo>
                  <a:pt x="4291" y="1510"/>
                </a:lnTo>
                <a:lnTo>
                  <a:pt x="4292" y="1510"/>
                </a:lnTo>
                <a:lnTo>
                  <a:pt x="4292" y="1509"/>
                </a:lnTo>
                <a:lnTo>
                  <a:pt x="4292" y="1510"/>
                </a:lnTo>
                <a:lnTo>
                  <a:pt x="4292" y="1509"/>
                </a:lnTo>
                <a:lnTo>
                  <a:pt x="4291" y="1509"/>
                </a:lnTo>
                <a:lnTo>
                  <a:pt x="4290" y="1509"/>
                </a:lnTo>
                <a:lnTo>
                  <a:pt x="4290" y="1508"/>
                </a:lnTo>
                <a:lnTo>
                  <a:pt x="4290" y="1507"/>
                </a:lnTo>
                <a:lnTo>
                  <a:pt x="4290" y="1506"/>
                </a:lnTo>
                <a:lnTo>
                  <a:pt x="4289" y="1506"/>
                </a:lnTo>
                <a:lnTo>
                  <a:pt x="4289" y="1505"/>
                </a:lnTo>
                <a:lnTo>
                  <a:pt x="4290" y="1504"/>
                </a:lnTo>
                <a:lnTo>
                  <a:pt x="4290" y="1503"/>
                </a:lnTo>
                <a:lnTo>
                  <a:pt x="4291" y="1503"/>
                </a:lnTo>
                <a:lnTo>
                  <a:pt x="4291" y="1502"/>
                </a:lnTo>
                <a:lnTo>
                  <a:pt x="4291" y="1501"/>
                </a:lnTo>
                <a:lnTo>
                  <a:pt x="4290" y="1501"/>
                </a:lnTo>
                <a:lnTo>
                  <a:pt x="4289" y="1501"/>
                </a:lnTo>
                <a:lnTo>
                  <a:pt x="4288" y="1501"/>
                </a:lnTo>
                <a:lnTo>
                  <a:pt x="4288" y="1500"/>
                </a:lnTo>
                <a:lnTo>
                  <a:pt x="4288" y="1499"/>
                </a:lnTo>
                <a:lnTo>
                  <a:pt x="4288" y="1498"/>
                </a:lnTo>
                <a:lnTo>
                  <a:pt x="4288" y="1497"/>
                </a:lnTo>
                <a:lnTo>
                  <a:pt x="4289" y="1497"/>
                </a:lnTo>
                <a:lnTo>
                  <a:pt x="4290" y="1496"/>
                </a:lnTo>
                <a:lnTo>
                  <a:pt x="4291" y="1496"/>
                </a:lnTo>
                <a:lnTo>
                  <a:pt x="4291" y="1495"/>
                </a:lnTo>
                <a:lnTo>
                  <a:pt x="4292" y="1495"/>
                </a:lnTo>
                <a:lnTo>
                  <a:pt x="4293" y="1495"/>
                </a:lnTo>
                <a:lnTo>
                  <a:pt x="4294" y="1495"/>
                </a:lnTo>
                <a:lnTo>
                  <a:pt x="4295" y="1495"/>
                </a:lnTo>
                <a:lnTo>
                  <a:pt x="4296" y="1495"/>
                </a:lnTo>
                <a:lnTo>
                  <a:pt x="4297" y="1495"/>
                </a:lnTo>
                <a:lnTo>
                  <a:pt x="4297" y="1496"/>
                </a:lnTo>
                <a:lnTo>
                  <a:pt x="4298" y="1496"/>
                </a:lnTo>
                <a:lnTo>
                  <a:pt x="4298" y="1497"/>
                </a:lnTo>
                <a:lnTo>
                  <a:pt x="4300" y="1497"/>
                </a:lnTo>
                <a:lnTo>
                  <a:pt x="4300" y="1496"/>
                </a:lnTo>
                <a:lnTo>
                  <a:pt x="4301" y="1496"/>
                </a:lnTo>
                <a:lnTo>
                  <a:pt x="4300" y="1496"/>
                </a:lnTo>
                <a:lnTo>
                  <a:pt x="4300" y="1495"/>
                </a:lnTo>
                <a:lnTo>
                  <a:pt x="4301" y="1495"/>
                </a:lnTo>
                <a:lnTo>
                  <a:pt x="4301" y="1494"/>
                </a:lnTo>
                <a:lnTo>
                  <a:pt x="4301" y="1495"/>
                </a:lnTo>
                <a:lnTo>
                  <a:pt x="4303" y="1495"/>
                </a:lnTo>
                <a:lnTo>
                  <a:pt x="4304" y="1494"/>
                </a:lnTo>
                <a:lnTo>
                  <a:pt x="4304" y="1493"/>
                </a:lnTo>
                <a:lnTo>
                  <a:pt x="4305" y="1493"/>
                </a:lnTo>
                <a:lnTo>
                  <a:pt x="4306" y="1493"/>
                </a:lnTo>
                <a:lnTo>
                  <a:pt x="4307" y="1493"/>
                </a:lnTo>
                <a:lnTo>
                  <a:pt x="4308" y="1493"/>
                </a:lnTo>
                <a:lnTo>
                  <a:pt x="4309" y="1493"/>
                </a:lnTo>
                <a:lnTo>
                  <a:pt x="4310" y="1492"/>
                </a:lnTo>
                <a:lnTo>
                  <a:pt x="4311" y="1492"/>
                </a:lnTo>
                <a:lnTo>
                  <a:pt x="4311" y="1491"/>
                </a:lnTo>
                <a:lnTo>
                  <a:pt x="4310" y="1491"/>
                </a:lnTo>
                <a:lnTo>
                  <a:pt x="4310" y="1490"/>
                </a:lnTo>
                <a:lnTo>
                  <a:pt x="4309" y="1490"/>
                </a:lnTo>
                <a:lnTo>
                  <a:pt x="4308" y="1490"/>
                </a:lnTo>
                <a:lnTo>
                  <a:pt x="4308" y="1489"/>
                </a:lnTo>
                <a:lnTo>
                  <a:pt x="4309" y="1489"/>
                </a:lnTo>
                <a:lnTo>
                  <a:pt x="4310" y="1488"/>
                </a:lnTo>
                <a:lnTo>
                  <a:pt x="4310" y="1487"/>
                </a:lnTo>
                <a:lnTo>
                  <a:pt x="4311" y="1487"/>
                </a:lnTo>
                <a:lnTo>
                  <a:pt x="4311" y="1486"/>
                </a:lnTo>
                <a:lnTo>
                  <a:pt x="4310" y="1486"/>
                </a:lnTo>
                <a:lnTo>
                  <a:pt x="4311" y="1486"/>
                </a:lnTo>
                <a:lnTo>
                  <a:pt x="4311" y="1485"/>
                </a:lnTo>
                <a:lnTo>
                  <a:pt x="4312" y="1486"/>
                </a:lnTo>
                <a:lnTo>
                  <a:pt x="4312" y="1485"/>
                </a:lnTo>
                <a:lnTo>
                  <a:pt x="4313" y="1485"/>
                </a:lnTo>
                <a:lnTo>
                  <a:pt x="4313" y="1484"/>
                </a:lnTo>
                <a:lnTo>
                  <a:pt x="4314" y="1484"/>
                </a:lnTo>
                <a:lnTo>
                  <a:pt x="4314" y="1485"/>
                </a:lnTo>
                <a:lnTo>
                  <a:pt x="4315" y="1485"/>
                </a:lnTo>
                <a:lnTo>
                  <a:pt x="4315" y="1486"/>
                </a:lnTo>
                <a:lnTo>
                  <a:pt x="4316" y="1486"/>
                </a:lnTo>
                <a:lnTo>
                  <a:pt x="4316" y="1487"/>
                </a:lnTo>
                <a:lnTo>
                  <a:pt x="4318" y="1487"/>
                </a:lnTo>
                <a:lnTo>
                  <a:pt x="4319" y="1488"/>
                </a:lnTo>
                <a:lnTo>
                  <a:pt x="4319" y="1487"/>
                </a:lnTo>
                <a:lnTo>
                  <a:pt x="4320" y="1487"/>
                </a:lnTo>
                <a:lnTo>
                  <a:pt x="4321" y="1487"/>
                </a:lnTo>
                <a:lnTo>
                  <a:pt x="4321" y="1488"/>
                </a:lnTo>
                <a:lnTo>
                  <a:pt x="4323" y="1488"/>
                </a:lnTo>
                <a:lnTo>
                  <a:pt x="4323" y="1487"/>
                </a:lnTo>
                <a:lnTo>
                  <a:pt x="4324" y="1487"/>
                </a:lnTo>
                <a:lnTo>
                  <a:pt x="4325" y="1487"/>
                </a:lnTo>
                <a:lnTo>
                  <a:pt x="4326" y="1487"/>
                </a:lnTo>
                <a:lnTo>
                  <a:pt x="4326" y="1486"/>
                </a:lnTo>
                <a:lnTo>
                  <a:pt x="4327" y="1486"/>
                </a:lnTo>
                <a:lnTo>
                  <a:pt x="4327" y="1485"/>
                </a:lnTo>
                <a:lnTo>
                  <a:pt x="4328" y="1485"/>
                </a:lnTo>
                <a:lnTo>
                  <a:pt x="4329" y="1484"/>
                </a:lnTo>
                <a:lnTo>
                  <a:pt x="4330" y="1484"/>
                </a:lnTo>
                <a:lnTo>
                  <a:pt x="4331" y="1484"/>
                </a:lnTo>
                <a:lnTo>
                  <a:pt x="4331" y="1483"/>
                </a:lnTo>
                <a:lnTo>
                  <a:pt x="4332" y="1483"/>
                </a:lnTo>
                <a:lnTo>
                  <a:pt x="4333" y="1483"/>
                </a:lnTo>
                <a:lnTo>
                  <a:pt x="4334" y="1483"/>
                </a:lnTo>
                <a:lnTo>
                  <a:pt x="4335" y="1482"/>
                </a:lnTo>
                <a:lnTo>
                  <a:pt x="4336" y="1482"/>
                </a:lnTo>
                <a:lnTo>
                  <a:pt x="4337" y="1482"/>
                </a:lnTo>
                <a:lnTo>
                  <a:pt x="4337" y="1481"/>
                </a:lnTo>
                <a:lnTo>
                  <a:pt x="4338" y="1481"/>
                </a:lnTo>
                <a:lnTo>
                  <a:pt x="4338" y="1480"/>
                </a:lnTo>
                <a:lnTo>
                  <a:pt x="4339" y="1480"/>
                </a:lnTo>
                <a:lnTo>
                  <a:pt x="4339" y="1481"/>
                </a:lnTo>
                <a:lnTo>
                  <a:pt x="4340" y="1481"/>
                </a:lnTo>
                <a:lnTo>
                  <a:pt x="4341" y="1480"/>
                </a:lnTo>
                <a:lnTo>
                  <a:pt x="4341" y="1479"/>
                </a:lnTo>
                <a:lnTo>
                  <a:pt x="4342" y="1479"/>
                </a:lnTo>
                <a:lnTo>
                  <a:pt x="4342" y="1478"/>
                </a:lnTo>
                <a:lnTo>
                  <a:pt x="4341" y="1477"/>
                </a:lnTo>
                <a:lnTo>
                  <a:pt x="4341" y="1476"/>
                </a:lnTo>
                <a:lnTo>
                  <a:pt x="4340" y="1475"/>
                </a:lnTo>
                <a:lnTo>
                  <a:pt x="4339" y="1475"/>
                </a:lnTo>
                <a:lnTo>
                  <a:pt x="4338" y="1474"/>
                </a:lnTo>
                <a:lnTo>
                  <a:pt x="4338" y="1473"/>
                </a:lnTo>
                <a:lnTo>
                  <a:pt x="4337" y="1473"/>
                </a:lnTo>
                <a:lnTo>
                  <a:pt x="4336" y="1472"/>
                </a:lnTo>
                <a:lnTo>
                  <a:pt x="4334" y="1473"/>
                </a:lnTo>
                <a:lnTo>
                  <a:pt x="4334" y="1472"/>
                </a:lnTo>
                <a:lnTo>
                  <a:pt x="4333" y="1472"/>
                </a:lnTo>
                <a:lnTo>
                  <a:pt x="4334" y="1472"/>
                </a:lnTo>
                <a:lnTo>
                  <a:pt x="4334" y="1471"/>
                </a:lnTo>
                <a:lnTo>
                  <a:pt x="4334" y="1470"/>
                </a:lnTo>
                <a:lnTo>
                  <a:pt x="4333" y="1470"/>
                </a:lnTo>
                <a:lnTo>
                  <a:pt x="4333" y="1471"/>
                </a:lnTo>
                <a:lnTo>
                  <a:pt x="4332" y="1470"/>
                </a:lnTo>
                <a:lnTo>
                  <a:pt x="4332" y="1469"/>
                </a:lnTo>
                <a:lnTo>
                  <a:pt x="4333" y="1469"/>
                </a:lnTo>
                <a:lnTo>
                  <a:pt x="4334" y="1469"/>
                </a:lnTo>
                <a:lnTo>
                  <a:pt x="4335" y="1469"/>
                </a:lnTo>
                <a:lnTo>
                  <a:pt x="4335" y="1468"/>
                </a:lnTo>
                <a:lnTo>
                  <a:pt x="4333" y="1468"/>
                </a:lnTo>
                <a:lnTo>
                  <a:pt x="4333" y="1467"/>
                </a:lnTo>
                <a:lnTo>
                  <a:pt x="4334" y="1467"/>
                </a:lnTo>
                <a:lnTo>
                  <a:pt x="4335" y="1467"/>
                </a:lnTo>
                <a:lnTo>
                  <a:pt x="4336" y="1467"/>
                </a:lnTo>
                <a:lnTo>
                  <a:pt x="4337" y="1467"/>
                </a:lnTo>
                <a:lnTo>
                  <a:pt x="4337" y="1466"/>
                </a:lnTo>
                <a:lnTo>
                  <a:pt x="4338" y="1465"/>
                </a:lnTo>
                <a:lnTo>
                  <a:pt x="4337" y="1465"/>
                </a:lnTo>
                <a:lnTo>
                  <a:pt x="4336" y="1465"/>
                </a:lnTo>
                <a:lnTo>
                  <a:pt x="4335" y="1464"/>
                </a:lnTo>
                <a:lnTo>
                  <a:pt x="4335" y="1463"/>
                </a:lnTo>
                <a:lnTo>
                  <a:pt x="4334" y="1463"/>
                </a:lnTo>
                <a:lnTo>
                  <a:pt x="4334" y="1464"/>
                </a:lnTo>
                <a:lnTo>
                  <a:pt x="4333" y="1464"/>
                </a:lnTo>
                <a:lnTo>
                  <a:pt x="4333" y="1463"/>
                </a:lnTo>
                <a:lnTo>
                  <a:pt x="4333" y="1462"/>
                </a:lnTo>
                <a:lnTo>
                  <a:pt x="4334" y="1462"/>
                </a:lnTo>
                <a:lnTo>
                  <a:pt x="4335" y="1462"/>
                </a:lnTo>
                <a:lnTo>
                  <a:pt x="4336" y="1462"/>
                </a:lnTo>
                <a:lnTo>
                  <a:pt x="4336" y="1461"/>
                </a:lnTo>
                <a:lnTo>
                  <a:pt x="4337" y="1461"/>
                </a:lnTo>
                <a:lnTo>
                  <a:pt x="4337" y="1462"/>
                </a:lnTo>
                <a:lnTo>
                  <a:pt x="4338" y="1462"/>
                </a:lnTo>
                <a:lnTo>
                  <a:pt x="4339" y="1462"/>
                </a:lnTo>
                <a:lnTo>
                  <a:pt x="4340" y="1462"/>
                </a:lnTo>
                <a:lnTo>
                  <a:pt x="4341" y="1461"/>
                </a:lnTo>
                <a:lnTo>
                  <a:pt x="4342" y="1461"/>
                </a:lnTo>
                <a:lnTo>
                  <a:pt x="4342" y="1460"/>
                </a:lnTo>
                <a:lnTo>
                  <a:pt x="4341" y="1460"/>
                </a:lnTo>
                <a:lnTo>
                  <a:pt x="4341" y="1459"/>
                </a:lnTo>
                <a:lnTo>
                  <a:pt x="4340" y="1458"/>
                </a:lnTo>
                <a:lnTo>
                  <a:pt x="4341" y="1458"/>
                </a:lnTo>
                <a:lnTo>
                  <a:pt x="4342" y="1458"/>
                </a:lnTo>
                <a:lnTo>
                  <a:pt x="4343" y="1458"/>
                </a:lnTo>
                <a:lnTo>
                  <a:pt x="4344" y="1458"/>
                </a:lnTo>
                <a:lnTo>
                  <a:pt x="4344" y="1459"/>
                </a:lnTo>
                <a:lnTo>
                  <a:pt x="4345" y="1459"/>
                </a:lnTo>
                <a:lnTo>
                  <a:pt x="4346" y="1459"/>
                </a:lnTo>
                <a:lnTo>
                  <a:pt x="4346" y="1458"/>
                </a:lnTo>
                <a:lnTo>
                  <a:pt x="4346" y="1457"/>
                </a:lnTo>
                <a:lnTo>
                  <a:pt x="4344" y="1457"/>
                </a:lnTo>
                <a:lnTo>
                  <a:pt x="4345" y="1457"/>
                </a:lnTo>
                <a:lnTo>
                  <a:pt x="4345" y="1456"/>
                </a:lnTo>
                <a:lnTo>
                  <a:pt x="4344" y="1456"/>
                </a:lnTo>
                <a:lnTo>
                  <a:pt x="4344" y="1455"/>
                </a:lnTo>
                <a:lnTo>
                  <a:pt x="4344" y="1454"/>
                </a:lnTo>
                <a:lnTo>
                  <a:pt x="4345" y="1454"/>
                </a:lnTo>
                <a:lnTo>
                  <a:pt x="4346" y="1453"/>
                </a:lnTo>
                <a:lnTo>
                  <a:pt x="4345" y="1453"/>
                </a:lnTo>
                <a:lnTo>
                  <a:pt x="4345" y="1452"/>
                </a:lnTo>
                <a:lnTo>
                  <a:pt x="4346" y="1451"/>
                </a:lnTo>
                <a:lnTo>
                  <a:pt x="4347" y="1451"/>
                </a:lnTo>
                <a:lnTo>
                  <a:pt x="4348" y="1451"/>
                </a:lnTo>
                <a:lnTo>
                  <a:pt x="4349" y="1452"/>
                </a:lnTo>
                <a:lnTo>
                  <a:pt x="4352" y="1452"/>
                </a:lnTo>
                <a:lnTo>
                  <a:pt x="4353" y="1452"/>
                </a:lnTo>
                <a:lnTo>
                  <a:pt x="4354" y="1452"/>
                </a:lnTo>
                <a:lnTo>
                  <a:pt x="4355" y="1452"/>
                </a:lnTo>
                <a:lnTo>
                  <a:pt x="4356" y="1452"/>
                </a:lnTo>
                <a:lnTo>
                  <a:pt x="4357" y="1452"/>
                </a:lnTo>
                <a:lnTo>
                  <a:pt x="4358" y="1451"/>
                </a:lnTo>
                <a:lnTo>
                  <a:pt x="4359" y="1450"/>
                </a:lnTo>
                <a:lnTo>
                  <a:pt x="4360" y="1450"/>
                </a:lnTo>
                <a:lnTo>
                  <a:pt x="4360" y="1449"/>
                </a:lnTo>
                <a:lnTo>
                  <a:pt x="4361" y="1449"/>
                </a:lnTo>
                <a:lnTo>
                  <a:pt x="4361" y="1450"/>
                </a:lnTo>
                <a:lnTo>
                  <a:pt x="4361" y="1449"/>
                </a:lnTo>
                <a:lnTo>
                  <a:pt x="4362" y="1449"/>
                </a:lnTo>
                <a:lnTo>
                  <a:pt x="4363" y="1449"/>
                </a:lnTo>
                <a:lnTo>
                  <a:pt x="4362" y="1449"/>
                </a:lnTo>
                <a:lnTo>
                  <a:pt x="4360" y="1449"/>
                </a:lnTo>
                <a:lnTo>
                  <a:pt x="4359" y="1449"/>
                </a:lnTo>
                <a:lnTo>
                  <a:pt x="4358" y="1449"/>
                </a:lnTo>
                <a:lnTo>
                  <a:pt x="4357" y="1449"/>
                </a:lnTo>
                <a:lnTo>
                  <a:pt x="4357" y="1450"/>
                </a:lnTo>
                <a:lnTo>
                  <a:pt x="4355" y="1450"/>
                </a:lnTo>
                <a:lnTo>
                  <a:pt x="4354" y="1451"/>
                </a:lnTo>
                <a:lnTo>
                  <a:pt x="4353" y="1451"/>
                </a:lnTo>
                <a:lnTo>
                  <a:pt x="4352" y="1451"/>
                </a:lnTo>
                <a:lnTo>
                  <a:pt x="4350" y="1451"/>
                </a:lnTo>
                <a:lnTo>
                  <a:pt x="4348" y="1451"/>
                </a:lnTo>
                <a:lnTo>
                  <a:pt x="4348" y="1450"/>
                </a:lnTo>
                <a:lnTo>
                  <a:pt x="4347" y="1450"/>
                </a:lnTo>
                <a:lnTo>
                  <a:pt x="4346" y="1450"/>
                </a:lnTo>
                <a:lnTo>
                  <a:pt x="4345" y="1449"/>
                </a:lnTo>
                <a:lnTo>
                  <a:pt x="4344" y="1449"/>
                </a:lnTo>
                <a:lnTo>
                  <a:pt x="4344" y="1448"/>
                </a:lnTo>
                <a:lnTo>
                  <a:pt x="4343" y="1448"/>
                </a:lnTo>
                <a:lnTo>
                  <a:pt x="4343" y="1449"/>
                </a:lnTo>
                <a:lnTo>
                  <a:pt x="4343" y="1450"/>
                </a:lnTo>
                <a:lnTo>
                  <a:pt x="4344" y="1451"/>
                </a:lnTo>
                <a:lnTo>
                  <a:pt x="4344" y="1452"/>
                </a:lnTo>
                <a:lnTo>
                  <a:pt x="4344" y="1453"/>
                </a:lnTo>
                <a:lnTo>
                  <a:pt x="4343" y="1453"/>
                </a:lnTo>
                <a:lnTo>
                  <a:pt x="4342" y="1453"/>
                </a:lnTo>
                <a:lnTo>
                  <a:pt x="4342" y="1454"/>
                </a:lnTo>
                <a:lnTo>
                  <a:pt x="4341" y="1454"/>
                </a:lnTo>
                <a:lnTo>
                  <a:pt x="4340" y="1454"/>
                </a:lnTo>
                <a:lnTo>
                  <a:pt x="4339" y="1454"/>
                </a:lnTo>
                <a:lnTo>
                  <a:pt x="4338" y="1455"/>
                </a:lnTo>
                <a:lnTo>
                  <a:pt x="4337" y="1455"/>
                </a:lnTo>
                <a:lnTo>
                  <a:pt x="4336" y="1456"/>
                </a:lnTo>
                <a:lnTo>
                  <a:pt x="4333" y="1456"/>
                </a:lnTo>
                <a:lnTo>
                  <a:pt x="4331" y="1457"/>
                </a:lnTo>
                <a:lnTo>
                  <a:pt x="4331" y="1456"/>
                </a:lnTo>
                <a:lnTo>
                  <a:pt x="4330" y="1456"/>
                </a:lnTo>
                <a:lnTo>
                  <a:pt x="4330" y="1457"/>
                </a:lnTo>
                <a:lnTo>
                  <a:pt x="4329" y="1457"/>
                </a:lnTo>
                <a:lnTo>
                  <a:pt x="4329" y="1458"/>
                </a:lnTo>
                <a:lnTo>
                  <a:pt x="4329" y="1457"/>
                </a:lnTo>
                <a:lnTo>
                  <a:pt x="4329" y="1456"/>
                </a:lnTo>
                <a:lnTo>
                  <a:pt x="4328" y="1456"/>
                </a:lnTo>
                <a:lnTo>
                  <a:pt x="4327" y="1456"/>
                </a:lnTo>
                <a:lnTo>
                  <a:pt x="4327" y="1459"/>
                </a:lnTo>
                <a:lnTo>
                  <a:pt x="4325" y="1459"/>
                </a:lnTo>
                <a:lnTo>
                  <a:pt x="4325" y="1461"/>
                </a:lnTo>
                <a:lnTo>
                  <a:pt x="4324" y="1461"/>
                </a:lnTo>
                <a:lnTo>
                  <a:pt x="4324" y="1459"/>
                </a:lnTo>
                <a:lnTo>
                  <a:pt x="4322" y="1459"/>
                </a:lnTo>
                <a:lnTo>
                  <a:pt x="4322" y="1458"/>
                </a:lnTo>
                <a:lnTo>
                  <a:pt x="4322" y="1457"/>
                </a:lnTo>
                <a:lnTo>
                  <a:pt x="4323" y="1456"/>
                </a:lnTo>
                <a:lnTo>
                  <a:pt x="4323" y="1455"/>
                </a:lnTo>
                <a:lnTo>
                  <a:pt x="4322" y="1455"/>
                </a:lnTo>
                <a:lnTo>
                  <a:pt x="4320" y="1455"/>
                </a:lnTo>
                <a:lnTo>
                  <a:pt x="4319" y="1455"/>
                </a:lnTo>
                <a:lnTo>
                  <a:pt x="4320" y="1454"/>
                </a:lnTo>
                <a:lnTo>
                  <a:pt x="4320" y="1453"/>
                </a:lnTo>
                <a:lnTo>
                  <a:pt x="4321" y="1453"/>
                </a:lnTo>
                <a:lnTo>
                  <a:pt x="4321" y="1452"/>
                </a:lnTo>
                <a:lnTo>
                  <a:pt x="4322" y="1451"/>
                </a:lnTo>
                <a:lnTo>
                  <a:pt x="4322" y="1449"/>
                </a:lnTo>
                <a:lnTo>
                  <a:pt x="4322" y="1448"/>
                </a:lnTo>
                <a:lnTo>
                  <a:pt x="4322" y="1449"/>
                </a:lnTo>
                <a:lnTo>
                  <a:pt x="4321" y="1448"/>
                </a:lnTo>
                <a:lnTo>
                  <a:pt x="4320" y="1447"/>
                </a:lnTo>
                <a:lnTo>
                  <a:pt x="4319" y="1446"/>
                </a:lnTo>
                <a:lnTo>
                  <a:pt x="4319" y="1447"/>
                </a:lnTo>
                <a:lnTo>
                  <a:pt x="4320" y="1447"/>
                </a:lnTo>
                <a:lnTo>
                  <a:pt x="4320" y="1448"/>
                </a:lnTo>
                <a:lnTo>
                  <a:pt x="4320" y="1449"/>
                </a:lnTo>
                <a:lnTo>
                  <a:pt x="4319" y="1449"/>
                </a:lnTo>
                <a:lnTo>
                  <a:pt x="4319" y="1450"/>
                </a:lnTo>
                <a:lnTo>
                  <a:pt x="4319" y="1451"/>
                </a:lnTo>
                <a:lnTo>
                  <a:pt x="4318" y="1451"/>
                </a:lnTo>
                <a:lnTo>
                  <a:pt x="4318" y="1452"/>
                </a:lnTo>
                <a:lnTo>
                  <a:pt x="4317" y="1452"/>
                </a:lnTo>
                <a:lnTo>
                  <a:pt x="4316" y="1452"/>
                </a:lnTo>
                <a:lnTo>
                  <a:pt x="4316" y="1453"/>
                </a:lnTo>
                <a:lnTo>
                  <a:pt x="4315" y="1453"/>
                </a:lnTo>
                <a:lnTo>
                  <a:pt x="4315" y="1452"/>
                </a:lnTo>
                <a:lnTo>
                  <a:pt x="4314" y="1452"/>
                </a:lnTo>
                <a:lnTo>
                  <a:pt x="4313" y="1452"/>
                </a:lnTo>
                <a:lnTo>
                  <a:pt x="4313" y="1451"/>
                </a:lnTo>
                <a:lnTo>
                  <a:pt x="4312" y="1451"/>
                </a:lnTo>
                <a:lnTo>
                  <a:pt x="4311" y="1451"/>
                </a:lnTo>
                <a:lnTo>
                  <a:pt x="4310" y="1451"/>
                </a:lnTo>
                <a:lnTo>
                  <a:pt x="4309" y="1452"/>
                </a:lnTo>
                <a:lnTo>
                  <a:pt x="4308" y="1451"/>
                </a:lnTo>
                <a:lnTo>
                  <a:pt x="4308" y="1450"/>
                </a:lnTo>
                <a:lnTo>
                  <a:pt x="4308" y="1449"/>
                </a:lnTo>
                <a:lnTo>
                  <a:pt x="4309" y="1450"/>
                </a:lnTo>
                <a:lnTo>
                  <a:pt x="4310" y="1448"/>
                </a:lnTo>
                <a:lnTo>
                  <a:pt x="4311" y="1447"/>
                </a:lnTo>
                <a:lnTo>
                  <a:pt x="4311" y="1448"/>
                </a:lnTo>
                <a:lnTo>
                  <a:pt x="4311" y="1447"/>
                </a:lnTo>
                <a:lnTo>
                  <a:pt x="4312" y="1447"/>
                </a:lnTo>
                <a:lnTo>
                  <a:pt x="4313" y="1446"/>
                </a:lnTo>
                <a:lnTo>
                  <a:pt x="4313" y="1444"/>
                </a:lnTo>
                <a:lnTo>
                  <a:pt x="4312" y="1444"/>
                </a:lnTo>
                <a:lnTo>
                  <a:pt x="4311" y="1444"/>
                </a:lnTo>
                <a:lnTo>
                  <a:pt x="4310" y="1445"/>
                </a:lnTo>
                <a:lnTo>
                  <a:pt x="4309" y="1446"/>
                </a:lnTo>
                <a:lnTo>
                  <a:pt x="4310" y="1447"/>
                </a:lnTo>
                <a:lnTo>
                  <a:pt x="4309" y="1448"/>
                </a:lnTo>
                <a:lnTo>
                  <a:pt x="4308" y="1448"/>
                </a:lnTo>
                <a:lnTo>
                  <a:pt x="4308" y="1449"/>
                </a:lnTo>
                <a:lnTo>
                  <a:pt x="4307" y="1449"/>
                </a:lnTo>
                <a:lnTo>
                  <a:pt x="4306" y="1448"/>
                </a:lnTo>
                <a:lnTo>
                  <a:pt x="4306" y="1449"/>
                </a:lnTo>
                <a:lnTo>
                  <a:pt x="4306" y="1450"/>
                </a:lnTo>
                <a:lnTo>
                  <a:pt x="4305" y="1451"/>
                </a:lnTo>
                <a:lnTo>
                  <a:pt x="4304" y="1451"/>
                </a:lnTo>
                <a:lnTo>
                  <a:pt x="4303" y="1451"/>
                </a:lnTo>
                <a:lnTo>
                  <a:pt x="4302" y="1450"/>
                </a:lnTo>
                <a:lnTo>
                  <a:pt x="4302" y="1449"/>
                </a:lnTo>
                <a:lnTo>
                  <a:pt x="4303" y="1449"/>
                </a:lnTo>
                <a:lnTo>
                  <a:pt x="4303" y="1448"/>
                </a:lnTo>
                <a:lnTo>
                  <a:pt x="4303" y="1447"/>
                </a:lnTo>
                <a:lnTo>
                  <a:pt x="4304" y="1447"/>
                </a:lnTo>
                <a:lnTo>
                  <a:pt x="4304" y="1446"/>
                </a:lnTo>
                <a:lnTo>
                  <a:pt x="4304" y="1445"/>
                </a:lnTo>
                <a:lnTo>
                  <a:pt x="4304" y="1444"/>
                </a:lnTo>
                <a:lnTo>
                  <a:pt x="4305" y="1444"/>
                </a:lnTo>
                <a:lnTo>
                  <a:pt x="4305" y="1443"/>
                </a:lnTo>
                <a:lnTo>
                  <a:pt x="4304" y="1443"/>
                </a:lnTo>
                <a:lnTo>
                  <a:pt x="4305" y="1442"/>
                </a:lnTo>
                <a:lnTo>
                  <a:pt x="4306" y="1442"/>
                </a:lnTo>
                <a:lnTo>
                  <a:pt x="4307" y="1441"/>
                </a:lnTo>
                <a:lnTo>
                  <a:pt x="4308" y="1441"/>
                </a:lnTo>
                <a:lnTo>
                  <a:pt x="4308" y="1440"/>
                </a:lnTo>
                <a:lnTo>
                  <a:pt x="4309" y="1440"/>
                </a:lnTo>
                <a:lnTo>
                  <a:pt x="4310" y="1440"/>
                </a:lnTo>
                <a:lnTo>
                  <a:pt x="4311" y="1439"/>
                </a:lnTo>
                <a:lnTo>
                  <a:pt x="4312" y="1438"/>
                </a:lnTo>
                <a:lnTo>
                  <a:pt x="4313" y="1438"/>
                </a:lnTo>
                <a:lnTo>
                  <a:pt x="4314" y="1439"/>
                </a:lnTo>
                <a:lnTo>
                  <a:pt x="4315" y="1439"/>
                </a:lnTo>
                <a:lnTo>
                  <a:pt x="4314" y="1440"/>
                </a:lnTo>
                <a:lnTo>
                  <a:pt x="4315" y="1440"/>
                </a:lnTo>
                <a:lnTo>
                  <a:pt x="4316" y="1440"/>
                </a:lnTo>
                <a:lnTo>
                  <a:pt x="4316" y="1439"/>
                </a:lnTo>
                <a:lnTo>
                  <a:pt x="4317" y="1439"/>
                </a:lnTo>
                <a:lnTo>
                  <a:pt x="4318" y="1439"/>
                </a:lnTo>
                <a:lnTo>
                  <a:pt x="4319" y="1438"/>
                </a:lnTo>
                <a:lnTo>
                  <a:pt x="4320" y="1438"/>
                </a:lnTo>
                <a:lnTo>
                  <a:pt x="4320" y="1437"/>
                </a:lnTo>
                <a:lnTo>
                  <a:pt x="4321" y="1437"/>
                </a:lnTo>
                <a:lnTo>
                  <a:pt x="4323" y="1436"/>
                </a:lnTo>
                <a:lnTo>
                  <a:pt x="4322" y="1436"/>
                </a:lnTo>
                <a:lnTo>
                  <a:pt x="4321" y="1436"/>
                </a:lnTo>
                <a:lnTo>
                  <a:pt x="4320" y="1436"/>
                </a:lnTo>
                <a:lnTo>
                  <a:pt x="4320" y="1437"/>
                </a:lnTo>
                <a:lnTo>
                  <a:pt x="4319" y="1437"/>
                </a:lnTo>
                <a:lnTo>
                  <a:pt x="4319" y="1438"/>
                </a:lnTo>
                <a:lnTo>
                  <a:pt x="4317" y="1438"/>
                </a:lnTo>
                <a:lnTo>
                  <a:pt x="4316" y="1439"/>
                </a:lnTo>
                <a:lnTo>
                  <a:pt x="4316" y="1438"/>
                </a:lnTo>
                <a:lnTo>
                  <a:pt x="4315" y="1438"/>
                </a:lnTo>
                <a:lnTo>
                  <a:pt x="4315" y="1437"/>
                </a:lnTo>
                <a:lnTo>
                  <a:pt x="4314" y="1437"/>
                </a:lnTo>
                <a:lnTo>
                  <a:pt x="4313" y="1436"/>
                </a:lnTo>
                <a:lnTo>
                  <a:pt x="4312" y="1436"/>
                </a:lnTo>
                <a:lnTo>
                  <a:pt x="4312" y="1437"/>
                </a:lnTo>
                <a:lnTo>
                  <a:pt x="4311" y="1437"/>
                </a:lnTo>
                <a:lnTo>
                  <a:pt x="4310" y="1437"/>
                </a:lnTo>
                <a:lnTo>
                  <a:pt x="4309" y="1438"/>
                </a:lnTo>
                <a:lnTo>
                  <a:pt x="4309" y="1439"/>
                </a:lnTo>
                <a:lnTo>
                  <a:pt x="4308" y="1439"/>
                </a:lnTo>
                <a:lnTo>
                  <a:pt x="4307" y="1440"/>
                </a:lnTo>
                <a:lnTo>
                  <a:pt x="4306" y="1440"/>
                </a:lnTo>
                <a:lnTo>
                  <a:pt x="4306" y="1439"/>
                </a:lnTo>
                <a:lnTo>
                  <a:pt x="4306" y="1438"/>
                </a:lnTo>
                <a:lnTo>
                  <a:pt x="4306" y="1437"/>
                </a:lnTo>
                <a:lnTo>
                  <a:pt x="4305" y="1437"/>
                </a:lnTo>
                <a:lnTo>
                  <a:pt x="4304" y="1437"/>
                </a:lnTo>
                <a:lnTo>
                  <a:pt x="4304" y="1438"/>
                </a:lnTo>
                <a:lnTo>
                  <a:pt x="4304" y="1439"/>
                </a:lnTo>
                <a:lnTo>
                  <a:pt x="4304" y="1440"/>
                </a:lnTo>
                <a:lnTo>
                  <a:pt x="4300" y="1440"/>
                </a:lnTo>
                <a:lnTo>
                  <a:pt x="4300" y="1437"/>
                </a:lnTo>
                <a:lnTo>
                  <a:pt x="4300" y="1436"/>
                </a:lnTo>
                <a:lnTo>
                  <a:pt x="4300" y="1435"/>
                </a:lnTo>
                <a:lnTo>
                  <a:pt x="4300" y="1434"/>
                </a:lnTo>
                <a:lnTo>
                  <a:pt x="4301" y="1433"/>
                </a:lnTo>
                <a:lnTo>
                  <a:pt x="4302" y="1432"/>
                </a:lnTo>
                <a:lnTo>
                  <a:pt x="4302" y="1431"/>
                </a:lnTo>
                <a:lnTo>
                  <a:pt x="4303" y="1431"/>
                </a:lnTo>
                <a:lnTo>
                  <a:pt x="4304" y="1431"/>
                </a:lnTo>
                <a:lnTo>
                  <a:pt x="4305" y="1431"/>
                </a:lnTo>
                <a:lnTo>
                  <a:pt x="4306" y="1430"/>
                </a:lnTo>
                <a:lnTo>
                  <a:pt x="4306" y="1429"/>
                </a:lnTo>
                <a:lnTo>
                  <a:pt x="4306" y="1428"/>
                </a:lnTo>
                <a:lnTo>
                  <a:pt x="4307" y="1428"/>
                </a:lnTo>
                <a:lnTo>
                  <a:pt x="4308" y="1429"/>
                </a:lnTo>
                <a:lnTo>
                  <a:pt x="4309" y="1429"/>
                </a:lnTo>
                <a:lnTo>
                  <a:pt x="4310" y="1428"/>
                </a:lnTo>
                <a:lnTo>
                  <a:pt x="4311" y="1428"/>
                </a:lnTo>
                <a:lnTo>
                  <a:pt x="4312" y="1428"/>
                </a:lnTo>
                <a:lnTo>
                  <a:pt x="4313" y="1428"/>
                </a:lnTo>
                <a:lnTo>
                  <a:pt x="4315" y="1428"/>
                </a:lnTo>
                <a:lnTo>
                  <a:pt x="4316" y="1428"/>
                </a:lnTo>
                <a:lnTo>
                  <a:pt x="4317" y="1428"/>
                </a:lnTo>
                <a:lnTo>
                  <a:pt x="4317" y="1427"/>
                </a:lnTo>
                <a:lnTo>
                  <a:pt x="4318" y="1427"/>
                </a:lnTo>
                <a:lnTo>
                  <a:pt x="4319" y="1427"/>
                </a:lnTo>
                <a:lnTo>
                  <a:pt x="4320" y="1427"/>
                </a:lnTo>
                <a:lnTo>
                  <a:pt x="4320" y="1426"/>
                </a:lnTo>
                <a:lnTo>
                  <a:pt x="4321" y="1426"/>
                </a:lnTo>
                <a:lnTo>
                  <a:pt x="4321" y="1425"/>
                </a:lnTo>
                <a:lnTo>
                  <a:pt x="4321" y="1424"/>
                </a:lnTo>
                <a:lnTo>
                  <a:pt x="4320" y="1424"/>
                </a:lnTo>
                <a:lnTo>
                  <a:pt x="4320" y="1423"/>
                </a:lnTo>
                <a:lnTo>
                  <a:pt x="4321" y="1423"/>
                </a:lnTo>
                <a:lnTo>
                  <a:pt x="4322" y="1423"/>
                </a:lnTo>
                <a:lnTo>
                  <a:pt x="4323" y="1423"/>
                </a:lnTo>
                <a:lnTo>
                  <a:pt x="4324" y="1422"/>
                </a:lnTo>
                <a:lnTo>
                  <a:pt x="4325" y="1422"/>
                </a:lnTo>
                <a:lnTo>
                  <a:pt x="4325" y="1423"/>
                </a:lnTo>
                <a:lnTo>
                  <a:pt x="4326" y="1423"/>
                </a:lnTo>
                <a:lnTo>
                  <a:pt x="4326" y="1424"/>
                </a:lnTo>
                <a:lnTo>
                  <a:pt x="4327" y="1424"/>
                </a:lnTo>
                <a:lnTo>
                  <a:pt x="4327" y="1425"/>
                </a:lnTo>
                <a:lnTo>
                  <a:pt x="4327" y="1427"/>
                </a:lnTo>
                <a:lnTo>
                  <a:pt x="4328" y="1427"/>
                </a:lnTo>
                <a:lnTo>
                  <a:pt x="4328" y="1428"/>
                </a:lnTo>
                <a:lnTo>
                  <a:pt x="4328" y="1429"/>
                </a:lnTo>
                <a:lnTo>
                  <a:pt x="4329" y="1429"/>
                </a:lnTo>
                <a:lnTo>
                  <a:pt x="4330" y="1429"/>
                </a:lnTo>
                <a:lnTo>
                  <a:pt x="4330" y="1428"/>
                </a:lnTo>
                <a:lnTo>
                  <a:pt x="4331" y="1428"/>
                </a:lnTo>
                <a:lnTo>
                  <a:pt x="4330" y="1428"/>
                </a:lnTo>
                <a:lnTo>
                  <a:pt x="4329" y="1428"/>
                </a:lnTo>
                <a:lnTo>
                  <a:pt x="4328" y="1428"/>
                </a:lnTo>
                <a:lnTo>
                  <a:pt x="4328" y="1427"/>
                </a:lnTo>
                <a:lnTo>
                  <a:pt x="4327" y="1426"/>
                </a:lnTo>
                <a:lnTo>
                  <a:pt x="4327" y="1425"/>
                </a:lnTo>
                <a:lnTo>
                  <a:pt x="4327" y="1424"/>
                </a:lnTo>
                <a:lnTo>
                  <a:pt x="4326" y="1423"/>
                </a:lnTo>
                <a:lnTo>
                  <a:pt x="4325" y="1422"/>
                </a:lnTo>
                <a:lnTo>
                  <a:pt x="4324" y="1422"/>
                </a:lnTo>
                <a:lnTo>
                  <a:pt x="4325" y="1421"/>
                </a:lnTo>
                <a:lnTo>
                  <a:pt x="4326" y="1421"/>
                </a:lnTo>
                <a:lnTo>
                  <a:pt x="4325" y="1421"/>
                </a:lnTo>
                <a:lnTo>
                  <a:pt x="4325" y="1420"/>
                </a:lnTo>
                <a:lnTo>
                  <a:pt x="4325" y="1419"/>
                </a:lnTo>
                <a:lnTo>
                  <a:pt x="4325" y="1418"/>
                </a:lnTo>
                <a:lnTo>
                  <a:pt x="4325" y="1417"/>
                </a:lnTo>
                <a:lnTo>
                  <a:pt x="4324" y="1417"/>
                </a:lnTo>
                <a:lnTo>
                  <a:pt x="4323" y="1416"/>
                </a:lnTo>
                <a:lnTo>
                  <a:pt x="4323" y="1415"/>
                </a:lnTo>
                <a:lnTo>
                  <a:pt x="4322" y="1415"/>
                </a:lnTo>
                <a:lnTo>
                  <a:pt x="4322" y="1414"/>
                </a:lnTo>
                <a:lnTo>
                  <a:pt x="4321" y="1414"/>
                </a:lnTo>
                <a:lnTo>
                  <a:pt x="4321" y="1413"/>
                </a:lnTo>
                <a:lnTo>
                  <a:pt x="4322" y="1413"/>
                </a:lnTo>
                <a:lnTo>
                  <a:pt x="4323" y="1413"/>
                </a:lnTo>
                <a:lnTo>
                  <a:pt x="4323" y="1412"/>
                </a:lnTo>
                <a:lnTo>
                  <a:pt x="4324" y="1412"/>
                </a:lnTo>
                <a:lnTo>
                  <a:pt x="4324" y="1411"/>
                </a:lnTo>
                <a:lnTo>
                  <a:pt x="4324" y="1410"/>
                </a:lnTo>
                <a:lnTo>
                  <a:pt x="4323" y="1410"/>
                </a:lnTo>
                <a:lnTo>
                  <a:pt x="4323" y="1409"/>
                </a:lnTo>
                <a:lnTo>
                  <a:pt x="4322" y="1409"/>
                </a:lnTo>
                <a:lnTo>
                  <a:pt x="4322" y="1408"/>
                </a:lnTo>
                <a:lnTo>
                  <a:pt x="4322" y="1407"/>
                </a:lnTo>
                <a:lnTo>
                  <a:pt x="4324" y="1407"/>
                </a:lnTo>
                <a:lnTo>
                  <a:pt x="4325" y="1407"/>
                </a:lnTo>
                <a:lnTo>
                  <a:pt x="4325" y="1406"/>
                </a:lnTo>
                <a:lnTo>
                  <a:pt x="4326" y="1405"/>
                </a:lnTo>
                <a:lnTo>
                  <a:pt x="4327" y="1404"/>
                </a:lnTo>
                <a:lnTo>
                  <a:pt x="4328" y="1403"/>
                </a:lnTo>
                <a:lnTo>
                  <a:pt x="4328" y="1402"/>
                </a:lnTo>
                <a:lnTo>
                  <a:pt x="4328" y="1401"/>
                </a:lnTo>
                <a:lnTo>
                  <a:pt x="4329" y="1402"/>
                </a:lnTo>
                <a:lnTo>
                  <a:pt x="4330" y="1402"/>
                </a:lnTo>
                <a:lnTo>
                  <a:pt x="4331" y="1402"/>
                </a:lnTo>
                <a:lnTo>
                  <a:pt x="4332" y="1402"/>
                </a:lnTo>
                <a:lnTo>
                  <a:pt x="4333" y="1402"/>
                </a:lnTo>
                <a:lnTo>
                  <a:pt x="4334" y="1401"/>
                </a:lnTo>
                <a:lnTo>
                  <a:pt x="4335" y="1401"/>
                </a:lnTo>
                <a:lnTo>
                  <a:pt x="4336" y="1400"/>
                </a:lnTo>
                <a:lnTo>
                  <a:pt x="4337" y="1399"/>
                </a:lnTo>
                <a:lnTo>
                  <a:pt x="4337" y="1398"/>
                </a:lnTo>
                <a:lnTo>
                  <a:pt x="4338" y="1398"/>
                </a:lnTo>
                <a:lnTo>
                  <a:pt x="4339" y="1398"/>
                </a:lnTo>
                <a:lnTo>
                  <a:pt x="4340" y="1397"/>
                </a:lnTo>
                <a:lnTo>
                  <a:pt x="4340" y="1396"/>
                </a:lnTo>
                <a:lnTo>
                  <a:pt x="4341" y="1396"/>
                </a:lnTo>
                <a:lnTo>
                  <a:pt x="4342" y="1396"/>
                </a:lnTo>
                <a:lnTo>
                  <a:pt x="4342" y="1395"/>
                </a:lnTo>
                <a:lnTo>
                  <a:pt x="4343" y="1395"/>
                </a:lnTo>
                <a:lnTo>
                  <a:pt x="4342" y="1394"/>
                </a:lnTo>
                <a:lnTo>
                  <a:pt x="4343" y="1394"/>
                </a:lnTo>
                <a:lnTo>
                  <a:pt x="4344" y="1395"/>
                </a:lnTo>
                <a:lnTo>
                  <a:pt x="4345" y="1396"/>
                </a:lnTo>
                <a:lnTo>
                  <a:pt x="4346" y="1396"/>
                </a:lnTo>
                <a:lnTo>
                  <a:pt x="4346" y="1397"/>
                </a:lnTo>
                <a:lnTo>
                  <a:pt x="4347" y="1397"/>
                </a:lnTo>
                <a:lnTo>
                  <a:pt x="4347" y="1396"/>
                </a:lnTo>
                <a:lnTo>
                  <a:pt x="4348" y="1395"/>
                </a:lnTo>
                <a:lnTo>
                  <a:pt x="4349" y="1395"/>
                </a:lnTo>
                <a:lnTo>
                  <a:pt x="4349" y="1394"/>
                </a:lnTo>
                <a:lnTo>
                  <a:pt x="4350" y="1394"/>
                </a:lnTo>
                <a:lnTo>
                  <a:pt x="4350" y="1393"/>
                </a:lnTo>
                <a:lnTo>
                  <a:pt x="4351" y="1392"/>
                </a:lnTo>
                <a:lnTo>
                  <a:pt x="4352" y="1392"/>
                </a:lnTo>
                <a:lnTo>
                  <a:pt x="4353" y="1391"/>
                </a:lnTo>
                <a:lnTo>
                  <a:pt x="4353" y="1390"/>
                </a:lnTo>
                <a:lnTo>
                  <a:pt x="4354" y="1390"/>
                </a:lnTo>
                <a:lnTo>
                  <a:pt x="4355" y="1390"/>
                </a:lnTo>
                <a:lnTo>
                  <a:pt x="4354" y="1389"/>
                </a:lnTo>
                <a:lnTo>
                  <a:pt x="4353" y="1388"/>
                </a:lnTo>
                <a:lnTo>
                  <a:pt x="4354" y="1388"/>
                </a:lnTo>
                <a:lnTo>
                  <a:pt x="4354" y="1387"/>
                </a:lnTo>
                <a:lnTo>
                  <a:pt x="4353" y="1387"/>
                </a:lnTo>
                <a:lnTo>
                  <a:pt x="4352" y="1388"/>
                </a:lnTo>
                <a:lnTo>
                  <a:pt x="4351" y="1388"/>
                </a:lnTo>
                <a:lnTo>
                  <a:pt x="4349" y="1389"/>
                </a:lnTo>
                <a:lnTo>
                  <a:pt x="4349" y="1388"/>
                </a:lnTo>
                <a:lnTo>
                  <a:pt x="4350" y="1388"/>
                </a:lnTo>
                <a:lnTo>
                  <a:pt x="4351" y="1388"/>
                </a:lnTo>
                <a:lnTo>
                  <a:pt x="4352" y="1386"/>
                </a:lnTo>
                <a:lnTo>
                  <a:pt x="4353" y="1386"/>
                </a:lnTo>
                <a:lnTo>
                  <a:pt x="4354" y="1386"/>
                </a:lnTo>
                <a:lnTo>
                  <a:pt x="4354" y="1385"/>
                </a:lnTo>
                <a:lnTo>
                  <a:pt x="4355" y="1385"/>
                </a:lnTo>
                <a:lnTo>
                  <a:pt x="4354" y="1384"/>
                </a:lnTo>
                <a:lnTo>
                  <a:pt x="4355" y="1384"/>
                </a:lnTo>
                <a:lnTo>
                  <a:pt x="4356" y="1384"/>
                </a:lnTo>
                <a:lnTo>
                  <a:pt x="4357" y="1384"/>
                </a:lnTo>
                <a:lnTo>
                  <a:pt x="4358" y="1384"/>
                </a:lnTo>
                <a:lnTo>
                  <a:pt x="4359" y="1384"/>
                </a:lnTo>
                <a:lnTo>
                  <a:pt x="4359" y="1383"/>
                </a:lnTo>
                <a:lnTo>
                  <a:pt x="4360" y="1382"/>
                </a:lnTo>
                <a:lnTo>
                  <a:pt x="4361" y="1381"/>
                </a:lnTo>
                <a:lnTo>
                  <a:pt x="4361" y="1382"/>
                </a:lnTo>
                <a:lnTo>
                  <a:pt x="4362" y="1381"/>
                </a:lnTo>
                <a:lnTo>
                  <a:pt x="4363" y="1380"/>
                </a:lnTo>
                <a:lnTo>
                  <a:pt x="4364" y="1379"/>
                </a:lnTo>
                <a:lnTo>
                  <a:pt x="4364" y="1378"/>
                </a:lnTo>
                <a:lnTo>
                  <a:pt x="4364" y="1377"/>
                </a:lnTo>
                <a:lnTo>
                  <a:pt x="4365" y="1377"/>
                </a:lnTo>
                <a:lnTo>
                  <a:pt x="4365" y="1376"/>
                </a:lnTo>
                <a:lnTo>
                  <a:pt x="4366" y="1376"/>
                </a:lnTo>
                <a:lnTo>
                  <a:pt x="4366" y="1375"/>
                </a:lnTo>
                <a:lnTo>
                  <a:pt x="4367" y="1376"/>
                </a:lnTo>
                <a:lnTo>
                  <a:pt x="4368" y="1376"/>
                </a:lnTo>
                <a:lnTo>
                  <a:pt x="4369" y="1375"/>
                </a:lnTo>
                <a:lnTo>
                  <a:pt x="4370" y="1374"/>
                </a:lnTo>
                <a:lnTo>
                  <a:pt x="4371" y="1374"/>
                </a:lnTo>
                <a:lnTo>
                  <a:pt x="4371" y="1373"/>
                </a:lnTo>
                <a:lnTo>
                  <a:pt x="4371" y="1370"/>
                </a:lnTo>
                <a:lnTo>
                  <a:pt x="4370" y="1369"/>
                </a:lnTo>
                <a:lnTo>
                  <a:pt x="4369" y="1369"/>
                </a:lnTo>
                <a:lnTo>
                  <a:pt x="4369" y="1368"/>
                </a:lnTo>
                <a:lnTo>
                  <a:pt x="4366" y="1368"/>
                </a:lnTo>
                <a:lnTo>
                  <a:pt x="4366" y="1367"/>
                </a:lnTo>
                <a:lnTo>
                  <a:pt x="4372" y="1367"/>
                </a:lnTo>
                <a:lnTo>
                  <a:pt x="4372" y="1368"/>
                </a:lnTo>
                <a:lnTo>
                  <a:pt x="4373" y="1368"/>
                </a:lnTo>
                <a:lnTo>
                  <a:pt x="4374" y="1367"/>
                </a:lnTo>
                <a:lnTo>
                  <a:pt x="4375" y="1367"/>
                </a:lnTo>
                <a:lnTo>
                  <a:pt x="4374" y="1367"/>
                </a:lnTo>
                <a:lnTo>
                  <a:pt x="4375" y="1366"/>
                </a:lnTo>
                <a:lnTo>
                  <a:pt x="4376" y="1366"/>
                </a:lnTo>
                <a:lnTo>
                  <a:pt x="4378" y="1365"/>
                </a:lnTo>
                <a:lnTo>
                  <a:pt x="4378" y="1364"/>
                </a:lnTo>
                <a:lnTo>
                  <a:pt x="4379" y="1363"/>
                </a:lnTo>
                <a:lnTo>
                  <a:pt x="4377" y="1363"/>
                </a:lnTo>
                <a:lnTo>
                  <a:pt x="4377" y="1362"/>
                </a:lnTo>
                <a:lnTo>
                  <a:pt x="4379" y="1362"/>
                </a:lnTo>
                <a:lnTo>
                  <a:pt x="4379" y="1359"/>
                </a:lnTo>
                <a:lnTo>
                  <a:pt x="4379" y="1358"/>
                </a:lnTo>
                <a:lnTo>
                  <a:pt x="4378" y="1357"/>
                </a:lnTo>
                <a:lnTo>
                  <a:pt x="4377" y="1357"/>
                </a:lnTo>
                <a:lnTo>
                  <a:pt x="4376" y="1355"/>
                </a:lnTo>
                <a:lnTo>
                  <a:pt x="4373" y="1356"/>
                </a:lnTo>
                <a:lnTo>
                  <a:pt x="4373" y="1355"/>
                </a:lnTo>
                <a:lnTo>
                  <a:pt x="4374" y="1355"/>
                </a:lnTo>
                <a:lnTo>
                  <a:pt x="4377" y="1354"/>
                </a:lnTo>
                <a:lnTo>
                  <a:pt x="4378" y="1356"/>
                </a:lnTo>
                <a:lnTo>
                  <a:pt x="4379" y="1356"/>
                </a:lnTo>
                <a:lnTo>
                  <a:pt x="4380" y="1355"/>
                </a:lnTo>
                <a:lnTo>
                  <a:pt x="4382" y="1354"/>
                </a:lnTo>
                <a:lnTo>
                  <a:pt x="4382" y="1353"/>
                </a:lnTo>
                <a:lnTo>
                  <a:pt x="4383" y="1354"/>
                </a:lnTo>
                <a:lnTo>
                  <a:pt x="4383" y="1353"/>
                </a:lnTo>
                <a:lnTo>
                  <a:pt x="4384" y="1353"/>
                </a:lnTo>
                <a:lnTo>
                  <a:pt x="4384" y="1354"/>
                </a:lnTo>
                <a:lnTo>
                  <a:pt x="4385" y="1353"/>
                </a:lnTo>
                <a:lnTo>
                  <a:pt x="4383" y="1352"/>
                </a:lnTo>
                <a:lnTo>
                  <a:pt x="4383" y="1351"/>
                </a:lnTo>
                <a:lnTo>
                  <a:pt x="4384" y="1351"/>
                </a:lnTo>
                <a:lnTo>
                  <a:pt x="4384" y="1352"/>
                </a:lnTo>
                <a:lnTo>
                  <a:pt x="4385" y="1352"/>
                </a:lnTo>
                <a:lnTo>
                  <a:pt x="4385" y="1351"/>
                </a:lnTo>
                <a:lnTo>
                  <a:pt x="4385" y="1352"/>
                </a:lnTo>
                <a:lnTo>
                  <a:pt x="4386" y="1352"/>
                </a:lnTo>
                <a:lnTo>
                  <a:pt x="4386" y="1351"/>
                </a:lnTo>
                <a:lnTo>
                  <a:pt x="4387" y="1351"/>
                </a:lnTo>
                <a:lnTo>
                  <a:pt x="4387" y="1350"/>
                </a:lnTo>
                <a:lnTo>
                  <a:pt x="4387" y="1349"/>
                </a:lnTo>
                <a:lnTo>
                  <a:pt x="4388" y="1349"/>
                </a:lnTo>
                <a:lnTo>
                  <a:pt x="4389" y="1349"/>
                </a:lnTo>
                <a:lnTo>
                  <a:pt x="4389" y="1348"/>
                </a:lnTo>
                <a:lnTo>
                  <a:pt x="4388" y="1347"/>
                </a:lnTo>
                <a:lnTo>
                  <a:pt x="4388" y="1346"/>
                </a:lnTo>
                <a:lnTo>
                  <a:pt x="4388" y="1345"/>
                </a:lnTo>
                <a:lnTo>
                  <a:pt x="4388" y="1344"/>
                </a:lnTo>
                <a:lnTo>
                  <a:pt x="4389" y="1344"/>
                </a:lnTo>
                <a:lnTo>
                  <a:pt x="4389" y="1345"/>
                </a:lnTo>
                <a:lnTo>
                  <a:pt x="4390" y="1345"/>
                </a:lnTo>
                <a:lnTo>
                  <a:pt x="4391" y="1345"/>
                </a:lnTo>
                <a:lnTo>
                  <a:pt x="4391" y="1344"/>
                </a:lnTo>
                <a:lnTo>
                  <a:pt x="4392" y="1343"/>
                </a:lnTo>
                <a:lnTo>
                  <a:pt x="4392" y="1342"/>
                </a:lnTo>
                <a:lnTo>
                  <a:pt x="4393" y="1342"/>
                </a:lnTo>
                <a:lnTo>
                  <a:pt x="4392" y="1341"/>
                </a:lnTo>
                <a:lnTo>
                  <a:pt x="4394" y="1340"/>
                </a:lnTo>
                <a:lnTo>
                  <a:pt x="4394" y="1339"/>
                </a:lnTo>
                <a:lnTo>
                  <a:pt x="4395" y="1339"/>
                </a:lnTo>
                <a:lnTo>
                  <a:pt x="4395" y="1338"/>
                </a:lnTo>
                <a:lnTo>
                  <a:pt x="4394" y="1338"/>
                </a:lnTo>
                <a:lnTo>
                  <a:pt x="4393" y="1338"/>
                </a:lnTo>
                <a:lnTo>
                  <a:pt x="4394" y="1337"/>
                </a:lnTo>
                <a:lnTo>
                  <a:pt x="4393" y="1335"/>
                </a:lnTo>
                <a:lnTo>
                  <a:pt x="4392" y="1335"/>
                </a:lnTo>
                <a:lnTo>
                  <a:pt x="4392" y="1334"/>
                </a:lnTo>
                <a:lnTo>
                  <a:pt x="4390" y="1333"/>
                </a:lnTo>
                <a:lnTo>
                  <a:pt x="4391" y="1332"/>
                </a:lnTo>
                <a:lnTo>
                  <a:pt x="4390" y="1332"/>
                </a:lnTo>
                <a:lnTo>
                  <a:pt x="4389" y="1331"/>
                </a:lnTo>
                <a:lnTo>
                  <a:pt x="4388" y="1330"/>
                </a:lnTo>
                <a:lnTo>
                  <a:pt x="4387" y="1330"/>
                </a:lnTo>
                <a:lnTo>
                  <a:pt x="4388" y="1329"/>
                </a:lnTo>
                <a:lnTo>
                  <a:pt x="4386" y="1328"/>
                </a:lnTo>
                <a:lnTo>
                  <a:pt x="4384" y="1327"/>
                </a:lnTo>
                <a:lnTo>
                  <a:pt x="4383" y="1326"/>
                </a:lnTo>
                <a:lnTo>
                  <a:pt x="4382" y="1325"/>
                </a:lnTo>
                <a:lnTo>
                  <a:pt x="4382" y="1324"/>
                </a:lnTo>
                <a:lnTo>
                  <a:pt x="4382" y="1323"/>
                </a:lnTo>
                <a:lnTo>
                  <a:pt x="4383" y="1323"/>
                </a:lnTo>
                <a:lnTo>
                  <a:pt x="4384" y="1322"/>
                </a:lnTo>
                <a:lnTo>
                  <a:pt x="4384" y="1321"/>
                </a:lnTo>
                <a:lnTo>
                  <a:pt x="4385" y="1320"/>
                </a:lnTo>
                <a:lnTo>
                  <a:pt x="4385" y="1319"/>
                </a:lnTo>
                <a:lnTo>
                  <a:pt x="4384" y="1318"/>
                </a:lnTo>
                <a:lnTo>
                  <a:pt x="4383" y="1318"/>
                </a:lnTo>
                <a:lnTo>
                  <a:pt x="4382" y="1319"/>
                </a:lnTo>
                <a:lnTo>
                  <a:pt x="4381" y="1319"/>
                </a:lnTo>
                <a:lnTo>
                  <a:pt x="4380" y="1319"/>
                </a:lnTo>
                <a:lnTo>
                  <a:pt x="4379" y="1319"/>
                </a:lnTo>
                <a:lnTo>
                  <a:pt x="4379" y="1320"/>
                </a:lnTo>
                <a:lnTo>
                  <a:pt x="4378" y="1319"/>
                </a:lnTo>
                <a:lnTo>
                  <a:pt x="4377" y="1320"/>
                </a:lnTo>
                <a:lnTo>
                  <a:pt x="4376" y="1320"/>
                </a:lnTo>
                <a:lnTo>
                  <a:pt x="4375" y="1320"/>
                </a:lnTo>
                <a:lnTo>
                  <a:pt x="4374" y="1320"/>
                </a:lnTo>
                <a:lnTo>
                  <a:pt x="4374" y="1319"/>
                </a:lnTo>
                <a:lnTo>
                  <a:pt x="4374" y="1318"/>
                </a:lnTo>
                <a:lnTo>
                  <a:pt x="4375" y="1318"/>
                </a:lnTo>
                <a:lnTo>
                  <a:pt x="4376" y="1318"/>
                </a:lnTo>
                <a:lnTo>
                  <a:pt x="4376" y="1317"/>
                </a:lnTo>
                <a:lnTo>
                  <a:pt x="4375" y="1317"/>
                </a:lnTo>
                <a:lnTo>
                  <a:pt x="4375" y="1318"/>
                </a:lnTo>
                <a:lnTo>
                  <a:pt x="4374" y="1318"/>
                </a:lnTo>
                <a:lnTo>
                  <a:pt x="4376" y="1315"/>
                </a:lnTo>
                <a:lnTo>
                  <a:pt x="4375" y="1315"/>
                </a:lnTo>
                <a:lnTo>
                  <a:pt x="4373" y="1317"/>
                </a:lnTo>
                <a:lnTo>
                  <a:pt x="4374" y="1318"/>
                </a:lnTo>
                <a:lnTo>
                  <a:pt x="4373" y="1319"/>
                </a:lnTo>
                <a:lnTo>
                  <a:pt x="4370" y="1317"/>
                </a:lnTo>
                <a:lnTo>
                  <a:pt x="4369" y="1316"/>
                </a:lnTo>
                <a:lnTo>
                  <a:pt x="4368" y="1315"/>
                </a:lnTo>
                <a:lnTo>
                  <a:pt x="4370" y="1312"/>
                </a:lnTo>
                <a:lnTo>
                  <a:pt x="4369" y="1312"/>
                </a:lnTo>
                <a:lnTo>
                  <a:pt x="4368" y="1313"/>
                </a:lnTo>
                <a:lnTo>
                  <a:pt x="4367" y="1313"/>
                </a:lnTo>
                <a:lnTo>
                  <a:pt x="4368" y="1311"/>
                </a:lnTo>
                <a:lnTo>
                  <a:pt x="4367" y="1311"/>
                </a:lnTo>
                <a:lnTo>
                  <a:pt x="4366" y="1310"/>
                </a:lnTo>
                <a:lnTo>
                  <a:pt x="4367" y="1309"/>
                </a:lnTo>
                <a:lnTo>
                  <a:pt x="4366" y="1308"/>
                </a:lnTo>
                <a:lnTo>
                  <a:pt x="4365" y="1308"/>
                </a:lnTo>
                <a:lnTo>
                  <a:pt x="4366" y="1307"/>
                </a:lnTo>
                <a:lnTo>
                  <a:pt x="4366" y="1306"/>
                </a:lnTo>
                <a:lnTo>
                  <a:pt x="4365" y="1306"/>
                </a:lnTo>
                <a:lnTo>
                  <a:pt x="4365" y="1305"/>
                </a:lnTo>
                <a:lnTo>
                  <a:pt x="4364" y="1305"/>
                </a:lnTo>
                <a:lnTo>
                  <a:pt x="4364" y="1304"/>
                </a:lnTo>
                <a:lnTo>
                  <a:pt x="4365" y="1304"/>
                </a:lnTo>
                <a:lnTo>
                  <a:pt x="4366" y="1304"/>
                </a:lnTo>
                <a:lnTo>
                  <a:pt x="4366" y="1302"/>
                </a:lnTo>
                <a:lnTo>
                  <a:pt x="4365" y="1302"/>
                </a:lnTo>
                <a:lnTo>
                  <a:pt x="4364" y="1302"/>
                </a:lnTo>
                <a:lnTo>
                  <a:pt x="4363" y="1302"/>
                </a:lnTo>
                <a:lnTo>
                  <a:pt x="4362" y="1302"/>
                </a:lnTo>
                <a:lnTo>
                  <a:pt x="4361" y="1303"/>
                </a:lnTo>
                <a:lnTo>
                  <a:pt x="4361" y="1304"/>
                </a:lnTo>
                <a:lnTo>
                  <a:pt x="4362" y="1304"/>
                </a:lnTo>
                <a:lnTo>
                  <a:pt x="4363" y="1304"/>
                </a:lnTo>
                <a:lnTo>
                  <a:pt x="4364" y="1305"/>
                </a:lnTo>
                <a:lnTo>
                  <a:pt x="4363" y="1305"/>
                </a:lnTo>
                <a:lnTo>
                  <a:pt x="4361" y="1305"/>
                </a:lnTo>
                <a:lnTo>
                  <a:pt x="4360" y="1305"/>
                </a:lnTo>
                <a:lnTo>
                  <a:pt x="4359" y="1305"/>
                </a:lnTo>
                <a:lnTo>
                  <a:pt x="4359" y="1304"/>
                </a:lnTo>
                <a:lnTo>
                  <a:pt x="4358" y="1304"/>
                </a:lnTo>
                <a:lnTo>
                  <a:pt x="4358" y="1303"/>
                </a:lnTo>
                <a:lnTo>
                  <a:pt x="4357" y="1304"/>
                </a:lnTo>
                <a:lnTo>
                  <a:pt x="4357" y="1303"/>
                </a:lnTo>
                <a:lnTo>
                  <a:pt x="4356" y="1302"/>
                </a:lnTo>
                <a:lnTo>
                  <a:pt x="4357" y="1302"/>
                </a:lnTo>
                <a:lnTo>
                  <a:pt x="4356" y="1300"/>
                </a:lnTo>
                <a:lnTo>
                  <a:pt x="4356" y="1299"/>
                </a:lnTo>
                <a:lnTo>
                  <a:pt x="4355" y="1298"/>
                </a:lnTo>
                <a:lnTo>
                  <a:pt x="4355" y="1296"/>
                </a:lnTo>
                <a:lnTo>
                  <a:pt x="4354" y="1295"/>
                </a:lnTo>
                <a:lnTo>
                  <a:pt x="4355" y="1294"/>
                </a:lnTo>
                <a:lnTo>
                  <a:pt x="4355" y="1293"/>
                </a:lnTo>
                <a:lnTo>
                  <a:pt x="4354" y="1292"/>
                </a:lnTo>
                <a:lnTo>
                  <a:pt x="4354" y="1291"/>
                </a:lnTo>
                <a:lnTo>
                  <a:pt x="4354" y="1290"/>
                </a:lnTo>
                <a:lnTo>
                  <a:pt x="4355" y="1289"/>
                </a:lnTo>
                <a:lnTo>
                  <a:pt x="4355" y="1288"/>
                </a:lnTo>
                <a:lnTo>
                  <a:pt x="4356" y="1288"/>
                </a:lnTo>
                <a:lnTo>
                  <a:pt x="4356" y="1287"/>
                </a:lnTo>
                <a:lnTo>
                  <a:pt x="4355" y="1287"/>
                </a:lnTo>
                <a:lnTo>
                  <a:pt x="4355" y="1288"/>
                </a:lnTo>
                <a:lnTo>
                  <a:pt x="4354" y="1288"/>
                </a:lnTo>
                <a:lnTo>
                  <a:pt x="4353" y="1288"/>
                </a:lnTo>
                <a:lnTo>
                  <a:pt x="4353" y="1289"/>
                </a:lnTo>
                <a:lnTo>
                  <a:pt x="4352" y="1289"/>
                </a:lnTo>
                <a:lnTo>
                  <a:pt x="4352" y="1290"/>
                </a:lnTo>
                <a:lnTo>
                  <a:pt x="4352" y="1291"/>
                </a:lnTo>
                <a:lnTo>
                  <a:pt x="4351" y="1291"/>
                </a:lnTo>
                <a:lnTo>
                  <a:pt x="4351" y="1292"/>
                </a:lnTo>
                <a:lnTo>
                  <a:pt x="4350" y="1292"/>
                </a:lnTo>
                <a:lnTo>
                  <a:pt x="4350" y="1293"/>
                </a:lnTo>
                <a:lnTo>
                  <a:pt x="4351" y="1294"/>
                </a:lnTo>
                <a:lnTo>
                  <a:pt x="4350" y="1295"/>
                </a:lnTo>
                <a:lnTo>
                  <a:pt x="4349" y="1295"/>
                </a:lnTo>
                <a:lnTo>
                  <a:pt x="4349" y="1296"/>
                </a:lnTo>
                <a:lnTo>
                  <a:pt x="4350" y="1296"/>
                </a:lnTo>
                <a:lnTo>
                  <a:pt x="4349" y="1297"/>
                </a:lnTo>
                <a:lnTo>
                  <a:pt x="4348" y="1297"/>
                </a:lnTo>
                <a:lnTo>
                  <a:pt x="4348" y="1296"/>
                </a:lnTo>
                <a:lnTo>
                  <a:pt x="4348" y="1297"/>
                </a:lnTo>
                <a:lnTo>
                  <a:pt x="4346" y="1297"/>
                </a:lnTo>
                <a:lnTo>
                  <a:pt x="4346" y="1296"/>
                </a:lnTo>
                <a:lnTo>
                  <a:pt x="4347" y="1296"/>
                </a:lnTo>
                <a:lnTo>
                  <a:pt x="4346" y="1296"/>
                </a:lnTo>
                <a:lnTo>
                  <a:pt x="4345" y="1296"/>
                </a:lnTo>
                <a:lnTo>
                  <a:pt x="4344" y="1297"/>
                </a:lnTo>
                <a:lnTo>
                  <a:pt x="4345" y="1298"/>
                </a:lnTo>
                <a:lnTo>
                  <a:pt x="4345" y="1297"/>
                </a:lnTo>
                <a:lnTo>
                  <a:pt x="4346" y="1297"/>
                </a:lnTo>
                <a:lnTo>
                  <a:pt x="4347" y="1297"/>
                </a:lnTo>
                <a:lnTo>
                  <a:pt x="4348" y="1298"/>
                </a:lnTo>
                <a:lnTo>
                  <a:pt x="4347" y="1299"/>
                </a:lnTo>
                <a:lnTo>
                  <a:pt x="4346" y="1298"/>
                </a:lnTo>
                <a:lnTo>
                  <a:pt x="4346" y="1299"/>
                </a:lnTo>
                <a:lnTo>
                  <a:pt x="4345" y="1299"/>
                </a:lnTo>
                <a:lnTo>
                  <a:pt x="4345" y="1301"/>
                </a:lnTo>
                <a:lnTo>
                  <a:pt x="4344" y="1301"/>
                </a:lnTo>
                <a:lnTo>
                  <a:pt x="4343" y="1301"/>
                </a:lnTo>
                <a:lnTo>
                  <a:pt x="4343" y="1300"/>
                </a:lnTo>
                <a:lnTo>
                  <a:pt x="4343" y="1301"/>
                </a:lnTo>
                <a:lnTo>
                  <a:pt x="4342" y="1301"/>
                </a:lnTo>
                <a:lnTo>
                  <a:pt x="4343" y="1301"/>
                </a:lnTo>
                <a:lnTo>
                  <a:pt x="4342" y="1301"/>
                </a:lnTo>
                <a:lnTo>
                  <a:pt x="4342" y="1300"/>
                </a:lnTo>
                <a:lnTo>
                  <a:pt x="4342" y="1299"/>
                </a:lnTo>
                <a:lnTo>
                  <a:pt x="4342" y="1298"/>
                </a:lnTo>
                <a:lnTo>
                  <a:pt x="4341" y="1298"/>
                </a:lnTo>
                <a:lnTo>
                  <a:pt x="4341" y="1299"/>
                </a:lnTo>
                <a:lnTo>
                  <a:pt x="4341" y="1301"/>
                </a:lnTo>
                <a:lnTo>
                  <a:pt x="4342" y="1302"/>
                </a:lnTo>
                <a:lnTo>
                  <a:pt x="4341" y="1303"/>
                </a:lnTo>
                <a:lnTo>
                  <a:pt x="4341" y="1302"/>
                </a:lnTo>
                <a:lnTo>
                  <a:pt x="4340" y="1302"/>
                </a:lnTo>
                <a:lnTo>
                  <a:pt x="4340" y="1301"/>
                </a:lnTo>
                <a:lnTo>
                  <a:pt x="4340" y="1302"/>
                </a:lnTo>
                <a:lnTo>
                  <a:pt x="4340" y="1303"/>
                </a:lnTo>
                <a:lnTo>
                  <a:pt x="4338" y="1303"/>
                </a:lnTo>
                <a:lnTo>
                  <a:pt x="4338" y="1302"/>
                </a:lnTo>
                <a:lnTo>
                  <a:pt x="4338" y="1301"/>
                </a:lnTo>
                <a:lnTo>
                  <a:pt x="4338" y="1300"/>
                </a:lnTo>
                <a:lnTo>
                  <a:pt x="4337" y="1300"/>
                </a:lnTo>
                <a:lnTo>
                  <a:pt x="4337" y="1301"/>
                </a:lnTo>
                <a:lnTo>
                  <a:pt x="4337" y="1302"/>
                </a:lnTo>
                <a:lnTo>
                  <a:pt x="4337" y="1301"/>
                </a:lnTo>
                <a:lnTo>
                  <a:pt x="4336" y="1300"/>
                </a:lnTo>
                <a:lnTo>
                  <a:pt x="4335" y="1300"/>
                </a:lnTo>
                <a:lnTo>
                  <a:pt x="4335" y="1299"/>
                </a:lnTo>
                <a:lnTo>
                  <a:pt x="4333" y="1300"/>
                </a:lnTo>
                <a:lnTo>
                  <a:pt x="4333" y="1301"/>
                </a:lnTo>
                <a:lnTo>
                  <a:pt x="4331" y="1301"/>
                </a:lnTo>
                <a:lnTo>
                  <a:pt x="4330" y="1302"/>
                </a:lnTo>
                <a:lnTo>
                  <a:pt x="4330" y="1301"/>
                </a:lnTo>
                <a:lnTo>
                  <a:pt x="4330" y="1299"/>
                </a:lnTo>
                <a:lnTo>
                  <a:pt x="4330" y="1298"/>
                </a:lnTo>
                <a:lnTo>
                  <a:pt x="4330" y="1299"/>
                </a:lnTo>
                <a:lnTo>
                  <a:pt x="4329" y="1299"/>
                </a:lnTo>
                <a:lnTo>
                  <a:pt x="4329" y="1300"/>
                </a:lnTo>
                <a:lnTo>
                  <a:pt x="4329" y="1301"/>
                </a:lnTo>
                <a:lnTo>
                  <a:pt x="4328" y="1301"/>
                </a:lnTo>
                <a:lnTo>
                  <a:pt x="4327" y="1300"/>
                </a:lnTo>
                <a:lnTo>
                  <a:pt x="4327" y="1299"/>
                </a:lnTo>
                <a:lnTo>
                  <a:pt x="4326" y="1299"/>
                </a:lnTo>
                <a:lnTo>
                  <a:pt x="4326" y="1298"/>
                </a:lnTo>
                <a:lnTo>
                  <a:pt x="4325" y="1298"/>
                </a:lnTo>
                <a:lnTo>
                  <a:pt x="4325" y="1297"/>
                </a:lnTo>
                <a:lnTo>
                  <a:pt x="4324" y="1297"/>
                </a:lnTo>
                <a:lnTo>
                  <a:pt x="4323" y="1297"/>
                </a:lnTo>
                <a:lnTo>
                  <a:pt x="4321" y="1297"/>
                </a:lnTo>
                <a:lnTo>
                  <a:pt x="4319" y="1297"/>
                </a:lnTo>
                <a:lnTo>
                  <a:pt x="4318" y="1296"/>
                </a:lnTo>
                <a:lnTo>
                  <a:pt x="4318" y="1295"/>
                </a:lnTo>
                <a:lnTo>
                  <a:pt x="4318" y="1297"/>
                </a:lnTo>
                <a:lnTo>
                  <a:pt x="4315" y="1297"/>
                </a:lnTo>
                <a:lnTo>
                  <a:pt x="4314" y="1296"/>
                </a:lnTo>
                <a:lnTo>
                  <a:pt x="4314" y="1297"/>
                </a:lnTo>
                <a:lnTo>
                  <a:pt x="4315" y="1297"/>
                </a:lnTo>
                <a:lnTo>
                  <a:pt x="4316" y="1297"/>
                </a:lnTo>
                <a:lnTo>
                  <a:pt x="4318" y="1297"/>
                </a:lnTo>
                <a:lnTo>
                  <a:pt x="4318" y="1298"/>
                </a:lnTo>
                <a:lnTo>
                  <a:pt x="4318" y="1300"/>
                </a:lnTo>
                <a:lnTo>
                  <a:pt x="4318" y="1301"/>
                </a:lnTo>
                <a:lnTo>
                  <a:pt x="4319" y="1301"/>
                </a:lnTo>
                <a:lnTo>
                  <a:pt x="4319" y="1302"/>
                </a:lnTo>
                <a:lnTo>
                  <a:pt x="4314" y="1301"/>
                </a:lnTo>
                <a:lnTo>
                  <a:pt x="4313" y="1301"/>
                </a:lnTo>
                <a:lnTo>
                  <a:pt x="4312" y="1301"/>
                </a:lnTo>
                <a:lnTo>
                  <a:pt x="4309" y="1300"/>
                </a:lnTo>
                <a:lnTo>
                  <a:pt x="4309" y="1299"/>
                </a:lnTo>
                <a:lnTo>
                  <a:pt x="4309" y="1298"/>
                </a:lnTo>
                <a:lnTo>
                  <a:pt x="4306" y="1299"/>
                </a:lnTo>
                <a:lnTo>
                  <a:pt x="4305" y="1298"/>
                </a:lnTo>
                <a:lnTo>
                  <a:pt x="4305" y="1297"/>
                </a:lnTo>
                <a:lnTo>
                  <a:pt x="4304" y="1296"/>
                </a:lnTo>
                <a:lnTo>
                  <a:pt x="4304" y="1295"/>
                </a:lnTo>
                <a:lnTo>
                  <a:pt x="4305" y="1295"/>
                </a:lnTo>
                <a:lnTo>
                  <a:pt x="4306" y="1295"/>
                </a:lnTo>
                <a:lnTo>
                  <a:pt x="4307" y="1295"/>
                </a:lnTo>
                <a:lnTo>
                  <a:pt x="4307" y="1294"/>
                </a:lnTo>
                <a:lnTo>
                  <a:pt x="4306" y="1294"/>
                </a:lnTo>
                <a:lnTo>
                  <a:pt x="4303" y="1294"/>
                </a:lnTo>
                <a:lnTo>
                  <a:pt x="4302" y="1294"/>
                </a:lnTo>
                <a:lnTo>
                  <a:pt x="4302" y="1295"/>
                </a:lnTo>
                <a:lnTo>
                  <a:pt x="4302" y="1296"/>
                </a:lnTo>
                <a:lnTo>
                  <a:pt x="4303" y="1297"/>
                </a:lnTo>
                <a:lnTo>
                  <a:pt x="4301" y="1297"/>
                </a:lnTo>
                <a:lnTo>
                  <a:pt x="4301" y="1300"/>
                </a:lnTo>
                <a:lnTo>
                  <a:pt x="4300" y="1300"/>
                </a:lnTo>
                <a:lnTo>
                  <a:pt x="4297" y="1300"/>
                </a:lnTo>
                <a:lnTo>
                  <a:pt x="4298" y="1298"/>
                </a:lnTo>
                <a:lnTo>
                  <a:pt x="4299" y="1298"/>
                </a:lnTo>
                <a:lnTo>
                  <a:pt x="4300" y="1298"/>
                </a:lnTo>
                <a:lnTo>
                  <a:pt x="4300" y="1297"/>
                </a:lnTo>
                <a:lnTo>
                  <a:pt x="4299" y="1297"/>
                </a:lnTo>
                <a:lnTo>
                  <a:pt x="4297" y="1297"/>
                </a:lnTo>
                <a:lnTo>
                  <a:pt x="4297" y="1295"/>
                </a:lnTo>
                <a:lnTo>
                  <a:pt x="4296" y="1295"/>
                </a:lnTo>
                <a:lnTo>
                  <a:pt x="4295" y="1296"/>
                </a:lnTo>
                <a:lnTo>
                  <a:pt x="4294" y="1296"/>
                </a:lnTo>
                <a:lnTo>
                  <a:pt x="4296" y="1296"/>
                </a:lnTo>
                <a:lnTo>
                  <a:pt x="4296" y="1297"/>
                </a:lnTo>
                <a:lnTo>
                  <a:pt x="4295" y="1298"/>
                </a:lnTo>
                <a:lnTo>
                  <a:pt x="4294" y="1298"/>
                </a:lnTo>
                <a:lnTo>
                  <a:pt x="4293" y="1297"/>
                </a:lnTo>
                <a:lnTo>
                  <a:pt x="4292" y="1297"/>
                </a:lnTo>
                <a:lnTo>
                  <a:pt x="4291" y="1297"/>
                </a:lnTo>
                <a:lnTo>
                  <a:pt x="4291" y="1298"/>
                </a:lnTo>
                <a:lnTo>
                  <a:pt x="4290" y="1298"/>
                </a:lnTo>
                <a:lnTo>
                  <a:pt x="4289" y="1298"/>
                </a:lnTo>
                <a:lnTo>
                  <a:pt x="4288" y="1298"/>
                </a:lnTo>
                <a:lnTo>
                  <a:pt x="4287" y="1299"/>
                </a:lnTo>
                <a:lnTo>
                  <a:pt x="4287" y="1300"/>
                </a:lnTo>
                <a:lnTo>
                  <a:pt x="4288" y="1300"/>
                </a:lnTo>
                <a:lnTo>
                  <a:pt x="4288" y="1302"/>
                </a:lnTo>
                <a:lnTo>
                  <a:pt x="4287" y="1302"/>
                </a:lnTo>
                <a:lnTo>
                  <a:pt x="4286" y="1303"/>
                </a:lnTo>
                <a:lnTo>
                  <a:pt x="4285" y="1303"/>
                </a:lnTo>
                <a:lnTo>
                  <a:pt x="4286" y="1304"/>
                </a:lnTo>
                <a:lnTo>
                  <a:pt x="4286" y="1305"/>
                </a:lnTo>
                <a:lnTo>
                  <a:pt x="4285" y="1305"/>
                </a:lnTo>
                <a:lnTo>
                  <a:pt x="4285" y="1306"/>
                </a:lnTo>
                <a:lnTo>
                  <a:pt x="4284" y="1306"/>
                </a:lnTo>
                <a:lnTo>
                  <a:pt x="4284" y="1305"/>
                </a:lnTo>
                <a:lnTo>
                  <a:pt x="4283" y="1305"/>
                </a:lnTo>
                <a:lnTo>
                  <a:pt x="4282" y="1304"/>
                </a:lnTo>
                <a:lnTo>
                  <a:pt x="4282" y="1303"/>
                </a:lnTo>
                <a:lnTo>
                  <a:pt x="4281" y="1303"/>
                </a:lnTo>
                <a:lnTo>
                  <a:pt x="4280" y="1303"/>
                </a:lnTo>
                <a:lnTo>
                  <a:pt x="4278" y="1303"/>
                </a:lnTo>
                <a:lnTo>
                  <a:pt x="4278" y="1304"/>
                </a:lnTo>
                <a:lnTo>
                  <a:pt x="4277" y="1304"/>
                </a:lnTo>
                <a:lnTo>
                  <a:pt x="4277" y="1305"/>
                </a:lnTo>
                <a:lnTo>
                  <a:pt x="4276" y="1305"/>
                </a:lnTo>
                <a:lnTo>
                  <a:pt x="4276" y="1306"/>
                </a:lnTo>
                <a:lnTo>
                  <a:pt x="4277" y="1306"/>
                </a:lnTo>
                <a:lnTo>
                  <a:pt x="4278" y="1307"/>
                </a:lnTo>
                <a:lnTo>
                  <a:pt x="4277" y="1308"/>
                </a:lnTo>
                <a:lnTo>
                  <a:pt x="4276" y="1308"/>
                </a:lnTo>
                <a:lnTo>
                  <a:pt x="4276" y="1309"/>
                </a:lnTo>
                <a:lnTo>
                  <a:pt x="4277" y="1309"/>
                </a:lnTo>
                <a:lnTo>
                  <a:pt x="4277" y="1311"/>
                </a:lnTo>
                <a:lnTo>
                  <a:pt x="4277" y="1312"/>
                </a:lnTo>
                <a:lnTo>
                  <a:pt x="4278" y="1312"/>
                </a:lnTo>
                <a:lnTo>
                  <a:pt x="4279" y="1311"/>
                </a:lnTo>
                <a:lnTo>
                  <a:pt x="4281" y="1311"/>
                </a:lnTo>
                <a:lnTo>
                  <a:pt x="4282" y="1312"/>
                </a:lnTo>
                <a:lnTo>
                  <a:pt x="4282" y="1314"/>
                </a:lnTo>
                <a:lnTo>
                  <a:pt x="4282" y="1315"/>
                </a:lnTo>
                <a:lnTo>
                  <a:pt x="4281" y="1315"/>
                </a:lnTo>
                <a:lnTo>
                  <a:pt x="4281" y="1314"/>
                </a:lnTo>
                <a:lnTo>
                  <a:pt x="4279" y="1314"/>
                </a:lnTo>
                <a:lnTo>
                  <a:pt x="4277" y="1315"/>
                </a:lnTo>
                <a:lnTo>
                  <a:pt x="4276" y="1316"/>
                </a:lnTo>
                <a:lnTo>
                  <a:pt x="4275" y="1316"/>
                </a:lnTo>
                <a:lnTo>
                  <a:pt x="4275" y="1317"/>
                </a:lnTo>
                <a:lnTo>
                  <a:pt x="4274" y="1317"/>
                </a:lnTo>
                <a:lnTo>
                  <a:pt x="4273" y="1317"/>
                </a:lnTo>
                <a:lnTo>
                  <a:pt x="4271" y="1317"/>
                </a:lnTo>
                <a:lnTo>
                  <a:pt x="4270" y="1318"/>
                </a:lnTo>
                <a:lnTo>
                  <a:pt x="4269" y="1318"/>
                </a:lnTo>
                <a:lnTo>
                  <a:pt x="4268" y="1318"/>
                </a:lnTo>
                <a:lnTo>
                  <a:pt x="4267" y="1318"/>
                </a:lnTo>
                <a:lnTo>
                  <a:pt x="4266" y="1318"/>
                </a:lnTo>
                <a:lnTo>
                  <a:pt x="4265" y="1318"/>
                </a:lnTo>
                <a:lnTo>
                  <a:pt x="4264" y="1318"/>
                </a:lnTo>
                <a:lnTo>
                  <a:pt x="4264" y="1319"/>
                </a:lnTo>
                <a:lnTo>
                  <a:pt x="4264" y="1320"/>
                </a:lnTo>
                <a:lnTo>
                  <a:pt x="4264" y="1321"/>
                </a:lnTo>
                <a:lnTo>
                  <a:pt x="4264" y="1322"/>
                </a:lnTo>
                <a:lnTo>
                  <a:pt x="4263" y="1322"/>
                </a:lnTo>
                <a:lnTo>
                  <a:pt x="4263" y="1323"/>
                </a:lnTo>
                <a:lnTo>
                  <a:pt x="4262" y="1323"/>
                </a:lnTo>
                <a:lnTo>
                  <a:pt x="4262" y="1324"/>
                </a:lnTo>
                <a:lnTo>
                  <a:pt x="4261" y="1325"/>
                </a:lnTo>
                <a:lnTo>
                  <a:pt x="4261" y="1326"/>
                </a:lnTo>
                <a:lnTo>
                  <a:pt x="4261" y="1327"/>
                </a:lnTo>
                <a:lnTo>
                  <a:pt x="4260" y="1327"/>
                </a:lnTo>
                <a:lnTo>
                  <a:pt x="4260" y="1328"/>
                </a:lnTo>
                <a:lnTo>
                  <a:pt x="4258" y="1329"/>
                </a:lnTo>
                <a:lnTo>
                  <a:pt x="4258" y="1330"/>
                </a:lnTo>
                <a:lnTo>
                  <a:pt x="4257" y="1329"/>
                </a:lnTo>
                <a:lnTo>
                  <a:pt x="4256" y="1330"/>
                </a:lnTo>
                <a:lnTo>
                  <a:pt x="4255" y="1331"/>
                </a:lnTo>
                <a:lnTo>
                  <a:pt x="4254" y="1332"/>
                </a:lnTo>
                <a:lnTo>
                  <a:pt x="4253" y="1332"/>
                </a:lnTo>
                <a:lnTo>
                  <a:pt x="4253" y="1333"/>
                </a:lnTo>
                <a:lnTo>
                  <a:pt x="4252" y="1333"/>
                </a:lnTo>
                <a:lnTo>
                  <a:pt x="4252" y="1334"/>
                </a:lnTo>
                <a:lnTo>
                  <a:pt x="4253" y="1334"/>
                </a:lnTo>
                <a:lnTo>
                  <a:pt x="4253" y="1333"/>
                </a:lnTo>
                <a:lnTo>
                  <a:pt x="4254" y="1334"/>
                </a:lnTo>
                <a:lnTo>
                  <a:pt x="4254" y="1335"/>
                </a:lnTo>
                <a:lnTo>
                  <a:pt x="4253" y="1335"/>
                </a:lnTo>
                <a:lnTo>
                  <a:pt x="4253" y="1336"/>
                </a:lnTo>
                <a:lnTo>
                  <a:pt x="4252" y="1336"/>
                </a:lnTo>
                <a:lnTo>
                  <a:pt x="4251" y="1335"/>
                </a:lnTo>
                <a:lnTo>
                  <a:pt x="4250" y="1335"/>
                </a:lnTo>
                <a:lnTo>
                  <a:pt x="4250" y="1336"/>
                </a:lnTo>
                <a:lnTo>
                  <a:pt x="4250" y="1337"/>
                </a:lnTo>
                <a:lnTo>
                  <a:pt x="4249" y="1337"/>
                </a:lnTo>
                <a:lnTo>
                  <a:pt x="4249" y="1338"/>
                </a:lnTo>
                <a:lnTo>
                  <a:pt x="4248" y="1338"/>
                </a:lnTo>
                <a:lnTo>
                  <a:pt x="4248" y="1339"/>
                </a:lnTo>
                <a:lnTo>
                  <a:pt x="4247" y="1338"/>
                </a:lnTo>
                <a:lnTo>
                  <a:pt x="4246" y="1338"/>
                </a:lnTo>
                <a:lnTo>
                  <a:pt x="4245" y="1338"/>
                </a:lnTo>
                <a:lnTo>
                  <a:pt x="4245" y="1339"/>
                </a:lnTo>
                <a:lnTo>
                  <a:pt x="4244" y="1339"/>
                </a:lnTo>
                <a:lnTo>
                  <a:pt x="4243" y="1340"/>
                </a:lnTo>
                <a:lnTo>
                  <a:pt x="4244" y="1340"/>
                </a:lnTo>
                <a:lnTo>
                  <a:pt x="4245" y="1341"/>
                </a:lnTo>
                <a:lnTo>
                  <a:pt x="4245" y="1342"/>
                </a:lnTo>
                <a:lnTo>
                  <a:pt x="4244" y="1342"/>
                </a:lnTo>
                <a:lnTo>
                  <a:pt x="4244" y="1341"/>
                </a:lnTo>
                <a:lnTo>
                  <a:pt x="4243" y="1341"/>
                </a:lnTo>
                <a:lnTo>
                  <a:pt x="4243" y="1342"/>
                </a:lnTo>
                <a:lnTo>
                  <a:pt x="4244" y="1342"/>
                </a:lnTo>
                <a:lnTo>
                  <a:pt x="4244" y="1343"/>
                </a:lnTo>
                <a:lnTo>
                  <a:pt x="4244" y="1344"/>
                </a:lnTo>
                <a:lnTo>
                  <a:pt x="4245" y="1344"/>
                </a:lnTo>
                <a:lnTo>
                  <a:pt x="4245" y="1345"/>
                </a:lnTo>
                <a:lnTo>
                  <a:pt x="4244" y="1346"/>
                </a:lnTo>
                <a:lnTo>
                  <a:pt x="4242" y="1345"/>
                </a:lnTo>
                <a:lnTo>
                  <a:pt x="4242" y="1346"/>
                </a:lnTo>
                <a:lnTo>
                  <a:pt x="4242" y="1347"/>
                </a:lnTo>
                <a:lnTo>
                  <a:pt x="4241" y="1347"/>
                </a:lnTo>
                <a:lnTo>
                  <a:pt x="4242" y="1349"/>
                </a:lnTo>
                <a:lnTo>
                  <a:pt x="4243" y="1348"/>
                </a:lnTo>
                <a:lnTo>
                  <a:pt x="4243" y="1349"/>
                </a:lnTo>
                <a:lnTo>
                  <a:pt x="4243" y="1350"/>
                </a:lnTo>
                <a:lnTo>
                  <a:pt x="4242" y="1350"/>
                </a:lnTo>
                <a:lnTo>
                  <a:pt x="4242" y="1351"/>
                </a:lnTo>
                <a:lnTo>
                  <a:pt x="4241" y="1351"/>
                </a:lnTo>
                <a:lnTo>
                  <a:pt x="4240" y="1351"/>
                </a:lnTo>
                <a:lnTo>
                  <a:pt x="4239" y="1352"/>
                </a:lnTo>
                <a:lnTo>
                  <a:pt x="4238" y="1352"/>
                </a:lnTo>
                <a:lnTo>
                  <a:pt x="4237" y="1353"/>
                </a:lnTo>
                <a:lnTo>
                  <a:pt x="4236" y="1353"/>
                </a:lnTo>
                <a:lnTo>
                  <a:pt x="4235" y="1354"/>
                </a:lnTo>
                <a:lnTo>
                  <a:pt x="4235" y="1355"/>
                </a:lnTo>
                <a:lnTo>
                  <a:pt x="4234" y="1355"/>
                </a:lnTo>
                <a:lnTo>
                  <a:pt x="4235" y="1355"/>
                </a:lnTo>
                <a:lnTo>
                  <a:pt x="4235" y="1356"/>
                </a:lnTo>
                <a:lnTo>
                  <a:pt x="4235" y="1358"/>
                </a:lnTo>
                <a:lnTo>
                  <a:pt x="4236" y="1358"/>
                </a:lnTo>
                <a:lnTo>
                  <a:pt x="4236" y="1359"/>
                </a:lnTo>
                <a:lnTo>
                  <a:pt x="4236" y="1360"/>
                </a:lnTo>
                <a:lnTo>
                  <a:pt x="4236" y="1361"/>
                </a:lnTo>
                <a:lnTo>
                  <a:pt x="4235" y="1361"/>
                </a:lnTo>
                <a:lnTo>
                  <a:pt x="4236" y="1362"/>
                </a:lnTo>
                <a:lnTo>
                  <a:pt x="4235" y="1362"/>
                </a:lnTo>
                <a:lnTo>
                  <a:pt x="4235" y="1363"/>
                </a:lnTo>
                <a:lnTo>
                  <a:pt x="4235" y="1364"/>
                </a:lnTo>
                <a:lnTo>
                  <a:pt x="4234" y="1364"/>
                </a:lnTo>
                <a:lnTo>
                  <a:pt x="4233" y="1363"/>
                </a:lnTo>
                <a:lnTo>
                  <a:pt x="4233" y="1364"/>
                </a:lnTo>
                <a:lnTo>
                  <a:pt x="4233" y="1365"/>
                </a:lnTo>
                <a:lnTo>
                  <a:pt x="4232" y="1365"/>
                </a:lnTo>
                <a:lnTo>
                  <a:pt x="4231" y="1366"/>
                </a:lnTo>
                <a:lnTo>
                  <a:pt x="4230" y="1366"/>
                </a:lnTo>
                <a:lnTo>
                  <a:pt x="4230" y="1367"/>
                </a:lnTo>
                <a:lnTo>
                  <a:pt x="4229" y="1367"/>
                </a:lnTo>
                <a:lnTo>
                  <a:pt x="4229" y="1368"/>
                </a:lnTo>
                <a:lnTo>
                  <a:pt x="4227" y="1368"/>
                </a:lnTo>
                <a:lnTo>
                  <a:pt x="4226" y="1367"/>
                </a:lnTo>
                <a:lnTo>
                  <a:pt x="4223" y="1367"/>
                </a:lnTo>
                <a:lnTo>
                  <a:pt x="4223" y="1368"/>
                </a:lnTo>
                <a:lnTo>
                  <a:pt x="4222" y="1368"/>
                </a:lnTo>
                <a:lnTo>
                  <a:pt x="4221" y="1368"/>
                </a:lnTo>
                <a:lnTo>
                  <a:pt x="4220" y="1368"/>
                </a:lnTo>
                <a:lnTo>
                  <a:pt x="4219" y="1368"/>
                </a:lnTo>
                <a:lnTo>
                  <a:pt x="4218" y="1369"/>
                </a:lnTo>
                <a:lnTo>
                  <a:pt x="4217" y="1369"/>
                </a:lnTo>
                <a:lnTo>
                  <a:pt x="4216" y="1369"/>
                </a:lnTo>
                <a:lnTo>
                  <a:pt x="4217" y="1370"/>
                </a:lnTo>
                <a:lnTo>
                  <a:pt x="4216" y="1370"/>
                </a:lnTo>
                <a:lnTo>
                  <a:pt x="4216" y="1371"/>
                </a:lnTo>
                <a:lnTo>
                  <a:pt x="4215" y="1371"/>
                </a:lnTo>
                <a:lnTo>
                  <a:pt x="4215" y="1372"/>
                </a:lnTo>
                <a:lnTo>
                  <a:pt x="4214" y="1372"/>
                </a:lnTo>
                <a:lnTo>
                  <a:pt x="4213" y="1372"/>
                </a:lnTo>
                <a:lnTo>
                  <a:pt x="4212" y="1372"/>
                </a:lnTo>
                <a:lnTo>
                  <a:pt x="4212" y="1373"/>
                </a:lnTo>
                <a:lnTo>
                  <a:pt x="4211" y="1373"/>
                </a:lnTo>
                <a:lnTo>
                  <a:pt x="4210" y="1373"/>
                </a:lnTo>
                <a:lnTo>
                  <a:pt x="4209" y="1374"/>
                </a:lnTo>
                <a:lnTo>
                  <a:pt x="4208" y="1374"/>
                </a:lnTo>
                <a:lnTo>
                  <a:pt x="4208" y="1375"/>
                </a:lnTo>
                <a:lnTo>
                  <a:pt x="4206" y="1375"/>
                </a:lnTo>
                <a:lnTo>
                  <a:pt x="4205" y="1375"/>
                </a:lnTo>
                <a:lnTo>
                  <a:pt x="4204" y="1376"/>
                </a:lnTo>
                <a:lnTo>
                  <a:pt x="4203" y="1376"/>
                </a:lnTo>
                <a:lnTo>
                  <a:pt x="4201" y="1377"/>
                </a:lnTo>
                <a:lnTo>
                  <a:pt x="4200" y="1377"/>
                </a:lnTo>
                <a:lnTo>
                  <a:pt x="4198" y="1378"/>
                </a:lnTo>
                <a:lnTo>
                  <a:pt x="4196" y="1378"/>
                </a:lnTo>
                <a:lnTo>
                  <a:pt x="4195" y="1379"/>
                </a:lnTo>
                <a:lnTo>
                  <a:pt x="4194" y="1379"/>
                </a:lnTo>
                <a:lnTo>
                  <a:pt x="4193" y="1379"/>
                </a:lnTo>
                <a:lnTo>
                  <a:pt x="4192" y="1379"/>
                </a:lnTo>
                <a:lnTo>
                  <a:pt x="4192" y="1380"/>
                </a:lnTo>
                <a:lnTo>
                  <a:pt x="4193" y="1380"/>
                </a:lnTo>
                <a:lnTo>
                  <a:pt x="4192" y="1380"/>
                </a:lnTo>
                <a:lnTo>
                  <a:pt x="4192" y="1381"/>
                </a:lnTo>
                <a:lnTo>
                  <a:pt x="4192" y="1380"/>
                </a:lnTo>
                <a:lnTo>
                  <a:pt x="4191" y="1380"/>
                </a:lnTo>
                <a:lnTo>
                  <a:pt x="4190" y="1380"/>
                </a:lnTo>
                <a:lnTo>
                  <a:pt x="4189" y="1380"/>
                </a:lnTo>
                <a:lnTo>
                  <a:pt x="4188" y="1381"/>
                </a:lnTo>
                <a:lnTo>
                  <a:pt x="4186" y="1381"/>
                </a:lnTo>
                <a:lnTo>
                  <a:pt x="4185" y="1382"/>
                </a:lnTo>
                <a:lnTo>
                  <a:pt x="4184" y="1382"/>
                </a:lnTo>
                <a:lnTo>
                  <a:pt x="4183" y="1383"/>
                </a:lnTo>
                <a:lnTo>
                  <a:pt x="4182" y="1384"/>
                </a:lnTo>
                <a:lnTo>
                  <a:pt x="4181" y="1386"/>
                </a:lnTo>
                <a:lnTo>
                  <a:pt x="4182" y="1388"/>
                </a:lnTo>
                <a:lnTo>
                  <a:pt x="4180" y="1388"/>
                </a:lnTo>
                <a:lnTo>
                  <a:pt x="4179" y="1388"/>
                </a:lnTo>
                <a:lnTo>
                  <a:pt x="4178" y="1388"/>
                </a:lnTo>
                <a:lnTo>
                  <a:pt x="4177" y="1388"/>
                </a:lnTo>
                <a:lnTo>
                  <a:pt x="4176" y="1389"/>
                </a:lnTo>
                <a:lnTo>
                  <a:pt x="4175" y="1389"/>
                </a:lnTo>
                <a:lnTo>
                  <a:pt x="4174" y="1389"/>
                </a:lnTo>
                <a:lnTo>
                  <a:pt x="4173" y="1389"/>
                </a:lnTo>
                <a:lnTo>
                  <a:pt x="4172" y="1390"/>
                </a:lnTo>
                <a:lnTo>
                  <a:pt x="4171" y="1390"/>
                </a:lnTo>
                <a:lnTo>
                  <a:pt x="4171" y="1391"/>
                </a:lnTo>
                <a:lnTo>
                  <a:pt x="4171" y="1392"/>
                </a:lnTo>
                <a:lnTo>
                  <a:pt x="4170" y="1392"/>
                </a:lnTo>
                <a:lnTo>
                  <a:pt x="4167" y="1392"/>
                </a:lnTo>
                <a:lnTo>
                  <a:pt x="4166" y="1393"/>
                </a:lnTo>
                <a:lnTo>
                  <a:pt x="4165" y="1393"/>
                </a:lnTo>
                <a:lnTo>
                  <a:pt x="4164" y="1393"/>
                </a:lnTo>
                <a:lnTo>
                  <a:pt x="4164" y="1394"/>
                </a:lnTo>
                <a:lnTo>
                  <a:pt x="4163" y="1394"/>
                </a:lnTo>
                <a:lnTo>
                  <a:pt x="4162" y="1394"/>
                </a:lnTo>
                <a:lnTo>
                  <a:pt x="4162" y="1395"/>
                </a:lnTo>
                <a:lnTo>
                  <a:pt x="4161" y="1395"/>
                </a:lnTo>
                <a:lnTo>
                  <a:pt x="4160" y="1394"/>
                </a:lnTo>
                <a:lnTo>
                  <a:pt x="4159" y="1395"/>
                </a:lnTo>
                <a:lnTo>
                  <a:pt x="4158" y="1395"/>
                </a:lnTo>
                <a:lnTo>
                  <a:pt x="4157" y="1395"/>
                </a:lnTo>
                <a:lnTo>
                  <a:pt x="4156" y="1396"/>
                </a:lnTo>
                <a:lnTo>
                  <a:pt x="4155" y="1397"/>
                </a:lnTo>
                <a:lnTo>
                  <a:pt x="4154" y="1397"/>
                </a:lnTo>
                <a:lnTo>
                  <a:pt x="4153" y="1397"/>
                </a:lnTo>
                <a:lnTo>
                  <a:pt x="4152" y="1397"/>
                </a:lnTo>
                <a:lnTo>
                  <a:pt x="4152" y="1398"/>
                </a:lnTo>
                <a:lnTo>
                  <a:pt x="4151" y="1398"/>
                </a:lnTo>
                <a:lnTo>
                  <a:pt x="4151" y="1397"/>
                </a:lnTo>
                <a:lnTo>
                  <a:pt x="4150" y="1397"/>
                </a:lnTo>
                <a:lnTo>
                  <a:pt x="4148" y="1398"/>
                </a:lnTo>
                <a:lnTo>
                  <a:pt x="4148" y="1399"/>
                </a:lnTo>
                <a:lnTo>
                  <a:pt x="4147" y="1399"/>
                </a:lnTo>
                <a:lnTo>
                  <a:pt x="4147" y="1400"/>
                </a:lnTo>
                <a:lnTo>
                  <a:pt x="4147" y="1401"/>
                </a:lnTo>
                <a:lnTo>
                  <a:pt x="4146" y="1403"/>
                </a:lnTo>
                <a:lnTo>
                  <a:pt x="4146" y="1404"/>
                </a:lnTo>
                <a:lnTo>
                  <a:pt x="4146" y="1405"/>
                </a:lnTo>
                <a:lnTo>
                  <a:pt x="4146" y="1404"/>
                </a:lnTo>
                <a:lnTo>
                  <a:pt x="4147" y="1404"/>
                </a:lnTo>
                <a:lnTo>
                  <a:pt x="4147" y="1405"/>
                </a:lnTo>
                <a:lnTo>
                  <a:pt x="4148" y="1405"/>
                </a:lnTo>
                <a:lnTo>
                  <a:pt x="4147" y="1405"/>
                </a:lnTo>
                <a:lnTo>
                  <a:pt x="4147" y="1406"/>
                </a:lnTo>
                <a:lnTo>
                  <a:pt x="4148" y="1407"/>
                </a:lnTo>
                <a:lnTo>
                  <a:pt x="4147" y="1407"/>
                </a:lnTo>
                <a:lnTo>
                  <a:pt x="4147" y="1406"/>
                </a:lnTo>
                <a:lnTo>
                  <a:pt x="4145" y="1407"/>
                </a:lnTo>
                <a:lnTo>
                  <a:pt x="4145" y="1406"/>
                </a:lnTo>
                <a:lnTo>
                  <a:pt x="4144" y="1407"/>
                </a:lnTo>
                <a:lnTo>
                  <a:pt x="4142" y="1407"/>
                </a:lnTo>
                <a:lnTo>
                  <a:pt x="4141" y="1407"/>
                </a:lnTo>
                <a:lnTo>
                  <a:pt x="4140" y="1408"/>
                </a:lnTo>
                <a:lnTo>
                  <a:pt x="4139" y="1408"/>
                </a:lnTo>
                <a:lnTo>
                  <a:pt x="4138" y="1409"/>
                </a:lnTo>
                <a:lnTo>
                  <a:pt x="4137" y="1410"/>
                </a:lnTo>
                <a:lnTo>
                  <a:pt x="4136" y="1411"/>
                </a:lnTo>
                <a:lnTo>
                  <a:pt x="4135" y="1412"/>
                </a:lnTo>
                <a:lnTo>
                  <a:pt x="4134" y="1412"/>
                </a:lnTo>
                <a:lnTo>
                  <a:pt x="4133" y="1413"/>
                </a:lnTo>
                <a:lnTo>
                  <a:pt x="4132" y="1414"/>
                </a:lnTo>
                <a:lnTo>
                  <a:pt x="4132" y="1415"/>
                </a:lnTo>
                <a:lnTo>
                  <a:pt x="4131" y="1416"/>
                </a:lnTo>
                <a:lnTo>
                  <a:pt x="4130" y="1417"/>
                </a:lnTo>
                <a:lnTo>
                  <a:pt x="4130" y="1418"/>
                </a:lnTo>
                <a:lnTo>
                  <a:pt x="4129" y="1420"/>
                </a:lnTo>
                <a:lnTo>
                  <a:pt x="4129" y="1421"/>
                </a:lnTo>
                <a:lnTo>
                  <a:pt x="4128" y="1422"/>
                </a:lnTo>
                <a:lnTo>
                  <a:pt x="4128" y="1423"/>
                </a:lnTo>
                <a:lnTo>
                  <a:pt x="4128" y="1425"/>
                </a:lnTo>
                <a:lnTo>
                  <a:pt x="4127" y="1425"/>
                </a:lnTo>
                <a:lnTo>
                  <a:pt x="4127" y="1426"/>
                </a:lnTo>
                <a:lnTo>
                  <a:pt x="4126" y="1428"/>
                </a:lnTo>
                <a:lnTo>
                  <a:pt x="4126" y="1430"/>
                </a:lnTo>
                <a:lnTo>
                  <a:pt x="4125" y="1431"/>
                </a:lnTo>
                <a:lnTo>
                  <a:pt x="4125" y="1432"/>
                </a:lnTo>
                <a:lnTo>
                  <a:pt x="4124" y="1433"/>
                </a:lnTo>
                <a:lnTo>
                  <a:pt x="4124" y="1434"/>
                </a:lnTo>
                <a:lnTo>
                  <a:pt x="4123" y="1436"/>
                </a:lnTo>
                <a:lnTo>
                  <a:pt x="4123" y="1438"/>
                </a:lnTo>
                <a:lnTo>
                  <a:pt x="4123" y="1440"/>
                </a:lnTo>
                <a:lnTo>
                  <a:pt x="4124" y="1440"/>
                </a:lnTo>
                <a:lnTo>
                  <a:pt x="4125" y="1441"/>
                </a:lnTo>
                <a:lnTo>
                  <a:pt x="4126" y="1442"/>
                </a:lnTo>
                <a:lnTo>
                  <a:pt x="4126" y="1443"/>
                </a:lnTo>
                <a:lnTo>
                  <a:pt x="4127" y="1445"/>
                </a:lnTo>
                <a:lnTo>
                  <a:pt x="4127" y="1446"/>
                </a:lnTo>
                <a:lnTo>
                  <a:pt x="4126" y="1446"/>
                </a:lnTo>
                <a:lnTo>
                  <a:pt x="4125" y="1446"/>
                </a:lnTo>
                <a:lnTo>
                  <a:pt x="4126" y="1446"/>
                </a:lnTo>
                <a:lnTo>
                  <a:pt x="4126" y="1447"/>
                </a:lnTo>
                <a:lnTo>
                  <a:pt x="4126" y="1446"/>
                </a:lnTo>
                <a:lnTo>
                  <a:pt x="4127" y="1446"/>
                </a:lnTo>
                <a:lnTo>
                  <a:pt x="4127" y="1447"/>
                </a:lnTo>
                <a:lnTo>
                  <a:pt x="4126" y="1448"/>
                </a:lnTo>
                <a:lnTo>
                  <a:pt x="4125" y="1448"/>
                </a:lnTo>
                <a:lnTo>
                  <a:pt x="4125" y="1449"/>
                </a:lnTo>
                <a:lnTo>
                  <a:pt x="4126" y="1449"/>
                </a:lnTo>
                <a:lnTo>
                  <a:pt x="4125" y="1450"/>
                </a:lnTo>
                <a:lnTo>
                  <a:pt x="4124" y="1451"/>
                </a:lnTo>
                <a:lnTo>
                  <a:pt x="4123" y="1451"/>
                </a:lnTo>
                <a:lnTo>
                  <a:pt x="4124" y="1451"/>
                </a:lnTo>
                <a:lnTo>
                  <a:pt x="4124" y="1452"/>
                </a:lnTo>
                <a:lnTo>
                  <a:pt x="4123" y="1452"/>
                </a:lnTo>
                <a:lnTo>
                  <a:pt x="4122" y="1453"/>
                </a:lnTo>
                <a:lnTo>
                  <a:pt x="4121" y="1453"/>
                </a:lnTo>
                <a:lnTo>
                  <a:pt x="4120" y="1453"/>
                </a:lnTo>
                <a:lnTo>
                  <a:pt x="4119" y="1453"/>
                </a:lnTo>
                <a:lnTo>
                  <a:pt x="4118" y="1454"/>
                </a:lnTo>
                <a:lnTo>
                  <a:pt x="4118" y="1453"/>
                </a:lnTo>
                <a:lnTo>
                  <a:pt x="4118" y="1452"/>
                </a:lnTo>
                <a:lnTo>
                  <a:pt x="4117" y="1453"/>
                </a:lnTo>
                <a:lnTo>
                  <a:pt x="4117" y="1452"/>
                </a:lnTo>
                <a:lnTo>
                  <a:pt x="4116" y="1453"/>
                </a:lnTo>
                <a:lnTo>
                  <a:pt x="4115" y="1454"/>
                </a:lnTo>
                <a:lnTo>
                  <a:pt x="4114" y="1456"/>
                </a:lnTo>
                <a:lnTo>
                  <a:pt x="4112" y="1458"/>
                </a:lnTo>
                <a:lnTo>
                  <a:pt x="4112" y="1459"/>
                </a:lnTo>
                <a:lnTo>
                  <a:pt x="4111" y="1459"/>
                </a:lnTo>
                <a:lnTo>
                  <a:pt x="4111" y="1460"/>
                </a:lnTo>
                <a:lnTo>
                  <a:pt x="4111" y="1461"/>
                </a:lnTo>
                <a:lnTo>
                  <a:pt x="4110" y="1461"/>
                </a:lnTo>
                <a:lnTo>
                  <a:pt x="4109" y="1462"/>
                </a:lnTo>
                <a:lnTo>
                  <a:pt x="4108" y="1463"/>
                </a:lnTo>
                <a:lnTo>
                  <a:pt x="4108" y="1464"/>
                </a:lnTo>
                <a:lnTo>
                  <a:pt x="4107" y="1464"/>
                </a:lnTo>
                <a:lnTo>
                  <a:pt x="4108" y="1465"/>
                </a:lnTo>
                <a:lnTo>
                  <a:pt x="4108" y="1466"/>
                </a:lnTo>
                <a:lnTo>
                  <a:pt x="4107" y="1467"/>
                </a:lnTo>
                <a:lnTo>
                  <a:pt x="4106" y="1467"/>
                </a:lnTo>
                <a:lnTo>
                  <a:pt x="4104" y="1468"/>
                </a:lnTo>
                <a:lnTo>
                  <a:pt x="4102" y="1470"/>
                </a:lnTo>
                <a:lnTo>
                  <a:pt x="4102" y="1471"/>
                </a:lnTo>
                <a:lnTo>
                  <a:pt x="4103" y="1471"/>
                </a:lnTo>
                <a:lnTo>
                  <a:pt x="4102" y="1472"/>
                </a:lnTo>
                <a:lnTo>
                  <a:pt x="4102" y="1471"/>
                </a:lnTo>
                <a:lnTo>
                  <a:pt x="4099" y="1472"/>
                </a:lnTo>
                <a:lnTo>
                  <a:pt x="4098" y="1471"/>
                </a:lnTo>
                <a:lnTo>
                  <a:pt x="4098" y="1472"/>
                </a:lnTo>
                <a:lnTo>
                  <a:pt x="4097" y="1472"/>
                </a:lnTo>
                <a:lnTo>
                  <a:pt x="4097" y="1473"/>
                </a:lnTo>
                <a:lnTo>
                  <a:pt x="4096" y="1474"/>
                </a:lnTo>
                <a:lnTo>
                  <a:pt x="4094" y="1475"/>
                </a:lnTo>
                <a:lnTo>
                  <a:pt x="4093" y="1476"/>
                </a:lnTo>
                <a:lnTo>
                  <a:pt x="4093" y="1477"/>
                </a:lnTo>
                <a:lnTo>
                  <a:pt x="4092" y="1477"/>
                </a:lnTo>
                <a:lnTo>
                  <a:pt x="4090" y="1478"/>
                </a:lnTo>
                <a:lnTo>
                  <a:pt x="4089" y="1477"/>
                </a:lnTo>
                <a:lnTo>
                  <a:pt x="4090" y="1476"/>
                </a:lnTo>
                <a:lnTo>
                  <a:pt x="4091" y="1475"/>
                </a:lnTo>
                <a:lnTo>
                  <a:pt x="4092" y="1474"/>
                </a:lnTo>
                <a:lnTo>
                  <a:pt x="4094" y="1473"/>
                </a:lnTo>
                <a:lnTo>
                  <a:pt x="4095" y="1472"/>
                </a:lnTo>
                <a:lnTo>
                  <a:pt x="4097" y="1471"/>
                </a:lnTo>
                <a:lnTo>
                  <a:pt x="4098" y="1471"/>
                </a:lnTo>
                <a:lnTo>
                  <a:pt x="4098" y="1470"/>
                </a:lnTo>
                <a:lnTo>
                  <a:pt x="4097" y="1471"/>
                </a:lnTo>
                <a:lnTo>
                  <a:pt x="4096" y="1471"/>
                </a:lnTo>
                <a:lnTo>
                  <a:pt x="4095" y="1471"/>
                </a:lnTo>
                <a:lnTo>
                  <a:pt x="4094" y="1471"/>
                </a:lnTo>
                <a:lnTo>
                  <a:pt x="4094" y="1472"/>
                </a:lnTo>
                <a:lnTo>
                  <a:pt x="4094" y="1471"/>
                </a:lnTo>
                <a:lnTo>
                  <a:pt x="4093" y="1472"/>
                </a:lnTo>
                <a:lnTo>
                  <a:pt x="4092" y="1472"/>
                </a:lnTo>
                <a:lnTo>
                  <a:pt x="4091" y="1473"/>
                </a:lnTo>
                <a:lnTo>
                  <a:pt x="4090" y="1473"/>
                </a:lnTo>
                <a:lnTo>
                  <a:pt x="4089" y="1473"/>
                </a:lnTo>
                <a:lnTo>
                  <a:pt x="4089" y="1474"/>
                </a:lnTo>
                <a:lnTo>
                  <a:pt x="4088" y="1474"/>
                </a:lnTo>
                <a:lnTo>
                  <a:pt x="4088" y="1473"/>
                </a:lnTo>
                <a:lnTo>
                  <a:pt x="4087" y="1473"/>
                </a:lnTo>
                <a:lnTo>
                  <a:pt x="4087" y="1472"/>
                </a:lnTo>
                <a:lnTo>
                  <a:pt x="4088" y="1472"/>
                </a:lnTo>
                <a:lnTo>
                  <a:pt x="4088" y="1471"/>
                </a:lnTo>
                <a:lnTo>
                  <a:pt x="4087" y="1471"/>
                </a:lnTo>
                <a:lnTo>
                  <a:pt x="4087" y="1470"/>
                </a:lnTo>
                <a:lnTo>
                  <a:pt x="4087" y="1469"/>
                </a:lnTo>
                <a:lnTo>
                  <a:pt x="4086" y="1468"/>
                </a:lnTo>
                <a:lnTo>
                  <a:pt x="4087" y="1468"/>
                </a:lnTo>
                <a:lnTo>
                  <a:pt x="4086" y="1468"/>
                </a:lnTo>
                <a:lnTo>
                  <a:pt x="4087" y="1471"/>
                </a:lnTo>
                <a:lnTo>
                  <a:pt x="4087" y="1472"/>
                </a:lnTo>
                <a:lnTo>
                  <a:pt x="4087" y="1471"/>
                </a:lnTo>
                <a:lnTo>
                  <a:pt x="4086" y="1472"/>
                </a:lnTo>
                <a:lnTo>
                  <a:pt x="4086" y="1473"/>
                </a:lnTo>
                <a:lnTo>
                  <a:pt x="4084" y="1474"/>
                </a:lnTo>
                <a:lnTo>
                  <a:pt x="4083" y="1474"/>
                </a:lnTo>
                <a:lnTo>
                  <a:pt x="4082" y="1475"/>
                </a:lnTo>
                <a:lnTo>
                  <a:pt x="4082" y="1476"/>
                </a:lnTo>
                <a:lnTo>
                  <a:pt x="4081" y="1476"/>
                </a:lnTo>
                <a:lnTo>
                  <a:pt x="4079" y="1476"/>
                </a:lnTo>
                <a:lnTo>
                  <a:pt x="4077" y="1476"/>
                </a:lnTo>
                <a:lnTo>
                  <a:pt x="4074" y="1476"/>
                </a:lnTo>
                <a:lnTo>
                  <a:pt x="4073" y="1475"/>
                </a:lnTo>
                <a:lnTo>
                  <a:pt x="4073" y="1476"/>
                </a:lnTo>
                <a:lnTo>
                  <a:pt x="4072" y="1475"/>
                </a:lnTo>
                <a:lnTo>
                  <a:pt x="4071" y="1475"/>
                </a:lnTo>
                <a:lnTo>
                  <a:pt x="4071" y="1474"/>
                </a:lnTo>
                <a:lnTo>
                  <a:pt x="4070" y="1474"/>
                </a:lnTo>
                <a:lnTo>
                  <a:pt x="4068" y="1474"/>
                </a:lnTo>
                <a:lnTo>
                  <a:pt x="4067" y="1474"/>
                </a:lnTo>
                <a:lnTo>
                  <a:pt x="4066" y="1474"/>
                </a:lnTo>
                <a:lnTo>
                  <a:pt x="4065" y="1474"/>
                </a:lnTo>
                <a:lnTo>
                  <a:pt x="4066" y="1474"/>
                </a:lnTo>
                <a:lnTo>
                  <a:pt x="4065" y="1474"/>
                </a:lnTo>
                <a:lnTo>
                  <a:pt x="4064" y="1474"/>
                </a:lnTo>
                <a:lnTo>
                  <a:pt x="4063" y="1475"/>
                </a:lnTo>
                <a:lnTo>
                  <a:pt x="4061" y="1475"/>
                </a:lnTo>
                <a:lnTo>
                  <a:pt x="4060" y="1475"/>
                </a:lnTo>
                <a:lnTo>
                  <a:pt x="4059" y="1475"/>
                </a:lnTo>
                <a:lnTo>
                  <a:pt x="4058" y="1475"/>
                </a:lnTo>
                <a:lnTo>
                  <a:pt x="4058" y="1474"/>
                </a:lnTo>
                <a:lnTo>
                  <a:pt x="4058" y="1475"/>
                </a:lnTo>
                <a:lnTo>
                  <a:pt x="4059" y="1476"/>
                </a:lnTo>
                <a:lnTo>
                  <a:pt x="4061" y="1478"/>
                </a:lnTo>
                <a:lnTo>
                  <a:pt x="4061" y="1479"/>
                </a:lnTo>
                <a:lnTo>
                  <a:pt x="4060" y="1479"/>
                </a:lnTo>
                <a:lnTo>
                  <a:pt x="4058" y="1478"/>
                </a:lnTo>
                <a:lnTo>
                  <a:pt x="4057" y="1479"/>
                </a:lnTo>
                <a:lnTo>
                  <a:pt x="4059" y="1479"/>
                </a:lnTo>
                <a:lnTo>
                  <a:pt x="4059" y="1480"/>
                </a:lnTo>
                <a:lnTo>
                  <a:pt x="4058" y="1480"/>
                </a:lnTo>
                <a:lnTo>
                  <a:pt x="4058" y="1481"/>
                </a:lnTo>
                <a:lnTo>
                  <a:pt x="4055" y="1479"/>
                </a:lnTo>
                <a:lnTo>
                  <a:pt x="4055" y="1480"/>
                </a:lnTo>
                <a:lnTo>
                  <a:pt x="4054" y="1480"/>
                </a:lnTo>
                <a:lnTo>
                  <a:pt x="4055" y="1480"/>
                </a:lnTo>
                <a:lnTo>
                  <a:pt x="4056" y="1481"/>
                </a:lnTo>
                <a:lnTo>
                  <a:pt x="4055" y="1482"/>
                </a:lnTo>
                <a:lnTo>
                  <a:pt x="4054" y="1482"/>
                </a:lnTo>
                <a:lnTo>
                  <a:pt x="4053" y="1481"/>
                </a:lnTo>
                <a:lnTo>
                  <a:pt x="4052" y="1481"/>
                </a:lnTo>
                <a:lnTo>
                  <a:pt x="4052" y="1482"/>
                </a:lnTo>
                <a:lnTo>
                  <a:pt x="4052" y="1483"/>
                </a:lnTo>
                <a:lnTo>
                  <a:pt x="4053" y="1484"/>
                </a:lnTo>
                <a:lnTo>
                  <a:pt x="4052" y="1484"/>
                </a:lnTo>
                <a:lnTo>
                  <a:pt x="4053" y="1485"/>
                </a:lnTo>
                <a:lnTo>
                  <a:pt x="4054" y="1485"/>
                </a:lnTo>
                <a:lnTo>
                  <a:pt x="4057" y="1485"/>
                </a:lnTo>
                <a:lnTo>
                  <a:pt x="4057" y="1486"/>
                </a:lnTo>
                <a:lnTo>
                  <a:pt x="4058" y="1487"/>
                </a:lnTo>
                <a:lnTo>
                  <a:pt x="4059" y="1488"/>
                </a:lnTo>
                <a:lnTo>
                  <a:pt x="4059" y="1489"/>
                </a:lnTo>
                <a:lnTo>
                  <a:pt x="4060" y="1490"/>
                </a:lnTo>
                <a:lnTo>
                  <a:pt x="4061" y="1491"/>
                </a:lnTo>
                <a:lnTo>
                  <a:pt x="4061" y="1490"/>
                </a:lnTo>
                <a:lnTo>
                  <a:pt x="4062" y="1489"/>
                </a:lnTo>
                <a:lnTo>
                  <a:pt x="4065" y="1487"/>
                </a:lnTo>
                <a:lnTo>
                  <a:pt x="4065" y="1486"/>
                </a:lnTo>
                <a:lnTo>
                  <a:pt x="4066" y="1486"/>
                </a:lnTo>
                <a:lnTo>
                  <a:pt x="4066" y="1485"/>
                </a:lnTo>
                <a:lnTo>
                  <a:pt x="4066" y="1484"/>
                </a:lnTo>
                <a:lnTo>
                  <a:pt x="4065" y="1483"/>
                </a:lnTo>
                <a:lnTo>
                  <a:pt x="4067" y="1482"/>
                </a:lnTo>
                <a:lnTo>
                  <a:pt x="4068" y="1484"/>
                </a:lnTo>
                <a:lnTo>
                  <a:pt x="4068" y="1485"/>
                </a:lnTo>
                <a:lnTo>
                  <a:pt x="4066" y="1488"/>
                </a:lnTo>
                <a:lnTo>
                  <a:pt x="4065" y="1490"/>
                </a:lnTo>
                <a:lnTo>
                  <a:pt x="4063" y="1492"/>
                </a:lnTo>
                <a:lnTo>
                  <a:pt x="4063" y="1493"/>
                </a:lnTo>
                <a:lnTo>
                  <a:pt x="4062" y="1493"/>
                </a:lnTo>
                <a:lnTo>
                  <a:pt x="4060" y="1495"/>
                </a:lnTo>
                <a:lnTo>
                  <a:pt x="4059" y="1496"/>
                </a:lnTo>
                <a:lnTo>
                  <a:pt x="4056" y="1498"/>
                </a:lnTo>
                <a:lnTo>
                  <a:pt x="4055" y="1498"/>
                </a:lnTo>
                <a:lnTo>
                  <a:pt x="4053" y="1496"/>
                </a:lnTo>
                <a:lnTo>
                  <a:pt x="4054" y="1496"/>
                </a:lnTo>
                <a:lnTo>
                  <a:pt x="4054" y="1495"/>
                </a:lnTo>
                <a:lnTo>
                  <a:pt x="4053" y="1494"/>
                </a:lnTo>
                <a:lnTo>
                  <a:pt x="4052" y="1493"/>
                </a:lnTo>
                <a:lnTo>
                  <a:pt x="4052" y="1489"/>
                </a:lnTo>
                <a:lnTo>
                  <a:pt x="4051" y="1488"/>
                </a:lnTo>
                <a:lnTo>
                  <a:pt x="4050" y="1488"/>
                </a:lnTo>
                <a:lnTo>
                  <a:pt x="4051" y="1489"/>
                </a:lnTo>
                <a:lnTo>
                  <a:pt x="4051" y="1495"/>
                </a:lnTo>
                <a:lnTo>
                  <a:pt x="4050" y="1495"/>
                </a:lnTo>
                <a:lnTo>
                  <a:pt x="4049" y="1494"/>
                </a:lnTo>
                <a:lnTo>
                  <a:pt x="4048" y="1494"/>
                </a:lnTo>
                <a:lnTo>
                  <a:pt x="4047" y="1494"/>
                </a:lnTo>
                <a:lnTo>
                  <a:pt x="4047" y="1489"/>
                </a:lnTo>
                <a:lnTo>
                  <a:pt x="4048" y="1488"/>
                </a:lnTo>
                <a:lnTo>
                  <a:pt x="4049" y="1487"/>
                </a:lnTo>
                <a:lnTo>
                  <a:pt x="4050" y="1487"/>
                </a:lnTo>
                <a:lnTo>
                  <a:pt x="4050" y="1486"/>
                </a:lnTo>
                <a:lnTo>
                  <a:pt x="4051" y="1486"/>
                </a:lnTo>
                <a:lnTo>
                  <a:pt x="4052" y="1485"/>
                </a:lnTo>
                <a:lnTo>
                  <a:pt x="4053" y="1485"/>
                </a:lnTo>
                <a:lnTo>
                  <a:pt x="4052" y="1485"/>
                </a:lnTo>
                <a:lnTo>
                  <a:pt x="4052" y="1484"/>
                </a:lnTo>
                <a:lnTo>
                  <a:pt x="4052" y="1485"/>
                </a:lnTo>
                <a:lnTo>
                  <a:pt x="4051" y="1485"/>
                </a:lnTo>
                <a:lnTo>
                  <a:pt x="4049" y="1486"/>
                </a:lnTo>
                <a:lnTo>
                  <a:pt x="4047" y="1487"/>
                </a:lnTo>
                <a:lnTo>
                  <a:pt x="4047" y="1488"/>
                </a:lnTo>
                <a:lnTo>
                  <a:pt x="4046" y="1489"/>
                </a:lnTo>
                <a:lnTo>
                  <a:pt x="4046" y="1490"/>
                </a:lnTo>
                <a:lnTo>
                  <a:pt x="4046" y="1493"/>
                </a:lnTo>
                <a:lnTo>
                  <a:pt x="4044" y="1492"/>
                </a:lnTo>
                <a:lnTo>
                  <a:pt x="4043" y="1492"/>
                </a:lnTo>
                <a:lnTo>
                  <a:pt x="4043" y="1487"/>
                </a:lnTo>
                <a:lnTo>
                  <a:pt x="4043" y="1486"/>
                </a:lnTo>
                <a:lnTo>
                  <a:pt x="4042" y="1486"/>
                </a:lnTo>
                <a:lnTo>
                  <a:pt x="4042" y="1487"/>
                </a:lnTo>
                <a:lnTo>
                  <a:pt x="4041" y="1487"/>
                </a:lnTo>
                <a:lnTo>
                  <a:pt x="4041" y="1488"/>
                </a:lnTo>
                <a:lnTo>
                  <a:pt x="4040" y="1487"/>
                </a:lnTo>
                <a:lnTo>
                  <a:pt x="4039" y="1487"/>
                </a:lnTo>
                <a:lnTo>
                  <a:pt x="4038" y="1487"/>
                </a:lnTo>
                <a:lnTo>
                  <a:pt x="4037" y="1486"/>
                </a:lnTo>
                <a:lnTo>
                  <a:pt x="4037" y="1485"/>
                </a:lnTo>
                <a:lnTo>
                  <a:pt x="4037" y="1486"/>
                </a:lnTo>
                <a:lnTo>
                  <a:pt x="4035" y="1486"/>
                </a:lnTo>
                <a:lnTo>
                  <a:pt x="4034" y="1485"/>
                </a:lnTo>
                <a:lnTo>
                  <a:pt x="4034" y="1486"/>
                </a:lnTo>
                <a:lnTo>
                  <a:pt x="4033" y="1486"/>
                </a:lnTo>
                <a:lnTo>
                  <a:pt x="4032" y="1485"/>
                </a:lnTo>
                <a:lnTo>
                  <a:pt x="4030" y="1484"/>
                </a:lnTo>
                <a:lnTo>
                  <a:pt x="4029" y="1483"/>
                </a:lnTo>
                <a:lnTo>
                  <a:pt x="4028" y="1482"/>
                </a:lnTo>
                <a:lnTo>
                  <a:pt x="4027" y="1480"/>
                </a:lnTo>
                <a:lnTo>
                  <a:pt x="4026" y="1479"/>
                </a:lnTo>
                <a:lnTo>
                  <a:pt x="4026" y="1478"/>
                </a:lnTo>
                <a:lnTo>
                  <a:pt x="4025" y="1477"/>
                </a:lnTo>
                <a:lnTo>
                  <a:pt x="4025" y="1476"/>
                </a:lnTo>
                <a:lnTo>
                  <a:pt x="4024" y="1476"/>
                </a:lnTo>
                <a:lnTo>
                  <a:pt x="4024" y="1475"/>
                </a:lnTo>
                <a:lnTo>
                  <a:pt x="4023" y="1474"/>
                </a:lnTo>
                <a:lnTo>
                  <a:pt x="4022" y="1473"/>
                </a:lnTo>
                <a:lnTo>
                  <a:pt x="4023" y="1473"/>
                </a:lnTo>
                <a:lnTo>
                  <a:pt x="4022" y="1472"/>
                </a:lnTo>
                <a:lnTo>
                  <a:pt x="4021" y="1472"/>
                </a:lnTo>
                <a:lnTo>
                  <a:pt x="4021" y="1471"/>
                </a:lnTo>
                <a:lnTo>
                  <a:pt x="4020" y="1470"/>
                </a:lnTo>
                <a:lnTo>
                  <a:pt x="4019" y="1470"/>
                </a:lnTo>
                <a:lnTo>
                  <a:pt x="4018" y="1470"/>
                </a:lnTo>
                <a:lnTo>
                  <a:pt x="4019" y="1469"/>
                </a:lnTo>
                <a:lnTo>
                  <a:pt x="4018" y="1469"/>
                </a:lnTo>
                <a:lnTo>
                  <a:pt x="4017" y="1468"/>
                </a:lnTo>
                <a:lnTo>
                  <a:pt x="4016" y="1468"/>
                </a:lnTo>
                <a:lnTo>
                  <a:pt x="4016" y="1467"/>
                </a:lnTo>
                <a:lnTo>
                  <a:pt x="4015" y="1467"/>
                </a:lnTo>
                <a:lnTo>
                  <a:pt x="4015" y="1468"/>
                </a:lnTo>
                <a:lnTo>
                  <a:pt x="4014" y="1468"/>
                </a:lnTo>
                <a:lnTo>
                  <a:pt x="4013" y="1468"/>
                </a:lnTo>
                <a:lnTo>
                  <a:pt x="4012" y="1468"/>
                </a:lnTo>
                <a:lnTo>
                  <a:pt x="4012" y="1467"/>
                </a:lnTo>
                <a:lnTo>
                  <a:pt x="4010" y="1467"/>
                </a:lnTo>
                <a:lnTo>
                  <a:pt x="4009" y="1467"/>
                </a:lnTo>
                <a:lnTo>
                  <a:pt x="4008" y="1467"/>
                </a:lnTo>
                <a:lnTo>
                  <a:pt x="4007" y="1467"/>
                </a:lnTo>
                <a:lnTo>
                  <a:pt x="4007" y="1468"/>
                </a:lnTo>
                <a:lnTo>
                  <a:pt x="4006" y="1468"/>
                </a:lnTo>
                <a:lnTo>
                  <a:pt x="4004" y="1468"/>
                </a:lnTo>
                <a:lnTo>
                  <a:pt x="4005" y="1469"/>
                </a:lnTo>
                <a:lnTo>
                  <a:pt x="4005" y="1471"/>
                </a:lnTo>
                <a:lnTo>
                  <a:pt x="4004" y="1472"/>
                </a:lnTo>
                <a:lnTo>
                  <a:pt x="4003" y="1468"/>
                </a:lnTo>
                <a:lnTo>
                  <a:pt x="4002" y="1469"/>
                </a:lnTo>
                <a:lnTo>
                  <a:pt x="3998" y="1470"/>
                </a:lnTo>
                <a:lnTo>
                  <a:pt x="3999" y="1472"/>
                </a:lnTo>
                <a:lnTo>
                  <a:pt x="3999" y="1473"/>
                </a:lnTo>
                <a:lnTo>
                  <a:pt x="3998" y="1473"/>
                </a:lnTo>
                <a:lnTo>
                  <a:pt x="3998" y="1472"/>
                </a:lnTo>
                <a:lnTo>
                  <a:pt x="3998" y="1471"/>
                </a:lnTo>
                <a:lnTo>
                  <a:pt x="3997" y="1471"/>
                </a:lnTo>
                <a:lnTo>
                  <a:pt x="3997" y="1472"/>
                </a:lnTo>
                <a:lnTo>
                  <a:pt x="3998" y="1472"/>
                </a:lnTo>
                <a:lnTo>
                  <a:pt x="3998" y="1473"/>
                </a:lnTo>
                <a:lnTo>
                  <a:pt x="3997" y="1472"/>
                </a:lnTo>
                <a:lnTo>
                  <a:pt x="3997" y="1471"/>
                </a:lnTo>
                <a:lnTo>
                  <a:pt x="3996" y="1471"/>
                </a:lnTo>
                <a:lnTo>
                  <a:pt x="3997" y="1472"/>
                </a:lnTo>
                <a:lnTo>
                  <a:pt x="3997" y="1473"/>
                </a:lnTo>
                <a:lnTo>
                  <a:pt x="3996" y="1472"/>
                </a:lnTo>
                <a:lnTo>
                  <a:pt x="3996" y="1471"/>
                </a:lnTo>
                <a:lnTo>
                  <a:pt x="3995" y="1471"/>
                </a:lnTo>
                <a:lnTo>
                  <a:pt x="3995" y="1472"/>
                </a:lnTo>
                <a:lnTo>
                  <a:pt x="3994" y="1472"/>
                </a:lnTo>
                <a:lnTo>
                  <a:pt x="3994" y="1473"/>
                </a:lnTo>
                <a:lnTo>
                  <a:pt x="3995" y="1473"/>
                </a:lnTo>
                <a:lnTo>
                  <a:pt x="3994" y="1473"/>
                </a:lnTo>
                <a:lnTo>
                  <a:pt x="3993" y="1473"/>
                </a:lnTo>
                <a:lnTo>
                  <a:pt x="3993" y="1474"/>
                </a:lnTo>
                <a:lnTo>
                  <a:pt x="3993" y="1475"/>
                </a:lnTo>
                <a:lnTo>
                  <a:pt x="3992" y="1475"/>
                </a:lnTo>
                <a:lnTo>
                  <a:pt x="3991" y="1475"/>
                </a:lnTo>
                <a:lnTo>
                  <a:pt x="3990" y="1476"/>
                </a:lnTo>
                <a:lnTo>
                  <a:pt x="3992" y="1477"/>
                </a:lnTo>
                <a:lnTo>
                  <a:pt x="3995" y="1479"/>
                </a:lnTo>
                <a:lnTo>
                  <a:pt x="3995" y="1480"/>
                </a:lnTo>
                <a:lnTo>
                  <a:pt x="3993" y="1482"/>
                </a:lnTo>
                <a:lnTo>
                  <a:pt x="3991" y="1482"/>
                </a:lnTo>
                <a:lnTo>
                  <a:pt x="3990" y="1481"/>
                </a:lnTo>
                <a:lnTo>
                  <a:pt x="3987" y="1480"/>
                </a:lnTo>
                <a:lnTo>
                  <a:pt x="3986" y="1480"/>
                </a:lnTo>
                <a:lnTo>
                  <a:pt x="3985" y="1480"/>
                </a:lnTo>
                <a:lnTo>
                  <a:pt x="3985" y="1481"/>
                </a:lnTo>
                <a:lnTo>
                  <a:pt x="3986" y="1482"/>
                </a:lnTo>
                <a:lnTo>
                  <a:pt x="3987" y="1482"/>
                </a:lnTo>
                <a:lnTo>
                  <a:pt x="3989" y="1483"/>
                </a:lnTo>
                <a:lnTo>
                  <a:pt x="3990" y="1483"/>
                </a:lnTo>
                <a:lnTo>
                  <a:pt x="3992" y="1484"/>
                </a:lnTo>
                <a:lnTo>
                  <a:pt x="3993" y="1488"/>
                </a:lnTo>
                <a:lnTo>
                  <a:pt x="3994" y="1488"/>
                </a:lnTo>
                <a:lnTo>
                  <a:pt x="3994" y="1489"/>
                </a:lnTo>
                <a:lnTo>
                  <a:pt x="3995" y="1489"/>
                </a:lnTo>
                <a:lnTo>
                  <a:pt x="3995" y="1490"/>
                </a:lnTo>
                <a:lnTo>
                  <a:pt x="3994" y="1490"/>
                </a:lnTo>
                <a:lnTo>
                  <a:pt x="3994" y="1491"/>
                </a:lnTo>
                <a:lnTo>
                  <a:pt x="3994" y="1492"/>
                </a:lnTo>
                <a:lnTo>
                  <a:pt x="3994" y="1493"/>
                </a:lnTo>
                <a:lnTo>
                  <a:pt x="3993" y="1492"/>
                </a:lnTo>
                <a:lnTo>
                  <a:pt x="3992" y="1492"/>
                </a:lnTo>
                <a:lnTo>
                  <a:pt x="3991" y="1491"/>
                </a:lnTo>
                <a:lnTo>
                  <a:pt x="3990" y="1490"/>
                </a:lnTo>
                <a:lnTo>
                  <a:pt x="3990" y="1489"/>
                </a:lnTo>
                <a:lnTo>
                  <a:pt x="3989" y="1485"/>
                </a:lnTo>
                <a:lnTo>
                  <a:pt x="3988" y="1485"/>
                </a:lnTo>
                <a:lnTo>
                  <a:pt x="3988" y="1486"/>
                </a:lnTo>
                <a:lnTo>
                  <a:pt x="3989" y="1487"/>
                </a:lnTo>
                <a:lnTo>
                  <a:pt x="3989" y="1488"/>
                </a:lnTo>
                <a:lnTo>
                  <a:pt x="3989" y="1489"/>
                </a:lnTo>
                <a:lnTo>
                  <a:pt x="3989" y="1490"/>
                </a:lnTo>
                <a:lnTo>
                  <a:pt x="3990" y="1491"/>
                </a:lnTo>
                <a:lnTo>
                  <a:pt x="3990" y="1492"/>
                </a:lnTo>
                <a:lnTo>
                  <a:pt x="3990" y="1493"/>
                </a:lnTo>
                <a:lnTo>
                  <a:pt x="3989" y="1492"/>
                </a:lnTo>
                <a:lnTo>
                  <a:pt x="3988" y="1492"/>
                </a:lnTo>
                <a:lnTo>
                  <a:pt x="3987" y="1491"/>
                </a:lnTo>
                <a:lnTo>
                  <a:pt x="3986" y="1491"/>
                </a:lnTo>
                <a:lnTo>
                  <a:pt x="3985" y="1491"/>
                </a:lnTo>
                <a:lnTo>
                  <a:pt x="3984" y="1491"/>
                </a:lnTo>
                <a:lnTo>
                  <a:pt x="3984" y="1490"/>
                </a:lnTo>
                <a:lnTo>
                  <a:pt x="3984" y="1491"/>
                </a:lnTo>
                <a:lnTo>
                  <a:pt x="3985" y="1492"/>
                </a:lnTo>
                <a:lnTo>
                  <a:pt x="3986" y="1492"/>
                </a:lnTo>
                <a:lnTo>
                  <a:pt x="3987" y="1492"/>
                </a:lnTo>
                <a:lnTo>
                  <a:pt x="3987" y="1493"/>
                </a:lnTo>
                <a:lnTo>
                  <a:pt x="3988" y="1493"/>
                </a:lnTo>
                <a:lnTo>
                  <a:pt x="3989" y="1493"/>
                </a:lnTo>
                <a:lnTo>
                  <a:pt x="3990" y="1493"/>
                </a:lnTo>
                <a:lnTo>
                  <a:pt x="3991" y="1493"/>
                </a:lnTo>
                <a:lnTo>
                  <a:pt x="3992" y="1494"/>
                </a:lnTo>
                <a:lnTo>
                  <a:pt x="3993" y="1494"/>
                </a:lnTo>
                <a:lnTo>
                  <a:pt x="3995" y="1495"/>
                </a:lnTo>
                <a:lnTo>
                  <a:pt x="3996" y="1495"/>
                </a:lnTo>
                <a:lnTo>
                  <a:pt x="3995" y="1495"/>
                </a:lnTo>
                <a:lnTo>
                  <a:pt x="3999" y="1495"/>
                </a:lnTo>
                <a:lnTo>
                  <a:pt x="3998" y="1496"/>
                </a:lnTo>
                <a:lnTo>
                  <a:pt x="3998" y="1497"/>
                </a:lnTo>
                <a:lnTo>
                  <a:pt x="3993" y="1496"/>
                </a:lnTo>
                <a:lnTo>
                  <a:pt x="3987" y="1494"/>
                </a:lnTo>
                <a:lnTo>
                  <a:pt x="3986" y="1494"/>
                </a:lnTo>
                <a:lnTo>
                  <a:pt x="3985" y="1493"/>
                </a:lnTo>
                <a:lnTo>
                  <a:pt x="3984" y="1492"/>
                </a:lnTo>
                <a:lnTo>
                  <a:pt x="3984" y="1491"/>
                </a:lnTo>
                <a:lnTo>
                  <a:pt x="3983" y="1491"/>
                </a:lnTo>
                <a:lnTo>
                  <a:pt x="3983" y="1492"/>
                </a:lnTo>
                <a:lnTo>
                  <a:pt x="3984" y="1493"/>
                </a:lnTo>
                <a:lnTo>
                  <a:pt x="3984" y="1494"/>
                </a:lnTo>
                <a:lnTo>
                  <a:pt x="3985" y="1494"/>
                </a:lnTo>
                <a:lnTo>
                  <a:pt x="3986" y="1494"/>
                </a:lnTo>
                <a:lnTo>
                  <a:pt x="3986" y="1495"/>
                </a:lnTo>
                <a:lnTo>
                  <a:pt x="3988" y="1495"/>
                </a:lnTo>
                <a:lnTo>
                  <a:pt x="3989" y="1495"/>
                </a:lnTo>
                <a:lnTo>
                  <a:pt x="3988" y="1497"/>
                </a:lnTo>
                <a:lnTo>
                  <a:pt x="3990" y="1498"/>
                </a:lnTo>
                <a:lnTo>
                  <a:pt x="3990" y="1496"/>
                </a:lnTo>
                <a:lnTo>
                  <a:pt x="3993" y="1497"/>
                </a:lnTo>
                <a:lnTo>
                  <a:pt x="3993" y="1499"/>
                </a:lnTo>
                <a:lnTo>
                  <a:pt x="3994" y="1499"/>
                </a:lnTo>
                <a:lnTo>
                  <a:pt x="3994" y="1497"/>
                </a:lnTo>
                <a:lnTo>
                  <a:pt x="3997" y="1498"/>
                </a:lnTo>
                <a:lnTo>
                  <a:pt x="3995" y="1501"/>
                </a:lnTo>
                <a:lnTo>
                  <a:pt x="3994" y="1502"/>
                </a:lnTo>
                <a:lnTo>
                  <a:pt x="3996" y="1503"/>
                </a:lnTo>
                <a:lnTo>
                  <a:pt x="3995" y="1504"/>
                </a:lnTo>
                <a:lnTo>
                  <a:pt x="3992" y="1503"/>
                </a:lnTo>
                <a:lnTo>
                  <a:pt x="3992" y="1502"/>
                </a:lnTo>
                <a:lnTo>
                  <a:pt x="3991" y="1502"/>
                </a:lnTo>
                <a:lnTo>
                  <a:pt x="3989" y="1502"/>
                </a:lnTo>
                <a:lnTo>
                  <a:pt x="3986" y="1500"/>
                </a:lnTo>
                <a:lnTo>
                  <a:pt x="3985" y="1501"/>
                </a:lnTo>
                <a:lnTo>
                  <a:pt x="3984" y="1501"/>
                </a:lnTo>
                <a:lnTo>
                  <a:pt x="3983" y="1501"/>
                </a:lnTo>
                <a:lnTo>
                  <a:pt x="3981" y="1500"/>
                </a:lnTo>
                <a:lnTo>
                  <a:pt x="3981" y="1501"/>
                </a:lnTo>
                <a:lnTo>
                  <a:pt x="3982" y="1501"/>
                </a:lnTo>
                <a:lnTo>
                  <a:pt x="3983" y="1502"/>
                </a:lnTo>
                <a:lnTo>
                  <a:pt x="3984" y="1502"/>
                </a:lnTo>
                <a:lnTo>
                  <a:pt x="3985" y="1502"/>
                </a:lnTo>
                <a:lnTo>
                  <a:pt x="3987" y="1503"/>
                </a:lnTo>
                <a:lnTo>
                  <a:pt x="3987" y="1505"/>
                </a:lnTo>
                <a:lnTo>
                  <a:pt x="3985" y="1504"/>
                </a:lnTo>
                <a:lnTo>
                  <a:pt x="3982" y="1503"/>
                </a:lnTo>
                <a:lnTo>
                  <a:pt x="3981" y="1504"/>
                </a:lnTo>
                <a:lnTo>
                  <a:pt x="3986" y="1506"/>
                </a:lnTo>
                <a:lnTo>
                  <a:pt x="3985" y="1507"/>
                </a:lnTo>
                <a:lnTo>
                  <a:pt x="3983" y="1507"/>
                </a:lnTo>
                <a:lnTo>
                  <a:pt x="3980" y="1506"/>
                </a:lnTo>
                <a:lnTo>
                  <a:pt x="3979" y="1506"/>
                </a:lnTo>
                <a:lnTo>
                  <a:pt x="3978" y="1505"/>
                </a:lnTo>
                <a:lnTo>
                  <a:pt x="3977" y="1505"/>
                </a:lnTo>
                <a:lnTo>
                  <a:pt x="3976" y="1506"/>
                </a:lnTo>
                <a:lnTo>
                  <a:pt x="3975" y="1506"/>
                </a:lnTo>
                <a:lnTo>
                  <a:pt x="3974" y="1508"/>
                </a:lnTo>
                <a:lnTo>
                  <a:pt x="3973" y="1509"/>
                </a:lnTo>
                <a:lnTo>
                  <a:pt x="3973" y="1510"/>
                </a:lnTo>
                <a:lnTo>
                  <a:pt x="3973" y="1511"/>
                </a:lnTo>
                <a:lnTo>
                  <a:pt x="3972" y="1511"/>
                </a:lnTo>
                <a:lnTo>
                  <a:pt x="3972" y="1512"/>
                </a:lnTo>
                <a:lnTo>
                  <a:pt x="3972" y="1513"/>
                </a:lnTo>
                <a:lnTo>
                  <a:pt x="3973" y="1513"/>
                </a:lnTo>
                <a:lnTo>
                  <a:pt x="3973" y="1514"/>
                </a:lnTo>
                <a:lnTo>
                  <a:pt x="3972" y="1514"/>
                </a:lnTo>
                <a:lnTo>
                  <a:pt x="3973" y="1515"/>
                </a:lnTo>
                <a:lnTo>
                  <a:pt x="3974" y="1515"/>
                </a:lnTo>
                <a:lnTo>
                  <a:pt x="3974" y="1519"/>
                </a:lnTo>
                <a:lnTo>
                  <a:pt x="3976" y="1519"/>
                </a:lnTo>
                <a:lnTo>
                  <a:pt x="3976" y="1516"/>
                </a:lnTo>
                <a:lnTo>
                  <a:pt x="3977" y="1515"/>
                </a:lnTo>
                <a:lnTo>
                  <a:pt x="3981" y="1515"/>
                </a:lnTo>
                <a:lnTo>
                  <a:pt x="3981" y="1518"/>
                </a:lnTo>
                <a:lnTo>
                  <a:pt x="3983" y="1518"/>
                </a:lnTo>
                <a:lnTo>
                  <a:pt x="3983" y="1515"/>
                </a:lnTo>
                <a:lnTo>
                  <a:pt x="3984" y="1515"/>
                </a:lnTo>
                <a:lnTo>
                  <a:pt x="3984" y="1524"/>
                </a:lnTo>
                <a:lnTo>
                  <a:pt x="3974" y="1524"/>
                </a:lnTo>
                <a:lnTo>
                  <a:pt x="3974" y="1523"/>
                </a:lnTo>
                <a:lnTo>
                  <a:pt x="3972" y="1523"/>
                </a:lnTo>
                <a:lnTo>
                  <a:pt x="3972" y="1524"/>
                </a:lnTo>
                <a:lnTo>
                  <a:pt x="3972" y="1525"/>
                </a:lnTo>
                <a:lnTo>
                  <a:pt x="3972" y="1527"/>
                </a:lnTo>
                <a:lnTo>
                  <a:pt x="3973" y="1527"/>
                </a:lnTo>
                <a:lnTo>
                  <a:pt x="3974" y="1527"/>
                </a:lnTo>
                <a:lnTo>
                  <a:pt x="3974" y="1528"/>
                </a:lnTo>
                <a:lnTo>
                  <a:pt x="3974" y="1529"/>
                </a:lnTo>
                <a:lnTo>
                  <a:pt x="3973" y="1529"/>
                </a:lnTo>
                <a:lnTo>
                  <a:pt x="3972" y="1529"/>
                </a:lnTo>
                <a:lnTo>
                  <a:pt x="3971" y="1529"/>
                </a:lnTo>
                <a:lnTo>
                  <a:pt x="3972" y="1529"/>
                </a:lnTo>
                <a:lnTo>
                  <a:pt x="3972" y="1530"/>
                </a:lnTo>
                <a:lnTo>
                  <a:pt x="3973" y="1531"/>
                </a:lnTo>
                <a:lnTo>
                  <a:pt x="3973" y="1532"/>
                </a:lnTo>
                <a:lnTo>
                  <a:pt x="3973" y="1533"/>
                </a:lnTo>
                <a:lnTo>
                  <a:pt x="3973" y="1534"/>
                </a:lnTo>
                <a:lnTo>
                  <a:pt x="3974" y="1535"/>
                </a:lnTo>
                <a:lnTo>
                  <a:pt x="3974" y="1536"/>
                </a:lnTo>
                <a:lnTo>
                  <a:pt x="3975" y="1537"/>
                </a:lnTo>
                <a:lnTo>
                  <a:pt x="3976" y="1539"/>
                </a:lnTo>
                <a:lnTo>
                  <a:pt x="3976" y="1540"/>
                </a:lnTo>
                <a:lnTo>
                  <a:pt x="3976" y="1541"/>
                </a:lnTo>
                <a:lnTo>
                  <a:pt x="3976" y="1542"/>
                </a:lnTo>
                <a:lnTo>
                  <a:pt x="3977" y="1542"/>
                </a:lnTo>
                <a:lnTo>
                  <a:pt x="3977" y="1543"/>
                </a:lnTo>
                <a:lnTo>
                  <a:pt x="3978" y="1544"/>
                </a:lnTo>
                <a:lnTo>
                  <a:pt x="3979" y="1545"/>
                </a:lnTo>
                <a:lnTo>
                  <a:pt x="3979" y="1546"/>
                </a:lnTo>
                <a:lnTo>
                  <a:pt x="3980" y="1547"/>
                </a:lnTo>
                <a:lnTo>
                  <a:pt x="3981" y="1548"/>
                </a:lnTo>
                <a:lnTo>
                  <a:pt x="3981" y="1549"/>
                </a:lnTo>
                <a:lnTo>
                  <a:pt x="3981" y="1550"/>
                </a:lnTo>
                <a:lnTo>
                  <a:pt x="3982" y="1551"/>
                </a:lnTo>
                <a:lnTo>
                  <a:pt x="3983" y="1552"/>
                </a:lnTo>
                <a:lnTo>
                  <a:pt x="3984" y="1553"/>
                </a:lnTo>
                <a:lnTo>
                  <a:pt x="3984" y="1554"/>
                </a:lnTo>
                <a:lnTo>
                  <a:pt x="3985" y="1554"/>
                </a:lnTo>
                <a:lnTo>
                  <a:pt x="3985" y="1555"/>
                </a:lnTo>
                <a:lnTo>
                  <a:pt x="3985" y="1556"/>
                </a:lnTo>
                <a:lnTo>
                  <a:pt x="3986" y="1556"/>
                </a:lnTo>
                <a:lnTo>
                  <a:pt x="3985" y="1556"/>
                </a:lnTo>
                <a:lnTo>
                  <a:pt x="3986" y="1557"/>
                </a:lnTo>
                <a:lnTo>
                  <a:pt x="3987" y="1557"/>
                </a:lnTo>
                <a:lnTo>
                  <a:pt x="3988" y="1558"/>
                </a:lnTo>
                <a:lnTo>
                  <a:pt x="3988" y="1559"/>
                </a:lnTo>
                <a:lnTo>
                  <a:pt x="3989" y="1558"/>
                </a:lnTo>
                <a:lnTo>
                  <a:pt x="3988" y="1558"/>
                </a:lnTo>
                <a:lnTo>
                  <a:pt x="3989" y="1557"/>
                </a:lnTo>
                <a:lnTo>
                  <a:pt x="3990" y="1556"/>
                </a:lnTo>
                <a:lnTo>
                  <a:pt x="3990" y="1557"/>
                </a:lnTo>
                <a:lnTo>
                  <a:pt x="3992" y="1556"/>
                </a:lnTo>
                <a:lnTo>
                  <a:pt x="3993" y="1557"/>
                </a:lnTo>
                <a:lnTo>
                  <a:pt x="3994" y="1555"/>
                </a:lnTo>
                <a:lnTo>
                  <a:pt x="3996" y="1556"/>
                </a:lnTo>
                <a:lnTo>
                  <a:pt x="3994" y="1558"/>
                </a:lnTo>
                <a:lnTo>
                  <a:pt x="3994" y="1559"/>
                </a:lnTo>
                <a:lnTo>
                  <a:pt x="3995" y="1559"/>
                </a:lnTo>
                <a:lnTo>
                  <a:pt x="3998" y="1556"/>
                </a:lnTo>
                <a:lnTo>
                  <a:pt x="4001" y="1555"/>
                </a:lnTo>
                <a:lnTo>
                  <a:pt x="4003" y="1554"/>
                </a:lnTo>
                <a:lnTo>
                  <a:pt x="4004" y="1555"/>
                </a:lnTo>
                <a:lnTo>
                  <a:pt x="4002" y="1556"/>
                </a:lnTo>
                <a:lnTo>
                  <a:pt x="4002" y="1557"/>
                </a:lnTo>
                <a:lnTo>
                  <a:pt x="4001" y="1557"/>
                </a:lnTo>
                <a:lnTo>
                  <a:pt x="4000" y="1558"/>
                </a:lnTo>
                <a:lnTo>
                  <a:pt x="3998" y="1558"/>
                </a:lnTo>
                <a:lnTo>
                  <a:pt x="3997" y="1559"/>
                </a:lnTo>
                <a:lnTo>
                  <a:pt x="3999" y="1560"/>
                </a:lnTo>
                <a:lnTo>
                  <a:pt x="3999" y="1559"/>
                </a:lnTo>
                <a:lnTo>
                  <a:pt x="4000" y="1560"/>
                </a:lnTo>
                <a:lnTo>
                  <a:pt x="4001" y="1559"/>
                </a:lnTo>
                <a:lnTo>
                  <a:pt x="4000" y="1560"/>
                </a:lnTo>
                <a:lnTo>
                  <a:pt x="3999" y="1561"/>
                </a:lnTo>
                <a:lnTo>
                  <a:pt x="3996" y="1563"/>
                </a:lnTo>
                <a:lnTo>
                  <a:pt x="3995" y="1564"/>
                </a:lnTo>
                <a:lnTo>
                  <a:pt x="3996" y="1564"/>
                </a:lnTo>
                <a:lnTo>
                  <a:pt x="3996" y="1565"/>
                </a:lnTo>
                <a:lnTo>
                  <a:pt x="3997" y="1565"/>
                </a:lnTo>
                <a:lnTo>
                  <a:pt x="3998" y="1565"/>
                </a:lnTo>
                <a:lnTo>
                  <a:pt x="3998" y="1566"/>
                </a:lnTo>
                <a:lnTo>
                  <a:pt x="3998" y="1567"/>
                </a:lnTo>
                <a:lnTo>
                  <a:pt x="3999" y="1567"/>
                </a:lnTo>
                <a:lnTo>
                  <a:pt x="3999" y="1566"/>
                </a:lnTo>
                <a:lnTo>
                  <a:pt x="4000" y="1566"/>
                </a:lnTo>
                <a:lnTo>
                  <a:pt x="4001" y="1567"/>
                </a:lnTo>
                <a:lnTo>
                  <a:pt x="4002" y="1567"/>
                </a:lnTo>
                <a:lnTo>
                  <a:pt x="4003" y="1568"/>
                </a:lnTo>
                <a:lnTo>
                  <a:pt x="4004" y="1568"/>
                </a:lnTo>
                <a:lnTo>
                  <a:pt x="4005" y="1569"/>
                </a:lnTo>
                <a:lnTo>
                  <a:pt x="4005" y="1570"/>
                </a:lnTo>
                <a:lnTo>
                  <a:pt x="4006" y="1571"/>
                </a:lnTo>
                <a:lnTo>
                  <a:pt x="4007" y="1571"/>
                </a:lnTo>
                <a:lnTo>
                  <a:pt x="4006" y="1572"/>
                </a:lnTo>
                <a:lnTo>
                  <a:pt x="4008" y="1573"/>
                </a:lnTo>
                <a:lnTo>
                  <a:pt x="4008" y="1572"/>
                </a:lnTo>
                <a:lnTo>
                  <a:pt x="4009" y="1572"/>
                </a:lnTo>
                <a:lnTo>
                  <a:pt x="4010" y="1572"/>
                </a:lnTo>
                <a:lnTo>
                  <a:pt x="4011" y="1572"/>
                </a:lnTo>
                <a:lnTo>
                  <a:pt x="4013" y="1573"/>
                </a:lnTo>
                <a:lnTo>
                  <a:pt x="4013" y="1574"/>
                </a:lnTo>
                <a:lnTo>
                  <a:pt x="4014" y="1574"/>
                </a:lnTo>
                <a:lnTo>
                  <a:pt x="4015" y="1575"/>
                </a:lnTo>
                <a:lnTo>
                  <a:pt x="4016" y="1575"/>
                </a:lnTo>
                <a:lnTo>
                  <a:pt x="4016" y="1576"/>
                </a:lnTo>
                <a:lnTo>
                  <a:pt x="4016" y="1577"/>
                </a:lnTo>
                <a:lnTo>
                  <a:pt x="4015" y="1578"/>
                </a:lnTo>
                <a:lnTo>
                  <a:pt x="4016" y="1578"/>
                </a:lnTo>
                <a:lnTo>
                  <a:pt x="4018" y="1578"/>
                </a:lnTo>
                <a:lnTo>
                  <a:pt x="4018" y="1577"/>
                </a:lnTo>
                <a:lnTo>
                  <a:pt x="4018" y="1578"/>
                </a:lnTo>
                <a:lnTo>
                  <a:pt x="4019" y="1578"/>
                </a:lnTo>
                <a:lnTo>
                  <a:pt x="4019" y="1577"/>
                </a:lnTo>
                <a:lnTo>
                  <a:pt x="4020" y="1577"/>
                </a:lnTo>
                <a:lnTo>
                  <a:pt x="4021" y="1577"/>
                </a:lnTo>
                <a:lnTo>
                  <a:pt x="4023" y="1578"/>
                </a:lnTo>
                <a:lnTo>
                  <a:pt x="4024" y="1578"/>
                </a:lnTo>
                <a:lnTo>
                  <a:pt x="4025" y="1578"/>
                </a:lnTo>
                <a:lnTo>
                  <a:pt x="4026" y="1578"/>
                </a:lnTo>
                <a:lnTo>
                  <a:pt x="4027" y="1578"/>
                </a:lnTo>
                <a:lnTo>
                  <a:pt x="4028" y="1578"/>
                </a:lnTo>
                <a:lnTo>
                  <a:pt x="4029" y="1578"/>
                </a:lnTo>
                <a:lnTo>
                  <a:pt x="4030" y="1578"/>
                </a:lnTo>
                <a:lnTo>
                  <a:pt x="4030" y="1579"/>
                </a:lnTo>
                <a:lnTo>
                  <a:pt x="4031" y="1579"/>
                </a:lnTo>
                <a:lnTo>
                  <a:pt x="4032" y="1579"/>
                </a:lnTo>
                <a:lnTo>
                  <a:pt x="4032" y="1580"/>
                </a:lnTo>
                <a:lnTo>
                  <a:pt x="4034" y="1580"/>
                </a:lnTo>
                <a:lnTo>
                  <a:pt x="4034" y="1579"/>
                </a:lnTo>
                <a:lnTo>
                  <a:pt x="4035" y="1580"/>
                </a:lnTo>
                <a:lnTo>
                  <a:pt x="4036" y="1580"/>
                </a:lnTo>
                <a:lnTo>
                  <a:pt x="4036" y="1581"/>
                </a:lnTo>
                <a:lnTo>
                  <a:pt x="4037" y="1581"/>
                </a:lnTo>
                <a:lnTo>
                  <a:pt x="4037" y="1580"/>
                </a:lnTo>
                <a:lnTo>
                  <a:pt x="4038" y="1580"/>
                </a:lnTo>
                <a:lnTo>
                  <a:pt x="4039" y="1580"/>
                </a:lnTo>
                <a:lnTo>
                  <a:pt x="4039" y="1581"/>
                </a:lnTo>
                <a:lnTo>
                  <a:pt x="4038" y="1581"/>
                </a:lnTo>
                <a:lnTo>
                  <a:pt x="4037" y="1581"/>
                </a:lnTo>
                <a:lnTo>
                  <a:pt x="4038" y="1581"/>
                </a:lnTo>
                <a:lnTo>
                  <a:pt x="4039" y="1581"/>
                </a:lnTo>
                <a:lnTo>
                  <a:pt x="4040" y="1581"/>
                </a:lnTo>
                <a:lnTo>
                  <a:pt x="4040" y="1582"/>
                </a:lnTo>
                <a:lnTo>
                  <a:pt x="4040" y="1583"/>
                </a:lnTo>
                <a:lnTo>
                  <a:pt x="4040" y="1584"/>
                </a:lnTo>
                <a:lnTo>
                  <a:pt x="4041" y="1584"/>
                </a:lnTo>
                <a:lnTo>
                  <a:pt x="4041" y="1583"/>
                </a:lnTo>
                <a:lnTo>
                  <a:pt x="4040" y="1583"/>
                </a:lnTo>
                <a:lnTo>
                  <a:pt x="4040" y="1581"/>
                </a:lnTo>
                <a:lnTo>
                  <a:pt x="4047" y="1581"/>
                </a:lnTo>
                <a:lnTo>
                  <a:pt x="4047" y="1582"/>
                </a:lnTo>
                <a:lnTo>
                  <a:pt x="4046" y="1583"/>
                </a:lnTo>
                <a:lnTo>
                  <a:pt x="4046" y="1584"/>
                </a:lnTo>
                <a:lnTo>
                  <a:pt x="4046" y="1585"/>
                </a:lnTo>
                <a:lnTo>
                  <a:pt x="4046" y="1584"/>
                </a:lnTo>
                <a:lnTo>
                  <a:pt x="4047" y="1584"/>
                </a:lnTo>
                <a:lnTo>
                  <a:pt x="4047" y="1583"/>
                </a:lnTo>
                <a:lnTo>
                  <a:pt x="4047" y="1582"/>
                </a:lnTo>
                <a:lnTo>
                  <a:pt x="4049" y="1582"/>
                </a:lnTo>
                <a:lnTo>
                  <a:pt x="4050" y="1582"/>
                </a:lnTo>
                <a:lnTo>
                  <a:pt x="4052" y="1582"/>
                </a:lnTo>
                <a:lnTo>
                  <a:pt x="4053" y="1582"/>
                </a:lnTo>
                <a:lnTo>
                  <a:pt x="4054" y="1583"/>
                </a:lnTo>
                <a:lnTo>
                  <a:pt x="4055" y="1583"/>
                </a:lnTo>
                <a:lnTo>
                  <a:pt x="4055" y="1585"/>
                </a:lnTo>
                <a:lnTo>
                  <a:pt x="4055" y="1587"/>
                </a:lnTo>
                <a:lnTo>
                  <a:pt x="4056" y="1587"/>
                </a:lnTo>
                <a:lnTo>
                  <a:pt x="4057" y="1587"/>
                </a:lnTo>
                <a:lnTo>
                  <a:pt x="4057" y="1588"/>
                </a:lnTo>
                <a:lnTo>
                  <a:pt x="4058" y="1588"/>
                </a:lnTo>
                <a:lnTo>
                  <a:pt x="4058" y="1587"/>
                </a:lnTo>
                <a:lnTo>
                  <a:pt x="4059" y="1587"/>
                </a:lnTo>
                <a:lnTo>
                  <a:pt x="4060" y="1587"/>
                </a:lnTo>
                <a:lnTo>
                  <a:pt x="4060" y="1588"/>
                </a:lnTo>
                <a:lnTo>
                  <a:pt x="4061" y="1588"/>
                </a:lnTo>
                <a:lnTo>
                  <a:pt x="4063" y="1588"/>
                </a:lnTo>
                <a:lnTo>
                  <a:pt x="4064" y="1588"/>
                </a:lnTo>
                <a:lnTo>
                  <a:pt x="4065" y="1588"/>
                </a:lnTo>
                <a:lnTo>
                  <a:pt x="4065" y="1587"/>
                </a:lnTo>
                <a:lnTo>
                  <a:pt x="4064" y="1587"/>
                </a:lnTo>
                <a:lnTo>
                  <a:pt x="4063" y="1586"/>
                </a:lnTo>
                <a:lnTo>
                  <a:pt x="4063" y="1585"/>
                </a:lnTo>
                <a:lnTo>
                  <a:pt x="4064" y="1584"/>
                </a:lnTo>
                <a:lnTo>
                  <a:pt x="4063" y="1584"/>
                </a:lnTo>
                <a:lnTo>
                  <a:pt x="4065" y="1583"/>
                </a:lnTo>
                <a:lnTo>
                  <a:pt x="4065" y="1584"/>
                </a:lnTo>
                <a:lnTo>
                  <a:pt x="4067" y="1584"/>
                </a:lnTo>
                <a:lnTo>
                  <a:pt x="4066" y="1583"/>
                </a:lnTo>
                <a:lnTo>
                  <a:pt x="4067" y="1583"/>
                </a:lnTo>
                <a:lnTo>
                  <a:pt x="4068" y="1583"/>
                </a:lnTo>
                <a:lnTo>
                  <a:pt x="4068" y="1582"/>
                </a:lnTo>
                <a:lnTo>
                  <a:pt x="4067" y="1582"/>
                </a:lnTo>
                <a:lnTo>
                  <a:pt x="4067" y="1581"/>
                </a:lnTo>
                <a:lnTo>
                  <a:pt x="4068" y="1580"/>
                </a:lnTo>
                <a:lnTo>
                  <a:pt x="4069" y="1580"/>
                </a:lnTo>
                <a:lnTo>
                  <a:pt x="4070" y="1580"/>
                </a:lnTo>
                <a:lnTo>
                  <a:pt x="4070" y="1581"/>
                </a:lnTo>
                <a:lnTo>
                  <a:pt x="4070" y="1582"/>
                </a:lnTo>
                <a:lnTo>
                  <a:pt x="4071" y="1581"/>
                </a:lnTo>
                <a:lnTo>
                  <a:pt x="4073" y="1581"/>
                </a:lnTo>
                <a:lnTo>
                  <a:pt x="4072" y="1582"/>
                </a:lnTo>
                <a:lnTo>
                  <a:pt x="4073" y="1582"/>
                </a:lnTo>
                <a:lnTo>
                  <a:pt x="4074" y="1582"/>
                </a:lnTo>
                <a:lnTo>
                  <a:pt x="4074" y="1583"/>
                </a:lnTo>
                <a:lnTo>
                  <a:pt x="4075" y="1583"/>
                </a:lnTo>
                <a:lnTo>
                  <a:pt x="4075" y="1584"/>
                </a:lnTo>
                <a:lnTo>
                  <a:pt x="4076" y="1584"/>
                </a:lnTo>
                <a:lnTo>
                  <a:pt x="4077" y="1584"/>
                </a:lnTo>
                <a:lnTo>
                  <a:pt x="4078" y="1584"/>
                </a:lnTo>
                <a:lnTo>
                  <a:pt x="4079" y="1584"/>
                </a:lnTo>
                <a:lnTo>
                  <a:pt x="4081" y="1584"/>
                </a:lnTo>
                <a:lnTo>
                  <a:pt x="4082" y="1584"/>
                </a:lnTo>
                <a:lnTo>
                  <a:pt x="4082" y="1583"/>
                </a:lnTo>
                <a:lnTo>
                  <a:pt x="4082" y="1581"/>
                </a:lnTo>
                <a:lnTo>
                  <a:pt x="4081" y="1581"/>
                </a:lnTo>
                <a:lnTo>
                  <a:pt x="4081" y="1580"/>
                </a:lnTo>
                <a:lnTo>
                  <a:pt x="4082" y="1580"/>
                </a:lnTo>
                <a:lnTo>
                  <a:pt x="4082" y="1579"/>
                </a:lnTo>
                <a:lnTo>
                  <a:pt x="4082" y="1578"/>
                </a:lnTo>
                <a:lnTo>
                  <a:pt x="4082" y="1577"/>
                </a:lnTo>
                <a:lnTo>
                  <a:pt x="4083" y="1577"/>
                </a:lnTo>
                <a:lnTo>
                  <a:pt x="4086" y="1577"/>
                </a:lnTo>
                <a:lnTo>
                  <a:pt x="4086" y="1580"/>
                </a:lnTo>
                <a:lnTo>
                  <a:pt x="4088" y="1580"/>
                </a:lnTo>
                <a:lnTo>
                  <a:pt x="4089" y="1580"/>
                </a:lnTo>
                <a:lnTo>
                  <a:pt x="4089" y="1579"/>
                </a:lnTo>
                <a:lnTo>
                  <a:pt x="4089" y="1578"/>
                </a:lnTo>
                <a:lnTo>
                  <a:pt x="4090" y="1579"/>
                </a:lnTo>
                <a:lnTo>
                  <a:pt x="4095" y="1582"/>
                </a:lnTo>
                <a:lnTo>
                  <a:pt x="4095" y="1583"/>
                </a:lnTo>
                <a:lnTo>
                  <a:pt x="4094" y="1584"/>
                </a:lnTo>
                <a:lnTo>
                  <a:pt x="4093" y="1584"/>
                </a:lnTo>
                <a:lnTo>
                  <a:pt x="4094" y="1584"/>
                </a:lnTo>
                <a:lnTo>
                  <a:pt x="4095" y="1584"/>
                </a:lnTo>
                <a:lnTo>
                  <a:pt x="4096" y="1584"/>
                </a:lnTo>
                <a:lnTo>
                  <a:pt x="4096" y="1586"/>
                </a:lnTo>
                <a:lnTo>
                  <a:pt x="4097" y="1586"/>
                </a:lnTo>
                <a:lnTo>
                  <a:pt x="4097" y="1587"/>
                </a:lnTo>
                <a:lnTo>
                  <a:pt x="4097" y="1588"/>
                </a:lnTo>
                <a:lnTo>
                  <a:pt x="4098" y="1589"/>
                </a:lnTo>
                <a:lnTo>
                  <a:pt x="4098" y="1590"/>
                </a:lnTo>
                <a:lnTo>
                  <a:pt x="4097" y="1590"/>
                </a:lnTo>
                <a:lnTo>
                  <a:pt x="4097" y="1591"/>
                </a:lnTo>
                <a:lnTo>
                  <a:pt x="4097" y="1592"/>
                </a:lnTo>
                <a:lnTo>
                  <a:pt x="4098" y="1593"/>
                </a:lnTo>
                <a:lnTo>
                  <a:pt x="4098" y="1594"/>
                </a:lnTo>
                <a:lnTo>
                  <a:pt x="4099" y="1594"/>
                </a:lnTo>
                <a:lnTo>
                  <a:pt x="4100" y="1597"/>
                </a:lnTo>
                <a:lnTo>
                  <a:pt x="4102" y="1597"/>
                </a:lnTo>
                <a:lnTo>
                  <a:pt x="4104" y="1598"/>
                </a:lnTo>
                <a:lnTo>
                  <a:pt x="4105" y="1599"/>
                </a:lnTo>
                <a:lnTo>
                  <a:pt x="4106" y="1600"/>
                </a:lnTo>
                <a:lnTo>
                  <a:pt x="4107" y="1600"/>
                </a:lnTo>
                <a:lnTo>
                  <a:pt x="4108" y="1601"/>
                </a:lnTo>
                <a:lnTo>
                  <a:pt x="4108" y="1604"/>
                </a:lnTo>
                <a:lnTo>
                  <a:pt x="4108" y="1607"/>
                </a:lnTo>
                <a:lnTo>
                  <a:pt x="4108" y="1608"/>
                </a:lnTo>
                <a:lnTo>
                  <a:pt x="4107" y="1609"/>
                </a:lnTo>
                <a:lnTo>
                  <a:pt x="4106" y="1609"/>
                </a:lnTo>
                <a:lnTo>
                  <a:pt x="4106" y="1610"/>
                </a:lnTo>
                <a:lnTo>
                  <a:pt x="4106" y="1611"/>
                </a:lnTo>
                <a:lnTo>
                  <a:pt x="4107" y="1611"/>
                </a:lnTo>
                <a:lnTo>
                  <a:pt x="4108" y="1611"/>
                </a:lnTo>
                <a:lnTo>
                  <a:pt x="4109" y="1612"/>
                </a:lnTo>
                <a:lnTo>
                  <a:pt x="4108" y="1612"/>
                </a:lnTo>
                <a:lnTo>
                  <a:pt x="4108" y="1613"/>
                </a:lnTo>
                <a:lnTo>
                  <a:pt x="4107" y="1614"/>
                </a:lnTo>
                <a:lnTo>
                  <a:pt x="4107" y="1615"/>
                </a:lnTo>
                <a:lnTo>
                  <a:pt x="4108" y="1614"/>
                </a:lnTo>
                <a:lnTo>
                  <a:pt x="4110" y="1615"/>
                </a:lnTo>
                <a:lnTo>
                  <a:pt x="4111" y="1614"/>
                </a:lnTo>
                <a:lnTo>
                  <a:pt x="4114" y="1614"/>
                </a:lnTo>
                <a:lnTo>
                  <a:pt x="4114" y="1615"/>
                </a:lnTo>
                <a:lnTo>
                  <a:pt x="4114" y="1616"/>
                </a:lnTo>
                <a:lnTo>
                  <a:pt x="4115" y="1615"/>
                </a:lnTo>
                <a:lnTo>
                  <a:pt x="4116" y="1614"/>
                </a:lnTo>
                <a:lnTo>
                  <a:pt x="4117" y="1613"/>
                </a:lnTo>
                <a:lnTo>
                  <a:pt x="4118" y="1613"/>
                </a:lnTo>
                <a:lnTo>
                  <a:pt x="4119" y="1614"/>
                </a:lnTo>
                <a:lnTo>
                  <a:pt x="4119" y="1615"/>
                </a:lnTo>
                <a:lnTo>
                  <a:pt x="4120" y="1615"/>
                </a:lnTo>
                <a:lnTo>
                  <a:pt x="4121" y="1614"/>
                </a:lnTo>
                <a:lnTo>
                  <a:pt x="4122" y="1614"/>
                </a:lnTo>
                <a:lnTo>
                  <a:pt x="4122" y="1613"/>
                </a:lnTo>
                <a:lnTo>
                  <a:pt x="4123" y="1613"/>
                </a:lnTo>
                <a:lnTo>
                  <a:pt x="4124" y="1613"/>
                </a:lnTo>
                <a:lnTo>
                  <a:pt x="4124" y="1612"/>
                </a:lnTo>
                <a:lnTo>
                  <a:pt x="4125" y="1612"/>
                </a:lnTo>
                <a:lnTo>
                  <a:pt x="4126" y="1613"/>
                </a:lnTo>
                <a:lnTo>
                  <a:pt x="4126" y="1614"/>
                </a:lnTo>
                <a:lnTo>
                  <a:pt x="4127" y="1614"/>
                </a:lnTo>
                <a:lnTo>
                  <a:pt x="4127" y="1615"/>
                </a:lnTo>
                <a:lnTo>
                  <a:pt x="4126" y="1615"/>
                </a:lnTo>
                <a:lnTo>
                  <a:pt x="4125" y="1616"/>
                </a:lnTo>
                <a:lnTo>
                  <a:pt x="4124" y="1616"/>
                </a:lnTo>
                <a:lnTo>
                  <a:pt x="4124" y="1615"/>
                </a:lnTo>
                <a:lnTo>
                  <a:pt x="4123" y="1616"/>
                </a:lnTo>
                <a:lnTo>
                  <a:pt x="4122" y="1617"/>
                </a:lnTo>
                <a:lnTo>
                  <a:pt x="4121" y="1617"/>
                </a:lnTo>
                <a:lnTo>
                  <a:pt x="4120" y="1617"/>
                </a:lnTo>
                <a:lnTo>
                  <a:pt x="4119" y="1617"/>
                </a:lnTo>
                <a:lnTo>
                  <a:pt x="4118" y="1617"/>
                </a:lnTo>
                <a:lnTo>
                  <a:pt x="4118" y="1616"/>
                </a:lnTo>
                <a:lnTo>
                  <a:pt x="4117" y="1616"/>
                </a:lnTo>
                <a:lnTo>
                  <a:pt x="4117" y="1617"/>
                </a:lnTo>
                <a:lnTo>
                  <a:pt x="4116" y="1618"/>
                </a:lnTo>
                <a:lnTo>
                  <a:pt x="4117" y="1619"/>
                </a:lnTo>
                <a:lnTo>
                  <a:pt x="4118" y="1620"/>
                </a:lnTo>
                <a:lnTo>
                  <a:pt x="4119" y="1620"/>
                </a:lnTo>
                <a:lnTo>
                  <a:pt x="4119" y="1621"/>
                </a:lnTo>
                <a:lnTo>
                  <a:pt x="4120" y="1621"/>
                </a:lnTo>
                <a:lnTo>
                  <a:pt x="4122" y="1622"/>
                </a:lnTo>
                <a:lnTo>
                  <a:pt x="4123" y="1624"/>
                </a:lnTo>
                <a:lnTo>
                  <a:pt x="4124" y="1624"/>
                </a:lnTo>
                <a:lnTo>
                  <a:pt x="4124" y="1625"/>
                </a:lnTo>
                <a:lnTo>
                  <a:pt x="4124" y="1626"/>
                </a:lnTo>
                <a:lnTo>
                  <a:pt x="4124" y="1625"/>
                </a:lnTo>
                <a:lnTo>
                  <a:pt x="4120" y="1622"/>
                </a:lnTo>
                <a:lnTo>
                  <a:pt x="4117" y="1620"/>
                </a:lnTo>
                <a:lnTo>
                  <a:pt x="4119" y="1622"/>
                </a:lnTo>
                <a:lnTo>
                  <a:pt x="4122" y="1624"/>
                </a:lnTo>
                <a:lnTo>
                  <a:pt x="4123" y="1627"/>
                </a:lnTo>
                <a:lnTo>
                  <a:pt x="4122" y="1627"/>
                </a:lnTo>
                <a:lnTo>
                  <a:pt x="4121" y="1625"/>
                </a:lnTo>
                <a:lnTo>
                  <a:pt x="4121" y="1624"/>
                </a:lnTo>
                <a:lnTo>
                  <a:pt x="4120" y="1624"/>
                </a:lnTo>
                <a:lnTo>
                  <a:pt x="4119" y="1623"/>
                </a:lnTo>
                <a:lnTo>
                  <a:pt x="4117" y="1622"/>
                </a:lnTo>
                <a:lnTo>
                  <a:pt x="4116" y="1621"/>
                </a:lnTo>
                <a:lnTo>
                  <a:pt x="4115" y="1621"/>
                </a:lnTo>
                <a:lnTo>
                  <a:pt x="4114" y="1621"/>
                </a:lnTo>
                <a:lnTo>
                  <a:pt x="4111" y="1621"/>
                </a:lnTo>
                <a:lnTo>
                  <a:pt x="4110" y="1621"/>
                </a:lnTo>
                <a:lnTo>
                  <a:pt x="4109" y="1622"/>
                </a:lnTo>
                <a:lnTo>
                  <a:pt x="4108" y="1622"/>
                </a:lnTo>
                <a:lnTo>
                  <a:pt x="4107" y="1621"/>
                </a:lnTo>
                <a:lnTo>
                  <a:pt x="4105" y="1620"/>
                </a:lnTo>
                <a:lnTo>
                  <a:pt x="4104" y="1620"/>
                </a:lnTo>
                <a:lnTo>
                  <a:pt x="4103" y="1620"/>
                </a:lnTo>
                <a:lnTo>
                  <a:pt x="4102" y="1620"/>
                </a:lnTo>
                <a:lnTo>
                  <a:pt x="4102" y="1621"/>
                </a:lnTo>
                <a:lnTo>
                  <a:pt x="4102" y="1622"/>
                </a:lnTo>
                <a:lnTo>
                  <a:pt x="4103" y="1623"/>
                </a:lnTo>
                <a:lnTo>
                  <a:pt x="4102" y="1623"/>
                </a:lnTo>
                <a:lnTo>
                  <a:pt x="4102" y="1624"/>
                </a:lnTo>
                <a:lnTo>
                  <a:pt x="4103" y="1624"/>
                </a:lnTo>
                <a:lnTo>
                  <a:pt x="4102" y="1626"/>
                </a:lnTo>
                <a:lnTo>
                  <a:pt x="4101" y="1626"/>
                </a:lnTo>
                <a:lnTo>
                  <a:pt x="4101" y="1627"/>
                </a:lnTo>
                <a:lnTo>
                  <a:pt x="4100" y="1627"/>
                </a:lnTo>
                <a:lnTo>
                  <a:pt x="4100" y="1628"/>
                </a:lnTo>
                <a:lnTo>
                  <a:pt x="4099" y="1628"/>
                </a:lnTo>
                <a:lnTo>
                  <a:pt x="4098" y="1630"/>
                </a:lnTo>
                <a:lnTo>
                  <a:pt x="4097" y="1630"/>
                </a:lnTo>
                <a:lnTo>
                  <a:pt x="4097" y="1631"/>
                </a:lnTo>
                <a:lnTo>
                  <a:pt x="4096" y="1631"/>
                </a:lnTo>
                <a:lnTo>
                  <a:pt x="4095" y="1633"/>
                </a:lnTo>
                <a:lnTo>
                  <a:pt x="4095" y="1634"/>
                </a:lnTo>
                <a:lnTo>
                  <a:pt x="4096" y="1634"/>
                </a:lnTo>
                <a:lnTo>
                  <a:pt x="4095" y="1634"/>
                </a:lnTo>
                <a:lnTo>
                  <a:pt x="4095" y="1635"/>
                </a:lnTo>
                <a:lnTo>
                  <a:pt x="4094" y="1637"/>
                </a:lnTo>
                <a:lnTo>
                  <a:pt x="4093" y="1638"/>
                </a:lnTo>
                <a:lnTo>
                  <a:pt x="4093" y="1639"/>
                </a:lnTo>
                <a:lnTo>
                  <a:pt x="4093" y="1640"/>
                </a:lnTo>
                <a:lnTo>
                  <a:pt x="4092" y="1640"/>
                </a:lnTo>
                <a:lnTo>
                  <a:pt x="4091" y="1640"/>
                </a:lnTo>
                <a:lnTo>
                  <a:pt x="4091" y="1641"/>
                </a:lnTo>
                <a:lnTo>
                  <a:pt x="4090" y="1640"/>
                </a:lnTo>
                <a:lnTo>
                  <a:pt x="4090" y="1641"/>
                </a:lnTo>
                <a:lnTo>
                  <a:pt x="4091" y="1641"/>
                </a:lnTo>
                <a:lnTo>
                  <a:pt x="4091" y="1642"/>
                </a:lnTo>
                <a:lnTo>
                  <a:pt x="4092" y="1644"/>
                </a:lnTo>
                <a:lnTo>
                  <a:pt x="4093" y="1644"/>
                </a:lnTo>
                <a:lnTo>
                  <a:pt x="4093" y="1645"/>
                </a:lnTo>
                <a:lnTo>
                  <a:pt x="4093" y="1646"/>
                </a:lnTo>
                <a:lnTo>
                  <a:pt x="4093" y="1647"/>
                </a:lnTo>
                <a:lnTo>
                  <a:pt x="4093" y="1648"/>
                </a:lnTo>
                <a:lnTo>
                  <a:pt x="4092" y="1649"/>
                </a:lnTo>
                <a:lnTo>
                  <a:pt x="4092" y="1650"/>
                </a:lnTo>
                <a:lnTo>
                  <a:pt x="4092" y="1651"/>
                </a:lnTo>
                <a:lnTo>
                  <a:pt x="4092" y="1652"/>
                </a:lnTo>
                <a:lnTo>
                  <a:pt x="4093" y="1654"/>
                </a:lnTo>
                <a:lnTo>
                  <a:pt x="4092" y="1655"/>
                </a:lnTo>
                <a:lnTo>
                  <a:pt x="4093" y="1656"/>
                </a:lnTo>
                <a:lnTo>
                  <a:pt x="4094" y="1656"/>
                </a:lnTo>
                <a:lnTo>
                  <a:pt x="4094" y="1658"/>
                </a:lnTo>
                <a:lnTo>
                  <a:pt x="4093" y="1658"/>
                </a:lnTo>
                <a:lnTo>
                  <a:pt x="4092" y="1658"/>
                </a:lnTo>
                <a:lnTo>
                  <a:pt x="4091" y="1658"/>
                </a:lnTo>
                <a:lnTo>
                  <a:pt x="4090" y="1657"/>
                </a:lnTo>
                <a:lnTo>
                  <a:pt x="4090" y="1656"/>
                </a:lnTo>
                <a:lnTo>
                  <a:pt x="4089" y="1656"/>
                </a:lnTo>
                <a:lnTo>
                  <a:pt x="4089" y="1658"/>
                </a:lnTo>
                <a:lnTo>
                  <a:pt x="4089" y="1657"/>
                </a:lnTo>
                <a:lnTo>
                  <a:pt x="4090" y="1658"/>
                </a:lnTo>
                <a:lnTo>
                  <a:pt x="4090" y="1659"/>
                </a:lnTo>
                <a:lnTo>
                  <a:pt x="4089" y="1659"/>
                </a:lnTo>
                <a:lnTo>
                  <a:pt x="4088" y="1659"/>
                </a:lnTo>
                <a:lnTo>
                  <a:pt x="4088" y="1661"/>
                </a:lnTo>
                <a:lnTo>
                  <a:pt x="4089" y="1661"/>
                </a:lnTo>
                <a:lnTo>
                  <a:pt x="4090" y="1660"/>
                </a:lnTo>
                <a:lnTo>
                  <a:pt x="4091" y="1659"/>
                </a:lnTo>
                <a:lnTo>
                  <a:pt x="4092" y="1659"/>
                </a:lnTo>
                <a:lnTo>
                  <a:pt x="4093" y="1659"/>
                </a:lnTo>
                <a:lnTo>
                  <a:pt x="4094" y="1659"/>
                </a:lnTo>
                <a:lnTo>
                  <a:pt x="4095" y="1660"/>
                </a:lnTo>
                <a:lnTo>
                  <a:pt x="4095" y="1661"/>
                </a:lnTo>
                <a:lnTo>
                  <a:pt x="4095" y="1662"/>
                </a:lnTo>
                <a:lnTo>
                  <a:pt x="4095" y="1663"/>
                </a:lnTo>
                <a:lnTo>
                  <a:pt x="4096" y="1663"/>
                </a:lnTo>
                <a:lnTo>
                  <a:pt x="4097" y="1663"/>
                </a:lnTo>
                <a:lnTo>
                  <a:pt x="4097" y="1664"/>
                </a:lnTo>
                <a:lnTo>
                  <a:pt x="4096" y="1666"/>
                </a:lnTo>
                <a:lnTo>
                  <a:pt x="4097" y="1666"/>
                </a:lnTo>
                <a:lnTo>
                  <a:pt x="4098" y="1666"/>
                </a:lnTo>
                <a:lnTo>
                  <a:pt x="4099" y="1666"/>
                </a:lnTo>
                <a:lnTo>
                  <a:pt x="4099" y="1667"/>
                </a:lnTo>
                <a:lnTo>
                  <a:pt x="4102" y="1667"/>
                </a:lnTo>
                <a:lnTo>
                  <a:pt x="4103" y="1668"/>
                </a:lnTo>
                <a:lnTo>
                  <a:pt x="4103" y="1669"/>
                </a:lnTo>
                <a:lnTo>
                  <a:pt x="4104" y="1669"/>
                </a:lnTo>
                <a:lnTo>
                  <a:pt x="4105" y="1670"/>
                </a:lnTo>
                <a:lnTo>
                  <a:pt x="4106" y="1671"/>
                </a:lnTo>
                <a:lnTo>
                  <a:pt x="4107" y="1671"/>
                </a:lnTo>
                <a:lnTo>
                  <a:pt x="4108" y="1673"/>
                </a:lnTo>
                <a:lnTo>
                  <a:pt x="4109" y="1673"/>
                </a:lnTo>
                <a:lnTo>
                  <a:pt x="4110" y="1672"/>
                </a:lnTo>
                <a:lnTo>
                  <a:pt x="4111" y="1673"/>
                </a:lnTo>
                <a:lnTo>
                  <a:pt x="4112" y="1671"/>
                </a:lnTo>
                <a:lnTo>
                  <a:pt x="4112" y="1670"/>
                </a:lnTo>
                <a:lnTo>
                  <a:pt x="4113" y="1671"/>
                </a:lnTo>
                <a:lnTo>
                  <a:pt x="4114" y="1671"/>
                </a:lnTo>
                <a:lnTo>
                  <a:pt x="4116" y="1672"/>
                </a:lnTo>
                <a:lnTo>
                  <a:pt x="4116" y="1675"/>
                </a:lnTo>
                <a:lnTo>
                  <a:pt x="4118" y="1675"/>
                </a:lnTo>
                <a:lnTo>
                  <a:pt x="4118" y="1673"/>
                </a:lnTo>
                <a:lnTo>
                  <a:pt x="4118" y="1672"/>
                </a:lnTo>
                <a:lnTo>
                  <a:pt x="4120" y="1672"/>
                </a:lnTo>
                <a:lnTo>
                  <a:pt x="4122" y="1674"/>
                </a:lnTo>
                <a:lnTo>
                  <a:pt x="4123" y="1674"/>
                </a:lnTo>
                <a:lnTo>
                  <a:pt x="4124" y="1673"/>
                </a:lnTo>
                <a:lnTo>
                  <a:pt x="4125" y="1674"/>
                </a:lnTo>
                <a:lnTo>
                  <a:pt x="4125" y="1675"/>
                </a:lnTo>
                <a:lnTo>
                  <a:pt x="4125" y="1676"/>
                </a:lnTo>
                <a:lnTo>
                  <a:pt x="4125" y="1678"/>
                </a:lnTo>
                <a:lnTo>
                  <a:pt x="4126" y="1678"/>
                </a:lnTo>
                <a:lnTo>
                  <a:pt x="4126" y="1679"/>
                </a:lnTo>
                <a:lnTo>
                  <a:pt x="4122" y="1685"/>
                </a:lnTo>
                <a:lnTo>
                  <a:pt x="4123" y="1685"/>
                </a:lnTo>
                <a:lnTo>
                  <a:pt x="4124" y="1685"/>
                </a:lnTo>
                <a:lnTo>
                  <a:pt x="4125" y="1685"/>
                </a:lnTo>
                <a:lnTo>
                  <a:pt x="4126" y="1685"/>
                </a:lnTo>
                <a:lnTo>
                  <a:pt x="4126" y="1684"/>
                </a:lnTo>
                <a:lnTo>
                  <a:pt x="4127" y="1684"/>
                </a:lnTo>
                <a:lnTo>
                  <a:pt x="4128" y="1684"/>
                </a:lnTo>
                <a:lnTo>
                  <a:pt x="4128" y="1685"/>
                </a:lnTo>
                <a:lnTo>
                  <a:pt x="4129" y="1686"/>
                </a:lnTo>
                <a:lnTo>
                  <a:pt x="4129" y="1687"/>
                </a:lnTo>
                <a:lnTo>
                  <a:pt x="4129" y="1688"/>
                </a:lnTo>
                <a:lnTo>
                  <a:pt x="4130" y="1688"/>
                </a:lnTo>
                <a:lnTo>
                  <a:pt x="4130" y="1687"/>
                </a:lnTo>
                <a:lnTo>
                  <a:pt x="4130" y="1686"/>
                </a:lnTo>
                <a:lnTo>
                  <a:pt x="4130" y="1685"/>
                </a:lnTo>
                <a:lnTo>
                  <a:pt x="4131" y="1684"/>
                </a:lnTo>
                <a:lnTo>
                  <a:pt x="4132" y="1684"/>
                </a:lnTo>
                <a:lnTo>
                  <a:pt x="4133" y="1684"/>
                </a:lnTo>
                <a:lnTo>
                  <a:pt x="4133" y="1683"/>
                </a:lnTo>
                <a:lnTo>
                  <a:pt x="4134" y="1683"/>
                </a:lnTo>
                <a:lnTo>
                  <a:pt x="4134" y="1682"/>
                </a:lnTo>
                <a:lnTo>
                  <a:pt x="4135" y="1682"/>
                </a:lnTo>
                <a:lnTo>
                  <a:pt x="4138" y="1682"/>
                </a:lnTo>
                <a:lnTo>
                  <a:pt x="4138" y="1683"/>
                </a:lnTo>
                <a:lnTo>
                  <a:pt x="4142" y="1683"/>
                </a:lnTo>
                <a:lnTo>
                  <a:pt x="4141" y="1684"/>
                </a:lnTo>
                <a:lnTo>
                  <a:pt x="4141" y="1685"/>
                </a:lnTo>
                <a:lnTo>
                  <a:pt x="4142" y="1685"/>
                </a:lnTo>
                <a:lnTo>
                  <a:pt x="4142" y="1686"/>
                </a:lnTo>
                <a:lnTo>
                  <a:pt x="4143" y="1685"/>
                </a:lnTo>
                <a:lnTo>
                  <a:pt x="4144" y="1685"/>
                </a:lnTo>
                <a:lnTo>
                  <a:pt x="4144" y="1684"/>
                </a:lnTo>
                <a:lnTo>
                  <a:pt x="4144" y="1683"/>
                </a:lnTo>
                <a:lnTo>
                  <a:pt x="4145" y="1683"/>
                </a:lnTo>
                <a:lnTo>
                  <a:pt x="4145" y="1682"/>
                </a:lnTo>
                <a:lnTo>
                  <a:pt x="4149" y="1682"/>
                </a:lnTo>
                <a:lnTo>
                  <a:pt x="4149" y="1683"/>
                </a:lnTo>
                <a:lnTo>
                  <a:pt x="4149" y="1686"/>
                </a:lnTo>
                <a:lnTo>
                  <a:pt x="4149" y="1687"/>
                </a:lnTo>
                <a:lnTo>
                  <a:pt x="4149" y="1688"/>
                </a:lnTo>
                <a:lnTo>
                  <a:pt x="4149" y="1689"/>
                </a:lnTo>
                <a:lnTo>
                  <a:pt x="4150" y="1689"/>
                </a:lnTo>
                <a:lnTo>
                  <a:pt x="4150" y="1688"/>
                </a:lnTo>
                <a:lnTo>
                  <a:pt x="4150" y="1687"/>
                </a:lnTo>
                <a:lnTo>
                  <a:pt x="4150" y="1686"/>
                </a:lnTo>
                <a:lnTo>
                  <a:pt x="4151" y="1686"/>
                </a:lnTo>
                <a:lnTo>
                  <a:pt x="4151" y="1685"/>
                </a:lnTo>
                <a:lnTo>
                  <a:pt x="4152" y="1685"/>
                </a:lnTo>
                <a:lnTo>
                  <a:pt x="4152" y="1684"/>
                </a:lnTo>
                <a:lnTo>
                  <a:pt x="4151" y="1684"/>
                </a:lnTo>
                <a:lnTo>
                  <a:pt x="4152" y="1684"/>
                </a:lnTo>
                <a:lnTo>
                  <a:pt x="4153" y="1683"/>
                </a:lnTo>
                <a:lnTo>
                  <a:pt x="4153" y="1682"/>
                </a:lnTo>
                <a:lnTo>
                  <a:pt x="4154" y="1681"/>
                </a:lnTo>
                <a:lnTo>
                  <a:pt x="4155" y="1681"/>
                </a:lnTo>
                <a:lnTo>
                  <a:pt x="4156" y="1680"/>
                </a:lnTo>
                <a:lnTo>
                  <a:pt x="4156" y="1681"/>
                </a:lnTo>
                <a:lnTo>
                  <a:pt x="4160" y="1681"/>
                </a:lnTo>
                <a:lnTo>
                  <a:pt x="4160" y="1682"/>
                </a:lnTo>
                <a:lnTo>
                  <a:pt x="4160" y="1683"/>
                </a:lnTo>
                <a:lnTo>
                  <a:pt x="4163" y="1682"/>
                </a:lnTo>
                <a:lnTo>
                  <a:pt x="4163" y="1681"/>
                </a:lnTo>
                <a:lnTo>
                  <a:pt x="4163" y="1680"/>
                </a:lnTo>
                <a:lnTo>
                  <a:pt x="4165" y="1680"/>
                </a:lnTo>
                <a:lnTo>
                  <a:pt x="4165" y="1681"/>
                </a:lnTo>
                <a:lnTo>
                  <a:pt x="4165" y="1682"/>
                </a:lnTo>
                <a:lnTo>
                  <a:pt x="4166" y="1682"/>
                </a:lnTo>
                <a:lnTo>
                  <a:pt x="4167" y="1682"/>
                </a:lnTo>
                <a:lnTo>
                  <a:pt x="4167" y="1680"/>
                </a:lnTo>
                <a:lnTo>
                  <a:pt x="4168" y="1680"/>
                </a:lnTo>
                <a:lnTo>
                  <a:pt x="4168" y="1679"/>
                </a:lnTo>
                <a:lnTo>
                  <a:pt x="4169" y="1678"/>
                </a:lnTo>
                <a:lnTo>
                  <a:pt x="4170" y="1678"/>
                </a:lnTo>
                <a:lnTo>
                  <a:pt x="4170" y="1677"/>
                </a:lnTo>
                <a:lnTo>
                  <a:pt x="4171" y="1676"/>
                </a:lnTo>
                <a:lnTo>
                  <a:pt x="4172" y="1675"/>
                </a:lnTo>
                <a:lnTo>
                  <a:pt x="4172" y="1676"/>
                </a:lnTo>
                <a:lnTo>
                  <a:pt x="4173" y="1675"/>
                </a:lnTo>
                <a:lnTo>
                  <a:pt x="4175" y="1674"/>
                </a:lnTo>
                <a:lnTo>
                  <a:pt x="4176" y="1673"/>
                </a:lnTo>
                <a:lnTo>
                  <a:pt x="4174" y="1673"/>
                </a:lnTo>
                <a:lnTo>
                  <a:pt x="4175" y="1673"/>
                </a:lnTo>
                <a:lnTo>
                  <a:pt x="4176" y="1673"/>
                </a:lnTo>
                <a:lnTo>
                  <a:pt x="4177" y="1672"/>
                </a:lnTo>
                <a:lnTo>
                  <a:pt x="4177" y="1671"/>
                </a:lnTo>
                <a:lnTo>
                  <a:pt x="4178" y="1671"/>
                </a:lnTo>
                <a:lnTo>
                  <a:pt x="4178" y="1670"/>
                </a:lnTo>
                <a:lnTo>
                  <a:pt x="4179" y="1670"/>
                </a:lnTo>
                <a:lnTo>
                  <a:pt x="4180" y="1669"/>
                </a:lnTo>
                <a:lnTo>
                  <a:pt x="4180" y="1668"/>
                </a:lnTo>
                <a:lnTo>
                  <a:pt x="4179" y="1668"/>
                </a:lnTo>
                <a:lnTo>
                  <a:pt x="4180" y="1668"/>
                </a:lnTo>
                <a:lnTo>
                  <a:pt x="4180" y="1667"/>
                </a:lnTo>
                <a:lnTo>
                  <a:pt x="4181" y="1667"/>
                </a:lnTo>
                <a:lnTo>
                  <a:pt x="4181" y="1666"/>
                </a:lnTo>
                <a:lnTo>
                  <a:pt x="4180" y="1666"/>
                </a:lnTo>
                <a:lnTo>
                  <a:pt x="4179" y="1666"/>
                </a:lnTo>
                <a:lnTo>
                  <a:pt x="4179" y="1665"/>
                </a:lnTo>
                <a:lnTo>
                  <a:pt x="4180" y="1664"/>
                </a:lnTo>
                <a:lnTo>
                  <a:pt x="4180" y="1665"/>
                </a:lnTo>
                <a:lnTo>
                  <a:pt x="4181" y="1665"/>
                </a:lnTo>
                <a:lnTo>
                  <a:pt x="4181" y="1664"/>
                </a:lnTo>
                <a:lnTo>
                  <a:pt x="4181" y="1663"/>
                </a:lnTo>
                <a:lnTo>
                  <a:pt x="4180" y="1663"/>
                </a:lnTo>
                <a:lnTo>
                  <a:pt x="4179" y="1663"/>
                </a:lnTo>
                <a:lnTo>
                  <a:pt x="4179" y="1662"/>
                </a:lnTo>
                <a:lnTo>
                  <a:pt x="4179" y="1661"/>
                </a:lnTo>
                <a:lnTo>
                  <a:pt x="4179" y="1660"/>
                </a:lnTo>
                <a:lnTo>
                  <a:pt x="4178" y="1661"/>
                </a:lnTo>
                <a:lnTo>
                  <a:pt x="4178" y="1662"/>
                </a:lnTo>
                <a:lnTo>
                  <a:pt x="4177" y="1661"/>
                </a:lnTo>
                <a:lnTo>
                  <a:pt x="4176" y="1660"/>
                </a:lnTo>
                <a:lnTo>
                  <a:pt x="4175" y="1659"/>
                </a:lnTo>
                <a:lnTo>
                  <a:pt x="4175" y="1658"/>
                </a:lnTo>
                <a:lnTo>
                  <a:pt x="4176" y="1658"/>
                </a:lnTo>
                <a:lnTo>
                  <a:pt x="4176" y="1657"/>
                </a:lnTo>
                <a:lnTo>
                  <a:pt x="4175" y="1657"/>
                </a:lnTo>
                <a:lnTo>
                  <a:pt x="4175" y="1656"/>
                </a:lnTo>
                <a:lnTo>
                  <a:pt x="4176" y="1656"/>
                </a:lnTo>
                <a:lnTo>
                  <a:pt x="4177" y="1656"/>
                </a:lnTo>
                <a:lnTo>
                  <a:pt x="4178" y="1656"/>
                </a:lnTo>
                <a:lnTo>
                  <a:pt x="4179" y="1656"/>
                </a:lnTo>
                <a:lnTo>
                  <a:pt x="4181" y="1655"/>
                </a:lnTo>
                <a:lnTo>
                  <a:pt x="4183" y="1655"/>
                </a:lnTo>
                <a:lnTo>
                  <a:pt x="4184" y="1655"/>
                </a:lnTo>
                <a:lnTo>
                  <a:pt x="4184" y="1654"/>
                </a:lnTo>
                <a:lnTo>
                  <a:pt x="4185" y="1654"/>
                </a:lnTo>
                <a:lnTo>
                  <a:pt x="4184" y="1653"/>
                </a:lnTo>
                <a:lnTo>
                  <a:pt x="4184" y="1652"/>
                </a:lnTo>
                <a:lnTo>
                  <a:pt x="4185" y="1652"/>
                </a:lnTo>
                <a:lnTo>
                  <a:pt x="4185" y="1651"/>
                </a:lnTo>
                <a:lnTo>
                  <a:pt x="4187" y="1651"/>
                </a:lnTo>
                <a:lnTo>
                  <a:pt x="4187" y="1652"/>
                </a:lnTo>
                <a:lnTo>
                  <a:pt x="4189" y="1652"/>
                </a:lnTo>
                <a:lnTo>
                  <a:pt x="4190" y="1651"/>
                </a:lnTo>
                <a:lnTo>
                  <a:pt x="4191" y="1651"/>
                </a:lnTo>
                <a:lnTo>
                  <a:pt x="4191" y="1650"/>
                </a:lnTo>
                <a:lnTo>
                  <a:pt x="4192" y="1650"/>
                </a:lnTo>
                <a:lnTo>
                  <a:pt x="4193" y="1650"/>
                </a:lnTo>
                <a:lnTo>
                  <a:pt x="4195" y="1650"/>
                </a:lnTo>
                <a:lnTo>
                  <a:pt x="4196" y="1650"/>
                </a:lnTo>
                <a:lnTo>
                  <a:pt x="4197" y="1649"/>
                </a:lnTo>
                <a:lnTo>
                  <a:pt x="4198" y="1649"/>
                </a:lnTo>
                <a:lnTo>
                  <a:pt x="4198" y="1648"/>
                </a:lnTo>
                <a:lnTo>
                  <a:pt x="4198" y="1647"/>
                </a:lnTo>
                <a:lnTo>
                  <a:pt x="4199" y="1647"/>
                </a:lnTo>
                <a:lnTo>
                  <a:pt x="4200" y="1647"/>
                </a:lnTo>
                <a:lnTo>
                  <a:pt x="4201" y="1647"/>
                </a:lnTo>
                <a:lnTo>
                  <a:pt x="4202" y="1646"/>
                </a:lnTo>
                <a:lnTo>
                  <a:pt x="4203" y="1646"/>
                </a:lnTo>
                <a:lnTo>
                  <a:pt x="4204" y="1645"/>
                </a:lnTo>
                <a:lnTo>
                  <a:pt x="4205" y="1645"/>
                </a:lnTo>
                <a:lnTo>
                  <a:pt x="4207" y="1643"/>
                </a:lnTo>
                <a:lnTo>
                  <a:pt x="4209" y="1641"/>
                </a:lnTo>
                <a:lnTo>
                  <a:pt x="4210" y="1640"/>
                </a:lnTo>
                <a:lnTo>
                  <a:pt x="4210" y="1639"/>
                </a:lnTo>
                <a:lnTo>
                  <a:pt x="4211" y="1639"/>
                </a:lnTo>
                <a:lnTo>
                  <a:pt x="4211" y="1638"/>
                </a:lnTo>
                <a:lnTo>
                  <a:pt x="4212" y="1638"/>
                </a:lnTo>
                <a:lnTo>
                  <a:pt x="4211" y="1637"/>
                </a:lnTo>
                <a:lnTo>
                  <a:pt x="4208" y="1634"/>
                </a:lnTo>
                <a:lnTo>
                  <a:pt x="4210" y="1633"/>
                </a:lnTo>
                <a:lnTo>
                  <a:pt x="4211" y="1632"/>
                </a:lnTo>
                <a:lnTo>
                  <a:pt x="4211" y="1631"/>
                </a:lnTo>
                <a:lnTo>
                  <a:pt x="4212" y="1631"/>
                </a:lnTo>
                <a:lnTo>
                  <a:pt x="4217" y="1631"/>
                </a:lnTo>
                <a:lnTo>
                  <a:pt x="4218" y="1631"/>
                </a:lnTo>
                <a:lnTo>
                  <a:pt x="4218" y="1630"/>
                </a:lnTo>
                <a:lnTo>
                  <a:pt x="4218" y="1629"/>
                </a:lnTo>
                <a:lnTo>
                  <a:pt x="4219" y="1629"/>
                </a:lnTo>
                <a:lnTo>
                  <a:pt x="4219" y="1628"/>
                </a:lnTo>
                <a:lnTo>
                  <a:pt x="4219" y="1627"/>
                </a:lnTo>
                <a:lnTo>
                  <a:pt x="4218" y="1626"/>
                </a:lnTo>
                <a:lnTo>
                  <a:pt x="4217" y="1627"/>
                </a:lnTo>
                <a:lnTo>
                  <a:pt x="4217" y="1628"/>
                </a:lnTo>
                <a:lnTo>
                  <a:pt x="4216" y="1628"/>
                </a:lnTo>
                <a:lnTo>
                  <a:pt x="4215" y="1628"/>
                </a:lnTo>
                <a:lnTo>
                  <a:pt x="4216" y="1627"/>
                </a:lnTo>
                <a:lnTo>
                  <a:pt x="4215" y="1627"/>
                </a:lnTo>
                <a:lnTo>
                  <a:pt x="4216" y="1627"/>
                </a:lnTo>
                <a:lnTo>
                  <a:pt x="4217" y="1626"/>
                </a:lnTo>
                <a:lnTo>
                  <a:pt x="4215" y="1626"/>
                </a:lnTo>
                <a:lnTo>
                  <a:pt x="4215" y="1627"/>
                </a:lnTo>
                <a:lnTo>
                  <a:pt x="4214" y="1626"/>
                </a:lnTo>
                <a:lnTo>
                  <a:pt x="4213" y="1626"/>
                </a:lnTo>
                <a:lnTo>
                  <a:pt x="4212" y="1626"/>
                </a:lnTo>
                <a:lnTo>
                  <a:pt x="4210" y="1626"/>
                </a:lnTo>
                <a:lnTo>
                  <a:pt x="4210" y="1625"/>
                </a:lnTo>
                <a:lnTo>
                  <a:pt x="4209" y="1625"/>
                </a:lnTo>
                <a:lnTo>
                  <a:pt x="4210" y="1624"/>
                </a:lnTo>
                <a:lnTo>
                  <a:pt x="4211" y="1624"/>
                </a:lnTo>
                <a:lnTo>
                  <a:pt x="4217" y="1624"/>
                </a:lnTo>
                <a:lnTo>
                  <a:pt x="4218" y="1624"/>
                </a:lnTo>
                <a:lnTo>
                  <a:pt x="4219" y="1624"/>
                </a:lnTo>
                <a:lnTo>
                  <a:pt x="4220" y="1624"/>
                </a:lnTo>
                <a:lnTo>
                  <a:pt x="4221" y="1624"/>
                </a:lnTo>
                <a:lnTo>
                  <a:pt x="4222" y="1624"/>
                </a:lnTo>
                <a:lnTo>
                  <a:pt x="4222" y="1623"/>
                </a:lnTo>
                <a:lnTo>
                  <a:pt x="4223" y="1623"/>
                </a:lnTo>
                <a:lnTo>
                  <a:pt x="4224" y="1623"/>
                </a:lnTo>
                <a:lnTo>
                  <a:pt x="4225" y="1622"/>
                </a:lnTo>
                <a:lnTo>
                  <a:pt x="4226" y="1622"/>
                </a:lnTo>
                <a:lnTo>
                  <a:pt x="4226" y="1621"/>
                </a:lnTo>
                <a:lnTo>
                  <a:pt x="4226" y="1622"/>
                </a:lnTo>
                <a:lnTo>
                  <a:pt x="4226" y="1621"/>
                </a:lnTo>
                <a:lnTo>
                  <a:pt x="4227" y="1621"/>
                </a:lnTo>
                <a:lnTo>
                  <a:pt x="4227" y="1620"/>
                </a:lnTo>
                <a:lnTo>
                  <a:pt x="4228" y="1620"/>
                </a:lnTo>
                <a:lnTo>
                  <a:pt x="4228" y="1619"/>
                </a:lnTo>
                <a:lnTo>
                  <a:pt x="4229" y="1619"/>
                </a:lnTo>
                <a:lnTo>
                  <a:pt x="4230" y="1618"/>
                </a:lnTo>
                <a:lnTo>
                  <a:pt x="4231" y="1618"/>
                </a:lnTo>
                <a:lnTo>
                  <a:pt x="4232" y="1618"/>
                </a:lnTo>
                <a:lnTo>
                  <a:pt x="4233" y="1618"/>
                </a:lnTo>
                <a:lnTo>
                  <a:pt x="4234" y="1618"/>
                </a:lnTo>
                <a:lnTo>
                  <a:pt x="4235" y="1618"/>
                </a:lnTo>
                <a:lnTo>
                  <a:pt x="4236" y="1618"/>
                </a:lnTo>
                <a:lnTo>
                  <a:pt x="4237" y="1618"/>
                </a:lnTo>
                <a:lnTo>
                  <a:pt x="4238" y="1618"/>
                </a:lnTo>
                <a:lnTo>
                  <a:pt x="4239" y="1618"/>
                </a:lnTo>
                <a:lnTo>
                  <a:pt x="4239" y="1617"/>
                </a:lnTo>
                <a:lnTo>
                  <a:pt x="4240" y="1617"/>
                </a:lnTo>
                <a:lnTo>
                  <a:pt x="4241" y="1617"/>
                </a:lnTo>
                <a:lnTo>
                  <a:pt x="4242" y="1617"/>
                </a:lnTo>
                <a:lnTo>
                  <a:pt x="4244" y="1616"/>
                </a:lnTo>
                <a:lnTo>
                  <a:pt x="4244" y="1615"/>
                </a:lnTo>
                <a:lnTo>
                  <a:pt x="4245" y="1615"/>
                </a:lnTo>
                <a:lnTo>
                  <a:pt x="4246" y="1615"/>
                </a:lnTo>
                <a:lnTo>
                  <a:pt x="4247" y="1615"/>
                </a:lnTo>
                <a:lnTo>
                  <a:pt x="4248" y="1615"/>
                </a:lnTo>
                <a:lnTo>
                  <a:pt x="4248" y="1614"/>
                </a:lnTo>
                <a:lnTo>
                  <a:pt x="4249" y="1614"/>
                </a:lnTo>
                <a:lnTo>
                  <a:pt x="4250" y="1614"/>
                </a:lnTo>
                <a:lnTo>
                  <a:pt x="4250" y="1613"/>
                </a:lnTo>
                <a:lnTo>
                  <a:pt x="4251" y="1613"/>
                </a:lnTo>
                <a:lnTo>
                  <a:pt x="4252" y="1613"/>
                </a:lnTo>
                <a:lnTo>
                  <a:pt x="4252" y="1612"/>
                </a:lnTo>
                <a:lnTo>
                  <a:pt x="4254" y="1611"/>
                </a:lnTo>
                <a:lnTo>
                  <a:pt x="4255" y="1610"/>
                </a:lnTo>
                <a:lnTo>
                  <a:pt x="4256" y="1610"/>
                </a:lnTo>
                <a:lnTo>
                  <a:pt x="4257" y="1610"/>
                </a:lnTo>
                <a:lnTo>
                  <a:pt x="4258" y="1610"/>
                </a:lnTo>
                <a:lnTo>
                  <a:pt x="4259" y="1610"/>
                </a:lnTo>
                <a:lnTo>
                  <a:pt x="4260" y="1610"/>
                </a:lnTo>
                <a:lnTo>
                  <a:pt x="4261" y="1610"/>
                </a:lnTo>
                <a:lnTo>
                  <a:pt x="4261" y="1611"/>
                </a:lnTo>
                <a:lnTo>
                  <a:pt x="4262" y="1611"/>
                </a:lnTo>
                <a:lnTo>
                  <a:pt x="4264" y="1611"/>
                </a:lnTo>
                <a:lnTo>
                  <a:pt x="4265" y="1611"/>
                </a:lnTo>
                <a:lnTo>
                  <a:pt x="4266" y="1611"/>
                </a:lnTo>
                <a:lnTo>
                  <a:pt x="4266" y="1610"/>
                </a:lnTo>
                <a:lnTo>
                  <a:pt x="4267" y="1610"/>
                </a:lnTo>
                <a:lnTo>
                  <a:pt x="4269" y="1610"/>
                </a:lnTo>
                <a:lnTo>
                  <a:pt x="4270" y="1610"/>
                </a:lnTo>
                <a:lnTo>
                  <a:pt x="4271" y="1610"/>
                </a:lnTo>
                <a:lnTo>
                  <a:pt x="4272" y="1610"/>
                </a:lnTo>
                <a:lnTo>
                  <a:pt x="4272" y="1611"/>
                </a:lnTo>
                <a:lnTo>
                  <a:pt x="4274" y="1611"/>
                </a:lnTo>
                <a:lnTo>
                  <a:pt x="4275" y="1611"/>
                </a:lnTo>
                <a:lnTo>
                  <a:pt x="4275" y="1612"/>
                </a:lnTo>
                <a:lnTo>
                  <a:pt x="4274" y="1612"/>
                </a:lnTo>
                <a:lnTo>
                  <a:pt x="4274" y="1613"/>
                </a:lnTo>
                <a:lnTo>
                  <a:pt x="4273" y="1613"/>
                </a:lnTo>
                <a:lnTo>
                  <a:pt x="4273" y="1614"/>
                </a:lnTo>
                <a:lnTo>
                  <a:pt x="4273" y="1615"/>
                </a:lnTo>
                <a:lnTo>
                  <a:pt x="4274" y="1615"/>
                </a:lnTo>
                <a:lnTo>
                  <a:pt x="4275" y="1616"/>
                </a:lnTo>
                <a:lnTo>
                  <a:pt x="4276" y="1616"/>
                </a:lnTo>
                <a:lnTo>
                  <a:pt x="4276" y="1617"/>
                </a:lnTo>
                <a:lnTo>
                  <a:pt x="4277" y="1617"/>
                </a:lnTo>
                <a:lnTo>
                  <a:pt x="4278" y="1618"/>
                </a:lnTo>
                <a:lnTo>
                  <a:pt x="4279" y="1618"/>
                </a:lnTo>
                <a:lnTo>
                  <a:pt x="4280" y="1618"/>
                </a:lnTo>
                <a:lnTo>
                  <a:pt x="4280" y="1619"/>
                </a:lnTo>
                <a:lnTo>
                  <a:pt x="4280" y="1620"/>
                </a:lnTo>
                <a:lnTo>
                  <a:pt x="4281" y="1621"/>
                </a:lnTo>
                <a:lnTo>
                  <a:pt x="4282" y="1621"/>
                </a:lnTo>
                <a:lnTo>
                  <a:pt x="4282" y="1622"/>
                </a:lnTo>
                <a:lnTo>
                  <a:pt x="4283" y="1622"/>
                </a:lnTo>
                <a:lnTo>
                  <a:pt x="4284" y="1622"/>
                </a:lnTo>
                <a:lnTo>
                  <a:pt x="4285" y="1622"/>
                </a:lnTo>
                <a:lnTo>
                  <a:pt x="4285" y="1621"/>
                </a:lnTo>
                <a:lnTo>
                  <a:pt x="4286" y="1621"/>
                </a:lnTo>
                <a:lnTo>
                  <a:pt x="4287" y="1622"/>
                </a:lnTo>
                <a:lnTo>
                  <a:pt x="4290" y="1622"/>
                </a:lnTo>
                <a:lnTo>
                  <a:pt x="4292" y="1622"/>
                </a:lnTo>
                <a:lnTo>
                  <a:pt x="4293" y="1622"/>
                </a:lnTo>
                <a:lnTo>
                  <a:pt x="4293" y="1623"/>
                </a:lnTo>
                <a:lnTo>
                  <a:pt x="4292" y="1623"/>
                </a:lnTo>
                <a:lnTo>
                  <a:pt x="4292" y="1624"/>
                </a:lnTo>
                <a:lnTo>
                  <a:pt x="4292" y="1625"/>
                </a:lnTo>
                <a:lnTo>
                  <a:pt x="4291" y="1626"/>
                </a:lnTo>
                <a:lnTo>
                  <a:pt x="4291" y="1627"/>
                </a:lnTo>
                <a:lnTo>
                  <a:pt x="4292" y="1627"/>
                </a:lnTo>
                <a:lnTo>
                  <a:pt x="4293" y="1627"/>
                </a:lnTo>
                <a:lnTo>
                  <a:pt x="4293" y="1628"/>
                </a:lnTo>
                <a:lnTo>
                  <a:pt x="4294" y="1628"/>
                </a:lnTo>
                <a:lnTo>
                  <a:pt x="4293" y="1629"/>
                </a:lnTo>
                <a:lnTo>
                  <a:pt x="4293" y="1630"/>
                </a:lnTo>
                <a:lnTo>
                  <a:pt x="4292" y="1630"/>
                </a:lnTo>
                <a:lnTo>
                  <a:pt x="4292" y="1631"/>
                </a:lnTo>
                <a:lnTo>
                  <a:pt x="4293" y="1631"/>
                </a:lnTo>
                <a:lnTo>
                  <a:pt x="4292" y="1631"/>
                </a:lnTo>
                <a:lnTo>
                  <a:pt x="4292" y="1632"/>
                </a:lnTo>
                <a:lnTo>
                  <a:pt x="4293" y="1633"/>
                </a:lnTo>
                <a:lnTo>
                  <a:pt x="4293" y="1634"/>
                </a:lnTo>
                <a:lnTo>
                  <a:pt x="4294" y="1634"/>
                </a:lnTo>
                <a:lnTo>
                  <a:pt x="4295" y="1635"/>
                </a:lnTo>
                <a:lnTo>
                  <a:pt x="4296" y="1635"/>
                </a:lnTo>
                <a:lnTo>
                  <a:pt x="4297" y="1635"/>
                </a:lnTo>
                <a:lnTo>
                  <a:pt x="4298" y="1635"/>
                </a:lnTo>
                <a:lnTo>
                  <a:pt x="4299" y="1636"/>
                </a:lnTo>
                <a:lnTo>
                  <a:pt x="4301" y="1636"/>
                </a:lnTo>
                <a:lnTo>
                  <a:pt x="4302" y="1636"/>
                </a:lnTo>
                <a:lnTo>
                  <a:pt x="4304" y="1636"/>
                </a:lnTo>
                <a:lnTo>
                  <a:pt x="4305" y="1636"/>
                </a:lnTo>
                <a:lnTo>
                  <a:pt x="4305" y="1635"/>
                </a:lnTo>
                <a:lnTo>
                  <a:pt x="4307" y="1635"/>
                </a:lnTo>
                <a:lnTo>
                  <a:pt x="4308" y="1635"/>
                </a:lnTo>
                <a:lnTo>
                  <a:pt x="4309" y="1635"/>
                </a:lnTo>
                <a:lnTo>
                  <a:pt x="4310" y="1635"/>
                </a:lnTo>
                <a:lnTo>
                  <a:pt x="4311" y="1635"/>
                </a:lnTo>
                <a:lnTo>
                  <a:pt x="4311" y="1634"/>
                </a:lnTo>
                <a:lnTo>
                  <a:pt x="4312" y="1633"/>
                </a:lnTo>
                <a:lnTo>
                  <a:pt x="4313" y="1633"/>
                </a:lnTo>
                <a:lnTo>
                  <a:pt x="4313" y="1632"/>
                </a:lnTo>
                <a:lnTo>
                  <a:pt x="4312" y="1631"/>
                </a:lnTo>
                <a:lnTo>
                  <a:pt x="4311" y="1631"/>
                </a:lnTo>
                <a:lnTo>
                  <a:pt x="4311" y="1630"/>
                </a:lnTo>
                <a:lnTo>
                  <a:pt x="4312" y="1630"/>
                </a:lnTo>
                <a:lnTo>
                  <a:pt x="4313" y="1631"/>
                </a:lnTo>
                <a:lnTo>
                  <a:pt x="4314" y="1631"/>
                </a:lnTo>
                <a:lnTo>
                  <a:pt x="4315" y="1631"/>
                </a:lnTo>
                <a:lnTo>
                  <a:pt x="4315" y="1632"/>
                </a:lnTo>
                <a:lnTo>
                  <a:pt x="4316" y="1632"/>
                </a:lnTo>
                <a:lnTo>
                  <a:pt x="4317" y="1632"/>
                </a:lnTo>
                <a:lnTo>
                  <a:pt x="4317" y="1633"/>
                </a:lnTo>
                <a:lnTo>
                  <a:pt x="4318" y="1633"/>
                </a:lnTo>
                <a:lnTo>
                  <a:pt x="4319" y="1633"/>
                </a:lnTo>
                <a:lnTo>
                  <a:pt x="4319" y="1634"/>
                </a:lnTo>
                <a:lnTo>
                  <a:pt x="4317" y="1634"/>
                </a:lnTo>
                <a:lnTo>
                  <a:pt x="4316" y="1633"/>
                </a:lnTo>
                <a:lnTo>
                  <a:pt x="4315" y="1633"/>
                </a:lnTo>
                <a:lnTo>
                  <a:pt x="4314" y="1633"/>
                </a:lnTo>
                <a:lnTo>
                  <a:pt x="4313" y="1634"/>
                </a:lnTo>
                <a:lnTo>
                  <a:pt x="4314" y="1635"/>
                </a:lnTo>
                <a:lnTo>
                  <a:pt x="4315" y="1635"/>
                </a:lnTo>
                <a:lnTo>
                  <a:pt x="4315" y="1636"/>
                </a:lnTo>
                <a:lnTo>
                  <a:pt x="4314" y="1636"/>
                </a:lnTo>
                <a:lnTo>
                  <a:pt x="4313" y="1638"/>
                </a:lnTo>
                <a:lnTo>
                  <a:pt x="4314" y="1638"/>
                </a:lnTo>
                <a:lnTo>
                  <a:pt x="4314" y="1639"/>
                </a:lnTo>
                <a:lnTo>
                  <a:pt x="4315" y="1639"/>
                </a:lnTo>
                <a:lnTo>
                  <a:pt x="4316" y="1639"/>
                </a:lnTo>
                <a:lnTo>
                  <a:pt x="4317" y="1639"/>
                </a:lnTo>
                <a:lnTo>
                  <a:pt x="4317" y="1640"/>
                </a:lnTo>
                <a:lnTo>
                  <a:pt x="4318" y="1640"/>
                </a:lnTo>
                <a:lnTo>
                  <a:pt x="4319" y="1640"/>
                </a:lnTo>
                <a:lnTo>
                  <a:pt x="4319" y="1641"/>
                </a:lnTo>
                <a:lnTo>
                  <a:pt x="4320" y="1641"/>
                </a:lnTo>
                <a:lnTo>
                  <a:pt x="4320" y="1642"/>
                </a:lnTo>
                <a:lnTo>
                  <a:pt x="4320" y="1644"/>
                </a:lnTo>
                <a:lnTo>
                  <a:pt x="4320" y="1645"/>
                </a:lnTo>
                <a:lnTo>
                  <a:pt x="4321" y="1646"/>
                </a:lnTo>
                <a:lnTo>
                  <a:pt x="4322" y="1646"/>
                </a:lnTo>
                <a:lnTo>
                  <a:pt x="4322" y="1647"/>
                </a:lnTo>
                <a:lnTo>
                  <a:pt x="4323" y="1647"/>
                </a:lnTo>
                <a:lnTo>
                  <a:pt x="4324" y="1647"/>
                </a:lnTo>
                <a:lnTo>
                  <a:pt x="4324" y="1648"/>
                </a:lnTo>
                <a:lnTo>
                  <a:pt x="4325" y="1648"/>
                </a:lnTo>
                <a:lnTo>
                  <a:pt x="4326" y="1648"/>
                </a:lnTo>
                <a:lnTo>
                  <a:pt x="4327" y="1648"/>
                </a:lnTo>
                <a:lnTo>
                  <a:pt x="4328" y="1648"/>
                </a:lnTo>
                <a:lnTo>
                  <a:pt x="4328" y="1649"/>
                </a:lnTo>
                <a:lnTo>
                  <a:pt x="4329" y="1649"/>
                </a:lnTo>
                <a:lnTo>
                  <a:pt x="4330" y="1649"/>
                </a:lnTo>
                <a:lnTo>
                  <a:pt x="4331" y="1649"/>
                </a:lnTo>
                <a:lnTo>
                  <a:pt x="4331" y="1650"/>
                </a:lnTo>
                <a:lnTo>
                  <a:pt x="4332" y="1649"/>
                </a:lnTo>
                <a:lnTo>
                  <a:pt x="4334" y="1649"/>
                </a:lnTo>
                <a:lnTo>
                  <a:pt x="4334" y="1650"/>
                </a:lnTo>
                <a:lnTo>
                  <a:pt x="4335" y="1650"/>
                </a:lnTo>
                <a:lnTo>
                  <a:pt x="4335" y="1649"/>
                </a:lnTo>
                <a:lnTo>
                  <a:pt x="4337" y="1648"/>
                </a:lnTo>
                <a:lnTo>
                  <a:pt x="4337" y="1649"/>
                </a:lnTo>
                <a:lnTo>
                  <a:pt x="4338" y="1649"/>
                </a:lnTo>
                <a:lnTo>
                  <a:pt x="4339" y="1649"/>
                </a:lnTo>
                <a:lnTo>
                  <a:pt x="4338" y="1648"/>
                </a:lnTo>
                <a:lnTo>
                  <a:pt x="4338" y="1647"/>
                </a:lnTo>
                <a:lnTo>
                  <a:pt x="4339" y="1647"/>
                </a:lnTo>
                <a:lnTo>
                  <a:pt x="4340" y="1647"/>
                </a:lnTo>
                <a:lnTo>
                  <a:pt x="4341" y="1648"/>
                </a:lnTo>
                <a:lnTo>
                  <a:pt x="4343" y="1648"/>
                </a:lnTo>
                <a:lnTo>
                  <a:pt x="4345" y="1648"/>
                </a:lnTo>
                <a:lnTo>
                  <a:pt x="4346" y="1648"/>
                </a:lnTo>
                <a:lnTo>
                  <a:pt x="4347" y="1648"/>
                </a:lnTo>
                <a:lnTo>
                  <a:pt x="4347" y="1649"/>
                </a:lnTo>
                <a:lnTo>
                  <a:pt x="4348" y="1649"/>
                </a:lnTo>
                <a:lnTo>
                  <a:pt x="4348" y="1650"/>
                </a:lnTo>
                <a:lnTo>
                  <a:pt x="4349" y="1651"/>
                </a:lnTo>
                <a:lnTo>
                  <a:pt x="4349" y="1650"/>
                </a:lnTo>
                <a:lnTo>
                  <a:pt x="4348" y="1650"/>
                </a:lnTo>
                <a:lnTo>
                  <a:pt x="4348" y="1649"/>
                </a:lnTo>
                <a:lnTo>
                  <a:pt x="4348" y="1648"/>
                </a:lnTo>
                <a:lnTo>
                  <a:pt x="4349" y="1648"/>
                </a:lnTo>
                <a:lnTo>
                  <a:pt x="4352" y="1648"/>
                </a:lnTo>
                <a:lnTo>
                  <a:pt x="4354" y="1647"/>
                </a:lnTo>
                <a:lnTo>
                  <a:pt x="4355" y="1647"/>
                </a:lnTo>
                <a:lnTo>
                  <a:pt x="4356" y="1647"/>
                </a:lnTo>
                <a:lnTo>
                  <a:pt x="4357" y="1647"/>
                </a:lnTo>
                <a:lnTo>
                  <a:pt x="4359" y="1647"/>
                </a:lnTo>
                <a:lnTo>
                  <a:pt x="4360" y="1647"/>
                </a:lnTo>
                <a:lnTo>
                  <a:pt x="4361" y="1647"/>
                </a:lnTo>
                <a:lnTo>
                  <a:pt x="4362" y="1647"/>
                </a:lnTo>
                <a:lnTo>
                  <a:pt x="4363" y="1646"/>
                </a:lnTo>
                <a:lnTo>
                  <a:pt x="4364" y="1646"/>
                </a:lnTo>
                <a:lnTo>
                  <a:pt x="4365" y="1646"/>
                </a:lnTo>
                <a:lnTo>
                  <a:pt x="4366" y="1646"/>
                </a:lnTo>
                <a:lnTo>
                  <a:pt x="4366" y="1647"/>
                </a:lnTo>
                <a:lnTo>
                  <a:pt x="4366" y="1648"/>
                </a:lnTo>
                <a:lnTo>
                  <a:pt x="4367" y="1648"/>
                </a:lnTo>
                <a:lnTo>
                  <a:pt x="4366" y="1649"/>
                </a:lnTo>
                <a:lnTo>
                  <a:pt x="4367" y="1649"/>
                </a:lnTo>
                <a:lnTo>
                  <a:pt x="4368" y="1649"/>
                </a:lnTo>
                <a:lnTo>
                  <a:pt x="4367" y="1648"/>
                </a:lnTo>
                <a:lnTo>
                  <a:pt x="4367" y="1647"/>
                </a:lnTo>
                <a:lnTo>
                  <a:pt x="4367" y="1646"/>
                </a:lnTo>
                <a:lnTo>
                  <a:pt x="4367" y="1645"/>
                </a:lnTo>
                <a:lnTo>
                  <a:pt x="4368" y="1645"/>
                </a:lnTo>
                <a:lnTo>
                  <a:pt x="4369" y="1644"/>
                </a:lnTo>
                <a:lnTo>
                  <a:pt x="4370" y="1644"/>
                </a:lnTo>
                <a:lnTo>
                  <a:pt x="4370" y="1643"/>
                </a:lnTo>
                <a:lnTo>
                  <a:pt x="4371" y="1643"/>
                </a:lnTo>
                <a:lnTo>
                  <a:pt x="4371" y="1642"/>
                </a:lnTo>
                <a:lnTo>
                  <a:pt x="4372" y="1641"/>
                </a:lnTo>
                <a:lnTo>
                  <a:pt x="4371" y="1641"/>
                </a:lnTo>
                <a:lnTo>
                  <a:pt x="4371" y="1640"/>
                </a:lnTo>
                <a:lnTo>
                  <a:pt x="4372" y="1641"/>
                </a:lnTo>
                <a:lnTo>
                  <a:pt x="4373" y="1641"/>
                </a:lnTo>
                <a:lnTo>
                  <a:pt x="4373" y="1640"/>
                </a:lnTo>
                <a:lnTo>
                  <a:pt x="4374" y="1640"/>
                </a:lnTo>
                <a:lnTo>
                  <a:pt x="4374" y="1639"/>
                </a:lnTo>
                <a:lnTo>
                  <a:pt x="4375" y="1639"/>
                </a:lnTo>
                <a:lnTo>
                  <a:pt x="4375" y="1640"/>
                </a:lnTo>
                <a:lnTo>
                  <a:pt x="4376" y="1640"/>
                </a:lnTo>
                <a:lnTo>
                  <a:pt x="4377" y="1639"/>
                </a:lnTo>
                <a:lnTo>
                  <a:pt x="4376" y="1638"/>
                </a:lnTo>
                <a:lnTo>
                  <a:pt x="4376" y="1637"/>
                </a:lnTo>
                <a:lnTo>
                  <a:pt x="4377" y="1637"/>
                </a:lnTo>
                <a:lnTo>
                  <a:pt x="4377" y="1638"/>
                </a:lnTo>
                <a:lnTo>
                  <a:pt x="4378" y="1639"/>
                </a:lnTo>
                <a:lnTo>
                  <a:pt x="4379" y="1639"/>
                </a:lnTo>
                <a:lnTo>
                  <a:pt x="4381" y="1638"/>
                </a:lnTo>
                <a:lnTo>
                  <a:pt x="4380" y="1637"/>
                </a:lnTo>
                <a:lnTo>
                  <a:pt x="4381" y="1637"/>
                </a:lnTo>
                <a:lnTo>
                  <a:pt x="4381" y="1638"/>
                </a:lnTo>
                <a:lnTo>
                  <a:pt x="4382" y="1638"/>
                </a:lnTo>
                <a:lnTo>
                  <a:pt x="4383" y="1638"/>
                </a:lnTo>
                <a:lnTo>
                  <a:pt x="4382" y="1638"/>
                </a:lnTo>
                <a:lnTo>
                  <a:pt x="4382" y="1639"/>
                </a:lnTo>
                <a:lnTo>
                  <a:pt x="4383" y="1639"/>
                </a:lnTo>
                <a:lnTo>
                  <a:pt x="4384" y="1639"/>
                </a:lnTo>
                <a:lnTo>
                  <a:pt x="4384" y="1640"/>
                </a:lnTo>
                <a:lnTo>
                  <a:pt x="4384" y="1641"/>
                </a:lnTo>
                <a:lnTo>
                  <a:pt x="4383" y="1641"/>
                </a:lnTo>
                <a:lnTo>
                  <a:pt x="4383" y="1642"/>
                </a:lnTo>
                <a:lnTo>
                  <a:pt x="4382" y="1642"/>
                </a:lnTo>
                <a:lnTo>
                  <a:pt x="4381" y="1642"/>
                </a:lnTo>
                <a:lnTo>
                  <a:pt x="4381" y="1643"/>
                </a:lnTo>
                <a:lnTo>
                  <a:pt x="4381" y="1644"/>
                </a:lnTo>
                <a:lnTo>
                  <a:pt x="4382" y="1644"/>
                </a:lnTo>
                <a:lnTo>
                  <a:pt x="4383" y="1644"/>
                </a:lnTo>
                <a:lnTo>
                  <a:pt x="4382" y="1644"/>
                </a:lnTo>
                <a:lnTo>
                  <a:pt x="4382" y="1645"/>
                </a:lnTo>
                <a:lnTo>
                  <a:pt x="4382" y="1646"/>
                </a:lnTo>
                <a:lnTo>
                  <a:pt x="4382" y="1647"/>
                </a:lnTo>
                <a:lnTo>
                  <a:pt x="4383" y="1647"/>
                </a:lnTo>
                <a:lnTo>
                  <a:pt x="4383" y="1648"/>
                </a:lnTo>
                <a:lnTo>
                  <a:pt x="4384" y="1648"/>
                </a:lnTo>
                <a:lnTo>
                  <a:pt x="4384" y="1649"/>
                </a:lnTo>
                <a:lnTo>
                  <a:pt x="4384" y="1650"/>
                </a:lnTo>
                <a:lnTo>
                  <a:pt x="4385" y="1651"/>
                </a:lnTo>
                <a:lnTo>
                  <a:pt x="4386" y="1651"/>
                </a:lnTo>
                <a:lnTo>
                  <a:pt x="4387" y="1650"/>
                </a:lnTo>
                <a:lnTo>
                  <a:pt x="4387" y="1649"/>
                </a:lnTo>
                <a:lnTo>
                  <a:pt x="4387" y="1648"/>
                </a:lnTo>
                <a:lnTo>
                  <a:pt x="4388" y="1649"/>
                </a:lnTo>
                <a:lnTo>
                  <a:pt x="4390" y="1648"/>
                </a:lnTo>
                <a:lnTo>
                  <a:pt x="4391" y="1647"/>
                </a:lnTo>
                <a:lnTo>
                  <a:pt x="4392" y="1647"/>
                </a:lnTo>
                <a:lnTo>
                  <a:pt x="4393" y="1648"/>
                </a:lnTo>
                <a:lnTo>
                  <a:pt x="4394" y="1648"/>
                </a:lnTo>
                <a:lnTo>
                  <a:pt x="4395" y="1649"/>
                </a:lnTo>
                <a:lnTo>
                  <a:pt x="4394" y="1649"/>
                </a:lnTo>
                <a:lnTo>
                  <a:pt x="4394" y="1650"/>
                </a:lnTo>
                <a:lnTo>
                  <a:pt x="4395" y="1651"/>
                </a:lnTo>
                <a:lnTo>
                  <a:pt x="4396" y="1651"/>
                </a:lnTo>
                <a:lnTo>
                  <a:pt x="4397" y="1652"/>
                </a:lnTo>
                <a:lnTo>
                  <a:pt x="4398" y="1652"/>
                </a:lnTo>
                <a:lnTo>
                  <a:pt x="4399" y="1652"/>
                </a:lnTo>
                <a:lnTo>
                  <a:pt x="4399" y="1653"/>
                </a:lnTo>
                <a:lnTo>
                  <a:pt x="4400" y="1653"/>
                </a:lnTo>
                <a:lnTo>
                  <a:pt x="4402" y="1652"/>
                </a:lnTo>
                <a:lnTo>
                  <a:pt x="4404" y="1652"/>
                </a:lnTo>
                <a:lnTo>
                  <a:pt x="4405" y="1652"/>
                </a:lnTo>
                <a:lnTo>
                  <a:pt x="4405" y="1653"/>
                </a:lnTo>
                <a:lnTo>
                  <a:pt x="4407" y="1653"/>
                </a:lnTo>
                <a:lnTo>
                  <a:pt x="4408" y="1653"/>
                </a:lnTo>
                <a:lnTo>
                  <a:pt x="4409" y="1652"/>
                </a:lnTo>
                <a:lnTo>
                  <a:pt x="4410" y="1652"/>
                </a:lnTo>
                <a:lnTo>
                  <a:pt x="4412" y="1651"/>
                </a:lnTo>
                <a:lnTo>
                  <a:pt x="4413" y="1651"/>
                </a:lnTo>
                <a:lnTo>
                  <a:pt x="4413" y="1652"/>
                </a:lnTo>
                <a:lnTo>
                  <a:pt x="4414" y="1652"/>
                </a:lnTo>
                <a:lnTo>
                  <a:pt x="4414" y="1653"/>
                </a:lnTo>
                <a:lnTo>
                  <a:pt x="4413" y="1653"/>
                </a:lnTo>
                <a:lnTo>
                  <a:pt x="4413" y="1654"/>
                </a:lnTo>
                <a:lnTo>
                  <a:pt x="4414" y="1654"/>
                </a:lnTo>
                <a:lnTo>
                  <a:pt x="4414" y="1655"/>
                </a:lnTo>
                <a:lnTo>
                  <a:pt x="4413" y="1655"/>
                </a:lnTo>
                <a:lnTo>
                  <a:pt x="4414" y="1655"/>
                </a:lnTo>
                <a:lnTo>
                  <a:pt x="4414" y="1656"/>
                </a:lnTo>
                <a:lnTo>
                  <a:pt x="4415" y="1656"/>
                </a:lnTo>
                <a:lnTo>
                  <a:pt x="4415" y="1654"/>
                </a:lnTo>
                <a:lnTo>
                  <a:pt x="4414" y="1654"/>
                </a:lnTo>
                <a:lnTo>
                  <a:pt x="4414" y="1653"/>
                </a:lnTo>
                <a:lnTo>
                  <a:pt x="4415" y="1653"/>
                </a:lnTo>
                <a:lnTo>
                  <a:pt x="4416" y="1653"/>
                </a:lnTo>
                <a:lnTo>
                  <a:pt x="4417" y="1653"/>
                </a:lnTo>
                <a:lnTo>
                  <a:pt x="4418" y="1653"/>
                </a:lnTo>
                <a:lnTo>
                  <a:pt x="4419" y="1654"/>
                </a:lnTo>
                <a:lnTo>
                  <a:pt x="4420" y="1654"/>
                </a:lnTo>
                <a:lnTo>
                  <a:pt x="4421" y="1654"/>
                </a:lnTo>
                <a:lnTo>
                  <a:pt x="4422" y="1653"/>
                </a:lnTo>
                <a:lnTo>
                  <a:pt x="4423" y="1653"/>
                </a:lnTo>
                <a:lnTo>
                  <a:pt x="4423" y="1652"/>
                </a:lnTo>
                <a:lnTo>
                  <a:pt x="4424" y="1652"/>
                </a:lnTo>
                <a:lnTo>
                  <a:pt x="4425" y="1652"/>
                </a:lnTo>
                <a:lnTo>
                  <a:pt x="4425" y="1651"/>
                </a:lnTo>
                <a:lnTo>
                  <a:pt x="4426" y="1651"/>
                </a:lnTo>
                <a:lnTo>
                  <a:pt x="4427" y="1651"/>
                </a:lnTo>
                <a:lnTo>
                  <a:pt x="4427" y="1652"/>
                </a:lnTo>
                <a:lnTo>
                  <a:pt x="4428" y="1652"/>
                </a:lnTo>
                <a:lnTo>
                  <a:pt x="4428" y="1651"/>
                </a:lnTo>
                <a:lnTo>
                  <a:pt x="4429" y="1651"/>
                </a:lnTo>
                <a:lnTo>
                  <a:pt x="4429" y="1652"/>
                </a:lnTo>
                <a:lnTo>
                  <a:pt x="4430" y="1652"/>
                </a:lnTo>
                <a:lnTo>
                  <a:pt x="4430" y="1653"/>
                </a:lnTo>
                <a:lnTo>
                  <a:pt x="4430" y="1652"/>
                </a:lnTo>
                <a:lnTo>
                  <a:pt x="4431" y="1652"/>
                </a:lnTo>
                <a:lnTo>
                  <a:pt x="4430" y="1651"/>
                </a:lnTo>
                <a:lnTo>
                  <a:pt x="4431" y="1651"/>
                </a:lnTo>
                <a:lnTo>
                  <a:pt x="4432" y="1652"/>
                </a:lnTo>
                <a:lnTo>
                  <a:pt x="4433" y="1652"/>
                </a:lnTo>
                <a:lnTo>
                  <a:pt x="4433" y="1653"/>
                </a:lnTo>
                <a:lnTo>
                  <a:pt x="4432" y="1653"/>
                </a:lnTo>
                <a:lnTo>
                  <a:pt x="4433" y="1653"/>
                </a:lnTo>
                <a:lnTo>
                  <a:pt x="4433" y="1654"/>
                </a:lnTo>
                <a:lnTo>
                  <a:pt x="4433" y="1655"/>
                </a:lnTo>
                <a:lnTo>
                  <a:pt x="4432" y="1655"/>
                </a:lnTo>
                <a:lnTo>
                  <a:pt x="4432" y="1656"/>
                </a:lnTo>
                <a:lnTo>
                  <a:pt x="4431" y="1656"/>
                </a:lnTo>
                <a:lnTo>
                  <a:pt x="4431" y="1655"/>
                </a:lnTo>
                <a:lnTo>
                  <a:pt x="4430" y="1655"/>
                </a:lnTo>
                <a:lnTo>
                  <a:pt x="4429" y="1654"/>
                </a:lnTo>
                <a:lnTo>
                  <a:pt x="4428" y="1654"/>
                </a:lnTo>
                <a:lnTo>
                  <a:pt x="4427" y="1655"/>
                </a:lnTo>
                <a:lnTo>
                  <a:pt x="4426" y="1655"/>
                </a:lnTo>
                <a:lnTo>
                  <a:pt x="4426" y="1656"/>
                </a:lnTo>
                <a:lnTo>
                  <a:pt x="4425" y="1656"/>
                </a:lnTo>
                <a:lnTo>
                  <a:pt x="4424" y="1656"/>
                </a:lnTo>
                <a:lnTo>
                  <a:pt x="4423" y="1657"/>
                </a:lnTo>
                <a:lnTo>
                  <a:pt x="4423" y="1658"/>
                </a:lnTo>
                <a:lnTo>
                  <a:pt x="4422" y="1658"/>
                </a:lnTo>
                <a:lnTo>
                  <a:pt x="4422" y="1659"/>
                </a:lnTo>
                <a:lnTo>
                  <a:pt x="4422" y="1660"/>
                </a:lnTo>
                <a:lnTo>
                  <a:pt x="4423" y="1660"/>
                </a:lnTo>
                <a:lnTo>
                  <a:pt x="4423" y="1661"/>
                </a:lnTo>
                <a:lnTo>
                  <a:pt x="4423" y="1662"/>
                </a:lnTo>
                <a:lnTo>
                  <a:pt x="4422" y="1662"/>
                </a:lnTo>
                <a:lnTo>
                  <a:pt x="4422" y="1663"/>
                </a:lnTo>
                <a:lnTo>
                  <a:pt x="4421" y="1663"/>
                </a:lnTo>
                <a:lnTo>
                  <a:pt x="4421" y="1662"/>
                </a:lnTo>
                <a:lnTo>
                  <a:pt x="4420" y="1662"/>
                </a:lnTo>
                <a:lnTo>
                  <a:pt x="4420" y="1663"/>
                </a:lnTo>
                <a:lnTo>
                  <a:pt x="4421" y="1663"/>
                </a:lnTo>
                <a:lnTo>
                  <a:pt x="4421" y="1664"/>
                </a:lnTo>
                <a:lnTo>
                  <a:pt x="4420" y="1664"/>
                </a:lnTo>
                <a:lnTo>
                  <a:pt x="4420" y="1665"/>
                </a:lnTo>
                <a:lnTo>
                  <a:pt x="4421" y="1665"/>
                </a:lnTo>
                <a:lnTo>
                  <a:pt x="4421" y="1666"/>
                </a:lnTo>
                <a:lnTo>
                  <a:pt x="4421" y="1665"/>
                </a:lnTo>
                <a:lnTo>
                  <a:pt x="4420" y="1665"/>
                </a:lnTo>
                <a:lnTo>
                  <a:pt x="4419" y="1666"/>
                </a:lnTo>
                <a:lnTo>
                  <a:pt x="4420" y="1666"/>
                </a:lnTo>
                <a:lnTo>
                  <a:pt x="4421" y="1666"/>
                </a:lnTo>
                <a:lnTo>
                  <a:pt x="4421" y="1667"/>
                </a:lnTo>
                <a:lnTo>
                  <a:pt x="4420" y="1668"/>
                </a:lnTo>
                <a:lnTo>
                  <a:pt x="4421" y="1668"/>
                </a:lnTo>
                <a:lnTo>
                  <a:pt x="4422" y="1668"/>
                </a:lnTo>
                <a:lnTo>
                  <a:pt x="4422" y="1669"/>
                </a:lnTo>
                <a:lnTo>
                  <a:pt x="4423" y="1669"/>
                </a:lnTo>
                <a:lnTo>
                  <a:pt x="4423" y="1670"/>
                </a:lnTo>
                <a:lnTo>
                  <a:pt x="4423" y="1671"/>
                </a:lnTo>
                <a:lnTo>
                  <a:pt x="4423" y="1672"/>
                </a:lnTo>
                <a:lnTo>
                  <a:pt x="4424" y="1672"/>
                </a:lnTo>
                <a:lnTo>
                  <a:pt x="4424" y="1673"/>
                </a:lnTo>
                <a:lnTo>
                  <a:pt x="4425" y="1673"/>
                </a:lnTo>
                <a:lnTo>
                  <a:pt x="4426" y="1674"/>
                </a:lnTo>
                <a:lnTo>
                  <a:pt x="4425" y="1674"/>
                </a:lnTo>
                <a:lnTo>
                  <a:pt x="4424" y="1674"/>
                </a:lnTo>
                <a:lnTo>
                  <a:pt x="4424" y="1675"/>
                </a:lnTo>
                <a:lnTo>
                  <a:pt x="4423" y="1675"/>
                </a:lnTo>
                <a:lnTo>
                  <a:pt x="4422" y="1675"/>
                </a:lnTo>
                <a:lnTo>
                  <a:pt x="4421" y="1676"/>
                </a:lnTo>
                <a:lnTo>
                  <a:pt x="4420" y="1676"/>
                </a:lnTo>
                <a:lnTo>
                  <a:pt x="4420" y="1677"/>
                </a:lnTo>
                <a:lnTo>
                  <a:pt x="4421" y="1677"/>
                </a:lnTo>
                <a:lnTo>
                  <a:pt x="4422" y="1678"/>
                </a:lnTo>
                <a:lnTo>
                  <a:pt x="4422" y="1679"/>
                </a:lnTo>
                <a:lnTo>
                  <a:pt x="4421" y="1679"/>
                </a:lnTo>
                <a:lnTo>
                  <a:pt x="4420" y="1679"/>
                </a:lnTo>
                <a:lnTo>
                  <a:pt x="4419" y="1679"/>
                </a:lnTo>
                <a:lnTo>
                  <a:pt x="4418" y="1678"/>
                </a:lnTo>
                <a:lnTo>
                  <a:pt x="4417" y="1678"/>
                </a:lnTo>
                <a:lnTo>
                  <a:pt x="4416" y="1678"/>
                </a:lnTo>
                <a:lnTo>
                  <a:pt x="4415" y="1678"/>
                </a:lnTo>
                <a:lnTo>
                  <a:pt x="4415" y="1679"/>
                </a:lnTo>
                <a:lnTo>
                  <a:pt x="4415" y="1678"/>
                </a:lnTo>
                <a:lnTo>
                  <a:pt x="4414" y="1678"/>
                </a:lnTo>
                <a:lnTo>
                  <a:pt x="4414" y="1679"/>
                </a:lnTo>
                <a:lnTo>
                  <a:pt x="4413" y="1679"/>
                </a:lnTo>
                <a:lnTo>
                  <a:pt x="4413" y="1680"/>
                </a:lnTo>
                <a:lnTo>
                  <a:pt x="4412" y="1682"/>
                </a:lnTo>
                <a:lnTo>
                  <a:pt x="4412" y="1683"/>
                </a:lnTo>
                <a:lnTo>
                  <a:pt x="4411" y="1683"/>
                </a:lnTo>
                <a:lnTo>
                  <a:pt x="4411" y="1682"/>
                </a:lnTo>
                <a:lnTo>
                  <a:pt x="4410" y="1683"/>
                </a:lnTo>
                <a:lnTo>
                  <a:pt x="4411" y="1684"/>
                </a:lnTo>
                <a:lnTo>
                  <a:pt x="4411" y="1685"/>
                </a:lnTo>
                <a:lnTo>
                  <a:pt x="4412" y="1686"/>
                </a:lnTo>
                <a:lnTo>
                  <a:pt x="4412" y="1687"/>
                </a:lnTo>
                <a:lnTo>
                  <a:pt x="4412" y="1688"/>
                </a:lnTo>
                <a:lnTo>
                  <a:pt x="4410" y="1688"/>
                </a:lnTo>
                <a:lnTo>
                  <a:pt x="4409" y="1689"/>
                </a:lnTo>
                <a:lnTo>
                  <a:pt x="4408" y="1690"/>
                </a:lnTo>
                <a:lnTo>
                  <a:pt x="4409" y="1691"/>
                </a:lnTo>
                <a:lnTo>
                  <a:pt x="4409" y="1692"/>
                </a:lnTo>
                <a:lnTo>
                  <a:pt x="4410" y="1692"/>
                </a:lnTo>
                <a:lnTo>
                  <a:pt x="4410" y="1691"/>
                </a:lnTo>
                <a:lnTo>
                  <a:pt x="4411" y="1691"/>
                </a:lnTo>
                <a:lnTo>
                  <a:pt x="4412" y="1691"/>
                </a:lnTo>
                <a:lnTo>
                  <a:pt x="4413" y="1691"/>
                </a:lnTo>
                <a:lnTo>
                  <a:pt x="4414" y="1692"/>
                </a:lnTo>
                <a:lnTo>
                  <a:pt x="4415" y="1692"/>
                </a:lnTo>
                <a:lnTo>
                  <a:pt x="4416" y="1692"/>
                </a:lnTo>
                <a:lnTo>
                  <a:pt x="4417" y="1691"/>
                </a:lnTo>
                <a:lnTo>
                  <a:pt x="4420" y="1690"/>
                </a:lnTo>
                <a:lnTo>
                  <a:pt x="4421" y="1690"/>
                </a:lnTo>
                <a:lnTo>
                  <a:pt x="4422" y="1690"/>
                </a:lnTo>
                <a:lnTo>
                  <a:pt x="4421" y="1691"/>
                </a:lnTo>
                <a:lnTo>
                  <a:pt x="4420" y="1691"/>
                </a:lnTo>
                <a:lnTo>
                  <a:pt x="4419" y="1691"/>
                </a:lnTo>
                <a:lnTo>
                  <a:pt x="4418" y="1692"/>
                </a:lnTo>
                <a:lnTo>
                  <a:pt x="4418" y="1694"/>
                </a:lnTo>
                <a:lnTo>
                  <a:pt x="4418" y="1695"/>
                </a:lnTo>
                <a:lnTo>
                  <a:pt x="4418" y="1696"/>
                </a:lnTo>
                <a:lnTo>
                  <a:pt x="4419" y="1697"/>
                </a:lnTo>
                <a:lnTo>
                  <a:pt x="4418" y="1697"/>
                </a:lnTo>
                <a:lnTo>
                  <a:pt x="4418" y="1698"/>
                </a:lnTo>
                <a:lnTo>
                  <a:pt x="4417" y="1698"/>
                </a:lnTo>
                <a:lnTo>
                  <a:pt x="4417" y="1699"/>
                </a:lnTo>
                <a:lnTo>
                  <a:pt x="4417" y="1701"/>
                </a:lnTo>
                <a:lnTo>
                  <a:pt x="4417" y="1702"/>
                </a:lnTo>
                <a:lnTo>
                  <a:pt x="4418" y="1703"/>
                </a:lnTo>
                <a:lnTo>
                  <a:pt x="4417" y="1703"/>
                </a:lnTo>
                <a:lnTo>
                  <a:pt x="4417" y="1704"/>
                </a:lnTo>
                <a:lnTo>
                  <a:pt x="4416" y="1705"/>
                </a:lnTo>
                <a:lnTo>
                  <a:pt x="4415" y="1705"/>
                </a:lnTo>
                <a:lnTo>
                  <a:pt x="4414" y="1705"/>
                </a:lnTo>
                <a:lnTo>
                  <a:pt x="4414" y="1704"/>
                </a:lnTo>
                <a:lnTo>
                  <a:pt x="4415" y="1704"/>
                </a:lnTo>
                <a:lnTo>
                  <a:pt x="4415" y="1703"/>
                </a:lnTo>
                <a:lnTo>
                  <a:pt x="4416" y="1702"/>
                </a:lnTo>
                <a:lnTo>
                  <a:pt x="4415" y="1702"/>
                </a:lnTo>
                <a:lnTo>
                  <a:pt x="4415" y="1701"/>
                </a:lnTo>
                <a:lnTo>
                  <a:pt x="4414" y="1701"/>
                </a:lnTo>
                <a:lnTo>
                  <a:pt x="4413" y="1701"/>
                </a:lnTo>
                <a:lnTo>
                  <a:pt x="4413" y="1702"/>
                </a:lnTo>
                <a:lnTo>
                  <a:pt x="4412" y="1702"/>
                </a:lnTo>
                <a:lnTo>
                  <a:pt x="4411" y="1702"/>
                </a:lnTo>
                <a:lnTo>
                  <a:pt x="4410" y="1702"/>
                </a:lnTo>
                <a:lnTo>
                  <a:pt x="4409" y="1702"/>
                </a:lnTo>
                <a:lnTo>
                  <a:pt x="4408" y="1702"/>
                </a:lnTo>
                <a:lnTo>
                  <a:pt x="4408" y="1703"/>
                </a:lnTo>
                <a:lnTo>
                  <a:pt x="4407" y="1703"/>
                </a:lnTo>
                <a:lnTo>
                  <a:pt x="4407" y="1704"/>
                </a:lnTo>
                <a:lnTo>
                  <a:pt x="4407" y="1705"/>
                </a:lnTo>
                <a:lnTo>
                  <a:pt x="4408" y="1705"/>
                </a:lnTo>
                <a:lnTo>
                  <a:pt x="4408" y="1706"/>
                </a:lnTo>
                <a:lnTo>
                  <a:pt x="4409" y="1706"/>
                </a:lnTo>
                <a:lnTo>
                  <a:pt x="4409" y="1705"/>
                </a:lnTo>
                <a:lnTo>
                  <a:pt x="4410" y="1705"/>
                </a:lnTo>
                <a:lnTo>
                  <a:pt x="4410" y="1706"/>
                </a:lnTo>
                <a:lnTo>
                  <a:pt x="4410" y="1707"/>
                </a:lnTo>
                <a:lnTo>
                  <a:pt x="4409" y="1707"/>
                </a:lnTo>
                <a:lnTo>
                  <a:pt x="4408" y="1708"/>
                </a:lnTo>
                <a:lnTo>
                  <a:pt x="4407" y="1708"/>
                </a:lnTo>
                <a:lnTo>
                  <a:pt x="4406" y="1708"/>
                </a:lnTo>
                <a:lnTo>
                  <a:pt x="4405" y="1708"/>
                </a:lnTo>
                <a:lnTo>
                  <a:pt x="4404" y="1708"/>
                </a:lnTo>
                <a:lnTo>
                  <a:pt x="4403" y="1709"/>
                </a:lnTo>
                <a:lnTo>
                  <a:pt x="4404" y="1710"/>
                </a:lnTo>
                <a:lnTo>
                  <a:pt x="4403" y="1710"/>
                </a:lnTo>
                <a:lnTo>
                  <a:pt x="4402" y="1711"/>
                </a:lnTo>
                <a:lnTo>
                  <a:pt x="4401" y="1711"/>
                </a:lnTo>
                <a:lnTo>
                  <a:pt x="4401" y="1712"/>
                </a:lnTo>
                <a:lnTo>
                  <a:pt x="4400" y="1711"/>
                </a:lnTo>
                <a:lnTo>
                  <a:pt x="4399" y="1711"/>
                </a:lnTo>
                <a:lnTo>
                  <a:pt x="4398" y="1711"/>
                </a:lnTo>
                <a:lnTo>
                  <a:pt x="4397" y="1711"/>
                </a:lnTo>
                <a:lnTo>
                  <a:pt x="4396" y="1711"/>
                </a:lnTo>
                <a:lnTo>
                  <a:pt x="4395" y="1711"/>
                </a:lnTo>
                <a:lnTo>
                  <a:pt x="4395" y="1710"/>
                </a:lnTo>
                <a:lnTo>
                  <a:pt x="4394" y="1710"/>
                </a:lnTo>
                <a:lnTo>
                  <a:pt x="4393" y="1711"/>
                </a:lnTo>
                <a:lnTo>
                  <a:pt x="4392" y="1710"/>
                </a:lnTo>
                <a:lnTo>
                  <a:pt x="4391" y="1710"/>
                </a:lnTo>
                <a:lnTo>
                  <a:pt x="4390" y="1710"/>
                </a:lnTo>
                <a:lnTo>
                  <a:pt x="4390" y="1709"/>
                </a:lnTo>
                <a:lnTo>
                  <a:pt x="4389" y="1709"/>
                </a:lnTo>
                <a:lnTo>
                  <a:pt x="4389" y="1710"/>
                </a:lnTo>
                <a:lnTo>
                  <a:pt x="4388" y="1710"/>
                </a:lnTo>
                <a:lnTo>
                  <a:pt x="4387" y="1710"/>
                </a:lnTo>
                <a:lnTo>
                  <a:pt x="4386" y="1710"/>
                </a:lnTo>
                <a:lnTo>
                  <a:pt x="4387" y="1709"/>
                </a:lnTo>
                <a:lnTo>
                  <a:pt x="4387" y="1708"/>
                </a:lnTo>
                <a:lnTo>
                  <a:pt x="4387" y="1707"/>
                </a:lnTo>
                <a:lnTo>
                  <a:pt x="4386" y="1707"/>
                </a:lnTo>
                <a:lnTo>
                  <a:pt x="4386" y="1706"/>
                </a:lnTo>
                <a:lnTo>
                  <a:pt x="4387" y="1705"/>
                </a:lnTo>
                <a:lnTo>
                  <a:pt x="4387" y="1704"/>
                </a:lnTo>
                <a:lnTo>
                  <a:pt x="4388" y="1704"/>
                </a:lnTo>
                <a:lnTo>
                  <a:pt x="4389" y="1704"/>
                </a:lnTo>
                <a:lnTo>
                  <a:pt x="4390" y="1704"/>
                </a:lnTo>
                <a:lnTo>
                  <a:pt x="4391" y="1704"/>
                </a:lnTo>
                <a:lnTo>
                  <a:pt x="4392" y="1704"/>
                </a:lnTo>
                <a:lnTo>
                  <a:pt x="4393" y="1704"/>
                </a:lnTo>
                <a:lnTo>
                  <a:pt x="4392" y="1704"/>
                </a:lnTo>
                <a:lnTo>
                  <a:pt x="4391" y="1704"/>
                </a:lnTo>
                <a:lnTo>
                  <a:pt x="4390" y="1704"/>
                </a:lnTo>
                <a:lnTo>
                  <a:pt x="4389" y="1704"/>
                </a:lnTo>
                <a:lnTo>
                  <a:pt x="4388" y="1704"/>
                </a:lnTo>
                <a:lnTo>
                  <a:pt x="4388" y="1703"/>
                </a:lnTo>
                <a:lnTo>
                  <a:pt x="4387" y="1703"/>
                </a:lnTo>
                <a:lnTo>
                  <a:pt x="4386" y="1704"/>
                </a:lnTo>
                <a:lnTo>
                  <a:pt x="4385" y="1703"/>
                </a:lnTo>
                <a:lnTo>
                  <a:pt x="4384" y="1703"/>
                </a:lnTo>
                <a:lnTo>
                  <a:pt x="4384" y="1702"/>
                </a:lnTo>
                <a:lnTo>
                  <a:pt x="4384" y="1701"/>
                </a:lnTo>
                <a:lnTo>
                  <a:pt x="4385" y="1701"/>
                </a:lnTo>
                <a:lnTo>
                  <a:pt x="4384" y="1701"/>
                </a:lnTo>
                <a:lnTo>
                  <a:pt x="4383" y="1701"/>
                </a:lnTo>
                <a:lnTo>
                  <a:pt x="4383" y="1700"/>
                </a:lnTo>
                <a:lnTo>
                  <a:pt x="4383" y="1699"/>
                </a:lnTo>
                <a:lnTo>
                  <a:pt x="4384" y="1699"/>
                </a:lnTo>
                <a:lnTo>
                  <a:pt x="4385" y="1698"/>
                </a:lnTo>
                <a:lnTo>
                  <a:pt x="4385" y="1697"/>
                </a:lnTo>
                <a:lnTo>
                  <a:pt x="4385" y="1696"/>
                </a:lnTo>
                <a:lnTo>
                  <a:pt x="4386" y="1696"/>
                </a:lnTo>
                <a:lnTo>
                  <a:pt x="4386" y="1695"/>
                </a:lnTo>
                <a:lnTo>
                  <a:pt x="4386" y="1694"/>
                </a:lnTo>
                <a:lnTo>
                  <a:pt x="4387" y="1694"/>
                </a:lnTo>
                <a:lnTo>
                  <a:pt x="4388" y="1694"/>
                </a:lnTo>
                <a:lnTo>
                  <a:pt x="4388" y="1693"/>
                </a:lnTo>
                <a:lnTo>
                  <a:pt x="4388" y="1692"/>
                </a:lnTo>
                <a:lnTo>
                  <a:pt x="4389" y="1692"/>
                </a:lnTo>
                <a:lnTo>
                  <a:pt x="4389" y="1691"/>
                </a:lnTo>
                <a:lnTo>
                  <a:pt x="4390" y="1691"/>
                </a:lnTo>
                <a:lnTo>
                  <a:pt x="4389" y="1691"/>
                </a:lnTo>
                <a:lnTo>
                  <a:pt x="4388" y="1692"/>
                </a:lnTo>
                <a:lnTo>
                  <a:pt x="4388" y="1691"/>
                </a:lnTo>
                <a:lnTo>
                  <a:pt x="4388" y="1690"/>
                </a:lnTo>
                <a:lnTo>
                  <a:pt x="4387" y="1689"/>
                </a:lnTo>
                <a:lnTo>
                  <a:pt x="4387" y="1690"/>
                </a:lnTo>
                <a:lnTo>
                  <a:pt x="4388" y="1690"/>
                </a:lnTo>
                <a:lnTo>
                  <a:pt x="4388" y="1691"/>
                </a:lnTo>
                <a:lnTo>
                  <a:pt x="4388" y="1692"/>
                </a:lnTo>
                <a:lnTo>
                  <a:pt x="4387" y="1692"/>
                </a:lnTo>
                <a:lnTo>
                  <a:pt x="4387" y="1693"/>
                </a:lnTo>
                <a:lnTo>
                  <a:pt x="4386" y="1693"/>
                </a:lnTo>
                <a:lnTo>
                  <a:pt x="4385" y="1693"/>
                </a:lnTo>
                <a:lnTo>
                  <a:pt x="4384" y="1693"/>
                </a:lnTo>
                <a:lnTo>
                  <a:pt x="4384" y="1694"/>
                </a:lnTo>
                <a:lnTo>
                  <a:pt x="4384" y="1695"/>
                </a:lnTo>
                <a:lnTo>
                  <a:pt x="4384" y="1696"/>
                </a:lnTo>
                <a:lnTo>
                  <a:pt x="4383" y="1696"/>
                </a:lnTo>
                <a:lnTo>
                  <a:pt x="4383" y="1698"/>
                </a:lnTo>
                <a:lnTo>
                  <a:pt x="4383" y="1699"/>
                </a:lnTo>
                <a:lnTo>
                  <a:pt x="4383" y="1700"/>
                </a:lnTo>
                <a:lnTo>
                  <a:pt x="4382" y="1700"/>
                </a:lnTo>
                <a:lnTo>
                  <a:pt x="4382" y="1699"/>
                </a:lnTo>
                <a:lnTo>
                  <a:pt x="4381" y="1699"/>
                </a:lnTo>
                <a:lnTo>
                  <a:pt x="4380" y="1699"/>
                </a:lnTo>
                <a:lnTo>
                  <a:pt x="4379" y="1699"/>
                </a:lnTo>
                <a:lnTo>
                  <a:pt x="4379" y="1700"/>
                </a:lnTo>
                <a:lnTo>
                  <a:pt x="4378" y="1701"/>
                </a:lnTo>
                <a:lnTo>
                  <a:pt x="4378" y="1702"/>
                </a:lnTo>
                <a:lnTo>
                  <a:pt x="4377" y="1703"/>
                </a:lnTo>
                <a:lnTo>
                  <a:pt x="4376" y="1703"/>
                </a:lnTo>
                <a:lnTo>
                  <a:pt x="4375" y="1703"/>
                </a:lnTo>
                <a:lnTo>
                  <a:pt x="4374" y="1704"/>
                </a:lnTo>
                <a:lnTo>
                  <a:pt x="4373" y="1704"/>
                </a:lnTo>
                <a:lnTo>
                  <a:pt x="4372" y="1704"/>
                </a:lnTo>
                <a:lnTo>
                  <a:pt x="4372" y="1703"/>
                </a:lnTo>
                <a:lnTo>
                  <a:pt x="4373" y="1703"/>
                </a:lnTo>
                <a:lnTo>
                  <a:pt x="4373" y="1702"/>
                </a:lnTo>
                <a:lnTo>
                  <a:pt x="4373" y="1701"/>
                </a:lnTo>
                <a:lnTo>
                  <a:pt x="4372" y="1700"/>
                </a:lnTo>
                <a:lnTo>
                  <a:pt x="4371" y="1699"/>
                </a:lnTo>
                <a:lnTo>
                  <a:pt x="4372" y="1699"/>
                </a:lnTo>
                <a:lnTo>
                  <a:pt x="4371" y="1698"/>
                </a:lnTo>
                <a:lnTo>
                  <a:pt x="4370" y="1698"/>
                </a:lnTo>
                <a:lnTo>
                  <a:pt x="4370" y="1697"/>
                </a:lnTo>
                <a:lnTo>
                  <a:pt x="4370" y="1696"/>
                </a:lnTo>
                <a:lnTo>
                  <a:pt x="4370" y="1695"/>
                </a:lnTo>
                <a:lnTo>
                  <a:pt x="4370" y="1696"/>
                </a:lnTo>
                <a:lnTo>
                  <a:pt x="4369" y="1697"/>
                </a:lnTo>
                <a:lnTo>
                  <a:pt x="4370" y="1697"/>
                </a:lnTo>
                <a:lnTo>
                  <a:pt x="4370" y="1698"/>
                </a:lnTo>
                <a:lnTo>
                  <a:pt x="4368" y="1698"/>
                </a:lnTo>
                <a:lnTo>
                  <a:pt x="4367" y="1698"/>
                </a:lnTo>
                <a:lnTo>
                  <a:pt x="4367" y="1697"/>
                </a:lnTo>
                <a:lnTo>
                  <a:pt x="4366" y="1697"/>
                </a:lnTo>
                <a:lnTo>
                  <a:pt x="4365" y="1697"/>
                </a:lnTo>
                <a:lnTo>
                  <a:pt x="4365" y="1696"/>
                </a:lnTo>
                <a:lnTo>
                  <a:pt x="4365" y="1697"/>
                </a:lnTo>
                <a:lnTo>
                  <a:pt x="4366" y="1697"/>
                </a:lnTo>
                <a:lnTo>
                  <a:pt x="4367" y="1697"/>
                </a:lnTo>
                <a:lnTo>
                  <a:pt x="4367" y="1698"/>
                </a:lnTo>
                <a:lnTo>
                  <a:pt x="4366" y="1698"/>
                </a:lnTo>
                <a:lnTo>
                  <a:pt x="4367" y="1698"/>
                </a:lnTo>
                <a:lnTo>
                  <a:pt x="4367" y="1699"/>
                </a:lnTo>
                <a:lnTo>
                  <a:pt x="4367" y="1700"/>
                </a:lnTo>
                <a:lnTo>
                  <a:pt x="4366" y="1700"/>
                </a:lnTo>
                <a:lnTo>
                  <a:pt x="4363" y="1701"/>
                </a:lnTo>
                <a:lnTo>
                  <a:pt x="4362" y="1701"/>
                </a:lnTo>
                <a:lnTo>
                  <a:pt x="4361" y="1702"/>
                </a:lnTo>
                <a:lnTo>
                  <a:pt x="4360" y="1702"/>
                </a:lnTo>
                <a:lnTo>
                  <a:pt x="4359" y="1702"/>
                </a:lnTo>
                <a:lnTo>
                  <a:pt x="4358" y="1703"/>
                </a:lnTo>
                <a:lnTo>
                  <a:pt x="4357" y="1703"/>
                </a:lnTo>
                <a:lnTo>
                  <a:pt x="4356" y="1704"/>
                </a:lnTo>
                <a:lnTo>
                  <a:pt x="4355" y="1704"/>
                </a:lnTo>
                <a:lnTo>
                  <a:pt x="4354" y="1704"/>
                </a:lnTo>
                <a:lnTo>
                  <a:pt x="4353" y="1705"/>
                </a:lnTo>
                <a:lnTo>
                  <a:pt x="4352" y="1705"/>
                </a:lnTo>
                <a:lnTo>
                  <a:pt x="4351" y="1705"/>
                </a:lnTo>
                <a:lnTo>
                  <a:pt x="4350" y="1706"/>
                </a:lnTo>
                <a:lnTo>
                  <a:pt x="4349" y="1706"/>
                </a:lnTo>
                <a:lnTo>
                  <a:pt x="4348" y="1707"/>
                </a:lnTo>
                <a:lnTo>
                  <a:pt x="4348" y="1708"/>
                </a:lnTo>
                <a:lnTo>
                  <a:pt x="4347" y="1708"/>
                </a:lnTo>
                <a:lnTo>
                  <a:pt x="4347" y="1709"/>
                </a:lnTo>
                <a:lnTo>
                  <a:pt x="4348" y="1709"/>
                </a:lnTo>
                <a:lnTo>
                  <a:pt x="4348" y="1710"/>
                </a:lnTo>
                <a:lnTo>
                  <a:pt x="4347" y="1710"/>
                </a:lnTo>
                <a:lnTo>
                  <a:pt x="4346" y="1711"/>
                </a:lnTo>
                <a:lnTo>
                  <a:pt x="4345" y="1712"/>
                </a:lnTo>
                <a:lnTo>
                  <a:pt x="4344" y="1712"/>
                </a:lnTo>
                <a:lnTo>
                  <a:pt x="4343" y="1712"/>
                </a:lnTo>
                <a:lnTo>
                  <a:pt x="4341" y="1712"/>
                </a:lnTo>
                <a:lnTo>
                  <a:pt x="4340" y="1712"/>
                </a:lnTo>
                <a:lnTo>
                  <a:pt x="4339" y="1713"/>
                </a:lnTo>
                <a:lnTo>
                  <a:pt x="4337" y="1714"/>
                </a:lnTo>
                <a:lnTo>
                  <a:pt x="4336" y="1714"/>
                </a:lnTo>
                <a:lnTo>
                  <a:pt x="4336" y="1713"/>
                </a:lnTo>
                <a:lnTo>
                  <a:pt x="4337" y="1713"/>
                </a:lnTo>
                <a:lnTo>
                  <a:pt x="4338" y="1712"/>
                </a:lnTo>
                <a:lnTo>
                  <a:pt x="4339" y="1712"/>
                </a:lnTo>
                <a:lnTo>
                  <a:pt x="4338" y="1712"/>
                </a:lnTo>
                <a:lnTo>
                  <a:pt x="4337" y="1712"/>
                </a:lnTo>
                <a:lnTo>
                  <a:pt x="4336" y="1712"/>
                </a:lnTo>
                <a:lnTo>
                  <a:pt x="4336" y="1713"/>
                </a:lnTo>
                <a:lnTo>
                  <a:pt x="4336" y="1714"/>
                </a:lnTo>
                <a:lnTo>
                  <a:pt x="4336" y="1715"/>
                </a:lnTo>
                <a:lnTo>
                  <a:pt x="4336" y="1716"/>
                </a:lnTo>
                <a:lnTo>
                  <a:pt x="4336" y="1717"/>
                </a:lnTo>
                <a:lnTo>
                  <a:pt x="4336" y="1718"/>
                </a:lnTo>
                <a:lnTo>
                  <a:pt x="4336" y="1719"/>
                </a:lnTo>
                <a:lnTo>
                  <a:pt x="4337" y="1719"/>
                </a:lnTo>
                <a:lnTo>
                  <a:pt x="4337" y="1720"/>
                </a:lnTo>
                <a:lnTo>
                  <a:pt x="4337" y="1721"/>
                </a:lnTo>
                <a:lnTo>
                  <a:pt x="4338" y="1721"/>
                </a:lnTo>
                <a:lnTo>
                  <a:pt x="4337" y="1721"/>
                </a:lnTo>
                <a:lnTo>
                  <a:pt x="4336" y="1721"/>
                </a:lnTo>
                <a:lnTo>
                  <a:pt x="4335" y="1721"/>
                </a:lnTo>
                <a:lnTo>
                  <a:pt x="4334" y="1721"/>
                </a:lnTo>
                <a:lnTo>
                  <a:pt x="4334" y="1720"/>
                </a:lnTo>
                <a:lnTo>
                  <a:pt x="4334" y="1719"/>
                </a:lnTo>
                <a:lnTo>
                  <a:pt x="4334" y="1718"/>
                </a:lnTo>
                <a:lnTo>
                  <a:pt x="4333" y="1718"/>
                </a:lnTo>
                <a:lnTo>
                  <a:pt x="4332" y="1719"/>
                </a:lnTo>
                <a:lnTo>
                  <a:pt x="4332" y="1718"/>
                </a:lnTo>
                <a:lnTo>
                  <a:pt x="4331" y="1718"/>
                </a:lnTo>
                <a:lnTo>
                  <a:pt x="4330" y="1718"/>
                </a:lnTo>
                <a:lnTo>
                  <a:pt x="4329" y="1718"/>
                </a:lnTo>
                <a:lnTo>
                  <a:pt x="4329" y="1719"/>
                </a:lnTo>
                <a:lnTo>
                  <a:pt x="4330" y="1719"/>
                </a:lnTo>
                <a:lnTo>
                  <a:pt x="4331" y="1720"/>
                </a:lnTo>
                <a:lnTo>
                  <a:pt x="4331" y="1721"/>
                </a:lnTo>
                <a:lnTo>
                  <a:pt x="4331" y="1722"/>
                </a:lnTo>
                <a:lnTo>
                  <a:pt x="4330" y="1722"/>
                </a:lnTo>
                <a:lnTo>
                  <a:pt x="4329" y="1722"/>
                </a:lnTo>
                <a:lnTo>
                  <a:pt x="4329" y="1721"/>
                </a:lnTo>
                <a:lnTo>
                  <a:pt x="4329" y="1720"/>
                </a:lnTo>
                <a:lnTo>
                  <a:pt x="4328" y="1720"/>
                </a:lnTo>
                <a:lnTo>
                  <a:pt x="4327" y="1720"/>
                </a:lnTo>
                <a:lnTo>
                  <a:pt x="4327" y="1719"/>
                </a:lnTo>
                <a:lnTo>
                  <a:pt x="4326" y="1719"/>
                </a:lnTo>
                <a:lnTo>
                  <a:pt x="4325" y="1719"/>
                </a:lnTo>
                <a:lnTo>
                  <a:pt x="4325" y="1718"/>
                </a:lnTo>
                <a:lnTo>
                  <a:pt x="4324" y="1718"/>
                </a:lnTo>
                <a:lnTo>
                  <a:pt x="4323" y="1717"/>
                </a:lnTo>
                <a:lnTo>
                  <a:pt x="4324" y="1716"/>
                </a:lnTo>
                <a:lnTo>
                  <a:pt x="4325" y="1716"/>
                </a:lnTo>
                <a:lnTo>
                  <a:pt x="4326" y="1716"/>
                </a:lnTo>
                <a:lnTo>
                  <a:pt x="4326" y="1715"/>
                </a:lnTo>
                <a:lnTo>
                  <a:pt x="4327" y="1715"/>
                </a:lnTo>
                <a:lnTo>
                  <a:pt x="4328" y="1714"/>
                </a:lnTo>
                <a:lnTo>
                  <a:pt x="4328" y="1715"/>
                </a:lnTo>
                <a:lnTo>
                  <a:pt x="4329" y="1715"/>
                </a:lnTo>
                <a:lnTo>
                  <a:pt x="4330" y="1714"/>
                </a:lnTo>
                <a:lnTo>
                  <a:pt x="4329" y="1714"/>
                </a:lnTo>
                <a:lnTo>
                  <a:pt x="4330" y="1713"/>
                </a:lnTo>
                <a:lnTo>
                  <a:pt x="4331" y="1713"/>
                </a:lnTo>
                <a:lnTo>
                  <a:pt x="4332" y="1712"/>
                </a:lnTo>
                <a:lnTo>
                  <a:pt x="4332" y="1711"/>
                </a:lnTo>
                <a:lnTo>
                  <a:pt x="4333" y="1710"/>
                </a:lnTo>
                <a:lnTo>
                  <a:pt x="4334" y="1710"/>
                </a:lnTo>
                <a:lnTo>
                  <a:pt x="4335" y="1710"/>
                </a:lnTo>
                <a:lnTo>
                  <a:pt x="4334" y="1710"/>
                </a:lnTo>
                <a:lnTo>
                  <a:pt x="4334" y="1709"/>
                </a:lnTo>
                <a:lnTo>
                  <a:pt x="4333" y="1710"/>
                </a:lnTo>
                <a:lnTo>
                  <a:pt x="4332" y="1710"/>
                </a:lnTo>
                <a:lnTo>
                  <a:pt x="4331" y="1710"/>
                </a:lnTo>
                <a:lnTo>
                  <a:pt x="4330" y="1711"/>
                </a:lnTo>
                <a:lnTo>
                  <a:pt x="4329" y="1712"/>
                </a:lnTo>
                <a:lnTo>
                  <a:pt x="4328" y="1712"/>
                </a:lnTo>
                <a:lnTo>
                  <a:pt x="4327" y="1712"/>
                </a:lnTo>
                <a:lnTo>
                  <a:pt x="4327" y="1713"/>
                </a:lnTo>
                <a:lnTo>
                  <a:pt x="4326" y="1714"/>
                </a:lnTo>
                <a:lnTo>
                  <a:pt x="4325" y="1714"/>
                </a:lnTo>
                <a:lnTo>
                  <a:pt x="4325" y="1715"/>
                </a:lnTo>
                <a:lnTo>
                  <a:pt x="4324" y="1715"/>
                </a:lnTo>
                <a:lnTo>
                  <a:pt x="4324" y="1714"/>
                </a:lnTo>
                <a:lnTo>
                  <a:pt x="4324" y="1713"/>
                </a:lnTo>
                <a:lnTo>
                  <a:pt x="4323" y="1713"/>
                </a:lnTo>
                <a:lnTo>
                  <a:pt x="4323" y="1712"/>
                </a:lnTo>
                <a:lnTo>
                  <a:pt x="4322" y="1712"/>
                </a:lnTo>
                <a:lnTo>
                  <a:pt x="4322" y="1713"/>
                </a:lnTo>
                <a:lnTo>
                  <a:pt x="4323" y="1714"/>
                </a:lnTo>
                <a:lnTo>
                  <a:pt x="4322" y="1715"/>
                </a:lnTo>
                <a:lnTo>
                  <a:pt x="4322" y="1716"/>
                </a:lnTo>
                <a:lnTo>
                  <a:pt x="4322" y="1717"/>
                </a:lnTo>
                <a:lnTo>
                  <a:pt x="4322" y="1718"/>
                </a:lnTo>
                <a:lnTo>
                  <a:pt x="4321" y="1718"/>
                </a:lnTo>
                <a:lnTo>
                  <a:pt x="4321" y="1719"/>
                </a:lnTo>
                <a:lnTo>
                  <a:pt x="4320" y="1719"/>
                </a:lnTo>
                <a:lnTo>
                  <a:pt x="4319" y="1719"/>
                </a:lnTo>
                <a:lnTo>
                  <a:pt x="4318" y="1720"/>
                </a:lnTo>
                <a:lnTo>
                  <a:pt x="4318" y="1719"/>
                </a:lnTo>
                <a:lnTo>
                  <a:pt x="4317" y="1719"/>
                </a:lnTo>
                <a:lnTo>
                  <a:pt x="4316" y="1719"/>
                </a:lnTo>
                <a:lnTo>
                  <a:pt x="4315" y="1720"/>
                </a:lnTo>
                <a:lnTo>
                  <a:pt x="4314" y="1721"/>
                </a:lnTo>
                <a:lnTo>
                  <a:pt x="4314" y="1722"/>
                </a:lnTo>
                <a:lnTo>
                  <a:pt x="4314" y="1723"/>
                </a:lnTo>
                <a:lnTo>
                  <a:pt x="4315" y="1723"/>
                </a:lnTo>
                <a:lnTo>
                  <a:pt x="4315" y="1724"/>
                </a:lnTo>
                <a:lnTo>
                  <a:pt x="4316" y="1724"/>
                </a:lnTo>
                <a:lnTo>
                  <a:pt x="4315" y="1724"/>
                </a:lnTo>
                <a:lnTo>
                  <a:pt x="4315" y="1725"/>
                </a:lnTo>
                <a:lnTo>
                  <a:pt x="4314" y="1725"/>
                </a:lnTo>
                <a:lnTo>
                  <a:pt x="4313" y="1725"/>
                </a:lnTo>
                <a:lnTo>
                  <a:pt x="4313" y="1724"/>
                </a:lnTo>
                <a:lnTo>
                  <a:pt x="4312" y="1723"/>
                </a:lnTo>
                <a:lnTo>
                  <a:pt x="4311" y="1723"/>
                </a:lnTo>
                <a:lnTo>
                  <a:pt x="4310" y="1723"/>
                </a:lnTo>
                <a:lnTo>
                  <a:pt x="4309" y="1723"/>
                </a:lnTo>
                <a:lnTo>
                  <a:pt x="4308" y="1724"/>
                </a:lnTo>
                <a:lnTo>
                  <a:pt x="4307" y="1724"/>
                </a:lnTo>
                <a:lnTo>
                  <a:pt x="4306" y="1724"/>
                </a:lnTo>
                <a:lnTo>
                  <a:pt x="4305" y="1724"/>
                </a:lnTo>
                <a:lnTo>
                  <a:pt x="4304" y="1724"/>
                </a:lnTo>
                <a:lnTo>
                  <a:pt x="4303" y="1725"/>
                </a:lnTo>
                <a:lnTo>
                  <a:pt x="4302" y="1726"/>
                </a:lnTo>
                <a:lnTo>
                  <a:pt x="4302" y="1728"/>
                </a:lnTo>
                <a:lnTo>
                  <a:pt x="4301" y="1728"/>
                </a:lnTo>
                <a:lnTo>
                  <a:pt x="4301" y="1727"/>
                </a:lnTo>
                <a:lnTo>
                  <a:pt x="4301" y="1726"/>
                </a:lnTo>
                <a:lnTo>
                  <a:pt x="4300" y="1726"/>
                </a:lnTo>
                <a:lnTo>
                  <a:pt x="4299" y="1726"/>
                </a:lnTo>
                <a:lnTo>
                  <a:pt x="4298" y="1726"/>
                </a:lnTo>
                <a:lnTo>
                  <a:pt x="4297" y="1726"/>
                </a:lnTo>
                <a:lnTo>
                  <a:pt x="4297" y="1727"/>
                </a:lnTo>
                <a:lnTo>
                  <a:pt x="4296" y="1727"/>
                </a:lnTo>
                <a:lnTo>
                  <a:pt x="4295" y="1728"/>
                </a:lnTo>
                <a:lnTo>
                  <a:pt x="4294" y="1728"/>
                </a:lnTo>
                <a:lnTo>
                  <a:pt x="4293" y="1728"/>
                </a:lnTo>
                <a:lnTo>
                  <a:pt x="4293" y="1729"/>
                </a:lnTo>
                <a:lnTo>
                  <a:pt x="4291" y="1730"/>
                </a:lnTo>
                <a:lnTo>
                  <a:pt x="4290" y="1731"/>
                </a:lnTo>
                <a:lnTo>
                  <a:pt x="4289" y="1732"/>
                </a:lnTo>
                <a:lnTo>
                  <a:pt x="4288" y="1732"/>
                </a:lnTo>
                <a:lnTo>
                  <a:pt x="4288" y="1733"/>
                </a:lnTo>
                <a:lnTo>
                  <a:pt x="4287" y="1733"/>
                </a:lnTo>
                <a:lnTo>
                  <a:pt x="4286" y="1733"/>
                </a:lnTo>
                <a:lnTo>
                  <a:pt x="4285" y="1734"/>
                </a:lnTo>
                <a:lnTo>
                  <a:pt x="4284" y="1734"/>
                </a:lnTo>
                <a:lnTo>
                  <a:pt x="4284" y="1733"/>
                </a:lnTo>
                <a:lnTo>
                  <a:pt x="4285" y="1733"/>
                </a:lnTo>
                <a:lnTo>
                  <a:pt x="4285" y="1732"/>
                </a:lnTo>
                <a:lnTo>
                  <a:pt x="4284" y="1732"/>
                </a:lnTo>
                <a:lnTo>
                  <a:pt x="4284" y="1733"/>
                </a:lnTo>
                <a:lnTo>
                  <a:pt x="4284" y="1734"/>
                </a:lnTo>
                <a:lnTo>
                  <a:pt x="4283" y="1735"/>
                </a:lnTo>
                <a:lnTo>
                  <a:pt x="4283" y="1736"/>
                </a:lnTo>
                <a:lnTo>
                  <a:pt x="4284" y="1736"/>
                </a:lnTo>
                <a:lnTo>
                  <a:pt x="4283" y="1736"/>
                </a:lnTo>
                <a:lnTo>
                  <a:pt x="4282" y="1736"/>
                </a:lnTo>
                <a:lnTo>
                  <a:pt x="4282" y="1737"/>
                </a:lnTo>
                <a:lnTo>
                  <a:pt x="4281" y="1737"/>
                </a:lnTo>
                <a:lnTo>
                  <a:pt x="4280" y="1737"/>
                </a:lnTo>
                <a:lnTo>
                  <a:pt x="4279" y="1737"/>
                </a:lnTo>
                <a:lnTo>
                  <a:pt x="4279" y="1738"/>
                </a:lnTo>
                <a:lnTo>
                  <a:pt x="4278" y="1738"/>
                </a:lnTo>
                <a:lnTo>
                  <a:pt x="4277" y="1738"/>
                </a:lnTo>
                <a:lnTo>
                  <a:pt x="4277" y="1737"/>
                </a:lnTo>
                <a:lnTo>
                  <a:pt x="4276" y="1737"/>
                </a:lnTo>
                <a:lnTo>
                  <a:pt x="4276" y="1738"/>
                </a:lnTo>
                <a:lnTo>
                  <a:pt x="4275" y="1737"/>
                </a:lnTo>
                <a:lnTo>
                  <a:pt x="4274" y="1737"/>
                </a:lnTo>
                <a:lnTo>
                  <a:pt x="4274" y="1736"/>
                </a:lnTo>
                <a:lnTo>
                  <a:pt x="4273" y="1736"/>
                </a:lnTo>
                <a:lnTo>
                  <a:pt x="4273" y="1735"/>
                </a:lnTo>
                <a:lnTo>
                  <a:pt x="4274" y="1733"/>
                </a:lnTo>
                <a:lnTo>
                  <a:pt x="4275" y="1732"/>
                </a:lnTo>
                <a:lnTo>
                  <a:pt x="4274" y="1732"/>
                </a:lnTo>
                <a:lnTo>
                  <a:pt x="4273" y="1733"/>
                </a:lnTo>
                <a:lnTo>
                  <a:pt x="4273" y="1734"/>
                </a:lnTo>
                <a:lnTo>
                  <a:pt x="4272" y="1733"/>
                </a:lnTo>
                <a:lnTo>
                  <a:pt x="4271" y="1733"/>
                </a:lnTo>
                <a:lnTo>
                  <a:pt x="4271" y="1731"/>
                </a:lnTo>
                <a:lnTo>
                  <a:pt x="4271" y="1730"/>
                </a:lnTo>
                <a:lnTo>
                  <a:pt x="4270" y="1729"/>
                </a:lnTo>
                <a:lnTo>
                  <a:pt x="4270" y="1730"/>
                </a:lnTo>
                <a:lnTo>
                  <a:pt x="4270" y="1732"/>
                </a:lnTo>
                <a:lnTo>
                  <a:pt x="4270" y="1733"/>
                </a:lnTo>
                <a:lnTo>
                  <a:pt x="4269" y="1733"/>
                </a:lnTo>
                <a:lnTo>
                  <a:pt x="4269" y="1731"/>
                </a:lnTo>
                <a:lnTo>
                  <a:pt x="4268" y="1730"/>
                </a:lnTo>
                <a:lnTo>
                  <a:pt x="4267" y="1730"/>
                </a:lnTo>
                <a:lnTo>
                  <a:pt x="4268" y="1732"/>
                </a:lnTo>
                <a:lnTo>
                  <a:pt x="4268" y="1733"/>
                </a:lnTo>
                <a:lnTo>
                  <a:pt x="4267" y="1733"/>
                </a:lnTo>
                <a:lnTo>
                  <a:pt x="4266" y="1733"/>
                </a:lnTo>
                <a:lnTo>
                  <a:pt x="4266" y="1734"/>
                </a:lnTo>
                <a:lnTo>
                  <a:pt x="4265" y="1734"/>
                </a:lnTo>
                <a:lnTo>
                  <a:pt x="4264" y="1734"/>
                </a:lnTo>
                <a:lnTo>
                  <a:pt x="4263" y="1735"/>
                </a:lnTo>
                <a:lnTo>
                  <a:pt x="4262" y="1735"/>
                </a:lnTo>
                <a:lnTo>
                  <a:pt x="4262" y="1734"/>
                </a:lnTo>
                <a:lnTo>
                  <a:pt x="4261" y="1734"/>
                </a:lnTo>
                <a:lnTo>
                  <a:pt x="4261" y="1733"/>
                </a:lnTo>
                <a:lnTo>
                  <a:pt x="4260" y="1732"/>
                </a:lnTo>
                <a:lnTo>
                  <a:pt x="4260" y="1733"/>
                </a:lnTo>
                <a:lnTo>
                  <a:pt x="4261" y="1733"/>
                </a:lnTo>
                <a:lnTo>
                  <a:pt x="4261" y="1734"/>
                </a:lnTo>
                <a:lnTo>
                  <a:pt x="4262" y="1735"/>
                </a:lnTo>
                <a:lnTo>
                  <a:pt x="4262" y="1736"/>
                </a:lnTo>
                <a:lnTo>
                  <a:pt x="4261" y="1736"/>
                </a:lnTo>
                <a:lnTo>
                  <a:pt x="4261" y="1737"/>
                </a:lnTo>
                <a:lnTo>
                  <a:pt x="4260" y="1736"/>
                </a:lnTo>
                <a:lnTo>
                  <a:pt x="4259" y="1736"/>
                </a:lnTo>
                <a:lnTo>
                  <a:pt x="4259" y="1737"/>
                </a:lnTo>
                <a:lnTo>
                  <a:pt x="4260" y="1737"/>
                </a:lnTo>
                <a:lnTo>
                  <a:pt x="4261" y="1737"/>
                </a:lnTo>
                <a:lnTo>
                  <a:pt x="4262" y="1737"/>
                </a:lnTo>
                <a:lnTo>
                  <a:pt x="4263" y="1736"/>
                </a:lnTo>
                <a:lnTo>
                  <a:pt x="4264" y="1736"/>
                </a:lnTo>
                <a:lnTo>
                  <a:pt x="4264" y="1735"/>
                </a:lnTo>
                <a:lnTo>
                  <a:pt x="4265" y="1735"/>
                </a:lnTo>
                <a:lnTo>
                  <a:pt x="4266" y="1734"/>
                </a:lnTo>
                <a:lnTo>
                  <a:pt x="4267" y="1734"/>
                </a:lnTo>
                <a:lnTo>
                  <a:pt x="4267" y="1735"/>
                </a:lnTo>
                <a:lnTo>
                  <a:pt x="4268" y="1735"/>
                </a:lnTo>
                <a:lnTo>
                  <a:pt x="4269" y="1735"/>
                </a:lnTo>
                <a:lnTo>
                  <a:pt x="4269" y="1736"/>
                </a:lnTo>
                <a:lnTo>
                  <a:pt x="4269" y="1737"/>
                </a:lnTo>
                <a:lnTo>
                  <a:pt x="4270" y="1739"/>
                </a:lnTo>
                <a:lnTo>
                  <a:pt x="4270" y="1738"/>
                </a:lnTo>
                <a:lnTo>
                  <a:pt x="4271" y="1738"/>
                </a:lnTo>
                <a:lnTo>
                  <a:pt x="4271" y="1739"/>
                </a:lnTo>
                <a:lnTo>
                  <a:pt x="4272" y="1738"/>
                </a:lnTo>
                <a:lnTo>
                  <a:pt x="4273" y="1738"/>
                </a:lnTo>
                <a:lnTo>
                  <a:pt x="4273" y="1739"/>
                </a:lnTo>
                <a:lnTo>
                  <a:pt x="4276" y="1739"/>
                </a:lnTo>
                <a:lnTo>
                  <a:pt x="4277" y="1740"/>
                </a:lnTo>
                <a:lnTo>
                  <a:pt x="4277" y="1741"/>
                </a:lnTo>
                <a:lnTo>
                  <a:pt x="4278" y="1741"/>
                </a:lnTo>
                <a:lnTo>
                  <a:pt x="4277" y="1742"/>
                </a:lnTo>
                <a:lnTo>
                  <a:pt x="4276" y="1743"/>
                </a:lnTo>
                <a:lnTo>
                  <a:pt x="4276" y="1744"/>
                </a:lnTo>
                <a:lnTo>
                  <a:pt x="4275" y="1744"/>
                </a:lnTo>
                <a:lnTo>
                  <a:pt x="4275" y="1745"/>
                </a:lnTo>
                <a:lnTo>
                  <a:pt x="4275" y="1746"/>
                </a:lnTo>
                <a:lnTo>
                  <a:pt x="4275" y="1747"/>
                </a:lnTo>
                <a:lnTo>
                  <a:pt x="4275" y="1748"/>
                </a:lnTo>
                <a:lnTo>
                  <a:pt x="4276" y="1747"/>
                </a:lnTo>
                <a:lnTo>
                  <a:pt x="4276" y="1748"/>
                </a:lnTo>
                <a:lnTo>
                  <a:pt x="4276" y="1749"/>
                </a:lnTo>
                <a:lnTo>
                  <a:pt x="4275" y="1749"/>
                </a:lnTo>
                <a:lnTo>
                  <a:pt x="4275" y="1750"/>
                </a:lnTo>
                <a:lnTo>
                  <a:pt x="4274" y="1750"/>
                </a:lnTo>
                <a:lnTo>
                  <a:pt x="4274" y="1751"/>
                </a:lnTo>
                <a:lnTo>
                  <a:pt x="4274" y="1750"/>
                </a:lnTo>
                <a:lnTo>
                  <a:pt x="4273" y="1750"/>
                </a:lnTo>
                <a:lnTo>
                  <a:pt x="4272" y="1750"/>
                </a:lnTo>
                <a:lnTo>
                  <a:pt x="4271" y="1750"/>
                </a:lnTo>
                <a:lnTo>
                  <a:pt x="4271" y="1752"/>
                </a:lnTo>
                <a:lnTo>
                  <a:pt x="4272" y="1752"/>
                </a:lnTo>
                <a:lnTo>
                  <a:pt x="4272" y="1753"/>
                </a:lnTo>
                <a:lnTo>
                  <a:pt x="4272" y="1754"/>
                </a:lnTo>
                <a:lnTo>
                  <a:pt x="4271" y="1754"/>
                </a:lnTo>
                <a:lnTo>
                  <a:pt x="4271" y="1755"/>
                </a:lnTo>
                <a:lnTo>
                  <a:pt x="4270" y="1756"/>
                </a:lnTo>
                <a:lnTo>
                  <a:pt x="4269" y="1757"/>
                </a:lnTo>
                <a:lnTo>
                  <a:pt x="4270" y="1757"/>
                </a:lnTo>
                <a:lnTo>
                  <a:pt x="4270" y="1758"/>
                </a:lnTo>
                <a:lnTo>
                  <a:pt x="4269" y="1758"/>
                </a:lnTo>
                <a:lnTo>
                  <a:pt x="4269" y="1759"/>
                </a:lnTo>
                <a:lnTo>
                  <a:pt x="4268" y="1759"/>
                </a:lnTo>
                <a:lnTo>
                  <a:pt x="4268" y="1758"/>
                </a:lnTo>
                <a:lnTo>
                  <a:pt x="4267" y="1758"/>
                </a:lnTo>
                <a:lnTo>
                  <a:pt x="4266" y="1757"/>
                </a:lnTo>
                <a:lnTo>
                  <a:pt x="4267" y="1757"/>
                </a:lnTo>
                <a:lnTo>
                  <a:pt x="4267" y="1756"/>
                </a:lnTo>
                <a:lnTo>
                  <a:pt x="4266" y="1756"/>
                </a:lnTo>
                <a:lnTo>
                  <a:pt x="4267" y="1755"/>
                </a:lnTo>
                <a:lnTo>
                  <a:pt x="4267" y="1754"/>
                </a:lnTo>
                <a:lnTo>
                  <a:pt x="4267" y="1753"/>
                </a:lnTo>
                <a:lnTo>
                  <a:pt x="4266" y="1753"/>
                </a:lnTo>
                <a:lnTo>
                  <a:pt x="4266" y="1752"/>
                </a:lnTo>
                <a:lnTo>
                  <a:pt x="4265" y="1752"/>
                </a:lnTo>
                <a:lnTo>
                  <a:pt x="4265" y="1751"/>
                </a:lnTo>
                <a:lnTo>
                  <a:pt x="4266" y="1750"/>
                </a:lnTo>
                <a:lnTo>
                  <a:pt x="4265" y="1749"/>
                </a:lnTo>
                <a:lnTo>
                  <a:pt x="4263" y="1748"/>
                </a:lnTo>
                <a:lnTo>
                  <a:pt x="4263" y="1749"/>
                </a:lnTo>
                <a:lnTo>
                  <a:pt x="4261" y="1749"/>
                </a:lnTo>
                <a:lnTo>
                  <a:pt x="4258" y="1749"/>
                </a:lnTo>
                <a:lnTo>
                  <a:pt x="4257" y="1750"/>
                </a:lnTo>
                <a:lnTo>
                  <a:pt x="4258" y="1751"/>
                </a:lnTo>
                <a:lnTo>
                  <a:pt x="4257" y="1751"/>
                </a:lnTo>
                <a:lnTo>
                  <a:pt x="4258" y="1752"/>
                </a:lnTo>
                <a:lnTo>
                  <a:pt x="4257" y="1752"/>
                </a:lnTo>
                <a:lnTo>
                  <a:pt x="4256" y="1752"/>
                </a:lnTo>
                <a:lnTo>
                  <a:pt x="4255" y="1752"/>
                </a:lnTo>
                <a:lnTo>
                  <a:pt x="4255" y="1753"/>
                </a:lnTo>
                <a:lnTo>
                  <a:pt x="4254" y="1753"/>
                </a:lnTo>
                <a:lnTo>
                  <a:pt x="4255" y="1753"/>
                </a:lnTo>
                <a:lnTo>
                  <a:pt x="4255" y="1754"/>
                </a:lnTo>
                <a:lnTo>
                  <a:pt x="4254" y="1754"/>
                </a:lnTo>
                <a:lnTo>
                  <a:pt x="4253" y="1754"/>
                </a:lnTo>
                <a:lnTo>
                  <a:pt x="4253" y="1755"/>
                </a:lnTo>
                <a:lnTo>
                  <a:pt x="4253" y="1756"/>
                </a:lnTo>
                <a:lnTo>
                  <a:pt x="4252" y="1756"/>
                </a:lnTo>
                <a:lnTo>
                  <a:pt x="4252" y="1757"/>
                </a:lnTo>
                <a:lnTo>
                  <a:pt x="4252" y="1759"/>
                </a:lnTo>
                <a:lnTo>
                  <a:pt x="4253" y="1759"/>
                </a:lnTo>
                <a:lnTo>
                  <a:pt x="4254" y="1760"/>
                </a:lnTo>
                <a:lnTo>
                  <a:pt x="4255" y="1760"/>
                </a:lnTo>
                <a:lnTo>
                  <a:pt x="4255" y="1761"/>
                </a:lnTo>
                <a:lnTo>
                  <a:pt x="4256" y="1762"/>
                </a:lnTo>
                <a:lnTo>
                  <a:pt x="4256" y="1763"/>
                </a:lnTo>
                <a:lnTo>
                  <a:pt x="4255" y="1763"/>
                </a:lnTo>
                <a:lnTo>
                  <a:pt x="4254" y="1763"/>
                </a:lnTo>
                <a:lnTo>
                  <a:pt x="4253" y="1763"/>
                </a:lnTo>
                <a:lnTo>
                  <a:pt x="4252" y="1763"/>
                </a:lnTo>
                <a:lnTo>
                  <a:pt x="4251" y="1763"/>
                </a:lnTo>
                <a:lnTo>
                  <a:pt x="4251" y="1762"/>
                </a:lnTo>
                <a:lnTo>
                  <a:pt x="4250" y="1762"/>
                </a:lnTo>
                <a:lnTo>
                  <a:pt x="4249" y="1762"/>
                </a:lnTo>
                <a:lnTo>
                  <a:pt x="4248" y="1762"/>
                </a:lnTo>
                <a:lnTo>
                  <a:pt x="4249" y="1763"/>
                </a:lnTo>
                <a:lnTo>
                  <a:pt x="4248" y="1763"/>
                </a:lnTo>
                <a:lnTo>
                  <a:pt x="4248" y="1764"/>
                </a:lnTo>
                <a:lnTo>
                  <a:pt x="4249" y="1764"/>
                </a:lnTo>
                <a:lnTo>
                  <a:pt x="4249" y="1765"/>
                </a:lnTo>
                <a:lnTo>
                  <a:pt x="4249" y="1766"/>
                </a:lnTo>
                <a:lnTo>
                  <a:pt x="4249" y="1767"/>
                </a:lnTo>
                <a:lnTo>
                  <a:pt x="4248" y="1767"/>
                </a:lnTo>
                <a:lnTo>
                  <a:pt x="4248" y="1768"/>
                </a:lnTo>
                <a:lnTo>
                  <a:pt x="4248" y="1769"/>
                </a:lnTo>
                <a:lnTo>
                  <a:pt x="4249" y="1769"/>
                </a:lnTo>
                <a:lnTo>
                  <a:pt x="4250" y="1768"/>
                </a:lnTo>
                <a:lnTo>
                  <a:pt x="4251" y="1768"/>
                </a:lnTo>
                <a:lnTo>
                  <a:pt x="4251" y="1770"/>
                </a:lnTo>
                <a:lnTo>
                  <a:pt x="4250" y="1770"/>
                </a:lnTo>
                <a:lnTo>
                  <a:pt x="4251" y="1771"/>
                </a:lnTo>
                <a:lnTo>
                  <a:pt x="4250" y="1771"/>
                </a:lnTo>
                <a:lnTo>
                  <a:pt x="4250" y="1772"/>
                </a:lnTo>
                <a:lnTo>
                  <a:pt x="4250" y="1773"/>
                </a:lnTo>
                <a:lnTo>
                  <a:pt x="4251" y="1773"/>
                </a:lnTo>
                <a:lnTo>
                  <a:pt x="4251" y="1774"/>
                </a:lnTo>
                <a:lnTo>
                  <a:pt x="4251" y="1775"/>
                </a:lnTo>
                <a:lnTo>
                  <a:pt x="4252" y="1775"/>
                </a:lnTo>
                <a:lnTo>
                  <a:pt x="4252" y="1776"/>
                </a:lnTo>
                <a:lnTo>
                  <a:pt x="4251" y="1776"/>
                </a:lnTo>
                <a:lnTo>
                  <a:pt x="4251" y="1777"/>
                </a:lnTo>
                <a:lnTo>
                  <a:pt x="4251" y="1778"/>
                </a:lnTo>
                <a:lnTo>
                  <a:pt x="4252" y="1778"/>
                </a:lnTo>
                <a:lnTo>
                  <a:pt x="4251" y="1779"/>
                </a:lnTo>
                <a:lnTo>
                  <a:pt x="4252" y="1780"/>
                </a:lnTo>
                <a:lnTo>
                  <a:pt x="4252" y="1781"/>
                </a:lnTo>
                <a:lnTo>
                  <a:pt x="4253" y="1781"/>
                </a:lnTo>
                <a:lnTo>
                  <a:pt x="4253" y="1782"/>
                </a:lnTo>
                <a:lnTo>
                  <a:pt x="4252" y="1782"/>
                </a:lnTo>
                <a:lnTo>
                  <a:pt x="4253" y="1783"/>
                </a:lnTo>
                <a:lnTo>
                  <a:pt x="4254" y="1782"/>
                </a:lnTo>
                <a:lnTo>
                  <a:pt x="4254" y="1783"/>
                </a:lnTo>
                <a:lnTo>
                  <a:pt x="4253" y="1783"/>
                </a:lnTo>
                <a:lnTo>
                  <a:pt x="4252" y="1783"/>
                </a:lnTo>
                <a:lnTo>
                  <a:pt x="4251" y="1783"/>
                </a:lnTo>
                <a:lnTo>
                  <a:pt x="4250" y="1783"/>
                </a:lnTo>
                <a:lnTo>
                  <a:pt x="4249" y="1783"/>
                </a:lnTo>
                <a:lnTo>
                  <a:pt x="4249" y="1784"/>
                </a:lnTo>
                <a:lnTo>
                  <a:pt x="4248" y="1784"/>
                </a:lnTo>
                <a:lnTo>
                  <a:pt x="4247" y="1784"/>
                </a:lnTo>
                <a:lnTo>
                  <a:pt x="4246" y="1784"/>
                </a:lnTo>
                <a:lnTo>
                  <a:pt x="4245" y="1784"/>
                </a:lnTo>
                <a:lnTo>
                  <a:pt x="4244" y="1784"/>
                </a:lnTo>
                <a:lnTo>
                  <a:pt x="4244" y="1785"/>
                </a:lnTo>
                <a:lnTo>
                  <a:pt x="4244" y="1786"/>
                </a:lnTo>
                <a:lnTo>
                  <a:pt x="4243" y="1786"/>
                </a:lnTo>
                <a:lnTo>
                  <a:pt x="4242" y="1786"/>
                </a:lnTo>
                <a:lnTo>
                  <a:pt x="4242" y="1785"/>
                </a:lnTo>
                <a:lnTo>
                  <a:pt x="4241" y="1785"/>
                </a:lnTo>
                <a:lnTo>
                  <a:pt x="4240" y="1785"/>
                </a:lnTo>
                <a:lnTo>
                  <a:pt x="4240" y="1786"/>
                </a:lnTo>
                <a:lnTo>
                  <a:pt x="4240" y="1785"/>
                </a:lnTo>
                <a:lnTo>
                  <a:pt x="4239" y="1785"/>
                </a:lnTo>
                <a:lnTo>
                  <a:pt x="4238" y="1785"/>
                </a:lnTo>
                <a:lnTo>
                  <a:pt x="4238" y="1786"/>
                </a:lnTo>
                <a:lnTo>
                  <a:pt x="4239" y="1787"/>
                </a:lnTo>
                <a:lnTo>
                  <a:pt x="4238" y="1787"/>
                </a:lnTo>
                <a:lnTo>
                  <a:pt x="4237" y="1787"/>
                </a:lnTo>
                <a:lnTo>
                  <a:pt x="4236" y="1787"/>
                </a:lnTo>
                <a:lnTo>
                  <a:pt x="4234" y="1787"/>
                </a:lnTo>
                <a:lnTo>
                  <a:pt x="4233" y="1787"/>
                </a:lnTo>
                <a:lnTo>
                  <a:pt x="4232" y="1787"/>
                </a:lnTo>
                <a:lnTo>
                  <a:pt x="4231" y="1787"/>
                </a:lnTo>
                <a:lnTo>
                  <a:pt x="4231" y="1788"/>
                </a:lnTo>
                <a:lnTo>
                  <a:pt x="4230" y="1788"/>
                </a:lnTo>
                <a:lnTo>
                  <a:pt x="4230" y="1789"/>
                </a:lnTo>
                <a:lnTo>
                  <a:pt x="4229" y="1790"/>
                </a:lnTo>
                <a:lnTo>
                  <a:pt x="4228" y="1790"/>
                </a:lnTo>
                <a:lnTo>
                  <a:pt x="4228" y="1791"/>
                </a:lnTo>
                <a:lnTo>
                  <a:pt x="4227" y="1791"/>
                </a:lnTo>
                <a:lnTo>
                  <a:pt x="4226" y="1791"/>
                </a:lnTo>
                <a:lnTo>
                  <a:pt x="4225" y="1791"/>
                </a:lnTo>
                <a:lnTo>
                  <a:pt x="4224" y="1790"/>
                </a:lnTo>
                <a:lnTo>
                  <a:pt x="4223" y="1791"/>
                </a:lnTo>
                <a:lnTo>
                  <a:pt x="4222" y="1791"/>
                </a:lnTo>
                <a:lnTo>
                  <a:pt x="4221" y="1791"/>
                </a:lnTo>
                <a:lnTo>
                  <a:pt x="4221" y="1792"/>
                </a:lnTo>
                <a:lnTo>
                  <a:pt x="4220" y="1791"/>
                </a:lnTo>
                <a:lnTo>
                  <a:pt x="4219" y="1791"/>
                </a:lnTo>
                <a:lnTo>
                  <a:pt x="4219" y="1790"/>
                </a:lnTo>
                <a:lnTo>
                  <a:pt x="4218" y="1790"/>
                </a:lnTo>
                <a:lnTo>
                  <a:pt x="4217" y="1791"/>
                </a:lnTo>
                <a:lnTo>
                  <a:pt x="4216" y="1791"/>
                </a:lnTo>
                <a:lnTo>
                  <a:pt x="4215" y="1791"/>
                </a:lnTo>
                <a:lnTo>
                  <a:pt x="4215" y="1790"/>
                </a:lnTo>
                <a:lnTo>
                  <a:pt x="4216" y="1790"/>
                </a:lnTo>
                <a:lnTo>
                  <a:pt x="4217" y="1789"/>
                </a:lnTo>
                <a:lnTo>
                  <a:pt x="4218" y="1788"/>
                </a:lnTo>
                <a:lnTo>
                  <a:pt x="4218" y="1787"/>
                </a:lnTo>
                <a:lnTo>
                  <a:pt x="4219" y="1788"/>
                </a:lnTo>
                <a:lnTo>
                  <a:pt x="4219" y="1787"/>
                </a:lnTo>
                <a:lnTo>
                  <a:pt x="4219" y="1786"/>
                </a:lnTo>
                <a:lnTo>
                  <a:pt x="4219" y="1787"/>
                </a:lnTo>
                <a:lnTo>
                  <a:pt x="4218" y="1787"/>
                </a:lnTo>
                <a:lnTo>
                  <a:pt x="4218" y="1788"/>
                </a:lnTo>
                <a:lnTo>
                  <a:pt x="4218" y="1787"/>
                </a:lnTo>
                <a:lnTo>
                  <a:pt x="4217" y="1787"/>
                </a:lnTo>
                <a:lnTo>
                  <a:pt x="4218" y="1787"/>
                </a:lnTo>
                <a:lnTo>
                  <a:pt x="4218" y="1786"/>
                </a:lnTo>
                <a:lnTo>
                  <a:pt x="4218" y="1785"/>
                </a:lnTo>
                <a:lnTo>
                  <a:pt x="4219" y="1785"/>
                </a:lnTo>
                <a:lnTo>
                  <a:pt x="4219" y="1784"/>
                </a:lnTo>
                <a:lnTo>
                  <a:pt x="4220" y="1783"/>
                </a:lnTo>
                <a:lnTo>
                  <a:pt x="4220" y="1782"/>
                </a:lnTo>
                <a:lnTo>
                  <a:pt x="4221" y="1781"/>
                </a:lnTo>
                <a:lnTo>
                  <a:pt x="4222" y="1781"/>
                </a:lnTo>
                <a:lnTo>
                  <a:pt x="4223" y="1781"/>
                </a:lnTo>
                <a:lnTo>
                  <a:pt x="4222" y="1781"/>
                </a:lnTo>
                <a:lnTo>
                  <a:pt x="4222" y="1780"/>
                </a:lnTo>
                <a:lnTo>
                  <a:pt x="4221" y="1780"/>
                </a:lnTo>
                <a:lnTo>
                  <a:pt x="4222" y="1779"/>
                </a:lnTo>
                <a:lnTo>
                  <a:pt x="4223" y="1779"/>
                </a:lnTo>
                <a:lnTo>
                  <a:pt x="4223" y="1778"/>
                </a:lnTo>
                <a:lnTo>
                  <a:pt x="4223" y="1777"/>
                </a:lnTo>
                <a:lnTo>
                  <a:pt x="4222" y="1776"/>
                </a:lnTo>
                <a:lnTo>
                  <a:pt x="4221" y="1776"/>
                </a:lnTo>
                <a:lnTo>
                  <a:pt x="4220" y="1775"/>
                </a:lnTo>
                <a:lnTo>
                  <a:pt x="4220" y="1774"/>
                </a:lnTo>
                <a:lnTo>
                  <a:pt x="4219" y="1774"/>
                </a:lnTo>
                <a:lnTo>
                  <a:pt x="4219" y="1773"/>
                </a:lnTo>
                <a:lnTo>
                  <a:pt x="4218" y="1772"/>
                </a:lnTo>
                <a:lnTo>
                  <a:pt x="4218" y="1771"/>
                </a:lnTo>
                <a:lnTo>
                  <a:pt x="4218" y="1770"/>
                </a:lnTo>
                <a:lnTo>
                  <a:pt x="4218" y="1771"/>
                </a:lnTo>
                <a:lnTo>
                  <a:pt x="4217" y="1771"/>
                </a:lnTo>
                <a:lnTo>
                  <a:pt x="4216" y="1771"/>
                </a:lnTo>
                <a:lnTo>
                  <a:pt x="4216" y="1772"/>
                </a:lnTo>
                <a:lnTo>
                  <a:pt x="4217" y="1772"/>
                </a:lnTo>
                <a:lnTo>
                  <a:pt x="4216" y="1773"/>
                </a:lnTo>
                <a:lnTo>
                  <a:pt x="4216" y="1774"/>
                </a:lnTo>
                <a:lnTo>
                  <a:pt x="4215" y="1774"/>
                </a:lnTo>
                <a:lnTo>
                  <a:pt x="4215" y="1775"/>
                </a:lnTo>
                <a:lnTo>
                  <a:pt x="4216" y="1776"/>
                </a:lnTo>
                <a:lnTo>
                  <a:pt x="4217" y="1776"/>
                </a:lnTo>
                <a:lnTo>
                  <a:pt x="4217" y="1777"/>
                </a:lnTo>
                <a:lnTo>
                  <a:pt x="4217" y="1778"/>
                </a:lnTo>
                <a:lnTo>
                  <a:pt x="4215" y="1778"/>
                </a:lnTo>
                <a:lnTo>
                  <a:pt x="4214" y="1778"/>
                </a:lnTo>
                <a:lnTo>
                  <a:pt x="4213" y="1778"/>
                </a:lnTo>
                <a:lnTo>
                  <a:pt x="4213" y="1777"/>
                </a:lnTo>
                <a:lnTo>
                  <a:pt x="4213" y="1776"/>
                </a:lnTo>
                <a:lnTo>
                  <a:pt x="4211" y="1776"/>
                </a:lnTo>
                <a:lnTo>
                  <a:pt x="4211" y="1777"/>
                </a:lnTo>
                <a:lnTo>
                  <a:pt x="4210" y="1777"/>
                </a:lnTo>
                <a:lnTo>
                  <a:pt x="4210" y="1775"/>
                </a:lnTo>
                <a:lnTo>
                  <a:pt x="4209" y="1775"/>
                </a:lnTo>
                <a:lnTo>
                  <a:pt x="4209" y="1774"/>
                </a:lnTo>
                <a:lnTo>
                  <a:pt x="4207" y="1775"/>
                </a:lnTo>
                <a:lnTo>
                  <a:pt x="4206" y="1775"/>
                </a:lnTo>
                <a:lnTo>
                  <a:pt x="4205" y="1776"/>
                </a:lnTo>
                <a:lnTo>
                  <a:pt x="4204" y="1777"/>
                </a:lnTo>
                <a:lnTo>
                  <a:pt x="4203" y="1778"/>
                </a:lnTo>
                <a:lnTo>
                  <a:pt x="4202" y="1778"/>
                </a:lnTo>
                <a:lnTo>
                  <a:pt x="4201" y="1778"/>
                </a:lnTo>
                <a:lnTo>
                  <a:pt x="4200" y="1778"/>
                </a:lnTo>
                <a:lnTo>
                  <a:pt x="4200" y="1777"/>
                </a:lnTo>
                <a:lnTo>
                  <a:pt x="4201" y="1777"/>
                </a:lnTo>
                <a:lnTo>
                  <a:pt x="4200" y="1777"/>
                </a:lnTo>
                <a:lnTo>
                  <a:pt x="4200" y="1778"/>
                </a:lnTo>
                <a:lnTo>
                  <a:pt x="4201" y="1778"/>
                </a:lnTo>
                <a:lnTo>
                  <a:pt x="4201" y="1779"/>
                </a:lnTo>
                <a:lnTo>
                  <a:pt x="4201" y="1780"/>
                </a:lnTo>
                <a:lnTo>
                  <a:pt x="4201" y="1781"/>
                </a:lnTo>
                <a:lnTo>
                  <a:pt x="4202" y="1781"/>
                </a:lnTo>
                <a:lnTo>
                  <a:pt x="4201" y="1782"/>
                </a:lnTo>
                <a:lnTo>
                  <a:pt x="4200" y="1783"/>
                </a:lnTo>
                <a:lnTo>
                  <a:pt x="4199" y="1783"/>
                </a:lnTo>
                <a:lnTo>
                  <a:pt x="4198" y="1783"/>
                </a:lnTo>
                <a:lnTo>
                  <a:pt x="4197" y="1783"/>
                </a:lnTo>
                <a:lnTo>
                  <a:pt x="4198" y="1784"/>
                </a:lnTo>
                <a:lnTo>
                  <a:pt x="4199" y="1784"/>
                </a:lnTo>
                <a:lnTo>
                  <a:pt x="4200" y="1785"/>
                </a:lnTo>
                <a:lnTo>
                  <a:pt x="4200" y="1786"/>
                </a:lnTo>
                <a:lnTo>
                  <a:pt x="4199" y="1786"/>
                </a:lnTo>
                <a:lnTo>
                  <a:pt x="4200" y="1787"/>
                </a:lnTo>
                <a:lnTo>
                  <a:pt x="4201" y="1787"/>
                </a:lnTo>
                <a:lnTo>
                  <a:pt x="4202" y="1787"/>
                </a:lnTo>
                <a:lnTo>
                  <a:pt x="4203" y="1787"/>
                </a:lnTo>
                <a:lnTo>
                  <a:pt x="4203" y="1788"/>
                </a:lnTo>
                <a:lnTo>
                  <a:pt x="4204" y="1789"/>
                </a:lnTo>
                <a:lnTo>
                  <a:pt x="4204" y="1788"/>
                </a:lnTo>
                <a:lnTo>
                  <a:pt x="4205" y="1789"/>
                </a:lnTo>
                <a:lnTo>
                  <a:pt x="4204" y="1790"/>
                </a:lnTo>
                <a:lnTo>
                  <a:pt x="4205" y="1790"/>
                </a:lnTo>
                <a:lnTo>
                  <a:pt x="4206" y="1790"/>
                </a:lnTo>
                <a:lnTo>
                  <a:pt x="4210" y="1790"/>
                </a:lnTo>
                <a:lnTo>
                  <a:pt x="4211" y="1790"/>
                </a:lnTo>
                <a:lnTo>
                  <a:pt x="4211" y="1791"/>
                </a:lnTo>
                <a:lnTo>
                  <a:pt x="4211" y="1792"/>
                </a:lnTo>
                <a:lnTo>
                  <a:pt x="4210" y="1792"/>
                </a:lnTo>
                <a:lnTo>
                  <a:pt x="4210" y="1793"/>
                </a:lnTo>
                <a:lnTo>
                  <a:pt x="4210" y="1794"/>
                </a:lnTo>
                <a:lnTo>
                  <a:pt x="4209" y="1795"/>
                </a:lnTo>
                <a:lnTo>
                  <a:pt x="4207" y="1797"/>
                </a:lnTo>
                <a:lnTo>
                  <a:pt x="4207" y="1796"/>
                </a:lnTo>
                <a:lnTo>
                  <a:pt x="4207" y="1797"/>
                </a:lnTo>
                <a:lnTo>
                  <a:pt x="4208" y="1797"/>
                </a:lnTo>
                <a:lnTo>
                  <a:pt x="4209" y="1797"/>
                </a:lnTo>
                <a:lnTo>
                  <a:pt x="4211" y="1795"/>
                </a:lnTo>
                <a:lnTo>
                  <a:pt x="4211" y="1796"/>
                </a:lnTo>
                <a:lnTo>
                  <a:pt x="4212" y="1795"/>
                </a:lnTo>
                <a:lnTo>
                  <a:pt x="4212" y="1796"/>
                </a:lnTo>
                <a:lnTo>
                  <a:pt x="4212" y="1797"/>
                </a:lnTo>
                <a:lnTo>
                  <a:pt x="4211" y="1797"/>
                </a:lnTo>
                <a:lnTo>
                  <a:pt x="4212" y="1797"/>
                </a:lnTo>
                <a:lnTo>
                  <a:pt x="4212" y="1798"/>
                </a:lnTo>
                <a:lnTo>
                  <a:pt x="4211" y="1799"/>
                </a:lnTo>
                <a:lnTo>
                  <a:pt x="4212" y="1799"/>
                </a:lnTo>
                <a:lnTo>
                  <a:pt x="4213" y="1798"/>
                </a:lnTo>
                <a:lnTo>
                  <a:pt x="4213" y="1797"/>
                </a:lnTo>
                <a:lnTo>
                  <a:pt x="4214" y="1797"/>
                </a:lnTo>
                <a:lnTo>
                  <a:pt x="4214" y="1798"/>
                </a:lnTo>
                <a:lnTo>
                  <a:pt x="4215" y="1798"/>
                </a:lnTo>
                <a:lnTo>
                  <a:pt x="4215" y="1797"/>
                </a:lnTo>
                <a:lnTo>
                  <a:pt x="4214" y="1797"/>
                </a:lnTo>
                <a:lnTo>
                  <a:pt x="4214" y="1796"/>
                </a:lnTo>
                <a:lnTo>
                  <a:pt x="4215" y="1796"/>
                </a:lnTo>
                <a:lnTo>
                  <a:pt x="4215" y="1795"/>
                </a:lnTo>
                <a:lnTo>
                  <a:pt x="4216" y="1795"/>
                </a:lnTo>
                <a:lnTo>
                  <a:pt x="4217" y="1795"/>
                </a:lnTo>
                <a:lnTo>
                  <a:pt x="4217" y="1796"/>
                </a:lnTo>
                <a:lnTo>
                  <a:pt x="4218" y="1796"/>
                </a:lnTo>
                <a:lnTo>
                  <a:pt x="4217" y="1797"/>
                </a:lnTo>
                <a:lnTo>
                  <a:pt x="4217" y="1798"/>
                </a:lnTo>
                <a:lnTo>
                  <a:pt x="4217" y="1799"/>
                </a:lnTo>
                <a:lnTo>
                  <a:pt x="4216" y="1799"/>
                </a:lnTo>
                <a:lnTo>
                  <a:pt x="4216" y="1800"/>
                </a:lnTo>
                <a:lnTo>
                  <a:pt x="4215" y="1800"/>
                </a:lnTo>
                <a:lnTo>
                  <a:pt x="4214" y="1800"/>
                </a:lnTo>
                <a:lnTo>
                  <a:pt x="4213" y="1800"/>
                </a:lnTo>
                <a:lnTo>
                  <a:pt x="4210" y="1802"/>
                </a:lnTo>
                <a:lnTo>
                  <a:pt x="4209" y="1803"/>
                </a:lnTo>
                <a:lnTo>
                  <a:pt x="4208" y="1804"/>
                </a:lnTo>
                <a:lnTo>
                  <a:pt x="4208" y="1805"/>
                </a:lnTo>
                <a:lnTo>
                  <a:pt x="4207" y="1805"/>
                </a:lnTo>
                <a:lnTo>
                  <a:pt x="4207" y="1806"/>
                </a:lnTo>
                <a:lnTo>
                  <a:pt x="4207" y="1807"/>
                </a:lnTo>
                <a:lnTo>
                  <a:pt x="4206" y="1807"/>
                </a:lnTo>
                <a:lnTo>
                  <a:pt x="4206" y="1808"/>
                </a:lnTo>
                <a:lnTo>
                  <a:pt x="4205" y="1808"/>
                </a:lnTo>
                <a:lnTo>
                  <a:pt x="4205" y="1807"/>
                </a:lnTo>
                <a:lnTo>
                  <a:pt x="4205" y="1806"/>
                </a:lnTo>
                <a:lnTo>
                  <a:pt x="4206" y="1806"/>
                </a:lnTo>
                <a:lnTo>
                  <a:pt x="4206" y="1805"/>
                </a:lnTo>
                <a:lnTo>
                  <a:pt x="4207" y="1805"/>
                </a:lnTo>
                <a:lnTo>
                  <a:pt x="4207" y="1804"/>
                </a:lnTo>
                <a:lnTo>
                  <a:pt x="4208" y="1803"/>
                </a:lnTo>
                <a:lnTo>
                  <a:pt x="4209" y="1803"/>
                </a:lnTo>
                <a:lnTo>
                  <a:pt x="4209" y="1802"/>
                </a:lnTo>
                <a:lnTo>
                  <a:pt x="4208" y="1802"/>
                </a:lnTo>
                <a:lnTo>
                  <a:pt x="4207" y="1802"/>
                </a:lnTo>
                <a:lnTo>
                  <a:pt x="4206" y="1802"/>
                </a:lnTo>
                <a:lnTo>
                  <a:pt x="4205" y="1803"/>
                </a:lnTo>
                <a:lnTo>
                  <a:pt x="4205" y="1804"/>
                </a:lnTo>
                <a:lnTo>
                  <a:pt x="4204" y="1804"/>
                </a:lnTo>
                <a:lnTo>
                  <a:pt x="4204" y="1805"/>
                </a:lnTo>
                <a:lnTo>
                  <a:pt x="4203" y="1806"/>
                </a:lnTo>
                <a:lnTo>
                  <a:pt x="4202" y="1806"/>
                </a:lnTo>
                <a:lnTo>
                  <a:pt x="4202" y="1805"/>
                </a:lnTo>
                <a:lnTo>
                  <a:pt x="4201" y="1805"/>
                </a:lnTo>
                <a:lnTo>
                  <a:pt x="4202" y="1806"/>
                </a:lnTo>
                <a:lnTo>
                  <a:pt x="4201" y="1806"/>
                </a:lnTo>
                <a:lnTo>
                  <a:pt x="4200" y="1806"/>
                </a:lnTo>
                <a:lnTo>
                  <a:pt x="4199" y="1806"/>
                </a:lnTo>
                <a:lnTo>
                  <a:pt x="4198" y="1807"/>
                </a:lnTo>
                <a:lnTo>
                  <a:pt x="4197" y="1808"/>
                </a:lnTo>
                <a:lnTo>
                  <a:pt x="4196" y="1808"/>
                </a:lnTo>
                <a:lnTo>
                  <a:pt x="4195" y="1809"/>
                </a:lnTo>
                <a:lnTo>
                  <a:pt x="4195" y="1810"/>
                </a:lnTo>
                <a:lnTo>
                  <a:pt x="4194" y="1811"/>
                </a:lnTo>
                <a:lnTo>
                  <a:pt x="4194" y="1812"/>
                </a:lnTo>
                <a:lnTo>
                  <a:pt x="4193" y="1813"/>
                </a:lnTo>
                <a:lnTo>
                  <a:pt x="4193" y="1814"/>
                </a:lnTo>
                <a:lnTo>
                  <a:pt x="4192" y="1814"/>
                </a:lnTo>
                <a:lnTo>
                  <a:pt x="4192" y="1815"/>
                </a:lnTo>
                <a:lnTo>
                  <a:pt x="4192" y="1816"/>
                </a:lnTo>
                <a:lnTo>
                  <a:pt x="4192" y="1817"/>
                </a:lnTo>
                <a:lnTo>
                  <a:pt x="4193" y="1817"/>
                </a:lnTo>
                <a:lnTo>
                  <a:pt x="4193" y="1818"/>
                </a:lnTo>
                <a:lnTo>
                  <a:pt x="4193" y="1819"/>
                </a:lnTo>
                <a:lnTo>
                  <a:pt x="4193" y="1820"/>
                </a:lnTo>
                <a:lnTo>
                  <a:pt x="4193" y="1821"/>
                </a:lnTo>
                <a:lnTo>
                  <a:pt x="4192" y="1822"/>
                </a:lnTo>
                <a:lnTo>
                  <a:pt x="4191" y="1822"/>
                </a:lnTo>
                <a:lnTo>
                  <a:pt x="4191" y="1823"/>
                </a:lnTo>
                <a:lnTo>
                  <a:pt x="4192" y="1824"/>
                </a:lnTo>
                <a:lnTo>
                  <a:pt x="4191" y="1824"/>
                </a:lnTo>
                <a:lnTo>
                  <a:pt x="4191" y="1825"/>
                </a:lnTo>
                <a:lnTo>
                  <a:pt x="4190" y="1825"/>
                </a:lnTo>
                <a:lnTo>
                  <a:pt x="4189" y="1825"/>
                </a:lnTo>
                <a:lnTo>
                  <a:pt x="4188" y="1825"/>
                </a:lnTo>
                <a:lnTo>
                  <a:pt x="4188" y="1824"/>
                </a:lnTo>
                <a:lnTo>
                  <a:pt x="4188" y="1823"/>
                </a:lnTo>
                <a:lnTo>
                  <a:pt x="4187" y="1823"/>
                </a:lnTo>
                <a:lnTo>
                  <a:pt x="4186" y="1823"/>
                </a:lnTo>
                <a:lnTo>
                  <a:pt x="4187" y="1823"/>
                </a:lnTo>
                <a:lnTo>
                  <a:pt x="4187" y="1822"/>
                </a:lnTo>
                <a:lnTo>
                  <a:pt x="4186" y="1821"/>
                </a:lnTo>
                <a:lnTo>
                  <a:pt x="4185" y="1821"/>
                </a:lnTo>
                <a:lnTo>
                  <a:pt x="4184" y="1820"/>
                </a:lnTo>
                <a:lnTo>
                  <a:pt x="4183" y="1820"/>
                </a:lnTo>
                <a:lnTo>
                  <a:pt x="4183" y="1821"/>
                </a:lnTo>
                <a:lnTo>
                  <a:pt x="4182" y="1821"/>
                </a:lnTo>
                <a:lnTo>
                  <a:pt x="4182" y="1822"/>
                </a:lnTo>
                <a:lnTo>
                  <a:pt x="4181" y="1822"/>
                </a:lnTo>
                <a:lnTo>
                  <a:pt x="4181" y="1823"/>
                </a:lnTo>
                <a:lnTo>
                  <a:pt x="4182" y="1824"/>
                </a:lnTo>
                <a:lnTo>
                  <a:pt x="4183" y="1825"/>
                </a:lnTo>
                <a:lnTo>
                  <a:pt x="4185" y="1825"/>
                </a:lnTo>
                <a:lnTo>
                  <a:pt x="4185" y="1826"/>
                </a:lnTo>
                <a:lnTo>
                  <a:pt x="4184" y="1827"/>
                </a:lnTo>
                <a:lnTo>
                  <a:pt x="4183" y="1827"/>
                </a:lnTo>
                <a:lnTo>
                  <a:pt x="4182" y="1827"/>
                </a:lnTo>
                <a:lnTo>
                  <a:pt x="4182" y="1828"/>
                </a:lnTo>
                <a:lnTo>
                  <a:pt x="4182" y="1829"/>
                </a:lnTo>
                <a:lnTo>
                  <a:pt x="4181" y="1829"/>
                </a:lnTo>
                <a:lnTo>
                  <a:pt x="4181" y="1830"/>
                </a:lnTo>
                <a:lnTo>
                  <a:pt x="4181" y="1831"/>
                </a:lnTo>
                <a:lnTo>
                  <a:pt x="4181" y="1832"/>
                </a:lnTo>
                <a:lnTo>
                  <a:pt x="4182" y="1832"/>
                </a:lnTo>
                <a:lnTo>
                  <a:pt x="4183" y="1832"/>
                </a:lnTo>
                <a:lnTo>
                  <a:pt x="4183" y="1833"/>
                </a:lnTo>
                <a:lnTo>
                  <a:pt x="4182" y="1834"/>
                </a:lnTo>
                <a:lnTo>
                  <a:pt x="4181" y="1834"/>
                </a:lnTo>
                <a:lnTo>
                  <a:pt x="4180" y="1834"/>
                </a:lnTo>
                <a:lnTo>
                  <a:pt x="4179" y="1835"/>
                </a:lnTo>
                <a:lnTo>
                  <a:pt x="4178" y="1836"/>
                </a:lnTo>
                <a:lnTo>
                  <a:pt x="4178" y="1837"/>
                </a:lnTo>
                <a:lnTo>
                  <a:pt x="4177" y="1836"/>
                </a:lnTo>
                <a:lnTo>
                  <a:pt x="4177" y="1835"/>
                </a:lnTo>
                <a:lnTo>
                  <a:pt x="4176" y="1835"/>
                </a:lnTo>
                <a:lnTo>
                  <a:pt x="4177" y="1835"/>
                </a:lnTo>
                <a:lnTo>
                  <a:pt x="4177" y="1834"/>
                </a:lnTo>
                <a:lnTo>
                  <a:pt x="4176" y="1834"/>
                </a:lnTo>
                <a:lnTo>
                  <a:pt x="4175" y="1835"/>
                </a:lnTo>
                <a:lnTo>
                  <a:pt x="4174" y="1835"/>
                </a:lnTo>
                <a:lnTo>
                  <a:pt x="4174" y="1834"/>
                </a:lnTo>
                <a:lnTo>
                  <a:pt x="4174" y="1833"/>
                </a:lnTo>
                <a:lnTo>
                  <a:pt x="4175" y="1833"/>
                </a:lnTo>
                <a:lnTo>
                  <a:pt x="4174" y="1833"/>
                </a:lnTo>
                <a:lnTo>
                  <a:pt x="4173" y="1832"/>
                </a:lnTo>
                <a:lnTo>
                  <a:pt x="4173" y="1833"/>
                </a:lnTo>
                <a:lnTo>
                  <a:pt x="4172" y="1833"/>
                </a:lnTo>
                <a:lnTo>
                  <a:pt x="4172" y="1834"/>
                </a:lnTo>
                <a:lnTo>
                  <a:pt x="4171" y="1834"/>
                </a:lnTo>
                <a:lnTo>
                  <a:pt x="4171" y="1835"/>
                </a:lnTo>
                <a:lnTo>
                  <a:pt x="4170" y="1835"/>
                </a:lnTo>
                <a:lnTo>
                  <a:pt x="4170" y="1836"/>
                </a:lnTo>
                <a:lnTo>
                  <a:pt x="4172" y="1836"/>
                </a:lnTo>
                <a:lnTo>
                  <a:pt x="4172" y="1837"/>
                </a:lnTo>
                <a:lnTo>
                  <a:pt x="4170" y="1838"/>
                </a:lnTo>
                <a:lnTo>
                  <a:pt x="4171" y="1838"/>
                </a:lnTo>
                <a:lnTo>
                  <a:pt x="4170" y="1838"/>
                </a:lnTo>
                <a:lnTo>
                  <a:pt x="4171" y="1839"/>
                </a:lnTo>
                <a:lnTo>
                  <a:pt x="4170" y="1840"/>
                </a:lnTo>
                <a:lnTo>
                  <a:pt x="4170" y="1839"/>
                </a:lnTo>
                <a:lnTo>
                  <a:pt x="4169" y="1840"/>
                </a:lnTo>
                <a:lnTo>
                  <a:pt x="4169" y="1839"/>
                </a:lnTo>
                <a:lnTo>
                  <a:pt x="4168" y="1839"/>
                </a:lnTo>
                <a:lnTo>
                  <a:pt x="4167" y="1839"/>
                </a:lnTo>
                <a:lnTo>
                  <a:pt x="4167" y="1836"/>
                </a:lnTo>
                <a:lnTo>
                  <a:pt x="4166" y="1834"/>
                </a:lnTo>
                <a:lnTo>
                  <a:pt x="4166" y="1833"/>
                </a:lnTo>
                <a:lnTo>
                  <a:pt x="4166" y="1835"/>
                </a:lnTo>
                <a:lnTo>
                  <a:pt x="4165" y="1835"/>
                </a:lnTo>
                <a:lnTo>
                  <a:pt x="4164" y="1835"/>
                </a:lnTo>
                <a:lnTo>
                  <a:pt x="4164" y="1836"/>
                </a:lnTo>
                <a:lnTo>
                  <a:pt x="4163" y="1836"/>
                </a:lnTo>
                <a:lnTo>
                  <a:pt x="4162" y="1837"/>
                </a:lnTo>
                <a:lnTo>
                  <a:pt x="4161" y="1837"/>
                </a:lnTo>
                <a:lnTo>
                  <a:pt x="4161" y="1838"/>
                </a:lnTo>
                <a:lnTo>
                  <a:pt x="4160" y="1839"/>
                </a:lnTo>
                <a:lnTo>
                  <a:pt x="4159" y="1839"/>
                </a:lnTo>
                <a:lnTo>
                  <a:pt x="4159" y="1838"/>
                </a:lnTo>
                <a:lnTo>
                  <a:pt x="4158" y="1837"/>
                </a:lnTo>
                <a:lnTo>
                  <a:pt x="4157" y="1836"/>
                </a:lnTo>
                <a:lnTo>
                  <a:pt x="4157" y="1837"/>
                </a:lnTo>
                <a:lnTo>
                  <a:pt x="4158" y="1837"/>
                </a:lnTo>
                <a:lnTo>
                  <a:pt x="4158" y="1838"/>
                </a:lnTo>
                <a:lnTo>
                  <a:pt x="4159" y="1839"/>
                </a:lnTo>
                <a:lnTo>
                  <a:pt x="4158" y="1838"/>
                </a:lnTo>
                <a:lnTo>
                  <a:pt x="4157" y="1838"/>
                </a:lnTo>
                <a:lnTo>
                  <a:pt x="4157" y="1839"/>
                </a:lnTo>
                <a:lnTo>
                  <a:pt x="4158" y="1839"/>
                </a:lnTo>
                <a:lnTo>
                  <a:pt x="4159" y="1839"/>
                </a:lnTo>
                <a:lnTo>
                  <a:pt x="4159" y="1840"/>
                </a:lnTo>
                <a:lnTo>
                  <a:pt x="4159" y="1841"/>
                </a:lnTo>
                <a:lnTo>
                  <a:pt x="4158" y="1841"/>
                </a:lnTo>
                <a:lnTo>
                  <a:pt x="4157" y="1841"/>
                </a:lnTo>
                <a:lnTo>
                  <a:pt x="4156" y="1841"/>
                </a:lnTo>
                <a:lnTo>
                  <a:pt x="4157" y="1841"/>
                </a:lnTo>
                <a:lnTo>
                  <a:pt x="4156" y="1841"/>
                </a:lnTo>
                <a:lnTo>
                  <a:pt x="4156" y="1842"/>
                </a:lnTo>
                <a:lnTo>
                  <a:pt x="4158" y="1842"/>
                </a:lnTo>
                <a:lnTo>
                  <a:pt x="4157" y="1842"/>
                </a:lnTo>
                <a:lnTo>
                  <a:pt x="4156" y="1844"/>
                </a:lnTo>
                <a:lnTo>
                  <a:pt x="4156" y="1845"/>
                </a:lnTo>
                <a:lnTo>
                  <a:pt x="4156" y="1846"/>
                </a:lnTo>
                <a:lnTo>
                  <a:pt x="4156" y="1847"/>
                </a:lnTo>
                <a:lnTo>
                  <a:pt x="4155" y="1847"/>
                </a:lnTo>
                <a:lnTo>
                  <a:pt x="4154" y="1849"/>
                </a:lnTo>
                <a:lnTo>
                  <a:pt x="4154" y="1850"/>
                </a:lnTo>
                <a:lnTo>
                  <a:pt x="4154" y="1851"/>
                </a:lnTo>
                <a:lnTo>
                  <a:pt x="4154" y="1852"/>
                </a:lnTo>
                <a:lnTo>
                  <a:pt x="4153" y="1852"/>
                </a:lnTo>
                <a:lnTo>
                  <a:pt x="4152" y="1852"/>
                </a:lnTo>
                <a:lnTo>
                  <a:pt x="4152" y="1853"/>
                </a:lnTo>
                <a:lnTo>
                  <a:pt x="4152" y="1854"/>
                </a:lnTo>
                <a:lnTo>
                  <a:pt x="4151" y="1854"/>
                </a:lnTo>
                <a:lnTo>
                  <a:pt x="4151" y="1855"/>
                </a:lnTo>
                <a:lnTo>
                  <a:pt x="4151" y="1856"/>
                </a:lnTo>
                <a:lnTo>
                  <a:pt x="4150" y="1856"/>
                </a:lnTo>
                <a:lnTo>
                  <a:pt x="4150" y="1857"/>
                </a:lnTo>
                <a:lnTo>
                  <a:pt x="4150" y="1858"/>
                </a:lnTo>
                <a:lnTo>
                  <a:pt x="4150" y="1857"/>
                </a:lnTo>
                <a:lnTo>
                  <a:pt x="4149" y="1858"/>
                </a:lnTo>
                <a:lnTo>
                  <a:pt x="4150" y="1858"/>
                </a:lnTo>
                <a:lnTo>
                  <a:pt x="4150" y="1859"/>
                </a:lnTo>
                <a:lnTo>
                  <a:pt x="4150" y="1860"/>
                </a:lnTo>
                <a:lnTo>
                  <a:pt x="4150" y="1861"/>
                </a:lnTo>
                <a:lnTo>
                  <a:pt x="4149" y="1862"/>
                </a:lnTo>
                <a:lnTo>
                  <a:pt x="4149" y="1863"/>
                </a:lnTo>
                <a:lnTo>
                  <a:pt x="4149" y="1862"/>
                </a:lnTo>
                <a:lnTo>
                  <a:pt x="4149" y="1861"/>
                </a:lnTo>
                <a:lnTo>
                  <a:pt x="4148" y="1860"/>
                </a:lnTo>
                <a:lnTo>
                  <a:pt x="4148" y="1861"/>
                </a:lnTo>
                <a:lnTo>
                  <a:pt x="4148" y="1865"/>
                </a:lnTo>
                <a:lnTo>
                  <a:pt x="4147" y="1865"/>
                </a:lnTo>
                <a:lnTo>
                  <a:pt x="4147" y="1868"/>
                </a:lnTo>
                <a:lnTo>
                  <a:pt x="4146" y="1868"/>
                </a:lnTo>
                <a:lnTo>
                  <a:pt x="4146" y="1865"/>
                </a:lnTo>
                <a:lnTo>
                  <a:pt x="4144" y="1865"/>
                </a:lnTo>
                <a:lnTo>
                  <a:pt x="4142" y="1865"/>
                </a:lnTo>
                <a:lnTo>
                  <a:pt x="4143" y="1866"/>
                </a:lnTo>
                <a:lnTo>
                  <a:pt x="4142" y="1867"/>
                </a:lnTo>
                <a:lnTo>
                  <a:pt x="4141" y="1866"/>
                </a:lnTo>
                <a:lnTo>
                  <a:pt x="4140" y="1868"/>
                </a:lnTo>
                <a:lnTo>
                  <a:pt x="4140" y="1867"/>
                </a:lnTo>
                <a:lnTo>
                  <a:pt x="4139" y="1868"/>
                </a:lnTo>
                <a:lnTo>
                  <a:pt x="4139" y="1869"/>
                </a:lnTo>
                <a:lnTo>
                  <a:pt x="4139" y="1870"/>
                </a:lnTo>
                <a:lnTo>
                  <a:pt x="4138" y="1870"/>
                </a:lnTo>
                <a:lnTo>
                  <a:pt x="4137" y="1871"/>
                </a:lnTo>
                <a:lnTo>
                  <a:pt x="4136" y="1871"/>
                </a:lnTo>
                <a:lnTo>
                  <a:pt x="4136" y="1872"/>
                </a:lnTo>
                <a:lnTo>
                  <a:pt x="4136" y="1874"/>
                </a:lnTo>
                <a:lnTo>
                  <a:pt x="4136" y="1875"/>
                </a:lnTo>
                <a:lnTo>
                  <a:pt x="4136" y="1876"/>
                </a:lnTo>
                <a:lnTo>
                  <a:pt x="4135" y="1876"/>
                </a:lnTo>
                <a:lnTo>
                  <a:pt x="4135" y="1878"/>
                </a:lnTo>
                <a:lnTo>
                  <a:pt x="4135" y="1879"/>
                </a:lnTo>
                <a:lnTo>
                  <a:pt x="4134" y="1880"/>
                </a:lnTo>
                <a:lnTo>
                  <a:pt x="4134" y="1881"/>
                </a:lnTo>
                <a:lnTo>
                  <a:pt x="4134" y="1882"/>
                </a:lnTo>
                <a:lnTo>
                  <a:pt x="4134" y="1883"/>
                </a:lnTo>
                <a:lnTo>
                  <a:pt x="4134" y="1885"/>
                </a:lnTo>
                <a:lnTo>
                  <a:pt x="4134" y="1886"/>
                </a:lnTo>
                <a:lnTo>
                  <a:pt x="4135" y="1886"/>
                </a:lnTo>
                <a:lnTo>
                  <a:pt x="4134" y="1888"/>
                </a:lnTo>
                <a:lnTo>
                  <a:pt x="4133" y="1888"/>
                </a:lnTo>
                <a:lnTo>
                  <a:pt x="4134" y="1888"/>
                </a:lnTo>
                <a:lnTo>
                  <a:pt x="4134" y="1889"/>
                </a:lnTo>
                <a:lnTo>
                  <a:pt x="4135" y="1889"/>
                </a:lnTo>
                <a:lnTo>
                  <a:pt x="4134" y="1889"/>
                </a:lnTo>
                <a:lnTo>
                  <a:pt x="4134" y="1890"/>
                </a:lnTo>
                <a:lnTo>
                  <a:pt x="4133" y="1890"/>
                </a:lnTo>
                <a:lnTo>
                  <a:pt x="4133" y="1889"/>
                </a:lnTo>
                <a:lnTo>
                  <a:pt x="4132" y="1890"/>
                </a:lnTo>
                <a:lnTo>
                  <a:pt x="4132" y="1891"/>
                </a:lnTo>
                <a:lnTo>
                  <a:pt x="4131" y="1891"/>
                </a:lnTo>
                <a:lnTo>
                  <a:pt x="4131" y="1890"/>
                </a:lnTo>
                <a:lnTo>
                  <a:pt x="4132" y="1890"/>
                </a:lnTo>
                <a:lnTo>
                  <a:pt x="4132" y="1889"/>
                </a:lnTo>
                <a:lnTo>
                  <a:pt x="4131" y="1889"/>
                </a:lnTo>
                <a:lnTo>
                  <a:pt x="4131" y="1890"/>
                </a:lnTo>
                <a:lnTo>
                  <a:pt x="4130" y="1890"/>
                </a:lnTo>
                <a:lnTo>
                  <a:pt x="4129" y="1890"/>
                </a:lnTo>
                <a:lnTo>
                  <a:pt x="4128" y="1890"/>
                </a:lnTo>
                <a:lnTo>
                  <a:pt x="4127" y="1891"/>
                </a:lnTo>
                <a:lnTo>
                  <a:pt x="4127" y="1890"/>
                </a:lnTo>
                <a:lnTo>
                  <a:pt x="4126" y="1890"/>
                </a:lnTo>
                <a:lnTo>
                  <a:pt x="4126" y="1891"/>
                </a:lnTo>
                <a:lnTo>
                  <a:pt x="4125" y="1891"/>
                </a:lnTo>
                <a:lnTo>
                  <a:pt x="4123" y="1892"/>
                </a:lnTo>
                <a:lnTo>
                  <a:pt x="4123" y="1893"/>
                </a:lnTo>
                <a:lnTo>
                  <a:pt x="4122" y="1893"/>
                </a:lnTo>
                <a:lnTo>
                  <a:pt x="4121" y="1893"/>
                </a:lnTo>
                <a:lnTo>
                  <a:pt x="4121" y="1892"/>
                </a:lnTo>
                <a:lnTo>
                  <a:pt x="4121" y="1893"/>
                </a:lnTo>
                <a:lnTo>
                  <a:pt x="4120" y="1893"/>
                </a:lnTo>
                <a:lnTo>
                  <a:pt x="4120" y="1894"/>
                </a:lnTo>
                <a:lnTo>
                  <a:pt x="4120" y="1895"/>
                </a:lnTo>
                <a:lnTo>
                  <a:pt x="4119" y="1895"/>
                </a:lnTo>
                <a:lnTo>
                  <a:pt x="4119" y="1896"/>
                </a:lnTo>
                <a:lnTo>
                  <a:pt x="4118" y="1896"/>
                </a:lnTo>
                <a:lnTo>
                  <a:pt x="4118" y="1897"/>
                </a:lnTo>
                <a:lnTo>
                  <a:pt x="4118" y="1898"/>
                </a:lnTo>
                <a:lnTo>
                  <a:pt x="4118" y="1900"/>
                </a:lnTo>
                <a:lnTo>
                  <a:pt x="4118" y="1901"/>
                </a:lnTo>
                <a:lnTo>
                  <a:pt x="4117" y="1902"/>
                </a:lnTo>
                <a:lnTo>
                  <a:pt x="4117" y="1903"/>
                </a:lnTo>
                <a:lnTo>
                  <a:pt x="4117" y="1904"/>
                </a:lnTo>
                <a:lnTo>
                  <a:pt x="4117" y="1905"/>
                </a:lnTo>
                <a:lnTo>
                  <a:pt x="4118" y="1906"/>
                </a:lnTo>
                <a:lnTo>
                  <a:pt x="4118" y="1907"/>
                </a:lnTo>
                <a:lnTo>
                  <a:pt x="4117" y="1907"/>
                </a:lnTo>
                <a:lnTo>
                  <a:pt x="4117" y="1908"/>
                </a:lnTo>
                <a:lnTo>
                  <a:pt x="4117" y="1909"/>
                </a:lnTo>
                <a:lnTo>
                  <a:pt x="4117" y="1910"/>
                </a:lnTo>
                <a:lnTo>
                  <a:pt x="4116" y="1910"/>
                </a:lnTo>
                <a:lnTo>
                  <a:pt x="4116" y="1911"/>
                </a:lnTo>
                <a:lnTo>
                  <a:pt x="4117" y="1911"/>
                </a:lnTo>
                <a:lnTo>
                  <a:pt x="4118" y="1911"/>
                </a:lnTo>
                <a:lnTo>
                  <a:pt x="4117" y="1914"/>
                </a:lnTo>
                <a:lnTo>
                  <a:pt x="4116" y="1914"/>
                </a:lnTo>
                <a:lnTo>
                  <a:pt x="4117" y="1914"/>
                </a:lnTo>
                <a:lnTo>
                  <a:pt x="4118" y="1914"/>
                </a:lnTo>
                <a:lnTo>
                  <a:pt x="4119" y="1914"/>
                </a:lnTo>
                <a:lnTo>
                  <a:pt x="4119" y="1915"/>
                </a:lnTo>
                <a:lnTo>
                  <a:pt x="4118" y="1915"/>
                </a:lnTo>
                <a:lnTo>
                  <a:pt x="4117" y="1916"/>
                </a:lnTo>
                <a:lnTo>
                  <a:pt x="4117" y="1917"/>
                </a:lnTo>
                <a:lnTo>
                  <a:pt x="4118" y="1916"/>
                </a:lnTo>
                <a:lnTo>
                  <a:pt x="4118" y="1917"/>
                </a:lnTo>
                <a:lnTo>
                  <a:pt x="4118" y="1918"/>
                </a:lnTo>
                <a:lnTo>
                  <a:pt x="4119" y="1918"/>
                </a:lnTo>
                <a:lnTo>
                  <a:pt x="4119" y="1919"/>
                </a:lnTo>
                <a:lnTo>
                  <a:pt x="4120" y="1920"/>
                </a:lnTo>
                <a:lnTo>
                  <a:pt x="4119" y="1920"/>
                </a:lnTo>
                <a:lnTo>
                  <a:pt x="4120" y="1920"/>
                </a:lnTo>
                <a:lnTo>
                  <a:pt x="4120" y="1921"/>
                </a:lnTo>
                <a:lnTo>
                  <a:pt x="4121" y="1921"/>
                </a:lnTo>
                <a:lnTo>
                  <a:pt x="4122" y="1921"/>
                </a:lnTo>
                <a:lnTo>
                  <a:pt x="4123" y="1920"/>
                </a:lnTo>
                <a:lnTo>
                  <a:pt x="4124" y="1920"/>
                </a:lnTo>
                <a:lnTo>
                  <a:pt x="4124" y="1921"/>
                </a:lnTo>
                <a:lnTo>
                  <a:pt x="4125" y="1921"/>
                </a:lnTo>
                <a:lnTo>
                  <a:pt x="4126" y="1921"/>
                </a:lnTo>
                <a:lnTo>
                  <a:pt x="4127" y="1922"/>
                </a:lnTo>
                <a:lnTo>
                  <a:pt x="4128" y="1923"/>
                </a:lnTo>
                <a:lnTo>
                  <a:pt x="4129" y="1923"/>
                </a:lnTo>
                <a:lnTo>
                  <a:pt x="4130" y="1923"/>
                </a:lnTo>
                <a:lnTo>
                  <a:pt x="4131" y="1923"/>
                </a:lnTo>
                <a:lnTo>
                  <a:pt x="4132" y="1923"/>
                </a:lnTo>
                <a:lnTo>
                  <a:pt x="4133" y="1923"/>
                </a:lnTo>
                <a:lnTo>
                  <a:pt x="4133" y="1924"/>
                </a:lnTo>
                <a:lnTo>
                  <a:pt x="4133" y="1925"/>
                </a:lnTo>
                <a:lnTo>
                  <a:pt x="4134" y="1925"/>
                </a:lnTo>
                <a:lnTo>
                  <a:pt x="4135" y="1925"/>
                </a:lnTo>
                <a:lnTo>
                  <a:pt x="4136" y="1925"/>
                </a:lnTo>
                <a:lnTo>
                  <a:pt x="4137" y="1925"/>
                </a:lnTo>
                <a:lnTo>
                  <a:pt x="4138" y="1925"/>
                </a:lnTo>
                <a:lnTo>
                  <a:pt x="4139" y="1926"/>
                </a:lnTo>
                <a:lnTo>
                  <a:pt x="4139" y="1925"/>
                </a:lnTo>
                <a:lnTo>
                  <a:pt x="4140" y="1925"/>
                </a:lnTo>
                <a:lnTo>
                  <a:pt x="4141" y="1926"/>
                </a:lnTo>
                <a:lnTo>
                  <a:pt x="4141" y="1927"/>
                </a:lnTo>
                <a:lnTo>
                  <a:pt x="4142" y="1927"/>
                </a:lnTo>
                <a:lnTo>
                  <a:pt x="4142" y="1926"/>
                </a:lnTo>
                <a:lnTo>
                  <a:pt x="4145" y="1927"/>
                </a:lnTo>
                <a:lnTo>
                  <a:pt x="4146" y="1927"/>
                </a:lnTo>
                <a:lnTo>
                  <a:pt x="4146" y="1926"/>
                </a:lnTo>
                <a:lnTo>
                  <a:pt x="4146" y="1927"/>
                </a:lnTo>
                <a:lnTo>
                  <a:pt x="4145" y="1927"/>
                </a:lnTo>
                <a:lnTo>
                  <a:pt x="4145" y="1928"/>
                </a:lnTo>
                <a:lnTo>
                  <a:pt x="4142" y="1928"/>
                </a:lnTo>
                <a:lnTo>
                  <a:pt x="4143" y="1928"/>
                </a:lnTo>
                <a:lnTo>
                  <a:pt x="4143" y="1929"/>
                </a:lnTo>
                <a:lnTo>
                  <a:pt x="4143" y="1930"/>
                </a:lnTo>
                <a:lnTo>
                  <a:pt x="4142" y="1930"/>
                </a:lnTo>
                <a:lnTo>
                  <a:pt x="4141" y="1930"/>
                </a:lnTo>
                <a:lnTo>
                  <a:pt x="4142" y="1931"/>
                </a:lnTo>
                <a:lnTo>
                  <a:pt x="4141" y="1931"/>
                </a:lnTo>
                <a:lnTo>
                  <a:pt x="4141" y="1932"/>
                </a:lnTo>
                <a:lnTo>
                  <a:pt x="4140" y="1932"/>
                </a:lnTo>
                <a:lnTo>
                  <a:pt x="4141" y="1933"/>
                </a:lnTo>
                <a:lnTo>
                  <a:pt x="4143" y="1934"/>
                </a:lnTo>
                <a:lnTo>
                  <a:pt x="4144" y="1935"/>
                </a:lnTo>
                <a:lnTo>
                  <a:pt x="4147" y="1938"/>
                </a:lnTo>
                <a:lnTo>
                  <a:pt x="4148" y="1937"/>
                </a:lnTo>
                <a:lnTo>
                  <a:pt x="4150" y="1937"/>
                </a:lnTo>
                <a:lnTo>
                  <a:pt x="4149" y="1939"/>
                </a:lnTo>
                <a:lnTo>
                  <a:pt x="4151" y="1939"/>
                </a:lnTo>
                <a:lnTo>
                  <a:pt x="4150" y="1940"/>
                </a:lnTo>
                <a:lnTo>
                  <a:pt x="4151" y="1941"/>
                </a:lnTo>
                <a:lnTo>
                  <a:pt x="4152" y="1941"/>
                </a:lnTo>
                <a:lnTo>
                  <a:pt x="4156" y="1943"/>
                </a:lnTo>
                <a:lnTo>
                  <a:pt x="4157" y="1944"/>
                </a:lnTo>
                <a:lnTo>
                  <a:pt x="4158" y="1944"/>
                </a:lnTo>
                <a:lnTo>
                  <a:pt x="4158" y="1945"/>
                </a:lnTo>
                <a:lnTo>
                  <a:pt x="4158" y="1946"/>
                </a:lnTo>
                <a:lnTo>
                  <a:pt x="4158" y="1947"/>
                </a:lnTo>
                <a:lnTo>
                  <a:pt x="4158" y="1948"/>
                </a:lnTo>
                <a:lnTo>
                  <a:pt x="4157" y="1948"/>
                </a:lnTo>
                <a:lnTo>
                  <a:pt x="4157" y="1949"/>
                </a:lnTo>
                <a:lnTo>
                  <a:pt x="4159" y="1948"/>
                </a:lnTo>
                <a:lnTo>
                  <a:pt x="4160" y="1948"/>
                </a:lnTo>
                <a:lnTo>
                  <a:pt x="4161" y="1948"/>
                </a:lnTo>
                <a:lnTo>
                  <a:pt x="4162" y="1948"/>
                </a:lnTo>
                <a:lnTo>
                  <a:pt x="4162" y="1947"/>
                </a:lnTo>
                <a:lnTo>
                  <a:pt x="4164" y="1947"/>
                </a:lnTo>
                <a:lnTo>
                  <a:pt x="4165" y="1948"/>
                </a:lnTo>
                <a:lnTo>
                  <a:pt x="4167" y="1949"/>
                </a:lnTo>
                <a:lnTo>
                  <a:pt x="4169" y="1950"/>
                </a:lnTo>
                <a:lnTo>
                  <a:pt x="4170" y="1950"/>
                </a:lnTo>
                <a:lnTo>
                  <a:pt x="4170" y="1951"/>
                </a:lnTo>
                <a:lnTo>
                  <a:pt x="4171" y="1951"/>
                </a:lnTo>
                <a:lnTo>
                  <a:pt x="4170" y="1951"/>
                </a:lnTo>
                <a:lnTo>
                  <a:pt x="4170" y="1952"/>
                </a:lnTo>
                <a:lnTo>
                  <a:pt x="4171" y="1952"/>
                </a:lnTo>
                <a:lnTo>
                  <a:pt x="4170" y="1953"/>
                </a:lnTo>
                <a:lnTo>
                  <a:pt x="4171" y="1954"/>
                </a:lnTo>
                <a:lnTo>
                  <a:pt x="4172" y="1954"/>
                </a:lnTo>
                <a:lnTo>
                  <a:pt x="4173" y="1953"/>
                </a:lnTo>
                <a:lnTo>
                  <a:pt x="4174" y="1954"/>
                </a:lnTo>
                <a:lnTo>
                  <a:pt x="4175" y="1954"/>
                </a:lnTo>
                <a:lnTo>
                  <a:pt x="4176" y="1954"/>
                </a:lnTo>
                <a:lnTo>
                  <a:pt x="4179" y="1954"/>
                </a:lnTo>
                <a:lnTo>
                  <a:pt x="4179" y="1955"/>
                </a:lnTo>
                <a:lnTo>
                  <a:pt x="4180" y="1955"/>
                </a:lnTo>
                <a:lnTo>
                  <a:pt x="4181" y="1955"/>
                </a:lnTo>
                <a:lnTo>
                  <a:pt x="4183" y="1955"/>
                </a:lnTo>
                <a:lnTo>
                  <a:pt x="4184" y="1956"/>
                </a:lnTo>
                <a:lnTo>
                  <a:pt x="4185" y="1956"/>
                </a:lnTo>
                <a:lnTo>
                  <a:pt x="4186" y="1957"/>
                </a:lnTo>
                <a:lnTo>
                  <a:pt x="4188" y="1957"/>
                </a:lnTo>
                <a:lnTo>
                  <a:pt x="4189" y="1957"/>
                </a:lnTo>
                <a:lnTo>
                  <a:pt x="4190" y="1958"/>
                </a:lnTo>
                <a:lnTo>
                  <a:pt x="4191" y="1958"/>
                </a:lnTo>
                <a:lnTo>
                  <a:pt x="4192" y="1959"/>
                </a:lnTo>
                <a:lnTo>
                  <a:pt x="4195" y="1960"/>
                </a:lnTo>
                <a:lnTo>
                  <a:pt x="4195" y="1961"/>
                </a:lnTo>
                <a:lnTo>
                  <a:pt x="4196" y="1961"/>
                </a:lnTo>
                <a:lnTo>
                  <a:pt x="4197" y="1962"/>
                </a:lnTo>
                <a:lnTo>
                  <a:pt x="4198" y="1962"/>
                </a:lnTo>
                <a:lnTo>
                  <a:pt x="4198" y="1963"/>
                </a:lnTo>
                <a:lnTo>
                  <a:pt x="4198" y="1964"/>
                </a:lnTo>
                <a:lnTo>
                  <a:pt x="4198" y="1963"/>
                </a:lnTo>
                <a:lnTo>
                  <a:pt x="4199" y="1963"/>
                </a:lnTo>
                <a:lnTo>
                  <a:pt x="4200" y="1964"/>
                </a:lnTo>
                <a:lnTo>
                  <a:pt x="4201" y="1964"/>
                </a:lnTo>
                <a:lnTo>
                  <a:pt x="4203" y="1965"/>
                </a:lnTo>
                <a:lnTo>
                  <a:pt x="4204" y="1965"/>
                </a:lnTo>
                <a:lnTo>
                  <a:pt x="4205" y="1966"/>
                </a:lnTo>
                <a:lnTo>
                  <a:pt x="4206" y="1966"/>
                </a:lnTo>
                <a:lnTo>
                  <a:pt x="4207" y="1966"/>
                </a:lnTo>
                <a:lnTo>
                  <a:pt x="4207" y="1967"/>
                </a:lnTo>
                <a:lnTo>
                  <a:pt x="4208" y="1967"/>
                </a:lnTo>
                <a:lnTo>
                  <a:pt x="4209" y="1968"/>
                </a:lnTo>
                <a:lnTo>
                  <a:pt x="4211" y="1969"/>
                </a:lnTo>
                <a:lnTo>
                  <a:pt x="4213" y="1970"/>
                </a:lnTo>
                <a:lnTo>
                  <a:pt x="4215" y="1971"/>
                </a:lnTo>
                <a:lnTo>
                  <a:pt x="4215" y="1972"/>
                </a:lnTo>
                <a:lnTo>
                  <a:pt x="4214" y="1972"/>
                </a:lnTo>
                <a:lnTo>
                  <a:pt x="4214" y="1973"/>
                </a:lnTo>
                <a:lnTo>
                  <a:pt x="4215" y="1974"/>
                </a:lnTo>
                <a:lnTo>
                  <a:pt x="4215" y="1975"/>
                </a:lnTo>
                <a:lnTo>
                  <a:pt x="4215" y="1976"/>
                </a:lnTo>
                <a:lnTo>
                  <a:pt x="4215" y="1977"/>
                </a:lnTo>
                <a:lnTo>
                  <a:pt x="4216" y="1978"/>
                </a:lnTo>
                <a:lnTo>
                  <a:pt x="4216" y="1979"/>
                </a:lnTo>
                <a:lnTo>
                  <a:pt x="4216" y="1980"/>
                </a:lnTo>
                <a:lnTo>
                  <a:pt x="4217" y="1980"/>
                </a:lnTo>
                <a:lnTo>
                  <a:pt x="4216" y="1981"/>
                </a:lnTo>
                <a:lnTo>
                  <a:pt x="4216" y="1982"/>
                </a:lnTo>
                <a:lnTo>
                  <a:pt x="4217" y="1982"/>
                </a:lnTo>
                <a:lnTo>
                  <a:pt x="4217" y="1983"/>
                </a:lnTo>
                <a:lnTo>
                  <a:pt x="4218" y="1985"/>
                </a:lnTo>
                <a:lnTo>
                  <a:pt x="4218" y="1986"/>
                </a:lnTo>
                <a:lnTo>
                  <a:pt x="4218" y="1987"/>
                </a:lnTo>
                <a:lnTo>
                  <a:pt x="4219" y="1988"/>
                </a:lnTo>
                <a:lnTo>
                  <a:pt x="4219" y="1989"/>
                </a:lnTo>
                <a:lnTo>
                  <a:pt x="4219" y="1990"/>
                </a:lnTo>
                <a:lnTo>
                  <a:pt x="4219" y="1991"/>
                </a:lnTo>
                <a:lnTo>
                  <a:pt x="4220" y="1992"/>
                </a:lnTo>
                <a:lnTo>
                  <a:pt x="4221" y="1993"/>
                </a:lnTo>
                <a:lnTo>
                  <a:pt x="4222" y="1994"/>
                </a:lnTo>
                <a:lnTo>
                  <a:pt x="4222" y="1995"/>
                </a:lnTo>
                <a:lnTo>
                  <a:pt x="4223" y="1996"/>
                </a:lnTo>
                <a:lnTo>
                  <a:pt x="4223" y="1997"/>
                </a:lnTo>
                <a:lnTo>
                  <a:pt x="4224" y="2000"/>
                </a:lnTo>
                <a:lnTo>
                  <a:pt x="4225" y="2001"/>
                </a:lnTo>
                <a:lnTo>
                  <a:pt x="4225" y="2002"/>
                </a:lnTo>
                <a:lnTo>
                  <a:pt x="4226" y="2004"/>
                </a:lnTo>
                <a:lnTo>
                  <a:pt x="4226" y="2005"/>
                </a:lnTo>
                <a:lnTo>
                  <a:pt x="4227" y="2005"/>
                </a:lnTo>
                <a:lnTo>
                  <a:pt x="4227" y="2006"/>
                </a:lnTo>
                <a:lnTo>
                  <a:pt x="4227" y="2007"/>
                </a:lnTo>
                <a:lnTo>
                  <a:pt x="4228" y="2007"/>
                </a:lnTo>
                <a:lnTo>
                  <a:pt x="4228" y="2008"/>
                </a:lnTo>
                <a:lnTo>
                  <a:pt x="4227" y="2008"/>
                </a:lnTo>
                <a:lnTo>
                  <a:pt x="4228" y="2008"/>
                </a:lnTo>
                <a:lnTo>
                  <a:pt x="4228" y="2009"/>
                </a:lnTo>
                <a:lnTo>
                  <a:pt x="4229" y="2010"/>
                </a:lnTo>
                <a:lnTo>
                  <a:pt x="4230" y="2012"/>
                </a:lnTo>
                <a:lnTo>
                  <a:pt x="4231" y="2013"/>
                </a:lnTo>
                <a:lnTo>
                  <a:pt x="4231" y="2014"/>
                </a:lnTo>
                <a:lnTo>
                  <a:pt x="4231" y="2015"/>
                </a:lnTo>
                <a:lnTo>
                  <a:pt x="4232" y="2016"/>
                </a:lnTo>
                <a:lnTo>
                  <a:pt x="4233" y="2017"/>
                </a:lnTo>
                <a:lnTo>
                  <a:pt x="4233" y="2018"/>
                </a:lnTo>
                <a:lnTo>
                  <a:pt x="4233" y="2020"/>
                </a:lnTo>
                <a:lnTo>
                  <a:pt x="4232" y="2021"/>
                </a:lnTo>
                <a:lnTo>
                  <a:pt x="4232" y="2022"/>
                </a:lnTo>
                <a:lnTo>
                  <a:pt x="4233" y="2022"/>
                </a:lnTo>
                <a:lnTo>
                  <a:pt x="4233" y="2021"/>
                </a:lnTo>
                <a:lnTo>
                  <a:pt x="4234" y="2021"/>
                </a:lnTo>
                <a:lnTo>
                  <a:pt x="4235" y="2021"/>
                </a:lnTo>
                <a:lnTo>
                  <a:pt x="4236" y="2022"/>
                </a:lnTo>
                <a:lnTo>
                  <a:pt x="4236" y="2023"/>
                </a:lnTo>
                <a:lnTo>
                  <a:pt x="4237" y="2024"/>
                </a:lnTo>
                <a:lnTo>
                  <a:pt x="4238" y="2026"/>
                </a:lnTo>
                <a:lnTo>
                  <a:pt x="4239" y="2028"/>
                </a:lnTo>
                <a:lnTo>
                  <a:pt x="4239" y="2029"/>
                </a:lnTo>
                <a:lnTo>
                  <a:pt x="4240" y="2030"/>
                </a:lnTo>
                <a:lnTo>
                  <a:pt x="4240" y="2031"/>
                </a:lnTo>
                <a:lnTo>
                  <a:pt x="4240" y="2032"/>
                </a:lnTo>
                <a:lnTo>
                  <a:pt x="4241" y="2032"/>
                </a:lnTo>
                <a:lnTo>
                  <a:pt x="4241" y="2033"/>
                </a:lnTo>
                <a:lnTo>
                  <a:pt x="4241" y="2035"/>
                </a:lnTo>
                <a:lnTo>
                  <a:pt x="4241" y="2036"/>
                </a:lnTo>
                <a:lnTo>
                  <a:pt x="4242" y="2036"/>
                </a:lnTo>
                <a:lnTo>
                  <a:pt x="4242" y="2037"/>
                </a:lnTo>
                <a:lnTo>
                  <a:pt x="4242" y="2038"/>
                </a:lnTo>
                <a:lnTo>
                  <a:pt x="4241" y="2038"/>
                </a:lnTo>
                <a:lnTo>
                  <a:pt x="4240" y="2039"/>
                </a:lnTo>
                <a:lnTo>
                  <a:pt x="4241" y="2039"/>
                </a:lnTo>
                <a:lnTo>
                  <a:pt x="4242" y="2039"/>
                </a:lnTo>
                <a:lnTo>
                  <a:pt x="4242" y="2040"/>
                </a:lnTo>
                <a:lnTo>
                  <a:pt x="4242" y="2041"/>
                </a:lnTo>
                <a:lnTo>
                  <a:pt x="4242" y="2043"/>
                </a:lnTo>
                <a:lnTo>
                  <a:pt x="4240" y="2044"/>
                </a:lnTo>
                <a:lnTo>
                  <a:pt x="4240" y="2046"/>
                </a:lnTo>
                <a:lnTo>
                  <a:pt x="4239" y="2046"/>
                </a:lnTo>
                <a:lnTo>
                  <a:pt x="4239" y="2047"/>
                </a:lnTo>
                <a:lnTo>
                  <a:pt x="4238" y="2047"/>
                </a:lnTo>
                <a:lnTo>
                  <a:pt x="4239" y="2047"/>
                </a:lnTo>
                <a:lnTo>
                  <a:pt x="4239" y="2048"/>
                </a:lnTo>
                <a:lnTo>
                  <a:pt x="4241" y="2049"/>
                </a:lnTo>
                <a:lnTo>
                  <a:pt x="4243" y="2051"/>
                </a:lnTo>
                <a:lnTo>
                  <a:pt x="4244" y="2051"/>
                </a:lnTo>
                <a:lnTo>
                  <a:pt x="4244" y="2052"/>
                </a:lnTo>
                <a:lnTo>
                  <a:pt x="4245" y="2052"/>
                </a:lnTo>
                <a:lnTo>
                  <a:pt x="4246" y="2052"/>
                </a:lnTo>
                <a:lnTo>
                  <a:pt x="4247" y="2052"/>
                </a:lnTo>
                <a:lnTo>
                  <a:pt x="4247" y="2053"/>
                </a:lnTo>
                <a:lnTo>
                  <a:pt x="4246" y="2053"/>
                </a:lnTo>
                <a:lnTo>
                  <a:pt x="4247" y="2053"/>
                </a:lnTo>
                <a:lnTo>
                  <a:pt x="4248" y="2052"/>
                </a:lnTo>
                <a:lnTo>
                  <a:pt x="4248" y="2054"/>
                </a:lnTo>
                <a:lnTo>
                  <a:pt x="4249" y="2055"/>
                </a:lnTo>
                <a:lnTo>
                  <a:pt x="4249" y="2056"/>
                </a:lnTo>
                <a:lnTo>
                  <a:pt x="4249" y="2055"/>
                </a:lnTo>
                <a:lnTo>
                  <a:pt x="4250" y="2055"/>
                </a:lnTo>
                <a:lnTo>
                  <a:pt x="4251" y="2056"/>
                </a:lnTo>
                <a:lnTo>
                  <a:pt x="4251" y="2057"/>
                </a:lnTo>
                <a:lnTo>
                  <a:pt x="4251" y="2058"/>
                </a:lnTo>
                <a:lnTo>
                  <a:pt x="4252" y="2060"/>
                </a:lnTo>
                <a:lnTo>
                  <a:pt x="4253" y="2060"/>
                </a:lnTo>
                <a:lnTo>
                  <a:pt x="4254" y="2061"/>
                </a:lnTo>
                <a:lnTo>
                  <a:pt x="4254" y="2063"/>
                </a:lnTo>
                <a:lnTo>
                  <a:pt x="4255" y="2064"/>
                </a:lnTo>
                <a:lnTo>
                  <a:pt x="4254" y="2065"/>
                </a:lnTo>
                <a:lnTo>
                  <a:pt x="4253" y="2065"/>
                </a:lnTo>
                <a:lnTo>
                  <a:pt x="4253" y="2066"/>
                </a:lnTo>
                <a:lnTo>
                  <a:pt x="4254" y="2065"/>
                </a:lnTo>
                <a:lnTo>
                  <a:pt x="4255" y="2067"/>
                </a:lnTo>
                <a:lnTo>
                  <a:pt x="4255" y="2068"/>
                </a:lnTo>
                <a:lnTo>
                  <a:pt x="4254" y="2068"/>
                </a:lnTo>
                <a:lnTo>
                  <a:pt x="4252" y="2069"/>
                </a:lnTo>
                <a:lnTo>
                  <a:pt x="4251" y="2070"/>
                </a:lnTo>
                <a:lnTo>
                  <a:pt x="4250" y="2070"/>
                </a:lnTo>
                <a:lnTo>
                  <a:pt x="4252" y="2070"/>
                </a:lnTo>
                <a:lnTo>
                  <a:pt x="4253" y="2069"/>
                </a:lnTo>
                <a:lnTo>
                  <a:pt x="4254" y="2069"/>
                </a:lnTo>
                <a:lnTo>
                  <a:pt x="4255" y="2068"/>
                </a:lnTo>
                <a:lnTo>
                  <a:pt x="4255" y="2069"/>
                </a:lnTo>
                <a:lnTo>
                  <a:pt x="4256" y="2069"/>
                </a:lnTo>
                <a:lnTo>
                  <a:pt x="4256" y="2070"/>
                </a:lnTo>
                <a:lnTo>
                  <a:pt x="4257" y="2070"/>
                </a:lnTo>
                <a:lnTo>
                  <a:pt x="4257" y="2071"/>
                </a:lnTo>
                <a:lnTo>
                  <a:pt x="4258" y="2073"/>
                </a:lnTo>
                <a:lnTo>
                  <a:pt x="4258" y="2074"/>
                </a:lnTo>
                <a:lnTo>
                  <a:pt x="4259" y="2074"/>
                </a:lnTo>
                <a:lnTo>
                  <a:pt x="4259" y="2075"/>
                </a:lnTo>
                <a:lnTo>
                  <a:pt x="4260" y="2076"/>
                </a:lnTo>
                <a:lnTo>
                  <a:pt x="4259" y="2076"/>
                </a:lnTo>
                <a:lnTo>
                  <a:pt x="4260" y="2077"/>
                </a:lnTo>
                <a:lnTo>
                  <a:pt x="4260" y="2078"/>
                </a:lnTo>
                <a:lnTo>
                  <a:pt x="4261" y="2080"/>
                </a:lnTo>
                <a:lnTo>
                  <a:pt x="4261" y="2081"/>
                </a:lnTo>
                <a:lnTo>
                  <a:pt x="4263" y="2080"/>
                </a:lnTo>
                <a:lnTo>
                  <a:pt x="4264" y="2080"/>
                </a:lnTo>
                <a:lnTo>
                  <a:pt x="4265" y="2082"/>
                </a:lnTo>
                <a:lnTo>
                  <a:pt x="4264" y="2082"/>
                </a:lnTo>
                <a:lnTo>
                  <a:pt x="4265" y="2083"/>
                </a:lnTo>
                <a:lnTo>
                  <a:pt x="4265" y="2084"/>
                </a:lnTo>
                <a:lnTo>
                  <a:pt x="4265" y="2085"/>
                </a:lnTo>
                <a:lnTo>
                  <a:pt x="4264" y="2085"/>
                </a:lnTo>
                <a:lnTo>
                  <a:pt x="4264" y="2086"/>
                </a:lnTo>
                <a:lnTo>
                  <a:pt x="4265" y="2087"/>
                </a:lnTo>
                <a:lnTo>
                  <a:pt x="4265" y="2088"/>
                </a:lnTo>
                <a:lnTo>
                  <a:pt x="4266" y="2089"/>
                </a:lnTo>
                <a:lnTo>
                  <a:pt x="4266" y="2090"/>
                </a:lnTo>
                <a:lnTo>
                  <a:pt x="4266" y="2091"/>
                </a:lnTo>
                <a:lnTo>
                  <a:pt x="4267" y="2092"/>
                </a:lnTo>
                <a:lnTo>
                  <a:pt x="4267" y="2093"/>
                </a:lnTo>
                <a:lnTo>
                  <a:pt x="4267" y="2094"/>
                </a:lnTo>
                <a:lnTo>
                  <a:pt x="4267" y="2096"/>
                </a:lnTo>
                <a:lnTo>
                  <a:pt x="4267" y="2097"/>
                </a:lnTo>
                <a:lnTo>
                  <a:pt x="4267" y="2098"/>
                </a:lnTo>
                <a:lnTo>
                  <a:pt x="4264" y="2098"/>
                </a:lnTo>
                <a:lnTo>
                  <a:pt x="4263" y="2099"/>
                </a:lnTo>
                <a:lnTo>
                  <a:pt x="4264" y="2099"/>
                </a:lnTo>
                <a:lnTo>
                  <a:pt x="4267" y="2100"/>
                </a:lnTo>
                <a:lnTo>
                  <a:pt x="4268" y="2101"/>
                </a:lnTo>
                <a:lnTo>
                  <a:pt x="4269" y="2102"/>
                </a:lnTo>
                <a:lnTo>
                  <a:pt x="4270" y="2102"/>
                </a:lnTo>
                <a:lnTo>
                  <a:pt x="4269" y="2102"/>
                </a:lnTo>
                <a:lnTo>
                  <a:pt x="4270" y="2102"/>
                </a:lnTo>
                <a:lnTo>
                  <a:pt x="4271" y="2103"/>
                </a:lnTo>
                <a:lnTo>
                  <a:pt x="4271" y="2104"/>
                </a:lnTo>
                <a:lnTo>
                  <a:pt x="4271" y="2107"/>
                </a:lnTo>
                <a:lnTo>
                  <a:pt x="4271" y="2108"/>
                </a:lnTo>
                <a:lnTo>
                  <a:pt x="4270" y="2108"/>
                </a:lnTo>
                <a:lnTo>
                  <a:pt x="4270" y="2109"/>
                </a:lnTo>
                <a:lnTo>
                  <a:pt x="4271" y="2109"/>
                </a:lnTo>
                <a:lnTo>
                  <a:pt x="4272" y="2111"/>
                </a:lnTo>
                <a:lnTo>
                  <a:pt x="4273" y="2112"/>
                </a:lnTo>
                <a:lnTo>
                  <a:pt x="4273" y="2113"/>
                </a:lnTo>
                <a:lnTo>
                  <a:pt x="4273" y="2114"/>
                </a:lnTo>
                <a:lnTo>
                  <a:pt x="4273" y="2115"/>
                </a:lnTo>
                <a:lnTo>
                  <a:pt x="4272" y="2115"/>
                </a:lnTo>
                <a:lnTo>
                  <a:pt x="4272" y="2116"/>
                </a:lnTo>
                <a:lnTo>
                  <a:pt x="4272" y="2117"/>
                </a:lnTo>
                <a:lnTo>
                  <a:pt x="4273" y="2116"/>
                </a:lnTo>
                <a:lnTo>
                  <a:pt x="4275" y="2116"/>
                </a:lnTo>
                <a:lnTo>
                  <a:pt x="4277" y="2116"/>
                </a:lnTo>
                <a:lnTo>
                  <a:pt x="4276" y="2128"/>
                </a:lnTo>
                <a:lnTo>
                  <a:pt x="4275" y="2128"/>
                </a:lnTo>
                <a:lnTo>
                  <a:pt x="4275" y="2132"/>
                </a:lnTo>
                <a:lnTo>
                  <a:pt x="4272" y="2132"/>
                </a:lnTo>
                <a:lnTo>
                  <a:pt x="4271" y="2133"/>
                </a:lnTo>
                <a:lnTo>
                  <a:pt x="4271" y="2134"/>
                </a:lnTo>
                <a:lnTo>
                  <a:pt x="4270" y="2134"/>
                </a:lnTo>
                <a:lnTo>
                  <a:pt x="4270" y="2135"/>
                </a:lnTo>
                <a:lnTo>
                  <a:pt x="4270" y="2136"/>
                </a:lnTo>
                <a:lnTo>
                  <a:pt x="4271" y="2136"/>
                </a:lnTo>
                <a:lnTo>
                  <a:pt x="4273" y="2135"/>
                </a:lnTo>
                <a:lnTo>
                  <a:pt x="4273" y="2136"/>
                </a:lnTo>
                <a:lnTo>
                  <a:pt x="4274" y="2136"/>
                </a:lnTo>
                <a:lnTo>
                  <a:pt x="4274" y="2135"/>
                </a:lnTo>
                <a:lnTo>
                  <a:pt x="4275" y="2135"/>
                </a:lnTo>
                <a:lnTo>
                  <a:pt x="4275" y="2136"/>
                </a:lnTo>
                <a:lnTo>
                  <a:pt x="4275" y="2137"/>
                </a:lnTo>
                <a:lnTo>
                  <a:pt x="4276" y="2137"/>
                </a:lnTo>
                <a:lnTo>
                  <a:pt x="4276" y="2138"/>
                </a:lnTo>
                <a:lnTo>
                  <a:pt x="4277" y="2139"/>
                </a:lnTo>
                <a:lnTo>
                  <a:pt x="4277" y="2140"/>
                </a:lnTo>
                <a:lnTo>
                  <a:pt x="4277" y="2141"/>
                </a:lnTo>
                <a:lnTo>
                  <a:pt x="4275" y="2143"/>
                </a:lnTo>
                <a:lnTo>
                  <a:pt x="4275" y="2144"/>
                </a:lnTo>
                <a:lnTo>
                  <a:pt x="4275" y="2145"/>
                </a:lnTo>
                <a:lnTo>
                  <a:pt x="4276" y="2144"/>
                </a:lnTo>
                <a:lnTo>
                  <a:pt x="4277" y="2144"/>
                </a:lnTo>
                <a:lnTo>
                  <a:pt x="4278" y="2144"/>
                </a:lnTo>
                <a:lnTo>
                  <a:pt x="4279" y="2144"/>
                </a:lnTo>
                <a:lnTo>
                  <a:pt x="4281" y="2145"/>
                </a:lnTo>
                <a:lnTo>
                  <a:pt x="4281" y="2144"/>
                </a:lnTo>
                <a:lnTo>
                  <a:pt x="4284" y="2146"/>
                </a:lnTo>
                <a:lnTo>
                  <a:pt x="4283" y="2146"/>
                </a:lnTo>
                <a:lnTo>
                  <a:pt x="4282" y="2148"/>
                </a:lnTo>
                <a:lnTo>
                  <a:pt x="4283" y="2148"/>
                </a:lnTo>
                <a:lnTo>
                  <a:pt x="4284" y="2149"/>
                </a:lnTo>
                <a:lnTo>
                  <a:pt x="4285" y="2149"/>
                </a:lnTo>
                <a:lnTo>
                  <a:pt x="4286" y="2149"/>
                </a:lnTo>
                <a:lnTo>
                  <a:pt x="4287" y="2150"/>
                </a:lnTo>
                <a:lnTo>
                  <a:pt x="4288" y="2150"/>
                </a:lnTo>
                <a:lnTo>
                  <a:pt x="4289" y="2150"/>
                </a:lnTo>
                <a:lnTo>
                  <a:pt x="4290" y="2150"/>
                </a:lnTo>
                <a:lnTo>
                  <a:pt x="4290" y="2151"/>
                </a:lnTo>
                <a:lnTo>
                  <a:pt x="4291" y="2151"/>
                </a:lnTo>
                <a:lnTo>
                  <a:pt x="4298" y="2155"/>
                </a:lnTo>
                <a:lnTo>
                  <a:pt x="4296" y="2158"/>
                </a:lnTo>
                <a:lnTo>
                  <a:pt x="4297" y="2158"/>
                </a:lnTo>
                <a:lnTo>
                  <a:pt x="4298" y="2158"/>
                </a:lnTo>
                <a:lnTo>
                  <a:pt x="4300" y="2156"/>
                </a:lnTo>
                <a:lnTo>
                  <a:pt x="4303" y="2158"/>
                </a:lnTo>
                <a:lnTo>
                  <a:pt x="4303" y="2159"/>
                </a:lnTo>
                <a:lnTo>
                  <a:pt x="4305" y="2160"/>
                </a:lnTo>
                <a:lnTo>
                  <a:pt x="4306" y="2159"/>
                </a:lnTo>
                <a:lnTo>
                  <a:pt x="4307" y="2159"/>
                </a:lnTo>
                <a:lnTo>
                  <a:pt x="4309" y="2160"/>
                </a:lnTo>
                <a:lnTo>
                  <a:pt x="4310" y="2160"/>
                </a:lnTo>
                <a:lnTo>
                  <a:pt x="4313" y="2162"/>
                </a:lnTo>
                <a:lnTo>
                  <a:pt x="4314" y="2163"/>
                </a:lnTo>
                <a:lnTo>
                  <a:pt x="4316" y="2164"/>
                </a:lnTo>
                <a:lnTo>
                  <a:pt x="4317" y="2165"/>
                </a:lnTo>
                <a:lnTo>
                  <a:pt x="4317" y="2166"/>
                </a:lnTo>
                <a:lnTo>
                  <a:pt x="4317" y="2167"/>
                </a:lnTo>
                <a:lnTo>
                  <a:pt x="4317" y="2169"/>
                </a:lnTo>
                <a:lnTo>
                  <a:pt x="4317" y="2170"/>
                </a:lnTo>
                <a:lnTo>
                  <a:pt x="4317" y="2172"/>
                </a:lnTo>
                <a:lnTo>
                  <a:pt x="4318" y="2173"/>
                </a:lnTo>
                <a:lnTo>
                  <a:pt x="4318" y="2174"/>
                </a:lnTo>
                <a:lnTo>
                  <a:pt x="4319" y="2174"/>
                </a:lnTo>
                <a:lnTo>
                  <a:pt x="4319" y="2177"/>
                </a:lnTo>
                <a:lnTo>
                  <a:pt x="4320" y="2178"/>
                </a:lnTo>
                <a:lnTo>
                  <a:pt x="4320" y="2179"/>
                </a:lnTo>
                <a:lnTo>
                  <a:pt x="4320" y="2180"/>
                </a:lnTo>
                <a:lnTo>
                  <a:pt x="4321" y="2181"/>
                </a:lnTo>
                <a:lnTo>
                  <a:pt x="4322" y="2181"/>
                </a:lnTo>
                <a:lnTo>
                  <a:pt x="4323" y="2182"/>
                </a:lnTo>
                <a:lnTo>
                  <a:pt x="4323" y="2183"/>
                </a:lnTo>
                <a:lnTo>
                  <a:pt x="4323" y="2184"/>
                </a:lnTo>
                <a:lnTo>
                  <a:pt x="4322" y="2184"/>
                </a:lnTo>
                <a:lnTo>
                  <a:pt x="4321" y="2185"/>
                </a:lnTo>
                <a:lnTo>
                  <a:pt x="4320" y="2185"/>
                </a:lnTo>
                <a:lnTo>
                  <a:pt x="4318" y="2185"/>
                </a:lnTo>
                <a:lnTo>
                  <a:pt x="4316" y="2184"/>
                </a:lnTo>
                <a:lnTo>
                  <a:pt x="4316" y="2183"/>
                </a:lnTo>
                <a:lnTo>
                  <a:pt x="4316" y="2184"/>
                </a:lnTo>
                <a:lnTo>
                  <a:pt x="4315" y="2184"/>
                </a:lnTo>
                <a:lnTo>
                  <a:pt x="4314" y="2184"/>
                </a:lnTo>
                <a:lnTo>
                  <a:pt x="4314" y="2185"/>
                </a:lnTo>
                <a:lnTo>
                  <a:pt x="4312" y="2185"/>
                </a:lnTo>
                <a:lnTo>
                  <a:pt x="4313" y="2185"/>
                </a:lnTo>
                <a:lnTo>
                  <a:pt x="4314" y="2185"/>
                </a:lnTo>
                <a:lnTo>
                  <a:pt x="4315" y="2185"/>
                </a:lnTo>
                <a:lnTo>
                  <a:pt x="4316" y="2185"/>
                </a:lnTo>
                <a:lnTo>
                  <a:pt x="4317" y="2185"/>
                </a:lnTo>
                <a:lnTo>
                  <a:pt x="4317" y="2186"/>
                </a:lnTo>
                <a:lnTo>
                  <a:pt x="4317" y="2188"/>
                </a:lnTo>
                <a:lnTo>
                  <a:pt x="4318" y="2189"/>
                </a:lnTo>
                <a:lnTo>
                  <a:pt x="4319" y="2189"/>
                </a:lnTo>
                <a:lnTo>
                  <a:pt x="4320" y="2189"/>
                </a:lnTo>
                <a:lnTo>
                  <a:pt x="4321" y="2190"/>
                </a:lnTo>
                <a:lnTo>
                  <a:pt x="4322" y="2189"/>
                </a:lnTo>
                <a:lnTo>
                  <a:pt x="4324" y="2189"/>
                </a:lnTo>
                <a:lnTo>
                  <a:pt x="4325" y="2189"/>
                </a:lnTo>
                <a:lnTo>
                  <a:pt x="4326" y="2190"/>
                </a:lnTo>
                <a:lnTo>
                  <a:pt x="4326" y="2191"/>
                </a:lnTo>
                <a:lnTo>
                  <a:pt x="4327" y="2192"/>
                </a:lnTo>
                <a:lnTo>
                  <a:pt x="4326" y="2194"/>
                </a:lnTo>
                <a:lnTo>
                  <a:pt x="4327" y="2194"/>
                </a:lnTo>
                <a:lnTo>
                  <a:pt x="4328" y="2195"/>
                </a:lnTo>
                <a:lnTo>
                  <a:pt x="4329" y="2195"/>
                </a:lnTo>
                <a:lnTo>
                  <a:pt x="4330" y="2196"/>
                </a:lnTo>
                <a:lnTo>
                  <a:pt x="4331" y="2196"/>
                </a:lnTo>
                <a:lnTo>
                  <a:pt x="4332" y="2194"/>
                </a:lnTo>
                <a:lnTo>
                  <a:pt x="4334" y="2195"/>
                </a:lnTo>
                <a:lnTo>
                  <a:pt x="4342" y="2198"/>
                </a:lnTo>
                <a:lnTo>
                  <a:pt x="4346" y="2200"/>
                </a:lnTo>
                <a:lnTo>
                  <a:pt x="4348" y="2202"/>
                </a:lnTo>
                <a:lnTo>
                  <a:pt x="4347" y="2202"/>
                </a:lnTo>
                <a:lnTo>
                  <a:pt x="4346" y="2204"/>
                </a:lnTo>
                <a:lnTo>
                  <a:pt x="4347" y="2204"/>
                </a:lnTo>
                <a:lnTo>
                  <a:pt x="4347" y="2205"/>
                </a:lnTo>
                <a:lnTo>
                  <a:pt x="4348" y="2205"/>
                </a:lnTo>
                <a:lnTo>
                  <a:pt x="4349" y="2206"/>
                </a:lnTo>
                <a:lnTo>
                  <a:pt x="4351" y="2207"/>
                </a:lnTo>
                <a:lnTo>
                  <a:pt x="4352" y="2209"/>
                </a:lnTo>
                <a:lnTo>
                  <a:pt x="4353" y="2209"/>
                </a:lnTo>
                <a:lnTo>
                  <a:pt x="4354" y="2210"/>
                </a:lnTo>
                <a:lnTo>
                  <a:pt x="4358" y="2219"/>
                </a:lnTo>
                <a:lnTo>
                  <a:pt x="4358" y="2220"/>
                </a:lnTo>
                <a:lnTo>
                  <a:pt x="4358" y="2222"/>
                </a:lnTo>
                <a:lnTo>
                  <a:pt x="4359" y="2222"/>
                </a:lnTo>
                <a:lnTo>
                  <a:pt x="4359" y="2223"/>
                </a:lnTo>
                <a:lnTo>
                  <a:pt x="4359" y="2224"/>
                </a:lnTo>
                <a:lnTo>
                  <a:pt x="4360" y="2224"/>
                </a:lnTo>
                <a:lnTo>
                  <a:pt x="4360" y="2225"/>
                </a:lnTo>
                <a:lnTo>
                  <a:pt x="4360" y="2226"/>
                </a:lnTo>
                <a:lnTo>
                  <a:pt x="4361" y="2226"/>
                </a:lnTo>
                <a:lnTo>
                  <a:pt x="4361" y="2227"/>
                </a:lnTo>
                <a:lnTo>
                  <a:pt x="4362" y="2229"/>
                </a:lnTo>
                <a:lnTo>
                  <a:pt x="4362" y="2230"/>
                </a:lnTo>
                <a:lnTo>
                  <a:pt x="4363" y="2230"/>
                </a:lnTo>
                <a:lnTo>
                  <a:pt x="4363" y="2231"/>
                </a:lnTo>
                <a:lnTo>
                  <a:pt x="4363" y="2232"/>
                </a:lnTo>
                <a:lnTo>
                  <a:pt x="4363" y="2233"/>
                </a:lnTo>
                <a:lnTo>
                  <a:pt x="4363" y="2234"/>
                </a:lnTo>
                <a:lnTo>
                  <a:pt x="4362" y="2236"/>
                </a:lnTo>
                <a:lnTo>
                  <a:pt x="4361" y="2236"/>
                </a:lnTo>
                <a:lnTo>
                  <a:pt x="4360" y="2237"/>
                </a:lnTo>
                <a:lnTo>
                  <a:pt x="4359" y="2237"/>
                </a:lnTo>
                <a:lnTo>
                  <a:pt x="4359" y="2240"/>
                </a:lnTo>
                <a:lnTo>
                  <a:pt x="4359" y="2243"/>
                </a:lnTo>
                <a:lnTo>
                  <a:pt x="4359" y="2245"/>
                </a:lnTo>
                <a:lnTo>
                  <a:pt x="4359" y="2248"/>
                </a:lnTo>
                <a:lnTo>
                  <a:pt x="4360" y="2248"/>
                </a:lnTo>
                <a:lnTo>
                  <a:pt x="4362" y="2249"/>
                </a:lnTo>
                <a:lnTo>
                  <a:pt x="4366" y="2252"/>
                </a:lnTo>
                <a:lnTo>
                  <a:pt x="4367" y="2253"/>
                </a:lnTo>
                <a:lnTo>
                  <a:pt x="4368" y="2254"/>
                </a:lnTo>
                <a:lnTo>
                  <a:pt x="4369" y="2256"/>
                </a:lnTo>
                <a:lnTo>
                  <a:pt x="4369" y="2257"/>
                </a:lnTo>
                <a:lnTo>
                  <a:pt x="4369" y="2258"/>
                </a:lnTo>
                <a:lnTo>
                  <a:pt x="4369" y="2259"/>
                </a:lnTo>
                <a:lnTo>
                  <a:pt x="4368" y="2260"/>
                </a:lnTo>
                <a:lnTo>
                  <a:pt x="4367" y="2260"/>
                </a:lnTo>
                <a:lnTo>
                  <a:pt x="4366" y="2260"/>
                </a:lnTo>
                <a:lnTo>
                  <a:pt x="4363" y="2262"/>
                </a:lnTo>
                <a:lnTo>
                  <a:pt x="4359" y="2263"/>
                </a:lnTo>
                <a:lnTo>
                  <a:pt x="4359" y="2264"/>
                </a:lnTo>
                <a:lnTo>
                  <a:pt x="4359" y="2271"/>
                </a:lnTo>
                <a:lnTo>
                  <a:pt x="4362" y="2273"/>
                </a:lnTo>
                <a:lnTo>
                  <a:pt x="4361" y="2275"/>
                </a:lnTo>
                <a:lnTo>
                  <a:pt x="4363" y="2275"/>
                </a:lnTo>
                <a:lnTo>
                  <a:pt x="4368" y="2276"/>
                </a:lnTo>
                <a:lnTo>
                  <a:pt x="4375" y="2277"/>
                </a:lnTo>
                <a:lnTo>
                  <a:pt x="4374" y="2279"/>
                </a:lnTo>
                <a:lnTo>
                  <a:pt x="4371" y="2279"/>
                </a:lnTo>
                <a:lnTo>
                  <a:pt x="4368" y="2278"/>
                </a:lnTo>
                <a:lnTo>
                  <a:pt x="4367" y="2278"/>
                </a:lnTo>
                <a:lnTo>
                  <a:pt x="4365" y="2278"/>
                </a:lnTo>
                <a:lnTo>
                  <a:pt x="4360" y="2278"/>
                </a:lnTo>
                <a:lnTo>
                  <a:pt x="4357" y="2278"/>
                </a:lnTo>
                <a:lnTo>
                  <a:pt x="4356" y="2278"/>
                </a:lnTo>
                <a:lnTo>
                  <a:pt x="4357" y="2279"/>
                </a:lnTo>
                <a:lnTo>
                  <a:pt x="4357" y="2281"/>
                </a:lnTo>
                <a:lnTo>
                  <a:pt x="4356" y="2284"/>
                </a:lnTo>
                <a:lnTo>
                  <a:pt x="4355" y="2285"/>
                </a:lnTo>
                <a:lnTo>
                  <a:pt x="4355" y="2286"/>
                </a:lnTo>
                <a:lnTo>
                  <a:pt x="4354" y="2286"/>
                </a:lnTo>
                <a:lnTo>
                  <a:pt x="4353" y="2285"/>
                </a:lnTo>
                <a:lnTo>
                  <a:pt x="4351" y="2285"/>
                </a:lnTo>
                <a:lnTo>
                  <a:pt x="4349" y="2287"/>
                </a:lnTo>
                <a:lnTo>
                  <a:pt x="4350" y="2287"/>
                </a:lnTo>
                <a:lnTo>
                  <a:pt x="4351" y="2289"/>
                </a:lnTo>
                <a:lnTo>
                  <a:pt x="4353" y="2291"/>
                </a:lnTo>
                <a:lnTo>
                  <a:pt x="4354" y="2292"/>
                </a:lnTo>
                <a:lnTo>
                  <a:pt x="4355" y="2293"/>
                </a:lnTo>
                <a:lnTo>
                  <a:pt x="4359" y="2296"/>
                </a:lnTo>
                <a:lnTo>
                  <a:pt x="4357" y="2297"/>
                </a:lnTo>
                <a:lnTo>
                  <a:pt x="4357" y="2298"/>
                </a:lnTo>
                <a:lnTo>
                  <a:pt x="4358" y="2298"/>
                </a:lnTo>
                <a:lnTo>
                  <a:pt x="4360" y="2302"/>
                </a:lnTo>
                <a:lnTo>
                  <a:pt x="4364" y="2308"/>
                </a:lnTo>
                <a:lnTo>
                  <a:pt x="4364" y="2309"/>
                </a:lnTo>
                <a:lnTo>
                  <a:pt x="4365" y="2309"/>
                </a:lnTo>
                <a:lnTo>
                  <a:pt x="4368" y="2317"/>
                </a:lnTo>
                <a:lnTo>
                  <a:pt x="4367" y="2321"/>
                </a:lnTo>
                <a:lnTo>
                  <a:pt x="4367" y="2322"/>
                </a:lnTo>
                <a:lnTo>
                  <a:pt x="4365" y="2322"/>
                </a:lnTo>
                <a:lnTo>
                  <a:pt x="4362" y="2323"/>
                </a:lnTo>
                <a:lnTo>
                  <a:pt x="4362" y="2324"/>
                </a:lnTo>
                <a:lnTo>
                  <a:pt x="4360" y="2325"/>
                </a:lnTo>
                <a:lnTo>
                  <a:pt x="4359" y="2325"/>
                </a:lnTo>
                <a:lnTo>
                  <a:pt x="4356" y="2324"/>
                </a:lnTo>
                <a:lnTo>
                  <a:pt x="4356" y="2325"/>
                </a:lnTo>
                <a:lnTo>
                  <a:pt x="4355" y="2325"/>
                </a:lnTo>
                <a:lnTo>
                  <a:pt x="4353" y="2325"/>
                </a:lnTo>
                <a:lnTo>
                  <a:pt x="4352" y="2325"/>
                </a:lnTo>
                <a:lnTo>
                  <a:pt x="4349" y="2325"/>
                </a:lnTo>
                <a:lnTo>
                  <a:pt x="4349" y="2324"/>
                </a:lnTo>
                <a:lnTo>
                  <a:pt x="4346" y="2324"/>
                </a:lnTo>
                <a:lnTo>
                  <a:pt x="4345" y="2325"/>
                </a:lnTo>
                <a:lnTo>
                  <a:pt x="4343" y="2325"/>
                </a:lnTo>
                <a:lnTo>
                  <a:pt x="4342" y="2325"/>
                </a:lnTo>
                <a:lnTo>
                  <a:pt x="4340" y="2325"/>
                </a:lnTo>
                <a:lnTo>
                  <a:pt x="4339" y="2325"/>
                </a:lnTo>
                <a:lnTo>
                  <a:pt x="4337" y="2325"/>
                </a:lnTo>
                <a:lnTo>
                  <a:pt x="4336" y="2326"/>
                </a:lnTo>
                <a:lnTo>
                  <a:pt x="4335" y="2326"/>
                </a:lnTo>
                <a:lnTo>
                  <a:pt x="4333" y="2327"/>
                </a:lnTo>
                <a:lnTo>
                  <a:pt x="4331" y="2327"/>
                </a:lnTo>
                <a:lnTo>
                  <a:pt x="4328" y="2328"/>
                </a:lnTo>
                <a:lnTo>
                  <a:pt x="4327" y="2328"/>
                </a:lnTo>
                <a:lnTo>
                  <a:pt x="4326" y="2328"/>
                </a:lnTo>
                <a:lnTo>
                  <a:pt x="4326" y="2329"/>
                </a:lnTo>
                <a:lnTo>
                  <a:pt x="4324" y="2330"/>
                </a:lnTo>
                <a:lnTo>
                  <a:pt x="4323" y="2331"/>
                </a:lnTo>
                <a:lnTo>
                  <a:pt x="4321" y="2331"/>
                </a:lnTo>
                <a:lnTo>
                  <a:pt x="4318" y="2333"/>
                </a:lnTo>
                <a:lnTo>
                  <a:pt x="4317" y="2334"/>
                </a:lnTo>
                <a:lnTo>
                  <a:pt x="4316" y="2334"/>
                </a:lnTo>
                <a:lnTo>
                  <a:pt x="4315" y="2336"/>
                </a:lnTo>
                <a:lnTo>
                  <a:pt x="4314" y="2336"/>
                </a:lnTo>
                <a:lnTo>
                  <a:pt x="4312" y="2338"/>
                </a:lnTo>
                <a:lnTo>
                  <a:pt x="4311" y="2339"/>
                </a:lnTo>
                <a:lnTo>
                  <a:pt x="4310" y="2339"/>
                </a:lnTo>
                <a:lnTo>
                  <a:pt x="4309" y="2340"/>
                </a:lnTo>
                <a:lnTo>
                  <a:pt x="4308" y="2340"/>
                </a:lnTo>
                <a:lnTo>
                  <a:pt x="4307" y="2340"/>
                </a:lnTo>
                <a:lnTo>
                  <a:pt x="4306" y="2340"/>
                </a:lnTo>
                <a:lnTo>
                  <a:pt x="4304" y="2340"/>
                </a:lnTo>
                <a:lnTo>
                  <a:pt x="4304" y="2341"/>
                </a:lnTo>
                <a:lnTo>
                  <a:pt x="4303" y="2341"/>
                </a:lnTo>
                <a:lnTo>
                  <a:pt x="4303" y="2343"/>
                </a:lnTo>
                <a:lnTo>
                  <a:pt x="4301" y="2360"/>
                </a:lnTo>
                <a:lnTo>
                  <a:pt x="4301" y="2361"/>
                </a:lnTo>
                <a:lnTo>
                  <a:pt x="4301" y="2365"/>
                </a:lnTo>
                <a:lnTo>
                  <a:pt x="4301" y="2367"/>
                </a:lnTo>
                <a:lnTo>
                  <a:pt x="4300" y="2374"/>
                </a:lnTo>
                <a:lnTo>
                  <a:pt x="4304" y="2374"/>
                </a:lnTo>
                <a:lnTo>
                  <a:pt x="4304" y="2370"/>
                </a:lnTo>
                <a:lnTo>
                  <a:pt x="4307" y="2371"/>
                </a:lnTo>
                <a:lnTo>
                  <a:pt x="4310" y="2372"/>
                </a:lnTo>
                <a:lnTo>
                  <a:pt x="4314" y="2375"/>
                </a:lnTo>
                <a:lnTo>
                  <a:pt x="4313" y="2376"/>
                </a:lnTo>
                <a:lnTo>
                  <a:pt x="4316" y="2379"/>
                </a:lnTo>
                <a:lnTo>
                  <a:pt x="4317" y="2380"/>
                </a:lnTo>
                <a:lnTo>
                  <a:pt x="4319" y="2381"/>
                </a:lnTo>
                <a:lnTo>
                  <a:pt x="4322" y="2383"/>
                </a:lnTo>
                <a:lnTo>
                  <a:pt x="4323" y="2386"/>
                </a:lnTo>
                <a:lnTo>
                  <a:pt x="4324" y="2386"/>
                </a:lnTo>
                <a:lnTo>
                  <a:pt x="4327" y="2389"/>
                </a:lnTo>
                <a:lnTo>
                  <a:pt x="4328" y="2391"/>
                </a:lnTo>
                <a:lnTo>
                  <a:pt x="4329" y="2394"/>
                </a:lnTo>
                <a:lnTo>
                  <a:pt x="4331" y="2396"/>
                </a:lnTo>
                <a:lnTo>
                  <a:pt x="4333" y="2400"/>
                </a:lnTo>
                <a:lnTo>
                  <a:pt x="4333" y="2401"/>
                </a:lnTo>
                <a:lnTo>
                  <a:pt x="4336" y="2404"/>
                </a:lnTo>
                <a:lnTo>
                  <a:pt x="4336" y="2406"/>
                </a:lnTo>
                <a:lnTo>
                  <a:pt x="4337" y="2406"/>
                </a:lnTo>
                <a:lnTo>
                  <a:pt x="4337" y="2405"/>
                </a:lnTo>
                <a:lnTo>
                  <a:pt x="4338" y="2404"/>
                </a:lnTo>
                <a:lnTo>
                  <a:pt x="4341" y="2410"/>
                </a:lnTo>
                <a:lnTo>
                  <a:pt x="4340" y="2411"/>
                </a:lnTo>
                <a:lnTo>
                  <a:pt x="4341" y="2411"/>
                </a:lnTo>
                <a:lnTo>
                  <a:pt x="4341" y="2412"/>
                </a:lnTo>
                <a:lnTo>
                  <a:pt x="4342" y="2412"/>
                </a:lnTo>
                <a:lnTo>
                  <a:pt x="4344" y="2413"/>
                </a:lnTo>
                <a:lnTo>
                  <a:pt x="4345" y="2413"/>
                </a:lnTo>
                <a:lnTo>
                  <a:pt x="4346" y="2414"/>
                </a:lnTo>
                <a:lnTo>
                  <a:pt x="4347" y="2413"/>
                </a:lnTo>
                <a:lnTo>
                  <a:pt x="4348" y="2414"/>
                </a:lnTo>
                <a:lnTo>
                  <a:pt x="4349" y="2414"/>
                </a:lnTo>
                <a:lnTo>
                  <a:pt x="4350" y="2414"/>
                </a:lnTo>
                <a:lnTo>
                  <a:pt x="4352" y="2415"/>
                </a:lnTo>
                <a:lnTo>
                  <a:pt x="4353" y="2416"/>
                </a:lnTo>
                <a:lnTo>
                  <a:pt x="4353" y="2417"/>
                </a:lnTo>
                <a:lnTo>
                  <a:pt x="4354" y="2417"/>
                </a:lnTo>
                <a:lnTo>
                  <a:pt x="4355" y="2417"/>
                </a:lnTo>
                <a:lnTo>
                  <a:pt x="4356" y="2418"/>
                </a:lnTo>
                <a:lnTo>
                  <a:pt x="4357" y="2418"/>
                </a:lnTo>
                <a:lnTo>
                  <a:pt x="4359" y="2419"/>
                </a:lnTo>
                <a:lnTo>
                  <a:pt x="4360" y="2419"/>
                </a:lnTo>
                <a:lnTo>
                  <a:pt x="4362" y="2419"/>
                </a:lnTo>
                <a:lnTo>
                  <a:pt x="4363" y="2421"/>
                </a:lnTo>
                <a:lnTo>
                  <a:pt x="4364" y="2422"/>
                </a:lnTo>
                <a:lnTo>
                  <a:pt x="4364" y="2423"/>
                </a:lnTo>
                <a:lnTo>
                  <a:pt x="4365" y="2423"/>
                </a:lnTo>
                <a:lnTo>
                  <a:pt x="4366" y="2423"/>
                </a:lnTo>
                <a:lnTo>
                  <a:pt x="4369" y="2423"/>
                </a:lnTo>
                <a:lnTo>
                  <a:pt x="4370" y="2423"/>
                </a:lnTo>
                <a:lnTo>
                  <a:pt x="4371" y="2423"/>
                </a:lnTo>
                <a:lnTo>
                  <a:pt x="4371" y="2424"/>
                </a:lnTo>
                <a:lnTo>
                  <a:pt x="4372" y="2424"/>
                </a:lnTo>
                <a:lnTo>
                  <a:pt x="4372" y="2423"/>
                </a:lnTo>
                <a:lnTo>
                  <a:pt x="4372" y="2422"/>
                </a:lnTo>
                <a:lnTo>
                  <a:pt x="4373" y="2423"/>
                </a:lnTo>
                <a:lnTo>
                  <a:pt x="4374" y="2423"/>
                </a:lnTo>
                <a:lnTo>
                  <a:pt x="4375" y="2423"/>
                </a:lnTo>
                <a:lnTo>
                  <a:pt x="4376" y="2423"/>
                </a:lnTo>
                <a:lnTo>
                  <a:pt x="4377" y="2423"/>
                </a:lnTo>
                <a:lnTo>
                  <a:pt x="4378" y="2422"/>
                </a:lnTo>
                <a:lnTo>
                  <a:pt x="4379" y="2421"/>
                </a:lnTo>
                <a:lnTo>
                  <a:pt x="4380" y="2421"/>
                </a:lnTo>
                <a:lnTo>
                  <a:pt x="4381" y="2421"/>
                </a:lnTo>
                <a:lnTo>
                  <a:pt x="4382" y="2421"/>
                </a:lnTo>
                <a:lnTo>
                  <a:pt x="4382" y="2422"/>
                </a:lnTo>
                <a:lnTo>
                  <a:pt x="4382" y="2423"/>
                </a:lnTo>
                <a:lnTo>
                  <a:pt x="4382" y="2424"/>
                </a:lnTo>
                <a:lnTo>
                  <a:pt x="4381" y="2424"/>
                </a:lnTo>
                <a:lnTo>
                  <a:pt x="4380" y="2424"/>
                </a:lnTo>
                <a:lnTo>
                  <a:pt x="4379" y="2425"/>
                </a:lnTo>
                <a:lnTo>
                  <a:pt x="4378" y="2426"/>
                </a:lnTo>
                <a:lnTo>
                  <a:pt x="4377" y="2426"/>
                </a:lnTo>
                <a:lnTo>
                  <a:pt x="4376" y="2427"/>
                </a:lnTo>
                <a:lnTo>
                  <a:pt x="4375" y="2427"/>
                </a:lnTo>
                <a:lnTo>
                  <a:pt x="4374" y="2427"/>
                </a:lnTo>
                <a:lnTo>
                  <a:pt x="4375" y="2427"/>
                </a:lnTo>
                <a:lnTo>
                  <a:pt x="4374" y="2428"/>
                </a:lnTo>
                <a:lnTo>
                  <a:pt x="4373" y="2428"/>
                </a:lnTo>
                <a:lnTo>
                  <a:pt x="4373" y="2429"/>
                </a:lnTo>
                <a:lnTo>
                  <a:pt x="4372" y="2429"/>
                </a:lnTo>
                <a:lnTo>
                  <a:pt x="4370" y="2429"/>
                </a:lnTo>
                <a:lnTo>
                  <a:pt x="4370" y="2430"/>
                </a:lnTo>
                <a:lnTo>
                  <a:pt x="4369" y="2430"/>
                </a:lnTo>
                <a:lnTo>
                  <a:pt x="4368" y="2430"/>
                </a:lnTo>
                <a:lnTo>
                  <a:pt x="4367" y="2431"/>
                </a:lnTo>
                <a:lnTo>
                  <a:pt x="4367" y="2432"/>
                </a:lnTo>
                <a:lnTo>
                  <a:pt x="4365" y="2433"/>
                </a:lnTo>
                <a:lnTo>
                  <a:pt x="4364" y="2433"/>
                </a:lnTo>
                <a:lnTo>
                  <a:pt x="4364" y="2434"/>
                </a:lnTo>
                <a:lnTo>
                  <a:pt x="4363" y="2435"/>
                </a:lnTo>
                <a:lnTo>
                  <a:pt x="4362" y="2436"/>
                </a:lnTo>
                <a:lnTo>
                  <a:pt x="4362" y="2437"/>
                </a:lnTo>
                <a:lnTo>
                  <a:pt x="4361" y="2437"/>
                </a:lnTo>
                <a:lnTo>
                  <a:pt x="4360" y="2438"/>
                </a:lnTo>
                <a:lnTo>
                  <a:pt x="4360" y="2439"/>
                </a:lnTo>
                <a:lnTo>
                  <a:pt x="4360" y="2440"/>
                </a:lnTo>
                <a:lnTo>
                  <a:pt x="4359" y="2441"/>
                </a:lnTo>
                <a:lnTo>
                  <a:pt x="4358" y="2442"/>
                </a:lnTo>
                <a:lnTo>
                  <a:pt x="4357" y="2443"/>
                </a:lnTo>
                <a:lnTo>
                  <a:pt x="4356" y="2443"/>
                </a:lnTo>
                <a:lnTo>
                  <a:pt x="4355" y="2444"/>
                </a:lnTo>
                <a:lnTo>
                  <a:pt x="4354" y="2444"/>
                </a:lnTo>
                <a:lnTo>
                  <a:pt x="4352" y="2445"/>
                </a:lnTo>
                <a:lnTo>
                  <a:pt x="4351" y="2446"/>
                </a:lnTo>
                <a:lnTo>
                  <a:pt x="4350" y="2447"/>
                </a:lnTo>
                <a:lnTo>
                  <a:pt x="4349" y="2448"/>
                </a:lnTo>
                <a:lnTo>
                  <a:pt x="4348" y="2449"/>
                </a:lnTo>
                <a:lnTo>
                  <a:pt x="4347" y="2451"/>
                </a:lnTo>
                <a:lnTo>
                  <a:pt x="4347" y="2452"/>
                </a:lnTo>
                <a:lnTo>
                  <a:pt x="4345" y="2453"/>
                </a:lnTo>
                <a:lnTo>
                  <a:pt x="4344" y="2454"/>
                </a:lnTo>
                <a:lnTo>
                  <a:pt x="4344" y="2455"/>
                </a:lnTo>
                <a:lnTo>
                  <a:pt x="4344" y="2456"/>
                </a:lnTo>
                <a:lnTo>
                  <a:pt x="4343" y="2456"/>
                </a:lnTo>
                <a:lnTo>
                  <a:pt x="4342" y="2456"/>
                </a:lnTo>
                <a:lnTo>
                  <a:pt x="4341" y="2456"/>
                </a:lnTo>
                <a:lnTo>
                  <a:pt x="4340" y="2457"/>
                </a:lnTo>
                <a:lnTo>
                  <a:pt x="4339" y="2458"/>
                </a:lnTo>
                <a:lnTo>
                  <a:pt x="4338" y="2458"/>
                </a:lnTo>
                <a:lnTo>
                  <a:pt x="4338" y="2457"/>
                </a:lnTo>
                <a:lnTo>
                  <a:pt x="4338" y="2458"/>
                </a:lnTo>
                <a:lnTo>
                  <a:pt x="4337" y="2458"/>
                </a:lnTo>
                <a:lnTo>
                  <a:pt x="4336" y="2458"/>
                </a:lnTo>
                <a:lnTo>
                  <a:pt x="4335" y="2458"/>
                </a:lnTo>
                <a:lnTo>
                  <a:pt x="4334" y="2458"/>
                </a:lnTo>
                <a:lnTo>
                  <a:pt x="4333" y="2458"/>
                </a:lnTo>
                <a:lnTo>
                  <a:pt x="4332" y="2458"/>
                </a:lnTo>
                <a:lnTo>
                  <a:pt x="4331" y="2458"/>
                </a:lnTo>
                <a:lnTo>
                  <a:pt x="4330" y="2458"/>
                </a:lnTo>
                <a:lnTo>
                  <a:pt x="4331" y="2458"/>
                </a:lnTo>
                <a:lnTo>
                  <a:pt x="4331" y="2459"/>
                </a:lnTo>
                <a:lnTo>
                  <a:pt x="4330" y="2459"/>
                </a:lnTo>
                <a:lnTo>
                  <a:pt x="4330" y="2460"/>
                </a:lnTo>
                <a:lnTo>
                  <a:pt x="4329" y="2459"/>
                </a:lnTo>
                <a:lnTo>
                  <a:pt x="4329" y="2460"/>
                </a:lnTo>
                <a:lnTo>
                  <a:pt x="4328" y="2461"/>
                </a:lnTo>
                <a:lnTo>
                  <a:pt x="4327" y="2462"/>
                </a:lnTo>
                <a:lnTo>
                  <a:pt x="4326" y="2462"/>
                </a:lnTo>
                <a:lnTo>
                  <a:pt x="4327" y="2461"/>
                </a:lnTo>
                <a:lnTo>
                  <a:pt x="4326" y="2460"/>
                </a:lnTo>
                <a:lnTo>
                  <a:pt x="4323" y="2461"/>
                </a:lnTo>
                <a:lnTo>
                  <a:pt x="4322" y="2461"/>
                </a:lnTo>
                <a:lnTo>
                  <a:pt x="4321" y="2461"/>
                </a:lnTo>
                <a:lnTo>
                  <a:pt x="4320" y="2462"/>
                </a:lnTo>
                <a:lnTo>
                  <a:pt x="4321" y="2462"/>
                </a:lnTo>
                <a:lnTo>
                  <a:pt x="4321" y="2463"/>
                </a:lnTo>
                <a:lnTo>
                  <a:pt x="4320" y="2465"/>
                </a:lnTo>
                <a:lnTo>
                  <a:pt x="4319" y="2465"/>
                </a:lnTo>
                <a:lnTo>
                  <a:pt x="4318" y="2466"/>
                </a:lnTo>
                <a:lnTo>
                  <a:pt x="4318" y="2467"/>
                </a:lnTo>
                <a:lnTo>
                  <a:pt x="4319" y="2467"/>
                </a:lnTo>
                <a:lnTo>
                  <a:pt x="4320" y="2467"/>
                </a:lnTo>
                <a:lnTo>
                  <a:pt x="4320" y="2468"/>
                </a:lnTo>
                <a:lnTo>
                  <a:pt x="4320" y="2469"/>
                </a:lnTo>
                <a:lnTo>
                  <a:pt x="4319" y="2470"/>
                </a:lnTo>
                <a:lnTo>
                  <a:pt x="4319" y="2471"/>
                </a:lnTo>
                <a:lnTo>
                  <a:pt x="4320" y="2471"/>
                </a:lnTo>
                <a:lnTo>
                  <a:pt x="4319" y="2471"/>
                </a:lnTo>
                <a:lnTo>
                  <a:pt x="4319" y="2472"/>
                </a:lnTo>
                <a:lnTo>
                  <a:pt x="4320" y="2472"/>
                </a:lnTo>
                <a:lnTo>
                  <a:pt x="4321" y="2471"/>
                </a:lnTo>
                <a:lnTo>
                  <a:pt x="4322" y="2471"/>
                </a:lnTo>
                <a:lnTo>
                  <a:pt x="4322" y="2470"/>
                </a:lnTo>
                <a:lnTo>
                  <a:pt x="4322" y="2469"/>
                </a:lnTo>
                <a:lnTo>
                  <a:pt x="4322" y="2468"/>
                </a:lnTo>
                <a:lnTo>
                  <a:pt x="4323" y="2468"/>
                </a:lnTo>
                <a:lnTo>
                  <a:pt x="4323" y="2466"/>
                </a:lnTo>
                <a:lnTo>
                  <a:pt x="4323" y="2465"/>
                </a:lnTo>
                <a:lnTo>
                  <a:pt x="4324" y="2465"/>
                </a:lnTo>
                <a:lnTo>
                  <a:pt x="4325" y="2465"/>
                </a:lnTo>
                <a:lnTo>
                  <a:pt x="4325" y="2464"/>
                </a:lnTo>
                <a:lnTo>
                  <a:pt x="4325" y="2463"/>
                </a:lnTo>
                <a:lnTo>
                  <a:pt x="4326" y="2463"/>
                </a:lnTo>
                <a:lnTo>
                  <a:pt x="4327" y="2465"/>
                </a:lnTo>
                <a:lnTo>
                  <a:pt x="4328" y="2466"/>
                </a:lnTo>
                <a:lnTo>
                  <a:pt x="4328" y="2467"/>
                </a:lnTo>
                <a:lnTo>
                  <a:pt x="4327" y="2467"/>
                </a:lnTo>
                <a:lnTo>
                  <a:pt x="4327" y="2468"/>
                </a:lnTo>
                <a:lnTo>
                  <a:pt x="4326" y="2468"/>
                </a:lnTo>
                <a:lnTo>
                  <a:pt x="4327" y="2468"/>
                </a:lnTo>
                <a:lnTo>
                  <a:pt x="4326" y="2468"/>
                </a:lnTo>
                <a:lnTo>
                  <a:pt x="4326" y="2469"/>
                </a:lnTo>
                <a:lnTo>
                  <a:pt x="4326" y="2470"/>
                </a:lnTo>
                <a:lnTo>
                  <a:pt x="4326" y="2471"/>
                </a:lnTo>
                <a:lnTo>
                  <a:pt x="4325" y="2471"/>
                </a:lnTo>
                <a:lnTo>
                  <a:pt x="4324" y="2472"/>
                </a:lnTo>
                <a:lnTo>
                  <a:pt x="4324" y="2474"/>
                </a:lnTo>
                <a:lnTo>
                  <a:pt x="4324" y="2473"/>
                </a:lnTo>
                <a:lnTo>
                  <a:pt x="4325" y="2473"/>
                </a:lnTo>
                <a:lnTo>
                  <a:pt x="4326" y="2473"/>
                </a:lnTo>
                <a:lnTo>
                  <a:pt x="4327" y="2472"/>
                </a:lnTo>
                <a:lnTo>
                  <a:pt x="4328" y="2471"/>
                </a:lnTo>
                <a:lnTo>
                  <a:pt x="4328" y="2469"/>
                </a:lnTo>
                <a:lnTo>
                  <a:pt x="4329" y="2469"/>
                </a:lnTo>
                <a:lnTo>
                  <a:pt x="4329" y="2468"/>
                </a:lnTo>
                <a:lnTo>
                  <a:pt x="4329" y="2467"/>
                </a:lnTo>
                <a:lnTo>
                  <a:pt x="4330" y="2467"/>
                </a:lnTo>
                <a:lnTo>
                  <a:pt x="4331" y="2466"/>
                </a:lnTo>
                <a:lnTo>
                  <a:pt x="4331" y="2465"/>
                </a:lnTo>
                <a:lnTo>
                  <a:pt x="4333" y="2465"/>
                </a:lnTo>
                <a:lnTo>
                  <a:pt x="4336" y="2463"/>
                </a:lnTo>
                <a:lnTo>
                  <a:pt x="4337" y="2463"/>
                </a:lnTo>
                <a:lnTo>
                  <a:pt x="4338" y="2463"/>
                </a:lnTo>
                <a:lnTo>
                  <a:pt x="4339" y="2462"/>
                </a:lnTo>
                <a:lnTo>
                  <a:pt x="4340" y="2461"/>
                </a:lnTo>
                <a:lnTo>
                  <a:pt x="4341" y="2460"/>
                </a:lnTo>
                <a:lnTo>
                  <a:pt x="4342" y="2460"/>
                </a:lnTo>
                <a:lnTo>
                  <a:pt x="4342" y="2459"/>
                </a:lnTo>
                <a:lnTo>
                  <a:pt x="4342" y="2460"/>
                </a:lnTo>
                <a:lnTo>
                  <a:pt x="4343" y="2460"/>
                </a:lnTo>
                <a:lnTo>
                  <a:pt x="4343" y="2459"/>
                </a:lnTo>
                <a:lnTo>
                  <a:pt x="4344" y="2459"/>
                </a:lnTo>
                <a:lnTo>
                  <a:pt x="4345" y="2458"/>
                </a:lnTo>
                <a:lnTo>
                  <a:pt x="4346" y="2458"/>
                </a:lnTo>
                <a:lnTo>
                  <a:pt x="4346" y="2459"/>
                </a:lnTo>
                <a:lnTo>
                  <a:pt x="4347" y="2460"/>
                </a:lnTo>
                <a:lnTo>
                  <a:pt x="4348" y="2460"/>
                </a:lnTo>
                <a:lnTo>
                  <a:pt x="4349" y="2459"/>
                </a:lnTo>
                <a:lnTo>
                  <a:pt x="4348" y="2459"/>
                </a:lnTo>
                <a:lnTo>
                  <a:pt x="4349" y="2459"/>
                </a:lnTo>
                <a:lnTo>
                  <a:pt x="4350" y="2459"/>
                </a:lnTo>
                <a:lnTo>
                  <a:pt x="4349" y="2460"/>
                </a:lnTo>
                <a:lnTo>
                  <a:pt x="4349" y="2461"/>
                </a:lnTo>
                <a:lnTo>
                  <a:pt x="4348" y="2461"/>
                </a:lnTo>
                <a:lnTo>
                  <a:pt x="4348" y="2462"/>
                </a:lnTo>
                <a:lnTo>
                  <a:pt x="4348" y="2464"/>
                </a:lnTo>
                <a:lnTo>
                  <a:pt x="4349" y="2465"/>
                </a:lnTo>
                <a:lnTo>
                  <a:pt x="4349" y="2466"/>
                </a:lnTo>
                <a:lnTo>
                  <a:pt x="4350" y="2466"/>
                </a:lnTo>
                <a:lnTo>
                  <a:pt x="4351" y="2466"/>
                </a:lnTo>
                <a:lnTo>
                  <a:pt x="4351" y="2465"/>
                </a:lnTo>
                <a:lnTo>
                  <a:pt x="4352" y="2465"/>
                </a:lnTo>
                <a:lnTo>
                  <a:pt x="4353" y="2464"/>
                </a:lnTo>
                <a:lnTo>
                  <a:pt x="4354" y="2463"/>
                </a:lnTo>
                <a:lnTo>
                  <a:pt x="4353" y="2463"/>
                </a:lnTo>
                <a:lnTo>
                  <a:pt x="4353" y="2462"/>
                </a:lnTo>
                <a:lnTo>
                  <a:pt x="4354" y="2461"/>
                </a:lnTo>
                <a:lnTo>
                  <a:pt x="4354" y="2460"/>
                </a:lnTo>
                <a:lnTo>
                  <a:pt x="4355" y="2459"/>
                </a:lnTo>
                <a:lnTo>
                  <a:pt x="4356" y="2459"/>
                </a:lnTo>
                <a:lnTo>
                  <a:pt x="4355" y="2458"/>
                </a:lnTo>
                <a:lnTo>
                  <a:pt x="4354" y="2458"/>
                </a:lnTo>
                <a:lnTo>
                  <a:pt x="4352" y="2458"/>
                </a:lnTo>
                <a:lnTo>
                  <a:pt x="4351" y="2458"/>
                </a:lnTo>
                <a:lnTo>
                  <a:pt x="4350" y="2458"/>
                </a:lnTo>
                <a:lnTo>
                  <a:pt x="4349" y="2458"/>
                </a:lnTo>
                <a:lnTo>
                  <a:pt x="4348" y="2458"/>
                </a:lnTo>
                <a:lnTo>
                  <a:pt x="4347" y="2458"/>
                </a:lnTo>
                <a:lnTo>
                  <a:pt x="4347" y="2457"/>
                </a:lnTo>
                <a:lnTo>
                  <a:pt x="4347" y="2456"/>
                </a:lnTo>
                <a:lnTo>
                  <a:pt x="4348" y="2456"/>
                </a:lnTo>
                <a:lnTo>
                  <a:pt x="4349" y="2455"/>
                </a:lnTo>
                <a:lnTo>
                  <a:pt x="4350" y="2455"/>
                </a:lnTo>
                <a:lnTo>
                  <a:pt x="4350" y="2454"/>
                </a:lnTo>
                <a:lnTo>
                  <a:pt x="4351" y="2453"/>
                </a:lnTo>
                <a:lnTo>
                  <a:pt x="4351" y="2452"/>
                </a:lnTo>
                <a:lnTo>
                  <a:pt x="4352" y="2452"/>
                </a:lnTo>
                <a:lnTo>
                  <a:pt x="4354" y="2452"/>
                </a:lnTo>
                <a:lnTo>
                  <a:pt x="4354" y="2451"/>
                </a:lnTo>
                <a:lnTo>
                  <a:pt x="4355" y="2451"/>
                </a:lnTo>
                <a:lnTo>
                  <a:pt x="4357" y="2451"/>
                </a:lnTo>
                <a:lnTo>
                  <a:pt x="4357" y="2450"/>
                </a:lnTo>
                <a:lnTo>
                  <a:pt x="4358" y="2450"/>
                </a:lnTo>
                <a:lnTo>
                  <a:pt x="4357" y="2450"/>
                </a:lnTo>
                <a:lnTo>
                  <a:pt x="4358" y="2450"/>
                </a:lnTo>
                <a:lnTo>
                  <a:pt x="4359" y="2451"/>
                </a:lnTo>
                <a:lnTo>
                  <a:pt x="4360" y="2450"/>
                </a:lnTo>
                <a:lnTo>
                  <a:pt x="4361" y="2450"/>
                </a:lnTo>
                <a:lnTo>
                  <a:pt x="4362" y="2449"/>
                </a:lnTo>
                <a:lnTo>
                  <a:pt x="4362" y="2448"/>
                </a:lnTo>
                <a:lnTo>
                  <a:pt x="4363" y="2448"/>
                </a:lnTo>
                <a:lnTo>
                  <a:pt x="4364" y="2448"/>
                </a:lnTo>
                <a:lnTo>
                  <a:pt x="4364" y="2449"/>
                </a:lnTo>
                <a:lnTo>
                  <a:pt x="4365" y="2449"/>
                </a:lnTo>
                <a:lnTo>
                  <a:pt x="4366" y="2449"/>
                </a:lnTo>
                <a:lnTo>
                  <a:pt x="4366" y="2450"/>
                </a:lnTo>
                <a:lnTo>
                  <a:pt x="4367" y="2450"/>
                </a:lnTo>
                <a:lnTo>
                  <a:pt x="4368" y="2451"/>
                </a:lnTo>
                <a:lnTo>
                  <a:pt x="4367" y="2451"/>
                </a:lnTo>
                <a:lnTo>
                  <a:pt x="4368" y="2453"/>
                </a:lnTo>
                <a:lnTo>
                  <a:pt x="4368" y="2452"/>
                </a:lnTo>
                <a:lnTo>
                  <a:pt x="4369" y="2452"/>
                </a:lnTo>
                <a:lnTo>
                  <a:pt x="4369" y="2453"/>
                </a:lnTo>
                <a:lnTo>
                  <a:pt x="4369" y="2454"/>
                </a:lnTo>
                <a:lnTo>
                  <a:pt x="4368" y="2455"/>
                </a:lnTo>
                <a:lnTo>
                  <a:pt x="4368" y="2456"/>
                </a:lnTo>
                <a:lnTo>
                  <a:pt x="4368" y="2457"/>
                </a:lnTo>
                <a:lnTo>
                  <a:pt x="4369" y="2457"/>
                </a:lnTo>
                <a:lnTo>
                  <a:pt x="4369" y="2458"/>
                </a:lnTo>
                <a:lnTo>
                  <a:pt x="4368" y="2458"/>
                </a:lnTo>
                <a:lnTo>
                  <a:pt x="4366" y="2461"/>
                </a:lnTo>
                <a:lnTo>
                  <a:pt x="4366" y="2462"/>
                </a:lnTo>
                <a:lnTo>
                  <a:pt x="4366" y="2465"/>
                </a:lnTo>
                <a:lnTo>
                  <a:pt x="4367" y="2465"/>
                </a:lnTo>
                <a:lnTo>
                  <a:pt x="4367" y="2466"/>
                </a:lnTo>
                <a:lnTo>
                  <a:pt x="4368" y="2466"/>
                </a:lnTo>
                <a:lnTo>
                  <a:pt x="4369" y="2467"/>
                </a:lnTo>
                <a:lnTo>
                  <a:pt x="4369" y="2468"/>
                </a:lnTo>
                <a:lnTo>
                  <a:pt x="4368" y="2468"/>
                </a:lnTo>
                <a:lnTo>
                  <a:pt x="4367" y="2468"/>
                </a:lnTo>
                <a:lnTo>
                  <a:pt x="4368" y="2468"/>
                </a:lnTo>
                <a:lnTo>
                  <a:pt x="4368" y="2469"/>
                </a:lnTo>
                <a:lnTo>
                  <a:pt x="4367" y="2469"/>
                </a:lnTo>
                <a:lnTo>
                  <a:pt x="4367" y="2470"/>
                </a:lnTo>
                <a:lnTo>
                  <a:pt x="4366" y="2470"/>
                </a:lnTo>
                <a:lnTo>
                  <a:pt x="4367" y="2470"/>
                </a:lnTo>
                <a:lnTo>
                  <a:pt x="4367" y="2471"/>
                </a:lnTo>
                <a:lnTo>
                  <a:pt x="4364" y="2473"/>
                </a:lnTo>
                <a:lnTo>
                  <a:pt x="4364" y="2474"/>
                </a:lnTo>
                <a:lnTo>
                  <a:pt x="4363" y="2474"/>
                </a:lnTo>
                <a:lnTo>
                  <a:pt x="4363" y="2475"/>
                </a:lnTo>
                <a:lnTo>
                  <a:pt x="4363" y="2476"/>
                </a:lnTo>
                <a:lnTo>
                  <a:pt x="4363" y="2477"/>
                </a:lnTo>
                <a:lnTo>
                  <a:pt x="4364" y="2479"/>
                </a:lnTo>
                <a:lnTo>
                  <a:pt x="4365" y="2479"/>
                </a:lnTo>
                <a:lnTo>
                  <a:pt x="4364" y="2481"/>
                </a:lnTo>
                <a:lnTo>
                  <a:pt x="4363" y="2481"/>
                </a:lnTo>
                <a:lnTo>
                  <a:pt x="4363" y="2482"/>
                </a:lnTo>
                <a:lnTo>
                  <a:pt x="4363" y="2483"/>
                </a:lnTo>
                <a:lnTo>
                  <a:pt x="4363" y="2484"/>
                </a:lnTo>
                <a:lnTo>
                  <a:pt x="4363" y="2485"/>
                </a:lnTo>
                <a:lnTo>
                  <a:pt x="4365" y="2485"/>
                </a:lnTo>
                <a:lnTo>
                  <a:pt x="4366" y="2485"/>
                </a:lnTo>
                <a:lnTo>
                  <a:pt x="4367" y="2485"/>
                </a:lnTo>
                <a:lnTo>
                  <a:pt x="4367" y="2486"/>
                </a:lnTo>
                <a:lnTo>
                  <a:pt x="4367" y="2485"/>
                </a:lnTo>
                <a:lnTo>
                  <a:pt x="4368" y="2485"/>
                </a:lnTo>
                <a:lnTo>
                  <a:pt x="4369" y="2485"/>
                </a:lnTo>
                <a:lnTo>
                  <a:pt x="4369" y="2486"/>
                </a:lnTo>
                <a:lnTo>
                  <a:pt x="4368" y="2486"/>
                </a:lnTo>
                <a:lnTo>
                  <a:pt x="4367" y="2487"/>
                </a:lnTo>
                <a:lnTo>
                  <a:pt x="4367" y="2488"/>
                </a:lnTo>
                <a:lnTo>
                  <a:pt x="4366" y="2488"/>
                </a:lnTo>
                <a:lnTo>
                  <a:pt x="4366" y="2489"/>
                </a:lnTo>
                <a:lnTo>
                  <a:pt x="4367" y="2489"/>
                </a:lnTo>
                <a:lnTo>
                  <a:pt x="4367" y="2490"/>
                </a:lnTo>
                <a:lnTo>
                  <a:pt x="4367" y="2491"/>
                </a:lnTo>
                <a:lnTo>
                  <a:pt x="4367" y="2492"/>
                </a:lnTo>
                <a:lnTo>
                  <a:pt x="4366" y="2492"/>
                </a:lnTo>
                <a:lnTo>
                  <a:pt x="4366" y="2491"/>
                </a:lnTo>
                <a:lnTo>
                  <a:pt x="4366" y="2490"/>
                </a:lnTo>
                <a:lnTo>
                  <a:pt x="4365" y="2490"/>
                </a:lnTo>
                <a:lnTo>
                  <a:pt x="4365" y="2491"/>
                </a:lnTo>
                <a:lnTo>
                  <a:pt x="4365" y="2492"/>
                </a:lnTo>
                <a:lnTo>
                  <a:pt x="4365" y="2493"/>
                </a:lnTo>
                <a:lnTo>
                  <a:pt x="4364" y="2494"/>
                </a:lnTo>
                <a:lnTo>
                  <a:pt x="4363" y="2494"/>
                </a:lnTo>
                <a:lnTo>
                  <a:pt x="4362" y="2494"/>
                </a:lnTo>
                <a:lnTo>
                  <a:pt x="4361" y="2495"/>
                </a:lnTo>
                <a:lnTo>
                  <a:pt x="4360" y="2495"/>
                </a:lnTo>
                <a:lnTo>
                  <a:pt x="4359" y="2496"/>
                </a:lnTo>
                <a:lnTo>
                  <a:pt x="4359" y="2497"/>
                </a:lnTo>
                <a:lnTo>
                  <a:pt x="4358" y="2496"/>
                </a:lnTo>
                <a:lnTo>
                  <a:pt x="4357" y="2496"/>
                </a:lnTo>
                <a:lnTo>
                  <a:pt x="4357" y="2497"/>
                </a:lnTo>
                <a:lnTo>
                  <a:pt x="4356" y="2497"/>
                </a:lnTo>
                <a:lnTo>
                  <a:pt x="4355" y="2497"/>
                </a:lnTo>
                <a:lnTo>
                  <a:pt x="4354" y="2498"/>
                </a:lnTo>
                <a:lnTo>
                  <a:pt x="4353" y="2498"/>
                </a:lnTo>
                <a:lnTo>
                  <a:pt x="4352" y="2497"/>
                </a:lnTo>
                <a:lnTo>
                  <a:pt x="4351" y="2497"/>
                </a:lnTo>
                <a:lnTo>
                  <a:pt x="4351" y="2496"/>
                </a:lnTo>
                <a:lnTo>
                  <a:pt x="4350" y="2496"/>
                </a:lnTo>
                <a:lnTo>
                  <a:pt x="4350" y="2495"/>
                </a:lnTo>
                <a:lnTo>
                  <a:pt x="4351" y="2494"/>
                </a:lnTo>
                <a:lnTo>
                  <a:pt x="4351" y="2493"/>
                </a:lnTo>
                <a:lnTo>
                  <a:pt x="4351" y="2491"/>
                </a:lnTo>
                <a:lnTo>
                  <a:pt x="4351" y="2490"/>
                </a:lnTo>
                <a:lnTo>
                  <a:pt x="4351" y="2489"/>
                </a:lnTo>
                <a:lnTo>
                  <a:pt x="4352" y="2488"/>
                </a:lnTo>
                <a:lnTo>
                  <a:pt x="4351" y="2487"/>
                </a:lnTo>
                <a:lnTo>
                  <a:pt x="4351" y="2486"/>
                </a:lnTo>
                <a:lnTo>
                  <a:pt x="4352" y="2485"/>
                </a:lnTo>
                <a:lnTo>
                  <a:pt x="4352" y="2484"/>
                </a:lnTo>
                <a:lnTo>
                  <a:pt x="4352" y="2483"/>
                </a:lnTo>
                <a:lnTo>
                  <a:pt x="4353" y="2482"/>
                </a:lnTo>
                <a:lnTo>
                  <a:pt x="4354" y="2482"/>
                </a:lnTo>
                <a:lnTo>
                  <a:pt x="4354" y="2481"/>
                </a:lnTo>
                <a:lnTo>
                  <a:pt x="4355" y="2481"/>
                </a:lnTo>
                <a:lnTo>
                  <a:pt x="4355" y="2480"/>
                </a:lnTo>
                <a:lnTo>
                  <a:pt x="4354" y="2480"/>
                </a:lnTo>
                <a:lnTo>
                  <a:pt x="4353" y="2479"/>
                </a:lnTo>
                <a:lnTo>
                  <a:pt x="4352" y="2480"/>
                </a:lnTo>
                <a:lnTo>
                  <a:pt x="4352" y="2481"/>
                </a:lnTo>
                <a:lnTo>
                  <a:pt x="4351" y="2481"/>
                </a:lnTo>
                <a:lnTo>
                  <a:pt x="4351" y="2480"/>
                </a:lnTo>
                <a:lnTo>
                  <a:pt x="4352" y="2480"/>
                </a:lnTo>
                <a:lnTo>
                  <a:pt x="4352" y="2479"/>
                </a:lnTo>
                <a:lnTo>
                  <a:pt x="4351" y="2479"/>
                </a:lnTo>
                <a:lnTo>
                  <a:pt x="4352" y="2479"/>
                </a:lnTo>
                <a:lnTo>
                  <a:pt x="4352" y="2478"/>
                </a:lnTo>
                <a:lnTo>
                  <a:pt x="4352" y="2477"/>
                </a:lnTo>
                <a:lnTo>
                  <a:pt x="4351" y="2477"/>
                </a:lnTo>
                <a:lnTo>
                  <a:pt x="4351" y="2476"/>
                </a:lnTo>
                <a:lnTo>
                  <a:pt x="4352" y="2476"/>
                </a:lnTo>
                <a:lnTo>
                  <a:pt x="4353" y="2475"/>
                </a:lnTo>
                <a:lnTo>
                  <a:pt x="4352" y="2475"/>
                </a:lnTo>
                <a:lnTo>
                  <a:pt x="4351" y="2476"/>
                </a:lnTo>
                <a:lnTo>
                  <a:pt x="4350" y="2476"/>
                </a:lnTo>
                <a:lnTo>
                  <a:pt x="4350" y="2477"/>
                </a:lnTo>
                <a:lnTo>
                  <a:pt x="4349" y="2477"/>
                </a:lnTo>
                <a:lnTo>
                  <a:pt x="4349" y="2478"/>
                </a:lnTo>
                <a:lnTo>
                  <a:pt x="4350" y="2478"/>
                </a:lnTo>
                <a:lnTo>
                  <a:pt x="4351" y="2478"/>
                </a:lnTo>
                <a:lnTo>
                  <a:pt x="4351" y="2479"/>
                </a:lnTo>
                <a:lnTo>
                  <a:pt x="4350" y="2479"/>
                </a:lnTo>
                <a:lnTo>
                  <a:pt x="4350" y="2480"/>
                </a:lnTo>
                <a:lnTo>
                  <a:pt x="4350" y="2481"/>
                </a:lnTo>
                <a:lnTo>
                  <a:pt x="4351" y="2481"/>
                </a:lnTo>
                <a:lnTo>
                  <a:pt x="4350" y="2481"/>
                </a:lnTo>
                <a:lnTo>
                  <a:pt x="4350" y="2482"/>
                </a:lnTo>
                <a:lnTo>
                  <a:pt x="4350" y="2483"/>
                </a:lnTo>
                <a:lnTo>
                  <a:pt x="4350" y="2484"/>
                </a:lnTo>
                <a:lnTo>
                  <a:pt x="4350" y="2485"/>
                </a:lnTo>
                <a:lnTo>
                  <a:pt x="4350" y="2486"/>
                </a:lnTo>
                <a:lnTo>
                  <a:pt x="4350" y="2488"/>
                </a:lnTo>
                <a:lnTo>
                  <a:pt x="4350" y="2489"/>
                </a:lnTo>
                <a:lnTo>
                  <a:pt x="4349" y="2491"/>
                </a:lnTo>
                <a:lnTo>
                  <a:pt x="4349" y="2492"/>
                </a:lnTo>
                <a:lnTo>
                  <a:pt x="4348" y="2493"/>
                </a:lnTo>
                <a:lnTo>
                  <a:pt x="4348" y="2494"/>
                </a:lnTo>
                <a:lnTo>
                  <a:pt x="4348" y="2496"/>
                </a:lnTo>
                <a:lnTo>
                  <a:pt x="4348" y="2497"/>
                </a:lnTo>
                <a:lnTo>
                  <a:pt x="4348" y="2498"/>
                </a:lnTo>
                <a:lnTo>
                  <a:pt x="4347" y="2498"/>
                </a:lnTo>
                <a:lnTo>
                  <a:pt x="4346" y="2499"/>
                </a:lnTo>
                <a:lnTo>
                  <a:pt x="4345" y="2500"/>
                </a:lnTo>
                <a:lnTo>
                  <a:pt x="4344" y="2500"/>
                </a:lnTo>
                <a:lnTo>
                  <a:pt x="4343" y="2500"/>
                </a:lnTo>
                <a:lnTo>
                  <a:pt x="4342" y="2500"/>
                </a:lnTo>
                <a:lnTo>
                  <a:pt x="4342" y="2499"/>
                </a:lnTo>
                <a:lnTo>
                  <a:pt x="4341" y="2499"/>
                </a:lnTo>
                <a:lnTo>
                  <a:pt x="4341" y="2498"/>
                </a:lnTo>
                <a:lnTo>
                  <a:pt x="4340" y="2498"/>
                </a:lnTo>
                <a:lnTo>
                  <a:pt x="4340" y="2497"/>
                </a:lnTo>
                <a:lnTo>
                  <a:pt x="4339" y="2497"/>
                </a:lnTo>
                <a:lnTo>
                  <a:pt x="4338" y="2495"/>
                </a:lnTo>
                <a:lnTo>
                  <a:pt x="4337" y="2495"/>
                </a:lnTo>
                <a:lnTo>
                  <a:pt x="4336" y="2494"/>
                </a:lnTo>
                <a:lnTo>
                  <a:pt x="4336" y="2493"/>
                </a:lnTo>
                <a:lnTo>
                  <a:pt x="4335" y="2492"/>
                </a:lnTo>
                <a:lnTo>
                  <a:pt x="4335" y="2491"/>
                </a:lnTo>
                <a:lnTo>
                  <a:pt x="4334" y="2490"/>
                </a:lnTo>
                <a:lnTo>
                  <a:pt x="4334" y="2489"/>
                </a:lnTo>
                <a:lnTo>
                  <a:pt x="4334" y="2488"/>
                </a:lnTo>
                <a:lnTo>
                  <a:pt x="4334" y="2486"/>
                </a:lnTo>
                <a:lnTo>
                  <a:pt x="4333" y="2486"/>
                </a:lnTo>
                <a:lnTo>
                  <a:pt x="4333" y="2487"/>
                </a:lnTo>
                <a:lnTo>
                  <a:pt x="4332" y="2487"/>
                </a:lnTo>
                <a:lnTo>
                  <a:pt x="4331" y="2487"/>
                </a:lnTo>
                <a:lnTo>
                  <a:pt x="4330" y="2486"/>
                </a:lnTo>
                <a:lnTo>
                  <a:pt x="4329" y="2485"/>
                </a:lnTo>
                <a:lnTo>
                  <a:pt x="4328" y="2485"/>
                </a:lnTo>
                <a:lnTo>
                  <a:pt x="4327" y="2486"/>
                </a:lnTo>
                <a:lnTo>
                  <a:pt x="4326" y="2486"/>
                </a:lnTo>
                <a:lnTo>
                  <a:pt x="4327" y="2486"/>
                </a:lnTo>
                <a:lnTo>
                  <a:pt x="4328" y="2486"/>
                </a:lnTo>
                <a:lnTo>
                  <a:pt x="4329" y="2486"/>
                </a:lnTo>
                <a:lnTo>
                  <a:pt x="4329" y="2487"/>
                </a:lnTo>
                <a:lnTo>
                  <a:pt x="4330" y="2487"/>
                </a:lnTo>
                <a:lnTo>
                  <a:pt x="4331" y="2488"/>
                </a:lnTo>
                <a:lnTo>
                  <a:pt x="4332" y="2488"/>
                </a:lnTo>
                <a:lnTo>
                  <a:pt x="4332" y="2489"/>
                </a:lnTo>
                <a:lnTo>
                  <a:pt x="4332" y="2490"/>
                </a:lnTo>
                <a:lnTo>
                  <a:pt x="4332" y="2491"/>
                </a:lnTo>
                <a:lnTo>
                  <a:pt x="4331" y="2491"/>
                </a:lnTo>
                <a:lnTo>
                  <a:pt x="4331" y="2490"/>
                </a:lnTo>
                <a:lnTo>
                  <a:pt x="4330" y="2490"/>
                </a:lnTo>
                <a:lnTo>
                  <a:pt x="4329" y="2491"/>
                </a:lnTo>
                <a:lnTo>
                  <a:pt x="4328" y="2491"/>
                </a:lnTo>
                <a:lnTo>
                  <a:pt x="4328" y="2492"/>
                </a:lnTo>
                <a:lnTo>
                  <a:pt x="4328" y="2493"/>
                </a:lnTo>
                <a:lnTo>
                  <a:pt x="4327" y="2493"/>
                </a:lnTo>
                <a:lnTo>
                  <a:pt x="4327" y="2494"/>
                </a:lnTo>
                <a:lnTo>
                  <a:pt x="4328" y="2494"/>
                </a:lnTo>
                <a:lnTo>
                  <a:pt x="4328" y="2495"/>
                </a:lnTo>
                <a:lnTo>
                  <a:pt x="4329" y="2496"/>
                </a:lnTo>
                <a:lnTo>
                  <a:pt x="4330" y="2497"/>
                </a:lnTo>
                <a:lnTo>
                  <a:pt x="4330" y="2496"/>
                </a:lnTo>
                <a:lnTo>
                  <a:pt x="4331" y="2496"/>
                </a:lnTo>
                <a:lnTo>
                  <a:pt x="4332" y="2496"/>
                </a:lnTo>
                <a:lnTo>
                  <a:pt x="4331" y="2497"/>
                </a:lnTo>
                <a:lnTo>
                  <a:pt x="4331" y="2498"/>
                </a:lnTo>
                <a:lnTo>
                  <a:pt x="4332" y="2498"/>
                </a:lnTo>
                <a:lnTo>
                  <a:pt x="4333" y="2498"/>
                </a:lnTo>
                <a:lnTo>
                  <a:pt x="4334" y="2498"/>
                </a:lnTo>
                <a:lnTo>
                  <a:pt x="4334" y="2499"/>
                </a:lnTo>
                <a:lnTo>
                  <a:pt x="4331" y="2500"/>
                </a:lnTo>
                <a:lnTo>
                  <a:pt x="4329" y="2499"/>
                </a:lnTo>
                <a:lnTo>
                  <a:pt x="4328" y="2499"/>
                </a:lnTo>
                <a:lnTo>
                  <a:pt x="4326" y="2499"/>
                </a:lnTo>
                <a:lnTo>
                  <a:pt x="4326" y="2498"/>
                </a:lnTo>
                <a:lnTo>
                  <a:pt x="4325" y="2498"/>
                </a:lnTo>
                <a:lnTo>
                  <a:pt x="4324" y="2497"/>
                </a:lnTo>
                <a:lnTo>
                  <a:pt x="4324" y="2496"/>
                </a:lnTo>
                <a:lnTo>
                  <a:pt x="4324" y="2497"/>
                </a:lnTo>
                <a:lnTo>
                  <a:pt x="4323" y="2497"/>
                </a:lnTo>
                <a:lnTo>
                  <a:pt x="4323" y="2498"/>
                </a:lnTo>
                <a:lnTo>
                  <a:pt x="4322" y="2498"/>
                </a:lnTo>
                <a:lnTo>
                  <a:pt x="4321" y="2497"/>
                </a:lnTo>
                <a:lnTo>
                  <a:pt x="4320" y="2497"/>
                </a:lnTo>
                <a:lnTo>
                  <a:pt x="4319" y="2497"/>
                </a:lnTo>
                <a:lnTo>
                  <a:pt x="4320" y="2497"/>
                </a:lnTo>
                <a:lnTo>
                  <a:pt x="4320" y="2498"/>
                </a:lnTo>
                <a:lnTo>
                  <a:pt x="4321" y="2498"/>
                </a:lnTo>
                <a:lnTo>
                  <a:pt x="4321" y="2499"/>
                </a:lnTo>
                <a:lnTo>
                  <a:pt x="4322" y="2499"/>
                </a:lnTo>
                <a:lnTo>
                  <a:pt x="4324" y="2499"/>
                </a:lnTo>
                <a:lnTo>
                  <a:pt x="4324" y="2500"/>
                </a:lnTo>
                <a:lnTo>
                  <a:pt x="4325" y="2500"/>
                </a:lnTo>
                <a:lnTo>
                  <a:pt x="4325" y="2501"/>
                </a:lnTo>
                <a:lnTo>
                  <a:pt x="4326" y="2501"/>
                </a:lnTo>
                <a:lnTo>
                  <a:pt x="4327" y="2501"/>
                </a:lnTo>
                <a:lnTo>
                  <a:pt x="4328" y="2501"/>
                </a:lnTo>
                <a:lnTo>
                  <a:pt x="4329" y="2501"/>
                </a:lnTo>
                <a:lnTo>
                  <a:pt x="4329" y="2502"/>
                </a:lnTo>
                <a:lnTo>
                  <a:pt x="4330" y="2502"/>
                </a:lnTo>
                <a:lnTo>
                  <a:pt x="4331" y="2502"/>
                </a:lnTo>
                <a:lnTo>
                  <a:pt x="4332" y="2502"/>
                </a:lnTo>
                <a:lnTo>
                  <a:pt x="4333" y="2502"/>
                </a:lnTo>
                <a:lnTo>
                  <a:pt x="4334" y="2502"/>
                </a:lnTo>
                <a:lnTo>
                  <a:pt x="4335" y="2503"/>
                </a:lnTo>
                <a:lnTo>
                  <a:pt x="4336" y="2503"/>
                </a:lnTo>
                <a:lnTo>
                  <a:pt x="4337" y="2503"/>
                </a:lnTo>
                <a:lnTo>
                  <a:pt x="4338" y="2503"/>
                </a:lnTo>
                <a:lnTo>
                  <a:pt x="4338" y="2504"/>
                </a:lnTo>
                <a:lnTo>
                  <a:pt x="4337" y="2504"/>
                </a:lnTo>
                <a:lnTo>
                  <a:pt x="4336" y="2506"/>
                </a:lnTo>
                <a:lnTo>
                  <a:pt x="4337" y="2506"/>
                </a:lnTo>
                <a:lnTo>
                  <a:pt x="4337" y="2507"/>
                </a:lnTo>
                <a:lnTo>
                  <a:pt x="4337" y="2508"/>
                </a:lnTo>
                <a:lnTo>
                  <a:pt x="4337" y="2509"/>
                </a:lnTo>
                <a:lnTo>
                  <a:pt x="4335" y="2509"/>
                </a:lnTo>
                <a:lnTo>
                  <a:pt x="4334" y="2509"/>
                </a:lnTo>
                <a:lnTo>
                  <a:pt x="4333" y="2509"/>
                </a:lnTo>
                <a:lnTo>
                  <a:pt x="4332" y="2508"/>
                </a:lnTo>
                <a:lnTo>
                  <a:pt x="4330" y="2508"/>
                </a:lnTo>
                <a:lnTo>
                  <a:pt x="4329" y="2508"/>
                </a:lnTo>
                <a:lnTo>
                  <a:pt x="4328" y="2509"/>
                </a:lnTo>
                <a:lnTo>
                  <a:pt x="4329" y="2510"/>
                </a:lnTo>
                <a:lnTo>
                  <a:pt x="4328" y="2511"/>
                </a:lnTo>
                <a:lnTo>
                  <a:pt x="4328" y="2512"/>
                </a:lnTo>
                <a:lnTo>
                  <a:pt x="4328" y="2513"/>
                </a:lnTo>
                <a:lnTo>
                  <a:pt x="4328" y="2514"/>
                </a:lnTo>
                <a:lnTo>
                  <a:pt x="4330" y="2513"/>
                </a:lnTo>
                <a:lnTo>
                  <a:pt x="4330" y="2512"/>
                </a:lnTo>
                <a:lnTo>
                  <a:pt x="4329" y="2511"/>
                </a:lnTo>
                <a:lnTo>
                  <a:pt x="4329" y="2509"/>
                </a:lnTo>
                <a:lnTo>
                  <a:pt x="4330" y="2509"/>
                </a:lnTo>
                <a:lnTo>
                  <a:pt x="4331" y="2509"/>
                </a:lnTo>
                <a:lnTo>
                  <a:pt x="4332" y="2509"/>
                </a:lnTo>
                <a:lnTo>
                  <a:pt x="4332" y="2510"/>
                </a:lnTo>
                <a:lnTo>
                  <a:pt x="4333" y="2510"/>
                </a:lnTo>
                <a:lnTo>
                  <a:pt x="4334" y="2510"/>
                </a:lnTo>
                <a:lnTo>
                  <a:pt x="4335" y="2510"/>
                </a:lnTo>
                <a:lnTo>
                  <a:pt x="4336" y="2510"/>
                </a:lnTo>
                <a:lnTo>
                  <a:pt x="4337" y="2510"/>
                </a:lnTo>
                <a:lnTo>
                  <a:pt x="4338" y="2509"/>
                </a:lnTo>
                <a:lnTo>
                  <a:pt x="4338" y="2508"/>
                </a:lnTo>
                <a:lnTo>
                  <a:pt x="4339" y="2508"/>
                </a:lnTo>
                <a:lnTo>
                  <a:pt x="4340" y="2508"/>
                </a:lnTo>
                <a:lnTo>
                  <a:pt x="4340" y="2509"/>
                </a:lnTo>
                <a:lnTo>
                  <a:pt x="4341" y="2509"/>
                </a:lnTo>
                <a:lnTo>
                  <a:pt x="4341" y="2510"/>
                </a:lnTo>
                <a:lnTo>
                  <a:pt x="4341" y="2511"/>
                </a:lnTo>
                <a:lnTo>
                  <a:pt x="4342" y="2511"/>
                </a:lnTo>
                <a:lnTo>
                  <a:pt x="4341" y="2511"/>
                </a:lnTo>
                <a:lnTo>
                  <a:pt x="4341" y="2512"/>
                </a:lnTo>
                <a:lnTo>
                  <a:pt x="4342" y="2512"/>
                </a:lnTo>
                <a:lnTo>
                  <a:pt x="4343" y="2512"/>
                </a:lnTo>
                <a:lnTo>
                  <a:pt x="4342" y="2512"/>
                </a:lnTo>
                <a:lnTo>
                  <a:pt x="4341" y="2512"/>
                </a:lnTo>
                <a:lnTo>
                  <a:pt x="4341" y="2513"/>
                </a:lnTo>
                <a:lnTo>
                  <a:pt x="4341" y="2515"/>
                </a:lnTo>
                <a:lnTo>
                  <a:pt x="4340" y="2515"/>
                </a:lnTo>
                <a:lnTo>
                  <a:pt x="4340" y="2516"/>
                </a:lnTo>
                <a:lnTo>
                  <a:pt x="4341" y="2517"/>
                </a:lnTo>
                <a:lnTo>
                  <a:pt x="4342" y="2517"/>
                </a:lnTo>
                <a:lnTo>
                  <a:pt x="4343" y="2517"/>
                </a:lnTo>
                <a:lnTo>
                  <a:pt x="4343" y="2518"/>
                </a:lnTo>
                <a:lnTo>
                  <a:pt x="4344" y="2518"/>
                </a:lnTo>
                <a:lnTo>
                  <a:pt x="4343" y="2519"/>
                </a:lnTo>
                <a:lnTo>
                  <a:pt x="4345" y="2519"/>
                </a:lnTo>
                <a:lnTo>
                  <a:pt x="4345" y="2520"/>
                </a:lnTo>
                <a:lnTo>
                  <a:pt x="4344" y="2520"/>
                </a:lnTo>
                <a:lnTo>
                  <a:pt x="4344" y="2521"/>
                </a:lnTo>
                <a:lnTo>
                  <a:pt x="4343" y="2521"/>
                </a:lnTo>
                <a:lnTo>
                  <a:pt x="4343" y="2522"/>
                </a:lnTo>
                <a:lnTo>
                  <a:pt x="4343" y="2523"/>
                </a:lnTo>
                <a:lnTo>
                  <a:pt x="4342" y="2523"/>
                </a:lnTo>
                <a:lnTo>
                  <a:pt x="4342" y="2522"/>
                </a:lnTo>
                <a:lnTo>
                  <a:pt x="4341" y="2522"/>
                </a:lnTo>
                <a:lnTo>
                  <a:pt x="4341" y="2523"/>
                </a:lnTo>
                <a:lnTo>
                  <a:pt x="4340" y="2523"/>
                </a:lnTo>
                <a:lnTo>
                  <a:pt x="4339" y="2524"/>
                </a:lnTo>
                <a:lnTo>
                  <a:pt x="4339" y="2523"/>
                </a:lnTo>
                <a:lnTo>
                  <a:pt x="4338" y="2523"/>
                </a:lnTo>
                <a:lnTo>
                  <a:pt x="4337" y="2523"/>
                </a:lnTo>
                <a:lnTo>
                  <a:pt x="4336" y="2523"/>
                </a:lnTo>
                <a:lnTo>
                  <a:pt x="4335" y="2522"/>
                </a:lnTo>
                <a:lnTo>
                  <a:pt x="4334" y="2522"/>
                </a:lnTo>
                <a:lnTo>
                  <a:pt x="4334" y="2521"/>
                </a:lnTo>
                <a:lnTo>
                  <a:pt x="4333" y="2521"/>
                </a:lnTo>
                <a:lnTo>
                  <a:pt x="4332" y="2521"/>
                </a:lnTo>
                <a:lnTo>
                  <a:pt x="4331" y="2521"/>
                </a:lnTo>
                <a:lnTo>
                  <a:pt x="4330" y="2520"/>
                </a:lnTo>
                <a:lnTo>
                  <a:pt x="4330" y="2519"/>
                </a:lnTo>
                <a:lnTo>
                  <a:pt x="4329" y="2518"/>
                </a:lnTo>
                <a:lnTo>
                  <a:pt x="4328" y="2518"/>
                </a:lnTo>
                <a:lnTo>
                  <a:pt x="4327" y="2519"/>
                </a:lnTo>
                <a:lnTo>
                  <a:pt x="4326" y="2520"/>
                </a:lnTo>
                <a:lnTo>
                  <a:pt x="4327" y="2520"/>
                </a:lnTo>
                <a:lnTo>
                  <a:pt x="4328" y="2520"/>
                </a:lnTo>
                <a:lnTo>
                  <a:pt x="4328" y="2521"/>
                </a:lnTo>
                <a:lnTo>
                  <a:pt x="4329" y="2521"/>
                </a:lnTo>
                <a:lnTo>
                  <a:pt x="4330" y="2521"/>
                </a:lnTo>
                <a:lnTo>
                  <a:pt x="4329" y="2521"/>
                </a:lnTo>
                <a:lnTo>
                  <a:pt x="4329" y="2522"/>
                </a:lnTo>
                <a:lnTo>
                  <a:pt x="4329" y="2523"/>
                </a:lnTo>
                <a:lnTo>
                  <a:pt x="4329" y="2524"/>
                </a:lnTo>
                <a:lnTo>
                  <a:pt x="4330" y="2524"/>
                </a:lnTo>
                <a:lnTo>
                  <a:pt x="4331" y="2524"/>
                </a:lnTo>
                <a:lnTo>
                  <a:pt x="4331" y="2523"/>
                </a:lnTo>
                <a:lnTo>
                  <a:pt x="4332" y="2523"/>
                </a:lnTo>
                <a:lnTo>
                  <a:pt x="4333" y="2524"/>
                </a:lnTo>
                <a:lnTo>
                  <a:pt x="4334" y="2524"/>
                </a:lnTo>
                <a:lnTo>
                  <a:pt x="4336" y="2524"/>
                </a:lnTo>
                <a:lnTo>
                  <a:pt x="4337" y="2525"/>
                </a:lnTo>
                <a:lnTo>
                  <a:pt x="4338" y="2525"/>
                </a:lnTo>
                <a:lnTo>
                  <a:pt x="4338" y="2526"/>
                </a:lnTo>
                <a:lnTo>
                  <a:pt x="4338" y="2527"/>
                </a:lnTo>
                <a:lnTo>
                  <a:pt x="4338" y="2528"/>
                </a:lnTo>
                <a:lnTo>
                  <a:pt x="4339" y="2528"/>
                </a:lnTo>
                <a:lnTo>
                  <a:pt x="4341" y="2528"/>
                </a:lnTo>
                <a:lnTo>
                  <a:pt x="4340" y="2529"/>
                </a:lnTo>
                <a:lnTo>
                  <a:pt x="4340" y="2530"/>
                </a:lnTo>
                <a:lnTo>
                  <a:pt x="4339" y="2530"/>
                </a:lnTo>
                <a:lnTo>
                  <a:pt x="4340" y="2530"/>
                </a:lnTo>
                <a:lnTo>
                  <a:pt x="4340" y="2531"/>
                </a:lnTo>
                <a:lnTo>
                  <a:pt x="4341" y="2531"/>
                </a:lnTo>
                <a:lnTo>
                  <a:pt x="4341" y="2532"/>
                </a:lnTo>
                <a:lnTo>
                  <a:pt x="4342" y="2533"/>
                </a:lnTo>
                <a:lnTo>
                  <a:pt x="4342" y="2534"/>
                </a:lnTo>
                <a:lnTo>
                  <a:pt x="4341" y="2534"/>
                </a:lnTo>
                <a:lnTo>
                  <a:pt x="4341" y="2535"/>
                </a:lnTo>
                <a:lnTo>
                  <a:pt x="4341" y="2536"/>
                </a:lnTo>
                <a:lnTo>
                  <a:pt x="4340" y="2541"/>
                </a:lnTo>
                <a:lnTo>
                  <a:pt x="4339" y="2542"/>
                </a:lnTo>
                <a:lnTo>
                  <a:pt x="4339" y="2543"/>
                </a:lnTo>
                <a:lnTo>
                  <a:pt x="4338" y="2543"/>
                </a:lnTo>
                <a:lnTo>
                  <a:pt x="4339" y="2543"/>
                </a:lnTo>
                <a:lnTo>
                  <a:pt x="4338" y="2543"/>
                </a:lnTo>
                <a:lnTo>
                  <a:pt x="4337" y="2543"/>
                </a:lnTo>
                <a:lnTo>
                  <a:pt x="4337" y="2542"/>
                </a:lnTo>
                <a:lnTo>
                  <a:pt x="4336" y="2542"/>
                </a:lnTo>
                <a:lnTo>
                  <a:pt x="4336" y="2543"/>
                </a:lnTo>
                <a:lnTo>
                  <a:pt x="4336" y="2544"/>
                </a:lnTo>
                <a:lnTo>
                  <a:pt x="4335" y="2544"/>
                </a:lnTo>
                <a:lnTo>
                  <a:pt x="4336" y="2544"/>
                </a:lnTo>
                <a:lnTo>
                  <a:pt x="4335" y="2544"/>
                </a:lnTo>
                <a:lnTo>
                  <a:pt x="4334" y="2544"/>
                </a:lnTo>
                <a:lnTo>
                  <a:pt x="4333" y="2545"/>
                </a:lnTo>
                <a:lnTo>
                  <a:pt x="4332" y="2545"/>
                </a:lnTo>
                <a:lnTo>
                  <a:pt x="4331" y="2545"/>
                </a:lnTo>
                <a:lnTo>
                  <a:pt x="4327" y="2545"/>
                </a:lnTo>
                <a:lnTo>
                  <a:pt x="4326" y="2545"/>
                </a:lnTo>
                <a:lnTo>
                  <a:pt x="4325" y="2545"/>
                </a:lnTo>
                <a:lnTo>
                  <a:pt x="4324" y="2545"/>
                </a:lnTo>
                <a:lnTo>
                  <a:pt x="4324" y="2546"/>
                </a:lnTo>
                <a:lnTo>
                  <a:pt x="4323" y="2547"/>
                </a:lnTo>
                <a:lnTo>
                  <a:pt x="4325" y="2548"/>
                </a:lnTo>
                <a:lnTo>
                  <a:pt x="4327" y="2548"/>
                </a:lnTo>
                <a:lnTo>
                  <a:pt x="4328" y="2548"/>
                </a:lnTo>
                <a:lnTo>
                  <a:pt x="4329" y="2549"/>
                </a:lnTo>
                <a:lnTo>
                  <a:pt x="4330" y="2550"/>
                </a:lnTo>
                <a:lnTo>
                  <a:pt x="4331" y="2553"/>
                </a:lnTo>
                <a:lnTo>
                  <a:pt x="4331" y="2554"/>
                </a:lnTo>
                <a:lnTo>
                  <a:pt x="4332" y="2556"/>
                </a:lnTo>
                <a:lnTo>
                  <a:pt x="4333" y="2557"/>
                </a:lnTo>
                <a:lnTo>
                  <a:pt x="4334" y="2559"/>
                </a:lnTo>
                <a:lnTo>
                  <a:pt x="4334" y="2560"/>
                </a:lnTo>
                <a:lnTo>
                  <a:pt x="4334" y="2561"/>
                </a:lnTo>
                <a:lnTo>
                  <a:pt x="4335" y="2561"/>
                </a:lnTo>
                <a:lnTo>
                  <a:pt x="4336" y="2561"/>
                </a:lnTo>
                <a:lnTo>
                  <a:pt x="4336" y="2562"/>
                </a:lnTo>
                <a:lnTo>
                  <a:pt x="4336" y="2563"/>
                </a:lnTo>
                <a:lnTo>
                  <a:pt x="4337" y="2563"/>
                </a:lnTo>
                <a:lnTo>
                  <a:pt x="4336" y="2563"/>
                </a:lnTo>
                <a:lnTo>
                  <a:pt x="4335" y="2564"/>
                </a:lnTo>
                <a:lnTo>
                  <a:pt x="4336" y="2564"/>
                </a:lnTo>
                <a:lnTo>
                  <a:pt x="4336" y="2565"/>
                </a:lnTo>
                <a:lnTo>
                  <a:pt x="4335" y="2565"/>
                </a:lnTo>
                <a:lnTo>
                  <a:pt x="4335" y="2566"/>
                </a:lnTo>
                <a:lnTo>
                  <a:pt x="4334" y="2565"/>
                </a:lnTo>
                <a:lnTo>
                  <a:pt x="4334" y="2566"/>
                </a:lnTo>
                <a:lnTo>
                  <a:pt x="4333" y="2566"/>
                </a:lnTo>
                <a:lnTo>
                  <a:pt x="4332" y="2566"/>
                </a:lnTo>
                <a:lnTo>
                  <a:pt x="4332" y="2565"/>
                </a:lnTo>
                <a:lnTo>
                  <a:pt x="4332" y="2566"/>
                </a:lnTo>
                <a:lnTo>
                  <a:pt x="4333" y="2567"/>
                </a:lnTo>
                <a:lnTo>
                  <a:pt x="4334" y="2567"/>
                </a:lnTo>
                <a:lnTo>
                  <a:pt x="4335" y="2567"/>
                </a:lnTo>
                <a:lnTo>
                  <a:pt x="4335" y="2568"/>
                </a:lnTo>
                <a:lnTo>
                  <a:pt x="4334" y="2569"/>
                </a:lnTo>
                <a:lnTo>
                  <a:pt x="4334" y="2570"/>
                </a:lnTo>
                <a:lnTo>
                  <a:pt x="4333" y="2572"/>
                </a:lnTo>
                <a:lnTo>
                  <a:pt x="4334" y="2572"/>
                </a:lnTo>
                <a:lnTo>
                  <a:pt x="4334" y="2573"/>
                </a:lnTo>
                <a:lnTo>
                  <a:pt x="4337" y="2574"/>
                </a:lnTo>
                <a:lnTo>
                  <a:pt x="4338" y="2573"/>
                </a:lnTo>
                <a:lnTo>
                  <a:pt x="4339" y="2574"/>
                </a:lnTo>
                <a:lnTo>
                  <a:pt x="4339" y="2575"/>
                </a:lnTo>
                <a:lnTo>
                  <a:pt x="4338" y="2575"/>
                </a:lnTo>
                <a:lnTo>
                  <a:pt x="4337" y="2577"/>
                </a:lnTo>
                <a:lnTo>
                  <a:pt x="4338" y="2577"/>
                </a:lnTo>
                <a:lnTo>
                  <a:pt x="4338" y="2578"/>
                </a:lnTo>
                <a:lnTo>
                  <a:pt x="4337" y="2579"/>
                </a:lnTo>
                <a:lnTo>
                  <a:pt x="4336" y="2579"/>
                </a:lnTo>
                <a:lnTo>
                  <a:pt x="4336" y="2580"/>
                </a:lnTo>
                <a:lnTo>
                  <a:pt x="4336" y="2581"/>
                </a:lnTo>
                <a:lnTo>
                  <a:pt x="4337" y="2581"/>
                </a:lnTo>
                <a:lnTo>
                  <a:pt x="4338" y="2580"/>
                </a:lnTo>
                <a:lnTo>
                  <a:pt x="4339" y="2580"/>
                </a:lnTo>
                <a:lnTo>
                  <a:pt x="4338" y="2580"/>
                </a:lnTo>
                <a:lnTo>
                  <a:pt x="4338" y="2581"/>
                </a:lnTo>
                <a:lnTo>
                  <a:pt x="4339" y="2581"/>
                </a:lnTo>
                <a:lnTo>
                  <a:pt x="4339" y="2580"/>
                </a:lnTo>
                <a:lnTo>
                  <a:pt x="4340" y="2580"/>
                </a:lnTo>
                <a:lnTo>
                  <a:pt x="4340" y="2581"/>
                </a:lnTo>
                <a:lnTo>
                  <a:pt x="4338" y="2582"/>
                </a:lnTo>
                <a:lnTo>
                  <a:pt x="4338" y="2583"/>
                </a:lnTo>
                <a:lnTo>
                  <a:pt x="4338" y="2582"/>
                </a:lnTo>
                <a:lnTo>
                  <a:pt x="4339" y="2583"/>
                </a:lnTo>
                <a:lnTo>
                  <a:pt x="4338" y="2583"/>
                </a:lnTo>
                <a:lnTo>
                  <a:pt x="4338" y="2584"/>
                </a:lnTo>
                <a:lnTo>
                  <a:pt x="4337" y="2584"/>
                </a:lnTo>
                <a:lnTo>
                  <a:pt x="4338" y="2584"/>
                </a:lnTo>
                <a:lnTo>
                  <a:pt x="4338" y="2585"/>
                </a:lnTo>
                <a:lnTo>
                  <a:pt x="4337" y="2586"/>
                </a:lnTo>
                <a:lnTo>
                  <a:pt x="4338" y="2586"/>
                </a:lnTo>
                <a:lnTo>
                  <a:pt x="4337" y="2587"/>
                </a:lnTo>
                <a:lnTo>
                  <a:pt x="4336" y="2587"/>
                </a:lnTo>
                <a:lnTo>
                  <a:pt x="4336" y="2588"/>
                </a:lnTo>
                <a:lnTo>
                  <a:pt x="4336" y="2587"/>
                </a:lnTo>
                <a:lnTo>
                  <a:pt x="4335" y="2587"/>
                </a:lnTo>
                <a:lnTo>
                  <a:pt x="4335" y="2588"/>
                </a:lnTo>
                <a:lnTo>
                  <a:pt x="4336" y="2588"/>
                </a:lnTo>
                <a:lnTo>
                  <a:pt x="4335" y="2588"/>
                </a:lnTo>
                <a:lnTo>
                  <a:pt x="4335" y="2589"/>
                </a:lnTo>
                <a:lnTo>
                  <a:pt x="4336" y="2589"/>
                </a:lnTo>
                <a:lnTo>
                  <a:pt x="4335" y="2590"/>
                </a:lnTo>
                <a:lnTo>
                  <a:pt x="4334" y="2590"/>
                </a:lnTo>
                <a:lnTo>
                  <a:pt x="4333" y="2590"/>
                </a:lnTo>
                <a:lnTo>
                  <a:pt x="4333" y="2591"/>
                </a:lnTo>
                <a:lnTo>
                  <a:pt x="4332" y="2591"/>
                </a:lnTo>
                <a:lnTo>
                  <a:pt x="4332" y="2590"/>
                </a:lnTo>
                <a:lnTo>
                  <a:pt x="4333" y="2589"/>
                </a:lnTo>
                <a:lnTo>
                  <a:pt x="4333" y="2588"/>
                </a:lnTo>
                <a:lnTo>
                  <a:pt x="4332" y="2588"/>
                </a:lnTo>
                <a:lnTo>
                  <a:pt x="4332" y="2589"/>
                </a:lnTo>
                <a:lnTo>
                  <a:pt x="4331" y="2588"/>
                </a:lnTo>
                <a:lnTo>
                  <a:pt x="4332" y="2588"/>
                </a:lnTo>
                <a:lnTo>
                  <a:pt x="4332" y="2587"/>
                </a:lnTo>
                <a:lnTo>
                  <a:pt x="4332" y="2586"/>
                </a:lnTo>
                <a:lnTo>
                  <a:pt x="4332" y="2585"/>
                </a:lnTo>
                <a:lnTo>
                  <a:pt x="4331" y="2584"/>
                </a:lnTo>
                <a:lnTo>
                  <a:pt x="4329" y="2584"/>
                </a:lnTo>
                <a:lnTo>
                  <a:pt x="4329" y="2583"/>
                </a:lnTo>
                <a:lnTo>
                  <a:pt x="4327" y="2583"/>
                </a:lnTo>
                <a:lnTo>
                  <a:pt x="4327" y="2582"/>
                </a:lnTo>
                <a:lnTo>
                  <a:pt x="4326" y="2582"/>
                </a:lnTo>
                <a:lnTo>
                  <a:pt x="4325" y="2582"/>
                </a:lnTo>
                <a:lnTo>
                  <a:pt x="4323" y="2582"/>
                </a:lnTo>
                <a:lnTo>
                  <a:pt x="4322" y="2582"/>
                </a:lnTo>
                <a:lnTo>
                  <a:pt x="4321" y="2582"/>
                </a:lnTo>
                <a:lnTo>
                  <a:pt x="4321" y="2584"/>
                </a:lnTo>
                <a:lnTo>
                  <a:pt x="4321" y="2585"/>
                </a:lnTo>
                <a:lnTo>
                  <a:pt x="4320" y="2585"/>
                </a:lnTo>
                <a:lnTo>
                  <a:pt x="4320" y="2586"/>
                </a:lnTo>
                <a:lnTo>
                  <a:pt x="4320" y="2587"/>
                </a:lnTo>
                <a:lnTo>
                  <a:pt x="4320" y="2588"/>
                </a:lnTo>
                <a:lnTo>
                  <a:pt x="4319" y="2589"/>
                </a:lnTo>
                <a:lnTo>
                  <a:pt x="4318" y="2589"/>
                </a:lnTo>
                <a:lnTo>
                  <a:pt x="4318" y="2590"/>
                </a:lnTo>
                <a:lnTo>
                  <a:pt x="4318" y="2591"/>
                </a:lnTo>
                <a:lnTo>
                  <a:pt x="4317" y="2592"/>
                </a:lnTo>
                <a:lnTo>
                  <a:pt x="4316" y="2592"/>
                </a:lnTo>
                <a:lnTo>
                  <a:pt x="4316" y="2593"/>
                </a:lnTo>
                <a:lnTo>
                  <a:pt x="4316" y="2594"/>
                </a:lnTo>
                <a:lnTo>
                  <a:pt x="4315" y="2595"/>
                </a:lnTo>
                <a:lnTo>
                  <a:pt x="4315" y="2594"/>
                </a:lnTo>
                <a:lnTo>
                  <a:pt x="4314" y="2593"/>
                </a:lnTo>
                <a:lnTo>
                  <a:pt x="4313" y="2593"/>
                </a:lnTo>
                <a:lnTo>
                  <a:pt x="4313" y="2594"/>
                </a:lnTo>
                <a:lnTo>
                  <a:pt x="4313" y="2595"/>
                </a:lnTo>
                <a:lnTo>
                  <a:pt x="4314" y="2595"/>
                </a:lnTo>
                <a:lnTo>
                  <a:pt x="4314" y="2596"/>
                </a:lnTo>
                <a:lnTo>
                  <a:pt x="4313" y="2596"/>
                </a:lnTo>
                <a:lnTo>
                  <a:pt x="4314" y="2597"/>
                </a:lnTo>
                <a:lnTo>
                  <a:pt x="4315" y="2597"/>
                </a:lnTo>
                <a:lnTo>
                  <a:pt x="4315" y="2596"/>
                </a:lnTo>
                <a:lnTo>
                  <a:pt x="4315" y="2597"/>
                </a:lnTo>
                <a:lnTo>
                  <a:pt x="4315" y="2598"/>
                </a:lnTo>
                <a:lnTo>
                  <a:pt x="4314" y="2599"/>
                </a:lnTo>
                <a:lnTo>
                  <a:pt x="4315" y="2599"/>
                </a:lnTo>
                <a:lnTo>
                  <a:pt x="4314" y="2599"/>
                </a:lnTo>
                <a:lnTo>
                  <a:pt x="4314" y="2600"/>
                </a:lnTo>
                <a:lnTo>
                  <a:pt x="4313" y="2599"/>
                </a:lnTo>
                <a:lnTo>
                  <a:pt x="4313" y="2601"/>
                </a:lnTo>
                <a:lnTo>
                  <a:pt x="4313" y="2602"/>
                </a:lnTo>
                <a:lnTo>
                  <a:pt x="4312" y="2602"/>
                </a:lnTo>
                <a:lnTo>
                  <a:pt x="4312" y="2601"/>
                </a:lnTo>
                <a:lnTo>
                  <a:pt x="4311" y="2601"/>
                </a:lnTo>
                <a:lnTo>
                  <a:pt x="4311" y="2602"/>
                </a:lnTo>
                <a:lnTo>
                  <a:pt x="4310" y="2602"/>
                </a:lnTo>
                <a:lnTo>
                  <a:pt x="4310" y="2601"/>
                </a:lnTo>
                <a:lnTo>
                  <a:pt x="4310" y="2600"/>
                </a:lnTo>
                <a:lnTo>
                  <a:pt x="4309" y="2600"/>
                </a:lnTo>
                <a:lnTo>
                  <a:pt x="4308" y="2600"/>
                </a:lnTo>
                <a:lnTo>
                  <a:pt x="4307" y="2599"/>
                </a:lnTo>
                <a:lnTo>
                  <a:pt x="4306" y="2599"/>
                </a:lnTo>
                <a:lnTo>
                  <a:pt x="4306" y="2600"/>
                </a:lnTo>
                <a:lnTo>
                  <a:pt x="4305" y="2600"/>
                </a:lnTo>
                <a:lnTo>
                  <a:pt x="4305" y="2601"/>
                </a:lnTo>
                <a:lnTo>
                  <a:pt x="4305" y="2602"/>
                </a:lnTo>
                <a:lnTo>
                  <a:pt x="4305" y="2603"/>
                </a:lnTo>
                <a:lnTo>
                  <a:pt x="4304" y="2603"/>
                </a:lnTo>
                <a:lnTo>
                  <a:pt x="4304" y="2604"/>
                </a:lnTo>
                <a:lnTo>
                  <a:pt x="4304" y="2605"/>
                </a:lnTo>
                <a:lnTo>
                  <a:pt x="4305" y="2605"/>
                </a:lnTo>
                <a:lnTo>
                  <a:pt x="4306" y="2605"/>
                </a:lnTo>
                <a:lnTo>
                  <a:pt x="4306" y="2606"/>
                </a:lnTo>
                <a:lnTo>
                  <a:pt x="4306" y="2607"/>
                </a:lnTo>
                <a:lnTo>
                  <a:pt x="4305" y="2607"/>
                </a:lnTo>
                <a:lnTo>
                  <a:pt x="4305" y="2608"/>
                </a:lnTo>
                <a:lnTo>
                  <a:pt x="4306" y="2608"/>
                </a:lnTo>
                <a:lnTo>
                  <a:pt x="4306" y="2609"/>
                </a:lnTo>
                <a:lnTo>
                  <a:pt x="4306" y="2608"/>
                </a:lnTo>
                <a:lnTo>
                  <a:pt x="4305" y="2608"/>
                </a:lnTo>
                <a:lnTo>
                  <a:pt x="4305" y="2609"/>
                </a:lnTo>
                <a:lnTo>
                  <a:pt x="4305" y="2608"/>
                </a:lnTo>
                <a:lnTo>
                  <a:pt x="4304" y="2608"/>
                </a:lnTo>
                <a:lnTo>
                  <a:pt x="4304" y="2609"/>
                </a:lnTo>
                <a:lnTo>
                  <a:pt x="4304" y="2608"/>
                </a:lnTo>
                <a:lnTo>
                  <a:pt x="4303" y="2608"/>
                </a:lnTo>
                <a:lnTo>
                  <a:pt x="4303" y="2607"/>
                </a:lnTo>
                <a:lnTo>
                  <a:pt x="4302" y="2607"/>
                </a:lnTo>
                <a:lnTo>
                  <a:pt x="4302" y="2608"/>
                </a:lnTo>
                <a:lnTo>
                  <a:pt x="4301" y="2608"/>
                </a:lnTo>
                <a:lnTo>
                  <a:pt x="4301" y="2609"/>
                </a:lnTo>
                <a:lnTo>
                  <a:pt x="4302" y="2609"/>
                </a:lnTo>
                <a:lnTo>
                  <a:pt x="4302" y="2610"/>
                </a:lnTo>
                <a:lnTo>
                  <a:pt x="4301" y="2610"/>
                </a:lnTo>
                <a:lnTo>
                  <a:pt x="4302" y="2609"/>
                </a:lnTo>
                <a:lnTo>
                  <a:pt x="4301" y="2609"/>
                </a:lnTo>
                <a:lnTo>
                  <a:pt x="4300" y="2609"/>
                </a:lnTo>
                <a:lnTo>
                  <a:pt x="4299" y="2609"/>
                </a:lnTo>
                <a:lnTo>
                  <a:pt x="4299" y="2610"/>
                </a:lnTo>
                <a:lnTo>
                  <a:pt x="4300" y="2610"/>
                </a:lnTo>
                <a:lnTo>
                  <a:pt x="4298" y="2611"/>
                </a:lnTo>
                <a:lnTo>
                  <a:pt x="4297" y="2611"/>
                </a:lnTo>
                <a:lnTo>
                  <a:pt x="4296" y="2612"/>
                </a:lnTo>
                <a:lnTo>
                  <a:pt x="4296" y="2611"/>
                </a:lnTo>
                <a:lnTo>
                  <a:pt x="4294" y="2612"/>
                </a:lnTo>
                <a:lnTo>
                  <a:pt x="4294" y="2611"/>
                </a:lnTo>
                <a:lnTo>
                  <a:pt x="4294" y="2610"/>
                </a:lnTo>
                <a:lnTo>
                  <a:pt x="4293" y="2610"/>
                </a:lnTo>
                <a:lnTo>
                  <a:pt x="4294" y="2610"/>
                </a:lnTo>
                <a:lnTo>
                  <a:pt x="4294" y="2609"/>
                </a:lnTo>
                <a:lnTo>
                  <a:pt x="4294" y="2608"/>
                </a:lnTo>
                <a:lnTo>
                  <a:pt x="4293" y="2608"/>
                </a:lnTo>
                <a:lnTo>
                  <a:pt x="4293" y="2607"/>
                </a:lnTo>
                <a:lnTo>
                  <a:pt x="4292" y="2607"/>
                </a:lnTo>
                <a:lnTo>
                  <a:pt x="4292" y="2606"/>
                </a:lnTo>
                <a:lnTo>
                  <a:pt x="4292" y="2604"/>
                </a:lnTo>
                <a:lnTo>
                  <a:pt x="4292" y="2603"/>
                </a:lnTo>
                <a:lnTo>
                  <a:pt x="4292" y="2602"/>
                </a:lnTo>
                <a:lnTo>
                  <a:pt x="4293" y="2601"/>
                </a:lnTo>
                <a:lnTo>
                  <a:pt x="4293" y="2602"/>
                </a:lnTo>
                <a:lnTo>
                  <a:pt x="4294" y="2602"/>
                </a:lnTo>
                <a:lnTo>
                  <a:pt x="4294" y="2601"/>
                </a:lnTo>
                <a:lnTo>
                  <a:pt x="4295" y="2601"/>
                </a:lnTo>
                <a:lnTo>
                  <a:pt x="4297" y="2599"/>
                </a:lnTo>
                <a:lnTo>
                  <a:pt x="4298" y="2598"/>
                </a:lnTo>
                <a:lnTo>
                  <a:pt x="4298" y="2599"/>
                </a:lnTo>
                <a:lnTo>
                  <a:pt x="4298" y="2598"/>
                </a:lnTo>
                <a:lnTo>
                  <a:pt x="4298" y="2597"/>
                </a:lnTo>
                <a:lnTo>
                  <a:pt x="4298" y="2596"/>
                </a:lnTo>
                <a:lnTo>
                  <a:pt x="4299" y="2596"/>
                </a:lnTo>
                <a:lnTo>
                  <a:pt x="4298" y="2595"/>
                </a:lnTo>
                <a:lnTo>
                  <a:pt x="4298" y="2594"/>
                </a:lnTo>
                <a:lnTo>
                  <a:pt x="4297" y="2594"/>
                </a:lnTo>
                <a:lnTo>
                  <a:pt x="4299" y="2590"/>
                </a:lnTo>
                <a:lnTo>
                  <a:pt x="4300" y="2589"/>
                </a:lnTo>
                <a:lnTo>
                  <a:pt x="4301" y="2589"/>
                </a:lnTo>
                <a:lnTo>
                  <a:pt x="4301" y="2588"/>
                </a:lnTo>
                <a:lnTo>
                  <a:pt x="4301" y="2587"/>
                </a:lnTo>
                <a:lnTo>
                  <a:pt x="4302" y="2586"/>
                </a:lnTo>
                <a:lnTo>
                  <a:pt x="4301" y="2586"/>
                </a:lnTo>
                <a:lnTo>
                  <a:pt x="4301" y="2585"/>
                </a:lnTo>
                <a:lnTo>
                  <a:pt x="4300" y="2584"/>
                </a:lnTo>
                <a:lnTo>
                  <a:pt x="4299" y="2583"/>
                </a:lnTo>
                <a:lnTo>
                  <a:pt x="4299" y="2582"/>
                </a:lnTo>
                <a:lnTo>
                  <a:pt x="4300" y="2581"/>
                </a:lnTo>
                <a:lnTo>
                  <a:pt x="4301" y="2581"/>
                </a:lnTo>
                <a:lnTo>
                  <a:pt x="4301" y="2580"/>
                </a:lnTo>
                <a:lnTo>
                  <a:pt x="4300" y="2581"/>
                </a:lnTo>
                <a:lnTo>
                  <a:pt x="4299" y="2581"/>
                </a:lnTo>
                <a:lnTo>
                  <a:pt x="4299" y="2580"/>
                </a:lnTo>
                <a:lnTo>
                  <a:pt x="4299" y="2579"/>
                </a:lnTo>
                <a:lnTo>
                  <a:pt x="4298" y="2578"/>
                </a:lnTo>
                <a:lnTo>
                  <a:pt x="4298" y="2577"/>
                </a:lnTo>
                <a:lnTo>
                  <a:pt x="4298" y="2576"/>
                </a:lnTo>
                <a:lnTo>
                  <a:pt x="4297" y="2576"/>
                </a:lnTo>
                <a:lnTo>
                  <a:pt x="4296" y="2576"/>
                </a:lnTo>
                <a:lnTo>
                  <a:pt x="4296" y="2577"/>
                </a:lnTo>
                <a:lnTo>
                  <a:pt x="4295" y="2576"/>
                </a:lnTo>
                <a:lnTo>
                  <a:pt x="4296" y="2578"/>
                </a:lnTo>
                <a:lnTo>
                  <a:pt x="4297" y="2578"/>
                </a:lnTo>
                <a:lnTo>
                  <a:pt x="4297" y="2579"/>
                </a:lnTo>
                <a:lnTo>
                  <a:pt x="4296" y="2580"/>
                </a:lnTo>
                <a:lnTo>
                  <a:pt x="4295" y="2580"/>
                </a:lnTo>
                <a:lnTo>
                  <a:pt x="4294" y="2580"/>
                </a:lnTo>
                <a:lnTo>
                  <a:pt x="4294" y="2581"/>
                </a:lnTo>
                <a:lnTo>
                  <a:pt x="4293" y="2581"/>
                </a:lnTo>
                <a:lnTo>
                  <a:pt x="4293" y="2582"/>
                </a:lnTo>
                <a:lnTo>
                  <a:pt x="4293" y="2583"/>
                </a:lnTo>
                <a:lnTo>
                  <a:pt x="4292" y="2584"/>
                </a:lnTo>
                <a:lnTo>
                  <a:pt x="4291" y="2585"/>
                </a:lnTo>
                <a:lnTo>
                  <a:pt x="4292" y="2585"/>
                </a:lnTo>
                <a:lnTo>
                  <a:pt x="4292" y="2586"/>
                </a:lnTo>
                <a:lnTo>
                  <a:pt x="4291" y="2586"/>
                </a:lnTo>
                <a:lnTo>
                  <a:pt x="4291" y="2587"/>
                </a:lnTo>
                <a:lnTo>
                  <a:pt x="4290" y="2587"/>
                </a:lnTo>
                <a:lnTo>
                  <a:pt x="4289" y="2587"/>
                </a:lnTo>
                <a:lnTo>
                  <a:pt x="4288" y="2587"/>
                </a:lnTo>
                <a:lnTo>
                  <a:pt x="4287" y="2587"/>
                </a:lnTo>
                <a:lnTo>
                  <a:pt x="4287" y="2586"/>
                </a:lnTo>
                <a:lnTo>
                  <a:pt x="4286" y="2586"/>
                </a:lnTo>
                <a:lnTo>
                  <a:pt x="4286" y="2587"/>
                </a:lnTo>
                <a:lnTo>
                  <a:pt x="4287" y="2588"/>
                </a:lnTo>
                <a:lnTo>
                  <a:pt x="4288" y="2588"/>
                </a:lnTo>
                <a:lnTo>
                  <a:pt x="4289" y="2588"/>
                </a:lnTo>
                <a:lnTo>
                  <a:pt x="4289" y="2587"/>
                </a:lnTo>
                <a:lnTo>
                  <a:pt x="4290" y="2587"/>
                </a:lnTo>
                <a:lnTo>
                  <a:pt x="4290" y="2588"/>
                </a:lnTo>
                <a:lnTo>
                  <a:pt x="4291" y="2589"/>
                </a:lnTo>
                <a:lnTo>
                  <a:pt x="4291" y="2590"/>
                </a:lnTo>
                <a:lnTo>
                  <a:pt x="4292" y="2591"/>
                </a:lnTo>
                <a:lnTo>
                  <a:pt x="4291" y="2594"/>
                </a:lnTo>
                <a:lnTo>
                  <a:pt x="4290" y="2595"/>
                </a:lnTo>
                <a:lnTo>
                  <a:pt x="4289" y="2595"/>
                </a:lnTo>
                <a:lnTo>
                  <a:pt x="4289" y="2596"/>
                </a:lnTo>
                <a:lnTo>
                  <a:pt x="4289" y="2597"/>
                </a:lnTo>
                <a:lnTo>
                  <a:pt x="4289" y="2598"/>
                </a:lnTo>
                <a:lnTo>
                  <a:pt x="4288" y="2599"/>
                </a:lnTo>
                <a:lnTo>
                  <a:pt x="4289" y="2599"/>
                </a:lnTo>
                <a:lnTo>
                  <a:pt x="4288" y="2601"/>
                </a:lnTo>
                <a:lnTo>
                  <a:pt x="4287" y="2600"/>
                </a:lnTo>
                <a:lnTo>
                  <a:pt x="4286" y="2600"/>
                </a:lnTo>
                <a:lnTo>
                  <a:pt x="4287" y="2600"/>
                </a:lnTo>
                <a:lnTo>
                  <a:pt x="4286" y="2602"/>
                </a:lnTo>
                <a:lnTo>
                  <a:pt x="4282" y="2605"/>
                </a:lnTo>
                <a:lnTo>
                  <a:pt x="4281" y="2604"/>
                </a:lnTo>
                <a:lnTo>
                  <a:pt x="4281" y="2605"/>
                </a:lnTo>
                <a:lnTo>
                  <a:pt x="4280" y="2607"/>
                </a:lnTo>
                <a:lnTo>
                  <a:pt x="4281" y="2607"/>
                </a:lnTo>
                <a:lnTo>
                  <a:pt x="4281" y="2608"/>
                </a:lnTo>
                <a:lnTo>
                  <a:pt x="4281" y="2609"/>
                </a:lnTo>
                <a:lnTo>
                  <a:pt x="4281" y="2612"/>
                </a:lnTo>
                <a:lnTo>
                  <a:pt x="4280" y="2612"/>
                </a:lnTo>
                <a:lnTo>
                  <a:pt x="4280" y="2613"/>
                </a:lnTo>
                <a:lnTo>
                  <a:pt x="4279" y="2614"/>
                </a:lnTo>
                <a:lnTo>
                  <a:pt x="4280" y="2614"/>
                </a:lnTo>
                <a:lnTo>
                  <a:pt x="4280" y="2615"/>
                </a:lnTo>
                <a:lnTo>
                  <a:pt x="4279" y="2616"/>
                </a:lnTo>
                <a:lnTo>
                  <a:pt x="4278" y="2617"/>
                </a:lnTo>
                <a:lnTo>
                  <a:pt x="4277" y="2617"/>
                </a:lnTo>
                <a:lnTo>
                  <a:pt x="4277" y="2618"/>
                </a:lnTo>
                <a:lnTo>
                  <a:pt x="4276" y="2618"/>
                </a:lnTo>
                <a:lnTo>
                  <a:pt x="4276" y="2619"/>
                </a:lnTo>
                <a:lnTo>
                  <a:pt x="4276" y="2620"/>
                </a:lnTo>
                <a:lnTo>
                  <a:pt x="4276" y="2621"/>
                </a:lnTo>
                <a:lnTo>
                  <a:pt x="4275" y="2621"/>
                </a:lnTo>
                <a:lnTo>
                  <a:pt x="4277" y="2622"/>
                </a:lnTo>
                <a:lnTo>
                  <a:pt x="4277" y="2623"/>
                </a:lnTo>
                <a:lnTo>
                  <a:pt x="4276" y="2623"/>
                </a:lnTo>
                <a:lnTo>
                  <a:pt x="4276" y="2624"/>
                </a:lnTo>
                <a:lnTo>
                  <a:pt x="4275" y="2625"/>
                </a:lnTo>
                <a:lnTo>
                  <a:pt x="4275" y="2626"/>
                </a:lnTo>
                <a:lnTo>
                  <a:pt x="4274" y="2626"/>
                </a:lnTo>
                <a:lnTo>
                  <a:pt x="4274" y="2625"/>
                </a:lnTo>
                <a:lnTo>
                  <a:pt x="4273" y="2625"/>
                </a:lnTo>
                <a:lnTo>
                  <a:pt x="4273" y="2624"/>
                </a:lnTo>
                <a:lnTo>
                  <a:pt x="4272" y="2624"/>
                </a:lnTo>
                <a:lnTo>
                  <a:pt x="4270" y="2624"/>
                </a:lnTo>
                <a:lnTo>
                  <a:pt x="4269" y="2625"/>
                </a:lnTo>
                <a:lnTo>
                  <a:pt x="4269" y="2627"/>
                </a:lnTo>
                <a:lnTo>
                  <a:pt x="4268" y="2627"/>
                </a:lnTo>
                <a:lnTo>
                  <a:pt x="4269" y="2627"/>
                </a:lnTo>
                <a:lnTo>
                  <a:pt x="4268" y="2629"/>
                </a:lnTo>
                <a:lnTo>
                  <a:pt x="4267" y="2631"/>
                </a:lnTo>
                <a:lnTo>
                  <a:pt x="4266" y="2631"/>
                </a:lnTo>
                <a:lnTo>
                  <a:pt x="4266" y="2632"/>
                </a:lnTo>
                <a:lnTo>
                  <a:pt x="4265" y="2632"/>
                </a:lnTo>
                <a:lnTo>
                  <a:pt x="4263" y="2634"/>
                </a:lnTo>
                <a:lnTo>
                  <a:pt x="4261" y="2636"/>
                </a:lnTo>
                <a:lnTo>
                  <a:pt x="4261" y="2637"/>
                </a:lnTo>
                <a:lnTo>
                  <a:pt x="4260" y="2637"/>
                </a:lnTo>
                <a:lnTo>
                  <a:pt x="4260" y="2636"/>
                </a:lnTo>
                <a:lnTo>
                  <a:pt x="4259" y="2636"/>
                </a:lnTo>
                <a:lnTo>
                  <a:pt x="4259" y="2637"/>
                </a:lnTo>
                <a:lnTo>
                  <a:pt x="4258" y="2638"/>
                </a:lnTo>
                <a:lnTo>
                  <a:pt x="4258" y="2639"/>
                </a:lnTo>
                <a:lnTo>
                  <a:pt x="4257" y="2640"/>
                </a:lnTo>
                <a:lnTo>
                  <a:pt x="4257" y="2641"/>
                </a:lnTo>
                <a:lnTo>
                  <a:pt x="4257" y="2642"/>
                </a:lnTo>
                <a:lnTo>
                  <a:pt x="4256" y="2642"/>
                </a:lnTo>
                <a:lnTo>
                  <a:pt x="4256" y="2643"/>
                </a:lnTo>
                <a:lnTo>
                  <a:pt x="4258" y="2644"/>
                </a:lnTo>
                <a:lnTo>
                  <a:pt x="4257" y="2644"/>
                </a:lnTo>
                <a:lnTo>
                  <a:pt x="4256" y="2645"/>
                </a:lnTo>
                <a:lnTo>
                  <a:pt x="4255" y="2646"/>
                </a:lnTo>
                <a:lnTo>
                  <a:pt x="4253" y="2645"/>
                </a:lnTo>
                <a:lnTo>
                  <a:pt x="4252" y="2645"/>
                </a:lnTo>
                <a:lnTo>
                  <a:pt x="4251" y="2646"/>
                </a:lnTo>
                <a:lnTo>
                  <a:pt x="4251" y="2647"/>
                </a:lnTo>
                <a:lnTo>
                  <a:pt x="4252" y="2648"/>
                </a:lnTo>
                <a:lnTo>
                  <a:pt x="4252" y="2649"/>
                </a:lnTo>
                <a:lnTo>
                  <a:pt x="4251" y="2652"/>
                </a:lnTo>
                <a:lnTo>
                  <a:pt x="4250" y="2652"/>
                </a:lnTo>
                <a:lnTo>
                  <a:pt x="4251" y="2652"/>
                </a:lnTo>
                <a:lnTo>
                  <a:pt x="4251" y="2653"/>
                </a:lnTo>
                <a:lnTo>
                  <a:pt x="4250" y="2653"/>
                </a:lnTo>
                <a:lnTo>
                  <a:pt x="4249" y="2653"/>
                </a:lnTo>
                <a:lnTo>
                  <a:pt x="4250" y="2654"/>
                </a:lnTo>
                <a:lnTo>
                  <a:pt x="4249" y="2655"/>
                </a:lnTo>
                <a:lnTo>
                  <a:pt x="4248" y="2656"/>
                </a:lnTo>
                <a:lnTo>
                  <a:pt x="4248" y="2655"/>
                </a:lnTo>
                <a:lnTo>
                  <a:pt x="4248" y="2656"/>
                </a:lnTo>
                <a:lnTo>
                  <a:pt x="4247" y="2656"/>
                </a:lnTo>
                <a:lnTo>
                  <a:pt x="4247" y="2657"/>
                </a:lnTo>
                <a:lnTo>
                  <a:pt x="4248" y="2657"/>
                </a:lnTo>
                <a:lnTo>
                  <a:pt x="4248" y="2658"/>
                </a:lnTo>
                <a:lnTo>
                  <a:pt x="4246" y="2659"/>
                </a:lnTo>
                <a:lnTo>
                  <a:pt x="4244" y="2658"/>
                </a:lnTo>
                <a:lnTo>
                  <a:pt x="4244" y="2657"/>
                </a:lnTo>
                <a:lnTo>
                  <a:pt x="4243" y="2657"/>
                </a:lnTo>
                <a:lnTo>
                  <a:pt x="4243" y="2658"/>
                </a:lnTo>
                <a:lnTo>
                  <a:pt x="4244" y="2659"/>
                </a:lnTo>
                <a:lnTo>
                  <a:pt x="4247" y="2661"/>
                </a:lnTo>
                <a:lnTo>
                  <a:pt x="4249" y="2665"/>
                </a:lnTo>
                <a:lnTo>
                  <a:pt x="4249" y="2666"/>
                </a:lnTo>
                <a:lnTo>
                  <a:pt x="4250" y="2666"/>
                </a:lnTo>
                <a:lnTo>
                  <a:pt x="4250" y="2667"/>
                </a:lnTo>
                <a:lnTo>
                  <a:pt x="4249" y="2667"/>
                </a:lnTo>
                <a:lnTo>
                  <a:pt x="4249" y="2666"/>
                </a:lnTo>
                <a:lnTo>
                  <a:pt x="4248" y="2666"/>
                </a:lnTo>
                <a:lnTo>
                  <a:pt x="4247" y="2667"/>
                </a:lnTo>
                <a:lnTo>
                  <a:pt x="4247" y="2668"/>
                </a:lnTo>
                <a:lnTo>
                  <a:pt x="4247" y="2667"/>
                </a:lnTo>
                <a:lnTo>
                  <a:pt x="4248" y="2667"/>
                </a:lnTo>
                <a:lnTo>
                  <a:pt x="4249" y="2667"/>
                </a:lnTo>
                <a:lnTo>
                  <a:pt x="4250" y="2667"/>
                </a:lnTo>
                <a:lnTo>
                  <a:pt x="4250" y="2668"/>
                </a:lnTo>
                <a:lnTo>
                  <a:pt x="4250" y="2669"/>
                </a:lnTo>
                <a:lnTo>
                  <a:pt x="4251" y="2669"/>
                </a:lnTo>
                <a:lnTo>
                  <a:pt x="4252" y="2669"/>
                </a:lnTo>
                <a:lnTo>
                  <a:pt x="4252" y="2670"/>
                </a:lnTo>
                <a:lnTo>
                  <a:pt x="4251" y="2670"/>
                </a:lnTo>
                <a:lnTo>
                  <a:pt x="4251" y="2671"/>
                </a:lnTo>
                <a:lnTo>
                  <a:pt x="4250" y="2671"/>
                </a:lnTo>
                <a:lnTo>
                  <a:pt x="4250" y="2672"/>
                </a:lnTo>
                <a:lnTo>
                  <a:pt x="4249" y="2672"/>
                </a:lnTo>
                <a:lnTo>
                  <a:pt x="4250" y="2672"/>
                </a:lnTo>
                <a:lnTo>
                  <a:pt x="4249" y="2673"/>
                </a:lnTo>
                <a:lnTo>
                  <a:pt x="4249" y="2672"/>
                </a:lnTo>
                <a:lnTo>
                  <a:pt x="4248" y="2672"/>
                </a:lnTo>
                <a:lnTo>
                  <a:pt x="4248" y="2673"/>
                </a:lnTo>
                <a:lnTo>
                  <a:pt x="4248" y="2675"/>
                </a:lnTo>
                <a:lnTo>
                  <a:pt x="4247" y="2675"/>
                </a:lnTo>
                <a:lnTo>
                  <a:pt x="4248" y="2676"/>
                </a:lnTo>
                <a:lnTo>
                  <a:pt x="4247" y="2676"/>
                </a:lnTo>
                <a:lnTo>
                  <a:pt x="4247" y="2677"/>
                </a:lnTo>
                <a:lnTo>
                  <a:pt x="4248" y="2677"/>
                </a:lnTo>
                <a:lnTo>
                  <a:pt x="4248" y="2678"/>
                </a:lnTo>
                <a:lnTo>
                  <a:pt x="4248" y="2679"/>
                </a:lnTo>
                <a:lnTo>
                  <a:pt x="4248" y="2680"/>
                </a:lnTo>
                <a:lnTo>
                  <a:pt x="4248" y="2681"/>
                </a:lnTo>
                <a:lnTo>
                  <a:pt x="4247" y="2681"/>
                </a:lnTo>
                <a:lnTo>
                  <a:pt x="4246" y="2681"/>
                </a:lnTo>
                <a:lnTo>
                  <a:pt x="4245" y="2681"/>
                </a:lnTo>
                <a:lnTo>
                  <a:pt x="4245" y="2680"/>
                </a:lnTo>
                <a:lnTo>
                  <a:pt x="4246" y="2680"/>
                </a:lnTo>
                <a:lnTo>
                  <a:pt x="4246" y="2679"/>
                </a:lnTo>
                <a:lnTo>
                  <a:pt x="4245" y="2679"/>
                </a:lnTo>
                <a:lnTo>
                  <a:pt x="4245" y="2678"/>
                </a:lnTo>
                <a:lnTo>
                  <a:pt x="4244" y="2678"/>
                </a:lnTo>
                <a:lnTo>
                  <a:pt x="4244" y="2679"/>
                </a:lnTo>
                <a:lnTo>
                  <a:pt x="4243" y="2679"/>
                </a:lnTo>
                <a:lnTo>
                  <a:pt x="4242" y="2679"/>
                </a:lnTo>
                <a:lnTo>
                  <a:pt x="4242" y="2678"/>
                </a:lnTo>
                <a:lnTo>
                  <a:pt x="4241" y="2678"/>
                </a:lnTo>
                <a:lnTo>
                  <a:pt x="4241" y="2677"/>
                </a:lnTo>
                <a:lnTo>
                  <a:pt x="4240" y="2677"/>
                </a:lnTo>
                <a:lnTo>
                  <a:pt x="4239" y="2677"/>
                </a:lnTo>
                <a:lnTo>
                  <a:pt x="4238" y="2677"/>
                </a:lnTo>
                <a:lnTo>
                  <a:pt x="4239" y="2678"/>
                </a:lnTo>
                <a:lnTo>
                  <a:pt x="4240" y="2678"/>
                </a:lnTo>
                <a:lnTo>
                  <a:pt x="4239" y="2678"/>
                </a:lnTo>
                <a:lnTo>
                  <a:pt x="4238" y="2678"/>
                </a:lnTo>
                <a:lnTo>
                  <a:pt x="4238" y="2679"/>
                </a:lnTo>
                <a:lnTo>
                  <a:pt x="4239" y="2680"/>
                </a:lnTo>
                <a:lnTo>
                  <a:pt x="4239" y="2679"/>
                </a:lnTo>
                <a:lnTo>
                  <a:pt x="4240" y="2679"/>
                </a:lnTo>
                <a:lnTo>
                  <a:pt x="4240" y="2680"/>
                </a:lnTo>
                <a:lnTo>
                  <a:pt x="4239" y="2681"/>
                </a:lnTo>
                <a:lnTo>
                  <a:pt x="4238" y="2681"/>
                </a:lnTo>
                <a:lnTo>
                  <a:pt x="4238" y="2682"/>
                </a:lnTo>
                <a:lnTo>
                  <a:pt x="4237" y="2683"/>
                </a:lnTo>
                <a:lnTo>
                  <a:pt x="4238" y="2683"/>
                </a:lnTo>
                <a:lnTo>
                  <a:pt x="4238" y="2684"/>
                </a:lnTo>
                <a:lnTo>
                  <a:pt x="4238" y="2683"/>
                </a:lnTo>
                <a:lnTo>
                  <a:pt x="4237" y="2683"/>
                </a:lnTo>
                <a:lnTo>
                  <a:pt x="4237" y="2684"/>
                </a:lnTo>
                <a:lnTo>
                  <a:pt x="4236" y="2684"/>
                </a:lnTo>
                <a:lnTo>
                  <a:pt x="4236" y="2683"/>
                </a:lnTo>
                <a:lnTo>
                  <a:pt x="4236" y="2684"/>
                </a:lnTo>
                <a:lnTo>
                  <a:pt x="4237" y="2685"/>
                </a:lnTo>
                <a:lnTo>
                  <a:pt x="4238" y="2684"/>
                </a:lnTo>
                <a:lnTo>
                  <a:pt x="4238" y="2685"/>
                </a:lnTo>
                <a:lnTo>
                  <a:pt x="4238" y="2686"/>
                </a:lnTo>
                <a:lnTo>
                  <a:pt x="4239" y="2686"/>
                </a:lnTo>
                <a:lnTo>
                  <a:pt x="4239" y="2685"/>
                </a:lnTo>
                <a:lnTo>
                  <a:pt x="4240" y="2685"/>
                </a:lnTo>
                <a:lnTo>
                  <a:pt x="4240" y="2686"/>
                </a:lnTo>
                <a:lnTo>
                  <a:pt x="4239" y="2687"/>
                </a:lnTo>
                <a:lnTo>
                  <a:pt x="4238" y="2687"/>
                </a:lnTo>
                <a:lnTo>
                  <a:pt x="4238" y="2688"/>
                </a:lnTo>
                <a:lnTo>
                  <a:pt x="4239" y="2688"/>
                </a:lnTo>
                <a:lnTo>
                  <a:pt x="4239" y="2687"/>
                </a:lnTo>
                <a:lnTo>
                  <a:pt x="4240" y="2687"/>
                </a:lnTo>
                <a:lnTo>
                  <a:pt x="4241" y="2688"/>
                </a:lnTo>
                <a:lnTo>
                  <a:pt x="4240" y="2688"/>
                </a:lnTo>
                <a:lnTo>
                  <a:pt x="4239" y="2688"/>
                </a:lnTo>
                <a:lnTo>
                  <a:pt x="4239" y="2689"/>
                </a:lnTo>
                <a:lnTo>
                  <a:pt x="4239" y="2690"/>
                </a:lnTo>
                <a:lnTo>
                  <a:pt x="4238" y="2690"/>
                </a:lnTo>
                <a:lnTo>
                  <a:pt x="4237" y="2690"/>
                </a:lnTo>
                <a:lnTo>
                  <a:pt x="4236" y="2690"/>
                </a:lnTo>
                <a:lnTo>
                  <a:pt x="4237" y="2691"/>
                </a:lnTo>
                <a:lnTo>
                  <a:pt x="4237" y="2692"/>
                </a:lnTo>
                <a:lnTo>
                  <a:pt x="4236" y="2692"/>
                </a:lnTo>
                <a:lnTo>
                  <a:pt x="4236" y="2693"/>
                </a:lnTo>
                <a:lnTo>
                  <a:pt x="4237" y="2693"/>
                </a:lnTo>
                <a:lnTo>
                  <a:pt x="4238" y="2693"/>
                </a:lnTo>
                <a:lnTo>
                  <a:pt x="4238" y="2694"/>
                </a:lnTo>
                <a:lnTo>
                  <a:pt x="4237" y="2694"/>
                </a:lnTo>
                <a:lnTo>
                  <a:pt x="4237" y="2695"/>
                </a:lnTo>
                <a:lnTo>
                  <a:pt x="4238" y="2695"/>
                </a:lnTo>
                <a:lnTo>
                  <a:pt x="4237" y="2695"/>
                </a:lnTo>
                <a:lnTo>
                  <a:pt x="4236" y="2695"/>
                </a:lnTo>
                <a:lnTo>
                  <a:pt x="4236" y="2696"/>
                </a:lnTo>
                <a:lnTo>
                  <a:pt x="4236" y="2697"/>
                </a:lnTo>
                <a:lnTo>
                  <a:pt x="4237" y="2697"/>
                </a:lnTo>
                <a:lnTo>
                  <a:pt x="4237" y="2698"/>
                </a:lnTo>
                <a:lnTo>
                  <a:pt x="4236" y="2699"/>
                </a:lnTo>
                <a:lnTo>
                  <a:pt x="4235" y="2699"/>
                </a:lnTo>
                <a:lnTo>
                  <a:pt x="4234" y="2699"/>
                </a:lnTo>
                <a:lnTo>
                  <a:pt x="4234" y="2700"/>
                </a:lnTo>
                <a:lnTo>
                  <a:pt x="4233" y="2700"/>
                </a:lnTo>
                <a:lnTo>
                  <a:pt x="4233" y="2701"/>
                </a:lnTo>
                <a:lnTo>
                  <a:pt x="4232" y="2701"/>
                </a:lnTo>
                <a:lnTo>
                  <a:pt x="4232" y="2700"/>
                </a:lnTo>
                <a:lnTo>
                  <a:pt x="4231" y="2700"/>
                </a:lnTo>
                <a:lnTo>
                  <a:pt x="4231" y="2699"/>
                </a:lnTo>
                <a:lnTo>
                  <a:pt x="4232" y="2699"/>
                </a:lnTo>
                <a:lnTo>
                  <a:pt x="4232" y="2698"/>
                </a:lnTo>
                <a:lnTo>
                  <a:pt x="4231" y="2698"/>
                </a:lnTo>
                <a:lnTo>
                  <a:pt x="4231" y="2697"/>
                </a:lnTo>
                <a:lnTo>
                  <a:pt x="4231" y="2696"/>
                </a:lnTo>
                <a:lnTo>
                  <a:pt x="4231" y="2695"/>
                </a:lnTo>
                <a:lnTo>
                  <a:pt x="4231" y="2696"/>
                </a:lnTo>
                <a:lnTo>
                  <a:pt x="4230" y="2696"/>
                </a:lnTo>
                <a:lnTo>
                  <a:pt x="4230" y="2697"/>
                </a:lnTo>
                <a:lnTo>
                  <a:pt x="4230" y="2696"/>
                </a:lnTo>
                <a:lnTo>
                  <a:pt x="4229" y="2696"/>
                </a:lnTo>
                <a:lnTo>
                  <a:pt x="4229" y="2697"/>
                </a:lnTo>
                <a:lnTo>
                  <a:pt x="4228" y="2697"/>
                </a:lnTo>
                <a:lnTo>
                  <a:pt x="4228" y="2698"/>
                </a:lnTo>
                <a:lnTo>
                  <a:pt x="4228" y="2699"/>
                </a:lnTo>
                <a:lnTo>
                  <a:pt x="4229" y="2699"/>
                </a:lnTo>
                <a:lnTo>
                  <a:pt x="4229" y="2700"/>
                </a:lnTo>
                <a:lnTo>
                  <a:pt x="4229" y="2701"/>
                </a:lnTo>
                <a:lnTo>
                  <a:pt x="4228" y="2701"/>
                </a:lnTo>
                <a:lnTo>
                  <a:pt x="4228" y="2702"/>
                </a:lnTo>
                <a:lnTo>
                  <a:pt x="4227" y="2702"/>
                </a:lnTo>
                <a:lnTo>
                  <a:pt x="4227" y="2701"/>
                </a:lnTo>
                <a:lnTo>
                  <a:pt x="4227" y="2700"/>
                </a:lnTo>
                <a:lnTo>
                  <a:pt x="4227" y="2699"/>
                </a:lnTo>
                <a:lnTo>
                  <a:pt x="4226" y="2699"/>
                </a:lnTo>
                <a:lnTo>
                  <a:pt x="4226" y="2698"/>
                </a:lnTo>
                <a:lnTo>
                  <a:pt x="4225" y="2698"/>
                </a:lnTo>
                <a:lnTo>
                  <a:pt x="4225" y="2697"/>
                </a:lnTo>
                <a:lnTo>
                  <a:pt x="4224" y="2697"/>
                </a:lnTo>
                <a:lnTo>
                  <a:pt x="4225" y="2697"/>
                </a:lnTo>
                <a:lnTo>
                  <a:pt x="4225" y="2696"/>
                </a:lnTo>
                <a:lnTo>
                  <a:pt x="4226" y="2696"/>
                </a:lnTo>
                <a:lnTo>
                  <a:pt x="4225" y="2696"/>
                </a:lnTo>
                <a:lnTo>
                  <a:pt x="4226" y="2695"/>
                </a:lnTo>
                <a:lnTo>
                  <a:pt x="4225" y="2694"/>
                </a:lnTo>
                <a:lnTo>
                  <a:pt x="4224" y="2694"/>
                </a:lnTo>
                <a:lnTo>
                  <a:pt x="4224" y="2693"/>
                </a:lnTo>
                <a:lnTo>
                  <a:pt x="4224" y="2694"/>
                </a:lnTo>
                <a:lnTo>
                  <a:pt x="4223" y="2694"/>
                </a:lnTo>
                <a:lnTo>
                  <a:pt x="4223" y="2693"/>
                </a:lnTo>
                <a:lnTo>
                  <a:pt x="4222" y="2693"/>
                </a:lnTo>
                <a:lnTo>
                  <a:pt x="4221" y="2694"/>
                </a:lnTo>
                <a:lnTo>
                  <a:pt x="4220" y="2694"/>
                </a:lnTo>
                <a:lnTo>
                  <a:pt x="4220" y="2693"/>
                </a:lnTo>
                <a:lnTo>
                  <a:pt x="4219" y="2693"/>
                </a:lnTo>
                <a:lnTo>
                  <a:pt x="4219" y="2694"/>
                </a:lnTo>
                <a:lnTo>
                  <a:pt x="4218" y="2694"/>
                </a:lnTo>
                <a:lnTo>
                  <a:pt x="4218" y="2695"/>
                </a:lnTo>
                <a:lnTo>
                  <a:pt x="4217" y="2695"/>
                </a:lnTo>
                <a:lnTo>
                  <a:pt x="4216" y="2694"/>
                </a:lnTo>
                <a:lnTo>
                  <a:pt x="4217" y="2693"/>
                </a:lnTo>
                <a:lnTo>
                  <a:pt x="4216" y="2693"/>
                </a:lnTo>
                <a:lnTo>
                  <a:pt x="4216" y="2692"/>
                </a:lnTo>
                <a:lnTo>
                  <a:pt x="4217" y="2691"/>
                </a:lnTo>
                <a:lnTo>
                  <a:pt x="4217" y="2690"/>
                </a:lnTo>
                <a:lnTo>
                  <a:pt x="4218" y="2690"/>
                </a:lnTo>
                <a:lnTo>
                  <a:pt x="4218" y="2689"/>
                </a:lnTo>
                <a:lnTo>
                  <a:pt x="4219" y="2689"/>
                </a:lnTo>
                <a:lnTo>
                  <a:pt x="4219" y="2688"/>
                </a:lnTo>
                <a:lnTo>
                  <a:pt x="4219" y="2689"/>
                </a:lnTo>
                <a:lnTo>
                  <a:pt x="4218" y="2689"/>
                </a:lnTo>
                <a:lnTo>
                  <a:pt x="4218" y="2690"/>
                </a:lnTo>
                <a:lnTo>
                  <a:pt x="4216" y="2690"/>
                </a:lnTo>
                <a:lnTo>
                  <a:pt x="4217" y="2689"/>
                </a:lnTo>
                <a:lnTo>
                  <a:pt x="4216" y="2689"/>
                </a:lnTo>
                <a:lnTo>
                  <a:pt x="4216" y="2688"/>
                </a:lnTo>
                <a:lnTo>
                  <a:pt x="4215" y="2688"/>
                </a:lnTo>
                <a:lnTo>
                  <a:pt x="4215" y="2689"/>
                </a:lnTo>
                <a:lnTo>
                  <a:pt x="4215" y="2690"/>
                </a:lnTo>
                <a:lnTo>
                  <a:pt x="4216" y="2691"/>
                </a:lnTo>
                <a:lnTo>
                  <a:pt x="4215" y="2691"/>
                </a:lnTo>
                <a:lnTo>
                  <a:pt x="4215" y="2692"/>
                </a:lnTo>
                <a:lnTo>
                  <a:pt x="4214" y="2692"/>
                </a:lnTo>
                <a:lnTo>
                  <a:pt x="4214" y="2691"/>
                </a:lnTo>
                <a:lnTo>
                  <a:pt x="4213" y="2691"/>
                </a:lnTo>
                <a:lnTo>
                  <a:pt x="4214" y="2690"/>
                </a:lnTo>
                <a:lnTo>
                  <a:pt x="4214" y="2689"/>
                </a:lnTo>
                <a:lnTo>
                  <a:pt x="4213" y="2689"/>
                </a:lnTo>
                <a:lnTo>
                  <a:pt x="4213" y="2688"/>
                </a:lnTo>
                <a:lnTo>
                  <a:pt x="4212" y="2688"/>
                </a:lnTo>
                <a:lnTo>
                  <a:pt x="4212" y="2687"/>
                </a:lnTo>
                <a:lnTo>
                  <a:pt x="4211" y="2687"/>
                </a:lnTo>
                <a:lnTo>
                  <a:pt x="4211" y="2686"/>
                </a:lnTo>
                <a:lnTo>
                  <a:pt x="4211" y="2687"/>
                </a:lnTo>
                <a:lnTo>
                  <a:pt x="4210" y="2687"/>
                </a:lnTo>
                <a:lnTo>
                  <a:pt x="4211" y="2687"/>
                </a:lnTo>
                <a:lnTo>
                  <a:pt x="4211" y="2688"/>
                </a:lnTo>
                <a:lnTo>
                  <a:pt x="4211" y="2687"/>
                </a:lnTo>
                <a:lnTo>
                  <a:pt x="4212" y="2687"/>
                </a:lnTo>
                <a:lnTo>
                  <a:pt x="4212" y="2688"/>
                </a:lnTo>
                <a:lnTo>
                  <a:pt x="4212" y="2689"/>
                </a:lnTo>
                <a:lnTo>
                  <a:pt x="4213" y="2689"/>
                </a:lnTo>
                <a:lnTo>
                  <a:pt x="4213" y="2690"/>
                </a:lnTo>
                <a:lnTo>
                  <a:pt x="4213" y="2691"/>
                </a:lnTo>
                <a:lnTo>
                  <a:pt x="4212" y="2691"/>
                </a:lnTo>
                <a:lnTo>
                  <a:pt x="4212" y="2692"/>
                </a:lnTo>
                <a:lnTo>
                  <a:pt x="4211" y="2692"/>
                </a:lnTo>
                <a:lnTo>
                  <a:pt x="4210" y="2693"/>
                </a:lnTo>
                <a:lnTo>
                  <a:pt x="4210" y="2692"/>
                </a:lnTo>
                <a:lnTo>
                  <a:pt x="4210" y="2691"/>
                </a:lnTo>
                <a:lnTo>
                  <a:pt x="4209" y="2691"/>
                </a:lnTo>
                <a:lnTo>
                  <a:pt x="4209" y="2690"/>
                </a:lnTo>
                <a:lnTo>
                  <a:pt x="4209" y="2689"/>
                </a:lnTo>
                <a:lnTo>
                  <a:pt x="4208" y="2689"/>
                </a:lnTo>
                <a:lnTo>
                  <a:pt x="4208" y="2688"/>
                </a:lnTo>
                <a:lnTo>
                  <a:pt x="4208" y="2689"/>
                </a:lnTo>
                <a:lnTo>
                  <a:pt x="4208" y="2690"/>
                </a:lnTo>
                <a:lnTo>
                  <a:pt x="4207" y="2690"/>
                </a:lnTo>
                <a:lnTo>
                  <a:pt x="4207" y="2691"/>
                </a:lnTo>
                <a:lnTo>
                  <a:pt x="4207" y="2692"/>
                </a:lnTo>
                <a:lnTo>
                  <a:pt x="4208" y="2692"/>
                </a:lnTo>
                <a:lnTo>
                  <a:pt x="4208" y="2693"/>
                </a:lnTo>
                <a:lnTo>
                  <a:pt x="4207" y="2693"/>
                </a:lnTo>
                <a:lnTo>
                  <a:pt x="4207" y="2694"/>
                </a:lnTo>
                <a:lnTo>
                  <a:pt x="4207" y="2695"/>
                </a:lnTo>
                <a:lnTo>
                  <a:pt x="4206" y="2695"/>
                </a:lnTo>
                <a:lnTo>
                  <a:pt x="4206" y="2696"/>
                </a:lnTo>
                <a:lnTo>
                  <a:pt x="4206" y="2697"/>
                </a:lnTo>
                <a:lnTo>
                  <a:pt x="4207" y="2697"/>
                </a:lnTo>
                <a:lnTo>
                  <a:pt x="4207" y="2696"/>
                </a:lnTo>
                <a:lnTo>
                  <a:pt x="4207" y="2697"/>
                </a:lnTo>
                <a:lnTo>
                  <a:pt x="4207" y="2698"/>
                </a:lnTo>
                <a:lnTo>
                  <a:pt x="4208" y="2697"/>
                </a:lnTo>
                <a:lnTo>
                  <a:pt x="4208" y="2695"/>
                </a:lnTo>
                <a:lnTo>
                  <a:pt x="4209" y="2694"/>
                </a:lnTo>
                <a:lnTo>
                  <a:pt x="4209" y="2693"/>
                </a:lnTo>
                <a:lnTo>
                  <a:pt x="4210" y="2693"/>
                </a:lnTo>
                <a:lnTo>
                  <a:pt x="4211" y="2693"/>
                </a:lnTo>
                <a:lnTo>
                  <a:pt x="4212" y="2693"/>
                </a:lnTo>
                <a:lnTo>
                  <a:pt x="4212" y="2692"/>
                </a:lnTo>
                <a:lnTo>
                  <a:pt x="4213" y="2692"/>
                </a:lnTo>
                <a:lnTo>
                  <a:pt x="4214" y="2693"/>
                </a:lnTo>
                <a:lnTo>
                  <a:pt x="4214" y="2694"/>
                </a:lnTo>
                <a:lnTo>
                  <a:pt x="4215" y="2695"/>
                </a:lnTo>
                <a:lnTo>
                  <a:pt x="4216" y="2695"/>
                </a:lnTo>
                <a:lnTo>
                  <a:pt x="4217" y="2695"/>
                </a:lnTo>
                <a:lnTo>
                  <a:pt x="4216" y="2695"/>
                </a:lnTo>
                <a:lnTo>
                  <a:pt x="4216" y="2696"/>
                </a:lnTo>
                <a:lnTo>
                  <a:pt x="4217" y="2697"/>
                </a:lnTo>
                <a:lnTo>
                  <a:pt x="4218" y="2697"/>
                </a:lnTo>
                <a:lnTo>
                  <a:pt x="4219" y="2696"/>
                </a:lnTo>
                <a:lnTo>
                  <a:pt x="4219" y="2695"/>
                </a:lnTo>
                <a:lnTo>
                  <a:pt x="4220" y="2695"/>
                </a:lnTo>
                <a:lnTo>
                  <a:pt x="4221" y="2695"/>
                </a:lnTo>
                <a:lnTo>
                  <a:pt x="4221" y="2694"/>
                </a:lnTo>
                <a:lnTo>
                  <a:pt x="4222" y="2694"/>
                </a:lnTo>
                <a:lnTo>
                  <a:pt x="4223" y="2694"/>
                </a:lnTo>
                <a:lnTo>
                  <a:pt x="4223" y="2695"/>
                </a:lnTo>
                <a:lnTo>
                  <a:pt x="4224" y="2696"/>
                </a:lnTo>
                <a:lnTo>
                  <a:pt x="4224" y="2699"/>
                </a:lnTo>
                <a:lnTo>
                  <a:pt x="4224" y="2700"/>
                </a:lnTo>
                <a:lnTo>
                  <a:pt x="4224" y="2699"/>
                </a:lnTo>
                <a:lnTo>
                  <a:pt x="4225" y="2700"/>
                </a:lnTo>
                <a:lnTo>
                  <a:pt x="4224" y="2700"/>
                </a:lnTo>
                <a:lnTo>
                  <a:pt x="4225" y="2701"/>
                </a:lnTo>
                <a:lnTo>
                  <a:pt x="4226" y="2701"/>
                </a:lnTo>
                <a:lnTo>
                  <a:pt x="4226" y="2702"/>
                </a:lnTo>
                <a:lnTo>
                  <a:pt x="4226" y="2703"/>
                </a:lnTo>
                <a:lnTo>
                  <a:pt x="4227" y="2703"/>
                </a:lnTo>
                <a:lnTo>
                  <a:pt x="4228" y="2703"/>
                </a:lnTo>
                <a:lnTo>
                  <a:pt x="4229" y="2703"/>
                </a:lnTo>
                <a:lnTo>
                  <a:pt x="4229" y="2704"/>
                </a:lnTo>
                <a:lnTo>
                  <a:pt x="4228" y="2704"/>
                </a:lnTo>
                <a:lnTo>
                  <a:pt x="4227" y="2704"/>
                </a:lnTo>
                <a:lnTo>
                  <a:pt x="4226" y="2704"/>
                </a:lnTo>
                <a:lnTo>
                  <a:pt x="4225" y="2704"/>
                </a:lnTo>
                <a:lnTo>
                  <a:pt x="4224" y="2704"/>
                </a:lnTo>
                <a:lnTo>
                  <a:pt x="4225" y="2705"/>
                </a:lnTo>
                <a:lnTo>
                  <a:pt x="4226" y="2705"/>
                </a:lnTo>
                <a:lnTo>
                  <a:pt x="4227" y="2705"/>
                </a:lnTo>
                <a:lnTo>
                  <a:pt x="4227" y="2706"/>
                </a:lnTo>
                <a:lnTo>
                  <a:pt x="4226" y="2706"/>
                </a:lnTo>
                <a:lnTo>
                  <a:pt x="4225" y="2706"/>
                </a:lnTo>
                <a:lnTo>
                  <a:pt x="4224" y="2706"/>
                </a:lnTo>
                <a:lnTo>
                  <a:pt x="4223" y="2706"/>
                </a:lnTo>
                <a:lnTo>
                  <a:pt x="4223" y="2707"/>
                </a:lnTo>
                <a:lnTo>
                  <a:pt x="4224" y="2707"/>
                </a:lnTo>
                <a:lnTo>
                  <a:pt x="4223" y="2708"/>
                </a:lnTo>
                <a:lnTo>
                  <a:pt x="4223" y="2709"/>
                </a:lnTo>
                <a:lnTo>
                  <a:pt x="4225" y="2709"/>
                </a:lnTo>
                <a:lnTo>
                  <a:pt x="4224" y="2710"/>
                </a:lnTo>
                <a:lnTo>
                  <a:pt x="4224" y="2709"/>
                </a:lnTo>
                <a:lnTo>
                  <a:pt x="4223" y="2709"/>
                </a:lnTo>
                <a:lnTo>
                  <a:pt x="4222" y="2709"/>
                </a:lnTo>
                <a:lnTo>
                  <a:pt x="4221" y="2709"/>
                </a:lnTo>
                <a:lnTo>
                  <a:pt x="4219" y="2709"/>
                </a:lnTo>
                <a:lnTo>
                  <a:pt x="4219" y="2708"/>
                </a:lnTo>
                <a:lnTo>
                  <a:pt x="4218" y="2708"/>
                </a:lnTo>
                <a:lnTo>
                  <a:pt x="4217" y="2708"/>
                </a:lnTo>
                <a:lnTo>
                  <a:pt x="4217" y="2709"/>
                </a:lnTo>
                <a:lnTo>
                  <a:pt x="4217" y="2708"/>
                </a:lnTo>
                <a:lnTo>
                  <a:pt x="4216" y="2708"/>
                </a:lnTo>
                <a:lnTo>
                  <a:pt x="4215" y="2708"/>
                </a:lnTo>
                <a:lnTo>
                  <a:pt x="4215" y="2707"/>
                </a:lnTo>
                <a:lnTo>
                  <a:pt x="4215" y="2708"/>
                </a:lnTo>
                <a:lnTo>
                  <a:pt x="4214" y="2708"/>
                </a:lnTo>
                <a:lnTo>
                  <a:pt x="4214" y="2707"/>
                </a:lnTo>
                <a:lnTo>
                  <a:pt x="4213" y="2707"/>
                </a:lnTo>
                <a:lnTo>
                  <a:pt x="4213" y="2708"/>
                </a:lnTo>
                <a:lnTo>
                  <a:pt x="4213" y="2709"/>
                </a:lnTo>
                <a:lnTo>
                  <a:pt x="4214" y="2709"/>
                </a:lnTo>
                <a:lnTo>
                  <a:pt x="4215" y="2709"/>
                </a:lnTo>
                <a:lnTo>
                  <a:pt x="4215" y="2710"/>
                </a:lnTo>
                <a:lnTo>
                  <a:pt x="4215" y="2711"/>
                </a:lnTo>
                <a:lnTo>
                  <a:pt x="4215" y="2712"/>
                </a:lnTo>
                <a:lnTo>
                  <a:pt x="4215" y="2713"/>
                </a:lnTo>
                <a:lnTo>
                  <a:pt x="4216" y="2713"/>
                </a:lnTo>
                <a:lnTo>
                  <a:pt x="4216" y="2714"/>
                </a:lnTo>
                <a:lnTo>
                  <a:pt x="4215" y="2714"/>
                </a:lnTo>
                <a:lnTo>
                  <a:pt x="4214" y="2714"/>
                </a:lnTo>
                <a:lnTo>
                  <a:pt x="4214" y="2713"/>
                </a:lnTo>
                <a:lnTo>
                  <a:pt x="4213" y="2712"/>
                </a:lnTo>
                <a:lnTo>
                  <a:pt x="4213" y="2713"/>
                </a:lnTo>
                <a:lnTo>
                  <a:pt x="4212" y="2713"/>
                </a:lnTo>
                <a:lnTo>
                  <a:pt x="4213" y="2714"/>
                </a:lnTo>
                <a:lnTo>
                  <a:pt x="4212" y="2714"/>
                </a:lnTo>
                <a:lnTo>
                  <a:pt x="4212" y="2715"/>
                </a:lnTo>
                <a:lnTo>
                  <a:pt x="4211" y="2715"/>
                </a:lnTo>
                <a:lnTo>
                  <a:pt x="4212" y="2715"/>
                </a:lnTo>
                <a:lnTo>
                  <a:pt x="4213" y="2715"/>
                </a:lnTo>
                <a:lnTo>
                  <a:pt x="4214" y="2715"/>
                </a:lnTo>
                <a:lnTo>
                  <a:pt x="4214" y="2716"/>
                </a:lnTo>
                <a:lnTo>
                  <a:pt x="4214" y="2717"/>
                </a:lnTo>
                <a:lnTo>
                  <a:pt x="4214" y="2718"/>
                </a:lnTo>
                <a:lnTo>
                  <a:pt x="4213" y="2718"/>
                </a:lnTo>
                <a:lnTo>
                  <a:pt x="4214" y="2718"/>
                </a:lnTo>
                <a:lnTo>
                  <a:pt x="4214" y="2719"/>
                </a:lnTo>
                <a:lnTo>
                  <a:pt x="4213" y="2719"/>
                </a:lnTo>
                <a:lnTo>
                  <a:pt x="4212" y="2719"/>
                </a:lnTo>
                <a:lnTo>
                  <a:pt x="4212" y="2720"/>
                </a:lnTo>
                <a:lnTo>
                  <a:pt x="4211" y="2720"/>
                </a:lnTo>
                <a:lnTo>
                  <a:pt x="4210" y="2720"/>
                </a:lnTo>
                <a:lnTo>
                  <a:pt x="4209" y="2721"/>
                </a:lnTo>
                <a:lnTo>
                  <a:pt x="4208" y="2721"/>
                </a:lnTo>
                <a:lnTo>
                  <a:pt x="4208" y="2720"/>
                </a:lnTo>
                <a:lnTo>
                  <a:pt x="4207" y="2720"/>
                </a:lnTo>
                <a:lnTo>
                  <a:pt x="4207" y="2721"/>
                </a:lnTo>
                <a:lnTo>
                  <a:pt x="4207" y="2720"/>
                </a:lnTo>
                <a:lnTo>
                  <a:pt x="4206" y="2720"/>
                </a:lnTo>
                <a:lnTo>
                  <a:pt x="4207" y="2721"/>
                </a:lnTo>
                <a:lnTo>
                  <a:pt x="4208" y="2721"/>
                </a:lnTo>
                <a:lnTo>
                  <a:pt x="4207" y="2721"/>
                </a:lnTo>
                <a:lnTo>
                  <a:pt x="4207" y="2722"/>
                </a:lnTo>
                <a:lnTo>
                  <a:pt x="4207" y="2723"/>
                </a:lnTo>
                <a:lnTo>
                  <a:pt x="4206" y="2723"/>
                </a:lnTo>
                <a:lnTo>
                  <a:pt x="4207" y="2723"/>
                </a:lnTo>
                <a:lnTo>
                  <a:pt x="4208" y="2723"/>
                </a:lnTo>
                <a:lnTo>
                  <a:pt x="4209" y="2722"/>
                </a:lnTo>
                <a:lnTo>
                  <a:pt x="4210" y="2722"/>
                </a:lnTo>
                <a:lnTo>
                  <a:pt x="4211" y="2721"/>
                </a:lnTo>
                <a:lnTo>
                  <a:pt x="4211" y="2722"/>
                </a:lnTo>
                <a:lnTo>
                  <a:pt x="4212" y="2722"/>
                </a:lnTo>
                <a:lnTo>
                  <a:pt x="4211" y="2722"/>
                </a:lnTo>
                <a:lnTo>
                  <a:pt x="4211" y="2723"/>
                </a:lnTo>
                <a:lnTo>
                  <a:pt x="4211" y="2724"/>
                </a:lnTo>
                <a:lnTo>
                  <a:pt x="4211" y="2725"/>
                </a:lnTo>
                <a:lnTo>
                  <a:pt x="4211" y="2726"/>
                </a:lnTo>
                <a:lnTo>
                  <a:pt x="4211" y="2727"/>
                </a:lnTo>
                <a:lnTo>
                  <a:pt x="4210" y="2727"/>
                </a:lnTo>
                <a:lnTo>
                  <a:pt x="4210" y="2726"/>
                </a:lnTo>
                <a:lnTo>
                  <a:pt x="4209" y="2726"/>
                </a:lnTo>
                <a:lnTo>
                  <a:pt x="4209" y="2727"/>
                </a:lnTo>
                <a:lnTo>
                  <a:pt x="4208" y="2727"/>
                </a:lnTo>
                <a:lnTo>
                  <a:pt x="4208" y="2726"/>
                </a:lnTo>
                <a:lnTo>
                  <a:pt x="4207" y="2726"/>
                </a:lnTo>
                <a:lnTo>
                  <a:pt x="4207" y="2727"/>
                </a:lnTo>
                <a:lnTo>
                  <a:pt x="4206" y="2726"/>
                </a:lnTo>
                <a:lnTo>
                  <a:pt x="4205" y="2726"/>
                </a:lnTo>
                <a:lnTo>
                  <a:pt x="4204" y="2725"/>
                </a:lnTo>
                <a:lnTo>
                  <a:pt x="4204" y="2726"/>
                </a:lnTo>
                <a:lnTo>
                  <a:pt x="4203" y="2726"/>
                </a:lnTo>
                <a:lnTo>
                  <a:pt x="4202" y="2726"/>
                </a:lnTo>
                <a:lnTo>
                  <a:pt x="4201" y="2727"/>
                </a:lnTo>
                <a:lnTo>
                  <a:pt x="4201" y="2726"/>
                </a:lnTo>
                <a:lnTo>
                  <a:pt x="4200" y="2726"/>
                </a:lnTo>
                <a:lnTo>
                  <a:pt x="4200" y="2725"/>
                </a:lnTo>
                <a:lnTo>
                  <a:pt x="4200" y="2726"/>
                </a:lnTo>
                <a:lnTo>
                  <a:pt x="4200" y="2727"/>
                </a:lnTo>
                <a:lnTo>
                  <a:pt x="4199" y="2727"/>
                </a:lnTo>
                <a:lnTo>
                  <a:pt x="4200" y="2728"/>
                </a:lnTo>
                <a:lnTo>
                  <a:pt x="4200" y="2729"/>
                </a:lnTo>
                <a:lnTo>
                  <a:pt x="4199" y="2730"/>
                </a:lnTo>
                <a:lnTo>
                  <a:pt x="4199" y="2731"/>
                </a:lnTo>
                <a:lnTo>
                  <a:pt x="4198" y="2731"/>
                </a:lnTo>
                <a:lnTo>
                  <a:pt x="4197" y="2730"/>
                </a:lnTo>
                <a:lnTo>
                  <a:pt x="4197" y="2731"/>
                </a:lnTo>
                <a:lnTo>
                  <a:pt x="4196" y="2731"/>
                </a:lnTo>
                <a:lnTo>
                  <a:pt x="4196" y="2730"/>
                </a:lnTo>
                <a:lnTo>
                  <a:pt x="4197" y="2730"/>
                </a:lnTo>
                <a:lnTo>
                  <a:pt x="4197" y="2729"/>
                </a:lnTo>
                <a:lnTo>
                  <a:pt x="4195" y="2729"/>
                </a:lnTo>
                <a:lnTo>
                  <a:pt x="4194" y="2729"/>
                </a:lnTo>
                <a:lnTo>
                  <a:pt x="4194" y="2730"/>
                </a:lnTo>
                <a:lnTo>
                  <a:pt x="4195" y="2730"/>
                </a:lnTo>
                <a:lnTo>
                  <a:pt x="4196" y="2731"/>
                </a:lnTo>
                <a:lnTo>
                  <a:pt x="4195" y="2731"/>
                </a:lnTo>
                <a:lnTo>
                  <a:pt x="4195" y="2732"/>
                </a:lnTo>
                <a:lnTo>
                  <a:pt x="4196" y="2736"/>
                </a:lnTo>
                <a:lnTo>
                  <a:pt x="4196" y="2737"/>
                </a:lnTo>
                <a:lnTo>
                  <a:pt x="4197" y="2737"/>
                </a:lnTo>
                <a:lnTo>
                  <a:pt x="4198" y="2737"/>
                </a:lnTo>
                <a:lnTo>
                  <a:pt x="4197" y="2737"/>
                </a:lnTo>
                <a:lnTo>
                  <a:pt x="4197" y="2738"/>
                </a:lnTo>
                <a:lnTo>
                  <a:pt x="4198" y="2739"/>
                </a:lnTo>
                <a:lnTo>
                  <a:pt x="4198" y="2740"/>
                </a:lnTo>
                <a:lnTo>
                  <a:pt x="4199" y="2740"/>
                </a:lnTo>
                <a:lnTo>
                  <a:pt x="4199" y="2739"/>
                </a:lnTo>
                <a:lnTo>
                  <a:pt x="4200" y="2739"/>
                </a:lnTo>
                <a:lnTo>
                  <a:pt x="4200" y="2740"/>
                </a:lnTo>
                <a:lnTo>
                  <a:pt x="4201" y="2739"/>
                </a:lnTo>
                <a:lnTo>
                  <a:pt x="4202" y="2739"/>
                </a:lnTo>
                <a:lnTo>
                  <a:pt x="4201" y="2740"/>
                </a:lnTo>
                <a:lnTo>
                  <a:pt x="4200" y="2740"/>
                </a:lnTo>
                <a:lnTo>
                  <a:pt x="4200" y="2741"/>
                </a:lnTo>
                <a:lnTo>
                  <a:pt x="4199" y="2742"/>
                </a:lnTo>
                <a:lnTo>
                  <a:pt x="4199" y="2743"/>
                </a:lnTo>
                <a:lnTo>
                  <a:pt x="4198" y="2743"/>
                </a:lnTo>
                <a:lnTo>
                  <a:pt x="4198" y="2744"/>
                </a:lnTo>
                <a:lnTo>
                  <a:pt x="4199" y="2744"/>
                </a:lnTo>
                <a:lnTo>
                  <a:pt x="4199" y="2745"/>
                </a:lnTo>
                <a:lnTo>
                  <a:pt x="4199" y="2746"/>
                </a:lnTo>
                <a:lnTo>
                  <a:pt x="4200" y="2746"/>
                </a:lnTo>
                <a:lnTo>
                  <a:pt x="4201" y="2745"/>
                </a:lnTo>
                <a:lnTo>
                  <a:pt x="4202" y="2745"/>
                </a:lnTo>
                <a:lnTo>
                  <a:pt x="4203" y="2745"/>
                </a:lnTo>
                <a:lnTo>
                  <a:pt x="4202" y="2745"/>
                </a:lnTo>
                <a:lnTo>
                  <a:pt x="4202" y="2746"/>
                </a:lnTo>
                <a:lnTo>
                  <a:pt x="4201" y="2746"/>
                </a:lnTo>
                <a:lnTo>
                  <a:pt x="4202" y="2746"/>
                </a:lnTo>
                <a:lnTo>
                  <a:pt x="4203" y="2746"/>
                </a:lnTo>
                <a:lnTo>
                  <a:pt x="4203" y="2747"/>
                </a:lnTo>
                <a:lnTo>
                  <a:pt x="4202" y="2748"/>
                </a:lnTo>
                <a:lnTo>
                  <a:pt x="4201" y="2748"/>
                </a:lnTo>
                <a:lnTo>
                  <a:pt x="4200" y="2748"/>
                </a:lnTo>
                <a:lnTo>
                  <a:pt x="4199" y="2749"/>
                </a:lnTo>
                <a:lnTo>
                  <a:pt x="4199" y="2750"/>
                </a:lnTo>
                <a:lnTo>
                  <a:pt x="4199" y="2751"/>
                </a:lnTo>
                <a:lnTo>
                  <a:pt x="4199" y="2752"/>
                </a:lnTo>
                <a:lnTo>
                  <a:pt x="4199" y="2753"/>
                </a:lnTo>
                <a:lnTo>
                  <a:pt x="4200" y="2754"/>
                </a:lnTo>
                <a:lnTo>
                  <a:pt x="4199" y="2754"/>
                </a:lnTo>
                <a:lnTo>
                  <a:pt x="4199" y="2755"/>
                </a:lnTo>
                <a:lnTo>
                  <a:pt x="4200" y="2755"/>
                </a:lnTo>
                <a:lnTo>
                  <a:pt x="4200" y="2754"/>
                </a:lnTo>
                <a:lnTo>
                  <a:pt x="4201" y="2754"/>
                </a:lnTo>
                <a:lnTo>
                  <a:pt x="4202" y="2754"/>
                </a:lnTo>
                <a:lnTo>
                  <a:pt x="4201" y="2755"/>
                </a:lnTo>
                <a:lnTo>
                  <a:pt x="4200" y="2756"/>
                </a:lnTo>
                <a:lnTo>
                  <a:pt x="4199" y="2756"/>
                </a:lnTo>
                <a:lnTo>
                  <a:pt x="4199" y="2757"/>
                </a:lnTo>
                <a:lnTo>
                  <a:pt x="4198" y="2757"/>
                </a:lnTo>
                <a:lnTo>
                  <a:pt x="4197" y="2757"/>
                </a:lnTo>
                <a:lnTo>
                  <a:pt x="4196" y="2757"/>
                </a:lnTo>
                <a:lnTo>
                  <a:pt x="4197" y="2756"/>
                </a:lnTo>
                <a:lnTo>
                  <a:pt x="4198" y="2755"/>
                </a:lnTo>
                <a:lnTo>
                  <a:pt x="4198" y="2754"/>
                </a:lnTo>
                <a:lnTo>
                  <a:pt x="4197" y="2754"/>
                </a:lnTo>
                <a:lnTo>
                  <a:pt x="4196" y="2754"/>
                </a:lnTo>
                <a:lnTo>
                  <a:pt x="4196" y="2755"/>
                </a:lnTo>
                <a:lnTo>
                  <a:pt x="4195" y="2755"/>
                </a:lnTo>
                <a:lnTo>
                  <a:pt x="4195" y="2756"/>
                </a:lnTo>
                <a:lnTo>
                  <a:pt x="4194" y="2757"/>
                </a:lnTo>
                <a:lnTo>
                  <a:pt x="4193" y="2757"/>
                </a:lnTo>
                <a:lnTo>
                  <a:pt x="4191" y="2758"/>
                </a:lnTo>
                <a:lnTo>
                  <a:pt x="4191" y="2759"/>
                </a:lnTo>
                <a:lnTo>
                  <a:pt x="4190" y="2759"/>
                </a:lnTo>
                <a:lnTo>
                  <a:pt x="4189" y="2759"/>
                </a:lnTo>
                <a:lnTo>
                  <a:pt x="4188" y="2759"/>
                </a:lnTo>
                <a:lnTo>
                  <a:pt x="4187" y="2759"/>
                </a:lnTo>
                <a:lnTo>
                  <a:pt x="4187" y="2758"/>
                </a:lnTo>
                <a:lnTo>
                  <a:pt x="4186" y="2758"/>
                </a:lnTo>
                <a:lnTo>
                  <a:pt x="4184" y="2760"/>
                </a:lnTo>
                <a:lnTo>
                  <a:pt x="4184" y="2761"/>
                </a:lnTo>
                <a:lnTo>
                  <a:pt x="4183" y="2761"/>
                </a:lnTo>
                <a:lnTo>
                  <a:pt x="4184" y="2762"/>
                </a:lnTo>
                <a:lnTo>
                  <a:pt x="4185" y="2763"/>
                </a:lnTo>
                <a:lnTo>
                  <a:pt x="4184" y="2763"/>
                </a:lnTo>
                <a:lnTo>
                  <a:pt x="4183" y="2763"/>
                </a:lnTo>
                <a:lnTo>
                  <a:pt x="4184" y="2764"/>
                </a:lnTo>
                <a:lnTo>
                  <a:pt x="4183" y="2764"/>
                </a:lnTo>
                <a:lnTo>
                  <a:pt x="4182" y="2764"/>
                </a:lnTo>
                <a:lnTo>
                  <a:pt x="4181" y="2765"/>
                </a:lnTo>
                <a:lnTo>
                  <a:pt x="4180" y="2766"/>
                </a:lnTo>
                <a:lnTo>
                  <a:pt x="4180" y="2767"/>
                </a:lnTo>
                <a:lnTo>
                  <a:pt x="4179" y="2768"/>
                </a:lnTo>
                <a:lnTo>
                  <a:pt x="4178" y="2767"/>
                </a:lnTo>
                <a:lnTo>
                  <a:pt x="4178" y="2768"/>
                </a:lnTo>
                <a:lnTo>
                  <a:pt x="4177" y="2768"/>
                </a:lnTo>
                <a:lnTo>
                  <a:pt x="4177" y="2767"/>
                </a:lnTo>
                <a:lnTo>
                  <a:pt x="4176" y="2767"/>
                </a:lnTo>
                <a:lnTo>
                  <a:pt x="4175" y="2767"/>
                </a:lnTo>
                <a:lnTo>
                  <a:pt x="4175" y="2766"/>
                </a:lnTo>
                <a:lnTo>
                  <a:pt x="4174" y="2766"/>
                </a:lnTo>
                <a:lnTo>
                  <a:pt x="4175" y="2766"/>
                </a:lnTo>
                <a:lnTo>
                  <a:pt x="4175" y="2765"/>
                </a:lnTo>
                <a:lnTo>
                  <a:pt x="4174" y="2765"/>
                </a:lnTo>
                <a:lnTo>
                  <a:pt x="4175" y="2765"/>
                </a:lnTo>
                <a:lnTo>
                  <a:pt x="4175" y="2764"/>
                </a:lnTo>
                <a:lnTo>
                  <a:pt x="4176" y="2764"/>
                </a:lnTo>
                <a:lnTo>
                  <a:pt x="4176" y="2763"/>
                </a:lnTo>
                <a:lnTo>
                  <a:pt x="4175" y="2763"/>
                </a:lnTo>
                <a:lnTo>
                  <a:pt x="4175" y="2762"/>
                </a:lnTo>
                <a:lnTo>
                  <a:pt x="4176" y="2762"/>
                </a:lnTo>
                <a:lnTo>
                  <a:pt x="4176" y="2763"/>
                </a:lnTo>
                <a:lnTo>
                  <a:pt x="4176" y="2762"/>
                </a:lnTo>
                <a:lnTo>
                  <a:pt x="4176" y="2761"/>
                </a:lnTo>
                <a:lnTo>
                  <a:pt x="4177" y="2761"/>
                </a:lnTo>
                <a:lnTo>
                  <a:pt x="4176" y="2761"/>
                </a:lnTo>
                <a:lnTo>
                  <a:pt x="4176" y="2760"/>
                </a:lnTo>
                <a:lnTo>
                  <a:pt x="4177" y="2759"/>
                </a:lnTo>
                <a:lnTo>
                  <a:pt x="4178" y="2759"/>
                </a:lnTo>
                <a:lnTo>
                  <a:pt x="4179" y="2758"/>
                </a:lnTo>
                <a:lnTo>
                  <a:pt x="4181" y="2757"/>
                </a:lnTo>
                <a:lnTo>
                  <a:pt x="4182" y="2757"/>
                </a:lnTo>
                <a:lnTo>
                  <a:pt x="4183" y="2757"/>
                </a:lnTo>
                <a:lnTo>
                  <a:pt x="4183" y="2758"/>
                </a:lnTo>
                <a:lnTo>
                  <a:pt x="4184" y="2758"/>
                </a:lnTo>
                <a:lnTo>
                  <a:pt x="4184" y="2757"/>
                </a:lnTo>
                <a:lnTo>
                  <a:pt x="4183" y="2757"/>
                </a:lnTo>
                <a:lnTo>
                  <a:pt x="4184" y="2757"/>
                </a:lnTo>
                <a:lnTo>
                  <a:pt x="4184" y="2758"/>
                </a:lnTo>
                <a:lnTo>
                  <a:pt x="4185" y="2758"/>
                </a:lnTo>
                <a:lnTo>
                  <a:pt x="4185" y="2757"/>
                </a:lnTo>
                <a:lnTo>
                  <a:pt x="4185" y="2756"/>
                </a:lnTo>
                <a:lnTo>
                  <a:pt x="4186" y="2756"/>
                </a:lnTo>
                <a:lnTo>
                  <a:pt x="4186" y="2755"/>
                </a:lnTo>
                <a:lnTo>
                  <a:pt x="4187" y="2755"/>
                </a:lnTo>
                <a:lnTo>
                  <a:pt x="4187" y="2754"/>
                </a:lnTo>
                <a:lnTo>
                  <a:pt x="4186" y="2754"/>
                </a:lnTo>
                <a:lnTo>
                  <a:pt x="4187" y="2754"/>
                </a:lnTo>
                <a:lnTo>
                  <a:pt x="4187" y="2753"/>
                </a:lnTo>
                <a:lnTo>
                  <a:pt x="4188" y="2753"/>
                </a:lnTo>
                <a:lnTo>
                  <a:pt x="4187" y="2753"/>
                </a:lnTo>
                <a:lnTo>
                  <a:pt x="4187" y="2752"/>
                </a:lnTo>
                <a:lnTo>
                  <a:pt x="4188" y="2752"/>
                </a:lnTo>
                <a:lnTo>
                  <a:pt x="4189" y="2751"/>
                </a:lnTo>
                <a:lnTo>
                  <a:pt x="4188" y="2751"/>
                </a:lnTo>
                <a:lnTo>
                  <a:pt x="4188" y="2750"/>
                </a:lnTo>
                <a:lnTo>
                  <a:pt x="4187" y="2750"/>
                </a:lnTo>
                <a:lnTo>
                  <a:pt x="4188" y="2749"/>
                </a:lnTo>
                <a:lnTo>
                  <a:pt x="4189" y="2748"/>
                </a:lnTo>
                <a:lnTo>
                  <a:pt x="4190" y="2748"/>
                </a:lnTo>
                <a:lnTo>
                  <a:pt x="4190" y="2747"/>
                </a:lnTo>
                <a:lnTo>
                  <a:pt x="4189" y="2747"/>
                </a:lnTo>
                <a:lnTo>
                  <a:pt x="4190" y="2747"/>
                </a:lnTo>
                <a:lnTo>
                  <a:pt x="4191" y="2747"/>
                </a:lnTo>
                <a:lnTo>
                  <a:pt x="4192" y="2746"/>
                </a:lnTo>
                <a:lnTo>
                  <a:pt x="4191" y="2746"/>
                </a:lnTo>
                <a:lnTo>
                  <a:pt x="4191" y="2745"/>
                </a:lnTo>
                <a:lnTo>
                  <a:pt x="4192" y="2745"/>
                </a:lnTo>
                <a:lnTo>
                  <a:pt x="4193" y="2745"/>
                </a:lnTo>
                <a:lnTo>
                  <a:pt x="4194" y="2745"/>
                </a:lnTo>
                <a:lnTo>
                  <a:pt x="4194" y="2744"/>
                </a:lnTo>
                <a:lnTo>
                  <a:pt x="4194" y="2743"/>
                </a:lnTo>
                <a:lnTo>
                  <a:pt x="4195" y="2743"/>
                </a:lnTo>
                <a:lnTo>
                  <a:pt x="4195" y="2742"/>
                </a:lnTo>
                <a:lnTo>
                  <a:pt x="4196" y="2742"/>
                </a:lnTo>
                <a:lnTo>
                  <a:pt x="4196" y="2741"/>
                </a:lnTo>
                <a:lnTo>
                  <a:pt x="4197" y="2741"/>
                </a:lnTo>
                <a:lnTo>
                  <a:pt x="4197" y="2740"/>
                </a:lnTo>
                <a:lnTo>
                  <a:pt x="4197" y="2739"/>
                </a:lnTo>
                <a:lnTo>
                  <a:pt x="4196" y="2739"/>
                </a:lnTo>
                <a:lnTo>
                  <a:pt x="4195" y="2739"/>
                </a:lnTo>
                <a:lnTo>
                  <a:pt x="4194" y="2740"/>
                </a:lnTo>
                <a:lnTo>
                  <a:pt x="4192" y="2740"/>
                </a:lnTo>
                <a:lnTo>
                  <a:pt x="4191" y="2740"/>
                </a:lnTo>
                <a:lnTo>
                  <a:pt x="4190" y="2740"/>
                </a:lnTo>
                <a:lnTo>
                  <a:pt x="4189" y="2740"/>
                </a:lnTo>
                <a:lnTo>
                  <a:pt x="4187" y="2741"/>
                </a:lnTo>
                <a:lnTo>
                  <a:pt x="4187" y="2740"/>
                </a:lnTo>
                <a:lnTo>
                  <a:pt x="4187" y="2739"/>
                </a:lnTo>
                <a:lnTo>
                  <a:pt x="4186" y="2739"/>
                </a:lnTo>
                <a:lnTo>
                  <a:pt x="4186" y="2740"/>
                </a:lnTo>
                <a:lnTo>
                  <a:pt x="4185" y="2740"/>
                </a:lnTo>
                <a:lnTo>
                  <a:pt x="4185" y="2739"/>
                </a:lnTo>
                <a:lnTo>
                  <a:pt x="4184" y="2739"/>
                </a:lnTo>
                <a:lnTo>
                  <a:pt x="4184" y="2740"/>
                </a:lnTo>
                <a:lnTo>
                  <a:pt x="4183" y="2740"/>
                </a:lnTo>
                <a:lnTo>
                  <a:pt x="4183" y="2741"/>
                </a:lnTo>
                <a:lnTo>
                  <a:pt x="4182" y="2741"/>
                </a:lnTo>
                <a:lnTo>
                  <a:pt x="4182" y="2742"/>
                </a:lnTo>
                <a:lnTo>
                  <a:pt x="4183" y="2743"/>
                </a:lnTo>
                <a:lnTo>
                  <a:pt x="4183" y="2744"/>
                </a:lnTo>
                <a:lnTo>
                  <a:pt x="4183" y="2745"/>
                </a:lnTo>
                <a:lnTo>
                  <a:pt x="4183" y="2746"/>
                </a:lnTo>
                <a:lnTo>
                  <a:pt x="4181" y="2747"/>
                </a:lnTo>
                <a:lnTo>
                  <a:pt x="4180" y="2748"/>
                </a:lnTo>
                <a:lnTo>
                  <a:pt x="4180" y="2749"/>
                </a:lnTo>
                <a:lnTo>
                  <a:pt x="4180" y="2750"/>
                </a:lnTo>
                <a:lnTo>
                  <a:pt x="4180" y="2751"/>
                </a:lnTo>
                <a:lnTo>
                  <a:pt x="4179" y="2751"/>
                </a:lnTo>
                <a:lnTo>
                  <a:pt x="4179" y="2752"/>
                </a:lnTo>
                <a:lnTo>
                  <a:pt x="4180" y="2752"/>
                </a:lnTo>
                <a:lnTo>
                  <a:pt x="4181" y="2752"/>
                </a:lnTo>
                <a:lnTo>
                  <a:pt x="4180" y="2753"/>
                </a:lnTo>
                <a:lnTo>
                  <a:pt x="4179" y="2753"/>
                </a:lnTo>
                <a:lnTo>
                  <a:pt x="4179" y="2754"/>
                </a:lnTo>
                <a:lnTo>
                  <a:pt x="4178" y="2754"/>
                </a:lnTo>
                <a:lnTo>
                  <a:pt x="4177" y="2754"/>
                </a:lnTo>
                <a:lnTo>
                  <a:pt x="4177" y="2753"/>
                </a:lnTo>
                <a:lnTo>
                  <a:pt x="4178" y="2752"/>
                </a:lnTo>
                <a:lnTo>
                  <a:pt x="4178" y="2751"/>
                </a:lnTo>
                <a:lnTo>
                  <a:pt x="4177" y="2751"/>
                </a:lnTo>
                <a:lnTo>
                  <a:pt x="4177" y="2750"/>
                </a:lnTo>
                <a:lnTo>
                  <a:pt x="4176" y="2750"/>
                </a:lnTo>
                <a:lnTo>
                  <a:pt x="4175" y="2750"/>
                </a:lnTo>
                <a:lnTo>
                  <a:pt x="4175" y="2749"/>
                </a:lnTo>
                <a:lnTo>
                  <a:pt x="4175" y="2748"/>
                </a:lnTo>
                <a:lnTo>
                  <a:pt x="4174" y="2748"/>
                </a:lnTo>
                <a:lnTo>
                  <a:pt x="4174" y="2749"/>
                </a:lnTo>
                <a:lnTo>
                  <a:pt x="4172" y="2749"/>
                </a:lnTo>
                <a:lnTo>
                  <a:pt x="4172" y="2750"/>
                </a:lnTo>
                <a:lnTo>
                  <a:pt x="4171" y="2749"/>
                </a:lnTo>
                <a:lnTo>
                  <a:pt x="4170" y="2748"/>
                </a:lnTo>
                <a:lnTo>
                  <a:pt x="4171" y="2747"/>
                </a:lnTo>
                <a:lnTo>
                  <a:pt x="4172" y="2747"/>
                </a:lnTo>
                <a:lnTo>
                  <a:pt x="4172" y="2746"/>
                </a:lnTo>
                <a:lnTo>
                  <a:pt x="4172" y="2745"/>
                </a:lnTo>
                <a:lnTo>
                  <a:pt x="4172" y="2744"/>
                </a:lnTo>
                <a:lnTo>
                  <a:pt x="4171" y="2744"/>
                </a:lnTo>
                <a:lnTo>
                  <a:pt x="4171" y="2743"/>
                </a:lnTo>
                <a:lnTo>
                  <a:pt x="4172" y="2743"/>
                </a:lnTo>
                <a:lnTo>
                  <a:pt x="4172" y="2742"/>
                </a:lnTo>
                <a:lnTo>
                  <a:pt x="4172" y="2741"/>
                </a:lnTo>
                <a:lnTo>
                  <a:pt x="4173" y="2741"/>
                </a:lnTo>
                <a:lnTo>
                  <a:pt x="4173" y="2740"/>
                </a:lnTo>
                <a:lnTo>
                  <a:pt x="4174" y="2741"/>
                </a:lnTo>
                <a:lnTo>
                  <a:pt x="4175" y="2741"/>
                </a:lnTo>
                <a:lnTo>
                  <a:pt x="4176" y="2741"/>
                </a:lnTo>
                <a:lnTo>
                  <a:pt x="4177" y="2741"/>
                </a:lnTo>
                <a:lnTo>
                  <a:pt x="4176" y="2740"/>
                </a:lnTo>
                <a:lnTo>
                  <a:pt x="4176" y="2739"/>
                </a:lnTo>
                <a:lnTo>
                  <a:pt x="4176" y="2738"/>
                </a:lnTo>
                <a:lnTo>
                  <a:pt x="4176" y="2737"/>
                </a:lnTo>
                <a:lnTo>
                  <a:pt x="4175" y="2737"/>
                </a:lnTo>
                <a:lnTo>
                  <a:pt x="4175" y="2738"/>
                </a:lnTo>
                <a:lnTo>
                  <a:pt x="4175" y="2739"/>
                </a:lnTo>
                <a:lnTo>
                  <a:pt x="4174" y="2739"/>
                </a:lnTo>
                <a:lnTo>
                  <a:pt x="4173" y="2739"/>
                </a:lnTo>
                <a:lnTo>
                  <a:pt x="4171" y="2739"/>
                </a:lnTo>
                <a:lnTo>
                  <a:pt x="4171" y="2740"/>
                </a:lnTo>
                <a:lnTo>
                  <a:pt x="4170" y="2739"/>
                </a:lnTo>
                <a:lnTo>
                  <a:pt x="4170" y="2738"/>
                </a:lnTo>
                <a:lnTo>
                  <a:pt x="4170" y="2737"/>
                </a:lnTo>
                <a:lnTo>
                  <a:pt x="4172" y="2736"/>
                </a:lnTo>
                <a:lnTo>
                  <a:pt x="4174" y="2736"/>
                </a:lnTo>
                <a:lnTo>
                  <a:pt x="4175" y="2735"/>
                </a:lnTo>
                <a:lnTo>
                  <a:pt x="4176" y="2734"/>
                </a:lnTo>
                <a:lnTo>
                  <a:pt x="4177" y="2734"/>
                </a:lnTo>
                <a:lnTo>
                  <a:pt x="4176" y="2733"/>
                </a:lnTo>
                <a:lnTo>
                  <a:pt x="4175" y="2733"/>
                </a:lnTo>
                <a:lnTo>
                  <a:pt x="4176" y="2733"/>
                </a:lnTo>
                <a:lnTo>
                  <a:pt x="4176" y="2734"/>
                </a:lnTo>
                <a:lnTo>
                  <a:pt x="4175" y="2734"/>
                </a:lnTo>
                <a:lnTo>
                  <a:pt x="4173" y="2735"/>
                </a:lnTo>
                <a:lnTo>
                  <a:pt x="4172" y="2735"/>
                </a:lnTo>
                <a:lnTo>
                  <a:pt x="4172" y="2734"/>
                </a:lnTo>
                <a:lnTo>
                  <a:pt x="4172" y="2733"/>
                </a:lnTo>
                <a:lnTo>
                  <a:pt x="4171" y="2734"/>
                </a:lnTo>
                <a:lnTo>
                  <a:pt x="4171" y="2735"/>
                </a:lnTo>
                <a:lnTo>
                  <a:pt x="4171" y="2736"/>
                </a:lnTo>
                <a:lnTo>
                  <a:pt x="4170" y="2736"/>
                </a:lnTo>
                <a:lnTo>
                  <a:pt x="4169" y="2737"/>
                </a:lnTo>
                <a:lnTo>
                  <a:pt x="4170" y="2737"/>
                </a:lnTo>
                <a:lnTo>
                  <a:pt x="4169" y="2737"/>
                </a:lnTo>
                <a:lnTo>
                  <a:pt x="4169" y="2738"/>
                </a:lnTo>
                <a:lnTo>
                  <a:pt x="4168" y="2738"/>
                </a:lnTo>
                <a:lnTo>
                  <a:pt x="4168" y="2739"/>
                </a:lnTo>
                <a:lnTo>
                  <a:pt x="4168" y="2740"/>
                </a:lnTo>
                <a:lnTo>
                  <a:pt x="4169" y="2741"/>
                </a:lnTo>
                <a:lnTo>
                  <a:pt x="4169" y="2742"/>
                </a:lnTo>
                <a:lnTo>
                  <a:pt x="4168" y="2743"/>
                </a:lnTo>
                <a:lnTo>
                  <a:pt x="4169" y="2743"/>
                </a:lnTo>
                <a:lnTo>
                  <a:pt x="4169" y="2744"/>
                </a:lnTo>
                <a:lnTo>
                  <a:pt x="4168" y="2744"/>
                </a:lnTo>
                <a:lnTo>
                  <a:pt x="4168" y="2745"/>
                </a:lnTo>
                <a:lnTo>
                  <a:pt x="4167" y="2745"/>
                </a:lnTo>
                <a:lnTo>
                  <a:pt x="4166" y="2745"/>
                </a:lnTo>
                <a:lnTo>
                  <a:pt x="4165" y="2745"/>
                </a:lnTo>
                <a:lnTo>
                  <a:pt x="4165" y="2744"/>
                </a:lnTo>
                <a:lnTo>
                  <a:pt x="4165" y="2743"/>
                </a:lnTo>
                <a:lnTo>
                  <a:pt x="4165" y="2742"/>
                </a:lnTo>
                <a:lnTo>
                  <a:pt x="4164" y="2740"/>
                </a:lnTo>
                <a:lnTo>
                  <a:pt x="4164" y="2739"/>
                </a:lnTo>
                <a:lnTo>
                  <a:pt x="4163" y="2738"/>
                </a:lnTo>
                <a:lnTo>
                  <a:pt x="4163" y="2737"/>
                </a:lnTo>
                <a:lnTo>
                  <a:pt x="4162" y="2737"/>
                </a:lnTo>
                <a:lnTo>
                  <a:pt x="4162" y="2736"/>
                </a:lnTo>
                <a:lnTo>
                  <a:pt x="4161" y="2737"/>
                </a:lnTo>
                <a:lnTo>
                  <a:pt x="4161" y="2738"/>
                </a:lnTo>
                <a:lnTo>
                  <a:pt x="4162" y="2738"/>
                </a:lnTo>
                <a:lnTo>
                  <a:pt x="4162" y="2739"/>
                </a:lnTo>
                <a:lnTo>
                  <a:pt x="4162" y="2740"/>
                </a:lnTo>
                <a:lnTo>
                  <a:pt x="4162" y="2741"/>
                </a:lnTo>
                <a:lnTo>
                  <a:pt x="4161" y="2741"/>
                </a:lnTo>
                <a:lnTo>
                  <a:pt x="4161" y="2742"/>
                </a:lnTo>
                <a:lnTo>
                  <a:pt x="4161" y="2743"/>
                </a:lnTo>
                <a:lnTo>
                  <a:pt x="4162" y="2743"/>
                </a:lnTo>
                <a:lnTo>
                  <a:pt x="4161" y="2743"/>
                </a:lnTo>
                <a:lnTo>
                  <a:pt x="4161" y="2744"/>
                </a:lnTo>
                <a:lnTo>
                  <a:pt x="4162" y="2744"/>
                </a:lnTo>
                <a:lnTo>
                  <a:pt x="4163" y="2744"/>
                </a:lnTo>
                <a:lnTo>
                  <a:pt x="4163" y="2745"/>
                </a:lnTo>
                <a:lnTo>
                  <a:pt x="4162" y="2745"/>
                </a:lnTo>
                <a:lnTo>
                  <a:pt x="4163" y="2745"/>
                </a:lnTo>
                <a:lnTo>
                  <a:pt x="4163" y="2744"/>
                </a:lnTo>
                <a:lnTo>
                  <a:pt x="4163" y="2745"/>
                </a:lnTo>
                <a:lnTo>
                  <a:pt x="4164" y="2745"/>
                </a:lnTo>
                <a:lnTo>
                  <a:pt x="4165" y="2745"/>
                </a:lnTo>
                <a:lnTo>
                  <a:pt x="4166" y="2746"/>
                </a:lnTo>
                <a:lnTo>
                  <a:pt x="4166" y="2747"/>
                </a:lnTo>
                <a:lnTo>
                  <a:pt x="4165" y="2747"/>
                </a:lnTo>
                <a:lnTo>
                  <a:pt x="4165" y="2748"/>
                </a:lnTo>
                <a:lnTo>
                  <a:pt x="4165" y="2749"/>
                </a:lnTo>
                <a:lnTo>
                  <a:pt x="4165" y="2748"/>
                </a:lnTo>
                <a:lnTo>
                  <a:pt x="4164" y="2748"/>
                </a:lnTo>
                <a:lnTo>
                  <a:pt x="4163" y="2748"/>
                </a:lnTo>
                <a:lnTo>
                  <a:pt x="4162" y="2748"/>
                </a:lnTo>
                <a:lnTo>
                  <a:pt x="4161" y="2747"/>
                </a:lnTo>
                <a:lnTo>
                  <a:pt x="4160" y="2746"/>
                </a:lnTo>
                <a:lnTo>
                  <a:pt x="4159" y="2746"/>
                </a:lnTo>
                <a:lnTo>
                  <a:pt x="4160" y="2745"/>
                </a:lnTo>
                <a:lnTo>
                  <a:pt x="4159" y="2745"/>
                </a:lnTo>
                <a:lnTo>
                  <a:pt x="4159" y="2744"/>
                </a:lnTo>
                <a:lnTo>
                  <a:pt x="4159" y="2743"/>
                </a:lnTo>
                <a:lnTo>
                  <a:pt x="4158" y="2743"/>
                </a:lnTo>
                <a:lnTo>
                  <a:pt x="4157" y="2743"/>
                </a:lnTo>
                <a:lnTo>
                  <a:pt x="4156" y="2743"/>
                </a:lnTo>
                <a:lnTo>
                  <a:pt x="4155" y="2743"/>
                </a:lnTo>
                <a:lnTo>
                  <a:pt x="4155" y="2742"/>
                </a:lnTo>
                <a:lnTo>
                  <a:pt x="4156" y="2741"/>
                </a:lnTo>
                <a:lnTo>
                  <a:pt x="4156" y="2739"/>
                </a:lnTo>
                <a:lnTo>
                  <a:pt x="4155" y="2739"/>
                </a:lnTo>
                <a:lnTo>
                  <a:pt x="4154" y="2740"/>
                </a:lnTo>
                <a:lnTo>
                  <a:pt x="4153" y="2740"/>
                </a:lnTo>
                <a:lnTo>
                  <a:pt x="4152" y="2740"/>
                </a:lnTo>
                <a:lnTo>
                  <a:pt x="4151" y="2739"/>
                </a:lnTo>
                <a:lnTo>
                  <a:pt x="4151" y="2740"/>
                </a:lnTo>
                <a:lnTo>
                  <a:pt x="4152" y="2740"/>
                </a:lnTo>
                <a:lnTo>
                  <a:pt x="4152" y="2741"/>
                </a:lnTo>
                <a:lnTo>
                  <a:pt x="4151" y="2741"/>
                </a:lnTo>
                <a:lnTo>
                  <a:pt x="4150" y="2743"/>
                </a:lnTo>
                <a:lnTo>
                  <a:pt x="4150" y="2742"/>
                </a:lnTo>
                <a:lnTo>
                  <a:pt x="4149" y="2743"/>
                </a:lnTo>
                <a:lnTo>
                  <a:pt x="4150" y="2744"/>
                </a:lnTo>
                <a:lnTo>
                  <a:pt x="4150" y="2745"/>
                </a:lnTo>
                <a:lnTo>
                  <a:pt x="4151" y="2745"/>
                </a:lnTo>
                <a:lnTo>
                  <a:pt x="4153" y="2744"/>
                </a:lnTo>
                <a:lnTo>
                  <a:pt x="4154" y="2744"/>
                </a:lnTo>
                <a:lnTo>
                  <a:pt x="4155" y="2744"/>
                </a:lnTo>
                <a:lnTo>
                  <a:pt x="4156" y="2744"/>
                </a:lnTo>
                <a:lnTo>
                  <a:pt x="4157" y="2744"/>
                </a:lnTo>
                <a:lnTo>
                  <a:pt x="4157" y="2745"/>
                </a:lnTo>
                <a:lnTo>
                  <a:pt x="4157" y="2746"/>
                </a:lnTo>
                <a:lnTo>
                  <a:pt x="4158" y="2746"/>
                </a:lnTo>
                <a:lnTo>
                  <a:pt x="4157" y="2746"/>
                </a:lnTo>
                <a:lnTo>
                  <a:pt x="4156" y="2747"/>
                </a:lnTo>
                <a:lnTo>
                  <a:pt x="4156" y="2746"/>
                </a:lnTo>
                <a:lnTo>
                  <a:pt x="4156" y="2747"/>
                </a:lnTo>
                <a:lnTo>
                  <a:pt x="4156" y="2748"/>
                </a:lnTo>
                <a:lnTo>
                  <a:pt x="4155" y="2748"/>
                </a:lnTo>
                <a:lnTo>
                  <a:pt x="4155" y="2747"/>
                </a:lnTo>
                <a:lnTo>
                  <a:pt x="4154" y="2747"/>
                </a:lnTo>
                <a:lnTo>
                  <a:pt x="4153" y="2747"/>
                </a:lnTo>
                <a:lnTo>
                  <a:pt x="4154" y="2747"/>
                </a:lnTo>
                <a:lnTo>
                  <a:pt x="4155" y="2748"/>
                </a:lnTo>
                <a:lnTo>
                  <a:pt x="4156" y="2749"/>
                </a:lnTo>
                <a:lnTo>
                  <a:pt x="4157" y="2750"/>
                </a:lnTo>
                <a:lnTo>
                  <a:pt x="4156" y="2751"/>
                </a:lnTo>
                <a:lnTo>
                  <a:pt x="4156" y="2750"/>
                </a:lnTo>
                <a:lnTo>
                  <a:pt x="4155" y="2750"/>
                </a:lnTo>
                <a:lnTo>
                  <a:pt x="4155" y="2751"/>
                </a:lnTo>
                <a:lnTo>
                  <a:pt x="4155" y="2750"/>
                </a:lnTo>
                <a:lnTo>
                  <a:pt x="4154" y="2750"/>
                </a:lnTo>
                <a:lnTo>
                  <a:pt x="4155" y="2751"/>
                </a:lnTo>
                <a:lnTo>
                  <a:pt x="4154" y="2751"/>
                </a:lnTo>
                <a:lnTo>
                  <a:pt x="4154" y="2752"/>
                </a:lnTo>
                <a:lnTo>
                  <a:pt x="4155" y="2752"/>
                </a:lnTo>
                <a:lnTo>
                  <a:pt x="4156" y="2752"/>
                </a:lnTo>
                <a:lnTo>
                  <a:pt x="4155" y="2753"/>
                </a:lnTo>
                <a:lnTo>
                  <a:pt x="4155" y="2754"/>
                </a:lnTo>
                <a:lnTo>
                  <a:pt x="4154" y="2754"/>
                </a:lnTo>
                <a:lnTo>
                  <a:pt x="4153" y="2754"/>
                </a:lnTo>
                <a:lnTo>
                  <a:pt x="4152" y="2754"/>
                </a:lnTo>
                <a:lnTo>
                  <a:pt x="4151" y="2754"/>
                </a:lnTo>
                <a:lnTo>
                  <a:pt x="4152" y="2755"/>
                </a:lnTo>
                <a:lnTo>
                  <a:pt x="4151" y="2755"/>
                </a:lnTo>
                <a:lnTo>
                  <a:pt x="4150" y="2755"/>
                </a:lnTo>
                <a:lnTo>
                  <a:pt x="4150" y="2756"/>
                </a:lnTo>
                <a:lnTo>
                  <a:pt x="4150" y="2758"/>
                </a:lnTo>
                <a:lnTo>
                  <a:pt x="4151" y="2758"/>
                </a:lnTo>
                <a:lnTo>
                  <a:pt x="4152" y="2758"/>
                </a:lnTo>
                <a:lnTo>
                  <a:pt x="4153" y="2760"/>
                </a:lnTo>
                <a:lnTo>
                  <a:pt x="4154" y="2761"/>
                </a:lnTo>
                <a:lnTo>
                  <a:pt x="4154" y="2762"/>
                </a:lnTo>
                <a:lnTo>
                  <a:pt x="4153" y="2762"/>
                </a:lnTo>
                <a:lnTo>
                  <a:pt x="4153" y="2763"/>
                </a:lnTo>
                <a:lnTo>
                  <a:pt x="4154" y="2763"/>
                </a:lnTo>
                <a:lnTo>
                  <a:pt x="4154" y="2762"/>
                </a:lnTo>
                <a:lnTo>
                  <a:pt x="4154" y="2761"/>
                </a:lnTo>
                <a:lnTo>
                  <a:pt x="4155" y="2760"/>
                </a:lnTo>
                <a:lnTo>
                  <a:pt x="4156" y="2760"/>
                </a:lnTo>
                <a:lnTo>
                  <a:pt x="4156" y="2759"/>
                </a:lnTo>
                <a:lnTo>
                  <a:pt x="4157" y="2759"/>
                </a:lnTo>
                <a:lnTo>
                  <a:pt x="4158" y="2758"/>
                </a:lnTo>
                <a:lnTo>
                  <a:pt x="4159" y="2758"/>
                </a:lnTo>
                <a:lnTo>
                  <a:pt x="4160" y="2758"/>
                </a:lnTo>
                <a:lnTo>
                  <a:pt x="4160" y="2757"/>
                </a:lnTo>
                <a:lnTo>
                  <a:pt x="4161" y="2758"/>
                </a:lnTo>
                <a:lnTo>
                  <a:pt x="4163" y="2758"/>
                </a:lnTo>
                <a:lnTo>
                  <a:pt x="4164" y="2758"/>
                </a:lnTo>
                <a:lnTo>
                  <a:pt x="4165" y="2758"/>
                </a:lnTo>
                <a:lnTo>
                  <a:pt x="4166" y="2758"/>
                </a:lnTo>
                <a:lnTo>
                  <a:pt x="4166" y="2759"/>
                </a:lnTo>
                <a:lnTo>
                  <a:pt x="4167" y="2759"/>
                </a:lnTo>
                <a:lnTo>
                  <a:pt x="4167" y="2760"/>
                </a:lnTo>
                <a:lnTo>
                  <a:pt x="4168" y="2760"/>
                </a:lnTo>
                <a:lnTo>
                  <a:pt x="4169" y="2760"/>
                </a:lnTo>
                <a:lnTo>
                  <a:pt x="4169" y="2761"/>
                </a:lnTo>
                <a:lnTo>
                  <a:pt x="4170" y="2761"/>
                </a:lnTo>
                <a:lnTo>
                  <a:pt x="4171" y="2761"/>
                </a:lnTo>
                <a:lnTo>
                  <a:pt x="4170" y="2762"/>
                </a:lnTo>
                <a:lnTo>
                  <a:pt x="4170" y="2763"/>
                </a:lnTo>
                <a:lnTo>
                  <a:pt x="4171" y="2763"/>
                </a:lnTo>
                <a:lnTo>
                  <a:pt x="4171" y="2764"/>
                </a:lnTo>
                <a:lnTo>
                  <a:pt x="4171" y="2763"/>
                </a:lnTo>
                <a:lnTo>
                  <a:pt x="4169" y="2763"/>
                </a:lnTo>
                <a:lnTo>
                  <a:pt x="4169" y="2764"/>
                </a:lnTo>
                <a:lnTo>
                  <a:pt x="4168" y="2764"/>
                </a:lnTo>
                <a:lnTo>
                  <a:pt x="4168" y="2765"/>
                </a:lnTo>
                <a:lnTo>
                  <a:pt x="4169" y="2765"/>
                </a:lnTo>
                <a:lnTo>
                  <a:pt x="4169" y="2764"/>
                </a:lnTo>
                <a:lnTo>
                  <a:pt x="4169" y="2765"/>
                </a:lnTo>
                <a:lnTo>
                  <a:pt x="4170" y="2765"/>
                </a:lnTo>
                <a:lnTo>
                  <a:pt x="4170" y="2766"/>
                </a:lnTo>
                <a:lnTo>
                  <a:pt x="4170" y="2767"/>
                </a:lnTo>
                <a:lnTo>
                  <a:pt x="4169" y="2767"/>
                </a:lnTo>
                <a:lnTo>
                  <a:pt x="4169" y="2768"/>
                </a:lnTo>
                <a:lnTo>
                  <a:pt x="4170" y="2768"/>
                </a:lnTo>
                <a:lnTo>
                  <a:pt x="4170" y="2767"/>
                </a:lnTo>
                <a:lnTo>
                  <a:pt x="4171" y="2767"/>
                </a:lnTo>
                <a:lnTo>
                  <a:pt x="4171" y="2768"/>
                </a:lnTo>
                <a:lnTo>
                  <a:pt x="4172" y="2768"/>
                </a:lnTo>
                <a:lnTo>
                  <a:pt x="4172" y="2769"/>
                </a:lnTo>
                <a:lnTo>
                  <a:pt x="4171" y="2769"/>
                </a:lnTo>
                <a:lnTo>
                  <a:pt x="4170" y="2769"/>
                </a:lnTo>
                <a:lnTo>
                  <a:pt x="4169" y="2770"/>
                </a:lnTo>
                <a:lnTo>
                  <a:pt x="4170" y="2770"/>
                </a:lnTo>
                <a:lnTo>
                  <a:pt x="4171" y="2770"/>
                </a:lnTo>
                <a:lnTo>
                  <a:pt x="4172" y="2770"/>
                </a:lnTo>
                <a:lnTo>
                  <a:pt x="4172" y="2771"/>
                </a:lnTo>
                <a:lnTo>
                  <a:pt x="4171" y="2772"/>
                </a:lnTo>
                <a:lnTo>
                  <a:pt x="4172" y="2772"/>
                </a:lnTo>
                <a:lnTo>
                  <a:pt x="4173" y="2772"/>
                </a:lnTo>
                <a:lnTo>
                  <a:pt x="4173" y="2773"/>
                </a:lnTo>
                <a:lnTo>
                  <a:pt x="4172" y="2773"/>
                </a:lnTo>
                <a:lnTo>
                  <a:pt x="4173" y="2773"/>
                </a:lnTo>
                <a:lnTo>
                  <a:pt x="4173" y="2774"/>
                </a:lnTo>
                <a:lnTo>
                  <a:pt x="4173" y="2775"/>
                </a:lnTo>
                <a:lnTo>
                  <a:pt x="4173" y="2774"/>
                </a:lnTo>
                <a:lnTo>
                  <a:pt x="4174" y="2774"/>
                </a:lnTo>
                <a:lnTo>
                  <a:pt x="4174" y="2775"/>
                </a:lnTo>
                <a:lnTo>
                  <a:pt x="4173" y="2776"/>
                </a:lnTo>
                <a:lnTo>
                  <a:pt x="4172" y="2775"/>
                </a:lnTo>
                <a:lnTo>
                  <a:pt x="4172" y="2776"/>
                </a:lnTo>
                <a:lnTo>
                  <a:pt x="4171" y="2776"/>
                </a:lnTo>
                <a:lnTo>
                  <a:pt x="4172" y="2776"/>
                </a:lnTo>
                <a:lnTo>
                  <a:pt x="4171" y="2777"/>
                </a:lnTo>
                <a:lnTo>
                  <a:pt x="4171" y="2778"/>
                </a:lnTo>
                <a:lnTo>
                  <a:pt x="4171" y="2777"/>
                </a:lnTo>
                <a:lnTo>
                  <a:pt x="4171" y="2778"/>
                </a:lnTo>
                <a:lnTo>
                  <a:pt x="4170" y="2778"/>
                </a:lnTo>
                <a:lnTo>
                  <a:pt x="4169" y="2778"/>
                </a:lnTo>
                <a:lnTo>
                  <a:pt x="4169" y="2779"/>
                </a:lnTo>
                <a:lnTo>
                  <a:pt x="4168" y="2779"/>
                </a:lnTo>
                <a:lnTo>
                  <a:pt x="4168" y="2778"/>
                </a:lnTo>
                <a:lnTo>
                  <a:pt x="4169" y="2777"/>
                </a:lnTo>
                <a:lnTo>
                  <a:pt x="4169" y="2776"/>
                </a:lnTo>
                <a:lnTo>
                  <a:pt x="4168" y="2775"/>
                </a:lnTo>
                <a:lnTo>
                  <a:pt x="4167" y="2774"/>
                </a:lnTo>
                <a:lnTo>
                  <a:pt x="4166" y="2774"/>
                </a:lnTo>
                <a:lnTo>
                  <a:pt x="4166" y="2775"/>
                </a:lnTo>
                <a:lnTo>
                  <a:pt x="4165" y="2775"/>
                </a:lnTo>
                <a:lnTo>
                  <a:pt x="4164" y="2775"/>
                </a:lnTo>
                <a:lnTo>
                  <a:pt x="4163" y="2774"/>
                </a:lnTo>
                <a:lnTo>
                  <a:pt x="4161" y="2773"/>
                </a:lnTo>
                <a:lnTo>
                  <a:pt x="4161" y="2772"/>
                </a:lnTo>
                <a:lnTo>
                  <a:pt x="4160" y="2772"/>
                </a:lnTo>
                <a:lnTo>
                  <a:pt x="4158" y="2771"/>
                </a:lnTo>
                <a:lnTo>
                  <a:pt x="4157" y="2771"/>
                </a:lnTo>
                <a:lnTo>
                  <a:pt x="4156" y="2772"/>
                </a:lnTo>
                <a:lnTo>
                  <a:pt x="4155" y="2773"/>
                </a:lnTo>
                <a:lnTo>
                  <a:pt x="4155" y="2774"/>
                </a:lnTo>
                <a:lnTo>
                  <a:pt x="4156" y="2775"/>
                </a:lnTo>
                <a:lnTo>
                  <a:pt x="4156" y="2776"/>
                </a:lnTo>
                <a:lnTo>
                  <a:pt x="4157" y="2776"/>
                </a:lnTo>
                <a:lnTo>
                  <a:pt x="4158" y="2775"/>
                </a:lnTo>
                <a:lnTo>
                  <a:pt x="4159" y="2777"/>
                </a:lnTo>
                <a:lnTo>
                  <a:pt x="4159" y="2778"/>
                </a:lnTo>
                <a:lnTo>
                  <a:pt x="4159" y="2779"/>
                </a:lnTo>
                <a:lnTo>
                  <a:pt x="4159" y="2780"/>
                </a:lnTo>
                <a:lnTo>
                  <a:pt x="4159" y="2781"/>
                </a:lnTo>
                <a:lnTo>
                  <a:pt x="4160" y="2782"/>
                </a:lnTo>
                <a:lnTo>
                  <a:pt x="4159" y="2783"/>
                </a:lnTo>
                <a:lnTo>
                  <a:pt x="4160" y="2784"/>
                </a:lnTo>
                <a:lnTo>
                  <a:pt x="4160" y="2785"/>
                </a:lnTo>
                <a:lnTo>
                  <a:pt x="4161" y="2785"/>
                </a:lnTo>
                <a:lnTo>
                  <a:pt x="4162" y="2785"/>
                </a:lnTo>
                <a:lnTo>
                  <a:pt x="4163" y="2784"/>
                </a:lnTo>
                <a:lnTo>
                  <a:pt x="4164" y="2784"/>
                </a:lnTo>
                <a:lnTo>
                  <a:pt x="4165" y="2784"/>
                </a:lnTo>
                <a:lnTo>
                  <a:pt x="4166" y="2784"/>
                </a:lnTo>
                <a:lnTo>
                  <a:pt x="4166" y="2783"/>
                </a:lnTo>
                <a:lnTo>
                  <a:pt x="4166" y="2784"/>
                </a:lnTo>
                <a:lnTo>
                  <a:pt x="4165" y="2784"/>
                </a:lnTo>
                <a:lnTo>
                  <a:pt x="4166" y="2785"/>
                </a:lnTo>
                <a:lnTo>
                  <a:pt x="4167" y="2784"/>
                </a:lnTo>
                <a:lnTo>
                  <a:pt x="4167" y="2783"/>
                </a:lnTo>
                <a:lnTo>
                  <a:pt x="4168" y="2782"/>
                </a:lnTo>
                <a:lnTo>
                  <a:pt x="4169" y="2782"/>
                </a:lnTo>
                <a:lnTo>
                  <a:pt x="4170" y="2782"/>
                </a:lnTo>
                <a:lnTo>
                  <a:pt x="4170" y="2781"/>
                </a:lnTo>
                <a:lnTo>
                  <a:pt x="4171" y="2781"/>
                </a:lnTo>
                <a:lnTo>
                  <a:pt x="4170" y="2781"/>
                </a:lnTo>
                <a:lnTo>
                  <a:pt x="4170" y="2780"/>
                </a:lnTo>
                <a:lnTo>
                  <a:pt x="4171" y="2780"/>
                </a:lnTo>
                <a:lnTo>
                  <a:pt x="4172" y="2780"/>
                </a:lnTo>
                <a:lnTo>
                  <a:pt x="4172" y="2779"/>
                </a:lnTo>
                <a:lnTo>
                  <a:pt x="4173" y="2779"/>
                </a:lnTo>
                <a:lnTo>
                  <a:pt x="4173" y="2778"/>
                </a:lnTo>
                <a:lnTo>
                  <a:pt x="4173" y="2777"/>
                </a:lnTo>
                <a:lnTo>
                  <a:pt x="4174" y="2777"/>
                </a:lnTo>
                <a:lnTo>
                  <a:pt x="4175" y="2777"/>
                </a:lnTo>
                <a:lnTo>
                  <a:pt x="4174" y="2778"/>
                </a:lnTo>
                <a:lnTo>
                  <a:pt x="4175" y="2778"/>
                </a:lnTo>
                <a:lnTo>
                  <a:pt x="4176" y="2778"/>
                </a:lnTo>
                <a:lnTo>
                  <a:pt x="4176" y="2779"/>
                </a:lnTo>
                <a:lnTo>
                  <a:pt x="4177" y="2779"/>
                </a:lnTo>
                <a:lnTo>
                  <a:pt x="4177" y="2780"/>
                </a:lnTo>
                <a:lnTo>
                  <a:pt x="4176" y="2780"/>
                </a:lnTo>
                <a:lnTo>
                  <a:pt x="4175" y="2781"/>
                </a:lnTo>
                <a:lnTo>
                  <a:pt x="4176" y="2781"/>
                </a:lnTo>
                <a:lnTo>
                  <a:pt x="4177" y="2781"/>
                </a:lnTo>
                <a:lnTo>
                  <a:pt x="4178" y="2782"/>
                </a:lnTo>
                <a:lnTo>
                  <a:pt x="4178" y="2783"/>
                </a:lnTo>
                <a:lnTo>
                  <a:pt x="4177" y="2783"/>
                </a:lnTo>
                <a:lnTo>
                  <a:pt x="4177" y="2784"/>
                </a:lnTo>
                <a:lnTo>
                  <a:pt x="4177" y="2785"/>
                </a:lnTo>
                <a:lnTo>
                  <a:pt x="4178" y="2785"/>
                </a:lnTo>
                <a:lnTo>
                  <a:pt x="4179" y="2785"/>
                </a:lnTo>
                <a:lnTo>
                  <a:pt x="4179" y="2784"/>
                </a:lnTo>
                <a:lnTo>
                  <a:pt x="4180" y="2784"/>
                </a:lnTo>
                <a:lnTo>
                  <a:pt x="4180" y="2785"/>
                </a:lnTo>
                <a:lnTo>
                  <a:pt x="4181" y="2785"/>
                </a:lnTo>
                <a:lnTo>
                  <a:pt x="4181" y="2784"/>
                </a:lnTo>
                <a:lnTo>
                  <a:pt x="4182" y="2784"/>
                </a:lnTo>
                <a:lnTo>
                  <a:pt x="4183" y="2784"/>
                </a:lnTo>
                <a:lnTo>
                  <a:pt x="4183" y="2783"/>
                </a:lnTo>
                <a:lnTo>
                  <a:pt x="4185" y="2783"/>
                </a:lnTo>
                <a:lnTo>
                  <a:pt x="4185" y="2782"/>
                </a:lnTo>
                <a:lnTo>
                  <a:pt x="4186" y="2782"/>
                </a:lnTo>
                <a:lnTo>
                  <a:pt x="4185" y="2783"/>
                </a:lnTo>
                <a:lnTo>
                  <a:pt x="4185" y="2784"/>
                </a:lnTo>
                <a:lnTo>
                  <a:pt x="4184" y="2784"/>
                </a:lnTo>
                <a:lnTo>
                  <a:pt x="4184" y="2785"/>
                </a:lnTo>
                <a:lnTo>
                  <a:pt x="4183" y="2785"/>
                </a:lnTo>
                <a:lnTo>
                  <a:pt x="4183" y="2786"/>
                </a:lnTo>
                <a:lnTo>
                  <a:pt x="4182" y="2786"/>
                </a:lnTo>
                <a:lnTo>
                  <a:pt x="4181" y="2787"/>
                </a:lnTo>
                <a:lnTo>
                  <a:pt x="4180" y="2787"/>
                </a:lnTo>
                <a:lnTo>
                  <a:pt x="4181" y="2787"/>
                </a:lnTo>
                <a:lnTo>
                  <a:pt x="4181" y="2788"/>
                </a:lnTo>
                <a:lnTo>
                  <a:pt x="4180" y="2788"/>
                </a:lnTo>
                <a:lnTo>
                  <a:pt x="4179" y="2788"/>
                </a:lnTo>
                <a:lnTo>
                  <a:pt x="4179" y="2787"/>
                </a:lnTo>
                <a:lnTo>
                  <a:pt x="4179" y="2788"/>
                </a:lnTo>
                <a:lnTo>
                  <a:pt x="4178" y="2789"/>
                </a:lnTo>
                <a:lnTo>
                  <a:pt x="4177" y="2789"/>
                </a:lnTo>
                <a:lnTo>
                  <a:pt x="4177" y="2788"/>
                </a:lnTo>
                <a:lnTo>
                  <a:pt x="4178" y="2788"/>
                </a:lnTo>
                <a:lnTo>
                  <a:pt x="4177" y="2788"/>
                </a:lnTo>
                <a:lnTo>
                  <a:pt x="4177" y="2787"/>
                </a:lnTo>
                <a:lnTo>
                  <a:pt x="4176" y="2787"/>
                </a:lnTo>
                <a:lnTo>
                  <a:pt x="4176" y="2786"/>
                </a:lnTo>
                <a:lnTo>
                  <a:pt x="4175" y="2786"/>
                </a:lnTo>
                <a:lnTo>
                  <a:pt x="4175" y="2787"/>
                </a:lnTo>
                <a:lnTo>
                  <a:pt x="4174" y="2787"/>
                </a:lnTo>
                <a:lnTo>
                  <a:pt x="4173" y="2787"/>
                </a:lnTo>
                <a:lnTo>
                  <a:pt x="4171" y="2789"/>
                </a:lnTo>
                <a:lnTo>
                  <a:pt x="4171" y="2790"/>
                </a:lnTo>
                <a:lnTo>
                  <a:pt x="4172" y="2790"/>
                </a:lnTo>
                <a:lnTo>
                  <a:pt x="4173" y="2790"/>
                </a:lnTo>
                <a:lnTo>
                  <a:pt x="4173" y="2791"/>
                </a:lnTo>
                <a:lnTo>
                  <a:pt x="4172" y="2792"/>
                </a:lnTo>
                <a:lnTo>
                  <a:pt x="4171" y="2792"/>
                </a:lnTo>
                <a:lnTo>
                  <a:pt x="4171" y="2791"/>
                </a:lnTo>
                <a:lnTo>
                  <a:pt x="4170" y="2791"/>
                </a:lnTo>
                <a:lnTo>
                  <a:pt x="4170" y="2790"/>
                </a:lnTo>
                <a:lnTo>
                  <a:pt x="4169" y="2790"/>
                </a:lnTo>
                <a:lnTo>
                  <a:pt x="4167" y="2790"/>
                </a:lnTo>
                <a:lnTo>
                  <a:pt x="4167" y="2791"/>
                </a:lnTo>
                <a:lnTo>
                  <a:pt x="4168" y="2791"/>
                </a:lnTo>
                <a:lnTo>
                  <a:pt x="4167" y="2791"/>
                </a:lnTo>
                <a:lnTo>
                  <a:pt x="4165" y="2792"/>
                </a:lnTo>
                <a:lnTo>
                  <a:pt x="4164" y="2792"/>
                </a:lnTo>
                <a:lnTo>
                  <a:pt x="4163" y="2792"/>
                </a:lnTo>
                <a:lnTo>
                  <a:pt x="4162" y="2792"/>
                </a:lnTo>
                <a:lnTo>
                  <a:pt x="4161" y="2792"/>
                </a:lnTo>
                <a:lnTo>
                  <a:pt x="4160" y="2793"/>
                </a:lnTo>
                <a:lnTo>
                  <a:pt x="4159" y="2793"/>
                </a:lnTo>
                <a:lnTo>
                  <a:pt x="4158" y="2793"/>
                </a:lnTo>
                <a:lnTo>
                  <a:pt x="4157" y="2793"/>
                </a:lnTo>
                <a:lnTo>
                  <a:pt x="4156" y="2794"/>
                </a:lnTo>
                <a:lnTo>
                  <a:pt x="4156" y="2795"/>
                </a:lnTo>
                <a:lnTo>
                  <a:pt x="4157" y="2794"/>
                </a:lnTo>
                <a:lnTo>
                  <a:pt x="4158" y="2794"/>
                </a:lnTo>
                <a:lnTo>
                  <a:pt x="4159" y="2795"/>
                </a:lnTo>
                <a:lnTo>
                  <a:pt x="4158" y="2795"/>
                </a:lnTo>
                <a:lnTo>
                  <a:pt x="4159" y="2795"/>
                </a:lnTo>
                <a:lnTo>
                  <a:pt x="4160" y="2796"/>
                </a:lnTo>
                <a:lnTo>
                  <a:pt x="4160" y="2797"/>
                </a:lnTo>
                <a:lnTo>
                  <a:pt x="4159" y="2797"/>
                </a:lnTo>
                <a:lnTo>
                  <a:pt x="4158" y="2798"/>
                </a:lnTo>
                <a:lnTo>
                  <a:pt x="4159" y="2798"/>
                </a:lnTo>
                <a:lnTo>
                  <a:pt x="4159" y="2799"/>
                </a:lnTo>
                <a:lnTo>
                  <a:pt x="4158" y="2800"/>
                </a:lnTo>
                <a:lnTo>
                  <a:pt x="4157" y="2800"/>
                </a:lnTo>
                <a:lnTo>
                  <a:pt x="4156" y="2800"/>
                </a:lnTo>
                <a:lnTo>
                  <a:pt x="4156" y="2801"/>
                </a:lnTo>
                <a:lnTo>
                  <a:pt x="4156" y="2802"/>
                </a:lnTo>
                <a:lnTo>
                  <a:pt x="4155" y="2802"/>
                </a:lnTo>
                <a:lnTo>
                  <a:pt x="4154" y="2802"/>
                </a:lnTo>
                <a:lnTo>
                  <a:pt x="4154" y="2803"/>
                </a:lnTo>
                <a:lnTo>
                  <a:pt x="4153" y="2803"/>
                </a:lnTo>
                <a:lnTo>
                  <a:pt x="4153" y="2805"/>
                </a:lnTo>
                <a:lnTo>
                  <a:pt x="4154" y="2805"/>
                </a:lnTo>
                <a:lnTo>
                  <a:pt x="4154" y="2806"/>
                </a:lnTo>
                <a:lnTo>
                  <a:pt x="4153" y="2807"/>
                </a:lnTo>
                <a:lnTo>
                  <a:pt x="4152" y="2807"/>
                </a:lnTo>
                <a:lnTo>
                  <a:pt x="4150" y="2807"/>
                </a:lnTo>
                <a:lnTo>
                  <a:pt x="4149" y="2807"/>
                </a:lnTo>
                <a:lnTo>
                  <a:pt x="4149" y="2808"/>
                </a:lnTo>
                <a:lnTo>
                  <a:pt x="4149" y="2809"/>
                </a:lnTo>
                <a:lnTo>
                  <a:pt x="4147" y="2812"/>
                </a:lnTo>
                <a:lnTo>
                  <a:pt x="4146" y="2812"/>
                </a:lnTo>
                <a:lnTo>
                  <a:pt x="4146" y="2813"/>
                </a:lnTo>
                <a:lnTo>
                  <a:pt x="4145" y="2814"/>
                </a:lnTo>
                <a:lnTo>
                  <a:pt x="4145" y="2815"/>
                </a:lnTo>
                <a:lnTo>
                  <a:pt x="4145" y="2817"/>
                </a:lnTo>
                <a:lnTo>
                  <a:pt x="4144" y="2818"/>
                </a:lnTo>
                <a:lnTo>
                  <a:pt x="4143" y="2819"/>
                </a:lnTo>
                <a:lnTo>
                  <a:pt x="4144" y="2819"/>
                </a:lnTo>
                <a:lnTo>
                  <a:pt x="4145" y="2819"/>
                </a:lnTo>
                <a:lnTo>
                  <a:pt x="4145" y="2818"/>
                </a:lnTo>
                <a:lnTo>
                  <a:pt x="4145" y="2817"/>
                </a:lnTo>
                <a:lnTo>
                  <a:pt x="4145" y="2816"/>
                </a:lnTo>
                <a:lnTo>
                  <a:pt x="4146" y="2815"/>
                </a:lnTo>
                <a:lnTo>
                  <a:pt x="4147" y="2814"/>
                </a:lnTo>
                <a:lnTo>
                  <a:pt x="4147" y="2813"/>
                </a:lnTo>
                <a:lnTo>
                  <a:pt x="4148" y="2813"/>
                </a:lnTo>
                <a:lnTo>
                  <a:pt x="4149" y="2813"/>
                </a:lnTo>
                <a:lnTo>
                  <a:pt x="4149" y="2814"/>
                </a:lnTo>
                <a:lnTo>
                  <a:pt x="4149" y="2815"/>
                </a:lnTo>
                <a:lnTo>
                  <a:pt x="4150" y="2815"/>
                </a:lnTo>
                <a:lnTo>
                  <a:pt x="4152" y="2816"/>
                </a:lnTo>
                <a:lnTo>
                  <a:pt x="4153" y="2816"/>
                </a:lnTo>
                <a:lnTo>
                  <a:pt x="4154" y="2816"/>
                </a:lnTo>
                <a:lnTo>
                  <a:pt x="4155" y="2817"/>
                </a:lnTo>
                <a:lnTo>
                  <a:pt x="4156" y="2818"/>
                </a:lnTo>
                <a:lnTo>
                  <a:pt x="4160" y="2819"/>
                </a:lnTo>
                <a:lnTo>
                  <a:pt x="4161" y="2818"/>
                </a:lnTo>
                <a:lnTo>
                  <a:pt x="4162" y="2818"/>
                </a:lnTo>
                <a:lnTo>
                  <a:pt x="4163" y="2818"/>
                </a:lnTo>
                <a:lnTo>
                  <a:pt x="4164" y="2819"/>
                </a:lnTo>
                <a:lnTo>
                  <a:pt x="4164" y="2820"/>
                </a:lnTo>
                <a:lnTo>
                  <a:pt x="4163" y="2823"/>
                </a:lnTo>
                <a:lnTo>
                  <a:pt x="4163" y="2824"/>
                </a:lnTo>
                <a:lnTo>
                  <a:pt x="4162" y="2825"/>
                </a:lnTo>
                <a:lnTo>
                  <a:pt x="4162" y="2826"/>
                </a:lnTo>
                <a:lnTo>
                  <a:pt x="4161" y="2827"/>
                </a:lnTo>
                <a:lnTo>
                  <a:pt x="4161" y="2829"/>
                </a:lnTo>
                <a:lnTo>
                  <a:pt x="4161" y="2830"/>
                </a:lnTo>
                <a:lnTo>
                  <a:pt x="4160" y="2830"/>
                </a:lnTo>
                <a:lnTo>
                  <a:pt x="4159" y="2830"/>
                </a:lnTo>
                <a:lnTo>
                  <a:pt x="4158" y="2830"/>
                </a:lnTo>
                <a:lnTo>
                  <a:pt x="4157" y="2830"/>
                </a:lnTo>
                <a:lnTo>
                  <a:pt x="4156" y="2831"/>
                </a:lnTo>
                <a:lnTo>
                  <a:pt x="4155" y="2832"/>
                </a:lnTo>
                <a:lnTo>
                  <a:pt x="4155" y="2833"/>
                </a:lnTo>
                <a:lnTo>
                  <a:pt x="4155" y="2835"/>
                </a:lnTo>
                <a:lnTo>
                  <a:pt x="4155" y="2836"/>
                </a:lnTo>
                <a:lnTo>
                  <a:pt x="4155" y="2837"/>
                </a:lnTo>
                <a:lnTo>
                  <a:pt x="4154" y="2839"/>
                </a:lnTo>
                <a:lnTo>
                  <a:pt x="4155" y="2839"/>
                </a:lnTo>
                <a:lnTo>
                  <a:pt x="4155" y="2841"/>
                </a:lnTo>
                <a:lnTo>
                  <a:pt x="4155" y="2842"/>
                </a:lnTo>
                <a:lnTo>
                  <a:pt x="4155" y="2843"/>
                </a:lnTo>
                <a:lnTo>
                  <a:pt x="4155" y="2844"/>
                </a:lnTo>
                <a:lnTo>
                  <a:pt x="4156" y="2845"/>
                </a:lnTo>
                <a:lnTo>
                  <a:pt x="4157" y="2845"/>
                </a:lnTo>
                <a:lnTo>
                  <a:pt x="4157" y="2846"/>
                </a:lnTo>
                <a:lnTo>
                  <a:pt x="4156" y="2846"/>
                </a:lnTo>
                <a:lnTo>
                  <a:pt x="4155" y="2847"/>
                </a:lnTo>
                <a:lnTo>
                  <a:pt x="4154" y="2848"/>
                </a:lnTo>
                <a:lnTo>
                  <a:pt x="4154" y="2849"/>
                </a:lnTo>
                <a:lnTo>
                  <a:pt x="4153" y="2850"/>
                </a:lnTo>
                <a:lnTo>
                  <a:pt x="4154" y="2851"/>
                </a:lnTo>
                <a:lnTo>
                  <a:pt x="4153" y="2852"/>
                </a:lnTo>
                <a:lnTo>
                  <a:pt x="4152" y="2853"/>
                </a:lnTo>
                <a:lnTo>
                  <a:pt x="4151" y="2853"/>
                </a:lnTo>
                <a:lnTo>
                  <a:pt x="4150" y="2852"/>
                </a:lnTo>
                <a:lnTo>
                  <a:pt x="4149" y="2852"/>
                </a:lnTo>
                <a:lnTo>
                  <a:pt x="4146" y="2852"/>
                </a:lnTo>
                <a:lnTo>
                  <a:pt x="4146" y="2853"/>
                </a:lnTo>
                <a:lnTo>
                  <a:pt x="4145" y="2853"/>
                </a:lnTo>
                <a:lnTo>
                  <a:pt x="4144" y="2853"/>
                </a:lnTo>
                <a:lnTo>
                  <a:pt x="4143" y="2853"/>
                </a:lnTo>
                <a:lnTo>
                  <a:pt x="4143" y="2854"/>
                </a:lnTo>
                <a:lnTo>
                  <a:pt x="4142" y="2854"/>
                </a:lnTo>
                <a:lnTo>
                  <a:pt x="4141" y="2854"/>
                </a:lnTo>
                <a:lnTo>
                  <a:pt x="4141" y="2855"/>
                </a:lnTo>
                <a:lnTo>
                  <a:pt x="4141" y="2856"/>
                </a:lnTo>
                <a:lnTo>
                  <a:pt x="4141" y="2857"/>
                </a:lnTo>
                <a:lnTo>
                  <a:pt x="4142" y="2856"/>
                </a:lnTo>
                <a:lnTo>
                  <a:pt x="4142" y="2857"/>
                </a:lnTo>
                <a:lnTo>
                  <a:pt x="4142" y="2858"/>
                </a:lnTo>
                <a:lnTo>
                  <a:pt x="4142" y="2857"/>
                </a:lnTo>
                <a:lnTo>
                  <a:pt x="4142" y="2858"/>
                </a:lnTo>
                <a:lnTo>
                  <a:pt x="4143" y="2859"/>
                </a:lnTo>
                <a:lnTo>
                  <a:pt x="4143" y="2858"/>
                </a:lnTo>
                <a:lnTo>
                  <a:pt x="4144" y="2859"/>
                </a:lnTo>
                <a:lnTo>
                  <a:pt x="4145" y="2859"/>
                </a:lnTo>
                <a:lnTo>
                  <a:pt x="4147" y="2859"/>
                </a:lnTo>
                <a:lnTo>
                  <a:pt x="4147" y="2858"/>
                </a:lnTo>
                <a:lnTo>
                  <a:pt x="4148" y="2858"/>
                </a:lnTo>
                <a:lnTo>
                  <a:pt x="4148" y="2859"/>
                </a:lnTo>
                <a:lnTo>
                  <a:pt x="4148" y="2860"/>
                </a:lnTo>
                <a:lnTo>
                  <a:pt x="4148" y="2861"/>
                </a:lnTo>
                <a:lnTo>
                  <a:pt x="4147" y="2862"/>
                </a:lnTo>
                <a:lnTo>
                  <a:pt x="4147" y="2863"/>
                </a:lnTo>
                <a:lnTo>
                  <a:pt x="4148" y="2863"/>
                </a:lnTo>
                <a:lnTo>
                  <a:pt x="4149" y="2863"/>
                </a:lnTo>
                <a:lnTo>
                  <a:pt x="4150" y="2863"/>
                </a:lnTo>
                <a:lnTo>
                  <a:pt x="4151" y="2864"/>
                </a:lnTo>
                <a:lnTo>
                  <a:pt x="4152" y="2863"/>
                </a:lnTo>
                <a:lnTo>
                  <a:pt x="4152" y="2862"/>
                </a:lnTo>
                <a:lnTo>
                  <a:pt x="4153" y="2862"/>
                </a:lnTo>
                <a:lnTo>
                  <a:pt x="4153" y="2863"/>
                </a:lnTo>
                <a:lnTo>
                  <a:pt x="4153" y="2864"/>
                </a:lnTo>
                <a:lnTo>
                  <a:pt x="4153" y="2865"/>
                </a:lnTo>
                <a:lnTo>
                  <a:pt x="4154" y="2865"/>
                </a:lnTo>
                <a:lnTo>
                  <a:pt x="4153" y="2864"/>
                </a:lnTo>
                <a:lnTo>
                  <a:pt x="4154" y="2864"/>
                </a:lnTo>
                <a:lnTo>
                  <a:pt x="4154" y="2865"/>
                </a:lnTo>
                <a:lnTo>
                  <a:pt x="4154" y="2866"/>
                </a:lnTo>
                <a:lnTo>
                  <a:pt x="4154" y="2867"/>
                </a:lnTo>
                <a:lnTo>
                  <a:pt x="4155" y="2867"/>
                </a:lnTo>
                <a:lnTo>
                  <a:pt x="4155" y="2868"/>
                </a:lnTo>
                <a:lnTo>
                  <a:pt x="4154" y="2868"/>
                </a:lnTo>
                <a:lnTo>
                  <a:pt x="4153" y="2869"/>
                </a:lnTo>
                <a:lnTo>
                  <a:pt x="4153" y="2870"/>
                </a:lnTo>
                <a:lnTo>
                  <a:pt x="4154" y="2871"/>
                </a:lnTo>
                <a:lnTo>
                  <a:pt x="4154" y="2872"/>
                </a:lnTo>
                <a:lnTo>
                  <a:pt x="4155" y="2873"/>
                </a:lnTo>
                <a:lnTo>
                  <a:pt x="4155" y="2872"/>
                </a:lnTo>
                <a:lnTo>
                  <a:pt x="4155" y="2873"/>
                </a:lnTo>
                <a:lnTo>
                  <a:pt x="4154" y="2873"/>
                </a:lnTo>
                <a:lnTo>
                  <a:pt x="4154" y="2875"/>
                </a:lnTo>
                <a:lnTo>
                  <a:pt x="4155" y="2875"/>
                </a:lnTo>
                <a:lnTo>
                  <a:pt x="4156" y="2875"/>
                </a:lnTo>
                <a:lnTo>
                  <a:pt x="4157" y="2876"/>
                </a:lnTo>
                <a:lnTo>
                  <a:pt x="4157" y="2875"/>
                </a:lnTo>
                <a:lnTo>
                  <a:pt x="4157" y="2874"/>
                </a:lnTo>
                <a:lnTo>
                  <a:pt x="4157" y="2875"/>
                </a:lnTo>
                <a:lnTo>
                  <a:pt x="4157" y="2876"/>
                </a:lnTo>
                <a:lnTo>
                  <a:pt x="4157" y="2877"/>
                </a:lnTo>
                <a:lnTo>
                  <a:pt x="4156" y="2877"/>
                </a:lnTo>
                <a:lnTo>
                  <a:pt x="4155" y="2877"/>
                </a:lnTo>
                <a:lnTo>
                  <a:pt x="4155" y="2878"/>
                </a:lnTo>
                <a:lnTo>
                  <a:pt x="4154" y="2878"/>
                </a:lnTo>
                <a:lnTo>
                  <a:pt x="4154" y="2879"/>
                </a:lnTo>
                <a:lnTo>
                  <a:pt x="4155" y="2879"/>
                </a:lnTo>
                <a:lnTo>
                  <a:pt x="4155" y="2878"/>
                </a:lnTo>
                <a:lnTo>
                  <a:pt x="4156" y="2879"/>
                </a:lnTo>
                <a:lnTo>
                  <a:pt x="4157" y="2879"/>
                </a:lnTo>
                <a:lnTo>
                  <a:pt x="4158" y="2879"/>
                </a:lnTo>
                <a:lnTo>
                  <a:pt x="4159" y="2880"/>
                </a:lnTo>
                <a:lnTo>
                  <a:pt x="4159" y="2881"/>
                </a:lnTo>
                <a:lnTo>
                  <a:pt x="4158" y="2881"/>
                </a:lnTo>
                <a:lnTo>
                  <a:pt x="4158" y="2882"/>
                </a:lnTo>
                <a:lnTo>
                  <a:pt x="4159" y="2883"/>
                </a:lnTo>
                <a:lnTo>
                  <a:pt x="4158" y="2883"/>
                </a:lnTo>
                <a:lnTo>
                  <a:pt x="4158" y="2884"/>
                </a:lnTo>
                <a:lnTo>
                  <a:pt x="4159" y="2884"/>
                </a:lnTo>
                <a:lnTo>
                  <a:pt x="4159" y="2885"/>
                </a:lnTo>
                <a:lnTo>
                  <a:pt x="4158" y="2885"/>
                </a:lnTo>
                <a:lnTo>
                  <a:pt x="4157" y="2885"/>
                </a:lnTo>
                <a:lnTo>
                  <a:pt x="4156" y="2886"/>
                </a:lnTo>
                <a:lnTo>
                  <a:pt x="4155" y="2886"/>
                </a:lnTo>
                <a:lnTo>
                  <a:pt x="4156" y="2886"/>
                </a:lnTo>
                <a:lnTo>
                  <a:pt x="4157" y="2886"/>
                </a:lnTo>
                <a:lnTo>
                  <a:pt x="4158" y="2886"/>
                </a:lnTo>
                <a:lnTo>
                  <a:pt x="4159" y="2886"/>
                </a:lnTo>
                <a:lnTo>
                  <a:pt x="4158" y="2887"/>
                </a:lnTo>
                <a:lnTo>
                  <a:pt x="4157" y="2888"/>
                </a:lnTo>
                <a:lnTo>
                  <a:pt x="4156" y="2888"/>
                </a:lnTo>
                <a:lnTo>
                  <a:pt x="4155" y="2888"/>
                </a:lnTo>
                <a:lnTo>
                  <a:pt x="4155" y="2887"/>
                </a:lnTo>
                <a:lnTo>
                  <a:pt x="4154" y="2887"/>
                </a:lnTo>
                <a:lnTo>
                  <a:pt x="4154" y="2888"/>
                </a:lnTo>
                <a:lnTo>
                  <a:pt x="4153" y="2888"/>
                </a:lnTo>
                <a:lnTo>
                  <a:pt x="4153" y="2887"/>
                </a:lnTo>
                <a:lnTo>
                  <a:pt x="4153" y="2886"/>
                </a:lnTo>
                <a:lnTo>
                  <a:pt x="4153" y="2885"/>
                </a:lnTo>
                <a:lnTo>
                  <a:pt x="4152" y="2885"/>
                </a:lnTo>
                <a:lnTo>
                  <a:pt x="4152" y="2884"/>
                </a:lnTo>
                <a:lnTo>
                  <a:pt x="4153" y="2884"/>
                </a:lnTo>
                <a:lnTo>
                  <a:pt x="4153" y="2883"/>
                </a:lnTo>
                <a:lnTo>
                  <a:pt x="4152" y="2883"/>
                </a:lnTo>
                <a:lnTo>
                  <a:pt x="4153" y="2882"/>
                </a:lnTo>
                <a:lnTo>
                  <a:pt x="4152" y="2882"/>
                </a:lnTo>
                <a:lnTo>
                  <a:pt x="4152" y="2881"/>
                </a:lnTo>
                <a:lnTo>
                  <a:pt x="4152" y="2880"/>
                </a:lnTo>
                <a:lnTo>
                  <a:pt x="4152" y="2879"/>
                </a:lnTo>
                <a:lnTo>
                  <a:pt x="4152" y="2878"/>
                </a:lnTo>
                <a:lnTo>
                  <a:pt x="4152" y="2877"/>
                </a:lnTo>
                <a:lnTo>
                  <a:pt x="4152" y="2876"/>
                </a:lnTo>
                <a:lnTo>
                  <a:pt x="4151" y="2876"/>
                </a:lnTo>
                <a:lnTo>
                  <a:pt x="4150" y="2876"/>
                </a:lnTo>
                <a:lnTo>
                  <a:pt x="4149" y="2878"/>
                </a:lnTo>
                <a:lnTo>
                  <a:pt x="4148" y="2877"/>
                </a:lnTo>
                <a:lnTo>
                  <a:pt x="4148" y="2878"/>
                </a:lnTo>
                <a:lnTo>
                  <a:pt x="4147" y="2878"/>
                </a:lnTo>
                <a:lnTo>
                  <a:pt x="4147" y="2879"/>
                </a:lnTo>
                <a:lnTo>
                  <a:pt x="4148" y="2879"/>
                </a:lnTo>
                <a:lnTo>
                  <a:pt x="4149" y="2880"/>
                </a:lnTo>
                <a:lnTo>
                  <a:pt x="4150" y="2879"/>
                </a:lnTo>
                <a:lnTo>
                  <a:pt x="4150" y="2880"/>
                </a:lnTo>
                <a:lnTo>
                  <a:pt x="4150" y="2881"/>
                </a:lnTo>
                <a:lnTo>
                  <a:pt x="4150" y="2880"/>
                </a:lnTo>
                <a:lnTo>
                  <a:pt x="4151" y="2880"/>
                </a:lnTo>
                <a:lnTo>
                  <a:pt x="4151" y="2881"/>
                </a:lnTo>
                <a:lnTo>
                  <a:pt x="4151" y="2882"/>
                </a:lnTo>
                <a:lnTo>
                  <a:pt x="4150" y="2882"/>
                </a:lnTo>
                <a:lnTo>
                  <a:pt x="4150" y="2883"/>
                </a:lnTo>
                <a:lnTo>
                  <a:pt x="4149" y="2883"/>
                </a:lnTo>
                <a:lnTo>
                  <a:pt x="4149" y="2884"/>
                </a:lnTo>
                <a:lnTo>
                  <a:pt x="4148" y="2885"/>
                </a:lnTo>
                <a:lnTo>
                  <a:pt x="4149" y="2885"/>
                </a:lnTo>
                <a:lnTo>
                  <a:pt x="4148" y="2886"/>
                </a:lnTo>
                <a:lnTo>
                  <a:pt x="4147" y="2886"/>
                </a:lnTo>
                <a:lnTo>
                  <a:pt x="4147" y="2885"/>
                </a:lnTo>
                <a:lnTo>
                  <a:pt x="4148" y="2885"/>
                </a:lnTo>
                <a:lnTo>
                  <a:pt x="4148" y="2884"/>
                </a:lnTo>
                <a:lnTo>
                  <a:pt x="4147" y="2884"/>
                </a:lnTo>
                <a:lnTo>
                  <a:pt x="4146" y="2884"/>
                </a:lnTo>
                <a:lnTo>
                  <a:pt x="4145" y="2884"/>
                </a:lnTo>
                <a:lnTo>
                  <a:pt x="4144" y="2885"/>
                </a:lnTo>
                <a:lnTo>
                  <a:pt x="4144" y="2886"/>
                </a:lnTo>
                <a:lnTo>
                  <a:pt x="4143" y="2885"/>
                </a:lnTo>
                <a:lnTo>
                  <a:pt x="4144" y="2884"/>
                </a:lnTo>
                <a:lnTo>
                  <a:pt x="4145" y="2884"/>
                </a:lnTo>
                <a:lnTo>
                  <a:pt x="4145" y="2883"/>
                </a:lnTo>
                <a:lnTo>
                  <a:pt x="4146" y="2883"/>
                </a:lnTo>
                <a:lnTo>
                  <a:pt x="4146" y="2882"/>
                </a:lnTo>
                <a:lnTo>
                  <a:pt x="4145" y="2881"/>
                </a:lnTo>
                <a:lnTo>
                  <a:pt x="4145" y="2880"/>
                </a:lnTo>
                <a:lnTo>
                  <a:pt x="4143" y="2879"/>
                </a:lnTo>
                <a:lnTo>
                  <a:pt x="4144" y="2878"/>
                </a:lnTo>
                <a:lnTo>
                  <a:pt x="4145" y="2876"/>
                </a:lnTo>
                <a:lnTo>
                  <a:pt x="4145" y="2875"/>
                </a:lnTo>
                <a:lnTo>
                  <a:pt x="4144" y="2876"/>
                </a:lnTo>
                <a:lnTo>
                  <a:pt x="4144" y="2875"/>
                </a:lnTo>
                <a:lnTo>
                  <a:pt x="4144" y="2876"/>
                </a:lnTo>
                <a:lnTo>
                  <a:pt x="4143" y="2876"/>
                </a:lnTo>
                <a:lnTo>
                  <a:pt x="4142" y="2876"/>
                </a:lnTo>
                <a:lnTo>
                  <a:pt x="4141" y="2876"/>
                </a:lnTo>
                <a:lnTo>
                  <a:pt x="4141" y="2877"/>
                </a:lnTo>
                <a:lnTo>
                  <a:pt x="4140" y="2878"/>
                </a:lnTo>
                <a:lnTo>
                  <a:pt x="4139" y="2879"/>
                </a:lnTo>
                <a:lnTo>
                  <a:pt x="4139" y="2878"/>
                </a:lnTo>
                <a:lnTo>
                  <a:pt x="4139" y="2877"/>
                </a:lnTo>
                <a:lnTo>
                  <a:pt x="4140" y="2877"/>
                </a:lnTo>
                <a:lnTo>
                  <a:pt x="4140" y="2876"/>
                </a:lnTo>
                <a:lnTo>
                  <a:pt x="4140" y="2875"/>
                </a:lnTo>
                <a:lnTo>
                  <a:pt x="4139" y="2874"/>
                </a:lnTo>
                <a:lnTo>
                  <a:pt x="4140" y="2874"/>
                </a:lnTo>
                <a:lnTo>
                  <a:pt x="4141" y="2872"/>
                </a:lnTo>
                <a:lnTo>
                  <a:pt x="4141" y="2871"/>
                </a:lnTo>
                <a:lnTo>
                  <a:pt x="4140" y="2871"/>
                </a:lnTo>
                <a:lnTo>
                  <a:pt x="4139" y="2871"/>
                </a:lnTo>
                <a:lnTo>
                  <a:pt x="4138" y="2871"/>
                </a:lnTo>
                <a:lnTo>
                  <a:pt x="4138" y="2872"/>
                </a:lnTo>
                <a:lnTo>
                  <a:pt x="4135" y="2872"/>
                </a:lnTo>
                <a:lnTo>
                  <a:pt x="4136" y="2870"/>
                </a:lnTo>
                <a:lnTo>
                  <a:pt x="4134" y="2870"/>
                </a:lnTo>
                <a:lnTo>
                  <a:pt x="4134" y="2869"/>
                </a:lnTo>
                <a:lnTo>
                  <a:pt x="4133" y="2869"/>
                </a:lnTo>
                <a:lnTo>
                  <a:pt x="4132" y="2869"/>
                </a:lnTo>
                <a:lnTo>
                  <a:pt x="4132" y="2868"/>
                </a:lnTo>
                <a:lnTo>
                  <a:pt x="4132" y="2867"/>
                </a:lnTo>
                <a:lnTo>
                  <a:pt x="4132" y="2866"/>
                </a:lnTo>
                <a:lnTo>
                  <a:pt x="4131" y="2866"/>
                </a:lnTo>
                <a:lnTo>
                  <a:pt x="4131" y="2867"/>
                </a:lnTo>
                <a:lnTo>
                  <a:pt x="4131" y="2868"/>
                </a:lnTo>
                <a:lnTo>
                  <a:pt x="4131" y="2869"/>
                </a:lnTo>
                <a:lnTo>
                  <a:pt x="4131" y="2870"/>
                </a:lnTo>
                <a:lnTo>
                  <a:pt x="4130" y="2870"/>
                </a:lnTo>
                <a:lnTo>
                  <a:pt x="4131" y="2871"/>
                </a:lnTo>
                <a:lnTo>
                  <a:pt x="4130" y="2872"/>
                </a:lnTo>
                <a:lnTo>
                  <a:pt x="4129" y="2873"/>
                </a:lnTo>
                <a:lnTo>
                  <a:pt x="4129" y="2874"/>
                </a:lnTo>
                <a:lnTo>
                  <a:pt x="4129" y="2875"/>
                </a:lnTo>
                <a:lnTo>
                  <a:pt x="4129" y="2876"/>
                </a:lnTo>
                <a:lnTo>
                  <a:pt x="4129" y="2877"/>
                </a:lnTo>
                <a:lnTo>
                  <a:pt x="4130" y="2877"/>
                </a:lnTo>
                <a:lnTo>
                  <a:pt x="4130" y="2878"/>
                </a:lnTo>
                <a:lnTo>
                  <a:pt x="4131" y="2878"/>
                </a:lnTo>
                <a:lnTo>
                  <a:pt x="4131" y="2879"/>
                </a:lnTo>
                <a:lnTo>
                  <a:pt x="4130" y="2879"/>
                </a:lnTo>
                <a:lnTo>
                  <a:pt x="4130" y="2878"/>
                </a:lnTo>
                <a:lnTo>
                  <a:pt x="4129" y="2878"/>
                </a:lnTo>
                <a:lnTo>
                  <a:pt x="4128" y="2881"/>
                </a:lnTo>
                <a:lnTo>
                  <a:pt x="4127" y="2880"/>
                </a:lnTo>
                <a:lnTo>
                  <a:pt x="4126" y="2880"/>
                </a:lnTo>
                <a:lnTo>
                  <a:pt x="4126" y="2881"/>
                </a:lnTo>
                <a:lnTo>
                  <a:pt x="4125" y="2880"/>
                </a:lnTo>
                <a:lnTo>
                  <a:pt x="4125" y="2879"/>
                </a:lnTo>
                <a:lnTo>
                  <a:pt x="4125" y="2878"/>
                </a:lnTo>
                <a:lnTo>
                  <a:pt x="4124" y="2878"/>
                </a:lnTo>
                <a:lnTo>
                  <a:pt x="4123" y="2878"/>
                </a:lnTo>
                <a:lnTo>
                  <a:pt x="4123" y="2877"/>
                </a:lnTo>
                <a:lnTo>
                  <a:pt x="4123" y="2876"/>
                </a:lnTo>
                <a:lnTo>
                  <a:pt x="4124" y="2875"/>
                </a:lnTo>
                <a:lnTo>
                  <a:pt x="4124" y="2874"/>
                </a:lnTo>
                <a:lnTo>
                  <a:pt x="4125" y="2874"/>
                </a:lnTo>
                <a:lnTo>
                  <a:pt x="4125" y="2873"/>
                </a:lnTo>
                <a:lnTo>
                  <a:pt x="4124" y="2873"/>
                </a:lnTo>
                <a:lnTo>
                  <a:pt x="4123" y="2873"/>
                </a:lnTo>
                <a:lnTo>
                  <a:pt x="4123" y="2872"/>
                </a:lnTo>
                <a:lnTo>
                  <a:pt x="4123" y="2871"/>
                </a:lnTo>
                <a:lnTo>
                  <a:pt x="4123" y="2872"/>
                </a:lnTo>
                <a:lnTo>
                  <a:pt x="4122" y="2872"/>
                </a:lnTo>
                <a:lnTo>
                  <a:pt x="4121" y="2873"/>
                </a:lnTo>
                <a:lnTo>
                  <a:pt x="4120" y="2874"/>
                </a:lnTo>
                <a:lnTo>
                  <a:pt x="4119" y="2874"/>
                </a:lnTo>
                <a:lnTo>
                  <a:pt x="4118" y="2874"/>
                </a:lnTo>
                <a:lnTo>
                  <a:pt x="4118" y="2875"/>
                </a:lnTo>
                <a:lnTo>
                  <a:pt x="4116" y="2875"/>
                </a:lnTo>
                <a:lnTo>
                  <a:pt x="4117" y="2876"/>
                </a:lnTo>
                <a:lnTo>
                  <a:pt x="4116" y="2876"/>
                </a:lnTo>
                <a:lnTo>
                  <a:pt x="4115" y="2876"/>
                </a:lnTo>
                <a:lnTo>
                  <a:pt x="4114" y="2877"/>
                </a:lnTo>
                <a:lnTo>
                  <a:pt x="4113" y="2877"/>
                </a:lnTo>
                <a:lnTo>
                  <a:pt x="4113" y="2878"/>
                </a:lnTo>
                <a:lnTo>
                  <a:pt x="4112" y="2879"/>
                </a:lnTo>
                <a:lnTo>
                  <a:pt x="4112" y="2880"/>
                </a:lnTo>
                <a:lnTo>
                  <a:pt x="4112" y="2881"/>
                </a:lnTo>
                <a:lnTo>
                  <a:pt x="4111" y="2881"/>
                </a:lnTo>
                <a:lnTo>
                  <a:pt x="4110" y="2881"/>
                </a:lnTo>
                <a:lnTo>
                  <a:pt x="4111" y="2882"/>
                </a:lnTo>
                <a:lnTo>
                  <a:pt x="4111" y="2883"/>
                </a:lnTo>
                <a:lnTo>
                  <a:pt x="4112" y="2883"/>
                </a:lnTo>
                <a:lnTo>
                  <a:pt x="4113" y="2884"/>
                </a:lnTo>
                <a:lnTo>
                  <a:pt x="4114" y="2884"/>
                </a:lnTo>
                <a:lnTo>
                  <a:pt x="4116" y="2885"/>
                </a:lnTo>
                <a:lnTo>
                  <a:pt x="4117" y="2885"/>
                </a:lnTo>
                <a:lnTo>
                  <a:pt x="4118" y="2886"/>
                </a:lnTo>
                <a:lnTo>
                  <a:pt x="4119" y="2886"/>
                </a:lnTo>
                <a:lnTo>
                  <a:pt x="4119" y="2887"/>
                </a:lnTo>
                <a:lnTo>
                  <a:pt x="4119" y="2888"/>
                </a:lnTo>
                <a:lnTo>
                  <a:pt x="4120" y="2888"/>
                </a:lnTo>
                <a:lnTo>
                  <a:pt x="4119" y="2889"/>
                </a:lnTo>
                <a:lnTo>
                  <a:pt x="4120" y="2890"/>
                </a:lnTo>
                <a:lnTo>
                  <a:pt x="4121" y="2890"/>
                </a:lnTo>
                <a:lnTo>
                  <a:pt x="4120" y="2891"/>
                </a:lnTo>
                <a:lnTo>
                  <a:pt x="4122" y="2892"/>
                </a:lnTo>
                <a:lnTo>
                  <a:pt x="4122" y="2890"/>
                </a:lnTo>
                <a:lnTo>
                  <a:pt x="4122" y="2889"/>
                </a:lnTo>
                <a:lnTo>
                  <a:pt x="4123" y="2890"/>
                </a:lnTo>
                <a:lnTo>
                  <a:pt x="4124" y="2891"/>
                </a:lnTo>
                <a:lnTo>
                  <a:pt x="4125" y="2891"/>
                </a:lnTo>
                <a:lnTo>
                  <a:pt x="4125" y="2890"/>
                </a:lnTo>
                <a:lnTo>
                  <a:pt x="4126" y="2890"/>
                </a:lnTo>
                <a:lnTo>
                  <a:pt x="4125" y="2890"/>
                </a:lnTo>
                <a:lnTo>
                  <a:pt x="4125" y="2889"/>
                </a:lnTo>
                <a:lnTo>
                  <a:pt x="4126" y="2889"/>
                </a:lnTo>
                <a:lnTo>
                  <a:pt x="4126" y="2890"/>
                </a:lnTo>
                <a:lnTo>
                  <a:pt x="4127" y="2891"/>
                </a:lnTo>
                <a:lnTo>
                  <a:pt x="4127" y="2892"/>
                </a:lnTo>
                <a:lnTo>
                  <a:pt x="4128" y="2893"/>
                </a:lnTo>
                <a:lnTo>
                  <a:pt x="4129" y="2893"/>
                </a:lnTo>
                <a:lnTo>
                  <a:pt x="4130" y="2894"/>
                </a:lnTo>
                <a:lnTo>
                  <a:pt x="4130" y="2895"/>
                </a:lnTo>
                <a:lnTo>
                  <a:pt x="4131" y="2895"/>
                </a:lnTo>
                <a:lnTo>
                  <a:pt x="4132" y="2895"/>
                </a:lnTo>
                <a:lnTo>
                  <a:pt x="4133" y="2895"/>
                </a:lnTo>
                <a:lnTo>
                  <a:pt x="4133" y="2896"/>
                </a:lnTo>
                <a:lnTo>
                  <a:pt x="4132" y="2897"/>
                </a:lnTo>
                <a:lnTo>
                  <a:pt x="4131" y="2897"/>
                </a:lnTo>
                <a:lnTo>
                  <a:pt x="4129" y="2898"/>
                </a:lnTo>
                <a:lnTo>
                  <a:pt x="4129" y="2899"/>
                </a:lnTo>
                <a:lnTo>
                  <a:pt x="4128" y="2898"/>
                </a:lnTo>
                <a:lnTo>
                  <a:pt x="4127" y="2898"/>
                </a:lnTo>
                <a:lnTo>
                  <a:pt x="4126" y="2898"/>
                </a:lnTo>
                <a:lnTo>
                  <a:pt x="4125" y="2899"/>
                </a:lnTo>
                <a:lnTo>
                  <a:pt x="4126" y="2899"/>
                </a:lnTo>
                <a:lnTo>
                  <a:pt x="4126" y="2901"/>
                </a:lnTo>
                <a:lnTo>
                  <a:pt x="4126" y="2902"/>
                </a:lnTo>
                <a:lnTo>
                  <a:pt x="4127" y="2902"/>
                </a:lnTo>
                <a:lnTo>
                  <a:pt x="4127" y="2903"/>
                </a:lnTo>
                <a:lnTo>
                  <a:pt x="4125" y="2904"/>
                </a:lnTo>
                <a:lnTo>
                  <a:pt x="4125" y="2905"/>
                </a:lnTo>
                <a:lnTo>
                  <a:pt x="4124" y="2905"/>
                </a:lnTo>
                <a:lnTo>
                  <a:pt x="4124" y="2904"/>
                </a:lnTo>
                <a:lnTo>
                  <a:pt x="4123" y="2904"/>
                </a:lnTo>
                <a:lnTo>
                  <a:pt x="4122" y="2904"/>
                </a:lnTo>
                <a:lnTo>
                  <a:pt x="4121" y="2903"/>
                </a:lnTo>
                <a:lnTo>
                  <a:pt x="4119" y="2903"/>
                </a:lnTo>
                <a:lnTo>
                  <a:pt x="4118" y="2904"/>
                </a:lnTo>
                <a:lnTo>
                  <a:pt x="4117" y="2904"/>
                </a:lnTo>
                <a:lnTo>
                  <a:pt x="4116" y="2904"/>
                </a:lnTo>
                <a:lnTo>
                  <a:pt x="4115" y="2903"/>
                </a:lnTo>
                <a:lnTo>
                  <a:pt x="4114" y="2902"/>
                </a:lnTo>
                <a:lnTo>
                  <a:pt x="4113" y="2902"/>
                </a:lnTo>
                <a:lnTo>
                  <a:pt x="4113" y="2901"/>
                </a:lnTo>
                <a:lnTo>
                  <a:pt x="4112" y="2900"/>
                </a:lnTo>
                <a:lnTo>
                  <a:pt x="4113" y="2899"/>
                </a:lnTo>
                <a:lnTo>
                  <a:pt x="4112" y="2899"/>
                </a:lnTo>
                <a:lnTo>
                  <a:pt x="4111" y="2898"/>
                </a:lnTo>
                <a:lnTo>
                  <a:pt x="4111" y="2899"/>
                </a:lnTo>
                <a:lnTo>
                  <a:pt x="4111" y="2900"/>
                </a:lnTo>
                <a:lnTo>
                  <a:pt x="4110" y="2900"/>
                </a:lnTo>
                <a:lnTo>
                  <a:pt x="4110" y="2901"/>
                </a:lnTo>
                <a:lnTo>
                  <a:pt x="4109" y="2902"/>
                </a:lnTo>
                <a:lnTo>
                  <a:pt x="4110" y="2905"/>
                </a:lnTo>
                <a:lnTo>
                  <a:pt x="4111" y="2905"/>
                </a:lnTo>
                <a:lnTo>
                  <a:pt x="4111" y="2906"/>
                </a:lnTo>
                <a:lnTo>
                  <a:pt x="4112" y="2906"/>
                </a:lnTo>
                <a:lnTo>
                  <a:pt x="4112" y="2905"/>
                </a:lnTo>
                <a:lnTo>
                  <a:pt x="4112" y="2906"/>
                </a:lnTo>
                <a:lnTo>
                  <a:pt x="4111" y="2907"/>
                </a:lnTo>
                <a:lnTo>
                  <a:pt x="4112" y="2908"/>
                </a:lnTo>
                <a:lnTo>
                  <a:pt x="4113" y="2908"/>
                </a:lnTo>
                <a:lnTo>
                  <a:pt x="4113" y="2907"/>
                </a:lnTo>
                <a:lnTo>
                  <a:pt x="4114" y="2907"/>
                </a:lnTo>
                <a:lnTo>
                  <a:pt x="4114" y="2908"/>
                </a:lnTo>
                <a:lnTo>
                  <a:pt x="4114" y="2910"/>
                </a:lnTo>
                <a:lnTo>
                  <a:pt x="4113" y="2910"/>
                </a:lnTo>
                <a:lnTo>
                  <a:pt x="4113" y="2909"/>
                </a:lnTo>
                <a:lnTo>
                  <a:pt x="4109" y="2911"/>
                </a:lnTo>
                <a:lnTo>
                  <a:pt x="4108" y="2911"/>
                </a:lnTo>
                <a:lnTo>
                  <a:pt x="4107" y="2911"/>
                </a:lnTo>
                <a:lnTo>
                  <a:pt x="4106" y="2911"/>
                </a:lnTo>
                <a:lnTo>
                  <a:pt x="4106" y="2912"/>
                </a:lnTo>
                <a:lnTo>
                  <a:pt x="4105" y="2912"/>
                </a:lnTo>
                <a:lnTo>
                  <a:pt x="4106" y="2911"/>
                </a:lnTo>
                <a:lnTo>
                  <a:pt x="4105" y="2911"/>
                </a:lnTo>
                <a:lnTo>
                  <a:pt x="4104" y="2911"/>
                </a:lnTo>
                <a:lnTo>
                  <a:pt x="4104" y="2910"/>
                </a:lnTo>
                <a:lnTo>
                  <a:pt x="4103" y="2910"/>
                </a:lnTo>
                <a:lnTo>
                  <a:pt x="4102" y="2910"/>
                </a:lnTo>
                <a:lnTo>
                  <a:pt x="4102" y="2909"/>
                </a:lnTo>
                <a:lnTo>
                  <a:pt x="4102" y="2908"/>
                </a:lnTo>
                <a:lnTo>
                  <a:pt x="4102" y="2907"/>
                </a:lnTo>
                <a:lnTo>
                  <a:pt x="4102" y="2906"/>
                </a:lnTo>
                <a:lnTo>
                  <a:pt x="4103" y="2905"/>
                </a:lnTo>
                <a:lnTo>
                  <a:pt x="4103" y="2906"/>
                </a:lnTo>
                <a:lnTo>
                  <a:pt x="4104" y="2906"/>
                </a:lnTo>
                <a:lnTo>
                  <a:pt x="4105" y="2905"/>
                </a:lnTo>
                <a:lnTo>
                  <a:pt x="4106" y="2904"/>
                </a:lnTo>
                <a:lnTo>
                  <a:pt x="4106" y="2903"/>
                </a:lnTo>
                <a:lnTo>
                  <a:pt x="4106" y="2902"/>
                </a:lnTo>
                <a:lnTo>
                  <a:pt x="4106" y="2901"/>
                </a:lnTo>
                <a:lnTo>
                  <a:pt x="4106" y="2902"/>
                </a:lnTo>
                <a:lnTo>
                  <a:pt x="4107" y="2900"/>
                </a:lnTo>
                <a:lnTo>
                  <a:pt x="4106" y="2900"/>
                </a:lnTo>
                <a:lnTo>
                  <a:pt x="4107" y="2900"/>
                </a:lnTo>
                <a:lnTo>
                  <a:pt x="4106" y="2900"/>
                </a:lnTo>
                <a:lnTo>
                  <a:pt x="4106" y="2901"/>
                </a:lnTo>
                <a:lnTo>
                  <a:pt x="4105" y="2901"/>
                </a:lnTo>
                <a:lnTo>
                  <a:pt x="4105" y="2900"/>
                </a:lnTo>
                <a:lnTo>
                  <a:pt x="4106" y="2900"/>
                </a:lnTo>
                <a:lnTo>
                  <a:pt x="4106" y="2899"/>
                </a:lnTo>
                <a:lnTo>
                  <a:pt x="4105" y="2900"/>
                </a:lnTo>
                <a:lnTo>
                  <a:pt x="4103" y="2900"/>
                </a:lnTo>
                <a:lnTo>
                  <a:pt x="4101" y="2901"/>
                </a:lnTo>
                <a:lnTo>
                  <a:pt x="4100" y="2900"/>
                </a:lnTo>
                <a:lnTo>
                  <a:pt x="4101" y="2900"/>
                </a:lnTo>
                <a:lnTo>
                  <a:pt x="4101" y="2899"/>
                </a:lnTo>
                <a:lnTo>
                  <a:pt x="4103" y="2899"/>
                </a:lnTo>
                <a:lnTo>
                  <a:pt x="4105" y="2899"/>
                </a:lnTo>
                <a:lnTo>
                  <a:pt x="4105" y="2898"/>
                </a:lnTo>
                <a:lnTo>
                  <a:pt x="4104" y="2898"/>
                </a:lnTo>
                <a:lnTo>
                  <a:pt x="4104" y="2899"/>
                </a:lnTo>
                <a:lnTo>
                  <a:pt x="4104" y="2898"/>
                </a:lnTo>
                <a:lnTo>
                  <a:pt x="4103" y="2898"/>
                </a:lnTo>
                <a:lnTo>
                  <a:pt x="4103" y="2899"/>
                </a:lnTo>
                <a:lnTo>
                  <a:pt x="4102" y="2899"/>
                </a:lnTo>
                <a:lnTo>
                  <a:pt x="4101" y="2900"/>
                </a:lnTo>
                <a:lnTo>
                  <a:pt x="4100" y="2900"/>
                </a:lnTo>
                <a:lnTo>
                  <a:pt x="4100" y="2901"/>
                </a:lnTo>
                <a:lnTo>
                  <a:pt x="4099" y="2901"/>
                </a:lnTo>
                <a:lnTo>
                  <a:pt x="4098" y="2901"/>
                </a:lnTo>
                <a:lnTo>
                  <a:pt x="4098" y="2900"/>
                </a:lnTo>
                <a:lnTo>
                  <a:pt x="4097" y="2899"/>
                </a:lnTo>
                <a:lnTo>
                  <a:pt x="4098" y="2899"/>
                </a:lnTo>
                <a:lnTo>
                  <a:pt x="4098" y="2898"/>
                </a:lnTo>
                <a:lnTo>
                  <a:pt x="4098" y="2897"/>
                </a:lnTo>
                <a:lnTo>
                  <a:pt x="4099" y="2897"/>
                </a:lnTo>
                <a:lnTo>
                  <a:pt x="4099" y="2896"/>
                </a:lnTo>
                <a:lnTo>
                  <a:pt x="4100" y="2897"/>
                </a:lnTo>
                <a:lnTo>
                  <a:pt x="4101" y="2896"/>
                </a:lnTo>
                <a:lnTo>
                  <a:pt x="4102" y="2896"/>
                </a:lnTo>
                <a:lnTo>
                  <a:pt x="4102" y="2895"/>
                </a:lnTo>
                <a:lnTo>
                  <a:pt x="4102" y="2894"/>
                </a:lnTo>
                <a:lnTo>
                  <a:pt x="4101" y="2894"/>
                </a:lnTo>
                <a:lnTo>
                  <a:pt x="4100" y="2894"/>
                </a:lnTo>
                <a:lnTo>
                  <a:pt x="4099" y="2894"/>
                </a:lnTo>
                <a:lnTo>
                  <a:pt x="4099" y="2893"/>
                </a:lnTo>
                <a:lnTo>
                  <a:pt x="4098" y="2893"/>
                </a:lnTo>
                <a:lnTo>
                  <a:pt x="4098" y="2894"/>
                </a:lnTo>
                <a:lnTo>
                  <a:pt x="4097" y="2894"/>
                </a:lnTo>
                <a:lnTo>
                  <a:pt x="4096" y="2894"/>
                </a:lnTo>
                <a:lnTo>
                  <a:pt x="4095" y="2895"/>
                </a:lnTo>
                <a:lnTo>
                  <a:pt x="4092" y="2896"/>
                </a:lnTo>
                <a:lnTo>
                  <a:pt x="4091" y="2896"/>
                </a:lnTo>
                <a:lnTo>
                  <a:pt x="4091" y="2897"/>
                </a:lnTo>
                <a:lnTo>
                  <a:pt x="4092" y="2897"/>
                </a:lnTo>
                <a:lnTo>
                  <a:pt x="4091" y="2897"/>
                </a:lnTo>
                <a:lnTo>
                  <a:pt x="4090" y="2897"/>
                </a:lnTo>
                <a:lnTo>
                  <a:pt x="4090" y="2898"/>
                </a:lnTo>
                <a:lnTo>
                  <a:pt x="4089" y="2898"/>
                </a:lnTo>
                <a:lnTo>
                  <a:pt x="4088" y="2898"/>
                </a:lnTo>
                <a:lnTo>
                  <a:pt x="4089" y="2898"/>
                </a:lnTo>
                <a:lnTo>
                  <a:pt x="4090" y="2898"/>
                </a:lnTo>
                <a:lnTo>
                  <a:pt x="4091" y="2898"/>
                </a:lnTo>
                <a:lnTo>
                  <a:pt x="4092" y="2898"/>
                </a:lnTo>
                <a:lnTo>
                  <a:pt x="4092" y="2899"/>
                </a:lnTo>
                <a:lnTo>
                  <a:pt x="4093" y="2899"/>
                </a:lnTo>
                <a:lnTo>
                  <a:pt x="4093" y="2900"/>
                </a:lnTo>
                <a:lnTo>
                  <a:pt x="4094" y="2900"/>
                </a:lnTo>
                <a:lnTo>
                  <a:pt x="4094" y="2901"/>
                </a:lnTo>
                <a:lnTo>
                  <a:pt x="4094" y="2902"/>
                </a:lnTo>
                <a:lnTo>
                  <a:pt x="4095" y="2902"/>
                </a:lnTo>
                <a:lnTo>
                  <a:pt x="4096" y="2902"/>
                </a:lnTo>
                <a:lnTo>
                  <a:pt x="4096" y="2901"/>
                </a:lnTo>
                <a:lnTo>
                  <a:pt x="4097" y="2902"/>
                </a:lnTo>
                <a:lnTo>
                  <a:pt x="4098" y="2902"/>
                </a:lnTo>
                <a:lnTo>
                  <a:pt x="4098" y="2903"/>
                </a:lnTo>
                <a:lnTo>
                  <a:pt x="4097" y="2904"/>
                </a:lnTo>
                <a:lnTo>
                  <a:pt x="4098" y="2904"/>
                </a:lnTo>
                <a:lnTo>
                  <a:pt x="4098" y="2905"/>
                </a:lnTo>
                <a:lnTo>
                  <a:pt x="4098" y="2906"/>
                </a:lnTo>
                <a:lnTo>
                  <a:pt x="4097" y="2906"/>
                </a:lnTo>
                <a:lnTo>
                  <a:pt x="4096" y="2907"/>
                </a:lnTo>
                <a:lnTo>
                  <a:pt x="4095" y="2907"/>
                </a:lnTo>
                <a:lnTo>
                  <a:pt x="4094" y="2908"/>
                </a:lnTo>
                <a:lnTo>
                  <a:pt x="4094" y="2909"/>
                </a:lnTo>
                <a:lnTo>
                  <a:pt x="4094" y="2910"/>
                </a:lnTo>
                <a:lnTo>
                  <a:pt x="4095" y="2910"/>
                </a:lnTo>
                <a:lnTo>
                  <a:pt x="4096" y="2910"/>
                </a:lnTo>
                <a:lnTo>
                  <a:pt x="4097" y="2910"/>
                </a:lnTo>
                <a:lnTo>
                  <a:pt x="4097" y="2911"/>
                </a:lnTo>
                <a:lnTo>
                  <a:pt x="4096" y="2911"/>
                </a:lnTo>
                <a:lnTo>
                  <a:pt x="4095" y="2911"/>
                </a:lnTo>
                <a:lnTo>
                  <a:pt x="4095" y="2912"/>
                </a:lnTo>
                <a:lnTo>
                  <a:pt x="4094" y="2912"/>
                </a:lnTo>
                <a:lnTo>
                  <a:pt x="4091" y="2912"/>
                </a:lnTo>
                <a:lnTo>
                  <a:pt x="4092" y="2912"/>
                </a:lnTo>
                <a:lnTo>
                  <a:pt x="4091" y="2913"/>
                </a:lnTo>
                <a:lnTo>
                  <a:pt x="4090" y="2913"/>
                </a:lnTo>
                <a:lnTo>
                  <a:pt x="4090" y="2912"/>
                </a:lnTo>
                <a:lnTo>
                  <a:pt x="4090" y="2913"/>
                </a:lnTo>
                <a:lnTo>
                  <a:pt x="4089" y="2913"/>
                </a:lnTo>
                <a:lnTo>
                  <a:pt x="4088" y="2913"/>
                </a:lnTo>
                <a:lnTo>
                  <a:pt x="4087" y="2914"/>
                </a:lnTo>
                <a:lnTo>
                  <a:pt x="4088" y="2914"/>
                </a:lnTo>
                <a:lnTo>
                  <a:pt x="4089" y="2914"/>
                </a:lnTo>
                <a:lnTo>
                  <a:pt x="4089" y="2915"/>
                </a:lnTo>
                <a:lnTo>
                  <a:pt x="4090" y="2915"/>
                </a:lnTo>
                <a:lnTo>
                  <a:pt x="4091" y="2916"/>
                </a:lnTo>
                <a:lnTo>
                  <a:pt x="4093" y="2918"/>
                </a:lnTo>
                <a:lnTo>
                  <a:pt x="4094" y="2918"/>
                </a:lnTo>
                <a:lnTo>
                  <a:pt x="4094" y="2919"/>
                </a:lnTo>
                <a:lnTo>
                  <a:pt x="4095" y="2919"/>
                </a:lnTo>
                <a:lnTo>
                  <a:pt x="4096" y="2920"/>
                </a:lnTo>
                <a:lnTo>
                  <a:pt x="4097" y="2920"/>
                </a:lnTo>
                <a:lnTo>
                  <a:pt x="4097" y="2921"/>
                </a:lnTo>
                <a:lnTo>
                  <a:pt x="4098" y="2921"/>
                </a:lnTo>
                <a:lnTo>
                  <a:pt x="4099" y="2920"/>
                </a:lnTo>
                <a:lnTo>
                  <a:pt x="4099" y="2919"/>
                </a:lnTo>
                <a:lnTo>
                  <a:pt x="4098" y="2919"/>
                </a:lnTo>
                <a:lnTo>
                  <a:pt x="4098" y="2918"/>
                </a:lnTo>
                <a:lnTo>
                  <a:pt x="4099" y="2919"/>
                </a:lnTo>
                <a:lnTo>
                  <a:pt x="4099" y="2918"/>
                </a:lnTo>
                <a:lnTo>
                  <a:pt x="4099" y="2917"/>
                </a:lnTo>
                <a:lnTo>
                  <a:pt x="4100" y="2917"/>
                </a:lnTo>
                <a:lnTo>
                  <a:pt x="4101" y="2917"/>
                </a:lnTo>
                <a:lnTo>
                  <a:pt x="4101" y="2918"/>
                </a:lnTo>
                <a:lnTo>
                  <a:pt x="4101" y="2919"/>
                </a:lnTo>
                <a:lnTo>
                  <a:pt x="4100" y="2919"/>
                </a:lnTo>
                <a:lnTo>
                  <a:pt x="4100" y="2920"/>
                </a:lnTo>
                <a:lnTo>
                  <a:pt x="4099" y="2922"/>
                </a:lnTo>
                <a:lnTo>
                  <a:pt x="4098" y="2922"/>
                </a:lnTo>
                <a:lnTo>
                  <a:pt x="4098" y="2923"/>
                </a:lnTo>
                <a:lnTo>
                  <a:pt x="4098" y="2924"/>
                </a:lnTo>
                <a:lnTo>
                  <a:pt x="4098" y="2925"/>
                </a:lnTo>
                <a:lnTo>
                  <a:pt x="4098" y="2926"/>
                </a:lnTo>
                <a:lnTo>
                  <a:pt x="4099" y="2926"/>
                </a:lnTo>
                <a:lnTo>
                  <a:pt x="4099" y="2927"/>
                </a:lnTo>
                <a:lnTo>
                  <a:pt x="4099" y="2926"/>
                </a:lnTo>
                <a:lnTo>
                  <a:pt x="4100" y="2926"/>
                </a:lnTo>
                <a:lnTo>
                  <a:pt x="4100" y="2927"/>
                </a:lnTo>
                <a:lnTo>
                  <a:pt x="4101" y="2927"/>
                </a:lnTo>
                <a:lnTo>
                  <a:pt x="4102" y="2927"/>
                </a:lnTo>
                <a:lnTo>
                  <a:pt x="4101" y="2927"/>
                </a:lnTo>
                <a:lnTo>
                  <a:pt x="4100" y="2928"/>
                </a:lnTo>
                <a:lnTo>
                  <a:pt x="4099" y="2928"/>
                </a:lnTo>
                <a:lnTo>
                  <a:pt x="4098" y="2928"/>
                </a:lnTo>
                <a:lnTo>
                  <a:pt x="4098" y="2927"/>
                </a:lnTo>
                <a:lnTo>
                  <a:pt x="4097" y="2926"/>
                </a:lnTo>
                <a:lnTo>
                  <a:pt x="4095" y="2926"/>
                </a:lnTo>
                <a:lnTo>
                  <a:pt x="4095" y="2927"/>
                </a:lnTo>
                <a:lnTo>
                  <a:pt x="4094" y="2927"/>
                </a:lnTo>
                <a:lnTo>
                  <a:pt x="4093" y="2927"/>
                </a:lnTo>
                <a:lnTo>
                  <a:pt x="4092" y="2927"/>
                </a:lnTo>
                <a:lnTo>
                  <a:pt x="4091" y="2928"/>
                </a:lnTo>
                <a:lnTo>
                  <a:pt x="4091" y="2929"/>
                </a:lnTo>
                <a:lnTo>
                  <a:pt x="4091" y="2930"/>
                </a:lnTo>
                <a:lnTo>
                  <a:pt x="4091" y="2931"/>
                </a:lnTo>
                <a:lnTo>
                  <a:pt x="4092" y="2932"/>
                </a:lnTo>
                <a:lnTo>
                  <a:pt x="4093" y="2933"/>
                </a:lnTo>
                <a:lnTo>
                  <a:pt x="4094" y="2933"/>
                </a:lnTo>
                <a:lnTo>
                  <a:pt x="4096" y="2933"/>
                </a:lnTo>
                <a:lnTo>
                  <a:pt x="4097" y="2933"/>
                </a:lnTo>
                <a:lnTo>
                  <a:pt x="4098" y="2933"/>
                </a:lnTo>
                <a:lnTo>
                  <a:pt x="4098" y="2934"/>
                </a:lnTo>
                <a:lnTo>
                  <a:pt x="4098" y="2935"/>
                </a:lnTo>
                <a:lnTo>
                  <a:pt x="4097" y="2935"/>
                </a:lnTo>
                <a:lnTo>
                  <a:pt x="4096" y="2935"/>
                </a:lnTo>
                <a:lnTo>
                  <a:pt x="4095" y="2935"/>
                </a:lnTo>
                <a:lnTo>
                  <a:pt x="4094" y="2935"/>
                </a:lnTo>
                <a:lnTo>
                  <a:pt x="4094" y="2936"/>
                </a:lnTo>
                <a:lnTo>
                  <a:pt x="4093" y="2936"/>
                </a:lnTo>
                <a:lnTo>
                  <a:pt x="4091" y="2935"/>
                </a:lnTo>
                <a:lnTo>
                  <a:pt x="4090" y="2934"/>
                </a:lnTo>
                <a:lnTo>
                  <a:pt x="4088" y="2933"/>
                </a:lnTo>
                <a:lnTo>
                  <a:pt x="4087" y="2934"/>
                </a:lnTo>
                <a:lnTo>
                  <a:pt x="4086" y="2934"/>
                </a:lnTo>
                <a:lnTo>
                  <a:pt x="4086" y="2935"/>
                </a:lnTo>
                <a:lnTo>
                  <a:pt x="4084" y="2935"/>
                </a:lnTo>
                <a:lnTo>
                  <a:pt x="4084" y="2936"/>
                </a:lnTo>
                <a:lnTo>
                  <a:pt x="4083" y="2936"/>
                </a:lnTo>
                <a:lnTo>
                  <a:pt x="4082" y="2936"/>
                </a:lnTo>
                <a:lnTo>
                  <a:pt x="4081" y="2936"/>
                </a:lnTo>
                <a:lnTo>
                  <a:pt x="4081" y="2937"/>
                </a:lnTo>
                <a:lnTo>
                  <a:pt x="4080" y="2937"/>
                </a:lnTo>
                <a:lnTo>
                  <a:pt x="4079" y="2937"/>
                </a:lnTo>
                <a:lnTo>
                  <a:pt x="4078" y="2937"/>
                </a:lnTo>
                <a:lnTo>
                  <a:pt x="4077" y="2937"/>
                </a:lnTo>
                <a:lnTo>
                  <a:pt x="4077" y="2938"/>
                </a:lnTo>
                <a:lnTo>
                  <a:pt x="4076" y="2938"/>
                </a:lnTo>
                <a:lnTo>
                  <a:pt x="4075" y="2938"/>
                </a:lnTo>
                <a:lnTo>
                  <a:pt x="4074" y="2938"/>
                </a:lnTo>
                <a:lnTo>
                  <a:pt x="4073" y="2938"/>
                </a:lnTo>
                <a:lnTo>
                  <a:pt x="4072" y="2938"/>
                </a:lnTo>
                <a:lnTo>
                  <a:pt x="4073" y="2937"/>
                </a:lnTo>
                <a:lnTo>
                  <a:pt x="4073" y="2936"/>
                </a:lnTo>
                <a:lnTo>
                  <a:pt x="4073" y="2935"/>
                </a:lnTo>
                <a:lnTo>
                  <a:pt x="4072" y="2935"/>
                </a:lnTo>
                <a:lnTo>
                  <a:pt x="4072" y="2934"/>
                </a:lnTo>
                <a:lnTo>
                  <a:pt x="4072" y="2933"/>
                </a:lnTo>
                <a:lnTo>
                  <a:pt x="4071" y="2933"/>
                </a:lnTo>
                <a:lnTo>
                  <a:pt x="4071" y="2934"/>
                </a:lnTo>
                <a:lnTo>
                  <a:pt x="4071" y="2933"/>
                </a:lnTo>
                <a:lnTo>
                  <a:pt x="4071" y="2932"/>
                </a:lnTo>
                <a:lnTo>
                  <a:pt x="4071" y="2931"/>
                </a:lnTo>
                <a:lnTo>
                  <a:pt x="4072" y="2931"/>
                </a:lnTo>
                <a:lnTo>
                  <a:pt x="4072" y="2930"/>
                </a:lnTo>
                <a:lnTo>
                  <a:pt x="4073" y="2930"/>
                </a:lnTo>
                <a:lnTo>
                  <a:pt x="4072" y="2930"/>
                </a:lnTo>
                <a:lnTo>
                  <a:pt x="4072" y="2929"/>
                </a:lnTo>
                <a:lnTo>
                  <a:pt x="4073" y="2929"/>
                </a:lnTo>
                <a:lnTo>
                  <a:pt x="4072" y="2929"/>
                </a:lnTo>
                <a:lnTo>
                  <a:pt x="4072" y="2928"/>
                </a:lnTo>
                <a:lnTo>
                  <a:pt x="4072" y="2927"/>
                </a:lnTo>
                <a:lnTo>
                  <a:pt x="4071" y="2927"/>
                </a:lnTo>
                <a:lnTo>
                  <a:pt x="4070" y="2927"/>
                </a:lnTo>
                <a:lnTo>
                  <a:pt x="4070" y="2928"/>
                </a:lnTo>
                <a:lnTo>
                  <a:pt x="4071" y="2928"/>
                </a:lnTo>
                <a:lnTo>
                  <a:pt x="4070" y="2928"/>
                </a:lnTo>
                <a:lnTo>
                  <a:pt x="4070" y="2929"/>
                </a:lnTo>
                <a:lnTo>
                  <a:pt x="4070" y="2930"/>
                </a:lnTo>
                <a:lnTo>
                  <a:pt x="4071" y="2930"/>
                </a:lnTo>
                <a:lnTo>
                  <a:pt x="4071" y="2931"/>
                </a:lnTo>
                <a:lnTo>
                  <a:pt x="4070" y="2931"/>
                </a:lnTo>
                <a:lnTo>
                  <a:pt x="4069" y="2931"/>
                </a:lnTo>
                <a:lnTo>
                  <a:pt x="4068" y="2932"/>
                </a:lnTo>
                <a:lnTo>
                  <a:pt x="4068" y="2933"/>
                </a:lnTo>
                <a:lnTo>
                  <a:pt x="4069" y="2933"/>
                </a:lnTo>
                <a:lnTo>
                  <a:pt x="4070" y="2933"/>
                </a:lnTo>
                <a:lnTo>
                  <a:pt x="4071" y="2934"/>
                </a:lnTo>
                <a:lnTo>
                  <a:pt x="4071" y="2935"/>
                </a:lnTo>
                <a:lnTo>
                  <a:pt x="4071" y="2936"/>
                </a:lnTo>
                <a:lnTo>
                  <a:pt x="4071" y="2937"/>
                </a:lnTo>
                <a:lnTo>
                  <a:pt x="4070" y="2937"/>
                </a:lnTo>
                <a:lnTo>
                  <a:pt x="4068" y="2938"/>
                </a:lnTo>
                <a:lnTo>
                  <a:pt x="4067" y="2938"/>
                </a:lnTo>
                <a:lnTo>
                  <a:pt x="4067" y="2939"/>
                </a:lnTo>
                <a:lnTo>
                  <a:pt x="4067" y="2940"/>
                </a:lnTo>
                <a:lnTo>
                  <a:pt x="4067" y="2942"/>
                </a:lnTo>
                <a:lnTo>
                  <a:pt x="4068" y="2943"/>
                </a:lnTo>
                <a:lnTo>
                  <a:pt x="4069" y="2943"/>
                </a:lnTo>
                <a:lnTo>
                  <a:pt x="4069" y="2944"/>
                </a:lnTo>
                <a:lnTo>
                  <a:pt x="4068" y="2944"/>
                </a:lnTo>
                <a:lnTo>
                  <a:pt x="4069" y="2945"/>
                </a:lnTo>
                <a:lnTo>
                  <a:pt x="4071" y="2944"/>
                </a:lnTo>
                <a:lnTo>
                  <a:pt x="4072" y="2944"/>
                </a:lnTo>
                <a:lnTo>
                  <a:pt x="4073" y="2944"/>
                </a:lnTo>
                <a:lnTo>
                  <a:pt x="4074" y="2943"/>
                </a:lnTo>
                <a:lnTo>
                  <a:pt x="4074" y="2942"/>
                </a:lnTo>
                <a:lnTo>
                  <a:pt x="4074" y="2941"/>
                </a:lnTo>
                <a:lnTo>
                  <a:pt x="4075" y="2942"/>
                </a:lnTo>
                <a:lnTo>
                  <a:pt x="4075" y="2943"/>
                </a:lnTo>
                <a:lnTo>
                  <a:pt x="4074" y="2943"/>
                </a:lnTo>
                <a:lnTo>
                  <a:pt x="4074" y="2944"/>
                </a:lnTo>
                <a:lnTo>
                  <a:pt x="4074" y="2945"/>
                </a:lnTo>
                <a:lnTo>
                  <a:pt x="4075" y="2946"/>
                </a:lnTo>
                <a:lnTo>
                  <a:pt x="4076" y="2946"/>
                </a:lnTo>
                <a:lnTo>
                  <a:pt x="4077" y="2946"/>
                </a:lnTo>
                <a:lnTo>
                  <a:pt x="4077" y="2945"/>
                </a:lnTo>
                <a:lnTo>
                  <a:pt x="4078" y="2946"/>
                </a:lnTo>
                <a:lnTo>
                  <a:pt x="4079" y="2946"/>
                </a:lnTo>
                <a:lnTo>
                  <a:pt x="4079" y="2945"/>
                </a:lnTo>
                <a:lnTo>
                  <a:pt x="4080" y="2946"/>
                </a:lnTo>
                <a:lnTo>
                  <a:pt x="4079" y="2946"/>
                </a:lnTo>
                <a:lnTo>
                  <a:pt x="4079" y="2947"/>
                </a:lnTo>
                <a:lnTo>
                  <a:pt x="4079" y="2948"/>
                </a:lnTo>
                <a:lnTo>
                  <a:pt x="4079" y="2949"/>
                </a:lnTo>
                <a:lnTo>
                  <a:pt x="4078" y="2949"/>
                </a:lnTo>
                <a:lnTo>
                  <a:pt x="4078" y="2950"/>
                </a:lnTo>
                <a:lnTo>
                  <a:pt x="4077" y="2951"/>
                </a:lnTo>
                <a:lnTo>
                  <a:pt x="4076" y="2951"/>
                </a:lnTo>
                <a:lnTo>
                  <a:pt x="4075" y="2953"/>
                </a:lnTo>
                <a:lnTo>
                  <a:pt x="4076" y="2953"/>
                </a:lnTo>
                <a:lnTo>
                  <a:pt x="4075" y="2954"/>
                </a:lnTo>
                <a:lnTo>
                  <a:pt x="4074" y="2954"/>
                </a:lnTo>
                <a:lnTo>
                  <a:pt x="4074" y="2955"/>
                </a:lnTo>
                <a:lnTo>
                  <a:pt x="4074" y="2956"/>
                </a:lnTo>
                <a:lnTo>
                  <a:pt x="4073" y="2957"/>
                </a:lnTo>
                <a:lnTo>
                  <a:pt x="4072" y="2957"/>
                </a:lnTo>
                <a:lnTo>
                  <a:pt x="4071" y="2957"/>
                </a:lnTo>
                <a:lnTo>
                  <a:pt x="4071" y="2956"/>
                </a:lnTo>
                <a:lnTo>
                  <a:pt x="4070" y="2955"/>
                </a:lnTo>
                <a:lnTo>
                  <a:pt x="4069" y="2955"/>
                </a:lnTo>
                <a:lnTo>
                  <a:pt x="4068" y="2955"/>
                </a:lnTo>
                <a:lnTo>
                  <a:pt x="4068" y="2956"/>
                </a:lnTo>
                <a:lnTo>
                  <a:pt x="4067" y="2958"/>
                </a:lnTo>
                <a:lnTo>
                  <a:pt x="4067" y="2959"/>
                </a:lnTo>
                <a:lnTo>
                  <a:pt x="4068" y="2959"/>
                </a:lnTo>
                <a:lnTo>
                  <a:pt x="4068" y="2960"/>
                </a:lnTo>
                <a:lnTo>
                  <a:pt x="4068" y="2961"/>
                </a:lnTo>
                <a:lnTo>
                  <a:pt x="4069" y="2962"/>
                </a:lnTo>
                <a:lnTo>
                  <a:pt x="4070" y="2961"/>
                </a:lnTo>
                <a:lnTo>
                  <a:pt x="4071" y="2961"/>
                </a:lnTo>
                <a:lnTo>
                  <a:pt x="4071" y="2962"/>
                </a:lnTo>
                <a:lnTo>
                  <a:pt x="4071" y="2963"/>
                </a:lnTo>
                <a:lnTo>
                  <a:pt x="4071" y="2964"/>
                </a:lnTo>
                <a:lnTo>
                  <a:pt x="4070" y="2964"/>
                </a:lnTo>
                <a:lnTo>
                  <a:pt x="4070" y="2965"/>
                </a:lnTo>
                <a:lnTo>
                  <a:pt x="4070" y="2966"/>
                </a:lnTo>
                <a:lnTo>
                  <a:pt x="4069" y="2966"/>
                </a:lnTo>
                <a:lnTo>
                  <a:pt x="4068" y="2967"/>
                </a:lnTo>
                <a:lnTo>
                  <a:pt x="4068" y="2968"/>
                </a:lnTo>
                <a:lnTo>
                  <a:pt x="4067" y="2968"/>
                </a:lnTo>
                <a:lnTo>
                  <a:pt x="4067" y="2969"/>
                </a:lnTo>
                <a:lnTo>
                  <a:pt x="4066" y="2969"/>
                </a:lnTo>
                <a:lnTo>
                  <a:pt x="4065" y="2969"/>
                </a:lnTo>
                <a:lnTo>
                  <a:pt x="4065" y="2970"/>
                </a:lnTo>
                <a:lnTo>
                  <a:pt x="4064" y="2970"/>
                </a:lnTo>
                <a:lnTo>
                  <a:pt x="4064" y="2971"/>
                </a:lnTo>
                <a:lnTo>
                  <a:pt x="4063" y="2971"/>
                </a:lnTo>
                <a:lnTo>
                  <a:pt x="4062" y="2971"/>
                </a:lnTo>
                <a:lnTo>
                  <a:pt x="4061" y="2972"/>
                </a:lnTo>
                <a:lnTo>
                  <a:pt x="4061" y="2973"/>
                </a:lnTo>
                <a:lnTo>
                  <a:pt x="4061" y="2971"/>
                </a:lnTo>
                <a:lnTo>
                  <a:pt x="4061" y="2970"/>
                </a:lnTo>
                <a:lnTo>
                  <a:pt x="4061" y="2969"/>
                </a:lnTo>
                <a:lnTo>
                  <a:pt x="4062" y="2969"/>
                </a:lnTo>
                <a:lnTo>
                  <a:pt x="4062" y="2968"/>
                </a:lnTo>
                <a:lnTo>
                  <a:pt x="4061" y="2966"/>
                </a:lnTo>
                <a:lnTo>
                  <a:pt x="4059" y="2964"/>
                </a:lnTo>
                <a:lnTo>
                  <a:pt x="4058" y="2963"/>
                </a:lnTo>
                <a:lnTo>
                  <a:pt x="4057" y="2963"/>
                </a:lnTo>
                <a:lnTo>
                  <a:pt x="4056" y="2962"/>
                </a:lnTo>
                <a:lnTo>
                  <a:pt x="4055" y="2962"/>
                </a:lnTo>
                <a:lnTo>
                  <a:pt x="4055" y="2961"/>
                </a:lnTo>
                <a:lnTo>
                  <a:pt x="4054" y="2961"/>
                </a:lnTo>
                <a:lnTo>
                  <a:pt x="4053" y="2961"/>
                </a:lnTo>
                <a:lnTo>
                  <a:pt x="4052" y="2961"/>
                </a:lnTo>
                <a:lnTo>
                  <a:pt x="4051" y="2961"/>
                </a:lnTo>
                <a:lnTo>
                  <a:pt x="4050" y="2961"/>
                </a:lnTo>
                <a:lnTo>
                  <a:pt x="4049" y="2961"/>
                </a:lnTo>
                <a:lnTo>
                  <a:pt x="4050" y="2960"/>
                </a:lnTo>
                <a:lnTo>
                  <a:pt x="4049" y="2959"/>
                </a:lnTo>
                <a:lnTo>
                  <a:pt x="4049" y="2958"/>
                </a:lnTo>
                <a:lnTo>
                  <a:pt x="4050" y="2957"/>
                </a:lnTo>
                <a:lnTo>
                  <a:pt x="4050" y="2956"/>
                </a:lnTo>
                <a:lnTo>
                  <a:pt x="4050" y="2955"/>
                </a:lnTo>
                <a:lnTo>
                  <a:pt x="4049" y="2955"/>
                </a:lnTo>
                <a:lnTo>
                  <a:pt x="4049" y="2954"/>
                </a:lnTo>
                <a:lnTo>
                  <a:pt x="4049" y="2953"/>
                </a:lnTo>
                <a:lnTo>
                  <a:pt x="4049" y="2954"/>
                </a:lnTo>
                <a:lnTo>
                  <a:pt x="4049" y="2955"/>
                </a:lnTo>
                <a:lnTo>
                  <a:pt x="4049" y="2956"/>
                </a:lnTo>
                <a:lnTo>
                  <a:pt x="4049" y="2957"/>
                </a:lnTo>
                <a:lnTo>
                  <a:pt x="4048" y="2957"/>
                </a:lnTo>
                <a:lnTo>
                  <a:pt x="4048" y="2958"/>
                </a:lnTo>
                <a:lnTo>
                  <a:pt x="4048" y="2959"/>
                </a:lnTo>
                <a:lnTo>
                  <a:pt x="4048" y="2960"/>
                </a:lnTo>
                <a:lnTo>
                  <a:pt x="4049" y="2961"/>
                </a:lnTo>
                <a:lnTo>
                  <a:pt x="4048" y="2962"/>
                </a:lnTo>
                <a:lnTo>
                  <a:pt x="4047" y="2963"/>
                </a:lnTo>
                <a:lnTo>
                  <a:pt x="4045" y="2964"/>
                </a:lnTo>
                <a:lnTo>
                  <a:pt x="4044" y="2964"/>
                </a:lnTo>
                <a:lnTo>
                  <a:pt x="4044" y="2965"/>
                </a:lnTo>
                <a:lnTo>
                  <a:pt x="4043" y="2965"/>
                </a:lnTo>
                <a:lnTo>
                  <a:pt x="4043" y="2966"/>
                </a:lnTo>
                <a:lnTo>
                  <a:pt x="4042" y="2966"/>
                </a:lnTo>
                <a:lnTo>
                  <a:pt x="4041" y="2966"/>
                </a:lnTo>
                <a:lnTo>
                  <a:pt x="4040" y="2966"/>
                </a:lnTo>
                <a:lnTo>
                  <a:pt x="4039" y="2966"/>
                </a:lnTo>
                <a:lnTo>
                  <a:pt x="4038" y="2966"/>
                </a:lnTo>
                <a:lnTo>
                  <a:pt x="4037" y="2966"/>
                </a:lnTo>
                <a:lnTo>
                  <a:pt x="4036" y="2965"/>
                </a:lnTo>
                <a:lnTo>
                  <a:pt x="4035" y="2966"/>
                </a:lnTo>
                <a:lnTo>
                  <a:pt x="4036" y="2966"/>
                </a:lnTo>
                <a:lnTo>
                  <a:pt x="4035" y="2967"/>
                </a:lnTo>
                <a:lnTo>
                  <a:pt x="4034" y="2968"/>
                </a:lnTo>
                <a:lnTo>
                  <a:pt x="4033" y="2968"/>
                </a:lnTo>
                <a:lnTo>
                  <a:pt x="4032" y="2969"/>
                </a:lnTo>
                <a:lnTo>
                  <a:pt x="4032" y="2970"/>
                </a:lnTo>
                <a:lnTo>
                  <a:pt x="4031" y="2970"/>
                </a:lnTo>
                <a:lnTo>
                  <a:pt x="4030" y="2970"/>
                </a:lnTo>
                <a:lnTo>
                  <a:pt x="4029" y="2969"/>
                </a:lnTo>
                <a:lnTo>
                  <a:pt x="4028" y="2969"/>
                </a:lnTo>
                <a:lnTo>
                  <a:pt x="4028" y="2968"/>
                </a:lnTo>
                <a:lnTo>
                  <a:pt x="4027" y="2967"/>
                </a:lnTo>
                <a:lnTo>
                  <a:pt x="4027" y="2966"/>
                </a:lnTo>
                <a:lnTo>
                  <a:pt x="4027" y="2964"/>
                </a:lnTo>
                <a:lnTo>
                  <a:pt x="4026" y="2964"/>
                </a:lnTo>
                <a:lnTo>
                  <a:pt x="4027" y="2963"/>
                </a:lnTo>
                <a:lnTo>
                  <a:pt x="4027" y="2961"/>
                </a:lnTo>
                <a:lnTo>
                  <a:pt x="4026" y="2961"/>
                </a:lnTo>
                <a:lnTo>
                  <a:pt x="4026" y="2960"/>
                </a:lnTo>
                <a:lnTo>
                  <a:pt x="4027" y="2960"/>
                </a:lnTo>
                <a:lnTo>
                  <a:pt x="4028" y="2959"/>
                </a:lnTo>
                <a:lnTo>
                  <a:pt x="4027" y="2958"/>
                </a:lnTo>
                <a:lnTo>
                  <a:pt x="4026" y="2958"/>
                </a:lnTo>
                <a:lnTo>
                  <a:pt x="4026" y="2957"/>
                </a:lnTo>
                <a:lnTo>
                  <a:pt x="4026" y="2958"/>
                </a:lnTo>
                <a:lnTo>
                  <a:pt x="4026" y="2959"/>
                </a:lnTo>
                <a:lnTo>
                  <a:pt x="4025" y="2959"/>
                </a:lnTo>
                <a:lnTo>
                  <a:pt x="4025" y="2960"/>
                </a:lnTo>
                <a:lnTo>
                  <a:pt x="4024" y="2960"/>
                </a:lnTo>
                <a:lnTo>
                  <a:pt x="4023" y="2959"/>
                </a:lnTo>
                <a:lnTo>
                  <a:pt x="4023" y="2960"/>
                </a:lnTo>
                <a:lnTo>
                  <a:pt x="4022" y="2961"/>
                </a:lnTo>
                <a:lnTo>
                  <a:pt x="4022" y="2962"/>
                </a:lnTo>
                <a:lnTo>
                  <a:pt x="4022" y="2963"/>
                </a:lnTo>
                <a:lnTo>
                  <a:pt x="4021" y="2964"/>
                </a:lnTo>
                <a:lnTo>
                  <a:pt x="4020" y="2964"/>
                </a:lnTo>
                <a:lnTo>
                  <a:pt x="4020" y="2965"/>
                </a:lnTo>
                <a:lnTo>
                  <a:pt x="4019" y="2966"/>
                </a:lnTo>
                <a:lnTo>
                  <a:pt x="4019" y="2967"/>
                </a:lnTo>
                <a:lnTo>
                  <a:pt x="4018" y="2967"/>
                </a:lnTo>
                <a:lnTo>
                  <a:pt x="4017" y="2967"/>
                </a:lnTo>
                <a:lnTo>
                  <a:pt x="4016" y="2967"/>
                </a:lnTo>
                <a:lnTo>
                  <a:pt x="4015" y="2968"/>
                </a:lnTo>
                <a:lnTo>
                  <a:pt x="4014" y="2968"/>
                </a:lnTo>
                <a:lnTo>
                  <a:pt x="4012" y="2969"/>
                </a:lnTo>
                <a:lnTo>
                  <a:pt x="4012" y="2970"/>
                </a:lnTo>
                <a:lnTo>
                  <a:pt x="4012" y="2971"/>
                </a:lnTo>
                <a:lnTo>
                  <a:pt x="4013" y="2971"/>
                </a:lnTo>
                <a:lnTo>
                  <a:pt x="4014" y="2970"/>
                </a:lnTo>
                <a:lnTo>
                  <a:pt x="4014" y="2971"/>
                </a:lnTo>
                <a:lnTo>
                  <a:pt x="4016" y="2973"/>
                </a:lnTo>
                <a:lnTo>
                  <a:pt x="4016" y="2974"/>
                </a:lnTo>
                <a:lnTo>
                  <a:pt x="4015" y="2974"/>
                </a:lnTo>
                <a:lnTo>
                  <a:pt x="4014" y="2975"/>
                </a:lnTo>
                <a:lnTo>
                  <a:pt x="4013" y="2976"/>
                </a:lnTo>
                <a:lnTo>
                  <a:pt x="4013" y="2977"/>
                </a:lnTo>
                <a:lnTo>
                  <a:pt x="4013" y="2978"/>
                </a:lnTo>
                <a:lnTo>
                  <a:pt x="4013" y="2979"/>
                </a:lnTo>
                <a:lnTo>
                  <a:pt x="4013" y="2980"/>
                </a:lnTo>
                <a:lnTo>
                  <a:pt x="4012" y="2980"/>
                </a:lnTo>
                <a:lnTo>
                  <a:pt x="4011" y="2980"/>
                </a:lnTo>
                <a:lnTo>
                  <a:pt x="4007" y="2979"/>
                </a:lnTo>
                <a:lnTo>
                  <a:pt x="4006" y="2978"/>
                </a:lnTo>
                <a:lnTo>
                  <a:pt x="4005" y="2978"/>
                </a:lnTo>
                <a:lnTo>
                  <a:pt x="4005" y="2977"/>
                </a:lnTo>
                <a:lnTo>
                  <a:pt x="4003" y="2977"/>
                </a:lnTo>
                <a:lnTo>
                  <a:pt x="4002" y="2976"/>
                </a:lnTo>
                <a:lnTo>
                  <a:pt x="4001" y="2976"/>
                </a:lnTo>
                <a:lnTo>
                  <a:pt x="4001" y="2977"/>
                </a:lnTo>
                <a:lnTo>
                  <a:pt x="4002" y="2978"/>
                </a:lnTo>
                <a:lnTo>
                  <a:pt x="4001" y="2979"/>
                </a:lnTo>
                <a:lnTo>
                  <a:pt x="4001" y="2980"/>
                </a:lnTo>
                <a:lnTo>
                  <a:pt x="4001" y="2981"/>
                </a:lnTo>
                <a:lnTo>
                  <a:pt x="4000" y="2981"/>
                </a:lnTo>
                <a:lnTo>
                  <a:pt x="3999" y="2981"/>
                </a:lnTo>
                <a:lnTo>
                  <a:pt x="4000" y="2982"/>
                </a:lnTo>
                <a:lnTo>
                  <a:pt x="4001" y="2983"/>
                </a:lnTo>
                <a:lnTo>
                  <a:pt x="4000" y="2983"/>
                </a:lnTo>
                <a:lnTo>
                  <a:pt x="3999" y="2983"/>
                </a:lnTo>
                <a:lnTo>
                  <a:pt x="4001" y="2985"/>
                </a:lnTo>
                <a:lnTo>
                  <a:pt x="4002" y="2985"/>
                </a:lnTo>
                <a:lnTo>
                  <a:pt x="4004" y="2985"/>
                </a:lnTo>
                <a:lnTo>
                  <a:pt x="4005" y="2985"/>
                </a:lnTo>
                <a:lnTo>
                  <a:pt x="4006" y="2984"/>
                </a:lnTo>
                <a:lnTo>
                  <a:pt x="4008" y="2984"/>
                </a:lnTo>
                <a:lnTo>
                  <a:pt x="4009" y="2984"/>
                </a:lnTo>
                <a:lnTo>
                  <a:pt x="4009" y="2983"/>
                </a:lnTo>
                <a:lnTo>
                  <a:pt x="4011" y="2983"/>
                </a:lnTo>
                <a:lnTo>
                  <a:pt x="4013" y="2983"/>
                </a:lnTo>
                <a:lnTo>
                  <a:pt x="4014" y="2983"/>
                </a:lnTo>
                <a:lnTo>
                  <a:pt x="4015" y="2983"/>
                </a:lnTo>
                <a:lnTo>
                  <a:pt x="4016" y="2984"/>
                </a:lnTo>
                <a:lnTo>
                  <a:pt x="4016" y="2985"/>
                </a:lnTo>
                <a:lnTo>
                  <a:pt x="4015" y="2985"/>
                </a:lnTo>
                <a:lnTo>
                  <a:pt x="4014" y="2986"/>
                </a:lnTo>
                <a:lnTo>
                  <a:pt x="4014" y="2987"/>
                </a:lnTo>
                <a:lnTo>
                  <a:pt x="4014" y="2988"/>
                </a:lnTo>
                <a:lnTo>
                  <a:pt x="4015" y="2988"/>
                </a:lnTo>
                <a:lnTo>
                  <a:pt x="4014" y="2988"/>
                </a:lnTo>
                <a:lnTo>
                  <a:pt x="4014" y="2989"/>
                </a:lnTo>
                <a:lnTo>
                  <a:pt x="4013" y="2989"/>
                </a:lnTo>
                <a:lnTo>
                  <a:pt x="4013" y="2990"/>
                </a:lnTo>
                <a:lnTo>
                  <a:pt x="4014" y="2990"/>
                </a:lnTo>
                <a:lnTo>
                  <a:pt x="4014" y="2989"/>
                </a:lnTo>
                <a:lnTo>
                  <a:pt x="4016" y="2989"/>
                </a:lnTo>
                <a:lnTo>
                  <a:pt x="4017" y="2988"/>
                </a:lnTo>
                <a:lnTo>
                  <a:pt x="4018" y="2988"/>
                </a:lnTo>
                <a:lnTo>
                  <a:pt x="4019" y="2989"/>
                </a:lnTo>
                <a:lnTo>
                  <a:pt x="4019" y="2990"/>
                </a:lnTo>
                <a:lnTo>
                  <a:pt x="4020" y="2991"/>
                </a:lnTo>
                <a:lnTo>
                  <a:pt x="4020" y="2992"/>
                </a:lnTo>
                <a:lnTo>
                  <a:pt x="4020" y="2993"/>
                </a:lnTo>
                <a:lnTo>
                  <a:pt x="4021" y="2993"/>
                </a:lnTo>
                <a:lnTo>
                  <a:pt x="4022" y="2994"/>
                </a:lnTo>
                <a:lnTo>
                  <a:pt x="4021" y="2995"/>
                </a:lnTo>
                <a:lnTo>
                  <a:pt x="4021" y="2996"/>
                </a:lnTo>
                <a:lnTo>
                  <a:pt x="4022" y="2997"/>
                </a:lnTo>
                <a:lnTo>
                  <a:pt x="4022" y="2998"/>
                </a:lnTo>
                <a:lnTo>
                  <a:pt x="4021" y="2998"/>
                </a:lnTo>
                <a:lnTo>
                  <a:pt x="4020" y="2998"/>
                </a:lnTo>
                <a:lnTo>
                  <a:pt x="4019" y="2998"/>
                </a:lnTo>
                <a:lnTo>
                  <a:pt x="4019" y="2999"/>
                </a:lnTo>
                <a:lnTo>
                  <a:pt x="4018" y="2999"/>
                </a:lnTo>
                <a:lnTo>
                  <a:pt x="4017" y="2999"/>
                </a:lnTo>
                <a:lnTo>
                  <a:pt x="4016" y="2999"/>
                </a:lnTo>
                <a:lnTo>
                  <a:pt x="4015" y="3000"/>
                </a:lnTo>
                <a:lnTo>
                  <a:pt x="4015" y="3001"/>
                </a:lnTo>
                <a:lnTo>
                  <a:pt x="4014" y="3001"/>
                </a:lnTo>
                <a:lnTo>
                  <a:pt x="4013" y="3002"/>
                </a:lnTo>
                <a:lnTo>
                  <a:pt x="4013" y="3003"/>
                </a:lnTo>
                <a:lnTo>
                  <a:pt x="4012" y="3003"/>
                </a:lnTo>
                <a:lnTo>
                  <a:pt x="4012" y="3004"/>
                </a:lnTo>
                <a:lnTo>
                  <a:pt x="4011" y="3004"/>
                </a:lnTo>
                <a:lnTo>
                  <a:pt x="4010" y="3004"/>
                </a:lnTo>
                <a:lnTo>
                  <a:pt x="4009" y="3005"/>
                </a:lnTo>
                <a:lnTo>
                  <a:pt x="4009" y="3006"/>
                </a:lnTo>
                <a:lnTo>
                  <a:pt x="4008" y="3007"/>
                </a:lnTo>
                <a:lnTo>
                  <a:pt x="4008" y="3008"/>
                </a:lnTo>
                <a:lnTo>
                  <a:pt x="4008" y="3009"/>
                </a:lnTo>
                <a:lnTo>
                  <a:pt x="4007" y="3009"/>
                </a:lnTo>
                <a:lnTo>
                  <a:pt x="4006" y="3009"/>
                </a:lnTo>
                <a:lnTo>
                  <a:pt x="4006" y="3008"/>
                </a:lnTo>
                <a:lnTo>
                  <a:pt x="4007" y="3008"/>
                </a:lnTo>
                <a:lnTo>
                  <a:pt x="4007" y="3007"/>
                </a:lnTo>
                <a:lnTo>
                  <a:pt x="4007" y="3006"/>
                </a:lnTo>
                <a:lnTo>
                  <a:pt x="4007" y="3007"/>
                </a:lnTo>
                <a:lnTo>
                  <a:pt x="4006" y="3007"/>
                </a:lnTo>
                <a:lnTo>
                  <a:pt x="4006" y="3006"/>
                </a:lnTo>
                <a:lnTo>
                  <a:pt x="4006" y="3005"/>
                </a:lnTo>
                <a:lnTo>
                  <a:pt x="4005" y="3005"/>
                </a:lnTo>
                <a:lnTo>
                  <a:pt x="4006" y="3004"/>
                </a:lnTo>
                <a:lnTo>
                  <a:pt x="4005" y="3004"/>
                </a:lnTo>
                <a:lnTo>
                  <a:pt x="4005" y="3005"/>
                </a:lnTo>
                <a:lnTo>
                  <a:pt x="4005" y="3006"/>
                </a:lnTo>
                <a:lnTo>
                  <a:pt x="4006" y="3007"/>
                </a:lnTo>
                <a:lnTo>
                  <a:pt x="4006" y="3008"/>
                </a:lnTo>
                <a:lnTo>
                  <a:pt x="4005" y="3007"/>
                </a:lnTo>
                <a:lnTo>
                  <a:pt x="4004" y="3006"/>
                </a:lnTo>
                <a:lnTo>
                  <a:pt x="4004" y="3007"/>
                </a:lnTo>
                <a:lnTo>
                  <a:pt x="4003" y="3007"/>
                </a:lnTo>
                <a:lnTo>
                  <a:pt x="4005" y="3008"/>
                </a:lnTo>
                <a:lnTo>
                  <a:pt x="4006" y="3008"/>
                </a:lnTo>
                <a:lnTo>
                  <a:pt x="4005" y="3009"/>
                </a:lnTo>
                <a:lnTo>
                  <a:pt x="4005" y="3010"/>
                </a:lnTo>
                <a:lnTo>
                  <a:pt x="4004" y="3010"/>
                </a:lnTo>
                <a:lnTo>
                  <a:pt x="4004" y="3011"/>
                </a:lnTo>
                <a:lnTo>
                  <a:pt x="4003" y="3012"/>
                </a:lnTo>
                <a:lnTo>
                  <a:pt x="4003" y="3013"/>
                </a:lnTo>
                <a:lnTo>
                  <a:pt x="4002" y="3013"/>
                </a:lnTo>
                <a:lnTo>
                  <a:pt x="4001" y="3013"/>
                </a:lnTo>
                <a:lnTo>
                  <a:pt x="4001" y="3015"/>
                </a:lnTo>
                <a:lnTo>
                  <a:pt x="4000" y="3016"/>
                </a:lnTo>
                <a:lnTo>
                  <a:pt x="4000" y="3020"/>
                </a:lnTo>
                <a:lnTo>
                  <a:pt x="4001" y="3021"/>
                </a:lnTo>
                <a:lnTo>
                  <a:pt x="4000" y="3022"/>
                </a:lnTo>
                <a:lnTo>
                  <a:pt x="3999" y="3022"/>
                </a:lnTo>
                <a:lnTo>
                  <a:pt x="3998" y="3022"/>
                </a:lnTo>
                <a:lnTo>
                  <a:pt x="3997" y="3022"/>
                </a:lnTo>
                <a:lnTo>
                  <a:pt x="3996" y="3022"/>
                </a:lnTo>
                <a:lnTo>
                  <a:pt x="3995" y="3022"/>
                </a:lnTo>
                <a:lnTo>
                  <a:pt x="3995" y="3023"/>
                </a:lnTo>
                <a:lnTo>
                  <a:pt x="3994" y="3024"/>
                </a:lnTo>
                <a:lnTo>
                  <a:pt x="3994" y="3025"/>
                </a:lnTo>
                <a:lnTo>
                  <a:pt x="3993" y="3026"/>
                </a:lnTo>
                <a:lnTo>
                  <a:pt x="3993" y="3025"/>
                </a:lnTo>
                <a:lnTo>
                  <a:pt x="3992" y="3025"/>
                </a:lnTo>
                <a:lnTo>
                  <a:pt x="3992" y="3026"/>
                </a:lnTo>
                <a:lnTo>
                  <a:pt x="3991" y="3027"/>
                </a:lnTo>
                <a:lnTo>
                  <a:pt x="3991" y="3028"/>
                </a:lnTo>
                <a:lnTo>
                  <a:pt x="3991" y="3029"/>
                </a:lnTo>
                <a:lnTo>
                  <a:pt x="3990" y="3029"/>
                </a:lnTo>
                <a:lnTo>
                  <a:pt x="3989" y="3029"/>
                </a:lnTo>
                <a:lnTo>
                  <a:pt x="3989" y="3030"/>
                </a:lnTo>
                <a:lnTo>
                  <a:pt x="3989" y="3031"/>
                </a:lnTo>
                <a:lnTo>
                  <a:pt x="3989" y="3032"/>
                </a:lnTo>
                <a:lnTo>
                  <a:pt x="3989" y="3033"/>
                </a:lnTo>
                <a:lnTo>
                  <a:pt x="3988" y="3034"/>
                </a:lnTo>
                <a:lnTo>
                  <a:pt x="3987" y="3034"/>
                </a:lnTo>
                <a:lnTo>
                  <a:pt x="3987" y="3035"/>
                </a:lnTo>
                <a:lnTo>
                  <a:pt x="3986" y="3035"/>
                </a:lnTo>
                <a:lnTo>
                  <a:pt x="3986" y="3034"/>
                </a:lnTo>
                <a:lnTo>
                  <a:pt x="3986" y="3033"/>
                </a:lnTo>
                <a:lnTo>
                  <a:pt x="3986" y="3032"/>
                </a:lnTo>
                <a:lnTo>
                  <a:pt x="3985" y="3032"/>
                </a:lnTo>
                <a:lnTo>
                  <a:pt x="3985" y="3031"/>
                </a:lnTo>
                <a:lnTo>
                  <a:pt x="3986" y="3031"/>
                </a:lnTo>
                <a:lnTo>
                  <a:pt x="3987" y="3030"/>
                </a:lnTo>
                <a:lnTo>
                  <a:pt x="3988" y="3030"/>
                </a:lnTo>
                <a:lnTo>
                  <a:pt x="3987" y="3030"/>
                </a:lnTo>
                <a:lnTo>
                  <a:pt x="3988" y="3029"/>
                </a:lnTo>
                <a:lnTo>
                  <a:pt x="3988" y="3028"/>
                </a:lnTo>
                <a:lnTo>
                  <a:pt x="3989" y="3028"/>
                </a:lnTo>
                <a:lnTo>
                  <a:pt x="3988" y="3028"/>
                </a:lnTo>
                <a:lnTo>
                  <a:pt x="3989" y="3027"/>
                </a:lnTo>
                <a:lnTo>
                  <a:pt x="3989" y="3026"/>
                </a:lnTo>
                <a:lnTo>
                  <a:pt x="3990" y="3026"/>
                </a:lnTo>
                <a:lnTo>
                  <a:pt x="3991" y="3025"/>
                </a:lnTo>
                <a:lnTo>
                  <a:pt x="3990" y="3025"/>
                </a:lnTo>
                <a:lnTo>
                  <a:pt x="3990" y="3026"/>
                </a:lnTo>
                <a:lnTo>
                  <a:pt x="3989" y="3026"/>
                </a:lnTo>
                <a:lnTo>
                  <a:pt x="3989" y="3025"/>
                </a:lnTo>
                <a:lnTo>
                  <a:pt x="3989" y="3026"/>
                </a:lnTo>
                <a:lnTo>
                  <a:pt x="3989" y="3025"/>
                </a:lnTo>
                <a:lnTo>
                  <a:pt x="3988" y="3024"/>
                </a:lnTo>
                <a:lnTo>
                  <a:pt x="3988" y="3023"/>
                </a:lnTo>
                <a:lnTo>
                  <a:pt x="3988" y="3022"/>
                </a:lnTo>
                <a:lnTo>
                  <a:pt x="3989" y="3021"/>
                </a:lnTo>
                <a:lnTo>
                  <a:pt x="3988" y="3022"/>
                </a:lnTo>
                <a:lnTo>
                  <a:pt x="3987" y="3023"/>
                </a:lnTo>
                <a:lnTo>
                  <a:pt x="3987" y="3024"/>
                </a:lnTo>
                <a:lnTo>
                  <a:pt x="3986" y="3024"/>
                </a:lnTo>
                <a:lnTo>
                  <a:pt x="3985" y="3023"/>
                </a:lnTo>
                <a:lnTo>
                  <a:pt x="3984" y="3022"/>
                </a:lnTo>
                <a:lnTo>
                  <a:pt x="3983" y="3021"/>
                </a:lnTo>
                <a:lnTo>
                  <a:pt x="3983" y="3020"/>
                </a:lnTo>
                <a:lnTo>
                  <a:pt x="3982" y="3021"/>
                </a:lnTo>
                <a:lnTo>
                  <a:pt x="3983" y="3021"/>
                </a:lnTo>
                <a:lnTo>
                  <a:pt x="3983" y="3022"/>
                </a:lnTo>
                <a:lnTo>
                  <a:pt x="3984" y="3022"/>
                </a:lnTo>
                <a:lnTo>
                  <a:pt x="3984" y="3023"/>
                </a:lnTo>
                <a:lnTo>
                  <a:pt x="3983" y="3024"/>
                </a:lnTo>
                <a:lnTo>
                  <a:pt x="3982" y="3025"/>
                </a:lnTo>
                <a:lnTo>
                  <a:pt x="3982" y="3026"/>
                </a:lnTo>
                <a:lnTo>
                  <a:pt x="3982" y="3027"/>
                </a:lnTo>
                <a:lnTo>
                  <a:pt x="3982" y="3028"/>
                </a:lnTo>
                <a:lnTo>
                  <a:pt x="3983" y="3028"/>
                </a:lnTo>
                <a:lnTo>
                  <a:pt x="3982" y="3029"/>
                </a:lnTo>
                <a:lnTo>
                  <a:pt x="3983" y="3029"/>
                </a:lnTo>
                <a:lnTo>
                  <a:pt x="3983" y="3030"/>
                </a:lnTo>
                <a:lnTo>
                  <a:pt x="3982" y="3031"/>
                </a:lnTo>
                <a:lnTo>
                  <a:pt x="3981" y="3031"/>
                </a:lnTo>
                <a:lnTo>
                  <a:pt x="3980" y="3032"/>
                </a:lnTo>
                <a:lnTo>
                  <a:pt x="3979" y="3033"/>
                </a:lnTo>
                <a:lnTo>
                  <a:pt x="3978" y="3033"/>
                </a:lnTo>
                <a:lnTo>
                  <a:pt x="3978" y="3034"/>
                </a:lnTo>
                <a:lnTo>
                  <a:pt x="3977" y="3035"/>
                </a:lnTo>
                <a:lnTo>
                  <a:pt x="3977" y="3036"/>
                </a:lnTo>
                <a:lnTo>
                  <a:pt x="3976" y="3039"/>
                </a:lnTo>
                <a:lnTo>
                  <a:pt x="3976" y="3040"/>
                </a:lnTo>
                <a:lnTo>
                  <a:pt x="3976" y="3041"/>
                </a:lnTo>
                <a:lnTo>
                  <a:pt x="3976" y="3042"/>
                </a:lnTo>
                <a:lnTo>
                  <a:pt x="3976" y="3043"/>
                </a:lnTo>
                <a:lnTo>
                  <a:pt x="3976" y="3044"/>
                </a:lnTo>
                <a:lnTo>
                  <a:pt x="3976" y="3045"/>
                </a:lnTo>
                <a:lnTo>
                  <a:pt x="3977" y="3046"/>
                </a:lnTo>
                <a:lnTo>
                  <a:pt x="3977" y="3047"/>
                </a:lnTo>
                <a:lnTo>
                  <a:pt x="3976" y="3048"/>
                </a:lnTo>
                <a:lnTo>
                  <a:pt x="3976" y="3049"/>
                </a:lnTo>
                <a:lnTo>
                  <a:pt x="3975" y="3049"/>
                </a:lnTo>
                <a:lnTo>
                  <a:pt x="3975" y="3050"/>
                </a:lnTo>
                <a:lnTo>
                  <a:pt x="3974" y="3050"/>
                </a:lnTo>
                <a:lnTo>
                  <a:pt x="3975" y="3050"/>
                </a:lnTo>
                <a:lnTo>
                  <a:pt x="3974" y="3050"/>
                </a:lnTo>
                <a:lnTo>
                  <a:pt x="3974" y="3051"/>
                </a:lnTo>
                <a:lnTo>
                  <a:pt x="3973" y="3051"/>
                </a:lnTo>
                <a:lnTo>
                  <a:pt x="3973" y="3052"/>
                </a:lnTo>
                <a:lnTo>
                  <a:pt x="3973" y="3054"/>
                </a:lnTo>
                <a:lnTo>
                  <a:pt x="3972" y="3054"/>
                </a:lnTo>
                <a:lnTo>
                  <a:pt x="3972" y="3053"/>
                </a:lnTo>
                <a:lnTo>
                  <a:pt x="3972" y="3052"/>
                </a:lnTo>
                <a:lnTo>
                  <a:pt x="3973" y="3052"/>
                </a:lnTo>
                <a:lnTo>
                  <a:pt x="3973" y="3051"/>
                </a:lnTo>
                <a:lnTo>
                  <a:pt x="3973" y="3050"/>
                </a:lnTo>
                <a:lnTo>
                  <a:pt x="3972" y="3049"/>
                </a:lnTo>
                <a:lnTo>
                  <a:pt x="3973" y="3048"/>
                </a:lnTo>
                <a:lnTo>
                  <a:pt x="3973" y="3047"/>
                </a:lnTo>
                <a:lnTo>
                  <a:pt x="3973" y="3046"/>
                </a:lnTo>
                <a:lnTo>
                  <a:pt x="3974" y="3046"/>
                </a:lnTo>
                <a:lnTo>
                  <a:pt x="3975" y="3045"/>
                </a:lnTo>
                <a:lnTo>
                  <a:pt x="3975" y="3044"/>
                </a:lnTo>
                <a:lnTo>
                  <a:pt x="3975" y="3043"/>
                </a:lnTo>
                <a:lnTo>
                  <a:pt x="3974" y="3042"/>
                </a:lnTo>
                <a:lnTo>
                  <a:pt x="3974" y="3041"/>
                </a:lnTo>
                <a:lnTo>
                  <a:pt x="3974" y="3040"/>
                </a:lnTo>
                <a:lnTo>
                  <a:pt x="3973" y="3040"/>
                </a:lnTo>
                <a:lnTo>
                  <a:pt x="3974" y="3039"/>
                </a:lnTo>
                <a:lnTo>
                  <a:pt x="3973" y="3039"/>
                </a:lnTo>
                <a:lnTo>
                  <a:pt x="3973" y="3038"/>
                </a:lnTo>
                <a:lnTo>
                  <a:pt x="3972" y="3038"/>
                </a:lnTo>
                <a:lnTo>
                  <a:pt x="3972" y="3037"/>
                </a:lnTo>
                <a:lnTo>
                  <a:pt x="3971" y="3037"/>
                </a:lnTo>
                <a:lnTo>
                  <a:pt x="3970" y="3037"/>
                </a:lnTo>
                <a:lnTo>
                  <a:pt x="3971" y="3037"/>
                </a:lnTo>
                <a:lnTo>
                  <a:pt x="3971" y="3036"/>
                </a:lnTo>
                <a:lnTo>
                  <a:pt x="3971" y="3035"/>
                </a:lnTo>
                <a:lnTo>
                  <a:pt x="3970" y="3035"/>
                </a:lnTo>
                <a:lnTo>
                  <a:pt x="3970" y="3036"/>
                </a:lnTo>
                <a:lnTo>
                  <a:pt x="3969" y="3035"/>
                </a:lnTo>
                <a:lnTo>
                  <a:pt x="3968" y="3035"/>
                </a:lnTo>
                <a:lnTo>
                  <a:pt x="3967" y="3034"/>
                </a:lnTo>
                <a:lnTo>
                  <a:pt x="3966" y="3034"/>
                </a:lnTo>
                <a:lnTo>
                  <a:pt x="3965" y="3034"/>
                </a:lnTo>
                <a:lnTo>
                  <a:pt x="3965" y="3033"/>
                </a:lnTo>
                <a:lnTo>
                  <a:pt x="3964" y="3033"/>
                </a:lnTo>
                <a:lnTo>
                  <a:pt x="3963" y="3033"/>
                </a:lnTo>
                <a:lnTo>
                  <a:pt x="3962" y="3033"/>
                </a:lnTo>
                <a:lnTo>
                  <a:pt x="3961" y="3033"/>
                </a:lnTo>
                <a:lnTo>
                  <a:pt x="3960" y="3033"/>
                </a:lnTo>
                <a:lnTo>
                  <a:pt x="3960" y="3032"/>
                </a:lnTo>
                <a:lnTo>
                  <a:pt x="3959" y="3031"/>
                </a:lnTo>
                <a:lnTo>
                  <a:pt x="3958" y="3031"/>
                </a:lnTo>
                <a:lnTo>
                  <a:pt x="3956" y="3031"/>
                </a:lnTo>
                <a:lnTo>
                  <a:pt x="3956" y="3032"/>
                </a:lnTo>
                <a:lnTo>
                  <a:pt x="3957" y="3032"/>
                </a:lnTo>
                <a:lnTo>
                  <a:pt x="3957" y="3033"/>
                </a:lnTo>
                <a:lnTo>
                  <a:pt x="3957" y="3034"/>
                </a:lnTo>
                <a:lnTo>
                  <a:pt x="3958" y="3034"/>
                </a:lnTo>
                <a:lnTo>
                  <a:pt x="3959" y="3034"/>
                </a:lnTo>
                <a:lnTo>
                  <a:pt x="3960" y="3034"/>
                </a:lnTo>
                <a:lnTo>
                  <a:pt x="3961" y="3034"/>
                </a:lnTo>
                <a:lnTo>
                  <a:pt x="3962" y="3034"/>
                </a:lnTo>
                <a:lnTo>
                  <a:pt x="3963" y="3035"/>
                </a:lnTo>
                <a:lnTo>
                  <a:pt x="3964" y="3036"/>
                </a:lnTo>
                <a:lnTo>
                  <a:pt x="3963" y="3036"/>
                </a:lnTo>
                <a:lnTo>
                  <a:pt x="3963" y="3037"/>
                </a:lnTo>
                <a:lnTo>
                  <a:pt x="3964" y="3037"/>
                </a:lnTo>
                <a:lnTo>
                  <a:pt x="3964" y="3038"/>
                </a:lnTo>
                <a:lnTo>
                  <a:pt x="3965" y="3038"/>
                </a:lnTo>
                <a:lnTo>
                  <a:pt x="3965" y="3039"/>
                </a:lnTo>
                <a:lnTo>
                  <a:pt x="3964" y="3040"/>
                </a:lnTo>
                <a:lnTo>
                  <a:pt x="3964" y="3041"/>
                </a:lnTo>
                <a:lnTo>
                  <a:pt x="3963" y="3041"/>
                </a:lnTo>
                <a:lnTo>
                  <a:pt x="3963" y="3042"/>
                </a:lnTo>
                <a:lnTo>
                  <a:pt x="3964" y="3042"/>
                </a:lnTo>
                <a:lnTo>
                  <a:pt x="3964" y="3043"/>
                </a:lnTo>
                <a:lnTo>
                  <a:pt x="3963" y="3043"/>
                </a:lnTo>
                <a:lnTo>
                  <a:pt x="3962" y="3043"/>
                </a:lnTo>
                <a:lnTo>
                  <a:pt x="3962" y="3044"/>
                </a:lnTo>
                <a:lnTo>
                  <a:pt x="3962" y="3045"/>
                </a:lnTo>
                <a:lnTo>
                  <a:pt x="3962" y="3046"/>
                </a:lnTo>
                <a:lnTo>
                  <a:pt x="3961" y="3046"/>
                </a:lnTo>
                <a:lnTo>
                  <a:pt x="3961" y="3047"/>
                </a:lnTo>
                <a:lnTo>
                  <a:pt x="3960" y="3047"/>
                </a:lnTo>
                <a:lnTo>
                  <a:pt x="3960" y="3048"/>
                </a:lnTo>
                <a:lnTo>
                  <a:pt x="3959" y="3049"/>
                </a:lnTo>
                <a:lnTo>
                  <a:pt x="3959" y="3050"/>
                </a:lnTo>
                <a:lnTo>
                  <a:pt x="3958" y="3050"/>
                </a:lnTo>
                <a:lnTo>
                  <a:pt x="3958" y="3049"/>
                </a:lnTo>
                <a:lnTo>
                  <a:pt x="3957" y="3048"/>
                </a:lnTo>
                <a:lnTo>
                  <a:pt x="3956" y="3048"/>
                </a:lnTo>
                <a:lnTo>
                  <a:pt x="3956" y="3049"/>
                </a:lnTo>
                <a:lnTo>
                  <a:pt x="3957" y="3049"/>
                </a:lnTo>
                <a:lnTo>
                  <a:pt x="3958" y="3049"/>
                </a:lnTo>
                <a:lnTo>
                  <a:pt x="3958" y="3050"/>
                </a:lnTo>
                <a:lnTo>
                  <a:pt x="3958" y="3051"/>
                </a:lnTo>
                <a:lnTo>
                  <a:pt x="3959" y="3051"/>
                </a:lnTo>
                <a:lnTo>
                  <a:pt x="3959" y="3052"/>
                </a:lnTo>
                <a:lnTo>
                  <a:pt x="3960" y="3051"/>
                </a:lnTo>
                <a:lnTo>
                  <a:pt x="3961" y="3051"/>
                </a:lnTo>
                <a:lnTo>
                  <a:pt x="3961" y="3052"/>
                </a:lnTo>
                <a:lnTo>
                  <a:pt x="3962" y="3051"/>
                </a:lnTo>
                <a:lnTo>
                  <a:pt x="3961" y="3051"/>
                </a:lnTo>
                <a:lnTo>
                  <a:pt x="3962" y="3050"/>
                </a:lnTo>
                <a:lnTo>
                  <a:pt x="3962" y="3051"/>
                </a:lnTo>
                <a:lnTo>
                  <a:pt x="3963" y="3051"/>
                </a:lnTo>
                <a:lnTo>
                  <a:pt x="3963" y="3050"/>
                </a:lnTo>
                <a:lnTo>
                  <a:pt x="3963" y="3049"/>
                </a:lnTo>
                <a:lnTo>
                  <a:pt x="3964" y="3050"/>
                </a:lnTo>
                <a:lnTo>
                  <a:pt x="3964" y="3051"/>
                </a:lnTo>
                <a:lnTo>
                  <a:pt x="3965" y="3051"/>
                </a:lnTo>
                <a:lnTo>
                  <a:pt x="3965" y="3050"/>
                </a:lnTo>
                <a:lnTo>
                  <a:pt x="3966" y="3051"/>
                </a:lnTo>
                <a:lnTo>
                  <a:pt x="3967" y="3051"/>
                </a:lnTo>
                <a:lnTo>
                  <a:pt x="3967" y="3052"/>
                </a:lnTo>
                <a:lnTo>
                  <a:pt x="3968" y="3052"/>
                </a:lnTo>
                <a:lnTo>
                  <a:pt x="3967" y="3052"/>
                </a:lnTo>
                <a:lnTo>
                  <a:pt x="3966" y="3052"/>
                </a:lnTo>
                <a:lnTo>
                  <a:pt x="3966" y="3053"/>
                </a:lnTo>
                <a:lnTo>
                  <a:pt x="3966" y="3054"/>
                </a:lnTo>
                <a:lnTo>
                  <a:pt x="3965" y="3054"/>
                </a:lnTo>
                <a:lnTo>
                  <a:pt x="3965" y="3053"/>
                </a:lnTo>
                <a:lnTo>
                  <a:pt x="3964" y="3053"/>
                </a:lnTo>
                <a:lnTo>
                  <a:pt x="3963" y="3054"/>
                </a:lnTo>
                <a:lnTo>
                  <a:pt x="3963" y="3055"/>
                </a:lnTo>
                <a:lnTo>
                  <a:pt x="3962" y="3055"/>
                </a:lnTo>
                <a:lnTo>
                  <a:pt x="3962" y="3056"/>
                </a:lnTo>
                <a:lnTo>
                  <a:pt x="3962" y="3057"/>
                </a:lnTo>
                <a:lnTo>
                  <a:pt x="3962" y="3059"/>
                </a:lnTo>
                <a:lnTo>
                  <a:pt x="3963" y="3059"/>
                </a:lnTo>
                <a:lnTo>
                  <a:pt x="3964" y="3060"/>
                </a:lnTo>
                <a:lnTo>
                  <a:pt x="3963" y="3060"/>
                </a:lnTo>
                <a:lnTo>
                  <a:pt x="3962" y="3060"/>
                </a:lnTo>
                <a:lnTo>
                  <a:pt x="3961" y="3061"/>
                </a:lnTo>
                <a:lnTo>
                  <a:pt x="3961" y="3060"/>
                </a:lnTo>
                <a:lnTo>
                  <a:pt x="3960" y="3060"/>
                </a:lnTo>
                <a:lnTo>
                  <a:pt x="3960" y="3059"/>
                </a:lnTo>
                <a:lnTo>
                  <a:pt x="3959" y="3059"/>
                </a:lnTo>
                <a:lnTo>
                  <a:pt x="3958" y="3060"/>
                </a:lnTo>
                <a:lnTo>
                  <a:pt x="3958" y="3061"/>
                </a:lnTo>
                <a:lnTo>
                  <a:pt x="3957" y="3061"/>
                </a:lnTo>
                <a:lnTo>
                  <a:pt x="3957" y="3062"/>
                </a:lnTo>
                <a:lnTo>
                  <a:pt x="3957" y="3063"/>
                </a:lnTo>
                <a:lnTo>
                  <a:pt x="3957" y="3065"/>
                </a:lnTo>
                <a:lnTo>
                  <a:pt x="3957" y="3066"/>
                </a:lnTo>
                <a:lnTo>
                  <a:pt x="3957" y="3067"/>
                </a:lnTo>
                <a:lnTo>
                  <a:pt x="3958" y="3067"/>
                </a:lnTo>
                <a:lnTo>
                  <a:pt x="3958" y="3066"/>
                </a:lnTo>
                <a:lnTo>
                  <a:pt x="3959" y="3066"/>
                </a:lnTo>
                <a:lnTo>
                  <a:pt x="3959" y="3067"/>
                </a:lnTo>
                <a:lnTo>
                  <a:pt x="3959" y="3068"/>
                </a:lnTo>
                <a:lnTo>
                  <a:pt x="3958" y="3068"/>
                </a:lnTo>
                <a:lnTo>
                  <a:pt x="3958" y="3067"/>
                </a:lnTo>
                <a:lnTo>
                  <a:pt x="3957" y="3067"/>
                </a:lnTo>
                <a:lnTo>
                  <a:pt x="3957" y="3068"/>
                </a:lnTo>
                <a:lnTo>
                  <a:pt x="3956" y="3068"/>
                </a:lnTo>
                <a:lnTo>
                  <a:pt x="3955" y="3068"/>
                </a:lnTo>
                <a:lnTo>
                  <a:pt x="3954" y="3068"/>
                </a:lnTo>
                <a:lnTo>
                  <a:pt x="3954" y="3069"/>
                </a:lnTo>
                <a:lnTo>
                  <a:pt x="3953" y="3069"/>
                </a:lnTo>
                <a:lnTo>
                  <a:pt x="3953" y="3070"/>
                </a:lnTo>
                <a:lnTo>
                  <a:pt x="3952" y="3069"/>
                </a:lnTo>
                <a:lnTo>
                  <a:pt x="3953" y="3069"/>
                </a:lnTo>
                <a:lnTo>
                  <a:pt x="3952" y="3068"/>
                </a:lnTo>
                <a:lnTo>
                  <a:pt x="3951" y="3068"/>
                </a:lnTo>
                <a:lnTo>
                  <a:pt x="3950" y="3068"/>
                </a:lnTo>
                <a:lnTo>
                  <a:pt x="3949" y="3069"/>
                </a:lnTo>
                <a:lnTo>
                  <a:pt x="3948" y="3069"/>
                </a:lnTo>
                <a:lnTo>
                  <a:pt x="3948" y="3068"/>
                </a:lnTo>
                <a:lnTo>
                  <a:pt x="3949" y="3068"/>
                </a:lnTo>
                <a:lnTo>
                  <a:pt x="3949" y="3067"/>
                </a:lnTo>
                <a:lnTo>
                  <a:pt x="3950" y="3066"/>
                </a:lnTo>
                <a:lnTo>
                  <a:pt x="3951" y="3065"/>
                </a:lnTo>
                <a:lnTo>
                  <a:pt x="3952" y="3065"/>
                </a:lnTo>
                <a:lnTo>
                  <a:pt x="3952" y="3064"/>
                </a:lnTo>
                <a:lnTo>
                  <a:pt x="3953" y="3062"/>
                </a:lnTo>
                <a:lnTo>
                  <a:pt x="3953" y="3061"/>
                </a:lnTo>
                <a:lnTo>
                  <a:pt x="3952" y="3059"/>
                </a:lnTo>
                <a:lnTo>
                  <a:pt x="3952" y="3058"/>
                </a:lnTo>
                <a:lnTo>
                  <a:pt x="3951" y="3058"/>
                </a:lnTo>
                <a:lnTo>
                  <a:pt x="3950" y="3057"/>
                </a:lnTo>
                <a:lnTo>
                  <a:pt x="3950" y="3056"/>
                </a:lnTo>
                <a:lnTo>
                  <a:pt x="3951" y="3056"/>
                </a:lnTo>
                <a:lnTo>
                  <a:pt x="3951" y="3055"/>
                </a:lnTo>
                <a:lnTo>
                  <a:pt x="3952" y="3054"/>
                </a:lnTo>
                <a:lnTo>
                  <a:pt x="3951" y="3053"/>
                </a:lnTo>
                <a:lnTo>
                  <a:pt x="3951" y="3052"/>
                </a:lnTo>
                <a:lnTo>
                  <a:pt x="3951" y="3051"/>
                </a:lnTo>
                <a:lnTo>
                  <a:pt x="3951" y="3050"/>
                </a:lnTo>
                <a:lnTo>
                  <a:pt x="3952" y="3050"/>
                </a:lnTo>
                <a:lnTo>
                  <a:pt x="3953" y="3049"/>
                </a:lnTo>
                <a:lnTo>
                  <a:pt x="3952" y="3049"/>
                </a:lnTo>
                <a:lnTo>
                  <a:pt x="3953" y="3048"/>
                </a:lnTo>
                <a:lnTo>
                  <a:pt x="3954" y="3047"/>
                </a:lnTo>
                <a:lnTo>
                  <a:pt x="3955" y="3047"/>
                </a:lnTo>
                <a:lnTo>
                  <a:pt x="3955" y="3048"/>
                </a:lnTo>
                <a:lnTo>
                  <a:pt x="3956" y="3048"/>
                </a:lnTo>
                <a:lnTo>
                  <a:pt x="3955" y="3047"/>
                </a:lnTo>
                <a:lnTo>
                  <a:pt x="3954" y="3047"/>
                </a:lnTo>
                <a:lnTo>
                  <a:pt x="3953" y="3048"/>
                </a:lnTo>
                <a:lnTo>
                  <a:pt x="3952" y="3048"/>
                </a:lnTo>
                <a:lnTo>
                  <a:pt x="3952" y="3049"/>
                </a:lnTo>
                <a:lnTo>
                  <a:pt x="3951" y="3050"/>
                </a:lnTo>
                <a:lnTo>
                  <a:pt x="3950" y="3050"/>
                </a:lnTo>
                <a:lnTo>
                  <a:pt x="3949" y="3050"/>
                </a:lnTo>
                <a:lnTo>
                  <a:pt x="3949" y="3051"/>
                </a:lnTo>
                <a:lnTo>
                  <a:pt x="3949" y="3050"/>
                </a:lnTo>
                <a:lnTo>
                  <a:pt x="3948" y="3050"/>
                </a:lnTo>
                <a:lnTo>
                  <a:pt x="3947" y="3050"/>
                </a:lnTo>
                <a:lnTo>
                  <a:pt x="3948" y="3050"/>
                </a:lnTo>
                <a:lnTo>
                  <a:pt x="3948" y="3051"/>
                </a:lnTo>
                <a:lnTo>
                  <a:pt x="3947" y="3051"/>
                </a:lnTo>
                <a:lnTo>
                  <a:pt x="3945" y="3052"/>
                </a:lnTo>
                <a:lnTo>
                  <a:pt x="3944" y="3052"/>
                </a:lnTo>
                <a:lnTo>
                  <a:pt x="3944" y="3053"/>
                </a:lnTo>
                <a:lnTo>
                  <a:pt x="3944" y="3054"/>
                </a:lnTo>
                <a:lnTo>
                  <a:pt x="3944" y="3055"/>
                </a:lnTo>
                <a:lnTo>
                  <a:pt x="3944" y="3056"/>
                </a:lnTo>
                <a:lnTo>
                  <a:pt x="3944" y="3057"/>
                </a:lnTo>
                <a:lnTo>
                  <a:pt x="3945" y="3058"/>
                </a:lnTo>
                <a:lnTo>
                  <a:pt x="3944" y="3058"/>
                </a:lnTo>
                <a:lnTo>
                  <a:pt x="3943" y="3058"/>
                </a:lnTo>
                <a:lnTo>
                  <a:pt x="3943" y="3059"/>
                </a:lnTo>
                <a:lnTo>
                  <a:pt x="3943" y="3060"/>
                </a:lnTo>
                <a:lnTo>
                  <a:pt x="3944" y="3061"/>
                </a:lnTo>
                <a:lnTo>
                  <a:pt x="3944" y="3062"/>
                </a:lnTo>
                <a:lnTo>
                  <a:pt x="3945" y="3062"/>
                </a:lnTo>
                <a:lnTo>
                  <a:pt x="3945" y="3063"/>
                </a:lnTo>
                <a:lnTo>
                  <a:pt x="3944" y="3063"/>
                </a:lnTo>
                <a:lnTo>
                  <a:pt x="3943" y="3063"/>
                </a:lnTo>
                <a:lnTo>
                  <a:pt x="3942" y="3064"/>
                </a:lnTo>
                <a:lnTo>
                  <a:pt x="3942" y="3065"/>
                </a:lnTo>
                <a:lnTo>
                  <a:pt x="3941" y="3065"/>
                </a:lnTo>
                <a:lnTo>
                  <a:pt x="3940" y="3066"/>
                </a:lnTo>
                <a:lnTo>
                  <a:pt x="3940" y="3065"/>
                </a:lnTo>
                <a:lnTo>
                  <a:pt x="3940" y="3064"/>
                </a:lnTo>
                <a:lnTo>
                  <a:pt x="3940" y="3063"/>
                </a:lnTo>
                <a:lnTo>
                  <a:pt x="3940" y="3062"/>
                </a:lnTo>
                <a:lnTo>
                  <a:pt x="3941" y="3062"/>
                </a:lnTo>
                <a:lnTo>
                  <a:pt x="3941" y="3061"/>
                </a:lnTo>
                <a:lnTo>
                  <a:pt x="3941" y="3060"/>
                </a:lnTo>
                <a:lnTo>
                  <a:pt x="3942" y="3059"/>
                </a:lnTo>
                <a:lnTo>
                  <a:pt x="3942" y="3058"/>
                </a:lnTo>
                <a:lnTo>
                  <a:pt x="3941" y="3058"/>
                </a:lnTo>
                <a:lnTo>
                  <a:pt x="3941" y="3057"/>
                </a:lnTo>
                <a:lnTo>
                  <a:pt x="3940" y="3057"/>
                </a:lnTo>
                <a:lnTo>
                  <a:pt x="3941" y="3057"/>
                </a:lnTo>
                <a:lnTo>
                  <a:pt x="3941" y="3058"/>
                </a:lnTo>
                <a:lnTo>
                  <a:pt x="3940" y="3058"/>
                </a:lnTo>
                <a:lnTo>
                  <a:pt x="3940" y="3059"/>
                </a:lnTo>
                <a:lnTo>
                  <a:pt x="3940" y="3060"/>
                </a:lnTo>
                <a:lnTo>
                  <a:pt x="3940" y="3059"/>
                </a:lnTo>
                <a:lnTo>
                  <a:pt x="3939" y="3058"/>
                </a:lnTo>
                <a:lnTo>
                  <a:pt x="3938" y="3058"/>
                </a:lnTo>
                <a:lnTo>
                  <a:pt x="3939" y="3059"/>
                </a:lnTo>
                <a:lnTo>
                  <a:pt x="3939" y="3060"/>
                </a:lnTo>
                <a:lnTo>
                  <a:pt x="3938" y="3060"/>
                </a:lnTo>
                <a:lnTo>
                  <a:pt x="3939" y="3060"/>
                </a:lnTo>
                <a:lnTo>
                  <a:pt x="3939" y="3061"/>
                </a:lnTo>
                <a:lnTo>
                  <a:pt x="3939" y="3060"/>
                </a:lnTo>
                <a:lnTo>
                  <a:pt x="3939" y="3061"/>
                </a:lnTo>
                <a:lnTo>
                  <a:pt x="3940" y="3062"/>
                </a:lnTo>
                <a:lnTo>
                  <a:pt x="3940" y="3063"/>
                </a:lnTo>
                <a:lnTo>
                  <a:pt x="3940" y="3064"/>
                </a:lnTo>
                <a:lnTo>
                  <a:pt x="3938" y="3064"/>
                </a:lnTo>
                <a:lnTo>
                  <a:pt x="3937" y="3064"/>
                </a:lnTo>
                <a:lnTo>
                  <a:pt x="3936" y="3064"/>
                </a:lnTo>
                <a:lnTo>
                  <a:pt x="3934" y="3065"/>
                </a:lnTo>
                <a:lnTo>
                  <a:pt x="3933" y="3066"/>
                </a:lnTo>
                <a:lnTo>
                  <a:pt x="3932" y="3067"/>
                </a:lnTo>
                <a:lnTo>
                  <a:pt x="3931" y="3068"/>
                </a:lnTo>
                <a:lnTo>
                  <a:pt x="3931" y="3069"/>
                </a:lnTo>
                <a:lnTo>
                  <a:pt x="3931" y="3070"/>
                </a:lnTo>
                <a:lnTo>
                  <a:pt x="3930" y="3070"/>
                </a:lnTo>
                <a:lnTo>
                  <a:pt x="3929" y="3070"/>
                </a:lnTo>
                <a:lnTo>
                  <a:pt x="3928" y="3070"/>
                </a:lnTo>
                <a:lnTo>
                  <a:pt x="3927" y="3071"/>
                </a:lnTo>
                <a:lnTo>
                  <a:pt x="3927" y="3072"/>
                </a:lnTo>
                <a:lnTo>
                  <a:pt x="3927" y="3071"/>
                </a:lnTo>
                <a:lnTo>
                  <a:pt x="3926" y="3071"/>
                </a:lnTo>
                <a:lnTo>
                  <a:pt x="3926" y="3070"/>
                </a:lnTo>
                <a:lnTo>
                  <a:pt x="3927" y="3070"/>
                </a:lnTo>
                <a:lnTo>
                  <a:pt x="3927" y="3069"/>
                </a:lnTo>
                <a:lnTo>
                  <a:pt x="3926" y="3069"/>
                </a:lnTo>
                <a:lnTo>
                  <a:pt x="3926" y="3068"/>
                </a:lnTo>
                <a:lnTo>
                  <a:pt x="3927" y="3068"/>
                </a:lnTo>
                <a:lnTo>
                  <a:pt x="3927" y="3067"/>
                </a:lnTo>
                <a:lnTo>
                  <a:pt x="3926" y="3066"/>
                </a:lnTo>
                <a:lnTo>
                  <a:pt x="3926" y="3065"/>
                </a:lnTo>
                <a:lnTo>
                  <a:pt x="3926" y="3064"/>
                </a:lnTo>
                <a:lnTo>
                  <a:pt x="3924" y="3064"/>
                </a:lnTo>
                <a:lnTo>
                  <a:pt x="3922" y="3064"/>
                </a:lnTo>
                <a:lnTo>
                  <a:pt x="3922" y="3063"/>
                </a:lnTo>
                <a:lnTo>
                  <a:pt x="3922" y="3064"/>
                </a:lnTo>
                <a:lnTo>
                  <a:pt x="3921" y="3064"/>
                </a:lnTo>
                <a:lnTo>
                  <a:pt x="3918" y="3063"/>
                </a:lnTo>
                <a:lnTo>
                  <a:pt x="3917" y="3064"/>
                </a:lnTo>
                <a:lnTo>
                  <a:pt x="3917" y="3065"/>
                </a:lnTo>
                <a:lnTo>
                  <a:pt x="3916" y="3065"/>
                </a:lnTo>
                <a:lnTo>
                  <a:pt x="3916" y="3066"/>
                </a:lnTo>
                <a:lnTo>
                  <a:pt x="3917" y="3066"/>
                </a:lnTo>
                <a:lnTo>
                  <a:pt x="3917" y="3067"/>
                </a:lnTo>
                <a:lnTo>
                  <a:pt x="3917" y="3068"/>
                </a:lnTo>
                <a:lnTo>
                  <a:pt x="3916" y="3068"/>
                </a:lnTo>
                <a:lnTo>
                  <a:pt x="3916" y="3069"/>
                </a:lnTo>
                <a:lnTo>
                  <a:pt x="3916" y="3070"/>
                </a:lnTo>
                <a:lnTo>
                  <a:pt x="3916" y="3071"/>
                </a:lnTo>
                <a:lnTo>
                  <a:pt x="3917" y="3071"/>
                </a:lnTo>
                <a:lnTo>
                  <a:pt x="3917" y="3070"/>
                </a:lnTo>
                <a:lnTo>
                  <a:pt x="3918" y="3070"/>
                </a:lnTo>
                <a:lnTo>
                  <a:pt x="3919" y="3070"/>
                </a:lnTo>
                <a:lnTo>
                  <a:pt x="3919" y="3069"/>
                </a:lnTo>
                <a:lnTo>
                  <a:pt x="3920" y="3070"/>
                </a:lnTo>
                <a:lnTo>
                  <a:pt x="3921" y="3070"/>
                </a:lnTo>
                <a:lnTo>
                  <a:pt x="3921" y="3071"/>
                </a:lnTo>
                <a:lnTo>
                  <a:pt x="3920" y="3071"/>
                </a:lnTo>
                <a:lnTo>
                  <a:pt x="3919" y="3071"/>
                </a:lnTo>
                <a:lnTo>
                  <a:pt x="3919" y="3072"/>
                </a:lnTo>
                <a:lnTo>
                  <a:pt x="3919" y="3073"/>
                </a:lnTo>
                <a:lnTo>
                  <a:pt x="3919" y="3074"/>
                </a:lnTo>
                <a:lnTo>
                  <a:pt x="3919" y="3075"/>
                </a:lnTo>
                <a:lnTo>
                  <a:pt x="3918" y="3075"/>
                </a:lnTo>
                <a:lnTo>
                  <a:pt x="3917" y="3075"/>
                </a:lnTo>
                <a:lnTo>
                  <a:pt x="3916" y="3075"/>
                </a:lnTo>
                <a:lnTo>
                  <a:pt x="3915" y="3075"/>
                </a:lnTo>
                <a:lnTo>
                  <a:pt x="3915" y="3074"/>
                </a:lnTo>
                <a:lnTo>
                  <a:pt x="3914" y="3074"/>
                </a:lnTo>
                <a:lnTo>
                  <a:pt x="3913" y="3074"/>
                </a:lnTo>
                <a:lnTo>
                  <a:pt x="3913" y="3073"/>
                </a:lnTo>
                <a:lnTo>
                  <a:pt x="3914" y="3072"/>
                </a:lnTo>
                <a:lnTo>
                  <a:pt x="3915" y="3072"/>
                </a:lnTo>
                <a:lnTo>
                  <a:pt x="3916" y="3072"/>
                </a:lnTo>
                <a:lnTo>
                  <a:pt x="3915" y="3072"/>
                </a:lnTo>
                <a:lnTo>
                  <a:pt x="3914" y="3072"/>
                </a:lnTo>
                <a:lnTo>
                  <a:pt x="3913" y="3072"/>
                </a:lnTo>
                <a:lnTo>
                  <a:pt x="3912" y="3072"/>
                </a:lnTo>
                <a:lnTo>
                  <a:pt x="3912" y="3071"/>
                </a:lnTo>
                <a:lnTo>
                  <a:pt x="3910" y="3071"/>
                </a:lnTo>
                <a:lnTo>
                  <a:pt x="3909" y="3071"/>
                </a:lnTo>
                <a:lnTo>
                  <a:pt x="3908" y="3071"/>
                </a:lnTo>
                <a:lnTo>
                  <a:pt x="3909" y="3071"/>
                </a:lnTo>
                <a:lnTo>
                  <a:pt x="3910" y="3072"/>
                </a:lnTo>
                <a:lnTo>
                  <a:pt x="3909" y="3074"/>
                </a:lnTo>
                <a:lnTo>
                  <a:pt x="3908" y="3076"/>
                </a:lnTo>
                <a:lnTo>
                  <a:pt x="3908" y="3077"/>
                </a:lnTo>
                <a:lnTo>
                  <a:pt x="3907" y="3076"/>
                </a:lnTo>
                <a:lnTo>
                  <a:pt x="3907" y="3077"/>
                </a:lnTo>
                <a:lnTo>
                  <a:pt x="3907" y="3078"/>
                </a:lnTo>
                <a:lnTo>
                  <a:pt x="3907" y="3079"/>
                </a:lnTo>
                <a:lnTo>
                  <a:pt x="3908" y="3079"/>
                </a:lnTo>
                <a:lnTo>
                  <a:pt x="3908" y="3080"/>
                </a:lnTo>
                <a:lnTo>
                  <a:pt x="3907" y="3080"/>
                </a:lnTo>
                <a:lnTo>
                  <a:pt x="3906" y="3080"/>
                </a:lnTo>
                <a:lnTo>
                  <a:pt x="3905" y="3081"/>
                </a:lnTo>
                <a:lnTo>
                  <a:pt x="3904" y="3081"/>
                </a:lnTo>
                <a:lnTo>
                  <a:pt x="3903" y="3081"/>
                </a:lnTo>
                <a:lnTo>
                  <a:pt x="3904" y="3081"/>
                </a:lnTo>
                <a:lnTo>
                  <a:pt x="3905" y="3081"/>
                </a:lnTo>
                <a:lnTo>
                  <a:pt x="3906" y="3081"/>
                </a:lnTo>
                <a:lnTo>
                  <a:pt x="3907" y="3082"/>
                </a:lnTo>
                <a:lnTo>
                  <a:pt x="3907" y="3083"/>
                </a:lnTo>
                <a:lnTo>
                  <a:pt x="3907" y="3084"/>
                </a:lnTo>
                <a:lnTo>
                  <a:pt x="3907" y="3085"/>
                </a:lnTo>
                <a:lnTo>
                  <a:pt x="3906" y="3085"/>
                </a:lnTo>
                <a:lnTo>
                  <a:pt x="3905" y="3085"/>
                </a:lnTo>
                <a:lnTo>
                  <a:pt x="3905" y="3086"/>
                </a:lnTo>
                <a:lnTo>
                  <a:pt x="3904" y="3087"/>
                </a:lnTo>
                <a:lnTo>
                  <a:pt x="3904" y="3088"/>
                </a:lnTo>
                <a:lnTo>
                  <a:pt x="3903" y="3087"/>
                </a:lnTo>
                <a:lnTo>
                  <a:pt x="3902" y="3086"/>
                </a:lnTo>
                <a:lnTo>
                  <a:pt x="3902" y="3087"/>
                </a:lnTo>
                <a:lnTo>
                  <a:pt x="3902" y="3088"/>
                </a:lnTo>
                <a:lnTo>
                  <a:pt x="3903" y="3089"/>
                </a:lnTo>
                <a:lnTo>
                  <a:pt x="3902" y="3090"/>
                </a:lnTo>
                <a:lnTo>
                  <a:pt x="3901" y="3091"/>
                </a:lnTo>
                <a:lnTo>
                  <a:pt x="3901" y="3093"/>
                </a:lnTo>
                <a:lnTo>
                  <a:pt x="3900" y="3093"/>
                </a:lnTo>
                <a:lnTo>
                  <a:pt x="3899" y="3094"/>
                </a:lnTo>
                <a:lnTo>
                  <a:pt x="3898" y="3093"/>
                </a:lnTo>
                <a:lnTo>
                  <a:pt x="3898" y="3094"/>
                </a:lnTo>
                <a:lnTo>
                  <a:pt x="3898" y="3095"/>
                </a:lnTo>
                <a:lnTo>
                  <a:pt x="3898" y="3096"/>
                </a:lnTo>
                <a:lnTo>
                  <a:pt x="3897" y="3096"/>
                </a:lnTo>
                <a:lnTo>
                  <a:pt x="3898" y="3096"/>
                </a:lnTo>
                <a:lnTo>
                  <a:pt x="3899" y="3097"/>
                </a:lnTo>
                <a:lnTo>
                  <a:pt x="3899" y="3098"/>
                </a:lnTo>
                <a:lnTo>
                  <a:pt x="3899" y="3100"/>
                </a:lnTo>
                <a:lnTo>
                  <a:pt x="3899" y="3101"/>
                </a:lnTo>
                <a:lnTo>
                  <a:pt x="3899" y="3102"/>
                </a:lnTo>
                <a:lnTo>
                  <a:pt x="3900" y="3103"/>
                </a:lnTo>
                <a:lnTo>
                  <a:pt x="3901" y="3103"/>
                </a:lnTo>
                <a:lnTo>
                  <a:pt x="3902" y="3103"/>
                </a:lnTo>
                <a:lnTo>
                  <a:pt x="3901" y="3104"/>
                </a:lnTo>
                <a:lnTo>
                  <a:pt x="3901" y="3105"/>
                </a:lnTo>
                <a:lnTo>
                  <a:pt x="3901" y="3106"/>
                </a:lnTo>
                <a:lnTo>
                  <a:pt x="3900" y="3106"/>
                </a:lnTo>
                <a:lnTo>
                  <a:pt x="3899" y="3105"/>
                </a:lnTo>
                <a:lnTo>
                  <a:pt x="3899" y="3104"/>
                </a:lnTo>
                <a:lnTo>
                  <a:pt x="3898" y="3104"/>
                </a:lnTo>
                <a:lnTo>
                  <a:pt x="3897" y="3103"/>
                </a:lnTo>
                <a:lnTo>
                  <a:pt x="3897" y="3102"/>
                </a:lnTo>
                <a:lnTo>
                  <a:pt x="3897" y="3101"/>
                </a:lnTo>
                <a:lnTo>
                  <a:pt x="3896" y="3101"/>
                </a:lnTo>
                <a:lnTo>
                  <a:pt x="3895" y="3101"/>
                </a:lnTo>
                <a:lnTo>
                  <a:pt x="3895" y="3100"/>
                </a:lnTo>
                <a:lnTo>
                  <a:pt x="3894" y="3101"/>
                </a:lnTo>
                <a:lnTo>
                  <a:pt x="3894" y="3102"/>
                </a:lnTo>
                <a:lnTo>
                  <a:pt x="3895" y="3102"/>
                </a:lnTo>
                <a:lnTo>
                  <a:pt x="3895" y="3101"/>
                </a:lnTo>
                <a:lnTo>
                  <a:pt x="3896" y="3102"/>
                </a:lnTo>
                <a:lnTo>
                  <a:pt x="3895" y="3102"/>
                </a:lnTo>
                <a:lnTo>
                  <a:pt x="3894" y="3103"/>
                </a:lnTo>
                <a:lnTo>
                  <a:pt x="3894" y="3102"/>
                </a:lnTo>
                <a:lnTo>
                  <a:pt x="3893" y="3103"/>
                </a:lnTo>
                <a:lnTo>
                  <a:pt x="3892" y="3103"/>
                </a:lnTo>
                <a:lnTo>
                  <a:pt x="3892" y="3104"/>
                </a:lnTo>
                <a:lnTo>
                  <a:pt x="3891" y="3105"/>
                </a:lnTo>
                <a:lnTo>
                  <a:pt x="3890" y="3105"/>
                </a:lnTo>
                <a:lnTo>
                  <a:pt x="3889" y="3107"/>
                </a:lnTo>
                <a:lnTo>
                  <a:pt x="3889" y="3108"/>
                </a:lnTo>
                <a:lnTo>
                  <a:pt x="3889" y="3109"/>
                </a:lnTo>
                <a:lnTo>
                  <a:pt x="3888" y="3110"/>
                </a:lnTo>
                <a:lnTo>
                  <a:pt x="3887" y="3111"/>
                </a:lnTo>
                <a:lnTo>
                  <a:pt x="3886" y="3110"/>
                </a:lnTo>
                <a:lnTo>
                  <a:pt x="3886" y="3109"/>
                </a:lnTo>
                <a:lnTo>
                  <a:pt x="3886" y="3110"/>
                </a:lnTo>
                <a:lnTo>
                  <a:pt x="3886" y="3109"/>
                </a:lnTo>
                <a:lnTo>
                  <a:pt x="3885" y="3109"/>
                </a:lnTo>
                <a:lnTo>
                  <a:pt x="3884" y="3109"/>
                </a:lnTo>
                <a:lnTo>
                  <a:pt x="3884" y="3108"/>
                </a:lnTo>
                <a:lnTo>
                  <a:pt x="3884" y="3107"/>
                </a:lnTo>
                <a:lnTo>
                  <a:pt x="3885" y="3107"/>
                </a:lnTo>
                <a:lnTo>
                  <a:pt x="3885" y="3106"/>
                </a:lnTo>
                <a:lnTo>
                  <a:pt x="3885" y="3105"/>
                </a:lnTo>
                <a:lnTo>
                  <a:pt x="3884" y="3105"/>
                </a:lnTo>
                <a:lnTo>
                  <a:pt x="3885" y="3106"/>
                </a:lnTo>
                <a:lnTo>
                  <a:pt x="3885" y="3107"/>
                </a:lnTo>
                <a:lnTo>
                  <a:pt x="3884" y="3107"/>
                </a:lnTo>
                <a:lnTo>
                  <a:pt x="3884" y="3106"/>
                </a:lnTo>
                <a:lnTo>
                  <a:pt x="3884" y="3107"/>
                </a:lnTo>
                <a:lnTo>
                  <a:pt x="3883" y="3108"/>
                </a:lnTo>
                <a:lnTo>
                  <a:pt x="3882" y="3108"/>
                </a:lnTo>
                <a:lnTo>
                  <a:pt x="3881" y="3109"/>
                </a:lnTo>
                <a:lnTo>
                  <a:pt x="3880" y="3110"/>
                </a:lnTo>
                <a:lnTo>
                  <a:pt x="3879" y="3111"/>
                </a:lnTo>
                <a:lnTo>
                  <a:pt x="3879" y="3112"/>
                </a:lnTo>
                <a:lnTo>
                  <a:pt x="3878" y="3112"/>
                </a:lnTo>
                <a:lnTo>
                  <a:pt x="3878" y="3113"/>
                </a:lnTo>
                <a:lnTo>
                  <a:pt x="3878" y="3114"/>
                </a:lnTo>
                <a:lnTo>
                  <a:pt x="3878" y="3115"/>
                </a:lnTo>
                <a:lnTo>
                  <a:pt x="3877" y="3115"/>
                </a:lnTo>
                <a:lnTo>
                  <a:pt x="3877" y="3117"/>
                </a:lnTo>
                <a:lnTo>
                  <a:pt x="3878" y="3117"/>
                </a:lnTo>
                <a:lnTo>
                  <a:pt x="3878" y="3118"/>
                </a:lnTo>
                <a:lnTo>
                  <a:pt x="3879" y="3118"/>
                </a:lnTo>
                <a:lnTo>
                  <a:pt x="3879" y="3119"/>
                </a:lnTo>
                <a:lnTo>
                  <a:pt x="3879" y="3120"/>
                </a:lnTo>
                <a:lnTo>
                  <a:pt x="3879" y="3121"/>
                </a:lnTo>
                <a:lnTo>
                  <a:pt x="3879" y="3122"/>
                </a:lnTo>
                <a:lnTo>
                  <a:pt x="3879" y="3123"/>
                </a:lnTo>
                <a:lnTo>
                  <a:pt x="3879" y="3124"/>
                </a:lnTo>
                <a:lnTo>
                  <a:pt x="3880" y="3125"/>
                </a:lnTo>
                <a:lnTo>
                  <a:pt x="3880" y="3126"/>
                </a:lnTo>
                <a:lnTo>
                  <a:pt x="3879" y="3126"/>
                </a:lnTo>
                <a:lnTo>
                  <a:pt x="3880" y="3127"/>
                </a:lnTo>
                <a:lnTo>
                  <a:pt x="3879" y="3127"/>
                </a:lnTo>
                <a:lnTo>
                  <a:pt x="3879" y="3128"/>
                </a:lnTo>
                <a:lnTo>
                  <a:pt x="3878" y="3128"/>
                </a:lnTo>
                <a:lnTo>
                  <a:pt x="3878" y="3127"/>
                </a:lnTo>
                <a:lnTo>
                  <a:pt x="3877" y="3127"/>
                </a:lnTo>
                <a:lnTo>
                  <a:pt x="3876" y="3128"/>
                </a:lnTo>
                <a:lnTo>
                  <a:pt x="3876" y="3129"/>
                </a:lnTo>
                <a:lnTo>
                  <a:pt x="3876" y="3130"/>
                </a:lnTo>
                <a:lnTo>
                  <a:pt x="3876" y="3131"/>
                </a:lnTo>
                <a:lnTo>
                  <a:pt x="3875" y="3131"/>
                </a:lnTo>
                <a:lnTo>
                  <a:pt x="3875" y="3132"/>
                </a:lnTo>
                <a:lnTo>
                  <a:pt x="3875" y="3133"/>
                </a:lnTo>
                <a:lnTo>
                  <a:pt x="3874" y="3134"/>
                </a:lnTo>
                <a:lnTo>
                  <a:pt x="3873" y="3134"/>
                </a:lnTo>
                <a:lnTo>
                  <a:pt x="3873" y="3133"/>
                </a:lnTo>
                <a:lnTo>
                  <a:pt x="3872" y="3133"/>
                </a:lnTo>
                <a:lnTo>
                  <a:pt x="3871" y="3133"/>
                </a:lnTo>
                <a:lnTo>
                  <a:pt x="3870" y="3133"/>
                </a:lnTo>
                <a:lnTo>
                  <a:pt x="3869" y="3133"/>
                </a:lnTo>
                <a:lnTo>
                  <a:pt x="3869" y="3134"/>
                </a:lnTo>
                <a:lnTo>
                  <a:pt x="3868" y="3134"/>
                </a:lnTo>
                <a:lnTo>
                  <a:pt x="3867" y="3134"/>
                </a:lnTo>
                <a:lnTo>
                  <a:pt x="3866" y="3134"/>
                </a:lnTo>
                <a:lnTo>
                  <a:pt x="3865" y="3134"/>
                </a:lnTo>
                <a:lnTo>
                  <a:pt x="3864" y="3134"/>
                </a:lnTo>
                <a:lnTo>
                  <a:pt x="3864" y="3135"/>
                </a:lnTo>
                <a:lnTo>
                  <a:pt x="3863" y="3135"/>
                </a:lnTo>
                <a:lnTo>
                  <a:pt x="3863" y="3134"/>
                </a:lnTo>
                <a:lnTo>
                  <a:pt x="3862" y="3134"/>
                </a:lnTo>
                <a:lnTo>
                  <a:pt x="3861" y="3134"/>
                </a:lnTo>
                <a:lnTo>
                  <a:pt x="3860" y="3133"/>
                </a:lnTo>
                <a:lnTo>
                  <a:pt x="3859" y="3133"/>
                </a:lnTo>
                <a:lnTo>
                  <a:pt x="3859" y="3132"/>
                </a:lnTo>
                <a:lnTo>
                  <a:pt x="3858" y="3132"/>
                </a:lnTo>
                <a:lnTo>
                  <a:pt x="3858" y="3131"/>
                </a:lnTo>
                <a:lnTo>
                  <a:pt x="3857" y="3131"/>
                </a:lnTo>
                <a:lnTo>
                  <a:pt x="3856" y="3132"/>
                </a:lnTo>
                <a:lnTo>
                  <a:pt x="3855" y="3132"/>
                </a:lnTo>
                <a:lnTo>
                  <a:pt x="3853" y="3133"/>
                </a:lnTo>
                <a:lnTo>
                  <a:pt x="3852" y="3133"/>
                </a:lnTo>
                <a:lnTo>
                  <a:pt x="3852" y="3134"/>
                </a:lnTo>
                <a:lnTo>
                  <a:pt x="3851" y="3134"/>
                </a:lnTo>
                <a:lnTo>
                  <a:pt x="3850" y="3135"/>
                </a:lnTo>
                <a:lnTo>
                  <a:pt x="3849" y="3136"/>
                </a:lnTo>
                <a:lnTo>
                  <a:pt x="3848" y="3137"/>
                </a:lnTo>
                <a:lnTo>
                  <a:pt x="3847" y="3138"/>
                </a:lnTo>
                <a:lnTo>
                  <a:pt x="3846" y="3140"/>
                </a:lnTo>
                <a:lnTo>
                  <a:pt x="3845" y="3140"/>
                </a:lnTo>
                <a:lnTo>
                  <a:pt x="3845" y="3141"/>
                </a:lnTo>
                <a:lnTo>
                  <a:pt x="3842" y="3143"/>
                </a:lnTo>
                <a:lnTo>
                  <a:pt x="3842" y="3144"/>
                </a:lnTo>
                <a:lnTo>
                  <a:pt x="3841" y="3144"/>
                </a:lnTo>
                <a:lnTo>
                  <a:pt x="3840" y="3144"/>
                </a:lnTo>
                <a:lnTo>
                  <a:pt x="3839" y="3145"/>
                </a:lnTo>
                <a:lnTo>
                  <a:pt x="3838" y="3145"/>
                </a:lnTo>
                <a:lnTo>
                  <a:pt x="3838" y="3146"/>
                </a:lnTo>
                <a:lnTo>
                  <a:pt x="3837" y="3145"/>
                </a:lnTo>
                <a:lnTo>
                  <a:pt x="3837" y="3144"/>
                </a:lnTo>
                <a:lnTo>
                  <a:pt x="3837" y="3143"/>
                </a:lnTo>
                <a:lnTo>
                  <a:pt x="3836" y="3143"/>
                </a:lnTo>
                <a:lnTo>
                  <a:pt x="3835" y="3143"/>
                </a:lnTo>
                <a:lnTo>
                  <a:pt x="3833" y="3143"/>
                </a:lnTo>
                <a:lnTo>
                  <a:pt x="3832" y="3143"/>
                </a:lnTo>
                <a:lnTo>
                  <a:pt x="3831" y="3143"/>
                </a:lnTo>
                <a:lnTo>
                  <a:pt x="3831" y="3144"/>
                </a:lnTo>
                <a:lnTo>
                  <a:pt x="3830" y="3144"/>
                </a:lnTo>
                <a:lnTo>
                  <a:pt x="3829" y="3145"/>
                </a:lnTo>
                <a:lnTo>
                  <a:pt x="3829" y="3144"/>
                </a:lnTo>
                <a:lnTo>
                  <a:pt x="3828" y="3145"/>
                </a:lnTo>
                <a:lnTo>
                  <a:pt x="3827" y="3146"/>
                </a:lnTo>
                <a:lnTo>
                  <a:pt x="3826" y="3147"/>
                </a:lnTo>
                <a:lnTo>
                  <a:pt x="3825" y="3148"/>
                </a:lnTo>
                <a:lnTo>
                  <a:pt x="3825" y="3147"/>
                </a:lnTo>
                <a:lnTo>
                  <a:pt x="3825" y="3146"/>
                </a:lnTo>
                <a:lnTo>
                  <a:pt x="3824" y="3147"/>
                </a:lnTo>
                <a:lnTo>
                  <a:pt x="3823" y="3147"/>
                </a:lnTo>
                <a:lnTo>
                  <a:pt x="3822" y="3147"/>
                </a:lnTo>
                <a:lnTo>
                  <a:pt x="3822" y="3148"/>
                </a:lnTo>
                <a:lnTo>
                  <a:pt x="3821" y="3149"/>
                </a:lnTo>
                <a:lnTo>
                  <a:pt x="3820" y="3149"/>
                </a:lnTo>
                <a:lnTo>
                  <a:pt x="3820" y="3148"/>
                </a:lnTo>
                <a:lnTo>
                  <a:pt x="3819" y="3148"/>
                </a:lnTo>
                <a:lnTo>
                  <a:pt x="3818" y="3148"/>
                </a:lnTo>
                <a:lnTo>
                  <a:pt x="3817" y="3149"/>
                </a:lnTo>
                <a:lnTo>
                  <a:pt x="3816" y="3150"/>
                </a:lnTo>
                <a:lnTo>
                  <a:pt x="3815" y="3151"/>
                </a:lnTo>
                <a:lnTo>
                  <a:pt x="3814" y="3152"/>
                </a:lnTo>
                <a:lnTo>
                  <a:pt x="3813" y="3154"/>
                </a:lnTo>
                <a:lnTo>
                  <a:pt x="3812" y="3154"/>
                </a:lnTo>
                <a:lnTo>
                  <a:pt x="3812" y="3153"/>
                </a:lnTo>
                <a:lnTo>
                  <a:pt x="3811" y="3153"/>
                </a:lnTo>
                <a:lnTo>
                  <a:pt x="3811" y="3152"/>
                </a:lnTo>
                <a:lnTo>
                  <a:pt x="3811" y="3151"/>
                </a:lnTo>
                <a:lnTo>
                  <a:pt x="3811" y="3150"/>
                </a:lnTo>
                <a:lnTo>
                  <a:pt x="3811" y="3149"/>
                </a:lnTo>
                <a:lnTo>
                  <a:pt x="3812" y="3149"/>
                </a:lnTo>
                <a:lnTo>
                  <a:pt x="3812" y="3148"/>
                </a:lnTo>
                <a:lnTo>
                  <a:pt x="3811" y="3148"/>
                </a:lnTo>
                <a:lnTo>
                  <a:pt x="3811" y="3147"/>
                </a:lnTo>
                <a:lnTo>
                  <a:pt x="3811" y="3146"/>
                </a:lnTo>
                <a:lnTo>
                  <a:pt x="3810" y="3146"/>
                </a:lnTo>
                <a:lnTo>
                  <a:pt x="3811" y="3146"/>
                </a:lnTo>
                <a:lnTo>
                  <a:pt x="3812" y="3146"/>
                </a:lnTo>
                <a:lnTo>
                  <a:pt x="3812" y="3147"/>
                </a:lnTo>
                <a:lnTo>
                  <a:pt x="3813" y="3147"/>
                </a:lnTo>
                <a:lnTo>
                  <a:pt x="3812" y="3146"/>
                </a:lnTo>
                <a:lnTo>
                  <a:pt x="3811" y="3146"/>
                </a:lnTo>
                <a:lnTo>
                  <a:pt x="3811" y="3145"/>
                </a:lnTo>
                <a:lnTo>
                  <a:pt x="3810" y="3145"/>
                </a:lnTo>
                <a:lnTo>
                  <a:pt x="3809" y="3144"/>
                </a:lnTo>
                <a:lnTo>
                  <a:pt x="3807" y="3143"/>
                </a:lnTo>
                <a:lnTo>
                  <a:pt x="3806" y="3143"/>
                </a:lnTo>
                <a:lnTo>
                  <a:pt x="3805" y="3143"/>
                </a:lnTo>
                <a:lnTo>
                  <a:pt x="3802" y="3143"/>
                </a:lnTo>
                <a:lnTo>
                  <a:pt x="3802" y="3142"/>
                </a:lnTo>
                <a:lnTo>
                  <a:pt x="3802" y="3141"/>
                </a:lnTo>
                <a:lnTo>
                  <a:pt x="3802" y="3140"/>
                </a:lnTo>
                <a:lnTo>
                  <a:pt x="3801" y="3140"/>
                </a:lnTo>
                <a:lnTo>
                  <a:pt x="3800" y="3140"/>
                </a:lnTo>
                <a:lnTo>
                  <a:pt x="3799" y="3140"/>
                </a:lnTo>
                <a:lnTo>
                  <a:pt x="3798" y="3140"/>
                </a:lnTo>
                <a:lnTo>
                  <a:pt x="3796" y="3141"/>
                </a:lnTo>
                <a:lnTo>
                  <a:pt x="3795" y="3141"/>
                </a:lnTo>
                <a:lnTo>
                  <a:pt x="3795" y="3142"/>
                </a:lnTo>
                <a:lnTo>
                  <a:pt x="3794" y="3142"/>
                </a:lnTo>
                <a:lnTo>
                  <a:pt x="3794" y="3141"/>
                </a:lnTo>
                <a:lnTo>
                  <a:pt x="3795" y="3141"/>
                </a:lnTo>
                <a:lnTo>
                  <a:pt x="3794" y="3141"/>
                </a:lnTo>
                <a:lnTo>
                  <a:pt x="3794" y="3142"/>
                </a:lnTo>
                <a:lnTo>
                  <a:pt x="3794" y="3143"/>
                </a:lnTo>
                <a:lnTo>
                  <a:pt x="3793" y="3143"/>
                </a:lnTo>
                <a:lnTo>
                  <a:pt x="3792" y="3143"/>
                </a:lnTo>
                <a:lnTo>
                  <a:pt x="3791" y="3144"/>
                </a:lnTo>
                <a:lnTo>
                  <a:pt x="3791" y="3145"/>
                </a:lnTo>
                <a:lnTo>
                  <a:pt x="3790" y="3146"/>
                </a:lnTo>
                <a:lnTo>
                  <a:pt x="3790" y="3147"/>
                </a:lnTo>
                <a:lnTo>
                  <a:pt x="3789" y="3147"/>
                </a:lnTo>
                <a:lnTo>
                  <a:pt x="3790" y="3147"/>
                </a:lnTo>
                <a:lnTo>
                  <a:pt x="3789" y="3148"/>
                </a:lnTo>
                <a:lnTo>
                  <a:pt x="3788" y="3148"/>
                </a:lnTo>
                <a:lnTo>
                  <a:pt x="3788" y="3149"/>
                </a:lnTo>
                <a:lnTo>
                  <a:pt x="3788" y="3150"/>
                </a:lnTo>
                <a:lnTo>
                  <a:pt x="3787" y="3150"/>
                </a:lnTo>
                <a:lnTo>
                  <a:pt x="3787" y="3151"/>
                </a:lnTo>
                <a:lnTo>
                  <a:pt x="3787" y="3152"/>
                </a:lnTo>
                <a:lnTo>
                  <a:pt x="3787" y="3153"/>
                </a:lnTo>
                <a:lnTo>
                  <a:pt x="3786" y="3153"/>
                </a:lnTo>
                <a:lnTo>
                  <a:pt x="3787" y="3154"/>
                </a:lnTo>
                <a:lnTo>
                  <a:pt x="3787" y="3155"/>
                </a:lnTo>
                <a:lnTo>
                  <a:pt x="3788" y="3156"/>
                </a:lnTo>
                <a:lnTo>
                  <a:pt x="3788" y="3157"/>
                </a:lnTo>
                <a:lnTo>
                  <a:pt x="3789" y="3156"/>
                </a:lnTo>
                <a:lnTo>
                  <a:pt x="3789" y="3155"/>
                </a:lnTo>
                <a:lnTo>
                  <a:pt x="3790" y="3154"/>
                </a:lnTo>
                <a:lnTo>
                  <a:pt x="3789" y="3154"/>
                </a:lnTo>
                <a:lnTo>
                  <a:pt x="3789" y="3153"/>
                </a:lnTo>
                <a:lnTo>
                  <a:pt x="3790" y="3153"/>
                </a:lnTo>
                <a:lnTo>
                  <a:pt x="3791" y="3154"/>
                </a:lnTo>
                <a:lnTo>
                  <a:pt x="3792" y="3154"/>
                </a:lnTo>
                <a:lnTo>
                  <a:pt x="3792" y="3153"/>
                </a:lnTo>
                <a:lnTo>
                  <a:pt x="3793" y="3153"/>
                </a:lnTo>
                <a:lnTo>
                  <a:pt x="3793" y="3154"/>
                </a:lnTo>
                <a:lnTo>
                  <a:pt x="3793" y="3155"/>
                </a:lnTo>
                <a:lnTo>
                  <a:pt x="3792" y="3155"/>
                </a:lnTo>
                <a:lnTo>
                  <a:pt x="3791" y="3155"/>
                </a:lnTo>
                <a:lnTo>
                  <a:pt x="3791" y="3156"/>
                </a:lnTo>
                <a:lnTo>
                  <a:pt x="3790" y="3157"/>
                </a:lnTo>
                <a:lnTo>
                  <a:pt x="3790" y="3158"/>
                </a:lnTo>
                <a:lnTo>
                  <a:pt x="3790" y="3159"/>
                </a:lnTo>
                <a:lnTo>
                  <a:pt x="3789" y="3159"/>
                </a:lnTo>
                <a:lnTo>
                  <a:pt x="3790" y="3160"/>
                </a:lnTo>
                <a:lnTo>
                  <a:pt x="3791" y="3160"/>
                </a:lnTo>
                <a:lnTo>
                  <a:pt x="3791" y="3161"/>
                </a:lnTo>
                <a:lnTo>
                  <a:pt x="3790" y="3162"/>
                </a:lnTo>
                <a:lnTo>
                  <a:pt x="3791" y="3162"/>
                </a:lnTo>
                <a:lnTo>
                  <a:pt x="3791" y="3163"/>
                </a:lnTo>
                <a:lnTo>
                  <a:pt x="3790" y="3162"/>
                </a:lnTo>
                <a:lnTo>
                  <a:pt x="3790" y="3161"/>
                </a:lnTo>
                <a:lnTo>
                  <a:pt x="3789" y="3161"/>
                </a:lnTo>
                <a:lnTo>
                  <a:pt x="3788" y="3161"/>
                </a:lnTo>
                <a:lnTo>
                  <a:pt x="3787" y="3161"/>
                </a:lnTo>
                <a:lnTo>
                  <a:pt x="3786" y="3161"/>
                </a:lnTo>
                <a:lnTo>
                  <a:pt x="3786" y="3160"/>
                </a:lnTo>
                <a:lnTo>
                  <a:pt x="3784" y="3160"/>
                </a:lnTo>
                <a:lnTo>
                  <a:pt x="3784" y="3159"/>
                </a:lnTo>
                <a:lnTo>
                  <a:pt x="3783" y="3159"/>
                </a:lnTo>
                <a:lnTo>
                  <a:pt x="3782" y="3159"/>
                </a:lnTo>
                <a:lnTo>
                  <a:pt x="3782" y="3158"/>
                </a:lnTo>
                <a:lnTo>
                  <a:pt x="3781" y="3158"/>
                </a:lnTo>
                <a:lnTo>
                  <a:pt x="3780" y="3158"/>
                </a:lnTo>
                <a:lnTo>
                  <a:pt x="3779" y="3158"/>
                </a:lnTo>
                <a:lnTo>
                  <a:pt x="3778" y="3158"/>
                </a:lnTo>
                <a:lnTo>
                  <a:pt x="3778" y="3159"/>
                </a:lnTo>
                <a:lnTo>
                  <a:pt x="3777" y="3159"/>
                </a:lnTo>
                <a:lnTo>
                  <a:pt x="3776" y="3159"/>
                </a:lnTo>
                <a:lnTo>
                  <a:pt x="3775" y="3159"/>
                </a:lnTo>
                <a:lnTo>
                  <a:pt x="3774" y="3159"/>
                </a:lnTo>
                <a:lnTo>
                  <a:pt x="3773" y="3159"/>
                </a:lnTo>
                <a:lnTo>
                  <a:pt x="3773" y="3158"/>
                </a:lnTo>
                <a:lnTo>
                  <a:pt x="3772" y="3158"/>
                </a:lnTo>
                <a:lnTo>
                  <a:pt x="3772" y="3157"/>
                </a:lnTo>
                <a:lnTo>
                  <a:pt x="3771" y="3157"/>
                </a:lnTo>
                <a:lnTo>
                  <a:pt x="3770" y="3156"/>
                </a:lnTo>
                <a:lnTo>
                  <a:pt x="3770" y="3155"/>
                </a:lnTo>
                <a:lnTo>
                  <a:pt x="3770" y="3154"/>
                </a:lnTo>
                <a:lnTo>
                  <a:pt x="3771" y="3154"/>
                </a:lnTo>
                <a:lnTo>
                  <a:pt x="3771" y="3153"/>
                </a:lnTo>
                <a:lnTo>
                  <a:pt x="3770" y="3152"/>
                </a:lnTo>
                <a:lnTo>
                  <a:pt x="3771" y="3152"/>
                </a:lnTo>
                <a:lnTo>
                  <a:pt x="3773" y="3153"/>
                </a:lnTo>
                <a:lnTo>
                  <a:pt x="3774" y="3153"/>
                </a:lnTo>
                <a:lnTo>
                  <a:pt x="3775" y="3153"/>
                </a:lnTo>
                <a:lnTo>
                  <a:pt x="3776" y="3153"/>
                </a:lnTo>
                <a:lnTo>
                  <a:pt x="3777" y="3152"/>
                </a:lnTo>
                <a:lnTo>
                  <a:pt x="3778" y="3152"/>
                </a:lnTo>
                <a:lnTo>
                  <a:pt x="3778" y="3151"/>
                </a:lnTo>
                <a:lnTo>
                  <a:pt x="3777" y="3151"/>
                </a:lnTo>
                <a:lnTo>
                  <a:pt x="3777" y="3149"/>
                </a:lnTo>
                <a:lnTo>
                  <a:pt x="3776" y="3149"/>
                </a:lnTo>
                <a:lnTo>
                  <a:pt x="3775" y="3149"/>
                </a:lnTo>
                <a:lnTo>
                  <a:pt x="3774" y="3150"/>
                </a:lnTo>
                <a:lnTo>
                  <a:pt x="3773" y="3150"/>
                </a:lnTo>
                <a:lnTo>
                  <a:pt x="3772" y="3150"/>
                </a:lnTo>
                <a:lnTo>
                  <a:pt x="3772" y="3151"/>
                </a:lnTo>
                <a:lnTo>
                  <a:pt x="3773" y="3151"/>
                </a:lnTo>
                <a:lnTo>
                  <a:pt x="3772" y="3151"/>
                </a:lnTo>
                <a:lnTo>
                  <a:pt x="3772" y="3152"/>
                </a:lnTo>
                <a:lnTo>
                  <a:pt x="3771" y="3151"/>
                </a:lnTo>
                <a:lnTo>
                  <a:pt x="3771" y="3150"/>
                </a:lnTo>
                <a:lnTo>
                  <a:pt x="3770" y="3150"/>
                </a:lnTo>
                <a:lnTo>
                  <a:pt x="3770" y="3149"/>
                </a:lnTo>
                <a:lnTo>
                  <a:pt x="3768" y="3149"/>
                </a:lnTo>
                <a:lnTo>
                  <a:pt x="3767" y="3149"/>
                </a:lnTo>
                <a:lnTo>
                  <a:pt x="3767" y="3148"/>
                </a:lnTo>
                <a:lnTo>
                  <a:pt x="3766" y="3148"/>
                </a:lnTo>
                <a:lnTo>
                  <a:pt x="3765" y="3149"/>
                </a:lnTo>
                <a:lnTo>
                  <a:pt x="3764" y="3149"/>
                </a:lnTo>
                <a:lnTo>
                  <a:pt x="3763" y="3149"/>
                </a:lnTo>
                <a:lnTo>
                  <a:pt x="3762" y="3149"/>
                </a:lnTo>
                <a:lnTo>
                  <a:pt x="3761" y="3149"/>
                </a:lnTo>
                <a:lnTo>
                  <a:pt x="3760" y="3149"/>
                </a:lnTo>
                <a:lnTo>
                  <a:pt x="3760" y="3150"/>
                </a:lnTo>
                <a:lnTo>
                  <a:pt x="3760" y="3149"/>
                </a:lnTo>
                <a:lnTo>
                  <a:pt x="3761" y="3149"/>
                </a:lnTo>
                <a:lnTo>
                  <a:pt x="3760" y="3148"/>
                </a:lnTo>
                <a:lnTo>
                  <a:pt x="3761" y="3147"/>
                </a:lnTo>
                <a:lnTo>
                  <a:pt x="3762" y="3146"/>
                </a:lnTo>
                <a:lnTo>
                  <a:pt x="3763" y="3146"/>
                </a:lnTo>
                <a:lnTo>
                  <a:pt x="3763" y="3145"/>
                </a:lnTo>
                <a:lnTo>
                  <a:pt x="3764" y="3144"/>
                </a:lnTo>
                <a:lnTo>
                  <a:pt x="3765" y="3144"/>
                </a:lnTo>
                <a:lnTo>
                  <a:pt x="3765" y="3145"/>
                </a:lnTo>
                <a:lnTo>
                  <a:pt x="3765" y="3144"/>
                </a:lnTo>
                <a:lnTo>
                  <a:pt x="3765" y="3142"/>
                </a:lnTo>
                <a:lnTo>
                  <a:pt x="3766" y="3143"/>
                </a:lnTo>
                <a:lnTo>
                  <a:pt x="3766" y="3142"/>
                </a:lnTo>
                <a:lnTo>
                  <a:pt x="3767" y="3142"/>
                </a:lnTo>
                <a:lnTo>
                  <a:pt x="3768" y="3141"/>
                </a:lnTo>
                <a:lnTo>
                  <a:pt x="3768" y="3139"/>
                </a:lnTo>
                <a:lnTo>
                  <a:pt x="3768" y="3138"/>
                </a:lnTo>
                <a:lnTo>
                  <a:pt x="3768" y="3137"/>
                </a:lnTo>
                <a:lnTo>
                  <a:pt x="3769" y="3136"/>
                </a:lnTo>
                <a:lnTo>
                  <a:pt x="3768" y="3136"/>
                </a:lnTo>
                <a:lnTo>
                  <a:pt x="3768" y="3137"/>
                </a:lnTo>
                <a:lnTo>
                  <a:pt x="3767" y="3137"/>
                </a:lnTo>
                <a:lnTo>
                  <a:pt x="3767" y="3138"/>
                </a:lnTo>
                <a:lnTo>
                  <a:pt x="3767" y="3139"/>
                </a:lnTo>
                <a:lnTo>
                  <a:pt x="3767" y="3140"/>
                </a:lnTo>
                <a:lnTo>
                  <a:pt x="3767" y="3141"/>
                </a:lnTo>
                <a:lnTo>
                  <a:pt x="3766" y="3141"/>
                </a:lnTo>
                <a:lnTo>
                  <a:pt x="3765" y="3141"/>
                </a:lnTo>
                <a:lnTo>
                  <a:pt x="3765" y="3142"/>
                </a:lnTo>
                <a:lnTo>
                  <a:pt x="3764" y="3143"/>
                </a:lnTo>
                <a:lnTo>
                  <a:pt x="3764" y="3144"/>
                </a:lnTo>
                <a:lnTo>
                  <a:pt x="3763" y="3144"/>
                </a:lnTo>
                <a:lnTo>
                  <a:pt x="3763" y="3145"/>
                </a:lnTo>
                <a:lnTo>
                  <a:pt x="3762" y="3146"/>
                </a:lnTo>
                <a:lnTo>
                  <a:pt x="3762" y="3145"/>
                </a:lnTo>
                <a:lnTo>
                  <a:pt x="3761" y="3145"/>
                </a:lnTo>
                <a:lnTo>
                  <a:pt x="3760" y="3145"/>
                </a:lnTo>
                <a:lnTo>
                  <a:pt x="3759" y="3144"/>
                </a:lnTo>
                <a:lnTo>
                  <a:pt x="3758" y="3144"/>
                </a:lnTo>
                <a:lnTo>
                  <a:pt x="3757" y="3144"/>
                </a:lnTo>
                <a:lnTo>
                  <a:pt x="3757" y="3145"/>
                </a:lnTo>
                <a:lnTo>
                  <a:pt x="3756" y="3145"/>
                </a:lnTo>
                <a:lnTo>
                  <a:pt x="3755" y="3145"/>
                </a:lnTo>
                <a:lnTo>
                  <a:pt x="3755" y="3146"/>
                </a:lnTo>
                <a:lnTo>
                  <a:pt x="3755" y="3147"/>
                </a:lnTo>
                <a:lnTo>
                  <a:pt x="3754" y="3147"/>
                </a:lnTo>
                <a:lnTo>
                  <a:pt x="3754" y="3148"/>
                </a:lnTo>
                <a:lnTo>
                  <a:pt x="3755" y="3148"/>
                </a:lnTo>
                <a:lnTo>
                  <a:pt x="3755" y="3149"/>
                </a:lnTo>
                <a:lnTo>
                  <a:pt x="3756" y="3148"/>
                </a:lnTo>
                <a:lnTo>
                  <a:pt x="3756" y="3149"/>
                </a:lnTo>
                <a:lnTo>
                  <a:pt x="3756" y="3150"/>
                </a:lnTo>
                <a:lnTo>
                  <a:pt x="3755" y="3150"/>
                </a:lnTo>
                <a:lnTo>
                  <a:pt x="3755" y="3149"/>
                </a:lnTo>
                <a:lnTo>
                  <a:pt x="3754" y="3149"/>
                </a:lnTo>
                <a:lnTo>
                  <a:pt x="3753" y="3149"/>
                </a:lnTo>
                <a:lnTo>
                  <a:pt x="3753" y="3148"/>
                </a:lnTo>
                <a:lnTo>
                  <a:pt x="3753" y="3147"/>
                </a:lnTo>
                <a:lnTo>
                  <a:pt x="3754" y="3147"/>
                </a:lnTo>
                <a:lnTo>
                  <a:pt x="3753" y="3147"/>
                </a:lnTo>
                <a:lnTo>
                  <a:pt x="3752" y="3147"/>
                </a:lnTo>
                <a:lnTo>
                  <a:pt x="3751" y="3147"/>
                </a:lnTo>
                <a:lnTo>
                  <a:pt x="3750" y="3147"/>
                </a:lnTo>
                <a:lnTo>
                  <a:pt x="3749" y="3148"/>
                </a:lnTo>
                <a:lnTo>
                  <a:pt x="3748" y="3148"/>
                </a:lnTo>
                <a:lnTo>
                  <a:pt x="3746" y="3148"/>
                </a:lnTo>
                <a:lnTo>
                  <a:pt x="3745" y="3149"/>
                </a:lnTo>
                <a:lnTo>
                  <a:pt x="3744" y="3149"/>
                </a:lnTo>
                <a:lnTo>
                  <a:pt x="3744" y="3148"/>
                </a:lnTo>
                <a:lnTo>
                  <a:pt x="3744" y="3149"/>
                </a:lnTo>
                <a:lnTo>
                  <a:pt x="3743" y="3149"/>
                </a:lnTo>
                <a:lnTo>
                  <a:pt x="3743" y="3150"/>
                </a:lnTo>
                <a:lnTo>
                  <a:pt x="3743" y="3152"/>
                </a:lnTo>
                <a:lnTo>
                  <a:pt x="3743" y="3153"/>
                </a:lnTo>
                <a:lnTo>
                  <a:pt x="3742" y="3153"/>
                </a:lnTo>
                <a:lnTo>
                  <a:pt x="3741" y="3154"/>
                </a:lnTo>
                <a:lnTo>
                  <a:pt x="3741" y="3155"/>
                </a:lnTo>
                <a:lnTo>
                  <a:pt x="3742" y="3156"/>
                </a:lnTo>
                <a:lnTo>
                  <a:pt x="3742" y="3157"/>
                </a:lnTo>
                <a:lnTo>
                  <a:pt x="3741" y="3158"/>
                </a:lnTo>
                <a:lnTo>
                  <a:pt x="3740" y="3158"/>
                </a:lnTo>
                <a:lnTo>
                  <a:pt x="3739" y="3158"/>
                </a:lnTo>
                <a:lnTo>
                  <a:pt x="3738" y="3159"/>
                </a:lnTo>
                <a:lnTo>
                  <a:pt x="3737" y="3159"/>
                </a:lnTo>
                <a:lnTo>
                  <a:pt x="3736" y="3158"/>
                </a:lnTo>
                <a:lnTo>
                  <a:pt x="3735" y="3158"/>
                </a:lnTo>
                <a:lnTo>
                  <a:pt x="3735" y="3157"/>
                </a:lnTo>
                <a:lnTo>
                  <a:pt x="3735" y="3156"/>
                </a:lnTo>
                <a:lnTo>
                  <a:pt x="3735" y="3155"/>
                </a:lnTo>
                <a:lnTo>
                  <a:pt x="3735" y="3154"/>
                </a:lnTo>
                <a:lnTo>
                  <a:pt x="3734" y="3153"/>
                </a:lnTo>
                <a:lnTo>
                  <a:pt x="3733" y="3153"/>
                </a:lnTo>
                <a:lnTo>
                  <a:pt x="3732" y="3153"/>
                </a:lnTo>
                <a:lnTo>
                  <a:pt x="3731" y="3153"/>
                </a:lnTo>
                <a:lnTo>
                  <a:pt x="3730" y="3153"/>
                </a:lnTo>
                <a:lnTo>
                  <a:pt x="3729" y="3152"/>
                </a:lnTo>
                <a:lnTo>
                  <a:pt x="3728" y="3151"/>
                </a:lnTo>
                <a:lnTo>
                  <a:pt x="3728" y="3152"/>
                </a:lnTo>
                <a:lnTo>
                  <a:pt x="3727" y="3152"/>
                </a:lnTo>
                <a:lnTo>
                  <a:pt x="3728" y="3153"/>
                </a:lnTo>
                <a:lnTo>
                  <a:pt x="3729" y="3154"/>
                </a:lnTo>
                <a:lnTo>
                  <a:pt x="3729" y="3155"/>
                </a:lnTo>
                <a:lnTo>
                  <a:pt x="3728" y="3155"/>
                </a:lnTo>
                <a:lnTo>
                  <a:pt x="3729" y="3155"/>
                </a:lnTo>
                <a:lnTo>
                  <a:pt x="3730" y="3156"/>
                </a:lnTo>
                <a:lnTo>
                  <a:pt x="3731" y="3156"/>
                </a:lnTo>
                <a:lnTo>
                  <a:pt x="3732" y="3156"/>
                </a:lnTo>
                <a:lnTo>
                  <a:pt x="3732" y="3157"/>
                </a:lnTo>
                <a:lnTo>
                  <a:pt x="3733" y="3157"/>
                </a:lnTo>
                <a:lnTo>
                  <a:pt x="3734" y="3157"/>
                </a:lnTo>
                <a:lnTo>
                  <a:pt x="3735" y="3158"/>
                </a:lnTo>
                <a:lnTo>
                  <a:pt x="3735" y="3159"/>
                </a:lnTo>
                <a:lnTo>
                  <a:pt x="3736" y="3159"/>
                </a:lnTo>
                <a:lnTo>
                  <a:pt x="3736" y="3160"/>
                </a:lnTo>
                <a:lnTo>
                  <a:pt x="3735" y="3161"/>
                </a:lnTo>
                <a:lnTo>
                  <a:pt x="3733" y="3163"/>
                </a:lnTo>
                <a:lnTo>
                  <a:pt x="3733" y="3164"/>
                </a:lnTo>
                <a:lnTo>
                  <a:pt x="3732" y="3165"/>
                </a:lnTo>
                <a:lnTo>
                  <a:pt x="3732" y="3166"/>
                </a:lnTo>
                <a:lnTo>
                  <a:pt x="3731" y="3167"/>
                </a:lnTo>
                <a:lnTo>
                  <a:pt x="3731" y="3168"/>
                </a:lnTo>
                <a:lnTo>
                  <a:pt x="3730" y="3168"/>
                </a:lnTo>
                <a:lnTo>
                  <a:pt x="3730" y="3169"/>
                </a:lnTo>
                <a:lnTo>
                  <a:pt x="3730" y="3170"/>
                </a:lnTo>
                <a:lnTo>
                  <a:pt x="3730" y="3171"/>
                </a:lnTo>
                <a:lnTo>
                  <a:pt x="3731" y="3171"/>
                </a:lnTo>
                <a:lnTo>
                  <a:pt x="3732" y="3172"/>
                </a:lnTo>
                <a:lnTo>
                  <a:pt x="3731" y="3173"/>
                </a:lnTo>
                <a:lnTo>
                  <a:pt x="3730" y="3173"/>
                </a:lnTo>
                <a:lnTo>
                  <a:pt x="3729" y="3173"/>
                </a:lnTo>
                <a:lnTo>
                  <a:pt x="3729" y="3174"/>
                </a:lnTo>
                <a:lnTo>
                  <a:pt x="3728" y="3174"/>
                </a:lnTo>
                <a:lnTo>
                  <a:pt x="3728" y="3173"/>
                </a:lnTo>
                <a:lnTo>
                  <a:pt x="3729" y="3173"/>
                </a:lnTo>
                <a:lnTo>
                  <a:pt x="3729" y="3172"/>
                </a:lnTo>
                <a:lnTo>
                  <a:pt x="3729" y="3171"/>
                </a:lnTo>
                <a:lnTo>
                  <a:pt x="3729" y="3170"/>
                </a:lnTo>
                <a:lnTo>
                  <a:pt x="3729" y="3169"/>
                </a:lnTo>
                <a:lnTo>
                  <a:pt x="3728" y="3169"/>
                </a:lnTo>
                <a:lnTo>
                  <a:pt x="3727" y="3168"/>
                </a:lnTo>
                <a:lnTo>
                  <a:pt x="3726" y="3168"/>
                </a:lnTo>
                <a:lnTo>
                  <a:pt x="3725" y="3168"/>
                </a:lnTo>
                <a:lnTo>
                  <a:pt x="3724" y="3168"/>
                </a:lnTo>
                <a:lnTo>
                  <a:pt x="3723" y="3168"/>
                </a:lnTo>
                <a:lnTo>
                  <a:pt x="3723" y="3169"/>
                </a:lnTo>
                <a:lnTo>
                  <a:pt x="3722" y="3169"/>
                </a:lnTo>
                <a:lnTo>
                  <a:pt x="3721" y="3169"/>
                </a:lnTo>
                <a:lnTo>
                  <a:pt x="3720" y="3168"/>
                </a:lnTo>
                <a:lnTo>
                  <a:pt x="3719" y="3169"/>
                </a:lnTo>
                <a:lnTo>
                  <a:pt x="3718" y="3169"/>
                </a:lnTo>
                <a:lnTo>
                  <a:pt x="3717" y="3169"/>
                </a:lnTo>
                <a:lnTo>
                  <a:pt x="3717" y="3168"/>
                </a:lnTo>
                <a:lnTo>
                  <a:pt x="3716" y="3168"/>
                </a:lnTo>
                <a:lnTo>
                  <a:pt x="3715" y="3167"/>
                </a:lnTo>
                <a:lnTo>
                  <a:pt x="3716" y="3167"/>
                </a:lnTo>
                <a:lnTo>
                  <a:pt x="3716" y="3166"/>
                </a:lnTo>
                <a:lnTo>
                  <a:pt x="3716" y="3165"/>
                </a:lnTo>
                <a:lnTo>
                  <a:pt x="3716" y="3164"/>
                </a:lnTo>
                <a:lnTo>
                  <a:pt x="3715" y="3163"/>
                </a:lnTo>
                <a:lnTo>
                  <a:pt x="3715" y="3162"/>
                </a:lnTo>
                <a:lnTo>
                  <a:pt x="3716" y="3162"/>
                </a:lnTo>
                <a:lnTo>
                  <a:pt x="3716" y="3161"/>
                </a:lnTo>
                <a:lnTo>
                  <a:pt x="3716" y="3160"/>
                </a:lnTo>
                <a:lnTo>
                  <a:pt x="3717" y="3160"/>
                </a:lnTo>
                <a:lnTo>
                  <a:pt x="3717" y="3159"/>
                </a:lnTo>
                <a:lnTo>
                  <a:pt x="3716" y="3159"/>
                </a:lnTo>
                <a:lnTo>
                  <a:pt x="3716" y="3158"/>
                </a:lnTo>
                <a:lnTo>
                  <a:pt x="3716" y="3157"/>
                </a:lnTo>
                <a:lnTo>
                  <a:pt x="3716" y="3156"/>
                </a:lnTo>
                <a:lnTo>
                  <a:pt x="3716" y="3155"/>
                </a:lnTo>
                <a:lnTo>
                  <a:pt x="3716" y="3154"/>
                </a:lnTo>
                <a:lnTo>
                  <a:pt x="3716" y="3153"/>
                </a:lnTo>
                <a:lnTo>
                  <a:pt x="3717" y="3153"/>
                </a:lnTo>
                <a:lnTo>
                  <a:pt x="3717" y="3152"/>
                </a:lnTo>
                <a:lnTo>
                  <a:pt x="3718" y="3152"/>
                </a:lnTo>
                <a:lnTo>
                  <a:pt x="3719" y="3152"/>
                </a:lnTo>
                <a:lnTo>
                  <a:pt x="3720" y="3150"/>
                </a:lnTo>
                <a:lnTo>
                  <a:pt x="3721" y="3150"/>
                </a:lnTo>
                <a:lnTo>
                  <a:pt x="3722" y="3150"/>
                </a:lnTo>
                <a:lnTo>
                  <a:pt x="3723" y="3150"/>
                </a:lnTo>
                <a:lnTo>
                  <a:pt x="3723" y="3149"/>
                </a:lnTo>
                <a:lnTo>
                  <a:pt x="3724" y="3149"/>
                </a:lnTo>
                <a:lnTo>
                  <a:pt x="3723" y="3148"/>
                </a:lnTo>
                <a:lnTo>
                  <a:pt x="3722" y="3147"/>
                </a:lnTo>
                <a:lnTo>
                  <a:pt x="3721" y="3146"/>
                </a:lnTo>
                <a:lnTo>
                  <a:pt x="3721" y="3145"/>
                </a:lnTo>
                <a:lnTo>
                  <a:pt x="3720" y="3145"/>
                </a:lnTo>
                <a:lnTo>
                  <a:pt x="3720" y="3144"/>
                </a:lnTo>
                <a:lnTo>
                  <a:pt x="3719" y="3144"/>
                </a:lnTo>
                <a:lnTo>
                  <a:pt x="3720" y="3145"/>
                </a:lnTo>
                <a:lnTo>
                  <a:pt x="3720" y="3144"/>
                </a:lnTo>
                <a:lnTo>
                  <a:pt x="3720" y="3146"/>
                </a:lnTo>
                <a:lnTo>
                  <a:pt x="3719" y="3145"/>
                </a:lnTo>
                <a:lnTo>
                  <a:pt x="3718" y="3145"/>
                </a:lnTo>
                <a:lnTo>
                  <a:pt x="3719" y="3145"/>
                </a:lnTo>
                <a:lnTo>
                  <a:pt x="3719" y="3146"/>
                </a:lnTo>
                <a:lnTo>
                  <a:pt x="3719" y="3148"/>
                </a:lnTo>
                <a:lnTo>
                  <a:pt x="3718" y="3149"/>
                </a:lnTo>
                <a:lnTo>
                  <a:pt x="3717" y="3150"/>
                </a:lnTo>
                <a:lnTo>
                  <a:pt x="3716" y="3150"/>
                </a:lnTo>
                <a:lnTo>
                  <a:pt x="3715" y="3150"/>
                </a:lnTo>
                <a:lnTo>
                  <a:pt x="3714" y="3149"/>
                </a:lnTo>
                <a:lnTo>
                  <a:pt x="3714" y="3150"/>
                </a:lnTo>
                <a:lnTo>
                  <a:pt x="3714" y="3149"/>
                </a:lnTo>
                <a:lnTo>
                  <a:pt x="3714" y="3148"/>
                </a:lnTo>
                <a:lnTo>
                  <a:pt x="3713" y="3148"/>
                </a:lnTo>
                <a:lnTo>
                  <a:pt x="3713" y="3149"/>
                </a:lnTo>
                <a:lnTo>
                  <a:pt x="3712" y="3149"/>
                </a:lnTo>
                <a:lnTo>
                  <a:pt x="3711" y="3149"/>
                </a:lnTo>
                <a:lnTo>
                  <a:pt x="3711" y="3150"/>
                </a:lnTo>
                <a:lnTo>
                  <a:pt x="3710" y="3150"/>
                </a:lnTo>
                <a:lnTo>
                  <a:pt x="3709" y="3150"/>
                </a:lnTo>
                <a:lnTo>
                  <a:pt x="3708" y="3151"/>
                </a:lnTo>
                <a:lnTo>
                  <a:pt x="3707" y="3151"/>
                </a:lnTo>
                <a:lnTo>
                  <a:pt x="3707" y="3152"/>
                </a:lnTo>
                <a:lnTo>
                  <a:pt x="3707" y="3153"/>
                </a:lnTo>
                <a:lnTo>
                  <a:pt x="3706" y="3153"/>
                </a:lnTo>
                <a:lnTo>
                  <a:pt x="3704" y="3154"/>
                </a:lnTo>
                <a:lnTo>
                  <a:pt x="3702" y="3154"/>
                </a:lnTo>
                <a:lnTo>
                  <a:pt x="3702" y="3155"/>
                </a:lnTo>
                <a:lnTo>
                  <a:pt x="3701" y="3155"/>
                </a:lnTo>
                <a:lnTo>
                  <a:pt x="3700" y="3155"/>
                </a:lnTo>
                <a:lnTo>
                  <a:pt x="3700" y="3156"/>
                </a:lnTo>
                <a:lnTo>
                  <a:pt x="3701" y="3157"/>
                </a:lnTo>
                <a:lnTo>
                  <a:pt x="3701" y="3158"/>
                </a:lnTo>
                <a:lnTo>
                  <a:pt x="3701" y="3159"/>
                </a:lnTo>
                <a:lnTo>
                  <a:pt x="3700" y="3159"/>
                </a:lnTo>
                <a:lnTo>
                  <a:pt x="3699" y="3159"/>
                </a:lnTo>
                <a:lnTo>
                  <a:pt x="3699" y="3158"/>
                </a:lnTo>
                <a:lnTo>
                  <a:pt x="3698" y="3158"/>
                </a:lnTo>
                <a:lnTo>
                  <a:pt x="3698" y="3157"/>
                </a:lnTo>
                <a:lnTo>
                  <a:pt x="3697" y="3157"/>
                </a:lnTo>
                <a:lnTo>
                  <a:pt x="3697" y="3158"/>
                </a:lnTo>
                <a:lnTo>
                  <a:pt x="3698" y="3159"/>
                </a:lnTo>
                <a:lnTo>
                  <a:pt x="3698" y="3160"/>
                </a:lnTo>
                <a:lnTo>
                  <a:pt x="3697" y="3160"/>
                </a:lnTo>
                <a:lnTo>
                  <a:pt x="3696" y="3160"/>
                </a:lnTo>
                <a:lnTo>
                  <a:pt x="3695" y="3160"/>
                </a:lnTo>
                <a:lnTo>
                  <a:pt x="3695" y="3161"/>
                </a:lnTo>
                <a:lnTo>
                  <a:pt x="3694" y="3162"/>
                </a:lnTo>
                <a:lnTo>
                  <a:pt x="3694" y="3163"/>
                </a:lnTo>
                <a:lnTo>
                  <a:pt x="3695" y="3164"/>
                </a:lnTo>
                <a:lnTo>
                  <a:pt x="3696" y="3163"/>
                </a:lnTo>
                <a:lnTo>
                  <a:pt x="3697" y="3163"/>
                </a:lnTo>
                <a:lnTo>
                  <a:pt x="3698" y="3163"/>
                </a:lnTo>
                <a:lnTo>
                  <a:pt x="3699" y="3163"/>
                </a:lnTo>
                <a:lnTo>
                  <a:pt x="3700" y="3163"/>
                </a:lnTo>
                <a:lnTo>
                  <a:pt x="3701" y="3163"/>
                </a:lnTo>
                <a:lnTo>
                  <a:pt x="3701" y="3162"/>
                </a:lnTo>
                <a:lnTo>
                  <a:pt x="3702" y="3162"/>
                </a:lnTo>
                <a:lnTo>
                  <a:pt x="3702" y="3163"/>
                </a:lnTo>
                <a:lnTo>
                  <a:pt x="3703" y="3163"/>
                </a:lnTo>
                <a:lnTo>
                  <a:pt x="3702" y="3163"/>
                </a:lnTo>
                <a:lnTo>
                  <a:pt x="3702" y="3164"/>
                </a:lnTo>
                <a:lnTo>
                  <a:pt x="3701" y="3165"/>
                </a:lnTo>
                <a:lnTo>
                  <a:pt x="3701" y="3166"/>
                </a:lnTo>
                <a:lnTo>
                  <a:pt x="3701" y="3167"/>
                </a:lnTo>
                <a:lnTo>
                  <a:pt x="3700" y="3167"/>
                </a:lnTo>
                <a:lnTo>
                  <a:pt x="3699" y="3168"/>
                </a:lnTo>
                <a:lnTo>
                  <a:pt x="3698" y="3169"/>
                </a:lnTo>
                <a:lnTo>
                  <a:pt x="3697" y="3169"/>
                </a:lnTo>
                <a:lnTo>
                  <a:pt x="3696" y="3169"/>
                </a:lnTo>
                <a:lnTo>
                  <a:pt x="3695" y="3169"/>
                </a:lnTo>
                <a:lnTo>
                  <a:pt x="3694" y="3170"/>
                </a:lnTo>
                <a:lnTo>
                  <a:pt x="3694" y="3171"/>
                </a:lnTo>
                <a:lnTo>
                  <a:pt x="3694" y="3172"/>
                </a:lnTo>
                <a:lnTo>
                  <a:pt x="3694" y="3173"/>
                </a:lnTo>
                <a:lnTo>
                  <a:pt x="3696" y="3173"/>
                </a:lnTo>
                <a:lnTo>
                  <a:pt x="3697" y="3172"/>
                </a:lnTo>
                <a:lnTo>
                  <a:pt x="3696" y="3172"/>
                </a:lnTo>
                <a:lnTo>
                  <a:pt x="3697" y="3172"/>
                </a:lnTo>
                <a:lnTo>
                  <a:pt x="3697" y="3171"/>
                </a:lnTo>
                <a:lnTo>
                  <a:pt x="3698" y="3171"/>
                </a:lnTo>
                <a:lnTo>
                  <a:pt x="3699" y="3171"/>
                </a:lnTo>
                <a:lnTo>
                  <a:pt x="3699" y="3172"/>
                </a:lnTo>
                <a:lnTo>
                  <a:pt x="3699" y="3173"/>
                </a:lnTo>
                <a:lnTo>
                  <a:pt x="3700" y="3173"/>
                </a:lnTo>
                <a:lnTo>
                  <a:pt x="3700" y="3174"/>
                </a:lnTo>
                <a:lnTo>
                  <a:pt x="3701" y="3174"/>
                </a:lnTo>
                <a:lnTo>
                  <a:pt x="3702" y="3174"/>
                </a:lnTo>
                <a:lnTo>
                  <a:pt x="3703" y="3174"/>
                </a:lnTo>
                <a:lnTo>
                  <a:pt x="3704" y="3174"/>
                </a:lnTo>
                <a:lnTo>
                  <a:pt x="3704" y="3175"/>
                </a:lnTo>
                <a:lnTo>
                  <a:pt x="3703" y="3175"/>
                </a:lnTo>
                <a:lnTo>
                  <a:pt x="3704" y="3176"/>
                </a:lnTo>
                <a:lnTo>
                  <a:pt x="3705" y="3176"/>
                </a:lnTo>
                <a:lnTo>
                  <a:pt x="3705" y="3177"/>
                </a:lnTo>
                <a:lnTo>
                  <a:pt x="3705" y="3178"/>
                </a:lnTo>
                <a:lnTo>
                  <a:pt x="3704" y="3179"/>
                </a:lnTo>
                <a:lnTo>
                  <a:pt x="3703" y="3179"/>
                </a:lnTo>
                <a:lnTo>
                  <a:pt x="3702" y="3179"/>
                </a:lnTo>
                <a:lnTo>
                  <a:pt x="3701" y="3179"/>
                </a:lnTo>
                <a:lnTo>
                  <a:pt x="3701" y="3180"/>
                </a:lnTo>
                <a:lnTo>
                  <a:pt x="3700" y="3180"/>
                </a:lnTo>
                <a:lnTo>
                  <a:pt x="3700" y="3181"/>
                </a:lnTo>
                <a:lnTo>
                  <a:pt x="3699" y="3181"/>
                </a:lnTo>
                <a:lnTo>
                  <a:pt x="3698" y="3180"/>
                </a:lnTo>
                <a:lnTo>
                  <a:pt x="3697" y="3181"/>
                </a:lnTo>
                <a:lnTo>
                  <a:pt x="3697" y="3182"/>
                </a:lnTo>
                <a:lnTo>
                  <a:pt x="3697" y="3183"/>
                </a:lnTo>
                <a:lnTo>
                  <a:pt x="3696" y="3183"/>
                </a:lnTo>
                <a:lnTo>
                  <a:pt x="3694" y="3184"/>
                </a:lnTo>
                <a:lnTo>
                  <a:pt x="3694" y="3183"/>
                </a:lnTo>
                <a:lnTo>
                  <a:pt x="3694" y="3182"/>
                </a:lnTo>
                <a:lnTo>
                  <a:pt x="3693" y="3182"/>
                </a:lnTo>
                <a:lnTo>
                  <a:pt x="3693" y="3181"/>
                </a:lnTo>
                <a:lnTo>
                  <a:pt x="3693" y="3180"/>
                </a:lnTo>
                <a:lnTo>
                  <a:pt x="3693" y="3179"/>
                </a:lnTo>
                <a:lnTo>
                  <a:pt x="3692" y="3179"/>
                </a:lnTo>
                <a:lnTo>
                  <a:pt x="3692" y="3178"/>
                </a:lnTo>
                <a:lnTo>
                  <a:pt x="3692" y="3177"/>
                </a:lnTo>
                <a:lnTo>
                  <a:pt x="3693" y="3177"/>
                </a:lnTo>
                <a:lnTo>
                  <a:pt x="3693" y="3176"/>
                </a:lnTo>
                <a:lnTo>
                  <a:pt x="3693" y="3175"/>
                </a:lnTo>
                <a:lnTo>
                  <a:pt x="3692" y="3174"/>
                </a:lnTo>
                <a:lnTo>
                  <a:pt x="3692" y="3173"/>
                </a:lnTo>
                <a:lnTo>
                  <a:pt x="3691" y="3173"/>
                </a:lnTo>
                <a:lnTo>
                  <a:pt x="3691" y="3172"/>
                </a:lnTo>
                <a:lnTo>
                  <a:pt x="3690" y="3171"/>
                </a:lnTo>
                <a:lnTo>
                  <a:pt x="3689" y="3171"/>
                </a:lnTo>
                <a:lnTo>
                  <a:pt x="3688" y="3171"/>
                </a:lnTo>
                <a:lnTo>
                  <a:pt x="3688" y="3170"/>
                </a:lnTo>
                <a:lnTo>
                  <a:pt x="3688" y="3169"/>
                </a:lnTo>
                <a:lnTo>
                  <a:pt x="3688" y="3168"/>
                </a:lnTo>
                <a:lnTo>
                  <a:pt x="3687" y="3168"/>
                </a:lnTo>
                <a:lnTo>
                  <a:pt x="3686" y="3168"/>
                </a:lnTo>
                <a:lnTo>
                  <a:pt x="3686" y="3167"/>
                </a:lnTo>
                <a:lnTo>
                  <a:pt x="3685" y="3167"/>
                </a:lnTo>
                <a:lnTo>
                  <a:pt x="3684" y="3167"/>
                </a:lnTo>
                <a:lnTo>
                  <a:pt x="3683" y="3167"/>
                </a:lnTo>
                <a:lnTo>
                  <a:pt x="3682" y="3167"/>
                </a:lnTo>
                <a:lnTo>
                  <a:pt x="3682" y="3168"/>
                </a:lnTo>
                <a:lnTo>
                  <a:pt x="3681" y="3168"/>
                </a:lnTo>
                <a:lnTo>
                  <a:pt x="3680" y="3168"/>
                </a:lnTo>
                <a:lnTo>
                  <a:pt x="3679" y="3168"/>
                </a:lnTo>
                <a:lnTo>
                  <a:pt x="3678" y="3168"/>
                </a:lnTo>
                <a:lnTo>
                  <a:pt x="3677" y="3168"/>
                </a:lnTo>
                <a:lnTo>
                  <a:pt x="3677" y="3169"/>
                </a:lnTo>
                <a:lnTo>
                  <a:pt x="3676" y="3169"/>
                </a:lnTo>
                <a:lnTo>
                  <a:pt x="3676" y="3170"/>
                </a:lnTo>
                <a:lnTo>
                  <a:pt x="3676" y="3171"/>
                </a:lnTo>
                <a:lnTo>
                  <a:pt x="3675" y="3170"/>
                </a:lnTo>
                <a:lnTo>
                  <a:pt x="3674" y="3170"/>
                </a:lnTo>
                <a:lnTo>
                  <a:pt x="3674" y="3169"/>
                </a:lnTo>
                <a:lnTo>
                  <a:pt x="3673" y="3170"/>
                </a:lnTo>
                <a:lnTo>
                  <a:pt x="3671" y="3172"/>
                </a:lnTo>
                <a:lnTo>
                  <a:pt x="3670" y="3173"/>
                </a:lnTo>
                <a:lnTo>
                  <a:pt x="3670" y="3174"/>
                </a:lnTo>
                <a:lnTo>
                  <a:pt x="3669" y="3174"/>
                </a:lnTo>
                <a:lnTo>
                  <a:pt x="3668" y="3175"/>
                </a:lnTo>
                <a:lnTo>
                  <a:pt x="3668" y="3176"/>
                </a:lnTo>
                <a:lnTo>
                  <a:pt x="3669" y="3176"/>
                </a:lnTo>
                <a:lnTo>
                  <a:pt x="3670" y="3175"/>
                </a:lnTo>
                <a:lnTo>
                  <a:pt x="3671" y="3175"/>
                </a:lnTo>
                <a:lnTo>
                  <a:pt x="3671" y="3174"/>
                </a:lnTo>
                <a:lnTo>
                  <a:pt x="3672" y="3174"/>
                </a:lnTo>
                <a:lnTo>
                  <a:pt x="3673" y="3174"/>
                </a:lnTo>
                <a:lnTo>
                  <a:pt x="3673" y="3175"/>
                </a:lnTo>
                <a:lnTo>
                  <a:pt x="3673" y="3176"/>
                </a:lnTo>
                <a:lnTo>
                  <a:pt x="3674" y="3176"/>
                </a:lnTo>
                <a:lnTo>
                  <a:pt x="3675" y="3176"/>
                </a:lnTo>
                <a:lnTo>
                  <a:pt x="3674" y="3177"/>
                </a:lnTo>
                <a:lnTo>
                  <a:pt x="3674" y="3178"/>
                </a:lnTo>
                <a:lnTo>
                  <a:pt x="3675" y="3178"/>
                </a:lnTo>
                <a:lnTo>
                  <a:pt x="3676" y="3178"/>
                </a:lnTo>
                <a:lnTo>
                  <a:pt x="3676" y="3179"/>
                </a:lnTo>
                <a:lnTo>
                  <a:pt x="3677" y="3179"/>
                </a:lnTo>
                <a:lnTo>
                  <a:pt x="3677" y="3178"/>
                </a:lnTo>
                <a:lnTo>
                  <a:pt x="3678" y="3178"/>
                </a:lnTo>
                <a:lnTo>
                  <a:pt x="3679" y="3178"/>
                </a:lnTo>
                <a:lnTo>
                  <a:pt x="3679" y="3177"/>
                </a:lnTo>
                <a:lnTo>
                  <a:pt x="3679" y="3178"/>
                </a:lnTo>
                <a:lnTo>
                  <a:pt x="3678" y="3179"/>
                </a:lnTo>
                <a:lnTo>
                  <a:pt x="3678" y="3180"/>
                </a:lnTo>
                <a:lnTo>
                  <a:pt x="3677" y="3180"/>
                </a:lnTo>
                <a:lnTo>
                  <a:pt x="3675" y="3181"/>
                </a:lnTo>
                <a:lnTo>
                  <a:pt x="3673" y="3182"/>
                </a:lnTo>
                <a:lnTo>
                  <a:pt x="3673" y="3183"/>
                </a:lnTo>
                <a:lnTo>
                  <a:pt x="3672" y="3183"/>
                </a:lnTo>
                <a:lnTo>
                  <a:pt x="3671" y="3183"/>
                </a:lnTo>
                <a:lnTo>
                  <a:pt x="3670" y="3182"/>
                </a:lnTo>
                <a:lnTo>
                  <a:pt x="3670" y="3181"/>
                </a:lnTo>
                <a:lnTo>
                  <a:pt x="3669" y="3181"/>
                </a:lnTo>
                <a:lnTo>
                  <a:pt x="3668" y="3181"/>
                </a:lnTo>
                <a:lnTo>
                  <a:pt x="3668" y="3182"/>
                </a:lnTo>
                <a:lnTo>
                  <a:pt x="3668" y="3183"/>
                </a:lnTo>
                <a:lnTo>
                  <a:pt x="3667" y="3183"/>
                </a:lnTo>
                <a:lnTo>
                  <a:pt x="3666" y="3184"/>
                </a:lnTo>
                <a:lnTo>
                  <a:pt x="3666" y="3183"/>
                </a:lnTo>
                <a:lnTo>
                  <a:pt x="3665" y="3183"/>
                </a:lnTo>
                <a:lnTo>
                  <a:pt x="3665" y="3184"/>
                </a:lnTo>
                <a:lnTo>
                  <a:pt x="3666" y="3185"/>
                </a:lnTo>
                <a:lnTo>
                  <a:pt x="3667" y="3185"/>
                </a:lnTo>
                <a:lnTo>
                  <a:pt x="3668" y="3186"/>
                </a:lnTo>
                <a:lnTo>
                  <a:pt x="3669" y="3186"/>
                </a:lnTo>
                <a:lnTo>
                  <a:pt x="3668" y="3187"/>
                </a:lnTo>
                <a:lnTo>
                  <a:pt x="3668" y="3188"/>
                </a:lnTo>
                <a:lnTo>
                  <a:pt x="3669" y="3188"/>
                </a:lnTo>
                <a:lnTo>
                  <a:pt x="3669" y="3187"/>
                </a:lnTo>
                <a:lnTo>
                  <a:pt x="3670" y="3186"/>
                </a:lnTo>
                <a:lnTo>
                  <a:pt x="3670" y="3185"/>
                </a:lnTo>
                <a:lnTo>
                  <a:pt x="3671" y="3185"/>
                </a:lnTo>
                <a:lnTo>
                  <a:pt x="3672" y="3185"/>
                </a:lnTo>
                <a:lnTo>
                  <a:pt x="3673" y="3185"/>
                </a:lnTo>
                <a:lnTo>
                  <a:pt x="3673" y="3186"/>
                </a:lnTo>
                <a:lnTo>
                  <a:pt x="3674" y="3187"/>
                </a:lnTo>
                <a:lnTo>
                  <a:pt x="3675" y="3186"/>
                </a:lnTo>
                <a:lnTo>
                  <a:pt x="3675" y="3185"/>
                </a:lnTo>
                <a:lnTo>
                  <a:pt x="3674" y="3185"/>
                </a:lnTo>
                <a:lnTo>
                  <a:pt x="3674" y="3184"/>
                </a:lnTo>
                <a:lnTo>
                  <a:pt x="3675" y="3183"/>
                </a:lnTo>
                <a:lnTo>
                  <a:pt x="3676" y="3183"/>
                </a:lnTo>
                <a:lnTo>
                  <a:pt x="3677" y="3183"/>
                </a:lnTo>
                <a:lnTo>
                  <a:pt x="3676" y="3183"/>
                </a:lnTo>
                <a:lnTo>
                  <a:pt x="3676" y="3182"/>
                </a:lnTo>
                <a:lnTo>
                  <a:pt x="3677" y="3182"/>
                </a:lnTo>
                <a:lnTo>
                  <a:pt x="3677" y="3181"/>
                </a:lnTo>
                <a:lnTo>
                  <a:pt x="3678" y="3181"/>
                </a:lnTo>
                <a:lnTo>
                  <a:pt x="3678" y="3182"/>
                </a:lnTo>
                <a:lnTo>
                  <a:pt x="3679" y="3182"/>
                </a:lnTo>
                <a:lnTo>
                  <a:pt x="3679" y="3183"/>
                </a:lnTo>
                <a:lnTo>
                  <a:pt x="3679" y="3182"/>
                </a:lnTo>
                <a:lnTo>
                  <a:pt x="3680" y="3182"/>
                </a:lnTo>
                <a:lnTo>
                  <a:pt x="3680" y="3181"/>
                </a:lnTo>
                <a:lnTo>
                  <a:pt x="3680" y="3182"/>
                </a:lnTo>
                <a:lnTo>
                  <a:pt x="3680" y="3183"/>
                </a:lnTo>
                <a:lnTo>
                  <a:pt x="3680" y="3184"/>
                </a:lnTo>
                <a:lnTo>
                  <a:pt x="3680" y="3185"/>
                </a:lnTo>
                <a:lnTo>
                  <a:pt x="3679" y="3185"/>
                </a:lnTo>
                <a:lnTo>
                  <a:pt x="3680" y="3185"/>
                </a:lnTo>
                <a:lnTo>
                  <a:pt x="3679" y="3186"/>
                </a:lnTo>
                <a:lnTo>
                  <a:pt x="3680" y="3186"/>
                </a:lnTo>
                <a:lnTo>
                  <a:pt x="3680" y="3185"/>
                </a:lnTo>
                <a:lnTo>
                  <a:pt x="3681" y="3186"/>
                </a:lnTo>
                <a:lnTo>
                  <a:pt x="3680" y="3186"/>
                </a:lnTo>
                <a:lnTo>
                  <a:pt x="3681" y="3187"/>
                </a:lnTo>
                <a:lnTo>
                  <a:pt x="3681" y="3186"/>
                </a:lnTo>
                <a:lnTo>
                  <a:pt x="3681" y="3185"/>
                </a:lnTo>
                <a:lnTo>
                  <a:pt x="3681" y="3184"/>
                </a:lnTo>
                <a:lnTo>
                  <a:pt x="3681" y="3183"/>
                </a:lnTo>
                <a:lnTo>
                  <a:pt x="3682" y="3183"/>
                </a:lnTo>
                <a:lnTo>
                  <a:pt x="3682" y="3184"/>
                </a:lnTo>
                <a:lnTo>
                  <a:pt x="3682" y="3185"/>
                </a:lnTo>
                <a:lnTo>
                  <a:pt x="3683" y="3185"/>
                </a:lnTo>
                <a:lnTo>
                  <a:pt x="3684" y="3185"/>
                </a:lnTo>
                <a:lnTo>
                  <a:pt x="3685" y="3185"/>
                </a:lnTo>
                <a:lnTo>
                  <a:pt x="3685" y="3186"/>
                </a:lnTo>
                <a:lnTo>
                  <a:pt x="3685" y="3187"/>
                </a:lnTo>
                <a:lnTo>
                  <a:pt x="3686" y="3187"/>
                </a:lnTo>
                <a:lnTo>
                  <a:pt x="3686" y="3188"/>
                </a:lnTo>
                <a:lnTo>
                  <a:pt x="3685" y="3188"/>
                </a:lnTo>
                <a:lnTo>
                  <a:pt x="3685" y="3187"/>
                </a:lnTo>
                <a:lnTo>
                  <a:pt x="3684" y="3187"/>
                </a:lnTo>
                <a:lnTo>
                  <a:pt x="3683" y="3187"/>
                </a:lnTo>
                <a:lnTo>
                  <a:pt x="3683" y="3188"/>
                </a:lnTo>
                <a:lnTo>
                  <a:pt x="3683" y="3189"/>
                </a:lnTo>
                <a:lnTo>
                  <a:pt x="3684" y="3190"/>
                </a:lnTo>
                <a:lnTo>
                  <a:pt x="3684" y="3192"/>
                </a:lnTo>
                <a:lnTo>
                  <a:pt x="3684" y="3191"/>
                </a:lnTo>
                <a:lnTo>
                  <a:pt x="3683" y="3191"/>
                </a:lnTo>
                <a:lnTo>
                  <a:pt x="3683" y="3192"/>
                </a:lnTo>
                <a:lnTo>
                  <a:pt x="3683" y="3193"/>
                </a:lnTo>
                <a:lnTo>
                  <a:pt x="3683" y="3194"/>
                </a:lnTo>
                <a:lnTo>
                  <a:pt x="3682" y="3194"/>
                </a:lnTo>
                <a:lnTo>
                  <a:pt x="3682" y="3193"/>
                </a:lnTo>
                <a:lnTo>
                  <a:pt x="3681" y="3194"/>
                </a:lnTo>
                <a:lnTo>
                  <a:pt x="3682" y="3195"/>
                </a:lnTo>
                <a:lnTo>
                  <a:pt x="3681" y="3195"/>
                </a:lnTo>
                <a:lnTo>
                  <a:pt x="3681" y="3194"/>
                </a:lnTo>
                <a:lnTo>
                  <a:pt x="3680" y="3194"/>
                </a:lnTo>
                <a:lnTo>
                  <a:pt x="3679" y="3193"/>
                </a:lnTo>
                <a:lnTo>
                  <a:pt x="3679" y="3192"/>
                </a:lnTo>
                <a:lnTo>
                  <a:pt x="3679" y="3191"/>
                </a:lnTo>
                <a:lnTo>
                  <a:pt x="3678" y="3191"/>
                </a:lnTo>
                <a:lnTo>
                  <a:pt x="3677" y="3190"/>
                </a:lnTo>
                <a:lnTo>
                  <a:pt x="3676" y="3190"/>
                </a:lnTo>
                <a:lnTo>
                  <a:pt x="3675" y="3189"/>
                </a:lnTo>
                <a:lnTo>
                  <a:pt x="3674" y="3189"/>
                </a:lnTo>
                <a:lnTo>
                  <a:pt x="3674" y="3190"/>
                </a:lnTo>
                <a:lnTo>
                  <a:pt x="3674" y="3191"/>
                </a:lnTo>
                <a:lnTo>
                  <a:pt x="3674" y="3192"/>
                </a:lnTo>
                <a:lnTo>
                  <a:pt x="3674" y="3193"/>
                </a:lnTo>
                <a:lnTo>
                  <a:pt x="3674" y="3194"/>
                </a:lnTo>
                <a:lnTo>
                  <a:pt x="3674" y="3193"/>
                </a:lnTo>
                <a:lnTo>
                  <a:pt x="3673" y="3193"/>
                </a:lnTo>
                <a:lnTo>
                  <a:pt x="3673" y="3192"/>
                </a:lnTo>
                <a:lnTo>
                  <a:pt x="3673" y="3193"/>
                </a:lnTo>
                <a:lnTo>
                  <a:pt x="3672" y="3193"/>
                </a:lnTo>
                <a:lnTo>
                  <a:pt x="3672" y="3194"/>
                </a:lnTo>
                <a:lnTo>
                  <a:pt x="3673" y="3194"/>
                </a:lnTo>
                <a:lnTo>
                  <a:pt x="3673" y="3195"/>
                </a:lnTo>
                <a:lnTo>
                  <a:pt x="3674" y="3197"/>
                </a:lnTo>
                <a:lnTo>
                  <a:pt x="3676" y="3198"/>
                </a:lnTo>
                <a:lnTo>
                  <a:pt x="3677" y="3198"/>
                </a:lnTo>
                <a:lnTo>
                  <a:pt x="3677" y="3199"/>
                </a:lnTo>
                <a:lnTo>
                  <a:pt x="3677" y="3200"/>
                </a:lnTo>
                <a:lnTo>
                  <a:pt x="3676" y="3200"/>
                </a:lnTo>
                <a:lnTo>
                  <a:pt x="3675" y="3200"/>
                </a:lnTo>
                <a:lnTo>
                  <a:pt x="3675" y="3201"/>
                </a:lnTo>
                <a:lnTo>
                  <a:pt x="3676" y="3202"/>
                </a:lnTo>
                <a:lnTo>
                  <a:pt x="3676" y="3201"/>
                </a:lnTo>
                <a:lnTo>
                  <a:pt x="3676" y="3202"/>
                </a:lnTo>
                <a:lnTo>
                  <a:pt x="3677" y="3202"/>
                </a:lnTo>
                <a:lnTo>
                  <a:pt x="3677" y="3203"/>
                </a:lnTo>
                <a:lnTo>
                  <a:pt x="3676" y="3203"/>
                </a:lnTo>
                <a:lnTo>
                  <a:pt x="3675" y="3202"/>
                </a:lnTo>
                <a:lnTo>
                  <a:pt x="3674" y="3202"/>
                </a:lnTo>
                <a:lnTo>
                  <a:pt x="3674" y="3203"/>
                </a:lnTo>
                <a:lnTo>
                  <a:pt x="3673" y="3202"/>
                </a:lnTo>
                <a:lnTo>
                  <a:pt x="3673" y="3201"/>
                </a:lnTo>
                <a:lnTo>
                  <a:pt x="3673" y="3200"/>
                </a:lnTo>
                <a:lnTo>
                  <a:pt x="3673" y="3199"/>
                </a:lnTo>
                <a:lnTo>
                  <a:pt x="3672" y="3199"/>
                </a:lnTo>
                <a:lnTo>
                  <a:pt x="3671" y="3201"/>
                </a:lnTo>
                <a:lnTo>
                  <a:pt x="3671" y="3200"/>
                </a:lnTo>
                <a:lnTo>
                  <a:pt x="3670" y="3200"/>
                </a:lnTo>
                <a:lnTo>
                  <a:pt x="3670" y="3199"/>
                </a:lnTo>
                <a:lnTo>
                  <a:pt x="3669" y="3199"/>
                </a:lnTo>
                <a:lnTo>
                  <a:pt x="3669" y="3198"/>
                </a:lnTo>
                <a:lnTo>
                  <a:pt x="3669" y="3199"/>
                </a:lnTo>
                <a:lnTo>
                  <a:pt x="3668" y="3198"/>
                </a:lnTo>
                <a:lnTo>
                  <a:pt x="3667" y="3197"/>
                </a:lnTo>
                <a:lnTo>
                  <a:pt x="3666" y="3197"/>
                </a:lnTo>
                <a:lnTo>
                  <a:pt x="3666" y="3198"/>
                </a:lnTo>
                <a:lnTo>
                  <a:pt x="3667" y="3198"/>
                </a:lnTo>
                <a:lnTo>
                  <a:pt x="3666" y="3199"/>
                </a:lnTo>
                <a:lnTo>
                  <a:pt x="3665" y="3200"/>
                </a:lnTo>
                <a:lnTo>
                  <a:pt x="3664" y="3200"/>
                </a:lnTo>
                <a:lnTo>
                  <a:pt x="3663" y="3199"/>
                </a:lnTo>
                <a:lnTo>
                  <a:pt x="3664" y="3198"/>
                </a:lnTo>
                <a:lnTo>
                  <a:pt x="3663" y="3197"/>
                </a:lnTo>
                <a:lnTo>
                  <a:pt x="3662" y="3197"/>
                </a:lnTo>
                <a:lnTo>
                  <a:pt x="3661" y="3197"/>
                </a:lnTo>
                <a:lnTo>
                  <a:pt x="3660" y="3197"/>
                </a:lnTo>
                <a:lnTo>
                  <a:pt x="3660" y="3196"/>
                </a:lnTo>
                <a:lnTo>
                  <a:pt x="3661" y="3196"/>
                </a:lnTo>
                <a:lnTo>
                  <a:pt x="3660" y="3195"/>
                </a:lnTo>
                <a:lnTo>
                  <a:pt x="3660" y="3194"/>
                </a:lnTo>
                <a:lnTo>
                  <a:pt x="3659" y="3193"/>
                </a:lnTo>
                <a:lnTo>
                  <a:pt x="3659" y="3192"/>
                </a:lnTo>
                <a:lnTo>
                  <a:pt x="3658" y="3192"/>
                </a:lnTo>
                <a:lnTo>
                  <a:pt x="3657" y="3192"/>
                </a:lnTo>
                <a:lnTo>
                  <a:pt x="3656" y="3192"/>
                </a:lnTo>
                <a:lnTo>
                  <a:pt x="3655" y="3192"/>
                </a:lnTo>
                <a:lnTo>
                  <a:pt x="3656" y="3193"/>
                </a:lnTo>
                <a:lnTo>
                  <a:pt x="3655" y="3193"/>
                </a:lnTo>
                <a:lnTo>
                  <a:pt x="3655" y="3192"/>
                </a:lnTo>
                <a:lnTo>
                  <a:pt x="3654" y="3192"/>
                </a:lnTo>
                <a:lnTo>
                  <a:pt x="3654" y="3193"/>
                </a:lnTo>
                <a:lnTo>
                  <a:pt x="3653" y="3193"/>
                </a:lnTo>
                <a:lnTo>
                  <a:pt x="3652" y="3193"/>
                </a:lnTo>
                <a:lnTo>
                  <a:pt x="3651" y="3193"/>
                </a:lnTo>
                <a:lnTo>
                  <a:pt x="3650" y="3193"/>
                </a:lnTo>
                <a:lnTo>
                  <a:pt x="3650" y="3192"/>
                </a:lnTo>
                <a:lnTo>
                  <a:pt x="3649" y="3193"/>
                </a:lnTo>
                <a:lnTo>
                  <a:pt x="3648" y="3191"/>
                </a:lnTo>
                <a:lnTo>
                  <a:pt x="3647" y="3191"/>
                </a:lnTo>
                <a:lnTo>
                  <a:pt x="3646" y="3191"/>
                </a:lnTo>
                <a:lnTo>
                  <a:pt x="3647" y="3192"/>
                </a:lnTo>
                <a:lnTo>
                  <a:pt x="3646" y="3192"/>
                </a:lnTo>
                <a:lnTo>
                  <a:pt x="3645" y="3192"/>
                </a:lnTo>
                <a:lnTo>
                  <a:pt x="3644" y="3193"/>
                </a:lnTo>
                <a:lnTo>
                  <a:pt x="3643" y="3193"/>
                </a:lnTo>
                <a:lnTo>
                  <a:pt x="3642" y="3192"/>
                </a:lnTo>
                <a:lnTo>
                  <a:pt x="3641" y="3191"/>
                </a:lnTo>
                <a:lnTo>
                  <a:pt x="3642" y="3191"/>
                </a:lnTo>
                <a:lnTo>
                  <a:pt x="3642" y="3190"/>
                </a:lnTo>
                <a:lnTo>
                  <a:pt x="3642" y="3189"/>
                </a:lnTo>
                <a:lnTo>
                  <a:pt x="3641" y="3189"/>
                </a:lnTo>
                <a:lnTo>
                  <a:pt x="3641" y="3188"/>
                </a:lnTo>
                <a:lnTo>
                  <a:pt x="3640" y="3188"/>
                </a:lnTo>
                <a:lnTo>
                  <a:pt x="3641" y="3188"/>
                </a:lnTo>
                <a:lnTo>
                  <a:pt x="3641" y="3187"/>
                </a:lnTo>
                <a:lnTo>
                  <a:pt x="3642" y="3186"/>
                </a:lnTo>
                <a:lnTo>
                  <a:pt x="3643" y="3186"/>
                </a:lnTo>
                <a:lnTo>
                  <a:pt x="3644" y="3186"/>
                </a:lnTo>
                <a:lnTo>
                  <a:pt x="3644" y="3185"/>
                </a:lnTo>
                <a:lnTo>
                  <a:pt x="3645" y="3184"/>
                </a:lnTo>
                <a:lnTo>
                  <a:pt x="3646" y="3183"/>
                </a:lnTo>
                <a:lnTo>
                  <a:pt x="3647" y="3183"/>
                </a:lnTo>
                <a:lnTo>
                  <a:pt x="3647" y="3182"/>
                </a:lnTo>
                <a:lnTo>
                  <a:pt x="3648" y="3181"/>
                </a:lnTo>
                <a:lnTo>
                  <a:pt x="3649" y="3180"/>
                </a:lnTo>
                <a:lnTo>
                  <a:pt x="3650" y="3180"/>
                </a:lnTo>
                <a:lnTo>
                  <a:pt x="3650" y="3181"/>
                </a:lnTo>
                <a:lnTo>
                  <a:pt x="3651" y="3181"/>
                </a:lnTo>
                <a:lnTo>
                  <a:pt x="3652" y="3181"/>
                </a:lnTo>
                <a:lnTo>
                  <a:pt x="3652" y="3180"/>
                </a:lnTo>
                <a:lnTo>
                  <a:pt x="3652" y="3179"/>
                </a:lnTo>
                <a:lnTo>
                  <a:pt x="3653" y="3179"/>
                </a:lnTo>
                <a:lnTo>
                  <a:pt x="3653" y="3178"/>
                </a:lnTo>
                <a:lnTo>
                  <a:pt x="3652" y="3178"/>
                </a:lnTo>
                <a:lnTo>
                  <a:pt x="3652" y="3177"/>
                </a:lnTo>
                <a:lnTo>
                  <a:pt x="3651" y="3177"/>
                </a:lnTo>
                <a:lnTo>
                  <a:pt x="3650" y="3176"/>
                </a:lnTo>
                <a:lnTo>
                  <a:pt x="3649" y="3176"/>
                </a:lnTo>
                <a:lnTo>
                  <a:pt x="3645" y="3176"/>
                </a:lnTo>
                <a:lnTo>
                  <a:pt x="3644" y="3179"/>
                </a:lnTo>
                <a:lnTo>
                  <a:pt x="3643" y="3180"/>
                </a:lnTo>
                <a:lnTo>
                  <a:pt x="3643" y="3181"/>
                </a:lnTo>
                <a:lnTo>
                  <a:pt x="3642" y="3180"/>
                </a:lnTo>
                <a:lnTo>
                  <a:pt x="3641" y="3181"/>
                </a:lnTo>
                <a:lnTo>
                  <a:pt x="3640" y="3181"/>
                </a:lnTo>
                <a:lnTo>
                  <a:pt x="3640" y="3182"/>
                </a:lnTo>
                <a:lnTo>
                  <a:pt x="3640" y="3183"/>
                </a:lnTo>
                <a:lnTo>
                  <a:pt x="3639" y="3184"/>
                </a:lnTo>
                <a:lnTo>
                  <a:pt x="3638" y="3183"/>
                </a:lnTo>
                <a:lnTo>
                  <a:pt x="3638" y="3181"/>
                </a:lnTo>
                <a:lnTo>
                  <a:pt x="3637" y="3180"/>
                </a:lnTo>
                <a:lnTo>
                  <a:pt x="3637" y="3179"/>
                </a:lnTo>
                <a:lnTo>
                  <a:pt x="3637" y="3178"/>
                </a:lnTo>
                <a:lnTo>
                  <a:pt x="3637" y="3177"/>
                </a:lnTo>
                <a:lnTo>
                  <a:pt x="3638" y="3176"/>
                </a:lnTo>
                <a:lnTo>
                  <a:pt x="3639" y="3175"/>
                </a:lnTo>
                <a:lnTo>
                  <a:pt x="3639" y="3174"/>
                </a:lnTo>
                <a:lnTo>
                  <a:pt x="3638" y="3174"/>
                </a:lnTo>
                <a:lnTo>
                  <a:pt x="3637" y="3174"/>
                </a:lnTo>
                <a:lnTo>
                  <a:pt x="3637" y="3173"/>
                </a:lnTo>
                <a:lnTo>
                  <a:pt x="3637" y="3176"/>
                </a:lnTo>
                <a:lnTo>
                  <a:pt x="3636" y="3176"/>
                </a:lnTo>
                <a:lnTo>
                  <a:pt x="3635" y="3173"/>
                </a:lnTo>
                <a:lnTo>
                  <a:pt x="3635" y="3172"/>
                </a:lnTo>
                <a:lnTo>
                  <a:pt x="3634" y="3171"/>
                </a:lnTo>
                <a:lnTo>
                  <a:pt x="3635" y="3171"/>
                </a:lnTo>
                <a:lnTo>
                  <a:pt x="3634" y="3170"/>
                </a:lnTo>
                <a:lnTo>
                  <a:pt x="3633" y="3167"/>
                </a:lnTo>
                <a:lnTo>
                  <a:pt x="3632" y="3168"/>
                </a:lnTo>
                <a:lnTo>
                  <a:pt x="3631" y="3166"/>
                </a:lnTo>
                <a:lnTo>
                  <a:pt x="3630" y="3163"/>
                </a:lnTo>
                <a:lnTo>
                  <a:pt x="3628" y="3161"/>
                </a:lnTo>
                <a:lnTo>
                  <a:pt x="3628" y="3160"/>
                </a:lnTo>
                <a:lnTo>
                  <a:pt x="3627" y="3160"/>
                </a:lnTo>
                <a:lnTo>
                  <a:pt x="3627" y="3159"/>
                </a:lnTo>
                <a:lnTo>
                  <a:pt x="3627" y="3158"/>
                </a:lnTo>
                <a:lnTo>
                  <a:pt x="3627" y="3156"/>
                </a:lnTo>
                <a:lnTo>
                  <a:pt x="3627" y="3155"/>
                </a:lnTo>
                <a:lnTo>
                  <a:pt x="3627" y="3154"/>
                </a:lnTo>
                <a:lnTo>
                  <a:pt x="3628" y="3154"/>
                </a:lnTo>
                <a:lnTo>
                  <a:pt x="3627" y="3154"/>
                </a:lnTo>
                <a:lnTo>
                  <a:pt x="3626" y="3155"/>
                </a:lnTo>
                <a:lnTo>
                  <a:pt x="3626" y="3154"/>
                </a:lnTo>
                <a:lnTo>
                  <a:pt x="3625" y="3153"/>
                </a:lnTo>
                <a:lnTo>
                  <a:pt x="3624" y="3153"/>
                </a:lnTo>
                <a:lnTo>
                  <a:pt x="3623" y="3153"/>
                </a:lnTo>
                <a:lnTo>
                  <a:pt x="3623" y="3152"/>
                </a:lnTo>
                <a:lnTo>
                  <a:pt x="3623" y="3153"/>
                </a:lnTo>
                <a:lnTo>
                  <a:pt x="3623" y="3154"/>
                </a:lnTo>
                <a:lnTo>
                  <a:pt x="3620" y="3154"/>
                </a:lnTo>
                <a:lnTo>
                  <a:pt x="3619" y="3154"/>
                </a:lnTo>
                <a:lnTo>
                  <a:pt x="3619" y="3153"/>
                </a:lnTo>
                <a:lnTo>
                  <a:pt x="3618" y="3152"/>
                </a:lnTo>
                <a:lnTo>
                  <a:pt x="3617" y="3152"/>
                </a:lnTo>
                <a:lnTo>
                  <a:pt x="3615" y="3152"/>
                </a:lnTo>
                <a:lnTo>
                  <a:pt x="3615" y="3153"/>
                </a:lnTo>
                <a:lnTo>
                  <a:pt x="3614" y="3154"/>
                </a:lnTo>
                <a:lnTo>
                  <a:pt x="3613" y="3154"/>
                </a:lnTo>
                <a:lnTo>
                  <a:pt x="3612" y="3154"/>
                </a:lnTo>
                <a:lnTo>
                  <a:pt x="3611" y="3154"/>
                </a:lnTo>
                <a:lnTo>
                  <a:pt x="3610" y="3154"/>
                </a:lnTo>
                <a:lnTo>
                  <a:pt x="3609" y="3153"/>
                </a:lnTo>
                <a:lnTo>
                  <a:pt x="3609" y="3154"/>
                </a:lnTo>
                <a:lnTo>
                  <a:pt x="3609" y="3155"/>
                </a:lnTo>
                <a:lnTo>
                  <a:pt x="3610" y="3155"/>
                </a:lnTo>
                <a:lnTo>
                  <a:pt x="3610" y="3156"/>
                </a:lnTo>
                <a:lnTo>
                  <a:pt x="3611" y="3156"/>
                </a:lnTo>
                <a:lnTo>
                  <a:pt x="3612" y="3158"/>
                </a:lnTo>
                <a:lnTo>
                  <a:pt x="3612" y="3159"/>
                </a:lnTo>
                <a:lnTo>
                  <a:pt x="3613" y="3159"/>
                </a:lnTo>
                <a:lnTo>
                  <a:pt x="3614" y="3160"/>
                </a:lnTo>
                <a:lnTo>
                  <a:pt x="3615" y="3162"/>
                </a:lnTo>
                <a:lnTo>
                  <a:pt x="3616" y="3163"/>
                </a:lnTo>
                <a:lnTo>
                  <a:pt x="3616" y="3164"/>
                </a:lnTo>
                <a:lnTo>
                  <a:pt x="3617" y="3164"/>
                </a:lnTo>
                <a:lnTo>
                  <a:pt x="3617" y="3165"/>
                </a:lnTo>
                <a:lnTo>
                  <a:pt x="3617" y="3166"/>
                </a:lnTo>
                <a:lnTo>
                  <a:pt x="3618" y="3167"/>
                </a:lnTo>
                <a:lnTo>
                  <a:pt x="3618" y="3168"/>
                </a:lnTo>
                <a:lnTo>
                  <a:pt x="3617" y="3169"/>
                </a:lnTo>
                <a:lnTo>
                  <a:pt x="3615" y="3171"/>
                </a:lnTo>
                <a:lnTo>
                  <a:pt x="3615" y="3170"/>
                </a:lnTo>
                <a:lnTo>
                  <a:pt x="3614" y="3169"/>
                </a:lnTo>
                <a:lnTo>
                  <a:pt x="3613" y="3168"/>
                </a:lnTo>
                <a:lnTo>
                  <a:pt x="3613" y="3167"/>
                </a:lnTo>
                <a:lnTo>
                  <a:pt x="3612" y="3168"/>
                </a:lnTo>
                <a:lnTo>
                  <a:pt x="3611" y="3168"/>
                </a:lnTo>
                <a:lnTo>
                  <a:pt x="3611" y="3169"/>
                </a:lnTo>
                <a:lnTo>
                  <a:pt x="3610" y="3170"/>
                </a:lnTo>
                <a:lnTo>
                  <a:pt x="3609" y="3170"/>
                </a:lnTo>
                <a:lnTo>
                  <a:pt x="3609" y="3171"/>
                </a:lnTo>
                <a:lnTo>
                  <a:pt x="3609" y="3170"/>
                </a:lnTo>
                <a:lnTo>
                  <a:pt x="3610" y="3170"/>
                </a:lnTo>
                <a:lnTo>
                  <a:pt x="3612" y="3170"/>
                </a:lnTo>
                <a:lnTo>
                  <a:pt x="3613" y="3170"/>
                </a:lnTo>
                <a:lnTo>
                  <a:pt x="3614" y="3171"/>
                </a:lnTo>
                <a:lnTo>
                  <a:pt x="3614" y="3172"/>
                </a:lnTo>
                <a:lnTo>
                  <a:pt x="3615" y="3172"/>
                </a:lnTo>
                <a:lnTo>
                  <a:pt x="3615" y="3173"/>
                </a:lnTo>
                <a:lnTo>
                  <a:pt x="3615" y="3174"/>
                </a:lnTo>
                <a:lnTo>
                  <a:pt x="3615" y="3177"/>
                </a:lnTo>
                <a:lnTo>
                  <a:pt x="3615" y="3178"/>
                </a:lnTo>
                <a:lnTo>
                  <a:pt x="3614" y="3178"/>
                </a:lnTo>
                <a:lnTo>
                  <a:pt x="3613" y="3178"/>
                </a:lnTo>
                <a:lnTo>
                  <a:pt x="3612" y="3179"/>
                </a:lnTo>
                <a:lnTo>
                  <a:pt x="3612" y="3178"/>
                </a:lnTo>
                <a:lnTo>
                  <a:pt x="3612" y="3177"/>
                </a:lnTo>
                <a:lnTo>
                  <a:pt x="3612" y="3176"/>
                </a:lnTo>
                <a:lnTo>
                  <a:pt x="3612" y="3175"/>
                </a:lnTo>
                <a:lnTo>
                  <a:pt x="3612" y="3174"/>
                </a:lnTo>
                <a:lnTo>
                  <a:pt x="3612" y="3173"/>
                </a:lnTo>
                <a:lnTo>
                  <a:pt x="3610" y="3172"/>
                </a:lnTo>
                <a:lnTo>
                  <a:pt x="3611" y="3172"/>
                </a:lnTo>
                <a:lnTo>
                  <a:pt x="3611" y="3173"/>
                </a:lnTo>
                <a:lnTo>
                  <a:pt x="3611" y="3174"/>
                </a:lnTo>
                <a:lnTo>
                  <a:pt x="3611" y="3176"/>
                </a:lnTo>
                <a:lnTo>
                  <a:pt x="3612" y="3178"/>
                </a:lnTo>
                <a:lnTo>
                  <a:pt x="3612" y="3179"/>
                </a:lnTo>
                <a:lnTo>
                  <a:pt x="3612" y="3180"/>
                </a:lnTo>
                <a:lnTo>
                  <a:pt x="3611" y="3180"/>
                </a:lnTo>
                <a:lnTo>
                  <a:pt x="3610" y="3182"/>
                </a:lnTo>
                <a:lnTo>
                  <a:pt x="3611" y="3182"/>
                </a:lnTo>
                <a:lnTo>
                  <a:pt x="3611" y="3186"/>
                </a:lnTo>
                <a:lnTo>
                  <a:pt x="3610" y="3187"/>
                </a:lnTo>
                <a:lnTo>
                  <a:pt x="3610" y="3188"/>
                </a:lnTo>
                <a:lnTo>
                  <a:pt x="3610" y="3189"/>
                </a:lnTo>
                <a:lnTo>
                  <a:pt x="3610" y="3190"/>
                </a:lnTo>
                <a:lnTo>
                  <a:pt x="3611" y="3190"/>
                </a:lnTo>
                <a:lnTo>
                  <a:pt x="3612" y="3190"/>
                </a:lnTo>
                <a:lnTo>
                  <a:pt x="3614" y="3191"/>
                </a:lnTo>
                <a:lnTo>
                  <a:pt x="3614" y="3192"/>
                </a:lnTo>
                <a:lnTo>
                  <a:pt x="3614" y="3191"/>
                </a:lnTo>
                <a:lnTo>
                  <a:pt x="3615" y="3191"/>
                </a:lnTo>
                <a:lnTo>
                  <a:pt x="3615" y="3192"/>
                </a:lnTo>
                <a:lnTo>
                  <a:pt x="3615" y="3193"/>
                </a:lnTo>
                <a:lnTo>
                  <a:pt x="3615" y="3194"/>
                </a:lnTo>
                <a:lnTo>
                  <a:pt x="3614" y="3194"/>
                </a:lnTo>
                <a:lnTo>
                  <a:pt x="3613" y="3194"/>
                </a:lnTo>
                <a:lnTo>
                  <a:pt x="3612" y="3194"/>
                </a:lnTo>
                <a:lnTo>
                  <a:pt x="3612" y="3195"/>
                </a:lnTo>
                <a:lnTo>
                  <a:pt x="3613" y="3196"/>
                </a:lnTo>
                <a:lnTo>
                  <a:pt x="3613" y="3197"/>
                </a:lnTo>
                <a:lnTo>
                  <a:pt x="3614" y="3197"/>
                </a:lnTo>
                <a:lnTo>
                  <a:pt x="3613" y="3198"/>
                </a:lnTo>
                <a:lnTo>
                  <a:pt x="3612" y="3197"/>
                </a:lnTo>
                <a:lnTo>
                  <a:pt x="3611" y="3198"/>
                </a:lnTo>
                <a:lnTo>
                  <a:pt x="3611" y="3199"/>
                </a:lnTo>
                <a:lnTo>
                  <a:pt x="3611" y="3200"/>
                </a:lnTo>
                <a:lnTo>
                  <a:pt x="3611" y="3201"/>
                </a:lnTo>
                <a:lnTo>
                  <a:pt x="3611" y="3202"/>
                </a:lnTo>
                <a:lnTo>
                  <a:pt x="3611" y="3203"/>
                </a:lnTo>
                <a:lnTo>
                  <a:pt x="3612" y="3203"/>
                </a:lnTo>
                <a:lnTo>
                  <a:pt x="3612" y="3204"/>
                </a:lnTo>
                <a:lnTo>
                  <a:pt x="3612" y="3205"/>
                </a:lnTo>
                <a:lnTo>
                  <a:pt x="3612" y="3206"/>
                </a:lnTo>
                <a:lnTo>
                  <a:pt x="3611" y="3206"/>
                </a:lnTo>
                <a:lnTo>
                  <a:pt x="3610" y="3206"/>
                </a:lnTo>
                <a:lnTo>
                  <a:pt x="3609" y="3206"/>
                </a:lnTo>
                <a:lnTo>
                  <a:pt x="3609" y="3208"/>
                </a:lnTo>
                <a:lnTo>
                  <a:pt x="3610" y="3208"/>
                </a:lnTo>
                <a:lnTo>
                  <a:pt x="3610" y="3209"/>
                </a:lnTo>
                <a:lnTo>
                  <a:pt x="3609" y="3210"/>
                </a:lnTo>
                <a:lnTo>
                  <a:pt x="3609" y="3211"/>
                </a:lnTo>
                <a:lnTo>
                  <a:pt x="3608" y="3211"/>
                </a:lnTo>
                <a:lnTo>
                  <a:pt x="3607" y="3211"/>
                </a:lnTo>
                <a:lnTo>
                  <a:pt x="3607" y="3209"/>
                </a:lnTo>
                <a:lnTo>
                  <a:pt x="3607" y="3208"/>
                </a:lnTo>
                <a:lnTo>
                  <a:pt x="3607" y="3209"/>
                </a:lnTo>
                <a:lnTo>
                  <a:pt x="3607" y="3210"/>
                </a:lnTo>
                <a:lnTo>
                  <a:pt x="3606" y="3210"/>
                </a:lnTo>
                <a:lnTo>
                  <a:pt x="3606" y="3212"/>
                </a:lnTo>
                <a:lnTo>
                  <a:pt x="3606" y="3213"/>
                </a:lnTo>
                <a:lnTo>
                  <a:pt x="3607" y="3212"/>
                </a:lnTo>
                <a:lnTo>
                  <a:pt x="3607" y="3213"/>
                </a:lnTo>
                <a:lnTo>
                  <a:pt x="3608" y="3214"/>
                </a:lnTo>
                <a:lnTo>
                  <a:pt x="3608" y="3215"/>
                </a:lnTo>
                <a:lnTo>
                  <a:pt x="3608" y="3216"/>
                </a:lnTo>
                <a:lnTo>
                  <a:pt x="3608" y="3219"/>
                </a:lnTo>
                <a:lnTo>
                  <a:pt x="3608" y="3220"/>
                </a:lnTo>
                <a:lnTo>
                  <a:pt x="3609" y="3220"/>
                </a:lnTo>
                <a:lnTo>
                  <a:pt x="3609" y="3221"/>
                </a:lnTo>
                <a:lnTo>
                  <a:pt x="3609" y="3222"/>
                </a:lnTo>
                <a:lnTo>
                  <a:pt x="3608" y="3222"/>
                </a:lnTo>
                <a:lnTo>
                  <a:pt x="3608" y="3221"/>
                </a:lnTo>
                <a:lnTo>
                  <a:pt x="3607" y="3221"/>
                </a:lnTo>
                <a:lnTo>
                  <a:pt x="3606" y="3221"/>
                </a:lnTo>
                <a:lnTo>
                  <a:pt x="3604" y="3222"/>
                </a:lnTo>
                <a:lnTo>
                  <a:pt x="3603" y="3222"/>
                </a:lnTo>
                <a:lnTo>
                  <a:pt x="3602" y="3221"/>
                </a:lnTo>
                <a:lnTo>
                  <a:pt x="3601" y="3220"/>
                </a:lnTo>
                <a:lnTo>
                  <a:pt x="3600" y="3218"/>
                </a:lnTo>
                <a:lnTo>
                  <a:pt x="3600" y="3217"/>
                </a:lnTo>
                <a:lnTo>
                  <a:pt x="3598" y="3213"/>
                </a:lnTo>
                <a:lnTo>
                  <a:pt x="3598" y="3212"/>
                </a:lnTo>
                <a:lnTo>
                  <a:pt x="3596" y="3212"/>
                </a:lnTo>
                <a:lnTo>
                  <a:pt x="3596" y="3214"/>
                </a:lnTo>
                <a:lnTo>
                  <a:pt x="3595" y="3214"/>
                </a:lnTo>
                <a:lnTo>
                  <a:pt x="3595" y="3215"/>
                </a:lnTo>
                <a:lnTo>
                  <a:pt x="3593" y="3216"/>
                </a:lnTo>
                <a:lnTo>
                  <a:pt x="3592" y="3215"/>
                </a:lnTo>
                <a:lnTo>
                  <a:pt x="3592" y="3214"/>
                </a:lnTo>
                <a:lnTo>
                  <a:pt x="3592" y="3215"/>
                </a:lnTo>
                <a:lnTo>
                  <a:pt x="3592" y="3217"/>
                </a:lnTo>
                <a:lnTo>
                  <a:pt x="3592" y="3218"/>
                </a:lnTo>
                <a:lnTo>
                  <a:pt x="3593" y="3219"/>
                </a:lnTo>
                <a:lnTo>
                  <a:pt x="3593" y="3220"/>
                </a:lnTo>
                <a:lnTo>
                  <a:pt x="3593" y="3221"/>
                </a:lnTo>
                <a:lnTo>
                  <a:pt x="3594" y="3221"/>
                </a:lnTo>
                <a:lnTo>
                  <a:pt x="3595" y="3222"/>
                </a:lnTo>
                <a:lnTo>
                  <a:pt x="3596" y="3222"/>
                </a:lnTo>
                <a:lnTo>
                  <a:pt x="3596" y="3223"/>
                </a:lnTo>
                <a:lnTo>
                  <a:pt x="3596" y="3224"/>
                </a:lnTo>
                <a:lnTo>
                  <a:pt x="3595" y="3225"/>
                </a:lnTo>
                <a:lnTo>
                  <a:pt x="3595" y="3226"/>
                </a:lnTo>
                <a:lnTo>
                  <a:pt x="3594" y="3226"/>
                </a:lnTo>
                <a:lnTo>
                  <a:pt x="3594" y="3227"/>
                </a:lnTo>
                <a:lnTo>
                  <a:pt x="3594" y="3228"/>
                </a:lnTo>
                <a:lnTo>
                  <a:pt x="3595" y="3228"/>
                </a:lnTo>
                <a:lnTo>
                  <a:pt x="3596" y="3228"/>
                </a:lnTo>
                <a:lnTo>
                  <a:pt x="3596" y="3229"/>
                </a:lnTo>
                <a:lnTo>
                  <a:pt x="3595" y="3229"/>
                </a:lnTo>
                <a:lnTo>
                  <a:pt x="3594" y="3229"/>
                </a:lnTo>
                <a:lnTo>
                  <a:pt x="3593" y="3229"/>
                </a:lnTo>
                <a:lnTo>
                  <a:pt x="3593" y="3230"/>
                </a:lnTo>
                <a:lnTo>
                  <a:pt x="3592" y="3231"/>
                </a:lnTo>
                <a:lnTo>
                  <a:pt x="3591" y="3231"/>
                </a:lnTo>
                <a:lnTo>
                  <a:pt x="3591" y="3230"/>
                </a:lnTo>
                <a:lnTo>
                  <a:pt x="3591" y="3229"/>
                </a:lnTo>
                <a:lnTo>
                  <a:pt x="3590" y="3229"/>
                </a:lnTo>
                <a:lnTo>
                  <a:pt x="3589" y="3229"/>
                </a:lnTo>
                <a:lnTo>
                  <a:pt x="3588" y="3229"/>
                </a:lnTo>
                <a:lnTo>
                  <a:pt x="3587" y="3229"/>
                </a:lnTo>
                <a:lnTo>
                  <a:pt x="3586" y="3229"/>
                </a:lnTo>
                <a:lnTo>
                  <a:pt x="3585" y="3229"/>
                </a:lnTo>
                <a:lnTo>
                  <a:pt x="3585" y="3228"/>
                </a:lnTo>
                <a:lnTo>
                  <a:pt x="3586" y="3227"/>
                </a:lnTo>
                <a:lnTo>
                  <a:pt x="3585" y="3227"/>
                </a:lnTo>
                <a:lnTo>
                  <a:pt x="3584" y="3226"/>
                </a:lnTo>
                <a:lnTo>
                  <a:pt x="3584" y="3225"/>
                </a:lnTo>
                <a:lnTo>
                  <a:pt x="3584" y="3224"/>
                </a:lnTo>
                <a:lnTo>
                  <a:pt x="3584" y="3223"/>
                </a:lnTo>
                <a:lnTo>
                  <a:pt x="3584" y="3222"/>
                </a:lnTo>
                <a:lnTo>
                  <a:pt x="3583" y="3221"/>
                </a:lnTo>
                <a:lnTo>
                  <a:pt x="3583" y="3222"/>
                </a:lnTo>
                <a:lnTo>
                  <a:pt x="3583" y="3223"/>
                </a:lnTo>
                <a:lnTo>
                  <a:pt x="3583" y="3225"/>
                </a:lnTo>
                <a:lnTo>
                  <a:pt x="3583" y="3226"/>
                </a:lnTo>
                <a:lnTo>
                  <a:pt x="3583" y="3225"/>
                </a:lnTo>
                <a:lnTo>
                  <a:pt x="3582" y="3225"/>
                </a:lnTo>
                <a:lnTo>
                  <a:pt x="3582" y="3226"/>
                </a:lnTo>
                <a:lnTo>
                  <a:pt x="3582" y="3227"/>
                </a:lnTo>
                <a:lnTo>
                  <a:pt x="3581" y="3227"/>
                </a:lnTo>
                <a:lnTo>
                  <a:pt x="3580" y="3227"/>
                </a:lnTo>
                <a:lnTo>
                  <a:pt x="3580" y="3228"/>
                </a:lnTo>
                <a:lnTo>
                  <a:pt x="3581" y="3228"/>
                </a:lnTo>
                <a:lnTo>
                  <a:pt x="3582" y="3228"/>
                </a:lnTo>
                <a:lnTo>
                  <a:pt x="3582" y="3229"/>
                </a:lnTo>
                <a:lnTo>
                  <a:pt x="3581" y="3229"/>
                </a:lnTo>
                <a:lnTo>
                  <a:pt x="3582" y="3230"/>
                </a:lnTo>
                <a:lnTo>
                  <a:pt x="3583" y="3234"/>
                </a:lnTo>
                <a:lnTo>
                  <a:pt x="3583" y="3235"/>
                </a:lnTo>
                <a:lnTo>
                  <a:pt x="3584" y="3236"/>
                </a:lnTo>
                <a:lnTo>
                  <a:pt x="3584" y="3237"/>
                </a:lnTo>
                <a:lnTo>
                  <a:pt x="3585" y="3237"/>
                </a:lnTo>
                <a:lnTo>
                  <a:pt x="3586" y="3238"/>
                </a:lnTo>
                <a:lnTo>
                  <a:pt x="3585" y="3238"/>
                </a:lnTo>
                <a:lnTo>
                  <a:pt x="3584" y="3238"/>
                </a:lnTo>
                <a:lnTo>
                  <a:pt x="3584" y="3239"/>
                </a:lnTo>
                <a:lnTo>
                  <a:pt x="3585" y="3240"/>
                </a:lnTo>
                <a:lnTo>
                  <a:pt x="3584" y="3240"/>
                </a:lnTo>
                <a:lnTo>
                  <a:pt x="3584" y="3241"/>
                </a:lnTo>
                <a:lnTo>
                  <a:pt x="3583" y="3241"/>
                </a:lnTo>
                <a:lnTo>
                  <a:pt x="3583" y="3242"/>
                </a:lnTo>
                <a:lnTo>
                  <a:pt x="3583" y="3243"/>
                </a:lnTo>
                <a:lnTo>
                  <a:pt x="3582" y="3242"/>
                </a:lnTo>
                <a:lnTo>
                  <a:pt x="3581" y="3241"/>
                </a:lnTo>
                <a:lnTo>
                  <a:pt x="3580" y="3241"/>
                </a:lnTo>
                <a:lnTo>
                  <a:pt x="3580" y="3240"/>
                </a:lnTo>
                <a:lnTo>
                  <a:pt x="3580" y="3239"/>
                </a:lnTo>
                <a:lnTo>
                  <a:pt x="3579" y="3240"/>
                </a:lnTo>
                <a:lnTo>
                  <a:pt x="3579" y="3239"/>
                </a:lnTo>
                <a:lnTo>
                  <a:pt x="3578" y="3237"/>
                </a:lnTo>
                <a:lnTo>
                  <a:pt x="3579" y="3237"/>
                </a:lnTo>
                <a:lnTo>
                  <a:pt x="3579" y="3236"/>
                </a:lnTo>
                <a:lnTo>
                  <a:pt x="3580" y="3235"/>
                </a:lnTo>
                <a:lnTo>
                  <a:pt x="3579" y="3235"/>
                </a:lnTo>
                <a:lnTo>
                  <a:pt x="3579" y="3236"/>
                </a:lnTo>
                <a:lnTo>
                  <a:pt x="3578" y="3236"/>
                </a:lnTo>
                <a:lnTo>
                  <a:pt x="3578" y="3237"/>
                </a:lnTo>
                <a:lnTo>
                  <a:pt x="3577" y="3236"/>
                </a:lnTo>
                <a:lnTo>
                  <a:pt x="3578" y="3235"/>
                </a:lnTo>
                <a:lnTo>
                  <a:pt x="3578" y="3234"/>
                </a:lnTo>
                <a:lnTo>
                  <a:pt x="3578" y="3233"/>
                </a:lnTo>
                <a:lnTo>
                  <a:pt x="3578" y="3234"/>
                </a:lnTo>
                <a:lnTo>
                  <a:pt x="3577" y="3234"/>
                </a:lnTo>
                <a:lnTo>
                  <a:pt x="3577" y="3235"/>
                </a:lnTo>
                <a:lnTo>
                  <a:pt x="3576" y="3234"/>
                </a:lnTo>
                <a:lnTo>
                  <a:pt x="3575" y="3233"/>
                </a:lnTo>
                <a:lnTo>
                  <a:pt x="3574" y="3233"/>
                </a:lnTo>
                <a:lnTo>
                  <a:pt x="3573" y="3232"/>
                </a:lnTo>
                <a:lnTo>
                  <a:pt x="3573" y="3231"/>
                </a:lnTo>
                <a:lnTo>
                  <a:pt x="3573" y="3230"/>
                </a:lnTo>
                <a:lnTo>
                  <a:pt x="3572" y="3229"/>
                </a:lnTo>
                <a:lnTo>
                  <a:pt x="3572" y="3228"/>
                </a:lnTo>
                <a:lnTo>
                  <a:pt x="3571" y="3226"/>
                </a:lnTo>
                <a:lnTo>
                  <a:pt x="3570" y="3226"/>
                </a:lnTo>
                <a:lnTo>
                  <a:pt x="3569" y="3224"/>
                </a:lnTo>
                <a:lnTo>
                  <a:pt x="3569" y="3223"/>
                </a:lnTo>
                <a:lnTo>
                  <a:pt x="3568" y="3223"/>
                </a:lnTo>
                <a:lnTo>
                  <a:pt x="3568" y="3221"/>
                </a:lnTo>
                <a:lnTo>
                  <a:pt x="3568" y="3220"/>
                </a:lnTo>
                <a:lnTo>
                  <a:pt x="3569" y="3219"/>
                </a:lnTo>
                <a:lnTo>
                  <a:pt x="3569" y="3218"/>
                </a:lnTo>
                <a:lnTo>
                  <a:pt x="3569" y="3217"/>
                </a:lnTo>
                <a:lnTo>
                  <a:pt x="3569" y="3214"/>
                </a:lnTo>
                <a:lnTo>
                  <a:pt x="3569" y="3212"/>
                </a:lnTo>
                <a:lnTo>
                  <a:pt x="3568" y="3211"/>
                </a:lnTo>
                <a:lnTo>
                  <a:pt x="3568" y="3210"/>
                </a:lnTo>
                <a:lnTo>
                  <a:pt x="3568" y="3209"/>
                </a:lnTo>
                <a:lnTo>
                  <a:pt x="3569" y="3209"/>
                </a:lnTo>
                <a:lnTo>
                  <a:pt x="3570" y="3208"/>
                </a:lnTo>
                <a:lnTo>
                  <a:pt x="3570" y="3207"/>
                </a:lnTo>
                <a:lnTo>
                  <a:pt x="3569" y="3208"/>
                </a:lnTo>
                <a:lnTo>
                  <a:pt x="3568" y="3209"/>
                </a:lnTo>
                <a:lnTo>
                  <a:pt x="3568" y="3208"/>
                </a:lnTo>
                <a:lnTo>
                  <a:pt x="3567" y="3207"/>
                </a:lnTo>
                <a:lnTo>
                  <a:pt x="3566" y="3207"/>
                </a:lnTo>
                <a:lnTo>
                  <a:pt x="3567" y="3207"/>
                </a:lnTo>
                <a:lnTo>
                  <a:pt x="3567" y="3208"/>
                </a:lnTo>
                <a:lnTo>
                  <a:pt x="3567" y="3209"/>
                </a:lnTo>
                <a:lnTo>
                  <a:pt x="3566" y="3210"/>
                </a:lnTo>
                <a:lnTo>
                  <a:pt x="3567" y="3211"/>
                </a:lnTo>
                <a:lnTo>
                  <a:pt x="3567" y="3213"/>
                </a:lnTo>
                <a:lnTo>
                  <a:pt x="3566" y="3213"/>
                </a:lnTo>
                <a:lnTo>
                  <a:pt x="3566" y="3214"/>
                </a:lnTo>
                <a:lnTo>
                  <a:pt x="3565" y="3214"/>
                </a:lnTo>
                <a:lnTo>
                  <a:pt x="3567" y="3215"/>
                </a:lnTo>
                <a:lnTo>
                  <a:pt x="3566" y="3215"/>
                </a:lnTo>
                <a:lnTo>
                  <a:pt x="3565" y="3216"/>
                </a:lnTo>
                <a:lnTo>
                  <a:pt x="3565" y="3217"/>
                </a:lnTo>
                <a:lnTo>
                  <a:pt x="3564" y="3218"/>
                </a:lnTo>
                <a:lnTo>
                  <a:pt x="3562" y="3216"/>
                </a:lnTo>
                <a:lnTo>
                  <a:pt x="3560" y="3218"/>
                </a:lnTo>
                <a:lnTo>
                  <a:pt x="3561" y="3218"/>
                </a:lnTo>
                <a:lnTo>
                  <a:pt x="3561" y="3219"/>
                </a:lnTo>
                <a:lnTo>
                  <a:pt x="3561" y="3220"/>
                </a:lnTo>
                <a:lnTo>
                  <a:pt x="3561" y="3221"/>
                </a:lnTo>
                <a:lnTo>
                  <a:pt x="3561" y="3222"/>
                </a:lnTo>
                <a:lnTo>
                  <a:pt x="3560" y="3221"/>
                </a:lnTo>
                <a:lnTo>
                  <a:pt x="3560" y="3222"/>
                </a:lnTo>
                <a:lnTo>
                  <a:pt x="3560" y="3223"/>
                </a:lnTo>
                <a:lnTo>
                  <a:pt x="3560" y="3225"/>
                </a:lnTo>
                <a:lnTo>
                  <a:pt x="3560" y="3226"/>
                </a:lnTo>
                <a:lnTo>
                  <a:pt x="3560" y="3227"/>
                </a:lnTo>
                <a:lnTo>
                  <a:pt x="3561" y="3227"/>
                </a:lnTo>
                <a:lnTo>
                  <a:pt x="3560" y="3227"/>
                </a:lnTo>
                <a:lnTo>
                  <a:pt x="3561" y="3228"/>
                </a:lnTo>
                <a:lnTo>
                  <a:pt x="3561" y="3229"/>
                </a:lnTo>
                <a:lnTo>
                  <a:pt x="3561" y="3230"/>
                </a:lnTo>
                <a:lnTo>
                  <a:pt x="3561" y="3231"/>
                </a:lnTo>
                <a:lnTo>
                  <a:pt x="3561" y="3232"/>
                </a:lnTo>
                <a:lnTo>
                  <a:pt x="3561" y="3233"/>
                </a:lnTo>
                <a:lnTo>
                  <a:pt x="3562" y="3233"/>
                </a:lnTo>
                <a:lnTo>
                  <a:pt x="3562" y="3234"/>
                </a:lnTo>
                <a:lnTo>
                  <a:pt x="3562" y="3235"/>
                </a:lnTo>
                <a:lnTo>
                  <a:pt x="3561" y="3235"/>
                </a:lnTo>
                <a:lnTo>
                  <a:pt x="3561" y="3236"/>
                </a:lnTo>
                <a:lnTo>
                  <a:pt x="3560" y="3236"/>
                </a:lnTo>
                <a:lnTo>
                  <a:pt x="3559" y="3236"/>
                </a:lnTo>
                <a:lnTo>
                  <a:pt x="3559" y="3237"/>
                </a:lnTo>
                <a:lnTo>
                  <a:pt x="3558" y="3238"/>
                </a:lnTo>
                <a:lnTo>
                  <a:pt x="3558" y="3239"/>
                </a:lnTo>
                <a:lnTo>
                  <a:pt x="3557" y="3240"/>
                </a:lnTo>
                <a:lnTo>
                  <a:pt x="3557" y="3241"/>
                </a:lnTo>
                <a:lnTo>
                  <a:pt x="3556" y="3241"/>
                </a:lnTo>
                <a:lnTo>
                  <a:pt x="3556" y="3242"/>
                </a:lnTo>
                <a:lnTo>
                  <a:pt x="3555" y="3242"/>
                </a:lnTo>
                <a:lnTo>
                  <a:pt x="3555" y="3243"/>
                </a:lnTo>
                <a:lnTo>
                  <a:pt x="3554" y="3243"/>
                </a:lnTo>
                <a:lnTo>
                  <a:pt x="3553" y="3243"/>
                </a:lnTo>
                <a:lnTo>
                  <a:pt x="3553" y="3245"/>
                </a:lnTo>
                <a:lnTo>
                  <a:pt x="3552" y="3245"/>
                </a:lnTo>
                <a:lnTo>
                  <a:pt x="3551" y="3245"/>
                </a:lnTo>
                <a:lnTo>
                  <a:pt x="3550" y="3245"/>
                </a:lnTo>
                <a:lnTo>
                  <a:pt x="3550" y="3244"/>
                </a:lnTo>
                <a:lnTo>
                  <a:pt x="3549" y="3244"/>
                </a:lnTo>
                <a:lnTo>
                  <a:pt x="3549" y="3243"/>
                </a:lnTo>
                <a:lnTo>
                  <a:pt x="3549" y="3242"/>
                </a:lnTo>
                <a:lnTo>
                  <a:pt x="3549" y="3241"/>
                </a:lnTo>
                <a:lnTo>
                  <a:pt x="3548" y="3241"/>
                </a:lnTo>
                <a:lnTo>
                  <a:pt x="3547" y="3241"/>
                </a:lnTo>
                <a:lnTo>
                  <a:pt x="3547" y="3240"/>
                </a:lnTo>
                <a:lnTo>
                  <a:pt x="3546" y="3238"/>
                </a:lnTo>
                <a:lnTo>
                  <a:pt x="3546" y="3237"/>
                </a:lnTo>
                <a:lnTo>
                  <a:pt x="3546" y="3236"/>
                </a:lnTo>
                <a:lnTo>
                  <a:pt x="3545" y="3236"/>
                </a:lnTo>
                <a:lnTo>
                  <a:pt x="3544" y="3235"/>
                </a:lnTo>
                <a:lnTo>
                  <a:pt x="3544" y="3234"/>
                </a:lnTo>
                <a:lnTo>
                  <a:pt x="3543" y="3234"/>
                </a:lnTo>
                <a:lnTo>
                  <a:pt x="3543" y="3233"/>
                </a:lnTo>
                <a:lnTo>
                  <a:pt x="3543" y="3234"/>
                </a:lnTo>
                <a:lnTo>
                  <a:pt x="3543" y="3235"/>
                </a:lnTo>
                <a:lnTo>
                  <a:pt x="3542" y="3235"/>
                </a:lnTo>
                <a:lnTo>
                  <a:pt x="3541" y="3235"/>
                </a:lnTo>
                <a:lnTo>
                  <a:pt x="3540" y="3236"/>
                </a:lnTo>
                <a:lnTo>
                  <a:pt x="3539" y="3236"/>
                </a:lnTo>
                <a:lnTo>
                  <a:pt x="3538" y="3237"/>
                </a:lnTo>
                <a:lnTo>
                  <a:pt x="3537" y="3237"/>
                </a:lnTo>
                <a:lnTo>
                  <a:pt x="3537" y="3238"/>
                </a:lnTo>
                <a:lnTo>
                  <a:pt x="3536" y="3238"/>
                </a:lnTo>
                <a:lnTo>
                  <a:pt x="3536" y="3239"/>
                </a:lnTo>
                <a:lnTo>
                  <a:pt x="3536" y="3240"/>
                </a:lnTo>
                <a:lnTo>
                  <a:pt x="3536" y="3241"/>
                </a:lnTo>
                <a:lnTo>
                  <a:pt x="3535" y="3241"/>
                </a:lnTo>
                <a:lnTo>
                  <a:pt x="3535" y="3240"/>
                </a:lnTo>
                <a:lnTo>
                  <a:pt x="3535" y="3241"/>
                </a:lnTo>
                <a:lnTo>
                  <a:pt x="3534" y="3241"/>
                </a:lnTo>
                <a:lnTo>
                  <a:pt x="3533" y="3241"/>
                </a:lnTo>
                <a:lnTo>
                  <a:pt x="3532" y="3242"/>
                </a:lnTo>
                <a:lnTo>
                  <a:pt x="3531" y="3244"/>
                </a:lnTo>
                <a:lnTo>
                  <a:pt x="3531" y="3245"/>
                </a:lnTo>
                <a:lnTo>
                  <a:pt x="3530" y="3245"/>
                </a:lnTo>
                <a:lnTo>
                  <a:pt x="3529" y="3245"/>
                </a:lnTo>
                <a:lnTo>
                  <a:pt x="3529" y="3246"/>
                </a:lnTo>
                <a:lnTo>
                  <a:pt x="3528" y="3246"/>
                </a:lnTo>
                <a:lnTo>
                  <a:pt x="3528" y="3247"/>
                </a:lnTo>
                <a:lnTo>
                  <a:pt x="3528" y="3248"/>
                </a:lnTo>
                <a:lnTo>
                  <a:pt x="3527" y="3248"/>
                </a:lnTo>
                <a:lnTo>
                  <a:pt x="3527" y="3249"/>
                </a:lnTo>
                <a:lnTo>
                  <a:pt x="3527" y="3250"/>
                </a:lnTo>
                <a:lnTo>
                  <a:pt x="3527" y="3252"/>
                </a:lnTo>
                <a:lnTo>
                  <a:pt x="3526" y="3252"/>
                </a:lnTo>
                <a:lnTo>
                  <a:pt x="3526" y="3251"/>
                </a:lnTo>
                <a:lnTo>
                  <a:pt x="3525" y="3251"/>
                </a:lnTo>
                <a:lnTo>
                  <a:pt x="3525" y="3252"/>
                </a:lnTo>
                <a:lnTo>
                  <a:pt x="3525" y="3253"/>
                </a:lnTo>
                <a:lnTo>
                  <a:pt x="3524" y="3253"/>
                </a:lnTo>
                <a:lnTo>
                  <a:pt x="3523" y="3253"/>
                </a:lnTo>
                <a:lnTo>
                  <a:pt x="3523" y="3254"/>
                </a:lnTo>
                <a:lnTo>
                  <a:pt x="3522" y="3254"/>
                </a:lnTo>
                <a:lnTo>
                  <a:pt x="3520" y="3254"/>
                </a:lnTo>
                <a:lnTo>
                  <a:pt x="3520" y="3255"/>
                </a:lnTo>
                <a:lnTo>
                  <a:pt x="3519" y="3255"/>
                </a:lnTo>
                <a:lnTo>
                  <a:pt x="3519" y="3254"/>
                </a:lnTo>
                <a:lnTo>
                  <a:pt x="3518" y="3254"/>
                </a:lnTo>
                <a:lnTo>
                  <a:pt x="3518" y="3253"/>
                </a:lnTo>
                <a:lnTo>
                  <a:pt x="3517" y="3253"/>
                </a:lnTo>
                <a:lnTo>
                  <a:pt x="3516" y="3253"/>
                </a:lnTo>
                <a:lnTo>
                  <a:pt x="3515" y="3252"/>
                </a:lnTo>
                <a:lnTo>
                  <a:pt x="3514" y="3252"/>
                </a:lnTo>
                <a:lnTo>
                  <a:pt x="3514" y="3251"/>
                </a:lnTo>
                <a:lnTo>
                  <a:pt x="3513" y="3251"/>
                </a:lnTo>
                <a:lnTo>
                  <a:pt x="3512" y="3251"/>
                </a:lnTo>
                <a:lnTo>
                  <a:pt x="3512" y="3250"/>
                </a:lnTo>
                <a:lnTo>
                  <a:pt x="3511" y="3250"/>
                </a:lnTo>
                <a:lnTo>
                  <a:pt x="3511" y="3249"/>
                </a:lnTo>
                <a:lnTo>
                  <a:pt x="3510" y="3249"/>
                </a:lnTo>
                <a:lnTo>
                  <a:pt x="3509" y="3249"/>
                </a:lnTo>
                <a:lnTo>
                  <a:pt x="3508" y="3249"/>
                </a:lnTo>
                <a:lnTo>
                  <a:pt x="3508" y="3248"/>
                </a:lnTo>
                <a:lnTo>
                  <a:pt x="3507" y="3248"/>
                </a:lnTo>
                <a:lnTo>
                  <a:pt x="3507" y="3247"/>
                </a:lnTo>
                <a:lnTo>
                  <a:pt x="3507" y="3246"/>
                </a:lnTo>
                <a:lnTo>
                  <a:pt x="3507" y="3245"/>
                </a:lnTo>
                <a:lnTo>
                  <a:pt x="3506" y="3245"/>
                </a:lnTo>
                <a:lnTo>
                  <a:pt x="3506" y="3243"/>
                </a:lnTo>
                <a:lnTo>
                  <a:pt x="3507" y="3243"/>
                </a:lnTo>
                <a:lnTo>
                  <a:pt x="3506" y="3241"/>
                </a:lnTo>
                <a:lnTo>
                  <a:pt x="3506" y="3240"/>
                </a:lnTo>
                <a:lnTo>
                  <a:pt x="3507" y="3239"/>
                </a:lnTo>
                <a:lnTo>
                  <a:pt x="3507" y="3238"/>
                </a:lnTo>
                <a:lnTo>
                  <a:pt x="3508" y="3238"/>
                </a:lnTo>
                <a:lnTo>
                  <a:pt x="3508" y="3237"/>
                </a:lnTo>
                <a:lnTo>
                  <a:pt x="3509" y="3237"/>
                </a:lnTo>
                <a:lnTo>
                  <a:pt x="3510" y="3237"/>
                </a:lnTo>
                <a:lnTo>
                  <a:pt x="3511" y="3237"/>
                </a:lnTo>
                <a:lnTo>
                  <a:pt x="3512" y="3236"/>
                </a:lnTo>
                <a:lnTo>
                  <a:pt x="3513" y="3236"/>
                </a:lnTo>
                <a:lnTo>
                  <a:pt x="3514" y="3236"/>
                </a:lnTo>
                <a:lnTo>
                  <a:pt x="3515" y="3235"/>
                </a:lnTo>
                <a:lnTo>
                  <a:pt x="3514" y="3235"/>
                </a:lnTo>
                <a:lnTo>
                  <a:pt x="3514" y="3236"/>
                </a:lnTo>
                <a:lnTo>
                  <a:pt x="3514" y="3235"/>
                </a:lnTo>
                <a:lnTo>
                  <a:pt x="3514" y="3236"/>
                </a:lnTo>
                <a:lnTo>
                  <a:pt x="3513" y="3236"/>
                </a:lnTo>
                <a:lnTo>
                  <a:pt x="3513" y="3235"/>
                </a:lnTo>
                <a:lnTo>
                  <a:pt x="3512" y="3235"/>
                </a:lnTo>
                <a:lnTo>
                  <a:pt x="3511" y="3235"/>
                </a:lnTo>
                <a:lnTo>
                  <a:pt x="3510" y="3234"/>
                </a:lnTo>
                <a:lnTo>
                  <a:pt x="3510" y="3235"/>
                </a:lnTo>
                <a:lnTo>
                  <a:pt x="3510" y="3236"/>
                </a:lnTo>
                <a:lnTo>
                  <a:pt x="3509" y="3236"/>
                </a:lnTo>
                <a:lnTo>
                  <a:pt x="3509" y="3237"/>
                </a:lnTo>
                <a:lnTo>
                  <a:pt x="3508" y="3237"/>
                </a:lnTo>
                <a:lnTo>
                  <a:pt x="3507" y="3237"/>
                </a:lnTo>
                <a:lnTo>
                  <a:pt x="3507" y="3238"/>
                </a:lnTo>
                <a:lnTo>
                  <a:pt x="3506" y="3238"/>
                </a:lnTo>
                <a:lnTo>
                  <a:pt x="3506" y="3239"/>
                </a:lnTo>
                <a:lnTo>
                  <a:pt x="3506" y="3238"/>
                </a:lnTo>
                <a:lnTo>
                  <a:pt x="3505" y="3238"/>
                </a:lnTo>
                <a:lnTo>
                  <a:pt x="3505" y="3237"/>
                </a:lnTo>
                <a:lnTo>
                  <a:pt x="3505" y="3236"/>
                </a:lnTo>
                <a:lnTo>
                  <a:pt x="3504" y="3236"/>
                </a:lnTo>
                <a:lnTo>
                  <a:pt x="3504" y="3235"/>
                </a:lnTo>
                <a:lnTo>
                  <a:pt x="3504" y="3234"/>
                </a:lnTo>
                <a:lnTo>
                  <a:pt x="3503" y="3233"/>
                </a:lnTo>
                <a:lnTo>
                  <a:pt x="3503" y="3232"/>
                </a:lnTo>
                <a:lnTo>
                  <a:pt x="3503" y="3231"/>
                </a:lnTo>
                <a:lnTo>
                  <a:pt x="3502" y="3231"/>
                </a:lnTo>
                <a:lnTo>
                  <a:pt x="3502" y="3230"/>
                </a:lnTo>
                <a:lnTo>
                  <a:pt x="3503" y="3230"/>
                </a:lnTo>
                <a:lnTo>
                  <a:pt x="3503" y="3229"/>
                </a:lnTo>
                <a:lnTo>
                  <a:pt x="3504" y="3228"/>
                </a:lnTo>
                <a:lnTo>
                  <a:pt x="3503" y="3228"/>
                </a:lnTo>
                <a:lnTo>
                  <a:pt x="3504" y="3227"/>
                </a:lnTo>
                <a:lnTo>
                  <a:pt x="3505" y="3227"/>
                </a:lnTo>
                <a:lnTo>
                  <a:pt x="3505" y="3226"/>
                </a:lnTo>
                <a:lnTo>
                  <a:pt x="3505" y="3225"/>
                </a:lnTo>
                <a:lnTo>
                  <a:pt x="3505" y="3224"/>
                </a:lnTo>
                <a:lnTo>
                  <a:pt x="3505" y="3223"/>
                </a:lnTo>
                <a:lnTo>
                  <a:pt x="3504" y="3224"/>
                </a:lnTo>
                <a:lnTo>
                  <a:pt x="3505" y="3224"/>
                </a:lnTo>
                <a:lnTo>
                  <a:pt x="3505" y="3225"/>
                </a:lnTo>
                <a:lnTo>
                  <a:pt x="3504" y="3225"/>
                </a:lnTo>
                <a:lnTo>
                  <a:pt x="3505" y="3225"/>
                </a:lnTo>
                <a:lnTo>
                  <a:pt x="3505" y="3226"/>
                </a:lnTo>
                <a:lnTo>
                  <a:pt x="3504" y="3226"/>
                </a:lnTo>
                <a:lnTo>
                  <a:pt x="3503" y="3226"/>
                </a:lnTo>
                <a:lnTo>
                  <a:pt x="3503" y="3227"/>
                </a:lnTo>
                <a:lnTo>
                  <a:pt x="3502" y="3228"/>
                </a:lnTo>
                <a:lnTo>
                  <a:pt x="3503" y="3228"/>
                </a:lnTo>
                <a:lnTo>
                  <a:pt x="3503" y="3229"/>
                </a:lnTo>
                <a:lnTo>
                  <a:pt x="3502" y="3229"/>
                </a:lnTo>
                <a:lnTo>
                  <a:pt x="3502" y="3231"/>
                </a:lnTo>
                <a:lnTo>
                  <a:pt x="3503" y="3232"/>
                </a:lnTo>
                <a:lnTo>
                  <a:pt x="3503" y="3233"/>
                </a:lnTo>
                <a:lnTo>
                  <a:pt x="3503" y="3234"/>
                </a:lnTo>
                <a:lnTo>
                  <a:pt x="3503" y="3235"/>
                </a:lnTo>
                <a:lnTo>
                  <a:pt x="3504" y="3236"/>
                </a:lnTo>
                <a:lnTo>
                  <a:pt x="3504" y="3237"/>
                </a:lnTo>
                <a:lnTo>
                  <a:pt x="3504" y="3238"/>
                </a:lnTo>
                <a:lnTo>
                  <a:pt x="3505" y="3239"/>
                </a:lnTo>
                <a:lnTo>
                  <a:pt x="3504" y="3239"/>
                </a:lnTo>
                <a:lnTo>
                  <a:pt x="3505" y="3239"/>
                </a:lnTo>
                <a:lnTo>
                  <a:pt x="3505" y="3240"/>
                </a:lnTo>
                <a:lnTo>
                  <a:pt x="3505" y="3241"/>
                </a:lnTo>
                <a:lnTo>
                  <a:pt x="3505" y="3242"/>
                </a:lnTo>
                <a:lnTo>
                  <a:pt x="3505" y="3245"/>
                </a:lnTo>
                <a:lnTo>
                  <a:pt x="3505" y="3246"/>
                </a:lnTo>
                <a:lnTo>
                  <a:pt x="3506" y="3246"/>
                </a:lnTo>
                <a:lnTo>
                  <a:pt x="3506" y="3247"/>
                </a:lnTo>
                <a:lnTo>
                  <a:pt x="3506" y="3248"/>
                </a:lnTo>
                <a:lnTo>
                  <a:pt x="3506" y="3249"/>
                </a:lnTo>
                <a:lnTo>
                  <a:pt x="3506" y="3250"/>
                </a:lnTo>
                <a:lnTo>
                  <a:pt x="3506" y="3251"/>
                </a:lnTo>
                <a:lnTo>
                  <a:pt x="3506" y="3252"/>
                </a:lnTo>
                <a:lnTo>
                  <a:pt x="3506" y="3253"/>
                </a:lnTo>
                <a:lnTo>
                  <a:pt x="3506" y="3254"/>
                </a:lnTo>
                <a:lnTo>
                  <a:pt x="3506" y="3255"/>
                </a:lnTo>
                <a:lnTo>
                  <a:pt x="3505" y="3255"/>
                </a:lnTo>
                <a:lnTo>
                  <a:pt x="3505" y="3256"/>
                </a:lnTo>
                <a:lnTo>
                  <a:pt x="3506" y="3256"/>
                </a:lnTo>
                <a:lnTo>
                  <a:pt x="3505" y="3257"/>
                </a:lnTo>
                <a:lnTo>
                  <a:pt x="3504" y="3257"/>
                </a:lnTo>
                <a:lnTo>
                  <a:pt x="3503" y="3257"/>
                </a:lnTo>
                <a:lnTo>
                  <a:pt x="3502" y="3257"/>
                </a:lnTo>
                <a:lnTo>
                  <a:pt x="3502" y="3258"/>
                </a:lnTo>
                <a:lnTo>
                  <a:pt x="3501" y="3258"/>
                </a:lnTo>
                <a:lnTo>
                  <a:pt x="3500" y="3258"/>
                </a:lnTo>
                <a:lnTo>
                  <a:pt x="3500" y="3259"/>
                </a:lnTo>
                <a:lnTo>
                  <a:pt x="3500" y="3258"/>
                </a:lnTo>
                <a:lnTo>
                  <a:pt x="3498" y="3258"/>
                </a:lnTo>
                <a:lnTo>
                  <a:pt x="3498" y="3259"/>
                </a:lnTo>
                <a:lnTo>
                  <a:pt x="3497" y="3259"/>
                </a:lnTo>
                <a:lnTo>
                  <a:pt x="3497" y="3260"/>
                </a:lnTo>
                <a:lnTo>
                  <a:pt x="3496" y="3260"/>
                </a:lnTo>
                <a:lnTo>
                  <a:pt x="3495" y="3260"/>
                </a:lnTo>
                <a:lnTo>
                  <a:pt x="3494" y="3260"/>
                </a:lnTo>
                <a:lnTo>
                  <a:pt x="3493" y="3260"/>
                </a:lnTo>
                <a:lnTo>
                  <a:pt x="3492" y="3260"/>
                </a:lnTo>
                <a:lnTo>
                  <a:pt x="3491" y="3260"/>
                </a:lnTo>
                <a:lnTo>
                  <a:pt x="3490" y="3260"/>
                </a:lnTo>
                <a:lnTo>
                  <a:pt x="3490" y="3259"/>
                </a:lnTo>
                <a:lnTo>
                  <a:pt x="3491" y="3259"/>
                </a:lnTo>
                <a:lnTo>
                  <a:pt x="3491" y="3258"/>
                </a:lnTo>
                <a:lnTo>
                  <a:pt x="3491" y="3257"/>
                </a:lnTo>
                <a:lnTo>
                  <a:pt x="3490" y="3257"/>
                </a:lnTo>
                <a:lnTo>
                  <a:pt x="3489" y="3257"/>
                </a:lnTo>
                <a:lnTo>
                  <a:pt x="3488" y="3257"/>
                </a:lnTo>
                <a:lnTo>
                  <a:pt x="3488" y="3256"/>
                </a:lnTo>
                <a:lnTo>
                  <a:pt x="3487" y="3256"/>
                </a:lnTo>
                <a:lnTo>
                  <a:pt x="3487" y="3255"/>
                </a:lnTo>
                <a:lnTo>
                  <a:pt x="3486" y="3255"/>
                </a:lnTo>
                <a:lnTo>
                  <a:pt x="3486" y="3254"/>
                </a:lnTo>
                <a:lnTo>
                  <a:pt x="3487" y="3254"/>
                </a:lnTo>
                <a:lnTo>
                  <a:pt x="3487" y="3253"/>
                </a:lnTo>
                <a:lnTo>
                  <a:pt x="3487" y="3252"/>
                </a:lnTo>
                <a:lnTo>
                  <a:pt x="3487" y="3251"/>
                </a:lnTo>
                <a:lnTo>
                  <a:pt x="3486" y="3251"/>
                </a:lnTo>
                <a:lnTo>
                  <a:pt x="3486" y="3250"/>
                </a:lnTo>
                <a:lnTo>
                  <a:pt x="3485" y="3250"/>
                </a:lnTo>
                <a:lnTo>
                  <a:pt x="3484" y="3249"/>
                </a:lnTo>
                <a:lnTo>
                  <a:pt x="3483" y="3249"/>
                </a:lnTo>
                <a:lnTo>
                  <a:pt x="3482" y="3250"/>
                </a:lnTo>
                <a:lnTo>
                  <a:pt x="3481" y="3250"/>
                </a:lnTo>
                <a:lnTo>
                  <a:pt x="3480" y="3250"/>
                </a:lnTo>
                <a:lnTo>
                  <a:pt x="3479" y="3251"/>
                </a:lnTo>
                <a:lnTo>
                  <a:pt x="3478" y="3251"/>
                </a:lnTo>
                <a:lnTo>
                  <a:pt x="3477" y="3251"/>
                </a:lnTo>
                <a:lnTo>
                  <a:pt x="3476" y="3252"/>
                </a:lnTo>
                <a:lnTo>
                  <a:pt x="3475" y="3252"/>
                </a:lnTo>
                <a:lnTo>
                  <a:pt x="3474" y="3252"/>
                </a:lnTo>
                <a:lnTo>
                  <a:pt x="3473" y="3252"/>
                </a:lnTo>
                <a:lnTo>
                  <a:pt x="3472" y="3251"/>
                </a:lnTo>
                <a:lnTo>
                  <a:pt x="3471" y="3251"/>
                </a:lnTo>
                <a:lnTo>
                  <a:pt x="3471" y="3252"/>
                </a:lnTo>
                <a:lnTo>
                  <a:pt x="3472" y="3252"/>
                </a:lnTo>
                <a:lnTo>
                  <a:pt x="3473" y="3252"/>
                </a:lnTo>
                <a:lnTo>
                  <a:pt x="3474" y="3252"/>
                </a:lnTo>
                <a:lnTo>
                  <a:pt x="3474" y="3253"/>
                </a:lnTo>
                <a:lnTo>
                  <a:pt x="3473" y="3253"/>
                </a:lnTo>
                <a:lnTo>
                  <a:pt x="3472" y="3253"/>
                </a:lnTo>
                <a:lnTo>
                  <a:pt x="3471" y="3254"/>
                </a:lnTo>
                <a:lnTo>
                  <a:pt x="3470" y="3254"/>
                </a:lnTo>
                <a:lnTo>
                  <a:pt x="3469" y="3254"/>
                </a:lnTo>
                <a:lnTo>
                  <a:pt x="3469" y="3255"/>
                </a:lnTo>
                <a:lnTo>
                  <a:pt x="3468" y="3255"/>
                </a:lnTo>
                <a:lnTo>
                  <a:pt x="3467" y="3256"/>
                </a:lnTo>
                <a:lnTo>
                  <a:pt x="3466" y="3257"/>
                </a:lnTo>
                <a:lnTo>
                  <a:pt x="3465" y="3258"/>
                </a:lnTo>
                <a:lnTo>
                  <a:pt x="3465" y="3257"/>
                </a:lnTo>
                <a:lnTo>
                  <a:pt x="3465" y="3256"/>
                </a:lnTo>
                <a:lnTo>
                  <a:pt x="3466" y="3256"/>
                </a:lnTo>
                <a:lnTo>
                  <a:pt x="3467" y="3256"/>
                </a:lnTo>
                <a:lnTo>
                  <a:pt x="3467" y="3255"/>
                </a:lnTo>
                <a:lnTo>
                  <a:pt x="3466" y="3255"/>
                </a:lnTo>
                <a:lnTo>
                  <a:pt x="3466" y="3256"/>
                </a:lnTo>
                <a:lnTo>
                  <a:pt x="3465" y="3256"/>
                </a:lnTo>
                <a:lnTo>
                  <a:pt x="3465" y="3257"/>
                </a:lnTo>
                <a:lnTo>
                  <a:pt x="3464" y="3257"/>
                </a:lnTo>
                <a:lnTo>
                  <a:pt x="3464" y="3258"/>
                </a:lnTo>
                <a:lnTo>
                  <a:pt x="3463" y="3259"/>
                </a:lnTo>
                <a:lnTo>
                  <a:pt x="3463" y="3258"/>
                </a:lnTo>
                <a:lnTo>
                  <a:pt x="3464" y="3258"/>
                </a:lnTo>
                <a:lnTo>
                  <a:pt x="3463" y="3258"/>
                </a:lnTo>
                <a:lnTo>
                  <a:pt x="3463" y="3259"/>
                </a:lnTo>
                <a:lnTo>
                  <a:pt x="3462" y="3260"/>
                </a:lnTo>
                <a:lnTo>
                  <a:pt x="3461" y="3260"/>
                </a:lnTo>
                <a:lnTo>
                  <a:pt x="3460" y="3260"/>
                </a:lnTo>
                <a:lnTo>
                  <a:pt x="3460" y="3261"/>
                </a:lnTo>
                <a:lnTo>
                  <a:pt x="3459" y="3261"/>
                </a:lnTo>
                <a:lnTo>
                  <a:pt x="3459" y="3262"/>
                </a:lnTo>
                <a:lnTo>
                  <a:pt x="3458" y="3262"/>
                </a:lnTo>
                <a:lnTo>
                  <a:pt x="3457" y="3262"/>
                </a:lnTo>
                <a:lnTo>
                  <a:pt x="3456" y="3262"/>
                </a:lnTo>
                <a:lnTo>
                  <a:pt x="3456" y="3263"/>
                </a:lnTo>
                <a:lnTo>
                  <a:pt x="3456" y="3262"/>
                </a:lnTo>
                <a:lnTo>
                  <a:pt x="3455" y="3262"/>
                </a:lnTo>
                <a:lnTo>
                  <a:pt x="3454" y="3262"/>
                </a:lnTo>
                <a:lnTo>
                  <a:pt x="3454" y="3261"/>
                </a:lnTo>
                <a:lnTo>
                  <a:pt x="3454" y="3260"/>
                </a:lnTo>
                <a:lnTo>
                  <a:pt x="3454" y="3259"/>
                </a:lnTo>
                <a:lnTo>
                  <a:pt x="3454" y="3258"/>
                </a:lnTo>
                <a:lnTo>
                  <a:pt x="3454" y="3259"/>
                </a:lnTo>
                <a:lnTo>
                  <a:pt x="3453" y="3259"/>
                </a:lnTo>
                <a:lnTo>
                  <a:pt x="3453" y="3260"/>
                </a:lnTo>
                <a:lnTo>
                  <a:pt x="3452" y="3260"/>
                </a:lnTo>
                <a:lnTo>
                  <a:pt x="3452" y="3259"/>
                </a:lnTo>
                <a:lnTo>
                  <a:pt x="3452" y="3258"/>
                </a:lnTo>
                <a:lnTo>
                  <a:pt x="3453" y="3258"/>
                </a:lnTo>
                <a:lnTo>
                  <a:pt x="3454" y="3258"/>
                </a:lnTo>
                <a:lnTo>
                  <a:pt x="3454" y="3257"/>
                </a:lnTo>
                <a:lnTo>
                  <a:pt x="3454" y="3256"/>
                </a:lnTo>
                <a:lnTo>
                  <a:pt x="3453" y="3257"/>
                </a:lnTo>
                <a:lnTo>
                  <a:pt x="3453" y="3256"/>
                </a:lnTo>
                <a:lnTo>
                  <a:pt x="3454" y="3256"/>
                </a:lnTo>
                <a:lnTo>
                  <a:pt x="3455" y="3255"/>
                </a:lnTo>
                <a:lnTo>
                  <a:pt x="3454" y="3255"/>
                </a:lnTo>
                <a:lnTo>
                  <a:pt x="3453" y="3255"/>
                </a:lnTo>
                <a:lnTo>
                  <a:pt x="3452" y="3256"/>
                </a:lnTo>
                <a:lnTo>
                  <a:pt x="3452" y="3257"/>
                </a:lnTo>
                <a:lnTo>
                  <a:pt x="3451" y="3257"/>
                </a:lnTo>
                <a:lnTo>
                  <a:pt x="3451" y="3256"/>
                </a:lnTo>
                <a:lnTo>
                  <a:pt x="3451" y="3255"/>
                </a:lnTo>
                <a:lnTo>
                  <a:pt x="3451" y="3254"/>
                </a:lnTo>
                <a:lnTo>
                  <a:pt x="3451" y="3255"/>
                </a:lnTo>
                <a:lnTo>
                  <a:pt x="3450" y="3255"/>
                </a:lnTo>
                <a:lnTo>
                  <a:pt x="3450" y="3254"/>
                </a:lnTo>
                <a:lnTo>
                  <a:pt x="3450" y="3253"/>
                </a:lnTo>
                <a:lnTo>
                  <a:pt x="3451" y="3253"/>
                </a:lnTo>
                <a:lnTo>
                  <a:pt x="3451" y="3252"/>
                </a:lnTo>
                <a:lnTo>
                  <a:pt x="3450" y="3252"/>
                </a:lnTo>
                <a:lnTo>
                  <a:pt x="3450" y="3253"/>
                </a:lnTo>
                <a:lnTo>
                  <a:pt x="3449" y="3253"/>
                </a:lnTo>
                <a:lnTo>
                  <a:pt x="3449" y="3254"/>
                </a:lnTo>
                <a:lnTo>
                  <a:pt x="3448" y="3254"/>
                </a:lnTo>
                <a:lnTo>
                  <a:pt x="3447" y="3253"/>
                </a:lnTo>
                <a:lnTo>
                  <a:pt x="3446" y="3253"/>
                </a:lnTo>
                <a:lnTo>
                  <a:pt x="3446" y="3254"/>
                </a:lnTo>
                <a:lnTo>
                  <a:pt x="3445" y="3254"/>
                </a:lnTo>
                <a:lnTo>
                  <a:pt x="3444" y="3254"/>
                </a:lnTo>
                <a:lnTo>
                  <a:pt x="3443" y="3254"/>
                </a:lnTo>
                <a:lnTo>
                  <a:pt x="3442" y="3253"/>
                </a:lnTo>
                <a:lnTo>
                  <a:pt x="3442" y="3252"/>
                </a:lnTo>
                <a:lnTo>
                  <a:pt x="3443" y="3252"/>
                </a:lnTo>
                <a:lnTo>
                  <a:pt x="3442" y="3252"/>
                </a:lnTo>
                <a:lnTo>
                  <a:pt x="3442" y="3253"/>
                </a:lnTo>
                <a:lnTo>
                  <a:pt x="3442" y="3254"/>
                </a:lnTo>
                <a:lnTo>
                  <a:pt x="3441" y="3253"/>
                </a:lnTo>
                <a:lnTo>
                  <a:pt x="3441" y="3254"/>
                </a:lnTo>
                <a:lnTo>
                  <a:pt x="3442" y="3254"/>
                </a:lnTo>
                <a:lnTo>
                  <a:pt x="3442" y="3255"/>
                </a:lnTo>
                <a:lnTo>
                  <a:pt x="3443" y="3255"/>
                </a:lnTo>
                <a:lnTo>
                  <a:pt x="3442" y="3255"/>
                </a:lnTo>
                <a:lnTo>
                  <a:pt x="3442" y="3256"/>
                </a:lnTo>
                <a:lnTo>
                  <a:pt x="3443" y="3256"/>
                </a:lnTo>
                <a:lnTo>
                  <a:pt x="3444" y="3256"/>
                </a:lnTo>
                <a:lnTo>
                  <a:pt x="3444" y="3257"/>
                </a:lnTo>
                <a:lnTo>
                  <a:pt x="3445" y="3257"/>
                </a:lnTo>
                <a:lnTo>
                  <a:pt x="3445" y="3258"/>
                </a:lnTo>
                <a:lnTo>
                  <a:pt x="3445" y="3259"/>
                </a:lnTo>
                <a:lnTo>
                  <a:pt x="3445" y="3258"/>
                </a:lnTo>
                <a:lnTo>
                  <a:pt x="3445" y="3257"/>
                </a:lnTo>
                <a:lnTo>
                  <a:pt x="3446" y="3257"/>
                </a:lnTo>
                <a:lnTo>
                  <a:pt x="3446" y="3258"/>
                </a:lnTo>
                <a:lnTo>
                  <a:pt x="3447" y="3258"/>
                </a:lnTo>
                <a:lnTo>
                  <a:pt x="3448" y="3258"/>
                </a:lnTo>
                <a:lnTo>
                  <a:pt x="3449" y="3259"/>
                </a:lnTo>
                <a:lnTo>
                  <a:pt x="3450" y="3259"/>
                </a:lnTo>
                <a:lnTo>
                  <a:pt x="3450" y="3260"/>
                </a:lnTo>
                <a:lnTo>
                  <a:pt x="3450" y="3261"/>
                </a:lnTo>
                <a:lnTo>
                  <a:pt x="3450" y="3262"/>
                </a:lnTo>
                <a:lnTo>
                  <a:pt x="3449" y="3262"/>
                </a:lnTo>
                <a:lnTo>
                  <a:pt x="3449" y="3263"/>
                </a:lnTo>
                <a:lnTo>
                  <a:pt x="3450" y="3263"/>
                </a:lnTo>
                <a:lnTo>
                  <a:pt x="3450" y="3264"/>
                </a:lnTo>
                <a:lnTo>
                  <a:pt x="3449" y="3264"/>
                </a:lnTo>
                <a:lnTo>
                  <a:pt x="3449" y="3265"/>
                </a:lnTo>
                <a:lnTo>
                  <a:pt x="3449" y="3266"/>
                </a:lnTo>
                <a:lnTo>
                  <a:pt x="3448" y="3266"/>
                </a:lnTo>
                <a:lnTo>
                  <a:pt x="3447" y="3266"/>
                </a:lnTo>
                <a:lnTo>
                  <a:pt x="3447" y="3267"/>
                </a:lnTo>
                <a:lnTo>
                  <a:pt x="3448" y="3268"/>
                </a:lnTo>
                <a:lnTo>
                  <a:pt x="3449" y="3268"/>
                </a:lnTo>
                <a:lnTo>
                  <a:pt x="3450" y="3268"/>
                </a:lnTo>
                <a:lnTo>
                  <a:pt x="3450" y="3269"/>
                </a:lnTo>
                <a:lnTo>
                  <a:pt x="3449" y="3269"/>
                </a:lnTo>
                <a:lnTo>
                  <a:pt x="3448" y="3269"/>
                </a:lnTo>
                <a:lnTo>
                  <a:pt x="3446" y="3269"/>
                </a:lnTo>
                <a:lnTo>
                  <a:pt x="3445" y="3269"/>
                </a:lnTo>
                <a:lnTo>
                  <a:pt x="3443" y="3270"/>
                </a:lnTo>
                <a:lnTo>
                  <a:pt x="3442" y="3270"/>
                </a:lnTo>
                <a:lnTo>
                  <a:pt x="3442" y="3271"/>
                </a:lnTo>
                <a:lnTo>
                  <a:pt x="3440" y="3272"/>
                </a:lnTo>
                <a:lnTo>
                  <a:pt x="3439" y="3273"/>
                </a:lnTo>
                <a:lnTo>
                  <a:pt x="3439" y="3274"/>
                </a:lnTo>
                <a:lnTo>
                  <a:pt x="3439" y="3275"/>
                </a:lnTo>
                <a:lnTo>
                  <a:pt x="3439" y="3276"/>
                </a:lnTo>
                <a:lnTo>
                  <a:pt x="3439" y="3277"/>
                </a:lnTo>
                <a:lnTo>
                  <a:pt x="3440" y="3277"/>
                </a:lnTo>
                <a:lnTo>
                  <a:pt x="3439" y="3278"/>
                </a:lnTo>
                <a:lnTo>
                  <a:pt x="3438" y="3278"/>
                </a:lnTo>
                <a:lnTo>
                  <a:pt x="3437" y="3278"/>
                </a:lnTo>
                <a:lnTo>
                  <a:pt x="3437" y="3279"/>
                </a:lnTo>
                <a:lnTo>
                  <a:pt x="3436" y="3279"/>
                </a:lnTo>
                <a:lnTo>
                  <a:pt x="3436" y="3278"/>
                </a:lnTo>
                <a:lnTo>
                  <a:pt x="3436" y="3277"/>
                </a:lnTo>
                <a:lnTo>
                  <a:pt x="3435" y="3277"/>
                </a:lnTo>
                <a:lnTo>
                  <a:pt x="3434" y="3276"/>
                </a:lnTo>
                <a:lnTo>
                  <a:pt x="3433" y="3276"/>
                </a:lnTo>
                <a:lnTo>
                  <a:pt x="3434" y="3277"/>
                </a:lnTo>
                <a:lnTo>
                  <a:pt x="3435" y="3277"/>
                </a:lnTo>
                <a:lnTo>
                  <a:pt x="3436" y="3278"/>
                </a:lnTo>
                <a:lnTo>
                  <a:pt x="3435" y="3278"/>
                </a:lnTo>
                <a:lnTo>
                  <a:pt x="3435" y="3277"/>
                </a:lnTo>
                <a:lnTo>
                  <a:pt x="3434" y="3277"/>
                </a:lnTo>
                <a:lnTo>
                  <a:pt x="3433" y="3277"/>
                </a:lnTo>
                <a:lnTo>
                  <a:pt x="3432" y="3278"/>
                </a:lnTo>
                <a:lnTo>
                  <a:pt x="3431" y="3278"/>
                </a:lnTo>
                <a:lnTo>
                  <a:pt x="3430" y="3278"/>
                </a:lnTo>
                <a:lnTo>
                  <a:pt x="3430" y="3279"/>
                </a:lnTo>
                <a:lnTo>
                  <a:pt x="3429" y="3279"/>
                </a:lnTo>
                <a:lnTo>
                  <a:pt x="3429" y="3280"/>
                </a:lnTo>
                <a:lnTo>
                  <a:pt x="3428" y="3280"/>
                </a:lnTo>
                <a:lnTo>
                  <a:pt x="3427" y="3280"/>
                </a:lnTo>
                <a:lnTo>
                  <a:pt x="3428" y="3279"/>
                </a:lnTo>
                <a:lnTo>
                  <a:pt x="3428" y="3278"/>
                </a:lnTo>
                <a:lnTo>
                  <a:pt x="3427" y="3278"/>
                </a:lnTo>
                <a:lnTo>
                  <a:pt x="3426" y="3278"/>
                </a:lnTo>
                <a:lnTo>
                  <a:pt x="3425" y="3279"/>
                </a:lnTo>
                <a:lnTo>
                  <a:pt x="3423" y="3280"/>
                </a:lnTo>
                <a:lnTo>
                  <a:pt x="3422" y="3280"/>
                </a:lnTo>
                <a:lnTo>
                  <a:pt x="3422" y="3281"/>
                </a:lnTo>
                <a:lnTo>
                  <a:pt x="3421" y="3281"/>
                </a:lnTo>
                <a:lnTo>
                  <a:pt x="3421" y="3280"/>
                </a:lnTo>
                <a:lnTo>
                  <a:pt x="3421" y="3279"/>
                </a:lnTo>
                <a:lnTo>
                  <a:pt x="3420" y="3279"/>
                </a:lnTo>
                <a:lnTo>
                  <a:pt x="3420" y="3278"/>
                </a:lnTo>
                <a:lnTo>
                  <a:pt x="3421" y="3278"/>
                </a:lnTo>
                <a:lnTo>
                  <a:pt x="3421" y="3279"/>
                </a:lnTo>
                <a:lnTo>
                  <a:pt x="3422" y="3279"/>
                </a:lnTo>
                <a:lnTo>
                  <a:pt x="3422" y="3278"/>
                </a:lnTo>
                <a:lnTo>
                  <a:pt x="3423" y="3278"/>
                </a:lnTo>
                <a:lnTo>
                  <a:pt x="3422" y="3278"/>
                </a:lnTo>
                <a:lnTo>
                  <a:pt x="3421" y="3278"/>
                </a:lnTo>
                <a:lnTo>
                  <a:pt x="3421" y="3277"/>
                </a:lnTo>
                <a:lnTo>
                  <a:pt x="3420" y="3277"/>
                </a:lnTo>
                <a:lnTo>
                  <a:pt x="3420" y="3276"/>
                </a:lnTo>
                <a:lnTo>
                  <a:pt x="3420" y="3275"/>
                </a:lnTo>
                <a:lnTo>
                  <a:pt x="3419" y="3274"/>
                </a:lnTo>
                <a:lnTo>
                  <a:pt x="3418" y="3273"/>
                </a:lnTo>
                <a:lnTo>
                  <a:pt x="3418" y="3274"/>
                </a:lnTo>
                <a:lnTo>
                  <a:pt x="3418" y="3275"/>
                </a:lnTo>
                <a:lnTo>
                  <a:pt x="3419" y="3275"/>
                </a:lnTo>
                <a:lnTo>
                  <a:pt x="3419" y="3276"/>
                </a:lnTo>
                <a:lnTo>
                  <a:pt x="3418" y="3276"/>
                </a:lnTo>
                <a:lnTo>
                  <a:pt x="3418" y="3275"/>
                </a:lnTo>
                <a:lnTo>
                  <a:pt x="3418" y="3276"/>
                </a:lnTo>
                <a:lnTo>
                  <a:pt x="3418" y="3277"/>
                </a:lnTo>
                <a:lnTo>
                  <a:pt x="3419" y="3277"/>
                </a:lnTo>
                <a:lnTo>
                  <a:pt x="3419" y="3278"/>
                </a:lnTo>
                <a:lnTo>
                  <a:pt x="3418" y="3278"/>
                </a:lnTo>
                <a:lnTo>
                  <a:pt x="3417" y="3278"/>
                </a:lnTo>
                <a:lnTo>
                  <a:pt x="3417" y="3279"/>
                </a:lnTo>
                <a:lnTo>
                  <a:pt x="3417" y="3278"/>
                </a:lnTo>
                <a:lnTo>
                  <a:pt x="3416" y="3278"/>
                </a:lnTo>
                <a:lnTo>
                  <a:pt x="3415" y="3278"/>
                </a:lnTo>
                <a:lnTo>
                  <a:pt x="3415" y="3277"/>
                </a:lnTo>
                <a:lnTo>
                  <a:pt x="3414" y="3277"/>
                </a:lnTo>
                <a:lnTo>
                  <a:pt x="3413" y="3277"/>
                </a:lnTo>
                <a:lnTo>
                  <a:pt x="3413" y="3278"/>
                </a:lnTo>
                <a:lnTo>
                  <a:pt x="3413" y="3277"/>
                </a:lnTo>
                <a:lnTo>
                  <a:pt x="3414" y="3277"/>
                </a:lnTo>
                <a:lnTo>
                  <a:pt x="3414" y="3278"/>
                </a:lnTo>
                <a:lnTo>
                  <a:pt x="3415" y="3278"/>
                </a:lnTo>
                <a:lnTo>
                  <a:pt x="3415" y="3279"/>
                </a:lnTo>
                <a:lnTo>
                  <a:pt x="3416" y="3279"/>
                </a:lnTo>
                <a:lnTo>
                  <a:pt x="3416" y="3278"/>
                </a:lnTo>
                <a:lnTo>
                  <a:pt x="3416" y="3279"/>
                </a:lnTo>
                <a:lnTo>
                  <a:pt x="3415" y="3279"/>
                </a:lnTo>
                <a:lnTo>
                  <a:pt x="3414" y="3280"/>
                </a:lnTo>
                <a:lnTo>
                  <a:pt x="3413" y="3280"/>
                </a:lnTo>
                <a:lnTo>
                  <a:pt x="3412" y="3280"/>
                </a:lnTo>
                <a:lnTo>
                  <a:pt x="3412" y="3281"/>
                </a:lnTo>
                <a:lnTo>
                  <a:pt x="3411" y="3282"/>
                </a:lnTo>
                <a:lnTo>
                  <a:pt x="3410" y="3283"/>
                </a:lnTo>
                <a:lnTo>
                  <a:pt x="3409" y="3284"/>
                </a:lnTo>
                <a:lnTo>
                  <a:pt x="3408" y="3285"/>
                </a:lnTo>
                <a:lnTo>
                  <a:pt x="3407" y="3285"/>
                </a:lnTo>
                <a:lnTo>
                  <a:pt x="3407" y="3286"/>
                </a:lnTo>
                <a:lnTo>
                  <a:pt x="3406" y="3286"/>
                </a:lnTo>
                <a:lnTo>
                  <a:pt x="3406" y="3287"/>
                </a:lnTo>
                <a:lnTo>
                  <a:pt x="3405" y="3287"/>
                </a:lnTo>
                <a:lnTo>
                  <a:pt x="3404" y="3288"/>
                </a:lnTo>
                <a:lnTo>
                  <a:pt x="3404" y="3289"/>
                </a:lnTo>
                <a:lnTo>
                  <a:pt x="3403" y="3289"/>
                </a:lnTo>
                <a:lnTo>
                  <a:pt x="3402" y="3289"/>
                </a:lnTo>
                <a:lnTo>
                  <a:pt x="3402" y="3290"/>
                </a:lnTo>
                <a:lnTo>
                  <a:pt x="3402" y="3289"/>
                </a:lnTo>
                <a:lnTo>
                  <a:pt x="3402" y="3288"/>
                </a:lnTo>
                <a:lnTo>
                  <a:pt x="3402" y="3287"/>
                </a:lnTo>
                <a:lnTo>
                  <a:pt x="3402" y="3286"/>
                </a:lnTo>
                <a:lnTo>
                  <a:pt x="3401" y="3286"/>
                </a:lnTo>
                <a:lnTo>
                  <a:pt x="3402" y="3286"/>
                </a:lnTo>
                <a:lnTo>
                  <a:pt x="3402" y="3287"/>
                </a:lnTo>
                <a:lnTo>
                  <a:pt x="3403" y="3287"/>
                </a:lnTo>
                <a:lnTo>
                  <a:pt x="3404" y="3287"/>
                </a:lnTo>
                <a:lnTo>
                  <a:pt x="3404" y="3286"/>
                </a:lnTo>
                <a:lnTo>
                  <a:pt x="3404" y="3285"/>
                </a:lnTo>
                <a:lnTo>
                  <a:pt x="3404" y="3284"/>
                </a:lnTo>
                <a:lnTo>
                  <a:pt x="3405" y="3284"/>
                </a:lnTo>
                <a:lnTo>
                  <a:pt x="3405" y="3283"/>
                </a:lnTo>
                <a:lnTo>
                  <a:pt x="3406" y="3283"/>
                </a:lnTo>
                <a:lnTo>
                  <a:pt x="3405" y="3283"/>
                </a:lnTo>
                <a:lnTo>
                  <a:pt x="3405" y="3282"/>
                </a:lnTo>
                <a:lnTo>
                  <a:pt x="3404" y="3282"/>
                </a:lnTo>
                <a:lnTo>
                  <a:pt x="3404" y="3281"/>
                </a:lnTo>
                <a:lnTo>
                  <a:pt x="3403" y="3281"/>
                </a:lnTo>
                <a:lnTo>
                  <a:pt x="3402" y="3282"/>
                </a:lnTo>
                <a:lnTo>
                  <a:pt x="3401" y="3282"/>
                </a:lnTo>
                <a:lnTo>
                  <a:pt x="3401" y="3281"/>
                </a:lnTo>
                <a:lnTo>
                  <a:pt x="3400" y="3281"/>
                </a:lnTo>
                <a:lnTo>
                  <a:pt x="3399" y="3280"/>
                </a:lnTo>
                <a:lnTo>
                  <a:pt x="3398" y="3280"/>
                </a:lnTo>
                <a:lnTo>
                  <a:pt x="3397" y="3279"/>
                </a:lnTo>
                <a:lnTo>
                  <a:pt x="3397" y="3280"/>
                </a:lnTo>
                <a:lnTo>
                  <a:pt x="3396" y="3280"/>
                </a:lnTo>
                <a:lnTo>
                  <a:pt x="3396" y="3281"/>
                </a:lnTo>
                <a:lnTo>
                  <a:pt x="3399" y="3281"/>
                </a:lnTo>
                <a:lnTo>
                  <a:pt x="3400" y="3282"/>
                </a:lnTo>
                <a:lnTo>
                  <a:pt x="3400" y="3283"/>
                </a:lnTo>
                <a:lnTo>
                  <a:pt x="3399" y="3283"/>
                </a:lnTo>
                <a:lnTo>
                  <a:pt x="3398" y="3283"/>
                </a:lnTo>
                <a:lnTo>
                  <a:pt x="3397" y="3283"/>
                </a:lnTo>
                <a:lnTo>
                  <a:pt x="3396" y="3283"/>
                </a:lnTo>
                <a:lnTo>
                  <a:pt x="3395" y="3283"/>
                </a:lnTo>
                <a:lnTo>
                  <a:pt x="3395" y="3284"/>
                </a:lnTo>
                <a:lnTo>
                  <a:pt x="3393" y="3284"/>
                </a:lnTo>
                <a:lnTo>
                  <a:pt x="3392" y="3284"/>
                </a:lnTo>
                <a:lnTo>
                  <a:pt x="3391" y="3284"/>
                </a:lnTo>
                <a:lnTo>
                  <a:pt x="3391" y="3285"/>
                </a:lnTo>
                <a:lnTo>
                  <a:pt x="3391" y="3284"/>
                </a:lnTo>
                <a:lnTo>
                  <a:pt x="3390" y="3284"/>
                </a:lnTo>
                <a:lnTo>
                  <a:pt x="3389" y="3284"/>
                </a:lnTo>
                <a:lnTo>
                  <a:pt x="3389" y="3285"/>
                </a:lnTo>
                <a:lnTo>
                  <a:pt x="3388" y="3285"/>
                </a:lnTo>
                <a:lnTo>
                  <a:pt x="3388" y="3284"/>
                </a:lnTo>
                <a:lnTo>
                  <a:pt x="3387" y="3284"/>
                </a:lnTo>
                <a:lnTo>
                  <a:pt x="3386" y="3283"/>
                </a:lnTo>
                <a:lnTo>
                  <a:pt x="3387" y="3283"/>
                </a:lnTo>
                <a:lnTo>
                  <a:pt x="3387" y="3282"/>
                </a:lnTo>
                <a:lnTo>
                  <a:pt x="3386" y="3283"/>
                </a:lnTo>
                <a:lnTo>
                  <a:pt x="3386" y="3282"/>
                </a:lnTo>
                <a:lnTo>
                  <a:pt x="3385" y="3282"/>
                </a:lnTo>
                <a:lnTo>
                  <a:pt x="3385" y="3281"/>
                </a:lnTo>
                <a:lnTo>
                  <a:pt x="3386" y="3280"/>
                </a:lnTo>
                <a:lnTo>
                  <a:pt x="3385" y="3279"/>
                </a:lnTo>
                <a:lnTo>
                  <a:pt x="3383" y="3279"/>
                </a:lnTo>
                <a:lnTo>
                  <a:pt x="3382" y="3279"/>
                </a:lnTo>
                <a:lnTo>
                  <a:pt x="3382" y="3278"/>
                </a:lnTo>
                <a:lnTo>
                  <a:pt x="3382" y="3277"/>
                </a:lnTo>
                <a:lnTo>
                  <a:pt x="3381" y="3278"/>
                </a:lnTo>
                <a:lnTo>
                  <a:pt x="3381" y="3279"/>
                </a:lnTo>
                <a:lnTo>
                  <a:pt x="3380" y="3280"/>
                </a:lnTo>
                <a:lnTo>
                  <a:pt x="3380" y="3279"/>
                </a:lnTo>
                <a:lnTo>
                  <a:pt x="3380" y="3280"/>
                </a:lnTo>
                <a:lnTo>
                  <a:pt x="3379" y="3281"/>
                </a:lnTo>
                <a:lnTo>
                  <a:pt x="3379" y="3282"/>
                </a:lnTo>
                <a:lnTo>
                  <a:pt x="3380" y="3282"/>
                </a:lnTo>
                <a:lnTo>
                  <a:pt x="3380" y="3283"/>
                </a:lnTo>
                <a:lnTo>
                  <a:pt x="3380" y="3284"/>
                </a:lnTo>
                <a:lnTo>
                  <a:pt x="3381" y="3284"/>
                </a:lnTo>
                <a:lnTo>
                  <a:pt x="3381" y="3283"/>
                </a:lnTo>
                <a:lnTo>
                  <a:pt x="3382" y="3283"/>
                </a:lnTo>
                <a:lnTo>
                  <a:pt x="3383" y="3283"/>
                </a:lnTo>
                <a:lnTo>
                  <a:pt x="3383" y="3282"/>
                </a:lnTo>
                <a:lnTo>
                  <a:pt x="3384" y="3282"/>
                </a:lnTo>
                <a:lnTo>
                  <a:pt x="3385" y="3282"/>
                </a:lnTo>
                <a:lnTo>
                  <a:pt x="3385" y="3283"/>
                </a:lnTo>
                <a:lnTo>
                  <a:pt x="3386" y="3284"/>
                </a:lnTo>
                <a:lnTo>
                  <a:pt x="3386" y="3285"/>
                </a:lnTo>
                <a:lnTo>
                  <a:pt x="3385" y="3285"/>
                </a:lnTo>
                <a:lnTo>
                  <a:pt x="3384" y="3285"/>
                </a:lnTo>
                <a:lnTo>
                  <a:pt x="3382" y="3285"/>
                </a:lnTo>
                <a:lnTo>
                  <a:pt x="3382" y="3286"/>
                </a:lnTo>
                <a:lnTo>
                  <a:pt x="3381" y="3286"/>
                </a:lnTo>
                <a:lnTo>
                  <a:pt x="3380" y="3287"/>
                </a:lnTo>
                <a:lnTo>
                  <a:pt x="3379" y="3287"/>
                </a:lnTo>
                <a:lnTo>
                  <a:pt x="3378" y="3288"/>
                </a:lnTo>
                <a:lnTo>
                  <a:pt x="3377" y="3288"/>
                </a:lnTo>
                <a:lnTo>
                  <a:pt x="3376" y="3288"/>
                </a:lnTo>
                <a:lnTo>
                  <a:pt x="3376" y="3289"/>
                </a:lnTo>
                <a:lnTo>
                  <a:pt x="3375" y="3289"/>
                </a:lnTo>
                <a:lnTo>
                  <a:pt x="3374" y="3290"/>
                </a:lnTo>
                <a:lnTo>
                  <a:pt x="3374" y="3289"/>
                </a:lnTo>
                <a:lnTo>
                  <a:pt x="3373" y="3289"/>
                </a:lnTo>
                <a:lnTo>
                  <a:pt x="3372" y="3289"/>
                </a:lnTo>
                <a:lnTo>
                  <a:pt x="3372" y="3290"/>
                </a:lnTo>
                <a:lnTo>
                  <a:pt x="3371" y="3290"/>
                </a:lnTo>
                <a:lnTo>
                  <a:pt x="3370" y="3291"/>
                </a:lnTo>
                <a:lnTo>
                  <a:pt x="3369" y="3292"/>
                </a:lnTo>
                <a:lnTo>
                  <a:pt x="3368" y="3293"/>
                </a:lnTo>
                <a:lnTo>
                  <a:pt x="3367" y="3292"/>
                </a:lnTo>
                <a:lnTo>
                  <a:pt x="3367" y="3293"/>
                </a:lnTo>
                <a:lnTo>
                  <a:pt x="3366" y="3293"/>
                </a:lnTo>
                <a:lnTo>
                  <a:pt x="3366" y="3292"/>
                </a:lnTo>
                <a:lnTo>
                  <a:pt x="3365" y="3292"/>
                </a:lnTo>
                <a:lnTo>
                  <a:pt x="3364" y="3292"/>
                </a:lnTo>
                <a:lnTo>
                  <a:pt x="3363" y="3292"/>
                </a:lnTo>
                <a:lnTo>
                  <a:pt x="3363" y="3291"/>
                </a:lnTo>
                <a:lnTo>
                  <a:pt x="3361" y="3291"/>
                </a:lnTo>
                <a:lnTo>
                  <a:pt x="3361" y="3292"/>
                </a:lnTo>
                <a:lnTo>
                  <a:pt x="3361" y="3291"/>
                </a:lnTo>
                <a:lnTo>
                  <a:pt x="3360" y="3291"/>
                </a:lnTo>
                <a:lnTo>
                  <a:pt x="3359" y="3291"/>
                </a:lnTo>
                <a:lnTo>
                  <a:pt x="3358" y="3291"/>
                </a:lnTo>
                <a:lnTo>
                  <a:pt x="3358" y="3292"/>
                </a:lnTo>
                <a:lnTo>
                  <a:pt x="3357" y="3292"/>
                </a:lnTo>
                <a:lnTo>
                  <a:pt x="3357" y="3293"/>
                </a:lnTo>
                <a:lnTo>
                  <a:pt x="3356" y="3293"/>
                </a:lnTo>
                <a:lnTo>
                  <a:pt x="3355" y="3293"/>
                </a:lnTo>
                <a:lnTo>
                  <a:pt x="3355" y="3294"/>
                </a:lnTo>
                <a:lnTo>
                  <a:pt x="3354" y="3294"/>
                </a:lnTo>
                <a:lnTo>
                  <a:pt x="3354" y="3295"/>
                </a:lnTo>
                <a:lnTo>
                  <a:pt x="3353" y="3295"/>
                </a:lnTo>
                <a:lnTo>
                  <a:pt x="3353" y="3296"/>
                </a:lnTo>
                <a:lnTo>
                  <a:pt x="3352" y="3297"/>
                </a:lnTo>
                <a:lnTo>
                  <a:pt x="3352" y="3298"/>
                </a:lnTo>
                <a:lnTo>
                  <a:pt x="3351" y="3298"/>
                </a:lnTo>
                <a:lnTo>
                  <a:pt x="3350" y="3300"/>
                </a:lnTo>
                <a:lnTo>
                  <a:pt x="3349" y="3302"/>
                </a:lnTo>
                <a:lnTo>
                  <a:pt x="3349" y="3303"/>
                </a:lnTo>
                <a:lnTo>
                  <a:pt x="3349" y="3304"/>
                </a:lnTo>
                <a:lnTo>
                  <a:pt x="3348" y="3304"/>
                </a:lnTo>
                <a:lnTo>
                  <a:pt x="3348" y="3305"/>
                </a:lnTo>
                <a:lnTo>
                  <a:pt x="3348" y="3306"/>
                </a:lnTo>
                <a:lnTo>
                  <a:pt x="3347" y="3307"/>
                </a:lnTo>
                <a:lnTo>
                  <a:pt x="3346" y="3307"/>
                </a:lnTo>
                <a:lnTo>
                  <a:pt x="3346" y="3308"/>
                </a:lnTo>
                <a:lnTo>
                  <a:pt x="3346" y="3309"/>
                </a:lnTo>
                <a:lnTo>
                  <a:pt x="3345" y="3309"/>
                </a:lnTo>
                <a:lnTo>
                  <a:pt x="3344" y="3309"/>
                </a:lnTo>
                <a:lnTo>
                  <a:pt x="3343" y="3309"/>
                </a:lnTo>
                <a:lnTo>
                  <a:pt x="3343" y="3308"/>
                </a:lnTo>
                <a:lnTo>
                  <a:pt x="3343" y="3309"/>
                </a:lnTo>
                <a:lnTo>
                  <a:pt x="3343" y="3310"/>
                </a:lnTo>
                <a:lnTo>
                  <a:pt x="3342" y="3310"/>
                </a:lnTo>
                <a:lnTo>
                  <a:pt x="3341" y="3310"/>
                </a:lnTo>
                <a:lnTo>
                  <a:pt x="3340" y="3309"/>
                </a:lnTo>
                <a:lnTo>
                  <a:pt x="3339" y="3309"/>
                </a:lnTo>
                <a:lnTo>
                  <a:pt x="3338" y="3310"/>
                </a:lnTo>
                <a:lnTo>
                  <a:pt x="3337" y="3311"/>
                </a:lnTo>
                <a:lnTo>
                  <a:pt x="3336" y="3311"/>
                </a:lnTo>
                <a:lnTo>
                  <a:pt x="3335" y="3310"/>
                </a:lnTo>
                <a:lnTo>
                  <a:pt x="3334" y="3310"/>
                </a:lnTo>
                <a:lnTo>
                  <a:pt x="3334" y="3309"/>
                </a:lnTo>
                <a:lnTo>
                  <a:pt x="3333" y="3309"/>
                </a:lnTo>
                <a:lnTo>
                  <a:pt x="3332" y="3310"/>
                </a:lnTo>
                <a:lnTo>
                  <a:pt x="3331" y="3311"/>
                </a:lnTo>
                <a:lnTo>
                  <a:pt x="3331" y="3310"/>
                </a:lnTo>
                <a:lnTo>
                  <a:pt x="3331" y="3311"/>
                </a:lnTo>
                <a:lnTo>
                  <a:pt x="3330" y="3311"/>
                </a:lnTo>
                <a:lnTo>
                  <a:pt x="3330" y="3312"/>
                </a:lnTo>
                <a:lnTo>
                  <a:pt x="3329" y="3312"/>
                </a:lnTo>
                <a:lnTo>
                  <a:pt x="3329" y="3313"/>
                </a:lnTo>
                <a:lnTo>
                  <a:pt x="3328" y="3313"/>
                </a:lnTo>
                <a:lnTo>
                  <a:pt x="3328" y="3312"/>
                </a:lnTo>
                <a:lnTo>
                  <a:pt x="3327" y="3312"/>
                </a:lnTo>
                <a:lnTo>
                  <a:pt x="3327" y="3311"/>
                </a:lnTo>
                <a:lnTo>
                  <a:pt x="3328" y="3311"/>
                </a:lnTo>
                <a:lnTo>
                  <a:pt x="3328" y="3310"/>
                </a:lnTo>
                <a:lnTo>
                  <a:pt x="3328" y="3309"/>
                </a:lnTo>
                <a:lnTo>
                  <a:pt x="3329" y="3309"/>
                </a:lnTo>
                <a:lnTo>
                  <a:pt x="3329" y="3308"/>
                </a:lnTo>
                <a:lnTo>
                  <a:pt x="3329" y="3307"/>
                </a:lnTo>
                <a:lnTo>
                  <a:pt x="3328" y="3307"/>
                </a:lnTo>
                <a:lnTo>
                  <a:pt x="3328" y="3306"/>
                </a:lnTo>
                <a:lnTo>
                  <a:pt x="3327" y="3306"/>
                </a:lnTo>
                <a:lnTo>
                  <a:pt x="3327" y="3305"/>
                </a:lnTo>
                <a:lnTo>
                  <a:pt x="3327" y="3304"/>
                </a:lnTo>
                <a:lnTo>
                  <a:pt x="3327" y="3303"/>
                </a:lnTo>
                <a:lnTo>
                  <a:pt x="3328" y="3303"/>
                </a:lnTo>
                <a:lnTo>
                  <a:pt x="3328" y="3302"/>
                </a:lnTo>
                <a:lnTo>
                  <a:pt x="3329" y="3302"/>
                </a:lnTo>
                <a:lnTo>
                  <a:pt x="3329" y="3301"/>
                </a:lnTo>
                <a:lnTo>
                  <a:pt x="3329" y="3300"/>
                </a:lnTo>
                <a:lnTo>
                  <a:pt x="3328" y="3301"/>
                </a:lnTo>
                <a:lnTo>
                  <a:pt x="3327" y="3301"/>
                </a:lnTo>
                <a:lnTo>
                  <a:pt x="3327" y="3300"/>
                </a:lnTo>
                <a:lnTo>
                  <a:pt x="3327" y="3299"/>
                </a:lnTo>
                <a:lnTo>
                  <a:pt x="3327" y="3298"/>
                </a:lnTo>
                <a:lnTo>
                  <a:pt x="3327" y="3296"/>
                </a:lnTo>
                <a:lnTo>
                  <a:pt x="3327" y="3295"/>
                </a:lnTo>
                <a:lnTo>
                  <a:pt x="3328" y="3295"/>
                </a:lnTo>
                <a:lnTo>
                  <a:pt x="3328" y="3292"/>
                </a:lnTo>
                <a:lnTo>
                  <a:pt x="3327" y="3292"/>
                </a:lnTo>
                <a:lnTo>
                  <a:pt x="3327" y="3293"/>
                </a:lnTo>
                <a:lnTo>
                  <a:pt x="3327" y="3294"/>
                </a:lnTo>
                <a:lnTo>
                  <a:pt x="3327" y="3295"/>
                </a:lnTo>
                <a:lnTo>
                  <a:pt x="3326" y="3294"/>
                </a:lnTo>
                <a:lnTo>
                  <a:pt x="3325" y="3293"/>
                </a:lnTo>
                <a:lnTo>
                  <a:pt x="3324" y="3292"/>
                </a:lnTo>
                <a:lnTo>
                  <a:pt x="3324" y="3291"/>
                </a:lnTo>
                <a:lnTo>
                  <a:pt x="3323" y="3291"/>
                </a:lnTo>
                <a:lnTo>
                  <a:pt x="3323" y="3290"/>
                </a:lnTo>
                <a:lnTo>
                  <a:pt x="3322" y="3290"/>
                </a:lnTo>
                <a:lnTo>
                  <a:pt x="3323" y="3290"/>
                </a:lnTo>
                <a:lnTo>
                  <a:pt x="3323" y="3291"/>
                </a:lnTo>
                <a:lnTo>
                  <a:pt x="3323" y="3292"/>
                </a:lnTo>
                <a:lnTo>
                  <a:pt x="3323" y="3293"/>
                </a:lnTo>
                <a:lnTo>
                  <a:pt x="3324" y="3293"/>
                </a:lnTo>
                <a:lnTo>
                  <a:pt x="3324" y="3294"/>
                </a:lnTo>
                <a:lnTo>
                  <a:pt x="3325" y="3294"/>
                </a:lnTo>
                <a:lnTo>
                  <a:pt x="3325" y="3295"/>
                </a:lnTo>
                <a:lnTo>
                  <a:pt x="3324" y="3295"/>
                </a:lnTo>
                <a:lnTo>
                  <a:pt x="3325" y="3296"/>
                </a:lnTo>
                <a:lnTo>
                  <a:pt x="3325" y="3297"/>
                </a:lnTo>
                <a:lnTo>
                  <a:pt x="3326" y="3298"/>
                </a:lnTo>
                <a:lnTo>
                  <a:pt x="3325" y="3298"/>
                </a:lnTo>
                <a:lnTo>
                  <a:pt x="3325" y="3299"/>
                </a:lnTo>
                <a:lnTo>
                  <a:pt x="3324" y="3299"/>
                </a:lnTo>
                <a:lnTo>
                  <a:pt x="3324" y="3300"/>
                </a:lnTo>
                <a:lnTo>
                  <a:pt x="3325" y="3300"/>
                </a:lnTo>
                <a:lnTo>
                  <a:pt x="3325" y="3299"/>
                </a:lnTo>
                <a:lnTo>
                  <a:pt x="3326" y="3299"/>
                </a:lnTo>
                <a:lnTo>
                  <a:pt x="3326" y="3300"/>
                </a:lnTo>
                <a:lnTo>
                  <a:pt x="3326" y="3301"/>
                </a:lnTo>
                <a:lnTo>
                  <a:pt x="3326" y="3302"/>
                </a:lnTo>
                <a:lnTo>
                  <a:pt x="3325" y="3303"/>
                </a:lnTo>
                <a:lnTo>
                  <a:pt x="3326" y="3303"/>
                </a:lnTo>
                <a:lnTo>
                  <a:pt x="3325" y="3304"/>
                </a:lnTo>
                <a:lnTo>
                  <a:pt x="3324" y="3304"/>
                </a:lnTo>
                <a:lnTo>
                  <a:pt x="3324" y="3305"/>
                </a:lnTo>
                <a:lnTo>
                  <a:pt x="3324" y="3306"/>
                </a:lnTo>
                <a:lnTo>
                  <a:pt x="3325" y="3306"/>
                </a:lnTo>
                <a:lnTo>
                  <a:pt x="3325" y="3305"/>
                </a:lnTo>
                <a:lnTo>
                  <a:pt x="3325" y="3306"/>
                </a:lnTo>
                <a:lnTo>
                  <a:pt x="3326" y="3306"/>
                </a:lnTo>
                <a:lnTo>
                  <a:pt x="3325" y="3307"/>
                </a:lnTo>
                <a:lnTo>
                  <a:pt x="3326" y="3307"/>
                </a:lnTo>
                <a:lnTo>
                  <a:pt x="3327" y="3308"/>
                </a:lnTo>
                <a:lnTo>
                  <a:pt x="3327" y="3309"/>
                </a:lnTo>
                <a:lnTo>
                  <a:pt x="3326" y="3310"/>
                </a:lnTo>
                <a:lnTo>
                  <a:pt x="3326" y="3311"/>
                </a:lnTo>
                <a:lnTo>
                  <a:pt x="3326" y="3312"/>
                </a:lnTo>
                <a:lnTo>
                  <a:pt x="3326" y="3313"/>
                </a:lnTo>
                <a:lnTo>
                  <a:pt x="3325" y="3313"/>
                </a:lnTo>
                <a:lnTo>
                  <a:pt x="3325" y="3314"/>
                </a:lnTo>
                <a:lnTo>
                  <a:pt x="3325" y="3315"/>
                </a:lnTo>
                <a:lnTo>
                  <a:pt x="3325" y="3316"/>
                </a:lnTo>
                <a:lnTo>
                  <a:pt x="3325" y="3317"/>
                </a:lnTo>
                <a:lnTo>
                  <a:pt x="3325" y="3318"/>
                </a:lnTo>
                <a:lnTo>
                  <a:pt x="3324" y="3318"/>
                </a:lnTo>
                <a:lnTo>
                  <a:pt x="3323" y="3318"/>
                </a:lnTo>
                <a:lnTo>
                  <a:pt x="3323" y="3317"/>
                </a:lnTo>
                <a:lnTo>
                  <a:pt x="3322" y="3318"/>
                </a:lnTo>
                <a:lnTo>
                  <a:pt x="3321" y="3318"/>
                </a:lnTo>
                <a:lnTo>
                  <a:pt x="3321" y="3319"/>
                </a:lnTo>
                <a:lnTo>
                  <a:pt x="3321" y="3320"/>
                </a:lnTo>
                <a:lnTo>
                  <a:pt x="3320" y="3320"/>
                </a:lnTo>
                <a:lnTo>
                  <a:pt x="3320" y="3321"/>
                </a:lnTo>
                <a:lnTo>
                  <a:pt x="3319" y="3321"/>
                </a:lnTo>
                <a:lnTo>
                  <a:pt x="3318" y="3321"/>
                </a:lnTo>
                <a:lnTo>
                  <a:pt x="3318" y="3320"/>
                </a:lnTo>
                <a:lnTo>
                  <a:pt x="3317" y="3320"/>
                </a:lnTo>
                <a:lnTo>
                  <a:pt x="3317" y="3321"/>
                </a:lnTo>
                <a:lnTo>
                  <a:pt x="3316" y="3321"/>
                </a:lnTo>
                <a:lnTo>
                  <a:pt x="3316" y="3322"/>
                </a:lnTo>
                <a:lnTo>
                  <a:pt x="3315" y="3322"/>
                </a:lnTo>
                <a:lnTo>
                  <a:pt x="3314" y="3322"/>
                </a:lnTo>
                <a:lnTo>
                  <a:pt x="3313" y="3323"/>
                </a:lnTo>
                <a:lnTo>
                  <a:pt x="3312" y="3323"/>
                </a:lnTo>
                <a:lnTo>
                  <a:pt x="3311" y="3322"/>
                </a:lnTo>
                <a:lnTo>
                  <a:pt x="3310" y="3322"/>
                </a:lnTo>
                <a:lnTo>
                  <a:pt x="3311" y="3323"/>
                </a:lnTo>
                <a:lnTo>
                  <a:pt x="3311" y="3324"/>
                </a:lnTo>
                <a:lnTo>
                  <a:pt x="3310" y="3325"/>
                </a:lnTo>
                <a:lnTo>
                  <a:pt x="3310" y="3326"/>
                </a:lnTo>
                <a:lnTo>
                  <a:pt x="3310" y="3327"/>
                </a:lnTo>
                <a:lnTo>
                  <a:pt x="3309" y="3327"/>
                </a:lnTo>
                <a:lnTo>
                  <a:pt x="3309" y="3328"/>
                </a:lnTo>
                <a:lnTo>
                  <a:pt x="3309" y="3329"/>
                </a:lnTo>
                <a:lnTo>
                  <a:pt x="3308" y="3328"/>
                </a:lnTo>
                <a:lnTo>
                  <a:pt x="3308" y="3327"/>
                </a:lnTo>
                <a:lnTo>
                  <a:pt x="3308" y="3326"/>
                </a:lnTo>
                <a:lnTo>
                  <a:pt x="3308" y="3325"/>
                </a:lnTo>
                <a:lnTo>
                  <a:pt x="3308" y="3324"/>
                </a:lnTo>
                <a:lnTo>
                  <a:pt x="3308" y="3323"/>
                </a:lnTo>
                <a:lnTo>
                  <a:pt x="3308" y="3322"/>
                </a:lnTo>
                <a:lnTo>
                  <a:pt x="3309" y="3322"/>
                </a:lnTo>
                <a:lnTo>
                  <a:pt x="3309" y="3321"/>
                </a:lnTo>
                <a:lnTo>
                  <a:pt x="3308" y="3321"/>
                </a:lnTo>
                <a:lnTo>
                  <a:pt x="3308" y="3320"/>
                </a:lnTo>
                <a:lnTo>
                  <a:pt x="3307" y="3320"/>
                </a:lnTo>
                <a:lnTo>
                  <a:pt x="3307" y="3321"/>
                </a:lnTo>
                <a:lnTo>
                  <a:pt x="3307" y="3322"/>
                </a:lnTo>
                <a:lnTo>
                  <a:pt x="3307" y="3324"/>
                </a:lnTo>
                <a:lnTo>
                  <a:pt x="3308" y="3325"/>
                </a:lnTo>
                <a:lnTo>
                  <a:pt x="3307" y="3325"/>
                </a:lnTo>
                <a:lnTo>
                  <a:pt x="3307" y="3326"/>
                </a:lnTo>
                <a:lnTo>
                  <a:pt x="3306" y="3325"/>
                </a:lnTo>
                <a:lnTo>
                  <a:pt x="3305" y="3325"/>
                </a:lnTo>
                <a:lnTo>
                  <a:pt x="3305" y="3326"/>
                </a:lnTo>
                <a:lnTo>
                  <a:pt x="3306" y="3326"/>
                </a:lnTo>
                <a:lnTo>
                  <a:pt x="3307" y="3326"/>
                </a:lnTo>
                <a:lnTo>
                  <a:pt x="3307" y="3327"/>
                </a:lnTo>
                <a:lnTo>
                  <a:pt x="3306" y="3328"/>
                </a:lnTo>
                <a:lnTo>
                  <a:pt x="3306" y="3327"/>
                </a:lnTo>
                <a:lnTo>
                  <a:pt x="3306" y="3328"/>
                </a:lnTo>
                <a:lnTo>
                  <a:pt x="3306" y="3329"/>
                </a:lnTo>
                <a:lnTo>
                  <a:pt x="3305" y="3330"/>
                </a:lnTo>
                <a:lnTo>
                  <a:pt x="3305" y="3331"/>
                </a:lnTo>
                <a:lnTo>
                  <a:pt x="3304" y="3331"/>
                </a:lnTo>
                <a:lnTo>
                  <a:pt x="3304" y="3332"/>
                </a:lnTo>
                <a:lnTo>
                  <a:pt x="3305" y="3332"/>
                </a:lnTo>
                <a:lnTo>
                  <a:pt x="3305" y="3333"/>
                </a:lnTo>
                <a:lnTo>
                  <a:pt x="3305" y="3332"/>
                </a:lnTo>
                <a:lnTo>
                  <a:pt x="3304" y="3332"/>
                </a:lnTo>
                <a:lnTo>
                  <a:pt x="3304" y="3333"/>
                </a:lnTo>
                <a:lnTo>
                  <a:pt x="3304" y="3334"/>
                </a:lnTo>
                <a:lnTo>
                  <a:pt x="3303" y="3334"/>
                </a:lnTo>
                <a:lnTo>
                  <a:pt x="3303" y="3333"/>
                </a:lnTo>
                <a:lnTo>
                  <a:pt x="3303" y="3334"/>
                </a:lnTo>
                <a:lnTo>
                  <a:pt x="3304" y="3334"/>
                </a:lnTo>
                <a:lnTo>
                  <a:pt x="3304" y="3335"/>
                </a:lnTo>
                <a:lnTo>
                  <a:pt x="3304" y="3336"/>
                </a:lnTo>
                <a:lnTo>
                  <a:pt x="3304" y="3337"/>
                </a:lnTo>
                <a:lnTo>
                  <a:pt x="3303" y="3337"/>
                </a:lnTo>
                <a:lnTo>
                  <a:pt x="3303" y="3338"/>
                </a:lnTo>
                <a:lnTo>
                  <a:pt x="3303" y="3339"/>
                </a:lnTo>
                <a:lnTo>
                  <a:pt x="3303" y="3340"/>
                </a:lnTo>
                <a:lnTo>
                  <a:pt x="3304" y="3341"/>
                </a:lnTo>
                <a:lnTo>
                  <a:pt x="3304" y="3342"/>
                </a:lnTo>
                <a:lnTo>
                  <a:pt x="3303" y="3342"/>
                </a:lnTo>
                <a:lnTo>
                  <a:pt x="3304" y="3342"/>
                </a:lnTo>
                <a:lnTo>
                  <a:pt x="3304" y="3343"/>
                </a:lnTo>
                <a:lnTo>
                  <a:pt x="3305" y="3344"/>
                </a:lnTo>
                <a:lnTo>
                  <a:pt x="3305" y="3345"/>
                </a:lnTo>
                <a:lnTo>
                  <a:pt x="3306" y="3345"/>
                </a:lnTo>
                <a:lnTo>
                  <a:pt x="3306" y="3346"/>
                </a:lnTo>
                <a:lnTo>
                  <a:pt x="3306" y="3347"/>
                </a:lnTo>
                <a:lnTo>
                  <a:pt x="3305" y="3347"/>
                </a:lnTo>
                <a:lnTo>
                  <a:pt x="3305" y="3348"/>
                </a:lnTo>
                <a:lnTo>
                  <a:pt x="3304" y="3349"/>
                </a:lnTo>
                <a:lnTo>
                  <a:pt x="3305" y="3349"/>
                </a:lnTo>
                <a:lnTo>
                  <a:pt x="3305" y="3348"/>
                </a:lnTo>
                <a:lnTo>
                  <a:pt x="3306" y="3348"/>
                </a:lnTo>
                <a:lnTo>
                  <a:pt x="3307" y="3348"/>
                </a:lnTo>
                <a:lnTo>
                  <a:pt x="3308" y="3347"/>
                </a:lnTo>
                <a:lnTo>
                  <a:pt x="3309" y="3347"/>
                </a:lnTo>
                <a:lnTo>
                  <a:pt x="3310" y="3347"/>
                </a:lnTo>
                <a:lnTo>
                  <a:pt x="3311" y="3347"/>
                </a:lnTo>
                <a:lnTo>
                  <a:pt x="3311" y="3348"/>
                </a:lnTo>
                <a:lnTo>
                  <a:pt x="3312" y="3348"/>
                </a:lnTo>
                <a:lnTo>
                  <a:pt x="3312" y="3349"/>
                </a:lnTo>
                <a:lnTo>
                  <a:pt x="3313" y="3349"/>
                </a:lnTo>
                <a:lnTo>
                  <a:pt x="3313" y="3348"/>
                </a:lnTo>
                <a:lnTo>
                  <a:pt x="3314" y="3348"/>
                </a:lnTo>
                <a:lnTo>
                  <a:pt x="3315" y="3348"/>
                </a:lnTo>
                <a:lnTo>
                  <a:pt x="3317" y="3348"/>
                </a:lnTo>
                <a:lnTo>
                  <a:pt x="3318" y="3348"/>
                </a:lnTo>
                <a:lnTo>
                  <a:pt x="3318" y="3349"/>
                </a:lnTo>
                <a:lnTo>
                  <a:pt x="3319" y="3349"/>
                </a:lnTo>
                <a:lnTo>
                  <a:pt x="3320" y="3350"/>
                </a:lnTo>
                <a:lnTo>
                  <a:pt x="3321" y="3350"/>
                </a:lnTo>
                <a:lnTo>
                  <a:pt x="3322" y="3350"/>
                </a:lnTo>
                <a:lnTo>
                  <a:pt x="3322" y="3351"/>
                </a:lnTo>
                <a:lnTo>
                  <a:pt x="3323" y="3351"/>
                </a:lnTo>
                <a:lnTo>
                  <a:pt x="3323" y="3350"/>
                </a:lnTo>
                <a:lnTo>
                  <a:pt x="3322" y="3350"/>
                </a:lnTo>
                <a:lnTo>
                  <a:pt x="3323" y="3350"/>
                </a:lnTo>
                <a:lnTo>
                  <a:pt x="3323" y="3351"/>
                </a:lnTo>
                <a:lnTo>
                  <a:pt x="3323" y="3353"/>
                </a:lnTo>
                <a:lnTo>
                  <a:pt x="3323" y="3354"/>
                </a:lnTo>
                <a:lnTo>
                  <a:pt x="3323" y="3353"/>
                </a:lnTo>
                <a:lnTo>
                  <a:pt x="3324" y="3353"/>
                </a:lnTo>
                <a:lnTo>
                  <a:pt x="3324" y="3354"/>
                </a:lnTo>
                <a:lnTo>
                  <a:pt x="3324" y="3355"/>
                </a:lnTo>
                <a:lnTo>
                  <a:pt x="3324" y="3356"/>
                </a:lnTo>
                <a:lnTo>
                  <a:pt x="3324" y="3357"/>
                </a:lnTo>
                <a:lnTo>
                  <a:pt x="3324" y="3358"/>
                </a:lnTo>
                <a:lnTo>
                  <a:pt x="3324" y="3359"/>
                </a:lnTo>
                <a:lnTo>
                  <a:pt x="3324" y="3360"/>
                </a:lnTo>
                <a:lnTo>
                  <a:pt x="3324" y="3361"/>
                </a:lnTo>
                <a:lnTo>
                  <a:pt x="3323" y="3361"/>
                </a:lnTo>
                <a:lnTo>
                  <a:pt x="3323" y="3362"/>
                </a:lnTo>
                <a:lnTo>
                  <a:pt x="3322" y="3362"/>
                </a:lnTo>
                <a:lnTo>
                  <a:pt x="3321" y="3362"/>
                </a:lnTo>
                <a:lnTo>
                  <a:pt x="3321" y="3361"/>
                </a:lnTo>
                <a:lnTo>
                  <a:pt x="3321" y="3360"/>
                </a:lnTo>
                <a:lnTo>
                  <a:pt x="3320" y="3360"/>
                </a:lnTo>
                <a:lnTo>
                  <a:pt x="3319" y="3359"/>
                </a:lnTo>
                <a:lnTo>
                  <a:pt x="3319" y="3358"/>
                </a:lnTo>
                <a:lnTo>
                  <a:pt x="3319" y="3357"/>
                </a:lnTo>
                <a:lnTo>
                  <a:pt x="3319" y="3356"/>
                </a:lnTo>
                <a:lnTo>
                  <a:pt x="3318" y="3356"/>
                </a:lnTo>
                <a:lnTo>
                  <a:pt x="3318" y="3355"/>
                </a:lnTo>
                <a:lnTo>
                  <a:pt x="3318" y="3354"/>
                </a:lnTo>
                <a:lnTo>
                  <a:pt x="3318" y="3355"/>
                </a:lnTo>
                <a:lnTo>
                  <a:pt x="3318" y="3354"/>
                </a:lnTo>
                <a:lnTo>
                  <a:pt x="3318" y="3355"/>
                </a:lnTo>
                <a:lnTo>
                  <a:pt x="3318" y="3356"/>
                </a:lnTo>
                <a:lnTo>
                  <a:pt x="3319" y="3356"/>
                </a:lnTo>
                <a:lnTo>
                  <a:pt x="3318" y="3356"/>
                </a:lnTo>
                <a:lnTo>
                  <a:pt x="3318" y="3357"/>
                </a:lnTo>
                <a:lnTo>
                  <a:pt x="3319" y="3357"/>
                </a:lnTo>
                <a:lnTo>
                  <a:pt x="3319" y="3358"/>
                </a:lnTo>
                <a:lnTo>
                  <a:pt x="3318" y="3358"/>
                </a:lnTo>
                <a:lnTo>
                  <a:pt x="3317" y="3358"/>
                </a:lnTo>
                <a:lnTo>
                  <a:pt x="3317" y="3359"/>
                </a:lnTo>
                <a:lnTo>
                  <a:pt x="3317" y="3358"/>
                </a:lnTo>
                <a:lnTo>
                  <a:pt x="3317" y="3359"/>
                </a:lnTo>
                <a:lnTo>
                  <a:pt x="3317" y="3360"/>
                </a:lnTo>
                <a:lnTo>
                  <a:pt x="3317" y="3359"/>
                </a:lnTo>
                <a:lnTo>
                  <a:pt x="3316" y="3359"/>
                </a:lnTo>
                <a:lnTo>
                  <a:pt x="3316" y="3360"/>
                </a:lnTo>
                <a:lnTo>
                  <a:pt x="3317" y="3360"/>
                </a:lnTo>
                <a:lnTo>
                  <a:pt x="3317" y="3359"/>
                </a:lnTo>
                <a:lnTo>
                  <a:pt x="3318" y="3359"/>
                </a:lnTo>
                <a:lnTo>
                  <a:pt x="3318" y="3358"/>
                </a:lnTo>
                <a:lnTo>
                  <a:pt x="3318" y="3359"/>
                </a:lnTo>
                <a:lnTo>
                  <a:pt x="3318" y="3360"/>
                </a:lnTo>
                <a:lnTo>
                  <a:pt x="3318" y="3361"/>
                </a:lnTo>
                <a:lnTo>
                  <a:pt x="3319" y="3361"/>
                </a:lnTo>
                <a:lnTo>
                  <a:pt x="3319" y="3362"/>
                </a:lnTo>
                <a:lnTo>
                  <a:pt x="3319" y="3363"/>
                </a:lnTo>
                <a:lnTo>
                  <a:pt x="3318" y="3363"/>
                </a:lnTo>
                <a:lnTo>
                  <a:pt x="3317" y="3363"/>
                </a:lnTo>
                <a:lnTo>
                  <a:pt x="3317" y="3364"/>
                </a:lnTo>
                <a:lnTo>
                  <a:pt x="3316" y="3364"/>
                </a:lnTo>
                <a:lnTo>
                  <a:pt x="3316" y="3365"/>
                </a:lnTo>
                <a:lnTo>
                  <a:pt x="3316" y="3364"/>
                </a:lnTo>
                <a:lnTo>
                  <a:pt x="3315" y="3364"/>
                </a:lnTo>
                <a:lnTo>
                  <a:pt x="3316" y="3364"/>
                </a:lnTo>
                <a:lnTo>
                  <a:pt x="3316" y="3365"/>
                </a:lnTo>
                <a:lnTo>
                  <a:pt x="3316" y="3366"/>
                </a:lnTo>
                <a:lnTo>
                  <a:pt x="3316" y="3367"/>
                </a:lnTo>
                <a:lnTo>
                  <a:pt x="3315" y="3367"/>
                </a:lnTo>
                <a:lnTo>
                  <a:pt x="3316" y="3367"/>
                </a:lnTo>
                <a:lnTo>
                  <a:pt x="3316" y="3366"/>
                </a:lnTo>
                <a:lnTo>
                  <a:pt x="3317" y="3366"/>
                </a:lnTo>
                <a:lnTo>
                  <a:pt x="3317" y="3365"/>
                </a:lnTo>
                <a:lnTo>
                  <a:pt x="3318" y="3365"/>
                </a:lnTo>
                <a:lnTo>
                  <a:pt x="3319" y="3365"/>
                </a:lnTo>
                <a:lnTo>
                  <a:pt x="3319" y="3366"/>
                </a:lnTo>
                <a:lnTo>
                  <a:pt x="3319" y="3367"/>
                </a:lnTo>
                <a:lnTo>
                  <a:pt x="3319" y="3368"/>
                </a:lnTo>
                <a:lnTo>
                  <a:pt x="3319" y="3369"/>
                </a:lnTo>
                <a:lnTo>
                  <a:pt x="3318" y="3369"/>
                </a:lnTo>
                <a:lnTo>
                  <a:pt x="3319" y="3369"/>
                </a:lnTo>
                <a:lnTo>
                  <a:pt x="3319" y="3368"/>
                </a:lnTo>
                <a:lnTo>
                  <a:pt x="3319" y="3367"/>
                </a:lnTo>
                <a:lnTo>
                  <a:pt x="3319" y="3366"/>
                </a:lnTo>
                <a:lnTo>
                  <a:pt x="3319" y="3367"/>
                </a:lnTo>
                <a:lnTo>
                  <a:pt x="3320" y="3367"/>
                </a:lnTo>
                <a:lnTo>
                  <a:pt x="3320" y="3368"/>
                </a:lnTo>
                <a:lnTo>
                  <a:pt x="3320" y="3367"/>
                </a:lnTo>
                <a:lnTo>
                  <a:pt x="3321" y="3367"/>
                </a:lnTo>
                <a:lnTo>
                  <a:pt x="3321" y="3368"/>
                </a:lnTo>
                <a:lnTo>
                  <a:pt x="3322" y="3367"/>
                </a:lnTo>
                <a:lnTo>
                  <a:pt x="3322" y="3368"/>
                </a:lnTo>
                <a:lnTo>
                  <a:pt x="3322" y="3369"/>
                </a:lnTo>
                <a:lnTo>
                  <a:pt x="3322" y="3367"/>
                </a:lnTo>
                <a:lnTo>
                  <a:pt x="3323" y="3367"/>
                </a:lnTo>
                <a:lnTo>
                  <a:pt x="3323" y="3366"/>
                </a:lnTo>
                <a:lnTo>
                  <a:pt x="3323" y="3367"/>
                </a:lnTo>
                <a:lnTo>
                  <a:pt x="3323" y="3368"/>
                </a:lnTo>
                <a:lnTo>
                  <a:pt x="3323" y="3369"/>
                </a:lnTo>
                <a:lnTo>
                  <a:pt x="3324" y="3369"/>
                </a:lnTo>
                <a:lnTo>
                  <a:pt x="3325" y="3368"/>
                </a:lnTo>
                <a:lnTo>
                  <a:pt x="3325" y="3367"/>
                </a:lnTo>
                <a:lnTo>
                  <a:pt x="3326" y="3367"/>
                </a:lnTo>
                <a:lnTo>
                  <a:pt x="3327" y="3367"/>
                </a:lnTo>
                <a:lnTo>
                  <a:pt x="3327" y="3366"/>
                </a:lnTo>
                <a:lnTo>
                  <a:pt x="3328" y="3366"/>
                </a:lnTo>
                <a:lnTo>
                  <a:pt x="3329" y="3367"/>
                </a:lnTo>
                <a:lnTo>
                  <a:pt x="3329" y="3368"/>
                </a:lnTo>
                <a:lnTo>
                  <a:pt x="3330" y="3368"/>
                </a:lnTo>
                <a:lnTo>
                  <a:pt x="3329" y="3368"/>
                </a:lnTo>
                <a:lnTo>
                  <a:pt x="3329" y="3367"/>
                </a:lnTo>
                <a:lnTo>
                  <a:pt x="3330" y="3367"/>
                </a:lnTo>
                <a:lnTo>
                  <a:pt x="3330" y="3366"/>
                </a:lnTo>
                <a:lnTo>
                  <a:pt x="3330" y="3365"/>
                </a:lnTo>
                <a:lnTo>
                  <a:pt x="3331" y="3366"/>
                </a:lnTo>
                <a:lnTo>
                  <a:pt x="3331" y="3367"/>
                </a:lnTo>
                <a:lnTo>
                  <a:pt x="3331" y="3368"/>
                </a:lnTo>
                <a:lnTo>
                  <a:pt x="3332" y="3369"/>
                </a:lnTo>
                <a:lnTo>
                  <a:pt x="3332" y="3370"/>
                </a:lnTo>
                <a:lnTo>
                  <a:pt x="3332" y="3371"/>
                </a:lnTo>
                <a:lnTo>
                  <a:pt x="3332" y="3372"/>
                </a:lnTo>
                <a:lnTo>
                  <a:pt x="3333" y="3373"/>
                </a:lnTo>
                <a:lnTo>
                  <a:pt x="3333" y="3374"/>
                </a:lnTo>
                <a:lnTo>
                  <a:pt x="3332" y="3374"/>
                </a:lnTo>
                <a:lnTo>
                  <a:pt x="3332" y="3375"/>
                </a:lnTo>
                <a:lnTo>
                  <a:pt x="3332" y="3374"/>
                </a:lnTo>
                <a:lnTo>
                  <a:pt x="3331" y="3374"/>
                </a:lnTo>
                <a:lnTo>
                  <a:pt x="3331" y="3375"/>
                </a:lnTo>
                <a:lnTo>
                  <a:pt x="3331" y="3374"/>
                </a:lnTo>
                <a:lnTo>
                  <a:pt x="3330" y="3374"/>
                </a:lnTo>
                <a:lnTo>
                  <a:pt x="3330" y="3375"/>
                </a:lnTo>
                <a:lnTo>
                  <a:pt x="3329" y="3375"/>
                </a:lnTo>
                <a:lnTo>
                  <a:pt x="3329" y="3374"/>
                </a:lnTo>
                <a:lnTo>
                  <a:pt x="3329" y="3373"/>
                </a:lnTo>
                <a:lnTo>
                  <a:pt x="3328" y="3373"/>
                </a:lnTo>
                <a:lnTo>
                  <a:pt x="3328" y="3372"/>
                </a:lnTo>
                <a:lnTo>
                  <a:pt x="3328" y="3371"/>
                </a:lnTo>
                <a:lnTo>
                  <a:pt x="3328" y="3370"/>
                </a:lnTo>
                <a:lnTo>
                  <a:pt x="3327" y="3370"/>
                </a:lnTo>
                <a:lnTo>
                  <a:pt x="3327" y="3369"/>
                </a:lnTo>
                <a:lnTo>
                  <a:pt x="3326" y="3369"/>
                </a:lnTo>
                <a:lnTo>
                  <a:pt x="3326" y="3370"/>
                </a:lnTo>
                <a:lnTo>
                  <a:pt x="3325" y="3370"/>
                </a:lnTo>
                <a:lnTo>
                  <a:pt x="3325" y="3371"/>
                </a:lnTo>
                <a:lnTo>
                  <a:pt x="3324" y="3371"/>
                </a:lnTo>
                <a:lnTo>
                  <a:pt x="3324" y="3372"/>
                </a:lnTo>
                <a:lnTo>
                  <a:pt x="3324" y="3373"/>
                </a:lnTo>
                <a:lnTo>
                  <a:pt x="3325" y="3373"/>
                </a:lnTo>
                <a:lnTo>
                  <a:pt x="3325" y="3374"/>
                </a:lnTo>
                <a:lnTo>
                  <a:pt x="3326" y="3374"/>
                </a:lnTo>
                <a:lnTo>
                  <a:pt x="3326" y="3375"/>
                </a:lnTo>
                <a:lnTo>
                  <a:pt x="3325" y="3375"/>
                </a:lnTo>
                <a:lnTo>
                  <a:pt x="3326" y="3375"/>
                </a:lnTo>
                <a:lnTo>
                  <a:pt x="3326" y="3374"/>
                </a:lnTo>
                <a:lnTo>
                  <a:pt x="3327" y="3374"/>
                </a:lnTo>
                <a:lnTo>
                  <a:pt x="3328" y="3376"/>
                </a:lnTo>
                <a:lnTo>
                  <a:pt x="3329" y="3376"/>
                </a:lnTo>
                <a:lnTo>
                  <a:pt x="3329" y="3377"/>
                </a:lnTo>
                <a:lnTo>
                  <a:pt x="3330" y="3376"/>
                </a:lnTo>
                <a:lnTo>
                  <a:pt x="3330" y="3375"/>
                </a:lnTo>
                <a:lnTo>
                  <a:pt x="3331" y="3375"/>
                </a:lnTo>
                <a:lnTo>
                  <a:pt x="3332" y="3376"/>
                </a:lnTo>
                <a:lnTo>
                  <a:pt x="3332" y="3377"/>
                </a:lnTo>
                <a:lnTo>
                  <a:pt x="3333" y="3377"/>
                </a:lnTo>
                <a:lnTo>
                  <a:pt x="3333" y="3378"/>
                </a:lnTo>
                <a:lnTo>
                  <a:pt x="3334" y="3379"/>
                </a:lnTo>
                <a:lnTo>
                  <a:pt x="3334" y="3380"/>
                </a:lnTo>
                <a:lnTo>
                  <a:pt x="3333" y="3380"/>
                </a:lnTo>
                <a:lnTo>
                  <a:pt x="3334" y="3380"/>
                </a:lnTo>
                <a:lnTo>
                  <a:pt x="3335" y="3380"/>
                </a:lnTo>
                <a:lnTo>
                  <a:pt x="3335" y="3381"/>
                </a:lnTo>
                <a:lnTo>
                  <a:pt x="3335" y="3382"/>
                </a:lnTo>
                <a:lnTo>
                  <a:pt x="3335" y="3383"/>
                </a:lnTo>
                <a:lnTo>
                  <a:pt x="3336" y="3384"/>
                </a:lnTo>
                <a:lnTo>
                  <a:pt x="3336" y="3385"/>
                </a:lnTo>
                <a:lnTo>
                  <a:pt x="3337" y="3385"/>
                </a:lnTo>
                <a:lnTo>
                  <a:pt x="3337" y="3386"/>
                </a:lnTo>
                <a:lnTo>
                  <a:pt x="3336" y="3386"/>
                </a:lnTo>
                <a:lnTo>
                  <a:pt x="3336" y="3387"/>
                </a:lnTo>
                <a:lnTo>
                  <a:pt x="3336" y="3388"/>
                </a:lnTo>
                <a:lnTo>
                  <a:pt x="3336" y="3389"/>
                </a:lnTo>
                <a:lnTo>
                  <a:pt x="3335" y="3389"/>
                </a:lnTo>
                <a:lnTo>
                  <a:pt x="3335" y="3390"/>
                </a:lnTo>
                <a:lnTo>
                  <a:pt x="3335" y="3391"/>
                </a:lnTo>
                <a:lnTo>
                  <a:pt x="3334" y="3391"/>
                </a:lnTo>
                <a:lnTo>
                  <a:pt x="3334" y="3392"/>
                </a:lnTo>
                <a:lnTo>
                  <a:pt x="3333" y="3392"/>
                </a:lnTo>
                <a:lnTo>
                  <a:pt x="3333" y="3393"/>
                </a:lnTo>
                <a:lnTo>
                  <a:pt x="3332" y="3393"/>
                </a:lnTo>
                <a:lnTo>
                  <a:pt x="3332" y="3394"/>
                </a:lnTo>
                <a:lnTo>
                  <a:pt x="3331" y="3394"/>
                </a:lnTo>
                <a:lnTo>
                  <a:pt x="3331" y="3395"/>
                </a:lnTo>
                <a:lnTo>
                  <a:pt x="3331" y="3396"/>
                </a:lnTo>
                <a:lnTo>
                  <a:pt x="3331" y="3397"/>
                </a:lnTo>
                <a:lnTo>
                  <a:pt x="3330" y="3397"/>
                </a:lnTo>
                <a:lnTo>
                  <a:pt x="3330" y="3398"/>
                </a:lnTo>
                <a:lnTo>
                  <a:pt x="3329" y="3398"/>
                </a:lnTo>
                <a:lnTo>
                  <a:pt x="3329" y="3399"/>
                </a:lnTo>
                <a:lnTo>
                  <a:pt x="3329" y="3400"/>
                </a:lnTo>
                <a:lnTo>
                  <a:pt x="3328" y="3400"/>
                </a:lnTo>
                <a:lnTo>
                  <a:pt x="3328" y="3401"/>
                </a:lnTo>
                <a:lnTo>
                  <a:pt x="3327" y="3401"/>
                </a:lnTo>
                <a:lnTo>
                  <a:pt x="3326" y="3402"/>
                </a:lnTo>
                <a:lnTo>
                  <a:pt x="3326" y="3403"/>
                </a:lnTo>
                <a:lnTo>
                  <a:pt x="3325" y="3403"/>
                </a:lnTo>
                <a:lnTo>
                  <a:pt x="3324" y="3403"/>
                </a:lnTo>
                <a:lnTo>
                  <a:pt x="3323" y="3403"/>
                </a:lnTo>
                <a:lnTo>
                  <a:pt x="3322" y="3403"/>
                </a:lnTo>
                <a:lnTo>
                  <a:pt x="3322" y="3404"/>
                </a:lnTo>
                <a:lnTo>
                  <a:pt x="3321" y="3404"/>
                </a:lnTo>
                <a:lnTo>
                  <a:pt x="3321" y="3405"/>
                </a:lnTo>
                <a:lnTo>
                  <a:pt x="3320" y="3405"/>
                </a:lnTo>
                <a:lnTo>
                  <a:pt x="3319" y="3405"/>
                </a:lnTo>
                <a:lnTo>
                  <a:pt x="3319" y="3407"/>
                </a:lnTo>
                <a:lnTo>
                  <a:pt x="3317" y="3407"/>
                </a:lnTo>
                <a:lnTo>
                  <a:pt x="3317" y="3408"/>
                </a:lnTo>
                <a:lnTo>
                  <a:pt x="3316" y="3408"/>
                </a:lnTo>
                <a:lnTo>
                  <a:pt x="3316" y="3407"/>
                </a:lnTo>
                <a:lnTo>
                  <a:pt x="3315" y="3407"/>
                </a:lnTo>
                <a:lnTo>
                  <a:pt x="3315" y="3408"/>
                </a:lnTo>
                <a:lnTo>
                  <a:pt x="3314" y="3408"/>
                </a:lnTo>
                <a:lnTo>
                  <a:pt x="3314" y="3409"/>
                </a:lnTo>
                <a:lnTo>
                  <a:pt x="3314" y="3408"/>
                </a:lnTo>
                <a:lnTo>
                  <a:pt x="3313" y="3408"/>
                </a:lnTo>
                <a:lnTo>
                  <a:pt x="3314" y="3408"/>
                </a:lnTo>
                <a:lnTo>
                  <a:pt x="3314" y="3407"/>
                </a:lnTo>
                <a:lnTo>
                  <a:pt x="3313" y="3407"/>
                </a:lnTo>
                <a:lnTo>
                  <a:pt x="3312" y="3407"/>
                </a:lnTo>
                <a:lnTo>
                  <a:pt x="3311" y="3407"/>
                </a:lnTo>
                <a:lnTo>
                  <a:pt x="3311" y="3406"/>
                </a:lnTo>
                <a:lnTo>
                  <a:pt x="3310" y="3406"/>
                </a:lnTo>
                <a:lnTo>
                  <a:pt x="3308" y="3406"/>
                </a:lnTo>
                <a:lnTo>
                  <a:pt x="3308" y="3405"/>
                </a:lnTo>
                <a:lnTo>
                  <a:pt x="3308" y="3406"/>
                </a:lnTo>
                <a:lnTo>
                  <a:pt x="3309" y="3406"/>
                </a:lnTo>
                <a:lnTo>
                  <a:pt x="3310" y="3407"/>
                </a:lnTo>
                <a:lnTo>
                  <a:pt x="3309" y="3407"/>
                </a:lnTo>
                <a:lnTo>
                  <a:pt x="3308" y="3407"/>
                </a:lnTo>
                <a:lnTo>
                  <a:pt x="3307" y="3406"/>
                </a:lnTo>
                <a:lnTo>
                  <a:pt x="3306" y="3406"/>
                </a:lnTo>
                <a:lnTo>
                  <a:pt x="3306" y="3407"/>
                </a:lnTo>
                <a:lnTo>
                  <a:pt x="3306" y="3408"/>
                </a:lnTo>
                <a:lnTo>
                  <a:pt x="3306" y="3409"/>
                </a:lnTo>
                <a:lnTo>
                  <a:pt x="3305" y="3409"/>
                </a:lnTo>
                <a:lnTo>
                  <a:pt x="3302" y="3409"/>
                </a:lnTo>
                <a:lnTo>
                  <a:pt x="3302" y="3410"/>
                </a:lnTo>
                <a:lnTo>
                  <a:pt x="3300" y="3410"/>
                </a:lnTo>
                <a:lnTo>
                  <a:pt x="3300" y="3409"/>
                </a:lnTo>
                <a:lnTo>
                  <a:pt x="3300" y="3408"/>
                </a:lnTo>
                <a:lnTo>
                  <a:pt x="3299" y="3407"/>
                </a:lnTo>
                <a:lnTo>
                  <a:pt x="3298" y="3407"/>
                </a:lnTo>
                <a:lnTo>
                  <a:pt x="3297" y="3407"/>
                </a:lnTo>
                <a:lnTo>
                  <a:pt x="3296" y="3407"/>
                </a:lnTo>
                <a:lnTo>
                  <a:pt x="3295" y="3406"/>
                </a:lnTo>
                <a:lnTo>
                  <a:pt x="3295" y="3405"/>
                </a:lnTo>
                <a:lnTo>
                  <a:pt x="3294" y="3405"/>
                </a:lnTo>
                <a:lnTo>
                  <a:pt x="3293" y="3404"/>
                </a:lnTo>
                <a:lnTo>
                  <a:pt x="3292" y="3404"/>
                </a:lnTo>
                <a:lnTo>
                  <a:pt x="3292" y="3405"/>
                </a:lnTo>
                <a:lnTo>
                  <a:pt x="3293" y="3405"/>
                </a:lnTo>
                <a:lnTo>
                  <a:pt x="3292" y="3405"/>
                </a:lnTo>
                <a:lnTo>
                  <a:pt x="3292" y="3406"/>
                </a:lnTo>
                <a:lnTo>
                  <a:pt x="3291" y="3406"/>
                </a:lnTo>
                <a:lnTo>
                  <a:pt x="3290" y="3406"/>
                </a:lnTo>
                <a:lnTo>
                  <a:pt x="3290" y="3405"/>
                </a:lnTo>
                <a:lnTo>
                  <a:pt x="3290" y="3406"/>
                </a:lnTo>
                <a:lnTo>
                  <a:pt x="3290" y="3407"/>
                </a:lnTo>
                <a:lnTo>
                  <a:pt x="3289" y="3407"/>
                </a:lnTo>
                <a:lnTo>
                  <a:pt x="3289" y="3406"/>
                </a:lnTo>
                <a:lnTo>
                  <a:pt x="3288" y="3406"/>
                </a:lnTo>
                <a:lnTo>
                  <a:pt x="3288" y="3405"/>
                </a:lnTo>
                <a:lnTo>
                  <a:pt x="3287" y="3405"/>
                </a:lnTo>
                <a:lnTo>
                  <a:pt x="3287" y="3406"/>
                </a:lnTo>
                <a:lnTo>
                  <a:pt x="3286" y="3406"/>
                </a:lnTo>
                <a:lnTo>
                  <a:pt x="3285" y="3407"/>
                </a:lnTo>
                <a:lnTo>
                  <a:pt x="3284" y="3409"/>
                </a:lnTo>
                <a:lnTo>
                  <a:pt x="3283" y="3409"/>
                </a:lnTo>
                <a:lnTo>
                  <a:pt x="3283" y="3410"/>
                </a:lnTo>
                <a:lnTo>
                  <a:pt x="3283" y="3411"/>
                </a:lnTo>
                <a:lnTo>
                  <a:pt x="3282" y="3411"/>
                </a:lnTo>
                <a:lnTo>
                  <a:pt x="3282" y="3412"/>
                </a:lnTo>
                <a:lnTo>
                  <a:pt x="3281" y="3412"/>
                </a:lnTo>
                <a:lnTo>
                  <a:pt x="3281" y="3411"/>
                </a:lnTo>
                <a:lnTo>
                  <a:pt x="3282" y="3410"/>
                </a:lnTo>
                <a:lnTo>
                  <a:pt x="3281" y="3409"/>
                </a:lnTo>
                <a:lnTo>
                  <a:pt x="3281" y="3407"/>
                </a:lnTo>
                <a:lnTo>
                  <a:pt x="3282" y="3407"/>
                </a:lnTo>
                <a:lnTo>
                  <a:pt x="3283" y="3405"/>
                </a:lnTo>
                <a:lnTo>
                  <a:pt x="3283" y="3404"/>
                </a:lnTo>
                <a:lnTo>
                  <a:pt x="3282" y="3402"/>
                </a:lnTo>
                <a:lnTo>
                  <a:pt x="3282" y="3401"/>
                </a:lnTo>
                <a:lnTo>
                  <a:pt x="3282" y="3400"/>
                </a:lnTo>
                <a:lnTo>
                  <a:pt x="3282" y="3399"/>
                </a:lnTo>
                <a:lnTo>
                  <a:pt x="3281" y="3398"/>
                </a:lnTo>
                <a:lnTo>
                  <a:pt x="3280" y="3398"/>
                </a:lnTo>
                <a:lnTo>
                  <a:pt x="3280" y="3397"/>
                </a:lnTo>
                <a:lnTo>
                  <a:pt x="3279" y="3397"/>
                </a:lnTo>
                <a:lnTo>
                  <a:pt x="3279" y="3398"/>
                </a:lnTo>
                <a:lnTo>
                  <a:pt x="3278" y="3397"/>
                </a:lnTo>
                <a:lnTo>
                  <a:pt x="3278" y="3396"/>
                </a:lnTo>
                <a:lnTo>
                  <a:pt x="3278" y="3395"/>
                </a:lnTo>
                <a:lnTo>
                  <a:pt x="3277" y="3394"/>
                </a:lnTo>
                <a:lnTo>
                  <a:pt x="3277" y="3393"/>
                </a:lnTo>
                <a:lnTo>
                  <a:pt x="3278" y="3393"/>
                </a:lnTo>
                <a:lnTo>
                  <a:pt x="3279" y="3393"/>
                </a:lnTo>
                <a:lnTo>
                  <a:pt x="3280" y="3392"/>
                </a:lnTo>
                <a:lnTo>
                  <a:pt x="3280" y="3391"/>
                </a:lnTo>
                <a:lnTo>
                  <a:pt x="3280" y="3390"/>
                </a:lnTo>
                <a:lnTo>
                  <a:pt x="3281" y="3391"/>
                </a:lnTo>
                <a:lnTo>
                  <a:pt x="3282" y="3391"/>
                </a:lnTo>
                <a:lnTo>
                  <a:pt x="3282" y="3392"/>
                </a:lnTo>
                <a:lnTo>
                  <a:pt x="3282" y="3391"/>
                </a:lnTo>
                <a:lnTo>
                  <a:pt x="3283" y="3392"/>
                </a:lnTo>
                <a:lnTo>
                  <a:pt x="3284" y="3393"/>
                </a:lnTo>
                <a:lnTo>
                  <a:pt x="3285" y="3393"/>
                </a:lnTo>
                <a:lnTo>
                  <a:pt x="3286" y="3393"/>
                </a:lnTo>
                <a:lnTo>
                  <a:pt x="3286" y="3394"/>
                </a:lnTo>
                <a:lnTo>
                  <a:pt x="3285" y="3394"/>
                </a:lnTo>
                <a:lnTo>
                  <a:pt x="3285" y="3395"/>
                </a:lnTo>
                <a:lnTo>
                  <a:pt x="3286" y="3395"/>
                </a:lnTo>
                <a:lnTo>
                  <a:pt x="3286" y="3396"/>
                </a:lnTo>
                <a:lnTo>
                  <a:pt x="3287" y="3397"/>
                </a:lnTo>
                <a:lnTo>
                  <a:pt x="3287" y="3398"/>
                </a:lnTo>
                <a:lnTo>
                  <a:pt x="3287" y="3399"/>
                </a:lnTo>
                <a:lnTo>
                  <a:pt x="3288" y="3399"/>
                </a:lnTo>
                <a:lnTo>
                  <a:pt x="3287" y="3399"/>
                </a:lnTo>
                <a:lnTo>
                  <a:pt x="3288" y="3399"/>
                </a:lnTo>
                <a:lnTo>
                  <a:pt x="3288" y="3398"/>
                </a:lnTo>
                <a:lnTo>
                  <a:pt x="3288" y="3399"/>
                </a:lnTo>
                <a:lnTo>
                  <a:pt x="3288" y="3398"/>
                </a:lnTo>
                <a:lnTo>
                  <a:pt x="3287" y="3398"/>
                </a:lnTo>
                <a:lnTo>
                  <a:pt x="3287" y="3397"/>
                </a:lnTo>
                <a:lnTo>
                  <a:pt x="3288" y="3397"/>
                </a:lnTo>
                <a:lnTo>
                  <a:pt x="3288" y="3396"/>
                </a:lnTo>
                <a:lnTo>
                  <a:pt x="3287" y="3395"/>
                </a:lnTo>
                <a:lnTo>
                  <a:pt x="3288" y="3395"/>
                </a:lnTo>
                <a:lnTo>
                  <a:pt x="3288" y="3394"/>
                </a:lnTo>
                <a:lnTo>
                  <a:pt x="3289" y="3394"/>
                </a:lnTo>
                <a:lnTo>
                  <a:pt x="3289" y="3393"/>
                </a:lnTo>
                <a:lnTo>
                  <a:pt x="3290" y="3393"/>
                </a:lnTo>
                <a:lnTo>
                  <a:pt x="3290" y="3392"/>
                </a:lnTo>
                <a:lnTo>
                  <a:pt x="3290" y="3391"/>
                </a:lnTo>
                <a:lnTo>
                  <a:pt x="3289" y="3391"/>
                </a:lnTo>
                <a:lnTo>
                  <a:pt x="3290" y="3391"/>
                </a:lnTo>
                <a:lnTo>
                  <a:pt x="3289" y="3391"/>
                </a:lnTo>
                <a:lnTo>
                  <a:pt x="3289" y="3390"/>
                </a:lnTo>
                <a:lnTo>
                  <a:pt x="3288" y="3389"/>
                </a:lnTo>
                <a:lnTo>
                  <a:pt x="3287" y="3389"/>
                </a:lnTo>
                <a:lnTo>
                  <a:pt x="3287" y="3388"/>
                </a:lnTo>
                <a:lnTo>
                  <a:pt x="3286" y="3388"/>
                </a:lnTo>
                <a:lnTo>
                  <a:pt x="3286" y="3387"/>
                </a:lnTo>
                <a:lnTo>
                  <a:pt x="3286" y="3386"/>
                </a:lnTo>
                <a:lnTo>
                  <a:pt x="3285" y="3387"/>
                </a:lnTo>
                <a:lnTo>
                  <a:pt x="3285" y="3388"/>
                </a:lnTo>
                <a:lnTo>
                  <a:pt x="3285" y="3389"/>
                </a:lnTo>
                <a:lnTo>
                  <a:pt x="3284" y="3389"/>
                </a:lnTo>
                <a:lnTo>
                  <a:pt x="3284" y="3388"/>
                </a:lnTo>
                <a:lnTo>
                  <a:pt x="3284" y="3387"/>
                </a:lnTo>
                <a:lnTo>
                  <a:pt x="3283" y="3386"/>
                </a:lnTo>
                <a:lnTo>
                  <a:pt x="3283" y="3385"/>
                </a:lnTo>
                <a:lnTo>
                  <a:pt x="3283" y="3384"/>
                </a:lnTo>
                <a:lnTo>
                  <a:pt x="3283" y="3385"/>
                </a:lnTo>
                <a:lnTo>
                  <a:pt x="3282" y="3385"/>
                </a:lnTo>
                <a:lnTo>
                  <a:pt x="3282" y="3386"/>
                </a:lnTo>
                <a:lnTo>
                  <a:pt x="3282" y="3387"/>
                </a:lnTo>
                <a:lnTo>
                  <a:pt x="3283" y="3387"/>
                </a:lnTo>
                <a:lnTo>
                  <a:pt x="3283" y="3388"/>
                </a:lnTo>
                <a:lnTo>
                  <a:pt x="3282" y="3389"/>
                </a:lnTo>
                <a:lnTo>
                  <a:pt x="3281" y="3390"/>
                </a:lnTo>
                <a:lnTo>
                  <a:pt x="3281" y="3389"/>
                </a:lnTo>
                <a:lnTo>
                  <a:pt x="3281" y="3388"/>
                </a:lnTo>
                <a:lnTo>
                  <a:pt x="3281" y="3387"/>
                </a:lnTo>
                <a:lnTo>
                  <a:pt x="3281" y="3386"/>
                </a:lnTo>
                <a:lnTo>
                  <a:pt x="3281" y="3385"/>
                </a:lnTo>
                <a:lnTo>
                  <a:pt x="3280" y="3384"/>
                </a:lnTo>
                <a:lnTo>
                  <a:pt x="3279" y="3384"/>
                </a:lnTo>
                <a:lnTo>
                  <a:pt x="3278" y="3384"/>
                </a:lnTo>
                <a:lnTo>
                  <a:pt x="3277" y="3384"/>
                </a:lnTo>
                <a:lnTo>
                  <a:pt x="3278" y="3383"/>
                </a:lnTo>
                <a:lnTo>
                  <a:pt x="3277" y="3383"/>
                </a:lnTo>
                <a:lnTo>
                  <a:pt x="3276" y="3383"/>
                </a:lnTo>
                <a:lnTo>
                  <a:pt x="3275" y="3383"/>
                </a:lnTo>
                <a:lnTo>
                  <a:pt x="3274" y="3383"/>
                </a:lnTo>
                <a:lnTo>
                  <a:pt x="3274" y="3382"/>
                </a:lnTo>
                <a:lnTo>
                  <a:pt x="3273" y="3382"/>
                </a:lnTo>
                <a:lnTo>
                  <a:pt x="3273" y="3383"/>
                </a:lnTo>
                <a:lnTo>
                  <a:pt x="3273" y="3382"/>
                </a:lnTo>
                <a:lnTo>
                  <a:pt x="3273" y="3381"/>
                </a:lnTo>
                <a:lnTo>
                  <a:pt x="3272" y="3380"/>
                </a:lnTo>
                <a:lnTo>
                  <a:pt x="3272" y="3379"/>
                </a:lnTo>
                <a:lnTo>
                  <a:pt x="3273" y="3379"/>
                </a:lnTo>
                <a:lnTo>
                  <a:pt x="3273" y="3378"/>
                </a:lnTo>
                <a:lnTo>
                  <a:pt x="3274" y="3378"/>
                </a:lnTo>
                <a:lnTo>
                  <a:pt x="3274" y="3377"/>
                </a:lnTo>
                <a:lnTo>
                  <a:pt x="3274" y="3378"/>
                </a:lnTo>
                <a:lnTo>
                  <a:pt x="3273" y="3378"/>
                </a:lnTo>
                <a:lnTo>
                  <a:pt x="3273" y="3377"/>
                </a:lnTo>
                <a:lnTo>
                  <a:pt x="3273" y="3376"/>
                </a:lnTo>
                <a:lnTo>
                  <a:pt x="3273" y="3375"/>
                </a:lnTo>
                <a:lnTo>
                  <a:pt x="3273" y="3374"/>
                </a:lnTo>
                <a:lnTo>
                  <a:pt x="3272" y="3374"/>
                </a:lnTo>
                <a:lnTo>
                  <a:pt x="3272" y="3373"/>
                </a:lnTo>
                <a:lnTo>
                  <a:pt x="3271" y="3372"/>
                </a:lnTo>
                <a:lnTo>
                  <a:pt x="3271" y="3371"/>
                </a:lnTo>
                <a:lnTo>
                  <a:pt x="3270" y="3370"/>
                </a:lnTo>
                <a:lnTo>
                  <a:pt x="3269" y="3370"/>
                </a:lnTo>
                <a:lnTo>
                  <a:pt x="3269" y="3369"/>
                </a:lnTo>
                <a:lnTo>
                  <a:pt x="3268" y="3369"/>
                </a:lnTo>
                <a:lnTo>
                  <a:pt x="3267" y="3370"/>
                </a:lnTo>
                <a:lnTo>
                  <a:pt x="3266" y="3370"/>
                </a:lnTo>
                <a:lnTo>
                  <a:pt x="3266" y="3369"/>
                </a:lnTo>
                <a:lnTo>
                  <a:pt x="3266" y="3368"/>
                </a:lnTo>
                <a:lnTo>
                  <a:pt x="3266" y="3367"/>
                </a:lnTo>
                <a:lnTo>
                  <a:pt x="3265" y="3366"/>
                </a:lnTo>
                <a:lnTo>
                  <a:pt x="3266" y="3365"/>
                </a:lnTo>
                <a:lnTo>
                  <a:pt x="3267" y="3365"/>
                </a:lnTo>
                <a:lnTo>
                  <a:pt x="3267" y="3364"/>
                </a:lnTo>
                <a:lnTo>
                  <a:pt x="3268" y="3363"/>
                </a:lnTo>
                <a:lnTo>
                  <a:pt x="3269" y="3363"/>
                </a:lnTo>
                <a:lnTo>
                  <a:pt x="3269" y="3364"/>
                </a:lnTo>
                <a:lnTo>
                  <a:pt x="3270" y="3364"/>
                </a:lnTo>
                <a:lnTo>
                  <a:pt x="3270" y="3365"/>
                </a:lnTo>
                <a:lnTo>
                  <a:pt x="3271" y="3365"/>
                </a:lnTo>
                <a:lnTo>
                  <a:pt x="3271" y="3364"/>
                </a:lnTo>
                <a:lnTo>
                  <a:pt x="3271" y="3363"/>
                </a:lnTo>
                <a:lnTo>
                  <a:pt x="3272" y="3363"/>
                </a:lnTo>
                <a:lnTo>
                  <a:pt x="3272" y="3364"/>
                </a:lnTo>
                <a:lnTo>
                  <a:pt x="3272" y="3363"/>
                </a:lnTo>
                <a:lnTo>
                  <a:pt x="3272" y="3362"/>
                </a:lnTo>
                <a:lnTo>
                  <a:pt x="3273" y="3362"/>
                </a:lnTo>
                <a:lnTo>
                  <a:pt x="3272" y="3362"/>
                </a:lnTo>
                <a:lnTo>
                  <a:pt x="3272" y="3363"/>
                </a:lnTo>
                <a:lnTo>
                  <a:pt x="3271" y="3362"/>
                </a:lnTo>
                <a:lnTo>
                  <a:pt x="3272" y="3362"/>
                </a:lnTo>
                <a:lnTo>
                  <a:pt x="3273" y="3362"/>
                </a:lnTo>
                <a:lnTo>
                  <a:pt x="3273" y="3361"/>
                </a:lnTo>
                <a:lnTo>
                  <a:pt x="3272" y="3361"/>
                </a:lnTo>
                <a:lnTo>
                  <a:pt x="3271" y="3361"/>
                </a:lnTo>
                <a:lnTo>
                  <a:pt x="3270" y="3362"/>
                </a:lnTo>
                <a:lnTo>
                  <a:pt x="3270" y="3363"/>
                </a:lnTo>
                <a:lnTo>
                  <a:pt x="3270" y="3364"/>
                </a:lnTo>
                <a:lnTo>
                  <a:pt x="3270" y="3363"/>
                </a:lnTo>
                <a:lnTo>
                  <a:pt x="3269" y="3363"/>
                </a:lnTo>
                <a:lnTo>
                  <a:pt x="3269" y="3362"/>
                </a:lnTo>
                <a:lnTo>
                  <a:pt x="3268" y="3362"/>
                </a:lnTo>
                <a:lnTo>
                  <a:pt x="3268" y="3361"/>
                </a:lnTo>
                <a:lnTo>
                  <a:pt x="3267" y="3361"/>
                </a:lnTo>
                <a:lnTo>
                  <a:pt x="3267" y="3360"/>
                </a:lnTo>
                <a:lnTo>
                  <a:pt x="3267" y="3359"/>
                </a:lnTo>
                <a:lnTo>
                  <a:pt x="3266" y="3359"/>
                </a:lnTo>
                <a:lnTo>
                  <a:pt x="3266" y="3358"/>
                </a:lnTo>
                <a:lnTo>
                  <a:pt x="3266" y="3357"/>
                </a:lnTo>
                <a:lnTo>
                  <a:pt x="3267" y="3357"/>
                </a:lnTo>
                <a:lnTo>
                  <a:pt x="3267" y="3356"/>
                </a:lnTo>
                <a:lnTo>
                  <a:pt x="3267" y="3355"/>
                </a:lnTo>
                <a:lnTo>
                  <a:pt x="3267" y="3354"/>
                </a:lnTo>
                <a:lnTo>
                  <a:pt x="3267" y="3353"/>
                </a:lnTo>
                <a:lnTo>
                  <a:pt x="3267" y="3352"/>
                </a:lnTo>
                <a:lnTo>
                  <a:pt x="3267" y="3351"/>
                </a:lnTo>
                <a:lnTo>
                  <a:pt x="3265" y="3352"/>
                </a:lnTo>
                <a:lnTo>
                  <a:pt x="3264" y="3352"/>
                </a:lnTo>
                <a:lnTo>
                  <a:pt x="3264" y="3353"/>
                </a:lnTo>
                <a:lnTo>
                  <a:pt x="3264" y="3352"/>
                </a:lnTo>
                <a:lnTo>
                  <a:pt x="3263" y="3352"/>
                </a:lnTo>
                <a:lnTo>
                  <a:pt x="3263" y="3351"/>
                </a:lnTo>
                <a:lnTo>
                  <a:pt x="3263" y="3350"/>
                </a:lnTo>
                <a:lnTo>
                  <a:pt x="3262" y="3350"/>
                </a:lnTo>
                <a:lnTo>
                  <a:pt x="3262" y="3349"/>
                </a:lnTo>
                <a:lnTo>
                  <a:pt x="3261" y="3349"/>
                </a:lnTo>
                <a:lnTo>
                  <a:pt x="3261" y="3348"/>
                </a:lnTo>
                <a:lnTo>
                  <a:pt x="3260" y="3347"/>
                </a:lnTo>
                <a:lnTo>
                  <a:pt x="3260" y="3346"/>
                </a:lnTo>
                <a:lnTo>
                  <a:pt x="3259" y="3346"/>
                </a:lnTo>
                <a:lnTo>
                  <a:pt x="3259" y="3345"/>
                </a:lnTo>
                <a:lnTo>
                  <a:pt x="3259" y="3344"/>
                </a:lnTo>
                <a:lnTo>
                  <a:pt x="3259" y="3343"/>
                </a:lnTo>
                <a:lnTo>
                  <a:pt x="3259" y="3342"/>
                </a:lnTo>
                <a:lnTo>
                  <a:pt x="3259" y="3341"/>
                </a:lnTo>
                <a:lnTo>
                  <a:pt x="3258" y="3340"/>
                </a:lnTo>
                <a:lnTo>
                  <a:pt x="3258" y="3339"/>
                </a:lnTo>
                <a:lnTo>
                  <a:pt x="3259" y="3339"/>
                </a:lnTo>
                <a:lnTo>
                  <a:pt x="3259" y="3338"/>
                </a:lnTo>
                <a:lnTo>
                  <a:pt x="3259" y="3337"/>
                </a:lnTo>
                <a:lnTo>
                  <a:pt x="3259" y="3336"/>
                </a:lnTo>
                <a:lnTo>
                  <a:pt x="3259" y="3337"/>
                </a:lnTo>
                <a:lnTo>
                  <a:pt x="3260" y="3337"/>
                </a:lnTo>
                <a:lnTo>
                  <a:pt x="3260" y="3336"/>
                </a:lnTo>
                <a:lnTo>
                  <a:pt x="3259" y="3336"/>
                </a:lnTo>
                <a:lnTo>
                  <a:pt x="3259" y="3335"/>
                </a:lnTo>
                <a:lnTo>
                  <a:pt x="3260" y="3335"/>
                </a:lnTo>
                <a:lnTo>
                  <a:pt x="3260" y="3334"/>
                </a:lnTo>
                <a:lnTo>
                  <a:pt x="3260" y="3333"/>
                </a:lnTo>
                <a:lnTo>
                  <a:pt x="3260" y="3332"/>
                </a:lnTo>
                <a:lnTo>
                  <a:pt x="3260" y="3331"/>
                </a:lnTo>
                <a:lnTo>
                  <a:pt x="3261" y="3331"/>
                </a:lnTo>
                <a:lnTo>
                  <a:pt x="3261" y="3330"/>
                </a:lnTo>
                <a:lnTo>
                  <a:pt x="3262" y="3330"/>
                </a:lnTo>
                <a:lnTo>
                  <a:pt x="3262" y="3329"/>
                </a:lnTo>
                <a:lnTo>
                  <a:pt x="3262" y="3328"/>
                </a:lnTo>
                <a:lnTo>
                  <a:pt x="3262" y="3327"/>
                </a:lnTo>
                <a:lnTo>
                  <a:pt x="3263" y="3326"/>
                </a:lnTo>
                <a:lnTo>
                  <a:pt x="3263" y="3325"/>
                </a:lnTo>
                <a:lnTo>
                  <a:pt x="3262" y="3325"/>
                </a:lnTo>
                <a:lnTo>
                  <a:pt x="3261" y="3323"/>
                </a:lnTo>
                <a:lnTo>
                  <a:pt x="3261" y="3322"/>
                </a:lnTo>
                <a:lnTo>
                  <a:pt x="3260" y="3321"/>
                </a:lnTo>
                <a:lnTo>
                  <a:pt x="3260" y="3320"/>
                </a:lnTo>
                <a:lnTo>
                  <a:pt x="3259" y="3320"/>
                </a:lnTo>
                <a:lnTo>
                  <a:pt x="3260" y="3320"/>
                </a:lnTo>
                <a:lnTo>
                  <a:pt x="3260" y="3319"/>
                </a:lnTo>
                <a:lnTo>
                  <a:pt x="3260" y="3318"/>
                </a:lnTo>
                <a:lnTo>
                  <a:pt x="3261" y="3317"/>
                </a:lnTo>
                <a:lnTo>
                  <a:pt x="3262" y="3315"/>
                </a:lnTo>
                <a:lnTo>
                  <a:pt x="3263" y="3314"/>
                </a:lnTo>
                <a:lnTo>
                  <a:pt x="3264" y="3314"/>
                </a:lnTo>
                <a:lnTo>
                  <a:pt x="3264" y="3313"/>
                </a:lnTo>
                <a:lnTo>
                  <a:pt x="3265" y="3313"/>
                </a:lnTo>
                <a:lnTo>
                  <a:pt x="3265" y="3312"/>
                </a:lnTo>
                <a:lnTo>
                  <a:pt x="3265" y="3313"/>
                </a:lnTo>
                <a:lnTo>
                  <a:pt x="3265" y="3314"/>
                </a:lnTo>
                <a:lnTo>
                  <a:pt x="3265" y="3315"/>
                </a:lnTo>
                <a:lnTo>
                  <a:pt x="3266" y="3315"/>
                </a:lnTo>
                <a:lnTo>
                  <a:pt x="3266" y="3316"/>
                </a:lnTo>
                <a:lnTo>
                  <a:pt x="3267" y="3316"/>
                </a:lnTo>
                <a:lnTo>
                  <a:pt x="3268" y="3316"/>
                </a:lnTo>
                <a:lnTo>
                  <a:pt x="3267" y="3316"/>
                </a:lnTo>
                <a:lnTo>
                  <a:pt x="3266" y="3315"/>
                </a:lnTo>
                <a:lnTo>
                  <a:pt x="3266" y="3314"/>
                </a:lnTo>
                <a:lnTo>
                  <a:pt x="3265" y="3314"/>
                </a:lnTo>
                <a:lnTo>
                  <a:pt x="3265" y="3313"/>
                </a:lnTo>
                <a:lnTo>
                  <a:pt x="3266" y="3313"/>
                </a:lnTo>
                <a:lnTo>
                  <a:pt x="3266" y="3312"/>
                </a:lnTo>
                <a:lnTo>
                  <a:pt x="3266" y="3313"/>
                </a:lnTo>
                <a:lnTo>
                  <a:pt x="3266" y="3312"/>
                </a:lnTo>
                <a:lnTo>
                  <a:pt x="3267" y="3312"/>
                </a:lnTo>
                <a:lnTo>
                  <a:pt x="3267" y="3311"/>
                </a:lnTo>
                <a:lnTo>
                  <a:pt x="3268" y="3311"/>
                </a:lnTo>
                <a:lnTo>
                  <a:pt x="3268" y="3310"/>
                </a:lnTo>
                <a:lnTo>
                  <a:pt x="3268" y="3309"/>
                </a:lnTo>
                <a:lnTo>
                  <a:pt x="3268" y="3306"/>
                </a:lnTo>
                <a:lnTo>
                  <a:pt x="3268" y="3305"/>
                </a:lnTo>
                <a:lnTo>
                  <a:pt x="3268" y="3304"/>
                </a:lnTo>
                <a:lnTo>
                  <a:pt x="3268" y="3303"/>
                </a:lnTo>
                <a:lnTo>
                  <a:pt x="3268" y="3302"/>
                </a:lnTo>
                <a:lnTo>
                  <a:pt x="3268" y="3301"/>
                </a:lnTo>
                <a:lnTo>
                  <a:pt x="3268" y="3300"/>
                </a:lnTo>
                <a:lnTo>
                  <a:pt x="3268" y="3299"/>
                </a:lnTo>
                <a:lnTo>
                  <a:pt x="3268" y="3298"/>
                </a:lnTo>
                <a:lnTo>
                  <a:pt x="3267" y="3297"/>
                </a:lnTo>
                <a:lnTo>
                  <a:pt x="3267" y="3296"/>
                </a:lnTo>
                <a:lnTo>
                  <a:pt x="3268" y="3296"/>
                </a:lnTo>
                <a:lnTo>
                  <a:pt x="3269" y="3297"/>
                </a:lnTo>
                <a:lnTo>
                  <a:pt x="3269" y="3298"/>
                </a:lnTo>
                <a:lnTo>
                  <a:pt x="3270" y="3297"/>
                </a:lnTo>
                <a:lnTo>
                  <a:pt x="3270" y="3298"/>
                </a:lnTo>
                <a:lnTo>
                  <a:pt x="3270" y="3297"/>
                </a:lnTo>
                <a:lnTo>
                  <a:pt x="3270" y="3296"/>
                </a:lnTo>
                <a:lnTo>
                  <a:pt x="3271" y="3296"/>
                </a:lnTo>
                <a:lnTo>
                  <a:pt x="3272" y="3296"/>
                </a:lnTo>
                <a:lnTo>
                  <a:pt x="3273" y="3296"/>
                </a:lnTo>
                <a:lnTo>
                  <a:pt x="3273" y="3297"/>
                </a:lnTo>
                <a:lnTo>
                  <a:pt x="3274" y="3297"/>
                </a:lnTo>
                <a:lnTo>
                  <a:pt x="3274" y="3296"/>
                </a:lnTo>
                <a:lnTo>
                  <a:pt x="3276" y="3295"/>
                </a:lnTo>
                <a:lnTo>
                  <a:pt x="3277" y="3295"/>
                </a:lnTo>
                <a:lnTo>
                  <a:pt x="3281" y="3295"/>
                </a:lnTo>
                <a:lnTo>
                  <a:pt x="3281" y="3294"/>
                </a:lnTo>
                <a:lnTo>
                  <a:pt x="3280" y="3294"/>
                </a:lnTo>
                <a:lnTo>
                  <a:pt x="3280" y="3293"/>
                </a:lnTo>
                <a:lnTo>
                  <a:pt x="3280" y="3292"/>
                </a:lnTo>
                <a:lnTo>
                  <a:pt x="3281" y="3291"/>
                </a:lnTo>
                <a:lnTo>
                  <a:pt x="3281" y="3290"/>
                </a:lnTo>
                <a:lnTo>
                  <a:pt x="3280" y="3290"/>
                </a:lnTo>
                <a:lnTo>
                  <a:pt x="3281" y="3289"/>
                </a:lnTo>
                <a:lnTo>
                  <a:pt x="3282" y="3289"/>
                </a:lnTo>
                <a:lnTo>
                  <a:pt x="3282" y="3288"/>
                </a:lnTo>
                <a:lnTo>
                  <a:pt x="3283" y="3288"/>
                </a:lnTo>
                <a:lnTo>
                  <a:pt x="3283" y="3287"/>
                </a:lnTo>
                <a:lnTo>
                  <a:pt x="3282" y="3287"/>
                </a:lnTo>
                <a:lnTo>
                  <a:pt x="3282" y="3288"/>
                </a:lnTo>
                <a:lnTo>
                  <a:pt x="3281" y="3287"/>
                </a:lnTo>
                <a:lnTo>
                  <a:pt x="3281" y="3286"/>
                </a:lnTo>
                <a:lnTo>
                  <a:pt x="3280" y="3286"/>
                </a:lnTo>
                <a:lnTo>
                  <a:pt x="3280" y="3285"/>
                </a:lnTo>
                <a:lnTo>
                  <a:pt x="3281" y="3285"/>
                </a:lnTo>
                <a:lnTo>
                  <a:pt x="3281" y="3284"/>
                </a:lnTo>
                <a:lnTo>
                  <a:pt x="3282" y="3284"/>
                </a:lnTo>
                <a:lnTo>
                  <a:pt x="3281" y="3284"/>
                </a:lnTo>
                <a:lnTo>
                  <a:pt x="3280" y="3285"/>
                </a:lnTo>
                <a:lnTo>
                  <a:pt x="3279" y="3285"/>
                </a:lnTo>
                <a:lnTo>
                  <a:pt x="3278" y="3285"/>
                </a:lnTo>
                <a:lnTo>
                  <a:pt x="3277" y="3285"/>
                </a:lnTo>
                <a:lnTo>
                  <a:pt x="3277" y="3286"/>
                </a:lnTo>
                <a:lnTo>
                  <a:pt x="3275" y="3286"/>
                </a:lnTo>
                <a:lnTo>
                  <a:pt x="3274" y="3286"/>
                </a:lnTo>
                <a:lnTo>
                  <a:pt x="3273" y="3286"/>
                </a:lnTo>
                <a:lnTo>
                  <a:pt x="3273" y="3285"/>
                </a:lnTo>
                <a:lnTo>
                  <a:pt x="3272" y="3285"/>
                </a:lnTo>
                <a:lnTo>
                  <a:pt x="3271" y="3285"/>
                </a:lnTo>
                <a:lnTo>
                  <a:pt x="3271" y="3284"/>
                </a:lnTo>
                <a:lnTo>
                  <a:pt x="3270" y="3284"/>
                </a:lnTo>
                <a:lnTo>
                  <a:pt x="3270" y="3283"/>
                </a:lnTo>
                <a:lnTo>
                  <a:pt x="3271" y="3283"/>
                </a:lnTo>
                <a:lnTo>
                  <a:pt x="3271" y="3282"/>
                </a:lnTo>
                <a:lnTo>
                  <a:pt x="3270" y="3282"/>
                </a:lnTo>
                <a:lnTo>
                  <a:pt x="3270" y="3281"/>
                </a:lnTo>
                <a:lnTo>
                  <a:pt x="3270" y="3280"/>
                </a:lnTo>
                <a:lnTo>
                  <a:pt x="3269" y="3279"/>
                </a:lnTo>
                <a:lnTo>
                  <a:pt x="3270" y="3279"/>
                </a:lnTo>
                <a:lnTo>
                  <a:pt x="3270" y="3278"/>
                </a:lnTo>
                <a:lnTo>
                  <a:pt x="3269" y="3278"/>
                </a:lnTo>
                <a:lnTo>
                  <a:pt x="3269" y="3277"/>
                </a:lnTo>
                <a:lnTo>
                  <a:pt x="3268" y="3277"/>
                </a:lnTo>
                <a:lnTo>
                  <a:pt x="3268" y="3276"/>
                </a:lnTo>
                <a:lnTo>
                  <a:pt x="3268" y="3275"/>
                </a:lnTo>
                <a:lnTo>
                  <a:pt x="3267" y="3275"/>
                </a:lnTo>
                <a:lnTo>
                  <a:pt x="3267" y="3274"/>
                </a:lnTo>
                <a:lnTo>
                  <a:pt x="3268" y="3274"/>
                </a:lnTo>
                <a:lnTo>
                  <a:pt x="3268" y="3273"/>
                </a:lnTo>
                <a:lnTo>
                  <a:pt x="3269" y="3273"/>
                </a:lnTo>
                <a:lnTo>
                  <a:pt x="3268" y="3273"/>
                </a:lnTo>
                <a:lnTo>
                  <a:pt x="3268" y="3274"/>
                </a:lnTo>
                <a:lnTo>
                  <a:pt x="3267" y="3274"/>
                </a:lnTo>
                <a:lnTo>
                  <a:pt x="3267" y="3273"/>
                </a:lnTo>
                <a:lnTo>
                  <a:pt x="3266" y="3273"/>
                </a:lnTo>
                <a:lnTo>
                  <a:pt x="3266" y="3274"/>
                </a:lnTo>
                <a:lnTo>
                  <a:pt x="3266" y="3275"/>
                </a:lnTo>
                <a:lnTo>
                  <a:pt x="3266" y="3274"/>
                </a:lnTo>
                <a:lnTo>
                  <a:pt x="3266" y="3275"/>
                </a:lnTo>
                <a:lnTo>
                  <a:pt x="3266" y="3276"/>
                </a:lnTo>
                <a:lnTo>
                  <a:pt x="3266" y="3277"/>
                </a:lnTo>
                <a:lnTo>
                  <a:pt x="3267" y="3277"/>
                </a:lnTo>
                <a:lnTo>
                  <a:pt x="3267" y="3278"/>
                </a:lnTo>
                <a:lnTo>
                  <a:pt x="3267" y="3279"/>
                </a:lnTo>
                <a:lnTo>
                  <a:pt x="3267" y="3280"/>
                </a:lnTo>
                <a:lnTo>
                  <a:pt x="3267" y="3281"/>
                </a:lnTo>
                <a:lnTo>
                  <a:pt x="3268" y="3281"/>
                </a:lnTo>
                <a:lnTo>
                  <a:pt x="3268" y="3282"/>
                </a:lnTo>
                <a:lnTo>
                  <a:pt x="3268" y="3283"/>
                </a:lnTo>
                <a:lnTo>
                  <a:pt x="3268" y="3282"/>
                </a:lnTo>
                <a:lnTo>
                  <a:pt x="3268" y="3281"/>
                </a:lnTo>
                <a:lnTo>
                  <a:pt x="3267" y="3281"/>
                </a:lnTo>
                <a:lnTo>
                  <a:pt x="3267" y="3282"/>
                </a:lnTo>
                <a:lnTo>
                  <a:pt x="3267" y="3283"/>
                </a:lnTo>
                <a:lnTo>
                  <a:pt x="3267" y="3284"/>
                </a:lnTo>
                <a:lnTo>
                  <a:pt x="3267" y="3285"/>
                </a:lnTo>
                <a:lnTo>
                  <a:pt x="3266" y="3285"/>
                </a:lnTo>
                <a:lnTo>
                  <a:pt x="3265" y="3284"/>
                </a:lnTo>
                <a:lnTo>
                  <a:pt x="3264" y="3284"/>
                </a:lnTo>
                <a:lnTo>
                  <a:pt x="3263" y="3284"/>
                </a:lnTo>
                <a:lnTo>
                  <a:pt x="3263" y="3283"/>
                </a:lnTo>
                <a:lnTo>
                  <a:pt x="3262" y="3283"/>
                </a:lnTo>
                <a:lnTo>
                  <a:pt x="3262" y="3282"/>
                </a:lnTo>
                <a:lnTo>
                  <a:pt x="3261" y="3282"/>
                </a:lnTo>
                <a:lnTo>
                  <a:pt x="3261" y="3281"/>
                </a:lnTo>
                <a:lnTo>
                  <a:pt x="3260" y="3281"/>
                </a:lnTo>
                <a:lnTo>
                  <a:pt x="3259" y="3281"/>
                </a:lnTo>
                <a:lnTo>
                  <a:pt x="3259" y="3280"/>
                </a:lnTo>
                <a:lnTo>
                  <a:pt x="3258" y="3280"/>
                </a:lnTo>
                <a:lnTo>
                  <a:pt x="3258" y="3279"/>
                </a:lnTo>
                <a:lnTo>
                  <a:pt x="3257" y="3279"/>
                </a:lnTo>
                <a:lnTo>
                  <a:pt x="3258" y="3279"/>
                </a:lnTo>
                <a:lnTo>
                  <a:pt x="3258" y="3278"/>
                </a:lnTo>
                <a:lnTo>
                  <a:pt x="3259" y="3278"/>
                </a:lnTo>
                <a:lnTo>
                  <a:pt x="3259" y="3276"/>
                </a:lnTo>
                <a:lnTo>
                  <a:pt x="3259" y="3275"/>
                </a:lnTo>
                <a:lnTo>
                  <a:pt x="3259" y="3274"/>
                </a:lnTo>
                <a:lnTo>
                  <a:pt x="3259" y="3273"/>
                </a:lnTo>
                <a:lnTo>
                  <a:pt x="3259" y="3272"/>
                </a:lnTo>
                <a:lnTo>
                  <a:pt x="3259" y="3271"/>
                </a:lnTo>
                <a:lnTo>
                  <a:pt x="3259" y="3270"/>
                </a:lnTo>
                <a:lnTo>
                  <a:pt x="3260" y="3270"/>
                </a:lnTo>
                <a:lnTo>
                  <a:pt x="3259" y="3270"/>
                </a:lnTo>
                <a:lnTo>
                  <a:pt x="3259" y="3269"/>
                </a:lnTo>
                <a:lnTo>
                  <a:pt x="3260" y="3270"/>
                </a:lnTo>
                <a:lnTo>
                  <a:pt x="3260" y="3269"/>
                </a:lnTo>
                <a:lnTo>
                  <a:pt x="3259" y="3269"/>
                </a:lnTo>
                <a:lnTo>
                  <a:pt x="3259" y="3270"/>
                </a:lnTo>
                <a:lnTo>
                  <a:pt x="3258" y="3270"/>
                </a:lnTo>
                <a:lnTo>
                  <a:pt x="3257" y="3270"/>
                </a:lnTo>
                <a:lnTo>
                  <a:pt x="3257" y="3271"/>
                </a:lnTo>
                <a:lnTo>
                  <a:pt x="3256" y="3271"/>
                </a:lnTo>
                <a:lnTo>
                  <a:pt x="3256" y="3272"/>
                </a:lnTo>
                <a:lnTo>
                  <a:pt x="3256" y="3273"/>
                </a:lnTo>
                <a:lnTo>
                  <a:pt x="3256" y="3274"/>
                </a:lnTo>
                <a:lnTo>
                  <a:pt x="3256" y="3275"/>
                </a:lnTo>
                <a:lnTo>
                  <a:pt x="3256" y="3274"/>
                </a:lnTo>
                <a:lnTo>
                  <a:pt x="3255" y="3274"/>
                </a:lnTo>
                <a:lnTo>
                  <a:pt x="3254" y="3274"/>
                </a:lnTo>
                <a:lnTo>
                  <a:pt x="3254" y="3273"/>
                </a:lnTo>
                <a:lnTo>
                  <a:pt x="3253" y="3273"/>
                </a:lnTo>
                <a:lnTo>
                  <a:pt x="3253" y="3272"/>
                </a:lnTo>
                <a:lnTo>
                  <a:pt x="3254" y="3272"/>
                </a:lnTo>
                <a:lnTo>
                  <a:pt x="3254" y="3271"/>
                </a:lnTo>
                <a:lnTo>
                  <a:pt x="3254" y="3270"/>
                </a:lnTo>
                <a:lnTo>
                  <a:pt x="3253" y="3270"/>
                </a:lnTo>
                <a:lnTo>
                  <a:pt x="3253" y="3269"/>
                </a:lnTo>
                <a:lnTo>
                  <a:pt x="3253" y="3268"/>
                </a:lnTo>
                <a:lnTo>
                  <a:pt x="3253" y="3267"/>
                </a:lnTo>
                <a:lnTo>
                  <a:pt x="3254" y="3267"/>
                </a:lnTo>
                <a:lnTo>
                  <a:pt x="3254" y="3266"/>
                </a:lnTo>
                <a:lnTo>
                  <a:pt x="3253" y="3266"/>
                </a:lnTo>
                <a:lnTo>
                  <a:pt x="3253" y="3267"/>
                </a:lnTo>
                <a:lnTo>
                  <a:pt x="3252" y="3267"/>
                </a:lnTo>
                <a:lnTo>
                  <a:pt x="3252" y="3268"/>
                </a:lnTo>
                <a:lnTo>
                  <a:pt x="3251" y="3268"/>
                </a:lnTo>
                <a:lnTo>
                  <a:pt x="3251" y="3267"/>
                </a:lnTo>
                <a:lnTo>
                  <a:pt x="3251" y="3266"/>
                </a:lnTo>
                <a:lnTo>
                  <a:pt x="3251" y="3265"/>
                </a:lnTo>
                <a:lnTo>
                  <a:pt x="3250" y="3265"/>
                </a:lnTo>
                <a:lnTo>
                  <a:pt x="3251" y="3265"/>
                </a:lnTo>
                <a:lnTo>
                  <a:pt x="3251" y="3264"/>
                </a:lnTo>
                <a:lnTo>
                  <a:pt x="3250" y="3264"/>
                </a:lnTo>
                <a:lnTo>
                  <a:pt x="3249" y="3264"/>
                </a:lnTo>
                <a:lnTo>
                  <a:pt x="3249" y="3263"/>
                </a:lnTo>
                <a:lnTo>
                  <a:pt x="3250" y="3263"/>
                </a:lnTo>
                <a:lnTo>
                  <a:pt x="3250" y="3262"/>
                </a:lnTo>
                <a:lnTo>
                  <a:pt x="3249" y="3262"/>
                </a:lnTo>
                <a:lnTo>
                  <a:pt x="3249" y="3263"/>
                </a:lnTo>
                <a:lnTo>
                  <a:pt x="3249" y="3262"/>
                </a:lnTo>
                <a:lnTo>
                  <a:pt x="3250" y="3262"/>
                </a:lnTo>
                <a:lnTo>
                  <a:pt x="3250" y="3261"/>
                </a:lnTo>
                <a:lnTo>
                  <a:pt x="3250" y="3262"/>
                </a:lnTo>
                <a:lnTo>
                  <a:pt x="3249" y="3262"/>
                </a:lnTo>
                <a:lnTo>
                  <a:pt x="3249" y="3261"/>
                </a:lnTo>
                <a:lnTo>
                  <a:pt x="3249" y="3262"/>
                </a:lnTo>
                <a:lnTo>
                  <a:pt x="3249" y="3261"/>
                </a:lnTo>
                <a:lnTo>
                  <a:pt x="3249" y="3260"/>
                </a:lnTo>
                <a:lnTo>
                  <a:pt x="3249" y="3259"/>
                </a:lnTo>
                <a:lnTo>
                  <a:pt x="3249" y="3258"/>
                </a:lnTo>
                <a:lnTo>
                  <a:pt x="3250" y="3258"/>
                </a:lnTo>
                <a:lnTo>
                  <a:pt x="3251" y="3258"/>
                </a:lnTo>
                <a:lnTo>
                  <a:pt x="3252" y="3258"/>
                </a:lnTo>
                <a:lnTo>
                  <a:pt x="3252" y="3257"/>
                </a:lnTo>
                <a:lnTo>
                  <a:pt x="3253" y="3257"/>
                </a:lnTo>
                <a:lnTo>
                  <a:pt x="3253" y="3256"/>
                </a:lnTo>
                <a:lnTo>
                  <a:pt x="3252" y="3256"/>
                </a:lnTo>
                <a:lnTo>
                  <a:pt x="3252" y="3257"/>
                </a:lnTo>
                <a:lnTo>
                  <a:pt x="3252" y="3256"/>
                </a:lnTo>
                <a:lnTo>
                  <a:pt x="3251" y="3256"/>
                </a:lnTo>
                <a:lnTo>
                  <a:pt x="3251" y="3257"/>
                </a:lnTo>
                <a:lnTo>
                  <a:pt x="3251" y="3256"/>
                </a:lnTo>
                <a:lnTo>
                  <a:pt x="3250" y="3257"/>
                </a:lnTo>
                <a:lnTo>
                  <a:pt x="3249" y="3257"/>
                </a:lnTo>
                <a:lnTo>
                  <a:pt x="3248" y="3257"/>
                </a:lnTo>
                <a:lnTo>
                  <a:pt x="3247" y="3257"/>
                </a:lnTo>
                <a:lnTo>
                  <a:pt x="3247" y="3258"/>
                </a:lnTo>
                <a:lnTo>
                  <a:pt x="3246" y="3258"/>
                </a:lnTo>
                <a:lnTo>
                  <a:pt x="3246" y="3259"/>
                </a:lnTo>
                <a:lnTo>
                  <a:pt x="3246" y="3260"/>
                </a:lnTo>
                <a:lnTo>
                  <a:pt x="3245" y="3260"/>
                </a:lnTo>
                <a:lnTo>
                  <a:pt x="3244" y="3260"/>
                </a:lnTo>
                <a:lnTo>
                  <a:pt x="3244" y="3261"/>
                </a:lnTo>
                <a:lnTo>
                  <a:pt x="3245" y="3261"/>
                </a:lnTo>
                <a:lnTo>
                  <a:pt x="3244" y="3261"/>
                </a:lnTo>
                <a:lnTo>
                  <a:pt x="3244" y="3262"/>
                </a:lnTo>
                <a:lnTo>
                  <a:pt x="3245" y="3262"/>
                </a:lnTo>
                <a:lnTo>
                  <a:pt x="3245" y="3261"/>
                </a:lnTo>
                <a:lnTo>
                  <a:pt x="3245" y="3262"/>
                </a:lnTo>
                <a:lnTo>
                  <a:pt x="3245" y="3261"/>
                </a:lnTo>
                <a:lnTo>
                  <a:pt x="3246" y="3261"/>
                </a:lnTo>
                <a:lnTo>
                  <a:pt x="3246" y="3262"/>
                </a:lnTo>
                <a:lnTo>
                  <a:pt x="3247" y="3262"/>
                </a:lnTo>
                <a:lnTo>
                  <a:pt x="3246" y="3262"/>
                </a:lnTo>
                <a:lnTo>
                  <a:pt x="3246" y="3263"/>
                </a:lnTo>
                <a:lnTo>
                  <a:pt x="3247" y="3263"/>
                </a:lnTo>
                <a:lnTo>
                  <a:pt x="3246" y="3263"/>
                </a:lnTo>
                <a:lnTo>
                  <a:pt x="3246" y="3264"/>
                </a:lnTo>
                <a:lnTo>
                  <a:pt x="3247" y="3264"/>
                </a:lnTo>
                <a:lnTo>
                  <a:pt x="3247" y="3265"/>
                </a:lnTo>
                <a:lnTo>
                  <a:pt x="3245" y="3265"/>
                </a:lnTo>
                <a:lnTo>
                  <a:pt x="3244" y="3265"/>
                </a:lnTo>
                <a:lnTo>
                  <a:pt x="3243" y="3264"/>
                </a:lnTo>
                <a:lnTo>
                  <a:pt x="3242" y="3264"/>
                </a:lnTo>
                <a:lnTo>
                  <a:pt x="3242" y="3265"/>
                </a:lnTo>
                <a:lnTo>
                  <a:pt x="3243" y="3265"/>
                </a:lnTo>
                <a:lnTo>
                  <a:pt x="3244" y="3265"/>
                </a:lnTo>
                <a:lnTo>
                  <a:pt x="3244" y="3266"/>
                </a:lnTo>
                <a:lnTo>
                  <a:pt x="3245" y="3266"/>
                </a:lnTo>
                <a:lnTo>
                  <a:pt x="3246" y="3266"/>
                </a:lnTo>
                <a:lnTo>
                  <a:pt x="3247" y="3266"/>
                </a:lnTo>
                <a:lnTo>
                  <a:pt x="3247" y="3267"/>
                </a:lnTo>
                <a:lnTo>
                  <a:pt x="3247" y="3268"/>
                </a:lnTo>
                <a:lnTo>
                  <a:pt x="3248" y="3268"/>
                </a:lnTo>
                <a:lnTo>
                  <a:pt x="3248" y="3269"/>
                </a:lnTo>
                <a:lnTo>
                  <a:pt x="3249" y="3269"/>
                </a:lnTo>
                <a:lnTo>
                  <a:pt x="3250" y="3269"/>
                </a:lnTo>
                <a:lnTo>
                  <a:pt x="3250" y="3270"/>
                </a:lnTo>
                <a:lnTo>
                  <a:pt x="3250" y="3271"/>
                </a:lnTo>
                <a:lnTo>
                  <a:pt x="3251" y="3272"/>
                </a:lnTo>
                <a:lnTo>
                  <a:pt x="3251" y="3273"/>
                </a:lnTo>
                <a:lnTo>
                  <a:pt x="3251" y="3274"/>
                </a:lnTo>
                <a:lnTo>
                  <a:pt x="3251" y="3273"/>
                </a:lnTo>
                <a:lnTo>
                  <a:pt x="3250" y="3273"/>
                </a:lnTo>
                <a:lnTo>
                  <a:pt x="3251" y="3274"/>
                </a:lnTo>
                <a:lnTo>
                  <a:pt x="3251" y="3275"/>
                </a:lnTo>
                <a:lnTo>
                  <a:pt x="3250" y="3275"/>
                </a:lnTo>
                <a:lnTo>
                  <a:pt x="3249" y="3275"/>
                </a:lnTo>
                <a:lnTo>
                  <a:pt x="3249" y="3276"/>
                </a:lnTo>
                <a:lnTo>
                  <a:pt x="3249" y="3277"/>
                </a:lnTo>
                <a:lnTo>
                  <a:pt x="3249" y="3278"/>
                </a:lnTo>
                <a:lnTo>
                  <a:pt x="3249" y="3279"/>
                </a:lnTo>
                <a:lnTo>
                  <a:pt x="3248" y="3279"/>
                </a:lnTo>
                <a:lnTo>
                  <a:pt x="3248" y="3280"/>
                </a:lnTo>
                <a:lnTo>
                  <a:pt x="3248" y="3281"/>
                </a:lnTo>
                <a:lnTo>
                  <a:pt x="3249" y="3281"/>
                </a:lnTo>
                <a:lnTo>
                  <a:pt x="3248" y="3282"/>
                </a:lnTo>
                <a:lnTo>
                  <a:pt x="3248" y="3283"/>
                </a:lnTo>
                <a:lnTo>
                  <a:pt x="3246" y="3282"/>
                </a:lnTo>
                <a:lnTo>
                  <a:pt x="3245" y="3282"/>
                </a:lnTo>
                <a:lnTo>
                  <a:pt x="3244" y="3282"/>
                </a:lnTo>
                <a:lnTo>
                  <a:pt x="3244" y="3283"/>
                </a:lnTo>
                <a:lnTo>
                  <a:pt x="3241" y="3284"/>
                </a:lnTo>
                <a:lnTo>
                  <a:pt x="3240" y="3284"/>
                </a:lnTo>
                <a:lnTo>
                  <a:pt x="3240" y="3285"/>
                </a:lnTo>
                <a:lnTo>
                  <a:pt x="3239" y="3285"/>
                </a:lnTo>
                <a:lnTo>
                  <a:pt x="3238" y="3285"/>
                </a:lnTo>
                <a:lnTo>
                  <a:pt x="3237" y="3285"/>
                </a:lnTo>
                <a:lnTo>
                  <a:pt x="3237" y="3286"/>
                </a:lnTo>
                <a:lnTo>
                  <a:pt x="3236" y="3286"/>
                </a:lnTo>
                <a:lnTo>
                  <a:pt x="3236" y="3285"/>
                </a:lnTo>
                <a:lnTo>
                  <a:pt x="3235" y="3285"/>
                </a:lnTo>
                <a:lnTo>
                  <a:pt x="3234" y="3285"/>
                </a:lnTo>
                <a:lnTo>
                  <a:pt x="3233" y="3285"/>
                </a:lnTo>
                <a:lnTo>
                  <a:pt x="3231" y="3285"/>
                </a:lnTo>
                <a:lnTo>
                  <a:pt x="3231" y="3286"/>
                </a:lnTo>
                <a:lnTo>
                  <a:pt x="3230" y="3286"/>
                </a:lnTo>
                <a:lnTo>
                  <a:pt x="3229" y="3286"/>
                </a:lnTo>
                <a:lnTo>
                  <a:pt x="3228" y="3286"/>
                </a:lnTo>
                <a:lnTo>
                  <a:pt x="3229" y="3285"/>
                </a:lnTo>
                <a:lnTo>
                  <a:pt x="3229" y="3284"/>
                </a:lnTo>
                <a:lnTo>
                  <a:pt x="3228" y="3283"/>
                </a:lnTo>
                <a:lnTo>
                  <a:pt x="3228" y="3284"/>
                </a:lnTo>
                <a:lnTo>
                  <a:pt x="3228" y="3285"/>
                </a:lnTo>
                <a:lnTo>
                  <a:pt x="3227" y="3286"/>
                </a:lnTo>
                <a:lnTo>
                  <a:pt x="3226" y="3286"/>
                </a:lnTo>
                <a:lnTo>
                  <a:pt x="3226" y="3287"/>
                </a:lnTo>
                <a:lnTo>
                  <a:pt x="3225" y="3287"/>
                </a:lnTo>
                <a:lnTo>
                  <a:pt x="3224" y="3287"/>
                </a:lnTo>
                <a:lnTo>
                  <a:pt x="3223" y="3288"/>
                </a:lnTo>
                <a:lnTo>
                  <a:pt x="3222" y="3288"/>
                </a:lnTo>
                <a:lnTo>
                  <a:pt x="3221" y="3288"/>
                </a:lnTo>
                <a:lnTo>
                  <a:pt x="3221" y="3287"/>
                </a:lnTo>
                <a:lnTo>
                  <a:pt x="3220" y="3287"/>
                </a:lnTo>
                <a:lnTo>
                  <a:pt x="3220" y="3286"/>
                </a:lnTo>
                <a:lnTo>
                  <a:pt x="3220" y="3285"/>
                </a:lnTo>
                <a:lnTo>
                  <a:pt x="3220" y="3284"/>
                </a:lnTo>
                <a:lnTo>
                  <a:pt x="3221" y="3284"/>
                </a:lnTo>
                <a:lnTo>
                  <a:pt x="3221" y="3283"/>
                </a:lnTo>
                <a:lnTo>
                  <a:pt x="3220" y="3283"/>
                </a:lnTo>
                <a:lnTo>
                  <a:pt x="3220" y="3284"/>
                </a:lnTo>
                <a:lnTo>
                  <a:pt x="3220" y="3285"/>
                </a:lnTo>
                <a:lnTo>
                  <a:pt x="3219" y="3285"/>
                </a:lnTo>
                <a:lnTo>
                  <a:pt x="3219" y="3286"/>
                </a:lnTo>
                <a:lnTo>
                  <a:pt x="3219" y="3287"/>
                </a:lnTo>
                <a:lnTo>
                  <a:pt x="3219" y="3288"/>
                </a:lnTo>
                <a:lnTo>
                  <a:pt x="3219" y="3289"/>
                </a:lnTo>
                <a:lnTo>
                  <a:pt x="3217" y="3289"/>
                </a:lnTo>
                <a:lnTo>
                  <a:pt x="3216" y="3289"/>
                </a:lnTo>
                <a:lnTo>
                  <a:pt x="3215" y="3289"/>
                </a:lnTo>
                <a:lnTo>
                  <a:pt x="3215" y="3290"/>
                </a:lnTo>
                <a:lnTo>
                  <a:pt x="3214" y="3290"/>
                </a:lnTo>
                <a:lnTo>
                  <a:pt x="3213" y="3290"/>
                </a:lnTo>
                <a:lnTo>
                  <a:pt x="3213" y="3289"/>
                </a:lnTo>
                <a:lnTo>
                  <a:pt x="3213" y="3290"/>
                </a:lnTo>
                <a:lnTo>
                  <a:pt x="3213" y="3291"/>
                </a:lnTo>
                <a:lnTo>
                  <a:pt x="3212" y="3291"/>
                </a:lnTo>
                <a:lnTo>
                  <a:pt x="3212" y="3290"/>
                </a:lnTo>
                <a:lnTo>
                  <a:pt x="3211" y="3290"/>
                </a:lnTo>
                <a:lnTo>
                  <a:pt x="3210" y="3290"/>
                </a:lnTo>
                <a:lnTo>
                  <a:pt x="3210" y="3289"/>
                </a:lnTo>
                <a:lnTo>
                  <a:pt x="3209" y="3289"/>
                </a:lnTo>
                <a:lnTo>
                  <a:pt x="3208" y="3289"/>
                </a:lnTo>
                <a:lnTo>
                  <a:pt x="3207" y="3289"/>
                </a:lnTo>
                <a:lnTo>
                  <a:pt x="3207" y="3288"/>
                </a:lnTo>
                <a:lnTo>
                  <a:pt x="3206" y="3287"/>
                </a:lnTo>
                <a:lnTo>
                  <a:pt x="3205" y="3287"/>
                </a:lnTo>
                <a:lnTo>
                  <a:pt x="3204" y="3287"/>
                </a:lnTo>
                <a:lnTo>
                  <a:pt x="3204" y="3286"/>
                </a:lnTo>
                <a:lnTo>
                  <a:pt x="3203" y="3286"/>
                </a:lnTo>
                <a:lnTo>
                  <a:pt x="3203" y="3287"/>
                </a:lnTo>
                <a:lnTo>
                  <a:pt x="3203" y="3286"/>
                </a:lnTo>
                <a:lnTo>
                  <a:pt x="3202" y="3286"/>
                </a:lnTo>
                <a:lnTo>
                  <a:pt x="3203" y="3285"/>
                </a:lnTo>
                <a:lnTo>
                  <a:pt x="3204" y="3284"/>
                </a:lnTo>
                <a:lnTo>
                  <a:pt x="3203" y="3284"/>
                </a:lnTo>
                <a:lnTo>
                  <a:pt x="3204" y="3284"/>
                </a:lnTo>
                <a:lnTo>
                  <a:pt x="3205" y="3282"/>
                </a:lnTo>
                <a:lnTo>
                  <a:pt x="3206" y="3283"/>
                </a:lnTo>
                <a:lnTo>
                  <a:pt x="3207" y="3283"/>
                </a:lnTo>
                <a:lnTo>
                  <a:pt x="3208" y="3283"/>
                </a:lnTo>
                <a:lnTo>
                  <a:pt x="3208" y="3282"/>
                </a:lnTo>
                <a:lnTo>
                  <a:pt x="3209" y="3282"/>
                </a:lnTo>
                <a:lnTo>
                  <a:pt x="3210" y="3282"/>
                </a:lnTo>
                <a:lnTo>
                  <a:pt x="3210" y="3281"/>
                </a:lnTo>
                <a:lnTo>
                  <a:pt x="3211" y="3281"/>
                </a:lnTo>
                <a:lnTo>
                  <a:pt x="3212" y="3280"/>
                </a:lnTo>
                <a:lnTo>
                  <a:pt x="3213" y="3279"/>
                </a:lnTo>
                <a:lnTo>
                  <a:pt x="3213" y="3278"/>
                </a:lnTo>
                <a:lnTo>
                  <a:pt x="3214" y="3278"/>
                </a:lnTo>
                <a:lnTo>
                  <a:pt x="3214" y="3277"/>
                </a:lnTo>
                <a:lnTo>
                  <a:pt x="3214" y="3276"/>
                </a:lnTo>
                <a:lnTo>
                  <a:pt x="3213" y="3276"/>
                </a:lnTo>
                <a:lnTo>
                  <a:pt x="3213" y="3275"/>
                </a:lnTo>
                <a:lnTo>
                  <a:pt x="3212" y="3274"/>
                </a:lnTo>
                <a:lnTo>
                  <a:pt x="3212" y="3275"/>
                </a:lnTo>
                <a:lnTo>
                  <a:pt x="3212" y="3274"/>
                </a:lnTo>
                <a:lnTo>
                  <a:pt x="3212" y="3273"/>
                </a:lnTo>
                <a:lnTo>
                  <a:pt x="3212" y="3272"/>
                </a:lnTo>
                <a:lnTo>
                  <a:pt x="3211" y="3272"/>
                </a:lnTo>
                <a:lnTo>
                  <a:pt x="3211" y="3273"/>
                </a:lnTo>
                <a:lnTo>
                  <a:pt x="3210" y="3273"/>
                </a:lnTo>
                <a:lnTo>
                  <a:pt x="3210" y="3272"/>
                </a:lnTo>
                <a:lnTo>
                  <a:pt x="3209" y="3272"/>
                </a:lnTo>
                <a:lnTo>
                  <a:pt x="3208" y="3272"/>
                </a:lnTo>
                <a:lnTo>
                  <a:pt x="3207" y="3272"/>
                </a:lnTo>
                <a:lnTo>
                  <a:pt x="3206" y="3272"/>
                </a:lnTo>
                <a:lnTo>
                  <a:pt x="3206" y="3271"/>
                </a:lnTo>
                <a:lnTo>
                  <a:pt x="3205" y="3271"/>
                </a:lnTo>
                <a:lnTo>
                  <a:pt x="3205" y="3269"/>
                </a:lnTo>
                <a:lnTo>
                  <a:pt x="3205" y="3268"/>
                </a:lnTo>
                <a:lnTo>
                  <a:pt x="3206" y="3267"/>
                </a:lnTo>
                <a:lnTo>
                  <a:pt x="3207" y="3267"/>
                </a:lnTo>
                <a:lnTo>
                  <a:pt x="3207" y="3266"/>
                </a:lnTo>
                <a:lnTo>
                  <a:pt x="3207" y="3265"/>
                </a:lnTo>
                <a:lnTo>
                  <a:pt x="3208" y="3265"/>
                </a:lnTo>
                <a:lnTo>
                  <a:pt x="3209" y="3265"/>
                </a:lnTo>
                <a:lnTo>
                  <a:pt x="3209" y="3264"/>
                </a:lnTo>
                <a:lnTo>
                  <a:pt x="3210" y="3264"/>
                </a:lnTo>
                <a:lnTo>
                  <a:pt x="3209" y="3264"/>
                </a:lnTo>
                <a:lnTo>
                  <a:pt x="3209" y="3265"/>
                </a:lnTo>
                <a:lnTo>
                  <a:pt x="3208" y="3265"/>
                </a:lnTo>
                <a:lnTo>
                  <a:pt x="3207" y="3265"/>
                </a:lnTo>
                <a:lnTo>
                  <a:pt x="3207" y="3266"/>
                </a:lnTo>
                <a:lnTo>
                  <a:pt x="3207" y="3267"/>
                </a:lnTo>
                <a:lnTo>
                  <a:pt x="3206" y="3267"/>
                </a:lnTo>
                <a:lnTo>
                  <a:pt x="3205" y="3267"/>
                </a:lnTo>
                <a:lnTo>
                  <a:pt x="3205" y="3268"/>
                </a:lnTo>
                <a:lnTo>
                  <a:pt x="3205" y="3269"/>
                </a:lnTo>
                <a:lnTo>
                  <a:pt x="3205" y="3270"/>
                </a:lnTo>
                <a:lnTo>
                  <a:pt x="3205" y="3271"/>
                </a:lnTo>
                <a:lnTo>
                  <a:pt x="3204" y="3271"/>
                </a:lnTo>
                <a:lnTo>
                  <a:pt x="3203" y="3271"/>
                </a:lnTo>
                <a:lnTo>
                  <a:pt x="3203" y="3270"/>
                </a:lnTo>
                <a:lnTo>
                  <a:pt x="3204" y="3270"/>
                </a:lnTo>
                <a:lnTo>
                  <a:pt x="3203" y="3269"/>
                </a:lnTo>
                <a:lnTo>
                  <a:pt x="3204" y="3269"/>
                </a:lnTo>
                <a:lnTo>
                  <a:pt x="3204" y="3268"/>
                </a:lnTo>
                <a:lnTo>
                  <a:pt x="3205" y="3268"/>
                </a:lnTo>
                <a:lnTo>
                  <a:pt x="3205" y="3267"/>
                </a:lnTo>
                <a:lnTo>
                  <a:pt x="3205" y="3266"/>
                </a:lnTo>
                <a:lnTo>
                  <a:pt x="3205" y="3265"/>
                </a:lnTo>
                <a:lnTo>
                  <a:pt x="3206" y="3264"/>
                </a:lnTo>
                <a:lnTo>
                  <a:pt x="3205" y="3265"/>
                </a:lnTo>
                <a:lnTo>
                  <a:pt x="3205" y="3266"/>
                </a:lnTo>
                <a:lnTo>
                  <a:pt x="3204" y="3266"/>
                </a:lnTo>
                <a:lnTo>
                  <a:pt x="3205" y="3266"/>
                </a:lnTo>
                <a:lnTo>
                  <a:pt x="3205" y="3267"/>
                </a:lnTo>
                <a:lnTo>
                  <a:pt x="3204" y="3267"/>
                </a:lnTo>
                <a:lnTo>
                  <a:pt x="3203" y="3268"/>
                </a:lnTo>
                <a:lnTo>
                  <a:pt x="3202" y="3268"/>
                </a:lnTo>
                <a:lnTo>
                  <a:pt x="3201" y="3268"/>
                </a:lnTo>
                <a:lnTo>
                  <a:pt x="3201" y="3269"/>
                </a:lnTo>
                <a:lnTo>
                  <a:pt x="3200" y="3269"/>
                </a:lnTo>
                <a:lnTo>
                  <a:pt x="3199" y="3270"/>
                </a:lnTo>
                <a:lnTo>
                  <a:pt x="3198" y="3270"/>
                </a:lnTo>
                <a:lnTo>
                  <a:pt x="3197" y="3270"/>
                </a:lnTo>
                <a:lnTo>
                  <a:pt x="3197" y="3271"/>
                </a:lnTo>
                <a:lnTo>
                  <a:pt x="3196" y="3271"/>
                </a:lnTo>
                <a:lnTo>
                  <a:pt x="3195" y="3271"/>
                </a:lnTo>
                <a:lnTo>
                  <a:pt x="3194" y="3270"/>
                </a:lnTo>
                <a:lnTo>
                  <a:pt x="3193" y="3270"/>
                </a:lnTo>
                <a:lnTo>
                  <a:pt x="3192" y="3270"/>
                </a:lnTo>
                <a:lnTo>
                  <a:pt x="3192" y="3269"/>
                </a:lnTo>
                <a:lnTo>
                  <a:pt x="3191" y="3269"/>
                </a:lnTo>
                <a:lnTo>
                  <a:pt x="3190" y="3269"/>
                </a:lnTo>
                <a:lnTo>
                  <a:pt x="3190" y="3267"/>
                </a:lnTo>
                <a:lnTo>
                  <a:pt x="3190" y="3266"/>
                </a:lnTo>
                <a:lnTo>
                  <a:pt x="3189" y="3266"/>
                </a:lnTo>
                <a:lnTo>
                  <a:pt x="3189" y="3265"/>
                </a:lnTo>
                <a:lnTo>
                  <a:pt x="3188" y="3264"/>
                </a:lnTo>
                <a:lnTo>
                  <a:pt x="3187" y="3264"/>
                </a:lnTo>
                <a:lnTo>
                  <a:pt x="3186" y="3263"/>
                </a:lnTo>
                <a:lnTo>
                  <a:pt x="3187" y="3263"/>
                </a:lnTo>
                <a:lnTo>
                  <a:pt x="3186" y="3263"/>
                </a:lnTo>
                <a:lnTo>
                  <a:pt x="3186" y="3262"/>
                </a:lnTo>
                <a:lnTo>
                  <a:pt x="3185" y="3262"/>
                </a:lnTo>
                <a:lnTo>
                  <a:pt x="3185" y="3261"/>
                </a:lnTo>
                <a:lnTo>
                  <a:pt x="3185" y="3260"/>
                </a:lnTo>
                <a:lnTo>
                  <a:pt x="3186" y="3260"/>
                </a:lnTo>
                <a:lnTo>
                  <a:pt x="3187" y="3260"/>
                </a:lnTo>
                <a:lnTo>
                  <a:pt x="3187" y="3259"/>
                </a:lnTo>
                <a:lnTo>
                  <a:pt x="3187" y="3258"/>
                </a:lnTo>
                <a:lnTo>
                  <a:pt x="3186" y="3257"/>
                </a:lnTo>
                <a:lnTo>
                  <a:pt x="3186" y="3256"/>
                </a:lnTo>
                <a:lnTo>
                  <a:pt x="3187" y="3256"/>
                </a:lnTo>
                <a:lnTo>
                  <a:pt x="3188" y="3256"/>
                </a:lnTo>
                <a:lnTo>
                  <a:pt x="3188" y="3257"/>
                </a:lnTo>
                <a:lnTo>
                  <a:pt x="3188" y="3256"/>
                </a:lnTo>
                <a:lnTo>
                  <a:pt x="3189" y="3256"/>
                </a:lnTo>
                <a:lnTo>
                  <a:pt x="3190" y="3255"/>
                </a:lnTo>
                <a:lnTo>
                  <a:pt x="3189" y="3255"/>
                </a:lnTo>
                <a:lnTo>
                  <a:pt x="3189" y="3256"/>
                </a:lnTo>
                <a:lnTo>
                  <a:pt x="3188" y="3256"/>
                </a:lnTo>
                <a:lnTo>
                  <a:pt x="3188" y="3255"/>
                </a:lnTo>
                <a:lnTo>
                  <a:pt x="3189" y="3255"/>
                </a:lnTo>
                <a:lnTo>
                  <a:pt x="3189" y="3254"/>
                </a:lnTo>
                <a:lnTo>
                  <a:pt x="3189" y="3253"/>
                </a:lnTo>
                <a:lnTo>
                  <a:pt x="3189" y="3254"/>
                </a:lnTo>
                <a:lnTo>
                  <a:pt x="3188" y="3255"/>
                </a:lnTo>
                <a:lnTo>
                  <a:pt x="3187" y="3255"/>
                </a:lnTo>
                <a:lnTo>
                  <a:pt x="3187" y="3256"/>
                </a:lnTo>
                <a:lnTo>
                  <a:pt x="3187" y="3255"/>
                </a:lnTo>
                <a:lnTo>
                  <a:pt x="3187" y="3254"/>
                </a:lnTo>
                <a:lnTo>
                  <a:pt x="3186" y="3254"/>
                </a:lnTo>
                <a:lnTo>
                  <a:pt x="3186" y="3253"/>
                </a:lnTo>
                <a:lnTo>
                  <a:pt x="3187" y="3253"/>
                </a:lnTo>
                <a:lnTo>
                  <a:pt x="3187" y="3252"/>
                </a:lnTo>
                <a:lnTo>
                  <a:pt x="3186" y="3252"/>
                </a:lnTo>
                <a:lnTo>
                  <a:pt x="3185" y="3252"/>
                </a:lnTo>
                <a:lnTo>
                  <a:pt x="3185" y="3250"/>
                </a:lnTo>
                <a:lnTo>
                  <a:pt x="3184" y="3250"/>
                </a:lnTo>
                <a:lnTo>
                  <a:pt x="3183" y="3249"/>
                </a:lnTo>
                <a:lnTo>
                  <a:pt x="3183" y="3250"/>
                </a:lnTo>
                <a:lnTo>
                  <a:pt x="3184" y="3250"/>
                </a:lnTo>
                <a:lnTo>
                  <a:pt x="3184" y="3251"/>
                </a:lnTo>
                <a:lnTo>
                  <a:pt x="3184" y="3250"/>
                </a:lnTo>
                <a:lnTo>
                  <a:pt x="3185" y="3250"/>
                </a:lnTo>
                <a:lnTo>
                  <a:pt x="3185" y="3251"/>
                </a:lnTo>
                <a:lnTo>
                  <a:pt x="3185" y="3252"/>
                </a:lnTo>
                <a:lnTo>
                  <a:pt x="3184" y="3252"/>
                </a:lnTo>
                <a:lnTo>
                  <a:pt x="3184" y="3251"/>
                </a:lnTo>
                <a:lnTo>
                  <a:pt x="3183" y="3251"/>
                </a:lnTo>
                <a:lnTo>
                  <a:pt x="3184" y="3251"/>
                </a:lnTo>
                <a:lnTo>
                  <a:pt x="3184" y="3252"/>
                </a:lnTo>
                <a:lnTo>
                  <a:pt x="3184" y="3253"/>
                </a:lnTo>
                <a:lnTo>
                  <a:pt x="3185" y="3253"/>
                </a:lnTo>
                <a:lnTo>
                  <a:pt x="3186" y="3253"/>
                </a:lnTo>
                <a:lnTo>
                  <a:pt x="3186" y="3254"/>
                </a:lnTo>
                <a:lnTo>
                  <a:pt x="3185" y="3255"/>
                </a:lnTo>
                <a:lnTo>
                  <a:pt x="3185" y="3256"/>
                </a:lnTo>
                <a:lnTo>
                  <a:pt x="3185" y="3258"/>
                </a:lnTo>
                <a:lnTo>
                  <a:pt x="3184" y="3258"/>
                </a:lnTo>
                <a:lnTo>
                  <a:pt x="3184" y="3259"/>
                </a:lnTo>
                <a:lnTo>
                  <a:pt x="3185" y="3259"/>
                </a:lnTo>
                <a:lnTo>
                  <a:pt x="3185" y="3260"/>
                </a:lnTo>
                <a:lnTo>
                  <a:pt x="3184" y="3260"/>
                </a:lnTo>
                <a:lnTo>
                  <a:pt x="3183" y="3260"/>
                </a:lnTo>
                <a:lnTo>
                  <a:pt x="3183" y="3259"/>
                </a:lnTo>
                <a:lnTo>
                  <a:pt x="3182" y="3259"/>
                </a:lnTo>
                <a:lnTo>
                  <a:pt x="3182" y="3260"/>
                </a:lnTo>
                <a:lnTo>
                  <a:pt x="3183" y="3260"/>
                </a:lnTo>
                <a:lnTo>
                  <a:pt x="3184" y="3261"/>
                </a:lnTo>
                <a:lnTo>
                  <a:pt x="3183" y="3261"/>
                </a:lnTo>
                <a:lnTo>
                  <a:pt x="3184" y="3262"/>
                </a:lnTo>
                <a:lnTo>
                  <a:pt x="3184" y="3263"/>
                </a:lnTo>
                <a:lnTo>
                  <a:pt x="3184" y="3264"/>
                </a:lnTo>
                <a:lnTo>
                  <a:pt x="3185" y="3264"/>
                </a:lnTo>
                <a:lnTo>
                  <a:pt x="3185" y="3265"/>
                </a:lnTo>
                <a:lnTo>
                  <a:pt x="3184" y="3265"/>
                </a:lnTo>
                <a:lnTo>
                  <a:pt x="3185" y="3266"/>
                </a:lnTo>
                <a:lnTo>
                  <a:pt x="3186" y="3266"/>
                </a:lnTo>
                <a:lnTo>
                  <a:pt x="3187" y="3266"/>
                </a:lnTo>
                <a:lnTo>
                  <a:pt x="3187" y="3267"/>
                </a:lnTo>
                <a:lnTo>
                  <a:pt x="3186" y="3267"/>
                </a:lnTo>
                <a:lnTo>
                  <a:pt x="3186" y="3268"/>
                </a:lnTo>
                <a:lnTo>
                  <a:pt x="3187" y="3268"/>
                </a:lnTo>
                <a:lnTo>
                  <a:pt x="3186" y="3268"/>
                </a:lnTo>
                <a:lnTo>
                  <a:pt x="3185" y="3268"/>
                </a:lnTo>
                <a:lnTo>
                  <a:pt x="3185" y="3269"/>
                </a:lnTo>
                <a:lnTo>
                  <a:pt x="3183" y="3269"/>
                </a:lnTo>
                <a:lnTo>
                  <a:pt x="3183" y="3268"/>
                </a:lnTo>
                <a:lnTo>
                  <a:pt x="3182" y="3268"/>
                </a:lnTo>
                <a:lnTo>
                  <a:pt x="3182" y="3267"/>
                </a:lnTo>
                <a:lnTo>
                  <a:pt x="3181" y="3267"/>
                </a:lnTo>
                <a:lnTo>
                  <a:pt x="3181" y="3268"/>
                </a:lnTo>
                <a:lnTo>
                  <a:pt x="3181" y="3267"/>
                </a:lnTo>
                <a:lnTo>
                  <a:pt x="3180" y="3267"/>
                </a:lnTo>
                <a:lnTo>
                  <a:pt x="3179" y="3267"/>
                </a:lnTo>
                <a:lnTo>
                  <a:pt x="3179" y="3268"/>
                </a:lnTo>
                <a:lnTo>
                  <a:pt x="3178" y="3268"/>
                </a:lnTo>
                <a:lnTo>
                  <a:pt x="3177" y="3268"/>
                </a:lnTo>
                <a:lnTo>
                  <a:pt x="3177" y="3269"/>
                </a:lnTo>
                <a:lnTo>
                  <a:pt x="3176" y="3269"/>
                </a:lnTo>
                <a:lnTo>
                  <a:pt x="3176" y="3270"/>
                </a:lnTo>
                <a:lnTo>
                  <a:pt x="3175" y="3270"/>
                </a:lnTo>
                <a:lnTo>
                  <a:pt x="3175" y="3269"/>
                </a:lnTo>
                <a:lnTo>
                  <a:pt x="3174" y="3269"/>
                </a:lnTo>
                <a:lnTo>
                  <a:pt x="3174" y="3268"/>
                </a:lnTo>
                <a:lnTo>
                  <a:pt x="3175" y="3267"/>
                </a:lnTo>
                <a:lnTo>
                  <a:pt x="3174" y="3267"/>
                </a:lnTo>
                <a:lnTo>
                  <a:pt x="3174" y="3266"/>
                </a:lnTo>
                <a:lnTo>
                  <a:pt x="3173" y="3266"/>
                </a:lnTo>
                <a:lnTo>
                  <a:pt x="3173" y="3265"/>
                </a:lnTo>
                <a:lnTo>
                  <a:pt x="3172" y="3265"/>
                </a:lnTo>
                <a:lnTo>
                  <a:pt x="3172" y="3264"/>
                </a:lnTo>
                <a:lnTo>
                  <a:pt x="3173" y="3264"/>
                </a:lnTo>
                <a:lnTo>
                  <a:pt x="3174" y="3264"/>
                </a:lnTo>
                <a:lnTo>
                  <a:pt x="3173" y="3263"/>
                </a:lnTo>
                <a:lnTo>
                  <a:pt x="3173" y="3262"/>
                </a:lnTo>
                <a:lnTo>
                  <a:pt x="3172" y="3262"/>
                </a:lnTo>
                <a:lnTo>
                  <a:pt x="3172" y="3261"/>
                </a:lnTo>
                <a:lnTo>
                  <a:pt x="3172" y="3260"/>
                </a:lnTo>
                <a:lnTo>
                  <a:pt x="3173" y="3260"/>
                </a:lnTo>
                <a:lnTo>
                  <a:pt x="3173" y="3259"/>
                </a:lnTo>
                <a:lnTo>
                  <a:pt x="3173" y="3258"/>
                </a:lnTo>
                <a:lnTo>
                  <a:pt x="3173" y="3257"/>
                </a:lnTo>
                <a:lnTo>
                  <a:pt x="3172" y="3257"/>
                </a:lnTo>
                <a:lnTo>
                  <a:pt x="3172" y="3258"/>
                </a:lnTo>
                <a:lnTo>
                  <a:pt x="3172" y="3259"/>
                </a:lnTo>
                <a:lnTo>
                  <a:pt x="3171" y="3259"/>
                </a:lnTo>
                <a:lnTo>
                  <a:pt x="3171" y="3260"/>
                </a:lnTo>
                <a:lnTo>
                  <a:pt x="3171" y="3261"/>
                </a:lnTo>
                <a:lnTo>
                  <a:pt x="3171" y="3260"/>
                </a:lnTo>
                <a:lnTo>
                  <a:pt x="3170" y="3260"/>
                </a:lnTo>
                <a:lnTo>
                  <a:pt x="3170" y="3259"/>
                </a:lnTo>
                <a:lnTo>
                  <a:pt x="3169" y="3259"/>
                </a:lnTo>
                <a:lnTo>
                  <a:pt x="3168" y="3259"/>
                </a:lnTo>
                <a:lnTo>
                  <a:pt x="3168" y="3258"/>
                </a:lnTo>
                <a:lnTo>
                  <a:pt x="3168" y="3259"/>
                </a:lnTo>
                <a:lnTo>
                  <a:pt x="3169" y="3260"/>
                </a:lnTo>
                <a:lnTo>
                  <a:pt x="3169" y="3261"/>
                </a:lnTo>
                <a:lnTo>
                  <a:pt x="3168" y="3261"/>
                </a:lnTo>
                <a:lnTo>
                  <a:pt x="3168" y="3262"/>
                </a:lnTo>
                <a:lnTo>
                  <a:pt x="3169" y="3264"/>
                </a:lnTo>
                <a:lnTo>
                  <a:pt x="3168" y="3264"/>
                </a:lnTo>
                <a:lnTo>
                  <a:pt x="3167" y="3264"/>
                </a:lnTo>
                <a:lnTo>
                  <a:pt x="3166" y="3262"/>
                </a:lnTo>
                <a:lnTo>
                  <a:pt x="3166" y="3261"/>
                </a:lnTo>
                <a:lnTo>
                  <a:pt x="3166" y="3260"/>
                </a:lnTo>
                <a:lnTo>
                  <a:pt x="3166" y="3259"/>
                </a:lnTo>
                <a:lnTo>
                  <a:pt x="3166" y="3257"/>
                </a:lnTo>
                <a:lnTo>
                  <a:pt x="3166" y="3256"/>
                </a:lnTo>
                <a:lnTo>
                  <a:pt x="3167" y="3255"/>
                </a:lnTo>
                <a:lnTo>
                  <a:pt x="3167" y="3254"/>
                </a:lnTo>
                <a:lnTo>
                  <a:pt x="3167" y="3253"/>
                </a:lnTo>
                <a:lnTo>
                  <a:pt x="3168" y="3253"/>
                </a:lnTo>
                <a:lnTo>
                  <a:pt x="3168" y="3252"/>
                </a:lnTo>
                <a:lnTo>
                  <a:pt x="3169" y="3252"/>
                </a:lnTo>
                <a:lnTo>
                  <a:pt x="3169" y="3251"/>
                </a:lnTo>
                <a:lnTo>
                  <a:pt x="3169" y="3250"/>
                </a:lnTo>
                <a:lnTo>
                  <a:pt x="3169" y="3251"/>
                </a:lnTo>
                <a:lnTo>
                  <a:pt x="3168" y="3252"/>
                </a:lnTo>
                <a:lnTo>
                  <a:pt x="3167" y="3252"/>
                </a:lnTo>
                <a:lnTo>
                  <a:pt x="3167" y="3251"/>
                </a:lnTo>
                <a:lnTo>
                  <a:pt x="3167" y="3250"/>
                </a:lnTo>
                <a:lnTo>
                  <a:pt x="3167" y="3251"/>
                </a:lnTo>
                <a:lnTo>
                  <a:pt x="3167" y="3252"/>
                </a:lnTo>
                <a:lnTo>
                  <a:pt x="3167" y="3253"/>
                </a:lnTo>
                <a:lnTo>
                  <a:pt x="3166" y="3254"/>
                </a:lnTo>
                <a:lnTo>
                  <a:pt x="3165" y="3253"/>
                </a:lnTo>
                <a:lnTo>
                  <a:pt x="3165" y="3254"/>
                </a:lnTo>
                <a:lnTo>
                  <a:pt x="3166" y="3254"/>
                </a:lnTo>
                <a:lnTo>
                  <a:pt x="3166" y="3255"/>
                </a:lnTo>
                <a:lnTo>
                  <a:pt x="3166" y="3256"/>
                </a:lnTo>
                <a:lnTo>
                  <a:pt x="3165" y="3256"/>
                </a:lnTo>
                <a:lnTo>
                  <a:pt x="3165" y="3257"/>
                </a:lnTo>
                <a:lnTo>
                  <a:pt x="3165" y="3260"/>
                </a:lnTo>
                <a:lnTo>
                  <a:pt x="3164" y="3260"/>
                </a:lnTo>
                <a:lnTo>
                  <a:pt x="3164" y="3261"/>
                </a:lnTo>
                <a:lnTo>
                  <a:pt x="3163" y="3261"/>
                </a:lnTo>
                <a:lnTo>
                  <a:pt x="3163" y="3260"/>
                </a:lnTo>
                <a:lnTo>
                  <a:pt x="3162" y="3259"/>
                </a:lnTo>
                <a:lnTo>
                  <a:pt x="3162" y="3258"/>
                </a:lnTo>
                <a:lnTo>
                  <a:pt x="3162" y="3257"/>
                </a:lnTo>
                <a:lnTo>
                  <a:pt x="3162" y="3256"/>
                </a:lnTo>
                <a:lnTo>
                  <a:pt x="3162" y="3255"/>
                </a:lnTo>
                <a:lnTo>
                  <a:pt x="3162" y="3254"/>
                </a:lnTo>
                <a:lnTo>
                  <a:pt x="3161" y="3253"/>
                </a:lnTo>
                <a:lnTo>
                  <a:pt x="3160" y="3253"/>
                </a:lnTo>
                <a:lnTo>
                  <a:pt x="3160" y="3252"/>
                </a:lnTo>
                <a:lnTo>
                  <a:pt x="3159" y="3252"/>
                </a:lnTo>
                <a:lnTo>
                  <a:pt x="3159" y="3251"/>
                </a:lnTo>
                <a:lnTo>
                  <a:pt x="3159" y="3250"/>
                </a:lnTo>
                <a:lnTo>
                  <a:pt x="3160" y="3250"/>
                </a:lnTo>
                <a:lnTo>
                  <a:pt x="3161" y="3250"/>
                </a:lnTo>
                <a:lnTo>
                  <a:pt x="3160" y="3250"/>
                </a:lnTo>
                <a:lnTo>
                  <a:pt x="3160" y="3249"/>
                </a:lnTo>
                <a:lnTo>
                  <a:pt x="3161" y="3249"/>
                </a:lnTo>
                <a:lnTo>
                  <a:pt x="3161" y="3248"/>
                </a:lnTo>
                <a:lnTo>
                  <a:pt x="3162" y="3248"/>
                </a:lnTo>
                <a:lnTo>
                  <a:pt x="3163" y="3248"/>
                </a:lnTo>
                <a:lnTo>
                  <a:pt x="3163" y="3247"/>
                </a:lnTo>
                <a:lnTo>
                  <a:pt x="3162" y="3247"/>
                </a:lnTo>
                <a:lnTo>
                  <a:pt x="3163" y="3247"/>
                </a:lnTo>
                <a:lnTo>
                  <a:pt x="3163" y="3246"/>
                </a:lnTo>
                <a:lnTo>
                  <a:pt x="3164" y="3246"/>
                </a:lnTo>
                <a:lnTo>
                  <a:pt x="3164" y="3245"/>
                </a:lnTo>
                <a:lnTo>
                  <a:pt x="3163" y="3245"/>
                </a:lnTo>
                <a:lnTo>
                  <a:pt x="3163" y="3244"/>
                </a:lnTo>
                <a:lnTo>
                  <a:pt x="3163" y="3243"/>
                </a:lnTo>
                <a:lnTo>
                  <a:pt x="3164" y="3243"/>
                </a:lnTo>
                <a:lnTo>
                  <a:pt x="3165" y="3242"/>
                </a:lnTo>
                <a:lnTo>
                  <a:pt x="3166" y="3242"/>
                </a:lnTo>
                <a:lnTo>
                  <a:pt x="3165" y="3241"/>
                </a:lnTo>
                <a:lnTo>
                  <a:pt x="3164" y="3241"/>
                </a:lnTo>
                <a:lnTo>
                  <a:pt x="3164" y="3240"/>
                </a:lnTo>
                <a:lnTo>
                  <a:pt x="3164" y="3241"/>
                </a:lnTo>
                <a:lnTo>
                  <a:pt x="3163" y="3241"/>
                </a:lnTo>
                <a:lnTo>
                  <a:pt x="3163" y="3240"/>
                </a:lnTo>
                <a:lnTo>
                  <a:pt x="3163" y="3241"/>
                </a:lnTo>
                <a:lnTo>
                  <a:pt x="3162" y="3241"/>
                </a:lnTo>
                <a:lnTo>
                  <a:pt x="3161" y="3241"/>
                </a:lnTo>
                <a:lnTo>
                  <a:pt x="3160" y="3241"/>
                </a:lnTo>
                <a:lnTo>
                  <a:pt x="3159" y="3241"/>
                </a:lnTo>
                <a:lnTo>
                  <a:pt x="3158" y="3241"/>
                </a:lnTo>
                <a:lnTo>
                  <a:pt x="3158" y="3240"/>
                </a:lnTo>
                <a:lnTo>
                  <a:pt x="3158" y="3239"/>
                </a:lnTo>
                <a:lnTo>
                  <a:pt x="3158" y="3238"/>
                </a:lnTo>
                <a:lnTo>
                  <a:pt x="3157" y="3239"/>
                </a:lnTo>
                <a:lnTo>
                  <a:pt x="3157" y="3240"/>
                </a:lnTo>
                <a:lnTo>
                  <a:pt x="3156" y="3240"/>
                </a:lnTo>
                <a:lnTo>
                  <a:pt x="3156" y="3241"/>
                </a:lnTo>
                <a:lnTo>
                  <a:pt x="3155" y="3242"/>
                </a:lnTo>
                <a:lnTo>
                  <a:pt x="3155" y="3241"/>
                </a:lnTo>
                <a:lnTo>
                  <a:pt x="3154" y="3241"/>
                </a:lnTo>
                <a:lnTo>
                  <a:pt x="3154" y="3242"/>
                </a:lnTo>
                <a:lnTo>
                  <a:pt x="3153" y="3242"/>
                </a:lnTo>
                <a:lnTo>
                  <a:pt x="3154" y="3242"/>
                </a:lnTo>
                <a:lnTo>
                  <a:pt x="3154" y="3243"/>
                </a:lnTo>
                <a:lnTo>
                  <a:pt x="3152" y="3243"/>
                </a:lnTo>
                <a:lnTo>
                  <a:pt x="3152" y="3244"/>
                </a:lnTo>
                <a:lnTo>
                  <a:pt x="3152" y="3243"/>
                </a:lnTo>
                <a:lnTo>
                  <a:pt x="3152" y="3244"/>
                </a:lnTo>
                <a:lnTo>
                  <a:pt x="3153" y="3244"/>
                </a:lnTo>
                <a:lnTo>
                  <a:pt x="3153" y="3245"/>
                </a:lnTo>
                <a:lnTo>
                  <a:pt x="3152" y="3245"/>
                </a:lnTo>
                <a:lnTo>
                  <a:pt x="3152" y="3246"/>
                </a:lnTo>
                <a:lnTo>
                  <a:pt x="3151" y="3246"/>
                </a:lnTo>
                <a:lnTo>
                  <a:pt x="3151" y="3245"/>
                </a:lnTo>
                <a:lnTo>
                  <a:pt x="3150" y="3245"/>
                </a:lnTo>
                <a:lnTo>
                  <a:pt x="3150" y="3244"/>
                </a:lnTo>
                <a:lnTo>
                  <a:pt x="3150" y="3243"/>
                </a:lnTo>
                <a:lnTo>
                  <a:pt x="3149" y="3243"/>
                </a:lnTo>
                <a:lnTo>
                  <a:pt x="3150" y="3244"/>
                </a:lnTo>
                <a:lnTo>
                  <a:pt x="3150" y="3245"/>
                </a:lnTo>
                <a:lnTo>
                  <a:pt x="3151" y="3245"/>
                </a:lnTo>
                <a:lnTo>
                  <a:pt x="3151" y="3246"/>
                </a:lnTo>
                <a:lnTo>
                  <a:pt x="3152" y="3247"/>
                </a:lnTo>
                <a:lnTo>
                  <a:pt x="3153" y="3248"/>
                </a:lnTo>
                <a:lnTo>
                  <a:pt x="3154" y="3249"/>
                </a:lnTo>
                <a:lnTo>
                  <a:pt x="3154" y="3250"/>
                </a:lnTo>
                <a:lnTo>
                  <a:pt x="3154" y="3251"/>
                </a:lnTo>
                <a:lnTo>
                  <a:pt x="3154" y="3252"/>
                </a:lnTo>
                <a:lnTo>
                  <a:pt x="3155" y="3252"/>
                </a:lnTo>
                <a:lnTo>
                  <a:pt x="3155" y="3253"/>
                </a:lnTo>
                <a:lnTo>
                  <a:pt x="3154" y="3253"/>
                </a:lnTo>
                <a:lnTo>
                  <a:pt x="3155" y="3253"/>
                </a:lnTo>
                <a:lnTo>
                  <a:pt x="3155" y="3254"/>
                </a:lnTo>
                <a:lnTo>
                  <a:pt x="3155" y="3253"/>
                </a:lnTo>
                <a:lnTo>
                  <a:pt x="3156" y="3253"/>
                </a:lnTo>
                <a:lnTo>
                  <a:pt x="3156" y="3254"/>
                </a:lnTo>
                <a:lnTo>
                  <a:pt x="3156" y="3255"/>
                </a:lnTo>
                <a:lnTo>
                  <a:pt x="3157" y="3255"/>
                </a:lnTo>
                <a:lnTo>
                  <a:pt x="3158" y="3255"/>
                </a:lnTo>
                <a:lnTo>
                  <a:pt x="3158" y="3256"/>
                </a:lnTo>
                <a:lnTo>
                  <a:pt x="3157" y="3256"/>
                </a:lnTo>
                <a:lnTo>
                  <a:pt x="3157" y="3257"/>
                </a:lnTo>
                <a:lnTo>
                  <a:pt x="3156" y="3257"/>
                </a:lnTo>
                <a:lnTo>
                  <a:pt x="3156" y="3258"/>
                </a:lnTo>
                <a:lnTo>
                  <a:pt x="3155" y="3258"/>
                </a:lnTo>
                <a:lnTo>
                  <a:pt x="3154" y="3258"/>
                </a:lnTo>
                <a:lnTo>
                  <a:pt x="3155" y="3258"/>
                </a:lnTo>
                <a:lnTo>
                  <a:pt x="3155" y="3257"/>
                </a:lnTo>
                <a:lnTo>
                  <a:pt x="3154" y="3257"/>
                </a:lnTo>
                <a:lnTo>
                  <a:pt x="3154" y="3258"/>
                </a:lnTo>
                <a:lnTo>
                  <a:pt x="3154" y="3257"/>
                </a:lnTo>
                <a:lnTo>
                  <a:pt x="3154" y="3256"/>
                </a:lnTo>
                <a:lnTo>
                  <a:pt x="3154" y="3255"/>
                </a:lnTo>
                <a:lnTo>
                  <a:pt x="3154" y="3256"/>
                </a:lnTo>
                <a:lnTo>
                  <a:pt x="3154" y="3257"/>
                </a:lnTo>
                <a:lnTo>
                  <a:pt x="3154" y="3258"/>
                </a:lnTo>
                <a:lnTo>
                  <a:pt x="3154" y="3259"/>
                </a:lnTo>
                <a:lnTo>
                  <a:pt x="3154" y="3260"/>
                </a:lnTo>
                <a:lnTo>
                  <a:pt x="3155" y="3259"/>
                </a:lnTo>
                <a:lnTo>
                  <a:pt x="3155" y="3260"/>
                </a:lnTo>
                <a:lnTo>
                  <a:pt x="3156" y="3260"/>
                </a:lnTo>
                <a:lnTo>
                  <a:pt x="3156" y="3259"/>
                </a:lnTo>
                <a:lnTo>
                  <a:pt x="3156" y="3258"/>
                </a:lnTo>
                <a:lnTo>
                  <a:pt x="3157" y="3258"/>
                </a:lnTo>
                <a:lnTo>
                  <a:pt x="3158" y="3258"/>
                </a:lnTo>
                <a:lnTo>
                  <a:pt x="3158" y="3259"/>
                </a:lnTo>
                <a:lnTo>
                  <a:pt x="3158" y="3260"/>
                </a:lnTo>
                <a:lnTo>
                  <a:pt x="3157" y="3260"/>
                </a:lnTo>
                <a:lnTo>
                  <a:pt x="3157" y="3261"/>
                </a:lnTo>
                <a:lnTo>
                  <a:pt x="3156" y="3261"/>
                </a:lnTo>
                <a:lnTo>
                  <a:pt x="3156" y="3262"/>
                </a:lnTo>
                <a:lnTo>
                  <a:pt x="3157" y="3262"/>
                </a:lnTo>
                <a:lnTo>
                  <a:pt x="3157" y="3261"/>
                </a:lnTo>
                <a:lnTo>
                  <a:pt x="3158" y="3261"/>
                </a:lnTo>
                <a:lnTo>
                  <a:pt x="3159" y="3261"/>
                </a:lnTo>
                <a:lnTo>
                  <a:pt x="3159" y="3260"/>
                </a:lnTo>
                <a:lnTo>
                  <a:pt x="3158" y="3260"/>
                </a:lnTo>
                <a:lnTo>
                  <a:pt x="3159" y="3260"/>
                </a:lnTo>
                <a:lnTo>
                  <a:pt x="3160" y="3261"/>
                </a:lnTo>
                <a:lnTo>
                  <a:pt x="3160" y="3262"/>
                </a:lnTo>
                <a:lnTo>
                  <a:pt x="3159" y="3263"/>
                </a:lnTo>
                <a:lnTo>
                  <a:pt x="3159" y="3264"/>
                </a:lnTo>
                <a:lnTo>
                  <a:pt x="3160" y="3264"/>
                </a:lnTo>
                <a:lnTo>
                  <a:pt x="3159" y="3264"/>
                </a:lnTo>
                <a:lnTo>
                  <a:pt x="3158" y="3264"/>
                </a:lnTo>
                <a:lnTo>
                  <a:pt x="3158" y="3265"/>
                </a:lnTo>
                <a:lnTo>
                  <a:pt x="3157" y="3265"/>
                </a:lnTo>
                <a:lnTo>
                  <a:pt x="3158" y="3265"/>
                </a:lnTo>
                <a:lnTo>
                  <a:pt x="3158" y="3264"/>
                </a:lnTo>
                <a:lnTo>
                  <a:pt x="3159" y="3264"/>
                </a:lnTo>
                <a:lnTo>
                  <a:pt x="3159" y="3265"/>
                </a:lnTo>
                <a:lnTo>
                  <a:pt x="3158" y="3265"/>
                </a:lnTo>
                <a:lnTo>
                  <a:pt x="3158" y="3266"/>
                </a:lnTo>
                <a:lnTo>
                  <a:pt x="3158" y="3267"/>
                </a:lnTo>
                <a:lnTo>
                  <a:pt x="3157" y="3267"/>
                </a:lnTo>
                <a:lnTo>
                  <a:pt x="3156" y="3267"/>
                </a:lnTo>
                <a:lnTo>
                  <a:pt x="3157" y="3267"/>
                </a:lnTo>
                <a:lnTo>
                  <a:pt x="3156" y="3267"/>
                </a:lnTo>
                <a:lnTo>
                  <a:pt x="3156" y="3268"/>
                </a:lnTo>
                <a:lnTo>
                  <a:pt x="3156" y="3269"/>
                </a:lnTo>
                <a:lnTo>
                  <a:pt x="3156" y="3270"/>
                </a:lnTo>
                <a:lnTo>
                  <a:pt x="3155" y="3270"/>
                </a:lnTo>
                <a:lnTo>
                  <a:pt x="3156" y="3270"/>
                </a:lnTo>
                <a:lnTo>
                  <a:pt x="3155" y="3271"/>
                </a:lnTo>
                <a:lnTo>
                  <a:pt x="3155" y="3272"/>
                </a:lnTo>
                <a:lnTo>
                  <a:pt x="3153" y="3272"/>
                </a:lnTo>
                <a:lnTo>
                  <a:pt x="3152" y="3272"/>
                </a:lnTo>
                <a:lnTo>
                  <a:pt x="3151" y="3272"/>
                </a:lnTo>
                <a:lnTo>
                  <a:pt x="3152" y="3271"/>
                </a:lnTo>
                <a:lnTo>
                  <a:pt x="3152" y="3270"/>
                </a:lnTo>
                <a:lnTo>
                  <a:pt x="3153" y="3270"/>
                </a:lnTo>
                <a:lnTo>
                  <a:pt x="3153" y="3269"/>
                </a:lnTo>
                <a:lnTo>
                  <a:pt x="3152" y="3269"/>
                </a:lnTo>
                <a:lnTo>
                  <a:pt x="3152" y="3270"/>
                </a:lnTo>
                <a:lnTo>
                  <a:pt x="3151" y="3271"/>
                </a:lnTo>
                <a:lnTo>
                  <a:pt x="3151" y="3272"/>
                </a:lnTo>
                <a:lnTo>
                  <a:pt x="3151" y="3273"/>
                </a:lnTo>
                <a:lnTo>
                  <a:pt x="3152" y="3274"/>
                </a:lnTo>
                <a:lnTo>
                  <a:pt x="3151" y="3274"/>
                </a:lnTo>
                <a:lnTo>
                  <a:pt x="3150" y="3274"/>
                </a:lnTo>
                <a:lnTo>
                  <a:pt x="3151" y="3274"/>
                </a:lnTo>
                <a:lnTo>
                  <a:pt x="3151" y="3275"/>
                </a:lnTo>
                <a:lnTo>
                  <a:pt x="3150" y="3275"/>
                </a:lnTo>
                <a:lnTo>
                  <a:pt x="3149" y="3275"/>
                </a:lnTo>
                <a:lnTo>
                  <a:pt x="3148" y="3275"/>
                </a:lnTo>
                <a:lnTo>
                  <a:pt x="3147" y="3275"/>
                </a:lnTo>
                <a:lnTo>
                  <a:pt x="3146" y="3275"/>
                </a:lnTo>
                <a:lnTo>
                  <a:pt x="3146" y="3276"/>
                </a:lnTo>
                <a:lnTo>
                  <a:pt x="3145" y="3276"/>
                </a:lnTo>
                <a:lnTo>
                  <a:pt x="3145" y="3277"/>
                </a:lnTo>
                <a:lnTo>
                  <a:pt x="3142" y="3277"/>
                </a:lnTo>
                <a:lnTo>
                  <a:pt x="3142" y="3276"/>
                </a:lnTo>
                <a:lnTo>
                  <a:pt x="3142" y="3275"/>
                </a:lnTo>
                <a:lnTo>
                  <a:pt x="3143" y="3273"/>
                </a:lnTo>
                <a:lnTo>
                  <a:pt x="3144" y="3273"/>
                </a:lnTo>
                <a:lnTo>
                  <a:pt x="3144" y="3272"/>
                </a:lnTo>
                <a:lnTo>
                  <a:pt x="3143" y="3271"/>
                </a:lnTo>
                <a:lnTo>
                  <a:pt x="3144" y="3271"/>
                </a:lnTo>
                <a:lnTo>
                  <a:pt x="3145" y="3271"/>
                </a:lnTo>
                <a:lnTo>
                  <a:pt x="3146" y="3271"/>
                </a:lnTo>
                <a:lnTo>
                  <a:pt x="3147" y="3271"/>
                </a:lnTo>
                <a:lnTo>
                  <a:pt x="3147" y="3270"/>
                </a:lnTo>
                <a:lnTo>
                  <a:pt x="3148" y="3270"/>
                </a:lnTo>
                <a:lnTo>
                  <a:pt x="3148" y="3269"/>
                </a:lnTo>
                <a:lnTo>
                  <a:pt x="3147" y="3269"/>
                </a:lnTo>
                <a:lnTo>
                  <a:pt x="3147" y="3270"/>
                </a:lnTo>
                <a:lnTo>
                  <a:pt x="3146" y="3270"/>
                </a:lnTo>
                <a:lnTo>
                  <a:pt x="3146" y="3269"/>
                </a:lnTo>
                <a:lnTo>
                  <a:pt x="3146" y="3268"/>
                </a:lnTo>
                <a:lnTo>
                  <a:pt x="3147" y="3268"/>
                </a:lnTo>
                <a:lnTo>
                  <a:pt x="3146" y="3268"/>
                </a:lnTo>
                <a:lnTo>
                  <a:pt x="3146" y="3267"/>
                </a:lnTo>
                <a:lnTo>
                  <a:pt x="3147" y="3267"/>
                </a:lnTo>
                <a:lnTo>
                  <a:pt x="3148" y="3266"/>
                </a:lnTo>
                <a:lnTo>
                  <a:pt x="3148" y="3265"/>
                </a:lnTo>
                <a:lnTo>
                  <a:pt x="3149" y="3265"/>
                </a:lnTo>
                <a:lnTo>
                  <a:pt x="3150" y="3265"/>
                </a:lnTo>
                <a:lnTo>
                  <a:pt x="3150" y="3264"/>
                </a:lnTo>
                <a:lnTo>
                  <a:pt x="3151" y="3264"/>
                </a:lnTo>
                <a:lnTo>
                  <a:pt x="3150" y="3264"/>
                </a:lnTo>
                <a:lnTo>
                  <a:pt x="3149" y="3264"/>
                </a:lnTo>
                <a:lnTo>
                  <a:pt x="3148" y="3264"/>
                </a:lnTo>
                <a:lnTo>
                  <a:pt x="3147" y="3264"/>
                </a:lnTo>
                <a:lnTo>
                  <a:pt x="3147" y="3265"/>
                </a:lnTo>
                <a:lnTo>
                  <a:pt x="3146" y="3265"/>
                </a:lnTo>
                <a:lnTo>
                  <a:pt x="3146" y="3266"/>
                </a:lnTo>
                <a:lnTo>
                  <a:pt x="3146" y="3265"/>
                </a:lnTo>
                <a:lnTo>
                  <a:pt x="3146" y="3264"/>
                </a:lnTo>
                <a:lnTo>
                  <a:pt x="3147" y="3263"/>
                </a:lnTo>
                <a:lnTo>
                  <a:pt x="3148" y="3263"/>
                </a:lnTo>
                <a:lnTo>
                  <a:pt x="3147" y="3263"/>
                </a:lnTo>
                <a:lnTo>
                  <a:pt x="3147" y="3262"/>
                </a:lnTo>
                <a:lnTo>
                  <a:pt x="3148" y="3262"/>
                </a:lnTo>
                <a:lnTo>
                  <a:pt x="3148" y="3261"/>
                </a:lnTo>
                <a:lnTo>
                  <a:pt x="3148" y="3262"/>
                </a:lnTo>
                <a:lnTo>
                  <a:pt x="3147" y="3262"/>
                </a:lnTo>
                <a:lnTo>
                  <a:pt x="3147" y="3261"/>
                </a:lnTo>
                <a:lnTo>
                  <a:pt x="3146" y="3261"/>
                </a:lnTo>
                <a:lnTo>
                  <a:pt x="3146" y="3262"/>
                </a:lnTo>
                <a:lnTo>
                  <a:pt x="3146" y="3263"/>
                </a:lnTo>
                <a:lnTo>
                  <a:pt x="3146" y="3264"/>
                </a:lnTo>
                <a:lnTo>
                  <a:pt x="3145" y="3264"/>
                </a:lnTo>
                <a:lnTo>
                  <a:pt x="3144" y="3264"/>
                </a:lnTo>
                <a:lnTo>
                  <a:pt x="3144" y="3263"/>
                </a:lnTo>
                <a:lnTo>
                  <a:pt x="3143" y="3263"/>
                </a:lnTo>
                <a:lnTo>
                  <a:pt x="3143" y="3264"/>
                </a:lnTo>
                <a:lnTo>
                  <a:pt x="3143" y="3263"/>
                </a:lnTo>
                <a:lnTo>
                  <a:pt x="3142" y="3263"/>
                </a:lnTo>
                <a:lnTo>
                  <a:pt x="3142" y="3262"/>
                </a:lnTo>
                <a:lnTo>
                  <a:pt x="3141" y="3262"/>
                </a:lnTo>
                <a:lnTo>
                  <a:pt x="3141" y="3263"/>
                </a:lnTo>
                <a:lnTo>
                  <a:pt x="3140" y="3263"/>
                </a:lnTo>
                <a:lnTo>
                  <a:pt x="3140" y="3262"/>
                </a:lnTo>
                <a:lnTo>
                  <a:pt x="3139" y="3262"/>
                </a:lnTo>
                <a:lnTo>
                  <a:pt x="3139" y="3261"/>
                </a:lnTo>
                <a:lnTo>
                  <a:pt x="3139" y="3260"/>
                </a:lnTo>
                <a:lnTo>
                  <a:pt x="3139" y="3259"/>
                </a:lnTo>
                <a:lnTo>
                  <a:pt x="3138" y="3260"/>
                </a:lnTo>
                <a:lnTo>
                  <a:pt x="3138" y="3261"/>
                </a:lnTo>
                <a:lnTo>
                  <a:pt x="3139" y="3262"/>
                </a:lnTo>
                <a:lnTo>
                  <a:pt x="3139" y="3263"/>
                </a:lnTo>
                <a:lnTo>
                  <a:pt x="3139" y="3264"/>
                </a:lnTo>
                <a:lnTo>
                  <a:pt x="3138" y="3264"/>
                </a:lnTo>
                <a:lnTo>
                  <a:pt x="3138" y="3265"/>
                </a:lnTo>
                <a:lnTo>
                  <a:pt x="3138" y="3263"/>
                </a:lnTo>
                <a:lnTo>
                  <a:pt x="3138" y="3262"/>
                </a:lnTo>
                <a:lnTo>
                  <a:pt x="3138" y="3263"/>
                </a:lnTo>
                <a:lnTo>
                  <a:pt x="3137" y="3263"/>
                </a:lnTo>
                <a:lnTo>
                  <a:pt x="3137" y="3264"/>
                </a:lnTo>
                <a:lnTo>
                  <a:pt x="3137" y="3265"/>
                </a:lnTo>
                <a:lnTo>
                  <a:pt x="3137" y="3266"/>
                </a:lnTo>
                <a:lnTo>
                  <a:pt x="3138" y="3266"/>
                </a:lnTo>
                <a:lnTo>
                  <a:pt x="3138" y="3267"/>
                </a:lnTo>
                <a:lnTo>
                  <a:pt x="3137" y="3267"/>
                </a:lnTo>
                <a:lnTo>
                  <a:pt x="3137" y="3268"/>
                </a:lnTo>
                <a:lnTo>
                  <a:pt x="3137" y="3269"/>
                </a:lnTo>
                <a:lnTo>
                  <a:pt x="3136" y="3269"/>
                </a:lnTo>
                <a:lnTo>
                  <a:pt x="3136" y="3270"/>
                </a:lnTo>
                <a:lnTo>
                  <a:pt x="3136" y="3271"/>
                </a:lnTo>
                <a:lnTo>
                  <a:pt x="3135" y="3271"/>
                </a:lnTo>
                <a:lnTo>
                  <a:pt x="3136" y="3271"/>
                </a:lnTo>
                <a:lnTo>
                  <a:pt x="3137" y="3271"/>
                </a:lnTo>
                <a:lnTo>
                  <a:pt x="3138" y="3271"/>
                </a:lnTo>
                <a:lnTo>
                  <a:pt x="3138" y="3272"/>
                </a:lnTo>
                <a:lnTo>
                  <a:pt x="3137" y="3272"/>
                </a:lnTo>
                <a:lnTo>
                  <a:pt x="3137" y="3273"/>
                </a:lnTo>
                <a:lnTo>
                  <a:pt x="3136" y="3274"/>
                </a:lnTo>
                <a:lnTo>
                  <a:pt x="3135" y="3275"/>
                </a:lnTo>
                <a:lnTo>
                  <a:pt x="3135" y="3276"/>
                </a:lnTo>
                <a:lnTo>
                  <a:pt x="3135" y="3277"/>
                </a:lnTo>
                <a:lnTo>
                  <a:pt x="3134" y="3277"/>
                </a:lnTo>
                <a:lnTo>
                  <a:pt x="3133" y="3277"/>
                </a:lnTo>
                <a:lnTo>
                  <a:pt x="3132" y="3277"/>
                </a:lnTo>
                <a:lnTo>
                  <a:pt x="3132" y="3278"/>
                </a:lnTo>
                <a:lnTo>
                  <a:pt x="3132" y="3279"/>
                </a:lnTo>
                <a:lnTo>
                  <a:pt x="3131" y="3279"/>
                </a:lnTo>
                <a:lnTo>
                  <a:pt x="3130" y="3280"/>
                </a:lnTo>
                <a:lnTo>
                  <a:pt x="3129" y="3280"/>
                </a:lnTo>
                <a:lnTo>
                  <a:pt x="3128" y="3281"/>
                </a:lnTo>
                <a:lnTo>
                  <a:pt x="3127" y="3280"/>
                </a:lnTo>
                <a:lnTo>
                  <a:pt x="3128" y="3280"/>
                </a:lnTo>
                <a:lnTo>
                  <a:pt x="3128" y="3279"/>
                </a:lnTo>
                <a:lnTo>
                  <a:pt x="3129" y="3277"/>
                </a:lnTo>
                <a:lnTo>
                  <a:pt x="3130" y="3277"/>
                </a:lnTo>
                <a:lnTo>
                  <a:pt x="3130" y="3276"/>
                </a:lnTo>
                <a:lnTo>
                  <a:pt x="3132" y="3273"/>
                </a:lnTo>
                <a:lnTo>
                  <a:pt x="3132" y="3272"/>
                </a:lnTo>
                <a:lnTo>
                  <a:pt x="3133" y="3271"/>
                </a:lnTo>
                <a:lnTo>
                  <a:pt x="3132" y="3271"/>
                </a:lnTo>
                <a:lnTo>
                  <a:pt x="3132" y="3272"/>
                </a:lnTo>
                <a:lnTo>
                  <a:pt x="3131" y="3272"/>
                </a:lnTo>
                <a:lnTo>
                  <a:pt x="3131" y="3271"/>
                </a:lnTo>
                <a:lnTo>
                  <a:pt x="3131" y="3270"/>
                </a:lnTo>
                <a:lnTo>
                  <a:pt x="3131" y="3269"/>
                </a:lnTo>
                <a:lnTo>
                  <a:pt x="3130" y="3269"/>
                </a:lnTo>
                <a:lnTo>
                  <a:pt x="3129" y="3269"/>
                </a:lnTo>
                <a:lnTo>
                  <a:pt x="3128" y="3269"/>
                </a:lnTo>
                <a:lnTo>
                  <a:pt x="3129" y="3268"/>
                </a:lnTo>
                <a:lnTo>
                  <a:pt x="3128" y="3268"/>
                </a:lnTo>
                <a:lnTo>
                  <a:pt x="3128" y="3269"/>
                </a:lnTo>
                <a:lnTo>
                  <a:pt x="3128" y="3270"/>
                </a:lnTo>
                <a:lnTo>
                  <a:pt x="3127" y="3270"/>
                </a:lnTo>
                <a:lnTo>
                  <a:pt x="3126" y="3270"/>
                </a:lnTo>
                <a:lnTo>
                  <a:pt x="3125" y="3270"/>
                </a:lnTo>
                <a:lnTo>
                  <a:pt x="3125" y="3271"/>
                </a:lnTo>
                <a:lnTo>
                  <a:pt x="3124" y="3271"/>
                </a:lnTo>
                <a:lnTo>
                  <a:pt x="3124" y="3270"/>
                </a:lnTo>
                <a:lnTo>
                  <a:pt x="3123" y="3271"/>
                </a:lnTo>
                <a:lnTo>
                  <a:pt x="3124" y="3271"/>
                </a:lnTo>
                <a:lnTo>
                  <a:pt x="3124" y="3272"/>
                </a:lnTo>
                <a:lnTo>
                  <a:pt x="3124" y="3273"/>
                </a:lnTo>
                <a:lnTo>
                  <a:pt x="3123" y="3273"/>
                </a:lnTo>
                <a:lnTo>
                  <a:pt x="3123" y="3272"/>
                </a:lnTo>
                <a:lnTo>
                  <a:pt x="3123" y="3273"/>
                </a:lnTo>
                <a:lnTo>
                  <a:pt x="3122" y="3273"/>
                </a:lnTo>
                <a:lnTo>
                  <a:pt x="3122" y="3274"/>
                </a:lnTo>
                <a:lnTo>
                  <a:pt x="3121" y="3274"/>
                </a:lnTo>
                <a:lnTo>
                  <a:pt x="3121" y="3273"/>
                </a:lnTo>
                <a:lnTo>
                  <a:pt x="3121" y="3274"/>
                </a:lnTo>
                <a:lnTo>
                  <a:pt x="3121" y="3275"/>
                </a:lnTo>
                <a:lnTo>
                  <a:pt x="3122" y="3276"/>
                </a:lnTo>
                <a:lnTo>
                  <a:pt x="3123" y="3276"/>
                </a:lnTo>
                <a:lnTo>
                  <a:pt x="3124" y="3276"/>
                </a:lnTo>
                <a:lnTo>
                  <a:pt x="3124" y="3277"/>
                </a:lnTo>
                <a:lnTo>
                  <a:pt x="3125" y="3277"/>
                </a:lnTo>
                <a:lnTo>
                  <a:pt x="3125" y="3278"/>
                </a:lnTo>
                <a:lnTo>
                  <a:pt x="3124" y="3278"/>
                </a:lnTo>
                <a:lnTo>
                  <a:pt x="3123" y="3278"/>
                </a:lnTo>
                <a:lnTo>
                  <a:pt x="3122" y="3278"/>
                </a:lnTo>
                <a:lnTo>
                  <a:pt x="3121" y="3279"/>
                </a:lnTo>
                <a:lnTo>
                  <a:pt x="3119" y="3279"/>
                </a:lnTo>
                <a:lnTo>
                  <a:pt x="3120" y="3279"/>
                </a:lnTo>
                <a:lnTo>
                  <a:pt x="3121" y="3278"/>
                </a:lnTo>
                <a:lnTo>
                  <a:pt x="3120" y="3278"/>
                </a:lnTo>
                <a:lnTo>
                  <a:pt x="3120" y="3277"/>
                </a:lnTo>
                <a:lnTo>
                  <a:pt x="3120" y="3278"/>
                </a:lnTo>
                <a:lnTo>
                  <a:pt x="3119" y="3278"/>
                </a:lnTo>
                <a:lnTo>
                  <a:pt x="3118" y="3278"/>
                </a:lnTo>
                <a:lnTo>
                  <a:pt x="3118" y="3277"/>
                </a:lnTo>
                <a:lnTo>
                  <a:pt x="3116" y="3276"/>
                </a:lnTo>
                <a:lnTo>
                  <a:pt x="3116" y="3277"/>
                </a:lnTo>
                <a:lnTo>
                  <a:pt x="3115" y="3277"/>
                </a:lnTo>
                <a:lnTo>
                  <a:pt x="3114" y="3277"/>
                </a:lnTo>
                <a:lnTo>
                  <a:pt x="3113" y="3277"/>
                </a:lnTo>
                <a:lnTo>
                  <a:pt x="3113" y="3276"/>
                </a:lnTo>
                <a:lnTo>
                  <a:pt x="3112" y="3276"/>
                </a:lnTo>
                <a:lnTo>
                  <a:pt x="3111" y="3276"/>
                </a:lnTo>
                <a:lnTo>
                  <a:pt x="3110" y="3276"/>
                </a:lnTo>
                <a:lnTo>
                  <a:pt x="3111" y="3276"/>
                </a:lnTo>
                <a:lnTo>
                  <a:pt x="3110" y="3276"/>
                </a:lnTo>
                <a:lnTo>
                  <a:pt x="3109" y="3276"/>
                </a:lnTo>
                <a:lnTo>
                  <a:pt x="3108" y="3276"/>
                </a:lnTo>
                <a:lnTo>
                  <a:pt x="3107" y="3276"/>
                </a:lnTo>
                <a:lnTo>
                  <a:pt x="3106" y="3276"/>
                </a:lnTo>
                <a:lnTo>
                  <a:pt x="3106" y="3277"/>
                </a:lnTo>
                <a:lnTo>
                  <a:pt x="3105" y="3277"/>
                </a:lnTo>
                <a:lnTo>
                  <a:pt x="3104" y="3277"/>
                </a:lnTo>
                <a:lnTo>
                  <a:pt x="3104" y="3276"/>
                </a:lnTo>
                <a:lnTo>
                  <a:pt x="3104" y="3275"/>
                </a:lnTo>
                <a:lnTo>
                  <a:pt x="3103" y="3275"/>
                </a:lnTo>
                <a:lnTo>
                  <a:pt x="3103" y="3274"/>
                </a:lnTo>
                <a:lnTo>
                  <a:pt x="3103" y="3273"/>
                </a:lnTo>
                <a:lnTo>
                  <a:pt x="3102" y="3273"/>
                </a:lnTo>
                <a:lnTo>
                  <a:pt x="3102" y="3272"/>
                </a:lnTo>
                <a:lnTo>
                  <a:pt x="3101" y="3272"/>
                </a:lnTo>
                <a:lnTo>
                  <a:pt x="3100" y="3272"/>
                </a:lnTo>
                <a:lnTo>
                  <a:pt x="3099" y="3272"/>
                </a:lnTo>
                <a:lnTo>
                  <a:pt x="3099" y="3271"/>
                </a:lnTo>
                <a:lnTo>
                  <a:pt x="3099" y="3270"/>
                </a:lnTo>
                <a:lnTo>
                  <a:pt x="3098" y="3270"/>
                </a:lnTo>
                <a:lnTo>
                  <a:pt x="3098" y="3269"/>
                </a:lnTo>
                <a:lnTo>
                  <a:pt x="3099" y="3269"/>
                </a:lnTo>
                <a:lnTo>
                  <a:pt x="3098" y="3269"/>
                </a:lnTo>
                <a:lnTo>
                  <a:pt x="3098" y="3268"/>
                </a:lnTo>
                <a:lnTo>
                  <a:pt x="3097" y="3268"/>
                </a:lnTo>
                <a:lnTo>
                  <a:pt x="3097" y="3267"/>
                </a:lnTo>
                <a:lnTo>
                  <a:pt x="3097" y="3266"/>
                </a:lnTo>
                <a:lnTo>
                  <a:pt x="3096" y="3266"/>
                </a:lnTo>
                <a:lnTo>
                  <a:pt x="3096" y="3265"/>
                </a:lnTo>
                <a:lnTo>
                  <a:pt x="3095" y="3265"/>
                </a:lnTo>
                <a:lnTo>
                  <a:pt x="3095" y="3266"/>
                </a:lnTo>
                <a:lnTo>
                  <a:pt x="3094" y="3266"/>
                </a:lnTo>
                <a:lnTo>
                  <a:pt x="3095" y="3266"/>
                </a:lnTo>
                <a:lnTo>
                  <a:pt x="3094" y="3266"/>
                </a:lnTo>
                <a:lnTo>
                  <a:pt x="3093" y="3266"/>
                </a:lnTo>
                <a:lnTo>
                  <a:pt x="3093" y="3265"/>
                </a:lnTo>
                <a:lnTo>
                  <a:pt x="3092" y="3265"/>
                </a:lnTo>
                <a:lnTo>
                  <a:pt x="3091" y="3265"/>
                </a:lnTo>
                <a:lnTo>
                  <a:pt x="3090" y="3265"/>
                </a:lnTo>
                <a:lnTo>
                  <a:pt x="3089" y="3265"/>
                </a:lnTo>
                <a:lnTo>
                  <a:pt x="3089" y="3266"/>
                </a:lnTo>
                <a:lnTo>
                  <a:pt x="3088" y="3266"/>
                </a:lnTo>
                <a:lnTo>
                  <a:pt x="3087" y="3266"/>
                </a:lnTo>
                <a:lnTo>
                  <a:pt x="3086" y="3266"/>
                </a:lnTo>
                <a:lnTo>
                  <a:pt x="3086" y="3267"/>
                </a:lnTo>
                <a:lnTo>
                  <a:pt x="3085" y="3267"/>
                </a:lnTo>
                <a:lnTo>
                  <a:pt x="3084" y="3267"/>
                </a:lnTo>
                <a:lnTo>
                  <a:pt x="3084" y="3268"/>
                </a:lnTo>
                <a:lnTo>
                  <a:pt x="3083" y="3268"/>
                </a:lnTo>
                <a:lnTo>
                  <a:pt x="3082" y="3269"/>
                </a:lnTo>
                <a:lnTo>
                  <a:pt x="3081" y="3269"/>
                </a:lnTo>
                <a:lnTo>
                  <a:pt x="3080" y="3269"/>
                </a:lnTo>
                <a:lnTo>
                  <a:pt x="3080" y="3270"/>
                </a:lnTo>
                <a:lnTo>
                  <a:pt x="3080" y="3269"/>
                </a:lnTo>
                <a:lnTo>
                  <a:pt x="3080" y="3270"/>
                </a:lnTo>
                <a:lnTo>
                  <a:pt x="3079" y="3270"/>
                </a:lnTo>
                <a:lnTo>
                  <a:pt x="3079" y="3269"/>
                </a:lnTo>
                <a:lnTo>
                  <a:pt x="3078" y="3269"/>
                </a:lnTo>
                <a:lnTo>
                  <a:pt x="3078" y="3270"/>
                </a:lnTo>
                <a:lnTo>
                  <a:pt x="3077" y="3270"/>
                </a:lnTo>
                <a:lnTo>
                  <a:pt x="3075" y="3270"/>
                </a:lnTo>
                <a:lnTo>
                  <a:pt x="3074" y="3270"/>
                </a:lnTo>
                <a:lnTo>
                  <a:pt x="3073" y="3270"/>
                </a:lnTo>
                <a:lnTo>
                  <a:pt x="3072" y="3270"/>
                </a:lnTo>
                <a:lnTo>
                  <a:pt x="3071" y="3270"/>
                </a:lnTo>
                <a:lnTo>
                  <a:pt x="3071" y="3269"/>
                </a:lnTo>
                <a:lnTo>
                  <a:pt x="3070" y="3269"/>
                </a:lnTo>
                <a:lnTo>
                  <a:pt x="3069" y="3269"/>
                </a:lnTo>
                <a:lnTo>
                  <a:pt x="3069" y="3270"/>
                </a:lnTo>
                <a:lnTo>
                  <a:pt x="3068" y="3270"/>
                </a:lnTo>
                <a:lnTo>
                  <a:pt x="3068" y="3271"/>
                </a:lnTo>
                <a:lnTo>
                  <a:pt x="3067" y="3272"/>
                </a:lnTo>
                <a:lnTo>
                  <a:pt x="3067" y="3271"/>
                </a:lnTo>
                <a:lnTo>
                  <a:pt x="3066" y="3271"/>
                </a:lnTo>
                <a:lnTo>
                  <a:pt x="3066" y="3272"/>
                </a:lnTo>
                <a:lnTo>
                  <a:pt x="3065" y="3272"/>
                </a:lnTo>
                <a:lnTo>
                  <a:pt x="3065" y="3271"/>
                </a:lnTo>
                <a:lnTo>
                  <a:pt x="3064" y="3271"/>
                </a:lnTo>
                <a:lnTo>
                  <a:pt x="3063" y="3271"/>
                </a:lnTo>
                <a:lnTo>
                  <a:pt x="3062" y="3271"/>
                </a:lnTo>
                <a:lnTo>
                  <a:pt x="3062" y="3270"/>
                </a:lnTo>
                <a:lnTo>
                  <a:pt x="3063" y="3270"/>
                </a:lnTo>
                <a:lnTo>
                  <a:pt x="3063" y="3269"/>
                </a:lnTo>
                <a:lnTo>
                  <a:pt x="3063" y="3268"/>
                </a:lnTo>
                <a:lnTo>
                  <a:pt x="3062" y="3268"/>
                </a:lnTo>
                <a:lnTo>
                  <a:pt x="3062" y="3266"/>
                </a:lnTo>
                <a:lnTo>
                  <a:pt x="3062" y="3265"/>
                </a:lnTo>
                <a:lnTo>
                  <a:pt x="3062" y="3264"/>
                </a:lnTo>
                <a:lnTo>
                  <a:pt x="3062" y="3265"/>
                </a:lnTo>
                <a:lnTo>
                  <a:pt x="3061" y="3265"/>
                </a:lnTo>
                <a:lnTo>
                  <a:pt x="3061" y="3264"/>
                </a:lnTo>
                <a:lnTo>
                  <a:pt x="3060" y="3264"/>
                </a:lnTo>
                <a:lnTo>
                  <a:pt x="3059" y="3264"/>
                </a:lnTo>
                <a:lnTo>
                  <a:pt x="3059" y="3265"/>
                </a:lnTo>
                <a:lnTo>
                  <a:pt x="3058" y="3265"/>
                </a:lnTo>
                <a:lnTo>
                  <a:pt x="3058" y="3266"/>
                </a:lnTo>
                <a:lnTo>
                  <a:pt x="3057" y="3265"/>
                </a:lnTo>
                <a:lnTo>
                  <a:pt x="3057" y="3266"/>
                </a:lnTo>
                <a:lnTo>
                  <a:pt x="3056" y="3266"/>
                </a:lnTo>
                <a:lnTo>
                  <a:pt x="3056" y="3267"/>
                </a:lnTo>
                <a:lnTo>
                  <a:pt x="3056" y="3268"/>
                </a:lnTo>
                <a:lnTo>
                  <a:pt x="3055" y="3268"/>
                </a:lnTo>
                <a:lnTo>
                  <a:pt x="3055" y="3269"/>
                </a:lnTo>
                <a:lnTo>
                  <a:pt x="3054" y="3269"/>
                </a:lnTo>
                <a:lnTo>
                  <a:pt x="3054" y="3270"/>
                </a:lnTo>
                <a:lnTo>
                  <a:pt x="3053" y="3270"/>
                </a:lnTo>
                <a:lnTo>
                  <a:pt x="3053" y="3271"/>
                </a:lnTo>
                <a:lnTo>
                  <a:pt x="3052" y="3271"/>
                </a:lnTo>
                <a:lnTo>
                  <a:pt x="3052" y="3270"/>
                </a:lnTo>
                <a:lnTo>
                  <a:pt x="3051" y="3271"/>
                </a:lnTo>
                <a:lnTo>
                  <a:pt x="3051" y="3270"/>
                </a:lnTo>
                <a:lnTo>
                  <a:pt x="3050" y="3270"/>
                </a:lnTo>
                <a:lnTo>
                  <a:pt x="3051" y="3270"/>
                </a:lnTo>
                <a:lnTo>
                  <a:pt x="3051" y="3269"/>
                </a:lnTo>
                <a:lnTo>
                  <a:pt x="3051" y="3268"/>
                </a:lnTo>
                <a:lnTo>
                  <a:pt x="3050" y="3268"/>
                </a:lnTo>
                <a:lnTo>
                  <a:pt x="3051" y="3267"/>
                </a:lnTo>
                <a:lnTo>
                  <a:pt x="3051" y="3266"/>
                </a:lnTo>
                <a:lnTo>
                  <a:pt x="3051" y="3265"/>
                </a:lnTo>
                <a:lnTo>
                  <a:pt x="3051" y="3264"/>
                </a:lnTo>
                <a:lnTo>
                  <a:pt x="3050" y="3264"/>
                </a:lnTo>
                <a:lnTo>
                  <a:pt x="3051" y="3264"/>
                </a:lnTo>
                <a:lnTo>
                  <a:pt x="3050" y="3264"/>
                </a:lnTo>
                <a:lnTo>
                  <a:pt x="3050" y="3263"/>
                </a:lnTo>
                <a:lnTo>
                  <a:pt x="3049" y="3263"/>
                </a:lnTo>
                <a:lnTo>
                  <a:pt x="3050" y="3263"/>
                </a:lnTo>
                <a:lnTo>
                  <a:pt x="3050" y="3262"/>
                </a:lnTo>
                <a:lnTo>
                  <a:pt x="3049" y="3262"/>
                </a:lnTo>
                <a:lnTo>
                  <a:pt x="3049" y="3261"/>
                </a:lnTo>
                <a:lnTo>
                  <a:pt x="3048" y="3261"/>
                </a:lnTo>
                <a:lnTo>
                  <a:pt x="3048" y="3260"/>
                </a:lnTo>
                <a:lnTo>
                  <a:pt x="3048" y="3259"/>
                </a:lnTo>
                <a:lnTo>
                  <a:pt x="3047" y="3259"/>
                </a:lnTo>
                <a:lnTo>
                  <a:pt x="3047" y="3258"/>
                </a:lnTo>
                <a:lnTo>
                  <a:pt x="3047" y="3257"/>
                </a:lnTo>
                <a:lnTo>
                  <a:pt x="3046" y="3257"/>
                </a:lnTo>
                <a:lnTo>
                  <a:pt x="3046" y="3256"/>
                </a:lnTo>
                <a:lnTo>
                  <a:pt x="3045" y="3256"/>
                </a:lnTo>
                <a:lnTo>
                  <a:pt x="3045" y="3257"/>
                </a:lnTo>
                <a:lnTo>
                  <a:pt x="3044" y="3257"/>
                </a:lnTo>
                <a:lnTo>
                  <a:pt x="3043" y="3257"/>
                </a:lnTo>
                <a:lnTo>
                  <a:pt x="3042" y="3257"/>
                </a:lnTo>
                <a:lnTo>
                  <a:pt x="3042" y="3258"/>
                </a:lnTo>
                <a:lnTo>
                  <a:pt x="3041" y="3258"/>
                </a:lnTo>
                <a:lnTo>
                  <a:pt x="3041" y="3259"/>
                </a:lnTo>
                <a:lnTo>
                  <a:pt x="3041" y="3260"/>
                </a:lnTo>
                <a:lnTo>
                  <a:pt x="3040" y="3260"/>
                </a:lnTo>
                <a:lnTo>
                  <a:pt x="3039" y="3260"/>
                </a:lnTo>
                <a:lnTo>
                  <a:pt x="3038" y="3260"/>
                </a:lnTo>
                <a:lnTo>
                  <a:pt x="3038" y="3259"/>
                </a:lnTo>
                <a:lnTo>
                  <a:pt x="3037" y="3259"/>
                </a:lnTo>
                <a:lnTo>
                  <a:pt x="3037" y="3258"/>
                </a:lnTo>
                <a:lnTo>
                  <a:pt x="3036" y="3258"/>
                </a:lnTo>
                <a:lnTo>
                  <a:pt x="3036" y="3257"/>
                </a:lnTo>
                <a:lnTo>
                  <a:pt x="3036" y="3256"/>
                </a:lnTo>
                <a:lnTo>
                  <a:pt x="3035" y="3256"/>
                </a:lnTo>
                <a:lnTo>
                  <a:pt x="3036" y="3256"/>
                </a:lnTo>
                <a:lnTo>
                  <a:pt x="3035" y="3256"/>
                </a:lnTo>
                <a:lnTo>
                  <a:pt x="3035" y="3255"/>
                </a:lnTo>
                <a:lnTo>
                  <a:pt x="3034" y="3255"/>
                </a:lnTo>
                <a:lnTo>
                  <a:pt x="3034" y="3256"/>
                </a:lnTo>
                <a:lnTo>
                  <a:pt x="3034" y="3255"/>
                </a:lnTo>
                <a:lnTo>
                  <a:pt x="3033" y="3255"/>
                </a:lnTo>
                <a:lnTo>
                  <a:pt x="3033" y="3254"/>
                </a:lnTo>
                <a:lnTo>
                  <a:pt x="3032" y="3254"/>
                </a:lnTo>
                <a:lnTo>
                  <a:pt x="3031" y="3254"/>
                </a:lnTo>
                <a:lnTo>
                  <a:pt x="3031" y="3253"/>
                </a:lnTo>
                <a:lnTo>
                  <a:pt x="3030" y="3253"/>
                </a:lnTo>
                <a:lnTo>
                  <a:pt x="3030" y="3252"/>
                </a:lnTo>
                <a:lnTo>
                  <a:pt x="3029" y="3252"/>
                </a:lnTo>
                <a:lnTo>
                  <a:pt x="3029" y="3251"/>
                </a:lnTo>
                <a:lnTo>
                  <a:pt x="3028" y="3251"/>
                </a:lnTo>
                <a:lnTo>
                  <a:pt x="3027" y="3251"/>
                </a:lnTo>
                <a:lnTo>
                  <a:pt x="3027" y="3250"/>
                </a:lnTo>
                <a:lnTo>
                  <a:pt x="3026" y="3250"/>
                </a:lnTo>
                <a:lnTo>
                  <a:pt x="3026" y="3249"/>
                </a:lnTo>
                <a:lnTo>
                  <a:pt x="3025" y="3249"/>
                </a:lnTo>
                <a:lnTo>
                  <a:pt x="3024" y="3249"/>
                </a:lnTo>
                <a:lnTo>
                  <a:pt x="3023" y="3249"/>
                </a:lnTo>
                <a:lnTo>
                  <a:pt x="3022" y="3249"/>
                </a:lnTo>
                <a:lnTo>
                  <a:pt x="3021" y="3249"/>
                </a:lnTo>
                <a:lnTo>
                  <a:pt x="3021" y="3248"/>
                </a:lnTo>
                <a:lnTo>
                  <a:pt x="3020" y="3248"/>
                </a:lnTo>
                <a:lnTo>
                  <a:pt x="3020" y="3247"/>
                </a:lnTo>
                <a:lnTo>
                  <a:pt x="3020" y="3248"/>
                </a:lnTo>
                <a:lnTo>
                  <a:pt x="3019" y="3248"/>
                </a:lnTo>
                <a:lnTo>
                  <a:pt x="3019" y="3247"/>
                </a:lnTo>
                <a:lnTo>
                  <a:pt x="3019" y="3245"/>
                </a:lnTo>
                <a:lnTo>
                  <a:pt x="3020" y="3245"/>
                </a:lnTo>
                <a:lnTo>
                  <a:pt x="3020" y="3244"/>
                </a:lnTo>
                <a:lnTo>
                  <a:pt x="3020" y="3243"/>
                </a:lnTo>
                <a:lnTo>
                  <a:pt x="3021" y="3243"/>
                </a:lnTo>
                <a:lnTo>
                  <a:pt x="3021" y="3244"/>
                </a:lnTo>
                <a:lnTo>
                  <a:pt x="3021" y="3243"/>
                </a:lnTo>
                <a:lnTo>
                  <a:pt x="3022" y="3243"/>
                </a:lnTo>
                <a:lnTo>
                  <a:pt x="3022" y="3242"/>
                </a:lnTo>
                <a:lnTo>
                  <a:pt x="3023" y="3242"/>
                </a:lnTo>
                <a:lnTo>
                  <a:pt x="3023" y="3241"/>
                </a:lnTo>
                <a:lnTo>
                  <a:pt x="3024" y="3241"/>
                </a:lnTo>
                <a:lnTo>
                  <a:pt x="3024" y="3240"/>
                </a:lnTo>
                <a:lnTo>
                  <a:pt x="3024" y="3239"/>
                </a:lnTo>
                <a:lnTo>
                  <a:pt x="3023" y="3239"/>
                </a:lnTo>
                <a:lnTo>
                  <a:pt x="3024" y="3239"/>
                </a:lnTo>
                <a:lnTo>
                  <a:pt x="3024" y="3238"/>
                </a:lnTo>
                <a:lnTo>
                  <a:pt x="3023" y="3238"/>
                </a:lnTo>
                <a:lnTo>
                  <a:pt x="3023" y="3237"/>
                </a:lnTo>
                <a:lnTo>
                  <a:pt x="3022" y="3237"/>
                </a:lnTo>
                <a:lnTo>
                  <a:pt x="3022" y="3236"/>
                </a:lnTo>
                <a:lnTo>
                  <a:pt x="3021" y="3236"/>
                </a:lnTo>
                <a:lnTo>
                  <a:pt x="3020" y="3236"/>
                </a:lnTo>
                <a:lnTo>
                  <a:pt x="3021" y="3236"/>
                </a:lnTo>
                <a:lnTo>
                  <a:pt x="3021" y="3235"/>
                </a:lnTo>
                <a:lnTo>
                  <a:pt x="3020" y="3235"/>
                </a:lnTo>
                <a:lnTo>
                  <a:pt x="3019" y="3235"/>
                </a:lnTo>
                <a:lnTo>
                  <a:pt x="3018" y="3235"/>
                </a:lnTo>
                <a:lnTo>
                  <a:pt x="3017" y="3235"/>
                </a:lnTo>
                <a:lnTo>
                  <a:pt x="3017" y="3236"/>
                </a:lnTo>
                <a:lnTo>
                  <a:pt x="3017" y="3237"/>
                </a:lnTo>
                <a:lnTo>
                  <a:pt x="3016" y="3237"/>
                </a:lnTo>
                <a:lnTo>
                  <a:pt x="3016" y="3238"/>
                </a:lnTo>
                <a:lnTo>
                  <a:pt x="3016" y="3237"/>
                </a:lnTo>
                <a:lnTo>
                  <a:pt x="3015" y="3237"/>
                </a:lnTo>
                <a:lnTo>
                  <a:pt x="3015" y="3238"/>
                </a:lnTo>
                <a:lnTo>
                  <a:pt x="3014" y="3238"/>
                </a:lnTo>
                <a:lnTo>
                  <a:pt x="3014" y="3237"/>
                </a:lnTo>
                <a:lnTo>
                  <a:pt x="3013" y="3237"/>
                </a:lnTo>
                <a:lnTo>
                  <a:pt x="3012" y="3237"/>
                </a:lnTo>
                <a:lnTo>
                  <a:pt x="3012" y="3236"/>
                </a:lnTo>
                <a:lnTo>
                  <a:pt x="3012" y="3235"/>
                </a:lnTo>
                <a:lnTo>
                  <a:pt x="3011" y="3235"/>
                </a:lnTo>
                <a:lnTo>
                  <a:pt x="3012" y="3235"/>
                </a:lnTo>
                <a:lnTo>
                  <a:pt x="3011" y="3235"/>
                </a:lnTo>
                <a:lnTo>
                  <a:pt x="3011" y="3234"/>
                </a:lnTo>
                <a:lnTo>
                  <a:pt x="3011" y="3233"/>
                </a:lnTo>
                <a:lnTo>
                  <a:pt x="3011" y="3232"/>
                </a:lnTo>
                <a:lnTo>
                  <a:pt x="3010" y="3232"/>
                </a:lnTo>
                <a:lnTo>
                  <a:pt x="3010" y="3233"/>
                </a:lnTo>
                <a:lnTo>
                  <a:pt x="3009" y="3233"/>
                </a:lnTo>
                <a:lnTo>
                  <a:pt x="3009" y="3232"/>
                </a:lnTo>
                <a:lnTo>
                  <a:pt x="3008" y="3232"/>
                </a:lnTo>
                <a:lnTo>
                  <a:pt x="3007" y="3232"/>
                </a:lnTo>
                <a:lnTo>
                  <a:pt x="3007" y="3231"/>
                </a:lnTo>
                <a:lnTo>
                  <a:pt x="3006" y="3231"/>
                </a:lnTo>
                <a:lnTo>
                  <a:pt x="3006" y="3232"/>
                </a:lnTo>
                <a:lnTo>
                  <a:pt x="3006" y="3231"/>
                </a:lnTo>
                <a:lnTo>
                  <a:pt x="3006" y="3232"/>
                </a:lnTo>
                <a:lnTo>
                  <a:pt x="3005" y="3232"/>
                </a:lnTo>
                <a:lnTo>
                  <a:pt x="3004" y="3232"/>
                </a:lnTo>
                <a:lnTo>
                  <a:pt x="3004" y="3231"/>
                </a:lnTo>
                <a:lnTo>
                  <a:pt x="3003" y="3231"/>
                </a:lnTo>
                <a:lnTo>
                  <a:pt x="3003" y="3232"/>
                </a:lnTo>
                <a:lnTo>
                  <a:pt x="3002" y="3232"/>
                </a:lnTo>
                <a:lnTo>
                  <a:pt x="3002" y="3233"/>
                </a:lnTo>
                <a:lnTo>
                  <a:pt x="3002" y="3232"/>
                </a:lnTo>
                <a:lnTo>
                  <a:pt x="3001" y="3233"/>
                </a:lnTo>
                <a:lnTo>
                  <a:pt x="3001" y="3232"/>
                </a:lnTo>
                <a:lnTo>
                  <a:pt x="3000" y="3232"/>
                </a:lnTo>
                <a:lnTo>
                  <a:pt x="3000" y="3231"/>
                </a:lnTo>
                <a:lnTo>
                  <a:pt x="3000" y="3230"/>
                </a:lnTo>
                <a:lnTo>
                  <a:pt x="3000" y="3231"/>
                </a:lnTo>
                <a:lnTo>
                  <a:pt x="2999" y="3231"/>
                </a:lnTo>
                <a:lnTo>
                  <a:pt x="2999" y="3230"/>
                </a:lnTo>
                <a:lnTo>
                  <a:pt x="2999" y="3229"/>
                </a:lnTo>
                <a:lnTo>
                  <a:pt x="2998" y="3229"/>
                </a:lnTo>
                <a:lnTo>
                  <a:pt x="2997" y="3229"/>
                </a:lnTo>
                <a:lnTo>
                  <a:pt x="2997" y="3228"/>
                </a:lnTo>
                <a:lnTo>
                  <a:pt x="2997" y="3229"/>
                </a:lnTo>
                <a:lnTo>
                  <a:pt x="2997" y="3228"/>
                </a:lnTo>
                <a:lnTo>
                  <a:pt x="2997" y="3229"/>
                </a:lnTo>
                <a:lnTo>
                  <a:pt x="2996" y="3229"/>
                </a:lnTo>
                <a:lnTo>
                  <a:pt x="2995" y="3229"/>
                </a:lnTo>
                <a:lnTo>
                  <a:pt x="2995" y="3230"/>
                </a:lnTo>
                <a:lnTo>
                  <a:pt x="2994" y="3230"/>
                </a:lnTo>
                <a:lnTo>
                  <a:pt x="2994" y="3231"/>
                </a:lnTo>
                <a:lnTo>
                  <a:pt x="2994" y="3232"/>
                </a:lnTo>
                <a:lnTo>
                  <a:pt x="2993" y="3232"/>
                </a:lnTo>
                <a:lnTo>
                  <a:pt x="2993" y="3233"/>
                </a:lnTo>
                <a:lnTo>
                  <a:pt x="2992" y="3233"/>
                </a:lnTo>
                <a:lnTo>
                  <a:pt x="2992" y="3232"/>
                </a:lnTo>
                <a:lnTo>
                  <a:pt x="2992" y="3233"/>
                </a:lnTo>
                <a:lnTo>
                  <a:pt x="2991" y="3233"/>
                </a:lnTo>
                <a:lnTo>
                  <a:pt x="2991" y="3234"/>
                </a:lnTo>
                <a:lnTo>
                  <a:pt x="2991" y="3233"/>
                </a:lnTo>
                <a:lnTo>
                  <a:pt x="2991" y="3232"/>
                </a:lnTo>
                <a:lnTo>
                  <a:pt x="2990" y="3232"/>
                </a:lnTo>
                <a:lnTo>
                  <a:pt x="2990" y="3231"/>
                </a:lnTo>
                <a:lnTo>
                  <a:pt x="2990" y="3230"/>
                </a:lnTo>
                <a:lnTo>
                  <a:pt x="2990" y="3229"/>
                </a:lnTo>
                <a:lnTo>
                  <a:pt x="2991" y="3229"/>
                </a:lnTo>
                <a:lnTo>
                  <a:pt x="2991" y="3228"/>
                </a:lnTo>
                <a:lnTo>
                  <a:pt x="2992" y="3228"/>
                </a:lnTo>
                <a:lnTo>
                  <a:pt x="2991" y="3227"/>
                </a:lnTo>
                <a:lnTo>
                  <a:pt x="2992" y="3227"/>
                </a:lnTo>
                <a:lnTo>
                  <a:pt x="2992" y="3226"/>
                </a:lnTo>
                <a:lnTo>
                  <a:pt x="2991" y="3226"/>
                </a:lnTo>
                <a:lnTo>
                  <a:pt x="2991" y="3225"/>
                </a:lnTo>
                <a:lnTo>
                  <a:pt x="2991" y="3224"/>
                </a:lnTo>
                <a:lnTo>
                  <a:pt x="2992" y="3223"/>
                </a:lnTo>
                <a:lnTo>
                  <a:pt x="2992" y="3222"/>
                </a:lnTo>
                <a:lnTo>
                  <a:pt x="2992" y="3221"/>
                </a:lnTo>
                <a:lnTo>
                  <a:pt x="2992" y="3220"/>
                </a:lnTo>
                <a:lnTo>
                  <a:pt x="2992" y="3219"/>
                </a:lnTo>
                <a:lnTo>
                  <a:pt x="2991" y="3219"/>
                </a:lnTo>
                <a:lnTo>
                  <a:pt x="2991" y="3218"/>
                </a:lnTo>
                <a:lnTo>
                  <a:pt x="2991" y="3217"/>
                </a:lnTo>
                <a:lnTo>
                  <a:pt x="2991" y="3216"/>
                </a:lnTo>
                <a:lnTo>
                  <a:pt x="2990" y="3216"/>
                </a:lnTo>
                <a:lnTo>
                  <a:pt x="2990" y="3215"/>
                </a:lnTo>
                <a:lnTo>
                  <a:pt x="2991" y="3215"/>
                </a:lnTo>
                <a:lnTo>
                  <a:pt x="2991" y="3214"/>
                </a:lnTo>
                <a:lnTo>
                  <a:pt x="2992" y="3214"/>
                </a:lnTo>
                <a:lnTo>
                  <a:pt x="2992" y="3213"/>
                </a:lnTo>
                <a:lnTo>
                  <a:pt x="2991" y="3213"/>
                </a:lnTo>
                <a:lnTo>
                  <a:pt x="2990" y="3213"/>
                </a:lnTo>
                <a:lnTo>
                  <a:pt x="2990" y="3212"/>
                </a:lnTo>
                <a:lnTo>
                  <a:pt x="2989" y="3212"/>
                </a:lnTo>
                <a:lnTo>
                  <a:pt x="2989" y="3211"/>
                </a:lnTo>
                <a:lnTo>
                  <a:pt x="2989" y="3210"/>
                </a:lnTo>
                <a:lnTo>
                  <a:pt x="2990" y="3210"/>
                </a:lnTo>
                <a:lnTo>
                  <a:pt x="2990" y="3209"/>
                </a:lnTo>
                <a:lnTo>
                  <a:pt x="2989" y="3209"/>
                </a:lnTo>
                <a:lnTo>
                  <a:pt x="2990" y="3209"/>
                </a:lnTo>
                <a:lnTo>
                  <a:pt x="2991" y="3209"/>
                </a:lnTo>
                <a:lnTo>
                  <a:pt x="2991" y="3208"/>
                </a:lnTo>
                <a:lnTo>
                  <a:pt x="2991" y="3207"/>
                </a:lnTo>
                <a:lnTo>
                  <a:pt x="2991" y="3206"/>
                </a:lnTo>
                <a:lnTo>
                  <a:pt x="2991" y="3205"/>
                </a:lnTo>
                <a:lnTo>
                  <a:pt x="2990" y="3204"/>
                </a:lnTo>
                <a:lnTo>
                  <a:pt x="2991" y="3204"/>
                </a:lnTo>
                <a:lnTo>
                  <a:pt x="2990" y="3204"/>
                </a:lnTo>
                <a:lnTo>
                  <a:pt x="2990" y="3203"/>
                </a:lnTo>
                <a:lnTo>
                  <a:pt x="2990" y="3202"/>
                </a:lnTo>
                <a:lnTo>
                  <a:pt x="2991" y="3202"/>
                </a:lnTo>
                <a:lnTo>
                  <a:pt x="2990" y="3202"/>
                </a:lnTo>
                <a:lnTo>
                  <a:pt x="2991" y="3202"/>
                </a:lnTo>
                <a:lnTo>
                  <a:pt x="2991" y="3201"/>
                </a:lnTo>
                <a:lnTo>
                  <a:pt x="2990" y="3201"/>
                </a:lnTo>
                <a:lnTo>
                  <a:pt x="2989" y="3201"/>
                </a:lnTo>
                <a:lnTo>
                  <a:pt x="2988" y="3201"/>
                </a:lnTo>
                <a:lnTo>
                  <a:pt x="2988" y="3200"/>
                </a:lnTo>
                <a:lnTo>
                  <a:pt x="2988" y="3199"/>
                </a:lnTo>
                <a:lnTo>
                  <a:pt x="2988" y="3198"/>
                </a:lnTo>
                <a:lnTo>
                  <a:pt x="2988" y="3197"/>
                </a:lnTo>
                <a:lnTo>
                  <a:pt x="2988" y="3196"/>
                </a:lnTo>
                <a:lnTo>
                  <a:pt x="2988" y="3195"/>
                </a:lnTo>
                <a:lnTo>
                  <a:pt x="2987" y="3195"/>
                </a:lnTo>
                <a:lnTo>
                  <a:pt x="2986" y="3195"/>
                </a:lnTo>
                <a:lnTo>
                  <a:pt x="2985" y="3195"/>
                </a:lnTo>
                <a:lnTo>
                  <a:pt x="2984" y="3195"/>
                </a:lnTo>
                <a:lnTo>
                  <a:pt x="2984" y="3196"/>
                </a:lnTo>
                <a:lnTo>
                  <a:pt x="2984" y="3195"/>
                </a:lnTo>
                <a:lnTo>
                  <a:pt x="2983" y="3195"/>
                </a:lnTo>
                <a:lnTo>
                  <a:pt x="2982" y="3195"/>
                </a:lnTo>
                <a:lnTo>
                  <a:pt x="2981" y="3195"/>
                </a:lnTo>
                <a:lnTo>
                  <a:pt x="2980" y="3195"/>
                </a:lnTo>
                <a:lnTo>
                  <a:pt x="2980" y="3194"/>
                </a:lnTo>
                <a:lnTo>
                  <a:pt x="2980" y="3195"/>
                </a:lnTo>
                <a:lnTo>
                  <a:pt x="2979" y="3194"/>
                </a:lnTo>
                <a:lnTo>
                  <a:pt x="2979" y="3193"/>
                </a:lnTo>
                <a:lnTo>
                  <a:pt x="2979" y="3192"/>
                </a:lnTo>
                <a:lnTo>
                  <a:pt x="2980" y="3192"/>
                </a:lnTo>
                <a:lnTo>
                  <a:pt x="2981" y="3192"/>
                </a:lnTo>
                <a:lnTo>
                  <a:pt x="2981" y="3191"/>
                </a:lnTo>
                <a:lnTo>
                  <a:pt x="2981" y="3190"/>
                </a:lnTo>
                <a:lnTo>
                  <a:pt x="2981" y="3189"/>
                </a:lnTo>
                <a:lnTo>
                  <a:pt x="2980" y="3189"/>
                </a:lnTo>
                <a:lnTo>
                  <a:pt x="2980" y="3188"/>
                </a:lnTo>
                <a:lnTo>
                  <a:pt x="2979" y="3187"/>
                </a:lnTo>
                <a:lnTo>
                  <a:pt x="2979" y="3186"/>
                </a:lnTo>
                <a:lnTo>
                  <a:pt x="2979" y="3185"/>
                </a:lnTo>
                <a:lnTo>
                  <a:pt x="2979" y="3184"/>
                </a:lnTo>
                <a:lnTo>
                  <a:pt x="2979" y="3183"/>
                </a:lnTo>
                <a:lnTo>
                  <a:pt x="2978" y="3183"/>
                </a:lnTo>
                <a:lnTo>
                  <a:pt x="2979" y="3183"/>
                </a:lnTo>
                <a:lnTo>
                  <a:pt x="2979" y="3182"/>
                </a:lnTo>
                <a:lnTo>
                  <a:pt x="2979" y="3181"/>
                </a:lnTo>
                <a:lnTo>
                  <a:pt x="2980" y="3181"/>
                </a:lnTo>
                <a:lnTo>
                  <a:pt x="2980" y="3182"/>
                </a:lnTo>
                <a:lnTo>
                  <a:pt x="2980" y="3181"/>
                </a:lnTo>
                <a:lnTo>
                  <a:pt x="2981" y="3181"/>
                </a:lnTo>
                <a:lnTo>
                  <a:pt x="2981" y="3180"/>
                </a:lnTo>
                <a:lnTo>
                  <a:pt x="2981" y="3179"/>
                </a:lnTo>
                <a:lnTo>
                  <a:pt x="2981" y="3178"/>
                </a:lnTo>
                <a:lnTo>
                  <a:pt x="2981" y="3177"/>
                </a:lnTo>
                <a:lnTo>
                  <a:pt x="2981" y="3176"/>
                </a:lnTo>
                <a:lnTo>
                  <a:pt x="2981" y="3175"/>
                </a:lnTo>
                <a:lnTo>
                  <a:pt x="2982" y="3175"/>
                </a:lnTo>
                <a:lnTo>
                  <a:pt x="2981" y="3175"/>
                </a:lnTo>
                <a:lnTo>
                  <a:pt x="2981" y="3174"/>
                </a:lnTo>
                <a:lnTo>
                  <a:pt x="2982" y="3174"/>
                </a:lnTo>
                <a:lnTo>
                  <a:pt x="2981" y="3174"/>
                </a:lnTo>
                <a:lnTo>
                  <a:pt x="2981" y="3173"/>
                </a:lnTo>
                <a:lnTo>
                  <a:pt x="2982" y="3173"/>
                </a:lnTo>
                <a:lnTo>
                  <a:pt x="2983" y="3173"/>
                </a:lnTo>
                <a:lnTo>
                  <a:pt x="2983" y="3172"/>
                </a:lnTo>
                <a:lnTo>
                  <a:pt x="2983" y="3171"/>
                </a:lnTo>
                <a:lnTo>
                  <a:pt x="2982" y="3171"/>
                </a:lnTo>
                <a:lnTo>
                  <a:pt x="2983" y="3171"/>
                </a:lnTo>
                <a:lnTo>
                  <a:pt x="2983" y="3170"/>
                </a:lnTo>
                <a:lnTo>
                  <a:pt x="2983" y="3169"/>
                </a:lnTo>
                <a:lnTo>
                  <a:pt x="2983" y="3168"/>
                </a:lnTo>
                <a:lnTo>
                  <a:pt x="2984" y="3168"/>
                </a:lnTo>
                <a:lnTo>
                  <a:pt x="2985" y="3168"/>
                </a:lnTo>
                <a:lnTo>
                  <a:pt x="2985" y="3169"/>
                </a:lnTo>
                <a:lnTo>
                  <a:pt x="2986" y="3169"/>
                </a:lnTo>
                <a:lnTo>
                  <a:pt x="2986" y="3170"/>
                </a:lnTo>
                <a:lnTo>
                  <a:pt x="2987" y="3170"/>
                </a:lnTo>
                <a:lnTo>
                  <a:pt x="2987" y="3171"/>
                </a:lnTo>
                <a:lnTo>
                  <a:pt x="2988" y="3171"/>
                </a:lnTo>
                <a:lnTo>
                  <a:pt x="2989" y="3171"/>
                </a:lnTo>
                <a:lnTo>
                  <a:pt x="2989" y="3170"/>
                </a:lnTo>
                <a:lnTo>
                  <a:pt x="2990" y="3170"/>
                </a:lnTo>
                <a:lnTo>
                  <a:pt x="2990" y="3171"/>
                </a:lnTo>
                <a:lnTo>
                  <a:pt x="2990" y="3170"/>
                </a:lnTo>
                <a:lnTo>
                  <a:pt x="2991" y="3170"/>
                </a:lnTo>
                <a:lnTo>
                  <a:pt x="2992" y="3170"/>
                </a:lnTo>
                <a:lnTo>
                  <a:pt x="2992" y="3171"/>
                </a:lnTo>
                <a:lnTo>
                  <a:pt x="2992" y="3170"/>
                </a:lnTo>
                <a:lnTo>
                  <a:pt x="2993" y="3170"/>
                </a:lnTo>
                <a:lnTo>
                  <a:pt x="2993" y="3169"/>
                </a:lnTo>
                <a:lnTo>
                  <a:pt x="2994" y="3169"/>
                </a:lnTo>
                <a:lnTo>
                  <a:pt x="2994" y="3168"/>
                </a:lnTo>
                <a:lnTo>
                  <a:pt x="2993" y="3168"/>
                </a:lnTo>
                <a:lnTo>
                  <a:pt x="2993" y="3167"/>
                </a:lnTo>
                <a:lnTo>
                  <a:pt x="2993" y="3168"/>
                </a:lnTo>
                <a:lnTo>
                  <a:pt x="2993" y="3167"/>
                </a:lnTo>
                <a:lnTo>
                  <a:pt x="2993" y="3166"/>
                </a:lnTo>
                <a:lnTo>
                  <a:pt x="2994" y="3166"/>
                </a:lnTo>
                <a:lnTo>
                  <a:pt x="2994" y="3165"/>
                </a:lnTo>
                <a:lnTo>
                  <a:pt x="2993" y="3165"/>
                </a:lnTo>
                <a:lnTo>
                  <a:pt x="2993" y="3164"/>
                </a:lnTo>
                <a:lnTo>
                  <a:pt x="2994" y="3164"/>
                </a:lnTo>
                <a:lnTo>
                  <a:pt x="2994" y="3163"/>
                </a:lnTo>
                <a:lnTo>
                  <a:pt x="2995" y="3163"/>
                </a:lnTo>
                <a:lnTo>
                  <a:pt x="2995" y="3162"/>
                </a:lnTo>
                <a:lnTo>
                  <a:pt x="2995" y="3161"/>
                </a:lnTo>
                <a:lnTo>
                  <a:pt x="2996" y="3161"/>
                </a:lnTo>
                <a:lnTo>
                  <a:pt x="2997" y="3161"/>
                </a:lnTo>
                <a:lnTo>
                  <a:pt x="2996" y="3161"/>
                </a:lnTo>
                <a:lnTo>
                  <a:pt x="2996" y="3160"/>
                </a:lnTo>
                <a:lnTo>
                  <a:pt x="2997" y="3160"/>
                </a:lnTo>
                <a:lnTo>
                  <a:pt x="2996" y="3160"/>
                </a:lnTo>
                <a:lnTo>
                  <a:pt x="2996" y="3159"/>
                </a:lnTo>
                <a:lnTo>
                  <a:pt x="2996" y="3158"/>
                </a:lnTo>
                <a:lnTo>
                  <a:pt x="2997" y="3158"/>
                </a:lnTo>
                <a:lnTo>
                  <a:pt x="2998" y="3158"/>
                </a:lnTo>
                <a:lnTo>
                  <a:pt x="2998" y="3157"/>
                </a:lnTo>
                <a:lnTo>
                  <a:pt x="2999" y="3157"/>
                </a:lnTo>
                <a:lnTo>
                  <a:pt x="2998" y="3157"/>
                </a:lnTo>
                <a:lnTo>
                  <a:pt x="2998" y="3156"/>
                </a:lnTo>
                <a:lnTo>
                  <a:pt x="2997" y="3156"/>
                </a:lnTo>
                <a:lnTo>
                  <a:pt x="2997" y="3155"/>
                </a:lnTo>
                <a:lnTo>
                  <a:pt x="2998" y="3154"/>
                </a:lnTo>
                <a:lnTo>
                  <a:pt x="2997" y="3154"/>
                </a:lnTo>
                <a:lnTo>
                  <a:pt x="2998" y="3154"/>
                </a:lnTo>
                <a:lnTo>
                  <a:pt x="2998" y="3153"/>
                </a:lnTo>
                <a:lnTo>
                  <a:pt x="2999" y="3153"/>
                </a:lnTo>
                <a:lnTo>
                  <a:pt x="2999" y="3152"/>
                </a:lnTo>
                <a:lnTo>
                  <a:pt x="3000" y="3152"/>
                </a:lnTo>
                <a:lnTo>
                  <a:pt x="2999" y="3152"/>
                </a:lnTo>
                <a:lnTo>
                  <a:pt x="2999" y="3151"/>
                </a:lnTo>
                <a:lnTo>
                  <a:pt x="3000" y="3151"/>
                </a:lnTo>
                <a:lnTo>
                  <a:pt x="3001" y="3151"/>
                </a:lnTo>
                <a:lnTo>
                  <a:pt x="3002" y="3151"/>
                </a:lnTo>
                <a:lnTo>
                  <a:pt x="3002" y="3150"/>
                </a:lnTo>
                <a:lnTo>
                  <a:pt x="3003" y="3150"/>
                </a:lnTo>
                <a:lnTo>
                  <a:pt x="3002" y="3150"/>
                </a:lnTo>
                <a:lnTo>
                  <a:pt x="3002" y="3149"/>
                </a:lnTo>
                <a:lnTo>
                  <a:pt x="3003" y="3149"/>
                </a:lnTo>
                <a:lnTo>
                  <a:pt x="3003" y="3148"/>
                </a:lnTo>
                <a:lnTo>
                  <a:pt x="3004" y="3148"/>
                </a:lnTo>
                <a:lnTo>
                  <a:pt x="3004" y="3147"/>
                </a:lnTo>
                <a:lnTo>
                  <a:pt x="3003" y="3147"/>
                </a:lnTo>
                <a:lnTo>
                  <a:pt x="3002" y="3147"/>
                </a:lnTo>
                <a:lnTo>
                  <a:pt x="3002" y="3146"/>
                </a:lnTo>
                <a:lnTo>
                  <a:pt x="3001" y="3146"/>
                </a:lnTo>
                <a:lnTo>
                  <a:pt x="3000" y="3146"/>
                </a:lnTo>
                <a:lnTo>
                  <a:pt x="2999" y="3146"/>
                </a:lnTo>
                <a:lnTo>
                  <a:pt x="2999" y="3147"/>
                </a:lnTo>
                <a:lnTo>
                  <a:pt x="2999" y="3146"/>
                </a:lnTo>
                <a:lnTo>
                  <a:pt x="2998" y="3146"/>
                </a:lnTo>
                <a:lnTo>
                  <a:pt x="2998" y="3147"/>
                </a:lnTo>
                <a:lnTo>
                  <a:pt x="2997" y="3147"/>
                </a:lnTo>
                <a:lnTo>
                  <a:pt x="2997" y="3146"/>
                </a:lnTo>
                <a:lnTo>
                  <a:pt x="2997" y="3145"/>
                </a:lnTo>
                <a:lnTo>
                  <a:pt x="2998" y="3145"/>
                </a:lnTo>
                <a:lnTo>
                  <a:pt x="2997" y="3145"/>
                </a:lnTo>
                <a:lnTo>
                  <a:pt x="2996" y="3145"/>
                </a:lnTo>
                <a:lnTo>
                  <a:pt x="2996" y="3144"/>
                </a:lnTo>
                <a:lnTo>
                  <a:pt x="2995" y="3144"/>
                </a:lnTo>
                <a:lnTo>
                  <a:pt x="2995" y="3143"/>
                </a:lnTo>
                <a:lnTo>
                  <a:pt x="2994" y="3143"/>
                </a:lnTo>
                <a:lnTo>
                  <a:pt x="2994" y="3142"/>
                </a:lnTo>
                <a:lnTo>
                  <a:pt x="2993" y="3142"/>
                </a:lnTo>
                <a:lnTo>
                  <a:pt x="2993" y="3141"/>
                </a:lnTo>
                <a:lnTo>
                  <a:pt x="2992" y="3141"/>
                </a:lnTo>
                <a:lnTo>
                  <a:pt x="2993" y="3141"/>
                </a:lnTo>
                <a:lnTo>
                  <a:pt x="2993" y="3140"/>
                </a:lnTo>
                <a:lnTo>
                  <a:pt x="2992" y="3140"/>
                </a:lnTo>
                <a:lnTo>
                  <a:pt x="2992" y="3139"/>
                </a:lnTo>
                <a:lnTo>
                  <a:pt x="2991" y="3139"/>
                </a:lnTo>
                <a:lnTo>
                  <a:pt x="2990" y="3139"/>
                </a:lnTo>
                <a:lnTo>
                  <a:pt x="2989" y="3139"/>
                </a:lnTo>
                <a:lnTo>
                  <a:pt x="2989" y="3138"/>
                </a:lnTo>
                <a:lnTo>
                  <a:pt x="2989" y="3139"/>
                </a:lnTo>
                <a:lnTo>
                  <a:pt x="2989" y="3138"/>
                </a:lnTo>
                <a:lnTo>
                  <a:pt x="2988" y="3139"/>
                </a:lnTo>
                <a:lnTo>
                  <a:pt x="2988" y="3140"/>
                </a:lnTo>
                <a:lnTo>
                  <a:pt x="2988" y="3141"/>
                </a:lnTo>
                <a:lnTo>
                  <a:pt x="2987" y="3141"/>
                </a:lnTo>
                <a:lnTo>
                  <a:pt x="2986" y="3141"/>
                </a:lnTo>
                <a:lnTo>
                  <a:pt x="2986" y="3140"/>
                </a:lnTo>
                <a:lnTo>
                  <a:pt x="2986" y="3139"/>
                </a:lnTo>
                <a:lnTo>
                  <a:pt x="2985" y="3139"/>
                </a:lnTo>
                <a:lnTo>
                  <a:pt x="2985" y="3138"/>
                </a:lnTo>
                <a:lnTo>
                  <a:pt x="2984" y="3138"/>
                </a:lnTo>
                <a:lnTo>
                  <a:pt x="2984" y="3137"/>
                </a:lnTo>
                <a:lnTo>
                  <a:pt x="2983" y="3137"/>
                </a:lnTo>
                <a:lnTo>
                  <a:pt x="2983" y="3136"/>
                </a:lnTo>
                <a:lnTo>
                  <a:pt x="2983" y="3135"/>
                </a:lnTo>
                <a:lnTo>
                  <a:pt x="2982" y="3135"/>
                </a:lnTo>
                <a:lnTo>
                  <a:pt x="2982" y="3134"/>
                </a:lnTo>
                <a:lnTo>
                  <a:pt x="2981" y="3134"/>
                </a:lnTo>
                <a:lnTo>
                  <a:pt x="2981" y="3135"/>
                </a:lnTo>
                <a:lnTo>
                  <a:pt x="2980" y="3135"/>
                </a:lnTo>
                <a:lnTo>
                  <a:pt x="2979" y="3136"/>
                </a:lnTo>
                <a:lnTo>
                  <a:pt x="2979" y="3135"/>
                </a:lnTo>
                <a:lnTo>
                  <a:pt x="2978" y="3135"/>
                </a:lnTo>
                <a:lnTo>
                  <a:pt x="2977" y="3135"/>
                </a:lnTo>
                <a:lnTo>
                  <a:pt x="2977" y="3134"/>
                </a:lnTo>
                <a:lnTo>
                  <a:pt x="2977" y="3133"/>
                </a:lnTo>
                <a:lnTo>
                  <a:pt x="2976" y="3133"/>
                </a:lnTo>
                <a:lnTo>
                  <a:pt x="2976" y="3134"/>
                </a:lnTo>
                <a:lnTo>
                  <a:pt x="2976" y="3133"/>
                </a:lnTo>
                <a:lnTo>
                  <a:pt x="2975" y="3133"/>
                </a:lnTo>
                <a:lnTo>
                  <a:pt x="2974" y="3133"/>
                </a:lnTo>
                <a:lnTo>
                  <a:pt x="2974" y="3134"/>
                </a:lnTo>
                <a:lnTo>
                  <a:pt x="2974" y="3135"/>
                </a:lnTo>
                <a:lnTo>
                  <a:pt x="2973" y="3135"/>
                </a:lnTo>
                <a:lnTo>
                  <a:pt x="2974" y="3135"/>
                </a:lnTo>
                <a:lnTo>
                  <a:pt x="2973" y="3135"/>
                </a:lnTo>
                <a:lnTo>
                  <a:pt x="2973" y="3136"/>
                </a:lnTo>
                <a:lnTo>
                  <a:pt x="2974" y="3136"/>
                </a:lnTo>
                <a:lnTo>
                  <a:pt x="2973" y="3136"/>
                </a:lnTo>
                <a:lnTo>
                  <a:pt x="2974" y="3136"/>
                </a:lnTo>
                <a:lnTo>
                  <a:pt x="2974" y="3137"/>
                </a:lnTo>
                <a:lnTo>
                  <a:pt x="2973" y="3137"/>
                </a:lnTo>
                <a:lnTo>
                  <a:pt x="2972" y="3137"/>
                </a:lnTo>
                <a:lnTo>
                  <a:pt x="2971" y="3137"/>
                </a:lnTo>
                <a:lnTo>
                  <a:pt x="2971" y="3138"/>
                </a:lnTo>
                <a:lnTo>
                  <a:pt x="2970" y="3138"/>
                </a:lnTo>
                <a:lnTo>
                  <a:pt x="2970" y="3137"/>
                </a:lnTo>
                <a:lnTo>
                  <a:pt x="2970" y="3138"/>
                </a:lnTo>
                <a:lnTo>
                  <a:pt x="2969" y="3138"/>
                </a:lnTo>
                <a:lnTo>
                  <a:pt x="2969" y="3137"/>
                </a:lnTo>
                <a:lnTo>
                  <a:pt x="2968" y="3137"/>
                </a:lnTo>
                <a:lnTo>
                  <a:pt x="2968" y="3138"/>
                </a:lnTo>
                <a:lnTo>
                  <a:pt x="2968" y="3139"/>
                </a:lnTo>
                <a:lnTo>
                  <a:pt x="2967" y="3139"/>
                </a:lnTo>
                <a:lnTo>
                  <a:pt x="2966" y="3139"/>
                </a:lnTo>
                <a:lnTo>
                  <a:pt x="2966" y="3138"/>
                </a:lnTo>
                <a:lnTo>
                  <a:pt x="2966" y="3139"/>
                </a:lnTo>
                <a:lnTo>
                  <a:pt x="2965" y="3139"/>
                </a:lnTo>
                <a:lnTo>
                  <a:pt x="2966" y="3139"/>
                </a:lnTo>
                <a:lnTo>
                  <a:pt x="2966" y="3140"/>
                </a:lnTo>
                <a:lnTo>
                  <a:pt x="2965" y="3140"/>
                </a:lnTo>
                <a:lnTo>
                  <a:pt x="2965" y="3139"/>
                </a:lnTo>
                <a:lnTo>
                  <a:pt x="2964" y="3139"/>
                </a:lnTo>
                <a:lnTo>
                  <a:pt x="2964" y="3140"/>
                </a:lnTo>
                <a:lnTo>
                  <a:pt x="2964" y="3139"/>
                </a:lnTo>
                <a:lnTo>
                  <a:pt x="2963" y="3139"/>
                </a:lnTo>
                <a:lnTo>
                  <a:pt x="2962" y="3139"/>
                </a:lnTo>
                <a:lnTo>
                  <a:pt x="2961" y="3139"/>
                </a:lnTo>
                <a:lnTo>
                  <a:pt x="2961" y="3140"/>
                </a:lnTo>
                <a:lnTo>
                  <a:pt x="2961" y="3141"/>
                </a:lnTo>
                <a:lnTo>
                  <a:pt x="2961" y="3142"/>
                </a:lnTo>
                <a:lnTo>
                  <a:pt x="2960" y="3142"/>
                </a:lnTo>
                <a:lnTo>
                  <a:pt x="2959" y="3142"/>
                </a:lnTo>
                <a:lnTo>
                  <a:pt x="2959" y="3141"/>
                </a:lnTo>
                <a:lnTo>
                  <a:pt x="2958" y="3141"/>
                </a:lnTo>
                <a:lnTo>
                  <a:pt x="2958" y="3140"/>
                </a:lnTo>
                <a:lnTo>
                  <a:pt x="2957" y="3140"/>
                </a:lnTo>
                <a:lnTo>
                  <a:pt x="2957" y="3141"/>
                </a:lnTo>
                <a:lnTo>
                  <a:pt x="2956" y="3141"/>
                </a:lnTo>
                <a:lnTo>
                  <a:pt x="2956" y="3140"/>
                </a:lnTo>
                <a:lnTo>
                  <a:pt x="2955" y="3140"/>
                </a:lnTo>
                <a:lnTo>
                  <a:pt x="2954" y="3140"/>
                </a:lnTo>
                <a:lnTo>
                  <a:pt x="2955" y="3141"/>
                </a:lnTo>
                <a:lnTo>
                  <a:pt x="2954" y="3141"/>
                </a:lnTo>
                <a:lnTo>
                  <a:pt x="2953" y="3141"/>
                </a:lnTo>
                <a:lnTo>
                  <a:pt x="2953" y="3140"/>
                </a:lnTo>
                <a:lnTo>
                  <a:pt x="2952" y="3140"/>
                </a:lnTo>
                <a:lnTo>
                  <a:pt x="2951" y="3140"/>
                </a:lnTo>
                <a:lnTo>
                  <a:pt x="2952" y="3140"/>
                </a:lnTo>
                <a:lnTo>
                  <a:pt x="2952" y="3139"/>
                </a:lnTo>
                <a:lnTo>
                  <a:pt x="2951" y="3139"/>
                </a:lnTo>
                <a:lnTo>
                  <a:pt x="2951" y="3138"/>
                </a:lnTo>
                <a:lnTo>
                  <a:pt x="2952" y="3138"/>
                </a:lnTo>
                <a:lnTo>
                  <a:pt x="2952" y="3137"/>
                </a:lnTo>
                <a:lnTo>
                  <a:pt x="2952" y="3136"/>
                </a:lnTo>
                <a:lnTo>
                  <a:pt x="2951" y="3136"/>
                </a:lnTo>
                <a:lnTo>
                  <a:pt x="2951" y="3135"/>
                </a:lnTo>
                <a:lnTo>
                  <a:pt x="2950" y="3134"/>
                </a:lnTo>
                <a:lnTo>
                  <a:pt x="2951" y="3134"/>
                </a:lnTo>
                <a:lnTo>
                  <a:pt x="2950" y="3134"/>
                </a:lnTo>
                <a:lnTo>
                  <a:pt x="2950" y="3133"/>
                </a:lnTo>
                <a:lnTo>
                  <a:pt x="2949" y="3133"/>
                </a:lnTo>
                <a:lnTo>
                  <a:pt x="2950" y="3133"/>
                </a:lnTo>
                <a:lnTo>
                  <a:pt x="2949" y="3133"/>
                </a:lnTo>
                <a:lnTo>
                  <a:pt x="2949" y="3132"/>
                </a:lnTo>
                <a:lnTo>
                  <a:pt x="2950" y="3132"/>
                </a:lnTo>
                <a:lnTo>
                  <a:pt x="2949" y="3132"/>
                </a:lnTo>
                <a:lnTo>
                  <a:pt x="2948" y="3132"/>
                </a:lnTo>
                <a:lnTo>
                  <a:pt x="2948" y="3131"/>
                </a:lnTo>
                <a:lnTo>
                  <a:pt x="2949" y="3131"/>
                </a:lnTo>
                <a:lnTo>
                  <a:pt x="2948" y="3131"/>
                </a:lnTo>
                <a:lnTo>
                  <a:pt x="2948" y="3130"/>
                </a:lnTo>
                <a:lnTo>
                  <a:pt x="2947" y="3130"/>
                </a:lnTo>
                <a:lnTo>
                  <a:pt x="2947" y="3129"/>
                </a:lnTo>
                <a:lnTo>
                  <a:pt x="2946" y="3129"/>
                </a:lnTo>
                <a:lnTo>
                  <a:pt x="2945" y="3129"/>
                </a:lnTo>
                <a:lnTo>
                  <a:pt x="2945" y="3128"/>
                </a:lnTo>
                <a:lnTo>
                  <a:pt x="2945" y="3129"/>
                </a:lnTo>
                <a:lnTo>
                  <a:pt x="2945" y="3128"/>
                </a:lnTo>
                <a:lnTo>
                  <a:pt x="2945" y="3129"/>
                </a:lnTo>
                <a:lnTo>
                  <a:pt x="2944" y="3129"/>
                </a:lnTo>
                <a:lnTo>
                  <a:pt x="2943" y="3129"/>
                </a:lnTo>
                <a:lnTo>
                  <a:pt x="2942" y="3129"/>
                </a:lnTo>
                <a:lnTo>
                  <a:pt x="2942" y="3128"/>
                </a:lnTo>
                <a:lnTo>
                  <a:pt x="2941" y="3128"/>
                </a:lnTo>
                <a:lnTo>
                  <a:pt x="2940" y="3128"/>
                </a:lnTo>
                <a:lnTo>
                  <a:pt x="2940" y="3129"/>
                </a:lnTo>
                <a:lnTo>
                  <a:pt x="2939" y="3129"/>
                </a:lnTo>
                <a:lnTo>
                  <a:pt x="2938" y="3129"/>
                </a:lnTo>
                <a:lnTo>
                  <a:pt x="2938" y="3128"/>
                </a:lnTo>
                <a:lnTo>
                  <a:pt x="2938" y="3129"/>
                </a:lnTo>
                <a:lnTo>
                  <a:pt x="2937" y="3129"/>
                </a:lnTo>
                <a:lnTo>
                  <a:pt x="2937" y="3128"/>
                </a:lnTo>
                <a:lnTo>
                  <a:pt x="2936" y="3128"/>
                </a:lnTo>
                <a:lnTo>
                  <a:pt x="2936" y="3127"/>
                </a:lnTo>
                <a:lnTo>
                  <a:pt x="2936" y="3128"/>
                </a:lnTo>
                <a:lnTo>
                  <a:pt x="2935" y="3128"/>
                </a:lnTo>
                <a:lnTo>
                  <a:pt x="2934" y="3128"/>
                </a:lnTo>
                <a:lnTo>
                  <a:pt x="2933" y="3128"/>
                </a:lnTo>
                <a:lnTo>
                  <a:pt x="2932" y="3128"/>
                </a:lnTo>
                <a:lnTo>
                  <a:pt x="2931" y="3128"/>
                </a:lnTo>
                <a:lnTo>
                  <a:pt x="2930" y="3128"/>
                </a:lnTo>
                <a:lnTo>
                  <a:pt x="2928" y="3128"/>
                </a:lnTo>
                <a:lnTo>
                  <a:pt x="2928" y="3129"/>
                </a:lnTo>
                <a:lnTo>
                  <a:pt x="2929" y="3129"/>
                </a:lnTo>
                <a:lnTo>
                  <a:pt x="2929" y="3130"/>
                </a:lnTo>
                <a:lnTo>
                  <a:pt x="2929" y="3131"/>
                </a:lnTo>
                <a:lnTo>
                  <a:pt x="2929" y="3132"/>
                </a:lnTo>
                <a:lnTo>
                  <a:pt x="2928" y="3132"/>
                </a:lnTo>
                <a:lnTo>
                  <a:pt x="2929" y="3133"/>
                </a:lnTo>
                <a:lnTo>
                  <a:pt x="2928" y="3133"/>
                </a:lnTo>
                <a:lnTo>
                  <a:pt x="2928" y="3134"/>
                </a:lnTo>
                <a:lnTo>
                  <a:pt x="2927" y="3134"/>
                </a:lnTo>
                <a:lnTo>
                  <a:pt x="2927" y="3133"/>
                </a:lnTo>
                <a:lnTo>
                  <a:pt x="2926" y="3133"/>
                </a:lnTo>
                <a:lnTo>
                  <a:pt x="2925" y="3133"/>
                </a:lnTo>
                <a:lnTo>
                  <a:pt x="2925" y="3132"/>
                </a:lnTo>
                <a:lnTo>
                  <a:pt x="2924" y="3132"/>
                </a:lnTo>
                <a:lnTo>
                  <a:pt x="2924" y="3134"/>
                </a:lnTo>
                <a:lnTo>
                  <a:pt x="2923" y="3134"/>
                </a:lnTo>
                <a:lnTo>
                  <a:pt x="2922" y="3134"/>
                </a:lnTo>
                <a:lnTo>
                  <a:pt x="2922" y="3133"/>
                </a:lnTo>
                <a:lnTo>
                  <a:pt x="2922" y="3134"/>
                </a:lnTo>
                <a:lnTo>
                  <a:pt x="2922" y="3133"/>
                </a:lnTo>
                <a:lnTo>
                  <a:pt x="2921" y="3133"/>
                </a:lnTo>
                <a:lnTo>
                  <a:pt x="2920" y="3133"/>
                </a:lnTo>
                <a:lnTo>
                  <a:pt x="2920" y="3134"/>
                </a:lnTo>
                <a:lnTo>
                  <a:pt x="2920" y="3133"/>
                </a:lnTo>
                <a:lnTo>
                  <a:pt x="2919" y="3133"/>
                </a:lnTo>
                <a:lnTo>
                  <a:pt x="2919" y="3134"/>
                </a:lnTo>
                <a:lnTo>
                  <a:pt x="2918" y="3134"/>
                </a:lnTo>
                <a:lnTo>
                  <a:pt x="2918" y="3135"/>
                </a:lnTo>
                <a:lnTo>
                  <a:pt x="2918" y="3136"/>
                </a:lnTo>
                <a:lnTo>
                  <a:pt x="2917" y="3136"/>
                </a:lnTo>
                <a:lnTo>
                  <a:pt x="2917" y="3135"/>
                </a:lnTo>
                <a:lnTo>
                  <a:pt x="2917" y="3134"/>
                </a:lnTo>
                <a:lnTo>
                  <a:pt x="2916" y="3134"/>
                </a:lnTo>
                <a:lnTo>
                  <a:pt x="2916" y="3133"/>
                </a:lnTo>
                <a:lnTo>
                  <a:pt x="2915" y="3133"/>
                </a:lnTo>
                <a:lnTo>
                  <a:pt x="2915" y="3132"/>
                </a:lnTo>
                <a:lnTo>
                  <a:pt x="2914" y="3132"/>
                </a:lnTo>
                <a:lnTo>
                  <a:pt x="2914" y="3131"/>
                </a:lnTo>
                <a:lnTo>
                  <a:pt x="2914" y="3132"/>
                </a:lnTo>
                <a:lnTo>
                  <a:pt x="2915" y="3132"/>
                </a:lnTo>
                <a:lnTo>
                  <a:pt x="2915" y="3131"/>
                </a:lnTo>
                <a:lnTo>
                  <a:pt x="2915" y="3130"/>
                </a:lnTo>
                <a:lnTo>
                  <a:pt x="2914" y="3130"/>
                </a:lnTo>
                <a:lnTo>
                  <a:pt x="2914" y="3131"/>
                </a:lnTo>
                <a:lnTo>
                  <a:pt x="2914" y="3130"/>
                </a:lnTo>
                <a:lnTo>
                  <a:pt x="2914" y="3129"/>
                </a:lnTo>
                <a:lnTo>
                  <a:pt x="2914" y="3130"/>
                </a:lnTo>
                <a:lnTo>
                  <a:pt x="2914" y="3129"/>
                </a:lnTo>
                <a:lnTo>
                  <a:pt x="2913" y="3129"/>
                </a:lnTo>
                <a:lnTo>
                  <a:pt x="2913" y="3128"/>
                </a:lnTo>
                <a:lnTo>
                  <a:pt x="2912" y="3128"/>
                </a:lnTo>
                <a:lnTo>
                  <a:pt x="2912" y="3129"/>
                </a:lnTo>
                <a:lnTo>
                  <a:pt x="2911" y="3129"/>
                </a:lnTo>
                <a:lnTo>
                  <a:pt x="2911" y="3128"/>
                </a:lnTo>
                <a:lnTo>
                  <a:pt x="2911" y="3129"/>
                </a:lnTo>
                <a:lnTo>
                  <a:pt x="2911" y="3128"/>
                </a:lnTo>
                <a:lnTo>
                  <a:pt x="2910" y="3128"/>
                </a:lnTo>
                <a:lnTo>
                  <a:pt x="2911" y="3128"/>
                </a:lnTo>
                <a:lnTo>
                  <a:pt x="2910" y="3128"/>
                </a:lnTo>
                <a:lnTo>
                  <a:pt x="2910" y="3127"/>
                </a:lnTo>
                <a:lnTo>
                  <a:pt x="2909" y="3127"/>
                </a:lnTo>
                <a:lnTo>
                  <a:pt x="2909" y="3126"/>
                </a:lnTo>
                <a:lnTo>
                  <a:pt x="2909" y="3125"/>
                </a:lnTo>
                <a:lnTo>
                  <a:pt x="2908" y="3125"/>
                </a:lnTo>
                <a:lnTo>
                  <a:pt x="2907" y="3125"/>
                </a:lnTo>
                <a:lnTo>
                  <a:pt x="2907" y="3124"/>
                </a:lnTo>
                <a:lnTo>
                  <a:pt x="2907" y="3125"/>
                </a:lnTo>
                <a:lnTo>
                  <a:pt x="2907" y="3124"/>
                </a:lnTo>
                <a:lnTo>
                  <a:pt x="2906" y="3124"/>
                </a:lnTo>
                <a:lnTo>
                  <a:pt x="2905" y="3124"/>
                </a:lnTo>
                <a:lnTo>
                  <a:pt x="2904" y="3124"/>
                </a:lnTo>
                <a:lnTo>
                  <a:pt x="2904" y="3123"/>
                </a:lnTo>
                <a:lnTo>
                  <a:pt x="2904" y="3122"/>
                </a:lnTo>
                <a:lnTo>
                  <a:pt x="2903" y="3122"/>
                </a:lnTo>
                <a:lnTo>
                  <a:pt x="2903" y="3121"/>
                </a:lnTo>
                <a:lnTo>
                  <a:pt x="2902" y="3121"/>
                </a:lnTo>
                <a:lnTo>
                  <a:pt x="2902" y="3120"/>
                </a:lnTo>
                <a:lnTo>
                  <a:pt x="2902" y="3121"/>
                </a:lnTo>
                <a:lnTo>
                  <a:pt x="2901" y="3121"/>
                </a:lnTo>
                <a:lnTo>
                  <a:pt x="2900" y="3121"/>
                </a:lnTo>
                <a:lnTo>
                  <a:pt x="2899" y="3121"/>
                </a:lnTo>
                <a:lnTo>
                  <a:pt x="2899" y="3120"/>
                </a:lnTo>
                <a:lnTo>
                  <a:pt x="2898" y="3120"/>
                </a:lnTo>
                <a:lnTo>
                  <a:pt x="2897" y="3120"/>
                </a:lnTo>
                <a:lnTo>
                  <a:pt x="2897" y="3119"/>
                </a:lnTo>
                <a:lnTo>
                  <a:pt x="2896" y="3119"/>
                </a:lnTo>
                <a:lnTo>
                  <a:pt x="2895" y="3119"/>
                </a:lnTo>
                <a:lnTo>
                  <a:pt x="2895" y="3120"/>
                </a:lnTo>
                <a:lnTo>
                  <a:pt x="2894" y="3120"/>
                </a:lnTo>
                <a:lnTo>
                  <a:pt x="2894" y="3121"/>
                </a:lnTo>
                <a:lnTo>
                  <a:pt x="2894" y="3120"/>
                </a:lnTo>
                <a:lnTo>
                  <a:pt x="2893" y="3120"/>
                </a:lnTo>
                <a:lnTo>
                  <a:pt x="2892" y="3120"/>
                </a:lnTo>
                <a:lnTo>
                  <a:pt x="2891" y="3120"/>
                </a:lnTo>
                <a:lnTo>
                  <a:pt x="2890" y="3120"/>
                </a:lnTo>
                <a:lnTo>
                  <a:pt x="2889" y="3120"/>
                </a:lnTo>
                <a:lnTo>
                  <a:pt x="2889" y="3119"/>
                </a:lnTo>
                <a:lnTo>
                  <a:pt x="2889" y="3118"/>
                </a:lnTo>
                <a:lnTo>
                  <a:pt x="2889" y="3117"/>
                </a:lnTo>
                <a:lnTo>
                  <a:pt x="2889" y="3116"/>
                </a:lnTo>
                <a:lnTo>
                  <a:pt x="2889" y="3115"/>
                </a:lnTo>
                <a:lnTo>
                  <a:pt x="2889" y="3114"/>
                </a:lnTo>
                <a:lnTo>
                  <a:pt x="2889" y="3113"/>
                </a:lnTo>
                <a:lnTo>
                  <a:pt x="2889" y="3112"/>
                </a:lnTo>
                <a:lnTo>
                  <a:pt x="2890" y="3112"/>
                </a:lnTo>
                <a:lnTo>
                  <a:pt x="2890" y="3111"/>
                </a:lnTo>
                <a:lnTo>
                  <a:pt x="2889" y="3111"/>
                </a:lnTo>
                <a:lnTo>
                  <a:pt x="2889" y="3110"/>
                </a:lnTo>
                <a:lnTo>
                  <a:pt x="2888" y="3110"/>
                </a:lnTo>
                <a:lnTo>
                  <a:pt x="2888" y="3109"/>
                </a:lnTo>
                <a:lnTo>
                  <a:pt x="2888" y="3108"/>
                </a:lnTo>
                <a:lnTo>
                  <a:pt x="2887" y="3108"/>
                </a:lnTo>
                <a:lnTo>
                  <a:pt x="2886" y="3108"/>
                </a:lnTo>
                <a:lnTo>
                  <a:pt x="2885" y="3108"/>
                </a:lnTo>
                <a:lnTo>
                  <a:pt x="2885" y="3107"/>
                </a:lnTo>
                <a:lnTo>
                  <a:pt x="2884" y="3107"/>
                </a:lnTo>
                <a:lnTo>
                  <a:pt x="2883" y="3107"/>
                </a:lnTo>
                <a:lnTo>
                  <a:pt x="2883" y="3106"/>
                </a:lnTo>
                <a:lnTo>
                  <a:pt x="2883" y="3105"/>
                </a:lnTo>
                <a:lnTo>
                  <a:pt x="2882" y="3105"/>
                </a:lnTo>
                <a:lnTo>
                  <a:pt x="2882" y="3104"/>
                </a:lnTo>
                <a:lnTo>
                  <a:pt x="2883" y="3104"/>
                </a:lnTo>
                <a:lnTo>
                  <a:pt x="2882" y="3104"/>
                </a:lnTo>
                <a:lnTo>
                  <a:pt x="2882" y="3103"/>
                </a:lnTo>
                <a:lnTo>
                  <a:pt x="2881" y="3102"/>
                </a:lnTo>
                <a:lnTo>
                  <a:pt x="2881" y="3101"/>
                </a:lnTo>
                <a:lnTo>
                  <a:pt x="2880" y="3101"/>
                </a:lnTo>
                <a:lnTo>
                  <a:pt x="2880" y="3100"/>
                </a:lnTo>
                <a:lnTo>
                  <a:pt x="2879" y="3100"/>
                </a:lnTo>
                <a:lnTo>
                  <a:pt x="2879" y="3099"/>
                </a:lnTo>
                <a:lnTo>
                  <a:pt x="2879" y="3098"/>
                </a:lnTo>
                <a:lnTo>
                  <a:pt x="2878" y="3098"/>
                </a:lnTo>
                <a:lnTo>
                  <a:pt x="2879" y="3098"/>
                </a:lnTo>
                <a:lnTo>
                  <a:pt x="2878" y="3098"/>
                </a:lnTo>
                <a:lnTo>
                  <a:pt x="2878" y="3097"/>
                </a:lnTo>
                <a:lnTo>
                  <a:pt x="2877" y="3097"/>
                </a:lnTo>
                <a:lnTo>
                  <a:pt x="2877" y="3096"/>
                </a:lnTo>
                <a:lnTo>
                  <a:pt x="2877" y="3097"/>
                </a:lnTo>
                <a:lnTo>
                  <a:pt x="2877" y="3098"/>
                </a:lnTo>
                <a:lnTo>
                  <a:pt x="2876" y="3098"/>
                </a:lnTo>
                <a:lnTo>
                  <a:pt x="2875" y="3098"/>
                </a:lnTo>
                <a:lnTo>
                  <a:pt x="2875" y="3097"/>
                </a:lnTo>
                <a:lnTo>
                  <a:pt x="2874" y="3097"/>
                </a:lnTo>
                <a:lnTo>
                  <a:pt x="2874" y="3096"/>
                </a:lnTo>
                <a:lnTo>
                  <a:pt x="2873" y="3095"/>
                </a:lnTo>
                <a:lnTo>
                  <a:pt x="2873" y="3096"/>
                </a:lnTo>
                <a:lnTo>
                  <a:pt x="2872" y="3095"/>
                </a:lnTo>
                <a:lnTo>
                  <a:pt x="2871" y="3095"/>
                </a:lnTo>
                <a:lnTo>
                  <a:pt x="2871" y="3094"/>
                </a:lnTo>
                <a:lnTo>
                  <a:pt x="2871" y="3093"/>
                </a:lnTo>
                <a:lnTo>
                  <a:pt x="2870" y="3093"/>
                </a:lnTo>
                <a:lnTo>
                  <a:pt x="2870" y="3092"/>
                </a:lnTo>
                <a:lnTo>
                  <a:pt x="2870" y="3091"/>
                </a:lnTo>
                <a:lnTo>
                  <a:pt x="2870" y="3090"/>
                </a:lnTo>
                <a:lnTo>
                  <a:pt x="2869" y="3090"/>
                </a:lnTo>
                <a:lnTo>
                  <a:pt x="2869" y="3089"/>
                </a:lnTo>
                <a:lnTo>
                  <a:pt x="2868" y="3089"/>
                </a:lnTo>
                <a:lnTo>
                  <a:pt x="2868" y="3088"/>
                </a:lnTo>
                <a:lnTo>
                  <a:pt x="2868" y="3087"/>
                </a:lnTo>
                <a:lnTo>
                  <a:pt x="2867" y="3087"/>
                </a:lnTo>
                <a:lnTo>
                  <a:pt x="2867" y="3088"/>
                </a:lnTo>
                <a:lnTo>
                  <a:pt x="2866" y="3088"/>
                </a:lnTo>
                <a:lnTo>
                  <a:pt x="2865" y="3089"/>
                </a:lnTo>
                <a:lnTo>
                  <a:pt x="2865" y="3090"/>
                </a:lnTo>
                <a:lnTo>
                  <a:pt x="2865" y="3091"/>
                </a:lnTo>
                <a:lnTo>
                  <a:pt x="2864" y="3091"/>
                </a:lnTo>
                <a:lnTo>
                  <a:pt x="2864" y="3092"/>
                </a:lnTo>
                <a:lnTo>
                  <a:pt x="2864" y="3093"/>
                </a:lnTo>
                <a:lnTo>
                  <a:pt x="2863" y="3093"/>
                </a:lnTo>
                <a:lnTo>
                  <a:pt x="2862" y="3093"/>
                </a:lnTo>
                <a:lnTo>
                  <a:pt x="2862" y="3092"/>
                </a:lnTo>
                <a:lnTo>
                  <a:pt x="2861" y="3092"/>
                </a:lnTo>
                <a:lnTo>
                  <a:pt x="2861" y="3093"/>
                </a:lnTo>
                <a:lnTo>
                  <a:pt x="2861" y="3094"/>
                </a:lnTo>
                <a:lnTo>
                  <a:pt x="2861" y="3095"/>
                </a:lnTo>
                <a:lnTo>
                  <a:pt x="2861" y="3096"/>
                </a:lnTo>
                <a:lnTo>
                  <a:pt x="2861" y="3097"/>
                </a:lnTo>
                <a:lnTo>
                  <a:pt x="2860" y="3097"/>
                </a:lnTo>
                <a:lnTo>
                  <a:pt x="2860" y="3098"/>
                </a:lnTo>
                <a:lnTo>
                  <a:pt x="2859" y="3098"/>
                </a:lnTo>
                <a:lnTo>
                  <a:pt x="2859" y="3099"/>
                </a:lnTo>
                <a:lnTo>
                  <a:pt x="2859" y="3098"/>
                </a:lnTo>
                <a:lnTo>
                  <a:pt x="2859" y="3099"/>
                </a:lnTo>
                <a:lnTo>
                  <a:pt x="2860" y="3099"/>
                </a:lnTo>
                <a:lnTo>
                  <a:pt x="2860" y="3100"/>
                </a:lnTo>
                <a:lnTo>
                  <a:pt x="2859" y="3100"/>
                </a:lnTo>
                <a:lnTo>
                  <a:pt x="2859" y="3101"/>
                </a:lnTo>
                <a:lnTo>
                  <a:pt x="2859" y="3100"/>
                </a:lnTo>
                <a:lnTo>
                  <a:pt x="2858" y="3100"/>
                </a:lnTo>
                <a:lnTo>
                  <a:pt x="2857" y="3100"/>
                </a:lnTo>
                <a:lnTo>
                  <a:pt x="2856" y="3100"/>
                </a:lnTo>
                <a:lnTo>
                  <a:pt x="2856" y="3099"/>
                </a:lnTo>
                <a:lnTo>
                  <a:pt x="2855" y="3099"/>
                </a:lnTo>
                <a:lnTo>
                  <a:pt x="2855" y="3098"/>
                </a:lnTo>
                <a:lnTo>
                  <a:pt x="2854" y="3098"/>
                </a:lnTo>
                <a:lnTo>
                  <a:pt x="2853" y="3098"/>
                </a:lnTo>
                <a:lnTo>
                  <a:pt x="2854" y="3098"/>
                </a:lnTo>
                <a:lnTo>
                  <a:pt x="2853" y="3098"/>
                </a:lnTo>
                <a:lnTo>
                  <a:pt x="2853" y="3099"/>
                </a:lnTo>
                <a:lnTo>
                  <a:pt x="2853" y="3100"/>
                </a:lnTo>
                <a:lnTo>
                  <a:pt x="2852" y="3100"/>
                </a:lnTo>
                <a:lnTo>
                  <a:pt x="2852" y="3101"/>
                </a:lnTo>
                <a:lnTo>
                  <a:pt x="2851" y="3101"/>
                </a:lnTo>
                <a:lnTo>
                  <a:pt x="2850" y="3101"/>
                </a:lnTo>
                <a:lnTo>
                  <a:pt x="2849" y="3101"/>
                </a:lnTo>
                <a:lnTo>
                  <a:pt x="2849" y="3102"/>
                </a:lnTo>
                <a:lnTo>
                  <a:pt x="2848" y="3102"/>
                </a:lnTo>
                <a:lnTo>
                  <a:pt x="2847" y="3102"/>
                </a:lnTo>
                <a:lnTo>
                  <a:pt x="2847" y="3101"/>
                </a:lnTo>
                <a:lnTo>
                  <a:pt x="2846" y="3101"/>
                </a:lnTo>
                <a:lnTo>
                  <a:pt x="2846" y="3100"/>
                </a:lnTo>
                <a:lnTo>
                  <a:pt x="2845" y="3100"/>
                </a:lnTo>
                <a:lnTo>
                  <a:pt x="2845" y="3101"/>
                </a:lnTo>
                <a:lnTo>
                  <a:pt x="2844" y="3101"/>
                </a:lnTo>
                <a:lnTo>
                  <a:pt x="2844" y="3102"/>
                </a:lnTo>
                <a:lnTo>
                  <a:pt x="2843" y="3102"/>
                </a:lnTo>
                <a:lnTo>
                  <a:pt x="2843" y="3103"/>
                </a:lnTo>
                <a:lnTo>
                  <a:pt x="2843" y="3102"/>
                </a:lnTo>
                <a:lnTo>
                  <a:pt x="2842" y="3103"/>
                </a:lnTo>
                <a:lnTo>
                  <a:pt x="2842" y="3104"/>
                </a:lnTo>
                <a:lnTo>
                  <a:pt x="2841" y="3104"/>
                </a:lnTo>
                <a:lnTo>
                  <a:pt x="2841" y="3105"/>
                </a:lnTo>
                <a:lnTo>
                  <a:pt x="2840" y="3105"/>
                </a:lnTo>
                <a:lnTo>
                  <a:pt x="2839" y="3105"/>
                </a:lnTo>
                <a:lnTo>
                  <a:pt x="2838" y="3105"/>
                </a:lnTo>
                <a:lnTo>
                  <a:pt x="2838" y="3106"/>
                </a:lnTo>
                <a:lnTo>
                  <a:pt x="2838" y="3107"/>
                </a:lnTo>
                <a:lnTo>
                  <a:pt x="2837" y="3107"/>
                </a:lnTo>
                <a:lnTo>
                  <a:pt x="2836" y="3107"/>
                </a:lnTo>
                <a:lnTo>
                  <a:pt x="2836" y="3106"/>
                </a:lnTo>
                <a:lnTo>
                  <a:pt x="2836" y="3107"/>
                </a:lnTo>
                <a:lnTo>
                  <a:pt x="2835" y="3107"/>
                </a:lnTo>
                <a:lnTo>
                  <a:pt x="2835" y="3108"/>
                </a:lnTo>
                <a:lnTo>
                  <a:pt x="2834" y="3108"/>
                </a:lnTo>
                <a:lnTo>
                  <a:pt x="2834" y="3109"/>
                </a:lnTo>
                <a:lnTo>
                  <a:pt x="2834" y="3110"/>
                </a:lnTo>
                <a:lnTo>
                  <a:pt x="2833" y="3110"/>
                </a:lnTo>
                <a:lnTo>
                  <a:pt x="2834" y="3110"/>
                </a:lnTo>
                <a:lnTo>
                  <a:pt x="2834" y="3111"/>
                </a:lnTo>
                <a:lnTo>
                  <a:pt x="2834" y="3112"/>
                </a:lnTo>
                <a:lnTo>
                  <a:pt x="2833" y="3112"/>
                </a:lnTo>
                <a:lnTo>
                  <a:pt x="2832" y="3112"/>
                </a:lnTo>
                <a:lnTo>
                  <a:pt x="2832" y="3111"/>
                </a:lnTo>
                <a:lnTo>
                  <a:pt x="2831" y="3111"/>
                </a:lnTo>
                <a:lnTo>
                  <a:pt x="2832" y="3111"/>
                </a:lnTo>
                <a:lnTo>
                  <a:pt x="2831" y="3111"/>
                </a:lnTo>
                <a:lnTo>
                  <a:pt x="2831" y="3110"/>
                </a:lnTo>
                <a:lnTo>
                  <a:pt x="2831" y="3109"/>
                </a:lnTo>
                <a:lnTo>
                  <a:pt x="2830" y="3109"/>
                </a:lnTo>
                <a:lnTo>
                  <a:pt x="2829" y="3109"/>
                </a:lnTo>
                <a:lnTo>
                  <a:pt x="2828" y="3109"/>
                </a:lnTo>
                <a:lnTo>
                  <a:pt x="2828" y="3110"/>
                </a:lnTo>
                <a:lnTo>
                  <a:pt x="2828" y="3111"/>
                </a:lnTo>
                <a:lnTo>
                  <a:pt x="2827" y="3111"/>
                </a:lnTo>
                <a:lnTo>
                  <a:pt x="2828" y="3111"/>
                </a:lnTo>
                <a:lnTo>
                  <a:pt x="2828" y="3112"/>
                </a:lnTo>
                <a:lnTo>
                  <a:pt x="2827" y="3112"/>
                </a:lnTo>
                <a:lnTo>
                  <a:pt x="2828" y="3112"/>
                </a:lnTo>
                <a:lnTo>
                  <a:pt x="2828" y="3113"/>
                </a:lnTo>
                <a:lnTo>
                  <a:pt x="2827" y="3113"/>
                </a:lnTo>
                <a:lnTo>
                  <a:pt x="2827" y="3114"/>
                </a:lnTo>
                <a:lnTo>
                  <a:pt x="2827" y="3115"/>
                </a:lnTo>
                <a:lnTo>
                  <a:pt x="2826" y="3115"/>
                </a:lnTo>
                <a:lnTo>
                  <a:pt x="2826" y="3114"/>
                </a:lnTo>
                <a:lnTo>
                  <a:pt x="2825" y="3114"/>
                </a:lnTo>
                <a:lnTo>
                  <a:pt x="2825" y="3115"/>
                </a:lnTo>
                <a:lnTo>
                  <a:pt x="2824" y="3115"/>
                </a:lnTo>
                <a:lnTo>
                  <a:pt x="2824" y="3116"/>
                </a:lnTo>
                <a:lnTo>
                  <a:pt x="2823" y="3116"/>
                </a:lnTo>
                <a:lnTo>
                  <a:pt x="2822" y="3116"/>
                </a:lnTo>
                <a:lnTo>
                  <a:pt x="2822" y="3115"/>
                </a:lnTo>
                <a:lnTo>
                  <a:pt x="2821" y="3115"/>
                </a:lnTo>
                <a:lnTo>
                  <a:pt x="2821" y="3116"/>
                </a:lnTo>
                <a:lnTo>
                  <a:pt x="2821" y="3115"/>
                </a:lnTo>
                <a:lnTo>
                  <a:pt x="2821" y="3116"/>
                </a:lnTo>
                <a:lnTo>
                  <a:pt x="2820" y="3116"/>
                </a:lnTo>
                <a:lnTo>
                  <a:pt x="2820" y="3117"/>
                </a:lnTo>
                <a:lnTo>
                  <a:pt x="2821" y="3117"/>
                </a:lnTo>
                <a:lnTo>
                  <a:pt x="2820" y="3117"/>
                </a:lnTo>
                <a:lnTo>
                  <a:pt x="2821" y="3117"/>
                </a:lnTo>
                <a:lnTo>
                  <a:pt x="2821" y="3118"/>
                </a:lnTo>
                <a:lnTo>
                  <a:pt x="2821" y="3119"/>
                </a:lnTo>
                <a:lnTo>
                  <a:pt x="2822" y="3119"/>
                </a:lnTo>
                <a:lnTo>
                  <a:pt x="2822" y="3120"/>
                </a:lnTo>
                <a:lnTo>
                  <a:pt x="2821" y="3120"/>
                </a:lnTo>
                <a:lnTo>
                  <a:pt x="2821" y="3121"/>
                </a:lnTo>
                <a:lnTo>
                  <a:pt x="2822" y="3121"/>
                </a:lnTo>
                <a:lnTo>
                  <a:pt x="2821" y="3121"/>
                </a:lnTo>
                <a:lnTo>
                  <a:pt x="2821" y="3122"/>
                </a:lnTo>
                <a:lnTo>
                  <a:pt x="2822" y="3122"/>
                </a:lnTo>
                <a:lnTo>
                  <a:pt x="2822" y="3124"/>
                </a:lnTo>
                <a:lnTo>
                  <a:pt x="2822" y="3125"/>
                </a:lnTo>
                <a:lnTo>
                  <a:pt x="2823" y="3125"/>
                </a:lnTo>
                <a:lnTo>
                  <a:pt x="2823" y="3126"/>
                </a:lnTo>
                <a:lnTo>
                  <a:pt x="2823" y="3127"/>
                </a:lnTo>
                <a:lnTo>
                  <a:pt x="2823" y="3128"/>
                </a:lnTo>
                <a:lnTo>
                  <a:pt x="2824" y="3128"/>
                </a:lnTo>
                <a:lnTo>
                  <a:pt x="2824" y="3129"/>
                </a:lnTo>
                <a:lnTo>
                  <a:pt x="2823" y="3129"/>
                </a:lnTo>
                <a:lnTo>
                  <a:pt x="2824" y="3129"/>
                </a:lnTo>
                <a:lnTo>
                  <a:pt x="2824" y="3130"/>
                </a:lnTo>
                <a:lnTo>
                  <a:pt x="2825" y="3130"/>
                </a:lnTo>
                <a:lnTo>
                  <a:pt x="2826" y="3130"/>
                </a:lnTo>
                <a:lnTo>
                  <a:pt x="2826" y="3131"/>
                </a:lnTo>
                <a:lnTo>
                  <a:pt x="2826" y="3132"/>
                </a:lnTo>
                <a:lnTo>
                  <a:pt x="2826" y="3133"/>
                </a:lnTo>
                <a:lnTo>
                  <a:pt x="2825" y="3133"/>
                </a:lnTo>
                <a:lnTo>
                  <a:pt x="2825" y="3134"/>
                </a:lnTo>
                <a:lnTo>
                  <a:pt x="2824" y="3134"/>
                </a:lnTo>
                <a:lnTo>
                  <a:pt x="2824" y="3135"/>
                </a:lnTo>
                <a:lnTo>
                  <a:pt x="2824" y="3136"/>
                </a:lnTo>
                <a:lnTo>
                  <a:pt x="2824" y="3135"/>
                </a:lnTo>
                <a:lnTo>
                  <a:pt x="2823" y="3135"/>
                </a:lnTo>
                <a:lnTo>
                  <a:pt x="2822" y="3135"/>
                </a:lnTo>
                <a:lnTo>
                  <a:pt x="2822" y="3136"/>
                </a:lnTo>
                <a:lnTo>
                  <a:pt x="2821" y="3136"/>
                </a:lnTo>
                <a:lnTo>
                  <a:pt x="2820" y="3136"/>
                </a:lnTo>
                <a:lnTo>
                  <a:pt x="2820" y="3137"/>
                </a:lnTo>
                <a:lnTo>
                  <a:pt x="2820" y="3136"/>
                </a:lnTo>
                <a:lnTo>
                  <a:pt x="2820" y="3137"/>
                </a:lnTo>
                <a:lnTo>
                  <a:pt x="2819" y="3137"/>
                </a:lnTo>
                <a:lnTo>
                  <a:pt x="2818" y="3137"/>
                </a:lnTo>
                <a:lnTo>
                  <a:pt x="2818" y="3138"/>
                </a:lnTo>
                <a:lnTo>
                  <a:pt x="2817" y="3138"/>
                </a:lnTo>
                <a:lnTo>
                  <a:pt x="2818" y="3138"/>
                </a:lnTo>
                <a:lnTo>
                  <a:pt x="2817" y="3138"/>
                </a:lnTo>
                <a:lnTo>
                  <a:pt x="2817" y="3139"/>
                </a:lnTo>
                <a:lnTo>
                  <a:pt x="2817" y="3140"/>
                </a:lnTo>
                <a:lnTo>
                  <a:pt x="2817" y="3141"/>
                </a:lnTo>
                <a:lnTo>
                  <a:pt x="2816" y="3141"/>
                </a:lnTo>
                <a:lnTo>
                  <a:pt x="2816" y="3142"/>
                </a:lnTo>
                <a:lnTo>
                  <a:pt x="2815" y="3142"/>
                </a:lnTo>
                <a:lnTo>
                  <a:pt x="2814" y="3142"/>
                </a:lnTo>
                <a:lnTo>
                  <a:pt x="2814" y="3143"/>
                </a:lnTo>
                <a:lnTo>
                  <a:pt x="2813" y="3143"/>
                </a:lnTo>
                <a:lnTo>
                  <a:pt x="2814" y="3143"/>
                </a:lnTo>
                <a:lnTo>
                  <a:pt x="2814" y="3144"/>
                </a:lnTo>
                <a:lnTo>
                  <a:pt x="2814" y="3145"/>
                </a:lnTo>
                <a:lnTo>
                  <a:pt x="2814" y="3146"/>
                </a:lnTo>
                <a:lnTo>
                  <a:pt x="2813" y="3146"/>
                </a:lnTo>
                <a:lnTo>
                  <a:pt x="2812" y="3146"/>
                </a:lnTo>
                <a:lnTo>
                  <a:pt x="2812" y="3145"/>
                </a:lnTo>
                <a:lnTo>
                  <a:pt x="2811" y="3145"/>
                </a:lnTo>
                <a:lnTo>
                  <a:pt x="2810" y="3145"/>
                </a:lnTo>
                <a:lnTo>
                  <a:pt x="2810" y="3146"/>
                </a:lnTo>
                <a:lnTo>
                  <a:pt x="2809" y="3146"/>
                </a:lnTo>
                <a:lnTo>
                  <a:pt x="2808" y="3146"/>
                </a:lnTo>
                <a:lnTo>
                  <a:pt x="2808" y="3145"/>
                </a:lnTo>
                <a:lnTo>
                  <a:pt x="2807" y="3145"/>
                </a:lnTo>
                <a:lnTo>
                  <a:pt x="2807" y="3144"/>
                </a:lnTo>
                <a:lnTo>
                  <a:pt x="2806" y="3144"/>
                </a:lnTo>
                <a:lnTo>
                  <a:pt x="2805" y="3144"/>
                </a:lnTo>
                <a:lnTo>
                  <a:pt x="2805" y="3143"/>
                </a:lnTo>
                <a:lnTo>
                  <a:pt x="2804" y="3143"/>
                </a:lnTo>
                <a:lnTo>
                  <a:pt x="2804" y="3144"/>
                </a:lnTo>
                <a:lnTo>
                  <a:pt x="2804" y="3145"/>
                </a:lnTo>
                <a:lnTo>
                  <a:pt x="2804" y="3146"/>
                </a:lnTo>
                <a:lnTo>
                  <a:pt x="2804" y="3145"/>
                </a:lnTo>
                <a:lnTo>
                  <a:pt x="2804" y="3146"/>
                </a:lnTo>
                <a:lnTo>
                  <a:pt x="2803" y="3146"/>
                </a:lnTo>
                <a:lnTo>
                  <a:pt x="2802" y="3146"/>
                </a:lnTo>
                <a:lnTo>
                  <a:pt x="2802" y="3145"/>
                </a:lnTo>
                <a:lnTo>
                  <a:pt x="2803" y="3145"/>
                </a:lnTo>
                <a:lnTo>
                  <a:pt x="2802" y="3145"/>
                </a:lnTo>
                <a:lnTo>
                  <a:pt x="2802" y="3144"/>
                </a:lnTo>
                <a:lnTo>
                  <a:pt x="2802" y="3145"/>
                </a:lnTo>
                <a:lnTo>
                  <a:pt x="2802" y="3144"/>
                </a:lnTo>
                <a:lnTo>
                  <a:pt x="2802" y="3143"/>
                </a:lnTo>
                <a:lnTo>
                  <a:pt x="2801" y="3143"/>
                </a:lnTo>
                <a:lnTo>
                  <a:pt x="2800" y="3143"/>
                </a:lnTo>
                <a:lnTo>
                  <a:pt x="2800" y="3142"/>
                </a:lnTo>
                <a:lnTo>
                  <a:pt x="2800" y="3143"/>
                </a:lnTo>
                <a:lnTo>
                  <a:pt x="2799" y="3143"/>
                </a:lnTo>
                <a:lnTo>
                  <a:pt x="2799" y="3144"/>
                </a:lnTo>
                <a:lnTo>
                  <a:pt x="2799" y="3143"/>
                </a:lnTo>
                <a:lnTo>
                  <a:pt x="2799" y="3144"/>
                </a:lnTo>
                <a:lnTo>
                  <a:pt x="2798" y="3144"/>
                </a:lnTo>
                <a:lnTo>
                  <a:pt x="2797" y="3144"/>
                </a:lnTo>
                <a:lnTo>
                  <a:pt x="2798" y="3144"/>
                </a:lnTo>
                <a:lnTo>
                  <a:pt x="2797" y="3145"/>
                </a:lnTo>
                <a:lnTo>
                  <a:pt x="2796" y="3145"/>
                </a:lnTo>
                <a:lnTo>
                  <a:pt x="2796" y="3146"/>
                </a:lnTo>
                <a:lnTo>
                  <a:pt x="2795" y="3146"/>
                </a:lnTo>
                <a:lnTo>
                  <a:pt x="2795" y="3147"/>
                </a:lnTo>
                <a:lnTo>
                  <a:pt x="2795" y="3148"/>
                </a:lnTo>
                <a:lnTo>
                  <a:pt x="2795" y="3149"/>
                </a:lnTo>
                <a:lnTo>
                  <a:pt x="2794" y="3149"/>
                </a:lnTo>
                <a:lnTo>
                  <a:pt x="2793" y="3149"/>
                </a:lnTo>
                <a:lnTo>
                  <a:pt x="2793" y="3150"/>
                </a:lnTo>
                <a:lnTo>
                  <a:pt x="2792" y="3150"/>
                </a:lnTo>
                <a:lnTo>
                  <a:pt x="2792" y="3151"/>
                </a:lnTo>
                <a:lnTo>
                  <a:pt x="2791" y="3151"/>
                </a:lnTo>
                <a:lnTo>
                  <a:pt x="2791" y="3152"/>
                </a:lnTo>
                <a:lnTo>
                  <a:pt x="2790" y="3152"/>
                </a:lnTo>
                <a:lnTo>
                  <a:pt x="2790" y="3153"/>
                </a:lnTo>
                <a:lnTo>
                  <a:pt x="2789" y="3153"/>
                </a:lnTo>
                <a:lnTo>
                  <a:pt x="2788" y="3153"/>
                </a:lnTo>
                <a:lnTo>
                  <a:pt x="2788" y="3154"/>
                </a:lnTo>
                <a:lnTo>
                  <a:pt x="2787" y="3154"/>
                </a:lnTo>
                <a:lnTo>
                  <a:pt x="2786" y="3154"/>
                </a:lnTo>
                <a:lnTo>
                  <a:pt x="2786" y="3155"/>
                </a:lnTo>
                <a:lnTo>
                  <a:pt x="2785" y="3155"/>
                </a:lnTo>
                <a:lnTo>
                  <a:pt x="2785" y="3156"/>
                </a:lnTo>
                <a:lnTo>
                  <a:pt x="2785" y="3157"/>
                </a:lnTo>
                <a:lnTo>
                  <a:pt x="2784" y="3157"/>
                </a:lnTo>
                <a:lnTo>
                  <a:pt x="2785" y="3157"/>
                </a:lnTo>
                <a:lnTo>
                  <a:pt x="2784" y="3157"/>
                </a:lnTo>
                <a:lnTo>
                  <a:pt x="2784" y="3158"/>
                </a:lnTo>
                <a:lnTo>
                  <a:pt x="2783" y="3158"/>
                </a:lnTo>
                <a:lnTo>
                  <a:pt x="2782" y="3158"/>
                </a:lnTo>
                <a:lnTo>
                  <a:pt x="2782" y="3159"/>
                </a:lnTo>
                <a:lnTo>
                  <a:pt x="2781" y="3159"/>
                </a:lnTo>
                <a:lnTo>
                  <a:pt x="2780" y="3159"/>
                </a:lnTo>
                <a:lnTo>
                  <a:pt x="2780" y="3158"/>
                </a:lnTo>
                <a:lnTo>
                  <a:pt x="2779" y="3158"/>
                </a:lnTo>
                <a:lnTo>
                  <a:pt x="2779" y="3157"/>
                </a:lnTo>
                <a:lnTo>
                  <a:pt x="2779" y="3156"/>
                </a:lnTo>
                <a:lnTo>
                  <a:pt x="2778" y="3156"/>
                </a:lnTo>
                <a:lnTo>
                  <a:pt x="2778" y="3155"/>
                </a:lnTo>
                <a:lnTo>
                  <a:pt x="2777" y="3155"/>
                </a:lnTo>
                <a:lnTo>
                  <a:pt x="2776" y="3155"/>
                </a:lnTo>
                <a:lnTo>
                  <a:pt x="2775" y="3155"/>
                </a:lnTo>
                <a:lnTo>
                  <a:pt x="2774" y="3155"/>
                </a:lnTo>
                <a:lnTo>
                  <a:pt x="2774" y="3154"/>
                </a:lnTo>
                <a:lnTo>
                  <a:pt x="2773" y="3154"/>
                </a:lnTo>
                <a:lnTo>
                  <a:pt x="2772" y="3154"/>
                </a:lnTo>
                <a:lnTo>
                  <a:pt x="2772" y="3153"/>
                </a:lnTo>
                <a:lnTo>
                  <a:pt x="2772" y="3152"/>
                </a:lnTo>
                <a:lnTo>
                  <a:pt x="2771" y="3152"/>
                </a:lnTo>
                <a:lnTo>
                  <a:pt x="2771" y="3151"/>
                </a:lnTo>
                <a:lnTo>
                  <a:pt x="2771" y="3150"/>
                </a:lnTo>
                <a:lnTo>
                  <a:pt x="2771" y="3149"/>
                </a:lnTo>
                <a:lnTo>
                  <a:pt x="2772" y="3149"/>
                </a:lnTo>
                <a:lnTo>
                  <a:pt x="2772" y="3148"/>
                </a:lnTo>
                <a:lnTo>
                  <a:pt x="2772" y="3147"/>
                </a:lnTo>
                <a:lnTo>
                  <a:pt x="2772" y="3146"/>
                </a:lnTo>
                <a:lnTo>
                  <a:pt x="2772" y="3145"/>
                </a:lnTo>
                <a:lnTo>
                  <a:pt x="2773" y="3145"/>
                </a:lnTo>
                <a:lnTo>
                  <a:pt x="2772" y="3145"/>
                </a:lnTo>
                <a:lnTo>
                  <a:pt x="2773" y="3145"/>
                </a:lnTo>
                <a:lnTo>
                  <a:pt x="2772" y="3145"/>
                </a:lnTo>
                <a:lnTo>
                  <a:pt x="2772" y="3144"/>
                </a:lnTo>
                <a:lnTo>
                  <a:pt x="2772" y="3143"/>
                </a:lnTo>
                <a:lnTo>
                  <a:pt x="2771" y="3143"/>
                </a:lnTo>
                <a:lnTo>
                  <a:pt x="2771" y="3144"/>
                </a:lnTo>
                <a:lnTo>
                  <a:pt x="2770" y="3144"/>
                </a:lnTo>
                <a:lnTo>
                  <a:pt x="2770" y="3143"/>
                </a:lnTo>
                <a:lnTo>
                  <a:pt x="2770" y="3144"/>
                </a:lnTo>
                <a:lnTo>
                  <a:pt x="2769" y="3144"/>
                </a:lnTo>
                <a:lnTo>
                  <a:pt x="2769" y="3145"/>
                </a:lnTo>
                <a:lnTo>
                  <a:pt x="2768" y="3145"/>
                </a:lnTo>
                <a:lnTo>
                  <a:pt x="2767" y="3145"/>
                </a:lnTo>
                <a:lnTo>
                  <a:pt x="2766" y="3145"/>
                </a:lnTo>
                <a:lnTo>
                  <a:pt x="2766" y="3146"/>
                </a:lnTo>
                <a:lnTo>
                  <a:pt x="2766" y="3145"/>
                </a:lnTo>
                <a:lnTo>
                  <a:pt x="2765" y="3145"/>
                </a:lnTo>
                <a:lnTo>
                  <a:pt x="2765" y="3146"/>
                </a:lnTo>
                <a:lnTo>
                  <a:pt x="2765" y="3145"/>
                </a:lnTo>
                <a:lnTo>
                  <a:pt x="2764" y="3145"/>
                </a:lnTo>
                <a:lnTo>
                  <a:pt x="2764" y="3146"/>
                </a:lnTo>
                <a:lnTo>
                  <a:pt x="2763" y="3146"/>
                </a:lnTo>
                <a:lnTo>
                  <a:pt x="2762" y="3146"/>
                </a:lnTo>
                <a:lnTo>
                  <a:pt x="2762" y="3147"/>
                </a:lnTo>
                <a:lnTo>
                  <a:pt x="2761" y="3147"/>
                </a:lnTo>
                <a:lnTo>
                  <a:pt x="2760" y="3147"/>
                </a:lnTo>
                <a:lnTo>
                  <a:pt x="2759" y="3147"/>
                </a:lnTo>
                <a:lnTo>
                  <a:pt x="2758" y="3147"/>
                </a:lnTo>
                <a:lnTo>
                  <a:pt x="2758" y="3148"/>
                </a:lnTo>
                <a:lnTo>
                  <a:pt x="2757" y="3148"/>
                </a:lnTo>
                <a:lnTo>
                  <a:pt x="2757" y="3149"/>
                </a:lnTo>
                <a:lnTo>
                  <a:pt x="2756" y="3149"/>
                </a:lnTo>
                <a:lnTo>
                  <a:pt x="2756" y="3150"/>
                </a:lnTo>
                <a:lnTo>
                  <a:pt x="2756" y="3151"/>
                </a:lnTo>
                <a:lnTo>
                  <a:pt x="2755" y="3151"/>
                </a:lnTo>
                <a:lnTo>
                  <a:pt x="2755" y="3152"/>
                </a:lnTo>
                <a:lnTo>
                  <a:pt x="2754" y="3152"/>
                </a:lnTo>
                <a:lnTo>
                  <a:pt x="2754" y="3153"/>
                </a:lnTo>
                <a:lnTo>
                  <a:pt x="2753" y="3153"/>
                </a:lnTo>
                <a:lnTo>
                  <a:pt x="2753" y="3154"/>
                </a:lnTo>
                <a:lnTo>
                  <a:pt x="2752" y="3154"/>
                </a:lnTo>
                <a:lnTo>
                  <a:pt x="2752" y="3155"/>
                </a:lnTo>
                <a:lnTo>
                  <a:pt x="2752" y="3156"/>
                </a:lnTo>
                <a:lnTo>
                  <a:pt x="2752" y="3157"/>
                </a:lnTo>
                <a:lnTo>
                  <a:pt x="2751" y="3157"/>
                </a:lnTo>
                <a:lnTo>
                  <a:pt x="2751" y="3158"/>
                </a:lnTo>
                <a:lnTo>
                  <a:pt x="2751" y="3159"/>
                </a:lnTo>
                <a:lnTo>
                  <a:pt x="2750" y="3159"/>
                </a:lnTo>
                <a:lnTo>
                  <a:pt x="2751" y="3159"/>
                </a:lnTo>
                <a:lnTo>
                  <a:pt x="2751" y="3160"/>
                </a:lnTo>
                <a:lnTo>
                  <a:pt x="2752" y="3160"/>
                </a:lnTo>
                <a:lnTo>
                  <a:pt x="2751" y="3161"/>
                </a:lnTo>
                <a:lnTo>
                  <a:pt x="2751" y="3162"/>
                </a:lnTo>
                <a:lnTo>
                  <a:pt x="2751" y="3163"/>
                </a:lnTo>
                <a:lnTo>
                  <a:pt x="2751" y="3164"/>
                </a:lnTo>
                <a:lnTo>
                  <a:pt x="2751" y="3165"/>
                </a:lnTo>
                <a:lnTo>
                  <a:pt x="2751" y="3166"/>
                </a:lnTo>
                <a:lnTo>
                  <a:pt x="2750" y="3166"/>
                </a:lnTo>
                <a:lnTo>
                  <a:pt x="2750" y="3167"/>
                </a:lnTo>
                <a:lnTo>
                  <a:pt x="2750" y="3168"/>
                </a:lnTo>
                <a:lnTo>
                  <a:pt x="2750" y="3169"/>
                </a:lnTo>
                <a:lnTo>
                  <a:pt x="2749" y="3169"/>
                </a:lnTo>
                <a:lnTo>
                  <a:pt x="2749" y="3170"/>
                </a:lnTo>
                <a:lnTo>
                  <a:pt x="2749" y="3171"/>
                </a:lnTo>
                <a:lnTo>
                  <a:pt x="2749" y="3172"/>
                </a:lnTo>
                <a:lnTo>
                  <a:pt x="2750" y="3172"/>
                </a:lnTo>
                <a:lnTo>
                  <a:pt x="2749" y="3172"/>
                </a:lnTo>
                <a:lnTo>
                  <a:pt x="2749" y="3173"/>
                </a:lnTo>
                <a:lnTo>
                  <a:pt x="2749" y="3174"/>
                </a:lnTo>
                <a:lnTo>
                  <a:pt x="2749" y="3175"/>
                </a:lnTo>
                <a:lnTo>
                  <a:pt x="2749" y="3176"/>
                </a:lnTo>
                <a:lnTo>
                  <a:pt x="2749" y="3177"/>
                </a:lnTo>
                <a:lnTo>
                  <a:pt x="2748" y="3177"/>
                </a:lnTo>
                <a:lnTo>
                  <a:pt x="2747" y="3177"/>
                </a:lnTo>
                <a:lnTo>
                  <a:pt x="2746" y="3177"/>
                </a:lnTo>
                <a:lnTo>
                  <a:pt x="2746" y="3178"/>
                </a:lnTo>
                <a:lnTo>
                  <a:pt x="2745" y="3177"/>
                </a:lnTo>
                <a:lnTo>
                  <a:pt x="2745" y="3178"/>
                </a:lnTo>
                <a:lnTo>
                  <a:pt x="2744" y="3178"/>
                </a:lnTo>
                <a:lnTo>
                  <a:pt x="2744" y="3177"/>
                </a:lnTo>
                <a:lnTo>
                  <a:pt x="2743" y="3177"/>
                </a:lnTo>
                <a:lnTo>
                  <a:pt x="2743" y="3176"/>
                </a:lnTo>
                <a:lnTo>
                  <a:pt x="2742" y="3176"/>
                </a:lnTo>
                <a:lnTo>
                  <a:pt x="2742" y="3175"/>
                </a:lnTo>
                <a:lnTo>
                  <a:pt x="2741" y="3174"/>
                </a:lnTo>
                <a:lnTo>
                  <a:pt x="2741" y="3175"/>
                </a:lnTo>
                <a:lnTo>
                  <a:pt x="2740" y="3175"/>
                </a:lnTo>
                <a:lnTo>
                  <a:pt x="2740" y="3174"/>
                </a:lnTo>
                <a:lnTo>
                  <a:pt x="2740" y="3173"/>
                </a:lnTo>
                <a:lnTo>
                  <a:pt x="2739" y="3173"/>
                </a:lnTo>
                <a:lnTo>
                  <a:pt x="2739" y="3172"/>
                </a:lnTo>
                <a:lnTo>
                  <a:pt x="2738" y="3172"/>
                </a:lnTo>
                <a:lnTo>
                  <a:pt x="2738" y="3171"/>
                </a:lnTo>
                <a:lnTo>
                  <a:pt x="2738" y="3172"/>
                </a:lnTo>
                <a:lnTo>
                  <a:pt x="2737" y="3172"/>
                </a:lnTo>
                <a:lnTo>
                  <a:pt x="2737" y="3171"/>
                </a:lnTo>
                <a:lnTo>
                  <a:pt x="2736" y="3171"/>
                </a:lnTo>
                <a:lnTo>
                  <a:pt x="2736" y="3170"/>
                </a:lnTo>
                <a:lnTo>
                  <a:pt x="2735" y="3170"/>
                </a:lnTo>
                <a:lnTo>
                  <a:pt x="2735" y="3169"/>
                </a:lnTo>
                <a:lnTo>
                  <a:pt x="2734" y="3169"/>
                </a:lnTo>
                <a:lnTo>
                  <a:pt x="2734" y="3168"/>
                </a:lnTo>
                <a:lnTo>
                  <a:pt x="2733" y="3167"/>
                </a:lnTo>
                <a:lnTo>
                  <a:pt x="2732" y="3167"/>
                </a:lnTo>
                <a:lnTo>
                  <a:pt x="2732" y="3166"/>
                </a:lnTo>
                <a:lnTo>
                  <a:pt x="2732" y="3165"/>
                </a:lnTo>
                <a:lnTo>
                  <a:pt x="2731" y="3165"/>
                </a:lnTo>
                <a:lnTo>
                  <a:pt x="2731" y="3164"/>
                </a:lnTo>
                <a:lnTo>
                  <a:pt x="2730" y="3164"/>
                </a:lnTo>
                <a:lnTo>
                  <a:pt x="2730" y="3163"/>
                </a:lnTo>
                <a:lnTo>
                  <a:pt x="2730" y="3162"/>
                </a:lnTo>
                <a:lnTo>
                  <a:pt x="2729" y="3162"/>
                </a:lnTo>
                <a:lnTo>
                  <a:pt x="2729" y="3161"/>
                </a:lnTo>
                <a:lnTo>
                  <a:pt x="2728" y="3161"/>
                </a:lnTo>
                <a:lnTo>
                  <a:pt x="2728" y="3160"/>
                </a:lnTo>
                <a:lnTo>
                  <a:pt x="2727" y="3160"/>
                </a:lnTo>
                <a:lnTo>
                  <a:pt x="2727" y="3159"/>
                </a:lnTo>
                <a:lnTo>
                  <a:pt x="2726" y="3159"/>
                </a:lnTo>
                <a:lnTo>
                  <a:pt x="2725" y="3159"/>
                </a:lnTo>
                <a:lnTo>
                  <a:pt x="2725" y="3158"/>
                </a:lnTo>
                <a:lnTo>
                  <a:pt x="2724" y="3158"/>
                </a:lnTo>
                <a:lnTo>
                  <a:pt x="2724" y="3157"/>
                </a:lnTo>
                <a:lnTo>
                  <a:pt x="2725" y="3157"/>
                </a:lnTo>
                <a:lnTo>
                  <a:pt x="2724" y="3156"/>
                </a:lnTo>
                <a:lnTo>
                  <a:pt x="2723" y="3156"/>
                </a:lnTo>
                <a:lnTo>
                  <a:pt x="2723" y="3155"/>
                </a:lnTo>
                <a:lnTo>
                  <a:pt x="2722" y="3154"/>
                </a:lnTo>
                <a:lnTo>
                  <a:pt x="2721" y="3154"/>
                </a:lnTo>
                <a:lnTo>
                  <a:pt x="2721" y="3153"/>
                </a:lnTo>
                <a:lnTo>
                  <a:pt x="2720" y="3153"/>
                </a:lnTo>
                <a:lnTo>
                  <a:pt x="2719" y="3152"/>
                </a:lnTo>
                <a:lnTo>
                  <a:pt x="2719" y="3151"/>
                </a:lnTo>
                <a:lnTo>
                  <a:pt x="2718" y="3151"/>
                </a:lnTo>
                <a:lnTo>
                  <a:pt x="2718" y="3150"/>
                </a:lnTo>
                <a:lnTo>
                  <a:pt x="2718" y="3149"/>
                </a:lnTo>
                <a:lnTo>
                  <a:pt x="2717" y="3149"/>
                </a:lnTo>
                <a:lnTo>
                  <a:pt x="2716" y="3149"/>
                </a:lnTo>
                <a:lnTo>
                  <a:pt x="2716" y="3148"/>
                </a:lnTo>
                <a:lnTo>
                  <a:pt x="2716" y="3149"/>
                </a:lnTo>
                <a:lnTo>
                  <a:pt x="2716" y="3148"/>
                </a:lnTo>
                <a:lnTo>
                  <a:pt x="2715" y="3148"/>
                </a:lnTo>
                <a:lnTo>
                  <a:pt x="2715" y="3149"/>
                </a:lnTo>
                <a:lnTo>
                  <a:pt x="2714" y="3149"/>
                </a:lnTo>
                <a:lnTo>
                  <a:pt x="2714" y="3150"/>
                </a:lnTo>
                <a:lnTo>
                  <a:pt x="2714" y="3151"/>
                </a:lnTo>
                <a:lnTo>
                  <a:pt x="2713" y="3151"/>
                </a:lnTo>
                <a:lnTo>
                  <a:pt x="2713" y="3152"/>
                </a:lnTo>
                <a:lnTo>
                  <a:pt x="2713" y="3153"/>
                </a:lnTo>
                <a:lnTo>
                  <a:pt x="2712" y="3153"/>
                </a:lnTo>
                <a:lnTo>
                  <a:pt x="2712" y="3154"/>
                </a:lnTo>
                <a:lnTo>
                  <a:pt x="2711" y="3154"/>
                </a:lnTo>
                <a:lnTo>
                  <a:pt x="2711" y="3155"/>
                </a:lnTo>
                <a:lnTo>
                  <a:pt x="2710" y="3155"/>
                </a:lnTo>
                <a:lnTo>
                  <a:pt x="2710" y="3156"/>
                </a:lnTo>
                <a:lnTo>
                  <a:pt x="2710" y="3157"/>
                </a:lnTo>
                <a:lnTo>
                  <a:pt x="2709" y="3157"/>
                </a:lnTo>
                <a:lnTo>
                  <a:pt x="2709" y="3158"/>
                </a:lnTo>
                <a:lnTo>
                  <a:pt x="2709" y="3159"/>
                </a:lnTo>
                <a:lnTo>
                  <a:pt x="2709" y="3160"/>
                </a:lnTo>
                <a:lnTo>
                  <a:pt x="2710" y="3160"/>
                </a:lnTo>
                <a:lnTo>
                  <a:pt x="2710" y="3161"/>
                </a:lnTo>
                <a:lnTo>
                  <a:pt x="2710" y="3162"/>
                </a:lnTo>
                <a:lnTo>
                  <a:pt x="2710" y="3163"/>
                </a:lnTo>
                <a:lnTo>
                  <a:pt x="2709" y="3163"/>
                </a:lnTo>
                <a:lnTo>
                  <a:pt x="2709" y="3164"/>
                </a:lnTo>
                <a:lnTo>
                  <a:pt x="2708" y="3164"/>
                </a:lnTo>
                <a:lnTo>
                  <a:pt x="2708" y="3165"/>
                </a:lnTo>
                <a:lnTo>
                  <a:pt x="2708" y="3166"/>
                </a:lnTo>
                <a:lnTo>
                  <a:pt x="2707" y="3166"/>
                </a:lnTo>
                <a:lnTo>
                  <a:pt x="2707" y="3167"/>
                </a:lnTo>
                <a:lnTo>
                  <a:pt x="2707" y="3168"/>
                </a:lnTo>
                <a:lnTo>
                  <a:pt x="2706" y="3168"/>
                </a:lnTo>
                <a:lnTo>
                  <a:pt x="2706" y="3169"/>
                </a:lnTo>
                <a:lnTo>
                  <a:pt x="2705" y="3169"/>
                </a:lnTo>
                <a:lnTo>
                  <a:pt x="2705" y="3168"/>
                </a:lnTo>
                <a:lnTo>
                  <a:pt x="2705" y="3169"/>
                </a:lnTo>
                <a:lnTo>
                  <a:pt x="2705" y="3168"/>
                </a:lnTo>
                <a:lnTo>
                  <a:pt x="2704" y="3168"/>
                </a:lnTo>
                <a:lnTo>
                  <a:pt x="2703" y="3168"/>
                </a:lnTo>
                <a:lnTo>
                  <a:pt x="2704" y="3168"/>
                </a:lnTo>
                <a:lnTo>
                  <a:pt x="2704" y="3167"/>
                </a:lnTo>
                <a:lnTo>
                  <a:pt x="2703" y="3167"/>
                </a:lnTo>
                <a:lnTo>
                  <a:pt x="2702" y="3167"/>
                </a:lnTo>
                <a:lnTo>
                  <a:pt x="2702" y="3166"/>
                </a:lnTo>
                <a:lnTo>
                  <a:pt x="2702" y="3165"/>
                </a:lnTo>
                <a:lnTo>
                  <a:pt x="2701" y="3165"/>
                </a:lnTo>
                <a:lnTo>
                  <a:pt x="2701" y="3164"/>
                </a:lnTo>
                <a:lnTo>
                  <a:pt x="2700" y="3164"/>
                </a:lnTo>
                <a:lnTo>
                  <a:pt x="2700" y="3163"/>
                </a:lnTo>
                <a:lnTo>
                  <a:pt x="2699" y="3163"/>
                </a:lnTo>
                <a:lnTo>
                  <a:pt x="2699" y="3162"/>
                </a:lnTo>
                <a:lnTo>
                  <a:pt x="2699" y="3161"/>
                </a:lnTo>
                <a:lnTo>
                  <a:pt x="2699" y="3160"/>
                </a:lnTo>
                <a:lnTo>
                  <a:pt x="2699" y="3159"/>
                </a:lnTo>
                <a:lnTo>
                  <a:pt x="2698" y="3159"/>
                </a:lnTo>
                <a:lnTo>
                  <a:pt x="2697" y="3159"/>
                </a:lnTo>
                <a:lnTo>
                  <a:pt x="2697" y="3158"/>
                </a:lnTo>
                <a:lnTo>
                  <a:pt x="2697" y="3157"/>
                </a:lnTo>
                <a:lnTo>
                  <a:pt x="2696" y="3156"/>
                </a:lnTo>
                <a:lnTo>
                  <a:pt x="2697" y="3156"/>
                </a:lnTo>
                <a:lnTo>
                  <a:pt x="2697" y="3155"/>
                </a:lnTo>
                <a:lnTo>
                  <a:pt x="2696" y="3155"/>
                </a:lnTo>
                <a:lnTo>
                  <a:pt x="2697" y="3155"/>
                </a:lnTo>
                <a:lnTo>
                  <a:pt x="2697" y="3154"/>
                </a:lnTo>
                <a:lnTo>
                  <a:pt x="2698" y="3154"/>
                </a:lnTo>
                <a:lnTo>
                  <a:pt x="2698" y="3153"/>
                </a:lnTo>
                <a:lnTo>
                  <a:pt x="2697" y="3153"/>
                </a:lnTo>
                <a:lnTo>
                  <a:pt x="2697" y="3152"/>
                </a:lnTo>
                <a:lnTo>
                  <a:pt x="2696" y="3152"/>
                </a:lnTo>
                <a:lnTo>
                  <a:pt x="2696" y="3151"/>
                </a:lnTo>
                <a:lnTo>
                  <a:pt x="2695" y="3151"/>
                </a:lnTo>
                <a:lnTo>
                  <a:pt x="2696" y="3151"/>
                </a:lnTo>
                <a:lnTo>
                  <a:pt x="2695" y="3151"/>
                </a:lnTo>
                <a:lnTo>
                  <a:pt x="2695" y="3150"/>
                </a:lnTo>
                <a:lnTo>
                  <a:pt x="2694" y="3150"/>
                </a:lnTo>
                <a:lnTo>
                  <a:pt x="2693" y="3150"/>
                </a:lnTo>
                <a:lnTo>
                  <a:pt x="2693" y="3149"/>
                </a:lnTo>
                <a:lnTo>
                  <a:pt x="2692" y="3149"/>
                </a:lnTo>
                <a:lnTo>
                  <a:pt x="2692" y="3148"/>
                </a:lnTo>
                <a:lnTo>
                  <a:pt x="2691" y="3148"/>
                </a:lnTo>
                <a:lnTo>
                  <a:pt x="2690" y="3148"/>
                </a:lnTo>
                <a:lnTo>
                  <a:pt x="2689" y="3148"/>
                </a:lnTo>
                <a:lnTo>
                  <a:pt x="2689" y="3147"/>
                </a:lnTo>
                <a:lnTo>
                  <a:pt x="2688" y="3147"/>
                </a:lnTo>
                <a:lnTo>
                  <a:pt x="2687" y="3147"/>
                </a:lnTo>
                <a:lnTo>
                  <a:pt x="2687" y="3148"/>
                </a:lnTo>
                <a:lnTo>
                  <a:pt x="2687" y="3149"/>
                </a:lnTo>
                <a:lnTo>
                  <a:pt x="2687" y="3150"/>
                </a:lnTo>
                <a:lnTo>
                  <a:pt x="2686" y="3150"/>
                </a:lnTo>
                <a:lnTo>
                  <a:pt x="2686" y="3151"/>
                </a:lnTo>
                <a:lnTo>
                  <a:pt x="2686" y="3152"/>
                </a:lnTo>
                <a:lnTo>
                  <a:pt x="2685" y="3152"/>
                </a:lnTo>
                <a:lnTo>
                  <a:pt x="2685" y="3153"/>
                </a:lnTo>
                <a:lnTo>
                  <a:pt x="2684" y="3153"/>
                </a:lnTo>
                <a:lnTo>
                  <a:pt x="2684" y="3154"/>
                </a:lnTo>
                <a:lnTo>
                  <a:pt x="2684" y="3155"/>
                </a:lnTo>
                <a:lnTo>
                  <a:pt x="2684" y="3156"/>
                </a:lnTo>
                <a:lnTo>
                  <a:pt x="2684" y="3157"/>
                </a:lnTo>
                <a:lnTo>
                  <a:pt x="2684" y="3158"/>
                </a:lnTo>
                <a:lnTo>
                  <a:pt x="2683" y="3158"/>
                </a:lnTo>
                <a:lnTo>
                  <a:pt x="2683" y="3159"/>
                </a:lnTo>
                <a:lnTo>
                  <a:pt x="2683" y="3160"/>
                </a:lnTo>
                <a:lnTo>
                  <a:pt x="2684" y="3160"/>
                </a:lnTo>
                <a:lnTo>
                  <a:pt x="2683" y="3160"/>
                </a:lnTo>
                <a:lnTo>
                  <a:pt x="2682" y="3161"/>
                </a:lnTo>
                <a:lnTo>
                  <a:pt x="2681" y="3161"/>
                </a:lnTo>
                <a:lnTo>
                  <a:pt x="2680" y="3161"/>
                </a:lnTo>
                <a:lnTo>
                  <a:pt x="2680" y="3162"/>
                </a:lnTo>
                <a:lnTo>
                  <a:pt x="2679" y="3162"/>
                </a:lnTo>
                <a:lnTo>
                  <a:pt x="2679" y="3163"/>
                </a:lnTo>
                <a:lnTo>
                  <a:pt x="2678" y="3163"/>
                </a:lnTo>
                <a:lnTo>
                  <a:pt x="2678" y="3164"/>
                </a:lnTo>
                <a:lnTo>
                  <a:pt x="2678" y="3163"/>
                </a:lnTo>
                <a:lnTo>
                  <a:pt x="2678" y="3164"/>
                </a:lnTo>
                <a:lnTo>
                  <a:pt x="2677" y="3164"/>
                </a:lnTo>
                <a:lnTo>
                  <a:pt x="2677" y="3163"/>
                </a:lnTo>
                <a:lnTo>
                  <a:pt x="2677" y="3164"/>
                </a:lnTo>
                <a:lnTo>
                  <a:pt x="2676" y="3164"/>
                </a:lnTo>
                <a:lnTo>
                  <a:pt x="2676" y="3163"/>
                </a:lnTo>
                <a:lnTo>
                  <a:pt x="2676" y="3164"/>
                </a:lnTo>
                <a:lnTo>
                  <a:pt x="2676" y="3163"/>
                </a:lnTo>
                <a:lnTo>
                  <a:pt x="2675" y="3163"/>
                </a:lnTo>
                <a:lnTo>
                  <a:pt x="2675" y="3164"/>
                </a:lnTo>
                <a:lnTo>
                  <a:pt x="2674" y="3164"/>
                </a:lnTo>
                <a:lnTo>
                  <a:pt x="2675" y="3164"/>
                </a:lnTo>
                <a:lnTo>
                  <a:pt x="2675" y="3165"/>
                </a:lnTo>
                <a:lnTo>
                  <a:pt x="2674" y="3165"/>
                </a:lnTo>
                <a:lnTo>
                  <a:pt x="2674" y="3166"/>
                </a:lnTo>
                <a:lnTo>
                  <a:pt x="2673" y="3166"/>
                </a:lnTo>
                <a:lnTo>
                  <a:pt x="2673" y="3167"/>
                </a:lnTo>
                <a:lnTo>
                  <a:pt x="2673" y="3168"/>
                </a:lnTo>
                <a:lnTo>
                  <a:pt x="2672" y="3168"/>
                </a:lnTo>
                <a:lnTo>
                  <a:pt x="2672" y="3169"/>
                </a:lnTo>
                <a:lnTo>
                  <a:pt x="2672" y="3170"/>
                </a:lnTo>
                <a:lnTo>
                  <a:pt x="2673" y="3170"/>
                </a:lnTo>
                <a:lnTo>
                  <a:pt x="2673" y="3171"/>
                </a:lnTo>
                <a:lnTo>
                  <a:pt x="2674" y="3171"/>
                </a:lnTo>
                <a:lnTo>
                  <a:pt x="2674" y="3172"/>
                </a:lnTo>
                <a:lnTo>
                  <a:pt x="2674" y="3173"/>
                </a:lnTo>
                <a:lnTo>
                  <a:pt x="2673" y="3173"/>
                </a:lnTo>
                <a:lnTo>
                  <a:pt x="2673" y="3174"/>
                </a:lnTo>
                <a:lnTo>
                  <a:pt x="2672" y="3174"/>
                </a:lnTo>
                <a:lnTo>
                  <a:pt x="2671" y="3174"/>
                </a:lnTo>
                <a:lnTo>
                  <a:pt x="2670" y="3174"/>
                </a:lnTo>
                <a:lnTo>
                  <a:pt x="2670" y="3175"/>
                </a:lnTo>
                <a:lnTo>
                  <a:pt x="2670" y="3176"/>
                </a:lnTo>
                <a:lnTo>
                  <a:pt x="2669" y="3176"/>
                </a:lnTo>
                <a:lnTo>
                  <a:pt x="2669" y="3177"/>
                </a:lnTo>
                <a:lnTo>
                  <a:pt x="2668" y="3177"/>
                </a:lnTo>
                <a:lnTo>
                  <a:pt x="2667" y="3177"/>
                </a:lnTo>
                <a:lnTo>
                  <a:pt x="2666" y="3177"/>
                </a:lnTo>
                <a:lnTo>
                  <a:pt x="2665" y="3177"/>
                </a:lnTo>
                <a:lnTo>
                  <a:pt x="2665" y="3178"/>
                </a:lnTo>
                <a:lnTo>
                  <a:pt x="2665" y="3179"/>
                </a:lnTo>
                <a:lnTo>
                  <a:pt x="2664" y="3179"/>
                </a:lnTo>
                <a:lnTo>
                  <a:pt x="2664" y="3180"/>
                </a:lnTo>
                <a:lnTo>
                  <a:pt x="2665" y="3180"/>
                </a:lnTo>
                <a:lnTo>
                  <a:pt x="2664" y="3180"/>
                </a:lnTo>
                <a:lnTo>
                  <a:pt x="2664" y="3181"/>
                </a:lnTo>
                <a:lnTo>
                  <a:pt x="2665" y="3181"/>
                </a:lnTo>
                <a:lnTo>
                  <a:pt x="2665" y="3182"/>
                </a:lnTo>
                <a:lnTo>
                  <a:pt x="2665" y="3183"/>
                </a:lnTo>
                <a:lnTo>
                  <a:pt x="2665" y="3184"/>
                </a:lnTo>
                <a:lnTo>
                  <a:pt x="2664" y="3184"/>
                </a:lnTo>
                <a:lnTo>
                  <a:pt x="2663" y="3183"/>
                </a:lnTo>
                <a:lnTo>
                  <a:pt x="2663" y="3184"/>
                </a:lnTo>
                <a:lnTo>
                  <a:pt x="2662" y="3184"/>
                </a:lnTo>
                <a:lnTo>
                  <a:pt x="2661" y="3184"/>
                </a:lnTo>
                <a:lnTo>
                  <a:pt x="2660" y="3184"/>
                </a:lnTo>
                <a:lnTo>
                  <a:pt x="2660" y="3183"/>
                </a:lnTo>
                <a:lnTo>
                  <a:pt x="2659" y="3183"/>
                </a:lnTo>
                <a:lnTo>
                  <a:pt x="2658" y="3183"/>
                </a:lnTo>
                <a:lnTo>
                  <a:pt x="2658" y="3182"/>
                </a:lnTo>
                <a:lnTo>
                  <a:pt x="2658" y="3183"/>
                </a:lnTo>
                <a:lnTo>
                  <a:pt x="2657" y="3183"/>
                </a:lnTo>
                <a:lnTo>
                  <a:pt x="2657" y="3182"/>
                </a:lnTo>
                <a:lnTo>
                  <a:pt x="2657" y="3181"/>
                </a:lnTo>
                <a:lnTo>
                  <a:pt x="2656" y="3180"/>
                </a:lnTo>
                <a:lnTo>
                  <a:pt x="2656" y="3181"/>
                </a:lnTo>
                <a:lnTo>
                  <a:pt x="2655" y="3181"/>
                </a:lnTo>
                <a:lnTo>
                  <a:pt x="2654" y="3180"/>
                </a:lnTo>
                <a:lnTo>
                  <a:pt x="2653" y="3180"/>
                </a:lnTo>
                <a:lnTo>
                  <a:pt x="2652" y="3180"/>
                </a:lnTo>
                <a:lnTo>
                  <a:pt x="2651" y="3180"/>
                </a:lnTo>
                <a:lnTo>
                  <a:pt x="2651" y="3179"/>
                </a:lnTo>
                <a:lnTo>
                  <a:pt x="2651" y="3178"/>
                </a:lnTo>
                <a:lnTo>
                  <a:pt x="2650" y="3178"/>
                </a:lnTo>
                <a:lnTo>
                  <a:pt x="2650" y="3177"/>
                </a:lnTo>
                <a:lnTo>
                  <a:pt x="2650" y="3176"/>
                </a:lnTo>
                <a:lnTo>
                  <a:pt x="2649" y="3176"/>
                </a:lnTo>
                <a:lnTo>
                  <a:pt x="2649" y="3175"/>
                </a:lnTo>
                <a:lnTo>
                  <a:pt x="2648" y="3175"/>
                </a:lnTo>
                <a:lnTo>
                  <a:pt x="2648" y="3174"/>
                </a:lnTo>
                <a:lnTo>
                  <a:pt x="2649" y="3174"/>
                </a:lnTo>
                <a:lnTo>
                  <a:pt x="2648" y="3174"/>
                </a:lnTo>
                <a:lnTo>
                  <a:pt x="2648" y="3173"/>
                </a:lnTo>
                <a:lnTo>
                  <a:pt x="2648" y="3174"/>
                </a:lnTo>
                <a:lnTo>
                  <a:pt x="2648" y="3173"/>
                </a:lnTo>
                <a:lnTo>
                  <a:pt x="2647" y="3173"/>
                </a:lnTo>
                <a:lnTo>
                  <a:pt x="2647" y="3172"/>
                </a:lnTo>
                <a:lnTo>
                  <a:pt x="2647" y="3171"/>
                </a:lnTo>
                <a:lnTo>
                  <a:pt x="2646" y="3171"/>
                </a:lnTo>
                <a:lnTo>
                  <a:pt x="2646" y="3170"/>
                </a:lnTo>
                <a:lnTo>
                  <a:pt x="2647" y="3170"/>
                </a:lnTo>
                <a:lnTo>
                  <a:pt x="2647" y="3169"/>
                </a:lnTo>
                <a:lnTo>
                  <a:pt x="2646" y="3169"/>
                </a:lnTo>
                <a:lnTo>
                  <a:pt x="2646" y="3168"/>
                </a:lnTo>
                <a:lnTo>
                  <a:pt x="2645" y="3168"/>
                </a:lnTo>
                <a:lnTo>
                  <a:pt x="2646" y="3168"/>
                </a:lnTo>
                <a:lnTo>
                  <a:pt x="2645" y="3168"/>
                </a:lnTo>
                <a:lnTo>
                  <a:pt x="2646" y="3168"/>
                </a:lnTo>
                <a:lnTo>
                  <a:pt x="2646" y="3167"/>
                </a:lnTo>
                <a:lnTo>
                  <a:pt x="2645" y="3167"/>
                </a:lnTo>
                <a:lnTo>
                  <a:pt x="2645" y="3168"/>
                </a:lnTo>
                <a:lnTo>
                  <a:pt x="2645" y="3167"/>
                </a:lnTo>
                <a:lnTo>
                  <a:pt x="2644" y="3167"/>
                </a:lnTo>
                <a:lnTo>
                  <a:pt x="2644" y="3166"/>
                </a:lnTo>
                <a:lnTo>
                  <a:pt x="2643" y="3166"/>
                </a:lnTo>
                <a:lnTo>
                  <a:pt x="2642" y="3166"/>
                </a:lnTo>
                <a:lnTo>
                  <a:pt x="2641" y="3166"/>
                </a:lnTo>
                <a:lnTo>
                  <a:pt x="2640" y="3166"/>
                </a:lnTo>
                <a:lnTo>
                  <a:pt x="2639" y="3166"/>
                </a:lnTo>
                <a:lnTo>
                  <a:pt x="2639" y="3165"/>
                </a:lnTo>
                <a:lnTo>
                  <a:pt x="2638" y="3165"/>
                </a:lnTo>
                <a:lnTo>
                  <a:pt x="2638" y="3164"/>
                </a:lnTo>
                <a:lnTo>
                  <a:pt x="2639" y="3164"/>
                </a:lnTo>
                <a:lnTo>
                  <a:pt x="2638" y="3164"/>
                </a:lnTo>
                <a:lnTo>
                  <a:pt x="2638" y="3163"/>
                </a:lnTo>
                <a:lnTo>
                  <a:pt x="2637" y="3163"/>
                </a:lnTo>
                <a:lnTo>
                  <a:pt x="2636" y="3163"/>
                </a:lnTo>
                <a:lnTo>
                  <a:pt x="2636" y="3162"/>
                </a:lnTo>
                <a:lnTo>
                  <a:pt x="2636" y="3161"/>
                </a:lnTo>
                <a:lnTo>
                  <a:pt x="2635" y="3161"/>
                </a:lnTo>
                <a:lnTo>
                  <a:pt x="2634" y="3161"/>
                </a:lnTo>
                <a:lnTo>
                  <a:pt x="2634" y="3162"/>
                </a:lnTo>
                <a:lnTo>
                  <a:pt x="2634" y="3161"/>
                </a:lnTo>
                <a:lnTo>
                  <a:pt x="2633" y="3161"/>
                </a:lnTo>
                <a:lnTo>
                  <a:pt x="2633" y="3160"/>
                </a:lnTo>
                <a:lnTo>
                  <a:pt x="2632" y="3160"/>
                </a:lnTo>
                <a:lnTo>
                  <a:pt x="2632" y="3159"/>
                </a:lnTo>
                <a:lnTo>
                  <a:pt x="2631" y="3159"/>
                </a:lnTo>
                <a:lnTo>
                  <a:pt x="2631" y="3158"/>
                </a:lnTo>
                <a:lnTo>
                  <a:pt x="2630" y="3158"/>
                </a:lnTo>
                <a:lnTo>
                  <a:pt x="2629" y="3158"/>
                </a:lnTo>
                <a:lnTo>
                  <a:pt x="2628" y="3158"/>
                </a:lnTo>
                <a:lnTo>
                  <a:pt x="2628" y="3159"/>
                </a:lnTo>
                <a:lnTo>
                  <a:pt x="2627" y="3159"/>
                </a:lnTo>
                <a:lnTo>
                  <a:pt x="2626" y="3159"/>
                </a:lnTo>
                <a:lnTo>
                  <a:pt x="2626" y="3158"/>
                </a:lnTo>
                <a:lnTo>
                  <a:pt x="2625" y="3158"/>
                </a:lnTo>
                <a:lnTo>
                  <a:pt x="2625" y="3157"/>
                </a:lnTo>
                <a:lnTo>
                  <a:pt x="2624" y="3157"/>
                </a:lnTo>
                <a:lnTo>
                  <a:pt x="2624" y="3156"/>
                </a:lnTo>
                <a:lnTo>
                  <a:pt x="2623" y="3156"/>
                </a:lnTo>
                <a:lnTo>
                  <a:pt x="2623" y="3155"/>
                </a:lnTo>
                <a:lnTo>
                  <a:pt x="2622" y="3155"/>
                </a:lnTo>
                <a:lnTo>
                  <a:pt x="2621" y="3155"/>
                </a:lnTo>
                <a:lnTo>
                  <a:pt x="2621" y="3156"/>
                </a:lnTo>
                <a:lnTo>
                  <a:pt x="2621" y="3157"/>
                </a:lnTo>
                <a:lnTo>
                  <a:pt x="2620" y="3157"/>
                </a:lnTo>
                <a:lnTo>
                  <a:pt x="2620" y="3158"/>
                </a:lnTo>
                <a:lnTo>
                  <a:pt x="2619" y="3158"/>
                </a:lnTo>
                <a:lnTo>
                  <a:pt x="2619" y="3157"/>
                </a:lnTo>
                <a:lnTo>
                  <a:pt x="2619" y="3156"/>
                </a:lnTo>
                <a:lnTo>
                  <a:pt x="2619" y="3155"/>
                </a:lnTo>
                <a:lnTo>
                  <a:pt x="2618" y="3155"/>
                </a:lnTo>
                <a:lnTo>
                  <a:pt x="2618" y="3154"/>
                </a:lnTo>
                <a:lnTo>
                  <a:pt x="2617" y="3154"/>
                </a:lnTo>
                <a:lnTo>
                  <a:pt x="2617" y="3153"/>
                </a:lnTo>
                <a:lnTo>
                  <a:pt x="2616" y="3153"/>
                </a:lnTo>
                <a:lnTo>
                  <a:pt x="2616" y="3152"/>
                </a:lnTo>
                <a:lnTo>
                  <a:pt x="2615" y="3152"/>
                </a:lnTo>
                <a:lnTo>
                  <a:pt x="2615" y="3151"/>
                </a:lnTo>
                <a:lnTo>
                  <a:pt x="2614" y="3151"/>
                </a:lnTo>
                <a:lnTo>
                  <a:pt x="2614" y="3150"/>
                </a:lnTo>
                <a:lnTo>
                  <a:pt x="2613" y="3150"/>
                </a:lnTo>
                <a:lnTo>
                  <a:pt x="2612" y="3150"/>
                </a:lnTo>
                <a:lnTo>
                  <a:pt x="2611" y="3150"/>
                </a:lnTo>
                <a:lnTo>
                  <a:pt x="2611" y="3151"/>
                </a:lnTo>
                <a:lnTo>
                  <a:pt x="2610" y="3151"/>
                </a:lnTo>
                <a:lnTo>
                  <a:pt x="2609" y="3151"/>
                </a:lnTo>
                <a:lnTo>
                  <a:pt x="2609" y="3152"/>
                </a:lnTo>
                <a:lnTo>
                  <a:pt x="2609" y="3153"/>
                </a:lnTo>
                <a:lnTo>
                  <a:pt x="2609" y="3154"/>
                </a:lnTo>
                <a:lnTo>
                  <a:pt x="2608" y="3154"/>
                </a:lnTo>
                <a:lnTo>
                  <a:pt x="2609" y="3154"/>
                </a:lnTo>
                <a:lnTo>
                  <a:pt x="2609" y="3155"/>
                </a:lnTo>
                <a:lnTo>
                  <a:pt x="2608" y="3155"/>
                </a:lnTo>
                <a:lnTo>
                  <a:pt x="2608" y="3156"/>
                </a:lnTo>
                <a:lnTo>
                  <a:pt x="2608" y="3157"/>
                </a:lnTo>
                <a:lnTo>
                  <a:pt x="2607" y="3157"/>
                </a:lnTo>
                <a:lnTo>
                  <a:pt x="2607" y="3158"/>
                </a:lnTo>
                <a:lnTo>
                  <a:pt x="2606" y="3158"/>
                </a:lnTo>
                <a:lnTo>
                  <a:pt x="2606" y="3159"/>
                </a:lnTo>
                <a:lnTo>
                  <a:pt x="2605" y="3159"/>
                </a:lnTo>
                <a:lnTo>
                  <a:pt x="2605" y="3160"/>
                </a:lnTo>
                <a:lnTo>
                  <a:pt x="2604" y="3160"/>
                </a:lnTo>
                <a:lnTo>
                  <a:pt x="2604" y="3159"/>
                </a:lnTo>
                <a:lnTo>
                  <a:pt x="2603" y="3159"/>
                </a:lnTo>
                <a:lnTo>
                  <a:pt x="2603" y="3160"/>
                </a:lnTo>
                <a:lnTo>
                  <a:pt x="2602" y="3160"/>
                </a:lnTo>
                <a:lnTo>
                  <a:pt x="2602" y="3161"/>
                </a:lnTo>
                <a:lnTo>
                  <a:pt x="2603" y="3161"/>
                </a:lnTo>
                <a:lnTo>
                  <a:pt x="2603" y="3162"/>
                </a:lnTo>
                <a:lnTo>
                  <a:pt x="2604" y="3162"/>
                </a:lnTo>
                <a:lnTo>
                  <a:pt x="2604" y="3163"/>
                </a:lnTo>
                <a:lnTo>
                  <a:pt x="2604" y="3164"/>
                </a:lnTo>
                <a:lnTo>
                  <a:pt x="2605" y="3164"/>
                </a:lnTo>
                <a:lnTo>
                  <a:pt x="2606" y="3164"/>
                </a:lnTo>
                <a:lnTo>
                  <a:pt x="2606" y="3165"/>
                </a:lnTo>
                <a:lnTo>
                  <a:pt x="2605" y="3165"/>
                </a:lnTo>
                <a:lnTo>
                  <a:pt x="2604" y="3165"/>
                </a:lnTo>
                <a:lnTo>
                  <a:pt x="2604" y="3166"/>
                </a:lnTo>
                <a:lnTo>
                  <a:pt x="2603" y="3166"/>
                </a:lnTo>
                <a:lnTo>
                  <a:pt x="2603" y="3167"/>
                </a:lnTo>
                <a:lnTo>
                  <a:pt x="2602" y="3167"/>
                </a:lnTo>
                <a:lnTo>
                  <a:pt x="2602" y="3168"/>
                </a:lnTo>
                <a:lnTo>
                  <a:pt x="2602" y="3169"/>
                </a:lnTo>
                <a:lnTo>
                  <a:pt x="2601" y="3169"/>
                </a:lnTo>
                <a:lnTo>
                  <a:pt x="2600" y="3169"/>
                </a:lnTo>
                <a:lnTo>
                  <a:pt x="2599" y="3169"/>
                </a:lnTo>
                <a:lnTo>
                  <a:pt x="2599" y="3170"/>
                </a:lnTo>
                <a:lnTo>
                  <a:pt x="2599" y="3171"/>
                </a:lnTo>
                <a:lnTo>
                  <a:pt x="2600" y="3171"/>
                </a:lnTo>
                <a:lnTo>
                  <a:pt x="2600" y="3172"/>
                </a:lnTo>
                <a:lnTo>
                  <a:pt x="2599" y="3172"/>
                </a:lnTo>
                <a:lnTo>
                  <a:pt x="2598" y="3172"/>
                </a:lnTo>
                <a:lnTo>
                  <a:pt x="2598" y="3173"/>
                </a:lnTo>
                <a:lnTo>
                  <a:pt x="2597" y="3173"/>
                </a:lnTo>
                <a:lnTo>
                  <a:pt x="2597" y="3174"/>
                </a:lnTo>
                <a:lnTo>
                  <a:pt x="2596" y="3174"/>
                </a:lnTo>
                <a:lnTo>
                  <a:pt x="2596" y="3175"/>
                </a:lnTo>
                <a:lnTo>
                  <a:pt x="2595" y="3175"/>
                </a:lnTo>
                <a:lnTo>
                  <a:pt x="2595" y="3176"/>
                </a:lnTo>
                <a:lnTo>
                  <a:pt x="2594" y="3176"/>
                </a:lnTo>
                <a:lnTo>
                  <a:pt x="2595" y="3176"/>
                </a:lnTo>
                <a:lnTo>
                  <a:pt x="2594" y="3177"/>
                </a:lnTo>
                <a:lnTo>
                  <a:pt x="2594" y="3178"/>
                </a:lnTo>
                <a:lnTo>
                  <a:pt x="2593" y="3178"/>
                </a:lnTo>
                <a:lnTo>
                  <a:pt x="2593" y="3179"/>
                </a:lnTo>
                <a:lnTo>
                  <a:pt x="2593" y="3180"/>
                </a:lnTo>
                <a:lnTo>
                  <a:pt x="2593" y="3181"/>
                </a:lnTo>
                <a:lnTo>
                  <a:pt x="2592" y="3181"/>
                </a:lnTo>
                <a:lnTo>
                  <a:pt x="2592" y="3182"/>
                </a:lnTo>
                <a:lnTo>
                  <a:pt x="2591" y="3182"/>
                </a:lnTo>
                <a:lnTo>
                  <a:pt x="2590" y="3182"/>
                </a:lnTo>
                <a:lnTo>
                  <a:pt x="2590" y="3183"/>
                </a:lnTo>
                <a:lnTo>
                  <a:pt x="2590" y="3182"/>
                </a:lnTo>
                <a:lnTo>
                  <a:pt x="2590" y="3183"/>
                </a:lnTo>
                <a:lnTo>
                  <a:pt x="2591" y="3183"/>
                </a:lnTo>
                <a:lnTo>
                  <a:pt x="2591" y="3184"/>
                </a:lnTo>
                <a:lnTo>
                  <a:pt x="2591" y="3185"/>
                </a:lnTo>
                <a:lnTo>
                  <a:pt x="2592" y="3185"/>
                </a:lnTo>
                <a:lnTo>
                  <a:pt x="2592" y="3186"/>
                </a:lnTo>
                <a:lnTo>
                  <a:pt x="2592" y="3187"/>
                </a:lnTo>
                <a:lnTo>
                  <a:pt x="2591" y="3187"/>
                </a:lnTo>
                <a:lnTo>
                  <a:pt x="2590" y="3187"/>
                </a:lnTo>
                <a:lnTo>
                  <a:pt x="2590" y="3186"/>
                </a:lnTo>
                <a:lnTo>
                  <a:pt x="2589" y="3186"/>
                </a:lnTo>
                <a:lnTo>
                  <a:pt x="2588" y="3186"/>
                </a:lnTo>
                <a:lnTo>
                  <a:pt x="2587" y="3186"/>
                </a:lnTo>
                <a:lnTo>
                  <a:pt x="2586" y="3186"/>
                </a:lnTo>
                <a:lnTo>
                  <a:pt x="2585" y="3186"/>
                </a:lnTo>
                <a:lnTo>
                  <a:pt x="2585" y="3185"/>
                </a:lnTo>
                <a:lnTo>
                  <a:pt x="2584" y="3185"/>
                </a:lnTo>
                <a:lnTo>
                  <a:pt x="2584" y="3186"/>
                </a:lnTo>
                <a:lnTo>
                  <a:pt x="2583" y="3186"/>
                </a:lnTo>
                <a:lnTo>
                  <a:pt x="2582" y="3186"/>
                </a:lnTo>
                <a:lnTo>
                  <a:pt x="2582" y="3187"/>
                </a:lnTo>
                <a:lnTo>
                  <a:pt x="2582" y="3188"/>
                </a:lnTo>
                <a:lnTo>
                  <a:pt x="2581" y="3188"/>
                </a:lnTo>
                <a:lnTo>
                  <a:pt x="2581" y="3189"/>
                </a:lnTo>
                <a:lnTo>
                  <a:pt x="2580" y="3189"/>
                </a:lnTo>
                <a:lnTo>
                  <a:pt x="2580" y="3188"/>
                </a:lnTo>
                <a:lnTo>
                  <a:pt x="2580" y="3187"/>
                </a:lnTo>
                <a:lnTo>
                  <a:pt x="2579" y="3187"/>
                </a:lnTo>
                <a:lnTo>
                  <a:pt x="2579" y="3186"/>
                </a:lnTo>
                <a:lnTo>
                  <a:pt x="2580" y="3186"/>
                </a:lnTo>
                <a:lnTo>
                  <a:pt x="2580" y="3185"/>
                </a:lnTo>
                <a:lnTo>
                  <a:pt x="2579" y="3185"/>
                </a:lnTo>
                <a:lnTo>
                  <a:pt x="2578" y="3185"/>
                </a:lnTo>
                <a:lnTo>
                  <a:pt x="2577" y="3185"/>
                </a:lnTo>
                <a:lnTo>
                  <a:pt x="2577" y="3184"/>
                </a:lnTo>
                <a:lnTo>
                  <a:pt x="2576" y="3184"/>
                </a:lnTo>
                <a:lnTo>
                  <a:pt x="2576" y="3185"/>
                </a:lnTo>
                <a:lnTo>
                  <a:pt x="2575" y="3185"/>
                </a:lnTo>
                <a:lnTo>
                  <a:pt x="2575" y="3184"/>
                </a:lnTo>
                <a:lnTo>
                  <a:pt x="2574" y="3184"/>
                </a:lnTo>
                <a:lnTo>
                  <a:pt x="2573" y="3184"/>
                </a:lnTo>
                <a:lnTo>
                  <a:pt x="2573" y="3183"/>
                </a:lnTo>
                <a:lnTo>
                  <a:pt x="2572" y="3183"/>
                </a:lnTo>
                <a:lnTo>
                  <a:pt x="2571" y="3183"/>
                </a:lnTo>
                <a:lnTo>
                  <a:pt x="2570" y="3183"/>
                </a:lnTo>
                <a:lnTo>
                  <a:pt x="2570" y="3184"/>
                </a:lnTo>
                <a:lnTo>
                  <a:pt x="2569" y="3184"/>
                </a:lnTo>
                <a:lnTo>
                  <a:pt x="2569" y="3185"/>
                </a:lnTo>
                <a:lnTo>
                  <a:pt x="2568" y="3185"/>
                </a:lnTo>
                <a:lnTo>
                  <a:pt x="2568" y="3184"/>
                </a:lnTo>
                <a:lnTo>
                  <a:pt x="2568" y="3185"/>
                </a:lnTo>
                <a:lnTo>
                  <a:pt x="2567" y="3185"/>
                </a:lnTo>
                <a:lnTo>
                  <a:pt x="2568" y="3185"/>
                </a:lnTo>
                <a:lnTo>
                  <a:pt x="2568" y="3186"/>
                </a:lnTo>
                <a:lnTo>
                  <a:pt x="2567" y="3186"/>
                </a:lnTo>
                <a:lnTo>
                  <a:pt x="2566" y="3186"/>
                </a:lnTo>
                <a:lnTo>
                  <a:pt x="2565" y="3186"/>
                </a:lnTo>
                <a:lnTo>
                  <a:pt x="2564" y="3186"/>
                </a:lnTo>
                <a:lnTo>
                  <a:pt x="2564" y="3185"/>
                </a:lnTo>
                <a:lnTo>
                  <a:pt x="2564" y="3184"/>
                </a:lnTo>
                <a:lnTo>
                  <a:pt x="2563" y="3185"/>
                </a:lnTo>
                <a:lnTo>
                  <a:pt x="2562" y="3185"/>
                </a:lnTo>
                <a:lnTo>
                  <a:pt x="2561" y="3185"/>
                </a:lnTo>
                <a:lnTo>
                  <a:pt x="2560" y="3185"/>
                </a:lnTo>
                <a:lnTo>
                  <a:pt x="2560" y="3186"/>
                </a:lnTo>
                <a:lnTo>
                  <a:pt x="2560" y="3187"/>
                </a:lnTo>
                <a:lnTo>
                  <a:pt x="2560" y="3188"/>
                </a:lnTo>
                <a:lnTo>
                  <a:pt x="2560" y="3189"/>
                </a:lnTo>
                <a:lnTo>
                  <a:pt x="2559" y="3189"/>
                </a:lnTo>
                <a:lnTo>
                  <a:pt x="2559" y="3190"/>
                </a:lnTo>
                <a:lnTo>
                  <a:pt x="2559" y="3191"/>
                </a:lnTo>
                <a:lnTo>
                  <a:pt x="2558" y="3191"/>
                </a:lnTo>
                <a:lnTo>
                  <a:pt x="2558" y="3190"/>
                </a:lnTo>
                <a:lnTo>
                  <a:pt x="2557" y="3190"/>
                </a:lnTo>
                <a:lnTo>
                  <a:pt x="2556" y="3190"/>
                </a:lnTo>
                <a:lnTo>
                  <a:pt x="2555" y="3190"/>
                </a:lnTo>
                <a:lnTo>
                  <a:pt x="2555" y="3189"/>
                </a:lnTo>
                <a:lnTo>
                  <a:pt x="2555" y="3188"/>
                </a:lnTo>
                <a:lnTo>
                  <a:pt x="2554" y="3188"/>
                </a:lnTo>
                <a:lnTo>
                  <a:pt x="2553" y="3188"/>
                </a:lnTo>
                <a:lnTo>
                  <a:pt x="2553" y="3187"/>
                </a:lnTo>
                <a:lnTo>
                  <a:pt x="2553" y="3186"/>
                </a:lnTo>
                <a:lnTo>
                  <a:pt x="2552" y="3186"/>
                </a:lnTo>
                <a:lnTo>
                  <a:pt x="2552" y="3185"/>
                </a:lnTo>
                <a:lnTo>
                  <a:pt x="2552" y="3184"/>
                </a:lnTo>
                <a:lnTo>
                  <a:pt x="2552" y="3183"/>
                </a:lnTo>
                <a:lnTo>
                  <a:pt x="2552" y="3182"/>
                </a:lnTo>
                <a:lnTo>
                  <a:pt x="2551" y="3182"/>
                </a:lnTo>
                <a:lnTo>
                  <a:pt x="2551" y="3181"/>
                </a:lnTo>
                <a:lnTo>
                  <a:pt x="2550" y="3181"/>
                </a:lnTo>
                <a:lnTo>
                  <a:pt x="2551" y="3181"/>
                </a:lnTo>
                <a:lnTo>
                  <a:pt x="2550" y="3181"/>
                </a:lnTo>
                <a:lnTo>
                  <a:pt x="2551" y="3181"/>
                </a:lnTo>
                <a:lnTo>
                  <a:pt x="2551" y="3180"/>
                </a:lnTo>
                <a:lnTo>
                  <a:pt x="2550" y="3180"/>
                </a:lnTo>
                <a:lnTo>
                  <a:pt x="2549" y="3180"/>
                </a:lnTo>
                <a:lnTo>
                  <a:pt x="2549" y="3179"/>
                </a:lnTo>
                <a:lnTo>
                  <a:pt x="2548" y="3179"/>
                </a:lnTo>
                <a:lnTo>
                  <a:pt x="2548" y="3178"/>
                </a:lnTo>
                <a:lnTo>
                  <a:pt x="2547" y="3178"/>
                </a:lnTo>
                <a:lnTo>
                  <a:pt x="2546" y="3178"/>
                </a:lnTo>
                <a:lnTo>
                  <a:pt x="2546" y="3179"/>
                </a:lnTo>
                <a:lnTo>
                  <a:pt x="2545" y="3179"/>
                </a:lnTo>
                <a:lnTo>
                  <a:pt x="2546" y="3179"/>
                </a:lnTo>
                <a:lnTo>
                  <a:pt x="2545" y="3179"/>
                </a:lnTo>
                <a:lnTo>
                  <a:pt x="2544" y="3179"/>
                </a:lnTo>
                <a:lnTo>
                  <a:pt x="2543" y="3179"/>
                </a:lnTo>
                <a:lnTo>
                  <a:pt x="2544" y="3179"/>
                </a:lnTo>
                <a:lnTo>
                  <a:pt x="2544" y="3180"/>
                </a:lnTo>
                <a:lnTo>
                  <a:pt x="2543" y="3180"/>
                </a:lnTo>
                <a:lnTo>
                  <a:pt x="2543" y="3181"/>
                </a:lnTo>
                <a:lnTo>
                  <a:pt x="2543" y="3180"/>
                </a:lnTo>
                <a:lnTo>
                  <a:pt x="2542" y="3180"/>
                </a:lnTo>
                <a:lnTo>
                  <a:pt x="2542" y="3181"/>
                </a:lnTo>
                <a:lnTo>
                  <a:pt x="2541" y="3181"/>
                </a:lnTo>
                <a:lnTo>
                  <a:pt x="2540" y="3181"/>
                </a:lnTo>
                <a:lnTo>
                  <a:pt x="2540" y="3182"/>
                </a:lnTo>
                <a:lnTo>
                  <a:pt x="2540" y="3181"/>
                </a:lnTo>
                <a:lnTo>
                  <a:pt x="2539" y="3181"/>
                </a:lnTo>
                <a:lnTo>
                  <a:pt x="2538" y="3181"/>
                </a:lnTo>
                <a:lnTo>
                  <a:pt x="2538" y="3182"/>
                </a:lnTo>
                <a:lnTo>
                  <a:pt x="2539" y="3182"/>
                </a:lnTo>
                <a:lnTo>
                  <a:pt x="2539" y="3183"/>
                </a:lnTo>
                <a:lnTo>
                  <a:pt x="2538" y="3183"/>
                </a:lnTo>
                <a:lnTo>
                  <a:pt x="2538" y="3184"/>
                </a:lnTo>
                <a:lnTo>
                  <a:pt x="2538" y="3185"/>
                </a:lnTo>
                <a:lnTo>
                  <a:pt x="2538" y="3186"/>
                </a:lnTo>
                <a:lnTo>
                  <a:pt x="2537" y="3186"/>
                </a:lnTo>
                <a:lnTo>
                  <a:pt x="2538" y="3186"/>
                </a:lnTo>
                <a:lnTo>
                  <a:pt x="2538" y="3187"/>
                </a:lnTo>
                <a:lnTo>
                  <a:pt x="2537" y="3187"/>
                </a:lnTo>
                <a:lnTo>
                  <a:pt x="2536" y="3187"/>
                </a:lnTo>
                <a:lnTo>
                  <a:pt x="2536" y="3188"/>
                </a:lnTo>
                <a:lnTo>
                  <a:pt x="2536" y="3189"/>
                </a:lnTo>
                <a:lnTo>
                  <a:pt x="2537" y="3189"/>
                </a:lnTo>
                <a:lnTo>
                  <a:pt x="2537" y="3190"/>
                </a:lnTo>
                <a:lnTo>
                  <a:pt x="2538" y="3190"/>
                </a:lnTo>
                <a:lnTo>
                  <a:pt x="2538" y="3191"/>
                </a:lnTo>
                <a:lnTo>
                  <a:pt x="2538" y="3192"/>
                </a:lnTo>
                <a:lnTo>
                  <a:pt x="2537" y="3192"/>
                </a:lnTo>
                <a:lnTo>
                  <a:pt x="2536" y="3192"/>
                </a:lnTo>
                <a:lnTo>
                  <a:pt x="2536" y="3193"/>
                </a:lnTo>
                <a:lnTo>
                  <a:pt x="2536" y="3194"/>
                </a:lnTo>
                <a:lnTo>
                  <a:pt x="2536" y="3195"/>
                </a:lnTo>
                <a:lnTo>
                  <a:pt x="2536" y="3196"/>
                </a:lnTo>
                <a:lnTo>
                  <a:pt x="2536" y="3197"/>
                </a:lnTo>
                <a:lnTo>
                  <a:pt x="2535" y="3197"/>
                </a:lnTo>
                <a:lnTo>
                  <a:pt x="2535" y="3198"/>
                </a:lnTo>
                <a:lnTo>
                  <a:pt x="2534" y="3198"/>
                </a:lnTo>
                <a:lnTo>
                  <a:pt x="2535" y="3198"/>
                </a:lnTo>
                <a:lnTo>
                  <a:pt x="2535" y="3199"/>
                </a:lnTo>
                <a:lnTo>
                  <a:pt x="2534" y="3199"/>
                </a:lnTo>
                <a:lnTo>
                  <a:pt x="2534" y="3200"/>
                </a:lnTo>
                <a:lnTo>
                  <a:pt x="2534" y="3201"/>
                </a:lnTo>
                <a:lnTo>
                  <a:pt x="2534" y="3202"/>
                </a:lnTo>
                <a:lnTo>
                  <a:pt x="2533" y="3202"/>
                </a:lnTo>
                <a:lnTo>
                  <a:pt x="2533" y="3201"/>
                </a:lnTo>
                <a:lnTo>
                  <a:pt x="2533" y="3202"/>
                </a:lnTo>
                <a:lnTo>
                  <a:pt x="2532" y="3202"/>
                </a:lnTo>
                <a:lnTo>
                  <a:pt x="2531" y="3202"/>
                </a:lnTo>
                <a:lnTo>
                  <a:pt x="2530" y="3202"/>
                </a:lnTo>
                <a:lnTo>
                  <a:pt x="2529" y="3202"/>
                </a:lnTo>
                <a:lnTo>
                  <a:pt x="2529" y="3203"/>
                </a:lnTo>
                <a:lnTo>
                  <a:pt x="2528" y="3203"/>
                </a:lnTo>
                <a:lnTo>
                  <a:pt x="2528" y="3204"/>
                </a:lnTo>
                <a:lnTo>
                  <a:pt x="2528" y="3203"/>
                </a:lnTo>
                <a:lnTo>
                  <a:pt x="2528" y="3204"/>
                </a:lnTo>
                <a:lnTo>
                  <a:pt x="2528" y="3205"/>
                </a:lnTo>
                <a:lnTo>
                  <a:pt x="2527" y="3205"/>
                </a:lnTo>
                <a:lnTo>
                  <a:pt x="2528" y="3205"/>
                </a:lnTo>
                <a:lnTo>
                  <a:pt x="2528" y="3206"/>
                </a:lnTo>
                <a:lnTo>
                  <a:pt x="2527" y="3206"/>
                </a:lnTo>
                <a:lnTo>
                  <a:pt x="2528" y="3206"/>
                </a:lnTo>
                <a:lnTo>
                  <a:pt x="2528" y="3207"/>
                </a:lnTo>
                <a:lnTo>
                  <a:pt x="2529" y="3207"/>
                </a:lnTo>
                <a:lnTo>
                  <a:pt x="2529" y="3208"/>
                </a:lnTo>
                <a:lnTo>
                  <a:pt x="2529" y="3209"/>
                </a:lnTo>
                <a:lnTo>
                  <a:pt x="2529" y="3210"/>
                </a:lnTo>
                <a:lnTo>
                  <a:pt x="2530" y="3210"/>
                </a:lnTo>
                <a:lnTo>
                  <a:pt x="2530" y="3211"/>
                </a:lnTo>
                <a:lnTo>
                  <a:pt x="2531" y="3211"/>
                </a:lnTo>
                <a:lnTo>
                  <a:pt x="2531" y="3212"/>
                </a:lnTo>
                <a:lnTo>
                  <a:pt x="2531" y="3213"/>
                </a:lnTo>
                <a:lnTo>
                  <a:pt x="2532" y="3213"/>
                </a:lnTo>
                <a:lnTo>
                  <a:pt x="2532" y="3214"/>
                </a:lnTo>
                <a:lnTo>
                  <a:pt x="2532" y="3215"/>
                </a:lnTo>
                <a:lnTo>
                  <a:pt x="2532" y="3216"/>
                </a:lnTo>
                <a:lnTo>
                  <a:pt x="2532" y="3217"/>
                </a:lnTo>
                <a:lnTo>
                  <a:pt x="2532" y="3216"/>
                </a:lnTo>
                <a:lnTo>
                  <a:pt x="2532" y="3217"/>
                </a:lnTo>
                <a:lnTo>
                  <a:pt x="2531" y="3217"/>
                </a:lnTo>
                <a:lnTo>
                  <a:pt x="2531" y="3216"/>
                </a:lnTo>
                <a:lnTo>
                  <a:pt x="2531" y="3217"/>
                </a:lnTo>
                <a:lnTo>
                  <a:pt x="2530" y="3217"/>
                </a:lnTo>
                <a:lnTo>
                  <a:pt x="2529" y="3217"/>
                </a:lnTo>
                <a:lnTo>
                  <a:pt x="2530" y="3217"/>
                </a:lnTo>
                <a:lnTo>
                  <a:pt x="2530" y="3218"/>
                </a:lnTo>
                <a:lnTo>
                  <a:pt x="2529" y="3218"/>
                </a:lnTo>
                <a:lnTo>
                  <a:pt x="2530" y="3218"/>
                </a:lnTo>
                <a:lnTo>
                  <a:pt x="2530" y="3219"/>
                </a:lnTo>
                <a:lnTo>
                  <a:pt x="2531" y="3219"/>
                </a:lnTo>
                <a:lnTo>
                  <a:pt x="2531" y="3220"/>
                </a:lnTo>
                <a:lnTo>
                  <a:pt x="2531" y="3221"/>
                </a:lnTo>
                <a:lnTo>
                  <a:pt x="2531" y="3222"/>
                </a:lnTo>
                <a:lnTo>
                  <a:pt x="2531" y="3223"/>
                </a:lnTo>
                <a:lnTo>
                  <a:pt x="2532" y="3223"/>
                </a:lnTo>
                <a:lnTo>
                  <a:pt x="2532" y="3224"/>
                </a:lnTo>
                <a:lnTo>
                  <a:pt x="2533" y="3224"/>
                </a:lnTo>
                <a:lnTo>
                  <a:pt x="2533" y="3225"/>
                </a:lnTo>
                <a:lnTo>
                  <a:pt x="2533" y="3226"/>
                </a:lnTo>
                <a:lnTo>
                  <a:pt x="2533" y="3227"/>
                </a:lnTo>
                <a:lnTo>
                  <a:pt x="2534" y="3227"/>
                </a:lnTo>
                <a:lnTo>
                  <a:pt x="2534" y="3228"/>
                </a:lnTo>
                <a:lnTo>
                  <a:pt x="2535" y="3228"/>
                </a:lnTo>
                <a:lnTo>
                  <a:pt x="2535" y="3229"/>
                </a:lnTo>
                <a:lnTo>
                  <a:pt x="2534" y="3229"/>
                </a:lnTo>
                <a:lnTo>
                  <a:pt x="2533" y="3229"/>
                </a:lnTo>
                <a:lnTo>
                  <a:pt x="2533" y="3230"/>
                </a:lnTo>
                <a:lnTo>
                  <a:pt x="2534" y="3230"/>
                </a:lnTo>
                <a:lnTo>
                  <a:pt x="2533" y="3230"/>
                </a:lnTo>
                <a:lnTo>
                  <a:pt x="2533" y="3231"/>
                </a:lnTo>
                <a:lnTo>
                  <a:pt x="2533" y="3232"/>
                </a:lnTo>
                <a:lnTo>
                  <a:pt x="2532" y="3232"/>
                </a:lnTo>
                <a:lnTo>
                  <a:pt x="2532" y="3233"/>
                </a:lnTo>
                <a:lnTo>
                  <a:pt x="2533" y="3233"/>
                </a:lnTo>
                <a:lnTo>
                  <a:pt x="2534" y="3233"/>
                </a:lnTo>
                <a:lnTo>
                  <a:pt x="2534" y="3234"/>
                </a:lnTo>
                <a:lnTo>
                  <a:pt x="2535" y="3234"/>
                </a:lnTo>
                <a:lnTo>
                  <a:pt x="2536" y="3234"/>
                </a:lnTo>
                <a:lnTo>
                  <a:pt x="2537" y="3234"/>
                </a:lnTo>
                <a:lnTo>
                  <a:pt x="2537" y="3235"/>
                </a:lnTo>
                <a:lnTo>
                  <a:pt x="2537" y="3236"/>
                </a:lnTo>
                <a:lnTo>
                  <a:pt x="2538" y="3236"/>
                </a:lnTo>
                <a:lnTo>
                  <a:pt x="2538" y="3237"/>
                </a:lnTo>
                <a:lnTo>
                  <a:pt x="2538" y="3236"/>
                </a:lnTo>
                <a:lnTo>
                  <a:pt x="2539" y="3236"/>
                </a:lnTo>
                <a:lnTo>
                  <a:pt x="2540" y="3235"/>
                </a:lnTo>
                <a:lnTo>
                  <a:pt x="2541" y="3235"/>
                </a:lnTo>
                <a:lnTo>
                  <a:pt x="2541" y="3236"/>
                </a:lnTo>
                <a:lnTo>
                  <a:pt x="2541" y="3237"/>
                </a:lnTo>
                <a:lnTo>
                  <a:pt x="2541" y="3238"/>
                </a:lnTo>
                <a:lnTo>
                  <a:pt x="2541" y="3239"/>
                </a:lnTo>
                <a:lnTo>
                  <a:pt x="2541" y="3240"/>
                </a:lnTo>
                <a:lnTo>
                  <a:pt x="2540" y="3240"/>
                </a:lnTo>
                <a:lnTo>
                  <a:pt x="2541" y="3240"/>
                </a:lnTo>
                <a:lnTo>
                  <a:pt x="2541" y="3241"/>
                </a:lnTo>
                <a:lnTo>
                  <a:pt x="2542" y="3241"/>
                </a:lnTo>
                <a:lnTo>
                  <a:pt x="2542" y="3242"/>
                </a:lnTo>
                <a:lnTo>
                  <a:pt x="2543" y="3242"/>
                </a:lnTo>
                <a:lnTo>
                  <a:pt x="2543" y="3241"/>
                </a:lnTo>
                <a:lnTo>
                  <a:pt x="2543" y="3242"/>
                </a:lnTo>
                <a:lnTo>
                  <a:pt x="2544" y="3242"/>
                </a:lnTo>
                <a:lnTo>
                  <a:pt x="2544" y="3243"/>
                </a:lnTo>
                <a:lnTo>
                  <a:pt x="2544" y="3244"/>
                </a:lnTo>
                <a:lnTo>
                  <a:pt x="2544" y="3245"/>
                </a:lnTo>
                <a:lnTo>
                  <a:pt x="2545" y="3245"/>
                </a:lnTo>
                <a:lnTo>
                  <a:pt x="2545" y="3246"/>
                </a:lnTo>
                <a:lnTo>
                  <a:pt x="2546" y="3246"/>
                </a:lnTo>
                <a:lnTo>
                  <a:pt x="2546" y="3247"/>
                </a:lnTo>
                <a:lnTo>
                  <a:pt x="2547" y="3247"/>
                </a:lnTo>
                <a:lnTo>
                  <a:pt x="2547" y="3246"/>
                </a:lnTo>
                <a:lnTo>
                  <a:pt x="2547" y="3247"/>
                </a:lnTo>
                <a:lnTo>
                  <a:pt x="2548" y="3247"/>
                </a:lnTo>
                <a:lnTo>
                  <a:pt x="2547" y="3247"/>
                </a:lnTo>
                <a:lnTo>
                  <a:pt x="2548" y="3247"/>
                </a:lnTo>
                <a:lnTo>
                  <a:pt x="2548" y="3248"/>
                </a:lnTo>
                <a:lnTo>
                  <a:pt x="2547" y="3248"/>
                </a:lnTo>
                <a:lnTo>
                  <a:pt x="2547" y="3249"/>
                </a:lnTo>
                <a:lnTo>
                  <a:pt x="2547" y="3250"/>
                </a:lnTo>
                <a:lnTo>
                  <a:pt x="2547" y="3251"/>
                </a:lnTo>
                <a:lnTo>
                  <a:pt x="2546" y="3252"/>
                </a:lnTo>
                <a:lnTo>
                  <a:pt x="2546" y="3253"/>
                </a:lnTo>
                <a:lnTo>
                  <a:pt x="2546" y="3254"/>
                </a:lnTo>
                <a:lnTo>
                  <a:pt x="2546" y="3255"/>
                </a:lnTo>
                <a:lnTo>
                  <a:pt x="2545" y="3255"/>
                </a:lnTo>
                <a:lnTo>
                  <a:pt x="2545" y="3256"/>
                </a:lnTo>
                <a:lnTo>
                  <a:pt x="2545" y="3257"/>
                </a:lnTo>
                <a:lnTo>
                  <a:pt x="2545" y="3258"/>
                </a:lnTo>
                <a:lnTo>
                  <a:pt x="2546" y="3258"/>
                </a:lnTo>
                <a:lnTo>
                  <a:pt x="2547" y="3258"/>
                </a:lnTo>
                <a:lnTo>
                  <a:pt x="2547" y="3259"/>
                </a:lnTo>
                <a:lnTo>
                  <a:pt x="2547" y="3258"/>
                </a:lnTo>
                <a:lnTo>
                  <a:pt x="2547" y="3259"/>
                </a:lnTo>
                <a:lnTo>
                  <a:pt x="2547" y="3260"/>
                </a:lnTo>
                <a:lnTo>
                  <a:pt x="2547" y="3261"/>
                </a:lnTo>
                <a:lnTo>
                  <a:pt x="2547" y="3262"/>
                </a:lnTo>
                <a:lnTo>
                  <a:pt x="2547" y="3263"/>
                </a:lnTo>
                <a:lnTo>
                  <a:pt x="2547" y="3264"/>
                </a:lnTo>
                <a:lnTo>
                  <a:pt x="2547" y="3265"/>
                </a:lnTo>
                <a:lnTo>
                  <a:pt x="2548" y="3265"/>
                </a:lnTo>
                <a:lnTo>
                  <a:pt x="2548" y="3266"/>
                </a:lnTo>
                <a:lnTo>
                  <a:pt x="2548" y="3267"/>
                </a:lnTo>
                <a:lnTo>
                  <a:pt x="2549" y="3267"/>
                </a:lnTo>
                <a:lnTo>
                  <a:pt x="2549" y="3266"/>
                </a:lnTo>
                <a:lnTo>
                  <a:pt x="2550" y="3266"/>
                </a:lnTo>
                <a:lnTo>
                  <a:pt x="2551" y="3266"/>
                </a:lnTo>
                <a:lnTo>
                  <a:pt x="2551" y="3267"/>
                </a:lnTo>
                <a:lnTo>
                  <a:pt x="2551" y="3268"/>
                </a:lnTo>
                <a:lnTo>
                  <a:pt x="2552" y="3268"/>
                </a:lnTo>
                <a:lnTo>
                  <a:pt x="2552" y="3267"/>
                </a:lnTo>
                <a:lnTo>
                  <a:pt x="2552" y="3268"/>
                </a:lnTo>
                <a:lnTo>
                  <a:pt x="2553" y="3268"/>
                </a:lnTo>
                <a:lnTo>
                  <a:pt x="2553" y="3269"/>
                </a:lnTo>
                <a:lnTo>
                  <a:pt x="2552" y="3270"/>
                </a:lnTo>
                <a:lnTo>
                  <a:pt x="2552" y="3271"/>
                </a:lnTo>
                <a:lnTo>
                  <a:pt x="2552" y="3272"/>
                </a:lnTo>
                <a:lnTo>
                  <a:pt x="2551" y="3272"/>
                </a:lnTo>
                <a:lnTo>
                  <a:pt x="2550" y="3272"/>
                </a:lnTo>
                <a:lnTo>
                  <a:pt x="2551" y="3272"/>
                </a:lnTo>
                <a:lnTo>
                  <a:pt x="2550" y="3272"/>
                </a:lnTo>
                <a:lnTo>
                  <a:pt x="2551" y="3272"/>
                </a:lnTo>
                <a:lnTo>
                  <a:pt x="2551" y="3273"/>
                </a:lnTo>
                <a:lnTo>
                  <a:pt x="2550" y="3273"/>
                </a:lnTo>
                <a:lnTo>
                  <a:pt x="2549" y="3273"/>
                </a:lnTo>
                <a:lnTo>
                  <a:pt x="2548" y="3273"/>
                </a:lnTo>
                <a:lnTo>
                  <a:pt x="2547" y="3273"/>
                </a:lnTo>
                <a:lnTo>
                  <a:pt x="2547" y="3272"/>
                </a:lnTo>
                <a:lnTo>
                  <a:pt x="2546" y="3272"/>
                </a:lnTo>
                <a:lnTo>
                  <a:pt x="2545" y="3272"/>
                </a:lnTo>
                <a:lnTo>
                  <a:pt x="2545" y="3273"/>
                </a:lnTo>
                <a:lnTo>
                  <a:pt x="2545" y="3274"/>
                </a:lnTo>
                <a:lnTo>
                  <a:pt x="2546" y="3274"/>
                </a:lnTo>
                <a:lnTo>
                  <a:pt x="2546" y="3275"/>
                </a:lnTo>
                <a:lnTo>
                  <a:pt x="2546" y="3274"/>
                </a:lnTo>
                <a:lnTo>
                  <a:pt x="2547" y="3274"/>
                </a:lnTo>
                <a:lnTo>
                  <a:pt x="2547" y="3275"/>
                </a:lnTo>
                <a:lnTo>
                  <a:pt x="2546" y="3275"/>
                </a:lnTo>
                <a:lnTo>
                  <a:pt x="2546" y="3276"/>
                </a:lnTo>
                <a:lnTo>
                  <a:pt x="2546" y="3277"/>
                </a:lnTo>
                <a:lnTo>
                  <a:pt x="2546" y="3278"/>
                </a:lnTo>
                <a:lnTo>
                  <a:pt x="2547" y="3278"/>
                </a:lnTo>
                <a:lnTo>
                  <a:pt x="2547" y="3279"/>
                </a:lnTo>
                <a:lnTo>
                  <a:pt x="2548" y="3279"/>
                </a:lnTo>
                <a:lnTo>
                  <a:pt x="2548" y="3280"/>
                </a:lnTo>
                <a:lnTo>
                  <a:pt x="2547" y="3280"/>
                </a:lnTo>
                <a:lnTo>
                  <a:pt x="2546" y="3280"/>
                </a:lnTo>
                <a:lnTo>
                  <a:pt x="2546" y="3281"/>
                </a:lnTo>
                <a:lnTo>
                  <a:pt x="2545" y="3281"/>
                </a:lnTo>
                <a:lnTo>
                  <a:pt x="2545" y="3282"/>
                </a:lnTo>
                <a:lnTo>
                  <a:pt x="2544" y="3282"/>
                </a:lnTo>
                <a:lnTo>
                  <a:pt x="2544" y="3283"/>
                </a:lnTo>
                <a:lnTo>
                  <a:pt x="2545" y="3283"/>
                </a:lnTo>
                <a:lnTo>
                  <a:pt x="2545" y="3284"/>
                </a:lnTo>
                <a:lnTo>
                  <a:pt x="2545" y="3285"/>
                </a:lnTo>
                <a:lnTo>
                  <a:pt x="2544" y="3285"/>
                </a:lnTo>
                <a:lnTo>
                  <a:pt x="2545" y="3285"/>
                </a:lnTo>
                <a:lnTo>
                  <a:pt x="2545" y="3286"/>
                </a:lnTo>
                <a:lnTo>
                  <a:pt x="2546" y="3286"/>
                </a:lnTo>
                <a:lnTo>
                  <a:pt x="2546" y="3287"/>
                </a:lnTo>
                <a:lnTo>
                  <a:pt x="2545" y="3287"/>
                </a:lnTo>
                <a:lnTo>
                  <a:pt x="2545" y="3288"/>
                </a:lnTo>
                <a:lnTo>
                  <a:pt x="2545" y="3289"/>
                </a:lnTo>
                <a:lnTo>
                  <a:pt x="2545" y="3290"/>
                </a:lnTo>
                <a:lnTo>
                  <a:pt x="2545" y="3291"/>
                </a:lnTo>
                <a:lnTo>
                  <a:pt x="2545" y="3290"/>
                </a:lnTo>
                <a:lnTo>
                  <a:pt x="2544" y="3290"/>
                </a:lnTo>
                <a:lnTo>
                  <a:pt x="2544" y="3291"/>
                </a:lnTo>
                <a:lnTo>
                  <a:pt x="2544" y="3292"/>
                </a:lnTo>
                <a:lnTo>
                  <a:pt x="2544" y="3293"/>
                </a:lnTo>
                <a:lnTo>
                  <a:pt x="2545" y="3293"/>
                </a:lnTo>
                <a:lnTo>
                  <a:pt x="2544" y="3293"/>
                </a:lnTo>
                <a:lnTo>
                  <a:pt x="2544" y="3294"/>
                </a:lnTo>
                <a:lnTo>
                  <a:pt x="2544" y="3295"/>
                </a:lnTo>
                <a:lnTo>
                  <a:pt x="2543" y="3295"/>
                </a:lnTo>
                <a:lnTo>
                  <a:pt x="2543" y="3296"/>
                </a:lnTo>
                <a:lnTo>
                  <a:pt x="2543" y="3297"/>
                </a:lnTo>
                <a:lnTo>
                  <a:pt x="2544" y="3297"/>
                </a:lnTo>
                <a:lnTo>
                  <a:pt x="2544" y="3298"/>
                </a:lnTo>
                <a:lnTo>
                  <a:pt x="2544" y="3299"/>
                </a:lnTo>
                <a:lnTo>
                  <a:pt x="2544" y="3300"/>
                </a:lnTo>
                <a:lnTo>
                  <a:pt x="2545" y="3300"/>
                </a:lnTo>
                <a:lnTo>
                  <a:pt x="2545" y="3301"/>
                </a:lnTo>
                <a:lnTo>
                  <a:pt x="2545" y="3302"/>
                </a:lnTo>
                <a:lnTo>
                  <a:pt x="2546" y="3302"/>
                </a:lnTo>
                <a:lnTo>
                  <a:pt x="2546" y="3303"/>
                </a:lnTo>
                <a:lnTo>
                  <a:pt x="2547" y="3303"/>
                </a:lnTo>
                <a:lnTo>
                  <a:pt x="2547" y="3302"/>
                </a:lnTo>
                <a:lnTo>
                  <a:pt x="2548" y="3302"/>
                </a:lnTo>
                <a:lnTo>
                  <a:pt x="2548" y="3303"/>
                </a:lnTo>
                <a:lnTo>
                  <a:pt x="2549" y="3303"/>
                </a:lnTo>
                <a:lnTo>
                  <a:pt x="2549" y="3302"/>
                </a:lnTo>
                <a:lnTo>
                  <a:pt x="2549" y="3303"/>
                </a:lnTo>
                <a:lnTo>
                  <a:pt x="2549" y="3302"/>
                </a:lnTo>
                <a:lnTo>
                  <a:pt x="2550" y="3302"/>
                </a:lnTo>
                <a:lnTo>
                  <a:pt x="2550" y="3303"/>
                </a:lnTo>
                <a:lnTo>
                  <a:pt x="2550" y="3304"/>
                </a:lnTo>
                <a:lnTo>
                  <a:pt x="2550" y="3305"/>
                </a:lnTo>
                <a:lnTo>
                  <a:pt x="2551" y="3305"/>
                </a:lnTo>
                <a:lnTo>
                  <a:pt x="2551" y="3306"/>
                </a:lnTo>
                <a:lnTo>
                  <a:pt x="2551" y="3305"/>
                </a:lnTo>
                <a:lnTo>
                  <a:pt x="2552" y="3305"/>
                </a:lnTo>
                <a:lnTo>
                  <a:pt x="2552" y="3306"/>
                </a:lnTo>
                <a:lnTo>
                  <a:pt x="2553" y="3306"/>
                </a:lnTo>
                <a:lnTo>
                  <a:pt x="2554" y="3306"/>
                </a:lnTo>
                <a:lnTo>
                  <a:pt x="2553" y="3306"/>
                </a:lnTo>
                <a:lnTo>
                  <a:pt x="2553" y="3307"/>
                </a:lnTo>
                <a:lnTo>
                  <a:pt x="2553" y="3308"/>
                </a:lnTo>
                <a:lnTo>
                  <a:pt x="2553" y="3309"/>
                </a:lnTo>
                <a:lnTo>
                  <a:pt x="2553" y="3310"/>
                </a:lnTo>
                <a:lnTo>
                  <a:pt x="2553" y="3311"/>
                </a:lnTo>
                <a:lnTo>
                  <a:pt x="2552" y="3311"/>
                </a:lnTo>
                <a:lnTo>
                  <a:pt x="2552" y="3310"/>
                </a:lnTo>
                <a:lnTo>
                  <a:pt x="2551" y="3310"/>
                </a:lnTo>
                <a:lnTo>
                  <a:pt x="2551" y="3311"/>
                </a:lnTo>
                <a:lnTo>
                  <a:pt x="2550" y="3311"/>
                </a:lnTo>
                <a:lnTo>
                  <a:pt x="2549" y="3311"/>
                </a:lnTo>
                <a:lnTo>
                  <a:pt x="2549" y="3312"/>
                </a:lnTo>
                <a:lnTo>
                  <a:pt x="2548" y="3312"/>
                </a:lnTo>
                <a:lnTo>
                  <a:pt x="2548" y="3313"/>
                </a:lnTo>
                <a:lnTo>
                  <a:pt x="2549" y="3313"/>
                </a:lnTo>
                <a:lnTo>
                  <a:pt x="2549" y="3314"/>
                </a:lnTo>
                <a:lnTo>
                  <a:pt x="2548" y="3314"/>
                </a:lnTo>
                <a:lnTo>
                  <a:pt x="2548" y="3315"/>
                </a:lnTo>
                <a:lnTo>
                  <a:pt x="2547" y="3315"/>
                </a:lnTo>
                <a:lnTo>
                  <a:pt x="2547" y="3316"/>
                </a:lnTo>
                <a:lnTo>
                  <a:pt x="2546" y="3317"/>
                </a:lnTo>
                <a:lnTo>
                  <a:pt x="2545" y="3317"/>
                </a:lnTo>
                <a:lnTo>
                  <a:pt x="2544" y="3317"/>
                </a:lnTo>
                <a:lnTo>
                  <a:pt x="2543" y="3317"/>
                </a:lnTo>
                <a:lnTo>
                  <a:pt x="2542" y="3317"/>
                </a:lnTo>
                <a:lnTo>
                  <a:pt x="2541" y="3317"/>
                </a:lnTo>
                <a:lnTo>
                  <a:pt x="2540" y="3317"/>
                </a:lnTo>
                <a:lnTo>
                  <a:pt x="2540" y="3316"/>
                </a:lnTo>
                <a:lnTo>
                  <a:pt x="2541" y="3316"/>
                </a:lnTo>
                <a:lnTo>
                  <a:pt x="2541" y="3315"/>
                </a:lnTo>
                <a:lnTo>
                  <a:pt x="2541" y="3314"/>
                </a:lnTo>
                <a:lnTo>
                  <a:pt x="2540" y="3314"/>
                </a:lnTo>
                <a:lnTo>
                  <a:pt x="2539" y="3314"/>
                </a:lnTo>
                <a:lnTo>
                  <a:pt x="2539" y="3313"/>
                </a:lnTo>
                <a:lnTo>
                  <a:pt x="2539" y="3312"/>
                </a:lnTo>
                <a:lnTo>
                  <a:pt x="2538" y="3312"/>
                </a:lnTo>
                <a:lnTo>
                  <a:pt x="2538" y="3311"/>
                </a:lnTo>
                <a:lnTo>
                  <a:pt x="2537" y="3311"/>
                </a:lnTo>
                <a:lnTo>
                  <a:pt x="2537" y="3312"/>
                </a:lnTo>
                <a:lnTo>
                  <a:pt x="2536" y="3312"/>
                </a:lnTo>
                <a:lnTo>
                  <a:pt x="2535" y="3312"/>
                </a:lnTo>
                <a:lnTo>
                  <a:pt x="2534" y="3312"/>
                </a:lnTo>
                <a:lnTo>
                  <a:pt x="2534" y="3313"/>
                </a:lnTo>
                <a:lnTo>
                  <a:pt x="2533" y="3313"/>
                </a:lnTo>
                <a:lnTo>
                  <a:pt x="2533" y="3314"/>
                </a:lnTo>
                <a:lnTo>
                  <a:pt x="2532" y="3314"/>
                </a:lnTo>
                <a:lnTo>
                  <a:pt x="2531" y="3314"/>
                </a:lnTo>
                <a:lnTo>
                  <a:pt x="2531" y="3313"/>
                </a:lnTo>
                <a:lnTo>
                  <a:pt x="2531" y="3312"/>
                </a:lnTo>
                <a:lnTo>
                  <a:pt x="2531" y="3311"/>
                </a:lnTo>
                <a:lnTo>
                  <a:pt x="2532" y="3311"/>
                </a:lnTo>
                <a:lnTo>
                  <a:pt x="2532" y="3310"/>
                </a:lnTo>
                <a:lnTo>
                  <a:pt x="2532" y="3309"/>
                </a:lnTo>
                <a:lnTo>
                  <a:pt x="2533" y="3309"/>
                </a:lnTo>
                <a:lnTo>
                  <a:pt x="2533" y="3308"/>
                </a:lnTo>
                <a:lnTo>
                  <a:pt x="2532" y="3308"/>
                </a:lnTo>
                <a:lnTo>
                  <a:pt x="2532" y="3307"/>
                </a:lnTo>
                <a:lnTo>
                  <a:pt x="2532" y="3308"/>
                </a:lnTo>
                <a:lnTo>
                  <a:pt x="2531" y="3308"/>
                </a:lnTo>
                <a:lnTo>
                  <a:pt x="2530" y="3307"/>
                </a:lnTo>
                <a:lnTo>
                  <a:pt x="2529" y="3307"/>
                </a:lnTo>
                <a:lnTo>
                  <a:pt x="2528" y="3307"/>
                </a:lnTo>
                <a:lnTo>
                  <a:pt x="2528" y="3306"/>
                </a:lnTo>
                <a:lnTo>
                  <a:pt x="2528" y="3307"/>
                </a:lnTo>
                <a:lnTo>
                  <a:pt x="2527" y="3306"/>
                </a:lnTo>
                <a:lnTo>
                  <a:pt x="2526" y="3306"/>
                </a:lnTo>
                <a:lnTo>
                  <a:pt x="2525" y="3306"/>
                </a:lnTo>
                <a:lnTo>
                  <a:pt x="2525" y="3307"/>
                </a:lnTo>
                <a:lnTo>
                  <a:pt x="2524" y="3307"/>
                </a:lnTo>
                <a:lnTo>
                  <a:pt x="2524" y="3306"/>
                </a:lnTo>
                <a:lnTo>
                  <a:pt x="2524" y="3307"/>
                </a:lnTo>
                <a:lnTo>
                  <a:pt x="2523" y="3307"/>
                </a:lnTo>
                <a:lnTo>
                  <a:pt x="2522" y="3307"/>
                </a:lnTo>
                <a:lnTo>
                  <a:pt x="2521" y="3307"/>
                </a:lnTo>
                <a:lnTo>
                  <a:pt x="2520" y="3307"/>
                </a:lnTo>
                <a:lnTo>
                  <a:pt x="2520" y="3308"/>
                </a:lnTo>
                <a:lnTo>
                  <a:pt x="2519" y="3308"/>
                </a:lnTo>
                <a:lnTo>
                  <a:pt x="2519" y="3309"/>
                </a:lnTo>
                <a:lnTo>
                  <a:pt x="2518" y="3309"/>
                </a:lnTo>
                <a:lnTo>
                  <a:pt x="2518" y="3308"/>
                </a:lnTo>
                <a:lnTo>
                  <a:pt x="2517" y="3308"/>
                </a:lnTo>
                <a:lnTo>
                  <a:pt x="2516" y="3308"/>
                </a:lnTo>
                <a:lnTo>
                  <a:pt x="2515" y="3308"/>
                </a:lnTo>
                <a:lnTo>
                  <a:pt x="2515" y="3309"/>
                </a:lnTo>
                <a:lnTo>
                  <a:pt x="2514" y="3309"/>
                </a:lnTo>
                <a:lnTo>
                  <a:pt x="2514" y="3308"/>
                </a:lnTo>
                <a:lnTo>
                  <a:pt x="2513" y="3308"/>
                </a:lnTo>
                <a:lnTo>
                  <a:pt x="2513" y="3309"/>
                </a:lnTo>
                <a:lnTo>
                  <a:pt x="2512" y="3309"/>
                </a:lnTo>
                <a:lnTo>
                  <a:pt x="2512" y="3310"/>
                </a:lnTo>
                <a:lnTo>
                  <a:pt x="2511" y="3310"/>
                </a:lnTo>
                <a:lnTo>
                  <a:pt x="2510" y="3310"/>
                </a:lnTo>
                <a:lnTo>
                  <a:pt x="2510" y="3311"/>
                </a:lnTo>
                <a:lnTo>
                  <a:pt x="2509" y="3311"/>
                </a:lnTo>
                <a:lnTo>
                  <a:pt x="2509" y="3312"/>
                </a:lnTo>
                <a:lnTo>
                  <a:pt x="2508" y="3311"/>
                </a:lnTo>
                <a:lnTo>
                  <a:pt x="2508" y="3312"/>
                </a:lnTo>
                <a:lnTo>
                  <a:pt x="2507" y="3312"/>
                </a:lnTo>
                <a:lnTo>
                  <a:pt x="2507" y="3313"/>
                </a:lnTo>
                <a:lnTo>
                  <a:pt x="2507" y="3312"/>
                </a:lnTo>
                <a:lnTo>
                  <a:pt x="2506" y="3312"/>
                </a:lnTo>
                <a:lnTo>
                  <a:pt x="2505" y="3312"/>
                </a:lnTo>
                <a:lnTo>
                  <a:pt x="2505" y="3313"/>
                </a:lnTo>
                <a:lnTo>
                  <a:pt x="2505" y="3314"/>
                </a:lnTo>
                <a:lnTo>
                  <a:pt x="2504" y="3314"/>
                </a:lnTo>
                <a:lnTo>
                  <a:pt x="2503" y="3314"/>
                </a:lnTo>
                <a:lnTo>
                  <a:pt x="2503" y="3313"/>
                </a:lnTo>
                <a:lnTo>
                  <a:pt x="2503" y="3312"/>
                </a:lnTo>
                <a:lnTo>
                  <a:pt x="2502" y="3312"/>
                </a:lnTo>
                <a:lnTo>
                  <a:pt x="2501" y="3312"/>
                </a:lnTo>
                <a:lnTo>
                  <a:pt x="2500" y="3312"/>
                </a:lnTo>
                <a:lnTo>
                  <a:pt x="2500" y="3311"/>
                </a:lnTo>
                <a:lnTo>
                  <a:pt x="2500" y="3309"/>
                </a:lnTo>
                <a:lnTo>
                  <a:pt x="2499" y="3309"/>
                </a:lnTo>
                <a:lnTo>
                  <a:pt x="2498" y="3309"/>
                </a:lnTo>
                <a:lnTo>
                  <a:pt x="2498" y="3308"/>
                </a:lnTo>
                <a:lnTo>
                  <a:pt x="2497" y="3308"/>
                </a:lnTo>
                <a:lnTo>
                  <a:pt x="2498" y="3308"/>
                </a:lnTo>
                <a:lnTo>
                  <a:pt x="2498" y="3307"/>
                </a:lnTo>
                <a:lnTo>
                  <a:pt x="2498" y="3306"/>
                </a:lnTo>
                <a:lnTo>
                  <a:pt x="2499" y="3306"/>
                </a:lnTo>
                <a:lnTo>
                  <a:pt x="2499" y="3305"/>
                </a:lnTo>
                <a:lnTo>
                  <a:pt x="2498" y="3305"/>
                </a:lnTo>
                <a:lnTo>
                  <a:pt x="2499" y="3305"/>
                </a:lnTo>
                <a:lnTo>
                  <a:pt x="2499" y="3304"/>
                </a:lnTo>
                <a:lnTo>
                  <a:pt x="2500" y="3304"/>
                </a:lnTo>
                <a:lnTo>
                  <a:pt x="2500" y="3303"/>
                </a:lnTo>
                <a:lnTo>
                  <a:pt x="2500" y="3302"/>
                </a:lnTo>
                <a:lnTo>
                  <a:pt x="2500" y="3301"/>
                </a:lnTo>
                <a:lnTo>
                  <a:pt x="2499" y="3301"/>
                </a:lnTo>
                <a:lnTo>
                  <a:pt x="2499" y="3300"/>
                </a:lnTo>
                <a:lnTo>
                  <a:pt x="2498" y="3300"/>
                </a:lnTo>
                <a:lnTo>
                  <a:pt x="2497" y="3300"/>
                </a:lnTo>
                <a:lnTo>
                  <a:pt x="2497" y="3299"/>
                </a:lnTo>
                <a:lnTo>
                  <a:pt x="2496" y="3299"/>
                </a:lnTo>
                <a:lnTo>
                  <a:pt x="2495" y="3299"/>
                </a:lnTo>
                <a:lnTo>
                  <a:pt x="2494" y="3299"/>
                </a:lnTo>
                <a:lnTo>
                  <a:pt x="2494" y="3298"/>
                </a:lnTo>
                <a:lnTo>
                  <a:pt x="2494" y="3297"/>
                </a:lnTo>
                <a:lnTo>
                  <a:pt x="2494" y="3296"/>
                </a:lnTo>
                <a:lnTo>
                  <a:pt x="2493" y="3295"/>
                </a:lnTo>
                <a:lnTo>
                  <a:pt x="2493" y="3294"/>
                </a:lnTo>
                <a:lnTo>
                  <a:pt x="2492" y="3294"/>
                </a:lnTo>
                <a:lnTo>
                  <a:pt x="2492" y="3293"/>
                </a:lnTo>
                <a:lnTo>
                  <a:pt x="2493" y="3293"/>
                </a:lnTo>
                <a:lnTo>
                  <a:pt x="2492" y="3293"/>
                </a:lnTo>
                <a:lnTo>
                  <a:pt x="2493" y="3293"/>
                </a:lnTo>
                <a:lnTo>
                  <a:pt x="2492" y="3293"/>
                </a:lnTo>
                <a:lnTo>
                  <a:pt x="2492" y="3292"/>
                </a:lnTo>
                <a:lnTo>
                  <a:pt x="2491" y="3292"/>
                </a:lnTo>
                <a:lnTo>
                  <a:pt x="2491" y="3291"/>
                </a:lnTo>
                <a:lnTo>
                  <a:pt x="2490" y="3291"/>
                </a:lnTo>
                <a:lnTo>
                  <a:pt x="2490" y="3290"/>
                </a:lnTo>
                <a:lnTo>
                  <a:pt x="2491" y="3290"/>
                </a:lnTo>
                <a:lnTo>
                  <a:pt x="2492" y="3289"/>
                </a:lnTo>
                <a:lnTo>
                  <a:pt x="2493" y="3289"/>
                </a:lnTo>
                <a:lnTo>
                  <a:pt x="2493" y="3290"/>
                </a:lnTo>
                <a:lnTo>
                  <a:pt x="2494" y="3290"/>
                </a:lnTo>
                <a:lnTo>
                  <a:pt x="2494" y="3289"/>
                </a:lnTo>
                <a:lnTo>
                  <a:pt x="2495" y="3289"/>
                </a:lnTo>
                <a:lnTo>
                  <a:pt x="2495" y="3288"/>
                </a:lnTo>
                <a:lnTo>
                  <a:pt x="2495" y="3287"/>
                </a:lnTo>
                <a:lnTo>
                  <a:pt x="2496" y="3287"/>
                </a:lnTo>
                <a:lnTo>
                  <a:pt x="2496" y="3286"/>
                </a:lnTo>
                <a:lnTo>
                  <a:pt x="2495" y="3286"/>
                </a:lnTo>
                <a:lnTo>
                  <a:pt x="2496" y="3286"/>
                </a:lnTo>
                <a:lnTo>
                  <a:pt x="2495" y="3286"/>
                </a:lnTo>
                <a:lnTo>
                  <a:pt x="2495" y="3285"/>
                </a:lnTo>
                <a:lnTo>
                  <a:pt x="2495" y="3284"/>
                </a:lnTo>
                <a:lnTo>
                  <a:pt x="2495" y="3283"/>
                </a:lnTo>
                <a:lnTo>
                  <a:pt x="2496" y="3283"/>
                </a:lnTo>
                <a:lnTo>
                  <a:pt x="2496" y="3282"/>
                </a:lnTo>
                <a:lnTo>
                  <a:pt x="2497" y="3282"/>
                </a:lnTo>
                <a:lnTo>
                  <a:pt x="2497" y="3281"/>
                </a:lnTo>
                <a:lnTo>
                  <a:pt x="2498" y="3281"/>
                </a:lnTo>
                <a:lnTo>
                  <a:pt x="2497" y="3281"/>
                </a:lnTo>
                <a:lnTo>
                  <a:pt x="2497" y="3280"/>
                </a:lnTo>
                <a:lnTo>
                  <a:pt x="2496" y="3280"/>
                </a:lnTo>
                <a:lnTo>
                  <a:pt x="2496" y="3279"/>
                </a:lnTo>
                <a:lnTo>
                  <a:pt x="2496" y="3278"/>
                </a:lnTo>
                <a:lnTo>
                  <a:pt x="2497" y="3278"/>
                </a:lnTo>
                <a:lnTo>
                  <a:pt x="2497" y="3277"/>
                </a:lnTo>
                <a:lnTo>
                  <a:pt x="2497" y="3276"/>
                </a:lnTo>
                <a:lnTo>
                  <a:pt x="2497" y="3275"/>
                </a:lnTo>
                <a:lnTo>
                  <a:pt x="2496" y="3275"/>
                </a:lnTo>
                <a:lnTo>
                  <a:pt x="2495" y="3275"/>
                </a:lnTo>
                <a:lnTo>
                  <a:pt x="2494" y="3275"/>
                </a:lnTo>
                <a:lnTo>
                  <a:pt x="2493" y="3275"/>
                </a:lnTo>
                <a:lnTo>
                  <a:pt x="2493" y="3274"/>
                </a:lnTo>
                <a:lnTo>
                  <a:pt x="2493" y="3275"/>
                </a:lnTo>
                <a:lnTo>
                  <a:pt x="2492" y="3275"/>
                </a:lnTo>
                <a:lnTo>
                  <a:pt x="2492" y="3274"/>
                </a:lnTo>
                <a:lnTo>
                  <a:pt x="2491" y="3274"/>
                </a:lnTo>
                <a:lnTo>
                  <a:pt x="2490" y="3274"/>
                </a:lnTo>
                <a:lnTo>
                  <a:pt x="2490" y="3273"/>
                </a:lnTo>
                <a:lnTo>
                  <a:pt x="2491" y="3272"/>
                </a:lnTo>
                <a:lnTo>
                  <a:pt x="2492" y="3272"/>
                </a:lnTo>
                <a:lnTo>
                  <a:pt x="2492" y="3271"/>
                </a:lnTo>
                <a:lnTo>
                  <a:pt x="2492" y="3272"/>
                </a:lnTo>
                <a:lnTo>
                  <a:pt x="2493" y="3272"/>
                </a:lnTo>
                <a:lnTo>
                  <a:pt x="2493" y="3271"/>
                </a:lnTo>
                <a:lnTo>
                  <a:pt x="2493" y="3270"/>
                </a:lnTo>
                <a:lnTo>
                  <a:pt x="2493" y="3269"/>
                </a:lnTo>
                <a:lnTo>
                  <a:pt x="2492" y="3269"/>
                </a:lnTo>
                <a:lnTo>
                  <a:pt x="2492" y="3268"/>
                </a:lnTo>
                <a:lnTo>
                  <a:pt x="2492" y="3267"/>
                </a:lnTo>
                <a:lnTo>
                  <a:pt x="2492" y="3266"/>
                </a:lnTo>
                <a:lnTo>
                  <a:pt x="2491" y="3265"/>
                </a:lnTo>
                <a:lnTo>
                  <a:pt x="2491" y="3264"/>
                </a:lnTo>
                <a:lnTo>
                  <a:pt x="2492" y="3264"/>
                </a:lnTo>
                <a:lnTo>
                  <a:pt x="2492" y="3263"/>
                </a:lnTo>
                <a:lnTo>
                  <a:pt x="2491" y="3263"/>
                </a:lnTo>
                <a:lnTo>
                  <a:pt x="2490" y="3263"/>
                </a:lnTo>
                <a:lnTo>
                  <a:pt x="2489" y="3263"/>
                </a:lnTo>
                <a:lnTo>
                  <a:pt x="2489" y="3262"/>
                </a:lnTo>
                <a:lnTo>
                  <a:pt x="2489" y="3261"/>
                </a:lnTo>
                <a:lnTo>
                  <a:pt x="2489" y="3262"/>
                </a:lnTo>
                <a:lnTo>
                  <a:pt x="2488" y="3262"/>
                </a:lnTo>
                <a:lnTo>
                  <a:pt x="2488" y="3261"/>
                </a:lnTo>
                <a:lnTo>
                  <a:pt x="2488" y="3260"/>
                </a:lnTo>
                <a:lnTo>
                  <a:pt x="2489" y="3260"/>
                </a:lnTo>
                <a:lnTo>
                  <a:pt x="2488" y="3259"/>
                </a:lnTo>
                <a:lnTo>
                  <a:pt x="2488" y="3258"/>
                </a:lnTo>
                <a:lnTo>
                  <a:pt x="2488" y="3257"/>
                </a:lnTo>
                <a:lnTo>
                  <a:pt x="2488" y="3256"/>
                </a:lnTo>
                <a:lnTo>
                  <a:pt x="2488" y="3254"/>
                </a:lnTo>
                <a:lnTo>
                  <a:pt x="2489" y="3253"/>
                </a:lnTo>
                <a:lnTo>
                  <a:pt x="2489" y="3252"/>
                </a:lnTo>
                <a:lnTo>
                  <a:pt x="2488" y="3252"/>
                </a:lnTo>
                <a:lnTo>
                  <a:pt x="2488" y="3253"/>
                </a:lnTo>
                <a:lnTo>
                  <a:pt x="2487" y="3253"/>
                </a:lnTo>
                <a:lnTo>
                  <a:pt x="2487" y="3252"/>
                </a:lnTo>
                <a:lnTo>
                  <a:pt x="2487" y="3253"/>
                </a:lnTo>
                <a:lnTo>
                  <a:pt x="2486" y="3253"/>
                </a:lnTo>
                <a:lnTo>
                  <a:pt x="2485" y="3253"/>
                </a:lnTo>
                <a:lnTo>
                  <a:pt x="2485" y="3254"/>
                </a:lnTo>
                <a:lnTo>
                  <a:pt x="2484" y="3254"/>
                </a:lnTo>
                <a:lnTo>
                  <a:pt x="2484" y="3255"/>
                </a:lnTo>
                <a:lnTo>
                  <a:pt x="2483" y="3255"/>
                </a:lnTo>
                <a:lnTo>
                  <a:pt x="2483" y="3256"/>
                </a:lnTo>
                <a:lnTo>
                  <a:pt x="2482" y="3256"/>
                </a:lnTo>
                <a:lnTo>
                  <a:pt x="2481" y="3256"/>
                </a:lnTo>
                <a:lnTo>
                  <a:pt x="2481" y="3257"/>
                </a:lnTo>
                <a:lnTo>
                  <a:pt x="2481" y="3258"/>
                </a:lnTo>
                <a:lnTo>
                  <a:pt x="2480" y="3258"/>
                </a:lnTo>
                <a:lnTo>
                  <a:pt x="2479" y="3258"/>
                </a:lnTo>
                <a:lnTo>
                  <a:pt x="2479" y="3259"/>
                </a:lnTo>
                <a:lnTo>
                  <a:pt x="2479" y="3260"/>
                </a:lnTo>
                <a:lnTo>
                  <a:pt x="2478" y="3260"/>
                </a:lnTo>
                <a:lnTo>
                  <a:pt x="2477" y="3260"/>
                </a:lnTo>
                <a:lnTo>
                  <a:pt x="2476" y="3260"/>
                </a:lnTo>
                <a:lnTo>
                  <a:pt x="2476" y="3261"/>
                </a:lnTo>
                <a:lnTo>
                  <a:pt x="2475" y="3261"/>
                </a:lnTo>
                <a:lnTo>
                  <a:pt x="2475" y="3260"/>
                </a:lnTo>
                <a:lnTo>
                  <a:pt x="2475" y="3261"/>
                </a:lnTo>
                <a:lnTo>
                  <a:pt x="2475" y="3260"/>
                </a:lnTo>
                <a:lnTo>
                  <a:pt x="2474" y="3260"/>
                </a:lnTo>
                <a:lnTo>
                  <a:pt x="2474" y="3261"/>
                </a:lnTo>
                <a:lnTo>
                  <a:pt x="2474" y="3260"/>
                </a:lnTo>
                <a:lnTo>
                  <a:pt x="2474" y="3261"/>
                </a:lnTo>
                <a:lnTo>
                  <a:pt x="2473" y="3261"/>
                </a:lnTo>
                <a:lnTo>
                  <a:pt x="2473" y="3260"/>
                </a:lnTo>
                <a:lnTo>
                  <a:pt x="2472" y="3261"/>
                </a:lnTo>
                <a:lnTo>
                  <a:pt x="2471" y="3261"/>
                </a:lnTo>
                <a:lnTo>
                  <a:pt x="2471" y="3262"/>
                </a:lnTo>
                <a:lnTo>
                  <a:pt x="2471" y="3261"/>
                </a:lnTo>
                <a:lnTo>
                  <a:pt x="2470" y="3261"/>
                </a:lnTo>
                <a:lnTo>
                  <a:pt x="2470" y="3262"/>
                </a:lnTo>
                <a:lnTo>
                  <a:pt x="2470" y="3261"/>
                </a:lnTo>
                <a:lnTo>
                  <a:pt x="2470" y="3262"/>
                </a:lnTo>
                <a:lnTo>
                  <a:pt x="2469" y="3262"/>
                </a:lnTo>
                <a:lnTo>
                  <a:pt x="2468" y="3262"/>
                </a:lnTo>
                <a:lnTo>
                  <a:pt x="2467" y="3262"/>
                </a:lnTo>
                <a:lnTo>
                  <a:pt x="2467" y="3263"/>
                </a:lnTo>
                <a:lnTo>
                  <a:pt x="2466" y="3263"/>
                </a:lnTo>
                <a:lnTo>
                  <a:pt x="2466" y="3264"/>
                </a:lnTo>
                <a:lnTo>
                  <a:pt x="2465" y="3264"/>
                </a:lnTo>
                <a:lnTo>
                  <a:pt x="2466" y="3264"/>
                </a:lnTo>
                <a:lnTo>
                  <a:pt x="2465" y="3264"/>
                </a:lnTo>
                <a:lnTo>
                  <a:pt x="2465" y="3265"/>
                </a:lnTo>
                <a:lnTo>
                  <a:pt x="2465" y="3266"/>
                </a:lnTo>
                <a:lnTo>
                  <a:pt x="2464" y="3266"/>
                </a:lnTo>
                <a:lnTo>
                  <a:pt x="2464" y="3267"/>
                </a:lnTo>
                <a:lnTo>
                  <a:pt x="2464" y="3266"/>
                </a:lnTo>
                <a:lnTo>
                  <a:pt x="2464" y="3267"/>
                </a:lnTo>
                <a:lnTo>
                  <a:pt x="2463" y="3267"/>
                </a:lnTo>
                <a:lnTo>
                  <a:pt x="2462" y="3267"/>
                </a:lnTo>
                <a:lnTo>
                  <a:pt x="2462" y="3268"/>
                </a:lnTo>
                <a:lnTo>
                  <a:pt x="2461" y="3268"/>
                </a:lnTo>
                <a:lnTo>
                  <a:pt x="2461" y="3269"/>
                </a:lnTo>
                <a:lnTo>
                  <a:pt x="2460" y="3269"/>
                </a:lnTo>
                <a:lnTo>
                  <a:pt x="2460" y="3270"/>
                </a:lnTo>
                <a:lnTo>
                  <a:pt x="2460" y="3271"/>
                </a:lnTo>
                <a:lnTo>
                  <a:pt x="2460" y="3272"/>
                </a:lnTo>
                <a:lnTo>
                  <a:pt x="2459" y="3272"/>
                </a:lnTo>
                <a:lnTo>
                  <a:pt x="2459" y="3273"/>
                </a:lnTo>
                <a:lnTo>
                  <a:pt x="2459" y="3274"/>
                </a:lnTo>
                <a:lnTo>
                  <a:pt x="2457" y="3274"/>
                </a:lnTo>
                <a:lnTo>
                  <a:pt x="2457" y="3275"/>
                </a:lnTo>
                <a:lnTo>
                  <a:pt x="2456" y="3275"/>
                </a:lnTo>
                <a:lnTo>
                  <a:pt x="2455" y="3275"/>
                </a:lnTo>
                <a:lnTo>
                  <a:pt x="2455" y="3276"/>
                </a:lnTo>
                <a:lnTo>
                  <a:pt x="2455" y="3277"/>
                </a:lnTo>
                <a:lnTo>
                  <a:pt x="2454" y="3277"/>
                </a:lnTo>
                <a:lnTo>
                  <a:pt x="2454" y="3278"/>
                </a:lnTo>
                <a:lnTo>
                  <a:pt x="2454" y="3279"/>
                </a:lnTo>
                <a:lnTo>
                  <a:pt x="2453" y="3279"/>
                </a:lnTo>
                <a:lnTo>
                  <a:pt x="2453" y="3280"/>
                </a:lnTo>
                <a:lnTo>
                  <a:pt x="2452" y="3280"/>
                </a:lnTo>
                <a:lnTo>
                  <a:pt x="2451" y="3280"/>
                </a:lnTo>
                <a:lnTo>
                  <a:pt x="2451" y="3279"/>
                </a:lnTo>
                <a:lnTo>
                  <a:pt x="2451" y="3280"/>
                </a:lnTo>
                <a:lnTo>
                  <a:pt x="2450" y="3280"/>
                </a:lnTo>
                <a:lnTo>
                  <a:pt x="2449" y="3280"/>
                </a:lnTo>
                <a:lnTo>
                  <a:pt x="2449" y="3281"/>
                </a:lnTo>
                <a:lnTo>
                  <a:pt x="2449" y="3282"/>
                </a:lnTo>
                <a:lnTo>
                  <a:pt x="2449" y="3283"/>
                </a:lnTo>
                <a:lnTo>
                  <a:pt x="2448" y="3283"/>
                </a:lnTo>
                <a:lnTo>
                  <a:pt x="2447" y="3283"/>
                </a:lnTo>
                <a:lnTo>
                  <a:pt x="2446" y="3283"/>
                </a:lnTo>
                <a:lnTo>
                  <a:pt x="2445" y="3283"/>
                </a:lnTo>
                <a:lnTo>
                  <a:pt x="2444" y="3283"/>
                </a:lnTo>
                <a:lnTo>
                  <a:pt x="2444" y="3284"/>
                </a:lnTo>
                <a:lnTo>
                  <a:pt x="2443" y="3284"/>
                </a:lnTo>
                <a:lnTo>
                  <a:pt x="2443" y="3285"/>
                </a:lnTo>
                <a:lnTo>
                  <a:pt x="2443" y="3284"/>
                </a:lnTo>
                <a:lnTo>
                  <a:pt x="2442" y="3284"/>
                </a:lnTo>
                <a:lnTo>
                  <a:pt x="2442" y="3285"/>
                </a:lnTo>
                <a:lnTo>
                  <a:pt x="2442" y="3284"/>
                </a:lnTo>
                <a:lnTo>
                  <a:pt x="2442" y="3285"/>
                </a:lnTo>
                <a:lnTo>
                  <a:pt x="2441" y="3285"/>
                </a:lnTo>
                <a:lnTo>
                  <a:pt x="2441" y="3286"/>
                </a:lnTo>
                <a:lnTo>
                  <a:pt x="2440" y="3286"/>
                </a:lnTo>
                <a:lnTo>
                  <a:pt x="2439" y="3286"/>
                </a:lnTo>
                <a:lnTo>
                  <a:pt x="2439" y="3285"/>
                </a:lnTo>
                <a:lnTo>
                  <a:pt x="2438" y="3285"/>
                </a:lnTo>
                <a:lnTo>
                  <a:pt x="2437" y="3285"/>
                </a:lnTo>
                <a:lnTo>
                  <a:pt x="2437" y="3284"/>
                </a:lnTo>
                <a:lnTo>
                  <a:pt x="2436" y="3284"/>
                </a:lnTo>
                <a:lnTo>
                  <a:pt x="2435" y="3284"/>
                </a:lnTo>
                <a:lnTo>
                  <a:pt x="2434" y="3284"/>
                </a:lnTo>
                <a:lnTo>
                  <a:pt x="2433" y="3284"/>
                </a:lnTo>
                <a:lnTo>
                  <a:pt x="2433" y="3285"/>
                </a:lnTo>
                <a:lnTo>
                  <a:pt x="2432" y="3285"/>
                </a:lnTo>
                <a:lnTo>
                  <a:pt x="2431" y="3285"/>
                </a:lnTo>
                <a:lnTo>
                  <a:pt x="2431" y="3284"/>
                </a:lnTo>
                <a:lnTo>
                  <a:pt x="2430" y="3284"/>
                </a:lnTo>
                <a:lnTo>
                  <a:pt x="2430" y="3283"/>
                </a:lnTo>
                <a:lnTo>
                  <a:pt x="2429" y="3283"/>
                </a:lnTo>
                <a:lnTo>
                  <a:pt x="2429" y="3282"/>
                </a:lnTo>
                <a:lnTo>
                  <a:pt x="2429" y="3281"/>
                </a:lnTo>
                <a:lnTo>
                  <a:pt x="2429" y="3280"/>
                </a:lnTo>
                <a:lnTo>
                  <a:pt x="2428" y="3280"/>
                </a:lnTo>
                <a:lnTo>
                  <a:pt x="2428" y="3279"/>
                </a:lnTo>
                <a:lnTo>
                  <a:pt x="2428" y="3280"/>
                </a:lnTo>
                <a:lnTo>
                  <a:pt x="2428" y="3279"/>
                </a:lnTo>
                <a:lnTo>
                  <a:pt x="2427" y="3279"/>
                </a:lnTo>
                <a:lnTo>
                  <a:pt x="2428" y="3279"/>
                </a:lnTo>
                <a:lnTo>
                  <a:pt x="2428" y="3278"/>
                </a:lnTo>
                <a:lnTo>
                  <a:pt x="2427" y="3278"/>
                </a:lnTo>
                <a:lnTo>
                  <a:pt x="2427" y="3277"/>
                </a:lnTo>
                <a:lnTo>
                  <a:pt x="2426" y="3277"/>
                </a:lnTo>
                <a:lnTo>
                  <a:pt x="2425" y="3277"/>
                </a:lnTo>
                <a:lnTo>
                  <a:pt x="2424" y="3277"/>
                </a:lnTo>
                <a:lnTo>
                  <a:pt x="2424" y="3278"/>
                </a:lnTo>
                <a:lnTo>
                  <a:pt x="2423" y="3278"/>
                </a:lnTo>
                <a:lnTo>
                  <a:pt x="2422" y="3278"/>
                </a:lnTo>
                <a:lnTo>
                  <a:pt x="2421" y="3278"/>
                </a:lnTo>
                <a:lnTo>
                  <a:pt x="2420" y="3278"/>
                </a:lnTo>
                <a:lnTo>
                  <a:pt x="2419" y="3278"/>
                </a:lnTo>
                <a:lnTo>
                  <a:pt x="2418" y="3278"/>
                </a:lnTo>
                <a:lnTo>
                  <a:pt x="2418" y="3279"/>
                </a:lnTo>
                <a:lnTo>
                  <a:pt x="2418" y="3280"/>
                </a:lnTo>
                <a:lnTo>
                  <a:pt x="2417" y="3280"/>
                </a:lnTo>
                <a:lnTo>
                  <a:pt x="2417" y="3281"/>
                </a:lnTo>
                <a:lnTo>
                  <a:pt x="2416" y="3281"/>
                </a:lnTo>
                <a:lnTo>
                  <a:pt x="2416" y="3282"/>
                </a:lnTo>
                <a:lnTo>
                  <a:pt x="2415" y="3282"/>
                </a:lnTo>
                <a:lnTo>
                  <a:pt x="2415" y="3283"/>
                </a:lnTo>
                <a:lnTo>
                  <a:pt x="2414" y="3283"/>
                </a:lnTo>
                <a:lnTo>
                  <a:pt x="2413" y="3283"/>
                </a:lnTo>
                <a:lnTo>
                  <a:pt x="2413" y="3282"/>
                </a:lnTo>
                <a:lnTo>
                  <a:pt x="2413" y="3283"/>
                </a:lnTo>
                <a:lnTo>
                  <a:pt x="2412" y="3283"/>
                </a:lnTo>
                <a:lnTo>
                  <a:pt x="2412" y="3284"/>
                </a:lnTo>
                <a:lnTo>
                  <a:pt x="2411" y="3284"/>
                </a:lnTo>
                <a:lnTo>
                  <a:pt x="2410" y="3284"/>
                </a:lnTo>
                <a:lnTo>
                  <a:pt x="2409" y="3284"/>
                </a:lnTo>
                <a:lnTo>
                  <a:pt x="2408" y="3284"/>
                </a:lnTo>
                <a:lnTo>
                  <a:pt x="2408" y="3283"/>
                </a:lnTo>
                <a:lnTo>
                  <a:pt x="2408" y="3282"/>
                </a:lnTo>
                <a:lnTo>
                  <a:pt x="2407" y="3282"/>
                </a:lnTo>
                <a:lnTo>
                  <a:pt x="2407" y="3281"/>
                </a:lnTo>
                <a:lnTo>
                  <a:pt x="2407" y="3280"/>
                </a:lnTo>
                <a:lnTo>
                  <a:pt x="2406" y="3280"/>
                </a:lnTo>
                <a:lnTo>
                  <a:pt x="2406" y="3279"/>
                </a:lnTo>
                <a:lnTo>
                  <a:pt x="2405" y="3279"/>
                </a:lnTo>
                <a:lnTo>
                  <a:pt x="2404" y="3279"/>
                </a:lnTo>
                <a:lnTo>
                  <a:pt x="2404" y="3280"/>
                </a:lnTo>
                <a:lnTo>
                  <a:pt x="2403" y="3280"/>
                </a:lnTo>
                <a:lnTo>
                  <a:pt x="2403" y="3281"/>
                </a:lnTo>
                <a:lnTo>
                  <a:pt x="2403" y="3282"/>
                </a:lnTo>
                <a:lnTo>
                  <a:pt x="2402" y="3282"/>
                </a:lnTo>
                <a:lnTo>
                  <a:pt x="2402" y="3281"/>
                </a:lnTo>
                <a:lnTo>
                  <a:pt x="2401" y="3281"/>
                </a:lnTo>
                <a:lnTo>
                  <a:pt x="2400" y="3281"/>
                </a:lnTo>
                <a:lnTo>
                  <a:pt x="2400" y="3280"/>
                </a:lnTo>
                <a:lnTo>
                  <a:pt x="2399" y="3280"/>
                </a:lnTo>
                <a:lnTo>
                  <a:pt x="2399" y="3279"/>
                </a:lnTo>
                <a:lnTo>
                  <a:pt x="2399" y="3278"/>
                </a:lnTo>
                <a:lnTo>
                  <a:pt x="2399" y="3277"/>
                </a:lnTo>
                <a:lnTo>
                  <a:pt x="2399" y="3276"/>
                </a:lnTo>
                <a:lnTo>
                  <a:pt x="2398" y="3276"/>
                </a:lnTo>
                <a:lnTo>
                  <a:pt x="2399" y="3276"/>
                </a:lnTo>
                <a:lnTo>
                  <a:pt x="2399" y="3275"/>
                </a:lnTo>
                <a:lnTo>
                  <a:pt x="2399" y="3274"/>
                </a:lnTo>
                <a:lnTo>
                  <a:pt x="2399" y="3273"/>
                </a:lnTo>
                <a:lnTo>
                  <a:pt x="2398" y="3273"/>
                </a:lnTo>
                <a:lnTo>
                  <a:pt x="2398" y="3272"/>
                </a:lnTo>
                <a:lnTo>
                  <a:pt x="2397" y="3272"/>
                </a:lnTo>
                <a:lnTo>
                  <a:pt x="2397" y="3271"/>
                </a:lnTo>
                <a:lnTo>
                  <a:pt x="2398" y="3271"/>
                </a:lnTo>
                <a:lnTo>
                  <a:pt x="2398" y="3270"/>
                </a:lnTo>
                <a:lnTo>
                  <a:pt x="2399" y="3270"/>
                </a:lnTo>
                <a:lnTo>
                  <a:pt x="2399" y="3269"/>
                </a:lnTo>
                <a:lnTo>
                  <a:pt x="2400" y="3269"/>
                </a:lnTo>
                <a:lnTo>
                  <a:pt x="2400" y="3268"/>
                </a:lnTo>
                <a:lnTo>
                  <a:pt x="2400" y="3267"/>
                </a:lnTo>
                <a:lnTo>
                  <a:pt x="2401" y="3267"/>
                </a:lnTo>
                <a:lnTo>
                  <a:pt x="2401" y="3266"/>
                </a:lnTo>
                <a:lnTo>
                  <a:pt x="2401" y="3265"/>
                </a:lnTo>
                <a:lnTo>
                  <a:pt x="2402" y="3265"/>
                </a:lnTo>
                <a:lnTo>
                  <a:pt x="2402" y="3266"/>
                </a:lnTo>
                <a:lnTo>
                  <a:pt x="2403" y="3266"/>
                </a:lnTo>
                <a:lnTo>
                  <a:pt x="2403" y="3265"/>
                </a:lnTo>
                <a:lnTo>
                  <a:pt x="2403" y="3264"/>
                </a:lnTo>
                <a:lnTo>
                  <a:pt x="2402" y="3264"/>
                </a:lnTo>
                <a:lnTo>
                  <a:pt x="2402" y="3263"/>
                </a:lnTo>
                <a:lnTo>
                  <a:pt x="2402" y="3262"/>
                </a:lnTo>
                <a:lnTo>
                  <a:pt x="2401" y="3262"/>
                </a:lnTo>
                <a:lnTo>
                  <a:pt x="2401" y="3261"/>
                </a:lnTo>
                <a:lnTo>
                  <a:pt x="2400" y="3261"/>
                </a:lnTo>
                <a:lnTo>
                  <a:pt x="2399" y="3261"/>
                </a:lnTo>
                <a:lnTo>
                  <a:pt x="2399" y="3260"/>
                </a:lnTo>
                <a:lnTo>
                  <a:pt x="2398" y="3260"/>
                </a:lnTo>
                <a:lnTo>
                  <a:pt x="2398" y="3261"/>
                </a:lnTo>
                <a:lnTo>
                  <a:pt x="2397" y="3261"/>
                </a:lnTo>
                <a:lnTo>
                  <a:pt x="2397" y="3260"/>
                </a:lnTo>
                <a:lnTo>
                  <a:pt x="2396" y="3260"/>
                </a:lnTo>
                <a:lnTo>
                  <a:pt x="2396" y="3261"/>
                </a:lnTo>
                <a:lnTo>
                  <a:pt x="2395" y="3261"/>
                </a:lnTo>
                <a:lnTo>
                  <a:pt x="2394" y="3261"/>
                </a:lnTo>
                <a:lnTo>
                  <a:pt x="2393" y="3262"/>
                </a:lnTo>
                <a:lnTo>
                  <a:pt x="2392" y="3263"/>
                </a:lnTo>
                <a:lnTo>
                  <a:pt x="2392" y="3264"/>
                </a:lnTo>
                <a:lnTo>
                  <a:pt x="2392" y="3263"/>
                </a:lnTo>
                <a:lnTo>
                  <a:pt x="2391" y="3263"/>
                </a:lnTo>
                <a:lnTo>
                  <a:pt x="2390" y="3263"/>
                </a:lnTo>
                <a:lnTo>
                  <a:pt x="2390" y="3262"/>
                </a:lnTo>
                <a:lnTo>
                  <a:pt x="2391" y="3262"/>
                </a:lnTo>
                <a:lnTo>
                  <a:pt x="2391" y="3261"/>
                </a:lnTo>
                <a:lnTo>
                  <a:pt x="2390" y="3261"/>
                </a:lnTo>
                <a:lnTo>
                  <a:pt x="2389" y="3261"/>
                </a:lnTo>
                <a:lnTo>
                  <a:pt x="2388" y="3261"/>
                </a:lnTo>
                <a:lnTo>
                  <a:pt x="2388" y="3260"/>
                </a:lnTo>
                <a:lnTo>
                  <a:pt x="2388" y="3261"/>
                </a:lnTo>
                <a:lnTo>
                  <a:pt x="2388" y="3260"/>
                </a:lnTo>
                <a:lnTo>
                  <a:pt x="2387" y="3260"/>
                </a:lnTo>
                <a:lnTo>
                  <a:pt x="2387" y="3259"/>
                </a:lnTo>
                <a:lnTo>
                  <a:pt x="2386" y="3259"/>
                </a:lnTo>
                <a:lnTo>
                  <a:pt x="2386" y="3258"/>
                </a:lnTo>
                <a:lnTo>
                  <a:pt x="2386" y="3257"/>
                </a:lnTo>
                <a:lnTo>
                  <a:pt x="2385" y="3257"/>
                </a:lnTo>
                <a:lnTo>
                  <a:pt x="2385" y="3256"/>
                </a:lnTo>
                <a:lnTo>
                  <a:pt x="2385" y="3255"/>
                </a:lnTo>
                <a:lnTo>
                  <a:pt x="2385" y="3254"/>
                </a:lnTo>
                <a:lnTo>
                  <a:pt x="2385" y="3253"/>
                </a:lnTo>
                <a:lnTo>
                  <a:pt x="2384" y="3253"/>
                </a:lnTo>
                <a:lnTo>
                  <a:pt x="2384" y="3252"/>
                </a:lnTo>
                <a:lnTo>
                  <a:pt x="2384" y="3251"/>
                </a:lnTo>
                <a:lnTo>
                  <a:pt x="2384" y="3250"/>
                </a:lnTo>
                <a:lnTo>
                  <a:pt x="2383" y="3250"/>
                </a:lnTo>
                <a:lnTo>
                  <a:pt x="2383" y="3249"/>
                </a:lnTo>
                <a:lnTo>
                  <a:pt x="2383" y="3248"/>
                </a:lnTo>
                <a:lnTo>
                  <a:pt x="2383" y="3247"/>
                </a:lnTo>
                <a:lnTo>
                  <a:pt x="2383" y="3246"/>
                </a:lnTo>
                <a:lnTo>
                  <a:pt x="2383" y="3245"/>
                </a:lnTo>
                <a:lnTo>
                  <a:pt x="2383" y="3243"/>
                </a:lnTo>
                <a:lnTo>
                  <a:pt x="2384" y="3243"/>
                </a:lnTo>
                <a:lnTo>
                  <a:pt x="2384" y="3242"/>
                </a:lnTo>
                <a:lnTo>
                  <a:pt x="2384" y="3241"/>
                </a:lnTo>
                <a:lnTo>
                  <a:pt x="2384" y="3239"/>
                </a:lnTo>
                <a:lnTo>
                  <a:pt x="2385" y="3239"/>
                </a:lnTo>
                <a:lnTo>
                  <a:pt x="2385" y="3238"/>
                </a:lnTo>
                <a:lnTo>
                  <a:pt x="2386" y="3238"/>
                </a:lnTo>
                <a:lnTo>
                  <a:pt x="2386" y="3237"/>
                </a:lnTo>
                <a:lnTo>
                  <a:pt x="2386" y="3236"/>
                </a:lnTo>
                <a:lnTo>
                  <a:pt x="2386" y="3235"/>
                </a:lnTo>
                <a:lnTo>
                  <a:pt x="2387" y="3235"/>
                </a:lnTo>
                <a:lnTo>
                  <a:pt x="2387" y="3234"/>
                </a:lnTo>
                <a:lnTo>
                  <a:pt x="2387" y="3233"/>
                </a:lnTo>
                <a:lnTo>
                  <a:pt x="2388" y="3233"/>
                </a:lnTo>
                <a:lnTo>
                  <a:pt x="2388" y="3232"/>
                </a:lnTo>
                <a:lnTo>
                  <a:pt x="2387" y="3232"/>
                </a:lnTo>
                <a:lnTo>
                  <a:pt x="2387" y="3231"/>
                </a:lnTo>
                <a:lnTo>
                  <a:pt x="2387" y="3230"/>
                </a:lnTo>
                <a:lnTo>
                  <a:pt x="2386" y="3230"/>
                </a:lnTo>
                <a:lnTo>
                  <a:pt x="2386" y="3229"/>
                </a:lnTo>
                <a:lnTo>
                  <a:pt x="2385" y="3229"/>
                </a:lnTo>
                <a:lnTo>
                  <a:pt x="2385" y="3228"/>
                </a:lnTo>
                <a:lnTo>
                  <a:pt x="2384" y="3228"/>
                </a:lnTo>
                <a:lnTo>
                  <a:pt x="2384" y="3227"/>
                </a:lnTo>
                <a:lnTo>
                  <a:pt x="2384" y="3226"/>
                </a:lnTo>
                <a:lnTo>
                  <a:pt x="2384" y="3225"/>
                </a:lnTo>
                <a:lnTo>
                  <a:pt x="2385" y="3225"/>
                </a:lnTo>
                <a:lnTo>
                  <a:pt x="2385" y="3224"/>
                </a:lnTo>
                <a:lnTo>
                  <a:pt x="2384" y="3224"/>
                </a:lnTo>
                <a:lnTo>
                  <a:pt x="2383" y="3224"/>
                </a:lnTo>
                <a:lnTo>
                  <a:pt x="2382" y="3224"/>
                </a:lnTo>
                <a:lnTo>
                  <a:pt x="2382" y="3223"/>
                </a:lnTo>
                <a:lnTo>
                  <a:pt x="2381" y="3223"/>
                </a:lnTo>
                <a:lnTo>
                  <a:pt x="2381" y="3224"/>
                </a:lnTo>
                <a:lnTo>
                  <a:pt x="2381" y="3223"/>
                </a:lnTo>
                <a:lnTo>
                  <a:pt x="2381" y="3224"/>
                </a:lnTo>
                <a:lnTo>
                  <a:pt x="2380" y="3224"/>
                </a:lnTo>
                <a:lnTo>
                  <a:pt x="2379" y="3223"/>
                </a:lnTo>
                <a:lnTo>
                  <a:pt x="2378" y="3223"/>
                </a:lnTo>
                <a:lnTo>
                  <a:pt x="2378" y="3222"/>
                </a:lnTo>
                <a:lnTo>
                  <a:pt x="2377" y="3222"/>
                </a:lnTo>
                <a:lnTo>
                  <a:pt x="2377" y="3223"/>
                </a:lnTo>
                <a:lnTo>
                  <a:pt x="2377" y="3222"/>
                </a:lnTo>
                <a:lnTo>
                  <a:pt x="2377" y="3223"/>
                </a:lnTo>
                <a:lnTo>
                  <a:pt x="2376" y="3223"/>
                </a:lnTo>
                <a:lnTo>
                  <a:pt x="2375" y="3223"/>
                </a:lnTo>
                <a:lnTo>
                  <a:pt x="2375" y="3224"/>
                </a:lnTo>
                <a:lnTo>
                  <a:pt x="2376" y="3225"/>
                </a:lnTo>
                <a:lnTo>
                  <a:pt x="2377" y="3225"/>
                </a:lnTo>
                <a:lnTo>
                  <a:pt x="2377" y="3226"/>
                </a:lnTo>
                <a:lnTo>
                  <a:pt x="2376" y="3226"/>
                </a:lnTo>
                <a:lnTo>
                  <a:pt x="2376" y="3227"/>
                </a:lnTo>
                <a:lnTo>
                  <a:pt x="2375" y="3227"/>
                </a:lnTo>
                <a:lnTo>
                  <a:pt x="2374" y="3227"/>
                </a:lnTo>
                <a:lnTo>
                  <a:pt x="2373" y="3227"/>
                </a:lnTo>
                <a:lnTo>
                  <a:pt x="2373" y="3226"/>
                </a:lnTo>
                <a:lnTo>
                  <a:pt x="2372" y="3226"/>
                </a:lnTo>
                <a:lnTo>
                  <a:pt x="2372" y="3225"/>
                </a:lnTo>
                <a:lnTo>
                  <a:pt x="2371" y="3225"/>
                </a:lnTo>
                <a:lnTo>
                  <a:pt x="2371" y="3224"/>
                </a:lnTo>
                <a:lnTo>
                  <a:pt x="2370" y="3224"/>
                </a:lnTo>
                <a:lnTo>
                  <a:pt x="2369" y="3224"/>
                </a:lnTo>
                <a:lnTo>
                  <a:pt x="2368" y="3224"/>
                </a:lnTo>
                <a:lnTo>
                  <a:pt x="2367" y="3224"/>
                </a:lnTo>
                <a:lnTo>
                  <a:pt x="2367" y="3223"/>
                </a:lnTo>
                <a:lnTo>
                  <a:pt x="2366" y="3223"/>
                </a:lnTo>
                <a:lnTo>
                  <a:pt x="2366" y="3222"/>
                </a:lnTo>
                <a:lnTo>
                  <a:pt x="2366" y="3223"/>
                </a:lnTo>
                <a:lnTo>
                  <a:pt x="2366" y="3222"/>
                </a:lnTo>
                <a:lnTo>
                  <a:pt x="2365" y="3222"/>
                </a:lnTo>
                <a:lnTo>
                  <a:pt x="2364" y="3222"/>
                </a:lnTo>
                <a:lnTo>
                  <a:pt x="2364" y="3223"/>
                </a:lnTo>
                <a:lnTo>
                  <a:pt x="2363" y="3223"/>
                </a:lnTo>
                <a:lnTo>
                  <a:pt x="2362" y="3223"/>
                </a:lnTo>
                <a:lnTo>
                  <a:pt x="2362" y="3224"/>
                </a:lnTo>
                <a:lnTo>
                  <a:pt x="2363" y="3224"/>
                </a:lnTo>
                <a:lnTo>
                  <a:pt x="2362" y="3224"/>
                </a:lnTo>
                <a:lnTo>
                  <a:pt x="2362" y="3225"/>
                </a:lnTo>
                <a:lnTo>
                  <a:pt x="2363" y="3225"/>
                </a:lnTo>
                <a:lnTo>
                  <a:pt x="2362" y="3225"/>
                </a:lnTo>
                <a:lnTo>
                  <a:pt x="2362" y="3226"/>
                </a:lnTo>
                <a:lnTo>
                  <a:pt x="2361" y="3226"/>
                </a:lnTo>
                <a:lnTo>
                  <a:pt x="2361" y="3225"/>
                </a:lnTo>
                <a:lnTo>
                  <a:pt x="2361" y="3226"/>
                </a:lnTo>
                <a:lnTo>
                  <a:pt x="2361" y="3225"/>
                </a:lnTo>
                <a:lnTo>
                  <a:pt x="2361" y="3226"/>
                </a:lnTo>
                <a:lnTo>
                  <a:pt x="2360" y="3225"/>
                </a:lnTo>
                <a:lnTo>
                  <a:pt x="2360" y="3224"/>
                </a:lnTo>
                <a:lnTo>
                  <a:pt x="2360" y="3223"/>
                </a:lnTo>
                <a:lnTo>
                  <a:pt x="2360" y="3222"/>
                </a:lnTo>
                <a:lnTo>
                  <a:pt x="2359" y="3222"/>
                </a:lnTo>
                <a:lnTo>
                  <a:pt x="2358" y="3222"/>
                </a:lnTo>
                <a:lnTo>
                  <a:pt x="2358" y="3221"/>
                </a:lnTo>
                <a:lnTo>
                  <a:pt x="2357" y="3221"/>
                </a:lnTo>
                <a:lnTo>
                  <a:pt x="2357" y="3220"/>
                </a:lnTo>
                <a:lnTo>
                  <a:pt x="2356" y="3220"/>
                </a:lnTo>
                <a:lnTo>
                  <a:pt x="2356" y="3219"/>
                </a:lnTo>
                <a:lnTo>
                  <a:pt x="2355" y="3219"/>
                </a:lnTo>
                <a:lnTo>
                  <a:pt x="2354" y="3219"/>
                </a:lnTo>
                <a:lnTo>
                  <a:pt x="2354" y="3220"/>
                </a:lnTo>
                <a:lnTo>
                  <a:pt x="2353" y="3220"/>
                </a:lnTo>
                <a:lnTo>
                  <a:pt x="2353" y="3219"/>
                </a:lnTo>
                <a:lnTo>
                  <a:pt x="2352" y="3219"/>
                </a:lnTo>
                <a:lnTo>
                  <a:pt x="2352" y="3218"/>
                </a:lnTo>
                <a:lnTo>
                  <a:pt x="2351" y="3218"/>
                </a:lnTo>
                <a:lnTo>
                  <a:pt x="2350" y="3218"/>
                </a:lnTo>
                <a:lnTo>
                  <a:pt x="2350" y="3219"/>
                </a:lnTo>
                <a:lnTo>
                  <a:pt x="2349" y="3219"/>
                </a:lnTo>
                <a:lnTo>
                  <a:pt x="2349" y="3218"/>
                </a:lnTo>
                <a:lnTo>
                  <a:pt x="2348" y="3218"/>
                </a:lnTo>
                <a:lnTo>
                  <a:pt x="2348" y="3219"/>
                </a:lnTo>
                <a:lnTo>
                  <a:pt x="2347" y="3219"/>
                </a:lnTo>
                <a:lnTo>
                  <a:pt x="2347" y="3218"/>
                </a:lnTo>
                <a:lnTo>
                  <a:pt x="2346" y="3218"/>
                </a:lnTo>
                <a:lnTo>
                  <a:pt x="2346" y="3219"/>
                </a:lnTo>
                <a:lnTo>
                  <a:pt x="2345" y="3219"/>
                </a:lnTo>
                <a:lnTo>
                  <a:pt x="2345" y="3220"/>
                </a:lnTo>
                <a:lnTo>
                  <a:pt x="2345" y="3219"/>
                </a:lnTo>
                <a:lnTo>
                  <a:pt x="2344" y="3219"/>
                </a:lnTo>
                <a:lnTo>
                  <a:pt x="2343" y="3218"/>
                </a:lnTo>
                <a:lnTo>
                  <a:pt x="2342" y="3218"/>
                </a:lnTo>
                <a:lnTo>
                  <a:pt x="2343" y="3218"/>
                </a:lnTo>
                <a:lnTo>
                  <a:pt x="2342" y="3218"/>
                </a:lnTo>
                <a:lnTo>
                  <a:pt x="2342" y="3217"/>
                </a:lnTo>
                <a:lnTo>
                  <a:pt x="2341" y="3217"/>
                </a:lnTo>
                <a:lnTo>
                  <a:pt x="2341" y="3216"/>
                </a:lnTo>
                <a:lnTo>
                  <a:pt x="2340" y="3216"/>
                </a:lnTo>
                <a:lnTo>
                  <a:pt x="2339" y="3216"/>
                </a:lnTo>
                <a:lnTo>
                  <a:pt x="2339" y="3217"/>
                </a:lnTo>
                <a:lnTo>
                  <a:pt x="2339" y="3218"/>
                </a:lnTo>
                <a:lnTo>
                  <a:pt x="2338" y="3218"/>
                </a:lnTo>
                <a:lnTo>
                  <a:pt x="2337" y="3218"/>
                </a:lnTo>
                <a:lnTo>
                  <a:pt x="2337" y="3219"/>
                </a:lnTo>
                <a:lnTo>
                  <a:pt x="2336" y="3219"/>
                </a:lnTo>
                <a:lnTo>
                  <a:pt x="2336" y="3218"/>
                </a:lnTo>
                <a:lnTo>
                  <a:pt x="2336" y="3219"/>
                </a:lnTo>
                <a:lnTo>
                  <a:pt x="2335" y="3219"/>
                </a:lnTo>
                <a:lnTo>
                  <a:pt x="2334" y="3219"/>
                </a:lnTo>
                <a:lnTo>
                  <a:pt x="2334" y="3220"/>
                </a:lnTo>
                <a:lnTo>
                  <a:pt x="2334" y="3219"/>
                </a:lnTo>
                <a:lnTo>
                  <a:pt x="2334" y="3220"/>
                </a:lnTo>
                <a:lnTo>
                  <a:pt x="2333" y="3220"/>
                </a:lnTo>
                <a:lnTo>
                  <a:pt x="2333" y="3219"/>
                </a:lnTo>
                <a:lnTo>
                  <a:pt x="2332" y="3219"/>
                </a:lnTo>
                <a:lnTo>
                  <a:pt x="2331" y="3219"/>
                </a:lnTo>
                <a:lnTo>
                  <a:pt x="2330" y="3219"/>
                </a:lnTo>
                <a:lnTo>
                  <a:pt x="2330" y="3220"/>
                </a:lnTo>
                <a:lnTo>
                  <a:pt x="2329" y="3220"/>
                </a:lnTo>
                <a:lnTo>
                  <a:pt x="2328" y="3220"/>
                </a:lnTo>
                <a:lnTo>
                  <a:pt x="2328" y="3219"/>
                </a:lnTo>
                <a:lnTo>
                  <a:pt x="2328" y="3220"/>
                </a:lnTo>
                <a:lnTo>
                  <a:pt x="2327" y="3220"/>
                </a:lnTo>
                <a:lnTo>
                  <a:pt x="2326" y="3220"/>
                </a:lnTo>
                <a:lnTo>
                  <a:pt x="2326" y="3219"/>
                </a:lnTo>
                <a:lnTo>
                  <a:pt x="2325" y="3219"/>
                </a:lnTo>
                <a:lnTo>
                  <a:pt x="2324" y="3219"/>
                </a:lnTo>
                <a:lnTo>
                  <a:pt x="2324" y="3218"/>
                </a:lnTo>
                <a:lnTo>
                  <a:pt x="2323" y="3218"/>
                </a:lnTo>
                <a:lnTo>
                  <a:pt x="2323" y="3219"/>
                </a:lnTo>
                <a:lnTo>
                  <a:pt x="2322" y="3219"/>
                </a:lnTo>
                <a:lnTo>
                  <a:pt x="2321" y="3219"/>
                </a:lnTo>
                <a:lnTo>
                  <a:pt x="2321" y="3218"/>
                </a:lnTo>
                <a:lnTo>
                  <a:pt x="2320" y="3218"/>
                </a:lnTo>
                <a:lnTo>
                  <a:pt x="2319" y="3218"/>
                </a:lnTo>
                <a:lnTo>
                  <a:pt x="2318" y="3218"/>
                </a:lnTo>
                <a:lnTo>
                  <a:pt x="2318" y="3217"/>
                </a:lnTo>
                <a:lnTo>
                  <a:pt x="2318" y="3218"/>
                </a:lnTo>
                <a:lnTo>
                  <a:pt x="2318" y="3217"/>
                </a:lnTo>
                <a:lnTo>
                  <a:pt x="2317" y="3217"/>
                </a:lnTo>
                <a:lnTo>
                  <a:pt x="2317" y="3216"/>
                </a:lnTo>
                <a:lnTo>
                  <a:pt x="2316" y="3216"/>
                </a:lnTo>
                <a:lnTo>
                  <a:pt x="2316" y="3217"/>
                </a:lnTo>
                <a:lnTo>
                  <a:pt x="2316" y="3216"/>
                </a:lnTo>
                <a:lnTo>
                  <a:pt x="2315" y="3216"/>
                </a:lnTo>
                <a:lnTo>
                  <a:pt x="2315" y="3215"/>
                </a:lnTo>
                <a:lnTo>
                  <a:pt x="2314" y="3215"/>
                </a:lnTo>
                <a:lnTo>
                  <a:pt x="2313" y="3215"/>
                </a:lnTo>
                <a:lnTo>
                  <a:pt x="2313" y="3214"/>
                </a:lnTo>
                <a:lnTo>
                  <a:pt x="2312" y="3214"/>
                </a:lnTo>
                <a:lnTo>
                  <a:pt x="2312" y="3213"/>
                </a:lnTo>
                <a:lnTo>
                  <a:pt x="2311" y="3213"/>
                </a:lnTo>
                <a:lnTo>
                  <a:pt x="2312" y="3213"/>
                </a:lnTo>
                <a:lnTo>
                  <a:pt x="2312" y="3212"/>
                </a:lnTo>
                <a:lnTo>
                  <a:pt x="2312" y="3213"/>
                </a:lnTo>
                <a:lnTo>
                  <a:pt x="2313" y="3213"/>
                </a:lnTo>
                <a:lnTo>
                  <a:pt x="2313" y="3212"/>
                </a:lnTo>
                <a:lnTo>
                  <a:pt x="2313" y="3213"/>
                </a:lnTo>
                <a:lnTo>
                  <a:pt x="2314" y="3213"/>
                </a:lnTo>
                <a:lnTo>
                  <a:pt x="2315" y="3213"/>
                </a:lnTo>
                <a:lnTo>
                  <a:pt x="2315" y="3212"/>
                </a:lnTo>
                <a:lnTo>
                  <a:pt x="2316" y="3212"/>
                </a:lnTo>
                <a:lnTo>
                  <a:pt x="2315" y="3212"/>
                </a:lnTo>
                <a:lnTo>
                  <a:pt x="2314" y="3212"/>
                </a:lnTo>
                <a:lnTo>
                  <a:pt x="2313" y="3211"/>
                </a:lnTo>
                <a:lnTo>
                  <a:pt x="2314" y="3211"/>
                </a:lnTo>
                <a:lnTo>
                  <a:pt x="2313" y="3211"/>
                </a:lnTo>
                <a:lnTo>
                  <a:pt x="2313" y="3210"/>
                </a:lnTo>
                <a:lnTo>
                  <a:pt x="2314" y="3210"/>
                </a:lnTo>
                <a:lnTo>
                  <a:pt x="2314" y="3209"/>
                </a:lnTo>
                <a:lnTo>
                  <a:pt x="2315" y="3209"/>
                </a:lnTo>
                <a:lnTo>
                  <a:pt x="2315" y="3208"/>
                </a:lnTo>
                <a:lnTo>
                  <a:pt x="2315" y="3209"/>
                </a:lnTo>
                <a:lnTo>
                  <a:pt x="2315" y="3208"/>
                </a:lnTo>
                <a:lnTo>
                  <a:pt x="2315" y="3207"/>
                </a:lnTo>
                <a:lnTo>
                  <a:pt x="2316" y="3207"/>
                </a:lnTo>
                <a:lnTo>
                  <a:pt x="2316" y="3206"/>
                </a:lnTo>
                <a:lnTo>
                  <a:pt x="2317" y="3206"/>
                </a:lnTo>
                <a:lnTo>
                  <a:pt x="2318" y="3206"/>
                </a:lnTo>
                <a:lnTo>
                  <a:pt x="2318" y="3205"/>
                </a:lnTo>
                <a:lnTo>
                  <a:pt x="2318" y="3204"/>
                </a:lnTo>
                <a:lnTo>
                  <a:pt x="2319" y="3204"/>
                </a:lnTo>
                <a:lnTo>
                  <a:pt x="2319" y="3203"/>
                </a:lnTo>
                <a:lnTo>
                  <a:pt x="2318" y="3203"/>
                </a:lnTo>
                <a:lnTo>
                  <a:pt x="2318" y="3202"/>
                </a:lnTo>
                <a:lnTo>
                  <a:pt x="2318" y="3201"/>
                </a:lnTo>
                <a:lnTo>
                  <a:pt x="2319" y="3201"/>
                </a:lnTo>
                <a:lnTo>
                  <a:pt x="2319" y="3200"/>
                </a:lnTo>
                <a:lnTo>
                  <a:pt x="2318" y="3200"/>
                </a:lnTo>
                <a:lnTo>
                  <a:pt x="2318" y="3199"/>
                </a:lnTo>
                <a:lnTo>
                  <a:pt x="2319" y="3199"/>
                </a:lnTo>
                <a:lnTo>
                  <a:pt x="2319" y="3198"/>
                </a:lnTo>
                <a:lnTo>
                  <a:pt x="2320" y="3198"/>
                </a:lnTo>
                <a:lnTo>
                  <a:pt x="2320" y="3197"/>
                </a:lnTo>
                <a:lnTo>
                  <a:pt x="2320" y="3196"/>
                </a:lnTo>
                <a:lnTo>
                  <a:pt x="2321" y="3196"/>
                </a:lnTo>
                <a:lnTo>
                  <a:pt x="2321" y="3195"/>
                </a:lnTo>
                <a:lnTo>
                  <a:pt x="2321" y="3194"/>
                </a:lnTo>
                <a:lnTo>
                  <a:pt x="2322" y="3194"/>
                </a:lnTo>
                <a:lnTo>
                  <a:pt x="2322" y="3193"/>
                </a:lnTo>
                <a:lnTo>
                  <a:pt x="2323" y="3193"/>
                </a:lnTo>
                <a:lnTo>
                  <a:pt x="2322" y="3193"/>
                </a:lnTo>
                <a:lnTo>
                  <a:pt x="2322" y="3192"/>
                </a:lnTo>
                <a:lnTo>
                  <a:pt x="2321" y="3192"/>
                </a:lnTo>
                <a:lnTo>
                  <a:pt x="2321" y="3191"/>
                </a:lnTo>
                <a:lnTo>
                  <a:pt x="2320" y="3191"/>
                </a:lnTo>
                <a:lnTo>
                  <a:pt x="2320" y="3190"/>
                </a:lnTo>
                <a:lnTo>
                  <a:pt x="2320" y="3189"/>
                </a:lnTo>
                <a:lnTo>
                  <a:pt x="2321" y="3189"/>
                </a:lnTo>
                <a:lnTo>
                  <a:pt x="2322" y="3189"/>
                </a:lnTo>
                <a:lnTo>
                  <a:pt x="2323" y="3188"/>
                </a:lnTo>
                <a:lnTo>
                  <a:pt x="2324" y="3188"/>
                </a:lnTo>
                <a:lnTo>
                  <a:pt x="2324" y="3187"/>
                </a:lnTo>
                <a:lnTo>
                  <a:pt x="2325" y="3187"/>
                </a:lnTo>
                <a:lnTo>
                  <a:pt x="2325" y="3186"/>
                </a:lnTo>
                <a:lnTo>
                  <a:pt x="2325" y="3185"/>
                </a:lnTo>
                <a:lnTo>
                  <a:pt x="2326" y="3185"/>
                </a:lnTo>
                <a:lnTo>
                  <a:pt x="2326" y="3184"/>
                </a:lnTo>
                <a:lnTo>
                  <a:pt x="2327" y="3184"/>
                </a:lnTo>
                <a:lnTo>
                  <a:pt x="2328" y="3184"/>
                </a:lnTo>
                <a:lnTo>
                  <a:pt x="2328" y="3183"/>
                </a:lnTo>
                <a:lnTo>
                  <a:pt x="2329" y="3183"/>
                </a:lnTo>
                <a:lnTo>
                  <a:pt x="2329" y="3182"/>
                </a:lnTo>
                <a:lnTo>
                  <a:pt x="2329" y="3181"/>
                </a:lnTo>
                <a:lnTo>
                  <a:pt x="2330" y="3181"/>
                </a:lnTo>
                <a:lnTo>
                  <a:pt x="2330" y="3180"/>
                </a:lnTo>
                <a:lnTo>
                  <a:pt x="2331" y="3180"/>
                </a:lnTo>
                <a:lnTo>
                  <a:pt x="2331" y="3179"/>
                </a:lnTo>
                <a:lnTo>
                  <a:pt x="2332" y="3179"/>
                </a:lnTo>
                <a:lnTo>
                  <a:pt x="2332" y="3178"/>
                </a:lnTo>
                <a:lnTo>
                  <a:pt x="2331" y="3178"/>
                </a:lnTo>
                <a:lnTo>
                  <a:pt x="2331" y="3177"/>
                </a:lnTo>
                <a:lnTo>
                  <a:pt x="2330" y="3177"/>
                </a:lnTo>
                <a:lnTo>
                  <a:pt x="2330" y="3176"/>
                </a:lnTo>
                <a:lnTo>
                  <a:pt x="2330" y="3175"/>
                </a:lnTo>
                <a:lnTo>
                  <a:pt x="2330" y="3174"/>
                </a:lnTo>
                <a:lnTo>
                  <a:pt x="2331" y="3174"/>
                </a:lnTo>
                <a:lnTo>
                  <a:pt x="2331" y="3173"/>
                </a:lnTo>
                <a:lnTo>
                  <a:pt x="2331" y="3172"/>
                </a:lnTo>
                <a:lnTo>
                  <a:pt x="2332" y="3172"/>
                </a:lnTo>
                <a:lnTo>
                  <a:pt x="2332" y="3171"/>
                </a:lnTo>
                <a:lnTo>
                  <a:pt x="2332" y="3170"/>
                </a:lnTo>
                <a:lnTo>
                  <a:pt x="2332" y="3169"/>
                </a:lnTo>
                <a:lnTo>
                  <a:pt x="2331" y="3169"/>
                </a:lnTo>
                <a:lnTo>
                  <a:pt x="2331" y="3168"/>
                </a:lnTo>
                <a:lnTo>
                  <a:pt x="2331" y="3167"/>
                </a:lnTo>
                <a:lnTo>
                  <a:pt x="2331" y="3166"/>
                </a:lnTo>
                <a:lnTo>
                  <a:pt x="2330" y="3166"/>
                </a:lnTo>
                <a:lnTo>
                  <a:pt x="2330" y="3165"/>
                </a:lnTo>
                <a:lnTo>
                  <a:pt x="2330" y="3164"/>
                </a:lnTo>
                <a:lnTo>
                  <a:pt x="2330" y="3163"/>
                </a:lnTo>
                <a:lnTo>
                  <a:pt x="2330" y="3162"/>
                </a:lnTo>
                <a:lnTo>
                  <a:pt x="2330" y="3161"/>
                </a:lnTo>
                <a:lnTo>
                  <a:pt x="2329" y="3161"/>
                </a:lnTo>
                <a:lnTo>
                  <a:pt x="2329" y="3160"/>
                </a:lnTo>
                <a:lnTo>
                  <a:pt x="2329" y="3159"/>
                </a:lnTo>
                <a:lnTo>
                  <a:pt x="2328" y="3159"/>
                </a:lnTo>
                <a:lnTo>
                  <a:pt x="2328" y="3158"/>
                </a:lnTo>
                <a:lnTo>
                  <a:pt x="2328" y="3157"/>
                </a:lnTo>
                <a:lnTo>
                  <a:pt x="2327" y="3157"/>
                </a:lnTo>
                <a:lnTo>
                  <a:pt x="2327" y="3156"/>
                </a:lnTo>
                <a:lnTo>
                  <a:pt x="2327" y="3155"/>
                </a:lnTo>
                <a:lnTo>
                  <a:pt x="2326" y="3155"/>
                </a:lnTo>
                <a:lnTo>
                  <a:pt x="2326" y="3154"/>
                </a:lnTo>
                <a:lnTo>
                  <a:pt x="2327" y="3154"/>
                </a:lnTo>
                <a:lnTo>
                  <a:pt x="2327" y="3153"/>
                </a:lnTo>
                <a:lnTo>
                  <a:pt x="2328" y="3153"/>
                </a:lnTo>
                <a:lnTo>
                  <a:pt x="2328" y="3152"/>
                </a:lnTo>
                <a:lnTo>
                  <a:pt x="2328" y="3153"/>
                </a:lnTo>
                <a:lnTo>
                  <a:pt x="2328" y="3152"/>
                </a:lnTo>
                <a:lnTo>
                  <a:pt x="2329" y="3152"/>
                </a:lnTo>
                <a:lnTo>
                  <a:pt x="2330" y="3152"/>
                </a:lnTo>
                <a:lnTo>
                  <a:pt x="2330" y="3151"/>
                </a:lnTo>
                <a:lnTo>
                  <a:pt x="2331" y="3151"/>
                </a:lnTo>
                <a:lnTo>
                  <a:pt x="2332" y="3151"/>
                </a:lnTo>
                <a:lnTo>
                  <a:pt x="2332" y="3150"/>
                </a:lnTo>
                <a:lnTo>
                  <a:pt x="2333" y="3150"/>
                </a:lnTo>
                <a:lnTo>
                  <a:pt x="2332" y="3150"/>
                </a:lnTo>
                <a:lnTo>
                  <a:pt x="2332" y="3149"/>
                </a:lnTo>
                <a:lnTo>
                  <a:pt x="2332" y="3148"/>
                </a:lnTo>
                <a:lnTo>
                  <a:pt x="2333" y="3148"/>
                </a:lnTo>
                <a:lnTo>
                  <a:pt x="2333" y="3147"/>
                </a:lnTo>
                <a:lnTo>
                  <a:pt x="2333" y="3146"/>
                </a:lnTo>
                <a:lnTo>
                  <a:pt x="2333" y="3145"/>
                </a:lnTo>
                <a:lnTo>
                  <a:pt x="2334" y="3145"/>
                </a:lnTo>
                <a:lnTo>
                  <a:pt x="2335" y="3145"/>
                </a:lnTo>
                <a:lnTo>
                  <a:pt x="2335" y="3144"/>
                </a:lnTo>
                <a:lnTo>
                  <a:pt x="2336" y="3144"/>
                </a:lnTo>
                <a:lnTo>
                  <a:pt x="2337" y="3144"/>
                </a:lnTo>
                <a:lnTo>
                  <a:pt x="2337" y="3143"/>
                </a:lnTo>
                <a:lnTo>
                  <a:pt x="2338" y="3143"/>
                </a:lnTo>
                <a:lnTo>
                  <a:pt x="2339" y="3143"/>
                </a:lnTo>
                <a:lnTo>
                  <a:pt x="2339" y="3142"/>
                </a:lnTo>
                <a:lnTo>
                  <a:pt x="2338" y="3142"/>
                </a:lnTo>
                <a:lnTo>
                  <a:pt x="2338" y="3141"/>
                </a:lnTo>
                <a:lnTo>
                  <a:pt x="2338" y="3140"/>
                </a:lnTo>
                <a:lnTo>
                  <a:pt x="2338" y="3139"/>
                </a:lnTo>
                <a:lnTo>
                  <a:pt x="2337" y="3139"/>
                </a:lnTo>
                <a:lnTo>
                  <a:pt x="2337" y="3138"/>
                </a:lnTo>
                <a:lnTo>
                  <a:pt x="2337" y="3137"/>
                </a:lnTo>
                <a:lnTo>
                  <a:pt x="2337" y="3136"/>
                </a:lnTo>
                <a:lnTo>
                  <a:pt x="2337" y="3135"/>
                </a:lnTo>
                <a:lnTo>
                  <a:pt x="2337" y="3134"/>
                </a:lnTo>
                <a:lnTo>
                  <a:pt x="2337" y="3133"/>
                </a:lnTo>
                <a:lnTo>
                  <a:pt x="2338" y="3134"/>
                </a:lnTo>
                <a:lnTo>
                  <a:pt x="2339" y="3134"/>
                </a:lnTo>
                <a:lnTo>
                  <a:pt x="2340" y="3134"/>
                </a:lnTo>
                <a:lnTo>
                  <a:pt x="2340" y="3135"/>
                </a:lnTo>
                <a:lnTo>
                  <a:pt x="2341" y="3135"/>
                </a:lnTo>
                <a:lnTo>
                  <a:pt x="2341" y="3136"/>
                </a:lnTo>
                <a:lnTo>
                  <a:pt x="2342" y="3136"/>
                </a:lnTo>
                <a:lnTo>
                  <a:pt x="2342" y="3137"/>
                </a:lnTo>
                <a:lnTo>
                  <a:pt x="2343" y="3137"/>
                </a:lnTo>
                <a:lnTo>
                  <a:pt x="2344" y="3137"/>
                </a:lnTo>
                <a:lnTo>
                  <a:pt x="2345" y="3137"/>
                </a:lnTo>
                <a:lnTo>
                  <a:pt x="2345" y="3138"/>
                </a:lnTo>
                <a:lnTo>
                  <a:pt x="2346" y="3138"/>
                </a:lnTo>
                <a:lnTo>
                  <a:pt x="2346" y="3137"/>
                </a:lnTo>
                <a:lnTo>
                  <a:pt x="2347" y="3137"/>
                </a:lnTo>
                <a:lnTo>
                  <a:pt x="2348" y="3137"/>
                </a:lnTo>
                <a:lnTo>
                  <a:pt x="2348" y="3136"/>
                </a:lnTo>
                <a:lnTo>
                  <a:pt x="2348" y="3135"/>
                </a:lnTo>
                <a:lnTo>
                  <a:pt x="2348" y="3134"/>
                </a:lnTo>
                <a:lnTo>
                  <a:pt x="2349" y="3134"/>
                </a:lnTo>
                <a:lnTo>
                  <a:pt x="2348" y="3134"/>
                </a:lnTo>
                <a:lnTo>
                  <a:pt x="2348" y="3133"/>
                </a:lnTo>
                <a:lnTo>
                  <a:pt x="2348" y="3132"/>
                </a:lnTo>
                <a:lnTo>
                  <a:pt x="2347" y="3132"/>
                </a:lnTo>
                <a:lnTo>
                  <a:pt x="2347" y="3131"/>
                </a:lnTo>
                <a:lnTo>
                  <a:pt x="2346" y="3131"/>
                </a:lnTo>
                <a:lnTo>
                  <a:pt x="2346" y="3130"/>
                </a:lnTo>
                <a:lnTo>
                  <a:pt x="2345" y="3130"/>
                </a:lnTo>
                <a:lnTo>
                  <a:pt x="2345" y="3129"/>
                </a:lnTo>
                <a:lnTo>
                  <a:pt x="2345" y="3128"/>
                </a:lnTo>
                <a:lnTo>
                  <a:pt x="2344" y="3128"/>
                </a:lnTo>
                <a:lnTo>
                  <a:pt x="2344" y="3127"/>
                </a:lnTo>
                <a:lnTo>
                  <a:pt x="2345" y="3127"/>
                </a:lnTo>
                <a:lnTo>
                  <a:pt x="2345" y="3126"/>
                </a:lnTo>
                <a:lnTo>
                  <a:pt x="2344" y="3126"/>
                </a:lnTo>
                <a:lnTo>
                  <a:pt x="2345" y="3126"/>
                </a:lnTo>
                <a:lnTo>
                  <a:pt x="2344" y="3126"/>
                </a:lnTo>
                <a:lnTo>
                  <a:pt x="2344" y="3125"/>
                </a:lnTo>
                <a:lnTo>
                  <a:pt x="2345" y="3125"/>
                </a:lnTo>
                <a:lnTo>
                  <a:pt x="2345" y="3124"/>
                </a:lnTo>
                <a:lnTo>
                  <a:pt x="2344" y="3124"/>
                </a:lnTo>
                <a:lnTo>
                  <a:pt x="2345" y="3124"/>
                </a:lnTo>
                <a:lnTo>
                  <a:pt x="2345" y="3123"/>
                </a:lnTo>
                <a:lnTo>
                  <a:pt x="2345" y="3122"/>
                </a:lnTo>
                <a:lnTo>
                  <a:pt x="2345" y="3121"/>
                </a:lnTo>
                <a:lnTo>
                  <a:pt x="2345" y="3120"/>
                </a:lnTo>
                <a:lnTo>
                  <a:pt x="2344" y="3120"/>
                </a:lnTo>
                <a:lnTo>
                  <a:pt x="2344" y="3119"/>
                </a:lnTo>
                <a:lnTo>
                  <a:pt x="2343" y="3119"/>
                </a:lnTo>
                <a:lnTo>
                  <a:pt x="2342" y="3119"/>
                </a:lnTo>
                <a:lnTo>
                  <a:pt x="2341" y="3119"/>
                </a:lnTo>
                <a:lnTo>
                  <a:pt x="2340" y="3119"/>
                </a:lnTo>
                <a:lnTo>
                  <a:pt x="2339" y="3119"/>
                </a:lnTo>
                <a:lnTo>
                  <a:pt x="2338" y="3119"/>
                </a:lnTo>
                <a:lnTo>
                  <a:pt x="2337" y="3119"/>
                </a:lnTo>
                <a:lnTo>
                  <a:pt x="2337" y="3118"/>
                </a:lnTo>
                <a:lnTo>
                  <a:pt x="2336" y="3118"/>
                </a:lnTo>
                <a:lnTo>
                  <a:pt x="2335" y="3118"/>
                </a:lnTo>
                <a:lnTo>
                  <a:pt x="2335" y="3117"/>
                </a:lnTo>
                <a:lnTo>
                  <a:pt x="2334" y="3117"/>
                </a:lnTo>
                <a:lnTo>
                  <a:pt x="2334" y="3118"/>
                </a:lnTo>
                <a:lnTo>
                  <a:pt x="2334" y="3117"/>
                </a:lnTo>
                <a:lnTo>
                  <a:pt x="2333" y="3117"/>
                </a:lnTo>
                <a:lnTo>
                  <a:pt x="2332" y="3117"/>
                </a:lnTo>
                <a:lnTo>
                  <a:pt x="2332" y="3116"/>
                </a:lnTo>
                <a:lnTo>
                  <a:pt x="2331" y="3116"/>
                </a:lnTo>
                <a:lnTo>
                  <a:pt x="2331" y="3115"/>
                </a:lnTo>
                <a:lnTo>
                  <a:pt x="2330" y="3115"/>
                </a:lnTo>
                <a:lnTo>
                  <a:pt x="2330" y="3114"/>
                </a:lnTo>
                <a:lnTo>
                  <a:pt x="2329" y="3114"/>
                </a:lnTo>
                <a:lnTo>
                  <a:pt x="2329" y="3113"/>
                </a:lnTo>
                <a:lnTo>
                  <a:pt x="2328" y="3113"/>
                </a:lnTo>
                <a:lnTo>
                  <a:pt x="2328" y="3114"/>
                </a:lnTo>
                <a:lnTo>
                  <a:pt x="2327" y="3114"/>
                </a:lnTo>
                <a:lnTo>
                  <a:pt x="2327" y="3113"/>
                </a:lnTo>
                <a:lnTo>
                  <a:pt x="2327" y="3114"/>
                </a:lnTo>
                <a:lnTo>
                  <a:pt x="2327" y="3115"/>
                </a:lnTo>
                <a:lnTo>
                  <a:pt x="2326" y="3115"/>
                </a:lnTo>
                <a:lnTo>
                  <a:pt x="2327" y="3115"/>
                </a:lnTo>
                <a:lnTo>
                  <a:pt x="2327" y="3116"/>
                </a:lnTo>
                <a:lnTo>
                  <a:pt x="2326" y="3116"/>
                </a:lnTo>
                <a:lnTo>
                  <a:pt x="2325" y="3116"/>
                </a:lnTo>
                <a:lnTo>
                  <a:pt x="2325" y="3117"/>
                </a:lnTo>
                <a:lnTo>
                  <a:pt x="2324" y="3116"/>
                </a:lnTo>
                <a:lnTo>
                  <a:pt x="2323" y="3116"/>
                </a:lnTo>
                <a:lnTo>
                  <a:pt x="2323" y="3117"/>
                </a:lnTo>
                <a:lnTo>
                  <a:pt x="2322" y="3117"/>
                </a:lnTo>
                <a:lnTo>
                  <a:pt x="2321" y="3117"/>
                </a:lnTo>
                <a:lnTo>
                  <a:pt x="2321" y="3118"/>
                </a:lnTo>
                <a:lnTo>
                  <a:pt x="2321" y="3119"/>
                </a:lnTo>
                <a:lnTo>
                  <a:pt x="2320" y="3119"/>
                </a:lnTo>
                <a:lnTo>
                  <a:pt x="2319" y="3119"/>
                </a:lnTo>
                <a:lnTo>
                  <a:pt x="2319" y="3118"/>
                </a:lnTo>
                <a:lnTo>
                  <a:pt x="2318" y="3118"/>
                </a:lnTo>
                <a:lnTo>
                  <a:pt x="2317" y="3118"/>
                </a:lnTo>
                <a:lnTo>
                  <a:pt x="2317" y="3117"/>
                </a:lnTo>
                <a:lnTo>
                  <a:pt x="2316" y="3117"/>
                </a:lnTo>
                <a:lnTo>
                  <a:pt x="2316" y="3116"/>
                </a:lnTo>
                <a:lnTo>
                  <a:pt x="2315" y="3116"/>
                </a:lnTo>
                <a:lnTo>
                  <a:pt x="2315" y="3117"/>
                </a:lnTo>
                <a:lnTo>
                  <a:pt x="2314" y="3117"/>
                </a:lnTo>
                <a:lnTo>
                  <a:pt x="2314" y="3116"/>
                </a:lnTo>
                <a:lnTo>
                  <a:pt x="2313" y="3116"/>
                </a:lnTo>
                <a:lnTo>
                  <a:pt x="2312" y="3116"/>
                </a:lnTo>
                <a:lnTo>
                  <a:pt x="2312" y="3117"/>
                </a:lnTo>
                <a:lnTo>
                  <a:pt x="2311" y="3116"/>
                </a:lnTo>
                <a:lnTo>
                  <a:pt x="2310" y="3116"/>
                </a:lnTo>
                <a:lnTo>
                  <a:pt x="2310" y="3117"/>
                </a:lnTo>
                <a:lnTo>
                  <a:pt x="2310" y="3116"/>
                </a:lnTo>
                <a:lnTo>
                  <a:pt x="2310" y="3117"/>
                </a:lnTo>
                <a:lnTo>
                  <a:pt x="2309" y="3117"/>
                </a:lnTo>
                <a:lnTo>
                  <a:pt x="2308" y="3117"/>
                </a:lnTo>
                <a:lnTo>
                  <a:pt x="2308" y="3118"/>
                </a:lnTo>
                <a:lnTo>
                  <a:pt x="2307" y="3118"/>
                </a:lnTo>
                <a:lnTo>
                  <a:pt x="2307" y="3117"/>
                </a:lnTo>
                <a:lnTo>
                  <a:pt x="2306" y="3117"/>
                </a:lnTo>
                <a:lnTo>
                  <a:pt x="2305" y="3117"/>
                </a:lnTo>
                <a:lnTo>
                  <a:pt x="2305" y="3116"/>
                </a:lnTo>
                <a:lnTo>
                  <a:pt x="2304" y="3116"/>
                </a:lnTo>
                <a:lnTo>
                  <a:pt x="2303" y="3116"/>
                </a:lnTo>
                <a:lnTo>
                  <a:pt x="2303" y="3115"/>
                </a:lnTo>
                <a:lnTo>
                  <a:pt x="2302" y="3115"/>
                </a:lnTo>
                <a:lnTo>
                  <a:pt x="2302" y="3114"/>
                </a:lnTo>
                <a:lnTo>
                  <a:pt x="2302" y="3113"/>
                </a:lnTo>
                <a:lnTo>
                  <a:pt x="2302" y="3112"/>
                </a:lnTo>
                <a:lnTo>
                  <a:pt x="2303" y="3112"/>
                </a:lnTo>
                <a:lnTo>
                  <a:pt x="2302" y="3112"/>
                </a:lnTo>
                <a:lnTo>
                  <a:pt x="2302" y="3111"/>
                </a:lnTo>
                <a:lnTo>
                  <a:pt x="2303" y="3111"/>
                </a:lnTo>
                <a:lnTo>
                  <a:pt x="2303" y="3110"/>
                </a:lnTo>
                <a:lnTo>
                  <a:pt x="2302" y="3110"/>
                </a:lnTo>
                <a:lnTo>
                  <a:pt x="2302" y="3111"/>
                </a:lnTo>
                <a:lnTo>
                  <a:pt x="2302" y="3110"/>
                </a:lnTo>
                <a:lnTo>
                  <a:pt x="2301" y="3110"/>
                </a:lnTo>
                <a:lnTo>
                  <a:pt x="2301" y="3111"/>
                </a:lnTo>
                <a:lnTo>
                  <a:pt x="2300" y="3111"/>
                </a:lnTo>
                <a:lnTo>
                  <a:pt x="2299" y="3111"/>
                </a:lnTo>
                <a:lnTo>
                  <a:pt x="2298" y="3111"/>
                </a:lnTo>
                <a:lnTo>
                  <a:pt x="2297" y="3111"/>
                </a:lnTo>
                <a:lnTo>
                  <a:pt x="2297" y="3110"/>
                </a:lnTo>
                <a:lnTo>
                  <a:pt x="2296" y="3110"/>
                </a:lnTo>
                <a:lnTo>
                  <a:pt x="2295" y="3110"/>
                </a:lnTo>
                <a:lnTo>
                  <a:pt x="2294" y="3110"/>
                </a:lnTo>
                <a:lnTo>
                  <a:pt x="2294" y="3109"/>
                </a:lnTo>
                <a:lnTo>
                  <a:pt x="2293" y="3109"/>
                </a:lnTo>
                <a:lnTo>
                  <a:pt x="2292" y="3109"/>
                </a:lnTo>
                <a:lnTo>
                  <a:pt x="2291" y="3109"/>
                </a:lnTo>
                <a:lnTo>
                  <a:pt x="2291" y="3108"/>
                </a:lnTo>
                <a:lnTo>
                  <a:pt x="2290" y="3108"/>
                </a:lnTo>
                <a:lnTo>
                  <a:pt x="2289" y="3108"/>
                </a:lnTo>
                <a:lnTo>
                  <a:pt x="2289" y="3109"/>
                </a:lnTo>
                <a:lnTo>
                  <a:pt x="2288" y="3109"/>
                </a:lnTo>
                <a:lnTo>
                  <a:pt x="2287" y="3109"/>
                </a:lnTo>
                <a:lnTo>
                  <a:pt x="2287" y="3108"/>
                </a:lnTo>
                <a:lnTo>
                  <a:pt x="2287" y="3107"/>
                </a:lnTo>
                <a:lnTo>
                  <a:pt x="2288" y="3107"/>
                </a:lnTo>
                <a:lnTo>
                  <a:pt x="2288" y="3106"/>
                </a:lnTo>
                <a:lnTo>
                  <a:pt x="2288" y="3105"/>
                </a:lnTo>
                <a:lnTo>
                  <a:pt x="2289" y="3105"/>
                </a:lnTo>
                <a:lnTo>
                  <a:pt x="2289" y="3104"/>
                </a:lnTo>
                <a:lnTo>
                  <a:pt x="2290" y="3104"/>
                </a:lnTo>
                <a:lnTo>
                  <a:pt x="2289" y="3103"/>
                </a:lnTo>
                <a:lnTo>
                  <a:pt x="2290" y="3103"/>
                </a:lnTo>
                <a:lnTo>
                  <a:pt x="2289" y="3103"/>
                </a:lnTo>
                <a:lnTo>
                  <a:pt x="2289" y="3102"/>
                </a:lnTo>
                <a:lnTo>
                  <a:pt x="2290" y="3102"/>
                </a:lnTo>
                <a:lnTo>
                  <a:pt x="2289" y="3102"/>
                </a:lnTo>
                <a:lnTo>
                  <a:pt x="2290" y="3102"/>
                </a:lnTo>
                <a:lnTo>
                  <a:pt x="2290" y="3101"/>
                </a:lnTo>
                <a:lnTo>
                  <a:pt x="2290" y="3100"/>
                </a:lnTo>
                <a:lnTo>
                  <a:pt x="2291" y="3100"/>
                </a:lnTo>
                <a:lnTo>
                  <a:pt x="2291" y="3099"/>
                </a:lnTo>
                <a:lnTo>
                  <a:pt x="2291" y="3098"/>
                </a:lnTo>
                <a:lnTo>
                  <a:pt x="2291" y="3097"/>
                </a:lnTo>
                <a:lnTo>
                  <a:pt x="2290" y="3097"/>
                </a:lnTo>
                <a:lnTo>
                  <a:pt x="2291" y="3097"/>
                </a:lnTo>
                <a:lnTo>
                  <a:pt x="2292" y="3097"/>
                </a:lnTo>
                <a:lnTo>
                  <a:pt x="2292" y="3096"/>
                </a:lnTo>
                <a:lnTo>
                  <a:pt x="2293" y="3096"/>
                </a:lnTo>
                <a:lnTo>
                  <a:pt x="2292" y="3096"/>
                </a:lnTo>
                <a:lnTo>
                  <a:pt x="2292" y="3095"/>
                </a:lnTo>
                <a:lnTo>
                  <a:pt x="2291" y="3095"/>
                </a:lnTo>
                <a:lnTo>
                  <a:pt x="2291" y="3094"/>
                </a:lnTo>
                <a:lnTo>
                  <a:pt x="2290" y="3094"/>
                </a:lnTo>
                <a:lnTo>
                  <a:pt x="2290" y="3093"/>
                </a:lnTo>
                <a:lnTo>
                  <a:pt x="2289" y="3093"/>
                </a:lnTo>
                <a:lnTo>
                  <a:pt x="2288" y="3093"/>
                </a:lnTo>
                <a:lnTo>
                  <a:pt x="2287" y="3093"/>
                </a:lnTo>
                <a:lnTo>
                  <a:pt x="2287" y="3094"/>
                </a:lnTo>
                <a:lnTo>
                  <a:pt x="2286" y="3094"/>
                </a:lnTo>
                <a:lnTo>
                  <a:pt x="2287" y="3093"/>
                </a:lnTo>
                <a:lnTo>
                  <a:pt x="2288" y="3093"/>
                </a:lnTo>
                <a:lnTo>
                  <a:pt x="2288" y="3092"/>
                </a:lnTo>
                <a:lnTo>
                  <a:pt x="2288" y="3091"/>
                </a:lnTo>
                <a:lnTo>
                  <a:pt x="2289" y="3091"/>
                </a:lnTo>
                <a:lnTo>
                  <a:pt x="2290" y="3091"/>
                </a:lnTo>
                <a:lnTo>
                  <a:pt x="2290" y="3090"/>
                </a:lnTo>
                <a:lnTo>
                  <a:pt x="2290" y="3089"/>
                </a:lnTo>
                <a:lnTo>
                  <a:pt x="2290" y="3088"/>
                </a:lnTo>
                <a:lnTo>
                  <a:pt x="2290" y="3087"/>
                </a:lnTo>
                <a:lnTo>
                  <a:pt x="2289" y="3087"/>
                </a:lnTo>
                <a:lnTo>
                  <a:pt x="2290" y="3087"/>
                </a:lnTo>
                <a:lnTo>
                  <a:pt x="2290" y="3086"/>
                </a:lnTo>
                <a:lnTo>
                  <a:pt x="2290" y="3085"/>
                </a:lnTo>
                <a:lnTo>
                  <a:pt x="2290" y="3084"/>
                </a:lnTo>
                <a:lnTo>
                  <a:pt x="2290" y="3083"/>
                </a:lnTo>
                <a:lnTo>
                  <a:pt x="2289" y="3083"/>
                </a:lnTo>
                <a:lnTo>
                  <a:pt x="2289" y="3082"/>
                </a:lnTo>
                <a:lnTo>
                  <a:pt x="2288" y="3082"/>
                </a:lnTo>
                <a:lnTo>
                  <a:pt x="2289" y="3082"/>
                </a:lnTo>
                <a:lnTo>
                  <a:pt x="2288" y="3082"/>
                </a:lnTo>
                <a:lnTo>
                  <a:pt x="2288" y="3081"/>
                </a:lnTo>
                <a:lnTo>
                  <a:pt x="2288" y="3080"/>
                </a:lnTo>
                <a:lnTo>
                  <a:pt x="2288" y="3079"/>
                </a:lnTo>
                <a:lnTo>
                  <a:pt x="2287" y="3079"/>
                </a:lnTo>
                <a:lnTo>
                  <a:pt x="2287" y="3078"/>
                </a:lnTo>
                <a:lnTo>
                  <a:pt x="2286" y="3078"/>
                </a:lnTo>
                <a:lnTo>
                  <a:pt x="2286" y="3077"/>
                </a:lnTo>
                <a:lnTo>
                  <a:pt x="2286" y="3078"/>
                </a:lnTo>
                <a:lnTo>
                  <a:pt x="2285" y="3078"/>
                </a:lnTo>
                <a:lnTo>
                  <a:pt x="2284" y="3078"/>
                </a:lnTo>
                <a:lnTo>
                  <a:pt x="2283" y="3078"/>
                </a:lnTo>
                <a:lnTo>
                  <a:pt x="2282" y="3078"/>
                </a:lnTo>
                <a:lnTo>
                  <a:pt x="2281" y="3078"/>
                </a:lnTo>
                <a:lnTo>
                  <a:pt x="2281" y="3077"/>
                </a:lnTo>
                <a:lnTo>
                  <a:pt x="2281" y="3076"/>
                </a:lnTo>
                <a:lnTo>
                  <a:pt x="2281" y="3075"/>
                </a:lnTo>
                <a:lnTo>
                  <a:pt x="2280" y="3075"/>
                </a:lnTo>
                <a:lnTo>
                  <a:pt x="2280" y="3074"/>
                </a:lnTo>
                <a:lnTo>
                  <a:pt x="2280" y="3073"/>
                </a:lnTo>
                <a:lnTo>
                  <a:pt x="2280" y="3072"/>
                </a:lnTo>
                <a:lnTo>
                  <a:pt x="2280" y="3071"/>
                </a:lnTo>
                <a:lnTo>
                  <a:pt x="2281" y="3071"/>
                </a:lnTo>
                <a:lnTo>
                  <a:pt x="2281" y="3070"/>
                </a:lnTo>
                <a:lnTo>
                  <a:pt x="2282" y="3070"/>
                </a:lnTo>
                <a:lnTo>
                  <a:pt x="2283" y="3070"/>
                </a:lnTo>
                <a:lnTo>
                  <a:pt x="2283" y="3069"/>
                </a:lnTo>
                <a:lnTo>
                  <a:pt x="2283" y="3068"/>
                </a:lnTo>
                <a:lnTo>
                  <a:pt x="2284" y="3068"/>
                </a:lnTo>
                <a:lnTo>
                  <a:pt x="2285" y="3068"/>
                </a:lnTo>
                <a:lnTo>
                  <a:pt x="2285" y="3067"/>
                </a:lnTo>
                <a:lnTo>
                  <a:pt x="2286" y="3067"/>
                </a:lnTo>
                <a:lnTo>
                  <a:pt x="2287" y="3067"/>
                </a:lnTo>
                <a:lnTo>
                  <a:pt x="2287" y="3066"/>
                </a:lnTo>
                <a:lnTo>
                  <a:pt x="2288" y="3066"/>
                </a:lnTo>
                <a:lnTo>
                  <a:pt x="2288" y="3065"/>
                </a:lnTo>
                <a:lnTo>
                  <a:pt x="2288" y="3064"/>
                </a:lnTo>
                <a:lnTo>
                  <a:pt x="2287" y="3064"/>
                </a:lnTo>
                <a:lnTo>
                  <a:pt x="2286" y="3064"/>
                </a:lnTo>
                <a:lnTo>
                  <a:pt x="2286" y="3063"/>
                </a:lnTo>
                <a:lnTo>
                  <a:pt x="2285" y="3063"/>
                </a:lnTo>
                <a:lnTo>
                  <a:pt x="2284" y="3063"/>
                </a:lnTo>
                <a:lnTo>
                  <a:pt x="2284" y="3062"/>
                </a:lnTo>
                <a:lnTo>
                  <a:pt x="2284" y="3061"/>
                </a:lnTo>
                <a:lnTo>
                  <a:pt x="2284" y="3060"/>
                </a:lnTo>
                <a:lnTo>
                  <a:pt x="2283" y="3060"/>
                </a:lnTo>
                <a:lnTo>
                  <a:pt x="2283" y="3059"/>
                </a:lnTo>
                <a:lnTo>
                  <a:pt x="2283" y="3057"/>
                </a:lnTo>
                <a:lnTo>
                  <a:pt x="2282" y="3057"/>
                </a:lnTo>
                <a:lnTo>
                  <a:pt x="2282" y="3056"/>
                </a:lnTo>
                <a:lnTo>
                  <a:pt x="2282" y="3057"/>
                </a:lnTo>
                <a:lnTo>
                  <a:pt x="2281" y="3056"/>
                </a:lnTo>
                <a:lnTo>
                  <a:pt x="2281" y="3055"/>
                </a:lnTo>
                <a:lnTo>
                  <a:pt x="2281" y="3054"/>
                </a:lnTo>
                <a:lnTo>
                  <a:pt x="2282" y="3053"/>
                </a:lnTo>
                <a:lnTo>
                  <a:pt x="2282" y="3052"/>
                </a:lnTo>
                <a:lnTo>
                  <a:pt x="2281" y="3052"/>
                </a:lnTo>
                <a:lnTo>
                  <a:pt x="2281" y="3051"/>
                </a:lnTo>
                <a:lnTo>
                  <a:pt x="2281" y="3050"/>
                </a:lnTo>
                <a:lnTo>
                  <a:pt x="2280" y="3050"/>
                </a:lnTo>
                <a:lnTo>
                  <a:pt x="2280" y="3049"/>
                </a:lnTo>
                <a:lnTo>
                  <a:pt x="2280" y="3048"/>
                </a:lnTo>
                <a:lnTo>
                  <a:pt x="2280" y="3049"/>
                </a:lnTo>
                <a:lnTo>
                  <a:pt x="2280" y="3048"/>
                </a:lnTo>
                <a:lnTo>
                  <a:pt x="2279" y="3048"/>
                </a:lnTo>
                <a:lnTo>
                  <a:pt x="2279" y="3047"/>
                </a:lnTo>
                <a:lnTo>
                  <a:pt x="2278" y="3047"/>
                </a:lnTo>
                <a:lnTo>
                  <a:pt x="2277" y="3047"/>
                </a:lnTo>
                <a:lnTo>
                  <a:pt x="2277" y="3048"/>
                </a:lnTo>
                <a:lnTo>
                  <a:pt x="2276" y="3048"/>
                </a:lnTo>
                <a:lnTo>
                  <a:pt x="2275" y="3048"/>
                </a:lnTo>
                <a:lnTo>
                  <a:pt x="2275" y="3047"/>
                </a:lnTo>
                <a:lnTo>
                  <a:pt x="2274" y="3047"/>
                </a:lnTo>
                <a:lnTo>
                  <a:pt x="2273" y="3047"/>
                </a:lnTo>
                <a:lnTo>
                  <a:pt x="2273" y="3046"/>
                </a:lnTo>
                <a:lnTo>
                  <a:pt x="2272" y="3046"/>
                </a:lnTo>
                <a:lnTo>
                  <a:pt x="2272" y="3047"/>
                </a:lnTo>
                <a:lnTo>
                  <a:pt x="2271" y="3047"/>
                </a:lnTo>
                <a:lnTo>
                  <a:pt x="2270" y="3047"/>
                </a:lnTo>
                <a:lnTo>
                  <a:pt x="2270" y="3046"/>
                </a:lnTo>
                <a:lnTo>
                  <a:pt x="2269" y="3046"/>
                </a:lnTo>
                <a:lnTo>
                  <a:pt x="2269" y="3045"/>
                </a:lnTo>
                <a:lnTo>
                  <a:pt x="2268" y="3045"/>
                </a:lnTo>
                <a:lnTo>
                  <a:pt x="2268" y="3044"/>
                </a:lnTo>
                <a:lnTo>
                  <a:pt x="2269" y="3044"/>
                </a:lnTo>
                <a:lnTo>
                  <a:pt x="2270" y="3044"/>
                </a:lnTo>
                <a:lnTo>
                  <a:pt x="2270" y="3043"/>
                </a:lnTo>
                <a:lnTo>
                  <a:pt x="2270" y="3042"/>
                </a:lnTo>
                <a:lnTo>
                  <a:pt x="2271" y="3042"/>
                </a:lnTo>
                <a:lnTo>
                  <a:pt x="2271" y="3041"/>
                </a:lnTo>
                <a:lnTo>
                  <a:pt x="2270" y="3041"/>
                </a:lnTo>
                <a:lnTo>
                  <a:pt x="2270" y="3040"/>
                </a:lnTo>
                <a:lnTo>
                  <a:pt x="2270" y="3039"/>
                </a:lnTo>
                <a:lnTo>
                  <a:pt x="2270" y="3038"/>
                </a:lnTo>
                <a:lnTo>
                  <a:pt x="2271" y="3038"/>
                </a:lnTo>
                <a:lnTo>
                  <a:pt x="2270" y="3038"/>
                </a:lnTo>
                <a:lnTo>
                  <a:pt x="2270" y="3037"/>
                </a:lnTo>
                <a:lnTo>
                  <a:pt x="2270" y="3036"/>
                </a:lnTo>
                <a:lnTo>
                  <a:pt x="2269" y="3036"/>
                </a:lnTo>
                <a:lnTo>
                  <a:pt x="2269" y="3035"/>
                </a:lnTo>
                <a:lnTo>
                  <a:pt x="2270" y="3035"/>
                </a:lnTo>
                <a:lnTo>
                  <a:pt x="2269" y="3035"/>
                </a:lnTo>
                <a:lnTo>
                  <a:pt x="2269" y="3034"/>
                </a:lnTo>
                <a:lnTo>
                  <a:pt x="2269" y="3033"/>
                </a:lnTo>
                <a:lnTo>
                  <a:pt x="2270" y="3033"/>
                </a:lnTo>
                <a:lnTo>
                  <a:pt x="2270" y="3032"/>
                </a:lnTo>
                <a:lnTo>
                  <a:pt x="2270" y="3031"/>
                </a:lnTo>
                <a:lnTo>
                  <a:pt x="2271" y="3031"/>
                </a:lnTo>
                <a:lnTo>
                  <a:pt x="2271" y="3032"/>
                </a:lnTo>
                <a:lnTo>
                  <a:pt x="2271" y="3031"/>
                </a:lnTo>
                <a:lnTo>
                  <a:pt x="2271" y="3032"/>
                </a:lnTo>
                <a:lnTo>
                  <a:pt x="2271" y="3031"/>
                </a:lnTo>
                <a:lnTo>
                  <a:pt x="2270" y="3031"/>
                </a:lnTo>
                <a:lnTo>
                  <a:pt x="2270" y="3030"/>
                </a:lnTo>
                <a:lnTo>
                  <a:pt x="2271" y="3030"/>
                </a:lnTo>
                <a:lnTo>
                  <a:pt x="2270" y="3030"/>
                </a:lnTo>
                <a:lnTo>
                  <a:pt x="2269" y="3030"/>
                </a:lnTo>
                <a:lnTo>
                  <a:pt x="2268" y="3030"/>
                </a:lnTo>
                <a:lnTo>
                  <a:pt x="2268" y="3029"/>
                </a:lnTo>
                <a:lnTo>
                  <a:pt x="2269" y="3029"/>
                </a:lnTo>
                <a:lnTo>
                  <a:pt x="2269" y="3028"/>
                </a:lnTo>
                <a:lnTo>
                  <a:pt x="2270" y="3028"/>
                </a:lnTo>
                <a:lnTo>
                  <a:pt x="2270" y="3027"/>
                </a:lnTo>
                <a:lnTo>
                  <a:pt x="2271" y="3027"/>
                </a:lnTo>
                <a:lnTo>
                  <a:pt x="2270" y="3027"/>
                </a:lnTo>
                <a:lnTo>
                  <a:pt x="2271" y="3027"/>
                </a:lnTo>
                <a:lnTo>
                  <a:pt x="2272" y="3027"/>
                </a:lnTo>
                <a:lnTo>
                  <a:pt x="2272" y="3028"/>
                </a:lnTo>
                <a:lnTo>
                  <a:pt x="2273" y="3028"/>
                </a:lnTo>
                <a:lnTo>
                  <a:pt x="2274" y="3028"/>
                </a:lnTo>
                <a:lnTo>
                  <a:pt x="2274" y="3027"/>
                </a:lnTo>
                <a:lnTo>
                  <a:pt x="2275" y="3027"/>
                </a:lnTo>
                <a:lnTo>
                  <a:pt x="2275" y="3026"/>
                </a:lnTo>
                <a:lnTo>
                  <a:pt x="2276" y="3026"/>
                </a:lnTo>
                <a:lnTo>
                  <a:pt x="2276" y="3025"/>
                </a:lnTo>
                <a:lnTo>
                  <a:pt x="2276" y="3026"/>
                </a:lnTo>
                <a:lnTo>
                  <a:pt x="2276" y="3025"/>
                </a:lnTo>
                <a:lnTo>
                  <a:pt x="2277" y="3025"/>
                </a:lnTo>
                <a:lnTo>
                  <a:pt x="2276" y="3025"/>
                </a:lnTo>
                <a:lnTo>
                  <a:pt x="2276" y="3024"/>
                </a:lnTo>
                <a:lnTo>
                  <a:pt x="2276" y="3023"/>
                </a:lnTo>
                <a:lnTo>
                  <a:pt x="2277" y="3023"/>
                </a:lnTo>
                <a:lnTo>
                  <a:pt x="2277" y="3022"/>
                </a:lnTo>
                <a:lnTo>
                  <a:pt x="2278" y="3022"/>
                </a:lnTo>
                <a:lnTo>
                  <a:pt x="2278" y="3023"/>
                </a:lnTo>
                <a:lnTo>
                  <a:pt x="2278" y="3022"/>
                </a:lnTo>
                <a:lnTo>
                  <a:pt x="2279" y="3022"/>
                </a:lnTo>
                <a:lnTo>
                  <a:pt x="2279" y="3023"/>
                </a:lnTo>
                <a:lnTo>
                  <a:pt x="2280" y="3023"/>
                </a:lnTo>
                <a:lnTo>
                  <a:pt x="2280" y="3022"/>
                </a:lnTo>
                <a:lnTo>
                  <a:pt x="2280" y="3021"/>
                </a:lnTo>
                <a:lnTo>
                  <a:pt x="2281" y="3021"/>
                </a:lnTo>
                <a:lnTo>
                  <a:pt x="2281" y="3020"/>
                </a:lnTo>
                <a:lnTo>
                  <a:pt x="2282" y="3020"/>
                </a:lnTo>
                <a:lnTo>
                  <a:pt x="2283" y="3020"/>
                </a:lnTo>
                <a:lnTo>
                  <a:pt x="2284" y="3020"/>
                </a:lnTo>
                <a:lnTo>
                  <a:pt x="2284" y="3019"/>
                </a:lnTo>
                <a:lnTo>
                  <a:pt x="2285" y="3019"/>
                </a:lnTo>
                <a:lnTo>
                  <a:pt x="2285" y="3018"/>
                </a:lnTo>
                <a:lnTo>
                  <a:pt x="2286" y="3018"/>
                </a:lnTo>
                <a:lnTo>
                  <a:pt x="2286" y="3017"/>
                </a:lnTo>
                <a:lnTo>
                  <a:pt x="2286" y="3016"/>
                </a:lnTo>
                <a:lnTo>
                  <a:pt x="2287" y="3016"/>
                </a:lnTo>
                <a:lnTo>
                  <a:pt x="2287" y="3015"/>
                </a:lnTo>
                <a:lnTo>
                  <a:pt x="2288" y="3015"/>
                </a:lnTo>
                <a:lnTo>
                  <a:pt x="2288" y="3014"/>
                </a:lnTo>
                <a:lnTo>
                  <a:pt x="2288" y="3013"/>
                </a:lnTo>
                <a:lnTo>
                  <a:pt x="2288" y="3012"/>
                </a:lnTo>
                <a:lnTo>
                  <a:pt x="2287" y="3012"/>
                </a:lnTo>
                <a:lnTo>
                  <a:pt x="2287" y="3011"/>
                </a:lnTo>
                <a:lnTo>
                  <a:pt x="2288" y="3011"/>
                </a:lnTo>
                <a:lnTo>
                  <a:pt x="2287" y="3011"/>
                </a:lnTo>
                <a:lnTo>
                  <a:pt x="2287" y="3010"/>
                </a:lnTo>
                <a:lnTo>
                  <a:pt x="2287" y="3009"/>
                </a:lnTo>
                <a:lnTo>
                  <a:pt x="2286" y="3009"/>
                </a:lnTo>
                <a:lnTo>
                  <a:pt x="2286" y="3010"/>
                </a:lnTo>
                <a:lnTo>
                  <a:pt x="2285" y="3010"/>
                </a:lnTo>
                <a:lnTo>
                  <a:pt x="2285" y="3011"/>
                </a:lnTo>
                <a:lnTo>
                  <a:pt x="2284" y="3011"/>
                </a:lnTo>
                <a:lnTo>
                  <a:pt x="2284" y="3012"/>
                </a:lnTo>
                <a:lnTo>
                  <a:pt x="2283" y="3012"/>
                </a:lnTo>
                <a:lnTo>
                  <a:pt x="2282" y="3012"/>
                </a:lnTo>
                <a:lnTo>
                  <a:pt x="2282" y="3011"/>
                </a:lnTo>
                <a:lnTo>
                  <a:pt x="2281" y="3011"/>
                </a:lnTo>
                <a:lnTo>
                  <a:pt x="2280" y="3011"/>
                </a:lnTo>
                <a:lnTo>
                  <a:pt x="2279" y="3011"/>
                </a:lnTo>
                <a:lnTo>
                  <a:pt x="2279" y="3012"/>
                </a:lnTo>
                <a:lnTo>
                  <a:pt x="2279" y="3011"/>
                </a:lnTo>
                <a:lnTo>
                  <a:pt x="2278" y="3011"/>
                </a:lnTo>
                <a:lnTo>
                  <a:pt x="2278" y="3012"/>
                </a:lnTo>
                <a:lnTo>
                  <a:pt x="2277" y="3012"/>
                </a:lnTo>
                <a:lnTo>
                  <a:pt x="2276" y="3012"/>
                </a:lnTo>
                <a:lnTo>
                  <a:pt x="2275" y="3012"/>
                </a:lnTo>
                <a:lnTo>
                  <a:pt x="2274" y="3012"/>
                </a:lnTo>
                <a:lnTo>
                  <a:pt x="2273" y="3012"/>
                </a:lnTo>
                <a:lnTo>
                  <a:pt x="2272" y="3012"/>
                </a:lnTo>
                <a:lnTo>
                  <a:pt x="2271" y="3012"/>
                </a:lnTo>
                <a:lnTo>
                  <a:pt x="2271" y="3013"/>
                </a:lnTo>
                <a:lnTo>
                  <a:pt x="2271" y="3014"/>
                </a:lnTo>
                <a:lnTo>
                  <a:pt x="2270" y="3014"/>
                </a:lnTo>
                <a:lnTo>
                  <a:pt x="2269" y="3014"/>
                </a:lnTo>
                <a:lnTo>
                  <a:pt x="2269" y="3015"/>
                </a:lnTo>
                <a:lnTo>
                  <a:pt x="2268" y="3015"/>
                </a:lnTo>
                <a:lnTo>
                  <a:pt x="2267" y="3015"/>
                </a:lnTo>
                <a:lnTo>
                  <a:pt x="2267" y="3014"/>
                </a:lnTo>
                <a:lnTo>
                  <a:pt x="2266" y="3014"/>
                </a:lnTo>
                <a:lnTo>
                  <a:pt x="2265" y="3014"/>
                </a:lnTo>
                <a:lnTo>
                  <a:pt x="2265" y="3015"/>
                </a:lnTo>
                <a:lnTo>
                  <a:pt x="2264" y="3015"/>
                </a:lnTo>
                <a:lnTo>
                  <a:pt x="2263" y="3016"/>
                </a:lnTo>
                <a:lnTo>
                  <a:pt x="2262" y="3016"/>
                </a:lnTo>
                <a:lnTo>
                  <a:pt x="2261" y="3016"/>
                </a:lnTo>
                <a:lnTo>
                  <a:pt x="2261" y="3017"/>
                </a:lnTo>
                <a:lnTo>
                  <a:pt x="2261" y="3016"/>
                </a:lnTo>
                <a:lnTo>
                  <a:pt x="2261" y="3015"/>
                </a:lnTo>
                <a:lnTo>
                  <a:pt x="2260" y="3015"/>
                </a:lnTo>
                <a:lnTo>
                  <a:pt x="2259" y="3015"/>
                </a:lnTo>
                <a:lnTo>
                  <a:pt x="2259" y="3014"/>
                </a:lnTo>
                <a:lnTo>
                  <a:pt x="2258" y="3014"/>
                </a:lnTo>
                <a:lnTo>
                  <a:pt x="2257" y="3014"/>
                </a:lnTo>
                <a:lnTo>
                  <a:pt x="2257" y="3013"/>
                </a:lnTo>
                <a:lnTo>
                  <a:pt x="2257" y="3012"/>
                </a:lnTo>
                <a:lnTo>
                  <a:pt x="2256" y="3012"/>
                </a:lnTo>
                <a:lnTo>
                  <a:pt x="2255" y="3012"/>
                </a:lnTo>
                <a:lnTo>
                  <a:pt x="2253" y="3012"/>
                </a:lnTo>
                <a:lnTo>
                  <a:pt x="2252" y="3012"/>
                </a:lnTo>
                <a:lnTo>
                  <a:pt x="2251" y="3012"/>
                </a:lnTo>
                <a:lnTo>
                  <a:pt x="2251" y="3013"/>
                </a:lnTo>
                <a:lnTo>
                  <a:pt x="2251" y="3012"/>
                </a:lnTo>
                <a:lnTo>
                  <a:pt x="2250" y="3012"/>
                </a:lnTo>
                <a:lnTo>
                  <a:pt x="2249" y="3012"/>
                </a:lnTo>
                <a:lnTo>
                  <a:pt x="2248" y="3012"/>
                </a:lnTo>
                <a:lnTo>
                  <a:pt x="2247" y="3012"/>
                </a:lnTo>
                <a:lnTo>
                  <a:pt x="2246" y="3012"/>
                </a:lnTo>
                <a:lnTo>
                  <a:pt x="2246" y="3013"/>
                </a:lnTo>
                <a:lnTo>
                  <a:pt x="2246" y="3012"/>
                </a:lnTo>
                <a:lnTo>
                  <a:pt x="2246" y="3013"/>
                </a:lnTo>
                <a:lnTo>
                  <a:pt x="2245" y="3013"/>
                </a:lnTo>
                <a:lnTo>
                  <a:pt x="2244" y="3013"/>
                </a:lnTo>
                <a:lnTo>
                  <a:pt x="2243" y="3013"/>
                </a:lnTo>
                <a:lnTo>
                  <a:pt x="2241" y="3013"/>
                </a:lnTo>
                <a:lnTo>
                  <a:pt x="2240" y="3013"/>
                </a:lnTo>
                <a:lnTo>
                  <a:pt x="2240" y="3014"/>
                </a:lnTo>
                <a:lnTo>
                  <a:pt x="2240" y="3015"/>
                </a:lnTo>
                <a:lnTo>
                  <a:pt x="2239" y="3015"/>
                </a:lnTo>
                <a:lnTo>
                  <a:pt x="2239" y="3014"/>
                </a:lnTo>
                <a:lnTo>
                  <a:pt x="2239" y="3015"/>
                </a:lnTo>
                <a:lnTo>
                  <a:pt x="2238" y="3015"/>
                </a:lnTo>
                <a:lnTo>
                  <a:pt x="2237" y="3015"/>
                </a:lnTo>
                <a:lnTo>
                  <a:pt x="2237" y="3014"/>
                </a:lnTo>
                <a:lnTo>
                  <a:pt x="2237" y="3015"/>
                </a:lnTo>
                <a:lnTo>
                  <a:pt x="2236" y="3015"/>
                </a:lnTo>
                <a:lnTo>
                  <a:pt x="2236" y="3014"/>
                </a:lnTo>
                <a:lnTo>
                  <a:pt x="2236" y="3015"/>
                </a:lnTo>
                <a:lnTo>
                  <a:pt x="2235" y="3014"/>
                </a:lnTo>
                <a:lnTo>
                  <a:pt x="2235" y="3015"/>
                </a:lnTo>
                <a:lnTo>
                  <a:pt x="2234" y="3015"/>
                </a:lnTo>
                <a:lnTo>
                  <a:pt x="2233" y="3015"/>
                </a:lnTo>
                <a:lnTo>
                  <a:pt x="2233" y="3014"/>
                </a:lnTo>
                <a:lnTo>
                  <a:pt x="2232" y="3014"/>
                </a:lnTo>
                <a:lnTo>
                  <a:pt x="2231" y="3014"/>
                </a:lnTo>
                <a:lnTo>
                  <a:pt x="2230" y="3014"/>
                </a:lnTo>
                <a:lnTo>
                  <a:pt x="2229" y="3014"/>
                </a:lnTo>
                <a:lnTo>
                  <a:pt x="2228" y="3014"/>
                </a:lnTo>
                <a:lnTo>
                  <a:pt x="2228" y="3013"/>
                </a:lnTo>
                <a:lnTo>
                  <a:pt x="2227" y="3013"/>
                </a:lnTo>
                <a:lnTo>
                  <a:pt x="2227" y="3014"/>
                </a:lnTo>
                <a:lnTo>
                  <a:pt x="2226" y="3014"/>
                </a:lnTo>
                <a:lnTo>
                  <a:pt x="2226" y="3015"/>
                </a:lnTo>
                <a:lnTo>
                  <a:pt x="2225" y="3015"/>
                </a:lnTo>
                <a:lnTo>
                  <a:pt x="2224" y="3015"/>
                </a:lnTo>
                <a:lnTo>
                  <a:pt x="2223" y="3015"/>
                </a:lnTo>
                <a:lnTo>
                  <a:pt x="2223" y="3014"/>
                </a:lnTo>
                <a:lnTo>
                  <a:pt x="2222" y="3014"/>
                </a:lnTo>
                <a:lnTo>
                  <a:pt x="2223" y="3014"/>
                </a:lnTo>
                <a:lnTo>
                  <a:pt x="2223" y="3015"/>
                </a:lnTo>
                <a:lnTo>
                  <a:pt x="2222" y="3015"/>
                </a:lnTo>
                <a:lnTo>
                  <a:pt x="2221" y="3015"/>
                </a:lnTo>
                <a:lnTo>
                  <a:pt x="2220" y="3015"/>
                </a:lnTo>
                <a:lnTo>
                  <a:pt x="2219" y="3015"/>
                </a:lnTo>
                <a:lnTo>
                  <a:pt x="2218" y="3015"/>
                </a:lnTo>
                <a:lnTo>
                  <a:pt x="2217" y="3015"/>
                </a:lnTo>
                <a:lnTo>
                  <a:pt x="2217" y="3016"/>
                </a:lnTo>
                <a:lnTo>
                  <a:pt x="2216" y="3016"/>
                </a:lnTo>
                <a:lnTo>
                  <a:pt x="2215" y="3016"/>
                </a:lnTo>
                <a:lnTo>
                  <a:pt x="2215" y="3017"/>
                </a:lnTo>
                <a:lnTo>
                  <a:pt x="2214" y="3017"/>
                </a:lnTo>
                <a:lnTo>
                  <a:pt x="2213" y="3017"/>
                </a:lnTo>
                <a:lnTo>
                  <a:pt x="2212" y="3017"/>
                </a:lnTo>
                <a:lnTo>
                  <a:pt x="2212" y="3018"/>
                </a:lnTo>
                <a:lnTo>
                  <a:pt x="2212" y="3017"/>
                </a:lnTo>
                <a:lnTo>
                  <a:pt x="2212" y="3018"/>
                </a:lnTo>
                <a:lnTo>
                  <a:pt x="2211" y="3018"/>
                </a:lnTo>
                <a:lnTo>
                  <a:pt x="2210" y="3018"/>
                </a:lnTo>
                <a:lnTo>
                  <a:pt x="2210" y="3019"/>
                </a:lnTo>
                <a:lnTo>
                  <a:pt x="2209" y="3019"/>
                </a:lnTo>
                <a:lnTo>
                  <a:pt x="2208" y="3019"/>
                </a:lnTo>
                <a:lnTo>
                  <a:pt x="2208" y="3020"/>
                </a:lnTo>
                <a:lnTo>
                  <a:pt x="2207" y="3020"/>
                </a:lnTo>
                <a:lnTo>
                  <a:pt x="2207" y="3021"/>
                </a:lnTo>
                <a:lnTo>
                  <a:pt x="2206" y="3021"/>
                </a:lnTo>
                <a:lnTo>
                  <a:pt x="2206" y="3022"/>
                </a:lnTo>
                <a:lnTo>
                  <a:pt x="2205" y="3022"/>
                </a:lnTo>
                <a:lnTo>
                  <a:pt x="2204" y="3022"/>
                </a:lnTo>
                <a:lnTo>
                  <a:pt x="2203" y="3023"/>
                </a:lnTo>
                <a:lnTo>
                  <a:pt x="2202" y="3023"/>
                </a:lnTo>
                <a:lnTo>
                  <a:pt x="2201" y="3023"/>
                </a:lnTo>
                <a:lnTo>
                  <a:pt x="2200" y="3023"/>
                </a:lnTo>
                <a:lnTo>
                  <a:pt x="2199" y="3023"/>
                </a:lnTo>
                <a:lnTo>
                  <a:pt x="2198" y="3023"/>
                </a:lnTo>
                <a:lnTo>
                  <a:pt x="2198" y="3024"/>
                </a:lnTo>
                <a:lnTo>
                  <a:pt x="2198" y="3025"/>
                </a:lnTo>
                <a:lnTo>
                  <a:pt x="2197" y="3025"/>
                </a:lnTo>
                <a:lnTo>
                  <a:pt x="2197" y="3026"/>
                </a:lnTo>
                <a:lnTo>
                  <a:pt x="2197" y="3027"/>
                </a:lnTo>
                <a:lnTo>
                  <a:pt x="2198" y="3027"/>
                </a:lnTo>
                <a:lnTo>
                  <a:pt x="2197" y="3028"/>
                </a:lnTo>
                <a:lnTo>
                  <a:pt x="2196" y="3028"/>
                </a:lnTo>
                <a:lnTo>
                  <a:pt x="2196" y="3027"/>
                </a:lnTo>
                <a:lnTo>
                  <a:pt x="2195" y="3027"/>
                </a:lnTo>
                <a:lnTo>
                  <a:pt x="2194" y="3027"/>
                </a:lnTo>
                <a:lnTo>
                  <a:pt x="2194" y="3028"/>
                </a:lnTo>
                <a:lnTo>
                  <a:pt x="2193" y="3028"/>
                </a:lnTo>
                <a:lnTo>
                  <a:pt x="2193" y="3029"/>
                </a:lnTo>
                <a:lnTo>
                  <a:pt x="2192" y="3029"/>
                </a:lnTo>
                <a:lnTo>
                  <a:pt x="2192" y="3028"/>
                </a:lnTo>
                <a:lnTo>
                  <a:pt x="2191" y="3028"/>
                </a:lnTo>
                <a:lnTo>
                  <a:pt x="2191" y="3029"/>
                </a:lnTo>
                <a:lnTo>
                  <a:pt x="2192" y="3029"/>
                </a:lnTo>
                <a:lnTo>
                  <a:pt x="2192" y="3030"/>
                </a:lnTo>
                <a:lnTo>
                  <a:pt x="2191" y="3030"/>
                </a:lnTo>
                <a:lnTo>
                  <a:pt x="2191" y="3031"/>
                </a:lnTo>
                <a:lnTo>
                  <a:pt x="2190" y="3031"/>
                </a:lnTo>
                <a:lnTo>
                  <a:pt x="2190" y="3030"/>
                </a:lnTo>
                <a:lnTo>
                  <a:pt x="2191" y="3030"/>
                </a:lnTo>
                <a:lnTo>
                  <a:pt x="2191" y="3029"/>
                </a:lnTo>
                <a:lnTo>
                  <a:pt x="2190" y="3029"/>
                </a:lnTo>
                <a:lnTo>
                  <a:pt x="2190" y="3030"/>
                </a:lnTo>
                <a:lnTo>
                  <a:pt x="2189" y="3030"/>
                </a:lnTo>
                <a:lnTo>
                  <a:pt x="2189" y="3031"/>
                </a:lnTo>
                <a:lnTo>
                  <a:pt x="2188" y="3031"/>
                </a:lnTo>
                <a:lnTo>
                  <a:pt x="2187" y="3031"/>
                </a:lnTo>
                <a:lnTo>
                  <a:pt x="2187" y="3032"/>
                </a:lnTo>
                <a:lnTo>
                  <a:pt x="2186" y="3032"/>
                </a:lnTo>
                <a:lnTo>
                  <a:pt x="2186" y="3033"/>
                </a:lnTo>
                <a:lnTo>
                  <a:pt x="2186" y="3034"/>
                </a:lnTo>
                <a:lnTo>
                  <a:pt x="2185" y="3034"/>
                </a:lnTo>
                <a:lnTo>
                  <a:pt x="2185" y="3035"/>
                </a:lnTo>
                <a:lnTo>
                  <a:pt x="2184" y="3035"/>
                </a:lnTo>
                <a:lnTo>
                  <a:pt x="2183" y="3035"/>
                </a:lnTo>
                <a:lnTo>
                  <a:pt x="2183" y="3036"/>
                </a:lnTo>
                <a:lnTo>
                  <a:pt x="2182" y="3036"/>
                </a:lnTo>
                <a:lnTo>
                  <a:pt x="2182" y="3037"/>
                </a:lnTo>
                <a:lnTo>
                  <a:pt x="2181" y="3037"/>
                </a:lnTo>
                <a:lnTo>
                  <a:pt x="2181" y="3038"/>
                </a:lnTo>
                <a:lnTo>
                  <a:pt x="2182" y="3038"/>
                </a:lnTo>
                <a:lnTo>
                  <a:pt x="2181" y="3038"/>
                </a:lnTo>
                <a:lnTo>
                  <a:pt x="2181" y="3039"/>
                </a:lnTo>
                <a:lnTo>
                  <a:pt x="2180" y="3039"/>
                </a:lnTo>
                <a:lnTo>
                  <a:pt x="2180" y="3038"/>
                </a:lnTo>
                <a:lnTo>
                  <a:pt x="2179" y="3038"/>
                </a:lnTo>
                <a:lnTo>
                  <a:pt x="2180" y="3038"/>
                </a:lnTo>
                <a:lnTo>
                  <a:pt x="2180" y="3037"/>
                </a:lnTo>
                <a:lnTo>
                  <a:pt x="2179" y="3037"/>
                </a:lnTo>
                <a:lnTo>
                  <a:pt x="2179" y="3038"/>
                </a:lnTo>
                <a:lnTo>
                  <a:pt x="2179" y="3039"/>
                </a:lnTo>
                <a:lnTo>
                  <a:pt x="2178" y="3039"/>
                </a:lnTo>
                <a:lnTo>
                  <a:pt x="2178" y="3040"/>
                </a:lnTo>
                <a:lnTo>
                  <a:pt x="2177" y="3040"/>
                </a:lnTo>
                <a:lnTo>
                  <a:pt x="2177" y="3038"/>
                </a:lnTo>
                <a:lnTo>
                  <a:pt x="2177" y="3039"/>
                </a:lnTo>
                <a:lnTo>
                  <a:pt x="2176" y="3039"/>
                </a:lnTo>
                <a:lnTo>
                  <a:pt x="2176" y="3040"/>
                </a:lnTo>
                <a:lnTo>
                  <a:pt x="2176" y="3041"/>
                </a:lnTo>
                <a:lnTo>
                  <a:pt x="2175" y="3041"/>
                </a:lnTo>
                <a:lnTo>
                  <a:pt x="2175" y="3040"/>
                </a:lnTo>
                <a:lnTo>
                  <a:pt x="2175" y="3039"/>
                </a:lnTo>
                <a:lnTo>
                  <a:pt x="2175" y="3038"/>
                </a:lnTo>
                <a:lnTo>
                  <a:pt x="2174" y="3038"/>
                </a:lnTo>
                <a:lnTo>
                  <a:pt x="2174" y="3037"/>
                </a:lnTo>
                <a:lnTo>
                  <a:pt x="2173" y="3037"/>
                </a:lnTo>
                <a:lnTo>
                  <a:pt x="2173" y="3036"/>
                </a:lnTo>
                <a:lnTo>
                  <a:pt x="2172" y="3036"/>
                </a:lnTo>
                <a:lnTo>
                  <a:pt x="2171" y="3036"/>
                </a:lnTo>
                <a:lnTo>
                  <a:pt x="2171" y="3035"/>
                </a:lnTo>
                <a:lnTo>
                  <a:pt x="2170" y="3035"/>
                </a:lnTo>
                <a:lnTo>
                  <a:pt x="2170" y="3034"/>
                </a:lnTo>
                <a:lnTo>
                  <a:pt x="2169" y="3034"/>
                </a:lnTo>
                <a:lnTo>
                  <a:pt x="2168" y="3034"/>
                </a:lnTo>
                <a:lnTo>
                  <a:pt x="2168" y="3033"/>
                </a:lnTo>
                <a:lnTo>
                  <a:pt x="2167" y="3033"/>
                </a:lnTo>
                <a:lnTo>
                  <a:pt x="2166" y="3033"/>
                </a:lnTo>
                <a:lnTo>
                  <a:pt x="2165" y="3032"/>
                </a:lnTo>
                <a:lnTo>
                  <a:pt x="2165" y="3031"/>
                </a:lnTo>
                <a:lnTo>
                  <a:pt x="2165" y="3030"/>
                </a:lnTo>
                <a:lnTo>
                  <a:pt x="2166" y="3030"/>
                </a:lnTo>
                <a:lnTo>
                  <a:pt x="2166" y="3029"/>
                </a:lnTo>
                <a:lnTo>
                  <a:pt x="2167" y="3029"/>
                </a:lnTo>
                <a:lnTo>
                  <a:pt x="2168" y="3029"/>
                </a:lnTo>
                <a:lnTo>
                  <a:pt x="2168" y="3028"/>
                </a:lnTo>
                <a:lnTo>
                  <a:pt x="2169" y="3028"/>
                </a:lnTo>
                <a:lnTo>
                  <a:pt x="2169" y="3027"/>
                </a:lnTo>
                <a:lnTo>
                  <a:pt x="2169" y="3026"/>
                </a:lnTo>
                <a:lnTo>
                  <a:pt x="2170" y="3026"/>
                </a:lnTo>
                <a:lnTo>
                  <a:pt x="2171" y="3026"/>
                </a:lnTo>
                <a:lnTo>
                  <a:pt x="2171" y="3025"/>
                </a:lnTo>
                <a:lnTo>
                  <a:pt x="2172" y="3025"/>
                </a:lnTo>
                <a:lnTo>
                  <a:pt x="2173" y="3025"/>
                </a:lnTo>
                <a:lnTo>
                  <a:pt x="2174" y="3025"/>
                </a:lnTo>
                <a:lnTo>
                  <a:pt x="2174" y="3024"/>
                </a:lnTo>
                <a:lnTo>
                  <a:pt x="2174" y="3023"/>
                </a:lnTo>
                <a:lnTo>
                  <a:pt x="2173" y="3023"/>
                </a:lnTo>
                <a:lnTo>
                  <a:pt x="2174" y="3023"/>
                </a:lnTo>
                <a:lnTo>
                  <a:pt x="2174" y="3022"/>
                </a:lnTo>
                <a:lnTo>
                  <a:pt x="2174" y="3021"/>
                </a:lnTo>
                <a:lnTo>
                  <a:pt x="2175" y="3021"/>
                </a:lnTo>
                <a:lnTo>
                  <a:pt x="2174" y="3021"/>
                </a:lnTo>
                <a:lnTo>
                  <a:pt x="2174" y="3020"/>
                </a:lnTo>
                <a:lnTo>
                  <a:pt x="2175" y="3020"/>
                </a:lnTo>
                <a:lnTo>
                  <a:pt x="2176" y="3020"/>
                </a:lnTo>
                <a:lnTo>
                  <a:pt x="2176" y="3019"/>
                </a:lnTo>
                <a:lnTo>
                  <a:pt x="2176" y="3018"/>
                </a:lnTo>
                <a:lnTo>
                  <a:pt x="2177" y="3018"/>
                </a:lnTo>
                <a:lnTo>
                  <a:pt x="2178" y="3018"/>
                </a:lnTo>
                <a:lnTo>
                  <a:pt x="2178" y="3017"/>
                </a:lnTo>
                <a:lnTo>
                  <a:pt x="2179" y="3017"/>
                </a:lnTo>
                <a:lnTo>
                  <a:pt x="2179" y="3016"/>
                </a:lnTo>
                <a:lnTo>
                  <a:pt x="2180" y="3016"/>
                </a:lnTo>
                <a:lnTo>
                  <a:pt x="2180" y="3015"/>
                </a:lnTo>
                <a:lnTo>
                  <a:pt x="2181" y="3015"/>
                </a:lnTo>
                <a:lnTo>
                  <a:pt x="2181" y="3014"/>
                </a:lnTo>
                <a:lnTo>
                  <a:pt x="2182" y="3014"/>
                </a:lnTo>
                <a:lnTo>
                  <a:pt x="2183" y="3014"/>
                </a:lnTo>
                <a:lnTo>
                  <a:pt x="2183" y="3013"/>
                </a:lnTo>
                <a:lnTo>
                  <a:pt x="2183" y="3012"/>
                </a:lnTo>
                <a:lnTo>
                  <a:pt x="2183" y="3011"/>
                </a:lnTo>
                <a:lnTo>
                  <a:pt x="2184" y="3011"/>
                </a:lnTo>
                <a:lnTo>
                  <a:pt x="2184" y="3010"/>
                </a:lnTo>
                <a:lnTo>
                  <a:pt x="2183" y="3010"/>
                </a:lnTo>
                <a:lnTo>
                  <a:pt x="2184" y="3010"/>
                </a:lnTo>
                <a:lnTo>
                  <a:pt x="2184" y="3009"/>
                </a:lnTo>
                <a:lnTo>
                  <a:pt x="2184" y="3008"/>
                </a:lnTo>
                <a:lnTo>
                  <a:pt x="2185" y="3008"/>
                </a:lnTo>
                <a:lnTo>
                  <a:pt x="2185" y="3007"/>
                </a:lnTo>
                <a:lnTo>
                  <a:pt x="2184" y="3007"/>
                </a:lnTo>
                <a:lnTo>
                  <a:pt x="2184" y="3006"/>
                </a:lnTo>
                <a:lnTo>
                  <a:pt x="2183" y="3006"/>
                </a:lnTo>
                <a:lnTo>
                  <a:pt x="2183" y="3005"/>
                </a:lnTo>
                <a:lnTo>
                  <a:pt x="2183" y="3004"/>
                </a:lnTo>
                <a:lnTo>
                  <a:pt x="2183" y="3003"/>
                </a:lnTo>
                <a:lnTo>
                  <a:pt x="2183" y="3002"/>
                </a:lnTo>
                <a:lnTo>
                  <a:pt x="2183" y="3001"/>
                </a:lnTo>
                <a:lnTo>
                  <a:pt x="2184" y="3001"/>
                </a:lnTo>
                <a:lnTo>
                  <a:pt x="2184" y="3000"/>
                </a:lnTo>
                <a:lnTo>
                  <a:pt x="2185" y="3000"/>
                </a:lnTo>
                <a:lnTo>
                  <a:pt x="2185" y="2999"/>
                </a:lnTo>
                <a:lnTo>
                  <a:pt x="2186" y="2999"/>
                </a:lnTo>
                <a:lnTo>
                  <a:pt x="2187" y="2998"/>
                </a:lnTo>
                <a:lnTo>
                  <a:pt x="2186" y="2998"/>
                </a:lnTo>
                <a:lnTo>
                  <a:pt x="2186" y="2997"/>
                </a:lnTo>
                <a:lnTo>
                  <a:pt x="2185" y="2997"/>
                </a:lnTo>
                <a:lnTo>
                  <a:pt x="2185" y="2996"/>
                </a:lnTo>
                <a:lnTo>
                  <a:pt x="2184" y="2996"/>
                </a:lnTo>
                <a:lnTo>
                  <a:pt x="2184" y="2995"/>
                </a:lnTo>
                <a:lnTo>
                  <a:pt x="2183" y="2995"/>
                </a:lnTo>
                <a:lnTo>
                  <a:pt x="2182" y="2995"/>
                </a:lnTo>
                <a:lnTo>
                  <a:pt x="2182" y="2994"/>
                </a:lnTo>
                <a:lnTo>
                  <a:pt x="2182" y="2995"/>
                </a:lnTo>
                <a:lnTo>
                  <a:pt x="2182" y="2994"/>
                </a:lnTo>
                <a:lnTo>
                  <a:pt x="2182" y="2995"/>
                </a:lnTo>
                <a:lnTo>
                  <a:pt x="2181" y="2995"/>
                </a:lnTo>
                <a:lnTo>
                  <a:pt x="2180" y="2995"/>
                </a:lnTo>
                <a:lnTo>
                  <a:pt x="2179" y="2995"/>
                </a:lnTo>
                <a:lnTo>
                  <a:pt x="2178" y="2995"/>
                </a:lnTo>
                <a:lnTo>
                  <a:pt x="2177" y="2995"/>
                </a:lnTo>
                <a:lnTo>
                  <a:pt x="2177" y="2994"/>
                </a:lnTo>
                <a:lnTo>
                  <a:pt x="2177" y="2993"/>
                </a:lnTo>
                <a:lnTo>
                  <a:pt x="2177" y="2992"/>
                </a:lnTo>
                <a:lnTo>
                  <a:pt x="2177" y="2991"/>
                </a:lnTo>
                <a:lnTo>
                  <a:pt x="2177" y="2990"/>
                </a:lnTo>
                <a:lnTo>
                  <a:pt x="2178" y="2990"/>
                </a:lnTo>
                <a:lnTo>
                  <a:pt x="2177" y="2989"/>
                </a:lnTo>
                <a:lnTo>
                  <a:pt x="2178" y="2990"/>
                </a:lnTo>
                <a:lnTo>
                  <a:pt x="2179" y="2990"/>
                </a:lnTo>
                <a:lnTo>
                  <a:pt x="2180" y="2990"/>
                </a:lnTo>
                <a:lnTo>
                  <a:pt x="2181" y="2990"/>
                </a:lnTo>
                <a:lnTo>
                  <a:pt x="2181" y="2989"/>
                </a:lnTo>
                <a:lnTo>
                  <a:pt x="2182" y="2989"/>
                </a:lnTo>
                <a:lnTo>
                  <a:pt x="2182" y="2988"/>
                </a:lnTo>
                <a:lnTo>
                  <a:pt x="2182" y="2987"/>
                </a:lnTo>
                <a:lnTo>
                  <a:pt x="2181" y="2987"/>
                </a:lnTo>
                <a:lnTo>
                  <a:pt x="2181" y="2986"/>
                </a:lnTo>
                <a:lnTo>
                  <a:pt x="2180" y="2986"/>
                </a:lnTo>
                <a:lnTo>
                  <a:pt x="2180" y="2985"/>
                </a:lnTo>
                <a:lnTo>
                  <a:pt x="2179" y="2985"/>
                </a:lnTo>
                <a:lnTo>
                  <a:pt x="2179" y="2984"/>
                </a:lnTo>
                <a:lnTo>
                  <a:pt x="2178" y="2984"/>
                </a:lnTo>
                <a:lnTo>
                  <a:pt x="2178" y="2983"/>
                </a:lnTo>
                <a:lnTo>
                  <a:pt x="2179" y="2983"/>
                </a:lnTo>
                <a:lnTo>
                  <a:pt x="2179" y="2982"/>
                </a:lnTo>
                <a:lnTo>
                  <a:pt x="2178" y="2982"/>
                </a:lnTo>
                <a:lnTo>
                  <a:pt x="2179" y="2982"/>
                </a:lnTo>
                <a:lnTo>
                  <a:pt x="2178" y="2982"/>
                </a:lnTo>
                <a:lnTo>
                  <a:pt x="2179" y="2982"/>
                </a:lnTo>
                <a:lnTo>
                  <a:pt x="2178" y="2982"/>
                </a:lnTo>
                <a:lnTo>
                  <a:pt x="2178" y="2981"/>
                </a:lnTo>
                <a:lnTo>
                  <a:pt x="2178" y="2980"/>
                </a:lnTo>
                <a:lnTo>
                  <a:pt x="2178" y="2979"/>
                </a:lnTo>
                <a:lnTo>
                  <a:pt x="2178" y="2978"/>
                </a:lnTo>
                <a:lnTo>
                  <a:pt x="2177" y="2979"/>
                </a:lnTo>
                <a:lnTo>
                  <a:pt x="2176" y="2979"/>
                </a:lnTo>
                <a:lnTo>
                  <a:pt x="2175" y="2979"/>
                </a:lnTo>
                <a:lnTo>
                  <a:pt x="2174" y="2980"/>
                </a:lnTo>
                <a:lnTo>
                  <a:pt x="2173" y="2980"/>
                </a:lnTo>
                <a:lnTo>
                  <a:pt x="2172" y="2980"/>
                </a:lnTo>
                <a:lnTo>
                  <a:pt x="2171" y="2980"/>
                </a:lnTo>
                <a:lnTo>
                  <a:pt x="2170" y="2980"/>
                </a:lnTo>
                <a:lnTo>
                  <a:pt x="2169" y="2980"/>
                </a:lnTo>
                <a:lnTo>
                  <a:pt x="2168" y="2980"/>
                </a:lnTo>
                <a:lnTo>
                  <a:pt x="2167" y="2980"/>
                </a:lnTo>
                <a:lnTo>
                  <a:pt x="2166" y="2980"/>
                </a:lnTo>
                <a:lnTo>
                  <a:pt x="2165" y="2981"/>
                </a:lnTo>
                <a:lnTo>
                  <a:pt x="2165" y="2980"/>
                </a:lnTo>
                <a:lnTo>
                  <a:pt x="2166" y="2980"/>
                </a:lnTo>
                <a:lnTo>
                  <a:pt x="2165" y="2980"/>
                </a:lnTo>
                <a:lnTo>
                  <a:pt x="2165" y="2979"/>
                </a:lnTo>
                <a:lnTo>
                  <a:pt x="2166" y="2979"/>
                </a:lnTo>
                <a:lnTo>
                  <a:pt x="2166" y="2978"/>
                </a:lnTo>
                <a:lnTo>
                  <a:pt x="2166" y="2977"/>
                </a:lnTo>
                <a:lnTo>
                  <a:pt x="2167" y="2977"/>
                </a:lnTo>
                <a:lnTo>
                  <a:pt x="2167" y="2976"/>
                </a:lnTo>
                <a:lnTo>
                  <a:pt x="2167" y="2975"/>
                </a:lnTo>
                <a:lnTo>
                  <a:pt x="2167" y="2973"/>
                </a:lnTo>
                <a:lnTo>
                  <a:pt x="2167" y="2972"/>
                </a:lnTo>
                <a:lnTo>
                  <a:pt x="2168" y="2972"/>
                </a:lnTo>
                <a:lnTo>
                  <a:pt x="2167" y="2972"/>
                </a:lnTo>
                <a:lnTo>
                  <a:pt x="2168" y="2971"/>
                </a:lnTo>
                <a:lnTo>
                  <a:pt x="2168" y="2970"/>
                </a:lnTo>
                <a:lnTo>
                  <a:pt x="2168" y="2969"/>
                </a:lnTo>
                <a:lnTo>
                  <a:pt x="2168" y="2968"/>
                </a:lnTo>
                <a:lnTo>
                  <a:pt x="2168" y="2967"/>
                </a:lnTo>
                <a:lnTo>
                  <a:pt x="2168" y="2966"/>
                </a:lnTo>
                <a:lnTo>
                  <a:pt x="2168" y="2965"/>
                </a:lnTo>
                <a:lnTo>
                  <a:pt x="2168" y="2964"/>
                </a:lnTo>
                <a:lnTo>
                  <a:pt x="2169" y="2964"/>
                </a:lnTo>
                <a:lnTo>
                  <a:pt x="2169" y="2963"/>
                </a:lnTo>
                <a:lnTo>
                  <a:pt x="2168" y="2963"/>
                </a:lnTo>
                <a:lnTo>
                  <a:pt x="2169" y="2963"/>
                </a:lnTo>
                <a:lnTo>
                  <a:pt x="2169" y="2962"/>
                </a:lnTo>
                <a:lnTo>
                  <a:pt x="2168" y="2962"/>
                </a:lnTo>
                <a:lnTo>
                  <a:pt x="2169" y="2962"/>
                </a:lnTo>
                <a:lnTo>
                  <a:pt x="2169" y="2960"/>
                </a:lnTo>
                <a:lnTo>
                  <a:pt x="2168" y="2960"/>
                </a:lnTo>
                <a:lnTo>
                  <a:pt x="2169" y="2960"/>
                </a:lnTo>
                <a:lnTo>
                  <a:pt x="2168" y="2960"/>
                </a:lnTo>
                <a:lnTo>
                  <a:pt x="2168" y="2959"/>
                </a:lnTo>
                <a:lnTo>
                  <a:pt x="2169" y="2959"/>
                </a:lnTo>
                <a:lnTo>
                  <a:pt x="2168" y="2959"/>
                </a:lnTo>
                <a:lnTo>
                  <a:pt x="2168" y="2958"/>
                </a:lnTo>
                <a:lnTo>
                  <a:pt x="2169" y="2958"/>
                </a:lnTo>
                <a:lnTo>
                  <a:pt x="2169" y="2957"/>
                </a:lnTo>
                <a:lnTo>
                  <a:pt x="2169" y="2956"/>
                </a:lnTo>
                <a:lnTo>
                  <a:pt x="2169" y="2955"/>
                </a:lnTo>
                <a:lnTo>
                  <a:pt x="2168" y="2955"/>
                </a:lnTo>
                <a:lnTo>
                  <a:pt x="2168" y="2954"/>
                </a:lnTo>
                <a:lnTo>
                  <a:pt x="2168" y="2953"/>
                </a:lnTo>
                <a:lnTo>
                  <a:pt x="2169" y="2953"/>
                </a:lnTo>
                <a:lnTo>
                  <a:pt x="2169" y="2952"/>
                </a:lnTo>
                <a:lnTo>
                  <a:pt x="2168" y="2952"/>
                </a:lnTo>
                <a:lnTo>
                  <a:pt x="2168" y="2951"/>
                </a:lnTo>
                <a:lnTo>
                  <a:pt x="2169" y="2951"/>
                </a:lnTo>
                <a:lnTo>
                  <a:pt x="2168" y="2951"/>
                </a:lnTo>
                <a:lnTo>
                  <a:pt x="2167" y="2951"/>
                </a:lnTo>
                <a:lnTo>
                  <a:pt x="2167" y="2950"/>
                </a:lnTo>
                <a:lnTo>
                  <a:pt x="2167" y="2949"/>
                </a:lnTo>
                <a:lnTo>
                  <a:pt x="2166" y="2949"/>
                </a:lnTo>
                <a:lnTo>
                  <a:pt x="2167" y="2949"/>
                </a:lnTo>
                <a:lnTo>
                  <a:pt x="2167" y="2948"/>
                </a:lnTo>
                <a:lnTo>
                  <a:pt x="2168" y="2948"/>
                </a:lnTo>
                <a:lnTo>
                  <a:pt x="2168" y="2947"/>
                </a:lnTo>
                <a:lnTo>
                  <a:pt x="2169" y="2947"/>
                </a:lnTo>
                <a:lnTo>
                  <a:pt x="2169" y="2946"/>
                </a:lnTo>
                <a:lnTo>
                  <a:pt x="2170" y="2946"/>
                </a:lnTo>
                <a:lnTo>
                  <a:pt x="2171" y="2946"/>
                </a:lnTo>
                <a:lnTo>
                  <a:pt x="2172" y="2946"/>
                </a:lnTo>
                <a:lnTo>
                  <a:pt x="2173" y="2946"/>
                </a:lnTo>
                <a:lnTo>
                  <a:pt x="2173" y="2945"/>
                </a:lnTo>
                <a:lnTo>
                  <a:pt x="2174" y="2945"/>
                </a:lnTo>
                <a:lnTo>
                  <a:pt x="2174" y="2944"/>
                </a:lnTo>
                <a:lnTo>
                  <a:pt x="2175" y="2944"/>
                </a:lnTo>
                <a:lnTo>
                  <a:pt x="2176" y="2944"/>
                </a:lnTo>
                <a:lnTo>
                  <a:pt x="2176" y="2943"/>
                </a:lnTo>
                <a:lnTo>
                  <a:pt x="2177" y="2943"/>
                </a:lnTo>
                <a:lnTo>
                  <a:pt x="2177" y="2942"/>
                </a:lnTo>
                <a:lnTo>
                  <a:pt x="2178" y="2942"/>
                </a:lnTo>
                <a:lnTo>
                  <a:pt x="2178" y="2941"/>
                </a:lnTo>
                <a:lnTo>
                  <a:pt x="2178" y="2940"/>
                </a:lnTo>
                <a:lnTo>
                  <a:pt x="2179" y="2940"/>
                </a:lnTo>
                <a:lnTo>
                  <a:pt x="2180" y="2940"/>
                </a:lnTo>
                <a:lnTo>
                  <a:pt x="2180" y="2939"/>
                </a:lnTo>
                <a:lnTo>
                  <a:pt x="2181" y="2939"/>
                </a:lnTo>
                <a:lnTo>
                  <a:pt x="2181" y="2940"/>
                </a:lnTo>
                <a:lnTo>
                  <a:pt x="2182" y="2940"/>
                </a:lnTo>
                <a:lnTo>
                  <a:pt x="2183" y="2940"/>
                </a:lnTo>
                <a:lnTo>
                  <a:pt x="2183" y="2941"/>
                </a:lnTo>
                <a:lnTo>
                  <a:pt x="2183" y="2940"/>
                </a:lnTo>
                <a:lnTo>
                  <a:pt x="2184" y="2940"/>
                </a:lnTo>
                <a:lnTo>
                  <a:pt x="2185" y="2940"/>
                </a:lnTo>
                <a:lnTo>
                  <a:pt x="2185" y="2941"/>
                </a:lnTo>
                <a:lnTo>
                  <a:pt x="2185" y="2940"/>
                </a:lnTo>
                <a:lnTo>
                  <a:pt x="2186" y="2941"/>
                </a:lnTo>
                <a:lnTo>
                  <a:pt x="2186" y="2940"/>
                </a:lnTo>
                <a:lnTo>
                  <a:pt x="2186" y="2941"/>
                </a:lnTo>
                <a:lnTo>
                  <a:pt x="2187" y="2941"/>
                </a:lnTo>
                <a:lnTo>
                  <a:pt x="2187" y="2940"/>
                </a:lnTo>
                <a:lnTo>
                  <a:pt x="2188" y="2940"/>
                </a:lnTo>
                <a:lnTo>
                  <a:pt x="2188" y="2939"/>
                </a:lnTo>
                <a:lnTo>
                  <a:pt x="2189" y="2939"/>
                </a:lnTo>
                <a:lnTo>
                  <a:pt x="2189" y="2938"/>
                </a:lnTo>
                <a:lnTo>
                  <a:pt x="2189" y="2937"/>
                </a:lnTo>
                <a:lnTo>
                  <a:pt x="2188" y="2937"/>
                </a:lnTo>
                <a:lnTo>
                  <a:pt x="2188" y="2936"/>
                </a:lnTo>
                <a:lnTo>
                  <a:pt x="2189" y="2936"/>
                </a:lnTo>
                <a:lnTo>
                  <a:pt x="2188" y="2936"/>
                </a:lnTo>
                <a:lnTo>
                  <a:pt x="2188" y="2935"/>
                </a:lnTo>
                <a:lnTo>
                  <a:pt x="2187" y="2935"/>
                </a:lnTo>
                <a:lnTo>
                  <a:pt x="2187" y="2934"/>
                </a:lnTo>
                <a:lnTo>
                  <a:pt x="2187" y="2935"/>
                </a:lnTo>
                <a:lnTo>
                  <a:pt x="2186" y="2935"/>
                </a:lnTo>
                <a:lnTo>
                  <a:pt x="2186" y="2934"/>
                </a:lnTo>
                <a:lnTo>
                  <a:pt x="2185" y="2934"/>
                </a:lnTo>
                <a:lnTo>
                  <a:pt x="2184" y="2933"/>
                </a:lnTo>
                <a:lnTo>
                  <a:pt x="2184" y="2932"/>
                </a:lnTo>
                <a:lnTo>
                  <a:pt x="2183" y="2932"/>
                </a:lnTo>
                <a:lnTo>
                  <a:pt x="2183" y="2930"/>
                </a:lnTo>
                <a:lnTo>
                  <a:pt x="2183" y="2929"/>
                </a:lnTo>
                <a:lnTo>
                  <a:pt x="2183" y="2928"/>
                </a:lnTo>
                <a:lnTo>
                  <a:pt x="2183" y="2927"/>
                </a:lnTo>
                <a:lnTo>
                  <a:pt x="2183" y="2926"/>
                </a:lnTo>
                <a:lnTo>
                  <a:pt x="2182" y="2926"/>
                </a:lnTo>
                <a:lnTo>
                  <a:pt x="2182" y="2925"/>
                </a:lnTo>
                <a:lnTo>
                  <a:pt x="2182" y="2924"/>
                </a:lnTo>
                <a:lnTo>
                  <a:pt x="2182" y="2923"/>
                </a:lnTo>
                <a:lnTo>
                  <a:pt x="2182" y="2922"/>
                </a:lnTo>
                <a:lnTo>
                  <a:pt x="2182" y="2921"/>
                </a:lnTo>
                <a:lnTo>
                  <a:pt x="2182" y="2920"/>
                </a:lnTo>
                <a:lnTo>
                  <a:pt x="2182" y="2919"/>
                </a:lnTo>
                <a:lnTo>
                  <a:pt x="2183" y="2919"/>
                </a:lnTo>
                <a:lnTo>
                  <a:pt x="2183" y="2918"/>
                </a:lnTo>
                <a:lnTo>
                  <a:pt x="2183" y="2917"/>
                </a:lnTo>
                <a:lnTo>
                  <a:pt x="2183" y="2916"/>
                </a:lnTo>
                <a:lnTo>
                  <a:pt x="2182" y="2916"/>
                </a:lnTo>
                <a:lnTo>
                  <a:pt x="2182" y="2915"/>
                </a:lnTo>
                <a:lnTo>
                  <a:pt x="2182" y="2914"/>
                </a:lnTo>
                <a:lnTo>
                  <a:pt x="2183" y="2914"/>
                </a:lnTo>
                <a:lnTo>
                  <a:pt x="2183" y="2915"/>
                </a:lnTo>
                <a:lnTo>
                  <a:pt x="2184" y="2915"/>
                </a:lnTo>
                <a:lnTo>
                  <a:pt x="2184" y="2914"/>
                </a:lnTo>
                <a:lnTo>
                  <a:pt x="2185" y="2914"/>
                </a:lnTo>
                <a:lnTo>
                  <a:pt x="2185" y="2913"/>
                </a:lnTo>
                <a:lnTo>
                  <a:pt x="2186" y="2913"/>
                </a:lnTo>
                <a:lnTo>
                  <a:pt x="2186" y="2912"/>
                </a:lnTo>
                <a:lnTo>
                  <a:pt x="2186" y="2911"/>
                </a:lnTo>
                <a:lnTo>
                  <a:pt x="2187" y="2911"/>
                </a:lnTo>
                <a:lnTo>
                  <a:pt x="2187" y="2910"/>
                </a:lnTo>
                <a:lnTo>
                  <a:pt x="2187" y="2909"/>
                </a:lnTo>
                <a:lnTo>
                  <a:pt x="2188" y="2909"/>
                </a:lnTo>
                <a:lnTo>
                  <a:pt x="2188" y="2908"/>
                </a:lnTo>
                <a:lnTo>
                  <a:pt x="2188" y="2907"/>
                </a:lnTo>
                <a:lnTo>
                  <a:pt x="2189" y="2907"/>
                </a:lnTo>
                <a:lnTo>
                  <a:pt x="2189" y="2906"/>
                </a:lnTo>
                <a:lnTo>
                  <a:pt x="2189" y="2905"/>
                </a:lnTo>
                <a:lnTo>
                  <a:pt x="2190" y="2905"/>
                </a:lnTo>
                <a:lnTo>
                  <a:pt x="2190" y="2904"/>
                </a:lnTo>
                <a:lnTo>
                  <a:pt x="2189" y="2904"/>
                </a:lnTo>
                <a:lnTo>
                  <a:pt x="2190" y="2904"/>
                </a:lnTo>
                <a:lnTo>
                  <a:pt x="2190" y="2903"/>
                </a:lnTo>
                <a:lnTo>
                  <a:pt x="2190" y="2902"/>
                </a:lnTo>
                <a:lnTo>
                  <a:pt x="2190" y="2901"/>
                </a:lnTo>
                <a:lnTo>
                  <a:pt x="2191" y="2901"/>
                </a:lnTo>
                <a:lnTo>
                  <a:pt x="2191" y="2900"/>
                </a:lnTo>
                <a:lnTo>
                  <a:pt x="2191" y="2899"/>
                </a:lnTo>
                <a:lnTo>
                  <a:pt x="2191" y="2898"/>
                </a:lnTo>
                <a:lnTo>
                  <a:pt x="2192" y="2898"/>
                </a:lnTo>
                <a:lnTo>
                  <a:pt x="2192" y="2897"/>
                </a:lnTo>
                <a:lnTo>
                  <a:pt x="2192" y="2896"/>
                </a:lnTo>
                <a:lnTo>
                  <a:pt x="2193" y="2896"/>
                </a:lnTo>
                <a:lnTo>
                  <a:pt x="2193" y="2895"/>
                </a:lnTo>
                <a:lnTo>
                  <a:pt x="2194" y="2895"/>
                </a:lnTo>
                <a:lnTo>
                  <a:pt x="2194" y="2896"/>
                </a:lnTo>
                <a:lnTo>
                  <a:pt x="2195" y="2896"/>
                </a:lnTo>
                <a:lnTo>
                  <a:pt x="2195" y="2895"/>
                </a:lnTo>
                <a:lnTo>
                  <a:pt x="2195" y="2896"/>
                </a:lnTo>
                <a:lnTo>
                  <a:pt x="2196" y="2896"/>
                </a:lnTo>
                <a:lnTo>
                  <a:pt x="2196" y="2897"/>
                </a:lnTo>
                <a:lnTo>
                  <a:pt x="2197" y="2897"/>
                </a:lnTo>
                <a:lnTo>
                  <a:pt x="2197" y="2898"/>
                </a:lnTo>
                <a:lnTo>
                  <a:pt x="2198" y="2898"/>
                </a:lnTo>
                <a:lnTo>
                  <a:pt x="2198" y="2899"/>
                </a:lnTo>
                <a:lnTo>
                  <a:pt x="2198" y="2900"/>
                </a:lnTo>
                <a:lnTo>
                  <a:pt x="2199" y="2900"/>
                </a:lnTo>
                <a:lnTo>
                  <a:pt x="2199" y="2901"/>
                </a:lnTo>
                <a:lnTo>
                  <a:pt x="2200" y="2901"/>
                </a:lnTo>
                <a:lnTo>
                  <a:pt x="2201" y="2901"/>
                </a:lnTo>
                <a:lnTo>
                  <a:pt x="2202" y="2901"/>
                </a:lnTo>
                <a:lnTo>
                  <a:pt x="2202" y="2900"/>
                </a:lnTo>
                <a:lnTo>
                  <a:pt x="2203" y="2900"/>
                </a:lnTo>
                <a:lnTo>
                  <a:pt x="2203" y="2899"/>
                </a:lnTo>
                <a:lnTo>
                  <a:pt x="2204" y="2899"/>
                </a:lnTo>
                <a:lnTo>
                  <a:pt x="2204" y="2898"/>
                </a:lnTo>
                <a:lnTo>
                  <a:pt x="2205" y="2898"/>
                </a:lnTo>
                <a:lnTo>
                  <a:pt x="2205" y="2897"/>
                </a:lnTo>
                <a:lnTo>
                  <a:pt x="2206" y="2897"/>
                </a:lnTo>
                <a:lnTo>
                  <a:pt x="2206" y="2896"/>
                </a:lnTo>
                <a:lnTo>
                  <a:pt x="2207" y="2896"/>
                </a:lnTo>
                <a:lnTo>
                  <a:pt x="2207" y="2895"/>
                </a:lnTo>
                <a:lnTo>
                  <a:pt x="2207" y="2894"/>
                </a:lnTo>
                <a:lnTo>
                  <a:pt x="2208" y="2894"/>
                </a:lnTo>
                <a:lnTo>
                  <a:pt x="2208" y="2893"/>
                </a:lnTo>
                <a:lnTo>
                  <a:pt x="2208" y="2892"/>
                </a:lnTo>
                <a:lnTo>
                  <a:pt x="2209" y="2892"/>
                </a:lnTo>
                <a:lnTo>
                  <a:pt x="2209" y="2891"/>
                </a:lnTo>
                <a:lnTo>
                  <a:pt x="2210" y="2891"/>
                </a:lnTo>
                <a:lnTo>
                  <a:pt x="2210" y="2892"/>
                </a:lnTo>
                <a:lnTo>
                  <a:pt x="2210" y="2891"/>
                </a:lnTo>
                <a:lnTo>
                  <a:pt x="2210" y="2892"/>
                </a:lnTo>
                <a:lnTo>
                  <a:pt x="2211" y="2892"/>
                </a:lnTo>
                <a:lnTo>
                  <a:pt x="2211" y="2891"/>
                </a:lnTo>
                <a:lnTo>
                  <a:pt x="2212" y="2891"/>
                </a:lnTo>
                <a:lnTo>
                  <a:pt x="2212" y="2892"/>
                </a:lnTo>
                <a:lnTo>
                  <a:pt x="2212" y="2891"/>
                </a:lnTo>
                <a:lnTo>
                  <a:pt x="2213" y="2891"/>
                </a:lnTo>
                <a:lnTo>
                  <a:pt x="2214" y="2891"/>
                </a:lnTo>
                <a:lnTo>
                  <a:pt x="2214" y="2890"/>
                </a:lnTo>
                <a:lnTo>
                  <a:pt x="2214" y="2889"/>
                </a:lnTo>
                <a:lnTo>
                  <a:pt x="2214" y="2888"/>
                </a:lnTo>
                <a:lnTo>
                  <a:pt x="2215" y="2888"/>
                </a:lnTo>
                <a:lnTo>
                  <a:pt x="2215" y="2889"/>
                </a:lnTo>
                <a:lnTo>
                  <a:pt x="2215" y="2888"/>
                </a:lnTo>
                <a:lnTo>
                  <a:pt x="2216" y="2888"/>
                </a:lnTo>
                <a:lnTo>
                  <a:pt x="2216" y="2887"/>
                </a:lnTo>
                <a:lnTo>
                  <a:pt x="2216" y="2886"/>
                </a:lnTo>
                <a:lnTo>
                  <a:pt x="2216" y="2885"/>
                </a:lnTo>
                <a:lnTo>
                  <a:pt x="2216" y="2884"/>
                </a:lnTo>
                <a:lnTo>
                  <a:pt x="2217" y="2884"/>
                </a:lnTo>
                <a:lnTo>
                  <a:pt x="2216" y="2884"/>
                </a:lnTo>
                <a:lnTo>
                  <a:pt x="2216" y="2883"/>
                </a:lnTo>
                <a:lnTo>
                  <a:pt x="2217" y="2883"/>
                </a:lnTo>
                <a:lnTo>
                  <a:pt x="2217" y="2882"/>
                </a:lnTo>
                <a:lnTo>
                  <a:pt x="2217" y="2883"/>
                </a:lnTo>
                <a:lnTo>
                  <a:pt x="2218" y="2883"/>
                </a:lnTo>
                <a:lnTo>
                  <a:pt x="2219" y="2883"/>
                </a:lnTo>
                <a:lnTo>
                  <a:pt x="2220" y="2883"/>
                </a:lnTo>
                <a:lnTo>
                  <a:pt x="2220" y="2882"/>
                </a:lnTo>
                <a:lnTo>
                  <a:pt x="2220" y="2881"/>
                </a:lnTo>
                <a:lnTo>
                  <a:pt x="2221" y="2881"/>
                </a:lnTo>
                <a:lnTo>
                  <a:pt x="2221" y="2880"/>
                </a:lnTo>
                <a:lnTo>
                  <a:pt x="2221" y="2879"/>
                </a:lnTo>
                <a:lnTo>
                  <a:pt x="2220" y="2879"/>
                </a:lnTo>
                <a:lnTo>
                  <a:pt x="2221" y="2879"/>
                </a:lnTo>
                <a:lnTo>
                  <a:pt x="2221" y="2878"/>
                </a:lnTo>
                <a:lnTo>
                  <a:pt x="2221" y="2877"/>
                </a:lnTo>
                <a:lnTo>
                  <a:pt x="2222" y="2877"/>
                </a:lnTo>
                <a:lnTo>
                  <a:pt x="2222" y="2876"/>
                </a:lnTo>
                <a:lnTo>
                  <a:pt x="2221" y="2876"/>
                </a:lnTo>
                <a:lnTo>
                  <a:pt x="2221" y="2875"/>
                </a:lnTo>
                <a:lnTo>
                  <a:pt x="2221" y="2874"/>
                </a:lnTo>
                <a:lnTo>
                  <a:pt x="2220" y="2874"/>
                </a:lnTo>
                <a:lnTo>
                  <a:pt x="2221" y="2874"/>
                </a:lnTo>
                <a:lnTo>
                  <a:pt x="2220" y="2874"/>
                </a:lnTo>
                <a:lnTo>
                  <a:pt x="2220" y="2873"/>
                </a:lnTo>
                <a:lnTo>
                  <a:pt x="2220" y="2872"/>
                </a:lnTo>
                <a:lnTo>
                  <a:pt x="2219" y="2872"/>
                </a:lnTo>
                <a:lnTo>
                  <a:pt x="2219" y="2871"/>
                </a:lnTo>
                <a:lnTo>
                  <a:pt x="2219" y="2870"/>
                </a:lnTo>
                <a:lnTo>
                  <a:pt x="2220" y="2870"/>
                </a:lnTo>
                <a:lnTo>
                  <a:pt x="2220" y="2869"/>
                </a:lnTo>
                <a:lnTo>
                  <a:pt x="2220" y="2870"/>
                </a:lnTo>
                <a:lnTo>
                  <a:pt x="2220" y="2869"/>
                </a:lnTo>
                <a:lnTo>
                  <a:pt x="2220" y="2870"/>
                </a:lnTo>
                <a:lnTo>
                  <a:pt x="2220" y="2869"/>
                </a:lnTo>
                <a:lnTo>
                  <a:pt x="2221" y="2869"/>
                </a:lnTo>
                <a:lnTo>
                  <a:pt x="2222" y="2869"/>
                </a:lnTo>
                <a:lnTo>
                  <a:pt x="2222" y="2868"/>
                </a:lnTo>
                <a:lnTo>
                  <a:pt x="2222" y="2867"/>
                </a:lnTo>
                <a:lnTo>
                  <a:pt x="2223" y="2867"/>
                </a:lnTo>
                <a:lnTo>
                  <a:pt x="2223" y="2866"/>
                </a:lnTo>
                <a:lnTo>
                  <a:pt x="2224" y="2866"/>
                </a:lnTo>
                <a:lnTo>
                  <a:pt x="2224" y="2865"/>
                </a:lnTo>
                <a:lnTo>
                  <a:pt x="2224" y="2864"/>
                </a:lnTo>
                <a:lnTo>
                  <a:pt x="2224" y="2863"/>
                </a:lnTo>
                <a:lnTo>
                  <a:pt x="2224" y="2862"/>
                </a:lnTo>
                <a:lnTo>
                  <a:pt x="2224" y="2861"/>
                </a:lnTo>
                <a:lnTo>
                  <a:pt x="2223" y="2861"/>
                </a:lnTo>
                <a:lnTo>
                  <a:pt x="2223" y="2860"/>
                </a:lnTo>
                <a:lnTo>
                  <a:pt x="2223" y="2859"/>
                </a:lnTo>
                <a:lnTo>
                  <a:pt x="2222" y="2859"/>
                </a:lnTo>
                <a:lnTo>
                  <a:pt x="2223" y="2859"/>
                </a:lnTo>
                <a:lnTo>
                  <a:pt x="2224" y="2859"/>
                </a:lnTo>
                <a:lnTo>
                  <a:pt x="2224" y="2860"/>
                </a:lnTo>
                <a:lnTo>
                  <a:pt x="2225" y="2860"/>
                </a:lnTo>
                <a:lnTo>
                  <a:pt x="2226" y="2860"/>
                </a:lnTo>
                <a:lnTo>
                  <a:pt x="2226" y="2859"/>
                </a:lnTo>
                <a:lnTo>
                  <a:pt x="2226" y="2860"/>
                </a:lnTo>
                <a:lnTo>
                  <a:pt x="2227" y="2860"/>
                </a:lnTo>
                <a:lnTo>
                  <a:pt x="2228" y="2860"/>
                </a:lnTo>
                <a:lnTo>
                  <a:pt x="2228" y="2861"/>
                </a:lnTo>
                <a:lnTo>
                  <a:pt x="2229" y="2861"/>
                </a:lnTo>
                <a:lnTo>
                  <a:pt x="2229" y="2860"/>
                </a:lnTo>
                <a:lnTo>
                  <a:pt x="2230" y="2860"/>
                </a:lnTo>
                <a:lnTo>
                  <a:pt x="2230" y="2861"/>
                </a:lnTo>
                <a:lnTo>
                  <a:pt x="2231" y="2861"/>
                </a:lnTo>
                <a:lnTo>
                  <a:pt x="2231" y="2862"/>
                </a:lnTo>
                <a:lnTo>
                  <a:pt x="2232" y="2862"/>
                </a:lnTo>
                <a:lnTo>
                  <a:pt x="2232" y="2863"/>
                </a:lnTo>
                <a:lnTo>
                  <a:pt x="2233" y="2863"/>
                </a:lnTo>
                <a:lnTo>
                  <a:pt x="2233" y="2864"/>
                </a:lnTo>
                <a:lnTo>
                  <a:pt x="2234" y="2864"/>
                </a:lnTo>
                <a:lnTo>
                  <a:pt x="2234" y="2865"/>
                </a:lnTo>
                <a:lnTo>
                  <a:pt x="2234" y="2866"/>
                </a:lnTo>
                <a:lnTo>
                  <a:pt x="2235" y="2866"/>
                </a:lnTo>
                <a:lnTo>
                  <a:pt x="2235" y="2867"/>
                </a:lnTo>
                <a:lnTo>
                  <a:pt x="2236" y="2867"/>
                </a:lnTo>
                <a:lnTo>
                  <a:pt x="2236" y="2866"/>
                </a:lnTo>
                <a:lnTo>
                  <a:pt x="2236" y="2865"/>
                </a:lnTo>
                <a:lnTo>
                  <a:pt x="2237" y="2865"/>
                </a:lnTo>
                <a:lnTo>
                  <a:pt x="2238" y="2865"/>
                </a:lnTo>
                <a:lnTo>
                  <a:pt x="2238" y="2864"/>
                </a:lnTo>
                <a:lnTo>
                  <a:pt x="2239" y="2864"/>
                </a:lnTo>
                <a:lnTo>
                  <a:pt x="2240" y="2864"/>
                </a:lnTo>
                <a:lnTo>
                  <a:pt x="2240" y="2863"/>
                </a:lnTo>
                <a:lnTo>
                  <a:pt x="2241" y="2863"/>
                </a:lnTo>
                <a:lnTo>
                  <a:pt x="2241" y="2862"/>
                </a:lnTo>
                <a:lnTo>
                  <a:pt x="2242" y="2862"/>
                </a:lnTo>
                <a:lnTo>
                  <a:pt x="2243" y="2862"/>
                </a:lnTo>
                <a:lnTo>
                  <a:pt x="2244" y="2862"/>
                </a:lnTo>
                <a:lnTo>
                  <a:pt x="2244" y="2861"/>
                </a:lnTo>
                <a:lnTo>
                  <a:pt x="2244" y="2860"/>
                </a:lnTo>
                <a:lnTo>
                  <a:pt x="2244" y="2859"/>
                </a:lnTo>
                <a:lnTo>
                  <a:pt x="2244" y="2858"/>
                </a:lnTo>
                <a:lnTo>
                  <a:pt x="2244" y="2857"/>
                </a:lnTo>
                <a:lnTo>
                  <a:pt x="2244" y="2856"/>
                </a:lnTo>
                <a:lnTo>
                  <a:pt x="2244" y="2855"/>
                </a:lnTo>
                <a:lnTo>
                  <a:pt x="2245" y="2855"/>
                </a:lnTo>
                <a:lnTo>
                  <a:pt x="2245" y="2854"/>
                </a:lnTo>
                <a:lnTo>
                  <a:pt x="2246" y="2854"/>
                </a:lnTo>
                <a:lnTo>
                  <a:pt x="2246" y="2853"/>
                </a:lnTo>
                <a:lnTo>
                  <a:pt x="2247" y="2853"/>
                </a:lnTo>
                <a:lnTo>
                  <a:pt x="2248" y="2853"/>
                </a:lnTo>
                <a:lnTo>
                  <a:pt x="2249" y="2853"/>
                </a:lnTo>
                <a:lnTo>
                  <a:pt x="2249" y="2852"/>
                </a:lnTo>
                <a:lnTo>
                  <a:pt x="2249" y="2851"/>
                </a:lnTo>
                <a:lnTo>
                  <a:pt x="2250" y="2851"/>
                </a:lnTo>
                <a:lnTo>
                  <a:pt x="2250" y="2850"/>
                </a:lnTo>
                <a:lnTo>
                  <a:pt x="2249" y="2850"/>
                </a:lnTo>
                <a:lnTo>
                  <a:pt x="2249" y="2849"/>
                </a:lnTo>
                <a:lnTo>
                  <a:pt x="2249" y="2848"/>
                </a:lnTo>
                <a:lnTo>
                  <a:pt x="2249" y="2847"/>
                </a:lnTo>
                <a:lnTo>
                  <a:pt x="2250" y="2847"/>
                </a:lnTo>
                <a:lnTo>
                  <a:pt x="2250" y="2846"/>
                </a:lnTo>
                <a:lnTo>
                  <a:pt x="2251" y="2846"/>
                </a:lnTo>
                <a:lnTo>
                  <a:pt x="2251" y="2845"/>
                </a:lnTo>
                <a:lnTo>
                  <a:pt x="2251" y="2844"/>
                </a:lnTo>
                <a:lnTo>
                  <a:pt x="2250" y="2844"/>
                </a:lnTo>
                <a:lnTo>
                  <a:pt x="2250" y="2843"/>
                </a:lnTo>
                <a:lnTo>
                  <a:pt x="2250" y="2842"/>
                </a:lnTo>
                <a:lnTo>
                  <a:pt x="2251" y="2842"/>
                </a:lnTo>
                <a:lnTo>
                  <a:pt x="2252" y="2842"/>
                </a:lnTo>
                <a:lnTo>
                  <a:pt x="2252" y="2841"/>
                </a:lnTo>
                <a:lnTo>
                  <a:pt x="2252" y="2840"/>
                </a:lnTo>
                <a:lnTo>
                  <a:pt x="2253" y="2839"/>
                </a:lnTo>
                <a:lnTo>
                  <a:pt x="2254" y="2839"/>
                </a:lnTo>
                <a:lnTo>
                  <a:pt x="2254" y="2838"/>
                </a:lnTo>
                <a:lnTo>
                  <a:pt x="2254" y="2837"/>
                </a:lnTo>
                <a:lnTo>
                  <a:pt x="2255" y="2837"/>
                </a:lnTo>
                <a:lnTo>
                  <a:pt x="2255" y="2836"/>
                </a:lnTo>
                <a:lnTo>
                  <a:pt x="2256" y="2836"/>
                </a:lnTo>
                <a:lnTo>
                  <a:pt x="2257" y="2836"/>
                </a:lnTo>
                <a:lnTo>
                  <a:pt x="2257" y="2837"/>
                </a:lnTo>
                <a:lnTo>
                  <a:pt x="2257" y="2836"/>
                </a:lnTo>
                <a:lnTo>
                  <a:pt x="2258" y="2836"/>
                </a:lnTo>
                <a:lnTo>
                  <a:pt x="2258" y="2837"/>
                </a:lnTo>
                <a:lnTo>
                  <a:pt x="2259" y="2837"/>
                </a:lnTo>
                <a:lnTo>
                  <a:pt x="2259" y="2838"/>
                </a:lnTo>
                <a:lnTo>
                  <a:pt x="2260" y="2838"/>
                </a:lnTo>
                <a:lnTo>
                  <a:pt x="2261" y="2838"/>
                </a:lnTo>
                <a:lnTo>
                  <a:pt x="2261" y="2839"/>
                </a:lnTo>
                <a:lnTo>
                  <a:pt x="2262" y="2839"/>
                </a:lnTo>
                <a:lnTo>
                  <a:pt x="2262" y="2840"/>
                </a:lnTo>
                <a:lnTo>
                  <a:pt x="2262" y="2839"/>
                </a:lnTo>
                <a:lnTo>
                  <a:pt x="2262" y="2840"/>
                </a:lnTo>
                <a:lnTo>
                  <a:pt x="2263" y="2840"/>
                </a:lnTo>
                <a:lnTo>
                  <a:pt x="2264" y="2840"/>
                </a:lnTo>
                <a:lnTo>
                  <a:pt x="2264" y="2841"/>
                </a:lnTo>
                <a:lnTo>
                  <a:pt x="2265" y="2841"/>
                </a:lnTo>
                <a:lnTo>
                  <a:pt x="2265" y="2840"/>
                </a:lnTo>
                <a:lnTo>
                  <a:pt x="2266" y="2840"/>
                </a:lnTo>
                <a:lnTo>
                  <a:pt x="2266" y="2839"/>
                </a:lnTo>
                <a:lnTo>
                  <a:pt x="2267" y="2839"/>
                </a:lnTo>
                <a:lnTo>
                  <a:pt x="2268" y="2839"/>
                </a:lnTo>
                <a:lnTo>
                  <a:pt x="2268" y="2838"/>
                </a:lnTo>
                <a:lnTo>
                  <a:pt x="2269" y="2838"/>
                </a:lnTo>
                <a:lnTo>
                  <a:pt x="2269" y="2837"/>
                </a:lnTo>
                <a:lnTo>
                  <a:pt x="2269" y="2836"/>
                </a:lnTo>
                <a:lnTo>
                  <a:pt x="2270" y="2836"/>
                </a:lnTo>
                <a:lnTo>
                  <a:pt x="2271" y="2836"/>
                </a:lnTo>
                <a:lnTo>
                  <a:pt x="2271" y="2835"/>
                </a:lnTo>
                <a:lnTo>
                  <a:pt x="2271" y="2834"/>
                </a:lnTo>
                <a:lnTo>
                  <a:pt x="2271" y="2833"/>
                </a:lnTo>
                <a:lnTo>
                  <a:pt x="2271" y="2832"/>
                </a:lnTo>
                <a:lnTo>
                  <a:pt x="2271" y="2831"/>
                </a:lnTo>
                <a:lnTo>
                  <a:pt x="2271" y="2830"/>
                </a:lnTo>
                <a:lnTo>
                  <a:pt x="2270" y="2830"/>
                </a:lnTo>
                <a:lnTo>
                  <a:pt x="2270" y="2829"/>
                </a:lnTo>
                <a:lnTo>
                  <a:pt x="2269" y="2829"/>
                </a:lnTo>
                <a:lnTo>
                  <a:pt x="2269" y="2828"/>
                </a:lnTo>
                <a:lnTo>
                  <a:pt x="2269" y="2827"/>
                </a:lnTo>
                <a:lnTo>
                  <a:pt x="2269" y="2826"/>
                </a:lnTo>
                <a:lnTo>
                  <a:pt x="2268" y="2826"/>
                </a:lnTo>
                <a:lnTo>
                  <a:pt x="2267" y="2826"/>
                </a:lnTo>
                <a:lnTo>
                  <a:pt x="2267" y="2825"/>
                </a:lnTo>
                <a:lnTo>
                  <a:pt x="2267" y="2824"/>
                </a:lnTo>
                <a:lnTo>
                  <a:pt x="2267" y="2825"/>
                </a:lnTo>
                <a:lnTo>
                  <a:pt x="2266" y="2824"/>
                </a:lnTo>
                <a:lnTo>
                  <a:pt x="2266" y="2823"/>
                </a:lnTo>
                <a:lnTo>
                  <a:pt x="2265" y="2823"/>
                </a:lnTo>
                <a:lnTo>
                  <a:pt x="2264" y="2823"/>
                </a:lnTo>
                <a:lnTo>
                  <a:pt x="2263" y="2823"/>
                </a:lnTo>
                <a:lnTo>
                  <a:pt x="2263" y="2822"/>
                </a:lnTo>
                <a:lnTo>
                  <a:pt x="2263" y="2821"/>
                </a:lnTo>
                <a:lnTo>
                  <a:pt x="2262" y="2821"/>
                </a:lnTo>
                <a:lnTo>
                  <a:pt x="2262" y="2820"/>
                </a:lnTo>
                <a:lnTo>
                  <a:pt x="2263" y="2820"/>
                </a:lnTo>
                <a:lnTo>
                  <a:pt x="2262" y="2819"/>
                </a:lnTo>
                <a:lnTo>
                  <a:pt x="2262" y="2818"/>
                </a:lnTo>
                <a:lnTo>
                  <a:pt x="2262" y="2817"/>
                </a:lnTo>
                <a:lnTo>
                  <a:pt x="2262" y="2816"/>
                </a:lnTo>
                <a:lnTo>
                  <a:pt x="2262" y="2815"/>
                </a:lnTo>
                <a:lnTo>
                  <a:pt x="2262" y="2814"/>
                </a:lnTo>
                <a:lnTo>
                  <a:pt x="2261" y="2814"/>
                </a:lnTo>
                <a:lnTo>
                  <a:pt x="2261" y="2813"/>
                </a:lnTo>
                <a:lnTo>
                  <a:pt x="2260" y="2813"/>
                </a:lnTo>
                <a:lnTo>
                  <a:pt x="2260" y="2812"/>
                </a:lnTo>
                <a:lnTo>
                  <a:pt x="2260" y="2811"/>
                </a:lnTo>
                <a:lnTo>
                  <a:pt x="2260" y="2810"/>
                </a:lnTo>
                <a:lnTo>
                  <a:pt x="2259" y="2810"/>
                </a:lnTo>
                <a:lnTo>
                  <a:pt x="2259" y="2809"/>
                </a:lnTo>
                <a:lnTo>
                  <a:pt x="2260" y="2809"/>
                </a:lnTo>
                <a:lnTo>
                  <a:pt x="2259" y="2809"/>
                </a:lnTo>
                <a:lnTo>
                  <a:pt x="2259" y="2808"/>
                </a:lnTo>
                <a:lnTo>
                  <a:pt x="2260" y="2808"/>
                </a:lnTo>
                <a:lnTo>
                  <a:pt x="2260" y="2807"/>
                </a:lnTo>
                <a:lnTo>
                  <a:pt x="2260" y="2806"/>
                </a:lnTo>
                <a:lnTo>
                  <a:pt x="2261" y="2806"/>
                </a:lnTo>
                <a:lnTo>
                  <a:pt x="2261" y="2807"/>
                </a:lnTo>
                <a:lnTo>
                  <a:pt x="2262" y="2807"/>
                </a:lnTo>
                <a:lnTo>
                  <a:pt x="2263" y="2807"/>
                </a:lnTo>
                <a:lnTo>
                  <a:pt x="2263" y="2806"/>
                </a:lnTo>
                <a:lnTo>
                  <a:pt x="2264" y="2806"/>
                </a:lnTo>
                <a:lnTo>
                  <a:pt x="2264" y="2805"/>
                </a:lnTo>
                <a:lnTo>
                  <a:pt x="2265" y="2805"/>
                </a:lnTo>
                <a:lnTo>
                  <a:pt x="2266" y="2805"/>
                </a:lnTo>
                <a:lnTo>
                  <a:pt x="2266" y="2806"/>
                </a:lnTo>
                <a:lnTo>
                  <a:pt x="2267" y="2806"/>
                </a:lnTo>
                <a:lnTo>
                  <a:pt x="2267" y="2807"/>
                </a:lnTo>
                <a:lnTo>
                  <a:pt x="2267" y="2808"/>
                </a:lnTo>
                <a:lnTo>
                  <a:pt x="2267" y="2809"/>
                </a:lnTo>
                <a:lnTo>
                  <a:pt x="2267" y="2810"/>
                </a:lnTo>
                <a:lnTo>
                  <a:pt x="2267" y="2811"/>
                </a:lnTo>
                <a:lnTo>
                  <a:pt x="2268" y="2811"/>
                </a:lnTo>
                <a:lnTo>
                  <a:pt x="2268" y="2810"/>
                </a:lnTo>
                <a:lnTo>
                  <a:pt x="2269" y="2810"/>
                </a:lnTo>
                <a:lnTo>
                  <a:pt x="2269" y="2809"/>
                </a:lnTo>
                <a:lnTo>
                  <a:pt x="2270" y="2809"/>
                </a:lnTo>
                <a:lnTo>
                  <a:pt x="2271" y="2809"/>
                </a:lnTo>
                <a:lnTo>
                  <a:pt x="2271" y="2808"/>
                </a:lnTo>
                <a:lnTo>
                  <a:pt x="2272" y="2808"/>
                </a:lnTo>
                <a:lnTo>
                  <a:pt x="2272" y="2807"/>
                </a:lnTo>
                <a:lnTo>
                  <a:pt x="2272" y="2806"/>
                </a:lnTo>
                <a:lnTo>
                  <a:pt x="2271" y="2806"/>
                </a:lnTo>
                <a:lnTo>
                  <a:pt x="2271" y="2805"/>
                </a:lnTo>
                <a:lnTo>
                  <a:pt x="2271" y="2804"/>
                </a:lnTo>
                <a:lnTo>
                  <a:pt x="2272" y="2804"/>
                </a:lnTo>
                <a:lnTo>
                  <a:pt x="2273" y="2804"/>
                </a:lnTo>
                <a:lnTo>
                  <a:pt x="2273" y="2803"/>
                </a:lnTo>
                <a:lnTo>
                  <a:pt x="2273" y="2802"/>
                </a:lnTo>
                <a:lnTo>
                  <a:pt x="2274" y="2802"/>
                </a:lnTo>
                <a:lnTo>
                  <a:pt x="2274" y="2801"/>
                </a:lnTo>
                <a:lnTo>
                  <a:pt x="2273" y="2801"/>
                </a:lnTo>
                <a:lnTo>
                  <a:pt x="2273" y="2800"/>
                </a:lnTo>
                <a:lnTo>
                  <a:pt x="2273" y="2799"/>
                </a:lnTo>
                <a:lnTo>
                  <a:pt x="2273" y="2798"/>
                </a:lnTo>
                <a:lnTo>
                  <a:pt x="2272" y="2798"/>
                </a:lnTo>
                <a:lnTo>
                  <a:pt x="2272" y="2797"/>
                </a:lnTo>
                <a:lnTo>
                  <a:pt x="2272" y="2796"/>
                </a:lnTo>
                <a:lnTo>
                  <a:pt x="2271" y="2796"/>
                </a:lnTo>
                <a:lnTo>
                  <a:pt x="2270" y="2796"/>
                </a:lnTo>
                <a:lnTo>
                  <a:pt x="2269" y="2796"/>
                </a:lnTo>
                <a:lnTo>
                  <a:pt x="2268" y="2796"/>
                </a:lnTo>
                <a:lnTo>
                  <a:pt x="2268" y="2795"/>
                </a:lnTo>
                <a:lnTo>
                  <a:pt x="2269" y="2795"/>
                </a:lnTo>
                <a:lnTo>
                  <a:pt x="2269" y="2794"/>
                </a:lnTo>
                <a:lnTo>
                  <a:pt x="2269" y="2793"/>
                </a:lnTo>
                <a:lnTo>
                  <a:pt x="2269" y="2792"/>
                </a:lnTo>
                <a:lnTo>
                  <a:pt x="2268" y="2792"/>
                </a:lnTo>
                <a:lnTo>
                  <a:pt x="2269" y="2792"/>
                </a:lnTo>
                <a:lnTo>
                  <a:pt x="2269" y="2791"/>
                </a:lnTo>
                <a:lnTo>
                  <a:pt x="2269" y="2790"/>
                </a:lnTo>
                <a:lnTo>
                  <a:pt x="2269" y="2789"/>
                </a:lnTo>
                <a:lnTo>
                  <a:pt x="2270" y="2788"/>
                </a:lnTo>
                <a:lnTo>
                  <a:pt x="2271" y="2788"/>
                </a:lnTo>
                <a:lnTo>
                  <a:pt x="2271" y="2787"/>
                </a:lnTo>
                <a:lnTo>
                  <a:pt x="2271" y="2786"/>
                </a:lnTo>
                <a:lnTo>
                  <a:pt x="2272" y="2786"/>
                </a:lnTo>
                <a:lnTo>
                  <a:pt x="2273" y="2786"/>
                </a:lnTo>
                <a:lnTo>
                  <a:pt x="2273" y="2785"/>
                </a:lnTo>
                <a:lnTo>
                  <a:pt x="2274" y="2785"/>
                </a:lnTo>
                <a:lnTo>
                  <a:pt x="2274" y="2784"/>
                </a:lnTo>
                <a:lnTo>
                  <a:pt x="2273" y="2784"/>
                </a:lnTo>
                <a:lnTo>
                  <a:pt x="2273" y="2783"/>
                </a:lnTo>
                <a:lnTo>
                  <a:pt x="2273" y="2782"/>
                </a:lnTo>
                <a:lnTo>
                  <a:pt x="2273" y="2781"/>
                </a:lnTo>
                <a:lnTo>
                  <a:pt x="2274" y="2781"/>
                </a:lnTo>
                <a:lnTo>
                  <a:pt x="2274" y="2780"/>
                </a:lnTo>
                <a:lnTo>
                  <a:pt x="2275" y="2780"/>
                </a:lnTo>
                <a:lnTo>
                  <a:pt x="2274" y="2780"/>
                </a:lnTo>
                <a:lnTo>
                  <a:pt x="2274" y="2779"/>
                </a:lnTo>
                <a:lnTo>
                  <a:pt x="2275" y="2779"/>
                </a:lnTo>
                <a:lnTo>
                  <a:pt x="2275" y="2778"/>
                </a:lnTo>
                <a:lnTo>
                  <a:pt x="2275" y="2777"/>
                </a:lnTo>
                <a:lnTo>
                  <a:pt x="2274" y="2776"/>
                </a:lnTo>
                <a:lnTo>
                  <a:pt x="2274" y="2775"/>
                </a:lnTo>
                <a:lnTo>
                  <a:pt x="2275" y="2775"/>
                </a:lnTo>
                <a:lnTo>
                  <a:pt x="2275" y="2774"/>
                </a:lnTo>
                <a:lnTo>
                  <a:pt x="2275" y="2773"/>
                </a:lnTo>
                <a:lnTo>
                  <a:pt x="2275" y="2772"/>
                </a:lnTo>
                <a:lnTo>
                  <a:pt x="2275" y="2771"/>
                </a:lnTo>
                <a:lnTo>
                  <a:pt x="2275" y="2770"/>
                </a:lnTo>
                <a:lnTo>
                  <a:pt x="2276" y="2770"/>
                </a:lnTo>
                <a:lnTo>
                  <a:pt x="2276" y="2769"/>
                </a:lnTo>
                <a:lnTo>
                  <a:pt x="2275" y="2769"/>
                </a:lnTo>
                <a:lnTo>
                  <a:pt x="2275" y="2768"/>
                </a:lnTo>
                <a:lnTo>
                  <a:pt x="2275" y="2767"/>
                </a:lnTo>
                <a:lnTo>
                  <a:pt x="2275" y="2766"/>
                </a:lnTo>
                <a:lnTo>
                  <a:pt x="2275" y="2765"/>
                </a:lnTo>
                <a:lnTo>
                  <a:pt x="2275" y="2764"/>
                </a:lnTo>
                <a:lnTo>
                  <a:pt x="2275" y="2763"/>
                </a:lnTo>
                <a:lnTo>
                  <a:pt x="2275" y="2762"/>
                </a:lnTo>
                <a:lnTo>
                  <a:pt x="2276" y="2762"/>
                </a:lnTo>
                <a:lnTo>
                  <a:pt x="2277" y="2762"/>
                </a:lnTo>
                <a:lnTo>
                  <a:pt x="2277" y="2761"/>
                </a:lnTo>
                <a:lnTo>
                  <a:pt x="2277" y="2760"/>
                </a:lnTo>
                <a:lnTo>
                  <a:pt x="2278" y="2760"/>
                </a:lnTo>
                <a:lnTo>
                  <a:pt x="2278" y="2759"/>
                </a:lnTo>
                <a:lnTo>
                  <a:pt x="2278" y="2758"/>
                </a:lnTo>
                <a:lnTo>
                  <a:pt x="2277" y="2758"/>
                </a:lnTo>
                <a:lnTo>
                  <a:pt x="2277" y="2757"/>
                </a:lnTo>
                <a:lnTo>
                  <a:pt x="2278" y="2757"/>
                </a:lnTo>
                <a:lnTo>
                  <a:pt x="2278" y="2756"/>
                </a:lnTo>
                <a:lnTo>
                  <a:pt x="2277" y="2756"/>
                </a:lnTo>
                <a:lnTo>
                  <a:pt x="2277" y="2755"/>
                </a:lnTo>
                <a:lnTo>
                  <a:pt x="2277" y="2754"/>
                </a:lnTo>
                <a:lnTo>
                  <a:pt x="2276" y="2754"/>
                </a:lnTo>
                <a:lnTo>
                  <a:pt x="2276" y="2753"/>
                </a:lnTo>
                <a:lnTo>
                  <a:pt x="2276" y="2752"/>
                </a:lnTo>
                <a:lnTo>
                  <a:pt x="2277" y="2752"/>
                </a:lnTo>
                <a:lnTo>
                  <a:pt x="2276" y="2752"/>
                </a:lnTo>
                <a:lnTo>
                  <a:pt x="2276" y="2751"/>
                </a:lnTo>
                <a:lnTo>
                  <a:pt x="2277" y="2751"/>
                </a:lnTo>
                <a:lnTo>
                  <a:pt x="2277" y="2750"/>
                </a:lnTo>
                <a:lnTo>
                  <a:pt x="2276" y="2750"/>
                </a:lnTo>
                <a:lnTo>
                  <a:pt x="2275" y="2750"/>
                </a:lnTo>
                <a:lnTo>
                  <a:pt x="2275" y="2749"/>
                </a:lnTo>
                <a:lnTo>
                  <a:pt x="2275" y="2748"/>
                </a:lnTo>
                <a:lnTo>
                  <a:pt x="2274" y="2748"/>
                </a:lnTo>
                <a:lnTo>
                  <a:pt x="2274" y="2747"/>
                </a:lnTo>
                <a:lnTo>
                  <a:pt x="2275" y="2747"/>
                </a:lnTo>
                <a:lnTo>
                  <a:pt x="2275" y="2746"/>
                </a:lnTo>
                <a:lnTo>
                  <a:pt x="2275" y="2745"/>
                </a:lnTo>
                <a:lnTo>
                  <a:pt x="2275" y="2744"/>
                </a:lnTo>
                <a:lnTo>
                  <a:pt x="2275" y="2743"/>
                </a:lnTo>
                <a:lnTo>
                  <a:pt x="2276" y="2743"/>
                </a:lnTo>
                <a:lnTo>
                  <a:pt x="2276" y="2742"/>
                </a:lnTo>
                <a:lnTo>
                  <a:pt x="2275" y="2742"/>
                </a:lnTo>
                <a:lnTo>
                  <a:pt x="2276" y="2742"/>
                </a:lnTo>
                <a:lnTo>
                  <a:pt x="2276" y="2740"/>
                </a:lnTo>
                <a:lnTo>
                  <a:pt x="2276" y="2739"/>
                </a:lnTo>
                <a:lnTo>
                  <a:pt x="2276" y="2738"/>
                </a:lnTo>
                <a:lnTo>
                  <a:pt x="2276" y="2737"/>
                </a:lnTo>
                <a:lnTo>
                  <a:pt x="2275" y="2737"/>
                </a:lnTo>
                <a:lnTo>
                  <a:pt x="2275" y="2736"/>
                </a:lnTo>
                <a:lnTo>
                  <a:pt x="2274" y="2735"/>
                </a:lnTo>
                <a:lnTo>
                  <a:pt x="2274" y="2734"/>
                </a:lnTo>
                <a:lnTo>
                  <a:pt x="2273" y="2734"/>
                </a:lnTo>
                <a:lnTo>
                  <a:pt x="2273" y="2733"/>
                </a:lnTo>
                <a:lnTo>
                  <a:pt x="2274" y="2733"/>
                </a:lnTo>
                <a:lnTo>
                  <a:pt x="2274" y="2732"/>
                </a:lnTo>
                <a:lnTo>
                  <a:pt x="2275" y="2732"/>
                </a:lnTo>
                <a:lnTo>
                  <a:pt x="2275" y="2731"/>
                </a:lnTo>
                <a:lnTo>
                  <a:pt x="2276" y="2731"/>
                </a:lnTo>
                <a:lnTo>
                  <a:pt x="2276" y="2730"/>
                </a:lnTo>
                <a:lnTo>
                  <a:pt x="2275" y="2730"/>
                </a:lnTo>
                <a:lnTo>
                  <a:pt x="2275" y="2728"/>
                </a:lnTo>
                <a:lnTo>
                  <a:pt x="2275" y="2727"/>
                </a:lnTo>
                <a:lnTo>
                  <a:pt x="2275" y="2726"/>
                </a:lnTo>
                <a:lnTo>
                  <a:pt x="2275" y="2725"/>
                </a:lnTo>
                <a:lnTo>
                  <a:pt x="2274" y="2725"/>
                </a:lnTo>
                <a:lnTo>
                  <a:pt x="2275" y="2725"/>
                </a:lnTo>
                <a:lnTo>
                  <a:pt x="2275" y="2724"/>
                </a:lnTo>
                <a:lnTo>
                  <a:pt x="2275" y="2723"/>
                </a:lnTo>
                <a:lnTo>
                  <a:pt x="2274" y="2723"/>
                </a:lnTo>
                <a:lnTo>
                  <a:pt x="2275" y="2723"/>
                </a:lnTo>
                <a:lnTo>
                  <a:pt x="2274" y="2723"/>
                </a:lnTo>
                <a:lnTo>
                  <a:pt x="2274" y="2722"/>
                </a:lnTo>
                <a:lnTo>
                  <a:pt x="2274" y="2721"/>
                </a:lnTo>
                <a:lnTo>
                  <a:pt x="2274" y="2720"/>
                </a:lnTo>
                <a:lnTo>
                  <a:pt x="2274" y="2719"/>
                </a:lnTo>
                <a:lnTo>
                  <a:pt x="2274" y="2718"/>
                </a:lnTo>
                <a:lnTo>
                  <a:pt x="2273" y="2718"/>
                </a:lnTo>
                <a:lnTo>
                  <a:pt x="2274" y="2718"/>
                </a:lnTo>
                <a:lnTo>
                  <a:pt x="2274" y="2717"/>
                </a:lnTo>
                <a:lnTo>
                  <a:pt x="2275" y="2717"/>
                </a:lnTo>
                <a:lnTo>
                  <a:pt x="2275" y="2716"/>
                </a:lnTo>
                <a:lnTo>
                  <a:pt x="2276" y="2716"/>
                </a:lnTo>
                <a:lnTo>
                  <a:pt x="2276" y="2715"/>
                </a:lnTo>
                <a:lnTo>
                  <a:pt x="2276" y="2714"/>
                </a:lnTo>
                <a:lnTo>
                  <a:pt x="2277" y="2714"/>
                </a:lnTo>
                <a:lnTo>
                  <a:pt x="2276" y="2714"/>
                </a:lnTo>
                <a:lnTo>
                  <a:pt x="2276" y="2713"/>
                </a:lnTo>
                <a:lnTo>
                  <a:pt x="2276" y="2712"/>
                </a:lnTo>
                <a:lnTo>
                  <a:pt x="2275" y="2712"/>
                </a:lnTo>
                <a:lnTo>
                  <a:pt x="2275" y="2711"/>
                </a:lnTo>
                <a:lnTo>
                  <a:pt x="2274" y="2711"/>
                </a:lnTo>
                <a:lnTo>
                  <a:pt x="2273" y="2711"/>
                </a:lnTo>
                <a:lnTo>
                  <a:pt x="2272" y="2711"/>
                </a:lnTo>
                <a:lnTo>
                  <a:pt x="2272" y="2710"/>
                </a:lnTo>
                <a:lnTo>
                  <a:pt x="2272" y="2709"/>
                </a:lnTo>
                <a:lnTo>
                  <a:pt x="2272" y="2708"/>
                </a:lnTo>
                <a:lnTo>
                  <a:pt x="2271" y="2708"/>
                </a:lnTo>
                <a:lnTo>
                  <a:pt x="2271" y="2707"/>
                </a:lnTo>
                <a:lnTo>
                  <a:pt x="2272" y="2707"/>
                </a:lnTo>
                <a:lnTo>
                  <a:pt x="2272" y="2706"/>
                </a:lnTo>
                <a:lnTo>
                  <a:pt x="2272" y="2705"/>
                </a:lnTo>
                <a:lnTo>
                  <a:pt x="2271" y="2705"/>
                </a:lnTo>
                <a:lnTo>
                  <a:pt x="2271" y="2704"/>
                </a:lnTo>
                <a:lnTo>
                  <a:pt x="2272" y="2704"/>
                </a:lnTo>
                <a:lnTo>
                  <a:pt x="2272" y="2703"/>
                </a:lnTo>
                <a:lnTo>
                  <a:pt x="2271" y="2703"/>
                </a:lnTo>
                <a:lnTo>
                  <a:pt x="2271" y="2702"/>
                </a:lnTo>
                <a:lnTo>
                  <a:pt x="2271" y="2701"/>
                </a:lnTo>
                <a:lnTo>
                  <a:pt x="2271" y="2700"/>
                </a:lnTo>
                <a:lnTo>
                  <a:pt x="2271" y="2699"/>
                </a:lnTo>
                <a:lnTo>
                  <a:pt x="2270" y="2699"/>
                </a:lnTo>
                <a:lnTo>
                  <a:pt x="2270" y="2698"/>
                </a:lnTo>
                <a:lnTo>
                  <a:pt x="2270" y="2697"/>
                </a:lnTo>
                <a:lnTo>
                  <a:pt x="2270" y="2696"/>
                </a:lnTo>
                <a:lnTo>
                  <a:pt x="2271" y="2696"/>
                </a:lnTo>
                <a:lnTo>
                  <a:pt x="2272" y="2696"/>
                </a:lnTo>
                <a:lnTo>
                  <a:pt x="2272" y="2695"/>
                </a:lnTo>
                <a:lnTo>
                  <a:pt x="2273" y="2695"/>
                </a:lnTo>
                <a:lnTo>
                  <a:pt x="2272" y="2694"/>
                </a:lnTo>
                <a:lnTo>
                  <a:pt x="2273" y="2694"/>
                </a:lnTo>
                <a:lnTo>
                  <a:pt x="2273" y="2693"/>
                </a:lnTo>
                <a:lnTo>
                  <a:pt x="2273" y="2692"/>
                </a:lnTo>
                <a:lnTo>
                  <a:pt x="2272" y="2692"/>
                </a:lnTo>
                <a:lnTo>
                  <a:pt x="2272" y="2691"/>
                </a:lnTo>
                <a:lnTo>
                  <a:pt x="2272" y="2690"/>
                </a:lnTo>
                <a:lnTo>
                  <a:pt x="2273" y="2690"/>
                </a:lnTo>
                <a:lnTo>
                  <a:pt x="2273" y="2689"/>
                </a:lnTo>
                <a:lnTo>
                  <a:pt x="2274" y="2689"/>
                </a:lnTo>
                <a:lnTo>
                  <a:pt x="2274" y="2688"/>
                </a:lnTo>
                <a:lnTo>
                  <a:pt x="2273" y="2688"/>
                </a:lnTo>
                <a:lnTo>
                  <a:pt x="2273" y="2687"/>
                </a:lnTo>
                <a:lnTo>
                  <a:pt x="2274" y="2687"/>
                </a:lnTo>
                <a:lnTo>
                  <a:pt x="2274" y="2686"/>
                </a:lnTo>
                <a:lnTo>
                  <a:pt x="2274" y="2685"/>
                </a:lnTo>
                <a:lnTo>
                  <a:pt x="2274" y="2684"/>
                </a:lnTo>
                <a:lnTo>
                  <a:pt x="2273" y="2684"/>
                </a:lnTo>
                <a:lnTo>
                  <a:pt x="2273" y="2683"/>
                </a:lnTo>
                <a:lnTo>
                  <a:pt x="2274" y="2683"/>
                </a:lnTo>
                <a:lnTo>
                  <a:pt x="2274" y="2682"/>
                </a:lnTo>
                <a:lnTo>
                  <a:pt x="2273" y="2682"/>
                </a:lnTo>
                <a:lnTo>
                  <a:pt x="2272" y="2682"/>
                </a:lnTo>
                <a:lnTo>
                  <a:pt x="2272" y="2681"/>
                </a:lnTo>
                <a:lnTo>
                  <a:pt x="2271" y="2681"/>
                </a:lnTo>
                <a:lnTo>
                  <a:pt x="2271" y="2680"/>
                </a:lnTo>
                <a:lnTo>
                  <a:pt x="2271" y="2679"/>
                </a:lnTo>
                <a:lnTo>
                  <a:pt x="2270" y="2679"/>
                </a:lnTo>
                <a:lnTo>
                  <a:pt x="2271" y="2679"/>
                </a:lnTo>
                <a:lnTo>
                  <a:pt x="2271" y="2677"/>
                </a:lnTo>
                <a:lnTo>
                  <a:pt x="2271" y="2676"/>
                </a:lnTo>
                <a:lnTo>
                  <a:pt x="2270" y="2676"/>
                </a:lnTo>
                <a:lnTo>
                  <a:pt x="2270" y="2675"/>
                </a:lnTo>
                <a:lnTo>
                  <a:pt x="2269" y="2675"/>
                </a:lnTo>
                <a:lnTo>
                  <a:pt x="2269" y="2674"/>
                </a:lnTo>
                <a:lnTo>
                  <a:pt x="2270" y="2674"/>
                </a:lnTo>
                <a:lnTo>
                  <a:pt x="2270" y="2673"/>
                </a:lnTo>
                <a:lnTo>
                  <a:pt x="2269" y="2673"/>
                </a:lnTo>
                <a:lnTo>
                  <a:pt x="2269" y="2672"/>
                </a:lnTo>
                <a:lnTo>
                  <a:pt x="2270" y="2672"/>
                </a:lnTo>
                <a:lnTo>
                  <a:pt x="2271" y="2672"/>
                </a:lnTo>
                <a:lnTo>
                  <a:pt x="2271" y="2671"/>
                </a:lnTo>
                <a:lnTo>
                  <a:pt x="2271" y="2670"/>
                </a:lnTo>
                <a:lnTo>
                  <a:pt x="2270" y="2670"/>
                </a:lnTo>
                <a:lnTo>
                  <a:pt x="2270" y="2669"/>
                </a:lnTo>
                <a:lnTo>
                  <a:pt x="2269" y="2669"/>
                </a:lnTo>
                <a:lnTo>
                  <a:pt x="2269" y="2668"/>
                </a:lnTo>
                <a:lnTo>
                  <a:pt x="2269" y="2667"/>
                </a:lnTo>
                <a:lnTo>
                  <a:pt x="2270" y="2667"/>
                </a:lnTo>
                <a:lnTo>
                  <a:pt x="2270" y="2666"/>
                </a:lnTo>
                <a:lnTo>
                  <a:pt x="2270" y="2665"/>
                </a:lnTo>
                <a:lnTo>
                  <a:pt x="2271" y="2665"/>
                </a:lnTo>
                <a:lnTo>
                  <a:pt x="2271" y="2664"/>
                </a:lnTo>
                <a:lnTo>
                  <a:pt x="2271" y="2663"/>
                </a:lnTo>
                <a:lnTo>
                  <a:pt x="2270" y="2663"/>
                </a:lnTo>
                <a:lnTo>
                  <a:pt x="2270" y="2662"/>
                </a:lnTo>
                <a:lnTo>
                  <a:pt x="2271" y="2662"/>
                </a:lnTo>
                <a:lnTo>
                  <a:pt x="2271" y="2661"/>
                </a:lnTo>
                <a:lnTo>
                  <a:pt x="2271" y="2660"/>
                </a:lnTo>
                <a:lnTo>
                  <a:pt x="2270" y="2660"/>
                </a:lnTo>
                <a:lnTo>
                  <a:pt x="2270" y="2661"/>
                </a:lnTo>
                <a:lnTo>
                  <a:pt x="2270" y="2660"/>
                </a:lnTo>
                <a:lnTo>
                  <a:pt x="2269" y="2660"/>
                </a:lnTo>
                <a:lnTo>
                  <a:pt x="2269" y="2659"/>
                </a:lnTo>
                <a:lnTo>
                  <a:pt x="2268" y="2659"/>
                </a:lnTo>
                <a:lnTo>
                  <a:pt x="2268" y="2658"/>
                </a:lnTo>
                <a:lnTo>
                  <a:pt x="2267" y="2658"/>
                </a:lnTo>
                <a:lnTo>
                  <a:pt x="2267" y="2659"/>
                </a:lnTo>
                <a:lnTo>
                  <a:pt x="2266" y="2659"/>
                </a:lnTo>
                <a:lnTo>
                  <a:pt x="2266" y="2660"/>
                </a:lnTo>
                <a:lnTo>
                  <a:pt x="2265" y="2660"/>
                </a:lnTo>
                <a:lnTo>
                  <a:pt x="2264" y="2660"/>
                </a:lnTo>
                <a:lnTo>
                  <a:pt x="2264" y="2659"/>
                </a:lnTo>
                <a:lnTo>
                  <a:pt x="2263" y="2659"/>
                </a:lnTo>
                <a:lnTo>
                  <a:pt x="2262" y="2659"/>
                </a:lnTo>
                <a:lnTo>
                  <a:pt x="2261" y="2659"/>
                </a:lnTo>
                <a:lnTo>
                  <a:pt x="2261" y="2660"/>
                </a:lnTo>
                <a:lnTo>
                  <a:pt x="2260" y="2660"/>
                </a:lnTo>
                <a:lnTo>
                  <a:pt x="2260" y="2659"/>
                </a:lnTo>
                <a:lnTo>
                  <a:pt x="2260" y="2658"/>
                </a:lnTo>
                <a:lnTo>
                  <a:pt x="2260" y="2657"/>
                </a:lnTo>
                <a:lnTo>
                  <a:pt x="2260" y="2656"/>
                </a:lnTo>
                <a:lnTo>
                  <a:pt x="2259" y="2656"/>
                </a:lnTo>
                <a:lnTo>
                  <a:pt x="2259" y="2655"/>
                </a:lnTo>
                <a:lnTo>
                  <a:pt x="2259" y="2654"/>
                </a:lnTo>
                <a:lnTo>
                  <a:pt x="2258" y="2654"/>
                </a:lnTo>
                <a:lnTo>
                  <a:pt x="2258" y="2653"/>
                </a:lnTo>
                <a:lnTo>
                  <a:pt x="2258" y="2652"/>
                </a:lnTo>
                <a:lnTo>
                  <a:pt x="2257" y="2652"/>
                </a:lnTo>
                <a:lnTo>
                  <a:pt x="2257" y="2653"/>
                </a:lnTo>
                <a:lnTo>
                  <a:pt x="2256" y="2653"/>
                </a:lnTo>
                <a:lnTo>
                  <a:pt x="2256" y="2654"/>
                </a:lnTo>
                <a:lnTo>
                  <a:pt x="2255" y="2654"/>
                </a:lnTo>
                <a:lnTo>
                  <a:pt x="2255" y="2655"/>
                </a:lnTo>
                <a:lnTo>
                  <a:pt x="2255" y="2654"/>
                </a:lnTo>
                <a:lnTo>
                  <a:pt x="2254" y="2654"/>
                </a:lnTo>
                <a:lnTo>
                  <a:pt x="2253" y="2654"/>
                </a:lnTo>
                <a:lnTo>
                  <a:pt x="2253" y="2653"/>
                </a:lnTo>
                <a:lnTo>
                  <a:pt x="2252" y="2653"/>
                </a:lnTo>
                <a:lnTo>
                  <a:pt x="2251" y="2653"/>
                </a:lnTo>
                <a:lnTo>
                  <a:pt x="2250" y="2653"/>
                </a:lnTo>
                <a:lnTo>
                  <a:pt x="2250" y="2652"/>
                </a:lnTo>
                <a:lnTo>
                  <a:pt x="2249" y="2652"/>
                </a:lnTo>
                <a:lnTo>
                  <a:pt x="2249" y="2651"/>
                </a:lnTo>
                <a:lnTo>
                  <a:pt x="2248" y="2651"/>
                </a:lnTo>
                <a:lnTo>
                  <a:pt x="2248" y="2650"/>
                </a:lnTo>
                <a:lnTo>
                  <a:pt x="2247" y="2650"/>
                </a:lnTo>
                <a:lnTo>
                  <a:pt x="2246" y="2650"/>
                </a:lnTo>
                <a:lnTo>
                  <a:pt x="2246" y="2651"/>
                </a:lnTo>
                <a:lnTo>
                  <a:pt x="2246" y="2652"/>
                </a:lnTo>
                <a:lnTo>
                  <a:pt x="2247" y="2652"/>
                </a:lnTo>
                <a:lnTo>
                  <a:pt x="2246" y="2652"/>
                </a:lnTo>
                <a:lnTo>
                  <a:pt x="2246" y="2653"/>
                </a:lnTo>
                <a:lnTo>
                  <a:pt x="2247" y="2653"/>
                </a:lnTo>
                <a:lnTo>
                  <a:pt x="2247" y="2654"/>
                </a:lnTo>
                <a:lnTo>
                  <a:pt x="2247" y="2655"/>
                </a:lnTo>
                <a:lnTo>
                  <a:pt x="2246" y="2655"/>
                </a:lnTo>
                <a:lnTo>
                  <a:pt x="2246" y="2656"/>
                </a:lnTo>
                <a:lnTo>
                  <a:pt x="2247" y="2656"/>
                </a:lnTo>
                <a:lnTo>
                  <a:pt x="2246" y="2656"/>
                </a:lnTo>
                <a:lnTo>
                  <a:pt x="2247" y="2656"/>
                </a:lnTo>
                <a:lnTo>
                  <a:pt x="2247" y="2657"/>
                </a:lnTo>
                <a:lnTo>
                  <a:pt x="2246" y="2657"/>
                </a:lnTo>
                <a:lnTo>
                  <a:pt x="2246" y="2658"/>
                </a:lnTo>
                <a:lnTo>
                  <a:pt x="2246" y="2659"/>
                </a:lnTo>
                <a:lnTo>
                  <a:pt x="2247" y="2659"/>
                </a:lnTo>
                <a:lnTo>
                  <a:pt x="2247" y="2660"/>
                </a:lnTo>
                <a:lnTo>
                  <a:pt x="2246" y="2660"/>
                </a:lnTo>
                <a:lnTo>
                  <a:pt x="2246" y="2661"/>
                </a:lnTo>
                <a:lnTo>
                  <a:pt x="2246" y="2662"/>
                </a:lnTo>
                <a:lnTo>
                  <a:pt x="2245" y="2662"/>
                </a:lnTo>
                <a:lnTo>
                  <a:pt x="2244" y="2662"/>
                </a:lnTo>
                <a:lnTo>
                  <a:pt x="2244" y="2663"/>
                </a:lnTo>
                <a:lnTo>
                  <a:pt x="2243" y="2663"/>
                </a:lnTo>
                <a:lnTo>
                  <a:pt x="2243" y="2664"/>
                </a:lnTo>
                <a:lnTo>
                  <a:pt x="2243" y="2665"/>
                </a:lnTo>
                <a:lnTo>
                  <a:pt x="2242" y="2665"/>
                </a:lnTo>
                <a:lnTo>
                  <a:pt x="2242" y="2666"/>
                </a:lnTo>
                <a:lnTo>
                  <a:pt x="2241" y="2666"/>
                </a:lnTo>
                <a:lnTo>
                  <a:pt x="2240" y="2666"/>
                </a:lnTo>
                <a:lnTo>
                  <a:pt x="2239" y="2665"/>
                </a:lnTo>
                <a:lnTo>
                  <a:pt x="2239" y="2666"/>
                </a:lnTo>
                <a:lnTo>
                  <a:pt x="2238" y="2666"/>
                </a:lnTo>
                <a:lnTo>
                  <a:pt x="2237" y="2666"/>
                </a:lnTo>
                <a:lnTo>
                  <a:pt x="2237" y="2665"/>
                </a:lnTo>
                <a:lnTo>
                  <a:pt x="2236" y="2665"/>
                </a:lnTo>
                <a:lnTo>
                  <a:pt x="2236" y="2664"/>
                </a:lnTo>
                <a:lnTo>
                  <a:pt x="2236" y="2663"/>
                </a:lnTo>
                <a:lnTo>
                  <a:pt x="2235" y="2663"/>
                </a:lnTo>
                <a:lnTo>
                  <a:pt x="2235" y="2662"/>
                </a:lnTo>
                <a:lnTo>
                  <a:pt x="2235" y="2661"/>
                </a:lnTo>
                <a:lnTo>
                  <a:pt x="2235" y="2660"/>
                </a:lnTo>
                <a:lnTo>
                  <a:pt x="2235" y="2659"/>
                </a:lnTo>
                <a:lnTo>
                  <a:pt x="2235" y="2658"/>
                </a:lnTo>
                <a:lnTo>
                  <a:pt x="2235" y="2657"/>
                </a:lnTo>
                <a:lnTo>
                  <a:pt x="2235" y="2656"/>
                </a:lnTo>
                <a:lnTo>
                  <a:pt x="2234" y="2656"/>
                </a:lnTo>
                <a:lnTo>
                  <a:pt x="2234" y="2655"/>
                </a:lnTo>
                <a:lnTo>
                  <a:pt x="2234" y="2654"/>
                </a:lnTo>
                <a:lnTo>
                  <a:pt x="2235" y="2654"/>
                </a:lnTo>
                <a:lnTo>
                  <a:pt x="2235" y="2653"/>
                </a:lnTo>
                <a:lnTo>
                  <a:pt x="2234" y="2653"/>
                </a:lnTo>
                <a:lnTo>
                  <a:pt x="2233" y="2653"/>
                </a:lnTo>
                <a:lnTo>
                  <a:pt x="2233" y="2652"/>
                </a:lnTo>
                <a:lnTo>
                  <a:pt x="2233" y="2651"/>
                </a:lnTo>
                <a:lnTo>
                  <a:pt x="2232" y="2651"/>
                </a:lnTo>
                <a:lnTo>
                  <a:pt x="2232" y="2650"/>
                </a:lnTo>
                <a:lnTo>
                  <a:pt x="2232" y="2651"/>
                </a:lnTo>
                <a:lnTo>
                  <a:pt x="2231" y="2651"/>
                </a:lnTo>
                <a:lnTo>
                  <a:pt x="2231" y="2650"/>
                </a:lnTo>
                <a:lnTo>
                  <a:pt x="2231" y="2649"/>
                </a:lnTo>
                <a:lnTo>
                  <a:pt x="2230" y="2649"/>
                </a:lnTo>
                <a:lnTo>
                  <a:pt x="2230" y="2648"/>
                </a:lnTo>
                <a:lnTo>
                  <a:pt x="2229" y="2648"/>
                </a:lnTo>
                <a:lnTo>
                  <a:pt x="2229" y="2647"/>
                </a:lnTo>
                <a:lnTo>
                  <a:pt x="2229" y="2646"/>
                </a:lnTo>
                <a:lnTo>
                  <a:pt x="2228" y="2646"/>
                </a:lnTo>
                <a:lnTo>
                  <a:pt x="2228" y="2645"/>
                </a:lnTo>
                <a:lnTo>
                  <a:pt x="2228" y="2644"/>
                </a:lnTo>
                <a:lnTo>
                  <a:pt x="2228" y="2643"/>
                </a:lnTo>
                <a:lnTo>
                  <a:pt x="2229" y="2643"/>
                </a:lnTo>
                <a:lnTo>
                  <a:pt x="2230" y="2643"/>
                </a:lnTo>
                <a:lnTo>
                  <a:pt x="2230" y="2642"/>
                </a:lnTo>
                <a:lnTo>
                  <a:pt x="2229" y="2642"/>
                </a:lnTo>
                <a:lnTo>
                  <a:pt x="2229" y="2641"/>
                </a:lnTo>
                <a:lnTo>
                  <a:pt x="2228" y="2641"/>
                </a:lnTo>
                <a:lnTo>
                  <a:pt x="2227" y="2641"/>
                </a:lnTo>
                <a:lnTo>
                  <a:pt x="2227" y="2640"/>
                </a:lnTo>
                <a:lnTo>
                  <a:pt x="2227" y="2639"/>
                </a:lnTo>
                <a:lnTo>
                  <a:pt x="2227" y="2638"/>
                </a:lnTo>
                <a:lnTo>
                  <a:pt x="2227" y="2637"/>
                </a:lnTo>
                <a:lnTo>
                  <a:pt x="2228" y="2637"/>
                </a:lnTo>
                <a:lnTo>
                  <a:pt x="2228" y="2636"/>
                </a:lnTo>
                <a:lnTo>
                  <a:pt x="2228" y="2635"/>
                </a:lnTo>
                <a:lnTo>
                  <a:pt x="2227" y="2635"/>
                </a:lnTo>
                <a:lnTo>
                  <a:pt x="2226" y="2635"/>
                </a:lnTo>
                <a:lnTo>
                  <a:pt x="2226" y="2634"/>
                </a:lnTo>
                <a:lnTo>
                  <a:pt x="2225" y="2634"/>
                </a:lnTo>
                <a:lnTo>
                  <a:pt x="2224" y="2634"/>
                </a:lnTo>
                <a:lnTo>
                  <a:pt x="2224" y="2633"/>
                </a:lnTo>
                <a:lnTo>
                  <a:pt x="2223" y="2633"/>
                </a:lnTo>
                <a:lnTo>
                  <a:pt x="2223" y="2632"/>
                </a:lnTo>
                <a:lnTo>
                  <a:pt x="2223" y="2631"/>
                </a:lnTo>
                <a:lnTo>
                  <a:pt x="2223" y="2630"/>
                </a:lnTo>
                <a:lnTo>
                  <a:pt x="2224" y="2630"/>
                </a:lnTo>
                <a:lnTo>
                  <a:pt x="2224" y="2629"/>
                </a:lnTo>
                <a:lnTo>
                  <a:pt x="2225" y="2629"/>
                </a:lnTo>
                <a:lnTo>
                  <a:pt x="2226" y="2629"/>
                </a:lnTo>
                <a:lnTo>
                  <a:pt x="2226" y="2628"/>
                </a:lnTo>
                <a:lnTo>
                  <a:pt x="2225" y="2628"/>
                </a:lnTo>
                <a:lnTo>
                  <a:pt x="2226" y="2628"/>
                </a:lnTo>
                <a:lnTo>
                  <a:pt x="2226" y="2627"/>
                </a:lnTo>
                <a:lnTo>
                  <a:pt x="2226" y="2626"/>
                </a:lnTo>
                <a:lnTo>
                  <a:pt x="2225" y="2626"/>
                </a:lnTo>
                <a:lnTo>
                  <a:pt x="2226" y="2626"/>
                </a:lnTo>
                <a:lnTo>
                  <a:pt x="2225" y="2625"/>
                </a:lnTo>
                <a:lnTo>
                  <a:pt x="2225" y="2624"/>
                </a:lnTo>
                <a:lnTo>
                  <a:pt x="2225" y="2623"/>
                </a:lnTo>
                <a:lnTo>
                  <a:pt x="2224" y="2623"/>
                </a:lnTo>
                <a:lnTo>
                  <a:pt x="2224" y="2622"/>
                </a:lnTo>
                <a:lnTo>
                  <a:pt x="2223" y="2622"/>
                </a:lnTo>
                <a:lnTo>
                  <a:pt x="2222" y="2622"/>
                </a:lnTo>
                <a:lnTo>
                  <a:pt x="2221" y="2622"/>
                </a:lnTo>
                <a:lnTo>
                  <a:pt x="2221" y="2621"/>
                </a:lnTo>
                <a:lnTo>
                  <a:pt x="2220" y="2621"/>
                </a:lnTo>
                <a:lnTo>
                  <a:pt x="2220" y="2620"/>
                </a:lnTo>
                <a:lnTo>
                  <a:pt x="2220" y="2619"/>
                </a:lnTo>
                <a:lnTo>
                  <a:pt x="2220" y="2618"/>
                </a:lnTo>
                <a:lnTo>
                  <a:pt x="2219" y="2618"/>
                </a:lnTo>
                <a:lnTo>
                  <a:pt x="2219" y="2617"/>
                </a:lnTo>
                <a:lnTo>
                  <a:pt x="2220" y="2617"/>
                </a:lnTo>
                <a:lnTo>
                  <a:pt x="2220" y="2616"/>
                </a:lnTo>
                <a:lnTo>
                  <a:pt x="2220" y="2615"/>
                </a:lnTo>
                <a:lnTo>
                  <a:pt x="2220" y="2614"/>
                </a:lnTo>
                <a:lnTo>
                  <a:pt x="2220" y="2613"/>
                </a:lnTo>
                <a:lnTo>
                  <a:pt x="2220" y="2612"/>
                </a:lnTo>
                <a:lnTo>
                  <a:pt x="2220" y="2611"/>
                </a:lnTo>
                <a:lnTo>
                  <a:pt x="2221" y="2610"/>
                </a:lnTo>
                <a:lnTo>
                  <a:pt x="2221" y="2609"/>
                </a:lnTo>
                <a:lnTo>
                  <a:pt x="2221" y="2608"/>
                </a:lnTo>
                <a:lnTo>
                  <a:pt x="2222" y="2607"/>
                </a:lnTo>
                <a:lnTo>
                  <a:pt x="2222" y="2606"/>
                </a:lnTo>
                <a:lnTo>
                  <a:pt x="2222" y="2605"/>
                </a:lnTo>
                <a:lnTo>
                  <a:pt x="2221" y="2605"/>
                </a:lnTo>
                <a:lnTo>
                  <a:pt x="2221" y="2604"/>
                </a:lnTo>
                <a:lnTo>
                  <a:pt x="2221" y="2603"/>
                </a:lnTo>
                <a:lnTo>
                  <a:pt x="2220" y="2602"/>
                </a:lnTo>
                <a:lnTo>
                  <a:pt x="2220" y="2601"/>
                </a:lnTo>
                <a:lnTo>
                  <a:pt x="2219" y="2601"/>
                </a:lnTo>
                <a:lnTo>
                  <a:pt x="2219" y="2600"/>
                </a:lnTo>
                <a:lnTo>
                  <a:pt x="2218" y="2599"/>
                </a:lnTo>
                <a:lnTo>
                  <a:pt x="2217" y="2599"/>
                </a:lnTo>
                <a:lnTo>
                  <a:pt x="2216" y="2599"/>
                </a:lnTo>
                <a:lnTo>
                  <a:pt x="2216" y="2598"/>
                </a:lnTo>
                <a:lnTo>
                  <a:pt x="2216" y="2597"/>
                </a:lnTo>
                <a:lnTo>
                  <a:pt x="2216" y="2596"/>
                </a:lnTo>
                <a:lnTo>
                  <a:pt x="2215" y="2596"/>
                </a:lnTo>
                <a:lnTo>
                  <a:pt x="2215" y="2595"/>
                </a:lnTo>
                <a:lnTo>
                  <a:pt x="2214" y="2595"/>
                </a:lnTo>
                <a:lnTo>
                  <a:pt x="2213" y="2595"/>
                </a:lnTo>
                <a:lnTo>
                  <a:pt x="2212" y="2595"/>
                </a:lnTo>
                <a:lnTo>
                  <a:pt x="2212" y="2596"/>
                </a:lnTo>
                <a:lnTo>
                  <a:pt x="2212" y="2597"/>
                </a:lnTo>
                <a:lnTo>
                  <a:pt x="2211" y="2597"/>
                </a:lnTo>
                <a:lnTo>
                  <a:pt x="2210" y="2597"/>
                </a:lnTo>
                <a:lnTo>
                  <a:pt x="2210" y="2596"/>
                </a:lnTo>
                <a:lnTo>
                  <a:pt x="2209" y="2596"/>
                </a:lnTo>
                <a:lnTo>
                  <a:pt x="2209" y="2595"/>
                </a:lnTo>
                <a:lnTo>
                  <a:pt x="2208" y="2594"/>
                </a:lnTo>
                <a:lnTo>
                  <a:pt x="2209" y="2593"/>
                </a:lnTo>
                <a:lnTo>
                  <a:pt x="2209" y="2592"/>
                </a:lnTo>
                <a:lnTo>
                  <a:pt x="2209" y="2591"/>
                </a:lnTo>
                <a:lnTo>
                  <a:pt x="2209" y="2590"/>
                </a:lnTo>
                <a:lnTo>
                  <a:pt x="2209" y="2589"/>
                </a:lnTo>
                <a:lnTo>
                  <a:pt x="2208" y="2588"/>
                </a:lnTo>
                <a:lnTo>
                  <a:pt x="2207" y="2586"/>
                </a:lnTo>
                <a:lnTo>
                  <a:pt x="2206" y="2586"/>
                </a:lnTo>
                <a:lnTo>
                  <a:pt x="2205" y="2586"/>
                </a:lnTo>
                <a:lnTo>
                  <a:pt x="2204" y="2586"/>
                </a:lnTo>
                <a:lnTo>
                  <a:pt x="2203" y="2585"/>
                </a:lnTo>
                <a:lnTo>
                  <a:pt x="2204" y="2584"/>
                </a:lnTo>
                <a:lnTo>
                  <a:pt x="2204" y="2583"/>
                </a:lnTo>
                <a:lnTo>
                  <a:pt x="2203" y="2583"/>
                </a:lnTo>
                <a:lnTo>
                  <a:pt x="2202" y="2582"/>
                </a:lnTo>
                <a:lnTo>
                  <a:pt x="2202" y="2581"/>
                </a:lnTo>
                <a:lnTo>
                  <a:pt x="2201" y="2581"/>
                </a:lnTo>
                <a:lnTo>
                  <a:pt x="2200" y="2580"/>
                </a:lnTo>
                <a:lnTo>
                  <a:pt x="2200" y="2579"/>
                </a:lnTo>
                <a:lnTo>
                  <a:pt x="2199" y="2579"/>
                </a:lnTo>
                <a:lnTo>
                  <a:pt x="2197" y="2579"/>
                </a:lnTo>
                <a:lnTo>
                  <a:pt x="2196" y="2579"/>
                </a:lnTo>
                <a:lnTo>
                  <a:pt x="2195" y="2579"/>
                </a:lnTo>
                <a:lnTo>
                  <a:pt x="2194" y="2580"/>
                </a:lnTo>
                <a:lnTo>
                  <a:pt x="2194" y="2581"/>
                </a:lnTo>
                <a:lnTo>
                  <a:pt x="2194" y="2582"/>
                </a:lnTo>
                <a:lnTo>
                  <a:pt x="2193" y="2582"/>
                </a:lnTo>
                <a:lnTo>
                  <a:pt x="2192" y="2582"/>
                </a:lnTo>
                <a:lnTo>
                  <a:pt x="2191" y="2582"/>
                </a:lnTo>
                <a:lnTo>
                  <a:pt x="2190" y="2582"/>
                </a:lnTo>
                <a:lnTo>
                  <a:pt x="2189" y="2582"/>
                </a:lnTo>
                <a:lnTo>
                  <a:pt x="2189" y="2580"/>
                </a:lnTo>
                <a:lnTo>
                  <a:pt x="2188" y="2579"/>
                </a:lnTo>
                <a:lnTo>
                  <a:pt x="2187" y="2578"/>
                </a:lnTo>
                <a:lnTo>
                  <a:pt x="2186" y="2577"/>
                </a:lnTo>
                <a:lnTo>
                  <a:pt x="2185" y="2577"/>
                </a:lnTo>
                <a:lnTo>
                  <a:pt x="2185" y="2576"/>
                </a:lnTo>
                <a:lnTo>
                  <a:pt x="2184" y="2576"/>
                </a:lnTo>
                <a:lnTo>
                  <a:pt x="2184" y="2575"/>
                </a:lnTo>
                <a:lnTo>
                  <a:pt x="2184" y="2574"/>
                </a:lnTo>
                <a:lnTo>
                  <a:pt x="2184" y="2573"/>
                </a:lnTo>
                <a:lnTo>
                  <a:pt x="2184" y="2572"/>
                </a:lnTo>
                <a:lnTo>
                  <a:pt x="2184" y="2571"/>
                </a:lnTo>
                <a:lnTo>
                  <a:pt x="2184" y="2570"/>
                </a:lnTo>
                <a:lnTo>
                  <a:pt x="2184" y="2568"/>
                </a:lnTo>
                <a:lnTo>
                  <a:pt x="2183" y="2567"/>
                </a:lnTo>
                <a:lnTo>
                  <a:pt x="2183" y="2566"/>
                </a:lnTo>
                <a:lnTo>
                  <a:pt x="2182" y="2565"/>
                </a:lnTo>
                <a:lnTo>
                  <a:pt x="2181" y="2565"/>
                </a:lnTo>
                <a:lnTo>
                  <a:pt x="2180" y="2565"/>
                </a:lnTo>
                <a:lnTo>
                  <a:pt x="2180" y="2564"/>
                </a:lnTo>
                <a:lnTo>
                  <a:pt x="2180" y="2563"/>
                </a:lnTo>
                <a:lnTo>
                  <a:pt x="2179" y="2563"/>
                </a:lnTo>
                <a:lnTo>
                  <a:pt x="2178" y="2563"/>
                </a:lnTo>
                <a:lnTo>
                  <a:pt x="2177" y="2562"/>
                </a:lnTo>
                <a:lnTo>
                  <a:pt x="2177" y="2561"/>
                </a:lnTo>
                <a:lnTo>
                  <a:pt x="2175" y="2561"/>
                </a:lnTo>
                <a:lnTo>
                  <a:pt x="2174" y="2562"/>
                </a:lnTo>
                <a:lnTo>
                  <a:pt x="2174" y="2563"/>
                </a:lnTo>
                <a:lnTo>
                  <a:pt x="2173" y="2563"/>
                </a:lnTo>
                <a:lnTo>
                  <a:pt x="2172" y="2563"/>
                </a:lnTo>
                <a:lnTo>
                  <a:pt x="2171" y="2563"/>
                </a:lnTo>
                <a:lnTo>
                  <a:pt x="2171" y="2562"/>
                </a:lnTo>
                <a:lnTo>
                  <a:pt x="2171" y="2561"/>
                </a:lnTo>
                <a:lnTo>
                  <a:pt x="2170" y="2560"/>
                </a:lnTo>
                <a:lnTo>
                  <a:pt x="2169" y="2560"/>
                </a:lnTo>
                <a:lnTo>
                  <a:pt x="2168" y="2561"/>
                </a:lnTo>
                <a:lnTo>
                  <a:pt x="2167" y="2562"/>
                </a:lnTo>
                <a:lnTo>
                  <a:pt x="2166" y="2563"/>
                </a:lnTo>
                <a:lnTo>
                  <a:pt x="2166" y="2564"/>
                </a:lnTo>
                <a:lnTo>
                  <a:pt x="2165" y="2564"/>
                </a:lnTo>
                <a:lnTo>
                  <a:pt x="2164" y="2565"/>
                </a:lnTo>
                <a:lnTo>
                  <a:pt x="2163" y="2565"/>
                </a:lnTo>
                <a:lnTo>
                  <a:pt x="2163" y="2568"/>
                </a:lnTo>
                <a:lnTo>
                  <a:pt x="2163" y="2569"/>
                </a:lnTo>
                <a:lnTo>
                  <a:pt x="2164" y="2569"/>
                </a:lnTo>
                <a:lnTo>
                  <a:pt x="2164" y="2570"/>
                </a:lnTo>
                <a:lnTo>
                  <a:pt x="2164" y="2571"/>
                </a:lnTo>
                <a:lnTo>
                  <a:pt x="2163" y="2572"/>
                </a:lnTo>
                <a:lnTo>
                  <a:pt x="2162" y="2572"/>
                </a:lnTo>
                <a:lnTo>
                  <a:pt x="2162" y="2573"/>
                </a:lnTo>
                <a:lnTo>
                  <a:pt x="2163" y="2573"/>
                </a:lnTo>
                <a:lnTo>
                  <a:pt x="2163" y="2574"/>
                </a:lnTo>
                <a:lnTo>
                  <a:pt x="2163" y="2575"/>
                </a:lnTo>
                <a:lnTo>
                  <a:pt x="2162" y="2575"/>
                </a:lnTo>
                <a:lnTo>
                  <a:pt x="2162" y="2576"/>
                </a:lnTo>
                <a:lnTo>
                  <a:pt x="2161" y="2576"/>
                </a:lnTo>
                <a:lnTo>
                  <a:pt x="2161" y="2577"/>
                </a:lnTo>
                <a:lnTo>
                  <a:pt x="2161" y="2578"/>
                </a:lnTo>
                <a:lnTo>
                  <a:pt x="2162" y="2579"/>
                </a:lnTo>
                <a:lnTo>
                  <a:pt x="2162" y="2580"/>
                </a:lnTo>
                <a:lnTo>
                  <a:pt x="2162" y="2581"/>
                </a:lnTo>
                <a:lnTo>
                  <a:pt x="2163" y="2581"/>
                </a:lnTo>
                <a:lnTo>
                  <a:pt x="2164" y="2582"/>
                </a:lnTo>
                <a:lnTo>
                  <a:pt x="2164" y="2583"/>
                </a:lnTo>
                <a:lnTo>
                  <a:pt x="2163" y="2583"/>
                </a:lnTo>
                <a:lnTo>
                  <a:pt x="2163" y="2584"/>
                </a:lnTo>
                <a:lnTo>
                  <a:pt x="2162" y="2584"/>
                </a:lnTo>
                <a:lnTo>
                  <a:pt x="2161" y="2584"/>
                </a:lnTo>
                <a:lnTo>
                  <a:pt x="2160" y="2584"/>
                </a:lnTo>
                <a:lnTo>
                  <a:pt x="2160" y="2585"/>
                </a:lnTo>
                <a:lnTo>
                  <a:pt x="2160" y="2586"/>
                </a:lnTo>
                <a:lnTo>
                  <a:pt x="2160" y="2587"/>
                </a:lnTo>
                <a:lnTo>
                  <a:pt x="2161" y="2587"/>
                </a:lnTo>
                <a:lnTo>
                  <a:pt x="2160" y="2587"/>
                </a:lnTo>
                <a:lnTo>
                  <a:pt x="2160" y="2588"/>
                </a:lnTo>
                <a:lnTo>
                  <a:pt x="2159" y="2588"/>
                </a:lnTo>
                <a:lnTo>
                  <a:pt x="2158" y="2588"/>
                </a:lnTo>
                <a:lnTo>
                  <a:pt x="2156" y="2586"/>
                </a:lnTo>
                <a:lnTo>
                  <a:pt x="2155" y="2586"/>
                </a:lnTo>
                <a:lnTo>
                  <a:pt x="2154" y="2586"/>
                </a:lnTo>
                <a:lnTo>
                  <a:pt x="2154" y="2587"/>
                </a:lnTo>
                <a:lnTo>
                  <a:pt x="2153" y="2587"/>
                </a:lnTo>
                <a:lnTo>
                  <a:pt x="2154" y="2588"/>
                </a:lnTo>
                <a:lnTo>
                  <a:pt x="2154" y="2589"/>
                </a:lnTo>
                <a:lnTo>
                  <a:pt x="2155" y="2590"/>
                </a:lnTo>
                <a:lnTo>
                  <a:pt x="2154" y="2591"/>
                </a:lnTo>
                <a:lnTo>
                  <a:pt x="2153" y="2591"/>
                </a:lnTo>
                <a:lnTo>
                  <a:pt x="2152" y="2592"/>
                </a:lnTo>
                <a:lnTo>
                  <a:pt x="2151" y="2592"/>
                </a:lnTo>
                <a:lnTo>
                  <a:pt x="2151" y="2591"/>
                </a:lnTo>
                <a:lnTo>
                  <a:pt x="2150" y="2591"/>
                </a:lnTo>
                <a:lnTo>
                  <a:pt x="2149" y="2591"/>
                </a:lnTo>
                <a:lnTo>
                  <a:pt x="2149" y="2592"/>
                </a:lnTo>
                <a:lnTo>
                  <a:pt x="2149" y="2593"/>
                </a:lnTo>
                <a:lnTo>
                  <a:pt x="2149" y="2594"/>
                </a:lnTo>
                <a:lnTo>
                  <a:pt x="2149" y="2595"/>
                </a:lnTo>
                <a:lnTo>
                  <a:pt x="2150" y="2595"/>
                </a:lnTo>
                <a:lnTo>
                  <a:pt x="2150" y="2596"/>
                </a:lnTo>
                <a:lnTo>
                  <a:pt x="2150" y="2597"/>
                </a:lnTo>
                <a:lnTo>
                  <a:pt x="2150" y="2598"/>
                </a:lnTo>
                <a:lnTo>
                  <a:pt x="2150" y="2599"/>
                </a:lnTo>
                <a:lnTo>
                  <a:pt x="2149" y="2601"/>
                </a:lnTo>
                <a:lnTo>
                  <a:pt x="2147" y="2601"/>
                </a:lnTo>
                <a:lnTo>
                  <a:pt x="2147" y="2602"/>
                </a:lnTo>
                <a:lnTo>
                  <a:pt x="2148" y="2603"/>
                </a:lnTo>
                <a:lnTo>
                  <a:pt x="2148" y="2604"/>
                </a:lnTo>
                <a:lnTo>
                  <a:pt x="2148" y="2605"/>
                </a:lnTo>
                <a:lnTo>
                  <a:pt x="2147" y="2605"/>
                </a:lnTo>
                <a:lnTo>
                  <a:pt x="2146" y="2606"/>
                </a:lnTo>
                <a:lnTo>
                  <a:pt x="2145" y="2606"/>
                </a:lnTo>
                <a:lnTo>
                  <a:pt x="2145" y="2607"/>
                </a:lnTo>
                <a:lnTo>
                  <a:pt x="2145" y="2609"/>
                </a:lnTo>
                <a:lnTo>
                  <a:pt x="2145" y="2610"/>
                </a:lnTo>
                <a:lnTo>
                  <a:pt x="2146" y="2610"/>
                </a:lnTo>
                <a:lnTo>
                  <a:pt x="2148" y="2610"/>
                </a:lnTo>
                <a:lnTo>
                  <a:pt x="2149" y="2610"/>
                </a:lnTo>
                <a:lnTo>
                  <a:pt x="2150" y="2609"/>
                </a:lnTo>
                <a:lnTo>
                  <a:pt x="2151" y="2609"/>
                </a:lnTo>
                <a:lnTo>
                  <a:pt x="2151" y="2610"/>
                </a:lnTo>
                <a:lnTo>
                  <a:pt x="2151" y="2611"/>
                </a:lnTo>
                <a:lnTo>
                  <a:pt x="2151" y="2612"/>
                </a:lnTo>
                <a:lnTo>
                  <a:pt x="2151" y="2613"/>
                </a:lnTo>
                <a:lnTo>
                  <a:pt x="2152" y="2613"/>
                </a:lnTo>
                <a:lnTo>
                  <a:pt x="2153" y="2613"/>
                </a:lnTo>
                <a:lnTo>
                  <a:pt x="2154" y="2614"/>
                </a:lnTo>
                <a:lnTo>
                  <a:pt x="2154" y="2615"/>
                </a:lnTo>
                <a:lnTo>
                  <a:pt x="2153" y="2616"/>
                </a:lnTo>
                <a:lnTo>
                  <a:pt x="2152" y="2617"/>
                </a:lnTo>
                <a:lnTo>
                  <a:pt x="2152" y="2618"/>
                </a:lnTo>
                <a:lnTo>
                  <a:pt x="2152" y="2619"/>
                </a:lnTo>
                <a:lnTo>
                  <a:pt x="2151" y="2619"/>
                </a:lnTo>
                <a:lnTo>
                  <a:pt x="2151" y="2620"/>
                </a:lnTo>
                <a:lnTo>
                  <a:pt x="2151" y="2621"/>
                </a:lnTo>
                <a:lnTo>
                  <a:pt x="2151" y="2622"/>
                </a:lnTo>
                <a:lnTo>
                  <a:pt x="2151" y="2623"/>
                </a:lnTo>
                <a:lnTo>
                  <a:pt x="2152" y="2624"/>
                </a:lnTo>
                <a:lnTo>
                  <a:pt x="2153" y="2624"/>
                </a:lnTo>
                <a:lnTo>
                  <a:pt x="2152" y="2624"/>
                </a:lnTo>
                <a:lnTo>
                  <a:pt x="2152" y="2625"/>
                </a:lnTo>
                <a:lnTo>
                  <a:pt x="2151" y="2625"/>
                </a:lnTo>
                <a:lnTo>
                  <a:pt x="2151" y="2626"/>
                </a:lnTo>
                <a:lnTo>
                  <a:pt x="2152" y="2627"/>
                </a:lnTo>
                <a:lnTo>
                  <a:pt x="2152" y="2628"/>
                </a:lnTo>
                <a:lnTo>
                  <a:pt x="2151" y="2628"/>
                </a:lnTo>
                <a:lnTo>
                  <a:pt x="2150" y="2629"/>
                </a:lnTo>
                <a:lnTo>
                  <a:pt x="2149" y="2629"/>
                </a:lnTo>
                <a:lnTo>
                  <a:pt x="2149" y="2628"/>
                </a:lnTo>
                <a:lnTo>
                  <a:pt x="2148" y="2628"/>
                </a:lnTo>
                <a:lnTo>
                  <a:pt x="2147" y="2628"/>
                </a:lnTo>
                <a:lnTo>
                  <a:pt x="2146" y="2628"/>
                </a:lnTo>
                <a:lnTo>
                  <a:pt x="2146" y="2626"/>
                </a:lnTo>
                <a:lnTo>
                  <a:pt x="2145" y="2625"/>
                </a:lnTo>
                <a:lnTo>
                  <a:pt x="2144" y="2625"/>
                </a:lnTo>
                <a:lnTo>
                  <a:pt x="2143" y="2625"/>
                </a:lnTo>
                <a:lnTo>
                  <a:pt x="2142" y="2626"/>
                </a:lnTo>
                <a:lnTo>
                  <a:pt x="2141" y="2626"/>
                </a:lnTo>
                <a:lnTo>
                  <a:pt x="2141" y="2627"/>
                </a:lnTo>
                <a:lnTo>
                  <a:pt x="2140" y="2627"/>
                </a:lnTo>
                <a:lnTo>
                  <a:pt x="2139" y="2628"/>
                </a:lnTo>
                <a:lnTo>
                  <a:pt x="2138" y="2629"/>
                </a:lnTo>
                <a:lnTo>
                  <a:pt x="2137" y="2630"/>
                </a:lnTo>
                <a:lnTo>
                  <a:pt x="2136" y="2631"/>
                </a:lnTo>
                <a:lnTo>
                  <a:pt x="2135" y="2632"/>
                </a:lnTo>
                <a:lnTo>
                  <a:pt x="2134" y="2633"/>
                </a:lnTo>
                <a:lnTo>
                  <a:pt x="2133" y="2633"/>
                </a:lnTo>
                <a:lnTo>
                  <a:pt x="2133" y="2634"/>
                </a:lnTo>
                <a:lnTo>
                  <a:pt x="2132" y="2635"/>
                </a:lnTo>
                <a:lnTo>
                  <a:pt x="2131" y="2636"/>
                </a:lnTo>
                <a:lnTo>
                  <a:pt x="2130" y="2636"/>
                </a:lnTo>
                <a:lnTo>
                  <a:pt x="2130" y="2637"/>
                </a:lnTo>
                <a:lnTo>
                  <a:pt x="2129" y="2637"/>
                </a:lnTo>
                <a:lnTo>
                  <a:pt x="2129" y="2638"/>
                </a:lnTo>
                <a:lnTo>
                  <a:pt x="2128" y="2638"/>
                </a:lnTo>
                <a:lnTo>
                  <a:pt x="2127" y="2638"/>
                </a:lnTo>
                <a:lnTo>
                  <a:pt x="2126" y="2638"/>
                </a:lnTo>
                <a:lnTo>
                  <a:pt x="2126" y="2639"/>
                </a:lnTo>
                <a:lnTo>
                  <a:pt x="2126" y="2640"/>
                </a:lnTo>
                <a:lnTo>
                  <a:pt x="2126" y="2642"/>
                </a:lnTo>
                <a:lnTo>
                  <a:pt x="2126" y="2643"/>
                </a:lnTo>
                <a:lnTo>
                  <a:pt x="2126" y="2642"/>
                </a:lnTo>
                <a:lnTo>
                  <a:pt x="2126" y="2641"/>
                </a:lnTo>
                <a:lnTo>
                  <a:pt x="2125" y="2641"/>
                </a:lnTo>
                <a:lnTo>
                  <a:pt x="2125" y="2640"/>
                </a:lnTo>
                <a:lnTo>
                  <a:pt x="2125" y="2639"/>
                </a:lnTo>
                <a:lnTo>
                  <a:pt x="2124" y="2639"/>
                </a:lnTo>
                <a:lnTo>
                  <a:pt x="2124" y="2638"/>
                </a:lnTo>
                <a:lnTo>
                  <a:pt x="2124" y="2637"/>
                </a:lnTo>
                <a:lnTo>
                  <a:pt x="2123" y="2637"/>
                </a:lnTo>
                <a:lnTo>
                  <a:pt x="2123" y="2636"/>
                </a:lnTo>
                <a:lnTo>
                  <a:pt x="2122" y="2635"/>
                </a:lnTo>
                <a:lnTo>
                  <a:pt x="2122" y="2634"/>
                </a:lnTo>
                <a:lnTo>
                  <a:pt x="2121" y="2634"/>
                </a:lnTo>
                <a:lnTo>
                  <a:pt x="2120" y="2634"/>
                </a:lnTo>
                <a:lnTo>
                  <a:pt x="2120" y="2635"/>
                </a:lnTo>
                <a:lnTo>
                  <a:pt x="2119" y="2635"/>
                </a:lnTo>
                <a:lnTo>
                  <a:pt x="2118" y="2635"/>
                </a:lnTo>
                <a:lnTo>
                  <a:pt x="2118" y="2636"/>
                </a:lnTo>
                <a:lnTo>
                  <a:pt x="2117" y="2636"/>
                </a:lnTo>
                <a:lnTo>
                  <a:pt x="2117" y="2635"/>
                </a:lnTo>
                <a:lnTo>
                  <a:pt x="2116" y="2634"/>
                </a:lnTo>
                <a:lnTo>
                  <a:pt x="2116" y="2633"/>
                </a:lnTo>
                <a:lnTo>
                  <a:pt x="2115" y="2633"/>
                </a:lnTo>
                <a:lnTo>
                  <a:pt x="2115" y="2632"/>
                </a:lnTo>
                <a:lnTo>
                  <a:pt x="2115" y="2631"/>
                </a:lnTo>
                <a:lnTo>
                  <a:pt x="2114" y="2630"/>
                </a:lnTo>
                <a:lnTo>
                  <a:pt x="2113" y="2630"/>
                </a:lnTo>
                <a:lnTo>
                  <a:pt x="2112" y="2629"/>
                </a:lnTo>
                <a:lnTo>
                  <a:pt x="2111" y="2629"/>
                </a:lnTo>
                <a:lnTo>
                  <a:pt x="2111" y="2628"/>
                </a:lnTo>
                <a:lnTo>
                  <a:pt x="2110" y="2628"/>
                </a:lnTo>
                <a:lnTo>
                  <a:pt x="2109" y="2628"/>
                </a:lnTo>
                <a:lnTo>
                  <a:pt x="2108" y="2628"/>
                </a:lnTo>
                <a:lnTo>
                  <a:pt x="2107" y="2629"/>
                </a:lnTo>
                <a:lnTo>
                  <a:pt x="2106" y="2629"/>
                </a:lnTo>
                <a:lnTo>
                  <a:pt x="2105" y="2629"/>
                </a:lnTo>
                <a:lnTo>
                  <a:pt x="2104" y="2629"/>
                </a:lnTo>
                <a:lnTo>
                  <a:pt x="2104" y="2628"/>
                </a:lnTo>
                <a:lnTo>
                  <a:pt x="2103" y="2628"/>
                </a:lnTo>
                <a:lnTo>
                  <a:pt x="2103" y="2627"/>
                </a:lnTo>
                <a:lnTo>
                  <a:pt x="2102" y="2627"/>
                </a:lnTo>
                <a:lnTo>
                  <a:pt x="2101" y="2627"/>
                </a:lnTo>
                <a:lnTo>
                  <a:pt x="2101" y="2626"/>
                </a:lnTo>
                <a:lnTo>
                  <a:pt x="2100" y="2626"/>
                </a:lnTo>
                <a:lnTo>
                  <a:pt x="2100" y="2625"/>
                </a:lnTo>
                <a:lnTo>
                  <a:pt x="2099" y="2625"/>
                </a:lnTo>
                <a:lnTo>
                  <a:pt x="2099" y="2624"/>
                </a:lnTo>
                <a:lnTo>
                  <a:pt x="2099" y="2623"/>
                </a:lnTo>
                <a:lnTo>
                  <a:pt x="2098" y="2623"/>
                </a:lnTo>
                <a:lnTo>
                  <a:pt x="2097" y="2623"/>
                </a:lnTo>
                <a:lnTo>
                  <a:pt x="2096" y="2623"/>
                </a:lnTo>
                <a:lnTo>
                  <a:pt x="2095" y="2622"/>
                </a:lnTo>
                <a:lnTo>
                  <a:pt x="2094" y="2621"/>
                </a:lnTo>
                <a:lnTo>
                  <a:pt x="2093" y="2621"/>
                </a:lnTo>
                <a:lnTo>
                  <a:pt x="2092" y="2621"/>
                </a:lnTo>
                <a:lnTo>
                  <a:pt x="2092" y="2620"/>
                </a:lnTo>
                <a:lnTo>
                  <a:pt x="2091" y="2620"/>
                </a:lnTo>
                <a:lnTo>
                  <a:pt x="2090" y="2621"/>
                </a:lnTo>
                <a:lnTo>
                  <a:pt x="2089" y="2621"/>
                </a:lnTo>
                <a:lnTo>
                  <a:pt x="2088" y="2621"/>
                </a:lnTo>
                <a:lnTo>
                  <a:pt x="2088" y="2620"/>
                </a:lnTo>
                <a:lnTo>
                  <a:pt x="2087" y="2620"/>
                </a:lnTo>
                <a:lnTo>
                  <a:pt x="2086" y="2619"/>
                </a:lnTo>
                <a:lnTo>
                  <a:pt x="2086" y="2618"/>
                </a:lnTo>
                <a:lnTo>
                  <a:pt x="2086" y="2617"/>
                </a:lnTo>
                <a:lnTo>
                  <a:pt x="2085" y="2617"/>
                </a:lnTo>
                <a:lnTo>
                  <a:pt x="2084" y="2616"/>
                </a:lnTo>
                <a:lnTo>
                  <a:pt x="2085" y="2616"/>
                </a:lnTo>
                <a:lnTo>
                  <a:pt x="2084" y="2615"/>
                </a:lnTo>
                <a:lnTo>
                  <a:pt x="2084" y="2614"/>
                </a:lnTo>
                <a:lnTo>
                  <a:pt x="2084" y="2613"/>
                </a:lnTo>
                <a:lnTo>
                  <a:pt x="2082" y="2611"/>
                </a:lnTo>
                <a:lnTo>
                  <a:pt x="2081" y="2611"/>
                </a:lnTo>
                <a:lnTo>
                  <a:pt x="2080" y="2611"/>
                </a:lnTo>
                <a:lnTo>
                  <a:pt x="2080" y="2610"/>
                </a:lnTo>
                <a:lnTo>
                  <a:pt x="2079" y="2610"/>
                </a:lnTo>
                <a:lnTo>
                  <a:pt x="2079" y="2609"/>
                </a:lnTo>
                <a:lnTo>
                  <a:pt x="2077" y="2609"/>
                </a:lnTo>
                <a:lnTo>
                  <a:pt x="2076" y="2609"/>
                </a:lnTo>
                <a:lnTo>
                  <a:pt x="2076" y="2608"/>
                </a:lnTo>
                <a:lnTo>
                  <a:pt x="2075" y="2608"/>
                </a:lnTo>
                <a:lnTo>
                  <a:pt x="2074" y="2608"/>
                </a:lnTo>
                <a:lnTo>
                  <a:pt x="2073" y="2608"/>
                </a:lnTo>
                <a:lnTo>
                  <a:pt x="2073" y="2609"/>
                </a:lnTo>
                <a:lnTo>
                  <a:pt x="2072" y="2609"/>
                </a:lnTo>
                <a:lnTo>
                  <a:pt x="2072" y="2608"/>
                </a:lnTo>
                <a:lnTo>
                  <a:pt x="2071" y="2606"/>
                </a:lnTo>
                <a:lnTo>
                  <a:pt x="2071" y="2605"/>
                </a:lnTo>
                <a:lnTo>
                  <a:pt x="2071" y="2604"/>
                </a:lnTo>
                <a:lnTo>
                  <a:pt x="2070" y="2603"/>
                </a:lnTo>
                <a:lnTo>
                  <a:pt x="2069" y="2602"/>
                </a:lnTo>
                <a:lnTo>
                  <a:pt x="2068" y="2600"/>
                </a:lnTo>
                <a:lnTo>
                  <a:pt x="2067" y="2600"/>
                </a:lnTo>
                <a:lnTo>
                  <a:pt x="2066" y="2599"/>
                </a:lnTo>
                <a:lnTo>
                  <a:pt x="2065" y="2599"/>
                </a:lnTo>
                <a:lnTo>
                  <a:pt x="2064" y="2600"/>
                </a:lnTo>
                <a:lnTo>
                  <a:pt x="2063" y="2600"/>
                </a:lnTo>
                <a:lnTo>
                  <a:pt x="2063" y="2601"/>
                </a:lnTo>
                <a:lnTo>
                  <a:pt x="2063" y="2602"/>
                </a:lnTo>
                <a:lnTo>
                  <a:pt x="2063" y="2603"/>
                </a:lnTo>
                <a:lnTo>
                  <a:pt x="2060" y="2603"/>
                </a:lnTo>
                <a:lnTo>
                  <a:pt x="2059" y="2603"/>
                </a:lnTo>
                <a:lnTo>
                  <a:pt x="2058" y="2603"/>
                </a:lnTo>
                <a:lnTo>
                  <a:pt x="2058" y="2602"/>
                </a:lnTo>
                <a:lnTo>
                  <a:pt x="2057" y="2603"/>
                </a:lnTo>
                <a:lnTo>
                  <a:pt x="2057" y="2602"/>
                </a:lnTo>
                <a:lnTo>
                  <a:pt x="2056" y="2602"/>
                </a:lnTo>
                <a:lnTo>
                  <a:pt x="2055" y="2602"/>
                </a:lnTo>
                <a:lnTo>
                  <a:pt x="2054" y="2601"/>
                </a:lnTo>
                <a:lnTo>
                  <a:pt x="2053" y="2600"/>
                </a:lnTo>
                <a:lnTo>
                  <a:pt x="2053" y="2599"/>
                </a:lnTo>
                <a:lnTo>
                  <a:pt x="2053" y="2598"/>
                </a:lnTo>
                <a:lnTo>
                  <a:pt x="2053" y="2597"/>
                </a:lnTo>
                <a:lnTo>
                  <a:pt x="2053" y="2594"/>
                </a:lnTo>
                <a:lnTo>
                  <a:pt x="2052" y="2593"/>
                </a:lnTo>
                <a:lnTo>
                  <a:pt x="2052" y="2592"/>
                </a:lnTo>
                <a:lnTo>
                  <a:pt x="2051" y="2592"/>
                </a:lnTo>
                <a:lnTo>
                  <a:pt x="2049" y="2592"/>
                </a:lnTo>
                <a:lnTo>
                  <a:pt x="2048" y="2592"/>
                </a:lnTo>
                <a:lnTo>
                  <a:pt x="2047" y="2592"/>
                </a:lnTo>
                <a:lnTo>
                  <a:pt x="2047" y="2593"/>
                </a:lnTo>
                <a:lnTo>
                  <a:pt x="2046" y="2593"/>
                </a:lnTo>
                <a:lnTo>
                  <a:pt x="2045" y="2594"/>
                </a:lnTo>
                <a:lnTo>
                  <a:pt x="2043" y="2594"/>
                </a:lnTo>
                <a:lnTo>
                  <a:pt x="2041" y="2594"/>
                </a:lnTo>
                <a:lnTo>
                  <a:pt x="2039" y="2594"/>
                </a:lnTo>
                <a:lnTo>
                  <a:pt x="2038" y="2594"/>
                </a:lnTo>
                <a:lnTo>
                  <a:pt x="2036" y="2594"/>
                </a:lnTo>
                <a:lnTo>
                  <a:pt x="2035" y="2594"/>
                </a:lnTo>
                <a:lnTo>
                  <a:pt x="2034" y="2595"/>
                </a:lnTo>
                <a:lnTo>
                  <a:pt x="2033" y="2596"/>
                </a:lnTo>
                <a:lnTo>
                  <a:pt x="2031" y="2596"/>
                </a:lnTo>
                <a:lnTo>
                  <a:pt x="2029" y="2596"/>
                </a:lnTo>
                <a:lnTo>
                  <a:pt x="2027" y="2596"/>
                </a:lnTo>
                <a:lnTo>
                  <a:pt x="2026" y="2596"/>
                </a:lnTo>
                <a:lnTo>
                  <a:pt x="2026" y="2595"/>
                </a:lnTo>
                <a:lnTo>
                  <a:pt x="2025" y="2595"/>
                </a:lnTo>
                <a:lnTo>
                  <a:pt x="2025" y="2594"/>
                </a:lnTo>
                <a:lnTo>
                  <a:pt x="2024" y="2594"/>
                </a:lnTo>
                <a:lnTo>
                  <a:pt x="2024" y="2593"/>
                </a:lnTo>
                <a:lnTo>
                  <a:pt x="2023" y="2593"/>
                </a:lnTo>
                <a:lnTo>
                  <a:pt x="2023" y="2592"/>
                </a:lnTo>
                <a:lnTo>
                  <a:pt x="2022" y="2592"/>
                </a:lnTo>
                <a:lnTo>
                  <a:pt x="2022" y="2591"/>
                </a:lnTo>
                <a:lnTo>
                  <a:pt x="2021" y="2591"/>
                </a:lnTo>
                <a:lnTo>
                  <a:pt x="2020" y="2591"/>
                </a:lnTo>
                <a:lnTo>
                  <a:pt x="2019" y="2591"/>
                </a:lnTo>
                <a:lnTo>
                  <a:pt x="2018" y="2591"/>
                </a:lnTo>
                <a:lnTo>
                  <a:pt x="2018" y="2590"/>
                </a:lnTo>
                <a:lnTo>
                  <a:pt x="2018" y="2589"/>
                </a:lnTo>
                <a:lnTo>
                  <a:pt x="2018" y="2588"/>
                </a:lnTo>
                <a:lnTo>
                  <a:pt x="2018" y="2587"/>
                </a:lnTo>
                <a:lnTo>
                  <a:pt x="2017" y="2587"/>
                </a:lnTo>
                <a:lnTo>
                  <a:pt x="2017" y="2586"/>
                </a:lnTo>
                <a:lnTo>
                  <a:pt x="2016" y="2586"/>
                </a:lnTo>
                <a:lnTo>
                  <a:pt x="2016" y="2585"/>
                </a:lnTo>
                <a:lnTo>
                  <a:pt x="2015" y="2586"/>
                </a:lnTo>
                <a:lnTo>
                  <a:pt x="2014" y="2586"/>
                </a:lnTo>
                <a:lnTo>
                  <a:pt x="2013" y="2586"/>
                </a:lnTo>
                <a:lnTo>
                  <a:pt x="2012" y="2586"/>
                </a:lnTo>
                <a:lnTo>
                  <a:pt x="2011" y="2586"/>
                </a:lnTo>
                <a:lnTo>
                  <a:pt x="2010" y="2586"/>
                </a:lnTo>
                <a:lnTo>
                  <a:pt x="2010" y="2587"/>
                </a:lnTo>
                <a:lnTo>
                  <a:pt x="2009" y="2587"/>
                </a:lnTo>
                <a:lnTo>
                  <a:pt x="2009" y="2588"/>
                </a:lnTo>
                <a:lnTo>
                  <a:pt x="2008" y="2588"/>
                </a:lnTo>
                <a:lnTo>
                  <a:pt x="2007" y="2588"/>
                </a:lnTo>
                <a:lnTo>
                  <a:pt x="2006" y="2588"/>
                </a:lnTo>
                <a:lnTo>
                  <a:pt x="2006" y="2587"/>
                </a:lnTo>
                <a:lnTo>
                  <a:pt x="2005" y="2587"/>
                </a:lnTo>
                <a:lnTo>
                  <a:pt x="2005" y="2588"/>
                </a:lnTo>
                <a:lnTo>
                  <a:pt x="2004" y="2588"/>
                </a:lnTo>
                <a:lnTo>
                  <a:pt x="2003" y="2588"/>
                </a:lnTo>
                <a:lnTo>
                  <a:pt x="2002" y="2588"/>
                </a:lnTo>
                <a:lnTo>
                  <a:pt x="2001" y="2589"/>
                </a:lnTo>
                <a:lnTo>
                  <a:pt x="2000" y="2589"/>
                </a:lnTo>
                <a:lnTo>
                  <a:pt x="1999" y="2589"/>
                </a:lnTo>
                <a:lnTo>
                  <a:pt x="1998" y="2589"/>
                </a:lnTo>
                <a:lnTo>
                  <a:pt x="1998" y="2590"/>
                </a:lnTo>
                <a:lnTo>
                  <a:pt x="1997" y="2590"/>
                </a:lnTo>
                <a:lnTo>
                  <a:pt x="1996" y="2590"/>
                </a:lnTo>
                <a:lnTo>
                  <a:pt x="1996" y="2591"/>
                </a:lnTo>
                <a:lnTo>
                  <a:pt x="1995" y="2591"/>
                </a:lnTo>
                <a:lnTo>
                  <a:pt x="1995" y="2592"/>
                </a:lnTo>
                <a:lnTo>
                  <a:pt x="1994" y="2592"/>
                </a:lnTo>
                <a:lnTo>
                  <a:pt x="1993" y="2593"/>
                </a:lnTo>
                <a:lnTo>
                  <a:pt x="1992" y="2593"/>
                </a:lnTo>
                <a:lnTo>
                  <a:pt x="1992" y="2594"/>
                </a:lnTo>
                <a:lnTo>
                  <a:pt x="1991" y="2594"/>
                </a:lnTo>
                <a:lnTo>
                  <a:pt x="1990" y="2594"/>
                </a:lnTo>
                <a:lnTo>
                  <a:pt x="1989" y="2595"/>
                </a:lnTo>
                <a:lnTo>
                  <a:pt x="1988" y="2595"/>
                </a:lnTo>
                <a:lnTo>
                  <a:pt x="1988" y="2596"/>
                </a:lnTo>
                <a:lnTo>
                  <a:pt x="1987" y="2596"/>
                </a:lnTo>
                <a:lnTo>
                  <a:pt x="1986" y="2596"/>
                </a:lnTo>
                <a:lnTo>
                  <a:pt x="1986" y="2597"/>
                </a:lnTo>
                <a:lnTo>
                  <a:pt x="1985" y="2597"/>
                </a:lnTo>
                <a:lnTo>
                  <a:pt x="1984" y="2597"/>
                </a:lnTo>
                <a:lnTo>
                  <a:pt x="1983" y="2597"/>
                </a:lnTo>
                <a:lnTo>
                  <a:pt x="1983" y="2598"/>
                </a:lnTo>
                <a:lnTo>
                  <a:pt x="1982" y="2598"/>
                </a:lnTo>
                <a:lnTo>
                  <a:pt x="1981" y="2598"/>
                </a:lnTo>
                <a:lnTo>
                  <a:pt x="1980" y="2598"/>
                </a:lnTo>
                <a:lnTo>
                  <a:pt x="1979" y="2599"/>
                </a:lnTo>
                <a:lnTo>
                  <a:pt x="1978" y="2599"/>
                </a:lnTo>
                <a:lnTo>
                  <a:pt x="1977" y="2599"/>
                </a:lnTo>
                <a:lnTo>
                  <a:pt x="1976" y="2599"/>
                </a:lnTo>
                <a:lnTo>
                  <a:pt x="1975" y="2600"/>
                </a:lnTo>
                <a:lnTo>
                  <a:pt x="1974" y="2600"/>
                </a:lnTo>
                <a:lnTo>
                  <a:pt x="1974" y="2601"/>
                </a:lnTo>
                <a:lnTo>
                  <a:pt x="1973" y="2601"/>
                </a:lnTo>
                <a:lnTo>
                  <a:pt x="1972" y="2602"/>
                </a:lnTo>
                <a:lnTo>
                  <a:pt x="1971" y="2602"/>
                </a:lnTo>
                <a:lnTo>
                  <a:pt x="1971" y="2603"/>
                </a:lnTo>
                <a:lnTo>
                  <a:pt x="1971" y="2604"/>
                </a:lnTo>
                <a:lnTo>
                  <a:pt x="1970" y="2604"/>
                </a:lnTo>
                <a:lnTo>
                  <a:pt x="1970" y="2605"/>
                </a:lnTo>
                <a:lnTo>
                  <a:pt x="1970" y="2606"/>
                </a:lnTo>
                <a:lnTo>
                  <a:pt x="1970" y="2607"/>
                </a:lnTo>
                <a:lnTo>
                  <a:pt x="1969" y="2608"/>
                </a:lnTo>
                <a:lnTo>
                  <a:pt x="1969" y="2609"/>
                </a:lnTo>
                <a:lnTo>
                  <a:pt x="1969" y="2610"/>
                </a:lnTo>
                <a:lnTo>
                  <a:pt x="1969" y="2611"/>
                </a:lnTo>
                <a:lnTo>
                  <a:pt x="1968" y="2612"/>
                </a:lnTo>
                <a:lnTo>
                  <a:pt x="1967" y="2613"/>
                </a:lnTo>
                <a:lnTo>
                  <a:pt x="1967" y="2614"/>
                </a:lnTo>
                <a:lnTo>
                  <a:pt x="1966" y="2614"/>
                </a:lnTo>
                <a:lnTo>
                  <a:pt x="1965" y="2615"/>
                </a:lnTo>
                <a:lnTo>
                  <a:pt x="1965" y="2616"/>
                </a:lnTo>
                <a:lnTo>
                  <a:pt x="1964" y="2616"/>
                </a:lnTo>
                <a:lnTo>
                  <a:pt x="1964" y="2617"/>
                </a:lnTo>
                <a:lnTo>
                  <a:pt x="1963" y="2617"/>
                </a:lnTo>
                <a:lnTo>
                  <a:pt x="1963" y="2618"/>
                </a:lnTo>
                <a:lnTo>
                  <a:pt x="1962" y="2619"/>
                </a:lnTo>
                <a:lnTo>
                  <a:pt x="1961" y="2620"/>
                </a:lnTo>
                <a:lnTo>
                  <a:pt x="1961" y="2621"/>
                </a:lnTo>
                <a:lnTo>
                  <a:pt x="1960" y="2622"/>
                </a:lnTo>
                <a:lnTo>
                  <a:pt x="1960" y="2623"/>
                </a:lnTo>
                <a:lnTo>
                  <a:pt x="1959" y="2623"/>
                </a:lnTo>
                <a:lnTo>
                  <a:pt x="1959" y="2624"/>
                </a:lnTo>
                <a:lnTo>
                  <a:pt x="1958" y="2624"/>
                </a:lnTo>
                <a:lnTo>
                  <a:pt x="1958" y="2625"/>
                </a:lnTo>
                <a:lnTo>
                  <a:pt x="1957" y="2625"/>
                </a:lnTo>
                <a:lnTo>
                  <a:pt x="1956" y="2625"/>
                </a:lnTo>
                <a:lnTo>
                  <a:pt x="1956" y="2626"/>
                </a:lnTo>
                <a:lnTo>
                  <a:pt x="1955" y="2626"/>
                </a:lnTo>
                <a:lnTo>
                  <a:pt x="1954" y="2626"/>
                </a:lnTo>
                <a:lnTo>
                  <a:pt x="1953" y="2627"/>
                </a:lnTo>
                <a:lnTo>
                  <a:pt x="1952" y="2627"/>
                </a:lnTo>
                <a:lnTo>
                  <a:pt x="1951" y="2628"/>
                </a:lnTo>
                <a:lnTo>
                  <a:pt x="1950" y="2628"/>
                </a:lnTo>
                <a:lnTo>
                  <a:pt x="1949" y="2629"/>
                </a:lnTo>
                <a:lnTo>
                  <a:pt x="1948" y="2629"/>
                </a:lnTo>
                <a:lnTo>
                  <a:pt x="1948" y="2630"/>
                </a:lnTo>
                <a:lnTo>
                  <a:pt x="1947" y="2630"/>
                </a:lnTo>
                <a:lnTo>
                  <a:pt x="1946" y="2630"/>
                </a:lnTo>
                <a:lnTo>
                  <a:pt x="1945" y="2631"/>
                </a:lnTo>
                <a:lnTo>
                  <a:pt x="1944" y="2632"/>
                </a:lnTo>
                <a:lnTo>
                  <a:pt x="1943" y="2632"/>
                </a:lnTo>
                <a:lnTo>
                  <a:pt x="1942" y="2633"/>
                </a:lnTo>
                <a:lnTo>
                  <a:pt x="1941" y="2633"/>
                </a:lnTo>
                <a:lnTo>
                  <a:pt x="1940" y="2633"/>
                </a:lnTo>
                <a:lnTo>
                  <a:pt x="1939" y="2633"/>
                </a:lnTo>
                <a:lnTo>
                  <a:pt x="1938" y="2633"/>
                </a:lnTo>
                <a:lnTo>
                  <a:pt x="1937" y="2634"/>
                </a:lnTo>
                <a:lnTo>
                  <a:pt x="1936" y="2634"/>
                </a:lnTo>
                <a:lnTo>
                  <a:pt x="1936" y="2635"/>
                </a:lnTo>
                <a:lnTo>
                  <a:pt x="1935" y="2635"/>
                </a:lnTo>
                <a:lnTo>
                  <a:pt x="1935" y="2636"/>
                </a:lnTo>
                <a:lnTo>
                  <a:pt x="1934" y="2636"/>
                </a:lnTo>
                <a:lnTo>
                  <a:pt x="1933" y="2636"/>
                </a:lnTo>
                <a:lnTo>
                  <a:pt x="1932" y="2636"/>
                </a:lnTo>
                <a:lnTo>
                  <a:pt x="1931" y="2636"/>
                </a:lnTo>
                <a:lnTo>
                  <a:pt x="1930" y="2636"/>
                </a:lnTo>
                <a:lnTo>
                  <a:pt x="1930" y="2637"/>
                </a:lnTo>
                <a:lnTo>
                  <a:pt x="1930" y="2638"/>
                </a:lnTo>
                <a:lnTo>
                  <a:pt x="1929" y="2638"/>
                </a:lnTo>
                <a:lnTo>
                  <a:pt x="1928" y="2638"/>
                </a:lnTo>
                <a:lnTo>
                  <a:pt x="1927" y="2638"/>
                </a:lnTo>
                <a:lnTo>
                  <a:pt x="1926" y="2638"/>
                </a:lnTo>
                <a:lnTo>
                  <a:pt x="1925" y="2638"/>
                </a:lnTo>
                <a:lnTo>
                  <a:pt x="1924" y="2638"/>
                </a:lnTo>
                <a:lnTo>
                  <a:pt x="1921" y="2638"/>
                </a:lnTo>
                <a:lnTo>
                  <a:pt x="1920" y="2638"/>
                </a:lnTo>
                <a:lnTo>
                  <a:pt x="1919" y="2638"/>
                </a:lnTo>
                <a:lnTo>
                  <a:pt x="1918" y="2638"/>
                </a:lnTo>
                <a:lnTo>
                  <a:pt x="1918" y="2639"/>
                </a:lnTo>
                <a:lnTo>
                  <a:pt x="1917" y="2639"/>
                </a:lnTo>
                <a:lnTo>
                  <a:pt x="1916" y="2639"/>
                </a:lnTo>
                <a:lnTo>
                  <a:pt x="1915" y="2638"/>
                </a:lnTo>
                <a:lnTo>
                  <a:pt x="1914" y="2638"/>
                </a:lnTo>
                <a:lnTo>
                  <a:pt x="1915" y="2638"/>
                </a:lnTo>
                <a:lnTo>
                  <a:pt x="1915" y="2637"/>
                </a:lnTo>
                <a:lnTo>
                  <a:pt x="1914" y="2637"/>
                </a:lnTo>
                <a:lnTo>
                  <a:pt x="1913" y="2636"/>
                </a:lnTo>
                <a:lnTo>
                  <a:pt x="1912" y="2636"/>
                </a:lnTo>
                <a:lnTo>
                  <a:pt x="1911" y="2636"/>
                </a:lnTo>
                <a:lnTo>
                  <a:pt x="1910" y="2637"/>
                </a:lnTo>
                <a:lnTo>
                  <a:pt x="1909" y="2637"/>
                </a:lnTo>
                <a:lnTo>
                  <a:pt x="1909" y="2638"/>
                </a:lnTo>
                <a:lnTo>
                  <a:pt x="1909" y="2639"/>
                </a:lnTo>
                <a:lnTo>
                  <a:pt x="1908" y="2639"/>
                </a:lnTo>
                <a:lnTo>
                  <a:pt x="1907" y="2639"/>
                </a:lnTo>
                <a:lnTo>
                  <a:pt x="1907" y="2640"/>
                </a:lnTo>
                <a:lnTo>
                  <a:pt x="1905" y="2640"/>
                </a:lnTo>
                <a:lnTo>
                  <a:pt x="1903" y="2640"/>
                </a:lnTo>
                <a:lnTo>
                  <a:pt x="1903" y="2641"/>
                </a:lnTo>
                <a:lnTo>
                  <a:pt x="1902" y="2641"/>
                </a:lnTo>
                <a:lnTo>
                  <a:pt x="1901" y="2641"/>
                </a:lnTo>
                <a:lnTo>
                  <a:pt x="1901" y="2642"/>
                </a:lnTo>
                <a:lnTo>
                  <a:pt x="1900" y="2642"/>
                </a:lnTo>
                <a:lnTo>
                  <a:pt x="1899" y="2642"/>
                </a:lnTo>
                <a:lnTo>
                  <a:pt x="1899" y="2643"/>
                </a:lnTo>
                <a:lnTo>
                  <a:pt x="1898" y="2643"/>
                </a:lnTo>
                <a:lnTo>
                  <a:pt x="1898" y="2644"/>
                </a:lnTo>
                <a:lnTo>
                  <a:pt x="1897" y="2644"/>
                </a:lnTo>
                <a:lnTo>
                  <a:pt x="1896" y="2644"/>
                </a:lnTo>
                <a:lnTo>
                  <a:pt x="1896" y="2645"/>
                </a:lnTo>
                <a:lnTo>
                  <a:pt x="1895" y="2645"/>
                </a:lnTo>
                <a:lnTo>
                  <a:pt x="1894" y="2645"/>
                </a:lnTo>
                <a:lnTo>
                  <a:pt x="1893" y="2645"/>
                </a:lnTo>
                <a:lnTo>
                  <a:pt x="1891" y="2645"/>
                </a:lnTo>
                <a:lnTo>
                  <a:pt x="1891" y="2646"/>
                </a:lnTo>
                <a:lnTo>
                  <a:pt x="1890" y="2646"/>
                </a:lnTo>
                <a:lnTo>
                  <a:pt x="1890" y="2647"/>
                </a:lnTo>
                <a:lnTo>
                  <a:pt x="1890" y="2648"/>
                </a:lnTo>
                <a:lnTo>
                  <a:pt x="1890" y="2649"/>
                </a:lnTo>
                <a:lnTo>
                  <a:pt x="1889" y="2649"/>
                </a:lnTo>
                <a:lnTo>
                  <a:pt x="1888" y="2649"/>
                </a:lnTo>
                <a:lnTo>
                  <a:pt x="1888" y="2650"/>
                </a:lnTo>
                <a:lnTo>
                  <a:pt x="1887" y="2650"/>
                </a:lnTo>
                <a:lnTo>
                  <a:pt x="1887" y="2651"/>
                </a:lnTo>
                <a:lnTo>
                  <a:pt x="1886" y="2651"/>
                </a:lnTo>
                <a:lnTo>
                  <a:pt x="1886" y="2652"/>
                </a:lnTo>
                <a:lnTo>
                  <a:pt x="1885" y="2653"/>
                </a:lnTo>
                <a:lnTo>
                  <a:pt x="1884" y="2654"/>
                </a:lnTo>
                <a:lnTo>
                  <a:pt x="1883" y="2655"/>
                </a:lnTo>
                <a:lnTo>
                  <a:pt x="1882" y="2655"/>
                </a:lnTo>
                <a:lnTo>
                  <a:pt x="1882" y="2656"/>
                </a:lnTo>
                <a:lnTo>
                  <a:pt x="1881" y="2656"/>
                </a:lnTo>
                <a:lnTo>
                  <a:pt x="1880" y="2656"/>
                </a:lnTo>
                <a:lnTo>
                  <a:pt x="1879" y="2656"/>
                </a:lnTo>
                <a:lnTo>
                  <a:pt x="1879" y="2657"/>
                </a:lnTo>
                <a:lnTo>
                  <a:pt x="1878" y="2657"/>
                </a:lnTo>
                <a:lnTo>
                  <a:pt x="1877" y="2657"/>
                </a:lnTo>
                <a:lnTo>
                  <a:pt x="1876" y="2658"/>
                </a:lnTo>
                <a:lnTo>
                  <a:pt x="1875" y="2658"/>
                </a:lnTo>
                <a:lnTo>
                  <a:pt x="1874" y="2659"/>
                </a:lnTo>
                <a:lnTo>
                  <a:pt x="1873" y="2659"/>
                </a:lnTo>
                <a:lnTo>
                  <a:pt x="1872" y="2659"/>
                </a:lnTo>
                <a:lnTo>
                  <a:pt x="1872" y="2660"/>
                </a:lnTo>
                <a:lnTo>
                  <a:pt x="1871" y="2660"/>
                </a:lnTo>
                <a:lnTo>
                  <a:pt x="1871" y="2661"/>
                </a:lnTo>
                <a:lnTo>
                  <a:pt x="1870" y="2661"/>
                </a:lnTo>
                <a:lnTo>
                  <a:pt x="1870" y="2662"/>
                </a:lnTo>
                <a:lnTo>
                  <a:pt x="1869" y="2662"/>
                </a:lnTo>
                <a:lnTo>
                  <a:pt x="1869" y="2663"/>
                </a:lnTo>
                <a:lnTo>
                  <a:pt x="1868" y="2663"/>
                </a:lnTo>
                <a:lnTo>
                  <a:pt x="1868" y="2664"/>
                </a:lnTo>
                <a:lnTo>
                  <a:pt x="1867" y="2664"/>
                </a:lnTo>
                <a:lnTo>
                  <a:pt x="1866" y="2664"/>
                </a:lnTo>
                <a:lnTo>
                  <a:pt x="1864" y="2666"/>
                </a:lnTo>
                <a:lnTo>
                  <a:pt x="1863" y="2668"/>
                </a:lnTo>
                <a:lnTo>
                  <a:pt x="1862" y="2669"/>
                </a:lnTo>
                <a:lnTo>
                  <a:pt x="1861" y="2670"/>
                </a:lnTo>
                <a:lnTo>
                  <a:pt x="1860" y="2670"/>
                </a:lnTo>
                <a:lnTo>
                  <a:pt x="1860" y="2671"/>
                </a:lnTo>
                <a:lnTo>
                  <a:pt x="1859" y="2671"/>
                </a:lnTo>
                <a:lnTo>
                  <a:pt x="1859" y="2672"/>
                </a:lnTo>
                <a:lnTo>
                  <a:pt x="1858" y="2672"/>
                </a:lnTo>
                <a:lnTo>
                  <a:pt x="1857" y="2673"/>
                </a:lnTo>
                <a:lnTo>
                  <a:pt x="1855" y="2675"/>
                </a:lnTo>
                <a:lnTo>
                  <a:pt x="1855" y="2676"/>
                </a:lnTo>
                <a:lnTo>
                  <a:pt x="1854" y="2676"/>
                </a:lnTo>
                <a:lnTo>
                  <a:pt x="1853" y="2677"/>
                </a:lnTo>
                <a:lnTo>
                  <a:pt x="1852" y="2678"/>
                </a:lnTo>
                <a:lnTo>
                  <a:pt x="1852" y="2679"/>
                </a:lnTo>
                <a:lnTo>
                  <a:pt x="1851" y="2680"/>
                </a:lnTo>
                <a:lnTo>
                  <a:pt x="1850" y="2681"/>
                </a:lnTo>
                <a:lnTo>
                  <a:pt x="1848" y="2683"/>
                </a:lnTo>
                <a:lnTo>
                  <a:pt x="1847" y="2684"/>
                </a:lnTo>
                <a:lnTo>
                  <a:pt x="1846" y="2685"/>
                </a:lnTo>
                <a:lnTo>
                  <a:pt x="1846" y="2686"/>
                </a:lnTo>
                <a:lnTo>
                  <a:pt x="1845" y="2686"/>
                </a:lnTo>
                <a:lnTo>
                  <a:pt x="1845" y="2687"/>
                </a:lnTo>
                <a:lnTo>
                  <a:pt x="1844" y="2688"/>
                </a:lnTo>
                <a:lnTo>
                  <a:pt x="1843" y="2689"/>
                </a:lnTo>
                <a:lnTo>
                  <a:pt x="1840" y="2692"/>
                </a:lnTo>
                <a:lnTo>
                  <a:pt x="1839" y="2693"/>
                </a:lnTo>
                <a:lnTo>
                  <a:pt x="1839" y="2694"/>
                </a:lnTo>
                <a:lnTo>
                  <a:pt x="1838" y="2694"/>
                </a:lnTo>
                <a:lnTo>
                  <a:pt x="1838" y="2695"/>
                </a:lnTo>
                <a:lnTo>
                  <a:pt x="1837" y="2696"/>
                </a:lnTo>
                <a:lnTo>
                  <a:pt x="1836" y="2697"/>
                </a:lnTo>
                <a:lnTo>
                  <a:pt x="1836" y="2698"/>
                </a:lnTo>
                <a:lnTo>
                  <a:pt x="1835" y="2698"/>
                </a:lnTo>
                <a:lnTo>
                  <a:pt x="1834" y="2700"/>
                </a:lnTo>
                <a:lnTo>
                  <a:pt x="1834" y="2701"/>
                </a:lnTo>
                <a:lnTo>
                  <a:pt x="1833" y="2701"/>
                </a:lnTo>
                <a:lnTo>
                  <a:pt x="1833" y="2702"/>
                </a:lnTo>
                <a:lnTo>
                  <a:pt x="1833" y="2703"/>
                </a:lnTo>
                <a:lnTo>
                  <a:pt x="1833" y="2704"/>
                </a:lnTo>
                <a:lnTo>
                  <a:pt x="1833" y="2705"/>
                </a:lnTo>
                <a:lnTo>
                  <a:pt x="1833" y="2706"/>
                </a:lnTo>
                <a:lnTo>
                  <a:pt x="1833" y="2707"/>
                </a:lnTo>
                <a:lnTo>
                  <a:pt x="1833" y="2708"/>
                </a:lnTo>
                <a:lnTo>
                  <a:pt x="1833" y="2709"/>
                </a:lnTo>
                <a:lnTo>
                  <a:pt x="1833" y="2710"/>
                </a:lnTo>
                <a:lnTo>
                  <a:pt x="1833" y="2711"/>
                </a:lnTo>
                <a:lnTo>
                  <a:pt x="1832" y="2714"/>
                </a:lnTo>
                <a:lnTo>
                  <a:pt x="1832" y="2715"/>
                </a:lnTo>
                <a:lnTo>
                  <a:pt x="1831" y="2716"/>
                </a:lnTo>
                <a:lnTo>
                  <a:pt x="1830" y="2716"/>
                </a:lnTo>
                <a:lnTo>
                  <a:pt x="1829" y="2716"/>
                </a:lnTo>
                <a:lnTo>
                  <a:pt x="1828" y="2716"/>
                </a:lnTo>
                <a:lnTo>
                  <a:pt x="1827" y="2717"/>
                </a:lnTo>
                <a:lnTo>
                  <a:pt x="1826" y="2717"/>
                </a:lnTo>
                <a:lnTo>
                  <a:pt x="1825" y="2717"/>
                </a:lnTo>
                <a:lnTo>
                  <a:pt x="1824" y="2717"/>
                </a:lnTo>
                <a:lnTo>
                  <a:pt x="1823" y="2717"/>
                </a:lnTo>
                <a:lnTo>
                  <a:pt x="1822" y="2718"/>
                </a:lnTo>
                <a:lnTo>
                  <a:pt x="1821" y="2718"/>
                </a:lnTo>
                <a:lnTo>
                  <a:pt x="1820" y="2719"/>
                </a:lnTo>
                <a:lnTo>
                  <a:pt x="1819" y="2719"/>
                </a:lnTo>
                <a:lnTo>
                  <a:pt x="1819" y="2720"/>
                </a:lnTo>
                <a:lnTo>
                  <a:pt x="1818" y="2720"/>
                </a:lnTo>
                <a:lnTo>
                  <a:pt x="1817" y="2721"/>
                </a:lnTo>
                <a:lnTo>
                  <a:pt x="1816" y="2721"/>
                </a:lnTo>
                <a:lnTo>
                  <a:pt x="1816" y="2722"/>
                </a:lnTo>
                <a:lnTo>
                  <a:pt x="1815" y="2722"/>
                </a:lnTo>
                <a:lnTo>
                  <a:pt x="1814" y="2722"/>
                </a:lnTo>
                <a:lnTo>
                  <a:pt x="1814" y="2723"/>
                </a:lnTo>
                <a:lnTo>
                  <a:pt x="1813" y="2723"/>
                </a:lnTo>
                <a:lnTo>
                  <a:pt x="1812" y="2723"/>
                </a:lnTo>
                <a:lnTo>
                  <a:pt x="1811" y="2723"/>
                </a:lnTo>
                <a:lnTo>
                  <a:pt x="1810" y="2724"/>
                </a:lnTo>
                <a:lnTo>
                  <a:pt x="1809" y="2724"/>
                </a:lnTo>
                <a:lnTo>
                  <a:pt x="1808" y="2724"/>
                </a:lnTo>
                <a:lnTo>
                  <a:pt x="1807" y="2724"/>
                </a:lnTo>
                <a:lnTo>
                  <a:pt x="1806" y="2724"/>
                </a:lnTo>
                <a:lnTo>
                  <a:pt x="1806" y="2725"/>
                </a:lnTo>
                <a:lnTo>
                  <a:pt x="1805" y="2725"/>
                </a:lnTo>
                <a:lnTo>
                  <a:pt x="1804" y="2725"/>
                </a:lnTo>
                <a:lnTo>
                  <a:pt x="1803" y="2725"/>
                </a:lnTo>
                <a:lnTo>
                  <a:pt x="1802" y="2725"/>
                </a:lnTo>
                <a:lnTo>
                  <a:pt x="1801" y="2725"/>
                </a:lnTo>
                <a:lnTo>
                  <a:pt x="1800" y="2725"/>
                </a:lnTo>
                <a:lnTo>
                  <a:pt x="1799" y="2726"/>
                </a:lnTo>
                <a:lnTo>
                  <a:pt x="1796" y="2726"/>
                </a:lnTo>
                <a:lnTo>
                  <a:pt x="1795" y="2726"/>
                </a:lnTo>
                <a:lnTo>
                  <a:pt x="1794" y="2726"/>
                </a:lnTo>
                <a:lnTo>
                  <a:pt x="1793" y="2726"/>
                </a:lnTo>
                <a:lnTo>
                  <a:pt x="1789" y="2726"/>
                </a:lnTo>
                <a:lnTo>
                  <a:pt x="1788" y="2726"/>
                </a:lnTo>
                <a:lnTo>
                  <a:pt x="1787" y="2726"/>
                </a:lnTo>
                <a:lnTo>
                  <a:pt x="1786" y="2726"/>
                </a:lnTo>
                <a:lnTo>
                  <a:pt x="1785" y="2726"/>
                </a:lnTo>
                <a:lnTo>
                  <a:pt x="1784" y="2726"/>
                </a:lnTo>
                <a:lnTo>
                  <a:pt x="1783" y="2727"/>
                </a:lnTo>
                <a:lnTo>
                  <a:pt x="1782" y="2727"/>
                </a:lnTo>
                <a:lnTo>
                  <a:pt x="1781" y="2727"/>
                </a:lnTo>
                <a:lnTo>
                  <a:pt x="1780" y="2727"/>
                </a:lnTo>
                <a:lnTo>
                  <a:pt x="1779" y="2727"/>
                </a:lnTo>
                <a:lnTo>
                  <a:pt x="1778" y="2727"/>
                </a:lnTo>
                <a:lnTo>
                  <a:pt x="1777" y="2727"/>
                </a:lnTo>
                <a:lnTo>
                  <a:pt x="1776" y="2727"/>
                </a:lnTo>
                <a:lnTo>
                  <a:pt x="1776" y="2728"/>
                </a:lnTo>
                <a:lnTo>
                  <a:pt x="1775" y="2728"/>
                </a:lnTo>
                <a:lnTo>
                  <a:pt x="1774" y="2728"/>
                </a:lnTo>
                <a:lnTo>
                  <a:pt x="1773" y="2728"/>
                </a:lnTo>
                <a:lnTo>
                  <a:pt x="1772" y="2728"/>
                </a:lnTo>
                <a:lnTo>
                  <a:pt x="1771" y="2728"/>
                </a:lnTo>
                <a:lnTo>
                  <a:pt x="1770" y="2728"/>
                </a:lnTo>
                <a:lnTo>
                  <a:pt x="1770" y="2729"/>
                </a:lnTo>
                <a:lnTo>
                  <a:pt x="1769" y="2729"/>
                </a:lnTo>
                <a:lnTo>
                  <a:pt x="1768" y="2729"/>
                </a:lnTo>
                <a:lnTo>
                  <a:pt x="1767" y="2729"/>
                </a:lnTo>
                <a:lnTo>
                  <a:pt x="1766" y="2729"/>
                </a:lnTo>
                <a:lnTo>
                  <a:pt x="1765" y="2729"/>
                </a:lnTo>
                <a:lnTo>
                  <a:pt x="1764" y="2730"/>
                </a:lnTo>
                <a:lnTo>
                  <a:pt x="1763" y="2730"/>
                </a:lnTo>
                <a:lnTo>
                  <a:pt x="1762" y="2730"/>
                </a:lnTo>
                <a:lnTo>
                  <a:pt x="1761" y="2729"/>
                </a:lnTo>
                <a:lnTo>
                  <a:pt x="1760" y="2729"/>
                </a:lnTo>
                <a:lnTo>
                  <a:pt x="1759" y="2729"/>
                </a:lnTo>
                <a:lnTo>
                  <a:pt x="1758" y="2728"/>
                </a:lnTo>
                <a:lnTo>
                  <a:pt x="1757" y="2728"/>
                </a:lnTo>
                <a:lnTo>
                  <a:pt x="1756" y="2727"/>
                </a:lnTo>
                <a:lnTo>
                  <a:pt x="1755" y="2727"/>
                </a:lnTo>
                <a:lnTo>
                  <a:pt x="1754" y="2727"/>
                </a:lnTo>
                <a:lnTo>
                  <a:pt x="1753" y="2727"/>
                </a:lnTo>
                <a:lnTo>
                  <a:pt x="1752" y="2727"/>
                </a:lnTo>
                <a:lnTo>
                  <a:pt x="1751" y="2726"/>
                </a:lnTo>
                <a:lnTo>
                  <a:pt x="1750" y="2726"/>
                </a:lnTo>
                <a:lnTo>
                  <a:pt x="1749" y="2726"/>
                </a:lnTo>
                <a:lnTo>
                  <a:pt x="1746" y="2726"/>
                </a:lnTo>
                <a:lnTo>
                  <a:pt x="1745" y="2726"/>
                </a:lnTo>
                <a:lnTo>
                  <a:pt x="1744" y="2727"/>
                </a:lnTo>
                <a:lnTo>
                  <a:pt x="1743" y="2727"/>
                </a:lnTo>
                <a:lnTo>
                  <a:pt x="1742" y="2727"/>
                </a:lnTo>
                <a:lnTo>
                  <a:pt x="1741" y="2728"/>
                </a:lnTo>
                <a:lnTo>
                  <a:pt x="1740" y="2728"/>
                </a:lnTo>
                <a:lnTo>
                  <a:pt x="1739" y="2729"/>
                </a:lnTo>
                <a:lnTo>
                  <a:pt x="1738" y="2729"/>
                </a:lnTo>
                <a:lnTo>
                  <a:pt x="1737" y="2728"/>
                </a:lnTo>
                <a:lnTo>
                  <a:pt x="1736" y="2728"/>
                </a:lnTo>
                <a:lnTo>
                  <a:pt x="1735" y="2727"/>
                </a:lnTo>
                <a:lnTo>
                  <a:pt x="1734" y="2727"/>
                </a:lnTo>
                <a:lnTo>
                  <a:pt x="1733" y="2726"/>
                </a:lnTo>
                <a:lnTo>
                  <a:pt x="1732" y="2726"/>
                </a:lnTo>
                <a:lnTo>
                  <a:pt x="1731" y="2725"/>
                </a:lnTo>
                <a:lnTo>
                  <a:pt x="1730" y="2725"/>
                </a:lnTo>
                <a:lnTo>
                  <a:pt x="1730" y="2724"/>
                </a:lnTo>
                <a:lnTo>
                  <a:pt x="1729" y="2724"/>
                </a:lnTo>
                <a:lnTo>
                  <a:pt x="1728" y="2724"/>
                </a:lnTo>
                <a:lnTo>
                  <a:pt x="1728" y="2723"/>
                </a:lnTo>
                <a:lnTo>
                  <a:pt x="1727" y="2723"/>
                </a:lnTo>
                <a:lnTo>
                  <a:pt x="1726" y="2723"/>
                </a:lnTo>
                <a:lnTo>
                  <a:pt x="1724" y="2723"/>
                </a:lnTo>
                <a:lnTo>
                  <a:pt x="1723" y="2723"/>
                </a:lnTo>
                <a:lnTo>
                  <a:pt x="1722" y="2723"/>
                </a:lnTo>
                <a:lnTo>
                  <a:pt x="1721" y="2723"/>
                </a:lnTo>
                <a:lnTo>
                  <a:pt x="1720" y="2723"/>
                </a:lnTo>
                <a:lnTo>
                  <a:pt x="1719" y="2723"/>
                </a:lnTo>
                <a:lnTo>
                  <a:pt x="1718" y="2723"/>
                </a:lnTo>
                <a:lnTo>
                  <a:pt x="1718" y="2724"/>
                </a:lnTo>
                <a:lnTo>
                  <a:pt x="1717" y="2724"/>
                </a:lnTo>
                <a:lnTo>
                  <a:pt x="1716" y="2724"/>
                </a:lnTo>
                <a:lnTo>
                  <a:pt x="1715" y="2724"/>
                </a:lnTo>
                <a:lnTo>
                  <a:pt x="1714" y="2725"/>
                </a:lnTo>
                <a:lnTo>
                  <a:pt x="1713" y="2725"/>
                </a:lnTo>
                <a:lnTo>
                  <a:pt x="1712" y="2726"/>
                </a:lnTo>
                <a:lnTo>
                  <a:pt x="1711" y="2726"/>
                </a:lnTo>
                <a:lnTo>
                  <a:pt x="1710" y="2726"/>
                </a:lnTo>
                <a:lnTo>
                  <a:pt x="1710" y="2727"/>
                </a:lnTo>
                <a:lnTo>
                  <a:pt x="1709" y="2727"/>
                </a:lnTo>
                <a:lnTo>
                  <a:pt x="1708" y="2727"/>
                </a:lnTo>
                <a:lnTo>
                  <a:pt x="1707" y="2727"/>
                </a:lnTo>
                <a:lnTo>
                  <a:pt x="1706" y="2727"/>
                </a:lnTo>
                <a:lnTo>
                  <a:pt x="1705" y="2727"/>
                </a:lnTo>
                <a:lnTo>
                  <a:pt x="1705" y="2728"/>
                </a:lnTo>
                <a:lnTo>
                  <a:pt x="1704" y="2728"/>
                </a:lnTo>
                <a:lnTo>
                  <a:pt x="1703" y="2728"/>
                </a:lnTo>
                <a:lnTo>
                  <a:pt x="1702" y="2728"/>
                </a:lnTo>
                <a:lnTo>
                  <a:pt x="1701" y="2728"/>
                </a:lnTo>
                <a:lnTo>
                  <a:pt x="1700" y="2728"/>
                </a:lnTo>
                <a:lnTo>
                  <a:pt x="1700" y="2729"/>
                </a:lnTo>
                <a:lnTo>
                  <a:pt x="1699" y="2729"/>
                </a:lnTo>
                <a:lnTo>
                  <a:pt x="1698" y="2729"/>
                </a:lnTo>
                <a:lnTo>
                  <a:pt x="1697" y="2729"/>
                </a:lnTo>
                <a:lnTo>
                  <a:pt x="1696" y="2729"/>
                </a:lnTo>
                <a:lnTo>
                  <a:pt x="1696" y="2730"/>
                </a:lnTo>
                <a:lnTo>
                  <a:pt x="1695" y="2730"/>
                </a:lnTo>
                <a:lnTo>
                  <a:pt x="1694" y="2730"/>
                </a:lnTo>
                <a:lnTo>
                  <a:pt x="1693" y="2730"/>
                </a:lnTo>
                <a:lnTo>
                  <a:pt x="1692" y="2730"/>
                </a:lnTo>
                <a:lnTo>
                  <a:pt x="1691" y="2730"/>
                </a:lnTo>
                <a:lnTo>
                  <a:pt x="1690" y="2731"/>
                </a:lnTo>
                <a:lnTo>
                  <a:pt x="1689" y="2731"/>
                </a:lnTo>
                <a:lnTo>
                  <a:pt x="1688" y="2731"/>
                </a:lnTo>
                <a:lnTo>
                  <a:pt x="1688" y="2732"/>
                </a:lnTo>
                <a:lnTo>
                  <a:pt x="1687" y="2732"/>
                </a:lnTo>
                <a:lnTo>
                  <a:pt x="1686" y="2732"/>
                </a:lnTo>
                <a:lnTo>
                  <a:pt x="1685" y="2732"/>
                </a:lnTo>
                <a:lnTo>
                  <a:pt x="1684" y="2733"/>
                </a:lnTo>
                <a:lnTo>
                  <a:pt x="1683" y="2733"/>
                </a:lnTo>
                <a:lnTo>
                  <a:pt x="1682" y="2733"/>
                </a:lnTo>
                <a:lnTo>
                  <a:pt x="1680" y="2733"/>
                </a:lnTo>
                <a:lnTo>
                  <a:pt x="1679" y="2733"/>
                </a:lnTo>
                <a:lnTo>
                  <a:pt x="1676" y="2733"/>
                </a:lnTo>
                <a:lnTo>
                  <a:pt x="1674" y="2733"/>
                </a:lnTo>
                <a:lnTo>
                  <a:pt x="1675" y="2733"/>
                </a:lnTo>
                <a:lnTo>
                  <a:pt x="1675" y="2732"/>
                </a:lnTo>
                <a:lnTo>
                  <a:pt x="1676" y="2732"/>
                </a:lnTo>
                <a:lnTo>
                  <a:pt x="1676" y="2731"/>
                </a:lnTo>
                <a:lnTo>
                  <a:pt x="1676" y="2730"/>
                </a:lnTo>
                <a:lnTo>
                  <a:pt x="1677" y="2730"/>
                </a:lnTo>
                <a:lnTo>
                  <a:pt x="1677" y="2729"/>
                </a:lnTo>
                <a:lnTo>
                  <a:pt x="1677" y="2728"/>
                </a:lnTo>
                <a:lnTo>
                  <a:pt x="1677" y="2727"/>
                </a:lnTo>
                <a:lnTo>
                  <a:pt x="1677" y="2726"/>
                </a:lnTo>
                <a:lnTo>
                  <a:pt x="1677" y="2725"/>
                </a:lnTo>
                <a:lnTo>
                  <a:pt x="1677" y="2724"/>
                </a:lnTo>
                <a:lnTo>
                  <a:pt x="1677" y="2723"/>
                </a:lnTo>
                <a:lnTo>
                  <a:pt x="1678" y="2723"/>
                </a:lnTo>
                <a:lnTo>
                  <a:pt x="1678" y="2722"/>
                </a:lnTo>
                <a:lnTo>
                  <a:pt x="1678" y="2721"/>
                </a:lnTo>
                <a:lnTo>
                  <a:pt x="1677" y="2721"/>
                </a:lnTo>
                <a:lnTo>
                  <a:pt x="1677" y="2720"/>
                </a:lnTo>
                <a:lnTo>
                  <a:pt x="1676" y="2720"/>
                </a:lnTo>
                <a:lnTo>
                  <a:pt x="1676" y="2719"/>
                </a:lnTo>
                <a:lnTo>
                  <a:pt x="1676" y="2718"/>
                </a:lnTo>
                <a:lnTo>
                  <a:pt x="1676" y="2717"/>
                </a:lnTo>
                <a:lnTo>
                  <a:pt x="1675" y="2717"/>
                </a:lnTo>
                <a:lnTo>
                  <a:pt x="1675" y="2716"/>
                </a:lnTo>
                <a:lnTo>
                  <a:pt x="1674" y="2716"/>
                </a:lnTo>
                <a:lnTo>
                  <a:pt x="1674" y="2715"/>
                </a:lnTo>
                <a:lnTo>
                  <a:pt x="1674" y="2714"/>
                </a:lnTo>
                <a:lnTo>
                  <a:pt x="1673" y="2714"/>
                </a:lnTo>
                <a:lnTo>
                  <a:pt x="1673" y="2713"/>
                </a:lnTo>
                <a:lnTo>
                  <a:pt x="1672" y="2713"/>
                </a:lnTo>
                <a:lnTo>
                  <a:pt x="1671" y="2713"/>
                </a:lnTo>
                <a:lnTo>
                  <a:pt x="1671" y="2712"/>
                </a:lnTo>
                <a:lnTo>
                  <a:pt x="1670" y="2712"/>
                </a:lnTo>
                <a:lnTo>
                  <a:pt x="1670" y="2711"/>
                </a:lnTo>
                <a:lnTo>
                  <a:pt x="1670" y="2710"/>
                </a:lnTo>
                <a:lnTo>
                  <a:pt x="1670" y="2709"/>
                </a:lnTo>
                <a:lnTo>
                  <a:pt x="1670" y="2708"/>
                </a:lnTo>
                <a:lnTo>
                  <a:pt x="1669" y="2708"/>
                </a:lnTo>
                <a:lnTo>
                  <a:pt x="1670" y="2708"/>
                </a:lnTo>
                <a:lnTo>
                  <a:pt x="1669" y="2708"/>
                </a:lnTo>
                <a:lnTo>
                  <a:pt x="1669" y="2707"/>
                </a:lnTo>
                <a:lnTo>
                  <a:pt x="1669" y="2706"/>
                </a:lnTo>
                <a:lnTo>
                  <a:pt x="1670" y="2706"/>
                </a:lnTo>
                <a:lnTo>
                  <a:pt x="1670" y="2705"/>
                </a:lnTo>
                <a:lnTo>
                  <a:pt x="1670" y="2704"/>
                </a:lnTo>
                <a:lnTo>
                  <a:pt x="1670" y="2703"/>
                </a:lnTo>
                <a:lnTo>
                  <a:pt x="1670" y="2702"/>
                </a:lnTo>
                <a:lnTo>
                  <a:pt x="1669" y="2702"/>
                </a:lnTo>
                <a:lnTo>
                  <a:pt x="1669" y="2701"/>
                </a:lnTo>
                <a:lnTo>
                  <a:pt x="1670" y="2700"/>
                </a:lnTo>
                <a:lnTo>
                  <a:pt x="1671" y="2699"/>
                </a:lnTo>
                <a:lnTo>
                  <a:pt x="1672" y="2699"/>
                </a:lnTo>
                <a:lnTo>
                  <a:pt x="1672" y="2698"/>
                </a:lnTo>
                <a:lnTo>
                  <a:pt x="1672" y="2697"/>
                </a:lnTo>
                <a:lnTo>
                  <a:pt x="1673" y="2696"/>
                </a:lnTo>
                <a:lnTo>
                  <a:pt x="1673" y="2695"/>
                </a:lnTo>
                <a:lnTo>
                  <a:pt x="1673" y="2694"/>
                </a:lnTo>
                <a:lnTo>
                  <a:pt x="1673" y="2693"/>
                </a:lnTo>
                <a:lnTo>
                  <a:pt x="1672" y="2693"/>
                </a:lnTo>
                <a:lnTo>
                  <a:pt x="1672" y="2692"/>
                </a:lnTo>
                <a:lnTo>
                  <a:pt x="1671" y="2692"/>
                </a:lnTo>
                <a:lnTo>
                  <a:pt x="1670" y="2692"/>
                </a:lnTo>
                <a:lnTo>
                  <a:pt x="1671" y="2692"/>
                </a:lnTo>
                <a:lnTo>
                  <a:pt x="1671" y="2691"/>
                </a:lnTo>
                <a:lnTo>
                  <a:pt x="1672" y="2691"/>
                </a:lnTo>
                <a:lnTo>
                  <a:pt x="1672" y="2690"/>
                </a:lnTo>
                <a:lnTo>
                  <a:pt x="1673" y="2690"/>
                </a:lnTo>
                <a:lnTo>
                  <a:pt x="1674" y="2690"/>
                </a:lnTo>
                <a:lnTo>
                  <a:pt x="1674" y="2691"/>
                </a:lnTo>
                <a:lnTo>
                  <a:pt x="1675" y="2691"/>
                </a:lnTo>
                <a:lnTo>
                  <a:pt x="1676" y="2691"/>
                </a:lnTo>
                <a:lnTo>
                  <a:pt x="1677" y="2691"/>
                </a:lnTo>
                <a:lnTo>
                  <a:pt x="1677" y="2690"/>
                </a:lnTo>
                <a:lnTo>
                  <a:pt x="1678" y="2690"/>
                </a:lnTo>
                <a:lnTo>
                  <a:pt x="1678" y="2689"/>
                </a:lnTo>
                <a:lnTo>
                  <a:pt x="1677" y="2688"/>
                </a:lnTo>
                <a:lnTo>
                  <a:pt x="1677" y="2687"/>
                </a:lnTo>
                <a:lnTo>
                  <a:pt x="1676" y="2686"/>
                </a:lnTo>
                <a:lnTo>
                  <a:pt x="1676" y="2685"/>
                </a:lnTo>
                <a:lnTo>
                  <a:pt x="1675" y="2684"/>
                </a:lnTo>
                <a:lnTo>
                  <a:pt x="1675" y="2683"/>
                </a:lnTo>
                <a:lnTo>
                  <a:pt x="1674" y="2681"/>
                </a:lnTo>
                <a:lnTo>
                  <a:pt x="1674" y="2680"/>
                </a:lnTo>
                <a:lnTo>
                  <a:pt x="1673" y="2680"/>
                </a:lnTo>
                <a:lnTo>
                  <a:pt x="1673" y="2679"/>
                </a:lnTo>
                <a:lnTo>
                  <a:pt x="1673" y="2678"/>
                </a:lnTo>
                <a:lnTo>
                  <a:pt x="1672" y="2678"/>
                </a:lnTo>
                <a:lnTo>
                  <a:pt x="1672" y="2677"/>
                </a:lnTo>
                <a:lnTo>
                  <a:pt x="1672" y="2676"/>
                </a:lnTo>
                <a:lnTo>
                  <a:pt x="1671" y="2676"/>
                </a:lnTo>
                <a:lnTo>
                  <a:pt x="1671" y="2675"/>
                </a:lnTo>
                <a:lnTo>
                  <a:pt x="1671" y="2674"/>
                </a:lnTo>
                <a:lnTo>
                  <a:pt x="1670" y="2674"/>
                </a:lnTo>
                <a:lnTo>
                  <a:pt x="1670" y="2673"/>
                </a:lnTo>
                <a:lnTo>
                  <a:pt x="1669" y="2673"/>
                </a:lnTo>
                <a:lnTo>
                  <a:pt x="1669" y="2672"/>
                </a:lnTo>
                <a:lnTo>
                  <a:pt x="1668" y="2672"/>
                </a:lnTo>
                <a:lnTo>
                  <a:pt x="1669" y="2672"/>
                </a:lnTo>
                <a:lnTo>
                  <a:pt x="1669" y="2671"/>
                </a:lnTo>
                <a:lnTo>
                  <a:pt x="1668" y="2671"/>
                </a:lnTo>
                <a:lnTo>
                  <a:pt x="1668" y="2670"/>
                </a:lnTo>
                <a:lnTo>
                  <a:pt x="1668" y="2669"/>
                </a:lnTo>
                <a:lnTo>
                  <a:pt x="1667" y="2669"/>
                </a:lnTo>
                <a:lnTo>
                  <a:pt x="1667" y="2670"/>
                </a:lnTo>
                <a:lnTo>
                  <a:pt x="1666" y="2671"/>
                </a:lnTo>
                <a:lnTo>
                  <a:pt x="1665" y="2671"/>
                </a:lnTo>
                <a:lnTo>
                  <a:pt x="1665" y="2672"/>
                </a:lnTo>
                <a:lnTo>
                  <a:pt x="1663" y="2672"/>
                </a:lnTo>
                <a:lnTo>
                  <a:pt x="1663" y="2673"/>
                </a:lnTo>
                <a:lnTo>
                  <a:pt x="1662" y="2673"/>
                </a:lnTo>
                <a:lnTo>
                  <a:pt x="1661" y="2673"/>
                </a:lnTo>
                <a:lnTo>
                  <a:pt x="1660" y="2673"/>
                </a:lnTo>
                <a:lnTo>
                  <a:pt x="1659" y="2672"/>
                </a:lnTo>
                <a:lnTo>
                  <a:pt x="1658" y="2672"/>
                </a:lnTo>
                <a:lnTo>
                  <a:pt x="1657" y="2673"/>
                </a:lnTo>
                <a:lnTo>
                  <a:pt x="1656" y="2673"/>
                </a:lnTo>
                <a:lnTo>
                  <a:pt x="1654" y="2674"/>
                </a:lnTo>
                <a:lnTo>
                  <a:pt x="1653" y="2674"/>
                </a:lnTo>
                <a:lnTo>
                  <a:pt x="1652" y="2674"/>
                </a:lnTo>
                <a:lnTo>
                  <a:pt x="1651" y="2675"/>
                </a:lnTo>
                <a:lnTo>
                  <a:pt x="1650" y="2676"/>
                </a:lnTo>
                <a:lnTo>
                  <a:pt x="1649" y="2676"/>
                </a:lnTo>
                <a:lnTo>
                  <a:pt x="1648" y="2676"/>
                </a:lnTo>
                <a:lnTo>
                  <a:pt x="1647" y="2676"/>
                </a:lnTo>
                <a:lnTo>
                  <a:pt x="1646" y="2676"/>
                </a:lnTo>
                <a:lnTo>
                  <a:pt x="1646" y="2675"/>
                </a:lnTo>
                <a:lnTo>
                  <a:pt x="1647" y="2675"/>
                </a:lnTo>
                <a:lnTo>
                  <a:pt x="1648" y="2674"/>
                </a:lnTo>
                <a:lnTo>
                  <a:pt x="1648" y="2673"/>
                </a:lnTo>
                <a:lnTo>
                  <a:pt x="1647" y="2673"/>
                </a:lnTo>
                <a:lnTo>
                  <a:pt x="1645" y="2672"/>
                </a:lnTo>
                <a:lnTo>
                  <a:pt x="1644" y="2671"/>
                </a:lnTo>
                <a:lnTo>
                  <a:pt x="1643" y="2670"/>
                </a:lnTo>
                <a:lnTo>
                  <a:pt x="1642" y="2670"/>
                </a:lnTo>
                <a:lnTo>
                  <a:pt x="1639" y="2670"/>
                </a:lnTo>
                <a:lnTo>
                  <a:pt x="1639" y="2669"/>
                </a:lnTo>
                <a:lnTo>
                  <a:pt x="1638" y="2669"/>
                </a:lnTo>
                <a:lnTo>
                  <a:pt x="1637" y="2669"/>
                </a:lnTo>
                <a:lnTo>
                  <a:pt x="1636" y="2668"/>
                </a:lnTo>
                <a:lnTo>
                  <a:pt x="1636" y="2667"/>
                </a:lnTo>
                <a:lnTo>
                  <a:pt x="1635" y="2666"/>
                </a:lnTo>
                <a:lnTo>
                  <a:pt x="1634" y="2666"/>
                </a:lnTo>
                <a:lnTo>
                  <a:pt x="1633" y="2666"/>
                </a:lnTo>
                <a:lnTo>
                  <a:pt x="1633" y="2665"/>
                </a:lnTo>
                <a:lnTo>
                  <a:pt x="1632" y="2664"/>
                </a:lnTo>
                <a:lnTo>
                  <a:pt x="1632" y="2663"/>
                </a:lnTo>
                <a:lnTo>
                  <a:pt x="1631" y="2663"/>
                </a:lnTo>
                <a:lnTo>
                  <a:pt x="1630" y="2663"/>
                </a:lnTo>
                <a:lnTo>
                  <a:pt x="1630" y="2662"/>
                </a:lnTo>
                <a:lnTo>
                  <a:pt x="1629" y="2662"/>
                </a:lnTo>
                <a:lnTo>
                  <a:pt x="1629" y="2661"/>
                </a:lnTo>
                <a:lnTo>
                  <a:pt x="1629" y="2660"/>
                </a:lnTo>
                <a:lnTo>
                  <a:pt x="1628" y="2660"/>
                </a:lnTo>
                <a:lnTo>
                  <a:pt x="1628" y="2659"/>
                </a:lnTo>
                <a:lnTo>
                  <a:pt x="1628" y="2657"/>
                </a:lnTo>
                <a:lnTo>
                  <a:pt x="1629" y="2657"/>
                </a:lnTo>
                <a:lnTo>
                  <a:pt x="1629" y="2656"/>
                </a:lnTo>
                <a:lnTo>
                  <a:pt x="1628" y="2655"/>
                </a:lnTo>
                <a:lnTo>
                  <a:pt x="1628" y="2654"/>
                </a:lnTo>
                <a:lnTo>
                  <a:pt x="1628" y="2653"/>
                </a:lnTo>
                <a:lnTo>
                  <a:pt x="1628" y="2652"/>
                </a:lnTo>
                <a:lnTo>
                  <a:pt x="1629" y="2651"/>
                </a:lnTo>
                <a:lnTo>
                  <a:pt x="1629" y="2650"/>
                </a:lnTo>
                <a:lnTo>
                  <a:pt x="1630" y="2650"/>
                </a:lnTo>
                <a:lnTo>
                  <a:pt x="1630" y="2649"/>
                </a:lnTo>
                <a:lnTo>
                  <a:pt x="1631" y="2649"/>
                </a:lnTo>
                <a:lnTo>
                  <a:pt x="1631" y="2648"/>
                </a:lnTo>
                <a:lnTo>
                  <a:pt x="1632" y="2648"/>
                </a:lnTo>
                <a:lnTo>
                  <a:pt x="1633" y="2647"/>
                </a:lnTo>
                <a:lnTo>
                  <a:pt x="1633" y="2646"/>
                </a:lnTo>
                <a:lnTo>
                  <a:pt x="1633" y="2645"/>
                </a:lnTo>
                <a:lnTo>
                  <a:pt x="1634" y="2645"/>
                </a:lnTo>
                <a:lnTo>
                  <a:pt x="1634" y="2644"/>
                </a:lnTo>
                <a:lnTo>
                  <a:pt x="1634" y="2643"/>
                </a:lnTo>
                <a:lnTo>
                  <a:pt x="1634" y="2642"/>
                </a:lnTo>
                <a:lnTo>
                  <a:pt x="1634" y="2641"/>
                </a:lnTo>
                <a:lnTo>
                  <a:pt x="1635" y="2641"/>
                </a:lnTo>
                <a:lnTo>
                  <a:pt x="1635" y="2640"/>
                </a:lnTo>
                <a:lnTo>
                  <a:pt x="1635" y="2639"/>
                </a:lnTo>
                <a:lnTo>
                  <a:pt x="1634" y="2639"/>
                </a:lnTo>
                <a:lnTo>
                  <a:pt x="1634" y="2638"/>
                </a:lnTo>
                <a:lnTo>
                  <a:pt x="1634" y="2637"/>
                </a:lnTo>
                <a:lnTo>
                  <a:pt x="1634" y="2636"/>
                </a:lnTo>
                <a:lnTo>
                  <a:pt x="1633" y="2636"/>
                </a:lnTo>
                <a:lnTo>
                  <a:pt x="1633" y="2635"/>
                </a:lnTo>
                <a:lnTo>
                  <a:pt x="1632" y="2635"/>
                </a:lnTo>
                <a:lnTo>
                  <a:pt x="1632" y="2634"/>
                </a:lnTo>
                <a:lnTo>
                  <a:pt x="1631" y="2634"/>
                </a:lnTo>
                <a:lnTo>
                  <a:pt x="1631" y="2635"/>
                </a:lnTo>
                <a:lnTo>
                  <a:pt x="1630" y="2635"/>
                </a:lnTo>
                <a:lnTo>
                  <a:pt x="1629" y="2635"/>
                </a:lnTo>
                <a:lnTo>
                  <a:pt x="1628" y="2635"/>
                </a:lnTo>
                <a:lnTo>
                  <a:pt x="1627" y="2635"/>
                </a:lnTo>
                <a:lnTo>
                  <a:pt x="1626" y="2634"/>
                </a:lnTo>
                <a:lnTo>
                  <a:pt x="1625" y="2634"/>
                </a:lnTo>
                <a:lnTo>
                  <a:pt x="1625" y="2633"/>
                </a:lnTo>
                <a:lnTo>
                  <a:pt x="1626" y="2633"/>
                </a:lnTo>
                <a:lnTo>
                  <a:pt x="1626" y="2632"/>
                </a:lnTo>
                <a:lnTo>
                  <a:pt x="1627" y="2632"/>
                </a:lnTo>
                <a:lnTo>
                  <a:pt x="1627" y="2631"/>
                </a:lnTo>
                <a:lnTo>
                  <a:pt x="1628" y="2630"/>
                </a:lnTo>
                <a:lnTo>
                  <a:pt x="1629" y="2630"/>
                </a:lnTo>
                <a:lnTo>
                  <a:pt x="1630" y="2630"/>
                </a:lnTo>
                <a:lnTo>
                  <a:pt x="1630" y="2631"/>
                </a:lnTo>
                <a:lnTo>
                  <a:pt x="1630" y="2630"/>
                </a:lnTo>
                <a:lnTo>
                  <a:pt x="1631" y="2630"/>
                </a:lnTo>
                <a:lnTo>
                  <a:pt x="1632" y="2630"/>
                </a:lnTo>
                <a:lnTo>
                  <a:pt x="1633" y="2630"/>
                </a:lnTo>
                <a:lnTo>
                  <a:pt x="1633" y="2629"/>
                </a:lnTo>
                <a:lnTo>
                  <a:pt x="1633" y="2628"/>
                </a:lnTo>
                <a:lnTo>
                  <a:pt x="1632" y="2628"/>
                </a:lnTo>
                <a:lnTo>
                  <a:pt x="1632" y="2627"/>
                </a:lnTo>
                <a:lnTo>
                  <a:pt x="1631" y="2626"/>
                </a:lnTo>
                <a:lnTo>
                  <a:pt x="1630" y="2626"/>
                </a:lnTo>
                <a:lnTo>
                  <a:pt x="1629" y="2626"/>
                </a:lnTo>
                <a:lnTo>
                  <a:pt x="1628" y="2626"/>
                </a:lnTo>
                <a:lnTo>
                  <a:pt x="1628" y="2627"/>
                </a:lnTo>
                <a:lnTo>
                  <a:pt x="1627" y="2626"/>
                </a:lnTo>
                <a:lnTo>
                  <a:pt x="1626" y="2626"/>
                </a:lnTo>
                <a:lnTo>
                  <a:pt x="1626" y="2625"/>
                </a:lnTo>
                <a:lnTo>
                  <a:pt x="1626" y="2624"/>
                </a:lnTo>
                <a:lnTo>
                  <a:pt x="1625" y="2624"/>
                </a:lnTo>
                <a:lnTo>
                  <a:pt x="1624" y="2624"/>
                </a:lnTo>
                <a:lnTo>
                  <a:pt x="1624" y="2623"/>
                </a:lnTo>
                <a:lnTo>
                  <a:pt x="1623" y="2623"/>
                </a:lnTo>
                <a:lnTo>
                  <a:pt x="1622" y="2622"/>
                </a:lnTo>
                <a:lnTo>
                  <a:pt x="1622" y="2623"/>
                </a:lnTo>
                <a:lnTo>
                  <a:pt x="1621" y="2623"/>
                </a:lnTo>
                <a:lnTo>
                  <a:pt x="1621" y="2622"/>
                </a:lnTo>
                <a:lnTo>
                  <a:pt x="1620" y="2622"/>
                </a:lnTo>
                <a:lnTo>
                  <a:pt x="1620" y="2621"/>
                </a:lnTo>
                <a:lnTo>
                  <a:pt x="1621" y="2621"/>
                </a:lnTo>
                <a:lnTo>
                  <a:pt x="1621" y="2620"/>
                </a:lnTo>
                <a:lnTo>
                  <a:pt x="1621" y="2619"/>
                </a:lnTo>
                <a:lnTo>
                  <a:pt x="1620" y="2619"/>
                </a:lnTo>
                <a:lnTo>
                  <a:pt x="1620" y="2618"/>
                </a:lnTo>
                <a:lnTo>
                  <a:pt x="1619" y="2618"/>
                </a:lnTo>
                <a:lnTo>
                  <a:pt x="1619" y="2617"/>
                </a:lnTo>
                <a:lnTo>
                  <a:pt x="1619" y="2616"/>
                </a:lnTo>
                <a:lnTo>
                  <a:pt x="1618" y="2616"/>
                </a:lnTo>
                <a:lnTo>
                  <a:pt x="1619" y="2616"/>
                </a:lnTo>
                <a:lnTo>
                  <a:pt x="1619" y="2615"/>
                </a:lnTo>
                <a:lnTo>
                  <a:pt x="1618" y="2615"/>
                </a:lnTo>
                <a:lnTo>
                  <a:pt x="1617" y="2615"/>
                </a:lnTo>
                <a:lnTo>
                  <a:pt x="1616" y="2616"/>
                </a:lnTo>
                <a:lnTo>
                  <a:pt x="1616" y="2615"/>
                </a:lnTo>
                <a:lnTo>
                  <a:pt x="1615" y="2614"/>
                </a:lnTo>
                <a:lnTo>
                  <a:pt x="1614" y="2614"/>
                </a:lnTo>
                <a:lnTo>
                  <a:pt x="1613" y="2614"/>
                </a:lnTo>
                <a:lnTo>
                  <a:pt x="1613" y="2613"/>
                </a:lnTo>
                <a:lnTo>
                  <a:pt x="1612" y="2613"/>
                </a:lnTo>
                <a:lnTo>
                  <a:pt x="1611" y="2613"/>
                </a:lnTo>
                <a:lnTo>
                  <a:pt x="1611" y="2612"/>
                </a:lnTo>
                <a:lnTo>
                  <a:pt x="1610" y="2612"/>
                </a:lnTo>
                <a:lnTo>
                  <a:pt x="1610" y="2611"/>
                </a:lnTo>
                <a:lnTo>
                  <a:pt x="1609" y="2611"/>
                </a:lnTo>
                <a:lnTo>
                  <a:pt x="1608" y="2611"/>
                </a:lnTo>
                <a:lnTo>
                  <a:pt x="1608" y="2610"/>
                </a:lnTo>
                <a:lnTo>
                  <a:pt x="1607" y="2610"/>
                </a:lnTo>
                <a:lnTo>
                  <a:pt x="1607" y="2609"/>
                </a:lnTo>
                <a:lnTo>
                  <a:pt x="1607" y="2610"/>
                </a:lnTo>
                <a:lnTo>
                  <a:pt x="1606" y="2610"/>
                </a:lnTo>
                <a:lnTo>
                  <a:pt x="1605" y="2610"/>
                </a:lnTo>
                <a:lnTo>
                  <a:pt x="1604" y="2610"/>
                </a:lnTo>
                <a:lnTo>
                  <a:pt x="1604" y="2611"/>
                </a:lnTo>
                <a:lnTo>
                  <a:pt x="1605" y="2611"/>
                </a:lnTo>
                <a:lnTo>
                  <a:pt x="1605" y="2612"/>
                </a:lnTo>
                <a:lnTo>
                  <a:pt x="1604" y="2612"/>
                </a:lnTo>
                <a:lnTo>
                  <a:pt x="1604" y="2613"/>
                </a:lnTo>
                <a:lnTo>
                  <a:pt x="1603" y="2613"/>
                </a:lnTo>
                <a:lnTo>
                  <a:pt x="1603" y="2614"/>
                </a:lnTo>
                <a:lnTo>
                  <a:pt x="1602" y="2614"/>
                </a:lnTo>
                <a:lnTo>
                  <a:pt x="1602" y="2615"/>
                </a:lnTo>
                <a:lnTo>
                  <a:pt x="1601" y="2615"/>
                </a:lnTo>
                <a:lnTo>
                  <a:pt x="1601" y="2616"/>
                </a:lnTo>
                <a:lnTo>
                  <a:pt x="1601" y="2617"/>
                </a:lnTo>
                <a:lnTo>
                  <a:pt x="1600" y="2617"/>
                </a:lnTo>
                <a:lnTo>
                  <a:pt x="1600" y="2618"/>
                </a:lnTo>
                <a:lnTo>
                  <a:pt x="1600" y="2619"/>
                </a:lnTo>
                <a:lnTo>
                  <a:pt x="1599" y="2619"/>
                </a:lnTo>
                <a:lnTo>
                  <a:pt x="1599" y="2618"/>
                </a:lnTo>
                <a:lnTo>
                  <a:pt x="1598" y="2618"/>
                </a:lnTo>
                <a:lnTo>
                  <a:pt x="1597" y="2618"/>
                </a:lnTo>
                <a:lnTo>
                  <a:pt x="1597" y="2617"/>
                </a:lnTo>
                <a:lnTo>
                  <a:pt x="1596" y="2617"/>
                </a:lnTo>
                <a:lnTo>
                  <a:pt x="1595" y="2617"/>
                </a:lnTo>
                <a:lnTo>
                  <a:pt x="1594" y="2617"/>
                </a:lnTo>
                <a:lnTo>
                  <a:pt x="1594" y="2618"/>
                </a:lnTo>
                <a:lnTo>
                  <a:pt x="1593" y="2618"/>
                </a:lnTo>
                <a:lnTo>
                  <a:pt x="1593" y="2619"/>
                </a:lnTo>
                <a:lnTo>
                  <a:pt x="1592" y="2619"/>
                </a:lnTo>
                <a:lnTo>
                  <a:pt x="1591" y="2619"/>
                </a:lnTo>
                <a:lnTo>
                  <a:pt x="1591" y="2620"/>
                </a:lnTo>
                <a:lnTo>
                  <a:pt x="1592" y="2620"/>
                </a:lnTo>
                <a:lnTo>
                  <a:pt x="1592" y="2621"/>
                </a:lnTo>
                <a:lnTo>
                  <a:pt x="1591" y="2622"/>
                </a:lnTo>
                <a:lnTo>
                  <a:pt x="1590" y="2623"/>
                </a:lnTo>
                <a:lnTo>
                  <a:pt x="1589" y="2623"/>
                </a:lnTo>
                <a:lnTo>
                  <a:pt x="1589" y="2624"/>
                </a:lnTo>
                <a:lnTo>
                  <a:pt x="1588" y="2624"/>
                </a:lnTo>
                <a:lnTo>
                  <a:pt x="1588" y="2625"/>
                </a:lnTo>
                <a:lnTo>
                  <a:pt x="1588" y="2626"/>
                </a:lnTo>
                <a:lnTo>
                  <a:pt x="1587" y="2626"/>
                </a:lnTo>
                <a:lnTo>
                  <a:pt x="1586" y="2626"/>
                </a:lnTo>
                <a:lnTo>
                  <a:pt x="1585" y="2626"/>
                </a:lnTo>
                <a:lnTo>
                  <a:pt x="1585" y="2627"/>
                </a:lnTo>
                <a:lnTo>
                  <a:pt x="1584" y="2627"/>
                </a:lnTo>
                <a:lnTo>
                  <a:pt x="1584" y="2628"/>
                </a:lnTo>
                <a:lnTo>
                  <a:pt x="1583" y="2629"/>
                </a:lnTo>
                <a:lnTo>
                  <a:pt x="1583" y="2630"/>
                </a:lnTo>
                <a:lnTo>
                  <a:pt x="1583" y="2631"/>
                </a:lnTo>
                <a:lnTo>
                  <a:pt x="1581" y="2631"/>
                </a:lnTo>
                <a:lnTo>
                  <a:pt x="1580" y="2630"/>
                </a:lnTo>
                <a:lnTo>
                  <a:pt x="1579" y="2630"/>
                </a:lnTo>
                <a:lnTo>
                  <a:pt x="1579" y="2631"/>
                </a:lnTo>
                <a:lnTo>
                  <a:pt x="1578" y="2632"/>
                </a:lnTo>
                <a:lnTo>
                  <a:pt x="1577" y="2632"/>
                </a:lnTo>
                <a:lnTo>
                  <a:pt x="1577" y="2633"/>
                </a:lnTo>
                <a:lnTo>
                  <a:pt x="1576" y="2633"/>
                </a:lnTo>
                <a:lnTo>
                  <a:pt x="1575" y="2633"/>
                </a:lnTo>
                <a:lnTo>
                  <a:pt x="1574" y="2633"/>
                </a:lnTo>
                <a:lnTo>
                  <a:pt x="1573" y="2633"/>
                </a:lnTo>
                <a:lnTo>
                  <a:pt x="1572" y="2633"/>
                </a:lnTo>
                <a:lnTo>
                  <a:pt x="1571" y="2633"/>
                </a:lnTo>
                <a:lnTo>
                  <a:pt x="1571" y="2632"/>
                </a:lnTo>
                <a:lnTo>
                  <a:pt x="1570" y="2632"/>
                </a:lnTo>
                <a:lnTo>
                  <a:pt x="1569" y="2632"/>
                </a:lnTo>
                <a:lnTo>
                  <a:pt x="1568" y="2632"/>
                </a:lnTo>
                <a:lnTo>
                  <a:pt x="1568" y="2631"/>
                </a:lnTo>
                <a:lnTo>
                  <a:pt x="1567" y="2631"/>
                </a:lnTo>
                <a:lnTo>
                  <a:pt x="1566" y="2631"/>
                </a:lnTo>
                <a:lnTo>
                  <a:pt x="1565" y="2631"/>
                </a:lnTo>
                <a:lnTo>
                  <a:pt x="1565" y="2630"/>
                </a:lnTo>
                <a:lnTo>
                  <a:pt x="1564" y="2630"/>
                </a:lnTo>
                <a:lnTo>
                  <a:pt x="1564" y="2629"/>
                </a:lnTo>
                <a:lnTo>
                  <a:pt x="1563" y="2629"/>
                </a:lnTo>
                <a:lnTo>
                  <a:pt x="1563" y="2628"/>
                </a:lnTo>
                <a:lnTo>
                  <a:pt x="1563" y="2627"/>
                </a:lnTo>
                <a:lnTo>
                  <a:pt x="1562" y="2627"/>
                </a:lnTo>
                <a:lnTo>
                  <a:pt x="1562" y="2628"/>
                </a:lnTo>
                <a:lnTo>
                  <a:pt x="1561" y="2628"/>
                </a:lnTo>
                <a:lnTo>
                  <a:pt x="1561" y="2627"/>
                </a:lnTo>
                <a:lnTo>
                  <a:pt x="1561" y="2626"/>
                </a:lnTo>
                <a:lnTo>
                  <a:pt x="1560" y="2626"/>
                </a:lnTo>
                <a:lnTo>
                  <a:pt x="1560" y="2625"/>
                </a:lnTo>
                <a:lnTo>
                  <a:pt x="1560" y="2624"/>
                </a:lnTo>
                <a:lnTo>
                  <a:pt x="1559" y="2624"/>
                </a:lnTo>
                <a:lnTo>
                  <a:pt x="1559" y="2623"/>
                </a:lnTo>
                <a:lnTo>
                  <a:pt x="1559" y="2622"/>
                </a:lnTo>
                <a:lnTo>
                  <a:pt x="1559" y="2621"/>
                </a:lnTo>
                <a:lnTo>
                  <a:pt x="1558" y="2621"/>
                </a:lnTo>
                <a:lnTo>
                  <a:pt x="1558" y="2620"/>
                </a:lnTo>
                <a:lnTo>
                  <a:pt x="1558" y="2619"/>
                </a:lnTo>
                <a:lnTo>
                  <a:pt x="1558" y="2618"/>
                </a:lnTo>
                <a:lnTo>
                  <a:pt x="1558" y="2617"/>
                </a:lnTo>
                <a:lnTo>
                  <a:pt x="1559" y="2617"/>
                </a:lnTo>
                <a:lnTo>
                  <a:pt x="1559" y="2616"/>
                </a:lnTo>
                <a:lnTo>
                  <a:pt x="1559" y="2615"/>
                </a:lnTo>
                <a:lnTo>
                  <a:pt x="1559" y="2614"/>
                </a:lnTo>
                <a:lnTo>
                  <a:pt x="1558" y="2614"/>
                </a:lnTo>
                <a:lnTo>
                  <a:pt x="1559" y="2614"/>
                </a:lnTo>
                <a:lnTo>
                  <a:pt x="1559" y="2613"/>
                </a:lnTo>
                <a:lnTo>
                  <a:pt x="1559" y="2612"/>
                </a:lnTo>
                <a:lnTo>
                  <a:pt x="1558" y="2611"/>
                </a:lnTo>
                <a:lnTo>
                  <a:pt x="1558" y="2612"/>
                </a:lnTo>
                <a:lnTo>
                  <a:pt x="1557" y="2612"/>
                </a:lnTo>
                <a:lnTo>
                  <a:pt x="1557" y="2611"/>
                </a:lnTo>
                <a:lnTo>
                  <a:pt x="1556" y="2611"/>
                </a:lnTo>
                <a:lnTo>
                  <a:pt x="1555" y="2611"/>
                </a:lnTo>
                <a:lnTo>
                  <a:pt x="1554" y="2611"/>
                </a:lnTo>
                <a:lnTo>
                  <a:pt x="1553" y="2611"/>
                </a:lnTo>
                <a:lnTo>
                  <a:pt x="1553" y="2610"/>
                </a:lnTo>
                <a:lnTo>
                  <a:pt x="1552" y="2610"/>
                </a:lnTo>
                <a:lnTo>
                  <a:pt x="1552" y="2609"/>
                </a:lnTo>
                <a:lnTo>
                  <a:pt x="1551" y="2609"/>
                </a:lnTo>
                <a:lnTo>
                  <a:pt x="1550" y="2609"/>
                </a:lnTo>
                <a:lnTo>
                  <a:pt x="1550" y="2608"/>
                </a:lnTo>
                <a:lnTo>
                  <a:pt x="1549" y="2608"/>
                </a:lnTo>
                <a:lnTo>
                  <a:pt x="1548" y="2608"/>
                </a:lnTo>
                <a:lnTo>
                  <a:pt x="1548" y="2609"/>
                </a:lnTo>
                <a:lnTo>
                  <a:pt x="1547" y="2609"/>
                </a:lnTo>
                <a:lnTo>
                  <a:pt x="1547" y="2610"/>
                </a:lnTo>
                <a:lnTo>
                  <a:pt x="1546" y="2610"/>
                </a:lnTo>
                <a:lnTo>
                  <a:pt x="1545" y="2610"/>
                </a:lnTo>
                <a:lnTo>
                  <a:pt x="1545" y="2611"/>
                </a:lnTo>
                <a:lnTo>
                  <a:pt x="1544" y="2611"/>
                </a:lnTo>
                <a:lnTo>
                  <a:pt x="1543" y="2611"/>
                </a:lnTo>
                <a:lnTo>
                  <a:pt x="1542" y="2611"/>
                </a:lnTo>
                <a:lnTo>
                  <a:pt x="1542" y="2612"/>
                </a:lnTo>
                <a:lnTo>
                  <a:pt x="1541" y="2612"/>
                </a:lnTo>
                <a:lnTo>
                  <a:pt x="1541" y="2613"/>
                </a:lnTo>
                <a:lnTo>
                  <a:pt x="1540" y="2613"/>
                </a:lnTo>
                <a:lnTo>
                  <a:pt x="1540" y="2614"/>
                </a:lnTo>
                <a:lnTo>
                  <a:pt x="1539" y="2614"/>
                </a:lnTo>
                <a:lnTo>
                  <a:pt x="1539" y="2613"/>
                </a:lnTo>
                <a:lnTo>
                  <a:pt x="1538" y="2613"/>
                </a:lnTo>
                <a:lnTo>
                  <a:pt x="1538" y="2612"/>
                </a:lnTo>
                <a:lnTo>
                  <a:pt x="1537" y="2611"/>
                </a:lnTo>
                <a:lnTo>
                  <a:pt x="1536" y="2611"/>
                </a:lnTo>
                <a:lnTo>
                  <a:pt x="1535" y="2611"/>
                </a:lnTo>
                <a:lnTo>
                  <a:pt x="1535" y="2610"/>
                </a:lnTo>
                <a:lnTo>
                  <a:pt x="1534" y="2610"/>
                </a:lnTo>
                <a:lnTo>
                  <a:pt x="1533" y="2610"/>
                </a:lnTo>
                <a:lnTo>
                  <a:pt x="1533" y="2609"/>
                </a:lnTo>
                <a:lnTo>
                  <a:pt x="1532" y="2609"/>
                </a:lnTo>
                <a:lnTo>
                  <a:pt x="1532" y="2610"/>
                </a:lnTo>
                <a:lnTo>
                  <a:pt x="1531" y="2610"/>
                </a:lnTo>
                <a:lnTo>
                  <a:pt x="1531" y="2611"/>
                </a:lnTo>
                <a:lnTo>
                  <a:pt x="1530" y="2611"/>
                </a:lnTo>
                <a:lnTo>
                  <a:pt x="1529" y="2611"/>
                </a:lnTo>
                <a:lnTo>
                  <a:pt x="1528" y="2611"/>
                </a:lnTo>
                <a:lnTo>
                  <a:pt x="1527" y="2611"/>
                </a:lnTo>
                <a:lnTo>
                  <a:pt x="1527" y="2610"/>
                </a:lnTo>
                <a:lnTo>
                  <a:pt x="1526" y="2610"/>
                </a:lnTo>
                <a:lnTo>
                  <a:pt x="1526" y="2609"/>
                </a:lnTo>
                <a:lnTo>
                  <a:pt x="1525" y="2609"/>
                </a:lnTo>
                <a:lnTo>
                  <a:pt x="1524" y="2609"/>
                </a:lnTo>
                <a:lnTo>
                  <a:pt x="1523" y="2609"/>
                </a:lnTo>
                <a:lnTo>
                  <a:pt x="1522" y="2609"/>
                </a:lnTo>
                <a:lnTo>
                  <a:pt x="1522" y="2610"/>
                </a:lnTo>
                <a:lnTo>
                  <a:pt x="1521" y="2610"/>
                </a:lnTo>
                <a:lnTo>
                  <a:pt x="1520" y="2610"/>
                </a:lnTo>
                <a:lnTo>
                  <a:pt x="1520" y="2609"/>
                </a:lnTo>
                <a:lnTo>
                  <a:pt x="1520" y="2608"/>
                </a:lnTo>
                <a:lnTo>
                  <a:pt x="1520" y="2607"/>
                </a:lnTo>
                <a:lnTo>
                  <a:pt x="1519" y="2607"/>
                </a:lnTo>
                <a:lnTo>
                  <a:pt x="1519" y="2606"/>
                </a:lnTo>
                <a:lnTo>
                  <a:pt x="1519" y="2605"/>
                </a:lnTo>
                <a:lnTo>
                  <a:pt x="1518" y="2605"/>
                </a:lnTo>
                <a:lnTo>
                  <a:pt x="1517" y="2605"/>
                </a:lnTo>
                <a:lnTo>
                  <a:pt x="1517" y="2604"/>
                </a:lnTo>
                <a:lnTo>
                  <a:pt x="1517" y="2603"/>
                </a:lnTo>
                <a:lnTo>
                  <a:pt x="1516" y="2603"/>
                </a:lnTo>
                <a:lnTo>
                  <a:pt x="1516" y="2602"/>
                </a:lnTo>
                <a:lnTo>
                  <a:pt x="1515" y="2602"/>
                </a:lnTo>
                <a:lnTo>
                  <a:pt x="1514" y="2602"/>
                </a:lnTo>
                <a:lnTo>
                  <a:pt x="1513" y="2602"/>
                </a:lnTo>
                <a:lnTo>
                  <a:pt x="1513" y="2601"/>
                </a:lnTo>
                <a:lnTo>
                  <a:pt x="1513" y="2600"/>
                </a:lnTo>
                <a:lnTo>
                  <a:pt x="1512" y="2600"/>
                </a:lnTo>
                <a:lnTo>
                  <a:pt x="1511" y="2600"/>
                </a:lnTo>
                <a:lnTo>
                  <a:pt x="1511" y="2601"/>
                </a:lnTo>
                <a:lnTo>
                  <a:pt x="1510" y="2601"/>
                </a:lnTo>
                <a:lnTo>
                  <a:pt x="1509" y="2601"/>
                </a:lnTo>
                <a:lnTo>
                  <a:pt x="1508" y="2601"/>
                </a:lnTo>
                <a:lnTo>
                  <a:pt x="1507" y="2601"/>
                </a:lnTo>
                <a:lnTo>
                  <a:pt x="1506" y="2601"/>
                </a:lnTo>
                <a:lnTo>
                  <a:pt x="1505" y="2601"/>
                </a:lnTo>
                <a:lnTo>
                  <a:pt x="1505" y="2600"/>
                </a:lnTo>
                <a:lnTo>
                  <a:pt x="1504" y="2600"/>
                </a:lnTo>
                <a:lnTo>
                  <a:pt x="1504" y="2599"/>
                </a:lnTo>
                <a:lnTo>
                  <a:pt x="1503" y="2599"/>
                </a:lnTo>
                <a:lnTo>
                  <a:pt x="1503" y="2598"/>
                </a:lnTo>
                <a:lnTo>
                  <a:pt x="1503" y="2597"/>
                </a:lnTo>
                <a:lnTo>
                  <a:pt x="1502" y="2597"/>
                </a:lnTo>
                <a:lnTo>
                  <a:pt x="1501" y="2596"/>
                </a:lnTo>
                <a:lnTo>
                  <a:pt x="1500" y="2596"/>
                </a:lnTo>
                <a:lnTo>
                  <a:pt x="1499" y="2596"/>
                </a:lnTo>
                <a:lnTo>
                  <a:pt x="1498" y="2596"/>
                </a:lnTo>
                <a:lnTo>
                  <a:pt x="1497" y="2596"/>
                </a:lnTo>
                <a:lnTo>
                  <a:pt x="1497" y="2597"/>
                </a:lnTo>
                <a:lnTo>
                  <a:pt x="1498" y="2597"/>
                </a:lnTo>
                <a:lnTo>
                  <a:pt x="1498" y="2598"/>
                </a:lnTo>
                <a:lnTo>
                  <a:pt x="1498" y="2599"/>
                </a:lnTo>
                <a:lnTo>
                  <a:pt x="1497" y="2599"/>
                </a:lnTo>
                <a:lnTo>
                  <a:pt x="1497" y="2600"/>
                </a:lnTo>
                <a:lnTo>
                  <a:pt x="1496" y="2600"/>
                </a:lnTo>
                <a:lnTo>
                  <a:pt x="1496" y="2601"/>
                </a:lnTo>
                <a:lnTo>
                  <a:pt x="1496" y="2602"/>
                </a:lnTo>
                <a:lnTo>
                  <a:pt x="1496" y="2601"/>
                </a:lnTo>
                <a:lnTo>
                  <a:pt x="1495" y="2601"/>
                </a:lnTo>
                <a:lnTo>
                  <a:pt x="1495" y="2600"/>
                </a:lnTo>
                <a:lnTo>
                  <a:pt x="1494" y="2600"/>
                </a:lnTo>
                <a:lnTo>
                  <a:pt x="1493" y="2600"/>
                </a:lnTo>
                <a:lnTo>
                  <a:pt x="1492" y="2600"/>
                </a:lnTo>
                <a:lnTo>
                  <a:pt x="1492" y="2601"/>
                </a:lnTo>
                <a:lnTo>
                  <a:pt x="1491" y="2601"/>
                </a:lnTo>
                <a:lnTo>
                  <a:pt x="1491" y="2602"/>
                </a:lnTo>
                <a:lnTo>
                  <a:pt x="1490" y="2602"/>
                </a:lnTo>
                <a:lnTo>
                  <a:pt x="1489" y="2602"/>
                </a:lnTo>
                <a:lnTo>
                  <a:pt x="1489" y="2601"/>
                </a:lnTo>
                <a:lnTo>
                  <a:pt x="1489" y="2600"/>
                </a:lnTo>
                <a:lnTo>
                  <a:pt x="1488" y="2600"/>
                </a:lnTo>
                <a:lnTo>
                  <a:pt x="1488" y="2599"/>
                </a:lnTo>
                <a:lnTo>
                  <a:pt x="1487" y="2599"/>
                </a:lnTo>
                <a:lnTo>
                  <a:pt x="1487" y="2598"/>
                </a:lnTo>
                <a:lnTo>
                  <a:pt x="1486" y="2598"/>
                </a:lnTo>
                <a:lnTo>
                  <a:pt x="1485" y="2597"/>
                </a:lnTo>
                <a:lnTo>
                  <a:pt x="1485" y="2596"/>
                </a:lnTo>
                <a:lnTo>
                  <a:pt x="1484" y="2596"/>
                </a:lnTo>
                <a:lnTo>
                  <a:pt x="1484" y="2597"/>
                </a:lnTo>
                <a:lnTo>
                  <a:pt x="1483" y="2597"/>
                </a:lnTo>
                <a:lnTo>
                  <a:pt x="1482" y="2597"/>
                </a:lnTo>
                <a:lnTo>
                  <a:pt x="1482" y="2596"/>
                </a:lnTo>
                <a:lnTo>
                  <a:pt x="1482" y="2597"/>
                </a:lnTo>
                <a:lnTo>
                  <a:pt x="1481" y="2597"/>
                </a:lnTo>
                <a:lnTo>
                  <a:pt x="1480" y="2597"/>
                </a:lnTo>
                <a:lnTo>
                  <a:pt x="1479" y="2597"/>
                </a:lnTo>
                <a:lnTo>
                  <a:pt x="1478" y="2597"/>
                </a:lnTo>
                <a:lnTo>
                  <a:pt x="1478" y="2598"/>
                </a:lnTo>
                <a:lnTo>
                  <a:pt x="1478" y="2597"/>
                </a:lnTo>
                <a:lnTo>
                  <a:pt x="1477" y="2597"/>
                </a:lnTo>
                <a:lnTo>
                  <a:pt x="1477" y="2596"/>
                </a:lnTo>
                <a:lnTo>
                  <a:pt x="1476" y="2596"/>
                </a:lnTo>
                <a:lnTo>
                  <a:pt x="1477" y="2596"/>
                </a:lnTo>
                <a:lnTo>
                  <a:pt x="1476" y="2596"/>
                </a:lnTo>
                <a:lnTo>
                  <a:pt x="1476" y="2595"/>
                </a:lnTo>
                <a:lnTo>
                  <a:pt x="1476" y="2594"/>
                </a:lnTo>
                <a:lnTo>
                  <a:pt x="1475" y="2594"/>
                </a:lnTo>
                <a:lnTo>
                  <a:pt x="1475" y="2593"/>
                </a:lnTo>
                <a:lnTo>
                  <a:pt x="1474" y="2593"/>
                </a:lnTo>
                <a:lnTo>
                  <a:pt x="1474" y="2592"/>
                </a:lnTo>
                <a:lnTo>
                  <a:pt x="1474" y="2593"/>
                </a:lnTo>
                <a:lnTo>
                  <a:pt x="1473" y="2593"/>
                </a:lnTo>
                <a:lnTo>
                  <a:pt x="1472" y="2593"/>
                </a:lnTo>
                <a:lnTo>
                  <a:pt x="1472" y="2592"/>
                </a:lnTo>
                <a:lnTo>
                  <a:pt x="1471" y="2592"/>
                </a:lnTo>
                <a:lnTo>
                  <a:pt x="1471" y="2591"/>
                </a:lnTo>
                <a:lnTo>
                  <a:pt x="1470" y="2591"/>
                </a:lnTo>
                <a:lnTo>
                  <a:pt x="1470" y="2592"/>
                </a:lnTo>
                <a:lnTo>
                  <a:pt x="1469" y="2592"/>
                </a:lnTo>
                <a:lnTo>
                  <a:pt x="1469" y="2591"/>
                </a:lnTo>
                <a:lnTo>
                  <a:pt x="1468" y="2591"/>
                </a:lnTo>
                <a:lnTo>
                  <a:pt x="1468" y="2592"/>
                </a:lnTo>
                <a:lnTo>
                  <a:pt x="1467" y="2592"/>
                </a:lnTo>
                <a:lnTo>
                  <a:pt x="1467" y="2593"/>
                </a:lnTo>
                <a:lnTo>
                  <a:pt x="1466" y="2593"/>
                </a:lnTo>
                <a:lnTo>
                  <a:pt x="1466" y="2594"/>
                </a:lnTo>
                <a:lnTo>
                  <a:pt x="1467" y="2594"/>
                </a:lnTo>
                <a:lnTo>
                  <a:pt x="1467" y="2595"/>
                </a:lnTo>
                <a:lnTo>
                  <a:pt x="1467" y="2596"/>
                </a:lnTo>
                <a:lnTo>
                  <a:pt x="1466" y="2596"/>
                </a:lnTo>
                <a:lnTo>
                  <a:pt x="1465" y="2596"/>
                </a:lnTo>
                <a:lnTo>
                  <a:pt x="1465" y="2597"/>
                </a:lnTo>
                <a:lnTo>
                  <a:pt x="1464" y="2597"/>
                </a:lnTo>
                <a:lnTo>
                  <a:pt x="1463" y="2597"/>
                </a:lnTo>
                <a:lnTo>
                  <a:pt x="1463" y="2598"/>
                </a:lnTo>
                <a:lnTo>
                  <a:pt x="1462" y="2598"/>
                </a:lnTo>
                <a:lnTo>
                  <a:pt x="1461" y="2598"/>
                </a:lnTo>
                <a:lnTo>
                  <a:pt x="1460" y="2598"/>
                </a:lnTo>
                <a:lnTo>
                  <a:pt x="1459" y="2598"/>
                </a:lnTo>
                <a:lnTo>
                  <a:pt x="1459" y="2597"/>
                </a:lnTo>
                <a:lnTo>
                  <a:pt x="1459" y="2598"/>
                </a:lnTo>
                <a:lnTo>
                  <a:pt x="1459" y="2597"/>
                </a:lnTo>
                <a:lnTo>
                  <a:pt x="1458" y="2597"/>
                </a:lnTo>
                <a:lnTo>
                  <a:pt x="1457" y="2597"/>
                </a:lnTo>
                <a:lnTo>
                  <a:pt x="1457" y="2598"/>
                </a:lnTo>
                <a:lnTo>
                  <a:pt x="1456" y="2598"/>
                </a:lnTo>
                <a:lnTo>
                  <a:pt x="1456" y="2599"/>
                </a:lnTo>
                <a:lnTo>
                  <a:pt x="1455" y="2599"/>
                </a:lnTo>
                <a:lnTo>
                  <a:pt x="1454" y="2599"/>
                </a:lnTo>
                <a:lnTo>
                  <a:pt x="1453" y="2599"/>
                </a:lnTo>
                <a:lnTo>
                  <a:pt x="1452" y="2599"/>
                </a:lnTo>
                <a:lnTo>
                  <a:pt x="1451" y="2599"/>
                </a:lnTo>
                <a:lnTo>
                  <a:pt x="1451" y="2600"/>
                </a:lnTo>
                <a:lnTo>
                  <a:pt x="1450" y="2600"/>
                </a:lnTo>
                <a:lnTo>
                  <a:pt x="1450" y="2601"/>
                </a:lnTo>
                <a:lnTo>
                  <a:pt x="1449" y="2601"/>
                </a:lnTo>
                <a:lnTo>
                  <a:pt x="1449" y="2602"/>
                </a:lnTo>
                <a:lnTo>
                  <a:pt x="1449" y="2603"/>
                </a:lnTo>
                <a:lnTo>
                  <a:pt x="1448" y="2603"/>
                </a:lnTo>
                <a:lnTo>
                  <a:pt x="1448" y="2604"/>
                </a:lnTo>
                <a:lnTo>
                  <a:pt x="1447" y="2604"/>
                </a:lnTo>
                <a:lnTo>
                  <a:pt x="1446" y="2604"/>
                </a:lnTo>
                <a:lnTo>
                  <a:pt x="1446" y="2605"/>
                </a:lnTo>
                <a:lnTo>
                  <a:pt x="1446" y="2606"/>
                </a:lnTo>
                <a:lnTo>
                  <a:pt x="1445" y="2606"/>
                </a:lnTo>
                <a:lnTo>
                  <a:pt x="1445" y="2607"/>
                </a:lnTo>
                <a:lnTo>
                  <a:pt x="1444" y="2607"/>
                </a:lnTo>
                <a:lnTo>
                  <a:pt x="1443" y="2607"/>
                </a:lnTo>
                <a:lnTo>
                  <a:pt x="1443" y="2606"/>
                </a:lnTo>
                <a:lnTo>
                  <a:pt x="1442" y="2606"/>
                </a:lnTo>
                <a:lnTo>
                  <a:pt x="1442" y="2607"/>
                </a:lnTo>
                <a:lnTo>
                  <a:pt x="1442" y="2608"/>
                </a:lnTo>
                <a:lnTo>
                  <a:pt x="1441" y="2608"/>
                </a:lnTo>
                <a:lnTo>
                  <a:pt x="1441" y="2609"/>
                </a:lnTo>
                <a:lnTo>
                  <a:pt x="1440" y="2610"/>
                </a:lnTo>
                <a:lnTo>
                  <a:pt x="1440" y="2611"/>
                </a:lnTo>
                <a:lnTo>
                  <a:pt x="1439" y="2611"/>
                </a:lnTo>
                <a:lnTo>
                  <a:pt x="1439" y="2612"/>
                </a:lnTo>
                <a:lnTo>
                  <a:pt x="1439" y="2611"/>
                </a:lnTo>
                <a:lnTo>
                  <a:pt x="1439" y="2612"/>
                </a:lnTo>
                <a:lnTo>
                  <a:pt x="1438" y="2612"/>
                </a:lnTo>
                <a:lnTo>
                  <a:pt x="1438" y="2613"/>
                </a:lnTo>
                <a:lnTo>
                  <a:pt x="1439" y="2613"/>
                </a:lnTo>
                <a:lnTo>
                  <a:pt x="1439" y="2614"/>
                </a:lnTo>
                <a:lnTo>
                  <a:pt x="1439" y="2615"/>
                </a:lnTo>
                <a:lnTo>
                  <a:pt x="1438" y="2615"/>
                </a:lnTo>
                <a:lnTo>
                  <a:pt x="1437" y="2615"/>
                </a:lnTo>
                <a:lnTo>
                  <a:pt x="1437" y="2616"/>
                </a:lnTo>
                <a:lnTo>
                  <a:pt x="1438" y="2616"/>
                </a:lnTo>
                <a:lnTo>
                  <a:pt x="1437" y="2616"/>
                </a:lnTo>
                <a:lnTo>
                  <a:pt x="1437" y="2617"/>
                </a:lnTo>
                <a:lnTo>
                  <a:pt x="1437" y="2618"/>
                </a:lnTo>
                <a:lnTo>
                  <a:pt x="1437" y="2619"/>
                </a:lnTo>
                <a:lnTo>
                  <a:pt x="1436" y="2619"/>
                </a:lnTo>
                <a:lnTo>
                  <a:pt x="1436" y="2620"/>
                </a:lnTo>
                <a:lnTo>
                  <a:pt x="1436" y="2621"/>
                </a:lnTo>
                <a:lnTo>
                  <a:pt x="1436" y="2622"/>
                </a:lnTo>
                <a:lnTo>
                  <a:pt x="1435" y="2622"/>
                </a:lnTo>
                <a:lnTo>
                  <a:pt x="1434" y="2622"/>
                </a:lnTo>
                <a:lnTo>
                  <a:pt x="1434" y="2623"/>
                </a:lnTo>
                <a:lnTo>
                  <a:pt x="1434" y="2624"/>
                </a:lnTo>
                <a:lnTo>
                  <a:pt x="1433" y="2624"/>
                </a:lnTo>
                <a:lnTo>
                  <a:pt x="1432" y="2624"/>
                </a:lnTo>
                <a:lnTo>
                  <a:pt x="1432" y="2625"/>
                </a:lnTo>
                <a:lnTo>
                  <a:pt x="1432" y="2626"/>
                </a:lnTo>
                <a:lnTo>
                  <a:pt x="1432" y="2627"/>
                </a:lnTo>
                <a:lnTo>
                  <a:pt x="1431" y="2627"/>
                </a:lnTo>
                <a:lnTo>
                  <a:pt x="1431" y="2628"/>
                </a:lnTo>
                <a:lnTo>
                  <a:pt x="1430" y="2628"/>
                </a:lnTo>
                <a:lnTo>
                  <a:pt x="1430" y="2629"/>
                </a:lnTo>
                <a:lnTo>
                  <a:pt x="1429" y="2629"/>
                </a:lnTo>
                <a:lnTo>
                  <a:pt x="1428" y="2629"/>
                </a:lnTo>
                <a:lnTo>
                  <a:pt x="1428" y="2630"/>
                </a:lnTo>
                <a:lnTo>
                  <a:pt x="1427" y="2630"/>
                </a:lnTo>
                <a:lnTo>
                  <a:pt x="1426" y="2631"/>
                </a:lnTo>
                <a:lnTo>
                  <a:pt x="1425" y="2631"/>
                </a:lnTo>
                <a:lnTo>
                  <a:pt x="1424" y="2631"/>
                </a:lnTo>
                <a:lnTo>
                  <a:pt x="1423" y="2631"/>
                </a:lnTo>
                <a:lnTo>
                  <a:pt x="1423" y="2632"/>
                </a:lnTo>
                <a:lnTo>
                  <a:pt x="1422" y="2632"/>
                </a:lnTo>
                <a:lnTo>
                  <a:pt x="1422" y="2633"/>
                </a:lnTo>
                <a:lnTo>
                  <a:pt x="1421" y="2633"/>
                </a:lnTo>
                <a:lnTo>
                  <a:pt x="1422" y="2633"/>
                </a:lnTo>
                <a:lnTo>
                  <a:pt x="1421" y="2634"/>
                </a:lnTo>
                <a:lnTo>
                  <a:pt x="1421" y="2635"/>
                </a:lnTo>
                <a:lnTo>
                  <a:pt x="1420" y="2636"/>
                </a:lnTo>
                <a:lnTo>
                  <a:pt x="1419" y="2636"/>
                </a:lnTo>
                <a:lnTo>
                  <a:pt x="1418" y="2636"/>
                </a:lnTo>
                <a:lnTo>
                  <a:pt x="1418" y="2637"/>
                </a:lnTo>
                <a:lnTo>
                  <a:pt x="1418" y="2638"/>
                </a:lnTo>
                <a:lnTo>
                  <a:pt x="1417" y="2638"/>
                </a:lnTo>
                <a:lnTo>
                  <a:pt x="1418" y="2638"/>
                </a:lnTo>
                <a:lnTo>
                  <a:pt x="1417" y="2638"/>
                </a:lnTo>
                <a:lnTo>
                  <a:pt x="1417" y="2639"/>
                </a:lnTo>
                <a:lnTo>
                  <a:pt x="1416" y="2639"/>
                </a:lnTo>
                <a:lnTo>
                  <a:pt x="1416" y="2640"/>
                </a:lnTo>
                <a:lnTo>
                  <a:pt x="1417" y="2640"/>
                </a:lnTo>
                <a:lnTo>
                  <a:pt x="1416" y="2640"/>
                </a:lnTo>
                <a:lnTo>
                  <a:pt x="1416" y="2641"/>
                </a:lnTo>
                <a:lnTo>
                  <a:pt x="1417" y="2641"/>
                </a:lnTo>
                <a:lnTo>
                  <a:pt x="1417" y="2642"/>
                </a:lnTo>
                <a:lnTo>
                  <a:pt x="1417" y="2643"/>
                </a:lnTo>
                <a:lnTo>
                  <a:pt x="1417" y="2644"/>
                </a:lnTo>
                <a:lnTo>
                  <a:pt x="1416" y="2644"/>
                </a:lnTo>
                <a:lnTo>
                  <a:pt x="1416" y="2645"/>
                </a:lnTo>
                <a:lnTo>
                  <a:pt x="1414" y="2645"/>
                </a:lnTo>
                <a:lnTo>
                  <a:pt x="1414" y="2646"/>
                </a:lnTo>
                <a:lnTo>
                  <a:pt x="1414" y="2647"/>
                </a:lnTo>
                <a:lnTo>
                  <a:pt x="1413" y="2647"/>
                </a:lnTo>
                <a:lnTo>
                  <a:pt x="1413" y="2648"/>
                </a:lnTo>
                <a:lnTo>
                  <a:pt x="1413" y="2649"/>
                </a:lnTo>
                <a:lnTo>
                  <a:pt x="1412" y="2649"/>
                </a:lnTo>
                <a:lnTo>
                  <a:pt x="1413" y="2649"/>
                </a:lnTo>
                <a:lnTo>
                  <a:pt x="1412" y="2649"/>
                </a:lnTo>
                <a:lnTo>
                  <a:pt x="1412" y="2650"/>
                </a:lnTo>
                <a:lnTo>
                  <a:pt x="1411" y="2650"/>
                </a:lnTo>
                <a:lnTo>
                  <a:pt x="1411" y="2651"/>
                </a:lnTo>
                <a:lnTo>
                  <a:pt x="1410" y="2651"/>
                </a:lnTo>
                <a:lnTo>
                  <a:pt x="1410" y="2652"/>
                </a:lnTo>
                <a:lnTo>
                  <a:pt x="1409" y="2652"/>
                </a:lnTo>
                <a:lnTo>
                  <a:pt x="1409" y="2653"/>
                </a:lnTo>
                <a:lnTo>
                  <a:pt x="1408" y="2653"/>
                </a:lnTo>
                <a:lnTo>
                  <a:pt x="1408" y="2654"/>
                </a:lnTo>
                <a:lnTo>
                  <a:pt x="1408" y="2655"/>
                </a:lnTo>
                <a:lnTo>
                  <a:pt x="1408" y="2656"/>
                </a:lnTo>
                <a:lnTo>
                  <a:pt x="1409" y="2656"/>
                </a:lnTo>
                <a:lnTo>
                  <a:pt x="1409" y="2657"/>
                </a:lnTo>
                <a:lnTo>
                  <a:pt x="1410" y="2657"/>
                </a:lnTo>
                <a:lnTo>
                  <a:pt x="1410" y="2658"/>
                </a:lnTo>
                <a:lnTo>
                  <a:pt x="1410" y="2659"/>
                </a:lnTo>
                <a:lnTo>
                  <a:pt x="1411" y="2659"/>
                </a:lnTo>
                <a:lnTo>
                  <a:pt x="1411" y="2660"/>
                </a:lnTo>
                <a:lnTo>
                  <a:pt x="1410" y="2660"/>
                </a:lnTo>
                <a:lnTo>
                  <a:pt x="1410" y="2661"/>
                </a:lnTo>
                <a:lnTo>
                  <a:pt x="1410" y="2662"/>
                </a:lnTo>
                <a:lnTo>
                  <a:pt x="1409" y="2662"/>
                </a:lnTo>
                <a:lnTo>
                  <a:pt x="1408" y="2662"/>
                </a:lnTo>
                <a:lnTo>
                  <a:pt x="1408" y="2663"/>
                </a:lnTo>
                <a:lnTo>
                  <a:pt x="1407" y="2663"/>
                </a:lnTo>
                <a:lnTo>
                  <a:pt x="1406" y="2663"/>
                </a:lnTo>
                <a:lnTo>
                  <a:pt x="1406" y="2664"/>
                </a:lnTo>
                <a:lnTo>
                  <a:pt x="1406" y="2665"/>
                </a:lnTo>
                <a:lnTo>
                  <a:pt x="1406" y="2666"/>
                </a:lnTo>
                <a:lnTo>
                  <a:pt x="1406" y="2667"/>
                </a:lnTo>
                <a:lnTo>
                  <a:pt x="1405" y="2667"/>
                </a:lnTo>
                <a:lnTo>
                  <a:pt x="1406" y="2667"/>
                </a:lnTo>
                <a:lnTo>
                  <a:pt x="1406" y="2668"/>
                </a:lnTo>
                <a:lnTo>
                  <a:pt x="1407" y="2668"/>
                </a:lnTo>
                <a:lnTo>
                  <a:pt x="1407" y="2669"/>
                </a:lnTo>
                <a:lnTo>
                  <a:pt x="1407" y="2670"/>
                </a:lnTo>
                <a:lnTo>
                  <a:pt x="1408" y="2671"/>
                </a:lnTo>
                <a:lnTo>
                  <a:pt x="1407" y="2671"/>
                </a:lnTo>
                <a:lnTo>
                  <a:pt x="1407" y="2672"/>
                </a:lnTo>
                <a:lnTo>
                  <a:pt x="1407" y="2673"/>
                </a:lnTo>
                <a:lnTo>
                  <a:pt x="1407" y="2674"/>
                </a:lnTo>
                <a:lnTo>
                  <a:pt x="1408" y="2674"/>
                </a:lnTo>
                <a:lnTo>
                  <a:pt x="1409" y="2675"/>
                </a:lnTo>
                <a:lnTo>
                  <a:pt x="1409" y="2676"/>
                </a:lnTo>
                <a:lnTo>
                  <a:pt x="1409" y="2677"/>
                </a:lnTo>
                <a:lnTo>
                  <a:pt x="1409" y="2678"/>
                </a:lnTo>
                <a:lnTo>
                  <a:pt x="1409" y="2679"/>
                </a:lnTo>
                <a:lnTo>
                  <a:pt x="1408" y="2680"/>
                </a:lnTo>
                <a:lnTo>
                  <a:pt x="1408" y="2681"/>
                </a:lnTo>
                <a:lnTo>
                  <a:pt x="1407" y="2681"/>
                </a:lnTo>
                <a:lnTo>
                  <a:pt x="1407" y="2682"/>
                </a:lnTo>
                <a:lnTo>
                  <a:pt x="1407" y="2683"/>
                </a:lnTo>
                <a:lnTo>
                  <a:pt x="1406" y="2683"/>
                </a:lnTo>
                <a:lnTo>
                  <a:pt x="1406" y="2684"/>
                </a:lnTo>
                <a:lnTo>
                  <a:pt x="1406" y="2685"/>
                </a:lnTo>
                <a:lnTo>
                  <a:pt x="1406" y="2686"/>
                </a:lnTo>
                <a:lnTo>
                  <a:pt x="1405" y="2686"/>
                </a:lnTo>
                <a:lnTo>
                  <a:pt x="1405" y="2687"/>
                </a:lnTo>
                <a:lnTo>
                  <a:pt x="1404" y="2687"/>
                </a:lnTo>
                <a:lnTo>
                  <a:pt x="1404" y="2688"/>
                </a:lnTo>
                <a:lnTo>
                  <a:pt x="1403" y="2689"/>
                </a:lnTo>
                <a:lnTo>
                  <a:pt x="1402" y="2689"/>
                </a:lnTo>
                <a:lnTo>
                  <a:pt x="1402" y="2690"/>
                </a:lnTo>
                <a:lnTo>
                  <a:pt x="1401" y="2690"/>
                </a:lnTo>
                <a:lnTo>
                  <a:pt x="1400" y="2691"/>
                </a:lnTo>
                <a:lnTo>
                  <a:pt x="1399" y="2692"/>
                </a:lnTo>
                <a:lnTo>
                  <a:pt x="1398" y="2692"/>
                </a:lnTo>
                <a:lnTo>
                  <a:pt x="1398" y="2693"/>
                </a:lnTo>
                <a:lnTo>
                  <a:pt x="1398" y="2694"/>
                </a:lnTo>
                <a:lnTo>
                  <a:pt x="1398" y="2695"/>
                </a:lnTo>
                <a:lnTo>
                  <a:pt x="1398" y="2696"/>
                </a:lnTo>
                <a:lnTo>
                  <a:pt x="1398" y="2697"/>
                </a:lnTo>
                <a:lnTo>
                  <a:pt x="1397" y="2697"/>
                </a:lnTo>
                <a:lnTo>
                  <a:pt x="1396" y="2697"/>
                </a:lnTo>
                <a:lnTo>
                  <a:pt x="1396" y="2696"/>
                </a:lnTo>
                <a:lnTo>
                  <a:pt x="1395" y="2696"/>
                </a:lnTo>
                <a:lnTo>
                  <a:pt x="1395" y="2695"/>
                </a:lnTo>
                <a:lnTo>
                  <a:pt x="1394" y="2695"/>
                </a:lnTo>
                <a:lnTo>
                  <a:pt x="1394" y="2694"/>
                </a:lnTo>
                <a:lnTo>
                  <a:pt x="1393" y="2694"/>
                </a:lnTo>
                <a:lnTo>
                  <a:pt x="1393" y="2693"/>
                </a:lnTo>
                <a:lnTo>
                  <a:pt x="1392" y="2692"/>
                </a:lnTo>
                <a:lnTo>
                  <a:pt x="1391" y="2692"/>
                </a:lnTo>
                <a:lnTo>
                  <a:pt x="1391" y="2691"/>
                </a:lnTo>
                <a:lnTo>
                  <a:pt x="1390" y="2691"/>
                </a:lnTo>
                <a:lnTo>
                  <a:pt x="1389" y="2691"/>
                </a:lnTo>
                <a:lnTo>
                  <a:pt x="1389" y="2690"/>
                </a:lnTo>
                <a:lnTo>
                  <a:pt x="1388" y="2690"/>
                </a:lnTo>
                <a:lnTo>
                  <a:pt x="1389" y="2690"/>
                </a:lnTo>
                <a:lnTo>
                  <a:pt x="1389" y="2689"/>
                </a:lnTo>
                <a:lnTo>
                  <a:pt x="1389" y="2688"/>
                </a:lnTo>
                <a:lnTo>
                  <a:pt x="1390" y="2688"/>
                </a:lnTo>
                <a:lnTo>
                  <a:pt x="1390" y="2687"/>
                </a:lnTo>
                <a:lnTo>
                  <a:pt x="1390" y="2686"/>
                </a:lnTo>
                <a:lnTo>
                  <a:pt x="1389" y="2686"/>
                </a:lnTo>
                <a:lnTo>
                  <a:pt x="1389" y="2685"/>
                </a:lnTo>
                <a:lnTo>
                  <a:pt x="1388" y="2685"/>
                </a:lnTo>
                <a:lnTo>
                  <a:pt x="1388" y="2684"/>
                </a:lnTo>
                <a:lnTo>
                  <a:pt x="1387" y="2684"/>
                </a:lnTo>
                <a:lnTo>
                  <a:pt x="1387" y="2683"/>
                </a:lnTo>
                <a:lnTo>
                  <a:pt x="1386" y="2683"/>
                </a:lnTo>
                <a:lnTo>
                  <a:pt x="1386" y="2682"/>
                </a:lnTo>
                <a:lnTo>
                  <a:pt x="1386" y="2681"/>
                </a:lnTo>
                <a:lnTo>
                  <a:pt x="1385" y="2681"/>
                </a:lnTo>
                <a:lnTo>
                  <a:pt x="1384" y="2681"/>
                </a:lnTo>
                <a:lnTo>
                  <a:pt x="1384" y="2680"/>
                </a:lnTo>
                <a:lnTo>
                  <a:pt x="1384" y="2679"/>
                </a:lnTo>
                <a:lnTo>
                  <a:pt x="1383" y="2679"/>
                </a:lnTo>
                <a:lnTo>
                  <a:pt x="1382" y="2679"/>
                </a:lnTo>
                <a:lnTo>
                  <a:pt x="1382" y="2680"/>
                </a:lnTo>
                <a:lnTo>
                  <a:pt x="1382" y="2679"/>
                </a:lnTo>
                <a:lnTo>
                  <a:pt x="1381" y="2679"/>
                </a:lnTo>
                <a:lnTo>
                  <a:pt x="1381" y="2678"/>
                </a:lnTo>
                <a:lnTo>
                  <a:pt x="1380" y="2678"/>
                </a:lnTo>
                <a:lnTo>
                  <a:pt x="1380" y="2677"/>
                </a:lnTo>
                <a:lnTo>
                  <a:pt x="1379" y="2677"/>
                </a:lnTo>
                <a:lnTo>
                  <a:pt x="1379" y="2676"/>
                </a:lnTo>
                <a:lnTo>
                  <a:pt x="1379" y="2675"/>
                </a:lnTo>
                <a:lnTo>
                  <a:pt x="1378" y="2675"/>
                </a:lnTo>
                <a:lnTo>
                  <a:pt x="1378" y="2674"/>
                </a:lnTo>
                <a:lnTo>
                  <a:pt x="1378" y="2673"/>
                </a:lnTo>
                <a:lnTo>
                  <a:pt x="1377" y="2672"/>
                </a:lnTo>
                <a:lnTo>
                  <a:pt x="1377" y="2671"/>
                </a:lnTo>
                <a:lnTo>
                  <a:pt x="1376" y="2671"/>
                </a:lnTo>
                <a:lnTo>
                  <a:pt x="1376" y="2670"/>
                </a:lnTo>
                <a:lnTo>
                  <a:pt x="1377" y="2670"/>
                </a:lnTo>
                <a:lnTo>
                  <a:pt x="1377" y="2669"/>
                </a:lnTo>
                <a:lnTo>
                  <a:pt x="1377" y="2668"/>
                </a:lnTo>
                <a:lnTo>
                  <a:pt x="1377" y="2667"/>
                </a:lnTo>
                <a:lnTo>
                  <a:pt x="1377" y="2666"/>
                </a:lnTo>
                <a:lnTo>
                  <a:pt x="1378" y="2666"/>
                </a:lnTo>
                <a:lnTo>
                  <a:pt x="1378" y="2665"/>
                </a:lnTo>
                <a:lnTo>
                  <a:pt x="1377" y="2665"/>
                </a:lnTo>
                <a:lnTo>
                  <a:pt x="1378" y="2665"/>
                </a:lnTo>
                <a:lnTo>
                  <a:pt x="1378" y="2664"/>
                </a:lnTo>
                <a:lnTo>
                  <a:pt x="1377" y="2664"/>
                </a:lnTo>
                <a:lnTo>
                  <a:pt x="1376" y="2664"/>
                </a:lnTo>
                <a:lnTo>
                  <a:pt x="1376" y="2663"/>
                </a:lnTo>
                <a:lnTo>
                  <a:pt x="1376" y="2662"/>
                </a:lnTo>
                <a:lnTo>
                  <a:pt x="1376" y="2661"/>
                </a:lnTo>
                <a:lnTo>
                  <a:pt x="1375" y="2661"/>
                </a:lnTo>
                <a:lnTo>
                  <a:pt x="1375" y="2660"/>
                </a:lnTo>
                <a:lnTo>
                  <a:pt x="1376" y="2660"/>
                </a:lnTo>
                <a:lnTo>
                  <a:pt x="1377" y="2660"/>
                </a:lnTo>
                <a:lnTo>
                  <a:pt x="1378" y="2660"/>
                </a:lnTo>
                <a:lnTo>
                  <a:pt x="1378" y="2659"/>
                </a:lnTo>
                <a:lnTo>
                  <a:pt x="1378" y="2660"/>
                </a:lnTo>
                <a:lnTo>
                  <a:pt x="1378" y="2659"/>
                </a:lnTo>
                <a:lnTo>
                  <a:pt x="1377" y="2659"/>
                </a:lnTo>
                <a:lnTo>
                  <a:pt x="1377" y="2658"/>
                </a:lnTo>
                <a:lnTo>
                  <a:pt x="1378" y="2658"/>
                </a:lnTo>
                <a:lnTo>
                  <a:pt x="1379" y="2658"/>
                </a:lnTo>
                <a:lnTo>
                  <a:pt x="1379" y="2657"/>
                </a:lnTo>
                <a:lnTo>
                  <a:pt x="1379" y="2656"/>
                </a:lnTo>
                <a:lnTo>
                  <a:pt x="1379" y="2655"/>
                </a:lnTo>
                <a:lnTo>
                  <a:pt x="1379" y="2654"/>
                </a:lnTo>
                <a:lnTo>
                  <a:pt x="1379" y="2653"/>
                </a:lnTo>
                <a:lnTo>
                  <a:pt x="1380" y="2653"/>
                </a:lnTo>
                <a:lnTo>
                  <a:pt x="1380" y="2652"/>
                </a:lnTo>
                <a:lnTo>
                  <a:pt x="1381" y="2652"/>
                </a:lnTo>
                <a:lnTo>
                  <a:pt x="1382" y="2652"/>
                </a:lnTo>
                <a:lnTo>
                  <a:pt x="1382" y="2651"/>
                </a:lnTo>
                <a:lnTo>
                  <a:pt x="1383" y="2650"/>
                </a:lnTo>
                <a:lnTo>
                  <a:pt x="1383" y="2649"/>
                </a:lnTo>
                <a:lnTo>
                  <a:pt x="1382" y="2649"/>
                </a:lnTo>
                <a:lnTo>
                  <a:pt x="1382" y="2648"/>
                </a:lnTo>
                <a:lnTo>
                  <a:pt x="1383" y="2648"/>
                </a:lnTo>
                <a:lnTo>
                  <a:pt x="1383" y="2647"/>
                </a:lnTo>
                <a:lnTo>
                  <a:pt x="1382" y="2647"/>
                </a:lnTo>
                <a:lnTo>
                  <a:pt x="1382" y="2646"/>
                </a:lnTo>
                <a:lnTo>
                  <a:pt x="1382" y="2645"/>
                </a:lnTo>
                <a:lnTo>
                  <a:pt x="1383" y="2645"/>
                </a:lnTo>
                <a:lnTo>
                  <a:pt x="1384" y="2645"/>
                </a:lnTo>
                <a:lnTo>
                  <a:pt x="1383" y="2645"/>
                </a:lnTo>
                <a:lnTo>
                  <a:pt x="1383" y="2644"/>
                </a:lnTo>
                <a:lnTo>
                  <a:pt x="1384" y="2644"/>
                </a:lnTo>
                <a:lnTo>
                  <a:pt x="1383" y="2644"/>
                </a:lnTo>
                <a:lnTo>
                  <a:pt x="1384" y="2644"/>
                </a:lnTo>
                <a:lnTo>
                  <a:pt x="1384" y="2643"/>
                </a:lnTo>
                <a:lnTo>
                  <a:pt x="1384" y="2642"/>
                </a:lnTo>
                <a:lnTo>
                  <a:pt x="1384" y="2641"/>
                </a:lnTo>
                <a:lnTo>
                  <a:pt x="1383" y="2641"/>
                </a:lnTo>
                <a:lnTo>
                  <a:pt x="1383" y="2640"/>
                </a:lnTo>
                <a:lnTo>
                  <a:pt x="1383" y="2639"/>
                </a:lnTo>
                <a:lnTo>
                  <a:pt x="1384" y="2639"/>
                </a:lnTo>
                <a:lnTo>
                  <a:pt x="1383" y="2639"/>
                </a:lnTo>
                <a:lnTo>
                  <a:pt x="1383" y="2638"/>
                </a:lnTo>
                <a:lnTo>
                  <a:pt x="1384" y="2638"/>
                </a:lnTo>
                <a:lnTo>
                  <a:pt x="1384" y="2637"/>
                </a:lnTo>
                <a:lnTo>
                  <a:pt x="1384" y="2636"/>
                </a:lnTo>
                <a:lnTo>
                  <a:pt x="1384" y="2635"/>
                </a:lnTo>
                <a:lnTo>
                  <a:pt x="1384" y="2634"/>
                </a:lnTo>
                <a:lnTo>
                  <a:pt x="1385" y="2634"/>
                </a:lnTo>
                <a:lnTo>
                  <a:pt x="1386" y="2633"/>
                </a:lnTo>
                <a:lnTo>
                  <a:pt x="1386" y="2632"/>
                </a:lnTo>
                <a:lnTo>
                  <a:pt x="1386" y="2631"/>
                </a:lnTo>
                <a:lnTo>
                  <a:pt x="1386" y="2630"/>
                </a:lnTo>
                <a:lnTo>
                  <a:pt x="1386" y="2629"/>
                </a:lnTo>
                <a:lnTo>
                  <a:pt x="1386" y="2628"/>
                </a:lnTo>
                <a:lnTo>
                  <a:pt x="1386" y="2627"/>
                </a:lnTo>
                <a:lnTo>
                  <a:pt x="1385" y="2627"/>
                </a:lnTo>
                <a:lnTo>
                  <a:pt x="1385" y="2626"/>
                </a:lnTo>
                <a:lnTo>
                  <a:pt x="1385" y="2625"/>
                </a:lnTo>
                <a:lnTo>
                  <a:pt x="1385" y="2624"/>
                </a:lnTo>
                <a:lnTo>
                  <a:pt x="1384" y="2624"/>
                </a:lnTo>
                <a:lnTo>
                  <a:pt x="1384" y="2623"/>
                </a:lnTo>
                <a:lnTo>
                  <a:pt x="1384" y="2624"/>
                </a:lnTo>
                <a:lnTo>
                  <a:pt x="1383" y="2624"/>
                </a:lnTo>
                <a:lnTo>
                  <a:pt x="1383" y="2623"/>
                </a:lnTo>
                <a:lnTo>
                  <a:pt x="1382" y="2623"/>
                </a:lnTo>
                <a:lnTo>
                  <a:pt x="1382" y="2622"/>
                </a:lnTo>
                <a:lnTo>
                  <a:pt x="1382" y="2621"/>
                </a:lnTo>
                <a:lnTo>
                  <a:pt x="1382" y="2620"/>
                </a:lnTo>
                <a:lnTo>
                  <a:pt x="1382" y="2619"/>
                </a:lnTo>
                <a:lnTo>
                  <a:pt x="1382" y="2618"/>
                </a:lnTo>
                <a:lnTo>
                  <a:pt x="1382" y="2617"/>
                </a:lnTo>
                <a:lnTo>
                  <a:pt x="1382" y="2616"/>
                </a:lnTo>
                <a:lnTo>
                  <a:pt x="1381" y="2616"/>
                </a:lnTo>
                <a:lnTo>
                  <a:pt x="1382" y="2616"/>
                </a:lnTo>
                <a:lnTo>
                  <a:pt x="1382" y="2615"/>
                </a:lnTo>
                <a:lnTo>
                  <a:pt x="1382" y="2614"/>
                </a:lnTo>
                <a:lnTo>
                  <a:pt x="1381" y="2614"/>
                </a:lnTo>
                <a:lnTo>
                  <a:pt x="1380" y="2614"/>
                </a:lnTo>
                <a:lnTo>
                  <a:pt x="1379" y="2614"/>
                </a:lnTo>
                <a:lnTo>
                  <a:pt x="1379" y="2613"/>
                </a:lnTo>
                <a:lnTo>
                  <a:pt x="1379" y="2612"/>
                </a:lnTo>
                <a:lnTo>
                  <a:pt x="1378" y="2612"/>
                </a:lnTo>
                <a:lnTo>
                  <a:pt x="1378" y="2611"/>
                </a:lnTo>
                <a:lnTo>
                  <a:pt x="1377" y="2611"/>
                </a:lnTo>
                <a:lnTo>
                  <a:pt x="1376" y="2610"/>
                </a:lnTo>
                <a:lnTo>
                  <a:pt x="1376" y="2609"/>
                </a:lnTo>
                <a:lnTo>
                  <a:pt x="1375" y="2609"/>
                </a:lnTo>
                <a:lnTo>
                  <a:pt x="1375" y="2608"/>
                </a:lnTo>
                <a:lnTo>
                  <a:pt x="1374" y="2608"/>
                </a:lnTo>
                <a:lnTo>
                  <a:pt x="1373" y="2608"/>
                </a:lnTo>
                <a:lnTo>
                  <a:pt x="1373" y="2609"/>
                </a:lnTo>
                <a:lnTo>
                  <a:pt x="1372" y="2609"/>
                </a:lnTo>
                <a:lnTo>
                  <a:pt x="1371" y="2608"/>
                </a:lnTo>
                <a:lnTo>
                  <a:pt x="1370" y="2608"/>
                </a:lnTo>
                <a:lnTo>
                  <a:pt x="1369" y="2608"/>
                </a:lnTo>
                <a:lnTo>
                  <a:pt x="1368" y="2608"/>
                </a:lnTo>
                <a:lnTo>
                  <a:pt x="1368" y="2609"/>
                </a:lnTo>
                <a:lnTo>
                  <a:pt x="1367" y="2609"/>
                </a:lnTo>
                <a:lnTo>
                  <a:pt x="1367" y="2608"/>
                </a:lnTo>
                <a:lnTo>
                  <a:pt x="1366" y="2608"/>
                </a:lnTo>
                <a:lnTo>
                  <a:pt x="1367" y="2608"/>
                </a:lnTo>
                <a:lnTo>
                  <a:pt x="1366" y="2607"/>
                </a:lnTo>
                <a:lnTo>
                  <a:pt x="1366" y="2606"/>
                </a:lnTo>
                <a:lnTo>
                  <a:pt x="1365" y="2606"/>
                </a:lnTo>
                <a:lnTo>
                  <a:pt x="1364" y="2605"/>
                </a:lnTo>
                <a:lnTo>
                  <a:pt x="1364" y="2604"/>
                </a:lnTo>
                <a:lnTo>
                  <a:pt x="1363" y="2604"/>
                </a:lnTo>
                <a:lnTo>
                  <a:pt x="1363" y="2605"/>
                </a:lnTo>
                <a:lnTo>
                  <a:pt x="1362" y="2605"/>
                </a:lnTo>
                <a:lnTo>
                  <a:pt x="1362" y="2606"/>
                </a:lnTo>
                <a:lnTo>
                  <a:pt x="1361" y="2606"/>
                </a:lnTo>
                <a:lnTo>
                  <a:pt x="1361" y="2607"/>
                </a:lnTo>
                <a:lnTo>
                  <a:pt x="1360" y="2607"/>
                </a:lnTo>
                <a:lnTo>
                  <a:pt x="1359" y="2607"/>
                </a:lnTo>
                <a:lnTo>
                  <a:pt x="1358" y="2607"/>
                </a:lnTo>
                <a:lnTo>
                  <a:pt x="1357" y="2607"/>
                </a:lnTo>
                <a:lnTo>
                  <a:pt x="1356" y="2607"/>
                </a:lnTo>
                <a:lnTo>
                  <a:pt x="1356" y="2608"/>
                </a:lnTo>
                <a:lnTo>
                  <a:pt x="1357" y="2608"/>
                </a:lnTo>
                <a:lnTo>
                  <a:pt x="1357" y="2609"/>
                </a:lnTo>
                <a:lnTo>
                  <a:pt x="1356" y="2609"/>
                </a:lnTo>
                <a:lnTo>
                  <a:pt x="1357" y="2610"/>
                </a:lnTo>
                <a:lnTo>
                  <a:pt x="1356" y="2610"/>
                </a:lnTo>
                <a:lnTo>
                  <a:pt x="1356" y="2611"/>
                </a:lnTo>
                <a:lnTo>
                  <a:pt x="1356" y="2612"/>
                </a:lnTo>
                <a:lnTo>
                  <a:pt x="1356" y="2613"/>
                </a:lnTo>
                <a:lnTo>
                  <a:pt x="1354" y="2613"/>
                </a:lnTo>
                <a:lnTo>
                  <a:pt x="1354" y="2612"/>
                </a:lnTo>
                <a:lnTo>
                  <a:pt x="1353" y="2612"/>
                </a:lnTo>
                <a:lnTo>
                  <a:pt x="1352" y="2612"/>
                </a:lnTo>
                <a:lnTo>
                  <a:pt x="1352" y="2611"/>
                </a:lnTo>
                <a:lnTo>
                  <a:pt x="1351" y="2611"/>
                </a:lnTo>
                <a:lnTo>
                  <a:pt x="1350" y="2611"/>
                </a:lnTo>
                <a:lnTo>
                  <a:pt x="1350" y="2612"/>
                </a:lnTo>
                <a:lnTo>
                  <a:pt x="1349" y="2612"/>
                </a:lnTo>
                <a:lnTo>
                  <a:pt x="1349" y="2613"/>
                </a:lnTo>
                <a:lnTo>
                  <a:pt x="1349" y="2614"/>
                </a:lnTo>
                <a:lnTo>
                  <a:pt x="1348" y="2614"/>
                </a:lnTo>
                <a:lnTo>
                  <a:pt x="1347" y="2615"/>
                </a:lnTo>
                <a:lnTo>
                  <a:pt x="1346" y="2615"/>
                </a:lnTo>
                <a:lnTo>
                  <a:pt x="1345" y="2615"/>
                </a:lnTo>
                <a:lnTo>
                  <a:pt x="1345" y="2616"/>
                </a:lnTo>
                <a:lnTo>
                  <a:pt x="1344" y="2616"/>
                </a:lnTo>
                <a:lnTo>
                  <a:pt x="1344" y="2617"/>
                </a:lnTo>
                <a:lnTo>
                  <a:pt x="1344" y="2618"/>
                </a:lnTo>
                <a:lnTo>
                  <a:pt x="1343" y="2618"/>
                </a:lnTo>
                <a:lnTo>
                  <a:pt x="1342" y="2618"/>
                </a:lnTo>
                <a:lnTo>
                  <a:pt x="1341" y="2618"/>
                </a:lnTo>
                <a:lnTo>
                  <a:pt x="1340" y="2617"/>
                </a:lnTo>
                <a:lnTo>
                  <a:pt x="1339" y="2617"/>
                </a:lnTo>
                <a:lnTo>
                  <a:pt x="1338" y="2617"/>
                </a:lnTo>
                <a:lnTo>
                  <a:pt x="1337" y="2617"/>
                </a:lnTo>
                <a:lnTo>
                  <a:pt x="1337" y="2618"/>
                </a:lnTo>
                <a:lnTo>
                  <a:pt x="1336" y="2618"/>
                </a:lnTo>
                <a:lnTo>
                  <a:pt x="1335" y="2618"/>
                </a:lnTo>
                <a:lnTo>
                  <a:pt x="1335" y="2619"/>
                </a:lnTo>
                <a:lnTo>
                  <a:pt x="1334" y="2619"/>
                </a:lnTo>
                <a:lnTo>
                  <a:pt x="1333" y="2620"/>
                </a:lnTo>
                <a:lnTo>
                  <a:pt x="1333" y="2619"/>
                </a:lnTo>
                <a:lnTo>
                  <a:pt x="1333" y="2620"/>
                </a:lnTo>
                <a:lnTo>
                  <a:pt x="1333" y="2619"/>
                </a:lnTo>
                <a:lnTo>
                  <a:pt x="1332" y="2620"/>
                </a:lnTo>
                <a:lnTo>
                  <a:pt x="1332" y="2619"/>
                </a:lnTo>
                <a:lnTo>
                  <a:pt x="1332" y="2620"/>
                </a:lnTo>
                <a:lnTo>
                  <a:pt x="1332" y="2621"/>
                </a:lnTo>
                <a:lnTo>
                  <a:pt x="1331" y="2621"/>
                </a:lnTo>
                <a:lnTo>
                  <a:pt x="1330" y="2620"/>
                </a:lnTo>
                <a:lnTo>
                  <a:pt x="1330" y="2621"/>
                </a:lnTo>
                <a:lnTo>
                  <a:pt x="1330" y="2622"/>
                </a:lnTo>
                <a:lnTo>
                  <a:pt x="1329" y="2622"/>
                </a:lnTo>
                <a:lnTo>
                  <a:pt x="1329" y="2621"/>
                </a:lnTo>
                <a:lnTo>
                  <a:pt x="1328" y="2620"/>
                </a:lnTo>
                <a:lnTo>
                  <a:pt x="1328" y="2619"/>
                </a:lnTo>
                <a:lnTo>
                  <a:pt x="1327" y="2620"/>
                </a:lnTo>
                <a:lnTo>
                  <a:pt x="1326" y="2620"/>
                </a:lnTo>
                <a:lnTo>
                  <a:pt x="1325" y="2620"/>
                </a:lnTo>
                <a:lnTo>
                  <a:pt x="1325" y="2621"/>
                </a:lnTo>
                <a:lnTo>
                  <a:pt x="1324" y="2622"/>
                </a:lnTo>
                <a:lnTo>
                  <a:pt x="1323" y="2622"/>
                </a:lnTo>
                <a:lnTo>
                  <a:pt x="1323" y="2621"/>
                </a:lnTo>
                <a:lnTo>
                  <a:pt x="1322" y="2621"/>
                </a:lnTo>
                <a:lnTo>
                  <a:pt x="1321" y="2621"/>
                </a:lnTo>
                <a:lnTo>
                  <a:pt x="1321" y="2620"/>
                </a:lnTo>
                <a:lnTo>
                  <a:pt x="1320" y="2620"/>
                </a:lnTo>
                <a:lnTo>
                  <a:pt x="1319" y="2620"/>
                </a:lnTo>
                <a:lnTo>
                  <a:pt x="1319" y="2621"/>
                </a:lnTo>
                <a:lnTo>
                  <a:pt x="1318" y="2621"/>
                </a:lnTo>
                <a:lnTo>
                  <a:pt x="1318" y="2622"/>
                </a:lnTo>
                <a:lnTo>
                  <a:pt x="1319" y="2622"/>
                </a:lnTo>
                <a:lnTo>
                  <a:pt x="1318" y="2623"/>
                </a:lnTo>
                <a:lnTo>
                  <a:pt x="1318" y="2624"/>
                </a:lnTo>
                <a:lnTo>
                  <a:pt x="1317" y="2624"/>
                </a:lnTo>
                <a:lnTo>
                  <a:pt x="1317" y="2625"/>
                </a:lnTo>
                <a:lnTo>
                  <a:pt x="1317" y="2626"/>
                </a:lnTo>
                <a:lnTo>
                  <a:pt x="1318" y="2626"/>
                </a:lnTo>
                <a:lnTo>
                  <a:pt x="1318" y="2627"/>
                </a:lnTo>
                <a:lnTo>
                  <a:pt x="1319" y="2627"/>
                </a:lnTo>
                <a:lnTo>
                  <a:pt x="1319" y="2628"/>
                </a:lnTo>
                <a:lnTo>
                  <a:pt x="1318" y="2628"/>
                </a:lnTo>
                <a:lnTo>
                  <a:pt x="1317" y="2629"/>
                </a:lnTo>
                <a:lnTo>
                  <a:pt x="1316" y="2629"/>
                </a:lnTo>
                <a:lnTo>
                  <a:pt x="1316" y="2630"/>
                </a:lnTo>
                <a:lnTo>
                  <a:pt x="1315" y="2630"/>
                </a:lnTo>
                <a:lnTo>
                  <a:pt x="1315" y="2629"/>
                </a:lnTo>
                <a:lnTo>
                  <a:pt x="1315" y="2628"/>
                </a:lnTo>
                <a:lnTo>
                  <a:pt x="1314" y="2628"/>
                </a:lnTo>
                <a:lnTo>
                  <a:pt x="1314" y="2627"/>
                </a:lnTo>
                <a:lnTo>
                  <a:pt x="1313" y="2627"/>
                </a:lnTo>
                <a:lnTo>
                  <a:pt x="1312" y="2627"/>
                </a:lnTo>
                <a:lnTo>
                  <a:pt x="1312" y="2628"/>
                </a:lnTo>
                <a:lnTo>
                  <a:pt x="1312" y="2627"/>
                </a:lnTo>
                <a:lnTo>
                  <a:pt x="1311" y="2627"/>
                </a:lnTo>
                <a:lnTo>
                  <a:pt x="1311" y="2626"/>
                </a:lnTo>
                <a:lnTo>
                  <a:pt x="1310" y="2626"/>
                </a:lnTo>
                <a:lnTo>
                  <a:pt x="1309" y="2626"/>
                </a:lnTo>
                <a:lnTo>
                  <a:pt x="1308" y="2626"/>
                </a:lnTo>
                <a:lnTo>
                  <a:pt x="1308" y="2627"/>
                </a:lnTo>
                <a:lnTo>
                  <a:pt x="1308" y="2626"/>
                </a:lnTo>
                <a:lnTo>
                  <a:pt x="1307" y="2626"/>
                </a:lnTo>
                <a:lnTo>
                  <a:pt x="1306" y="2626"/>
                </a:lnTo>
                <a:lnTo>
                  <a:pt x="1306" y="2627"/>
                </a:lnTo>
                <a:lnTo>
                  <a:pt x="1305" y="2628"/>
                </a:lnTo>
                <a:lnTo>
                  <a:pt x="1305" y="2627"/>
                </a:lnTo>
                <a:lnTo>
                  <a:pt x="1304" y="2627"/>
                </a:lnTo>
                <a:lnTo>
                  <a:pt x="1303" y="2627"/>
                </a:lnTo>
                <a:lnTo>
                  <a:pt x="1303" y="2626"/>
                </a:lnTo>
                <a:lnTo>
                  <a:pt x="1302" y="2626"/>
                </a:lnTo>
                <a:lnTo>
                  <a:pt x="1302" y="2625"/>
                </a:lnTo>
                <a:lnTo>
                  <a:pt x="1301" y="2625"/>
                </a:lnTo>
                <a:lnTo>
                  <a:pt x="1300" y="2624"/>
                </a:lnTo>
                <a:lnTo>
                  <a:pt x="1300" y="2625"/>
                </a:lnTo>
                <a:lnTo>
                  <a:pt x="1299" y="2625"/>
                </a:lnTo>
                <a:lnTo>
                  <a:pt x="1298" y="2625"/>
                </a:lnTo>
                <a:lnTo>
                  <a:pt x="1297" y="2625"/>
                </a:lnTo>
                <a:lnTo>
                  <a:pt x="1296" y="2625"/>
                </a:lnTo>
                <a:lnTo>
                  <a:pt x="1295" y="2625"/>
                </a:lnTo>
                <a:lnTo>
                  <a:pt x="1294" y="2625"/>
                </a:lnTo>
                <a:lnTo>
                  <a:pt x="1294" y="2624"/>
                </a:lnTo>
                <a:lnTo>
                  <a:pt x="1294" y="2623"/>
                </a:lnTo>
                <a:lnTo>
                  <a:pt x="1293" y="2623"/>
                </a:lnTo>
                <a:lnTo>
                  <a:pt x="1294" y="2623"/>
                </a:lnTo>
                <a:lnTo>
                  <a:pt x="1294" y="2622"/>
                </a:lnTo>
                <a:lnTo>
                  <a:pt x="1293" y="2621"/>
                </a:lnTo>
                <a:lnTo>
                  <a:pt x="1293" y="2622"/>
                </a:lnTo>
                <a:lnTo>
                  <a:pt x="1292" y="2621"/>
                </a:lnTo>
                <a:lnTo>
                  <a:pt x="1291" y="2621"/>
                </a:lnTo>
                <a:lnTo>
                  <a:pt x="1291" y="2622"/>
                </a:lnTo>
                <a:lnTo>
                  <a:pt x="1291" y="2623"/>
                </a:lnTo>
                <a:lnTo>
                  <a:pt x="1291" y="2624"/>
                </a:lnTo>
                <a:lnTo>
                  <a:pt x="1290" y="2624"/>
                </a:lnTo>
                <a:lnTo>
                  <a:pt x="1289" y="2625"/>
                </a:lnTo>
                <a:lnTo>
                  <a:pt x="1289" y="2626"/>
                </a:lnTo>
                <a:lnTo>
                  <a:pt x="1288" y="2626"/>
                </a:lnTo>
                <a:lnTo>
                  <a:pt x="1287" y="2626"/>
                </a:lnTo>
                <a:lnTo>
                  <a:pt x="1287" y="2627"/>
                </a:lnTo>
                <a:lnTo>
                  <a:pt x="1286" y="2627"/>
                </a:lnTo>
                <a:lnTo>
                  <a:pt x="1286" y="2628"/>
                </a:lnTo>
                <a:lnTo>
                  <a:pt x="1286" y="2629"/>
                </a:lnTo>
                <a:lnTo>
                  <a:pt x="1286" y="2630"/>
                </a:lnTo>
                <a:lnTo>
                  <a:pt x="1285" y="2630"/>
                </a:lnTo>
                <a:lnTo>
                  <a:pt x="1285" y="2631"/>
                </a:lnTo>
                <a:lnTo>
                  <a:pt x="1285" y="2632"/>
                </a:lnTo>
                <a:lnTo>
                  <a:pt x="1284" y="2632"/>
                </a:lnTo>
                <a:lnTo>
                  <a:pt x="1284" y="2633"/>
                </a:lnTo>
                <a:lnTo>
                  <a:pt x="1283" y="2633"/>
                </a:lnTo>
                <a:lnTo>
                  <a:pt x="1283" y="2634"/>
                </a:lnTo>
                <a:lnTo>
                  <a:pt x="1282" y="2634"/>
                </a:lnTo>
                <a:lnTo>
                  <a:pt x="1282" y="2635"/>
                </a:lnTo>
                <a:lnTo>
                  <a:pt x="1283" y="2635"/>
                </a:lnTo>
                <a:lnTo>
                  <a:pt x="1282" y="2635"/>
                </a:lnTo>
                <a:lnTo>
                  <a:pt x="1282" y="2636"/>
                </a:lnTo>
                <a:lnTo>
                  <a:pt x="1281" y="2636"/>
                </a:lnTo>
                <a:lnTo>
                  <a:pt x="1281" y="2635"/>
                </a:lnTo>
                <a:lnTo>
                  <a:pt x="1280" y="2635"/>
                </a:lnTo>
                <a:lnTo>
                  <a:pt x="1279" y="2635"/>
                </a:lnTo>
                <a:lnTo>
                  <a:pt x="1278" y="2635"/>
                </a:lnTo>
                <a:lnTo>
                  <a:pt x="1278" y="2636"/>
                </a:lnTo>
                <a:lnTo>
                  <a:pt x="1277" y="2636"/>
                </a:lnTo>
                <a:lnTo>
                  <a:pt x="1277" y="2635"/>
                </a:lnTo>
                <a:lnTo>
                  <a:pt x="1277" y="2636"/>
                </a:lnTo>
                <a:lnTo>
                  <a:pt x="1276" y="2636"/>
                </a:lnTo>
                <a:lnTo>
                  <a:pt x="1276" y="2635"/>
                </a:lnTo>
                <a:lnTo>
                  <a:pt x="1276" y="2634"/>
                </a:lnTo>
                <a:lnTo>
                  <a:pt x="1277" y="2633"/>
                </a:lnTo>
                <a:lnTo>
                  <a:pt x="1275" y="2633"/>
                </a:lnTo>
                <a:lnTo>
                  <a:pt x="1274" y="2633"/>
                </a:lnTo>
                <a:lnTo>
                  <a:pt x="1273" y="2633"/>
                </a:lnTo>
                <a:lnTo>
                  <a:pt x="1273" y="2634"/>
                </a:lnTo>
                <a:lnTo>
                  <a:pt x="1272" y="2634"/>
                </a:lnTo>
                <a:lnTo>
                  <a:pt x="1272" y="2635"/>
                </a:lnTo>
                <a:lnTo>
                  <a:pt x="1271" y="2635"/>
                </a:lnTo>
                <a:lnTo>
                  <a:pt x="1271" y="2634"/>
                </a:lnTo>
                <a:lnTo>
                  <a:pt x="1270" y="2634"/>
                </a:lnTo>
                <a:lnTo>
                  <a:pt x="1269" y="2634"/>
                </a:lnTo>
                <a:lnTo>
                  <a:pt x="1269" y="2633"/>
                </a:lnTo>
                <a:lnTo>
                  <a:pt x="1270" y="2633"/>
                </a:lnTo>
                <a:lnTo>
                  <a:pt x="1269" y="2633"/>
                </a:lnTo>
                <a:lnTo>
                  <a:pt x="1269" y="2632"/>
                </a:lnTo>
                <a:lnTo>
                  <a:pt x="1269" y="2631"/>
                </a:lnTo>
                <a:lnTo>
                  <a:pt x="1269" y="2630"/>
                </a:lnTo>
                <a:lnTo>
                  <a:pt x="1268" y="2630"/>
                </a:lnTo>
                <a:lnTo>
                  <a:pt x="1267" y="2630"/>
                </a:lnTo>
                <a:lnTo>
                  <a:pt x="1266" y="2630"/>
                </a:lnTo>
                <a:lnTo>
                  <a:pt x="1266" y="2631"/>
                </a:lnTo>
                <a:lnTo>
                  <a:pt x="1265" y="2631"/>
                </a:lnTo>
                <a:lnTo>
                  <a:pt x="1265" y="2632"/>
                </a:lnTo>
                <a:lnTo>
                  <a:pt x="1264" y="2632"/>
                </a:lnTo>
                <a:lnTo>
                  <a:pt x="1263" y="2632"/>
                </a:lnTo>
                <a:lnTo>
                  <a:pt x="1262" y="2632"/>
                </a:lnTo>
                <a:lnTo>
                  <a:pt x="1261" y="2632"/>
                </a:lnTo>
                <a:lnTo>
                  <a:pt x="1260" y="2632"/>
                </a:lnTo>
                <a:lnTo>
                  <a:pt x="1259" y="2632"/>
                </a:lnTo>
                <a:lnTo>
                  <a:pt x="1259" y="2633"/>
                </a:lnTo>
                <a:lnTo>
                  <a:pt x="1258" y="2633"/>
                </a:lnTo>
                <a:lnTo>
                  <a:pt x="1258" y="2634"/>
                </a:lnTo>
                <a:lnTo>
                  <a:pt x="1257" y="2634"/>
                </a:lnTo>
                <a:lnTo>
                  <a:pt x="1256" y="2634"/>
                </a:lnTo>
                <a:lnTo>
                  <a:pt x="1255" y="2634"/>
                </a:lnTo>
                <a:lnTo>
                  <a:pt x="1255" y="2633"/>
                </a:lnTo>
                <a:lnTo>
                  <a:pt x="1254" y="2633"/>
                </a:lnTo>
                <a:lnTo>
                  <a:pt x="1253" y="2633"/>
                </a:lnTo>
                <a:lnTo>
                  <a:pt x="1253" y="2632"/>
                </a:lnTo>
                <a:lnTo>
                  <a:pt x="1254" y="2632"/>
                </a:lnTo>
                <a:lnTo>
                  <a:pt x="1255" y="2632"/>
                </a:lnTo>
                <a:lnTo>
                  <a:pt x="1255" y="2631"/>
                </a:lnTo>
                <a:lnTo>
                  <a:pt x="1255" y="2630"/>
                </a:lnTo>
                <a:lnTo>
                  <a:pt x="1254" y="2630"/>
                </a:lnTo>
                <a:lnTo>
                  <a:pt x="1253" y="2630"/>
                </a:lnTo>
                <a:lnTo>
                  <a:pt x="1253" y="2631"/>
                </a:lnTo>
                <a:lnTo>
                  <a:pt x="1252" y="2631"/>
                </a:lnTo>
                <a:lnTo>
                  <a:pt x="1252" y="2632"/>
                </a:lnTo>
                <a:lnTo>
                  <a:pt x="1251" y="2632"/>
                </a:lnTo>
                <a:lnTo>
                  <a:pt x="1251" y="2631"/>
                </a:lnTo>
                <a:lnTo>
                  <a:pt x="1251" y="2632"/>
                </a:lnTo>
                <a:lnTo>
                  <a:pt x="1250" y="2632"/>
                </a:lnTo>
                <a:lnTo>
                  <a:pt x="1250" y="2633"/>
                </a:lnTo>
                <a:lnTo>
                  <a:pt x="1249" y="2633"/>
                </a:lnTo>
                <a:lnTo>
                  <a:pt x="1249" y="2634"/>
                </a:lnTo>
                <a:lnTo>
                  <a:pt x="1248" y="2634"/>
                </a:lnTo>
                <a:lnTo>
                  <a:pt x="1248" y="2633"/>
                </a:lnTo>
                <a:lnTo>
                  <a:pt x="1247" y="2633"/>
                </a:lnTo>
                <a:lnTo>
                  <a:pt x="1247" y="2634"/>
                </a:lnTo>
                <a:lnTo>
                  <a:pt x="1247" y="2633"/>
                </a:lnTo>
                <a:lnTo>
                  <a:pt x="1247" y="2634"/>
                </a:lnTo>
                <a:lnTo>
                  <a:pt x="1246" y="2634"/>
                </a:lnTo>
                <a:lnTo>
                  <a:pt x="1245" y="2634"/>
                </a:lnTo>
                <a:lnTo>
                  <a:pt x="1245" y="2633"/>
                </a:lnTo>
                <a:lnTo>
                  <a:pt x="1244" y="2633"/>
                </a:lnTo>
                <a:lnTo>
                  <a:pt x="1244" y="2632"/>
                </a:lnTo>
                <a:lnTo>
                  <a:pt x="1243" y="2632"/>
                </a:lnTo>
                <a:lnTo>
                  <a:pt x="1242" y="2632"/>
                </a:lnTo>
                <a:lnTo>
                  <a:pt x="1241" y="2632"/>
                </a:lnTo>
                <a:lnTo>
                  <a:pt x="1241" y="2631"/>
                </a:lnTo>
                <a:lnTo>
                  <a:pt x="1240" y="2631"/>
                </a:lnTo>
                <a:lnTo>
                  <a:pt x="1239" y="2631"/>
                </a:lnTo>
                <a:lnTo>
                  <a:pt x="1239" y="2632"/>
                </a:lnTo>
                <a:lnTo>
                  <a:pt x="1238" y="2632"/>
                </a:lnTo>
                <a:lnTo>
                  <a:pt x="1238" y="2633"/>
                </a:lnTo>
                <a:lnTo>
                  <a:pt x="1237" y="2633"/>
                </a:lnTo>
                <a:lnTo>
                  <a:pt x="1237" y="2634"/>
                </a:lnTo>
                <a:lnTo>
                  <a:pt x="1236" y="2634"/>
                </a:lnTo>
                <a:lnTo>
                  <a:pt x="1235" y="2634"/>
                </a:lnTo>
                <a:lnTo>
                  <a:pt x="1234" y="2634"/>
                </a:lnTo>
                <a:lnTo>
                  <a:pt x="1233" y="2634"/>
                </a:lnTo>
                <a:lnTo>
                  <a:pt x="1232" y="2634"/>
                </a:lnTo>
                <a:lnTo>
                  <a:pt x="1231" y="2634"/>
                </a:lnTo>
                <a:lnTo>
                  <a:pt x="1230" y="2634"/>
                </a:lnTo>
                <a:lnTo>
                  <a:pt x="1230" y="2633"/>
                </a:lnTo>
                <a:lnTo>
                  <a:pt x="1229" y="2633"/>
                </a:lnTo>
                <a:lnTo>
                  <a:pt x="1228" y="2633"/>
                </a:lnTo>
                <a:lnTo>
                  <a:pt x="1227" y="2633"/>
                </a:lnTo>
                <a:lnTo>
                  <a:pt x="1227" y="2632"/>
                </a:lnTo>
                <a:lnTo>
                  <a:pt x="1226" y="2632"/>
                </a:lnTo>
                <a:lnTo>
                  <a:pt x="1226" y="2631"/>
                </a:lnTo>
                <a:lnTo>
                  <a:pt x="1226" y="2630"/>
                </a:lnTo>
                <a:lnTo>
                  <a:pt x="1226" y="2629"/>
                </a:lnTo>
                <a:lnTo>
                  <a:pt x="1226" y="2628"/>
                </a:lnTo>
                <a:lnTo>
                  <a:pt x="1225" y="2628"/>
                </a:lnTo>
                <a:lnTo>
                  <a:pt x="1224" y="2628"/>
                </a:lnTo>
                <a:lnTo>
                  <a:pt x="1224" y="2627"/>
                </a:lnTo>
                <a:lnTo>
                  <a:pt x="1224" y="2626"/>
                </a:lnTo>
                <a:lnTo>
                  <a:pt x="1223" y="2626"/>
                </a:lnTo>
                <a:lnTo>
                  <a:pt x="1223" y="2625"/>
                </a:lnTo>
                <a:lnTo>
                  <a:pt x="1223" y="2624"/>
                </a:lnTo>
                <a:lnTo>
                  <a:pt x="1222" y="2624"/>
                </a:lnTo>
                <a:lnTo>
                  <a:pt x="1221" y="2624"/>
                </a:lnTo>
                <a:lnTo>
                  <a:pt x="1221" y="2623"/>
                </a:lnTo>
                <a:lnTo>
                  <a:pt x="1221" y="2622"/>
                </a:lnTo>
                <a:lnTo>
                  <a:pt x="1220" y="2622"/>
                </a:lnTo>
                <a:lnTo>
                  <a:pt x="1220" y="2621"/>
                </a:lnTo>
                <a:lnTo>
                  <a:pt x="1218" y="2621"/>
                </a:lnTo>
                <a:lnTo>
                  <a:pt x="1218" y="2620"/>
                </a:lnTo>
                <a:lnTo>
                  <a:pt x="1217" y="2620"/>
                </a:lnTo>
                <a:lnTo>
                  <a:pt x="1217" y="2621"/>
                </a:lnTo>
                <a:lnTo>
                  <a:pt x="1216" y="2621"/>
                </a:lnTo>
                <a:lnTo>
                  <a:pt x="1215" y="2621"/>
                </a:lnTo>
                <a:lnTo>
                  <a:pt x="1214" y="2621"/>
                </a:lnTo>
                <a:lnTo>
                  <a:pt x="1213" y="2621"/>
                </a:lnTo>
                <a:lnTo>
                  <a:pt x="1212" y="2621"/>
                </a:lnTo>
                <a:lnTo>
                  <a:pt x="1212" y="2620"/>
                </a:lnTo>
                <a:lnTo>
                  <a:pt x="1211" y="2620"/>
                </a:lnTo>
                <a:lnTo>
                  <a:pt x="1210" y="2620"/>
                </a:lnTo>
                <a:lnTo>
                  <a:pt x="1210" y="2618"/>
                </a:lnTo>
                <a:lnTo>
                  <a:pt x="1210" y="2617"/>
                </a:lnTo>
                <a:lnTo>
                  <a:pt x="1209" y="2617"/>
                </a:lnTo>
                <a:lnTo>
                  <a:pt x="1208" y="2617"/>
                </a:lnTo>
                <a:lnTo>
                  <a:pt x="1207" y="2617"/>
                </a:lnTo>
                <a:lnTo>
                  <a:pt x="1207" y="2616"/>
                </a:lnTo>
                <a:lnTo>
                  <a:pt x="1206" y="2616"/>
                </a:lnTo>
                <a:lnTo>
                  <a:pt x="1205" y="2616"/>
                </a:lnTo>
                <a:lnTo>
                  <a:pt x="1205" y="2615"/>
                </a:lnTo>
                <a:lnTo>
                  <a:pt x="1205" y="2614"/>
                </a:lnTo>
                <a:lnTo>
                  <a:pt x="1204" y="2614"/>
                </a:lnTo>
                <a:lnTo>
                  <a:pt x="1204" y="2613"/>
                </a:lnTo>
                <a:lnTo>
                  <a:pt x="1203" y="2613"/>
                </a:lnTo>
                <a:lnTo>
                  <a:pt x="1203" y="2614"/>
                </a:lnTo>
                <a:lnTo>
                  <a:pt x="1202" y="2614"/>
                </a:lnTo>
                <a:lnTo>
                  <a:pt x="1201" y="2614"/>
                </a:lnTo>
                <a:lnTo>
                  <a:pt x="1200" y="2614"/>
                </a:lnTo>
                <a:lnTo>
                  <a:pt x="1199" y="2614"/>
                </a:lnTo>
                <a:lnTo>
                  <a:pt x="1198" y="2614"/>
                </a:lnTo>
                <a:lnTo>
                  <a:pt x="1197" y="2614"/>
                </a:lnTo>
                <a:lnTo>
                  <a:pt x="1197" y="2613"/>
                </a:lnTo>
                <a:lnTo>
                  <a:pt x="1196" y="2613"/>
                </a:lnTo>
                <a:lnTo>
                  <a:pt x="1196" y="2612"/>
                </a:lnTo>
                <a:lnTo>
                  <a:pt x="1195" y="2612"/>
                </a:lnTo>
                <a:lnTo>
                  <a:pt x="1194" y="2612"/>
                </a:lnTo>
                <a:lnTo>
                  <a:pt x="1194" y="2611"/>
                </a:lnTo>
                <a:lnTo>
                  <a:pt x="1194" y="2610"/>
                </a:lnTo>
                <a:lnTo>
                  <a:pt x="1194" y="2609"/>
                </a:lnTo>
                <a:lnTo>
                  <a:pt x="1195" y="2609"/>
                </a:lnTo>
                <a:lnTo>
                  <a:pt x="1195" y="2608"/>
                </a:lnTo>
                <a:lnTo>
                  <a:pt x="1194" y="2608"/>
                </a:lnTo>
                <a:lnTo>
                  <a:pt x="1194" y="2607"/>
                </a:lnTo>
                <a:lnTo>
                  <a:pt x="1193" y="2607"/>
                </a:lnTo>
                <a:lnTo>
                  <a:pt x="1194" y="2607"/>
                </a:lnTo>
                <a:lnTo>
                  <a:pt x="1194" y="2606"/>
                </a:lnTo>
                <a:lnTo>
                  <a:pt x="1193" y="2606"/>
                </a:lnTo>
                <a:lnTo>
                  <a:pt x="1193" y="2605"/>
                </a:lnTo>
                <a:lnTo>
                  <a:pt x="1192" y="2605"/>
                </a:lnTo>
                <a:lnTo>
                  <a:pt x="1191" y="2605"/>
                </a:lnTo>
                <a:lnTo>
                  <a:pt x="1190" y="2605"/>
                </a:lnTo>
                <a:lnTo>
                  <a:pt x="1189" y="2605"/>
                </a:lnTo>
                <a:lnTo>
                  <a:pt x="1188" y="2605"/>
                </a:lnTo>
                <a:lnTo>
                  <a:pt x="1187" y="2605"/>
                </a:lnTo>
                <a:lnTo>
                  <a:pt x="1187" y="2606"/>
                </a:lnTo>
                <a:lnTo>
                  <a:pt x="1186" y="2606"/>
                </a:lnTo>
                <a:lnTo>
                  <a:pt x="1186" y="2607"/>
                </a:lnTo>
                <a:lnTo>
                  <a:pt x="1185" y="2607"/>
                </a:lnTo>
                <a:lnTo>
                  <a:pt x="1185" y="2608"/>
                </a:lnTo>
                <a:lnTo>
                  <a:pt x="1184" y="2608"/>
                </a:lnTo>
                <a:lnTo>
                  <a:pt x="1184" y="2609"/>
                </a:lnTo>
                <a:lnTo>
                  <a:pt x="1183" y="2609"/>
                </a:lnTo>
                <a:lnTo>
                  <a:pt x="1183" y="2608"/>
                </a:lnTo>
                <a:lnTo>
                  <a:pt x="1182" y="2608"/>
                </a:lnTo>
                <a:lnTo>
                  <a:pt x="1182" y="2609"/>
                </a:lnTo>
                <a:lnTo>
                  <a:pt x="1181" y="2609"/>
                </a:lnTo>
                <a:lnTo>
                  <a:pt x="1181" y="2608"/>
                </a:lnTo>
                <a:lnTo>
                  <a:pt x="1181" y="2607"/>
                </a:lnTo>
                <a:lnTo>
                  <a:pt x="1180" y="2607"/>
                </a:lnTo>
                <a:lnTo>
                  <a:pt x="1181" y="2607"/>
                </a:lnTo>
                <a:lnTo>
                  <a:pt x="1181" y="2606"/>
                </a:lnTo>
                <a:lnTo>
                  <a:pt x="1180" y="2605"/>
                </a:lnTo>
                <a:lnTo>
                  <a:pt x="1179" y="2605"/>
                </a:lnTo>
                <a:lnTo>
                  <a:pt x="1178" y="2605"/>
                </a:lnTo>
                <a:lnTo>
                  <a:pt x="1178" y="2604"/>
                </a:lnTo>
                <a:lnTo>
                  <a:pt x="1178" y="2605"/>
                </a:lnTo>
                <a:lnTo>
                  <a:pt x="1177" y="2605"/>
                </a:lnTo>
                <a:lnTo>
                  <a:pt x="1177" y="2606"/>
                </a:lnTo>
                <a:lnTo>
                  <a:pt x="1177" y="2607"/>
                </a:lnTo>
                <a:lnTo>
                  <a:pt x="1177" y="2608"/>
                </a:lnTo>
                <a:lnTo>
                  <a:pt x="1176" y="2608"/>
                </a:lnTo>
                <a:lnTo>
                  <a:pt x="1177" y="2608"/>
                </a:lnTo>
                <a:lnTo>
                  <a:pt x="1177" y="2609"/>
                </a:lnTo>
                <a:lnTo>
                  <a:pt x="1177" y="2610"/>
                </a:lnTo>
                <a:lnTo>
                  <a:pt x="1176" y="2610"/>
                </a:lnTo>
                <a:lnTo>
                  <a:pt x="1176" y="2611"/>
                </a:lnTo>
                <a:lnTo>
                  <a:pt x="1174" y="2611"/>
                </a:lnTo>
                <a:lnTo>
                  <a:pt x="1174" y="2612"/>
                </a:lnTo>
                <a:lnTo>
                  <a:pt x="1174" y="2613"/>
                </a:lnTo>
                <a:lnTo>
                  <a:pt x="1174" y="2614"/>
                </a:lnTo>
                <a:lnTo>
                  <a:pt x="1173" y="2614"/>
                </a:lnTo>
                <a:lnTo>
                  <a:pt x="1173" y="2615"/>
                </a:lnTo>
                <a:lnTo>
                  <a:pt x="1173" y="2616"/>
                </a:lnTo>
                <a:lnTo>
                  <a:pt x="1173" y="2617"/>
                </a:lnTo>
                <a:lnTo>
                  <a:pt x="1172" y="2617"/>
                </a:lnTo>
                <a:lnTo>
                  <a:pt x="1172" y="2618"/>
                </a:lnTo>
                <a:lnTo>
                  <a:pt x="1173" y="2618"/>
                </a:lnTo>
                <a:lnTo>
                  <a:pt x="1173" y="2619"/>
                </a:lnTo>
                <a:lnTo>
                  <a:pt x="1172" y="2619"/>
                </a:lnTo>
                <a:lnTo>
                  <a:pt x="1172" y="2620"/>
                </a:lnTo>
                <a:lnTo>
                  <a:pt x="1173" y="2620"/>
                </a:lnTo>
                <a:lnTo>
                  <a:pt x="1171" y="2620"/>
                </a:lnTo>
                <a:lnTo>
                  <a:pt x="1171" y="2621"/>
                </a:lnTo>
                <a:lnTo>
                  <a:pt x="1170" y="2621"/>
                </a:lnTo>
                <a:lnTo>
                  <a:pt x="1169" y="2621"/>
                </a:lnTo>
                <a:lnTo>
                  <a:pt x="1169" y="2622"/>
                </a:lnTo>
                <a:lnTo>
                  <a:pt x="1168" y="2622"/>
                </a:lnTo>
                <a:lnTo>
                  <a:pt x="1169" y="2622"/>
                </a:lnTo>
                <a:lnTo>
                  <a:pt x="1169" y="2623"/>
                </a:lnTo>
                <a:lnTo>
                  <a:pt x="1168" y="2623"/>
                </a:lnTo>
                <a:lnTo>
                  <a:pt x="1168" y="2624"/>
                </a:lnTo>
                <a:lnTo>
                  <a:pt x="1167" y="2624"/>
                </a:lnTo>
                <a:lnTo>
                  <a:pt x="1167" y="2625"/>
                </a:lnTo>
                <a:lnTo>
                  <a:pt x="1166" y="2625"/>
                </a:lnTo>
                <a:lnTo>
                  <a:pt x="1166" y="2626"/>
                </a:lnTo>
                <a:lnTo>
                  <a:pt x="1166" y="2625"/>
                </a:lnTo>
                <a:lnTo>
                  <a:pt x="1165" y="2625"/>
                </a:lnTo>
                <a:lnTo>
                  <a:pt x="1164" y="2625"/>
                </a:lnTo>
                <a:lnTo>
                  <a:pt x="1164" y="2626"/>
                </a:lnTo>
                <a:lnTo>
                  <a:pt x="1163" y="2626"/>
                </a:lnTo>
                <a:lnTo>
                  <a:pt x="1163" y="2625"/>
                </a:lnTo>
                <a:lnTo>
                  <a:pt x="1163" y="2624"/>
                </a:lnTo>
                <a:lnTo>
                  <a:pt x="1162" y="2624"/>
                </a:lnTo>
                <a:lnTo>
                  <a:pt x="1161" y="2624"/>
                </a:lnTo>
                <a:lnTo>
                  <a:pt x="1161" y="2623"/>
                </a:lnTo>
                <a:lnTo>
                  <a:pt x="1161" y="2622"/>
                </a:lnTo>
                <a:lnTo>
                  <a:pt x="1160" y="2622"/>
                </a:lnTo>
                <a:lnTo>
                  <a:pt x="1158" y="2622"/>
                </a:lnTo>
                <a:lnTo>
                  <a:pt x="1157" y="2622"/>
                </a:lnTo>
                <a:lnTo>
                  <a:pt x="1157" y="2621"/>
                </a:lnTo>
                <a:lnTo>
                  <a:pt x="1156" y="2621"/>
                </a:lnTo>
                <a:lnTo>
                  <a:pt x="1157" y="2621"/>
                </a:lnTo>
                <a:lnTo>
                  <a:pt x="1157" y="2620"/>
                </a:lnTo>
                <a:lnTo>
                  <a:pt x="1156" y="2620"/>
                </a:lnTo>
                <a:lnTo>
                  <a:pt x="1156" y="2621"/>
                </a:lnTo>
                <a:lnTo>
                  <a:pt x="1155" y="2621"/>
                </a:lnTo>
                <a:lnTo>
                  <a:pt x="1154" y="2621"/>
                </a:lnTo>
                <a:lnTo>
                  <a:pt x="1153" y="2621"/>
                </a:lnTo>
                <a:lnTo>
                  <a:pt x="1153" y="2620"/>
                </a:lnTo>
                <a:lnTo>
                  <a:pt x="1153" y="2619"/>
                </a:lnTo>
                <a:lnTo>
                  <a:pt x="1153" y="2618"/>
                </a:lnTo>
                <a:lnTo>
                  <a:pt x="1152" y="2618"/>
                </a:lnTo>
                <a:lnTo>
                  <a:pt x="1151" y="2618"/>
                </a:lnTo>
                <a:lnTo>
                  <a:pt x="1150" y="2618"/>
                </a:lnTo>
                <a:lnTo>
                  <a:pt x="1149" y="2618"/>
                </a:lnTo>
                <a:lnTo>
                  <a:pt x="1148" y="2618"/>
                </a:lnTo>
                <a:lnTo>
                  <a:pt x="1148" y="2619"/>
                </a:lnTo>
                <a:lnTo>
                  <a:pt x="1147" y="2619"/>
                </a:lnTo>
                <a:lnTo>
                  <a:pt x="1147" y="2618"/>
                </a:lnTo>
                <a:lnTo>
                  <a:pt x="1146" y="2618"/>
                </a:lnTo>
                <a:lnTo>
                  <a:pt x="1146" y="2617"/>
                </a:lnTo>
                <a:lnTo>
                  <a:pt x="1146" y="2615"/>
                </a:lnTo>
                <a:lnTo>
                  <a:pt x="1146" y="2614"/>
                </a:lnTo>
                <a:lnTo>
                  <a:pt x="1146" y="2613"/>
                </a:lnTo>
                <a:lnTo>
                  <a:pt x="1146" y="2612"/>
                </a:lnTo>
                <a:lnTo>
                  <a:pt x="1146" y="2611"/>
                </a:lnTo>
                <a:lnTo>
                  <a:pt x="1145" y="2611"/>
                </a:lnTo>
                <a:lnTo>
                  <a:pt x="1146" y="2611"/>
                </a:lnTo>
                <a:lnTo>
                  <a:pt x="1146" y="2610"/>
                </a:lnTo>
                <a:lnTo>
                  <a:pt x="1145" y="2610"/>
                </a:lnTo>
                <a:lnTo>
                  <a:pt x="1145" y="2609"/>
                </a:lnTo>
                <a:lnTo>
                  <a:pt x="1145" y="2608"/>
                </a:lnTo>
                <a:lnTo>
                  <a:pt x="1145" y="2607"/>
                </a:lnTo>
                <a:lnTo>
                  <a:pt x="1145" y="2606"/>
                </a:lnTo>
                <a:lnTo>
                  <a:pt x="1146" y="2606"/>
                </a:lnTo>
                <a:lnTo>
                  <a:pt x="1146" y="2605"/>
                </a:lnTo>
                <a:lnTo>
                  <a:pt x="1146" y="2604"/>
                </a:lnTo>
                <a:lnTo>
                  <a:pt x="1145" y="2604"/>
                </a:lnTo>
                <a:lnTo>
                  <a:pt x="1145" y="2603"/>
                </a:lnTo>
                <a:lnTo>
                  <a:pt x="1145" y="2602"/>
                </a:lnTo>
                <a:lnTo>
                  <a:pt x="1144" y="2602"/>
                </a:lnTo>
                <a:lnTo>
                  <a:pt x="1144" y="2601"/>
                </a:lnTo>
                <a:lnTo>
                  <a:pt x="1144" y="2600"/>
                </a:lnTo>
                <a:lnTo>
                  <a:pt x="1143" y="2600"/>
                </a:lnTo>
                <a:lnTo>
                  <a:pt x="1143" y="2599"/>
                </a:lnTo>
                <a:lnTo>
                  <a:pt x="1143" y="2598"/>
                </a:lnTo>
                <a:lnTo>
                  <a:pt x="1142" y="2598"/>
                </a:lnTo>
                <a:lnTo>
                  <a:pt x="1142" y="2599"/>
                </a:lnTo>
                <a:lnTo>
                  <a:pt x="1142" y="2600"/>
                </a:lnTo>
                <a:lnTo>
                  <a:pt x="1142" y="2601"/>
                </a:lnTo>
                <a:lnTo>
                  <a:pt x="1142" y="2602"/>
                </a:lnTo>
                <a:lnTo>
                  <a:pt x="1141" y="2602"/>
                </a:lnTo>
                <a:lnTo>
                  <a:pt x="1140" y="2602"/>
                </a:lnTo>
                <a:lnTo>
                  <a:pt x="1140" y="2603"/>
                </a:lnTo>
                <a:lnTo>
                  <a:pt x="1139" y="2603"/>
                </a:lnTo>
                <a:lnTo>
                  <a:pt x="1139" y="2604"/>
                </a:lnTo>
                <a:lnTo>
                  <a:pt x="1138" y="2604"/>
                </a:lnTo>
                <a:lnTo>
                  <a:pt x="1138" y="2605"/>
                </a:lnTo>
                <a:lnTo>
                  <a:pt x="1138" y="2606"/>
                </a:lnTo>
                <a:lnTo>
                  <a:pt x="1137" y="2606"/>
                </a:lnTo>
                <a:lnTo>
                  <a:pt x="1137" y="2607"/>
                </a:lnTo>
                <a:lnTo>
                  <a:pt x="1136" y="2607"/>
                </a:lnTo>
                <a:lnTo>
                  <a:pt x="1136" y="2606"/>
                </a:lnTo>
                <a:lnTo>
                  <a:pt x="1135" y="2606"/>
                </a:lnTo>
                <a:lnTo>
                  <a:pt x="1134" y="2606"/>
                </a:lnTo>
                <a:lnTo>
                  <a:pt x="1134" y="2607"/>
                </a:lnTo>
                <a:lnTo>
                  <a:pt x="1134" y="2608"/>
                </a:lnTo>
                <a:lnTo>
                  <a:pt x="1134" y="2609"/>
                </a:lnTo>
                <a:lnTo>
                  <a:pt x="1135" y="2609"/>
                </a:lnTo>
                <a:lnTo>
                  <a:pt x="1135" y="2610"/>
                </a:lnTo>
                <a:lnTo>
                  <a:pt x="1134" y="2610"/>
                </a:lnTo>
                <a:lnTo>
                  <a:pt x="1134" y="2611"/>
                </a:lnTo>
                <a:lnTo>
                  <a:pt x="1134" y="2612"/>
                </a:lnTo>
                <a:lnTo>
                  <a:pt x="1134" y="2613"/>
                </a:lnTo>
                <a:lnTo>
                  <a:pt x="1134" y="2614"/>
                </a:lnTo>
                <a:lnTo>
                  <a:pt x="1133" y="2614"/>
                </a:lnTo>
                <a:lnTo>
                  <a:pt x="1133" y="2615"/>
                </a:lnTo>
                <a:lnTo>
                  <a:pt x="1134" y="2615"/>
                </a:lnTo>
                <a:lnTo>
                  <a:pt x="1134" y="2616"/>
                </a:lnTo>
                <a:lnTo>
                  <a:pt x="1135" y="2616"/>
                </a:lnTo>
                <a:lnTo>
                  <a:pt x="1135" y="2617"/>
                </a:lnTo>
                <a:lnTo>
                  <a:pt x="1135" y="2618"/>
                </a:lnTo>
                <a:lnTo>
                  <a:pt x="1136" y="2618"/>
                </a:lnTo>
                <a:lnTo>
                  <a:pt x="1136" y="2619"/>
                </a:lnTo>
                <a:lnTo>
                  <a:pt x="1136" y="2620"/>
                </a:lnTo>
                <a:lnTo>
                  <a:pt x="1136" y="2621"/>
                </a:lnTo>
                <a:lnTo>
                  <a:pt x="1137" y="2621"/>
                </a:lnTo>
                <a:lnTo>
                  <a:pt x="1137" y="2622"/>
                </a:lnTo>
                <a:lnTo>
                  <a:pt x="1138" y="2622"/>
                </a:lnTo>
                <a:lnTo>
                  <a:pt x="1138" y="2623"/>
                </a:lnTo>
                <a:lnTo>
                  <a:pt x="1137" y="2623"/>
                </a:lnTo>
                <a:lnTo>
                  <a:pt x="1137" y="2624"/>
                </a:lnTo>
                <a:lnTo>
                  <a:pt x="1136" y="2624"/>
                </a:lnTo>
                <a:lnTo>
                  <a:pt x="1135" y="2624"/>
                </a:lnTo>
                <a:lnTo>
                  <a:pt x="1134" y="2624"/>
                </a:lnTo>
                <a:lnTo>
                  <a:pt x="1134" y="2625"/>
                </a:lnTo>
                <a:lnTo>
                  <a:pt x="1133" y="2625"/>
                </a:lnTo>
                <a:lnTo>
                  <a:pt x="1132" y="2625"/>
                </a:lnTo>
                <a:lnTo>
                  <a:pt x="1132" y="2626"/>
                </a:lnTo>
                <a:lnTo>
                  <a:pt x="1131" y="2626"/>
                </a:lnTo>
                <a:lnTo>
                  <a:pt x="1130" y="2626"/>
                </a:lnTo>
                <a:lnTo>
                  <a:pt x="1129" y="2626"/>
                </a:lnTo>
                <a:lnTo>
                  <a:pt x="1129" y="2625"/>
                </a:lnTo>
                <a:lnTo>
                  <a:pt x="1128" y="2625"/>
                </a:lnTo>
                <a:lnTo>
                  <a:pt x="1128" y="2626"/>
                </a:lnTo>
                <a:lnTo>
                  <a:pt x="1128" y="2625"/>
                </a:lnTo>
                <a:lnTo>
                  <a:pt x="1127" y="2625"/>
                </a:lnTo>
                <a:lnTo>
                  <a:pt x="1126" y="2625"/>
                </a:lnTo>
                <a:lnTo>
                  <a:pt x="1125" y="2625"/>
                </a:lnTo>
                <a:lnTo>
                  <a:pt x="1125" y="2624"/>
                </a:lnTo>
                <a:lnTo>
                  <a:pt x="1124" y="2624"/>
                </a:lnTo>
                <a:lnTo>
                  <a:pt x="1124" y="2623"/>
                </a:lnTo>
                <a:lnTo>
                  <a:pt x="1123" y="2623"/>
                </a:lnTo>
                <a:lnTo>
                  <a:pt x="1122" y="2623"/>
                </a:lnTo>
                <a:lnTo>
                  <a:pt x="1122" y="2622"/>
                </a:lnTo>
                <a:lnTo>
                  <a:pt x="1122" y="2621"/>
                </a:lnTo>
                <a:lnTo>
                  <a:pt x="1122" y="2620"/>
                </a:lnTo>
                <a:lnTo>
                  <a:pt x="1122" y="2619"/>
                </a:lnTo>
                <a:lnTo>
                  <a:pt x="1123" y="2619"/>
                </a:lnTo>
                <a:lnTo>
                  <a:pt x="1123" y="2618"/>
                </a:lnTo>
                <a:lnTo>
                  <a:pt x="1124" y="2618"/>
                </a:lnTo>
                <a:lnTo>
                  <a:pt x="1124" y="2617"/>
                </a:lnTo>
                <a:lnTo>
                  <a:pt x="1124" y="2616"/>
                </a:lnTo>
                <a:lnTo>
                  <a:pt x="1123" y="2616"/>
                </a:lnTo>
                <a:lnTo>
                  <a:pt x="1123" y="2615"/>
                </a:lnTo>
                <a:lnTo>
                  <a:pt x="1122" y="2615"/>
                </a:lnTo>
                <a:lnTo>
                  <a:pt x="1122" y="2614"/>
                </a:lnTo>
                <a:lnTo>
                  <a:pt x="1121" y="2614"/>
                </a:lnTo>
                <a:lnTo>
                  <a:pt x="1120" y="2614"/>
                </a:lnTo>
                <a:lnTo>
                  <a:pt x="1120" y="2613"/>
                </a:lnTo>
                <a:lnTo>
                  <a:pt x="1119" y="2613"/>
                </a:lnTo>
                <a:lnTo>
                  <a:pt x="1119" y="2612"/>
                </a:lnTo>
                <a:lnTo>
                  <a:pt x="1119" y="2611"/>
                </a:lnTo>
                <a:lnTo>
                  <a:pt x="1118" y="2611"/>
                </a:lnTo>
                <a:lnTo>
                  <a:pt x="1117" y="2611"/>
                </a:lnTo>
                <a:lnTo>
                  <a:pt x="1117" y="2610"/>
                </a:lnTo>
                <a:lnTo>
                  <a:pt x="1117" y="2609"/>
                </a:lnTo>
                <a:lnTo>
                  <a:pt x="1117" y="2608"/>
                </a:lnTo>
                <a:lnTo>
                  <a:pt x="1117" y="2607"/>
                </a:lnTo>
                <a:lnTo>
                  <a:pt x="1117" y="2606"/>
                </a:lnTo>
                <a:lnTo>
                  <a:pt x="1117" y="2605"/>
                </a:lnTo>
                <a:lnTo>
                  <a:pt x="1116" y="2605"/>
                </a:lnTo>
                <a:lnTo>
                  <a:pt x="1116" y="2604"/>
                </a:lnTo>
                <a:lnTo>
                  <a:pt x="1115" y="2604"/>
                </a:lnTo>
                <a:lnTo>
                  <a:pt x="1115" y="2603"/>
                </a:lnTo>
                <a:lnTo>
                  <a:pt x="1114" y="2603"/>
                </a:lnTo>
                <a:lnTo>
                  <a:pt x="1114" y="2602"/>
                </a:lnTo>
                <a:lnTo>
                  <a:pt x="1115" y="2601"/>
                </a:lnTo>
                <a:lnTo>
                  <a:pt x="1114" y="2601"/>
                </a:lnTo>
                <a:lnTo>
                  <a:pt x="1114" y="2600"/>
                </a:lnTo>
                <a:lnTo>
                  <a:pt x="1113" y="2600"/>
                </a:lnTo>
                <a:lnTo>
                  <a:pt x="1114" y="2600"/>
                </a:lnTo>
                <a:lnTo>
                  <a:pt x="1113" y="2600"/>
                </a:lnTo>
                <a:lnTo>
                  <a:pt x="1113" y="2599"/>
                </a:lnTo>
                <a:lnTo>
                  <a:pt x="1113" y="2597"/>
                </a:lnTo>
                <a:lnTo>
                  <a:pt x="1112" y="2597"/>
                </a:lnTo>
                <a:lnTo>
                  <a:pt x="1111" y="2597"/>
                </a:lnTo>
                <a:lnTo>
                  <a:pt x="1110" y="2597"/>
                </a:lnTo>
                <a:lnTo>
                  <a:pt x="1110" y="2596"/>
                </a:lnTo>
                <a:lnTo>
                  <a:pt x="1110" y="2595"/>
                </a:lnTo>
                <a:lnTo>
                  <a:pt x="1109" y="2595"/>
                </a:lnTo>
                <a:lnTo>
                  <a:pt x="1109" y="2596"/>
                </a:lnTo>
                <a:lnTo>
                  <a:pt x="1108" y="2596"/>
                </a:lnTo>
                <a:lnTo>
                  <a:pt x="1108" y="2595"/>
                </a:lnTo>
                <a:lnTo>
                  <a:pt x="1107" y="2595"/>
                </a:lnTo>
                <a:lnTo>
                  <a:pt x="1106" y="2595"/>
                </a:lnTo>
                <a:lnTo>
                  <a:pt x="1106" y="2594"/>
                </a:lnTo>
                <a:lnTo>
                  <a:pt x="1105" y="2594"/>
                </a:lnTo>
                <a:lnTo>
                  <a:pt x="1105" y="2593"/>
                </a:lnTo>
                <a:lnTo>
                  <a:pt x="1104" y="2593"/>
                </a:lnTo>
                <a:lnTo>
                  <a:pt x="1104" y="2592"/>
                </a:lnTo>
                <a:lnTo>
                  <a:pt x="1103" y="2592"/>
                </a:lnTo>
                <a:lnTo>
                  <a:pt x="1103" y="2591"/>
                </a:lnTo>
                <a:lnTo>
                  <a:pt x="1103" y="2590"/>
                </a:lnTo>
                <a:lnTo>
                  <a:pt x="1103" y="2588"/>
                </a:lnTo>
                <a:lnTo>
                  <a:pt x="1103" y="2587"/>
                </a:lnTo>
                <a:lnTo>
                  <a:pt x="1102" y="2587"/>
                </a:lnTo>
                <a:lnTo>
                  <a:pt x="1102" y="2586"/>
                </a:lnTo>
                <a:lnTo>
                  <a:pt x="1102" y="2585"/>
                </a:lnTo>
                <a:lnTo>
                  <a:pt x="1102" y="2584"/>
                </a:lnTo>
                <a:lnTo>
                  <a:pt x="1103" y="2584"/>
                </a:lnTo>
                <a:lnTo>
                  <a:pt x="1102" y="2584"/>
                </a:lnTo>
                <a:lnTo>
                  <a:pt x="1103" y="2584"/>
                </a:lnTo>
                <a:lnTo>
                  <a:pt x="1103" y="2583"/>
                </a:lnTo>
                <a:lnTo>
                  <a:pt x="1102" y="2583"/>
                </a:lnTo>
                <a:lnTo>
                  <a:pt x="1102" y="2582"/>
                </a:lnTo>
                <a:lnTo>
                  <a:pt x="1102" y="2581"/>
                </a:lnTo>
                <a:lnTo>
                  <a:pt x="1102" y="2580"/>
                </a:lnTo>
                <a:lnTo>
                  <a:pt x="1101" y="2580"/>
                </a:lnTo>
                <a:lnTo>
                  <a:pt x="1101" y="2579"/>
                </a:lnTo>
                <a:lnTo>
                  <a:pt x="1101" y="2578"/>
                </a:lnTo>
                <a:lnTo>
                  <a:pt x="1100" y="2577"/>
                </a:lnTo>
                <a:lnTo>
                  <a:pt x="1099" y="2577"/>
                </a:lnTo>
                <a:lnTo>
                  <a:pt x="1098" y="2577"/>
                </a:lnTo>
                <a:lnTo>
                  <a:pt x="1098" y="2581"/>
                </a:lnTo>
                <a:lnTo>
                  <a:pt x="1098" y="2580"/>
                </a:lnTo>
                <a:lnTo>
                  <a:pt x="1097" y="2580"/>
                </a:lnTo>
                <a:lnTo>
                  <a:pt x="1096" y="2580"/>
                </a:lnTo>
                <a:lnTo>
                  <a:pt x="1096" y="2581"/>
                </a:lnTo>
                <a:lnTo>
                  <a:pt x="1096" y="2582"/>
                </a:lnTo>
                <a:lnTo>
                  <a:pt x="1096" y="2583"/>
                </a:lnTo>
                <a:lnTo>
                  <a:pt x="1095" y="2583"/>
                </a:lnTo>
                <a:lnTo>
                  <a:pt x="1095" y="2584"/>
                </a:lnTo>
                <a:lnTo>
                  <a:pt x="1095" y="2585"/>
                </a:lnTo>
                <a:lnTo>
                  <a:pt x="1096" y="2585"/>
                </a:lnTo>
                <a:lnTo>
                  <a:pt x="1095" y="2585"/>
                </a:lnTo>
                <a:lnTo>
                  <a:pt x="1095" y="2586"/>
                </a:lnTo>
                <a:lnTo>
                  <a:pt x="1094" y="2586"/>
                </a:lnTo>
                <a:lnTo>
                  <a:pt x="1094" y="2587"/>
                </a:lnTo>
                <a:lnTo>
                  <a:pt x="1094" y="2588"/>
                </a:lnTo>
                <a:lnTo>
                  <a:pt x="1093" y="2588"/>
                </a:lnTo>
                <a:lnTo>
                  <a:pt x="1093" y="2589"/>
                </a:lnTo>
                <a:lnTo>
                  <a:pt x="1092" y="2589"/>
                </a:lnTo>
                <a:lnTo>
                  <a:pt x="1091" y="2589"/>
                </a:lnTo>
                <a:lnTo>
                  <a:pt x="1091" y="2590"/>
                </a:lnTo>
                <a:lnTo>
                  <a:pt x="1091" y="2589"/>
                </a:lnTo>
                <a:lnTo>
                  <a:pt x="1090" y="2589"/>
                </a:lnTo>
                <a:lnTo>
                  <a:pt x="1090" y="2588"/>
                </a:lnTo>
                <a:lnTo>
                  <a:pt x="1090" y="2587"/>
                </a:lnTo>
                <a:lnTo>
                  <a:pt x="1090" y="2586"/>
                </a:lnTo>
                <a:lnTo>
                  <a:pt x="1090" y="2585"/>
                </a:lnTo>
                <a:lnTo>
                  <a:pt x="1089" y="2585"/>
                </a:lnTo>
                <a:lnTo>
                  <a:pt x="1088" y="2585"/>
                </a:lnTo>
                <a:lnTo>
                  <a:pt x="1088" y="2584"/>
                </a:lnTo>
                <a:lnTo>
                  <a:pt x="1087" y="2584"/>
                </a:lnTo>
                <a:lnTo>
                  <a:pt x="1086" y="2584"/>
                </a:lnTo>
                <a:lnTo>
                  <a:pt x="1085" y="2584"/>
                </a:lnTo>
                <a:lnTo>
                  <a:pt x="1085" y="2583"/>
                </a:lnTo>
                <a:lnTo>
                  <a:pt x="1084" y="2583"/>
                </a:lnTo>
                <a:lnTo>
                  <a:pt x="1083" y="2583"/>
                </a:lnTo>
                <a:lnTo>
                  <a:pt x="1083" y="2582"/>
                </a:lnTo>
                <a:lnTo>
                  <a:pt x="1082" y="2582"/>
                </a:lnTo>
                <a:lnTo>
                  <a:pt x="1081" y="2582"/>
                </a:lnTo>
                <a:lnTo>
                  <a:pt x="1080" y="2582"/>
                </a:lnTo>
                <a:lnTo>
                  <a:pt x="1079" y="2582"/>
                </a:lnTo>
                <a:lnTo>
                  <a:pt x="1078" y="2582"/>
                </a:lnTo>
                <a:lnTo>
                  <a:pt x="1077" y="2582"/>
                </a:lnTo>
                <a:lnTo>
                  <a:pt x="1076" y="2582"/>
                </a:lnTo>
                <a:lnTo>
                  <a:pt x="1075" y="2582"/>
                </a:lnTo>
                <a:lnTo>
                  <a:pt x="1074" y="2582"/>
                </a:lnTo>
                <a:lnTo>
                  <a:pt x="1073" y="2582"/>
                </a:lnTo>
                <a:lnTo>
                  <a:pt x="1073" y="2583"/>
                </a:lnTo>
                <a:lnTo>
                  <a:pt x="1073" y="2584"/>
                </a:lnTo>
                <a:lnTo>
                  <a:pt x="1073" y="2585"/>
                </a:lnTo>
                <a:lnTo>
                  <a:pt x="1072" y="2585"/>
                </a:lnTo>
                <a:lnTo>
                  <a:pt x="1072" y="2586"/>
                </a:lnTo>
                <a:lnTo>
                  <a:pt x="1071" y="2586"/>
                </a:lnTo>
                <a:lnTo>
                  <a:pt x="1071" y="2587"/>
                </a:lnTo>
                <a:lnTo>
                  <a:pt x="1070" y="2587"/>
                </a:lnTo>
                <a:lnTo>
                  <a:pt x="1070" y="2588"/>
                </a:lnTo>
                <a:lnTo>
                  <a:pt x="1070" y="2587"/>
                </a:lnTo>
                <a:lnTo>
                  <a:pt x="1068" y="2587"/>
                </a:lnTo>
                <a:lnTo>
                  <a:pt x="1067" y="2587"/>
                </a:lnTo>
                <a:lnTo>
                  <a:pt x="1067" y="2586"/>
                </a:lnTo>
                <a:lnTo>
                  <a:pt x="1067" y="2585"/>
                </a:lnTo>
                <a:lnTo>
                  <a:pt x="1066" y="2585"/>
                </a:lnTo>
                <a:lnTo>
                  <a:pt x="1065" y="2585"/>
                </a:lnTo>
                <a:lnTo>
                  <a:pt x="1065" y="2586"/>
                </a:lnTo>
                <a:lnTo>
                  <a:pt x="1064" y="2586"/>
                </a:lnTo>
                <a:lnTo>
                  <a:pt x="1063" y="2586"/>
                </a:lnTo>
                <a:lnTo>
                  <a:pt x="1063" y="2587"/>
                </a:lnTo>
                <a:lnTo>
                  <a:pt x="1061" y="2587"/>
                </a:lnTo>
                <a:lnTo>
                  <a:pt x="1061" y="2586"/>
                </a:lnTo>
                <a:lnTo>
                  <a:pt x="1060" y="2586"/>
                </a:lnTo>
                <a:lnTo>
                  <a:pt x="1059" y="2586"/>
                </a:lnTo>
                <a:lnTo>
                  <a:pt x="1059" y="2585"/>
                </a:lnTo>
                <a:lnTo>
                  <a:pt x="1058" y="2585"/>
                </a:lnTo>
                <a:lnTo>
                  <a:pt x="1058" y="2584"/>
                </a:lnTo>
                <a:lnTo>
                  <a:pt x="1058" y="2583"/>
                </a:lnTo>
                <a:lnTo>
                  <a:pt x="1057" y="2583"/>
                </a:lnTo>
                <a:lnTo>
                  <a:pt x="1056" y="2583"/>
                </a:lnTo>
                <a:lnTo>
                  <a:pt x="1056" y="2582"/>
                </a:lnTo>
                <a:lnTo>
                  <a:pt x="1055" y="2582"/>
                </a:lnTo>
                <a:lnTo>
                  <a:pt x="1055" y="2581"/>
                </a:lnTo>
                <a:lnTo>
                  <a:pt x="1054" y="2581"/>
                </a:lnTo>
                <a:lnTo>
                  <a:pt x="1054" y="2582"/>
                </a:lnTo>
                <a:lnTo>
                  <a:pt x="1053" y="2582"/>
                </a:lnTo>
                <a:lnTo>
                  <a:pt x="1053" y="2583"/>
                </a:lnTo>
                <a:lnTo>
                  <a:pt x="1052" y="2583"/>
                </a:lnTo>
                <a:lnTo>
                  <a:pt x="1052" y="2582"/>
                </a:lnTo>
                <a:lnTo>
                  <a:pt x="1051" y="2582"/>
                </a:lnTo>
                <a:lnTo>
                  <a:pt x="1050" y="2582"/>
                </a:lnTo>
                <a:lnTo>
                  <a:pt x="1049" y="2582"/>
                </a:lnTo>
                <a:lnTo>
                  <a:pt x="1048" y="2582"/>
                </a:lnTo>
                <a:lnTo>
                  <a:pt x="1048" y="2581"/>
                </a:lnTo>
                <a:lnTo>
                  <a:pt x="1048" y="2582"/>
                </a:lnTo>
                <a:lnTo>
                  <a:pt x="1047" y="2582"/>
                </a:lnTo>
                <a:lnTo>
                  <a:pt x="1047" y="2581"/>
                </a:lnTo>
                <a:lnTo>
                  <a:pt x="1046" y="2581"/>
                </a:lnTo>
                <a:lnTo>
                  <a:pt x="1046" y="2580"/>
                </a:lnTo>
                <a:lnTo>
                  <a:pt x="1046" y="2579"/>
                </a:lnTo>
                <a:lnTo>
                  <a:pt x="1046" y="2578"/>
                </a:lnTo>
                <a:lnTo>
                  <a:pt x="1047" y="2578"/>
                </a:lnTo>
                <a:lnTo>
                  <a:pt x="1047" y="2577"/>
                </a:lnTo>
                <a:lnTo>
                  <a:pt x="1047" y="2576"/>
                </a:lnTo>
                <a:lnTo>
                  <a:pt x="1048" y="2576"/>
                </a:lnTo>
                <a:lnTo>
                  <a:pt x="1047" y="2576"/>
                </a:lnTo>
                <a:lnTo>
                  <a:pt x="1047" y="2575"/>
                </a:lnTo>
                <a:lnTo>
                  <a:pt x="1047" y="2574"/>
                </a:lnTo>
                <a:lnTo>
                  <a:pt x="1047" y="2573"/>
                </a:lnTo>
                <a:lnTo>
                  <a:pt x="1046" y="2573"/>
                </a:lnTo>
                <a:lnTo>
                  <a:pt x="1046" y="2572"/>
                </a:lnTo>
                <a:lnTo>
                  <a:pt x="1046" y="2571"/>
                </a:lnTo>
                <a:lnTo>
                  <a:pt x="1046" y="2570"/>
                </a:lnTo>
                <a:lnTo>
                  <a:pt x="1045" y="2570"/>
                </a:lnTo>
                <a:lnTo>
                  <a:pt x="1045" y="2569"/>
                </a:lnTo>
                <a:lnTo>
                  <a:pt x="1046" y="2569"/>
                </a:lnTo>
                <a:lnTo>
                  <a:pt x="1046" y="2568"/>
                </a:lnTo>
                <a:lnTo>
                  <a:pt x="1046" y="2567"/>
                </a:lnTo>
                <a:lnTo>
                  <a:pt x="1047" y="2567"/>
                </a:lnTo>
                <a:lnTo>
                  <a:pt x="1047" y="2566"/>
                </a:lnTo>
                <a:lnTo>
                  <a:pt x="1048" y="2566"/>
                </a:lnTo>
                <a:lnTo>
                  <a:pt x="1049" y="2566"/>
                </a:lnTo>
                <a:lnTo>
                  <a:pt x="1050" y="2566"/>
                </a:lnTo>
                <a:lnTo>
                  <a:pt x="1050" y="2565"/>
                </a:lnTo>
                <a:lnTo>
                  <a:pt x="1050" y="2564"/>
                </a:lnTo>
                <a:lnTo>
                  <a:pt x="1051" y="2563"/>
                </a:lnTo>
                <a:lnTo>
                  <a:pt x="1051" y="2562"/>
                </a:lnTo>
                <a:lnTo>
                  <a:pt x="1051" y="2561"/>
                </a:lnTo>
                <a:lnTo>
                  <a:pt x="1052" y="2561"/>
                </a:lnTo>
                <a:lnTo>
                  <a:pt x="1052" y="2562"/>
                </a:lnTo>
                <a:lnTo>
                  <a:pt x="1052" y="2561"/>
                </a:lnTo>
                <a:lnTo>
                  <a:pt x="1052" y="2562"/>
                </a:lnTo>
                <a:lnTo>
                  <a:pt x="1052" y="2561"/>
                </a:lnTo>
                <a:lnTo>
                  <a:pt x="1053" y="2561"/>
                </a:lnTo>
                <a:lnTo>
                  <a:pt x="1053" y="2559"/>
                </a:lnTo>
                <a:lnTo>
                  <a:pt x="1053" y="2558"/>
                </a:lnTo>
                <a:lnTo>
                  <a:pt x="1053" y="2557"/>
                </a:lnTo>
                <a:lnTo>
                  <a:pt x="1052" y="2557"/>
                </a:lnTo>
                <a:lnTo>
                  <a:pt x="1052" y="2556"/>
                </a:lnTo>
                <a:lnTo>
                  <a:pt x="1052" y="2555"/>
                </a:lnTo>
                <a:lnTo>
                  <a:pt x="1052" y="2554"/>
                </a:lnTo>
                <a:lnTo>
                  <a:pt x="1053" y="2554"/>
                </a:lnTo>
                <a:lnTo>
                  <a:pt x="1053" y="2553"/>
                </a:lnTo>
                <a:lnTo>
                  <a:pt x="1054" y="2553"/>
                </a:lnTo>
                <a:lnTo>
                  <a:pt x="1054" y="2552"/>
                </a:lnTo>
                <a:lnTo>
                  <a:pt x="1053" y="2552"/>
                </a:lnTo>
                <a:lnTo>
                  <a:pt x="1053" y="2551"/>
                </a:lnTo>
                <a:lnTo>
                  <a:pt x="1053" y="2550"/>
                </a:lnTo>
                <a:lnTo>
                  <a:pt x="1052" y="2550"/>
                </a:lnTo>
                <a:lnTo>
                  <a:pt x="1051" y="2550"/>
                </a:lnTo>
                <a:lnTo>
                  <a:pt x="1050" y="2550"/>
                </a:lnTo>
                <a:lnTo>
                  <a:pt x="1050" y="2549"/>
                </a:lnTo>
                <a:lnTo>
                  <a:pt x="1049" y="2549"/>
                </a:lnTo>
                <a:lnTo>
                  <a:pt x="1049" y="2548"/>
                </a:lnTo>
                <a:lnTo>
                  <a:pt x="1048" y="2548"/>
                </a:lnTo>
                <a:lnTo>
                  <a:pt x="1048" y="2547"/>
                </a:lnTo>
                <a:lnTo>
                  <a:pt x="1047" y="2547"/>
                </a:lnTo>
                <a:lnTo>
                  <a:pt x="1047" y="2546"/>
                </a:lnTo>
                <a:lnTo>
                  <a:pt x="1046" y="2546"/>
                </a:lnTo>
                <a:lnTo>
                  <a:pt x="1045" y="2546"/>
                </a:lnTo>
                <a:lnTo>
                  <a:pt x="1045" y="2547"/>
                </a:lnTo>
                <a:lnTo>
                  <a:pt x="1044" y="2547"/>
                </a:lnTo>
                <a:lnTo>
                  <a:pt x="1043" y="2547"/>
                </a:lnTo>
                <a:lnTo>
                  <a:pt x="1042" y="2547"/>
                </a:lnTo>
                <a:lnTo>
                  <a:pt x="1042" y="2546"/>
                </a:lnTo>
                <a:lnTo>
                  <a:pt x="1041" y="2546"/>
                </a:lnTo>
                <a:lnTo>
                  <a:pt x="1041" y="2547"/>
                </a:lnTo>
                <a:lnTo>
                  <a:pt x="1041" y="2548"/>
                </a:lnTo>
                <a:lnTo>
                  <a:pt x="1040" y="2548"/>
                </a:lnTo>
                <a:lnTo>
                  <a:pt x="1040" y="2549"/>
                </a:lnTo>
                <a:lnTo>
                  <a:pt x="1039" y="2549"/>
                </a:lnTo>
                <a:lnTo>
                  <a:pt x="1038" y="2550"/>
                </a:lnTo>
                <a:lnTo>
                  <a:pt x="1038" y="2551"/>
                </a:lnTo>
                <a:lnTo>
                  <a:pt x="1037" y="2551"/>
                </a:lnTo>
                <a:lnTo>
                  <a:pt x="1036" y="2551"/>
                </a:lnTo>
                <a:lnTo>
                  <a:pt x="1036" y="2552"/>
                </a:lnTo>
                <a:lnTo>
                  <a:pt x="1036" y="2551"/>
                </a:lnTo>
                <a:lnTo>
                  <a:pt x="1036" y="2552"/>
                </a:lnTo>
                <a:lnTo>
                  <a:pt x="1036" y="2553"/>
                </a:lnTo>
                <a:lnTo>
                  <a:pt x="1035" y="2553"/>
                </a:lnTo>
                <a:lnTo>
                  <a:pt x="1035" y="2554"/>
                </a:lnTo>
                <a:lnTo>
                  <a:pt x="1035" y="2555"/>
                </a:lnTo>
                <a:lnTo>
                  <a:pt x="1034" y="2555"/>
                </a:lnTo>
                <a:lnTo>
                  <a:pt x="1034" y="2556"/>
                </a:lnTo>
                <a:lnTo>
                  <a:pt x="1033" y="2556"/>
                </a:lnTo>
                <a:lnTo>
                  <a:pt x="1032" y="2556"/>
                </a:lnTo>
                <a:lnTo>
                  <a:pt x="1032" y="2557"/>
                </a:lnTo>
                <a:lnTo>
                  <a:pt x="1031" y="2557"/>
                </a:lnTo>
                <a:lnTo>
                  <a:pt x="1031" y="2556"/>
                </a:lnTo>
                <a:lnTo>
                  <a:pt x="1031" y="2555"/>
                </a:lnTo>
                <a:lnTo>
                  <a:pt x="1030" y="2555"/>
                </a:lnTo>
                <a:lnTo>
                  <a:pt x="1029" y="2555"/>
                </a:lnTo>
                <a:lnTo>
                  <a:pt x="1028" y="2555"/>
                </a:lnTo>
                <a:lnTo>
                  <a:pt x="1028" y="2556"/>
                </a:lnTo>
                <a:lnTo>
                  <a:pt x="1027" y="2556"/>
                </a:lnTo>
                <a:lnTo>
                  <a:pt x="1027" y="2555"/>
                </a:lnTo>
                <a:lnTo>
                  <a:pt x="1027" y="2556"/>
                </a:lnTo>
                <a:lnTo>
                  <a:pt x="1026" y="2556"/>
                </a:lnTo>
                <a:lnTo>
                  <a:pt x="1025" y="2556"/>
                </a:lnTo>
                <a:lnTo>
                  <a:pt x="1025" y="2557"/>
                </a:lnTo>
                <a:lnTo>
                  <a:pt x="1024" y="2557"/>
                </a:lnTo>
                <a:lnTo>
                  <a:pt x="1024" y="2556"/>
                </a:lnTo>
                <a:lnTo>
                  <a:pt x="1024" y="2557"/>
                </a:lnTo>
                <a:lnTo>
                  <a:pt x="1023" y="2557"/>
                </a:lnTo>
                <a:lnTo>
                  <a:pt x="1023" y="2558"/>
                </a:lnTo>
                <a:lnTo>
                  <a:pt x="1023" y="2557"/>
                </a:lnTo>
                <a:lnTo>
                  <a:pt x="1022" y="2557"/>
                </a:lnTo>
                <a:lnTo>
                  <a:pt x="1021" y="2557"/>
                </a:lnTo>
                <a:lnTo>
                  <a:pt x="1021" y="2556"/>
                </a:lnTo>
                <a:lnTo>
                  <a:pt x="1020" y="2556"/>
                </a:lnTo>
                <a:lnTo>
                  <a:pt x="1020" y="2555"/>
                </a:lnTo>
                <a:lnTo>
                  <a:pt x="1019" y="2555"/>
                </a:lnTo>
                <a:lnTo>
                  <a:pt x="1018" y="2555"/>
                </a:lnTo>
                <a:lnTo>
                  <a:pt x="1017" y="2554"/>
                </a:lnTo>
                <a:lnTo>
                  <a:pt x="1016" y="2554"/>
                </a:lnTo>
                <a:lnTo>
                  <a:pt x="1015" y="2554"/>
                </a:lnTo>
                <a:lnTo>
                  <a:pt x="1015" y="2553"/>
                </a:lnTo>
                <a:lnTo>
                  <a:pt x="1014" y="2553"/>
                </a:lnTo>
                <a:lnTo>
                  <a:pt x="1013" y="2553"/>
                </a:lnTo>
                <a:lnTo>
                  <a:pt x="1012" y="2553"/>
                </a:lnTo>
                <a:lnTo>
                  <a:pt x="1011" y="2553"/>
                </a:lnTo>
                <a:lnTo>
                  <a:pt x="1011" y="2552"/>
                </a:lnTo>
                <a:lnTo>
                  <a:pt x="1011" y="2551"/>
                </a:lnTo>
                <a:lnTo>
                  <a:pt x="1010" y="2551"/>
                </a:lnTo>
                <a:lnTo>
                  <a:pt x="1009" y="2551"/>
                </a:lnTo>
                <a:lnTo>
                  <a:pt x="1009" y="2550"/>
                </a:lnTo>
                <a:lnTo>
                  <a:pt x="1009" y="2549"/>
                </a:lnTo>
                <a:lnTo>
                  <a:pt x="1009" y="2548"/>
                </a:lnTo>
                <a:lnTo>
                  <a:pt x="1009" y="2547"/>
                </a:lnTo>
                <a:lnTo>
                  <a:pt x="1008" y="2547"/>
                </a:lnTo>
                <a:lnTo>
                  <a:pt x="1007" y="2547"/>
                </a:lnTo>
                <a:lnTo>
                  <a:pt x="1007" y="2546"/>
                </a:lnTo>
                <a:lnTo>
                  <a:pt x="1006" y="2546"/>
                </a:lnTo>
                <a:lnTo>
                  <a:pt x="1006" y="2545"/>
                </a:lnTo>
                <a:lnTo>
                  <a:pt x="1005" y="2545"/>
                </a:lnTo>
                <a:lnTo>
                  <a:pt x="1005" y="2544"/>
                </a:lnTo>
                <a:lnTo>
                  <a:pt x="1005" y="2543"/>
                </a:lnTo>
                <a:lnTo>
                  <a:pt x="1004" y="2543"/>
                </a:lnTo>
                <a:lnTo>
                  <a:pt x="1004" y="2542"/>
                </a:lnTo>
                <a:lnTo>
                  <a:pt x="1004" y="2541"/>
                </a:lnTo>
                <a:lnTo>
                  <a:pt x="1003" y="2541"/>
                </a:lnTo>
                <a:lnTo>
                  <a:pt x="1002" y="2541"/>
                </a:lnTo>
                <a:lnTo>
                  <a:pt x="1001" y="2541"/>
                </a:lnTo>
                <a:lnTo>
                  <a:pt x="1000" y="2541"/>
                </a:lnTo>
                <a:lnTo>
                  <a:pt x="999" y="2541"/>
                </a:lnTo>
                <a:lnTo>
                  <a:pt x="998" y="2541"/>
                </a:lnTo>
                <a:lnTo>
                  <a:pt x="997" y="2541"/>
                </a:lnTo>
                <a:lnTo>
                  <a:pt x="997" y="2540"/>
                </a:lnTo>
                <a:lnTo>
                  <a:pt x="996" y="2540"/>
                </a:lnTo>
                <a:lnTo>
                  <a:pt x="996" y="2539"/>
                </a:lnTo>
                <a:lnTo>
                  <a:pt x="995" y="2539"/>
                </a:lnTo>
                <a:lnTo>
                  <a:pt x="995" y="2540"/>
                </a:lnTo>
                <a:lnTo>
                  <a:pt x="994" y="2540"/>
                </a:lnTo>
                <a:lnTo>
                  <a:pt x="993" y="2540"/>
                </a:lnTo>
                <a:lnTo>
                  <a:pt x="993" y="2539"/>
                </a:lnTo>
                <a:lnTo>
                  <a:pt x="992" y="2539"/>
                </a:lnTo>
                <a:lnTo>
                  <a:pt x="992" y="2540"/>
                </a:lnTo>
                <a:lnTo>
                  <a:pt x="991" y="2540"/>
                </a:lnTo>
                <a:lnTo>
                  <a:pt x="990" y="2541"/>
                </a:lnTo>
                <a:lnTo>
                  <a:pt x="990" y="2540"/>
                </a:lnTo>
                <a:lnTo>
                  <a:pt x="989" y="2540"/>
                </a:lnTo>
                <a:lnTo>
                  <a:pt x="989" y="2539"/>
                </a:lnTo>
                <a:lnTo>
                  <a:pt x="989" y="2540"/>
                </a:lnTo>
                <a:lnTo>
                  <a:pt x="989" y="2539"/>
                </a:lnTo>
                <a:lnTo>
                  <a:pt x="988" y="2539"/>
                </a:lnTo>
                <a:lnTo>
                  <a:pt x="987" y="2539"/>
                </a:lnTo>
                <a:lnTo>
                  <a:pt x="987" y="2538"/>
                </a:lnTo>
                <a:lnTo>
                  <a:pt x="986" y="2538"/>
                </a:lnTo>
                <a:lnTo>
                  <a:pt x="986" y="2537"/>
                </a:lnTo>
                <a:lnTo>
                  <a:pt x="985" y="2537"/>
                </a:lnTo>
                <a:lnTo>
                  <a:pt x="986" y="2536"/>
                </a:lnTo>
                <a:lnTo>
                  <a:pt x="986" y="2535"/>
                </a:lnTo>
                <a:lnTo>
                  <a:pt x="985" y="2535"/>
                </a:lnTo>
                <a:lnTo>
                  <a:pt x="985" y="2534"/>
                </a:lnTo>
                <a:lnTo>
                  <a:pt x="985" y="2533"/>
                </a:lnTo>
                <a:lnTo>
                  <a:pt x="985" y="2532"/>
                </a:lnTo>
                <a:lnTo>
                  <a:pt x="984" y="2531"/>
                </a:lnTo>
                <a:lnTo>
                  <a:pt x="983" y="2531"/>
                </a:lnTo>
                <a:lnTo>
                  <a:pt x="982" y="2531"/>
                </a:lnTo>
                <a:lnTo>
                  <a:pt x="982" y="2530"/>
                </a:lnTo>
                <a:lnTo>
                  <a:pt x="983" y="2530"/>
                </a:lnTo>
                <a:lnTo>
                  <a:pt x="983" y="2529"/>
                </a:lnTo>
                <a:lnTo>
                  <a:pt x="982" y="2529"/>
                </a:lnTo>
                <a:lnTo>
                  <a:pt x="982" y="2528"/>
                </a:lnTo>
                <a:lnTo>
                  <a:pt x="981" y="2528"/>
                </a:lnTo>
                <a:lnTo>
                  <a:pt x="980" y="2528"/>
                </a:lnTo>
                <a:lnTo>
                  <a:pt x="979" y="2528"/>
                </a:lnTo>
                <a:lnTo>
                  <a:pt x="978" y="2528"/>
                </a:lnTo>
                <a:lnTo>
                  <a:pt x="978" y="2527"/>
                </a:lnTo>
                <a:lnTo>
                  <a:pt x="977" y="2527"/>
                </a:lnTo>
                <a:lnTo>
                  <a:pt x="976" y="2527"/>
                </a:lnTo>
                <a:lnTo>
                  <a:pt x="976" y="2528"/>
                </a:lnTo>
                <a:lnTo>
                  <a:pt x="975" y="2528"/>
                </a:lnTo>
                <a:lnTo>
                  <a:pt x="975" y="2527"/>
                </a:lnTo>
                <a:lnTo>
                  <a:pt x="974" y="2527"/>
                </a:lnTo>
                <a:lnTo>
                  <a:pt x="973" y="2527"/>
                </a:lnTo>
                <a:lnTo>
                  <a:pt x="972" y="2527"/>
                </a:lnTo>
                <a:lnTo>
                  <a:pt x="972" y="2526"/>
                </a:lnTo>
                <a:lnTo>
                  <a:pt x="971" y="2526"/>
                </a:lnTo>
                <a:lnTo>
                  <a:pt x="971" y="2525"/>
                </a:lnTo>
                <a:lnTo>
                  <a:pt x="970" y="2525"/>
                </a:lnTo>
                <a:lnTo>
                  <a:pt x="970" y="2524"/>
                </a:lnTo>
                <a:lnTo>
                  <a:pt x="969" y="2524"/>
                </a:lnTo>
                <a:lnTo>
                  <a:pt x="969" y="2525"/>
                </a:lnTo>
                <a:lnTo>
                  <a:pt x="968" y="2525"/>
                </a:lnTo>
                <a:lnTo>
                  <a:pt x="967" y="2525"/>
                </a:lnTo>
                <a:lnTo>
                  <a:pt x="966" y="2525"/>
                </a:lnTo>
                <a:lnTo>
                  <a:pt x="966" y="2524"/>
                </a:lnTo>
                <a:lnTo>
                  <a:pt x="966" y="2523"/>
                </a:lnTo>
                <a:lnTo>
                  <a:pt x="966" y="2522"/>
                </a:lnTo>
                <a:lnTo>
                  <a:pt x="966" y="2521"/>
                </a:lnTo>
                <a:lnTo>
                  <a:pt x="966" y="2520"/>
                </a:lnTo>
                <a:lnTo>
                  <a:pt x="966" y="2519"/>
                </a:lnTo>
                <a:lnTo>
                  <a:pt x="967" y="2519"/>
                </a:lnTo>
                <a:lnTo>
                  <a:pt x="967" y="2518"/>
                </a:lnTo>
                <a:lnTo>
                  <a:pt x="967" y="2517"/>
                </a:lnTo>
                <a:lnTo>
                  <a:pt x="968" y="2517"/>
                </a:lnTo>
                <a:lnTo>
                  <a:pt x="967" y="2517"/>
                </a:lnTo>
                <a:lnTo>
                  <a:pt x="967" y="2516"/>
                </a:lnTo>
                <a:lnTo>
                  <a:pt x="968" y="2516"/>
                </a:lnTo>
                <a:lnTo>
                  <a:pt x="967" y="2516"/>
                </a:lnTo>
                <a:lnTo>
                  <a:pt x="967" y="2515"/>
                </a:lnTo>
                <a:lnTo>
                  <a:pt x="968" y="2515"/>
                </a:lnTo>
                <a:lnTo>
                  <a:pt x="968" y="2514"/>
                </a:lnTo>
                <a:lnTo>
                  <a:pt x="967" y="2514"/>
                </a:lnTo>
                <a:lnTo>
                  <a:pt x="968" y="2514"/>
                </a:lnTo>
                <a:lnTo>
                  <a:pt x="968" y="2513"/>
                </a:lnTo>
                <a:lnTo>
                  <a:pt x="968" y="2512"/>
                </a:lnTo>
                <a:lnTo>
                  <a:pt x="969" y="2512"/>
                </a:lnTo>
                <a:lnTo>
                  <a:pt x="969" y="2511"/>
                </a:lnTo>
                <a:lnTo>
                  <a:pt x="968" y="2511"/>
                </a:lnTo>
                <a:lnTo>
                  <a:pt x="968" y="2510"/>
                </a:lnTo>
                <a:lnTo>
                  <a:pt x="968" y="2509"/>
                </a:lnTo>
                <a:lnTo>
                  <a:pt x="967" y="2509"/>
                </a:lnTo>
                <a:lnTo>
                  <a:pt x="966" y="2508"/>
                </a:lnTo>
                <a:lnTo>
                  <a:pt x="965" y="2508"/>
                </a:lnTo>
                <a:lnTo>
                  <a:pt x="964" y="2508"/>
                </a:lnTo>
                <a:lnTo>
                  <a:pt x="964" y="2509"/>
                </a:lnTo>
                <a:lnTo>
                  <a:pt x="963" y="2509"/>
                </a:lnTo>
                <a:lnTo>
                  <a:pt x="963" y="2508"/>
                </a:lnTo>
                <a:lnTo>
                  <a:pt x="963" y="2507"/>
                </a:lnTo>
                <a:lnTo>
                  <a:pt x="963" y="2506"/>
                </a:lnTo>
                <a:lnTo>
                  <a:pt x="963" y="2505"/>
                </a:lnTo>
                <a:lnTo>
                  <a:pt x="963" y="2504"/>
                </a:lnTo>
                <a:lnTo>
                  <a:pt x="964" y="2504"/>
                </a:lnTo>
                <a:lnTo>
                  <a:pt x="963" y="2504"/>
                </a:lnTo>
                <a:lnTo>
                  <a:pt x="964" y="2504"/>
                </a:lnTo>
                <a:lnTo>
                  <a:pt x="964" y="2503"/>
                </a:lnTo>
                <a:lnTo>
                  <a:pt x="964" y="2502"/>
                </a:lnTo>
                <a:lnTo>
                  <a:pt x="964" y="2501"/>
                </a:lnTo>
                <a:lnTo>
                  <a:pt x="963" y="2501"/>
                </a:lnTo>
                <a:lnTo>
                  <a:pt x="962" y="2501"/>
                </a:lnTo>
                <a:lnTo>
                  <a:pt x="962" y="2500"/>
                </a:lnTo>
                <a:lnTo>
                  <a:pt x="962" y="2499"/>
                </a:lnTo>
                <a:lnTo>
                  <a:pt x="962" y="2498"/>
                </a:lnTo>
                <a:lnTo>
                  <a:pt x="961" y="2498"/>
                </a:lnTo>
                <a:lnTo>
                  <a:pt x="961" y="2497"/>
                </a:lnTo>
                <a:lnTo>
                  <a:pt x="961" y="2496"/>
                </a:lnTo>
                <a:lnTo>
                  <a:pt x="961" y="2495"/>
                </a:lnTo>
                <a:lnTo>
                  <a:pt x="961" y="2494"/>
                </a:lnTo>
                <a:lnTo>
                  <a:pt x="961" y="2493"/>
                </a:lnTo>
                <a:lnTo>
                  <a:pt x="962" y="2493"/>
                </a:lnTo>
                <a:lnTo>
                  <a:pt x="962" y="2492"/>
                </a:lnTo>
                <a:lnTo>
                  <a:pt x="962" y="2493"/>
                </a:lnTo>
                <a:lnTo>
                  <a:pt x="963" y="2493"/>
                </a:lnTo>
                <a:lnTo>
                  <a:pt x="963" y="2492"/>
                </a:lnTo>
                <a:lnTo>
                  <a:pt x="964" y="2492"/>
                </a:lnTo>
                <a:lnTo>
                  <a:pt x="964" y="2491"/>
                </a:lnTo>
                <a:lnTo>
                  <a:pt x="964" y="2490"/>
                </a:lnTo>
                <a:lnTo>
                  <a:pt x="964" y="2489"/>
                </a:lnTo>
                <a:lnTo>
                  <a:pt x="963" y="2489"/>
                </a:lnTo>
                <a:lnTo>
                  <a:pt x="962" y="2489"/>
                </a:lnTo>
                <a:lnTo>
                  <a:pt x="961" y="2489"/>
                </a:lnTo>
                <a:lnTo>
                  <a:pt x="959" y="2489"/>
                </a:lnTo>
                <a:lnTo>
                  <a:pt x="958" y="2489"/>
                </a:lnTo>
                <a:lnTo>
                  <a:pt x="957" y="2489"/>
                </a:lnTo>
                <a:lnTo>
                  <a:pt x="956" y="2489"/>
                </a:lnTo>
                <a:lnTo>
                  <a:pt x="956" y="2488"/>
                </a:lnTo>
                <a:lnTo>
                  <a:pt x="956" y="2487"/>
                </a:lnTo>
                <a:lnTo>
                  <a:pt x="957" y="2487"/>
                </a:lnTo>
                <a:lnTo>
                  <a:pt x="957" y="2486"/>
                </a:lnTo>
                <a:lnTo>
                  <a:pt x="957" y="2485"/>
                </a:lnTo>
                <a:lnTo>
                  <a:pt x="956" y="2485"/>
                </a:lnTo>
                <a:lnTo>
                  <a:pt x="955" y="2485"/>
                </a:lnTo>
                <a:lnTo>
                  <a:pt x="955" y="2484"/>
                </a:lnTo>
                <a:lnTo>
                  <a:pt x="954" y="2484"/>
                </a:lnTo>
                <a:lnTo>
                  <a:pt x="953" y="2484"/>
                </a:lnTo>
                <a:lnTo>
                  <a:pt x="953" y="2485"/>
                </a:lnTo>
                <a:lnTo>
                  <a:pt x="952" y="2485"/>
                </a:lnTo>
                <a:lnTo>
                  <a:pt x="952" y="2484"/>
                </a:lnTo>
                <a:lnTo>
                  <a:pt x="951" y="2484"/>
                </a:lnTo>
                <a:lnTo>
                  <a:pt x="951" y="2483"/>
                </a:lnTo>
                <a:lnTo>
                  <a:pt x="950" y="2483"/>
                </a:lnTo>
                <a:lnTo>
                  <a:pt x="949" y="2483"/>
                </a:lnTo>
                <a:lnTo>
                  <a:pt x="949" y="2484"/>
                </a:lnTo>
                <a:lnTo>
                  <a:pt x="948" y="2484"/>
                </a:lnTo>
                <a:lnTo>
                  <a:pt x="948" y="2485"/>
                </a:lnTo>
                <a:lnTo>
                  <a:pt x="948" y="2484"/>
                </a:lnTo>
                <a:lnTo>
                  <a:pt x="947" y="2484"/>
                </a:lnTo>
                <a:lnTo>
                  <a:pt x="946" y="2484"/>
                </a:lnTo>
                <a:lnTo>
                  <a:pt x="946" y="2483"/>
                </a:lnTo>
                <a:lnTo>
                  <a:pt x="946" y="2484"/>
                </a:lnTo>
                <a:lnTo>
                  <a:pt x="946" y="2483"/>
                </a:lnTo>
                <a:lnTo>
                  <a:pt x="945" y="2483"/>
                </a:lnTo>
                <a:lnTo>
                  <a:pt x="946" y="2483"/>
                </a:lnTo>
                <a:lnTo>
                  <a:pt x="946" y="2482"/>
                </a:lnTo>
                <a:lnTo>
                  <a:pt x="946" y="2481"/>
                </a:lnTo>
                <a:lnTo>
                  <a:pt x="945" y="2481"/>
                </a:lnTo>
                <a:lnTo>
                  <a:pt x="944" y="2480"/>
                </a:lnTo>
                <a:lnTo>
                  <a:pt x="943" y="2480"/>
                </a:lnTo>
                <a:lnTo>
                  <a:pt x="942" y="2480"/>
                </a:lnTo>
                <a:lnTo>
                  <a:pt x="942" y="2481"/>
                </a:lnTo>
                <a:lnTo>
                  <a:pt x="941" y="2481"/>
                </a:lnTo>
                <a:lnTo>
                  <a:pt x="940" y="2481"/>
                </a:lnTo>
                <a:lnTo>
                  <a:pt x="939" y="2481"/>
                </a:lnTo>
                <a:lnTo>
                  <a:pt x="938" y="2481"/>
                </a:lnTo>
                <a:lnTo>
                  <a:pt x="937" y="2481"/>
                </a:lnTo>
                <a:lnTo>
                  <a:pt x="937" y="2480"/>
                </a:lnTo>
                <a:lnTo>
                  <a:pt x="937" y="2481"/>
                </a:lnTo>
                <a:lnTo>
                  <a:pt x="936" y="2481"/>
                </a:lnTo>
                <a:lnTo>
                  <a:pt x="935" y="2481"/>
                </a:lnTo>
                <a:lnTo>
                  <a:pt x="935" y="2482"/>
                </a:lnTo>
                <a:lnTo>
                  <a:pt x="934" y="2482"/>
                </a:lnTo>
                <a:lnTo>
                  <a:pt x="933" y="2482"/>
                </a:lnTo>
                <a:lnTo>
                  <a:pt x="933" y="2483"/>
                </a:lnTo>
                <a:lnTo>
                  <a:pt x="932" y="2483"/>
                </a:lnTo>
                <a:lnTo>
                  <a:pt x="931" y="2483"/>
                </a:lnTo>
                <a:lnTo>
                  <a:pt x="930" y="2483"/>
                </a:lnTo>
                <a:lnTo>
                  <a:pt x="929" y="2483"/>
                </a:lnTo>
                <a:lnTo>
                  <a:pt x="929" y="2484"/>
                </a:lnTo>
                <a:lnTo>
                  <a:pt x="929" y="2485"/>
                </a:lnTo>
                <a:lnTo>
                  <a:pt x="928" y="2485"/>
                </a:lnTo>
                <a:lnTo>
                  <a:pt x="927" y="2485"/>
                </a:lnTo>
                <a:lnTo>
                  <a:pt x="927" y="2486"/>
                </a:lnTo>
                <a:lnTo>
                  <a:pt x="928" y="2486"/>
                </a:lnTo>
                <a:lnTo>
                  <a:pt x="928" y="2487"/>
                </a:lnTo>
                <a:lnTo>
                  <a:pt x="928" y="2488"/>
                </a:lnTo>
                <a:lnTo>
                  <a:pt x="927" y="2488"/>
                </a:lnTo>
                <a:lnTo>
                  <a:pt x="927" y="2489"/>
                </a:lnTo>
                <a:lnTo>
                  <a:pt x="926" y="2489"/>
                </a:lnTo>
                <a:lnTo>
                  <a:pt x="926" y="2488"/>
                </a:lnTo>
                <a:lnTo>
                  <a:pt x="926" y="2489"/>
                </a:lnTo>
                <a:lnTo>
                  <a:pt x="925" y="2489"/>
                </a:lnTo>
                <a:lnTo>
                  <a:pt x="924" y="2489"/>
                </a:lnTo>
                <a:lnTo>
                  <a:pt x="923" y="2489"/>
                </a:lnTo>
                <a:lnTo>
                  <a:pt x="922" y="2489"/>
                </a:lnTo>
                <a:lnTo>
                  <a:pt x="921" y="2489"/>
                </a:lnTo>
                <a:lnTo>
                  <a:pt x="920" y="2489"/>
                </a:lnTo>
                <a:lnTo>
                  <a:pt x="919" y="2489"/>
                </a:lnTo>
                <a:lnTo>
                  <a:pt x="919" y="2490"/>
                </a:lnTo>
                <a:lnTo>
                  <a:pt x="919" y="2491"/>
                </a:lnTo>
                <a:lnTo>
                  <a:pt x="918" y="2491"/>
                </a:lnTo>
                <a:lnTo>
                  <a:pt x="917" y="2492"/>
                </a:lnTo>
                <a:lnTo>
                  <a:pt x="917" y="2493"/>
                </a:lnTo>
                <a:lnTo>
                  <a:pt x="916" y="2493"/>
                </a:lnTo>
                <a:lnTo>
                  <a:pt x="915" y="2493"/>
                </a:lnTo>
                <a:lnTo>
                  <a:pt x="915" y="2494"/>
                </a:lnTo>
                <a:lnTo>
                  <a:pt x="915" y="2495"/>
                </a:lnTo>
                <a:lnTo>
                  <a:pt x="916" y="2495"/>
                </a:lnTo>
                <a:lnTo>
                  <a:pt x="915" y="2495"/>
                </a:lnTo>
                <a:lnTo>
                  <a:pt x="915" y="2496"/>
                </a:lnTo>
                <a:lnTo>
                  <a:pt x="914" y="2496"/>
                </a:lnTo>
                <a:lnTo>
                  <a:pt x="914" y="2497"/>
                </a:lnTo>
                <a:lnTo>
                  <a:pt x="914" y="2496"/>
                </a:lnTo>
                <a:lnTo>
                  <a:pt x="914" y="2497"/>
                </a:lnTo>
                <a:lnTo>
                  <a:pt x="913" y="2497"/>
                </a:lnTo>
                <a:lnTo>
                  <a:pt x="912" y="2497"/>
                </a:lnTo>
                <a:lnTo>
                  <a:pt x="912" y="2496"/>
                </a:lnTo>
                <a:lnTo>
                  <a:pt x="911" y="2496"/>
                </a:lnTo>
                <a:lnTo>
                  <a:pt x="911" y="2495"/>
                </a:lnTo>
                <a:lnTo>
                  <a:pt x="910" y="2495"/>
                </a:lnTo>
                <a:lnTo>
                  <a:pt x="910" y="2496"/>
                </a:lnTo>
                <a:lnTo>
                  <a:pt x="909" y="2496"/>
                </a:lnTo>
                <a:lnTo>
                  <a:pt x="908" y="2496"/>
                </a:lnTo>
                <a:lnTo>
                  <a:pt x="908" y="2495"/>
                </a:lnTo>
                <a:lnTo>
                  <a:pt x="908" y="2494"/>
                </a:lnTo>
                <a:lnTo>
                  <a:pt x="907" y="2494"/>
                </a:lnTo>
                <a:lnTo>
                  <a:pt x="907" y="2493"/>
                </a:lnTo>
                <a:lnTo>
                  <a:pt x="906" y="2493"/>
                </a:lnTo>
                <a:lnTo>
                  <a:pt x="905" y="2493"/>
                </a:lnTo>
                <a:lnTo>
                  <a:pt x="904" y="2493"/>
                </a:lnTo>
                <a:lnTo>
                  <a:pt x="904" y="2492"/>
                </a:lnTo>
                <a:lnTo>
                  <a:pt x="903" y="2492"/>
                </a:lnTo>
                <a:lnTo>
                  <a:pt x="903" y="2491"/>
                </a:lnTo>
                <a:lnTo>
                  <a:pt x="902" y="2491"/>
                </a:lnTo>
                <a:lnTo>
                  <a:pt x="903" y="2491"/>
                </a:lnTo>
                <a:lnTo>
                  <a:pt x="903" y="2490"/>
                </a:lnTo>
                <a:lnTo>
                  <a:pt x="902" y="2490"/>
                </a:lnTo>
                <a:lnTo>
                  <a:pt x="903" y="2490"/>
                </a:lnTo>
                <a:lnTo>
                  <a:pt x="903" y="2489"/>
                </a:lnTo>
                <a:lnTo>
                  <a:pt x="902" y="2489"/>
                </a:lnTo>
                <a:lnTo>
                  <a:pt x="903" y="2489"/>
                </a:lnTo>
                <a:lnTo>
                  <a:pt x="902" y="2489"/>
                </a:lnTo>
                <a:lnTo>
                  <a:pt x="902" y="2488"/>
                </a:lnTo>
                <a:lnTo>
                  <a:pt x="902" y="2487"/>
                </a:lnTo>
                <a:lnTo>
                  <a:pt x="901" y="2488"/>
                </a:lnTo>
                <a:lnTo>
                  <a:pt x="901" y="2487"/>
                </a:lnTo>
                <a:lnTo>
                  <a:pt x="900" y="2487"/>
                </a:lnTo>
                <a:lnTo>
                  <a:pt x="900" y="2486"/>
                </a:lnTo>
                <a:lnTo>
                  <a:pt x="900" y="2485"/>
                </a:lnTo>
                <a:lnTo>
                  <a:pt x="899" y="2485"/>
                </a:lnTo>
                <a:lnTo>
                  <a:pt x="898" y="2485"/>
                </a:lnTo>
                <a:lnTo>
                  <a:pt x="898" y="2486"/>
                </a:lnTo>
                <a:lnTo>
                  <a:pt x="897" y="2485"/>
                </a:lnTo>
                <a:lnTo>
                  <a:pt x="898" y="2485"/>
                </a:lnTo>
                <a:lnTo>
                  <a:pt x="897" y="2485"/>
                </a:lnTo>
                <a:lnTo>
                  <a:pt x="897" y="2484"/>
                </a:lnTo>
                <a:lnTo>
                  <a:pt x="896" y="2484"/>
                </a:lnTo>
                <a:lnTo>
                  <a:pt x="896" y="2483"/>
                </a:lnTo>
                <a:lnTo>
                  <a:pt x="896" y="2482"/>
                </a:lnTo>
                <a:lnTo>
                  <a:pt x="895" y="2482"/>
                </a:lnTo>
                <a:lnTo>
                  <a:pt x="896" y="2482"/>
                </a:lnTo>
                <a:lnTo>
                  <a:pt x="895" y="2482"/>
                </a:lnTo>
                <a:lnTo>
                  <a:pt x="895" y="2481"/>
                </a:lnTo>
                <a:lnTo>
                  <a:pt x="896" y="2481"/>
                </a:lnTo>
                <a:lnTo>
                  <a:pt x="896" y="2480"/>
                </a:lnTo>
                <a:lnTo>
                  <a:pt x="896" y="2479"/>
                </a:lnTo>
                <a:lnTo>
                  <a:pt x="896" y="2478"/>
                </a:lnTo>
                <a:lnTo>
                  <a:pt x="895" y="2478"/>
                </a:lnTo>
                <a:lnTo>
                  <a:pt x="894" y="2478"/>
                </a:lnTo>
                <a:lnTo>
                  <a:pt x="894" y="2477"/>
                </a:lnTo>
                <a:lnTo>
                  <a:pt x="893" y="2477"/>
                </a:lnTo>
                <a:lnTo>
                  <a:pt x="893" y="2476"/>
                </a:lnTo>
                <a:lnTo>
                  <a:pt x="893" y="2475"/>
                </a:lnTo>
                <a:lnTo>
                  <a:pt x="894" y="2475"/>
                </a:lnTo>
                <a:lnTo>
                  <a:pt x="894" y="2474"/>
                </a:lnTo>
                <a:lnTo>
                  <a:pt x="894" y="2473"/>
                </a:lnTo>
                <a:lnTo>
                  <a:pt x="894" y="2472"/>
                </a:lnTo>
                <a:lnTo>
                  <a:pt x="893" y="2472"/>
                </a:lnTo>
                <a:lnTo>
                  <a:pt x="893" y="2471"/>
                </a:lnTo>
                <a:lnTo>
                  <a:pt x="892" y="2471"/>
                </a:lnTo>
                <a:lnTo>
                  <a:pt x="892" y="2470"/>
                </a:lnTo>
                <a:lnTo>
                  <a:pt x="892" y="2471"/>
                </a:lnTo>
                <a:lnTo>
                  <a:pt x="891" y="2471"/>
                </a:lnTo>
                <a:lnTo>
                  <a:pt x="891" y="2470"/>
                </a:lnTo>
                <a:lnTo>
                  <a:pt x="890" y="2470"/>
                </a:lnTo>
                <a:lnTo>
                  <a:pt x="889" y="2470"/>
                </a:lnTo>
                <a:lnTo>
                  <a:pt x="889" y="2469"/>
                </a:lnTo>
                <a:lnTo>
                  <a:pt x="889" y="2468"/>
                </a:lnTo>
                <a:lnTo>
                  <a:pt x="888" y="2468"/>
                </a:lnTo>
                <a:lnTo>
                  <a:pt x="888" y="2467"/>
                </a:lnTo>
                <a:lnTo>
                  <a:pt x="887" y="2467"/>
                </a:lnTo>
                <a:lnTo>
                  <a:pt x="887" y="2466"/>
                </a:lnTo>
                <a:lnTo>
                  <a:pt x="887" y="2465"/>
                </a:lnTo>
                <a:lnTo>
                  <a:pt x="887" y="2464"/>
                </a:lnTo>
                <a:lnTo>
                  <a:pt x="887" y="2463"/>
                </a:lnTo>
                <a:lnTo>
                  <a:pt x="886" y="2463"/>
                </a:lnTo>
                <a:lnTo>
                  <a:pt x="886" y="2462"/>
                </a:lnTo>
                <a:lnTo>
                  <a:pt x="885" y="2462"/>
                </a:lnTo>
                <a:lnTo>
                  <a:pt x="884" y="2462"/>
                </a:lnTo>
                <a:lnTo>
                  <a:pt x="883" y="2462"/>
                </a:lnTo>
                <a:lnTo>
                  <a:pt x="883" y="2463"/>
                </a:lnTo>
                <a:lnTo>
                  <a:pt x="883" y="2462"/>
                </a:lnTo>
                <a:lnTo>
                  <a:pt x="882" y="2462"/>
                </a:lnTo>
                <a:lnTo>
                  <a:pt x="882" y="2463"/>
                </a:lnTo>
                <a:lnTo>
                  <a:pt x="881" y="2463"/>
                </a:lnTo>
                <a:lnTo>
                  <a:pt x="881" y="2462"/>
                </a:lnTo>
                <a:lnTo>
                  <a:pt x="880" y="2462"/>
                </a:lnTo>
                <a:lnTo>
                  <a:pt x="880" y="2461"/>
                </a:lnTo>
                <a:lnTo>
                  <a:pt x="880" y="2460"/>
                </a:lnTo>
                <a:lnTo>
                  <a:pt x="880" y="2459"/>
                </a:lnTo>
                <a:lnTo>
                  <a:pt x="879" y="2459"/>
                </a:lnTo>
                <a:lnTo>
                  <a:pt x="879" y="2458"/>
                </a:lnTo>
                <a:lnTo>
                  <a:pt x="879" y="2457"/>
                </a:lnTo>
                <a:lnTo>
                  <a:pt x="880" y="2457"/>
                </a:lnTo>
                <a:lnTo>
                  <a:pt x="881" y="2457"/>
                </a:lnTo>
                <a:lnTo>
                  <a:pt x="881" y="2456"/>
                </a:lnTo>
                <a:lnTo>
                  <a:pt x="881" y="2455"/>
                </a:lnTo>
                <a:lnTo>
                  <a:pt x="881" y="2456"/>
                </a:lnTo>
                <a:lnTo>
                  <a:pt x="880" y="2456"/>
                </a:lnTo>
                <a:lnTo>
                  <a:pt x="880" y="2455"/>
                </a:lnTo>
                <a:lnTo>
                  <a:pt x="879" y="2455"/>
                </a:lnTo>
                <a:lnTo>
                  <a:pt x="878" y="2455"/>
                </a:lnTo>
                <a:lnTo>
                  <a:pt x="877" y="2455"/>
                </a:lnTo>
                <a:lnTo>
                  <a:pt x="877" y="2454"/>
                </a:lnTo>
                <a:lnTo>
                  <a:pt x="876" y="2454"/>
                </a:lnTo>
                <a:lnTo>
                  <a:pt x="875" y="2454"/>
                </a:lnTo>
                <a:lnTo>
                  <a:pt x="875" y="2453"/>
                </a:lnTo>
                <a:lnTo>
                  <a:pt x="875" y="2452"/>
                </a:lnTo>
                <a:lnTo>
                  <a:pt x="876" y="2452"/>
                </a:lnTo>
                <a:lnTo>
                  <a:pt x="875" y="2452"/>
                </a:lnTo>
                <a:lnTo>
                  <a:pt x="874" y="2452"/>
                </a:lnTo>
                <a:lnTo>
                  <a:pt x="874" y="2451"/>
                </a:lnTo>
                <a:lnTo>
                  <a:pt x="873" y="2451"/>
                </a:lnTo>
                <a:lnTo>
                  <a:pt x="873" y="2452"/>
                </a:lnTo>
                <a:lnTo>
                  <a:pt x="873" y="2451"/>
                </a:lnTo>
                <a:lnTo>
                  <a:pt x="873" y="2452"/>
                </a:lnTo>
                <a:lnTo>
                  <a:pt x="873" y="2453"/>
                </a:lnTo>
                <a:lnTo>
                  <a:pt x="872" y="2453"/>
                </a:lnTo>
                <a:lnTo>
                  <a:pt x="871" y="2453"/>
                </a:lnTo>
                <a:lnTo>
                  <a:pt x="870" y="2453"/>
                </a:lnTo>
                <a:lnTo>
                  <a:pt x="870" y="2452"/>
                </a:lnTo>
                <a:lnTo>
                  <a:pt x="871" y="2452"/>
                </a:lnTo>
                <a:lnTo>
                  <a:pt x="871" y="2451"/>
                </a:lnTo>
                <a:lnTo>
                  <a:pt x="871" y="2450"/>
                </a:lnTo>
                <a:lnTo>
                  <a:pt x="870" y="2450"/>
                </a:lnTo>
                <a:lnTo>
                  <a:pt x="869" y="2450"/>
                </a:lnTo>
                <a:lnTo>
                  <a:pt x="868" y="2450"/>
                </a:lnTo>
                <a:lnTo>
                  <a:pt x="867" y="2450"/>
                </a:lnTo>
                <a:lnTo>
                  <a:pt x="867" y="2449"/>
                </a:lnTo>
                <a:lnTo>
                  <a:pt x="867" y="2450"/>
                </a:lnTo>
                <a:lnTo>
                  <a:pt x="866" y="2450"/>
                </a:lnTo>
                <a:lnTo>
                  <a:pt x="866" y="2451"/>
                </a:lnTo>
                <a:lnTo>
                  <a:pt x="865" y="2451"/>
                </a:lnTo>
                <a:lnTo>
                  <a:pt x="865" y="2450"/>
                </a:lnTo>
                <a:lnTo>
                  <a:pt x="865" y="2451"/>
                </a:lnTo>
                <a:lnTo>
                  <a:pt x="864" y="2451"/>
                </a:lnTo>
                <a:lnTo>
                  <a:pt x="864" y="2452"/>
                </a:lnTo>
                <a:lnTo>
                  <a:pt x="863" y="2452"/>
                </a:lnTo>
                <a:lnTo>
                  <a:pt x="863" y="2451"/>
                </a:lnTo>
                <a:lnTo>
                  <a:pt x="862" y="2451"/>
                </a:lnTo>
                <a:lnTo>
                  <a:pt x="862" y="2450"/>
                </a:lnTo>
                <a:lnTo>
                  <a:pt x="861" y="2450"/>
                </a:lnTo>
                <a:lnTo>
                  <a:pt x="861" y="2449"/>
                </a:lnTo>
                <a:lnTo>
                  <a:pt x="860" y="2449"/>
                </a:lnTo>
                <a:lnTo>
                  <a:pt x="860" y="2448"/>
                </a:lnTo>
                <a:lnTo>
                  <a:pt x="859" y="2448"/>
                </a:lnTo>
                <a:lnTo>
                  <a:pt x="859" y="2447"/>
                </a:lnTo>
                <a:lnTo>
                  <a:pt x="858" y="2447"/>
                </a:lnTo>
                <a:lnTo>
                  <a:pt x="858" y="2446"/>
                </a:lnTo>
                <a:lnTo>
                  <a:pt x="857" y="2446"/>
                </a:lnTo>
                <a:lnTo>
                  <a:pt x="857" y="2445"/>
                </a:lnTo>
                <a:lnTo>
                  <a:pt x="856" y="2445"/>
                </a:lnTo>
                <a:lnTo>
                  <a:pt x="856" y="2446"/>
                </a:lnTo>
                <a:lnTo>
                  <a:pt x="855" y="2446"/>
                </a:lnTo>
                <a:lnTo>
                  <a:pt x="855" y="2445"/>
                </a:lnTo>
                <a:lnTo>
                  <a:pt x="854" y="2445"/>
                </a:lnTo>
                <a:lnTo>
                  <a:pt x="854" y="2446"/>
                </a:lnTo>
                <a:lnTo>
                  <a:pt x="853" y="2446"/>
                </a:lnTo>
                <a:lnTo>
                  <a:pt x="852" y="2446"/>
                </a:lnTo>
                <a:lnTo>
                  <a:pt x="851" y="2446"/>
                </a:lnTo>
                <a:lnTo>
                  <a:pt x="851" y="2445"/>
                </a:lnTo>
                <a:lnTo>
                  <a:pt x="850" y="2445"/>
                </a:lnTo>
                <a:lnTo>
                  <a:pt x="851" y="2445"/>
                </a:lnTo>
                <a:lnTo>
                  <a:pt x="851" y="2444"/>
                </a:lnTo>
                <a:lnTo>
                  <a:pt x="851" y="2443"/>
                </a:lnTo>
                <a:lnTo>
                  <a:pt x="851" y="2442"/>
                </a:lnTo>
                <a:lnTo>
                  <a:pt x="850" y="2442"/>
                </a:lnTo>
                <a:lnTo>
                  <a:pt x="849" y="2442"/>
                </a:lnTo>
                <a:lnTo>
                  <a:pt x="848" y="2442"/>
                </a:lnTo>
                <a:lnTo>
                  <a:pt x="847" y="2442"/>
                </a:lnTo>
                <a:lnTo>
                  <a:pt x="846" y="2442"/>
                </a:lnTo>
                <a:lnTo>
                  <a:pt x="846" y="2443"/>
                </a:lnTo>
                <a:lnTo>
                  <a:pt x="845" y="2443"/>
                </a:lnTo>
                <a:lnTo>
                  <a:pt x="844" y="2443"/>
                </a:lnTo>
                <a:lnTo>
                  <a:pt x="844" y="2444"/>
                </a:lnTo>
                <a:lnTo>
                  <a:pt x="843" y="2444"/>
                </a:lnTo>
                <a:lnTo>
                  <a:pt x="843" y="2443"/>
                </a:lnTo>
                <a:lnTo>
                  <a:pt x="842" y="2443"/>
                </a:lnTo>
                <a:lnTo>
                  <a:pt x="841" y="2443"/>
                </a:lnTo>
                <a:lnTo>
                  <a:pt x="840" y="2443"/>
                </a:lnTo>
                <a:lnTo>
                  <a:pt x="840" y="2442"/>
                </a:lnTo>
                <a:lnTo>
                  <a:pt x="839" y="2442"/>
                </a:lnTo>
                <a:lnTo>
                  <a:pt x="839" y="2441"/>
                </a:lnTo>
                <a:lnTo>
                  <a:pt x="840" y="2441"/>
                </a:lnTo>
                <a:lnTo>
                  <a:pt x="840" y="2440"/>
                </a:lnTo>
                <a:lnTo>
                  <a:pt x="839" y="2440"/>
                </a:lnTo>
                <a:lnTo>
                  <a:pt x="838" y="2440"/>
                </a:lnTo>
                <a:lnTo>
                  <a:pt x="837" y="2440"/>
                </a:lnTo>
                <a:lnTo>
                  <a:pt x="836" y="2440"/>
                </a:lnTo>
                <a:lnTo>
                  <a:pt x="836" y="2439"/>
                </a:lnTo>
                <a:lnTo>
                  <a:pt x="835" y="2439"/>
                </a:lnTo>
                <a:lnTo>
                  <a:pt x="834" y="2439"/>
                </a:lnTo>
                <a:lnTo>
                  <a:pt x="835" y="2439"/>
                </a:lnTo>
                <a:lnTo>
                  <a:pt x="835" y="2438"/>
                </a:lnTo>
                <a:lnTo>
                  <a:pt x="834" y="2437"/>
                </a:lnTo>
                <a:lnTo>
                  <a:pt x="834" y="2436"/>
                </a:lnTo>
                <a:lnTo>
                  <a:pt x="834" y="2435"/>
                </a:lnTo>
                <a:lnTo>
                  <a:pt x="833" y="2435"/>
                </a:lnTo>
                <a:lnTo>
                  <a:pt x="832" y="2435"/>
                </a:lnTo>
                <a:lnTo>
                  <a:pt x="831" y="2435"/>
                </a:lnTo>
                <a:lnTo>
                  <a:pt x="830" y="2435"/>
                </a:lnTo>
                <a:lnTo>
                  <a:pt x="829" y="2435"/>
                </a:lnTo>
                <a:lnTo>
                  <a:pt x="829" y="2436"/>
                </a:lnTo>
                <a:lnTo>
                  <a:pt x="828" y="2436"/>
                </a:lnTo>
                <a:lnTo>
                  <a:pt x="828" y="2435"/>
                </a:lnTo>
                <a:lnTo>
                  <a:pt x="828" y="2434"/>
                </a:lnTo>
                <a:lnTo>
                  <a:pt x="829" y="2434"/>
                </a:lnTo>
                <a:lnTo>
                  <a:pt x="829" y="2433"/>
                </a:lnTo>
                <a:lnTo>
                  <a:pt x="828" y="2433"/>
                </a:lnTo>
                <a:lnTo>
                  <a:pt x="829" y="2433"/>
                </a:lnTo>
                <a:lnTo>
                  <a:pt x="829" y="2432"/>
                </a:lnTo>
                <a:lnTo>
                  <a:pt x="829" y="2433"/>
                </a:lnTo>
                <a:lnTo>
                  <a:pt x="830" y="2433"/>
                </a:lnTo>
                <a:lnTo>
                  <a:pt x="830" y="2432"/>
                </a:lnTo>
                <a:lnTo>
                  <a:pt x="831" y="2432"/>
                </a:lnTo>
                <a:lnTo>
                  <a:pt x="831" y="2431"/>
                </a:lnTo>
                <a:lnTo>
                  <a:pt x="832" y="2431"/>
                </a:lnTo>
                <a:lnTo>
                  <a:pt x="832" y="2430"/>
                </a:lnTo>
                <a:lnTo>
                  <a:pt x="831" y="2430"/>
                </a:lnTo>
                <a:lnTo>
                  <a:pt x="831" y="2429"/>
                </a:lnTo>
                <a:lnTo>
                  <a:pt x="831" y="2428"/>
                </a:lnTo>
                <a:lnTo>
                  <a:pt x="830" y="2428"/>
                </a:lnTo>
                <a:lnTo>
                  <a:pt x="829" y="2428"/>
                </a:lnTo>
                <a:lnTo>
                  <a:pt x="829" y="2427"/>
                </a:lnTo>
                <a:lnTo>
                  <a:pt x="829" y="2426"/>
                </a:lnTo>
                <a:lnTo>
                  <a:pt x="828" y="2426"/>
                </a:lnTo>
                <a:lnTo>
                  <a:pt x="828" y="2427"/>
                </a:lnTo>
                <a:lnTo>
                  <a:pt x="827" y="2427"/>
                </a:lnTo>
                <a:lnTo>
                  <a:pt x="826" y="2427"/>
                </a:lnTo>
                <a:lnTo>
                  <a:pt x="826" y="2428"/>
                </a:lnTo>
                <a:lnTo>
                  <a:pt x="826" y="2427"/>
                </a:lnTo>
                <a:lnTo>
                  <a:pt x="825" y="2427"/>
                </a:lnTo>
                <a:lnTo>
                  <a:pt x="825" y="2428"/>
                </a:lnTo>
                <a:lnTo>
                  <a:pt x="824" y="2428"/>
                </a:lnTo>
                <a:lnTo>
                  <a:pt x="823" y="2428"/>
                </a:lnTo>
                <a:lnTo>
                  <a:pt x="822" y="2428"/>
                </a:lnTo>
                <a:lnTo>
                  <a:pt x="822" y="2427"/>
                </a:lnTo>
                <a:lnTo>
                  <a:pt x="823" y="2427"/>
                </a:lnTo>
                <a:lnTo>
                  <a:pt x="823" y="2426"/>
                </a:lnTo>
                <a:lnTo>
                  <a:pt x="823" y="2425"/>
                </a:lnTo>
                <a:lnTo>
                  <a:pt x="824" y="2425"/>
                </a:lnTo>
                <a:lnTo>
                  <a:pt x="823" y="2425"/>
                </a:lnTo>
                <a:lnTo>
                  <a:pt x="823" y="2424"/>
                </a:lnTo>
                <a:lnTo>
                  <a:pt x="822" y="2424"/>
                </a:lnTo>
                <a:lnTo>
                  <a:pt x="821" y="2424"/>
                </a:lnTo>
                <a:lnTo>
                  <a:pt x="821" y="2423"/>
                </a:lnTo>
                <a:lnTo>
                  <a:pt x="820" y="2423"/>
                </a:lnTo>
                <a:lnTo>
                  <a:pt x="820" y="2422"/>
                </a:lnTo>
                <a:lnTo>
                  <a:pt x="819" y="2422"/>
                </a:lnTo>
                <a:lnTo>
                  <a:pt x="819" y="2421"/>
                </a:lnTo>
                <a:lnTo>
                  <a:pt x="819" y="2420"/>
                </a:lnTo>
                <a:lnTo>
                  <a:pt x="818" y="2420"/>
                </a:lnTo>
                <a:lnTo>
                  <a:pt x="818" y="2419"/>
                </a:lnTo>
                <a:lnTo>
                  <a:pt x="817" y="2419"/>
                </a:lnTo>
                <a:lnTo>
                  <a:pt x="817" y="2418"/>
                </a:lnTo>
                <a:lnTo>
                  <a:pt x="817" y="2417"/>
                </a:lnTo>
                <a:lnTo>
                  <a:pt x="816" y="2417"/>
                </a:lnTo>
                <a:lnTo>
                  <a:pt x="816" y="2416"/>
                </a:lnTo>
                <a:lnTo>
                  <a:pt x="815" y="2416"/>
                </a:lnTo>
                <a:lnTo>
                  <a:pt x="815" y="2415"/>
                </a:lnTo>
                <a:lnTo>
                  <a:pt x="814" y="2415"/>
                </a:lnTo>
                <a:lnTo>
                  <a:pt x="814" y="2414"/>
                </a:lnTo>
                <a:lnTo>
                  <a:pt x="813" y="2414"/>
                </a:lnTo>
                <a:lnTo>
                  <a:pt x="813" y="2415"/>
                </a:lnTo>
                <a:lnTo>
                  <a:pt x="813" y="2416"/>
                </a:lnTo>
                <a:lnTo>
                  <a:pt x="812" y="2416"/>
                </a:lnTo>
                <a:lnTo>
                  <a:pt x="812" y="2417"/>
                </a:lnTo>
                <a:lnTo>
                  <a:pt x="811" y="2417"/>
                </a:lnTo>
                <a:lnTo>
                  <a:pt x="810" y="2417"/>
                </a:lnTo>
                <a:lnTo>
                  <a:pt x="810" y="2416"/>
                </a:lnTo>
                <a:lnTo>
                  <a:pt x="809" y="2416"/>
                </a:lnTo>
                <a:lnTo>
                  <a:pt x="809" y="2415"/>
                </a:lnTo>
                <a:lnTo>
                  <a:pt x="808" y="2415"/>
                </a:lnTo>
                <a:lnTo>
                  <a:pt x="809" y="2415"/>
                </a:lnTo>
                <a:lnTo>
                  <a:pt x="809" y="2414"/>
                </a:lnTo>
                <a:lnTo>
                  <a:pt x="808" y="2414"/>
                </a:lnTo>
                <a:lnTo>
                  <a:pt x="808" y="2413"/>
                </a:lnTo>
                <a:lnTo>
                  <a:pt x="807" y="2413"/>
                </a:lnTo>
                <a:lnTo>
                  <a:pt x="807" y="2414"/>
                </a:lnTo>
                <a:lnTo>
                  <a:pt x="806" y="2413"/>
                </a:lnTo>
                <a:lnTo>
                  <a:pt x="805" y="2413"/>
                </a:lnTo>
                <a:lnTo>
                  <a:pt x="805" y="2412"/>
                </a:lnTo>
                <a:lnTo>
                  <a:pt x="805" y="2413"/>
                </a:lnTo>
                <a:lnTo>
                  <a:pt x="805" y="2412"/>
                </a:lnTo>
                <a:lnTo>
                  <a:pt x="804" y="2412"/>
                </a:lnTo>
                <a:lnTo>
                  <a:pt x="804" y="2411"/>
                </a:lnTo>
                <a:lnTo>
                  <a:pt x="803" y="2411"/>
                </a:lnTo>
                <a:lnTo>
                  <a:pt x="803" y="2410"/>
                </a:lnTo>
                <a:lnTo>
                  <a:pt x="802" y="2410"/>
                </a:lnTo>
                <a:lnTo>
                  <a:pt x="802" y="2409"/>
                </a:lnTo>
                <a:lnTo>
                  <a:pt x="801" y="2409"/>
                </a:lnTo>
                <a:lnTo>
                  <a:pt x="800" y="2409"/>
                </a:lnTo>
                <a:lnTo>
                  <a:pt x="800" y="2410"/>
                </a:lnTo>
                <a:lnTo>
                  <a:pt x="799" y="2410"/>
                </a:lnTo>
                <a:lnTo>
                  <a:pt x="798" y="2410"/>
                </a:lnTo>
                <a:lnTo>
                  <a:pt x="798" y="2409"/>
                </a:lnTo>
                <a:lnTo>
                  <a:pt x="797" y="2409"/>
                </a:lnTo>
                <a:lnTo>
                  <a:pt x="797" y="2408"/>
                </a:lnTo>
                <a:lnTo>
                  <a:pt x="797" y="2407"/>
                </a:lnTo>
                <a:lnTo>
                  <a:pt x="796" y="2407"/>
                </a:lnTo>
                <a:lnTo>
                  <a:pt x="795" y="2407"/>
                </a:lnTo>
                <a:lnTo>
                  <a:pt x="795" y="2406"/>
                </a:lnTo>
                <a:lnTo>
                  <a:pt x="795" y="2407"/>
                </a:lnTo>
                <a:lnTo>
                  <a:pt x="794" y="2407"/>
                </a:lnTo>
                <a:lnTo>
                  <a:pt x="794" y="2408"/>
                </a:lnTo>
                <a:lnTo>
                  <a:pt x="793" y="2408"/>
                </a:lnTo>
                <a:lnTo>
                  <a:pt x="793" y="2407"/>
                </a:lnTo>
                <a:lnTo>
                  <a:pt x="792" y="2407"/>
                </a:lnTo>
                <a:lnTo>
                  <a:pt x="791" y="2407"/>
                </a:lnTo>
                <a:lnTo>
                  <a:pt x="791" y="2406"/>
                </a:lnTo>
                <a:lnTo>
                  <a:pt x="791" y="2405"/>
                </a:lnTo>
                <a:lnTo>
                  <a:pt x="790" y="2405"/>
                </a:lnTo>
                <a:lnTo>
                  <a:pt x="789" y="2405"/>
                </a:lnTo>
                <a:lnTo>
                  <a:pt x="789" y="2404"/>
                </a:lnTo>
                <a:lnTo>
                  <a:pt x="788" y="2404"/>
                </a:lnTo>
                <a:lnTo>
                  <a:pt x="787" y="2404"/>
                </a:lnTo>
                <a:lnTo>
                  <a:pt x="787" y="2405"/>
                </a:lnTo>
                <a:lnTo>
                  <a:pt x="786" y="2405"/>
                </a:lnTo>
                <a:lnTo>
                  <a:pt x="786" y="2404"/>
                </a:lnTo>
                <a:lnTo>
                  <a:pt x="785" y="2404"/>
                </a:lnTo>
                <a:lnTo>
                  <a:pt x="785" y="2405"/>
                </a:lnTo>
                <a:lnTo>
                  <a:pt x="784" y="2405"/>
                </a:lnTo>
                <a:lnTo>
                  <a:pt x="784" y="2404"/>
                </a:lnTo>
                <a:lnTo>
                  <a:pt x="783" y="2404"/>
                </a:lnTo>
                <a:lnTo>
                  <a:pt x="782" y="2404"/>
                </a:lnTo>
                <a:lnTo>
                  <a:pt x="782" y="2405"/>
                </a:lnTo>
                <a:lnTo>
                  <a:pt x="781" y="2405"/>
                </a:lnTo>
                <a:lnTo>
                  <a:pt x="781" y="2404"/>
                </a:lnTo>
                <a:lnTo>
                  <a:pt x="781" y="2403"/>
                </a:lnTo>
                <a:lnTo>
                  <a:pt x="782" y="2403"/>
                </a:lnTo>
                <a:lnTo>
                  <a:pt x="782" y="2402"/>
                </a:lnTo>
                <a:lnTo>
                  <a:pt x="782" y="2401"/>
                </a:lnTo>
                <a:lnTo>
                  <a:pt x="782" y="2400"/>
                </a:lnTo>
                <a:lnTo>
                  <a:pt x="783" y="2400"/>
                </a:lnTo>
                <a:lnTo>
                  <a:pt x="782" y="2400"/>
                </a:lnTo>
                <a:lnTo>
                  <a:pt x="782" y="2399"/>
                </a:lnTo>
                <a:lnTo>
                  <a:pt x="781" y="2399"/>
                </a:lnTo>
                <a:lnTo>
                  <a:pt x="782" y="2399"/>
                </a:lnTo>
                <a:lnTo>
                  <a:pt x="782" y="2398"/>
                </a:lnTo>
                <a:lnTo>
                  <a:pt x="783" y="2398"/>
                </a:lnTo>
                <a:lnTo>
                  <a:pt x="783" y="2397"/>
                </a:lnTo>
                <a:lnTo>
                  <a:pt x="784" y="2397"/>
                </a:lnTo>
                <a:lnTo>
                  <a:pt x="784" y="2398"/>
                </a:lnTo>
                <a:lnTo>
                  <a:pt x="784" y="2397"/>
                </a:lnTo>
                <a:lnTo>
                  <a:pt x="783" y="2397"/>
                </a:lnTo>
                <a:lnTo>
                  <a:pt x="784" y="2397"/>
                </a:lnTo>
                <a:lnTo>
                  <a:pt x="784" y="2396"/>
                </a:lnTo>
                <a:lnTo>
                  <a:pt x="784" y="2395"/>
                </a:lnTo>
                <a:lnTo>
                  <a:pt x="783" y="2395"/>
                </a:lnTo>
                <a:lnTo>
                  <a:pt x="782" y="2395"/>
                </a:lnTo>
                <a:lnTo>
                  <a:pt x="782" y="2394"/>
                </a:lnTo>
                <a:lnTo>
                  <a:pt x="783" y="2394"/>
                </a:lnTo>
                <a:lnTo>
                  <a:pt x="783" y="2393"/>
                </a:lnTo>
                <a:lnTo>
                  <a:pt x="782" y="2393"/>
                </a:lnTo>
                <a:lnTo>
                  <a:pt x="783" y="2393"/>
                </a:lnTo>
                <a:lnTo>
                  <a:pt x="783" y="2392"/>
                </a:lnTo>
                <a:lnTo>
                  <a:pt x="782" y="2392"/>
                </a:lnTo>
                <a:lnTo>
                  <a:pt x="781" y="2392"/>
                </a:lnTo>
                <a:lnTo>
                  <a:pt x="780" y="2392"/>
                </a:lnTo>
                <a:lnTo>
                  <a:pt x="779" y="2392"/>
                </a:lnTo>
                <a:lnTo>
                  <a:pt x="779" y="2391"/>
                </a:lnTo>
                <a:lnTo>
                  <a:pt x="778" y="2391"/>
                </a:lnTo>
                <a:lnTo>
                  <a:pt x="778" y="2390"/>
                </a:lnTo>
                <a:lnTo>
                  <a:pt x="778" y="2389"/>
                </a:lnTo>
                <a:lnTo>
                  <a:pt x="777" y="2389"/>
                </a:lnTo>
                <a:lnTo>
                  <a:pt x="777" y="2388"/>
                </a:lnTo>
                <a:lnTo>
                  <a:pt x="776" y="2388"/>
                </a:lnTo>
                <a:lnTo>
                  <a:pt x="775" y="2388"/>
                </a:lnTo>
                <a:lnTo>
                  <a:pt x="775" y="2387"/>
                </a:lnTo>
                <a:lnTo>
                  <a:pt x="775" y="2386"/>
                </a:lnTo>
                <a:lnTo>
                  <a:pt x="775" y="2385"/>
                </a:lnTo>
                <a:lnTo>
                  <a:pt x="776" y="2385"/>
                </a:lnTo>
                <a:lnTo>
                  <a:pt x="776" y="2384"/>
                </a:lnTo>
                <a:lnTo>
                  <a:pt x="776" y="2383"/>
                </a:lnTo>
                <a:lnTo>
                  <a:pt x="776" y="2382"/>
                </a:lnTo>
                <a:lnTo>
                  <a:pt x="776" y="2381"/>
                </a:lnTo>
                <a:lnTo>
                  <a:pt x="777" y="2381"/>
                </a:lnTo>
                <a:lnTo>
                  <a:pt x="777" y="2380"/>
                </a:lnTo>
                <a:lnTo>
                  <a:pt x="777" y="2379"/>
                </a:lnTo>
                <a:lnTo>
                  <a:pt x="776" y="2379"/>
                </a:lnTo>
                <a:lnTo>
                  <a:pt x="777" y="2379"/>
                </a:lnTo>
                <a:lnTo>
                  <a:pt x="777" y="2378"/>
                </a:lnTo>
                <a:lnTo>
                  <a:pt x="776" y="2378"/>
                </a:lnTo>
                <a:lnTo>
                  <a:pt x="776" y="2377"/>
                </a:lnTo>
                <a:lnTo>
                  <a:pt x="776" y="2376"/>
                </a:lnTo>
                <a:lnTo>
                  <a:pt x="775" y="2376"/>
                </a:lnTo>
                <a:lnTo>
                  <a:pt x="774" y="2376"/>
                </a:lnTo>
                <a:lnTo>
                  <a:pt x="774" y="2375"/>
                </a:lnTo>
                <a:lnTo>
                  <a:pt x="773" y="2375"/>
                </a:lnTo>
                <a:lnTo>
                  <a:pt x="772" y="2375"/>
                </a:lnTo>
                <a:lnTo>
                  <a:pt x="771" y="2375"/>
                </a:lnTo>
                <a:lnTo>
                  <a:pt x="771" y="2376"/>
                </a:lnTo>
                <a:lnTo>
                  <a:pt x="772" y="2376"/>
                </a:lnTo>
                <a:lnTo>
                  <a:pt x="771" y="2376"/>
                </a:lnTo>
                <a:lnTo>
                  <a:pt x="771" y="2377"/>
                </a:lnTo>
                <a:lnTo>
                  <a:pt x="770" y="2377"/>
                </a:lnTo>
                <a:lnTo>
                  <a:pt x="769" y="2377"/>
                </a:lnTo>
                <a:lnTo>
                  <a:pt x="768" y="2377"/>
                </a:lnTo>
                <a:lnTo>
                  <a:pt x="768" y="2376"/>
                </a:lnTo>
                <a:lnTo>
                  <a:pt x="767" y="2376"/>
                </a:lnTo>
                <a:lnTo>
                  <a:pt x="767" y="2377"/>
                </a:lnTo>
                <a:lnTo>
                  <a:pt x="767" y="2378"/>
                </a:lnTo>
                <a:lnTo>
                  <a:pt x="766" y="2378"/>
                </a:lnTo>
                <a:lnTo>
                  <a:pt x="766" y="2379"/>
                </a:lnTo>
                <a:lnTo>
                  <a:pt x="765" y="2379"/>
                </a:lnTo>
                <a:lnTo>
                  <a:pt x="765" y="2378"/>
                </a:lnTo>
                <a:lnTo>
                  <a:pt x="765" y="2379"/>
                </a:lnTo>
                <a:lnTo>
                  <a:pt x="765" y="2378"/>
                </a:lnTo>
                <a:lnTo>
                  <a:pt x="764" y="2378"/>
                </a:lnTo>
                <a:lnTo>
                  <a:pt x="763" y="2378"/>
                </a:lnTo>
                <a:lnTo>
                  <a:pt x="763" y="2377"/>
                </a:lnTo>
                <a:lnTo>
                  <a:pt x="762" y="2377"/>
                </a:lnTo>
                <a:lnTo>
                  <a:pt x="762" y="2376"/>
                </a:lnTo>
                <a:lnTo>
                  <a:pt x="762" y="2375"/>
                </a:lnTo>
                <a:lnTo>
                  <a:pt x="761" y="2375"/>
                </a:lnTo>
                <a:lnTo>
                  <a:pt x="761" y="2376"/>
                </a:lnTo>
                <a:lnTo>
                  <a:pt x="760" y="2376"/>
                </a:lnTo>
                <a:lnTo>
                  <a:pt x="759" y="2376"/>
                </a:lnTo>
                <a:lnTo>
                  <a:pt x="758" y="2376"/>
                </a:lnTo>
                <a:lnTo>
                  <a:pt x="758" y="2375"/>
                </a:lnTo>
                <a:lnTo>
                  <a:pt x="757" y="2375"/>
                </a:lnTo>
                <a:lnTo>
                  <a:pt x="756" y="2375"/>
                </a:lnTo>
                <a:lnTo>
                  <a:pt x="756" y="2374"/>
                </a:lnTo>
                <a:lnTo>
                  <a:pt x="756" y="2375"/>
                </a:lnTo>
                <a:lnTo>
                  <a:pt x="755" y="2375"/>
                </a:lnTo>
                <a:lnTo>
                  <a:pt x="755" y="2374"/>
                </a:lnTo>
                <a:lnTo>
                  <a:pt x="755" y="2373"/>
                </a:lnTo>
                <a:lnTo>
                  <a:pt x="754" y="2373"/>
                </a:lnTo>
                <a:lnTo>
                  <a:pt x="753" y="2373"/>
                </a:lnTo>
                <a:lnTo>
                  <a:pt x="752" y="2373"/>
                </a:lnTo>
                <a:lnTo>
                  <a:pt x="751" y="2373"/>
                </a:lnTo>
                <a:lnTo>
                  <a:pt x="750" y="2373"/>
                </a:lnTo>
                <a:lnTo>
                  <a:pt x="749" y="2373"/>
                </a:lnTo>
                <a:lnTo>
                  <a:pt x="749" y="2372"/>
                </a:lnTo>
                <a:lnTo>
                  <a:pt x="748" y="2372"/>
                </a:lnTo>
                <a:lnTo>
                  <a:pt x="747" y="2372"/>
                </a:lnTo>
                <a:lnTo>
                  <a:pt x="746" y="2372"/>
                </a:lnTo>
                <a:lnTo>
                  <a:pt x="745" y="2372"/>
                </a:lnTo>
                <a:lnTo>
                  <a:pt x="744" y="2372"/>
                </a:lnTo>
                <a:lnTo>
                  <a:pt x="743" y="2372"/>
                </a:lnTo>
                <a:lnTo>
                  <a:pt x="743" y="2371"/>
                </a:lnTo>
                <a:lnTo>
                  <a:pt x="742" y="2371"/>
                </a:lnTo>
                <a:lnTo>
                  <a:pt x="741" y="2371"/>
                </a:lnTo>
                <a:lnTo>
                  <a:pt x="741" y="2370"/>
                </a:lnTo>
                <a:lnTo>
                  <a:pt x="741" y="2369"/>
                </a:lnTo>
                <a:lnTo>
                  <a:pt x="740" y="2369"/>
                </a:lnTo>
                <a:lnTo>
                  <a:pt x="739" y="2369"/>
                </a:lnTo>
                <a:lnTo>
                  <a:pt x="739" y="2368"/>
                </a:lnTo>
                <a:lnTo>
                  <a:pt x="738" y="2368"/>
                </a:lnTo>
                <a:lnTo>
                  <a:pt x="737" y="2368"/>
                </a:lnTo>
                <a:lnTo>
                  <a:pt x="736" y="2368"/>
                </a:lnTo>
                <a:lnTo>
                  <a:pt x="736" y="2367"/>
                </a:lnTo>
                <a:lnTo>
                  <a:pt x="735" y="2367"/>
                </a:lnTo>
                <a:lnTo>
                  <a:pt x="734" y="2367"/>
                </a:lnTo>
                <a:lnTo>
                  <a:pt x="734" y="2366"/>
                </a:lnTo>
                <a:lnTo>
                  <a:pt x="733" y="2366"/>
                </a:lnTo>
                <a:lnTo>
                  <a:pt x="732" y="2366"/>
                </a:lnTo>
                <a:lnTo>
                  <a:pt x="731" y="2366"/>
                </a:lnTo>
                <a:lnTo>
                  <a:pt x="731" y="2367"/>
                </a:lnTo>
                <a:lnTo>
                  <a:pt x="732" y="2367"/>
                </a:lnTo>
                <a:lnTo>
                  <a:pt x="732" y="2368"/>
                </a:lnTo>
                <a:lnTo>
                  <a:pt x="731" y="2368"/>
                </a:lnTo>
                <a:lnTo>
                  <a:pt x="731" y="2369"/>
                </a:lnTo>
                <a:lnTo>
                  <a:pt x="730" y="2369"/>
                </a:lnTo>
                <a:lnTo>
                  <a:pt x="729" y="2369"/>
                </a:lnTo>
                <a:lnTo>
                  <a:pt x="728" y="2369"/>
                </a:lnTo>
                <a:lnTo>
                  <a:pt x="728" y="2368"/>
                </a:lnTo>
                <a:lnTo>
                  <a:pt x="727" y="2368"/>
                </a:lnTo>
                <a:lnTo>
                  <a:pt x="726" y="2368"/>
                </a:lnTo>
                <a:lnTo>
                  <a:pt x="726" y="2369"/>
                </a:lnTo>
                <a:lnTo>
                  <a:pt x="726" y="2370"/>
                </a:lnTo>
                <a:lnTo>
                  <a:pt x="725" y="2370"/>
                </a:lnTo>
                <a:lnTo>
                  <a:pt x="725" y="2373"/>
                </a:lnTo>
                <a:lnTo>
                  <a:pt x="726" y="2373"/>
                </a:lnTo>
                <a:lnTo>
                  <a:pt x="725" y="2373"/>
                </a:lnTo>
                <a:lnTo>
                  <a:pt x="725" y="2374"/>
                </a:lnTo>
                <a:lnTo>
                  <a:pt x="725" y="2373"/>
                </a:lnTo>
                <a:lnTo>
                  <a:pt x="724" y="2373"/>
                </a:lnTo>
                <a:lnTo>
                  <a:pt x="723" y="2373"/>
                </a:lnTo>
                <a:lnTo>
                  <a:pt x="722" y="2373"/>
                </a:lnTo>
                <a:lnTo>
                  <a:pt x="721" y="2373"/>
                </a:lnTo>
                <a:lnTo>
                  <a:pt x="721" y="2372"/>
                </a:lnTo>
                <a:lnTo>
                  <a:pt x="720" y="2372"/>
                </a:lnTo>
                <a:lnTo>
                  <a:pt x="719" y="2372"/>
                </a:lnTo>
                <a:lnTo>
                  <a:pt x="718" y="2372"/>
                </a:lnTo>
                <a:lnTo>
                  <a:pt x="718" y="2371"/>
                </a:lnTo>
                <a:lnTo>
                  <a:pt x="718" y="2370"/>
                </a:lnTo>
                <a:lnTo>
                  <a:pt x="717" y="2370"/>
                </a:lnTo>
                <a:lnTo>
                  <a:pt x="717" y="2369"/>
                </a:lnTo>
                <a:lnTo>
                  <a:pt x="716" y="2369"/>
                </a:lnTo>
                <a:lnTo>
                  <a:pt x="715" y="2369"/>
                </a:lnTo>
                <a:lnTo>
                  <a:pt x="714" y="2369"/>
                </a:lnTo>
                <a:lnTo>
                  <a:pt x="714" y="2368"/>
                </a:lnTo>
                <a:lnTo>
                  <a:pt x="714" y="2369"/>
                </a:lnTo>
                <a:lnTo>
                  <a:pt x="713" y="2369"/>
                </a:lnTo>
                <a:lnTo>
                  <a:pt x="713" y="2368"/>
                </a:lnTo>
                <a:lnTo>
                  <a:pt x="713" y="2369"/>
                </a:lnTo>
                <a:lnTo>
                  <a:pt x="713" y="2368"/>
                </a:lnTo>
                <a:lnTo>
                  <a:pt x="712" y="2368"/>
                </a:lnTo>
                <a:lnTo>
                  <a:pt x="712" y="2369"/>
                </a:lnTo>
                <a:lnTo>
                  <a:pt x="712" y="2370"/>
                </a:lnTo>
                <a:lnTo>
                  <a:pt x="712" y="2371"/>
                </a:lnTo>
                <a:lnTo>
                  <a:pt x="713" y="2371"/>
                </a:lnTo>
                <a:lnTo>
                  <a:pt x="713" y="2372"/>
                </a:lnTo>
                <a:lnTo>
                  <a:pt x="714" y="2372"/>
                </a:lnTo>
                <a:lnTo>
                  <a:pt x="714" y="2373"/>
                </a:lnTo>
                <a:lnTo>
                  <a:pt x="713" y="2373"/>
                </a:lnTo>
                <a:lnTo>
                  <a:pt x="713" y="2374"/>
                </a:lnTo>
                <a:lnTo>
                  <a:pt x="713" y="2373"/>
                </a:lnTo>
                <a:lnTo>
                  <a:pt x="712" y="2373"/>
                </a:lnTo>
                <a:lnTo>
                  <a:pt x="712" y="2374"/>
                </a:lnTo>
                <a:lnTo>
                  <a:pt x="712" y="2373"/>
                </a:lnTo>
                <a:lnTo>
                  <a:pt x="712" y="2374"/>
                </a:lnTo>
                <a:lnTo>
                  <a:pt x="712" y="2373"/>
                </a:lnTo>
                <a:lnTo>
                  <a:pt x="711" y="2373"/>
                </a:lnTo>
                <a:lnTo>
                  <a:pt x="711" y="2374"/>
                </a:lnTo>
                <a:lnTo>
                  <a:pt x="712" y="2374"/>
                </a:lnTo>
                <a:lnTo>
                  <a:pt x="712" y="2375"/>
                </a:lnTo>
                <a:lnTo>
                  <a:pt x="712" y="2376"/>
                </a:lnTo>
                <a:lnTo>
                  <a:pt x="712" y="2377"/>
                </a:lnTo>
                <a:lnTo>
                  <a:pt x="712" y="2378"/>
                </a:lnTo>
                <a:lnTo>
                  <a:pt x="711" y="2378"/>
                </a:lnTo>
                <a:lnTo>
                  <a:pt x="712" y="2379"/>
                </a:lnTo>
                <a:lnTo>
                  <a:pt x="713" y="2379"/>
                </a:lnTo>
                <a:lnTo>
                  <a:pt x="713" y="2380"/>
                </a:lnTo>
                <a:lnTo>
                  <a:pt x="714" y="2380"/>
                </a:lnTo>
                <a:lnTo>
                  <a:pt x="713" y="2380"/>
                </a:lnTo>
                <a:lnTo>
                  <a:pt x="713" y="2381"/>
                </a:lnTo>
                <a:lnTo>
                  <a:pt x="712" y="2381"/>
                </a:lnTo>
                <a:lnTo>
                  <a:pt x="712" y="2382"/>
                </a:lnTo>
                <a:lnTo>
                  <a:pt x="712" y="2383"/>
                </a:lnTo>
                <a:lnTo>
                  <a:pt x="712" y="2382"/>
                </a:lnTo>
                <a:lnTo>
                  <a:pt x="713" y="2382"/>
                </a:lnTo>
                <a:lnTo>
                  <a:pt x="713" y="2383"/>
                </a:lnTo>
                <a:lnTo>
                  <a:pt x="713" y="2384"/>
                </a:lnTo>
                <a:lnTo>
                  <a:pt x="713" y="2385"/>
                </a:lnTo>
                <a:lnTo>
                  <a:pt x="712" y="2385"/>
                </a:lnTo>
                <a:lnTo>
                  <a:pt x="711" y="2385"/>
                </a:lnTo>
                <a:lnTo>
                  <a:pt x="711" y="2386"/>
                </a:lnTo>
                <a:lnTo>
                  <a:pt x="711" y="2387"/>
                </a:lnTo>
                <a:lnTo>
                  <a:pt x="711" y="2388"/>
                </a:lnTo>
                <a:lnTo>
                  <a:pt x="711" y="2389"/>
                </a:lnTo>
                <a:lnTo>
                  <a:pt x="711" y="2390"/>
                </a:lnTo>
                <a:lnTo>
                  <a:pt x="711" y="2391"/>
                </a:lnTo>
                <a:lnTo>
                  <a:pt x="710" y="2391"/>
                </a:lnTo>
                <a:lnTo>
                  <a:pt x="709" y="2391"/>
                </a:lnTo>
                <a:lnTo>
                  <a:pt x="709" y="2392"/>
                </a:lnTo>
                <a:lnTo>
                  <a:pt x="709" y="2393"/>
                </a:lnTo>
                <a:lnTo>
                  <a:pt x="708" y="2393"/>
                </a:lnTo>
                <a:lnTo>
                  <a:pt x="707" y="2393"/>
                </a:lnTo>
                <a:lnTo>
                  <a:pt x="707" y="2394"/>
                </a:lnTo>
                <a:lnTo>
                  <a:pt x="706" y="2394"/>
                </a:lnTo>
                <a:lnTo>
                  <a:pt x="706" y="2395"/>
                </a:lnTo>
                <a:lnTo>
                  <a:pt x="706" y="2396"/>
                </a:lnTo>
                <a:lnTo>
                  <a:pt x="705" y="2396"/>
                </a:lnTo>
                <a:lnTo>
                  <a:pt x="704" y="2396"/>
                </a:lnTo>
                <a:lnTo>
                  <a:pt x="704" y="2395"/>
                </a:lnTo>
                <a:lnTo>
                  <a:pt x="703" y="2395"/>
                </a:lnTo>
                <a:lnTo>
                  <a:pt x="704" y="2395"/>
                </a:lnTo>
                <a:lnTo>
                  <a:pt x="703" y="2395"/>
                </a:lnTo>
                <a:lnTo>
                  <a:pt x="702" y="2395"/>
                </a:lnTo>
                <a:lnTo>
                  <a:pt x="701" y="2395"/>
                </a:lnTo>
                <a:lnTo>
                  <a:pt x="701" y="2396"/>
                </a:lnTo>
                <a:lnTo>
                  <a:pt x="700" y="2396"/>
                </a:lnTo>
                <a:lnTo>
                  <a:pt x="699" y="2396"/>
                </a:lnTo>
                <a:lnTo>
                  <a:pt x="699" y="2397"/>
                </a:lnTo>
                <a:lnTo>
                  <a:pt x="700" y="2398"/>
                </a:lnTo>
                <a:lnTo>
                  <a:pt x="701" y="2398"/>
                </a:lnTo>
                <a:lnTo>
                  <a:pt x="701" y="2399"/>
                </a:lnTo>
                <a:lnTo>
                  <a:pt x="701" y="2400"/>
                </a:lnTo>
                <a:lnTo>
                  <a:pt x="702" y="2400"/>
                </a:lnTo>
                <a:lnTo>
                  <a:pt x="702" y="2401"/>
                </a:lnTo>
                <a:lnTo>
                  <a:pt x="701" y="2401"/>
                </a:lnTo>
                <a:lnTo>
                  <a:pt x="702" y="2401"/>
                </a:lnTo>
                <a:lnTo>
                  <a:pt x="702" y="2402"/>
                </a:lnTo>
                <a:lnTo>
                  <a:pt x="702" y="2403"/>
                </a:lnTo>
                <a:lnTo>
                  <a:pt x="701" y="2403"/>
                </a:lnTo>
                <a:lnTo>
                  <a:pt x="701" y="2404"/>
                </a:lnTo>
                <a:lnTo>
                  <a:pt x="702" y="2404"/>
                </a:lnTo>
                <a:lnTo>
                  <a:pt x="701" y="2404"/>
                </a:lnTo>
                <a:lnTo>
                  <a:pt x="701" y="2405"/>
                </a:lnTo>
                <a:lnTo>
                  <a:pt x="700" y="2405"/>
                </a:lnTo>
                <a:lnTo>
                  <a:pt x="700" y="2406"/>
                </a:lnTo>
                <a:lnTo>
                  <a:pt x="700" y="2407"/>
                </a:lnTo>
                <a:lnTo>
                  <a:pt x="699" y="2407"/>
                </a:lnTo>
                <a:lnTo>
                  <a:pt x="698" y="2407"/>
                </a:lnTo>
                <a:lnTo>
                  <a:pt x="698" y="2408"/>
                </a:lnTo>
                <a:lnTo>
                  <a:pt x="697" y="2408"/>
                </a:lnTo>
                <a:lnTo>
                  <a:pt x="697" y="2409"/>
                </a:lnTo>
                <a:lnTo>
                  <a:pt x="698" y="2409"/>
                </a:lnTo>
                <a:lnTo>
                  <a:pt x="699" y="2409"/>
                </a:lnTo>
                <a:lnTo>
                  <a:pt x="699" y="2410"/>
                </a:lnTo>
                <a:lnTo>
                  <a:pt x="698" y="2410"/>
                </a:lnTo>
                <a:lnTo>
                  <a:pt x="697" y="2410"/>
                </a:lnTo>
                <a:lnTo>
                  <a:pt x="697" y="2411"/>
                </a:lnTo>
                <a:lnTo>
                  <a:pt x="696" y="2411"/>
                </a:lnTo>
                <a:lnTo>
                  <a:pt x="695" y="2411"/>
                </a:lnTo>
                <a:lnTo>
                  <a:pt x="695" y="2410"/>
                </a:lnTo>
                <a:lnTo>
                  <a:pt x="694" y="2410"/>
                </a:lnTo>
                <a:lnTo>
                  <a:pt x="694" y="2409"/>
                </a:lnTo>
                <a:lnTo>
                  <a:pt x="693" y="2409"/>
                </a:lnTo>
                <a:lnTo>
                  <a:pt x="693" y="2410"/>
                </a:lnTo>
                <a:lnTo>
                  <a:pt x="692" y="2410"/>
                </a:lnTo>
                <a:lnTo>
                  <a:pt x="691" y="2410"/>
                </a:lnTo>
                <a:lnTo>
                  <a:pt x="690" y="2410"/>
                </a:lnTo>
                <a:lnTo>
                  <a:pt x="689" y="2410"/>
                </a:lnTo>
                <a:lnTo>
                  <a:pt x="688" y="2410"/>
                </a:lnTo>
                <a:lnTo>
                  <a:pt x="687" y="2410"/>
                </a:lnTo>
                <a:lnTo>
                  <a:pt x="687" y="2409"/>
                </a:lnTo>
                <a:lnTo>
                  <a:pt x="687" y="2408"/>
                </a:lnTo>
                <a:lnTo>
                  <a:pt x="686" y="2408"/>
                </a:lnTo>
                <a:lnTo>
                  <a:pt x="685" y="2408"/>
                </a:lnTo>
                <a:lnTo>
                  <a:pt x="685" y="2407"/>
                </a:lnTo>
                <a:lnTo>
                  <a:pt x="684" y="2407"/>
                </a:lnTo>
                <a:lnTo>
                  <a:pt x="684" y="2406"/>
                </a:lnTo>
                <a:lnTo>
                  <a:pt x="684" y="2405"/>
                </a:lnTo>
                <a:lnTo>
                  <a:pt x="685" y="2405"/>
                </a:lnTo>
                <a:lnTo>
                  <a:pt x="685" y="2404"/>
                </a:lnTo>
                <a:lnTo>
                  <a:pt x="685" y="2403"/>
                </a:lnTo>
                <a:lnTo>
                  <a:pt x="685" y="2402"/>
                </a:lnTo>
                <a:lnTo>
                  <a:pt x="685" y="2401"/>
                </a:lnTo>
                <a:lnTo>
                  <a:pt x="684" y="2401"/>
                </a:lnTo>
                <a:lnTo>
                  <a:pt x="683" y="2401"/>
                </a:lnTo>
                <a:lnTo>
                  <a:pt x="683" y="2400"/>
                </a:lnTo>
                <a:lnTo>
                  <a:pt x="683" y="2399"/>
                </a:lnTo>
                <a:lnTo>
                  <a:pt x="683" y="2398"/>
                </a:lnTo>
                <a:lnTo>
                  <a:pt x="683" y="2396"/>
                </a:lnTo>
                <a:lnTo>
                  <a:pt x="682" y="2395"/>
                </a:lnTo>
                <a:lnTo>
                  <a:pt x="681" y="2395"/>
                </a:lnTo>
                <a:lnTo>
                  <a:pt x="681" y="2394"/>
                </a:lnTo>
                <a:lnTo>
                  <a:pt x="680" y="2393"/>
                </a:lnTo>
                <a:lnTo>
                  <a:pt x="680" y="2392"/>
                </a:lnTo>
                <a:lnTo>
                  <a:pt x="679" y="2392"/>
                </a:lnTo>
                <a:lnTo>
                  <a:pt x="679" y="2391"/>
                </a:lnTo>
                <a:lnTo>
                  <a:pt x="680" y="2390"/>
                </a:lnTo>
                <a:lnTo>
                  <a:pt x="679" y="2390"/>
                </a:lnTo>
                <a:lnTo>
                  <a:pt x="679" y="2389"/>
                </a:lnTo>
                <a:lnTo>
                  <a:pt x="678" y="2389"/>
                </a:lnTo>
                <a:lnTo>
                  <a:pt x="678" y="2388"/>
                </a:lnTo>
                <a:lnTo>
                  <a:pt x="678" y="2387"/>
                </a:lnTo>
                <a:lnTo>
                  <a:pt x="678" y="2386"/>
                </a:lnTo>
                <a:lnTo>
                  <a:pt x="677" y="2386"/>
                </a:lnTo>
                <a:lnTo>
                  <a:pt x="677" y="2385"/>
                </a:lnTo>
                <a:lnTo>
                  <a:pt x="676" y="2385"/>
                </a:lnTo>
                <a:lnTo>
                  <a:pt x="676" y="2384"/>
                </a:lnTo>
                <a:lnTo>
                  <a:pt x="675" y="2384"/>
                </a:lnTo>
                <a:lnTo>
                  <a:pt x="674" y="2384"/>
                </a:lnTo>
                <a:lnTo>
                  <a:pt x="673" y="2384"/>
                </a:lnTo>
                <a:lnTo>
                  <a:pt x="672" y="2384"/>
                </a:lnTo>
                <a:lnTo>
                  <a:pt x="671" y="2384"/>
                </a:lnTo>
                <a:lnTo>
                  <a:pt x="670" y="2384"/>
                </a:lnTo>
                <a:lnTo>
                  <a:pt x="669" y="2384"/>
                </a:lnTo>
                <a:lnTo>
                  <a:pt x="669" y="2383"/>
                </a:lnTo>
                <a:lnTo>
                  <a:pt x="669" y="2382"/>
                </a:lnTo>
                <a:lnTo>
                  <a:pt x="668" y="2382"/>
                </a:lnTo>
                <a:lnTo>
                  <a:pt x="668" y="2381"/>
                </a:lnTo>
                <a:lnTo>
                  <a:pt x="667" y="2381"/>
                </a:lnTo>
                <a:lnTo>
                  <a:pt x="667" y="2380"/>
                </a:lnTo>
                <a:lnTo>
                  <a:pt x="666" y="2380"/>
                </a:lnTo>
                <a:lnTo>
                  <a:pt x="666" y="2381"/>
                </a:lnTo>
                <a:lnTo>
                  <a:pt x="665" y="2381"/>
                </a:lnTo>
                <a:lnTo>
                  <a:pt x="664" y="2381"/>
                </a:lnTo>
                <a:lnTo>
                  <a:pt x="664" y="2380"/>
                </a:lnTo>
                <a:lnTo>
                  <a:pt x="663" y="2380"/>
                </a:lnTo>
                <a:lnTo>
                  <a:pt x="663" y="2379"/>
                </a:lnTo>
                <a:lnTo>
                  <a:pt x="662" y="2379"/>
                </a:lnTo>
                <a:lnTo>
                  <a:pt x="661" y="2379"/>
                </a:lnTo>
                <a:lnTo>
                  <a:pt x="660" y="2379"/>
                </a:lnTo>
                <a:lnTo>
                  <a:pt x="659" y="2379"/>
                </a:lnTo>
                <a:lnTo>
                  <a:pt x="659" y="2378"/>
                </a:lnTo>
                <a:lnTo>
                  <a:pt x="658" y="2378"/>
                </a:lnTo>
                <a:lnTo>
                  <a:pt x="658" y="2377"/>
                </a:lnTo>
                <a:lnTo>
                  <a:pt x="657" y="2377"/>
                </a:lnTo>
                <a:lnTo>
                  <a:pt x="657" y="2376"/>
                </a:lnTo>
                <a:lnTo>
                  <a:pt x="656" y="2376"/>
                </a:lnTo>
                <a:lnTo>
                  <a:pt x="656" y="2375"/>
                </a:lnTo>
                <a:lnTo>
                  <a:pt x="655" y="2375"/>
                </a:lnTo>
                <a:lnTo>
                  <a:pt x="655" y="2374"/>
                </a:lnTo>
                <a:lnTo>
                  <a:pt x="654" y="2374"/>
                </a:lnTo>
                <a:lnTo>
                  <a:pt x="654" y="2373"/>
                </a:lnTo>
                <a:lnTo>
                  <a:pt x="653" y="2373"/>
                </a:lnTo>
                <a:lnTo>
                  <a:pt x="653" y="2372"/>
                </a:lnTo>
                <a:lnTo>
                  <a:pt x="652" y="2372"/>
                </a:lnTo>
                <a:lnTo>
                  <a:pt x="652" y="2371"/>
                </a:lnTo>
                <a:lnTo>
                  <a:pt x="652" y="2370"/>
                </a:lnTo>
                <a:lnTo>
                  <a:pt x="651" y="2370"/>
                </a:lnTo>
                <a:lnTo>
                  <a:pt x="650" y="2370"/>
                </a:lnTo>
                <a:lnTo>
                  <a:pt x="650" y="2369"/>
                </a:lnTo>
                <a:lnTo>
                  <a:pt x="649" y="2369"/>
                </a:lnTo>
                <a:lnTo>
                  <a:pt x="648" y="2369"/>
                </a:lnTo>
                <a:lnTo>
                  <a:pt x="647" y="2369"/>
                </a:lnTo>
                <a:lnTo>
                  <a:pt x="647" y="2368"/>
                </a:lnTo>
                <a:lnTo>
                  <a:pt x="647" y="2367"/>
                </a:lnTo>
                <a:lnTo>
                  <a:pt x="646" y="2367"/>
                </a:lnTo>
                <a:lnTo>
                  <a:pt x="645" y="2367"/>
                </a:lnTo>
                <a:lnTo>
                  <a:pt x="645" y="2366"/>
                </a:lnTo>
                <a:lnTo>
                  <a:pt x="644" y="2366"/>
                </a:lnTo>
                <a:lnTo>
                  <a:pt x="644" y="2365"/>
                </a:lnTo>
                <a:lnTo>
                  <a:pt x="643" y="2365"/>
                </a:lnTo>
                <a:lnTo>
                  <a:pt x="642" y="2365"/>
                </a:lnTo>
                <a:lnTo>
                  <a:pt x="642" y="2364"/>
                </a:lnTo>
                <a:lnTo>
                  <a:pt x="641" y="2364"/>
                </a:lnTo>
                <a:lnTo>
                  <a:pt x="640" y="2364"/>
                </a:lnTo>
                <a:lnTo>
                  <a:pt x="640" y="2363"/>
                </a:lnTo>
                <a:lnTo>
                  <a:pt x="639" y="2363"/>
                </a:lnTo>
                <a:lnTo>
                  <a:pt x="639" y="2364"/>
                </a:lnTo>
                <a:lnTo>
                  <a:pt x="638" y="2364"/>
                </a:lnTo>
                <a:lnTo>
                  <a:pt x="636" y="2364"/>
                </a:lnTo>
                <a:lnTo>
                  <a:pt x="636" y="2365"/>
                </a:lnTo>
                <a:lnTo>
                  <a:pt x="635" y="2365"/>
                </a:lnTo>
                <a:lnTo>
                  <a:pt x="635" y="2366"/>
                </a:lnTo>
                <a:lnTo>
                  <a:pt x="634" y="2365"/>
                </a:lnTo>
                <a:lnTo>
                  <a:pt x="633" y="2365"/>
                </a:lnTo>
                <a:lnTo>
                  <a:pt x="633" y="2364"/>
                </a:lnTo>
                <a:lnTo>
                  <a:pt x="632" y="2363"/>
                </a:lnTo>
                <a:lnTo>
                  <a:pt x="631" y="2363"/>
                </a:lnTo>
                <a:lnTo>
                  <a:pt x="631" y="2362"/>
                </a:lnTo>
                <a:lnTo>
                  <a:pt x="631" y="2361"/>
                </a:lnTo>
                <a:lnTo>
                  <a:pt x="630" y="2361"/>
                </a:lnTo>
                <a:lnTo>
                  <a:pt x="630" y="2362"/>
                </a:lnTo>
                <a:lnTo>
                  <a:pt x="629" y="2362"/>
                </a:lnTo>
                <a:lnTo>
                  <a:pt x="629" y="2361"/>
                </a:lnTo>
                <a:lnTo>
                  <a:pt x="628" y="2361"/>
                </a:lnTo>
                <a:lnTo>
                  <a:pt x="627" y="2361"/>
                </a:lnTo>
                <a:lnTo>
                  <a:pt x="626" y="2361"/>
                </a:lnTo>
                <a:lnTo>
                  <a:pt x="626" y="2360"/>
                </a:lnTo>
                <a:lnTo>
                  <a:pt x="625" y="2360"/>
                </a:lnTo>
                <a:lnTo>
                  <a:pt x="624" y="2360"/>
                </a:lnTo>
                <a:lnTo>
                  <a:pt x="624" y="2359"/>
                </a:lnTo>
                <a:lnTo>
                  <a:pt x="623" y="2359"/>
                </a:lnTo>
                <a:lnTo>
                  <a:pt x="623" y="2358"/>
                </a:lnTo>
                <a:lnTo>
                  <a:pt x="622" y="2358"/>
                </a:lnTo>
                <a:lnTo>
                  <a:pt x="621" y="2358"/>
                </a:lnTo>
                <a:lnTo>
                  <a:pt x="620" y="2358"/>
                </a:lnTo>
                <a:lnTo>
                  <a:pt x="619" y="2358"/>
                </a:lnTo>
                <a:lnTo>
                  <a:pt x="619" y="2357"/>
                </a:lnTo>
                <a:lnTo>
                  <a:pt x="618" y="2357"/>
                </a:lnTo>
                <a:lnTo>
                  <a:pt x="618" y="2358"/>
                </a:lnTo>
                <a:lnTo>
                  <a:pt x="617" y="2358"/>
                </a:lnTo>
                <a:lnTo>
                  <a:pt x="616" y="2358"/>
                </a:lnTo>
                <a:lnTo>
                  <a:pt x="616" y="2357"/>
                </a:lnTo>
                <a:lnTo>
                  <a:pt x="616" y="2356"/>
                </a:lnTo>
                <a:lnTo>
                  <a:pt x="615" y="2356"/>
                </a:lnTo>
                <a:lnTo>
                  <a:pt x="614" y="2356"/>
                </a:lnTo>
                <a:lnTo>
                  <a:pt x="614" y="2355"/>
                </a:lnTo>
                <a:lnTo>
                  <a:pt x="615" y="2355"/>
                </a:lnTo>
                <a:lnTo>
                  <a:pt x="614" y="2355"/>
                </a:lnTo>
                <a:lnTo>
                  <a:pt x="614" y="2354"/>
                </a:lnTo>
                <a:lnTo>
                  <a:pt x="613" y="2354"/>
                </a:lnTo>
                <a:lnTo>
                  <a:pt x="613" y="2353"/>
                </a:lnTo>
                <a:lnTo>
                  <a:pt x="612" y="2353"/>
                </a:lnTo>
                <a:lnTo>
                  <a:pt x="610" y="2353"/>
                </a:lnTo>
                <a:lnTo>
                  <a:pt x="609" y="2353"/>
                </a:lnTo>
                <a:lnTo>
                  <a:pt x="609" y="2354"/>
                </a:lnTo>
                <a:lnTo>
                  <a:pt x="608" y="2354"/>
                </a:lnTo>
                <a:lnTo>
                  <a:pt x="608" y="2353"/>
                </a:lnTo>
                <a:lnTo>
                  <a:pt x="607" y="2353"/>
                </a:lnTo>
                <a:lnTo>
                  <a:pt x="607" y="2352"/>
                </a:lnTo>
                <a:lnTo>
                  <a:pt x="605" y="2352"/>
                </a:lnTo>
                <a:lnTo>
                  <a:pt x="604" y="2352"/>
                </a:lnTo>
                <a:lnTo>
                  <a:pt x="604" y="2351"/>
                </a:lnTo>
                <a:lnTo>
                  <a:pt x="603" y="2351"/>
                </a:lnTo>
                <a:lnTo>
                  <a:pt x="603" y="2352"/>
                </a:lnTo>
                <a:lnTo>
                  <a:pt x="602" y="2352"/>
                </a:lnTo>
                <a:lnTo>
                  <a:pt x="601" y="2352"/>
                </a:lnTo>
                <a:lnTo>
                  <a:pt x="601" y="2353"/>
                </a:lnTo>
                <a:lnTo>
                  <a:pt x="600" y="2353"/>
                </a:lnTo>
                <a:lnTo>
                  <a:pt x="599" y="2353"/>
                </a:lnTo>
                <a:lnTo>
                  <a:pt x="598" y="2354"/>
                </a:lnTo>
                <a:lnTo>
                  <a:pt x="597" y="2354"/>
                </a:lnTo>
                <a:lnTo>
                  <a:pt x="596" y="2354"/>
                </a:lnTo>
                <a:lnTo>
                  <a:pt x="595" y="2353"/>
                </a:lnTo>
                <a:lnTo>
                  <a:pt x="594" y="2353"/>
                </a:lnTo>
                <a:lnTo>
                  <a:pt x="594" y="2352"/>
                </a:lnTo>
                <a:lnTo>
                  <a:pt x="593" y="2352"/>
                </a:lnTo>
                <a:lnTo>
                  <a:pt x="593" y="2351"/>
                </a:lnTo>
                <a:lnTo>
                  <a:pt x="592" y="2351"/>
                </a:lnTo>
                <a:lnTo>
                  <a:pt x="592" y="2350"/>
                </a:lnTo>
                <a:lnTo>
                  <a:pt x="591" y="2350"/>
                </a:lnTo>
                <a:lnTo>
                  <a:pt x="589" y="2350"/>
                </a:lnTo>
                <a:lnTo>
                  <a:pt x="590" y="2350"/>
                </a:lnTo>
                <a:lnTo>
                  <a:pt x="589" y="2350"/>
                </a:lnTo>
                <a:lnTo>
                  <a:pt x="589" y="2349"/>
                </a:lnTo>
                <a:lnTo>
                  <a:pt x="589" y="2347"/>
                </a:lnTo>
                <a:lnTo>
                  <a:pt x="589" y="2346"/>
                </a:lnTo>
                <a:lnTo>
                  <a:pt x="588" y="2345"/>
                </a:lnTo>
                <a:lnTo>
                  <a:pt x="587" y="2345"/>
                </a:lnTo>
                <a:lnTo>
                  <a:pt x="587" y="2344"/>
                </a:lnTo>
                <a:lnTo>
                  <a:pt x="587" y="2343"/>
                </a:lnTo>
                <a:lnTo>
                  <a:pt x="586" y="2343"/>
                </a:lnTo>
                <a:lnTo>
                  <a:pt x="586" y="2342"/>
                </a:lnTo>
                <a:lnTo>
                  <a:pt x="585" y="2342"/>
                </a:lnTo>
                <a:lnTo>
                  <a:pt x="584" y="2342"/>
                </a:lnTo>
                <a:lnTo>
                  <a:pt x="583" y="2342"/>
                </a:lnTo>
                <a:lnTo>
                  <a:pt x="583" y="2341"/>
                </a:lnTo>
                <a:lnTo>
                  <a:pt x="582" y="2341"/>
                </a:lnTo>
                <a:lnTo>
                  <a:pt x="582" y="2340"/>
                </a:lnTo>
                <a:lnTo>
                  <a:pt x="582" y="2339"/>
                </a:lnTo>
                <a:lnTo>
                  <a:pt x="583" y="2339"/>
                </a:lnTo>
                <a:lnTo>
                  <a:pt x="583" y="2338"/>
                </a:lnTo>
                <a:lnTo>
                  <a:pt x="583" y="2337"/>
                </a:lnTo>
                <a:lnTo>
                  <a:pt x="582" y="2337"/>
                </a:lnTo>
                <a:lnTo>
                  <a:pt x="582" y="2336"/>
                </a:lnTo>
                <a:lnTo>
                  <a:pt x="581" y="2336"/>
                </a:lnTo>
                <a:lnTo>
                  <a:pt x="581" y="2335"/>
                </a:lnTo>
                <a:lnTo>
                  <a:pt x="581" y="2334"/>
                </a:lnTo>
                <a:lnTo>
                  <a:pt x="582" y="2334"/>
                </a:lnTo>
                <a:lnTo>
                  <a:pt x="582" y="2333"/>
                </a:lnTo>
                <a:lnTo>
                  <a:pt x="581" y="2333"/>
                </a:lnTo>
                <a:lnTo>
                  <a:pt x="581" y="2332"/>
                </a:lnTo>
                <a:lnTo>
                  <a:pt x="582" y="2332"/>
                </a:lnTo>
                <a:lnTo>
                  <a:pt x="581" y="2332"/>
                </a:lnTo>
                <a:lnTo>
                  <a:pt x="581" y="2331"/>
                </a:lnTo>
                <a:lnTo>
                  <a:pt x="580" y="2331"/>
                </a:lnTo>
                <a:lnTo>
                  <a:pt x="580" y="2330"/>
                </a:lnTo>
                <a:lnTo>
                  <a:pt x="579" y="2330"/>
                </a:lnTo>
                <a:lnTo>
                  <a:pt x="578" y="2330"/>
                </a:lnTo>
                <a:lnTo>
                  <a:pt x="578" y="2329"/>
                </a:lnTo>
                <a:lnTo>
                  <a:pt x="577" y="2329"/>
                </a:lnTo>
                <a:lnTo>
                  <a:pt x="577" y="2330"/>
                </a:lnTo>
                <a:lnTo>
                  <a:pt x="576" y="2330"/>
                </a:lnTo>
                <a:lnTo>
                  <a:pt x="576" y="2329"/>
                </a:lnTo>
                <a:lnTo>
                  <a:pt x="576" y="2328"/>
                </a:lnTo>
                <a:lnTo>
                  <a:pt x="577" y="2328"/>
                </a:lnTo>
                <a:lnTo>
                  <a:pt x="577" y="2327"/>
                </a:lnTo>
                <a:lnTo>
                  <a:pt x="577" y="2326"/>
                </a:lnTo>
                <a:lnTo>
                  <a:pt x="577" y="2325"/>
                </a:lnTo>
                <a:lnTo>
                  <a:pt x="576" y="2325"/>
                </a:lnTo>
                <a:lnTo>
                  <a:pt x="576" y="2324"/>
                </a:lnTo>
                <a:lnTo>
                  <a:pt x="575" y="2323"/>
                </a:lnTo>
                <a:lnTo>
                  <a:pt x="574" y="2323"/>
                </a:lnTo>
                <a:lnTo>
                  <a:pt x="573" y="2323"/>
                </a:lnTo>
                <a:lnTo>
                  <a:pt x="573" y="2324"/>
                </a:lnTo>
                <a:lnTo>
                  <a:pt x="572" y="2324"/>
                </a:lnTo>
                <a:lnTo>
                  <a:pt x="571" y="2324"/>
                </a:lnTo>
                <a:lnTo>
                  <a:pt x="570" y="2324"/>
                </a:lnTo>
                <a:lnTo>
                  <a:pt x="570" y="2325"/>
                </a:lnTo>
                <a:lnTo>
                  <a:pt x="570" y="2324"/>
                </a:lnTo>
                <a:lnTo>
                  <a:pt x="569" y="2324"/>
                </a:lnTo>
                <a:lnTo>
                  <a:pt x="569" y="2323"/>
                </a:lnTo>
                <a:lnTo>
                  <a:pt x="569" y="2322"/>
                </a:lnTo>
                <a:lnTo>
                  <a:pt x="568" y="2322"/>
                </a:lnTo>
                <a:lnTo>
                  <a:pt x="568" y="2321"/>
                </a:lnTo>
                <a:lnTo>
                  <a:pt x="568" y="2320"/>
                </a:lnTo>
                <a:lnTo>
                  <a:pt x="567" y="2320"/>
                </a:lnTo>
                <a:lnTo>
                  <a:pt x="567" y="2319"/>
                </a:lnTo>
                <a:lnTo>
                  <a:pt x="566" y="2319"/>
                </a:lnTo>
                <a:lnTo>
                  <a:pt x="566" y="2318"/>
                </a:lnTo>
                <a:lnTo>
                  <a:pt x="565" y="2318"/>
                </a:lnTo>
                <a:lnTo>
                  <a:pt x="565" y="2317"/>
                </a:lnTo>
                <a:lnTo>
                  <a:pt x="565" y="2316"/>
                </a:lnTo>
                <a:lnTo>
                  <a:pt x="564" y="2316"/>
                </a:lnTo>
                <a:lnTo>
                  <a:pt x="564" y="2315"/>
                </a:lnTo>
                <a:lnTo>
                  <a:pt x="563" y="2315"/>
                </a:lnTo>
                <a:lnTo>
                  <a:pt x="562" y="2315"/>
                </a:lnTo>
                <a:lnTo>
                  <a:pt x="561" y="2315"/>
                </a:lnTo>
                <a:lnTo>
                  <a:pt x="561" y="2314"/>
                </a:lnTo>
                <a:lnTo>
                  <a:pt x="560" y="2314"/>
                </a:lnTo>
                <a:lnTo>
                  <a:pt x="559" y="2314"/>
                </a:lnTo>
                <a:lnTo>
                  <a:pt x="559" y="2313"/>
                </a:lnTo>
                <a:lnTo>
                  <a:pt x="559" y="2312"/>
                </a:lnTo>
                <a:lnTo>
                  <a:pt x="558" y="2312"/>
                </a:lnTo>
                <a:lnTo>
                  <a:pt x="557" y="2312"/>
                </a:lnTo>
                <a:lnTo>
                  <a:pt x="557" y="2311"/>
                </a:lnTo>
                <a:lnTo>
                  <a:pt x="556" y="2311"/>
                </a:lnTo>
                <a:lnTo>
                  <a:pt x="555" y="2311"/>
                </a:lnTo>
                <a:lnTo>
                  <a:pt x="555" y="2312"/>
                </a:lnTo>
                <a:lnTo>
                  <a:pt x="555" y="2313"/>
                </a:lnTo>
                <a:lnTo>
                  <a:pt x="554" y="2313"/>
                </a:lnTo>
                <a:lnTo>
                  <a:pt x="554" y="2314"/>
                </a:lnTo>
                <a:lnTo>
                  <a:pt x="553" y="2314"/>
                </a:lnTo>
                <a:lnTo>
                  <a:pt x="552" y="2314"/>
                </a:lnTo>
                <a:lnTo>
                  <a:pt x="551" y="2314"/>
                </a:lnTo>
                <a:lnTo>
                  <a:pt x="551" y="2315"/>
                </a:lnTo>
                <a:lnTo>
                  <a:pt x="550" y="2315"/>
                </a:lnTo>
                <a:lnTo>
                  <a:pt x="550" y="2316"/>
                </a:lnTo>
                <a:lnTo>
                  <a:pt x="549" y="2316"/>
                </a:lnTo>
                <a:lnTo>
                  <a:pt x="549" y="2315"/>
                </a:lnTo>
                <a:lnTo>
                  <a:pt x="548" y="2315"/>
                </a:lnTo>
                <a:lnTo>
                  <a:pt x="548" y="2314"/>
                </a:lnTo>
                <a:lnTo>
                  <a:pt x="547" y="2314"/>
                </a:lnTo>
                <a:lnTo>
                  <a:pt x="546" y="2314"/>
                </a:lnTo>
                <a:lnTo>
                  <a:pt x="545" y="2314"/>
                </a:lnTo>
                <a:lnTo>
                  <a:pt x="545" y="2313"/>
                </a:lnTo>
                <a:lnTo>
                  <a:pt x="545" y="2312"/>
                </a:lnTo>
                <a:lnTo>
                  <a:pt x="544" y="2312"/>
                </a:lnTo>
                <a:lnTo>
                  <a:pt x="544" y="2311"/>
                </a:lnTo>
                <a:lnTo>
                  <a:pt x="543" y="2311"/>
                </a:lnTo>
                <a:lnTo>
                  <a:pt x="543" y="2310"/>
                </a:lnTo>
                <a:lnTo>
                  <a:pt x="542" y="2310"/>
                </a:lnTo>
                <a:lnTo>
                  <a:pt x="542" y="2309"/>
                </a:lnTo>
                <a:lnTo>
                  <a:pt x="542" y="2308"/>
                </a:lnTo>
                <a:lnTo>
                  <a:pt x="541" y="2308"/>
                </a:lnTo>
                <a:lnTo>
                  <a:pt x="541" y="2307"/>
                </a:lnTo>
                <a:lnTo>
                  <a:pt x="541" y="2306"/>
                </a:lnTo>
                <a:lnTo>
                  <a:pt x="540" y="2306"/>
                </a:lnTo>
                <a:lnTo>
                  <a:pt x="539" y="2306"/>
                </a:lnTo>
                <a:lnTo>
                  <a:pt x="538" y="2306"/>
                </a:lnTo>
                <a:lnTo>
                  <a:pt x="537" y="2306"/>
                </a:lnTo>
                <a:lnTo>
                  <a:pt x="536" y="2306"/>
                </a:lnTo>
                <a:lnTo>
                  <a:pt x="535" y="2306"/>
                </a:lnTo>
                <a:lnTo>
                  <a:pt x="535" y="2307"/>
                </a:lnTo>
                <a:lnTo>
                  <a:pt x="534" y="2307"/>
                </a:lnTo>
                <a:lnTo>
                  <a:pt x="534" y="2306"/>
                </a:lnTo>
                <a:lnTo>
                  <a:pt x="534" y="2305"/>
                </a:lnTo>
                <a:lnTo>
                  <a:pt x="533" y="2305"/>
                </a:lnTo>
                <a:lnTo>
                  <a:pt x="533" y="2304"/>
                </a:lnTo>
                <a:lnTo>
                  <a:pt x="533" y="2303"/>
                </a:lnTo>
                <a:lnTo>
                  <a:pt x="533" y="2302"/>
                </a:lnTo>
                <a:lnTo>
                  <a:pt x="532" y="2302"/>
                </a:lnTo>
                <a:lnTo>
                  <a:pt x="531" y="2302"/>
                </a:lnTo>
                <a:lnTo>
                  <a:pt x="530" y="2302"/>
                </a:lnTo>
                <a:lnTo>
                  <a:pt x="530" y="2303"/>
                </a:lnTo>
                <a:lnTo>
                  <a:pt x="530" y="2304"/>
                </a:lnTo>
                <a:lnTo>
                  <a:pt x="529" y="2304"/>
                </a:lnTo>
                <a:lnTo>
                  <a:pt x="529" y="2305"/>
                </a:lnTo>
                <a:lnTo>
                  <a:pt x="528" y="2305"/>
                </a:lnTo>
                <a:lnTo>
                  <a:pt x="528" y="2306"/>
                </a:lnTo>
                <a:lnTo>
                  <a:pt x="528" y="2305"/>
                </a:lnTo>
                <a:lnTo>
                  <a:pt x="528" y="2306"/>
                </a:lnTo>
                <a:lnTo>
                  <a:pt x="527" y="2306"/>
                </a:lnTo>
                <a:lnTo>
                  <a:pt x="526" y="2306"/>
                </a:lnTo>
                <a:lnTo>
                  <a:pt x="525" y="2306"/>
                </a:lnTo>
                <a:lnTo>
                  <a:pt x="524" y="2306"/>
                </a:lnTo>
                <a:lnTo>
                  <a:pt x="524" y="2307"/>
                </a:lnTo>
                <a:lnTo>
                  <a:pt x="523" y="2307"/>
                </a:lnTo>
                <a:lnTo>
                  <a:pt x="523" y="2308"/>
                </a:lnTo>
                <a:lnTo>
                  <a:pt x="523" y="2309"/>
                </a:lnTo>
                <a:lnTo>
                  <a:pt x="524" y="2309"/>
                </a:lnTo>
                <a:lnTo>
                  <a:pt x="525" y="2309"/>
                </a:lnTo>
                <a:lnTo>
                  <a:pt x="525" y="2310"/>
                </a:lnTo>
                <a:lnTo>
                  <a:pt x="525" y="2311"/>
                </a:lnTo>
                <a:lnTo>
                  <a:pt x="525" y="2312"/>
                </a:lnTo>
                <a:lnTo>
                  <a:pt x="525" y="2313"/>
                </a:lnTo>
                <a:lnTo>
                  <a:pt x="524" y="2313"/>
                </a:lnTo>
                <a:lnTo>
                  <a:pt x="523" y="2313"/>
                </a:lnTo>
                <a:lnTo>
                  <a:pt x="523" y="2312"/>
                </a:lnTo>
                <a:lnTo>
                  <a:pt x="522" y="2312"/>
                </a:lnTo>
                <a:lnTo>
                  <a:pt x="521" y="2313"/>
                </a:lnTo>
                <a:lnTo>
                  <a:pt x="520" y="2313"/>
                </a:lnTo>
                <a:lnTo>
                  <a:pt x="519" y="2314"/>
                </a:lnTo>
                <a:lnTo>
                  <a:pt x="518" y="2314"/>
                </a:lnTo>
                <a:lnTo>
                  <a:pt x="517" y="2314"/>
                </a:lnTo>
                <a:lnTo>
                  <a:pt x="516" y="2314"/>
                </a:lnTo>
                <a:lnTo>
                  <a:pt x="515" y="2314"/>
                </a:lnTo>
                <a:lnTo>
                  <a:pt x="515" y="2313"/>
                </a:lnTo>
                <a:lnTo>
                  <a:pt x="515" y="2312"/>
                </a:lnTo>
                <a:lnTo>
                  <a:pt x="514" y="2312"/>
                </a:lnTo>
                <a:lnTo>
                  <a:pt x="515" y="2312"/>
                </a:lnTo>
                <a:lnTo>
                  <a:pt x="515" y="2311"/>
                </a:lnTo>
                <a:lnTo>
                  <a:pt x="514" y="2310"/>
                </a:lnTo>
                <a:lnTo>
                  <a:pt x="514" y="2309"/>
                </a:lnTo>
                <a:lnTo>
                  <a:pt x="513" y="2309"/>
                </a:lnTo>
                <a:lnTo>
                  <a:pt x="513" y="2308"/>
                </a:lnTo>
                <a:lnTo>
                  <a:pt x="512" y="2308"/>
                </a:lnTo>
                <a:lnTo>
                  <a:pt x="512" y="2307"/>
                </a:lnTo>
                <a:lnTo>
                  <a:pt x="511" y="2307"/>
                </a:lnTo>
                <a:lnTo>
                  <a:pt x="511" y="2308"/>
                </a:lnTo>
                <a:lnTo>
                  <a:pt x="510" y="2308"/>
                </a:lnTo>
                <a:lnTo>
                  <a:pt x="510" y="2309"/>
                </a:lnTo>
                <a:lnTo>
                  <a:pt x="509" y="2309"/>
                </a:lnTo>
                <a:lnTo>
                  <a:pt x="508" y="2309"/>
                </a:lnTo>
                <a:lnTo>
                  <a:pt x="508" y="2308"/>
                </a:lnTo>
                <a:lnTo>
                  <a:pt x="507" y="2308"/>
                </a:lnTo>
                <a:lnTo>
                  <a:pt x="507" y="2309"/>
                </a:lnTo>
                <a:lnTo>
                  <a:pt x="506" y="2309"/>
                </a:lnTo>
                <a:lnTo>
                  <a:pt x="505" y="2309"/>
                </a:lnTo>
                <a:lnTo>
                  <a:pt x="505" y="2310"/>
                </a:lnTo>
                <a:lnTo>
                  <a:pt x="504" y="2310"/>
                </a:lnTo>
                <a:lnTo>
                  <a:pt x="504" y="2309"/>
                </a:lnTo>
                <a:lnTo>
                  <a:pt x="503" y="2309"/>
                </a:lnTo>
                <a:lnTo>
                  <a:pt x="503" y="2308"/>
                </a:lnTo>
                <a:lnTo>
                  <a:pt x="502" y="2308"/>
                </a:lnTo>
                <a:lnTo>
                  <a:pt x="502" y="2307"/>
                </a:lnTo>
                <a:lnTo>
                  <a:pt x="501" y="2306"/>
                </a:lnTo>
                <a:lnTo>
                  <a:pt x="500" y="2306"/>
                </a:lnTo>
                <a:lnTo>
                  <a:pt x="500" y="2305"/>
                </a:lnTo>
                <a:lnTo>
                  <a:pt x="499" y="2305"/>
                </a:lnTo>
                <a:lnTo>
                  <a:pt x="498" y="2305"/>
                </a:lnTo>
                <a:lnTo>
                  <a:pt x="497" y="2305"/>
                </a:lnTo>
                <a:lnTo>
                  <a:pt x="496" y="2305"/>
                </a:lnTo>
                <a:lnTo>
                  <a:pt x="496" y="2304"/>
                </a:lnTo>
                <a:lnTo>
                  <a:pt x="496" y="2303"/>
                </a:lnTo>
                <a:lnTo>
                  <a:pt x="495" y="2303"/>
                </a:lnTo>
                <a:lnTo>
                  <a:pt x="495" y="2302"/>
                </a:lnTo>
                <a:lnTo>
                  <a:pt x="494" y="2302"/>
                </a:lnTo>
                <a:lnTo>
                  <a:pt x="495" y="2302"/>
                </a:lnTo>
                <a:lnTo>
                  <a:pt x="495" y="2301"/>
                </a:lnTo>
                <a:lnTo>
                  <a:pt x="495" y="2300"/>
                </a:lnTo>
                <a:lnTo>
                  <a:pt x="495" y="2299"/>
                </a:lnTo>
                <a:lnTo>
                  <a:pt x="494" y="2299"/>
                </a:lnTo>
                <a:lnTo>
                  <a:pt x="494" y="2298"/>
                </a:lnTo>
                <a:lnTo>
                  <a:pt x="493" y="2298"/>
                </a:lnTo>
                <a:lnTo>
                  <a:pt x="493" y="2297"/>
                </a:lnTo>
                <a:lnTo>
                  <a:pt x="493" y="2296"/>
                </a:lnTo>
                <a:lnTo>
                  <a:pt x="494" y="2296"/>
                </a:lnTo>
                <a:lnTo>
                  <a:pt x="493" y="2296"/>
                </a:lnTo>
                <a:lnTo>
                  <a:pt x="494" y="2295"/>
                </a:lnTo>
                <a:lnTo>
                  <a:pt x="494" y="2294"/>
                </a:lnTo>
                <a:lnTo>
                  <a:pt x="495" y="2294"/>
                </a:lnTo>
                <a:lnTo>
                  <a:pt x="494" y="2293"/>
                </a:lnTo>
                <a:lnTo>
                  <a:pt x="495" y="2293"/>
                </a:lnTo>
                <a:lnTo>
                  <a:pt x="495" y="2292"/>
                </a:lnTo>
                <a:lnTo>
                  <a:pt x="494" y="2292"/>
                </a:lnTo>
                <a:lnTo>
                  <a:pt x="494" y="2291"/>
                </a:lnTo>
                <a:lnTo>
                  <a:pt x="493" y="2291"/>
                </a:lnTo>
                <a:lnTo>
                  <a:pt x="492" y="2290"/>
                </a:lnTo>
                <a:lnTo>
                  <a:pt x="492" y="2289"/>
                </a:lnTo>
                <a:lnTo>
                  <a:pt x="491" y="2289"/>
                </a:lnTo>
                <a:lnTo>
                  <a:pt x="491" y="2288"/>
                </a:lnTo>
                <a:lnTo>
                  <a:pt x="491" y="2287"/>
                </a:lnTo>
                <a:lnTo>
                  <a:pt x="489" y="2287"/>
                </a:lnTo>
                <a:lnTo>
                  <a:pt x="489" y="2286"/>
                </a:lnTo>
                <a:lnTo>
                  <a:pt x="489" y="2285"/>
                </a:lnTo>
                <a:lnTo>
                  <a:pt x="488" y="2285"/>
                </a:lnTo>
                <a:lnTo>
                  <a:pt x="488" y="2284"/>
                </a:lnTo>
                <a:lnTo>
                  <a:pt x="488" y="2283"/>
                </a:lnTo>
                <a:lnTo>
                  <a:pt x="487" y="2283"/>
                </a:lnTo>
                <a:lnTo>
                  <a:pt x="486" y="2283"/>
                </a:lnTo>
                <a:lnTo>
                  <a:pt x="486" y="2281"/>
                </a:lnTo>
                <a:lnTo>
                  <a:pt x="485" y="2281"/>
                </a:lnTo>
                <a:lnTo>
                  <a:pt x="485" y="2280"/>
                </a:lnTo>
                <a:lnTo>
                  <a:pt x="485" y="2279"/>
                </a:lnTo>
                <a:lnTo>
                  <a:pt x="485" y="2278"/>
                </a:lnTo>
                <a:lnTo>
                  <a:pt x="484" y="2278"/>
                </a:lnTo>
                <a:lnTo>
                  <a:pt x="484" y="2277"/>
                </a:lnTo>
                <a:lnTo>
                  <a:pt x="483" y="2277"/>
                </a:lnTo>
                <a:lnTo>
                  <a:pt x="483" y="2276"/>
                </a:lnTo>
                <a:lnTo>
                  <a:pt x="482" y="2276"/>
                </a:lnTo>
                <a:lnTo>
                  <a:pt x="482" y="2277"/>
                </a:lnTo>
                <a:lnTo>
                  <a:pt x="483" y="2277"/>
                </a:lnTo>
                <a:lnTo>
                  <a:pt x="483" y="2278"/>
                </a:lnTo>
                <a:lnTo>
                  <a:pt x="482" y="2278"/>
                </a:lnTo>
                <a:lnTo>
                  <a:pt x="481" y="2278"/>
                </a:lnTo>
                <a:lnTo>
                  <a:pt x="480" y="2278"/>
                </a:lnTo>
                <a:lnTo>
                  <a:pt x="479" y="2278"/>
                </a:lnTo>
                <a:lnTo>
                  <a:pt x="479" y="2277"/>
                </a:lnTo>
                <a:lnTo>
                  <a:pt x="478" y="2277"/>
                </a:lnTo>
                <a:lnTo>
                  <a:pt x="477" y="2277"/>
                </a:lnTo>
                <a:lnTo>
                  <a:pt x="476" y="2277"/>
                </a:lnTo>
                <a:lnTo>
                  <a:pt x="476" y="2276"/>
                </a:lnTo>
                <a:lnTo>
                  <a:pt x="475" y="2276"/>
                </a:lnTo>
                <a:lnTo>
                  <a:pt x="476" y="2276"/>
                </a:lnTo>
                <a:lnTo>
                  <a:pt x="475" y="2276"/>
                </a:lnTo>
                <a:lnTo>
                  <a:pt x="475" y="2275"/>
                </a:lnTo>
                <a:lnTo>
                  <a:pt x="475" y="2274"/>
                </a:lnTo>
                <a:lnTo>
                  <a:pt x="474" y="2274"/>
                </a:lnTo>
                <a:lnTo>
                  <a:pt x="474" y="2273"/>
                </a:lnTo>
                <a:lnTo>
                  <a:pt x="475" y="2273"/>
                </a:lnTo>
                <a:lnTo>
                  <a:pt x="475" y="2272"/>
                </a:lnTo>
                <a:lnTo>
                  <a:pt x="474" y="2272"/>
                </a:lnTo>
                <a:lnTo>
                  <a:pt x="473" y="2272"/>
                </a:lnTo>
                <a:lnTo>
                  <a:pt x="473" y="2271"/>
                </a:lnTo>
                <a:lnTo>
                  <a:pt x="473" y="2270"/>
                </a:lnTo>
                <a:lnTo>
                  <a:pt x="474" y="2270"/>
                </a:lnTo>
                <a:lnTo>
                  <a:pt x="473" y="2270"/>
                </a:lnTo>
                <a:lnTo>
                  <a:pt x="473" y="2269"/>
                </a:lnTo>
                <a:lnTo>
                  <a:pt x="473" y="2268"/>
                </a:lnTo>
                <a:lnTo>
                  <a:pt x="474" y="2268"/>
                </a:lnTo>
                <a:lnTo>
                  <a:pt x="474" y="2267"/>
                </a:lnTo>
                <a:lnTo>
                  <a:pt x="475" y="2267"/>
                </a:lnTo>
                <a:lnTo>
                  <a:pt x="475" y="2266"/>
                </a:lnTo>
                <a:lnTo>
                  <a:pt x="475" y="2265"/>
                </a:lnTo>
                <a:lnTo>
                  <a:pt x="476" y="2265"/>
                </a:lnTo>
                <a:lnTo>
                  <a:pt x="476" y="2264"/>
                </a:lnTo>
                <a:lnTo>
                  <a:pt x="477" y="2264"/>
                </a:lnTo>
                <a:lnTo>
                  <a:pt x="477" y="2263"/>
                </a:lnTo>
                <a:lnTo>
                  <a:pt x="477" y="2262"/>
                </a:lnTo>
                <a:lnTo>
                  <a:pt x="476" y="2262"/>
                </a:lnTo>
                <a:lnTo>
                  <a:pt x="475" y="2262"/>
                </a:lnTo>
                <a:lnTo>
                  <a:pt x="475" y="2261"/>
                </a:lnTo>
                <a:lnTo>
                  <a:pt x="475" y="2260"/>
                </a:lnTo>
                <a:lnTo>
                  <a:pt x="474" y="2260"/>
                </a:lnTo>
                <a:lnTo>
                  <a:pt x="474" y="2259"/>
                </a:lnTo>
                <a:lnTo>
                  <a:pt x="473" y="2259"/>
                </a:lnTo>
                <a:lnTo>
                  <a:pt x="473" y="2258"/>
                </a:lnTo>
                <a:lnTo>
                  <a:pt x="473" y="2259"/>
                </a:lnTo>
                <a:lnTo>
                  <a:pt x="472" y="2259"/>
                </a:lnTo>
                <a:lnTo>
                  <a:pt x="471" y="2259"/>
                </a:lnTo>
                <a:lnTo>
                  <a:pt x="471" y="2258"/>
                </a:lnTo>
                <a:lnTo>
                  <a:pt x="471" y="2257"/>
                </a:lnTo>
                <a:lnTo>
                  <a:pt x="470" y="2257"/>
                </a:lnTo>
                <a:lnTo>
                  <a:pt x="470" y="2256"/>
                </a:lnTo>
                <a:lnTo>
                  <a:pt x="471" y="2256"/>
                </a:lnTo>
                <a:lnTo>
                  <a:pt x="471" y="2255"/>
                </a:lnTo>
                <a:lnTo>
                  <a:pt x="471" y="2254"/>
                </a:lnTo>
                <a:lnTo>
                  <a:pt x="472" y="2253"/>
                </a:lnTo>
                <a:lnTo>
                  <a:pt x="473" y="2253"/>
                </a:lnTo>
                <a:lnTo>
                  <a:pt x="474" y="2253"/>
                </a:lnTo>
                <a:lnTo>
                  <a:pt x="474" y="2252"/>
                </a:lnTo>
                <a:lnTo>
                  <a:pt x="475" y="2252"/>
                </a:lnTo>
                <a:lnTo>
                  <a:pt x="475" y="2253"/>
                </a:lnTo>
                <a:lnTo>
                  <a:pt x="475" y="2252"/>
                </a:lnTo>
                <a:lnTo>
                  <a:pt x="475" y="2251"/>
                </a:lnTo>
                <a:lnTo>
                  <a:pt x="476" y="2251"/>
                </a:lnTo>
                <a:lnTo>
                  <a:pt x="477" y="2251"/>
                </a:lnTo>
                <a:lnTo>
                  <a:pt x="477" y="2250"/>
                </a:lnTo>
                <a:lnTo>
                  <a:pt x="478" y="2250"/>
                </a:lnTo>
                <a:lnTo>
                  <a:pt x="478" y="2249"/>
                </a:lnTo>
                <a:lnTo>
                  <a:pt x="479" y="2249"/>
                </a:lnTo>
                <a:lnTo>
                  <a:pt x="479" y="2248"/>
                </a:lnTo>
                <a:lnTo>
                  <a:pt x="480" y="2248"/>
                </a:lnTo>
                <a:lnTo>
                  <a:pt x="480" y="2247"/>
                </a:lnTo>
                <a:lnTo>
                  <a:pt x="481" y="2247"/>
                </a:lnTo>
                <a:lnTo>
                  <a:pt x="481" y="2246"/>
                </a:lnTo>
                <a:lnTo>
                  <a:pt x="482" y="2246"/>
                </a:lnTo>
                <a:lnTo>
                  <a:pt x="481" y="2246"/>
                </a:lnTo>
                <a:lnTo>
                  <a:pt x="481" y="2245"/>
                </a:lnTo>
                <a:lnTo>
                  <a:pt x="481" y="2244"/>
                </a:lnTo>
                <a:lnTo>
                  <a:pt x="480" y="2244"/>
                </a:lnTo>
                <a:lnTo>
                  <a:pt x="480" y="2243"/>
                </a:lnTo>
                <a:lnTo>
                  <a:pt x="479" y="2243"/>
                </a:lnTo>
                <a:lnTo>
                  <a:pt x="478" y="2243"/>
                </a:lnTo>
                <a:lnTo>
                  <a:pt x="478" y="2242"/>
                </a:lnTo>
                <a:lnTo>
                  <a:pt x="477" y="2242"/>
                </a:lnTo>
                <a:lnTo>
                  <a:pt x="477" y="2241"/>
                </a:lnTo>
                <a:lnTo>
                  <a:pt x="477" y="2240"/>
                </a:lnTo>
                <a:lnTo>
                  <a:pt x="477" y="2239"/>
                </a:lnTo>
                <a:lnTo>
                  <a:pt x="478" y="2239"/>
                </a:lnTo>
                <a:lnTo>
                  <a:pt x="477" y="2239"/>
                </a:lnTo>
                <a:lnTo>
                  <a:pt x="477" y="2238"/>
                </a:lnTo>
                <a:lnTo>
                  <a:pt x="477" y="2239"/>
                </a:lnTo>
                <a:lnTo>
                  <a:pt x="476" y="2239"/>
                </a:lnTo>
                <a:lnTo>
                  <a:pt x="475" y="2239"/>
                </a:lnTo>
                <a:lnTo>
                  <a:pt x="474" y="2239"/>
                </a:lnTo>
                <a:lnTo>
                  <a:pt x="473" y="2239"/>
                </a:lnTo>
                <a:lnTo>
                  <a:pt x="473" y="2238"/>
                </a:lnTo>
                <a:lnTo>
                  <a:pt x="473" y="2237"/>
                </a:lnTo>
                <a:lnTo>
                  <a:pt x="473" y="2236"/>
                </a:lnTo>
                <a:lnTo>
                  <a:pt x="472" y="2236"/>
                </a:lnTo>
                <a:lnTo>
                  <a:pt x="472" y="2235"/>
                </a:lnTo>
                <a:lnTo>
                  <a:pt x="472" y="2234"/>
                </a:lnTo>
                <a:lnTo>
                  <a:pt x="471" y="2234"/>
                </a:lnTo>
                <a:lnTo>
                  <a:pt x="471" y="2233"/>
                </a:lnTo>
                <a:lnTo>
                  <a:pt x="471" y="2232"/>
                </a:lnTo>
                <a:lnTo>
                  <a:pt x="471" y="2231"/>
                </a:lnTo>
                <a:lnTo>
                  <a:pt x="471" y="2230"/>
                </a:lnTo>
                <a:lnTo>
                  <a:pt x="470" y="2230"/>
                </a:lnTo>
                <a:lnTo>
                  <a:pt x="470" y="2229"/>
                </a:lnTo>
                <a:lnTo>
                  <a:pt x="469" y="2229"/>
                </a:lnTo>
                <a:lnTo>
                  <a:pt x="469" y="2228"/>
                </a:lnTo>
                <a:lnTo>
                  <a:pt x="468" y="2228"/>
                </a:lnTo>
                <a:lnTo>
                  <a:pt x="467" y="2228"/>
                </a:lnTo>
                <a:lnTo>
                  <a:pt x="467" y="2227"/>
                </a:lnTo>
                <a:lnTo>
                  <a:pt x="466" y="2227"/>
                </a:lnTo>
                <a:lnTo>
                  <a:pt x="466" y="2226"/>
                </a:lnTo>
                <a:lnTo>
                  <a:pt x="465" y="2226"/>
                </a:lnTo>
                <a:lnTo>
                  <a:pt x="465" y="2225"/>
                </a:lnTo>
                <a:lnTo>
                  <a:pt x="464" y="2225"/>
                </a:lnTo>
                <a:lnTo>
                  <a:pt x="464" y="2224"/>
                </a:lnTo>
                <a:lnTo>
                  <a:pt x="464" y="2223"/>
                </a:lnTo>
                <a:lnTo>
                  <a:pt x="464" y="2222"/>
                </a:lnTo>
                <a:lnTo>
                  <a:pt x="465" y="2222"/>
                </a:lnTo>
                <a:lnTo>
                  <a:pt x="465" y="2221"/>
                </a:lnTo>
                <a:lnTo>
                  <a:pt x="465" y="2220"/>
                </a:lnTo>
                <a:lnTo>
                  <a:pt x="466" y="2220"/>
                </a:lnTo>
                <a:lnTo>
                  <a:pt x="467" y="2220"/>
                </a:lnTo>
                <a:lnTo>
                  <a:pt x="467" y="2219"/>
                </a:lnTo>
                <a:lnTo>
                  <a:pt x="468" y="2219"/>
                </a:lnTo>
                <a:lnTo>
                  <a:pt x="468" y="2218"/>
                </a:lnTo>
                <a:lnTo>
                  <a:pt x="469" y="2218"/>
                </a:lnTo>
                <a:lnTo>
                  <a:pt x="470" y="2218"/>
                </a:lnTo>
                <a:lnTo>
                  <a:pt x="471" y="2218"/>
                </a:lnTo>
                <a:lnTo>
                  <a:pt x="472" y="2218"/>
                </a:lnTo>
                <a:lnTo>
                  <a:pt x="472" y="2217"/>
                </a:lnTo>
                <a:lnTo>
                  <a:pt x="473" y="2217"/>
                </a:lnTo>
                <a:lnTo>
                  <a:pt x="473" y="2216"/>
                </a:lnTo>
                <a:lnTo>
                  <a:pt x="472" y="2216"/>
                </a:lnTo>
                <a:lnTo>
                  <a:pt x="473" y="2216"/>
                </a:lnTo>
                <a:lnTo>
                  <a:pt x="473" y="2215"/>
                </a:lnTo>
                <a:lnTo>
                  <a:pt x="473" y="2214"/>
                </a:lnTo>
                <a:lnTo>
                  <a:pt x="474" y="2214"/>
                </a:lnTo>
                <a:lnTo>
                  <a:pt x="475" y="2214"/>
                </a:lnTo>
                <a:lnTo>
                  <a:pt x="475" y="2213"/>
                </a:lnTo>
                <a:lnTo>
                  <a:pt x="475" y="2212"/>
                </a:lnTo>
                <a:lnTo>
                  <a:pt x="475" y="2211"/>
                </a:lnTo>
                <a:lnTo>
                  <a:pt x="474" y="2211"/>
                </a:lnTo>
                <a:lnTo>
                  <a:pt x="473" y="2211"/>
                </a:lnTo>
                <a:lnTo>
                  <a:pt x="472" y="2211"/>
                </a:lnTo>
                <a:lnTo>
                  <a:pt x="472" y="2210"/>
                </a:lnTo>
                <a:lnTo>
                  <a:pt x="471" y="2210"/>
                </a:lnTo>
                <a:lnTo>
                  <a:pt x="471" y="2209"/>
                </a:lnTo>
                <a:lnTo>
                  <a:pt x="472" y="2209"/>
                </a:lnTo>
                <a:lnTo>
                  <a:pt x="471" y="2209"/>
                </a:lnTo>
                <a:lnTo>
                  <a:pt x="471" y="2208"/>
                </a:lnTo>
                <a:lnTo>
                  <a:pt x="470" y="2208"/>
                </a:lnTo>
                <a:lnTo>
                  <a:pt x="469" y="2208"/>
                </a:lnTo>
                <a:lnTo>
                  <a:pt x="469" y="2207"/>
                </a:lnTo>
                <a:lnTo>
                  <a:pt x="468" y="2207"/>
                </a:lnTo>
                <a:lnTo>
                  <a:pt x="468" y="2206"/>
                </a:lnTo>
                <a:lnTo>
                  <a:pt x="467" y="2206"/>
                </a:lnTo>
                <a:lnTo>
                  <a:pt x="466" y="2206"/>
                </a:lnTo>
                <a:lnTo>
                  <a:pt x="465" y="2206"/>
                </a:lnTo>
                <a:lnTo>
                  <a:pt x="464" y="2205"/>
                </a:lnTo>
                <a:lnTo>
                  <a:pt x="463" y="2205"/>
                </a:lnTo>
                <a:lnTo>
                  <a:pt x="463" y="2204"/>
                </a:lnTo>
                <a:lnTo>
                  <a:pt x="462" y="2204"/>
                </a:lnTo>
                <a:lnTo>
                  <a:pt x="461" y="2204"/>
                </a:lnTo>
                <a:lnTo>
                  <a:pt x="461" y="2203"/>
                </a:lnTo>
                <a:lnTo>
                  <a:pt x="460" y="2203"/>
                </a:lnTo>
                <a:lnTo>
                  <a:pt x="460" y="2204"/>
                </a:lnTo>
                <a:lnTo>
                  <a:pt x="460" y="2203"/>
                </a:lnTo>
                <a:lnTo>
                  <a:pt x="459" y="2203"/>
                </a:lnTo>
                <a:lnTo>
                  <a:pt x="459" y="2202"/>
                </a:lnTo>
                <a:lnTo>
                  <a:pt x="459" y="2201"/>
                </a:lnTo>
                <a:lnTo>
                  <a:pt x="459" y="2202"/>
                </a:lnTo>
                <a:lnTo>
                  <a:pt x="459" y="2201"/>
                </a:lnTo>
                <a:lnTo>
                  <a:pt x="460" y="2201"/>
                </a:lnTo>
                <a:lnTo>
                  <a:pt x="460" y="2200"/>
                </a:lnTo>
                <a:lnTo>
                  <a:pt x="460" y="2199"/>
                </a:lnTo>
                <a:lnTo>
                  <a:pt x="459" y="2199"/>
                </a:lnTo>
                <a:lnTo>
                  <a:pt x="458" y="2199"/>
                </a:lnTo>
                <a:lnTo>
                  <a:pt x="458" y="2200"/>
                </a:lnTo>
                <a:lnTo>
                  <a:pt x="458" y="2199"/>
                </a:lnTo>
                <a:lnTo>
                  <a:pt x="457" y="2199"/>
                </a:lnTo>
                <a:lnTo>
                  <a:pt x="457" y="2200"/>
                </a:lnTo>
                <a:lnTo>
                  <a:pt x="456" y="2200"/>
                </a:lnTo>
                <a:lnTo>
                  <a:pt x="455" y="2200"/>
                </a:lnTo>
                <a:lnTo>
                  <a:pt x="455" y="2199"/>
                </a:lnTo>
                <a:lnTo>
                  <a:pt x="455" y="2200"/>
                </a:lnTo>
                <a:lnTo>
                  <a:pt x="454" y="2200"/>
                </a:lnTo>
                <a:lnTo>
                  <a:pt x="454" y="2199"/>
                </a:lnTo>
                <a:lnTo>
                  <a:pt x="454" y="2198"/>
                </a:lnTo>
                <a:lnTo>
                  <a:pt x="454" y="2197"/>
                </a:lnTo>
                <a:lnTo>
                  <a:pt x="454" y="2196"/>
                </a:lnTo>
                <a:lnTo>
                  <a:pt x="454" y="2195"/>
                </a:lnTo>
                <a:lnTo>
                  <a:pt x="453" y="2195"/>
                </a:lnTo>
                <a:lnTo>
                  <a:pt x="453" y="2194"/>
                </a:lnTo>
                <a:lnTo>
                  <a:pt x="453" y="2193"/>
                </a:lnTo>
                <a:lnTo>
                  <a:pt x="452" y="2193"/>
                </a:lnTo>
                <a:lnTo>
                  <a:pt x="452" y="2192"/>
                </a:lnTo>
                <a:lnTo>
                  <a:pt x="452" y="2191"/>
                </a:lnTo>
                <a:lnTo>
                  <a:pt x="451" y="2191"/>
                </a:lnTo>
                <a:lnTo>
                  <a:pt x="450" y="2191"/>
                </a:lnTo>
                <a:lnTo>
                  <a:pt x="450" y="2192"/>
                </a:lnTo>
                <a:lnTo>
                  <a:pt x="449" y="2192"/>
                </a:lnTo>
                <a:lnTo>
                  <a:pt x="448" y="2192"/>
                </a:lnTo>
                <a:lnTo>
                  <a:pt x="447" y="2192"/>
                </a:lnTo>
                <a:lnTo>
                  <a:pt x="446" y="2192"/>
                </a:lnTo>
                <a:lnTo>
                  <a:pt x="446" y="2191"/>
                </a:lnTo>
                <a:lnTo>
                  <a:pt x="446" y="2190"/>
                </a:lnTo>
                <a:lnTo>
                  <a:pt x="445" y="2190"/>
                </a:lnTo>
                <a:lnTo>
                  <a:pt x="446" y="2190"/>
                </a:lnTo>
                <a:lnTo>
                  <a:pt x="446" y="2189"/>
                </a:lnTo>
                <a:lnTo>
                  <a:pt x="445" y="2189"/>
                </a:lnTo>
                <a:lnTo>
                  <a:pt x="445" y="2188"/>
                </a:lnTo>
                <a:lnTo>
                  <a:pt x="445" y="2187"/>
                </a:lnTo>
                <a:lnTo>
                  <a:pt x="445" y="2186"/>
                </a:lnTo>
                <a:lnTo>
                  <a:pt x="444" y="2186"/>
                </a:lnTo>
                <a:lnTo>
                  <a:pt x="444" y="2185"/>
                </a:lnTo>
                <a:lnTo>
                  <a:pt x="444" y="2184"/>
                </a:lnTo>
                <a:lnTo>
                  <a:pt x="445" y="2184"/>
                </a:lnTo>
                <a:lnTo>
                  <a:pt x="445" y="2183"/>
                </a:lnTo>
                <a:lnTo>
                  <a:pt x="446" y="2183"/>
                </a:lnTo>
                <a:lnTo>
                  <a:pt x="446" y="2182"/>
                </a:lnTo>
                <a:lnTo>
                  <a:pt x="447" y="2182"/>
                </a:lnTo>
                <a:lnTo>
                  <a:pt x="448" y="2182"/>
                </a:lnTo>
                <a:lnTo>
                  <a:pt x="448" y="2181"/>
                </a:lnTo>
                <a:lnTo>
                  <a:pt x="449" y="2181"/>
                </a:lnTo>
                <a:lnTo>
                  <a:pt x="449" y="2180"/>
                </a:lnTo>
                <a:lnTo>
                  <a:pt x="449" y="2179"/>
                </a:lnTo>
                <a:lnTo>
                  <a:pt x="450" y="2179"/>
                </a:lnTo>
                <a:lnTo>
                  <a:pt x="449" y="2179"/>
                </a:lnTo>
                <a:lnTo>
                  <a:pt x="450" y="2178"/>
                </a:lnTo>
                <a:lnTo>
                  <a:pt x="449" y="2178"/>
                </a:lnTo>
                <a:lnTo>
                  <a:pt x="449" y="2177"/>
                </a:lnTo>
                <a:lnTo>
                  <a:pt x="450" y="2177"/>
                </a:lnTo>
                <a:lnTo>
                  <a:pt x="450" y="2176"/>
                </a:lnTo>
                <a:lnTo>
                  <a:pt x="451" y="2176"/>
                </a:lnTo>
                <a:lnTo>
                  <a:pt x="451" y="2175"/>
                </a:lnTo>
                <a:lnTo>
                  <a:pt x="451" y="2174"/>
                </a:lnTo>
                <a:lnTo>
                  <a:pt x="451" y="2173"/>
                </a:lnTo>
                <a:lnTo>
                  <a:pt x="450" y="2173"/>
                </a:lnTo>
                <a:lnTo>
                  <a:pt x="449" y="2173"/>
                </a:lnTo>
                <a:lnTo>
                  <a:pt x="449" y="2172"/>
                </a:lnTo>
                <a:lnTo>
                  <a:pt x="448" y="2172"/>
                </a:lnTo>
                <a:lnTo>
                  <a:pt x="448" y="2171"/>
                </a:lnTo>
                <a:lnTo>
                  <a:pt x="449" y="2171"/>
                </a:lnTo>
                <a:lnTo>
                  <a:pt x="449" y="2170"/>
                </a:lnTo>
                <a:lnTo>
                  <a:pt x="449" y="2169"/>
                </a:lnTo>
                <a:lnTo>
                  <a:pt x="449" y="2168"/>
                </a:lnTo>
                <a:lnTo>
                  <a:pt x="448" y="2168"/>
                </a:lnTo>
                <a:lnTo>
                  <a:pt x="448" y="2169"/>
                </a:lnTo>
                <a:lnTo>
                  <a:pt x="448" y="2168"/>
                </a:lnTo>
                <a:lnTo>
                  <a:pt x="447" y="2168"/>
                </a:lnTo>
                <a:lnTo>
                  <a:pt x="447" y="2167"/>
                </a:lnTo>
                <a:lnTo>
                  <a:pt x="446" y="2166"/>
                </a:lnTo>
                <a:lnTo>
                  <a:pt x="447" y="2166"/>
                </a:lnTo>
                <a:lnTo>
                  <a:pt x="448" y="2166"/>
                </a:lnTo>
                <a:lnTo>
                  <a:pt x="448" y="2165"/>
                </a:lnTo>
                <a:lnTo>
                  <a:pt x="448" y="2164"/>
                </a:lnTo>
                <a:lnTo>
                  <a:pt x="448" y="2163"/>
                </a:lnTo>
                <a:lnTo>
                  <a:pt x="448" y="2162"/>
                </a:lnTo>
                <a:lnTo>
                  <a:pt x="448" y="2161"/>
                </a:lnTo>
                <a:lnTo>
                  <a:pt x="448" y="2160"/>
                </a:lnTo>
                <a:lnTo>
                  <a:pt x="447" y="2160"/>
                </a:lnTo>
                <a:lnTo>
                  <a:pt x="447" y="2159"/>
                </a:lnTo>
                <a:lnTo>
                  <a:pt x="446" y="2159"/>
                </a:lnTo>
                <a:lnTo>
                  <a:pt x="446" y="2158"/>
                </a:lnTo>
                <a:lnTo>
                  <a:pt x="446" y="2157"/>
                </a:lnTo>
                <a:lnTo>
                  <a:pt x="445" y="2157"/>
                </a:lnTo>
                <a:lnTo>
                  <a:pt x="445" y="2156"/>
                </a:lnTo>
                <a:lnTo>
                  <a:pt x="444" y="2156"/>
                </a:lnTo>
                <a:lnTo>
                  <a:pt x="444" y="2155"/>
                </a:lnTo>
                <a:lnTo>
                  <a:pt x="444" y="2154"/>
                </a:lnTo>
                <a:lnTo>
                  <a:pt x="443" y="2154"/>
                </a:lnTo>
                <a:lnTo>
                  <a:pt x="443" y="2153"/>
                </a:lnTo>
                <a:lnTo>
                  <a:pt x="442" y="2153"/>
                </a:lnTo>
                <a:lnTo>
                  <a:pt x="442" y="2152"/>
                </a:lnTo>
                <a:lnTo>
                  <a:pt x="441" y="2152"/>
                </a:lnTo>
                <a:lnTo>
                  <a:pt x="441" y="2151"/>
                </a:lnTo>
                <a:lnTo>
                  <a:pt x="441" y="2150"/>
                </a:lnTo>
                <a:lnTo>
                  <a:pt x="442" y="2150"/>
                </a:lnTo>
                <a:lnTo>
                  <a:pt x="442" y="2149"/>
                </a:lnTo>
                <a:lnTo>
                  <a:pt x="443" y="2149"/>
                </a:lnTo>
                <a:lnTo>
                  <a:pt x="443" y="2148"/>
                </a:lnTo>
                <a:lnTo>
                  <a:pt x="444" y="2148"/>
                </a:lnTo>
                <a:lnTo>
                  <a:pt x="444" y="2147"/>
                </a:lnTo>
                <a:lnTo>
                  <a:pt x="445" y="2147"/>
                </a:lnTo>
                <a:lnTo>
                  <a:pt x="446" y="2147"/>
                </a:lnTo>
                <a:lnTo>
                  <a:pt x="446" y="2146"/>
                </a:lnTo>
                <a:lnTo>
                  <a:pt x="446" y="2147"/>
                </a:lnTo>
                <a:lnTo>
                  <a:pt x="447" y="2147"/>
                </a:lnTo>
                <a:lnTo>
                  <a:pt x="448" y="2147"/>
                </a:lnTo>
                <a:lnTo>
                  <a:pt x="449" y="2147"/>
                </a:lnTo>
                <a:lnTo>
                  <a:pt x="449" y="2146"/>
                </a:lnTo>
                <a:lnTo>
                  <a:pt x="450" y="2146"/>
                </a:lnTo>
                <a:lnTo>
                  <a:pt x="451" y="2146"/>
                </a:lnTo>
                <a:lnTo>
                  <a:pt x="451" y="2145"/>
                </a:lnTo>
                <a:lnTo>
                  <a:pt x="452" y="2144"/>
                </a:lnTo>
                <a:lnTo>
                  <a:pt x="452" y="2143"/>
                </a:lnTo>
                <a:lnTo>
                  <a:pt x="453" y="2143"/>
                </a:lnTo>
                <a:lnTo>
                  <a:pt x="453" y="2142"/>
                </a:lnTo>
                <a:lnTo>
                  <a:pt x="453" y="2143"/>
                </a:lnTo>
                <a:lnTo>
                  <a:pt x="454" y="2143"/>
                </a:lnTo>
                <a:lnTo>
                  <a:pt x="455" y="2143"/>
                </a:lnTo>
                <a:lnTo>
                  <a:pt x="456" y="2143"/>
                </a:lnTo>
                <a:lnTo>
                  <a:pt x="456" y="2142"/>
                </a:lnTo>
                <a:lnTo>
                  <a:pt x="456" y="2143"/>
                </a:lnTo>
                <a:lnTo>
                  <a:pt x="457" y="2143"/>
                </a:lnTo>
                <a:lnTo>
                  <a:pt x="457" y="2142"/>
                </a:lnTo>
                <a:lnTo>
                  <a:pt x="458" y="2142"/>
                </a:lnTo>
                <a:lnTo>
                  <a:pt x="458" y="2141"/>
                </a:lnTo>
                <a:lnTo>
                  <a:pt x="457" y="2141"/>
                </a:lnTo>
                <a:lnTo>
                  <a:pt x="458" y="2141"/>
                </a:lnTo>
                <a:lnTo>
                  <a:pt x="458" y="2140"/>
                </a:lnTo>
                <a:lnTo>
                  <a:pt x="459" y="2140"/>
                </a:lnTo>
                <a:lnTo>
                  <a:pt x="459" y="2141"/>
                </a:lnTo>
                <a:lnTo>
                  <a:pt x="460" y="2141"/>
                </a:lnTo>
                <a:lnTo>
                  <a:pt x="461" y="2141"/>
                </a:lnTo>
                <a:lnTo>
                  <a:pt x="462" y="2141"/>
                </a:lnTo>
                <a:lnTo>
                  <a:pt x="462" y="2140"/>
                </a:lnTo>
                <a:lnTo>
                  <a:pt x="463" y="2140"/>
                </a:lnTo>
                <a:lnTo>
                  <a:pt x="463" y="2139"/>
                </a:lnTo>
                <a:lnTo>
                  <a:pt x="464" y="2139"/>
                </a:lnTo>
                <a:lnTo>
                  <a:pt x="464" y="2138"/>
                </a:lnTo>
                <a:lnTo>
                  <a:pt x="465" y="2138"/>
                </a:lnTo>
                <a:lnTo>
                  <a:pt x="466" y="2138"/>
                </a:lnTo>
                <a:lnTo>
                  <a:pt x="466" y="2137"/>
                </a:lnTo>
                <a:lnTo>
                  <a:pt x="467" y="2137"/>
                </a:lnTo>
                <a:lnTo>
                  <a:pt x="467" y="2136"/>
                </a:lnTo>
                <a:lnTo>
                  <a:pt x="468" y="2136"/>
                </a:lnTo>
                <a:lnTo>
                  <a:pt x="469" y="2136"/>
                </a:lnTo>
                <a:lnTo>
                  <a:pt x="469" y="2135"/>
                </a:lnTo>
                <a:lnTo>
                  <a:pt x="469" y="2136"/>
                </a:lnTo>
                <a:lnTo>
                  <a:pt x="469" y="2135"/>
                </a:lnTo>
                <a:lnTo>
                  <a:pt x="470" y="2135"/>
                </a:lnTo>
                <a:lnTo>
                  <a:pt x="470" y="2134"/>
                </a:lnTo>
                <a:lnTo>
                  <a:pt x="471" y="2134"/>
                </a:lnTo>
                <a:lnTo>
                  <a:pt x="471" y="2133"/>
                </a:lnTo>
                <a:lnTo>
                  <a:pt x="472" y="2134"/>
                </a:lnTo>
                <a:lnTo>
                  <a:pt x="472" y="2133"/>
                </a:lnTo>
                <a:lnTo>
                  <a:pt x="472" y="2134"/>
                </a:lnTo>
                <a:lnTo>
                  <a:pt x="473" y="2134"/>
                </a:lnTo>
                <a:lnTo>
                  <a:pt x="472" y="2134"/>
                </a:lnTo>
                <a:lnTo>
                  <a:pt x="472" y="2135"/>
                </a:lnTo>
                <a:lnTo>
                  <a:pt x="473" y="2135"/>
                </a:lnTo>
                <a:lnTo>
                  <a:pt x="473" y="2136"/>
                </a:lnTo>
                <a:lnTo>
                  <a:pt x="472" y="2137"/>
                </a:lnTo>
                <a:lnTo>
                  <a:pt x="472" y="2138"/>
                </a:lnTo>
                <a:lnTo>
                  <a:pt x="472" y="2139"/>
                </a:lnTo>
                <a:lnTo>
                  <a:pt x="473" y="2139"/>
                </a:lnTo>
                <a:lnTo>
                  <a:pt x="473" y="2140"/>
                </a:lnTo>
                <a:lnTo>
                  <a:pt x="473" y="2141"/>
                </a:lnTo>
                <a:lnTo>
                  <a:pt x="474" y="2141"/>
                </a:lnTo>
                <a:lnTo>
                  <a:pt x="475" y="2141"/>
                </a:lnTo>
                <a:lnTo>
                  <a:pt x="475" y="2142"/>
                </a:lnTo>
                <a:lnTo>
                  <a:pt x="475" y="2143"/>
                </a:lnTo>
                <a:lnTo>
                  <a:pt x="476" y="2143"/>
                </a:lnTo>
                <a:lnTo>
                  <a:pt x="475" y="2143"/>
                </a:lnTo>
                <a:lnTo>
                  <a:pt x="475" y="2144"/>
                </a:lnTo>
                <a:lnTo>
                  <a:pt x="475" y="2145"/>
                </a:lnTo>
                <a:lnTo>
                  <a:pt x="475" y="2146"/>
                </a:lnTo>
                <a:lnTo>
                  <a:pt x="474" y="2146"/>
                </a:lnTo>
                <a:lnTo>
                  <a:pt x="474" y="2147"/>
                </a:lnTo>
                <a:lnTo>
                  <a:pt x="474" y="2146"/>
                </a:lnTo>
                <a:lnTo>
                  <a:pt x="474" y="2147"/>
                </a:lnTo>
                <a:lnTo>
                  <a:pt x="474" y="2148"/>
                </a:lnTo>
                <a:lnTo>
                  <a:pt x="473" y="2148"/>
                </a:lnTo>
                <a:lnTo>
                  <a:pt x="474" y="2148"/>
                </a:lnTo>
                <a:lnTo>
                  <a:pt x="474" y="2149"/>
                </a:lnTo>
                <a:lnTo>
                  <a:pt x="474" y="2150"/>
                </a:lnTo>
                <a:lnTo>
                  <a:pt x="475" y="2150"/>
                </a:lnTo>
                <a:lnTo>
                  <a:pt x="475" y="2151"/>
                </a:lnTo>
                <a:lnTo>
                  <a:pt x="474" y="2151"/>
                </a:lnTo>
                <a:lnTo>
                  <a:pt x="475" y="2151"/>
                </a:lnTo>
                <a:lnTo>
                  <a:pt x="475" y="2152"/>
                </a:lnTo>
                <a:lnTo>
                  <a:pt x="475" y="2153"/>
                </a:lnTo>
                <a:lnTo>
                  <a:pt x="476" y="2153"/>
                </a:lnTo>
                <a:lnTo>
                  <a:pt x="475" y="2153"/>
                </a:lnTo>
                <a:lnTo>
                  <a:pt x="475" y="2154"/>
                </a:lnTo>
                <a:lnTo>
                  <a:pt x="476" y="2154"/>
                </a:lnTo>
                <a:lnTo>
                  <a:pt x="476" y="2155"/>
                </a:lnTo>
                <a:lnTo>
                  <a:pt x="475" y="2155"/>
                </a:lnTo>
                <a:lnTo>
                  <a:pt x="475" y="2156"/>
                </a:lnTo>
                <a:lnTo>
                  <a:pt x="476" y="2156"/>
                </a:lnTo>
                <a:lnTo>
                  <a:pt x="476" y="2157"/>
                </a:lnTo>
                <a:lnTo>
                  <a:pt x="475" y="2157"/>
                </a:lnTo>
                <a:lnTo>
                  <a:pt x="476" y="2157"/>
                </a:lnTo>
                <a:lnTo>
                  <a:pt x="477" y="2157"/>
                </a:lnTo>
                <a:lnTo>
                  <a:pt x="477" y="2158"/>
                </a:lnTo>
                <a:lnTo>
                  <a:pt x="477" y="2159"/>
                </a:lnTo>
                <a:lnTo>
                  <a:pt x="478" y="2159"/>
                </a:lnTo>
                <a:lnTo>
                  <a:pt x="478" y="2160"/>
                </a:lnTo>
                <a:lnTo>
                  <a:pt x="478" y="2161"/>
                </a:lnTo>
                <a:lnTo>
                  <a:pt x="479" y="2161"/>
                </a:lnTo>
                <a:lnTo>
                  <a:pt x="479" y="2162"/>
                </a:lnTo>
                <a:lnTo>
                  <a:pt x="480" y="2162"/>
                </a:lnTo>
                <a:lnTo>
                  <a:pt x="480" y="2163"/>
                </a:lnTo>
                <a:lnTo>
                  <a:pt x="481" y="2163"/>
                </a:lnTo>
                <a:lnTo>
                  <a:pt x="481" y="2164"/>
                </a:lnTo>
                <a:lnTo>
                  <a:pt x="482" y="2164"/>
                </a:lnTo>
                <a:lnTo>
                  <a:pt x="483" y="2163"/>
                </a:lnTo>
                <a:lnTo>
                  <a:pt x="483" y="2164"/>
                </a:lnTo>
                <a:lnTo>
                  <a:pt x="484" y="2164"/>
                </a:lnTo>
                <a:lnTo>
                  <a:pt x="484" y="2165"/>
                </a:lnTo>
                <a:lnTo>
                  <a:pt x="485" y="2165"/>
                </a:lnTo>
                <a:lnTo>
                  <a:pt x="486" y="2165"/>
                </a:lnTo>
                <a:lnTo>
                  <a:pt x="487" y="2165"/>
                </a:lnTo>
                <a:lnTo>
                  <a:pt x="487" y="2166"/>
                </a:lnTo>
                <a:lnTo>
                  <a:pt x="487" y="2167"/>
                </a:lnTo>
                <a:lnTo>
                  <a:pt x="487" y="2168"/>
                </a:lnTo>
                <a:lnTo>
                  <a:pt x="488" y="2168"/>
                </a:lnTo>
                <a:lnTo>
                  <a:pt x="488" y="2169"/>
                </a:lnTo>
                <a:lnTo>
                  <a:pt x="489" y="2169"/>
                </a:lnTo>
                <a:lnTo>
                  <a:pt x="490" y="2169"/>
                </a:lnTo>
                <a:lnTo>
                  <a:pt x="490" y="2170"/>
                </a:lnTo>
                <a:lnTo>
                  <a:pt x="491" y="2170"/>
                </a:lnTo>
                <a:lnTo>
                  <a:pt x="491" y="2171"/>
                </a:lnTo>
                <a:lnTo>
                  <a:pt x="492" y="2171"/>
                </a:lnTo>
                <a:lnTo>
                  <a:pt x="493" y="2172"/>
                </a:lnTo>
                <a:lnTo>
                  <a:pt x="493" y="2171"/>
                </a:lnTo>
                <a:lnTo>
                  <a:pt x="493" y="2170"/>
                </a:lnTo>
                <a:lnTo>
                  <a:pt x="494" y="2170"/>
                </a:lnTo>
                <a:lnTo>
                  <a:pt x="494" y="2169"/>
                </a:lnTo>
                <a:lnTo>
                  <a:pt x="494" y="2168"/>
                </a:lnTo>
                <a:lnTo>
                  <a:pt x="495" y="2168"/>
                </a:lnTo>
                <a:lnTo>
                  <a:pt x="495" y="2167"/>
                </a:lnTo>
                <a:lnTo>
                  <a:pt x="496" y="2167"/>
                </a:lnTo>
                <a:lnTo>
                  <a:pt x="497" y="2167"/>
                </a:lnTo>
                <a:lnTo>
                  <a:pt x="498" y="2167"/>
                </a:lnTo>
                <a:lnTo>
                  <a:pt x="500" y="2167"/>
                </a:lnTo>
                <a:lnTo>
                  <a:pt x="500" y="2166"/>
                </a:lnTo>
                <a:lnTo>
                  <a:pt x="501" y="2166"/>
                </a:lnTo>
                <a:lnTo>
                  <a:pt x="502" y="2166"/>
                </a:lnTo>
                <a:lnTo>
                  <a:pt x="502" y="2167"/>
                </a:lnTo>
                <a:lnTo>
                  <a:pt x="503" y="2167"/>
                </a:lnTo>
                <a:lnTo>
                  <a:pt x="503" y="2168"/>
                </a:lnTo>
                <a:lnTo>
                  <a:pt x="504" y="2168"/>
                </a:lnTo>
                <a:lnTo>
                  <a:pt x="505" y="2168"/>
                </a:lnTo>
                <a:lnTo>
                  <a:pt x="505" y="2167"/>
                </a:lnTo>
                <a:lnTo>
                  <a:pt x="505" y="2166"/>
                </a:lnTo>
                <a:lnTo>
                  <a:pt x="504" y="2165"/>
                </a:lnTo>
                <a:lnTo>
                  <a:pt x="505" y="2165"/>
                </a:lnTo>
                <a:lnTo>
                  <a:pt x="505" y="2164"/>
                </a:lnTo>
                <a:lnTo>
                  <a:pt x="506" y="2164"/>
                </a:lnTo>
                <a:lnTo>
                  <a:pt x="506" y="2163"/>
                </a:lnTo>
                <a:lnTo>
                  <a:pt x="507" y="2163"/>
                </a:lnTo>
                <a:lnTo>
                  <a:pt x="507" y="2162"/>
                </a:lnTo>
                <a:lnTo>
                  <a:pt x="506" y="2162"/>
                </a:lnTo>
                <a:lnTo>
                  <a:pt x="506" y="2161"/>
                </a:lnTo>
                <a:lnTo>
                  <a:pt x="506" y="2160"/>
                </a:lnTo>
                <a:lnTo>
                  <a:pt x="506" y="2159"/>
                </a:lnTo>
                <a:lnTo>
                  <a:pt x="507" y="2159"/>
                </a:lnTo>
                <a:lnTo>
                  <a:pt x="507" y="2158"/>
                </a:lnTo>
                <a:lnTo>
                  <a:pt x="507" y="2157"/>
                </a:lnTo>
                <a:lnTo>
                  <a:pt x="508" y="2157"/>
                </a:lnTo>
                <a:lnTo>
                  <a:pt x="509" y="2157"/>
                </a:lnTo>
                <a:lnTo>
                  <a:pt x="509" y="2156"/>
                </a:lnTo>
                <a:lnTo>
                  <a:pt x="509" y="2155"/>
                </a:lnTo>
                <a:lnTo>
                  <a:pt x="510" y="2155"/>
                </a:lnTo>
                <a:lnTo>
                  <a:pt x="511" y="2155"/>
                </a:lnTo>
                <a:lnTo>
                  <a:pt x="512" y="2155"/>
                </a:lnTo>
                <a:lnTo>
                  <a:pt x="512" y="2154"/>
                </a:lnTo>
                <a:lnTo>
                  <a:pt x="512" y="2153"/>
                </a:lnTo>
                <a:lnTo>
                  <a:pt x="513" y="2153"/>
                </a:lnTo>
                <a:lnTo>
                  <a:pt x="513" y="2154"/>
                </a:lnTo>
                <a:lnTo>
                  <a:pt x="514" y="2154"/>
                </a:lnTo>
                <a:lnTo>
                  <a:pt x="514" y="2153"/>
                </a:lnTo>
                <a:lnTo>
                  <a:pt x="514" y="2154"/>
                </a:lnTo>
                <a:lnTo>
                  <a:pt x="515" y="2154"/>
                </a:lnTo>
                <a:lnTo>
                  <a:pt x="515" y="2153"/>
                </a:lnTo>
                <a:lnTo>
                  <a:pt x="515" y="2154"/>
                </a:lnTo>
                <a:lnTo>
                  <a:pt x="515" y="2153"/>
                </a:lnTo>
                <a:lnTo>
                  <a:pt x="515" y="2152"/>
                </a:lnTo>
                <a:lnTo>
                  <a:pt x="516" y="2152"/>
                </a:lnTo>
                <a:lnTo>
                  <a:pt x="516" y="2153"/>
                </a:lnTo>
                <a:lnTo>
                  <a:pt x="517" y="2153"/>
                </a:lnTo>
                <a:lnTo>
                  <a:pt x="518" y="2153"/>
                </a:lnTo>
                <a:lnTo>
                  <a:pt x="518" y="2152"/>
                </a:lnTo>
                <a:lnTo>
                  <a:pt x="518" y="2151"/>
                </a:lnTo>
                <a:lnTo>
                  <a:pt x="519" y="2151"/>
                </a:lnTo>
                <a:lnTo>
                  <a:pt x="520" y="2151"/>
                </a:lnTo>
                <a:lnTo>
                  <a:pt x="520" y="2150"/>
                </a:lnTo>
                <a:lnTo>
                  <a:pt x="520" y="2149"/>
                </a:lnTo>
                <a:lnTo>
                  <a:pt x="519" y="2149"/>
                </a:lnTo>
                <a:lnTo>
                  <a:pt x="519" y="2148"/>
                </a:lnTo>
                <a:lnTo>
                  <a:pt x="520" y="2148"/>
                </a:lnTo>
                <a:lnTo>
                  <a:pt x="520" y="2147"/>
                </a:lnTo>
                <a:lnTo>
                  <a:pt x="521" y="2147"/>
                </a:lnTo>
                <a:lnTo>
                  <a:pt x="521" y="2146"/>
                </a:lnTo>
                <a:lnTo>
                  <a:pt x="522" y="2146"/>
                </a:lnTo>
                <a:lnTo>
                  <a:pt x="522" y="2145"/>
                </a:lnTo>
                <a:lnTo>
                  <a:pt x="523" y="2144"/>
                </a:lnTo>
                <a:lnTo>
                  <a:pt x="523" y="2143"/>
                </a:lnTo>
                <a:lnTo>
                  <a:pt x="522" y="2143"/>
                </a:lnTo>
                <a:lnTo>
                  <a:pt x="522" y="2142"/>
                </a:lnTo>
                <a:lnTo>
                  <a:pt x="522" y="2141"/>
                </a:lnTo>
                <a:lnTo>
                  <a:pt x="522" y="2140"/>
                </a:lnTo>
                <a:lnTo>
                  <a:pt x="521" y="2140"/>
                </a:lnTo>
                <a:lnTo>
                  <a:pt x="521" y="2139"/>
                </a:lnTo>
                <a:lnTo>
                  <a:pt x="521" y="2138"/>
                </a:lnTo>
                <a:lnTo>
                  <a:pt x="520" y="2138"/>
                </a:lnTo>
                <a:lnTo>
                  <a:pt x="520" y="2137"/>
                </a:lnTo>
                <a:lnTo>
                  <a:pt x="520" y="2136"/>
                </a:lnTo>
                <a:lnTo>
                  <a:pt x="520" y="2135"/>
                </a:lnTo>
                <a:lnTo>
                  <a:pt x="521" y="2136"/>
                </a:lnTo>
                <a:lnTo>
                  <a:pt x="521" y="2135"/>
                </a:lnTo>
                <a:lnTo>
                  <a:pt x="521" y="2134"/>
                </a:lnTo>
                <a:lnTo>
                  <a:pt x="521" y="2133"/>
                </a:lnTo>
                <a:lnTo>
                  <a:pt x="521" y="2132"/>
                </a:lnTo>
                <a:lnTo>
                  <a:pt x="522" y="2132"/>
                </a:lnTo>
                <a:lnTo>
                  <a:pt x="522" y="2131"/>
                </a:lnTo>
                <a:lnTo>
                  <a:pt x="521" y="2131"/>
                </a:lnTo>
                <a:lnTo>
                  <a:pt x="521" y="2130"/>
                </a:lnTo>
                <a:lnTo>
                  <a:pt x="522" y="2130"/>
                </a:lnTo>
                <a:lnTo>
                  <a:pt x="521" y="2130"/>
                </a:lnTo>
                <a:lnTo>
                  <a:pt x="521" y="2129"/>
                </a:lnTo>
                <a:lnTo>
                  <a:pt x="521" y="2128"/>
                </a:lnTo>
                <a:lnTo>
                  <a:pt x="520" y="2128"/>
                </a:lnTo>
                <a:lnTo>
                  <a:pt x="520" y="2127"/>
                </a:lnTo>
                <a:lnTo>
                  <a:pt x="520" y="2126"/>
                </a:lnTo>
                <a:lnTo>
                  <a:pt x="519" y="2126"/>
                </a:lnTo>
                <a:lnTo>
                  <a:pt x="519" y="2125"/>
                </a:lnTo>
                <a:lnTo>
                  <a:pt x="518" y="2125"/>
                </a:lnTo>
                <a:lnTo>
                  <a:pt x="517" y="2125"/>
                </a:lnTo>
                <a:lnTo>
                  <a:pt x="517" y="2126"/>
                </a:lnTo>
                <a:lnTo>
                  <a:pt x="516" y="2126"/>
                </a:lnTo>
                <a:lnTo>
                  <a:pt x="516" y="2125"/>
                </a:lnTo>
                <a:lnTo>
                  <a:pt x="515" y="2125"/>
                </a:lnTo>
                <a:lnTo>
                  <a:pt x="516" y="2125"/>
                </a:lnTo>
                <a:lnTo>
                  <a:pt x="515" y="2124"/>
                </a:lnTo>
                <a:lnTo>
                  <a:pt x="516" y="2124"/>
                </a:lnTo>
                <a:lnTo>
                  <a:pt x="516" y="2123"/>
                </a:lnTo>
                <a:lnTo>
                  <a:pt x="516" y="2122"/>
                </a:lnTo>
                <a:lnTo>
                  <a:pt x="516" y="2121"/>
                </a:lnTo>
                <a:lnTo>
                  <a:pt x="516" y="2120"/>
                </a:lnTo>
                <a:lnTo>
                  <a:pt x="516" y="2119"/>
                </a:lnTo>
                <a:lnTo>
                  <a:pt x="517" y="2119"/>
                </a:lnTo>
                <a:lnTo>
                  <a:pt x="516" y="2119"/>
                </a:lnTo>
                <a:lnTo>
                  <a:pt x="516" y="2118"/>
                </a:lnTo>
                <a:lnTo>
                  <a:pt x="516" y="2117"/>
                </a:lnTo>
                <a:lnTo>
                  <a:pt x="516" y="2116"/>
                </a:lnTo>
                <a:lnTo>
                  <a:pt x="517" y="2116"/>
                </a:lnTo>
                <a:lnTo>
                  <a:pt x="516" y="2116"/>
                </a:lnTo>
                <a:lnTo>
                  <a:pt x="516" y="2115"/>
                </a:lnTo>
                <a:lnTo>
                  <a:pt x="516" y="2114"/>
                </a:lnTo>
                <a:lnTo>
                  <a:pt x="516" y="2113"/>
                </a:lnTo>
                <a:lnTo>
                  <a:pt x="516" y="2112"/>
                </a:lnTo>
                <a:lnTo>
                  <a:pt x="517" y="2112"/>
                </a:lnTo>
                <a:lnTo>
                  <a:pt x="517" y="2111"/>
                </a:lnTo>
                <a:lnTo>
                  <a:pt x="518" y="2110"/>
                </a:lnTo>
                <a:lnTo>
                  <a:pt x="518" y="2109"/>
                </a:lnTo>
                <a:lnTo>
                  <a:pt x="517" y="2108"/>
                </a:lnTo>
                <a:lnTo>
                  <a:pt x="516" y="2108"/>
                </a:lnTo>
                <a:lnTo>
                  <a:pt x="516" y="2107"/>
                </a:lnTo>
                <a:lnTo>
                  <a:pt x="515" y="2107"/>
                </a:lnTo>
                <a:lnTo>
                  <a:pt x="515" y="2108"/>
                </a:lnTo>
                <a:lnTo>
                  <a:pt x="515" y="2107"/>
                </a:lnTo>
                <a:lnTo>
                  <a:pt x="514" y="2107"/>
                </a:lnTo>
                <a:lnTo>
                  <a:pt x="514" y="2106"/>
                </a:lnTo>
                <a:lnTo>
                  <a:pt x="513" y="2106"/>
                </a:lnTo>
                <a:lnTo>
                  <a:pt x="513" y="2105"/>
                </a:lnTo>
                <a:lnTo>
                  <a:pt x="512" y="2105"/>
                </a:lnTo>
                <a:lnTo>
                  <a:pt x="511" y="2105"/>
                </a:lnTo>
                <a:lnTo>
                  <a:pt x="511" y="2104"/>
                </a:lnTo>
                <a:lnTo>
                  <a:pt x="510" y="2104"/>
                </a:lnTo>
                <a:lnTo>
                  <a:pt x="510" y="2103"/>
                </a:lnTo>
                <a:lnTo>
                  <a:pt x="510" y="2102"/>
                </a:lnTo>
                <a:lnTo>
                  <a:pt x="510" y="2101"/>
                </a:lnTo>
                <a:lnTo>
                  <a:pt x="510" y="2100"/>
                </a:lnTo>
                <a:lnTo>
                  <a:pt x="509" y="2099"/>
                </a:lnTo>
                <a:lnTo>
                  <a:pt x="509" y="2098"/>
                </a:lnTo>
                <a:lnTo>
                  <a:pt x="509" y="2097"/>
                </a:lnTo>
                <a:lnTo>
                  <a:pt x="509" y="2096"/>
                </a:lnTo>
                <a:lnTo>
                  <a:pt x="509" y="2095"/>
                </a:lnTo>
                <a:lnTo>
                  <a:pt x="508" y="2095"/>
                </a:lnTo>
                <a:lnTo>
                  <a:pt x="508" y="2094"/>
                </a:lnTo>
                <a:lnTo>
                  <a:pt x="508" y="2093"/>
                </a:lnTo>
                <a:lnTo>
                  <a:pt x="508" y="2092"/>
                </a:lnTo>
                <a:lnTo>
                  <a:pt x="508" y="2091"/>
                </a:lnTo>
                <a:lnTo>
                  <a:pt x="509" y="2091"/>
                </a:lnTo>
                <a:lnTo>
                  <a:pt x="509" y="2090"/>
                </a:lnTo>
                <a:lnTo>
                  <a:pt x="509" y="2089"/>
                </a:lnTo>
                <a:lnTo>
                  <a:pt x="509" y="2088"/>
                </a:lnTo>
                <a:lnTo>
                  <a:pt x="509" y="2087"/>
                </a:lnTo>
                <a:lnTo>
                  <a:pt x="510" y="2087"/>
                </a:lnTo>
                <a:lnTo>
                  <a:pt x="510" y="2086"/>
                </a:lnTo>
                <a:lnTo>
                  <a:pt x="510" y="2085"/>
                </a:lnTo>
                <a:lnTo>
                  <a:pt x="509" y="2085"/>
                </a:lnTo>
                <a:lnTo>
                  <a:pt x="508" y="2085"/>
                </a:lnTo>
                <a:lnTo>
                  <a:pt x="508" y="2084"/>
                </a:lnTo>
                <a:lnTo>
                  <a:pt x="507" y="2083"/>
                </a:lnTo>
                <a:lnTo>
                  <a:pt x="506" y="2083"/>
                </a:lnTo>
                <a:lnTo>
                  <a:pt x="505" y="2083"/>
                </a:lnTo>
                <a:lnTo>
                  <a:pt x="505" y="2082"/>
                </a:lnTo>
                <a:lnTo>
                  <a:pt x="504" y="2082"/>
                </a:lnTo>
                <a:lnTo>
                  <a:pt x="503" y="2082"/>
                </a:lnTo>
                <a:lnTo>
                  <a:pt x="503" y="2081"/>
                </a:lnTo>
                <a:lnTo>
                  <a:pt x="502" y="2081"/>
                </a:lnTo>
                <a:lnTo>
                  <a:pt x="502" y="2080"/>
                </a:lnTo>
                <a:lnTo>
                  <a:pt x="501" y="2080"/>
                </a:lnTo>
                <a:lnTo>
                  <a:pt x="501" y="2079"/>
                </a:lnTo>
                <a:lnTo>
                  <a:pt x="502" y="2079"/>
                </a:lnTo>
                <a:lnTo>
                  <a:pt x="503" y="2079"/>
                </a:lnTo>
                <a:lnTo>
                  <a:pt x="503" y="2078"/>
                </a:lnTo>
                <a:lnTo>
                  <a:pt x="502" y="2078"/>
                </a:lnTo>
                <a:lnTo>
                  <a:pt x="501" y="2078"/>
                </a:lnTo>
                <a:lnTo>
                  <a:pt x="501" y="2077"/>
                </a:lnTo>
                <a:lnTo>
                  <a:pt x="500" y="2077"/>
                </a:lnTo>
                <a:lnTo>
                  <a:pt x="499" y="2077"/>
                </a:lnTo>
                <a:lnTo>
                  <a:pt x="499" y="2076"/>
                </a:lnTo>
                <a:lnTo>
                  <a:pt x="499" y="2075"/>
                </a:lnTo>
                <a:lnTo>
                  <a:pt x="498" y="2075"/>
                </a:lnTo>
                <a:lnTo>
                  <a:pt x="499" y="2075"/>
                </a:lnTo>
                <a:lnTo>
                  <a:pt x="499" y="2074"/>
                </a:lnTo>
                <a:lnTo>
                  <a:pt x="498" y="2074"/>
                </a:lnTo>
                <a:lnTo>
                  <a:pt x="498" y="2073"/>
                </a:lnTo>
                <a:lnTo>
                  <a:pt x="499" y="2073"/>
                </a:lnTo>
                <a:lnTo>
                  <a:pt x="499" y="2072"/>
                </a:lnTo>
                <a:lnTo>
                  <a:pt x="498" y="2072"/>
                </a:lnTo>
                <a:lnTo>
                  <a:pt x="498" y="2071"/>
                </a:lnTo>
                <a:lnTo>
                  <a:pt x="497" y="2071"/>
                </a:lnTo>
                <a:lnTo>
                  <a:pt x="497" y="2070"/>
                </a:lnTo>
                <a:lnTo>
                  <a:pt x="497" y="2071"/>
                </a:lnTo>
                <a:lnTo>
                  <a:pt x="496" y="2071"/>
                </a:lnTo>
                <a:lnTo>
                  <a:pt x="496" y="2070"/>
                </a:lnTo>
                <a:lnTo>
                  <a:pt x="495" y="2070"/>
                </a:lnTo>
                <a:lnTo>
                  <a:pt x="494" y="2070"/>
                </a:lnTo>
                <a:lnTo>
                  <a:pt x="493" y="2070"/>
                </a:lnTo>
                <a:lnTo>
                  <a:pt x="493" y="2069"/>
                </a:lnTo>
                <a:lnTo>
                  <a:pt x="492" y="2069"/>
                </a:lnTo>
                <a:lnTo>
                  <a:pt x="492" y="2068"/>
                </a:lnTo>
                <a:lnTo>
                  <a:pt x="491" y="2068"/>
                </a:lnTo>
                <a:lnTo>
                  <a:pt x="491" y="2067"/>
                </a:lnTo>
                <a:lnTo>
                  <a:pt x="491" y="2066"/>
                </a:lnTo>
                <a:lnTo>
                  <a:pt x="491" y="2065"/>
                </a:lnTo>
                <a:lnTo>
                  <a:pt x="490" y="2065"/>
                </a:lnTo>
                <a:lnTo>
                  <a:pt x="490" y="2064"/>
                </a:lnTo>
                <a:lnTo>
                  <a:pt x="489" y="2064"/>
                </a:lnTo>
                <a:lnTo>
                  <a:pt x="489" y="2063"/>
                </a:lnTo>
                <a:lnTo>
                  <a:pt x="488" y="2063"/>
                </a:lnTo>
                <a:lnTo>
                  <a:pt x="487" y="2063"/>
                </a:lnTo>
                <a:lnTo>
                  <a:pt x="487" y="2062"/>
                </a:lnTo>
                <a:lnTo>
                  <a:pt x="486" y="2062"/>
                </a:lnTo>
                <a:lnTo>
                  <a:pt x="486" y="2061"/>
                </a:lnTo>
                <a:lnTo>
                  <a:pt x="484" y="2061"/>
                </a:lnTo>
                <a:lnTo>
                  <a:pt x="483" y="2061"/>
                </a:lnTo>
                <a:lnTo>
                  <a:pt x="482" y="2061"/>
                </a:lnTo>
                <a:lnTo>
                  <a:pt x="481" y="2061"/>
                </a:lnTo>
                <a:lnTo>
                  <a:pt x="481" y="2060"/>
                </a:lnTo>
                <a:lnTo>
                  <a:pt x="481" y="2059"/>
                </a:lnTo>
                <a:lnTo>
                  <a:pt x="480" y="2059"/>
                </a:lnTo>
                <a:lnTo>
                  <a:pt x="481" y="2059"/>
                </a:lnTo>
                <a:lnTo>
                  <a:pt x="481" y="2058"/>
                </a:lnTo>
                <a:lnTo>
                  <a:pt x="480" y="2058"/>
                </a:lnTo>
                <a:lnTo>
                  <a:pt x="480" y="2057"/>
                </a:lnTo>
                <a:lnTo>
                  <a:pt x="479" y="2057"/>
                </a:lnTo>
                <a:lnTo>
                  <a:pt x="479" y="2056"/>
                </a:lnTo>
                <a:lnTo>
                  <a:pt x="478" y="2055"/>
                </a:lnTo>
                <a:lnTo>
                  <a:pt x="479" y="2055"/>
                </a:lnTo>
                <a:lnTo>
                  <a:pt x="479" y="2054"/>
                </a:lnTo>
                <a:lnTo>
                  <a:pt x="478" y="2054"/>
                </a:lnTo>
                <a:lnTo>
                  <a:pt x="478" y="2053"/>
                </a:lnTo>
                <a:lnTo>
                  <a:pt x="477" y="2053"/>
                </a:lnTo>
                <a:lnTo>
                  <a:pt x="477" y="2052"/>
                </a:lnTo>
                <a:lnTo>
                  <a:pt x="476" y="2052"/>
                </a:lnTo>
                <a:lnTo>
                  <a:pt x="476" y="2051"/>
                </a:lnTo>
                <a:lnTo>
                  <a:pt x="475" y="2051"/>
                </a:lnTo>
                <a:lnTo>
                  <a:pt x="475" y="2050"/>
                </a:lnTo>
                <a:lnTo>
                  <a:pt x="475" y="2049"/>
                </a:lnTo>
                <a:lnTo>
                  <a:pt x="474" y="2049"/>
                </a:lnTo>
                <a:lnTo>
                  <a:pt x="474" y="2050"/>
                </a:lnTo>
                <a:lnTo>
                  <a:pt x="474" y="2049"/>
                </a:lnTo>
                <a:lnTo>
                  <a:pt x="473" y="2049"/>
                </a:lnTo>
                <a:lnTo>
                  <a:pt x="473" y="2048"/>
                </a:lnTo>
                <a:lnTo>
                  <a:pt x="473" y="2047"/>
                </a:lnTo>
                <a:lnTo>
                  <a:pt x="472" y="2047"/>
                </a:lnTo>
                <a:lnTo>
                  <a:pt x="472" y="2046"/>
                </a:lnTo>
                <a:lnTo>
                  <a:pt x="471" y="2046"/>
                </a:lnTo>
                <a:lnTo>
                  <a:pt x="471" y="2045"/>
                </a:lnTo>
                <a:lnTo>
                  <a:pt x="472" y="2045"/>
                </a:lnTo>
                <a:lnTo>
                  <a:pt x="472" y="2044"/>
                </a:lnTo>
                <a:lnTo>
                  <a:pt x="472" y="2042"/>
                </a:lnTo>
                <a:lnTo>
                  <a:pt x="473" y="2042"/>
                </a:lnTo>
                <a:lnTo>
                  <a:pt x="473" y="2041"/>
                </a:lnTo>
                <a:lnTo>
                  <a:pt x="473" y="2040"/>
                </a:lnTo>
                <a:lnTo>
                  <a:pt x="474" y="2040"/>
                </a:lnTo>
                <a:lnTo>
                  <a:pt x="473" y="2040"/>
                </a:lnTo>
                <a:lnTo>
                  <a:pt x="472" y="2040"/>
                </a:lnTo>
                <a:lnTo>
                  <a:pt x="471" y="2040"/>
                </a:lnTo>
                <a:lnTo>
                  <a:pt x="470" y="2040"/>
                </a:lnTo>
                <a:lnTo>
                  <a:pt x="469" y="2039"/>
                </a:lnTo>
                <a:lnTo>
                  <a:pt x="468" y="2039"/>
                </a:lnTo>
                <a:lnTo>
                  <a:pt x="468" y="2038"/>
                </a:lnTo>
                <a:lnTo>
                  <a:pt x="468" y="2037"/>
                </a:lnTo>
                <a:lnTo>
                  <a:pt x="467" y="2037"/>
                </a:lnTo>
                <a:lnTo>
                  <a:pt x="467" y="2036"/>
                </a:lnTo>
                <a:lnTo>
                  <a:pt x="466" y="2035"/>
                </a:lnTo>
                <a:lnTo>
                  <a:pt x="467" y="2035"/>
                </a:lnTo>
                <a:lnTo>
                  <a:pt x="468" y="2035"/>
                </a:lnTo>
                <a:lnTo>
                  <a:pt x="469" y="2035"/>
                </a:lnTo>
                <a:lnTo>
                  <a:pt x="469" y="2034"/>
                </a:lnTo>
                <a:lnTo>
                  <a:pt x="470" y="2034"/>
                </a:lnTo>
                <a:lnTo>
                  <a:pt x="471" y="2034"/>
                </a:lnTo>
                <a:lnTo>
                  <a:pt x="472" y="2034"/>
                </a:lnTo>
                <a:lnTo>
                  <a:pt x="472" y="2033"/>
                </a:lnTo>
                <a:lnTo>
                  <a:pt x="473" y="2033"/>
                </a:lnTo>
                <a:lnTo>
                  <a:pt x="474" y="2032"/>
                </a:lnTo>
                <a:lnTo>
                  <a:pt x="474" y="2031"/>
                </a:lnTo>
                <a:lnTo>
                  <a:pt x="475" y="2031"/>
                </a:lnTo>
                <a:lnTo>
                  <a:pt x="476" y="2030"/>
                </a:lnTo>
                <a:lnTo>
                  <a:pt x="477" y="2030"/>
                </a:lnTo>
                <a:lnTo>
                  <a:pt x="477" y="2029"/>
                </a:lnTo>
                <a:lnTo>
                  <a:pt x="476" y="2029"/>
                </a:lnTo>
                <a:lnTo>
                  <a:pt x="476" y="2028"/>
                </a:lnTo>
                <a:lnTo>
                  <a:pt x="475" y="2028"/>
                </a:lnTo>
                <a:lnTo>
                  <a:pt x="475" y="2027"/>
                </a:lnTo>
                <a:lnTo>
                  <a:pt x="474" y="2027"/>
                </a:lnTo>
                <a:lnTo>
                  <a:pt x="475" y="2027"/>
                </a:lnTo>
                <a:lnTo>
                  <a:pt x="475" y="2026"/>
                </a:lnTo>
                <a:lnTo>
                  <a:pt x="474" y="2026"/>
                </a:lnTo>
                <a:lnTo>
                  <a:pt x="474" y="2025"/>
                </a:lnTo>
                <a:lnTo>
                  <a:pt x="474" y="2024"/>
                </a:lnTo>
                <a:lnTo>
                  <a:pt x="473" y="2024"/>
                </a:lnTo>
                <a:lnTo>
                  <a:pt x="473" y="2023"/>
                </a:lnTo>
                <a:lnTo>
                  <a:pt x="474" y="2023"/>
                </a:lnTo>
                <a:lnTo>
                  <a:pt x="474" y="2022"/>
                </a:lnTo>
                <a:lnTo>
                  <a:pt x="474" y="2021"/>
                </a:lnTo>
                <a:lnTo>
                  <a:pt x="474" y="2020"/>
                </a:lnTo>
                <a:lnTo>
                  <a:pt x="474" y="2019"/>
                </a:lnTo>
                <a:lnTo>
                  <a:pt x="474" y="2018"/>
                </a:lnTo>
                <a:lnTo>
                  <a:pt x="474" y="2017"/>
                </a:lnTo>
                <a:lnTo>
                  <a:pt x="474" y="2016"/>
                </a:lnTo>
                <a:lnTo>
                  <a:pt x="474" y="2015"/>
                </a:lnTo>
                <a:lnTo>
                  <a:pt x="473" y="2015"/>
                </a:lnTo>
                <a:lnTo>
                  <a:pt x="473" y="2014"/>
                </a:lnTo>
                <a:lnTo>
                  <a:pt x="473" y="2013"/>
                </a:lnTo>
                <a:lnTo>
                  <a:pt x="474" y="2013"/>
                </a:lnTo>
                <a:lnTo>
                  <a:pt x="474" y="2012"/>
                </a:lnTo>
                <a:lnTo>
                  <a:pt x="474" y="2011"/>
                </a:lnTo>
                <a:lnTo>
                  <a:pt x="474" y="2010"/>
                </a:lnTo>
                <a:lnTo>
                  <a:pt x="473" y="2010"/>
                </a:lnTo>
                <a:lnTo>
                  <a:pt x="473" y="2009"/>
                </a:lnTo>
                <a:lnTo>
                  <a:pt x="472" y="2009"/>
                </a:lnTo>
                <a:lnTo>
                  <a:pt x="471" y="2009"/>
                </a:lnTo>
                <a:lnTo>
                  <a:pt x="471" y="2008"/>
                </a:lnTo>
                <a:lnTo>
                  <a:pt x="472" y="2007"/>
                </a:lnTo>
                <a:lnTo>
                  <a:pt x="471" y="2007"/>
                </a:lnTo>
                <a:lnTo>
                  <a:pt x="472" y="2007"/>
                </a:lnTo>
                <a:lnTo>
                  <a:pt x="472" y="2006"/>
                </a:lnTo>
                <a:lnTo>
                  <a:pt x="471" y="2006"/>
                </a:lnTo>
                <a:lnTo>
                  <a:pt x="472" y="2006"/>
                </a:lnTo>
                <a:lnTo>
                  <a:pt x="472" y="2005"/>
                </a:lnTo>
                <a:lnTo>
                  <a:pt x="471" y="2005"/>
                </a:lnTo>
                <a:lnTo>
                  <a:pt x="472" y="2005"/>
                </a:lnTo>
                <a:lnTo>
                  <a:pt x="472" y="2004"/>
                </a:lnTo>
                <a:lnTo>
                  <a:pt x="472" y="2003"/>
                </a:lnTo>
                <a:lnTo>
                  <a:pt x="472" y="2002"/>
                </a:lnTo>
                <a:lnTo>
                  <a:pt x="472" y="2001"/>
                </a:lnTo>
                <a:lnTo>
                  <a:pt x="471" y="2001"/>
                </a:lnTo>
                <a:lnTo>
                  <a:pt x="471" y="2000"/>
                </a:lnTo>
                <a:lnTo>
                  <a:pt x="470" y="2000"/>
                </a:lnTo>
                <a:lnTo>
                  <a:pt x="469" y="1999"/>
                </a:lnTo>
                <a:lnTo>
                  <a:pt x="469" y="1998"/>
                </a:lnTo>
                <a:lnTo>
                  <a:pt x="468" y="1998"/>
                </a:lnTo>
                <a:lnTo>
                  <a:pt x="468" y="1999"/>
                </a:lnTo>
                <a:lnTo>
                  <a:pt x="467" y="1999"/>
                </a:lnTo>
                <a:lnTo>
                  <a:pt x="466" y="1999"/>
                </a:lnTo>
                <a:lnTo>
                  <a:pt x="466" y="1998"/>
                </a:lnTo>
                <a:lnTo>
                  <a:pt x="464" y="1998"/>
                </a:lnTo>
                <a:lnTo>
                  <a:pt x="464" y="1997"/>
                </a:lnTo>
                <a:lnTo>
                  <a:pt x="464" y="1996"/>
                </a:lnTo>
                <a:lnTo>
                  <a:pt x="464" y="1995"/>
                </a:lnTo>
                <a:lnTo>
                  <a:pt x="465" y="1995"/>
                </a:lnTo>
                <a:lnTo>
                  <a:pt x="466" y="1995"/>
                </a:lnTo>
                <a:lnTo>
                  <a:pt x="465" y="1994"/>
                </a:lnTo>
                <a:lnTo>
                  <a:pt x="465" y="1993"/>
                </a:lnTo>
                <a:lnTo>
                  <a:pt x="465" y="1992"/>
                </a:lnTo>
                <a:lnTo>
                  <a:pt x="466" y="1992"/>
                </a:lnTo>
                <a:lnTo>
                  <a:pt x="467" y="1992"/>
                </a:lnTo>
                <a:lnTo>
                  <a:pt x="467" y="1993"/>
                </a:lnTo>
                <a:lnTo>
                  <a:pt x="468" y="1993"/>
                </a:lnTo>
                <a:lnTo>
                  <a:pt x="468" y="1992"/>
                </a:lnTo>
                <a:lnTo>
                  <a:pt x="469" y="1992"/>
                </a:lnTo>
                <a:lnTo>
                  <a:pt x="470" y="1992"/>
                </a:lnTo>
                <a:lnTo>
                  <a:pt x="471" y="1992"/>
                </a:lnTo>
                <a:lnTo>
                  <a:pt x="472" y="1992"/>
                </a:lnTo>
                <a:lnTo>
                  <a:pt x="473" y="1992"/>
                </a:lnTo>
                <a:lnTo>
                  <a:pt x="473" y="1991"/>
                </a:lnTo>
                <a:lnTo>
                  <a:pt x="474" y="1991"/>
                </a:lnTo>
                <a:lnTo>
                  <a:pt x="474" y="1990"/>
                </a:lnTo>
                <a:lnTo>
                  <a:pt x="475" y="1990"/>
                </a:lnTo>
                <a:lnTo>
                  <a:pt x="475" y="1989"/>
                </a:lnTo>
                <a:lnTo>
                  <a:pt x="476" y="1989"/>
                </a:lnTo>
                <a:lnTo>
                  <a:pt x="476" y="1988"/>
                </a:lnTo>
                <a:lnTo>
                  <a:pt x="477" y="1988"/>
                </a:lnTo>
                <a:lnTo>
                  <a:pt x="477" y="1987"/>
                </a:lnTo>
                <a:lnTo>
                  <a:pt x="478" y="1987"/>
                </a:lnTo>
                <a:lnTo>
                  <a:pt x="478" y="1988"/>
                </a:lnTo>
                <a:lnTo>
                  <a:pt x="479" y="1988"/>
                </a:lnTo>
                <a:lnTo>
                  <a:pt x="480" y="1988"/>
                </a:lnTo>
                <a:lnTo>
                  <a:pt x="480" y="1989"/>
                </a:lnTo>
                <a:lnTo>
                  <a:pt x="480" y="1988"/>
                </a:lnTo>
                <a:lnTo>
                  <a:pt x="481" y="1988"/>
                </a:lnTo>
                <a:lnTo>
                  <a:pt x="480" y="1988"/>
                </a:lnTo>
                <a:lnTo>
                  <a:pt x="481" y="1988"/>
                </a:lnTo>
                <a:lnTo>
                  <a:pt x="481" y="1987"/>
                </a:lnTo>
                <a:lnTo>
                  <a:pt x="482" y="1987"/>
                </a:lnTo>
                <a:lnTo>
                  <a:pt x="483" y="1987"/>
                </a:lnTo>
                <a:lnTo>
                  <a:pt x="483" y="1986"/>
                </a:lnTo>
                <a:lnTo>
                  <a:pt x="483" y="1985"/>
                </a:lnTo>
                <a:lnTo>
                  <a:pt x="483" y="1984"/>
                </a:lnTo>
                <a:lnTo>
                  <a:pt x="484" y="1984"/>
                </a:lnTo>
                <a:lnTo>
                  <a:pt x="484" y="1985"/>
                </a:lnTo>
                <a:lnTo>
                  <a:pt x="485" y="1985"/>
                </a:lnTo>
                <a:lnTo>
                  <a:pt x="485" y="1986"/>
                </a:lnTo>
                <a:lnTo>
                  <a:pt x="486" y="1986"/>
                </a:lnTo>
                <a:lnTo>
                  <a:pt x="486" y="1987"/>
                </a:lnTo>
                <a:lnTo>
                  <a:pt x="487" y="1987"/>
                </a:lnTo>
                <a:lnTo>
                  <a:pt x="487" y="1986"/>
                </a:lnTo>
                <a:lnTo>
                  <a:pt x="488" y="1986"/>
                </a:lnTo>
                <a:lnTo>
                  <a:pt x="489" y="1986"/>
                </a:lnTo>
                <a:lnTo>
                  <a:pt x="489" y="1985"/>
                </a:lnTo>
                <a:lnTo>
                  <a:pt x="489" y="1984"/>
                </a:lnTo>
                <a:lnTo>
                  <a:pt x="489" y="1983"/>
                </a:lnTo>
                <a:lnTo>
                  <a:pt x="489" y="1982"/>
                </a:lnTo>
                <a:lnTo>
                  <a:pt x="489" y="1981"/>
                </a:lnTo>
                <a:lnTo>
                  <a:pt x="490" y="1981"/>
                </a:lnTo>
                <a:lnTo>
                  <a:pt x="490" y="1980"/>
                </a:lnTo>
                <a:lnTo>
                  <a:pt x="490" y="1979"/>
                </a:lnTo>
                <a:lnTo>
                  <a:pt x="490" y="1978"/>
                </a:lnTo>
                <a:lnTo>
                  <a:pt x="491" y="1978"/>
                </a:lnTo>
                <a:lnTo>
                  <a:pt x="492" y="1978"/>
                </a:lnTo>
                <a:lnTo>
                  <a:pt x="492" y="1977"/>
                </a:lnTo>
                <a:lnTo>
                  <a:pt x="492" y="1976"/>
                </a:lnTo>
                <a:lnTo>
                  <a:pt x="492" y="1975"/>
                </a:lnTo>
                <a:lnTo>
                  <a:pt x="492" y="1974"/>
                </a:lnTo>
                <a:lnTo>
                  <a:pt x="493" y="1974"/>
                </a:lnTo>
                <a:lnTo>
                  <a:pt x="493" y="1973"/>
                </a:lnTo>
                <a:lnTo>
                  <a:pt x="493" y="1972"/>
                </a:lnTo>
                <a:lnTo>
                  <a:pt x="493" y="1971"/>
                </a:lnTo>
                <a:lnTo>
                  <a:pt x="494" y="1971"/>
                </a:lnTo>
                <a:lnTo>
                  <a:pt x="494" y="1970"/>
                </a:lnTo>
                <a:lnTo>
                  <a:pt x="493" y="1970"/>
                </a:lnTo>
                <a:lnTo>
                  <a:pt x="493" y="1969"/>
                </a:lnTo>
                <a:lnTo>
                  <a:pt x="494" y="1969"/>
                </a:lnTo>
                <a:lnTo>
                  <a:pt x="495" y="1969"/>
                </a:lnTo>
                <a:lnTo>
                  <a:pt x="496" y="1969"/>
                </a:lnTo>
                <a:lnTo>
                  <a:pt x="497" y="1969"/>
                </a:lnTo>
                <a:lnTo>
                  <a:pt x="498" y="1969"/>
                </a:lnTo>
                <a:lnTo>
                  <a:pt x="499" y="1969"/>
                </a:lnTo>
                <a:lnTo>
                  <a:pt x="499" y="1968"/>
                </a:lnTo>
                <a:lnTo>
                  <a:pt x="499" y="1967"/>
                </a:lnTo>
                <a:lnTo>
                  <a:pt x="498" y="1967"/>
                </a:lnTo>
                <a:lnTo>
                  <a:pt x="497" y="1966"/>
                </a:lnTo>
                <a:lnTo>
                  <a:pt x="496" y="1966"/>
                </a:lnTo>
                <a:lnTo>
                  <a:pt x="495" y="1966"/>
                </a:lnTo>
                <a:lnTo>
                  <a:pt x="495" y="1965"/>
                </a:lnTo>
                <a:lnTo>
                  <a:pt x="494" y="1965"/>
                </a:lnTo>
                <a:lnTo>
                  <a:pt x="494" y="1964"/>
                </a:lnTo>
                <a:lnTo>
                  <a:pt x="493" y="1964"/>
                </a:lnTo>
                <a:lnTo>
                  <a:pt x="492" y="1964"/>
                </a:lnTo>
                <a:lnTo>
                  <a:pt x="492" y="1963"/>
                </a:lnTo>
                <a:lnTo>
                  <a:pt x="492" y="1962"/>
                </a:lnTo>
                <a:lnTo>
                  <a:pt x="491" y="1962"/>
                </a:lnTo>
                <a:lnTo>
                  <a:pt x="491" y="1961"/>
                </a:lnTo>
                <a:lnTo>
                  <a:pt x="491" y="1962"/>
                </a:lnTo>
                <a:lnTo>
                  <a:pt x="490" y="1962"/>
                </a:lnTo>
                <a:lnTo>
                  <a:pt x="489" y="1962"/>
                </a:lnTo>
                <a:lnTo>
                  <a:pt x="489" y="1963"/>
                </a:lnTo>
                <a:lnTo>
                  <a:pt x="489" y="1964"/>
                </a:lnTo>
                <a:lnTo>
                  <a:pt x="488" y="1964"/>
                </a:lnTo>
                <a:lnTo>
                  <a:pt x="487" y="1964"/>
                </a:lnTo>
                <a:lnTo>
                  <a:pt x="487" y="1965"/>
                </a:lnTo>
                <a:lnTo>
                  <a:pt x="486" y="1965"/>
                </a:lnTo>
                <a:lnTo>
                  <a:pt x="485" y="1965"/>
                </a:lnTo>
                <a:lnTo>
                  <a:pt x="485" y="1964"/>
                </a:lnTo>
                <a:lnTo>
                  <a:pt x="484" y="1964"/>
                </a:lnTo>
                <a:lnTo>
                  <a:pt x="484" y="1963"/>
                </a:lnTo>
                <a:lnTo>
                  <a:pt x="483" y="1963"/>
                </a:lnTo>
                <a:lnTo>
                  <a:pt x="483" y="1962"/>
                </a:lnTo>
                <a:lnTo>
                  <a:pt x="484" y="1962"/>
                </a:lnTo>
                <a:lnTo>
                  <a:pt x="484" y="1961"/>
                </a:lnTo>
                <a:lnTo>
                  <a:pt x="484" y="1960"/>
                </a:lnTo>
                <a:lnTo>
                  <a:pt x="483" y="1960"/>
                </a:lnTo>
                <a:lnTo>
                  <a:pt x="483" y="1959"/>
                </a:lnTo>
                <a:lnTo>
                  <a:pt x="482" y="1959"/>
                </a:lnTo>
                <a:lnTo>
                  <a:pt x="482" y="1958"/>
                </a:lnTo>
                <a:lnTo>
                  <a:pt x="481" y="1958"/>
                </a:lnTo>
                <a:lnTo>
                  <a:pt x="481" y="1959"/>
                </a:lnTo>
                <a:lnTo>
                  <a:pt x="480" y="1958"/>
                </a:lnTo>
                <a:lnTo>
                  <a:pt x="479" y="1958"/>
                </a:lnTo>
                <a:lnTo>
                  <a:pt x="479" y="1957"/>
                </a:lnTo>
                <a:lnTo>
                  <a:pt x="478" y="1957"/>
                </a:lnTo>
                <a:lnTo>
                  <a:pt x="477" y="1957"/>
                </a:lnTo>
                <a:lnTo>
                  <a:pt x="477" y="1956"/>
                </a:lnTo>
                <a:lnTo>
                  <a:pt x="476" y="1956"/>
                </a:lnTo>
                <a:lnTo>
                  <a:pt x="475" y="1956"/>
                </a:lnTo>
                <a:lnTo>
                  <a:pt x="474" y="1956"/>
                </a:lnTo>
                <a:lnTo>
                  <a:pt x="474" y="1955"/>
                </a:lnTo>
                <a:lnTo>
                  <a:pt x="473" y="1955"/>
                </a:lnTo>
                <a:lnTo>
                  <a:pt x="472" y="1955"/>
                </a:lnTo>
                <a:lnTo>
                  <a:pt x="472" y="1954"/>
                </a:lnTo>
                <a:lnTo>
                  <a:pt x="473" y="1954"/>
                </a:lnTo>
                <a:lnTo>
                  <a:pt x="473" y="1953"/>
                </a:lnTo>
                <a:lnTo>
                  <a:pt x="473" y="1952"/>
                </a:lnTo>
                <a:lnTo>
                  <a:pt x="474" y="1952"/>
                </a:lnTo>
                <a:lnTo>
                  <a:pt x="473" y="1952"/>
                </a:lnTo>
                <a:lnTo>
                  <a:pt x="473" y="1951"/>
                </a:lnTo>
                <a:lnTo>
                  <a:pt x="472" y="1951"/>
                </a:lnTo>
                <a:lnTo>
                  <a:pt x="471" y="1951"/>
                </a:lnTo>
                <a:lnTo>
                  <a:pt x="471" y="1950"/>
                </a:lnTo>
                <a:lnTo>
                  <a:pt x="470" y="1950"/>
                </a:lnTo>
                <a:lnTo>
                  <a:pt x="470" y="1949"/>
                </a:lnTo>
                <a:lnTo>
                  <a:pt x="470" y="1948"/>
                </a:lnTo>
                <a:lnTo>
                  <a:pt x="469" y="1948"/>
                </a:lnTo>
                <a:lnTo>
                  <a:pt x="469" y="1947"/>
                </a:lnTo>
                <a:lnTo>
                  <a:pt x="467" y="1947"/>
                </a:lnTo>
                <a:lnTo>
                  <a:pt x="466" y="1947"/>
                </a:lnTo>
                <a:lnTo>
                  <a:pt x="465" y="1947"/>
                </a:lnTo>
                <a:lnTo>
                  <a:pt x="465" y="1946"/>
                </a:lnTo>
                <a:lnTo>
                  <a:pt x="464" y="1946"/>
                </a:lnTo>
                <a:lnTo>
                  <a:pt x="463" y="1946"/>
                </a:lnTo>
                <a:lnTo>
                  <a:pt x="462" y="1946"/>
                </a:lnTo>
                <a:lnTo>
                  <a:pt x="461" y="1946"/>
                </a:lnTo>
                <a:lnTo>
                  <a:pt x="460" y="1946"/>
                </a:lnTo>
                <a:lnTo>
                  <a:pt x="460" y="1947"/>
                </a:lnTo>
                <a:lnTo>
                  <a:pt x="459" y="1947"/>
                </a:lnTo>
                <a:lnTo>
                  <a:pt x="459" y="1948"/>
                </a:lnTo>
                <a:lnTo>
                  <a:pt x="458" y="1949"/>
                </a:lnTo>
                <a:lnTo>
                  <a:pt x="458" y="1950"/>
                </a:lnTo>
                <a:lnTo>
                  <a:pt x="457" y="1950"/>
                </a:lnTo>
                <a:lnTo>
                  <a:pt x="457" y="1949"/>
                </a:lnTo>
                <a:lnTo>
                  <a:pt x="456" y="1949"/>
                </a:lnTo>
                <a:lnTo>
                  <a:pt x="456" y="1948"/>
                </a:lnTo>
                <a:lnTo>
                  <a:pt x="455" y="1948"/>
                </a:lnTo>
                <a:lnTo>
                  <a:pt x="456" y="1948"/>
                </a:lnTo>
                <a:lnTo>
                  <a:pt x="456" y="1947"/>
                </a:lnTo>
                <a:lnTo>
                  <a:pt x="455" y="1947"/>
                </a:lnTo>
                <a:lnTo>
                  <a:pt x="456" y="1947"/>
                </a:lnTo>
                <a:lnTo>
                  <a:pt x="456" y="1946"/>
                </a:lnTo>
                <a:lnTo>
                  <a:pt x="456" y="1944"/>
                </a:lnTo>
                <a:lnTo>
                  <a:pt x="455" y="1944"/>
                </a:lnTo>
                <a:lnTo>
                  <a:pt x="455" y="1943"/>
                </a:lnTo>
                <a:lnTo>
                  <a:pt x="454" y="1943"/>
                </a:lnTo>
                <a:lnTo>
                  <a:pt x="453" y="1943"/>
                </a:lnTo>
                <a:lnTo>
                  <a:pt x="453" y="1942"/>
                </a:lnTo>
                <a:lnTo>
                  <a:pt x="452" y="1942"/>
                </a:lnTo>
                <a:lnTo>
                  <a:pt x="452" y="1943"/>
                </a:lnTo>
                <a:lnTo>
                  <a:pt x="451" y="1943"/>
                </a:lnTo>
                <a:lnTo>
                  <a:pt x="451" y="1942"/>
                </a:lnTo>
                <a:lnTo>
                  <a:pt x="450" y="1942"/>
                </a:lnTo>
                <a:lnTo>
                  <a:pt x="449" y="1942"/>
                </a:lnTo>
                <a:lnTo>
                  <a:pt x="448" y="1942"/>
                </a:lnTo>
                <a:lnTo>
                  <a:pt x="448" y="1943"/>
                </a:lnTo>
                <a:lnTo>
                  <a:pt x="447" y="1943"/>
                </a:lnTo>
                <a:lnTo>
                  <a:pt x="446" y="1943"/>
                </a:lnTo>
                <a:lnTo>
                  <a:pt x="446" y="1944"/>
                </a:lnTo>
                <a:lnTo>
                  <a:pt x="446" y="1945"/>
                </a:lnTo>
                <a:lnTo>
                  <a:pt x="445" y="1945"/>
                </a:lnTo>
                <a:lnTo>
                  <a:pt x="445" y="1946"/>
                </a:lnTo>
                <a:lnTo>
                  <a:pt x="444" y="1946"/>
                </a:lnTo>
                <a:lnTo>
                  <a:pt x="444" y="1945"/>
                </a:lnTo>
                <a:lnTo>
                  <a:pt x="444" y="1944"/>
                </a:lnTo>
                <a:lnTo>
                  <a:pt x="444" y="1943"/>
                </a:lnTo>
                <a:lnTo>
                  <a:pt x="444" y="1942"/>
                </a:lnTo>
                <a:lnTo>
                  <a:pt x="444" y="1941"/>
                </a:lnTo>
                <a:lnTo>
                  <a:pt x="443" y="1941"/>
                </a:lnTo>
                <a:lnTo>
                  <a:pt x="443" y="1940"/>
                </a:lnTo>
                <a:lnTo>
                  <a:pt x="442" y="1940"/>
                </a:lnTo>
                <a:lnTo>
                  <a:pt x="441" y="1940"/>
                </a:lnTo>
                <a:lnTo>
                  <a:pt x="441" y="1939"/>
                </a:lnTo>
                <a:lnTo>
                  <a:pt x="440" y="1939"/>
                </a:lnTo>
                <a:lnTo>
                  <a:pt x="439" y="1939"/>
                </a:lnTo>
                <a:lnTo>
                  <a:pt x="438" y="1939"/>
                </a:lnTo>
                <a:lnTo>
                  <a:pt x="437" y="1939"/>
                </a:lnTo>
                <a:lnTo>
                  <a:pt x="437" y="1940"/>
                </a:lnTo>
                <a:lnTo>
                  <a:pt x="437" y="1939"/>
                </a:lnTo>
                <a:lnTo>
                  <a:pt x="437" y="1940"/>
                </a:lnTo>
                <a:lnTo>
                  <a:pt x="436" y="1940"/>
                </a:lnTo>
                <a:lnTo>
                  <a:pt x="436" y="1939"/>
                </a:lnTo>
                <a:lnTo>
                  <a:pt x="435" y="1939"/>
                </a:lnTo>
                <a:lnTo>
                  <a:pt x="434" y="1939"/>
                </a:lnTo>
                <a:lnTo>
                  <a:pt x="434" y="1938"/>
                </a:lnTo>
                <a:lnTo>
                  <a:pt x="434" y="1939"/>
                </a:lnTo>
                <a:lnTo>
                  <a:pt x="433" y="1939"/>
                </a:lnTo>
                <a:lnTo>
                  <a:pt x="433" y="1938"/>
                </a:lnTo>
                <a:lnTo>
                  <a:pt x="432" y="1938"/>
                </a:lnTo>
                <a:lnTo>
                  <a:pt x="431" y="1938"/>
                </a:lnTo>
                <a:lnTo>
                  <a:pt x="431" y="1937"/>
                </a:lnTo>
                <a:lnTo>
                  <a:pt x="430" y="1937"/>
                </a:lnTo>
                <a:lnTo>
                  <a:pt x="430" y="1936"/>
                </a:lnTo>
                <a:lnTo>
                  <a:pt x="429" y="1936"/>
                </a:lnTo>
                <a:lnTo>
                  <a:pt x="430" y="1936"/>
                </a:lnTo>
                <a:lnTo>
                  <a:pt x="430" y="1935"/>
                </a:lnTo>
                <a:lnTo>
                  <a:pt x="429" y="1935"/>
                </a:lnTo>
                <a:lnTo>
                  <a:pt x="429" y="1934"/>
                </a:lnTo>
                <a:lnTo>
                  <a:pt x="429" y="1933"/>
                </a:lnTo>
                <a:lnTo>
                  <a:pt x="430" y="1933"/>
                </a:lnTo>
                <a:lnTo>
                  <a:pt x="430" y="1932"/>
                </a:lnTo>
                <a:lnTo>
                  <a:pt x="430" y="1931"/>
                </a:lnTo>
                <a:lnTo>
                  <a:pt x="430" y="1930"/>
                </a:lnTo>
                <a:lnTo>
                  <a:pt x="430" y="1929"/>
                </a:lnTo>
                <a:lnTo>
                  <a:pt x="429" y="1929"/>
                </a:lnTo>
                <a:lnTo>
                  <a:pt x="428" y="1929"/>
                </a:lnTo>
                <a:lnTo>
                  <a:pt x="427" y="1928"/>
                </a:lnTo>
                <a:lnTo>
                  <a:pt x="426" y="1928"/>
                </a:lnTo>
                <a:lnTo>
                  <a:pt x="425" y="1928"/>
                </a:lnTo>
                <a:lnTo>
                  <a:pt x="424" y="1928"/>
                </a:lnTo>
                <a:lnTo>
                  <a:pt x="424" y="1927"/>
                </a:lnTo>
                <a:lnTo>
                  <a:pt x="424" y="1926"/>
                </a:lnTo>
                <a:lnTo>
                  <a:pt x="424" y="1925"/>
                </a:lnTo>
                <a:lnTo>
                  <a:pt x="424" y="1924"/>
                </a:lnTo>
                <a:lnTo>
                  <a:pt x="424" y="1923"/>
                </a:lnTo>
                <a:lnTo>
                  <a:pt x="425" y="1923"/>
                </a:lnTo>
                <a:lnTo>
                  <a:pt x="425" y="1922"/>
                </a:lnTo>
                <a:lnTo>
                  <a:pt x="426" y="1922"/>
                </a:lnTo>
                <a:lnTo>
                  <a:pt x="426" y="1921"/>
                </a:lnTo>
                <a:lnTo>
                  <a:pt x="426" y="1920"/>
                </a:lnTo>
                <a:lnTo>
                  <a:pt x="426" y="1919"/>
                </a:lnTo>
                <a:lnTo>
                  <a:pt x="426" y="1918"/>
                </a:lnTo>
                <a:lnTo>
                  <a:pt x="426" y="1917"/>
                </a:lnTo>
                <a:lnTo>
                  <a:pt x="426" y="1916"/>
                </a:lnTo>
                <a:lnTo>
                  <a:pt x="426" y="1915"/>
                </a:lnTo>
                <a:lnTo>
                  <a:pt x="426" y="1914"/>
                </a:lnTo>
                <a:lnTo>
                  <a:pt x="426" y="1913"/>
                </a:lnTo>
                <a:lnTo>
                  <a:pt x="427" y="1913"/>
                </a:lnTo>
                <a:lnTo>
                  <a:pt x="427" y="1912"/>
                </a:lnTo>
                <a:lnTo>
                  <a:pt x="426" y="1912"/>
                </a:lnTo>
                <a:lnTo>
                  <a:pt x="427" y="1912"/>
                </a:lnTo>
                <a:lnTo>
                  <a:pt x="427" y="1911"/>
                </a:lnTo>
                <a:lnTo>
                  <a:pt x="426" y="1911"/>
                </a:lnTo>
                <a:lnTo>
                  <a:pt x="426" y="1910"/>
                </a:lnTo>
                <a:lnTo>
                  <a:pt x="425" y="1910"/>
                </a:lnTo>
                <a:lnTo>
                  <a:pt x="424" y="1910"/>
                </a:lnTo>
                <a:lnTo>
                  <a:pt x="423" y="1910"/>
                </a:lnTo>
                <a:lnTo>
                  <a:pt x="424" y="1910"/>
                </a:lnTo>
                <a:lnTo>
                  <a:pt x="424" y="1909"/>
                </a:lnTo>
                <a:lnTo>
                  <a:pt x="424" y="1908"/>
                </a:lnTo>
                <a:lnTo>
                  <a:pt x="423" y="1908"/>
                </a:lnTo>
                <a:lnTo>
                  <a:pt x="423" y="1907"/>
                </a:lnTo>
                <a:lnTo>
                  <a:pt x="422" y="1907"/>
                </a:lnTo>
                <a:lnTo>
                  <a:pt x="421" y="1907"/>
                </a:lnTo>
                <a:lnTo>
                  <a:pt x="421" y="1906"/>
                </a:lnTo>
                <a:lnTo>
                  <a:pt x="421" y="1905"/>
                </a:lnTo>
                <a:lnTo>
                  <a:pt x="422" y="1905"/>
                </a:lnTo>
                <a:lnTo>
                  <a:pt x="422" y="1904"/>
                </a:lnTo>
                <a:lnTo>
                  <a:pt x="423" y="1904"/>
                </a:lnTo>
                <a:lnTo>
                  <a:pt x="424" y="1903"/>
                </a:lnTo>
                <a:lnTo>
                  <a:pt x="424" y="1902"/>
                </a:lnTo>
                <a:lnTo>
                  <a:pt x="423" y="1902"/>
                </a:lnTo>
                <a:lnTo>
                  <a:pt x="423" y="1901"/>
                </a:lnTo>
                <a:lnTo>
                  <a:pt x="422" y="1901"/>
                </a:lnTo>
                <a:lnTo>
                  <a:pt x="421" y="1901"/>
                </a:lnTo>
                <a:lnTo>
                  <a:pt x="421" y="1900"/>
                </a:lnTo>
                <a:lnTo>
                  <a:pt x="420" y="1900"/>
                </a:lnTo>
                <a:lnTo>
                  <a:pt x="419" y="1900"/>
                </a:lnTo>
                <a:lnTo>
                  <a:pt x="419" y="1899"/>
                </a:lnTo>
                <a:lnTo>
                  <a:pt x="418" y="1899"/>
                </a:lnTo>
                <a:lnTo>
                  <a:pt x="418" y="1898"/>
                </a:lnTo>
                <a:lnTo>
                  <a:pt x="417" y="1897"/>
                </a:lnTo>
                <a:lnTo>
                  <a:pt x="417" y="1896"/>
                </a:lnTo>
                <a:lnTo>
                  <a:pt x="416" y="1896"/>
                </a:lnTo>
                <a:lnTo>
                  <a:pt x="416" y="1895"/>
                </a:lnTo>
                <a:lnTo>
                  <a:pt x="416" y="1894"/>
                </a:lnTo>
                <a:lnTo>
                  <a:pt x="417" y="1894"/>
                </a:lnTo>
                <a:lnTo>
                  <a:pt x="418" y="1894"/>
                </a:lnTo>
                <a:lnTo>
                  <a:pt x="417" y="1893"/>
                </a:lnTo>
                <a:lnTo>
                  <a:pt x="418" y="1892"/>
                </a:lnTo>
                <a:lnTo>
                  <a:pt x="418" y="1891"/>
                </a:lnTo>
                <a:lnTo>
                  <a:pt x="417" y="1890"/>
                </a:lnTo>
                <a:lnTo>
                  <a:pt x="417" y="1889"/>
                </a:lnTo>
                <a:lnTo>
                  <a:pt x="416" y="1889"/>
                </a:lnTo>
                <a:lnTo>
                  <a:pt x="416" y="1888"/>
                </a:lnTo>
                <a:lnTo>
                  <a:pt x="415" y="1888"/>
                </a:lnTo>
                <a:lnTo>
                  <a:pt x="415" y="1889"/>
                </a:lnTo>
                <a:lnTo>
                  <a:pt x="414" y="1889"/>
                </a:lnTo>
                <a:lnTo>
                  <a:pt x="413" y="1889"/>
                </a:lnTo>
                <a:lnTo>
                  <a:pt x="412" y="1889"/>
                </a:lnTo>
                <a:lnTo>
                  <a:pt x="411" y="1889"/>
                </a:lnTo>
                <a:lnTo>
                  <a:pt x="411" y="1888"/>
                </a:lnTo>
                <a:lnTo>
                  <a:pt x="410" y="1888"/>
                </a:lnTo>
                <a:lnTo>
                  <a:pt x="410" y="1887"/>
                </a:lnTo>
                <a:lnTo>
                  <a:pt x="410" y="1886"/>
                </a:lnTo>
                <a:lnTo>
                  <a:pt x="411" y="1886"/>
                </a:lnTo>
                <a:lnTo>
                  <a:pt x="410" y="1886"/>
                </a:lnTo>
                <a:lnTo>
                  <a:pt x="410" y="1885"/>
                </a:lnTo>
                <a:lnTo>
                  <a:pt x="411" y="1885"/>
                </a:lnTo>
                <a:lnTo>
                  <a:pt x="410" y="1885"/>
                </a:lnTo>
                <a:lnTo>
                  <a:pt x="410" y="1884"/>
                </a:lnTo>
                <a:lnTo>
                  <a:pt x="410" y="1883"/>
                </a:lnTo>
                <a:lnTo>
                  <a:pt x="410" y="1882"/>
                </a:lnTo>
                <a:lnTo>
                  <a:pt x="411" y="1882"/>
                </a:lnTo>
                <a:lnTo>
                  <a:pt x="410" y="1881"/>
                </a:lnTo>
                <a:lnTo>
                  <a:pt x="410" y="1880"/>
                </a:lnTo>
                <a:lnTo>
                  <a:pt x="409" y="1880"/>
                </a:lnTo>
                <a:lnTo>
                  <a:pt x="409" y="1879"/>
                </a:lnTo>
                <a:lnTo>
                  <a:pt x="408" y="1878"/>
                </a:lnTo>
                <a:lnTo>
                  <a:pt x="408" y="1877"/>
                </a:lnTo>
                <a:lnTo>
                  <a:pt x="407" y="1877"/>
                </a:lnTo>
                <a:lnTo>
                  <a:pt x="406" y="1877"/>
                </a:lnTo>
                <a:lnTo>
                  <a:pt x="406" y="1876"/>
                </a:lnTo>
                <a:lnTo>
                  <a:pt x="406" y="1875"/>
                </a:lnTo>
                <a:lnTo>
                  <a:pt x="406" y="1873"/>
                </a:lnTo>
                <a:lnTo>
                  <a:pt x="406" y="1872"/>
                </a:lnTo>
                <a:lnTo>
                  <a:pt x="406" y="1871"/>
                </a:lnTo>
                <a:lnTo>
                  <a:pt x="406" y="1870"/>
                </a:lnTo>
                <a:lnTo>
                  <a:pt x="406" y="1869"/>
                </a:lnTo>
                <a:lnTo>
                  <a:pt x="406" y="1868"/>
                </a:lnTo>
                <a:lnTo>
                  <a:pt x="406" y="1867"/>
                </a:lnTo>
                <a:lnTo>
                  <a:pt x="406" y="1866"/>
                </a:lnTo>
                <a:lnTo>
                  <a:pt x="406" y="1862"/>
                </a:lnTo>
                <a:lnTo>
                  <a:pt x="407" y="1862"/>
                </a:lnTo>
                <a:lnTo>
                  <a:pt x="408" y="1861"/>
                </a:lnTo>
                <a:lnTo>
                  <a:pt x="409" y="1861"/>
                </a:lnTo>
                <a:lnTo>
                  <a:pt x="409" y="1860"/>
                </a:lnTo>
                <a:lnTo>
                  <a:pt x="409" y="1859"/>
                </a:lnTo>
                <a:lnTo>
                  <a:pt x="410" y="1859"/>
                </a:lnTo>
                <a:lnTo>
                  <a:pt x="410" y="1858"/>
                </a:lnTo>
                <a:lnTo>
                  <a:pt x="411" y="1857"/>
                </a:lnTo>
                <a:lnTo>
                  <a:pt x="412" y="1857"/>
                </a:lnTo>
                <a:lnTo>
                  <a:pt x="412" y="1856"/>
                </a:lnTo>
                <a:lnTo>
                  <a:pt x="413" y="1856"/>
                </a:lnTo>
                <a:lnTo>
                  <a:pt x="414" y="1856"/>
                </a:lnTo>
                <a:lnTo>
                  <a:pt x="414" y="1855"/>
                </a:lnTo>
                <a:lnTo>
                  <a:pt x="415" y="1854"/>
                </a:lnTo>
                <a:lnTo>
                  <a:pt x="415" y="1853"/>
                </a:lnTo>
                <a:lnTo>
                  <a:pt x="415" y="1852"/>
                </a:lnTo>
                <a:lnTo>
                  <a:pt x="415" y="1851"/>
                </a:lnTo>
                <a:lnTo>
                  <a:pt x="416" y="1850"/>
                </a:lnTo>
                <a:lnTo>
                  <a:pt x="417" y="1850"/>
                </a:lnTo>
                <a:lnTo>
                  <a:pt x="417" y="1849"/>
                </a:lnTo>
                <a:lnTo>
                  <a:pt x="418" y="1849"/>
                </a:lnTo>
                <a:lnTo>
                  <a:pt x="417" y="1849"/>
                </a:lnTo>
                <a:lnTo>
                  <a:pt x="417" y="1848"/>
                </a:lnTo>
                <a:lnTo>
                  <a:pt x="416" y="1848"/>
                </a:lnTo>
                <a:lnTo>
                  <a:pt x="416" y="1849"/>
                </a:lnTo>
                <a:lnTo>
                  <a:pt x="416" y="1848"/>
                </a:lnTo>
                <a:lnTo>
                  <a:pt x="415" y="1848"/>
                </a:lnTo>
                <a:lnTo>
                  <a:pt x="414" y="1848"/>
                </a:lnTo>
                <a:lnTo>
                  <a:pt x="413" y="1848"/>
                </a:lnTo>
                <a:lnTo>
                  <a:pt x="413" y="1849"/>
                </a:lnTo>
                <a:lnTo>
                  <a:pt x="412" y="1849"/>
                </a:lnTo>
                <a:lnTo>
                  <a:pt x="411" y="1849"/>
                </a:lnTo>
                <a:lnTo>
                  <a:pt x="409" y="1849"/>
                </a:lnTo>
                <a:lnTo>
                  <a:pt x="409" y="1850"/>
                </a:lnTo>
                <a:lnTo>
                  <a:pt x="409" y="1851"/>
                </a:lnTo>
                <a:lnTo>
                  <a:pt x="408" y="1851"/>
                </a:lnTo>
                <a:lnTo>
                  <a:pt x="407" y="1851"/>
                </a:lnTo>
                <a:lnTo>
                  <a:pt x="407" y="1850"/>
                </a:lnTo>
                <a:lnTo>
                  <a:pt x="406" y="1850"/>
                </a:lnTo>
                <a:lnTo>
                  <a:pt x="406" y="1849"/>
                </a:lnTo>
                <a:lnTo>
                  <a:pt x="405" y="1849"/>
                </a:lnTo>
                <a:lnTo>
                  <a:pt x="405" y="1848"/>
                </a:lnTo>
                <a:lnTo>
                  <a:pt x="405" y="1849"/>
                </a:lnTo>
                <a:lnTo>
                  <a:pt x="403" y="1849"/>
                </a:lnTo>
                <a:lnTo>
                  <a:pt x="402" y="1849"/>
                </a:lnTo>
                <a:lnTo>
                  <a:pt x="402" y="1850"/>
                </a:lnTo>
                <a:lnTo>
                  <a:pt x="401" y="1850"/>
                </a:lnTo>
                <a:lnTo>
                  <a:pt x="400" y="1850"/>
                </a:lnTo>
                <a:lnTo>
                  <a:pt x="400" y="1849"/>
                </a:lnTo>
                <a:lnTo>
                  <a:pt x="399" y="1849"/>
                </a:lnTo>
                <a:lnTo>
                  <a:pt x="398" y="1848"/>
                </a:lnTo>
                <a:lnTo>
                  <a:pt x="398" y="1849"/>
                </a:lnTo>
                <a:lnTo>
                  <a:pt x="398" y="1850"/>
                </a:lnTo>
                <a:lnTo>
                  <a:pt x="397" y="1851"/>
                </a:lnTo>
                <a:lnTo>
                  <a:pt x="396" y="1851"/>
                </a:lnTo>
                <a:lnTo>
                  <a:pt x="395" y="1850"/>
                </a:lnTo>
                <a:lnTo>
                  <a:pt x="394" y="1849"/>
                </a:lnTo>
                <a:lnTo>
                  <a:pt x="394" y="1848"/>
                </a:lnTo>
                <a:lnTo>
                  <a:pt x="393" y="1848"/>
                </a:lnTo>
                <a:lnTo>
                  <a:pt x="392" y="1848"/>
                </a:lnTo>
                <a:lnTo>
                  <a:pt x="392" y="1849"/>
                </a:lnTo>
                <a:lnTo>
                  <a:pt x="391" y="1848"/>
                </a:lnTo>
                <a:lnTo>
                  <a:pt x="390" y="1847"/>
                </a:lnTo>
                <a:lnTo>
                  <a:pt x="389" y="1846"/>
                </a:lnTo>
                <a:lnTo>
                  <a:pt x="388" y="1846"/>
                </a:lnTo>
                <a:lnTo>
                  <a:pt x="387" y="1848"/>
                </a:lnTo>
                <a:lnTo>
                  <a:pt x="387" y="1849"/>
                </a:lnTo>
                <a:lnTo>
                  <a:pt x="386" y="1849"/>
                </a:lnTo>
                <a:lnTo>
                  <a:pt x="385" y="1848"/>
                </a:lnTo>
                <a:lnTo>
                  <a:pt x="384" y="1848"/>
                </a:lnTo>
                <a:lnTo>
                  <a:pt x="383" y="1848"/>
                </a:lnTo>
                <a:lnTo>
                  <a:pt x="382" y="1849"/>
                </a:lnTo>
                <a:lnTo>
                  <a:pt x="381" y="1850"/>
                </a:lnTo>
                <a:lnTo>
                  <a:pt x="381" y="1852"/>
                </a:lnTo>
                <a:lnTo>
                  <a:pt x="380" y="1852"/>
                </a:lnTo>
                <a:lnTo>
                  <a:pt x="379" y="1852"/>
                </a:lnTo>
                <a:lnTo>
                  <a:pt x="378" y="1852"/>
                </a:lnTo>
                <a:lnTo>
                  <a:pt x="378" y="1853"/>
                </a:lnTo>
                <a:lnTo>
                  <a:pt x="377" y="1853"/>
                </a:lnTo>
                <a:lnTo>
                  <a:pt x="376" y="1852"/>
                </a:lnTo>
                <a:lnTo>
                  <a:pt x="376" y="1851"/>
                </a:lnTo>
                <a:lnTo>
                  <a:pt x="375" y="1850"/>
                </a:lnTo>
                <a:lnTo>
                  <a:pt x="374" y="1850"/>
                </a:lnTo>
                <a:lnTo>
                  <a:pt x="373" y="1850"/>
                </a:lnTo>
                <a:lnTo>
                  <a:pt x="373" y="1852"/>
                </a:lnTo>
                <a:lnTo>
                  <a:pt x="372" y="1852"/>
                </a:lnTo>
                <a:lnTo>
                  <a:pt x="371" y="1852"/>
                </a:lnTo>
                <a:lnTo>
                  <a:pt x="370" y="1851"/>
                </a:lnTo>
                <a:lnTo>
                  <a:pt x="369" y="1851"/>
                </a:lnTo>
                <a:lnTo>
                  <a:pt x="368" y="1852"/>
                </a:lnTo>
                <a:lnTo>
                  <a:pt x="368" y="1851"/>
                </a:lnTo>
                <a:lnTo>
                  <a:pt x="368" y="1850"/>
                </a:lnTo>
                <a:lnTo>
                  <a:pt x="367" y="1850"/>
                </a:lnTo>
                <a:lnTo>
                  <a:pt x="365" y="1850"/>
                </a:lnTo>
                <a:lnTo>
                  <a:pt x="363" y="1849"/>
                </a:lnTo>
                <a:lnTo>
                  <a:pt x="362" y="1849"/>
                </a:lnTo>
                <a:lnTo>
                  <a:pt x="361" y="1850"/>
                </a:lnTo>
                <a:lnTo>
                  <a:pt x="360" y="1850"/>
                </a:lnTo>
                <a:lnTo>
                  <a:pt x="359" y="1850"/>
                </a:lnTo>
                <a:lnTo>
                  <a:pt x="358" y="1851"/>
                </a:lnTo>
                <a:lnTo>
                  <a:pt x="357" y="1851"/>
                </a:lnTo>
                <a:lnTo>
                  <a:pt x="356" y="1851"/>
                </a:lnTo>
                <a:lnTo>
                  <a:pt x="356" y="1852"/>
                </a:lnTo>
                <a:lnTo>
                  <a:pt x="355" y="1852"/>
                </a:lnTo>
                <a:lnTo>
                  <a:pt x="354" y="1852"/>
                </a:lnTo>
                <a:lnTo>
                  <a:pt x="353" y="1851"/>
                </a:lnTo>
                <a:lnTo>
                  <a:pt x="352" y="1851"/>
                </a:lnTo>
                <a:lnTo>
                  <a:pt x="350" y="1851"/>
                </a:lnTo>
                <a:lnTo>
                  <a:pt x="349" y="1850"/>
                </a:lnTo>
                <a:lnTo>
                  <a:pt x="349" y="1849"/>
                </a:lnTo>
                <a:lnTo>
                  <a:pt x="349" y="1848"/>
                </a:lnTo>
                <a:lnTo>
                  <a:pt x="348" y="1848"/>
                </a:lnTo>
                <a:lnTo>
                  <a:pt x="347" y="1848"/>
                </a:lnTo>
                <a:lnTo>
                  <a:pt x="346" y="1847"/>
                </a:lnTo>
                <a:lnTo>
                  <a:pt x="346" y="1846"/>
                </a:lnTo>
                <a:lnTo>
                  <a:pt x="345" y="1845"/>
                </a:lnTo>
                <a:lnTo>
                  <a:pt x="344" y="1844"/>
                </a:lnTo>
                <a:lnTo>
                  <a:pt x="343" y="1844"/>
                </a:lnTo>
                <a:lnTo>
                  <a:pt x="343" y="1843"/>
                </a:lnTo>
                <a:lnTo>
                  <a:pt x="342" y="1843"/>
                </a:lnTo>
                <a:lnTo>
                  <a:pt x="342" y="1844"/>
                </a:lnTo>
                <a:lnTo>
                  <a:pt x="341" y="1844"/>
                </a:lnTo>
                <a:lnTo>
                  <a:pt x="340" y="1844"/>
                </a:lnTo>
                <a:lnTo>
                  <a:pt x="339" y="1844"/>
                </a:lnTo>
                <a:lnTo>
                  <a:pt x="338" y="1845"/>
                </a:lnTo>
                <a:lnTo>
                  <a:pt x="337" y="1845"/>
                </a:lnTo>
                <a:lnTo>
                  <a:pt x="336" y="1845"/>
                </a:lnTo>
                <a:lnTo>
                  <a:pt x="335" y="1846"/>
                </a:lnTo>
                <a:lnTo>
                  <a:pt x="334" y="1846"/>
                </a:lnTo>
                <a:lnTo>
                  <a:pt x="333" y="1846"/>
                </a:lnTo>
                <a:lnTo>
                  <a:pt x="332" y="1846"/>
                </a:lnTo>
                <a:lnTo>
                  <a:pt x="331" y="1845"/>
                </a:lnTo>
                <a:lnTo>
                  <a:pt x="330" y="1844"/>
                </a:lnTo>
                <a:lnTo>
                  <a:pt x="329" y="1844"/>
                </a:lnTo>
                <a:lnTo>
                  <a:pt x="328" y="1844"/>
                </a:lnTo>
                <a:lnTo>
                  <a:pt x="327" y="1843"/>
                </a:lnTo>
                <a:lnTo>
                  <a:pt x="326" y="1842"/>
                </a:lnTo>
                <a:lnTo>
                  <a:pt x="325" y="1842"/>
                </a:lnTo>
                <a:lnTo>
                  <a:pt x="324" y="1841"/>
                </a:lnTo>
                <a:lnTo>
                  <a:pt x="323" y="1840"/>
                </a:lnTo>
                <a:lnTo>
                  <a:pt x="321" y="1839"/>
                </a:lnTo>
                <a:lnTo>
                  <a:pt x="321" y="1838"/>
                </a:lnTo>
                <a:lnTo>
                  <a:pt x="320" y="1838"/>
                </a:lnTo>
                <a:lnTo>
                  <a:pt x="319" y="1838"/>
                </a:lnTo>
                <a:lnTo>
                  <a:pt x="317" y="1837"/>
                </a:lnTo>
                <a:lnTo>
                  <a:pt x="316" y="1837"/>
                </a:lnTo>
                <a:lnTo>
                  <a:pt x="315" y="1837"/>
                </a:lnTo>
                <a:lnTo>
                  <a:pt x="314" y="1837"/>
                </a:lnTo>
                <a:lnTo>
                  <a:pt x="313" y="1838"/>
                </a:lnTo>
                <a:lnTo>
                  <a:pt x="312" y="1838"/>
                </a:lnTo>
                <a:lnTo>
                  <a:pt x="311" y="1838"/>
                </a:lnTo>
                <a:lnTo>
                  <a:pt x="310" y="1837"/>
                </a:lnTo>
                <a:lnTo>
                  <a:pt x="309" y="1837"/>
                </a:lnTo>
                <a:lnTo>
                  <a:pt x="308" y="1837"/>
                </a:lnTo>
                <a:lnTo>
                  <a:pt x="307" y="1836"/>
                </a:lnTo>
                <a:lnTo>
                  <a:pt x="306" y="1836"/>
                </a:lnTo>
                <a:lnTo>
                  <a:pt x="305" y="1835"/>
                </a:lnTo>
                <a:lnTo>
                  <a:pt x="305" y="1834"/>
                </a:lnTo>
                <a:lnTo>
                  <a:pt x="304" y="1834"/>
                </a:lnTo>
                <a:lnTo>
                  <a:pt x="303" y="1833"/>
                </a:lnTo>
                <a:lnTo>
                  <a:pt x="303" y="1832"/>
                </a:lnTo>
                <a:lnTo>
                  <a:pt x="302" y="1831"/>
                </a:lnTo>
                <a:lnTo>
                  <a:pt x="301" y="1831"/>
                </a:lnTo>
                <a:lnTo>
                  <a:pt x="300" y="1831"/>
                </a:lnTo>
                <a:lnTo>
                  <a:pt x="299" y="1831"/>
                </a:lnTo>
                <a:lnTo>
                  <a:pt x="298" y="1831"/>
                </a:lnTo>
                <a:lnTo>
                  <a:pt x="297" y="1831"/>
                </a:lnTo>
                <a:lnTo>
                  <a:pt x="296" y="1832"/>
                </a:lnTo>
                <a:lnTo>
                  <a:pt x="295" y="1832"/>
                </a:lnTo>
                <a:lnTo>
                  <a:pt x="294" y="1832"/>
                </a:lnTo>
                <a:lnTo>
                  <a:pt x="293" y="1831"/>
                </a:lnTo>
                <a:lnTo>
                  <a:pt x="293" y="1830"/>
                </a:lnTo>
                <a:lnTo>
                  <a:pt x="293" y="1829"/>
                </a:lnTo>
                <a:lnTo>
                  <a:pt x="292" y="1829"/>
                </a:lnTo>
                <a:lnTo>
                  <a:pt x="291" y="1828"/>
                </a:lnTo>
                <a:lnTo>
                  <a:pt x="291" y="1827"/>
                </a:lnTo>
                <a:lnTo>
                  <a:pt x="290" y="1826"/>
                </a:lnTo>
                <a:lnTo>
                  <a:pt x="289" y="1825"/>
                </a:lnTo>
                <a:lnTo>
                  <a:pt x="288" y="1825"/>
                </a:lnTo>
                <a:lnTo>
                  <a:pt x="288" y="1824"/>
                </a:lnTo>
                <a:lnTo>
                  <a:pt x="288" y="1823"/>
                </a:lnTo>
                <a:lnTo>
                  <a:pt x="287" y="1822"/>
                </a:lnTo>
                <a:lnTo>
                  <a:pt x="286" y="1822"/>
                </a:lnTo>
                <a:lnTo>
                  <a:pt x="285" y="1822"/>
                </a:lnTo>
                <a:lnTo>
                  <a:pt x="284" y="1822"/>
                </a:lnTo>
                <a:lnTo>
                  <a:pt x="284" y="1821"/>
                </a:lnTo>
                <a:lnTo>
                  <a:pt x="283" y="1821"/>
                </a:lnTo>
                <a:lnTo>
                  <a:pt x="283" y="1820"/>
                </a:lnTo>
                <a:lnTo>
                  <a:pt x="282" y="1821"/>
                </a:lnTo>
                <a:lnTo>
                  <a:pt x="281" y="1821"/>
                </a:lnTo>
                <a:lnTo>
                  <a:pt x="280" y="1821"/>
                </a:lnTo>
                <a:lnTo>
                  <a:pt x="279" y="1821"/>
                </a:lnTo>
                <a:lnTo>
                  <a:pt x="278" y="1820"/>
                </a:lnTo>
                <a:lnTo>
                  <a:pt x="278" y="1819"/>
                </a:lnTo>
                <a:lnTo>
                  <a:pt x="278" y="1818"/>
                </a:lnTo>
                <a:lnTo>
                  <a:pt x="277" y="1817"/>
                </a:lnTo>
                <a:lnTo>
                  <a:pt x="276" y="1816"/>
                </a:lnTo>
                <a:lnTo>
                  <a:pt x="276" y="1815"/>
                </a:lnTo>
                <a:lnTo>
                  <a:pt x="277" y="1814"/>
                </a:lnTo>
                <a:lnTo>
                  <a:pt x="278" y="1813"/>
                </a:lnTo>
                <a:lnTo>
                  <a:pt x="278" y="1812"/>
                </a:lnTo>
                <a:lnTo>
                  <a:pt x="278" y="1811"/>
                </a:lnTo>
                <a:lnTo>
                  <a:pt x="278" y="1810"/>
                </a:lnTo>
                <a:lnTo>
                  <a:pt x="278" y="1809"/>
                </a:lnTo>
                <a:lnTo>
                  <a:pt x="279" y="1808"/>
                </a:lnTo>
                <a:lnTo>
                  <a:pt x="279" y="1807"/>
                </a:lnTo>
                <a:lnTo>
                  <a:pt x="278" y="1806"/>
                </a:lnTo>
                <a:lnTo>
                  <a:pt x="278" y="1805"/>
                </a:lnTo>
                <a:lnTo>
                  <a:pt x="277" y="1805"/>
                </a:lnTo>
                <a:lnTo>
                  <a:pt x="276" y="1805"/>
                </a:lnTo>
                <a:lnTo>
                  <a:pt x="276" y="1804"/>
                </a:lnTo>
                <a:lnTo>
                  <a:pt x="275" y="1804"/>
                </a:lnTo>
                <a:lnTo>
                  <a:pt x="275" y="1805"/>
                </a:lnTo>
                <a:lnTo>
                  <a:pt x="274" y="1805"/>
                </a:lnTo>
                <a:lnTo>
                  <a:pt x="274" y="1806"/>
                </a:lnTo>
                <a:lnTo>
                  <a:pt x="274" y="1807"/>
                </a:lnTo>
                <a:lnTo>
                  <a:pt x="273" y="1807"/>
                </a:lnTo>
                <a:lnTo>
                  <a:pt x="272" y="1808"/>
                </a:lnTo>
                <a:lnTo>
                  <a:pt x="272" y="1809"/>
                </a:lnTo>
                <a:lnTo>
                  <a:pt x="271" y="1809"/>
                </a:lnTo>
                <a:lnTo>
                  <a:pt x="271" y="1808"/>
                </a:lnTo>
                <a:lnTo>
                  <a:pt x="270" y="1808"/>
                </a:lnTo>
                <a:lnTo>
                  <a:pt x="269" y="1808"/>
                </a:lnTo>
                <a:lnTo>
                  <a:pt x="268" y="1808"/>
                </a:lnTo>
                <a:lnTo>
                  <a:pt x="266" y="1809"/>
                </a:lnTo>
                <a:lnTo>
                  <a:pt x="265" y="1810"/>
                </a:lnTo>
                <a:lnTo>
                  <a:pt x="265" y="1811"/>
                </a:lnTo>
                <a:lnTo>
                  <a:pt x="264" y="1811"/>
                </a:lnTo>
                <a:lnTo>
                  <a:pt x="264" y="1812"/>
                </a:lnTo>
                <a:lnTo>
                  <a:pt x="263" y="1812"/>
                </a:lnTo>
                <a:lnTo>
                  <a:pt x="262" y="1812"/>
                </a:lnTo>
                <a:lnTo>
                  <a:pt x="260" y="1811"/>
                </a:lnTo>
                <a:lnTo>
                  <a:pt x="259" y="1811"/>
                </a:lnTo>
                <a:lnTo>
                  <a:pt x="258" y="1811"/>
                </a:lnTo>
                <a:lnTo>
                  <a:pt x="257" y="1811"/>
                </a:lnTo>
                <a:lnTo>
                  <a:pt x="257" y="1812"/>
                </a:lnTo>
                <a:lnTo>
                  <a:pt x="257" y="1813"/>
                </a:lnTo>
                <a:lnTo>
                  <a:pt x="258" y="1813"/>
                </a:lnTo>
                <a:lnTo>
                  <a:pt x="258" y="1814"/>
                </a:lnTo>
                <a:lnTo>
                  <a:pt x="258" y="1815"/>
                </a:lnTo>
                <a:lnTo>
                  <a:pt x="257" y="1814"/>
                </a:lnTo>
                <a:lnTo>
                  <a:pt x="256" y="1814"/>
                </a:lnTo>
                <a:lnTo>
                  <a:pt x="255" y="1814"/>
                </a:lnTo>
                <a:lnTo>
                  <a:pt x="254" y="1814"/>
                </a:lnTo>
                <a:lnTo>
                  <a:pt x="253" y="1814"/>
                </a:lnTo>
                <a:lnTo>
                  <a:pt x="252" y="1813"/>
                </a:lnTo>
                <a:lnTo>
                  <a:pt x="250" y="1813"/>
                </a:lnTo>
                <a:lnTo>
                  <a:pt x="249" y="1813"/>
                </a:lnTo>
                <a:lnTo>
                  <a:pt x="248" y="1813"/>
                </a:lnTo>
                <a:lnTo>
                  <a:pt x="247" y="1813"/>
                </a:lnTo>
                <a:lnTo>
                  <a:pt x="246" y="1813"/>
                </a:lnTo>
                <a:lnTo>
                  <a:pt x="245" y="1813"/>
                </a:lnTo>
                <a:lnTo>
                  <a:pt x="245" y="1814"/>
                </a:lnTo>
                <a:lnTo>
                  <a:pt x="244" y="1815"/>
                </a:lnTo>
                <a:lnTo>
                  <a:pt x="241" y="1815"/>
                </a:lnTo>
                <a:lnTo>
                  <a:pt x="240" y="1815"/>
                </a:lnTo>
                <a:lnTo>
                  <a:pt x="239" y="1814"/>
                </a:lnTo>
                <a:lnTo>
                  <a:pt x="238" y="1814"/>
                </a:lnTo>
                <a:lnTo>
                  <a:pt x="238" y="1813"/>
                </a:lnTo>
                <a:lnTo>
                  <a:pt x="239" y="1812"/>
                </a:lnTo>
                <a:lnTo>
                  <a:pt x="239" y="1811"/>
                </a:lnTo>
                <a:lnTo>
                  <a:pt x="239" y="1809"/>
                </a:lnTo>
                <a:lnTo>
                  <a:pt x="239" y="1807"/>
                </a:lnTo>
                <a:lnTo>
                  <a:pt x="240" y="1806"/>
                </a:lnTo>
                <a:lnTo>
                  <a:pt x="240" y="1805"/>
                </a:lnTo>
                <a:lnTo>
                  <a:pt x="239" y="1804"/>
                </a:lnTo>
                <a:lnTo>
                  <a:pt x="238" y="1803"/>
                </a:lnTo>
                <a:lnTo>
                  <a:pt x="238" y="1802"/>
                </a:lnTo>
                <a:lnTo>
                  <a:pt x="236" y="1799"/>
                </a:lnTo>
                <a:lnTo>
                  <a:pt x="235" y="1798"/>
                </a:lnTo>
                <a:lnTo>
                  <a:pt x="234" y="1797"/>
                </a:lnTo>
                <a:lnTo>
                  <a:pt x="234" y="1795"/>
                </a:lnTo>
                <a:lnTo>
                  <a:pt x="233" y="1794"/>
                </a:lnTo>
                <a:lnTo>
                  <a:pt x="232" y="1794"/>
                </a:lnTo>
                <a:lnTo>
                  <a:pt x="231" y="1794"/>
                </a:lnTo>
                <a:lnTo>
                  <a:pt x="230" y="1794"/>
                </a:lnTo>
                <a:lnTo>
                  <a:pt x="229" y="1794"/>
                </a:lnTo>
                <a:lnTo>
                  <a:pt x="228" y="1794"/>
                </a:lnTo>
                <a:lnTo>
                  <a:pt x="228" y="1795"/>
                </a:lnTo>
                <a:lnTo>
                  <a:pt x="227" y="1795"/>
                </a:lnTo>
                <a:lnTo>
                  <a:pt x="226" y="1795"/>
                </a:lnTo>
                <a:lnTo>
                  <a:pt x="225" y="1795"/>
                </a:lnTo>
                <a:lnTo>
                  <a:pt x="225" y="1794"/>
                </a:lnTo>
                <a:lnTo>
                  <a:pt x="224" y="1794"/>
                </a:lnTo>
                <a:lnTo>
                  <a:pt x="223" y="1794"/>
                </a:lnTo>
                <a:lnTo>
                  <a:pt x="222" y="1793"/>
                </a:lnTo>
                <a:lnTo>
                  <a:pt x="222" y="1792"/>
                </a:lnTo>
                <a:lnTo>
                  <a:pt x="221" y="1791"/>
                </a:lnTo>
                <a:lnTo>
                  <a:pt x="221" y="1790"/>
                </a:lnTo>
                <a:lnTo>
                  <a:pt x="221" y="1789"/>
                </a:lnTo>
                <a:lnTo>
                  <a:pt x="221" y="1788"/>
                </a:lnTo>
                <a:lnTo>
                  <a:pt x="220" y="1788"/>
                </a:lnTo>
                <a:lnTo>
                  <a:pt x="220" y="1787"/>
                </a:lnTo>
                <a:lnTo>
                  <a:pt x="220" y="1786"/>
                </a:lnTo>
                <a:lnTo>
                  <a:pt x="220" y="1785"/>
                </a:lnTo>
                <a:lnTo>
                  <a:pt x="219" y="1784"/>
                </a:lnTo>
                <a:lnTo>
                  <a:pt x="219" y="1783"/>
                </a:lnTo>
                <a:lnTo>
                  <a:pt x="220" y="1783"/>
                </a:lnTo>
                <a:lnTo>
                  <a:pt x="221" y="1782"/>
                </a:lnTo>
                <a:lnTo>
                  <a:pt x="222" y="1782"/>
                </a:lnTo>
                <a:lnTo>
                  <a:pt x="223" y="1782"/>
                </a:lnTo>
                <a:lnTo>
                  <a:pt x="223" y="1781"/>
                </a:lnTo>
                <a:lnTo>
                  <a:pt x="222" y="1781"/>
                </a:lnTo>
                <a:lnTo>
                  <a:pt x="222" y="1780"/>
                </a:lnTo>
                <a:lnTo>
                  <a:pt x="223" y="1780"/>
                </a:lnTo>
                <a:lnTo>
                  <a:pt x="224" y="1780"/>
                </a:lnTo>
                <a:lnTo>
                  <a:pt x="225" y="1780"/>
                </a:lnTo>
                <a:lnTo>
                  <a:pt x="226" y="1780"/>
                </a:lnTo>
                <a:lnTo>
                  <a:pt x="226" y="1779"/>
                </a:lnTo>
                <a:lnTo>
                  <a:pt x="226" y="1777"/>
                </a:lnTo>
                <a:lnTo>
                  <a:pt x="226" y="1775"/>
                </a:lnTo>
                <a:lnTo>
                  <a:pt x="226" y="1774"/>
                </a:lnTo>
                <a:lnTo>
                  <a:pt x="226" y="1773"/>
                </a:lnTo>
                <a:lnTo>
                  <a:pt x="227" y="1773"/>
                </a:lnTo>
                <a:lnTo>
                  <a:pt x="228" y="1773"/>
                </a:lnTo>
                <a:lnTo>
                  <a:pt x="229" y="1773"/>
                </a:lnTo>
                <a:lnTo>
                  <a:pt x="231" y="1774"/>
                </a:lnTo>
                <a:lnTo>
                  <a:pt x="231" y="1773"/>
                </a:lnTo>
                <a:lnTo>
                  <a:pt x="231" y="1772"/>
                </a:lnTo>
                <a:lnTo>
                  <a:pt x="230" y="1771"/>
                </a:lnTo>
                <a:lnTo>
                  <a:pt x="229" y="1770"/>
                </a:lnTo>
                <a:lnTo>
                  <a:pt x="228" y="1769"/>
                </a:lnTo>
                <a:lnTo>
                  <a:pt x="227" y="1767"/>
                </a:lnTo>
                <a:lnTo>
                  <a:pt x="227" y="1766"/>
                </a:lnTo>
                <a:lnTo>
                  <a:pt x="226" y="1766"/>
                </a:lnTo>
                <a:lnTo>
                  <a:pt x="226" y="1765"/>
                </a:lnTo>
                <a:lnTo>
                  <a:pt x="225" y="1765"/>
                </a:lnTo>
                <a:lnTo>
                  <a:pt x="225" y="1764"/>
                </a:lnTo>
                <a:lnTo>
                  <a:pt x="224" y="1763"/>
                </a:lnTo>
                <a:lnTo>
                  <a:pt x="224" y="1762"/>
                </a:lnTo>
                <a:lnTo>
                  <a:pt x="224" y="1761"/>
                </a:lnTo>
                <a:lnTo>
                  <a:pt x="225" y="1760"/>
                </a:lnTo>
                <a:lnTo>
                  <a:pt x="225" y="1759"/>
                </a:lnTo>
                <a:lnTo>
                  <a:pt x="226" y="1758"/>
                </a:lnTo>
                <a:lnTo>
                  <a:pt x="226" y="1757"/>
                </a:lnTo>
                <a:lnTo>
                  <a:pt x="227" y="1757"/>
                </a:lnTo>
                <a:lnTo>
                  <a:pt x="228" y="1756"/>
                </a:lnTo>
                <a:lnTo>
                  <a:pt x="228" y="1755"/>
                </a:lnTo>
                <a:lnTo>
                  <a:pt x="228" y="1754"/>
                </a:lnTo>
                <a:lnTo>
                  <a:pt x="227" y="1752"/>
                </a:lnTo>
                <a:lnTo>
                  <a:pt x="226" y="1751"/>
                </a:lnTo>
                <a:lnTo>
                  <a:pt x="226" y="1750"/>
                </a:lnTo>
                <a:lnTo>
                  <a:pt x="226" y="1749"/>
                </a:lnTo>
                <a:lnTo>
                  <a:pt x="226" y="1748"/>
                </a:lnTo>
                <a:lnTo>
                  <a:pt x="225" y="1748"/>
                </a:lnTo>
                <a:lnTo>
                  <a:pt x="225" y="1747"/>
                </a:lnTo>
                <a:lnTo>
                  <a:pt x="225" y="1746"/>
                </a:lnTo>
                <a:lnTo>
                  <a:pt x="224" y="1746"/>
                </a:lnTo>
                <a:lnTo>
                  <a:pt x="224" y="1745"/>
                </a:lnTo>
                <a:lnTo>
                  <a:pt x="223" y="1745"/>
                </a:lnTo>
                <a:lnTo>
                  <a:pt x="223" y="1744"/>
                </a:lnTo>
                <a:lnTo>
                  <a:pt x="222" y="1744"/>
                </a:lnTo>
                <a:lnTo>
                  <a:pt x="221" y="1742"/>
                </a:lnTo>
                <a:lnTo>
                  <a:pt x="221" y="1741"/>
                </a:lnTo>
                <a:lnTo>
                  <a:pt x="221" y="1740"/>
                </a:lnTo>
                <a:lnTo>
                  <a:pt x="220" y="1740"/>
                </a:lnTo>
                <a:lnTo>
                  <a:pt x="220" y="1739"/>
                </a:lnTo>
                <a:lnTo>
                  <a:pt x="219" y="1738"/>
                </a:lnTo>
                <a:lnTo>
                  <a:pt x="219" y="1737"/>
                </a:lnTo>
                <a:lnTo>
                  <a:pt x="219" y="1736"/>
                </a:lnTo>
                <a:lnTo>
                  <a:pt x="220" y="1735"/>
                </a:lnTo>
                <a:lnTo>
                  <a:pt x="219" y="1735"/>
                </a:lnTo>
                <a:lnTo>
                  <a:pt x="219" y="1734"/>
                </a:lnTo>
                <a:lnTo>
                  <a:pt x="218" y="1733"/>
                </a:lnTo>
                <a:lnTo>
                  <a:pt x="217" y="1733"/>
                </a:lnTo>
                <a:lnTo>
                  <a:pt x="217" y="1732"/>
                </a:lnTo>
                <a:lnTo>
                  <a:pt x="216" y="1732"/>
                </a:lnTo>
                <a:lnTo>
                  <a:pt x="215" y="1731"/>
                </a:lnTo>
                <a:lnTo>
                  <a:pt x="214" y="1730"/>
                </a:lnTo>
                <a:lnTo>
                  <a:pt x="214" y="1729"/>
                </a:lnTo>
                <a:lnTo>
                  <a:pt x="212" y="1728"/>
                </a:lnTo>
                <a:lnTo>
                  <a:pt x="211" y="1727"/>
                </a:lnTo>
                <a:lnTo>
                  <a:pt x="209" y="1726"/>
                </a:lnTo>
                <a:lnTo>
                  <a:pt x="208" y="1725"/>
                </a:lnTo>
                <a:lnTo>
                  <a:pt x="207" y="1725"/>
                </a:lnTo>
                <a:lnTo>
                  <a:pt x="207" y="1724"/>
                </a:lnTo>
                <a:lnTo>
                  <a:pt x="206" y="1724"/>
                </a:lnTo>
                <a:lnTo>
                  <a:pt x="206" y="1723"/>
                </a:lnTo>
                <a:lnTo>
                  <a:pt x="205" y="1723"/>
                </a:lnTo>
                <a:lnTo>
                  <a:pt x="204" y="1723"/>
                </a:lnTo>
                <a:lnTo>
                  <a:pt x="204" y="1722"/>
                </a:lnTo>
                <a:lnTo>
                  <a:pt x="203" y="1722"/>
                </a:lnTo>
                <a:lnTo>
                  <a:pt x="203" y="1721"/>
                </a:lnTo>
                <a:lnTo>
                  <a:pt x="202" y="1721"/>
                </a:lnTo>
                <a:lnTo>
                  <a:pt x="201" y="1721"/>
                </a:lnTo>
                <a:lnTo>
                  <a:pt x="201" y="1720"/>
                </a:lnTo>
                <a:lnTo>
                  <a:pt x="200" y="1720"/>
                </a:lnTo>
                <a:lnTo>
                  <a:pt x="199" y="1720"/>
                </a:lnTo>
                <a:lnTo>
                  <a:pt x="198" y="1720"/>
                </a:lnTo>
                <a:lnTo>
                  <a:pt x="197" y="1719"/>
                </a:lnTo>
                <a:lnTo>
                  <a:pt x="196" y="1718"/>
                </a:lnTo>
                <a:lnTo>
                  <a:pt x="195" y="1718"/>
                </a:lnTo>
                <a:lnTo>
                  <a:pt x="194" y="1718"/>
                </a:lnTo>
                <a:lnTo>
                  <a:pt x="193" y="1718"/>
                </a:lnTo>
                <a:lnTo>
                  <a:pt x="192" y="1718"/>
                </a:lnTo>
                <a:lnTo>
                  <a:pt x="191" y="1718"/>
                </a:lnTo>
                <a:lnTo>
                  <a:pt x="190" y="1718"/>
                </a:lnTo>
                <a:lnTo>
                  <a:pt x="189" y="1718"/>
                </a:lnTo>
                <a:lnTo>
                  <a:pt x="188" y="1719"/>
                </a:lnTo>
                <a:lnTo>
                  <a:pt x="187" y="1719"/>
                </a:lnTo>
                <a:lnTo>
                  <a:pt x="187" y="1718"/>
                </a:lnTo>
                <a:lnTo>
                  <a:pt x="186" y="1718"/>
                </a:lnTo>
                <a:lnTo>
                  <a:pt x="184" y="1718"/>
                </a:lnTo>
                <a:lnTo>
                  <a:pt x="183" y="1718"/>
                </a:lnTo>
                <a:lnTo>
                  <a:pt x="183" y="1719"/>
                </a:lnTo>
                <a:lnTo>
                  <a:pt x="183" y="1720"/>
                </a:lnTo>
                <a:lnTo>
                  <a:pt x="183" y="1721"/>
                </a:lnTo>
                <a:lnTo>
                  <a:pt x="183" y="1722"/>
                </a:lnTo>
                <a:lnTo>
                  <a:pt x="182" y="1722"/>
                </a:lnTo>
                <a:lnTo>
                  <a:pt x="181" y="1722"/>
                </a:lnTo>
                <a:lnTo>
                  <a:pt x="180" y="1721"/>
                </a:lnTo>
                <a:lnTo>
                  <a:pt x="179" y="1721"/>
                </a:lnTo>
                <a:lnTo>
                  <a:pt x="178" y="1722"/>
                </a:lnTo>
                <a:lnTo>
                  <a:pt x="177" y="1723"/>
                </a:lnTo>
                <a:lnTo>
                  <a:pt x="176" y="1723"/>
                </a:lnTo>
                <a:lnTo>
                  <a:pt x="176" y="1722"/>
                </a:lnTo>
                <a:lnTo>
                  <a:pt x="175" y="1722"/>
                </a:lnTo>
                <a:lnTo>
                  <a:pt x="175" y="1721"/>
                </a:lnTo>
                <a:lnTo>
                  <a:pt x="175" y="1720"/>
                </a:lnTo>
                <a:lnTo>
                  <a:pt x="174" y="1719"/>
                </a:lnTo>
                <a:lnTo>
                  <a:pt x="174" y="1718"/>
                </a:lnTo>
                <a:lnTo>
                  <a:pt x="173" y="1717"/>
                </a:lnTo>
                <a:lnTo>
                  <a:pt x="173" y="1716"/>
                </a:lnTo>
                <a:lnTo>
                  <a:pt x="173" y="1715"/>
                </a:lnTo>
                <a:lnTo>
                  <a:pt x="173" y="1714"/>
                </a:lnTo>
                <a:lnTo>
                  <a:pt x="173" y="1713"/>
                </a:lnTo>
                <a:lnTo>
                  <a:pt x="174" y="1712"/>
                </a:lnTo>
                <a:lnTo>
                  <a:pt x="174" y="1711"/>
                </a:lnTo>
                <a:lnTo>
                  <a:pt x="174" y="1710"/>
                </a:lnTo>
                <a:lnTo>
                  <a:pt x="174" y="1709"/>
                </a:lnTo>
                <a:lnTo>
                  <a:pt x="173" y="1708"/>
                </a:lnTo>
                <a:lnTo>
                  <a:pt x="173" y="1707"/>
                </a:lnTo>
                <a:lnTo>
                  <a:pt x="173" y="1706"/>
                </a:lnTo>
                <a:lnTo>
                  <a:pt x="172" y="1706"/>
                </a:lnTo>
                <a:lnTo>
                  <a:pt x="172" y="1705"/>
                </a:lnTo>
                <a:lnTo>
                  <a:pt x="171" y="1704"/>
                </a:lnTo>
                <a:lnTo>
                  <a:pt x="170" y="1704"/>
                </a:lnTo>
                <a:lnTo>
                  <a:pt x="170" y="1702"/>
                </a:lnTo>
                <a:lnTo>
                  <a:pt x="171" y="1701"/>
                </a:lnTo>
                <a:lnTo>
                  <a:pt x="172" y="1701"/>
                </a:lnTo>
                <a:lnTo>
                  <a:pt x="172" y="1700"/>
                </a:lnTo>
                <a:lnTo>
                  <a:pt x="172" y="1699"/>
                </a:lnTo>
                <a:lnTo>
                  <a:pt x="171" y="1699"/>
                </a:lnTo>
                <a:lnTo>
                  <a:pt x="170" y="1699"/>
                </a:lnTo>
                <a:lnTo>
                  <a:pt x="169" y="1699"/>
                </a:lnTo>
                <a:lnTo>
                  <a:pt x="167" y="1698"/>
                </a:lnTo>
                <a:lnTo>
                  <a:pt x="166" y="1698"/>
                </a:lnTo>
                <a:lnTo>
                  <a:pt x="165" y="1698"/>
                </a:lnTo>
                <a:lnTo>
                  <a:pt x="164" y="1698"/>
                </a:lnTo>
                <a:lnTo>
                  <a:pt x="163" y="1697"/>
                </a:lnTo>
                <a:lnTo>
                  <a:pt x="162" y="1697"/>
                </a:lnTo>
                <a:lnTo>
                  <a:pt x="161" y="1697"/>
                </a:lnTo>
                <a:lnTo>
                  <a:pt x="159" y="1697"/>
                </a:lnTo>
                <a:lnTo>
                  <a:pt x="158" y="1698"/>
                </a:lnTo>
                <a:lnTo>
                  <a:pt x="157" y="1698"/>
                </a:lnTo>
                <a:lnTo>
                  <a:pt x="156" y="1698"/>
                </a:lnTo>
                <a:lnTo>
                  <a:pt x="155" y="1697"/>
                </a:lnTo>
                <a:lnTo>
                  <a:pt x="154" y="1697"/>
                </a:lnTo>
                <a:lnTo>
                  <a:pt x="151" y="1696"/>
                </a:lnTo>
                <a:lnTo>
                  <a:pt x="150" y="1696"/>
                </a:lnTo>
                <a:lnTo>
                  <a:pt x="150" y="1695"/>
                </a:lnTo>
                <a:lnTo>
                  <a:pt x="150" y="1694"/>
                </a:lnTo>
                <a:lnTo>
                  <a:pt x="150" y="1693"/>
                </a:lnTo>
                <a:lnTo>
                  <a:pt x="149" y="1692"/>
                </a:lnTo>
                <a:lnTo>
                  <a:pt x="148" y="1692"/>
                </a:lnTo>
                <a:lnTo>
                  <a:pt x="147" y="1692"/>
                </a:lnTo>
                <a:lnTo>
                  <a:pt x="147" y="1693"/>
                </a:lnTo>
                <a:lnTo>
                  <a:pt x="146" y="1693"/>
                </a:lnTo>
                <a:lnTo>
                  <a:pt x="145" y="1693"/>
                </a:lnTo>
                <a:lnTo>
                  <a:pt x="144" y="1693"/>
                </a:lnTo>
                <a:lnTo>
                  <a:pt x="143" y="1693"/>
                </a:lnTo>
                <a:lnTo>
                  <a:pt x="142" y="1693"/>
                </a:lnTo>
                <a:lnTo>
                  <a:pt x="142" y="1694"/>
                </a:lnTo>
                <a:lnTo>
                  <a:pt x="140" y="1694"/>
                </a:lnTo>
                <a:lnTo>
                  <a:pt x="140" y="1693"/>
                </a:lnTo>
                <a:lnTo>
                  <a:pt x="138" y="1693"/>
                </a:lnTo>
                <a:lnTo>
                  <a:pt x="137" y="1693"/>
                </a:lnTo>
                <a:lnTo>
                  <a:pt x="136" y="1694"/>
                </a:lnTo>
                <a:lnTo>
                  <a:pt x="136" y="1695"/>
                </a:lnTo>
                <a:lnTo>
                  <a:pt x="135" y="1695"/>
                </a:lnTo>
                <a:lnTo>
                  <a:pt x="134" y="1695"/>
                </a:lnTo>
                <a:lnTo>
                  <a:pt x="133" y="1695"/>
                </a:lnTo>
                <a:lnTo>
                  <a:pt x="132" y="1695"/>
                </a:lnTo>
                <a:lnTo>
                  <a:pt x="131" y="1695"/>
                </a:lnTo>
                <a:lnTo>
                  <a:pt x="131" y="1696"/>
                </a:lnTo>
                <a:lnTo>
                  <a:pt x="130" y="1696"/>
                </a:lnTo>
                <a:lnTo>
                  <a:pt x="129" y="1696"/>
                </a:lnTo>
                <a:lnTo>
                  <a:pt x="128" y="1697"/>
                </a:lnTo>
                <a:lnTo>
                  <a:pt x="128" y="1698"/>
                </a:lnTo>
                <a:lnTo>
                  <a:pt x="129" y="1699"/>
                </a:lnTo>
                <a:lnTo>
                  <a:pt x="129" y="1700"/>
                </a:lnTo>
                <a:lnTo>
                  <a:pt x="128" y="1700"/>
                </a:lnTo>
                <a:lnTo>
                  <a:pt x="128" y="1701"/>
                </a:lnTo>
                <a:lnTo>
                  <a:pt x="127" y="1701"/>
                </a:lnTo>
                <a:lnTo>
                  <a:pt x="126" y="1701"/>
                </a:lnTo>
                <a:lnTo>
                  <a:pt x="125" y="1700"/>
                </a:lnTo>
                <a:lnTo>
                  <a:pt x="124" y="1699"/>
                </a:lnTo>
                <a:lnTo>
                  <a:pt x="124" y="1698"/>
                </a:lnTo>
                <a:lnTo>
                  <a:pt x="124" y="1697"/>
                </a:lnTo>
                <a:lnTo>
                  <a:pt x="123" y="1696"/>
                </a:lnTo>
                <a:lnTo>
                  <a:pt x="122" y="1694"/>
                </a:lnTo>
                <a:lnTo>
                  <a:pt x="122" y="1693"/>
                </a:lnTo>
                <a:lnTo>
                  <a:pt x="121" y="1691"/>
                </a:lnTo>
                <a:lnTo>
                  <a:pt x="121" y="1690"/>
                </a:lnTo>
                <a:lnTo>
                  <a:pt x="121" y="1689"/>
                </a:lnTo>
                <a:lnTo>
                  <a:pt x="119" y="1689"/>
                </a:lnTo>
                <a:lnTo>
                  <a:pt x="117" y="1689"/>
                </a:lnTo>
                <a:lnTo>
                  <a:pt x="116" y="1689"/>
                </a:lnTo>
                <a:lnTo>
                  <a:pt x="116" y="1690"/>
                </a:lnTo>
                <a:lnTo>
                  <a:pt x="116" y="1691"/>
                </a:lnTo>
                <a:lnTo>
                  <a:pt x="116" y="1692"/>
                </a:lnTo>
                <a:lnTo>
                  <a:pt x="115" y="1692"/>
                </a:lnTo>
                <a:lnTo>
                  <a:pt x="114" y="1692"/>
                </a:lnTo>
                <a:lnTo>
                  <a:pt x="113" y="1692"/>
                </a:lnTo>
                <a:lnTo>
                  <a:pt x="112" y="1692"/>
                </a:lnTo>
                <a:lnTo>
                  <a:pt x="111" y="1692"/>
                </a:lnTo>
                <a:lnTo>
                  <a:pt x="110" y="1691"/>
                </a:lnTo>
                <a:lnTo>
                  <a:pt x="110" y="1690"/>
                </a:lnTo>
                <a:lnTo>
                  <a:pt x="110" y="1689"/>
                </a:lnTo>
                <a:lnTo>
                  <a:pt x="110" y="1688"/>
                </a:lnTo>
                <a:lnTo>
                  <a:pt x="109" y="1688"/>
                </a:lnTo>
                <a:lnTo>
                  <a:pt x="109" y="1687"/>
                </a:lnTo>
                <a:lnTo>
                  <a:pt x="109" y="1686"/>
                </a:lnTo>
                <a:lnTo>
                  <a:pt x="108" y="1685"/>
                </a:lnTo>
                <a:lnTo>
                  <a:pt x="107" y="1685"/>
                </a:lnTo>
                <a:lnTo>
                  <a:pt x="106" y="1686"/>
                </a:lnTo>
                <a:lnTo>
                  <a:pt x="105" y="1687"/>
                </a:lnTo>
                <a:lnTo>
                  <a:pt x="104" y="1687"/>
                </a:lnTo>
                <a:lnTo>
                  <a:pt x="103" y="1687"/>
                </a:lnTo>
                <a:lnTo>
                  <a:pt x="102" y="1687"/>
                </a:lnTo>
                <a:lnTo>
                  <a:pt x="102" y="1688"/>
                </a:lnTo>
                <a:lnTo>
                  <a:pt x="101" y="1688"/>
                </a:lnTo>
                <a:lnTo>
                  <a:pt x="101" y="1689"/>
                </a:lnTo>
                <a:lnTo>
                  <a:pt x="100" y="1690"/>
                </a:lnTo>
                <a:lnTo>
                  <a:pt x="99" y="1690"/>
                </a:lnTo>
                <a:lnTo>
                  <a:pt x="98" y="1690"/>
                </a:lnTo>
                <a:lnTo>
                  <a:pt x="97" y="1691"/>
                </a:lnTo>
                <a:lnTo>
                  <a:pt x="96" y="1691"/>
                </a:lnTo>
                <a:lnTo>
                  <a:pt x="96" y="1690"/>
                </a:lnTo>
                <a:lnTo>
                  <a:pt x="94" y="1689"/>
                </a:lnTo>
                <a:lnTo>
                  <a:pt x="94" y="1688"/>
                </a:lnTo>
                <a:lnTo>
                  <a:pt x="93" y="1687"/>
                </a:lnTo>
                <a:lnTo>
                  <a:pt x="93" y="1686"/>
                </a:lnTo>
                <a:lnTo>
                  <a:pt x="92" y="1686"/>
                </a:lnTo>
                <a:lnTo>
                  <a:pt x="91" y="1686"/>
                </a:lnTo>
                <a:lnTo>
                  <a:pt x="91" y="1687"/>
                </a:lnTo>
                <a:lnTo>
                  <a:pt x="91" y="1688"/>
                </a:lnTo>
                <a:lnTo>
                  <a:pt x="90" y="1688"/>
                </a:lnTo>
                <a:lnTo>
                  <a:pt x="90" y="1687"/>
                </a:lnTo>
                <a:lnTo>
                  <a:pt x="89" y="1686"/>
                </a:lnTo>
                <a:lnTo>
                  <a:pt x="89" y="1683"/>
                </a:lnTo>
                <a:lnTo>
                  <a:pt x="89" y="1682"/>
                </a:lnTo>
                <a:lnTo>
                  <a:pt x="88" y="1682"/>
                </a:lnTo>
                <a:lnTo>
                  <a:pt x="87" y="1681"/>
                </a:lnTo>
                <a:lnTo>
                  <a:pt x="86" y="1681"/>
                </a:lnTo>
                <a:lnTo>
                  <a:pt x="86" y="1680"/>
                </a:lnTo>
                <a:lnTo>
                  <a:pt x="86" y="1679"/>
                </a:lnTo>
                <a:lnTo>
                  <a:pt x="87" y="1679"/>
                </a:lnTo>
                <a:lnTo>
                  <a:pt x="88" y="1678"/>
                </a:lnTo>
                <a:lnTo>
                  <a:pt x="89" y="1678"/>
                </a:lnTo>
                <a:lnTo>
                  <a:pt x="89" y="1677"/>
                </a:lnTo>
                <a:lnTo>
                  <a:pt x="89" y="1676"/>
                </a:lnTo>
                <a:lnTo>
                  <a:pt x="88" y="1675"/>
                </a:lnTo>
                <a:lnTo>
                  <a:pt x="88" y="1674"/>
                </a:lnTo>
                <a:lnTo>
                  <a:pt x="88" y="1673"/>
                </a:lnTo>
                <a:lnTo>
                  <a:pt x="89" y="1673"/>
                </a:lnTo>
                <a:lnTo>
                  <a:pt x="90" y="1672"/>
                </a:lnTo>
                <a:lnTo>
                  <a:pt x="90" y="1671"/>
                </a:lnTo>
                <a:lnTo>
                  <a:pt x="90" y="1670"/>
                </a:lnTo>
                <a:lnTo>
                  <a:pt x="91" y="1670"/>
                </a:lnTo>
                <a:lnTo>
                  <a:pt x="91" y="1669"/>
                </a:lnTo>
                <a:lnTo>
                  <a:pt x="92" y="1669"/>
                </a:lnTo>
                <a:lnTo>
                  <a:pt x="93" y="1669"/>
                </a:lnTo>
                <a:lnTo>
                  <a:pt x="94" y="1669"/>
                </a:lnTo>
                <a:lnTo>
                  <a:pt x="95" y="1669"/>
                </a:lnTo>
                <a:lnTo>
                  <a:pt x="96" y="1670"/>
                </a:lnTo>
                <a:lnTo>
                  <a:pt x="97" y="1670"/>
                </a:lnTo>
                <a:lnTo>
                  <a:pt x="97" y="1671"/>
                </a:lnTo>
                <a:lnTo>
                  <a:pt x="98" y="1671"/>
                </a:lnTo>
                <a:lnTo>
                  <a:pt x="98" y="1670"/>
                </a:lnTo>
                <a:lnTo>
                  <a:pt x="99" y="1669"/>
                </a:lnTo>
                <a:lnTo>
                  <a:pt x="99" y="1668"/>
                </a:lnTo>
                <a:lnTo>
                  <a:pt x="100" y="1668"/>
                </a:lnTo>
                <a:lnTo>
                  <a:pt x="101" y="1668"/>
                </a:lnTo>
                <a:lnTo>
                  <a:pt x="101" y="1667"/>
                </a:lnTo>
                <a:lnTo>
                  <a:pt x="102" y="1667"/>
                </a:lnTo>
                <a:lnTo>
                  <a:pt x="103" y="1668"/>
                </a:lnTo>
                <a:lnTo>
                  <a:pt x="103" y="1669"/>
                </a:lnTo>
                <a:lnTo>
                  <a:pt x="104" y="1670"/>
                </a:lnTo>
                <a:lnTo>
                  <a:pt x="105" y="1670"/>
                </a:lnTo>
                <a:lnTo>
                  <a:pt x="106" y="1669"/>
                </a:lnTo>
                <a:lnTo>
                  <a:pt x="106" y="1668"/>
                </a:lnTo>
                <a:lnTo>
                  <a:pt x="107" y="1667"/>
                </a:lnTo>
                <a:lnTo>
                  <a:pt x="108" y="1666"/>
                </a:lnTo>
                <a:lnTo>
                  <a:pt x="109" y="1666"/>
                </a:lnTo>
                <a:lnTo>
                  <a:pt x="110" y="1666"/>
                </a:lnTo>
                <a:lnTo>
                  <a:pt x="110" y="1665"/>
                </a:lnTo>
                <a:lnTo>
                  <a:pt x="111" y="1665"/>
                </a:lnTo>
                <a:lnTo>
                  <a:pt x="112" y="1665"/>
                </a:lnTo>
                <a:lnTo>
                  <a:pt x="113" y="1666"/>
                </a:lnTo>
                <a:lnTo>
                  <a:pt x="114" y="1667"/>
                </a:lnTo>
                <a:lnTo>
                  <a:pt x="115" y="1668"/>
                </a:lnTo>
                <a:lnTo>
                  <a:pt x="116" y="1669"/>
                </a:lnTo>
                <a:lnTo>
                  <a:pt x="117" y="1669"/>
                </a:lnTo>
                <a:lnTo>
                  <a:pt x="117" y="1670"/>
                </a:lnTo>
                <a:lnTo>
                  <a:pt x="117" y="1671"/>
                </a:lnTo>
                <a:lnTo>
                  <a:pt x="118" y="1671"/>
                </a:lnTo>
                <a:lnTo>
                  <a:pt x="118" y="1672"/>
                </a:lnTo>
                <a:lnTo>
                  <a:pt x="119" y="1672"/>
                </a:lnTo>
                <a:lnTo>
                  <a:pt x="121" y="1672"/>
                </a:lnTo>
                <a:lnTo>
                  <a:pt x="122" y="1672"/>
                </a:lnTo>
                <a:lnTo>
                  <a:pt x="123" y="1672"/>
                </a:lnTo>
                <a:lnTo>
                  <a:pt x="123" y="1671"/>
                </a:lnTo>
                <a:lnTo>
                  <a:pt x="124" y="1671"/>
                </a:lnTo>
                <a:lnTo>
                  <a:pt x="125" y="1671"/>
                </a:lnTo>
                <a:lnTo>
                  <a:pt x="126" y="1670"/>
                </a:lnTo>
                <a:lnTo>
                  <a:pt x="127" y="1670"/>
                </a:lnTo>
                <a:lnTo>
                  <a:pt x="127" y="1669"/>
                </a:lnTo>
                <a:lnTo>
                  <a:pt x="128" y="1668"/>
                </a:lnTo>
                <a:lnTo>
                  <a:pt x="128" y="1667"/>
                </a:lnTo>
                <a:lnTo>
                  <a:pt x="128" y="1666"/>
                </a:lnTo>
                <a:lnTo>
                  <a:pt x="129" y="1666"/>
                </a:lnTo>
                <a:lnTo>
                  <a:pt x="131" y="1665"/>
                </a:lnTo>
                <a:lnTo>
                  <a:pt x="133" y="1665"/>
                </a:lnTo>
                <a:lnTo>
                  <a:pt x="134" y="1665"/>
                </a:lnTo>
                <a:lnTo>
                  <a:pt x="135" y="1665"/>
                </a:lnTo>
                <a:lnTo>
                  <a:pt x="136" y="1665"/>
                </a:lnTo>
                <a:lnTo>
                  <a:pt x="137" y="1664"/>
                </a:lnTo>
                <a:lnTo>
                  <a:pt x="138" y="1664"/>
                </a:lnTo>
                <a:lnTo>
                  <a:pt x="139" y="1663"/>
                </a:lnTo>
                <a:lnTo>
                  <a:pt x="141" y="1662"/>
                </a:lnTo>
                <a:lnTo>
                  <a:pt x="142" y="1662"/>
                </a:lnTo>
                <a:lnTo>
                  <a:pt x="143" y="1662"/>
                </a:lnTo>
                <a:lnTo>
                  <a:pt x="144" y="1662"/>
                </a:lnTo>
                <a:lnTo>
                  <a:pt x="145" y="1662"/>
                </a:lnTo>
                <a:lnTo>
                  <a:pt x="146" y="1662"/>
                </a:lnTo>
                <a:lnTo>
                  <a:pt x="146" y="1661"/>
                </a:lnTo>
                <a:lnTo>
                  <a:pt x="146" y="1660"/>
                </a:lnTo>
                <a:lnTo>
                  <a:pt x="147" y="1658"/>
                </a:lnTo>
                <a:lnTo>
                  <a:pt x="148" y="1658"/>
                </a:lnTo>
                <a:lnTo>
                  <a:pt x="148" y="1657"/>
                </a:lnTo>
                <a:lnTo>
                  <a:pt x="147" y="1657"/>
                </a:lnTo>
                <a:lnTo>
                  <a:pt x="147" y="1656"/>
                </a:lnTo>
                <a:lnTo>
                  <a:pt x="147" y="1655"/>
                </a:lnTo>
                <a:lnTo>
                  <a:pt x="147" y="1654"/>
                </a:lnTo>
                <a:lnTo>
                  <a:pt x="149" y="1653"/>
                </a:lnTo>
                <a:lnTo>
                  <a:pt x="149" y="1652"/>
                </a:lnTo>
                <a:lnTo>
                  <a:pt x="149" y="1651"/>
                </a:lnTo>
                <a:lnTo>
                  <a:pt x="147" y="1648"/>
                </a:lnTo>
                <a:lnTo>
                  <a:pt x="146" y="1647"/>
                </a:lnTo>
                <a:lnTo>
                  <a:pt x="145" y="1646"/>
                </a:lnTo>
                <a:lnTo>
                  <a:pt x="144" y="1645"/>
                </a:lnTo>
                <a:lnTo>
                  <a:pt x="143" y="1644"/>
                </a:lnTo>
                <a:lnTo>
                  <a:pt x="142" y="1643"/>
                </a:lnTo>
                <a:lnTo>
                  <a:pt x="142" y="1642"/>
                </a:lnTo>
                <a:lnTo>
                  <a:pt x="141" y="1642"/>
                </a:lnTo>
                <a:lnTo>
                  <a:pt x="140" y="1642"/>
                </a:lnTo>
                <a:lnTo>
                  <a:pt x="138" y="1643"/>
                </a:lnTo>
                <a:lnTo>
                  <a:pt x="136" y="1643"/>
                </a:lnTo>
                <a:lnTo>
                  <a:pt x="135" y="1642"/>
                </a:lnTo>
                <a:lnTo>
                  <a:pt x="135" y="1641"/>
                </a:lnTo>
                <a:lnTo>
                  <a:pt x="135" y="1640"/>
                </a:lnTo>
                <a:lnTo>
                  <a:pt x="134" y="1639"/>
                </a:lnTo>
                <a:lnTo>
                  <a:pt x="131" y="1638"/>
                </a:lnTo>
                <a:lnTo>
                  <a:pt x="130" y="1638"/>
                </a:lnTo>
                <a:lnTo>
                  <a:pt x="130" y="1637"/>
                </a:lnTo>
                <a:lnTo>
                  <a:pt x="129" y="1637"/>
                </a:lnTo>
                <a:lnTo>
                  <a:pt x="129" y="1636"/>
                </a:lnTo>
                <a:lnTo>
                  <a:pt x="128" y="1635"/>
                </a:lnTo>
                <a:lnTo>
                  <a:pt x="128" y="1633"/>
                </a:lnTo>
                <a:lnTo>
                  <a:pt x="128" y="1632"/>
                </a:lnTo>
                <a:lnTo>
                  <a:pt x="128" y="1631"/>
                </a:lnTo>
                <a:lnTo>
                  <a:pt x="127" y="1630"/>
                </a:lnTo>
                <a:lnTo>
                  <a:pt x="127" y="1629"/>
                </a:lnTo>
                <a:lnTo>
                  <a:pt x="126" y="1627"/>
                </a:lnTo>
                <a:lnTo>
                  <a:pt x="125" y="1627"/>
                </a:lnTo>
                <a:lnTo>
                  <a:pt x="125" y="1626"/>
                </a:lnTo>
                <a:lnTo>
                  <a:pt x="126" y="1626"/>
                </a:lnTo>
                <a:lnTo>
                  <a:pt x="126" y="1625"/>
                </a:lnTo>
                <a:lnTo>
                  <a:pt x="127" y="1625"/>
                </a:lnTo>
                <a:lnTo>
                  <a:pt x="128" y="1624"/>
                </a:lnTo>
                <a:lnTo>
                  <a:pt x="128" y="1622"/>
                </a:lnTo>
                <a:lnTo>
                  <a:pt x="128" y="1621"/>
                </a:lnTo>
                <a:lnTo>
                  <a:pt x="129" y="1621"/>
                </a:lnTo>
                <a:lnTo>
                  <a:pt x="130" y="1621"/>
                </a:lnTo>
                <a:lnTo>
                  <a:pt x="130" y="1620"/>
                </a:lnTo>
                <a:lnTo>
                  <a:pt x="131" y="1619"/>
                </a:lnTo>
                <a:lnTo>
                  <a:pt x="132" y="1619"/>
                </a:lnTo>
                <a:lnTo>
                  <a:pt x="132" y="1618"/>
                </a:lnTo>
                <a:lnTo>
                  <a:pt x="133" y="1618"/>
                </a:lnTo>
                <a:lnTo>
                  <a:pt x="133" y="1617"/>
                </a:lnTo>
                <a:lnTo>
                  <a:pt x="134" y="1617"/>
                </a:lnTo>
                <a:lnTo>
                  <a:pt x="134" y="1616"/>
                </a:lnTo>
                <a:lnTo>
                  <a:pt x="135" y="1616"/>
                </a:lnTo>
                <a:lnTo>
                  <a:pt x="136" y="1615"/>
                </a:lnTo>
                <a:lnTo>
                  <a:pt x="136" y="1614"/>
                </a:lnTo>
                <a:lnTo>
                  <a:pt x="135" y="1614"/>
                </a:lnTo>
                <a:lnTo>
                  <a:pt x="135" y="1613"/>
                </a:lnTo>
                <a:lnTo>
                  <a:pt x="134" y="1613"/>
                </a:lnTo>
                <a:lnTo>
                  <a:pt x="134" y="1612"/>
                </a:lnTo>
                <a:lnTo>
                  <a:pt x="133" y="1612"/>
                </a:lnTo>
                <a:lnTo>
                  <a:pt x="132" y="1611"/>
                </a:lnTo>
                <a:lnTo>
                  <a:pt x="130" y="1610"/>
                </a:lnTo>
                <a:lnTo>
                  <a:pt x="128" y="1609"/>
                </a:lnTo>
                <a:lnTo>
                  <a:pt x="128" y="1608"/>
                </a:lnTo>
                <a:lnTo>
                  <a:pt x="128" y="1607"/>
                </a:lnTo>
                <a:lnTo>
                  <a:pt x="128" y="1606"/>
                </a:lnTo>
                <a:lnTo>
                  <a:pt x="129" y="1605"/>
                </a:lnTo>
                <a:lnTo>
                  <a:pt x="129" y="1604"/>
                </a:lnTo>
                <a:lnTo>
                  <a:pt x="129" y="1603"/>
                </a:lnTo>
                <a:lnTo>
                  <a:pt x="128" y="1602"/>
                </a:lnTo>
                <a:lnTo>
                  <a:pt x="128" y="1601"/>
                </a:lnTo>
                <a:lnTo>
                  <a:pt x="128" y="1600"/>
                </a:lnTo>
                <a:lnTo>
                  <a:pt x="128" y="1599"/>
                </a:lnTo>
                <a:lnTo>
                  <a:pt x="128" y="1598"/>
                </a:lnTo>
                <a:lnTo>
                  <a:pt x="127" y="1597"/>
                </a:lnTo>
                <a:lnTo>
                  <a:pt x="127" y="1596"/>
                </a:lnTo>
                <a:lnTo>
                  <a:pt x="127" y="1595"/>
                </a:lnTo>
                <a:lnTo>
                  <a:pt x="128" y="1594"/>
                </a:lnTo>
                <a:lnTo>
                  <a:pt x="128" y="1592"/>
                </a:lnTo>
                <a:lnTo>
                  <a:pt x="128" y="1591"/>
                </a:lnTo>
                <a:lnTo>
                  <a:pt x="128" y="1590"/>
                </a:lnTo>
                <a:lnTo>
                  <a:pt x="128" y="1589"/>
                </a:lnTo>
                <a:lnTo>
                  <a:pt x="127" y="1589"/>
                </a:lnTo>
                <a:lnTo>
                  <a:pt x="126" y="1589"/>
                </a:lnTo>
                <a:lnTo>
                  <a:pt x="125" y="1589"/>
                </a:lnTo>
                <a:lnTo>
                  <a:pt x="124" y="1589"/>
                </a:lnTo>
                <a:lnTo>
                  <a:pt x="123" y="1588"/>
                </a:lnTo>
                <a:lnTo>
                  <a:pt x="123" y="1587"/>
                </a:lnTo>
                <a:lnTo>
                  <a:pt x="122" y="1586"/>
                </a:lnTo>
                <a:lnTo>
                  <a:pt x="122" y="1585"/>
                </a:lnTo>
                <a:lnTo>
                  <a:pt x="120" y="1584"/>
                </a:lnTo>
                <a:lnTo>
                  <a:pt x="119" y="1582"/>
                </a:lnTo>
                <a:lnTo>
                  <a:pt x="119" y="1581"/>
                </a:lnTo>
                <a:lnTo>
                  <a:pt x="118" y="1580"/>
                </a:lnTo>
                <a:lnTo>
                  <a:pt x="118" y="1579"/>
                </a:lnTo>
                <a:lnTo>
                  <a:pt x="118" y="1577"/>
                </a:lnTo>
                <a:lnTo>
                  <a:pt x="118" y="1576"/>
                </a:lnTo>
                <a:lnTo>
                  <a:pt x="118" y="1574"/>
                </a:lnTo>
                <a:lnTo>
                  <a:pt x="118" y="1572"/>
                </a:lnTo>
                <a:lnTo>
                  <a:pt x="118" y="1569"/>
                </a:lnTo>
                <a:lnTo>
                  <a:pt x="117" y="1567"/>
                </a:lnTo>
                <a:lnTo>
                  <a:pt x="117" y="1565"/>
                </a:lnTo>
                <a:lnTo>
                  <a:pt x="116" y="1565"/>
                </a:lnTo>
                <a:lnTo>
                  <a:pt x="116" y="1564"/>
                </a:lnTo>
                <a:lnTo>
                  <a:pt x="117" y="1564"/>
                </a:lnTo>
                <a:lnTo>
                  <a:pt x="117" y="1563"/>
                </a:lnTo>
                <a:lnTo>
                  <a:pt x="117" y="1562"/>
                </a:lnTo>
                <a:lnTo>
                  <a:pt x="116" y="1560"/>
                </a:lnTo>
                <a:lnTo>
                  <a:pt x="116" y="1558"/>
                </a:lnTo>
                <a:lnTo>
                  <a:pt x="117" y="1557"/>
                </a:lnTo>
                <a:lnTo>
                  <a:pt x="118" y="1556"/>
                </a:lnTo>
                <a:lnTo>
                  <a:pt x="119" y="1555"/>
                </a:lnTo>
                <a:lnTo>
                  <a:pt x="120" y="1555"/>
                </a:lnTo>
                <a:lnTo>
                  <a:pt x="120" y="1554"/>
                </a:lnTo>
                <a:lnTo>
                  <a:pt x="121" y="1553"/>
                </a:lnTo>
                <a:lnTo>
                  <a:pt x="122" y="1552"/>
                </a:lnTo>
                <a:lnTo>
                  <a:pt x="123" y="1550"/>
                </a:lnTo>
                <a:lnTo>
                  <a:pt x="123" y="1549"/>
                </a:lnTo>
                <a:lnTo>
                  <a:pt x="123" y="1548"/>
                </a:lnTo>
                <a:lnTo>
                  <a:pt x="123" y="1547"/>
                </a:lnTo>
                <a:lnTo>
                  <a:pt x="123" y="1545"/>
                </a:lnTo>
                <a:lnTo>
                  <a:pt x="123" y="1544"/>
                </a:lnTo>
                <a:lnTo>
                  <a:pt x="123" y="1543"/>
                </a:lnTo>
                <a:lnTo>
                  <a:pt x="122" y="1542"/>
                </a:lnTo>
                <a:lnTo>
                  <a:pt x="121" y="1542"/>
                </a:lnTo>
                <a:lnTo>
                  <a:pt x="120" y="1542"/>
                </a:lnTo>
                <a:lnTo>
                  <a:pt x="119" y="1542"/>
                </a:lnTo>
                <a:lnTo>
                  <a:pt x="118" y="1541"/>
                </a:lnTo>
                <a:lnTo>
                  <a:pt x="118" y="1540"/>
                </a:lnTo>
                <a:lnTo>
                  <a:pt x="118" y="1539"/>
                </a:lnTo>
                <a:lnTo>
                  <a:pt x="117" y="1538"/>
                </a:lnTo>
                <a:lnTo>
                  <a:pt x="116" y="1537"/>
                </a:lnTo>
                <a:lnTo>
                  <a:pt x="115" y="1537"/>
                </a:lnTo>
                <a:lnTo>
                  <a:pt x="114" y="1537"/>
                </a:lnTo>
                <a:lnTo>
                  <a:pt x="113" y="1537"/>
                </a:lnTo>
                <a:lnTo>
                  <a:pt x="112" y="1537"/>
                </a:lnTo>
                <a:lnTo>
                  <a:pt x="111" y="1537"/>
                </a:lnTo>
                <a:lnTo>
                  <a:pt x="110" y="1537"/>
                </a:lnTo>
                <a:lnTo>
                  <a:pt x="109" y="1536"/>
                </a:lnTo>
                <a:lnTo>
                  <a:pt x="108" y="1535"/>
                </a:lnTo>
                <a:lnTo>
                  <a:pt x="107" y="1534"/>
                </a:lnTo>
                <a:lnTo>
                  <a:pt x="105" y="1533"/>
                </a:lnTo>
                <a:lnTo>
                  <a:pt x="104" y="1532"/>
                </a:lnTo>
                <a:lnTo>
                  <a:pt x="103" y="1531"/>
                </a:lnTo>
                <a:lnTo>
                  <a:pt x="102" y="1531"/>
                </a:lnTo>
                <a:lnTo>
                  <a:pt x="102" y="1530"/>
                </a:lnTo>
                <a:lnTo>
                  <a:pt x="101" y="1530"/>
                </a:lnTo>
                <a:lnTo>
                  <a:pt x="100" y="1531"/>
                </a:lnTo>
                <a:lnTo>
                  <a:pt x="99" y="1531"/>
                </a:lnTo>
                <a:lnTo>
                  <a:pt x="98" y="1531"/>
                </a:lnTo>
                <a:lnTo>
                  <a:pt x="98" y="1530"/>
                </a:lnTo>
                <a:lnTo>
                  <a:pt x="97" y="1530"/>
                </a:lnTo>
                <a:lnTo>
                  <a:pt x="96" y="1530"/>
                </a:lnTo>
                <a:lnTo>
                  <a:pt x="95" y="1530"/>
                </a:lnTo>
                <a:lnTo>
                  <a:pt x="94" y="1530"/>
                </a:lnTo>
                <a:lnTo>
                  <a:pt x="94" y="1529"/>
                </a:lnTo>
                <a:lnTo>
                  <a:pt x="93" y="1529"/>
                </a:lnTo>
                <a:lnTo>
                  <a:pt x="93" y="1528"/>
                </a:lnTo>
                <a:lnTo>
                  <a:pt x="92" y="1528"/>
                </a:lnTo>
                <a:lnTo>
                  <a:pt x="91" y="1527"/>
                </a:lnTo>
                <a:lnTo>
                  <a:pt x="90" y="1527"/>
                </a:lnTo>
                <a:lnTo>
                  <a:pt x="89" y="1527"/>
                </a:lnTo>
                <a:lnTo>
                  <a:pt x="88" y="1527"/>
                </a:lnTo>
                <a:lnTo>
                  <a:pt x="87" y="1527"/>
                </a:lnTo>
                <a:lnTo>
                  <a:pt x="86" y="1527"/>
                </a:lnTo>
                <a:lnTo>
                  <a:pt x="85" y="1527"/>
                </a:lnTo>
                <a:lnTo>
                  <a:pt x="84" y="1526"/>
                </a:lnTo>
                <a:lnTo>
                  <a:pt x="83" y="1526"/>
                </a:lnTo>
                <a:lnTo>
                  <a:pt x="82" y="1526"/>
                </a:lnTo>
                <a:lnTo>
                  <a:pt x="80" y="1525"/>
                </a:lnTo>
                <a:lnTo>
                  <a:pt x="79" y="1525"/>
                </a:lnTo>
                <a:lnTo>
                  <a:pt x="77" y="1525"/>
                </a:lnTo>
                <a:lnTo>
                  <a:pt x="75" y="1525"/>
                </a:lnTo>
                <a:lnTo>
                  <a:pt x="73" y="1525"/>
                </a:lnTo>
                <a:lnTo>
                  <a:pt x="72" y="1525"/>
                </a:lnTo>
                <a:lnTo>
                  <a:pt x="71" y="1525"/>
                </a:lnTo>
                <a:lnTo>
                  <a:pt x="70" y="1525"/>
                </a:lnTo>
                <a:lnTo>
                  <a:pt x="69" y="1525"/>
                </a:lnTo>
                <a:lnTo>
                  <a:pt x="67" y="1525"/>
                </a:lnTo>
                <a:lnTo>
                  <a:pt x="65" y="1525"/>
                </a:lnTo>
                <a:lnTo>
                  <a:pt x="64" y="1525"/>
                </a:lnTo>
                <a:lnTo>
                  <a:pt x="62" y="1524"/>
                </a:lnTo>
                <a:lnTo>
                  <a:pt x="60" y="1524"/>
                </a:lnTo>
                <a:lnTo>
                  <a:pt x="59" y="1524"/>
                </a:lnTo>
                <a:lnTo>
                  <a:pt x="59" y="1523"/>
                </a:lnTo>
                <a:lnTo>
                  <a:pt x="58" y="1523"/>
                </a:lnTo>
                <a:lnTo>
                  <a:pt x="57" y="1523"/>
                </a:lnTo>
                <a:lnTo>
                  <a:pt x="57" y="1524"/>
                </a:lnTo>
                <a:lnTo>
                  <a:pt x="56" y="1525"/>
                </a:lnTo>
                <a:lnTo>
                  <a:pt x="55" y="1526"/>
                </a:lnTo>
                <a:lnTo>
                  <a:pt x="55" y="1527"/>
                </a:lnTo>
                <a:lnTo>
                  <a:pt x="55" y="1528"/>
                </a:lnTo>
                <a:lnTo>
                  <a:pt x="55" y="1529"/>
                </a:lnTo>
                <a:lnTo>
                  <a:pt x="54" y="1529"/>
                </a:lnTo>
                <a:lnTo>
                  <a:pt x="54" y="1530"/>
                </a:lnTo>
                <a:lnTo>
                  <a:pt x="53" y="1530"/>
                </a:lnTo>
                <a:lnTo>
                  <a:pt x="52" y="1530"/>
                </a:lnTo>
                <a:lnTo>
                  <a:pt x="51" y="1531"/>
                </a:lnTo>
                <a:lnTo>
                  <a:pt x="51" y="1532"/>
                </a:lnTo>
                <a:lnTo>
                  <a:pt x="50" y="1532"/>
                </a:lnTo>
                <a:lnTo>
                  <a:pt x="50" y="1533"/>
                </a:lnTo>
                <a:lnTo>
                  <a:pt x="51" y="1533"/>
                </a:lnTo>
                <a:lnTo>
                  <a:pt x="51" y="1534"/>
                </a:lnTo>
                <a:lnTo>
                  <a:pt x="52" y="1536"/>
                </a:lnTo>
                <a:lnTo>
                  <a:pt x="52" y="1537"/>
                </a:lnTo>
                <a:lnTo>
                  <a:pt x="51" y="1537"/>
                </a:lnTo>
                <a:lnTo>
                  <a:pt x="49" y="1537"/>
                </a:lnTo>
                <a:lnTo>
                  <a:pt x="48" y="1537"/>
                </a:lnTo>
                <a:lnTo>
                  <a:pt x="47" y="1537"/>
                </a:lnTo>
                <a:lnTo>
                  <a:pt x="46" y="1538"/>
                </a:lnTo>
                <a:lnTo>
                  <a:pt x="45" y="1538"/>
                </a:lnTo>
                <a:lnTo>
                  <a:pt x="44" y="1538"/>
                </a:lnTo>
                <a:lnTo>
                  <a:pt x="43" y="1538"/>
                </a:lnTo>
                <a:lnTo>
                  <a:pt x="43" y="1537"/>
                </a:lnTo>
                <a:lnTo>
                  <a:pt x="42" y="1537"/>
                </a:lnTo>
                <a:lnTo>
                  <a:pt x="41" y="1537"/>
                </a:lnTo>
                <a:lnTo>
                  <a:pt x="40" y="1538"/>
                </a:lnTo>
                <a:lnTo>
                  <a:pt x="39" y="1537"/>
                </a:lnTo>
                <a:lnTo>
                  <a:pt x="38" y="1537"/>
                </a:lnTo>
                <a:lnTo>
                  <a:pt x="37" y="1537"/>
                </a:lnTo>
                <a:lnTo>
                  <a:pt x="37" y="1536"/>
                </a:lnTo>
                <a:lnTo>
                  <a:pt x="36" y="1535"/>
                </a:lnTo>
                <a:lnTo>
                  <a:pt x="36" y="1534"/>
                </a:lnTo>
                <a:lnTo>
                  <a:pt x="35" y="1533"/>
                </a:lnTo>
                <a:lnTo>
                  <a:pt x="34" y="1533"/>
                </a:lnTo>
                <a:lnTo>
                  <a:pt x="33" y="1533"/>
                </a:lnTo>
                <a:lnTo>
                  <a:pt x="32" y="1533"/>
                </a:lnTo>
                <a:lnTo>
                  <a:pt x="30" y="1532"/>
                </a:lnTo>
                <a:lnTo>
                  <a:pt x="28" y="1531"/>
                </a:lnTo>
                <a:lnTo>
                  <a:pt x="27" y="1530"/>
                </a:lnTo>
                <a:lnTo>
                  <a:pt x="27" y="1529"/>
                </a:lnTo>
                <a:lnTo>
                  <a:pt x="27" y="1528"/>
                </a:lnTo>
                <a:lnTo>
                  <a:pt x="27" y="1527"/>
                </a:lnTo>
                <a:lnTo>
                  <a:pt x="27" y="1526"/>
                </a:lnTo>
                <a:lnTo>
                  <a:pt x="26" y="1525"/>
                </a:lnTo>
                <a:lnTo>
                  <a:pt x="26" y="1524"/>
                </a:lnTo>
                <a:lnTo>
                  <a:pt x="25" y="1523"/>
                </a:lnTo>
                <a:lnTo>
                  <a:pt x="24" y="1523"/>
                </a:lnTo>
                <a:lnTo>
                  <a:pt x="24" y="1522"/>
                </a:lnTo>
                <a:lnTo>
                  <a:pt x="24" y="1520"/>
                </a:lnTo>
                <a:lnTo>
                  <a:pt x="24" y="1519"/>
                </a:lnTo>
                <a:lnTo>
                  <a:pt x="23" y="1519"/>
                </a:lnTo>
                <a:lnTo>
                  <a:pt x="22" y="1518"/>
                </a:lnTo>
                <a:lnTo>
                  <a:pt x="22" y="1517"/>
                </a:lnTo>
                <a:lnTo>
                  <a:pt x="23" y="1516"/>
                </a:lnTo>
                <a:lnTo>
                  <a:pt x="23" y="1515"/>
                </a:lnTo>
                <a:lnTo>
                  <a:pt x="23" y="1514"/>
                </a:lnTo>
                <a:lnTo>
                  <a:pt x="24" y="1513"/>
                </a:lnTo>
                <a:lnTo>
                  <a:pt x="24" y="1512"/>
                </a:lnTo>
                <a:lnTo>
                  <a:pt x="22" y="1511"/>
                </a:lnTo>
                <a:lnTo>
                  <a:pt x="22" y="1510"/>
                </a:lnTo>
                <a:lnTo>
                  <a:pt x="22" y="1509"/>
                </a:lnTo>
                <a:lnTo>
                  <a:pt x="20" y="1507"/>
                </a:lnTo>
                <a:lnTo>
                  <a:pt x="20" y="1506"/>
                </a:lnTo>
                <a:lnTo>
                  <a:pt x="19" y="1506"/>
                </a:lnTo>
                <a:lnTo>
                  <a:pt x="18" y="1505"/>
                </a:lnTo>
                <a:lnTo>
                  <a:pt x="18" y="1504"/>
                </a:lnTo>
                <a:lnTo>
                  <a:pt x="17" y="1503"/>
                </a:lnTo>
                <a:lnTo>
                  <a:pt x="18" y="1502"/>
                </a:lnTo>
                <a:lnTo>
                  <a:pt x="18" y="1501"/>
                </a:lnTo>
                <a:lnTo>
                  <a:pt x="19" y="1500"/>
                </a:lnTo>
                <a:lnTo>
                  <a:pt x="20" y="1500"/>
                </a:lnTo>
                <a:lnTo>
                  <a:pt x="20" y="1499"/>
                </a:lnTo>
                <a:lnTo>
                  <a:pt x="20" y="1498"/>
                </a:lnTo>
                <a:lnTo>
                  <a:pt x="21" y="1497"/>
                </a:lnTo>
                <a:lnTo>
                  <a:pt x="22" y="1496"/>
                </a:lnTo>
                <a:lnTo>
                  <a:pt x="23" y="1496"/>
                </a:lnTo>
                <a:lnTo>
                  <a:pt x="24" y="1496"/>
                </a:lnTo>
                <a:lnTo>
                  <a:pt x="25" y="1496"/>
                </a:lnTo>
                <a:lnTo>
                  <a:pt x="26" y="1497"/>
                </a:lnTo>
                <a:lnTo>
                  <a:pt x="27" y="1497"/>
                </a:lnTo>
                <a:lnTo>
                  <a:pt x="27" y="1496"/>
                </a:lnTo>
                <a:lnTo>
                  <a:pt x="27" y="1497"/>
                </a:lnTo>
                <a:lnTo>
                  <a:pt x="28" y="1498"/>
                </a:lnTo>
                <a:lnTo>
                  <a:pt x="29" y="1498"/>
                </a:lnTo>
                <a:lnTo>
                  <a:pt x="29" y="1497"/>
                </a:lnTo>
                <a:lnTo>
                  <a:pt x="31" y="1496"/>
                </a:lnTo>
                <a:lnTo>
                  <a:pt x="31" y="1495"/>
                </a:lnTo>
                <a:lnTo>
                  <a:pt x="31" y="1493"/>
                </a:lnTo>
                <a:lnTo>
                  <a:pt x="30" y="1492"/>
                </a:lnTo>
                <a:lnTo>
                  <a:pt x="30" y="1491"/>
                </a:lnTo>
                <a:lnTo>
                  <a:pt x="30" y="1490"/>
                </a:lnTo>
                <a:lnTo>
                  <a:pt x="30" y="1489"/>
                </a:lnTo>
                <a:lnTo>
                  <a:pt x="30" y="1488"/>
                </a:lnTo>
                <a:lnTo>
                  <a:pt x="29" y="1487"/>
                </a:lnTo>
                <a:lnTo>
                  <a:pt x="28" y="1486"/>
                </a:lnTo>
                <a:lnTo>
                  <a:pt x="27" y="1486"/>
                </a:lnTo>
                <a:lnTo>
                  <a:pt x="26" y="1486"/>
                </a:lnTo>
                <a:lnTo>
                  <a:pt x="26" y="1487"/>
                </a:lnTo>
                <a:lnTo>
                  <a:pt x="25" y="1487"/>
                </a:lnTo>
                <a:lnTo>
                  <a:pt x="24" y="1487"/>
                </a:lnTo>
                <a:lnTo>
                  <a:pt x="23" y="1487"/>
                </a:lnTo>
                <a:lnTo>
                  <a:pt x="22" y="1488"/>
                </a:lnTo>
                <a:lnTo>
                  <a:pt x="21" y="1488"/>
                </a:lnTo>
                <a:lnTo>
                  <a:pt x="21" y="1487"/>
                </a:lnTo>
                <a:lnTo>
                  <a:pt x="21" y="1486"/>
                </a:lnTo>
                <a:lnTo>
                  <a:pt x="21" y="1485"/>
                </a:lnTo>
                <a:lnTo>
                  <a:pt x="20" y="1484"/>
                </a:lnTo>
                <a:lnTo>
                  <a:pt x="20" y="1483"/>
                </a:lnTo>
                <a:lnTo>
                  <a:pt x="19" y="1483"/>
                </a:lnTo>
                <a:lnTo>
                  <a:pt x="19" y="1482"/>
                </a:lnTo>
                <a:lnTo>
                  <a:pt x="19" y="1481"/>
                </a:lnTo>
                <a:lnTo>
                  <a:pt x="19" y="1479"/>
                </a:lnTo>
                <a:lnTo>
                  <a:pt x="19" y="1478"/>
                </a:lnTo>
                <a:lnTo>
                  <a:pt x="19" y="1477"/>
                </a:lnTo>
                <a:lnTo>
                  <a:pt x="18" y="1476"/>
                </a:lnTo>
                <a:lnTo>
                  <a:pt x="17" y="1476"/>
                </a:lnTo>
                <a:lnTo>
                  <a:pt x="17" y="1475"/>
                </a:lnTo>
                <a:lnTo>
                  <a:pt x="17" y="1474"/>
                </a:lnTo>
                <a:lnTo>
                  <a:pt x="16" y="1474"/>
                </a:lnTo>
                <a:lnTo>
                  <a:pt x="15" y="1474"/>
                </a:lnTo>
                <a:lnTo>
                  <a:pt x="14" y="1474"/>
                </a:lnTo>
                <a:lnTo>
                  <a:pt x="13" y="1473"/>
                </a:lnTo>
                <a:lnTo>
                  <a:pt x="14" y="1472"/>
                </a:lnTo>
                <a:lnTo>
                  <a:pt x="14" y="1471"/>
                </a:lnTo>
                <a:lnTo>
                  <a:pt x="13" y="1470"/>
                </a:lnTo>
                <a:lnTo>
                  <a:pt x="12" y="1470"/>
                </a:lnTo>
                <a:lnTo>
                  <a:pt x="12" y="1469"/>
                </a:lnTo>
                <a:lnTo>
                  <a:pt x="12" y="1468"/>
                </a:lnTo>
                <a:lnTo>
                  <a:pt x="12" y="1467"/>
                </a:lnTo>
                <a:lnTo>
                  <a:pt x="11" y="1466"/>
                </a:lnTo>
                <a:lnTo>
                  <a:pt x="10" y="1465"/>
                </a:lnTo>
                <a:lnTo>
                  <a:pt x="9" y="1465"/>
                </a:lnTo>
                <a:lnTo>
                  <a:pt x="8" y="1465"/>
                </a:lnTo>
                <a:lnTo>
                  <a:pt x="7" y="1466"/>
                </a:lnTo>
                <a:lnTo>
                  <a:pt x="7" y="1465"/>
                </a:lnTo>
                <a:lnTo>
                  <a:pt x="6" y="1465"/>
                </a:lnTo>
                <a:lnTo>
                  <a:pt x="6" y="1464"/>
                </a:lnTo>
                <a:lnTo>
                  <a:pt x="6" y="1463"/>
                </a:lnTo>
                <a:lnTo>
                  <a:pt x="5" y="1462"/>
                </a:lnTo>
                <a:lnTo>
                  <a:pt x="4" y="1462"/>
                </a:lnTo>
                <a:lnTo>
                  <a:pt x="4" y="1461"/>
                </a:lnTo>
                <a:lnTo>
                  <a:pt x="5" y="1460"/>
                </a:lnTo>
                <a:lnTo>
                  <a:pt x="5" y="1459"/>
                </a:lnTo>
                <a:lnTo>
                  <a:pt x="4" y="1459"/>
                </a:lnTo>
                <a:lnTo>
                  <a:pt x="4" y="1458"/>
                </a:lnTo>
                <a:lnTo>
                  <a:pt x="4" y="1457"/>
                </a:lnTo>
                <a:lnTo>
                  <a:pt x="4" y="1456"/>
                </a:lnTo>
                <a:lnTo>
                  <a:pt x="4" y="1454"/>
                </a:lnTo>
                <a:lnTo>
                  <a:pt x="2" y="1452"/>
                </a:lnTo>
                <a:lnTo>
                  <a:pt x="1" y="1451"/>
                </a:lnTo>
                <a:lnTo>
                  <a:pt x="0" y="1451"/>
                </a:lnTo>
                <a:lnTo>
                  <a:pt x="1" y="1450"/>
                </a:lnTo>
                <a:lnTo>
                  <a:pt x="2" y="1450"/>
                </a:lnTo>
                <a:lnTo>
                  <a:pt x="3" y="1450"/>
                </a:lnTo>
                <a:lnTo>
                  <a:pt x="5" y="1450"/>
                </a:lnTo>
                <a:lnTo>
                  <a:pt x="7" y="1449"/>
                </a:lnTo>
                <a:lnTo>
                  <a:pt x="7" y="1448"/>
                </a:lnTo>
                <a:lnTo>
                  <a:pt x="8" y="1447"/>
                </a:lnTo>
                <a:lnTo>
                  <a:pt x="8" y="1445"/>
                </a:lnTo>
                <a:lnTo>
                  <a:pt x="9" y="1444"/>
                </a:lnTo>
                <a:lnTo>
                  <a:pt x="9" y="1443"/>
                </a:lnTo>
                <a:lnTo>
                  <a:pt x="10" y="1443"/>
                </a:lnTo>
                <a:lnTo>
                  <a:pt x="11" y="1442"/>
                </a:lnTo>
                <a:lnTo>
                  <a:pt x="13" y="1442"/>
                </a:lnTo>
                <a:lnTo>
                  <a:pt x="14" y="1442"/>
                </a:lnTo>
                <a:lnTo>
                  <a:pt x="16" y="1442"/>
                </a:lnTo>
                <a:lnTo>
                  <a:pt x="18" y="1442"/>
                </a:lnTo>
                <a:lnTo>
                  <a:pt x="19" y="1443"/>
                </a:lnTo>
                <a:lnTo>
                  <a:pt x="21" y="1443"/>
                </a:lnTo>
                <a:lnTo>
                  <a:pt x="22" y="1443"/>
                </a:lnTo>
                <a:lnTo>
                  <a:pt x="23" y="1443"/>
                </a:lnTo>
                <a:lnTo>
                  <a:pt x="25" y="1442"/>
                </a:lnTo>
                <a:lnTo>
                  <a:pt x="26" y="1442"/>
                </a:lnTo>
                <a:lnTo>
                  <a:pt x="28" y="1442"/>
                </a:lnTo>
                <a:lnTo>
                  <a:pt x="30" y="1442"/>
                </a:lnTo>
                <a:lnTo>
                  <a:pt x="31" y="1441"/>
                </a:lnTo>
                <a:lnTo>
                  <a:pt x="32" y="1441"/>
                </a:lnTo>
                <a:lnTo>
                  <a:pt x="33" y="1441"/>
                </a:lnTo>
                <a:lnTo>
                  <a:pt x="33" y="1440"/>
                </a:lnTo>
                <a:lnTo>
                  <a:pt x="33" y="1439"/>
                </a:lnTo>
                <a:lnTo>
                  <a:pt x="34" y="1439"/>
                </a:lnTo>
                <a:lnTo>
                  <a:pt x="34" y="1437"/>
                </a:lnTo>
                <a:lnTo>
                  <a:pt x="35" y="1436"/>
                </a:lnTo>
                <a:lnTo>
                  <a:pt x="35" y="1435"/>
                </a:lnTo>
                <a:lnTo>
                  <a:pt x="34" y="1435"/>
                </a:lnTo>
                <a:lnTo>
                  <a:pt x="35" y="1434"/>
                </a:lnTo>
                <a:lnTo>
                  <a:pt x="36" y="1433"/>
                </a:lnTo>
                <a:lnTo>
                  <a:pt x="37" y="1433"/>
                </a:lnTo>
                <a:lnTo>
                  <a:pt x="37" y="1432"/>
                </a:lnTo>
                <a:lnTo>
                  <a:pt x="38" y="1432"/>
                </a:lnTo>
                <a:lnTo>
                  <a:pt x="38" y="1431"/>
                </a:lnTo>
                <a:lnTo>
                  <a:pt x="37" y="1431"/>
                </a:lnTo>
                <a:lnTo>
                  <a:pt x="37" y="1430"/>
                </a:lnTo>
                <a:lnTo>
                  <a:pt x="38" y="1430"/>
                </a:lnTo>
                <a:lnTo>
                  <a:pt x="39" y="1430"/>
                </a:lnTo>
                <a:lnTo>
                  <a:pt x="40" y="1429"/>
                </a:lnTo>
                <a:lnTo>
                  <a:pt x="41" y="1428"/>
                </a:lnTo>
                <a:lnTo>
                  <a:pt x="41" y="1427"/>
                </a:lnTo>
                <a:lnTo>
                  <a:pt x="40" y="1425"/>
                </a:lnTo>
                <a:lnTo>
                  <a:pt x="40" y="1423"/>
                </a:lnTo>
                <a:lnTo>
                  <a:pt x="39" y="1422"/>
                </a:lnTo>
                <a:lnTo>
                  <a:pt x="39" y="1421"/>
                </a:lnTo>
                <a:lnTo>
                  <a:pt x="39" y="1420"/>
                </a:lnTo>
                <a:lnTo>
                  <a:pt x="39" y="1419"/>
                </a:lnTo>
                <a:lnTo>
                  <a:pt x="38" y="1418"/>
                </a:lnTo>
                <a:lnTo>
                  <a:pt x="37" y="1417"/>
                </a:lnTo>
                <a:lnTo>
                  <a:pt x="38" y="1416"/>
                </a:lnTo>
                <a:lnTo>
                  <a:pt x="37" y="1416"/>
                </a:lnTo>
                <a:lnTo>
                  <a:pt x="37" y="1415"/>
                </a:lnTo>
                <a:lnTo>
                  <a:pt x="37" y="1414"/>
                </a:lnTo>
                <a:lnTo>
                  <a:pt x="36" y="1414"/>
                </a:lnTo>
                <a:lnTo>
                  <a:pt x="35" y="1414"/>
                </a:lnTo>
                <a:lnTo>
                  <a:pt x="34" y="1414"/>
                </a:lnTo>
                <a:lnTo>
                  <a:pt x="34" y="1413"/>
                </a:lnTo>
                <a:lnTo>
                  <a:pt x="33" y="1412"/>
                </a:lnTo>
                <a:lnTo>
                  <a:pt x="32" y="1412"/>
                </a:lnTo>
                <a:lnTo>
                  <a:pt x="31" y="1413"/>
                </a:lnTo>
                <a:lnTo>
                  <a:pt x="31" y="1410"/>
                </a:lnTo>
                <a:lnTo>
                  <a:pt x="31" y="1408"/>
                </a:lnTo>
                <a:lnTo>
                  <a:pt x="31" y="1407"/>
                </a:lnTo>
                <a:lnTo>
                  <a:pt x="31" y="1406"/>
                </a:lnTo>
                <a:lnTo>
                  <a:pt x="32" y="1404"/>
                </a:lnTo>
                <a:lnTo>
                  <a:pt x="33" y="1403"/>
                </a:lnTo>
                <a:lnTo>
                  <a:pt x="35" y="1402"/>
                </a:lnTo>
                <a:lnTo>
                  <a:pt x="36" y="1402"/>
                </a:lnTo>
                <a:lnTo>
                  <a:pt x="36" y="1401"/>
                </a:lnTo>
                <a:lnTo>
                  <a:pt x="37" y="1401"/>
                </a:lnTo>
                <a:lnTo>
                  <a:pt x="37" y="1400"/>
                </a:lnTo>
                <a:lnTo>
                  <a:pt x="38" y="1400"/>
                </a:lnTo>
                <a:lnTo>
                  <a:pt x="38" y="1399"/>
                </a:lnTo>
                <a:lnTo>
                  <a:pt x="37" y="1398"/>
                </a:lnTo>
                <a:lnTo>
                  <a:pt x="37" y="1397"/>
                </a:lnTo>
                <a:lnTo>
                  <a:pt x="37" y="1396"/>
                </a:lnTo>
                <a:lnTo>
                  <a:pt x="37" y="1395"/>
                </a:lnTo>
                <a:lnTo>
                  <a:pt x="38" y="1394"/>
                </a:lnTo>
                <a:lnTo>
                  <a:pt x="38" y="1393"/>
                </a:lnTo>
                <a:lnTo>
                  <a:pt x="39" y="1392"/>
                </a:lnTo>
                <a:lnTo>
                  <a:pt x="40" y="1391"/>
                </a:lnTo>
                <a:lnTo>
                  <a:pt x="41" y="1390"/>
                </a:lnTo>
                <a:lnTo>
                  <a:pt x="42" y="1389"/>
                </a:lnTo>
                <a:lnTo>
                  <a:pt x="42" y="1388"/>
                </a:lnTo>
                <a:lnTo>
                  <a:pt x="43" y="1387"/>
                </a:lnTo>
                <a:lnTo>
                  <a:pt x="42" y="1387"/>
                </a:lnTo>
                <a:lnTo>
                  <a:pt x="42" y="1386"/>
                </a:lnTo>
                <a:lnTo>
                  <a:pt x="41" y="1386"/>
                </a:lnTo>
                <a:lnTo>
                  <a:pt x="40" y="1386"/>
                </a:lnTo>
                <a:lnTo>
                  <a:pt x="40" y="1385"/>
                </a:lnTo>
                <a:lnTo>
                  <a:pt x="41" y="1385"/>
                </a:lnTo>
                <a:lnTo>
                  <a:pt x="44" y="1383"/>
                </a:lnTo>
                <a:lnTo>
                  <a:pt x="45" y="1383"/>
                </a:lnTo>
                <a:lnTo>
                  <a:pt x="45" y="1382"/>
                </a:lnTo>
                <a:lnTo>
                  <a:pt x="46" y="1381"/>
                </a:lnTo>
                <a:lnTo>
                  <a:pt x="46" y="1379"/>
                </a:lnTo>
                <a:lnTo>
                  <a:pt x="47" y="1378"/>
                </a:lnTo>
                <a:lnTo>
                  <a:pt x="48" y="1378"/>
                </a:lnTo>
                <a:lnTo>
                  <a:pt x="49" y="1378"/>
                </a:lnTo>
                <a:lnTo>
                  <a:pt x="51" y="1379"/>
                </a:lnTo>
                <a:lnTo>
                  <a:pt x="52" y="1379"/>
                </a:lnTo>
                <a:lnTo>
                  <a:pt x="53" y="1379"/>
                </a:lnTo>
                <a:lnTo>
                  <a:pt x="54" y="1379"/>
                </a:lnTo>
                <a:lnTo>
                  <a:pt x="55" y="1377"/>
                </a:lnTo>
                <a:lnTo>
                  <a:pt x="56" y="1377"/>
                </a:lnTo>
                <a:lnTo>
                  <a:pt x="59" y="1376"/>
                </a:lnTo>
                <a:lnTo>
                  <a:pt x="61" y="1376"/>
                </a:lnTo>
                <a:lnTo>
                  <a:pt x="63" y="1375"/>
                </a:lnTo>
                <a:lnTo>
                  <a:pt x="64" y="1375"/>
                </a:lnTo>
                <a:lnTo>
                  <a:pt x="66" y="1375"/>
                </a:lnTo>
                <a:lnTo>
                  <a:pt x="68" y="1375"/>
                </a:lnTo>
                <a:lnTo>
                  <a:pt x="69" y="1375"/>
                </a:lnTo>
                <a:lnTo>
                  <a:pt x="69" y="1376"/>
                </a:lnTo>
                <a:lnTo>
                  <a:pt x="70" y="1377"/>
                </a:lnTo>
                <a:lnTo>
                  <a:pt x="71" y="1377"/>
                </a:lnTo>
                <a:lnTo>
                  <a:pt x="72" y="1377"/>
                </a:lnTo>
                <a:lnTo>
                  <a:pt x="72" y="1376"/>
                </a:lnTo>
                <a:lnTo>
                  <a:pt x="73" y="1377"/>
                </a:lnTo>
                <a:lnTo>
                  <a:pt x="74" y="1377"/>
                </a:lnTo>
                <a:lnTo>
                  <a:pt x="75" y="1378"/>
                </a:lnTo>
                <a:lnTo>
                  <a:pt x="76" y="1378"/>
                </a:lnTo>
                <a:lnTo>
                  <a:pt x="77" y="1378"/>
                </a:lnTo>
                <a:lnTo>
                  <a:pt x="78" y="1378"/>
                </a:lnTo>
                <a:lnTo>
                  <a:pt x="80" y="1376"/>
                </a:lnTo>
                <a:lnTo>
                  <a:pt x="83" y="1374"/>
                </a:lnTo>
                <a:lnTo>
                  <a:pt x="85" y="1373"/>
                </a:lnTo>
                <a:lnTo>
                  <a:pt x="86" y="1372"/>
                </a:lnTo>
                <a:lnTo>
                  <a:pt x="87" y="1370"/>
                </a:lnTo>
                <a:lnTo>
                  <a:pt x="89" y="1369"/>
                </a:lnTo>
                <a:lnTo>
                  <a:pt x="90" y="1367"/>
                </a:lnTo>
                <a:lnTo>
                  <a:pt x="93" y="1366"/>
                </a:lnTo>
                <a:lnTo>
                  <a:pt x="93" y="1365"/>
                </a:lnTo>
                <a:lnTo>
                  <a:pt x="94" y="1365"/>
                </a:lnTo>
                <a:lnTo>
                  <a:pt x="95" y="1363"/>
                </a:lnTo>
                <a:lnTo>
                  <a:pt x="96" y="1362"/>
                </a:lnTo>
                <a:lnTo>
                  <a:pt x="97" y="1360"/>
                </a:lnTo>
                <a:lnTo>
                  <a:pt x="99" y="1359"/>
                </a:lnTo>
                <a:lnTo>
                  <a:pt x="101" y="1359"/>
                </a:lnTo>
                <a:lnTo>
                  <a:pt x="102" y="1359"/>
                </a:lnTo>
                <a:lnTo>
                  <a:pt x="103" y="1359"/>
                </a:lnTo>
                <a:lnTo>
                  <a:pt x="103" y="1360"/>
                </a:lnTo>
                <a:lnTo>
                  <a:pt x="104" y="1360"/>
                </a:lnTo>
                <a:lnTo>
                  <a:pt x="105" y="1360"/>
                </a:lnTo>
                <a:lnTo>
                  <a:pt x="106" y="1358"/>
                </a:lnTo>
                <a:lnTo>
                  <a:pt x="107" y="1358"/>
                </a:lnTo>
                <a:lnTo>
                  <a:pt x="107" y="1357"/>
                </a:lnTo>
                <a:lnTo>
                  <a:pt x="107" y="1356"/>
                </a:lnTo>
                <a:lnTo>
                  <a:pt x="108" y="1354"/>
                </a:lnTo>
                <a:lnTo>
                  <a:pt x="108" y="1353"/>
                </a:lnTo>
                <a:lnTo>
                  <a:pt x="108" y="1352"/>
                </a:lnTo>
                <a:lnTo>
                  <a:pt x="109" y="1352"/>
                </a:lnTo>
                <a:lnTo>
                  <a:pt x="112" y="1352"/>
                </a:lnTo>
                <a:lnTo>
                  <a:pt x="114" y="1352"/>
                </a:lnTo>
                <a:lnTo>
                  <a:pt x="116" y="1352"/>
                </a:lnTo>
                <a:lnTo>
                  <a:pt x="118" y="1352"/>
                </a:lnTo>
                <a:lnTo>
                  <a:pt x="119" y="1352"/>
                </a:lnTo>
                <a:lnTo>
                  <a:pt x="121" y="1353"/>
                </a:lnTo>
                <a:lnTo>
                  <a:pt x="122" y="1354"/>
                </a:lnTo>
                <a:lnTo>
                  <a:pt x="124" y="1354"/>
                </a:lnTo>
                <a:lnTo>
                  <a:pt x="125" y="1353"/>
                </a:lnTo>
                <a:lnTo>
                  <a:pt x="126" y="1353"/>
                </a:lnTo>
                <a:lnTo>
                  <a:pt x="127" y="1353"/>
                </a:lnTo>
                <a:lnTo>
                  <a:pt x="127" y="1352"/>
                </a:lnTo>
                <a:lnTo>
                  <a:pt x="126" y="1351"/>
                </a:lnTo>
                <a:lnTo>
                  <a:pt x="125" y="1351"/>
                </a:lnTo>
                <a:lnTo>
                  <a:pt x="124" y="1350"/>
                </a:lnTo>
                <a:lnTo>
                  <a:pt x="123" y="1349"/>
                </a:lnTo>
                <a:lnTo>
                  <a:pt x="122" y="1348"/>
                </a:lnTo>
                <a:lnTo>
                  <a:pt x="122" y="1347"/>
                </a:lnTo>
                <a:lnTo>
                  <a:pt x="121" y="1347"/>
                </a:lnTo>
                <a:lnTo>
                  <a:pt x="120" y="1345"/>
                </a:lnTo>
                <a:lnTo>
                  <a:pt x="117" y="1343"/>
                </a:lnTo>
                <a:lnTo>
                  <a:pt x="116" y="1342"/>
                </a:lnTo>
                <a:lnTo>
                  <a:pt x="116" y="1341"/>
                </a:lnTo>
                <a:lnTo>
                  <a:pt x="117" y="1341"/>
                </a:lnTo>
                <a:lnTo>
                  <a:pt x="118" y="1341"/>
                </a:lnTo>
                <a:lnTo>
                  <a:pt x="118" y="1340"/>
                </a:lnTo>
                <a:lnTo>
                  <a:pt x="118" y="1339"/>
                </a:lnTo>
                <a:lnTo>
                  <a:pt x="118" y="1337"/>
                </a:lnTo>
                <a:lnTo>
                  <a:pt x="119" y="1336"/>
                </a:lnTo>
                <a:lnTo>
                  <a:pt x="119" y="1335"/>
                </a:lnTo>
                <a:lnTo>
                  <a:pt x="120" y="1335"/>
                </a:lnTo>
                <a:lnTo>
                  <a:pt x="120" y="1334"/>
                </a:lnTo>
                <a:lnTo>
                  <a:pt x="121" y="1334"/>
                </a:lnTo>
                <a:lnTo>
                  <a:pt x="122" y="1335"/>
                </a:lnTo>
                <a:lnTo>
                  <a:pt x="123" y="1335"/>
                </a:lnTo>
                <a:lnTo>
                  <a:pt x="124" y="1335"/>
                </a:lnTo>
                <a:lnTo>
                  <a:pt x="125" y="1336"/>
                </a:lnTo>
                <a:lnTo>
                  <a:pt x="126" y="1336"/>
                </a:lnTo>
                <a:lnTo>
                  <a:pt x="127" y="1337"/>
                </a:lnTo>
                <a:lnTo>
                  <a:pt x="128" y="1338"/>
                </a:lnTo>
                <a:lnTo>
                  <a:pt x="130" y="1339"/>
                </a:lnTo>
                <a:lnTo>
                  <a:pt x="131" y="1340"/>
                </a:lnTo>
                <a:lnTo>
                  <a:pt x="132" y="1340"/>
                </a:lnTo>
                <a:lnTo>
                  <a:pt x="133" y="1341"/>
                </a:lnTo>
                <a:lnTo>
                  <a:pt x="134" y="1341"/>
                </a:lnTo>
                <a:lnTo>
                  <a:pt x="135" y="1341"/>
                </a:lnTo>
                <a:lnTo>
                  <a:pt x="136" y="1340"/>
                </a:lnTo>
                <a:lnTo>
                  <a:pt x="137" y="1340"/>
                </a:lnTo>
                <a:lnTo>
                  <a:pt x="139" y="1341"/>
                </a:lnTo>
                <a:lnTo>
                  <a:pt x="140" y="1342"/>
                </a:lnTo>
                <a:lnTo>
                  <a:pt x="141" y="1342"/>
                </a:lnTo>
                <a:lnTo>
                  <a:pt x="144" y="1342"/>
                </a:lnTo>
                <a:lnTo>
                  <a:pt x="145" y="1342"/>
                </a:lnTo>
                <a:lnTo>
                  <a:pt x="146" y="1341"/>
                </a:lnTo>
                <a:lnTo>
                  <a:pt x="147" y="1340"/>
                </a:lnTo>
                <a:lnTo>
                  <a:pt x="148" y="1340"/>
                </a:lnTo>
                <a:lnTo>
                  <a:pt x="149" y="1341"/>
                </a:lnTo>
                <a:lnTo>
                  <a:pt x="150" y="1341"/>
                </a:lnTo>
                <a:lnTo>
                  <a:pt x="151" y="1341"/>
                </a:lnTo>
                <a:lnTo>
                  <a:pt x="153" y="1342"/>
                </a:lnTo>
                <a:lnTo>
                  <a:pt x="155" y="1342"/>
                </a:lnTo>
                <a:lnTo>
                  <a:pt x="156" y="1342"/>
                </a:lnTo>
                <a:lnTo>
                  <a:pt x="157" y="1340"/>
                </a:lnTo>
                <a:lnTo>
                  <a:pt x="158" y="1340"/>
                </a:lnTo>
                <a:lnTo>
                  <a:pt x="158" y="1339"/>
                </a:lnTo>
                <a:lnTo>
                  <a:pt x="159" y="1339"/>
                </a:lnTo>
                <a:lnTo>
                  <a:pt x="159" y="1338"/>
                </a:lnTo>
                <a:lnTo>
                  <a:pt x="161" y="1338"/>
                </a:lnTo>
                <a:lnTo>
                  <a:pt x="162" y="1337"/>
                </a:lnTo>
                <a:lnTo>
                  <a:pt x="163" y="1336"/>
                </a:lnTo>
                <a:lnTo>
                  <a:pt x="164" y="1334"/>
                </a:lnTo>
                <a:lnTo>
                  <a:pt x="166" y="1333"/>
                </a:lnTo>
                <a:lnTo>
                  <a:pt x="168" y="1332"/>
                </a:lnTo>
                <a:lnTo>
                  <a:pt x="169" y="1332"/>
                </a:lnTo>
                <a:lnTo>
                  <a:pt x="170" y="1331"/>
                </a:lnTo>
                <a:lnTo>
                  <a:pt x="171" y="1331"/>
                </a:lnTo>
                <a:lnTo>
                  <a:pt x="172" y="1331"/>
                </a:lnTo>
                <a:lnTo>
                  <a:pt x="173" y="1331"/>
                </a:lnTo>
                <a:lnTo>
                  <a:pt x="174" y="1330"/>
                </a:lnTo>
                <a:lnTo>
                  <a:pt x="174" y="1329"/>
                </a:lnTo>
                <a:lnTo>
                  <a:pt x="175" y="1328"/>
                </a:lnTo>
                <a:lnTo>
                  <a:pt x="176" y="1328"/>
                </a:lnTo>
                <a:lnTo>
                  <a:pt x="176" y="1327"/>
                </a:lnTo>
                <a:lnTo>
                  <a:pt x="177" y="1327"/>
                </a:lnTo>
                <a:lnTo>
                  <a:pt x="177" y="1326"/>
                </a:lnTo>
                <a:lnTo>
                  <a:pt x="178" y="1326"/>
                </a:lnTo>
                <a:lnTo>
                  <a:pt x="179" y="1325"/>
                </a:lnTo>
                <a:lnTo>
                  <a:pt x="182" y="1323"/>
                </a:lnTo>
                <a:lnTo>
                  <a:pt x="184" y="1322"/>
                </a:lnTo>
                <a:lnTo>
                  <a:pt x="185" y="1321"/>
                </a:lnTo>
                <a:lnTo>
                  <a:pt x="186" y="1320"/>
                </a:lnTo>
                <a:lnTo>
                  <a:pt x="187" y="1320"/>
                </a:lnTo>
                <a:lnTo>
                  <a:pt x="188" y="1320"/>
                </a:lnTo>
                <a:lnTo>
                  <a:pt x="189" y="1320"/>
                </a:lnTo>
                <a:lnTo>
                  <a:pt x="189" y="1321"/>
                </a:lnTo>
                <a:lnTo>
                  <a:pt x="190" y="1322"/>
                </a:lnTo>
                <a:lnTo>
                  <a:pt x="191" y="1323"/>
                </a:lnTo>
                <a:lnTo>
                  <a:pt x="192" y="1323"/>
                </a:lnTo>
                <a:lnTo>
                  <a:pt x="192" y="1324"/>
                </a:lnTo>
                <a:lnTo>
                  <a:pt x="191" y="1325"/>
                </a:lnTo>
                <a:lnTo>
                  <a:pt x="191" y="1327"/>
                </a:lnTo>
                <a:lnTo>
                  <a:pt x="191" y="1328"/>
                </a:lnTo>
                <a:lnTo>
                  <a:pt x="191" y="1330"/>
                </a:lnTo>
                <a:lnTo>
                  <a:pt x="192" y="1331"/>
                </a:lnTo>
                <a:lnTo>
                  <a:pt x="192" y="1332"/>
                </a:lnTo>
                <a:lnTo>
                  <a:pt x="192" y="1333"/>
                </a:lnTo>
                <a:lnTo>
                  <a:pt x="193" y="1333"/>
                </a:lnTo>
                <a:lnTo>
                  <a:pt x="193" y="1335"/>
                </a:lnTo>
                <a:lnTo>
                  <a:pt x="194" y="1336"/>
                </a:lnTo>
                <a:lnTo>
                  <a:pt x="195" y="1336"/>
                </a:lnTo>
                <a:lnTo>
                  <a:pt x="196" y="1336"/>
                </a:lnTo>
                <a:lnTo>
                  <a:pt x="197" y="1337"/>
                </a:lnTo>
                <a:lnTo>
                  <a:pt x="198" y="1337"/>
                </a:lnTo>
                <a:lnTo>
                  <a:pt x="199" y="1338"/>
                </a:lnTo>
                <a:lnTo>
                  <a:pt x="200" y="1338"/>
                </a:lnTo>
                <a:lnTo>
                  <a:pt x="200" y="1339"/>
                </a:lnTo>
                <a:lnTo>
                  <a:pt x="201" y="1339"/>
                </a:lnTo>
                <a:lnTo>
                  <a:pt x="201" y="1340"/>
                </a:lnTo>
                <a:lnTo>
                  <a:pt x="200" y="1340"/>
                </a:lnTo>
                <a:lnTo>
                  <a:pt x="199" y="1341"/>
                </a:lnTo>
                <a:lnTo>
                  <a:pt x="199" y="1342"/>
                </a:lnTo>
                <a:lnTo>
                  <a:pt x="199" y="1343"/>
                </a:lnTo>
                <a:lnTo>
                  <a:pt x="198" y="1344"/>
                </a:lnTo>
                <a:lnTo>
                  <a:pt x="197" y="1345"/>
                </a:lnTo>
                <a:lnTo>
                  <a:pt x="196" y="1345"/>
                </a:lnTo>
                <a:lnTo>
                  <a:pt x="196" y="1346"/>
                </a:lnTo>
                <a:lnTo>
                  <a:pt x="196" y="1347"/>
                </a:lnTo>
                <a:lnTo>
                  <a:pt x="196" y="1348"/>
                </a:lnTo>
                <a:lnTo>
                  <a:pt x="196" y="1349"/>
                </a:lnTo>
                <a:lnTo>
                  <a:pt x="195" y="1350"/>
                </a:lnTo>
                <a:lnTo>
                  <a:pt x="195" y="1351"/>
                </a:lnTo>
                <a:lnTo>
                  <a:pt x="196" y="1352"/>
                </a:lnTo>
                <a:lnTo>
                  <a:pt x="197" y="1352"/>
                </a:lnTo>
                <a:lnTo>
                  <a:pt x="197" y="1353"/>
                </a:lnTo>
                <a:lnTo>
                  <a:pt x="198" y="1355"/>
                </a:lnTo>
                <a:lnTo>
                  <a:pt x="198" y="1356"/>
                </a:lnTo>
                <a:lnTo>
                  <a:pt x="198" y="1357"/>
                </a:lnTo>
                <a:lnTo>
                  <a:pt x="198" y="1358"/>
                </a:lnTo>
                <a:lnTo>
                  <a:pt x="198" y="1359"/>
                </a:lnTo>
                <a:lnTo>
                  <a:pt x="199" y="1359"/>
                </a:lnTo>
                <a:lnTo>
                  <a:pt x="200" y="1358"/>
                </a:lnTo>
                <a:lnTo>
                  <a:pt x="201" y="1357"/>
                </a:lnTo>
                <a:lnTo>
                  <a:pt x="202" y="1357"/>
                </a:lnTo>
                <a:lnTo>
                  <a:pt x="203" y="1357"/>
                </a:lnTo>
                <a:lnTo>
                  <a:pt x="204" y="1357"/>
                </a:lnTo>
                <a:lnTo>
                  <a:pt x="205" y="1357"/>
                </a:lnTo>
                <a:lnTo>
                  <a:pt x="206" y="1357"/>
                </a:lnTo>
                <a:lnTo>
                  <a:pt x="207" y="1356"/>
                </a:lnTo>
                <a:lnTo>
                  <a:pt x="208" y="1355"/>
                </a:lnTo>
                <a:lnTo>
                  <a:pt x="209" y="1355"/>
                </a:lnTo>
                <a:lnTo>
                  <a:pt x="209" y="1354"/>
                </a:lnTo>
                <a:lnTo>
                  <a:pt x="210" y="1354"/>
                </a:lnTo>
                <a:lnTo>
                  <a:pt x="210" y="1355"/>
                </a:lnTo>
                <a:lnTo>
                  <a:pt x="211" y="1356"/>
                </a:lnTo>
                <a:lnTo>
                  <a:pt x="212" y="1356"/>
                </a:lnTo>
                <a:lnTo>
                  <a:pt x="214" y="1356"/>
                </a:lnTo>
                <a:lnTo>
                  <a:pt x="215" y="1356"/>
                </a:lnTo>
                <a:lnTo>
                  <a:pt x="216" y="1356"/>
                </a:lnTo>
                <a:lnTo>
                  <a:pt x="217" y="1357"/>
                </a:lnTo>
                <a:lnTo>
                  <a:pt x="217" y="1358"/>
                </a:lnTo>
                <a:lnTo>
                  <a:pt x="218" y="1358"/>
                </a:lnTo>
                <a:lnTo>
                  <a:pt x="218" y="1357"/>
                </a:lnTo>
                <a:lnTo>
                  <a:pt x="219" y="1355"/>
                </a:lnTo>
                <a:lnTo>
                  <a:pt x="218" y="1354"/>
                </a:lnTo>
                <a:lnTo>
                  <a:pt x="219" y="1353"/>
                </a:lnTo>
                <a:lnTo>
                  <a:pt x="220" y="1353"/>
                </a:lnTo>
                <a:lnTo>
                  <a:pt x="221" y="1351"/>
                </a:lnTo>
                <a:lnTo>
                  <a:pt x="221" y="1350"/>
                </a:lnTo>
                <a:lnTo>
                  <a:pt x="221" y="1349"/>
                </a:lnTo>
                <a:lnTo>
                  <a:pt x="222" y="1349"/>
                </a:lnTo>
                <a:lnTo>
                  <a:pt x="223" y="1348"/>
                </a:lnTo>
                <a:lnTo>
                  <a:pt x="224" y="1349"/>
                </a:lnTo>
                <a:lnTo>
                  <a:pt x="225" y="1349"/>
                </a:lnTo>
                <a:lnTo>
                  <a:pt x="225" y="1350"/>
                </a:lnTo>
                <a:lnTo>
                  <a:pt x="226" y="1350"/>
                </a:lnTo>
                <a:lnTo>
                  <a:pt x="227" y="1351"/>
                </a:lnTo>
                <a:lnTo>
                  <a:pt x="229" y="1351"/>
                </a:lnTo>
                <a:lnTo>
                  <a:pt x="229" y="1349"/>
                </a:lnTo>
                <a:lnTo>
                  <a:pt x="229" y="1348"/>
                </a:lnTo>
                <a:lnTo>
                  <a:pt x="230" y="1347"/>
                </a:lnTo>
                <a:lnTo>
                  <a:pt x="231" y="1347"/>
                </a:lnTo>
                <a:lnTo>
                  <a:pt x="232" y="1347"/>
                </a:lnTo>
                <a:lnTo>
                  <a:pt x="233" y="1347"/>
                </a:lnTo>
                <a:lnTo>
                  <a:pt x="234" y="1348"/>
                </a:lnTo>
                <a:lnTo>
                  <a:pt x="235" y="1347"/>
                </a:lnTo>
                <a:lnTo>
                  <a:pt x="237" y="1347"/>
                </a:lnTo>
                <a:lnTo>
                  <a:pt x="238" y="1347"/>
                </a:lnTo>
                <a:lnTo>
                  <a:pt x="240" y="1348"/>
                </a:lnTo>
                <a:lnTo>
                  <a:pt x="241" y="1349"/>
                </a:lnTo>
                <a:lnTo>
                  <a:pt x="241" y="1348"/>
                </a:lnTo>
                <a:lnTo>
                  <a:pt x="242" y="1348"/>
                </a:lnTo>
                <a:lnTo>
                  <a:pt x="244" y="1347"/>
                </a:lnTo>
                <a:lnTo>
                  <a:pt x="245" y="1346"/>
                </a:lnTo>
                <a:lnTo>
                  <a:pt x="246" y="1345"/>
                </a:lnTo>
                <a:lnTo>
                  <a:pt x="248" y="1345"/>
                </a:lnTo>
                <a:lnTo>
                  <a:pt x="248" y="1344"/>
                </a:lnTo>
                <a:lnTo>
                  <a:pt x="249" y="1344"/>
                </a:lnTo>
                <a:lnTo>
                  <a:pt x="249" y="1343"/>
                </a:lnTo>
                <a:lnTo>
                  <a:pt x="250" y="1343"/>
                </a:lnTo>
                <a:lnTo>
                  <a:pt x="251" y="1343"/>
                </a:lnTo>
                <a:lnTo>
                  <a:pt x="251" y="1344"/>
                </a:lnTo>
                <a:lnTo>
                  <a:pt x="250" y="1345"/>
                </a:lnTo>
                <a:lnTo>
                  <a:pt x="250" y="1346"/>
                </a:lnTo>
                <a:lnTo>
                  <a:pt x="251" y="1346"/>
                </a:lnTo>
                <a:lnTo>
                  <a:pt x="252" y="1346"/>
                </a:lnTo>
                <a:lnTo>
                  <a:pt x="253" y="1346"/>
                </a:lnTo>
                <a:lnTo>
                  <a:pt x="253" y="1347"/>
                </a:lnTo>
                <a:lnTo>
                  <a:pt x="254" y="1347"/>
                </a:lnTo>
                <a:lnTo>
                  <a:pt x="254" y="1348"/>
                </a:lnTo>
                <a:lnTo>
                  <a:pt x="254" y="1349"/>
                </a:lnTo>
                <a:lnTo>
                  <a:pt x="254" y="1351"/>
                </a:lnTo>
                <a:lnTo>
                  <a:pt x="254" y="1352"/>
                </a:lnTo>
                <a:lnTo>
                  <a:pt x="255" y="1352"/>
                </a:lnTo>
                <a:lnTo>
                  <a:pt x="255" y="1353"/>
                </a:lnTo>
                <a:lnTo>
                  <a:pt x="256" y="1353"/>
                </a:lnTo>
                <a:lnTo>
                  <a:pt x="256" y="1352"/>
                </a:lnTo>
                <a:lnTo>
                  <a:pt x="256" y="1351"/>
                </a:lnTo>
                <a:lnTo>
                  <a:pt x="257" y="1350"/>
                </a:lnTo>
                <a:lnTo>
                  <a:pt x="257" y="1349"/>
                </a:lnTo>
                <a:lnTo>
                  <a:pt x="258" y="1349"/>
                </a:lnTo>
                <a:lnTo>
                  <a:pt x="258" y="1348"/>
                </a:lnTo>
                <a:lnTo>
                  <a:pt x="259" y="1348"/>
                </a:lnTo>
                <a:lnTo>
                  <a:pt x="259" y="1349"/>
                </a:lnTo>
                <a:lnTo>
                  <a:pt x="260" y="1349"/>
                </a:lnTo>
                <a:lnTo>
                  <a:pt x="261" y="1349"/>
                </a:lnTo>
                <a:lnTo>
                  <a:pt x="262" y="1348"/>
                </a:lnTo>
                <a:lnTo>
                  <a:pt x="264" y="1348"/>
                </a:lnTo>
                <a:lnTo>
                  <a:pt x="265" y="1348"/>
                </a:lnTo>
                <a:lnTo>
                  <a:pt x="265" y="1347"/>
                </a:lnTo>
                <a:lnTo>
                  <a:pt x="266" y="1346"/>
                </a:lnTo>
                <a:lnTo>
                  <a:pt x="267" y="1345"/>
                </a:lnTo>
                <a:lnTo>
                  <a:pt x="267" y="1344"/>
                </a:lnTo>
                <a:lnTo>
                  <a:pt x="268" y="1344"/>
                </a:lnTo>
                <a:lnTo>
                  <a:pt x="270" y="1344"/>
                </a:lnTo>
                <a:lnTo>
                  <a:pt x="271" y="1343"/>
                </a:lnTo>
                <a:lnTo>
                  <a:pt x="271" y="1342"/>
                </a:lnTo>
                <a:lnTo>
                  <a:pt x="272" y="1341"/>
                </a:lnTo>
                <a:lnTo>
                  <a:pt x="273" y="1340"/>
                </a:lnTo>
                <a:lnTo>
                  <a:pt x="274" y="1340"/>
                </a:lnTo>
                <a:lnTo>
                  <a:pt x="274" y="1339"/>
                </a:lnTo>
                <a:lnTo>
                  <a:pt x="274" y="1337"/>
                </a:lnTo>
                <a:lnTo>
                  <a:pt x="274" y="1336"/>
                </a:lnTo>
                <a:lnTo>
                  <a:pt x="273" y="1336"/>
                </a:lnTo>
                <a:lnTo>
                  <a:pt x="274" y="1335"/>
                </a:lnTo>
                <a:lnTo>
                  <a:pt x="275" y="1332"/>
                </a:lnTo>
                <a:lnTo>
                  <a:pt x="276" y="1330"/>
                </a:lnTo>
                <a:lnTo>
                  <a:pt x="277" y="1329"/>
                </a:lnTo>
                <a:lnTo>
                  <a:pt x="278" y="1329"/>
                </a:lnTo>
                <a:lnTo>
                  <a:pt x="279" y="1328"/>
                </a:lnTo>
                <a:lnTo>
                  <a:pt x="280" y="1327"/>
                </a:lnTo>
                <a:lnTo>
                  <a:pt x="280" y="1326"/>
                </a:lnTo>
                <a:lnTo>
                  <a:pt x="281" y="1325"/>
                </a:lnTo>
                <a:lnTo>
                  <a:pt x="282" y="1325"/>
                </a:lnTo>
                <a:lnTo>
                  <a:pt x="283" y="1325"/>
                </a:lnTo>
                <a:lnTo>
                  <a:pt x="284" y="1324"/>
                </a:lnTo>
                <a:lnTo>
                  <a:pt x="284" y="1323"/>
                </a:lnTo>
                <a:lnTo>
                  <a:pt x="284" y="1322"/>
                </a:lnTo>
                <a:lnTo>
                  <a:pt x="284" y="1321"/>
                </a:lnTo>
                <a:lnTo>
                  <a:pt x="284" y="1320"/>
                </a:lnTo>
                <a:lnTo>
                  <a:pt x="284" y="1319"/>
                </a:lnTo>
                <a:lnTo>
                  <a:pt x="284" y="1318"/>
                </a:lnTo>
                <a:lnTo>
                  <a:pt x="285" y="1317"/>
                </a:lnTo>
                <a:lnTo>
                  <a:pt x="286" y="1317"/>
                </a:lnTo>
                <a:lnTo>
                  <a:pt x="286" y="1316"/>
                </a:lnTo>
                <a:lnTo>
                  <a:pt x="285" y="1315"/>
                </a:lnTo>
                <a:lnTo>
                  <a:pt x="284" y="1314"/>
                </a:lnTo>
                <a:lnTo>
                  <a:pt x="283" y="1313"/>
                </a:lnTo>
                <a:lnTo>
                  <a:pt x="283" y="1312"/>
                </a:lnTo>
                <a:lnTo>
                  <a:pt x="283" y="1311"/>
                </a:lnTo>
                <a:lnTo>
                  <a:pt x="283" y="1310"/>
                </a:lnTo>
                <a:lnTo>
                  <a:pt x="284" y="1309"/>
                </a:lnTo>
                <a:lnTo>
                  <a:pt x="285" y="1308"/>
                </a:lnTo>
                <a:lnTo>
                  <a:pt x="286" y="1308"/>
                </a:lnTo>
                <a:lnTo>
                  <a:pt x="287" y="1308"/>
                </a:lnTo>
                <a:lnTo>
                  <a:pt x="288" y="1307"/>
                </a:lnTo>
                <a:lnTo>
                  <a:pt x="289" y="1306"/>
                </a:lnTo>
                <a:lnTo>
                  <a:pt x="289" y="1305"/>
                </a:lnTo>
                <a:lnTo>
                  <a:pt x="290" y="1304"/>
                </a:lnTo>
                <a:lnTo>
                  <a:pt x="291" y="1304"/>
                </a:lnTo>
                <a:lnTo>
                  <a:pt x="291" y="1303"/>
                </a:lnTo>
                <a:lnTo>
                  <a:pt x="290" y="1302"/>
                </a:lnTo>
                <a:lnTo>
                  <a:pt x="290" y="1301"/>
                </a:lnTo>
                <a:lnTo>
                  <a:pt x="291" y="1301"/>
                </a:lnTo>
                <a:lnTo>
                  <a:pt x="291" y="1300"/>
                </a:lnTo>
                <a:lnTo>
                  <a:pt x="291" y="1299"/>
                </a:lnTo>
                <a:lnTo>
                  <a:pt x="291" y="1298"/>
                </a:lnTo>
                <a:lnTo>
                  <a:pt x="291" y="1297"/>
                </a:lnTo>
                <a:lnTo>
                  <a:pt x="291" y="1296"/>
                </a:lnTo>
                <a:lnTo>
                  <a:pt x="291" y="1295"/>
                </a:lnTo>
                <a:lnTo>
                  <a:pt x="292" y="1294"/>
                </a:lnTo>
                <a:lnTo>
                  <a:pt x="292" y="1293"/>
                </a:lnTo>
                <a:lnTo>
                  <a:pt x="293" y="1291"/>
                </a:lnTo>
                <a:lnTo>
                  <a:pt x="293" y="1290"/>
                </a:lnTo>
                <a:lnTo>
                  <a:pt x="294" y="1290"/>
                </a:lnTo>
                <a:lnTo>
                  <a:pt x="294" y="1289"/>
                </a:lnTo>
                <a:lnTo>
                  <a:pt x="295" y="1289"/>
                </a:lnTo>
                <a:lnTo>
                  <a:pt x="296" y="1290"/>
                </a:lnTo>
                <a:lnTo>
                  <a:pt x="297" y="1290"/>
                </a:lnTo>
                <a:lnTo>
                  <a:pt x="297" y="1289"/>
                </a:lnTo>
                <a:lnTo>
                  <a:pt x="297" y="1288"/>
                </a:lnTo>
                <a:lnTo>
                  <a:pt x="298" y="1288"/>
                </a:lnTo>
                <a:lnTo>
                  <a:pt x="299" y="1288"/>
                </a:lnTo>
                <a:lnTo>
                  <a:pt x="300" y="1288"/>
                </a:lnTo>
                <a:lnTo>
                  <a:pt x="301" y="1288"/>
                </a:lnTo>
                <a:lnTo>
                  <a:pt x="302" y="1287"/>
                </a:lnTo>
                <a:lnTo>
                  <a:pt x="302" y="1286"/>
                </a:lnTo>
                <a:lnTo>
                  <a:pt x="302" y="1285"/>
                </a:lnTo>
                <a:lnTo>
                  <a:pt x="303" y="1284"/>
                </a:lnTo>
                <a:lnTo>
                  <a:pt x="304" y="1283"/>
                </a:lnTo>
                <a:lnTo>
                  <a:pt x="304" y="1282"/>
                </a:lnTo>
                <a:lnTo>
                  <a:pt x="305" y="1283"/>
                </a:lnTo>
                <a:lnTo>
                  <a:pt x="306" y="1283"/>
                </a:lnTo>
                <a:lnTo>
                  <a:pt x="307" y="1283"/>
                </a:lnTo>
                <a:lnTo>
                  <a:pt x="308" y="1283"/>
                </a:lnTo>
                <a:lnTo>
                  <a:pt x="309" y="1282"/>
                </a:lnTo>
                <a:lnTo>
                  <a:pt x="311" y="1282"/>
                </a:lnTo>
                <a:lnTo>
                  <a:pt x="311" y="1281"/>
                </a:lnTo>
                <a:lnTo>
                  <a:pt x="312" y="1280"/>
                </a:lnTo>
                <a:lnTo>
                  <a:pt x="312" y="1279"/>
                </a:lnTo>
                <a:lnTo>
                  <a:pt x="313" y="1279"/>
                </a:lnTo>
                <a:lnTo>
                  <a:pt x="314" y="1278"/>
                </a:lnTo>
                <a:lnTo>
                  <a:pt x="315" y="1278"/>
                </a:lnTo>
                <a:lnTo>
                  <a:pt x="316" y="1279"/>
                </a:lnTo>
                <a:lnTo>
                  <a:pt x="316" y="1280"/>
                </a:lnTo>
                <a:lnTo>
                  <a:pt x="317" y="1280"/>
                </a:lnTo>
                <a:lnTo>
                  <a:pt x="318" y="1279"/>
                </a:lnTo>
                <a:lnTo>
                  <a:pt x="320" y="1279"/>
                </a:lnTo>
                <a:lnTo>
                  <a:pt x="322" y="1279"/>
                </a:lnTo>
                <a:lnTo>
                  <a:pt x="323" y="1279"/>
                </a:lnTo>
                <a:lnTo>
                  <a:pt x="324" y="1279"/>
                </a:lnTo>
                <a:lnTo>
                  <a:pt x="325" y="1280"/>
                </a:lnTo>
                <a:lnTo>
                  <a:pt x="325" y="1281"/>
                </a:lnTo>
                <a:lnTo>
                  <a:pt x="325" y="1282"/>
                </a:lnTo>
                <a:lnTo>
                  <a:pt x="326" y="1282"/>
                </a:lnTo>
                <a:lnTo>
                  <a:pt x="327" y="1282"/>
                </a:lnTo>
                <a:lnTo>
                  <a:pt x="327" y="1283"/>
                </a:lnTo>
                <a:lnTo>
                  <a:pt x="328" y="1283"/>
                </a:lnTo>
                <a:lnTo>
                  <a:pt x="329" y="1283"/>
                </a:lnTo>
                <a:lnTo>
                  <a:pt x="329" y="1284"/>
                </a:lnTo>
                <a:lnTo>
                  <a:pt x="330" y="1284"/>
                </a:lnTo>
                <a:lnTo>
                  <a:pt x="331" y="1284"/>
                </a:lnTo>
                <a:lnTo>
                  <a:pt x="332" y="1284"/>
                </a:lnTo>
                <a:lnTo>
                  <a:pt x="332" y="1283"/>
                </a:lnTo>
                <a:lnTo>
                  <a:pt x="334" y="1283"/>
                </a:lnTo>
                <a:lnTo>
                  <a:pt x="335" y="1283"/>
                </a:lnTo>
                <a:lnTo>
                  <a:pt x="336" y="1283"/>
                </a:lnTo>
                <a:lnTo>
                  <a:pt x="337" y="1283"/>
                </a:lnTo>
                <a:lnTo>
                  <a:pt x="338" y="1283"/>
                </a:lnTo>
                <a:lnTo>
                  <a:pt x="338" y="1284"/>
                </a:lnTo>
                <a:lnTo>
                  <a:pt x="339" y="1284"/>
                </a:lnTo>
                <a:lnTo>
                  <a:pt x="339" y="1285"/>
                </a:lnTo>
                <a:lnTo>
                  <a:pt x="340" y="1285"/>
                </a:lnTo>
                <a:lnTo>
                  <a:pt x="341" y="1285"/>
                </a:lnTo>
                <a:lnTo>
                  <a:pt x="343" y="1285"/>
                </a:lnTo>
                <a:lnTo>
                  <a:pt x="344" y="1284"/>
                </a:lnTo>
                <a:lnTo>
                  <a:pt x="345" y="1283"/>
                </a:lnTo>
                <a:lnTo>
                  <a:pt x="346" y="1283"/>
                </a:lnTo>
                <a:lnTo>
                  <a:pt x="347" y="1282"/>
                </a:lnTo>
                <a:lnTo>
                  <a:pt x="348" y="1281"/>
                </a:lnTo>
                <a:lnTo>
                  <a:pt x="349" y="1281"/>
                </a:lnTo>
                <a:lnTo>
                  <a:pt x="350" y="1281"/>
                </a:lnTo>
                <a:lnTo>
                  <a:pt x="350" y="1282"/>
                </a:lnTo>
                <a:lnTo>
                  <a:pt x="351" y="1282"/>
                </a:lnTo>
                <a:lnTo>
                  <a:pt x="352" y="1282"/>
                </a:lnTo>
                <a:lnTo>
                  <a:pt x="353" y="1282"/>
                </a:lnTo>
                <a:lnTo>
                  <a:pt x="354" y="1283"/>
                </a:lnTo>
                <a:lnTo>
                  <a:pt x="355" y="1283"/>
                </a:lnTo>
                <a:lnTo>
                  <a:pt x="357" y="1283"/>
                </a:lnTo>
                <a:lnTo>
                  <a:pt x="358" y="1283"/>
                </a:lnTo>
                <a:lnTo>
                  <a:pt x="358" y="1284"/>
                </a:lnTo>
                <a:lnTo>
                  <a:pt x="357" y="1285"/>
                </a:lnTo>
                <a:lnTo>
                  <a:pt x="358" y="1286"/>
                </a:lnTo>
                <a:lnTo>
                  <a:pt x="359" y="1286"/>
                </a:lnTo>
                <a:lnTo>
                  <a:pt x="360" y="1286"/>
                </a:lnTo>
                <a:lnTo>
                  <a:pt x="361" y="1285"/>
                </a:lnTo>
                <a:lnTo>
                  <a:pt x="362" y="1285"/>
                </a:lnTo>
                <a:lnTo>
                  <a:pt x="363" y="1285"/>
                </a:lnTo>
                <a:lnTo>
                  <a:pt x="364" y="1285"/>
                </a:lnTo>
                <a:lnTo>
                  <a:pt x="365" y="1285"/>
                </a:lnTo>
                <a:lnTo>
                  <a:pt x="366" y="1285"/>
                </a:lnTo>
                <a:lnTo>
                  <a:pt x="367" y="1285"/>
                </a:lnTo>
                <a:lnTo>
                  <a:pt x="368" y="1285"/>
                </a:lnTo>
                <a:lnTo>
                  <a:pt x="369" y="1285"/>
                </a:lnTo>
                <a:lnTo>
                  <a:pt x="370" y="1284"/>
                </a:lnTo>
                <a:lnTo>
                  <a:pt x="371" y="1284"/>
                </a:lnTo>
                <a:lnTo>
                  <a:pt x="373" y="1284"/>
                </a:lnTo>
                <a:lnTo>
                  <a:pt x="374" y="1284"/>
                </a:lnTo>
                <a:lnTo>
                  <a:pt x="375" y="1284"/>
                </a:lnTo>
                <a:lnTo>
                  <a:pt x="376" y="1285"/>
                </a:lnTo>
                <a:lnTo>
                  <a:pt x="377" y="1284"/>
                </a:lnTo>
                <a:lnTo>
                  <a:pt x="379" y="1284"/>
                </a:lnTo>
                <a:lnTo>
                  <a:pt x="380" y="1284"/>
                </a:lnTo>
                <a:lnTo>
                  <a:pt x="381" y="1283"/>
                </a:lnTo>
                <a:lnTo>
                  <a:pt x="381" y="1282"/>
                </a:lnTo>
                <a:lnTo>
                  <a:pt x="382" y="1282"/>
                </a:lnTo>
                <a:lnTo>
                  <a:pt x="383" y="1283"/>
                </a:lnTo>
                <a:lnTo>
                  <a:pt x="384" y="1283"/>
                </a:lnTo>
                <a:lnTo>
                  <a:pt x="385" y="1283"/>
                </a:lnTo>
                <a:lnTo>
                  <a:pt x="385" y="1282"/>
                </a:lnTo>
                <a:lnTo>
                  <a:pt x="386" y="1281"/>
                </a:lnTo>
                <a:lnTo>
                  <a:pt x="386" y="1280"/>
                </a:lnTo>
                <a:lnTo>
                  <a:pt x="387" y="1280"/>
                </a:lnTo>
                <a:lnTo>
                  <a:pt x="388" y="1280"/>
                </a:lnTo>
                <a:lnTo>
                  <a:pt x="388" y="1281"/>
                </a:lnTo>
                <a:lnTo>
                  <a:pt x="388" y="1280"/>
                </a:lnTo>
                <a:lnTo>
                  <a:pt x="389" y="1280"/>
                </a:lnTo>
                <a:lnTo>
                  <a:pt x="389" y="1279"/>
                </a:lnTo>
                <a:lnTo>
                  <a:pt x="389" y="1278"/>
                </a:lnTo>
                <a:lnTo>
                  <a:pt x="388" y="1277"/>
                </a:lnTo>
                <a:lnTo>
                  <a:pt x="387" y="1276"/>
                </a:lnTo>
                <a:lnTo>
                  <a:pt x="387" y="1275"/>
                </a:lnTo>
                <a:lnTo>
                  <a:pt x="387" y="1274"/>
                </a:lnTo>
                <a:lnTo>
                  <a:pt x="388" y="1274"/>
                </a:lnTo>
                <a:lnTo>
                  <a:pt x="388" y="1273"/>
                </a:lnTo>
                <a:lnTo>
                  <a:pt x="388" y="1272"/>
                </a:lnTo>
                <a:lnTo>
                  <a:pt x="389" y="1271"/>
                </a:lnTo>
                <a:lnTo>
                  <a:pt x="390" y="1270"/>
                </a:lnTo>
                <a:lnTo>
                  <a:pt x="391" y="1270"/>
                </a:lnTo>
                <a:lnTo>
                  <a:pt x="391" y="1269"/>
                </a:lnTo>
                <a:lnTo>
                  <a:pt x="393" y="1269"/>
                </a:lnTo>
                <a:lnTo>
                  <a:pt x="394" y="1268"/>
                </a:lnTo>
                <a:lnTo>
                  <a:pt x="395" y="1268"/>
                </a:lnTo>
                <a:lnTo>
                  <a:pt x="395" y="1267"/>
                </a:lnTo>
                <a:lnTo>
                  <a:pt x="396" y="1267"/>
                </a:lnTo>
                <a:lnTo>
                  <a:pt x="396" y="1266"/>
                </a:lnTo>
                <a:lnTo>
                  <a:pt x="397" y="1266"/>
                </a:lnTo>
                <a:lnTo>
                  <a:pt x="398" y="1266"/>
                </a:lnTo>
                <a:lnTo>
                  <a:pt x="401" y="1266"/>
                </a:lnTo>
                <a:lnTo>
                  <a:pt x="402" y="1266"/>
                </a:lnTo>
                <a:lnTo>
                  <a:pt x="403" y="1266"/>
                </a:lnTo>
                <a:lnTo>
                  <a:pt x="404" y="1266"/>
                </a:lnTo>
                <a:lnTo>
                  <a:pt x="405" y="1266"/>
                </a:lnTo>
                <a:lnTo>
                  <a:pt x="405" y="1265"/>
                </a:lnTo>
                <a:lnTo>
                  <a:pt x="405" y="1266"/>
                </a:lnTo>
                <a:lnTo>
                  <a:pt x="406" y="1266"/>
                </a:lnTo>
                <a:lnTo>
                  <a:pt x="407" y="1266"/>
                </a:lnTo>
                <a:lnTo>
                  <a:pt x="408" y="1265"/>
                </a:lnTo>
                <a:lnTo>
                  <a:pt x="409" y="1265"/>
                </a:lnTo>
                <a:lnTo>
                  <a:pt x="411" y="1264"/>
                </a:lnTo>
                <a:lnTo>
                  <a:pt x="412" y="1263"/>
                </a:lnTo>
                <a:lnTo>
                  <a:pt x="413" y="1263"/>
                </a:lnTo>
                <a:lnTo>
                  <a:pt x="414" y="1263"/>
                </a:lnTo>
                <a:lnTo>
                  <a:pt x="415" y="1263"/>
                </a:lnTo>
                <a:lnTo>
                  <a:pt x="416" y="1263"/>
                </a:lnTo>
                <a:lnTo>
                  <a:pt x="417" y="1262"/>
                </a:lnTo>
                <a:lnTo>
                  <a:pt x="417" y="1261"/>
                </a:lnTo>
                <a:lnTo>
                  <a:pt x="417" y="1260"/>
                </a:lnTo>
                <a:lnTo>
                  <a:pt x="417" y="1259"/>
                </a:lnTo>
                <a:lnTo>
                  <a:pt x="418" y="1255"/>
                </a:lnTo>
                <a:lnTo>
                  <a:pt x="418" y="1254"/>
                </a:lnTo>
                <a:lnTo>
                  <a:pt x="418" y="1253"/>
                </a:lnTo>
                <a:lnTo>
                  <a:pt x="419" y="1252"/>
                </a:lnTo>
                <a:lnTo>
                  <a:pt x="420" y="1251"/>
                </a:lnTo>
                <a:lnTo>
                  <a:pt x="419" y="1249"/>
                </a:lnTo>
                <a:lnTo>
                  <a:pt x="419" y="1248"/>
                </a:lnTo>
                <a:lnTo>
                  <a:pt x="419" y="1247"/>
                </a:lnTo>
                <a:lnTo>
                  <a:pt x="420" y="1247"/>
                </a:lnTo>
                <a:lnTo>
                  <a:pt x="421" y="1246"/>
                </a:lnTo>
                <a:lnTo>
                  <a:pt x="424" y="1245"/>
                </a:lnTo>
                <a:lnTo>
                  <a:pt x="426" y="1245"/>
                </a:lnTo>
                <a:lnTo>
                  <a:pt x="427" y="1245"/>
                </a:lnTo>
                <a:lnTo>
                  <a:pt x="429" y="1245"/>
                </a:lnTo>
                <a:lnTo>
                  <a:pt x="430" y="1246"/>
                </a:lnTo>
                <a:lnTo>
                  <a:pt x="432" y="1245"/>
                </a:lnTo>
                <a:lnTo>
                  <a:pt x="433" y="1245"/>
                </a:lnTo>
                <a:lnTo>
                  <a:pt x="434" y="1246"/>
                </a:lnTo>
                <a:lnTo>
                  <a:pt x="435" y="1246"/>
                </a:lnTo>
                <a:lnTo>
                  <a:pt x="435" y="1245"/>
                </a:lnTo>
                <a:lnTo>
                  <a:pt x="436" y="1245"/>
                </a:lnTo>
                <a:lnTo>
                  <a:pt x="437" y="1245"/>
                </a:lnTo>
                <a:lnTo>
                  <a:pt x="438" y="1245"/>
                </a:lnTo>
                <a:lnTo>
                  <a:pt x="440" y="1245"/>
                </a:lnTo>
                <a:lnTo>
                  <a:pt x="440" y="1244"/>
                </a:lnTo>
                <a:lnTo>
                  <a:pt x="441" y="1243"/>
                </a:lnTo>
                <a:lnTo>
                  <a:pt x="442" y="1243"/>
                </a:lnTo>
                <a:lnTo>
                  <a:pt x="446" y="1243"/>
                </a:lnTo>
                <a:lnTo>
                  <a:pt x="447" y="1243"/>
                </a:lnTo>
                <a:lnTo>
                  <a:pt x="448" y="1242"/>
                </a:lnTo>
                <a:lnTo>
                  <a:pt x="449" y="1242"/>
                </a:lnTo>
                <a:lnTo>
                  <a:pt x="451" y="1241"/>
                </a:lnTo>
                <a:lnTo>
                  <a:pt x="452" y="1240"/>
                </a:lnTo>
                <a:lnTo>
                  <a:pt x="453" y="1240"/>
                </a:lnTo>
                <a:lnTo>
                  <a:pt x="453" y="1239"/>
                </a:lnTo>
                <a:lnTo>
                  <a:pt x="454" y="1238"/>
                </a:lnTo>
                <a:lnTo>
                  <a:pt x="455" y="1237"/>
                </a:lnTo>
                <a:lnTo>
                  <a:pt x="456" y="1236"/>
                </a:lnTo>
                <a:lnTo>
                  <a:pt x="457" y="1236"/>
                </a:lnTo>
                <a:lnTo>
                  <a:pt x="458" y="1236"/>
                </a:lnTo>
                <a:lnTo>
                  <a:pt x="458" y="1237"/>
                </a:lnTo>
                <a:lnTo>
                  <a:pt x="459" y="1237"/>
                </a:lnTo>
                <a:lnTo>
                  <a:pt x="460" y="1237"/>
                </a:lnTo>
                <a:lnTo>
                  <a:pt x="461" y="1237"/>
                </a:lnTo>
                <a:lnTo>
                  <a:pt x="462" y="1237"/>
                </a:lnTo>
                <a:lnTo>
                  <a:pt x="463" y="1237"/>
                </a:lnTo>
                <a:lnTo>
                  <a:pt x="464" y="1237"/>
                </a:lnTo>
                <a:lnTo>
                  <a:pt x="464" y="1236"/>
                </a:lnTo>
                <a:lnTo>
                  <a:pt x="465" y="1235"/>
                </a:lnTo>
                <a:lnTo>
                  <a:pt x="466" y="1234"/>
                </a:lnTo>
                <a:lnTo>
                  <a:pt x="467" y="1233"/>
                </a:lnTo>
                <a:lnTo>
                  <a:pt x="468" y="1233"/>
                </a:lnTo>
                <a:lnTo>
                  <a:pt x="468" y="1232"/>
                </a:lnTo>
                <a:lnTo>
                  <a:pt x="469" y="1232"/>
                </a:lnTo>
                <a:lnTo>
                  <a:pt x="468" y="1231"/>
                </a:lnTo>
                <a:lnTo>
                  <a:pt x="468" y="1230"/>
                </a:lnTo>
                <a:lnTo>
                  <a:pt x="469" y="1229"/>
                </a:lnTo>
                <a:lnTo>
                  <a:pt x="471" y="1229"/>
                </a:lnTo>
                <a:lnTo>
                  <a:pt x="472" y="1228"/>
                </a:lnTo>
                <a:lnTo>
                  <a:pt x="474" y="1228"/>
                </a:lnTo>
                <a:lnTo>
                  <a:pt x="475" y="1228"/>
                </a:lnTo>
                <a:lnTo>
                  <a:pt x="476" y="1228"/>
                </a:lnTo>
                <a:lnTo>
                  <a:pt x="477" y="1227"/>
                </a:lnTo>
                <a:lnTo>
                  <a:pt x="478" y="1228"/>
                </a:lnTo>
                <a:lnTo>
                  <a:pt x="479" y="1228"/>
                </a:lnTo>
                <a:lnTo>
                  <a:pt x="480" y="1227"/>
                </a:lnTo>
                <a:lnTo>
                  <a:pt x="482" y="1226"/>
                </a:lnTo>
                <a:lnTo>
                  <a:pt x="482" y="1225"/>
                </a:lnTo>
                <a:lnTo>
                  <a:pt x="483" y="1225"/>
                </a:lnTo>
                <a:lnTo>
                  <a:pt x="484" y="1225"/>
                </a:lnTo>
                <a:lnTo>
                  <a:pt x="486" y="1224"/>
                </a:lnTo>
                <a:lnTo>
                  <a:pt x="487" y="1223"/>
                </a:lnTo>
                <a:lnTo>
                  <a:pt x="488" y="1222"/>
                </a:lnTo>
                <a:lnTo>
                  <a:pt x="489" y="1221"/>
                </a:lnTo>
                <a:lnTo>
                  <a:pt x="489" y="1220"/>
                </a:lnTo>
                <a:lnTo>
                  <a:pt x="490" y="1220"/>
                </a:lnTo>
                <a:lnTo>
                  <a:pt x="490" y="1219"/>
                </a:lnTo>
                <a:lnTo>
                  <a:pt x="491" y="1219"/>
                </a:lnTo>
                <a:lnTo>
                  <a:pt x="492" y="1218"/>
                </a:lnTo>
                <a:lnTo>
                  <a:pt x="494" y="1218"/>
                </a:lnTo>
                <a:lnTo>
                  <a:pt x="495" y="1217"/>
                </a:lnTo>
                <a:lnTo>
                  <a:pt x="495" y="1218"/>
                </a:lnTo>
                <a:lnTo>
                  <a:pt x="496" y="1218"/>
                </a:lnTo>
                <a:lnTo>
                  <a:pt x="497" y="1218"/>
                </a:lnTo>
                <a:lnTo>
                  <a:pt x="498" y="1218"/>
                </a:lnTo>
                <a:lnTo>
                  <a:pt x="498" y="1217"/>
                </a:lnTo>
                <a:lnTo>
                  <a:pt x="498" y="1216"/>
                </a:lnTo>
                <a:lnTo>
                  <a:pt x="499" y="1216"/>
                </a:lnTo>
                <a:lnTo>
                  <a:pt x="500" y="1215"/>
                </a:lnTo>
                <a:lnTo>
                  <a:pt x="504" y="1214"/>
                </a:lnTo>
                <a:lnTo>
                  <a:pt x="505" y="1214"/>
                </a:lnTo>
                <a:lnTo>
                  <a:pt x="506" y="1213"/>
                </a:lnTo>
                <a:lnTo>
                  <a:pt x="506" y="1212"/>
                </a:lnTo>
                <a:lnTo>
                  <a:pt x="508" y="1211"/>
                </a:lnTo>
                <a:lnTo>
                  <a:pt x="509" y="1211"/>
                </a:lnTo>
                <a:lnTo>
                  <a:pt x="511" y="1211"/>
                </a:lnTo>
                <a:lnTo>
                  <a:pt x="513" y="1211"/>
                </a:lnTo>
                <a:lnTo>
                  <a:pt x="514" y="1211"/>
                </a:lnTo>
                <a:lnTo>
                  <a:pt x="515" y="1210"/>
                </a:lnTo>
                <a:lnTo>
                  <a:pt x="516" y="1210"/>
                </a:lnTo>
                <a:lnTo>
                  <a:pt x="517" y="1209"/>
                </a:lnTo>
                <a:lnTo>
                  <a:pt x="518" y="1208"/>
                </a:lnTo>
                <a:lnTo>
                  <a:pt x="518" y="1207"/>
                </a:lnTo>
                <a:lnTo>
                  <a:pt x="519" y="1207"/>
                </a:lnTo>
                <a:lnTo>
                  <a:pt x="520" y="1207"/>
                </a:lnTo>
                <a:lnTo>
                  <a:pt x="520" y="1206"/>
                </a:lnTo>
                <a:lnTo>
                  <a:pt x="520" y="1205"/>
                </a:lnTo>
                <a:lnTo>
                  <a:pt x="521" y="1205"/>
                </a:lnTo>
                <a:lnTo>
                  <a:pt x="522" y="1204"/>
                </a:lnTo>
                <a:lnTo>
                  <a:pt x="523" y="1203"/>
                </a:lnTo>
                <a:lnTo>
                  <a:pt x="524" y="1203"/>
                </a:lnTo>
                <a:lnTo>
                  <a:pt x="524" y="1202"/>
                </a:lnTo>
                <a:lnTo>
                  <a:pt x="525" y="1202"/>
                </a:lnTo>
                <a:lnTo>
                  <a:pt x="525" y="1203"/>
                </a:lnTo>
                <a:lnTo>
                  <a:pt x="526" y="1203"/>
                </a:lnTo>
                <a:lnTo>
                  <a:pt x="526" y="1204"/>
                </a:lnTo>
                <a:lnTo>
                  <a:pt x="527" y="1204"/>
                </a:lnTo>
                <a:lnTo>
                  <a:pt x="528" y="1204"/>
                </a:lnTo>
                <a:lnTo>
                  <a:pt x="528" y="1203"/>
                </a:lnTo>
                <a:lnTo>
                  <a:pt x="529" y="1202"/>
                </a:lnTo>
                <a:lnTo>
                  <a:pt x="530" y="1201"/>
                </a:lnTo>
                <a:lnTo>
                  <a:pt x="532" y="1200"/>
                </a:lnTo>
                <a:lnTo>
                  <a:pt x="533" y="1199"/>
                </a:lnTo>
                <a:lnTo>
                  <a:pt x="534" y="1199"/>
                </a:lnTo>
                <a:lnTo>
                  <a:pt x="535" y="1199"/>
                </a:lnTo>
                <a:lnTo>
                  <a:pt x="536" y="1199"/>
                </a:lnTo>
                <a:lnTo>
                  <a:pt x="537" y="1198"/>
                </a:lnTo>
                <a:lnTo>
                  <a:pt x="538" y="1199"/>
                </a:lnTo>
                <a:lnTo>
                  <a:pt x="539" y="1199"/>
                </a:lnTo>
                <a:lnTo>
                  <a:pt x="539" y="1200"/>
                </a:lnTo>
                <a:lnTo>
                  <a:pt x="540" y="1200"/>
                </a:lnTo>
                <a:lnTo>
                  <a:pt x="541" y="1200"/>
                </a:lnTo>
                <a:lnTo>
                  <a:pt x="543" y="1200"/>
                </a:lnTo>
                <a:lnTo>
                  <a:pt x="545" y="1200"/>
                </a:lnTo>
                <a:lnTo>
                  <a:pt x="546" y="1199"/>
                </a:lnTo>
                <a:lnTo>
                  <a:pt x="548" y="1199"/>
                </a:lnTo>
                <a:lnTo>
                  <a:pt x="549" y="1198"/>
                </a:lnTo>
                <a:lnTo>
                  <a:pt x="550" y="1198"/>
                </a:lnTo>
                <a:lnTo>
                  <a:pt x="551" y="1198"/>
                </a:lnTo>
                <a:lnTo>
                  <a:pt x="551" y="1196"/>
                </a:lnTo>
                <a:lnTo>
                  <a:pt x="552" y="1195"/>
                </a:lnTo>
                <a:lnTo>
                  <a:pt x="553" y="1195"/>
                </a:lnTo>
                <a:lnTo>
                  <a:pt x="555" y="1195"/>
                </a:lnTo>
                <a:lnTo>
                  <a:pt x="557" y="1194"/>
                </a:lnTo>
                <a:lnTo>
                  <a:pt x="558" y="1194"/>
                </a:lnTo>
                <a:lnTo>
                  <a:pt x="559" y="1194"/>
                </a:lnTo>
                <a:lnTo>
                  <a:pt x="560" y="1194"/>
                </a:lnTo>
                <a:lnTo>
                  <a:pt x="562" y="1193"/>
                </a:lnTo>
                <a:lnTo>
                  <a:pt x="563" y="1193"/>
                </a:lnTo>
                <a:lnTo>
                  <a:pt x="564" y="1194"/>
                </a:lnTo>
                <a:lnTo>
                  <a:pt x="565" y="1194"/>
                </a:lnTo>
                <a:lnTo>
                  <a:pt x="565" y="1193"/>
                </a:lnTo>
                <a:lnTo>
                  <a:pt x="566" y="1193"/>
                </a:lnTo>
                <a:lnTo>
                  <a:pt x="567" y="1191"/>
                </a:lnTo>
                <a:lnTo>
                  <a:pt x="567" y="1190"/>
                </a:lnTo>
                <a:lnTo>
                  <a:pt x="568" y="1190"/>
                </a:lnTo>
                <a:lnTo>
                  <a:pt x="568" y="1189"/>
                </a:lnTo>
                <a:lnTo>
                  <a:pt x="568" y="1188"/>
                </a:lnTo>
                <a:lnTo>
                  <a:pt x="569" y="1187"/>
                </a:lnTo>
                <a:lnTo>
                  <a:pt x="570" y="1187"/>
                </a:lnTo>
                <a:lnTo>
                  <a:pt x="571" y="1186"/>
                </a:lnTo>
                <a:lnTo>
                  <a:pt x="572" y="1185"/>
                </a:lnTo>
                <a:lnTo>
                  <a:pt x="572" y="1184"/>
                </a:lnTo>
                <a:lnTo>
                  <a:pt x="572" y="1183"/>
                </a:lnTo>
                <a:lnTo>
                  <a:pt x="572" y="1182"/>
                </a:lnTo>
                <a:lnTo>
                  <a:pt x="572" y="1181"/>
                </a:lnTo>
                <a:lnTo>
                  <a:pt x="573" y="1181"/>
                </a:lnTo>
                <a:lnTo>
                  <a:pt x="574" y="1180"/>
                </a:lnTo>
                <a:lnTo>
                  <a:pt x="575" y="1180"/>
                </a:lnTo>
                <a:lnTo>
                  <a:pt x="576" y="1180"/>
                </a:lnTo>
                <a:lnTo>
                  <a:pt x="577" y="1179"/>
                </a:lnTo>
                <a:lnTo>
                  <a:pt x="578" y="1179"/>
                </a:lnTo>
                <a:lnTo>
                  <a:pt x="579" y="1179"/>
                </a:lnTo>
                <a:lnTo>
                  <a:pt x="581" y="1179"/>
                </a:lnTo>
                <a:lnTo>
                  <a:pt x="582" y="1179"/>
                </a:lnTo>
                <a:lnTo>
                  <a:pt x="583" y="1179"/>
                </a:lnTo>
                <a:lnTo>
                  <a:pt x="584" y="1179"/>
                </a:lnTo>
                <a:lnTo>
                  <a:pt x="585" y="1179"/>
                </a:lnTo>
                <a:lnTo>
                  <a:pt x="586" y="1179"/>
                </a:lnTo>
                <a:lnTo>
                  <a:pt x="588" y="1178"/>
                </a:lnTo>
                <a:lnTo>
                  <a:pt x="593" y="1178"/>
                </a:lnTo>
                <a:lnTo>
                  <a:pt x="594" y="1179"/>
                </a:lnTo>
                <a:lnTo>
                  <a:pt x="595" y="1179"/>
                </a:lnTo>
                <a:lnTo>
                  <a:pt x="597" y="1180"/>
                </a:lnTo>
                <a:lnTo>
                  <a:pt x="599" y="1179"/>
                </a:lnTo>
                <a:lnTo>
                  <a:pt x="600" y="1179"/>
                </a:lnTo>
                <a:lnTo>
                  <a:pt x="600" y="1178"/>
                </a:lnTo>
                <a:lnTo>
                  <a:pt x="600" y="1177"/>
                </a:lnTo>
                <a:lnTo>
                  <a:pt x="602" y="1175"/>
                </a:lnTo>
                <a:lnTo>
                  <a:pt x="603" y="1175"/>
                </a:lnTo>
                <a:lnTo>
                  <a:pt x="602" y="1174"/>
                </a:lnTo>
                <a:lnTo>
                  <a:pt x="601" y="1174"/>
                </a:lnTo>
                <a:lnTo>
                  <a:pt x="600" y="1173"/>
                </a:lnTo>
                <a:lnTo>
                  <a:pt x="600" y="1172"/>
                </a:lnTo>
                <a:lnTo>
                  <a:pt x="599" y="1170"/>
                </a:lnTo>
                <a:lnTo>
                  <a:pt x="598" y="1169"/>
                </a:lnTo>
                <a:lnTo>
                  <a:pt x="598" y="1168"/>
                </a:lnTo>
                <a:lnTo>
                  <a:pt x="598" y="1167"/>
                </a:lnTo>
                <a:lnTo>
                  <a:pt x="599" y="1168"/>
                </a:lnTo>
                <a:lnTo>
                  <a:pt x="600" y="1168"/>
                </a:lnTo>
                <a:lnTo>
                  <a:pt x="600" y="1167"/>
                </a:lnTo>
                <a:lnTo>
                  <a:pt x="600" y="1166"/>
                </a:lnTo>
                <a:lnTo>
                  <a:pt x="600" y="1164"/>
                </a:lnTo>
                <a:lnTo>
                  <a:pt x="601" y="1162"/>
                </a:lnTo>
                <a:lnTo>
                  <a:pt x="603" y="1162"/>
                </a:lnTo>
                <a:lnTo>
                  <a:pt x="604" y="1162"/>
                </a:lnTo>
                <a:lnTo>
                  <a:pt x="606" y="1161"/>
                </a:lnTo>
                <a:lnTo>
                  <a:pt x="608" y="1161"/>
                </a:lnTo>
                <a:lnTo>
                  <a:pt x="609" y="1160"/>
                </a:lnTo>
                <a:lnTo>
                  <a:pt x="610" y="1160"/>
                </a:lnTo>
                <a:lnTo>
                  <a:pt x="611" y="1159"/>
                </a:lnTo>
                <a:lnTo>
                  <a:pt x="612" y="1157"/>
                </a:lnTo>
                <a:lnTo>
                  <a:pt x="611" y="1156"/>
                </a:lnTo>
                <a:lnTo>
                  <a:pt x="611" y="1155"/>
                </a:lnTo>
                <a:lnTo>
                  <a:pt x="610" y="1154"/>
                </a:lnTo>
                <a:lnTo>
                  <a:pt x="610" y="1153"/>
                </a:lnTo>
                <a:lnTo>
                  <a:pt x="610" y="1152"/>
                </a:lnTo>
                <a:lnTo>
                  <a:pt x="611" y="1151"/>
                </a:lnTo>
                <a:lnTo>
                  <a:pt x="610" y="1150"/>
                </a:lnTo>
                <a:lnTo>
                  <a:pt x="609" y="1149"/>
                </a:lnTo>
                <a:lnTo>
                  <a:pt x="607" y="1148"/>
                </a:lnTo>
                <a:lnTo>
                  <a:pt x="607" y="1147"/>
                </a:lnTo>
                <a:lnTo>
                  <a:pt x="606" y="1146"/>
                </a:lnTo>
                <a:lnTo>
                  <a:pt x="606" y="1145"/>
                </a:lnTo>
                <a:lnTo>
                  <a:pt x="606" y="1143"/>
                </a:lnTo>
                <a:lnTo>
                  <a:pt x="606" y="1142"/>
                </a:lnTo>
                <a:lnTo>
                  <a:pt x="604" y="1140"/>
                </a:lnTo>
                <a:lnTo>
                  <a:pt x="604" y="1139"/>
                </a:lnTo>
                <a:lnTo>
                  <a:pt x="604" y="1137"/>
                </a:lnTo>
                <a:lnTo>
                  <a:pt x="604" y="1135"/>
                </a:lnTo>
                <a:lnTo>
                  <a:pt x="605" y="1134"/>
                </a:lnTo>
                <a:lnTo>
                  <a:pt x="607" y="1133"/>
                </a:lnTo>
                <a:lnTo>
                  <a:pt x="610" y="1131"/>
                </a:lnTo>
                <a:lnTo>
                  <a:pt x="611" y="1131"/>
                </a:lnTo>
                <a:lnTo>
                  <a:pt x="610" y="1131"/>
                </a:lnTo>
                <a:lnTo>
                  <a:pt x="609" y="1131"/>
                </a:lnTo>
                <a:lnTo>
                  <a:pt x="608" y="1131"/>
                </a:lnTo>
                <a:lnTo>
                  <a:pt x="608" y="1130"/>
                </a:lnTo>
                <a:lnTo>
                  <a:pt x="607" y="1130"/>
                </a:lnTo>
                <a:lnTo>
                  <a:pt x="606" y="1129"/>
                </a:lnTo>
                <a:lnTo>
                  <a:pt x="605" y="1129"/>
                </a:lnTo>
                <a:lnTo>
                  <a:pt x="605" y="1128"/>
                </a:lnTo>
                <a:lnTo>
                  <a:pt x="604" y="1127"/>
                </a:lnTo>
                <a:lnTo>
                  <a:pt x="604" y="1126"/>
                </a:lnTo>
                <a:lnTo>
                  <a:pt x="603" y="1124"/>
                </a:lnTo>
                <a:lnTo>
                  <a:pt x="602" y="1123"/>
                </a:lnTo>
                <a:lnTo>
                  <a:pt x="602" y="1122"/>
                </a:lnTo>
                <a:lnTo>
                  <a:pt x="600" y="1120"/>
                </a:lnTo>
                <a:lnTo>
                  <a:pt x="600" y="1119"/>
                </a:lnTo>
                <a:lnTo>
                  <a:pt x="600" y="1118"/>
                </a:lnTo>
                <a:lnTo>
                  <a:pt x="601" y="1118"/>
                </a:lnTo>
                <a:lnTo>
                  <a:pt x="601" y="1116"/>
                </a:lnTo>
                <a:lnTo>
                  <a:pt x="601" y="1115"/>
                </a:lnTo>
                <a:lnTo>
                  <a:pt x="601" y="1114"/>
                </a:lnTo>
                <a:lnTo>
                  <a:pt x="602" y="1114"/>
                </a:lnTo>
                <a:lnTo>
                  <a:pt x="604" y="1113"/>
                </a:lnTo>
                <a:lnTo>
                  <a:pt x="606" y="1112"/>
                </a:lnTo>
                <a:lnTo>
                  <a:pt x="605" y="1110"/>
                </a:lnTo>
                <a:lnTo>
                  <a:pt x="609" y="1103"/>
                </a:lnTo>
                <a:lnTo>
                  <a:pt x="609" y="1099"/>
                </a:lnTo>
                <a:lnTo>
                  <a:pt x="609" y="1098"/>
                </a:lnTo>
                <a:lnTo>
                  <a:pt x="610" y="1098"/>
                </a:lnTo>
                <a:lnTo>
                  <a:pt x="611" y="1098"/>
                </a:lnTo>
                <a:lnTo>
                  <a:pt x="612" y="1098"/>
                </a:lnTo>
                <a:lnTo>
                  <a:pt x="613" y="1098"/>
                </a:lnTo>
                <a:lnTo>
                  <a:pt x="614" y="1097"/>
                </a:lnTo>
                <a:lnTo>
                  <a:pt x="615" y="1097"/>
                </a:lnTo>
                <a:lnTo>
                  <a:pt x="615" y="1098"/>
                </a:lnTo>
                <a:lnTo>
                  <a:pt x="616" y="1099"/>
                </a:lnTo>
                <a:lnTo>
                  <a:pt x="617" y="1099"/>
                </a:lnTo>
                <a:lnTo>
                  <a:pt x="617" y="1098"/>
                </a:lnTo>
                <a:lnTo>
                  <a:pt x="618" y="1098"/>
                </a:lnTo>
                <a:lnTo>
                  <a:pt x="619" y="1098"/>
                </a:lnTo>
                <a:lnTo>
                  <a:pt x="620" y="1098"/>
                </a:lnTo>
                <a:lnTo>
                  <a:pt x="620" y="1097"/>
                </a:lnTo>
                <a:lnTo>
                  <a:pt x="621" y="1098"/>
                </a:lnTo>
                <a:lnTo>
                  <a:pt x="622" y="1098"/>
                </a:lnTo>
                <a:lnTo>
                  <a:pt x="623" y="1097"/>
                </a:lnTo>
                <a:lnTo>
                  <a:pt x="623" y="1096"/>
                </a:lnTo>
                <a:lnTo>
                  <a:pt x="625" y="1095"/>
                </a:lnTo>
                <a:lnTo>
                  <a:pt x="626" y="1095"/>
                </a:lnTo>
                <a:lnTo>
                  <a:pt x="627" y="1095"/>
                </a:lnTo>
                <a:lnTo>
                  <a:pt x="628" y="1094"/>
                </a:lnTo>
                <a:lnTo>
                  <a:pt x="629" y="1094"/>
                </a:lnTo>
                <a:lnTo>
                  <a:pt x="630" y="1094"/>
                </a:lnTo>
                <a:lnTo>
                  <a:pt x="630" y="1093"/>
                </a:lnTo>
                <a:lnTo>
                  <a:pt x="631" y="1093"/>
                </a:lnTo>
                <a:lnTo>
                  <a:pt x="632" y="1094"/>
                </a:lnTo>
                <a:lnTo>
                  <a:pt x="632" y="1093"/>
                </a:lnTo>
                <a:lnTo>
                  <a:pt x="633" y="1093"/>
                </a:lnTo>
                <a:lnTo>
                  <a:pt x="634" y="1093"/>
                </a:lnTo>
                <a:lnTo>
                  <a:pt x="635" y="1093"/>
                </a:lnTo>
                <a:lnTo>
                  <a:pt x="635" y="1092"/>
                </a:lnTo>
                <a:lnTo>
                  <a:pt x="636" y="1092"/>
                </a:lnTo>
                <a:lnTo>
                  <a:pt x="637" y="1092"/>
                </a:lnTo>
                <a:lnTo>
                  <a:pt x="637" y="1093"/>
                </a:lnTo>
                <a:lnTo>
                  <a:pt x="637" y="1092"/>
                </a:lnTo>
                <a:lnTo>
                  <a:pt x="638" y="1092"/>
                </a:lnTo>
                <a:lnTo>
                  <a:pt x="639" y="1092"/>
                </a:lnTo>
                <a:lnTo>
                  <a:pt x="639" y="1091"/>
                </a:lnTo>
                <a:lnTo>
                  <a:pt x="639" y="1090"/>
                </a:lnTo>
                <a:lnTo>
                  <a:pt x="638" y="1089"/>
                </a:lnTo>
                <a:lnTo>
                  <a:pt x="637" y="1088"/>
                </a:lnTo>
                <a:lnTo>
                  <a:pt x="636" y="1088"/>
                </a:lnTo>
                <a:lnTo>
                  <a:pt x="635" y="1087"/>
                </a:lnTo>
                <a:lnTo>
                  <a:pt x="634" y="1087"/>
                </a:lnTo>
                <a:lnTo>
                  <a:pt x="633" y="1087"/>
                </a:lnTo>
                <a:lnTo>
                  <a:pt x="632" y="1087"/>
                </a:lnTo>
                <a:lnTo>
                  <a:pt x="630" y="1087"/>
                </a:lnTo>
                <a:lnTo>
                  <a:pt x="628" y="1086"/>
                </a:lnTo>
                <a:lnTo>
                  <a:pt x="626" y="1085"/>
                </a:lnTo>
                <a:lnTo>
                  <a:pt x="625" y="1084"/>
                </a:lnTo>
                <a:lnTo>
                  <a:pt x="623" y="1083"/>
                </a:lnTo>
                <a:lnTo>
                  <a:pt x="622" y="1082"/>
                </a:lnTo>
                <a:lnTo>
                  <a:pt x="621" y="1081"/>
                </a:lnTo>
                <a:lnTo>
                  <a:pt x="620" y="1080"/>
                </a:lnTo>
                <a:lnTo>
                  <a:pt x="620" y="1079"/>
                </a:lnTo>
                <a:lnTo>
                  <a:pt x="619" y="1078"/>
                </a:lnTo>
                <a:lnTo>
                  <a:pt x="620" y="1077"/>
                </a:lnTo>
                <a:lnTo>
                  <a:pt x="621" y="1076"/>
                </a:lnTo>
                <a:lnTo>
                  <a:pt x="623" y="1075"/>
                </a:lnTo>
                <a:lnTo>
                  <a:pt x="624" y="1074"/>
                </a:lnTo>
                <a:lnTo>
                  <a:pt x="625" y="1074"/>
                </a:lnTo>
                <a:lnTo>
                  <a:pt x="627" y="1074"/>
                </a:lnTo>
                <a:lnTo>
                  <a:pt x="629" y="1074"/>
                </a:lnTo>
                <a:lnTo>
                  <a:pt x="631" y="1072"/>
                </a:lnTo>
                <a:lnTo>
                  <a:pt x="633" y="1071"/>
                </a:lnTo>
                <a:lnTo>
                  <a:pt x="634" y="1071"/>
                </a:lnTo>
                <a:lnTo>
                  <a:pt x="635" y="1070"/>
                </a:lnTo>
                <a:lnTo>
                  <a:pt x="637" y="1069"/>
                </a:lnTo>
                <a:lnTo>
                  <a:pt x="637" y="1068"/>
                </a:lnTo>
                <a:lnTo>
                  <a:pt x="638" y="1068"/>
                </a:lnTo>
                <a:lnTo>
                  <a:pt x="639" y="1067"/>
                </a:lnTo>
                <a:lnTo>
                  <a:pt x="640" y="1067"/>
                </a:lnTo>
                <a:lnTo>
                  <a:pt x="641" y="1066"/>
                </a:lnTo>
                <a:lnTo>
                  <a:pt x="642" y="1066"/>
                </a:lnTo>
                <a:lnTo>
                  <a:pt x="644" y="1066"/>
                </a:lnTo>
                <a:lnTo>
                  <a:pt x="645" y="1066"/>
                </a:lnTo>
                <a:lnTo>
                  <a:pt x="646" y="1066"/>
                </a:lnTo>
                <a:lnTo>
                  <a:pt x="648" y="1066"/>
                </a:lnTo>
                <a:lnTo>
                  <a:pt x="649" y="1066"/>
                </a:lnTo>
                <a:lnTo>
                  <a:pt x="650" y="1067"/>
                </a:lnTo>
                <a:lnTo>
                  <a:pt x="651" y="1067"/>
                </a:lnTo>
                <a:lnTo>
                  <a:pt x="652" y="1066"/>
                </a:lnTo>
                <a:lnTo>
                  <a:pt x="653" y="1066"/>
                </a:lnTo>
                <a:lnTo>
                  <a:pt x="654" y="1066"/>
                </a:lnTo>
                <a:lnTo>
                  <a:pt x="655" y="1066"/>
                </a:lnTo>
                <a:lnTo>
                  <a:pt x="655" y="1067"/>
                </a:lnTo>
                <a:lnTo>
                  <a:pt x="656" y="1067"/>
                </a:lnTo>
                <a:lnTo>
                  <a:pt x="657" y="1066"/>
                </a:lnTo>
                <a:lnTo>
                  <a:pt x="657" y="1065"/>
                </a:lnTo>
                <a:lnTo>
                  <a:pt x="657" y="1064"/>
                </a:lnTo>
                <a:lnTo>
                  <a:pt x="658" y="1063"/>
                </a:lnTo>
                <a:lnTo>
                  <a:pt x="657" y="1062"/>
                </a:lnTo>
                <a:lnTo>
                  <a:pt x="657" y="1061"/>
                </a:lnTo>
                <a:lnTo>
                  <a:pt x="656" y="1061"/>
                </a:lnTo>
                <a:lnTo>
                  <a:pt x="656" y="1059"/>
                </a:lnTo>
                <a:lnTo>
                  <a:pt x="656" y="1056"/>
                </a:lnTo>
                <a:lnTo>
                  <a:pt x="655" y="1055"/>
                </a:lnTo>
                <a:lnTo>
                  <a:pt x="655" y="1054"/>
                </a:lnTo>
                <a:lnTo>
                  <a:pt x="654" y="1054"/>
                </a:lnTo>
                <a:lnTo>
                  <a:pt x="655" y="1052"/>
                </a:lnTo>
                <a:lnTo>
                  <a:pt x="655" y="1051"/>
                </a:lnTo>
                <a:lnTo>
                  <a:pt x="655" y="1050"/>
                </a:lnTo>
                <a:lnTo>
                  <a:pt x="655" y="1049"/>
                </a:lnTo>
                <a:lnTo>
                  <a:pt x="654" y="1049"/>
                </a:lnTo>
                <a:lnTo>
                  <a:pt x="652" y="1049"/>
                </a:lnTo>
                <a:lnTo>
                  <a:pt x="650" y="1049"/>
                </a:lnTo>
                <a:lnTo>
                  <a:pt x="649" y="1049"/>
                </a:lnTo>
                <a:lnTo>
                  <a:pt x="648" y="1048"/>
                </a:lnTo>
                <a:lnTo>
                  <a:pt x="647" y="1047"/>
                </a:lnTo>
                <a:lnTo>
                  <a:pt x="648" y="1046"/>
                </a:lnTo>
                <a:lnTo>
                  <a:pt x="649" y="1045"/>
                </a:lnTo>
                <a:lnTo>
                  <a:pt x="649" y="1044"/>
                </a:lnTo>
                <a:lnTo>
                  <a:pt x="650" y="1042"/>
                </a:lnTo>
                <a:lnTo>
                  <a:pt x="651" y="1042"/>
                </a:lnTo>
                <a:lnTo>
                  <a:pt x="651" y="1041"/>
                </a:lnTo>
                <a:lnTo>
                  <a:pt x="652" y="1040"/>
                </a:lnTo>
                <a:lnTo>
                  <a:pt x="652" y="1039"/>
                </a:lnTo>
                <a:lnTo>
                  <a:pt x="652" y="1038"/>
                </a:lnTo>
                <a:lnTo>
                  <a:pt x="652" y="1037"/>
                </a:lnTo>
                <a:lnTo>
                  <a:pt x="652" y="1036"/>
                </a:lnTo>
                <a:lnTo>
                  <a:pt x="653" y="1036"/>
                </a:lnTo>
                <a:lnTo>
                  <a:pt x="653" y="1035"/>
                </a:lnTo>
                <a:lnTo>
                  <a:pt x="654" y="1035"/>
                </a:lnTo>
                <a:lnTo>
                  <a:pt x="653" y="1031"/>
                </a:lnTo>
                <a:lnTo>
                  <a:pt x="647" y="1022"/>
                </a:lnTo>
                <a:lnTo>
                  <a:pt x="641" y="1011"/>
                </a:lnTo>
                <a:lnTo>
                  <a:pt x="632" y="997"/>
                </a:lnTo>
                <a:lnTo>
                  <a:pt x="632" y="996"/>
                </a:lnTo>
                <a:lnTo>
                  <a:pt x="632" y="995"/>
                </a:lnTo>
                <a:lnTo>
                  <a:pt x="632" y="994"/>
                </a:lnTo>
                <a:lnTo>
                  <a:pt x="632" y="993"/>
                </a:lnTo>
                <a:lnTo>
                  <a:pt x="632" y="992"/>
                </a:lnTo>
                <a:lnTo>
                  <a:pt x="631" y="992"/>
                </a:lnTo>
                <a:lnTo>
                  <a:pt x="631" y="991"/>
                </a:lnTo>
                <a:lnTo>
                  <a:pt x="631" y="989"/>
                </a:lnTo>
                <a:lnTo>
                  <a:pt x="631" y="988"/>
                </a:lnTo>
                <a:lnTo>
                  <a:pt x="630" y="988"/>
                </a:lnTo>
                <a:lnTo>
                  <a:pt x="630" y="987"/>
                </a:lnTo>
                <a:lnTo>
                  <a:pt x="629" y="986"/>
                </a:lnTo>
                <a:lnTo>
                  <a:pt x="629" y="985"/>
                </a:lnTo>
                <a:lnTo>
                  <a:pt x="628" y="985"/>
                </a:lnTo>
                <a:lnTo>
                  <a:pt x="628" y="984"/>
                </a:lnTo>
                <a:lnTo>
                  <a:pt x="629" y="984"/>
                </a:lnTo>
                <a:lnTo>
                  <a:pt x="629" y="983"/>
                </a:lnTo>
                <a:lnTo>
                  <a:pt x="628" y="982"/>
                </a:lnTo>
                <a:lnTo>
                  <a:pt x="627" y="982"/>
                </a:lnTo>
                <a:lnTo>
                  <a:pt x="627" y="981"/>
                </a:lnTo>
                <a:lnTo>
                  <a:pt x="627" y="980"/>
                </a:lnTo>
                <a:lnTo>
                  <a:pt x="627" y="979"/>
                </a:lnTo>
                <a:lnTo>
                  <a:pt x="626" y="978"/>
                </a:lnTo>
                <a:lnTo>
                  <a:pt x="626" y="977"/>
                </a:lnTo>
                <a:lnTo>
                  <a:pt x="627" y="976"/>
                </a:lnTo>
                <a:lnTo>
                  <a:pt x="627" y="975"/>
                </a:lnTo>
                <a:lnTo>
                  <a:pt x="626" y="975"/>
                </a:lnTo>
                <a:lnTo>
                  <a:pt x="626" y="974"/>
                </a:lnTo>
                <a:lnTo>
                  <a:pt x="626" y="973"/>
                </a:lnTo>
                <a:lnTo>
                  <a:pt x="626" y="972"/>
                </a:lnTo>
                <a:lnTo>
                  <a:pt x="626" y="971"/>
                </a:lnTo>
                <a:lnTo>
                  <a:pt x="625" y="970"/>
                </a:lnTo>
                <a:lnTo>
                  <a:pt x="625" y="969"/>
                </a:lnTo>
                <a:lnTo>
                  <a:pt x="623" y="968"/>
                </a:lnTo>
                <a:lnTo>
                  <a:pt x="622" y="968"/>
                </a:lnTo>
                <a:lnTo>
                  <a:pt x="621" y="967"/>
                </a:lnTo>
                <a:lnTo>
                  <a:pt x="621" y="966"/>
                </a:lnTo>
                <a:lnTo>
                  <a:pt x="622" y="965"/>
                </a:lnTo>
                <a:lnTo>
                  <a:pt x="622" y="964"/>
                </a:lnTo>
                <a:lnTo>
                  <a:pt x="622" y="962"/>
                </a:lnTo>
                <a:lnTo>
                  <a:pt x="621" y="958"/>
                </a:lnTo>
                <a:lnTo>
                  <a:pt x="622" y="957"/>
                </a:lnTo>
                <a:lnTo>
                  <a:pt x="622" y="955"/>
                </a:lnTo>
                <a:lnTo>
                  <a:pt x="622" y="954"/>
                </a:lnTo>
                <a:lnTo>
                  <a:pt x="622" y="951"/>
                </a:lnTo>
                <a:lnTo>
                  <a:pt x="622" y="950"/>
                </a:lnTo>
                <a:lnTo>
                  <a:pt x="622" y="949"/>
                </a:lnTo>
                <a:lnTo>
                  <a:pt x="622" y="948"/>
                </a:lnTo>
                <a:lnTo>
                  <a:pt x="621" y="948"/>
                </a:lnTo>
                <a:lnTo>
                  <a:pt x="621" y="947"/>
                </a:lnTo>
                <a:lnTo>
                  <a:pt x="620" y="943"/>
                </a:lnTo>
                <a:lnTo>
                  <a:pt x="620" y="940"/>
                </a:lnTo>
                <a:lnTo>
                  <a:pt x="620" y="938"/>
                </a:lnTo>
                <a:lnTo>
                  <a:pt x="619" y="936"/>
                </a:lnTo>
                <a:lnTo>
                  <a:pt x="618" y="933"/>
                </a:lnTo>
                <a:lnTo>
                  <a:pt x="617" y="931"/>
                </a:lnTo>
                <a:lnTo>
                  <a:pt x="617" y="930"/>
                </a:lnTo>
                <a:lnTo>
                  <a:pt x="617" y="929"/>
                </a:lnTo>
                <a:lnTo>
                  <a:pt x="617" y="928"/>
                </a:lnTo>
                <a:lnTo>
                  <a:pt x="618" y="927"/>
                </a:lnTo>
                <a:lnTo>
                  <a:pt x="619" y="926"/>
                </a:lnTo>
                <a:lnTo>
                  <a:pt x="619" y="924"/>
                </a:lnTo>
                <a:lnTo>
                  <a:pt x="620" y="922"/>
                </a:lnTo>
                <a:lnTo>
                  <a:pt x="620" y="921"/>
                </a:lnTo>
                <a:lnTo>
                  <a:pt x="621" y="919"/>
                </a:lnTo>
                <a:lnTo>
                  <a:pt x="621" y="918"/>
                </a:lnTo>
                <a:lnTo>
                  <a:pt x="622" y="916"/>
                </a:lnTo>
                <a:lnTo>
                  <a:pt x="622" y="915"/>
                </a:lnTo>
                <a:lnTo>
                  <a:pt x="621" y="913"/>
                </a:lnTo>
                <a:lnTo>
                  <a:pt x="619" y="911"/>
                </a:lnTo>
                <a:lnTo>
                  <a:pt x="617" y="909"/>
                </a:lnTo>
                <a:lnTo>
                  <a:pt x="617" y="908"/>
                </a:lnTo>
                <a:lnTo>
                  <a:pt x="616" y="908"/>
                </a:lnTo>
                <a:lnTo>
                  <a:pt x="615" y="907"/>
                </a:lnTo>
                <a:lnTo>
                  <a:pt x="614" y="906"/>
                </a:lnTo>
                <a:lnTo>
                  <a:pt x="613" y="906"/>
                </a:lnTo>
                <a:lnTo>
                  <a:pt x="610" y="905"/>
                </a:lnTo>
                <a:lnTo>
                  <a:pt x="607" y="904"/>
                </a:lnTo>
                <a:lnTo>
                  <a:pt x="606" y="903"/>
                </a:lnTo>
                <a:lnTo>
                  <a:pt x="605" y="903"/>
                </a:lnTo>
                <a:lnTo>
                  <a:pt x="604" y="901"/>
                </a:lnTo>
                <a:lnTo>
                  <a:pt x="604" y="900"/>
                </a:lnTo>
                <a:lnTo>
                  <a:pt x="603" y="899"/>
                </a:lnTo>
                <a:lnTo>
                  <a:pt x="603" y="898"/>
                </a:lnTo>
                <a:lnTo>
                  <a:pt x="602" y="898"/>
                </a:lnTo>
                <a:lnTo>
                  <a:pt x="602" y="897"/>
                </a:lnTo>
                <a:lnTo>
                  <a:pt x="602" y="896"/>
                </a:lnTo>
                <a:lnTo>
                  <a:pt x="602" y="895"/>
                </a:lnTo>
                <a:lnTo>
                  <a:pt x="602" y="894"/>
                </a:lnTo>
                <a:lnTo>
                  <a:pt x="602" y="893"/>
                </a:lnTo>
                <a:lnTo>
                  <a:pt x="601" y="892"/>
                </a:lnTo>
                <a:lnTo>
                  <a:pt x="600" y="892"/>
                </a:lnTo>
                <a:lnTo>
                  <a:pt x="599" y="892"/>
                </a:lnTo>
                <a:lnTo>
                  <a:pt x="599" y="893"/>
                </a:lnTo>
                <a:lnTo>
                  <a:pt x="599" y="894"/>
                </a:lnTo>
                <a:lnTo>
                  <a:pt x="598" y="894"/>
                </a:lnTo>
                <a:lnTo>
                  <a:pt x="597" y="895"/>
                </a:lnTo>
                <a:lnTo>
                  <a:pt x="596" y="895"/>
                </a:lnTo>
                <a:lnTo>
                  <a:pt x="595" y="895"/>
                </a:lnTo>
                <a:lnTo>
                  <a:pt x="594" y="895"/>
                </a:lnTo>
                <a:lnTo>
                  <a:pt x="591" y="895"/>
                </a:lnTo>
                <a:lnTo>
                  <a:pt x="589" y="896"/>
                </a:lnTo>
                <a:lnTo>
                  <a:pt x="588" y="896"/>
                </a:lnTo>
                <a:lnTo>
                  <a:pt x="587" y="896"/>
                </a:lnTo>
                <a:lnTo>
                  <a:pt x="586" y="897"/>
                </a:lnTo>
                <a:lnTo>
                  <a:pt x="585" y="897"/>
                </a:lnTo>
                <a:lnTo>
                  <a:pt x="585" y="896"/>
                </a:lnTo>
                <a:lnTo>
                  <a:pt x="585" y="895"/>
                </a:lnTo>
                <a:lnTo>
                  <a:pt x="585" y="894"/>
                </a:lnTo>
                <a:lnTo>
                  <a:pt x="584" y="893"/>
                </a:lnTo>
                <a:lnTo>
                  <a:pt x="583" y="893"/>
                </a:lnTo>
                <a:lnTo>
                  <a:pt x="581" y="891"/>
                </a:lnTo>
                <a:lnTo>
                  <a:pt x="581" y="890"/>
                </a:lnTo>
                <a:lnTo>
                  <a:pt x="582" y="889"/>
                </a:lnTo>
                <a:lnTo>
                  <a:pt x="582" y="888"/>
                </a:lnTo>
                <a:lnTo>
                  <a:pt x="581" y="888"/>
                </a:lnTo>
                <a:lnTo>
                  <a:pt x="579" y="887"/>
                </a:lnTo>
                <a:lnTo>
                  <a:pt x="578" y="887"/>
                </a:lnTo>
                <a:lnTo>
                  <a:pt x="576" y="887"/>
                </a:lnTo>
                <a:lnTo>
                  <a:pt x="576" y="886"/>
                </a:lnTo>
                <a:lnTo>
                  <a:pt x="575" y="886"/>
                </a:lnTo>
                <a:lnTo>
                  <a:pt x="576" y="885"/>
                </a:lnTo>
                <a:lnTo>
                  <a:pt x="577" y="884"/>
                </a:lnTo>
                <a:lnTo>
                  <a:pt x="579" y="883"/>
                </a:lnTo>
                <a:lnTo>
                  <a:pt x="580" y="883"/>
                </a:lnTo>
                <a:lnTo>
                  <a:pt x="581" y="881"/>
                </a:lnTo>
                <a:lnTo>
                  <a:pt x="581" y="880"/>
                </a:lnTo>
                <a:lnTo>
                  <a:pt x="582" y="880"/>
                </a:lnTo>
                <a:lnTo>
                  <a:pt x="584" y="880"/>
                </a:lnTo>
                <a:lnTo>
                  <a:pt x="584" y="879"/>
                </a:lnTo>
                <a:lnTo>
                  <a:pt x="585" y="879"/>
                </a:lnTo>
                <a:lnTo>
                  <a:pt x="586" y="878"/>
                </a:lnTo>
                <a:lnTo>
                  <a:pt x="587" y="877"/>
                </a:lnTo>
                <a:lnTo>
                  <a:pt x="588" y="876"/>
                </a:lnTo>
                <a:lnTo>
                  <a:pt x="590" y="875"/>
                </a:lnTo>
                <a:lnTo>
                  <a:pt x="590" y="874"/>
                </a:lnTo>
                <a:lnTo>
                  <a:pt x="591" y="873"/>
                </a:lnTo>
                <a:lnTo>
                  <a:pt x="592" y="872"/>
                </a:lnTo>
                <a:lnTo>
                  <a:pt x="593" y="872"/>
                </a:lnTo>
                <a:lnTo>
                  <a:pt x="594" y="871"/>
                </a:lnTo>
                <a:lnTo>
                  <a:pt x="595" y="871"/>
                </a:lnTo>
                <a:lnTo>
                  <a:pt x="596" y="871"/>
                </a:lnTo>
                <a:lnTo>
                  <a:pt x="597" y="871"/>
                </a:lnTo>
                <a:lnTo>
                  <a:pt x="597" y="872"/>
                </a:lnTo>
                <a:lnTo>
                  <a:pt x="598" y="872"/>
                </a:lnTo>
                <a:lnTo>
                  <a:pt x="598" y="871"/>
                </a:lnTo>
                <a:lnTo>
                  <a:pt x="598" y="870"/>
                </a:lnTo>
                <a:lnTo>
                  <a:pt x="599" y="870"/>
                </a:lnTo>
                <a:lnTo>
                  <a:pt x="600" y="870"/>
                </a:lnTo>
                <a:lnTo>
                  <a:pt x="600" y="871"/>
                </a:lnTo>
                <a:lnTo>
                  <a:pt x="603" y="873"/>
                </a:lnTo>
                <a:lnTo>
                  <a:pt x="604" y="873"/>
                </a:lnTo>
                <a:lnTo>
                  <a:pt x="606" y="873"/>
                </a:lnTo>
                <a:lnTo>
                  <a:pt x="608" y="872"/>
                </a:lnTo>
                <a:lnTo>
                  <a:pt x="609" y="872"/>
                </a:lnTo>
                <a:lnTo>
                  <a:pt x="610" y="870"/>
                </a:lnTo>
                <a:lnTo>
                  <a:pt x="611" y="870"/>
                </a:lnTo>
                <a:lnTo>
                  <a:pt x="612" y="869"/>
                </a:lnTo>
                <a:lnTo>
                  <a:pt x="614" y="869"/>
                </a:lnTo>
                <a:lnTo>
                  <a:pt x="615" y="869"/>
                </a:lnTo>
                <a:lnTo>
                  <a:pt x="616" y="870"/>
                </a:lnTo>
                <a:lnTo>
                  <a:pt x="616" y="871"/>
                </a:lnTo>
                <a:lnTo>
                  <a:pt x="617" y="872"/>
                </a:lnTo>
                <a:lnTo>
                  <a:pt x="619" y="872"/>
                </a:lnTo>
                <a:lnTo>
                  <a:pt x="621" y="871"/>
                </a:lnTo>
                <a:lnTo>
                  <a:pt x="622" y="870"/>
                </a:lnTo>
                <a:lnTo>
                  <a:pt x="624" y="869"/>
                </a:lnTo>
                <a:lnTo>
                  <a:pt x="625" y="868"/>
                </a:lnTo>
                <a:lnTo>
                  <a:pt x="625" y="866"/>
                </a:lnTo>
                <a:lnTo>
                  <a:pt x="626" y="866"/>
                </a:lnTo>
                <a:lnTo>
                  <a:pt x="627" y="864"/>
                </a:lnTo>
                <a:lnTo>
                  <a:pt x="629" y="863"/>
                </a:lnTo>
                <a:lnTo>
                  <a:pt x="630" y="863"/>
                </a:lnTo>
                <a:lnTo>
                  <a:pt x="631" y="864"/>
                </a:lnTo>
                <a:lnTo>
                  <a:pt x="632" y="865"/>
                </a:lnTo>
                <a:lnTo>
                  <a:pt x="633" y="865"/>
                </a:lnTo>
                <a:lnTo>
                  <a:pt x="635" y="864"/>
                </a:lnTo>
                <a:lnTo>
                  <a:pt x="637" y="865"/>
                </a:lnTo>
                <a:lnTo>
                  <a:pt x="638" y="865"/>
                </a:lnTo>
                <a:lnTo>
                  <a:pt x="639" y="865"/>
                </a:lnTo>
                <a:lnTo>
                  <a:pt x="640" y="865"/>
                </a:lnTo>
                <a:lnTo>
                  <a:pt x="642" y="864"/>
                </a:lnTo>
                <a:lnTo>
                  <a:pt x="644" y="864"/>
                </a:lnTo>
                <a:lnTo>
                  <a:pt x="647" y="863"/>
                </a:lnTo>
                <a:lnTo>
                  <a:pt x="648" y="862"/>
                </a:lnTo>
                <a:lnTo>
                  <a:pt x="649" y="862"/>
                </a:lnTo>
                <a:lnTo>
                  <a:pt x="650" y="861"/>
                </a:lnTo>
                <a:lnTo>
                  <a:pt x="651" y="860"/>
                </a:lnTo>
                <a:lnTo>
                  <a:pt x="651" y="859"/>
                </a:lnTo>
                <a:lnTo>
                  <a:pt x="650" y="859"/>
                </a:lnTo>
                <a:lnTo>
                  <a:pt x="650" y="858"/>
                </a:lnTo>
                <a:lnTo>
                  <a:pt x="651" y="858"/>
                </a:lnTo>
                <a:lnTo>
                  <a:pt x="652" y="859"/>
                </a:lnTo>
                <a:lnTo>
                  <a:pt x="653" y="859"/>
                </a:lnTo>
                <a:lnTo>
                  <a:pt x="653" y="860"/>
                </a:lnTo>
                <a:lnTo>
                  <a:pt x="654" y="860"/>
                </a:lnTo>
                <a:lnTo>
                  <a:pt x="655" y="860"/>
                </a:lnTo>
                <a:lnTo>
                  <a:pt x="658" y="860"/>
                </a:lnTo>
                <a:lnTo>
                  <a:pt x="659" y="860"/>
                </a:lnTo>
                <a:lnTo>
                  <a:pt x="660" y="861"/>
                </a:lnTo>
                <a:lnTo>
                  <a:pt x="661" y="861"/>
                </a:lnTo>
                <a:lnTo>
                  <a:pt x="662" y="863"/>
                </a:lnTo>
                <a:lnTo>
                  <a:pt x="663" y="863"/>
                </a:lnTo>
                <a:lnTo>
                  <a:pt x="664" y="863"/>
                </a:lnTo>
                <a:lnTo>
                  <a:pt x="666" y="863"/>
                </a:lnTo>
                <a:lnTo>
                  <a:pt x="668" y="862"/>
                </a:lnTo>
                <a:lnTo>
                  <a:pt x="668" y="861"/>
                </a:lnTo>
                <a:lnTo>
                  <a:pt x="669" y="860"/>
                </a:lnTo>
                <a:lnTo>
                  <a:pt x="670" y="859"/>
                </a:lnTo>
                <a:lnTo>
                  <a:pt x="672" y="859"/>
                </a:lnTo>
                <a:lnTo>
                  <a:pt x="673" y="859"/>
                </a:lnTo>
                <a:lnTo>
                  <a:pt x="674" y="860"/>
                </a:lnTo>
                <a:lnTo>
                  <a:pt x="675" y="860"/>
                </a:lnTo>
                <a:lnTo>
                  <a:pt x="678" y="859"/>
                </a:lnTo>
                <a:lnTo>
                  <a:pt x="680" y="858"/>
                </a:lnTo>
                <a:lnTo>
                  <a:pt x="681" y="858"/>
                </a:lnTo>
                <a:lnTo>
                  <a:pt x="683" y="857"/>
                </a:lnTo>
                <a:lnTo>
                  <a:pt x="683" y="856"/>
                </a:lnTo>
                <a:lnTo>
                  <a:pt x="685" y="855"/>
                </a:lnTo>
                <a:lnTo>
                  <a:pt x="685" y="854"/>
                </a:lnTo>
                <a:lnTo>
                  <a:pt x="686" y="853"/>
                </a:lnTo>
                <a:lnTo>
                  <a:pt x="687" y="853"/>
                </a:lnTo>
                <a:lnTo>
                  <a:pt x="687" y="854"/>
                </a:lnTo>
                <a:lnTo>
                  <a:pt x="688" y="854"/>
                </a:lnTo>
                <a:lnTo>
                  <a:pt x="689" y="854"/>
                </a:lnTo>
                <a:lnTo>
                  <a:pt x="690" y="855"/>
                </a:lnTo>
                <a:lnTo>
                  <a:pt x="691" y="854"/>
                </a:lnTo>
                <a:lnTo>
                  <a:pt x="691" y="853"/>
                </a:lnTo>
                <a:lnTo>
                  <a:pt x="692" y="852"/>
                </a:lnTo>
                <a:lnTo>
                  <a:pt x="694" y="852"/>
                </a:lnTo>
                <a:lnTo>
                  <a:pt x="695" y="852"/>
                </a:lnTo>
                <a:lnTo>
                  <a:pt x="696" y="851"/>
                </a:lnTo>
                <a:lnTo>
                  <a:pt x="697" y="851"/>
                </a:lnTo>
                <a:lnTo>
                  <a:pt x="698" y="851"/>
                </a:lnTo>
                <a:lnTo>
                  <a:pt x="699" y="852"/>
                </a:lnTo>
                <a:lnTo>
                  <a:pt x="700" y="852"/>
                </a:lnTo>
                <a:lnTo>
                  <a:pt x="701" y="851"/>
                </a:lnTo>
                <a:lnTo>
                  <a:pt x="703" y="850"/>
                </a:lnTo>
                <a:lnTo>
                  <a:pt x="705" y="850"/>
                </a:lnTo>
                <a:lnTo>
                  <a:pt x="706" y="849"/>
                </a:lnTo>
                <a:lnTo>
                  <a:pt x="708" y="849"/>
                </a:lnTo>
                <a:lnTo>
                  <a:pt x="709" y="850"/>
                </a:lnTo>
                <a:lnTo>
                  <a:pt x="710" y="850"/>
                </a:lnTo>
                <a:lnTo>
                  <a:pt x="710" y="849"/>
                </a:lnTo>
                <a:lnTo>
                  <a:pt x="711" y="848"/>
                </a:lnTo>
                <a:lnTo>
                  <a:pt x="712" y="848"/>
                </a:lnTo>
                <a:lnTo>
                  <a:pt x="713" y="848"/>
                </a:lnTo>
                <a:lnTo>
                  <a:pt x="714" y="847"/>
                </a:lnTo>
                <a:lnTo>
                  <a:pt x="715" y="847"/>
                </a:lnTo>
                <a:lnTo>
                  <a:pt x="715" y="848"/>
                </a:lnTo>
                <a:lnTo>
                  <a:pt x="716" y="849"/>
                </a:lnTo>
                <a:lnTo>
                  <a:pt x="717" y="849"/>
                </a:lnTo>
                <a:lnTo>
                  <a:pt x="719" y="848"/>
                </a:lnTo>
                <a:lnTo>
                  <a:pt x="720" y="848"/>
                </a:lnTo>
                <a:lnTo>
                  <a:pt x="721" y="847"/>
                </a:lnTo>
                <a:lnTo>
                  <a:pt x="722" y="847"/>
                </a:lnTo>
                <a:lnTo>
                  <a:pt x="723" y="847"/>
                </a:lnTo>
                <a:lnTo>
                  <a:pt x="723" y="846"/>
                </a:lnTo>
                <a:lnTo>
                  <a:pt x="724" y="845"/>
                </a:lnTo>
                <a:lnTo>
                  <a:pt x="727" y="844"/>
                </a:lnTo>
                <a:lnTo>
                  <a:pt x="727" y="843"/>
                </a:lnTo>
                <a:lnTo>
                  <a:pt x="728" y="842"/>
                </a:lnTo>
                <a:lnTo>
                  <a:pt x="730" y="841"/>
                </a:lnTo>
                <a:lnTo>
                  <a:pt x="732" y="840"/>
                </a:lnTo>
                <a:lnTo>
                  <a:pt x="733" y="839"/>
                </a:lnTo>
                <a:lnTo>
                  <a:pt x="734" y="839"/>
                </a:lnTo>
                <a:lnTo>
                  <a:pt x="736" y="840"/>
                </a:lnTo>
                <a:lnTo>
                  <a:pt x="737" y="839"/>
                </a:lnTo>
                <a:lnTo>
                  <a:pt x="738" y="839"/>
                </a:lnTo>
                <a:lnTo>
                  <a:pt x="739" y="838"/>
                </a:lnTo>
                <a:lnTo>
                  <a:pt x="739" y="839"/>
                </a:lnTo>
                <a:lnTo>
                  <a:pt x="740" y="839"/>
                </a:lnTo>
                <a:lnTo>
                  <a:pt x="741" y="839"/>
                </a:lnTo>
                <a:lnTo>
                  <a:pt x="742" y="838"/>
                </a:lnTo>
                <a:lnTo>
                  <a:pt x="743" y="838"/>
                </a:lnTo>
                <a:lnTo>
                  <a:pt x="744" y="837"/>
                </a:lnTo>
                <a:lnTo>
                  <a:pt x="745" y="837"/>
                </a:lnTo>
                <a:lnTo>
                  <a:pt x="746" y="837"/>
                </a:lnTo>
                <a:lnTo>
                  <a:pt x="747" y="837"/>
                </a:lnTo>
                <a:lnTo>
                  <a:pt x="747" y="838"/>
                </a:lnTo>
                <a:lnTo>
                  <a:pt x="748" y="838"/>
                </a:lnTo>
                <a:lnTo>
                  <a:pt x="748" y="839"/>
                </a:lnTo>
                <a:lnTo>
                  <a:pt x="749" y="840"/>
                </a:lnTo>
                <a:lnTo>
                  <a:pt x="750" y="842"/>
                </a:lnTo>
                <a:lnTo>
                  <a:pt x="750" y="843"/>
                </a:lnTo>
                <a:lnTo>
                  <a:pt x="751" y="843"/>
                </a:lnTo>
                <a:lnTo>
                  <a:pt x="752" y="845"/>
                </a:lnTo>
                <a:lnTo>
                  <a:pt x="753" y="845"/>
                </a:lnTo>
                <a:lnTo>
                  <a:pt x="754" y="846"/>
                </a:lnTo>
                <a:lnTo>
                  <a:pt x="754" y="847"/>
                </a:lnTo>
                <a:lnTo>
                  <a:pt x="755" y="847"/>
                </a:lnTo>
                <a:lnTo>
                  <a:pt x="756" y="848"/>
                </a:lnTo>
                <a:lnTo>
                  <a:pt x="757" y="849"/>
                </a:lnTo>
                <a:lnTo>
                  <a:pt x="758" y="851"/>
                </a:lnTo>
                <a:lnTo>
                  <a:pt x="758" y="852"/>
                </a:lnTo>
                <a:lnTo>
                  <a:pt x="759" y="852"/>
                </a:lnTo>
                <a:lnTo>
                  <a:pt x="760" y="852"/>
                </a:lnTo>
                <a:lnTo>
                  <a:pt x="761" y="852"/>
                </a:lnTo>
                <a:lnTo>
                  <a:pt x="763" y="852"/>
                </a:lnTo>
                <a:lnTo>
                  <a:pt x="765" y="852"/>
                </a:lnTo>
                <a:lnTo>
                  <a:pt x="766" y="851"/>
                </a:lnTo>
                <a:lnTo>
                  <a:pt x="767" y="851"/>
                </a:lnTo>
                <a:lnTo>
                  <a:pt x="768" y="851"/>
                </a:lnTo>
                <a:lnTo>
                  <a:pt x="769" y="851"/>
                </a:lnTo>
                <a:lnTo>
                  <a:pt x="769" y="850"/>
                </a:lnTo>
                <a:lnTo>
                  <a:pt x="770" y="850"/>
                </a:lnTo>
                <a:lnTo>
                  <a:pt x="771" y="850"/>
                </a:lnTo>
                <a:lnTo>
                  <a:pt x="773" y="850"/>
                </a:lnTo>
                <a:lnTo>
                  <a:pt x="774" y="850"/>
                </a:lnTo>
                <a:lnTo>
                  <a:pt x="774" y="851"/>
                </a:lnTo>
                <a:lnTo>
                  <a:pt x="774" y="852"/>
                </a:lnTo>
                <a:lnTo>
                  <a:pt x="773" y="853"/>
                </a:lnTo>
                <a:lnTo>
                  <a:pt x="774" y="853"/>
                </a:lnTo>
                <a:lnTo>
                  <a:pt x="774" y="854"/>
                </a:lnTo>
                <a:lnTo>
                  <a:pt x="775" y="854"/>
                </a:lnTo>
                <a:lnTo>
                  <a:pt x="775" y="855"/>
                </a:lnTo>
                <a:lnTo>
                  <a:pt x="776" y="855"/>
                </a:lnTo>
                <a:lnTo>
                  <a:pt x="777" y="854"/>
                </a:lnTo>
                <a:lnTo>
                  <a:pt x="778" y="854"/>
                </a:lnTo>
                <a:lnTo>
                  <a:pt x="779" y="853"/>
                </a:lnTo>
                <a:lnTo>
                  <a:pt x="781" y="853"/>
                </a:lnTo>
                <a:lnTo>
                  <a:pt x="782" y="853"/>
                </a:lnTo>
                <a:lnTo>
                  <a:pt x="783" y="852"/>
                </a:lnTo>
                <a:lnTo>
                  <a:pt x="784" y="852"/>
                </a:lnTo>
                <a:lnTo>
                  <a:pt x="786" y="852"/>
                </a:lnTo>
                <a:lnTo>
                  <a:pt x="788" y="852"/>
                </a:lnTo>
                <a:lnTo>
                  <a:pt x="789" y="851"/>
                </a:lnTo>
                <a:lnTo>
                  <a:pt x="790" y="851"/>
                </a:lnTo>
                <a:lnTo>
                  <a:pt x="791" y="851"/>
                </a:lnTo>
                <a:lnTo>
                  <a:pt x="792" y="851"/>
                </a:lnTo>
                <a:lnTo>
                  <a:pt x="798" y="854"/>
                </a:lnTo>
                <a:lnTo>
                  <a:pt x="802" y="855"/>
                </a:lnTo>
                <a:lnTo>
                  <a:pt x="809" y="858"/>
                </a:lnTo>
                <a:lnTo>
                  <a:pt x="815" y="856"/>
                </a:lnTo>
                <a:lnTo>
                  <a:pt x="818" y="853"/>
                </a:lnTo>
                <a:lnTo>
                  <a:pt x="820" y="841"/>
                </a:lnTo>
                <a:lnTo>
                  <a:pt x="816" y="836"/>
                </a:lnTo>
                <a:lnTo>
                  <a:pt x="815" y="833"/>
                </a:lnTo>
                <a:lnTo>
                  <a:pt x="806" y="829"/>
                </a:lnTo>
                <a:lnTo>
                  <a:pt x="791" y="821"/>
                </a:lnTo>
                <a:lnTo>
                  <a:pt x="791" y="820"/>
                </a:lnTo>
                <a:lnTo>
                  <a:pt x="789" y="813"/>
                </a:lnTo>
                <a:lnTo>
                  <a:pt x="791" y="810"/>
                </a:lnTo>
                <a:lnTo>
                  <a:pt x="791" y="809"/>
                </a:lnTo>
                <a:lnTo>
                  <a:pt x="791" y="805"/>
                </a:lnTo>
                <a:lnTo>
                  <a:pt x="792" y="803"/>
                </a:lnTo>
                <a:lnTo>
                  <a:pt x="792" y="802"/>
                </a:lnTo>
                <a:lnTo>
                  <a:pt x="794" y="799"/>
                </a:lnTo>
                <a:lnTo>
                  <a:pt x="795" y="798"/>
                </a:lnTo>
                <a:lnTo>
                  <a:pt x="796" y="798"/>
                </a:lnTo>
                <a:lnTo>
                  <a:pt x="796" y="796"/>
                </a:lnTo>
                <a:lnTo>
                  <a:pt x="797" y="793"/>
                </a:lnTo>
                <a:lnTo>
                  <a:pt x="797" y="792"/>
                </a:lnTo>
                <a:lnTo>
                  <a:pt x="797" y="790"/>
                </a:lnTo>
                <a:lnTo>
                  <a:pt x="796" y="789"/>
                </a:lnTo>
                <a:lnTo>
                  <a:pt x="796" y="788"/>
                </a:lnTo>
                <a:lnTo>
                  <a:pt x="796" y="787"/>
                </a:lnTo>
                <a:lnTo>
                  <a:pt x="796" y="786"/>
                </a:lnTo>
                <a:lnTo>
                  <a:pt x="796" y="785"/>
                </a:lnTo>
                <a:lnTo>
                  <a:pt x="796" y="784"/>
                </a:lnTo>
                <a:lnTo>
                  <a:pt x="796" y="780"/>
                </a:lnTo>
                <a:lnTo>
                  <a:pt x="797" y="780"/>
                </a:lnTo>
                <a:lnTo>
                  <a:pt x="800" y="778"/>
                </a:lnTo>
                <a:lnTo>
                  <a:pt x="801" y="777"/>
                </a:lnTo>
                <a:lnTo>
                  <a:pt x="803" y="777"/>
                </a:lnTo>
                <a:lnTo>
                  <a:pt x="805" y="777"/>
                </a:lnTo>
                <a:lnTo>
                  <a:pt x="807" y="776"/>
                </a:lnTo>
                <a:lnTo>
                  <a:pt x="812" y="757"/>
                </a:lnTo>
                <a:lnTo>
                  <a:pt x="820" y="744"/>
                </a:lnTo>
                <a:lnTo>
                  <a:pt x="831" y="723"/>
                </a:lnTo>
                <a:lnTo>
                  <a:pt x="835" y="713"/>
                </a:lnTo>
                <a:lnTo>
                  <a:pt x="836" y="704"/>
                </a:lnTo>
                <a:lnTo>
                  <a:pt x="840" y="695"/>
                </a:lnTo>
                <a:lnTo>
                  <a:pt x="845" y="692"/>
                </a:lnTo>
                <a:lnTo>
                  <a:pt x="844" y="690"/>
                </a:lnTo>
                <a:lnTo>
                  <a:pt x="849" y="677"/>
                </a:lnTo>
                <a:lnTo>
                  <a:pt x="850" y="675"/>
                </a:lnTo>
                <a:lnTo>
                  <a:pt x="850" y="672"/>
                </a:lnTo>
                <a:lnTo>
                  <a:pt x="850" y="671"/>
                </a:lnTo>
                <a:lnTo>
                  <a:pt x="850" y="670"/>
                </a:lnTo>
                <a:lnTo>
                  <a:pt x="852" y="668"/>
                </a:lnTo>
                <a:lnTo>
                  <a:pt x="853" y="667"/>
                </a:lnTo>
                <a:lnTo>
                  <a:pt x="855" y="665"/>
                </a:lnTo>
                <a:lnTo>
                  <a:pt x="855" y="664"/>
                </a:lnTo>
                <a:lnTo>
                  <a:pt x="856" y="662"/>
                </a:lnTo>
                <a:lnTo>
                  <a:pt x="857" y="660"/>
                </a:lnTo>
                <a:lnTo>
                  <a:pt x="857" y="659"/>
                </a:lnTo>
                <a:lnTo>
                  <a:pt x="857" y="658"/>
                </a:lnTo>
                <a:lnTo>
                  <a:pt x="857" y="657"/>
                </a:lnTo>
                <a:lnTo>
                  <a:pt x="858" y="656"/>
                </a:lnTo>
                <a:lnTo>
                  <a:pt x="858" y="654"/>
                </a:lnTo>
                <a:lnTo>
                  <a:pt x="858" y="653"/>
                </a:lnTo>
                <a:lnTo>
                  <a:pt x="858" y="651"/>
                </a:lnTo>
                <a:lnTo>
                  <a:pt x="858" y="650"/>
                </a:lnTo>
                <a:lnTo>
                  <a:pt x="858" y="649"/>
                </a:lnTo>
                <a:lnTo>
                  <a:pt x="859" y="649"/>
                </a:lnTo>
                <a:lnTo>
                  <a:pt x="860" y="649"/>
                </a:lnTo>
                <a:lnTo>
                  <a:pt x="861" y="649"/>
                </a:lnTo>
                <a:lnTo>
                  <a:pt x="862" y="648"/>
                </a:lnTo>
                <a:lnTo>
                  <a:pt x="864" y="648"/>
                </a:lnTo>
                <a:lnTo>
                  <a:pt x="865" y="649"/>
                </a:lnTo>
                <a:lnTo>
                  <a:pt x="866" y="648"/>
                </a:lnTo>
                <a:lnTo>
                  <a:pt x="867" y="648"/>
                </a:lnTo>
                <a:lnTo>
                  <a:pt x="868" y="647"/>
                </a:lnTo>
                <a:lnTo>
                  <a:pt x="869" y="647"/>
                </a:lnTo>
                <a:lnTo>
                  <a:pt x="870" y="648"/>
                </a:lnTo>
                <a:lnTo>
                  <a:pt x="871" y="649"/>
                </a:lnTo>
                <a:lnTo>
                  <a:pt x="872" y="649"/>
                </a:lnTo>
                <a:lnTo>
                  <a:pt x="874" y="649"/>
                </a:lnTo>
                <a:lnTo>
                  <a:pt x="874" y="650"/>
                </a:lnTo>
                <a:lnTo>
                  <a:pt x="875" y="651"/>
                </a:lnTo>
                <a:lnTo>
                  <a:pt x="875" y="652"/>
                </a:lnTo>
                <a:lnTo>
                  <a:pt x="876" y="652"/>
                </a:lnTo>
                <a:lnTo>
                  <a:pt x="877" y="652"/>
                </a:lnTo>
                <a:lnTo>
                  <a:pt x="877" y="653"/>
                </a:lnTo>
                <a:lnTo>
                  <a:pt x="878" y="653"/>
                </a:lnTo>
                <a:lnTo>
                  <a:pt x="879" y="654"/>
                </a:lnTo>
                <a:lnTo>
                  <a:pt x="881" y="653"/>
                </a:lnTo>
                <a:lnTo>
                  <a:pt x="883" y="653"/>
                </a:lnTo>
                <a:lnTo>
                  <a:pt x="884" y="653"/>
                </a:lnTo>
                <a:lnTo>
                  <a:pt x="885" y="654"/>
                </a:lnTo>
                <a:lnTo>
                  <a:pt x="886" y="654"/>
                </a:lnTo>
                <a:lnTo>
                  <a:pt x="887" y="654"/>
                </a:lnTo>
                <a:lnTo>
                  <a:pt x="887" y="653"/>
                </a:lnTo>
                <a:lnTo>
                  <a:pt x="888" y="653"/>
                </a:lnTo>
                <a:lnTo>
                  <a:pt x="889" y="653"/>
                </a:lnTo>
                <a:lnTo>
                  <a:pt x="889" y="654"/>
                </a:lnTo>
                <a:lnTo>
                  <a:pt x="889" y="655"/>
                </a:lnTo>
                <a:lnTo>
                  <a:pt x="890" y="656"/>
                </a:lnTo>
                <a:lnTo>
                  <a:pt x="891" y="656"/>
                </a:lnTo>
                <a:lnTo>
                  <a:pt x="892" y="657"/>
                </a:lnTo>
                <a:lnTo>
                  <a:pt x="892" y="658"/>
                </a:lnTo>
                <a:lnTo>
                  <a:pt x="893" y="659"/>
                </a:lnTo>
                <a:lnTo>
                  <a:pt x="894" y="659"/>
                </a:lnTo>
                <a:lnTo>
                  <a:pt x="895" y="659"/>
                </a:lnTo>
                <a:lnTo>
                  <a:pt x="897" y="658"/>
                </a:lnTo>
                <a:lnTo>
                  <a:pt x="898" y="658"/>
                </a:lnTo>
                <a:lnTo>
                  <a:pt x="898" y="659"/>
                </a:lnTo>
                <a:lnTo>
                  <a:pt x="899" y="659"/>
                </a:lnTo>
                <a:lnTo>
                  <a:pt x="899" y="660"/>
                </a:lnTo>
                <a:lnTo>
                  <a:pt x="900" y="660"/>
                </a:lnTo>
                <a:lnTo>
                  <a:pt x="901" y="660"/>
                </a:lnTo>
                <a:lnTo>
                  <a:pt x="902" y="661"/>
                </a:lnTo>
                <a:lnTo>
                  <a:pt x="904" y="663"/>
                </a:lnTo>
                <a:lnTo>
                  <a:pt x="905" y="663"/>
                </a:lnTo>
                <a:lnTo>
                  <a:pt x="907" y="663"/>
                </a:lnTo>
                <a:lnTo>
                  <a:pt x="907" y="664"/>
                </a:lnTo>
                <a:lnTo>
                  <a:pt x="907" y="665"/>
                </a:lnTo>
                <a:lnTo>
                  <a:pt x="908" y="665"/>
                </a:lnTo>
                <a:lnTo>
                  <a:pt x="909" y="665"/>
                </a:lnTo>
                <a:lnTo>
                  <a:pt x="910" y="665"/>
                </a:lnTo>
                <a:lnTo>
                  <a:pt x="911" y="666"/>
                </a:lnTo>
                <a:lnTo>
                  <a:pt x="913" y="667"/>
                </a:lnTo>
                <a:lnTo>
                  <a:pt x="914" y="667"/>
                </a:lnTo>
                <a:lnTo>
                  <a:pt x="916" y="667"/>
                </a:lnTo>
                <a:lnTo>
                  <a:pt x="917" y="668"/>
                </a:lnTo>
                <a:lnTo>
                  <a:pt x="918" y="668"/>
                </a:lnTo>
                <a:lnTo>
                  <a:pt x="919" y="668"/>
                </a:lnTo>
                <a:lnTo>
                  <a:pt x="919" y="669"/>
                </a:lnTo>
                <a:lnTo>
                  <a:pt x="918" y="669"/>
                </a:lnTo>
                <a:lnTo>
                  <a:pt x="919" y="670"/>
                </a:lnTo>
                <a:lnTo>
                  <a:pt x="920" y="670"/>
                </a:lnTo>
                <a:lnTo>
                  <a:pt x="920" y="669"/>
                </a:lnTo>
                <a:lnTo>
                  <a:pt x="922" y="669"/>
                </a:lnTo>
                <a:lnTo>
                  <a:pt x="923" y="669"/>
                </a:lnTo>
                <a:lnTo>
                  <a:pt x="924" y="669"/>
                </a:lnTo>
                <a:lnTo>
                  <a:pt x="925" y="669"/>
                </a:lnTo>
                <a:lnTo>
                  <a:pt x="927" y="670"/>
                </a:lnTo>
                <a:lnTo>
                  <a:pt x="929" y="670"/>
                </a:lnTo>
                <a:lnTo>
                  <a:pt x="930" y="671"/>
                </a:lnTo>
                <a:lnTo>
                  <a:pt x="931" y="671"/>
                </a:lnTo>
                <a:lnTo>
                  <a:pt x="932" y="672"/>
                </a:lnTo>
                <a:lnTo>
                  <a:pt x="933" y="672"/>
                </a:lnTo>
                <a:lnTo>
                  <a:pt x="934" y="672"/>
                </a:lnTo>
                <a:lnTo>
                  <a:pt x="935" y="672"/>
                </a:lnTo>
                <a:lnTo>
                  <a:pt x="935" y="673"/>
                </a:lnTo>
                <a:lnTo>
                  <a:pt x="936" y="673"/>
                </a:lnTo>
                <a:lnTo>
                  <a:pt x="937" y="673"/>
                </a:lnTo>
                <a:lnTo>
                  <a:pt x="938" y="673"/>
                </a:lnTo>
                <a:lnTo>
                  <a:pt x="938" y="674"/>
                </a:lnTo>
                <a:lnTo>
                  <a:pt x="939" y="675"/>
                </a:lnTo>
                <a:lnTo>
                  <a:pt x="940" y="674"/>
                </a:lnTo>
                <a:lnTo>
                  <a:pt x="941" y="673"/>
                </a:lnTo>
                <a:lnTo>
                  <a:pt x="942" y="673"/>
                </a:lnTo>
                <a:lnTo>
                  <a:pt x="943" y="673"/>
                </a:lnTo>
                <a:lnTo>
                  <a:pt x="944" y="673"/>
                </a:lnTo>
                <a:lnTo>
                  <a:pt x="945" y="672"/>
                </a:lnTo>
                <a:lnTo>
                  <a:pt x="946" y="673"/>
                </a:lnTo>
                <a:lnTo>
                  <a:pt x="947" y="673"/>
                </a:lnTo>
                <a:lnTo>
                  <a:pt x="949" y="674"/>
                </a:lnTo>
                <a:lnTo>
                  <a:pt x="951" y="675"/>
                </a:lnTo>
                <a:lnTo>
                  <a:pt x="954" y="675"/>
                </a:lnTo>
                <a:lnTo>
                  <a:pt x="958" y="674"/>
                </a:lnTo>
                <a:lnTo>
                  <a:pt x="960" y="674"/>
                </a:lnTo>
                <a:lnTo>
                  <a:pt x="962" y="673"/>
                </a:lnTo>
                <a:lnTo>
                  <a:pt x="963" y="671"/>
                </a:lnTo>
                <a:lnTo>
                  <a:pt x="964" y="671"/>
                </a:lnTo>
                <a:lnTo>
                  <a:pt x="966" y="671"/>
                </a:lnTo>
                <a:lnTo>
                  <a:pt x="967" y="671"/>
                </a:lnTo>
                <a:lnTo>
                  <a:pt x="968" y="672"/>
                </a:lnTo>
                <a:lnTo>
                  <a:pt x="970" y="671"/>
                </a:lnTo>
                <a:lnTo>
                  <a:pt x="971" y="672"/>
                </a:lnTo>
                <a:lnTo>
                  <a:pt x="972" y="672"/>
                </a:lnTo>
                <a:lnTo>
                  <a:pt x="973" y="672"/>
                </a:lnTo>
                <a:lnTo>
                  <a:pt x="974" y="672"/>
                </a:lnTo>
                <a:lnTo>
                  <a:pt x="976" y="671"/>
                </a:lnTo>
                <a:lnTo>
                  <a:pt x="977" y="672"/>
                </a:lnTo>
                <a:lnTo>
                  <a:pt x="980" y="672"/>
                </a:lnTo>
                <a:lnTo>
                  <a:pt x="981" y="672"/>
                </a:lnTo>
                <a:lnTo>
                  <a:pt x="983" y="671"/>
                </a:lnTo>
                <a:lnTo>
                  <a:pt x="985" y="671"/>
                </a:lnTo>
                <a:lnTo>
                  <a:pt x="986" y="671"/>
                </a:lnTo>
                <a:lnTo>
                  <a:pt x="987" y="671"/>
                </a:lnTo>
                <a:lnTo>
                  <a:pt x="987" y="672"/>
                </a:lnTo>
                <a:lnTo>
                  <a:pt x="988" y="673"/>
                </a:lnTo>
                <a:lnTo>
                  <a:pt x="989" y="673"/>
                </a:lnTo>
                <a:lnTo>
                  <a:pt x="991" y="674"/>
                </a:lnTo>
                <a:lnTo>
                  <a:pt x="992" y="674"/>
                </a:lnTo>
                <a:lnTo>
                  <a:pt x="994" y="673"/>
                </a:lnTo>
                <a:lnTo>
                  <a:pt x="995" y="673"/>
                </a:lnTo>
                <a:lnTo>
                  <a:pt x="997" y="672"/>
                </a:lnTo>
                <a:lnTo>
                  <a:pt x="999" y="672"/>
                </a:lnTo>
                <a:lnTo>
                  <a:pt x="1001" y="672"/>
                </a:lnTo>
                <a:lnTo>
                  <a:pt x="1003" y="672"/>
                </a:lnTo>
                <a:lnTo>
                  <a:pt x="1005" y="672"/>
                </a:lnTo>
                <a:lnTo>
                  <a:pt x="1005" y="671"/>
                </a:lnTo>
                <a:lnTo>
                  <a:pt x="1005" y="672"/>
                </a:lnTo>
                <a:lnTo>
                  <a:pt x="1006" y="672"/>
                </a:lnTo>
                <a:lnTo>
                  <a:pt x="1007" y="671"/>
                </a:lnTo>
                <a:lnTo>
                  <a:pt x="1008" y="671"/>
                </a:lnTo>
                <a:lnTo>
                  <a:pt x="1011" y="671"/>
                </a:lnTo>
                <a:lnTo>
                  <a:pt x="1013" y="671"/>
                </a:lnTo>
                <a:lnTo>
                  <a:pt x="1014" y="671"/>
                </a:lnTo>
                <a:lnTo>
                  <a:pt x="1015" y="672"/>
                </a:lnTo>
                <a:lnTo>
                  <a:pt x="1016" y="673"/>
                </a:lnTo>
                <a:lnTo>
                  <a:pt x="1017" y="674"/>
                </a:lnTo>
                <a:lnTo>
                  <a:pt x="1019" y="675"/>
                </a:lnTo>
                <a:lnTo>
                  <a:pt x="1021" y="676"/>
                </a:lnTo>
                <a:lnTo>
                  <a:pt x="1022" y="676"/>
                </a:lnTo>
                <a:lnTo>
                  <a:pt x="1023" y="677"/>
                </a:lnTo>
                <a:lnTo>
                  <a:pt x="1023" y="678"/>
                </a:lnTo>
                <a:lnTo>
                  <a:pt x="1024" y="679"/>
                </a:lnTo>
                <a:lnTo>
                  <a:pt x="1027" y="682"/>
                </a:lnTo>
                <a:lnTo>
                  <a:pt x="1028" y="683"/>
                </a:lnTo>
                <a:lnTo>
                  <a:pt x="1029" y="685"/>
                </a:lnTo>
                <a:lnTo>
                  <a:pt x="1030" y="686"/>
                </a:lnTo>
                <a:lnTo>
                  <a:pt x="1030" y="685"/>
                </a:lnTo>
                <a:lnTo>
                  <a:pt x="1031" y="686"/>
                </a:lnTo>
                <a:lnTo>
                  <a:pt x="1031" y="685"/>
                </a:lnTo>
                <a:lnTo>
                  <a:pt x="1033" y="685"/>
                </a:lnTo>
                <a:lnTo>
                  <a:pt x="1034" y="684"/>
                </a:lnTo>
                <a:lnTo>
                  <a:pt x="1034" y="683"/>
                </a:lnTo>
                <a:lnTo>
                  <a:pt x="1034" y="682"/>
                </a:lnTo>
                <a:lnTo>
                  <a:pt x="1034" y="681"/>
                </a:lnTo>
                <a:lnTo>
                  <a:pt x="1034" y="680"/>
                </a:lnTo>
                <a:lnTo>
                  <a:pt x="1035" y="680"/>
                </a:lnTo>
                <a:lnTo>
                  <a:pt x="1036" y="679"/>
                </a:lnTo>
                <a:lnTo>
                  <a:pt x="1037" y="679"/>
                </a:lnTo>
                <a:lnTo>
                  <a:pt x="1039" y="679"/>
                </a:lnTo>
                <a:lnTo>
                  <a:pt x="1040" y="679"/>
                </a:lnTo>
                <a:lnTo>
                  <a:pt x="1042" y="679"/>
                </a:lnTo>
                <a:lnTo>
                  <a:pt x="1043" y="678"/>
                </a:lnTo>
                <a:lnTo>
                  <a:pt x="1043" y="677"/>
                </a:lnTo>
                <a:lnTo>
                  <a:pt x="1044" y="677"/>
                </a:lnTo>
                <a:lnTo>
                  <a:pt x="1044" y="676"/>
                </a:lnTo>
                <a:lnTo>
                  <a:pt x="1046" y="674"/>
                </a:lnTo>
                <a:lnTo>
                  <a:pt x="1048" y="673"/>
                </a:lnTo>
                <a:lnTo>
                  <a:pt x="1050" y="672"/>
                </a:lnTo>
                <a:lnTo>
                  <a:pt x="1051" y="672"/>
                </a:lnTo>
                <a:lnTo>
                  <a:pt x="1052" y="671"/>
                </a:lnTo>
                <a:lnTo>
                  <a:pt x="1053" y="669"/>
                </a:lnTo>
                <a:lnTo>
                  <a:pt x="1054" y="667"/>
                </a:lnTo>
                <a:lnTo>
                  <a:pt x="1055" y="666"/>
                </a:lnTo>
                <a:lnTo>
                  <a:pt x="1057" y="666"/>
                </a:lnTo>
                <a:lnTo>
                  <a:pt x="1059" y="666"/>
                </a:lnTo>
                <a:lnTo>
                  <a:pt x="1060" y="666"/>
                </a:lnTo>
                <a:lnTo>
                  <a:pt x="1060" y="665"/>
                </a:lnTo>
                <a:lnTo>
                  <a:pt x="1061" y="665"/>
                </a:lnTo>
                <a:lnTo>
                  <a:pt x="1063" y="665"/>
                </a:lnTo>
                <a:lnTo>
                  <a:pt x="1063" y="666"/>
                </a:lnTo>
                <a:lnTo>
                  <a:pt x="1064" y="667"/>
                </a:lnTo>
                <a:lnTo>
                  <a:pt x="1065" y="667"/>
                </a:lnTo>
                <a:lnTo>
                  <a:pt x="1066" y="667"/>
                </a:lnTo>
                <a:lnTo>
                  <a:pt x="1067" y="667"/>
                </a:lnTo>
                <a:lnTo>
                  <a:pt x="1068" y="666"/>
                </a:lnTo>
                <a:lnTo>
                  <a:pt x="1069" y="666"/>
                </a:lnTo>
                <a:lnTo>
                  <a:pt x="1070" y="667"/>
                </a:lnTo>
                <a:lnTo>
                  <a:pt x="1071" y="666"/>
                </a:lnTo>
                <a:lnTo>
                  <a:pt x="1072" y="666"/>
                </a:lnTo>
                <a:lnTo>
                  <a:pt x="1074" y="665"/>
                </a:lnTo>
                <a:lnTo>
                  <a:pt x="1076" y="665"/>
                </a:lnTo>
                <a:lnTo>
                  <a:pt x="1078" y="665"/>
                </a:lnTo>
                <a:lnTo>
                  <a:pt x="1079" y="666"/>
                </a:lnTo>
                <a:lnTo>
                  <a:pt x="1081" y="666"/>
                </a:lnTo>
                <a:lnTo>
                  <a:pt x="1083" y="666"/>
                </a:lnTo>
                <a:lnTo>
                  <a:pt x="1084" y="666"/>
                </a:lnTo>
                <a:lnTo>
                  <a:pt x="1085" y="665"/>
                </a:lnTo>
                <a:lnTo>
                  <a:pt x="1085" y="663"/>
                </a:lnTo>
                <a:lnTo>
                  <a:pt x="1085" y="662"/>
                </a:lnTo>
                <a:lnTo>
                  <a:pt x="1086" y="660"/>
                </a:lnTo>
                <a:lnTo>
                  <a:pt x="1087" y="658"/>
                </a:lnTo>
                <a:lnTo>
                  <a:pt x="1088" y="657"/>
                </a:lnTo>
                <a:lnTo>
                  <a:pt x="1089" y="657"/>
                </a:lnTo>
                <a:lnTo>
                  <a:pt x="1094" y="651"/>
                </a:lnTo>
                <a:lnTo>
                  <a:pt x="1095" y="649"/>
                </a:lnTo>
                <a:lnTo>
                  <a:pt x="1096" y="649"/>
                </a:lnTo>
                <a:lnTo>
                  <a:pt x="1098" y="648"/>
                </a:lnTo>
                <a:lnTo>
                  <a:pt x="1098" y="647"/>
                </a:lnTo>
                <a:lnTo>
                  <a:pt x="1098" y="646"/>
                </a:lnTo>
                <a:lnTo>
                  <a:pt x="1098" y="645"/>
                </a:lnTo>
                <a:lnTo>
                  <a:pt x="1098" y="644"/>
                </a:lnTo>
                <a:lnTo>
                  <a:pt x="1099" y="643"/>
                </a:lnTo>
                <a:lnTo>
                  <a:pt x="1099" y="642"/>
                </a:lnTo>
                <a:lnTo>
                  <a:pt x="1098" y="641"/>
                </a:lnTo>
                <a:lnTo>
                  <a:pt x="1098" y="640"/>
                </a:lnTo>
                <a:lnTo>
                  <a:pt x="1097" y="639"/>
                </a:lnTo>
                <a:lnTo>
                  <a:pt x="1096" y="639"/>
                </a:lnTo>
                <a:lnTo>
                  <a:pt x="1097" y="638"/>
                </a:lnTo>
                <a:lnTo>
                  <a:pt x="1097" y="637"/>
                </a:lnTo>
                <a:lnTo>
                  <a:pt x="1098" y="636"/>
                </a:lnTo>
                <a:lnTo>
                  <a:pt x="1098" y="635"/>
                </a:lnTo>
                <a:lnTo>
                  <a:pt x="1098" y="634"/>
                </a:lnTo>
                <a:lnTo>
                  <a:pt x="1099" y="634"/>
                </a:lnTo>
                <a:lnTo>
                  <a:pt x="1099" y="633"/>
                </a:lnTo>
                <a:lnTo>
                  <a:pt x="1099" y="632"/>
                </a:lnTo>
                <a:lnTo>
                  <a:pt x="1099" y="631"/>
                </a:lnTo>
                <a:lnTo>
                  <a:pt x="1098" y="629"/>
                </a:lnTo>
                <a:lnTo>
                  <a:pt x="1098" y="628"/>
                </a:lnTo>
                <a:lnTo>
                  <a:pt x="1098" y="627"/>
                </a:lnTo>
                <a:lnTo>
                  <a:pt x="1098" y="626"/>
                </a:lnTo>
                <a:lnTo>
                  <a:pt x="1095" y="624"/>
                </a:lnTo>
                <a:lnTo>
                  <a:pt x="1094" y="624"/>
                </a:lnTo>
                <a:lnTo>
                  <a:pt x="1093" y="622"/>
                </a:lnTo>
                <a:lnTo>
                  <a:pt x="1093" y="621"/>
                </a:lnTo>
                <a:lnTo>
                  <a:pt x="1092" y="621"/>
                </a:lnTo>
                <a:lnTo>
                  <a:pt x="1092" y="620"/>
                </a:lnTo>
                <a:lnTo>
                  <a:pt x="1091" y="620"/>
                </a:lnTo>
                <a:lnTo>
                  <a:pt x="1091" y="619"/>
                </a:lnTo>
                <a:lnTo>
                  <a:pt x="1091" y="618"/>
                </a:lnTo>
                <a:lnTo>
                  <a:pt x="1092" y="616"/>
                </a:lnTo>
                <a:lnTo>
                  <a:pt x="1091" y="614"/>
                </a:lnTo>
                <a:lnTo>
                  <a:pt x="1091" y="611"/>
                </a:lnTo>
                <a:lnTo>
                  <a:pt x="1091" y="609"/>
                </a:lnTo>
                <a:lnTo>
                  <a:pt x="1090" y="607"/>
                </a:lnTo>
                <a:lnTo>
                  <a:pt x="1088" y="587"/>
                </a:lnTo>
                <a:lnTo>
                  <a:pt x="1086" y="575"/>
                </a:lnTo>
                <a:lnTo>
                  <a:pt x="1086" y="574"/>
                </a:lnTo>
                <a:lnTo>
                  <a:pt x="1086" y="573"/>
                </a:lnTo>
                <a:lnTo>
                  <a:pt x="1086" y="571"/>
                </a:lnTo>
                <a:lnTo>
                  <a:pt x="1085" y="571"/>
                </a:lnTo>
                <a:lnTo>
                  <a:pt x="1085" y="570"/>
                </a:lnTo>
                <a:lnTo>
                  <a:pt x="1085" y="569"/>
                </a:lnTo>
                <a:lnTo>
                  <a:pt x="1085" y="568"/>
                </a:lnTo>
                <a:lnTo>
                  <a:pt x="1085" y="567"/>
                </a:lnTo>
                <a:lnTo>
                  <a:pt x="1084" y="567"/>
                </a:lnTo>
                <a:lnTo>
                  <a:pt x="1083" y="567"/>
                </a:lnTo>
                <a:lnTo>
                  <a:pt x="1084" y="566"/>
                </a:lnTo>
                <a:lnTo>
                  <a:pt x="1084" y="565"/>
                </a:lnTo>
                <a:lnTo>
                  <a:pt x="1084" y="564"/>
                </a:lnTo>
                <a:lnTo>
                  <a:pt x="1085" y="564"/>
                </a:lnTo>
                <a:lnTo>
                  <a:pt x="1085" y="563"/>
                </a:lnTo>
                <a:lnTo>
                  <a:pt x="1085" y="562"/>
                </a:lnTo>
                <a:lnTo>
                  <a:pt x="1085" y="561"/>
                </a:lnTo>
                <a:lnTo>
                  <a:pt x="1086" y="561"/>
                </a:lnTo>
                <a:lnTo>
                  <a:pt x="1085" y="561"/>
                </a:lnTo>
                <a:lnTo>
                  <a:pt x="1085" y="560"/>
                </a:lnTo>
                <a:lnTo>
                  <a:pt x="1086" y="560"/>
                </a:lnTo>
                <a:lnTo>
                  <a:pt x="1086" y="559"/>
                </a:lnTo>
                <a:lnTo>
                  <a:pt x="1086" y="558"/>
                </a:lnTo>
                <a:lnTo>
                  <a:pt x="1086" y="557"/>
                </a:lnTo>
                <a:lnTo>
                  <a:pt x="1086" y="556"/>
                </a:lnTo>
                <a:lnTo>
                  <a:pt x="1087" y="555"/>
                </a:lnTo>
                <a:lnTo>
                  <a:pt x="1087" y="554"/>
                </a:lnTo>
                <a:lnTo>
                  <a:pt x="1087" y="553"/>
                </a:lnTo>
                <a:lnTo>
                  <a:pt x="1088" y="553"/>
                </a:lnTo>
                <a:lnTo>
                  <a:pt x="1089" y="552"/>
                </a:lnTo>
                <a:lnTo>
                  <a:pt x="1089" y="551"/>
                </a:lnTo>
                <a:lnTo>
                  <a:pt x="1089" y="550"/>
                </a:lnTo>
                <a:lnTo>
                  <a:pt x="1089" y="549"/>
                </a:lnTo>
                <a:lnTo>
                  <a:pt x="1090" y="549"/>
                </a:lnTo>
                <a:lnTo>
                  <a:pt x="1091" y="548"/>
                </a:lnTo>
                <a:lnTo>
                  <a:pt x="1092" y="548"/>
                </a:lnTo>
                <a:lnTo>
                  <a:pt x="1093" y="548"/>
                </a:lnTo>
                <a:lnTo>
                  <a:pt x="1093" y="547"/>
                </a:lnTo>
                <a:lnTo>
                  <a:pt x="1093" y="546"/>
                </a:lnTo>
                <a:lnTo>
                  <a:pt x="1094" y="545"/>
                </a:lnTo>
                <a:lnTo>
                  <a:pt x="1095" y="544"/>
                </a:lnTo>
                <a:lnTo>
                  <a:pt x="1096" y="544"/>
                </a:lnTo>
                <a:lnTo>
                  <a:pt x="1096" y="543"/>
                </a:lnTo>
                <a:lnTo>
                  <a:pt x="1097" y="542"/>
                </a:lnTo>
                <a:lnTo>
                  <a:pt x="1097" y="541"/>
                </a:lnTo>
                <a:lnTo>
                  <a:pt x="1098" y="541"/>
                </a:lnTo>
                <a:lnTo>
                  <a:pt x="1098" y="540"/>
                </a:lnTo>
                <a:lnTo>
                  <a:pt x="1098" y="539"/>
                </a:lnTo>
                <a:lnTo>
                  <a:pt x="1098" y="538"/>
                </a:lnTo>
                <a:lnTo>
                  <a:pt x="1099" y="538"/>
                </a:lnTo>
                <a:lnTo>
                  <a:pt x="1099" y="537"/>
                </a:lnTo>
                <a:lnTo>
                  <a:pt x="1099" y="536"/>
                </a:lnTo>
                <a:lnTo>
                  <a:pt x="1099" y="535"/>
                </a:lnTo>
                <a:lnTo>
                  <a:pt x="1100" y="534"/>
                </a:lnTo>
                <a:lnTo>
                  <a:pt x="1101" y="533"/>
                </a:lnTo>
                <a:lnTo>
                  <a:pt x="1101" y="532"/>
                </a:lnTo>
                <a:lnTo>
                  <a:pt x="1102" y="531"/>
                </a:lnTo>
                <a:lnTo>
                  <a:pt x="1103" y="530"/>
                </a:lnTo>
                <a:lnTo>
                  <a:pt x="1104" y="529"/>
                </a:lnTo>
                <a:lnTo>
                  <a:pt x="1104" y="528"/>
                </a:lnTo>
                <a:lnTo>
                  <a:pt x="1105" y="528"/>
                </a:lnTo>
                <a:lnTo>
                  <a:pt x="1106" y="527"/>
                </a:lnTo>
                <a:lnTo>
                  <a:pt x="1107" y="527"/>
                </a:lnTo>
                <a:lnTo>
                  <a:pt x="1107" y="526"/>
                </a:lnTo>
                <a:lnTo>
                  <a:pt x="1108" y="527"/>
                </a:lnTo>
                <a:lnTo>
                  <a:pt x="1109" y="526"/>
                </a:lnTo>
                <a:lnTo>
                  <a:pt x="1110" y="526"/>
                </a:lnTo>
                <a:lnTo>
                  <a:pt x="1111" y="526"/>
                </a:lnTo>
                <a:lnTo>
                  <a:pt x="1111" y="525"/>
                </a:lnTo>
                <a:lnTo>
                  <a:pt x="1112" y="525"/>
                </a:lnTo>
                <a:lnTo>
                  <a:pt x="1113" y="525"/>
                </a:lnTo>
                <a:lnTo>
                  <a:pt x="1114" y="525"/>
                </a:lnTo>
                <a:lnTo>
                  <a:pt x="1115" y="525"/>
                </a:lnTo>
                <a:lnTo>
                  <a:pt x="1116" y="525"/>
                </a:lnTo>
                <a:lnTo>
                  <a:pt x="1117" y="525"/>
                </a:lnTo>
                <a:lnTo>
                  <a:pt x="1118" y="525"/>
                </a:lnTo>
                <a:lnTo>
                  <a:pt x="1132" y="524"/>
                </a:lnTo>
                <a:lnTo>
                  <a:pt x="1146" y="525"/>
                </a:lnTo>
                <a:lnTo>
                  <a:pt x="1147" y="525"/>
                </a:lnTo>
                <a:lnTo>
                  <a:pt x="1148" y="524"/>
                </a:lnTo>
                <a:lnTo>
                  <a:pt x="1149" y="524"/>
                </a:lnTo>
                <a:lnTo>
                  <a:pt x="1149" y="523"/>
                </a:lnTo>
                <a:lnTo>
                  <a:pt x="1150" y="523"/>
                </a:lnTo>
                <a:lnTo>
                  <a:pt x="1151" y="522"/>
                </a:lnTo>
                <a:lnTo>
                  <a:pt x="1152" y="521"/>
                </a:lnTo>
                <a:lnTo>
                  <a:pt x="1153" y="521"/>
                </a:lnTo>
                <a:lnTo>
                  <a:pt x="1154" y="520"/>
                </a:lnTo>
                <a:lnTo>
                  <a:pt x="1154" y="519"/>
                </a:lnTo>
                <a:lnTo>
                  <a:pt x="1156" y="519"/>
                </a:lnTo>
                <a:lnTo>
                  <a:pt x="1157" y="519"/>
                </a:lnTo>
                <a:lnTo>
                  <a:pt x="1158" y="519"/>
                </a:lnTo>
                <a:lnTo>
                  <a:pt x="1159" y="519"/>
                </a:lnTo>
                <a:lnTo>
                  <a:pt x="1159" y="518"/>
                </a:lnTo>
                <a:lnTo>
                  <a:pt x="1160" y="518"/>
                </a:lnTo>
                <a:lnTo>
                  <a:pt x="1161" y="518"/>
                </a:lnTo>
                <a:lnTo>
                  <a:pt x="1161" y="519"/>
                </a:lnTo>
                <a:lnTo>
                  <a:pt x="1162" y="520"/>
                </a:lnTo>
                <a:lnTo>
                  <a:pt x="1163" y="520"/>
                </a:lnTo>
                <a:lnTo>
                  <a:pt x="1179" y="514"/>
                </a:lnTo>
                <a:lnTo>
                  <a:pt x="1180" y="513"/>
                </a:lnTo>
                <a:lnTo>
                  <a:pt x="1180" y="512"/>
                </a:lnTo>
                <a:lnTo>
                  <a:pt x="1180" y="511"/>
                </a:lnTo>
                <a:lnTo>
                  <a:pt x="1180" y="510"/>
                </a:lnTo>
                <a:lnTo>
                  <a:pt x="1181" y="509"/>
                </a:lnTo>
                <a:lnTo>
                  <a:pt x="1182" y="508"/>
                </a:lnTo>
                <a:lnTo>
                  <a:pt x="1183" y="508"/>
                </a:lnTo>
                <a:lnTo>
                  <a:pt x="1183" y="507"/>
                </a:lnTo>
                <a:lnTo>
                  <a:pt x="1183" y="506"/>
                </a:lnTo>
                <a:lnTo>
                  <a:pt x="1184" y="505"/>
                </a:lnTo>
                <a:lnTo>
                  <a:pt x="1185" y="505"/>
                </a:lnTo>
                <a:lnTo>
                  <a:pt x="1187" y="504"/>
                </a:lnTo>
                <a:lnTo>
                  <a:pt x="1188" y="504"/>
                </a:lnTo>
                <a:lnTo>
                  <a:pt x="1189" y="503"/>
                </a:lnTo>
                <a:lnTo>
                  <a:pt x="1189" y="502"/>
                </a:lnTo>
                <a:lnTo>
                  <a:pt x="1190" y="501"/>
                </a:lnTo>
                <a:lnTo>
                  <a:pt x="1190" y="500"/>
                </a:lnTo>
                <a:lnTo>
                  <a:pt x="1192" y="499"/>
                </a:lnTo>
                <a:lnTo>
                  <a:pt x="1194" y="498"/>
                </a:lnTo>
                <a:lnTo>
                  <a:pt x="1195" y="496"/>
                </a:lnTo>
                <a:lnTo>
                  <a:pt x="1196" y="495"/>
                </a:lnTo>
                <a:lnTo>
                  <a:pt x="1196" y="494"/>
                </a:lnTo>
                <a:lnTo>
                  <a:pt x="1196" y="493"/>
                </a:lnTo>
                <a:lnTo>
                  <a:pt x="1196" y="492"/>
                </a:lnTo>
                <a:lnTo>
                  <a:pt x="1195" y="491"/>
                </a:lnTo>
                <a:lnTo>
                  <a:pt x="1195" y="490"/>
                </a:lnTo>
                <a:lnTo>
                  <a:pt x="1195" y="488"/>
                </a:lnTo>
                <a:lnTo>
                  <a:pt x="1195" y="487"/>
                </a:lnTo>
                <a:lnTo>
                  <a:pt x="1195" y="486"/>
                </a:lnTo>
                <a:lnTo>
                  <a:pt x="1196" y="486"/>
                </a:lnTo>
                <a:lnTo>
                  <a:pt x="1198" y="485"/>
                </a:lnTo>
                <a:lnTo>
                  <a:pt x="1200" y="484"/>
                </a:lnTo>
                <a:lnTo>
                  <a:pt x="1200" y="483"/>
                </a:lnTo>
                <a:lnTo>
                  <a:pt x="1200" y="482"/>
                </a:lnTo>
                <a:lnTo>
                  <a:pt x="1199" y="481"/>
                </a:lnTo>
                <a:lnTo>
                  <a:pt x="1198" y="481"/>
                </a:lnTo>
                <a:lnTo>
                  <a:pt x="1198" y="480"/>
                </a:lnTo>
                <a:lnTo>
                  <a:pt x="1196" y="479"/>
                </a:lnTo>
                <a:lnTo>
                  <a:pt x="1196" y="478"/>
                </a:lnTo>
                <a:lnTo>
                  <a:pt x="1195" y="478"/>
                </a:lnTo>
                <a:lnTo>
                  <a:pt x="1195" y="477"/>
                </a:lnTo>
                <a:lnTo>
                  <a:pt x="1193" y="476"/>
                </a:lnTo>
                <a:lnTo>
                  <a:pt x="1193" y="474"/>
                </a:lnTo>
                <a:lnTo>
                  <a:pt x="1192" y="472"/>
                </a:lnTo>
                <a:lnTo>
                  <a:pt x="1192" y="471"/>
                </a:lnTo>
                <a:lnTo>
                  <a:pt x="1192" y="470"/>
                </a:lnTo>
                <a:lnTo>
                  <a:pt x="1192" y="469"/>
                </a:lnTo>
                <a:lnTo>
                  <a:pt x="1192" y="468"/>
                </a:lnTo>
                <a:lnTo>
                  <a:pt x="1192" y="467"/>
                </a:lnTo>
                <a:lnTo>
                  <a:pt x="1193" y="467"/>
                </a:lnTo>
                <a:lnTo>
                  <a:pt x="1193" y="466"/>
                </a:lnTo>
                <a:lnTo>
                  <a:pt x="1194" y="465"/>
                </a:lnTo>
                <a:lnTo>
                  <a:pt x="1195" y="465"/>
                </a:lnTo>
                <a:lnTo>
                  <a:pt x="1196" y="464"/>
                </a:lnTo>
                <a:lnTo>
                  <a:pt x="1197" y="464"/>
                </a:lnTo>
                <a:lnTo>
                  <a:pt x="1198" y="463"/>
                </a:lnTo>
                <a:lnTo>
                  <a:pt x="1199" y="463"/>
                </a:lnTo>
                <a:lnTo>
                  <a:pt x="1200" y="462"/>
                </a:lnTo>
                <a:lnTo>
                  <a:pt x="1201" y="462"/>
                </a:lnTo>
                <a:lnTo>
                  <a:pt x="1201" y="461"/>
                </a:lnTo>
                <a:lnTo>
                  <a:pt x="1202" y="461"/>
                </a:lnTo>
                <a:lnTo>
                  <a:pt x="1203" y="460"/>
                </a:lnTo>
                <a:lnTo>
                  <a:pt x="1202" y="460"/>
                </a:lnTo>
                <a:lnTo>
                  <a:pt x="1202" y="459"/>
                </a:lnTo>
                <a:lnTo>
                  <a:pt x="1202" y="458"/>
                </a:lnTo>
                <a:lnTo>
                  <a:pt x="1202" y="457"/>
                </a:lnTo>
                <a:lnTo>
                  <a:pt x="1202" y="456"/>
                </a:lnTo>
                <a:lnTo>
                  <a:pt x="1203" y="456"/>
                </a:lnTo>
                <a:lnTo>
                  <a:pt x="1203" y="455"/>
                </a:lnTo>
                <a:lnTo>
                  <a:pt x="1204" y="455"/>
                </a:lnTo>
                <a:lnTo>
                  <a:pt x="1205" y="455"/>
                </a:lnTo>
                <a:lnTo>
                  <a:pt x="1205" y="454"/>
                </a:lnTo>
                <a:lnTo>
                  <a:pt x="1206" y="454"/>
                </a:lnTo>
                <a:lnTo>
                  <a:pt x="1206" y="453"/>
                </a:lnTo>
                <a:lnTo>
                  <a:pt x="1207" y="453"/>
                </a:lnTo>
                <a:lnTo>
                  <a:pt x="1208" y="453"/>
                </a:lnTo>
                <a:lnTo>
                  <a:pt x="1209" y="453"/>
                </a:lnTo>
                <a:lnTo>
                  <a:pt x="1210" y="453"/>
                </a:lnTo>
                <a:lnTo>
                  <a:pt x="1210" y="454"/>
                </a:lnTo>
                <a:lnTo>
                  <a:pt x="1211" y="454"/>
                </a:lnTo>
                <a:lnTo>
                  <a:pt x="1212" y="453"/>
                </a:lnTo>
                <a:lnTo>
                  <a:pt x="1213" y="453"/>
                </a:lnTo>
                <a:lnTo>
                  <a:pt x="1214" y="453"/>
                </a:lnTo>
                <a:lnTo>
                  <a:pt x="1216" y="452"/>
                </a:lnTo>
                <a:lnTo>
                  <a:pt x="1218" y="453"/>
                </a:lnTo>
                <a:lnTo>
                  <a:pt x="1219" y="453"/>
                </a:lnTo>
                <a:lnTo>
                  <a:pt x="1220" y="453"/>
                </a:lnTo>
                <a:lnTo>
                  <a:pt x="1220" y="454"/>
                </a:lnTo>
                <a:lnTo>
                  <a:pt x="1221" y="453"/>
                </a:lnTo>
                <a:lnTo>
                  <a:pt x="1222" y="453"/>
                </a:lnTo>
                <a:lnTo>
                  <a:pt x="1223" y="453"/>
                </a:lnTo>
                <a:lnTo>
                  <a:pt x="1224" y="453"/>
                </a:lnTo>
                <a:lnTo>
                  <a:pt x="1225" y="452"/>
                </a:lnTo>
                <a:lnTo>
                  <a:pt x="1226" y="451"/>
                </a:lnTo>
                <a:lnTo>
                  <a:pt x="1229" y="451"/>
                </a:lnTo>
                <a:lnTo>
                  <a:pt x="1230" y="452"/>
                </a:lnTo>
                <a:lnTo>
                  <a:pt x="1231" y="452"/>
                </a:lnTo>
                <a:lnTo>
                  <a:pt x="1234" y="453"/>
                </a:lnTo>
                <a:lnTo>
                  <a:pt x="1235" y="453"/>
                </a:lnTo>
                <a:lnTo>
                  <a:pt x="1237" y="455"/>
                </a:lnTo>
                <a:lnTo>
                  <a:pt x="1241" y="455"/>
                </a:lnTo>
                <a:lnTo>
                  <a:pt x="1242" y="455"/>
                </a:lnTo>
                <a:lnTo>
                  <a:pt x="1244" y="456"/>
                </a:lnTo>
                <a:lnTo>
                  <a:pt x="1246" y="456"/>
                </a:lnTo>
                <a:lnTo>
                  <a:pt x="1250" y="457"/>
                </a:lnTo>
                <a:lnTo>
                  <a:pt x="1251" y="457"/>
                </a:lnTo>
                <a:lnTo>
                  <a:pt x="1251" y="458"/>
                </a:lnTo>
                <a:lnTo>
                  <a:pt x="1253" y="458"/>
                </a:lnTo>
                <a:lnTo>
                  <a:pt x="1254" y="459"/>
                </a:lnTo>
                <a:lnTo>
                  <a:pt x="1255" y="459"/>
                </a:lnTo>
                <a:lnTo>
                  <a:pt x="1256" y="459"/>
                </a:lnTo>
                <a:lnTo>
                  <a:pt x="1258" y="458"/>
                </a:lnTo>
                <a:lnTo>
                  <a:pt x="1259" y="458"/>
                </a:lnTo>
                <a:lnTo>
                  <a:pt x="1260" y="458"/>
                </a:lnTo>
                <a:lnTo>
                  <a:pt x="1261" y="457"/>
                </a:lnTo>
                <a:lnTo>
                  <a:pt x="1262" y="457"/>
                </a:lnTo>
                <a:lnTo>
                  <a:pt x="1262" y="456"/>
                </a:lnTo>
                <a:lnTo>
                  <a:pt x="1262" y="455"/>
                </a:lnTo>
                <a:lnTo>
                  <a:pt x="1260" y="454"/>
                </a:lnTo>
                <a:lnTo>
                  <a:pt x="1260" y="453"/>
                </a:lnTo>
                <a:lnTo>
                  <a:pt x="1261" y="453"/>
                </a:lnTo>
                <a:lnTo>
                  <a:pt x="1261" y="452"/>
                </a:lnTo>
                <a:lnTo>
                  <a:pt x="1262" y="452"/>
                </a:lnTo>
                <a:lnTo>
                  <a:pt x="1265" y="452"/>
                </a:lnTo>
                <a:lnTo>
                  <a:pt x="1267" y="452"/>
                </a:lnTo>
                <a:lnTo>
                  <a:pt x="1268" y="452"/>
                </a:lnTo>
                <a:lnTo>
                  <a:pt x="1269" y="452"/>
                </a:lnTo>
                <a:lnTo>
                  <a:pt x="1270" y="451"/>
                </a:lnTo>
                <a:lnTo>
                  <a:pt x="1271" y="451"/>
                </a:lnTo>
                <a:lnTo>
                  <a:pt x="1272" y="452"/>
                </a:lnTo>
                <a:lnTo>
                  <a:pt x="1273" y="452"/>
                </a:lnTo>
                <a:lnTo>
                  <a:pt x="1274" y="451"/>
                </a:lnTo>
                <a:lnTo>
                  <a:pt x="1275" y="451"/>
                </a:lnTo>
                <a:lnTo>
                  <a:pt x="1276" y="451"/>
                </a:lnTo>
                <a:lnTo>
                  <a:pt x="1277" y="451"/>
                </a:lnTo>
                <a:lnTo>
                  <a:pt x="1278" y="450"/>
                </a:lnTo>
                <a:lnTo>
                  <a:pt x="1278" y="449"/>
                </a:lnTo>
                <a:lnTo>
                  <a:pt x="1279" y="449"/>
                </a:lnTo>
                <a:lnTo>
                  <a:pt x="1281" y="448"/>
                </a:lnTo>
                <a:lnTo>
                  <a:pt x="1282" y="448"/>
                </a:lnTo>
                <a:lnTo>
                  <a:pt x="1284" y="449"/>
                </a:lnTo>
                <a:lnTo>
                  <a:pt x="1285" y="449"/>
                </a:lnTo>
                <a:lnTo>
                  <a:pt x="1286" y="449"/>
                </a:lnTo>
                <a:lnTo>
                  <a:pt x="1287" y="448"/>
                </a:lnTo>
                <a:lnTo>
                  <a:pt x="1288" y="448"/>
                </a:lnTo>
                <a:lnTo>
                  <a:pt x="1290" y="449"/>
                </a:lnTo>
                <a:lnTo>
                  <a:pt x="1290" y="451"/>
                </a:lnTo>
                <a:lnTo>
                  <a:pt x="1290" y="452"/>
                </a:lnTo>
                <a:lnTo>
                  <a:pt x="1292" y="452"/>
                </a:lnTo>
                <a:lnTo>
                  <a:pt x="1293" y="453"/>
                </a:lnTo>
                <a:lnTo>
                  <a:pt x="1294" y="454"/>
                </a:lnTo>
                <a:lnTo>
                  <a:pt x="1294" y="455"/>
                </a:lnTo>
                <a:lnTo>
                  <a:pt x="1294" y="456"/>
                </a:lnTo>
                <a:lnTo>
                  <a:pt x="1294" y="457"/>
                </a:lnTo>
                <a:lnTo>
                  <a:pt x="1293" y="457"/>
                </a:lnTo>
                <a:lnTo>
                  <a:pt x="1292" y="457"/>
                </a:lnTo>
                <a:lnTo>
                  <a:pt x="1292" y="458"/>
                </a:lnTo>
                <a:lnTo>
                  <a:pt x="1292" y="459"/>
                </a:lnTo>
                <a:lnTo>
                  <a:pt x="1293" y="459"/>
                </a:lnTo>
                <a:lnTo>
                  <a:pt x="1293" y="460"/>
                </a:lnTo>
                <a:lnTo>
                  <a:pt x="1292" y="461"/>
                </a:lnTo>
                <a:lnTo>
                  <a:pt x="1291" y="461"/>
                </a:lnTo>
                <a:lnTo>
                  <a:pt x="1291" y="462"/>
                </a:lnTo>
                <a:lnTo>
                  <a:pt x="1292" y="463"/>
                </a:lnTo>
                <a:lnTo>
                  <a:pt x="1293" y="463"/>
                </a:lnTo>
                <a:lnTo>
                  <a:pt x="1294" y="463"/>
                </a:lnTo>
                <a:lnTo>
                  <a:pt x="1295" y="464"/>
                </a:lnTo>
                <a:lnTo>
                  <a:pt x="1296" y="464"/>
                </a:lnTo>
                <a:lnTo>
                  <a:pt x="1296" y="465"/>
                </a:lnTo>
                <a:lnTo>
                  <a:pt x="1295" y="466"/>
                </a:lnTo>
                <a:lnTo>
                  <a:pt x="1296" y="467"/>
                </a:lnTo>
                <a:lnTo>
                  <a:pt x="1296" y="468"/>
                </a:lnTo>
                <a:lnTo>
                  <a:pt x="1297" y="468"/>
                </a:lnTo>
                <a:lnTo>
                  <a:pt x="1298" y="468"/>
                </a:lnTo>
                <a:lnTo>
                  <a:pt x="1298" y="469"/>
                </a:lnTo>
                <a:lnTo>
                  <a:pt x="1297" y="470"/>
                </a:lnTo>
                <a:lnTo>
                  <a:pt x="1296" y="470"/>
                </a:lnTo>
                <a:lnTo>
                  <a:pt x="1295" y="470"/>
                </a:lnTo>
                <a:lnTo>
                  <a:pt x="1295" y="471"/>
                </a:lnTo>
                <a:lnTo>
                  <a:pt x="1295" y="472"/>
                </a:lnTo>
                <a:lnTo>
                  <a:pt x="1295" y="473"/>
                </a:lnTo>
                <a:lnTo>
                  <a:pt x="1294" y="473"/>
                </a:lnTo>
                <a:lnTo>
                  <a:pt x="1292" y="473"/>
                </a:lnTo>
                <a:lnTo>
                  <a:pt x="1291" y="472"/>
                </a:lnTo>
                <a:lnTo>
                  <a:pt x="1290" y="472"/>
                </a:lnTo>
                <a:lnTo>
                  <a:pt x="1289" y="473"/>
                </a:lnTo>
                <a:lnTo>
                  <a:pt x="1289" y="474"/>
                </a:lnTo>
                <a:lnTo>
                  <a:pt x="1288" y="474"/>
                </a:lnTo>
                <a:lnTo>
                  <a:pt x="1287" y="474"/>
                </a:lnTo>
                <a:lnTo>
                  <a:pt x="1286" y="474"/>
                </a:lnTo>
                <a:lnTo>
                  <a:pt x="1285" y="474"/>
                </a:lnTo>
                <a:lnTo>
                  <a:pt x="1284" y="474"/>
                </a:lnTo>
                <a:lnTo>
                  <a:pt x="1284" y="475"/>
                </a:lnTo>
                <a:lnTo>
                  <a:pt x="1284" y="476"/>
                </a:lnTo>
                <a:lnTo>
                  <a:pt x="1284" y="477"/>
                </a:lnTo>
                <a:lnTo>
                  <a:pt x="1283" y="479"/>
                </a:lnTo>
                <a:lnTo>
                  <a:pt x="1283" y="480"/>
                </a:lnTo>
                <a:lnTo>
                  <a:pt x="1284" y="480"/>
                </a:lnTo>
                <a:lnTo>
                  <a:pt x="1285" y="480"/>
                </a:lnTo>
                <a:lnTo>
                  <a:pt x="1286" y="480"/>
                </a:lnTo>
                <a:lnTo>
                  <a:pt x="1287" y="480"/>
                </a:lnTo>
                <a:lnTo>
                  <a:pt x="1287" y="481"/>
                </a:lnTo>
                <a:lnTo>
                  <a:pt x="1287" y="482"/>
                </a:lnTo>
                <a:lnTo>
                  <a:pt x="1288" y="482"/>
                </a:lnTo>
                <a:lnTo>
                  <a:pt x="1288" y="483"/>
                </a:lnTo>
                <a:lnTo>
                  <a:pt x="1289" y="483"/>
                </a:lnTo>
                <a:lnTo>
                  <a:pt x="1290" y="484"/>
                </a:lnTo>
                <a:lnTo>
                  <a:pt x="1291" y="484"/>
                </a:lnTo>
                <a:lnTo>
                  <a:pt x="1291" y="485"/>
                </a:lnTo>
                <a:lnTo>
                  <a:pt x="1290" y="485"/>
                </a:lnTo>
                <a:lnTo>
                  <a:pt x="1289" y="485"/>
                </a:lnTo>
                <a:lnTo>
                  <a:pt x="1288" y="485"/>
                </a:lnTo>
                <a:lnTo>
                  <a:pt x="1289" y="486"/>
                </a:lnTo>
                <a:lnTo>
                  <a:pt x="1290" y="487"/>
                </a:lnTo>
                <a:lnTo>
                  <a:pt x="1291" y="488"/>
                </a:lnTo>
                <a:lnTo>
                  <a:pt x="1292" y="487"/>
                </a:lnTo>
                <a:lnTo>
                  <a:pt x="1294" y="487"/>
                </a:lnTo>
                <a:lnTo>
                  <a:pt x="1295" y="488"/>
                </a:lnTo>
                <a:lnTo>
                  <a:pt x="1296" y="489"/>
                </a:lnTo>
                <a:lnTo>
                  <a:pt x="1298" y="490"/>
                </a:lnTo>
                <a:lnTo>
                  <a:pt x="1300" y="491"/>
                </a:lnTo>
                <a:lnTo>
                  <a:pt x="1301" y="492"/>
                </a:lnTo>
                <a:lnTo>
                  <a:pt x="1302" y="491"/>
                </a:lnTo>
                <a:lnTo>
                  <a:pt x="1303" y="490"/>
                </a:lnTo>
                <a:lnTo>
                  <a:pt x="1304" y="491"/>
                </a:lnTo>
                <a:lnTo>
                  <a:pt x="1306" y="492"/>
                </a:lnTo>
                <a:lnTo>
                  <a:pt x="1308" y="492"/>
                </a:lnTo>
                <a:lnTo>
                  <a:pt x="1310" y="493"/>
                </a:lnTo>
                <a:lnTo>
                  <a:pt x="1311" y="494"/>
                </a:lnTo>
                <a:lnTo>
                  <a:pt x="1311" y="495"/>
                </a:lnTo>
                <a:lnTo>
                  <a:pt x="1311" y="496"/>
                </a:lnTo>
                <a:lnTo>
                  <a:pt x="1312" y="496"/>
                </a:lnTo>
                <a:lnTo>
                  <a:pt x="1313" y="496"/>
                </a:lnTo>
                <a:lnTo>
                  <a:pt x="1314" y="496"/>
                </a:lnTo>
                <a:lnTo>
                  <a:pt x="1315" y="496"/>
                </a:lnTo>
                <a:lnTo>
                  <a:pt x="1315" y="498"/>
                </a:lnTo>
                <a:lnTo>
                  <a:pt x="1313" y="499"/>
                </a:lnTo>
                <a:lnTo>
                  <a:pt x="1312" y="500"/>
                </a:lnTo>
                <a:lnTo>
                  <a:pt x="1311" y="500"/>
                </a:lnTo>
                <a:lnTo>
                  <a:pt x="1311" y="501"/>
                </a:lnTo>
                <a:lnTo>
                  <a:pt x="1309" y="502"/>
                </a:lnTo>
                <a:lnTo>
                  <a:pt x="1308" y="503"/>
                </a:lnTo>
                <a:lnTo>
                  <a:pt x="1309" y="504"/>
                </a:lnTo>
                <a:lnTo>
                  <a:pt x="1309" y="505"/>
                </a:lnTo>
                <a:lnTo>
                  <a:pt x="1308" y="506"/>
                </a:lnTo>
                <a:lnTo>
                  <a:pt x="1306" y="506"/>
                </a:lnTo>
                <a:lnTo>
                  <a:pt x="1305" y="507"/>
                </a:lnTo>
                <a:lnTo>
                  <a:pt x="1304" y="507"/>
                </a:lnTo>
                <a:lnTo>
                  <a:pt x="1303" y="508"/>
                </a:lnTo>
                <a:lnTo>
                  <a:pt x="1303" y="509"/>
                </a:lnTo>
                <a:lnTo>
                  <a:pt x="1303" y="510"/>
                </a:lnTo>
                <a:lnTo>
                  <a:pt x="1304" y="511"/>
                </a:lnTo>
                <a:lnTo>
                  <a:pt x="1305" y="511"/>
                </a:lnTo>
                <a:lnTo>
                  <a:pt x="1306" y="511"/>
                </a:lnTo>
                <a:lnTo>
                  <a:pt x="1307" y="511"/>
                </a:lnTo>
                <a:lnTo>
                  <a:pt x="1308" y="512"/>
                </a:lnTo>
                <a:lnTo>
                  <a:pt x="1308" y="513"/>
                </a:lnTo>
                <a:lnTo>
                  <a:pt x="1309" y="513"/>
                </a:lnTo>
                <a:lnTo>
                  <a:pt x="1310" y="513"/>
                </a:lnTo>
                <a:lnTo>
                  <a:pt x="1311" y="513"/>
                </a:lnTo>
                <a:lnTo>
                  <a:pt x="1312" y="513"/>
                </a:lnTo>
                <a:lnTo>
                  <a:pt x="1313" y="513"/>
                </a:lnTo>
                <a:lnTo>
                  <a:pt x="1315" y="513"/>
                </a:lnTo>
                <a:lnTo>
                  <a:pt x="1316" y="513"/>
                </a:lnTo>
                <a:lnTo>
                  <a:pt x="1316" y="514"/>
                </a:lnTo>
                <a:lnTo>
                  <a:pt x="1317" y="514"/>
                </a:lnTo>
                <a:lnTo>
                  <a:pt x="1317" y="515"/>
                </a:lnTo>
                <a:lnTo>
                  <a:pt x="1317" y="516"/>
                </a:lnTo>
                <a:lnTo>
                  <a:pt x="1318" y="516"/>
                </a:lnTo>
                <a:lnTo>
                  <a:pt x="1319" y="515"/>
                </a:lnTo>
                <a:lnTo>
                  <a:pt x="1320" y="515"/>
                </a:lnTo>
                <a:lnTo>
                  <a:pt x="1322" y="518"/>
                </a:lnTo>
                <a:lnTo>
                  <a:pt x="1323" y="518"/>
                </a:lnTo>
                <a:lnTo>
                  <a:pt x="1324" y="519"/>
                </a:lnTo>
                <a:lnTo>
                  <a:pt x="1325" y="518"/>
                </a:lnTo>
                <a:lnTo>
                  <a:pt x="1326" y="518"/>
                </a:lnTo>
                <a:lnTo>
                  <a:pt x="1328" y="518"/>
                </a:lnTo>
                <a:lnTo>
                  <a:pt x="1329" y="518"/>
                </a:lnTo>
                <a:lnTo>
                  <a:pt x="1330" y="519"/>
                </a:lnTo>
                <a:lnTo>
                  <a:pt x="1333" y="520"/>
                </a:lnTo>
                <a:lnTo>
                  <a:pt x="1335" y="520"/>
                </a:lnTo>
                <a:lnTo>
                  <a:pt x="1337" y="521"/>
                </a:lnTo>
                <a:lnTo>
                  <a:pt x="1338" y="522"/>
                </a:lnTo>
                <a:lnTo>
                  <a:pt x="1339" y="522"/>
                </a:lnTo>
                <a:lnTo>
                  <a:pt x="1338" y="523"/>
                </a:lnTo>
                <a:lnTo>
                  <a:pt x="1338" y="524"/>
                </a:lnTo>
                <a:lnTo>
                  <a:pt x="1339" y="525"/>
                </a:lnTo>
                <a:lnTo>
                  <a:pt x="1341" y="526"/>
                </a:lnTo>
                <a:lnTo>
                  <a:pt x="1344" y="528"/>
                </a:lnTo>
                <a:lnTo>
                  <a:pt x="1345" y="528"/>
                </a:lnTo>
                <a:lnTo>
                  <a:pt x="1346" y="529"/>
                </a:lnTo>
                <a:lnTo>
                  <a:pt x="1347" y="529"/>
                </a:lnTo>
                <a:lnTo>
                  <a:pt x="1348" y="529"/>
                </a:lnTo>
                <a:lnTo>
                  <a:pt x="1349" y="528"/>
                </a:lnTo>
                <a:lnTo>
                  <a:pt x="1351" y="527"/>
                </a:lnTo>
                <a:lnTo>
                  <a:pt x="1352" y="527"/>
                </a:lnTo>
                <a:lnTo>
                  <a:pt x="1353" y="527"/>
                </a:lnTo>
                <a:lnTo>
                  <a:pt x="1353" y="528"/>
                </a:lnTo>
                <a:lnTo>
                  <a:pt x="1353" y="529"/>
                </a:lnTo>
                <a:lnTo>
                  <a:pt x="1353" y="530"/>
                </a:lnTo>
                <a:lnTo>
                  <a:pt x="1354" y="532"/>
                </a:lnTo>
                <a:lnTo>
                  <a:pt x="1355" y="532"/>
                </a:lnTo>
                <a:lnTo>
                  <a:pt x="1356" y="532"/>
                </a:lnTo>
                <a:lnTo>
                  <a:pt x="1357" y="532"/>
                </a:lnTo>
                <a:lnTo>
                  <a:pt x="1358" y="532"/>
                </a:lnTo>
                <a:lnTo>
                  <a:pt x="1358" y="533"/>
                </a:lnTo>
                <a:lnTo>
                  <a:pt x="1359" y="534"/>
                </a:lnTo>
                <a:lnTo>
                  <a:pt x="1360" y="534"/>
                </a:lnTo>
                <a:lnTo>
                  <a:pt x="1361" y="535"/>
                </a:lnTo>
                <a:lnTo>
                  <a:pt x="1360" y="537"/>
                </a:lnTo>
                <a:lnTo>
                  <a:pt x="1359" y="538"/>
                </a:lnTo>
                <a:lnTo>
                  <a:pt x="1358" y="539"/>
                </a:lnTo>
                <a:lnTo>
                  <a:pt x="1358" y="540"/>
                </a:lnTo>
                <a:lnTo>
                  <a:pt x="1358" y="541"/>
                </a:lnTo>
                <a:lnTo>
                  <a:pt x="1359" y="541"/>
                </a:lnTo>
                <a:lnTo>
                  <a:pt x="1359" y="542"/>
                </a:lnTo>
                <a:lnTo>
                  <a:pt x="1360" y="543"/>
                </a:lnTo>
                <a:lnTo>
                  <a:pt x="1360" y="544"/>
                </a:lnTo>
                <a:lnTo>
                  <a:pt x="1360" y="546"/>
                </a:lnTo>
                <a:lnTo>
                  <a:pt x="1360" y="547"/>
                </a:lnTo>
                <a:lnTo>
                  <a:pt x="1361" y="547"/>
                </a:lnTo>
                <a:lnTo>
                  <a:pt x="1362" y="548"/>
                </a:lnTo>
                <a:lnTo>
                  <a:pt x="1363" y="548"/>
                </a:lnTo>
                <a:lnTo>
                  <a:pt x="1363" y="549"/>
                </a:lnTo>
                <a:lnTo>
                  <a:pt x="1363" y="550"/>
                </a:lnTo>
                <a:lnTo>
                  <a:pt x="1364" y="551"/>
                </a:lnTo>
                <a:lnTo>
                  <a:pt x="1366" y="552"/>
                </a:lnTo>
                <a:lnTo>
                  <a:pt x="1367" y="552"/>
                </a:lnTo>
                <a:lnTo>
                  <a:pt x="1368" y="551"/>
                </a:lnTo>
                <a:lnTo>
                  <a:pt x="1369" y="551"/>
                </a:lnTo>
                <a:lnTo>
                  <a:pt x="1370" y="551"/>
                </a:lnTo>
                <a:lnTo>
                  <a:pt x="1371" y="551"/>
                </a:lnTo>
                <a:lnTo>
                  <a:pt x="1371" y="552"/>
                </a:lnTo>
                <a:lnTo>
                  <a:pt x="1371" y="553"/>
                </a:lnTo>
                <a:lnTo>
                  <a:pt x="1372" y="553"/>
                </a:lnTo>
                <a:lnTo>
                  <a:pt x="1374" y="554"/>
                </a:lnTo>
                <a:lnTo>
                  <a:pt x="1375" y="554"/>
                </a:lnTo>
                <a:lnTo>
                  <a:pt x="1376" y="555"/>
                </a:lnTo>
                <a:lnTo>
                  <a:pt x="1377" y="555"/>
                </a:lnTo>
                <a:lnTo>
                  <a:pt x="1379" y="556"/>
                </a:lnTo>
                <a:lnTo>
                  <a:pt x="1380" y="558"/>
                </a:lnTo>
                <a:lnTo>
                  <a:pt x="1381" y="558"/>
                </a:lnTo>
                <a:lnTo>
                  <a:pt x="1382" y="558"/>
                </a:lnTo>
                <a:lnTo>
                  <a:pt x="1384" y="558"/>
                </a:lnTo>
                <a:lnTo>
                  <a:pt x="1385" y="558"/>
                </a:lnTo>
                <a:lnTo>
                  <a:pt x="1387" y="558"/>
                </a:lnTo>
                <a:lnTo>
                  <a:pt x="1389" y="558"/>
                </a:lnTo>
                <a:lnTo>
                  <a:pt x="1390" y="558"/>
                </a:lnTo>
                <a:lnTo>
                  <a:pt x="1391" y="558"/>
                </a:lnTo>
                <a:lnTo>
                  <a:pt x="1391" y="559"/>
                </a:lnTo>
                <a:lnTo>
                  <a:pt x="1392" y="560"/>
                </a:lnTo>
                <a:lnTo>
                  <a:pt x="1395" y="562"/>
                </a:lnTo>
                <a:lnTo>
                  <a:pt x="1398" y="563"/>
                </a:lnTo>
                <a:lnTo>
                  <a:pt x="1399" y="565"/>
                </a:lnTo>
                <a:lnTo>
                  <a:pt x="1400" y="566"/>
                </a:lnTo>
                <a:lnTo>
                  <a:pt x="1400" y="568"/>
                </a:lnTo>
                <a:lnTo>
                  <a:pt x="1401" y="568"/>
                </a:lnTo>
                <a:lnTo>
                  <a:pt x="1401" y="569"/>
                </a:lnTo>
                <a:lnTo>
                  <a:pt x="1402" y="569"/>
                </a:lnTo>
                <a:lnTo>
                  <a:pt x="1402" y="570"/>
                </a:lnTo>
                <a:lnTo>
                  <a:pt x="1402" y="571"/>
                </a:lnTo>
                <a:lnTo>
                  <a:pt x="1403" y="571"/>
                </a:lnTo>
                <a:lnTo>
                  <a:pt x="1405" y="571"/>
                </a:lnTo>
                <a:lnTo>
                  <a:pt x="1407" y="570"/>
                </a:lnTo>
                <a:lnTo>
                  <a:pt x="1409" y="570"/>
                </a:lnTo>
                <a:lnTo>
                  <a:pt x="1410" y="570"/>
                </a:lnTo>
                <a:lnTo>
                  <a:pt x="1411" y="570"/>
                </a:lnTo>
                <a:lnTo>
                  <a:pt x="1413" y="571"/>
                </a:lnTo>
                <a:lnTo>
                  <a:pt x="1414" y="571"/>
                </a:lnTo>
                <a:lnTo>
                  <a:pt x="1415" y="571"/>
                </a:lnTo>
                <a:lnTo>
                  <a:pt x="1416" y="571"/>
                </a:lnTo>
                <a:lnTo>
                  <a:pt x="1418" y="571"/>
                </a:lnTo>
                <a:lnTo>
                  <a:pt x="1419" y="570"/>
                </a:lnTo>
                <a:lnTo>
                  <a:pt x="1421" y="570"/>
                </a:lnTo>
                <a:lnTo>
                  <a:pt x="1422" y="570"/>
                </a:lnTo>
                <a:lnTo>
                  <a:pt x="1422" y="569"/>
                </a:lnTo>
                <a:lnTo>
                  <a:pt x="1423" y="568"/>
                </a:lnTo>
                <a:lnTo>
                  <a:pt x="1423" y="567"/>
                </a:lnTo>
                <a:lnTo>
                  <a:pt x="1426" y="567"/>
                </a:lnTo>
                <a:lnTo>
                  <a:pt x="1428" y="567"/>
                </a:lnTo>
                <a:lnTo>
                  <a:pt x="1429" y="566"/>
                </a:lnTo>
                <a:lnTo>
                  <a:pt x="1430" y="565"/>
                </a:lnTo>
                <a:lnTo>
                  <a:pt x="1431" y="565"/>
                </a:lnTo>
                <a:lnTo>
                  <a:pt x="1432" y="566"/>
                </a:lnTo>
                <a:lnTo>
                  <a:pt x="1437" y="566"/>
                </a:lnTo>
                <a:lnTo>
                  <a:pt x="1439" y="566"/>
                </a:lnTo>
                <a:lnTo>
                  <a:pt x="1440" y="567"/>
                </a:lnTo>
                <a:lnTo>
                  <a:pt x="1444" y="566"/>
                </a:lnTo>
                <a:lnTo>
                  <a:pt x="1446" y="565"/>
                </a:lnTo>
                <a:lnTo>
                  <a:pt x="1447" y="565"/>
                </a:lnTo>
                <a:lnTo>
                  <a:pt x="1449" y="566"/>
                </a:lnTo>
                <a:lnTo>
                  <a:pt x="1450" y="567"/>
                </a:lnTo>
                <a:lnTo>
                  <a:pt x="1450" y="568"/>
                </a:lnTo>
                <a:lnTo>
                  <a:pt x="1450" y="569"/>
                </a:lnTo>
                <a:lnTo>
                  <a:pt x="1449" y="571"/>
                </a:lnTo>
                <a:lnTo>
                  <a:pt x="1450" y="572"/>
                </a:lnTo>
                <a:lnTo>
                  <a:pt x="1450" y="573"/>
                </a:lnTo>
                <a:lnTo>
                  <a:pt x="1451" y="574"/>
                </a:lnTo>
                <a:lnTo>
                  <a:pt x="1452" y="574"/>
                </a:lnTo>
                <a:lnTo>
                  <a:pt x="1453" y="574"/>
                </a:lnTo>
                <a:lnTo>
                  <a:pt x="1454" y="575"/>
                </a:lnTo>
                <a:lnTo>
                  <a:pt x="1455" y="575"/>
                </a:lnTo>
                <a:lnTo>
                  <a:pt x="1454" y="577"/>
                </a:lnTo>
                <a:lnTo>
                  <a:pt x="1454" y="578"/>
                </a:lnTo>
                <a:lnTo>
                  <a:pt x="1455" y="578"/>
                </a:lnTo>
                <a:lnTo>
                  <a:pt x="1458" y="579"/>
                </a:lnTo>
                <a:lnTo>
                  <a:pt x="1459" y="579"/>
                </a:lnTo>
                <a:lnTo>
                  <a:pt x="1461" y="579"/>
                </a:lnTo>
                <a:lnTo>
                  <a:pt x="1462" y="580"/>
                </a:lnTo>
                <a:lnTo>
                  <a:pt x="1463" y="580"/>
                </a:lnTo>
                <a:lnTo>
                  <a:pt x="1464" y="581"/>
                </a:lnTo>
                <a:lnTo>
                  <a:pt x="1464" y="582"/>
                </a:lnTo>
                <a:lnTo>
                  <a:pt x="1464" y="583"/>
                </a:lnTo>
                <a:lnTo>
                  <a:pt x="1464" y="584"/>
                </a:lnTo>
                <a:lnTo>
                  <a:pt x="1464" y="585"/>
                </a:lnTo>
                <a:lnTo>
                  <a:pt x="1465" y="586"/>
                </a:lnTo>
                <a:lnTo>
                  <a:pt x="1465" y="587"/>
                </a:lnTo>
                <a:lnTo>
                  <a:pt x="1467" y="587"/>
                </a:lnTo>
                <a:lnTo>
                  <a:pt x="1468" y="586"/>
                </a:lnTo>
                <a:lnTo>
                  <a:pt x="1469" y="586"/>
                </a:lnTo>
                <a:lnTo>
                  <a:pt x="1471" y="586"/>
                </a:lnTo>
                <a:lnTo>
                  <a:pt x="1473" y="587"/>
                </a:lnTo>
                <a:lnTo>
                  <a:pt x="1474" y="587"/>
                </a:lnTo>
                <a:lnTo>
                  <a:pt x="1475" y="587"/>
                </a:lnTo>
                <a:lnTo>
                  <a:pt x="1475" y="586"/>
                </a:lnTo>
                <a:lnTo>
                  <a:pt x="1476" y="586"/>
                </a:lnTo>
                <a:lnTo>
                  <a:pt x="1477" y="586"/>
                </a:lnTo>
                <a:lnTo>
                  <a:pt x="1478" y="586"/>
                </a:lnTo>
                <a:lnTo>
                  <a:pt x="1479" y="586"/>
                </a:lnTo>
                <a:lnTo>
                  <a:pt x="1481" y="586"/>
                </a:lnTo>
                <a:lnTo>
                  <a:pt x="1482" y="586"/>
                </a:lnTo>
                <a:lnTo>
                  <a:pt x="1483" y="586"/>
                </a:lnTo>
                <a:lnTo>
                  <a:pt x="1483" y="584"/>
                </a:lnTo>
                <a:lnTo>
                  <a:pt x="1483" y="583"/>
                </a:lnTo>
                <a:lnTo>
                  <a:pt x="1483" y="581"/>
                </a:lnTo>
                <a:lnTo>
                  <a:pt x="1484" y="581"/>
                </a:lnTo>
                <a:lnTo>
                  <a:pt x="1485" y="581"/>
                </a:lnTo>
                <a:lnTo>
                  <a:pt x="1487" y="582"/>
                </a:lnTo>
                <a:lnTo>
                  <a:pt x="1488" y="582"/>
                </a:lnTo>
                <a:lnTo>
                  <a:pt x="1489" y="582"/>
                </a:lnTo>
                <a:lnTo>
                  <a:pt x="1490" y="582"/>
                </a:lnTo>
                <a:lnTo>
                  <a:pt x="1492" y="581"/>
                </a:lnTo>
                <a:lnTo>
                  <a:pt x="1493" y="581"/>
                </a:lnTo>
                <a:lnTo>
                  <a:pt x="1493" y="582"/>
                </a:lnTo>
                <a:lnTo>
                  <a:pt x="1494" y="583"/>
                </a:lnTo>
                <a:lnTo>
                  <a:pt x="1494" y="585"/>
                </a:lnTo>
                <a:lnTo>
                  <a:pt x="1494" y="586"/>
                </a:lnTo>
                <a:lnTo>
                  <a:pt x="1493" y="587"/>
                </a:lnTo>
                <a:lnTo>
                  <a:pt x="1493" y="589"/>
                </a:lnTo>
                <a:lnTo>
                  <a:pt x="1493" y="591"/>
                </a:lnTo>
                <a:lnTo>
                  <a:pt x="1494" y="592"/>
                </a:lnTo>
                <a:lnTo>
                  <a:pt x="1494" y="593"/>
                </a:lnTo>
                <a:lnTo>
                  <a:pt x="1496" y="595"/>
                </a:lnTo>
                <a:lnTo>
                  <a:pt x="1497" y="595"/>
                </a:lnTo>
                <a:lnTo>
                  <a:pt x="1498" y="597"/>
                </a:lnTo>
                <a:lnTo>
                  <a:pt x="1500" y="598"/>
                </a:lnTo>
                <a:lnTo>
                  <a:pt x="1502" y="598"/>
                </a:lnTo>
                <a:lnTo>
                  <a:pt x="1504" y="598"/>
                </a:lnTo>
                <a:lnTo>
                  <a:pt x="1505" y="598"/>
                </a:lnTo>
                <a:lnTo>
                  <a:pt x="1506" y="599"/>
                </a:lnTo>
                <a:lnTo>
                  <a:pt x="1507" y="600"/>
                </a:lnTo>
                <a:lnTo>
                  <a:pt x="1508" y="600"/>
                </a:lnTo>
                <a:lnTo>
                  <a:pt x="1508" y="599"/>
                </a:lnTo>
                <a:lnTo>
                  <a:pt x="1509" y="599"/>
                </a:lnTo>
                <a:lnTo>
                  <a:pt x="1511" y="600"/>
                </a:lnTo>
                <a:lnTo>
                  <a:pt x="1513" y="601"/>
                </a:lnTo>
                <a:lnTo>
                  <a:pt x="1515" y="602"/>
                </a:lnTo>
                <a:lnTo>
                  <a:pt x="1518" y="603"/>
                </a:lnTo>
                <a:lnTo>
                  <a:pt x="1519" y="603"/>
                </a:lnTo>
                <a:lnTo>
                  <a:pt x="1520" y="604"/>
                </a:lnTo>
                <a:lnTo>
                  <a:pt x="1520" y="605"/>
                </a:lnTo>
                <a:lnTo>
                  <a:pt x="1522" y="606"/>
                </a:lnTo>
                <a:lnTo>
                  <a:pt x="1519" y="606"/>
                </a:lnTo>
                <a:lnTo>
                  <a:pt x="1518" y="606"/>
                </a:lnTo>
                <a:lnTo>
                  <a:pt x="1518" y="607"/>
                </a:lnTo>
                <a:lnTo>
                  <a:pt x="1518" y="608"/>
                </a:lnTo>
                <a:lnTo>
                  <a:pt x="1521" y="610"/>
                </a:lnTo>
                <a:lnTo>
                  <a:pt x="1521" y="612"/>
                </a:lnTo>
                <a:lnTo>
                  <a:pt x="1522" y="614"/>
                </a:lnTo>
                <a:lnTo>
                  <a:pt x="1523" y="615"/>
                </a:lnTo>
                <a:lnTo>
                  <a:pt x="1523" y="616"/>
                </a:lnTo>
                <a:lnTo>
                  <a:pt x="1523" y="617"/>
                </a:lnTo>
                <a:lnTo>
                  <a:pt x="1526" y="618"/>
                </a:lnTo>
                <a:lnTo>
                  <a:pt x="1528" y="620"/>
                </a:lnTo>
                <a:lnTo>
                  <a:pt x="1529" y="621"/>
                </a:lnTo>
                <a:lnTo>
                  <a:pt x="1529" y="622"/>
                </a:lnTo>
                <a:lnTo>
                  <a:pt x="1529" y="624"/>
                </a:lnTo>
                <a:lnTo>
                  <a:pt x="1529" y="625"/>
                </a:lnTo>
                <a:lnTo>
                  <a:pt x="1529" y="626"/>
                </a:lnTo>
                <a:lnTo>
                  <a:pt x="1528" y="626"/>
                </a:lnTo>
                <a:lnTo>
                  <a:pt x="1528" y="627"/>
                </a:lnTo>
                <a:lnTo>
                  <a:pt x="1528" y="628"/>
                </a:lnTo>
                <a:lnTo>
                  <a:pt x="1528" y="630"/>
                </a:lnTo>
                <a:lnTo>
                  <a:pt x="1529" y="630"/>
                </a:lnTo>
                <a:lnTo>
                  <a:pt x="1530" y="630"/>
                </a:lnTo>
                <a:lnTo>
                  <a:pt x="1531" y="631"/>
                </a:lnTo>
                <a:lnTo>
                  <a:pt x="1532" y="631"/>
                </a:lnTo>
                <a:lnTo>
                  <a:pt x="1533" y="632"/>
                </a:lnTo>
                <a:lnTo>
                  <a:pt x="1534" y="633"/>
                </a:lnTo>
                <a:lnTo>
                  <a:pt x="1533" y="634"/>
                </a:lnTo>
                <a:lnTo>
                  <a:pt x="1532" y="635"/>
                </a:lnTo>
                <a:lnTo>
                  <a:pt x="1532" y="636"/>
                </a:lnTo>
                <a:lnTo>
                  <a:pt x="1532" y="637"/>
                </a:lnTo>
                <a:lnTo>
                  <a:pt x="1531" y="638"/>
                </a:lnTo>
                <a:lnTo>
                  <a:pt x="1531" y="639"/>
                </a:lnTo>
                <a:lnTo>
                  <a:pt x="1531" y="640"/>
                </a:lnTo>
                <a:lnTo>
                  <a:pt x="1533" y="641"/>
                </a:lnTo>
                <a:lnTo>
                  <a:pt x="1534" y="644"/>
                </a:lnTo>
                <a:lnTo>
                  <a:pt x="1535" y="647"/>
                </a:lnTo>
                <a:lnTo>
                  <a:pt x="1537" y="648"/>
                </a:lnTo>
                <a:lnTo>
                  <a:pt x="1537" y="649"/>
                </a:lnTo>
                <a:lnTo>
                  <a:pt x="1537" y="650"/>
                </a:lnTo>
                <a:lnTo>
                  <a:pt x="1539" y="652"/>
                </a:lnTo>
                <a:lnTo>
                  <a:pt x="1540" y="654"/>
                </a:lnTo>
                <a:lnTo>
                  <a:pt x="1541" y="655"/>
                </a:lnTo>
                <a:lnTo>
                  <a:pt x="1542" y="656"/>
                </a:lnTo>
                <a:lnTo>
                  <a:pt x="1543" y="656"/>
                </a:lnTo>
                <a:lnTo>
                  <a:pt x="1543" y="658"/>
                </a:lnTo>
                <a:lnTo>
                  <a:pt x="1544" y="658"/>
                </a:lnTo>
                <a:lnTo>
                  <a:pt x="1545" y="658"/>
                </a:lnTo>
                <a:lnTo>
                  <a:pt x="1546" y="659"/>
                </a:lnTo>
                <a:lnTo>
                  <a:pt x="1546" y="660"/>
                </a:lnTo>
                <a:lnTo>
                  <a:pt x="1546" y="661"/>
                </a:lnTo>
                <a:lnTo>
                  <a:pt x="1546" y="662"/>
                </a:lnTo>
                <a:lnTo>
                  <a:pt x="1547" y="662"/>
                </a:lnTo>
                <a:lnTo>
                  <a:pt x="1548" y="663"/>
                </a:lnTo>
                <a:lnTo>
                  <a:pt x="1549" y="664"/>
                </a:lnTo>
                <a:lnTo>
                  <a:pt x="1550" y="665"/>
                </a:lnTo>
                <a:lnTo>
                  <a:pt x="1551" y="666"/>
                </a:lnTo>
                <a:lnTo>
                  <a:pt x="1552" y="667"/>
                </a:lnTo>
                <a:lnTo>
                  <a:pt x="1553" y="669"/>
                </a:lnTo>
                <a:lnTo>
                  <a:pt x="1554" y="670"/>
                </a:lnTo>
                <a:lnTo>
                  <a:pt x="1555" y="670"/>
                </a:lnTo>
                <a:lnTo>
                  <a:pt x="1555" y="671"/>
                </a:lnTo>
                <a:lnTo>
                  <a:pt x="1555" y="672"/>
                </a:lnTo>
                <a:lnTo>
                  <a:pt x="1556" y="673"/>
                </a:lnTo>
                <a:lnTo>
                  <a:pt x="1557" y="672"/>
                </a:lnTo>
                <a:lnTo>
                  <a:pt x="1558" y="672"/>
                </a:lnTo>
                <a:lnTo>
                  <a:pt x="1561" y="672"/>
                </a:lnTo>
                <a:lnTo>
                  <a:pt x="1563" y="673"/>
                </a:lnTo>
                <a:lnTo>
                  <a:pt x="1565" y="674"/>
                </a:lnTo>
                <a:lnTo>
                  <a:pt x="1566" y="675"/>
                </a:lnTo>
                <a:lnTo>
                  <a:pt x="1567" y="675"/>
                </a:lnTo>
                <a:lnTo>
                  <a:pt x="1568" y="676"/>
                </a:lnTo>
                <a:lnTo>
                  <a:pt x="1568" y="677"/>
                </a:lnTo>
                <a:lnTo>
                  <a:pt x="1569" y="678"/>
                </a:lnTo>
                <a:lnTo>
                  <a:pt x="1569" y="680"/>
                </a:lnTo>
                <a:lnTo>
                  <a:pt x="1569" y="681"/>
                </a:lnTo>
                <a:lnTo>
                  <a:pt x="1570" y="682"/>
                </a:lnTo>
                <a:lnTo>
                  <a:pt x="1570" y="683"/>
                </a:lnTo>
                <a:lnTo>
                  <a:pt x="1571" y="683"/>
                </a:lnTo>
                <a:lnTo>
                  <a:pt x="1572" y="684"/>
                </a:lnTo>
                <a:lnTo>
                  <a:pt x="1573" y="684"/>
                </a:lnTo>
                <a:lnTo>
                  <a:pt x="1572" y="687"/>
                </a:lnTo>
                <a:lnTo>
                  <a:pt x="1572" y="688"/>
                </a:lnTo>
                <a:lnTo>
                  <a:pt x="1571" y="689"/>
                </a:lnTo>
                <a:lnTo>
                  <a:pt x="1574" y="692"/>
                </a:lnTo>
                <a:lnTo>
                  <a:pt x="1575" y="692"/>
                </a:lnTo>
                <a:lnTo>
                  <a:pt x="1576" y="693"/>
                </a:lnTo>
                <a:lnTo>
                  <a:pt x="1576" y="694"/>
                </a:lnTo>
                <a:lnTo>
                  <a:pt x="1576" y="695"/>
                </a:lnTo>
                <a:lnTo>
                  <a:pt x="1577" y="695"/>
                </a:lnTo>
                <a:lnTo>
                  <a:pt x="1578" y="696"/>
                </a:lnTo>
                <a:lnTo>
                  <a:pt x="1579" y="696"/>
                </a:lnTo>
                <a:lnTo>
                  <a:pt x="1579" y="697"/>
                </a:lnTo>
                <a:lnTo>
                  <a:pt x="1581" y="700"/>
                </a:lnTo>
                <a:lnTo>
                  <a:pt x="1582" y="701"/>
                </a:lnTo>
                <a:lnTo>
                  <a:pt x="1580" y="705"/>
                </a:lnTo>
                <a:lnTo>
                  <a:pt x="1578" y="711"/>
                </a:lnTo>
                <a:lnTo>
                  <a:pt x="1578" y="714"/>
                </a:lnTo>
                <a:lnTo>
                  <a:pt x="1579" y="715"/>
                </a:lnTo>
                <a:lnTo>
                  <a:pt x="1582" y="715"/>
                </a:lnTo>
                <a:lnTo>
                  <a:pt x="1583" y="715"/>
                </a:lnTo>
                <a:lnTo>
                  <a:pt x="1583" y="716"/>
                </a:lnTo>
                <a:lnTo>
                  <a:pt x="1583" y="717"/>
                </a:lnTo>
                <a:lnTo>
                  <a:pt x="1583" y="718"/>
                </a:lnTo>
                <a:lnTo>
                  <a:pt x="1582" y="719"/>
                </a:lnTo>
                <a:lnTo>
                  <a:pt x="1582" y="720"/>
                </a:lnTo>
                <a:lnTo>
                  <a:pt x="1581" y="722"/>
                </a:lnTo>
                <a:lnTo>
                  <a:pt x="1580" y="723"/>
                </a:lnTo>
                <a:lnTo>
                  <a:pt x="1580" y="724"/>
                </a:lnTo>
                <a:lnTo>
                  <a:pt x="1579" y="725"/>
                </a:lnTo>
                <a:lnTo>
                  <a:pt x="1579" y="726"/>
                </a:lnTo>
                <a:lnTo>
                  <a:pt x="1578" y="727"/>
                </a:lnTo>
                <a:lnTo>
                  <a:pt x="1578" y="729"/>
                </a:lnTo>
                <a:lnTo>
                  <a:pt x="1577" y="730"/>
                </a:lnTo>
                <a:lnTo>
                  <a:pt x="1576" y="731"/>
                </a:lnTo>
                <a:lnTo>
                  <a:pt x="1576" y="732"/>
                </a:lnTo>
                <a:lnTo>
                  <a:pt x="1576" y="733"/>
                </a:lnTo>
                <a:lnTo>
                  <a:pt x="1575" y="734"/>
                </a:lnTo>
                <a:lnTo>
                  <a:pt x="1575" y="735"/>
                </a:lnTo>
                <a:lnTo>
                  <a:pt x="1574" y="737"/>
                </a:lnTo>
                <a:lnTo>
                  <a:pt x="1572" y="738"/>
                </a:lnTo>
                <a:lnTo>
                  <a:pt x="1570" y="739"/>
                </a:lnTo>
                <a:lnTo>
                  <a:pt x="1569" y="740"/>
                </a:lnTo>
                <a:lnTo>
                  <a:pt x="1569" y="741"/>
                </a:lnTo>
                <a:lnTo>
                  <a:pt x="1568" y="742"/>
                </a:lnTo>
                <a:lnTo>
                  <a:pt x="1567" y="742"/>
                </a:lnTo>
                <a:lnTo>
                  <a:pt x="1567" y="743"/>
                </a:lnTo>
                <a:lnTo>
                  <a:pt x="1568" y="743"/>
                </a:lnTo>
                <a:lnTo>
                  <a:pt x="1569" y="745"/>
                </a:lnTo>
                <a:lnTo>
                  <a:pt x="1570" y="746"/>
                </a:lnTo>
                <a:lnTo>
                  <a:pt x="1572" y="750"/>
                </a:lnTo>
                <a:lnTo>
                  <a:pt x="1572" y="751"/>
                </a:lnTo>
                <a:lnTo>
                  <a:pt x="1575" y="758"/>
                </a:lnTo>
                <a:lnTo>
                  <a:pt x="1578" y="761"/>
                </a:lnTo>
                <a:lnTo>
                  <a:pt x="1578" y="766"/>
                </a:lnTo>
                <a:lnTo>
                  <a:pt x="1577" y="767"/>
                </a:lnTo>
                <a:lnTo>
                  <a:pt x="1578" y="767"/>
                </a:lnTo>
                <a:lnTo>
                  <a:pt x="1578" y="768"/>
                </a:lnTo>
                <a:lnTo>
                  <a:pt x="1579" y="768"/>
                </a:lnTo>
                <a:lnTo>
                  <a:pt x="1579" y="769"/>
                </a:lnTo>
                <a:lnTo>
                  <a:pt x="1579" y="770"/>
                </a:lnTo>
                <a:lnTo>
                  <a:pt x="1579" y="771"/>
                </a:lnTo>
                <a:lnTo>
                  <a:pt x="1578" y="772"/>
                </a:lnTo>
                <a:lnTo>
                  <a:pt x="1577" y="774"/>
                </a:lnTo>
                <a:lnTo>
                  <a:pt x="1576" y="774"/>
                </a:lnTo>
                <a:lnTo>
                  <a:pt x="1571" y="778"/>
                </a:lnTo>
                <a:lnTo>
                  <a:pt x="1568" y="781"/>
                </a:lnTo>
                <a:lnTo>
                  <a:pt x="1566" y="782"/>
                </a:lnTo>
                <a:lnTo>
                  <a:pt x="1563" y="785"/>
                </a:lnTo>
                <a:lnTo>
                  <a:pt x="1556" y="794"/>
                </a:lnTo>
                <a:lnTo>
                  <a:pt x="1551" y="802"/>
                </a:lnTo>
                <a:lnTo>
                  <a:pt x="1548" y="815"/>
                </a:lnTo>
                <a:lnTo>
                  <a:pt x="1547" y="821"/>
                </a:lnTo>
                <a:lnTo>
                  <a:pt x="1547" y="824"/>
                </a:lnTo>
                <a:lnTo>
                  <a:pt x="1547" y="826"/>
                </a:lnTo>
                <a:lnTo>
                  <a:pt x="1548" y="828"/>
                </a:lnTo>
                <a:lnTo>
                  <a:pt x="1549" y="829"/>
                </a:lnTo>
                <a:lnTo>
                  <a:pt x="1551" y="829"/>
                </a:lnTo>
                <a:lnTo>
                  <a:pt x="1553" y="831"/>
                </a:lnTo>
                <a:lnTo>
                  <a:pt x="1555" y="832"/>
                </a:lnTo>
                <a:lnTo>
                  <a:pt x="1556" y="832"/>
                </a:lnTo>
                <a:lnTo>
                  <a:pt x="1556" y="835"/>
                </a:lnTo>
                <a:lnTo>
                  <a:pt x="1557" y="836"/>
                </a:lnTo>
                <a:lnTo>
                  <a:pt x="1558" y="839"/>
                </a:lnTo>
                <a:lnTo>
                  <a:pt x="1559" y="843"/>
                </a:lnTo>
                <a:lnTo>
                  <a:pt x="1559" y="845"/>
                </a:lnTo>
                <a:lnTo>
                  <a:pt x="1559" y="846"/>
                </a:lnTo>
                <a:lnTo>
                  <a:pt x="1562" y="846"/>
                </a:lnTo>
                <a:lnTo>
                  <a:pt x="1565" y="848"/>
                </a:lnTo>
                <a:lnTo>
                  <a:pt x="1567" y="851"/>
                </a:lnTo>
                <a:lnTo>
                  <a:pt x="1565" y="855"/>
                </a:lnTo>
                <a:lnTo>
                  <a:pt x="1566" y="856"/>
                </a:lnTo>
                <a:lnTo>
                  <a:pt x="1566" y="857"/>
                </a:lnTo>
                <a:lnTo>
                  <a:pt x="1573" y="856"/>
                </a:lnTo>
                <a:lnTo>
                  <a:pt x="1576" y="854"/>
                </a:lnTo>
                <a:lnTo>
                  <a:pt x="1578" y="854"/>
                </a:lnTo>
                <a:lnTo>
                  <a:pt x="1581" y="855"/>
                </a:lnTo>
                <a:lnTo>
                  <a:pt x="1584" y="854"/>
                </a:lnTo>
                <a:lnTo>
                  <a:pt x="1585" y="854"/>
                </a:lnTo>
                <a:lnTo>
                  <a:pt x="1587" y="855"/>
                </a:lnTo>
                <a:lnTo>
                  <a:pt x="1588" y="854"/>
                </a:lnTo>
                <a:lnTo>
                  <a:pt x="1589" y="855"/>
                </a:lnTo>
                <a:lnTo>
                  <a:pt x="1592" y="856"/>
                </a:lnTo>
                <a:lnTo>
                  <a:pt x="1592" y="857"/>
                </a:lnTo>
                <a:lnTo>
                  <a:pt x="1592" y="858"/>
                </a:lnTo>
                <a:lnTo>
                  <a:pt x="1593" y="858"/>
                </a:lnTo>
                <a:lnTo>
                  <a:pt x="1594" y="860"/>
                </a:lnTo>
                <a:lnTo>
                  <a:pt x="1596" y="860"/>
                </a:lnTo>
                <a:lnTo>
                  <a:pt x="1597" y="860"/>
                </a:lnTo>
                <a:lnTo>
                  <a:pt x="1597" y="861"/>
                </a:lnTo>
                <a:lnTo>
                  <a:pt x="1598" y="862"/>
                </a:lnTo>
                <a:lnTo>
                  <a:pt x="1600" y="862"/>
                </a:lnTo>
                <a:lnTo>
                  <a:pt x="1601" y="863"/>
                </a:lnTo>
                <a:lnTo>
                  <a:pt x="1604" y="863"/>
                </a:lnTo>
                <a:lnTo>
                  <a:pt x="1606" y="863"/>
                </a:lnTo>
                <a:lnTo>
                  <a:pt x="1608" y="864"/>
                </a:lnTo>
                <a:lnTo>
                  <a:pt x="1610" y="865"/>
                </a:lnTo>
                <a:lnTo>
                  <a:pt x="1612" y="865"/>
                </a:lnTo>
                <a:lnTo>
                  <a:pt x="1611" y="863"/>
                </a:lnTo>
                <a:lnTo>
                  <a:pt x="1615" y="860"/>
                </a:lnTo>
                <a:lnTo>
                  <a:pt x="1617" y="860"/>
                </a:lnTo>
                <a:lnTo>
                  <a:pt x="1618" y="861"/>
                </a:lnTo>
                <a:lnTo>
                  <a:pt x="1619" y="862"/>
                </a:lnTo>
                <a:lnTo>
                  <a:pt x="1620" y="864"/>
                </a:lnTo>
                <a:lnTo>
                  <a:pt x="1621" y="866"/>
                </a:lnTo>
                <a:lnTo>
                  <a:pt x="1622" y="866"/>
                </a:lnTo>
                <a:lnTo>
                  <a:pt x="1625" y="867"/>
                </a:lnTo>
                <a:lnTo>
                  <a:pt x="1627" y="869"/>
                </a:lnTo>
                <a:lnTo>
                  <a:pt x="1628" y="868"/>
                </a:lnTo>
                <a:lnTo>
                  <a:pt x="1629" y="868"/>
                </a:lnTo>
                <a:lnTo>
                  <a:pt x="1632" y="869"/>
                </a:lnTo>
                <a:lnTo>
                  <a:pt x="1637" y="869"/>
                </a:lnTo>
                <a:lnTo>
                  <a:pt x="1638" y="870"/>
                </a:lnTo>
                <a:lnTo>
                  <a:pt x="1640" y="869"/>
                </a:lnTo>
                <a:lnTo>
                  <a:pt x="1641" y="869"/>
                </a:lnTo>
                <a:lnTo>
                  <a:pt x="1649" y="868"/>
                </a:lnTo>
                <a:lnTo>
                  <a:pt x="1657" y="868"/>
                </a:lnTo>
                <a:lnTo>
                  <a:pt x="1661" y="868"/>
                </a:lnTo>
                <a:lnTo>
                  <a:pt x="1663" y="868"/>
                </a:lnTo>
                <a:lnTo>
                  <a:pt x="1665" y="868"/>
                </a:lnTo>
                <a:lnTo>
                  <a:pt x="1667" y="868"/>
                </a:lnTo>
                <a:lnTo>
                  <a:pt x="1671" y="868"/>
                </a:lnTo>
                <a:lnTo>
                  <a:pt x="1675" y="868"/>
                </a:lnTo>
                <a:lnTo>
                  <a:pt x="1680" y="870"/>
                </a:lnTo>
                <a:lnTo>
                  <a:pt x="1685" y="873"/>
                </a:lnTo>
                <a:lnTo>
                  <a:pt x="1688" y="875"/>
                </a:lnTo>
                <a:lnTo>
                  <a:pt x="1689" y="874"/>
                </a:lnTo>
                <a:lnTo>
                  <a:pt x="1690" y="874"/>
                </a:lnTo>
                <a:lnTo>
                  <a:pt x="1691" y="874"/>
                </a:lnTo>
                <a:lnTo>
                  <a:pt x="1695" y="873"/>
                </a:lnTo>
                <a:lnTo>
                  <a:pt x="1698" y="875"/>
                </a:lnTo>
                <a:lnTo>
                  <a:pt x="1704" y="874"/>
                </a:lnTo>
                <a:lnTo>
                  <a:pt x="1711" y="876"/>
                </a:lnTo>
                <a:lnTo>
                  <a:pt x="1714" y="876"/>
                </a:lnTo>
                <a:lnTo>
                  <a:pt x="1716" y="874"/>
                </a:lnTo>
                <a:lnTo>
                  <a:pt x="1718" y="874"/>
                </a:lnTo>
                <a:lnTo>
                  <a:pt x="1720" y="874"/>
                </a:lnTo>
                <a:lnTo>
                  <a:pt x="1726" y="874"/>
                </a:lnTo>
                <a:lnTo>
                  <a:pt x="1729" y="873"/>
                </a:lnTo>
                <a:lnTo>
                  <a:pt x="1731" y="873"/>
                </a:lnTo>
                <a:lnTo>
                  <a:pt x="1732" y="873"/>
                </a:lnTo>
                <a:lnTo>
                  <a:pt x="1733" y="872"/>
                </a:lnTo>
                <a:lnTo>
                  <a:pt x="1734" y="872"/>
                </a:lnTo>
                <a:lnTo>
                  <a:pt x="1737" y="871"/>
                </a:lnTo>
                <a:lnTo>
                  <a:pt x="1743" y="872"/>
                </a:lnTo>
                <a:lnTo>
                  <a:pt x="1746" y="871"/>
                </a:lnTo>
                <a:lnTo>
                  <a:pt x="1748" y="872"/>
                </a:lnTo>
                <a:lnTo>
                  <a:pt x="1750" y="873"/>
                </a:lnTo>
                <a:lnTo>
                  <a:pt x="1750" y="874"/>
                </a:lnTo>
                <a:lnTo>
                  <a:pt x="1751" y="874"/>
                </a:lnTo>
                <a:lnTo>
                  <a:pt x="1754" y="875"/>
                </a:lnTo>
                <a:lnTo>
                  <a:pt x="1755" y="875"/>
                </a:lnTo>
                <a:lnTo>
                  <a:pt x="1755" y="876"/>
                </a:lnTo>
                <a:lnTo>
                  <a:pt x="1756" y="876"/>
                </a:lnTo>
                <a:lnTo>
                  <a:pt x="1757" y="875"/>
                </a:lnTo>
                <a:lnTo>
                  <a:pt x="1758" y="875"/>
                </a:lnTo>
                <a:lnTo>
                  <a:pt x="1759" y="875"/>
                </a:lnTo>
                <a:lnTo>
                  <a:pt x="1760" y="875"/>
                </a:lnTo>
                <a:lnTo>
                  <a:pt x="1761" y="875"/>
                </a:lnTo>
                <a:lnTo>
                  <a:pt x="1762" y="875"/>
                </a:lnTo>
                <a:lnTo>
                  <a:pt x="1764" y="875"/>
                </a:lnTo>
                <a:lnTo>
                  <a:pt x="1765" y="876"/>
                </a:lnTo>
                <a:lnTo>
                  <a:pt x="1770" y="875"/>
                </a:lnTo>
                <a:lnTo>
                  <a:pt x="1771" y="875"/>
                </a:lnTo>
                <a:lnTo>
                  <a:pt x="1772" y="875"/>
                </a:lnTo>
                <a:lnTo>
                  <a:pt x="1778" y="877"/>
                </a:lnTo>
                <a:lnTo>
                  <a:pt x="1779" y="877"/>
                </a:lnTo>
                <a:lnTo>
                  <a:pt x="1781" y="877"/>
                </a:lnTo>
                <a:lnTo>
                  <a:pt x="1783" y="878"/>
                </a:lnTo>
                <a:lnTo>
                  <a:pt x="1785" y="878"/>
                </a:lnTo>
                <a:lnTo>
                  <a:pt x="1785" y="877"/>
                </a:lnTo>
                <a:lnTo>
                  <a:pt x="1787" y="877"/>
                </a:lnTo>
                <a:lnTo>
                  <a:pt x="1788" y="878"/>
                </a:lnTo>
                <a:lnTo>
                  <a:pt x="1789" y="878"/>
                </a:lnTo>
                <a:lnTo>
                  <a:pt x="1790" y="878"/>
                </a:lnTo>
                <a:lnTo>
                  <a:pt x="1791" y="878"/>
                </a:lnTo>
                <a:lnTo>
                  <a:pt x="1792" y="878"/>
                </a:lnTo>
                <a:lnTo>
                  <a:pt x="1793" y="879"/>
                </a:lnTo>
                <a:lnTo>
                  <a:pt x="1794" y="879"/>
                </a:lnTo>
                <a:lnTo>
                  <a:pt x="1794" y="880"/>
                </a:lnTo>
                <a:lnTo>
                  <a:pt x="1795" y="881"/>
                </a:lnTo>
                <a:lnTo>
                  <a:pt x="1796" y="881"/>
                </a:lnTo>
                <a:lnTo>
                  <a:pt x="1797" y="881"/>
                </a:lnTo>
                <a:lnTo>
                  <a:pt x="1799" y="881"/>
                </a:lnTo>
                <a:lnTo>
                  <a:pt x="1800" y="880"/>
                </a:lnTo>
                <a:lnTo>
                  <a:pt x="1801" y="880"/>
                </a:lnTo>
                <a:lnTo>
                  <a:pt x="1802" y="881"/>
                </a:lnTo>
                <a:lnTo>
                  <a:pt x="1802" y="879"/>
                </a:lnTo>
                <a:lnTo>
                  <a:pt x="1803" y="879"/>
                </a:lnTo>
                <a:lnTo>
                  <a:pt x="1804" y="880"/>
                </a:lnTo>
                <a:lnTo>
                  <a:pt x="1806" y="881"/>
                </a:lnTo>
                <a:lnTo>
                  <a:pt x="1809" y="882"/>
                </a:lnTo>
                <a:lnTo>
                  <a:pt x="1810" y="883"/>
                </a:lnTo>
                <a:lnTo>
                  <a:pt x="1812" y="884"/>
                </a:lnTo>
                <a:lnTo>
                  <a:pt x="1815" y="885"/>
                </a:lnTo>
                <a:lnTo>
                  <a:pt x="1817" y="886"/>
                </a:lnTo>
                <a:lnTo>
                  <a:pt x="1819" y="887"/>
                </a:lnTo>
                <a:lnTo>
                  <a:pt x="1821" y="887"/>
                </a:lnTo>
                <a:lnTo>
                  <a:pt x="1821" y="888"/>
                </a:lnTo>
                <a:lnTo>
                  <a:pt x="1821" y="889"/>
                </a:lnTo>
                <a:lnTo>
                  <a:pt x="1822" y="890"/>
                </a:lnTo>
                <a:lnTo>
                  <a:pt x="1823" y="890"/>
                </a:lnTo>
                <a:lnTo>
                  <a:pt x="1825" y="891"/>
                </a:lnTo>
                <a:lnTo>
                  <a:pt x="1830" y="893"/>
                </a:lnTo>
                <a:lnTo>
                  <a:pt x="1831" y="894"/>
                </a:lnTo>
                <a:lnTo>
                  <a:pt x="1838" y="897"/>
                </a:lnTo>
                <a:lnTo>
                  <a:pt x="1842" y="899"/>
                </a:lnTo>
                <a:lnTo>
                  <a:pt x="1845" y="900"/>
                </a:lnTo>
                <a:lnTo>
                  <a:pt x="1849" y="902"/>
                </a:lnTo>
                <a:lnTo>
                  <a:pt x="1853" y="903"/>
                </a:lnTo>
                <a:lnTo>
                  <a:pt x="1861" y="908"/>
                </a:lnTo>
                <a:lnTo>
                  <a:pt x="1864" y="909"/>
                </a:lnTo>
                <a:lnTo>
                  <a:pt x="1866" y="910"/>
                </a:lnTo>
                <a:lnTo>
                  <a:pt x="1867" y="911"/>
                </a:lnTo>
                <a:lnTo>
                  <a:pt x="1867" y="912"/>
                </a:lnTo>
                <a:lnTo>
                  <a:pt x="1871" y="915"/>
                </a:lnTo>
                <a:lnTo>
                  <a:pt x="1872" y="917"/>
                </a:lnTo>
                <a:lnTo>
                  <a:pt x="1876" y="918"/>
                </a:lnTo>
                <a:lnTo>
                  <a:pt x="1877" y="919"/>
                </a:lnTo>
                <a:lnTo>
                  <a:pt x="1878" y="921"/>
                </a:lnTo>
                <a:lnTo>
                  <a:pt x="1879" y="923"/>
                </a:lnTo>
                <a:lnTo>
                  <a:pt x="1879" y="924"/>
                </a:lnTo>
                <a:lnTo>
                  <a:pt x="1878" y="925"/>
                </a:lnTo>
                <a:lnTo>
                  <a:pt x="1879" y="925"/>
                </a:lnTo>
                <a:lnTo>
                  <a:pt x="1879" y="926"/>
                </a:lnTo>
                <a:lnTo>
                  <a:pt x="1882" y="925"/>
                </a:lnTo>
                <a:lnTo>
                  <a:pt x="1883" y="925"/>
                </a:lnTo>
                <a:lnTo>
                  <a:pt x="1887" y="926"/>
                </a:lnTo>
                <a:lnTo>
                  <a:pt x="1891" y="927"/>
                </a:lnTo>
                <a:lnTo>
                  <a:pt x="1895" y="930"/>
                </a:lnTo>
                <a:lnTo>
                  <a:pt x="1902" y="932"/>
                </a:lnTo>
                <a:lnTo>
                  <a:pt x="1908" y="938"/>
                </a:lnTo>
                <a:lnTo>
                  <a:pt x="1909" y="939"/>
                </a:lnTo>
                <a:lnTo>
                  <a:pt x="1911" y="943"/>
                </a:lnTo>
                <a:lnTo>
                  <a:pt x="1913" y="944"/>
                </a:lnTo>
                <a:lnTo>
                  <a:pt x="1915" y="944"/>
                </a:lnTo>
                <a:lnTo>
                  <a:pt x="1916" y="944"/>
                </a:lnTo>
                <a:lnTo>
                  <a:pt x="1917" y="944"/>
                </a:lnTo>
                <a:lnTo>
                  <a:pt x="1918" y="944"/>
                </a:lnTo>
                <a:lnTo>
                  <a:pt x="1920" y="945"/>
                </a:lnTo>
                <a:lnTo>
                  <a:pt x="1922" y="946"/>
                </a:lnTo>
                <a:lnTo>
                  <a:pt x="1923" y="946"/>
                </a:lnTo>
                <a:lnTo>
                  <a:pt x="1924" y="946"/>
                </a:lnTo>
                <a:lnTo>
                  <a:pt x="1926" y="947"/>
                </a:lnTo>
                <a:lnTo>
                  <a:pt x="1927" y="947"/>
                </a:lnTo>
                <a:lnTo>
                  <a:pt x="1928" y="947"/>
                </a:lnTo>
                <a:lnTo>
                  <a:pt x="1929" y="948"/>
                </a:lnTo>
                <a:lnTo>
                  <a:pt x="1929" y="947"/>
                </a:lnTo>
                <a:lnTo>
                  <a:pt x="1930" y="948"/>
                </a:lnTo>
                <a:lnTo>
                  <a:pt x="1932" y="948"/>
                </a:lnTo>
                <a:lnTo>
                  <a:pt x="1932" y="949"/>
                </a:lnTo>
                <a:lnTo>
                  <a:pt x="1933" y="950"/>
                </a:lnTo>
                <a:lnTo>
                  <a:pt x="1935" y="951"/>
                </a:lnTo>
                <a:lnTo>
                  <a:pt x="1937" y="953"/>
                </a:lnTo>
                <a:lnTo>
                  <a:pt x="1940" y="952"/>
                </a:lnTo>
                <a:lnTo>
                  <a:pt x="1948" y="951"/>
                </a:lnTo>
                <a:lnTo>
                  <a:pt x="1954" y="951"/>
                </a:lnTo>
                <a:lnTo>
                  <a:pt x="1965" y="949"/>
                </a:lnTo>
                <a:lnTo>
                  <a:pt x="1974" y="948"/>
                </a:lnTo>
                <a:lnTo>
                  <a:pt x="1976" y="949"/>
                </a:lnTo>
                <a:lnTo>
                  <a:pt x="1975" y="951"/>
                </a:lnTo>
                <a:lnTo>
                  <a:pt x="1974" y="954"/>
                </a:lnTo>
                <a:lnTo>
                  <a:pt x="1971" y="955"/>
                </a:lnTo>
                <a:lnTo>
                  <a:pt x="1969" y="961"/>
                </a:lnTo>
                <a:lnTo>
                  <a:pt x="1968" y="969"/>
                </a:lnTo>
                <a:lnTo>
                  <a:pt x="1966" y="976"/>
                </a:lnTo>
                <a:lnTo>
                  <a:pt x="1971" y="976"/>
                </a:lnTo>
                <a:lnTo>
                  <a:pt x="1975" y="978"/>
                </a:lnTo>
                <a:lnTo>
                  <a:pt x="1980" y="978"/>
                </a:lnTo>
                <a:lnTo>
                  <a:pt x="1984" y="978"/>
                </a:lnTo>
                <a:lnTo>
                  <a:pt x="1987" y="982"/>
                </a:lnTo>
                <a:lnTo>
                  <a:pt x="1988" y="984"/>
                </a:lnTo>
                <a:lnTo>
                  <a:pt x="1989" y="986"/>
                </a:lnTo>
                <a:lnTo>
                  <a:pt x="1990" y="988"/>
                </a:lnTo>
                <a:lnTo>
                  <a:pt x="1991" y="990"/>
                </a:lnTo>
                <a:lnTo>
                  <a:pt x="1993" y="994"/>
                </a:lnTo>
                <a:lnTo>
                  <a:pt x="1995" y="1001"/>
                </a:lnTo>
                <a:lnTo>
                  <a:pt x="1998" y="1007"/>
                </a:lnTo>
                <a:lnTo>
                  <a:pt x="2001" y="1012"/>
                </a:lnTo>
                <a:lnTo>
                  <a:pt x="2001" y="1014"/>
                </a:lnTo>
                <a:lnTo>
                  <a:pt x="2003" y="1018"/>
                </a:lnTo>
                <a:lnTo>
                  <a:pt x="2003" y="1020"/>
                </a:lnTo>
                <a:lnTo>
                  <a:pt x="2010" y="1032"/>
                </a:lnTo>
                <a:lnTo>
                  <a:pt x="2014" y="1038"/>
                </a:lnTo>
                <a:lnTo>
                  <a:pt x="2016" y="1052"/>
                </a:lnTo>
                <a:lnTo>
                  <a:pt x="2019" y="1056"/>
                </a:lnTo>
                <a:lnTo>
                  <a:pt x="2021" y="1058"/>
                </a:lnTo>
                <a:lnTo>
                  <a:pt x="2027" y="1063"/>
                </a:lnTo>
                <a:lnTo>
                  <a:pt x="2027" y="1064"/>
                </a:lnTo>
                <a:lnTo>
                  <a:pt x="2037" y="1072"/>
                </a:lnTo>
                <a:lnTo>
                  <a:pt x="2060" y="1091"/>
                </a:lnTo>
                <a:lnTo>
                  <a:pt x="2062" y="1109"/>
                </a:lnTo>
                <a:lnTo>
                  <a:pt x="2066" y="1109"/>
                </a:lnTo>
                <a:lnTo>
                  <a:pt x="2068" y="1108"/>
                </a:lnTo>
                <a:lnTo>
                  <a:pt x="2070" y="1108"/>
                </a:lnTo>
                <a:lnTo>
                  <a:pt x="2072" y="1108"/>
                </a:lnTo>
                <a:lnTo>
                  <a:pt x="2073" y="1108"/>
                </a:lnTo>
                <a:lnTo>
                  <a:pt x="2075" y="1108"/>
                </a:lnTo>
                <a:lnTo>
                  <a:pt x="2077" y="1107"/>
                </a:lnTo>
                <a:lnTo>
                  <a:pt x="2078" y="1107"/>
                </a:lnTo>
                <a:lnTo>
                  <a:pt x="2080" y="1107"/>
                </a:lnTo>
                <a:lnTo>
                  <a:pt x="2082" y="1107"/>
                </a:lnTo>
                <a:lnTo>
                  <a:pt x="2085" y="1107"/>
                </a:lnTo>
                <a:lnTo>
                  <a:pt x="2095" y="1105"/>
                </a:lnTo>
                <a:lnTo>
                  <a:pt x="2100" y="1106"/>
                </a:lnTo>
                <a:lnTo>
                  <a:pt x="2115" y="1106"/>
                </a:lnTo>
                <a:lnTo>
                  <a:pt x="2117" y="1105"/>
                </a:lnTo>
                <a:lnTo>
                  <a:pt x="2119" y="1105"/>
                </a:lnTo>
                <a:lnTo>
                  <a:pt x="2120" y="1105"/>
                </a:lnTo>
                <a:lnTo>
                  <a:pt x="2121" y="1104"/>
                </a:lnTo>
                <a:lnTo>
                  <a:pt x="2123" y="1104"/>
                </a:lnTo>
                <a:lnTo>
                  <a:pt x="2124" y="1104"/>
                </a:lnTo>
                <a:lnTo>
                  <a:pt x="2127" y="1103"/>
                </a:lnTo>
                <a:lnTo>
                  <a:pt x="2129" y="1103"/>
                </a:lnTo>
                <a:lnTo>
                  <a:pt x="2132" y="1102"/>
                </a:lnTo>
                <a:lnTo>
                  <a:pt x="2133" y="1102"/>
                </a:lnTo>
                <a:lnTo>
                  <a:pt x="2180" y="1109"/>
                </a:lnTo>
                <a:lnTo>
                  <a:pt x="2197" y="1112"/>
                </a:lnTo>
                <a:lnTo>
                  <a:pt x="2225" y="1116"/>
                </a:lnTo>
                <a:lnTo>
                  <a:pt x="2256" y="1118"/>
                </a:lnTo>
                <a:lnTo>
                  <a:pt x="2266" y="1119"/>
                </a:lnTo>
                <a:lnTo>
                  <a:pt x="2287" y="1121"/>
                </a:lnTo>
                <a:lnTo>
                  <a:pt x="2293" y="1121"/>
                </a:lnTo>
                <a:lnTo>
                  <a:pt x="2298" y="1121"/>
                </a:lnTo>
                <a:lnTo>
                  <a:pt x="2343" y="1125"/>
                </a:lnTo>
                <a:lnTo>
                  <a:pt x="2385" y="1117"/>
                </a:lnTo>
                <a:lnTo>
                  <a:pt x="2412" y="1118"/>
                </a:lnTo>
                <a:lnTo>
                  <a:pt x="2412" y="1117"/>
                </a:lnTo>
                <a:lnTo>
                  <a:pt x="2417" y="1112"/>
                </a:lnTo>
                <a:lnTo>
                  <a:pt x="2464" y="1114"/>
                </a:lnTo>
                <a:lnTo>
                  <a:pt x="2516" y="1126"/>
                </a:lnTo>
                <a:lnTo>
                  <a:pt x="2529" y="1129"/>
                </a:lnTo>
                <a:lnTo>
                  <a:pt x="2550" y="1131"/>
                </a:lnTo>
                <a:lnTo>
                  <a:pt x="2568" y="1152"/>
                </a:lnTo>
                <a:lnTo>
                  <a:pt x="2575" y="1160"/>
                </a:lnTo>
                <a:lnTo>
                  <a:pt x="2608" y="1168"/>
                </a:lnTo>
                <a:lnTo>
                  <a:pt x="2617" y="1166"/>
                </a:lnTo>
                <a:lnTo>
                  <a:pt x="2626" y="1167"/>
                </a:lnTo>
                <a:lnTo>
                  <a:pt x="2632" y="1167"/>
                </a:lnTo>
                <a:lnTo>
                  <a:pt x="2651" y="1176"/>
                </a:lnTo>
                <a:lnTo>
                  <a:pt x="2658" y="1179"/>
                </a:lnTo>
                <a:lnTo>
                  <a:pt x="2696" y="1195"/>
                </a:lnTo>
                <a:lnTo>
                  <a:pt x="2705" y="1197"/>
                </a:lnTo>
                <a:lnTo>
                  <a:pt x="2725" y="1201"/>
                </a:lnTo>
                <a:lnTo>
                  <a:pt x="2735" y="1203"/>
                </a:lnTo>
                <a:lnTo>
                  <a:pt x="2755" y="1203"/>
                </a:lnTo>
                <a:lnTo>
                  <a:pt x="2775" y="1199"/>
                </a:lnTo>
                <a:lnTo>
                  <a:pt x="2795" y="1196"/>
                </a:lnTo>
                <a:lnTo>
                  <a:pt x="2795" y="1218"/>
                </a:lnTo>
                <a:lnTo>
                  <a:pt x="2810" y="1219"/>
                </a:lnTo>
                <a:lnTo>
                  <a:pt x="2831" y="1219"/>
                </a:lnTo>
                <a:lnTo>
                  <a:pt x="2839" y="1226"/>
                </a:lnTo>
                <a:lnTo>
                  <a:pt x="2858" y="1209"/>
                </a:lnTo>
                <a:lnTo>
                  <a:pt x="2864" y="1209"/>
                </a:lnTo>
                <a:lnTo>
                  <a:pt x="2870" y="1206"/>
                </a:lnTo>
                <a:lnTo>
                  <a:pt x="2872" y="1204"/>
                </a:lnTo>
                <a:lnTo>
                  <a:pt x="2881" y="1200"/>
                </a:lnTo>
                <a:lnTo>
                  <a:pt x="2891" y="1195"/>
                </a:lnTo>
                <a:lnTo>
                  <a:pt x="2903" y="1189"/>
                </a:lnTo>
                <a:lnTo>
                  <a:pt x="2918" y="1184"/>
                </a:lnTo>
                <a:lnTo>
                  <a:pt x="2935" y="1177"/>
                </a:lnTo>
                <a:lnTo>
                  <a:pt x="2961" y="1167"/>
                </a:lnTo>
                <a:lnTo>
                  <a:pt x="2983" y="1158"/>
                </a:lnTo>
                <a:lnTo>
                  <a:pt x="2999" y="1153"/>
                </a:lnTo>
                <a:lnTo>
                  <a:pt x="3023" y="1150"/>
                </a:lnTo>
                <a:lnTo>
                  <a:pt x="3043" y="1145"/>
                </a:lnTo>
                <a:lnTo>
                  <a:pt x="3044" y="1141"/>
                </a:lnTo>
                <a:lnTo>
                  <a:pt x="3060" y="1136"/>
                </a:lnTo>
                <a:lnTo>
                  <a:pt x="3063" y="1136"/>
                </a:lnTo>
                <a:lnTo>
                  <a:pt x="3069" y="1140"/>
                </a:lnTo>
                <a:lnTo>
                  <a:pt x="3084" y="1140"/>
                </a:lnTo>
                <a:lnTo>
                  <a:pt x="3102" y="1141"/>
                </a:lnTo>
                <a:lnTo>
                  <a:pt x="3105" y="1140"/>
                </a:lnTo>
                <a:lnTo>
                  <a:pt x="3107" y="1140"/>
                </a:lnTo>
                <a:lnTo>
                  <a:pt x="3109" y="1140"/>
                </a:lnTo>
                <a:lnTo>
                  <a:pt x="3110" y="1139"/>
                </a:lnTo>
                <a:lnTo>
                  <a:pt x="3116" y="1138"/>
                </a:lnTo>
                <a:lnTo>
                  <a:pt x="3130" y="1136"/>
                </a:lnTo>
                <a:lnTo>
                  <a:pt x="3135" y="1138"/>
                </a:lnTo>
                <a:lnTo>
                  <a:pt x="3151" y="1138"/>
                </a:lnTo>
                <a:lnTo>
                  <a:pt x="3156" y="1138"/>
                </a:lnTo>
                <a:lnTo>
                  <a:pt x="3171" y="1141"/>
                </a:lnTo>
                <a:lnTo>
                  <a:pt x="3180" y="1141"/>
                </a:lnTo>
                <a:lnTo>
                  <a:pt x="3183" y="1142"/>
                </a:lnTo>
                <a:lnTo>
                  <a:pt x="3184" y="1143"/>
                </a:lnTo>
                <a:lnTo>
                  <a:pt x="3194" y="1138"/>
                </a:lnTo>
                <a:lnTo>
                  <a:pt x="3198" y="1137"/>
                </a:lnTo>
                <a:lnTo>
                  <a:pt x="3199" y="1137"/>
                </a:lnTo>
                <a:lnTo>
                  <a:pt x="3200" y="1136"/>
                </a:lnTo>
                <a:lnTo>
                  <a:pt x="3220" y="1138"/>
                </a:lnTo>
                <a:lnTo>
                  <a:pt x="3224" y="1139"/>
                </a:lnTo>
                <a:lnTo>
                  <a:pt x="3226" y="1138"/>
                </a:lnTo>
                <a:lnTo>
                  <a:pt x="3232" y="1137"/>
                </a:lnTo>
                <a:lnTo>
                  <a:pt x="3233" y="1137"/>
                </a:lnTo>
                <a:lnTo>
                  <a:pt x="3234" y="1137"/>
                </a:lnTo>
                <a:lnTo>
                  <a:pt x="3235" y="1137"/>
                </a:lnTo>
                <a:lnTo>
                  <a:pt x="3238" y="1137"/>
                </a:lnTo>
                <a:lnTo>
                  <a:pt x="3242" y="1136"/>
                </a:lnTo>
                <a:lnTo>
                  <a:pt x="3243" y="1135"/>
                </a:lnTo>
                <a:lnTo>
                  <a:pt x="3245" y="1135"/>
                </a:lnTo>
                <a:lnTo>
                  <a:pt x="3247" y="1135"/>
                </a:lnTo>
                <a:lnTo>
                  <a:pt x="3260" y="1126"/>
                </a:lnTo>
                <a:lnTo>
                  <a:pt x="3263" y="1124"/>
                </a:lnTo>
                <a:lnTo>
                  <a:pt x="3280" y="1118"/>
                </a:lnTo>
                <a:lnTo>
                  <a:pt x="3286" y="1118"/>
                </a:lnTo>
                <a:lnTo>
                  <a:pt x="3298" y="1118"/>
                </a:lnTo>
                <a:lnTo>
                  <a:pt x="3301" y="1114"/>
                </a:lnTo>
                <a:lnTo>
                  <a:pt x="3304" y="1113"/>
                </a:lnTo>
                <a:lnTo>
                  <a:pt x="3313" y="1110"/>
                </a:lnTo>
                <a:lnTo>
                  <a:pt x="3316" y="1109"/>
                </a:lnTo>
                <a:lnTo>
                  <a:pt x="3319" y="1108"/>
                </a:lnTo>
                <a:lnTo>
                  <a:pt x="3328" y="1103"/>
                </a:lnTo>
                <a:lnTo>
                  <a:pt x="3330" y="1097"/>
                </a:lnTo>
                <a:lnTo>
                  <a:pt x="3341" y="1090"/>
                </a:lnTo>
                <a:lnTo>
                  <a:pt x="3345" y="1087"/>
                </a:lnTo>
                <a:lnTo>
                  <a:pt x="3350" y="1079"/>
                </a:lnTo>
                <a:lnTo>
                  <a:pt x="3350" y="1077"/>
                </a:lnTo>
                <a:lnTo>
                  <a:pt x="3354" y="1072"/>
                </a:lnTo>
                <a:lnTo>
                  <a:pt x="3358" y="1070"/>
                </a:lnTo>
                <a:lnTo>
                  <a:pt x="3368" y="1060"/>
                </a:lnTo>
                <a:lnTo>
                  <a:pt x="3380" y="1047"/>
                </a:lnTo>
                <a:lnTo>
                  <a:pt x="3384" y="1045"/>
                </a:lnTo>
                <a:lnTo>
                  <a:pt x="3384" y="1044"/>
                </a:lnTo>
                <a:lnTo>
                  <a:pt x="3386" y="1044"/>
                </a:lnTo>
                <a:lnTo>
                  <a:pt x="3391" y="1042"/>
                </a:lnTo>
                <a:lnTo>
                  <a:pt x="3395" y="1040"/>
                </a:lnTo>
                <a:lnTo>
                  <a:pt x="3402" y="1038"/>
                </a:lnTo>
                <a:lnTo>
                  <a:pt x="3407" y="1037"/>
                </a:lnTo>
                <a:lnTo>
                  <a:pt x="3409" y="1037"/>
                </a:lnTo>
                <a:lnTo>
                  <a:pt x="3410" y="1036"/>
                </a:lnTo>
                <a:lnTo>
                  <a:pt x="3414" y="1032"/>
                </a:lnTo>
                <a:lnTo>
                  <a:pt x="3419" y="1030"/>
                </a:lnTo>
                <a:lnTo>
                  <a:pt x="3424" y="1031"/>
                </a:lnTo>
                <a:lnTo>
                  <a:pt x="3429" y="1031"/>
                </a:lnTo>
                <a:lnTo>
                  <a:pt x="3433" y="1028"/>
                </a:lnTo>
                <a:lnTo>
                  <a:pt x="3444" y="1018"/>
                </a:lnTo>
                <a:lnTo>
                  <a:pt x="3450" y="1012"/>
                </a:lnTo>
                <a:lnTo>
                  <a:pt x="3459" y="1012"/>
                </a:lnTo>
                <a:lnTo>
                  <a:pt x="3462" y="1010"/>
                </a:lnTo>
                <a:lnTo>
                  <a:pt x="3464" y="1010"/>
                </a:lnTo>
                <a:lnTo>
                  <a:pt x="3465" y="1004"/>
                </a:lnTo>
                <a:lnTo>
                  <a:pt x="3465" y="999"/>
                </a:lnTo>
                <a:lnTo>
                  <a:pt x="3465" y="997"/>
                </a:lnTo>
                <a:lnTo>
                  <a:pt x="3457" y="985"/>
                </a:lnTo>
                <a:lnTo>
                  <a:pt x="3449" y="978"/>
                </a:lnTo>
                <a:lnTo>
                  <a:pt x="3446" y="977"/>
                </a:lnTo>
                <a:lnTo>
                  <a:pt x="3443" y="976"/>
                </a:lnTo>
                <a:lnTo>
                  <a:pt x="3440" y="974"/>
                </a:lnTo>
                <a:lnTo>
                  <a:pt x="3438" y="972"/>
                </a:lnTo>
                <a:lnTo>
                  <a:pt x="3436" y="970"/>
                </a:lnTo>
                <a:lnTo>
                  <a:pt x="3433" y="967"/>
                </a:lnTo>
                <a:lnTo>
                  <a:pt x="3432" y="965"/>
                </a:lnTo>
                <a:lnTo>
                  <a:pt x="3430" y="963"/>
                </a:lnTo>
                <a:lnTo>
                  <a:pt x="3429" y="962"/>
                </a:lnTo>
                <a:lnTo>
                  <a:pt x="3428" y="960"/>
                </a:lnTo>
                <a:lnTo>
                  <a:pt x="3427" y="957"/>
                </a:lnTo>
                <a:lnTo>
                  <a:pt x="3426" y="953"/>
                </a:lnTo>
                <a:lnTo>
                  <a:pt x="3426" y="951"/>
                </a:lnTo>
                <a:lnTo>
                  <a:pt x="3425" y="949"/>
                </a:lnTo>
                <a:lnTo>
                  <a:pt x="3422" y="948"/>
                </a:lnTo>
                <a:lnTo>
                  <a:pt x="3417" y="946"/>
                </a:lnTo>
                <a:lnTo>
                  <a:pt x="3416" y="942"/>
                </a:lnTo>
                <a:lnTo>
                  <a:pt x="3417" y="938"/>
                </a:lnTo>
                <a:lnTo>
                  <a:pt x="3421" y="929"/>
                </a:lnTo>
                <a:lnTo>
                  <a:pt x="3425" y="926"/>
                </a:lnTo>
                <a:lnTo>
                  <a:pt x="3426" y="922"/>
                </a:lnTo>
                <a:lnTo>
                  <a:pt x="3429" y="921"/>
                </a:lnTo>
                <a:lnTo>
                  <a:pt x="3429" y="920"/>
                </a:lnTo>
                <a:lnTo>
                  <a:pt x="3429" y="912"/>
                </a:lnTo>
                <a:lnTo>
                  <a:pt x="3431" y="906"/>
                </a:lnTo>
                <a:lnTo>
                  <a:pt x="3433" y="902"/>
                </a:lnTo>
                <a:lnTo>
                  <a:pt x="3434" y="899"/>
                </a:lnTo>
                <a:lnTo>
                  <a:pt x="3439" y="893"/>
                </a:lnTo>
                <a:lnTo>
                  <a:pt x="3441" y="890"/>
                </a:lnTo>
                <a:lnTo>
                  <a:pt x="3445" y="882"/>
                </a:lnTo>
                <a:lnTo>
                  <a:pt x="3448" y="879"/>
                </a:lnTo>
                <a:lnTo>
                  <a:pt x="3458" y="871"/>
                </a:lnTo>
                <a:lnTo>
                  <a:pt x="3464" y="869"/>
                </a:lnTo>
                <a:lnTo>
                  <a:pt x="3469" y="867"/>
                </a:lnTo>
                <a:lnTo>
                  <a:pt x="3475" y="867"/>
                </a:lnTo>
                <a:lnTo>
                  <a:pt x="3479" y="869"/>
                </a:lnTo>
                <a:lnTo>
                  <a:pt x="3504" y="870"/>
                </a:lnTo>
                <a:lnTo>
                  <a:pt x="3507" y="869"/>
                </a:lnTo>
                <a:lnTo>
                  <a:pt x="3517" y="876"/>
                </a:lnTo>
                <a:lnTo>
                  <a:pt x="3523" y="883"/>
                </a:lnTo>
                <a:lnTo>
                  <a:pt x="3532" y="888"/>
                </a:lnTo>
                <a:lnTo>
                  <a:pt x="3545" y="892"/>
                </a:lnTo>
                <a:lnTo>
                  <a:pt x="3552" y="892"/>
                </a:lnTo>
                <a:lnTo>
                  <a:pt x="3559" y="894"/>
                </a:lnTo>
                <a:lnTo>
                  <a:pt x="3560" y="894"/>
                </a:lnTo>
                <a:lnTo>
                  <a:pt x="3570" y="897"/>
                </a:lnTo>
                <a:lnTo>
                  <a:pt x="3584" y="898"/>
                </a:lnTo>
                <a:lnTo>
                  <a:pt x="3604" y="899"/>
                </a:lnTo>
                <a:lnTo>
                  <a:pt x="3607" y="901"/>
                </a:lnTo>
                <a:lnTo>
                  <a:pt x="3615" y="902"/>
                </a:lnTo>
                <a:lnTo>
                  <a:pt x="3623" y="898"/>
                </a:lnTo>
                <a:lnTo>
                  <a:pt x="3626" y="895"/>
                </a:lnTo>
                <a:lnTo>
                  <a:pt x="3630" y="891"/>
                </a:lnTo>
                <a:lnTo>
                  <a:pt x="3636" y="890"/>
                </a:lnTo>
                <a:lnTo>
                  <a:pt x="3637" y="889"/>
                </a:lnTo>
                <a:lnTo>
                  <a:pt x="3638" y="889"/>
                </a:lnTo>
                <a:lnTo>
                  <a:pt x="3638" y="888"/>
                </a:lnTo>
                <a:lnTo>
                  <a:pt x="3639" y="887"/>
                </a:lnTo>
                <a:lnTo>
                  <a:pt x="3640" y="887"/>
                </a:lnTo>
                <a:lnTo>
                  <a:pt x="3640" y="885"/>
                </a:lnTo>
                <a:lnTo>
                  <a:pt x="3641" y="885"/>
                </a:lnTo>
                <a:lnTo>
                  <a:pt x="3643" y="885"/>
                </a:lnTo>
                <a:lnTo>
                  <a:pt x="3644" y="885"/>
                </a:lnTo>
                <a:lnTo>
                  <a:pt x="3645" y="884"/>
                </a:lnTo>
                <a:lnTo>
                  <a:pt x="3649" y="884"/>
                </a:lnTo>
                <a:lnTo>
                  <a:pt x="3654" y="883"/>
                </a:lnTo>
                <a:lnTo>
                  <a:pt x="3659" y="881"/>
                </a:lnTo>
                <a:lnTo>
                  <a:pt x="3663" y="877"/>
                </a:lnTo>
                <a:lnTo>
                  <a:pt x="3663" y="876"/>
                </a:lnTo>
                <a:lnTo>
                  <a:pt x="3665" y="872"/>
                </a:lnTo>
                <a:lnTo>
                  <a:pt x="3666" y="872"/>
                </a:lnTo>
                <a:lnTo>
                  <a:pt x="3671" y="869"/>
                </a:lnTo>
                <a:lnTo>
                  <a:pt x="3678" y="864"/>
                </a:lnTo>
                <a:lnTo>
                  <a:pt x="3679" y="864"/>
                </a:lnTo>
                <a:lnTo>
                  <a:pt x="3680" y="864"/>
                </a:lnTo>
                <a:lnTo>
                  <a:pt x="3685" y="858"/>
                </a:lnTo>
                <a:lnTo>
                  <a:pt x="3690" y="855"/>
                </a:lnTo>
                <a:lnTo>
                  <a:pt x="3691" y="853"/>
                </a:lnTo>
                <a:lnTo>
                  <a:pt x="3696" y="847"/>
                </a:lnTo>
                <a:lnTo>
                  <a:pt x="3697" y="843"/>
                </a:lnTo>
                <a:lnTo>
                  <a:pt x="3698" y="837"/>
                </a:lnTo>
                <a:lnTo>
                  <a:pt x="3716" y="831"/>
                </a:lnTo>
                <a:lnTo>
                  <a:pt x="3716" y="832"/>
                </a:lnTo>
                <a:lnTo>
                  <a:pt x="3732" y="837"/>
                </a:lnTo>
                <a:lnTo>
                  <a:pt x="3736" y="838"/>
                </a:lnTo>
                <a:lnTo>
                  <a:pt x="3739" y="837"/>
                </a:lnTo>
                <a:lnTo>
                  <a:pt x="3740" y="837"/>
                </a:lnTo>
                <a:lnTo>
                  <a:pt x="3741" y="837"/>
                </a:lnTo>
                <a:lnTo>
                  <a:pt x="3743" y="837"/>
                </a:lnTo>
                <a:lnTo>
                  <a:pt x="3746" y="837"/>
                </a:lnTo>
                <a:lnTo>
                  <a:pt x="3748" y="836"/>
                </a:lnTo>
                <a:lnTo>
                  <a:pt x="3754" y="836"/>
                </a:lnTo>
                <a:lnTo>
                  <a:pt x="3771" y="836"/>
                </a:lnTo>
                <a:lnTo>
                  <a:pt x="3773" y="836"/>
                </a:lnTo>
                <a:lnTo>
                  <a:pt x="3789" y="832"/>
                </a:lnTo>
                <a:lnTo>
                  <a:pt x="3801" y="829"/>
                </a:lnTo>
                <a:lnTo>
                  <a:pt x="3805" y="827"/>
                </a:lnTo>
                <a:lnTo>
                  <a:pt x="3818" y="817"/>
                </a:lnTo>
                <a:lnTo>
                  <a:pt x="3823" y="811"/>
                </a:lnTo>
                <a:lnTo>
                  <a:pt x="3829" y="809"/>
                </a:lnTo>
                <a:lnTo>
                  <a:pt x="3831" y="809"/>
                </a:lnTo>
                <a:lnTo>
                  <a:pt x="3832" y="806"/>
                </a:lnTo>
                <a:lnTo>
                  <a:pt x="3833" y="806"/>
                </a:lnTo>
                <a:lnTo>
                  <a:pt x="3837" y="806"/>
                </a:lnTo>
                <a:lnTo>
                  <a:pt x="3840" y="807"/>
                </a:lnTo>
                <a:lnTo>
                  <a:pt x="3841" y="806"/>
                </a:lnTo>
                <a:lnTo>
                  <a:pt x="3845" y="806"/>
                </a:lnTo>
                <a:lnTo>
                  <a:pt x="3847" y="803"/>
                </a:lnTo>
                <a:lnTo>
                  <a:pt x="3848" y="802"/>
                </a:lnTo>
                <a:lnTo>
                  <a:pt x="3849" y="800"/>
                </a:lnTo>
                <a:lnTo>
                  <a:pt x="3850" y="799"/>
                </a:lnTo>
                <a:lnTo>
                  <a:pt x="3853" y="797"/>
                </a:lnTo>
                <a:lnTo>
                  <a:pt x="3855" y="797"/>
                </a:lnTo>
                <a:lnTo>
                  <a:pt x="3854" y="791"/>
                </a:lnTo>
                <a:lnTo>
                  <a:pt x="3855" y="790"/>
                </a:lnTo>
                <a:lnTo>
                  <a:pt x="3853" y="788"/>
                </a:lnTo>
                <a:lnTo>
                  <a:pt x="3850" y="787"/>
                </a:lnTo>
                <a:lnTo>
                  <a:pt x="3853" y="777"/>
                </a:lnTo>
                <a:lnTo>
                  <a:pt x="3856" y="774"/>
                </a:lnTo>
                <a:lnTo>
                  <a:pt x="3866" y="761"/>
                </a:lnTo>
                <a:lnTo>
                  <a:pt x="3868" y="760"/>
                </a:lnTo>
                <a:lnTo>
                  <a:pt x="3877" y="751"/>
                </a:lnTo>
                <a:lnTo>
                  <a:pt x="3880" y="748"/>
                </a:lnTo>
                <a:lnTo>
                  <a:pt x="3882" y="744"/>
                </a:lnTo>
                <a:lnTo>
                  <a:pt x="3883" y="743"/>
                </a:lnTo>
                <a:lnTo>
                  <a:pt x="3890" y="741"/>
                </a:lnTo>
                <a:lnTo>
                  <a:pt x="3896" y="740"/>
                </a:lnTo>
                <a:lnTo>
                  <a:pt x="3898" y="740"/>
                </a:lnTo>
                <a:lnTo>
                  <a:pt x="3899" y="739"/>
                </a:lnTo>
                <a:lnTo>
                  <a:pt x="3900" y="738"/>
                </a:lnTo>
                <a:lnTo>
                  <a:pt x="3901" y="738"/>
                </a:lnTo>
                <a:lnTo>
                  <a:pt x="3902" y="738"/>
                </a:lnTo>
                <a:lnTo>
                  <a:pt x="3903" y="736"/>
                </a:lnTo>
                <a:lnTo>
                  <a:pt x="3903" y="735"/>
                </a:lnTo>
                <a:lnTo>
                  <a:pt x="3904" y="735"/>
                </a:lnTo>
                <a:lnTo>
                  <a:pt x="3910" y="736"/>
                </a:lnTo>
                <a:lnTo>
                  <a:pt x="3919" y="737"/>
                </a:lnTo>
                <a:lnTo>
                  <a:pt x="3921" y="737"/>
                </a:lnTo>
                <a:lnTo>
                  <a:pt x="3927" y="737"/>
                </a:lnTo>
                <a:lnTo>
                  <a:pt x="3941" y="737"/>
                </a:lnTo>
                <a:lnTo>
                  <a:pt x="3952" y="737"/>
                </a:lnTo>
                <a:lnTo>
                  <a:pt x="3953" y="733"/>
                </a:lnTo>
                <a:lnTo>
                  <a:pt x="3952" y="731"/>
                </a:lnTo>
                <a:lnTo>
                  <a:pt x="3954" y="726"/>
                </a:lnTo>
                <a:lnTo>
                  <a:pt x="3959" y="720"/>
                </a:lnTo>
                <a:lnTo>
                  <a:pt x="3956" y="715"/>
                </a:lnTo>
                <a:lnTo>
                  <a:pt x="3959" y="714"/>
                </a:lnTo>
                <a:lnTo>
                  <a:pt x="3963" y="713"/>
                </a:lnTo>
                <a:lnTo>
                  <a:pt x="3965" y="713"/>
                </a:lnTo>
                <a:lnTo>
                  <a:pt x="3968" y="713"/>
                </a:lnTo>
                <a:lnTo>
                  <a:pt x="3971" y="713"/>
                </a:lnTo>
                <a:lnTo>
                  <a:pt x="3972" y="712"/>
                </a:lnTo>
                <a:lnTo>
                  <a:pt x="3975" y="713"/>
                </a:lnTo>
                <a:lnTo>
                  <a:pt x="3976" y="714"/>
                </a:lnTo>
                <a:lnTo>
                  <a:pt x="3977" y="715"/>
                </a:lnTo>
                <a:lnTo>
                  <a:pt x="3977" y="717"/>
                </a:lnTo>
                <a:lnTo>
                  <a:pt x="3977" y="718"/>
                </a:lnTo>
                <a:lnTo>
                  <a:pt x="3979" y="720"/>
                </a:lnTo>
                <a:lnTo>
                  <a:pt x="3982" y="721"/>
                </a:lnTo>
                <a:lnTo>
                  <a:pt x="3984" y="721"/>
                </a:lnTo>
                <a:lnTo>
                  <a:pt x="3986" y="721"/>
                </a:lnTo>
                <a:lnTo>
                  <a:pt x="3988" y="720"/>
                </a:lnTo>
                <a:lnTo>
                  <a:pt x="3988" y="719"/>
                </a:lnTo>
                <a:lnTo>
                  <a:pt x="3989" y="719"/>
                </a:lnTo>
                <a:lnTo>
                  <a:pt x="3992" y="720"/>
                </a:lnTo>
                <a:lnTo>
                  <a:pt x="3993" y="720"/>
                </a:lnTo>
                <a:lnTo>
                  <a:pt x="3995" y="719"/>
                </a:lnTo>
                <a:lnTo>
                  <a:pt x="3996" y="719"/>
                </a:lnTo>
                <a:lnTo>
                  <a:pt x="3997" y="718"/>
                </a:lnTo>
                <a:lnTo>
                  <a:pt x="3996" y="716"/>
                </a:lnTo>
                <a:lnTo>
                  <a:pt x="3997" y="715"/>
                </a:lnTo>
                <a:lnTo>
                  <a:pt x="3999" y="715"/>
                </a:lnTo>
                <a:lnTo>
                  <a:pt x="3999" y="714"/>
                </a:lnTo>
                <a:lnTo>
                  <a:pt x="4000" y="713"/>
                </a:lnTo>
                <a:lnTo>
                  <a:pt x="4001" y="712"/>
                </a:lnTo>
                <a:lnTo>
                  <a:pt x="4002" y="711"/>
                </a:lnTo>
                <a:lnTo>
                  <a:pt x="4004" y="711"/>
                </a:lnTo>
                <a:lnTo>
                  <a:pt x="4006" y="711"/>
                </a:lnTo>
                <a:lnTo>
                  <a:pt x="4007" y="711"/>
                </a:lnTo>
                <a:lnTo>
                  <a:pt x="4008" y="711"/>
                </a:lnTo>
                <a:lnTo>
                  <a:pt x="4008" y="709"/>
                </a:lnTo>
                <a:lnTo>
                  <a:pt x="4009" y="709"/>
                </a:lnTo>
                <a:lnTo>
                  <a:pt x="4012" y="710"/>
                </a:lnTo>
                <a:lnTo>
                  <a:pt x="4013" y="710"/>
                </a:lnTo>
                <a:lnTo>
                  <a:pt x="4014" y="709"/>
                </a:lnTo>
                <a:lnTo>
                  <a:pt x="4020" y="705"/>
                </a:lnTo>
                <a:lnTo>
                  <a:pt x="4022" y="704"/>
                </a:lnTo>
                <a:lnTo>
                  <a:pt x="4025" y="704"/>
                </a:lnTo>
                <a:lnTo>
                  <a:pt x="4027" y="704"/>
                </a:lnTo>
                <a:lnTo>
                  <a:pt x="4029" y="703"/>
                </a:lnTo>
                <a:lnTo>
                  <a:pt x="4030" y="702"/>
                </a:lnTo>
                <a:lnTo>
                  <a:pt x="4031" y="701"/>
                </a:lnTo>
                <a:lnTo>
                  <a:pt x="4034" y="701"/>
                </a:lnTo>
                <a:lnTo>
                  <a:pt x="4037" y="698"/>
                </a:lnTo>
                <a:lnTo>
                  <a:pt x="4046" y="700"/>
                </a:lnTo>
                <a:lnTo>
                  <a:pt x="4049" y="702"/>
                </a:lnTo>
                <a:lnTo>
                  <a:pt x="4062" y="703"/>
                </a:lnTo>
                <a:lnTo>
                  <a:pt x="4066" y="700"/>
                </a:lnTo>
                <a:lnTo>
                  <a:pt x="4068" y="700"/>
                </a:lnTo>
                <a:lnTo>
                  <a:pt x="4068" y="701"/>
                </a:lnTo>
                <a:lnTo>
                  <a:pt x="4070" y="703"/>
                </a:lnTo>
                <a:lnTo>
                  <a:pt x="4074" y="703"/>
                </a:lnTo>
                <a:lnTo>
                  <a:pt x="4080" y="704"/>
                </a:lnTo>
                <a:lnTo>
                  <a:pt x="4081" y="704"/>
                </a:lnTo>
                <a:lnTo>
                  <a:pt x="4081" y="703"/>
                </a:lnTo>
                <a:lnTo>
                  <a:pt x="4081" y="702"/>
                </a:lnTo>
                <a:lnTo>
                  <a:pt x="4080" y="701"/>
                </a:lnTo>
                <a:lnTo>
                  <a:pt x="4085" y="695"/>
                </a:lnTo>
                <a:lnTo>
                  <a:pt x="4088" y="695"/>
                </a:lnTo>
                <a:lnTo>
                  <a:pt x="4090" y="695"/>
                </a:lnTo>
                <a:lnTo>
                  <a:pt x="4091" y="695"/>
                </a:lnTo>
                <a:lnTo>
                  <a:pt x="4092" y="696"/>
                </a:lnTo>
                <a:lnTo>
                  <a:pt x="4092" y="698"/>
                </a:lnTo>
                <a:lnTo>
                  <a:pt x="4091" y="699"/>
                </a:lnTo>
                <a:lnTo>
                  <a:pt x="4092" y="700"/>
                </a:lnTo>
                <a:lnTo>
                  <a:pt x="4094" y="700"/>
                </a:lnTo>
                <a:lnTo>
                  <a:pt x="4096" y="699"/>
                </a:lnTo>
                <a:lnTo>
                  <a:pt x="4100" y="698"/>
                </a:lnTo>
                <a:lnTo>
                  <a:pt x="4101" y="700"/>
                </a:lnTo>
                <a:lnTo>
                  <a:pt x="4105" y="704"/>
                </a:lnTo>
                <a:lnTo>
                  <a:pt x="4108" y="708"/>
                </a:lnTo>
                <a:lnTo>
                  <a:pt x="4110" y="708"/>
                </a:lnTo>
                <a:lnTo>
                  <a:pt x="4113" y="707"/>
                </a:lnTo>
                <a:lnTo>
                  <a:pt x="4117" y="708"/>
                </a:lnTo>
                <a:lnTo>
                  <a:pt x="4121" y="708"/>
                </a:lnTo>
                <a:lnTo>
                  <a:pt x="4123" y="708"/>
                </a:lnTo>
                <a:lnTo>
                  <a:pt x="4123" y="709"/>
                </a:lnTo>
                <a:lnTo>
                  <a:pt x="4125" y="710"/>
                </a:lnTo>
                <a:lnTo>
                  <a:pt x="4127" y="712"/>
                </a:lnTo>
                <a:lnTo>
                  <a:pt x="4128" y="712"/>
                </a:lnTo>
                <a:lnTo>
                  <a:pt x="4130" y="711"/>
                </a:lnTo>
                <a:lnTo>
                  <a:pt x="4131" y="711"/>
                </a:lnTo>
                <a:lnTo>
                  <a:pt x="4132" y="711"/>
                </a:lnTo>
                <a:lnTo>
                  <a:pt x="4132" y="712"/>
                </a:lnTo>
                <a:lnTo>
                  <a:pt x="4134" y="712"/>
                </a:lnTo>
                <a:lnTo>
                  <a:pt x="4135" y="711"/>
                </a:lnTo>
                <a:lnTo>
                  <a:pt x="4138" y="709"/>
                </a:lnTo>
                <a:lnTo>
                  <a:pt x="4143" y="710"/>
                </a:lnTo>
                <a:lnTo>
                  <a:pt x="4144" y="709"/>
                </a:lnTo>
                <a:lnTo>
                  <a:pt x="4146" y="709"/>
                </a:lnTo>
                <a:lnTo>
                  <a:pt x="4149" y="709"/>
                </a:lnTo>
                <a:lnTo>
                  <a:pt x="4151" y="711"/>
                </a:lnTo>
                <a:lnTo>
                  <a:pt x="4154" y="711"/>
                </a:lnTo>
                <a:lnTo>
                  <a:pt x="4157" y="710"/>
                </a:lnTo>
                <a:lnTo>
                  <a:pt x="4158" y="711"/>
                </a:lnTo>
                <a:lnTo>
                  <a:pt x="4160" y="711"/>
                </a:lnTo>
                <a:lnTo>
                  <a:pt x="4160" y="712"/>
                </a:lnTo>
                <a:lnTo>
                  <a:pt x="4160" y="713"/>
                </a:lnTo>
                <a:lnTo>
                  <a:pt x="4160" y="714"/>
                </a:lnTo>
                <a:lnTo>
                  <a:pt x="4164" y="713"/>
                </a:lnTo>
                <a:lnTo>
                  <a:pt x="4165" y="711"/>
                </a:lnTo>
                <a:lnTo>
                  <a:pt x="4166" y="711"/>
                </a:lnTo>
                <a:lnTo>
                  <a:pt x="4168" y="711"/>
                </a:lnTo>
                <a:lnTo>
                  <a:pt x="4169" y="711"/>
                </a:lnTo>
                <a:lnTo>
                  <a:pt x="4172" y="707"/>
                </a:lnTo>
                <a:lnTo>
                  <a:pt x="4172" y="705"/>
                </a:lnTo>
                <a:lnTo>
                  <a:pt x="4171" y="704"/>
                </a:lnTo>
                <a:lnTo>
                  <a:pt x="4178" y="706"/>
                </a:lnTo>
                <a:lnTo>
                  <a:pt x="4179" y="706"/>
                </a:lnTo>
                <a:lnTo>
                  <a:pt x="4181" y="706"/>
                </a:lnTo>
                <a:lnTo>
                  <a:pt x="4181" y="704"/>
                </a:lnTo>
                <a:lnTo>
                  <a:pt x="4182" y="703"/>
                </a:lnTo>
                <a:lnTo>
                  <a:pt x="4183" y="702"/>
                </a:lnTo>
                <a:lnTo>
                  <a:pt x="4183" y="701"/>
                </a:lnTo>
                <a:lnTo>
                  <a:pt x="4182" y="699"/>
                </a:lnTo>
                <a:lnTo>
                  <a:pt x="4181" y="697"/>
                </a:lnTo>
                <a:lnTo>
                  <a:pt x="4181" y="696"/>
                </a:lnTo>
                <a:lnTo>
                  <a:pt x="4183" y="693"/>
                </a:lnTo>
                <a:lnTo>
                  <a:pt x="4183" y="692"/>
                </a:lnTo>
                <a:lnTo>
                  <a:pt x="4182" y="690"/>
                </a:lnTo>
                <a:lnTo>
                  <a:pt x="4183" y="688"/>
                </a:lnTo>
                <a:lnTo>
                  <a:pt x="4183" y="687"/>
                </a:lnTo>
                <a:lnTo>
                  <a:pt x="4182" y="687"/>
                </a:lnTo>
                <a:lnTo>
                  <a:pt x="4182" y="683"/>
                </a:lnTo>
                <a:lnTo>
                  <a:pt x="4183" y="681"/>
                </a:lnTo>
                <a:lnTo>
                  <a:pt x="4176" y="680"/>
                </a:lnTo>
                <a:lnTo>
                  <a:pt x="4176" y="677"/>
                </a:lnTo>
                <a:lnTo>
                  <a:pt x="4178" y="676"/>
                </a:lnTo>
                <a:lnTo>
                  <a:pt x="4176" y="676"/>
                </a:lnTo>
                <a:lnTo>
                  <a:pt x="4175" y="675"/>
                </a:lnTo>
                <a:lnTo>
                  <a:pt x="4172" y="672"/>
                </a:lnTo>
                <a:lnTo>
                  <a:pt x="4171" y="670"/>
                </a:lnTo>
                <a:lnTo>
                  <a:pt x="4170" y="669"/>
                </a:lnTo>
                <a:lnTo>
                  <a:pt x="4170" y="668"/>
                </a:lnTo>
                <a:lnTo>
                  <a:pt x="4170" y="667"/>
                </a:lnTo>
                <a:lnTo>
                  <a:pt x="4172" y="666"/>
                </a:lnTo>
                <a:lnTo>
                  <a:pt x="4168" y="659"/>
                </a:lnTo>
                <a:lnTo>
                  <a:pt x="4167" y="658"/>
                </a:lnTo>
                <a:lnTo>
                  <a:pt x="4165" y="654"/>
                </a:lnTo>
                <a:lnTo>
                  <a:pt x="4164" y="654"/>
                </a:lnTo>
                <a:lnTo>
                  <a:pt x="4164" y="653"/>
                </a:lnTo>
                <a:lnTo>
                  <a:pt x="4162" y="652"/>
                </a:lnTo>
                <a:lnTo>
                  <a:pt x="4161" y="651"/>
                </a:lnTo>
                <a:lnTo>
                  <a:pt x="4160" y="650"/>
                </a:lnTo>
                <a:lnTo>
                  <a:pt x="4158" y="648"/>
                </a:lnTo>
                <a:lnTo>
                  <a:pt x="4158" y="647"/>
                </a:lnTo>
                <a:lnTo>
                  <a:pt x="4157" y="647"/>
                </a:lnTo>
                <a:lnTo>
                  <a:pt x="4156" y="646"/>
                </a:lnTo>
                <a:lnTo>
                  <a:pt x="4155" y="646"/>
                </a:lnTo>
                <a:lnTo>
                  <a:pt x="4154" y="646"/>
                </a:lnTo>
                <a:lnTo>
                  <a:pt x="4153" y="646"/>
                </a:lnTo>
                <a:lnTo>
                  <a:pt x="4152" y="646"/>
                </a:lnTo>
                <a:lnTo>
                  <a:pt x="4151" y="646"/>
                </a:lnTo>
                <a:lnTo>
                  <a:pt x="4150" y="646"/>
                </a:lnTo>
                <a:lnTo>
                  <a:pt x="4149" y="646"/>
                </a:lnTo>
                <a:lnTo>
                  <a:pt x="4149" y="645"/>
                </a:lnTo>
                <a:lnTo>
                  <a:pt x="4150" y="645"/>
                </a:lnTo>
                <a:lnTo>
                  <a:pt x="4150" y="644"/>
                </a:lnTo>
                <a:lnTo>
                  <a:pt x="4150" y="643"/>
                </a:lnTo>
                <a:lnTo>
                  <a:pt x="4150" y="644"/>
                </a:lnTo>
                <a:lnTo>
                  <a:pt x="4149" y="643"/>
                </a:lnTo>
                <a:lnTo>
                  <a:pt x="4150" y="643"/>
                </a:lnTo>
                <a:lnTo>
                  <a:pt x="4150" y="642"/>
                </a:lnTo>
                <a:lnTo>
                  <a:pt x="4150" y="643"/>
                </a:lnTo>
                <a:lnTo>
                  <a:pt x="4149" y="643"/>
                </a:lnTo>
                <a:lnTo>
                  <a:pt x="4149" y="642"/>
                </a:lnTo>
                <a:lnTo>
                  <a:pt x="4150" y="642"/>
                </a:lnTo>
                <a:lnTo>
                  <a:pt x="4149" y="642"/>
                </a:lnTo>
                <a:lnTo>
                  <a:pt x="4149" y="641"/>
                </a:lnTo>
                <a:lnTo>
                  <a:pt x="4148" y="641"/>
                </a:lnTo>
                <a:lnTo>
                  <a:pt x="4147" y="641"/>
                </a:lnTo>
                <a:lnTo>
                  <a:pt x="4148" y="640"/>
                </a:lnTo>
                <a:lnTo>
                  <a:pt x="4147" y="640"/>
                </a:lnTo>
                <a:lnTo>
                  <a:pt x="4147" y="641"/>
                </a:lnTo>
                <a:lnTo>
                  <a:pt x="4146" y="641"/>
                </a:lnTo>
                <a:lnTo>
                  <a:pt x="4146" y="640"/>
                </a:lnTo>
                <a:lnTo>
                  <a:pt x="4147" y="640"/>
                </a:lnTo>
                <a:lnTo>
                  <a:pt x="4147" y="639"/>
                </a:lnTo>
                <a:lnTo>
                  <a:pt x="4146" y="639"/>
                </a:lnTo>
                <a:lnTo>
                  <a:pt x="4145" y="639"/>
                </a:lnTo>
                <a:lnTo>
                  <a:pt x="4145" y="638"/>
                </a:lnTo>
                <a:lnTo>
                  <a:pt x="4144" y="638"/>
                </a:lnTo>
                <a:lnTo>
                  <a:pt x="4144" y="639"/>
                </a:lnTo>
                <a:lnTo>
                  <a:pt x="4144" y="638"/>
                </a:lnTo>
                <a:lnTo>
                  <a:pt x="4143" y="638"/>
                </a:lnTo>
                <a:lnTo>
                  <a:pt x="4144" y="638"/>
                </a:lnTo>
                <a:lnTo>
                  <a:pt x="4143" y="638"/>
                </a:lnTo>
                <a:lnTo>
                  <a:pt x="4142" y="638"/>
                </a:lnTo>
                <a:lnTo>
                  <a:pt x="4143" y="638"/>
                </a:lnTo>
                <a:lnTo>
                  <a:pt x="4142" y="638"/>
                </a:lnTo>
                <a:lnTo>
                  <a:pt x="4143" y="638"/>
                </a:lnTo>
                <a:lnTo>
                  <a:pt x="4143" y="637"/>
                </a:lnTo>
                <a:lnTo>
                  <a:pt x="4142" y="637"/>
                </a:lnTo>
                <a:lnTo>
                  <a:pt x="4141" y="637"/>
                </a:lnTo>
                <a:lnTo>
                  <a:pt x="4141" y="636"/>
                </a:lnTo>
                <a:lnTo>
                  <a:pt x="4140" y="636"/>
                </a:lnTo>
                <a:lnTo>
                  <a:pt x="4141" y="636"/>
                </a:lnTo>
                <a:lnTo>
                  <a:pt x="4140" y="636"/>
                </a:lnTo>
                <a:lnTo>
                  <a:pt x="4140" y="635"/>
                </a:lnTo>
                <a:lnTo>
                  <a:pt x="4139" y="635"/>
                </a:lnTo>
                <a:lnTo>
                  <a:pt x="4139" y="634"/>
                </a:lnTo>
                <a:lnTo>
                  <a:pt x="4138" y="633"/>
                </a:lnTo>
                <a:lnTo>
                  <a:pt x="4137" y="633"/>
                </a:lnTo>
                <a:lnTo>
                  <a:pt x="4137" y="632"/>
                </a:lnTo>
                <a:lnTo>
                  <a:pt x="4136" y="632"/>
                </a:lnTo>
                <a:lnTo>
                  <a:pt x="4135" y="632"/>
                </a:lnTo>
                <a:lnTo>
                  <a:pt x="4134" y="631"/>
                </a:lnTo>
                <a:lnTo>
                  <a:pt x="4133" y="631"/>
                </a:lnTo>
                <a:lnTo>
                  <a:pt x="4133" y="630"/>
                </a:lnTo>
                <a:lnTo>
                  <a:pt x="4132" y="630"/>
                </a:lnTo>
                <a:lnTo>
                  <a:pt x="4133" y="630"/>
                </a:lnTo>
                <a:lnTo>
                  <a:pt x="4132" y="630"/>
                </a:lnTo>
                <a:lnTo>
                  <a:pt x="4132" y="629"/>
                </a:lnTo>
                <a:lnTo>
                  <a:pt x="4132" y="628"/>
                </a:lnTo>
                <a:lnTo>
                  <a:pt x="4131" y="628"/>
                </a:lnTo>
                <a:lnTo>
                  <a:pt x="4130" y="628"/>
                </a:lnTo>
                <a:lnTo>
                  <a:pt x="4131" y="628"/>
                </a:lnTo>
                <a:lnTo>
                  <a:pt x="4130" y="628"/>
                </a:lnTo>
                <a:lnTo>
                  <a:pt x="4130" y="627"/>
                </a:lnTo>
                <a:lnTo>
                  <a:pt x="4130" y="628"/>
                </a:lnTo>
                <a:lnTo>
                  <a:pt x="4129" y="628"/>
                </a:lnTo>
                <a:lnTo>
                  <a:pt x="4128" y="628"/>
                </a:lnTo>
                <a:lnTo>
                  <a:pt x="4128" y="627"/>
                </a:lnTo>
                <a:lnTo>
                  <a:pt x="4131" y="624"/>
                </a:lnTo>
                <a:lnTo>
                  <a:pt x="4132" y="623"/>
                </a:lnTo>
                <a:lnTo>
                  <a:pt x="4129" y="622"/>
                </a:lnTo>
                <a:lnTo>
                  <a:pt x="4117" y="619"/>
                </a:lnTo>
                <a:lnTo>
                  <a:pt x="4117" y="618"/>
                </a:lnTo>
                <a:lnTo>
                  <a:pt x="4112" y="616"/>
                </a:lnTo>
                <a:lnTo>
                  <a:pt x="4112" y="614"/>
                </a:lnTo>
                <a:lnTo>
                  <a:pt x="4111" y="609"/>
                </a:lnTo>
                <a:lnTo>
                  <a:pt x="4111" y="608"/>
                </a:lnTo>
                <a:lnTo>
                  <a:pt x="4111" y="604"/>
                </a:lnTo>
                <a:lnTo>
                  <a:pt x="4100" y="600"/>
                </a:lnTo>
                <a:lnTo>
                  <a:pt x="4094" y="598"/>
                </a:lnTo>
                <a:lnTo>
                  <a:pt x="4079" y="593"/>
                </a:lnTo>
                <a:lnTo>
                  <a:pt x="4078" y="592"/>
                </a:lnTo>
                <a:lnTo>
                  <a:pt x="4069" y="581"/>
                </a:lnTo>
                <a:lnTo>
                  <a:pt x="4061" y="571"/>
                </a:lnTo>
                <a:lnTo>
                  <a:pt x="4060" y="570"/>
                </a:lnTo>
                <a:lnTo>
                  <a:pt x="4058" y="570"/>
                </a:lnTo>
                <a:lnTo>
                  <a:pt x="4050" y="570"/>
                </a:lnTo>
                <a:lnTo>
                  <a:pt x="4050" y="569"/>
                </a:lnTo>
                <a:lnTo>
                  <a:pt x="4049" y="570"/>
                </a:lnTo>
                <a:lnTo>
                  <a:pt x="4048" y="570"/>
                </a:lnTo>
                <a:lnTo>
                  <a:pt x="4049" y="570"/>
                </a:lnTo>
                <a:lnTo>
                  <a:pt x="4049" y="569"/>
                </a:lnTo>
                <a:lnTo>
                  <a:pt x="4048" y="569"/>
                </a:lnTo>
                <a:lnTo>
                  <a:pt x="4048" y="568"/>
                </a:lnTo>
                <a:lnTo>
                  <a:pt x="4047" y="568"/>
                </a:lnTo>
                <a:lnTo>
                  <a:pt x="4046" y="568"/>
                </a:lnTo>
                <a:lnTo>
                  <a:pt x="4045" y="568"/>
                </a:lnTo>
                <a:lnTo>
                  <a:pt x="4044" y="568"/>
                </a:lnTo>
                <a:lnTo>
                  <a:pt x="4043" y="568"/>
                </a:lnTo>
                <a:lnTo>
                  <a:pt x="4042" y="568"/>
                </a:lnTo>
                <a:lnTo>
                  <a:pt x="4041" y="568"/>
                </a:lnTo>
                <a:lnTo>
                  <a:pt x="4042" y="568"/>
                </a:lnTo>
                <a:lnTo>
                  <a:pt x="4042" y="569"/>
                </a:lnTo>
                <a:lnTo>
                  <a:pt x="4041" y="569"/>
                </a:lnTo>
                <a:lnTo>
                  <a:pt x="4040" y="569"/>
                </a:lnTo>
                <a:lnTo>
                  <a:pt x="4039" y="569"/>
                </a:lnTo>
                <a:lnTo>
                  <a:pt x="4038" y="569"/>
                </a:lnTo>
                <a:lnTo>
                  <a:pt x="4038" y="568"/>
                </a:lnTo>
                <a:lnTo>
                  <a:pt x="4037" y="568"/>
                </a:lnTo>
                <a:lnTo>
                  <a:pt x="4037" y="569"/>
                </a:lnTo>
                <a:lnTo>
                  <a:pt x="4036" y="569"/>
                </a:lnTo>
                <a:lnTo>
                  <a:pt x="4035" y="569"/>
                </a:lnTo>
                <a:lnTo>
                  <a:pt x="4035" y="568"/>
                </a:lnTo>
                <a:lnTo>
                  <a:pt x="4034" y="568"/>
                </a:lnTo>
                <a:lnTo>
                  <a:pt x="4033" y="567"/>
                </a:lnTo>
                <a:lnTo>
                  <a:pt x="4033" y="568"/>
                </a:lnTo>
                <a:lnTo>
                  <a:pt x="4033" y="567"/>
                </a:lnTo>
                <a:lnTo>
                  <a:pt x="4032" y="567"/>
                </a:lnTo>
                <a:lnTo>
                  <a:pt x="4031" y="567"/>
                </a:lnTo>
                <a:lnTo>
                  <a:pt x="4031" y="566"/>
                </a:lnTo>
                <a:lnTo>
                  <a:pt x="4030" y="566"/>
                </a:lnTo>
                <a:lnTo>
                  <a:pt x="4031" y="566"/>
                </a:lnTo>
                <a:lnTo>
                  <a:pt x="4030" y="565"/>
                </a:lnTo>
                <a:lnTo>
                  <a:pt x="4029" y="565"/>
                </a:lnTo>
                <a:lnTo>
                  <a:pt x="4028" y="565"/>
                </a:lnTo>
                <a:lnTo>
                  <a:pt x="4027" y="565"/>
                </a:lnTo>
                <a:lnTo>
                  <a:pt x="4026" y="565"/>
                </a:lnTo>
                <a:lnTo>
                  <a:pt x="4025" y="565"/>
                </a:lnTo>
                <a:lnTo>
                  <a:pt x="4025" y="564"/>
                </a:lnTo>
                <a:lnTo>
                  <a:pt x="4024" y="565"/>
                </a:lnTo>
                <a:lnTo>
                  <a:pt x="4023" y="565"/>
                </a:lnTo>
                <a:lnTo>
                  <a:pt x="4022" y="566"/>
                </a:lnTo>
                <a:lnTo>
                  <a:pt x="4021" y="566"/>
                </a:lnTo>
                <a:lnTo>
                  <a:pt x="4021" y="565"/>
                </a:lnTo>
                <a:lnTo>
                  <a:pt x="4020" y="565"/>
                </a:lnTo>
                <a:lnTo>
                  <a:pt x="4019" y="565"/>
                </a:lnTo>
                <a:lnTo>
                  <a:pt x="4019" y="566"/>
                </a:lnTo>
                <a:lnTo>
                  <a:pt x="4018" y="566"/>
                </a:lnTo>
                <a:lnTo>
                  <a:pt x="4017" y="566"/>
                </a:lnTo>
                <a:lnTo>
                  <a:pt x="4017" y="567"/>
                </a:lnTo>
                <a:lnTo>
                  <a:pt x="4016" y="567"/>
                </a:lnTo>
                <a:lnTo>
                  <a:pt x="4016" y="566"/>
                </a:lnTo>
                <a:lnTo>
                  <a:pt x="4016" y="567"/>
                </a:lnTo>
                <a:lnTo>
                  <a:pt x="4015" y="567"/>
                </a:lnTo>
                <a:lnTo>
                  <a:pt x="4014" y="567"/>
                </a:lnTo>
                <a:lnTo>
                  <a:pt x="4013" y="567"/>
                </a:lnTo>
                <a:lnTo>
                  <a:pt x="4013" y="568"/>
                </a:lnTo>
                <a:lnTo>
                  <a:pt x="4012" y="568"/>
                </a:lnTo>
                <a:lnTo>
                  <a:pt x="4011" y="568"/>
                </a:lnTo>
                <a:lnTo>
                  <a:pt x="4010" y="568"/>
                </a:lnTo>
                <a:lnTo>
                  <a:pt x="4009" y="568"/>
                </a:lnTo>
                <a:lnTo>
                  <a:pt x="4008" y="568"/>
                </a:lnTo>
                <a:lnTo>
                  <a:pt x="4007" y="568"/>
                </a:lnTo>
                <a:lnTo>
                  <a:pt x="4006" y="568"/>
                </a:lnTo>
                <a:lnTo>
                  <a:pt x="4005" y="568"/>
                </a:lnTo>
                <a:lnTo>
                  <a:pt x="4006" y="568"/>
                </a:lnTo>
                <a:lnTo>
                  <a:pt x="4005" y="568"/>
                </a:lnTo>
                <a:lnTo>
                  <a:pt x="4004" y="568"/>
                </a:lnTo>
                <a:lnTo>
                  <a:pt x="4003" y="568"/>
                </a:lnTo>
                <a:lnTo>
                  <a:pt x="4002" y="568"/>
                </a:lnTo>
                <a:lnTo>
                  <a:pt x="4002" y="567"/>
                </a:lnTo>
                <a:lnTo>
                  <a:pt x="4001" y="567"/>
                </a:lnTo>
                <a:lnTo>
                  <a:pt x="4000" y="567"/>
                </a:lnTo>
                <a:lnTo>
                  <a:pt x="3999" y="567"/>
                </a:lnTo>
                <a:lnTo>
                  <a:pt x="3992" y="568"/>
                </a:lnTo>
                <a:lnTo>
                  <a:pt x="3991" y="569"/>
                </a:lnTo>
                <a:lnTo>
                  <a:pt x="3990" y="569"/>
                </a:lnTo>
                <a:lnTo>
                  <a:pt x="3966" y="592"/>
                </a:lnTo>
                <a:lnTo>
                  <a:pt x="3966" y="593"/>
                </a:lnTo>
                <a:lnTo>
                  <a:pt x="3965" y="594"/>
                </a:lnTo>
                <a:lnTo>
                  <a:pt x="3963" y="594"/>
                </a:lnTo>
                <a:lnTo>
                  <a:pt x="3963" y="595"/>
                </a:lnTo>
                <a:lnTo>
                  <a:pt x="3953" y="606"/>
                </a:lnTo>
                <a:lnTo>
                  <a:pt x="3927" y="588"/>
                </a:lnTo>
                <a:lnTo>
                  <a:pt x="3919" y="585"/>
                </a:lnTo>
                <a:lnTo>
                  <a:pt x="3908" y="580"/>
                </a:lnTo>
                <a:lnTo>
                  <a:pt x="3900" y="580"/>
                </a:lnTo>
                <a:lnTo>
                  <a:pt x="3889" y="581"/>
                </a:lnTo>
                <a:lnTo>
                  <a:pt x="3869" y="586"/>
                </a:lnTo>
                <a:lnTo>
                  <a:pt x="3853" y="582"/>
                </a:lnTo>
                <a:lnTo>
                  <a:pt x="3839" y="588"/>
                </a:lnTo>
                <a:lnTo>
                  <a:pt x="3826" y="601"/>
                </a:lnTo>
                <a:lnTo>
                  <a:pt x="3823" y="602"/>
                </a:lnTo>
                <a:lnTo>
                  <a:pt x="3791" y="577"/>
                </a:lnTo>
                <a:lnTo>
                  <a:pt x="3790" y="573"/>
                </a:lnTo>
                <a:lnTo>
                  <a:pt x="3790" y="569"/>
                </a:lnTo>
                <a:lnTo>
                  <a:pt x="3789" y="564"/>
                </a:lnTo>
                <a:lnTo>
                  <a:pt x="3788" y="559"/>
                </a:lnTo>
                <a:lnTo>
                  <a:pt x="3787" y="559"/>
                </a:lnTo>
                <a:lnTo>
                  <a:pt x="3787" y="558"/>
                </a:lnTo>
                <a:lnTo>
                  <a:pt x="3788" y="557"/>
                </a:lnTo>
                <a:lnTo>
                  <a:pt x="3788" y="556"/>
                </a:lnTo>
                <a:lnTo>
                  <a:pt x="3788" y="555"/>
                </a:lnTo>
                <a:lnTo>
                  <a:pt x="3787" y="555"/>
                </a:lnTo>
                <a:lnTo>
                  <a:pt x="3787" y="554"/>
                </a:lnTo>
                <a:lnTo>
                  <a:pt x="3812" y="543"/>
                </a:lnTo>
                <a:lnTo>
                  <a:pt x="3810" y="516"/>
                </a:lnTo>
                <a:lnTo>
                  <a:pt x="3835" y="486"/>
                </a:lnTo>
                <a:lnTo>
                  <a:pt x="3836" y="485"/>
                </a:lnTo>
                <a:lnTo>
                  <a:pt x="3833" y="480"/>
                </a:lnTo>
                <a:lnTo>
                  <a:pt x="3894" y="380"/>
                </a:lnTo>
                <a:lnTo>
                  <a:pt x="3908" y="388"/>
                </a:lnTo>
                <a:lnTo>
                  <a:pt x="3924" y="396"/>
                </a:lnTo>
                <a:lnTo>
                  <a:pt x="3931" y="398"/>
                </a:lnTo>
                <a:lnTo>
                  <a:pt x="3944" y="402"/>
                </a:lnTo>
                <a:lnTo>
                  <a:pt x="3962" y="403"/>
                </a:lnTo>
                <a:lnTo>
                  <a:pt x="3976" y="408"/>
                </a:lnTo>
                <a:lnTo>
                  <a:pt x="3992" y="414"/>
                </a:lnTo>
                <a:lnTo>
                  <a:pt x="3993" y="414"/>
                </a:lnTo>
                <a:lnTo>
                  <a:pt x="3992" y="414"/>
                </a:lnTo>
                <a:lnTo>
                  <a:pt x="3992" y="413"/>
                </a:lnTo>
                <a:lnTo>
                  <a:pt x="3992" y="412"/>
                </a:lnTo>
                <a:lnTo>
                  <a:pt x="3993" y="412"/>
                </a:lnTo>
                <a:lnTo>
                  <a:pt x="3994" y="412"/>
                </a:lnTo>
                <a:lnTo>
                  <a:pt x="3994" y="411"/>
                </a:lnTo>
                <a:lnTo>
                  <a:pt x="3995" y="411"/>
                </a:lnTo>
                <a:lnTo>
                  <a:pt x="3996" y="410"/>
                </a:lnTo>
                <a:lnTo>
                  <a:pt x="3995" y="410"/>
                </a:lnTo>
                <a:lnTo>
                  <a:pt x="3995" y="409"/>
                </a:lnTo>
                <a:lnTo>
                  <a:pt x="3996" y="409"/>
                </a:lnTo>
                <a:lnTo>
                  <a:pt x="3997" y="409"/>
                </a:lnTo>
                <a:lnTo>
                  <a:pt x="3997" y="408"/>
                </a:lnTo>
                <a:lnTo>
                  <a:pt x="3997" y="407"/>
                </a:lnTo>
                <a:lnTo>
                  <a:pt x="3997" y="406"/>
                </a:lnTo>
                <a:lnTo>
                  <a:pt x="3998" y="406"/>
                </a:lnTo>
                <a:lnTo>
                  <a:pt x="3999" y="406"/>
                </a:lnTo>
                <a:lnTo>
                  <a:pt x="4000" y="406"/>
                </a:lnTo>
                <a:lnTo>
                  <a:pt x="4001" y="406"/>
                </a:lnTo>
                <a:lnTo>
                  <a:pt x="4002" y="406"/>
                </a:lnTo>
                <a:lnTo>
                  <a:pt x="4003" y="406"/>
                </a:lnTo>
                <a:lnTo>
                  <a:pt x="4004" y="406"/>
                </a:lnTo>
                <a:lnTo>
                  <a:pt x="4005" y="406"/>
                </a:lnTo>
                <a:lnTo>
                  <a:pt x="4005" y="405"/>
                </a:lnTo>
                <a:lnTo>
                  <a:pt x="4006" y="404"/>
                </a:lnTo>
                <a:lnTo>
                  <a:pt x="4006" y="405"/>
                </a:lnTo>
                <a:lnTo>
                  <a:pt x="4007" y="405"/>
                </a:lnTo>
                <a:lnTo>
                  <a:pt x="4007" y="404"/>
                </a:lnTo>
                <a:lnTo>
                  <a:pt x="4008" y="403"/>
                </a:lnTo>
                <a:lnTo>
                  <a:pt x="4009" y="403"/>
                </a:lnTo>
                <a:lnTo>
                  <a:pt x="4009" y="404"/>
                </a:lnTo>
                <a:lnTo>
                  <a:pt x="4010" y="404"/>
                </a:lnTo>
                <a:lnTo>
                  <a:pt x="4011" y="404"/>
                </a:lnTo>
                <a:lnTo>
                  <a:pt x="4012" y="404"/>
                </a:lnTo>
                <a:lnTo>
                  <a:pt x="4013" y="405"/>
                </a:lnTo>
                <a:lnTo>
                  <a:pt x="4014" y="405"/>
                </a:lnTo>
                <a:lnTo>
                  <a:pt x="4014" y="404"/>
                </a:lnTo>
                <a:lnTo>
                  <a:pt x="4015" y="404"/>
                </a:lnTo>
                <a:lnTo>
                  <a:pt x="4016" y="404"/>
                </a:lnTo>
                <a:lnTo>
                  <a:pt x="4017" y="403"/>
                </a:lnTo>
                <a:lnTo>
                  <a:pt x="4017" y="402"/>
                </a:lnTo>
                <a:lnTo>
                  <a:pt x="4018" y="402"/>
                </a:lnTo>
                <a:lnTo>
                  <a:pt x="4018" y="401"/>
                </a:lnTo>
                <a:lnTo>
                  <a:pt x="4018" y="400"/>
                </a:lnTo>
                <a:lnTo>
                  <a:pt x="4019" y="400"/>
                </a:lnTo>
                <a:lnTo>
                  <a:pt x="4020" y="400"/>
                </a:lnTo>
                <a:lnTo>
                  <a:pt x="4020" y="398"/>
                </a:lnTo>
                <a:lnTo>
                  <a:pt x="4021" y="399"/>
                </a:lnTo>
                <a:lnTo>
                  <a:pt x="4022" y="399"/>
                </a:lnTo>
                <a:lnTo>
                  <a:pt x="4023" y="400"/>
                </a:lnTo>
                <a:lnTo>
                  <a:pt x="4024" y="400"/>
                </a:lnTo>
                <a:lnTo>
                  <a:pt x="4024" y="399"/>
                </a:lnTo>
                <a:lnTo>
                  <a:pt x="4024" y="398"/>
                </a:lnTo>
                <a:lnTo>
                  <a:pt x="4025" y="398"/>
                </a:lnTo>
                <a:lnTo>
                  <a:pt x="4025" y="397"/>
                </a:lnTo>
                <a:lnTo>
                  <a:pt x="4026" y="397"/>
                </a:lnTo>
                <a:lnTo>
                  <a:pt x="4026" y="398"/>
                </a:lnTo>
                <a:lnTo>
                  <a:pt x="4026" y="397"/>
                </a:lnTo>
                <a:lnTo>
                  <a:pt x="4027" y="397"/>
                </a:lnTo>
                <a:lnTo>
                  <a:pt x="4028" y="396"/>
                </a:lnTo>
                <a:lnTo>
                  <a:pt x="4028" y="395"/>
                </a:lnTo>
                <a:lnTo>
                  <a:pt x="4028" y="394"/>
                </a:lnTo>
                <a:lnTo>
                  <a:pt x="4029" y="394"/>
                </a:lnTo>
                <a:lnTo>
                  <a:pt x="4030" y="394"/>
                </a:lnTo>
                <a:lnTo>
                  <a:pt x="4030" y="393"/>
                </a:lnTo>
                <a:lnTo>
                  <a:pt x="4030" y="392"/>
                </a:lnTo>
                <a:lnTo>
                  <a:pt x="4031" y="392"/>
                </a:lnTo>
                <a:lnTo>
                  <a:pt x="4030" y="392"/>
                </a:lnTo>
                <a:lnTo>
                  <a:pt x="4031" y="392"/>
                </a:lnTo>
                <a:lnTo>
                  <a:pt x="4032" y="392"/>
                </a:lnTo>
                <a:lnTo>
                  <a:pt x="4032" y="391"/>
                </a:lnTo>
                <a:lnTo>
                  <a:pt x="4033" y="391"/>
                </a:lnTo>
                <a:lnTo>
                  <a:pt x="4034" y="391"/>
                </a:lnTo>
                <a:lnTo>
                  <a:pt x="4035" y="391"/>
                </a:lnTo>
                <a:lnTo>
                  <a:pt x="4036" y="390"/>
                </a:lnTo>
                <a:lnTo>
                  <a:pt x="4035" y="390"/>
                </a:lnTo>
                <a:lnTo>
                  <a:pt x="4036" y="390"/>
                </a:lnTo>
                <a:lnTo>
                  <a:pt x="4036" y="389"/>
                </a:lnTo>
                <a:lnTo>
                  <a:pt x="4037" y="389"/>
                </a:lnTo>
                <a:lnTo>
                  <a:pt x="4037" y="388"/>
                </a:lnTo>
                <a:lnTo>
                  <a:pt x="4038" y="388"/>
                </a:lnTo>
                <a:lnTo>
                  <a:pt x="4038" y="389"/>
                </a:lnTo>
                <a:lnTo>
                  <a:pt x="4039" y="389"/>
                </a:lnTo>
                <a:lnTo>
                  <a:pt x="4039" y="388"/>
                </a:lnTo>
                <a:lnTo>
                  <a:pt x="4040" y="388"/>
                </a:lnTo>
                <a:lnTo>
                  <a:pt x="4040" y="387"/>
                </a:lnTo>
                <a:lnTo>
                  <a:pt x="4041" y="387"/>
                </a:lnTo>
                <a:lnTo>
                  <a:pt x="4041" y="388"/>
                </a:lnTo>
                <a:lnTo>
                  <a:pt x="4042" y="388"/>
                </a:lnTo>
                <a:lnTo>
                  <a:pt x="4042" y="387"/>
                </a:lnTo>
                <a:lnTo>
                  <a:pt x="4043" y="387"/>
                </a:lnTo>
                <a:lnTo>
                  <a:pt x="4044" y="387"/>
                </a:lnTo>
                <a:lnTo>
                  <a:pt x="4043" y="387"/>
                </a:lnTo>
                <a:lnTo>
                  <a:pt x="4043" y="386"/>
                </a:lnTo>
                <a:lnTo>
                  <a:pt x="4044" y="386"/>
                </a:lnTo>
                <a:lnTo>
                  <a:pt x="4044" y="385"/>
                </a:lnTo>
                <a:lnTo>
                  <a:pt x="4045" y="385"/>
                </a:lnTo>
                <a:lnTo>
                  <a:pt x="4045" y="384"/>
                </a:lnTo>
                <a:lnTo>
                  <a:pt x="4044" y="384"/>
                </a:lnTo>
                <a:lnTo>
                  <a:pt x="4045" y="384"/>
                </a:lnTo>
                <a:lnTo>
                  <a:pt x="4044" y="383"/>
                </a:lnTo>
                <a:lnTo>
                  <a:pt x="4044" y="382"/>
                </a:lnTo>
                <a:lnTo>
                  <a:pt x="4045" y="382"/>
                </a:lnTo>
                <a:lnTo>
                  <a:pt x="4046" y="382"/>
                </a:lnTo>
                <a:lnTo>
                  <a:pt x="4046" y="383"/>
                </a:lnTo>
                <a:lnTo>
                  <a:pt x="4047" y="383"/>
                </a:lnTo>
                <a:lnTo>
                  <a:pt x="4048" y="383"/>
                </a:lnTo>
                <a:lnTo>
                  <a:pt x="4048" y="382"/>
                </a:lnTo>
                <a:lnTo>
                  <a:pt x="4049" y="382"/>
                </a:lnTo>
                <a:lnTo>
                  <a:pt x="4050" y="382"/>
                </a:lnTo>
                <a:lnTo>
                  <a:pt x="4051" y="381"/>
                </a:lnTo>
                <a:lnTo>
                  <a:pt x="4051" y="382"/>
                </a:lnTo>
                <a:lnTo>
                  <a:pt x="4051" y="383"/>
                </a:lnTo>
                <a:lnTo>
                  <a:pt x="4052" y="382"/>
                </a:lnTo>
                <a:lnTo>
                  <a:pt x="4052" y="381"/>
                </a:lnTo>
                <a:lnTo>
                  <a:pt x="4053" y="381"/>
                </a:lnTo>
                <a:lnTo>
                  <a:pt x="4054" y="381"/>
                </a:lnTo>
                <a:lnTo>
                  <a:pt x="4054" y="380"/>
                </a:lnTo>
                <a:lnTo>
                  <a:pt x="4053" y="380"/>
                </a:lnTo>
                <a:lnTo>
                  <a:pt x="4053" y="379"/>
                </a:lnTo>
                <a:lnTo>
                  <a:pt x="4053" y="378"/>
                </a:lnTo>
                <a:lnTo>
                  <a:pt x="4054" y="377"/>
                </a:lnTo>
                <a:lnTo>
                  <a:pt x="4055" y="377"/>
                </a:lnTo>
                <a:lnTo>
                  <a:pt x="4056" y="377"/>
                </a:lnTo>
                <a:lnTo>
                  <a:pt x="4056" y="376"/>
                </a:lnTo>
                <a:lnTo>
                  <a:pt x="4057" y="376"/>
                </a:lnTo>
                <a:lnTo>
                  <a:pt x="4056" y="376"/>
                </a:lnTo>
                <a:lnTo>
                  <a:pt x="4057" y="376"/>
                </a:lnTo>
                <a:lnTo>
                  <a:pt x="4056" y="376"/>
                </a:lnTo>
                <a:lnTo>
                  <a:pt x="4056" y="375"/>
                </a:lnTo>
                <a:lnTo>
                  <a:pt x="4057" y="375"/>
                </a:lnTo>
                <a:lnTo>
                  <a:pt x="4058" y="375"/>
                </a:lnTo>
                <a:lnTo>
                  <a:pt x="4059" y="374"/>
                </a:lnTo>
                <a:lnTo>
                  <a:pt x="4059" y="375"/>
                </a:lnTo>
                <a:lnTo>
                  <a:pt x="4060" y="375"/>
                </a:lnTo>
                <a:lnTo>
                  <a:pt x="4059" y="374"/>
                </a:lnTo>
                <a:lnTo>
                  <a:pt x="4060" y="374"/>
                </a:lnTo>
                <a:lnTo>
                  <a:pt x="4060" y="373"/>
                </a:lnTo>
                <a:lnTo>
                  <a:pt x="4059" y="373"/>
                </a:lnTo>
                <a:lnTo>
                  <a:pt x="4060" y="373"/>
                </a:lnTo>
                <a:lnTo>
                  <a:pt x="4060" y="372"/>
                </a:lnTo>
                <a:lnTo>
                  <a:pt x="4061" y="372"/>
                </a:lnTo>
                <a:lnTo>
                  <a:pt x="4062" y="372"/>
                </a:lnTo>
                <a:lnTo>
                  <a:pt x="4063" y="372"/>
                </a:lnTo>
                <a:lnTo>
                  <a:pt x="4064" y="372"/>
                </a:lnTo>
                <a:lnTo>
                  <a:pt x="4064" y="371"/>
                </a:lnTo>
                <a:lnTo>
                  <a:pt x="4065" y="371"/>
                </a:lnTo>
                <a:lnTo>
                  <a:pt x="4064" y="370"/>
                </a:lnTo>
                <a:lnTo>
                  <a:pt x="4065" y="370"/>
                </a:lnTo>
                <a:lnTo>
                  <a:pt x="4066" y="370"/>
                </a:lnTo>
                <a:lnTo>
                  <a:pt x="4065" y="371"/>
                </a:lnTo>
                <a:lnTo>
                  <a:pt x="4066" y="371"/>
                </a:lnTo>
                <a:lnTo>
                  <a:pt x="4067" y="371"/>
                </a:lnTo>
                <a:lnTo>
                  <a:pt x="4068" y="371"/>
                </a:lnTo>
                <a:lnTo>
                  <a:pt x="4068" y="370"/>
                </a:lnTo>
                <a:lnTo>
                  <a:pt x="4067" y="370"/>
                </a:lnTo>
                <a:lnTo>
                  <a:pt x="4068" y="370"/>
                </a:lnTo>
                <a:lnTo>
                  <a:pt x="4069" y="370"/>
                </a:lnTo>
                <a:lnTo>
                  <a:pt x="4068" y="370"/>
                </a:lnTo>
                <a:lnTo>
                  <a:pt x="4069" y="370"/>
                </a:lnTo>
                <a:lnTo>
                  <a:pt x="4070" y="370"/>
                </a:lnTo>
                <a:lnTo>
                  <a:pt x="4071" y="369"/>
                </a:lnTo>
                <a:lnTo>
                  <a:pt x="4071" y="370"/>
                </a:lnTo>
                <a:lnTo>
                  <a:pt x="4072" y="370"/>
                </a:lnTo>
                <a:lnTo>
                  <a:pt x="4073" y="370"/>
                </a:lnTo>
                <a:lnTo>
                  <a:pt x="4072" y="370"/>
                </a:lnTo>
                <a:lnTo>
                  <a:pt x="4073" y="370"/>
                </a:lnTo>
                <a:lnTo>
                  <a:pt x="4074" y="370"/>
                </a:lnTo>
                <a:lnTo>
                  <a:pt x="4075" y="370"/>
                </a:lnTo>
                <a:lnTo>
                  <a:pt x="4076" y="370"/>
                </a:lnTo>
                <a:lnTo>
                  <a:pt x="4077" y="370"/>
                </a:lnTo>
                <a:lnTo>
                  <a:pt x="4077" y="369"/>
                </a:lnTo>
                <a:lnTo>
                  <a:pt x="4078" y="369"/>
                </a:lnTo>
                <a:lnTo>
                  <a:pt x="4079" y="369"/>
                </a:lnTo>
                <a:lnTo>
                  <a:pt x="4080" y="369"/>
                </a:lnTo>
                <a:lnTo>
                  <a:pt x="4081" y="369"/>
                </a:lnTo>
                <a:lnTo>
                  <a:pt x="4081" y="368"/>
                </a:lnTo>
                <a:lnTo>
                  <a:pt x="4082" y="368"/>
                </a:lnTo>
                <a:lnTo>
                  <a:pt x="4083" y="368"/>
                </a:lnTo>
                <a:lnTo>
                  <a:pt x="4083" y="369"/>
                </a:lnTo>
                <a:lnTo>
                  <a:pt x="4084" y="369"/>
                </a:lnTo>
                <a:lnTo>
                  <a:pt x="4084" y="368"/>
                </a:lnTo>
                <a:lnTo>
                  <a:pt x="4085" y="368"/>
                </a:lnTo>
                <a:lnTo>
                  <a:pt x="4086" y="368"/>
                </a:lnTo>
                <a:lnTo>
                  <a:pt x="4087" y="368"/>
                </a:lnTo>
                <a:lnTo>
                  <a:pt x="4088" y="367"/>
                </a:lnTo>
                <a:lnTo>
                  <a:pt x="4089" y="367"/>
                </a:lnTo>
                <a:lnTo>
                  <a:pt x="4090" y="367"/>
                </a:lnTo>
                <a:lnTo>
                  <a:pt x="4091" y="367"/>
                </a:lnTo>
                <a:lnTo>
                  <a:pt x="4092" y="367"/>
                </a:lnTo>
                <a:lnTo>
                  <a:pt x="4092" y="366"/>
                </a:lnTo>
                <a:lnTo>
                  <a:pt x="4093" y="366"/>
                </a:lnTo>
                <a:lnTo>
                  <a:pt x="4094" y="366"/>
                </a:lnTo>
                <a:lnTo>
                  <a:pt x="4095" y="366"/>
                </a:lnTo>
                <a:lnTo>
                  <a:pt x="4096" y="366"/>
                </a:lnTo>
                <a:lnTo>
                  <a:pt x="4097" y="366"/>
                </a:lnTo>
                <a:lnTo>
                  <a:pt x="4096" y="366"/>
                </a:lnTo>
                <a:lnTo>
                  <a:pt x="4097" y="366"/>
                </a:lnTo>
                <a:lnTo>
                  <a:pt x="4097" y="367"/>
                </a:lnTo>
                <a:lnTo>
                  <a:pt x="4098" y="367"/>
                </a:lnTo>
                <a:lnTo>
                  <a:pt x="4098" y="366"/>
                </a:lnTo>
                <a:lnTo>
                  <a:pt x="4098" y="367"/>
                </a:lnTo>
                <a:lnTo>
                  <a:pt x="4099" y="367"/>
                </a:lnTo>
                <a:lnTo>
                  <a:pt x="4101" y="367"/>
                </a:lnTo>
                <a:lnTo>
                  <a:pt x="4102" y="366"/>
                </a:lnTo>
                <a:lnTo>
                  <a:pt x="4103" y="366"/>
                </a:lnTo>
                <a:lnTo>
                  <a:pt x="4103" y="367"/>
                </a:lnTo>
                <a:lnTo>
                  <a:pt x="4104" y="367"/>
                </a:lnTo>
                <a:lnTo>
                  <a:pt x="4104" y="366"/>
                </a:lnTo>
                <a:lnTo>
                  <a:pt x="4105" y="366"/>
                </a:lnTo>
                <a:lnTo>
                  <a:pt x="4106" y="366"/>
                </a:lnTo>
                <a:lnTo>
                  <a:pt x="4107" y="366"/>
                </a:lnTo>
                <a:lnTo>
                  <a:pt x="4108" y="366"/>
                </a:lnTo>
                <a:lnTo>
                  <a:pt x="4108" y="365"/>
                </a:lnTo>
                <a:lnTo>
                  <a:pt x="4109" y="365"/>
                </a:lnTo>
                <a:lnTo>
                  <a:pt x="4110" y="365"/>
                </a:lnTo>
                <a:lnTo>
                  <a:pt x="4110" y="364"/>
                </a:lnTo>
                <a:lnTo>
                  <a:pt x="4110" y="363"/>
                </a:lnTo>
                <a:lnTo>
                  <a:pt x="4111" y="362"/>
                </a:lnTo>
                <a:lnTo>
                  <a:pt x="4112" y="362"/>
                </a:lnTo>
                <a:lnTo>
                  <a:pt x="4112" y="361"/>
                </a:lnTo>
                <a:lnTo>
                  <a:pt x="4113" y="362"/>
                </a:lnTo>
                <a:lnTo>
                  <a:pt x="4114" y="362"/>
                </a:lnTo>
                <a:lnTo>
                  <a:pt x="4114" y="361"/>
                </a:lnTo>
                <a:lnTo>
                  <a:pt x="4115" y="360"/>
                </a:lnTo>
                <a:lnTo>
                  <a:pt x="4115" y="359"/>
                </a:lnTo>
                <a:lnTo>
                  <a:pt x="4115" y="358"/>
                </a:lnTo>
                <a:lnTo>
                  <a:pt x="4116" y="358"/>
                </a:lnTo>
                <a:lnTo>
                  <a:pt x="4117" y="358"/>
                </a:lnTo>
                <a:lnTo>
                  <a:pt x="4116" y="358"/>
                </a:lnTo>
                <a:lnTo>
                  <a:pt x="4116" y="357"/>
                </a:lnTo>
                <a:lnTo>
                  <a:pt x="4116" y="356"/>
                </a:lnTo>
                <a:lnTo>
                  <a:pt x="4117" y="356"/>
                </a:lnTo>
                <a:lnTo>
                  <a:pt x="4118" y="356"/>
                </a:lnTo>
                <a:lnTo>
                  <a:pt x="4118" y="357"/>
                </a:lnTo>
                <a:lnTo>
                  <a:pt x="4119" y="357"/>
                </a:lnTo>
                <a:lnTo>
                  <a:pt x="4120" y="357"/>
                </a:lnTo>
                <a:lnTo>
                  <a:pt x="4121" y="356"/>
                </a:lnTo>
                <a:lnTo>
                  <a:pt x="4121" y="355"/>
                </a:lnTo>
                <a:lnTo>
                  <a:pt x="4122" y="355"/>
                </a:lnTo>
                <a:lnTo>
                  <a:pt x="4122" y="354"/>
                </a:lnTo>
                <a:lnTo>
                  <a:pt x="4123" y="354"/>
                </a:lnTo>
                <a:lnTo>
                  <a:pt x="4124" y="354"/>
                </a:lnTo>
                <a:lnTo>
                  <a:pt x="4124" y="353"/>
                </a:lnTo>
                <a:lnTo>
                  <a:pt x="4124" y="354"/>
                </a:lnTo>
                <a:lnTo>
                  <a:pt x="4125" y="354"/>
                </a:lnTo>
                <a:lnTo>
                  <a:pt x="4125" y="353"/>
                </a:lnTo>
                <a:lnTo>
                  <a:pt x="4126" y="352"/>
                </a:lnTo>
                <a:lnTo>
                  <a:pt x="4125" y="351"/>
                </a:lnTo>
                <a:lnTo>
                  <a:pt x="4126" y="351"/>
                </a:lnTo>
                <a:lnTo>
                  <a:pt x="4127" y="351"/>
                </a:lnTo>
                <a:lnTo>
                  <a:pt x="4127" y="350"/>
                </a:lnTo>
                <a:lnTo>
                  <a:pt x="4128" y="350"/>
                </a:lnTo>
                <a:lnTo>
                  <a:pt x="4128" y="349"/>
                </a:lnTo>
                <a:lnTo>
                  <a:pt x="4127" y="349"/>
                </a:lnTo>
                <a:lnTo>
                  <a:pt x="4127" y="348"/>
                </a:lnTo>
                <a:lnTo>
                  <a:pt x="4128" y="348"/>
                </a:lnTo>
                <a:lnTo>
                  <a:pt x="4130" y="348"/>
                </a:lnTo>
                <a:lnTo>
                  <a:pt x="4130" y="347"/>
                </a:lnTo>
                <a:lnTo>
                  <a:pt x="4129" y="347"/>
                </a:lnTo>
                <a:lnTo>
                  <a:pt x="4129" y="346"/>
                </a:lnTo>
                <a:lnTo>
                  <a:pt x="4130" y="345"/>
                </a:lnTo>
                <a:lnTo>
                  <a:pt x="4131" y="345"/>
                </a:lnTo>
                <a:lnTo>
                  <a:pt x="4131" y="344"/>
                </a:lnTo>
                <a:lnTo>
                  <a:pt x="4130" y="344"/>
                </a:lnTo>
                <a:lnTo>
                  <a:pt x="4129" y="343"/>
                </a:lnTo>
                <a:lnTo>
                  <a:pt x="4128" y="343"/>
                </a:lnTo>
                <a:lnTo>
                  <a:pt x="4128" y="342"/>
                </a:lnTo>
                <a:lnTo>
                  <a:pt x="4128" y="341"/>
                </a:lnTo>
                <a:lnTo>
                  <a:pt x="4128" y="340"/>
                </a:lnTo>
                <a:lnTo>
                  <a:pt x="4129" y="340"/>
                </a:lnTo>
                <a:lnTo>
                  <a:pt x="4130" y="340"/>
                </a:lnTo>
                <a:lnTo>
                  <a:pt x="4129" y="340"/>
                </a:lnTo>
                <a:lnTo>
                  <a:pt x="4129" y="339"/>
                </a:lnTo>
                <a:lnTo>
                  <a:pt x="4129" y="338"/>
                </a:lnTo>
                <a:lnTo>
                  <a:pt x="4130" y="338"/>
                </a:lnTo>
                <a:lnTo>
                  <a:pt x="4130" y="339"/>
                </a:lnTo>
                <a:lnTo>
                  <a:pt x="4130" y="338"/>
                </a:lnTo>
                <a:lnTo>
                  <a:pt x="4129" y="338"/>
                </a:lnTo>
                <a:lnTo>
                  <a:pt x="4129" y="337"/>
                </a:lnTo>
                <a:lnTo>
                  <a:pt x="4130" y="337"/>
                </a:lnTo>
                <a:lnTo>
                  <a:pt x="4130" y="336"/>
                </a:lnTo>
                <a:lnTo>
                  <a:pt x="4129" y="336"/>
                </a:lnTo>
                <a:lnTo>
                  <a:pt x="4129" y="337"/>
                </a:lnTo>
                <a:lnTo>
                  <a:pt x="4129" y="336"/>
                </a:lnTo>
                <a:lnTo>
                  <a:pt x="4128" y="336"/>
                </a:lnTo>
                <a:lnTo>
                  <a:pt x="4129" y="336"/>
                </a:lnTo>
                <a:lnTo>
                  <a:pt x="4131" y="336"/>
                </a:lnTo>
                <a:lnTo>
                  <a:pt x="4131" y="335"/>
                </a:lnTo>
                <a:lnTo>
                  <a:pt x="4130" y="335"/>
                </a:lnTo>
                <a:lnTo>
                  <a:pt x="4130" y="334"/>
                </a:lnTo>
                <a:lnTo>
                  <a:pt x="4131" y="334"/>
                </a:lnTo>
                <a:lnTo>
                  <a:pt x="4131" y="333"/>
                </a:lnTo>
                <a:lnTo>
                  <a:pt x="4132" y="333"/>
                </a:lnTo>
                <a:lnTo>
                  <a:pt x="4133" y="333"/>
                </a:lnTo>
                <a:lnTo>
                  <a:pt x="4133" y="332"/>
                </a:lnTo>
                <a:lnTo>
                  <a:pt x="4134" y="332"/>
                </a:lnTo>
                <a:lnTo>
                  <a:pt x="4133" y="332"/>
                </a:lnTo>
                <a:lnTo>
                  <a:pt x="4132" y="332"/>
                </a:lnTo>
                <a:lnTo>
                  <a:pt x="4131" y="331"/>
                </a:lnTo>
                <a:lnTo>
                  <a:pt x="4132" y="331"/>
                </a:lnTo>
                <a:lnTo>
                  <a:pt x="4132" y="330"/>
                </a:lnTo>
                <a:lnTo>
                  <a:pt x="4131" y="329"/>
                </a:lnTo>
                <a:lnTo>
                  <a:pt x="4132" y="329"/>
                </a:lnTo>
                <a:lnTo>
                  <a:pt x="4131" y="329"/>
                </a:lnTo>
                <a:lnTo>
                  <a:pt x="4131" y="328"/>
                </a:lnTo>
                <a:lnTo>
                  <a:pt x="4130" y="328"/>
                </a:lnTo>
                <a:lnTo>
                  <a:pt x="4129" y="328"/>
                </a:lnTo>
                <a:lnTo>
                  <a:pt x="4128" y="328"/>
                </a:lnTo>
                <a:lnTo>
                  <a:pt x="4128" y="329"/>
                </a:lnTo>
                <a:lnTo>
                  <a:pt x="4127" y="329"/>
                </a:lnTo>
                <a:lnTo>
                  <a:pt x="4127" y="328"/>
                </a:lnTo>
                <a:lnTo>
                  <a:pt x="4126" y="328"/>
                </a:lnTo>
                <a:lnTo>
                  <a:pt x="4126" y="329"/>
                </a:lnTo>
                <a:lnTo>
                  <a:pt x="4127" y="329"/>
                </a:lnTo>
                <a:lnTo>
                  <a:pt x="4126" y="329"/>
                </a:lnTo>
                <a:lnTo>
                  <a:pt x="4126" y="328"/>
                </a:lnTo>
                <a:lnTo>
                  <a:pt x="4125" y="328"/>
                </a:lnTo>
                <a:lnTo>
                  <a:pt x="4124" y="328"/>
                </a:lnTo>
                <a:lnTo>
                  <a:pt x="4124" y="327"/>
                </a:lnTo>
                <a:lnTo>
                  <a:pt x="4124" y="328"/>
                </a:lnTo>
                <a:lnTo>
                  <a:pt x="4123" y="328"/>
                </a:lnTo>
                <a:lnTo>
                  <a:pt x="4123" y="329"/>
                </a:lnTo>
                <a:lnTo>
                  <a:pt x="4122" y="329"/>
                </a:lnTo>
                <a:lnTo>
                  <a:pt x="4122" y="330"/>
                </a:lnTo>
                <a:lnTo>
                  <a:pt x="4120" y="329"/>
                </a:lnTo>
                <a:lnTo>
                  <a:pt x="4120" y="328"/>
                </a:lnTo>
                <a:lnTo>
                  <a:pt x="4120" y="327"/>
                </a:lnTo>
                <a:lnTo>
                  <a:pt x="4119" y="328"/>
                </a:lnTo>
                <a:lnTo>
                  <a:pt x="4118" y="328"/>
                </a:lnTo>
                <a:lnTo>
                  <a:pt x="4117" y="328"/>
                </a:lnTo>
                <a:lnTo>
                  <a:pt x="4116" y="329"/>
                </a:lnTo>
                <a:lnTo>
                  <a:pt x="4115" y="329"/>
                </a:lnTo>
                <a:lnTo>
                  <a:pt x="4115" y="328"/>
                </a:lnTo>
                <a:lnTo>
                  <a:pt x="4116" y="328"/>
                </a:lnTo>
                <a:lnTo>
                  <a:pt x="4117" y="328"/>
                </a:lnTo>
                <a:lnTo>
                  <a:pt x="4116" y="328"/>
                </a:lnTo>
                <a:lnTo>
                  <a:pt x="4115" y="328"/>
                </a:lnTo>
                <a:lnTo>
                  <a:pt x="4114" y="328"/>
                </a:lnTo>
                <a:lnTo>
                  <a:pt x="4113" y="328"/>
                </a:lnTo>
                <a:lnTo>
                  <a:pt x="4113" y="327"/>
                </a:lnTo>
                <a:lnTo>
                  <a:pt x="4114" y="327"/>
                </a:lnTo>
                <a:lnTo>
                  <a:pt x="4115" y="327"/>
                </a:lnTo>
                <a:lnTo>
                  <a:pt x="4115" y="326"/>
                </a:lnTo>
                <a:lnTo>
                  <a:pt x="4113" y="326"/>
                </a:lnTo>
                <a:lnTo>
                  <a:pt x="4113" y="325"/>
                </a:lnTo>
                <a:lnTo>
                  <a:pt x="4112" y="325"/>
                </a:lnTo>
                <a:lnTo>
                  <a:pt x="4112" y="326"/>
                </a:lnTo>
                <a:lnTo>
                  <a:pt x="4111" y="326"/>
                </a:lnTo>
                <a:lnTo>
                  <a:pt x="4110" y="325"/>
                </a:lnTo>
                <a:lnTo>
                  <a:pt x="4111" y="324"/>
                </a:lnTo>
                <a:lnTo>
                  <a:pt x="4112" y="324"/>
                </a:lnTo>
                <a:lnTo>
                  <a:pt x="4112" y="323"/>
                </a:lnTo>
                <a:lnTo>
                  <a:pt x="4113" y="323"/>
                </a:lnTo>
                <a:lnTo>
                  <a:pt x="4114" y="323"/>
                </a:lnTo>
                <a:lnTo>
                  <a:pt x="4114" y="322"/>
                </a:lnTo>
                <a:lnTo>
                  <a:pt x="4115" y="322"/>
                </a:lnTo>
                <a:lnTo>
                  <a:pt x="4116" y="322"/>
                </a:lnTo>
                <a:lnTo>
                  <a:pt x="4117" y="322"/>
                </a:lnTo>
                <a:lnTo>
                  <a:pt x="4117" y="323"/>
                </a:lnTo>
                <a:lnTo>
                  <a:pt x="4118" y="323"/>
                </a:lnTo>
                <a:lnTo>
                  <a:pt x="4118" y="322"/>
                </a:lnTo>
                <a:lnTo>
                  <a:pt x="4118" y="321"/>
                </a:lnTo>
                <a:lnTo>
                  <a:pt x="4119" y="321"/>
                </a:lnTo>
                <a:lnTo>
                  <a:pt x="4119" y="320"/>
                </a:lnTo>
                <a:lnTo>
                  <a:pt x="4119" y="319"/>
                </a:lnTo>
                <a:lnTo>
                  <a:pt x="4120" y="319"/>
                </a:lnTo>
                <a:lnTo>
                  <a:pt x="4121" y="320"/>
                </a:lnTo>
                <a:lnTo>
                  <a:pt x="4121" y="319"/>
                </a:lnTo>
                <a:lnTo>
                  <a:pt x="4122" y="319"/>
                </a:lnTo>
                <a:lnTo>
                  <a:pt x="4121" y="318"/>
                </a:lnTo>
                <a:lnTo>
                  <a:pt x="4121" y="317"/>
                </a:lnTo>
                <a:lnTo>
                  <a:pt x="4122" y="317"/>
                </a:lnTo>
                <a:lnTo>
                  <a:pt x="4123" y="317"/>
                </a:lnTo>
                <a:lnTo>
                  <a:pt x="4123" y="316"/>
                </a:lnTo>
                <a:lnTo>
                  <a:pt x="4122" y="315"/>
                </a:lnTo>
                <a:lnTo>
                  <a:pt x="4123" y="315"/>
                </a:lnTo>
                <a:lnTo>
                  <a:pt x="4122" y="314"/>
                </a:lnTo>
                <a:lnTo>
                  <a:pt x="4120" y="314"/>
                </a:lnTo>
                <a:lnTo>
                  <a:pt x="4120" y="313"/>
                </a:lnTo>
                <a:lnTo>
                  <a:pt x="4121" y="313"/>
                </a:lnTo>
                <a:lnTo>
                  <a:pt x="4122" y="313"/>
                </a:lnTo>
                <a:lnTo>
                  <a:pt x="4123" y="313"/>
                </a:lnTo>
                <a:lnTo>
                  <a:pt x="4123" y="312"/>
                </a:lnTo>
                <a:lnTo>
                  <a:pt x="4123" y="311"/>
                </a:lnTo>
                <a:lnTo>
                  <a:pt x="4123" y="310"/>
                </a:lnTo>
                <a:lnTo>
                  <a:pt x="4123" y="309"/>
                </a:lnTo>
                <a:lnTo>
                  <a:pt x="4124" y="309"/>
                </a:lnTo>
                <a:lnTo>
                  <a:pt x="4124" y="308"/>
                </a:lnTo>
                <a:lnTo>
                  <a:pt x="4123" y="308"/>
                </a:lnTo>
                <a:lnTo>
                  <a:pt x="4123" y="307"/>
                </a:lnTo>
                <a:lnTo>
                  <a:pt x="4123" y="306"/>
                </a:lnTo>
                <a:lnTo>
                  <a:pt x="4124" y="306"/>
                </a:lnTo>
                <a:lnTo>
                  <a:pt x="4124" y="307"/>
                </a:lnTo>
                <a:lnTo>
                  <a:pt x="4125" y="306"/>
                </a:lnTo>
                <a:lnTo>
                  <a:pt x="4126" y="306"/>
                </a:lnTo>
                <a:lnTo>
                  <a:pt x="4126" y="305"/>
                </a:lnTo>
                <a:lnTo>
                  <a:pt x="4125" y="305"/>
                </a:lnTo>
                <a:lnTo>
                  <a:pt x="4125" y="304"/>
                </a:lnTo>
                <a:lnTo>
                  <a:pt x="4124" y="303"/>
                </a:lnTo>
                <a:lnTo>
                  <a:pt x="4125" y="303"/>
                </a:lnTo>
                <a:lnTo>
                  <a:pt x="4125" y="302"/>
                </a:lnTo>
                <a:lnTo>
                  <a:pt x="4126" y="302"/>
                </a:lnTo>
                <a:lnTo>
                  <a:pt x="4127" y="302"/>
                </a:lnTo>
                <a:lnTo>
                  <a:pt x="4128" y="301"/>
                </a:lnTo>
                <a:lnTo>
                  <a:pt x="4129" y="301"/>
                </a:lnTo>
                <a:lnTo>
                  <a:pt x="4129" y="300"/>
                </a:lnTo>
                <a:lnTo>
                  <a:pt x="4129" y="299"/>
                </a:lnTo>
                <a:lnTo>
                  <a:pt x="4130" y="299"/>
                </a:lnTo>
                <a:lnTo>
                  <a:pt x="4130" y="300"/>
                </a:lnTo>
                <a:lnTo>
                  <a:pt x="4131" y="300"/>
                </a:lnTo>
                <a:lnTo>
                  <a:pt x="4132" y="300"/>
                </a:lnTo>
                <a:lnTo>
                  <a:pt x="4132" y="299"/>
                </a:lnTo>
                <a:lnTo>
                  <a:pt x="4133" y="299"/>
                </a:lnTo>
                <a:lnTo>
                  <a:pt x="4133" y="298"/>
                </a:lnTo>
                <a:lnTo>
                  <a:pt x="4133" y="297"/>
                </a:lnTo>
                <a:lnTo>
                  <a:pt x="4134" y="297"/>
                </a:lnTo>
                <a:lnTo>
                  <a:pt x="4134" y="296"/>
                </a:lnTo>
                <a:lnTo>
                  <a:pt x="4133" y="296"/>
                </a:lnTo>
                <a:lnTo>
                  <a:pt x="4133" y="295"/>
                </a:lnTo>
                <a:lnTo>
                  <a:pt x="4134" y="295"/>
                </a:lnTo>
                <a:lnTo>
                  <a:pt x="4136" y="295"/>
                </a:lnTo>
                <a:lnTo>
                  <a:pt x="4137" y="295"/>
                </a:lnTo>
                <a:lnTo>
                  <a:pt x="4138" y="295"/>
                </a:lnTo>
                <a:lnTo>
                  <a:pt x="4139" y="294"/>
                </a:lnTo>
                <a:lnTo>
                  <a:pt x="4140" y="294"/>
                </a:lnTo>
                <a:lnTo>
                  <a:pt x="4140" y="293"/>
                </a:lnTo>
                <a:lnTo>
                  <a:pt x="4139" y="293"/>
                </a:lnTo>
                <a:lnTo>
                  <a:pt x="4139" y="292"/>
                </a:lnTo>
                <a:lnTo>
                  <a:pt x="4140" y="292"/>
                </a:lnTo>
                <a:lnTo>
                  <a:pt x="4141" y="292"/>
                </a:lnTo>
                <a:lnTo>
                  <a:pt x="4141" y="291"/>
                </a:lnTo>
                <a:lnTo>
                  <a:pt x="4142" y="291"/>
                </a:lnTo>
                <a:lnTo>
                  <a:pt x="4142" y="290"/>
                </a:lnTo>
                <a:lnTo>
                  <a:pt x="4142" y="289"/>
                </a:lnTo>
                <a:lnTo>
                  <a:pt x="4143" y="289"/>
                </a:lnTo>
                <a:lnTo>
                  <a:pt x="4144" y="289"/>
                </a:lnTo>
                <a:lnTo>
                  <a:pt x="4144" y="288"/>
                </a:lnTo>
                <a:lnTo>
                  <a:pt x="4144" y="287"/>
                </a:lnTo>
                <a:lnTo>
                  <a:pt x="4145" y="287"/>
                </a:lnTo>
                <a:lnTo>
                  <a:pt x="4145" y="286"/>
                </a:lnTo>
                <a:lnTo>
                  <a:pt x="4144" y="286"/>
                </a:lnTo>
                <a:lnTo>
                  <a:pt x="4144" y="285"/>
                </a:lnTo>
                <a:lnTo>
                  <a:pt x="4145" y="285"/>
                </a:lnTo>
                <a:lnTo>
                  <a:pt x="4144" y="285"/>
                </a:lnTo>
                <a:lnTo>
                  <a:pt x="4144" y="284"/>
                </a:lnTo>
                <a:lnTo>
                  <a:pt x="4145" y="284"/>
                </a:lnTo>
                <a:lnTo>
                  <a:pt x="4146" y="284"/>
                </a:lnTo>
                <a:lnTo>
                  <a:pt x="4145" y="284"/>
                </a:lnTo>
                <a:lnTo>
                  <a:pt x="4145" y="283"/>
                </a:lnTo>
                <a:lnTo>
                  <a:pt x="4145" y="282"/>
                </a:lnTo>
                <a:lnTo>
                  <a:pt x="4145" y="281"/>
                </a:lnTo>
                <a:lnTo>
                  <a:pt x="4144" y="281"/>
                </a:lnTo>
                <a:lnTo>
                  <a:pt x="4144" y="280"/>
                </a:lnTo>
                <a:lnTo>
                  <a:pt x="4144" y="278"/>
                </a:lnTo>
                <a:lnTo>
                  <a:pt x="4144" y="277"/>
                </a:lnTo>
                <a:lnTo>
                  <a:pt x="4144" y="276"/>
                </a:lnTo>
                <a:lnTo>
                  <a:pt x="4143" y="276"/>
                </a:lnTo>
                <a:lnTo>
                  <a:pt x="4143" y="275"/>
                </a:lnTo>
                <a:lnTo>
                  <a:pt x="4144" y="275"/>
                </a:lnTo>
                <a:lnTo>
                  <a:pt x="4144" y="274"/>
                </a:lnTo>
                <a:lnTo>
                  <a:pt x="4145" y="274"/>
                </a:lnTo>
                <a:lnTo>
                  <a:pt x="4145" y="273"/>
                </a:lnTo>
                <a:lnTo>
                  <a:pt x="4146" y="273"/>
                </a:lnTo>
                <a:lnTo>
                  <a:pt x="4146" y="272"/>
                </a:lnTo>
                <a:lnTo>
                  <a:pt x="4147" y="272"/>
                </a:lnTo>
                <a:lnTo>
                  <a:pt x="4147" y="271"/>
                </a:lnTo>
                <a:lnTo>
                  <a:pt x="4148" y="271"/>
                </a:lnTo>
                <a:lnTo>
                  <a:pt x="4149" y="271"/>
                </a:lnTo>
                <a:lnTo>
                  <a:pt x="4149" y="270"/>
                </a:lnTo>
                <a:lnTo>
                  <a:pt x="4150" y="270"/>
                </a:lnTo>
                <a:lnTo>
                  <a:pt x="4150" y="269"/>
                </a:lnTo>
                <a:lnTo>
                  <a:pt x="4151" y="269"/>
                </a:lnTo>
                <a:lnTo>
                  <a:pt x="4151" y="268"/>
                </a:lnTo>
                <a:lnTo>
                  <a:pt x="4151" y="267"/>
                </a:lnTo>
                <a:lnTo>
                  <a:pt x="4152" y="267"/>
                </a:lnTo>
                <a:lnTo>
                  <a:pt x="4152" y="266"/>
                </a:lnTo>
                <a:lnTo>
                  <a:pt x="4152" y="265"/>
                </a:lnTo>
                <a:lnTo>
                  <a:pt x="4153" y="264"/>
                </a:lnTo>
                <a:lnTo>
                  <a:pt x="4154" y="264"/>
                </a:lnTo>
                <a:lnTo>
                  <a:pt x="4155" y="263"/>
                </a:lnTo>
                <a:lnTo>
                  <a:pt x="4156" y="263"/>
                </a:lnTo>
                <a:lnTo>
                  <a:pt x="4156" y="262"/>
                </a:lnTo>
                <a:lnTo>
                  <a:pt x="4156" y="261"/>
                </a:lnTo>
                <a:lnTo>
                  <a:pt x="4157" y="261"/>
                </a:lnTo>
                <a:lnTo>
                  <a:pt x="4158" y="261"/>
                </a:lnTo>
                <a:lnTo>
                  <a:pt x="4159" y="261"/>
                </a:lnTo>
                <a:lnTo>
                  <a:pt x="4160" y="261"/>
                </a:lnTo>
                <a:lnTo>
                  <a:pt x="4161" y="260"/>
                </a:lnTo>
                <a:lnTo>
                  <a:pt x="4161" y="259"/>
                </a:lnTo>
                <a:lnTo>
                  <a:pt x="4160" y="259"/>
                </a:lnTo>
                <a:lnTo>
                  <a:pt x="4161" y="259"/>
                </a:lnTo>
                <a:lnTo>
                  <a:pt x="4162" y="259"/>
                </a:lnTo>
                <a:lnTo>
                  <a:pt x="4162" y="258"/>
                </a:lnTo>
                <a:lnTo>
                  <a:pt x="4163" y="258"/>
                </a:lnTo>
                <a:lnTo>
                  <a:pt x="4164" y="258"/>
                </a:lnTo>
                <a:lnTo>
                  <a:pt x="4164" y="257"/>
                </a:lnTo>
                <a:lnTo>
                  <a:pt x="4165" y="256"/>
                </a:lnTo>
                <a:lnTo>
                  <a:pt x="4164" y="255"/>
                </a:lnTo>
                <a:lnTo>
                  <a:pt x="4166" y="255"/>
                </a:lnTo>
                <a:lnTo>
                  <a:pt x="4166" y="254"/>
                </a:lnTo>
                <a:lnTo>
                  <a:pt x="4166" y="253"/>
                </a:lnTo>
                <a:lnTo>
                  <a:pt x="4168" y="253"/>
                </a:lnTo>
                <a:lnTo>
                  <a:pt x="4168" y="252"/>
                </a:lnTo>
                <a:lnTo>
                  <a:pt x="4167" y="252"/>
                </a:lnTo>
                <a:lnTo>
                  <a:pt x="4167" y="251"/>
                </a:lnTo>
                <a:lnTo>
                  <a:pt x="4167" y="250"/>
                </a:lnTo>
                <a:lnTo>
                  <a:pt x="4169" y="250"/>
                </a:lnTo>
                <a:lnTo>
                  <a:pt x="4169" y="249"/>
                </a:lnTo>
                <a:lnTo>
                  <a:pt x="4169" y="248"/>
                </a:lnTo>
                <a:lnTo>
                  <a:pt x="4169" y="247"/>
                </a:lnTo>
                <a:lnTo>
                  <a:pt x="4170" y="247"/>
                </a:lnTo>
                <a:lnTo>
                  <a:pt x="4169" y="246"/>
                </a:lnTo>
                <a:lnTo>
                  <a:pt x="4168" y="246"/>
                </a:lnTo>
                <a:lnTo>
                  <a:pt x="4167" y="246"/>
                </a:lnTo>
                <a:lnTo>
                  <a:pt x="4168" y="246"/>
                </a:lnTo>
                <a:lnTo>
                  <a:pt x="4168" y="245"/>
                </a:lnTo>
                <a:lnTo>
                  <a:pt x="4169" y="245"/>
                </a:lnTo>
                <a:lnTo>
                  <a:pt x="4169" y="246"/>
                </a:lnTo>
                <a:lnTo>
                  <a:pt x="4170" y="246"/>
                </a:lnTo>
                <a:lnTo>
                  <a:pt x="4170" y="245"/>
                </a:lnTo>
                <a:lnTo>
                  <a:pt x="4170" y="244"/>
                </a:lnTo>
                <a:lnTo>
                  <a:pt x="4169" y="244"/>
                </a:lnTo>
                <a:lnTo>
                  <a:pt x="4169" y="243"/>
                </a:lnTo>
                <a:lnTo>
                  <a:pt x="4168" y="243"/>
                </a:lnTo>
                <a:lnTo>
                  <a:pt x="4168" y="242"/>
                </a:lnTo>
                <a:lnTo>
                  <a:pt x="4168" y="241"/>
                </a:lnTo>
                <a:lnTo>
                  <a:pt x="4167" y="241"/>
                </a:lnTo>
                <a:lnTo>
                  <a:pt x="4168" y="241"/>
                </a:lnTo>
                <a:lnTo>
                  <a:pt x="4168" y="240"/>
                </a:lnTo>
                <a:lnTo>
                  <a:pt x="4169" y="240"/>
                </a:lnTo>
                <a:lnTo>
                  <a:pt x="4169" y="239"/>
                </a:lnTo>
                <a:lnTo>
                  <a:pt x="4170" y="239"/>
                </a:lnTo>
                <a:lnTo>
                  <a:pt x="4170" y="240"/>
                </a:lnTo>
                <a:lnTo>
                  <a:pt x="4171" y="240"/>
                </a:lnTo>
                <a:lnTo>
                  <a:pt x="4172" y="240"/>
                </a:lnTo>
                <a:lnTo>
                  <a:pt x="4173" y="241"/>
                </a:lnTo>
                <a:lnTo>
                  <a:pt x="4173" y="240"/>
                </a:lnTo>
                <a:lnTo>
                  <a:pt x="4173" y="239"/>
                </a:lnTo>
                <a:lnTo>
                  <a:pt x="4172" y="239"/>
                </a:lnTo>
                <a:lnTo>
                  <a:pt x="4171" y="238"/>
                </a:lnTo>
                <a:lnTo>
                  <a:pt x="4171" y="237"/>
                </a:lnTo>
                <a:lnTo>
                  <a:pt x="4172" y="236"/>
                </a:lnTo>
                <a:lnTo>
                  <a:pt x="4173" y="236"/>
                </a:lnTo>
                <a:lnTo>
                  <a:pt x="4174" y="236"/>
                </a:lnTo>
                <a:lnTo>
                  <a:pt x="4173" y="235"/>
                </a:lnTo>
                <a:lnTo>
                  <a:pt x="4172" y="235"/>
                </a:lnTo>
                <a:lnTo>
                  <a:pt x="4172" y="234"/>
                </a:lnTo>
                <a:lnTo>
                  <a:pt x="4172" y="233"/>
                </a:lnTo>
                <a:lnTo>
                  <a:pt x="4173" y="233"/>
                </a:lnTo>
                <a:lnTo>
                  <a:pt x="4174" y="233"/>
                </a:lnTo>
                <a:lnTo>
                  <a:pt x="4175" y="232"/>
                </a:lnTo>
                <a:lnTo>
                  <a:pt x="4176" y="232"/>
                </a:lnTo>
                <a:lnTo>
                  <a:pt x="4178" y="232"/>
                </a:lnTo>
                <a:lnTo>
                  <a:pt x="4179" y="232"/>
                </a:lnTo>
                <a:lnTo>
                  <a:pt x="4179" y="231"/>
                </a:lnTo>
                <a:lnTo>
                  <a:pt x="4179" y="230"/>
                </a:lnTo>
                <a:lnTo>
                  <a:pt x="4179" y="229"/>
                </a:lnTo>
                <a:lnTo>
                  <a:pt x="4178" y="229"/>
                </a:lnTo>
                <a:lnTo>
                  <a:pt x="4179" y="229"/>
                </a:lnTo>
                <a:lnTo>
                  <a:pt x="4179" y="228"/>
                </a:lnTo>
                <a:lnTo>
                  <a:pt x="4179" y="227"/>
                </a:lnTo>
                <a:lnTo>
                  <a:pt x="4180" y="227"/>
                </a:lnTo>
                <a:lnTo>
                  <a:pt x="4181" y="227"/>
                </a:lnTo>
                <a:lnTo>
                  <a:pt x="4182" y="227"/>
                </a:lnTo>
                <a:lnTo>
                  <a:pt x="4183" y="227"/>
                </a:lnTo>
                <a:lnTo>
                  <a:pt x="4184" y="226"/>
                </a:lnTo>
                <a:lnTo>
                  <a:pt x="4184" y="225"/>
                </a:lnTo>
                <a:lnTo>
                  <a:pt x="4183" y="225"/>
                </a:lnTo>
                <a:lnTo>
                  <a:pt x="4182" y="225"/>
                </a:lnTo>
                <a:lnTo>
                  <a:pt x="4182" y="224"/>
                </a:lnTo>
                <a:lnTo>
                  <a:pt x="4181" y="224"/>
                </a:lnTo>
                <a:lnTo>
                  <a:pt x="4181" y="223"/>
                </a:lnTo>
                <a:lnTo>
                  <a:pt x="4181" y="222"/>
                </a:lnTo>
                <a:lnTo>
                  <a:pt x="4182" y="222"/>
                </a:lnTo>
                <a:lnTo>
                  <a:pt x="4183" y="222"/>
                </a:lnTo>
                <a:lnTo>
                  <a:pt x="4184" y="222"/>
                </a:lnTo>
                <a:lnTo>
                  <a:pt x="4185" y="222"/>
                </a:lnTo>
                <a:lnTo>
                  <a:pt x="4186" y="222"/>
                </a:lnTo>
                <a:lnTo>
                  <a:pt x="4187" y="222"/>
                </a:lnTo>
                <a:lnTo>
                  <a:pt x="4187" y="221"/>
                </a:lnTo>
                <a:lnTo>
                  <a:pt x="4187" y="220"/>
                </a:lnTo>
                <a:lnTo>
                  <a:pt x="4187" y="219"/>
                </a:lnTo>
                <a:lnTo>
                  <a:pt x="4187" y="218"/>
                </a:lnTo>
                <a:lnTo>
                  <a:pt x="4187" y="217"/>
                </a:lnTo>
                <a:lnTo>
                  <a:pt x="4188" y="217"/>
                </a:lnTo>
                <a:lnTo>
                  <a:pt x="4189" y="217"/>
                </a:lnTo>
                <a:lnTo>
                  <a:pt x="4189" y="216"/>
                </a:lnTo>
                <a:lnTo>
                  <a:pt x="4189" y="215"/>
                </a:lnTo>
                <a:lnTo>
                  <a:pt x="4189" y="214"/>
                </a:lnTo>
                <a:lnTo>
                  <a:pt x="4188" y="214"/>
                </a:lnTo>
                <a:lnTo>
                  <a:pt x="4188" y="213"/>
                </a:lnTo>
                <a:lnTo>
                  <a:pt x="4188" y="212"/>
                </a:lnTo>
                <a:lnTo>
                  <a:pt x="4188" y="211"/>
                </a:lnTo>
                <a:lnTo>
                  <a:pt x="4188" y="210"/>
                </a:lnTo>
                <a:lnTo>
                  <a:pt x="4189" y="210"/>
                </a:lnTo>
                <a:lnTo>
                  <a:pt x="4190" y="210"/>
                </a:lnTo>
                <a:lnTo>
                  <a:pt x="4190" y="209"/>
                </a:lnTo>
                <a:lnTo>
                  <a:pt x="4191" y="209"/>
                </a:lnTo>
                <a:lnTo>
                  <a:pt x="4192" y="208"/>
                </a:lnTo>
                <a:lnTo>
                  <a:pt x="4192" y="207"/>
                </a:lnTo>
                <a:lnTo>
                  <a:pt x="4193" y="207"/>
                </a:lnTo>
                <a:lnTo>
                  <a:pt x="4193" y="206"/>
                </a:lnTo>
                <a:lnTo>
                  <a:pt x="4194" y="206"/>
                </a:lnTo>
                <a:lnTo>
                  <a:pt x="4194" y="205"/>
                </a:lnTo>
                <a:lnTo>
                  <a:pt x="4194" y="204"/>
                </a:lnTo>
                <a:lnTo>
                  <a:pt x="4193" y="204"/>
                </a:lnTo>
                <a:lnTo>
                  <a:pt x="4193" y="203"/>
                </a:lnTo>
                <a:lnTo>
                  <a:pt x="4192" y="203"/>
                </a:lnTo>
                <a:lnTo>
                  <a:pt x="4192" y="202"/>
                </a:lnTo>
                <a:lnTo>
                  <a:pt x="4193" y="202"/>
                </a:lnTo>
                <a:lnTo>
                  <a:pt x="4193" y="201"/>
                </a:lnTo>
                <a:lnTo>
                  <a:pt x="4194" y="201"/>
                </a:lnTo>
                <a:lnTo>
                  <a:pt x="4194" y="200"/>
                </a:lnTo>
                <a:lnTo>
                  <a:pt x="4194" y="199"/>
                </a:lnTo>
                <a:lnTo>
                  <a:pt x="4195" y="199"/>
                </a:lnTo>
                <a:lnTo>
                  <a:pt x="4194" y="199"/>
                </a:lnTo>
                <a:lnTo>
                  <a:pt x="4194" y="198"/>
                </a:lnTo>
                <a:lnTo>
                  <a:pt x="4195" y="198"/>
                </a:lnTo>
                <a:lnTo>
                  <a:pt x="4195" y="197"/>
                </a:lnTo>
                <a:lnTo>
                  <a:pt x="4196" y="197"/>
                </a:lnTo>
                <a:lnTo>
                  <a:pt x="4197" y="197"/>
                </a:lnTo>
                <a:lnTo>
                  <a:pt x="4197" y="196"/>
                </a:lnTo>
                <a:lnTo>
                  <a:pt x="4198" y="196"/>
                </a:lnTo>
                <a:lnTo>
                  <a:pt x="4198" y="195"/>
                </a:lnTo>
                <a:lnTo>
                  <a:pt x="4198" y="194"/>
                </a:lnTo>
                <a:lnTo>
                  <a:pt x="4197" y="194"/>
                </a:lnTo>
                <a:lnTo>
                  <a:pt x="4197" y="193"/>
                </a:lnTo>
                <a:lnTo>
                  <a:pt x="4198" y="193"/>
                </a:lnTo>
                <a:lnTo>
                  <a:pt x="4199" y="193"/>
                </a:lnTo>
                <a:lnTo>
                  <a:pt x="4200" y="193"/>
                </a:lnTo>
                <a:lnTo>
                  <a:pt x="4200" y="194"/>
                </a:lnTo>
                <a:lnTo>
                  <a:pt x="4201" y="194"/>
                </a:lnTo>
                <a:lnTo>
                  <a:pt x="4201" y="193"/>
                </a:lnTo>
                <a:lnTo>
                  <a:pt x="4202" y="193"/>
                </a:lnTo>
                <a:lnTo>
                  <a:pt x="4202" y="194"/>
                </a:lnTo>
                <a:lnTo>
                  <a:pt x="4202" y="193"/>
                </a:lnTo>
                <a:lnTo>
                  <a:pt x="4203" y="193"/>
                </a:lnTo>
                <a:lnTo>
                  <a:pt x="4204" y="193"/>
                </a:lnTo>
                <a:lnTo>
                  <a:pt x="4205" y="193"/>
                </a:lnTo>
                <a:lnTo>
                  <a:pt x="4205" y="192"/>
                </a:lnTo>
                <a:lnTo>
                  <a:pt x="4206" y="192"/>
                </a:lnTo>
                <a:lnTo>
                  <a:pt x="4207" y="192"/>
                </a:lnTo>
                <a:lnTo>
                  <a:pt x="4207" y="191"/>
                </a:lnTo>
                <a:lnTo>
                  <a:pt x="4208" y="190"/>
                </a:lnTo>
                <a:lnTo>
                  <a:pt x="4209" y="190"/>
                </a:lnTo>
                <a:lnTo>
                  <a:pt x="4209" y="189"/>
                </a:lnTo>
                <a:lnTo>
                  <a:pt x="4210" y="189"/>
                </a:lnTo>
                <a:lnTo>
                  <a:pt x="4210" y="188"/>
                </a:lnTo>
                <a:lnTo>
                  <a:pt x="4211" y="188"/>
                </a:lnTo>
                <a:lnTo>
                  <a:pt x="4212" y="188"/>
                </a:lnTo>
                <a:lnTo>
                  <a:pt x="4212" y="187"/>
                </a:lnTo>
                <a:lnTo>
                  <a:pt x="4213" y="187"/>
                </a:lnTo>
                <a:lnTo>
                  <a:pt x="4213" y="186"/>
                </a:lnTo>
                <a:lnTo>
                  <a:pt x="4214" y="186"/>
                </a:lnTo>
                <a:lnTo>
                  <a:pt x="4215" y="186"/>
                </a:lnTo>
                <a:lnTo>
                  <a:pt x="4216" y="186"/>
                </a:lnTo>
                <a:lnTo>
                  <a:pt x="4216" y="185"/>
                </a:lnTo>
                <a:lnTo>
                  <a:pt x="4216" y="184"/>
                </a:lnTo>
                <a:lnTo>
                  <a:pt x="4217" y="184"/>
                </a:lnTo>
                <a:lnTo>
                  <a:pt x="4217" y="183"/>
                </a:lnTo>
                <a:lnTo>
                  <a:pt x="4217" y="182"/>
                </a:lnTo>
                <a:lnTo>
                  <a:pt x="4218" y="182"/>
                </a:lnTo>
                <a:lnTo>
                  <a:pt x="4219" y="182"/>
                </a:lnTo>
                <a:lnTo>
                  <a:pt x="4220" y="182"/>
                </a:lnTo>
                <a:lnTo>
                  <a:pt x="4222" y="182"/>
                </a:lnTo>
                <a:lnTo>
                  <a:pt x="4222" y="181"/>
                </a:lnTo>
                <a:lnTo>
                  <a:pt x="4223" y="180"/>
                </a:lnTo>
                <a:lnTo>
                  <a:pt x="4225" y="180"/>
                </a:lnTo>
                <a:lnTo>
                  <a:pt x="4225" y="179"/>
                </a:lnTo>
                <a:lnTo>
                  <a:pt x="4226" y="179"/>
                </a:lnTo>
                <a:lnTo>
                  <a:pt x="4225" y="179"/>
                </a:lnTo>
                <a:lnTo>
                  <a:pt x="4225" y="178"/>
                </a:lnTo>
                <a:lnTo>
                  <a:pt x="4225" y="177"/>
                </a:lnTo>
                <a:lnTo>
                  <a:pt x="4226" y="177"/>
                </a:lnTo>
                <a:lnTo>
                  <a:pt x="4228" y="177"/>
                </a:lnTo>
                <a:lnTo>
                  <a:pt x="4229" y="177"/>
                </a:lnTo>
                <a:lnTo>
                  <a:pt x="4229" y="176"/>
                </a:lnTo>
                <a:lnTo>
                  <a:pt x="4230" y="176"/>
                </a:lnTo>
                <a:lnTo>
                  <a:pt x="4231" y="176"/>
                </a:lnTo>
                <a:lnTo>
                  <a:pt x="4232" y="176"/>
                </a:lnTo>
                <a:lnTo>
                  <a:pt x="4232" y="175"/>
                </a:lnTo>
                <a:lnTo>
                  <a:pt x="4233" y="175"/>
                </a:lnTo>
                <a:lnTo>
                  <a:pt x="4233" y="174"/>
                </a:lnTo>
                <a:lnTo>
                  <a:pt x="4232" y="174"/>
                </a:lnTo>
                <a:lnTo>
                  <a:pt x="4232" y="173"/>
                </a:lnTo>
                <a:lnTo>
                  <a:pt x="4232" y="172"/>
                </a:lnTo>
                <a:lnTo>
                  <a:pt x="4233" y="172"/>
                </a:lnTo>
                <a:lnTo>
                  <a:pt x="4234" y="172"/>
                </a:lnTo>
                <a:lnTo>
                  <a:pt x="4235" y="172"/>
                </a:lnTo>
                <a:lnTo>
                  <a:pt x="4236" y="172"/>
                </a:lnTo>
                <a:lnTo>
                  <a:pt x="4237" y="172"/>
                </a:lnTo>
                <a:lnTo>
                  <a:pt x="4237" y="173"/>
                </a:lnTo>
                <a:lnTo>
                  <a:pt x="4238" y="173"/>
                </a:lnTo>
                <a:lnTo>
                  <a:pt x="4238" y="172"/>
                </a:lnTo>
                <a:lnTo>
                  <a:pt x="4239" y="172"/>
                </a:lnTo>
                <a:lnTo>
                  <a:pt x="4239" y="171"/>
                </a:lnTo>
                <a:lnTo>
                  <a:pt x="4239" y="170"/>
                </a:lnTo>
                <a:lnTo>
                  <a:pt x="4238" y="170"/>
                </a:lnTo>
                <a:lnTo>
                  <a:pt x="4239" y="169"/>
                </a:lnTo>
                <a:lnTo>
                  <a:pt x="4240" y="169"/>
                </a:lnTo>
                <a:lnTo>
                  <a:pt x="4241" y="169"/>
                </a:lnTo>
                <a:lnTo>
                  <a:pt x="4242" y="169"/>
                </a:lnTo>
                <a:lnTo>
                  <a:pt x="4243" y="169"/>
                </a:lnTo>
                <a:lnTo>
                  <a:pt x="4244" y="169"/>
                </a:lnTo>
                <a:lnTo>
                  <a:pt x="4245" y="169"/>
                </a:lnTo>
                <a:lnTo>
                  <a:pt x="4245" y="168"/>
                </a:lnTo>
                <a:lnTo>
                  <a:pt x="4247" y="168"/>
                </a:lnTo>
                <a:lnTo>
                  <a:pt x="4248" y="168"/>
                </a:lnTo>
                <a:lnTo>
                  <a:pt x="4249" y="168"/>
                </a:lnTo>
                <a:lnTo>
                  <a:pt x="4249" y="167"/>
                </a:lnTo>
                <a:lnTo>
                  <a:pt x="4249" y="166"/>
                </a:lnTo>
                <a:lnTo>
                  <a:pt x="4249" y="165"/>
                </a:lnTo>
                <a:lnTo>
                  <a:pt x="4249" y="164"/>
                </a:lnTo>
                <a:lnTo>
                  <a:pt x="4250" y="164"/>
                </a:lnTo>
                <a:lnTo>
                  <a:pt x="4250" y="163"/>
                </a:lnTo>
                <a:lnTo>
                  <a:pt x="4251" y="163"/>
                </a:lnTo>
                <a:lnTo>
                  <a:pt x="4252" y="163"/>
                </a:lnTo>
                <a:lnTo>
                  <a:pt x="4252" y="162"/>
                </a:lnTo>
                <a:lnTo>
                  <a:pt x="4253" y="162"/>
                </a:lnTo>
                <a:lnTo>
                  <a:pt x="4253" y="161"/>
                </a:lnTo>
                <a:lnTo>
                  <a:pt x="4253" y="160"/>
                </a:lnTo>
                <a:lnTo>
                  <a:pt x="4254" y="160"/>
                </a:lnTo>
                <a:lnTo>
                  <a:pt x="4254" y="159"/>
                </a:lnTo>
                <a:lnTo>
                  <a:pt x="4254" y="158"/>
                </a:lnTo>
                <a:lnTo>
                  <a:pt x="4253" y="158"/>
                </a:lnTo>
                <a:lnTo>
                  <a:pt x="4252" y="158"/>
                </a:lnTo>
                <a:lnTo>
                  <a:pt x="4251" y="157"/>
                </a:lnTo>
                <a:lnTo>
                  <a:pt x="4251" y="156"/>
                </a:lnTo>
                <a:lnTo>
                  <a:pt x="4251" y="155"/>
                </a:lnTo>
                <a:lnTo>
                  <a:pt x="4252" y="154"/>
                </a:lnTo>
                <a:lnTo>
                  <a:pt x="4253" y="153"/>
                </a:lnTo>
                <a:lnTo>
                  <a:pt x="4254" y="153"/>
                </a:lnTo>
                <a:lnTo>
                  <a:pt x="4255" y="152"/>
                </a:lnTo>
                <a:lnTo>
                  <a:pt x="4256" y="152"/>
                </a:lnTo>
                <a:lnTo>
                  <a:pt x="4257" y="152"/>
                </a:lnTo>
                <a:lnTo>
                  <a:pt x="4257" y="151"/>
                </a:lnTo>
                <a:lnTo>
                  <a:pt x="4256" y="151"/>
                </a:lnTo>
                <a:lnTo>
                  <a:pt x="4256" y="150"/>
                </a:lnTo>
                <a:lnTo>
                  <a:pt x="4257" y="150"/>
                </a:lnTo>
                <a:lnTo>
                  <a:pt x="4258" y="150"/>
                </a:lnTo>
                <a:lnTo>
                  <a:pt x="4258" y="149"/>
                </a:lnTo>
                <a:lnTo>
                  <a:pt x="4258" y="148"/>
                </a:lnTo>
                <a:lnTo>
                  <a:pt x="4258" y="147"/>
                </a:lnTo>
                <a:lnTo>
                  <a:pt x="4258" y="146"/>
                </a:lnTo>
                <a:lnTo>
                  <a:pt x="4258" y="145"/>
                </a:lnTo>
                <a:lnTo>
                  <a:pt x="4259" y="145"/>
                </a:lnTo>
                <a:lnTo>
                  <a:pt x="4260" y="144"/>
                </a:lnTo>
                <a:lnTo>
                  <a:pt x="4260" y="143"/>
                </a:lnTo>
                <a:lnTo>
                  <a:pt x="4259" y="143"/>
                </a:lnTo>
                <a:lnTo>
                  <a:pt x="4259" y="142"/>
                </a:lnTo>
                <a:lnTo>
                  <a:pt x="4258" y="142"/>
                </a:lnTo>
                <a:lnTo>
                  <a:pt x="4258" y="141"/>
                </a:lnTo>
                <a:lnTo>
                  <a:pt x="4257" y="140"/>
                </a:lnTo>
                <a:lnTo>
                  <a:pt x="4257" y="139"/>
                </a:lnTo>
                <a:lnTo>
                  <a:pt x="4256" y="139"/>
                </a:lnTo>
                <a:lnTo>
                  <a:pt x="4256" y="138"/>
                </a:lnTo>
                <a:lnTo>
                  <a:pt x="4256" y="137"/>
                </a:lnTo>
                <a:lnTo>
                  <a:pt x="4257" y="136"/>
                </a:lnTo>
                <a:lnTo>
                  <a:pt x="4257" y="135"/>
                </a:lnTo>
                <a:lnTo>
                  <a:pt x="4258" y="135"/>
                </a:lnTo>
                <a:lnTo>
                  <a:pt x="4258" y="134"/>
                </a:lnTo>
                <a:lnTo>
                  <a:pt x="4257" y="134"/>
                </a:lnTo>
                <a:lnTo>
                  <a:pt x="4256" y="134"/>
                </a:lnTo>
                <a:lnTo>
                  <a:pt x="4256" y="133"/>
                </a:lnTo>
                <a:lnTo>
                  <a:pt x="4255" y="133"/>
                </a:lnTo>
                <a:lnTo>
                  <a:pt x="4255" y="134"/>
                </a:lnTo>
                <a:lnTo>
                  <a:pt x="4254" y="134"/>
                </a:lnTo>
                <a:lnTo>
                  <a:pt x="4254" y="133"/>
                </a:lnTo>
                <a:lnTo>
                  <a:pt x="4253" y="133"/>
                </a:lnTo>
                <a:lnTo>
                  <a:pt x="4253" y="132"/>
                </a:lnTo>
                <a:lnTo>
                  <a:pt x="4253" y="131"/>
                </a:lnTo>
                <a:lnTo>
                  <a:pt x="4252" y="131"/>
                </a:lnTo>
                <a:lnTo>
                  <a:pt x="4251" y="130"/>
                </a:lnTo>
                <a:lnTo>
                  <a:pt x="4250" y="130"/>
                </a:lnTo>
                <a:lnTo>
                  <a:pt x="4249" y="130"/>
                </a:lnTo>
                <a:lnTo>
                  <a:pt x="4248" y="129"/>
                </a:lnTo>
                <a:lnTo>
                  <a:pt x="4247" y="128"/>
                </a:lnTo>
                <a:lnTo>
                  <a:pt x="4246" y="128"/>
                </a:lnTo>
                <a:lnTo>
                  <a:pt x="4246" y="127"/>
                </a:lnTo>
                <a:lnTo>
                  <a:pt x="4246" y="126"/>
                </a:lnTo>
                <a:lnTo>
                  <a:pt x="4246" y="125"/>
                </a:lnTo>
                <a:lnTo>
                  <a:pt x="4245" y="125"/>
                </a:lnTo>
                <a:lnTo>
                  <a:pt x="4245" y="124"/>
                </a:lnTo>
                <a:lnTo>
                  <a:pt x="4245" y="123"/>
                </a:lnTo>
                <a:lnTo>
                  <a:pt x="4246" y="123"/>
                </a:lnTo>
                <a:lnTo>
                  <a:pt x="4247" y="123"/>
                </a:lnTo>
                <a:lnTo>
                  <a:pt x="4248" y="123"/>
                </a:lnTo>
                <a:lnTo>
                  <a:pt x="4248" y="122"/>
                </a:lnTo>
                <a:lnTo>
                  <a:pt x="4248" y="121"/>
                </a:lnTo>
                <a:lnTo>
                  <a:pt x="4247" y="121"/>
                </a:lnTo>
                <a:lnTo>
                  <a:pt x="4247" y="120"/>
                </a:lnTo>
                <a:lnTo>
                  <a:pt x="4248" y="119"/>
                </a:lnTo>
                <a:lnTo>
                  <a:pt x="4249" y="119"/>
                </a:lnTo>
                <a:lnTo>
                  <a:pt x="4249" y="118"/>
                </a:lnTo>
                <a:lnTo>
                  <a:pt x="4250" y="118"/>
                </a:lnTo>
                <a:lnTo>
                  <a:pt x="4250" y="117"/>
                </a:lnTo>
                <a:lnTo>
                  <a:pt x="4251" y="117"/>
                </a:lnTo>
                <a:lnTo>
                  <a:pt x="4251" y="116"/>
                </a:lnTo>
                <a:lnTo>
                  <a:pt x="4251" y="115"/>
                </a:lnTo>
                <a:lnTo>
                  <a:pt x="4251" y="114"/>
                </a:lnTo>
                <a:lnTo>
                  <a:pt x="4251" y="113"/>
                </a:lnTo>
                <a:lnTo>
                  <a:pt x="4251" y="112"/>
                </a:lnTo>
                <a:lnTo>
                  <a:pt x="4252" y="111"/>
                </a:lnTo>
                <a:lnTo>
                  <a:pt x="4252" y="110"/>
                </a:lnTo>
                <a:lnTo>
                  <a:pt x="4253" y="110"/>
                </a:lnTo>
                <a:lnTo>
                  <a:pt x="4252" y="109"/>
                </a:lnTo>
                <a:lnTo>
                  <a:pt x="4251" y="109"/>
                </a:lnTo>
                <a:lnTo>
                  <a:pt x="4251" y="108"/>
                </a:lnTo>
                <a:lnTo>
                  <a:pt x="4252" y="107"/>
                </a:lnTo>
                <a:lnTo>
                  <a:pt x="4253" y="107"/>
                </a:lnTo>
                <a:lnTo>
                  <a:pt x="4254" y="106"/>
                </a:lnTo>
                <a:lnTo>
                  <a:pt x="4255" y="106"/>
                </a:lnTo>
                <a:lnTo>
                  <a:pt x="4255" y="105"/>
                </a:lnTo>
                <a:lnTo>
                  <a:pt x="4255" y="104"/>
                </a:lnTo>
                <a:lnTo>
                  <a:pt x="4254" y="104"/>
                </a:lnTo>
                <a:lnTo>
                  <a:pt x="4253" y="104"/>
                </a:lnTo>
                <a:lnTo>
                  <a:pt x="4252" y="104"/>
                </a:lnTo>
                <a:lnTo>
                  <a:pt x="4251" y="104"/>
                </a:lnTo>
                <a:lnTo>
                  <a:pt x="4250" y="104"/>
                </a:lnTo>
                <a:lnTo>
                  <a:pt x="4250" y="103"/>
                </a:lnTo>
                <a:lnTo>
                  <a:pt x="4249" y="102"/>
                </a:lnTo>
                <a:lnTo>
                  <a:pt x="4248" y="102"/>
                </a:lnTo>
                <a:lnTo>
                  <a:pt x="4247" y="102"/>
                </a:lnTo>
                <a:lnTo>
                  <a:pt x="4246" y="102"/>
                </a:lnTo>
                <a:lnTo>
                  <a:pt x="4245" y="102"/>
                </a:lnTo>
                <a:lnTo>
                  <a:pt x="4245" y="101"/>
                </a:lnTo>
                <a:lnTo>
                  <a:pt x="4244" y="101"/>
                </a:lnTo>
                <a:lnTo>
                  <a:pt x="4244" y="100"/>
                </a:lnTo>
                <a:lnTo>
                  <a:pt x="4243" y="100"/>
                </a:lnTo>
                <a:lnTo>
                  <a:pt x="4240" y="100"/>
                </a:lnTo>
                <a:lnTo>
                  <a:pt x="4240" y="99"/>
                </a:lnTo>
                <a:lnTo>
                  <a:pt x="4239" y="99"/>
                </a:lnTo>
                <a:lnTo>
                  <a:pt x="4238" y="98"/>
                </a:lnTo>
                <a:lnTo>
                  <a:pt x="4236" y="97"/>
                </a:lnTo>
                <a:lnTo>
                  <a:pt x="4235" y="97"/>
                </a:lnTo>
                <a:lnTo>
                  <a:pt x="4233" y="96"/>
                </a:lnTo>
                <a:lnTo>
                  <a:pt x="4232" y="95"/>
                </a:lnTo>
                <a:lnTo>
                  <a:pt x="4231" y="94"/>
                </a:lnTo>
                <a:lnTo>
                  <a:pt x="4230" y="94"/>
                </a:lnTo>
                <a:lnTo>
                  <a:pt x="4229" y="95"/>
                </a:lnTo>
                <a:lnTo>
                  <a:pt x="4228" y="95"/>
                </a:lnTo>
                <a:lnTo>
                  <a:pt x="4228" y="96"/>
                </a:lnTo>
                <a:lnTo>
                  <a:pt x="4227" y="96"/>
                </a:lnTo>
                <a:lnTo>
                  <a:pt x="4226" y="96"/>
                </a:lnTo>
                <a:lnTo>
                  <a:pt x="4226" y="97"/>
                </a:lnTo>
                <a:lnTo>
                  <a:pt x="4225" y="97"/>
                </a:lnTo>
                <a:lnTo>
                  <a:pt x="4223" y="97"/>
                </a:lnTo>
                <a:lnTo>
                  <a:pt x="4222" y="97"/>
                </a:lnTo>
                <a:lnTo>
                  <a:pt x="4221" y="97"/>
                </a:lnTo>
                <a:lnTo>
                  <a:pt x="4220" y="97"/>
                </a:lnTo>
                <a:lnTo>
                  <a:pt x="4217" y="97"/>
                </a:lnTo>
                <a:lnTo>
                  <a:pt x="4216" y="97"/>
                </a:lnTo>
                <a:lnTo>
                  <a:pt x="4216" y="96"/>
                </a:lnTo>
                <a:lnTo>
                  <a:pt x="4215" y="96"/>
                </a:lnTo>
                <a:lnTo>
                  <a:pt x="4214" y="97"/>
                </a:lnTo>
                <a:lnTo>
                  <a:pt x="4213" y="97"/>
                </a:lnTo>
                <a:lnTo>
                  <a:pt x="4213" y="98"/>
                </a:lnTo>
                <a:lnTo>
                  <a:pt x="4212" y="98"/>
                </a:lnTo>
                <a:lnTo>
                  <a:pt x="4211" y="98"/>
                </a:lnTo>
                <a:lnTo>
                  <a:pt x="4211" y="99"/>
                </a:lnTo>
                <a:lnTo>
                  <a:pt x="4210" y="99"/>
                </a:lnTo>
                <a:lnTo>
                  <a:pt x="4209" y="99"/>
                </a:lnTo>
                <a:lnTo>
                  <a:pt x="4209" y="100"/>
                </a:lnTo>
                <a:lnTo>
                  <a:pt x="4208" y="100"/>
                </a:lnTo>
                <a:lnTo>
                  <a:pt x="4207" y="101"/>
                </a:lnTo>
                <a:lnTo>
                  <a:pt x="4206" y="101"/>
                </a:lnTo>
                <a:lnTo>
                  <a:pt x="4205" y="101"/>
                </a:lnTo>
                <a:lnTo>
                  <a:pt x="4203" y="101"/>
                </a:lnTo>
                <a:lnTo>
                  <a:pt x="4203" y="100"/>
                </a:lnTo>
                <a:lnTo>
                  <a:pt x="4202" y="100"/>
                </a:lnTo>
                <a:lnTo>
                  <a:pt x="4201" y="100"/>
                </a:lnTo>
                <a:lnTo>
                  <a:pt x="4200" y="100"/>
                </a:lnTo>
                <a:lnTo>
                  <a:pt x="4199" y="100"/>
                </a:lnTo>
                <a:lnTo>
                  <a:pt x="4198" y="100"/>
                </a:lnTo>
                <a:lnTo>
                  <a:pt x="4196" y="100"/>
                </a:lnTo>
                <a:lnTo>
                  <a:pt x="4195" y="100"/>
                </a:lnTo>
                <a:lnTo>
                  <a:pt x="4194" y="100"/>
                </a:lnTo>
                <a:lnTo>
                  <a:pt x="4194" y="99"/>
                </a:lnTo>
                <a:lnTo>
                  <a:pt x="4193" y="99"/>
                </a:lnTo>
                <a:lnTo>
                  <a:pt x="4193" y="98"/>
                </a:lnTo>
                <a:lnTo>
                  <a:pt x="4193" y="97"/>
                </a:lnTo>
                <a:lnTo>
                  <a:pt x="4193" y="96"/>
                </a:lnTo>
                <a:lnTo>
                  <a:pt x="4192" y="96"/>
                </a:lnTo>
                <a:lnTo>
                  <a:pt x="4192" y="95"/>
                </a:lnTo>
                <a:lnTo>
                  <a:pt x="4192" y="94"/>
                </a:lnTo>
                <a:lnTo>
                  <a:pt x="4193" y="93"/>
                </a:lnTo>
                <a:lnTo>
                  <a:pt x="4193" y="92"/>
                </a:lnTo>
                <a:lnTo>
                  <a:pt x="4193" y="91"/>
                </a:lnTo>
                <a:lnTo>
                  <a:pt x="4194" y="90"/>
                </a:lnTo>
                <a:lnTo>
                  <a:pt x="4195" y="89"/>
                </a:lnTo>
                <a:lnTo>
                  <a:pt x="4195" y="88"/>
                </a:lnTo>
                <a:lnTo>
                  <a:pt x="4195" y="87"/>
                </a:lnTo>
                <a:lnTo>
                  <a:pt x="4194" y="87"/>
                </a:lnTo>
                <a:lnTo>
                  <a:pt x="4194" y="86"/>
                </a:lnTo>
                <a:lnTo>
                  <a:pt x="4194" y="85"/>
                </a:lnTo>
                <a:lnTo>
                  <a:pt x="4194" y="84"/>
                </a:lnTo>
                <a:lnTo>
                  <a:pt x="4193" y="83"/>
                </a:lnTo>
                <a:lnTo>
                  <a:pt x="4192" y="83"/>
                </a:lnTo>
                <a:lnTo>
                  <a:pt x="4192" y="82"/>
                </a:lnTo>
                <a:lnTo>
                  <a:pt x="4192" y="81"/>
                </a:lnTo>
                <a:lnTo>
                  <a:pt x="4193" y="80"/>
                </a:lnTo>
                <a:lnTo>
                  <a:pt x="4194" y="80"/>
                </a:lnTo>
                <a:lnTo>
                  <a:pt x="4194" y="81"/>
                </a:lnTo>
                <a:lnTo>
                  <a:pt x="4195" y="81"/>
                </a:lnTo>
                <a:lnTo>
                  <a:pt x="4195" y="80"/>
                </a:lnTo>
                <a:lnTo>
                  <a:pt x="4196" y="80"/>
                </a:lnTo>
                <a:lnTo>
                  <a:pt x="4197" y="80"/>
                </a:lnTo>
                <a:lnTo>
                  <a:pt x="4198" y="80"/>
                </a:lnTo>
                <a:lnTo>
                  <a:pt x="4198" y="79"/>
                </a:lnTo>
                <a:lnTo>
                  <a:pt x="4199" y="79"/>
                </a:lnTo>
                <a:lnTo>
                  <a:pt x="4199" y="78"/>
                </a:lnTo>
                <a:lnTo>
                  <a:pt x="4200" y="78"/>
                </a:lnTo>
                <a:lnTo>
                  <a:pt x="4201" y="78"/>
                </a:lnTo>
                <a:lnTo>
                  <a:pt x="4201" y="77"/>
                </a:lnTo>
                <a:lnTo>
                  <a:pt x="4202" y="77"/>
                </a:lnTo>
                <a:lnTo>
                  <a:pt x="4204" y="77"/>
                </a:lnTo>
                <a:lnTo>
                  <a:pt x="4205" y="78"/>
                </a:lnTo>
                <a:lnTo>
                  <a:pt x="4206" y="78"/>
                </a:lnTo>
                <a:lnTo>
                  <a:pt x="4206" y="77"/>
                </a:lnTo>
                <a:lnTo>
                  <a:pt x="4207" y="77"/>
                </a:lnTo>
                <a:lnTo>
                  <a:pt x="4207" y="76"/>
                </a:lnTo>
                <a:lnTo>
                  <a:pt x="4207" y="75"/>
                </a:lnTo>
                <a:lnTo>
                  <a:pt x="4208" y="75"/>
                </a:lnTo>
                <a:lnTo>
                  <a:pt x="4209" y="75"/>
                </a:lnTo>
                <a:lnTo>
                  <a:pt x="4209" y="74"/>
                </a:lnTo>
                <a:lnTo>
                  <a:pt x="4210" y="74"/>
                </a:lnTo>
                <a:lnTo>
                  <a:pt x="4211" y="73"/>
                </a:lnTo>
                <a:lnTo>
                  <a:pt x="4212" y="73"/>
                </a:lnTo>
                <a:lnTo>
                  <a:pt x="4213" y="73"/>
                </a:lnTo>
                <a:lnTo>
                  <a:pt x="4213" y="72"/>
                </a:lnTo>
                <a:lnTo>
                  <a:pt x="4214" y="72"/>
                </a:lnTo>
                <a:lnTo>
                  <a:pt x="4215" y="72"/>
                </a:lnTo>
                <a:lnTo>
                  <a:pt x="4216" y="71"/>
                </a:lnTo>
                <a:lnTo>
                  <a:pt x="4216" y="70"/>
                </a:lnTo>
                <a:lnTo>
                  <a:pt x="4216" y="69"/>
                </a:lnTo>
                <a:lnTo>
                  <a:pt x="4217" y="68"/>
                </a:lnTo>
                <a:lnTo>
                  <a:pt x="4220" y="68"/>
                </a:lnTo>
                <a:lnTo>
                  <a:pt x="4221" y="68"/>
                </a:lnTo>
                <a:lnTo>
                  <a:pt x="4221" y="67"/>
                </a:lnTo>
                <a:lnTo>
                  <a:pt x="4220" y="67"/>
                </a:lnTo>
                <a:lnTo>
                  <a:pt x="4220" y="66"/>
                </a:lnTo>
                <a:lnTo>
                  <a:pt x="4221" y="66"/>
                </a:lnTo>
                <a:lnTo>
                  <a:pt x="4221" y="65"/>
                </a:lnTo>
                <a:lnTo>
                  <a:pt x="4221" y="64"/>
                </a:lnTo>
                <a:lnTo>
                  <a:pt x="4222" y="64"/>
                </a:lnTo>
                <a:lnTo>
                  <a:pt x="4223" y="64"/>
                </a:lnTo>
                <a:lnTo>
                  <a:pt x="4223" y="63"/>
                </a:lnTo>
                <a:lnTo>
                  <a:pt x="4223" y="64"/>
                </a:lnTo>
                <a:lnTo>
                  <a:pt x="4224" y="64"/>
                </a:lnTo>
                <a:lnTo>
                  <a:pt x="4224" y="63"/>
                </a:lnTo>
                <a:lnTo>
                  <a:pt x="4225" y="63"/>
                </a:lnTo>
                <a:lnTo>
                  <a:pt x="4226" y="62"/>
                </a:lnTo>
                <a:lnTo>
                  <a:pt x="4227" y="62"/>
                </a:lnTo>
                <a:lnTo>
                  <a:pt x="4227" y="61"/>
                </a:lnTo>
                <a:lnTo>
                  <a:pt x="4227" y="60"/>
                </a:lnTo>
                <a:lnTo>
                  <a:pt x="4228" y="59"/>
                </a:lnTo>
                <a:lnTo>
                  <a:pt x="4229" y="58"/>
                </a:lnTo>
                <a:lnTo>
                  <a:pt x="4229" y="57"/>
                </a:lnTo>
                <a:lnTo>
                  <a:pt x="4230" y="57"/>
                </a:lnTo>
                <a:lnTo>
                  <a:pt x="4231" y="57"/>
                </a:lnTo>
                <a:lnTo>
                  <a:pt x="4231" y="56"/>
                </a:lnTo>
                <a:lnTo>
                  <a:pt x="4232" y="56"/>
                </a:lnTo>
                <a:lnTo>
                  <a:pt x="4233" y="56"/>
                </a:lnTo>
                <a:lnTo>
                  <a:pt x="4234" y="55"/>
                </a:lnTo>
                <a:lnTo>
                  <a:pt x="4235" y="55"/>
                </a:lnTo>
                <a:lnTo>
                  <a:pt x="4235" y="54"/>
                </a:lnTo>
                <a:lnTo>
                  <a:pt x="4236" y="54"/>
                </a:lnTo>
                <a:lnTo>
                  <a:pt x="4236" y="53"/>
                </a:lnTo>
                <a:lnTo>
                  <a:pt x="4237" y="53"/>
                </a:lnTo>
                <a:lnTo>
                  <a:pt x="4237" y="52"/>
                </a:lnTo>
                <a:lnTo>
                  <a:pt x="4238" y="51"/>
                </a:lnTo>
                <a:lnTo>
                  <a:pt x="4238" y="50"/>
                </a:lnTo>
                <a:lnTo>
                  <a:pt x="4239" y="50"/>
                </a:lnTo>
                <a:lnTo>
                  <a:pt x="4240" y="50"/>
                </a:lnTo>
                <a:lnTo>
                  <a:pt x="4240" y="49"/>
                </a:lnTo>
                <a:lnTo>
                  <a:pt x="4241" y="49"/>
                </a:lnTo>
                <a:lnTo>
                  <a:pt x="4242" y="49"/>
                </a:lnTo>
                <a:lnTo>
                  <a:pt x="4243" y="49"/>
                </a:lnTo>
                <a:lnTo>
                  <a:pt x="4243" y="48"/>
                </a:lnTo>
                <a:lnTo>
                  <a:pt x="4244" y="48"/>
                </a:lnTo>
                <a:lnTo>
                  <a:pt x="4245" y="48"/>
                </a:lnTo>
                <a:lnTo>
                  <a:pt x="4246" y="48"/>
                </a:lnTo>
                <a:lnTo>
                  <a:pt x="4246" y="47"/>
                </a:lnTo>
                <a:lnTo>
                  <a:pt x="4247" y="47"/>
                </a:lnTo>
                <a:lnTo>
                  <a:pt x="4247" y="46"/>
                </a:lnTo>
                <a:lnTo>
                  <a:pt x="4248" y="46"/>
                </a:lnTo>
                <a:lnTo>
                  <a:pt x="4248" y="45"/>
                </a:lnTo>
                <a:lnTo>
                  <a:pt x="4248" y="44"/>
                </a:lnTo>
                <a:lnTo>
                  <a:pt x="4249" y="44"/>
                </a:lnTo>
                <a:lnTo>
                  <a:pt x="4250" y="44"/>
                </a:lnTo>
                <a:lnTo>
                  <a:pt x="4251" y="44"/>
                </a:lnTo>
                <a:lnTo>
                  <a:pt x="4251" y="43"/>
                </a:lnTo>
                <a:lnTo>
                  <a:pt x="4252" y="43"/>
                </a:lnTo>
                <a:lnTo>
                  <a:pt x="4252" y="42"/>
                </a:lnTo>
                <a:lnTo>
                  <a:pt x="4251" y="42"/>
                </a:lnTo>
                <a:lnTo>
                  <a:pt x="4252" y="42"/>
                </a:lnTo>
                <a:lnTo>
                  <a:pt x="4252" y="41"/>
                </a:lnTo>
                <a:lnTo>
                  <a:pt x="4251" y="40"/>
                </a:lnTo>
                <a:lnTo>
                  <a:pt x="4252" y="40"/>
                </a:lnTo>
                <a:lnTo>
                  <a:pt x="4253" y="40"/>
                </a:lnTo>
                <a:lnTo>
                  <a:pt x="4253" y="39"/>
                </a:lnTo>
                <a:lnTo>
                  <a:pt x="4254" y="39"/>
                </a:lnTo>
                <a:lnTo>
                  <a:pt x="4254" y="38"/>
                </a:lnTo>
                <a:lnTo>
                  <a:pt x="4255" y="38"/>
                </a:lnTo>
                <a:lnTo>
                  <a:pt x="4255" y="37"/>
                </a:lnTo>
                <a:lnTo>
                  <a:pt x="4256" y="37"/>
                </a:lnTo>
                <a:lnTo>
                  <a:pt x="4257" y="36"/>
                </a:lnTo>
                <a:lnTo>
                  <a:pt x="4258" y="36"/>
                </a:lnTo>
                <a:lnTo>
                  <a:pt x="4259" y="36"/>
                </a:lnTo>
                <a:lnTo>
                  <a:pt x="4260" y="35"/>
                </a:lnTo>
                <a:lnTo>
                  <a:pt x="4261" y="35"/>
                </a:lnTo>
                <a:lnTo>
                  <a:pt x="4261" y="34"/>
                </a:lnTo>
                <a:lnTo>
                  <a:pt x="4262" y="34"/>
                </a:lnTo>
                <a:lnTo>
                  <a:pt x="4263" y="33"/>
                </a:lnTo>
                <a:lnTo>
                  <a:pt x="4264" y="33"/>
                </a:lnTo>
                <a:lnTo>
                  <a:pt x="4264" y="34"/>
                </a:lnTo>
                <a:lnTo>
                  <a:pt x="4265" y="34"/>
                </a:lnTo>
                <a:lnTo>
                  <a:pt x="4265" y="33"/>
                </a:lnTo>
                <a:lnTo>
                  <a:pt x="4265" y="32"/>
                </a:lnTo>
                <a:lnTo>
                  <a:pt x="4264" y="32"/>
                </a:lnTo>
                <a:lnTo>
                  <a:pt x="4264" y="31"/>
                </a:lnTo>
                <a:lnTo>
                  <a:pt x="4263" y="31"/>
                </a:lnTo>
                <a:lnTo>
                  <a:pt x="4263" y="30"/>
                </a:lnTo>
                <a:lnTo>
                  <a:pt x="4264" y="30"/>
                </a:lnTo>
                <a:lnTo>
                  <a:pt x="4265" y="30"/>
                </a:lnTo>
                <a:lnTo>
                  <a:pt x="4266" y="30"/>
                </a:lnTo>
                <a:lnTo>
                  <a:pt x="4267" y="30"/>
                </a:lnTo>
                <a:lnTo>
                  <a:pt x="4267" y="29"/>
                </a:lnTo>
                <a:lnTo>
                  <a:pt x="4268" y="29"/>
                </a:lnTo>
                <a:lnTo>
                  <a:pt x="4269" y="29"/>
                </a:lnTo>
                <a:lnTo>
                  <a:pt x="4269" y="28"/>
                </a:lnTo>
                <a:lnTo>
                  <a:pt x="4270" y="28"/>
                </a:lnTo>
                <a:lnTo>
                  <a:pt x="4271" y="29"/>
                </a:lnTo>
                <a:lnTo>
                  <a:pt x="4272" y="29"/>
                </a:lnTo>
                <a:lnTo>
                  <a:pt x="4273" y="29"/>
                </a:lnTo>
                <a:lnTo>
                  <a:pt x="4273" y="28"/>
                </a:lnTo>
                <a:lnTo>
                  <a:pt x="4274" y="28"/>
                </a:lnTo>
                <a:lnTo>
                  <a:pt x="4275" y="28"/>
                </a:lnTo>
                <a:lnTo>
                  <a:pt x="4275" y="27"/>
                </a:lnTo>
                <a:lnTo>
                  <a:pt x="4276" y="28"/>
                </a:lnTo>
                <a:lnTo>
                  <a:pt x="4277" y="28"/>
                </a:lnTo>
                <a:lnTo>
                  <a:pt x="4278" y="28"/>
                </a:lnTo>
                <a:lnTo>
                  <a:pt x="4279" y="28"/>
                </a:lnTo>
                <a:lnTo>
                  <a:pt x="4282" y="28"/>
                </a:lnTo>
                <a:lnTo>
                  <a:pt x="4284" y="28"/>
                </a:lnTo>
                <a:lnTo>
                  <a:pt x="4285" y="28"/>
                </a:lnTo>
                <a:lnTo>
                  <a:pt x="4285" y="27"/>
                </a:lnTo>
                <a:lnTo>
                  <a:pt x="4286" y="27"/>
                </a:lnTo>
                <a:lnTo>
                  <a:pt x="4287" y="27"/>
                </a:lnTo>
                <a:lnTo>
                  <a:pt x="4288" y="27"/>
                </a:lnTo>
                <a:lnTo>
                  <a:pt x="4289" y="28"/>
                </a:lnTo>
                <a:lnTo>
                  <a:pt x="4290" y="28"/>
                </a:lnTo>
                <a:lnTo>
                  <a:pt x="4290" y="29"/>
                </a:lnTo>
                <a:lnTo>
                  <a:pt x="4291" y="30"/>
                </a:lnTo>
                <a:lnTo>
                  <a:pt x="4292" y="30"/>
                </a:lnTo>
                <a:lnTo>
                  <a:pt x="4292" y="29"/>
                </a:lnTo>
                <a:lnTo>
                  <a:pt x="4293" y="29"/>
                </a:lnTo>
                <a:lnTo>
                  <a:pt x="4294" y="29"/>
                </a:lnTo>
                <a:lnTo>
                  <a:pt x="4295" y="29"/>
                </a:lnTo>
                <a:lnTo>
                  <a:pt x="4296" y="29"/>
                </a:lnTo>
                <a:lnTo>
                  <a:pt x="4297" y="29"/>
                </a:lnTo>
                <a:lnTo>
                  <a:pt x="4299" y="29"/>
                </a:lnTo>
                <a:lnTo>
                  <a:pt x="4300" y="29"/>
                </a:lnTo>
                <a:lnTo>
                  <a:pt x="4301" y="29"/>
                </a:lnTo>
                <a:lnTo>
                  <a:pt x="4302" y="28"/>
                </a:lnTo>
                <a:lnTo>
                  <a:pt x="4303" y="28"/>
                </a:lnTo>
                <a:lnTo>
                  <a:pt x="4304" y="28"/>
                </a:lnTo>
                <a:lnTo>
                  <a:pt x="4305" y="28"/>
                </a:lnTo>
                <a:lnTo>
                  <a:pt x="4306" y="28"/>
                </a:lnTo>
                <a:lnTo>
                  <a:pt x="4306" y="27"/>
                </a:lnTo>
                <a:lnTo>
                  <a:pt x="4307" y="27"/>
                </a:lnTo>
                <a:lnTo>
                  <a:pt x="4307" y="26"/>
                </a:lnTo>
                <a:lnTo>
                  <a:pt x="4308" y="26"/>
                </a:lnTo>
                <a:lnTo>
                  <a:pt x="4308" y="25"/>
                </a:lnTo>
                <a:lnTo>
                  <a:pt x="4309" y="25"/>
                </a:lnTo>
                <a:lnTo>
                  <a:pt x="4310" y="25"/>
                </a:lnTo>
                <a:lnTo>
                  <a:pt x="4312" y="25"/>
                </a:lnTo>
                <a:lnTo>
                  <a:pt x="4313" y="25"/>
                </a:lnTo>
                <a:lnTo>
                  <a:pt x="4314" y="25"/>
                </a:lnTo>
                <a:lnTo>
                  <a:pt x="4315" y="25"/>
                </a:lnTo>
                <a:lnTo>
                  <a:pt x="4316" y="25"/>
                </a:lnTo>
                <a:lnTo>
                  <a:pt x="4317" y="25"/>
                </a:lnTo>
                <a:lnTo>
                  <a:pt x="4318" y="25"/>
                </a:lnTo>
                <a:lnTo>
                  <a:pt x="4319" y="25"/>
                </a:lnTo>
                <a:lnTo>
                  <a:pt x="4320" y="25"/>
                </a:lnTo>
                <a:lnTo>
                  <a:pt x="4321" y="24"/>
                </a:lnTo>
                <a:lnTo>
                  <a:pt x="4322" y="24"/>
                </a:lnTo>
                <a:lnTo>
                  <a:pt x="4323" y="24"/>
                </a:lnTo>
                <a:lnTo>
                  <a:pt x="4324" y="24"/>
                </a:lnTo>
                <a:lnTo>
                  <a:pt x="4325" y="24"/>
                </a:lnTo>
                <a:lnTo>
                  <a:pt x="4326" y="23"/>
                </a:lnTo>
                <a:lnTo>
                  <a:pt x="4327" y="23"/>
                </a:lnTo>
                <a:lnTo>
                  <a:pt x="4328" y="23"/>
                </a:lnTo>
                <a:lnTo>
                  <a:pt x="4329" y="23"/>
                </a:lnTo>
                <a:lnTo>
                  <a:pt x="4330" y="23"/>
                </a:lnTo>
                <a:lnTo>
                  <a:pt x="4330" y="22"/>
                </a:lnTo>
                <a:lnTo>
                  <a:pt x="4331" y="22"/>
                </a:lnTo>
                <a:lnTo>
                  <a:pt x="4332" y="22"/>
                </a:lnTo>
                <a:lnTo>
                  <a:pt x="4333" y="22"/>
                </a:lnTo>
                <a:lnTo>
                  <a:pt x="4334" y="22"/>
                </a:lnTo>
                <a:lnTo>
                  <a:pt x="4334" y="21"/>
                </a:lnTo>
                <a:lnTo>
                  <a:pt x="4335" y="21"/>
                </a:lnTo>
                <a:lnTo>
                  <a:pt x="4336" y="21"/>
                </a:lnTo>
                <a:lnTo>
                  <a:pt x="4336" y="20"/>
                </a:lnTo>
                <a:lnTo>
                  <a:pt x="4337" y="20"/>
                </a:lnTo>
                <a:lnTo>
                  <a:pt x="4338" y="20"/>
                </a:lnTo>
                <a:lnTo>
                  <a:pt x="4339" y="20"/>
                </a:lnTo>
                <a:lnTo>
                  <a:pt x="4339" y="19"/>
                </a:lnTo>
                <a:lnTo>
                  <a:pt x="4340" y="19"/>
                </a:lnTo>
                <a:lnTo>
                  <a:pt x="4340" y="18"/>
                </a:lnTo>
                <a:lnTo>
                  <a:pt x="4341" y="18"/>
                </a:lnTo>
                <a:lnTo>
                  <a:pt x="4342" y="18"/>
                </a:lnTo>
                <a:lnTo>
                  <a:pt x="4343" y="18"/>
                </a:lnTo>
                <a:lnTo>
                  <a:pt x="4344" y="18"/>
                </a:lnTo>
                <a:lnTo>
                  <a:pt x="4345" y="18"/>
                </a:lnTo>
                <a:lnTo>
                  <a:pt x="4347" y="18"/>
                </a:lnTo>
                <a:lnTo>
                  <a:pt x="4348" y="18"/>
                </a:lnTo>
                <a:lnTo>
                  <a:pt x="4349" y="18"/>
                </a:lnTo>
                <a:lnTo>
                  <a:pt x="4349" y="17"/>
                </a:lnTo>
                <a:lnTo>
                  <a:pt x="4350" y="17"/>
                </a:lnTo>
                <a:lnTo>
                  <a:pt x="4351" y="17"/>
                </a:lnTo>
                <a:lnTo>
                  <a:pt x="4351" y="16"/>
                </a:lnTo>
                <a:lnTo>
                  <a:pt x="4352" y="16"/>
                </a:lnTo>
                <a:lnTo>
                  <a:pt x="4353" y="16"/>
                </a:lnTo>
                <a:lnTo>
                  <a:pt x="4353" y="15"/>
                </a:lnTo>
                <a:lnTo>
                  <a:pt x="4354" y="15"/>
                </a:lnTo>
                <a:lnTo>
                  <a:pt x="4356" y="15"/>
                </a:lnTo>
                <a:lnTo>
                  <a:pt x="4357" y="15"/>
                </a:lnTo>
                <a:lnTo>
                  <a:pt x="4357" y="14"/>
                </a:lnTo>
                <a:lnTo>
                  <a:pt x="4358" y="14"/>
                </a:lnTo>
                <a:lnTo>
                  <a:pt x="4359" y="14"/>
                </a:lnTo>
                <a:lnTo>
                  <a:pt x="4360" y="14"/>
                </a:lnTo>
                <a:lnTo>
                  <a:pt x="4361" y="15"/>
                </a:lnTo>
                <a:lnTo>
                  <a:pt x="4362" y="15"/>
                </a:lnTo>
                <a:lnTo>
                  <a:pt x="4363" y="14"/>
                </a:lnTo>
                <a:lnTo>
                  <a:pt x="4364" y="14"/>
                </a:lnTo>
                <a:lnTo>
                  <a:pt x="4366" y="14"/>
                </a:lnTo>
                <a:lnTo>
                  <a:pt x="4369" y="14"/>
                </a:lnTo>
                <a:lnTo>
                  <a:pt x="4371" y="14"/>
                </a:lnTo>
                <a:lnTo>
                  <a:pt x="4372" y="14"/>
                </a:lnTo>
                <a:lnTo>
                  <a:pt x="4373" y="14"/>
                </a:lnTo>
                <a:lnTo>
                  <a:pt x="4374" y="15"/>
                </a:lnTo>
                <a:lnTo>
                  <a:pt x="4375" y="15"/>
                </a:lnTo>
                <a:lnTo>
                  <a:pt x="4376" y="15"/>
                </a:lnTo>
                <a:lnTo>
                  <a:pt x="4377" y="15"/>
                </a:lnTo>
                <a:lnTo>
                  <a:pt x="4378" y="15"/>
                </a:lnTo>
                <a:lnTo>
                  <a:pt x="4379" y="15"/>
                </a:lnTo>
                <a:lnTo>
                  <a:pt x="4379" y="14"/>
                </a:lnTo>
                <a:lnTo>
                  <a:pt x="4380" y="14"/>
                </a:lnTo>
                <a:lnTo>
                  <a:pt x="4381" y="13"/>
                </a:lnTo>
                <a:lnTo>
                  <a:pt x="4382" y="12"/>
                </a:lnTo>
                <a:lnTo>
                  <a:pt x="4382" y="11"/>
                </a:lnTo>
                <a:lnTo>
                  <a:pt x="4383" y="11"/>
                </a:lnTo>
                <a:lnTo>
                  <a:pt x="4384" y="10"/>
                </a:lnTo>
                <a:lnTo>
                  <a:pt x="4385" y="10"/>
                </a:lnTo>
                <a:lnTo>
                  <a:pt x="4386" y="10"/>
                </a:lnTo>
                <a:lnTo>
                  <a:pt x="4387" y="10"/>
                </a:lnTo>
                <a:lnTo>
                  <a:pt x="4388" y="10"/>
                </a:lnTo>
                <a:lnTo>
                  <a:pt x="4389" y="11"/>
                </a:lnTo>
                <a:lnTo>
                  <a:pt x="4390" y="11"/>
                </a:lnTo>
                <a:lnTo>
                  <a:pt x="4391" y="11"/>
                </a:lnTo>
                <a:lnTo>
                  <a:pt x="4392" y="11"/>
                </a:lnTo>
                <a:lnTo>
                  <a:pt x="4392" y="10"/>
                </a:lnTo>
                <a:lnTo>
                  <a:pt x="4393" y="10"/>
                </a:lnTo>
                <a:lnTo>
                  <a:pt x="4394" y="10"/>
                </a:lnTo>
                <a:lnTo>
                  <a:pt x="4395" y="9"/>
                </a:lnTo>
                <a:lnTo>
                  <a:pt x="4396" y="9"/>
                </a:lnTo>
                <a:lnTo>
                  <a:pt x="4397" y="8"/>
                </a:lnTo>
                <a:lnTo>
                  <a:pt x="4398" y="7"/>
                </a:lnTo>
                <a:lnTo>
                  <a:pt x="4399" y="7"/>
                </a:lnTo>
                <a:lnTo>
                  <a:pt x="4400" y="7"/>
                </a:lnTo>
                <a:lnTo>
                  <a:pt x="4401" y="7"/>
                </a:lnTo>
                <a:lnTo>
                  <a:pt x="4402" y="7"/>
                </a:lnTo>
                <a:lnTo>
                  <a:pt x="4402" y="8"/>
                </a:lnTo>
                <a:lnTo>
                  <a:pt x="4403" y="8"/>
                </a:lnTo>
                <a:lnTo>
                  <a:pt x="4403" y="9"/>
                </a:lnTo>
                <a:lnTo>
                  <a:pt x="4403" y="10"/>
                </a:lnTo>
                <a:lnTo>
                  <a:pt x="4404" y="10"/>
                </a:lnTo>
                <a:lnTo>
                  <a:pt x="4405" y="10"/>
                </a:lnTo>
                <a:lnTo>
                  <a:pt x="4405" y="11"/>
                </a:lnTo>
                <a:lnTo>
                  <a:pt x="4406" y="11"/>
                </a:lnTo>
                <a:lnTo>
                  <a:pt x="4407" y="12"/>
                </a:lnTo>
                <a:lnTo>
                  <a:pt x="4408" y="12"/>
                </a:lnTo>
                <a:lnTo>
                  <a:pt x="4409" y="12"/>
                </a:lnTo>
                <a:lnTo>
                  <a:pt x="4409" y="13"/>
                </a:lnTo>
                <a:lnTo>
                  <a:pt x="4410" y="13"/>
                </a:lnTo>
                <a:lnTo>
                  <a:pt x="4411" y="12"/>
                </a:lnTo>
                <a:lnTo>
                  <a:pt x="4412" y="12"/>
                </a:lnTo>
                <a:lnTo>
                  <a:pt x="4413" y="12"/>
                </a:lnTo>
                <a:lnTo>
                  <a:pt x="4413" y="11"/>
                </a:lnTo>
                <a:lnTo>
                  <a:pt x="4414" y="11"/>
                </a:lnTo>
                <a:lnTo>
                  <a:pt x="4415" y="11"/>
                </a:lnTo>
                <a:lnTo>
                  <a:pt x="4416" y="11"/>
                </a:lnTo>
                <a:lnTo>
                  <a:pt x="4417" y="12"/>
                </a:lnTo>
                <a:lnTo>
                  <a:pt x="4418" y="12"/>
                </a:lnTo>
                <a:lnTo>
                  <a:pt x="4419" y="11"/>
                </a:lnTo>
                <a:lnTo>
                  <a:pt x="4420" y="11"/>
                </a:lnTo>
                <a:lnTo>
                  <a:pt x="4421" y="11"/>
                </a:lnTo>
                <a:lnTo>
                  <a:pt x="4422" y="11"/>
                </a:lnTo>
                <a:lnTo>
                  <a:pt x="4422" y="10"/>
                </a:lnTo>
                <a:lnTo>
                  <a:pt x="4423" y="10"/>
                </a:lnTo>
                <a:lnTo>
                  <a:pt x="4426" y="10"/>
                </a:lnTo>
                <a:lnTo>
                  <a:pt x="4426" y="11"/>
                </a:lnTo>
                <a:lnTo>
                  <a:pt x="4427" y="11"/>
                </a:lnTo>
                <a:lnTo>
                  <a:pt x="4428" y="11"/>
                </a:lnTo>
                <a:lnTo>
                  <a:pt x="4432" y="11"/>
                </a:lnTo>
                <a:lnTo>
                  <a:pt x="4434" y="11"/>
                </a:lnTo>
                <a:lnTo>
                  <a:pt x="4436" y="11"/>
                </a:lnTo>
                <a:lnTo>
                  <a:pt x="4437" y="10"/>
                </a:lnTo>
                <a:lnTo>
                  <a:pt x="4438" y="11"/>
                </a:lnTo>
                <a:lnTo>
                  <a:pt x="4439" y="11"/>
                </a:lnTo>
                <a:lnTo>
                  <a:pt x="4441" y="11"/>
                </a:lnTo>
                <a:lnTo>
                  <a:pt x="4442" y="11"/>
                </a:lnTo>
                <a:lnTo>
                  <a:pt x="4443" y="11"/>
                </a:lnTo>
                <a:lnTo>
                  <a:pt x="4445" y="11"/>
                </a:lnTo>
                <a:lnTo>
                  <a:pt x="4447" y="11"/>
                </a:lnTo>
                <a:lnTo>
                  <a:pt x="4448" y="11"/>
                </a:lnTo>
                <a:lnTo>
                  <a:pt x="4450" y="10"/>
                </a:lnTo>
                <a:lnTo>
                  <a:pt x="4451" y="10"/>
                </a:lnTo>
                <a:lnTo>
                  <a:pt x="4452" y="10"/>
                </a:lnTo>
                <a:lnTo>
                  <a:pt x="4453" y="9"/>
                </a:lnTo>
                <a:lnTo>
                  <a:pt x="4455" y="9"/>
                </a:lnTo>
                <a:lnTo>
                  <a:pt x="4458" y="8"/>
                </a:lnTo>
                <a:lnTo>
                  <a:pt x="4459" y="8"/>
                </a:lnTo>
                <a:lnTo>
                  <a:pt x="4459" y="7"/>
                </a:lnTo>
                <a:lnTo>
                  <a:pt x="4460" y="7"/>
                </a:lnTo>
                <a:lnTo>
                  <a:pt x="4461" y="7"/>
                </a:lnTo>
                <a:lnTo>
                  <a:pt x="4462" y="7"/>
                </a:lnTo>
                <a:lnTo>
                  <a:pt x="4463" y="7"/>
                </a:lnTo>
                <a:lnTo>
                  <a:pt x="4463" y="6"/>
                </a:lnTo>
                <a:lnTo>
                  <a:pt x="4464" y="6"/>
                </a:lnTo>
                <a:lnTo>
                  <a:pt x="4465" y="6"/>
                </a:lnTo>
                <a:lnTo>
                  <a:pt x="4466" y="6"/>
                </a:lnTo>
                <a:lnTo>
                  <a:pt x="4468" y="6"/>
                </a:lnTo>
                <a:lnTo>
                  <a:pt x="4469" y="6"/>
                </a:lnTo>
                <a:lnTo>
                  <a:pt x="4470" y="6"/>
                </a:lnTo>
                <a:lnTo>
                  <a:pt x="4470" y="7"/>
                </a:lnTo>
                <a:lnTo>
                  <a:pt x="4471" y="7"/>
                </a:lnTo>
                <a:lnTo>
                  <a:pt x="4472" y="7"/>
                </a:lnTo>
                <a:lnTo>
                  <a:pt x="4473" y="7"/>
                </a:lnTo>
                <a:lnTo>
                  <a:pt x="4474" y="7"/>
                </a:lnTo>
                <a:lnTo>
                  <a:pt x="4474" y="6"/>
                </a:lnTo>
                <a:lnTo>
                  <a:pt x="4475" y="6"/>
                </a:lnTo>
                <a:lnTo>
                  <a:pt x="4476" y="6"/>
                </a:lnTo>
                <a:lnTo>
                  <a:pt x="4477" y="5"/>
                </a:lnTo>
                <a:lnTo>
                  <a:pt x="4477" y="4"/>
                </a:lnTo>
                <a:lnTo>
                  <a:pt x="4478" y="4"/>
                </a:lnTo>
                <a:lnTo>
                  <a:pt x="4478" y="3"/>
                </a:lnTo>
                <a:lnTo>
                  <a:pt x="4479" y="3"/>
                </a:lnTo>
                <a:lnTo>
                  <a:pt x="4479" y="2"/>
                </a:lnTo>
                <a:lnTo>
                  <a:pt x="4480" y="2"/>
                </a:lnTo>
                <a:lnTo>
                  <a:pt x="4481" y="2"/>
                </a:lnTo>
                <a:lnTo>
                  <a:pt x="4481" y="1"/>
                </a:lnTo>
                <a:lnTo>
                  <a:pt x="4482" y="1"/>
                </a:lnTo>
                <a:lnTo>
                  <a:pt x="4483" y="1"/>
                </a:lnTo>
                <a:lnTo>
                  <a:pt x="4484" y="0"/>
                </a:lnTo>
                <a:lnTo>
                  <a:pt x="4485" y="0"/>
                </a:lnTo>
                <a:lnTo>
                  <a:pt x="4486" y="1"/>
                </a:lnTo>
                <a:lnTo>
                  <a:pt x="4487" y="1"/>
                </a:lnTo>
                <a:lnTo>
                  <a:pt x="4488" y="1"/>
                </a:lnTo>
                <a:lnTo>
                  <a:pt x="4490" y="2"/>
                </a:lnTo>
                <a:lnTo>
                  <a:pt x="4492" y="2"/>
                </a:lnTo>
                <a:lnTo>
                  <a:pt x="4493" y="3"/>
                </a:lnTo>
                <a:lnTo>
                  <a:pt x="4495" y="3"/>
                </a:lnTo>
                <a:lnTo>
                  <a:pt x="4496" y="3"/>
                </a:lnTo>
                <a:lnTo>
                  <a:pt x="4500" y="3"/>
                </a:lnTo>
                <a:lnTo>
                  <a:pt x="4501" y="3"/>
                </a:lnTo>
                <a:lnTo>
                  <a:pt x="4501" y="4"/>
                </a:lnTo>
                <a:lnTo>
                  <a:pt x="4501" y="5"/>
                </a:lnTo>
                <a:lnTo>
                  <a:pt x="4502" y="5"/>
                </a:lnTo>
                <a:lnTo>
                  <a:pt x="4502" y="6"/>
                </a:lnTo>
                <a:lnTo>
                  <a:pt x="4502" y="7"/>
                </a:lnTo>
                <a:lnTo>
                  <a:pt x="4503" y="7"/>
                </a:lnTo>
                <a:lnTo>
                  <a:pt x="4504" y="7"/>
                </a:lnTo>
                <a:lnTo>
                  <a:pt x="4505" y="7"/>
                </a:lnTo>
                <a:lnTo>
                  <a:pt x="4505" y="6"/>
                </a:lnTo>
                <a:lnTo>
                  <a:pt x="4505" y="5"/>
                </a:lnTo>
                <a:lnTo>
                  <a:pt x="4504" y="5"/>
                </a:lnTo>
                <a:lnTo>
                  <a:pt x="4503" y="4"/>
                </a:lnTo>
                <a:lnTo>
                  <a:pt x="4503" y="3"/>
                </a:lnTo>
                <a:lnTo>
                  <a:pt x="4504" y="3"/>
                </a:lnTo>
                <a:lnTo>
                  <a:pt x="4504" y="2"/>
                </a:lnTo>
                <a:lnTo>
                  <a:pt x="4505" y="2"/>
                </a:lnTo>
                <a:lnTo>
                  <a:pt x="4505" y="1"/>
                </a:lnTo>
                <a:lnTo>
                  <a:pt x="4506" y="1"/>
                </a:lnTo>
                <a:lnTo>
                  <a:pt x="4507" y="1"/>
                </a:lnTo>
                <a:lnTo>
                  <a:pt x="4508" y="1"/>
                </a:lnTo>
                <a:lnTo>
                  <a:pt x="4509" y="1"/>
                </a:lnTo>
                <a:lnTo>
                  <a:pt x="4509" y="2"/>
                </a:lnTo>
                <a:lnTo>
                  <a:pt x="4510" y="3"/>
                </a:lnTo>
                <a:lnTo>
                  <a:pt x="4510" y="4"/>
                </a:lnTo>
                <a:lnTo>
                  <a:pt x="4509" y="4"/>
                </a:lnTo>
                <a:lnTo>
                  <a:pt x="4508" y="5"/>
                </a:lnTo>
                <a:lnTo>
                  <a:pt x="4507" y="6"/>
                </a:lnTo>
                <a:lnTo>
                  <a:pt x="4507" y="7"/>
                </a:lnTo>
                <a:lnTo>
                  <a:pt x="4508" y="7"/>
                </a:lnTo>
                <a:lnTo>
                  <a:pt x="4509" y="7"/>
                </a:lnTo>
                <a:lnTo>
                  <a:pt x="4510" y="7"/>
                </a:lnTo>
                <a:lnTo>
                  <a:pt x="4511" y="7"/>
                </a:lnTo>
                <a:lnTo>
                  <a:pt x="4511" y="6"/>
                </a:lnTo>
                <a:lnTo>
                  <a:pt x="4511" y="5"/>
                </a:lnTo>
                <a:lnTo>
                  <a:pt x="4512" y="5"/>
                </a:lnTo>
                <a:lnTo>
                  <a:pt x="4512" y="4"/>
                </a:lnTo>
                <a:lnTo>
                  <a:pt x="4512" y="3"/>
                </a:lnTo>
                <a:lnTo>
                  <a:pt x="4512" y="2"/>
                </a:lnTo>
                <a:lnTo>
                  <a:pt x="4513" y="2"/>
                </a:lnTo>
                <a:lnTo>
                  <a:pt x="451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4" name=""/>
          <p:cNvSpPr/>
          <p:nvPr/>
        </p:nvSpPr>
        <p:spPr>
          <a:xfrm>
            <a:off x="4708800" y="1852560"/>
            <a:ext cx="5040" cy="1440"/>
          </a:xfrm>
          <a:custGeom>
            <a:avLst/>
            <a:gdLst/>
            <a:ahLst/>
            <a:rect l="0" t="0" r="r" b="b"/>
            <a:pathLst>
              <a:path fill="none" w="14" h="4">
                <a:moveTo>
                  <a:pt x="0" y="4"/>
                </a:moveTo>
                <a:lnTo>
                  <a:pt x="2" y="4"/>
                </a:lnTo>
                <a:lnTo>
                  <a:pt x="4" y="3"/>
                </a:lnTo>
                <a:lnTo>
                  <a:pt x="9" y="2"/>
                </a:lnTo>
                <a:lnTo>
                  <a:pt x="1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5" name=""/>
          <p:cNvSpPr/>
          <p:nvPr/>
        </p:nvSpPr>
        <p:spPr>
          <a:xfrm>
            <a:off x="4699440" y="1854720"/>
            <a:ext cx="5040" cy="720"/>
          </a:xfrm>
          <a:custGeom>
            <a:avLst/>
            <a:gdLst/>
            <a:ahLst/>
            <a:rect l="0" t="0" r="r" b="b"/>
            <a:pathLst>
              <a:path fill="none" w="14" h="2">
                <a:moveTo>
                  <a:pt x="0" y="2"/>
                </a:moveTo>
                <a:lnTo>
                  <a:pt x="2" y="2"/>
                </a:lnTo>
                <a:lnTo>
                  <a:pt x="4" y="2"/>
                </a:lnTo>
                <a:lnTo>
                  <a:pt x="5" y="2"/>
                </a:lnTo>
                <a:lnTo>
                  <a:pt x="7" y="2"/>
                </a:lnTo>
                <a:lnTo>
                  <a:pt x="10" y="2"/>
                </a:lnTo>
                <a:lnTo>
                  <a:pt x="12" y="2"/>
                </a:lnTo>
                <a:lnTo>
                  <a:pt x="1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6" name=""/>
          <p:cNvSpPr/>
          <p:nvPr/>
        </p:nvSpPr>
        <p:spPr>
          <a:xfrm>
            <a:off x="4688280" y="1856160"/>
            <a:ext cx="4320" cy="2160"/>
          </a:xfrm>
          <a:custGeom>
            <a:avLst/>
            <a:gdLst/>
            <a:ahLst/>
            <a:rect l="0" t="0" r="r" b="b"/>
            <a:pathLst>
              <a:path fill="none" w="12" h="6">
                <a:moveTo>
                  <a:pt x="0" y="6"/>
                </a:moveTo>
                <a:lnTo>
                  <a:pt x="1" y="5"/>
                </a:lnTo>
                <a:lnTo>
                  <a:pt x="3" y="5"/>
                </a:lnTo>
                <a:lnTo>
                  <a:pt x="4" y="4"/>
                </a:lnTo>
                <a:lnTo>
                  <a:pt x="5" y="3"/>
                </a:lnTo>
                <a:lnTo>
                  <a:pt x="8" y="1"/>
                </a:lnTo>
                <a:lnTo>
                  <a:pt x="9" y="1"/>
                </a:lnTo>
                <a:lnTo>
                  <a:pt x="11" y="0"/>
                </a:lnTo>
                <a:lnTo>
                  <a:pt x="1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7" name=""/>
          <p:cNvSpPr/>
          <p:nvPr/>
        </p:nvSpPr>
        <p:spPr>
          <a:xfrm>
            <a:off x="4681080" y="1859760"/>
            <a:ext cx="4320" cy="1800"/>
          </a:xfrm>
          <a:custGeom>
            <a:avLst/>
            <a:gdLst/>
            <a:ahLst/>
            <a:rect l="0" t="0" r="r" b="b"/>
            <a:pathLst>
              <a:path fill="none" w="12" h="5">
                <a:moveTo>
                  <a:pt x="0" y="5"/>
                </a:moveTo>
                <a:lnTo>
                  <a:pt x="1" y="5"/>
                </a:lnTo>
                <a:lnTo>
                  <a:pt x="3" y="5"/>
                </a:lnTo>
                <a:lnTo>
                  <a:pt x="6" y="3"/>
                </a:lnTo>
                <a:lnTo>
                  <a:pt x="8" y="2"/>
                </a:lnTo>
                <a:lnTo>
                  <a:pt x="10" y="1"/>
                </a:lnTo>
                <a:lnTo>
                  <a:pt x="11" y="0"/>
                </a:lnTo>
                <a:lnTo>
                  <a:pt x="1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8" name=""/>
          <p:cNvSpPr/>
          <p:nvPr/>
        </p:nvSpPr>
        <p:spPr>
          <a:xfrm>
            <a:off x="4673880" y="1861920"/>
            <a:ext cx="3240" cy="720"/>
          </a:xfrm>
          <a:custGeom>
            <a:avLst/>
            <a:gdLst/>
            <a:ahLst/>
            <a:rect l="0" t="0" r="r" b="b"/>
            <a:pathLst>
              <a:path fill="none" w="9" h="2">
                <a:moveTo>
                  <a:pt x="0" y="2"/>
                </a:moveTo>
                <a:lnTo>
                  <a:pt x="2" y="2"/>
                </a:lnTo>
                <a:lnTo>
                  <a:pt x="4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9" name=""/>
          <p:cNvSpPr/>
          <p:nvPr/>
        </p:nvSpPr>
        <p:spPr>
          <a:xfrm flipV="1">
            <a:off x="4704480" y="2087640"/>
            <a:ext cx="9360" cy="4104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0" name=""/>
          <p:cNvSpPr/>
          <p:nvPr/>
        </p:nvSpPr>
        <p:spPr>
          <a:xfrm flipV="1">
            <a:off x="4661280" y="2193480"/>
            <a:ext cx="24120" cy="3240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1" name=""/>
          <p:cNvSpPr/>
          <p:nvPr/>
        </p:nvSpPr>
        <p:spPr>
          <a:xfrm>
            <a:off x="4518000" y="2227320"/>
            <a:ext cx="3600" cy="720"/>
          </a:xfrm>
          <a:custGeom>
            <a:avLst/>
            <a:gdLst/>
            <a:ahLst/>
            <a:rect l="0" t="0" r="r" b="b"/>
            <a:pathLst>
              <a:path fill="none" w="10" h="2">
                <a:moveTo>
                  <a:pt x="0" y="2"/>
                </a:moveTo>
                <a:lnTo>
                  <a:pt x="1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7" y="0"/>
                </a:lnTo>
                <a:lnTo>
                  <a:pt x="9" y="0"/>
                </a:lnTo>
                <a:lnTo>
                  <a:pt x="1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2" name=""/>
          <p:cNvSpPr/>
          <p:nvPr/>
        </p:nvSpPr>
        <p:spPr>
          <a:xfrm>
            <a:off x="4516200" y="22287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3" name=""/>
          <p:cNvSpPr/>
          <p:nvPr/>
        </p:nvSpPr>
        <p:spPr>
          <a:xfrm>
            <a:off x="4518360" y="222912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4" name=""/>
          <p:cNvSpPr/>
          <p:nvPr/>
        </p:nvSpPr>
        <p:spPr>
          <a:xfrm>
            <a:off x="4519080" y="2229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5" name=""/>
          <p:cNvSpPr/>
          <p:nvPr/>
        </p:nvSpPr>
        <p:spPr>
          <a:xfrm>
            <a:off x="4518000" y="22294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6" name=""/>
          <p:cNvSpPr/>
          <p:nvPr/>
        </p:nvSpPr>
        <p:spPr>
          <a:xfrm>
            <a:off x="4516200" y="22294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7" name=""/>
          <p:cNvSpPr/>
          <p:nvPr/>
        </p:nvSpPr>
        <p:spPr>
          <a:xfrm>
            <a:off x="4519080" y="2229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8" name=""/>
          <p:cNvSpPr/>
          <p:nvPr/>
        </p:nvSpPr>
        <p:spPr>
          <a:xfrm>
            <a:off x="4516560" y="22298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9" name=""/>
          <p:cNvSpPr/>
          <p:nvPr/>
        </p:nvSpPr>
        <p:spPr>
          <a:xfrm>
            <a:off x="4515840" y="22298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0" name=""/>
          <p:cNvSpPr/>
          <p:nvPr/>
        </p:nvSpPr>
        <p:spPr>
          <a:xfrm>
            <a:off x="4517280" y="2227680"/>
            <a:ext cx="6120" cy="7200"/>
          </a:xfrm>
          <a:custGeom>
            <a:avLst/>
            <a:gdLst/>
            <a:ahLst/>
            <a:rect l="0" t="0" r="r" b="b"/>
            <a:pathLst>
              <a:path fill="none" w="17" h="20">
                <a:moveTo>
                  <a:pt x="2" y="19"/>
                </a:moveTo>
                <a:lnTo>
                  <a:pt x="3" y="19"/>
                </a:lnTo>
                <a:lnTo>
                  <a:pt x="3" y="20"/>
                </a:lnTo>
                <a:lnTo>
                  <a:pt x="3" y="19"/>
                </a:lnTo>
                <a:lnTo>
                  <a:pt x="4" y="19"/>
                </a:lnTo>
                <a:lnTo>
                  <a:pt x="4" y="20"/>
                </a:lnTo>
                <a:lnTo>
                  <a:pt x="5" y="20"/>
                </a:lnTo>
                <a:lnTo>
                  <a:pt x="7" y="19"/>
                </a:lnTo>
                <a:lnTo>
                  <a:pt x="8" y="19"/>
                </a:lnTo>
                <a:lnTo>
                  <a:pt x="9" y="19"/>
                </a:lnTo>
                <a:lnTo>
                  <a:pt x="10" y="18"/>
                </a:lnTo>
                <a:lnTo>
                  <a:pt x="11" y="18"/>
                </a:lnTo>
                <a:lnTo>
                  <a:pt x="12" y="18"/>
                </a:lnTo>
                <a:lnTo>
                  <a:pt x="12" y="17"/>
                </a:lnTo>
                <a:lnTo>
                  <a:pt x="13" y="16"/>
                </a:lnTo>
                <a:lnTo>
                  <a:pt x="14" y="15"/>
                </a:lnTo>
                <a:lnTo>
                  <a:pt x="16" y="14"/>
                </a:lnTo>
                <a:lnTo>
                  <a:pt x="16" y="12"/>
                </a:lnTo>
                <a:lnTo>
                  <a:pt x="17" y="11"/>
                </a:lnTo>
                <a:lnTo>
                  <a:pt x="17" y="10"/>
                </a:lnTo>
                <a:lnTo>
                  <a:pt x="17" y="9"/>
                </a:lnTo>
                <a:lnTo>
                  <a:pt x="17" y="5"/>
                </a:lnTo>
                <a:lnTo>
                  <a:pt x="17" y="4"/>
                </a:lnTo>
                <a:lnTo>
                  <a:pt x="17" y="3"/>
                </a:lnTo>
                <a:lnTo>
                  <a:pt x="16" y="2"/>
                </a:lnTo>
                <a:lnTo>
                  <a:pt x="16" y="1"/>
                </a:lnTo>
                <a:lnTo>
                  <a:pt x="14" y="0"/>
                </a:lnTo>
                <a:lnTo>
                  <a:pt x="13" y="0"/>
                </a:lnTo>
                <a:lnTo>
                  <a:pt x="13" y="1"/>
                </a:lnTo>
                <a:lnTo>
                  <a:pt x="14" y="2"/>
                </a:lnTo>
                <a:lnTo>
                  <a:pt x="14" y="3"/>
                </a:lnTo>
                <a:lnTo>
                  <a:pt x="14" y="4"/>
                </a:lnTo>
                <a:lnTo>
                  <a:pt x="14" y="5"/>
                </a:lnTo>
                <a:lnTo>
                  <a:pt x="14" y="6"/>
                </a:lnTo>
                <a:lnTo>
                  <a:pt x="16" y="6"/>
                </a:lnTo>
                <a:lnTo>
                  <a:pt x="16" y="9"/>
                </a:lnTo>
                <a:lnTo>
                  <a:pt x="14" y="9"/>
                </a:lnTo>
                <a:lnTo>
                  <a:pt x="14" y="10"/>
                </a:lnTo>
                <a:lnTo>
                  <a:pt x="14" y="11"/>
                </a:lnTo>
                <a:lnTo>
                  <a:pt x="13" y="11"/>
                </a:lnTo>
                <a:lnTo>
                  <a:pt x="13" y="14"/>
                </a:lnTo>
                <a:lnTo>
                  <a:pt x="12" y="14"/>
                </a:lnTo>
                <a:lnTo>
                  <a:pt x="11" y="15"/>
                </a:lnTo>
                <a:lnTo>
                  <a:pt x="11" y="16"/>
                </a:lnTo>
                <a:lnTo>
                  <a:pt x="10" y="16"/>
                </a:lnTo>
                <a:lnTo>
                  <a:pt x="10" y="17"/>
                </a:lnTo>
                <a:lnTo>
                  <a:pt x="9" y="17"/>
                </a:lnTo>
                <a:lnTo>
                  <a:pt x="8" y="17"/>
                </a:lnTo>
                <a:lnTo>
                  <a:pt x="7" y="17"/>
                </a:lnTo>
                <a:lnTo>
                  <a:pt x="7" y="18"/>
                </a:lnTo>
                <a:lnTo>
                  <a:pt x="6" y="18"/>
                </a:lnTo>
                <a:lnTo>
                  <a:pt x="5" y="18"/>
                </a:lnTo>
                <a:lnTo>
                  <a:pt x="4" y="18"/>
                </a:lnTo>
                <a:lnTo>
                  <a:pt x="2" y="17"/>
                </a:lnTo>
                <a:lnTo>
                  <a:pt x="1" y="16"/>
                </a:lnTo>
                <a:lnTo>
                  <a:pt x="1" y="17"/>
                </a:lnTo>
                <a:lnTo>
                  <a:pt x="0" y="17"/>
                </a:lnTo>
                <a:lnTo>
                  <a:pt x="0" y="18"/>
                </a:lnTo>
                <a:lnTo>
                  <a:pt x="1" y="19"/>
                </a:lnTo>
                <a:lnTo>
                  <a:pt x="2" y="1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2160" rIns="5040" bIns="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1" name=""/>
          <p:cNvSpPr/>
          <p:nvPr/>
        </p:nvSpPr>
        <p:spPr>
          <a:xfrm>
            <a:off x="4605840" y="2291760"/>
            <a:ext cx="18360" cy="37440"/>
          </a:xfrm>
          <a:custGeom>
            <a:avLst/>
            <a:gdLst/>
            <a:ahLst/>
            <a:rect l="0" t="0" r="r" b="b"/>
            <a:pathLst>
              <a:path fill="none" w="51" h="104">
                <a:moveTo>
                  <a:pt x="0" y="104"/>
                </a:moveTo>
                <a:lnTo>
                  <a:pt x="2" y="101"/>
                </a:lnTo>
                <a:lnTo>
                  <a:pt x="3" y="98"/>
                </a:lnTo>
                <a:lnTo>
                  <a:pt x="4" y="95"/>
                </a:lnTo>
                <a:lnTo>
                  <a:pt x="6" y="91"/>
                </a:lnTo>
                <a:lnTo>
                  <a:pt x="7" y="88"/>
                </a:lnTo>
                <a:lnTo>
                  <a:pt x="9" y="83"/>
                </a:lnTo>
                <a:lnTo>
                  <a:pt x="11" y="79"/>
                </a:lnTo>
                <a:lnTo>
                  <a:pt x="13" y="75"/>
                </a:lnTo>
                <a:lnTo>
                  <a:pt x="15" y="70"/>
                </a:lnTo>
                <a:lnTo>
                  <a:pt x="17" y="67"/>
                </a:lnTo>
                <a:lnTo>
                  <a:pt x="18" y="64"/>
                </a:lnTo>
                <a:lnTo>
                  <a:pt x="22" y="59"/>
                </a:lnTo>
                <a:lnTo>
                  <a:pt x="24" y="54"/>
                </a:lnTo>
                <a:lnTo>
                  <a:pt x="26" y="51"/>
                </a:lnTo>
                <a:lnTo>
                  <a:pt x="27" y="48"/>
                </a:lnTo>
                <a:lnTo>
                  <a:pt x="28" y="45"/>
                </a:lnTo>
                <a:lnTo>
                  <a:pt x="30" y="42"/>
                </a:lnTo>
                <a:lnTo>
                  <a:pt x="33" y="36"/>
                </a:lnTo>
                <a:lnTo>
                  <a:pt x="35" y="31"/>
                </a:lnTo>
                <a:lnTo>
                  <a:pt x="37" y="27"/>
                </a:lnTo>
                <a:lnTo>
                  <a:pt x="39" y="22"/>
                </a:lnTo>
                <a:lnTo>
                  <a:pt x="42" y="18"/>
                </a:lnTo>
                <a:lnTo>
                  <a:pt x="44" y="14"/>
                </a:lnTo>
                <a:lnTo>
                  <a:pt x="46" y="8"/>
                </a:lnTo>
                <a:lnTo>
                  <a:pt x="49" y="4"/>
                </a:lnTo>
                <a:lnTo>
                  <a:pt x="5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2" name=""/>
          <p:cNvSpPr/>
          <p:nvPr/>
        </p:nvSpPr>
        <p:spPr>
          <a:xfrm>
            <a:off x="4452480" y="239400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0" y="4"/>
                </a:moveTo>
                <a:lnTo>
                  <a:pt x="2" y="4"/>
                </a:lnTo>
                <a:lnTo>
                  <a:pt x="3" y="2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3" name=""/>
          <p:cNvSpPr/>
          <p:nvPr/>
        </p:nvSpPr>
        <p:spPr>
          <a:xfrm>
            <a:off x="4450320" y="239508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0" y="2"/>
                </a:move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4" name=""/>
          <p:cNvSpPr/>
          <p:nvPr/>
        </p:nvSpPr>
        <p:spPr>
          <a:xfrm>
            <a:off x="4452840" y="2395080"/>
            <a:ext cx="2520" cy="1080"/>
          </a:xfrm>
          <a:custGeom>
            <a:avLst/>
            <a:gdLst/>
            <a:ahLst/>
            <a:rect l="0" t="0" r="r" b="b"/>
            <a:pathLst>
              <a:path fill="none" w="7" h="3">
                <a:moveTo>
                  <a:pt x="7" y="0"/>
                </a:moveTo>
                <a:lnTo>
                  <a:pt x="6" y="3"/>
                </a:lnTo>
                <a:lnTo>
                  <a:pt x="5" y="3"/>
                </a:lnTo>
                <a:lnTo>
                  <a:pt x="3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5" name=""/>
          <p:cNvSpPr/>
          <p:nvPr/>
        </p:nvSpPr>
        <p:spPr>
          <a:xfrm>
            <a:off x="4450680" y="23958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6" name=""/>
          <p:cNvSpPr/>
          <p:nvPr/>
        </p:nvSpPr>
        <p:spPr>
          <a:xfrm>
            <a:off x="4448160" y="239544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0" y="5"/>
                </a:move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3" y="3"/>
                </a:lnTo>
                <a:lnTo>
                  <a:pt x="4" y="1"/>
                </a:lnTo>
                <a:lnTo>
                  <a:pt x="5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7" name=""/>
          <p:cNvSpPr/>
          <p:nvPr/>
        </p:nvSpPr>
        <p:spPr>
          <a:xfrm>
            <a:off x="4448160" y="239616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0"/>
                </a:moveTo>
                <a:lnTo>
                  <a:pt x="5" y="2"/>
                </a:lnTo>
                <a:lnTo>
                  <a:pt x="4" y="2"/>
                </a:lnTo>
                <a:lnTo>
                  <a:pt x="3" y="3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8" name=""/>
          <p:cNvSpPr/>
          <p:nvPr/>
        </p:nvSpPr>
        <p:spPr>
          <a:xfrm>
            <a:off x="4439520" y="2398320"/>
            <a:ext cx="6480" cy="1800"/>
          </a:xfrm>
          <a:custGeom>
            <a:avLst/>
            <a:gdLst/>
            <a:ahLst/>
            <a:rect l="0" t="0" r="r" b="b"/>
            <a:pathLst>
              <a:path fill="none" w="18" h="5">
                <a:moveTo>
                  <a:pt x="0" y="5"/>
                </a:moveTo>
                <a:lnTo>
                  <a:pt x="1" y="2"/>
                </a:lnTo>
                <a:lnTo>
                  <a:pt x="4" y="2"/>
                </a:lnTo>
                <a:lnTo>
                  <a:pt x="5" y="4"/>
                </a:lnTo>
                <a:lnTo>
                  <a:pt x="7" y="4"/>
                </a:lnTo>
                <a:lnTo>
                  <a:pt x="8" y="4"/>
                </a:lnTo>
                <a:lnTo>
                  <a:pt x="11" y="2"/>
                </a:lnTo>
                <a:lnTo>
                  <a:pt x="13" y="2"/>
                </a:lnTo>
                <a:lnTo>
                  <a:pt x="14" y="2"/>
                </a:lnTo>
                <a:lnTo>
                  <a:pt x="15" y="1"/>
                </a:lnTo>
                <a:lnTo>
                  <a:pt x="17" y="1"/>
                </a:lnTo>
                <a:lnTo>
                  <a:pt x="18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9" name=""/>
          <p:cNvSpPr/>
          <p:nvPr/>
        </p:nvSpPr>
        <p:spPr>
          <a:xfrm>
            <a:off x="4439520" y="2399040"/>
            <a:ext cx="6480" cy="2160"/>
          </a:xfrm>
          <a:custGeom>
            <a:avLst/>
            <a:gdLst/>
            <a:ahLst/>
            <a:rect l="0" t="0" r="r" b="b"/>
            <a:pathLst>
              <a:path fill="none" w="18" h="6">
                <a:moveTo>
                  <a:pt x="18" y="0"/>
                </a:moveTo>
                <a:lnTo>
                  <a:pt x="17" y="1"/>
                </a:lnTo>
                <a:lnTo>
                  <a:pt x="16" y="3"/>
                </a:lnTo>
                <a:lnTo>
                  <a:pt x="15" y="4"/>
                </a:lnTo>
                <a:lnTo>
                  <a:pt x="14" y="4"/>
                </a:lnTo>
                <a:lnTo>
                  <a:pt x="11" y="4"/>
                </a:lnTo>
                <a:lnTo>
                  <a:pt x="10" y="5"/>
                </a:lnTo>
                <a:lnTo>
                  <a:pt x="9" y="5"/>
                </a:lnTo>
                <a:lnTo>
                  <a:pt x="8" y="6"/>
                </a:lnTo>
                <a:lnTo>
                  <a:pt x="7" y="6"/>
                </a:lnTo>
                <a:lnTo>
                  <a:pt x="6" y="5"/>
                </a:lnTo>
                <a:lnTo>
                  <a:pt x="5" y="5"/>
                </a:lnTo>
                <a:lnTo>
                  <a:pt x="3" y="5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50" name=""/>
          <p:cNvSpPr/>
          <p:nvPr/>
        </p:nvSpPr>
        <p:spPr>
          <a:xfrm>
            <a:off x="4434480" y="2400120"/>
            <a:ext cx="4320" cy="1080"/>
          </a:xfrm>
          <a:custGeom>
            <a:avLst/>
            <a:gdLst/>
            <a:ahLst/>
            <a:rect l="0" t="0" r="r" b="b"/>
            <a:pathLst>
              <a:path fill="none" w="12" h="3">
                <a:moveTo>
                  <a:pt x="0" y="3"/>
                </a:moveTo>
                <a:lnTo>
                  <a:pt x="1" y="3"/>
                </a:lnTo>
                <a:lnTo>
                  <a:pt x="2" y="3"/>
                </a:lnTo>
                <a:lnTo>
                  <a:pt x="4" y="1"/>
                </a:lnTo>
                <a:lnTo>
                  <a:pt x="6" y="1"/>
                </a:lnTo>
                <a:lnTo>
                  <a:pt x="8" y="1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2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51" name=""/>
          <p:cNvSpPr/>
          <p:nvPr/>
        </p:nvSpPr>
        <p:spPr>
          <a:xfrm>
            <a:off x="4434480" y="2401200"/>
            <a:ext cx="4320" cy="720"/>
          </a:xfrm>
          <a:custGeom>
            <a:avLst/>
            <a:gdLst/>
            <a:ahLst/>
            <a:rect l="0" t="0" r="r" b="b"/>
            <a:pathLst>
              <a:path fill="none" w="12" h="2">
                <a:moveTo>
                  <a:pt x="12" y="0"/>
                </a:moveTo>
                <a:lnTo>
                  <a:pt x="11" y="0"/>
                </a:lnTo>
                <a:lnTo>
                  <a:pt x="11" y="2"/>
                </a:lnTo>
                <a:lnTo>
                  <a:pt x="9" y="2"/>
                </a:lnTo>
                <a:lnTo>
                  <a:pt x="8" y="2"/>
                </a:lnTo>
                <a:lnTo>
                  <a:pt x="6" y="2"/>
                </a:lnTo>
                <a:lnTo>
                  <a:pt x="5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52" name=""/>
          <p:cNvSpPr/>
          <p:nvPr/>
        </p:nvSpPr>
        <p:spPr>
          <a:xfrm>
            <a:off x="4457160" y="2399400"/>
            <a:ext cx="1800" cy="3240"/>
          </a:xfrm>
          <a:custGeom>
            <a:avLst/>
            <a:gdLst/>
            <a:ahLst/>
            <a:rect l="0" t="0" r="r" b="b"/>
            <a:pathLst>
              <a:path fill="none" w="5" h="9">
                <a:moveTo>
                  <a:pt x="0" y="0"/>
                </a:moveTo>
                <a:lnTo>
                  <a:pt x="3" y="0"/>
                </a:lnTo>
                <a:lnTo>
                  <a:pt x="4" y="1"/>
                </a:lnTo>
                <a:lnTo>
                  <a:pt x="4" y="2"/>
                </a:lnTo>
                <a:lnTo>
                  <a:pt x="5" y="4"/>
                </a:lnTo>
                <a:lnTo>
                  <a:pt x="5" y="5"/>
                </a:lnTo>
                <a:lnTo>
                  <a:pt x="5" y="7"/>
                </a:lnTo>
                <a:lnTo>
                  <a:pt x="4" y="8"/>
                </a:lnTo>
                <a:lnTo>
                  <a:pt x="4" y="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53" name=""/>
          <p:cNvSpPr/>
          <p:nvPr/>
        </p:nvSpPr>
        <p:spPr>
          <a:xfrm>
            <a:off x="4456440" y="2399400"/>
            <a:ext cx="2160" cy="3600"/>
          </a:xfrm>
          <a:custGeom>
            <a:avLst/>
            <a:gdLst/>
            <a:ahLst/>
            <a:rect l="0" t="0" r="r" b="b"/>
            <a:pathLst>
              <a:path fill="none" w="6" h="10">
                <a:moveTo>
                  <a:pt x="6" y="10"/>
                </a:moveTo>
                <a:lnTo>
                  <a:pt x="6" y="8"/>
                </a:lnTo>
                <a:lnTo>
                  <a:pt x="4" y="7"/>
                </a:lnTo>
                <a:lnTo>
                  <a:pt x="4" y="6"/>
                </a:lnTo>
                <a:lnTo>
                  <a:pt x="3" y="5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54" name=""/>
          <p:cNvSpPr/>
          <p:nvPr/>
        </p:nvSpPr>
        <p:spPr>
          <a:xfrm>
            <a:off x="4429800" y="240264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0" y="5"/>
                </a:moveTo>
                <a:lnTo>
                  <a:pt x="1" y="2"/>
                </a:lnTo>
                <a:lnTo>
                  <a:pt x="2" y="2"/>
                </a:lnTo>
                <a:lnTo>
                  <a:pt x="3" y="1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55" name=""/>
          <p:cNvSpPr/>
          <p:nvPr/>
        </p:nvSpPr>
        <p:spPr>
          <a:xfrm>
            <a:off x="4430160" y="240336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8" y="0"/>
                </a:moveTo>
                <a:lnTo>
                  <a:pt x="8" y="2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2" y="2"/>
                </a:lnTo>
                <a:lnTo>
                  <a:pt x="1" y="3"/>
                </a:lnTo>
                <a:lnTo>
                  <a:pt x="1" y="5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56" name=""/>
          <p:cNvSpPr/>
          <p:nvPr/>
        </p:nvSpPr>
        <p:spPr>
          <a:xfrm>
            <a:off x="4455720" y="2404800"/>
            <a:ext cx="0" cy="1080"/>
          </a:xfrm>
          <a:custGeom>
            <a:avLst/>
            <a:gdLst/>
            <a:ahLst/>
            <a:rect l="0" t="0" r="r" b="b"/>
            <a:pathLst>
              <a:path fill="none" w="0" h="3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57" name=""/>
          <p:cNvSpPr/>
          <p:nvPr/>
        </p:nvSpPr>
        <p:spPr>
          <a:xfrm>
            <a:off x="4455000" y="240480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1" y="3"/>
                </a:move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58" name=""/>
          <p:cNvSpPr/>
          <p:nvPr/>
        </p:nvSpPr>
        <p:spPr>
          <a:xfrm>
            <a:off x="4426920" y="24058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4"/>
                </a:move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59" name=""/>
          <p:cNvSpPr/>
          <p:nvPr/>
        </p:nvSpPr>
        <p:spPr>
          <a:xfrm>
            <a:off x="4427280" y="240624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0"/>
                </a:moveTo>
                <a:lnTo>
                  <a:pt x="3" y="1"/>
                </a:lnTo>
                <a:lnTo>
                  <a:pt x="3" y="3"/>
                </a:lnTo>
                <a:lnTo>
                  <a:pt x="2" y="4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0" name=""/>
          <p:cNvSpPr/>
          <p:nvPr/>
        </p:nvSpPr>
        <p:spPr>
          <a:xfrm>
            <a:off x="4425120" y="24080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1" name=""/>
          <p:cNvSpPr/>
          <p:nvPr/>
        </p:nvSpPr>
        <p:spPr>
          <a:xfrm>
            <a:off x="4453920" y="2406240"/>
            <a:ext cx="720" cy="2880"/>
          </a:xfrm>
          <a:custGeom>
            <a:avLst/>
            <a:gdLst/>
            <a:ahLst/>
            <a:rect l="0" t="0" r="r" b="b"/>
            <a:pathLst>
              <a:path fill="none" w="2" h="8">
                <a:moveTo>
                  <a:pt x="0" y="0"/>
                </a:moveTo>
                <a:lnTo>
                  <a:pt x="0" y="1"/>
                </a:lnTo>
                <a:lnTo>
                  <a:pt x="2" y="1"/>
                </a:lnTo>
                <a:lnTo>
                  <a:pt x="2" y="4"/>
                </a:lnTo>
                <a:lnTo>
                  <a:pt x="2" y="5"/>
                </a:lnTo>
                <a:lnTo>
                  <a:pt x="2" y="7"/>
                </a:lnTo>
                <a:lnTo>
                  <a:pt x="2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2" name=""/>
          <p:cNvSpPr/>
          <p:nvPr/>
        </p:nvSpPr>
        <p:spPr>
          <a:xfrm>
            <a:off x="4425480" y="24084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1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3" name=""/>
          <p:cNvSpPr/>
          <p:nvPr/>
        </p:nvSpPr>
        <p:spPr>
          <a:xfrm>
            <a:off x="4453200" y="2406600"/>
            <a:ext cx="720" cy="2880"/>
          </a:xfrm>
          <a:custGeom>
            <a:avLst/>
            <a:gdLst/>
            <a:ahLst/>
            <a:rect l="0" t="0" r="r" b="b"/>
            <a:pathLst>
              <a:path fill="none" w="2" h="8">
                <a:moveTo>
                  <a:pt x="2" y="8"/>
                </a:moveTo>
                <a:lnTo>
                  <a:pt x="2" y="6"/>
                </a:lnTo>
                <a:lnTo>
                  <a:pt x="0" y="5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4" name=""/>
          <p:cNvSpPr/>
          <p:nvPr/>
        </p:nvSpPr>
        <p:spPr>
          <a:xfrm>
            <a:off x="4452120" y="2408400"/>
            <a:ext cx="360" cy="72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5" name=""/>
          <p:cNvSpPr/>
          <p:nvPr/>
        </p:nvSpPr>
        <p:spPr>
          <a:xfrm>
            <a:off x="4451400" y="24084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6" name=""/>
          <p:cNvSpPr/>
          <p:nvPr/>
        </p:nvSpPr>
        <p:spPr>
          <a:xfrm>
            <a:off x="4424760" y="24109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7" name=""/>
          <p:cNvSpPr/>
          <p:nvPr/>
        </p:nvSpPr>
        <p:spPr>
          <a:xfrm>
            <a:off x="4425480" y="2410560"/>
            <a:ext cx="0" cy="1080"/>
          </a:xfrm>
          <a:custGeom>
            <a:avLst/>
            <a:gdLst/>
            <a:ahLst/>
            <a:rect l="0" t="0" r="r" b="b"/>
            <a:pathLst>
              <a:path fill="none" w="0" h="3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8" name=""/>
          <p:cNvSpPr/>
          <p:nvPr/>
        </p:nvSpPr>
        <p:spPr>
          <a:xfrm>
            <a:off x="4449960" y="24134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9" name=""/>
          <p:cNvSpPr/>
          <p:nvPr/>
        </p:nvSpPr>
        <p:spPr>
          <a:xfrm>
            <a:off x="4449960" y="24138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4" y="1"/>
                </a:lnTo>
                <a:lnTo>
                  <a:pt x="3" y="3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70" name=""/>
          <p:cNvSpPr/>
          <p:nvPr/>
        </p:nvSpPr>
        <p:spPr>
          <a:xfrm>
            <a:off x="4424400" y="241416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1" y="3"/>
                </a:move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71" name=""/>
          <p:cNvSpPr/>
          <p:nvPr/>
        </p:nvSpPr>
        <p:spPr>
          <a:xfrm>
            <a:off x="4425120" y="2414520"/>
            <a:ext cx="0" cy="1080"/>
          </a:xfrm>
          <a:custGeom>
            <a:avLst/>
            <a:gdLst/>
            <a:ahLst/>
            <a:rect l="0" t="0" r="r" b="b"/>
            <a:pathLst>
              <a:path fill="none" w="0" h="3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72" name=""/>
          <p:cNvSpPr/>
          <p:nvPr/>
        </p:nvSpPr>
        <p:spPr>
          <a:xfrm>
            <a:off x="4447080" y="24159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1" y="2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73" name=""/>
          <p:cNvSpPr/>
          <p:nvPr/>
        </p:nvSpPr>
        <p:spPr>
          <a:xfrm>
            <a:off x="4447080" y="24163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4" y="2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74" name=""/>
          <p:cNvSpPr/>
          <p:nvPr/>
        </p:nvSpPr>
        <p:spPr>
          <a:xfrm>
            <a:off x="4419360" y="241632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0" y="0"/>
                </a:moveTo>
                <a:lnTo>
                  <a:pt x="2" y="0"/>
                </a:lnTo>
                <a:lnTo>
                  <a:pt x="3" y="2"/>
                </a:lnTo>
                <a:lnTo>
                  <a:pt x="5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75" name=""/>
          <p:cNvSpPr/>
          <p:nvPr/>
        </p:nvSpPr>
        <p:spPr>
          <a:xfrm>
            <a:off x="4440960" y="241704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5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76" name=""/>
          <p:cNvSpPr/>
          <p:nvPr/>
        </p:nvSpPr>
        <p:spPr>
          <a:xfrm>
            <a:off x="4440960" y="2417760"/>
            <a:ext cx="1080" cy="0"/>
          </a:xfrm>
          <a:custGeom>
            <a:avLst/>
            <a:gdLst/>
            <a:ahLst/>
            <a:rect l="0" t="0" r="r" b="b"/>
            <a:pathLst>
              <a:path fill="none" w="3" h="0">
                <a:moveTo>
                  <a:pt x="3" y="0"/>
                </a:move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77" name=""/>
          <p:cNvSpPr/>
          <p:nvPr/>
        </p:nvSpPr>
        <p:spPr>
          <a:xfrm>
            <a:off x="4418280" y="241668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7" y="4"/>
                </a:moveTo>
                <a:lnTo>
                  <a:pt x="5" y="4"/>
                </a:lnTo>
                <a:lnTo>
                  <a:pt x="4" y="4"/>
                </a:lnTo>
                <a:lnTo>
                  <a:pt x="3" y="2"/>
                </a:lnTo>
                <a:lnTo>
                  <a:pt x="2" y="2"/>
                </a:lnTo>
                <a:lnTo>
                  <a:pt x="2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78" name=""/>
          <p:cNvSpPr/>
          <p:nvPr/>
        </p:nvSpPr>
        <p:spPr>
          <a:xfrm>
            <a:off x="4437000" y="241920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79" name=""/>
          <p:cNvSpPr/>
          <p:nvPr/>
        </p:nvSpPr>
        <p:spPr>
          <a:xfrm>
            <a:off x="4436640" y="24195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0" name=""/>
          <p:cNvSpPr/>
          <p:nvPr/>
        </p:nvSpPr>
        <p:spPr>
          <a:xfrm>
            <a:off x="4420800" y="241992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2" y="0"/>
                </a:lnTo>
                <a:lnTo>
                  <a:pt x="3" y="2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1" name=""/>
          <p:cNvSpPr/>
          <p:nvPr/>
        </p:nvSpPr>
        <p:spPr>
          <a:xfrm>
            <a:off x="4420440" y="24202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2" name=""/>
          <p:cNvSpPr/>
          <p:nvPr/>
        </p:nvSpPr>
        <p:spPr>
          <a:xfrm>
            <a:off x="4423320" y="242136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1" y="0"/>
                </a:lnTo>
                <a:lnTo>
                  <a:pt x="3" y="2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3" name=""/>
          <p:cNvSpPr/>
          <p:nvPr/>
        </p:nvSpPr>
        <p:spPr>
          <a:xfrm>
            <a:off x="4422960" y="24217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4"/>
                </a:moveTo>
                <a:lnTo>
                  <a:pt x="3" y="4"/>
                </a:lnTo>
                <a:lnTo>
                  <a:pt x="2" y="3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4" name=""/>
          <p:cNvSpPr/>
          <p:nvPr/>
        </p:nvSpPr>
        <p:spPr>
          <a:xfrm>
            <a:off x="4433760" y="24231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0"/>
                </a:moveTo>
                <a:lnTo>
                  <a:pt x="2" y="0"/>
                </a:lnTo>
                <a:lnTo>
                  <a:pt x="3" y="2"/>
                </a:lnTo>
                <a:lnTo>
                  <a:pt x="3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5" name=""/>
          <p:cNvSpPr/>
          <p:nvPr/>
        </p:nvSpPr>
        <p:spPr>
          <a:xfrm>
            <a:off x="4427280" y="242316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0" y="0"/>
                </a:moveTo>
                <a:lnTo>
                  <a:pt x="2" y="0"/>
                </a:lnTo>
                <a:lnTo>
                  <a:pt x="3" y="2"/>
                </a:lnTo>
                <a:lnTo>
                  <a:pt x="7" y="2"/>
                </a:lnTo>
                <a:lnTo>
                  <a:pt x="7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6" name=""/>
          <p:cNvSpPr/>
          <p:nvPr/>
        </p:nvSpPr>
        <p:spPr>
          <a:xfrm>
            <a:off x="4433760" y="24235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7" name=""/>
          <p:cNvSpPr/>
          <p:nvPr/>
        </p:nvSpPr>
        <p:spPr>
          <a:xfrm>
            <a:off x="4427280" y="242388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7" y="4"/>
                </a:moveTo>
                <a:lnTo>
                  <a:pt x="4" y="4"/>
                </a:lnTo>
                <a:lnTo>
                  <a:pt x="3" y="4"/>
                </a:lnTo>
                <a:lnTo>
                  <a:pt x="1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8" name=""/>
          <p:cNvSpPr/>
          <p:nvPr/>
        </p:nvSpPr>
        <p:spPr>
          <a:xfrm>
            <a:off x="4548960" y="2431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9" name=""/>
          <p:cNvSpPr/>
          <p:nvPr/>
        </p:nvSpPr>
        <p:spPr>
          <a:xfrm>
            <a:off x="4276080" y="2395800"/>
            <a:ext cx="18360" cy="38880"/>
          </a:xfrm>
          <a:custGeom>
            <a:avLst/>
            <a:gdLst/>
            <a:ahLst/>
            <a:rect l="0" t="0" r="r" b="b"/>
            <a:pathLst>
              <a:path fill="none" w="51" h="108">
                <a:moveTo>
                  <a:pt x="0" y="0"/>
                </a:moveTo>
                <a:lnTo>
                  <a:pt x="2" y="4"/>
                </a:lnTo>
                <a:lnTo>
                  <a:pt x="6" y="9"/>
                </a:lnTo>
                <a:lnTo>
                  <a:pt x="10" y="14"/>
                </a:lnTo>
                <a:lnTo>
                  <a:pt x="12" y="18"/>
                </a:lnTo>
                <a:lnTo>
                  <a:pt x="14" y="20"/>
                </a:lnTo>
                <a:lnTo>
                  <a:pt x="17" y="24"/>
                </a:lnTo>
                <a:lnTo>
                  <a:pt x="21" y="29"/>
                </a:lnTo>
                <a:lnTo>
                  <a:pt x="23" y="33"/>
                </a:lnTo>
                <a:lnTo>
                  <a:pt x="26" y="37"/>
                </a:lnTo>
                <a:lnTo>
                  <a:pt x="28" y="41"/>
                </a:lnTo>
                <a:lnTo>
                  <a:pt x="30" y="45"/>
                </a:lnTo>
                <a:lnTo>
                  <a:pt x="32" y="48"/>
                </a:lnTo>
                <a:lnTo>
                  <a:pt x="34" y="52"/>
                </a:lnTo>
                <a:lnTo>
                  <a:pt x="35" y="56"/>
                </a:lnTo>
                <a:lnTo>
                  <a:pt x="37" y="60"/>
                </a:lnTo>
                <a:lnTo>
                  <a:pt x="39" y="64"/>
                </a:lnTo>
                <a:lnTo>
                  <a:pt x="41" y="71"/>
                </a:lnTo>
                <a:lnTo>
                  <a:pt x="44" y="78"/>
                </a:lnTo>
                <a:lnTo>
                  <a:pt x="45" y="83"/>
                </a:lnTo>
                <a:lnTo>
                  <a:pt x="46" y="87"/>
                </a:lnTo>
                <a:lnTo>
                  <a:pt x="47" y="91"/>
                </a:lnTo>
                <a:lnTo>
                  <a:pt x="48" y="97"/>
                </a:lnTo>
                <a:lnTo>
                  <a:pt x="49" y="101"/>
                </a:lnTo>
                <a:lnTo>
                  <a:pt x="50" y="105"/>
                </a:lnTo>
                <a:lnTo>
                  <a:pt x="50" y="107"/>
                </a:lnTo>
                <a:lnTo>
                  <a:pt x="51" y="10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0" name=""/>
          <p:cNvSpPr/>
          <p:nvPr/>
        </p:nvSpPr>
        <p:spPr>
          <a:xfrm>
            <a:off x="4552920" y="2434320"/>
            <a:ext cx="0" cy="1080"/>
          </a:xfrm>
          <a:custGeom>
            <a:avLst/>
            <a:gdLst/>
            <a:ahLst/>
            <a:rect l="0" t="0" r="r" b="b"/>
            <a:pathLst>
              <a:path fill="none" w="0" h="3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1" name=""/>
          <p:cNvSpPr/>
          <p:nvPr/>
        </p:nvSpPr>
        <p:spPr>
          <a:xfrm>
            <a:off x="4551840" y="2435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2" name=""/>
          <p:cNvSpPr/>
          <p:nvPr/>
        </p:nvSpPr>
        <p:spPr>
          <a:xfrm>
            <a:off x="4548960" y="2431800"/>
            <a:ext cx="3960" cy="4320"/>
          </a:xfrm>
          <a:custGeom>
            <a:avLst/>
            <a:gdLst/>
            <a:ahLst/>
            <a:rect l="0" t="0" r="r" b="b"/>
            <a:pathLst>
              <a:path fill="none" w="11" h="12">
                <a:moveTo>
                  <a:pt x="5" y="12"/>
                </a:moveTo>
                <a:lnTo>
                  <a:pt x="4" y="12"/>
                </a:lnTo>
                <a:lnTo>
                  <a:pt x="3" y="11"/>
                </a:lnTo>
                <a:lnTo>
                  <a:pt x="2" y="12"/>
                </a:lnTo>
                <a:lnTo>
                  <a:pt x="1" y="11"/>
                </a:ln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3" y="2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6" y="5"/>
                </a:lnTo>
                <a:lnTo>
                  <a:pt x="6" y="6"/>
                </a:lnTo>
                <a:lnTo>
                  <a:pt x="7" y="6"/>
                </a:lnTo>
                <a:lnTo>
                  <a:pt x="10" y="7"/>
                </a:lnTo>
                <a:lnTo>
                  <a:pt x="11" y="7"/>
                </a:lnTo>
                <a:lnTo>
                  <a:pt x="11" y="8"/>
                </a:lnTo>
                <a:lnTo>
                  <a:pt x="10" y="9"/>
                </a:lnTo>
                <a:lnTo>
                  <a:pt x="10" y="1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720" rIns="504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3" name=""/>
          <p:cNvSpPr/>
          <p:nvPr/>
        </p:nvSpPr>
        <p:spPr>
          <a:xfrm>
            <a:off x="4551120" y="243576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4" name=""/>
          <p:cNvSpPr/>
          <p:nvPr/>
        </p:nvSpPr>
        <p:spPr>
          <a:xfrm>
            <a:off x="4548600" y="2431440"/>
            <a:ext cx="4320" cy="4680"/>
          </a:xfrm>
          <a:custGeom>
            <a:avLst/>
            <a:gdLst/>
            <a:ahLst/>
            <a:rect l="0" t="0" r="r" b="b"/>
            <a:pathLst>
              <a:path fill="none" w="12" h="13">
                <a:moveTo>
                  <a:pt x="4" y="13"/>
                </a:moveTo>
                <a:lnTo>
                  <a:pt x="2" y="13"/>
                </a:lnTo>
                <a:lnTo>
                  <a:pt x="1" y="13"/>
                </a:lnTo>
                <a:lnTo>
                  <a:pt x="0" y="13"/>
                </a:lnTo>
                <a:lnTo>
                  <a:pt x="0" y="11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6" y="4"/>
                </a:lnTo>
                <a:lnTo>
                  <a:pt x="7" y="5"/>
                </a:lnTo>
                <a:lnTo>
                  <a:pt x="8" y="5"/>
                </a:lnTo>
                <a:lnTo>
                  <a:pt x="9" y="6"/>
                </a:lnTo>
                <a:lnTo>
                  <a:pt x="11" y="6"/>
                </a:lnTo>
                <a:lnTo>
                  <a:pt x="12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" rIns="504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5" name=""/>
          <p:cNvSpPr/>
          <p:nvPr/>
        </p:nvSpPr>
        <p:spPr>
          <a:xfrm>
            <a:off x="4592160" y="2402280"/>
            <a:ext cx="360" cy="37440"/>
          </a:xfrm>
          <a:custGeom>
            <a:avLst/>
            <a:gdLst/>
            <a:ahLst/>
            <a:rect l="0" t="0" r="r" b="b"/>
            <a:pathLst>
              <a:path fill="none" w="1" h="104">
                <a:moveTo>
                  <a:pt x="1" y="104"/>
                </a:moveTo>
                <a:lnTo>
                  <a:pt x="1" y="102"/>
                </a:lnTo>
                <a:lnTo>
                  <a:pt x="1" y="99"/>
                </a:lnTo>
                <a:lnTo>
                  <a:pt x="1" y="96"/>
                </a:lnTo>
                <a:lnTo>
                  <a:pt x="1" y="91"/>
                </a:lnTo>
                <a:lnTo>
                  <a:pt x="0" y="87"/>
                </a:lnTo>
                <a:lnTo>
                  <a:pt x="0" y="83"/>
                </a:lnTo>
                <a:lnTo>
                  <a:pt x="1" y="76"/>
                </a:lnTo>
                <a:lnTo>
                  <a:pt x="1" y="71"/>
                </a:lnTo>
                <a:lnTo>
                  <a:pt x="1" y="64"/>
                </a:lnTo>
                <a:lnTo>
                  <a:pt x="0" y="58"/>
                </a:lnTo>
                <a:lnTo>
                  <a:pt x="1" y="52"/>
                </a:lnTo>
                <a:lnTo>
                  <a:pt x="1" y="48"/>
                </a:lnTo>
                <a:lnTo>
                  <a:pt x="1" y="43"/>
                </a:lnTo>
                <a:lnTo>
                  <a:pt x="1" y="35"/>
                </a:lnTo>
                <a:lnTo>
                  <a:pt x="1" y="30"/>
                </a:lnTo>
                <a:lnTo>
                  <a:pt x="0" y="25"/>
                </a:lnTo>
                <a:lnTo>
                  <a:pt x="1" y="15"/>
                </a:lnTo>
                <a:lnTo>
                  <a:pt x="1" y="9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6" name=""/>
          <p:cNvSpPr/>
          <p:nvPr/>
        </p:nvSpPr>
        <p:spPr>
          <a:xfrm>
            <a:off x="4440600" y="25700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7" name=""/>
          <p:cNvSpPr/>
          <p:nvPr/>
        </p:nvSpPr>
        <p:spPr>
          <a:xfrm>
            <a:off x="4439880" y="25704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8" name=""/>
          <p:cNvSpPr/>
          <p:nvPr/>
        </p:nvSpPr>
        <p:spPr>
          <a:xfrm>
            <a:off x="4439520" y="25704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9" name=""/>
          <p:cNvSpPr/>
          <p:nvPr/>
        </p:nvSpPr>
        <p:spPr>
          <a:xfrm>
            <a:off x="4438800" y="25714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0" name=""/>
          <p:cNvSpPr/>
          <p:nvPr/>
        </p:nvSpPr>
        <p:spPr>
          <a:xfrm>
            <a:off x="4438800" y="25711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1" name=""/>
          <p:cNvSpPr/>
          <p:nvPr/>
        </p:nvSpPr>
        <p:spPr>
          <a:xfrm>
            <a:off x="4437720" y="25725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3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2" name=""/>
          <p:cNvSpPr/>
          <p:nvPr/>
        </p:nvSpPr>
        <p:spPr>
          <a:xfrm>
            <a:off x="4300920" y="2541600"/>
            <a:ext cx="8640" cy="36720"/>
          </a:xfrm>
          <a:custGeom>
            <a:avLst/>
            <a:gdLst/>
            <a:ahLst/>
            <a:rect l="0" t="0" r="r" b="b"/>
            <a:pathLst>
              <a:path fill="none" w="24" h="102">
                <a:moveTo>
                  <a:pt x="24" y="0"/>
                </a:moveTo>
                <a:lnTo>
                  <a:pt x="24" y="5"/>
                </a:lnTo>
                <a:lnTo>
                  <a:pt x="24" y="9"/>
                </a:lnTo>
                <a:lnTo>
                  <a:pt x="24" y="13"/>
                </a:lnTo>
                <a:lnTo>
                  <a:pt x="24" y="18"/>
                </a:lnTo>
                <a:lnTo>
                  <a:pt x="24" y="24"/>
                </a:lnTo>
                <a:lnTo>
                  <a:pt x="23" y="28"/>
                </a:lnTo>
                <a:lnTo>
                  <a:pt x="23" y="32"/>
                </a:lnTo>
                <a:lnTo>
                  <a:pt x="22" y="38"/>
                </a:lnTo>
                <a:lnTo>
                  <a:pt x="22" y="43"/>
                </a:lnTo>
                <a:lnTo>
                  <a:pt x="19" y="56"/>
                </a:lnTo>
                <a:lnTo>
                  <a:pt x="18" y="62"/>
                </a:lnTo>
                <a:lnTo>
                  <a:pt x="17" y="67"/>
                </a:lnTo>
                <a:lnTo>
                  <a:pt x="15" y="71"/>
                </a:lnTo>
                <a:lnTo>
                  <a:pt x="14" y="75"/>
                </a:lnTo>
                <a:lnTo>
                  <a:pt x="13" y="77"/>
                </a:lnTo>
                <a:lnTo>
                  <a:pt x="11" y="81"/>
                </a:lnTo>
                <a:lnTo>
                  <a:pt x="10" y="84"/>
                </a:lnTo>
                <a:lnTo>
                  <a:pt x="7" y="89"/>
                </a:lnTo>
                <a:lnTo>
                  <a:pt x="6" y="93"/>
                </a:lnTo>
                <a:lnTo>
                  <a:pt x="4" y="96"/>
                </a:lnTo>
                <a:lnTo>
                  <a:pt x="1" y="99"/>
                </a:lnTo>
                <a:lnTo>
                  <a:pt x="0" y="101"/>
                </a:lnTo>
                <a:lnTo>
                  <a:pt x="0" y="10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3" name=""/>
          <p:cNvSpPr/>
          <p:nvPr/>
        </p:nvSpPr>
        <p:spPr>
          <a:xfrm>
            <a:off x="4453920" y="258192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2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4" name=""/>
          <p:cNvSpPr/>
          <p:nvPr/>
        </p:nvSpPr>
        <p:spPr>
          <a:xfrm>
            <a:off x="4521600" y="258228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5" y="1"/>
                </a:lnTo>
                <a:lnTo>
                  <a:pt x="5" y="2"/>
                </a:lnTo>
                <a:lnTo>
                  <a:pt x="6" y="4"/>
                </a:lnTo>
                <a:lnTo>
                  <a:pt x="5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5" name=""/>
          <p:cNvSpPr/>
          <p:nvPr/>
        </p:nvSpPr>
        <p:spPr>
          <a:xfrm>
            <a:off x="4520880" y="258300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5"/>
                </a:moveTo>
                <a:lnTo>
                  <a:pt x="3" y="5"/>
                </a:lnTo>
                <a:lnTo>
                  <a:pt x="2" y="2"/>
                </a:ln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6" name=""/>
          <p:cNvSpPr/>
          <p:nvPr/>
        </p:nvSpPr>
        <p:spPr>
          <a:xfrm>
            <a:off x="4461480" y="25844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7" name=""/>
          <p:cNvSpPr/>
          <p:nvPr/>
        </p:nvSpPr>
        <p:spPr>
          <a:xfrm>
            <a:off x="4440240" y="25844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8" name=""/>
          <p:cNvSpPr/>
          <p:nvPr/>
        </p:nvSpPr>
        <p:spPr>
          <a:xfrm flipV="1">
            <a:off x="4437000" y="25848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9" name=""/>
          <p:cNvSpPr/>
          <p:nvPr/>
        </p:nvSpPr>
        <p:spPr>
          <a:xfrm>
            <a:off x="4461120" y="25840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0"/>
                </a:move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3"/>
                </a:lnTo>
                <a:lnTo>
                  <a:pt x="2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10" name=""/>
          <p:cNvSpPr/>
          <p:nvPr/>
        </p:nvSpPr>
        <p:spPr>
          <a:xfrm>
            <a:off x="4461840" y="25844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11" name=""/>
          <p:cNvSpPr/>
          <p:nvPr/>
        </p:nvSpPr>
        <p:spPr>
          <a:xfrm>
            <a:off x="4436640" y="25848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12" name=""/>
          <p:cNvSpPr/>
          <p:nvPr/>
        </p:nvSpPr>
        <p:spPr>
          <a:xfrm flipH="1">
            <a:off x="4435560" y="25855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13" name=""/>
          <p:cNvSpPr/>
          <p:nvPr/>
        </p:nvSpPr>
        <p:spPr>
          <a:xfrm>
            <a:off x="4435560" y="258552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14" name=""/>
          <p:cNvSpPr/>
          <p:nvPr/>
        </p:nvSpPr>
        <p:spPr>
          <a:xfrm>
            <a:off x="4435560" y="25855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15" name=""/>
          <p:cNvSpPr/>
          <p:nvPr/>
        </p:nvSpPr>
        <p:spPr>
          <a:xfrm>
            <a:off x="4435200" y="25855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16" name=""/>
          <p:cNvSpPr/>
          <p:nvPr/>
        </p:nvSpPr>
        <p:spPr>
          <a:xfrm>
            <a:off x="4437360" y="2585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17" name=""/>
          <p:cNvSpPr/>
          <p:nvPr/>
        </p:nvSpPr>
        <p:spPr>
          <a:xfrm>
            <a:off x="4438440" y="25851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4" y="2"/>
                </a:lnTo>
                <a:lnTo>
                  <a:pt x="2" y="2"/>
                </a:lnTo>
                <a:lnTo>
                  <a:pt x="4" y="2"/>
                </a:lnTo>
                <a:lnTo>
                  <a:pt x="2" y="0"/>
                </a:lnTo>
                <a:lnTo>
                  <a:pt x="0" y="2"/>
                </a:lnTo>
                <a:lnTo>
                  <a:pt x="2" y="4"/>
                </a:lnTo>
                <a:lnTo>
                  <a:pt x="4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18" name=""/>
          <p:cNvSpPr/>
          <p:nvPr/>
        </p:nvSpPr>
        <p:spPr>
          <a:xfrm>
            <a:off x="4437720" y="2585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19" name=""/>
          <p:cNvSpPr/>
          <p:nvPr/>
        </p:nvSpPr>
        <p:spPr>
          <a:xfrm>
            <a:off x="4437360" y="25855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0" name=""/>
          <p:cNvSpPr/>
          <p:nvPr/>
        </p:nvSpPr>
        <p:spPr>
          <a:xfrm>
            <a:off x="4434480" y="258588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1" name=""/>
          <p:cNvSpPr/>
          <p:nvPr/>
        </p:nvSpPr>
        <p:spPr>
          <a:xfrm>
            <a:off x="4431960" y="25905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2" name=""/>
          <p:cNvSpPr/>
          <p:nvPr/>
        </p:nvSpPr>
        <p:spPr>
          <a:xfrm>
            <a:off x="4575600" y="2551320"/>
            <a:ext cx="14760" cy="39600"/>
          </a:xfrm>
          <a:custGeom>
            <a:avLst/>
            <a:gdLst/>
            <a:ahLst/>
            <a:rect l="0" t="0" r="r" b="b"/>
            <a:pathLst>
              <a:path fill="none" w="41" h="110">
                <a:moveTo>
                  <a:pt x="0" y="110"/>
                </a:moveTo>
                <a:lnTo>
                  <a:pt x="2" y="106"/>
                </a:lnTo>
                <a:lnTo>
                  <a:pt x="5" y="102"/>
                </a:lnTo>
                <a:lnTo>
                  <a:pt x="6" y="98"/>
                </a:lnTo>
                <a:lnTo>
                  <a:pt x="8" y="95"/>
                </a:lnTo>
                <a:lnTo>
                  <a:pt x="10" y="91"/>
                </a:lnTo>
                <a:lnTo>
                  <a:pt x="11" y="87"/>
                </a:lnTo>
                <a:lnTo>
                  <a:pt x="13" y="82"/>
                </a:lnTo>
                <a:lnTo>
                  <a:pt x="17" y="72"/>
                </a:lnTo>
                <a:lnTo>
                  <a:pt x="19" y="69"/>
                </a:lnTo>
                <a:lnTo>
                  <a:pt x="21" y="63"/>
                </a:lnTo>
                <a:lnTo>
                  <a:pt x="23" y="58"/>
                </a:lnTo>
                <a:lnTo>
                  <a:pt x="25" y="54"/>
                </a:lnTo>
                <a:lnTo>
                  <a:pt x="27" y="47"/>
                </a:lnTo>
                <a:lnTo>
                  <a:pt x="29" y="43"/>
                </a:lnTo>
                <a:lnTo>
                  <a:pt x="30" y="38"/>
                </a:lnTo>
                <a:lnTo>
                  <a:pt x="32" y="33"/>
                </a:lnTo>
                <a:lnTo>
                  <a:pt x="33" y="29"/>
                </a:lnTo>
                <a:lnTo>
                  <a:pt x="35" y="24"/>
                </a:lnTo>
                <a:lnTo>
                  <a:pt x="36" y="21"/>
                </a:lnTo>
                <a:lnTo>
                  <a:pt x="36" y="18"/>
                </a:lnTo>
                <a:lnTo>
                  <a:pt x="38" y="13"/>
                </a:lnTo>
                <a:lnTo>
                  <a:pt x="39" y="8"/>
                </a:lnTo>
                <a:lnTo>
                  <a:pt x="40" y="4"/>
                </a:lnTo>
                <a:lnTo>
                  <a:pt x="4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3" name=""/>
          <p:cNvSpPr/>
          <p:nvPr/>
        </p:nvSpPr>
        <p:spPr>
          <a:xfrm>
            <a:off x="4432320" y="25909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4" name=""/>
          <p:cNvSpPr/>
          <p:nvPr/>
        </p:nvSpPr>
        <p:spPr>
          <a:xfrm flipH="1">
            <a:off x="4431960" y="25912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5" name=""/>
          <p:cNvSpPr/>
          <p:nvPr/>
        </p:nvSpPr>
        <p:spPr>
          <a:xfrm>
            <a:off x="4431600" y="25905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3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6" name=""/>
          <p:cNvSpPr/>
          <p:nvPr/>
        </p:nvSpPr>
        <p:spPr>
          <a:xfrm>
            <a:off x="4432320" y="259092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7" name=""/>
          <p:cNvSpPr/>
          <p:nvPr/>
        </p:nvSpPr>
        <p:spPr>
          <a:xfrm>
            <a:off x="4458240" y="25905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2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8" name=""/>
          <p:cNvSpPr/>
          <p:nvPr/>
        </p:nvSpPr>
        <p:spPr>
          <a:xfrm>
            <a:off x="4431960" y="25916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9" name=""/>
          <p:cNvSpPr/>
          <p:nvPr/>
        </p:nvSpPr>
        <p:spPr>
          <a:xfrm>
            <a:off x="4430880" y="259020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2"/>
                </a:moveTo>
                <a:lnTo>
                  <a:pt x="5" y="1"/>
                </a:lnTo>
                <a:lnTo>
                  <a:pt x="4" y="0"/>
                </a:lnTo>
                <a:lnTo>
                  <a:pt x="3" y="0"/>
                </a:lnTo>
                <a:lnTo>
                  <a:pt x="3" y="1"/>
                </a:lnTo>
                <a:lnTo>
                  <a:pt x="1" y="1"/>
                </a:lnTo>
                <a:lnTo>
                  <a:pt x="1" y="2"/>
                </a:lnTo>
                <a:lnTo>
                  <a:pt x="0" y="4"/>
                </a:lnTo>
                <a:lnTo>
                  <a:pt x="0" y="5"/>
                </a:lnTo>
                <a:lnTo>
                  <a:pt x="1" y="5"/>
                </a:lnTo>
                <a:lnTo>
                  <a:pt x="3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0" name=""/>
          <p:cNvSpPr/>
          <p:nvPr/>
        </p:nvSpPr>
        <p:spPr>
          <a:xfrm>
            <a:off x="4458600" y="2591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1" name=""/>
          <p:cNvSpPr/>
          <p:nvPr/>
        </p:nvSpPr>
        <p:spPr>
          <a:xfrm>
            <a:off x="4458240" y="25920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2" name=""/>
          <p:cNvSpPr/>
          <p:nvPr/>
        </p:nvSpPr>
        <p:spPr>
          <a:xfrm>
            <a:off x="4456800" y="2592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3" name=""/>
          <p:cNvSpPr/>
          <p:nvPr/>
        </p:nvSpPr>
        <p:spPr>
          <a:xfrm flipV="1">
            <a:off x="4457160" y="25927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4" name=""/>
          <p:cNvSpPr/>
          <p:nvPr/>
        </p:nvSpPr>
        <p:spPr>
          <a:xfrm>
            <a:off x="4518360" y="25923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0" y="4"/>
                </a:moveTo>
                <a:lnTo>
                  <a:pt x="1" y="3"/>
                </a:lnTo>
                <a:lnTo>
                  <a:pt x="3" y="2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5" name=""/>
          <p:cNvSpPr/>
          <p:nvPr/>
        </p:nvSpPr>
        <p:spPr>
          <a:xfrm>
            <a:off x="4488120" y="259272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6" name=""/>
          <p:cNvSpPr/>
          <p:nvPr/>
        </p:nvSpPr>
        <p:spPr>
          <a:xfrm>
            <a:off x="4487400" y="2593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7" name=""/>
          <p:cNvSpPr/>
          <p:nvPr/>
        </p:nvSpPr>
        <p:spPr>
          <a:xfrm>
            <a:off x="4487040" y="25930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1" y="0"/>
                </a:moveTo>
                <a:lnTo>
                  <a:pt x="0" y="1"/>
                </a:lnTo>
                <a:lnTo>
                  <a:pt x="0" y="3"/>
                </a:lnTo>
                <a:lnTo>
                  <a:pt x="1" y="4"/>
                </a:lnTo>
                <a:lnTo>
                  <a:pt x="2" y="5"/>
                </a:lnTo>
                <a:lnTo>
                  <a:pt x="4" y="5"/>
                </a:lnTo>
                <a:lnTo>
                  <a:pt x="5" y="4"/>
                </a:lnTo>
                <a:lnTo>
                  <a:pt x="4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8" name=""/>
          <p:cNvSpPr/>
          <p:nvPr/>
        </p:nvSpPr>
        <p:spPr>
          <a:xfrm>
            <a:off x="4518720" y="2593080"/>
            <a:ext cx="2880" cy="2160"/>
          </a:xfrm>
          <a:custGeom>
            <a:avLst/>
            <a:gdLst/>
            <a:ahLst/>
            <a:rect l="0" t="0" r="r" b="b"/>
            <a:pathLst>
              <a:path fill="none" w="8" h="6">
                <a:moveTo>
                  <a:pt x="8" y="0"/>
                </a:moveTo>
                <a:lnTo>
                  <a:pt x="8" y="2"/>
                </a:lnTo>
                <a:lnTo>
                  <a:pt x="6" y="4"/>
                </a:lnTo>
                <a:lnTo>
                  <a:pt x="4" y="6"/>
                </a:lnTo>
                <a:lnTo>
                  <a:pt x="2" y="6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9" name=""/>
          <p:cNvSpPr/>
          <p:nvPr/>
        </p:nvSpPr>
        <p:spPr>
          <a:xfrm flipH="1">
            <a:off x="4446720" y="25952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0" name=""/>
          <p:cNvSpPr/>
          <p:nvPr/>
        </p:nvSpPr>
        <p:spPr>
          <a:xfrm>
            <a:off x="4551120" y="2593080"/>
            <a:ext cx="1800" cy="2880"/>
          </a:xfrm>
          <a:custGeom>
            <a:avLst/>
            <a:gdLst/>
            <a:ahLst/>
            <a:rect l="0" t="0" r="r" b="b"/>
            <a:pathLst>
              <a:path fill="none" w="5" h="8">
                <a:moveTo>
                  <a:pt x="0" y="0"/>
                </a:moveTo>
                <a:lnTo>
                  <a:pt x="3" y="1"/>
                </a:lnTo>
                <a:lnTo>
                  <a:pt x="5" y="2"/>
                </a:lnTo>
                <a:lnTo>
                  <a:pt x="5" y="3"/>
                </a:lnTo>
                <a:lnTo>
                  <a:pt x="5" y="5"/>
                </a:lnTo>
                <a:lnTo>
                  <a:pt x="5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1" name=""/>
          <p:cNvSpPr/>
          <p:nvPr/>
        </p:nvSpPr>
        <p:spPr>
          <a:xfrm>
            <a:off x="4446720" y="25956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2" name=""/>
          <p:cNvSpPr/>
          <p:nvPr/>
        </p:nvSpPr>
        <p:spPr>
          <a:xfrm>
            <a:off x="4550400" y="2593800"/>
            <a:ext cx="1440" cy="2880"/>
          </a:xfrm>
          <a:custGeom>
            <a:avLst/>
            <a:gdLst/>
            <a:ahLst/>
            <a:rect l="0" t="0" r="r" b="b"/>
            <a:pathLst>
              <a:path fill="none" w="4" h="8">
                <a:moveTo>
                  <a:pt x="4" y="8"/>
                </a:moveTo>
                <a:lnTo>
                  <a:pt x="4" y="7"/>
                </a:lnTo>
                <a:lnTo>
                  <a:pt x="2" y="6"/>
                </a:lnTo>
                <a:lnTo>
                  <a:pt x="0" y="5"/>
                </a:lnTo>
                <a:lnTo>
                  <a:pt x="0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3" name=""/>
          <p:cNvSpPr/>
          <p:nvPr/>
        </p:nvSpPr>
        <p:spPr>
          <a:xfrm>
            <a:off x="4446720" y="259632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4" name=""/>
          <p:cNvSpPr/>
          <p:nvPr/>
        </p:nvSpPr>
        <p:spPr>
          <a:xfrm>
            <a:off x="4446360" y="259632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5" name=""/>
          <p:cNvSpPr/>
          <p:nvPr/>
        </p:nvSpPr>
        <p:spPr>
          <a:xfrm>
            <a:off x="4439520" y="25966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0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6" name=""/>
          <p:cNvSpPr/>
          <p:nvPr/>
        </p:nvSpPr>
        <p:spPr>
          <a:xfrm flipH="1">
            <a:off x="4445280" y="25974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7" name=""/>
          <p:cNvSpPr/>
          <p:nvPr/>
        </p:nvSpPr>
        <p:spPr>
          <a:xfrm>
            <a:off x="4486680" y="2597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8" name=""/>
          <p:cNvSpPr/>
          <p:nvPr/>
        </p:nvSpPr>
        <p:spPr>
          <a:xfrm>
            <a:off x="4439520" y="2597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9" name=""/>
          <p:cNvSpPr/>
          <p:nvPr/>
        </p:nvSpPr>
        <p:spPr>
          <a:xfrm>
            <a:off x="4445280" y="25974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50" name=""/>
          <p:cNvSpPr/>
          <p:nvPr/>
        </p:nvSpPr>
        <p:spPr>
          <a:xfrm>
            <a:off x="4486320" y="25966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2"/>
                </a:moveTo>
                <a:lnTo>
                  <a:pt x="0" y="3"/>
                </a:lnTo>
                <a:lnTo>
                  <a:pt x="2" y="3"/>
                </a:lnTo>
                <a:lnTo>
                  <a:pt x="2" y="4"/>
                </a:lnTo>
                <a:lnTo>
                  <a:pt x="3" y="4"/>
                </a:lnTo>
                <a:lnTo>
                  <a:pt x="5" y="4"/>
                </a:lnTo>
                <a:lnTo>
                  <a:pt x="5" y="3"/>
                </a:lnTo>
                <a:lnTo>
                  <a:pt x="5" y="2"/>
                </a:lnTo>
                <a:lnTo>
                  <a:pt x="3" y="2"/>
                </a:ln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51" name=""/>
          <p:cNvSpPr/>
          <p:nvPr/>
        </p:nvSpPr>
        <p:spPr>
          <a:xfrm>
            <a:off x="4438800" y="25974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0" y="1"/>
                </a:lnTo>
                <a:lnTo>
                  <a:pt x="0" y="3"/>
                </a:lnTo>
                <a:lnTo>
                  <a:pt x="0" y="4"/>
                </a:lnTo>
                <a:lnTo>
                  <a:pt x="2" y="3"/>
                </a:lnTo>
                <a:lnTo>
                  <a:pt x="2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52" name=""/>
          <p:cNvSpPr/>
          <p:nvPr/>
        </p:nvSpPr>
        <p:spPr>
          <a:xfrm>
            <a:off x="4443120" y="25984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53" name=""/>
          <p:cNvSpPr/>
          <p:nvPr/>
        </p:nvSpPr>
        <p:spPr>
          <a:xfrm>
            <a:off x="4442760" y="25988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54" name=""/>
          <p:cNvSpPr/>
          <p:nvPr/>
        </p:nvSpPr>
        <p:spPr>
          <a:xfrm>
            <a:off x="4441680" y="2598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55" name=""/>
          <p:cNvSpPr/>
          <p:nvPr/>
        </p:nvSpPr>
        <p:spPr>
          <a:xfrm>
            <a:off x="4441680" y="25988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56" name=""/>
          <p:cNvSpPr/>
          <p:nvPr/>
        </p:nvSpPr>
        <p:spPr>
          <a:xfrm>
            <a:off x="4532040" y="2595960"/>
            <a:ext cx="8280" cy="3960"/>
          </a:xfrm>
          <a:custGeom>
            <a:avLst/>
            <a:gdLst/>
            <a:ahLst/>
            <a:rect l="0" t="0" r="r" b="b"/>
            <a:pathLst>
              <a:path fill="none" w="23" h="11">
                <a:moveTo>
                  <a:pt x="0" y="1"/>
                </a:moveTo>
                <a:lnTo>
                  <a:pt x="4" y="1"/>
                </a:lnTo>
                <a:lnTo>
                  <a:pt x="6" y="1"/>
                </a:lnTo>
                <a:lnTo>
                  <a:pt x="9" y="0"/>
                </a:lnTo>
                <a:lnTo>
                  <a:pt x="14" y="0"/>
                </a:lnTo>
                <a:lnTo>
                  <a:pt x="18" y="2"/>
                </a:lnTo>
                <a:lnTo>
                  <a:pt x="20" y="5"/>
                </a:lnTo>
                <a:lnTo>
                  <a:pt x="21" y="6"/>
                </a:lnTo>
                <a:lnTo>
                  <a:pt x="23" y="9"/>
                </a:lnTo>
                <a:lnTo>
                  <a:pt x="23" y="1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57" name=""/>
          <p:cNvSpPr/>
          <p:nvPr/>
        </p:nvSpPr>
        <p:spPr>
          <a:xfrm>
            <a:off x="4498560" y="2599200"/>
            <a:ext cx="1080" cy="2520"/>
          </a:xfrm>
          <a:custGeom>
            <a:avLst/>
            <a:gdLst/>
            <a:ahLst/>
            <a:rect l="0" t="0" r="r" b="b"/>
            <a:pathLst>
              <a:path fill="none" w="3" h="7">
                <a:moveTo>
                  <a:pt x="0" y="7"/>
                </a:moveTo>
                <a:lnTo>
                  <a:pt x="0" y="4"/>
                </a:lnTo>
                <a:lnTo>
                  <a:pt x="2" y="2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58" name=""/>
          <p:cNvSpPr/>
          <p:nvPr/>
        </p:nvSpPr>
        <p:spPr>
          <a:xfrm>
            <a:off x="4530600" y="2597760"/>
            <a:ext cx="9000" cy="3960"/>
          </a:xfrm>
          <a:custGeom>
            <a:avLst/>
            <a:gdLst/>
            <a:ahLst/>
            <a:rect l="0" t="0" r="r" b="b"/>
            <a:pathLst>
              <a:path fill="none" w="25" h="11">
                <a:moveTo>
                  <a:pt x="25" y="10"/>
                </a:moveTo>
                <a:lnTo>
                  <a:pt x="24" y="11"/>
                </a:lnTo>
                <a:lnTo>
                  <a:pt x="21" y="11"/>
                </a:lnTo>
                <a:lnTo>
                  <a:pt x="18" y="10"/>
                </a:lnTo>
                <a:lnTo>
                  <a:pt x="15" y="9"/>
                </a:lnTo>
                <a:lnTo>
                  <a:pt x="11" y="6"/>
                </a:lnTo>
                <a:lnTo>
                  <a:pt x="8" y="5"/>
                </a:lnTo>
                <a:lnTo>
                  <a:pt x="4" y="4"/>
                </a:lnTo>
                <a:lnTo>
                  <a:pt x="1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59" name=""/>
          <p:cNvSpPr/>
          <p:nvPr/>
        </p:nvSpPr>
        <p:spPr>
          <a:xfrm>
            <a:off x="4499640" y="2599200"/>
            <a:ext cx="1080" cy="2520"/>
          </a:xfrm>
          <a:custGeom>
            <a:avLst/>
            <a:gdLst/>
            <a:ahLst/>
            <a:rect l="0" t="0" r="r" b="b"/>
            <a:pathLst>
              <a:path fill="none" w="3" h="7">
                <a:moveTo>
                  <a:pt x="3" y="0"/>
                </a:moveTo>
                <a:lnTo>
                  <a:pt x="3" y="4"/>
                </a:lnTo>
                <a:lnTo>
                  <a:pt x="3" y="5"/>
                </a:lnTo>
                <a:lnTo>
                  <a:pt x="1" y="7"/>
                </a:lnTo>
                <a:lnTo>
                  <a:pt x="0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0" name=""/>
          <p:cNvSpPr/>
          <p:nvPr/>
        </p:nvSpPr>
        <p:spPr>
          <a:xfrm>
            <a:off x="4485960" y="260388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1" y="1"/>
                </a:lnTo>
                <a:lnTo>
                  <a:pt x="1" y="3"/>
                </a:lnTo>
                <a:lnTo>
                  <a:pt x="3" y="3"/>
                </a:lnTo>
                <a:lnTo>
                  <a:pt x="3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1" name=""/>
          <p:cNvSpPr/>
          <p:nvPr/>
        </p:nvSpPr>
        <p:spPr>
          <a:xfrm>
            <a:off x="4483800" y="26042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1" y="3"/>
                </a:move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2" name=""/>
          <p:cNvSpPr/>
          <p:nvPr/>
        </p:nvSpPr>
        <p:spPr>
          <a:xfrm>
            <a:off x="4483440" y="26049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1"/>
                </a:move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2" y="5"/>
                </a:lnTo>
                <a:lnTo>
                  <a:pt x="2" y="4"/>
                </a:lnTo>
                <a:lnTo>
                  <a:pt x="4" y="3"/>
                </a:lnTo>
                <a:lnTo>
                  <a:pt x="4" y="1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3" name=""/>
          <p:cNvSpPr/>
          <p:nvPr/>
        </p:nvSpPr>
        <p:spPr>
          <a:xfrm>
            <a:off x="4484160" y="26067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4" name=""/>
          <p:cNvSpPr/>
          <p:nvPr/>
        </p:nvSpPr>
        <p:spPr>
          <a:xfrm>
            <a:off x="4485600" y="260676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3"/>
                </a:moveTo>
                <a:lnTo>
                  <a:pt x="2" y="3"/>
                </a:lnTo>
                <a:lnTo>
                  <a:pt x="2" y="1"/>
                </a:lnTo>
                <a:lnTo>
                  <a:pt x="3" y="0"/>
                </a:ln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5" name=""/>
          <p:cNvSpPr/>
          <p:nvPr/>
        </p:nvSpPr>
        <p:spPr>
          <a:xfrm>
            <a:off x="4446720" y="2608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2"/>
                </a:moveTo>
                <a:lnTo>
                  <a:pt x="2" y="4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6" name=""/>
          <p:cNvSpPr/>
          <p:nvPr/>
        </p:nvSpPr>
        <p:spPr>
          <a:xfrm>
            <a:off x="4441320" y="260964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7" name=""/>
          <p:cNvSpPr/>
          <p:nvPr/>
        </p:nvSpPr>
        <p:spPr>
          <a:xfrm>
            <a:off x="4441320" y="260964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8" name=""/>
          <p:cNvSpPr/>
          <p:nvPr/>
        </p:nvSpPr>
        <p:spPr>
          <a:xfrm>
            <a:off x="4443840" y="26100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9" name=""/>
          <p:cNvSpPr/>
          <p:nvPr/>
        </p:nvSpPr>
        <p:spPr>
          <a:xfrm>
            <a:off x="4439880" y="2610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70" name=""/>
          <p:cNvSpPr/>
          <p:nvPr/>
        </p:nvSpPr>
        <p:spPr>
          <a:xfrm>
            <a:off x="4443480" y="26096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2"/>
                </a:moveTo>
                <a:lnTo>
                  <a:pt x="2" y="4"/>
                </a:lnTo>
                <a:lnTo>
                  <a:pt x="4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71" name=""/>
          <p:cNvSpPr/>
          <p:nvPr/>
        </p:nvSpPr>
        <p:spPr>
          <a:xfrm>
            <a:off x="4439520" y="26096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2" y="4"/>
                </a:lnTo>
                <a:lnTo>
                  <a:pt x="4" y="4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72" name=""/>
          <p:cNvSpPr/>
          <p:nvPr/>
        </p:nvSpPr>
        <p:spPr>
          <a:xfrm>
            <a:off x="4451400" y="2610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73" name=""/>
          <p:cNvSpPr/>
          <p:nvPr/>
        </p:nvSpPr>
        <p:spPr>
          <a:xfrm>
            <a:off x="4451040" y="2610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1"/>
                </a:move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74" name=""/>
          <p:cNvSpPr/>
          <p:nvPr/>
        </p:nvSpPr>
        <p:spPr>
          <a:xfrm flipV="1">
            <a:off x="4451400" y="26110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75" name=""/>
          <p:cNvSpPr/>
          <p:nvPr/>
        </p:nvSpPr>
        <p:spPr>
          <a:xfrm>
            <a:off x="4508280" y="2609280"/>
            <a:ext cx="3960" cy="2520"/>
          </a:xfrm>
          <a:custGeom>
            <a:avLst/>
            <a:gdLst/>
            <a:ahLst/>
            <a:rect l="0" t="0" r="r" b="b"/>
            <a:pathLst>
              <a:path fill="none" w="11" h="7">
                <a:moveTo>
                  <a:pt x="0" y="7"/>
                </a:moveTo>
                <a:lnTo>
                  <a:pt x="0" y="6"/>
                </a:lnTo>
                <a:lnTo>
                  <a:pt x="2" y="4"/>
                </a:lnTo>
                <a:lnTo>
                  <a:pt x="4" y="2"/>
                </a:lnTo>
                <a:lnTo>
                  <a:pt x="7" y="1"/>
                </a:lnTo>
                <a:lnTo>
                  <a:pt x="9" y="0"/>
                </a:lnTo>
                <a:lnTo>
                  <a:pt x="11" y="2"/>
                </a:lnTo>
                <a:lnTo>
                  <a:pt x="1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76" name=""/>
          <p:cNvSpPr/>
          <p:nvPr/>
        </p:nvSpPr>
        <p:spPr>
          <a:xfrm>
            <a:off x="4451400" y="26118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77" name=""/>
          <p:cNvSpPr/>
          <p:nvPr/>
        </p:nvSpPr>
        <p:spPr>
          <a:xfrm>
            <a:off x="4451040" y="261144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78" name=""/>
          <p:cNvSpPr/>
          <p:nvPr/>
        </p:nvSpPr>
        <p:spPr>
          <a:xfrm>
            <a:off x="4451040" y="26121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79" name=""/>
          <p:cNvSpPr/>
          <p:nvPr/>
        </p:nvSpPr>
        <p:spPr>
          <a:xfrm>
            <a:off x="4508280" y="2611800"/>
            <a:ext cx="3960" cy="2160"/>
          </a:xfrm>
          <a:custGeom>
            <a:avLst/>
            <a:gdLst/>
            <a:ahLst/>
            <a:rect l="0" t="0" r="r" b="b"/>
            <a:pathLst>
              <a:path fill="none" w="11" h="6">
                <a:moveTo>
                  <a:pt x="11" y="0"/>
                </a:moveTo>
                <a:lnTo>
                  <a:pt x="11" y="1"/>
                </a:lnTo>
                <a:lnTo>
                  <a:pt x="10" y="4"/>
                </a:lnTo>
                <a:lnTo>
                  <a:pt x="8" y="6"/>
                </a:lnTo>
                <a:lnTo>
                  <a:pt x="6" y="6"/>
                </a:lnTo>
                <a:lnTo>
                  <a:pt x="3" y="6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0" name=""/>
          <p:cNvSpPr/>
          <p:nvPr/>
        </p:nvSpPr>
        <p:spPr>
          <a:xfrm>
            <a:off x="4415400" y="26146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1" name=""/>
          <p:cNvSpPr/>
          <p:nvPr/>
        </p:nvSpPr>
        <p:spPr>
          <a:xfrm>
            <a:off x="4472640" y="26146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4" y="4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2" name=""/>
          <p:cNvSpPr/>
          <p:nvPr/>
        </p:nvSpPr>
        <p:spPr>
          <a:xfrm flipV="1">
            <a:off x="4435560" y="26161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3" name=""/>
          <p:cNvSpPr/>
          <p:nvPr/>
        </p:nvSpPr>
        <p:spPr>
          <a:xfrm>
            <a:off x="4435560" y="26161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4" name=""/>
          <p:cNvSpPr/>
          <p:nvPr/>
        </p:nvSpPr>
        <p:spPr>
          <a:xfrm>
            <a:off x="4470120" y="261684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5" name=""/>
          <p:cNvSpPr/>
          <p:nvPr/>
        </p:nvSpPr>
        <p:spPr>
          <a:xfrm>
            <a:off x="4439880" y="26168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6" name=""/>
          <p:cNvSpPr/>
          <p:nvPr/>
        </p:nvSpPr>
        <p:spPr>
          <a:xfrm>
            <a:off x="4440240" y="26172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7" name=""/>
          <p:cNvSpPr/>
          <p:nvPr/>
        </p:nvSpPr>
        <p:spPr>
          <a:xfrm>
            <a:off x="4470480" y="2617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8" name=""/>
          <p:cNvSpPr/>
          <p:nvPr/>
        </p:nvSpPr>
        <p:spPr>
          <a:xfrm>
            <a:off x="4439520" y="26172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9" name=""/>
          <p:cNvSpPr/>
          <p:nvPr/>
        </p:nvSpPr>
        <p:spPr>
          <a:xfrm flipH="1">
            <a:off x="4470840" y="26175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0" name=""/>
          <p:cNvSpPr/>
          <p:nvPr/>
        </p:nvSpPr>
        <p:spPr>
          <a:xfrm>
            <a:off x="4470840" y="2616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4"/>
                </a:moveTo>
                <a:lnTo>
                  <a:pt x="3" y="3"/>
                </a:lnTo>
                <a:lnTo>
                  <a:pt x="4" y="1"/>
                </a:lnTo>
                <a:lnTo>
                  <a:pt x="3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1" name=""/>
          <p:cNvSpPr/>
          <p:nvPr/>
        </p:nvSpPr>
        <p:spPr>
          <a:xfrm>
            <a:off x="4470480" y="26172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2" name=""/>
          <p:cNvSpPr/>
          <p:nvPr/>
        </p:nvSpPr>
        <p:spPr>
          <a:xfrm>
            <a:off x="4436280" y="2617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3" name=""/>
          <p:cNvSpPr/>
          <p:nvPr/>
        </p:nvSpPr>
        <p:spPr>
          <a:xfrm>
            <a:off x="4470120" y="26172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0"/>
                </a:move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5"/>
                </a:lnTo>
                <a:lnTo>
                  <a:pt x="3" y="5"/>
                </a:lnTo>
                <a:lnTo>
                  <a:pt x="3" y="3"/>
                </a:lnTo>
                <a:lnTo>
                  <a:pt x="4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4" name=""/>
          <p:cNvSpPr/>
          <p:nvPr/>
        </p:nvSpPr>
        <p:spPr>
          <a:xfrm>
            <a:off x="4496760" y="26190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3" y="3"/>
                </a:move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5" name=""/>
          <p:cNvSpPr/>
          <p:nvPr/>
        </p:nvSpPr>
        <p:spPr>
          <a:xfrm>
            <a:off x="4537440" y="2618640"/>
            <a:ext cx="1080" cy="3240"/>
          </a:xfrm>
          <a:custGeom>
            <a:avLst/>
            <a:gdLst/>
            <a:ahLst/>
            <a:rect l="0" t="0" r="r" b="b"/>
            <a:pathLst>
              <a:path fill="none" w="3" h="9">
                <a:moveTo>
                  <a:pt x="0" y="0"/>
                </a:moveTo>
                <a:lnTo>
                  <a:pt x="0" y="2"/>
                </a:lnTo>
                <a:lnTo>
                  <a:pt x="2" y="3"/>
                </a:lnTo>
                <a:lnTo>
                  <a:pt x="3" y="5"/>
                </a:lnTo>
                <a:lnTo>
                  <a:pt x="3" y="7"/>
                </a:lnTo>
                <a:lnTo>
                  <a:pt x="2" y="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6" name=""/>
          <p:cNvSpPr/>
          <p:nvPr/>
        </p:nvSpPr>
        <p:spPr>
          <a:xfrm>
            <a:off x="4536000" y="2619000"/>
            <a:ext cx="1800" cy="2520"/>
          </a:xfrm>
          <a:custGeom>
            <a:avLst/>
            <a:gdLst/>
            <a:ahLst/>
            <a:rect l="0" t="0" r="r" b="b"/>
            <a:pathLst>
              <a:path fill="none" w="5" h="7">
                <a:moveTo>
                  <a:pt x="5" y="7"/>
                </a:moveTo>
                <a:lnTo>
                  <a:pt x="3" y="7"/>
                </a:lnTo>
                <a:lnTo>
                  <a:pt x="0" y="5"/>
                </a:lnTo>
                <a:lnTo>
                  <a:pt x="0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7" name=""/>
          <p:cNvSpPr/>
          <p:nvPr/>
        </p:nvSpPr>
        <p:spPr>
          <a:xfrm>
            <a:off x="4429080" y="26229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8" name=""/>
          <p:cNvSpPr/>
          <p:nvPr/>
        </p:nvSpPr>
        <p:spPr>
          <a:xfrm>
            <a:off x="4429440" y="2623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9" name=""/>
          <p:cNvSpPr/>
          <p:nvPr/>
        </p:nvSpPr>
        <p:spPr>
          <a:xfrm>
            <a:off x="4423320" y="2620080"/>
            <a:ext cx="1440" cy="5400"/>
          </a:xfrm>
          <a:custGeom>
            <a:avLst/>
            <a:gdLst/>
            <a:ahLst/>
            <a:rect l="0" t="0" r="r" b="b"/>
            <a:pathLst>
              <a:path fill="none" w="4" h="15">
                <a:moveTo>
                  <a:pt x="0" y="13"/>
                </a:moveTo>
                <a:lnTo>
                  <a:pt x="0" y="12"/>
                </a:lnTo>
                <a:lnTo>
                  <a:pt x="1" y="11"/>
                </a:lnTo>
                <a:lnTo>
                  <a:pt x="1" y="8"/>
                </a:lnTo>
                <a:lnTo>
                  <a:pt x="1" y="6"/>
                </a:lnTo>
                <a:lnTo>
                  <a:pt x="2" y="4"/>
                </a:lnTo>
                <a:lnTo>
                  <a:pt x="2" y="3"/>
                </a:lnTo>
                <a:lnTo>
                  <a:pt x="1" y="2"/>
                </a:lnTo>
                <a:lnTo>
                  <a:pt x="1" y="1"/>
                </a:lnTo>
                <a:lnTo>
                  <a:pt x="2" y="0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4" y="6"/>
                </a:lnTo>
                <a:lnTo>
                  <a:pt x="4" y="7"/>
                </a:lnTo>
                <a:lnTo>
                  <a:pt x="4" y="10"/>
                </a:lnTo>
                <a:lnTo>
                  <a:pt x="4" y="11"/>
                </a:lnTo>
                <a:lnTo>
                  <a:pt x="4" y="13"/>
                </a:lnTo>
                <a:lnTo>
                  <a:pt x="2" y="14"/>
                </a:lnTo>
                <a:lnTo>
                  <a:pt x="1" y="15"/>
                </a:lnTo>
                <a:lnTo>
                  <a:pt x="0" y="14"/>
                </a:lnTo>
                <a:lnTo>
                  <a:pt x="0" y="1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360" rIns="504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0" name=""/>
          <p:cNvSpPr/>
          <p:nvPr/>
        </p:nvSpPr>
        <p:spPr>
          <a:xfrm>
            <a:off x="4448520" y="2625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1" name=""/>
          <p:cNvSpPr/>
          <p:nvPr/>
        </p:nvSpPr>
        <p:spPr>
          <a:xfrm>
            <a:off x="4447800" y="26247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2" name=""/>
          <p:cNvSpPr/>
          <p:nvPr/>
        </p:nvSpPr>
        <p:spPr>
          <a:xfrm>
            <a:off x="4448160" y="26254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3" name=""/>
          <p:cNvSpPr/>
          <p:nvPr/>
        </p:nvSpPr>
        <p:spPr>
          <a:xfrm>
            <a:off x="4449240" y="26244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5"/>
                </a:moveTo>
                <a:lnTo>
                  <a:pt x="2" y="4"/>
                </a:lnTo>
                <a:lnTo>
                  <a:pt x="2" y="3"/>
                </a:lnTo>
                <a:lnTo>
                  <a:pt x="4" y="1"/>
                </a:ln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4" name=""/>
          <p:cNvSpPr/>
          <p:nvPr/>
        </p:nvSpPr>
        <p:spPr>
          <a:xfrm>
            <a:off x="4447080" y="26254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0" y="2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5" name=""/>
          <p:cNvSpPr/>
          <p:nvPr/>
        </p:nvSpPr>
        <p:spPr>
          <a:xfrm>
            <a:off x="4446000" y="26258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3" y="4"/>
                </a:lnTo>
                <a:lnTo>
                  <a:pt x="5" y="2"/>
                </a:lnTo>
                <a:lnTo>
                  <a:pt x="3" y="2"/>
                </a:lnTo>
                <a:lnTo>
                  <a:pt x="3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6" name=""/>
          <p:cNvSpPr/>
          <p:nvPr/>
        </p:nvSpPr>
        <p:spPr>
          <a:xfrm>
            <a:off x="4448880" y="26254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0"/>
                </a:moveTo>
                <a:lnTo>
                  <a:pt x="0" y="1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2" y="4"/>
                </a:lnTo>
                <a:lnTo>
                  <a:pt x="2" y="3"/>
                </a:lnTo>
                <a:lnTo>
                  <a:pt x="4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7" name=""/>
          <p:cNvSpPr/>
          <p:nvPr/>
        </p:nvSpPr>
        <p:spPr>
          <a:xfrm flipH="1">
            <a:off x="4477320" y="26276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8" name=""/>
          <p:cNvSpPr/>
          <p:nvPr/>
        </p:nvSpPr>
        <p:spPr>
          <a:xfrm>
            <a:off x="4478040" y="262764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9" name=""/>
          <p:cNvSpPr/>
          <p:nvPr/>
        </p:nvSpPr>
        <p:spPr>
          <a:xfrm>
            <a:off x="4444560" y="26269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1"/>
                </a:moveTo>
                <a:lnTo>
                  <a:pt x="0" y="3"/>
                </a:lnTo>
                <a:lnTo>
                  <a:pt x="2" y="3"/>
                </a:lnTo>
                <a:lnTo>
                  <a:pt x="2" y="4"/>
                </a:lnTo>
                <a:lnTo>
                  <a:pt x="2" y="3"/>
                </a:lnTo>
                <a:lnTo>
                  <a:pt x="4" y="3"/>
                </a:lnTo>
                <a:lnTo>
                  <a:pt x="4" y="1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0" name=""/>
          <p:cNvSpPr/>
          <p:nvPr/>
        </p:nvSpPr>
        <p:spPr>
          <a:xfrm>
            <a:off x="4477320" y="262800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1" name=""/>
          <p:cNvSpPr/>
          <p:nvPr/>
        </p:nvSpPr>
        <p:spPr>
          <a:xfrm>
            <a:off x="4478040" y="262800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2" name=""/>
          <p:cNvSpPr/>
          <p:nvPr/>
        </p:nvSpPr>
        <p:spPr>
          <a:xfrm>
            <a:off x="4479120" y="26280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3" name=""/>
          <p:cNvSpPr/>
          <p:nvPr/>
        </p:nvSpPr>
        <p:spPr>
          <a:xfrm>
            <a:off x="4443840" y="262728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2" y="1"/>
                </a:moveTo>
                <a:lnTo>
                  <a:pt x="0" y="1"/>
                </a:lnTo>
                <a:lnTo>
                  <a:pt x="0" y="2"/>
                </a:lnTo>
                <a:lnTo>
                  <a:pt x="0" y="4"/>
                </a:lnTo>
                <a:lnTo>
                  <a:pt x="2" y="5"/>
                </a:lnTo>
                <a:lnTo>
                  <a:pt x="2" y="4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4" name=""/>
          <p:cNvSpPr/>
          <p:nvPr/>
        </p:nvSpPr>
        <p:spPr>
          <a:xfrm>
            <a:off x="4476600" y="262764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1" y="0"/>
                </a:moveTo>
                <a:lnTo>
                  <a:pt x="1" y="1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5" name=""/>
          <p:cNvSpPr/>
          <p:nvPr/>
        </p:nvSpPr>
        <p:spPr>
          <a:xfrm>
            <a:off x="4446360" y="26283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6" name=""/>
          <p:cNvSpPr/>
          <p:nvPr/>
        </p:nvSpPr>
        <p:spPr>
          <a:xfrm flipV="1">
            <a:off x="4477320" y="26283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7" name=""/>
          <p:cNvSpPr/>
          <p:nvPr/>
        </p:nvSpPr>
        <p:spPr>
          <a:xfrm>
            <a:off x="4438800" y="2628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2"/>
                </a:moveTo>
                <a:lnTo>
                  <a:pt x="2" y="4"/>
                </a:lnTo>
                <a:lnTo>
                  <a:pt x="4" y="4"/>
                </a:lnTo>
                <a:lnTo>
                  <a:pt x="4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8" name=""/>
          <p:cNvSpPr/>
          <p:nvPr/>
        </p:nvSpPr>
        <p:spPr>
          <a:xfrm>
            <a:off x="4442400" y="26280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0" y="2"/>
                </a:moveTo>
                <a:lnTo>
                  <a:pt x="0" y="3"/>
                </a:lnTo>
                <a:lnTo>
                  <a:pt x="2" y="3"/>
                </a:lnTo>
                <a:lnTo>
                  <a:pt x="3" y="3"/>
                </a:lnTo>
                <a:lnTo>
                  <a:pt x="3" y="5"/>
                </a:lnTo>
                <a:lnTo>
                  <a:pt x="5" y="3"/>
                </a:lnTo>
                <a:lnTo>
                  <a:pt x="5" y="2"/>
                </a:lnTo>
                <a:lnTo>
                  <a:pt x="3" y="2"/>
                </a:ln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9" name=""/>
          <p:cNvSpPr/>
          <p:nvPr/>
        </p:nvSpPr>
        <p:spPr>
          <a:xfrm>
            <a:off x="4447080" y="26283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2"/>
                </a:moveTo>
                <a:lnTo>
                  <a:pt x="2" y="4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0" name=""/>
          <p:cNvSpPr/>
          <p:nvPr/>
        </p:nvSpPr>
        <p:spPr>
          <a:xfrm>
            <a:off x="4445640" y="26280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1" y="0"/>
                </a:moveTo>
                <a:lnTo>
                  <a:pt x="0" y="2"/>
                </a:lnTo>
                <a:lnTo>
                  <a:pt x="1" y="3"/>
                </a:lnTo>
                <a:lnTo>
                  <a:pt x="3" y="5"/>
                </a:lnTo>
                <a:lnTo>
                  <a:pt x="4" y="5"/>
                </a:lnTo>
                <a:lnTo>
                  <a:pt x="4" y="3"/>
                </a:lnTo>
                <a:lnTo>
                  <a:pt x="4" y="2"/>
                </a:lnTo>
                <a:lnTo>
                  <a:pt x="3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1" name=""/>
          <p:cNvSpPr/>
          <p:nvPr/>
        </p:nvSpPr>
        <p:spPr>
          <a:xfrm>
            <a:off x="4438800" y="2628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2" name=""/>
          <p:cNvSpPr/>
          <p:nvPr/>
        </p:nvSpPr>
        <p:spPr>
          <a:xfrm>
            <a:off x="4478760" y="262800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0"/>
                </a:move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3" name=""/>
          <p:cNvSpPr/>
          <p:nvPr/>
        </p:nvSpPr>
        <p:spPr>
          <a:xfrm>
            <a:off x="4440240" y="26283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  <a:lnTo>
                  <a:pt x="4" y="3"/>
                </a:lnTo>
                <a:lnTo>
                  <a:pt x="4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4" name=""/>
          <p:cNvSpPr/>
          <p:nvPr/>
        </p:nvSpPr>
        <p:spPr>
          <a:xfrm>
            <a:off x="4479120" y="262836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3"/>
                </a:move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5" name=""/>
          <p:cNvSpPr/>
          <p:nvPr/>
        </p:nvSpPr>
        <p:spPr>
          <a:xfrm>
            <a:off x="4478400" y="2629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6" name=""/>
          <p:cNvSpPr/>
          <p:nvPr/>
        </p:nvSpPr>
        <p:spPr>
          <a:xfrm flipH="1">
            <a:off x="4477680" y="26294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7" name=""/>
          <p:cNvSpPr/>
          <p:nvPr/>
        </p:nvSpPr>
        <p:spPr>
          <a:xfrm>
            <a:off x="4445280" y="26287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8" name=""/>
          <p:cNvSpPr/>
          <p:nvPr/>
        </p:nvSpPr>
        <p:spPr>
          <a:xfrm>
            <a:off x="4438440" y="26283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9" name=""/>
          <p:cNvSpPr/>
          <p:nvPr/>
        </p:nvSpPr>
        <p:spPr>
          <a:xfrm>
            <a:off x="4476960" y="26287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0" name=""/>
          <p:cNvSpPr/>
          <p:nvPr/>
        </p:nvSpPr>
        <p:spPr>
          <a:xfrm>
            <a:off x="4476600" y="262908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1" name=""/>
          <p:cNvSpPr/>
          <p:nvPr/>
        </p:nvSpPr>
        <p:spPr>
          <a:xfrm>
            <a:off x="4437360" y="26290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2" y="0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2" name=""/>
          <p:cNvSpPr/>
          <p:nvPr/>
        </p:nvSpPr>
        <p:spPr>
          <a:xfrm>
            <a:off x="4478040" y="262944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0" y="0"/>
                </a:move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3" name=""/>
          <p:cNvSpPr/>
          <p:nvPr/>
        </p:nvSpPr>
        <p:spPr>
          <a:xfrm>
            <a:off x="4477320" y="26294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4" name=""/>
          <p:cNvSpPr/>
          <p:nvPr/>
        </p:nvSpPr>
        <p:spPr>
          <a:xfrm>
            <a:off x="4437000" y="26294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5" name=""/>
          <p:cNvSpPr/>
          <p:nvPr/>
        </p:nvSpPr>
        <p:spPr>
          <a:xfrm>
            <a:off x="4444200" y="262944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0" y="2"/>
                </a:moveTo>
                <a:lnTo>
                  <a:pt x="0" y="3"/>
                </a:lnTo>
                <a:lnTo>
                  <a:pt x="1" y="5"/>
                </a:lnTo>
                <a:lnTo>
                  <a:pt x="3" y="3"/>
                </a:lnTo>
                <a:lnTo>
                  <a:pt x="3" y="2"/>
                </a:lnTo>
                <a:lnTo>
                  <a:pt x="1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6" name=""/>
          <p:cNvSpPr/>
          <p:nvPr/>
        </p:nvSpPr>
        <p:spPr>
          <a:xfrm>
            <a:off x="4436640" y="26301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7" name=""/>
          <p:cNvSpPr/>
          <p:nvPr/>
        </p:nvSpPr>
        <p:spPr>
          <a:xfrm>
            <a:off x="4443480" y="26305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8" name=""/>
          <p:cNvSpPr/>
          <p:nvPr/>
        </p:nvSpPr>
        <p:spPr>
          <a:xfrm>
            <a:off x="4442760" y="26308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0" y="0"/>
                </a:moveTo>
                <a:lnTo>
                  <a:pt x="0" y="2"/>
                </a:lnTo>
                <a:lnTo>
                  <a:pt x="2" y="3"/>
                </a:lnTo>
                <a:lnTo>
                  <a:pt x="4" y="3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9" name=""/>
          <p:cNvSpPr/>
          <p:nvPr/>
        </p:nvSpPr>
        <p:spPr>
          <a:xfrm>
            <a:off x="4508280" y="26308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0" name=""/>
          <p:cNvSpPr/>
          <p:nvPr/>
        </p:nvSpPr>
        <p:spPr>
          <a:xfrm>
            <a:off x="4506840" y="2631240"/>
            <a:ext cx="720" cy="2160"/>
          </a:xfrm>
          <a:custGeom>
            <a:avLst/>
            <a:gdLst/>
            <a:ahLst/>
            <a:rect l="0" t="0" r="r" b="b"/>
            <a:pathLst>
              <a:path fill="none" w="2" h="6">
                <a:moveTo>
                  <a:pt x="2" y="2"/>
                </a:moveTo>
                <a:lnTo>
                  <a:pt x="2" y="3"/>
                </a:lnTo>
                <a:lnTo>
                  <a:pt x="2" y="4"/>
                </a:ln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1" name=""/>
          <p:cNvSpPr/>
          <p:nvPr/>
        </p:nvSpPr>
        <p:spPr>
          <a:xfrm>
            <a:off x="4440600" y="26319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2" name=""/>
          <p:cNvSpPr/>
          <p:nvPr/>
        </p:nvSpPr>
        <p:spPr>
          <a:xfrm>
            <a:off x="4510440" y="26330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3" name=""/>
          <p:cNvSpPr/>
          <p:nvPr/>
        </p:nvSpPr>
        <p:spPr>
          <a:xfrm>
            <a:off x="4510440" y="2633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4" name=""/>
          <p:cNvSpPr/>
          <p:nvPr/>
        </p:nvSpPr>
        <p:spPr>
          <a:xfrm>
            <a:off x="4439520" y="26330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0"/>
                </a:moveTo>
                <a:lnTo>
                  <a:pt x="0" y="2"/>
                </a:lnTo>
                <a:lnTo>
                  <a:pt x="0" y="3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5" name=""/>
          <p:cNvSpPr/>
          <p:nvPr/>
        </p:nvSpPr>
        <p:spPr>
          <a:xfrm>
            <a:off x="4511160" y="26330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6" name=""/>
          <p:cNvSpPr/>
          <p:nvPr/>
        </p:nvSpPr>
        <p:spPr>
          <a:xfrm>
            <a:off x="4436280" y="263340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0"/>
                </a:move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7" name=""/>
          <p:cNvSpPr/>
          <p:nvPr/>
        </p:nvSpPr>
        <p:spPr>
          <a:xfrm>
            <a:off x="4512600" y="263376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8" name=""/>
          <p:cNvSpPr/>
          <p:nvPr/>
        </p:nvSpPr>
        <p:spPr>
          <a:xfrm>
            <a:off x="4488120" y="2631600"/>
            <a:ext cx="2880" cy="3240"/>
          </a:xfrm>
          <a:custGeom>
            <a:avLst/>
            <a:gdLst/>
            <a:ahLst/>
            <a:rect l="0" t="0" r="r" b="b"/>
            <a:pathLst>
              <a:path fill="none" w="8" h="9">
                <a:moveTo>
                  <a:pt x="2" y="9"/>
                </a:moveTo>
                <a:lnTo>
                  <a:pt x="2" y="7"/>
                </a:lnTo>
                <a:lnTo>
                  <a:pt x="0" y="7"/>
                </a:lnTo>
                <a:lnTo>
                  <a:pt x="2" y="5"/>
                </a:lnTo>
                <a:lnTo>
                  <a:pt x="2" y="3"/>
                </a:lnTo>
                <a:lnTo>
                  <a:pt x="3" y="1"/>
                </a:lnTo>
                <a:lnTo>
                  <a:pt x="4" y="0"/>
                </a:lnTo>
                <a:lnTo>
                  <a:pt x="6" y="0"/>
                </a:lnTo>
                <a:lnTo>
                  <a:pt x="8" y="0"/>
                </a:lnTo>
                <a:lnTo>
                  <a:pt x="8" y="3"/>
                </a:lnTo>
                <a:lnTo>
                  <a:pt x="6" y="5"/>
                </a:lnTo>
                <a:lnTo>
                  <a:pt x="5" y="6"/>
                </a:lnTo>
                <a:lnTo>
                  <a:pt x="5" y="7"/>
                </a:lnTo>
                <a:lnTo>
                  <a:pt x="5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9" name=""/>
          <p:cNvSpPr/>
          <p:nvPr/>
        </p:nvSpPr>
        <p:spPr>
          <a:xfrm>
            <a:off x="4512600" y="26341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0" name=""/>
          <p:cNvSpPr/>
          <p:nvPr/>
        </p:nvSpPr>
        <p:spPr>
          <a:xfrm>
            <a:off x="4488840" y="2632320"/>
            <a:ext cx="1080" cy="3240"/>
          </a:xfrm>
          <a:custGeom>
            <a:avLst/>
            <a:gdLst/>
            <a:ahLst/>
            <a:rect l="0" t="0" r="r" b="b"/>
            <a:pathLst>
              <a:path fill="none" w="3" h="9">
                <a:moveTo>
                  <a:pt x="0" y="6"/>
                </a:move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3" y="2"/>
                </a:lnTo>
                <a:lnTo>
                  <a:pt x="1" y="2"/>
                </a:lnTo>
                <a:lnTo>
                  <a:pt x="1" y="3"/>
                </a:lnTo>
                <a:lnTo>
                  <a:pt x="1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1" y="9"/>
                </a:ln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1" name=""/>
          <p:cNvSpPr/>
          <p:nvPr/>
        </p:nvSpPr>
        <p:spPr>
          <a:xfrm>
            <a:off x="4437000" y="263484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4"/>
                </a:lnTo>
                <a:lnTo>
                  <a:pt x="1" y="5"/>
                </a:lnTo>
                <a:lnTo>
                  <a:pt x="3" y="5"/>
                </a:lnTo>
                <a:lnTo>
                  <a:pt x="3" y="4"/>
                </a:lnTo>
                <a:lnTo>
                  <a:pt x="3" y="2"/>
                </a:lnTo>
                <a:lnTo>
                  <a:pt x="3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2" name=""/>
          <p:cNvSpPr/>
          <p:nvPr/>
        </p:nvSpPr>
        <p:spPr>
          <a:xfrm>
            <a:off x="4488480" y="2634120"/>
            <a:ext cx="1440" cy="2880"/>
          </a:xfrm>
          <a:custGeom>
            <a:avLst/>
            <a:gdLst/>
            <a:ahLst/>
            <a:rect l="0" t="0" r="r" b="b"/>
            <a:pathLst>
              <a:path fill="none" w="4" h="8">
                <a:moveTo>
                  <a:pt x="4" y="0"/>
                </a:moveTo>
                <a:lnTo>
                  <a:pt x="4" y="2"/>
                </a:lnTo>
                <a:lnTo>
                  <a:pt x="4" y="3"/>
                </a:lnTo>
                <a:lnTo>
                  <a:pt x="3" y="7"/>
                </a:lnTo>
                <a:lnTo>
                  <a:pt x="1" y="8"/>
                </a:lnTo>
                <a:lnTo>
                  <a:pt x="1" y="7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3" name=""/>
          <p:cNvSpPr/>
          <p:nvPr/>
        </p:nvSpPr>
        <p:spPr>
          <a:xfrm>
            <a:off x="4396320" y="263592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3" y="3"/>
                </a:lnTo>
                <a:lnTo>
                  <a:pt x="2" y="3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4" name=""/>
          <p:cNvSpPr/>
          <p:nvPr/>
        </p:nvSpPr>
        <p:spPr>
          <a:xfrm>
            <a:off x="4394880" y="26362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2"/>
                </a:lnTo>
                <a:lnTo>
                  <a:pt x="3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5" name=""/>
          <p:cNvSpPr/>
          <p:nvPr/>
        </p:nvSpPr>
        <p:spPr>
          <a:xfrm>
            <a:off x="4395960" y="2636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6" name=""/>
          <p:cNvSpPr/>
          <p:nvPr/>
        </p:nvSpPr>
        <p:spPr>
          <a:xfrm>
            <a:off x="4396320" y="2636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7" name=""/>
          <p:cNvSpPr/>
          <p:nvPr/>
        </p:nvSpPr>
        <p:spPr>
          <a:xfrm>
            <a:off x="4393800" y="2637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8" name=""/>
          <p:cNvSpPr/>
          <p:nvPr/>
        </p:nvSpPr>
        <p:spPr>
          <a:xfrm>
            <a:off x="4394160" y="2637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9" name=""/>
          <p:cNvSpPr/>
          <p:nvPr/>
        </p:nvSpPr>
        <p:spPr>
          <a:xfrm>
            <a:off x="4393440" y="2637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0" name=""/>
          <p:cNvSpPr/>
          <p:nvPr/>
        </p:nvSpPr>
        <p:spPr>
          <a:xfrm flipH="1">
            <a:off x="4393440" y="26380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1" name=""/>
          <p:cNvSpPr/>
          <p:nvPr/>
        </p:nvSpPr>
        <p:spPr>
          <a:xfrm>
            <a:off x="4498560" y="26388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2" name=""/>
          <p:cNvSpPr/>
          <p:nvPr/>
        </p:nvSpPr>
        <p:spPr>
          <a:xfrm>
            <a:off x="4391640" y="2639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3" name=""/>
          <p:cNvSpPr/>
          <p:nvPr/>
        </p:nvSpPr>
        <p:spPr>
          <a:xfrm>
            <a:off x="4391640" y="2639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4" name=""/>
          <p:cNvSpPr/>
          <p:nvPr/>
        </p:nvSpPr>
        <p:spPr>
          <a:xfrm>
            <a:off x="4392360" y="26391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0"/>
                </a:move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5" name=""/>
          <p:cNvSpPr/>
          <p:nvPr/>
        </p:nvSpPr>
        <p:spPr>
          <a:xfrm>
            <a:off x="4391640" y="2640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6" name=""/>
          <p:cNvSpPr/>
          <p:nvPr/>
        </p:nvSpPr>
        <p:spPr>
          <a:xfrm>
            <a:off x="4390920" y="2640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2"/>
                </a:moveTo>
                <a:lnTo>
                  <a:pt x="1" y="4"/>
                </a:lnTo>
                <a:lnTo>
                  <a:pt x="0" y="4"/>
                </a:lnTo>
                <a:lnTo>
                  <a:pt x="1" y="2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7" name=""/>
          <p:cNvSpPr/>
          <p:nvPr/>
        </p:nvSpPr>
        <p:spPr>
          <a:xfrm>
            <a:off x="4522680" y="26442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1" y="4"/>
                </a:lnTo>
                <a:lnTo>
                  <a:pt x="0" y="3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8" name=""/>
          <p:cNvSpPr/>
          <p:nvPr/>
        </p:nvSpPr>
        <p:spPr>
          <a:xfrm>
            <a:off x="4474800" y="26467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2" y="0"/>
                </a:lnTo>
                <a:lnTo>
                  <a:pt x="2" y="1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9" name=""/>
          <p:cNvSpPr/>
          <p:nvPr/>
        </p:nvSpPr>
        <p:spPr>
          <a:xfrm>
            <a:off x="4474440" y="2645640"/>
            <a:ext cx="1440" cy="2880"/>
          </a:xfrm>
          <a:custGeom>
            <a:avLst/>
            <a:gdLst/>
            <a:ahLst/>
            <a:rect l="0" t="0" r="r" b="b"/>
            <a:pathLst>
              <a:path fill="none" w="4" h="8">
                <a:moveTo>
                  <a:pt x="0" y="1"/>
                </a:moveTo>
                <a:lnTo>
                  <a:pt x="0" y="2"/>
                </a:lnTo>
                <a:lnTo>
                  <a:pt x="0" y="3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3" y="8"/>
                </a:lnTo>
                <a:lnTo>
                  <a:pt x="4" y="8"/>
                </a:lnTo>
                <a:lnTo>
                  <a:pt x="4" y="7"/>
                </a:lnTo>
                <a:lnTo>
                  <a:pt x="4" y="6"/>
                </a:lnTo>
                <a:lnTo>
                  <a:pt x="4" y="5"/>
                </a:lnTo>
                <a:lnTo>
                  <a:pt x="3" y="3"/>
                </a:lnTo>
                <a:lnTo>
                  <a:pt x="3" y="2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0" name=""/>
          <p:cNvSpPr/>
          <p:nvPr/>
        </p:nvSpPr>
        <p:spPr>
          <a:xfrm>
            <a:off x="4491000" y="264852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1" name=""/>
          <p:cNvSpPr/>
          <p:nvPr/>
        </p:nvSpPr>
        <p:spPr>
          <a:xfrm>
            <a:off x="4491360" y="26488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2" name=""/>
          <p:cNvSpPr/>
          <p:nvPr/>
        </p:nvSpPr>
        <p:spPr>
          <a:xfrm flipV="1">
            <a:off x="4490640" y="264852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3" name=""/>
          <p:cNvSpPr/>
          <p:nvPr/>
        </p:nvSpPr>
        <p:spPr>
          <a:xfrm>
            <a:off x="4491000" y="26488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4" name=""/>
          <p:cNvSpPr/>
          <p:nvPr/>
        </p:nvSpPr>
        <p:spPr>
          <a:xfrm>
            <a:off x="4491360" y="2648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5" name=""/>
          <p:cNvSpPr/>
          <p:nvPr/>
        </p:nvSpPr>
        <p:spPr>
          <a:xfrm flipH="1">
            <a:off x="4491000" y="26492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6" name=""/>
          <p:cNvSpPr/>
          <p:nvPr/>
        </p:nvSpPr>
        <p:spPr>
          <a:xfrm>
            <a:off x="4490640" y="26485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0"/>
                </a:move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7" name=""/>
          <p:cNvSpPr/>
          <p:nvPr/>
        </p:nvSpPr>
        <p:spPr>
          <a:xfrm>
            <a:off x="4508280" y="26546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8" name=""/>
          <p:cNvSpPr/>
          <p:nvPr/>
        </p:nvSpPr>
        <p:spPr>
          <a:xfrm>
            <a:off x="4507920" y="265428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0"/>
                </a:move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9" name=""/>
          <p:cNvSpPr/>
          <p:nvPr/>
        </p:nvSpPr>
        <p:spPr>
          <a:xfrm>
            <a:off x="4516200" y="26589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0" name=""/>
          <p:cNvSpPr/>
          <p:nvPr/>
        </p:nvSpPr>
        <p:spPr>
          <a:xfrm>
            <a:off x="4515480" y="26586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2" y="1"/>
                </a:lnTo>
                <a:lnTo>
                  <a:pt x="0" y="1"/>
                </a:lnTo>
                <a:lnTo>
                  <a:pt x="2" y="3"/>
                </a:lnTo>
                <a:lnTo>
                  <a:pt x="4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1" name=""/>
          <p:cNvSpPr/>
          <p:nvPr/>
        </p:nvSpPr>
        <p:spPr>
          <a:xfrm>
            <a:off x="4419000" y="26604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2" name=""/>
          <p:cNvSpPr/>
          <p:nvPr/>
        </p:nvSpPr>
        <p:spPr>
          <a:xfrm>
            <a:off x="4416480" y="2660040"/>
            <a:ext cx="3240" cy="2520"/>
          </a:xfrm>
          <a:custGeom>
            <a:avLst/>
            <a:gdLst/>
            <a:ahLst/>
            <a:rect l="0" t="0" r="r" b="b"/>
            <a:pathLst>
              <a:path fill="none" w="9" h="7">
                <a:moveTo>
                  <a:pt x="6" y="1"/>
                </a:move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2" y="3"/>
                </a:lnTo>
                <a:lnTo>
                  <a:pt x="1" y="3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2" y="7"/>
                </a:lnTo>
                <a:lnTo>
                  <a:pt x="3" y="6"/>
                </a:lnTo>
                <a:lnTo>
                  <a:pt x="4" y="6"/>
                </a:lnTo>
                <a:lnTo>
                  <a:pt x="5" y="5"/>
                </a:lnTo>
                <a:lnTo>
                  <a:pt x="6" y="5"/>
                </a:lnTo>
                <a:lnTo>
                  <a:pt x="7" y="3"/>
                </a:lnTo>
                <a:lnTo>
                  <a:pt x="9" y="3"/>
                </a:lnTo>
                <a:lnTo>
                  <a:pt x="9" y="2"/>
                </a:lnTo>
                <a:lnTo>
                  <a:pt x="9" y="1"/>
                </a:lnTo>
                <a:lnTo>
                  <a:pt x="9" y="0"/>
                </a:lnTo>
                <a:lnTo>
                  <a:pt x="7" y="0"/>
                </a:lnTo>
                <a:lnTo>
                  <a:pt x="7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3" name=""/>
          <p:cNvSpPr/>
          <p:nvPr/>
        </p:nvSpPr>
        <p:spPr>
          <a:xfrm>
            <a:off x="4375080" y="26629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4" name=""/>
          <p:cNvSpPr/>
          <p:nvPr/>
        </p:nvSpPr>
        <p:spPr>
          <a:xfrm>
            <a:off x="4390560" y="26640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5" name=""/>
          <p:cNvSpPr/>
          <p:nvPr/>
        </p:nvSpPr>
        <p:spPr>
          <a:xfrm flipV="1">
            <a:off x="4502160" y="266400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6" name=""/>
          <p:cNvSpPr/>
          <p:nvPr/>
        </p:nvSpPr>
        <p:spPr>
          <a:xfrm>
            <a:off x="4391280" y="26643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7" name=""/>
          <p:cNvSpPr/>
          <p:nvPr/>
        </p:nvSpPr>
        <p:spPr>
          <a:xfrm>
            <a:off x="4502160" y="266400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0"/>
                </a:moveTo>
                <a:lnTo>
                  <a:pt x="3" y="3"/>
                </a:lnTo>
                <a:lnTo>
                  <a:pt x="2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8" name=""/>
          <p:cNvSpPr/>
          <p:nvPr/>
        </p:nvSpPr>
        <p:spPr>
          <a:xfrm flipV="1">
            <a:off x="4501800" y="26643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9" name=""/>
          <p:cNvSpPr/>
          <p:nvPr/>
        </p:nvSpPr>
        <p:spPr>
          <a:xfrm>
            <a:off x="4371120" y="26647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90" name=""/>
          <p:cNvSpPr/>
          <p:nvPr/>
        </p:nvSpPr>
        <p:spPr>
          <a:xfrm>
            <a:off x="4390200" y="266364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0" y="2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6" y="4"/>
                </a:lnTo>
                <a:lnTo>
                  <a:pt x="5" y="4"/>
                </a:lnTo>
                <a:lnTo>
                  <a:pt x="4" y="6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91" name=""/>
          <p:cNvSpPr/>
          <p:nvPr/>
        </p:nvSpPr>
        <p:spPr>
          <a:xfrm>
            <a:off x="4501800" y="26650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92" name=""/>
          <p:cNvSpPr/>
          <p:nvPr/>
        </p:nvSpPr>
        <p:spPr>
          <a:xfrm>
            <a:off x="4371480" y="2665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93" name=""/>
          <p:cNvSpPr/>
          <p:nvPr/>
        </p:nvSpPr>
        <p:spPr>
          <a:xfrm>
            <a:off x="4371120" y="26650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3"/>
                </a:move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5" y="1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94" name=""/>
          <p:cNvSpPr/>
          <p:nvPr/>
        </p:nvSpPr>
        <p:spPr>
          <a:xfrm>
            <a:off x="4448520" y="26654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1" y="3"/>
                </a:move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95" name=""/>
          <p:cNvSpPr/>
          <p:nvPr/>
        </p:nvSpPr>
        <p:spPr>
          <a:xfrm>
            <a:off x="4369320" y="26650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4"/>
                </a:moveTo>
                <a:lnTo>
                  <a:pt x="0" y="2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3" y="2"/>
                </a:lnTo>
                <a:lnTo>
                  <a:pt x="1" y="4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96" name=""/>
          <p:cNvSpPr/>
          <p:nvPr/>
        </p:nvSpPr>
        <p:spPr>
          <a:xfrm>
            <a:off x="4427640" y="2665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lnTo>
                  <a:pt x="2" y="3"/>
                </a:lnTo>
                <a:lnTo>
                  <a:pt x="4" y="3"/>
                </a:lnTo>
                <a:lnTo>
                  <a:pt x="4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97" name=""/>
          <p:cNvSpPr/>
          <p:nvPr/>
        </p:nvSpPr>
        <p:spPr>
          <a:xfrm>
            <a:off x="4425120" y="266544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4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4" y="3"/>
                </a:lnTo>
                <a:lnTo>
                  <a:pt x="4" y="1"/>
                </a:lnTo>
                <a:lnTo>
                  <a:pt x="6" y="1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98" name=""/>
          <p:cNvSpPr/>
          <p:nvPr/>
        </p:nvSpPr>
        <p:spPr>
          <a:xfrm>
            <a:off x="4381200" y="26665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99" name=""/>
          <p:cNvSpPr/>
          <p:nvPr/>
        </p:nvSpPr>
        <p:spPr>
          <a:xfrm>
            <a:off x="4426920" y="26665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0" name=""/>
          <p:cNvSpPr/>
          <p:nvPr/>
        </p:nvSpPr>
        <p:spPr>
          <a:xfrm>
            <a:off x="4370040" y="26661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1" name=""/>
          <p:cNvSpPr/>
          <p:nvPr/>
        </p:nvSpPr>
        <p:spPr>
          <a:xfrm>
            <a:off x="4427640" y="26665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2" name=""/>
          <p:cNvSpPr/>
          <p:nvPr/>
        </p:nvSpPr>
        <p:spPr>
          <a:xfrm>
            <a:off x="4447800" y="266508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1" y="7"/>
                </a:moveTo>
                <a:lnTo>
                  <a:pt x="0" y="6"/>
                </a:lnTo>
                <a:lnTo>
                  <a:pt x="1" y="4"/>
                </a:lnTo>
                <a:lnTo>
                  <a:pt x="1" y="3"/>
                </a:lnTo>
                <a:lnTo>
                  <a:pt x="2" y="2"/>
                </a:lnTo>
                <a:lnTo>
                  <a:pt x="4" y="1"/>
                </a:lnTo>
                <a:lnTo>
                  <a:pt x="6" y="0"/>
                </a:lnTo>
                <a:lnTo>
                  <a:pt x="7" y="1"/>
                </a:lnTo>
                <a:lnTo>
                  <a:pt x="7" y="2"/>
                </a:lnTo>
                <a:lnTo>
                  <a:pt x="6" y="3"/>
                </a:lnTo>
                <a:lnTo>
                  <a:pt x="5" y="4"/>
                </a:lnTo>
                <a:lnTo>
                  <a:pt x="4" y="6"/>
                </a:lnTo>
                <a:lnTo>
                  <a:pt x="2" y="6"/>
                </a:lnTo>
                <a:lnTo>
                  <a:pt x="1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3" name=""/>
          <p:cNvSpPr/>
          <p:nvPr/>
        </p:nvSpPr>
        <p:spPr>
          <a:xfrm>
            <a:off x="4427640" y="26665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4" name=""/>
          <p:cNvSpPr/>
          <p:nvPr/>
        </p:nvSpPr>
        <p:spPr>
          <a:xfrm>
            <a:off x="4383720" y="2666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5" name=""/>
          <p:cNvSpPr/>
          <p:nvPr/>
        </p:nvSpPr>
        <p:spPr>
          <a:xfrm>
            <a:off x="4381560" y="26672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6" name=""/>
          <p:cNvSpPr/>
          <p:nvPr/>
        </p:nvSpPr>
        <p:spPr>
          <a:xfrm>
            <a:off x="4381920" y="2667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7" name=""/>
          <p:cNvSpPr/>
          <p:nvPr/>
        </p:nvSpPr>
        <p:spPr>
          <a:xfrm>
            <a:off x="4380840" y="2666160"/>
            <a:ext cx="3960" cy="1800"/>
          </a:xfrm>
          <a:custGeom>
            <a:avLst/>
            <a:gdLst/>
            <a:ahLst/>
            <a:rect l="0" t="0" r="r" b="b"/>
            <a:pathLst>
              <a:path fill="none" w="11" h="5">
                <a:moveTo>
                  <a:pt x="0" y="1"/>
                </a:move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10" y="2"/>
                </a:lnTo>
                <a:lnTo>
                  <a:pt x="11" y="3"/>
                </a:lnTo>
                <a:lnTo>
                  <a:pt x="10" y="5"/>
                </a:lnTo>
                <a:lnTo>
                  <a:pt x="8" y="5"/>
                </a:lnTo>
                <a:lnTo>
                  <a:pt x="3" y="5"/>
                </a:lnTo>
                <a:lnTo>
                  <a:pt x="2" y="5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8" name=""/>
          <p:cNvSpPr/>
          <p:nvPr/>
        </p:nvSpPr>
        <p:spPr>
          <a:xfrm>
            <a:off x="4428000" y="2667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9" name=""/>
          <p:cNvSpPr/>
          <p:nvPr/>
        </p:nvSpPr>
        <p:spPr>
          <a:xfrm>
            <a:off x="4428360" y="2667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10" name=""/>
          <p:cNvSpPr/>
          <p:nvPr/>
        </p:nvSpPr>
        <p:spPr>
          <a:xfrm>
            <a:off x="4428360" y="2665440"/>
            <a:ext cx="2520" cy="3960"/>
          </a:xfrm>
          <a:custGeom>
            <a:avLst/>
            <a:gdLst/>
            <a:ahLst/>
            <a:rect l="0" t="0" r="r" b="b"/>
            <a:pathLst>
              <a:path fill="none" w="7" h="11">
                <a:moveTo>
                  <a:pt x="0" y="3"/>
                </a:moveTo>
                <a:lnTo>
                  <a:pt x="1" y="4"/>
                </a:lnTo>
                <a:lnTo>
                  <a:pt x="3" y="5"/>
                </a:lnTo>
                <a:lnTo>
                  <a:pt x="4" y="6"/>
                </a:lnTo>
                <a:lnTo>
                  <a:pt x="5" y="9"/>
                </a:lnTo>
                <a:lnTo>
                  <a:pt x="4" y="9"/>
                </a:lnTo>
                <a:lnTo>
                  <a:pt x="3" y="9"/>
                </a:lnTo>
                <a:lnTo>
                  <a:pt x="1" y="9"/>
                </a:lnTo>
                <a:lnTo>
                  <a:pt x="1" y="10"/>
                </a:lnTo>
                <a:lnTo>
                  <a:pt x="3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7" y="9"/>
                </a:lnTo>
                <a:lnTo>
                  <a:pt x="6" y="6"/>
                </a:lnTo>
                <a:lnTo>
                  <a:pt x="5" y="5"/>
                </a:lnTo>
                <a:lnTo>
                  <a:pt x="5" y="4"/>
                </a:lnTo>
                <a:lnTo>
                  <a:pt x="4" y="2"/>
                </a:lnTo>
                <a:lnTo>
                  <a:pt x="3" y="2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11" name=""/>
          <p:cNvSpPr/>
          <p:nvPr/>
        </p:nvSpPr>
        <p:spPr>
          <a:xfrm>
            <a:off x="4434840" y="2669040"/>
            <a:ext cx="2160" cy="3240"/>
          </a:xfrm>
          <a:custGeom>
            <a:avLst/>
            <a:gdLst/>
            <a:ahLst/>
            <a:rect l="0" t="0" r="r" b="b"/>
            <a:pathLst>
              <a:path fill="none" w="6" h="9">
                <a:moveTo>
                  <a:pt x="2" y="9"/>
                </a:moveTo>
                <a:lnTo>
                  <a:pt x="1" y="8"/>
                </a:lnTo>
                <a:lnTo>
                  <a:pt x="1" y="7"/>
                </a:lnTo>
                <a:lnTo>
                  <a:pt x="0" y="7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4" y="1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6" y="5"/>
                </a:lnTo>
                <a:lnTo>
                  <a:pt x="6" y="7"/>
                </a:lnTo>
                <a:lnTo>
                  <a:pt x="5" y="7"/>
                </a:lnTo>
                <a:lnTo>
                  <a:pt x="5" y="8"/>
                </a:lnTo>
                <a:lnTo>
                  <a:pt x="4" y="7"/>
                </a:lnTo>
                <a:lnTo>
                  <a:pt x="4" y="4"/>
                </a:lnTo>
                <a:lnTo>
                  <a:pt x="2" y="3"/>
                </a:lnTo>
                <a:lnTo>
                  <a:pt x="1" y="3"/>
                </a:lnTo>
                <a:lnTo>
                  <a:pt x="2" y="5"/>
                </a:lnTo>
                <a:lnTo>
                  <a:pt x="2" y="7"/>
                </a:lnTo>
                <a:lnTo>
                  <a:pt x="4" y="8"/>
                </a:lnTo>
                <a:lnTo>
                  <a:pt x="2" y="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12" name=""/>
          <p:cNvSpPr/>
          <p:nvPr/>
        </p:nvSpPr>
        <p:spPr>
          <a:xfrm flipH="1">
            <a:off x="4360680" y="267372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13" name=""/>
          <p:cNvSpPr/>
          <p:nvPr/>
        </p:nvSpPr>
        <p:spPr>
          <a:xfrm>
            <a:off x="4351680" y="267300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0" y="4"/>
                </a:move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5" y="1"/>
                </a:lnTo>
                <a:lnTo>
                  <a:pt x="5" y="3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14" name=""/>
          <p:cNvSpPr/>
          <p:nvPr/>
        </p:nvSpPr>
        <p:spPr>
          <a:xfrm>
            <a:off x="4360680" y="2674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15" name=""/>
          <p:cNvSpPr/>
          <p:nvPr/>
        </p:nvSpPr>
        <p:spPr>
          <a:xfrm>
            <a:off x="4361040" y="2674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16" name=""/>
          <p:cNvSpPr/>
          <p:nvPr/>
        </p:nvSpPr>
        <p:spPr>
          <a:xfrm>
            <a:off x="4360320" y="2674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17" name=""/>
          <p:cNvSpPr/>
          <p:nvPr/>
        </p:nvSpPr>
        <p:spPr>
          <a:xfrm>
            <a:off x="4466880" y="2684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18" name=""/>
          <p:cNvSpPr/>
          <p:nvPr/>
        </p:nvSpPr>
        <p:spPr>
          <a:xfrm>
            <a:off x="4467600" y="2684520"/>
            <a:ext cx="2520" cy="720"/>
          </a:xfrm>
          <a:custGeom>
            <a:avLst/>
            <a:gdLst/>
            <a:ahLst/>
            <a:rect l="0" t="0" r="r" b="b"/>
            <a:pathLst>
              <a:path fill="none" w="7" h="2">
                <a:moveTo>
                  <a:pt x="2" y="0"/>
                </a:move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7" y="0"/>
                </a:lnTo>
                <a:lnTo>
                  <a:pt x="6" y="2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19" name=""/>
          <p:cNvSpPr/>
          <p:nvPr/>
        </p:nvSpPr>
        <p:spPr>
          <a:xfrm>
            <a:off x="4465800" y="2683440"/>
            <a:ext cx="4680" cy="2160"/>
          </a:xfrm>
          <a:custGeom>
            <a:avLst/>
            <a:gdLst/>
            <a:ahLst/>
            <a:rect l="0" t="0" r="r" b="b"/>
            <a:pathLst>
              <a:path fill="none" w="13" h="6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5" y="1"/>
                </a:lnTo>
                <a:lnTo>
                  <a:pt x="6" y="2"/>
                </a:lnTo>
                <a:lnTo>
                  <a:pt x="7" y="2"/>
                </a:lnTo>
                <a:lnTo>
                  <a:pt x="8" y="2"/>
                </a:lnTo>
                <a:lnTo>
                  <a:pt x="11" y="2"/>
                </a:lnTo>
                <a:lnTo>
                  <a:pt x="12" y="2"/>
                </a:lnTo>
                <a:lnTo>
                  <a:pt x="13" y="3"/>
                </a:lnTo>
                <a:lnTo>
                  <a:pt x="12" y="5"/>
                </a:lnTo>
                <a:lnTo>
                  <a:pt x="11" y="6"/>
                </a:lnTo>
                <a:lnTo>
                  <a:pt x="9" y="6"/>
                </a:lnTo>
                <a:lnTo>
                  <a:pt x="7" y="6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3" y="3"/>
                </a:lnTo>
                <a:lnTo>
                  <a:pt x="2" y="3"/>
                </a:lnTo>
                <a:lnTo>
                  <a:pt x="0" y="2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0" name=""/>
          <p:cNvSpPr/>
          <p:nvPr/>
        </p:nvSpPr>
        <p:spPr>
          <a:xfrm>
            <a:off x="4302720" y="2685240"/>
            <a:ext cx="2160" cy="1080"/>
          </a:xfrm>
          <a:custGeom>
            <a:avLst/>
            <a:gdLst/>
            <a:ahLst/>
            <a:rect l="0" t="0" r="r" b="b"/>
            <a:pathLst>
              <a:path fill="none" w="6" h="3">
                <a:moveTo>
                  <a:pt x="0" y="3"/>
                </a:moveTo>
                <a:lnTo>
                  <a:pt x="0" y="1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1" name=""/>
          <p:cNvSpPr/>
          <p:nvPr/>
        </p:nvSpPr>
        <p:spPr>
          <a:xfrm>
            <a:off x="4407480" y="2686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2" name=""/>
          <p:cNvSpPr/>
          <p:nvPr/>
        </p:nvSpPr>
        <p:spPr>
          <a:xfrm>
            <a:off x="4407840" y="2686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3" name=""/>
          <p:cNvSpPr/>
          <p:nvPr/>
        </p:nvSpPr>
        <p:spPr>
          <a:xfrm>
            <a:off x="4302720" y="268596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8" y="0"/>
                </a:moveTo>
                <a:lnTo>
                  <a:pt x="8" y="1"/>
                </a:lnTo>
                <a:lnTo>
                  <a:pt x="8" y="3"/>
                </a:lnTo>
                <a:lnTo>
                  <a:pt x="7" y="4"/>
                </a:lnTo>
                <a:lnTo>
                  <a:pt x="5" y="4"/>
                </a:lnTo>
                <a:lnTo>
                  <a:pt x="4" y="5"/>
                </a:lnTo>
                <a:lnTo>
                  <a:pt x="1" y="4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4" name=""/>
          <p:cNvSpPr/>
          <p:nvPr/>
        </p:nvSpPr>
        <p:spPr>
          <a:xfrm>
            <a:off x="4407480" y="2688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5" name=""/>
          <p:cNvSpPr/>
          <p:nvPr/>
        </p:nvSpPr>
        <p:spPr>
          <a:xfrm>
            <a:off x="4451040" y="26895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0"/>
                </a:moveTo>
                <a:lnTo>
                  <a:pt x="2" y="0"/>
                </a:lnTo>
                <a:lnTo>
                  <a:pt x="3" y="2"/>
                </a:lnTo>
                <a:lnTo>
                  <a:pt x="3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6" name=""/>
          <p:cNvSpPr/>
          <p:nvPr/>
        </p:nvSpPr>
        <p:spPr>
          <a:xfrm>
            <a:off x="4450680" y="26899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0"/>
                </a:moveTo>
                <a:lnTo>
                  <a:pt x="0" y="2"/>
                </a:lnTo>
                <a:lnTo>
                  <a:pt x="1" y="2"/>
                </a:lnTo>
                <a:lnTo>
                  <a:pt x="1" y="4"/>
                </a:lnTo>
                <a:lnTo>
                  <a:pt x="3" y="4"/>
                </a:lnTo>
                <a:lnTo>
                  <a:pt x="4" y="2"/>
                </a:lnTo>
                <a:lnTo>
                  <a:pt x="5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7" name=""/>
          <p:cNvSpPr/>
          <p:nvPr/>
        </p:nvSpPr>
        <p:spPr>
          <a:xfrm>
            <a:off x="4406760" y="26910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8" name=""/>
          <p:cNvSpPr/>
          <p:nvPr/>
        </p:nvSpPr>
        <p:spPr>
          <a:xfrm>
            <a:off x="4406760" y="26913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9" name=""/>
          <p:cNvSpPr/>
          <p:nvPr/>
        </p:nvSpPr>
        <p:spPr>
          <a:xfrm>
            <a:off x="4313520" y="2690640"/>
            <a:ext cx="5040" cy="2160"/>
          </a:xfrm>
          <a:custGeom>
            <a:avLst/>
            <a:gdLst/>
            <a:ahLst/>
            <a:rect l="0" t="0" r="r" b="b"/>
            <a:pathLst>
              <a:path fill="none" w="14" h="6">
                <a:moveTo>
                  <a:pt x="0" y="6"/>
                </a:moveTo>
                <a:lnTo>
                  <a:pt x="0" y="4"/>
                </a:lnTo>
                <a:lnTo>
                  <a:pt x="1" y="3"/>
                </a:lnTo>
                <a:lnTo>
                  <a:pt x="4" y="2"/>
                </a:lnTo>
                <a:lnTo>
                  <a:pt x="7" y="0"/>
                </a:lnTo>
                <a:lnTo>
                  <a:pt x="10" y="2"/>
                </a:lnTo>
                <a:lnTo>
                  <a:pt x="13" y="2"/>
                </a:lnTo>
                <a:lnTo>
                  <a:pt x="14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30" name=""/>
          <p:cNvSpPr/>
          <p:nvPr/>
        </p:nvSpPr>
        <p:spPr>
          <a:xfrm>
            <a:off x="4447080" y="269208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31" name=""/>
          <p:cNvSpPr/>
          <p:nvPr/>
        </p:nvSpPr>
        <p:spPr>
          <a:xfrm>
            <a:off x="4445640" y="269244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32" name=""/>
          <p:cNvSpPr/>
          <p:nvPr/>
        </p:nvSpPr>
        <p:spPr>
          <a:xfrm>
            <a:off x="4447440" y="269208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3" y="0"/>
                </a:moveTo>
                <a:lnTo>
                  <a:pt x="5" y="0"/>
                </a:lnTo>
                <a:lnTo>
                  <a:pt x="3" y="2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33" name=""/>
          <p:cNvSpPr/>
          <p:nvPr/>
        </p:nvSpPr>
        <p:spPr>
          <a:xfrm>
            <a:off x="4405680" y="26928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34" name=""/>
          <p:cNvSpPr/>
          <p:nvPr/>
        </p:nvSpPr>
        <p:spPr>
          <a:xfrm>
            <a:off x="4405320" y="26931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noFill/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35" name=""/>
          <p:cNvSpPr/>
          <p:nvPr/>
        </p:nvSpPr>
        <p:spPr>
          <a:xfrm>
            <a:off x="4444560" y="2692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36" name=""/>
          <p:cNvSpPr/>
          <p:nvPr/>
        </p:nvSpPr>
        <p:spPr>
          <a:xfrm>
            <a:off x="4445640" y="269280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5" y="0"/>
                </a:moveTo>
                <a:lnTo>
                  <a:pt x="4" y="0"/>
                </a:ln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37" name=""/>
          <p:cNvSpPr/>
          <p:nvPr/>
        </p:nvSpPr>
        <p:spPr>
          <a:xfrm>
            <a:off x="4404600" y="2686320"/>
            <a:ext cx="3960" cy="7560"/>
          </a:xfrm>
          <a:custGeom>
            <a:avLst/>
            <a:gdLst/>
            <a:ahLst/>
            <a:rect l="0" t="0" r="r" b="b"/>
            <a:pathLst>
              <a:path fill="none" w="11" h="21">
                <a:moveTo>
                  <a:pt x="1" y="18"/>
                </a:moveTo>
                <a:lnTo>
                  <a:pt x="2" y="18"/>
                </a:lnTo>
                <a:lnTo>
                  <a:pt x="2" y="17"/>
                </a:lnTo>
                <a:lnTo>
                  <a:pt x="3" y="15"/>
                </a:lnTo>
                <a:lnTo>
                  <a:pt x="4" y="14"/>
                </a:lnTo>
                <a:lnTo>
                  <a:pt x="5" y="13"/>
                </a:lnTo>
                <a:lnTo>
                  <a:pt x="5" y="12"/>
                </a:lnTo>
                <a:lnTo>
                  <a:pt x="6" y="12"/>
                </a:lnTo>
                <a:lnTo>
                  <a:pt x="6" y="13"/>
                </a:lnTo>
                <a:lnTo>
                  <a:pt x="5" y="14"/>
                </a:lnTo>
                <a:lnTo>
                  <a:pt x="5" y="15"/>
                </a:lnTo>
                <a:lnTo>
                  <a:pt x="4" y="16"/>
                </a:lnTo>
                <a:lnTo>
                  <a:pt x="4" y="17"/>
                </a:lnTo>
                <a:lnTo>
                  <a:pt x="3" y="18"/>
                </a:lnTo>
                <a:lnTo>
                  <a:pt x="3" y="19"/>
                </a:lnTo>
                <a:lnTo>
                  <a:pt x="2" y="19"/>
                </a:lnTo>
                <a:lnTo>
                  <a:pt x="2" y="20"/>
                </a:lnTo>
                <a:lnTo>
                  <a:pt x="2" y="21"/>
                </a:lnTo>
                <a:lnTo>
                  <a:pt x="3" y="21"/>
                </a:lnTo>
                <a:lnTo>
                  <a:pt x="4" y="19"/>
                </a:lnTo>
                <a:lnTo>
                  <a:pt x="5" y="18"/>
                </a:lnTo>
                <a:lnTo>
                  <a:pt x="5" y="17"/>
                </a:lnTo>
                <a:lnTo>
                  <a:pt x="6" y="16"/>
                </a:lnTo>
                <a:lnTo>
                  <a:pt x="7" y="15"/>
                </a:lnTo>
                <a:lnTo>
                  <a:pt x="8" y="14"/>
                </a:lnTo>
                <a:lnTo>
                  <a:pt x="8" y="13"/>
                </a:lnTo>
                <a:lnTo>
                  <a:pt x="9" y="11"/>
                </a:lnTo>
                <a:lnTo>
                  <a:pt x="11" y="9"/>
                </a:lnTo>
                <a:lnTo>
                  <a:pt x="11" y="7"/>
                </a:lnTo>
                <a:lnTo>
                  <a:pt x="11" y="4"/>
                </a:lnTo>
                <a:lnTo>
                  <a:pt x="11" y="3"/>
                </a:lnTo>
                <a:lnTo>
                  <a:pt x="11" y="2"/>
                </a:lnTo>
                <a:lnTo>
                  <a:pt x="11" y="1"/>
                </a:lnTo>
                <a:lnTo>
                  <a:pt x="9" y="0"/>
                </a:lnTo>
                <a:lnTo>
                  <a:pt x="8" y="0"/>
                </a:lnTo>
                <a:lnTo>
                  <a:pt x="8" y="1"/>
                </a:lnTo>
                <a:lnTo>
                  <a:pt x="7" y="1"/>
                </a:lnTo>
                <a:lnTo>
                  <a:pt x="7" y="2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8" y="5"/>
                </a:lnTo>
                <a:lnTo>
                  <a:pt x="7" y="7"/>
                </a:lnTo>
                <a:lnTo>
                  <a:pt x="7" y="9"/>
                </a:lnTo>
                <a:lnTo>
                  <a:pt x="6" y="11"/>
                </a:lnTo>
                <a:lnTo>
                  <a:pt x="5" y="11"/>
                </a:lnTo>
                <a:lnTo>
                  <a:pt x="4" y="12"/>
                </a:lnTo>
                <a:lnTo>
                  <a:pt x="3" y="13"/>
                </a:lnTo>
                <a:lnTo>
                  <a:pt x="3" y="14"/>
                </a:lnTo>
                <a:lnTo>
                  <a:pt x="1" y="16"/>
                </a:lnTo>
                <a:lnTo>
                  <a:pt x="1" y="18"/>
                </a:lnTo>
                <a:lnTo>
                  <a:pt x="0" y="19"/>
                </a:lnTo>
                <a:lnTo>
                  <a:pt x="0" y="20"/>
                </a:lnTo>
                <a:lnTo>
                  <a:pt x="1" y="1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2520" rIns="504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38" name=""/>
          <p:cNvSpPr/>
          <p:nvPr/>
        </p:nvSpPr>
        <p:spPr>
          <a:xfrm>
            <a:off x="4444560" y="269352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39" name=""/>
          <p:cNvSpPr/>
          <p:nvPr/>
        </p:nvSpPr>
        <p:spPr>
          <a:xfrm>
            <a:off x="4404240" y="26931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0" name=""/>
          <p:cNvSpPr/>
          <p:nvPr/>
        </p:nvSpPr>
        <p:spPr>
          <a:xfrm>
            <a:off x="4453560" y="269172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1" y="0"/>
                </a:moveTo>
                <a:lnTo>
                  <a:pt x="2" y="0"/>
                </a:lnTo>
                <a:lnTo>
                  <a:pt x="2" y="2"/>
                </a:lnTo>
                <a:lnTo>
                  <a:pt x="4" y="3"/>
                </a:lnTo>
                <a:lnTo>
                  <a:pt x="4" y="5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1" name=""/>
          <p:cNvSpPr/>
          <p:nvPr/>
        </p:nvSpPr>
        <p:spPr>
          <a:xfrm>
            <a:off x="4404600" y="2693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2" name=""/>
          <p:cNvSpPr/>
          <p:nvPr/>
        </p:nvSpPr>
        <p:spPr>
          <a:xfrm>
            <a:off x="4431960" y="26931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0"/>
                </a:moveTo>
                <a:lnTo>
                  <a:pt x="0" y="1"/>
                </a:lnTo>
                <a:lnTo>
                  <a:pt x="0" y="3"/>
                </a:lnTo>
                <a:lnTo>
                  <a:pt x="1" y="4"/>
                </a:lnTo>
                <a:lnTo>
                  <a:pt x="1" y="3"/>
                </a:lnTo>
                <a:lnTo>
                  <a:pt x="3" y="1"/>
                </a:lnTo>
                <a:lnTo>
                  <a:pt x="3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3" name=""/>
          <p:cNvSpPr/>
          <p:nvPr/>
        </p:nvSpPr>
        <p:spPr>
          <a:xfrm>
            <a:off x="4312800" y="2692080"/>
            <a:ext cx="5760" cy="3240"/>
          </a:xfrm>
          <a:custGeom>
            <a:avLst/>
            <a:gdLst/>
            <a:ahLst/>
            <a:rect l="0" t="0" r="r" b="b"/>
            <a:pathLst>
              <a:path fill="none" w="16" h="9">
                <a:moveTo>
                  <a:pt x="16" y="0"/>
                </a:moveTo>
                <a:lnTo>
                  <a:pt x="16" y="1"/>
                </a:lnTo>
                <a:lnTo>
                  <a:pt x="16" y="3"/>
                </a:lnTo>
                <a:lnTo>
                  <a:pt x="15" y="4"/>
                </a:lnTo>
                <a:lnTo>
                  <a:pt x="14" y="6"/>
                </a:lnTo>
                <a:lnTo>
                  <a:pt x="11" y="7"/>
                </a:lnTo>
                <a:lnTo>
                  <a:pt x="9" y="8"/>
                </a:lnTo>
                <a:lnTo>
                  <a:pt x="7" y="8"/>
                </a:lnTo>
                <a:lnTo>
                  <a:pt x="3" y="9"/>
                </a:lnTo>
                <a:lnTo>
                  <a:pt x="1" y="8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4" name=""/>
          <p:cNvSpPr/>
          <p:nvPr/>
        </p:nvSpPr>
        <p:spPr>
          <a:xfrm>
            <a:off x="4403160" y="2694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5" name=""/>
          <p:cNvSpPr/>
          <p:nvPr/>
        </p:nvSpPr>
        <p:spPr>
          <a:xfrm>
            <a:off x="4403160" y="269316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3" y="1"/>
                </a:move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7"/>
                </a:lnTo>
                <a:lnTo>
                  <a:pt x="3" y="6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6" y="3"/>
                </a:lnTo>
                <a:lnTo>
                  <a:pt x="6" y="1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6" name=""/>
          <p:cNvSpPr/>
          <p:nvPr/>
        </p:nvSpPr>
        <p:spPr>
          <a:xfrm>
            <a:off x="4424760" y="26967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1" y="4"/>
                </a:move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6" y="3"/>
                </a:lnTo>
                <a:lnTo>
                  <a:pt x="6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7" name=""/>
          <p:cNvSpPr/>
          <p:nvPr/>
        </p:nvSpPr>
        <p:spPr>
          <a:xfrm>
            <a:off x="4425840" y="2698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8" name=""/>
          <p:cNvSpPr/>
          <p:nvPr/>
        </p:nvSpPr>
        <p:spPr>
          <a:xfrm>
            <a:off x="4317840" y="2695680"/>
            <a:ext cx="720" cy="3600"/>
          </a:xfrm>
          <a:custGeom>
            <a:avLst/>
            <a:gdLst/>
            <a:ahLst/>
            <a:rect l="0" t="0" r="r" b="b"/>
            <a:pathLst>
              <a:path fill="none" w="2" h="10">
                <a:moveTo>
                  <a:pt x="2" y="10"/>
                </a:moveTo>
                <a:lnTo>
                  <a:pt x="0" y="9"/>
                </a:lnTo>
                <a:lnTo>
                  <a:pt x="0" y="6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9" name=""/>
          <p:cNvSpPr/>
          <p:nvPr/>
        </p:nvSpPr>
        <p:spPr>
          <a:xfrm>
            <a:off x="4318560" y="2694960"/>
            <a:ext cx="1080" cy="4320"/>
          </a:xfrm>
          <a:custGeom>
            <a:avLst/>
            <a:gdLst/>
            <a:ahLst/>
            <a:rect l="0" t="0" r="r" b="b"/>
            <a:pathLst>
              <a:path fill="none" w="3" h="12">
                <a:moveTo>
                  <a:pt x="0" y="0"/>
                </a:moveTo>
                <a:lnTo>
                  <a:pt x="2" y="1"/>
                </a:lnTo>
                <a:lnTo>
                  <a:pt x="3" y="2"/>
                </a:lnTo>
                <a:lnTo>
                  <a:pt x="3" y="4"/>
                </a:lnTo>
                <a:lnTo>
                  <a:pt x="3" y="10"/>
                </a:lnTo>
                <a:lnTo>
                  <a:pt x="2" y="11"/>
                </a:lnTo>
                <a:lnTo>
                  <a:pt x="2" y="1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720" rIns="504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50" name=""/>
          <p:cNvSpPr/>
          <p:nvPr/>
        </p:nvSpPr>
        <p:spPr>
          <a:xfrm>
            <a:off x="4425120" y="2697840"/>
            <a:ext cx="2880" cy="2160"/>
          </a:xfrm>
          <a:custGeom>
            <a:avLst/>
            <a:gdLst/>
            <a:ahLst/>
            <a:rect l="0" t="0" r="r" b="b"/>
            <a:pathLst>
              <a:path fill="none" w="8" h="6">
                <a:moveTo>
                  <a:pt x="5" y="0"/>
                </a:moveTo>
                <a:lnTo>
                  <a:pt x="5" y="1"/>
                </a:lnTo>
                <a:lnTo>
                  <a:pt x="6" y="2"/>
                </a:lnTo>
                <a:lnTo>
                  <a:pt x="6" y="3"/>
                </a:lnTo>
                <a:lnTo>
                  <a:pt x="8" y="5"/>
                </a:lnTo>
                <a:lnTo>
                  <a:pt x="8" y="6"/>
                </a:lnTo>
                <a:lnTo>
                  <a:pt x="6" y="6"/>
                </a:lnTo>
                <a:lnTo>
                  <a:pt x="5" y="6"/>
                </a:lnTo>
                <a:lnTo>
                  <a:pt x="4" y="5"/>
                </a:lnTo>
                <a:lnTo>
                  <a:pt x="3" y="3"/>
                </a:lnTo>
                <a:lnTo>
                  <a:pt x="3" y="2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51" name=""/>
          <p:cNvSpPr/>
          <p:nvPr/>
        </p:nvSpPr>
        <p:spPr>
          <a:xfrm>
            <a:off x="4295880" y="2698920"/>
            <a:ext cx="3240" cy="2520"/>
          </a:xfrm>
          <a:custGeom>
            <a:avLst/>
            <a:gdLst/>
            <a:ahLst/>
            <a:rect l="0" t="0" r="r" b="b"/>
            <a:pathLst>
              <a:path fill="none" w="9" h="7">
                <a:moveTo>
                  <a:pt x="0" y="7"/>
                </a:moveTo>
                <a:lnTo>
                  <a:pt x="2" y="4"/>
                </a:lnTo>
                <a:lnTo>
                  <a:pt x="2" y="2"/>
                </a:lnTo>
                <a:lnTo>
                  <a:pt x="4" y="1"/>
                </a:lnTo>
                <a:lnTo>
                  <a:pt x="8" y="0"/>
                </a:lnTo>
                <a:lnTo>
                  <a:pt x="9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52" name=""/>
          <p:cNvSpPr/>
          <p:nvPr/>
        </p:nvSpPr>
        <p:spPr>
          <a:xfrm>
            <a:off x="4352040" y="269964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0" y="1"/>
                </a:moveTo>
                <a:lnTo>
                  <a:pt x="1" y="0"/>
                </a:lnTo>
                <a:lnTo>
                  <a:pt x="2" y="0"/>
                </a:lnTo>
                <a:lnTo>
                  <a:pt x="5" y="0"/>
                </a:lnTo>
                <a:lnTo>
                  <a:pt x="6" y="0"/>
                </a:lnTo>
                <a:lnTo>
                  <a:pt x="7" y="1"/>
                </a:lnTo>
                <a:lnTo>
                  <a:pt x="8" y="2"/>
                </a:lnTo>
                <a:lnTo>
                  <a:pt x="8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53" name=""/>
          <p:cNvSpPr/>
          <p:nvPr/>
        </p:nvSpPr>
        <p:spPr>
          <a:xfrm>
            <a:off x="4352040" y="2701080"/>
            <a:ext cx="2880" cy="1080"/>
          </a:xfrm>
          <a:custGeom>
            <a:avLst/>
            <a:gdLst/>
            <a:ahLst/>
            <a:rect l="0" t="0" r="r" b="b"/>
            <a:pathLst>
              <a:path fill="none" w="8" h="3">
                <a:moveTo>
                  <a:pt x="8" y="3"/>
                </a:moveTo>
                <a:lnTo>
                  <a:pt x="7" y="3"/>
                </a:lnTo>
                <a:lnTo>
                  <a:pt x="6" y="1"/>
                </a:lnTo>
                <a:lnTo>
                  <a:pt x="5" y="0"/>
                </a:ln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54" name=""/>
          <p:cNvSpPr/>
          <p:nvPr/>
        </p:nvSpPr>
        <p:spPr>
          <a:xfrm>
            <a:off x="4296600" y="2699280"/>
            <a:ext cx="3240" cy="3600"/>
          </a:xfrm>
          <a:custGeom>
            <a:avLst/>
            <a:gdLst/>
            <a:ahLst/>
            <a:rect l="0" t="0" r="r" b="b"/>
            <a:pathLst>
              <a:path fill="none" w="9" h="10">
                <a:moveTo>
                  <a:pt x="9" y="0"/>
                </a:moveTo>
                <a:lnTo>
                  <a:pt x="9" y="4"/>
                </a:lnTo>
                <a:lnTo>
                  <a:pt x="9" y="6"/>
                </a:lnTo>
                <a:lnTo>
                  <a:pt x="7" y="8"/>
                </a:lnTo>
                <a:lnTo>
                  <a:pt x="4" y="9"/>
                </a:lnTo>
                <a:lnTo>
                  <a:pt x="3" y="9"/>
                </a:lnTo>
                <a:lnTo>
                  <a:pt x="0" y="1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55" name=""/>
          <p:cNvSpPr/>
          <p:nvPr/>
        </p:nvSpPr>
        <p:spPr>
          <a:xfrm>
            <a:off x="4392720" y="27028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56" name=""/>
          <p:cNvSpPr/>
          <p:nvPr/>
        </p:nvSpPr>
        <p:spPr>
          <a:xfrm>
            <a:off x="4392360" y="27025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57" name=""/>
          <p:cNvSpPr/>
          <p:nvPr/>
        </p:nvSpPr>
        <p:spPr>
          <a:xfrm>
            <a:off x="4312800" y="2703960"/>
            <a:ext cx="3240" cy="2160"/>
          </a:xfrm>
          <a:custGeom>
            <a:avLst/>
            <a:gdLst/>
            <a:ahLst/>
            <a:rect l="0" t="0" r="r" b="b"/>
            <a:pathLst>
              <a:path fill="none" w="9" h="6">
                <a:moveTo>
                  <a:pt x="0" y="6"/>
                </a:moveTo>
                <a:lnTo>
                  <a:pt x="0" y="5"/>
                </a:lnTo>
                <a:lnTo>
                  <a:pt x="2" y="2"/>
                </a:lnTo>
                <a:lnTo>
                  <a:pt x="3" y="1"/>
                </a:lnTo>
                <a:lnTo>
                  <a:pt x="5" y="0"/>
                </a:lnTo>
                <a:lnTo>
                  <a:pt x="7" y="1"/>
                </a:lnTo>
                <a:lnTo>
                  <a:pt x="9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58" name=""/>
          <p:cNvSpPr/>
          <p:nvPr/>
        </p:nvSpPr>
        <p:spPr>
          <a:xfrm>
            <a:off x="4312800" y="2705040"/>
            <a:ext cx="3240" cy="2520"/>
          </a:xfrm>
          <a:custGeom>
            <a:avLst/>
            <a:gdLst/>
            <a:ahLst/>
            <a:rect l="0" t="0" r="r" b="b"/>
            <a:pathLst>
              <a:path fill="none" w="9" h="7">
                <a:moveTo>
                  <a:pt x="9" y="0"/>
                </a:moveTo>
                <a:lnTo>
                  <a:pt x="9" y="2"/>
                </a:lnTo>
                <a:lnTo>
                  <a:pt x="7" y="3"/>
                </a:lnTo>
                <a:lnTo>
                  <a:pt x="6" y="6"/>
                </a:lnTo>
                <a:lnTo>
                  <a:pt x="4" y="6"/>
                </a:lnTo>
                <a:lnTo>
                  <a:pt x="2" y="7"/>
                </a:lnTo>
                <a:lnTo>
                  <a:pt x="0" y="7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59" name=""/>
          <p:cNvSpPr/>
          <p:nvPr/>
        </p:nvSpPr>
        <p:spPr>
          <a:xfrm>
            <a:off x="4353120" y="2707560"/>
            <a:ext cx="2880" cy="2880"/>
          </a:xfrm>
          <a:custGeom>
            <a:avLst/>
            <a:gdLst/>
            <a:ahLst/>
            <a:rect l="0" t="0" r="r" b="b"/>
            <a:pathLst>
              <a:path fill="none" w="8" h="8">
                <a:moveTo>
                  <a:pt x="0" y="8"/>
                </a:moveTo>
                <a:lnTo>
                  <a:pt x="0" y="7"/>
                </a:lnTo>
                <a:lnTo>
                  <a:pt x="0" y="6"/>
                </a:lnTo>
                <a:lnTo>
                  <a:pt x="2" y="5"/>
                </a:lnTo>
                <a:lnTo>
                  <a:pt x="2" y="4"/>
                </a:lnTo>
                <a:lnTo>
                  <a:pt x="4" y="2"/>
                </a:lnTo>
                <a:lnTo>
                  <a:pt x="5" y="0"/>
                </a:lnTo>
                <a:lnTo>
                  <a:pt x="8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0" name=""/>
          <p:cNvSpPr/>
          <p:nvPr/>
        </p:nvSpPr>
        <p:spPr>
          <a:xfrm>
            <a:off x="4353480" y="2708280"/>
            <a:ext cx="2520" cy="2880"/>
          </a:xfrm>
          <a:custGeom>
            <a:avLst/>
            <a:gdLst/>
            <a:ahLst/>
            <a:rect l="0" t="0" r="r" b="b"/>
            <a:pathLst>
              <a:path fill="none" w="7" h="8">
                <a:moveTo>
                  <a:pt x="7" y="0"/>
                </a:moveTo>
                <a:lnTo>
                  <a:pt x="7" y="1"/>
                </a:lnTo>
                <a:lnTo>
                  <a:pt x="7" y="2"/>
                </a:lnTo>
                <a:lnTo>
                  <a:pt x="4" y="4"/>
                </a:lnTo>
                <a:lnTo>
                  <a:pt x="3" y="5"/>
                </a:lnTo>
                <a:lnTo>
                  <a:pt x="2" y="7"/>
                </a:lnTo>
                <a:lnTo>
                  <a:pt x="1" y="8"/>
                </a:lnTo>
                <a:lnTo>
                  <a:pt x="0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1" name=""/>
          <p:cNvSpPr/>
          <p:nvPr/>
        </p:nvSpPr>
        <p:spPr>
          <a:xfrm>
            <a:off x="4420440" y="27108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2" name=""/>
          <p:cNvSpPr/>
          <p:nvPr/>
        </p:nvSpPr>
        <p:spPr>
          <a:xfrm>
            <a:off x="4420800" y="271080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0" y="2"/>
                </a:moveTo>
                <a:lnTo>
                  <a:pt x="1" y="2"/>
                </a:lnTo>
                <a:lnTo>
                  <a:pt x="2" y="2"/>
                </a:lnTo>
                <a:lnTo>
                  <a:pt x="3" y="2"/>
                </a:lnTo>
                <a:lnTo>
                  <a:pt x="4" y="0"/>
                </a:lnTo>
                <a:lnTo>
                  <a:pt x="6" y="0"/>
                </a:lnTo>
                <a:lnTo>
                  <a:pt x="4" y="2"/>
                </a:lnTo>
                <a:lnTo>
                  <a:pt x="6" y="4"/>
                </a:lnTo>
                <a:lnTo>
                  <a:pt x="7" y="2"/>
                </a:lnTo>
                <a:lnTo>
                  <a:pt x="7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3" name=""/>
          <p:cNvSpPr/>
          <p:nvPr/>
        </p:nvSpPr>
        <p:spPr>
          <a:xfrm>
            <a:off x="4420440" y="2711160"/>
            <a:ext cx="1440" cy="360"/>
          </a:xfrm>
          <a:custGeom>
            <a:avLst/>
            <a:gdLst/>
            <a:ahLst/>
            <a:rect l="0" t="0" r="r" b="b"/>
            <a:pathLst>
              <a:path fill="none" w="4" h="1">
                <a:moveTo>
                  <a:pt x="4" y="0"/>
                </a:moveTo>
                <a:lnTo>
                  <a:pt x="3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4" name=""/>
          <p:cNvSpPr/>
          <p:nvPr/>
        </p:nvSpPr>
        <p:spPr>
          <a:xfrm>
            <a:off x="4420440" y="2711520"/>
            <a:ext cx="1800" cy="360"/>
          </a:xfrm>
          <a:custGeom>
            <a:avLst/>
            <a:gdLst/>
            <a:ahLst/>
            <a:rect l="0" t="0" r="r" b="b"/>
            <a:pathLst>
              <a:path fill="none" w="5" h="1">
                <a:moveTo>
                  <a:pt x="5" y="0"/>
                </a:move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5" name=""/>
          <p:cNvSpPr/>
          <p:nvPr/>
        </p:nvSpPr>
        <p:spPr>
          <a:xfrm>
            <a:off x="4425480" y="27108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1" y="3"/>
                </a:moveTo>
                <a:lnTo>
                  <a:pt x="1" y="5"/>
                </a:lnTo>
                <a:lnTo>
                  <a:pt x="4" y="5"/>
                </a:lnTo>
                <a:lnTo>
                  <a:pt x="5" y="3"/>
                </a:lnTo>
                <a:lnTo>
                  <a:pt x="5" y="2"/>
                </a:lnTo>
                <a:lnTo>
                  <a:pt x="4" y="0"/>
                </a:lnTo>
                <a:lnTo>
                  <a:pt x="2" y="0"/>
                </a:ln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6" name=""/>
          <p:cNvSpPr/>
          <p:nvPr/>
        </p:nvSpPr>
        <p:spPr>
          <a:xfrm>
            <a:off x="4287600" y="2713680"/>
            <a:ext cx="2520" cy="1080"/>
          </a:xfrm>
          <a:custGeom>
            <a:avLst/>
            <a:gdLst/>
            <a:ahLst/>
            <a:rect l="0" t="0" r="r" b="b"/>
            <a:pathLst>
              <a:path fill="none" w="7" h="3">
                <a:moveTo>
                  <a:pt x="0" y="3"/>
                </a:moveTo>
                <a:lnTo>
                  <a:pt x="2" y="2"/>
                </a:lnTo>
                <a:lnTo>
                  <a:pt x="4" y="0"/>
                </a:lnTo>
                <a:lnTo>
                  <a:pt x="7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7" name=""/>
          <p:cNvSpPr/>
          <p:nvPr/>
        </p:nvSpPr>
        <p:spPr>
          <a:xfrm>
            <a:off x="4292640" y="2713680"/>
            <a:ext cx="4320" cy="2160"/>
          </a:xfrm>
          <a:custGeom>
            <a:avLst/>
            <a:gdLst/>
            <a:ahLst/>
            <a:rect l="0" t="0" r="r" b="b"/>
            <a:pathLst>
              <a:path fill="none" w="12" h="6">
                <a:moveTo>
                  <a:pt x="0" y="0"/>
                </a:moveTo>
                <a:lnTo>
                  <a:pt x="2" y="0"/>
                </a:lnTo>
                <a:lnTo>
                  <a:pt x="3" y="1"/>
                </a:lnTo>
                <a:lnTo>
                  <a:pt x="5" y="2"/>
                </a:lnTo>
                <a:lnTo>
                  <a:pt x="9" y="2"/>
                </a:lnTo>
                <a:lnTo>
                  <a:pt x="10" y="2"/>
                </a:lnTo>
                <a:lnTo>
                  <a:pt x="11" y="3"/>
                </a:lnTo>
                <a:lnTo>
                  <a:pt x="12" y="5"/>
                </a:lnTo>
                <a:lnTo>
                  <a:pt x="12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8" name=""/>
          <p:cNvSpPr/>
          <p:nvPr/>
        </p:nvSpPr>
        <p:spPr>
          <a:xfrm>
            <a:off x="4348080" y="2712240"/>
            <a:ext cx="1440" cy="3600"/>
          </a:xfrm>
          <a:custGeom>
            <a:avLst/>
            <a:gdLst/>
            <a:ahLst/>
            <a:rect l="0" t="0" r="r" b="b"/>
            <a:pathLst>
              <a:path fill="none" w="4" h="10">
                <a:moveTo>
                  <a:pt x="1" y="10"/>
                </a:moveTo>
                <a:lnTo>
                  <a:pt x="0" y="10"/>
                </a:lnTo>
                <a:lnTo>
                  <a:pt x="0" y="8"/>
                </a:lnTo>
                <a:lnTo>
                  <a:pt x="0" y="7"/>
                </a:lnTo>
                <a:lnTo>
                  <a:pt x="1" y="6"/>
                </a:lnTo>
                <a:lnTo>
                  <a:pt x="1" y="3"/>
                </a:lnTo>
                <a:lnTo>
                  <a:pt x="1" y="1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9" name=""/>
          <p:cNvSpPr/>
          <p:nvPr/>
        </p:nvSpPr>
        <p:spPr>
          <a:xfrm>
            <a:off x="4349160" y="2712240"/>
            <a:ext cx="1080" cy="3600"/>
          </a:xfrm>
          <a:custGeom>
            <a:avLst/>
            <a:gdLst/>
            <a:ahLst/>
            <a:rect l="0" t="0" r="r" b="b"/>
            <a:pathLst>
              <a:path fill="none" w="3" h="10">
                <a:moveTo>
                  <a:pt x="3" y="0"/>
                </a:moveTo>
                <a:lnTo>
                  <a:pt x="3" y="1"/>
                </a:lnTo>
                <a:lnTo>
                  <a:pt x="3" y="3"/>
                </a:lnTo>
                <a:lnTo>
                  <a:pt x="3" y="5"/>
                </a:lnTo>
                <a:lnTo>
                  <a:pt x="1" y="7"/>
                </a:lnTo>
                <a:lnTo>
                  <a:pt x="1" y="9"/>
                </a:lnTo>
                <a:lnTo>
                  <a:pt x="0" y="1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70" name=""/>
          <p:cNvSpPr/>
          <p:nvPr/>
        </p:nvSpPr>
        <p:spPr>
          <a:xfrm>
            <a:off x="4288320" y="2715840"/>
            <a:ext cx="2520" cy="720"/>
          </a:xfrm>
          <a:custGeom>
            <a:avLst/>
            <a:gdLst/>
            <a:ahLst/>
            <a:rect l="0" t="0" r="r" b="b"/>
            <a:pathLst>
              <a:path fill="none" w="7" h="2">
                <a:moveTo>
                  <a:pt x="7" y="0"/>
                </a:moveTo>
                <a:lnTo>
                  <a:pt x="6" y="2"/>
                </a:lnTo>
                <a:lnTo>
                  <a:pt x="5" y="2"/>
                </a:lnTo>
                <a:lnTo>
                  <a:pt x="4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71" name=""/>
          <p:cNvSpPr/>
          <p:nvPr/>
        </p:nvSpPr>
        <p:spPr>
          <a:xfrm>
            <a:off x="4292640" y="2715840"/>
            <a:ext cx="4320" cy="1080"/>
          </a:xfrm>
          <a:custGeom>
            <a:avLst/>
            <a:gdLst/>
            <a:ahLst/>
            <a:rect l="0" t="0" r="r" b="b"/>
            <a:pathLst>
              <a:path fill="none" w="12" h="3">
                <a:moveTo>
                  <a:pt x="12" y="2"/>
                </a:moveTo>
                <a:lnTo>
                  <a:pt x="12" y="3"/>
                </a:lnTo>
                <a:lnTo>
                  <a:pt x="11" y="3"/>
                </a:lnTo>
                <a:lnTo>
                  <a:pt x="10" y="3"/>
                </a:lnTo>
                <a:lnTo>
                  <a:pt x="9" y="3"/>
                </a:lnTo>
                <a:lnTo>
                  <a:pt x="7" y="2"/>
                </a:lnTo>
                <a:lnTo>
                  <a:pt x="4" y="2"/>
                </a:lnTo>
                <a:lnTo>
                  <a:pt x="3" y="2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72" name=""/>
          <p:cNvSpPr/>
          <p:nvPr/>
        </p:nvSpPr>
        <p:spPr>
          <a:xfrm>
            <a:off x="4284720" y="2715120"/>
            <a:ext cx="2160" cy="2880"/>
          </a:xfrm>
          <a:custGeom>
            <a:avLst/>
            <a:gdLst/>
            <a:ahLst/>
            <a:rect l="0" t="0" r="r" b="b"/>
            <a:pathLst>
              <a:path fill="none" w="6" h="8">
                <a:moveTo>
                  <a:pt x="0" y="8"/>
                </a:moveTo>
                <a:lnTo>
                  <a:pt x="1" y="4"/>
                </a:lnTo>
                <a:lnTo>
                  <a:pt x="2" y="3"/>
                </a:lnTo>
                <a:lnTo>
                  <a:pt x="5" y="0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73" name=""/>
          <p:cNvSpPr/>
          <p:nvPr/>
        </p:nvSpPr>
        <p:spPr>
          <a:xfrm>
            <a:off x="4285800" y="271656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6" y="0"/>
                </a:moveTo>
                <a:lnTo>
                  <a:pt x="6" y="2"/>
                </a:lnTo>
                <a:lnTo>
                  <a:pt x="5" y="2"/>
                </a:lnTo>
                <a:lnTo>
                  <a:pt x="4" y="3"/>
                </a:lnTo>
                <a:lnTo>
                  <a:pt x="2" y="5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74" name=""/>
          <p:cNvSpPr/>
          <p:nvPr/>
        </p:nvSpPr>
        <p:spPr>
          <a:xfrm>
            <a:off x="4423320" y="27198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75" name=""/>
          <p:cNvSpPr/>
          <p:nvPr/>
        </p:nvSpPr>
        <p:spPr>
          <a:xfrm>
            <a:off x="4422960" y="27198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76" name=""/>
          <p:cNvSpPr/>
          <p:nvPr/>
        </p:nvSpPr>
        <p:spPr>
          <a:xfrm>
            <a:off x="4421520" y="27194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3" y="0"/>
                </a:lnTo>
                <a:lnTo>
                  <a:pt x="2" y="2"/>
                </a:lnTo>
                <a:lnTo>
                  <a:pt x="1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77" name=""/>
          <p:cNvSpPr/>
          <p:nvPr/>
        </p:nvSpPr>
        <p:spPr>
          <a:xfrm>
            <a:off x="4421160" y="272016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7" y="0"/>
                </a:moveTo>
                <a:lnTo>
                  <a:pt x="5" y="0"/>
                </a:lnTo>
                <a:lnTo>
                  <a:pt x="5" y="2"/>
                </a:lnTo>
                <a:lnTo>
                  <a:pt x="4" y="2"/>
                </a:lnTo>
                <a:lnTo>
                  <a:pt x="3" y="4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78" name=""/>
          <p:cNvSpPr/>
          <p:nvPr/>
        </p:nvSpPr>
        <p:spPr>
          <a:xfrm>
            <a:off x="4478400" y="2698560"/>
            <a:ext cx="23040" cy="30600"/>
          </a:xfrm>
          <a:custGeom>
            <a:avLst/>
            <a:gdLst/>
            <a:ahLst/>
            <a:rect l="0" t="0" r="r" b="b"/>
            <a:pathLst>
              <a:path fill="none" w="64" h="85">
                <a:moveTo>
                  <a:pt x="0" y="85"/>
                </a:moveTo>
                <a:lnTo>
                  <a:pt x="1" y="83"/>
                </a:lnTo>
                <a:lnTo>
                  <a:pt x="3" y="81"/>
                </a:lnTo>
                <a:lnTo>
                  <a:pt x="5" y="78"/>
                </a:lnTo>
                <a:lnTo>
                  <a:pt x="8" y="74"/>
                </a:lnTo>
                <a:lnTo>
                  <a:pt x="11" y="70"/>
                </a:lnTo>
                <a:lnTo>
                  <a:pt x="13" y="67"/>
                </a:lnTo>
                <a:lnTo>
                  <a:pt x="16" y="63"/>
                </a:lnTo>
                <a:lnTo>
                  <a:pt x="19" y="59"/>
                </a:lnTo>
                <a:lnTo>
                  <a:pt x="21" y="56"/>
                </a:lnTo>
                <a:lnTo>
                  <a:pt x="25" y="51"/>
                </a:lnTo>
                <a:lnTo>
                  <a:pt x="28" y="47"/>
                </a:lnTo>
                <a:lnTo>
                  <a:pt x="31" y="43"/>
                </a:lnTo>
                <a:lnTo>
                  <a:pt x="34" y="39"/>
                </a:lnTo>
                <a:lnTo>
                  <a:pt x="37" y="35"/>
                </a:lnTo>
                <a:lnTo>
                  <a:pt x="39" y="32"/>
                </a:lnTo>
                <a:lnTo>
                  <a:pt x="42" y="28"/>
                </a:lnTo>
                <a:lnTo>
                  <a:pt x="46" y="23"/>
                </a:lnTo>
                <a:lnTo>
                  <a:pt x="50" y="17"/>
                </a:lnTo>
                <a:lnTo>
                  <a:pt x="52" y="14"/>
                </a:lnTo>
                <a:lnTo>
                  <a:pt x="55" y="10"/>
                </a:lnTo>
                <a:lnTo>
                  <a:pt x="58" y="7"/>
                </a:lnTo>
                <a:lnTo>
                  <a:pt x="60" y="5"/>
                </a:lnTo>
                <a:lnTo>
                  <a:pt x="63" y="2"/>
                </a:lnTo>
                <a:lnTo>
                  <a:pt x="6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79" name=""/>
          <p:cNvSpPr/>
          <p:nvPr/>
        </p:nvSpPr>
        <p:spPr>
          <a:xfrm>
            <a:off x="4415040" y="27367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0" name=""/>
          <p:cNvSpPr/>
          <p:nvPr/>
        </p:nvSpPr>
        <p:spPr>
          <a:xfrm>
            <a:off x="4414680" y="273600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2"/>
                </a:moveTo>
                <a:lnTo>
                  <a:pt x="3" y="0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1" y="5"/>
                </a:lnTo>
                <a:lnTo>
                  <a:pt x="3" y="5"/>
                </a:lnTo>
                <a:lnTo>
                  <a:pt x="3" y="3"/>
                </a:lnTo>
                <a:lnTo>
                  <a:pt x="3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1" name=""/>
          <p:cNvSpPr/>
          <p:nvPr/>
        </p:nvSpPr>
        <p:spPr>
          <a:xfrm>
            <a:off x="4403880" y="27590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2" name=""/>
          <p:cNvSpPr/>
          <p:nvPr/>
        </p:nvSpPr>
        <p:spPr>
          <a:xfrm>
            <a:off x="4403520" y="27594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3" name=""/>
          <p:cNvSpPr/>
          <p:nvPr/>
        </p:nvSpPr>
        <p:spPr>
          <a:xfrm>
            <a:off x="4240440" y="2731680"/>
            <a:ext cx="3600" cy="39600"/>
          </a:xfrm>
          <a:custGeom>
            <a:avLst/>
            <a:gdLst/>
            <a:ahLst/>
            <a:rect l="0" t="0" r="r" b="b"/>
            <a:pathLst>
              <a:path fill="none" w="10" h="110">
                <a:moveTo>
                  <a:pt x="3" y="0"/>
                </a:moveTo>
                <a:lnTo>
                  <a:pt x="2" y="4"/>
                </a:lnTo>
                <a:lnTo>
                  <a:pt x="2" y="8"/>
                </a:lnTo>
                <a:lnTo>
                  <a:pt x="1" y="13"/>
                </a:lnTo>
                <a:lnTo>
                  <a:pt x="0" y="19"/>
                </a:lnTo>
                <a:lnTo>
                  <a:pt x="0" y="23"/>
                </a:lnTo>
                <a:lnTo>
                  <a:pt x="0" y="29"/>
                </a:lnTo>
                <a:lnTo>
                  <a:pt x="0" y="36"/>
                </a:lnTo>
                <a:lnTo>
                  <a:pt x="0" y="40"/>
                </a:lnTo>
                <a:lnTo>
                  <a:pt x="0" y="44"/>
                </a:lnTo>
                <a:lnTo>
                  <a:pt x="0" y="50"/>
                </a:lnTo>
                <a:lnTo>
                  <a:pt x="0" y="56"/>
                </a:lnTo>
                <a:lnTo>
                  <a:pt x="1" y="62"/>
                </a:lnTo>
                <a:lnTo>
                  <a:pt x="1" y="70"/>
                </a:lnTo>
                <a:lnTo>
                  <a:pt x="2" y="72"/>
                </a:lnTo>
                <a:lnTo>
                  <a:pt x="2" y="77"/>
                </a:lnTo>
                <a:lnTo>
                  <a:pt x="3" y="82"/>
                </a:lnTo>
                <a:lnTo>
                  <a:pt x="4" y="91"/>
                </a:lnTo>
                <a:lnTo>
                  <a:pt x="5" y="97"/>
                </a:lnTo>
                <a:lnTo>
                  <a:pt x="6" y="100"/>
                </a:lnTo>
                <a:lnTo>
                  <a:pt x="6" y="104"/>
                </a:lnTo>
                <a:lnTo>
                  <a:pt x="8" y="106"/>
                </a:lnTo>
                <a:lnTo>
                  <a:pt x="10" y="11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4" name=""/>
          <p:cNvSpPr/>
          <p:nvPr/>
        </p:nvSpPr>
        <p:spPr>
          <a:xfrm>
            <a:off x="4379760" y="2772000"/>
            <a:ext cx="720" cy="3960"/>
          </a:xfrm>
          <a:custGeom>
            <a:avLst/>
            <a:gdLst/>
            <a:ahLst/>
            <a:rect l="0" t="0" r="r" b="b"/>
            <a:pathLst>
              <a:path fill="none" w="2" h="11">
                <a:moveTo>
                  <a:pt x="2" y="11"/>
                </a:moveTo>
                <a:lnTo>
                  <a:pt x="0" y="10"/>
                </a:lnTo>
                <a:lnTo>
                  <a:pt x="0" y="7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5" name=""/>
          <p:cNvSpPr/>
          <p:nvPr/>
        </p:nvSpPr>
        <p:spPr>
          <a:xfrm>
            <a:off x="4380840" y="2772360"/>
            <a:ext cx="720" cy="3600"/>
          </a:xfrm>
          <a:custGeom>
            <a:avLst/>
            <a:gdLst/>
            <a:ahLst/>
            <a:rect l="0" t="0" r="r" b="b"/>
            <a:pathLst>
              <a:path fill="none" w="2" h="10">
                <a:moveTo>
                  <a:pt x="0" y="0"/>
                </a:moveTo>
                <a:lnTo>
                  <a:pt x="2" y="1"/>
                </a:lnTo>
                <a:lnTo>
                  <a:pt x="2" y="3"/>
                </a:lnTo>
                <a:lnTo>
                  <a:pt x="2" y="4"/>
                </a:lnTo>
                <a:lnTo>
                  <a:pt x="2" y="6"/>
                </a:lnTo>
                <a:lnTo>
                  <a:pt x="2" y="9"/>
                </a:lnTo>
                <a:lnTo>
                  <a:pt x="0" y="1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6" name=""/>
          <p:cNvSpPr/>
          <p:nvPr/>
        </p:nvSpPr>
        <p:spPr>
          <a:xfrm>
            <a:off x="4379400" y="2777760"/>
            <a:ext cx="2880" cy="1440"/>
          </a:xfrm>
          <a:custGeom>
            <a:avLst/>
            <a:gdLst/>
            <a:ahLst/>
            <a:rect l="0" t="0" r="r" b="b"/>
            <a:pathLst>
              <a:path fill="none" w="8" h="4">
                <a:moveTo>
                  <a:pt x="0" y="4"/>
                </a:moveTo>
                <a:lnTo>
                  <a:pt x="1" y="4"/>
                </a:lnTo>
                <a:lnTo>
                  <a:pt x="1" y="3"/>
                </a:lnTo>
                <a:lnTo>
                  <a:pt x="2" y="1"/>
                </a:lnTo>
                <a:lnTo>
                  <a:pt x="4" y="0"/>
                </a:lnTo>
                <a:lnTo>
                  <a:pt x="5" y="0"/>
                </a:lnTo>
                <a:lnTo>
                  <a:pt x="7" y="0"/>
                </a:lnTo>
                <a:lnTo>
                  <a:pt x="7" y="3"/>
                </a:lnTo>
                <a:lnTo>
                  <a:pt x="8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7" name=""/>
          <p:cNvSpPr/>
          <p:nvPr/>
        </p:nvSpPr>
        <p:spPr>
          <a:xfrm>
            <a:off x="4379760" y="277956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7" y="0"/>
                </a:moveTo>
                <a:lnTo>
                  <a:pt x="7" y="4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3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8" name=""/>
          <p:cNvSpPr/>
          <p:nvPr/>
        </p:nvSpPr>
        <p:spPr>
          <a:xfrm>
            <a:off x="4378320" y="2779560"/>
            <a:ext cx="720" cy="2880"/>
          </a:xfrm>
          <a:custGeom>
            <a:avLst/>
            <a:gdLst/>
            <a:ahLst/>
            <a:rect l="0" t="0" r="r" b="b"/>
            <a:pathLst>
              <a:path fill="none" w="2" h="8">
                <a:moveTo>
                  <a:pt x="0" y="8"/>
                </a:moveTo>
                <a:lnTo>
                  <a:pt x="0" y="7"/>
                </a:lnTo>
                <a:lnTo>
                  <a:pt x="0" y="5"/>
                </a:lnTo>
                <a:lnTo>
                  <a:pt x="0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9" name=""/>
          <p:cNvSpPr/>
          <p:nvPr/>
        </p:nvSpPr>
        <p:spPr>
          <a:xfrm>
            <a:off x="4376520" y="2782080"/>
            <a:ext cx="2880" cy="2160"/>
          </a:xfrm>
          <a:custGeom>
            <a:avLst/>
            <a:gdLst/>
            <a:ahLst/>
            <a:rect l="0" t="0" r="r" b="b"/>
            <a:pathLst>
              <a:path fill="none" w="8" h="6">
                <a:moveTo>
                  <a:pt x="2" y="6"/>
                </a:moveTo>
                <a:lnTo>
                  <a:pt x="2" y="5"/>
                </a:lnTo>
                <a:lnTo>
                  <a:pt x="0" y="4"/>
                </a:lnTo>
                <a:lnTo>
                  <a:pt x="2" y="1"/>
                </a:lnTo>
                <a:lnTo>
                  <a:pt x="3" y="0"/>
                </a:lnTo>
                <a:lnTo>
                  <a:pt x="4" y="1"/>
                </a:lnTo>
                <a:lnTo>
                  <a:pt x="5" y="1"/>
                </a:lnTo>
                <a:lnTo>
                  <a:pt x="6" y="3"/>
                </a:lnTo>
                <a:lnTo>
                  <a:pt x="8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90" name=""/>
          <p:cNvSpPr/>
          <p:nvPr/>
        </p:nvSpPr>
        <p:spPr>
          <a:xfrm>
            <a:off x="4374360" y="278496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0" y="5"/>
                </a:moveTo>
                <a:lnTo>
                  <a:pt x="0" y="4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91" name=""/>
          <p:cNvSpPr/>
          <p:nvPr/>
        </p:nvSpPr>
        <p:spPr>
          <a:xfrm>
            <a:off x="4380840" y="2782800"/>
            <a:ext cx="1440" cy="3960"/>
          </a:xfrm>
          <a:custGeom>
            <a:avLst/>
            <a:gdLst/>
            <a:ahLst/>
            <a:rect l="0" t="0" r="r" b="b"/>
            <a:pathLst>
              <a:path fill="none" w="4" h="11">
                <a:moveTo>
                  <a:pt x="2" y="0"/>
                </a:moveTo>
                <a:lnTo>
                  <a:pt x="2" y="1"/>
                </a:lnTo>
                <a:lnTo>
                  <a:pt x="4" y="2"/>
                </a:lnTo>
                <a:lnTo>
                  <a:pt x="4" y="5"/>
                </a:lnTo>
                <a:lnTo>
                  <a:pt x="4" y="7"/>
                </a:lnTo>
                <a:lnTo>
                  <a:pt x="4" y="8"/>
                </a:lnTo>
                <a:lnTo>
                  <a:pt x="4" y="10"/>
                </a:lnTo>
                <a:lnTo>
                  <a:pt x="2" y="11"/>
                </a:lnTo>
                <a:lnTo>
                  <a:pt x="0" y="1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92" name=""/>
          <p:cNvSpPr/>
          <p:nvPr/>
        </p:nvSpPr>
        <p:spPr>
          <a:xfrm>
            <a:off x="4377960" y="2789280"/>
            <a:ext cx="3600" cy="1800"/>
          </a:xfrm>
          <a:custGeom>
            <a:avLst/>
            <a:gdLst/>
            <a:ahLst/>
            <a:rect l="0" t="0" r="r" b="b"/>
            <a:pathLst>
              <a:path fill="none" w="10" h="5">
                <a:moveTo>
                  <a:pt x="0" y="2"/>
                </a:moveTo>
                <a:lnTo>
                  <a:pt x="1" y="2"/>
                </a:lnTo>
                <a:lnTo>
                  <a:pt x="2" y="0"/>
                </a:lnTo>
                <a:lnTo>
                  <a:pt x="6" y="0"/>
                </a:lnTo>
                <a:lnTo>
                  <a:pt x="7" y="2"/>
                </a:lnTo>
                <a:lnTo>
                  <a:pt x="9" y="3"/>
                </a:lnTo>
                <a:lnTo>
                  <a:pt x="1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93" name=""/>
          <p:cNvSpPr/>
          <p:nvPr/>
        </p:nvSpPr>
        <p:spPr>
          <a:xfrm>
            <a:off x="4377960" y="2790360"/>
            <a:ext cx="3240" cy="1440"/>
          </a:xfrm>
          <a:custGeom>
            <a:avLst/>
            <a:gdLst/>
            <a:ahLst/>
            <a:rect l="0" t="0" r="r" b="b"/>
            <a:pathLst>
              <a:path fill="none" w="9" h="4">
                <a:moveTo>
                  <a:pt x="9" y="2"/>
                </a:moveTo>
                <a:lnTo>
                  <a:pt x="9" y="4"/>
                </a:lnTo>
                <a:lnTo>
                  <a:pt x="7" y="4"/>
                </a:lnTo>
                <a:lnTo>
                  <a:pt x="5" y="4"/>
                </a:lnTo>
                <a:lnTo>
                  <a:pt x="2" y="2"/>
                </a:ln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94" name=""/>
          <p:cNvSpPr/>
          <p:nvPr/>
        </p:nvSpPr>
        <p:spPr>
          <a:xfrm>
            <a:off x="4384080" y="27939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95" name=""/>
          <p:cNvSpPr/>
          <p:nvPr/>
        </p:nvSpPr>
        <p:spPr>
          <a:xfrm>
            <a:off x="4372200" y="28458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  <a:lnTo>
                  <a:pt x="4" y="3"/>
                </a:lnTo>
                <a:lnTo>
                  <a:pt x="4" y="1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96" name=""/>
          <p:cNvSpPr/>
          <p:nvPr/>
        </p:nvSpPr>
        <p:spPr>
          <a:xfrm>
            <a:off x="4372200" y="28490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2" y="4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97" name=""/>
          <p:cNvSpPr/>
          <p:nvPr/>
        </p:nvSpPr>
        <p:spPr>
          <a:xfrm>
            <a:off x="4365000" y="28497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98" name=""/>
          <p:cNvSpPr/>
          <p:nvPr/>
        </p:nvSpPr>
        <p:spPr>
          <a:xfrm>
            <a:off x="4356720" y="2854440"/>
            <a:ext cx="34560" cy="12600"/>
          </a:xfrm>
          <a:custGeom>
            <a:avLst/>
            <a:gdLst/>
            <a:ahLst/>
            <a:rect l="0" t="0" r="r" b="b"/>
            <a:pathLst>
              <a:path fill="none" w="96" h="35">
                <a:moveTo>
                  <a:pt x="0" y="35"/>
                </a:moveTo>
                <a:lnTo>
                  <a:pt x="6" y="34"/>
                </a:lnTo>
                <a:lnTo>
                  <a:pt x="13" y="32"/>
                </a:lnTo>
                <a:lnTo>
                  <a:pt x="19" y="31"/>
                </a:lnTo>
                <a:lnTo>
                  <a:pt x="25" y="29"/>
                </a:lnTo>
                <a:lnTo>
                  <a:pt x="30" y="28"/>
                </a:lnTo>
                <a:lnTo>
                  <a:pt x="34" y="26"/>
                </a:lnTo>
                <a:lnTo>
                  <a:pt x="41" y="25"/>
                </a:lnTo>
                <a:lnTo>
                  <a:pt x="47" y="23"/>
                </a:lnTo>
                <a:lnTo>
                  <a:pt x="52" y="21"/>
                </a:lnTo>
                <a:lnTo>
                  <a:pt x="58" y="19"/>
                </a:lnTo>
                <a:lnTo>
                  <a:pt x="64" y="17"/>
                </a:lnTo>
                <a:lnTo>
                  <a:pt x="69" y="15"/>
                </a:lnTo>
                <a:lnTo>
                  <a:pt x="73" y="14"/>
                </a:lnTo>
                <a:lnTo>
                  <a:pt x="77" y="12"/>
                </a:lnTo>
                <a:lnTo>
                  <a:pt x="81" y="9"/>
                </a:lnTo>
                <a:lnTo>
                  <a:pt x="85" y="6"/>
                </a:lnTo>
                <a:lnTo>
                  <a:pt x="89" y="4"/>
                </a:lnTo>
                <a:lnTo>
                  <a:pt x="94" y="2"/>
                </a:lnTo>
                <a:lnTo>
                  <a:pt x="9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99" name=""/>
          <p:cNvSpPr txBox="1"/>
          <p:nvPr/>
        </p:nvSpPr>
        <p:spPr>
          <a:xfrm>
            <a:off x="855360" y="4790160"/>
            <a:ext cx="87624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404040"/>
                </a:solidFill>
                <a:effectLst/>
                <a:uFillTx/>
                <a:latin typeface="Arial"/>
                <a:ea typeface="Arial"/>
              </a:rPr>
              <a:t>30% within support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0" name=""/>
          <p:cNvSpPr/>
          <p:nvPr/>
        </p:nvSpPr>
        <p:spPr>
          <a:xfrm>
            <a:off x="4474440" y="3623400"/>
            <a:ext cx="68040" cy="59760"/>
          </a:xfrm>
          <a:custGeom>
            <a:avLst/>
            <a:gdLst/>
            <a:ahLst/>
            <a:rect l="0" t="0" r="r" b="b"/>
            <a:pathLst>
              <a:path w="189" h="166">
                <a:moveTo>
                  <a:pt x="114" y="2"/>
                </a:moveTo>
                <a:lnTo>
                  <a:pt x="115" y="2"/>
                </a:lnTo>
                <a:lnTo>
                  <a:pt x="115" y="3"/>
                </a:lnTo>
                <a:lnTo>
                  <a:pt x="116" y="3"/>
                </a:lnTo>
                <a:lnTo>
                  <a:pt x="115" y="3"/>
                </a:lnTo>
                <a:lnTo>
                  <a:pt x="115" y="4"/>
                </a:lnTo>
                <a:lnTo>
                  <a:pt x="116" y="4"/>
                </a:lnTo>
                <a:lnTo>
                  <a:pt x="115" y="5"/>
                </a:lnTo>
                <a:lnTo>
                  <a:pt x="115" y="6"/>
                </a:lnTo>
                <a:lnTo>
                  <a:pt x="114" y="6"/>
                </a:lnTo>
                <a:lnTo>
                  <a:pt x="114" y="8"/>
                </a:lnTo>
                <a:lnTo>
                  <a:pt x="114" y="9"/>
                </a:lnTo>
                <a:lnTo>
                  <a:pt x="114" y="10"/>
                </a:lnTo>
                <a:lnTo>
                  <a:pt x="115" y="10"/>
                </a:lnTo>
                <a:lnTo>
                  <a:pt x="115" y="11"/>
                </a:lnTo>
                <a:lnTo>
                  <a:pt x="116" y="12"/>
                </a:lnTo>
                <a:lnTo>
                  <a:pt x="116" y="13"/>
                </a:lnTo>
                <a:lnTo>
                  <a:pt x="117" y="13"/>
                </a:lnTo>
                <a:lnTo>
                  <a:pt x="118" y="14"/>
                </a:lnTo>
                <a:lnTo>
                  <a:pt x="117" y="14"/>
                </a:lnTo>
                <a:lnTo>
                  <a:pt x="117" y="15"/>
                </a:lnTo>
                <a:lnTo>
                  <a:pt x="118" y="16"/>
                </a:lnTo>
                <a:lnTo>
                  <a:pt x="119" y="17"/>
                </a:lnTo>
                <a:lnTo>
                  <a:pt x="121" y="17"/>
                </a:lnTo>
                <a:lnTo>
                  <a:pt x="121" y="18"/>
                </a:lnTo>
                <a:lnTo>
                  <a:pt x="122" y="18"/>
                </a:lnTo>
                <a:lnTo>
                  <a:pt x="123" y="19"/>
                </a:lnTo>
                <a:lnTo>
                  <a:pt x="124" y="20"/>
                </a:lnTo>
                <a:lnTo>
                  <a:pt x="124" y="21"/>
                </a:lnTo>
                <a:lnTo>
                  <a:pt x="125" y="21"/>
                </a:lnTo>
                <a:lnTo>
                  <a:pt x="125" y="22"/>
                </a:lnTo>
                <a:lnTo>
                  <a:pt x="125" y="23"/>
                </a:lnTo>
                <a:lnTo>
                  <a:pt x="125" y="22"/>
                </a:lnTo>
                <a:lnTo>
                  <a:pt x="126" y="22"/>
                </a:lnTo>
                <a:lnTo>
                  <a:pt x="127" y="22"/>
                </a:lnTo>
                <a:lnTo>
                  <a:pt x="128" y="22"/>
                </a:lnTo>
                <a:lnTo>
                  <a:pt x="129" y="23"/>
                </a:lnTo>
                <a:lnTo>
                  <a:pt x="130" y="23"/>
                </a:lnTo>
                <a:lnTo>
                  <a:pt x="130" y="24"/>
                </a:lnTo>
                <a:lnTo>
                  <a:pt x="132" y="25"/>
                </a:lnTo>
                <a:lnTo>
                  <a:pt x="132" y="26"/>
                </a:lnTo>
                <a:lnTo>
                  <a:pt x="133" y="27"/>
                </a:lnTo>
                <a:lnTo>
                  <a:pt x="134" y="27"/>
                </a:lnTo>
                <a:lnTo>
                  <a:pt x="134" y="28"/>
                </a:lnTo>
                <a:lnTo>
                  <a:pt x="133" y="28"/>
                </a:lnTo>
                <a:lnTo>
                  <a:pt x="133" y="29"/>
                </a:lnTo>
                <a:lnTo>
                  <a:pt x="134" y="29"/>
                </a:lnTo>
                <a:lnTo>
                  <a:pt x="135" y="29"/>
                </a:lnTo>
                <a:lnTo>
                  <a:pt x="136" y="29"/>
                </a:lnTo>
                <a:lnTo>
                  <a:pt x="136" y="30"/>
                </a:lnTo>
                <a:lnTo>
                  <a:pt x="136" y="31"/>
                </a:lnTo>
                <a:lnTo>
                  <a:pt x="136" y="32"/>
                </a:lnTo>
                <a:lnTo>
                  <a:pt x="137" y="33"/>
                </a:lnTo>
                <a:lnTo>
                  <a:pt x="138" y="34"/>
                </a:lnTo>
                <a:lnTo>
                  <a:pt x="139" y="35"/>
                </a:lnTo>
                <a:lnTo>
                  <a:pt x="140" y="35"/>
                </a:lnTo>
                <a:lnTo>
                  <a:pt x="140" y="36"/>
                </a:lnTo>
                <a:lnTo>
                  <a:pt x="141" y="37"/>
                </a:lnTo>
                <a:lnTo>
                  <a:pt x="142" y="37"/>
                </a:lnTo>
                <a:lnTo>
                  <a:pt x="143" y="37"/>
                </a:lnTo>
                <a:lnTo>
                  <a:pt x="145" y="38"/>
                </a:lnTo>
                <a:lnTo>
                  <a:pt x="146" y="37"/>
                </a:lnTo>
                <a:lnTo>
                  <a:pt x="147" y="37"/>
                </a:lnTo>
                <a:lnTo>
                  <a:pt x="148" y="37"/>
                </a:lnTo>
                <a:lnTo>
                  <a:pt x="150" y="37"/>
                </a:lnTo>
                <a:lnTo>
                  <a:pt x="152" y="36"/>
                </a:lnTo>
                <a:lnTo>
                  <a:pt x="153" y="36"/>
                </a:lnTo>
                <a:lnTo>
                  <a:pt x="153" y="37"/>
                </a:lnTo>
                <a:lnTo>
                  <a:pt x="155" y="37"/>
                </a:lnTo>
                <a:lnTo>
                  <a:pt x="157" y="37"/>
                </a:lnTo>
                <a:lnTo>
                  <a:pt x="158" y="37"/>
                </a:lnTo>
                <a:lnTo>
                  <a:pt x="160" y="37"/>
                </a:lnTo>
                <a:lnTo>
                  <a:pt x="161" y="37"/>
                </a:lnTo>
                <a:lnTo>
                  <a:pt x="162" y="38"/>
                </a:lnTo>
                <a:lnTo>
                  <a:pt x="163" y="38"/>
                </a:lnTo>
                <a:lnTo>
                  <a:pt x="164" y="39"/>
                </a:lnTo>
                <a:lnTo>
                  <a:pt x="165" y="39"/>
                </a:lnTo>
                <a:lnTo>
                  <a:pt x="166" y="39"/>
                </a:lnTo>
                <a:lnTo>
                  <a:pt x="167" y="39"/>
                </a:lnTo>
                <a:lnTo>
                  <a:pt x="168" y="40"/>
                </a:lnTo>
                <a:lnTo>
                  <a:pt x="168" y="41"/>
                </a:lnTo>
                <a:lnTo>
                  <a:pt x="169" y="41"/>
                </a:lnTo>
                <a:lnTo>
                  <a:pt x="171" y="41"/>
                </a:lnTo>
                <a:lnTo>
                  <a:pt x="172" y="41"/>
                </a:lnTo>
                <a:lnTo>
                  <a:pt x="173" y="41"/>
                </a:lnTo>
                <a:lnTo>
                  <a:pt x="173" y="40"/>
                </a:lnTo>
                <a:lnTo>
                  <a:pt x="174" y="40"/>
                </a:lnTo>
                <a:lnTo>
                  <a:pt x="175" y="40"/>
                </a:lnTo>
                <a:lnTo>
                  <a:pt x="176" y="39"/>
                </a:lnTo>
                <a:lnTo>
                  <a:pt x="177" y="39"/>
                </a:lnTo>
                <a:lnTo>
                  <a:pt x="178" y="39"/>
                </a:lnTo>
                <a:lnTo>
                  <a:pt x="180" y="38"/>
                </a:lnTo>
                <a:lnTo>
                  <a:pt x="181" y="39"/>
                </a:lnTo>
                <a:lnTo>
                  <a:pt x="183" y="39"/>
                </a:lnTo>
                <a:lnTo>
                  <a:pt x="185" y="40"/>
                </a:lnTo>
                <a:lnTo>
                  <a:pt x="186" y="39"/>
                </a:lnTo>
                <a:lnTo>
                  <a:pt x="187" y="40"/>
                </a:lnTo>
                <a:lnTo>
                  <a:pt x="188" y="40"/>
                </a:lnTo>
                <a:lnTo>
                  <a:pt x="189" y="41"/>
                </a:lnTo>
                <a:lnTo>
                  <a:pt x="189" y="42"/>
                </a:lnTo>
                <a:lnTo>
                  <a:pt x="188" y="42"/>
                </a:lnTo>
                <a:lnTo>
                  <a:pt x="188" y="43"/>
                </a:lnTo>
                <a:lnTo>
                  <a:pt x="187" y="44"/>
                </a:lnTo>
                <a:lnTo>
                  <a:pt x="186" y="44"/>
                </a:lnTo>
                <a:lnTo>
                  <a:pt x="186" y="43"/>
                </a:lnTo>
                <a:lnTo>
                  <a:pt x="185" y="43"/>
                </a:lnTo>
                <a:lnTo>
                  <a:pt x="185" y="42"/>
                </a:lnTo>
                <a:lnTo>
                  <a:pt x="184" y="42"/>
                </a:lnTo>
                <a:lnTo>
                  <a:pt x="183" y="42"/>
                </a:lnTo>
                <a:lnTo>
                  <a:pt x="184" y="43"/>
                </a:lnTo>
                <a:lnTo>
                  <a:pt x="184" y="44"/>
                </a:lnTo>
                <a:lnTo>
                  <a:pt x="183" y="44"/>
                </a:lnTo>
                <a:lnTo>
                  <a:pt x="182" y="44"/>
                </a:lnTo>
                <a:lnTo>
                  <a:pt x="182" y="43"/>
                </a:lnTo>
                <a:lnTo>
                  <a:pt x="181" y="43"/>
                </a:lnTo>
                <a:lnTo>
                  <a:pt x="181" y="44"/>
                </a:lnTo>
                <a:lnTo>
                  <a:pt x="181" y="45"/>
                </a:lnTo>
                <a:lnTo>
                  <a:pt x="180" y="46"/>
                </a:lnTo>
                <a:lnTo>
                  <a:pt x="180" y="47"/>
                </a:lnTo>
                <a:lnTo>
                  <a:pt x="181" y="49"/>
                </a:lnTo>
                <a:lnTo>
                  <a:pt x="182" y="49"/>
                </a:lnTo>
                <a:lnTo>
                  <a:pt x="182" y="50"/>
                </a:lnTo>
                <a:lnTo>
                  <a:pt x="181" y="50"/>
                </a:lnTo>
                <a:lnTo>
                  <a:pt x="180" y="50"/>
                </a:lnTo>
                <a:lnTo>
                  <a:pt x="179" y="50"/>
                </a:lnTo>
                <a:lnTo>
                  <a:pt x="178" y="50"/>
                </a:lnTo>
                <a:lnTo>
                  <a:pt x="178" y="51"/>
                </a:lnTo>
                <a:lnTo>
                  <a:pt x="177" y="51"/>
                </a:lnTo>
                <a:lnTo>
                  <a:pt x="175" y="50"/>
                </a:lnTo>
                <a:lnTo>
                  <a:pt x="174" y="49"/>
                </a:lnTo>
                <a:lnTo>
                  <a:pt x="173" y="49"/>
                </a:lnTo>
                <a:lnTo>
                  <a:pt x="172" y="50"/>
                </a:lnTo>
                <a:lnTo>
                  <a:pt x="172" y="49"/>
                </a:lnTo>
                <a:lnTo>
                  <a:pt x="171" y="49"/>
                </a:lnTo>
                <a:lnTo>
                  <a:pt x="170" y="50"/>
                </a:lnTo>
                <a:lnTo>
                  <a:pt x="169" y="51"/>
                </a:lnTo>
                <a:lnTo>
                  <a:pt x="168" y="51"/>
                </a:lnTo>
                <a:lnTo>
                  <a:pt x="167" y="51"/>
                </a:lnTo>
                <a:lnTo>
                  <a:pt x="165" y="52"/>
                </a:lnTo>
                <a:lnTo>
                  <a:pt x="165" y="53"/>
                </a:lnTo>
                <a:lnTo>
                  <a:pt x="166" y="55"/>
                </a:lnTo>
                <a:lnTo>
                  <a:pt x="166" y="56"/>
                </a:lnTo>
                <a:lnTo>
                  <a:pt x="167" y="56"/>
                </a:lnTo>
                <a:lnTo>
                  <a:pt x="166" y="56"/>
                </a:lnTo>
                <a:lnTo>
                  <a:pt x="165" y="56"/>
                </a:lnTo>
                <a:lnTo>
                  <a:pt x="164" y="56"/>
                </a:lnTo>
                <a:lnTo>
                  <a:pt x="163" y="56"/>
                </a:lnTo>
                <a:lnTo>
                  <a:pt x="162" y="56"/>
                </a:lnTo>
                <a:lnTo>
                  <a:pt x="162" y="57"/>
                </a:lnTo>
                <a:lnTo>
                  <a:pt x="162" y="58"/>
                </a:lnTo>
                <a:lnTo>
                  <a:pt x="163" y="58"/>
                </a:lnTo>
                <a:lnTo>
                  <a:pt x="163" y="59"/>
                </a:lnTo>
                <a:lnTo>
                  <a:pt x="163" y="60"/>
                </a:lnTo>
                <a:lnTo>
                  <a:pt x="164" y="61"/>
                </a:lnTo>
                <a:lnTo>
                  <a:pt x="164" y="62"/>
                </a:lnTo>
                <a:lnTo>
                  <a:pt x="165" y="62"/>
                </a:lnTo>
                <a:lnTo>
                  <a:pt x="166" y="63"/>
                </a:lnTo>
                <a:lnTo>
                  <a:pt x="166" y="64"/>
                </a:lnTo>
                <a:lnTo>
                  <a:pt x="165" y="65"/>
                </a:lnTo>
                <a:lnTo>
                  <a:pt x="164" y="66"/>
                </a:lnTo>
                <a:lnTo>
                  <a:pt x="164" y="67"/>
                </a:lnTo>
                <a:lnTo>
                  <a:pt x="164" y="68"/>
                </a:lnTo>
                <a:lnTo>
                  <a:pt x="163" y="69"/>
                </a:lnTo>
                <a:lnTo>
                  <a:pt x="163" y="70"/>
                </a:lnTo>
                <a:lnTo>
                  <a:pt x="163" y="71"/>
                </a:lnTo>
                <a:lnTo>
                  <a:pt x="164" y="71"/>
                </a:lnTo>
                <a:lnTo>
                  <a:pt x="165" y="71"/>
                </a:lnTo>
                <a:lnTo>
                  <a:pt x="165" y="72"/>
                </a:lnTo>
                <a:lnTo>
                  <a:pt x="166" y="72"/>
                </a:lnTo>
                <a:lnTo>
                  <a:pt x="166" y="73"/>
                </a:lnTo>
                <a:lnTo>
                  <a:pt x="166" y="74"/>
                </a:lnTo>
                <a:lnTo>
                  <a:pt x="167" y="74"/>
                </a:lnTo>
                <a:lnTo>
                  <a:pt x="168" y="74"/>
                </a:lnTo>
                <a:lnTo>
                  <a:pt x="168" y="75"/>
                </a:lnTo>
                <a:lnTo>
                  <a:pt x="167" y="75"/>
                </a:lnTo>
                <a:lnTo>
                  <a:pt x="167" y="76"/>
                </a:lnTo>
                <a:lnTo>
                  <a:pt x="168" y="77"/>
                </a:lnTo>
                <a:lnTo>
                  <a:pt x="169" y="78"/>
                </a:lnTo>
                <a:lnTo>
                  <a:pt x="169" y="79"/>
                </a:lnTo>
                <a:lnTo>
                  <a:pt x="170" y="80"/>
                </a:lnTo>
                <a:lnTo>
                  <a:pt x="171" y="80"/>
                </a:lnTo>
                <a:lnTo>
                  <a:pt x="172" y="79"/>
                </a:lnTo>
                <a:lnTo>
                  <a:pt x="173" y="79"/>
                </a:lnTo>
                <a:lnTo>
                  <a:pt x="173" y="80"/>
                </a:lnTo>
                <a:lnTo>
                  <a:pt x="173" y="81"/>
                </a:lnTo>
                <a:lnTo>
                  <a:pt x="174" y="82"/>
                </a:lnTo>
                <a:lnTo>
                  <a:pt x="174" y="84"/>
                </a:lnTo>
                <a:lnTo>
                  <a:pt x="173" y="84"/>
                </a:lnTo>
                <a:lnTo>
                  <a:pt x="174" y="84"/>
                </a:lnTo>
                <a:lnTo>
                  <a:pt x="174" y="85"/>
                </a:lnTo>
                <a:lnTo>
                  <a:pt x="174" y="86"/>
                </a:lnTo>
                <a:lnTo>
                  <a:pt x="175" y="86"/>
                </a:lnTo>
                <a:lnTo>
                  <a:pt x="176" y="86"/>
                </a:lnTo>
                <a:lnTo>
                  <a:pt x="177" y="86"/>
                </a:lnTo>
                <a:lnTo>
                  <a:pt x="178" y="86"/>
                </a:lnTo>
                <a:lnTo>
                  <a:pt x="178" y="87"/>
                </a:lnTo>
                <a:lnTo>
                  <a:pt x="177" y="87"/>
                </a:lnTo>
                <a:lnTo>
                  <a:pt x="177" y="88"/>
                </a:lnTo>
                <a:lnTo>
                  <a:pt x="178" y="89"/>
                </a:lnTo>
                <a:lnTo>
                  <a:pt x="177" y="89"/>
                </a:lnTo>
                <a:lnTo>
                  <a:pt x="177" y="90"/>
                </a:lnTo>
                <a:lnTo>
                  <a:pt x="178" y="90"/>
                </a:lnTo>
                <a:lnTo>
                  <a:pt x="179" y="90"/>
                </a:lnTo>
                <a:lnTo>
                  <a:pt x="180" y="90"/>
                </a:lnTo>
                <a:lnTo>
                  <a:pt x="179" y="90"/>
                </a:lnTo>
                <a:lnTo>
                  <a:pt x="179" y="91"/>
                </a:lnTo>
                <a:lnTo>
                  <a:pt x="178" y="91"/>
                </a:lnTo>
                <a:lnTo>
                  <a:pt x="177" y="92"/>
                </a:lnTo>
                <a:lnTo>
                  <a:pt x="176" y="92"/>
                </a:lnTo>
                <a:lnTo>
                  <a:pt x="175" y="92"/>
                </a:lnTo>
                <a:lnTo>
                  <a:pt x="174" y="92"/>
                </a:lnTo>
                <a:lnTo>
                  <a:pt x="175" y="92"/>
                </a:lnTo>
                <a:lnTo>
                  <a:pt x="175" y="93"/>
                </a:lnTo>
                <a:lnTo>
                  <a:pt x="175" y="94"/>
                </a:lnTo>
                <a:lnTo>
                  <a:pt x="175" y="95"/>
                </a:lnTo>
                <a:lnTo>
                  <a:pt x="174" y="95"/>
                </a:lnTo>
                <a:lnTo>
                  <a:pt x="174" y="96"/>
                </a:lnTo>
                <a:lnTo>
                  <a:pt x="173" y="96"/>
                </a:lnTo>
                <a:lnTo>
                  <a:pt x="172" y="95"/>
                </a:lnTo>
                <a:lnTo>
                  <a:pt x="171" y="95"/>
                </a:lnTo>
                <a:lnTo>
                  <a:pt x="170" y="95"/>
                </a:lnTo>
                <a:lnTo>
                  <a:pt x="170" y="96"/>
                </a:lnTo>
                <a:lnTo>
                  <a:pt x="170" y="97"/>
                </a:lnTo>
                <a:lnTo>
                  <a:pt x="169" y="97"/>
                </a:lnTo>
                <a:lnTo>
                  <a:pt x="168" y="97"/>
                </a:lnTo>
                <a:lnTo>
                  <a:pt x="168" y="98"/>
                </a:lnTo>
                <a:lnTo>
                  <a:pt x="167" y="98"/>
                </a:lnTo>
                <a:lnTo>
                  <a:pt x="166" y="98"/>
                </a:lnTo>
                <a:lnTo>
                  <a:pt x="165" y="98"/>
                </a:lnTo>
                <a:lnTo>
                  <a:pt x="164" y="98"/>
                </a:lnTo>
                <a:lnTo>
                  <a:pt x="163" y="99"/>
                </a:lnTo>
                <a:lnTo>
                  <a:pt x="163" y="100"/>
                </a:lnTo>
                <a:lnTo>
                  <a:pt x="162" y="100"/>
                </a:lnTo>
                <a:lnTo>
                  <a:pt x="162" y="101"/>
                </a:lnTo>
                <a:lnTo>
                  <a:pt x="161" y="101"/>
                </a:lnTo>
                <a:lnTo>
                  <a:pt x="161" y="102"/>
                </a:lnTo>
                <a:lnTo>
                  <a:pt x="162" y="102"/>
                </a:lnTo>
                <a:lnTo>
                  <a:pt x="161" y="102"/>
                </a:lnTo>
                <a:lnTo>
                  <a:pt x="161" y="103"/>
                </a:lnTo>
                <a:lnTo>
                  <a:pt x="160" y="102"/>
                </a:lnTo>
                <a:lnTo>
                  <a:pt x="160" y="101"/>
                </a:lnTo>
                <a:lnTo>
                  <a:pt x="159" y="101"/>
                </a:lnTo>
                <a:lnTo>
                  <a:pt x="159" y="102"/>
                </a:lnTo>
                <a:lnTo>
                  <a:pt x="160" y="102"/>
                </a:lnTo>
                <a:lnTo>
                  <a:pt x="159" y="102"/>
                </a:lnTo>
                <a:lnTo>
                  <a:pt x="158" y="102"/>
                </a:lnTo>
                <a:lnTo>
                  <a:pt x="157" y="102"/>
                </a:lnTo>
                <a:lnTo>
                  <a:pt x="157" y="103"/>
                </a:lnTo>
                <a:lnTo>
                  <a:pt x="156" y="103"/>
                </a:lnTo>
                <a:lnTo>
                  <a:pt x="155" y="103"/>
                </a:lnTo>
                <a:lnTo>
                  <a:pt x="154" y="103"/>
                </a:lnTo>
                <a:lnTo>
                  <a:pt x="154" y="102"/>
                </a:lnTo>
                <a:lnTo>
                  <a:pt x="152" y="102"/>
                </a:lnTo>
                <a:lnTo>
                  <a:pt x="150" y="102"/>
                </a:lnTo>
                <a:lnTo>
                  <a:pt x="150" y="103"/>
                </a:lnTo>
                <a:lnTo>
                  <a:pt x="149" y="103"/>
                </a:lnTo>
                <a:lnTo>
                  <a:pt x="148" y="103"/>
                </a:lnTo>
                <a:lnTo>
                  <a:pt x="148" y="104"/>
                </a:lnTo>
                <a:lnTo>
                  <a:pt x="147" y="104"/>
                </a:lnTo>
                <a:lnTo>
                  <a:pt x="146" y="105"/>
                </a:lnTo>
                <a:lnTo>
                  <a:pt x="145" y="106"/>
                </a:lnTo>
                <a:lnTo>
                  <a:pt x="143" y="106"/>
                </a:lnTo>
                <a:lnTo>
                  <a:pt x="142" y="106"/>
                </a:lnTo>
                <a:lnTo>
                  <a:pt x="141" y="106"/>
                </a:lnTo>
                <a:lnTo>
                  <a:pt x="140" y="104"/>
                </a:lnTo>
                <a:lnTo>
                  <a:pt x="139" y="104"/>
                </a:lnTo>
                <a:lnTo>
                  <a:pt x="139" y="105"/>
                </a:lnTo>
                <a:lnTo>
                  <a:pt x="138" y="105"/>
                </a:lnTo>
                <a:lnTo>
                  <a:pt x="137" y="105"/>
                </a:lnTo>
                <a:lnTo>
                  <a:pt x="137" y="104"/>
                </a:lnTo>
                <a:lnTo>
                  <a:pt x="136" y="104"/>
                </a:lnTo>
                <a:lnTo>
                  <a:pt x="135" y="105"/>
                </a:lnTo>
                <a:lnTo>
                  <a:pt x="135" y="104"/>
                </a:lnTo>
                <a:lnTo>
                  <a:pt x="134" y="104"/>
                </a:lnTo>
                <a:lnTo>
                  <a:pt x="134" y="105"/>
                </a:lnTo>
                <a:lnTo>
                  <a:pt x="133" y="105"/>
                </a:lnTo>
                <a:lnTo>
                  <a:pt x="132" y="105"/>
                </a:lnTo>
                <a:lnTo>
                  <a:pt x="131" y="105"/>
                </a:lnTo>
                <a:lnTo>
                  <a:pt x="130" y="104"/>
                </a:lnTo>
                <a:lnTo>
                  <a:pt x="129" y="104"/>
                </a:lnTo>
                <a:lnTo>
                  <a:pt x="128" y="104"/>
                </a:lnTo>
                <a:lnTo>
                  <a:pt x="127" y="105"/>
                </a:lnTo>
                <a:lnTo>
                  <a:pt x="127" y="106"/>
                </a:lnTo>
                <a:lnTo>
                  <a:pt x="126" y="106"/>
                </a:lnTo>
                <a:lnTo>
                  <a:pt x="125" y="107"/>
                </a:lnTo>
                <a:lnTo>
                  <a:pt x="125" y="106"/>
                </a:lnTo>
                <a:lnTo>
                  <a:pt x="124" y="106"/>
                </a:lnTo>
                <a:lnTo>
                  <a:pt x="123" y="106"/>
                </a:lnTo>
                <a:lnTo>
                  <a:pt x="123" y="107"/>
                </a:lnTo>
                <a:lnTo>
                  <a:pt x="122" y="108"/>
                </a:lnTo>
                <a:lnTo>
                  <a:pt x="122" y="109"/>
                </a:lnTo>
                <a:lnTo>
                  <a:pt x="123" y="109"/>
                </a:lnTo>
                <a:lnTo>
                  <a:pt x="123" y="110"/>
                </a:lnTo>
                <a:lnTo>
                  <a:pt x="122" y="111"/>
                </a:lnTo>
                <a:lnTo>
                  <a:pt x="122" y="112"/>
                </a:lnTo>
                <a:lnTo>
                  <a:pt x="121" y="112"/>
                </a:lnTo>
                <a:lnTo>
                  <a:pt x="121" y="113"/>
                </a:lnTo>
                <a:lnTo>
                  <a:pt x="121" y="114"/>
                </a:lnTo>
                <a:lnTo>
                  <a:pt x="122" y="114"/>
                </a:lnTo>
                <a:lnTo>
                  <a:pt x="123" y="114"/>
                </a:lnTo>
                <a:lnTo>
                  <a:pt x="123" y="115"/>
                </a:lnTo>
                <a:lnTo>
                  <a:pt x="123" y="116"/>
                </a:lnTo>
                <a:lnTo>
                  <a:pt x="123" y="119"/>
                </a:lnTo>
                <a:lnTo>
                  <a:pt x="123" y="120"/>
                </a:lnTo>
                <a:lnTo>
                  <a:pt x="124" y="121"/>
                </a:lnTo>
                <a:lnTo>
                  <a:pt x="125" y="122"/>
                </a:lnTo>
                <a:lnTo>
                  <a:pt x="125" y="121"/>
                </a:lnTo>
                <a:lnTo>
                  <a:pt x="126" y="121"/>
                </a:lnTo>
                <a:lnTo>
                  <a:pt x="126" y="122"/>
                </a:lnTo>
                <a:lnTo>
                  <a:pt x="127" y="122"/>
                </a:lnTo>
                <a:lnTo>
                  <a:pt x="128" y="122"/>
                </a:lnTo>
                <a:lnTo>
                  <a:pt x="128" y="123"/>
                </a:lnTo>
                <a:lnTo>
                  <a:pt x="128" y="124"/>
                </a:lnTo>
                <a:lnTo>
                  <a:pt x="129" y="124"/>
                </a:lnTo>
                <a:lnTo>
                  <a:pt x="130" y="125"/>
                </a:lnTo>
                <a:lnTo>
                  <a:pt x="131" y="125"/>
                </a:lnTo>
                <a:lnTo>
                  <a:pt x="132" y="125"/>
                </a:lnTo>
                <a:lnTo>
                  <a:pt x="133" y="125"/>
                </a:lnTo>
                <a:lnTo>
                  <a:pt x="133" y="126"/>
                </a:lnTo>
                <a:lnTo>
                  <a:pt x="133" y="127"/>
                </a:lnTo>
                <a:lnTo>
                  <a:pt x="134" y="127"/>
                </a:lnTo>
                <a:lnTo>
                  <a:pt x="135" y="127"/>
                </a:lnTo>
                <a:lnTo>
                  <a:pt x="135" y="126"/>
                </a:lnTo>
                <a:lnTo>
                  <a:pt x="134" y="126"/>
                </a:lnTo>
                <a:lnTo>
                  <a:pt x="134" y="125"/>
                </a:lnTo>
                <a:lnTo>
                  <a:pt x="135" y="125"/>
                </a:lnTo>
                <a:lnTo>
                  <a:pt x="136" y="125"/>
                </a:lnTo>
                <a:lnTo>
                  <a:pt x="136" y="126"/>
                </a:lnTo>
                <a:lnTo>
                  <a:pt x="136" y="127"/>
                </a:lnTo>
                <a:lnTo>
                  <a:pt x="136" y="128"/>
                </a:lnTo>
                <a:lnTo>
                  <a:pt x="136" y="129"/>
                </a:lnTo>
                <a:lnTo>
                  <a:pt x="137" y="129"/>
                </a:lnTo>
                <a:lnTo>
                  <a:pt x="137" y="130"/>
                </a:lnTo>
                <a:lnTo>
                  <a:pt x="137" y="131"/>
                </a:lnTo>
                <a:lnTo>
                  <a:pt x="138" y="131"/>
                </a:lnTo>
                <a:lnTo>
                  <a:pt x="138" y="132"/>
                </a:lnTo>
                <a:lnTo>
                  <a:pt x="137" y="132"/>
                </a:lnTo>
                <a:lnTo>
                  <a:pt x="136" y="132"/>
                </a:lnTo>
                <a:lnTo>
                  <a:pt x="135" y="132"/>
                </a:lnTo>
                <a:lnTo>
                  <a:pt x="135" y="133"/>
                </a:lnTo>
                <a:lnTo>
                  <a:pt x="135" y="134"/>
                </a:lnTo>
                <a:lnTo>
                  <a:pt x="134" y="134"/>
                </a:lnTo>
                <a:lnTo>
                  <a:pt x="135" y="134"/>
                </a:lnTo>
                <a:lnTo>
                  <a:pt x="135" y="135"/>
                </a:lnTo>
                <a:lnTo>
                  <a:pt x="135" y="136"/>
                </a:lnTo>
                <a:lnTo>
                  <a:pt x="135" y="137"/>
                </a:lnTo>
                <a:lnTo>
                  <a:pt x="134" y="137"/>
                </a:lnTo>
                <a:lnTo>
                  <a:pt x="134" y="138"/>
                </a:lnTo>
                <a:lnTo>
                  <a:pt x="133" y="138"/>
                </a:lnTo>
                <a:lnTo>
                  <a:pt x="132" y="138"/>
                </a:lnTo>
                <a:lnTo>
                  <a:pt x="132" y="139"/>
                </a:lnTo>
                <a:lnTo>
                  <a:pt x="133" y="139"/>
                </a:lnTo>
                <a:lnTo>
                  <a:pt x="133" y="140"/>
                </a:lnTo>
                <a:lnTo>
                  <a:pt x="133" y="141"/>
                </a:lnTo>
                <a:lnTo>
                  <a:pt x="134" y="141"/>
                </a:lnTo>
                <a:lnTo>
                  <a:pt x="135" y="142"/>
                </a:lnTo>
                <a:lnTo>
                  <a:pt x="134" y="142"/>
                </a:lnTo>
                <a:lnTo>
                  <a:pt x="135" y="142"/>
                </a:lnTo>
                <a:lnTo>
                  <a:pt x="134" y="142"/>
                </a:lnTo>
                <a:lnTo>
                  <a:pt x="133" y="143"/>
                </a:lnTo>
                <a:lnTo>
                  <a:pt x="132" y="143"/>
                </a:lnTo>
                <a:lnTo>
                  <a:pt x="131" y="143"/>
                </a:lnTo>
                <a:lnTo>
                  <a:pt x="130" y="143"/>
                </a:lnTo>
                <a:lnTo>
                  <a:pt x="129" y="143"/>
                </a:lnTo>
                <a:lnTo>
                  <a:pt x="129" y="144"/>
                </a:lnTo>
                <a:lnTo>
                  <a:pt x="129" y="145"/>
                </a:lnTo>
                <a:lnTo>
                  <a:pt x="130" y="145"/>
                </a:lnTo>
                <a:lnTo>
                  <a:pt x="129" y="145"/>
                </a:lnTo>
                <a:lnTo>
                  <a:pt x="128" y="146"/>
                </a:lnTo>
                <a:lnTo>
                  <a:pt x="127" y="146"/>
                </a:lnTo>
                <a:lnTo>
                  <a:pt x="127" y="147"/>
                </a:lnTo>
                <a:lnTo>
                  <a:pt x="128" y="147"/>
                </a:lnTo>
                <a:lnTo>
                  <a:pt x="128" y="148"/>
                </a:lnTo>
                <a:lnTo>
                  <a:pt x="128" y="149"/>
                </a:lnTo>
                <a:lnTo>
                  <a:pt x="127" y="149"/>
                </a:lnTo>
                <a:lnTo>
                  <a:pt x="127" y="148"/>
                </a:lnTo>
                <a:lnTo>
                  <a:pt x="126" y="149"/>
                </a:lnTo>
                <a:lnTo>
                  <a:pt x="125" y="149"/>
                </a:lnTo>
                <a:lnTo>
                  <a:pt x="124" y="149"/>
                </a:lnTo>
                <a:lnTo>
                  <a:pt x="124" y="150"/>
                </a:lnTo>
                <a:lnTo>
                  <a:pt x="124" y="151"/>
                </a:lnTo>
                <a:lnTo>
                  <a:pt x="123" y="151"/>
                </a:lnTo>
                <a:lnTo>
                  <a:pt x="123" y="150"/>
                </a:lnTo>
                <a:lnTo>
                  <a:pt x="122" y="150"/>
                </a:lnTo>
                <a:lnTo>
                  <a:pt x="122" y="149"/>
                </a:lnTo>
                <a:lnTo>
                  <a:pt x="121" y="149"/>
                </a:lnTo>
                <a:lnTo>
                  <a:pt x="120" y="148"/>
                </a:lnTo>
                <a:lnTo>
                  <a:pt x="120" y="149"/>
                </a:lnTo>
                <a:lnTo>
                  <a:pt x="119" y="149"/>
                </a:lnTo>
                <a:lnTo>
                  <a:pt x="119" y="148"/>
                </a:lnTo>
                <a:lnTo>
                  <a:pt x="118" y="148"/>
                </a:lnTo>
                <a:lnTo>
                  <a:pt x="117" y="149"/>
                </a:lnTo>
                <a:lnTo>
                  <a:pt x="116" y="148"/>
                </a:lnTo>
                <a:lnTo>
                  <a:pt x="116" y="149"/>
                </a:lnTo>
                <a:lnTo>
                  <a:pt x="116" y="150"/>
                </a:lnTo>
                <a:lnTo>
                  <a:pt x="117" y="150"/>
                </a:lnTo>
                <a:lnTo>
                  <a:pt x="118" y="151"/>
                </a:lnTo>
                <a:lnTo>
                  <a:pt x="117" y="151"/>
                </a:lnTo>
                <a:lnTo>
                  <a:pt x="117" y="152"/>
                </a:lnTo>
                <a:lnTo>
                  <a:pt x="116" y="152"/>
                </a:lnTo>
                <a:lnTo>
                  <a:pt x="116" y="151"/>
                </a:lnTo>
                <a:lnTo>
                  <a:pt x="115" y="150"/>
                </a:lnTo>
                <a:lnTo>
                  <a:pt x="114" y="150"/>
                </a:lnTo>
                <a:lnTo>
                  <a:pt x="113" y="150"/>
                </a:lnTo>
                <a:lnTo>
                  <a:pt x="112" y="150"/>
                </a:lnTo>
                <a:lnTo>
                  <a:pt x="111" y="150"/>
                </a:lnTo>
                <a:lnTo>
                  <a:pt x="110" y="150"/>
                </a:lnTo>
                <a:lnTo>
                  <a:pt x="109" y="150"/>
                </a:lnTo>
                <a:lnTo>
                  <a:pt x="108" y="150"/>
                </a:lnTo>
                <a:lnTo>
                  <a:pt x="108" y="149"/>
                </a:lnTo>
                <a:lnTo>
                  <a:pt x="108" y="148"/>
                </a:lnTo>
                <a:lnTo>
                  <a:pt x="107" y="148"/>
                </a:lnTo>
                <a:lnTo>
                  <a:pt x="107" y="149"/>
                </a:lnTo>
                <a:lnTo>
                  <a:pt x="106" y="149"/>
                </a:lnTo>
                <a:lnTo>
                  <a:pt x="106" y="148"/>
                </a:lnTo>
                <a:lnTo>
                  <a:pt x="105" y="148"/>
                </a:lnTo>
                <a:lnTo>
                  <a:pt x="104" y="148"/>
                </a:lnTo>
                <a:lnTo>
                  <a:pt x="104" y="149"/>
                </a:lnTo>
                <a:lnTo>
                  <a:pt x="104" y="150"/>
                </a:lnTo>
                <a:lnTo>
                  <a:pt x="103" y="150"/>
                </a:lnTo>
                <a:lnTo>
                  <a:pt x="102" y="151"/>
                </a:lnTo>
                <a:lnTo>
                  <a:pt x="102" y="150"/>
                </a:lnTo>
                <a:lnTo>
                  <a:pt x="102" y="151"/>
                </a:lnTo>
                <a:lnTo>
                  <a:pt x="101" y="151"/>
                </a:lnTo>
                <a:lnTo>
                  <a:pt x="101" y="150"/>
                </a:lnTo>
                <a:lnTo>
                  <a:pt x="100" y="151"/>
                </a:lnTo>
                <a:lnTo>
                  <a:pt x="100" y="152"/>
                </a:lnTo>
                <a:lnTo>
                  <a:pt x="100" y="153"/>
                </a:lnTo>
                <a:lnTo>
                  <a:pt x="100" y="154"/>
                </a:lnTo>
                <a:lnTo>
                  <a:pt x="99" y="154"/>
                </a:lnTo>
                <a:lnTo>
                  <a:pt x="99" y="155"/>
                </a:lnTo>
                <a:lnTo>
                  <a:pt x="98" y="155"/>
                </a:lnTo>
                <a:lnTo>
                  <a:pt x="98" y="156"/>
                </a:lnTo>
                <a:lnTo>
                  <a:pt x="98" y="155"/>
                </a:lnTo>
                <a:lnTo>
                  <a:pt x="97" y="155"/>
                </a:lnTo>
                <a:lnTo>
                  <a:pt x="95" y="155"/>
                </a:lnTo>
                <a:lnTo>
                  <a:pt x="95" y="156"/>
                </a:lnTo>
                <a:lnTo>
                  <a:pt x="96" y="156"/>
                </a:lnTo>
                <a:lnTo>
                  <a:pt x="96" y="157"/>
                </a:lnTo>
                <a:lnTo>
                  <a:pt x="95" y="157"/>
                </a:lnTo>
                <a:lnTo>
                  <a:pt x="95" y="158"/>
                </a:lnTo>
                <a:lnTo>
                  <a:pt x="94" y="158"/>
                </a:lnTo>
                <a:lnTo>
                  <a:pt x="93" y="158"/>
                </a:lnTo>
                <a:lnTo>
                  <a:pt x="92" y="158"/>
                </a:lnTo>
                <a:lnTo>
                  <a:pt x="93" y="159"/>
                </a:lnTo>
                <a:lnTo>
                  <a:pt x="93" y="160"/>
                </a:lnTo>
                <a:lnTo>
                  <a:pt x="92" y="160"/>
                </a:lnTo>
                <a:lnTo>
                  <a:pt x="91" y="160"/>
                </a:lnTo>
                <a:lnTo>
                  <a:pt x="91" y="159"/>
                </a:lnTo>
                <a:lnTo>
                  <a:pt x="91" y="158"/>
                </a:lnTo>
                <a:lnTo>
                  <a:pt x="89" y="158"/>
                </a:lnTo>
                <a:lnTo>
                  <a:pt x="89" y="159"/>
                </a:lnTo>
                <a:lnTo>
                  <a:pt x="90" y="160"/>
                </a:lnTo>
                <a:lnTo>
                  <a:pt x="91" y="160"/>
                </a:lnTo>
                <a:lnTo>
                  <a:pt x="91" y="161"/>
                </a:lnTo>
                <a:lnTo>
                  <a:pt x="90" y="161"/>
                </a:lnTo>
                <a:lnTo>
                  <a:pt x="90" y="162"/>
                </a:lnTo>
                <a:lnTo>
                  <a:pt x="91" y="162"/>
                </a:lnTo>
                <a:lnTo>
                  <a:pt x="92" y="162"/>
                </a:lnTo>
                <a:lnTo>
                  <a:pt x="92" y="163"/>
                </a:lnTo>
                <a:lnTo>
                  <a:pt x="91" y="163"/>
                </a:lnTo>
                <a:lnTo>
                  <a:pt x="91" y="162"/>
                </a:lnTo>
                <a:lnTo>
                  <a:pt x="91" y="163"/>
                </a:lnTo>
                <a:lnTo>
                  <a:pt x="92" y="163"/>
                </a:lnTo>
                <a:lnTo>
                  <a:pt x="92" y="162"/>
                </a:lnTo>
                <a:lnTo>
                  <a:pt x="93" y="162"/>
                </a:lnTo>
                <a:lnTo>
                  <a:pt x="93" y="163"/>
                </a:lnTo>
                <a:lnTo>
                  <a:pt x="93" y="164"/>
                </a:lnTo>
                <a:lnTo>
                  <a:pt x="93" y="165"/>
                </a:lnTo>
                <a:lnTo>
                  <a:pt x="94" y="165"/>
                </a:lnTo>
                <a:lnTo>
                  <a:pt x="93" y="165"/>
                </a:lnTo>
                <a:lnTo>
                  <a:pt x="93" y="166"/>
                </a:lnTo>
                <a:lnTo>
                  <a:pt x="92" y="166"/>
                </a:lnTo>
                <a:lnTo>
                  <a:pt x="91" y="166"/>
                </a:lnTo>
                <a:lnTo>
                  <a:pt x="89" y="166"/>
                </a:lnTo>
                <a:lnTo>
                  <a:pt x="88" y="166"/>
                </a:lnTo>
                <a:lnTo>
                  <a:pt x="88" y="165"/>
                </a:lnTo>
                <a:lnTo>
                  <a:pt x="88" y="166"/>
                </a:lnTo>
                <a:lnTo>
                  <a:pt x="87" y="166"/>
                </a:lnTo>
                <a:lnTo>
                  <a:pt x="87" y="165"/>
                </a:lnTo>
                <a:lnTo>
                  <a:pt x="86" y="166"/>
                </a:lnTo>
                <a:lnTo>
                  <a:pt x="85" y="165"/>
                </a:lnTo>
                <a:lnTo>
                  <a:pt x="84" y="165"/>
                </a:lnTo>
                <a:lnTo>
                  <a:pt x="83" y="165"/>
                </a:lnTo>
                <a:lnTo>
                  <a:pt x="82" y="165"/>
                </a:lnTo>
                <a:lnTo>
                  <a:pt x="82" y="164"/>
                </a:lnTo>
                <a:lnTo>
                  <a:pt x="81" y="164"/>
                </a:lnTo>
                <a:lnTo>
                  <a:pt x="81" y="163"/>
                </a:lnTo>
                <a:lnTo>
                  <a:pt x="81" y="162"/>
                </a:lnTo>
                <a:lnTo>
                  <a:pt x="80" y="162"/>
                </a:lnTo>
                <a:lnTo>
                  <a:pt x="81" y="162"/>
                </a:lnTo>
                <a:lnTo>
                  <a:pt x="80" y="162"/>
                </a:lnTo>
                <a:lnTo>
                  <a:pt x="79" y="161"/>
                </a:lnTo>
                <a:lnTo>
                  <a:pt x="78" y="161"/>
                </a:lnTo>
                <a:lnTo>
                  <a:pt x="77" y="161"/>
                </a:lnTo>
                <a:lnTo>
                  <a:pt x="76" y="161"/>
                </a:lnTo>
                <a:lnTo>
                  <a:pt x="76" y="160"/>
                </a:lnTo>
                <a:lnTo>
                  <a:pt x="75" y="159"/>
                </a:lnTo>
                <a:lnTo>
                  <a:pt x="75" y="158"/>
                </a:lnTo>
                <a:lnTo>
                  <a:pt x="75" y="157"/>
                </a:lnTo>
                <a:lnTo>
                  <a:pt x="75" y="156"/>
                </a:lnTo>
                <a:lnTo>
                  <a:pt x="75" y="155"/>
                </a:lnTo>
                <a:lnTo>
                  <a:pt x="73" y="154"/>
                </a:lnTo>
                <a:lnTo>
                  <a:pt x="72" y="154"/>
                </a:lnTo>
                <a:lnTo>
                  <a:pt x="72" y="153"/>
                </a:lnTo>
                <a:lnTo>
                  <a:pt x="71" y="153"/>
                </a:lnTo>
                <a:lnTo>
                  <a:pt x="70" y="152"/>
                </a:lnTo>
                <a:lnTo>
                  <a:pt x="69" y="152"/>
                </a:lnTo>
                <a:lnTo>
                  <a:pt x="70" y="152"/>
                </a:lnTo>
                <a:lnTo>
                  <a:pt x="69" y="152"/>
                </a:lnTo>
                <a:lnTo>
                  <a:pt x="68" y="151"/>
                </a:lnTo>
                <a:lnTo>
                  <a:pt x="68" y="152"/>
                </a:lnTo>
                <a:lnTo>
                  <a:pt x="67" y="152"/>
                </a:lnTo>
                <a:lnTo>
                  <a:pt x="66" y="152"/>
                </a:lnTo>
                <a:lnTo>
                  <a:pt x="65" y="152"/>
                </a:lnTo>
                <a:lnTo>
                  <a:pt x="65" y="153"/>
                </a:lnTo>
                <a:lnTo>
                  <a:pt x="64" y="154"/>
                </a:lnTo>
                <a:lnTo>
                  <a:pt x="63" y="153"/>
                </a:lnTo>
                <a:lnTo>
                  <a:pt x="62" y="153"/>
                </a:lnTo>
                <a:lnTo>
                  <a:pt x="61" y="153"/>
                </a:lnTo>
                <a:lnTo>
                  <a:pt x="61" y="152"/>
                </a:lnTo>
                <a:lnTo>
                  <a:pt x="61" y="153"/>
                </a:lnTo>
                <a:lnTo>
                  <a:pt x="60" y="153"/>
                </a:lnTo>
                <a:lnTo>
                  <a:pt x="59" y="153"/>
                </a:lnTo>
                <a:lnTo>
                  <a:pt x="57" y="153"/>
                </a:lnTo>
                <a:lnTo>
                  <a:pt x="55" y="153"/>
                </a:lnTo>
                <a:lnTo>
                  <a:pt x="54" y="153"/>
                </a:lnTo>
                <a:lnTo>
                  <a:pt x="54" y="152"/>
                </a:lnTo>
                <a:lnTo>
                  <a:pt x="53" y="152"/>
                </a:lnTo>
                <a:lnTo>
                  <a:pt x="52" y="153"/>
                </a:lnTo>
                <a:lnTo>
                  <a:pt x="51" y="153"/>
                </a:lnTo>
                <a:lnTo>
                  <a:pt x="51" y="152"/>
                </a:lnTo>
                <a:lnTo>
                  <a:pt x="52" y="152"/>
                </a:lnTo>
                <a:lnTo>
                  <a:pt x="51" y="152"/>
                </a:lnTo>
                <a:lnTo>
                  <a:pt x="51" y="151"/>
                </a:lnTo>
                <a:lnTo>
                  <a:pt x="50" y="151"/>
                </a:lnTo>
                <a:lnTo>
                  <a:pt x="50" y="153"/>
                </a:lnTo>
                <a:lnTo>
                  <a:pt x="49" y="153"/>
                </a:lnTo>
                <a:lnTo>
                  <a:pt x="49" y="154"/>
                </a:lnTo>
                <a:lnTo>
                  <a:pt x="48" y="154"/>
                </a:lnTo>
                <a:lnTo>
                  <a:pt x="47" y="154"/>
                </a:lnTo>
                <a:lnTo>
                  <a:pt x="47" y="153"/>
                </a:lnTo>
                <a:lnTo>
                  <a:pt x="46" y="153"/>
                </a:lnTo>
                <a:lnTo>
                  <a:pt x="46" y="152"/>
                </a:lnTo>
                <a:lnTo>
                  <a:pt x="45" y="151"/>
                </a:lnTo>
                <a:lnTo>
                  <a:pt x="44" y="150"/>
                </a:lnTo>
                <a:lnTo>
                  <a:pt x="43" y="151"/>
                </a:lnTo>
                <a:lnTo>
                  <a:pt x="44" y="152"/>
                </a:lnTo>
                <a:lnTo>
                  <a:pt x="44" y="153"/>
                </a:lnTo>
                <a:lnTo>
                  <a:pt x="44" y="154"/>
                </a:lnTo>
                <a:lnTo>
                  <a:pt x="43" y="154"/>
                </a:lnTo>
                <a:lnTo>
                  <a:pt x="42" y="154"/>
                </a:lnTo>
                <a:lnTo>
                  <a:pt x="42" y="155"/>
                </a:lnTo>
                <a:lnTo>
                  <a:pt x="41" y="156"/>
                </a:lnTo>
                <a:lnTo>
                  <a:pt x="40" y="156"/>
                </a:lnTo>
                <a:lnTo>
                  <a:pt x="39" y="156"/>
                </a:lnTo>
                <a:lnTo>
                  <a:pt x="39" y="155"/>
                </a:lnTo>
                <a:lnTo>
                  <a:pt x="38" y="155"/>
                </a:lnTo>
                <a:lnTo>
                  <a:pt x="38" y="156"/>
                </a:lnTo>
                <a:lnTo>
                  <a:pt x="37" y="156"/>
                </a:lnTo>
                <a:lnTo>
                  <a:pt x="36" y="156"/>
                </a:lnTo>
                <a:lnTo>
                  <a:pt x="36" y="157"/>
                </a:lnTo>
                <a:lnTo>
                  <a:pt x="36" y="158"/>
                </a:lnTo>
                <a:lnTo>
                  <a:pt x="35" y="158"/>
                </a:lnTo>
                <a:lnTo>
                  <a:pt x="36" y="159"/>
                </a:lnTo>
                <a:lnTo>
                  <a:pt x="37" y="160"/>
                </a:lnTo>
                <a:lnTo>
                  <a:pt x="36" y="160"/>
                </a:lnTo>
                <a:lnTo>
                  <a:pt x="34" y="159"/>
                </a:lnTo>
                <a:lnTo>
                  <a:pt x="34" y="160"/>
                </a:lnTo>
                <a:lnTo>
                  <a:pt x="32" y="160"/>
                </a:lnTo>
                <a:lnTo>
                  <a:pt x="32" y="159"/>
                </a:lnTo>
                <a:lnTo>
                  <a:pt x="31" y="159"/>
                </a:lnTo>
                <a:lnTo>
                  <a:pt x="31" y="160"/>
                </a:lnTo>
                <a:lnTo>
                  <a:pt x="31" y="159"/>
                </a:lnTo>
                <a:lnTo>
                  <a:pt x="30" y="159"/>
                </a:lnTo>
                <a:lnTo>
                  <a:pt x="29" y="159"/>
                </a:lnTo>
                <a:lnTo>
                  <a:pt x="29" y="158"/>
                </a:lnTo>
                <a:lnTo>
                  <a:pt x="29" y="157"/>
                </a:lnTo>
                <a:lnTo>
                  <a:pt x="28" y="157"/>
                </a:lnTo>
                <a:lnTo>
                  <a:pt x="28" y="156"/>
                </a:lnTo>
                <a:lnTo>
                  <a:pt x="27" y="156"/>
                </a:lnTo>
                <a:lnTo>
                  <a:pt x="27" y="155"/>
                </a:lnTo>
                <a:lnTo>
                  <a:pt x="26" y="154"/>
                </a:lnTo>
                <a:lnTo>
                  <a:pt x="25" y="154"/>
                </a:lnTo>
                <a:lnTo>
                  <a:pt x="24" y="154"/>
                </a:lnTo>
                <a:lnTo>
                  <a:pt x="24" y="153"/>
                </a:lnTo>
                <a:lnTo>
                  <a:pt x="25" y="153"/>
                </a:lnTo>
                <a:lnTo>
                  <a:pt x="24" y="152"/>
                </a:lnTo>
                <a:lnTo>
                  <a:pt x="24" y="151"/>
                </a:lnTo>
                <a:lnTo>
                  <a:pt x="24" y="150"/>
                </a:lnTo>
                <a:lnTo>
                  <a:pt x="23" y="150"/>
                </a:lnTo>
                <a:lnTo>
                  <a:pt x="22" y="150"/>
                </a:lnTo>
                <a:lnTo>
                  <a:pt x="22" y="149"/>
                </a:lnTo>
                <a:lnTo>
                  <a:pt x="22" y="150"/>
                </a:lnTo>
                <a:lnTo>
                  <a:pt x="21" y="150"/>
                </a:lnTo>
                <a:lnTo>
                  <a:pt x="20" y="150"/>
                </a:lnTo>
                <a:lnTo>
                  <a:pt x="19" y="150"/>
                </a:lnTo>
                <a:lnTo>
                  <a:pt x="19" y="151"/>
                </a:lnTo>
                <a:lnTo>
                  <a:pt x="18" y="150"/>
                </a:lnTo>
                <a:lnTo>
                  <a:pt x="17" y="150"/>
                </a:lnTo>
                <a:lnTo>
                  <a:pt x="16" y="150"/>
                </a:lnTo>
                <a:lnTo>
                  <a:pt x="15" y="151"/>
                </a:lnTo>
                <a:lnTo>
                  <a:pt x="14" y="151"/>
                </a:lnTo>
                <a:lnTo>
                  <a:pt x="13" y="151"/>
                </a:lnTo>
                <a:lnTo>
                  <a:pt x="13" y="150"/>
                </a:lnTo>
                <a:lnTo>
                  <a:pt x="12" y="150"/>
                </a:lnTo>
                <a:lnTo>
                  <a:pt x="11" y="149"/>
                </a:lnTo>
                <a:lnTo>
                  <a:pt x="11" y="148"/>
                </a:lnTo>
                <a:lnTo>
                  <a:pt x="10" y="149"/>
                </a:lnTo>
                <a:lnTo>
                  <a:pt x="10" y="150"/>
                </a:lnTo>
                <a:lnTo>
                  <a:pt x="9" y="150"/>
                </a:lnTo>
                <a:lnTo>
                  <a:pt x="8" y="151"/>
                </a:lnTo>
                <a:lnTo>
                  <a:pt x="8" y="150"/>
                </a:lnTo>
                <a:lnTo>
                  <a:pt x="8" y="149"/>
                </a:lnTo>
                <a:lnTo>
                  <a:pt x="9" y="148"/>
                </a:lnTo>
                <a:lnTo>
                  <a:pt x="9" y="147"/>
                </a:lnTo>
                <a:lnTo>
                  <a:pt x="9" y="146"/>
                </a:lnTo>
                <a:lnTo>
                  <a:pt x="8" y="146"/>
                </a:lnTo>
                <a:lnTo>
                  <a:pt x="8" y="145"/>
                </a:lnTo>
                <a:lnTo>
                  <a:pt x="7" y="145"/>
                </a:lnTo>
                <a:lnTo>
                  <a:pt x="6" y="145"/>
                </a:lnTo>
                <a:lnTo>
                  <a:pt x="5" y="145"/>
                </a:lnTo>
                <a:lnTo>
                  <a:pt x="5" y="144"/>
                </a:lnTo>
                <a:lnTo>
                  <a:pt x="6" y="143"/>
                </a:lnTo>
                <a:lnTo>
                  <a:pt x="5" y="143"/>
                </a:lnTo>
                <a:lnTo>
                  <a:pt x="6" y="142"/>
                </a:lnTo>
                <a:lnTo>
                  <a:pt x="7" y="141"/>
                </a:lnTo>
                <a:lnTo>
                  <a:pt x="6" y="140"/>
                </a:lnTo>
                <a:lnTo>
                  <a:pt x="6" y="139"/>
                </a:lnTo>
                <a:lnTo>
                  <a:pt x="6" y="138"/>
                </a:lnTo>
                <a:lnTo>
                  <a:pt x="6" y="137"/>
                </a:lnTo>
                <a:lnTo>
                  <a:pt x="6" y="136"/>
                </a:lnTo>
                <a:lnTo>
                  <a:pt x="5" y="136"/>
                </a:lnTo>
                <a:lnTo>
                  <a:pt x="4" y="136"/>
                </a:lnTo>
                <a:lnTo>
                  <a:pt x="3" y="136"/>
                </a:lnTo>
                <a:lnTo>
                  <a:pt x="2" y="135"/>
                </a:lnTo>
                <a:lnTo>
                  <a:pt x="1" y="135"/>
                </a:lnTo>
                <a:lnTo>
                  <a:pt x="1" y="134"/>
                </a:lnTo>
                <a:lnTo>
                  <a:pt x="1" y="133"/>
                </a:lnTo>
                <a:lnTo>
                  <a:pt x="0" y="133"/>
                </a:lnTo>
                <a:lnTo>
                  <a:pt x="0" y="132"/>
                </a:lnTo>
                <a:lnTo>
                  <a:pt x="1" y="132"/>
                </a:lnTo>
                <a:lnTo>
                  <a:pt x="2" y="131"/>
                </a:lnTo>
                <a:lnTo>
                  <a:pt x="2" y="132"/>
                </a:lnTo>
                <a:lnTo>
                  <a:pt x="3" y="132"/>
                </a:lnTo>
                <a:lnTo>
                  <a:pt x="4" y="131"/>
                </a:lnTo>
                <a:lnTo>
                  <a:pt x="5" y="131"/>
                </a:lnTo>
                <a:lnTo>
                  <a:pt x="5" y="130"/>
                </a:lnTo>
                <a:lnTo>
                  <a:pt x="6" y="130"/>
                </a:lnTo>
                <a:lnTo>
                  <a:pt x="6" y="131"/>
                </a:lnTo>
                <a:lnTo>
                  <a:pt x="7" y="132"/>
                </a:lnTo>
                <a:lnTo>
                  <a:pt x="8" y="131"/>
                </a:lnTo>
                <a:lnTo>
                  <a:pt x="9" y="131"/>
                </a:lnTo>
                <a:lnTo>
                  <a:pt x="10" y="131"/>
                </a:lnTo>
                <a:lnTo>
                  <a:pt x="10" y="130"/>
                </a:lnTo>
                <a:lnTo>
                  <a:pt x="11" y="130"/>
                </a:lnTo>
                <a:lnTo>
                  <a:pt x="12" y="130"/>
                </a:lnTo>
                <a:lnTo>
                  <a:pt x="13" y="130"/>
                </a:lnTo>
                <a:lnTo>
                  <a:pt x="13" y="129"/>
                </a:lnTo>
                <a:lnTo>
                  <a:pt x="13" y="128"/>
                </a:lnTo>
                <a:lnTo>
                  <a:pt x="12" y="128"/>
                </a:lnTo>
                <a:lnTo>
                  <a:pt x="11" y="128"/>
                </a:lnTo>
                <a:lnTo>
                  <a:pt x="11" y="127"/>
                </a:lnTo>
                <a:lnTo>
                  <a:pt x="10" y="127"/>
                </a:lnTo>
                <a:lnTo>
                  <a:pt x="9" y="127"/>
                </a:lnTo>
                <a:lnTo>
                  <a:pt x="9" y="126"/>
                </a:lnTo>
                <a:lnTo>
                  <a:pt x="8" y="126"/>
                </a:lnTo>
                <a:lnTo>
                  <a:pt x="8" y="125"/>
                </a:lnTo>
                <a:lnTo>
                  <a:pt x="9" y="124"/>
                </a:lnTo>
                <a:lnTo>
                  <a:pt x="9" y="123"/>
                </a:lnTo>
                <a:lnTo>
                  <a:pt x="9" y="122"/>
                </a:lnTo>
                <a:lnTo>
                  <a:pt x="8" y="122"/>
                </a:lnTo>
                <a:lnTo>
                  <a:pt x="8" y="121"/>
                </a:lnTo>
                <a:lnTo>
                  <a:pt x="8" y="120"/>
                </a:lnTo>
                <a:lnTo>
                  <a:pt x="9" y="120"/>
                </a:lnTo>
                <a:lnTo>
                  <a:pt x="8" y="119"/>
                </a:lnTo>
                <a:lnTo>
                  <a:pt x="7" y="119"/>
                </a:lnTo>
                <a:lnTo>
                  <a:pt x="7" y="118"/>
                </a:lnTo>
                <a:lnTo>
                  <a:pt x="6" y="118"/>
                </a:lnTo>
                <a:lnTo>
                  <a:pt x="5" y="117"/>
                </a:lnTo>
                <a:lnTo>
                  <a:pt x="5" y="116"/>
                </a:lnTo>
                <a:lnTo>
                  <a:pt x="4" y="116"/>
                </a:lnTo>
                <a:lnTo>
                  <a:pt x="3" y="115"/>
                </a:lnTo>
                <a:lnTo>
                  <a:pt x="2" y="115"/>
                </a:lnTo>
                <a:lnTo>
                  <a:pt x="2" y="114"/>
                </a:lnTo>
                <a:lnTo>
                  <a:pt x="1" y="114"/>
                </a:lnTo>
                <a:lnTo>
                  <a:pt x="1" y="115"/>
                </a:lnTo>
                <a:lnTo>
                  <a:pt x="0" y="115"/>
                </a:lnTo>
                <a:lnTo>
                  <a:pt x="0" y="114"/>
                </a:lnTo>
                <a:lnTo>
                  <a:pt x="0" y="113"/>
                </a:lnTo>
                <a:lnTo>
                  <a:pt x="0" y="112"/>
                </a:lnTo>
                <a:lnTo>
                  <a:pt x="0" y="111"/>
                </a:lnTo>
                <a:lnTo>
                  <a:pt x="1" y="111"/>
                </a:lnTo>
                <a:lnTo>
                  <a:pt x="1" y="110"/>
                </a:lnTo>
                <a:lnTo>
                  <a:pt x="2" y="110"/>
                </a:lnTo>
                <a:lnTo>
                  <a:pt x="2" y="109"/>
                </a:lnTo>
                <a:lnTo>
                  <a:pt x="2" y="108"/>
                </a:lnTo>
                <a:lnTo>
                  <a:pt x="2" y="107"/>
                </a:lnTo>
                <a:lnTo>
                  <a:pt x="3" y="107"/>
                </a:lnTo>
                <a:lnTo>
                  <a:pt x="3" y="106"/>
                </a:lnTo>
                <a:lnTo>
                  <a:pt x="4" y="106"/>
                </a:lnTo>
                <a:lnTo>
                  <a:pt x="5" y="106"/>
                </a:lnTo>
                <a:lnTo>
                  <a:pt x="5" y="105"/>
                </a:lnTo>
                <a:lnTo>
                  <a:pt x="6" y="105"/>
                </a:lnTo>
                <a:lnTo>
                  <a:pt x="6" y="104"/>
                </a:lnTo>
                <a:lnTo>
                  <a:pt x="7" y="104"/>
                </a:lnTo>
                <a:lnTo>
                  <a:pt x="7" y="103"/>
                </a:lnTo>
                <a:lnTo>
                  <a:pt x="8" y="103"/>
                </a:lnTo>
                <a:lnTo>
                  <a:pt x="9" y="102"/>
                </a:lnTo>
                <a:lnTo>
                  <a:pt x="10" y="102"/>
                </a:lnTo>
                <a:lnTo>
                  <a:pt x="11" y="102"/>
                </a:lnTo>
                <a:lnTo>
                  <a:pt x="11" y="101"/>
                </a:lnTo>
                <a:lnTo>
                  <a:pt x="12" y="101"/>
                </a:lnTo>
                <a:lnTo>
                  <a:pt x="12" y="100"/>
                </a:lnTo>
                <a:lnTo>
                  <a:pt x="12" y="99"/>
                </a:lnTo>
                <a:lnTo>
                  <a:pt x="13" y="99"/>
                </a:lnTo>
                <a:lnTo>
                  <a:pt x="14" y="99"/>
                </a:lnTo>
                <a:lnTo>
                  <a:pt x="14" y="100"/>
                </a:lnTo>
                <a:lnTo>
                  <a:pt x="15" y="100"/>
                </a:lnTo>
                <a:lnTo>
                  <a:pt x="15" y="99"/>
                </a:lnTo>
                <a:lnTo>
                  <a:pt x="15" y="98"/>
                </a:lnTo>
                <a:lnTo>
                  <a:pt x="16" y="97"/>
                </a:lnTo>
                <a:lnTo>
                  <a:pt x="17" y="97"/>
                </a:lnTo>
                <a:lnTo>
                  <a:pt x="19" y="98"/>
                </a:lnTo>
                <a:lnTo>
                  <a:pt x="20" y="98"/>
                </a:lnTo>
                <a:lnTo>
                  <a:pt x="20" y="97"/>
                </a:lnTo>
                <a:lnTo>
                  <a:pt x="20" y="96"/>
                </a:lnTo>
                <a:lnTo>
                  <a:pt x="21" y="96"/>
                </a:lnTo>
                <a:lnTo>
                  <a:pt x="22" y="96"/>
                </a:lnTo>
                <a:lnTo>
                  <a:pt x="23" y="96"/>
                </a:lnTo>
                <a:lnTo>
                  <a:pt x="24" y="96"/>
                </a:lnTo>
                <a:lnTo>
                  <a:pt x="25" y="96"/>
                </a:lnTo>
                <a:lnTo>
                  <a:pt x="26" y="96"/>
                </a:lnTo>
                <a:lnTo>
                  <a:pt x="27" y="96"/>
                </a:lnTo>
                <a:lnTo>
                  <a:pt x="28" y="96"/>
                </a:lnTo>
                <a:lnTo>
                  <a:pt x="29" y="96"/>
                </a:lnTo>
                <a:lnTo>
                  <a:pt x="29" y="95"/>
                </a:lnTo>
                <a:lnTo>
                  <a:pt x="30" y="95"/>
                </a:lnTo>
                <a:lnTo>
                  <a:pt x="30" y="94"/>
                </a:lnTo>
                <a:lnTo>
                  <a:pt x="29" y="94"/>
                </a:lnTo>
                <a:lnTo>
                  <a:pt x="30" y="93"/>
                </a:lnTo>
                <a:lnTo>
                  <a:pt x="31" y="92"/>
                </a:lnTo>
                <a:lnTo>
                  <a:pt x="32" y="91"/>
                </a:lnTo>
                <a:lnTo>
                  <a:pt x="33" y="91"/>
                </a:lnTo>
                <a:lnTo>
                  <a:pt x="33" y="92"/>
                </a:lnTo>
                <a:lnTo>
                  <a:pt x="33" y="93"/>
                </a:lnTo>
                <a:lnTo>
                  <a:pt x="34" y="93"/>
                </a:lnTo>
                <a:lnTo>
                  <a:pt x="34" y="94"/>
                </a:lnTo>
                <a:lnTo>
                  <a:pt x="36" y="94"/>
                </a:lnTo>
                <a:lnTo>
                  <a:pt x="37" y="94"/>
                </a:lnTo>
                <a:lnTo>
                  <a:pt x="38" y="94"/>
                </a:lnTo>
                <a:lnTo>
                  <a:pt x="39" y="94"/>
                </a:lnTo>
                <a:lnTo>
                  <a:pt x="38" y="93"/>
                </a:lnTo>
                <a:lnTo>
                  <a:pt x="38" y="92"/>
                </a:lnTo>
                <a:lnTo>
                  <a:pt x="39" y="91"/>
                </a:lnTo>
                <a:lnTo>
                  <a:pt x="38" y="91"/>
                </a:lnTo>
                <a:lnTo>
                  <a:pt x="39" y="90"/>
                </a:lnTo>
                <a:lnTo>
                  <a:pt x="40" y="90"/>
                </a:lnTo>
                <a:lnTo>
                  <a:pt x="41" y="89"/>
                </a:lnTo>
                <a:lnTo>
                  <a:pt x="41" y="88"/>
                </a:lnTo>
                <a:lnTo>
                  <a:pt x="41" y="87"/>
                </a:lnTo>
                <a:lnTo>
                  <a:pt x="42" y="86"/>
                </a:lnTo>
                <a:lnTo>
                  <a:pt x="43" y="85"/>
                </a:lnTo>
                <a:lnTo>
                  <a:pt x="44" y="86"/>
                </a:lnTo>
                <a:lnTo>
                  <a:pt x="44" y="85"/>
                </a:lnTo>
                <a:lnTo>
                  <a:pt x="44" y="84"/>
                </a:lnTo>
                <a:lnTo>
                  <a:pt x="45" y="82"/>
                </a:lnTo>
                <a:lnTo>
                  <a:pt x="46" y="82"/>
                </a:lnTo>
                <a:lnTo>
                  <a:pt x="46" y="84"/>
                </a:lnTo>
                <a:lnTo>
                  <a:pt x="47" y="84"/>
                </a:lnTo>
                <a:lnTo>
                  <a:pt x="48" y="82"/>
                </a:lnTo>
                <a:lnTo>
                  <a:pt x="49" y="82"/>
                </a:lnTo>
                <a:lnTo>
                  <a:pt x="49" y="81"/>
                </a:lnTo>
                <a:lnTo>
                  <a:pt x="48" y="81"/>
                </a:lnTo>
                <a:lnTo>
                  <a:pt x="48" y="80"/>
                </a:lnTo>
                <a:lnTo>
                  <a:pt x="47" y="80"/>
                </a:lnTo>
                <a:lnTo>
                  <a:pt x="47" y="79"/>
                </a:lnTo>
                <a:lnTo>
                  <a:pt x="47" y="78"/>
                </a:lnTo>
                <a:lnTo>
                  <a:pt x="46" y="77"/>
                </a:lnTo>
                <a:lnTo>
                  <a:pt x="46" y="76"/>
                </a:lnTo>
                <a:lnTo>
                  <a:pt x="45" y="76"/>
                </a:lnTo>
                <a:lnTo>
                  <a:pt x="45" y="75"/>
                </a:lnTo>
                <a:lnTo>
                  <a:pt x="45" y="74"/>
                </a:lnTo>
                <a:lnTo>
                  <a:pt x="45" y="73"/>
                </a:lnTo>
                <a:lnTo>
                  <a:pt x="44" y="72"/>
                </a:lnTo>
                <a:lnTo>
                  <a:pt x="42" y="72"/>
                </a:lnTo>
                <a:lnTo>
                  <a:pt x="41" y="72"/>
                </a:lnTo>
                <a:lnTo>
                  <a:pt x="40" y="72"/>
                </a:lnTo>
                <a:lnTo>
                  <a:pt x="39" y="71"/>
                </a:lnTo>
                <a:lnTo>
                  <a:pt x="39" y="70"/>
                </a:lnTo>
                <a:lnTo>
                  <a:pt x="38" y="70"/>
                </a:lnTo>
                <a:lnTo>
                  <a:pt x="37" y="70"/>
                </a:lnTo>
                <a:lnTo>
                  <a:pt x="37" y="69"/>
                </a:lnTo>
                <a:lnTo>
                  <a:pt x="37" y="68"/>
                </a:lnTo>
                <a:lnTo>
                  <a:pt x="33" y="65"/>
                </a:lnTo>
                <a:lnTo>
                  <a:pt x="32" y="63"/>
                </a:lnTo>
                <a:lnTo>
                  <a:pt x="31" y="63"/>
                </a:lnTo>
                <a:lnTo>
                  <a:pt x="31" y="62"/>
                </a:lnTo>
                <a:lnTo>
                  <a:pt x="31" y="61"/>
                </a:lnTo>
                <a:lnTo>
                  <a:pt x="31" y="60"/>
                </a:lnTo>
                <a:lnTo>
                  <a:pt x="32" y="58"/>
                </a:lnTo>
                <a:lnTo>
                  <a:pt x="31" y="57"/>
                </a:lnTo>
                <a:lnTo>
                  <a:pt x="30" y="57"/>
                </a:lnTo>
                <a:lnTo>
                  <a:pt x="29" y="58"/>
                </a:lnTo>
                <a:lnTo>
                  <a:pt x="28" y="58"/>
                </a:lnTo>
                <a:lnTo>
                  <a:pt x="28" y="57"/>
                </a:lnTo>
                <a:lnTo>
                  <a:pt x="28" y="56"/>
                </a:lnTo>
                <a:lnTo>
                  <a:pt x="29" y="56"/>
                </a:lnTo>
                <a:lnTo>
                  <a:pt x="29" y="55"/>
                </a:lnTo>
                <a:lnTo>
                  <a:pt x="29" y="54"/>
                </a:lnTo>
                <a:lnTo>
                  <a:pt x="30" y="53"/>
                </a:lnTo>
                <a:lnTo>
                  <a:pt x="31" y="52"/>
                </a:lnTo>
                <a:lnTo>
                  <a:pt x="32" y="52"/>
                </a:lnTo>
                <a:lnTo>
                  <a:pt x="32" y="51"/>
                </a:lnTo>
                <a:lnTo>
                  <a:pt x="33" y="51"/>
                </a:lnTo>
                <a:lnTo>
                  <a:pt x="34" y="51"/>
                </a:lnTo>
                <a:lnTo>
                  <a:pt x="35" y="51"/>
                </a:lnTo>
                <a:lnTo>
                  <a:pt x="36" y="51"/>
                </a:lnTo>
                <a:lnTo>
                  <a:pt x="36" y="50"/>
                </a:lnTo>
                <a:lnTo>
                  <a:pt x="36" y="49"/>
                </a:lnTo>
                <a:lnTo>
                  <a:pt x="36" y="48"/>
                </a:lnTo>
                <a:lnTo>
                  <a:pt x="37" y="48"/>
                </a:lnTo>
                <a:lnTo>
                  <a:pt x="38" y="48"/>
                </a:lnTo>
                <a:lnTo>
                  <a:pt x="39" y="48"/>
                </a:lnTo>
                <a:lnTo>
                  <a:pt x="41" y="48"/>
                </a:lnTo>
                <a:lnTo>
                  <a:pt x="42" y="48"/>
                </a:lnTo>
                <a:lnTo>
                  <a:pt x="42" y="47"/>
                </a:lnTo>
                <a:lnTo>
                  <a:pt x="42" y="46"/>
                </a:lnTo>
                <a:lnTo>
                  <a:pt x="43" y="45"/>
                </a:lnTo>
                <a:lnTo>
                  <a:pt x="45" y="45"/>
                </a:lnTo>
                <a:lnTo>
                  <a:pt x="46" y="46"/>
                </a:lnTo>
                <a:lnTo>
                  <a:pt x="48" y="46"/>
                </a:lnTo>
                <a:lnTo>
                  <a:pt x="49" y="46"/>
                </a:lnTo>
                <a:lnTo>
                  <a:pt x="49" y="47"/>
                </a:lnTo>
                <a:lnTo>
                  <a:pt x="49" y="48"/>
                </a:lnTo>
                <a:lnTo>
                  <a:pt x="50" y="48"/>
                </a:lnTo>
                <a:lnTo>
                  <a:pt x="49" y="48"/>
                </a:lnTo>
                <a:lnTo>
                  <a:pt x="50" y="48"/>
                </a:lnTo>
                <a:lnTo>
                  <a:pt x="50" y="49"/>
                </a:lnTo>
                <a:lnTo>
                  <a:pt x="51" y="49"/>
                </a:lnTo>
                <a:lnTo>
                  <a:pt x="53" y="48"/>
                </a:lnTo>
                <a:lnTo>
                  <a:pt x="53" y="47"/>
                </a:lnTo>
                <a:lnTo>
                  <a:pt x="54" y="47"/>
                </a:lnTo>
                <a:lnTo>
                  <a:pt x="54" y="46"/>
                </a:lnTo>
                <a:lnTo>
                  <a:pt x="54" y="47"/>
                </a:lnTo>
                <a:lnTo>
                  <a:pt x="55" y="47"/>
                </a:lnTo>
                <a:lnTo>
                  <a:pt x="56" y="47"/>
                </a:lnTo>
                <a:lnTo>
                  <a:pt x="57" y="46"/>
                </a:lnTo>
                <a:lnTo>
                  <a:pt x="58" y="46"/>
                </a:lnTo>
                <a:lnTo>
                  <a:pt x="58" y="45"/>
                </a:lnTo>
                <a:lnTo>
                  <a:pt x="59" y="45"/>
                </a:lnTo>
                <a:lnTo>
                  <a:pt x="60" y="44"/>
                </a:lnTo>
                <a:lnTo>
                  <a:pt x="61" y="44"/>
                </a:lnTo>
                <a:lnTo>
                  <a:pt x="62" y="44"/>
                </a:lnTo>
                <a:lnTo>
                  <a:pt x="63" y="44"/>
                </a:lnTo>
                <a:lnTo>
                  <a:pt x="62" y="43"/>
                </a:lnTo>
                <a:lnTo>
                  <a:pt x="62" y="42"/>
                </a:lnTo>
                <a:lnTo>
                  <a:pt x="63" y="42"/>
                </a:lnTo>
                <a:lnTo>
                  <a:pt x="63" y="41"/>
                </a:lnTo>
                <a:lnTo>
                  <a:pt x="64" y="41"/>
                </a:lnTo>
                <a:lnTo>
                  <a:pt x="64" y="40"/>
                </a:lnTo>
                <a:lnTo>
                  <a:pt x="65" y="40"/>
                </a:lnTo>
                <a:lnTo>
                  <a:pt x="65" y="41"/>
                </a:lnTo>
                <a:lnTo>
                  <a:pt x="66" y="41"/>
                </a:lnTo>
                <a:lnTo>
                  <a:pt x="67" y="41"/>
                </a:lnTo>
                <a:lnTo>
                  <a:pt x="67" y="39"/>
                </a:lnTo>
                <a:lnTo>
                  <a:pt x="67" y="38"/>
                </a:lnTo>
                <a:lnTo>
                  <a:pt x="68" y="37"/>
                </a:lnTo>
                <a:lnTo>
                  <a:pt x="68" y="36"/>
                </a:lnTo>
                <a:lnTo>
                  <a:pt x="69" y="34"/>
                </a:lnTo>
                <a:lnTo>
                  <a:pt x="70" y="33"/>
                </a:lnTo>
                <a:lnTo>
                  <a:pt x="72" y="32"/>
                </a:lnTo>
                <a:lnTo>
                  <a:pt x="72" y="31"/>
                </a:lnTo>
                <a:lnTo>
                  <a:pt x="72" y="30"/>
                </a:lnTo>
                <a:lnTo>
                  <a:pt x="73" y="30"/>
                </a:lnTo>
                <a:lnTo>
                  <a:pt x="73" y="29"/>
                </a:lnTo>
                <a:lnTo>
                  <a:pt x="75" y="28"/>
                </a:lnTo>
                <a:lnTo>
                  <a:pt x="76" y="28"/>
                </a:lnTo>
                <a:lnTo>
                  <a:pt x="77" y="29"/>
                </a:lnTo>
                <a:lnTo>
                  <a:pt x="77" y="30"/>
                </a:lnTo>
                <a:lnTo>
                  <a:pt x="78" y="31"/>
                </a:lnTo>
                <a:lnTo>
                  <a:pt x="78" y="30"/>
                </a:lnTo>
                <a:lnTo>
                  <a:pt x="79" y="30"/>
                </a:lnTo>
                <a:lnTo>
                  <a:pt x="79" y="31"/>
                </a:lnTo>
                <a:lnTo>
                  <a:pt x="81" y="32"/>
                </a:lnTo>
                <a:lnTo>
                  <a:pt x="81" y="31"/>
                </a:lnTo>
                <a:lnTo>
                  <a:pt x="81" y="30"/>
                </a:lnTo>
                <a:lnTo>
                  <a:pt x="82" y="29"/>
                </a:lnTo>
                <a:lnTo>
                  <a:pt x="84" y="29"/>
                </a:lnTo>
                <a:lnTo>
                  <a:pt x="84" y="30"/>
                </a:lnTo>
                <a:lnTo>
                  <a:pt x="87" y="30"/>
                </a:lnTo>
                <a:lnTo>
                  <a:pt x="87" y="29"/>
                </a:lnTo>
                <a:lnTo>
                  <a:pt x="88" y="29"/>
                </a:lnTo>
                <a:lnTo>
                  <a:pt x="89" y="29"/>
                </a:lnTo>
                <a:lnTo>
                  <a:pt x="90" y="29"/>
                </a:lnTo>
                <a:lnTo>
                  <a:pt x="90" y="30"/>
                </a:lnTo>
                <a:lnTo>
                  <a:pt x="91" y="30"/>
                </a:lnTo>
                <a:lnTo>
                  <a:pt x="93" y="30"/>
                </a:lnTo>
                <a:lnTo>
                  <a:pt x="94" y="30"/>
                </a:lnTo>
                <a:lnTo>
                  <a:pt x="95" y="30"/>
                </a:lnTo>
                <a:lnTo>
                  <a:pt x="95" y="29"/>
                </a:lnTo>
                <a:lnTo>
                  <a:pt x="94" y="29"/>
                </a:lnTo>
                <a:lnTo>
                  <a:pt x="94" y="28"/>
                </a:lnTo>
                <a:lnTo>
                  <a:pt x="94" y="27"/>
                </a:lnTo>
                <a:lnTo>
                  <a:pt x="93" y="26"/>
                </a:lnTo>
                <a:lnTo>
                  <a:pt x="93" y="25"/>
                </a:lnTo>
                <a:lnTo>
                  <a:pt x="92" y="25"/>
                </a:lnTo>
                <a:lnTo>
                  <a:pt x="91" y="25"/>
                </a:lnTo>
                <a:lnTo>
                  <a:pt x="91" y="24"/>
                </a:lnTo>
                <a:lnTo>
                  <a:pt x="90" y="24"/>
                </a:lnTo>
                <a:lnTo>
                  <a:pt x="90" y="23"/>
                </a:lnTo>
                <a:lnTo>
                  <a:pt x="89" y="23"/>
                </a:lnTo>
                <a:lnTo>
                  <a:pt x="89" y="22"/>
                </a:lnTo>
                <a:lnTo>
                  <a:pt x="88" y="21"/>
                </a:lnTo>
                <a:lnTo>
                  <a:pt x="87" y="20"/>
                </a:lnTo>
                <a:lnTo>
                  <a:pt x="86" y="19"/>
                </a:lnTo>
                <a:lnTo>
                  <a:pt x="86" y="18"/>
                </a:lnTo>
                <a:lnTo>
                  <a:pt x="85" y="18"/>
                </a:lnTo>
                <a:lnTo>
                  <a:pt x="84" y="17"/>
                </a:lnTo>
                <a:lnTo>
                  <a:pt x="83" y="16"/>
                </a:lnTo>
                <a:lnTo>
                  <a:pt x="83" y="14"/>
                </a:lnTo>
                <a:lnTo>
                  <a:pt x="83" y="13"/>
                </a:lnTo>
                <a:lnTo>
                  <a:pt x="84" y="13"/>
                </a:lnTo>
                <a:lnTo>
                  <a:pt x="85" y="13"/>
                </a:lnTo>
                <a:lnTo>
                  <a:pt x="86" y="12"/>
                </a:lnTo>
                <a:lnTo>
                  <a:pt x="87" y="12"/>
                </a:lnTo>
                <a:lnTo>
                  <a:pt x="87" y="13"/>
                </a:lnTo>
                <a:lnTo>
                  <a:pt x="87" y="14"/>
                </a:lnTo>
                <a:lnTo>
                  <a:pt x="88" y="15"/>
                </a:lnTo>
                <a:lnTo>
                  <a:pt x="89" y="16"/>
                </a:lnTo>
                <a:lnTo>
                  <a:pt x="90" y="17"/>
                </a:lnTo>
                <a:lnTo>
                  <a:pt x="90" y="16"/>
                </a:lnTo>
                <a:lnTo>
                  <a:pt x="91" y="16"/>
                </a:lnTo>
                <a:lnTo>
                  <a:pt x="92" y="17"/>
                </a:lnTo>
                <a:lnTo>
                  <a:pt x="93" y="17"/>
                </a:lnTo>
                <a:lnTo>
                  <a:pt x="93" y="16"/>
                </a:lnTo>
                <a:lnTo>
                  <a:pt x="94" y="16"/>
                </a:lnTo>
                <a:lnTo>
                  <a:pt x="94" y="17"/>
                </a:lnTo>
                <a:lnTo>
                  <a:pt x="95" y="17"/>
                </a:lnTo>
                <a:lnTo>
                  <a:pt x="96" y="17"/>
                </a:lnTo>
                <a:lnTo>
                  <a:pt x="96" y="16"/>
                </a:lnTo>
                <a:lnTo>
                  <a:pt x="95" y="14"/>
                </a:lnTo>
                <a:lnTo>
                  <a:pt x="94" y="13"/>
                </a:lnTo>
                <a:lnTo>
                  <a:pt x="93" y="11"/>
                </a:lnTo>
                <a:lnTo>
                  <a:pt x="93" y="10"/>
                </a:lnTo>
                <a:lnTo>
                  <a:pt x="93" y="9"/>
                </a:lnTo>
                <a:lnTo>
                  <a:pt x="94" y="9"/>
                </a:lnTo>
                <a:lnTo>
                  <a:pt x="94" y="8"/>
                </a:lnTo>
                <a:lnTo>
                  <a:pt x="95" y="8"/>
                </a:lnTo>
                <a:lnTo>
                  <a:pt x="97" y="8"/>
                </a:lnTo>
                <a:lnTo>
                  <a:pt x="98" y="8"/>
                </a:lnTo>
                <a:lnTo>
                  <a:pt x="98" y="9"/>
                </a:lnTo>
                <a:lnTo>
                  <a:pt x="99" y="9"/>
                </a:lnTo>
                <a:lnTo>
                  <a:pt x="100" y="8"/>
                </a:lnTo>
                <a:lnTo>
                  <a:pt x="101" y="8"/>
                </a:lnTo>
                <a:lnTo>
                  <a:pt x="102" y="7"/>
                </a:lnTo>
                <a:lnTo>
                  <a:pt x="103" y="8"/>
                </a:lnTo>
                <a:lnTo>
                  <a:pt x="103" y="7"/>
                </a:lnTo>
                <a:lnTo>
                  <a:pt x="104" y="7"/>
                </a:lnTo>
                <a:lnTo>
                  <a:pt x="105" y="8"/>
                </a:lnTo>
                <a:lnTo>
                  <a:pt x="106" y="8"/>
                </a:lnTo>
                <a:lnTo>
                  <a:pt x="106" y="9"/>
                </a:lnTo>
                <a:lnTo>
                  <a:pt x="107" y="9"/>
                </a:lnTo>
                <a:lnTo>
                  <a:pt x="108" y="8"/>
                </a:lnTo>
                <a:lnTo>
                  <a:pt x="108" y="5"/>
                </a:lnTo>
                <a:lnTo>
                  <a:pt x="109" y="4"/>
                </a:lnTo>
                <a:lnTo>
                  <a:pt x="109" y="3"/>
                </a:lnTo>
                <a:lnTo>
                  <a:pt x="108" y="3"/>
                </a:lnTo>
                <a:lnTo>
                  <a:pt x="108" y="2"/>
                </a:lnTo>
                <a:lnTo>
                  <a:pt x="108" y="1"/>
                </a:lnTo>
                <a:lnTo>
                  <a:pt x="110" y="0"/>
                </a:lnTo>
                <a:lnTo>
                  <a:pt x="111" y="0"/>
                </a:lnTo>
                <a:lnTo>
                  <a:pt x="112" y="0"/>
                </a:lnTo>
                <a:lnTo>
                  <a:pt x="112" y="1"/>
                </a:lnTo>
                <a:lnTo>
                  <a:pt x="113" y="1"/>
                </a:lnTo>
                <a:lnTo>
                  <a:pt x="11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1" name=""/>
          <p:cNvSpPr/>
          <p:nvPr/>
        </p:nvSpPr>
        <p:spPr>
          <a:xfrm>
            <a:off x="4516200" y="3653280"/>
            <a:ext cx="44280" cy="62640"/>
          </a:xfrm>
          <a:custGeom>
            <a:avLst/>
            <a:gdLst/>
            <a:ahLst/>
            <a:rect l="0" t="0" r="r" b="b"/>
            <a:pathLst>
              <a:path w="123" h="174">
                <a:moveTo>
                  <a:pt x="66" y="0"/>
                </a:moveTo>
                <a:lnTo>
                  <a:pt x="68" y="1"/>
                </a:lnTo>
                <a:lnTo>
                  <a:pt x="69" y="1"/>
                </a:lnTo>
                <a:lnTo>
                  <a:pt x="71" y="2"/>
                </a:lnTo>
                <a:lnTo>
                  <a:pt x="72" y="2"/>
                </a:lnTo>
                <a:lnTo>
                  <a:pt x="73" y="2"/>
                </a:lnTo>
                <a:lnTo>
                  <a:pt x="74" y="2"/>
                </a:lnTo>
                <a:lnTo>
                  <a:pt x="75" y="2"/>
                </a:lnTo>
                <a:lnTo>
                  <a:pt x="77" y="2"/>
                </a:lnTo>
                <a:lnTo>
                  <a:pt x="77" y="3"/>
                </a:lnTo>
                <a:lnTo>
                  <a:pt x="77" y="4"/>
                </a:lnTo>
                <a:lnTo>
                  <a:pt x="77" y="6"/>
                </a:lnTo>
                <a:lnTo>
                  <a:pt x="78" y="6"/>
                </a:lnTo>
                <a:lnTo>
                  <a:pt x="77" y="6"/>
                </a:lnTo>
                <a:lnTo>
                  <a:pt x="78" y="7"/>
                </a:lnTo>
                <a:lnTo>
                  <a:pt x="79" y="8"/>
                </a:lnTo>
                <a:lnTo>
                  <a:pt x="80" y="8"/>
                </a:lnTo>
                <a:lnTo>
                  <a:pt x="80" y="9"/>
                </a:lnTo>
                <a:lnTo>
                  <a:pt x="81" y="9"/>
                </a:lnTo>
                <a:lnTo>
                  <a:pt x="82" y="9"/>
                </a:lnTo>
                <a:lnTo>
                  <a:pt x="82" y="10"/>
                </a:lnTo>
                <a:lnTo>
                  <a:pt x="84" y="10"/>
                </a:lnTo>
                <a:lnTo>
                  <a:pt x="84" y="11"/>
                </a:lnTo>
                <a:lnTo>
                  <a:pt x="84" y="12"/>
                </a:lnTo>
                <a:lnTo>
                  <a:pt x="85" y="12"/>
                </a:lnTo>
                <a:lnTo>
                  <a:pt x="86" y="12"/>
                </a:lnTo>
                <a:lnTo>
                  <a:pt x="86" y="13"/>
                </a:lnTo>
                <a:lnTo>
                  <a:pt x="86" y="14"/>
                </a:lnTo>
                <a:lnTo>
                  <a:pt x="86" y="15"/>
                </a:lnTo>
                <a:lnTo>
                  <a:pt x="85" y="15"/>
                </a:lnTo>
                <a:lnTo>
                  <a:pt x="85" y="16"/>
                </a:lnTo>
                <a:lnTo>
                  <a:pt x="86" y="16"/>
                </a:lnTo>
                <a:lnTo>
                  <a:pt x="86" y="15"/>
                </a:lnTo>
                <a:lnTo>
                  <a:pt x="87" y="15"/>
                </a:lnTo>
                <a:lnTo>
                  <a:pt x="88" y="16"/>
                </a:lnTo>
                <a:lnTo>
                  <a:pt x="88" y="17"/>
                </a:lnTo>
                <a:lnTo>
                  <a:pt x="89" y="17"/>
                </a:lnTo>
                <a:lnTo>
                  <a:pt x="89" y="16"/>
                </a:lnTo>
                <a:lnTo>
                  <a:pt x="90" y="16"/>
                </a:lnTo>
                <a:lnTo>
                  <a:pt x="91" y="16"/>
                </a:lnTo>
                <a:lnTo>
                  <a:pt x="91" y="17"/>
                </a:lnTo>
                <a:lnTo>
                  <a:pt x="93" y="18"/>
                </a:lnTo>
                <a:lnTo>
                  <a:pt x="94" y="17"/>
                </a:lnTo>
                <a:lnTo>
                  <a:pt x="95" y="17"/>
                </a:lnTo>
                <a:lnTo>
                  <a:pt x="95" y="18"/>
                </a:lnTo>
                <a:lnTo>
                  <a:pt x="95" y="19"/>
                </a:lnTo>
                <a:lnTo>
                  <a:pt x="96" y="19"/>
                </a:lnTo>
                <a:lnTo>
                  <a:pt x="97" y="20"/>
                </a:lnTo>
                <a:lnTo>
                  <a:pt x="96" y="20"/>
                </a:lnTo>
                <a:lnTo>
                  <a:pt x="96" y="21"/>
                </a:lnTo>
                <a:lnTo>
                  <a:pt x="95" y="21"/>
                </a:lnTo>
                <a:lnTo>
                  <a:pt x="94" y="21"/>
                </a:lnTo>
                <a:lnTo>
                  <a:pt x="94" y="22"/>
                </a:lnTo>
                <a:lnTo>
                  <a:pt x="94" y="24"/>
                </a:lnTo>
                <a:lnTo>
                  <a:pt x="95" y="24"/>
                </a:lnTo>
                <a:lnTo>
                  <a:pt x="95" y="23"/>
                </a:lnTo>
                <a:lnTo>
                  <a:pt x="96" y="23"/>
                </a:lnTo>
                <a:lnTo>
                  <a:pt x="97" y="23"/>
                </a:lnTo>
                <a:lnTo>
                  <a:pt x="97" y="24"/>
                </a:lnTo>
                <a:lnTo>
                  <a:pt x="98" y="24"/>
                </a:lnTo>
                <a:lnTo>
                  <a:pt x="98" y="25"/>
                </a:lnTo>
                <a:lnTo>
                  <a:pt x="99" y="26"/>
                </a:lnTo>
                <a:lnTo>
                  <a:pt x="98" y="26"/>
                </a:lnTo>
                <a:lnTo>
                  <a:pt x="98" y="27"/>
                </a:lnTo>
                <a:lnTo>
                  <a:pt x="98" y="28"/>
                </a:lnTo>
                <a:lnTo>
                  <a:pt x="97" y="29"/>
                </a:lnTo>
                <a:lnTo>
                  <a:pt x="96" y="28"/>
                </a:lnTo>
                <a:lnTo>
                  <a:pt x="95" y="28"/>
                </a:lnTo>
                <a:lnTo>
                  <a:pt x="95" y="29"/>
                </a:lnTo>
                <a:lnTo>
                  <a:pt x="94" y="29"/>
                </a:lnTo>
                <a:lnTo>
                  <a:pt x="94" y="28"/>
                </a:lnTo>
                <a:lnTo>
                  <a:pt x="93" y="28"/>
                </a:lnTo>
                <a:lnTo>
                  <a:pt x="92" y="28"/>
                </a:lnTo>
                <a:lnTo>
                  <a:pt x="91" y="27"/>
                </a:lnTo>
                <a:lnTo>
                  <a:pt x="90" y="27"/>
                </a:lnTo>
                <a:lnTo>
                  <a:pt x="89" y="27"/>
                </a:lnTo>
                <a:lnTo>
                  <a:pt x="88" y="27"/>
                </a:lnTo>
                <a:lnTo>
                  <a:pt x="88" y="28"/>
                </a:lnTo>
                <a:lnTo>
                  <a:pt x="88" y="29"/>
                </a:lnTo>
                <a:lnTo>
                  <a:pt x="87" y="29"/>
                </a:lnTo>
                <a:lnTo>
                  <a:pt x="86" y="29"/>
                </a:lnTo>
                <a:lnTo>
                  <a:pt x="86" y="28"/>
                </a:lnTo>
                <a:lnTo>
                  <a:pt x="84" y="28"/>
                </a:lnTo>
                <a:lnTo>
                  <a:pt x="84" y="29"/>
                </a:lnTo>
                <a:lnTo>
                  <a:pt x="82" y="28"/>
                </a:lnTo>
                <a:lnTo>
                  <a:pt x="81" y="28"/>
                </a:lnTo>
                <a:lnTo>
                  <a:pt x="81" y="27"/>
                </a:lnTo>
                <a:lnTo>
                  <a:pt x="80" y="26"/>
                </a:lnTo>
                <a:lnTo>
                  <a:pt x="79" y="26"/>
                </a:lnTo>
                <a:lnTo>
                  <a:pt x="78" y="26"/>
                </a:lnTo>
                <a:lnTo>
                  <a:pt x="77" y="26"/>
                </a:lnTo>
                <a:lnTo>
                  <a:pt x="76" y="26"/>
                </a:lnTo>
                <a:lnTo>
                  <a:pt x="75" y="26"/>
                </a:lnTo>
                <a:lnTo>
                  <a:pt x="74" y="26"/>
                </a:lnTo>
                <a:lnTo>
                  <a:pt x="74" y="27"/>
                </a:lnTo>
                <a:lnTo>
                  <a:pt x="75" y="27"/>
                </a:lnTo>
                <a:lnTo>
                  <a:pt x="75" y="28"/>
                </a:lnTo>
                <a:lnTo>
                  <a:pt x="74" y="29"/>
                </a:lnTo>
                <a:lnTo>
                  <a:pt x="74" y="30"/>
                </a:lnTo>
                <a:lnTo>
                  <a:pt x="74" y="31"/>
                </a:lnTo>
                <a:lnTo>
                  <a:pt x="74" y="30"/>
                </a:lnTo>
                <a:lnTo>
                  <a:pt x="73" y="30"/>
                </a:lnTo>
                <a:lnTo>
                  <a:pt x="73" y="31"/>
                </a:lnTo>
                <a:lnTo>
                  <a:pt x="72" y="31"/>
                </a:lnTo>
                <a:lnTo>
                  <a:pt x="72" y="32"/>
                </a:lnTo>
                <a:lnTo>
                  <a:pt x="73" y="32"/>
                </a:lnTo>
                <a:lnTo>
                  <a:pt x="73" y="33"/>
                </a:lnTo>
                <a:lnTo>
                  <a:pt x="73" y="34"/>
                </a:lnTo>
                <a:lnTo>
                  <a:pt x="72" y="34"/>
                </a:lnTo>
                <a:lnTo>
                  <a:pt x="71" y="34"/>
                </a:lnTo>
                <a:lnTo>
                  <a:pt x="72" y="34"/>
                </a:lnTo>
                <a:lnTo>
                  <a:pt x="72" y="35"/>
                </a:lnTo>
                <a:lnTo>
                  <a:pt x="71" y="35"/>
                </a:lnTo>
                <a:lnTo>
                  <a:pt x="72" y="35"/>
                </a:lnTo>
                <a:lnTo>
                  <a:pt x="72" y="36"/>
                </a:lnTo>
                <a:lnTo>
                  <a:pt x="73" y="36"/>
                </a:lnTo>
                <a:lnTo>
                  <a:pt x="73" y="37"/>
                </a:lnTo>
                <a:lnTo>
                  <a:pt x="73" y="39"/>
                </a:lnTo>
                <a:lnTo>
                  <a:pt x="74" y="40"/>
                </a:lnTo>
                <a:lnTo>
                  <a:pt x="74" y="41"/>
                </a:lnTo>
                <a:lnTo>
                  <a:pt x="75" y="41"/>
                </a:lnTo>
                <a:lnTo>
                  <a:pt x="75" y="42"/>
                </a:lnTo>
                <a:lnTo>
                  <a:pt x="75" y="43"/>
                </a:lnTo>
                <a:lnTo>
                  <a:pt x="76" y="45"/>
                </a:lnTo>
                <a:lnTo>
                  <a:pt x="77" y="46"/>
                </a:lnTo>
                <a:lnTo>
                  <a:pt x="76" y="46"/>
                </a:lnTo>
                <a:lnTo>
                  <a:pt x="76" y="47"/>
                </a:lnTo>
                <a:lnTo>
                  <a:pt x="76" y="48"/>
                </a:lnTo>
                <a:lnTo>
                  <a:pt x="75" y="48"/>
                </a:lnTo>
                <a:lnTo>
                  <a:pt x="76" y="49"/>
                </a:lnTo>
                <a:lnTo>
                  <a:pt x="75" y="50"/>
                </a:lnTo>
                <a:lnTo>
                  <a:pt x="74" y="50"/>
                </a:lnTo>
                <a:lnTo>
                  <a:pt x="75" y="50"/>
                </a:lnTo>
                <a:lnTo>
                  <a:pt x="76" y="50"/>
                </a:lnTo>
                <a:lnTo>
                  <a:pt x="77" y="50"/>
                </a:lnTo>
                <a:lnTo>
                  <a:pt x="78" y="50"/>
                </a:lnTo>
                <a:lnTo>
                  <a:pt x="78" y="51"/>
                </a:lnTo>
                <a:lnTo>
                  <a:pt x="79" y="51"/>
                </a:lnTo>
                <a:lnTo>
                  <a:pt x="80" y="51"/>
                </a:lnTo>
                <a:lnTo>
                  <a:pt x="79" y="52"/>
                </a:lnTo>
                <a:lnTo>
                  <a:pt x="80" y="52"/>
                </a:lnTo>
                <a:lnTo>
                  <a:pt x="80" y="53"/>
                </a:lnTo>
                <a:lnTo>
                  <a:pt x="79" y="53"/>
                </a:lnTo>
                <a:lnTo>
                  <a:pt x="79" y="52"/>
                </a:lnTo>
                <a:lnTo>
                  <a:pt x="79" y="53"/>
                </a:lnTo>
                <a:lnTo>
                  <a:pt x="78" y="53"/>
                </a:lnTo>
                <a:lnTo>
                  <a:pt x="78" y="54"/>
                </a:lnTo>
                <a:lnTo>
                  <a:pt x="79" y="54"/>
                </a:lnTo>
                <a:lnTo>
                  <a:pt x="79" y="55"/>
                </a:lnTo>
                <a:lnTo>
                  <a:pt x="80" y="56"/>
                </a:lnTo>
                <a:lnTo>
                  <a:pt x="81" y="56"/>
                </a:lnTo>
                <a:lnTo>
                  <a:pt x="82" y="56"/>
                </a:lnTo>
                <a:lnTo>
                  <a:pt x="84" y="56"/>
                </a:lnTo>
                <a:lnTo>
                  <a:pt x="85" y="56"/>
                </a:lnTo>
                <a:lnTo>
                  <a:pt x="85" y="57"/>
                </a:lnTo>
                <a:lnTo>
                  <a:pt x="85" y="58"/>
                </a:lnTo>
                <a:lnTo>
                  <a:pt x="86" y="58"/>
                </a:lnTo>
                <a:lnTo>
                  <a:pt x="86" y="59"/>
                </a:lnTo>
                <a:lnTo>
                  <a:pt x="86" y="60"/>
                </a:lnTo>
                <a:lnTo>
                  <a:pt x="87" y="60"/>
                </a:lnTo>
                <a:lnTo>
                  <a:pt x="87" y="59"/>
                </a:lnTo>
                <a:lnTo>
                  <a:pt x="87" y="60"/>
                </a:lnTo>
                <a:lnTo>
                  <a:pt x="87" y="61"/>
                </a:lnTo>
                <a:lnTo>
                  <a:pt x="87" y="62"/>
                </a:lnTo>
                <a:lnTo>
                  <a:pt x="87" y="63"/>
                </a:lnTo>
                <a:lnTo>
                  <a:pt x="86" y="63"/>
                </a:lnTo>
                <a:lnTo>
                  <a:pt x="86" y="62"/>
                </a:lnTo>
                <a:lnTo>
                  <a:pt x="86" y="63"/>
                </a:lnTo>
                <a:lnTo>
                  <a:pt x="86" y="64"/>
                </a:lnTo>
                <a:lnTo>
                  <a:pt x="85" y="64"/>
                </a:lnTo>
                <a:lnTo>
                  <a:pt x="85" y="63"/>
                </a:lnTo>
                <a:lnTo>
                  <a:pt x="85" y="64"/>
                </a:lnTo>
                <a:lnTo>
                  <a:pt x="85" y="65"/>
                </a:lnTo>
                <a:lnTo>
                  <a:pt x="84" y="65"/>
                </a:lnTo>
                <a:lnTo>
                  <a:pt x="84" y="66"/>
                </a:lnTo>
                <a:lnTo>
                  <a:pt x="82" y="66"/>
                </a:lnTo>
                <a:lnTo>
                  <a:pt x="82" y="67"/>
                </a:lnTo>
                <a:lnTo>
                  <a:pt x="84" y="67"/>
                </a:lnTo>
                <a:lnTo>
                  <a:pt x="84" y="66"/>
                </a:lnTo>
                <a:lnTo>
                  <a:pt x="84" y="67"/>
                </a:lnTo>
                <a:lnTo>
                  <a:pt x="85" y="67"/>
                </a:lnTo>
                <a:lnTo>
                  <a:pt x="86" y="67"/>
                </a:lnTo>
                <a:lnTo>
                  <a:pt x="86" y="68"/>
                </a:lnTo>
                <a:lnTo>
                  <a:pt x="86" y="69"/>
                </a:lnTo>
                <a:lnTo>
                  <a:pt x="87" y="69"/>
                </a:lnTo>
                <a:lnTo>
                  <a:pt x="87" y="68"/>
                </a:lnTo>
                <a:lnTo>
                  <a:pt x="88" y="68"/>
                </a:lnTo>
                <a:lnTo>
                  <a:pt x="88" y="67"/>
                </a:lnTo>
                <a:lnTo>
                  <a:pt x="89" y="67"/>
                </a:lnTo>
                <a:lnTo>
                  <a:pt x="89" y="68"/>
                </a:lnTo>
                <a:lnTo>
                  <a:pt x="90" y="68"/>
                </a:lnTo>
                <a:lnTo>
                  <a:pt x="90" y="69"/>
                </a:lnTo>
                <a:lnTo>
                  <a:pt x="91" y="69"/>
                </a:lnTo>
                <a:lnTo>
                  <a:pt x="91" y="70"/>
                </a:lnTo>
                <a:lnTo>
                  <a:pt x="90" y="70"/>
                </a:lnTo>
                <a:lnTo>
                  <a:pt x="89" y="70"/>
                </a:lnTo>
                <a:lnTo>
                  <a:pt x="89" y="71"/>
                </a:lnTo>
                <a:lnTo>
                  <a:pt x="90" y="71"/>
                </a:lnTo>
                <a:lnTo>
                  <a:pt x="90" y="72"/>
                </a:lnTo>
                <a:lnTo>
                  <a:pt x="91" y="72"/>
                </a:lnTo>
                <a:lnTo>
                  <a:pt x="91" y="73"/>
                </a:lnTo>
                <a:lnTo>
                  <a:pt x="91" y="74"/>
                </a:lnTo>
                <a:lnTo>
                  <a:pt x="92" y="73"/>
                </a:lnTo>
                <a:lnTo>
                  <a:pt x="93" y="73"/>
                </a:lnTo>
                <a:lnTo>
                  <a:pt x="93" y="72"/>
                </a:lnTo>
                <a:lnTo>
                  <a:pt x="94" y="72"/>
                </a:lnTo>
                <a:lnTo>
                  <a:pt x="94" y="71"/>
                </a:lnTo>
                <a:lnTo>
                  <a:pt x="93" y="71"/>
                </a:lnTo>
                <a:lnTo>
                  <a:pt x="93" y="70"/>
                </a:lnTo>
                <a:lnTo>
                  <a:pt x="93" y="69"/>
                </a:lnTo>
                <a:lnTo>
                  <a:pt x="94" y="69"/>
                </a:lnTo>
                <a:lnTo>
                  <a:pt x="95" y="69"/>
                </a:lnTo>
                <a:lnTo>
                  <a:pt x="95" y="68"/>
                </a:lnTo>
                <a:lnTo>
                  <a:pt x="94" y="67"/>
                </a:lnTo>
                <a:lnTo>
                  <a:pt x="95" y="67"/>
                </a:lnTo>
                <a:lnTo>
                  <a:pt x="96" y="67"/>
                </a:lnTo>
                <a:lnTo>
                  <a:pt x="96" y="66"/>
                </a:lnTo>
                <a:lnTo>
                  <a:pt x="97" y="67"/>
                </a:lnTo>
                <a:lnTo>
                  <a:pt x="98" y="67"/>
                </a:lnTo>
                <a:lnTo>
                  <a:pt x="98" y="66"/>
                </a:lnTo>
                <a:lnTo>
                  <a:pt x="99" y="66"/>
                </a:lnTo>
                <a:lnTo>
                  <a:pt x="100" y="66"/>
                </a:lnTo>
                <a:lnTo>
                  <a:pt x="100" y="67"/>
                </a:lnTo>
                <a:lnTo>
                  <a:pt x="101" y="67"/>
                </a:lnTo>
                <a:lnTo>
                  <a:pt x="102" y="67"/>
                </a:lnTo>
                <a:lnTo>
                  <a:pt x="103" y="67"/>
                </a:lnTo>
                <a:lnTo>
                  <a:pt x="104" y="67"/>
                </a:lnTo>
                <a:lnTo>
                  <a:pt x="105" y="67"/>
                </a:lnTo>
                <a:lnTo>
                  <a:pt x="105" y="66"/>
                </a:lnTo>
                <a:lnTo>
                  <a:pt x="106" y="67"/>
                </a:lnTo>
                <a:lnTo>
                  <a:pt x="107" y="67"/>
                </a:lnTo>
                <a:lnTo>
                  <a:pt x="108" y="67"/>
                </a:lnTo>
                <a:lnTo>
                  <a:pt x="109" y="67"/>
                </a:lnTo>
                <a:lnTo>
                  <a:pt x="110" y="68"/>
                </a:lnTo>
                <a:lnTo>
                  <a:pt x="109" y="68"/>
                </a:lnTo>
                <a:lnTo>
                  <a:pt x="110" y="68"/>
                </a:lnTo>
                <a:lnTo>
                  <a:pt x="111" y="69"/>
                </a:lnTo>
                <a:lnTo>
                  <a:pt x="111" y="70"/>
                </a:lnTo>
                <a:lnTo>
                  <a:pt x="110" y="70"/>
                </a:lnTo>
                <a:lnTo>
                  <a:pt x="110" y="71"/>
                </a:lnTo>
                <a:lnTo>
                  <a:pt x="109" y="72"/>
                </a:lnTo>
                <a:lnTo>
                  <a:pt x="109" y="73"/>
                </a:lnTo>
                <a:lnTo>
                  <a:pt x="108" y="73"/>
                </a:lnTo>
                <a:lnTo>
                  <a:pt x="109" y="74"/>
                </a:lnTo>
                <a:lnTo>
                  <a:pt x="109" y="75"/>
                </a:lnTo>
                <a:lnTo>
                  <a:pt x="108" y="76"/>
                </a:lnTo>
                <a:lnTo>
                  <a:pt x="108" y="78"/>
                </a:lnTo>
                <a:lnTo>
                  <a:pt x="107" y="78"/>
                </a:lnTo>
                <a:lnTo>
                  <a:pt x="108" y="78"/>
                </a:lnTo>
                <a:lnTo>
                  <a:pt x="108" y="79"/>
                </a:lnTo>
                <a:lnTo>
                  <a:pt x="108" y="80"/>
                </a:lnTo>
                <a:lnTo>
                  <a:pt x="107" y="80"/>
                </a:lnTo>
                <a:lnTo>
                  <a:pt x="106" y="80"/>
                </a:lnTo>
                <a:lnTo>
                  <a:pt x="106" y="81"/>
                </a:lnTo>
                <a:lnTo>
                  <a:pt x="105" y="81"/>
                </a:lnTo>
                <a:lnTo>
                  <a:pt x="105" y="84"/>
                </a:lnTo>
                <a:lnTo>
                  <a:pt x="105" y="85"/>
                </a:lnTo>
                <a:lnTo>
                  <a:pt x="105" y="86"/>
                </a:lnTo>
                <a:lnTo>
                  <a:pt x="103" y="86"/>
                </a:lnTo>
                <a:lnTo>
                  <a:pt x="103" y="87"/>
                </a:lnTo>
                <a:lnTo>
                  <a:pt x="104" y="87"/>
                </a:lnTo>
                <a:lnTo>
                  <a:pt x="105" y="87"/>
                </a:lnTo>
                <a:lnTo>
                  <a:pt x="104" y="88"/>
                </a:lnTo>
                <a:lnTo>
                  <a:pt x="105" y="89"/>
                </a:lnTo>
                <a:lnTo>
                  <a:pt x="104" y="89"/>
                </a:lnTo>
                <a:lnTo>
                  <a:pt x="103" y="89"/>
                </a:lnTo>
                <a:lnTo>
                  <a:pt x="102" y="89"/>
                </a:lnTo>
                <a:lnTo>
                  <a:pt x="101" y="89"/>
                </a:lnTo>
                <a:lnTo>
                  <a:pt x="100" y="89"/>
                </a:lnTo>
                <a:lnTo>
                  <a:pt x="99" y="90"/>
                </a:lnTo>
                <a:lnTo>
                  <a:pt x="99" y="91"/>
                </a:lnTo>
                <a:lnTo>
                  <a:pt x="100" y="92"/>
                </a:lnTo>
                <a:lnTo>
                  <a:pt x="101" y="91"/>
                </a:lnTo>
                <a:lnTo>
                  <a:pt x="102" y="91"/>
                </a:lnTo>
                <a:lnTo>
                  <a:pt x="102" y="92"/>
                </a:lnTo>
                <a:lnTo>
                  <a:pt x="103" y="92"/>
                </a:lnTo>
                <a:lnTo>
                  <a:pt x="103" y="91"/>
                </a:lnTo>
                <a:lnTo>
                  <a:pt x="104" y="91"/>
                </a:lnTo>
                <a:lnTo>
                  <a:pt x="104" y="90"/>
                </a:lnTo>
                <a:lnTo>
                  <a:pt x="103" y="90"/>
                </a:lnTo>
                <a:lnTo>
                  <a:pt x="104" y="90"/>
                </a:lnTo>
                <a:lnTo>
                  <a:pt x="105" y="90"/>
                </a:lnTo>
                <a:lnTo>
                  <a:pt x="105" y="91"/>
                </a:lnTo>
                <a:lnTo>
                  <a:pt x="104" y="91"/>
                </a:lnTo>
                <a:lnTo>
                  <a:pt x="104" y="92"/>
                </a:lnTo>
                <a:lnTo>
                  <a:pt x="103" y="93"/>
                </a:lnTo>
                <a:lnTo>
                  <a:pt x="103" y="94"/>
                </a:lnTo>
                <a:lnTo>
                  <a:pt x="104" y="94"/>
                </a:lnTo>
                <a:lnTo>
                  <a:pt x="105" y="94"/>
                </a:lnTo>
                <a:lnTo>
                  <a:pt x="106" y="94"/>
                </a:lnTo>
                <a:lnTo>
                  <a:pt x="107" y="94"/>
                </a:lnTo>
                <a:lnTo>
                  <a:pt x="107" y="95"/>
                </a:lnTo>
                <a:lnTo>
                  <a:pt x="108" y="95"/>
                </a:lnTo>
                <a:lnTo>
                  <a:pt x="109" y="95"/>
                </a:lnTo>
                <a:lnTo>
                  <a:pt x="110" y="95"/>
                </a:lnTo>
                <a:lnTo>
                  <a:pt x="111" y="95"/>
                </a:lnTo>
                <a:lnTo>
                  <a:pt x="112" y="95"/>
                </a:lnTo>
                <a:lnTo>
                  <a:pt x="113" y="95"/>
                </a:lnTo>
                <a:lnTo>
                  <a:pt x="114" y="95"/>
                </a:lnTo>
                <a:lnTo>
                  <a:pt x="114" y="96"/>
                </a:lnTo>
                <a:lnTo>
                  <a:pt x="115" y="96"/>
                </a:lnTo>
                <a:lnTo>
                  <a:pt x="114" y="96"/>
                </a:lnTo>
                <a:lnTo>
                  <a:pt x="115" y="96"/>
                </a:lnTo>
                <a:lnTo>
                  <a:pt x="115" y="97"/>
                </a:lnTo>
                <a:lnTo>
                  <a:pt x="116" y="97"/>
                </a:lnTo>
                <a:lnTo>
                  <a:pt x="117" y="98"/>
                </a:lnTo>
                <a:lnTo>
                  <a:pt x="116" y="98"/>
                </a:lnTo>
                <a:lnTo>
                  <a:pt x="117" y="98"/>
                </a:lnTo>
                <a:lnTo>
                  <a:pt x="118" y="98"/>
                </a:lnTo>
                <a:lnTo>
                  <a:pt x="118" y="99"/>
                </a:lnTo>
                <a:lnTo>
                  <a:pt x="119" y="98"/>
                </a:lnTo>
                <a:lnTo>
                  <a:pt x="120" y="98"/>
                </a:lnTo>
                <a:lnTo>
                  <a:pt x="120" y="99"/>
                </a:lnTo>
                <a:lnTo>
                  <a:pt x="120" y="100"/>
                </a:lnTo>
                <a:lnTo>
                  <a:pt x="120" y="101"/>
                </a:lnTo>
                <a:lnTo>
                  <a:pt x="121" y="101"/>
                </a:lnTo>
                <a:lnTo>
                  <a:pt x="122" y="101"/>
                </a:lnTo>
                <a:lnTo>
                  <a:pt x="123" y="101"/>
                </a:lnTo>
                <a:lnTo>
                  <a:pt x="123" y="102"/>
                </a:lnTo>
                <a:lnTo>
                  <a:pt x="123" y="104"/>
                </a:lnTo>
                <a:lnTo>
                  <a:pt x="121" y="104"/>
                </a:lnTo>
                <a:lnTo>
                  <a:pt x="120" y="104"/>
                </a:lnTo>
                <a:lnTo>
                  <a:pt x="120" y="105"/>
                </a:lnTo>
                <a:lnTo>
                  <a:pt x="119" y="105"/>
                </a:lnTo>
                <a:lnTo>
                  <a:pt x="117" y="105"/>
                </a:lnTo>
                <a:lnTo>
                  <a:pt x="116" y="105"/>
                </a:lnTo>
                <a:lnTo>
                  <a:pt x="115" y="105"/>
                </a:lnTo>
                <a:lnTo>
                  <a:pt x="114" y="106"/>
                </a:lnTo>
                <a:lnTo>
                  <a:pt x="112" y="106"/>
                </a:lnTo>
                <a:lnTo>
                  <a:pt x="113" y="107"/>
                </a:lnTo>
                <a:lnTo>
                  <a:pt x="113" y="109"/>
                </a:lnTo>
                <a:lnTo>
                  <a:pt x="112" y="110"/>
                </a:lnTo>
                <a:lnTo>
                  <a:pt x="111" y="106"/>
                </a:lnTo>
                <a:lnTo>
                  <a:pt x="110" y="107"/>
                </a:lnTo>
                <a:lnTo>
                  <a:pt x="106" y="108"/>
                </a:lnTo>
                <a:lnTo>
                  <a:pt x="107" y="110"/>
                </a:lnTo>
                <a:lnTo>
                  <a:pt x="106" y="111"/>
                </a:lnTo>
                <a:lnTo>
                  <a:pt x="106" y="110"/>
                </a:lnTo>
                <a:lnTo>
                  <a:pt x="106" y="109"/>
                </a:lnTo>
                <a:lnTo>
                  <a:pt x="105" y="109"/>
                </a:lnTo>
                <a:lnTo>
                  <a:pt x="105" y="110"/>
                </a:lnTo>
                <a:lnTo>
                  <a:pt x="106" y="110"/>
                </a:lnTo>
                <a:lnTo>
                  <a:pt x="106" y="111"/>
                </a:lnTo>
                <a:lnTo>
                  <a:pt x="105" y="110"/>
                </a:lnTo>
                <a:lnTo>
                  <a:pt x="105" y="109"/>
                </a:lnTo>
                <a:lnTo>
                  <a:pt x="104" y="109"/>
                </a:lnTo>
                <a:lnTo>
                  <a:pt x="105" y="110"/>
                </a:lnTo>
                <a:lnTo>
                  <a:pt x="105" y="111"/>
                </a:lnTo>
                <a:lnTo>
                  <a:pt x="105" y="110"/>
                </a:lnTo>
                <a:lnTo>
                  <a:pt x="104" y="110"/>
                </a:lnTo>
                <a:lnTo>
                  <a:pt x="104" y="109"/>
                </a:lnTo>
                <a:lnTo>
                  <a:pt x="103" y="109"/>
                </a:lnTo>
                <a:lnTo>
                  <a:pt x="103" y="110"/>
                </a:lnTo>
                <a:lnTo>
                  <a:pt x="102" y="110"/>
                </a:lnTo>
                <a:lnTo>
                  <a:pt x="103" y="111"/>
                </a:lnTo>
                <a:lnTo>
                  <a:pt x="101" y="111"/>
                </a:lnTo>
                <a:lnTo>
                  <a:pt x="101" y="112"/>
                </a:lnTo>
                <a:lnTo>
                  <a:pt x="100" y="113"/>
                </a:lnTo>
                <a:lnTo>
                  <a:pt x="99" y="112"/>
                </a:lnTo>
                <a:lnTo>
                  <a:pt x="99" y="113"/>
                </a:lnTo>
                <a:lnTo>
                  <a:pt x="98" y="114"/>
                </a:lnTo>
                <a:lnTo>
                  <a:pt x="100" y="115"/>
                </a:lnTo>
                <a:lnTo>
                  <a:pt x="103" y="117"/>
                </a:lnTo>
                <a:lnTo>
                  <a:pt x="103" y="118"/>
                </a:lnTo>
                <a:lnTo>
                  <a:pt x="101" y="120"/>
                </a:lnTo>
                <a:lnTo>
                  <a:pt x="99" y="120"/>
                </a:lnTo>
                <a:lnTo>
                  <a:pt x="98" y="119"/>
                </a:lnTo>
                <a:lnTo>
                  <a:pt x="95" y="118"/>
                </a:lnTo>
                <a:lnTo>
                  <a:pt x="94" y="118"/>
                </a:lnTo>
                <a:lnTo>
                  <a:pt x="93" y="118"/>
                </a:lnTo>
                <a:lnTo>
                  <a:pt x="93" y="119"/>
                </a:lnTo>
                <a:lnTo>
                  <a:pt x="94" y="119"/>
                </a:lnTo>
                <a:lnTo>
                  <a:pt x="95" y="120"/>
                </a:lnTo>
                <a:lnTo>
                  <a:pt x="97" y="121"/>
                </a:lnTo>
                <a:lnTo>
                  <a:pt x="98" y="121"/>
                </a:lnTo>
                <a:lnTo>
                  <a:pt x="100" y="122"/>
                </a:lnTo>
                <a:lnTo>
                  <a:pt x="101" y="126"/>
                </a:lnTo>
                <a:lnTo>
                  <a:pt x="102" y="126"/>
                </a:lnTo>
                <a:lnTo>
                  <a:pt x="102" y="127"/>
                </a:lnTo>
                <a:lnTo>
                  <a:pt x="103" y="127"/>
                </a:lnTo>
                <a:lnTo>
                  <a:pt x="103" y="128"/>
                </a:lnTo>
                <a:lnTo>
                  <a:pt x="102" y="128"/>
                </a:lnTo>
                <a:lnTo>
                  <a:pt x="102" y="130"/>
                </a:lnTo>
                <a:lnTo>
                  <a:pt x="101" y="130"/>
                </a:lnTo>
                <a:lnTo>
                  <a:pt x="100" y="130"/>
                </a:lnTo>
                <a:lnTo>
                  <a:pt x="99" y="129"/>
                </a:lnTo>
                <a:lnTo>
                  <a:pt x="98" y="128"/>
                </a:lnTo>
                <a:lnTo>
                  <a:pt x="98" y="127"/>
                </a:lnTo>
                <a:lnTo>
                  <a:pt x="98" y="126"/>
                </a:lnTo>
                <a:lnTo>
                  <a:pt x="97" y="123"/>
                </a:lnTo>
                <a:lnTo>
                  <a:pt x="96" y="122"/>
                </a:lnTo>
                <a:lnTo>
                  <a:pt x="96" y="123"/>
                </a:lnTo>
                <a:lnTo>
                  <a:pt x="96" y="124"/>
                </a:lnTo>
                <a:lnTo>
                  <a:pt x="97" y="125"/>
                </a:lnTo>
                <a:lnTo>
                  <a:pt x="97" y="126"/>
                </a:lnTo>
                <a:lnTo>
                  <a:pt x="97" y="127"/>
                </a:lnTo>
                <a:lnTo>
                  <a:pt x="97" y="128"/>
                </a:lnTo>
                <a:lnTo>
                  <a:pt x="98" y="129"/>
                </a:lnTo>
                <a:lnTo>
                  <a:pt x="98" y="130"/>
                </a:lnTo>
                <a:lnTo>
                  <a:pt x="97" y="130"/>
                </a:lnTo>
                <a:lnTo>
                  <a:pt x="96" y="130"/>
                </a:lnTo>
                <a:lnTo>
                  <a:pt x="96" y="129"/>
                </a:lnTo>
                <a:lnTo>
                  <a:pt x="95" y="129"/>
                </a:lnTo>
                <a:lnTo>
                  <a:pt x="94" y="129"/>
                </a:lnTo>
                <a:lnTo>
                  <a:pt x="93" y="129"/>
                </a:lnTo>
                <a:lnTo>
                  <a:pt x="93" y="128"/>
                </a:lnTo>
                <a:lnTo>
                  <a:pt x="92" y="128"/>
                </a:lnTo>
                <a:lnTo>
                  <a:pt x="92" y="129"/>
                </a:lnTo>
                <a:lnTo>
                  <a:pt x="93" y="129"/>
                </a:lnTo>
                <a:lnTo>
                  <a:pt x="94" y="130"/>
                </a:lnTo>
                <a:lnTo>
                  <a:pt x="95" y="130"/>
                </a:lnTo>
                <a:lnTo>
                  <a:pt x="96" y="131"/>
                </a:lnTo>
                <a:lnTo>
                  <a:pt x="97" y="131"/>
                </a:lnTo>
                <a:lnTo>
                  <a:pt x="98" y="131"/>
                </a:lnTo>
                <a:lnTo>
                  <a:pt x="99" y="131"/>
                </a:lnTo>
                <a:lnTo>
                  <a:pt x="100" y="131"/>
                </a:lnTo>
                <a:lnTo>
                  <a:pt x="100" y="132"/>
                </a:lnTo>
                <a:lnTo>
                  <a:pt x="101" y="132"/>
                </a:lnTo>
                <a:lnTo>
                  <a:pt x="103" y="132"/>
                </a:lnTo>
                <a:lnTo>
                  <a:pt x="104" y="132"/>
                </a:lnTo>
                <a:lnTo>
                  <a:pt x="103" y="133"/>
                </a:lnTo>
                <a:lnTo>
                  <a:pt x="107" y="133"/>
                </a:lnTo>
                <a:lnTo>
                  <a:pt x="106" y="134"/>
                </a:lnTo>
                <a:lnTo>
                  <a:pt x="106" y="135"/>
                </a:lnTo>
                <a:lnTo>
                  <a:pt x="101" y="133"/>
                </a:lnTo>
                <a:lnTo>
                  <a:pt x="95" y="132"/>
                </a:lnTo>
                <a:lnTo>
                  <a:pt x="94" y="131"/>
                </a:lnTo>
                <a:lnTo>
                  <a:pt x="93" y="131"/>
                </a:lnTo>
                <a:lnTo>
                  <a:pt x="92" y="130"/>
                </a:lnTo>
                <a:lnTo>
                  <a:pt x="92" y="129"/>
                </a:lnTo>
                <a:lnTo>
                  <a:pt x="91" y="129"/>
                </a:lnTo>
                <a:lnTo>
                  <a:pt x="91" y="130"/>
                </a:lnTo>
                <a:lnTo>
                  <a:pt x="92" y="131"/>
                </a:lnTo>
                <a:lnTo>
                  <a:pt x="93" y="132"/>
                </a:lnTo>
                <a:lnTo>
                  <a:pt x="94" y="132"/>
                </a:lnTo>
                <a:lnTo>
                  <a:pt x="96" y="133"/>
                </a:lnTo>
                <a:lnTo>
                  <a:pt x="97" y="133"/>
                </a:lnTo>
                <a:lnTo>
                  <a:pt x="96" y="135"/>
                </a:lnTo>
                <a:lnTo>
                  <a:pt x="98" y="135"/>
                </a:lnTo>
                <a:lnTo>
                  <a:pt x="98" y="134"/>
                </a:lnTo>
                <a:lnTo>
                  <a:pt x="101" y="135"/>
                </a:lnTo>
                <a:lnTo>
                  <a:pt x="101" y="136"/>
                </a:lnTo>
                <a:lnTo>
                  <a:pt x="102" y="137"/>
                </a:lnTo>
                <a:lnTo>
                  <a:pt x="102" y="135"/>
                </a:lnTo>
                <a:lnTo>
                  <a:pt x="105" y="136"/>
                </a:lnTo>
                <a:lnTo>
                  <a:pt x="103" y="139"/>
                </a:lnTo>
                <a:lnTo>
                  <a:pt x="102" y="140"/>
                </a:lnTo>
                <a:lnTo>
                  <a:pt x="104" y="141"/>
                </a:lnTo>
                <a:lnTo>
                  <a:pt x="103" y="142"/>
                </a:lnTo>
                <a:lnTo>
                  <a:pt x="100" y="141"/>
                </a:lnTo>
                <a:lnTo>
                  <a:pt x="100" y="140"/>
                </a:lnTo>
                <a:lnTo>
                  <a:pt x="99" y="140"/>
                </a:lnTo>
                <a:lnTo>
                  <a:pt x="97" y="140"/>
                </a:lnTo>
                <a:lnTo>
                  <a:pt x="94" y="138"/>
                </a:lnTo>
                <a:lnTo>
                  <a:pt x="93" y="139"/>
                </a:lnTo>
                <a:lnTo>
                  <a:pt x="92" y="139"/>
                </a:lnTo>
                <a:lnTo>
                  <a:pt x="91" y="139"/>
                </a:lnTo>
                <a:lnTo>
                  <a:pt x="89" y="138"/>
                </a:lnTo>
                <a:lnTo>
                  <a:pt x="89" y="139"/>
                </a:lnTo>
                <a:lnTo>
                  <a:pt x="90" y="139"/>
                </a:lnTo>
                <a:lnTo>
                  <a:pt x="91" y="140"/>
                </a:lnTo>
                <a:lnTo>
                  <a:pt x="92" y="140"/>
                </a:lnTo>
                <a:lnTo>
                  <a:pt x="93" y="140"/>
                </a:lnTo>
                <a:lnTo>
                  <a:pt x="95" y="141"/>
                </a:lnTo>
                <a:lnTo>
                  <a:pt x="95" y="142"/>
                </a:lnTo>
                <a:lnTo>
                  <a:pt x="93" y="142"/>
                </a:lnTo>
                <a:lnTo>
                  <a:pt x="90" y="141"/>
                </a:lnTo>
                <a:lnTo>
                  <a:pt x="89" y="142"/>
                </a:lnTo>
                <a:lnTo>
                  <a:pt x="94" y="144"/>
                </a:lnTo>
                <a:lnTo>
                  <a:pt x="93" y="145"/>
                </a:lnTo>
                <a:lnTo>
                  <a:pt x="91" y="145"/>
                </a:lnTo>
                <a:lnTo>
                  <a:pt x="88" y="144"/>
                </a:lnTo>
                <a:lnTo>
                  <a:pt x="87" y="144"/>
                </a:lnTo>
                <a:lnTo>
                  <a:pt x="86" y="143"/>
                </a:lnTo>
                <a:lnTo>
                  <a:pt x="85" y="143"/>
                </a:lnTo>
                <a:lnTo>
                  <a:pt x="85" y="142"/>
                </a:lnTo>
                <a:lnTo>
                  <a:pt x="85" y="143"/>
                </a:lnTo>
                <a:lnTo>
                  <a:pt x="84" y="143"/>
                </a:lnTo>
                <a:lnTo>
                  <a:pt x="84" y="144"/>
                </a:lnTo>
                <a:lnTo>
                  <a:pt x="82" y="144"/>
                </a:lnTo>
                <a:lnTo>
                  <a:pt x="81" y="147"/>
                </a:lnTo>
                <a:lnTo>
                  <a:pt x="80" y="148"/>
                </a:lnTo>
                <a:lnTo>
                  <a:pt x="80" y="149"/>
                </a:lnTo>
                <a:lnTo>
                  <a:pt x="79" y="150"/>
                </a:lnTo>
                <a:lnTo>
                  <a:pt x="79" y="151"/>
                </a:lnTo>
                <a:lnTo>
                  <a:pt x="79" y="152"/>
                </a:lnTo>
                <a:lnTo>
                  <a:pt x="80" y="152"/>
                </a:lnTo>
                <a:lnTo>
                  <a:pt x="79" y="153"/>
                </a:lnTo>
                <a:lnTo>
                  <a:pt x="80" y="153"/>
                </a:lnTo>
                <a:lnTo>
                  <a:pt x="81" y="153"/>
                </a:lnTo>
                <a:lnTo>
                  <a:pt x="81" y="158"/>
                </a:lnTo>
                <a:lnTo>
                  <a:pt x="84" y="158"/>
                </a:lnTo>
                <a:lnTo>
                  <a:pt x="84" y="155"/>
                </a:lnTo>
                <a:lnTo>
                  <a:pt x="85" y="153"/>
                </a:lnTo>
                <a:lnTo>
                  <a:pt x="89" y="153"/>
                </a:lnTo>
                <a:lnTo>
                  <a:pt x="89" y="157"/>
                </a:lnTo>
                <a:lnTo>
                  <a:pt x="91" y="157"/>
                </a:lnTo>
                <a:lnTo>
                  <a:pt x="91" y="154"/>
                </a:lnTo>
                <a:lnTo>
                  <a:pt x="92" y="154"/>
                </a:lnTo>
                <a:lnTo>
                  <a:pt x="92" y="163"/>
                </a:lnTo>
                <a:lnTo>
                  <a:pt x="81" y="163"/>
                </a:lnTo>
                <a:lnTo>
                  <a:pt x="81" y="162"/>
                </a:lnTo>
                <a:lnTo>
                  <a:pt x="79" y="162"/>
                </a:lnTo>
                <a:lnTo>
                  <a:pt x="79" y="163"/>
                </a:lnTo>
                <a:lnTo>
                  <a:pt x="79" y="164"/>
                </a:lnTo>
                <a:lnTo>
                  <a:pt x="79" y="166"/>
                </a:lnTo>
                <a:lnTo>
                  <a:pt x="80" y="166"/>
                </a:lnTo>
                <a:lnTo>
                  <a:pt x="81" y="166"/>
                </a:lnTo>
                <a:lnTo>
                  <a:pt x="81" y="167"/>
                </a:lnTo>
                <a:lnTo>
                  <a:pt x="81" y="168"/>
                </a:lnTo>
                <a:lnTo>
                  <a:pt x="80" y="168"/>
                </a:lnTo>
                <a:lnTo>
                  <a:pt x="79" y="168"/>
                </a:lnTo>
                <a:lnTo>
                  <a:pt x="78" y="168"/>
                </a:lnTo>
                <a:lnTo>
                  <a:pt x="77" y="168"/>
                </a:lnTo>
                <a:lnTo>
                  <a:pt x="76" y="168"/>
                </a:lnTo>
                <a:lnTo>
                  <a:pt x="75" y="168"/>
                </a:lnTo>
                <a:lnTo>
                  <a:pt x="74" y="168"/>
                </a:lnTo>
                <a:lnTo>
                  <a:pt x="74" y="169"/>
                </a:lnTo>
                <a:lnTo>
                  <a:pt x="75" y="169"/>
                </a:lnTo>
                <a:lnTo>
                  <a:pt x="73" y="170"/>
                </a:lnTo>
                <a:lnTo>
                  <a:pt x="73" y="169"/>
                </a:lnTo>
                <a:lnTo>
                  <a:pt x="73" y="168"/>
                </a:lnTo>
                <a:lnTo>
                  <a:pt x="72" y="168"/>
                </a:lnTo>
                <a:lnTo>
                  <a:pt x="71" y="168"/>
                </a:lnTo>
                <a:lnTo>
                  <a:pt x="69" y="168"/>
                </a:lnTo>
                <a:lnTo>
                  <a:pt x="68" y="168"/>
                </a:lnTo>
                <a:lnTo>
                  <a:pt x="68" y="169"/>
                </a:lnTo>
                <a:lnTo>
                  <a:pt x="67" y="169"/>
                </a:lnTo>
                <a:lnTo>
                  <a:pt x="66" y="169"/>
                </a:lnTo>
                <a:lnTo>
                  <a:pt x="65" y="169"/>
                </a:lnTo>
                <a:lnTo>
                  <a:pt x="65" y="170"/>
                </a:lnTo>
                <a:lnTo>
                  <a:pt x="64" y="170"/>
                </a:lnTo>
                <a:lnTo>
                  <a:pt x="63" y="171"/>
                </a:lnTo>
                <a:lnTo>
                  <a:pt x="63" y="170"/>
                </a:lnTo>
                <a:lnTo>
                  <a:pt x="62" y="171"/>
                </a:lnTo>
                <a:lnTo>
                  <a:pt x="63" y="171"/>
                </a:lnTo>
                <a:lnTo>
                  <a:pt x="62" y="172"/>
                </a:lnTo>
                <a:lnTo>
                  <a:pt x="61" y="172"/>
                </a:lnTo>
                <a:lnTo>
                  <a:pt x="60" y="173"/>
                </a:lnTo>
                <a:lnTo>
                  <a:pt x="59" y="173"/>
                </a:lnTo>
                <a:lnTo>
                  <a:pt x="59" y="171"/>
                </a:lnTo>
                <a:lnTo>
                  <a:pt x="59" y="172"/>
                </a:lnTo>
                <a:lnTo>
                  <a:pt x="58" y="172"/>
                </a:lnTo>
                <a:lnTo>
                  <a:pt x="58" y="173"/>
                </a:lnTo>
                <a:lnTo>
                  <a:pt x="57" y="174"/>
                </a:lnTo>
                <a:lnTo>
                  <a:pt x="57" y="173"/>
                </a:lnTo>
                <a:lnTo>
                  <a:pt x="56" y="173"/>
                </a:lnTo>
                <a:lnTo>
                  <a:pt x="55" y="173"/>
                </a:lnTo>
                <a:lnTo>
                  <a:pt x="54" y="174"/>
                </a:lnTo>
                <a:lnTo>
                  <a:pt x="53" y="174"/>
                </a:lnTo>
                <a:lnTo>
                  <a:pt x="53" y="173"/>
                </a:lnTo>
                <a:lnTo>
                  <a:pt x="53" y="172"/>
                </a:lnTo>
                <a:lnTo>
                  <a:pt x="52" y="172"/>
                </a:lnTo>
                <a:lnTo>
                  <a:pt x="52" y="173"/>
                </a:lnTo>
                <a:lnTo>
                  <a:pt x="51" y="174"/>
                </a:lnTo>
                <a:lnTo>
                  <a:pt x="50" y="174"/>
                </a:lnTo>
                <a:lnTo>
                  <a:pt x="50" y="173"/>
                </a:lnTo>
                <a:lnTo>
                  <a:pt x="49" y="174"/>
                </a:lnTo>
                <a:lnTo>
                  <a:pt x="48" y="173"/>
                </a:lnTo>
                <a:lnTo>
                  <a:pt x="47" y="172"/>
                </a:lnTo>
                <a:lnTo>
                  <a:pt x="48" y="172"/>
                </a:lnTo>
                <a:lnTo>
                  <a:pt x="49" y="171"/>
                </a:lnTo>
                <a:lnTo>
                  <a:pt x="48" y="171"/>
                </a:lnTo>
                <a:lnTo>
                  <a:pt x="48" y="172"/>
                </a:lnTo>
                <a:lnTo>
                  <a:pt x="47" y="171"/>
                </a:lnTo>
                <a:lnTo>
                  <a:pt x="48" y="170"/>
                </a:lnTo>
                <a:lnTo>
                  <a:pt x="49" y="170"/>
                </a:lnTo>
                <a:lnTo>
                  <a:pt x="49" y="169"/>
                </a:lnTo>
                <a:lnTo>
                  <a:pt x="49" y="168"/>
                </a:lnTo>
                <a:lnTo>
                  <a:pt x="48" y="168"/>
                </a:lnTo>
                <a:lnTo>
                  <a:pt x="47" y="168"/>
                </a:lnTo>
                <a:lnTo>
                  <a:pt x="47" y="167"/>
                </a:lnTo>
                <a:lnTo>
                  <a:pt x="47" y="166"/>
                </a:lnTo>
                <a:lnTo>
                  <a:pt x="46" y="166"/>
                </a:lnTo>
                <a:lnTo>
                  <a:pt x="47" y="166"/>
                </a:lnTo>
                <a:lnTo>
                  <a:pt x="47" y="165"/>
                </a:lnTo>
                <a:lnTo>
                  <a:pt x="46" y="165"/>
                </a:lnTo>
                <a:lnTo>
                  <a:pt x="45" y="165"/>
                </a:lnTo>
                <a:lnTo>
                  <a:pt x="45" y="166"/>
                </a:lnTo>
                <a:lnTo>
                  <a:pt x="45" y="167"/>
                </a:lnTo>
                <a:lnTo>
                  <a:pt x="44" y="167"/>
                </a:lnTo>
                <a:lnTo>
                  <a:pt x="43" y="168"/>
                </a:lnTo>
                <a:lnTo>
                  <a:pt x="42" y="168"/>
                </a:lnTo>
                <a:lnTo>
                  <a:pt x="41" y="168"/>
                </a:lnTo>
                <a:lnTo>
                  <a:pt x="40" y="168"/>
                </a:lnTo>
                <a:lnTo>
                  <a:pt x="39" y="168"/>
                </a:lnTo>
                <a:lnTo>
                  <a:pt x="39" y="169"/>
                </a:lnTo>
                <a:lnTo>
                  <a:pt x="38" y="170"/>
                </a:lnTo>
                <a:lnTo>
                  <a:pt x="37" y="170"/>
                </a:lnTo>
                <a:lnTo>
                  <a:pt x="37" y="171"/>
                </a:lnTo>
                <a:lnTo>
                  <a:pt x="36" y="171"/>
                </a:lnTo>
                <a:lnTo>
                  <a:pt x="35" y="171"/>
                </a:lnTo>
                <a:lnTo>
                  <a:pt x="35" y="170"/>
                </a:lnTo>
                <a:lnTo>
                  <a:pt x="34" y="170"/>
                </a:lnTo>
                <a:lnTo>
                  <a:pt x="34" y="169"/>
                </a:lnTo>
                <a:lnTo>
                  <a:pt x="33" y="169"/>
                </a:lnTo>
                <a:lnTo>
                  <a:pt x="32" y="169"/>
                </a:lnTo>
                <a:lnTo>
                  <a:pt x="32" y="168"/>
                </a:lnTo>
                <a:lnTo>
                  <a:pt x="32" y="167"/>
                </a:lnTo>
                <a:lnTo>
                  <a:pt x="32" y="166"/>
                </a:lnTo>
                <a:lnTo>
                  <a:pt x="31" y="166"/>
                </a:lnTo>
                <a:lnTo>
                  <a:pt x="31" y="165"/>
                </a:lnTo>
                <a:lnTo>
                  <a:pt x="31" y="164"/>
                </a:lnTo>
                <a:lnTo>
                  <a:pt x="31" y="163"/>
                </a:lnTo>
                <a:lnTo>
                  <a:pt x="31" y="162"/>
                </a:lnTo>
                <a:lnTo>
                  <a:pt x="32" y="162"/>
                </a:lnTo>
                <a:lnTo>
                  <a:pt x="32" y="161"/>
                </a:lnTo>
                <a:lnTo>
                  <a:pt x="31" y="161"/>
                </a:lnTo>
                <a:lnTo>
                  <a:pt x="30" y="161"/>
                </a:lnTo>
                <a:lnTo>
                  <a:pt x="30" y="160"/>
                </a:lnTo>
                <a:lnTo>
                  <a:pt x="29" y="161"/>
                </a:lnTo>
                <a:lnTo>
                  <a:pt x="29" y="160"/>
                </a:lnTo>
                <a:lnTo>
                  <a:pt x="30" y="160"/>
                </a:lnTo>
                <a:lnTo>
                  <a:pt x="30" y="159"/>
                </a:lnTo>
                <a:lnTo>
                  <a:pt x="27" y="159"/>
                </a:lnTo>
                <a:lnTo>
                  <a:pt x="27" y="160"/>
                </a:lnTo>
                <a:lnTo>
                  <a:pt x="26" y="160"/>
                </a:lnTo>
                <a:lnTo>
                  <a:pt x="25" y="160"/>
                </a:lnTo>
                <a:lnTo>
                  <a:pt x="22" y="160"/>
                </a:lnTo>
                <a:lnTo>
                  <a:pt x="21" y="160"/>
                </a:lnTo>
                <a:lnTo>
                  <a:pt x="21" y="161"/>
                </a:lnTo>
                <a:lnTo>
                  <a:pt x="20" y="161"/>
                </a:lnTo>
                <a:lnTo>
                  <a:pt x="19" y="161"/>
                </a:lnTo>
                <a:lnTo>
                  <a:pt x="18" y="161"/>
                </a:lnTo>
                <a:lnTo>
                  <a:pt x="17" y="161"/>
                </a:lnTo>
                <a:lnTo>
                  <a:pt x="16" y="161"/>
                </a:lnTo>
                <a:lnTo>
                  <a:pt x="15" y="161"/>
                </a:lnTo>
                <a:lnTo>
                  <a:pt x="15" y="160"/>
                </a:lnTo>
                <a:lnTo>
                  <a:pt x="14" y="160"/>
                </a:lnTo>
                <a:lnTo>
                  <a:pt x="15" y="160"/>
                </a:lnTo>
                <a:lnTo>
                  <a:pt x="14" y="159"/>
                </a:lnTo>
                <a:lnTo>
                  <a:pt x="14" y="158"/>
                </a:lnTo>
                <a:lnTo>
                  <a:pt x="15" y="158"/>
                </a:lnTo>
                <a:lnTo>
                  <a:pt x="14" y="158"/>
                </a:lnTo>
                <a:lnTo>
                  <a:pt x="14" y="157"/>
                </a:lnTo>
                <a:lnTo>
                  <a:pt x="14" y="156"/>
                </a:lnTo>
                <a:lnTo>
                  <a:pt x="14" y="155"/>
                </a:lnTo>
                <a:lnTo>
                  <a:pt x="13" y="155"/>
                </a:lnTo>
                <a:lnTo>
                  <a:pt x="12" y="155"/>
                </a:lnTo>
                <a:lnTo>
                  <a:pt x="11" y="155"/>
                </a:lnTo>
                <a:lnTo>
                  <a:pt x="9" y="155"/>
                </a:lnTo>
                <a:lnTo>
                  <a:pt x="8" y="155"/>
                </a:lnTo>
                <a:lnTo>
                  <a:pt x="7" y="155"/>
                </a:lnTo>
                <a:lnTo>
                  <a:pt x="7" y="156"/>
                </a:lnTo>
                <a:lnTo>
                  <a:pt x="7" y="155"/>
                </a:lnTo>
                <a:lnTo>
                  <a:pt x="6" y="155"/>
                </a:lnTo>
                <a:lnTo>
                  <a:pt x="5" y="155"/>
                </a:lnTo>
                <a:lnTo>
                  <a:pt x="4" y="154"/>
                </a:lnTo>
                <a:lnTo>
                  <a:pt x="3" y="154"/>
                </a:lnTo>
                <a:lnTo>
                  <a:pt x="3" y="153"/>
                </a:lnTo>
                <a:lnTo>
                  <a:pt x="3" y="152"/>
                </a:lnTo>
                <a:lnTo>
                  <a:pt x="4" y="151"/>
                </a:lnTo>
                <a:lnTo>
                  <a:pt x="3" y="151"/>
                </a:lnTo>
                <a:lnTo>
                  <a:pt x="2" y="151"/>
                </a:lnTo>
                <a:lnTo>
                  <a:pt x="2" y="150"/>
                </a:lnTo>
                <a:lnTo>
                  <a:pt x="3" y="150"/>
                </a:lnTo>
                <a:lnTo>
                  <a:pt x="3" y="149"/>
                </a:lnTo>
                <a:lnTo>
                  <a:pt x="2" y="149"/>
                </a:lnTo>
                <a:lnTo>
                  <a:pt x="3" y="149"/>
                </a:lnTo>
                <a:lnTo>
                  <a:pt x="3" y="148"/>
                </a:lnTo>
                <a:lnTo>
                  <a:pt x="2" y="148"/>
                </a:lnTo>
                <a:lnTo>
                  <a:pt x="3" y="148"/>
                </a:lnTo>
                <a:lnTo>
                  <a:pt x="3" y="147"/>
                </a:lnTo>
                <a:lnTo>
                  <a:pt x="3" y="145"/>
                </a:lnTo>
                <a:lnTo>
                  <a:pt x="3" y="144"/>
                </a:lnTo>
                <a:lnTo>
                  <a:pt x="3" y="143"/>
                </a:lnTo>
                <a:lnTo>
                  <a:pt x="1" y="143"/>
                </a:lnTo>
                <a:lnTo>
                  <a:pt x="1" y="140"/>
                </a:lnTo>
                <a:lnTo>
                  <a:pt x="1" y="138"/>
                </a:lnTo>
                <a:lnTo>
                  <a:pt x="0" y="138"/>
                </a:lnTo>
                <a:lnTo>
                  <a:pt x="0" y="135"/>
                </a:lnTo>
                <a:lnTo>
                  <a:pt x="0" y="134"/>
                </a:lnTo>
                <a:lnTo>
                  <a:pt x="1" y="133"/>
                </a:lnTo>
                <a:lnTo>
                  <a:pt x="1" y="132"/>
                </a:lnTo>
                <a:lnTo>
                  <a:pt x="1" y="131"/>
                </a:lnTo>
                <a:lnTo>
                  <a:pt x="2" y="130"/>
                </a:lnTo>
                <a:lnTo>
                  <a:pt x="3" y="129"/>
                </a:lnTo>
                <a:lnTo>
                  <a:pt x="3" y="128"/>
                </a:lnTo>
                <a:lnTo>
                  <a:pt x="4" y="127"/>
                </a:lnTo>
                <a:lnTo>
                  <a:pt x="4" y="126"/>
                </a:lnTo>
                <a:lnTo>
                  <a:pt x="4" y="124"/>
                </a:lnTo>
                <a:lnTo>
                  <a:pt x="3" y="124"/>
                </a:lnTo>
                <a:lnTo>
                  <a:pt x="4" y="123"/>
                </a:lnTo>
                <a:lnTo>
                  <a:pt x="5" y="123"/>
                </a:lnTo>
                <a:lnTo>
                  <a:pt x="6" y="123"/>
                </a:lnTo>
                <a:lnTo>
                  <a:pt x="6" y="122"/>
                </a:lnTo>
                <a:lnTo>
                  <a:pt x="7" y="121"/>
                </a:lnTo>
                <a:lnTo>
                  <a:pt x="8" y="121"/>
                </a:lnTo>
                <a:lnTo>
                  <a:pt x="8" y="122"/>
                </a:lnTo>
                <a:lnTo>
                  <a:pt x="7" y="122"/>
                </a:lnTo>
                <a:lnTo>
                  <a:pt x="6" y="122"/>
                </a:lnTo>
                <a:lnTo>
                  <a:pt x="7" y="123"/>
                </a:lnTo>
                <a:lnTo>
                  <a:pt x="7" y="122"/>
                </a:lnTo>
                <a:lnTo>
                  <a:pt x="8" y="122"/>
                </a:lnTo>
                <a:lnTo>
                  <a:pt x="8" y="123"/>
                </a:lnTo>
                <a:lnTo>
                  <a:pt x="9" y="123"/>
                </a:lnTo>
                <a:lnTo>
                  <a:pt x="9" y="122"/>
                </a:lnTo>
                <a:lnTo>
                  <a:pt x="10" y="123"/>
                </a:lnTo>
                <a:lnTo>
                  <a:pt x="11" y="123"/>
                </a:lnTo>
                <a:lnTo>
                  <a:pt x="11" y="122"/>
                </a:lnTo>
                <a:lnTo>
                  <a:pt x="12" y="122"/>
                </a:lnTo>
                <a:lnTo>
                  <a:pt x="12" y="123"/>
                </a:lnTo>
                <a:lnTo>
                  <a:pt x="13" y="123"/>
                </a:lnTo>
                <a:lnTo>
                  <a:pt x="13" y="122"/>
                </a:lnTo>
                <a:lnTo>
                  <a:pt x="14" y="122"/>
                </a:lnTo>
                <a:lnTo>
                  <a:pt x="14" y="121"/>
                </a:lnTo>
                <a:lnTo>
                  <a:pt x="15" y="120"/>
                </a:lnTo>
                <a:lnTo>
                  <a:pt x="16" y="120"/>
                </a:lnTo>
                <a:lnTo>
                  <a:pt x="16" y="119"/>
                </a:lnTo>
                <a:lnTo>
                  <a:pt x="17" y="118"/>
                </a:lnTo>
                <a:lnTo>
                  <a:pt x="17" y="117"/>
                </a:lnTo>
                <a:lnTo>
                  <a:pt x="18" y="117"/>
                </a:lnTo>
                <a:lnTo>
                  <a:pt x="18" y="116"/>
                </a:lnTo>
                <a:lnTo>
                  <a:pt x="19" y="117"/>
                </a:lnTo>
                <a:lnTo>
                  <a:pt x="19" y="116"/>
                </a:lnTo>
                <a:lnTo>
                  <a:pt x="19" y="115"/>
                </a:lnTo>
                <a:lnTo>
                  <a:pt x="19" y="114"/>
                </a:lnTo>
                <a:lnTo>
                  <a:pt x="18" y="114"/>
                </a:lnTo>
                <a:lnTo>
                  <a:pt x="18" y="113"/>
                </a:lnTo>
                <a:lnTo>
                  <a:pt x="18" y="112"/>
                </a:lnTo>
                <a:lnTo>
                  <a:pt x="17" y="112"/>
                </a:lnTo>
                <a:lnTo>
                  <a:pt x="16" y="112"/>
                </a:lnTo>
                <a:lnTo>
                  <a:pt x="14" y="112"/>
                </a:lnTo>
                <a:lnTo>
                  <a:pt x="14" y="110"/>
                </a:lnTo>
                <a:lnTo>
                  <a:pt x="14" y="109"/>
                </a:lnTo>
                <a:lnTo>
                  <a:pt x="14" y="108"/>
                </a:lnTo>
                <a:lnTo>
                  <a:pt x="14" y="107"/>
                </a:lnTo>
                <a:lnTo>
                  <a:pt x="13" y="107"/>
                </a:lnTo>
                <a:lnTo>
                  <a:pt x="13" y="106"/>
                </a:lnTo>
                <a:lnTo>
                  <a:pt x="14" y="105"/>
                </a:lnTo>
                <a:lnTo>
                  <a:pt x="14" y="106"/>
                </a:lnTo>
                <a:lnTo>
                  <a:pt x="15" y="106"/>
                </a:lnTo>
                <a:lnTo>
                  <a:pt x="15" y="104"/>
                </a:lnTo>
                <a:lnTo>
                  <a:pt x="15" y="105"/>
                </a:lnTo>
                <a:lnTo>
                  <a:pt x="16" y="105"/>
                </a:lnTo>
                <a:lnTo>
                  <a:pt x="16" y="104"/>
                </a:lnTo>
                <a:lnTo>
                  <a:pt x="15" y="103"/>
                </a:lnTo>
                <a:lnTo>
                  <a:pt x="15" y="102"/>
                </a:lnTo>
                <a:lnTo>
                  <a:pt x="15" y="101"/>
                </a:lnTo>
                <a:lnTo>
                  <a:pt x="14" y="100"/>
                </a:lnTo>
                <a:lnTo>
                  <a:pt x="15" y="100"/>
                </a:lnTo>
                <a:lnTo>
                  <a:pt x="15" y="99"/>
                </a:lnTo>
                <a:lnTo>
                  <a:pt x="14" y="98"/>
                </a:lnTo>
                <a:lnTo>
                  <a:pt x="14" y="97"/>
                </a:lnTo>
                <a:lnTo>
                  <a:pt x="15" y="97"/>
                </a:lnTo>
                <a:lnTo>
                  <a:pt x="16" y="97"/>
                </a:lnTo>
                <a:lnTo>
                  <a:pt x="16" y="95"/>
                </a:lnTo>
                <a:lnTo>
                  <a:pt x="16" y="94"/>
                </a:lnTo>
                <a:lnTo>
                  <a:pt x="16" y="93"/>
                </a:lnTo>
                <a:lnTo>
                  <a:pt x="15" y="93"/>
                </a:lnTo>
                <a:lnTo>
                  <a:pt x="14" y="93"/>
                </a:lnTo>
                <a:lnTo>
                  <a:pt x="14" y="92"/>
                </a:lnTo>
                <a:lnTo>
                  <a:pt x="15" y="92"/>
                </a:lnTo>
                <a:lnTo>
                  <a:pt x="15" y="91"/>
                </a:lnTo>
                <a:lnTo>
                  <a:pt x="14" y="91"/>
                </a:lnTo>
                <a:lnTo>
                  <a:pt x="13" y="91"/>
                </a:lnTo>
                <a:lnTo>
                  <a:pt x="13" y="92"/>
                </a:lnTo>
                <a:lnTo>
                  <a:pt x="12" y="93"/>
                </a:lnTo>
                <a:lnTo>
                  <a:pt x="11" y="93"/>
                </a:lnTo>
                <a:lnTo>
                  <a:pt x="10" y="93"/>
                </a:lnTo>
                <a:lnTo>
                  <a:pt x="10" y="92"/>
                </a:lnTo>
                <a:lnTo>
                  <a:pt x="10" y="91"/>
                </a:lnTo>
                <a:lnTo>
                  <a:pt x="11" y="91"/>
                </a:lnTo>
                <a:lnTo>
                  <a:pt x="11" y="90"/>
                </a:lnTo>
                <a:lnTo>
                  <a:pt x="10" y="90"/>
                </a:lnTo>
                <a:lnTo>
                  <a:pt x="10" y="91"/>
                </a:lnTo>
                <a:lnTo>
                  <a:pt x="10" y="90"/>
                </a:lnTo>
                <a:lnTo>
                  <a:pt x="10" y="89"/>
                </a:lnTo>
                <a:lnTo>
                  <a:pt x="10" y="90"/>
                </a:lnTo>
                <a:lnTo>
                  <a:pt x="11" y="89"/>
                </a:lnTo>
                <a:lnTo>
                  <a:pt x="12" y="89"/>
                </a:lnTo>
                <a:lnTo>
                  <a:pt x="11" y="88"/>
                </a:lnTo>
                <a:lnTo>
                  <a:pt x="11" y="87"/>
                </a:lnTo>
                <a:lnTo>
                  <a:pt x="11" y="86"/>
                </a:lnTo>
                <a:lnTo>
                  <a:pt x="12" y="85"/>
                </a:lnTo>
                <a:lnTo>
                  <a:pt x="12" y="86"/>
                </a:lnTo>
                <a:lnTo>
                  <a:pt x="13" y="85"/>
                </a:lnTo>
                <a:lnTo>
                  <a:pt x="14" y="84"/>
                </a:lnTo>
                <a:lnTo>
                  <a:pt x="15" y="83"/>
                </a:lnTo>
                <a:lnTo>
                  <a:pt x="14" y="83"/>
                </a:lnTo>
                <a:lnTo>
                  <a:pt x="13" y="83"/>
                </a:lnTo>
                <a:lnTo>
                  <a:pt x="13" y="82"/>
                </a:lnTo>
                <a:lnTo>
                  <a:pt x="12" y="82"/>
                </a:lnTo>
                <a:lnTo>
                  <a:pt x="12" y="83"/>
                </a:lnTo>
                <a:lnTo>
                  <a:pt x="11" y="83"/>
                </a:lnTo>
                <a:lnTo>
                  <a:pt x="10" y="83"/>
                </a:lnTo>
                <a:lnTo>
                  <a:pt x="10" y="82"/>
                </a:lnTo>
                <a:lnTo>
                  <a:pt x="9" y="81"/>
                </a:lnTo>
                <a:lnTo>
                  <a:pt x="9" y="82"/>
                </a:lnTo>
                <a:lnTo>
                  <a:pt x="8" y="82"/>
                </a:lnTo>
                <a:lnTo>
                  <a:pt x="7" y="82"/>
                </a:lnTo>
                <a:lnTo>
                  <a:pt x="7" y="81"/>
                </a:lnTo>
                <a:lnTo>
                  <a:pt x="8" y="82"/>
                </a:lnTo>
                <a:lnTo>
                  <a:pt x="8" y="81"/>
                </a:lnTo>
                <a:lnTo>
                  <a:pt x="7" y="80"/>
                </a:lnTo>
                <a:lnTo>
                  <a:pt x="7" y="79"/>
                </a:lnTo>
                <a:lnTo>
                  <a:pt x="8" y="79"/>
                </a:lnTo>
                <a:lnTo>
                  <a:pt x="10" y="79"/>
                </a:lnTo>
                <a:lnTo>
                  <a:pt x="10" y="78"/>
                </a:lnTo>
                <a:lnTo>
                  <a:pt x="9" y="77"/>
                </a:lnTo>
                <a:lnTo>
                  <a:pt x="9" y="76"/>
                </a:lnTo>
                <a:lnTo>
                  <a:pt x="10" y="75"/>
                </a:lnTo>
                <a:lnTo>
                  <a:pt x="10" y="74"/>
                </a:lnTo>
                <a:lnTo>
                  <a:pt x="10" y="73"/>
                </a:lnTo>
                <a:lnTo>
                  <a:pt x="9" y="74"/>
                </a:lnTo>
                <a:lnTo>
                  <a:pt x="8" y="74"/>
                </a:lnTo>
                <a:lnTo>
                  <a:pt x="8" y="73"/>
                </a:lnTo>
                <a:lnTo>
                  <a:pt x="7" y="72"/>
                </a:lnTo>
                <a:lnTo>
                  <a:pt x="7" y="71"/>
                </a:lnTo>
                <a:lnTo>
                  <a:pt x="7" y="70"/>
                </a:lnTo>
                <a:lnTo>
                  <a:pt x="8" y="70"/>
                </a:lnTo>
                <a:lnTo>
                  <a:pt x="8" y="69"/>
                </a:lnTo>
                <a:lnTo>
                  <a:pt x="9" y="69"/>
                </a:lnTo>
                <a:lnTo>
                  <a:pt x="8" y="68"/>
                </a:lnTo>
                <a:lnTo>
                  <a:pt x="8" y="67"/>
                </a:lnTo>
                <a:lnTo>
                  <a:pt x="9" y="67"/>
                </a:lnTo>
                <a:lnTo>
                  <a:pt x="8" y="66"/>
                </a:lnTo>
                <a:lnTo>
                  <a:pt x="9" y="66"/>
                </a:lnTo>
                <a:lnTo>
                  <a:pt x="8" y="66"/>
                </a:lnTo>
                <a:lnTo>
                  <a:pt x="9" y="66"/>
                </a:lnTo>
                <a:lnTo>
                  <a:pt x="9" y="65"/>
                </a:lnTo>
                <a:lnTo>
                  <a:pt x="10" y="64"/>
                </a:lnTo>
                <a:lnTo>
                  <a:pt x="10" y="65"/>
                </a:lnTo>
                <a:lnTo>
                  <a:pt x="11" y="65"/>
                </a:lnTo>
                <a:lnTo>
                  <a:pt x="11" y="64"/>
                </a:lnTo>
                <a:lnTo>
                  <a:pt x="11" y="63"/>
                </a:lnTo>
                <a:lnTo>
                  <a:pt x="10" y="63"/>
                </a:lnTo>
                <a:lnTo>
                  <a:pt x="10" y="62"/>
                </a:lnTo>
                <a:lnTo>
                  <a:pt x="11" y="62"/>
                </a:lnTo>
                <a:lnTo>
                  <a:pt x="12" y="61"/>
                </a:lnTo>
                <a:lnTo>
                  <a:pt x="13" y="61"/>
                </a:lnTo>
                <a:lnTo>
                  <a:pt x="12" y="61"/>
                </a:lnTo>
                <a:lnTo>
                  <a:pt x="12" y="60"/>
                </a:lnTo>
                <a:lnTo>
                  <a:pt x="12" y="59"/>
                </a:lnTo>
                <a:lnTo>
                  <a:pt x="13" y="59"/>
                </a:lnTo>
                <a:lnTo>
                  <a:pt x="14" y="59"/>
                </a:lnTo>
                <a:lnTo>
                  <a:pt x="15" y="59"/>
                </a:lnTo>
                <a:lnTo>
                  <a:pt x="16" y="59"/>
                </a:lnTo>
                <a:lnTo>
                  <a:pt x="17" y="58"/>
                </a:lnTo>
                <a:lnTo>
                  <a:pt x="18" y="58"/>
                </a:lnTo>
                <a:lnTo>
                  <a:pt x="17" y="58"/>
                </a:lnTo>
                <a:lnTo>
                  <a:pt x="18" y="58"/>
                </a:lnTo>
                <a:lnTo>
                  <a:pt x="17" y="57"/>
                </a:lnTo>
                <a:lnTo>
                  <a:pt x="18" y="57"/>
                </a:lnTo>
                <a:lnTo>
                  <a:pt x="18" y="56"/>
                </a:lnTo>
                <a:lnTo>
                  <a:pt x="18" y="55"/>
                </a:lnTo>
                <a:lnTo>
                  <a:pt x="22" y="55"/>
                </a:lnTo>
                <a:lnTo>
                  <a:pt x="22" y="56"/>
                </a:lnTo>
                <a:lnTo>
                  <a:pt x="22" y="57"/>
                </a:lnTo>
                <a:lnTo>
                  <a:pt x="21" y="57"/>
                </a:lnTo>
                <a:lnTo>
                  <a:pt x="21" y="58"/>
                </a:lnTo>
                <a:lnTo>
                  <a:pt x="22" y="59"/>
                </a:lnTo>
                <a:lnTo>
                  <a:pt x="22" y="60"/>
                </a:lnTo>
                <a:lnTo>
                  <a:pt x="22" y="61"/>
                </a:lnTo>
                <a:lnTo>
                  <a:pt x="22" y="62"/>
                </a:lnTo>
                <a:lnTo>
                  <a:pt x="23" y="62"/>
                </a:lnTo>
                <a:lnTo>
                  <a:pt x="23" y="61"/>
                </a:lnTo>
                <a:lnTo>
                  <a:pt x="23" y="62"/>
                </a:lnTo>
                <a:lnTo>
                  <a:pt x="24" y="62"/>
                </a:lnTo>
                <a:lnTo>
                  <a:pt x="24" y="63"/>
                </a:lnTo>
                <a:lnTo>
                  <a:pt x="24" y="62"/>
                </a:lnTo>
                <a:lnTo>
                  <a:pt x="25" y="62"/>
                </a:lnTo>
                <a:lnTo>
                  <a:pt x="26" y="62"/>
                </a:lnTo>
                <a:lnTo>
                  <a:pt x="27" y="61"/>
                </a:lnTo>
                <a:lnTo>
                  <a:pt x="28" y="61"/>
                </a:lnTo>
                <a:lnTo>
                  <a:pt x="29" y="61"/>
                </a:lnTo>
                <a:lnTo>
                  <a:pt x="30" y="62"/>
                </a:lnTo>
                <a:lnTo>
                  <a:pt x="31" y="62"/>
                </a:lnTo>
                <a:lnTo>
                  <a:pt x="33" y="62"/>
                </a:lnTo>
                <a:lnTo>
                  <a:pt x="34" y="63"/>
                </a:lnTo>
                <a:lnTo>
                  <a:pt x="35" y="63"/>
                </a:lnTo>
                <a:lnTo>
                  <a:pt x="35" y="64"/>
                </a:lnTo>
                <a:lnTo>
                  <a:pt x="36" y="64"/>
                </a:lnTo>
                <a:lnTo>
                  <a:pt x="37" y="65"/>
                </a:lnTo>
                <a:lnTo>
                  <a:pt x="38" y="65"/>
                </a:lnTo>
                <a:lnTo>
                  <a:pt x="39" y="65"/>
                </a:lnTo>
                <a:lnTo>
                  <a:pt x="39" y="64"/>
                </a:lnTo>
                <a:lnTo>
                  <a:pt x="40" y="64"/>
                </a:lnTo>
                <a:lnTo>
                  <a:pt x="39" y="63"/>
                </a:lnTo>
                <a:lnTo>
                  <a:pt x="40" y="63"/>
                </a:lnTo>
                <a:lnTo>
                  <a:pt x="41" y="63"/>
                </a:lnTo>
                <a:lnTo>
                  <a:pt x="42" y="62"/>
                </a:lnTo>
                <a:lnTo>
                  <a:pt x="41" y="62"/>
                </a:lnTo>
                <a:lnTo>
                  <a:pt x="41" y="61"/>
                </a:lnTo>
                <a:lnTo>
                  <a:pt x="40" y="60"/>
                </a:lnTo>
                <a:lnTo>
                  <a:pt x="41" y="59"/>
                </a:lnTo>
                <a:lnTo>
                  <a:pt x="41" y="58"/>
                </a:lnTo>
                <a:lnTo>
                  <a:pt x="41" y="57"/>
                </a:lnTo>
                <a:lnTo>
                  <a:pt x="41" y="56"/>
                </a:lnTo>
                <a:lnTo>
                  <a:pt x="41" y="55"/>
                </a:lnTo>
                <a:lnTo>
                  <a:pt x="41" y="54"/>
                </a:lnTo>
                <a:lnTo>
                  <a:pt x="40" y="54"/>
                </a:lnTo>
                <a:lnTo>
                  <a:pt x="40" y="52"/>
                </a:lnTo>
                <a:lnTo>
                  <a:pt x="41" y="52"/>
                </a:lnTo>
                <a:lnTo>
                  <a:pt x="40" y="51"/>
                </a:lnTo>
                <a:lnTo>
                  <a:pt x="41" y="51"/>
                </a:lnTo>
                <a:lnTo>
                  <a:pt x="42" y="51"/>
                </a:lnTo>
                <a:lnTo>
                  <a:pt x="43" y="50"/>
                </a:lnTo>
                <a:lnTo>
                  <a:pt x="44" y="50"/>
                </a:lnTo>
                <a:lnTo>
                  <a:pt x="43" y="49"/>
                </a:lnTo>
                <a:lnTo>
                  <a:pt x="43" y="48"/>
                </a:lnTo>
                <a:lnTo>
                  <a:pt x="42" y="48"/>
                </a:lnTo>
                <a:lnTo>
                  <a:pt x="42" y="47"/>
                </a:lnTo>
                <a:lnTo>
                  <a:pt x="42" y="46"/>
                </a:lnTo>
                <a:lnTo>
                  <a:pt x="41" y="46"/>
                </a:lnTo>
                <a:lnTo>
                  <a:pt x="40" y="46"/>
                </a:lnTo>
                <a:lnTo>
                  <a:pt x="40" y="45"/>
                </a:lnTo>
                <a:lnTo>
                  <a:pt x="40" y="44"/>
                </a:lnTo>
                <a:lnTo>
                  <a:pt x="41" y="44"/>
                </a:lnTo>
                <a:lnTo>
                  <a:pt x="41" y="43"/>
                </a:lnTo>
                <a:lnTo>
                  <a:pt x="42" y="43"/>
                </a:lnTo>
                <a:lnTo>
                  <a:pt x="43" y="43"/>
                </a:lnTo>
                <a:lnTo>
                  <a:pt x="45" y="42"/>
                </a:lnTo>
                <a:lnTo>
                  <a:pt x="45" y="43"/>
                </a:lnTo>
                <a:lnTo>
                  <a:pt x="46" y="43"/>
                </a:lnTo>
                <a:lnTo>
                  <a:pt x="47" y="43"/>
                </a:lnTo>
                <a:lnTo>
                  <a:pt x="48" y="43"/>
                </a:lnTo>
                <a:lnTo>
                  <a:pt x="49" y="43"/>
                </a:lnTo>
                <a:lnTo>
                  <a:pt x="49" y="42"/>
                </a:lnTo>
                <a:lnTo>
                  <a:pt x="49" y="41"/>
                </a:lnTo>
                <a:lnTo>
                  <a:pt x="49" y="40"/>
                </a:lnTo>
                <a:lnTo>
                  <a:pt x="48" y="40"/>
                </a:lnTo>
                <a:lnTo>
                  <a:pt x="47" y="40"/>
                </a:lnTo>
                <a:lnTo>
                  <a:pt x="46" y="41"/>
                </a:lnTo>
                <a:lnTo>
                  <a:pt x="46" y="40"/>
                </a:lnTo>
                <a:lnTo>
                  <a:pt x="45" y="40"/>
                </a:lnTo>
                <a:lnTo>
                  <a:pt x="44" y="40"/>
                </a:lnTo>
                <a:lnTo>
                  <a:pt x="43" y="40"/>
                </a:lnTo>
                <a:lnTo>
                  <a:pt x="43" y="39"/>
                </a:lnTo>
                <a:lnTo>
                  <a:pt x="42" y="39"/>
                </a:lnTo>
                <a:lnTo>
                  <a:pt x="41" y="39"/>
                </a:lnTo>
                <a:lnTo>
                  <a:pt x="42" y="39"/>
                </a:lnTo>
                <a:lnTo>
                  <a:pt x="42" y="38"/>
                </a:lnTo>
                <a:lnTo>
                  <a:pt x="41" y="38"/>
                </a:lnTo>
                <a:lnTo>
                  <a:pt x="41" y="39"/>
                </a:lnTo>
                <a:lnTo>
                  <a:pt x="41" y="38"/>
                </a:lnTo>
                <a:lnTo>
                  <a:pt x="40" y="38"/>
                </a:lnTo>
                <a:lnTo>
                  <a:pt x="40" y="37"/>
                </a:lnTo>
                <a:lnTo>
                  <a:pt x="39" y="36"/>
                </a:lnTo>
                <a:lnTo>
                  <a:pt x="40" y="35"/>
                </a:lnTo>
                <a:lnTo>
                  <a:pt x="39" y="35"/>
                </a:lnTo>
                <a:lnTo>
                  <a:pt x="39" y="34"/>
                </a:lnTo>
                <a:lnTo>
                  <a:pt x="39" y="33"/>
                </a:lnTo>
                <a:lnTo>
                  <a:pt x="39" y="32"/>
                </a:lnTo>
                <a:lnTo>
                  <a:pt x="40" y="32"/>
                </a:lnTo>
                <a:lnTo>
                  <a:pt x="40" y="31"/>
                </a:lnTo>
                <a:lnTo>
                  <a:pt x="39" y="31"/>
                </a:lnTo>
                <a:lnTo>
                  <a:pt x="40" y="31"/>
                </a:lnTo>
                <a:lnTo>
                  <a:pt x="40" y="30"/>
                </a:lnTo>
                <a:lnTo>
                  <a:pt x="41" y="30"/>
                </a:lnTo>
                <a:lnTo>
                  <a:pt x="41" y="29"/>
                </a:lnTo>
                <a:lnTo>
                  <a:pt x="42" y="30"/>
                </a:lnTo>
                <a:lnTo>
                  <a:pt x="42" y="29"/>
                </a:lnTo>
                <a:lnTo>
                  <a:pt x="42" y="28"/>
                </a:lnTo>
                <a:lnTo>
                  <a:pt x="43" y="28"/>
                </a:lnTo>
                <a:lnTo>
                  <a:pt x="43" y="27"/>
                </a:lnTo>
                <a:lnTo>
                  <a:pt x="44" y="26"/>
                </a:lnTo>
                <a:lnTo>
                  <a:pt x="44" y="25"/>
                </a:lnTo>
                <a:lnTo>
                  <a:pt x="43" y="24"/>
                </a:lnTo>
                <a:lnTo>
                  <a:pt x="43" y="23"/>
                </a:lnTo>
                <a:lnTo>
                  <a:pt x="43" y="22"/>
                </a:lnTo>
                <a:lnTo>
                  <a:pt x="43" y="21"/>
                </a:lnTo>
                <a:lnTo>
                  <a:pt x="42" y="20"/>
                </a:lnTo>
                <a:lnTo>
                  <a:pt x="42" y="19"/>
                </a:lnTo>
                <a:lnTo>
                  <a:pt x="43" y="19"/>
                </a:lnTo>
                <a:lnTo>
                  <a:pt x="45" y="19"/>
                </a:lnTo>
                <a:lnTo>
                  <a:pt x="46" y="19"/>
                </a:lnTo>
                <a:lnTo>
                  <a:pt x="45" y="17"/>
                </a:lnTo>
                <a:lnTo>
                  <a:pt x="45" y="16"/>
                </a:lnTo>
                <a:lnTo>
                  <a:pt x="46" y="16"/>
                </a:lnTo>
                <a:lnTo>
                  <a:pt x="46" y="15"/>
                </a:lnTo>
                <a:lnTo>
                  <a:pt x="47" y="14"/>
                </a:lnTo>
                <a:lnTo>
                  <a:pt x="48" y="14"/>
                </a:lnTo>
                <a:lnTo>
                  <a:pt x="49" y="14"/>
                </a:lnTo>
                <a:lnTo>
                  <a:pt x="50" y="14"/>
                </a:lnTo>
                <a:lnTo>
                  <a:pt x="51" y="14"/>
                </a:lnTo>
                <a:lnTo>
                  <a:pt x="51" y="13"/>
                </a:lnTo>
                <a:lnTo>
                  <a:pt x="52" y="13"/>
                </a:lnTo>
                <a:lnTo>
                  <a:pt x="53" y="13"/>
                </a:lnTo>
                <a:lnTo>
                  <a:pt x="53" y="12"/>
                </a:lnTo>
                <a:lnTo>
                  <a:pt x="53" y="11"/>
                </a:lnTo>
                <a:lnTo>
                  <a:pt x="54" y="11"/>
                </a:lnTo>
                <a:lnTo>
                  <a:pt x="55" y="11"/>
                </a:lnTo>
                <a:lnTo>
                  <a:pt x="56" y="12"/>
                </a:lnTo>
                <a:lnTo>
                  <a:pt x="57" y="12"/>
                </a:lnTo>
                <a:lnTo>
                  <a:pt x="57" y="11"/>
                </a:lnTo>
                <a:lnTo>
                  <a:pt x="58" y="11"/>
                </a:lnTo>
                <a:lnTo>
                  <a:pt x="58" y="10"/>
                </a:lnTo>
                <a:lnTo>
                  <a:pt x="58" y="9"/>
                </a:lnTo>
                <a:lnTo>
                  <a:pt x="58" y="8"/>
                </a:lnTo>
                <a:lnTo>
                  <a:pt x="57" y="8"/>
                </a:lnTo>
                <a:lnTo>
                  <a:pt x="58" y="8"/>
                </a:lnTo>
                <a:lnTo>
                  <a:pt x="59" y="8"/>
                </a:lnTo>
                <a:lnTo>
                  <a:pt x="60" y="8"/>
                </a:lnTo>
                <a:lnTo>
                  <a:pt x="61" y="7"/>
                </a:lnTo>
                <a:lnTo>
                  <a:pt x="62" y="7"/>
                </a:lnTo>
                <a:lnTo>
                  <a:pt x="62" y="6"/>
                </a:lnTo>
                <a:lnTo>
                  <a:pt x="63" y="6"/>
                </a:lnTo>
                <a:lnTo>
                  <a:pt x="62" y="6"/>
                </a:lnTo>
                <a:lnTo>
                  <a:pt x="61" y="6"/>
                </a:lnTo>
                <a:lnTo>
                  <a:pt x="60" y="6"/>
                </a:lnTo>
                <a:lnTo>
                  <a:pt x="60" y="5"/>
                </a:lnTo>
                <a:lnTo>
                  <a:pt x="61" y="5"/>
                </a:lnTo>
                <a:lnTo>
                  <a:pt x="60" y="4"/>
                </a:lnTo>
                <a:lnTo>
                  <a:pt x="60" y="3"/>
                </a:lnTo>
                <a:lnTo>
                  <a:pt x="61" y="3"/>
                </a:lnTo>
                <a:lnTo>
                  <a:pt x="61" y="2"/>
                </a:lnTo>
                <a:lnTo>
                  <a:pt x="62" y="2"/>
                </a:lnTo>
                <a:lnTo>
                  <a:pt x="63" y="2"/>
                </a:lnTo>
                <a:lnTo>
                  <a:pt x="63" y="1"/>
                </a:lnTo>
                <a:lnTo>
                  <a:pt x="63" y="0"/>
                </a:lnTo>
                <a:lnTo>
                  <a:pt x="64" y="0"/>
                </a:lnTo>
                <a:lnTo>
                  <a:pt x="65" y="0"/>
                </a:lnTo>
                <a:lnTo>
                  <a:pt x="6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2" name=""/>
          <p:cNvSpPr/>
          <p:nvPr/>
        </p:nvSpPr>
        <p:spPr>
          <a:xfrm>
            <a:off x="4585680" y="369432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0" y="5"/>
                </a:moveTo>
                <a:lnTo>
                  <a:pt x="0" y="3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3" name=""/>
          <p:cNvSpPr/>
          <p:nvPr/>
        </p:nvSpPr>
        <p:spPr>
          <a:xfrm>
            <a:off x="4584240" y="36936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4"/>
                </a:move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3" y="4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4" name=""/>
          <p:cNvSpPr/>
          <p:nvPr/>
        </p:nvSpPr>
        <p:spPr>
          <a:xfrm>
            <a:off x="4410720" y="3566160"/>
            <a:ext cx="207720" cy="241920"/>
          </a:xfrm>
          <a:custGeom>
            <a:avLst/>
            <a:gdLst/>
            <a:ahLst/>
            <a:rect l="0" t="0" r="r" b="b"/>
            <a:pathLst>
              <a:path w="577" h="672">
                <a:moveTo>
                  <a:pt x="392" y="0"/>
                </a:moveTo>
                <a:lnTo>
                  <a:pt x="392" y="1"/>
                </a:lnTo>
                <a:lnTo>
                  <a:pt x="392" y="2"/>
                </a:lnTo>
                <a:lnTo>
                  <a:pt x="391" y="3"/>
                </a:lnTo>
                <a:lnTo>
                  <a:pt x="393" y="4"/>
                </a:lnTo>
                <a:lnTo>
                  <a:pt x="395" y="5"/>
                </a:lnTo>
                <a:lnTo>
                  <a:pt x="396" y="6"/>
                </a:lnTo>
                <a:lnTo>
                  <a:pt x="396" y="7"/>
                </a:lnTo>
                <a:lnTo>
                  <a:pt x="397" y="7"/>
                </a:lnTo>
                <a:lnTo>
                  <a:pt x="397" y="8"/>
                </a:lnTo>
                <a:lnTo>
                  <a:pt x="398" y="10"/>
                </a:lnTo>
                <a:lnTo>
                  <a:pt x="398" y="12"/>
                </a:lnTo>
                <a:lnTo>
                  <a:pt x="399" y="12"/>
                </a:lnTo>
                <a:lnTo>
                  <a:pt x="399" y="13"/>
                </a:lnTo>
                <a:lnTo>
                  <a:pt x="399" y="12"/>
                </a:lnTo>
                <a:lnTo>
                  <a:pt x="400" y="12"/>
                </a:lnTo>
                <a:lnTo>
                  <a:pt x="400" y="13"/>
                </a:lnTo>
                <a:lnTo>
                  <a:pt x="401" y="13"/>
                </a:lnTo>
                <a:lnTo>
                  <a:pt x="401" y="14"/>
                </a:lnTo>
                <a:lnTo>
                  <a:pt x="402" y="14"/>
                </a:lnTo>
                <a:lnTo>
                  <a:pt x="403" y="14"/>
                </a:lnTo>
                <a:lnTo>
                  <a:pt x="404" y="15"/>
                </a:lnTo>
                <a:lnTo>
                  <a:pt x="405" y="16"/>
                </a:lnTo>
                <a:lnTo>
                  <a:pt x="405" y="17"/>
                </a:lnTo>
                <a:lnTo>
                  <a:pt x="407" y="19"/>
                </a:lnTo>
                <a:lnTo>
                  <a:pt x="408" y="19"/>
                </a:lnTo>
                <a:lnTo>
                  <a:pt x="409" y="20"/>
                </a:lnTo>
                <a:lnTo>
                  <a:pt x="410" y="20"/>
                </a:lnTo>
                <a:lnTo>
                  <a:pt x="410" y="21"/>
                </a:lnTo>
                <a:lnTo>
                  <a:pt x="411" y="21"/>
                </a:lnTo>
                <a:lnTo>
                  <a:pt x="412" y="22"/>
                </a:lnTo>
                <a:lnTo>
                  <a:pt x="412" y="23"/>
                </a:lnTo>
                <a:lnTo>
                  <a:pt x="413" y="23"/>
                </a:lnTo>
                <a:lnTo>
                  <a:pt x="413" y="24"/>
                </a:lnTo>
                <a:lnTo>
                  <a:pt x="412" y="25"/>
                </a:lnTo>
                <a:lnTo>
                  <a:pt x="411" y="27"/>
                </a:lnTo>
                <a:lnTo>
                  <a:pt x="411" y="28"/>
                </a:lnTo>
                <a:lnTo>
                  <a:pt x="411" y="29"/>
                </a:lnTo>
                <a:lnTo>
                  <a:pt x="412" y="29"/>
                </a:lnTo>
                <a:lnTo>
                  <a:pt x="412" y="30"/>
                </a:lnTo>
                <a:lnTo>
                  <a:pt x="413" y="30"/>
                </a:lnTo>
                <a:lnTo>
                  <a:pt x="413" y="31"/>
                </a:lnTo>
                <a:lnTo>
                  <a:pt x="412" y="31"/>
                </a:lnTo>
                <a:lnTo>
                  <a:pt x="413" y="31"/>
                </a:lnTo>
                <a:lnTo>
                  <a:pt x="414" y="31"/>
                </a:lnTo>
                <a:lnTo>
                  <a:pt x="415" y="31"/>
                </a:lnTo>
                <a:lnTo>
                  <a:pt x="415" y="33"/>
                </a:lnTo>
                <a:lnTo>
                  <a:pt x="415" y="34"/>
                </a:lnTo>
                <a:lnTo>
                  <a:pt x="414" y="35"/>
                </a:lnTo>
                <a:lnTo>
                  <a:pt x="413" y="35"/>
                </a:lnTo>
                <a:lnTo>
                  <a:pt x="412" y="35"/>
                </a:lnTo>
                <a:lnTo>
                  <a:pt x="411" y="36"/>
                </a:lnTo>
                <a:lnTo>
                  <a:pt x="411" y="37"/>
                </a:lnTo>
                <a:lnTo>
                  <a:pt x="410" y="37"/>
                </a:lnTo>
                <a:lnTo>
                  <a:pt x="409" y="37"/>
                </a:lnTo>
                <a:lnTo>
                  <a:pt x="407" y="38"/>
                </a:lnTo>
                <a:lnTo>
                  <a:pt x="408" y="39"/>
                </a:lnTo>
                <a:lnTo>
                  <a:pt x="409" y="39"/>
                </a:lnTo>
                <a:lnTo>
                  <a:pt x="410" y="40"/>
                </a:lnTo>
                <a:lnTo>
                  <a:pt x="411" y="40"/>
                </a:lnTo>
                <a:lnTo>
                  <a:pt x="411" y="41"/>
                </a:lnTo>
                <a:lnTo>
                  <a:pt x="412" y="41"/>
                </a:lnTo>
                <a:lnTo>
                  <a:pt x="413" y="41"/>
                </a:lnTo>
                <a:lnTo>
                  <a:pt x="413" y="42"/>
                </a:lnTo>
                <a:lnTo>
                  <a:pt x="414" y="43"/>
                </a:lnTo>
                <a:lnTo>
                  <a:pt x="415" y="43"/>
                </a:lnTo>
                <a:lnTo>
                  <a:pt x="416" y="43"/>
                </a:lnTo>
                <a:lnTo>
                  <a:pt x="416" y="44"/>
                </a:lnTo>
                <a:lnTo>
                  <a:pt x="417" y="44"/>
                </a:lnTo>
                <a:lnTo>
                  <a:pt x="419" y="45"/>
                </a:lnTo>
                <a:lnTo>
                  <a:pt x="420" y="46"/>
                </a:lnTo>
                <a:lnTo>
                  <a:pt x="421" y="46"/>
                </a:lnTo>
                <a:lnTo>
                  <a:pt x="420" y="47"/>
                </a:lnTo>
                <a:lnTo>
                  <a:pt x="419" y="48"/>
                </a:lnTo>
                <a:lnTo>
                  <a:pt x="419" y="49"/>
                </a:lnTo>
                <a:lnTo>
                  <a:pt x="419" y="50"/>
                </a:lnTo>
                <a:lnTo>
                  <a:pt x="419" y="51"/>
                </a:lnTo>
                <a:lnTo>
                  <a:pt x="418" y="51"/>
                </a:lnTo>
                <a:lnTo>
                  <a:pt x="418" y="52"/>
                </a:lnTo>
                <a:lnTo>
                  <a:pt x="419" y="52"/>
                </a:lnTo>
                <a:lnTo>
                  <a:pt x="420" y="53"/>
                </a:lnTo>
                <a:lnTo>
                  <a:pt x="421" y="53"/>
                </a:lnTo>
                <a:lnTo>
                  <a:pt x="422" y="53"/>
                </a:lnTo>
                <a:lnTo>
                  <a:pt x="423" y="53"/>
                </a:lnTo>
                <a:lnTo>
                  <a:pt x="423" y="54"/>
                </a:lnTo>
                <a:lnTo>
                  <a:pt x="424" y="54"/>
                </a:lnTo>
                <a:lnTo>
                  <a:pt x="425" y="55"/>
                </a:lnTo>
                <a:lnTo>
                  <a:pt x="424" y="55"/>
                </a:lnTo>
                <a:lnTo>
                  <a:pt x="424" y="56"/>
                </a:lnTo>
                <a:lnTo>
                  <a:pt x="424" y="57"/>
                </a:lnTo>
                <a:lnTo>
                  <a:pt x="423" y="56"/>
                </a:lnTo>
                <a:lnTo>
                  <a:pt x="422" y="56"/>
                </a:lnTo>
                <a:lnTo>
                  <a:pt x="423" y="57"/>
                </a:lnTo>
                <a:lnTo>
                  <a:pt x="423" y="58"/>
                </a:lnTo>
                <a:lnTo>
                  <a:pt x="422" y="58"/>
                </a:lnTo>
                <a:lnTo>
                  <a:pt x="421" y="59"/>
                </a:lnTo>
                <a:lnTo>
                  <a:pt x="420" y="59"/>
                </a:lnTo>
                <a:lnTo>
                  <a:pt x="421" y="59"/>
                </a:lnTo>
                <a:lnTo>
                  <a:pt x="423" y="60"/>
                </a:lnTo>
                <a:lnTo>
                  <a:pt x="424" y="60"/>
                </a:lnTo>
                <a:lnTo>
                  <a:pt x="425" y="60"/>
                </a:lnTo>
                <a:lnTo>
                  <a:pt x="428" y="60"/>
                </a:lnTo>
                <a:lnTo>
                  <a:pt x="429" y="59"/>
                </a:lnTo>
                <a:lnTo>
                  <a:pt x="429" y="58"/>
                </a:lnTo>
                <a:lnTo>
                  <a:pt x="430" y="58"/>
                </a:lnTo>
                <a:lnTo>
                  <a:pt x="430" y="57"/>
                </a:lnTo>
                <a:lnTo>
                  <a:pt x="430" y="56"/>
                </a:lnTo>
                <a:lnTo>
                  <a:pt x="430" y="55"/>
                </a:lnTo>
                <a:lnTo>
                  <a:pt x="430" y="54"/>
                </a:lnTo>
                <a:lnTo>
                  <a:pt x="431" y="54"/>
                </a:lnTo>
                <a:lnTo>
                  <a:pt x="432" y="54"/>
                </a:lnTo>
                <a:lnTo>
                  <a:pt x="433" y="54"/>
                </a:lnTo>
                <a:lnTo>
                  <a:pt x="434" y="54"/>
                </a:lnTo>
                <a:lnTo>
                  <a:pt x="434" y="55"/>
                </a:lnTo>
                <a:lnTo>
                  <a:pt x="435" y="55"/>
                </a:lnTo>
                <a:lnTo>
                  <a:pt x="435" y="56"/>
                </a:lnTo>
                <a:lnTo>
                  <a:pt x="436" y="57"/>
                </a:lnTo>
                <a:lnTo>
                  <a:pt x="437" y="57"/>
                </a:lnTo>
                <a:lnTo>
                  <a:pt x="437" y="58"/>
                </a:lnTo>
                <a:lnTo>
                  <a:pt x="436" y="59"/>
                </a:lnTo>
                <a:lnTo>
                  <a:pt x="436" y="60"/>
                </a:lnTo>
                <a:lnTo>
                  <a:pt x="435" y="60"/>
                </a:lnTo>
                <a:lnTo>
                  <a:pt x="434" y="61"/>
                </a:lnTo>
                <a:lnTo>
                  <a:pt x="433" y="61"/>
                </a:lnTo>
                <a:lnTo>
                  <a:pt x="432" y="61"/>
                </a:lnTo>
                <a:lnTo>
                  <a:pt x="431" y="61"/>
                </a:lnTo>
                <a:lnTo>
                  <a:pt x="432" y="62"/>
                </a:lnTo>
                <a:lnTo>
                  <a:pt x="433" y="62"/>
                </a:lnTo>
                <a:lnTo>
                  <a:pt x="434" y="62"/>
                </a:lnTo>
                <a:lnTo>
                  <a:pt x="436" y="62"/>
                </a:lnTo>
                <a:lnTo>
                  <a:pt x="437" y="62"/>
                </a:lnTo>
                <a:lnTo>
                  <a:pt x="437" y="63"/>
                </a:lnTo>
                <a:lnTo>
                  <a:pt x="437" y="64"/>
                </a:lnTo>
                <a:lnTo>
                  <a:pt x="438" y="64"/>
                </a:lnTo>
                <a:lnTo>
                  <a:pt x="438" y="65"/>
                </a:lnTo>
                <a:lnTo>
                  <a:pt x="437" y="66"/>
                </a:lnTo>
                <a:lnTo>
                  <a:pt x="437" y="67"/>
                </a:lnTo>
                <a:lnTo>
                  <a:pt x="438" y="67"/>
                </a:lnTo>
                <a:lnTo>
                  <a:pt x="437" y="68"/>
                </a:lnTo>
                <a:lnTo>
                  <a:pt x="437" y="69"/>
                </a:lnTo>
                <a:lnTo>
                  <a:pt x="436" y="70"/>
                </a:lnTo>
                <a:lnTo>
                  <a:pt x="435" y="70"/>
                </a:lnTo>
                <a:lnTo>
                  <a:pt x="434" y="70"/>
                </a:lnTo>
                <a:lnTo>
                  <a:pt x="434" y="71"/>
                </a:lnTo>
                <a:lnTo>
                  <a:pt x="434" y="72"/>
                </a:lnTo>
                <a:lnTo>
                  <a:pt x="435" y="72"/>
                </a:lnTo>
                <a:lnTo>
                  <a:pt x="436" y="72"/>
                </a:lnTo>
                <a:lnTo>
                  <a:pt x="437" y="73"/>
                </a:lnTo>
                <a:lnTo>
                  <a:pt x="437" y="74"/>
                </a:lnTo>
                <a:lnTo>
                  <a:pt x="439" y="75"/>
                </a:lnTo>
                <a:lnTo>
                  <a:pt x="440" y="75"/>
                </a:lnTo>
                <a:lnTo>
                  <a:pt x="440" y="76"/>
                </a:lnTo>
                <a:lnTo>
                  <a:pt x="440" y="77"/>
                </a:lnTo>
                <a:lnTo>
                  <a:pt x="440" y="78"/>
                </a:lnTo>
                <a:lnTo>
                  <a:pt x="441" y="78"/>
                </a:lnTo>
                <a:lnTo>
                  <a:pt x="441" y="79"/>
                </a:lnTo>
                <a:lnTo>
                  <a:pt x="440" y="79"/>
                </a:lnTo>
                <a:lnTo>
                  <a:pt x="440" y="80"/>
                </a:lnTo>
                <a:lnTo>
                  <a:pt x="439" y="80"/>
                </a:lnTo>
                <a:lnTo>
                  <a:pt x="439" y="81"/>
                </a:lnTo>
                <a:lnTo>
                  <a:pt x="438" y="82"/>
                </a:lnTo>
                <a:lnTo>
                  <a:pt x="438" y="83"/>
                </a:lnTo>
                <a:lnTo>
                  <a:pt x="438" y="84"/>
                </a:lnTo>
                <a:lnTo>
                  <a:pt x="438" y="85"/>
                </a:lnTo>
                <a:lnTo>
                  <a:pt x="438" y="86"/>
                </a:lnTo>
                <a:lnTo>
                  <a:pt x="437" y="86"/>
                </a:lnTo>
                <a:lnTo>
                  <a:pt x="436" y="86"/>
                </a:lnTo>
                <a:lnTo>
                  <a:pt x="436" y="87"/>
                </a:lnTo>
                <a:lnTo>
                  <a:pt x="435" y="87"/>
                </a:lnTo>
                <a:lnTo>
                  <a:pt x="434" y="87"/>
                </a:lnTo>
                <a:lnTo>
                  <a:pt x="433" y="87"/>
                </a:lnTo>
                <a:lnTo>
                  <a:pt x="433" y="86"/>
                </a:lnTo>
                <a:lnTo>
                  <a:pt x="432" y="86"/>
                </a:lnTo>
                <a:lnTo>
                  <a:pt x="432" y="85"/>
                </a:lnTo>
                <a:lnTo>
                  <a:pt x="432" y="84"/>
                </a:lnTo>
                <a:lnTo>
                  <a:pt x="431" y="82"/>
                </a:lnTo>
                <a:lnTo>
                  <a:pt x="430" y="82"/>
                </a:lnTo>
                <a:lnTo>
                  <a:pt x="429" y="82"/>
                </a:lnTo>
                <a:lnTo>
                  <a:pt x="428" y="83"/>
                </a:lnTo>
                <a:lnTo>
                  <a:pt x="427" y="82"/>
                </a:lnTo>
                <a:lnTo>
                  <a:pt x="425" y="83"/>
                </a:lnTo>
                <a:lnTo>
                  <a:pt x="424" y="83"/>
                </a:lnTo>
                <a:lnTo>
                  <a:pt x="423" y="84"/>
                </a:lnTo>
                <a:lnTo>
                  <a:pt x="424" y="84"/>
                </a:lnTo>
                <a:lnTo>
                  <a:pt x="424" y="85"/>
                </a:lnTo>
                <a:lnTo>
                  <a:pt x="423" y="85"/>
                </a:lnTo>
                <a:lnTo>
                  <a:pt x="423" y="86"/>
                </a:lnTo>
                <a:lnTo>
                  <a:pt x="422" y="87"/>
                </a:lnTo>
                <a:lnTo>
                  <a:pt x="423" y="87"/>
                </a:lnTo>
                <a:lnTo>
                  <a:pt x="423" y="88"/>
                </a:lnTo>
                <a:lnTo>
                  <a:pt x="423" y="89"/>
                </a:lnTo>
                <a:lnTo>
                  <a:pt x="422" y="89"/>
                </a:lnTo>
                <a:lnTo>
                  <a:pt x="422" y="90"/>
                </a:lnTo>
                <a:lnTo>
                  <a:pt x="422" y="91"/>
                </a:lnTo>
                <a:lnTo>
                  <a:pt x="423" y="91"/>
                </a:lnTo>
                <a:lnTo>
                  <a:pt x="424" y="91"/>
                </a:lnTo>
                <a:lnTo>
                  <a:pt x="424" y="92"/>
                </a:lnTo>
                <a:lnTo>
                  <a:pt x="424" y="93"/>
                </a:lnTo>
                <a:lnTo>
                  <a:pt x="425" y="94"/>
                </a:lnTo>
                <a:lnTo>
                  <a:pt x="425" y="95"/>
                </a:lnTo>
                <a:lnTo>
                  <a:pt x="425" y="96"/>
                </a:lnTo>
                <a:lnTo>
                  <a:pt x="426" y="96"/>
                </a:lnTo>
                <a:lnTo>
                  <a:pt x="426" y="97"/>
                </a:lnTo>
                <a:lnTo>
                  <a:pt x="427" y="97"/>
                </a:lnTo>
                <a:lnTo>
                  <a:pt x="427" y="98"/>
                </a:lnTo>
                <a:lnTo>
                  <a:pt x="428" y="98"/>
                </a:lnTo>
                <a:lnTo>
                  <a:pt x="428" y="99"/>
                </a:lnTo>
                <a:lnTo>
                  <a:pt x="429" y="99"/>
                </a:lnTo>
                <a:lnTo>
                  <a:pt x="430" y="100"/>
                </a:lnTo>
                <a:lnTo>
                  <a:pt x="430" y="101"/>
                </a:lnTo>
                <a:lnTo>
                  <a:pt x="429" y="101"/>
                </a:lnTo>
                <a:lnTo>
                  <a:pt x="430" y="103"/>
                </a:lnTo>
                <a:lnTo>
                  <a:pt x="430" y="105"/>
                </a:lnTo>
                <a:lnTo>
                  <a:pt x="431" y="105"/>
                </a:lnTo>
                <a:lnTo>
                  <a:pt x="431" y="106"/>
                </a:lnTo>
                <a:lnTo>
                  <a:pt x="433" y="106"/>
                </a:lnTo>
                <a:lnTo>
                  <a:pt x="434" y="106"/>
                </a:lnTo>
                <a:lnTo>
                  <a:pt x="434" y="107"/>
                </a:lnTo>
                <a:lnTo>
                  <a:pt x="435" y="107"/>
                </a:lnTo>
                <a:lnTo>
                  <a:pt x="436" y="107"/>
                </a:lnTo>
                <a:lnTo>
                  <a:pt x="436" y="108"/>
                </a:lnTo>
                <a:lnTo>
                  <a:pt x="437" y="108"/>
                </a:lnTo>
                <a:lnTo>
                  <a:pt x="437" y="107"/>
                </a:lnTo>
                <a:lnTo>
                  <a:pt x="438" y="107"/>
                </a:lnTo>
                <a:lnTo>
                  <a:pt x="439" y="108"/>
                </a:lnTo>
                <a:lnTo>
                  <a:pt x="438" y="108"/>
                </a:lnTo>
                <a:lnTo>
                  <a:pt x="438" y="109"/>
                </a:lnTo>
                <a:lnTo>
                  <a:pt x="438" y="110"/>
                </a:lnTo>
                <a:lnTo>
                  <a:pt x="438" y="111"/>
                </a:lnTo>
                <a:lnTo>
                  <a:pt x="439" y="112"/>
                </a:lnTo>
                <a:lnTo>
                  <a:pt x="439" y="113"/>
                </a:lnTo>
                <a:lnTo>
                  <a:pt x="439" y="114"/>
                </a:lnTo>
                <a:lnTo>
                  <a:pt x="438" y="114"/>
                </a:lnTo>
                <a:lnTo>
                  <a:pt x="437" y="115"/>
                </a:lnTo>
                <a:lnTo>
                  <a:pt x="438" y="115"/>
                </a:lnTo>
                <a:lnTo>
                  <a:pt x="438" y="116"/>
                </a:lnTo>
                <a:lnTo>
                  <a:pt x="437" y="116"/>
                </a:lnTo>
                <a:lnTo>
                  <a:pt x="435" y="116"/>
                </a:lnTo>
                <a:lnTo>
                  <a:pt x="435" y="117"/>
                </a:lnTo>
                <a:lnTo>
                  <a:pt x="434" y="118"/>
                </a:lnTo>
                <a:lnTo>
                  <a:pt x="435" y="118"/>
                </a:lnTo>
                <a:lnTo>
                  <a:pt x="436" y="118"/>
                </a:lnTo>
                <a:lnTo>
                  <a:pt x="437" y="118"/>
                </a:lnTo>
                <a:lnTo>
                  <a:pt x="438" y="119"/>
                </a:lnTo>
                <a:lnTo>
                  <a:pt x="439" y="119"/>
                </a:lnTo>
                <a:lnTo>
                  <a:pt x="440" y="119"/>
                </a:lnTo>
                <a:lnTo>
                  <a:pt x="441" y="120"/>
                </a:lnTo>
                <a:lnTo>
                  <a:pt x="441" y="121"/>
                </a:lnTo>
                <a:lnTo>
                  <a:pt x="442" y="122"/>
                </a:lnTo>
                <a:lnTo>
                  <a:pt x="442" y="124"/>
                </a:lnTo>
                <a:lnTo>
                  <a:pt x="442" y="125"/>
                </a:lnTo>
                <a:lnTo>
                  <a:pt x="443" y="125"/>
                </a:lnTo>
                <a:lnTo>
                  <a:pt x="443" y="126"/>
                </a:lnTo>
                <a:lnTo>
                  <a:pt x="442" y="127"/>
                </a:lnTo>
                <a:lnTo>
                  <a:pt x="441" y="127"/>
                </a:lnTo>
                <a:lnTo>
                  <a:pt x="442" y="127"/>
                </a:lnTo>
                <a:lnTo>
                  <a:pt x="442" y="128"/>
                </a:lnTo>
                <a:lnTo>
                  <a:pt x="442" y="129"/>
                </a:lnTo>
                <a:lnTo>
                  <a:pt x="442" y="130"/>
                </a:lnTo>
                <a:lnTo>
                  <a:pt x="442" y="131"/>
                </a:lnTo>
                <a:lnTo>
                  <a:pt x="443" y="132"/>
                </a:lnTo>
                <a:lnTo>
                  <a:pt x="443" y="133"/>
                </a:lnTo>
                <a:lnTo>
                  <a:pt x="444" y="133"/>
                </a:lnTo>
                <a:lnTo>
                  <a:pt x="445" y="133"/>
                </a:lnTo>
                <a:lnTo>
                  <a:pt x="446" y="133"/>
                </a:lnTo>
                <a:lnTo>
                  <a:pt x="447" y="133"/>
                </a:lnTo>
                <a:lnTo>
                  <a:pt x="447" y="132"/>
                </a:lnTo>
                <a:lnTo>
                  <a:pt x="448" y="133"/>
                </a:lnTo>
                <a:lnTo>
                  <a:pt x="448" y="132"/>
                </a:lnTo>
                <a:lnTo>
                  <a:pt x="447" y="132"/>
                </a:lnTo>
                <a:lnTo>
                  <a:pt x="447" y="131"/>
                </a:lnTo>
                <a:lnTo>
                  <a:pt x="448" y="131"/>
                </a:lnTo>
                <a:lnTo>
                  <a:pt x="450" y="131"/>
                </a:lnTo>
                <a:lnTo>
                  <a:pt x="451" y="131"/>
                </a:lnTo>
                <a:lnTo>
                  <a:pt x="451" y="130"/>
                </a:lnTo>
                <a:lnTo>
                  <a:pt x="452" y="130"/>
                </a:lnTo>
                <a:lnTo>
                  <a:pt x="454" y="130"/>
                </a:lnTo>
                <a:lnTo>
                  <a:pt x="457" y="130"/>
                </a:lnTo>
                <a:lnTo>
                  <a:pt x="457" y="129"/>
                </a:lnTo>
                <a:lnTo>
                  <a:pt x="458" y="129"/>
                </a:lnTo>
                <a:lnTo>
                  <a:pt x="459" y="130"/>
                </a:lnTo>
                <a:lnTo>
                  <a:pt x="459" y="129"/>
                </a:lnTo>
                <a:lnTo>
                  <a:pt x="460" y="129"/>
                </a:lnTo>
                <a:lnTo>
                  <a:pt x="461" y="129"/>
                </a:lnTo>
                <a:lnTo>
                  <a:pt x="462" y="129"/>
                </a:lnTo>
                <a:lnTo>
                  <a:pt x="463" y="129"/>
                </a:lnTo>
                <a:lnTo>
                  <a:pt x="464" y="130"/>
                </a:lnTo>
                <a:lnTo>
                  <a:pt x="465" y="130"/>
                </a:lnTo>
                <a:lnTo>
                  <a:pt x="465" y="129"/>
                </a:lnTo>
                <a:lnTo>
                  <a:pt x="466" y="129"/>
                </a:lnTo>
                <a:lnTo>
                  <a:pt x="466" y="130"/>
                </a:lnTo>
                <a:lnTo>
                  <a:pt x="467" y="130"/>
                </a:lnTo>
                <a:lnTo>
                  <a:pt x="468" y="130"/>
                </a:lnTo>
                <a:lnTo>
                  <a:pt x="469" y="130"/>
                </a:lnTo>
                <a:lnTo>
                  <a:pt x="470" y="129"/>
                </a:lnTo>
                <a:lnTo>
                  <a:pt x="471" y="129"/>
                </a:lnTo>
                <a:lnTo>
                  <a:pt x="472" y="130"/>
                </a:lnTo>
                <a:lnTo>
                  <a:pt x="472" y="131"/>
                </a:lnTo>
                <a:lnTo>
                  <a:pt x="473" y="131"/>
                </a:lnTo>
                <a:lnTo>
                  <a:pt x="474" y="131"/>
                </a:lnTo>
                <a:lnTo>
                  <a:pt x="474" y="132"/>
                </a:lnTo>
                <a:lnTo>
                  <a:pt x="475" y="132"/>
                </a:lnTo>
                <a:lnTo>
                  <a:pt x="476" y="132"/>
                </a:lnTo>
                <a:lnTo>
                  <a:pt x="478" y="132"/>
                </a:lnTo>
                <a:lnTo>
                  <a:pt x="479" y="131"/>
                </a:lnTo>
                <a:lnTo>
                  <a:pt x="479" y="130"/>
                </a:lnTo>
                <a:lnTo>
                  <a:pt x="480" y="129"/>
                </a:lnTo>
                <a:lnTo>
                  <a:pt x="481" y="129"/>
                </a:lnTo>
                <a:lnTo>
                  <a:pt x="482" y="128"/>
                </a:lnTo>
                <a:lnTo>
                  <a:pt x="483" y="128"/>
                </a:lnTo>
                <a:lnTo>
                  <a:pt x="484" y="128"/>
                </a:lnTo>
                <a:lnTo>
                  <a:pt x="484" y="127"/>
                </a:lnTo>
                <a:lnTo>
                  <a:pt x="485" y="127"/>
                </a:lnTo>
                <a:lnTo>
                  <a:pt x="486" y="127"/>
                </a:lnTo>
                <a:lnTo>
                  <a:pt x="486" y="126"/>
                </a:lnTo>
                <a:lnTo>
                  <a:pt x="486" y="127"/>
                </a:lnTo>
                <a:lnTo>
                  <a:pt x="486" y="128"/>
                </a:lnTo>
                <a:lnTo>
                  <a:pt x="486" y="129"/>
                </a:lnTo>
                <a:lnTo>
                  <a:pt x="487" y="130"/>
                </a:lnTo>
                <a:lnTo>
                  <a:pt x="487" y="131"/>
                </a:lnTo>
                <a:lnTo>
                  <a:pt x="488" y="132"/>
                </a:lnTo>
                <a:lnTo>
                  <a:pt x="488" y="133"/>
                </a:lnTo>
                <a:lnTo>
                  <a:pt x="488" y="134"/>
                </a:lnTo>
                <a:lnTo>
                  <a:pt x="489" y="134"/>
                </a:lnTo>
                <a:lnTo>
                  <a:pt x="490" y="134"/>
                </a:lnTo>
                <a:lnTo>
                  <a:pt x="491" y="134"/>
                </a:lnTo>
                <a:lnTo>
                  <a:pt x="491" y="135"/>
                </a:lnTo>
                <a:lnTo>
                  <a:pt x="492" y="134"/>
                </a:lnTo>
                <a:lnTo>
                  <a:pt x="493" y="134"/>
                </a:lnTo>
                <a:lnTo>
                  <a:pt x="494" y="134"/>
                </a:lnTo>
                <a:lnTo>
                  <a:pt x="495" y="134"/>
                </a:lnTo>
                <a:lnTo>
                  <a:pt x="495" y="133"/>
                </a:lnTo>
                <a:lnTo>
                  <a:pt x="496" y="133"/>
                </a:lnTo>
                <a:lnTo>
                  <a:pt x="497" y="134"/>
                </a:lnTo>
                <a:lnTo>
                  <a:pt x="498" y="134"/>
                </a:lnTo>
                <a:lnTo>
                  <a:pt x="499" y="134"/>
                </a:lnTo>
                <a:lnTo>
                  <a:pt x="501" y="134"/>
                </a:lnTo>
                <a:lnTo>
                  <a:pt x="502" y="134"/>
                </a:lnTo>
                <a:lnTo>
                  <a:pt x="503" y="134"/>
                </a:lnTo>
                <a:lnTo>
                  <a:pt x="503" y="135"/>
                </a:lnTo>
                <a:lnTo>
                  <a:pt x="504" y="135"/>
                </a:lnTo>
                <a:lnTo>
                  <a:pt x="505" y="135"/>
                </a:lnTo>
                <a:lnTo>
                  <a:pt x="506" y="135"/>
                </a:lnTo>
                <a:lnTo>
                  <a:pt x="507" y="135"/>
                </a:lnTo>
                <a:lnTo>
                  <a:pt x="508" y="135"/>
                </a:lnTo>
                <a:lnTo>
                  <a:pt x="509" y="135"/>
                </a:lnTo>
                <a:lnTo>
                  <a:pt x="510" y="135"/>
                </a:lnTo>
                <a:lnTo>
                  <a:pt x="511" y="135"/>
                </a:lnTo>
                <a:lnTo>
                  <a:pt x="512" y="135"/>
                </a:lnTo>
                <a:lnTo>
                  <a:pt x="513" y="135"/>
                </a:lnTo>
                <a:lnTo>
                  <a:pt x="514" y="135"/>
                </a:lnTo>
                <a:lnTo>
                  <a:pt x="516" y="135"/>
                </a:lnTo>
                <a:lnTo>
                  <a:pt x="516" y="136"/>
                </a:lnTo>
                <a:lnTo>
                  <a:pt x="517" y="136"/>
                </a:lnTo>
                <a:lnTo>
                  <a:pt x="518" y="136"/>
                </a:lnTo>
                <a:lnTo>
                  <a:pt x="519" y="135"/>
                </a:lnTo>
                <a:lnTo>
                  <a:pt x="519" y="134"/>
                </a:lnTo>
                <a:lnTo>
                  <a:pt x="520" y="134"/>
                </a:lnTo>
                <a:lnTo>
                  <a:pt x="521" y="133"/>
                </a:lnTo>
                <a:lnTo>
                  <a:pt x="522" y="133"/>
                </a:lnTo>
                <a:lnTo>
                  <a:pt x="523" y="136"/>
                </a:lnTo>
                <a:lnTo>
                  <a:pt x="523" y="137"/>
                </a:lnTo>
                <a:lnTo>
                  <a:pt x="522" y="138"/>
                </a:lnTo>
                <a:lnTo>
                  <a:pt x="521" y="139"/>
                </a:lnTo>
                <a:lnTo>
                  <a:pt x="520" y="139"/>
                </a:lnTo>
                <a:lnTo>
                  <a:pt x="519" y="140"/>
                </a:lnTo>
                <a:lnTo>
                  <a:pt x="519" y="142"/>
                </a:lnTo>
                <a:lnTo>
                  <a:pt x="518" y="143"/>
                </a:lnTo>
                <a:lnTo>
                  <a:pt x="517" y="143"/>
                </a:lnTo>
                <a:lnTo>
                  <a:pt x="516" y="142"/>
                </a:lnTo>
                <a:lnTo>
                  <a:pt x="516" y="143"/>
                </a:lnTo>
                <a:lnTo>
                  <a:pt x="515" y="143"/>
                </a:lnTo>
                <a:lnTo>
                  <a:pt x="516" y="144"/>
                </a:lnTo>
                <a:lnTo>
                  <a:pt x="517" y="144"/>
                </a:lnTo>
                <a:lnTo>
                  <a:pt x="518" y="144"/>
                </a:lnTo>
                <a:lnTo>
                  <a:pt x="518" y="145"/>
                </a:lnTo>
                <a:lnTo>
                  <a:pt x="518" y="146"/>
                </a:lnTo>
                <a:lnTo>
                  <a:pt x="517" y="146"/>
                </a:lnTo>
                <a:lnTo>
                  <a:pt x="515" y="148"/>
                </a:lnTo>
                <a:lnTo>
                  <a:pt x="514" y="148"/>
                </a:lnTo>
                <a:lnTo>
                  <a:pt x="513" y="149"/>
                </a:lnTo>
                <a:lnTo>
                  <a:pt x="513" y="150"/>
                </a:lnTo>
                <a:lnTo>
                  <a:pt x="512" y="151"/>
                </a:lnTo>
                <a:lnTo>
                  <a:pt x="511" y="151"/>
                </a:lnTo>
                <a:lnTo>
                  <a:pt x="509" y="152"/>
                </a:lnTo>
                <a:lnTo>
                  <a:pt x="508" y="151"/>
                </a:lnTo>
                <a:lnTo>
                  <a:pt x="507" y="151"/>
                </a:lnTo>
                <a:lnTo>
                  <a:pt x="507" y="152"/>
                </a:lnTo>
                <a:lnTo>
                  <a:pt x="508" y="152"/>
                </a:lnTo>
                <a:lnTo>
                  <a:pt x="508" y="153"/>
                </a:lnTo>
                <a:lnTo>
                  <a:pt x="507" y="154"/>
                </a:lnTo>
                <a:lnTo>
                  <a:pt x="507" y="155"/>
                </a:lnTo>
                <a:lnTo>
                  <a:pt x="507" y="156"/>
                </a:lnTo>
                <a:lnTo>
                  <a:pt x="507" y="157"/>
                </a:lnTo>
                <a:lnTo>
                  <a:pt x="507" y="158"/>
                </a:lnTo>
                <a:lnTo>
                  <a:pt x="506" y="158"/>
                </a:lnTo>
                <a:lnTo>
                  <a:pt x="505" y="158"/>
                </a:lnTo>
                <a:lnTo>
                  <a:pt x="505" y="157"/>
                </a:lnTo>
                <a:lnTo>
                  <a:pt x="504" y="157"/>
                </a:lnTo>
                <a:lnTo>
                  <a:pt x="504" y="158"/>
                </a:lnTo>
                <a:lnTo>
                  <a:pt x="503" y="159"/>
                </a:lnTo>
                <a:lnTo>
                  <a:pt x="502" y="158"/>
                </a:lnTo>
                <a:lnTo>
                  <a:pt x="501" y="158"/>
                </a:lnTo>
                <a:lnTo>
                  <a:pt x="500" y="158"/>
                </a:lnTo>
                <a:lnTo>
                  <a:pt x="499" y="158"/>
                </a:lnTo>
                <a:lnTo>
                  <a:pt x="499" y="157"/>
                </a:lnTo>
                <a:lnTo>
                  <a:pt x="497" y="157"/>
                </a:lnTo>
                <a:lnTo>
                  <a:pt x="497" y="158"/>
                </a:lnTo>
                <a:lnTo>
                  <a:pt x="496" y="158"/>
                </a:lnTo>
                <a:lnTo>
                  <a:pt x="495" y="159"/>
                </a:lnTo>
                <a:lnTo>
                  <a:pt x="495" y="160"/>
                </a:lnTo>
                <a:lnTo>
                  <a:pt x="494" y="160"/>
                </a:lnTo>
                <a:lnTo>
                  <a:pt x="494" y="161"/>
                </a:lnTo>
                <a:lnTo>
                  <a:pt x="495" y="162"/>
                </a:lnTo>
                <a:lnTo>
                  <a:pt x="496" y="163"/>
                </a:lnTo>
                <a:lnTo>
                  <a:pt x="497" y="163"/>
                </a:lnTo>
                <a:lnTo>
                  <a:pt x="498" y="164"/>
                </a:lnTo>
                <a:lnTo>
                  <a:pt x="499" y="164"/>
                </a:lnTo>
                <a:lnTo>
                  <a:pt x="500" y="164"/>
                </a:lnTo>
                <a:lnTo>
                  <a:pt x="502" y="164"/>
                </a:lnTo>
                <a:lnTo>
                  <a:pt x="502" y="165"/>
                </a:lnTo>
                <a:lnTo>
                  <a:pt x="502" y="166"/>
                </a:lnTo>
                <a:lnTo>
                  <a:pt x="502" y="167"/>
                </a:lnTo>
                <a:lnTo>
                  <a:pt x="501" y="167"/>
                </a:lnTo>
                <a:lnTo>
                  <a:pt x="501" y="168"/>
                </a:lnTo>
                <a:lnTo>
                  <a:pt x="500" y="168"/>
                </a:lnTo>
                <a:lnTo>
                  <a:pt x="499" y="169"/>
                </a:lnTo>
                <a:lnTo>
                  <a:pt x="498" y="169"/>
                </a:lnTo>
                <a:lnTo>
                  <a:pt x="495" y="170"/>
                </a:lnTo>
                <a:lnTo>
                  <a:pt x="494" y="169"/>
                </a:lnTo>
                <a:lnTo>
                  <a:pt x="493" y="168"/>
                </a:lnTo>
                <a:lnTo>
                  <a:pt x="491" y="169"/>
                </a:lnTo>
                <a:lnTo>
                  <a:pt x="491" y="170"/>
                </a:lnTo>
                <a:lnTo>
                  <a:pt x="491" y="171"/>
                </a:lnTo>
                <a:lnTo>
                  <a:pt x="491" y="172"/>
                </a:lnTo>
                <a:lnTo>
                  <a:pt x="491" y="173"/>
                </a:lnTo>
                <a:lnTo>
                  <a:pt x="490" y="173"/>
                </a:lnTo>
                <a:lnTo>
                  <a:pt x="490" y="174"/>
                </a:lnTo>
                <a:lnTo>
                  <a:pt x="490" y="176"/>
                </a:lnTo>
                <a:lnTo>
                  <a:pt x="490" y="178"/>
                </a:lnTo>
                <a:lnTo>
                  <a:pt x="489" y="179"/>
                </a:lnTo>
                <a:lnTo>
                  <a:pt x="489" y="180"/>
                </a:lnTo>
                <a:lnTo>
                  <a:pt x="488" y="181"/>
                </a:lnTo>
                <a:lnTo>
                  <a:pt x="487" y="181"/>
                </a:lnTo>
                <a:lnTo>
                  <a:pt x="487" y="182"/>
                </a:lnTo>
                <a:lnTo>
                  <a:pt x="487" y="183"/>
                </a:lnTo>
                <a:lnTo>
                  <a:pt x="486" y="183"/>
                </a:lnTo>
                <a:lnTo>
                  <a:pt x="486" y="184"/>
                </a:lnTo>
                <a:lnTo>
                  <a:pt x="487" y="186"/>
                </a:lnTo>
                <a:lnTo>
                  <a:pt x="487" y="185"/>
                </a:lnTo>
                <a:lnTo>
                  <a:pt x="488" y="186"/>
                </a:lnTo>
                <a:lnTo>
                  <a:pt x="489" y="187"/>
                </a:lnTo>
                <a:lnTo>
                  <a:pt x="490" y="188"/>
                </a:lnTo>
                <a:lnTo>
                  <a:pt x="491" y="188"/>
                </a:lnTo>
                <a:lnTo>
                  <a:pt x="492" y="188"/>
                </a:lnTo>
                <a:lnTo>
                  <a:pt x="492" y="189"/>
                </a:lnTo>
                <a:lnTo>
                  <a:pt x="491" y="190"/>
                </a:lnTo>
                <a:lnTo>
                  <a:pt x="492" y="190"/>
                </a:lnTo>
                <a:lnTo>
                  <a:pt x="493" y="190"/>
                </a:lnTo>
                <a:lnTo>
                  <a:pt x="494" y="191"/>
                </a:lnTo>
                <a:lnTo>
                  <a:pt x="495" y="191"/>
                </a:lnTo>
                <a:lnTo>
                  <a:pt x="496" y="191"/>
                </a:lnTo>
                <a:lnTo>
                  <a:pt x="496" y="193"/>
                </a:lnTo>
                <a:lnTo>
                  <a:pt x="496" y="194"/>
                </a:lnTo>
                <a:lnTo>
                  <a:pt x="497" y="194"/>
                </a:lnTo>
                <a:lnTo>
                  <a:pt x="498" y="195"/>
                </a:lnTo>
                <a:lnTo>
                  <a:pt x="499" y="196"/>
                </a:lnTo>
                <a:lnTo>
                  <a:pt x="500" y="196"/>
                </a:lnTo>
                <a:lnTo>
                  <a:pt x="500" y="197"/>
                </a:lnTo>
                <a:lnTo>
                  <a:pt x="501" y="197"/>
                </a:lnTo>
                <a:lnTo>
                  <a:pt x="502" y="197"/>
                </a:lnTo>
                <a:lnTo>
                  <a:pt x="503" y="197"/>
                </a:lnTo>
                <a:lnTo>
                  <a:pt x="504" y="198"/>
                </a:lnTo>
                <a:lnTo>
                  <a:pt x="505" y="198"/>
                </a:lnTo>
                <a:lnTo>
                  <a:pt x="505" y="199"/>
                </a:lnTo>
                <a:lnTo>
                  <a:pt x="506" y="200"/>
                </a:lnTo>
                <a:lnTo>
                  <a:pt x="506" y="199"/>
                </a:lnTo>
                <a:lnTo>
                  <a:pt x="507" y="198"/>
                </a:lnTo>
                <a:lnTo>
                  <a:pt x="508" y="198"/>
                </a:lnTo>
                <a:lnTo>
                  <a:pt x="508" y="199"/>
                </a:lnTo>
                <a:lnTo>
                  <a:pt x="509" y="199"/>
                </a:lnTo>
                <a:lnTo>
                  <a:pt x="510" y="200"/>
                </a:lnTo>
                <a:lnTo>
                  <a:pt x="510" y="199"/>
                </a:lnTo>
                <a:lnTo>
                  <a:pt x="511" y="199"/>
                </a:lnTo>
                <a:lnTo>
                  <a:pt x="512" y="198"/>
                </a:lnTo>
                <a:lnTo>
                  <a:pt x="513" y="198"/>
                </a:lnTo>
                <a:lnTo>
                  <a:pt x="514" y="197"/>
                </a:lnTo>
                <a:lnTo>
                  <a:pt x="514" y="196"/>
                </a:lnTo>
                <a:lnTo>
                  <a:pt x="515" y="196"/>
                </a:lnTo>
                <a:lnTo>
                  <a:pt x="516" y="197"/>
                </a:lnTo>
                <a:lnTo>
                  <a:pt x="517" y="198"/>
                </a:lnTo>
                <a:lnTo>
                  <a:pt x="517" y="199"/>
                </a:lnTo>
                <a:lnTo>
                  <a:pt x="517" y="200"/>
                </a:lnTo>
                <a:lnTo>
                  <a:pt x="516" y="201"/>
                </a:lnTo>
                <a:lnTo>
                  <a:pt x="515" y="201"/>
                </a:lnTo>
                <a:lnTo>
                  <a:pt x="514" y="201"/>
                </a:lnTo>
                <a:lnTo>
                  <a:pt x="514" y="202"/>
                </a:lnTo>
                <a:lnTo>
                  <a:pt x="513" y="203"/>
                </a:lnTo>
                <a:lnTo>
                  <a:pt x="514" y="203"/>
                </a:lnTo>
                <a:lnTo>
                  <a:pt x="514" y="204"/>
                </a:lnTo>
                <a:lnTo>
                  <a:pt x="514" y="205"/>
                </a:lnTo>
                <a:lnTo>
                  <a:pt x="514" y="206"/>
                </a:lnTo>
                <a:lnTo>
                  <a:pt x="515" y="206"/>
                </a:lnTo>
                <a:lnTo>
                  <a:pt x="516" y="205"/>
                </a:lnTo>
                <a:lnTo>
                  <a:pt x="517" y="205"/>
                </a:lnTo>
                <a:lnTo>
                  <a:pt x="517" y="206"/>
                </a:lnTo>
                <a:lnTo>
                  <a:pt x="518" y="206"/>
                </a:lnTo>
                <a:lnTo>
                  <a:pt x="518" y="205"/>
                </a:lnTo>
                <a:lnTo>
                  <a:pt x="519" y="205"/>
                </a:lnTo>
                <a:lnTo>
                  <a:pt x="521" y="205"/>
                </a:lnTo>
                <a:lnTo>
                  <a:pt x="521" y="206"/>
                </a:lnTo>
                <a:lnTo>
                  <a:pt x="522" y="206"/>
                </a:lnTo>
                <a:lnTo>
                  <a:pt x="522" y="207"/>
                </a:lnTo>
                <a:lnTo>
                  <a:pt x="521" y="207"/>
                </a:lnTo>
                <a:lnTo>
                  <a:pt x="520" y="208"/>
                </a:lnTo>
                <a:lnTo>
                  <a:pt x="520" y="209"/>
                </a:lnTo>
                <a:lnTo>
                  <a:pt x="521" y="209"/>
                </a:lnTo>
                <a:lnTo>
                  <a:pt x="521" y="210"/>
                </a:lnTo>
                <a:lnTo>
                  <a:pt x="522" y="211"/>
                </a:lnTo>
                <a:lnTo>
                  <a:pt x="523" y="211"/>
                </a:lnTo>
                <a:lnTo>
                  <a:pt x="523" y="212"/>
                </a:lnTo>
                <a:lnTo>
                  <a:pt x="524" y="212"/>
                </a:lnTo>
                <a:lnTo>
                  <a:pt x="525" y="212"/>
                </a:lnTo>
                <a:lnTo>
                  <a:pt x="526" y="212"/>
                </a:lnTo>
                <a:lnTo>
                  <a:pt x="526" y="213"/>
                </a:lnTo>
                <a:lnTo>
                  <a:pt x="527" y="213"/>
                </a:lnTo>
                <a:lnTo>
                  <a:pt x="528" y="213"/>
                </a:lnTo>
                <a:lnTo>
                  <a:pt x="529" y="213"/>
                </a:lnTo>
                <a:lnTo>
                  <a:pt x="530" y="213"/>
                </a:lnTo>
                <a:lnTo>
                  <a:pt x="531" y="213"/>
                </a:lnTo>
                <a:lnTo>
                  <a:pt x="532" y="212"/>
                </a:lnTo>
                <a:lnTo>
                  <a:pt x="533" y="211"/>
                </a:lnTo>
                <a:lnTo>
                  <a:pt x="534" y="211"/>
                </a:lnTo>
                <a:lnTo>
                  <a:pt x="535" y="211"/>
                </a:lnTo>
                <a:lnTo>
                  <a:pt x="535" y="212"/>
                </a:lnTo>
                <a:lnTo>
                  <a:pt x="536" y="212"/>
                </a:lnTo>
                <a:lnTo>
                  <a:pt x="535" y="212"/>
                </a:lnTo>
                <a:lnTo>
                  <a:pt x="535" y="213"/>
                </a:lnTo>
                <a:lnTo>
                  <a:pt x="535" y="214"/>
                </a:lnTo>
                <a:lnTo>
                  <a:pt x="536" y="214"/>
                </a:lnTo>
                <a:lnTo>
                  <a:pt x="537" y="213"/>
                </a:lnTo>
                <a:lnTo>
                  <a:pt x="538" y="212"/>
                </a:lnTo>
                <a:lnTo>
                  <a:pt x="539" y="212"/>
                </a:lnTo>
                <a:lnTo>
                  <a:pt x="540" y="212"/>
                </a:lnTo>
                <a:lnTo>
                  <a:pt x="540" y="213"/>
                </a:lnTo>
                <a:lnTo>
                  <a:pt x="541" y="213"/>
                </a:lnTo>
                <a:lnTo>
                  <a:pt x="541" y="212"/>
                </a:lnTo>
                <a:lnTo>
                  <a:pt x="542" y="212"/>
                </a:lnTo>
                <a:lnTo>
                  <a:pt x="543" y="213"/>
                </a:lnTo>
                <a:lnTo>
                  <a:pt x="544" y="213"/>
                </a:lnTo>
                <a:lnTo>
                  <a:pt x="544" y="212"/>
                </a:lnTo>
                <a:lnTo>
                  <a:pt x="545" y="212"/>
                </a:lnTo>
                <a:lnTo>
                  <a:pt x="545" y="211"/>
                </a:lnTo>
                <a:lnTo>
                  <a:pt x="546" y="211"/>
                </a:lnTo>
                <a:lnTo>
                  <a:pt x="547" y="211"/>
                </a:lnTo>
                <a:lnTo>
                  <a:pt x="548" y="211"/>
                </a:lnTo>
                <a:lnTo>
                  <a:pt x="549" y="211"/>
                </a:lnTo>
                <a:lnTo>
                  <a:pt x="549" y="212"/>
                </a:lnTo>
                <a:lnTo>
                  <a:pt x="550" y="212"/>
                </a:lnTo>
                <a:lnTo>
                  <a:pt x="550" y="213"/>
                </a:lnTo>
                <a:lnTo>
                  <a:pt x="551" y="213"/>
                </a:lnTo>
                <a:lnTo>
                  <a:pt x="551" y="214"/>
                </a:lnTo>
                <a:lnTo>
                  <a:pt x="550" y="214"/>
                </a:lnTo>
                <a:lnTo>
                  <a:pt x="549" y="215"/>
                </a:lnTo>
                <a:lnTo>
                  <a:pt x="550" y="215"/>
                </a:lnTo>
                <a:lnTo>
                  <a:pt x="550" y="216"/>
                </a:lnTo>
                <a:lnTo>
                  <a:pt x="551" y="216"/>
                </a:lnTo>
                <a:lnTo>
                  <a:pt x="551" y="217"/>
                </a:lnTo>
                <a:lnTo>
                  <a:pt x="552" y="219"/>
                </a:lnTo>
                <a:lnTo>
                  <a:pt x="553" y="219"/>
                </a:lnTo>
                <a:lnTo>
                  <a:pt x="554" y="220"/>
                </a:lnTo>
                <a:lnTo>
                  <a:pt x="554" y="222"/>
                </a:lnTo>
                <a:lnTo>
                  <a:pt x="553" y="223"/>
                </a:lnTo>
                <a:lnTo>
                  <a:pt x="553" y="224"/>
                </a:lnTo>
                <a:lnTo>
                  <a:pt x="554" y="224"/>
                </a:lnTo>
                <a:lnTo>
                  <a:pt x="554" y="225"/>
                </a:lnTo>
                <a:lnTo>
                  <a:pt x="554" y="226"/>
                </a:lnTo>
                <a:lnTo>
                  <a:pt x="554" y="227"/>
                </a:lnTo>
                <a:lnTo>
                  <a:pt x="553" y="228"/>
                </a:lnTo>
                <a:lnTo>
                  <a:pt x="552" y="228"/>
                </a:lnTo>
                <a:lnTo>
                  <a:pt x="552" y="229"/>
                </a:lnTo>
                <a:lnTo>
                  <a:pt x="553" y="229"/>
                </a:lnTo>
                <a:lnTo>
                  <a:pt x="553" y="230"/>
                </a:lnTo>
                <a:lnTo>
                  <a:pt x="554" y="230"/>
                </a:lnTo>
                <a:lnTo>
                  <a:pt x="554" y="231"/>
                </a:lnTo>
                <a:lnTo>
                  <a:pt x="553" y="232"/>
                </a:lnTo>
                <a:lnTo>
                  <a:pt x="554" y="233"/>
                </a:lnTo>
                <a:lnTo>
                  <a:pt x="555" y="233"/>
                </a:lnTo>
                <a:lnTo>
                  <a:pt x="555" y="234"/>
                </a:lnTo>
                <a:lnTo>
                  <a:pt x="555" y="235"/>
                </a:lnTo>
                <a:lnTo>
                  <a:pt x="556" y="235"/>
                </a:lnTo>
                <a:lnTo>
                  <a:pt x="555" y="235"/>
                </a:lnTo>
                <a:lnTo>
                  <a:pt x="555" y="236"/>
                </a:lnTo>
                <a:lnTo>
                  <a:pt x="556" y="236"/>
                </a:lnTo>
                <a:lnTo>
                  <a:pt x="556" y="237"/>
                </a:lnTo>
                <a:lnTo>
                  <a:pt x="557" y="237"/>
                </a:lnTo>
                <a:lnTo>
                  <a:pt x="558" y="238"/>
                </a:lnTo>
                <a:lnTo>
                  <a:pt x="559" y="240"/>
                </a:lnTo>
                <a:lnTo>
                  <a:pt x="558" y="241"/>
                </a:lnTo>
                <a:lnTo>
                  <a:pt x="558" y="242"/>
                </a:lnTo>
                <a:lnTo>
                  <a:pt x="557" y="242"/>
                </a:lnTo>
                <a:lnTo>
                  <a:pt x="557" y="243"/>
                </a:lnTo>
                <a:lnTo>
                  <a:pt x="557" y="244"/>
                </a:lnTo>
                <a:lnTo>
                  <a:pt x="556" y="244"/>
                </a:lnTo>
                <a:lnTo>
                  <a:pt x="556" y="245"/>
                </a:lnTo>
                <a:lnTo>
                  <a:pt x="557" y="245"/>
                </a:lnTo>
                <a:lnTo>
                  <a:pt x="558" y="244"/>
                </a:lnTo>
                <a:lnTo>
                  <a:pt x="559" y="244"/>
                </a:lnTo>
                <a:lnTo>
                  <a:pt x="559" y="243"/>
                </a:lnTo>
                <a:lnTo>
                  <a:pt x="560" y="243"/>
                </a:lnTo>
                <a:lnTo>
                  <a:pt x="561" y="243"/>
                </a:lnTo>
                <a:lnTo>
                  <a:pt x="561" y="244"/>
                </a:lnTo>
                <a:lnTo>
                  <a:pt x="561" y="245"/>
                </a:lnTo>
                <a:lnTo>
                  <a:pt x="563" y="246"/>
                </a:lnTo>
                <a:lnTo>
                  <a:pt x="564" y="246"/>
                </a:lnTo>
                <a:lnTo>
                  <a:pt x="564" y="247"/>
                </a:lnTo>
                <a:lnTo>
                  <a:pt x="565" y="247"/>
                </a:lnTo>
                <a:lnTo>
                  <a:pt x="565" y="246"/>
                </a:lnTo>
                <a:lnTo>
                  <a:pt x="567" y="246"/>
                </a:lnTo>
                <a:lnTo>
                  <a:pt x="568" y="248"/>
                </a:lnTo>
                <a:lnTo>
                  <a:pt x="568" y="249"/>
                </a:lnTo>
                <a:lnTo>
                  <a:pt x="568" y="250"/>
                </a:lnTo>
                <a:lnTo>
                  <a:pt x="569" y="252"/>
                </a:lnTo>
                <a:lnTo>
                  <a:pt x="569" y="253"/>
                </a:lnTo>
                <a:lnTo>
                  <a:pt x="568" y="254"/>
                </a:lnTo>
                <a:lnTo>
                  <a:pt x="568" y="255"/>
                </a:lnTo>
                <a:lnTo>
                  <a:pt x="567" y="256"/>
                </a:lnTo>
                <a:lnTo>
                  <a:pt x="566" y="256"/>
                </a:lnTo>
                <a:lnTo>
                  <a:pt x="566" y="257"/>
                </a:lnTo>
                <a:lnTo>
                  <a:pt x="567" y="257"/>
                </a:lnTo>
                <a:lnTo>
                  <a:pt x="568" y="258"/>
                </a:lnTo>
                <a:lnTo>
                  <a:pt x="569" y="259"/>
                </a:lnTo>
                <a:lnTo>
                  <a:pt x="569" y="260"/>
                </a:lnTo>
                <a:lnTo>
                  <a:pt x="569" y="261"/>
                </a:lnTo>
                <a:lnTo>
                  <a:pt x="570" y="262"/>
                </a:lnTo>
                <a:lnTo>
                  <a:pt x="571" y="263"/>
                </a:lnTo>
                <a:lnTo>
                  <a:pt x="572" y="263"/>
                </a:lnTo>
                <a:lnTo>
                  <a:pt x="573" y="263"/>
                </a:lnTo>
                <a:lnTo>
                  <a:pt x="573" y="262"/>
                </a:lnTo>
                <a:lnTo>
                  <a:pt x="574" y="262"/>
                </a:lnTo>
                <a:lnTo>
                  <a:pt x="574" y="263"/>
                </a:lnTo>
                <a:lnTo>
                  <a:pt x="576" y="263"/>
                </a:lnTo>
                <a:lnTo>
                  <a:pt x="576" y="264"/>
                </a:lnTo>
                <a:lnTo>
                  <a:pt x="577" y="264"/>
                </a:lnTo>
                <a:lnTo>
                  <a:pt x="577" y="265"/>
                </a:lnTo>
                <a:lnTo>
                  <a:pt x="577" y="266"/>
                </a:lnTo>
                <a:lnTo>
                  <a:pt x="576" y="266"/>
                </a:lnTo>
                <a:lnTo>
                  <a:pt x="576" y="267"/>
                </a:lnTo>
                <a:lnTo>
                  <a:pt x="577" y="268"/>
                </a:lnTo>
                <a:lnTo>
                  <a:pt x="577" y="269"/>
                </a:lnTo>
                <a:lnTo>
                  <a:pt x="576" y="269"/>
                </a:lnTo>
                <a:lnTo>
                  <a:pt x="575" y="269"/>
                </a:lnTo>
                <a:lnTo>
                  <a:pt x="574" y="269"/>
                </a:lnTo>
                <a:lnTo>
                  <a:pt x="573" y="269"/>
                </a:lnTo>
                <a:lnTo>
                  <a:pt x="573" y="270"/>
                </a:lnTo>
                <a:lnTo>
                  <a:pt x="572" y="270"/>
                </a:lnTo>
                <a:lnTo>
                  <a:pt x="572" y="271"/>
                </a:lnTo>
                <a:lnTo>
                  <a:pt x="572" y="272"/>
                </a:lnTo>
                <a:lnTo>
                  <a:pt x="571" y="272"/>
                </a:lnTo>
                <a:lnTo>
                  <a:pt x="570" y="272"/>
                </a:lnTo>
                <a:lnTo>
                  <a:pt x="569" y="272"/>
                </a:lnTo>
                <a:lnTo>
                  <a:pt x="568" y="272"/>
                </a:lnTo>
                <a:lnTo>
                  <a:pt x="567" y="273"/>
                </a:lnTo>
                <a:lnTo>
                  <a:pt x="566" y="273"/>
                </a:lnTo>
                <a:lnTo>
                  <a:pt x="565" y="273"/>
                </a:lnTo>
                <a:lnTo>
                  <a:pt x="565" y="274"/>
                </a:lnTo>
                <a:lnTo>
                  <a:pt x="564" y="274"/>
                </a:lnTo>
                <a:lnTo>
                  <a:pt x="563" y="274"/>
                </a:lnTo>
                <a:lnTo>
                  <a:pt x="563" y="275"/>
                </a:lnTo>
                <a:lnTo>
                  <a:pt x="562" y="275"/>
                </a:lnTo>
                <a:lnTo>
                  <a:pt x="561" y="274"/>
                </a:lnTo>
                <a:lnTo>
                  <a:pt x="560" y="274"/>
                </a:lnTo>
                <a:lnTo>
                  <a:pt x="560" y="275"/>
                </a:lnTo>
                <a:lnTo>
                  <a:pt x="559" y="275"/>
                </a:lnTo>
                <a:lnTo>
                  <a:pt x="558" y="275"/>
                </a:lnTo>
                <a:lnTo>
                  <a:pt x="557" y="275"/>
                </a:lnTo>
                <a:lnTo>
                  <a:pt x="557" y="276"/>
                </a:lnTo>
                <a:lnTo>
                  <a:pt x="556" y="277"/>
                </a:lnTo>
                <a:lnTo>
                  <a:pt x="555" y="277"/>
                </a:lnTo>
                <a:lnTo>
                  <a:pt x="554" y="277"/>
                </a:lnTo>
                <a:lnTo>
                  <a:pt x="554" y="276"/>
                </a:lnTo>
                <a:lnTo>
                  <a:pt x="554" y="277"/>
                </a:lnTo>
                <a:lnTo>
                  <a:pt x="553" y="277"/>
                </a:lnTo>
                <a:lnTo>
                  <a:pt x="553" y="278"/>
                </a:lnTo>
                <a:lnTo>
                  <a:pt x="552" y="278"/>
                </a:lnTo>
                <a:lnTo>
                  <a:pt x="552" y="277"/>
                </a:lnTo>
                <a:lnTo>
                  <a:pt x="551" y="277"/>
                </a:lnTo>
                <a:lnTo>
                  <a:pt x="549" y="278"/>
                </a:lnTo>
                <a:lnTo>
                  <a:pt x="549" y="279"/>
                </a:lnTo>
                <a:lnTo>
                  <a:pt x="548" y="280"/>
                </a:lnTo>
                <a:lnTo>
                  <a:pt x="548" y="281"/>
                </a:lnTo>
                <a:lnTo>
                  <a:pt x="547" y="283"/>
                </a:lnTo>
                <a:lnTo>
                  <a:pt x="547" y="284"/>
                </a:lnTo>
                <a:lnTo>
                  <a:pt x="548" y="284"/>
                </a:lnTo>
                <a:lnTo>
                  <a:pt x="548" y="285"/>
                </a:lnTo>
                <a:lnTo>
                  <a:pt x="549" y="285"/>
                </a:lnTo>
                <a:lnTo>
                  <a:pt x="548" y="285"/>
                </a:lnTo>
                <a:lnTo>
                  <a:pt x="548" y="286"/>
                </a:lnTo>
                <a:lnTo>
                  <a:pt x="549" y="286"/>
                </a:lnTo>
                <a:lnTo>
                  <a:pt x="548" y="287"/>
                </a:lnTo>
                <a:lnTo>
                  <a:pt x="548" y="286"/>
                </a:lnTo>
                <a:lnTo>
                  <a:pt x="546" y="286"/>
                </a:lnTo>
                <a:lnTo>
                  <a:pt x="545" y="287"/>
                </a:lnTo>
                <a:lnTo>
                  <a:pt x="543" y="287"/>
                </a:lnTo>
                <a:lnTo>
                  <a:pt x="542" y="287"/>
                </a:lnTo>
                <a:lnTo>
                  <a:pt x="541" y="287"/>
                </a:lnTo>
                <a:lnTo>
                  <a:pt x="541" y="288"/>
                </a:lnTo>
                <a:lnTo>
                  <a:pt x="540" y="288"/>
                </a:lnTo>
                <a:lnTo>
                  <a:pt x="539" y="288"/>
                </a:lnTo>
                <a:lnTo>
                  <a:pt x="539" y="289"/>
                </a:lnTo>
                <a:lnTo>
                  <a:pt x="538" y="289"/>
                </a:lnTo>
                <a:lnTo>
                  <a:pt x="538" y="290"/>
                </a:lnTo>
                <a:lnTo>
                  <a:pt x="537" y="290"/>
                </a:lnTo>
                <a:lnTo>
                  <a:pt x="537" y="291"/>
                </a:lnTo>
                <a:lnTo>
                  <a:pt x="536" y="291"/>
                </a:lnTo>
                <a:lnTo>
                  <a:pt x="536" y="292"/>
                </a:lnTo>
                <a:lnTo>
                  <a:pt x="535" y="292"/>
                </a:lnTo>
                <a:lnTo>
                  <a:pt x="534" y="293"/>
                </a:lnTo>
                <a:lnTo>
                  <a:pt x="533" y="294"/>
                </a:lnTo>
                <a:lnTo>
                  <a:pt x="533" y="295"/>
                </a:lnTo>
                <a:lnTo>
                  <a:pt x="532" y="295"/>
                </a:lnTo>
                <a:lnTo>
                  <a:pt x="532" y="296"/>
                </a:lnTo>
                <a:lnTo>
                  <a:pt x="531" y="297"/>
                </a:lnTo>
                <a:lnTo>
                  <a:pt x="531" y="298"/>
                </a:lnTo>
                <a:lnTo>
                  <a:pt x="530" y="299"/>
                </a:lnTo>
                <a:lnTo>
                  <a:pt x="530" y="300"/>
                </a:lnTo>
                <a:lnTo>
                  <a:pt x="530" y="301"/>
                </a:lnTo>
                <a:lnTo>
                  <a:pt x="529" y="302"/>
                </a:lnTo>
                <a:lnTo>
                  <a:pt x="529" y="303"/>
                </a:lnTo>
                <a:lnTo>
                  <a:pt x="529" y="304"/>
                </a:lnTo>
                <a:lnTo>
                  <a:pt x="528" y="305"/>
                </a:lnTo>
                <a:lnTo>
                  <a:pt x="528" y="306"/>
                </a:lnTo>
                <a:lnTo>
                  <a:pt x="527" y="308"/>
                </a:lnTo>
                <a:lnTo>
                  <a:pt x="527" y="309"/>
                </a:lnTo>
                <a:lnTo>
                  <a:pt x="526" y="311"/>
                </a:lnTo>
                <a:lnTo>
                  <a:pt x="526" y="312"/>
                </a:lnTo>
                <a:lnTo>
                  <a:pt x="525" y="313"/>
                </a:lnTo>
                <a:lnTo>
                  <a:pt x="525" y="314"/>
                </a:lnTo>
                <a:lnTo>
                  <a:pt x="524" y="316"/>
                </a:lnTo>
                <a:lnTo>
                  <a:pt x="524" y="317"/>
                </a:lnTo>
                <a:lnTo>
                  <a:pt x="524" y="320"/>
                </a:lnTo>
                <a:lnTo>
                  <a:pt x="525" y="319"/>
                </a:lnTo>
                <a:lnTo>
                  <a:pt x="525" y="320"/>
                </a:lnTo>
                <a:lnTo>
                  <a:pt x="526" y="321"/>
                </a:lnTo>
                <a:lnTo>
                  <a:pt x="527" y="322"/>
                </a:lnTo>
                <a:lnTo>
                  <a:pt x="527" y="323"/>
                </a:lnTo>
                <a:lnTo>
                  <a:pt x="528" y="325"/>
                </a:lnTo>
                <a:lnTo>
                  <a:pt x="528" y="326"/>
                </a:lnTo>
                <a:lnTo>
                  <a:pt x="527" y="326"/>
                </a:lnTo>
                <a:lnTo>
                  <a:pt x="526" y="326"/>
                </a:lnTo>
                <a:lnTo>
                  <a:pt x="527" y="326"/>
                </a:lnTo>
                <a:lnTo>
                  <a:pt x="528" y="326"/>
                </a:lnTo>
                <a:lnTo>
                  <a:pt x="527" y="328"/>
                </a:lnTo>
                <a:lnTo>
                  <a:pt x="526" y="328"/>
                </a:lnTo>
                <a:lnTo>
                  <a:pt x="526" y="329"/>
                </a:lnTo>
                <a:lnTo>
                  <a:pt x="527" y="329"/>
                </a:lnTo>
                <a:lnTo>
                  <a:pt x="526" y="330"/>
                </a:lnTo>
                <a:lnTo>
                  <a:pt x="525" y="330"/>
                </a:lnTo>
                <a:lnTo>
                  <a:pt x="524" y="331"/>
                </a:lnTo>
                <a:lnTo>
                  <a:pt x="525" y="331"/>
                </a:lnTo>
                <a:lnTo>
                  <a:pt x="524" y="332"/>
                </a:lnTo>
                <a:lnTo>
                  <a:pt x="523" y="333"/>
                </a:lnTo>
                <a:lnTo>
                  <a:pt x="522" y="333"/>
                </a:lnTo>
                <a:lnTo>
                  <a:pt x="521" y="333"/>
                </a:lnTo>
                <a:lnTo>
                  <a:pt x="520" y="333"/>
                </a:lnTo>
                <a:lnTo>
                  <a:pt x="519" y="334"/>
                </a:lnTo>
                <a:lnTo>
                  <a:pt x="519" y="332"/>
                </a:lnTo>
                <a:lnTo>
                  <a:pt x="518" y="332"/>
                </a:lnTo>
                <a:lnTo>
                  <a:pt x="517" y="333"/>
                </a:lnTo>
                <a:lnTo>
                  <a:pt x="516" y="334"/>
                </a:lnTo>
                <a:lnTo>
                  <a:pt x="515" y="335"/>
                </a:lnTo>
                <a:lnTo>
                  <a:pt x="515" y="336"/>
                </a:lnTo>
                <a:lnTo>
                  <a:pt x="513" y="338"/>
                </a:lnTo>
                <a:lnTo>
                  <a:pt x="512" y="339"/>
                </a:lnTo>
                <a:lnTo>
                  <a:pt x="512" y="340"/>
                </a:lnTo>
                <a:lnTo>
                  <a:pt x="512" y="341"/>
                </a:lnTo>
                <a:lnTo>
                  <a:pt x="511" y="340"/>
                </a:lnTo>
                <a:lnTo>
                  <a:pt x="510" y="342"/>
                </a:lnTo>
                <a:lnTo>
                  <a:pt x="509" y="343"/>
                </a:lnTo>
                <a:lnTo>
                  <a:pt x="508" y="344"/>
                </a:lnTo>
                <a:lnTo>
                  <a:pt x="509" y="345"/>
                </a:lnTo>
                <a:lnTo>
                  <a:pt x="509" y="346"/>
                </a:lnTo>
                <a:lnTo>
                  <a:pt x="508" y="347"/>
                </a:lnTo>
                <a:lnTo>
                  <a:pt x="507" y="347"/>
                </a:lnTo>
                <a:lnTo>
                  <a:pt x="505" y="348"/>
                </a:lnTo>
                <a:lnTo>
                  <a:pt x="503" y="349"/>
                </a:lnTo>
                <a:lnTo>
                  <a:pt x="503" y="351"/>
                </a:lnTo>
                <a:lnTo>
                  <a:pt x="504" y="351"/>
                </a:lnTo>
                <a:lnTo>
                  <a:pt x="503" y="351"/>
                </a:lnTo>
                <a:lnTo>
                  <a:pt x="500" y="352"/>
                </a:lnTo>
                <a:lnTo>
                  <a:pt x="499" y="351"/>
                </a:lnTo>
                <a:lnTo>
                  <a:pt x="499" y="352"/>
                </a:lnTo>
                <a:lnTo>
                  <a:pt x="498" y="352"/>
                </a:lnTo>
                <a:lnTo>
                  <a:pt x="497" y="353"/>
                </a:lnTo>
                <a:lnTo>
                  <a:pt x="497" y="354"/>
                </a:lnTo>
                <a:lnTo>
                  <a:pt x="495" y="355"/>
                </a:lnTo>
                <a:lnTo>
                  <a:pt x="494" y="356"/>
                </a:lnTo>
                <a:lnTo>
                  <a:pt x="494" y="357"/>
                </a:lnTo>
                <a:lnTo>
                  <a:pt x="493" y="357"/>
                </a:lnTo>
                <a:lnTo>
                  <a:pt x="491" y="357"/>
                </a:lnTo>
                <a:lnTo>
                  <a:pt x="491" y="358"/>
                </a:lnTo>
                <a:lnTo>
                  <a:pt x="491" y="357"/>
                </a:lnTo>
                <a:lnTo>
                  <a:pt x="490" y="357"/>
                </a:lnTo>
                <a:lnTo>
                  <a:pt x="490" y="356"/>
                </a:lnTo>
                <a:lnTo>
                  <a:pt x="491" y="356"/>
                </a:lnTo>
                <a:lnTo>
                  <a:pt x="492" y="355"/>
                </a:lnTo>
                <a:lnTo>
                  <a:pt x="493" y="354"/>
                </a:lnTo>
                <a:lnTo>
                  <a:pt x="494" y="353"/>
                </a:lnTo>
                <a:lnTo>
                  <a:pt x="495" y="353"/>
                </a:lnTo>
                <a:lnTo>
                  <a:pt x="496" y="352"/>
                </a:lnTo>
                <a:lnTo>
                  <a:pt x="498" y="351"/>
                </a:lnTo>
                <a:lnTo>
                  <a:pt x="499" y="351"/>
                </a:lnTo>
                <a:lnTo>
                  <a:pt x="499" y="350"/>
                </a:lnTo>
                <a:lnTo>
                  <a:pt x="498" y="351"/>
                </a:lnTo>
                <a:lnTo>
                  <a:pt x="497" y="351"/>
                </a:lnTo>
                <a:lnTo>
                  <a:pt x="496" y="351"/>
                </a:lnTo>
                <a:lnTo>
                  <a:pt x="495" y="351"/>
                </a:lnTo>
                <a:lnTo>
                  <a:pt x="494" y="351"/>
                </a:lnTo>
                <a:lnTo>
                  <a:pt x="493" y="352"/>
                </a:lnTo>
                <a:lnTo>
                  <a:pt x="492" y="352"/>
                </a:lnTo>
                <a:lnTo>
                  <a:pt x="492" y="353"/>
                </a:lnTo>
                <a:lnTo>
                  <a:pt x="491" y="353"/>
                </a:lnTo>
                <a:lnTo>
                  <a:pt x="490" y="353"/>
                </a:lnTo>
                <a:lnTo>
                  <a:pt x="490" y="354"/>
                </a:lnTo>
                <a:lnTo>
                  <a:pt x="489" y="354"/>
                </a:lnTo>
                <a:lnTo>
                  <a:pt x="489" y="353"/>
                </a:lnTo>
                <a:lnTo>
                  <a:pt x="488" y="353"/>
                </a:lnTo>
                <a:lnTo>
                  <a:pt x="488" y="352"/>
                </a:lnTo>
                <a:lnTo>
                  <a:pt x="489" y="352"/>
                </a:lnTo>
                <a:lnTo>
                  <a:pt x="489" y="351"/>
                </a:lnTo>
                <a:lnTo>
                  <a:pt x="488" y="351"/>
                </a:lnTo>
                <a:lnTo>
                  <a:pt x="488" y="350"/>
                </a:lnTo>
                <a:lnTo>
                  <a:pt x="488" y="349"/>
                </a:lnTo>
                <a:lnTo>
                  <a:pt x="487" y="348"/>
                </a:lnTo>
                <a:lnTo>
                  <a:pt x="488" y="348"/>
                </a:lnTo>
                <a:lnTo>
                  <a:pt x="487" y="348"/>
                </a:lnTo>
                <a:lnTo>
                  <a:pt x="488" y="350"/>
                </a:lnTo>
                <a:lnTo>
                  <a:pt x="488" y="351"/>
                </a:lnTo>
                <a:lnTo>
                  <a:pt x="487" y="352"/>
                </a:lnTo>
                <a:lnTo>
                  <a:pt x="487" y="353"/>
                </a:lnTo>
                <a:lnTo>
                  <a:pt x="485" y="354"/>
                </a:lnTo>
                <a:lnTo>
                  <a:pt x="484" y="354"/>
                </a:lnTo>
                <a:lnTo>
                  <a:pt x="483" y="355"/>
                </a:lnTo>
                <a:lnTo>
                  <a:pt x="482" y="356"/>
                </a:lnTo>
                <a:lnTo>
                  <a:pt x="480" y="356"/>
                </a:lnTo>
                <a:lnTo>
                  <a:pt x="478" y="356"/>
                </a:lnTo>
                <a:lnTo>
                  <a:pt x="478" y="355"/>
                </a:lnTo>
                <a:lnTo>
                  <a:pt x="475" y="355"/>
                </a:lnTo>
                <a:lnTo>
                  <a:pt x="474" y="355"/>
                </a:lnTo>
                <a:lnTo>
                  <a:pt x="473" y="355"/>
                </a:lnTo>
                <a:lnTo>
                  <a:pt x="472" y="355"/>
                </a:lnTo>
                <a:lnTo>
                  <a:pt x="472" y="354"/>
                </a:lnTo>
                <a:lnTo>
                  <a:pt x="471" y="354"/>
                </a:lnTo>
                <a:lnTo>
                  <a:pt x="469" y="354"/>
                </a:lnTo>
                <a:lnTo>
                  <a:pt x="468" y="353"/>
                </a:lnTo>
                <a:lnTo>
                  <a:pt x="467" y="353"/>
                </a:lnTo>
                <a:lnTo>
                  <a:pt x="466" y="354"/>
                </a:lnTo>
                <a:lnTo>
                  <a:pt x="467" y="353"/>
                </a:lnTo>
                <a:lnTo>
                  <a:pt x="467" y="354"/>
                </a:lnTo>
                <a:lnTo>
                  <a:pt x="466" y="354"/>
                </a:lnTo>
                <a:lnTo>
                  <a:pt x="465" y="354"/>
                </a:lnTo>
                <a:lnTo>
                  <a:pt x="464" y="355"/>
                </a:lnTo>
                <a:lnTo>
                  <a:pt x="462" y="355"/>
                </a:lnTo>
                <a:lnTo>
                  <a:pt x="461" y="355"/>
                </a:lnTo>
                <a:lnTo>
                  <a:pt x="460" y="354"/>
                </a:lnTo>
                <a:lnTo>
                  <a:pt x="459" y="354"/>
                </a:lnTo>
                <a:lnTo>
                  <a:pt x="459" y="355"/>
                </a:lnTo>
                <a:lnTo>
                  <a:pt x="459" y="354"/>
                </a:lnTo>
                <a:lnTo>
                  <a:pt x="459" y="355"/>
                </a:lnTo>
                <a:lnTo>
                  <a:pt x="460" y="356"/>
                </a:lnTo>
                <a:lnTo>
                  <a:pt x="462" y="358"/>
                </a:lnTo>
                <a:lnTo>
                  <a:pt x="462" y="359"/>
                </a:lnTo>
                <a:lnTo>
                  <a:pt x="461" y="359"/>
                </a:lnTo>
                <a:lnTo>
                  <a:pt x="459" y="358"/>
                </a:lnTo>
                <a:lnTo>
                  <a:pt x="458" y="359"/>
                </a:lnTo>
                <a:lnTo>
                  <a:pt x="460" y="359"/>
                </a:lnTo>
                <a:lnTo>
                  <a:pt x="460" y="360"/>
                </a:lnTo>
                <a:lnTo>
                  <a:pt x="459" y="360"/>
                </a:lnTo>
                <a:lnTo>
                  <a:pt x="459" y="361"/>
                </a:lnTo>
                <a:lnTo>
                  <a:pt x="456" y="359"/>
                </a:lnTo>
                <a:lnTo>
                  <a:pt x="456" y="360"/>
                </a:lnTo>
                <a:lnTo>
                  <a:pt x="455" y="360"/>
                </a:lnTo>
                <a:lnTo>
                  <a:pt x="456" y="360"/>
                </a:lnTo>
                <a:lnTo>
                  <a:pt x="457" y="361"/>
                </a:lnTo>
                <a:lnTo>
                  <a:pt x="456" y="362"/>
                </a:lnTo>
                <a:lnTo>
                  <a:pt x="455" y="361"/>
                </a:lnTo>
                <a:lnTo>
                  <a:pt x="454" y="361"/>
                </a:lnTo>
                <a:lnTo>
                  <a:pt x="453" y="361"/>
                </a:lnTo>
                <a:lnTo>
                  <a:pt x="453" y="362"/>
                </a:lnTo>
                <a:lnTo>
                  <a:pt x="453" y="363"/>
                </a:lnTo>
                <a:lnTo>
                  <a:pt x="454" y="364"/>
                </a:lnTo>
                <a:lnTo>
                  <a:pt x="453" y="364"/>
                </a:lnTo>
                <a:lnTo>
                  <a:pt x="454" y="365"/>
                </a:lnTo>
                <a:lnTo>
                  <a:pt x="455" y="365"/>
                </a:lnTo>
                <a:lnTo>
                  <a:pt x="458" y="365"/>
                </a:lnTo>
                <a:lnTo>
                  <a:pt x="458" y="366"/>
                </a:lnTo>
                <a:lnTo>
                  <a:pt x="459" y="366"/>
                </a:lnTo>
                <a:lnTo>
                  <a:pt x="459" y="367"/>
                </a:lnTo>
                <a:lnTo>
                  <a:pt x="460" y="368"/>
                </a:lnTo>
                <a:lnTo>
                  <a:pt x="460" y="369"/>
                </a:lnTo>
                <a:lnTo>
                  <a:pt x="461" y="370"/>
                </a:lnTo>
                <a:lnTo>
                  <a:pt x="462" y="370"/>
                </a:lnTo>
                <a:lnTo>
                  <a:pt x="462" y="371"/>
                </a:lnTo>
                <a:lnTo>
                  <a:pt x="462" y="370"/>
                </a:lnTo>
                <a:lnTo>
                  <a:pt x="463" y="368"/>
                </a:lnTo>
                <a:lnTo>
                  <a:pt x="466" y="366"/>
                </a:lnTo>
                <a:lnTo>
                  <a:pt x="467" y="365"/>
                </a:lnTo>
                <a:lnTo>
                  <a:pt x="467" y="364"/>
                </a:lnTo>
                <a:lnTo>
                  <a:pt x="466" y="363"/>
                </a:lnTo>
                <a:lnTo>
                  <a:pt x="468" y="362"/>
                </a:lnTo>
                <a:lnTo>
                  <a:pt x="469" y="363"/>
                </a:lnTo>
                <a:lnTo>
                  <a:pt x="469" y="364"/>
                </a:lnTo>
                <a:lnTo>
                  <a:pt x="469" y="365"/>
                </a:lnTo>
                <a:lnTo>
                  <a:pt x="467" y="368"/>
                </a:lnTo>
                <a:lnTo>
                  <a:pt x="466" y="370"/>
                </a:lnTo>
                <a:lnTo>
                  <a:pt x="464" y="372"/>
                </a:lnTo>
                <a:lnTo>
                  <a:pt x="463" y="373"/>
                </a:lnTo>
                <a:lnTo>
                  <a:pt x="461" y="374"/>
                </a:lnTo>
                <a:lnTo>
                  <a:pt x="460" y="376"/>
                </a:lnTo>
                <a:lnTo>
                  <a:pt x="457" y="378"/>
                </a:lnTo>
                <a:lnTo>
                  <a:pt x="456" y="378"/>
                </a:lnTo>
                <a:lnTo>
                  <a:pt x="454" y="376"/>
                </a:lnTo>
                <a:lnTo>
                  <a:pt x="455" y="375"/>
                </a:lnTo>
                <a:lnTo>
                  <a:pt x="454" y="374"/>
                </a:lnTo>
                <a:lnTo>
                  <a:pt x="453" y="373"/>
                </a:lnTo>
                <a:lnTo>
                  <a:pt x="453" y="369"/>
                </a:lnTo>
                <a:lnTo>
                  <a:pt x="452" y="368"/>
                </a:lnTo>
                <a:lnTo>
                  <a:pt x="452" y="367"/>
                </a:lnTo>
                <a:lnTo>
                  <a:pt x="452" y="368"/>
                </a:lnTo>
                <a:lnTo>
                  <a:pt x="451" y="368"/>
                </a:lnTo>
                <a:lnTo>
                  <a:pt x="452" y="369"/>
                </a:lnTo>
                <a:lnTo>
                  <a:pt x="452" y="375"/>
                </a:lnTo>
                <a:lnTo>
                  <a:pt x="451" y="375"/>
                </a:lnTo>
                <a:lnTo>
                  <a:pt x="450" y="374"/>
                </a:lnTo>
                <a:lnTo>
                  <a:pt x="449" y="374"/>
                </a:lnTo>
                <a:lnTo>
                  <a:pt x="448" y="374"/>
                </a:lnTo>
                <a:lnTo>
                  <a:pt x="448" y="369"/>
                </a:lnTo>
                <a:lnTo>
                  <a:pt x="449" y="368"/>
                </a:lnTo>
                <a:lnTo>
                  <a:pt x="450" y="367"/>
                </a:lnTo>
                <a:lnTo>
                  <a:pt x="451" y="366"/>
                </a:lnTo>
                <a:lnTo>
                  <a:pt x="452" y="366"/>
                </a:lnTo>
                <a:lnTo>
                  <a:pt x="452" y="365"/>
                </a:lnTo>
                <a:lnTo>
                  <a:pt x="453" y="365"/>
                </a:lnTo>
                <a:lnTo>
                  <a:pt x="454" y="365"/>
                </a:lnTo>
                <a:lnTo>
                  <a:pt x="453" y="364"/>
                </a:lnTo>
                <a:lnTo>
                  <a:pt x="452" y="364"/>
                </a:lnTo>
                <a:lnTo>
                  <a:pt x="452" y="365"/>
                </a:lnTo>
                <a:lnTo>
                  <a:pt x="450" y="366"/>
                </a:lnTo>
                <a:lnTo>
                  <a:pt x="448" y="367"/>
                </a:lnTo>
                <a:lnTo>
                  <a:pt x="447" y="369"/>
                </a:lnTo>
                <a:lnTo>
                  <a:pt x="447" y="370"/>
                </a:lnTo>
                <a:lnTo>
                  <a:pt x="447" y="373"/>
                </a:lnTo>
                <a:lnTo>
                  <a:pt x="445" y="372"/>
                </a:lnTo>
                <a:lnTo>
                  <a:pt x="444" y="371"/>
                </a:lnTo>
                <a:lnTo>
                  <a:pt x="444" y="367"/>
                </a:lnTo>
                <a:lnTo>
                  <a:pt x="444" y="366"/>
                </a:lnTo>
                <a:lnTo>
                  <a:pt x="443" y="366"/>
                </a:lnTo>
                <a:lnTo>
                  <a:pt x="443" y="367"/>
                </a:lnTo>
                <a:lnTo>
                  <a:pt x="442" y="367"/>
                </a:lnTo>
                <a:lnTo>
                  <a:pt x="441" y="367"/>
                </a:lnTo>
                <a:lnTo>
                  <a:pt x="440" y="367"/>
                </a:lnTo>
                <a:lnTo>
                  <a:pt x="439" y="366"/>
                </a:lnTo>
                <a:lnTo>
                  <a:pt x="438" y="366"/>
                </a:lnTo>
                <a:lnTo>
                  <a:pt x="438" y="365"/>
                </a:lnTo>
                <a:lnTo>
                  <a:pt x="438" y="366"/>
                </a:lnTo>
                <a:lnTo>
                  <a:pt x="436" y="366"/>
                </a:lnTo>
                <a:lnTo>
                  <a:pt x="436" y="365"/>
                </a:lnTo>
                <a:lnTo>
                  <a:pt x="435" y="365"/>
                </a:lnTo>
                <a:lnTo>
                  <a:pt x="435" y="366"/>
                </a:lnTo>
                <a:lnTo>
                  <a:pt x="434" y="366"/>
                </a:lnTo>
                <a:lnTo>
                  <a:pt x="433" y="365"/>
                </a:lnTo>
                <a:lnTo>
                  <a:pt x="431" y="364"/>
                </a:lnTo>
                <a:lnTo>
                  <a:pt x="430" y="363"/>
                </a:lnTo>
                <a:lnTo>
                  <a:pt x="429" y="361"/>
                </a:lnTo>
                <a:lnTo>
                  <a:pt x="428" y="360"/>
                </a:lnTo>
                <a:lnTo>
                  <a:pt x="427" y="359"/>
                </a:lnTo>
                <a:lnTo>
                  <a:pt x="427" y="357"/>
                </a:lnTo>
                <a:lnTo>
                  <a:pt x="426" y="357"/>
                </a:lnTo>
                <a:lnTo>
                  <a:pt x="426" y="356"/>
                </a:lnTo>
                <a:lnTo>
                  <a:pt x="425" y="355"/>
                </a:lnTo>
                <a:lnTo>
                  <a:pt x="425" y="354"/>
                </a:lnTo>
                <a:lnTo>
                  <a:pt x="424" y="354"/>
                </a:lnTo>
                <a:lnTo>
                  <a:pt x="423" y="353"/>
                </a:lnTo>
                <a:lnTo>
                  <a:pt x="424" y="352"/>
                </a:lnTo>
                <a:lnTo>
                  <a:pt x="423" y="352"/>
                </a:lnTo>
                <a:lnTo>
                  <a:pt x="422" y="352"/>
                </a:lnTo>
                <a:lnTo>
                  <a:pt x="422" y="351"/>
                </a:lnTo>
                <a:lnTo>
                  <a:pt x="421" y="350"/>
                </a:lnTo>
                <a:lnTo>
                  <a:pt x="420" y="350"/>
                </a:lnTo>
                <a:lnTo>
                  <a:pt x="419" y="349"/>
                </a:lnTo>
                <a:lnTo>
                  <a:pt x="420" y="349"/>
                </a:lnTo>
                <a:lnTo>
                  <a:pt x="419" y="349"/>
                </a:lnTo>
                <a:lnTo>
                  <a:pt x="418" y="348"/>
                </a:lnTo>
                <a:lnTo>
                  <a:pt x="417" y="348"/>
                </a:lnTo>
                <a:lnTo>
                  <a:pt x="417" y="347"/>
                </a:lnTo>
                <a:lnTo>
                  <a:pt x="416" y="347"/>
                </a:lnTo>
                <a:lnTo>
                  <a:pt x="416" y="348"/>
                </a:lnTo>
                <a:lnTo>
                  <a:pt x="415" y="348"/>
                </a:lnTo>
                <a:lnTo>
                  <a:pt x="414" y="348"/>
                </a:lnTo>
                <a:lnTo>
                  <a:pt x="413" y="347"/>
                </a:lnTo>
                <a:lnTo>
                  <a:pt x="413" y="346"/>
                </a:lnTo>
                <a:lnTo>
                  <a:pt x="414" y="346"/>
                </a:lnTo>
                <a:lnTo>
                  <a:pt x="416" y="346"/>
                </a:lnTo>
                <a:lnTo>
                  <a:pt x="416" y="344"/>
                </a:lnTo>
                <a:lnTo>
                  <a:pt x="416" y="343"/>
                </a:lnTo>
                <a:lnTo>
                  <a:pt x="415" y="343"/>
                </a:lnTo>
                <a:lnTo>
                  <a:pt x="414" y="343"/>
                </a:lnTo>
                <a:lnTo>
                  <a:pt x="413" y="343"/>
                </a:lnTo>
                <a:lnTo>
                  <a:pt x="413" y="342"/>
                </a:lnTo>
                <a:lnTo>
                  <a:pt x="413" y="341"/>
                </a:lnTo>
                <a:lnTo>
                  <a:pt x="413" y="340"/>
                </a:lnTo>
                <a:lnTo>
                  <a:pt x="412" y="340"/>
                </a:lnTo>
                <a:lnTo>
                  <a:pt x="411" y="341"/>
                </a:lnTo>
                <a:lnTo>
                  <a:pt x="411" y="340"/>
                </a:lnTo>
                <a:lnTo>
                  <a:pt x="410" y="340"/>
                </a:lnTo>
                <a:lnTo>
                  <a:pt x="409" y="340"/>
                </a:lnTo>
                <a:lnTo>
                  <a:pt x="410" y="340"/>
                </a:lnTo>
                <a:lnTo>
                  <a:pt x="409" y="339"/>
                </a:lnTo>
                <a:lnTo>
                  <a:pt x="408" y="339"/>
                </a:lnTo>
                <a:lnTo>
                  <a:pt x="408" y="338"/>
                </a:lnTo>
                <a:lnTo>
                  <a:pt x="407" y="338"/>
                </a:lnTo>
                <a:lnTo>
                  <a:pt x="408" y="338"/>
                </a:lnTo>
                <a:lnTo>
                  <a:pt x="407" y="338"/>
                </a:lnTo>
                <a:lnTo>
                  <a:pt x="407" y="337"/>
                </a:lnTo>
                <a:lnTo>
                  <a:pt x="406" y="337"/>
                </a:lnTo>
                <a:lnTo>
                  <a:pt x="405" y="337"/>
                </a:lnTo>
                <a:lnTo>
                  <a:pt x="404" y="337"/>
                </a:lnTo>
                <a:lnTo>
                  <a:pt x="403" y="337"/>
                </a:lnTo>
                <a:lnTo>
                  <a:pt x="402" y="337"/>
                </a:lnTo>
                <a:lnTo>
                  <a:pt x="401" y="337"/>
                </a:lnTo>
                <a:lnTo>
                  <a:pt x="400" y="337"/>
                </a:lnTo>
                <a:lnTo>
                  <a:pt x="400" y="336"/>
                </a:lnTo>
                <a:lnTo>
                  <a:pt x="399" y="336"/>
                </a:lnTo>
                <a:lnTo>
                  <a:pt x="398" y="336"/>
                </a:lnTo>
                <a:lnTo>
                  <a:pt x="397" y="336"/>
                </a:lnTo>
                <a:lnTo>
                  <a:pt x="396" y="336"/>
                </a:lnTo>
                <a:lnTo>
                  <a:pt x="396" y="335"/>
                </a:lnTo>
                <a:lnTo>
                  <a:pt x="397" y="334"/>
                </a:lnTo>
                <a:lnTo>
                  <a:pt x="397" y="333"/>
                </a:lnTo>
                <a:lnTo>
                  <a:pt x="398" y="333"/>
                </a:lnTo>
                <a:lnTo>
                  <a:pt x="398" y="332"/>
                </a:lnTo>
                <a:lnTo>
                  <a:pt x="397" y="332"/>
                </a:lnTo>
                <a:lnTo>
                  <a:pt x="396" y="332"/>
                </a:lnTo>
                <a:lnTo>
                  <a:pt x="397" y="332"/>
                </a:lnTo>
                <a:lnTo>
                  <a:pt x="397" y="333"/>
                </a:lnTo>
                <a:lnTo>
                  <a:pt x="396" y="333"/>
                </a:lnTo>
                <a:lnTo>
                  <a:pt x="396" y="334"/>
                </a:lnTo>
                <a:lnTo>
                  <a:pt x="395" y="334"/>
                </a:lnTo>
                <a:lnTo>
                  <a:pt x="395" y="333"/>
                </a:lnTo>
                <a:lnTo>
                  <a:pt x="394" y="333"/>
                </a:lnTo>
                <a:lnTo>
                  <a:pt x="393" y="334"/>
                </a:lnTo>
                <a:lnTo>
                  <a:pt x="392" y="333"/>
                </a:lnTo>
                <a:lnTo>
                  <a:pt x="392" y="332"/>
                </a:lnTo>
                <a:lnTo>
                  <a:pt x="393" y="331"/>
                </a:lnTo>
                <a:lnTo>
                  <a:pt x="394" y="331"/>
                </a:lnTo>
                <a:lnTo>
                  <a:pt x="395" y="331"/>
                </a:lnTo>
                <a:lnTo>
                  <a:pt x="396" y="331"/>
                </a:lnTo>
                <a:lnTo>
                  <a:pt x="397" y="331"/>
                </a:lnTo>
                <a:lnTo>
                  <a:pt x="398" y="331"/>
                </a:lnTo>
                <a:lnTo>
                  <a:pt x="397" y="330"/>
                </a:lnTo>
                <a:lnTo>
                  <a:pt x="398" y="329"/>
                </a:lnTo>
                <a:lnTo>
                  <a:pt x="397" y="329"/>
                </a:lnTo>
                <a:lnTo>
                  <a:pt x="396" y="329"/>
                </a:lnTo>
                <a:lnTo>
                  <a:pt x="396" y="328"/>
                </a:lnTo>
                <a:lnTo>
                  <a:pt x="398" y="328"/>
                </a:lnTo>
                <a:lnTo>
                  <a:pt x="398" y="327"/>
                </a:lnTo>
                <a:lnTo>
                  <a:pt x="398" y="326"/>
                </a:lnTo>
                <a:lnTo>
                  <a:pt x="398" y="323"/>
                </a:lnTo>
                <a:lnTo>
                  <a:pt x="399" y="323"/>
                </a:lnTo>
                <a:lnTo>
                  <a:pt x="399" y="322"/>
                </a:lnTo>
                <a:lnTo>
                  <a:pt x="400" y="322"/>
                </a:lnTo>
                <a:lnTo>
                  <a:pt x="401" y="322"/>
                </a:lnTo>
                <a:lnTo>
                  <a:pt x="401" y="321"/>
                </a:lnTo>
                <a:lnTo>
                  <a:pt x="401" y="320"/>
                </a:lnTo>
                <a:lnTo>
                  <a:pt x="400" y="320"/>
                </a:lnTo>
                <a:lnTo>
                  <a:pt x="401" y="320"/>
                </a:lnTo>
                <a:lnTo>
                  <a:pt x="401" y="318"/>
                </a:lnTo>
                <a:lnTo>
                  <a:pt x="402" y="317"/>
                </a:lnTo>
                <a:lnTo>
                  <a:pt x="402" y="316"/>
                </a:lnTo>
                <a:lnTo>
                  <a:pt x="401" y="315"/>
                </a:lnTo>
                <a:lnTo>
                  <a:pt x="402" y="315"/>
                </a:lnTo>
                <a:lnTo>
                  <a:pt x="402" y="314"/>
                </a:lnTo>
                <a:lnTo>
                  <a:pt x="403" y="313"/>
                </a:lnTo>
                <a:lnTo>
                  <a:pt x="403" y="312"/>
                </a:lnTo>
                <a:lnTo>
                  <a:pt x="404" y="312"/>
                </a:lnTo>
                <a:lnTo>
                  <a:pt x="404" y="311"/>
                </a:lnTo>
                <a:lnTo>
                  <a:pt x="403" y="310"/>
                </a:lnTo>
                <a:lnTo>
                  <a:pt x="402" y="310"/>
                </a:lnTo>
                <a:lnTo>
                  <a:pt x="403" y="310"/>
                </a:lnTo>
                <a:lnTo>
                  <a:pt x="402" y="309"/>
                </a:lnTo>
                <a:lnTo>
                  <a:pt x="401" y="309"/>
                </a:lnTo>
                <a:lnTo>
                  <a:pt x="400" y="309"/>
                </a:lnTo>
                <a:lnTo>
                  <a:pt x="399" y="309"/>
                </a:lnTo>
                <a:lnTo>
                  <a:pt x="398" y="308"/>
                </a:lnTo>
                <a:lnTo>
                  <a:pt x="398" y="309"/>
                </a:lnTo>
                <a:lnTo>
                  <a:pt x="397" y="309"/>
                </a:lnTo>
                <a:lnTo>
                  <a:pt x="396" y="309"/>
                </a:lnTo>
                <a:lnTo>
                  <a:pt x="395" y="309"/>
                </a:lnTo>
                <a:lnTo>
                  <a:pt x="394" y="309"/>
                </a:lnTo>
                <a:lnTo>
                  <a:pt x="393" y="309"/>
                </a:lnTo>
                <a:lnTo>
                  <a:pt x="393" y="308"/>
                </a:lnTo>
                <a:lnTo>
                  <a:pt x="392" y="308"/>
                </a:lnTo>
                <a:lnTo>
                  <a:pt x="391" y="308"/>
                </a:lnTo>
                <a:lnTo>
                  <a:pt x="391" y="309"/>
                </a:lnTo>
                <a:lnTo>
                  <a:pt x="390" y="309"/>
                </a:lnTo>
                <a:lnTo>
                  <a:pt x="389" y="308"/>
                </a:lnTo>
                <a:lnTo>
                  <a:pt x="389" y="309"/>
                </a:lnTo>
                <a:lnTo>
                  <a:pt x="388" y="309"/>
                </a:lnTo>
                <a:lnTo>
                  <a:pt x="387" y="309"/>
                </a:lnTo>
                <a:lnTo>
                  <a:pt x="388" y="310"/>
                </a:lnTo>
                <a:lnTo>
                  <a:pt x="388" y="311"/>
                </a:lnTo>
                <a:lnTo>
                  <a:pt x="387" y="311"/>
                </a:lnTo>
                <a:lnTo>
                  <a:pt x="386" y="311"/>
                </a:lnTo>
                <a:lnTo>
                  <a:pt x="386" y="312"/>
                </a:lnTo>
                <a:lnTo>
                  <a:pt x="386" y="313"/>
                </a:lnTo>
                <a:lnTo>
                  <a:pt x="387" y="313"/>
                </a:lnTo>
                <a:lnTo>
                  <a:pt x="387" y="314"/>
                </a:lnTo>
                <a:lnTo>
                  <a:pt x="386" y="314"/>
                </a:lnTo>
                <a:lnTo>
                  <a:pt x="386" y="315"/>
                </a:lnTo>
                <a:lnTo>
                  <a:pt x="385" y="315"/>
                </a:lnTo>
                <a:lnTo>
                  <a:pt x="384" y="316"/>
                </a:lnTo>
                <a:lnTo>
                  <a:pt x="384" y="315"/>
                </a:lnTo>
                <a:lnTo>
                  <a:pt x="384" y="314"/>
                </a:lnTo>
                <a:lnTo>
                  <a:pt x="383" y="314"/>
                </a:lnTo>
                <a:lnTo>
                  <a:pt x="383" y="313"/>
                </a:lnTo>
                <a:lnTo>
                  <a:pt x="382" y="313"/>
                </a:lnTo>
                <a:lnTo>
                  <a:pt x="382" y="312"/>
                </a:lnTo>
                <a:lnTo>
                  <a:pt x="383" y="312"/>
                </a:lnTo>
                <a:lnTo>
                  <a:pt x="384" y="312"/>
                </a:lnTo>
                <a:lnTo>
                  <a:pt x="384" y="311"/>
                </a:lnTo>
                <a:lnTo>
                  <a:pt x="383" y="311"/>
                </a:lnTo>
                <a:lnTo>
                  <a:pt x="383" y="310"/>
                </a:lnTo>
                <a:lnTo>
                  <a:pt x="382" y="310"/>
                </a:lnTo>
                <a:lnTo>
                  <a:pt x="382" y="309"/>
                </a:lnTo>
                <a:lnTo>
                  <a:pt x="381" y="309"/>
                </a:lnTo>
                <a:lnTo>
                  <a:pt x="381" y="310"/>
                </a:lnTo>
                <a:lnTo>
                  <a:pt x="380" y="310"/>
                </a:lnTo>
                <a:lnTo>
                  <a:pt x="380" y="311"/>
                </a:lnTo>
                <a:lnTo>
                  <a:pt x="379" y="311"/>
                </a:lnTo>
                <a:lnTo>
                  <a:pt x="379" y="310"/>
                </a:lnTo>
                <a:lnTo>
                  <a:pt x="379" y="309"/>
                </a:lnTo>
                <a:lnTo>
                  <a:pt x="378" y="309"/>
                </a:lnTo>
                <a:lnTo>
                  <a:pt x="377" y="309"/>
                </a:lnTo>
                <a:lnTo>
                  <a:pt x="377" y="308"/>
                </a:lnTo>
                <a:lnTo>
                  <a:pt x="377" y="309"/>
                </a:lnTo>
                <a:lnTo>
                  <a:pt x="376" y="309"/>
                </a:lnTo>
                <a:lnTo>
                  <a:pt x="376" y="308"/>
                </a:lnTo>
                <a:lnTo>
                  <a:pt x="377" y="308"/>
                </a:lnTo>
                <a:lnTo>
                  <a:pt x="377" y="307"/>
                </a:lnTo>
                <a:lnTo>
                  <a:pt x="378" y="307"/>
                </a:lnTo>
                <a:lnTo>
                  <a:pt x="378" y="306"/>
                </a:lnTo>
                <a:lnTo>
                  <a:pt x="378" y="305"/>
                </a:lnTo>
                <a:lnTo>
                  <a:pt x="378" y="306"/>
                </a:lnTo>
                <a:lnTo>
                  <a:pt x="379" y="306"/>
                </a:lnTo>
                <a:lnTo>
                  <a:pt x="379" y="305"/>
                </a:lnTo>
                <a:lnTo>
                  <a:pt x="379" y="304"/>
                </a:lnTo>
                <a:lnTo>
                  <a:pt x="379" y="305"/>
                </a:lnTo>
                <a:lnTo>
                  <a:pt x="380" y="305"/>
                </a:lnTo>
                <a:lnTo>
                  <a:pt x="380" y="304"/>
                </a:lnTo>
                <a:lnTo>
                  <a:pt x="380" y="303"/>
                </a:lnTo>
                <a:lnTo>
                  <a:pt x="380" y="302"/>
                </a:lnTo>
                <a:lnTo>
                  <a:pt x="380" y="301"/>
                </a:lnTo>
                <a:lnTo>
                  <a:pt x="380" y="302"/>
                </a:lnTo>
                <a:lnTo>
                  <a:pt x="379" y="302"/>
                </a:lnTo>
                <a:lnTo>
                  <a:pt x="379" y="301"/>
                </a:lnTo>
                <a:lnTo>
                  <a:pt x="379" y="300"/>
                </a:lnTo>
                <a:lnTo>
                  <a:pt x="378" y="300"/>
                </a:lnTo>
                <a:lnTo>
                  <a:pt x="378" y="299"/>
                </a:lnTo>
                <a:lnTo>
                  <a:pt x="378" y="298"/>
                </a:lnTo>
                <a:lnTo>
                  <a:pt x="377" y="298"/>
                </a:lnTo>
                <a:lnTo>
                  <a:pt x="376" y="298"/>
                </a:lnTo>
                <a:lnTo>
                  <a:pt x="375" y="298"/>
                </a:lnTo>
                <a:lnTo>
                  <a:pt x="374" y="298"/>
                </a:lnTo>
                <a:lnTo>
                  <a:pt x="373" y="297"/>
                </a:lnTo>
                <a:lnTo>
                  <a:pt x="373" y="296"/>
                </a:lnTo>
                <a:lnTo>
                  <a:pt x="372" y="296"/>
                </a:lnTo>
                <a:lnTo>
                  <a:pt x="372" y="295"/>
                </a:lnTo>
                <a:lnTo>
                  <a:pt x="373" y="295"/>
                </a:lnTo>
                <a:lnTo>
                  <a:pt x="373" y="294"/>
                </a:lnTo>
                <a:lnTo>
                  <a:pt x="373" y="295"/>
                </a:lnTo>
                <a:lnTo>
                  <a:pt x="374" y="295"/>
                </a:lnTo>
                <a:lnTo>
                  <a:pt x="374" y="294"/>
                </a:lnTo>
                <a:lnTo>
                  <a:pt x="373" y="294"/>
                </a:lnTo>
                <a:lnTo>
                  <a:pt x="374" y="293"/>
                </a:lnTo>
                <a:lnTo>
                  <a:pt x="373" y="293"/>
                </a:lnTo>
                <a:lnTo>
                  <a:pt x="372" y="293"/>
                </a:lnTo>
                <a:lnTo>
                  <a:pt x="372" y="292"/>
                </a:lnTo>
                <a:lnTo>
                  <a:pt x="371" y="292"/>
                </a:lnTo>
                <a:lnTo>
                  <a:pt x="370" y="292"/>
                </a:lnTo>
                <a:lnTo>
                  <a:pt x="369" y="292"/>
                </a:lnTo>
                <a:lnTo>
                  <a:pt x="368" y="292"/>
                </a:lnTo>
                <a:lnTo>
                  <a:pt x="369" y="292"/>
                </a:lnTo>
                <a:lnTo>
                  <a:pt x="370" y="291"/>
                </a:lnTo>
                <a:lnTo>
                  <a:pt x="369" y="290"/>
                </a:lnTo>
                <a:lnTo>
                  <a:pt x="370" y="290"/>
                </a:lnTo>
                <a:lnTo>
                  <a:pt x="370" y="289"/>
                </a:lnTo>
                <a:lnTo>
                  <a:pt x="370" y="288"/>
                </a:lnTo>
                <a:lnTo>
                  <a:pt x="371" y="288"/>
                </a:lnTo>
                <a:lnTo>
                  <a:pt x="370" y="287"/>
                </a:lnTo>
                <a:lnTo>
                  <a:pt x="369" y="285"/>
                </a:lnTo>
                <a:lnTo>
                  <a:pt x="369" y="284"/>
                </a:lnTo>
                <a:lnTo>
                  <a:pt x="369" y="283"/>
                </a:lnTo>
                <a:lnTo>
                  <a:pt x="368" y="283"/>
                </a:lnTo>
                <a:lnTo>
                  <a:pt x="368" y="282"/>
                </a:lnTo>
                <a:lnTo>
                  <a:pt x="367" y="281"/>
                </a:lnTo>
                <a:lnTo>
                  <a:pt x="367" y="279"/>
                </a:lnTo>
                <a:lnTo>
                  <a:pt x="367" y="278"/>
                </a:lnTo>
                <a:lnTo>
                  <a:pt x="366" y="278"/>
                </a:lnTo>
                <a:lnTo>
                  <a:pt x="366" y="277"/>
                </a:lnTo>
                <a:lnTo>
                  <a:pt x="365" y="277"/>
                </a:lnTo>
                <a:lnTo>
                  <a:pt x="366" y="277"/>
                </a:lnTo>
                <a:lnTo>
                  <a:pt x="366" y="276"/>
                </a:lnTo>
                <a:lnTo>
                  <a:pt x="365" y="276"/>
                </a:lnTo>
                <a:lnTo>
                  <a:pt x="366" y="276"/>
                </a:lnTo>
                <a:lnTo>
                  <a:pt x="367" y="276"/>
                </a:lnTo>
                <a:lnTo>
                  <a:pt x="367" y="275"/>
                </a:lnTo>
                <a:lnTo>
                  <a:pt x="367" y="274"/>
                </a:lnTo>
                <a:lnTo>
                  <a:pt x="366" y="274"/>
                </a:lnTo>
                <a:lnTo>
                  <a:pt x="366" y="273"/>
                </a:lnTo>
                <a:lnTo>
                  <a:pt x="367" y="273"/>
                </a:lnTo>
                <a:lnTo>
                  <a:pt x="367" y="272"/>
                </a:lnTo>
                <a:lnTo>
                  <a:pt x="368" y="272"/>
                </a:lnTo>
                <a:lnTo>
                  <a:pt x="368" y="273"/>
                </a:lnTo>
                <a:lnTo>
                  <a:pt x="368" y="272"/>
                </a:lnTo>
                <a:lnTo>
                  <a:pt x="368" y="271"/>
                </a:lnTo>
                <a:lnTo>
                  <a:pt x="369" y="270"/>
                </a:lnTo>
                <a:lnTo>
                  <a:pt x="369" y="269"/>
                </a:lnTo>
                <a:lnTo>
                  <a:pt x="368" y="269"/>
                </a:lnTo>
                <a:lnTo>
                  <a:pt x="368" y="268"/>
                </a:lnTo>
                <a:lnTo>
                  <a:pt x="369" y="268"/>
                </a:lnTo>
                <a:lnTo>
                  <a:pt x="370" y="268"/>
                </a:lnTo>
                <a:lnTo>
                  <a:pt x="371" y="268"/>
                </a:lnTo>
                <a:lnTo>
                  <a:pt x="372" y="268"/>
                </a:lnTo>
                <a:lnTo>
                  <a:pt x="373" y="268"/>
                </a:lnTo>
                <a:lnTo>
                  <a:pt x="374" y="268"/>
                </a:lnTo>
                <a:lnTo>
                  <a:pt x="375" y="269"/>
                </a:lnTo>
                <a:lnTo>
                  <a:pt x="375" y="270"/>
                </a:lnTo>
                <a:lnTo>
                  <a:pt x="376" y="270"/>
                </a:lnTo>
                <a:lnTo>
                  <a:pt x="377" y="271"/>
                </a:lnTo>
                <a:lnTo>
                  <a:pt x="377" y="270"/>
                </a:lnTo>
                <a:lnTo>
                  <a:pt x="379" y="270"/>
                </a:lnTo>
                <a:lnTo>
                  <a:pt x="379" y="271"/>
                </a:lnTo>
                <a:lnTo>
                  <a:pt x="380" y="271"/>
                </a:lnTo>
                <a:lnTo>
                  <a:pt x="381" y="271"/>
                </a:lnTo>
                <a:lnTo>
                  <a:pt x="381" y="270"/>
                </a:lnTo>
                <a:lnTo>
                  <a:pt x="381" y="269"/>
                </a:lnTo>
                <a:lnTo>
                  <a:pt x="382" y="269"/>
                </a:lnTo>
                <a:lnTo>
                  <a:pt x="383" y="269"/>
                </a:lnTo>
                <a:lnTo>
                  <a:pt x="384" y="269"/>
                </a:lnTo>
                <a:lnTo>
                  <a:pt x="385" y="270"/>
                </a:lnTo>
                <a:lnTo>
                  <a:pt x="386" y="270"/>
                </a:lnTo>
                <a:lnTo>
                  <a:pt x="387" y="270"/>
                </a:lnTo>
                <a:lnTo>
                  <a:pt x="387" y="271"/>
                </a:lnTo>
                <a:lnTo>
                  <a:pt x="388" y="271"/>
                </a:lnTo>
                <a:lnTo>
                  <a:pt x="388" y="270"/>
                </a:lnTo>
                <a:lnTo>
                  <a:pt x="389" y="270"/>
                </a:lnTo>
                <a:lnTo>
                  <a:pt x="390" y="271"/>
                </a:lnTo>
                <a:lnTo>
                  <a:pt x="391" y="270"/>
                </a:lnTo>
                <a:lnTo>
                  <a:pt x="391" y="269"/>
                </a:lnTo>
                <a:lnTo>
                  <a:pt x="391" y="268"/>
                </a:lnTo>
                <a:lnTo>
                  <a:pt x="392" y="268"/>
                </a:lnTo>
                <a:lnTo>
                  <a:pt x="391" y="267"/>
                </a:lnTo>
                <a:lnTo>
                  <a:pt x="391" y="266"/>
                </a:lnTo>
                <a:lnTo>
                  <a:pt x="390" y="266"/>
                </a:lnTo>
                <a:lnTo>
                  <a:pt x="390" y="265"/>
                </a:lnTo>
                <a:lnTo>
                  <a:pt x="389" y="265"/>
                </a:lnTo>
                <a:lnTo>
                  <a:pt x="388" y="265"/>
                </a:lnTo>
                <a:lnTo>
                  <a:pt x="388" y="266"/>
                </a:lnTo>
                <a:lnTo>
                  <a:pt x="387" y="266"/>
                </a:lnTo>
                <a:lnTo>
                  <a:pt x="387" y="264"/>
                </a:lnTo>
                <a:lnTo>
                  <a:pt x="387" y="263"/>
                </a:lnTo>
                <a:lnTo>
                  <a:pt x="388" y="263"/>
                </a:lnTo>
                <a:lnTo>
                  <a:pt x="389" y="263"/>
                </a:lnTo>
                <a:lnTo>
                  <a:pt x="389" y="262"/>
                </a:lnTo>
                <a:lnTo>
                  <a:pt x="390" y="262"/>
                </a:lnTo>
                <a:lnTo>
                  <a:pt x="389" y="261"/>
                </a:lnTo>
                <a:lnTo>
                  <a:pt x="388" y="261"/>
                </a:lnTo>
                <a:lnTo>
                  <a:pt x="388" y="260"/>
                </a:lnTo>
                <a:lnTo>
                  <a:pt x="388" y="259"/>
                </a:lnTo>
                <a:lnTo>
                  <a:pt x="387" y="259"/>
                </a:lnTo>
                <a:lnTo>
                  <a:pt x="386" y="260"/>
                </a:lnTo>
                <a:lnTo>
                  <a:pt x="384" y="259"/>
                </a:lnTo>
                <a:lnTo>
                  <a:pt x="384" y="258"/>
                </a:lnTo>
                <a:lnTo>
                  <a:pt x="383" y="258"/>
                </a:lnTo>
                <a:lnTo>
                  <a:pt x="382" y="258"/>
                </a:lnTo>
                <a:lnTo>
                  <a:pt x="382" y="259"/>
                </a:lnTo>
                <a:lnTo>
                  <a:pt x="381" y="259"/>
                </a:lnTo>
                <a:lnTo>
                  <a:pt x="381" y="258"/>
                </a:lnTo>
                <a:lnTo>
                  <a:pt x="380" y="257"/>
                </a:lnTo>
                <a:lnTo>
                  <a:pt x="379" y="257"/>
                </a:lnTo>
                <a:lnTo>
                  <a:pt x="379" y="258"/>
                </a:lnTo>
                <a:lnTo>
                  <a:pt x="378" y="258"/>
                </a:lnTo>
                <a:lnTo>
                  <a:pt x="378" y="257"/>
                </a:lnTo>
                <a:lnTo>
                  <a:pt x="379" y="257"/>
                </a:lnTo>
                <a:lnTo>
                  <a:pt x="379" y="256"/>
                </a:lnTo>
                <a:lnTo>
                  <a:pt x="379" y="255"/>
                </a:lnTo>
                <a:lnTo>
                  <a:pt x="379" y="254"/>
                </a:lnTo>
                <a:lnTo>
                  <a:pt x="378" y="254"/>
                </a:lnTo>
                <a:lnTo>
                  <a:pt x="377" y="254"/>
                </a:lnTo>
                <a:lnTo>
                  <a:pt x="377" y="253"/>
                </a:lnTo>
                <a:lnTo>
                  <a:pt x="377" y="252"/>
                </a:lnTo>
                <a:lnTo>
                  <a:pt x="376" y="252"/>
                </a:lnTo>
                <a:lnTo>
                  <a:pt x="376" y="251"/>
                </a:lnTo>
                <a:lnTo>
                  <a:pt x="375" y="251"/>
                </a:lnTo>
                <a:lnTo>
                  <a:pt x="374" y="251"/>
                </a:lnTo>
                <a:lnTo>
                  <a:pt x="374" y="250"/>
                </a:lnTo>
                <a:lnTo>
                  <a:pt x="373" y="250"/>
                </a:lnTo>
                <a:lnTo>
                  <a:pt x="372" y="249"/>
                </a:lnTo>
                <a:lnTo>
                  <a:pt x="371" y="248"/>
                </a:lnTo>
                <a:lnTo>
                  <a:pt x="372" y="248"/>
                </a:lnTo>
                <a:lnTo>
                  <a:pt x="371" y="248"/>
                </a:lnTo>
                <a:lnTo>
                  <a:pt x="371" y="246"/>
                </a:lnTo>
                <a:lnTo>
                  <a:pt x="371" y="245"/>
                </a:lnTo>
                <a:lnTo>
                  <a:pt x="371" y="244"/>
                </a:lnTo>
                <a:lnTo>
                  <a:pt x="369" y="244"/>
                </a:lnTo>
                <a:lnTo>
                  <a:pt x="368" y="244"/>
                </a:lnTo>
                <a:lnTo>
                  <a:pt x="367" y="244"/>
                </a:lnTo>
                <a:lnTo>
                  <a:pt x="366" y="244"/>
                </a:lnTo>
                <a:lnTo>
                  <a:pt x="365" y="244"/>
                </a:lnTo>
                <a:lnTo>
                  <a:pt x="363" y="243"/>
                </a:lnTo>
                <a:lnTo>
                  <a:pt x="362" y="243"/>
                </a:lnTo>
                <a:lnTo>
                  <a:pt x="360" y="242"/>
                </a:lnTo>
                <a:lnTo>
                  <a:pt x="359" y="242"/>
                </a:lnTo>
                <a:lnTo>
                  <a:pt x="358" y="242"/>
                </a:lnTo>
                <a:lnTo>
                  <a:pt x="357" y="242"/>
                </a:lnTo>
                <a:lnTo>
                  <a:pt x="357" y="243"/>
                </a:lnTo>
                <a:lnTo>
                  <a:pt x="357" y="244"/>
                </a:lnTo>
                <a:lnTo>
                  <a:pt x="356" y="244"/>
                </a:lnTo>
                <a:lnTo>
                  <a:pt x="355" y="244"/>
                </a:lnTo>
                <a:lnTo>
                  <a:pt x="354" y="244"/>
                </a:lnTo>
                <a:lnTo>
                  <a:pt x="353" y="244"/>
                </a:lnTo>
                <a:lnTo>
                  <a:pt x="352" y="244"/>
                </a:lnTo>
                <a:lnTo>
                  <a:pt x="351" y="244"/>
                </a:lnTo>
                <a:lnTo>
                  <a:pt x="351" y="243"/>
                </a:lnTo>
                <a:lnTo>
                  <a:pt x="351" y="242"/>
                </a:lnTo>
                <a:lnTo>
                  <a:pt x="350" y="242"/>
                </a:lnTo>
                <a:lnTo>
                  <a:pt x="351" y="242"/>
                </a:lnTo>
                <a:lnTo>
                  <a:pt x="351" y="241"/>
                </a:lnTo>
                <a:lnTo>
                  <a:pt x="350" y="240"/>
                </a:lnTo>
                <a:lnTo>
                  <a:pt x="350" y="239"/>
                </a:lnTo>
                <a:lnTo>
                  <a:pt x="350" y="238"/>
                </a:lnTo>
                <a:lnTo>
                  <a:pt x="349" y="238"/>
                </a:lnTo>
                <a:lnTo>
                  <a:pt x="348" y="239"/>
                </a:lnTo>
                <a:lnTo>
                  <a:pt x="347" y="239"/>
                </a:lnTo>
                <a:lnTo>
                  <a:pt x="346" y="238"/>
                </a:lnTo>
                <a:lnTo>
                  <a:pt x="346" y="237"/>
                </a:lnTo>
                <a:lnTo>
                  <a:pt x="345" y="236"/>
                </a:lnTo>
                <a:lnTo>
                  <a:pt x="344" y="235"/>
                </a:lnTo>
                <a:lnTo>
                  <a:pt x="344" y="234"/>
                </a:lnTo>
                <a:lnTo>
                  <a:pt x="345" y="234"/>
                </a:lnTo>
                <a:lnTo>
                  <a:pt x="345" y="233"/>
                </a:lnTo>
                <a:lnTo>
                  <a:pt x="344" y="233"/>
                </a:lnTo>
                <a:lnTo>
                  <a:pt x="343" y="233"/>
                </a:lnTo>
                <a:lnTo>
                  <a:pt x="343" y="232"/>
                </a:lnTo>
                <a:lnTo>
                  <a:pt x="343" y="231"/>
                </a:lnTo>
                <a:lnTo>
                  <a:pt x="342" y="231"/>
                </a:lnTo>
                <a:lnTo>
                  <a:pt x="342" y="230"/>
                </a:lnTo>
                <a:lnTo>
                  <a:pt x="341" y="230"/>
                </a:lnTo>
                <a:lnTo>
                  <a:pt x="340" y="230"/>
                </a:lnTo>
                <a:lnTo>
                  <a:pt x="340" y="229"/>
                </a:lnTo>
                <a:lnTo>
                  <a:pt x="340" y="228"/>
                </a:lnTo>
                <a:lnTo>
                  <a:pt x="341" y="227"/>
                </a:lnTo>
                <a:lnTo>
                  <a:pt x="341" y="226"/>
                </a:lnTo>
                <a:lnTo>
                  <a:pt x="341" y="225"/>
                </a:lnTo>
                <a:lnTo>
                  <a:pt x="342" y="224"/>
                </a:lnTo>
                <a:lnTo>
                  <a:pt x="343" y="223"/>
                </a:lnTo>
                <a:lnTo>
                  <a:pt x="343" y="222"/>
                </a:lnTo>
                <a:lnTo>
                  <a:pt x="342" y="221"/>
                </a:lnTo>
                <a:lnTo>
                  <a:pt x="341" y="221"/>
                </a:lnTo>
                <a:lnTo>
                  <a:pt x="341" y="220"/>
                </a:lnTo>
                <a:lnTo>
                  <a:pt x="340" y="219"/>
                </a:lnTo>
                <a:lnTo>
                  <a:pt x="340" y="218"/>
                </a:lnTo>
                <a:lnTo>
                  <a:pt x="340" y="217"/>
                </a:lnTo>
                <a:lnTo>
                  <a:pt x="339" y="217"/>
                </a:lnTo>
                <a:lnTo>
                  <a:pt x="339" y="216"/>
                </a:lnTo>
                <a:lnTo>
                  <a:pt x="339" y="215"/>
                </a:lnTo>
                <a:lnTo>
                  <a:pt x="340" y="215"/>
                </a:lnTo>
                <a:lnTo>
                  <a:pt x="341" y="215"/>
                </a:lnTo>
                <a:lnTo>
                  <a:pt x="342" y="215"/>
                </a:lnTo>
                <a:lnTo>
                  <a:pt x="343" y="215"/>
                </a:lnTo>
                <a:lnTo>
                  <a:pt x="344" y="215"/>
                </a:lnTo>
                <a:lnTo>
                  <a:pt x="343" y="215"/>
                </a:lnTo>
                <a:lnTo>
                  <a:pt x="343" y="214"/>
                </a:lnTo>
                <a:lnTo>
                  <a:pt x="342" y="212"/>
                </a:lnTo>
                <a:lnTo>
                  <a:pt x="342" y="211"/>
                </a:lnTo>
                <a:lnTo>
                  <a:pt x="344" y="210"/>
                </a:lnTo>
                <a:lnTo>
                  <a:pt x="345" y="210"/>
                </a:lnTo>
                <a:lnTo>
                  <a:pt x="346" y="210"/>
                </a:lnTo>
                <a:lnTo>
                  <a:pt x="347" y="209"/>
                </a:lnTo>
                <a:lnTo>
                  <a:pt x="348" y="208"/>
                </a:lnTo>
                <a:lnTo>
                  <a:pt x="349" y="208"/>
                </a:lnTo>
                <a:lnTo>
                  <a:pt x="349" y="209"/>
                </a:lnTo>
                <a:lnTo>
                  <a:pt x="350" y="208"/>
                </a:lnTo>
                <a:lnTo>
                  <a:pt x="351" y="208"/>
                </a:lnTo>
                <a:lnTo>
                  <a:pt x="352" y="209"/>
                </a:lnTo>
                <a:lnTo>
                  <a:pt x="354" y="210"/>
                </a:lnTo>
                <a:lnTo>
                  <a:pt x="355" y="210"/>
                </a:lnTo>
                <a:lnTo>
                  <a:pt x="355" y="209"/>
                </a:lnTo>
                <a:lnTo>
                  <a:pt x="356" y="209"/>
                </a:lnTo>
                <a:lnTo>
                  <a:pt x="357" y="209"/>
                </a:lnTo>
                <a:lnTo>
                  <a:pt x="358" y="209"/>
                </a:lnTo>
                <a:lnTo>
                  <a:pt x="359" y="209"/>
                </a:lnTo>
                <a:lnTo>
                  <a:pt x="359" y="208"/>
                </a:lnTo>
                <a:lnTo>
                  <a:pt x="358" y="208"/>
                </a:lnTo>
                <a:lnTo>
                  <a:pt x="357" y="206"/>
                </a:lnTo>
                <a:lnTo>
                  <a:pt x="357" y="205"/>
                </a:lnTo>
                <a:lnTo>
                  <a:pt x="358" y="204"/>
                </a:lnTo>
                <a:lnTo>
                  <a:pt x="358" y="203"/>
                </a:lnTo>
                <a:lnTo>
                  <a:pt x="358" y="202"/>
                </a:lnTo>
                <a:lnTo>
                  <a:pt x="359" y="202"/>
                </a:lnTo>
                <a:lnTo>
                  <a:pt x="359" y="203"/>
                </a:lnTo>
                <a:lnTo>
                  <a:pt x="360" y="203"/>
                </a:lnTo>
                <a:lnTo>
                  <a:pt x="361" y="203"/>
                </a:lnTo>
                <a:lnTo>
                  <a:pt x="361" y="202"/>
                </a:lnTo>
                <a:lnTo>
                  <a:pt x="360" y="201"/>
                </a:lnTo>
                <a:lnTo>
                  <a:pt x="361" y="201"/>
                </a:lnTo>
                <a:lnTo>
                  <a:pt x="362" y="201"/>
                </a:lnTo>
                <a:lnTo>
                  <a:pt x="362" y="202"/>
                </a:lnTo>
                <a:lnTo>
                  <a:pt x="363" y="202"/>
                </a:lnTo>
                <a:lnTo>
                  <a:pt x="363" y="203"/>
                </a:lnTo>
                <a:lnTo>
                  <a:pt x="364" y="203"/>
                </a:lnTo>
                <a:lnTo>
                  <a:pt x="365" y="202"/>
                </a:lnTo>
                <a:lnTo>
                  <a:pt x="365" y="201"/>
                </a:lnTo>
                <a:lnTo>
                  <a:pt x="366" y="201"/>
                </a:lnTo>
                <a:lnTo>
                  <a:pt x="366" y="200"/>
                </a:lnTo>
                <a:lnTo>
                  <a:pt x="365" y="199"/>
                </a:lnTo>
                <a:lnTo>
                  <a:pt x="364" y="199"/>
                </a:lnTo>
                <a:lnTo>
                  <a:pt x="363" y="198"/>
                </a:lnTo>
                <a:lnTo>
                  <a:pt x="362" y="199"/>
                </a:lnTo>
                <a:lnTo>
                  <a:pt x="360" y="198"/>
                </a:lnTo>
                <a:lnTo>
                  <a:pt x="358" y="198"/>
                </a:lnTo>
                <a:lnTo>
                  <a:pt x="357" y="197"/>
                </a:lnTo>
                <a:lnTo>
                  <a:pt x="355" y="198"/>
                </a:lnTo>
                <a:lnTo>
                  <a:pt x="354" y="198"/>
                </a:lnTo>
                <a:lnTo>
                  <a:pt x="353" y="198"/>
                </a:lnTo>
                <a:lnTo>
                  <a:pt x="352" y="199"/>
                </a:lnTo>
                <a:lnTo>
                  <a:pt x="351" y="199"/>
                </a:lnTo>
                <a:lnTo>
                  <a:pt x="350" y="199"/>
                </a:lnTo>
                <a:lnTo>
                  <a:pt x="350" y="200"/>
                </a:lnTo>
                <a:lnTo>
                  <a:pt x="349" y="200"/>
                </a:lnTo>
                <a:lnTo>
                  <a:pt x="348" y="200"/>
                </a:lnTo>
                <a:lnTo>
                  <a:pt x="346" y="200"/>
                </a:lnTo>
                <a:lnTo>
                  <a:pt x="345" y="200"/>
                </a:lnTo>
                <a:lnTo>
                  <a:pt x="345" y="199"/>
                </a:lnTo>
                <a:lnTo>
                  <a:pt x="344" y="198"/>
                </a:lnTo>
                <a:lnTo>
                  <a:pt x="343" y="198"/>
                </a:lnTo>
                <a:lnTo>
                  <a:pt x="342" y="198"/>
                </a:lnTo>
                <a:lnTo>
                  <a:pt x="341" y="198"/>
                </a:lnTo>
                <a:lnTo>
                  <a:pt x="340" y="197"/>
                </a:lnTo>
                <a:lnTo>
                  <a:pt x="339" y="197"/>
                </a:lnTo>
                <a:lnTo>
                  <a:pt x="338" y="196"/>
                </a:lnTo>
                <a:lnTo>
                  <a:pt x="337" y="196"/>
                </a:lnTo>
                <a:lnTo>
                  <a:pt x="335" y="196"/>
                </a:lnTo>
                <a:lnTo>
                  <a:pt x="334" y="196"/>
                </a:lnTo>
                <a:lnTo>
                  <a:pt x="332" y="196"/>
                </a:lnTo>
                <a:lnTo>
                  <a:pt x="330" y="196"/>
                </a:lnTo>
                <a:lnTo>
                  <a:pt x="330" y="195"/>
                </a:lnTo>
                <a:lnTo>
                  <a:pt x="329" y="195"/>
                </a:lnTo>
                <a:lnTo>
                  <a:pt x="327" y="196"/>
                </a:lnTo>
                <a:lnTo>
                  <a:pt x="325" y="196"/>
                </a:lnTo>
                <a:lnTo>
                  <a:pt x="324" y="196"/>
                </a:lnTo>
                <a:lnTo>
                  <a:pt x="323" y="196"/>
                </a:lnTo>
                <a:lnTo>
                  <a:pt x="322" y="197"/>
                </a:lnTo>
                <a:lnTo>
                  <a:pt x="320" y="196"/>
                </a:lnTo>
                <a:lnTo>
                  <a:pt x="319" y="196"/>
                </a:lnTo>
                <a:lnTo>
                  <a:pt x="318" y="196"/>
                </a:lnTo>
                <a:lnTo>
                  <a:pt x="317" y="195"/>
                </a:lnTo>
                <a:lnTo>
                  <a:pt x="317" y="194"/>
                </a:lnTo>
                <a:lnTo>
                  <a:pt x="316" y="194"/>
                </a:lnTo>
                <a:lnTo>
                  <a:pt x="315" y="193"/>
                </a:lnTo>
                <a:lnTo>
                  <a:pt x="314" y="192"/>
                </a:lnTo>
                <a:lnTo>
                  <a:pt x="313" y="191"/>
                </a:lnTo>
                <a:lnTo>
                  <a:pt x="313" y="190"/>
                </a:lnTo>
                <a:lnTo>
                  <a:pt x="313" y="189"/>
                </a:lnTo>
                <a:lnTo>
                  <a:pt x="313" y="188"/>
                </a:lnTo>
                <a:lnTo>
                  <a:pt x="312" y="188"/>
                </a:lnTo>
                <a:lnTo>
                  <a:pt x="311" y="188"/>
                </a:lnTo>
                <a:lnTo>
                  <a:pt x="310" y="188"/>
                </a:lnTo>
                <a:lnTo>
                  <a:pt x="310" y="187"/>
                </a:lnTo>
                <a:lnTo>
                  <a:pt x="311" y="187"/>
                </a:lnTo>
                <a:lnTo>
                  <a:pt x="311" y="186"/>
                </a:lnTo>
                <a:lnTo>
                  <a:pt x="310" y="186"/>
                </a:lnTo>
                <a:lnTo>
                  <a:pt x="309" y="185"/>
                </a:lnTo>
                <a:lnTo>
                  <a:pt x="309" y="184"/>
                </a:lnTo>
                <a:lnTo>
                  <a:pt x="307" y="183"/>
                </a:lnTo>
                <a:lnTo>
                  <a:pt x="307" y="182"/>
                </a:lnTo>
                <a:lnTo>
                  <a:pt x="306" y="182"/>
                </a:lnTo>
                <a:lnTo>
                  <a:pt x="305" y="181"/>
                </a:lnTo>
                <a:lnTo>
                  <a:pt x="304" y="181"/>
                </a:lnTo>
                <a:lnTo>
                  <a:pt x="303" y="181"/>
                </a:lnTo>
                <a:lnTo>
                  <a:pt x="302" y="181"/>
                </a:lnTo>
                <a:lnTo>
                  <a:pt x="302" y="182"/>
                </a:lnTo>
                <a:lnTo>
                  <a:pt x="302" y="181"/>
                </a:lnTo>
                <a:lnTo>
                  <a:pt x="302" y="180"/>
                </a:lnTo>
                <a:lnTo>
                  <a:pt x="301" y="180"/>
                </a:lnTo>
                <a:lnTo>
                  <a:pt x="301" y="179"/>
                </a:lnTo>
                <a:lnTo>
                  <a:pt x="300" y="178"/>
                </a:lnTo>
                <a:lnTo>
                  <a:pt x="299" y="177"/>
                </a:lnTo>
                <a:lnTo>
                  <a:pt x="298" y="177"/>
                </a:lnTo>
                <a:lnTo>
                  <a:pt x="298" y="176"/>
                </a:lnTo>
                <a:lnTo>
                  <a:pt x="296" y="176"/>
                </a:lnTo>
                <a:lnTo>
                  <a:pt x="295" y="175"/>
                </a:lnTo>
                <a:lnTo>
                  <a:pt x="294" y="174"/>
                </a:lnTo>
                <a:lnTo>
                  <a:pt x="294" y="173"/>
                </a:lnTo>
                <a:lnTo>
                  <a:pt x="295" y="173"/>
                </a:lnTo>
                <a:lnTo>
                  <a:pt x="294" y="172"/>
                </a:lnTo>
                <a:lnTo>
                  <a:pt x="293" y="172"/>
                </a:lnTo>
                <a:lnTo>
                  <a:pt x="293" y="171"/>
                </a:lnTo>
                <a:lnTo>
                  <a:pt x="292" y="170"/>
                </a:lnTo>
                <a:lnTo>
                  <a:pt x="292" y="169"/>
                </a:lnTo>
                <a:lnTo>
                  <a:pt x="291" y="169"/>
                </a:lnTo>
                <a:lnTo>
                  <a:pt x="291" y="168"/>
                </a:lnTo>
                <a:lnTo>
                  <a:pt x="291" y="167"/>
                </a:lnTo>
                <a:lnTo>
                  <a:pt x="291" y="165"/>
                </a:lnTo>
                <a:lnTo>
                  <a:pt x="292" y="165"/>
                </a:lnTo>
                <a:lnTo>
                  <a:pt x="292" y="164"/>
                </a:lnTo>
                <a:lnTo>
                  <a:pt x="293" y="163"/>
                </a:lnTo>
                <a:lnTo>
                  <a:pt x="292" y="163"/>
                </a:lnTo>
                <a:lnTo>
                  <a:pt x="292" y="162"/>
                </a:lnTo>
                <a:lnTo>
                  <a:pt x="293" y="162"/>
                </a:lnTo>
                <a:lnTo>
                  <a:pt x="292" y="162"/>
                </a:lnTo>
                <a:lnTo>
                  <a:pt x="292" y="161"/>
                </a:lnTo>
                <a:lnTo>
                  <a:pt x="291" y="161"/>
                </a:lnTo>
                <a:lnTo>
                  <a:pt x="290" y="160"/>
                </a:lnTo>
                <a:lnTo>
                  <a:pt x="289" y="160"/>
                </a:lnTo>
                <a:lnTo>
                  <a:pt x="289" y="159"/>
                </a:lnTo>
                <a:lnTo>
                  <a:pt x="288" y="159"/>
                </a:lnTo>
                <a:lnTo>
                  <a:pt x="287" y="159"/>
                </a:lnTo>
                <a:lnTo>
                  <a:pt x="285" y="160"/>
                </a:lnTo>
                <a:lnTo>
                  <a:pt x="285" y="161"/>
                </a:lnTo>
                <a:lnTo>
                  <a:pt x="285" y="162"/>
                </a:lnTo>
                <a:lnTo>
                  <a:pt x="286" y="162"/>
                </a:lnTo>
                <a:lnTo>
                  <a:pt x="286" y="163"/>
                </a:lnTo>
                <a:lnTo>
                  <a:pt x="285" y="164"/>
                </a:lnTo>
                <a:lnTo>
                  <a:pt x="285" y="167"/>
                </a:lnTo>
                <a:lnTo>
                  <a:pt x="284" y="168"/>
                </a:lnTo>
                <a:lnTo>
                  <a:pt x="283" y="168"/>
                </a:lnTo>
                <a:lnTo>
                  <a:pt x="283" y="167"/>
                </a:lnTo>
                <a:lnTo>
                  <a:pt x="282" y="167"/>
                </a:lnTo>
                <a:lnTo>
                  <a:pt x="281" y="166"/>
                </a:lnTo>
                <a:lnTo>
                  <a:pt x="280" y="166"/>
                </a:lnTo>
                <a:lnTo>
                  <a:pt x="280" y="167"/>
                </a:lnTo>
                <a:lnTo>
                  <a:pt x="279" y="166"/>
                </a:lnTo>
                <a:lnTo>
                  <a:pt x="278" y="167"/>
                </a:lnTo>
                <a:lnTo>
                  <a:pt x="277" y="167"/>
                </a:lnTo>
                <a:lnTo>
                  <a:pt x="276" y="168"/>
                </a:lnTo>
                <a:lnTo>
                  <a:pt x="275" y="168"/>
                </a:lnTo>
                <a:lnTo>
                  <a:pt x="275" y="167"/>
                </a:lnTo>
                <a:lnTo>
                  <a:pt x="274" y="167"/>
                </a:lnTo>
                <a:lnTo>
                  <a:pt x="272" y="167"/>
                </a:lnTo>
                <a:lnTo>
                  <a:pt x="271" y="167"/>
                </a:lnTo>
                <a:lnTo>
                  <a:pt x="271" y="168"/>
                </a:lnTo>
                <a:lnTo>
                  <a:pt x="270" y="168"/>
                </a:lnTo>
                <a:lnTo>
                  <a:pt x="270" y="169"/>
                </a:lnTo>
                <a:lnTo>
                  <a:pt x="270" y="170"/>
                </a:lnTo>
                <a:lnTo>
                  <a:pt x="271" y="172"/>
                </a:lnTo>
                <a:lnTo>
                  <a:pt x="272" y="173"/>
                </a:lnTo>
                <a:lnTo>
                  <a:pt x="273" y="175"/>
                </a:lnTo>
                <a:lnTo>
                  <a:pt x="273" y="176"/>
                </a:lnTo>
                <a:lnTo>
                  <a:pt x="272" y="176"/>
                </a:lnTo>
                <a:lnTo>
                  <a:pt x="271" y="176"/>
                </a:lnTo>
                <a:lnTo>
                  <a:pt x="271" y="175"/>
                </a:lnTo>
                <a:lnTo>
                  <a:pt x="270" y="175"/>
                </a:lnTo>
                <a:lnTo>
                  <a:pt x="270" y="176"/>
                </a:lnTo>
                <a:lnTo>
                  <a:pt x="269" y="176"/>
                </a:lnTo>
                <a:lnTo>
                  <a:pt x="268" y="175"/>
                </a:lnTo>
                <a:lnTo>
                  <a:pt x="267" y="175"/>
                </a:lnTo>
                <a:lnTo>
                  <a:pt x="267" y="176"/>
                </a:lnTo>
                <a:lnTo>
                  <a:pt x="266" y="175"/>
                </a:lnTo>
                <a:lnTo>
                  <a:pt x="265" y="174"/>
                </a:lnTo>
                <a:lnTo>
                  <a:pt x="264" y="173"/>
                </a:lnTo>
                <a:lnTo>
                  <a:pt x="264" y="172"/>
                </a:lnTo>
                <a:lnTo>
                  <a:pt x="264" y="171"/>
                </a:lnTo>
                <a:lnTo>
                  <a:pt x="263" y="171"/>
                </a:lnTo>
                <a:lnTo>
                  <a:pt x="262" y="172"/>
                </a:lnTo>
                <a:lnTo>
                  <a:pt x="261" y="172"/>
                </a:lnTo>
                <a:lnTo>
                  <a:pt x="260" y="172"/>
                </a:lnTo>
                <a:lnTo>
                  <a:pt x="260" y="173"/>
                </a:lnTo>
                <a:lnTo>
                  <a:pt x="260" y="175"/>
                </a:lnTo>
                <a:lnTo>
                  <a:pt x="261" y="176"/>
                </a:lnTo>
                <a:lnTo>
                  <a:pt x="262" y="177"/>
                </a:lnTo>
                <a:lnTo>
                  <a:pt x="263" y="177"/>
                </a:lnTo>
                <a:lnTo>
                  <a:pt x="263" y="178"/>
                </a:lnTo>
                <a:lnTo>
                  <a:pt x="264" y="179"/>
                </a:lnTo>
                <a:lnTo>
                  <a:pt x="265" y="180"/>
                </a:lnTo>
                <a:lnTo>
                  <a:pt x="266" y="181"/>
                </a:lnTo>
                <a:lnTo>
                  <a:pt x="266" y="182"/>
                </a:lnTo>
                <a:lnTo>
                  <a:pt x="267" y="182"/>
                </a:lnTo>
                <a:lnTo>
                  <a:pt x="267" y="183"/>
                </a:lnTo>
                <a:lnTo>
                  <a:pt x="268" y="183"/>
                </a:lnTo>
                <a:lnTo>
                  <a:pt x="268" y="184"/>
                </a:lnTo>
                <a:lnTo>
                  <a:pt x="269" y="184"/>
                </a:lnTo>
                <a:lnTo>
                  <a:pt x="270" y="184"/>
                </a:lnTo>
                <a:lnTo>
                  <a:pt x="270" y="185"/>
                </a:lnTo>
                <a:lnTo>
                  <a:pt x="271" y="186"/>
                </a:lnTo>
                <a:lnTo>
                  <a:pt x="271" y="187"/>
                </a:lnTo>
                <a:lnTo>
                  <a:pt x="271" y="188"/>
                </a:lnTo>
                <a:lnTo>
                  <a:pt x="272" y="188"/>
                </a:lnTo>
                <a:lnTo>
                  <a:pt x="272" y="189"/>
                </a:lnTo>
                <a:lnTo>
                  <a:pt x="271" y="189"/>
                </a:lnTo>
                <a:lnTo>
                  <a:pt x="270" y="189"/>
                </a:lnTo>
                <a:lnTo>
                  <a:pt x="268" y="189"/>
                </a:lnTo>
                <a:lnTo>
                  <a:pt x="267" y="189"/>
                </a:lnTo>
                <a:lnTo>
                  <a:pt x="267" y="188"/>
                </a:lnTo>
                <a:lnTo>
                  <a:pt x="266" y="188"/>
                </a:lnTo>
                <a:lnTo>
                  <a:pt x="265" y="188"/>
                </a:lnTo>
                <a:lnTo>
                  <a:pt x="264" y="188"/>
                </a:lnTo>
                <a:lnTo>
                  <a:pt x="264" y="189"/>
                </a:lnTo>
                <a:lnTo>
                  <a:pt x="261" y="189"/>
                </a:lnTo>
                <a:lnTo>
                  <a:pt x="261" y="188"/>
                </a:lnTo>
                <a:lnTo>
                  <a:pt x="259" y="188"/>
                </a:lnTo>
                <a:lnTo>
                  <a:pt x="258" y="189"/>
                </a:lnTo>
                <a:lnTo>
                  <a:pt x="258" y="190"/>
                </a:lnTo>
                <a:lnTo>
                  <a:pt x="258" y="191"/>
                </a:lnTo>
                <a:lnTo>
                  <a:pt x="256" y="190"/>
                </a:lnTo>
                <a:lnTo>
                  <a:pt x="256" y="189"/>
                </a:lnTo>
                <a:lnTo>
                  <a:pt x="255" y="189"/>
                </a:lnTo>
                <a:lnTo>
                  <a:pt x="255" y="190"/>
                </a:lnTo>
                <a:lnTo>
                  <a:pt x="254" y="189"/>
                </a:lnTo>
                <a:lnTo>
                  <a:pt x="254" y="188"/>
                </a:lnTo>
                <a:lnTo>
                  <a:pt x="253" y="187"/>
                </a:lnTo>
                <a:lnTo>
                  <a:pt x="252" y="187"/>
                </a:lnTo>
                <a:lnTo>
                  <a:pt x="251" y="188"/>
                </a:lnTo>
                <a:lnTo>
                  <a:pt x="251" y="189"/>
                </a:lnTo>
                <a:lnTo>
                  <a:pt x="250" y="189"/>
                </a:lnTo>
                <a:lnTo>
                  <a:pt x="250" y="190"/>
                </a:lnTo>
                <a:lnTo>
                  <a:pt x="250" y="191"/>
                </a:lnTo>
                <a:lnTo>
                  <a:pt x="248" y="192"/>
                </a:lnTo>
                <a:lnTo>
                  <a:pt x="247" y="193"/>
                </a:lnTo>
                <a:lnTo>
                  <a:pt x="246" y="195"/>
                </a:lnTo>
                <a:lnTo>
                  <a:pt x="246" y="196"/>
                </a:lnTo>
                <a:lnTo>
                  <a:pt x="245" y="197"/>
                </a:lnTo>
                <a:lnTo>
                  <a:pt x="245" y="198"/>
                </a:lnTo>
                <a:lnTo>
                  <a:pt x="245" y="200"/>
                </a:lnTo>
                <a:lnTo>
                  <a:pt x="244" y="200"/>
                </a:lnTo>
                <a:lnTo>
                  <a:pt x="243" y="200"/>
                </a:lnTo>
                <a:lnTo>
                  <a:pt x="243" y="199"/>
                </a:lnTo>
                <a:lnTo>
                  <a:pt x="242" y="199"/>
                </a:lnTo>
                <a:lnTo>
                  <a:pt x="242" y="200"/>
                </a:lnTo>
                <a:lnTo>
                  <a:pt x="241" y="200"/>
                </a:lnTo>
                <a:lnTo>
                  <a:pt x="241" y="201"/>
                </a:lnTo>
                <a:lnTo>
                  <a:pt x="240" y="201"/>
                </a:lnTo>
                <a:lnTo>
                  <a:pt x="240" y="202"/>
                </a:lnTo>
                <a:lnTo>
                  <a:pt x="241" y="203"/>
                </a:lnTo>
                <a:lnTo>
                  <a:pt x="240" y="203"/>
                </a:lnTo>
                <a:lnTo>
                  <a:pt x="239" y="203"/>
                </a:lnTo>
                <a:lnTo>
                  <a:pt x="238" y="203"/>
                </a:lnTo>
                <a:lnTo>
                  <a:pt x="237" y="204"/>
                </a:lnTo>
                <a:lnTo>
                  <a:pt x="236" y="204"/>
                </a:lnTo>
                <a:lnTo>
                  <a:pt x="236" y="205"/>
                </a:lnTo>
                <a:lnTo>
                  <a:pt x="235" y="205"/>
                </a:lnTo>
                <a:lnTo>
                  <a:pt x="234" y="206"/>
                </a:lnTo>
                <a:lnTo>
                  <a:pt x="233" y="206"/>
                </a:lnTo>
                <a:lnTo>
                  <a:pt x="232" y="206"/>
                </a:lnTo>
                <a:lnTo>
                  <a:pt x="232" y="205"/>
                </a:lnTo>
                <a:lnTo>
                  <a:pt x="232" y="206"/>
                </a:lnTo>
                <a:lnTo>
                  <a:pt x="231" y="206"/>
                </a:lnTo>
                <a:lnTo>
                  <a:pt x="231" y="207"/>
                </a:lnTo>
                <a:lnTo>
                  <a:pt x="229" y="208"/>
                </a:lnTo>
                <a:lnTo>
                  <a:pt x="228" y="208"/>
                </a:lnTo>
                <a:lnTo>
                  <a:pt x="228" y="207"/>
                </a:lnTo>
                <a:lnTo>
                  <a:pt x="227" y="207"/>
                </a:lnTo>
                <a:lnTo>
                  <a:pt x="228" y="207"/>
                </a:lnTo>
                <a:lnTo>
                  <a:pt x="227" y="207"/>
                </a:lnTo>
                <a:lnTo>
                  <a:pt x="227" y="206"/>
                </a:lnTo>
                <a:lnTo>
                  <a:pt x="227" y="205"/>
                </a:lnTo>
                <a:lnTo>
                  <a:pt x="226" y="205"/>
                </a:lnTo>
                <a:lnTo>
                  <a:pt x="224" y="205"/>
                </a:lnTo>
                <a:lnTo>
                  <a:pt x="223" y="204"/>
                </a:lnTo>
                <a:lnTo>
                  <a:pt x="221" y="204"/>
                </a:lnTo>
                <a:lnTo>
                  <a:pt x="220" y="205"/>
                </a:lnTo>
                <a:lnTo>
                  <a:pt x="220" y="206"/>
                </a:lnTo>
                <a:lnTo>
                  <a:pt x="220" y="207"/>
                </a:lnTo>
                <a:lnTo>
                  <a:pt x="219" y="207"/>
                </a:lnTo>
                <a:lnTo>
                  <a:pt x="217" y="207"/>
                </a:lnTo>
                <a:lnTo>
                  <a:pt x="216" y="207"/>
                </a:lnTo>
                <a:lnTo>
                  <a:pt x="215" y="207"/>
                </a:lnTo>
                <a:lnTo>
                  <a:pt x="214" y="207"/>
                </a:lnTo>
                <a:lnTo>
                  <a:pt x="214" y="208"/>
                </a:lnTo>
                <a:lnTo>
                  <a:pt x="214" y="209"/>
                </a:lnTo>
                <a:lnTo>
                  <a:pt x="214" y="210"/>
                </a:lnTo>
                <a:lnTo>
                  <a:pt x="213" y="210"/>
                </a:lnTo>
                <a:lnTo>
                  <a:pt x="212" y="210"/>
                </a:lnTo>
                <a:lnTo>
                  <a:pt x="211" y="210"/>
                </a:lnTo>
                <a:lnTo>
                  <a:pt x="210" y="210"/>
                </a:lnTo>
                <a:lnTo>
                  <a:pt x="210" y="211"/>
                </a:lnTo>
                <a:lnTo>
                  <a:pt x="209" y="211"/>
                </a:lnTo>
                <a:lnTo>
                  <a:pt x="208" y="212"/>
                </a:lnTo>
                <a:lnTo>
                  <a:pt x="207" y="213"/>
                </a:lnTo>
                <a:lnTo>
                  <a:pt x="207" y="214"/>
                </a:lnTo>
                <a:lnTo>
                  <a:pt x="207" y="215"/>
                </a:lnTo>
                <a:lnTo>
                  <a:pt x="206" y="215"/>
                </a:lnTo>
                <a:lnTo>
                  <a:pt x="206" y="216"/>
                </a:lnTo>
                <a:lnTo>
                  <a:pt x="206" y="217"/>
                </a:lnTo>
                <a:lnTo>
                  <a:pt x="207" y="217"/>
                </a:lnTo>
                <a:lnTo>
                  <a:pt x="208" y="216"/>
                </a:lnTo>
                <a:lnTo>
                  <a:pt x="209" y="216"/>
                </a:lnTo>
                <a:lnTo>
                  <a:pt x="210" y="217"/>
                </a:lnTo>
                <a:lnTo>
                  <a:pt x="209" y="219"/>
                </a:lnTo>
                <a:lnTo>
                  <a:pt x="209" y="220"/>
                </a:lnTo>
                <a:lnTo>
                  <a:pt x="209" y="221"/>
                </a:lnTo>
                <a:lnTo>
                  <a:pt x="209" y="222"/>
                </a:lnTo>
                <a:lnTo>
                  <a:pt x="210" y="222"/>
                </a:lnTo>
                <a:lnTo>
                  <a:pt x="211" y="224"/>
                </a:lnTo>
                <a:lnTo>
                  <a:pt x="215" y="227"/>
                </a:lnTo>
                <a:lnTo>
                  <a:pt x="215" y="228"/>
                </a:lnTo>
                <a:lnTo>
                  <a:pt x="215" y="229"/>
                </a:lnTo>
                <a:lnTo>
                  <a:pt x="216" y="229"/>
                </a:lnTo>
                <a:lnTo>
                  <a:pt x="217" y="229"/>
                </a:lnTo>
                <a:lnTo>
                  <a:pt x="217" y="230"/>
                </a:lnTo>
                <a:lnTo>
                  <a:pt x="218" y="231"/>
                </a:lnTo>
                <a:lnTo>
                  <a:pt x="219" y="231"/>
                </a:lnTo>
                <a:lnTo>
                  <a:pt x="220" y="231"/>
                </a:lnTo>
                <a:lnTo>
                  <a:pt x="222" y="231"/>
                </a:lnTo>
                <a:lnTo>
                  <a:pt x="223" y="232"/>
                </a:lnTo>
                <a:lnTo>
                  <a:pt x="223" y="233"/>
                </a:lnTo>
                <a:lnTo>
                  <a:pt x="223" y="234"/>
                </a:lnTo>
                <a:lnTo>
                  <a:pt x="223" y="235"/>
                </a:lnTo>
                <a:lnTo>
                  <a:pt x="224" y="235"/>
                </a:lnTo>
                <a:lnTo>
                  <a:pt x="224" y="236"/>
                </a:lnTo>
                <a:lnTo>
                  <a:pt x="225" y="237"/>
                </a:lnTo>
                <a:lnTo>
                  <a:pt x="225" y="238"/>
                </a:lnTo>
                <a:lnTo>
                  <a:pt x="225" y="239"/>
                </a:lnTo>
                <a:lnTo>
                  <a:pt x="226" y="239"/>
                </a:lnTo>
                <a:lnTo>
                  <a:pt x="226" y="240"/>
                </a:lnTo>
                <a:lnTo>
                  <a:pt x="227" y="240"/>
                </a:lnTo>
                <a:lnTo>
                  <a:pt x="227" y="241"/>
                </a:lnTo>
                <a:lnTo>
                  <a:pt x="226" y="241"/>
                </a:lnTo>
                <a:lnTo>
                  <a:pt x="225" y="242"/>
                </a:lnTo>
                <a:lnTo>
                  <a:pt x="224" y="242"/>
                </a:lnTo>
                <a:lnTo>
                  <a:pt x="224" y="241"/>
                </a:lnTo>
                <a:lnTo>
                  <a:pt x="223" y="241"/>
                </a:lnTo>
                <a:lnTo>
                  <a:pt x="222" y="242"/>
                </a:lnTo>
                <a:lnTo>
                  <a:pt x="222" y="243"/>
                </a:lnTo>
                <a:lnTo>
                  <a:pt x="222" y="244"/>
                </a:lnTo>
                <a:lnTo>
                  <a:pt x="221" y="243"/>
                </a:lnTo>
                <a:lnTo>
                  <a:pt x="220" y="244"/>
                </a:lnTo>
                <a:lnTo>
                  <a:pt x="219" y="245"/>
                </a:lnTo>
                <a:lnTo>
                  <a:pt x="219" y="246"/>
                </a:lnTo>
                <a:lnTo>
                  <a:pt x="219" y="247"/>
                </a:lnTo>
                <a:lnTo>
                  <a:pt x="218" y="248"/>
                </a:lnTo>
                <a:lnTo>
                  <a:pt x="217" y="248"/>
                </a:lnTo>
                <a:lnTo>
                  <a:pt x="216" y="249"/>
                </a:lnTo>
                <a:lnTo>
                  <a:pt x="217" y="249"/>
                </a:lnTo>
                <a:lnTo>
                  <a:pt x="216" y="250"/>
                </a:lnTo>
                <a:lnTo>
                  <a:pt x="216" y="251"/>
                </a:lnTo>
                <a:lnTo>
                  <a:pt x="217" y="252"/>
                </a:lnTo>
                <a:lnTo>
                  <a:pt x="216" y="252"/>
                </a:lnTo>
                <a:lnTo>
                  <a:pt x="215" y="252"/>
                </a:lnTo>
                <a:lnTo>
                  <a:pt x="214" y="252"/>
                </a:lnTo>
                <a:lnTo>
                  <a:pt x="212" y="252"/>
                </a:lnTo>
                <a:lnTo>
                  <a:pt x="212" y="251"/>
                </a:lnTo>
                <a:lnTo>
                  <a:pt x="211" y="251"/>
                </a:lnTo>
                <a:lnTo>
                  <a:pt x="211" y="250"/>
                </a:lnTo>
                <a:lnTo>
                  <a:pt x="211" y="249"/>
                </a:lnTo>
                <a:lnTo>
                  <a:pt x="210" y="249"/>
                </a:lnTo>
                <a:lnTo>
                  <a:pt x="209" y="250"/>
                </a:lnTo>
                <a:lnTo>
                  <a:pt x="208" y="251"/>
                </a:lnTo>
                <a:lnTo>
                  <a:pt x="207" y="252"/>
                </a:lnTo>
                <a:lnTo>
                  <a:pt x="208" y="252"/>
                </a:lnTo>
                <a:lnTo>
                  <a:pt x="208" y="253"/>
                </a:lnTo>
                <a:lnTo>
                  <a:pt x="207" y="253"/>
                </a:lnTo>
                <a:lnTo>
                  <a:pt x="207" y="254"/>
                </a:lnTo>
                <a:lnTo>
                  <a:pt x="206" y="254"/>
                </a:lnTo>
                <a:lnTo>
                  <a:pt x="205" y="254"/>
                </a:lnTo>
                <a:lnTo>
                  <a:pt x="204" y="254"/>
                </a:lnTo>
                <a:lnTo>
                  <a:pt x="203" y="254"/>
                </a:lnTo>
                <a:lnTo>
                  <a:pt x="202" y="254"/>
                </a:lnTo>
                <a:lnTo>
                  <a:pt x="201" y="254"/>
                </a:lnTo>
                <a:lnTo>
                  <a:pt x="200" y="254"/>
                </a:lnTo>
                <a:lnTo>
                  <a:pt x="199" y="254"/>
                </a:lnTo>
                <a:lnTo>
                  <a:pt x="198" y="254"/>
                </a:lnTo>
                <a:lnTo>
                  <a:pt x="198" y="255"/>
                </a:lnTo>
                <a:lnTo>
                  <a:pt x="198" y="256"/>
                </a:lnTo>
                <a:lnTo>
                  <a:pt x="197" y="256"/>
                </a:lnTo>
                <a:lnTo>
                  <a:pt x="195" y="255"/>
                </a:lnTo>
                <a:lnTo>
                  <a:pt x="194" y="255"/>
                </a:lnTo>
                <a:lnTo>
                  <a:pt x="193" y="256"/>
                </a:lnTo>
                <a:lnTo>
                  <a:pt x="193" y="257"/>
                </a:lnTo>
                <a:lnTo>
                  <a:pt x="193" y="258"/>
                </a:lnTo>
                <a:lnTo>
                  <a:pt x="192" y="258"/>
                </a:lnTo>
                <a:lnTo>
                  <a:pt x="192" y="257"/>
                </a:lnTo>
                <a:lnTo>
                  <a:pt x="191" y="257"/>
                </a:lnTo>
                <a:lnTo>
                  <a:pt x="190" y="257"/>
                </a:lnTo>
                <a:lnTo>
                  <a:pt x="190" y="258"/>
                </a:lnTo>
                <a:lnTo>
                  <a:pt x="190" y="259"/>
                </a:lnTo>
                <a:lnTo>
                  <a:pt x="189" y="259"/>
                </a:lnTo>
                <a:lnTo>
                  <a:pt x="189" y="260"/>
                </a:lnTo>
                <a:lnTo>
                  <a:pt x="188" y="260"/>
                </a:lnTo>
                <a:lnTo>
                  <a:pt x="187" y="260"/>
                </a:lnTo>
                <a:lnTo>
                  <a:pt x="186" y="261"/>
                </a:lnTo>
                <a:lnTo>
                  <a:pt x="185" y="261"/>
                </a:lnTo>
                <a:lnTo>
                  <a:pt x="185" y="262"/>
                </a:lnTo>
                <a:lnTo>
                  <a:pt x="184" y="262"/>
                </a:lnTo>
                <a:lnTo>
                  <a:pt x="184" y="263"/>
                </a:lnTo>
                <a:lnTo>
                  <a:pt x="183" y="263"/>
                </a:lnTo>
                <a:lnTo>
                  <a:pt x="183" y="264"/>
                </a:lnTo>
                <a:lnTo>
                  <a:pt x="182" y="264"/>
                </a:lnTo>
                <a:lnTo>
                  <a:pt x="181" y="264"/>
                </a:lnTo>
                <a:lnTo>
                  <a:pt x="181" y="265"/>
                </a:lnTo>
                <a:lnTo>
                  <a:pt x="180" y="265"/>
                </a:lnTo>
                <a:lnTo>
                  <a:pt x="180" y="266"/>
                </a:lnTo>
                <a:lnTo>
                  <a:pt x="180" y="267"/>
                </a:lnTo>
                <a:lnTo>
                  <a:pt x="180" y="268"/>
                </a:lnTo>
                <a:lnTo>
                  <a:pt x="179" y="268"/>
                </a:lnTo>
                <a:lnTo>
                  <a:pt x="179" y="269"/>
                </a:lnTo>
                <a:lnTo>
                  <a:pt x="178" y="269"/>
                </a:lnTo>
                <a:lnTo>
                  <a:pt x="178" y="270"/>
                </a:lnTo>
                <a:lnTo>
                  <a:pt x="178" y="271"/>
                </a:lnTo>
                <a:lnTo>
                  <a:pt x="178" y="272"/>
                </a:lnTo>
                <a:lnTo>
                  <a:pt x="178" y="273"/>
                </a:lnTo>
                <a:lnTo>
                  <a:pt x="179" y="273"/>
                </a:lnTo>
                <a:lnTo>
                  <a:pt x="179" y="272"/>
                </a:lnTo>
                <a:lnTo>
                  <a:pt x="180" y="272"/>
                </a:lnTo>
                <a:lnTo>
                  <a:pt x="180" y="273"/>
                </a:lnTo>
                <a:lnTo>
                  <a:pt x="181" y="273"/>
                </a:lnTo>
                <a:lnTo>
                  <a:pt x="182" y="274"/>
                </a:lnTo>
                <a:lnTo>
                  <a:pt x="183" y="274"/>
                </a:lnTo>
                <a:lnTo>
                  <a:pt x="183" y="275"/>
                </a:lnTo>
                <a:lnTo>
                  <a:pt x="184" y="276"/>
                </a:lnTo>
                <a:lnTo>
                  <a:pt x="185" y="276"/>
                </a:lnTo>
                <a:lnTo>
                  <a:pt x="185" y="277"/>
                </a:lnTo>
                <a:lnTo>
                  <a:pt x="186" y="277"/>
                </a:lnTo>
                <a:lnTo>
                  <a:pt x="187" y="278"/>
                </a:lnTo>
                <a:lnTo>
                  <a:pt x="186" y="278"/>
                </a:lnTo>
                <a:lnTo>
                  <a:pt x="186" y="279"/>
                </a:lnTo>
                <a:lnTo>
                  <a:pt x="186" y="280"/>
                </a:lnTo>
                <a:lnTo>
                  <a:pt x="187" y="280"/>
                </a:lnTo>
                <a:lnTo>
                  <a:pt x="187" y="281"/>
                </a:lnTo>
                <a:lnTo>
                  <a:pt x="187" y="282"/>
                </a:lnTo>
                <a:lnTo>
                  <a:pt x="186" y="283"/>
                </a:lnTo>
                <a:lnTo>
                  <a:pt x="186" y="284"/>
                </a:lnTo>
                <a:lnTo>
                  <a:pt x="187" y="284"/>
                </a:lnTo>
                <a:lnTo>
                  <a:pt x="187" y="285"/>
                </a:lnTo>
                <a:lnTo>
                  <a:pt x="188" y="285"/>
                </a:lnTo>
                <a:lnTo>
                  <a:pt x="189" y="285"/>
                </a:lnTo>
                <a:lnTo>
                  <a:pt x="189" y="286"/>
                </a:lnTo>
                <a:lnTo>
                  <a:pt x="190" y="286"/>
                </a:lnTo>
                <a:lnTo>
                  <a:pt x="191" y="286"/>
                </a:lnTo>
                <a:lnTo>
                  <a:pt x="191" y="287"/>
                </a:lnTo>
                <a:lnTo>
                  <a:pt x="191" y="288"/>
                </a:lnTo>
                <a:lnTo>
                  <a:pt x="190" y="288"/>
                </a:lnTo>
                <a:lnTo>
                  <a:pt x="189" y="288"/>
                </a:lnTo>
                <a:lnTo>
                  <a:pt x="188" y="288"/>
                </a:lnTo>
                <a:lnTo>
                  <a:pt x="188" y="289"/>
                </a:lnTo>
                <a:lnTo>
                  <a:pt x="187" y="289"/>
                </a:lnTo>
                <a:lnTo>
                  <a:pt x="186" y="289"/>
                </a:lnTo>
                <a:lnTo>
                  <a:pt x="185" y="290"/>
                </a:lnTo>
                <a:lnTo>
                  <a:pt x="184" y="289"/>
                </a:lnTo>
                <a:lnTo>
                  <a:pt x="184" y="288"/>
                </a:lnTo>
                <a:lnTo>
                  <a:pt x="183" y="288"/>
                </a:lnTo>
                <a:lnTo>
                  <a:pt x="183" y="289"/>
                </a:lnTo>
                <a:lnTo>
                  <a:pt x="182" y="289"/>
                </a:lnTo>
                <a:lnTo>
                  <a:pt x="181" y="290"/>
                </a:lnTo>
                <a:lnTo>
                  <a:pt x="180" y="290"/>
                </a:lnTo>
                <a:lnTo>
                  <a:pt x="180" y="289"/>
                </a:lnTo>
                <a:lnTo>
                  <a:pt x="179" y="290"/>
                </a:lnTo>
                <a:lnTo>
                  <a:pt x="178" y="290"/>
                </a:lnTo>
                <a:lnTo>
                  <a:pt x="178" y="291"/>
                </a:lnTo>
                <a:lnTo>
                  <a:pt x="179" y="291"/>
                </a:lnTo>
                <a:lnTo>
                  <a:pt x="179" y="292"/>
                </a:lnTo>
                <a:lnTo>
                  <a:pt x="179" y="293"/>
                </a:lnTo>
                <a:lnTo>
                  <a:pt x="180" y="293"/>
                </a:lnTo>
                <a:lnTo>
                  <a:pt x="181" y="294"/>
                </a:lnTo>
                <a:lnTo>
                  <a:pt x="182" y="294"/>
                </a:lnTo>
                <a:lnTo>
                  <a:pt x="183" y="294"/>
                </a:lnTo>
                <a:lnTo>
                  <a:pt x="184" y="294"/>
                </a:lnTo>
                <a:lnTo>
                  <a:pt x="184" y="295"/>
                </a:lnTo>
                <a:lnTo>
                  <a:pt x="184" y="296"/>
                </a:lnTo>
                <a:lnTo>
                  <a:pt x="184" y="297"/>
                </a:lnTo>
                <a:lnTo>
                  <a:pt x="184" y="298"/>
                </a:lnTo>
                <a:lnTo>
                  <a:pt x="185" y="299"/>
                </a:lnTo>
                <a:lnTo>
                  <a:pt x="184" y="300"/>
                </a:lnTo>
                <a:lnTo>
                  <a:pt x="183" y="301"/>
                </a:lnTo>
                <a:lnTo>
                  <a:pt x="184" y="301"/>
                </a:lnTo>
                <a:lnTo>
                  <a:pt x="183" y="302"/>
                </a:lnTo>
                <a:lnTo>
                  <a:pt x="183" y="303"/>
                </a:lnTo>
                <a:lnTo>
                  <a:pt x="184" y="303"/>
                </a:lnTo>
                <a:lnTo>
                  <a:pt x="185" y="303"/>
                </a:lnTo>
                <a:lnTo>
                  <a:pt x="186" y="303"/>
                </a:lnTo>
                <a:lnTo>
                  <a:pt x="186" y="304"/>
                </a:lnTo>
                <a:lnTo>
                  <a:pt x="187" y="304"/>
                </a:lnTo>
                <a:lnTo>
                  <a:pt x="187" y="305"/>
                </a:lnTo>
                <a:lnTo>
                  <a:pt x="187" y="306"/>
                </a:lnTo>
                <a:lnTo>
                  <a:pt x="186" y="307"/>
                </a:lnTo>
                <a:lnTo>
                  <a:pt x="186" y="308"/>
                </a:lnTo>
                <a:lnTo>
                  <a:pt x="186" y="309"/>
                </a:lnTo>
                <a:lnTo>
                  <a:pt x="187" y="308"/>
                </a:lnTo>
                <a:lnTo>
                  <a:pt x="188" y="308"/>
                </a:lnTo>
                <a:lnTo>
                  <a:pt x="188" y="307"/>
                </a:lnTo>
                <a:lnTo>
                  <a:pt x="189" y="306"/>
                </a:lnTo>
                <a:lnTo>
                  <a:pt x="189" y="307"/>
                </a:lnTo>
                <a:lnTo>
                  <a:pt x="190" y="308"/>
                </a:lnTo>
                <a:lnTo>
                  <a:pt x="191" y="308"/>
                </a:lnTo>
                <a:lnTo>
                  <a:pt x="191" y="309"/>
                </a:lnTo>
                <a:lnTo>
                  <a:pt x="192" y="309"/>
                </a:lnTo>
                <a:lnTo>
                  <a:pt x="193" y="309"/>
                </a:lnTo>
                <a:lnTo>
                  <a:pt x="194" y="308"/>
                </a:lnTo>
                <a:lnTo>
                  <a:pt x="195" y="308"/>
                </a:lnTo>
                <a:lnTo>
                  <a:pt x="196" y="308"/>
                </a:lnTo>
                <a:lnTo>
                  <a:pt x="197" y="309"/>
                </a:lnTo>
                <a:lnTo>
                  <a:pt x="197" y="308"/>
                </a:lnTo>
                <a:lnTo>
                  <a:pt x="198" y="308"/>
                </a:lnTo>
                <a:lnTo>
                  <a:pt x="199" y="308"/>
                </a:lnTo>
                <a:lnTo>
                  <a:pt x="200" y="308"/>
                </a:lnTo>
                <a:lnTo>
                  <a:pt x="200" y="307"/>
                </a:lnTo>
                <a:lnTo>
                  <a:pt x="200" y="308"/>
                </a:lnTo>
                <a:lnTo>
                  <a:pt x="201" y="308"/>
                </a:lnTo>
                <a:lnTo>
                  <a:pt x="202" y="308"/>
                </a:lnTo>
                <a:lnTo>
                  <a:pt x="202" y="309"/>
                </a:lnTo>
                <a:lnTo>
                  <a:pt x="202" y="310"/>
                </a:lnTo>
                <a:lnTo>
                  <a:pt x="203" y="311"/>
                </a:lnTo>
                <a:lnTo>
                  <a:pt x="202" y="311"/>
                </a:lnTo>
                <a:lnTo>
                  <a:pt x="202" y="312"/>
                </a:lnTo>
                <a:lnTo>
                  <a:pt x="203" y="312"/>
                </a:lnTo>
                <a:lnTo>
                  <a:pt x="204" y="312"/>
                </a:lnTo>
                <a:lnTo>
                  <a:pt x="205" y="313"/>
                </a:lnTo>
                <a:lnTo>
                  <a:pt x="205" y="314"/>
                </a:lnTo>
                <a:lnTo>
                  <a:pt x="206" y="314"/>
                </a:lnTo>
                <a:lnTo>
                  <a:pt x="206" y="315"/>
                </a:lnTo>
                <a:lnTo>
                  <a:pt x="207" y="315"/>
                </a:lnTo>
                <a:lnTo>
                  <a:pt x="207" y="316"/>
                </a:lnTo>
                <a:lnTo>
                  <a:pt x="207" y="317"/>
                </a:lnTo>
                <a:lnTo>
                  <a:pt x="208" y="317"/>
                </a:lnTo>
                <a:lnTo>
                  <a:pt x="209" y="317"/>
                </a:lnTo>
                <a:lnTo>
                  <a:pt x="209" y="318"/>
                </a:lnTo>
                <a:lnTo>
                  <a:pt x="209" y="317"/>
                </a:lnTo>
                <a:lnTo>
                  <a:pt x="210" y="317"/>
                </a:lnTo>
                <a:lnTo>
                  <a:pt x="210" y="318"/>
                </a:lnTo>
                <a:lnTo>
                  <a:pt x="212" y="318"/>
                </a:lnTo>
                <a:lnTo>
                  <a:pt x="212" y="317"/>
                </a:lnTo>
                <a:lnTo>
                  <a:pt x="214" y="318"/>
                </a:lnTo>
                <a:lnTo>
                  <a:pt x="215" y="318"/>
                </a:lnTo>
                <a:lnTo>
                  <a:pt x="214" y="317"/>
                </a:lnTo>
                <a:lnTo>
                  <a:pt x="213" y="316"/>
                </a:lnTo>
                <a:lnTo>
                  <a:pt x="214" y="316"/>
                </a:lnTo>
                <a:lnTo>
                  <a:pt x="214" y="315"/>
                </a:lnTo>
                <a:lnTo>
                  <a:pt x="214" y="314"/>
                </a:lnTo>
                <a:lnTo>
                  <a:pt x="215" y="314"/>
                </a:lnTo>
                <a:lnTo>
                  <a:pt x="216" y="314"/>
                </a:lnTo>
                <a:lnTo>
                  <a:pt x="216" y="313"/>
                </a:lnTo>
                <a:lnTo>
                  <a:pt x="217" y="313"/>
                </a:lnTo>
                <a:lnTo>
                  <a:pt x="217" y="314"/>
                </a:lnTo>
                <a:lnTo>
                  <a:pt x="218" y="314"/>
                </a:lnTo>
                <a:lnTo>
                  <a:pt x="219" y="314"/>
                </a:lnTo>
                <a:lnTo>
                  <a:pt x="220" y="313"/>
                </a:lnTo>
                <a:lnTo>
                  <a:pt x="220" y="312"/>
                </a:lnTo>
                <a:lnTo>
                  <a:pt x="221" y="312"/>
                </a:lnTo>
                <a:lnTo>
                  <a:pt x="222" y="312"/>
                </a:lnTo>
                <a:lnTo>
                  <a:pt x="222" y="311"/>
                </a:lnTo>
                <a:lnTo>
                  <a:pt x="222" y="310"/>
                </a:lnTo>
                <a:lnTo>
                  <a:pt x="221" y="309"/>
                </a:lnTo>
                <a:lnTo>
                  <a:pt x="222" y="308"/>
                </a:lnTo>
                <a:lnTo>
                  <a:pt x="223" y="309"/>
                </a:lnTo>
                <a:lnTo>
                  <a:pt x="224" y="310"/>
                </a:lnTo>
                <a:lnTo>
                  <a:pt x="224" y="311"/>
                </a:lnTo>
                <a:lnTo>
                  <a:pt x="225" y="311"/>
                </a:lnTo>
                <a:lnTo>
                  <a:pt x="225" y="312"/>
                </a:lnTo>
                <a:lnTo>
                  <a:pt x="226" y="312"/>
                </a:lnTo>
                <a:lnTo>
                  <a:pt x="227" y="312"/>
                </a:lnTo>
                <a:lnTo>
                  <a:pt x="227" y="311"/>
                </a:lnTo>
                <a:lnTo>
                  <a:pt x="228" y="311"/>
                </a:lnTo>
                <a:lnTo>
                  <a:pt x="228" y="309"/>
                </a:lnTo>
                <a:lnTo>
                  <a:pt x="229" y="309"/>
                </a:lnTo>
                <a:lnTo>
                  <a:pt x="229" y="310"/>
                </a:lnTo>
                <a:lnTo>
                  <a:pt x="230" y="310"/>
                </a:lnTo>
                <a:lnTo>
                  <a:pt x="229" y="310"/>
                </a:lnTo>
                <a:lnTo>
                  <a:pt x="229" y="311"/>
                </a:lnTo>
                <a:lnTo>
                  <a:pt x="230" y="311"/>
                </a:lnTo>
                <a:lnTo>
                  <a:pt x="231" y="310"/>
                </a:lnTo>
                <a:lnTo>
                  <a:pt x="232" y="310"/>
                </a:lnTo>
                <a:lnTo>
                  <a:pt x="232" y="311"/>
                </a:lnTo>
                <a:lnTo>
                  <a:pt x="233" y="311"/>
                </a:lnTo>
                <a:lnTo>
                  <a:pt x="235" y="311"/>
                </a:lnTo>
                <a:lnTo>
                  <a:pt x="237" y="311"/>
                </a:lnTo>
                <a:lnTo>
                  <a:pt x="238" y="311"/>
                </a:lnTo>
                <a:lnTo>
                  <a:pt x="239" y="311"/>
                </a:lnTo>
                <a:lnTo>
                  <a:pt x="239" y="310"/>
                </a:lnTo>
                <a:lnTo>
                  <a:pt x="239" y="311"/>
                </a:lnTo>
                <a:lnTo>
                  <a:pt x="240" y="311"/>
                </a:lnTo>
                <a:lnTo>
                  <a:pt x="241" y="311"/>
                </a:lnTo>
                <a:lnTo>
                  <a:pt x="242" y="312"/>
                </a:lnTo>
                <a:lnTo>
                  <a:pt x="243" y="311"/>
                </a:lnTo>
                <a:lnTo>
                  <a:pt x="243" y="310"/>
                </a:lnTo>
                <a:lnTo>
                  <a:pt x="244" y="310"/>
                </a:lnTo>
                <a:lnTo>
                  <a:pt x="245" y="310"/>
                </a:lnTo>
                <a:lnTo>
                  <a:pt x="246" y="310"/>
                </a:lnTo>
                <a:lnTo>
                  <a:pt x="246" y="309"/>
                </a:lnTo>
                <a:lnTo>
                  <a:pt x="247" y="310"/>
                </a:lnTo>
                <a:lnTo>
                  <a:pt x="248" y="310"/>
                </a:lnTo>
                <a:lnTo>
                  <a:pt x="247" y="310"/>
                </a:lnTo>
                <a:lnTo>
                  <a:pt x="248" y="310"/>
                </a:lnTo>
                <a:lnTo>
                  <a:pt x="249" y="311"/>
                </a:lnTo>
                <a:lnTo>
                  <a:pt x="250" y="311"/>
                </a:lnTo>
                <a:lnTo>
                  <a:pt x="250" y="312"/>
                </a:lnTo>
                <a:lnTo>
                  <a:pt x="251" y="312"/>
                </a:lnTo>
                <a:lnTo>
                  <a:pt x="252" y="313"/>
                </a:lnTo>
                <a:lnTo>
                  <a:pt x="252" y="314"/>
                </a:lnTo>
                <a:lnTo>
                  <a:pt x="252" y="315"/>
                </a:lnTo>
                <a:lnTo>
                  <a:pt x="252" y="316"/>
                </a:lnTo>
                <a:lnTo>
                  <a:pt x="252" y="317"/>
                </a:lnTo>
                <a:lnTo>
                  <a:pt x="253" y="318"/>
                </a:lnTo>
                <a:lnTo>
                  <a:pt x="253" y="319"/>
                </a:lnTo>
                <a:lnTo>
                  <a:pt x="254" y="319"/>
                </a:lnTo>
                <a:lnTo>
                  <a:pt x="255" y="319"/>
                </a:lnTo>
                <a:lnTo>
                  <a:pt x="256" y="319"/>
                </a:lnTo>
                <a:lnTo>
                  <a:pt x="257" y="320"/>
                </a:lnTo>
                <a:lnTo>
                  <a:pt x="258" y="320"/>
                </a:lnTo>
                <a:lnTo>
                  <a:pt x="257" y="320"/>
                </a:lnTo>
                <a:lnTo>
                  <a:pt x="258" y="320"/>
                </a:lnTo>
                <a:lnTo>
                  <a:pt x="258" y="321"/>
                </a:lnTo>
                <a:lnTo>
                  <a:pt x="258" y="322"/>
                </a:lnTo>
                <a:lnTo>
                  <a:pt x="259" y="322"/>
                </a:lnTo>
                <a:lnTo>
                  <a:pt x="259" y="323"/>
                </a:lnTo>
                <a:lnTo>
                  <a:pt x="260" y="323"/>
                </a:lnTo>
                <a:lnTo>
                  <a:pt x="261" y="323"/>
                </a:lnTo>
                <a:lnTo>
                  <a:pt x="262" y="323"/>
                </a:lnTo>
                <a:lnTo>
                  <a:pt x="263" y="324"/>
                </a:lnTo>
                <a:lnTo>
                  <a:pt x="264" y="323"/>
                </a:lnTo>
                <a:lnTo>
                  <a:pt x="264" y="324"/>
                </a:lnTo>
                <a:lnTo>
                  <a:pt x="265" y="324"/>
                </a:lnTo>
                <a:lnTo>
                  <a:pt x="265" y="323"/>
                </a:lnTo>
                <a:lnTo>
                  <a:pt x="265" y="324"/>
                </a:lnTo>
                <a:lnTo>
                  <a:pt x="266" y="324"/>
                </a:lnTo>
                <a:lnTo>
                  <a:pt x="268" y="324"/>
                </a:lnTo>
                <a:lnTo>
                  <a:pt x="269" y="324"/>
                </a:lnTo>
                <a:lnTo>
                  <a:pt x="270" y="324"/>
                </a:lnTo>
                <a:lnTo>
                  <a:pt x="270" y="323"/>
                </a:lnTo>
                <a:lnTo>
                  <a:pt x="271" y="323"/>
                </a:lnTo>
                <a:lnTo>
                  <a:pt x="270" y="323"/>
                </a:lnTo>
                <a:lnTo>
                  <a:pt x="270" y="322"/>
                </a:lnTo>
                <a:lnTo>
                  <a:pt x="270" y="321"/>
                </a:lnTo>
                <a:lnTo>
                  <a:pt x="270" y="320"/>
                </a:lnTo>
                <a:lnTo>
                  <a:pt x="269" y="320"/>
                </a:lnTo>
                <a:lnTo>
                  <a:pt x="269" y="321"/>
                </a:lnTo>
                <a:lnTo>
                  <a:pt x="268" y="321"/>
                </a:lnTo>
                <a:lnTo>
                  <a:pt x="268" y="320"/>
                </a:lnTo>
                <a:lnTo>
                  <a:pt x="268" y="321"/>
                </a:lnTo>
                <a:lnTo>
                  <a:pt x="269" y="321"/>
                </a:lnTo>
                <a:lnTo>
                  <a:pt x="269" y="320"/>
                </a:lnTo>
                <a:lnTo>
                  <a:pt x="268" y="320"/>
                </a:lnTo>
                <a:lnTo>
                  <a:pt x="267" y="320"/>
                </a:lnTo>
                <a:lnTo>
                  <a:pt x="267" y="319"/>
                </a:lnTo>
                <a:lnTo>
                  <a:pt x="268" y="319"/>
                </a:lnTo>
                <a:lnTo>
                  <a:pt x="268" y="318"/>
                </a:lnTo>
                <a:lnTo>
                  <a:pt x="267" y="318"/>
                </a:lnTo>
                <a:lnTo>
                  <a:pt x="266" y="317"/>
                </a:lnTo>
                <a:lnTo>
                  <a:pt x="266" y="316"/>
                </a:lnTo>
                <a:lnTo>
                  <a:pt x="268" y="316"/>
                </a:lnTo>
                <a:lnTo>
                  <a:pt x="268" y="317"/>
                </a:lnTo>
                <a:lnTo>
                  <a:pt x="268" y="318"/>
                </a:lnTo>
                <a:lnTo>
                  <a:pt x="269" y="318"/>
                </a:lnTo>
                <a:lnTo>
                  <a:pt x="270" y="318"/>
                </a:lnTo>
                <a:lnTo>
                  <a:pt x="270" y="317"/>
                </a:lnTo>
                <a:lnTo>
                  <a:pt x="269" y="316"/>
                </a:lnTo>
                <a:lnTo>
                  <a:pt x="270" y="316"/>
                </a:lnTo>
                <a:lnTo>
                  <a:pt x="271" y="316"/>
                </a:lnTo>
                <a:lnTo>
                  <a:pt x="272" y="316"/>
                </a:lnTo>
                <a:lnTo>
                  <a:pt x="272" y="315"/>
                </a:lnTo>
                <a:lnTo>
                  <a:pt x="273" y="315"/>
                </a:lnTo>
                <a:lnTo>
                  <a:pt x="273" y="314"/>
                </a:lnTo>
                <a:lnTo>
                  <a:pt x="272" y="314"/>
                </a:lnTo>
                <a:lnTo>
                  <a:pt x="272" y="313"/>
                </a:lnTo>
                <a:lnTo>
                  <a:pt x="274" y="313"/>
                </a:lnTo>
                <a:lnTo>
                  <a:pt x="275" y="313"/>
                </a:lnTo>
                <a:lnTo>
                  <a:pt x="275" y="314"/>
                </a:lnTo>
                <a:lnTo>
                  <a:pt x="275" y="313"/>
                </a:lnTo>
                <a:lnTo>
                  <a:pt x="276" y="313"/>
                </a:lnTo>
                <a:lnTo>
                  <a:pt x="276" y="312"/>
                </a:lnTo>
                <a:lnTo>
                  <a:pt x="277" y="312"/>
                </a:lnTo>
                <a:lnTo>
                  <a:pt x="277" y="311"/>
                </a:lnTo>
                <a:lnTo>
                  <a:pt x="277" y="310"/>
                </a:lnTo>
                <a:lnTo>
                  <a:pt x="277" y="309"/>
                </a:lnTo>
                <a:lnTo>
                  <a:pt x="278" y="308"/>
                </a:lnTo>
                <a:lnTo>
                  <a:pt x="278" y="309"/>
                </a:lnTo>
                <a:lnTo>
                  <a:pt x="279" y="309"/>
                </a:lnTo>
                <a:lnTo>
                  <a:pt x="279" y="308"/>
                </a:lnTo>
                <a:lnTo>
                  <a:pt x="279" y="309"/>
                </a:lnTo>
                <a:lnTo>
                  <a:pt x="280" y="308"/>
                </a:lnTo>
                <a:lnTo>
                  <a:pt x="281" y="308"/>
                </a:lnTo>
                <a:lnTo>
                  <a:pt x="281" y="307"/>
                </a:lnTo>
                <a:lnTo>
                  <a:pt x="281" y="306"/>
                </a:lnTo>
                <a:lnTo>
                  <a:pt x="282" y="306"/>
                </a:lnTo>
                <a:lnTo>
                  <a:pt x="283" y="306"/>
                </a:lnTo>
                <a:lnTo>
                  <a:pt x="283" y="307"/>
                </a:lnTo>
                <a:lnTo>
                  <a:pt x="284" y="307"/>
                </a:lnTo>
                <a:lnTo>
                  <a:pt x="284" y="306"/>
                </a:lnTo>
                <a:lnTo>
                  <a:pt x="285" y="306"/>
                </a:lnTo>
                <a:lnTo>
                  <a:pt x="285" y="307"/>
                </a:lnTo>
                <a:lnTo>
                  <a:pt x="285" y="308"/>
                </a:lnTo>
                <a:lnTo>
                  <a:pt x="286" y="308"/>
                </a:lnTo>
                <a:lnTo>
                  <a:pt x="287" y="308"/>
                </a:lnTo>
                <a:lnTo>
                  <a:pt x="288" y="308"/>
                </a:lnTo>
                <a:lnTo>
                  <a:pt x="289" y="308"/>
                </a:lnTo>
                <a:lnTo>
                  <a:pt x="290" y="308"/>
                </a:lnTo>
                <a:lnTo>
                  <a:pt x="291" y="308"/>
                </a:lnTo>
                <a:lnTo>
                  <a:pt x="292" y="308"/>
                </a:lnTo>
                <a:lnTo>
                  <a:pt x="293" y="309"/>
                </a:lnTo>
                <a:lnTo>
                  <a:pt x="293" y="310"/>
                </a:lnTo>
                <a:lnTo>
                  <a:pt x="294" y="310"/>
                </a:lnTo>
                <a:lnTo>
                  <a:pt x="294" y="309"/>
                </a:lnTo>
                <a:lnTo>
                  <a:pt x="295" y="309"/>
                </a:lnTo>
                <a:lnTo>
                  <a:pt x="294" y="308"/>
                </a:lnTo>
                <a:lnTo>
                  <a:pt x="293" y="308"/>
                </a:lnTo>
                <a:lnTo>
                  <a:pt x="293" y="307"/>
                </a:lnTo>
                <a:lnTo>
                  <a:pt x="293" y="306"/>
                </a:lnTo>
                <a:lnTo>
                  <a:pt x="294" y="307"/>
                </a:lnTo>
                <a:lnTo>
                  <a:pt x="295" y="306"/>
                </a:lnTo>
                <a:lnTo>
                  <a:pt x="296" y="306"/>
                </a:lnTo>
                <a:lnTo>
                  <a:pt x="296" y="307"/>
                </a:lnTo>
                <a:lnTo>
                  <a:pt x="297" y="307"/>
                </a:lnTo>
                <a:lnTo>
                  <a:pt x="297" y="306"/>
                </a:lnTo>
                <a:lnTo>
                  <a:pt x="298" y="307"/>
                </a:lnTo>
                <a:lnTo>
                  <a:pt x="299" y="307"/>
                </a:lnTo>
                <a:lnTo>
                  <a:pt x="299" y="308"/>
                </a:lnTo>
                <a:lnTo>
                  <a:pt x="300" y="308"/>
                </a:lnTo>
                <a:lnTo>
                  <a:pt x="300" y="309"/>
                </a:lnTo>
                <a:lnTo>
                  <a:pt x="301" y="309"/>
                </a:lnTo>
                <a:lnTo>
                  <a:pt x="301" y="308"/>
                </a:lnTo>
                <a:lnTo>
                  <a:pt x="301" y="307"/>
                </a:lnTo>
                <a:lnTo>
                  <a:pt x="302" y="307"/>
                </a:lnTo>
                <a:lnTo>
                  <a:pt x="303" y="307"/>
                </a:lnTo>
                <a:lnTo>
                  <a:pt x="303" y="308"/>
                </a:lnTo>
                <a:lnTo>
                  <a:pt x="302" y="308"/>
                </a:lnTo>
                <a:lnTo>
                  <a:pt x="303" y="308"/>
                </a:lnTo>
                <a:lnTo>
                  <a:pt x="302" y="308"/>
                </a:lnTo>
                <a:lnTo>
                  <a:pt x="303" y="309"/>
                </a:lnTo>
                <a:lnTo>
                  <a:pt x="302" y="309"/>
                </a:lnTo>
                <a:lnTo>
                  <a:pt x="302" y="310"/>
                </a:lnTo>
                <a:lnTo>
                  <a:pt x="303" y="311"/>
                </a:lnTo>
                <a:lnTo>
                  <a:pt x="302" y="311"/>
                </a:lnTo>
                <a:lnTo>
                  <a:pt x="302" y="312"/>
                </a:lnTo>
                <a:lnTo>
                  <a:pt x="301" y="312"/>
                </a:lnTo>
                <a:lnTo>
                  <a:pt x="301" y="313"/>
                </a:lnTo>
                <a:lnTo>
                  <a:pt x="301" y="314"/>
                </a:lnTo>
                <a:lnTo>
                  <a:pt x="302" y="315"/>
                </a:lnTo>
                <a:lnTo>
                  <a:pt x="302" y="316"/>
                </a:lnTo>
                <a:lnTo>
                  <a:pt x="303" y="316"/>
                </a:lnTo>
                <a:lnTo>
                  <a:pt x="304" y="315"/>
                </a:lnTo>
                <a:lnTo>
                  <a:pt x="304" y="316"/>
                </a:lnTo>
                <a:lnTo>
                  <a:pt x="304" y="317"/>
                </a:lnTo>
                <a:lnTo>
                  <a:pt x="303" y="318"/>
                </a:lnTo>
                <a:lnTo>
                  <a:pt x="303" y="319"/>
                </a:lnTo>
                <a:lnTo>
                  <a:pt x="304" y="320"/>
                </a:lnTo>
                <a:lnTo>
                  <a:pt x="304" y="321"/>
                </a:lnTo>
                <a:lnTo>
                  <a:pt x="302" y="321"/>
                </a:lnTo>
                <a:lnTo>
                  <a:pt x="301" y="321"/>
                </a:lnTo>
                <a:lnTo>
                  <a:pt x="301" y="322"/>
                </a:lnTo>
                <a:lnTo>
                  <a:pt x="302" y="323"/>
                </a:lnTo>
                <a:lnTo>
                  <a:pt x="302" y="324"/>
                </a:lnTo>
                <a:lnTo>
                  <a:pt x="301" y="323"/>
                </a:lnTo>
                <a:lnTo>
                  <a:pt x="301" y="324"/>
                </a:lnTo>
                <a:lnTo>
                  <a:pt x="302" y="324"/>
                </a:lnTo>
                <a:lnTo>
                  <a:pt x="303" y="324"/>
                </a:lnTo>
                <a:lnTo>
                  <a:pt x="303" y="323"/>
                </a:lnTo>
                <a:lnTo>
                  <a:pt x="304" y="324"/>
                </a:lnTo>
                <a:lnTo>
                  <a:pt x="304" y="325"/>
                </a:lnTo>
                <a:lnTo>
                  <a:pt x="305" y="325"/>
                </a:lnTo>
                <a:lnTo>
                  <a:pt x="306" y="325"/>
                </a:lnTo>
                <a:lnTo>
                  <a:pt x="306" y="324"/>
                </a:lnTo>
                <a:lnTo>
                  <a:pt x="307" y="324"/>
                </a:lnTo>
                <a:lnTo>
                  <a:pt x="307" y="325"/>
                </a:lnTo>
                <a:lnTo>
                  <a:pt x="308" y="325"/>
                </a:lnTo>
                <a:lnTo>
                  <a:pt x="309" y="325"/>
                </a:lnTo>
                <a:lnTo>
                  <a:pt x="308" y="326"/>
                </a:lnTo>
                <a:lnTo>
                  <a:pt x="307" y="327"/>
                </a:lnTo>
                <a:lnTo>
                  <a:pt x="306" y="328"/>
                </a:lnTo>
                <a:lnTo>
                  <a:pt x="306" y="327"/>
                </a:lnTo>
                <a:lnTo>
                  <a:pt x="305" y="328"/>
                </a:lnTo>
                <a:lnTo>
                  <a:pt x="305" y="329"/>
                </a:lnTo>
                <a:lnTo>
                  <a:pt x="305" y="330"/>
                </a:lnTo>
                <a:lnTo>
                  <a:pt x="306" y="331"/>
                </a:lnTo>
                <a:lnTo>
                  <a:pt x="305" y="331"/>
                </a:lnTo>
                <a:lnTo>
                  <a:pt x="304" y="332"/>
                </a:lnTo>
                <a:lnTo>
                  <a:pt x="304" y="331"/>
                </a:lnTo>
                <a:lnTo>
                  <a:pt x="304" y="332"/>
                </a:lnTo>
                <a:lnTo>
                  <a:pt x="304" y="333"/>
                </a:lnTo>
                <a:lnTo>
                  <a:pt x="304" y="332"/>
                </a:lnTo>
                <a:lnTo>
                  <a:pt x="305" y="332"/>
                </a:lnTo>
                <a:lnTo>
                  <a:pt x="305" y="333"/>
                </a:lnTo>
                <a:lnTo>
                  <a:pt x="304" y="333"/>
                </a:lnTo>
                <a:lnTo>
                  <a:pt x="304" y="334"/>
                </a:lnTo>
                <a:lnTo>
                  <a:pt x="304" y="335"/>
                </a:lnTo>
                <a:lnTo>
                  <a:pt x="305" y="335"/>
                </a:lnTo>
                <a:lnTo>
                  <a:pt x="306" y="335"/>
                </a:lnTo>
                <a:lnTo>
                  <a:pt x="307" y="334"/>
                </a:lnTo>
                <a:lnTo>
                  <a:pt x="307" y="333"/>
                </a:lnTo>
                <a:lnTo>
                  <a:pt x="308" y="333"/>
                </a:lnTo>
                <a:lnTo>
                  <a:pt x="309" y="333"/>
                </a:lnTo>
                <a:lnTo>
                  <a:pt x="309" y="334"/>
                </a:lnTo>
                <a:lnTo>
                  <a:pt x="308" y="334"/>
                </a:lnTo>
                <a:lnTo>
                  <a:pt x="308" y="335"/>
                </a:lnTo>
                <a:lnTo>
                  <a:pt x="309" y="335"/>
                </a:lnTo>
                <a:lnTo>
                  <a:pt x="310" y="335"/>
                </a:lnTo>
                <a:lnTo>
                  <a:pt x="310" y="336"/>
                </a:lnTo>
                <a:lnTo>
                  <a:pt x="310" y="337"/>
                </a:lnTo>
                <a:lnTo>
                  <a:pt x="310" y="339"/>
                </a:lnTo>
                <a:lnTo>
                  <a:pt x="309" y="339"/>
                </a:lnTo>
                <a:lnTo>
                  <a:pt x="308" y="339"/>
                </a:lnTo>
                <a:lnTo>
                  <a:pt x="308" y="340"/>
                </a:lnTo>
                <a:lnTo>
                  <a:pt x="309" y="341"/>
                </a:lnTo>
                <a:lnTo>
                  <a:pt x="309" y="342"/>
                </a:lnTo>
                <a:lnTo>
                  <a:pt x="308" y="342"/>
                </a:lnTo>
                <a:lnTo>
                  <a:pt x="309" y="343"/>
                </a:lnTo>
                <a:lnTo>
                  <a:pt x="309" y="344"/>
                </a:lnTo>
                <a:lnTo>
                  <a:pt x="309" y="345"/>
                </a:lnTo>
                <a:lnTo>
                  <a:pt x="310" y="346"/>
                </a:lnTo>
                <a:lnTo>
                  <a:pt x="310" y="347"/>
                </a:lnTo>
                <a:lnTo>
                  <a:pt x="309" y="347"/>
                </a:lnTo>
                <a:lnTo>
                  <a:pt x="309" y="346"/>
                </a:lnTo>
                <a:lnTo>
                  <a:pt x="309" y="348"/>
                </a:lnTo>
                <a:lnTo>
                  <a:pt x="308" y="348"/>
                </a:lnTo>
                <a:lnTo>
                  <a:pt x="308" y="347"/>
                </a:lnTo>
                <a:lnTo>
                  <a:pt x="307" y="348"/>
                </a:lnTo>
                <a:lnTo>
                  <a:pt x="307" y="349"/>
                </a:lnTo>
                <a:lnTo>
                  <a:pt x="308" y="349"/>
                </a:lnTo>
                <a:lnTo>
                  <a:pt x="308" y="350"/>
                </a:lnTo>
                <a:lnTo>
                  <a:pt x="308" y="351"/>
                </a:lnTo>
                <a:lnTo>
                  <a:pt x="308" y="352"/>
                </a:lnTo>
                <a:lnTo>
                  <a:pt x="308" y="354"/>
                </a:lnTo>
                <a:lnTo>
                  <a:pt x="310" y="354"/>
                </a:lnTo>
                <a:lnTo>
                  <a:pt x="311" y="354"/>
                </a:lnTo>
                <a:lnTo>
                  <a:pt x="312" y="354"/>
                </a:lnTo>
                <a:lnTo>
                  <a:pt x="312" y="355"/>
                </a:lnTo>
                <a:lnTo>
                  <a:pt x="312" y="356"/>
                </a:lnTo>
                <a:lnTo>
                  <a:pt x="313" y="356"/>
                </a:lnTo>
                <a:lnTo>
                  <a:pt x="313" y="357"/>
                </a:lnTo>
                <a:lnTo>
                  <a:pt x="313" y="358"/>
                </a:lnTo>
                <a:lnTo>
                  <a:pt x="313" y="359"/>
                </a:lnTo>
                <a:lnTo>
                  <a:pt x="312" y="358"/>
                </a:lnTo>
                <a:lnTo>
                  <a:pt x="312" y="359"/>
                </a:lnTo>
                <a:lnTo>
                  <a:pt x="311" y="359"/>
                </a:lnTo>
                <a:lnTo>
                  <a:pt x="311" y="360"/>
                </a:lnTo>
                <a:lnTo>
                  <a:pt x="310" y="361"/>
                </a:lnTo>
                <a:lnTo>
                  <a:pt x="310" y="362"/>
                </a:lnTo>
                <a:lnTo>
                  <a:pt x="309" y="362"/>
                </a:lnTo>
                <a:lnTo>
                  <a:pt x="308" y="363"/>
                </a:lnTo>
                <a:lnTo>
                  <a:pt x="308" y="364"/>
                </a:lnTo>
                <a:lnTo>
                  <a:pt x="307" y="364"/>
                </a:lnTo>
                <a:lnTo>
                  <a:pt x="307" y="365"/>
                </a:lnTo>
                <a:lnTo>
                  <a:pt x="306" y="365"/>
                </a:lnTo>
                <a:lnTo>
                  <a:pt x="306" y="364"/>
                </a:lnTo>
                <a:lnTo>
                  <a:pt x="305" y="364"/>
                </a:lnTo>
                <a:lnTo>
                  <a:pt x="305" y="365"/>
                </a:lnTo>
                <a:lnTo>
                  <a:pt x="304" y="365"/>
                </a:lnTo>
                <a:lnTo>
                  <a:pt x="303" y="364"/>
                </a:lnTo>
                <a:lnTo>
                  <a:pt x="303" y="365"/>
                </a:lnTo>
                <a:lnTo>
                  <a:pt x="302" y="365"/>
                </a:lnTo>
                <a:lnTo>
                  <a:pt x="302" y="364"/>
                </a:lnTo>
                <a:lnTo>
                  <a:pt x="301" y="364"/>
                </a:lnTo>
                <a:lnTo>
                  <a:pt x="301" y="365"/>
                </a:lnTo>
                <a:lnTo>
                  <a:pt x="300" y="364"/>
                </a:lnTo>
                <a:lnTo>
                  <a:pt x="301" y="364"/>
                </a:lnTo>
                <a:lnTo>
                  <a:pt x="302" y="364"/>
                </a:lnTo>
                <a:lnTo>
                  <a:pt x="302" y="363"/>
                </a:lnTo>
                <a:lnTo>
                  <a:pt x="301" y="363"/>
                </a:lnTo>
                <a:lnTo>
                  <a:pt x="300" y="364"/>
                </a:lnTo>
                <a:lnTo>
                  <a:pt x="300" y="365"/>
                </a:lnTo>
                <a:lnTo>
                  <a:pt x="299" y="365"/>
                </a:lnTo>
                <a:lnTo>
                  <a:pt x="298" y="365"/>
                </a:lnTo>
                <a:lnTo>
                  <a:pt x="297" y="366"/>
                </a:lnTo>
                <a:lnTo>
                  <a:pt x="298" y="366"/>
                </a:lnTo>
                <a:lnTo>
                  <a:pt x="298" y="368"/>
                </a:lnTo>
                <a:lnTo>
                  <a:pt x="298" y="369"/>
                </a:lnTo>
                <a:lnTo>
                  <a:pt x="297" y="370"/>
                </a:lnTo>
                <a:lnTo>
                  <a:pt x="297" y="371"/>
                </a:lnTo>
                <a:lnTo>
                  <a:pt x="296" y="372"/>
                </a:lnTo>
                <a:lnTo>
                  <a:pt x="295" y="373"/>
                </a:lnTo>
                <a:lnTo>
                  <a:pt x="295" y="374"/>
                </a:lnTo>
                <a:lnTo>
                  <a:pt x="295" y="375"/>
                </a:lnTo>
                <a:lnTo>
                  <a:pt x="294" y="376"/>
                </a:lnTo>
                <a:lnTo>
                  <a:pt x="294" y="377"/>
                </a:lnTo>
                <a:lnTo>
                  <a:pt x="294" y="380"/>
                </a:lnTo>
                <a:lnTo>
                  <a:pt x="295" y="380"/>
                </a:lnTo>
                <a:lnTo>
                  <a:pt x="295" y="382"/>
                </a:lnTo>
                <a:lnTo>
                  <a:pt x="295" y="385"/>
                </a:lnTo>
                <a:lnTo>
                  <a:pt x="297" y="385"/>
                </a:lnTo>
                <a:lnTo>
                  <a:pt x="297" y="386"/>
                </a:lnTo>
                <a:lnTo>
                  <a:pt x="297" y="387"/>
                </a:lnTo>
                <a:lnTo>
                  <a:pt x="297" y="388"/>
                </a:lnTo>
                <a:lnTo>
                  <a:pt x="297" y="389"/>
                </a:lnTo>
                <a:lnTo>
                  <a:pt x="296" y="389"/>
                </a:lnTo>
                <a:lnTo>
                  <a:pt x="297" y="389"/>
                </a:lnTo>
                <a:lnTo>
                  <a:pt x="297" y="390"/>
                </a:lnTo>
                <a:lnTo>
                  <a:pt x="296" y="390"/>
                </a:lnTo>
                <a:lnTo>
                  <a:pt x="297" y="390"/>
                </a:lnTo>
                <a:lnTo>
                  <a:pt x="297" y="391"/>
                </a:lnTo>
                <a:lnTo>
                  <a:pt x="296" y="391"/>
                </a:lnTo>
                <a:lnTo>
                  <a:pt x="296" y="392"/>
                </a:lnTo>
                <a:lnTo>
                  <a:pt x="297" y="392"/>
                </a:lnTo>
                <a:lnTo>
                  <a:pt x="298" y="392"/>
                </a:lnTo>
                <a:lnTo>
                  <a:pt x="297" y="393"/>
                </a:lnTo>
                <a:lnTo>
                  <a:pt x="297" y="394"/>
                </a:lnTo>
                <a:lnTo>
                  <a:pt x="297" y="395"/>
                </a:lnTo>
                <a:lnTo>
                  <a:pt x="298" y="395"/>
                </a:lnTo>
                <a:lnTo>
                  <a:pt x="299" y="396"/>
                </a:lnTo>
                <a:lnTo>
                  <a:pt x="300" y="396"/>
                </a:lnTo>
                <a:lnTo>
                  <a:pt x="301" y="396"/>
                </a:lnTo>
                <a:lnTo>
                  <a:pt x="301" y="397"/>
                </a:lnTo>
                <a:lnTo>
                  <a:pt x="301" y="396"/>
                </a:lnTo>
                <a:lnTo>
                  <a:pt x="302" y="396"/>
                </a:lnTo>
                <a:lnTo>
                  <a:pt x="303" y="396"/>
                </a:lnTo>
                <a:lnTo>
                  <a:pt x="305" y="396"/>
                </a:lnTo>
                <a:lnTo>
                  <a:pt x="306" y="396"/>
                </a:lnTo>
                <a:lnTo>
                  <a:pt x="307" y="396"/>
                </a:lnTo>
                <a:lnTo>
                  <a:pt x="308" y="396"/>
                </a:lnTo>
                <a:lnTo>
                  <a:pt x="308" y="397"/>
                </a:lnTo>
                <a:lnTo>
                  <a:pt x="308" y="398"/>
                </a:lnTo>
                <a:lnTo>
                  <a:pt x="308" y="399"/>
                </a:lnTo>
                <a:lnTo>
                  <a:pt x="309" y="399"/>
                </a:lnTo>
                <a:lnTo>
                  <a:pt x="308" y="399"/>
                </a:lnTo>
                <a:lnTo>
                  <a:pt x="308" y="400"/>
                </a:lnTo>
                <a:lnTo>
                  <a:pt x="309" y="401"/>
                </a:lnTo>
                <a:lnTo>
                  <a:pt x="308" y="401"/>
                </a:lnTo>
                <a:lnTo>
                  <a:pt x="309" y="401"/>
                </a:lnTo>
                <a:lnTo>
                  <a:pt x="309" y="402"/>
                </a:lnTo>
                <a:lnTo>
                  <a:pt x="310" y="402"/>
                </a:lnTo>
                <a:lnTo>
                  <a:pt x="311" y="402"/>
                </a:lnTo>
                <a:lnTo>
                  <a:pt x="312" y="402"/>
                </a:lnTo>
                <a:lnTo>
                  <a:pt x="313" y="402"/>
                </a:lnTo>
                <a:lnTo>
                  <a:pt x="314" y="402"/>
                </a:lnTo>
                <a:lnTo>
                  <a:pt x="315" y="402"/>
                </a:lnTo>
                <a:lnTo>
                  <a:pt x="315" y="401"/>
                </a:lnTo>
                <a:lnTo>
                  <a:pt x="316" y="401"/>
                </a:lnTo>
                <a:lnTo>
                  <a:pt x="319" y="401"/>
                </a:lnTo>
                <a:lnTo>
                  <a:pt x="320" y="401"/>
                </a:lnTo>
                <a:lnTo>
                  <a:pt x="321" y="401"/>
                </a:lnTo>
                <a:lnTo>
                  <a:pt x="321" y="400"/>
                </a:lnTo>
                <a:lnTo>
                  <a:pt x="324" y="400"/>
                </a:lnTo>
                <a:lnTo>
                  <a:pt x="324" y="401"/>
                </a:lnTo>
                <a:lnTo>
                  <a:pt x="323" y="401"/>
                </a:lnTo>
                <a:lnTo>
                  <a:pt x="323" y="402"/>
                </a:lnTo>
                <a:lnTo>
                  <a:pt x="324" y="401"/>
                </a:lnTo>
                <a:lnTo>
                  <a:pt x="324" y="402"/>
                </a:lnTo>
                <a:lnTo>
                  <a:pt x="325" y="402"/>
                </a:lnTo>
                <a:lnTo>
                  <a:pt x="326" y="402"/>
                </a:lnTo>
                <a:lnTo>
                  <a:pt x="326" y="403"/>
                </a:lnTo>
                <a:lnTo>
                  <a:pt x="325" y="403"/>
                </a:lnTo>
                <a:lnTo>
                  <a:pt x="325" y="404"/>
                </a:lnTo>
                <a:lnTo>
                  <a:pt x="325" y="405"/>
                </a:lnTo>
                <a:lnTo>
                  <a:pt x="325" y="406"/>
                </a:lnTo>
                <a:lnTo>
                  <a:pt x="325" y="407"/>
                </a:lnTo>
                <a:lnTo>
                  <a:pt x="326" y="407"/>
                </a:lnTo>
                <a:lnTo>
                  <a:pt x="326" y="408"/>
                </a:lnTo>
                <a:lnTo>
                  <a:pt x="326" y="409"/>
                </a:lnTo>
                <a:lnTo>
                  <a:pt x="326" y="410"/>
                </a:lnTo>
                <a:lnTo>
                  <a:pt x="327" y="410"/>
                </a:lnTo>
                <a:lnTo>
                  <a:pt x="328" y="410"/>
                </a:lnTo>
                <a:lnTo>
                  <a:pt x="328" y="411"/>
                </a:lnTo>
                <a:lnTo>
                  <a:pt x="329" y="411"/>
                </a:lnTo>
                <a:lnTo>
                  <a:pt x="329" y="412"/>
                </a:lnTo>
                <a:lnTo>
                  <a:pt x="330" y="412"/>
                </a:lnTo>
                <a:lnTo>
                  <a:pt x="331" y="412"/>
                </a:lnTo>
                <a:lnTo>
                  <a:pt x="331" y="411"/>
                </a:lnTo>
                <a:lnTo>
                  <a:pt x="332" y="411"/>
                </a:lnTo>
                <a:lnTo>
                  <a:pt x="333" y="410"/>
                </a:lnTo>
                <a:lnTo>
                  <a:pt x="333" y="409"/>
                </a:lnTo>
                <a:lnTo>
                  <a:pt x="334" y="409"/>
                </a:lnTo>
                <a:lnTo>
                  <a:pt x="335" y="409"/>
                </a:lnTo>
                <a:lnTo>
                  <a:pt x="336" y="409"/>
                </a:lnTo>
                <a:lnTo>
                  <a:pt x="337" y="409"/>
                </a:lnTo>
                <a:lnTo>
                  <a:pt x="338" y="408"/>
                </a:lnTo>
                <a:lnTo>
                  <a:pt x="339" y="408"/>
                </a:lnTo>
                <a:lnTo>
                  <a:pt x="339" y="407"/>
                </a:lnTo>
                <a:lnTo>
                  <a:pt x="339" y="406"/>
                </a:lnTo>
                <a:lnTo>
                  <a:pt x="340" y="406"/>
                </a:lnTo>
                <a:lnTo>
                  <a:pt x="341" y="406"/>
                </a:lnTo>
                <a:lnTo>
                  <a:pt x="341" y="407"/>
                </a:lnTo>
                <a:lnTo>
                  <a:pt x="340" y="407"/>
                </a:lnTo>
                <a:lnTo>
                  <a:pt x="341" y="407"/>
                </a:lnTo>
                <a:lnTo>
                  <a:pt x="341" y="408"/>
                </a:lnTo>
                <a:lnTo>
                  <a:pt x="341" y="409"/>
                </a:lnTo>
                <a:lnTo>
                  <a:pt x="342" y="409"/>
                </a:lnTo>
                <a:lnTo>
                  <a:pt x="343" y="409"/>
                </a:lnTo>
                <a:lnTo>
                  <a:pt x="343" y="410"/>
                </a:lnTo>
                <a:lnTo>
                  <a:pt x="343" y="411"/>
                </a:lnTo>
                <a:lnTo>
                  <a:pt x="342" y="411"/>
                </a:lnTo>
                <a:lnTo>
                  <a:pt x="341" y="412"/>
                </a:lnTo>
                <a:lnTo>
                  <a:pt x="342" y="413"/>
                </a:lnTo>
                <a:lnTo>
                  <a:pt x="342" y="412"/>
                </a:lnTo>
                <a:lnTo>
                  <a:pt x="343" y="412"/>
                </a:lnTo>
                <a:lnTo>
                  <a:pt x="342" y="413"/>
                </a:lnTo>
                <a:lnTo>
                  <a:pt x="341" y="413"/>
                </a:lnTo>
                <a:lnTo>
                  <a:pt x="342" y="414"/>
                </a:lnTo>
                <a:lnTo>
                  <a:pt x="343" y="415"/>
                </a:lnTo>
                <a:lnTo>
                  <a:pt x="344" y="414"/>
                </a:lnTo>
                <a:lnTo>
                  <a:pt x="344" y="415"/>
                </a:lnTo>
                <a:lnTo>
                  <a:pt x="345" y="415"/>
                </a:lnTo>
                <a:lnTo>
                  <a:pt x="346" y="414"/>
                </a:lnTo>
                <a:lnTo>
                  <a:pt x="346" y="413"/>
                </a:lnTo>
                <a:lnTo>
                  <a:pt x="347" y="413"/>
                </a:lnTo>
                <a:lnTo>
                  <a:pt x="347" y="414"/>
                </a:lnTo>
                <a:lnTo>
                  <a:pt x="347" y="415"/>
                </a:lnTo>
                <a:lnTo>
                  <a:pt x="348" y="415"/>
                </a:lnTo>
                <a:lnTo>
                  <a:pt x="349" y="414"/>
                </a:lnTo>
                <a:lnTo>
                  <a:pt x="350" y="414"/>
                </a:lnTo>
                <a:lnTo>
                  <a:pt x="351" y="414"/>
                </a:lnTo>
                <a:lnTo>
                  <a:pt x="351" y="415"/>
                </a:lnTo>
                <a:lnTo>
                  <a:pt x="352" y="414"/>
                </a:lnTo>
                <a:lnTo>
                  <a:pt x="352" y="413"/>
                </a:lnTo>
                <a:lnTo>
                  <a:pt x="353" y="413"/>
                </a:lnTo>
                <a:lnTo>
                  <a:pt x="353" y="412"/>
                </a:lnTo>
                <a:lnTo>
                  <a:pt x="353" y="414"/>
                </a:lnTo>
                <a:lnTo>
                  <a:pt x="354" y="414"/>
                </a:lnTo>
                <a:lnTo>
                  <a:pt x="355" y="413"/>
                </a:lnTo>
                <a:lnTo>
                  <a:pt x="356" y="413"/>
                </a:lnTo>
                <a:lnTo>
                  <a:pt x="357" y="412"/>
                </a:lnTo>
                <a:lnTo>
                  <a:pt x="356" y="412"/>
                </a:lnTo>
                <a:lnTo>
                  <a:pt x="357" y="411"/>
                </a:lnTo>
                <a:lnTo>
                  <a:pt x="357" y="412"/>
                </a:lnTo>
                <a:lnTo>
                  <a:pt x="358" y="411"/>
                </a:lnTo>
                <a:lnTo>
                  <a:pt x="359" y="411"/>
                </a:lnTo>
                <a:lnTo>
                  <a:pt x="359" y="410"/>
                </a:lnTo>
                <a:lnTo>
                  <a:pt x="360" y="410"/>
                </a:lnTo>
                <a:lnTo>
                  <a:pt x="361" y="410"/>
                </a:lnTo>
                <a:lnTo>
                  <a:pt x="362" y="410"/>
                </a:lnTo>
                <a:lnTo>
                  <a:pt x="362" y="409"/>
                </a:lnTo>
                <a:lnTo>
                  <a:pt x="363" y="409"/>
                </a:lnTo>
                <a:lnTo>
                  <a:pt x="365" y="409"/>
                </a:lnTo>
                <a:lnTo>
                  <a:pt x="366" y="409"/>
                </a:lnTo>
                <a:lnTo>
                  <a:pt x="367" y="409"/>
                </a:lnTo>
                <a:lnTo>
                  <a:pt x="367" y="410"/>
                </a:lnTo>
                <a:lnTo>
                  <a:pt x="367" y="411"/>
                </a:lnTo>
                <a:lnTo>
                  <a:pt x="369" y="410"/>
                </a:lnTo>
                <a:lnTo>
                  <a:pt x="368" y="410"/>
                </a:lnTo>
                <a:lnTo>
                  <a:pt x="368" y="409"/>
                </a:lnTo>
                <a:lnTo>
                  <a:pt x="369" y="409"/>
                </a:lnTo>
                <a:lnTo>
                  <a:pt x="370" y="409"/>
                </a:lnTo>
                <a:lnTo>
                  <a:pt x="371" y="409"/>
                </a:lnTo>
                <a:lnTo>
                  <a:pt x="372" y="409"/>
                </a:lnTo>
                <a:lnTo>
                  <a:pt x="373" y="409"/>
                </a:lnTo>
                <a:lnTo>
                  <a:pt x="374" y="411"/>
                </a:lnTo>
                <a:lnTo>
                  <a:pt x="374" y="412"/>
                </a:lnTo>
                <a:lnTo>
                  <a:pt x="374" y="413"/>
                </a:lnTo>
                <a:lnTo>
                  <a:pt x="374" y="414"/>
                </a:lnTo>
                <a:lnTo>
                  <a:pt x="375" y="415"/>
                </a:lnTo>
                <a:lnTo>
                  <a:pt x="375" y="416"/>
                </a:lnTo>
                <a:lnTo>
                  <a:pt x="376" y="416"/>
                </a:lnTo>
                <a:lnTo>
                  <a:pt x="376" y="417"/>
                </a:lnTo>
                <a:lnTo>
                  <a:pt x="377" y="418"/>
                </a:lnTo>
                <a:lnTo>
                  <a:pt x="377" y="419"/>
                </a:lnTo>
                <a:lnTo>
                  <a:pt x="377" y="421"/>
                </a:lnTo>
                <a:lnTo>
                  <a:pt x="377" y="422"/>
                </a:lnTo>
                <a:lnTo>
                  <a:pt x="378" y="422"/>
                </a:lnTo>
                <a:lnTo>
                  <a:pt x="378" y="423"/>
                </a:lnTo>
                <a:lnTo>
                  <a:pt x="379" y="424"/>
                </a:lnTo>
                <a:lnTo>
                  <a:pt x="380" y="426"/>
                </a:lnTo>
                <a:lnTo>
                  <a:pt x="381" y="427"/>
                </a:lnTo>
                <a:lnTo>
                  <a:pt x="382" y="428"/>
                </a:lnTo>
                <a:lnTo>
                  <a:pt x="382" y="429"/>
                </a:lnTo>
                <a:lnTo>
                  <a:pt x="383" y="430"/>
                </a:lnTo>
                <a:lnTo>
                  <a:pt x="384" y="432"/>
                </a:lnTo>
                <a:lnTo>
                  <a:pt x="385" y="433"/>
                </a:lnTo>
                <a:lnTo>
                  <a:pt x="385" y="434"/>
                </a:lnTo>
                <a:lnTo>
                  <a:pt x="386" y="434"/>
                </a:lnTo>
                <a:lnTo>
                  <a:pt x="386" y="436"/>
                </a:lnTo>
                <a:lnTo>
                  <a:pt x="387" y="436"/>
                </a:lnTo>
                <a:lnTo>
                  <a:pt x="386" y="436"/>
                </a:lnTo>
                <a:lnTo>
                  <a:pt x="387" y="437"/>
                </a:lnTo>
                <a:lnTo>
                  <a:pt x="388" y="437"/>
                </a:lnTo>
                <a:lnTo>
                  <a:pt x="389" y="438"/>
                </a:lnTo>
                <a:lnTo>
                  <a:pt x="390" y="438"/>
                </a:lnTo>
                <a:lnTo>
                  <a:pt x="389" y="437"/>
                </a:lnTo>
                <a:lnTo>
                  <a:pt x="390" y="437"/>
                </a:lnTo>
                <a:lnTo>
                  <a:pt x="391" y="436"/>
                </a:lnTo>
                <a:lnTo>
                  <a:pt x="391" y="437"/>
                </a:lnTo>
                <a:lnTo>
                  <a:pt x="393" y="436"/>
                </a:lnTo>
                <a:lnTo>
                  <a:pt x="394" y="437"/>
                </a:lnTo>
                <a:lnTo>
                  <a:pt x="395" y="435"/>
                </a:lnTo>
                <a:lnTo>
                  <a:pt x="397" y="435"/>
                </a:lnTo>
                <a:lnTo>
                  <a:pt x="397" y="436"/>
                </a:lnTo>
                <a:lnTo>
                  <a:pt x="395" y="438"/>
                </a:lnTo>
                <a:lnTo>
                  <a:pt x="396" y="439"/>
                </a:lnTo>
                <a:lnTo>
                  <a:pt x="399" y="436"/>
                </a:lnTo>
                <a:lnTo>
                  <a:pt x="402" y="434"/>
                </a:lnTo>
                <a:lnTo>
                  <a:pt x="404" y="433"/>
                </a:lnTo>
                <a:lnTo>
                  <a:pt x="405" y="435"/>
                </a:lnTo>
                <a:lnTo>
                  <a:pt x="403" y="436"/>
                </a:lnTo>
                <a:lnTo>
                  <a:pt x="403" y="437"/>
                </a:lnTo>
                <a:lnTo>
                  <a:pt x="402" y="437"/>
                </a:lnTo>
                <a:lnTo>
                  <a:pt x="401" y="438"/>
                </a:lnTo>
                <a:lnTo>
                  <a:pt x="399" y="438"/>
                </a:lnTo>
                <a:lnTo>
                  <a:pt x="398" y="438"/>
                </a:lnTo>
                <a:lnTo>
                  <a:pt x="400" y="440"/>
                </a:lnTo>
                <a:lnTo>
                  <a:pt x="400" y="439"/>
                </a:lnTo>
                <a:lnTo>
                  <a:pt x="401" y="439"/>
                </a:lnTo>
                <a:lnTo>
                  <a:pt x="402" y="439"/>
                </a:lnTo>
                <a:lnTo>
                  <a:pt x="401" y="439"/>
                </a:lnTo>
                <a:lnTo>
                  <a:pt x="400" y="441"/>
                </a:lnTo>
                <a:lnTo>
                  <a:pt x="397" y="443"/>
                </a:lnTo>
                <a:lnTo>
                  <a:pt x="396" y="444"/>
                </a:lnTo>
                <a:lnTo>
                  <a:pt x="397" y="444"/>
                </a:lnTo>
                <a:lnTo>
                  <a:pt x="397" y="445"/>
                </a:lnTo>
                <a:lnTo>
                  <a:pt x="396" y="445"/>
                </a:lnTo>
                <a:lnTo>
                  <a:pt x="395" y="445"/>
                </a:lnTo>
                <a:lnTo>
                  <a:pt x="394" y="445"/>
                </a:lnTo>
                <a:lnTo>
                  <a:pt x="393" y="444"/>
                </a:lnTo>
                <a:lnTo>
                  <a:pt x="392" y="444"/>
                </a:lnTo>
                <a:lnTo>
                  <a:pt x="392" y="445"/>
                </a:lnTo>
                <a:lnTo>
                  <a:pt x="391" y="445"/>
                </a:lnTo>
                <a:lnTo>
                  <a:pt x="392" y="445"/>
                </a:lnTo>
                <a:lnTo>
                  <a:pt x="393" y="447"/>
                </a:lnTo>
                <a:lnTo>
                  <a:pt x="393" y="448"/>
                </a:lnTo>
                <a:lnTo>
                  <a:pt x="393" y="449"/>
                </a:lnTo>
                <a:lnTo>
                  <a:pt x="392" y="449"/>
                </a:lnTo>
                <a:lnTo>
                  <a:pt x="393" y="449"/>
                </a:lnTo>
                <a:lnTo>
                  <a:pt x="393" y="450"/>
                </a:lnTo>
                <a:lnTo>
                  <a:pt x="392" y="451"/>
                </a:lnTo>
                <a:lnTo>
                  <a:pt x="391" y="451"/>
                </a:lnTo>
                <a:lnTo>
                  <a:pt x="392" y="452"/>
                </a:lnTo>
                <a:lnTo>
                  <a:pt x="391" y="453"/>
                </a:lnTo>
                <a:lnTo>
                  <a:pt x="391" y="454"/>
                </a:lnTo>
                <a:lnTo>
                  <a:pt x="392" y="454"/>
                </a:lnTo>
                <a:lnTo>
                  <a:pt x="391" y="455"/>
                </a:lnTo>
                <a:lnTo>
                  <a:pt x="390" y="455"/>
                </a:lnTo>
                <a:lnTo>
                  <a:pt x="389" y="455"/>
                </a:lnTo>
                <a:lnTo>
                  <a:pt x="389" y="456"/>
                </a:lnTo>
                <a:lnTo>
                  <a:pt x="389" y="457"/>
                </a:lnTo>
                <a:lnTo>
                  <a:pt x="389" y="458"/>
                </a:lnTo>
                <a:lnTo>
                  <a:pt x="390" y="458"/>
                </a:lnTo>
                <a:lnTo>
                  <a:pt x="389" y="458"/>
                </a:lnTo>
                <a:lnTo>
                  <a:pt x="389" y="459"/>
                </a:lnTo>
                <a:lnTo>
                  <a:pt x="388" y="459"/>
                </a:lnTo>
                <a:lnTo>
                  <a:pt x="387" y="459"/>
                </a:lnTo>
                <a:lnTo>
                  <a:pt x="386" y="460"/>
                </a:lnTo>
                <a:lnTo>
                  <a:pt x="386" y="461"/>
                </a:lnTo>
                <a:lnTo>
                  <a:pt x="386" y="462"/>
                </a:lnTo>
                <a:lnTo>
                  <a:pt x="386" y="463"/>
                </a:lnTo>
                <a:lnTo>
                  <a:pt x="385" y="463"/>
                </a:lnTo>
                <a:lnTo>
                  <a:pt x="384" y="463"/>
                </a:lnTo>
                <a:lnTo>
                  <a:pt x="384" y="464"/>
                </a:lnTo>
                <a:lnTo>
                  <a:pt x="383" y="464"/>
                </a:lnTo>
                <a:lnTo>
                  <a:pt x="382" y="464"/>
                </a:lnTo>
                <a:lnTo>
                  <a:pt x="381" y="464"/>
                </a:lnTo>
                <a:lnTo>
                  <a:pt x="380" y="464"/>
                </a:lnTo>
                <a:lnTo>
                  <a:pt x="380" y="465"/>
                </a:lnTo>
                <a:lnTo>
                  <a:pt x="379" y="465"/>
                </a:lnTo>
                <a:lnTo>
                  <a:pt x="378" y="464"/>
                </a:lnTo>
                <a:lnTo>
                  <a:pt x="378" y="465"/>
                </a:lnTo>
                <a:lnTo>
                  <a:pt x="377" y="465"/>
                </a:lnTo>
                <a:lnTo>
                  <a:pt x="376" y="465"/>
                </a:lnTo>
                <a:lnTo>
                  <a:pt x="375" y="465"/>
                </a:lnTo>
                <a:lnTo>
                  <a:pt x="374" y="464"/>
                </a:lnTo>
                <a:lnTo>
                  <a:pt x="373" y="465"/>
                </a:lnTo>
                <a:lnTo>
                  <a:pt x="372" y="465"/>
                </a:lnTo>
                <a:lnTo>
                  <a:pt x="371" y="465"/>
                </a:lnTo>
                <a:lnTo>
                  <a:pt x="371" y="466"/>
                </a:lnTo>
                <a:lnTo>
                  <a:pt x="370" y="466"/>
                </a:lnTo>
                <a:lnTo>
                  <a:pt x="370" y="467"/>
                </a:lnTo>
                <a:lnTo>
                  <a:pt x="370" y="468"/>
                </a:lnTo>
                <a:lnTo>
                  <a:pt x="369" y="469"/>
                </a:lnTo>
                <a:lnTo>
                  <a:pt x="369" y="470"/>
                </a:lnTo>
                <a:lnTo>
                  <a:pt x="369" y="471"/>
                </a:lnTo>
                <a:lnTo>
                  <a:pt x="368" y="472"/>
                </a:lnTo>
                <a:lnTo>
                  <a:pt x="367" y="472"/>
                </a:lnTo>
                <a:lnTo>
                  <a:pt x="367" y="473"/>
                </a:lnTo>
                <a:lnTo>
                  <a:pt x="367" y="474"/>
                </a:lnTo>
                <a:lnTo>
                  <a:pt x="367" y="476"/>
                </a:lnTo>
                <a:lnTo>
                  <a:pt x="366" y="477"/>
                </a:lnTo>
                <a:lnTo>
                  <a:pt x="366" y="478"/>
                </a:lnTo>
                <a:lnTo>
                  <a:pt x="365" y="479"/>
                </a:lnTo>
                <a:lnTo>
                  <a:pt x="364" y="479"/>
                </a:lnTo>
                <a:lnTo>
                  <a:pt x="363" y="481"/>
                </a:lnTo>
                <a:lnTo>
                  <a:pt x="362" y="482"/>
                </a:lnTo>
                <a:lnTo>
                  <a:pt x="362" y="483"/>
                </a:lnTo>
                <a:lnTo>
                  <a:pt x="359" y="487"/>
                </a:lnTo>
                <a:lnTo>
                  <a:pt x="358" y="488"/>
                </a:lnTo>
                <a:lnTo>
                  <a:pt x="357" y="488"/>
                </a:lnTo>
                <a:lnTo>
                  <a:pt x="356" y="488"/>
                </a:lnTo>
                <a:lnTo>
                  <a:pt x="355" y="487"/>
                </a:lnTo>
                <a:lnTo>
                  <a:pt x="354" y="487"/>
                </a:lnTo>
                <a:lnTo>
                  <a:pt x="353" y="487"/>
                </a:lnTo>
                <a:lnTo>
                  <a:pt x="352" y="487"/>
                </a:lnTo>
                <a:lnTo>
                  <a:pt x="352" y="486"/>
                </a:lnTo>
                <a:lnTo>
                  <a:pt x="351" y="486"/>
                </a:lnTo>
                <a:lnTo>
                  <a:pt x="349" y="486"/>
                </a:lnTo>
                <a:lnTo>
                  <a:pt x="348" y="486"/>
                </a:lnTo>
                <a:lnTo>
                  <a:pt x="348" y="487"/>
                </a:lnTo>
                <a:lnTo>
                  <a:pt x="347" y="487"/>
                </a:lnTo>
                <a:lnTo>
                  <a:pt x="346" y="488"/>
                </a:lnTo>
                <a:lnTo>
                  <a:pt x="345" y="488"/>
                </a:lnTo>
                <a:lnTo>
                  <a:pt x="344" y="488"/>
                </a:lnTo>
                <a:lnTo>
                  <a:pt x="343" y="489"/>
                </a:lnTo>
                <a:lnTo>
                  <a:pt x="343" y="488"/>
                </a:lnTo>
                <a:lnTo>
                  <a:pt x="342" y="488"/>
                </a:lnTo>
                <a:lnTo>
                  <a:pt x="341" y="488"/>
                </a:lnTo>
                <a:lnTo>
                  <a:pt x="338" y="488"/>
                </a:lnTo>
                <a:lnTo>
                  <a:pt x="337" y="488"/>
                </a:lnTo>
                <a:lnTo>
                  <a:pt x="337" y="487"/>
                </a:lnTo>
                <a:lnTo>
                  <a:pt x="336" y="488"/>
                </a:lnTo>
                <a:lnTo>
                  <a:pt x="335" y="488"/>
                </a:lnTo>
                <a:lnTo>
                  <a:pt x="334" y="488"/>
                </a:lnTo>
                <a:lnTo>
                  <a:pt x="333" y="488"/>
                </a:lnTo>
                <a:lnTo>
                  <a:pt x="332" y="488"/>
                </a:lnTo>
                <a:lnTo>
                  <a:pt x="330" y="488"/>
                </a:lnTo>
                <a:lnTo>
                  <a:pt x="329" y="488"/>
                </a:lnTo>
                <a:lnTo>
                  <a:pt x="328" y="487"/>
                </a:lnTo>
                <a:lnTo>
                  <a:pt x="326" y="487"/>
                </a:lnTo>
                <a:lnTo>
                  <a:pt x="325" y="488"/>
                </a:lnTo>
                <a:lnTo>
                  <a:pt x="324" y="488"/>
                </a:lnTo>
                <a:lnTo>
                  <a:pt x="323" y="489"/>
                </a:lnTo>
                <a:lnTo>
                  <a:pt x="322" y="489"/>
                </a:lnTo>
                <a:lnTo>
                  <a:pt x="320" y="489"/>
                </a:lnTo>
                <a:lnTo>
                  <a:pt x="319" y="488"/>
                </a:lnTo>
                <a:lnTo>
                  <a:pt x="318" y="488"/>
                </a:lnTo>
                <a:lnTo>
                  <a:pt x="316" y="488"/>
                </a:lnTo>
                <a:lnTo>
                  <a:pt x="316" y="489"/>
                </a:lnTo>
                <a:lnTo>
                  <a:pt x="316" y="488"/>
                </a:lnTo>
                <a:lnTo>
                  <a:pt x="315" y="488"/>
                </a:lnTo>
                <a:lnTo>
                  <a:pt x="315" y="489"/>
                </a:lnTo>
                <a:lnTo>
                  <a:pt x="315" y="488"/>
                </a:lnTo>
                <a:lnTo>
                  <a:pt x="313" y="488"/>
                </a:lnTo>
                <a:lnTo>
                  <a:pt x="312" y="488"/>
                </a:lnTo>
                <a:lnTo>
                  <a:pt x="311" y="488"/>
                </a:lnTo>
                <a:lnTo>
                  <a:pt x="310" y="488"/>
                </a:lnTo>
                <a:lnTo>
                  <a:pt x="309" y="488"/>
                </a:lnTo>
                <a:lnTo>
                  <a:pt x="306" y="489"/>
                </a:lnTo>
                <a:lnTo>
                  <a:pt x="305" y="489"/>
                </a:lnTo>
                <a:lnTo>
                  <a:pt x="305" y="488"/>
                </a:lnTo>
                <a:lnTo>
                  <a:pt x="304" y="488"/>
                </a:lnTo>
                <a:lnTo>
                  <a:pt x="303" y="488"/>
                </a:lnTo>
                <a:lnTo>
                  <a:pt x="303" y="487"/>
                </a:lnTo>
                <a:lnTo>
                  <a:pt x="302" y="487"/>
                </a:lnTo>
                <a:lnTo>
                  <a:pt x="302" y="488"/>
                </a:lnTo>
                <a:lnTo>
                  <a:pt x="301" y="488"/>
                </a:lnTo>
                <a:lnTo>
                  <a:pt x="301" y="489"/>
                </a:lnTo>
                <a:lnTo>
                  <a:pt x="301" y="490"/>
                </a:lnTo>
                <a:lnTo>
                  <a:pt x="300" y="490"/>
                </a:lnTo>
                <a:lnTo>
                  <a:pt x="300" y="491"/>
                </a:lnTo>
                <a:lnTo>
                  <a:pt x="299" y="491"/>
                </a:lnTo>
                <a:lnTo>
                  <a:pt x="298" y="492"/>
                </a:lnTo>
                <a:lnTo>
                  <a:pt x="298" y="493"/>
                </a:lnTo>
                <a:lnTo>
                  <a:pt x="298" y="494"/>
                </a:lnTo>
                <a:lnTo>
                  <a:pt x="298" y="497"/>
                </a:lnTo>
                <a:lnTo>
                  <a:pt x="297" y="497"/>
                </a:lnTo>
                <a:lnTo>
                  <a:pt x="297" y="498"/>
                </a:lnTo>
                <a:lnTo>
                  <a:pt x="296" y="498"/>
                </a:lnTo>
                <a:lnTo>
                  <a:pt x="296" y="497"/>
                </a:lnTo>
                <a:lnTo>
                  <a:pt x="295" y="497"/>
                </a:lnTo>
                <a:lnTo>
                  <a:pt x="295" y="498"/>
                </a:lnTo>
                <a:lnTo>
                  <a:pt x="295" y="499"/>
                </a:lnTo>
                <a:lnTo>
                  <a:pt x="295" y="500"/>
                </a:lnTo>
                <a:lnTo>
                  <a:pt x="294" y="500"/>
                </a:lnTo>
                <a:lnTo>
                  <a:pt x="293" y="500"/>
                </a:lnTo>
                <a:lnTo>
                  <a:pt x="292" y="501"/>
                </a:lnTo>
                <a:lnTo>
                  <a:pt x="291" y="501"/>
                </a:lnTo>
                <a:lnTo>
                  <a:pt x="291" y="502"/>
                </a:lnTo>
                <a:lnTo>
                  <a:pt x="290" y="504"/>
                </a:lnTo>
                <a:lnTo>
                  <a:pt x="290" y="505"/>
                </a:lnTo>
                <a:lnTo>
                  <a:pt x="289" y="505"/>
                </a:lnTo>
                <a:lnTo>
                  <a:pt x="289" y="506"/>
                </a:lnTo>
                <a:lnTo>
                  <a:pt x="288" y="506"/>
                </a:lnTo>
                <a:lnTo>
                  <a:pt x="288" y="505"/>
                </a:lnTo>
                <a:lnTo>
                  <a:pt x="287" y="506"/>
                </a:lnTo>
                <a:lnTo>
                  <a:pt x="287" y="507"/>
                </a:lnTo>
                <a:lnTo>
                  <a:pt x="288" y="507"/>
                </a:lnTo>
                <a:lnTo>
                  <a:pt x="287" y="508"/>
                </a:lnTo>
                <a:lnTo>
                  <a:pt x="286" y="509"/>
                </a:lnTo>
                <a:lnTo>
                  <a:pt x="285" y="510"/>
                </a:lnTo>
                <a:lnTo>
                  <a:pt x="285" y="511"/>
                </a:lnTo>
                <a:lnTo>
                  <a:pt x="284" y="511"/>
                </a:lnTo>
                <a:lnTo>
                  <a:pt x="284" y="512"/>
                </a:lnTo>
                <a:lnTo>
                  <a:pt x="283" y="512"/>
                </a:lnTo>
                <a:lnTo>
                  <a:pt x="282" y="513"/>
                </a:lnTo>
                <a:lnTo>
                  <a:pt x="281" y="513"/>
                </a:lnTo>
                <a:lnTo>
                  <a:pt x="281" y="514"/>
                </a:lnTo>
                <a:lnTo>
                  <a:pt x="280" y="515"/>
                </a:lnTo>
                <a:lnTo>
                  <a:pt x="279" y="516"/>
                </a:lnTo>
                <a:lnTo>
                  <a:pt x="279" y="517"/>
                </a:lnTo>
                <a:lnTo>
                  <a:pt x="277" y="518"/>
                </a:lnTo>
                <a:lnTo>
                  <a:pt x="276" y="518"/>
                </a:lnTo>
                <a:lnTo>
                  <a:pt x="276" y="519"/>
                </a:lnTo>
                <a:lnTo>
                  <a:pt x="276" y="520"/>
                </a:lnTo>
                <a:lnTo>
                  <a:pt x="275" y="520"/>
                </a:lnTo>
                <a:lnTo>
                  <a:pt x="274" y="521"/>
                </a:lnTo>
                <a:lnTo>
                  <a:pt x="274" y="522"/>
                </a:lnTo>
                <a:lnTo>
                  <a:pt x="273" y="522"/>
                </a:lnTo>
                <a:lnTo>
                  <a:pt x="272" y="522"/>
                </a:lnTo>
                <a:lnTo>
                  <a:pt x="271" y="523"/>
                </a:lnTo>
                <a:lnTo>
                  <a:pt x="270" y="523"/>
                </a:lnTo>
                <a:lnTo>
                  <a:pt x="270" y="524"/>
                </a:lnTo>
                <a:lnTo>
                  <a:pt x="270" y="526"/>
                </a:lnTo>
                <a:lnTo>
                  <a:pt x="269" y="527"/>
                </a:lnTo>
                <a:lnTo>
                  <a:pt x="269" y="526"/>
                </a:lnTo>
                <a:lnTo>
                  <a:pt x="268" y="526"/>
                </a:lnTo>
                <a:lnTo>
                  <a:pt x="267" y="525"/>
                </a:lnTo>
                <a:lnTo>
                  <a:pt x="267" y="524"/>
                </a:lnTo>
                <a:lnTo>
                  <a:pt x="266" y="523"/>
                </a:lnTo>
                <a:lnTo>
                  <a:pt x="265" y="523"/>
                </a:lnTo>
                <a:lnTo>
                  <a:pt x="264" y="523"/>
                </a:lnTo>
                <a:lnTo>
                  <a:pt x="265" y="523"/>
                </a:lnTo>
                <a:lnTo>
                  <a:pt x="265" y="522"/>
                </a:lnTo>
                <a:lnTo>
                  <a:pt x="264" y="522"/>
                </a:lnTo>
                <a:lnTo>
                  <a:pt x="263" y="521"/>
                </a:lnTo>
                <a:lnTo>
                  <a:pt x="263" y="520"/>
                </a:lnTo>
                <a:lnTo>
                  <a:pt x="264" y="520"/>
                </a:lnTo>
                <a:lnTo>
                  <a:pt x="264" y="519"/>
                </a:lnTo>
                <a:lnTo>
                  <a:pt x="264" y="518"/>
                </a:lnTo>
                <a:lnTo>
                  <a:pt x="263" y="518"/>
                </a:lnTo>
                <a:lnTo>
                  <a:pt x="263" y="517"/>
                </a:lnTo>
                <a:lnTo>
                  <a:pt x="262" y="517"/>
                </a:lnTo>
                <a:lnTo>
                  <a:pt x="262" y="518"/>
                </a:lnTo>
                <a:lnTo>
                  <a:pt x="261" y="518"/>
                </a:lnTo>
                <a:lnTo>
                  <a:pt x="261" y="517"/>
                </a:lnTo>
                <a:lnTo>
                  <a:pt x="261" y="516"/>
                </a:lnTo>
                <a:lnTo>
                  <a:pt x="260" y="516"/>
                </a:lnTo>
                <a:lnTo>
                  <a:pt x="259" y="516"/>
                </a:lnTo>
                <a:lnTo>
                  <a:pt x="260" y="516"/>
                </a:lnTo>
                <a:lnTo>
                  <a:pt x="260" y="517"/>
                </a:lnTo>
                <a:lnTo>
                  <a:pt x="259" y="517"/>
                </a:lnTo>
                <a:lnTo>
                  <a:pt x="258" y="517"/>
                </a:lnTo>
                <a:lnTo>
                  <a:pt x="257" y="518"/>
                </a:lnTo>
                <a:lnTo>
                  <a:pt x="257" y="517"/>
                </a:lnTo>
                <a:lnTo>
                  <a:pt x="257" y="518"/>
                </a:lnTo>
                <a:lnTo>
                  <a:pt x="256" y="518"/>
                </a:lnTo>
                <a:lnTo>
                  <a:pt x="256" y="519"/>
                </a:lnTo>
                <a:lnTo>
                  <a:pt x="256" y="520"/>
                </a:lnTo>
                <a:lnTo>
                  <a:pt x="256" y="521"/>
                </a:lnTo>
                <a:lnTo>
                  <a:pt x="256" y="522"/>
                </a:lnTo>
                <a:lnTo>
                  <a:pt x="255" y="522"/>
                </a:lnTo>
                <a:lnTo>
                  <a:pt x="255" y="523"/>
                </a:lnTo>
                <a:lnTo>
                  <a:pt x="256" y="523"/>
                </a:lnTo>
                <a:lnTo>
                  <a:pt x="256" y="524"/>
                </a:lnTo>
                <a:lnTo>
                  <a:pt x="255" y="524"/>
                </a:lnTo>
                <a:lnTo>
                  <a:pt x="256" y="524"/>
                </a:lnTo>
                <a:lnTo>
                  <a:pt x="256" y="525"/>
                </a:lnTo>
                <a:lnTo>
                  <a:pt x="255" y="525"/>
                </a:lnTo>
                <a:lnTo>
                  <a:pt x="256" y="525"/>
                </a:lnTo>
                <a:lnTo>
                  <a:pt x="256" y="526"/>
                </a:lnTo>
                <a:lnTo>
                  <a:pt x="255" y="526"/>
                </a:lnTo>
                <a:lnTo>
                  <a:pt x="254" y="526"/>
                </a:lnTo>
                <a:lnTo>
                  <a:pt x="254" y="527"/>
                </a:lnTo>
                <a:lnTo>
                  <a:pt x="255" y="527"/>
                </a:lnTo>
                <a:lnTo>
                  <a:pt x="255" y="528"/>
                </a:lnTo>
                <a:lnTo>
                  <a:pt x="254" y="528"/>
                </a:lnTo>
                <a:lnTo>
                  <a:pt x="254" y="527"/>
                </a:lnTo>
                <a:lnTo>
                  <a:pt x="254" y="526"/>
                </a:lnTo>
                <a:lnTo>
                  <a:pt x="253" y="526"/>
                </a:lnTo>
                <a:lnTo>
                  <a:pt x="252" y="525"/>
                </a:lnTo>
                <a:lnTo>
                  <a:pt x="251" y="525"/>
                </a:lnTo>
                <a:lnTo>
                  <a:pt x="251" y="526"/>
                </a:lnTo>
                <a:lnTo>
                  <a:pt x="250" y="526"/>
                </a:lnTo>
                <a:lnTo>
                  <a:pt x="250" y="527"/>
                </a:lnTo>
                <a:lnTo>
                  <a:pt x="250" y="528"/>
                </a:lnTo>
                <a:lnTo>
                  <a:pt x="251" y="528"/>
                </a:lnTo>
                <a:lnTo>
                  <a:pt x="252" y="529"/>
                </a:lnTo>
                <a:lnTo>
                  <a:pt x="252" y="530"/>
                </a:lnTo>
                <a:lnTo>
                  <a:pt x="251" y="530"/>
                </a:lnTo>
                <a:lnTo>
                  <a:pt x="250" y="531"/>
                </a:lnTo>
                <a:lnTo>
                  <a:pt x="250" y="532"/>
                </a:lnTo>
                <a:lnTo>
                  <a:pt x="251" y="532"/>
                </a:lnTo>
                <a:lnTo>
                  <a:pt x="252" y="532"/>
                </a:lnTo>
                <a:lnTo>
                  <a:pt x="253" y="532"/>
                </a:lnTo>
                <a:lnTo>
                  <a:pt x="254" y="532"/>
                </a:lnTo>
                <a:lnTo>
                  <a:pt x="254" y="531"/>
                </a:lnTo>
                <a:lnTo>
                  <a:pt x="254" y="532"/>
                </a:lnTo>
                <a:lnTo>
                  <a:pt x="253" y="532"/>
                </a:lnTo>
                <a:lnTo>
                  <a:pt x="254" y="532"/>
                </a:lnTo>
                <a:lnTo>
                  <a:pt x="255" y="532"/>
                </a:lnTo>
                <a:lnTo>
                  <a:pt x="255" y="533"/>
                </a:lnTo>
                <a:lnTo>
                  <a:pt x="254" y="533"/>
                </a:lnTo>
                <a:lnTo>
                  <a:pt x="255" y="534"/>
                </a:lnTo>
                <a:lnTo>
                  <a:pt x="256" y="534"/>
                </a:lnTo>
                <a:lnTo>
                  <a:pt x="255" y="534"/>
                </a:lnTo>
                <a:lnTo>
                  <a:pt x="254" y="535"/>
                </a:lnTo>
                <a:lnTo>
                  <a:pt x="253" y="535"/>
                </a:lnTo>
                <a:lnTo>
                  <a:pt x="253" y="536"/>
                </a:lnTo>
                <a:lnTo>
                  <a:pt x="253" y="537"/>
                </a:lnTo>
                <a:lnTo>
                  <a:pt x="252" y="537"/>
                </a:lnTo>
                <a:lnTo>
                  <a:pt x="252" y="538"/>
                </a:lnTo>
                <a:lnTo>
                  <a:pt x="251" y="538"/>
                </a:lnTo>
                <a:lnTo>
                  <a:pt x="250" y="538"/>
                </a:lnTo>
                <a:lnTo>
                  <a:pt x="249" y="538"/>
                </a:lnTo>
                <a:lnTo>
                  <a:pt x="247" y="538"/>
                </a:lnTo>
                <a:lnTo>
                  <a:pt x="246" y="537"/>
                </a:lnTo>
                <a:lnTo>
                  <a:pt x="245" y="536"/>
                </a:lnTo>
                <a:lnTo>
                  <a:pt x="244" y="536"/>
                </a:lnTo>
                <a:lnTo>
                  <a:pt x="243" y="537"/>
                </a:lnTo>
                <a:lnTo>
                  <a:pt x="241" y="537"/>
                </a:lnTo>
                <a:lnTo>
                  <a:pt x="240" y="537"/>
                </a:lnTo>
                <a:lnTo>
                  <a:pt x="240" y="538"/>
                </a:lnTo>
                <a:lnTo>
                  <a:pt x="239" y="538"/>
                </a:lnTo>
                <a:lnTo>
                  <a:pt x="238" y="537"/>
                </a:lnTo>
                <a:lnTo>
                  <a:pt x="237" y="537"/>
                </a:lnTo>
                <a:lnTo>
                  <a:pt x="236" y="538"/>
                </a:lnTo>
                <a:lnTo>
                  <a:pt x="235" y="538"/>
                </a:lnTo>
                <a:lnTo>
                  <a:pt x="235" y="539"/>
                </a:lnTo>
                <a:lnTo>
                  <a:pt x="234" y="539"/>
                </a:lnTo>
                <a:lnTo>
                  <a:pt x="233" y="539"/>
                </a:lnTo>
                <a:lnTo>
                  <a:pt x="231" y="539"/>
                </a:lnTo>
                <a:lnTo>
                  <a:pt x="231" y="540"/>
                </a:lnTo>
                <a:lnTo>
                  <a:pt x="229" y="540"/>
                </a:lnTo>
                <a:lnTo>
                  <a:pt x="228" y="541"/>
                </a:lnTo>
                <a:lnTo>
                  <a:pt x="228" y="542"/>
                </a:lnTo>
                <a:lnTo>
                  <a:pt x="228" y="543"/>
                </a:lnTo>
                <a:lnTo>
                  <a:pt x="228" y="544"/>
                </a:lnTo>
                <a:lnTo>
                  <a:pt x="228" y="545"/>
                </a:lnTo>
                <a:lnTo>
                  <a:pt x="227" y="545"/>
                </a:lnTo>
                <a:lnTo>
                  <a:pt x="227" y="546"/>
                </a:lnTo>
                <a:lnTo>
                  <a:pt x="228" y="547"/>
                </a:lnTo>
                <a:lnTo>
                  <a:pt x="228" y="548"/>
                </a:lnTo>
                <a:lnTo>
                  <a:pt x="227" y="549"/>
                </a:lnTo>
                <a:lnTo>
                  <a:pt x="227" y="550"/>
                </a:lnTo>
                <a:lnTo>
                  <a:pt x="227" y="551"/>
                </a:lnTo>
                <a:lnTo>
                  <a:pt x="226" y="552"/>
                </a:lnTo>
                <a:lnTo>
                  <a:pt x="225" y="552"/>
                </a:lnTo>
                <a:lnTo>
                  <a:pt x="224" y="552"/>
                </a:lnTo>
                <a:lnTo>
                  <a:pt x="223" y="553"/>
                </a:lnTo>
                <a:lnTo>
                  <a:pt x="222" y="554"/>
                </a:lnTo>
                <a:lnTo>
                  <a:pt x="222" y="555"/>
                </a:lnTo>
                <a:lnTo>
                  <a:pt x="221" y="556"/>
                </a:lnTo>
                <a:lnTo>
                  <a:pt x="222" y="557"/>
                </a:lnTo>
                <a:lnTo>
                  <a:pt x="221" y="558"/>
                </a:lnTo>
                <a:lnTo>
                  <a:pt x="220" y="559"/>
                </a:lnTo>
                <a:lnTo>
                  <a:pt x="219" y="560"/>
                </a:lnTo>
                <a:lnTo>
                  <a:pt x="219" y="561"/>
                </a:lnTo>
                <a:lnTo>
                  <a:pt x="219" y="562"/>
                </a:lnTo>
                <a:lnTo>
                  <a:pt x="219" y="563"/>
                </a:lnTo>
                <a:lnTo>
                  <a:pt x="219" y="564"/>
                </a:lnTo>
                <a:lnTo>
                  <a:pt x="219" y="565"/>
                </a:lnTo>
                <a:lnTo>
                  <a:pt x="218" y="566"/>
                </a:lnTo>
                <a:lnTo>
                  <a:pt x="218" y="567"/>
                </a:lnTo>
                <a:lnTo>
                  <a:pt x="218" y="568"/>
                </a:lnTo>
                <a:lnTo>
                  <a:pt x="217" y="569"/>
                </a:lnTo>
                <a:lnTo>
                  <a:pt x="216" y="569"/>
                </a:lnTo>
                <a:lnTo>
                  <a:pt x="216" y="570"/>
                </a:lnTo>
                <a:lnTo>
                  <a:pt x="215" y="570"/>
                </a:lnTo>
                <a:lnTo>
                  <a:pt x="215" y="571"/>
                </a:lnTo>
                <a:lnTo>
                  <a:pt x="214" y="572"/>
                </a:lnTo>
                <a:lnTo>
                  <a:pt x="213" y="572"/>
                </a:lnTo>
                <a:lnTo>
                  <a:pt x="213" y="573"/>
                </a:lnTo>
                <a:lnTo>
                  <a:pt x="212" y="573"/>
                </a:lnTo>
                <a:lnTo>
                  <a:pt x="212" y="574"/>
                </a:lnTo>
                <a:lnTo>
                  <a:pt x="213" y="574"/>
                </a:lnTo>
                <a:lnTo>
                  <a:pt x="212" y="575"/>
                </a:lnTo>
                <a:lnTo>
                  <a:pt x="211" y="575"/>
                </a:lnTo>
                <a:lnTo>
                  <a:pt x="210" y="576"/>
                </a:lnTo>
                <a:lnTo>
                  <a:pt x="210" y="577"/>
                </a:lnTo>
                <a:lnTo>
                  <a:pt x="211" y="577"/>
                </a:lnTo>
                <a:lnTo>
                  <a:pt x="210" y="577"/>
                </a:lnTo>
                <a:lnTo>
                  <a:pt x="210" y="578"/>
                </a:lnTo>
                <a:lnTo>
                  <a:pt x="211" y="578"/>
                </a:lnTo>
                <a:lnTo>
                  <a:pt x="211" y="579"/>
                </a:lnTo>
                <a:lnTo>
                  <a:pt x="211" y="580"/>
                </a:lnTo>
                <a:lnTo>
                  <a:pt x="210" y="581"/>
                </a:lnTo>
                <a:lnTo>
                  <a:pt x="209" y="582"/>
                </a:lnTo>
                <a:lnTo>
                  <a:pt x="209" y="581"/>
                </a:lnTo>
                <a:lnTo>
                  <a:pt x="208" y="582"/>
                </a:lnTo>
                <a:lnTo>
                  <a:pt x="209" y="582"/>
                </a:lnTo>
                <a:lnTo>
                  <a:pt x="209" y="583"/>
                </a:lnTo>
                <a:lnTo>
                  <a:pt x="208" y="583"/>
                </a:lnTo>
                <a:lnTo>
                  <a:pt x="209" y="583"/>
                </a:lnTo>
                <a:lnTo>
                  <a:pt x="209" y="584"/>
                </a:lnTo>
                <a:lnTo>
                  <a:pt x="209" y="585"/>
                </a:lnTo>
                <a:lnTo>
                  <a:pt x="208" y="585"/>
                </a:lnTo>
                <a:lnTo>
                  <a:pt x="207" y="585"/>
                </a:lnTo>
                <a:lnTo>
                  <a:pt x="206" y="585"/>
                </a:lnTo>
                <a:lnTo>
                  <a:pt x="206" y="586"/>
                </a:lnTo>
                <a:lnTo>
                  <a:pt x="205" y="586"/>
                </a:lnTo>
                <a:lnTo>
                  <a:pt x="204" y="587"/>
                </a:lnTo>
                <a:lnTo>
                  <a:pt x="203" y="588"/>
                </a:lnTo>
                <a:lnTo>
                  <a:pt x="203" y="589"/>
                </a:lnTo>
                <a:lnTo>
                  <a:pt x="202" y="591"/>
                </a:lnTo>
                <a:lnTo>
                  <a:pt x="202" y="592"/>
                </a:lnTo>
                <a:lnTo>
                  <a:pt x="202" y="593"/>
                </a:lnTo>
                <a:lnTo>
                  <a:pt x="202" y="594"/>
                </a:lnTo>
                <a:lnTo>
                  <a:pt x="201" y="594"/>
                </a:lnTo>
                <a:lnTo>
                  <a:pt x="201" y="595"/>
                </a:lnTo>
                <a:lnTo>
                  <a:pt x="200" y="595"/>
                </a:lnTo>
                <a:lnTo>
                  <a:pt x="200" y="594"/>
                </a:lnTo>
                <a:lnTo>
                  <a:pt x="199" y="595"/>
                </a:lnTo>
                <a:lnTo>
                  <a:pt x="198" y="595"/>
                </a:lnTo>
                <a:lnTo>
                  <a:pt x="197" y="596"/>
                </a:lnTo>
                <a:lnTo>
                  <a:pt x="196" y="596"/>
                </a:lnTo>
                <a:lnTo>
                  <a:pt x="196" y="597"/>
                </a:lnTo>
                <a:lnTo>
                  <a:pt x="195" y="597"/>
                </a:lnTo>
                <a:lnTo>
                  <a:pt x="194" y="597"/>
                </a:lnTo>
                <a:lnTo>
                  <a:pt x="193" y="597"/>
                </a:lnTo>
                <a:lnTo>
                  <a:pt x="192" y="598"/>
                </a:lnTo>
                <a:lnTo>
                  <a:pt x="191" y="598"/>
                </a:lnTo>
                <a:lnTo>
                  <a:pt x="190" y="598"/>
                </a:lnTo>
                <a:lnTo>
                  <a:pt x="188" y="598"/>
                </a:lnTo>
                <a:lnTo>
                  <a:pt x="188" y="599"/>
                </a:lnTo>
                <a:lnTo>
                  <a:pt x="187" y="598"/>
                </a:lnTo>
                <a:lnTo>
                  <a:pt x="187" y="599"/>
                </a:lnTo>
                <a:lnTo>
                  <a:pt x="186" y="599"/>
                </a:lnTo>
                <a:lnTo>
                  <a:pt x="184" y="600"/>
                </a:lnTo>
                <a:lnTo>
                  <a:pt x="183" y="600"/>
                </a:lnTo>
                <a:lnTo>
                  <a:pt x="183" y="601"/>
                </a:lnTo>
                <a:lnTo>
                  <a:pt x="182" y="602"/>
                </a:lnTo>
                <a:lnTo>
                  <a:pt x="181" y="603"/>
                </a:lnTo>
                <a:lnTo>
                  <a:pt x="181" y="604"/>
                </a:lnTo>
                <a:lnTo>
                  <a:pt x="180" y="605"/>
                </a:lnTo>
                <a:lnTo>
                  <a:pt x="180" y="606"/>
                </a:lnTo>
                <a:lnTo>
                  <a:pt x="180" y="607"/>
                </a:lnTo>
                <a:lnTo>
                  <a:pt x="179" y="607"/>
                </a:lnTo>
                <a:lnTo>
                  <a:pt x="178" y="607"/>
                </a:lnTo>
                <a:lnTo>
                  <a:pt x="177" y="608"/>
                </a:lnTo>
                <a:lnTo>
                  <a:pt x="178" y="608"/>
                </a:lnTo>
                <a:lnTo>
                  <a:pt x="177" y="608"/>
                </a:lnTo>
                <a:lnTo>
                  <a:pt x="177" y="609"/>
                </a:lnTo>
                <a:lnTo>
                  <a:pt x="176" y="609"/>
                </a:lnTo>
                <a:lnTo>
                  <a:pt x="177" y="609"/>
                </a:lnTo>
                <a:lnTo>
                  <a:pt x="176" y="610"/>
                </a:lnTo>
                <a:lnTo>
                  <a:pt x="175" y="610"/>
                </a:lnTo>
                <a:lnTo>
                  <a:pt x="174" y="611"/>
                </a:lnTo>
                <a:lnTo>
                  <a:pt x="175" y="611"/>
                </a:lnTo>
                <a:lnTo>
                  <a:pt x="175" y="612"/>
                </a:lnTo>
                <a:lnTo>
                  <a:pt x="174" y="613"/>
                </a:lnTo>
                <a:lnTo>
                  <a:pt x="173" y="613"/>
                </a:lnTo>
                <a:lnTo>
                  <a:pt x="173" y="614"/>
                </a:lnTo>
                <a:lnTo>
                  <a:pt x="172" y="614"/>
                </a:lnTo>
                <a:lnTo>
                  <a:pt x="172" y="613"/>
                </a:lnTo>
                <a:lnTo>
                  <a:pt x="171" y="613"/>
                </a:lnTo>
                <a:lnTo>
                  <a:pt x="171" y="614"/>
                </a:lnTo>
                <a:lnTo>
                  <a:pt x="171" y="615"/>
                </a:lnTo>
                <a:lnTo>
                  <a:pt x="171" y="616"/>
                </a:lnTo>
                <a:lnTo>
                  <a:pt x="170" y="616"/>
                </a:lnTo>
                <a:lnTo>
                  <a:pt x="170" y="617"/>
                </a:lnTo>
                <a:lnTo>
                  <a:pt x="170" y="618"/>
                </a:lnTo>
                <a:lnTo>
                  <a:pt x="170" y="619"/>
                </a:lnTo>
                <a:lnTo>
                  <a:pt x="170" y="620"/>
                </a:lnTo>
                <a:lnTo>
                  <a:pt x="170" y="621"/>
                </a:lnTo>
                <a:lnTo>
                  <a:pt x="169" y="622"/>
                </a:lnTo>
                <a:lnTo>
                  <a:pt x="168" y="623"/>
                </a:lnTo>
                <a:lnTo>
                  <a:pt x="167" y="624"/>
                </a:lnTo>
                <a:lnTo>
                  <a:pt x="166" y="625"/>
                </a:lnTo>
                <a:lnTo>
                  <a:pt x="166" y="626"/>
                </a:lnTo>
                <a:lnTo>
                  <a:pt x="166" y="627"/>
                </a:lnTo>
                <a:lnTo>
                  <a:pt x="165" y="627"/>
                </a:lnTo>
                <a:lnTo>
                  <a:pt x="165" y="628"/>
                </a:lnTo>
                <a:lnTo>
                  <a:pt x="165" y="629"/>
                </a:lnTo>
                <a:lnTo>
                  <a:pt x="166" y="629"/>
                </a:lnTo>
                <a:lnTo>
                  <a:pt x="166" y="630"/>
                </a:lnTo>
                <a:lnTo>
                  <a:pt x="166" y="631"/>
                </a:lnTo>
                <a:lnTo>
                  <a:pt x="167" y="630"/>
                </a:lnTo>
                <a:lnTo>
                  <a:pt x="168" y="631"/>
                </a:lnTo>
                <a:lnTo>
                  <a:pt x="168" y="632"/>
                </a:lnTo>
                <a:lnTo>
                  <a:pt x="168" y="633"/>
                </a:lnTo>
                <a:lnTo>
                  <a:pt x="167" y="634"/>
                </a:lnTo>
                <a:lnTo>
                  <a:pt x="167" y="635"/>
                </a:lnTo>
                <a:lnTo>
                  <a:pt x="166" y="635"/>
                </a:lnTo>
                <a:lnTo>
                  <a:pt x="167" y="636"/>
                </a:lnTo>
                <a:lnTo>
                  <a:pt x="168" y="636"/>
                </a:lnTo>
                <a:lnTo>
                  <a:pt x="169" y="636"/>
                </a:lnTo>
                <a:lnTo>
                  <a:pt x="169" y="637"/>
                </a:lnTo>
                <a:lnTo>
                  <a:pt x="170" y="637"/>
                </a:lnTo>
                <a:lnTo>
                  <a:pt x="171" y="637"/>
                </a:lnTo>
                <a:lnTo>
                  <a:pt x="171" y="638"/>
                </a:lnTo>
                <a:lnTo>
                  <a:pt x="170" y="638"/>
                </a:lnTo>
                <a:lnTo>
                  <a:pt x="170" y="639"/>
                </a:lnTo>
                <a:lnTo>
                  <a:pt x="170" y="640"/>
                </a:lnTo>
                <a:lnTo>
                  <a:pt x="171" y="640"/>
                </a:lnTo>
                <a:lnTo>
                  <a:pt x="171" y="641"/>
                </a:lnTo>
                <a:lnTo>
                  <a:pt x="171" y="642"/>
                </a:lnTo>
                <a:lnTo>
                  <a:pt x="172" y="642"/>
                </a:lnTo>
                <a:lnTo>
                  <a:pt x="172" y="641"/>
                </a:lnTo>
                <a:lnTo>
                  <a:pt x="172" y="642"/>
                </a:lnTo>
                <a:lnTo>
                  <a:pt x="173" y="642"/>
                </a:lnTo>
                <a:lnTo>
                  <a:pt x="173" y="644"/>
                </a:lnTo>
                <a:lnTo>
                  <a:pt x="172" y="645"/>
                </a:lnTo>
                <a:lnTo>
                  <a:pt x="171" y="645"/>
                </a:lnTo>
                <a:lnTo>
                  <a:pt x="171" y="646"/>
                </a:lnTo>
                <a:lnTo>
                  <a:pt x="172" y="646"/>
                </a:lnTo>
                <a:lnTo>
                  <a:pt x="173" y="646"/>
                </a:lnTo>
                <a:lnTo>
                  <a:pt x="174" y="645"/>
                </a:lnTo>
                <a:lnTo>
                  <a:pt x="175" y="645"/>
                </a:lnTo>
                <a:lnTo>
                  <a:pt x="176" y="645"/>
                </a:lnTo>
                <a:lnTo>
                  <a:pt x="176" y="644"/>
                </a:lnTo>
                <a:lnTo>
                  <a:pt x="177" y="644"/>
                </a:lnTo>
                <a:lnTo>
                  <a:pt x="178" y="644"/>
                </a:lnTo>
                <a:lnTo>
                  <a:pt x="178" y="645"/>
                </a:lnTo>
                <a:lnTo>
                  <a:pt x="178" y="646"/>
                </a:lnTo>
                <a:lnTo>
                  <a:pt x="178" y="647"/>
                </a:lnTo>
                <a:lnTo>
                  <a:pt x="177" y="647"/>
                </a:lnTo>
                <a:lnTo>
                  <a:pt x="177" y="648"/>
                </a:lnTo>
                <a:lnTo>
                  <a:pt x="178" y="648"/>
                </a:lnTo>
                <a:lnTo>
                  <a:pt x="179" y="648"/>
                </a:lnTo>
                <a:lnTo>
                  <a:pt x="179" y="649"/>
                </a:lnTo>
                <a:lnTo>
                  <a:pt x="178" y="649"/>
                </a:lnTo>
                <a:lnTo>
                  <a:pt x="179" y="649"/>
                </a:lnTo>
                <a:lnTo>
                  <a:pt x="180" y="649"/>
                </a:lnTo>
                <a:lnTo>
                  <a:pt x="181" y="649"/>
                </a:lnTo>
                <a:lnTo>
                  <a:pt x="182" y="650"/>
                </a:lnTo>
                <a:lnTo>
                  <a:pt x="182" y="651"/>
                </a:lnTo>
                <a:lnTo>
                  <a:pt x="182" y="652"/>
                </a:lnTo>
                <a:lnTo>
                  <a:pt x="183" y="652"/>
                </a:lnTo>
                <a:lnTo>
                  <a:pt x="183" y="653"/>
                </a:lnTo>
                <a:lnTo>
                  <a:pt x="183" y="654"/>
                </a:lnTo>
                <a:lnTo>
                  <a:pt x="183" y="655"/>
                </a:lnTo>
                <a:lnTo>
                  <a:pt x="182" y="655"/>
                </a:lnTo>
                <a:lnTo>
                  <a:pt x="182" y="656"/>
                </a:lnTo>
                <a:lnTo>
                  <a:pt x="183" y="656"/>
                </a:lnTo>
                <a:lnTo>
                  <a:pt x="183" y="657"/>
                </a:lnTo>
                <a:lnTo>
                  <a:pt x="182" y="658"/>
                </a:lnTo>
                <a:lnTo>
                  <a:pt x="183" y="658"/>
                </a:lnTo>
                <a:lnTo>
                  <a:pt x="183" y="659"/>
                </a:lnTo>
                <a:lnTo>
                  <a:pt x="183" y="660"/>
                </a:lnTo>
                <a:lnTo>
                  <a:pt x="183" y="661"/>
                </a:lnTo>
                <a:lnTo>
                  <a:pt x="183" y="662"/>
                </a:lnTo>
                <a:lnTo>
                  <a:pt x="184" y="662"/>
                </a:lnTo>
                <a:lnTo>
                  <a:pt x="183" y="662"/>
                </a:lnTo>
                <a:lnTo>
                  <a:pt x="182" y="662"/>
                </a:lnTo>
                <a:lnTo>
                  <a:pt x="182" y="661"/>
                </a:lnTo>
                <a:lnTo>
                  <a:pt x="182" y="660"/>
                </a:lnTo>
                <a:lnTo>
                  <a:pt x="181" y="660"/>
                </a:lnTo>
                <a:lnTo>
                  <a:pt x="181" y="659"/>
                </a:lnTo>
                <a:lnTo>
                  <a:pt x="180" y="660"/>
                </a:lnTo>
                <a:lnTo>
                  <a:pt x="180" y="661"/>
                </a:lnTo>
                <a:lnTo>
                  <a:pt x="180" y="662"/>
                </a:lnTo>
                <a:lnTo>
                  <a:pt x="180" y="663"/>
                </a:lnTo>
                <a:lnTo>
                  <a:pt x="179" y="662"/>
                </a:lnTo>
                <a:lnTo>
                  <a:pt x="178" y="663"/>
                </a:lnTo>
                <a:lnTo>
                  <a:pt x="177" y="664"/>
                </a:lnTo>
                <a:lnTo>
                  <a:pt x="176" y="663"/>
                </a:lnTo>
                <a:lnTo>
                  <a:pt x="176" y="662"/>
                </a:lnTo>
                <a:lnTo>
                  <a:pt x="176" y="661"/>
                </a:lnTo>
                <a:lnTo>
                  <a:pt x="176" y="662"/>
                </a:lnTo>
                <a:lnTo>
                  <a:pt x="176" y="663"/>
                </a:lnTo>
                <a:lnTo>
                  <a:pt x="176" y="664"/>
                </a:lnTo>
                <a:lnTo>
                  <a:pt x="175" y="664"/>
                </a:lnTo>
                <a:lnTo>
                  <a:pt x="174" y="664"/>
                </a:lnTo>
                <a:lnTo>
                  <a:pt x="173" y="664"/>
                </a:lnTo>
                <a:lnTo>
                  <a:pt x="173" y="665"/>
                </a:lnTo>
                <a:lnTo>
                  <a:pt x="174" y="666"/>
                </a:lnTo>
                <a:lnTo>
                  <a:pt x="173" y="666"/>
                </a:lnTo>
                <a:lnTo>
                  <a:pt x="173" y="667"/>
                </a:lnTo>
                <a:lnTo>
                  <a:pt x="172" y="668"/>
                </a:lnTo>
                <a:lnTo>
                  <a:pt x="171" y="669"/>
                </a:lnTo>
                <a:lnTo>
                  <a:pt x="170" y="669"/>
                </a:lnTo>
                <a:lnTo>
                  <a:pt x="170" y="668"/>
                </a:lnTo>
                <a:lnTo>
                  <a:pt x="169" y="668"/>
                </a:lnTo>
                <a:lnTo>
                  <a:pt x="169" y="669"/>
                </a:lnTo>
                <a:lnTo>
                  <a:pt x="168" y="669"/>
                </a:lnTo>
                <a:lnTo>
                  <a:pt x="167" y="668"/>
                </a:lnTo>
                <a:lnTo>
                  <a:pt x="167" y="667"/>
                </a:lnTo>
                <a:lnTo>
                  <a:pt x="166" y="667"/>
                </a:lnTo>
                <a:lnTo>
                  <a:pt x="166" y="666"/>
                </a:lnTo>
                <a:lnTo>
                  <a:pt x="167" y="666"/>
                </a:lnTo>
                <a:lnTo>
                  <a:pt x="167" y="665"/>
                </a:lnTo>
                <a:lnTo>
                  <a:pt x="167" y="664"/>
                </a:lnTo>
                <a:lnTo>
                  <a:pt x="166" y="664"/>
                </a:lnTo>
                <a:lnTo>
                  <a:pt x="165" y="664"/>
                </a:lnTo>
                <a:lnTo>
                  <a:pt x="164" y="663"/>
                </a:lnTo>
                <a:lnTo>
                  <a:pt x="164" y="662"/>
                </a:lnTo>
                <a:lnTo>
                  <a:pt x="163" y="661"/>
                </a:lnTo>
                <a:lnTo>
                  <a:pt x="163" y="660"/>
                </a:lnTo>
                <a:lnTo>
                  <a:pt x="163" y="659"/>
                </a:lnTo>
                <a:lnTo>
                  <a:pt x="162" y="659"/>
                </a:lnTo>
                <a:lnTo>
                  <a:pt x="162" y="658"/>
                </a:lnTo>
                <a:lnTo>
                  <a:pt x="161" y="658"/>
                </a:lnTo>
                <a:lnTo>
                  <a:pt x="161" y="657"/>
                </a:lnTo>
                <a:lnTo>
                  <a:pt x="160" y="657"/>
                </a:lnTo>
                <a:lnTo>
                  <a:pt x="160" y="658"/>
                </a:lnTo>
                <a:lnTo>
                  <a:pt x="160" y="657"/>
                </a:lnTo>
                <a:lnTo>
                  <a:pt x="159" y="657"/>
                </a:lnTo>
                <a:lnTo>
                  <a:pt x="158" y="657"/>
                </a:lnTo>
                <a:lnTo>
                  <a:pt x="158" y="656"/>
                </a:lnTo>
                <a:lnTo>
                  <a:pt x="157" y="656"/>
                </a:lnTo>
                <a:lnTo>
                  <a:pt x="158" y="656"/>
                </a:lnTo>
                <a:lnTo>
                  <a:pt x="157" y="657"/>
                </a:lnTo>
                <a:lnTo>
                  <a:pt x="156" y="658"/>
                </a:lnTo>
                <a:lnTo>
                  <a:pt x="155" y="658"/>
                </a:lnTo>
                <a:lnTo>
                  <a:pt x="154" y="658"/>
                </a:lnTo>
                <a:lnTo>
                  <a:pt x="155" y="658"/>
                </a:lnTo>
                <a:lnTo>
                  <a:pt x="154" y="657"/>
                </a:lnTo>
                <a:lnTo>
                  <a:pt x="153" y="657"/>
                </a:lnTo>
                <a:lnTo>
                  <a:pt x="153" y="656"/>
                </a:lnTo>
                <a:lnTo>
                  <a:pt x="152" y="656"/>
                </a:lnTo>
                <a:lnTo>
                  <a:pt x="151" y="656"/>
                </a:lnTo>
                <a:lnTo>
                  <a:pt x="150" y="656"/>
                </a:lnTo>
                <a:lnTo>
                  <a:pt x="150" y="657"/>
                </a:lnTo>
                <a:lnTo>
                  <a:pt x="149" y="657"/>
                </a:lnTo>
                <a:lnTo>
                  <a:pt x="149" y="658"/>
                </a:lnTo>
                <a:lnTo>
                  <a:pt x="148" y="659"/>
                </a:lnTo>
                <a:lnTo>
                  <a:pt x="149" y="659"/>
                </a:lnTo>
                <a:lnTo>
                  <a:pt x="149" y="660"/>
                </a:lnTo>
                <a:lnTo>
                  <a:pt x="148" y="660"/>
                </a:lnTo>
                <a:lnTo>
                  <a:pt x="147" y="660"/>
                </a:lnTo>
                <a:lnTo>
                  <a:pt x="147" y="659"/>
                </a:lnTo>
                <a:lnTo>
                  <a:pt x="146" y="659"/>
                </a:lnTo>
                <a:lnTo>
                  <a:pt x="145" y="659"/>
                </a:lnTo>
                <a:lnTo>
                  <a:pt x="145" y="660"/>
                </a:lnTo>
                <a:lnTo>
                  <a:pt x="144" y="661"/>
                </a:lnTo>
                <a:lnTo>
                  <a:pt x="144" y="662"/>
                </a:lnTo>
                <a:lnTo>
                  <a:pt x="144" y="663"/>
                </a:lnTo>
                <a:lnTo>
                  <a:pt x="144" y="664"/>
                </a:lnTo>
                <a:lnTo>
                  <a:pt x="144" y="665"/>
                </a:lnTo>
                <a:lnTo>
                  <a:pt x="144" y="666"/>
                </a:lnTo>
                <a:lnTo>
                  <a:pt x="143" y="667"/>
                </a:lnTo>
                <a:lnTo>
                  <a:pt x="142" y="667"/>
                </a:lnTo>
                <a:lnTo>
                  <a:pt x="141" y="669"/>
                </a:lnTo>
                <a:lnTo>
                  <a:pt x="140" y="670"/>
                </a:lnTo>
                <a:lnTo>
                  <a:pt x="141" y="670"/>
                </a:lnTo>
                <a:lnTo>
                  <a:pt x="140" y="671"/>
                </a:lnTo>
                <a:lnTo>
                  <a:pt x="139" y="671"/>
                </a:lnTo>
                <a:lnTo>
                  <a:pt x="138" y="671"/>
                </a:lnTo>
                <a:lnTo>
                  <a:pt x="137" y="671"/>
                </a:lnTo>
                <a:lnTo>
                  <a:pt x="137" y="670"/>
                </a:lnTo>
                <a:lnTo>
                  <a:pt x="136" y="671"/>
                </a:lnTo>
                <a:lnTo>
                  <a:pt x="135" y="671"/>
                </a:lnTo>
                <a:lnTo>
                  <a:pt x="134" y="672"/>
                </a:lnTo>
                <a:lnTo>
                  <a:pt x="134" y="671"/>
                </a:lnTo>
                <a:lnTo>
                  <a:pt x="133" y="671"/>
                </a:lnTo>
                <a:lnTo>
                  <a:pt x="133" y="672"/>
                </a:lnTo>
                <a:lnTo>
                  <a:pt x="131" y="672"/>
                </a:lnTo>
                <a:lnTo>
                  <a:pt x="131" y="671"/>
                </a:lnTo>
                <a:lnTo>
                  <a:pt x="133" y="670"/>
                </a:lnTo>
                <a:lnTo>
                  <a:pt x="133" y="669"/>
                </a:lnTo>
                <a:lnTo>
                  <a:pt x="133" y="668"/>
                </a:lnTo>
                <a:lnTo>
                  <a:pt x="133" y="667"/>
                </a:lnTo>
                <a:lnTo>
                  <a:pt x="131" y="667"/>
                </a:lnTo>
                <a:lnTo>
                  <a:pt x="131" y="666"/>
                </a:lnTo>
                <a:lnTo>
                  <a:pt x="130" y="666"/>
                </a:lnTo>
                <a:lnTo>
                  <a:pt x="130" y="665"/>
                </a:lnTo>
                <a:lnTo>
                  <a:pt x="131" y="664"/>
                </a:lnTo>
                <a:lnTo>
                  <a:pt x="131" y="663"/>
                </a:lnTo>
                <a:lnTo>
                  <a:pt x="130" y="663"/>
                </a:lnTo>
                <a:lnTo>
                  <a:pt x="129" y="663"/>
                </a:lnTo>
                <a:lnTo>
                  <a:pt x="128" y="663"/>
                </a:lnTo>
                <a:lnTo>
                  <a:pt x="127" y="663"/>
                </a:lnTo>
                <a:lnTo>
                  <a:pt x="126" y="663"/>
                </a:lnTo>
                <a:lnTo>
                  <a:pt x="126" y="664"/>
                </a:lnTo>
                <a:lnTo>
                  <a:pt x="125" y="664"/>
                </a:lnTo>
                <a:lnTo>
                  <a:pt x="124" y="664"/>
                </a:lnTo>
                <a:lnTo>
                  <a:pt x="123" y="664"/>
                </a:lnTo>
                <a:lnTo>
                  <a:pt x="123" y="665"/>
                </a:lnTo>
                <a:lnTo>
                  <a:pt x="122" y="665"/>
                </a:lnTo>
                <a:lnTo>
                  <a:pt x="122" y="664"/>
                </a:lnTo>
                <a:lnTo>
                  <a:pt x="121" y="664"/>
                </a:lnTo>
                <a:lnTo>
                  <a:pt x="120" y="664"/>
                </a:lnTo>
                <a:lnTo>
                  <a:pt x="119" y="664"/>
                </a:lnTo>
                <a:lnTo>
                  <a:pt x="118" y="664"/>
                </a:lnTo>
                <a:lnTo>
                  <a:pt x="118" y="665"/>
                </a:lnTo>
                <a:lnTo>
                  <a:pt x="117" y="665"/>
                </a:lnTo>
                <a:lnTo>
                  <a:pt x="117" y="664"/>
                </a:lnTo>
                <a:lnTo>
                  <a:pt x="118" y="664"/>
                </a:lnTo>
                <a:lnTo>
                  <a:pt x="117" y="664"/>
                </a:lnTo>
                <a:lnTo>
                  <a:pt x="117" y="663"/>
                </a:lnTo>
                <a:lnTo>
                  <a:pt x="116" y="663"/>
                </a:lnTo>
                <a:lnTo>
                  <a:pt x="116" y="662"/>
                </a:lnTo>
                <a:lnTo>
                  <a:pt x="115" y="662"/>
                </a:lnTo>
                <a:lnTo>
                  <a:pt x="114" y="662"/>
                </a:lnTo>
                <a:lnTo>
                  <a:pt x="114" y="663"/>
                </a:lnTo>
                <a:lnTo>
                  <a:pt x="113" y="663"/>
                </a:lnTo>
                <a:lnTo>
                  <a:pt x="112" y="663"/>
                </a:lnTo>
                <a:lnTo>
                  <a:pt x="111" y="663"/>
                </a:lnTo>
                <a:lnTo>
                  <a:pt x="110" y="663"/>
                </a:lnTo>
                <a:lnTo>
                  <a:pt x="108" y="663"/>
                </a:lnTo>
                <a:lnTo>
                  <a:pt x="107" y="663"/>
                </a:lnTo>
                <a:lnTo>
                  <a:pt x="107" y="664"/>
                </a:lnTo>
                <a:lnTo>
                  <a:pt x="106" y="664"/>
                </a:lnTo>
                <a:lnTo>
                  <a:pt x="105" y="664"/>
                </a:lnTo>
                <a:lnTo>
                  <a:pt x="105" y="665"/>
                </a:lnTo>
                <a:lnTo>
                  <a:pt x="104" y="665"/>
                </a:lnTo>
                <a:lnTo>
                  <a:pt x="104" y="664"/>
                </a:lnTo>
                <a:lnTo>
                  <a:pt x="103" y="664"/>
                </a:lnTo>
                <a:lnTo>
                  <a:pt x="103" y="665"/>
                </a:lnTo>
                <a:lnTo>
                  <a:pt x="102" y="665"/>
                </a:lnTo>
                <a:lnTo>
                  <a:pt x="102" y="666"/>
                </a:lnTo>
                <a:lnTo>
                  <a:pt x="101" y="666"/>
                </a:lnTo>
                <a:lnTo>
                  <a:pt x="101" y="665"/>
                </a:lnTo>
                <a:lnTo>
                  <a:pt x="101" y="664"/>
                </a:lnTo>
                <a:lnTo>
                  <a:pt x="102" y="664"/>
                </a:lnTo>
                <a:lnTo>
                  <a:pt x="101" y="664"/>
                </a:lnTo>
                <a:lnTo>
                  <a:pt x="101" y="663"/>
                </a:lnTo>
                <a:lnTo>
                  <a:pt x="100" y="663"/>
                </a:lnTo>
                <a:lnTo>
                  <a:pt x="100" y="662"/>
                </a:lnTo>
                <a:lnTo>
                  <a:pt x="99" y="662"/>
                </a:lnTo>
                <a:lnTo>
                  <a:pt x="98" y="662"/>
                </a:lnTo>
                <a:lnTo>
                  <a:pt x="98" y="661"/>
                </a:lnTo>
                <a:lnTo>
                  <a:pt x="97" y="661"/>
                </a:lnTo>
                <a:lnTo>
                  <a:pt x="97" y="660"/>
                </a:lnTo>
                <a:lnTo>
                  <a:pt x="96" y="660"/>
                </a:lnTo>
                <a:lnTo>
                  <a:pt x="95" y="660"/>
                </a:lnTo>
                <a:lnTo>
                  <a:pt x="94" y="659"/>
                </a:lnTo>
                <a:lnTo>
                  <a:pt x="93" y="659"/>
                </a:lnTo>
                <a:lnTo>
                  <a:pt x="92" y="659"/>
                </a:lnTo>
                <a:lnTo>
                  <a:pt x="91" y="659"/>
                </a:lnTo>
                <a:lnTo>
                  <a:pt x="91" y="658"/>
                </a:lnTo>
                <a:lnTo>
                  <a:pt x="90" y="658"/>
                </a:lnTo>
                <a:lnTo>
                  <a:pt x="90" y="657"/>
                </a:lnTo>
                <a:lnTo>
                  <a:pt x="90" y="656"/>
                </a:lnTo>
                <a:lnTo>
                  <a:pt x="89" y="656"/>
                </a:lnTo>
                <a:lnTo>
                  <a:pt x="88" y="657"/>
                </a:lnTo>
                <a:lnTo>
                  <a:pt x="87" y="657"/>
                </a:lnTo>
                <a:lnTo>
                  <a:pt x="87" y="656"/>
                </a:lnTo>
                <a:lnTo>
                  <a:pt x="86" y="656"/>
                </a:lnTo>
                <a:lnTo>
                  <a:pt x="86" y="657"/>
                </a:lnTo>
                <a:lnTo>
                  <a:pt x="86" y="656"/>
                </a:lnTo>
                <a:lnTo>
                  <a:pt x="86" y="655"/>
                </a:lnTo>
                <a:lnTo>
                  <a:pt x="85" y="654"/>
                </a:lnTo>
                <a:lnTo>
                  <a:pt x="85" y="655"/>
                </a:lnTo>
                <a:lnTo>
                  <a:pt x="84" y="655"/>
                </a:lnTo>
                <a:lnTo>
                  <a:pt x="83" y="655"/>
                </a:lnTo>
                <a:lnTo>
                  <a:pt x="82" y="655"/>
                </a:lnTo>
                <a:lnTo>
                  <a:pt x="82" y="654"/>
                </a:lnTo>
                <a:lnTo>
                  <a:pt x="81" y="654"/>
                </a:lnTo>
                <a:lnTo>
                  <a:pt x="81" y="653"/>
                </a:lnTo>
                <a:lnTo>
                  <a:pt x="80" y="653"/>
                </a:lnTo>
                <a:lnTo>
                  <a:pt x="80" y="652"/>
                </a:lnTo>
                <a:lnTo>
                  <a:pt x="80" y="651"/>
                </a:lnTo>
                <a:lnTo>
                  <a:pt x="79" y="651"/>
                </a:lnTo>
                <a:lnTo>
                  <a:pt x="78" y="651"/>
                </a:lnTo>
                <a:lnTo>
                  <a:pt x="78" y="652"/>
                </a:lnTo>
                <a:lnTo>
                  <a:pt x="77" y="652"/>
                </a:lnTo>
                <a:lnTo>
                  <a:pt x="76" y="652"/>
                </a:lnTo>
                <a:lnTo>
                  <a:pt x="75" y="652"/>
                </a:lnTo>
                <a:lnTo>
                  <a:pt x="73" y="651"/>
                </a:lnTo>
                <a:lnTo>
                  <a:pt x="72" y="651"/>
                </a:lnTo>
                <a:lnTo>
                  <a:pt x="71" y="651"/>
                </a:lnTo>
                <a:lnTo>
                  <a:pt x="70" y="652"/>
                </a:lnTo>
                <a:lnTo>
                  <a:pt x="69" y="651"/>
                </a:lnTo>
                <a:lnTo>
                  <a:pt x="69" y="650"/>
                </a:lnTo>
                <a:lnTo>
                  <a:pt x="68" y="650"/>
                </a:lnTo>
                <a:lnTo>
                  <a:pt x="67" y="650"/>
                </a:lnTo>
                <a:lnTo>
                  <a:pt x="67" y="651"/>
                </a:lnTo>
                <a:lnTo>
                  <a:pt x="67" y="652"/>
                </a:lnTo>
                <a:lnTo>
                  <a:pt x="66" y="652"/>
                </a:lnTo>
                <a:lnTo>
                  <a:pt x="65" y="652"/>
                </a:lnTo>
                <a:lnTo>
                  <a:pt x="65" y="653"/>
                </a:lnTo>
                <a:lnTo>
                  <a:pt x="64" y="653"/>
                </a:lnTo>
                <a:lnTo>
                  <a:pt x="64" y="652"/>
                </a:lnTo>
                <a:lnTo>
                  <a:pt x="64" y="651"/>
                </a:lnTo>
                <a:lnTo>
                  <a:pt x="64" y="650"/>
                </a:lnTo>
                <a:lnTo>
                  <a:pt x="63" y="650"/>
                </a:lnTo>
                <a:lnTo>
                  <a:pt x="62" y="650"/>
                </a:lnTo>
                <a:lnTo>
                  <a:pt x="62" y="649"/>
                </a:lnTo>
                <a:lnTo>
                  <a:pt x="61" y="649"/>
                </a:lnTo>
                <a:lnTo>
                  <a:pt x="60" y="649"/>
                </a:lnTo>
                <a:lnTo>
                  <a:pt x="60" y="650"/>
                </a:lnTo>
                <a:lnTo>
                  <a:pt x="59" y="650"/>
                </a:lnTo>
                <a:lnTo>
                  <a:pt x="59" y="649"/>
                </a:lnTo>
                <a:lnTo>
                  <a:pt x="59" y="650"/>
                </a:lnTo>
                <a:lnTo>
                  <a:pt x="58" y="650"/>
                </a:lnTo>
                <a:lnTo>
                  <a:pt x="58" y="649"/>
                </a:lnTo>
                <a:lnTo>
                  <a:pt x="57" y="649"/>
                </a:lnTo>
                <a:lnTo>
                  <a:pt x="57" y="650"/>
                </a:lnTo>
                <a:lnTo>
                  <a:pt x="56" y="650"/>
                </a:lnTo>
                <a:lnTo>
                  <a:pt x="54" y="650"/>
                </a:lnTo>
                <a:lnTo>
                  <a:pt x="54" y="649"/>
                </a:lnTo>
                <a:lnTo>
                  <a:pt x="54" y="648"/>
                </a:lnTo>
                <a:lnTo>
                  <a:pt x="53" y="648"/>
                </a:lnTo>
                <a:lnTo>
                  <a:pt x="53" y="647"/>
                </a:lnTo>
                <a:lnTo>
                  <a:pt x="52" y="647"/>
                </a:lnTo>
                <a:lnTo>
                  <a:pt x="52" y="646"/>
                </a:lnTo>
                <a:lnTo>
                  <a:pt x="53" y="646"/>
                </a:lnTo>
                <a:lnTo>
                  <a:pt x="53" y="645"/>
                </a:lnTo>
                <a:lnTo>
                  <a:pt x="54" y="645"/>
                </a:lnTo>
                <a:lnTo>
                  <a:pt x="54" y="644"/>
                </a:lnTo>
                <a:lnTo>
                  <a:pt x="53" y="644"/>
                </a:lnTo>
                <a:lnTo>
                  <a:pt x="51" y="644"/>
                </a:lnTo>
                <a:lnTo>
                  <a:pt x="51" y="643"/>
                </a:lnTo>
                <a:lnTo>
                  <a:pt x="51" y="642"/>
                </a:lnTo>
                <a:lnTo>
                  <a:pt x="52" y="642"/>
                </a:lnTo>
                <a:lnTo>
                  <a:pt x="51" y="641"/>
                </a:lnTo>
                <a:lnTo>
                  <a:pt x="50" y="641"/>
                </a:lnTo>
                <a:lnTo>
                  <a:pt x="50" y="642"/>
                </a:lnTo>
                <a:lnTo>
                  <a:pt x="49" y="642"/>
                </a:lnTo>
                <a:lnTo>
                  <a:pt x="48" y="641"/>
                </a:lnTo>
                <a:lnTo>
                  <a:pt x="47" y="641"/>
                </a:lnTo>
                <a:lnTo>
                  <a:pt x="46" y="641"/>
                </a:lnTo>
                <a:lnTo>
                  <a:pt x="46" y="642"/>
                </a:lnTo>
                <a:lnTo>
                  <a:pt x="47" y="642"/>
                </a:lnTo>
                <a:lnTo>
                  <a:pt x="48" y="642"/>
                </a:lnTo>
                <a:lnTo>
                  <a:pt x="49" y="643"/>
                </a:lnTo>
                <a:lnTo>
                  <a:pt x="49" y="644"/>
                </a:lnTo>
                <a:lnTo>
                  <a:pt x="48" y="645"/>
                </a:lnTo>
                <a:lnTo>
                  <a:pt x="47" y="645"/>
                </a:lnTo>
                <a:lnTo>
                  <a:pt x="47" y="644"/>
                </a:lnTo>
                <a:lnTo>
                  <a:pt x="46" y="643"/>
                </a:lnTo>
                <a:lnTo>
                  <a:pt x="45" y="641"/>
                </a:lnTo>
                <a:lnTo>
                  <a:pt x="44" y="641"/>
                </a:lnTo>
                <a:lnTo>
                  <a:pt x="44" y="642"/>
                </a:lnTo>
                <a:lnTo>
                  <a:pt x="45" y="642"/>
                </a:lnTo>
                <a:lnTo>
                  <a:pt x="45" y="643"/>
                </a:lnTo>
                <a:lnTo>
                  <a:pt x="44" y="643"/>
                </a:lnTo>
                <a:lnTo>
                  <a:pt x="43" y="643"/>
                </a:lnTo>
                <a:lnTo>
                  <a:pt x="43" y="644"/>
                </a:lnTo>
                <a:lnTo>
                  <a:pt x="43" y="645"/>
                </a:lnTo>
                <a:lnTo>
                  <a:pt x="41" y="645"/>
                </a:lnTo>
                <a:lnTo>
                  <a:pt x="40" y="645"/>
                </a:lnTo>
                <a:lnTo>
                  <a:pt x="39" y="642"/>
                </a:lnTo>
                <a:lnTo>
                  <a:pt x="38" y="641"/>
                </a:lnTo>
                <a:lnTo>
                  <a:pt x="37" y="641"/>
                </a:lnTo>
                <a:lnTo>
                  <a:pt x="36" y="641"/>
                </a:lnTo>
                <a:lnTo>
                  <a:pt x="35" y="642"/>
                </a:lnTo>
                <a:lnTo>
                  <a:pt x="35" y="643"/>
                </a:lnTo>
                <a:lnTo>
                  <a:pt x="36" y="643"/>
                </a:lnTo>
                <a:lnTo>
                  <a:pt x="36" y="644"/>
                </a:lnTo>
                <a:lnTo>
                  <a:pt x="35" y="644"/>
                </a:lnTo>
                <a:lnTo>
                  <a:pt x="35" y="643"/>
                </a:lnTo>
                <a:lnTo>
                  <a:pt x="34" y="643"/>
                </a:lnTo>
                <a:lnTo>
                  <a:pt x="33" y="644"/>
                </a:lnTo>
                <a:lnTo>
                  <a:pt x="32" y="644"/>
                </a:lnTo>
                <a:lnTo>
                  <a:pt x="31" y="643"/>
                </a:lnTo>
                <a:lnTo>
                  <a:pt x="31" y="642"/>
                </a:lnTo>
                <a:lnTo>
                  <a:pt x="30" y="642"/>
                </a:lnTo>
                <a:lnTo>
                  <a:pt x="29" y="642"/>
                </a:lnTo>
                <a:lnTo>
                  <a:pt x="28" y="642"/>
                </a:lnTo>
                <a:lnTo>
                  <a:pt x="27" y="641"/>
                </a:lnTo>
                <a:lnTo>
                  <a:pt x="26" y="640"/>
                </a:lnTo>
                <a:lnTo>
                  <a:pt x="25" y="640"/>
                </a:lnTo>
                <a:lnTo>
                  <a:pt x="25" y="641"/>
                </a:lnTo>
                <a:lnTo>
                  <a:pt x="25" y="640"/>
                </a:lnTo>
                <a:lnTo>
                  <a:pt x="26" y="640"/>
                </a:lnTo>
                <a:lnTo>
                  <a:pt x="25" y="639"/>
                </a:lnTo>
                <a:lnTo>
                  <a:pt x="24" y="639"/>
                </a:lnTo>
                <a:lnTo>
                  <a:pt x="24" y="637"/>
                </a:lnTo>
                <a:lnTo>
                  <a:pt x="23" y="636"/>
                </a:lnTo>
                <a:lnTo>
                  <a:pt x="23" y="634"/>
                </a:lnTo>
                <a:lnTo>
                  <a:pt x="22" y="634"/>
                </a:lnTo>
                <a:lnTo>
                  <a:pt x="21" y="634"/>
                </a:lnTo>
                <a:lnTo>
                  <a:pt x="20" y="634"/>
                </a:lnTo>
                <a:lnTo>
                  <a:pt x="18" y="634"/>
                </a:lnTo>
                <a:lnTo>
                  <a:pt x="17" y="633"/>
                </a:lnTo>
                <a:lnTo>
                  <a:pt x="16" y="632"/>
                </a:lnTo>
                <a:lnTo>
                  <a:pt x="15" y="631"/>
                </a:lnTo>
                <a:lnTo>
                  <a:pt x="14" y="630"/>
                </a:lnTo>
                <a:lnTo>
                  <a:pt x="13" y="631"/>
                </a:lnTo>
                <a:lnTo>
                  <a:pt x="12" y="631"/>
                </a:lnTo>
                <a:lnTo>
                  <a:pt x="11" y="631"/>
                </a:lnTo>
                <a:lnTo>
                  <a:pt x="11" y="629"/>
                </a:lnTo>
                <a:lnTo>
                  <a:pt x="11" y="628"/>
                </a:lnTo>
                <a:lnTo>
                  <a:pt x="9" y="627"/>
                </a:lnTo>
                <a:lnTo>
                  <a:pt x="8" y="627"/>
                </a:lnTo>
                <a:lnTo>
                  <a:pt x="9" y="625"/>
                </a:lnTo>
                <a:lnTo>
                  <a:pt x="9" y="624"/>
                </a:lnTo>
                <a:lnTo>
                  <a:pt x="9" y="623"/>
                </a:lnTo>
                <a:lnTo>
                  <a:pt x="8" y="623"/>
                </a:lnTo>
                <a:lnTo>
                  <a:pt x="7" y="623"/>
                </a:lnTo>
                <a:lnTo>
                  <a:pt x="7" y="622"/>
                </a:lnTo>
                <a:lnTo>
                  <a:pt x="8" y="622"/>
                </a:lnTo>
                <a:lnTo>
                  <a:pt x="9" y="622"/>
                </a:lnTo>
                <a:lnTo>
                  <a:pt x="10" y="622"/>
                </a:lnTo>
                <a:lnTo>
                  <a:pt x="11" y="622"/>
                </a:lnTo>
                <a:lnTo>
                  <a:pt x="12" y="621"/>
                </a:lnTo>
                <a:lnTo>
                  <a:pt x="12" y="620"/>
                </a:lnTo>
                <a:lnTo>
                  <a:pt x="10" y="619"/>
                </a:lnTo>
                <a:lnTo>
                  <a:pt x="8" y="618"/>
                </a:lnTo>
                <a:lnTo>
                  <a:pt x="8" y="617"/>
                </a:lnTo>
                <a:lnTo>
                  <a:pt x="7" y="617"/>
                </a:lnTo>
                <a:lnTo>
                  <a:pt x="7" y="616"/>
                </a:lnTo>
                <a:lnTo>
                  <a:pt x="8" y="615"/>
                </a:lnTo>
                <a:lnTo>
                  <a:pt x="8" y="614"/>
                </a:lnTo>
                <a:lnTo>
                  <a:pt x="6" y="614"/>
                </a:lnTo>
                <a:lnTo>
                  <a:pt x="2" y="612"/>
                </a:lnTo>
                <a:lnTo>
                  <a:pt x="1" y="611"/>
                </a:lnTo>
                <a:lnTo>
                  <a:pt x="1" y="610"/>
                </a:lnTo>
                <a:lnTo>
                  <a:pt x="2" y="610"/>
                </a:lnTo>
                <a:lnTo>
                  <a:pt x="3" y="609"/>
                </a:lnTo>
                <a:lnTo>
                  <a:pt x="3" y="608"/>
                </a:lnTo>
                <a:lnTo>
                  <a:pt x="4" y="607"/>
                </a:lnTo>
                <a:lnTo>
                  <a:pt x="5" y="607"/>
                </a:lnTo>
                <a:lnTo>
                  <a:pt x="5" y="606"/>
                </a:lnTo>
                <a:lnTo>
                  <a:pt x="4" y="605"/>
                </a:lnTo>
                <a:lnTo>
                  <a:pt x="3" y="605"/>
                </a:lnTo>
                <a:lnTo>
                  <a:pt x="2" y="605"/>
                </a:lnTo>
                <a:lnTo>
                  <a:pt x="1" y="606"/>
                </a:lnTo>
                <a:lnTo>
                  <a:pt x="1" y="605"/>
                </a:lnTo>
                <a:lnTo>
                  <a:pt x="0" y="605"/>
                </a:lnTo>
                <a:lnTo>
                  <a:pt x="0" y="604"/>
                </a:lnTo>
                <a:lnTo>
                  <a:pt x="2" y="602"/>
                </a:lnTo>
                <a:lnTo>
                  <a:pt x="3" y="602"/>
                </a:lnTo>
                <a:lnTo>
                  <a:pt x="4" y="602"/>
                </a:lnTo>
                <a:lnTo>
                  <a:pt x="5" y="602"/>
                </a:lnTo>
                <a:lnTo>
                  <a:pt x="5" y="603"/>
                </a:lnTo>
                <a:lnTo>
                  <a:pt x="6" y="603"/>
                </a:lnTo>
                <a:lnTo>
                  <a:pt x="6" y="602"/>
                </a:lnTo>
                <a:lnTo>
                  <a:pt x="7" y="602"/>
                </a:lnTo>
                <a:lnTo>
                  <a:pt x="7" y="601"/>
                </a:lnTo>
                <a:lnTo>
                  <a:pt x="7" y="600"/>
                </a:lnTo>
                <a:lnTo>
                  <a:pt x="10" y="599"/>
                </a:lnTo>
                <a:lnTo>
                  <a:pt x="11" y="600"/>
                </a:lnTo>
                <a:lnTo>
                  <a:pt x="10" y="600"/>
                </a:lnTo>
                <a:lnTo>
                  <a:pt x="11" y="600"/>
                </a:lnTo>
                <a:lnTo>
                  <a:pt x="12" y="601"/>
                </a:lnTo>
                <a:lnTo>
                  <a:pt x="14" y="600"/>
                </a:lnTo>
                <a:lnTo>
                  <a:pt x="16" y="598"/>
                </a:lnTo>
                <a:lnTo>
                  <a:pt x="18" y="597"/>
                </a:lnTo>
                <a:lnTo>
                  <a:pt x="19" y="596"/>
                </a:lnTo>
                <a:lnTo>
                  <a:pt x="19" y="595"/>
                </a:lnTo>
                <a:lnTo>
                  <a:pt x="20" y="593"/>
                </a:lnTo>
                <a:lnTo>
                  <a:pt x="19" y="593"/>
                </a:lnTo>
                <a:lnTo>
                  <a:pt x="19" y="592"/>
                </a:lnTo>
                <a:lnTo>
                  <a:pt x="19" y="591"/>
                </a:lnTo>
                <a:lnTo>
                  <a:pt x="19" y="590"/>
                </a:lnTo>
                <a:lnTo>
                  <a:pt x="20" y="589"/>
                </a:lnTo>
                <a:lnTo>
                  <a:pt x="21" y="587"/>
                </a:lnTo>
                <a:lnTo>
                  <a:pt x="22" y="587"/>
                </a:lnTo>
                <a:lnTo>
                  <a:pt x="24" y="587"/>
                </a:lnTo>
                <a:lnTo>
                  <a:pt x="24" y="588"/>
                </a:lnTo>
                <a:lnTo>
                  <a:pt x="24" y="589"/>
                </a:lnTo>
                <a:lnTo>
                  <a:pt x="25" y="591"/>
                </a:lnTo>
                <a:lnTo>
                  <a:pt x="26" y="591"/>
                </a:lnTo>
                <a:lnTo>
                  <a:pt x="26" y="590"/>
                </a:lnTo>
                <a:lnTo>
                  <a:pt x="26" y="589"/>
                </a:lnTo>
                <a:lnTo>
                  <a:pt x="27" y="589"/>
                </a:lnTo>
                <a:lnTo>
                  <a:pt x="29" y="589"/>
                </a:lnTo>
                <a:lnTo>
                  <a:pt x="30" y="589"/>
                </a:lnTo>
                <a:lnTo>
                  <a:pt x="30" y="588"/>
                </a:lnTo>
                <a:lnTo>
                  <a:pt x="30" y="587"/>
                </a:lnTo>
                <a:lnTo>
                  <a:pt x="29" y="584"/>
                </a:lnTo>
                <a:lnTo>
                  <a:pt x="28" y="582"/>
                </a:lnTo>
                <a:lnTo>
                  <a:pt x="27" y="580"/>
                </a:lnTo>
                <a:lnTo>
                  <a:pt x="27" y="579"/>
                </a:lnTo>
                <a:lnTo>
                  <a:pt x="28" y="579"/>
                </a:lnTo>
                <a:lnTo>
                  <a:pt x="29" y="577"/>
                </a:lnTo>
                <a:lnTo>
                  <a:pt x="30" y="576"/>
                </a:lnTo>
                <a:lnTo>
                  <a:pt x="29" y="575"/>
                </a:lnTo>
                <a:lnTo>
                  <a:pt x="28" y="575"/>
                </a:lnTo>
                <a:lnTo>
                  <a:pt x="28" y="574"/>
                </a:lnTo>
                <a:lnTo>
                  <a:pt x="27" y="574"/>
                </a:lnTo>
                <a:lnTo>
                  <a:pt x="28" y="574"/>
                </a:lnTo>
                <a:lnTo>
                  <a:pt x="28" y="573"/>
                </a:lnTo>
                <a:lnTo>
                  <a:pt x="28" y="572"/>
                </a:lnTo>
                <a:lnTo>
                  <a:pt x="29" y="572"/>
                </a:lnTo>
                <a:lnTo>
                  <a:pt x="29" y="571"/>
                </a:lnTo>
                <a:lnTo>
                  <a:pt x="30" y="570"/>
                </a:lnTo>
                <a:lnTo>
                  <a:pt x="29" y="569"/>
                </a:lnTo>
                <a:lnTo>
                  <a:pt x="28" y="569"/>
                </a:lnTo>
                <a:lnTo>
                  <a:pt x="27" y="568"/>
                </a:lnTo>
                <a:lnTo>
                  <a:pt x="27" y="567"/>
                </a:lnTo>
                <a:lnTo>
                  <a:pt x="27" y="566"/>
                </a:lnTo>
                <a:lnTo>
                  <a:pt x="27" y="565"/>
                </a:lnTo>
                <a:lnTo>
                  <a:pt x="28" y="565"/>
                </a:lnTo>
                <a:lnTo>
                  <a:pt x="28" y="563"/>
                </a:lnTo>
                <a:lnTo>
                  <a:pt x="28" y="562"/>
                </a:lnTo>
                <a:lnTo>
                  <a:pt x="28" y="561"/>
                </a:lnTo>
                <a:lnTo>
                  <a:pt x="28" y="560"/>
                </a:lnTo>
                <a:lnTo>
                  <a:pt x="28" y="559"/>
                </a:lnTo>
                <a:lnTo>
                  <a:pt x="30" y="559"/>
                </a:lnTo>
                <a:lnTo>
                  <a:pt x="31" y="559"/>
                </a:lnTo>
                <a:lnTo>
                  <a:pt x="31" y="558"/>
                </a:lnTo>
                <a:lnTo>
                  <a:pt x="33" y="558"/>
                </a:lnTo>
                <a:lnTo>
                  <a:pt x="34" y="557"/>
                </a:lnTo>
                <a:lnTo>
                  <a:pt x="34" y="556"/>
                </a:lnTo>
                <a:lnTo>
                  <a:pt x="36" y="553"/>
                </a:lnTo>
                <a:lnTo>
                  <a:pt x="38" y="550"/>
                </a:lnTo>
                <a:lnTo>
                  <a:pt x="38" y="549"/>
                </a:lnTo>
                <a:lnTo>
                  <a:pt x="38" y="547"/>
                </a:lnTo>
                <a:lnTo>
                  <a:pt x="39" y="547"/>
                </a:lnTo>
                <a:lnTo>
                  <a:pt x="39" y="544"/>
                </a:lnTo>
                <a:lnTo>
                  <a:pt x="39" y="543"/>
                </a:lnTo>
                <a:lnTo>
                  <a:pt x="40" y="543"/>
                </a:lnTo>
                <a:lnTo>
                  <a:pt x="40" y="542"/>
                </a:lnTo>
                <a:lnTo>
                  <a:pt x="41" y="542"/>
                </a:lnTo>
                <a:lnTo>
                  <a:pt x="41" y="541"/>
                </a:lnTo>
                <a:lnTo>
                  <a:pt x="41" y="540"/>
                </a:lnTo>
                <a:lnTo>
                  <a:pt x="42" y="540"/>
                </a:lnTo>
                <a:lnTo>
                  <a:pt x="43" y="540"/>
                </a:lnTo>
                <a:lnTo>
                  <a:pt x="43" y="541"/>
                </a:lnTo>
                <a:lnTo>
                  <a:pt x="44" y="541"/>
                </a:lnTo>
                <a:lnTo>
                  <a:pt x="44" y="540"/>
                </a:lnTo>
                <a:lnTo>
                  <a:pt x="45" y="539"/>
                </a:lnTo>
                <a:lnTo>
                  <a:pt x="44" y="539"/>
                </a:lnTo>
                <a:lnTo>
                  <a:pt x="44" y="538"/>
                </a:lnTo>
                <a:lnTo>
                  <a:pt x="45" y="538"/>
                </a:lnTo>
                <a:lnTo>
                  <a:pt x="44" y="537"/>
                </a:lnTo>
                <a:lnTo>
                  <a:pt x="44" y="536"/>
                </a:lnTo>
                <a:lnTo>
                  <a:pt x="45" y="536"/>
                </a:lnTo>
                <a:lnTo>
                  <a:pt x="46" y="535"/>
                </a:lnTo>
                <a:lnTo>
                  <a:pt x="46" y="534"/>
                </a:lnTo>
                <a:lnTo>
                  <a:pt x="46" y="533"/>
                </a:lnTo>
                <a:lnTo>
                  <a:pt x="48" y="532"/>
                </a:lnTo>
                <a:lnTo>
                  <a:pt x="49" y="532"/>
                </a:lnTo>
                <a:lnTo>
                  <a:pt x="50" y="532"/>
                </a:lnTo>
                <a:lnTo>
                  <a:pt x="51" y="531"/>
                </a:lnTo>
                <a:lnTo>
                  <a:pt x="51" y="530"/>
                </a:lnTo>
                <a:lnTo>
                  <a:pt x="51" y="529"/>
                </a:lnTo>
                <a:lnTo>
                  <a:pt x="52" y="529"/>
                </a:lnTo>
                <a:lnTo>
                  <a:pt x="52" y="528"/>
                </a:lnTo>
                <a:lnTo>
                  <a:pt x="51" y="528"/>
                </a:lnTo>
                <a:lnTo>
                  <a:pt x="51" y="527"/>
                </a:lnTo>
                <a:lnTo>
                  <a:pt x="52" y="526"/>
                </a:lnTo>
                <a:lnTo>
                  <a:pt x="52" y="525"/>
                </a:lnTo>
                <a:lnTo>
                  <a:pt x="53" y="525"/>
                </a:lnTo>
                <a:lnTo>
                  <a:pt x="53" y="524"/>
                </a:lnTo>
                <a:lnTo>
                  <a:pt x="54" y="523"/>
                </a:lnTo>
                <a:lnTo>
                  <a:pt x="55" y="523"/>
                </a:lnTo>
                <a:lnTo>
                  <a:pt x="55" y="522"/>
                </a:lnTo>
                <a:lnTo>
                  <a:pt x="55" y="521"/>
                </a:lnTo>
                <a:lnTo>
                  <a:pt x="56" y="521"/>
                </a:lnTo>
                <a:lnTo>
                  <a:pt x="56" y="520"/>
                </a:lnTo>
                <a:lnTo>
                  <a:pt x="57" y="520"/>
                </a:lnTo>
                <a:lnTo>
                  <a:pt x="57" y="519"/>
                </a:lnTo>
                <a:lnTo>
                  <a:pt x="57" y="518"/>
                </a:lnTo>
                <a:lnTo>
                  <a:pt x="57" y="517"/>
                </a:lnTo>
                <a:lnTo>
                  <a:pt x="58" y="517"/>
                </a:lnTo>
                <a:lnTo>
                  <a:pt x="58" y="516"/>
                </a:lnTo>
                <a:lnTo>
                  <a:pt x="59" y="516"/>
                </a:lnTo>
                <a:lnTo>
                  <a:pt x="59" y="515"/>
                </a:lnTo>
                <a:lnTo>
                  <a:pt x="60" y="514"/>
                </a:lnTo>
                <a:lnTo>
                  <a:pt x="60" y="513"/>
                </a:lnTo>
                <a:lnTo>
                  <a:pt x="59" y="513"/>
                </a:lnTo>
                <a:lnTo>
                  <a:pt x="59" y="512"/>
                </a:lnTo>
                <a:lnTo>
                  <a:pt x="58" y="512"/>
                </a:lnTo>
                <a:lnTo>
                  <a:pt x="59" y="512"/>
                </a:lnTo>
                <a:lnTo>
                  <a:pt x="59" y="511"/>
                </a:lnTo>
                <a:lnTo>
                  <a:pt x="59" y="510"/>
                </a:lnTo>
                <a:lnTo>
                  <a:pt x="60" y="510"/>
                </a:lnTo>
                <a:lnTo>
                  <a:pt x="61" y="509"/>
                </a:lnTo>
                <a:lnTo>
                  <a:pt x="61" y="508"/>
                </a:lnTo>
                <a:lnTo>
                  <a:pt x="61" y="507"/>
                </a:lnTo>
                <a:lnTo>
                  <a:pt x="61" y="506"/>
                </a:lnTo>
                <a:lnTo>
                  <a:pt x="61" y="505"/>
                </a:lnTo>
                <a:lnTo>
                  <a:pt x="60" y="504"/>
                </a:lnTo>
                <a:lnTo>
                  <a:pt x="59" y="504"/>
                </a:lnTo>
                <a:lnTo>
                  <a:pt x="59" y="503"/>
                </a:lnTo>
                <a:lnTo>
                  <a:pt x="58" y="503"/>
                </a:lnTo>
                <a:lnTo>
                  <a:pt x="58" y="502"/>
                </a:lnTo>
                <a:lnTo>
                  <a:pt x="57" y="502"/>
                </a:lnTo>
                <a:lnTo>
                  <a:pt x="57" y="503"/>
                </a:lnTo>
                <a:lnTo>
                  <a:pt x="56" y="502"/>
                </a:lnTo>
                <a:lnTo>
                  <a:pt x="55" y="502"/>
                </a:lnTo>
                <a:lnTo>
                  <a:pt x="54" y="502"/>
                </a:lnTo>
                <a:lnTo>
                  <a:pt x="54" y="501"/>
                </a:lnTo>
                <a:lnTo>
                  <a:pt x="53" y="501"/>
                </a:lnTo>
                <a:lnTo>
                  <a:pt x="52" y="501"/>
                </a:lnTo>
                <a:lnTo>
                  <a:pt x="52" y="502"/>
                </a:lnTo>
                <a:lnTo>
                  <a:pt x="51" y="502"/>
                </a:lnTo>
                <a:lnTo>
                  <a:pt x="50" y="502"/>
                </a:lnTo>
                <a:lnTo>
                  <a:pt x="49" y="502"/>
                </a:lnTo>
                <a:lnTo>
                  <a:pt x="48" y="503"/>
                </a:lnTo>
                <a:lnTo>
                  <a:pt x="48" y="502"/>
                </a:lnTo>
                <a:lnTo>
                  <a:pt x="48" y="499"/>
                </a:lnTo>
                <a:lnTo>
                  <a:pt x="49" y="499"/>
                </a:lnTo>
                <a:lnTo>
                  <a:pt x="50" y="499"/>
                </a:lnTo>
                <a:lnTo>
                  <a:pt x="51" y="499"/>
                </a:lnTo>
                <a:lnTo>
                  <a:pt x="52" y="498"/>
                </a:lnTo>
                <a:lnTo>
                  <a:pt x="52" y="497"/>
                </a:lnTo>
                <a:lnTo>
                  <a:pt x="53" y="497"/>
                </a:lnTo>
                <a:lnTo>
                  <a:pt x="52" y="497"/>
                </a:lnTo>
                <a:lnTo>
                  <a:pt x="52" y="496"/>
                </a:lnTo>
                <a:lnTo>
                  <a:pt x="52" y="494"/>
                </a:lnTo>
                <a:lnTo>
                  <a:pt x="53" y="494"/>
                </a:lnTo>
                <a:lnTo>
                  <a:pt x="52" y="494"/>
                </a:lnTo>
                <a:lnTo>
                  <a:pt x="52" y="493"/>
                </a:lnTo>
                <a:lnTo>
                  <a:pt x="51" y="493"/>
                </a:lnTo>
                <a:lnTo>
                  <a:pt x="50" y="493"/>
                </a:lnTo>
                <a:lnTo>
                  <a:pt x="50" y="492"/>
                </a:lnTo>
                <a:lnTo>
                  <a:pt x="50" y="491"/>
                </a:lnTo>
                <a:lnTo>
                  <a:pt x="49" y="491"/>
                </a:lnTo>
                <a:lnTo>
                  <a:pt x="48" y="491"/>
                </a:lnTo>
                <a:lnTo>
                  <a:pt x="47" y="491"/>
                </a:lnTo>
                <a:lnTo>
                  <a:pt x="46" y="491"/>
                </a:lnTo>
                <a:lnTo>
                  <a:pt x="45" y="490"/>
                </a:lnTo>
                <a:lnTo>
                  <a:pt x="45" y="487"/>
                </a:lnTo>
                <a:lnTo>
                  <a:pt x="46" y="487"/>
                </a:lnTo>
                <a:lnTo>
                  <a:pt x="46" y="486"/>
                </a:lnTo>
                <a:lnTo>
                  <a:pt x="46" y="484"/>
                </a:lnTo>
                <a:lnTo>
                  <a:pt x="44" y="481"/>
                </a:lnTo>
                <a:lnTo>
                  <a:pt x="44" y="480"/>
                </a:lnTo>
                <a:lnTo>
                  <a:pt x="43" y="480"/>
                </a:lnTo>
                <a:lnTo>
                  <a:pt x="42" y="478"/>
                </a:lnTo>
                <a:lnTo>
                  <a:pt x="42" y="477"/>
                </a:lnTo>
                <a:lnTo>
                  <a:pt x="39" y="474"/>
                </a:lnTo>
                <a:lnTo>
                  <a:pt x="39" y="473"/>
                </a:lnTo>
                <a:lnTo>
                  <a:pt x="38" y="473"/>
                </a:lnTo>
                <a:lnTo>
                  <a:pt x="37" y="473"/>
                </a:lnTo>
                <a:lnTo>
                  <a:pt x="36" y="472"/>
                </a:lnTo>
                <a:lnTo>
                  <a:pt x="37" y="471"/>
                </a:lnTo>
                <a:lnTo>
                  <a:pt x="38" y="466"/>
                </a:lnTo>
                <a:lnTo>
                  <a:pt x="36" y="464"/>
                </a:lnTo>
                <a:lnTo>
                  <a:pt x="33" y="461"/>
                </a:lnTo>
                <a:lnTo>
                  <a:pt x="32" y="461"/>
                </a:lnTo>
                <a:lnTo>
                  <a:pt x="32" y="460"/>
                </a:lnTo>
                <a:lnTo>
                  <a:pt x="32" y="459"/>
                </a:lnTo>
                <a:lnTo>
                  <a:pt x="33" y="457"/>
                </a:lnTo>
                <a:lnTo>
                  <a:pt x="34" y="455"/>
                </a:lnTo>
                <a:lnTo>
                  <a:pt x="32" y="455"/>
                </a:lnTo>
                <a:lnTo>
                  <a:pt x="31" y="455"/>
                </a:lnTo>
                <a:lnTo>
                  <a:pt x="30" y="455"/>
                </a:lnTo>
                <a:lnTo>
                  <a:pt x="29" y="455"/>
                </a:lnTo>
                <a:lnTo>
                  <a:pt x="26" y="454"/>
                </a:lnTo>
                <a:lnTo>
                  <a:pt x="24" y="452"/>
                </a:lnTo>
                <a:lnTo>
                  <a:pt x="23" y="451"/>
                </a:lnTo>
                <a:lnTo>
                  <a:pt x="22" y="451"/>
                </a:lnTo>
                <a:lnTo>
                  <a:pt x="21" y="451"/>
                </a:lnTo>
                <a:lnTo>
                  <a:pt x="20" y="451"/>
                </a:lnTo>
                <a:lnTo>
                  <a:pt x="19" y="450"/>
                </a:lnTo>
                <a:lnTo>
                  <a:pt x="18" y="449"/>
                </a:lnTo>
                <a:lnTo>
                  <a:pt x="17" y="448"/>
                </a:lnTo>
                <a:lnTo>
                  <a:pt x="15" y="448"/>
                </a:lnTo>
                <a:lnTo>
                  <a:pt x="12" y="448"/>
                </a:lnTo>
                <a:lnTo>
                  <a:pt x="11" y="448"/>
                </a:lnTo>
                <a:lnTo>
                  <a:pt x="10" y="448"/>
                </a:lnTo>
                <a:lnTo>
                  <a:pt x="9" y="447"/>
                </a:lnTo>
                <a:lnTo>
                  <a:pt x="7" y="446"/>
                </a:lnTo>
                <a:lnTo>
                  <a:pt x="7" y="445"/>
                </a:lnTo>
                <a:lnTo>
                  <a:pt x="7" y="442"/>
                </a:lnTo>
                <a:lnTo>
                  <a:pt x="8" y="440"/>
                </a:lnTo>
                <a:lnTo>
                  <a:pt x="8" y="439"/>
                </a:lnTo>
                <a:lnTo>
                  <a:pt x="9" y="438"/>
                </a:lnTo>
                <a:lnTo>
                  <a:pt x="9" y="437"/>
                </a:lnTo>
                <a:lnTo>
                  <a:pt x="8" y="437"/>
                </a:lnTo>
                <a:lnTo>
                  <a:pt x="8" y="436"/>
                </a:lnTo>
                <a:lnTo>
                  <a:pt x="7" y="436"/>
                </a:lnTo>
                <a:lnTo>
                  <a:pt x="7" y="435"/>
                </a:lnTo>
                <a:lnTo>
                  <a:pt x="6" y="435"/>
                </a:lnTo>
                <a:lnTo>
                  <a:pt x="6" y="434"/>
                </a:lnTo>
                <a:lnTo>
                  <a:pt x="6" y="433"/>
                </a:lnTo>
                <a:lnTo>
                  <a:pt x="7" y="429"/>
                </a:lnTo>
                <a:lnTo>
                  <a:pt x="8" y="428"/>
                </a:lnTo>
                <a:lnTo>
                  <a:pt x="8" y="429"/>
                </a:lnTo>
                <a:lnTo>
                  <a:pt x="9" y="429"/>
                </a:lnTo>
                <a:lnTo>
                  <a:pt x="10" y="427"/>
                </a:lnTo>
                <a:lnTo>
                  <a:pt x="10" y="426"/>
                </a:lnTo>
                <a:lnTo>
                  <a:pt x="11" y="425"/>
                </a:lnTo>
                <a:lnTo>
                  <a:pt x="12" y="425"/>
                </a:lnTo>
                <a:lnTo>
                  <a:pt x="12" y="424"/>
                </a:lnTo>
                <a:lnTo>
                  <a:pt x="11" y="424"/>
                </a:lnTo>
                <a:lnTo>
                  <a:pt x="10" y="423"/>
                </a:lnTo>
                <a:lnTo>
                  <a:pt x="9" y="423"/>
                </a:lnTo>
                <a:lnTo>
                  <a:pt x="8" y="422"/>
                </a:lnTo>
                <a:lnTo>
                  <a:pt x="8" y="421"/>
                </a:lnTo>
                <a:lnTo>
                  <a:pt x="8" y="420"/>
                </a:lnTo>
                <a:lnTo>
                  <a:pt x="8" y="419"/>
                </a:lnTo>
                <a:lnTo>
                  <a:pt x="9" y="418"/>
                </a:lnTo>
                <a:lnTo>
                  <a:pt x="9" y="417"/>
                </a:lnTo>
                <a:lnTo>
                  <a:pt x="8" y="415"/>
                </a:lnTo>
                <a:lnTo>
                  <a:pt x="9" y="415"/>
                </a:lnTo>
                <a:lnTo>
                  <a:pt x="10" y="414"/>
                </a:lnTo>
                <a:lnTo>
                  <a:pt x="11" y="413"/>
                </a:lnTo>
                <a:lnTo>
                  <a:pt x="12" y="413"/>
                </a:lnTo>
                <a:lnTo>
                  <a:pt x="13" y="411"/>
                </a:lnTo>
                <a:lnTo>
                  <a:pt x="14" y="410"/>
                </a:lnTo>
                <a:lnTo>
                  <a:pt x="13" y="410"/>
                </a:lnTo>
                <a:lnTo>
                  <a:pt x="13" y="409"/>
                </a:lnTo>
                <a:lnTo>
                  <a:pt x="13" y="408"/>
                </a:lnTo>
                <a:lnTo>
                  <a:pt x="13" y="407"/>
                </a:lnTo>
                <a:lnTo>
                  <a:pt x="14" y="406"/>
                </a:lnTo>
                <a:lnTo>
                  <a:pt x="14" y="405"/>
                </a:lnTo>
                <a:lnTo>
                  <a:pt x="15" y="405"/>
                </a:lnTo>
                <a:lnTo>
                  <a:pt x="16" y="405"/>
                </a:lnTo>
                <a:lnTo>
                  <a:pt x="18" y="405"/>
                </a:lnTo>
                <a:lnTo>
                  <a:pt x="19" y="406"/>
                </a:lnTo>
                <a:lnTo>
                  <a:pt x="20" y="406"/>
                </a:lnTo>
                <a:lnTo>
                  <a:pt x="22" y="405"/>
                </a:lnTo>
                <a:lnTo>
                  <a:pt x="23" y="404"/>
                </a:lnTo>
                <a:lnTo>
                  <a:pt x="23" y="403"/>
                </a:lnTo>
                <a:lnTo>
                  <a:pt x="23" y="402"/>
                </a:lnTo>
                <a:lnTo>
                  <a:pt x="23" y="401"/>
                </a:lnTo>
                <a:lnTo>
                  <a:pt x="23" y="399"/>
                </a:lnTo>
                <a:lnTo>
                  <a:pt x="24" y="399"/>
                </a:lnTo>
                <a:lnTo>
                  <a:pt x="25" y="400"/>
                </a:lnTo>
                <a:lnTo>
                  <a:pt x="26" y="400"/>
                </a:lnTo>
                <a:lnTo>
                  <a:pt x="26" y="401"/>
                </a:lnTo>
                <a:lnTo>
                  <a:pt x="27" y="400"/>
                </a:lnTo>
                <a:lnTo>
                  <a:pt x="28" y="399"/>
                </a:lnTo>
                <a:lnTo>
                  <a:pt x="28" y="398"/>
                </a:lnTo>
                <a:lnTo>
                  <a:pt x="30" y="395"/>
                </a:lnTo>
                <a:lnTo>
                  <a:pt x="30" y="394"/>
                </a:lnTo>
                <a:lnTo>
                  <a:pt x="31" y="394"/>
                </a:lnTo>
                <a:lnTo>
                  <a:pt x="32" y="394"/>
                </a:lnTo>
                <a:lnTo>
                  <a:pt x="33" y="394"/>
                </a:lnTo>
                <a:lnTo>
                  <a:pt x="33" y="393"/>
                </a:lnTo>
                <a:lnTo>
                  <a:pt x="33" y="392"/>
                </a:lnTo>
                <a:lnTo>
                  <a:pt x="33" y="391"/>
                </a:lnTo>
                <a:lnTo>
                  <a:pt x="34" y="390"/>
                </a:lnTo>
                <a:lnTo>
                  <a:pt x="34" y="389"/>
                </a:lnTo>
                <a:lnTo>
                  <a:pt x="35" y="389"/>
                </a:lnTo>
                <a:lnTo>
                  <a:pt x="36" y="388"/>
                </a:lnTo>
                <a:lnTo>
                  <a:pt x="35" y="387"/>
                </a:lnTo>
                <a:lnTo>
                  <a:pt x="35" y="386"/>
                </a:lnTo>
                <a:lnTo>
                  <a:pt x="34" y="386"/>
                </a:lnTo>
                <a:lnTo>
                  <a:pt x="33" y="386"/>
                </a:lnTo>
                <a:lnTo>
                  <a:pt x="32" y="385"/>
                </a:lnTo>
                <a:lnTo>
                  <a:pt x="31" y="385"/>
                </a:lnTo>
                <a:lnTo>
                  <a:pt x="31" y="384"/>
                </a:lnTo>
                <a:lnTo>
                  <a:pt x="30" y="384"/>
                </a:lnTo>
                <a:lnTo>
                  <a:pt x="30" y="383"/>
                </a:lnTo>
                <a:lnTo>
                  <a:pt x="29" y="382"/>
                </a:lnTo>
                <a:lnTo>
                  <a:pt x="28" y="381"/>
                </a:lnTo>
                <a:lnTo>
                  <a:pt x="28" y="379"/>
                </a:lnTo>
                <a:lnTo>
                  <a:pt x="28" y="377"/>
                </a:lnTo>
                <a:lnTo>
                  <a:pt x="28" y="376"/>
                </a:lnTo>
                <a:lnTo>
                  <a:pt x="27" y="374"/>
                </a:lnTo>
                <a:lnTo>
                  <a:pt x="28" y="372"/>
                </a:lnTo>
                <a:lnTo>
                  <a:pt x="28" y="371"/>
                </a:lnTo>
                <a:lnTo>
                  <a:pt x="28" y="370"/>
                </a:lnTo>
                <a:lnTo>
                  <a:pt x="29" y="370"/>
                </a:lnTo>
                <a:lnTo>
                  <a:pt x="30" y="371"/>
                </a:lnTo>
                <a:lnTo>
                  <a:pt x="31" y="370"/>
                </a:lnTo>
                <a:lnTo>
                  <a:pt x="32" y="370"/>
                </a:lnTo>
                <a:lnTo>
                  <a:pt x="32" y="369"/>
                </a:lnTo>
                <a:lnTo>
                  <a:pt x="32" y="368"/>
                </a:lnTo>
                <a:lnTo>
                  <a:pt x="33" y="368"/>
                </a:lnTo>
                <a:lnTo>
                  <a:pt x="34" y="367"/>
                </a:lnTo>
                <a:lnTo>
                  <a:pt x="35" y="367"/>
                </a:lnTo>
                <a:lnTo>
                  <a:pt x="37" y="365"/>
                </a:lnTo>
                <a:lnTo>
                  <a:pt x="38" y="364"/>
                </a:lnTo>
                <a:lnTo>
                  <a:pt x="38" y="363"/>
                </a:lnTo>
                <a:lnTo>
                  <a:pt x="39" y="363"/>
                </a:lnTo>
                <a:lnTo>
                  <a:pt x="40" y="363"/>
                </a:lnTo>
                <a:lnTo>
                  <a:pt x="41" y="363"/>
                </a:lnTo>
                <a:lnTo>
                  <a:pt x="42" y="363"/>
                </a:lnTo>
                <a:lnTo>
                  <a:pt x="42" y="362"/>
                </a:lnTo>
                <a:lnTo>
                  <a:pt x="43" y="362"/>
                </a:lnTo>
                <a:lnTo>
                  <a:pt x="43" y="361"/>
                </a:lnTo>
                <a:lnTo>
                  <a:pt x="44" y="360"/>
                </a:lnTo>
                <a:lnTo>
                  <a:pt x="45" y="359"/>
                </a:lnTo>
                <a:lnTo>
                  <a:pt x="46" y="359"/>
                </a:lnTo>
                <a:lnTo>
                  <a:pt x="46" y="360"/>
                </a:lnTo>
                <a:lnTo>
                  <a:pt x="47" y="360"/>
                </a:lnTo>
                <a:lnTo>
                  <a:pt x="48" y="360"/>
                </a:lnTo>
                <a:lnTo>
                  <a:pt x="48" y="359"/>
                </a:lnTo>
                <a:lnTo>
                  <a:pt x="48" y="358"/>
                </a:lnTo>
                <a:lnTo>
                  <a:pt x="49" y="358"/>
                </a:lnTo>
                <a:lnTo>
                  <a:pt x="49" y="357"/>
                </a:lnTo>
                <a:lnTo>
                  <a:pt x="50" y="357"/>
                </a:lnTo>
                <a:lnTo>
                  <a:pt x="51" y="357"/>
                </a:lnTo>
                <a:lnTo>
                  <a:pt x="52" y="357"/>
                </a:lnTo>
                <a:lnTo>
                  <a:pt x="52" y="356"/>
                </a:lnTo>
                <a:lnTo>
                  <a:pt x="53" y="356"/>
                </a:lnTo>
                <a:lnTo>
                  <a:pt x="53" y="357"/>
                </a:lnTo>
                <a:lnTo>
                  <a:pt x="54" y="359"/>
                </a:lnTo>
                <a:lnTo>
                  <a:pt x="55" y="359"/>
                </a:lnTo>
                <a:lnTo>
                  <a:pt x="55" y="360"/>
                </a:lnTo>
                <a:lnTo>
                  <a:pt x="54" y="360"/>
                </a:lnTo>
                <a:lnTo>
                  <a:pt x="55" y="360"/>
                </a:lnTo>
                <a:lnTo>
                  <a:pt x="56" y="360"/>
                </a:lnTo>
                <a:lnTo>
                  <a:pt x="57" y="361"/>
                </a:lnTo>
                <a:lnTo>
                  <a:pt x="58" y="362"/>
                </a:lnTo>
                <a:lnTo>
                  <a:pt x="59" y="363"/>
                </a:lnTo>
                <a:lnTo>
                  <a:pt x="58" y="363"/>
                </a:lnTo>
                <a:lnTo>
                  <a:pt x="59" y="363"/>
                </a:lnTo>
                <a:lnTo>
                  <a:pt x="59" y="364"/>
                </a:lnTo>
                <a:lnTo>
                  <a:pt x="60" y="365"/>
                </a:lnTo>
                <a:lnTo>
                  <a:pt x="61" y="365"/>
                </a:lnTo>
                <a:lnTo>
                  <a:pt x="62" y="365"/>
                </a:lnTo>
                <a:lnTo>
                  <a:pt x="63" y="365"/>
                </a:lnTo>
                <a:lnTo>
                  <a:pt x="63" y="364"/>
                </a:lnTo>
                <a:lnTo>
                  <a:pt x="64" y="363"/>
                </a:lnTo>
                <a:lnTo>
                  <a:pt x="65" y="364"/>
                </a:lnTo>
                <a:lnTo>
                  <a:pt x="66" y="365"/>
                </a:lnTo>
                <a:lnTo>
                  <a:pt x="68" y="365"/>
                </a:lnTo>
                <a:lnTo>
                  <a:pt x="68" y="364"/>
                </a:lnTo>
                <a:lnTo>
                  <a:pt x="68" y="363"/>
                </a:lnTo>
                <a:lnTo>
                  <a:pt x="69" y="363"/>
                </a:lnTo>
                <a:lnTo>
                  <a:pt x="70" y="363"/>
                </a:lnTo>
                <a:lnTo>
                  <a:pt x="71" y="363"/>
                </a:lnTo>
                <a:lnTo>
                  <a:pt x="71" y="362"/>
                </a:lnTo>
                <a:lnTo>
                  <a:pt x="72" y="362"/>
                </a:lnTo>
                <a:lnTo>
                  <a:pt x="73" y="362"/>
                </a:lnTo>
                <a:lnTo>
                  <a:pt x="74" y="362"/>
                </a:lnTo>
                <a:lnTo>
                  <a:pt x="75" y="362"/>
                </a:lnTo>
                <a:lnTo>
                  <a:pt x="76" y="362"/>
                </a:lnTo>
                <a:lnTo>
                  <a:pt x="77" y="362"/>
                </a:lnTo>
                <a:lnTo>
                  <a:pt x="78" y="362"/>
                </a:lnTo>
                <a:lnTo>
                  <a:pt x="79" y="362"/>
                </a:lnTo>
                <a:lnTo>
                  <a:pt x="80" y="362"/>
                </a:lnTo>
                <a:lnTo>
                  <a:pt x="81" y="361"/>
                </a:lnTo>
                <a:lnTo>
                  <a:pt x="81" y="360"/>
                </a:lnTo>
                <a:lnTo>
                  <a:pt x="81" y="359"/>
                </a:lnTo>
                <a:lnTo>
                  <a:pt x="82" y="359"/>
                </a:lnTo>
                <a:lnTo>
                  <a:pt x="82" y="358"/>
                </a:lnTo>
                <a:lnTo>
                  <a:pt x="82" y="357"/>
                </a:lnTo>
                <a:lnTo>
                  <a:pt x="81" y="356"/>
                </a:lnTo>
                <a:lnTo>
                  <a:pt x="81" y="355"/>
                </a:lnTo>
                <a:lnTo>
                  <a:pt x="82" y="355"/>
                </a:lnTo>
                <a:lnTo>
                  <a:pt x="83" y="355"/>
                </a:lnTo>
                <a:lnTo>
                  <a:pt x="83" y="354"/>
                </a:lnTo>
                <a:lnTo>
                  <a:pt x="82" y="354"/>
                </a:lnTo>
                <a:lnTo>
                  <a:pt x="83" y="353"/>
                </a:lnTo>
                <a:lnTo>
                  <a:pt x="83" y="352"/>
                </a:lnTo>
                <a:lnTo>
                  <a:pt x="84" y="352"/>
                </a:lnTo>
                <a:lnTo>
                  <a:pt x="85" y="352"/>
                </a:lnTo>
                <a:lnTo>
                  <a:pt x="85" y="351"/>
                </a:lnTo>
                <a:lnTo>
                  <a:pt x="86" y="352"/>
                </a:lnTo>
                <a:lnTo>
                  <a:pt x="87" y="352"/>
                </a:lnTo>
                <a:lnTo>
                  <a:pt x="88" y="352"/>
                </a:lnTo>
                <a:lnTo>
                  <a:pt x="89" y="352"/>
                </a:lnTo>
                <a:lnTo>
                  <a:pt x="89" y="351"/>
                </a:lnTo>
                <a:lnTo>
                  <a:pt x="89" y="350"/>
                </a:lnTo>
                <a:lnTo>
                  <a:pt x="90" y="350"/>
                </a:lnTo>
                <a:lnTo>
                  <a:pt x="90" y="351"/>
                </a:lnTo>
                <a:lnTo>
                  <a:pt x="91" y="350"/>
                </a:lnTo>
                <a:lnTo>
                  <a:pt x="91" y="349"/>
                </a:lnTo>
                <a:lnTo>
                  <a:pt x="91" y="348"/>
                </a:lnTo>
                <a:lnTo>
                  <a:pt x="91" y="347"/>
                </a:lnTo>
                <a:lnTo>
                  <a:pt x="90" y="347"/>
                </a:lnTo>
                <a:lnTo>
                  <a:pt x="89" y="346"/>
                </a:lnTo>
                <a:lnTo>
                  <a:pt x="88" y="346"/>
                </a:lnTo>
                <a:lnTo>
                  <a:pt x="87" y="346"/>
                </a:lnTo>
                <a:lnTo>
                  <a:pt x="86" y="345"/>
                </a:lnTo>
                <a:lnTo>
                  <a:pt x="86" y="344"/>
                </a:lnTo>
                <a:lnTo>
                  <a:pt x="87" y="344"/>
                </a:lnTo>
                <a:lnTo>
                  <a:pt x="88" y="343"/>
                </a:lnTo>
                <a:lnTo>
                  <a:pt x="87" y="342"/>
                </a:lnTo>
                <a:lnTo>
                  <a:pt x="87" y="341"/>
                </a:lnTo>
                <a:lnTo>
                  <a:pt x="87" y="340"/>
                </a:lnTo>
                <a:lnTo>
                  <a:pt x="88" y="340"/>
                </a:lnTo>
                <a:lnTo>
                  <a:pt x="88" y="339"/>
                </a:lnTo>
                <a:lnTo>
                  <a:pt x="87" y="339"/>
                </a:lnTo>
                <a:lnTo>
                  <a:pt x="88" y="338"/>
                </a:lnTo>
                <a:lnTo>
                  <a:pt x="88" y="337"/>
                </a:lnTo>
                <a:lnTo>
                  <a:pt x="89" y="337"/>
                </a:lnTo>
                <a:lnTo>
                  <a:pt x="89" y="336"/>
                </a:lnTo>
                <a:lnTo>
                  <a:pt x="90" y="336"/>
                </a:lnTo>
                <a:lnTo>
                  <a:pt x="91" y="336"/>
                </a:lnTo>
                <a:lnTo>
                  <a:pt x="91" y="335"/>
                </a:lnTo>
                <a:lnTo>
                  <a:pt x="92" y="335"/>
                </a:lnTo>
                <a:lnTo>
                  <a:pt x="92" y="334"/>
                </a:lnTo>
                <a:lnTo>
                  <a:pt x="91" y="334"/>
                </a:lnTo>
                <a:lnTo>
                  <a:pt x="91" y="333"/>
                </a:lnTo>
                <a:lnTo>
                  <a:pt x="91" y="332"/>
                </a:lnTo>
                <a:lnTo>
                  <a:pt x="91" y="331"/>
                </a:lnTo>
                <a:lnTo>
                  <a:pt x="91" y="330"/>
                </a:lnTo>
                <a:lnTo>
                  <a:pt x="91" y="329"/>
                </a:lnTo>
                <a:lnTo>
                  <a:pt x="91" y="328"/>
                </a:lnTo>
                <a:lnTo>
                  <a:pt x="92" y="328"/>
                </a:lnTo>
                <a:lnTo>
                  <a:pt x="92" y="327"/>
                </a:lnTo>
                <a:lnTo>
                  <a:pt x="93" y="326"/>
                </a:lnTo>
                <a:lnTo>
                  <a:pt x="94" y="324"/>
                </a:lnTo>
                <a:lnTo>
                  <a:pt x="94" y="323"/>
                </a:lnTo>
                <a:lnTo>
                  <a:pt x="94" y="322"/>
                </a:lnTo>
                <a:lnTo>
                  <a:pt x="94" y="321"/>
                </a:lnTo>
                <a:lnTo>
                  <a:pt x="95" y="321"/>
                </a:lnTo>
                <a:lnTo>
                  <a:pt x="96" y="320"/>
                </a:lnTo>
                <a:lnTo>
                  <a:pt x="97" y="320"/>
                </a:lnTo>
                <a:lnTo>
                  <a:pt x="97" y="319"/>
                </a:lnTo>
                <a:lnTo>
                  <a:pt x="97" y="318"/>
                </a:lnTo>
                <a:lnTo>
                  <a:pt x="97" y="317"/>
                </a:lnTo>
                <a:lnTo>
                  <a:pt x="98" y="316"/>
                </a:lnTo>
                <a:lnTo>
                  <a:pt x="99" y="316"/>
                </a:lnTo>
                <a:lnTo>
                  <a:pt x="99" y="315"/>
                </a:lnTo>
                <a:lnTo>
                  <a:pt x="99" y="314"/>
                </a:lnTo>
                <a:lnTo>
                  <a:pt x="99" y="313"/>
                </a:lnTo>
                <a:lnTo>
                  <a:pt x="99" y="312"/>
                </a:lnTo>
                <a:lnTo>
                  <a:pt x="100" y="312"/>
                </a:lnTo>
                <a:lnTo>
                  <a:pt x="100" y="311"/>
                </a:lnTo>
                <a:lnTo>
                  <a:pt x="99" y="310"/>
                </a:lnTo>
                <a:lnTo>
                  <a:pt x="97" y="311"/>
                </a:lnTo>
                <a:lnTo>
                  <a:pt x="97" y="312"/>
                </a:lnTo>
                <a:lnTo>
                  <a:pt x="96" y="312"/>
                </a:lnTo>
                <a:lnTo>
                  <a:pt x="95" y="312"/>
                </a:lnTo>
                <a:lnTo>
                  <a:pt x="95" y="311"/>
                </a:lnTo>
                <a:lnTo>
                  <a:pt x="94" y="310"/>
                </a:lnTo>
                <a:lnTo>
                  <a:pt x="94" y="309"/>
                </a:lnTo>
                <a:lnTo>
                  <a:pt x="94" y="308"/>
                </a:lnTo>
                <a:lnTo>
                  <a:pt x="93" y="308"/>
                </a:lnTo>
                <a:lnTo>
                  <a:pt x="92" y="308"/>
                </a:lnTo>
                <a:lnTo>
                  <a:pt x="90" y="307"/>
                </a:lnTo>
                <a:lnTo>
                  <a:pt x="89" y="308"/>
                </a:lnTo>
                <a:lnTo>
                  <a:pt x="88" y="308"/>
                </a:lnTo>
                <a:lnTo>
                  <a:pt x="87" y="307"/>
                </a:lnTo>
                <a:lnTo>
                  <a:pt x="87" y="306"/>
                </a:lnTo>
                <a:lnTo>
                  <a:pt x="87" y="305"/>
                </a:lnTo>
                <a:lnTo>
                  <a:pt x="86" y="305"/>
                </a:lnTo>
                <a:lnTo>
                  <a:pt x="86" y="304"/>
                </a:lnTo>
                <a:lnTo>
                  <a:pt x="85" y="304"/>
                </a:lnTo>
                <a:lnTo>
                  <a:pt x="85" y="303"/>
                </a:lnTo>
                <a:lnTo>
                  <a:pt x="85" y="302"/>
                </a:lnTo>
                <a:lnTo>
                  <a:pt x="85" y="301"/>
                </a:lnTo>
                <a:lnTo>
                  <a:pt x="85" y="300"/>
                </a:lnTo>
                <a:lnTo>
                  <a:pt x="85" y="299"/>
                </a:lnTo>
                <a:lnTo>
                  <a:pt x="85" y="298"/>
                </a:lnTo>
                <a:lnTo>
                  <a:pt x="85" y="297"/>
                </a:lnTo>
                <a:lnTo>
                  <a:pt x="85" y="296"/>
                </a:lnTo>
                <a:lnTo>
                  <a:pt x="85" y="295"/>
                </a:lnTo>
                <a:lnTo>
                  <a:pt x="85" y="294"/>
                </a:lnTo>
                <a:lnTo>
                  <a:pt x="85" y="293"/>
                </a:lnTo>
                <a:lnTo>
                  <a:pt x="86" y="293"/>
                </a:lnTo>
                <a:lnTo>
                  <a:pt x="86" y="292"/>
                </a:lnTo>
                <a:lnTo>
                  <a:pt x="85" y="292"/>
                </a:lnTo>
                <a:lnTo>
                  <a:pt x="85" y="291"/>
                </a:lnTo>
                <a:lnTo>
                  <a:pt x="86" y="291"/>
                </a:lnTo>
                <a:lnTo>
                  <a:pt x="86" y="290"/>
                </a:lnTo>
                <a:lnTo>
                  <a:pt x="85" y="290"/>
                </a:lnTo>
                <a:lnTo>
                  <a:pt x="85" y="289"/>
                </a:lnTo>
                <a:lnTo>
                  <a:pt x="85" y="288"/>
                </a:lnTo>
                <a:lnTo>
                  <a:pt x="84" y="288"/>
                </a:lnTo>
                <a:lnTo>
                  <a:pt x="84" y="287"/>
                </a:lnTo>
                <a:lnTo>
                  <a:pt x="84" y="286"/>
                </a:lnTo>
                <a:lnTo>
                  <a:pt x="84" y="285"/>
                </a:lnTo>
                <a:lnTo>
                  <a:pt x="85" y="285"/>
                </a:lnTo>
                <a:lnTo>
                  <a:pt x="85" y="284"/>
                </a:lnTo>
                <a:lnTo>
                  <a:pt x="84" y="284"/>
                </a:lnTo>
                <a:lnTo>
                  <a:pt x="84" y="283"/>
                </a:lnTo>
                <a:lnTo>
                  <a:pt x="85" y="282"/>
                </a:lnTo>
                <a:lnTo>
                  <a:pt x="84" y="282"/>
                </a:lnTo>
                <a:lnTo>
                  <a:pt x="84" y="281"/>
                </a:lnTo>
                <a:lnTo>
                  <a:pt x="83" y="281"/>
                </a:lnTo>
                <a:lnTo>
                  <a:pt x="82" y="281"/>
                </a:lnTo>
                <a:lnTo>
                  <a:pt x="81" y="281"/>
                </a:lnTo>
                <a:lnTo>
                  <a:pt x="80" y="282"/>
                </a:lnTo>
                <a:lnTo>
                  <a:pt x="79" y="281"/>
                </a:lnTo>
                <a:lnTo>
                  <a:pt x="78" y="281"/>
                </a:lnTo>
                <a:lnTo>
                  <a:pt x="77" y="282"/>
                </a:lnTo>
                <a:lnTo>
                  <a:pt x="76" y="282"/>
                </a:lnTo>
                <a:lnTo>
                  <a:pt x="75" y="282"/>
                </a:lnTo>
                <a:lnTo>
                  <a:pt x="74" y="282"/>
                </a:lnTo>
                <a:lnTo>
                  <a:pt x="74" y="281"/>
                </a:lnTo>
                <a:lnTo>
                  <a:pt x="74" y="280"/>
                </a:lnTo>
                <a:lnTo>
                  <a:pt x="73" y="280"/>
                </a:lnTo>
                <a:lnTo>
                  <a:pt x="73" y="281"/>
                </a:lnTo>
                <a:lnTo>
                  <a:pt x="72" y="281"/>
                </a:lnTo>
                <a:lnTo>
                  <a:pt x="71" y="281"/>
                </a:lnTo>
                <a:lnTo>
                  <a:pt x="71" y="282"/>
                </a:lnTo>
                <a:lnTo>
                  <a:pt x="70" y="282"/>
                </a:lnTo>
                <a:lnTo>
                  <a:pt x="69" y="282"/>
                </a:lnTo>
                <a:lnTo>
                  <a:pt x="69" y="283"/>
                </a:lnTo>
                <a:lnTo>
                  <a:pt x="69" y="282"/>
                </a:lnTo>
                <a:lnTo>
                  <a:pt x="68" y="281"/>
                </a:lnTo>
                <a:lnTo>
                  <a:pt x="68" y="282"/>
                </a:lnTo>
                <a:lnTo>
                  <a:pt x="67" y="281"/>
                </a:lnTo>
                <a:lnTo>
                  <a:pt x="67" y="280"/>
                </a:lnTo>
                <a:lnTo>
                  <a:pt x="66" y="280"/>
                </a:lnTo>
                <a:lnTo>
                  <a:pt x="67" y="280"/>
                </a:lnTo>
                <a:lnTo>
                  <a:pt x="67" y="279"/>
                </a:lnTo>
                <a:lnTo>
                  <a:pt x="68" y="279"/>
                </a:lnTo>
                <a:lnTo>
                  <a:pt x="69" y="278"/>
                </a:lnTo>
                <a:lnTo>
                  <a:pt x="69" y="277"/>
                </a:lnTo>
                <a:lnTo>
                  <a:pt x="68" y="276"/>
                </a:lnTo>
                <a:lnTo>
                  <a:pt x="67" y="276"/>
                </a:lnTo>
                <a:lnTo>
                  <a:pt x="67" y="277"/>
                </a:lnTo>
                <a:lnTo>
                  <a:pt x="66" y="277"/>
                </a:lnTo>
                <a:lnTo>
                  <a:pt x="65" y="277"/>
                </a:lnTo>
                <a:lnTo>
                  <a:pt x="65" y="278"/>
                </a:lnTo>
                <a:lnTo>
                  <a:pt x="64" y="278"/>
                </a:lnTo>
                <a:lnTo>
                  <a:pt x="63" y="278"/>
                </a:lnTo>
                <a:lnTo>
                  <a:pt x="62" y="278"/>
                </a:lnTo>
                <a:lnTo>
                  <a:pt x="61" y="278"/>
                </a:lnTo>
                <a:lnTo>
                  <a:pt x="61" y="277"/>
                </a:lnTo>
                <a:lnTo>
                  <a:pt x="60" y="277"/>
                </a:lnTo>
                <a:lnTo>
                  <a:pt x="59" y="277"/>
                </a:lnTo>
                <a:lnTo>
                  <a:pt x="58" y="277"/>
                </a:lnTo>
                <a:lnTo>
                  <a:pt x="57" y="277"/>
                </a:lnTo>
                <a:lnTo>
                  <a:pt x="56" y="276"/>
                </a:lnTo>
                <a:lnTo>
                  <a:pt x="55" y="276"/>
                </a:lnTo>
                <a:lnTo>
                  <a:pt x="55" y="275"/>
                </a:lnTo>
                <a:lnTo>
                  <a:pt x="54" y="275"/>
                </a:lnTo>
                <a:lnTo>
                  <a:pt x="54" y="276"/>
                </a:lnTo>
                <a:lnTo>
                  <a:pt x="53" y="276"/>
                </a:lnTo>
                <a:lnTo>
                  <a:pt x="53" y="275"/>
                </a:lnTo>
                <a:lnTo>
                  <a:pt x="52" y="275"/>
                </a:lnTo>
                <a:lnTo>
                  <a:pt x="52" y="274"/>
                </a:lnTo>
                <a:lnTo>
                  <a:pt x="52" y="273"/>
                </a:lnTo>
                <a:lnTo>
                  <a:pt x="51" y="272"/>
                </a:lnTo>
                <a:lnTo>
                  <a:pt x="51" y="271"/>
                </a:lnTo>
                <a:lnTo>
                  <a:pt x="51" y="270"/>
                </a:lnTo>
                <a:lnTo>
                  <a:pt x="51" y="269"/>
                </a:lnTo>
                <a:lnTo>
                  <a:pt x="50" y="268"/>
                </a:lnTo>
                <a:lnTo>
                  <a:pt x="49" y="268"/>
                </a:lnTo>
                <a:lnTo>
                  <a:pt x="48" y="268"/>
                </a:lnTo>
                <a:lnTo>
                  <a:pt x="45" y="267"/>
                </a:lnTo>
                <a:lnTo>
                  <a:pt x="44" y="267"/>
                </a:lnTo>
                <a:lnTo>
                  <a:pt x="43" y="267"/>
                </a:lnTo>
                <a:lnTo>
                  <a:pt x="42" y="267"/>
                </a:lnTo>
                <a:lnTo>
                  <a:pt x="41" y="267"/>
                </a:lnTo>
                <a:lnTo>
                  <a:pt x="40" y="267"/>
                </a:lnTo>
                <a:lnTo>
                  <a:pt x="40" y="266"/>
                </a:lnTo>
                <a:lnTo>
                  <a:pt x="41" y="265"/>
                </a:lnTo>
                <a:lnTo>
                  <a:pt x="42" y="265"/>
                </a:lnTo>
                <a:lnTo>
                  <a:pt x="43" y="265"/>
                </a:lnTo>
                <a:lnTo>
                  <a:pt x="44" y="265"/>
                </a:lnTo>
                <a:lnTo>
                  <a:pt x="45" y="264"/>
                </a:lnTo>
                <a:lnTo>
                  <a:pt x="45" y="263"/>
                </a:lnTo>
                <a:lnTo>
                  <a:pt x="46" y="263"/>
                </a:lnTo>
                <a:lnTo>
                  <a:pt x="46" y="262"/>
                </a:lnTo>
                <a:lnTo>
                  <a:pt x="46" y="261"/>
                </a:lnTo>
                <a:lnTo>
                  <a:pt x="47" y="260"/>
                </a:lnTo>
                <a:lnTo>
                  <a:pt x="47" y="258"/>
                </a:lnTo>
                <a:lnTo>
                  <a:pt x="46" y="258"/>
                </a:lnTo>
                <a:lnTo>
                  <a:pt x="46" y="257"/>
                </a:lnTo>
                <a:lnTo>
                  <a:pt x="46" y="256"/>
                </a:lnTo>
                <a:lnTo>
                  <a:pt x="47" y="256"/>
                </a:lnTo>
                <a:lnTo>
                  <a:pt x="48" y="256"/>
                </a:lnTo>
                <a:lnTo>
                  <a:pt x="49" y="256"/>
                </a:lnTo>
                <a:lnTo>
                  <a:pt x="49" y="257"/>
                </a:lnTo>
                <a:lnTo>
                  <a:pt x="50" y="257"/>
                </a:lnTo>
                <a:lnTo>
                  <a:pt x="51" y="258"/>
                </a:lnTo>
                <a:lnTo>
                  <a:pt x="52" y="259"/>
                </a:lnTo>
                <a:lnTo>
                  <a:pt x="52" y="260"/>
                </a:lnTo>
                <a:lnTo>
                  <a:pt x="52" y="261"/>
                </a:lnTo>
                <a:lnTo>
                  <a:pt x="52" y="262"/>
                </a:lnTo>
                <a:lnTo>
                  <a:pt x="53" y="262"/>
                </a:lnTo>
                <a:lnTo>
                  <a:pt x="53" y="261"/>
                </a:lnTo>
                <a:lnTo>
                  <a:pt x="54" y="261"/>
                </a:lnTo>
                <a:lnTo>
                  <a:pt x="55" y="261"/>
                </a:lnTo>
                <a:lnTo>
                  <a:pt x="55" y="260"/>
                </a:lnTo>
                <a:lnTo>
                  <a:pt x="56" y="260"/>
                </a:lnTo>
                <a:lnTo>
                  <a:pt x="57" y="260"/>
                </a:lnTo>
                <a:lnTo>
                  <a:pt x="57" y="259"/>
                </a:lnTo>
                <a:lnTo>
                  <a:pt x="57" y="258"/>
                </a:lnTo>
                <a:lnTo>
                  <a:pt x="58" y="257"/>
                </a:lnTo>
                <a:lnTo>
                  <a:pt x="58" y="256"/>
                </a:lnTo>
                <a:lnTo>
                  <a:pt x="57" y="256"/>
                </a:lnTo>
                <a:lnTo>
                  <a:pt x="57" y="255"/>
                </a:lnTo>
                <a:lnTo>
                  <a:pt x="56" y="255"/>
                </a:lnTo>
                <a:lnTo>
                  <a:pt x="56" y="254"/>
                </a:lnTo>
                <a:lnTo>
                  <a:pt x="56" y="253"/>
                </a:lnTo>
                <a:lnTo>
                  <a:pt x="56" y="252"/>
                </a:lnTo>
                <a:lnTo>
                  <a:pt x="55" y="251"/>
                </a:lnTo>
                <a:lnTo>
                  <a:pt x="55" y="250"/>
                </a:lnTo>
                <a:lnTo>
                  <a:pt x="55" y="249"/>
                </a:lnTo>
                <a:lnTo>
                  <a:pt x="54" y="249"/>
                </a:lnTo>
                <a:lnTo>
                  <a:pt x="55" y="249"/>
                </a:lnTo>
                <a:lnTo>
                  <a:pt x="55" y="248"/>
                </a:lnTo>
                <a:lnTo>
                  <a:pt x="55" y="249"/>
                </a:lnTo>
                <a:lnTo>
                  <a:pt x="56" y="249"/>
                </a:lnTo>
                <a:lnTo>
                  <a:pt x="56" y="248"/>
                </a:lnTo>
                <a:lnTo>
                  <a:pt x="57" y="248"/>
                </a:lnTo>
                <a:lnTo>
                  <a:pt x="58" y="248"/>
                </a:lnTo>
                <a:lnTo>
                  <a:pt x="60" y="248"/>
                </a:lnTo>
                <a:lnTo>
                  <a:pt x="60" y="249"/>
                </a:lnTo>
                <a:lnTo>
                  <a:pt x="59" y="249"/>
                </a:lnTo>
                <a:lnTo>
                  <a:pt x="60" y="249"/>
                </a:lnTo>
                <a:lnTo>
                  <a:pt x="61" y="250"/>
                </a:lnTo>
                <a:lnTo>
                  <a:pt x="62" y="250"/>
                </a:lnTo>
                <a:lnTo>
                  <a:pt x="62" y="249"/>
                </a:lnTo>
                <a:lnTo>
                  <a:pt x="63" y="249"/>
                </a:lnTo>
                <a:lnTo>
                  <a:pt x="63" y="248"/>
                </a:lnTo>
                <a:lnTo>
                  <a:pt x="64" y="248"/>
                </a:lnTo>
                <a:lnTo>
                  <a:pt x="65" y="248"/>
                </a:lnTo>
                <a:lnTo>
                  <a:pt x="66" y="248"/>
                </a:lnTo>
                <a:lnTo>
                  <a:pt x="67" y="248"/>
                </a:lnTo>
                <a:lnTo>
                  <a:pt x="68" y="248"/>
                </a:lnTo>
                <a:lnTo>
                  <a:pt x="68" y="247"/>
                </a:lnTo>
                <a:lnTo>
                  <a:pt x="69" y="247"/>
                </a:lnTo>
                <a:lnTo>
                  <a:pt x="69" y="248"/>
                </a:lnTo>
                <a:lnTo>
                  <a:pt x="70" y="247"/>
                </a:lnTo>
                <a:lnTo>
                  <a:pt x="70" y="246"/>
                </a:lnTo>
                <a:lnTo>
                  <a:pt x="69" y="246"/>
                </a:lnTo>
                <a:lnTo>
                  <a:pt x="69" y="245"/>
                </a:lnTo>
                <a:lnTo>
                  <a:pt x="70" y="245"/>
                </a:lnTo>
                <a:lnTo>
                  <a:pt x="71" y="245"/>
                </a:lnTo>
                <a:lnTo>
                  <a:pt x="71" y="244"/>
                </a:lnTo>
                <a:lnTo>
                  <a:pt x="72" y="244"/>
                </a:lnTo>
                <a:lnTo>
                  <a:pt x="72" y="243"/>
                </a:lnTo>
                <a:lnTo>
                  <a:pt x="73" y="244"/>
                </a:lnTo>
                <a:lnTo>
                  <a:pt x="73" y="245"/>
                </a:lnTo>
                <a:lnTo>
                  <a:pt x="74" y="245"/>
                </a:lnTo>
                <a:lnTo>
                  <a:pt x="74" y="244"/>
                </a:lnTo>
                <a:lnTo>
                  <a:pt x="75" y="244"/>
                </a:lnTo>
                <a:lnTo>
                  <a:pt x="76" y="244"/>
                </a:lnTo>
                <a:lnTo>
                  <a:pt x="77" y="243"/>
                </a:lnTo>
                <a:lnTo>
                  <a:pt x="78" y="243"/>
                </a:lnTo>
                <a:lnTo>
                  <a:pt x="79" y="243"/>
                </a:lnTo>
                <a:lnTo>
                  <a:pt x="79" y="242"/>
                </a:lnTo>
                <a:lnTo>
                  <a:pt x="80" y="242"/>
                </a:lnTo>
                <a:lnTo>
                  <a:pt x="81" y="242"/>
                </a:lnTo>
                <a:lnTo>
                  <a:pt x="82" y="242"/>
                </a:lnTo>
                <a:lnTo>
                  <a:pt x="83" y="243"/>
                </a:lnTo>
                <a:lnTo>
                  <a:pt x="86" y="243"/>
                </a:lnTo>
                <a:lnTo>
                  <a:pt x="86" y="242"/>
                </a:lnTo>
                <a:lnTo>
                  <a:pt x="88" y="242"/>
                </a:lnTo>
                <a:lnTo>
                  <a:pt x="90" y="241"/>
                </a:lnTo>
                <a:lnTo>
                  <a:pt x="91" y="241"/>
                </a:lnTo>
                <a:lnTo>
                  <a:pt x="92" y="240"/>
                </a:lnTo>
                <a:lnTo>
                  <a:pt x="93" y="239"/>
                </a:lnTo>
                <a:lnTo>
                  <a:pt x="93" y="238"/>
                </a:lnTo>
                <a:lnTo>
                  <a:pt x="94" y="237"/>
                </a:lnTo>
                <a:lnTo>
                  <a:pt x="95" y="237"/>
                </a:lnTo>
                <a:lnTo>
                  <a:pt x="95" y="236"/>
                </a:lnTo>
                <a:lnTo>
                  <a:pt x="96" y="235"/>
                </a:lnTo>
                <a:lnTo>
                  <a:pt x="96" y="234"/>
                </a:lnTo>
                <a:lnTo>
                  <a:pt x="97" y="233"/>
                </a:lnTo>
                <a:lnTo>
                  <a:pt x="97" y="232"/>
                </a:lnTo>
                <a:lnTo>
                  <a:pt x="96" y="232"/>
                </a:lnTo>
                <a:lnTo>
                  <a:pt x="95" y="232"/>
                </a:lnTo>
                <a:lnTo>
                  <a:pt x="95" y="231"/>
                </a:lnTo>
                <a:lnTo>
                  <a:pt x="94" y="231"/>
                </a:lnTo>
                <a:lnTo>
                  <a:pt x="93" y="232"/>
                </a:lnTo>
                <a:lnTo>
                  <a:pt x="92" y="232"/>
                </a:lnTo>
                <a:lnTo>
                  <a:pt x="91" y="232"/>
                </a:lnTo>
                <a:lnTo>
                  <a:pt x="91" y="231"/>
                </a:lnTo>
                <a:lnTo>
                  <a:pt x="90" y="230"/>
                </a:lnTo>
                <a:lnTo>
                  <a:pt x="89" y="230"/>
                </a:lnTo>
                <a:lnTo>
                  <a:pt x="88" y="230"/>
                </a:lnTo>
                <a:lnTo>
                  <a:pt x="87" y="230"/>
                </a:lnTo>
                <a:lnTo>
                  <a:pt x="86" y="230"/>
                </a:lnTo>
                <a:lnTo>
                  <a:pt x="85" y="231"/>
                </a:lnTo>
                <a:lnTo>
                  <a:pt x="85" y="232"/>
                </a:lnTo>
                <a:lnTo>
                  <a:pt x="84" y="232"/>
                </a:lnTo>
                <a:lnTo>
                  <a:pt x="83" y="231"/>
                </a:lnTo>
                <a:lnTo>
                  <a:pt x="83" y="230"/>
                </a:lnTo>
                <a:lnTo>
                  <a:pt x="82" y="230"/>
                </a:lnTo>
                <a:lnTo>
                  <a:pt x="81" y="230"/>
                </a:lnTo>
                <a:lnTo>
                  <a:pt x="79" y="230"/>
                </a:lnTo>
                <a:lnTo>
                  <a:pt x="77" y="230"/>
                </a:lnTo>
                <a:lnTo>
                  <a:pt x="76" y="230"/>
                </a:lnTo>
                <a:lnTo>
                  <a:pt x="76" y="229"/>
                </a:lnTo>
                <a:lnTo>
                  <a:pt x="76" y="228"/>
                </a:lnTo>
                <a:lnTo>
                  <a:pt x="76" y="227"/>
                </a:lnTo>
                <a:lnTo>
                  <a:pt x="75" y="227"/>
                </a:lnTo>
                <a:lnTo>
                  <a:pt x="75" y="226"/>
                </a:lnTo>
                <a:lnTo>
                  <a:pt x="75" y="225"/>
                </a:lnTo>
                <a:lnTo>
                  <a:pt x="75" y="224"/>
                </a:lnTo>
                <a:lnTo>
                  <a:pt x="74" y="224"/>
                </a:lnTo>
                <a:lnTo>
                  <a:pt x="74" y="223"/>
                </a:lnTo>
                <a:lnTo>
                  <a:pt x="75" y="223"/>
                </a:lnTo>
                <a:lnTo>
                  <a:pt x="75" y="222"/>
                </a:lnTo>
                <a:lnTo>
                  <a:pt x="74" y="222"/>
                </a:lnTo>
                <a:lnTo>
                  <a:pt x="74" y="221"/>
                </a:lnTo>
                <a:lnTo>
                  <a:pt x="73" y="221"/>
                </a:lnTo>
                <a:lnTo>
                  <a:pt x="73" y="220"/>
                </a:lnTo>
                <a:lnTo>
                  <a:pt x="73" y="219"/>
                </a:lnTo>
                <a:lnTo>
                  <a:pt x="73" y="218"/>
                </a:lnTo>
                <a:lnTo>
                  <a:pt x="73" y="217"/>
                </a:lnTo>
                <a:lnTo>
                  <a:pt x="74" y="217"/>
                </a:lnTo>
                <a:lnTo>
                  <a:pt x="74" y="215"/>
                </a:lnTo>
                <a:lnTo>
                  <a:pt x="74" y="214"/>
                </a:lnTo>
                <a:lnTo>
                  <a:pt x="75" y="213"/>
                </a:lnTo>
                <a:lnTo>
                  <a:pt x="75" y="212"/>
                </a:lnTo>
                <a:lnTo>
                  <a:pt x="75" y="211"/>
                </a:lnTo>
                <a:lnTo>
                  <a:pt x="74" y="211"/>
                </a:lnTo>
                <a:lnTo>
                  <a:pt x="73" y="211"/>
                </a:lnTo>
                <a:lnTo>
                  <a:pt x="73" y="210"/>
                </a:lnTo>
                <a:lnTo>
                  <a:pt x="73" y="209"/>
                </a:lnTo>
                <a:lnTo>
                  <a:pt x="73" y="208"/>
                </a:lnTo>
                <a:lnTo>
                  <a:pt x="74" y="208"/>
                </a:lnTo>
                <a:lnTo>
                  <a:pt x="74" y="207"/>
                </a:lnTo>
                <a:lnTo>
                  <a:pt x="74" y="206"/>
                </a:lnTo>
                <a:lnTo>
                  <a:pt x="73" y="206"/>
                </a:lnTo>
                <a:lnTo>
                  <a:pt x="73" y="205"/>
                </a:lnTo>
                <a:lnTo>
                  <a:pt x="72" y="205"/>
                </a:lnTo>
                <a:lnTo>
                  <a:pt x="71" y="205"/>
                </a:lnTo>
                <a:lnTo>
                  <a:pt x="71" y="206"/>
                </a:lnTo>
                <a:lnTo>
                  <a:pt x="70" y="205"/>
                </a:lnTo>
                <a:lnTo>
                  <a:pt x="69" y="205"/>
                </a:lnTo>
                <a:lnTo>
                  <a:pt x="69" y="204"/>
                </a:lnTo>
                <a:lnTo>
                  <a:pt x="68" y="204"/>
                </a:lnTo>
                <a:lnTo>
                  <a:pt x="67" y="203"/>
                </a:lnTo>
                <a:lnTo>
                  <a:pt x="68" y="203"/>
                </a:lnTo>
                <a:lnTo>
                  <a:pt x="68" y="202"/>
                </a:lnTo>
                <a:lnTo>
                  <a:pt x="67" y="202"/>
                </a:lnTo>
                <a:lnTo>
                  <a:pt x="67" y="201"/>
                </a:lnTo>
                <a:lnTo>
                  <a:pt x="66" y="200"/>
                </a:lnTo>
                <a:lnTo>
                  <a:pt x="65" y="198"/>
                </a:lnTo>
                <a:lnTo>
                  <a:pt x="64" y="197"/>
                </a:lnTo>
                <a:lnTo>
                  <a:pt x="64" y="196"/>
                </a:lnTo>
                <a:lnTo>
                  <a:pt x="63" y="196"/>
                </a:lnTo>
                <a:lnTo>
                  <a:pt x="63" y="195"/>
                </a:lnTo>
                <a:lnTo>
                  <a:pt x="63" y="194"/>
                </a:lnTo>
                <a:lnTo>
                  <a:pt x="62" y="194"/>
                </a:lnTo>
                <a:lnTo>
                  <a:pt x="62" y="193"/>
                </a:lnTo>
                <a:lnTo>
                  <a:pt x="62" y="192"/>
                </a:lnTo>
                <a:lnTo>
                  <a:pt x="61" y="192"/>
                </a:lnTo>
                <a:lnTo>
                  <a:pt x="61" y="191"/>
                </a:lnTo>
                <a:lnTo>
                  <a:pt x="60" y="191"/>
                </a:lnTo>
                <a:lnTo>
                  <a:pt x="59" y="191"/>
                </a:lnTo>
                <a:lnTo>
                  <a:pt x="58" y="190"/>
                </a:lnTo>
                <a:lnTo>
                  <a:pt x="58" y="189"/>
                </a:lnTo>
                <a:lnTo>
                  <a:pt x="58" y="188"/>
                </a:lnTo>
                <a:lnTo>
                  <a:pt x="58" y="187"/>
                </a:lnTo>
                <a:lnTo>
                  <a:pt x="58" y="186"/>
                </a:lnTo>
                <a:lnTo>
                  <a:pt x="57" y="186"/>
                </a:lnTo>
                <a:lnTo>
                  <a:pt x="56" y="186"/>
                </a:lnTo>
                <a:lnTo>
                  <a:pt x="56" y="187"/>
                </a:lnTo>
                <a:lnTo>
                  <a:pt x="55" y="186"/>
                </a:lnTo>
                <a:lnTo>
                  <a:pt x="54" y="185"/>
                </a:lnTo>
                <a:lnTo>
                  <a:pt x="54" y="184"/>
                </a:lnTo>
                <a:lnTo>
                  <a:pt x="53" y="183"/>
                </a:lnTo>
                <a:lnTo>
                  <a:pt x="53" y="182"/>
                </a:lnTo>
                <a:lnTo>
                  <a:pt x="54" y="181"/>
                </a:lnTo>
                <a:lnTo>
                  <a:pt x="55" y="180"/>
                </a:lnTo>
                <a:lnTo>
                  <a:pt x="54" y="180"/>
                </a:lnTo>
                <a:lnTo>
                  <a:pt x="54" y="179"/>
                </a:lnTo>
                <a:lnTo>
                  <a:pt x="53" y="179"/>
                </a:lnTo>
                <a:lnTo>
                  <a:pt x="53" y="177"/>
                </a:lnTo>
                <a:lnTo>
                  <a:pt x="53" y="176"/>
                </a:lnTo>
                <a:lnTo>
                  <a:pt x="52" y="175"/>
                </a:lnTo>
                <a:lnTo>
                  <a:pt x="52" y="174"/>
                </a:lnTo>
                <a:lnTo>
                  <a:pt x="53" y="173"/>
                </a:lnTo>
                <a:lnTo>
                  <a:pt x="54" y="173"/>
                </a:lnTo>
                <a:lnTo>
                  <a:pt x="54" y="172"/>
                </a:lnTo>
                <a:lnTo>
                  <a:pt x="53" y="172"/>
                </a:lnTo>
                <a:lnTo>
                  <a:pt x="51" y="172"/>
                </a:lnTo>
                <a:lnTo>
                  <a:pt x="50" y="172"/>
                </a:lnTo>
                <a:lnTo>
                  <a:pt x="49" y="171"/>
                </a:lnTo>
                <a:lnTo>
                  <a:pt x="48" y="171"/>
                </a:lnTo>
                <a:lnTo>
                  <a:pt x="48" y="172"/>
                </a:lnTo>
                <a:lnTo>
                  <a:pt x="47" y="171"/>
                </a:lnTo>
                <a:lnTo>
                  <a:pt x="47" y="170"/>
                </a:lnTo>
                <a:lnTo>
                  <a:pt x="47" y="169"/>
                </a:lnTo>
                <a:lnTo>
                  <a:pt x="47" y="167"/>
                </a:lnTo>
                <a:lnTo>
                  <a:pt x="46" y="166"/>
                </a:lnTo>
                <a:lnTo>
                  <a:pt x="45" y="166"/>
                </a:lnTo>
                <a:lnTo>
                  <a:pt x="45" y="165"/>
                </a:lnTo>
                <a:lnTo>
                  <a:pt x="44" y="164"/>
                </a:lnTo>
                <a:lnTo>
                  <a:pt x="43" y="164"/>
                </a:lnTo>
                <a:lnTo>
                  <a:pt x="42" y="164"/>
                </a:lnTo>
                <a:lnTo>
                  <a:pt x="42" y="163"/>
                </a:lnTo>
                <a:lnTo>
                  <a:pt x="41" y="163"/>
                </a:lnTo>
                <a:lnTo>
                  <a:pt x="41" y="162"/>
                </a:lnTo>
                <a:lnTo>
                  <a:pt x="41" y="161"/>
                </a:lnTo>
                <a:lnTo>
                  <a:pt x="39" y="161"/>
                </a:lnTo>
                <a:lnTo>
                  <a:pt x="39" y="160"/>
                </a:lnTo>
                <a:lnTo>
                  <a:pt x="38" y="160"/>
                </a:lnTo>
                <a:lnTo>
                  <a:pt x="38" y="159"/>
                </a:lnTo>
                <a:lnTo>
                  <a:pt x="37" y="159"/>
                </a:lnTo>
                <a:lnTo>
                  <a:pt x="37" y="158"/>
                </a:lnTo>
                <a:lnTo>
                  <a:pt x="37" y="157"/>
                </a:lnTo>
                <a:lnTo>
                  <a:pt x="36" y="157"/>
                </a:lnTo>
                <a:lnTo>
                  <a:pt x="35" y="157"/>
                </a:lnTo>
                <a:lnTo>
                  <a:pt x="34" y="157"/>
                </a:lnTo>
                <a:lnTo>
                  <a:pt x="33" y="156"/>
                </a:lnTo>
                <a:lnTo>
                  <a:pt x="33" y="155"/>
                </a:lnTo>
                <a:lnTo>
                  <a:pt x="34" y="154"/>
                </a:lnTo>
                <a:lnTo>
                  <a:pt x="36" y="154"/>
                </a:lnTo>
                <a:lnTo>
                  <a:pt x="38" y="154"/>
                </a:lnTo>
                <a:lnTo>
                  <a:pt x="37" y="154"/>
                </a:lnTo>
                <a:lnTo>
                  <a:pt x="37" y="153"/>
                </a:lnTo>
                <a:lnTo>
                  <a:pt x="38" y="153"/>
                </a:lnTo>
                <a:lnTo>
                  <a:pt x="38" y="152"/>
                </a:lnTo>
                <a:lnTo>
                  <a:pt x="38" y="151"/>
                </a:lnTo>
                <a:lnTo>
                  <a:pt x="38" y="152"/>
                </a:lnTo>
                <a:lnTo>
                  <a:pt x="39" y="152"/>
                </a:lnTo>
                <a:lnTo>
                  <a:pt x="40" y="151"/>
                </a:lnTo>
                <a:lnTo>
                  <a:pt x="40" y="150"/>
                </a:lnTo>
                <a:lnTo>
                  <a:pt x="40" y="149"/>
                </a:lnTo>
                <a:lnTo>
                  <a:pt x="41" y="148"/>
                </a:lnTo>
                <a:lnTo>
                  <a:pt x="42" y="148"/>
                </a:lnTo>
                <a:lnTo>
                  <a:pt x="43" y="147"/>
                </a:lnTo>
                <a:lnTo>
                  <a:pt x="44" y="147"/>
                </a:lnTo>
                <a:lnTo>
                  <a:pt x="44" y="148"/>
                </a:lnTo>
                <a:lnTo>
                  <a:pt x="45" y="148"/>
                </a:lnTo>
                <a:lnTo>
                  <a:pt x="46" y="147"/>
                </a:lnTo>
                <a:lnTo>
                  <a:pt x="47" y="147"/>
                </a:lnTo>
                <a:lnTo>
                  <a:pt x="48" y="147"/>
                </a:lnTo>
                <a:lnTo>
                  <a:pt x="49" y="146"/>
                </a:lnTo>
                <a:lnTo>
                  <a:pt x="49" y="145"/>
                </a:lnTo>
                <a:lnTo>
                  <a:pt x="49" y="144"/>
                </a:lnTo>
                <a:lnTo>
                  <a:pt x="49" y="143"/>
                </a:lnTo>
                <a:lnTo>
                  <a:pt x="50" y="142"/>
                </a:lnTo>
                <a:lnTo>
                  <a:pt x="50" y="141"/>
                </a:lnTo>
                <a:lnTo>
                  <a:pt x="49" y="141"/>
                </a:lnTo>
                <a:lnTo>
                  <a:pt x="49" y="140"/>
                </a:lnTo>
                <a:lnTo>
                  <a:pt x="49" y="139"/>
                </a:lnTo>
                <a:lnTo>
                  <a:pt x="48" y="139"/>
                </a:lnTo>
                <a:lnTo>
                  <a:pt x="48" y="138"/>
                </a:lnTo>
                <a:lnTo>
                  <a:pt x="47" y="138"/>
                </a:lnTo>
                <a:lnTo>
                  <a:pt x="46" y="138"/>
                </a:lnTo>
                <a:lnTo>
                  <a:pt x="46" y="139"/>
                </a:lnTo>
                <a:lnTo>
                  <a:pt x="46" y="141"/>
                </a:lnTo>
                <a:lnTo>
                  <a:pt x="45" y="141"/>
                </a:lnTo>
                <a:lnTo>
                  <a:pt x="45" y="140"/>
                </a:lnTo>
                <a:lnTo>
                  <a:pt x="45" y="139"/>
                </a:lnTo>
                <a:lnTo>
                  <a:pt x="44" y="139"/>
                </a:lnTo>
                <a:lnTo>
                  <a:pt x="44" y="138"/>
                </a:lnTo>
                <a:lnTo>
                  <a:pt x="44" y="137"/>
                </a:lnTo>
                <a:lnTo>
                  <a:pt x="45" y="136"/>
                </a:lnTo>
                <a:lnTo>
                  <a:pt x="44" y="136"/>
                </a:lnTo>
                <a:lnTo>
                  <a:pt x="43" y="135"/>
                </a:lnTo>
                <a:lnTo>
                  <a:pt x="42" y="135"/>
                </a:lnTo>
                <a:lnTo>
                  <a:pt x="41" y="135"/>
                </a:lnTo>
                <a:lnTo>
                  <a:pt x="40" y="134"/>
                </a:lnTo>
                <a:lnTo>
                  <a:pt x="40" y="133"/>
                </a:lnTo>
                <a:lnTo>
                  <a:pt x="39" y="133"/>
                </a:lnTo>
                <a:lnTo>
                  <a:pt x="40" y="132"/>
                </a:lnTo>
                <a:lnTo>
                  <a:pt x="41" y="132"/>
                </a:lnTo>
                <a:lnTo>
                  <a:pt x="42" y="132"/>
                </a:lnTo>
                <a:lnTo>
                  <a:pt x="41" y="131"/>
                </a:lnTo>
                <a:lnTo>
                  <a:pt x="42" y="131"/>
                </a:lnTo>
                <a:lnTo>
                  <a:pt x="42" y="130"/>
                </a:lnTo>
                <a:lnTo>
                  <a:pt x="42" y="129"/>
                </a:lnTo>
                <a:lnTo>
                  <a:pt x="43" y="129"/>
                </a:lnTo>
                <a:lnTo>
                  <a:pt x="43" y="127"/>
                </a:lnTo>
                <a:lnTo>
                  <a:pt x="43" y="128"/>
                </a:lnTo>
                <a:lnTo>
                  <a:pt x="43" y="127"/>
                </a:lnTo>
                <a:lnTo>
                  <a:pt x="43" y="126"/>
                </a:lnTo>
                <a:lnTo>
                  <a:pt x="43" y="125"/>
                </a:lnTo>
                <a:lnTo>
                  <a:pt x="42" y="125"/>
                </a:lnTo>
                <a:lnTo>
                  <a:pt x="42" y="124"/>
                </a:lnTo>
                <a:lnTo>
                  <a:pt x="41" y="124"/>
                </a:lnTo>
                <a:lnTo>
                  <a:pt x="40" y="124"/>
                </a:lnTo>
                <a:lnTo>
                  <a:pt x="39" y="124"/>
                </a:lnTo>
                <a:lnTo>
                  <a:pt x="39" y="123"/>
                </a:lnTo>
                <a:lnTo>
                  <a:pt x="37" y="123"/>
                </a:lnTo>
                <a:lnTo>
                  <a:pt x="37" y="122"/>
                </a:lnTo>
                <a:lnTo>
                  <a:pt x="38" y="121"/>
                </a:lnTo>
                <a:lnTo>
                  <a:pt x="38" y="120"/>
                </a:lnTo>
                <a:lnTo>
                  <a:pt x="39" y="120"/>
                </a:lnTo>
                <a:lnTo>
                  <a:pt x="40" y="120"/>
                </a:lnTo>
                <a:lnTo>
                  <a:pt x="40" y="119"/>
                </a:lnTo>
                <a:lnTo>
                  <a:pt x="41" y="119"/>
                </a:lnTo>
                <a:lnTo>
                  <a:pt x="41" y="118"/>
                </a:lnTo>
                <a:lnTo>
                  <a:pt x="42" y="118"/>
                </a:lnTo>
                <a:lnTo>
                  <a:pt x="42" y="117"/>
                </a:lnTo>
                <a:lnTo>
                  <a:pt x="42" y="116"/>
                </a:lnTo>
                <a:lnTo>
                  <a:pt x="42" y="115"/>
                </a:lnTo>
                <a:lnTo>
                  <a:pt x="43" y="115"/>
                </a:lnTo>
                <a:lnTo>
                  <a:pt x="43" y="116"/>
                </a:lnTo>
                <a:lnTo>
                  <a:pt x="44" y="116"/>
                </a:lnTo>
                <a:lnTo>
                  <a:pt x="45" y="115"/>
                </a:lnTo>
                <a:lnTo>
                  <a:pt x="46" y="115"/>
                </a:lnTo>
                <a:lnTo>
                  <a:pt x="46" y="114"/>
                </a:lnTo>
                <a:lnTo>
                  <a:pt x="46" y="113"/>
                </a:lnTo>
                <a:lnTo>
                  <a:pt x="47" y="113"/>
                </a:lnTo>
                <a:lnTo>
                  <a:pt x="48" y="113"/>
                </a:lnTo>
                <a:lnTo>
                  <a:pt x="49" y="113"/>
                </a:lnTo>
                <a:lnTo>
                  <a:pt x="49" y="112"/>
                </a:lnTo>
                <a:lnTo>
                  <a:pt x="50" y="112"/>
                </a:lnTo>
                <a:lnTo>
                  <a:pt x="51" y="112"/>
                </a:lnTo>
                <a:lnTo>
                  <a:pt x="51" y="111"/>
                </a:lnTo>
                <a:lnTo>
                  <a:pt x="52" y="111"/>
                </a:lnTo>
                <a:lnTo>
                  <a:pt x="53" y="111"/>
                </a:lnTo>
                <a:lnTo>
                  <a:pt x="54" y="112"/>
                </a:lnTo>
                <a:lnTo>
                  <a:pt x="54" y="111"/>
                </a:lnTo>
                <a:lnTo>
                  <a:pt x="55" y="111"/>
                </a:lnTo>
                <a:lnTo>
                  <a:pt x="56" y="111"/>
                </a:lnTo>
                <a:lnTo>
                  <a:pt x="58" y="110"/>
                </a:lnTo>
                <a:lnTo>
                  <a:pt x="59" y="110"/>
                </a:lnTo>
                <a:lnTo>
                  <a:pt x="60" y="111"/>
                </a:lnTo>
                <a:lnTo>
                  <a:pt x="61" y="111"/>
                </a:lnTo>
                <a:lnTo>
                  <a:pt x="62" y="111"/>
                </a:lnTo>
                <a:lnTo>
                  <a:pt x="63" y="111"/>
                </a:lnTo>
                <a:lnTo>
                  <a:pt x="64" y="112"/>
                </a:lnTo>
                <a:lnTo>
                  <a:pt x="67" y="112"/>
                </a:lnTo>
                <a:lnTo>
                  <a:pt x="67" y="113"/>
                </a:lnTo>
                <a:lnTo>
                  <a:pt x="68" y="113"/>
                </a:lnTo>
                <a:lnTo>
                  <a:pt x="69" y="113"/>
                </a:lnTo>
                <a:lnTo>
                  <a:pt x="69" y="109"/>
                </a:lnTo>
                <a:lnTo>
                  <a:pt x="69" y="108"/>
                </a:lnTo>
                <a:lnTo>
                  <a:pt x="69" y="107"/>
                </a:lnTo>
                <a:lnTo>
                  <a:pt x="68" y="107"/>
                </a:lnTo>
                <a:lnTo>
                  <a:pt x="68" y="106"/>
                </a:lnTo>
                <a:lnTo>
                  <a:pt x="69" y="106"/>
                </a:lnTo>
                <a:lnTo>
                  <a:pt x="70" y="104"/>
                </a:lnTo>
                <a:lnTo>
                  <a:pt x="69" y="103"/>
                </a:lnTo>
                <a:lnTo>
                  <a:pt x="69" y="102"/>
                </a:lnTo>
                <a:lnTo>
                  <a:pt x="70" y="102"/>
                </a:lnTo>
                <a:lnTo>
                  <a:pt x="70" y="101"/>
                </a:lnTo>
                <a:lnTo>
                  <a:pt x="71" y="101"/>
                </a:lnTo>
                <a:lnTo>
                  <a:pt x="70" y="98"/>
                </a:lnTo>
                <a:lnTo>
                  <a:pt x="69" y="97"/>
                </a:lnTo>
                <a:lnTo>
                  <a:pt x="69" y="96"/>
                </a:lnTo>
                <a:lnTo>
                  <a:pt x="68" y="95"/>
                </a:lnTo>
                <a:lnTo>
                  <a:pt x="68" y="94"/>
                </a:lnTo>
                <a:lnTo>
                  <a:pt x="69" y="94"/>
                </a:lnTo>
                <a:lnTo>
                  <a:pt x="70" y="94"/>
                </a:lnTo>
                <a:lnTo>
                  <a:pt x="70" y="93"/>
                </a:lnTo>
                <a:lnTo>
                  <a:pt x="69" y="93"/>
                </a:lnTo>
                <a:lnTo>
                  <a:pt x="70" y="93"/>
                </a:lnTo>
                <a:lnTo>
                  <a:pt x="69" y="92"/>
                </a:lnTo>
                <a:lnTo>
                  <a:pt x="69" y="91"/>
                </a:lnTo>
                <a:lnTo>
                  <a:pt x="68" y="90"/>
                </a:lnTo>
                <a:lnTo>
                  <a:pt x="67" y="90"/>
                </a:lnTo>
                <a:lnTo>
                  <a:pt x="68" y="89"/>
                </a:lnTo>
                <a:lnTo>
                  <a:pt x="68" y="88"/>
                </a:lnTo>
                <a:lnTo>
                  <a:pt x="67" y="88"/>
                </a:lnTo>
                <a:lnTo>
                  <a:pt x="67" y="87"/>
                </a:lnTo>
                <a:lnTo>
                  <a:pt x="67" y="86"/>
                </a:lnTo>
                <a:lnTo>
                  <a:pt x="66" y="86"/>
                </a:lnTo>
                <a:lnTo>
                  <a:pt x="66" y="85"/>
                </a:lnTo>
                <a:lnTo>
                  <a:pt x="67" y="85"/>
                </a:lnTo>
                <a:lnTo>
                  <a:pt x="67" y="84"/>
                </a:lnTo>
                <a:lnTo>
                  <a:pt x="68" y="83"/>
                </a:lnTo>
                <a:lnTo>
                  <a:pt x="69" y="83"/>
                </a:lnTo>
                <a:lnTo>
                  <a:pt x="69" y="82"/>
                </a:lnTo>
                <a:lnTo>
                  <a:pt x="70" y="81"/>
                </a:lnTo>
                <a:lnTo>
                  <a:pt x="70" y="80"/>
                </a:lnTo>
                <a:lnTo>
                  <a:pt x="72" y="79"/>
                </a:lnTo>
                <a:lnTo>
                  <a:pt x="72" y="78"/>
                </a:lnTo>
                <a:lnTo>
                  <a:pt x="73" y="78"/>
                </a:lnTo>
                <a:lnTo>
                  <a:pt x="74" y="78"/>
                </a:lnTo>
                <a:lnTo>
                  <a:pt x="74" y="77"/>
                </a:lnTo>
                <a:lnTo>
                  <a:pt x="75" y="76"/>
                </a:lnTo>
                <a:lnTo>
                  <a:pt x="75" y="75"/>
                </a:lnTo>
                <a:lnTo>
                  <a:pt x="76" y="74"/>
                </a:lnTo>
                <a:lnTo>
                  <a:pt x="77" y="74"/>
                </a:lnTo>
                <a:lnTo>
                  <a:pt x="77" y="73"/>
                </a:lnTo>
                <a:lnTo>
                  <a:pt x="78" y="72"/>
                </a:lnTo>
                <a:lnTo>
                  <a:pt x="78" y="71"/>
                </a:lnTo>
                <a:lnTo>
                  <a:pt x="78" y="70"/>
                </a:lnTo>
                <a:lnTo>
                  <a:pt x="79" y="70"/>
                </a:lnTo>
                <a:lnTo>
                  <a:pt x="80" y="70"/>
                </a:lnTo>
                <a:lnTo>
                  <a:pt x="80" y="69"/>
                </a:lnTo>
                <a:lnTo>
                  <a:pt x="80" y="68"/>
                </a:lnTo>
                <a:lnTo>
                  <a:pt x="81" y="68"/>
                </a:lnTo>
                <a:lnTo>
                  <a:pt x="82" y="68"/>
                </a:lnTo>
                <a:lnTo>
                  <a:pt x="82" y="67"/>
                </a:lnTo>
                <a:lnTo>
                  <a:pt x="83" y="67"/>
                </a:lnTo>
                <a:lnTo>
                  <a:pt x="84" y="68"/>
                </a:lnTo>
                <a:lnTo>
                  <a:pt x="85" y="68"/>
                </a:lnTo>
                <a:lnTo>
                  <a:pt x="86" y="69"/>
                </a:lnTo>
                <a:lnTo>
                  <a:pt x="87" y="69"/>
                </a:lnTo>
                <a:lnTo>
                  <a:pt x="88" y="69"/>
                </a:lnTo>
                <a:lnTo>
                  <a:pt x="90" y="68"/>
                </a:lnTo>
                <a:lnTo>
                  <a:pt x="91" y="68"/>
                </a:lnTo>
                <a:lnTo>
                  <a:pt x="92" y="67"/>
                </a:lnTo>
                <a:lnTo>
                  <a:pt x="92" y="66"/>
                </a:lnTo>
                <a:lnTo>
                  <a:pt x="93" y="66"/>
                </a:lnTo>
                <a:lnTo>
                  <a:pt x="94" y="66"/>
                </a:lnTo>
                <a:lnTo>
                  <a:pt x="95" y="66"/>
                </a:lnTo>
                <a:lnTo>
                  <a:pt x="95" y="65"/>
                </a:lnTo>
                <a:lnTo>
                  <a:pt x="94" y="64"/>
                </a:lnTo>
                <a:lnTo>
                  <a:pt x="93" y="64"/>
                </a:lnTo>
                <a:lnTo>
                  <a:pt x="93" y="63"/>
                </a:lnTo>
                <a:lnTo>
                  <a:pt x="92" y="63"/>
                </a:lnTo>
                <a:lnTo>
                  <a:pt x="92" y="62"/>
                </a:lnTo>
                <a:lnTo>
                  <a:pt x="92" y="61"/>
                </a:lnTo>
                <a:lnTo>
                  <a:pt x="91" y="61"/>
                </a:lnTo>
                <a:lnTo>
                  <a:pt x="90" y="60"/>
                </a:lnTo>
                <a:lnTo>
                  <a:pt x="90" y="59"/>
                </a:lnTo>
                <a:lnTo>
                  <a:pt x="91" y="59"/>
                </a:lnTo>
                <a:lnTo>
                  <a:pt x="91" y="58"/>
                </a:lnTo>
                <a:lnTo>
                  <a:pt x="92" y="57"/>
                </a:lnTo>
                <a:lnTo>
                  <a:pt x="92" y="56"/>
                </a:lnTo>
                <a:lnTo>
                  <a:pt x="92" y="57"/>
                </a:lnTo>
                <a:lnTo>
                  <a:pt x="93" y="57"/>
                </a:lnTo>
                <a:lnTo>
                  <a:pt x="94" y="56"/>
                </a:lnTo>
                <a:lnTo>
                  <a:pt x="94" y="55"/>
                </a:lnTo>
                <a:lnTo>
                  <a:pt x="94" y="54"/>
                </a:lnTo>
                <a:lnTo>
                  <a:pt x="94" y="53"/>
                </a:lnTo>
                <a:lnTo>
                  <a:pt x="95" y="52"/>
                </a:lnTo>
                <a:lnTo>
                  <a:pt x="95" y="51"/>
                </a:lnTo>
                <a:lnTo>
                  <a:pt x="98" y="50"/>
                </a:lnTo>
                <a:lnTo>
                  <a:pt x="98" y="51"/>
                </a:lnTo>
                <a:lnTo>
                  <a:pt x="99" y="50"/>
                </a:lnTo>
                <a:lnTo>
                  <a:pt x="101" y="49"/>
                </a:lnTo>
                <a:lnTo>
                  <a:pt x="102" y="50"/>
                </a:lnTo>
                <a:lnTo>
                  <a:pt x="103" y="50"/>
                </a:lnTo>
                <a:lnTo>
                  <a:pt x="104" y="50"/>
                </a:lnTo>
                <a:lnTo>
                  <a:pt x="105" y="51"/>
                </a:lnTo>
                <a:lnTo>
                  <a:pt x="106" y="51"/>
                </a:lnTo>
                <a:lnTo>
                  <a:pt x="107" y="52"/>
                </a:lnTo>
                <a:lnTo>
                  <a:pt x="108" y="52"/>
                </a:lnTo>
                <a:lnTo>
                  <a:pt x="109" y="51"/>
                </a:lnTo>
                <a:lnTo>
                  <a:pt x="110" y="51"/>
                </a:lnTo>
                <a:lnTo>
                  <a:pt x="112" y="51"/>
                </a:lnTo>
                <a:lnTo>
                  <a:pt x="114" y="51"/>
                </a:lnTo>
                <a:lnTo>
                  <a:pt x="115" y="51"/>
                </a:lnTo>
                <a:lnTo>
                  <a:pt x="116" y="51"/>
                </a:lnTo>
                <a:lnTo>
                  <a:pt x="117" y="51"/>
                </a:lnTo>
                <a:lnTo>
                  <a:pt x="118" y="51"/>
                </a:lnTo>
                <a:lnTo>
                  <a:pt x="118" y="50"/>
                </a:lnTo>
                <a:lnTo>
                  <a:pt x="119" y="50"/>
                </a:lnTo>
                <a:lnTo>
                  <a:pt x="120" y="50"/>
                </a:lnTo>
                <a:lnTo>
                  <a:pt x="120" y="48"/>
                </a:lnTo>
                <a:lnTo>
                  <a:pt x="121" y="48"/>
                </a:lnTo>
                <a:lnTo>
                  <a:pt x="123" y="48"/>
                </a:lnTo>
                <a:lnTo>
                  <a:pt x="123" y="49"/>
                </a:lnTo>
                <a:lnTo>
                  <a:pt x="124" y="50"/>
                </a:lnTo>
                <a:lnTo>
                  <a:pt x="125" y="51"/>
                </a:lnTo>
                <a:lnTo>
                  <a:pt x="126" y="52"/>
                </a:lnTo>
                <a:lnTo>
                  <a:pt x="126" y="53"/>
                </a:lnTo>
                <a:lnTo>
                  <a:pt x="126" y="54"/>
                </a:lnTo>
                <a:lnTo>
                  <a:pt x="126" y="55"/>
                </a:lnTo>
                <a:lnTo>
                  <a:pt x="126" y="57"/>
                </a:lnTo>
                <a:lnTo>
                  <a:pt x="127" y="57"/>
                </a:lnTo>
                <a:lnTo>
                  <a:pt x="127" y="59"/>
                </a:lnTo>
                <a:lnTo>
                  <a:pt x="128" y="59"/>
                </a:lnTo>
                <a:lnTo>
                  <a:pt x="129" y="60"/>
                </a:lnTo>
                <a:lnTo>
                  <a:pt x="128" y="61"/>
                </a:lnTo>
                <a:lnTo>
                  <a:pt x="127" y="61"/>
                </a:lnTo>
                <a:lnTo>
                  <a:pt x="128" y="61"/>
                </a:lnTo>
                <a:lnTo>
                  <a:pt x="129" y="62"/>
                </a:lnTo>
                <a:lnTo>
                  <a:pt x="130" y="61"/>
                </a:lnTo>
                <a:lnTo>
                  <a:pt x="130" y="62"/>
                </a:lnTo>
                <a:lnTo>
                  <a:pt x="131" y="63"/>
                </a:lnTo>
                <a:lnTo>
                  <a:pt x="131" y="64"/>
                </a:lnTo>
                <a:lnTo>
                  <a:pt x="131" y="65"/>
                </a:lnTo>
                <a:lnTo>
                  <a:pt x="131" y="66"/>
                </a:lnTo>
                <a:lnTo>
                  <a:pt x="131" y="67"/>
                </a:lnTo>
                <a:lnTo>
                  <a:pt x="133" y="68"/>
                </a:lnTo>
                <a:lnTo>
                  <a:pt x="134" y="69"/>
                </a:lnTo>
                <a:lnTo>
                  <a:pt x="133" y="69"/>
                </a:lnTo>
                <a:lnTo>
                  <a:pt x="133" y="70"/>
                </a:lnTo>
                <a:lnTo>
                  <a:pt x="133" y="69"/>
                </a:lnTo>
                <a:lnTo>
                  <a:pt x="131" y="69"/>
                </a:lnTo>
                <a:lnTo>
                  <a:pt x="131" y="70"/>
                </a:lnTo>
                <a:lnTo>
                  <a:pt x="131" y="71"/>
                </a:lnTo>
                <a:lnTo>
                  <a:pt x="131" y="72"/>
                </a:lnTo>
                <a:lnTo>
                  <a:pt x="133" y="72"/>
                </a:lnTo>
                <a:lnTo>
                  <a:pt x="133" y="73"/>
                </a:lnTo>
                <a:lnTo>
                  <a:pt x="133" y="74"/>
                </a:lnTo>
                <a:lnTo>
                  <a:pt x="131" y="75"/>
                </a:lnTo>
                <a:lnTo>
                  <a:pt x="131" y="76"/>
                </a:lnTo>
                <a:lnTo>
                  <a:pt x="131" y="78"/>
                </a:lnTo>
                <a:lnTo>
                  <a:pt x="133" y="78"/>
                </a:lnTo>
                <a:lnTo>
                  <a:pt x="134" y="78"/>
                </a:lnTo>
                <a:lnTo>
                  <a:pt x="134" y="79"/>
                </a:lnTo>
                <a:lnTo>
                  <a:pt x="133" y="80"/>
                </a:lnTo>
                <a:lnTo>
                  <a:pt x="133" y="81"/>
                </a:lnTo>
                <a:lnTo>
                  <a:pt x="129" y="82"/>
                </a:lnTo>
                <a:lnTo>
                  <a:pt x="128" y="82"/>
                </a:lnTo>
                <a:lnTo>
                  <a:pt x="127" y="82"/>
                </a:lnTo>
                <a:lnTo>
                  <a:pt x="127" y="83"/>
                </a:lnTo>
                <a:lnTo>
                  <a:pt x="128" y="84"/>
                </a:lnTo>
                <a:lnTo>
                  <a:pt x="128" y="85"/>
                </a:lnTo>
                <a:lnTo>
                  <a:pt x="129" y="85"/>
                </a:lnTo>
                <a:lnTo>
                  <a:pt x="130" y="88"/>
                </a:lnTo>
                <a:lnTo>
                  <a:pt x="130" y="89"/>
                </a:lnTo>
                <a:lnTo>
                  <a:pt x="130" y="90"/>
                </a:lnTo>
                <a:lnTo>
                  <a:pt x="130" y="92"/>
                </a:lnTo>
                <a:lnTo>
                  <a:pt x="130" y="94"/>
                </a:lnTo>
                <a:lnTo>
                  <a:pt x="130" y="95"/>
                </a:lnTo>
                <a:lnTo>
                  <a:pt x="130" y="96"/>
                </a:lnTo>
                <a:lnTo>
                  <a:pt x="130" y="97"/>
                </a:lnTo>
                <a:lnTo>
                  <a:pt x="130" y="98"/>
                </a:lnTo>
                <a:lnTo>
                  <a:pt x="130" y="99"/>
                </a:lnTo>
                <a:lnTo>
                  <a:pt x="130" y="100"/>
                </a:lnTo>
                <a:lnTo>
                  <a:pt x="129" y="101"/>
                </a:lnTo>
                <a:lnTo>
                  <a:pt x="128" y="101"/>
                </a:lnTo>
                <a:lnTo>
                  <a:pt x="127" y="102"/>
                </a:lnTo>
                <a:lnTo>
                  <a:pt x="127" y="103"/>
                </a:lnTo>
                <a:lnTo>
                  <a:pt x="126" y="103"/>
                </a:lnTo>
                <a:lnTo>
                  <a:pt x="126" y="104"/>
                </a:lnTo>
                <a:lnTo>
                  <a:pt x="127" y="104"/>
                </a:lnTo>
                <a:lnTo>
                  <a:pt x="128" y="104"/>
                </a:lnTo>
                <a:lnTo>
                  <a:pt x="128" y="103"/>
                </a:lnTo>
                <a:lnTo>
                  <a:pt x="129" y="103"/>
                </a:lnTo>
                <a:lnTo>
                  <a:pt x="130" y="103"/>
                </a:lnTo>
                <a:lnTo>
                  <a:pt x="133" y="103"/>
                </a:lnTo>
                <a:lnTo>
                  <a:pt x="134" y="103"/>
                </a:lnTo>
                <a:lnTo>
                  <a:pt x="134" y="102"/>
                </a:lnTo>
                <a:lnTo>
                  <a:pt x="137" y="102"/>
                </a:lnTo>
                <a:lnTo>
                  <a:pt x="137" y="103"/>
                </a:lnTo>
                <a:lnTo>
                  <a:pt x="139" y="103"/>
                </a:lnTo>
                <a:lnTo>
                  <a:pt x="140" y="103"/>
                </a:lnTo>
                <a:lnTo>
                  <a:pt x="141" y="102"/>
                </a:lnTo>
                <a:lnTo>
                  <a:pt x="142" y="102"/>
                </a:lnTo>
                <a:lnTo>
                  <a:pt x="143" y="103"/>
                </a:lnTo>
                <a:lnTo>
                  <a:pt x="143" y="104"/>
                </a:lnTo>
                <a:lnTo>
                  <a:pt x="144" y="104"/>
                </a:lnTo>
                <a:lnTo>
                  <a:pt x="145" y="104"/>
                </a:lnTo>
                <a:lnTo>
                  <a:pt x="146" y="104"/>
                </a:lnTo>
                <a:lnTo>
                  <a:pt x="146" y="103"/>
                </a:lnTo>
                <a:lnTo>
                  <a:pt x="147" y="103"/>
                </a:lnTo>
                <a:lnTo>
                  <a:pt x="147" y="102"/>
                </a:lnTo>
                <a:lnTo>
                  <a:pt x="147" y="103"/>
                </a:lnTo>
                <a:lnTo>
                  <a:pt x="148" y="102"/>
                </a:lnTo>
                <a:lnTo>
                  <a:pt x="148" y="101"/>
                </a:lnTo>
                <a:lnTo>
                  <a:pt x="149" y="102"/>
                </a:lnTo>
                <a:lnTo>
                  <a:pt x="150" y="102"/>
                </a:lnTo>
                <a:lnTo>
                  <a:pt x="152" y="102"/>
                </a:lnTo>
                <a:lnTo>
                  <a:pt x="153" y="102"/>
                </a:lnTo>
                <a:lnTo>
                  <a:pt x="153" y="103"/>
                </a:lnTo>
                <a:lnTo>
                  <a:pt x="153" y="104"/>
                </a:lnTo>
                <a:lnTo>
                  <a:pt x="156" y="104"/>
                </a:lnTo>
                <a:lnTo>
                  <a:pt x="157" y="103"/>
                </a:lnTo>
                <a:lnTo>
                  <a:pt x="158" y="104"/>
                </a:lnTo>
                <a:lnTo>
                  <a:pt x="158" y="106"/>
                </a:lnTo>
                <a:lnTo>
                  <a:pt x="158" y="107"/>
                </a:lnTo>
                <a:lnTo>
                  <a:pt x="159" y="107"/>
                </a:lnTo>
                <a:lnTo>
                  <a:pt x="161" y="106"/>
                </a:lnTo>
                <a:lnTo>
                  <a:pt x="162" y="106"/>
                </a:lnTo>
                <a:lnTo>
                  <a:pt x="163" y="106"/>
                </a:lnTo>
                <a:lnTo>
                  <a:pt x="163" y="105"/>
                </a:lnTo>
                <a:lnTo>
                  <a:pt x="164" y="105"/>
                </a:lnTo>
                <a:lnTo>
                  <a:pt x="164" y="104"/>
                </a:lnTo>
                <a:lnTo>
                  <a:pt x="164" y="103"/>
                </a:lnTo>
                <a:lnTo>
                  <a:pt x="163" y="102"/>
                </a:lnTo>
                <a:lnTo>
                  <a:pt x="165" y="102"/>
                </a:lnTo>
                <a:lnTo>
                  <a:pt x="166" y="102"/>
                </a:lnTo>
                <a:lnTo>
                  <a:pt x="167" y="104"/>
                </a:lnTo>
                <a:lnTo>
                  <a:pt x="168" y="105"/>
                </a:lnTo>
                <a:lnTo>
                  <a:pt x="169" y="105"/>
                </a:lnTo>
                <a:lnTo>
                  <a:pt x="170" y="105"/>
                </a:lnTo>
                <a:lnTo>
                  <a:pt x="172" y="104"/>
                </a:lnTo>
                <a:lnTo>
                  <a:pt x="173" y="104"/>
                </a:lnTo>
                <a:lnTo>
                  <a:pt x="174" y="104"/>
                </a:lnTo>
                <a:lnTo>
                  <a:pt x="173" y="103"/>
                </a:lnTo>
                <a:lnTo>
                  <a:pt x="172" y="103"/>
                </a:lnTo>
                <a:lnTo>
                  <a:pt x="172" y="102"/>
                </a:lnTo>
                <a:lnTo>
                  <a:pt x="171" y="101"/>
                </a:lnTo>
                <a:lnTo>
                  <a:pt x="171" y="100"/>
                </a:lnTo>
                <a:lnTo>
                  <a:pt x="171" y="99"/>
                </a:lnTo>
                <a:lnTo>
                  <a:pt x="172" y="98"/>
                </a:lnTo>
                <a:lnTo>
                  <a:pt x="172" y="97"/>
                </a:lnTo>
                <a:lnTo>
                  <a:pt x="171" y="97"/>
                </a:lnTo>
                <a:lnTo>
                  <a:pt x="171" y="96"/>
                </a:lnTo>
                <a:lnTo>
                  <a:pt x="170" y="96"/>
                </a:lnTo>
                <a:lnTo>
                  <a:pt x="169" y="95"/>
                </a:lnTo>
                <a:lnTo>
                  <a:pt x="168" y="95"/>
                </a:lnTo>
                <a:lnTo>
                  <a:pt x="168" y="94"/>
                </a:lnTo>
                <a:lnTo>
                  <a:pt x="168" y="93"/>
                </a:lnTo>
                <a:lnTo>
                  <a:pt x="169" y="93"/>
                </a:lnTo>
                <a:lnTo>
                  <a:pt x="172" y="92"/>
                </a:lnTo>
                <a:lnTo>
                  <a:pt x="173" y="92"/>
                </a:lnTo>
                <a:lnTo>
                  <a:pt x="175" y="91"/>
                </a:lnTo>
                <a:lnTo>
                  <a:pt x="176" y="91"/>
                </a:lnTo>
                <a:lnTo>
                  <a:pt x="177" y="90"/>
                </a:lnTo>
                <a:lnTo>
                  <a:pt x="178" y="90"/>
                </a:lnTo>
                <a:lnTo>
                  <a:pt x="179" y="90"/>
                </a:lnTo>
                <a:lnTo>
                  <a:pt x="179" y="89"/>
                </a:lnTo>
                <a:lnTo>
                  <a:pt x="180" y="89"/>
                </a:lnTo>
                <a:lnTo>
                  <a:pt x="181" y="89"/>
                </a:lnTo>
                <a:lnTo>
                  <a:pt x="184" y="88"/>
                </a:lnTo>
                <a:lnTo>
                  <a:pt x="185" y="87"/>
                </a:lnTo>
                <a:lnTo>
                  <a:pt x="186" y="87"/>
                </a:lnTo>
                <a:lnTo>
                  <a:pt x="187" y="86"/>
                </a:lnTo>
                <a:lnTo>
                  <a:pt x="188" y="86"/>
                </a:lnTo>
                <a:lnTo>
                  <a:pt x="189" y="85"/>
                </a:lnTo>
                <a:lnTo>
                  <a:pt x="190" y="85"/>
                </a:lnTo>
                <a:lnTo>
                  <a:pt x="191" y="84"/>
                </a:lnTo>
                <a:lnTo>
                  <a:pt x="192" y="84"/>
                </a:lnTo>
                <a:lnTo>
                  <a:pt x="193" y="83"/>
                </a:lnTo>
                <a:lnTo>
                  <a:pt x="195" y="82"/>
                </a:lnTo>
                <a:lnTo>
                  <a:pt x="196" y="82"/>
                </a:lnTo>
                <a:lnTo>
                  <a:pt x="197" y="81"/>
                </a:lnTo>
                <a:lnTo>
                  <a:pt x="198" y="81"/>
                </a:lnTo>
                <a:lnTo>
                  <a:pt x="198" y="80"/>
                </a:lnTo>
                <a:lnTo>
                  <a:pt x="199" y="80"/>
                </a:lnTo>
                <a:lnTo>
                  <a:pt x="203" y="77"/>
                </a:lnTo>
                <a:lnTo>
                  <a:pt x="204" y="77"/>
                </a:lnTo>
                <a:lnTo>
                  <a:pt x="205" y="76"/>
                </a:lnTo>
                <a:lnTo>
                  <a:pt x="205" y="75"/>
                </a:lnTo>
                <a:lnTo>
                  <a:pt x="206" y="74"/>
                </a:lnTo>
                <a:lnTo>
                  <a:pt x="207" y="74"/>
                </a:lnTo>
                <a:lnTo>
                  <a:pt x="208" y="75"/>
                </a:lnTo>
                <a:lnTo>
                  <a:pt x="209" y="75"/>
                </a:lnTo>
                <a:lnTo>
                  <a:pt x="209" y="74"/>
                </a:lnTo>
                <a:lnTo>
                  <a:pt x="211" y="73"/>
                </a:lnTo>
                <a:lnTo>
                  <a:pt x="211" y="72"/>
                </a:lnTo>
                <a:lnTo>
                  <a:pt x="212" y="72"/>
                </a:lnTo>
                <a:lnTo>
                  <a:pt x="213" y="72"/>
                </a:lnTo>
                <a:lnTo>
                  <a:pt x="213" y="71"/>
                </a:lnTo>
                <a:lnTo>
                  <a:pt x="214" y="71"/>
                </a:lnTo>
                <a:lnTo>
                  <a:pt x="214" y="70"/>
                </a:lnTo>
                <a:lnTo>
                  <a:pt x="216" y="69"/>
                </a:lnTo>
                <a:lnTo>
                  <a:pt x="216" y="70"/>
                </a:lnTo>
                <a:lnTo>
                  <a:pt x="218" y="70"/>
                </a:lnTo>
                <a:lnTo>
                  <a:pt x="219" y="69"/>
                </a:lnTo>
                <a:lnTo>
                  <a:pt x="220" y="69"/>
                </a:lnTo>
                <a:lnTo>
                  <a:pt x="221" y="69"/>
                </a:lnTo>
                <a:lnTo>
                  <a:pt x="222" y="68"/>
                </a:lnTo>
                <a:lnTo>
                  <a:pt x="223" y="68"/>
                </a:lnTo>
                <a:lnTo>
                  <a:pt x="223" y="69"/>
                </a:lnTo>
                <a:lnTo>
                  <a:pt x="223" y="70"/>
                </a:lnTo>
                <a:lnTo>
                  <a:pt x="223" y="71"/>
                </a:lnTo>
                <a:lnTo>
                  <a:pt x="224" y="71"/>
                </a:lnTo>
                <a:lnTo>
                  <a:pt x="224" y="72"/>
                </a:lnTo>
                <a:lnTo>
                  <a:pt x="225" y="73"/>
                </a:lnTo>
                <a:lnTo>
                  <a:pt x="225" y="74"/>
                </a:lnTo>
                <a:lnTo>
                  <a:pt x="226" y="74"/>
                </a:lnTo>
                <a:lnTo>
                  <a:pt x="226" y="75"/>
                </a:lnTo>
                <a:lnTo>
                  <a:pt x="226" y="76"/>
                </a:lnTo>
                <a:lnTo>
                  <a:pt x="228" y="78"/>
                </a:lnTo>
                <a:lnTo>
                  <a:pt x="229" y="79"/>
                </a:lnTo>
                <a:lnTo>
                  <a:pt x="230" y="80"/>
                </a:lnTo>
                <a:lnTo>
                  <a:pt x="230" y="81"/>
                </a:lnTo>
                <a:lnTo>
                  <a:pt x="230" y="82"/>
                </a:lnTo>
                <a:lnTo>
                  <a:pt x="230" y="83"/>
                </a:lnTo>
                <a:lnTo>
                  <a:pt x="230" y="84"/>
                </a:lnTo>
                <a:lnTo>
                  <a:pt x="231" y="84"/>
                </a:lnTo>
                <a:lnTo>
                  <a:pt x="231" y="86"/>
                </a:lnTo>
                <a:lnTo>
                  <a:pt x="233" y="86"/>
                </a:lnTo>
                <a:lnTo>
                  <a:pt x="233" y="85"/>
                </a:lnTo>
                <a:lnTo>
                  <a:pt x="235" y="85"/>
                </a:lnTo>
                <a:lnTo>
                  <a:pt x="237" y="85"/>
                </a:lnTo>
                <a:lnTo>
                  <a:pt x="237" y="86"/>
                </a:lnTo>
                <a:lnTo>
                  <a:pt x="239" y="86"/>
                </a:lnTo>
                <a:lnTo>
                  <a:pt x="239" y="85"/>
                </a:lnTo>
                <a:lnTo>
                  <a:pt x="240" y="85"/>
                </a:lnTo>
                <a:lnTo>
                  <a:pt x="241" y="83"/>
                </a:lnTo>
                <a:lnTo>
                  <a:pt x="241" y="82"/>
                </a:lnTo>
                <a:lnTo>
                  <a:pt x="240" y="81"/>
                </a:lnTo>
                <a:lnTo>
                  <a:pt x="239" y="80"/>
                </a:lnTo>
                <a:lnTo>
                  <a:pt x="239" y="78"/>
                </a:lnTo>
                <a:lnTo>
                  <a:pt x="240" y="78"/>
                </a:lnTo>
                <a:lnTo>
                  <a:pt x="241" y="77"/>
                </a:lnTo>
                <a:lnTo>
                  <a:pt x="241" y="76"/>
                </a:lnTo>
                <a:lnTo>
                  <a:pt x="242" y="76"/>
                </a:lnTo>
                <a:lnTo>
                  <a:pt x="243" y="77"/>
                </a:lnTo>
                <a:lnTo>
                  <a:pt x="244" y="77"/>
                </a:lnTo>
                <a:lnTo>
                  <a:pt x="245" y="77"/>
                </a:lnTo>
                <a:lnTo>
                  <a:pt x="245" y="76"/>
                </a:lnTo>
                <a:lnTo>
                  <a:pt x="246" y="76"/>
                </a:lnTo>
                <a:lnTo>
                  <a:pt x="246" y="77"/>
                </a:lnTo>
                <a:lnTo>
                  <a:pt x="247" y="77"/>
                </a:lnTo>
                <a:lnTo>
                  <a:pt x="248" y="77"/>
                </a:lnTo>
                <a:lnTo>
                  <a:pt x="248" y="76"/>
                </a:lnTo>
                <a:lnTo>
                  <a:pt x="249" y="75"/>
                </a:lnTo>
                <a:lnTo>
                  <a:pt x="249" y="74"/>
                </a:lnTo>
                <a:lnTo>
                  <a:pt x="249" y="73"/>
                </a:lnTo>
                <a:lnTo>
                  <a:pt x="249" y="72"/>
                </a:lnTo>
                <a:lnTo>
                  <a:pt x="250" y="72"/>
                </a:lnTo>
                <a:lnTo>
                  <a:pt x="250" y="71"/>
                </a:lnTo>
                <a:lnTo>
                  <a:pt x="250" y="70"/>
                </a:lnTo>
                <a:lnTo>
                  <a:pt x="250" y="69"/>
                </a:lnTo>
                <a:lnTo>
                  <a:pt x="251" y="69"/>
                </a:lnTo>
                <a:lnTo>
                  <a:pt x="252" y="69"/>
                </a:lnTo>
                <a:lnTo>
                  <a:pt x="253" y="67"/>
                </a:lnTo>
                <a:lnTo>
                  <a:pt x="254" y="67"/>
                </a:lnTo>
                <a:lnTo>
                  <a:pt x="254" y="68"/>
                </a:lnTo>
                <a:lnTo>
                  <a:pt x="255" y="67"/>
                </a:lnTo>
                <a:lnTo>
                  <a:pt x="255" y="66"/>
                </a:lnTo>
                <a:lnTo>
                  <a:pt x="256" y="66"/>
                </a:lnTo>
                <a:lnTo>
                  <a:pt x="257" y="66"/>
                </a:lnTo>
                <a:lnTo>
                  <a:pt x="257" y="65"/>
                </a:lnTo>
                <a:lnTo>
                  <a:pt x="258" y="65"/>
                </a:lnTo>
                <a:lnTo>
                  <a:pt x="258" y="64"/>
                </a:lnTo>
                <a:lnTo>
                  <a:pt x="258" y="63"/>
                </a:lnTo>
                <a:lnTo>
                  <a:pt x="259" y="63"/>
                </a:lnTo>
                <a:lnTo>
                  <a:pt x="259" y="62"/>
                </a:lnTo>
                <a:lnTo>
                  <a:pt x="260" y="62"/>
                </a:lnTo>
                <a:lnTo>
                  <a:pt x="261" y="62"/>
                </a:lnTo>
                <a:lnTo>
                  <a:pt x="262" y="62"/>
                </a:lnTo>
                <a:lnTo>
                  <a:pt x="263" y="62"/>
                </a:lnTo>
                <a:lnTo>
                  <a:pt x="264" y="62"/>
                </a:lnTo>
                <a:lnTo>
                  <a:pt x="264" y="63"/>
                </a:lnTo>
                <a:lnTo>
                  <a:pt x="265" y="63"/>
                </a:lnTo>
                <a:lnTo>
                  <a:pt x="266" y="63"/>
                </a:lnTo>
                <a:lnTo>
                  <a:pt x="267" y="63"/>
                </a:lnTo>
                <a:lnTo>
                  <a:pt x="267" y="64"/>
                </a:lnTo>
                <a:lnTo>
                  <a:pt x="268" y="64"/>
                </a:lnTo>
                <a:lnTo>
                  <a:pt x="267" y="66"/>
                </a:lnTo>
                <a:lnTo>
                  <a:pt x="266" y="68"/>
                </a:lnTo>
                <a:lnTo>
                  <a:pt x="265" y="68"/>
                </a:lnTo>
                <a:lnTo>
                  <a:pt x="265" y="69"/>
                </a:lnTo>
                <a:lnTo>
                  <a:pt x="266" y="69"/>
                </a:lnTo>
                <a:lnTo>
                  <a:pt x="266" y="68"/>
                </a:lnTo>
                <a:lnTo>
                  <a:pt x="267" y="69"/>
                </a:lnTo>
                <a:lnTo>
                  <a:pt x="268" y="69"/>
                </a:lnTo>
                <a:lnTo>
                  <a:pt x="269" y="69"/>
                </a:lnTo>
                <a:lnTo>
                  <a:pt x="271" y="68"/>
                </a:lnTo>
                <a:lnTo>
                  <a:pt x="272" y="68"/>
                </a:lnTo>
                <a:lnTo>
                  <a:pt x="273" y="66"/>
                </a:lnTo>
                <a:lnTo>
                  <a:pt x="274" y="66"/>
                </a:lnTo>
                <a:lnTo>
                  <a:pt x="274" y="65"/>
                </a:lnTo>
                <a:lnTo>
                  <a:pt x="275" y="65"/>
                </a:lnTo>
                <a:lnTo>
                  <a:pt x="276" y="66"/>
                </a:lnTo>
                <a:lnTo>
                  <a:pt x="277" y="67"/>
                </a:lnTo>
                <a:lnTo>
                  <a:pt x="278" y="67"/>
                </a:lnTo>
                <a:lnTo>
                  <a:pt x="278" y="68"/>
                </a:lnTo>
                <a:lnTo>
                  <a:pt x="279" y="70"/>
                </a:lnTo>
                <a:lnTo>
                  <a:pt x="280" y="70"/>
                </a:lnTo>
                <a:lnTo>
                  <a:pt x="281" y="70"/>
                </a:lnTo>
                <a:lnTo>
                  <a:pt x="282" y="70"/>
                </a:lnTo>
                <a:lnTo>
                  <a:pt x="283" y="71"/>
                </a:lnTo>
                <a:lnTo>
                  <a:pt x="283" y="70"/>
                </a:lnTo>
                <a:lnTo>
                  <a:pt x="284" y="70"/>
                </a:lnTo>
                <a:lnTo>
                  <a:pt x="285" y="70"/>
                </a:lnTo>
                <a:lnTo>
                  <a:pt x="286" y="70"/>
                </a:lnTo>
                <a:lnTo>
                  <a:pt x="287" y="70"/>
                </a:lnTo>
                <a:lnTo>
                  <a:pt x="288" y="70"/>
                </a:lnTo>
                <a:lnTo>
                  <a:pt x="288" y="69"/>
                </a:lnTo>
                <a:lnTo>
                  <a:pt x="289" y="69"/>
                </a:lnTo>
                <a:lnTo>
                  <a:pt x="289" y="68"/>
                </a:lnTo>
                <a:lnTo>
                  <a:pt x="290" y="68"/>
                </a:lnTo>
                <a:lnTo>
                  <a:pt x="292" y="69"/>
                </a:lnTo>
                <a:lnTo>
                  <a:pt x="292" y="68"/>
                </a:lnTo>
                <a:lnTo>
                  <a:pt x="295" y="68"/>
                </a:lnTo>
                <a:lnTo>
                  <a:pt x="296" y="67"/>
                </a:lnTo>
                <a:lnTo>
                  <a:pt x="296" y="66"/>
                </a:lnTo>
                <a:lnTo>
                  <a:pt x="297" y="65"/>
                </a:lnTo>
                <a:lnTo>
                  <a:pt x="298" y="64"/>
                </a:lnTo>
                <a:lnTo>
                  <a:pt x="299" y="63"/>
                </a:lnTo>
                <a:lnTo>
                  <a:pt x="299" y="64"/>
                </a:lnTo>
                <a:lnTo>
                  <a:pt x="300" y="64"/>
                </a:lnTo>
                <a:lnTo>
                  <a:pt x="299" y="64"/>
                </a:lnTo>
                <a:lnTo>
                  <a:pt x="301" y="66"/>
                </a:lnTo>
                <a:lnTo>
                  <a:pt x="304" y="64"/>
                </a:lnTo>
                <a:lnTo>
                  <a:pt x="305" y="64"/>
                </a:lnTo>
                <a:lnTo>
                  <a:pt x="305" y="63"/>
                </a:lnTo>
                <a:lnTo>
                  <a:pt x="306" y="63"/>
                </a:lnTo>
                <a:lnTo>
                  <a:pt x="307" y="63"/>
                </a:lnTo>
                <a:lnTo>
                  <a:pt x="309" y="62"/>
                </a:lnTo>
                <a:lnTo>
                  <a:pt x="309" y="61"/>
                </a:lnTo>
                <a:lnTo>
                  <a:pt x="309" y="60"/>
                </a:lnTo>
                <a:lnTo>
                  <a:pt x="309" y="58"/>
                </a:lnTo>
                <a:lnTo>
                  <a:pt x="310" y="57"/>
                </a:lnTo>
                <a:lnTo>
                  <a:pt x="310" y="56"/>
                </a:lnTo>
                <a:lnTo>
                  <a:pt x="309" y="56"/>
                </a:lnTo>
                <a:lnTo>
                  <a:pt x="309" y="55"/>
                </a:lnTo>
                <a:lnTo>
                  <a:pt x="310" y="55"/>
                </a:lnTo>
                <a:lnTo>
                  <a:pt x="310" y="54"/>
                </a:lnTo>
                <a:lnTo>
                  <a:pt x="310" y="53"/>
                </a:lnTo>
                <a:lnTo>
                  <a:pt x="310" y="52"/>
                </a:lnTo>
                <a:lnTo>
                  <a:pt x="309" y="51"/>
                </a:lnTo>
                <a:lnTo>
                  <a:pt x="308" y="51"/>
                </a:lnTo>
                <a:lnTo>
                  <a:pt x="308" y="50"/>
                </a:lnTo>
                <a:lnTo>
                  <a:pt x="309" y="50"/>
                </a:lnTo>
                <a:lnTo>
                  <a:pt x="308" y="50"/>
                </a:lnTo>
                <a:lnTo>
                  <a:pt x="308" y="49"/>
                </a:lnTo>
                <a:lnTo>
                  <a:pt x="307" y="49"/>
                </a:lnTo>
                <a:lnTo>
                  <a:pt x="307" y="48"/>
                </a:lnTo>
                <a:lnTo>
                  <a:pt x="306" y="47"/>
                </a:lnTo>
                <a:lnTo>
                  <a:pt x="304" y="47"/>
                </a:lnTo>
                <a:lnTo>
                  <a:pt x="304" y="46"/>
                </a:lnTo>
                <a:lnTo>
                  <a:pt x="303" y="46"/>
                </a:lnTo>
                <a:lnTo>
                  <a:pt x="303" y="45"/>
                </a:lnTo>
                <a:lnTo>
                  <a:pt x="302" y="44"/>
                </a:lnTo>
                <a:lnTo>
                  <a:pt x="301" y="43"/>
                </a:lnTo>
                <a:lnTo>
                  <a:pt x="301" y="42"/>
                </a:lnTo>
                <a:lnTo>
                  <a:pt x="300" y="42"/>
                </a:lnTo>
                <a:lnTo>
                  <a:pt x="301" y="42"/>
                </a:lnTo>
                <a:lnTo>
                  <a:pt x="302" y="42"/>
                </a:lnTo>
                <a:lnTo>
                  <a:pt x="303" y="42"/>
                </a:lnTo>
                <a:lnTo>
                  <a:pt x="304" y="43"/>
                </a:lnTo>
                <a:lnTo>
                  <a:pt x="305" y="43"/>
                </a:lnTo>
                <a:lnTo>
                  <a:pt x="306" y="43"/>
                </a:lnTo>
                <a:lnTo>
                  <a:pt x="307" y="43"/>
                </a:lnTo>
                <a:lnTo>
                  <a:pt x="307" y="44"/>
                </a:lnTo>
                <a:lnTo>
                  <a:pt x="308" y="43"/>
                </a:lnTo>
                <a:lnTo>
                  <a:pt x="309" y="43"/>
                </a:lnTo>
                <a:lnTo>
                  <a:pt x="310" y="43"/>
                </a:lnTo>
                <a:lnTo>
                  <a:pt x="311" y="44"/>
                </a:lnTo>
                <a:lnTo>
                  <a:pt x="312" y="43"/>
                </a:lnTo>
                <a:lnTo>
                  <a:pt x="313" y="43"/>
                </a:lnTo>
                <a:lnTo>
                  <a:pt x="313" y="42"/>
                </a:lnTo>
                <a:lnTo>
                  <a:pt x="313" y="41"/>
                </a:lnTo>
                <a:lnTo>
                  <a:pt x="312" y="41"/>
                </a:lnTo>
                <a:lnTo>
                  <a:pt x="312" y="40"/>
                </a:lnTo>
                <a:lnTo>
                  <a:pt x="313" y="40"/>
                </a:lnTo>
                <a:lnTo>
                  <a:pt x="313" y="39"/>
                </a:lnTo>
                <a:lnTo>
                  <a:pt x="312" y="39"/>
                </a:lnTo>
                <a:lnTo>
                  <a:pt x="311" y="38"/>
                </a:lnTo>
                <a:lnTo>
                  <a:pt x="311" y="36"/>
                </a:lnTo>
                <a:lnTo>
                  <a:pt x="312" y="35"/>
                </a:lnTo>
                <a:lnTo>
                  <a:pt x="312" y="34"/>
                </a:lnTo>
                <a:lnTo>
                  <a:pt x="312" y="33"/>
                </a:lnTo>
                <a:lnTo>
                  <a:pt x="311" y="32"/>
                </a:lnTo>
                <a:lnTo>
                  <a:pt x="311" y="31"/>
                </a:lnTo>
                <a:lnTo>
                  <a:pt x="311" y="30"/>
                </a:lnTo>
                <a:lnTo>
                  <a:pt x="310" y="29"/>
                </a:lnTo>
                <a:lnTo>
                  <a:pt x="309" y="27"/>
                </a:lnTo>
                <a:lnTo>
                  <a:pt x="310" y="26"/>
                </a:lnTo>
                <a:lnTo>
                  <a:pt x="310" y="25"/>
                </a:lnTo>
                <a:lnTo>
                  <a:pt x="311" y="24"/>
                </a:lnTo>
                <a:lnTo>
                  <a:pt x="310" y="23"/>
                </a:lnTo>
                <a:lnTo>
                  <a:pt x="311" y="23"/>
                </a:lnTo>
                <a:lnTo>
                  <a:pt x="312" y="22"/>
                </a:lnTo>
                <a:lnTo>
                  <a:pt x="314" y="21"/>
                </a:lnTo>
                <a:lnTo>
                  <a:pt x="316" y="20"/>
                </a:lnTo>
                <a:lnTo>
                  <a:pt x="317" y="19"/>
                </a:lnTo>
                <a:lnTo>
                  <a:pt x="318" y="19"/>
                </a:lnTo>
                <a:lnTo>
                  <a:pt x="319" y="19"/>
                </a:lnTo>
                <a:lnTo>
                  <a:pt x="319" y="20"/>
                </a:lnTo>
                <a:lnTo>
                  <a:pt x="320" y="20"/>
                </a:lnTo>
                <a:lnTo>
                  <a:pt x="320" y="19"/>
                </a:lnTo>
                <a:lnTo>
                  <a:pt x="320" y="18"/>
                </a:lnTo>
                <a:lnTo>
                  <a:pt x="321" y="18"/>
                </a:lnTo>
                <a:lnTo>
                  <a:pt x="321" y="17"/>
                </a:lnTo>
                <a:lnTo>
                  <a:pt x="321" y="16"/>
                </a:lnTo>
                <a:lnTo>
                  <a:pt x="322" y="16"/>
                </a:lnTo>
                <a:lnTo>
                  <a:pt x="323" y="16"/>
                </a:lnTo>
                <a:lnTo>
                  <a:pt x="324" y="16"/>
                </a:lnTo>
                <a:lnTo>
                  <a:pt x="325" y="16"/>
                </a:lnTo>
                <a:lnTo>
                  <a:pt x="326" y="16"/>
                </a:lnTo>
                <a:lnTo>
                  <a:pt x="327" y="16"/>
                </a:lnTo>
                <a:lnTo>
                  <a:pt x="327" y="15"/>
                </a:lnTo>
                <a:lnTo>
                  <a:pt x="328" y="14"/>
                </a:lnTo>
                <a:lnTo>
                  <a:pt x="328" y="13"/>
                </a:lnTo>
                <a:lnTo>
                  <a:pt x="329" y="13"/>
                </a:lnTo>
                <a:lnTo>
                  <a:pt x="329" y="14"/>
                </a:lnTo>
                <a:lnTo>
                  <a:pt x="330" y="14"/>
                </a:lnTo>
                <a:lnTo>
                  <a:pt x="330" y="15"/>
                </a:lnTo>
                <a:lnTo>
                  <a:pt x="331" y="15"/>
                </a:lnTo>
                <a:lnTo>
                  <a:pt x="334" y="15"/>
                </a:lnTo>
                <a:lnTo>
                  <a:pt x="336" y="15"/>
                </a:lnTo>
                <a:lnTo>
                  <a:pt x="338" y="15"/>
                </a:lnTo>
                <a:lnTo>
                  <a:pt x="339" y="15"/>
                </a:lnTo>
                <a:lnTo>
                  <a:pt x="342" y="14"/>
                </a:lnTo>
                <a:lnTo>
                  <a:pt x="343" y="15"/>
                </a:lnTo>
                <a:lnTo>
                  <a:pt x="343" y="14"/>
                </a:lnTo>
                <a:lnTo>
                  <a:pt x="344" y="14"/>
                </a:lnTo>
                <a:lnTo>
                  <a:pt x="345" y="14"/>
                </a:lnTo>
                <a:lnTo>
                  <a:pt x="346" y="14"/>
                </a:lnTo>
                <a:lnTo>
                  <a:pt x="347" y="15"/>
                </a:lnTo>
                <a:lnTo>
                  <a:pt x="349" y="15"/>
                </a:lnTo>
                <a:lnTo>
                  <a:pt x="349" y="16"/>
                </a:lnTo>
                <a:lnTo>
                  <a:pt x="350" y="16"/>
                </a:lnTo>
                <a:lnTo>
                  <a:pt x="351" y="16"/>
                </a:lnTo>
                <a:lnTo>
                  <a:pt x="352" y="16"/>
                </a:lnTo>
                <a:lnTo>
                  <a:pt x="353" y="16"/>
                </a:lnTo>
                <a:lnTo>
                  <a:pt x="355" y="16"/>
                </a:lnTo>
                <a:lnTo>
                  <a:pt x="355" y="15"/>
                </a:lnTo>
                <a:lnTo>
                  <a:pt x="356" y="15"/>
                </a:lnTo>
                <a:lnTo>
                  <a:pt x="357" y="15"/>
                </a:lnTo>
                <a:lnTo>
                  <a:pt x="357" y="14"/>
                </a:lnTo>
                <a:lnTo>
                  <a:pt x="357" y="13"/>
                </a:lnTo>
                <a:lnTo>
                  <a:pt x="357" y="12"/>
                </a:lnTo>
                <a:lnTo>
                  <a:pt x="357" y="11"/>
                </a:lnTo>
                <a:lnTo>
                  <a:pt x="357" y="10"/>
                </a:lnTo>
                <a:lnTo>
                  <a:pt x="356" y="10"/>
                </a:lnTo>
                <a:lnTo>
                  <a:pt x="355" y="10"/>
                </a:lnTo>
                <a:lnTo>
                  <a:pt x="355" y="9"/>
                </a:lnTo>
                <a:lnTo>
                  <a:pt x="355" y="8"/>
                </a:lnTo>
                <a:lnTo>
                  <a:pt x="356" y="8"/>
                </a:lnTo>
                <a:lnTo>
                  <a:pt x="356" y="7"/>
                </a:lnTo>
                <a:lnTo>
                  <a:pt x="357" y="7"/>
                </a:lnTo>
                <a:lnTo>
                  <a:pt x="358" y="7"/>
                </a:lnTo>
                <a:lnTo>
                  <a:pt x="359" y="6"/>
                </a:lnTo>
                <a:lnTo>
                  <a:pt x="359" y="5"/>
                </a:lnTo>
                <a:lnTo>
                  <a:pt x="359" y="4"/>
                </a:lnTo>
                <a:lnTo>
                  <a:pt x="359" y="3"/>
                </a:lnTo>
                <a:lnTo>
                  <a:pt x="360" y="3"/>
                </a:lnTo>
                <a:lnTo>
                  <a:pt x="361" y="3"/>
                </a:lnTo>
                <a:lnTo>
                  <a:pt x="361" y="2"/>
                </a:lnTo>
                <a:lnTo>
                  <a:pt x="362" y="2"/>
                </a:lnTo>
                <a:lnTo>
                  <a:pt x="362" y="1"/>
                </a:lnTo>
                <a:lnTo>
                  <a:pt x="363" y="1"/>
                </a:lnTo>
                <a:lnTo>
                  <a:pt x="364" y="2"/>
                </a:lnTo>
                <a:lnTo>
                  <a:pt x="366" y="2"/>
                </a:lnTo>
                <a:lnTo>
                  <a:pt x="367" y="2"/>
                </a:lnTo>
                <a:lnTo>
                  <a:pt x="367" y="3"/>
                </a:lnTo>
                <a:lnTo>
                  <a:pt x="368" y="3"/>
                </a:lnTo>
                <a:lnTo>
                  <a:pt x="368" y="2"/>
                </a:lnTo>
                <a:lnTo>
                  <a:pt x="368" y="1"/>
                </a:lnTo>
                <a:lnTo>
                  <a:pt x="369" y="1"/>
                </a:lnTo>
                <a:lnTo>
                  <a:pt x="372" y="1"/>
                </a:lnTo>
                <a:lnTo>
                  <a:pt x="373" y="1"/>
                </a:lnTo>
                <a:lnTo>
                  <a:pt x="374" y="1"/>
                </a:lnTo>
                <a:lnTo>
                  <a:pt x="374" y="2"/>
                </a:lnTo>
                <a:lnTo>
                  <a:pt x="375" y="2"/>
                </a:lnTo>
                <a:lnTo>
                  <a:pt x="378" y="3"/>
                </a:lnTo>
                <a:lnTo>
                  <a:pt x="379" y="3"/>
                </a:lnTo>
                <a:lnTo>
                  <a:pt x="380" y="3"/>
                </a:lnTo>
                <a:lnTo>
                  <a:pt x="381" y="3"/>
                </a:lnTo>
                <a:lnTo>
                  <a:pt x="382" y="3"/>
                </a:lnTo>
                <a:lnTo>
                  <a:pt x="383" y="3"/>
                </a:lnTo>
                <a:lnTo>
                  <a:pt x="384" y="3"/>
                </a:lnTo>
                <a:lnTo>
                  <a:pt x="384" y="2"/>
                </a:lnTo>
                <a:lnTo>
                  <a:pt x="385" y="2"/>
                </a:lnTo>
                <a:lnTo>
                  <a:pt x="386" y="2"/>
                </a:lnTo>
                <a:lnTo>
                  <a:pt x="387" y="2"/>
                </a:lnTo>
                <a:lnTo>
                  <a:pt x="388" y="2"/>
                </a:lnTo>
                <a:lnTo>
                  <a:pt x="388" y="1"/>
                </a:lnTo>
                <a:lnTo>
                  <a:pt x="390" y="0"/>
                </a:lnTo>
                <a:lnTo>
                  <a:pt x="391" y="0"/>
                </a:lnTo>
                <a:lnTo>
                  <a:pt x="392" y="0"/>
                </a:lnTo>
                <a:lnTo>
                  <a:pt x="393" y="0"/>
                </a:lnTo>
                <a:lnTo>
                  <a:pt x="39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5" name=""/>
          <p:cNvSpPr/>
          <p:nvPr/>
        </p:nvSpPr>
        <p:spPr>
          <a:xfrm>
            <a:off x="4517640" y="3659400"/>
            <a:ext cx="16560" cy="17640"/>
          </a:xfrm>
          <a:custGeom>
            <a:avLst/>
            <a:gdLst/>
            <a:ahLst/>
            <a:rect l="0" t="0" r="r" b="b"/>
            <a:pathLst>
              <a:path w="46" h="49">
                <a:moveTo>
                  <a:pt x="41" y="1"/>
                </a:moveTo>
                <a:lnTo>
                  <a:pt x="42" y="1"/>
                </a:lnTo>
                <a:lnTo>
                  <a:pt x="41" y="1"/>
                </a:lnTo>
                <a:lnTo>
                  <a:pt x="41" y="0"/>
                </a:lnTo>
                <a:lnTo>
                  <a:pt x="42" y="0"/>
                </a:lnTo>
                <a:lnTo>
                  <a:pt x="43" y="2"/>
                </a:lnTo>
                <a:lnTo>
                  <a:pt x="42" y="2"/>
                </a:lnTo>
                <a:lnTo>
                  <a:pt x="40" y="2"/>
                </a:lnTo>
                <a:lnTo>
                  <a:pt x="39" y="2"/>
                </a:lnTo>
                <a:lnTo>
                  <a:pt x="39" y="3"/>
                </a:lnTo>
                <a:lnTo>
                  <a:pt x="40" y="4"/>
                </a:lnTo>
                <a:lnTo>
                  <a:pt x="40" y="5"/>
                </a:lnTo>
                <a:lnTo>
                  <a:pt x="40" y="6"/>
                </a:lnTo>
                <a:lnTo>
                  <a:pt x="40" y="7"/>
                </a:lnTo>
                <a:lnTo>
                  <a:pt x="41" y="8"/>
                </a:lnTo>
                <a:lnTo>
                  <a:pt x="41" y="9"/>
                </a:lnTo>
                <a:lnTo>
                  <a:pt x="40" y="10"/>
                </a:lnTo>
                <a:lnTo>
                  <a:pt x="40" y="12"/>
                </a:lnTo>
                <a:lnTo>
                  <a:pt x="39" y="12"/>
                </a:lnTo>
                <a:lnTo>
                  <a:pt x="39" y="13"/>
                </a:lnTo>
                <a:lnTo>
                  <a:pt x="39" y="14"/>
                </a:lnTo>
                <a:lnTo>
                  <a:pt x="38" y="13"/>
                </a:lnTo>
                <a:lnTo>
                  <a:pt x="38" y="14"/>
                </a:lnTo>
                <a:lnTo>
                  <a:pt x="37" y="14"/>
                </a:lnTo>
                <a:lnTo>
                  <a:pt x="37" y="15"/>
                </a:lnTo>
                <a:lnTo>
                  <a:pt x="36" y="15"/>
                </a:lnTo>
                <a:lnTo>
                  <a:pt x="37" y="15"/>
                </a:lnTo>
                <a:lnTo>
                  <a:pt x="37" y="16"/>
                </a:lnTo>
                <a:lnTo>
                  <a:pt x="36" y="16"/>
                </a:lnTo>
                <a:lnTo>
                  <a:pt x="36" y="17"/>
                </a:lnTo>
                <a:lnTo>
                  <a:pt x="36" y="18"/>
                </a:lnTo>
                <a:lnTo>
                  <a:pt x="36" y="19"/>
                </a:lnTo>
                <a:lnTo>
                  <a:pt x="37" y="19"/>
                </a:lnTo>
                <a:lnTo>
                  <a:pt x="36" y="20"/>
                </a:lnTo>
                <a:lnTo>
                  <a:pt x="37" y="21"/>
                </a:lnTo>
                <a:lnTo>
                  <a:pt x="37" y="22"/>
                </a:lnTo>
                <a:lnTo>
                  <a:pt x="38" y="22"/>
                </a:lnTo>
                <a:lnTo>
                  <a:pt x="38" y="23"/>
                </a:lnTo>
                <a:lnTo>
                  <a:pt x="38" y="22"/>
                </a:lnTo>
                <a:lnTo>
                  <a:pt x="39" y="22"/>
                </a:lnTo>
                <a:lnTo>
                  <a:pt x="39" y="23"/>
                </a:lnTo>
                <a:lnTo>
                  <a:pt x="38" y="23"/>
                </a:lnTo>
                <a:lnTo>
                  <a:pt x="39" y="23"/>
                </a:lnTo>
                <a:lnTo>
                  <a:pt x="40" y="23"/>
                </a:lnTo>
                <a:lnTo>
                  <a:pt x="40" y="24"/>
                </a:lnTo>
                <a:lnTo>
                  <a:pt x="41" y="24"/>
                </a:lnTo>
                <a:lnTo>
                  <a:pt x="42" y="24"/>
                </a:lnTo>
                <a:lnTo>
                  <a:pt x="43" y="24"/>
                </a:lnTo>
                <a:lnTo>
                  <a:pt x="43" y="25"/>
                </a:lnTo>
                <a:lnTo>
                  <a:pt x="44" y="24"/>
                </a:lnTo>
                <a:lnTo>
                  <a:pt x="45" y="24"/>
                </a:lnTo>
                <a:lnTo>
                  <a:pt x="46" y="24"/>
                </a:lnTo>
                <a:lnTo>
                  <a:pt x="46" y="25"/>
                </a:lnTo>
                <a:lnTo>
                  <a:pt x="46" y="26"/>
                </a:lnTo>
                <a:lnTo>
                  <a:pt x="46" y="27"/>
                </a:lnTo>
                <a:lnTo>
                  <a:pt x="45" y="27"/>
                </a:lnTo>
                <a:lnTo>
                  <a:pt x="44" y="27"/>
                </a:lnTo>
                <a:lnTo>
                  <a:pt x="43" y="27"/>
                </a:lnTo>
                <a:lnTo>
                  <a:pt x="42" y="27"/>
                </a:lnTo>
                <a:lnTo>
                  <a:pt x="42" y="26"/>
                </a:lnTo>
                <a:lnTo>
                  <a:pt x="40" y="27"/>
                </a:lnTo>
                <a:lnTo>
                  <a:pt x="39" y="27"/>
                </a:lnTo>
                <a:lnTo>
                  <a:pt x="38" y="27"/>
                </a:lnTo>
                <a:lnTo>
                  <a:pt x="38" y="28"/>
                </a:lnTo>
                <a:lnTo>
                  <a:pt x="37" y="28"/>
                </a:lnTo>
                <a:lnTo>
                  <a:pt x="37" y="29"/>
                </a:lnTo>
                <a:lnTo>
                  <a:pt x="37" y="30"/>
                </a:lnTo>
                <a:lnTo>
                  <a:pt x="38" y="30"/>
                </a:lnTo>
                <a:lnTo>
                  <a:pt x="39" y="30"/>
                </a:lnTo>
                <a:lnTo>
                  <a:pt x="39" y="31"/>
                </a:lnTo>
                <a:lnTo>
                  <a:pt x="39" y="32"/>
                </a:lnTo>
                <a:lnTo>
                  <a:pt x="40" y="32"/>
                </a:lnTo>
                <a:lnTo>
                  <a:pt x="40" y="33"/>
                </a:lnTo>
                <a:lnTo>
                  <a:pt x="41" y="34"/>
                </a:lnTo>
                <a:lnTo>
                  <a:pt x="40" y="34"/>
                </a:lnTo>
                <a:lnTo>
                  <a:pt x="39" y="35"/>
                </a:lnTo>
                <a:lnTo>
                  <a:pt x="38" y="35"/>
                </a:lnTo>
                <a:lnTo>
                  <a:pt x="37" y="35"/>
                </a:lnTo>
                <a:lnTo>
                  <a:pt x="38" y="36"/>
                </a:lnTo>
                <a:lnTo>
                  <a:pt x="37" y="36"/>
                </a:lnTo>
                <a:lnTo>
                  <a:pt x="37" y="38"/>
                </a:lnTo>
                <a:lnTo>
                  <a:pt x="38" y="38"/>
                </a:lnTo>
                <a:lnTo>
                  <a:pt x="38" y="39"/>
                </a:lnTo>
                <a:lnTo>
                  <a:pt x="38" y="40"/>
                </a:lnTo>
                <a:lnTo>
                  <a:pt x="38" y="41"/>
                </a:lnTo>
                <a:lnTo>
                  <a:pt x="38" y="42"/>
                </a:lnTo>
                <a:lnTo>
                  <a:pt x="38" y="43"/>
                </a:lnTo>
                <a:lnTo>
                  <a:pt x="37" y="44"/>
                </a:lnTo>
                <a:lnTo>
                  <a:pt x="38" y="45"/>
                </a:lnTo>
                <a:lnTo>
                  <a:pt x="38" y="46"/>
                </a:lnTo>
                <a:lnTo>
                  <a:pt x="39" y="46"/>
                </a:lnTo>
                <a:lnTo>
                  <a:pt x="38" y="47"/>
                </a:lnTo>
                <a:lnTo>
                  <a:pt x="37" y="47"/>
                </a:lnTo>
                <a:lnTo>
                  <a:pt x="36" y="47"/>
                </a:lnTo>
                <a:lnTo>
                  <a:pt x="37" y="48"/>
                </a:lnTo>
                <a:lnTo>
                  <a:pt x="36" y="48"/>
                </a:lnTo>
                <a:lnTo>
                  <a:pt x="36" y="49"/>
                </a:lnTo>
                <a:lnTo>
                  <a:pt x="35" y="49"/>
                </a:lnTo>
                <a:lnTo>
                  <a:pt x="34" y="49"/>
                </a:lnTo>
                <a:lnTo>
                  <a:pt x="33" y="48"/>
                </a:lnTo>
                <a:lnTo>
                  <a:pt x="32" y="48"/>
                </a:lnTo>
                <a:lnTo>
                  <a:pt x="32" y="47"/>
                </a:lnTo>
                <a:lnTo>
                  <a:pt x="31" y="47"/>
                </a:lnTo>
                <a:lnTo>
                  <a:pt x="30" y="46"/>
                </a:lnTo>
                <a:lnTo>
                  <a:pt x="27" y="46"/>
                </a:lnTo>
                <a:lnTo>
                  <a:pt x="26" y="46"/>
                </a:lnTo>
                <a:lnTo>
                  <a:pt x="25" y="45"/>
                </a:lnTo>
                <a:lnTo>
                  <a:pt x="24" y="45"/>
                </a:lnTo>
                <a:lnTo>
                  <a:pt x="23" y="45"/>
                </a:lnTo>
                <a:lnTo>
                  <a:pt x="22" y="46"/>
                </a:lnTo>
                <a:lnTo>
                  <a:pt x="21" y="46"/>
                </a:lnTo>
                <a:lnTo>
                  <a:pt x="20" y="46"/>
                </a:lnTo>
                <a:lnTo>
                  <a:pt x="20" y="47"/>
                </a:lnTo>
                <a:lnTo>
                  <a:pt x="20" y="46"/>
                </a:lnTo>
                <a:lnTo>
                  <a:pt x="19" y="46"/>
                </a:lnTo>
                <a:lnTo>
                  <a:pt x="19" y="45"/>
                </a:lnTo>
                <a:lnTo>
                  <a:pt x="19" y="46"/>
                </a:lnTo>
                <a:lnTo>
                  <a:pt x="18" y="46"/>
                </a:lnTo>
                <a:lnTo>
                  <a:pt x="18" y="45"/>
                </a:lnTo>
                <a:lnTo>
                  <a:pt x="18" y="44"/>
                </a:lnTo>
                <a:lnTo>
                  <a:pt x="18" y="43"/>
                </a:lnTo>
                <a:lnTo>
                  <a:pt x="17" y="42"/>
                </a:lnTo>
                <a:lnTo>
                  <a:pt x="17" y="41"/>
                </a:lnTo>
                <a:lnTo>
                  <a:pt x="18" y="41"/>
                </a:lnTo>
                <a:lnTo>
                  <a:pt x="18" y="40"/>
                </a:lnTo>
                <a:lnTo>
                  <a:pt x="18" y="39"/>
                </a:lnTo>
                <a:lnTo>
                  <a:pt x="14" y="39"/>
                </a:lnTo>
                <a:lnTo>
                  <a:pt x="14" y="40"/>
                </a:lnTo>
                <a:lnTo>
                  <a:pt x="14" y="41"/>
                </a:lnTo>
                <a:lnTo>
                  <a:pt x="13" y="41"/>
                </a:lnTo>
                <a:lnTo>
                  <a:pt x="12" y="41"/>
                </a:lnTo>
                <a:lnTo>
                  <a:pt x="12" y="40"/>
                </a:lnTo>
                <a:lnTo>
                  <a:pt x="12" y="39"/>
                </a:lnTo>
                <a:lnTo>
                  <a:pt x="11" y="39"/>
                </a:lnTo>
                <a:lnTo>
                  <a:pt x="11" y="38"/>
                </a:lnTo>
                <a:lnTo>
                  <a:pt x="12" y="38"/>
                </a:lnTo>
                <a:lnTo>
                  <a:pt x="13" y="38"/>
                </a:lnTo>
                <a:lnTo>
                  <a:pt x="13" y="37"/>
                </a:lnTo>
                <a:lnTo>
                  <a:pt x="14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3" y="34"/>
                </a:lnTo>
                <a:lnTo>
                  <a:pt x="14" y="34"/>
                </a:lnTo>
                <a:lnTo>
                  <a:pt x="14" y="33"/>
                </a:lnTo>
                <a:lnTo>
                  <a:pt x="14" y="32"/>
                </a:lnTo>
                <a:lnTo>
                  <a:pt x="15" y="32"/>
                </a:lnTo>
                <a:lnTo>
                  <a:pt x="16" y="32"/>
                </a:lnTo>
                <a:lnTo>
                  <a:pt x="17" y="32"/>
                </a:lnTo>
                <a:lnTo>
                  <a:pt x="17" y="31"/>
                </a:lnTo>
                <a:lnTo>
                  <a:pt x="16" y="31"/>
                </a:lnTo>
                <a:lnTo>
                  <a:pt x="16" y="30"/>
                </a:lnTo>
                <a:lnTo>
                  <a:pt x="16" y="29"/>
                </a:lnTo>
                <a:lnTo>
                  <a:pt x="15" y="29"/>
                </a:lnTo>
                <a:lnTo>
                  <a:pt x="15" y="28"/>
                </a:lnTo>
                <a:lnTo>
                  <a:pt x="15" y="27"/>
                </a:lnTo>
                <a:lnTo>
                  <a:pt x="15" y="26"/>
                </a:lnTo>
                <a:lnTo>
                  <a:pt x="15" y="25"/>
                </a:lnTo>
                <a:lnTo>
                  <a:pt x="14" y="25"/>
                </a:lnTo>
                <a:lnTo>
                  <a:pt x="13" y="25"/>
                </a:lnTo>
                <a:lnTo>
                  <a:pt x="13" y="26"/>
                </a:lnTo>
                <a:lnTo>
                  <a:pt x="14" y="26"/>
                </a:lnTo>
                <a:lnTo>
                  <a:pt x="14" y="27"/>
                </a:lnTo>
                <a:lnTo>
                  <a:pt x="13" y="27"/>
                </a:lnTo>
                <a:lnTo>
                  <a:pt x="12" y="27"/>
                </a:lnTo>
                <a:lnTo>
                  <a:pt x="12" y="26"/>
                </a:lnTo>
                <a:lnTo>
                  <a:pt x="12" y="25"/>
                </a:lnTo>
                <a:lnTo>
                  <a:pt x="11" y="25"/>
                </a:lnTo>
                <a:lnTo>
                  <a:pt x="10" y="25"/>
                </a:lnTo>
                <a:lnTo>
                  <a:pt x="9" y="25"/>
                </a:lnTo>
                <a:lnTo>
                  <a:pt x="8" y="24"/>
                </a:lnTo>
                <a:lnTo>
                  <a:pt x="7" y="24"/>
                </a:lnTo>
                <a:lnTo>
                  <a:pt x="7" y="23"/>
                </a:lnTo>
                <a:lnTo>
                  <a:pt x="7" y="22"/>
                </a:lnTo>
                <a:lnTo>
                  <a:pt x="6" y="22"/>
                </a:lnTo>
                <a:lnTo>
                  <a:pt x="5" y="22"/>
                </a:lnTo>
                <a:lnTo>
                  <a:pt x="5" y="21"/>
                </a:lnTo>
                <a:lnTo>
                  <a:pt x="4" y="21"/>
                </a:lnTo>
                <a:lnTo>
                  <a:pt x="4" y="22"/>
                </a:lnTo>
                <a:lnTo>
                  <a:pt x="3" y="21"/>
                </a:lnTo>
                <a:lnTo>
                  <a:pt x="2" y="20"/>
                </a:lnTo>
                <a:lnTo>
                  <a:pt x="2" y="19"/>
                </a:lnTo>
                <a:lnTo>
                  <a:pt x="2" y="16"/>
                </a:lnTo>
                <a:lnTo>
                  <a:pt x="2" y="15"/>
                </a:lnTo>
                <a:lnTo>
                  <a:pt x="2" y="14"/>
                </a:lnTo>
                <a:lnTo>
                  <a:pt x="1" y="14"/>
                </a:lnTo>
                <a:lnTo>
                  <a:pt x="0" y="14"/>
                </a:lnTo>
                <a:lnTo>
                  <a:pt x="0" y="13"/>
                </a:lnTo>
                <a:lnTo>
                  <a:pt x="0" y="12"/>
                </a:lnTo>
                <a:lnTo>
                  <a:pt x="1" y="12"/>
                </a:lnTo>
                <a:lnTo>
                  <a:pt x="1" y="10"/>
                </a:lnTo>
                <a:lnTo>
                  <a:pt x="2" y="9"/>
                </a:lnTo>
                <a:lnTo>
                  <a:pt x="2" y="8"/>
                </a:lnTo>
                <a:lnTo>
                  <a:pt x="1" y="8"/>
                </a:lnTo>
                <a:lnTo>
                  <a:pt x="1" y="7"/>
                </a:lnTo>
                <a:lnTo>
                  <a:pt x="2" y="6"/>
                </a:lnTo>
                <a:lnTo>
                  <a:pt x="2" y="5"/>
                </a:lnTo>
                <a:lnTo>
                  <a:pt x="3" y="5"/>
                </a:lnTo>
                <a:lnTo>
                  <a:pt x="4" y="5"/>
                </a:lnTo>
                <a:lnTo>
                  <a:pt x="4" y="6"/>
                </a:lnTo>
                <a:lnTo>
                  <a:pt x="5" y="5"/>
                </a:lnTo>
                <a:lnTo>
                  <a:pt x="6" y="5"/>
                </a:lnTo>
                <a:lnTo>
                  <a:pt x="6" y="4"/>
                </a:lnTo>
                <a:lnTo>
                  <a:pt x="7" y="3"/>
                </a:lnTo>
                <a:lnTo>
                  <a:pt x="8" y="3"/>
                </a:lnTo>
                <a:lnTo>
                  <a:pt x="9" y="3"/>
                </a:lnTo>
                <a:lnTo>
                  <a:pt x="10" y="4"/>
                </a:lnTo>
                <a:lnTo>
                  <a:pt x="11" y="4"/>
                </a:lnTo>
                <a:lnTo>
                  <a:pt x="12" y="4"/>
                </a:lnTo>
                <a:lnTo>
                  <a:pt x="13" y="4"/>
                </a:lnTo>
                <a:lnTo>
                  <a:pt x="13" y="3"/>
                </a:lnTo>
                <a:lnTo>
                  <a:pt x="14" y="3"/>
                </a:lnTo>
                <a:lnTo>
                  <a:pt x="14" y="4"/>
                </a:lnTo>
                <a:lnTo>
                  <a:pt x="15" y="3"/>
                </a:lnTo>
                <a:lnTo>
                  <a:pt x="16" y="3"/>
                </a:lnTo>
                <a:lnTo>
                  <a:pt x="16" y="4"/>
                </a:lnTo>
                <a:lnTo>
                  <a:pt x="17" y="4"/>
                </a:lnTo>
                <a:lnTo>
                  <a:pt x="18" y="4"/>
                </a:lnTo>
                <a:lnTo>
                  <a:pt x="18" y="3"/>
                </a:lnTo>
                <a:lnTo>
                  <a:pt x="19" y="3"/>
                </a:lnTo>
                <a:lnTo>
                  <a:pt x="20" y="5"/>
                </a:lnTo>
                <a:lnTo>
                  <a:pt x="21" y="5"/>
                </a:lnTo>
                <a:lnTo>
                  <a:pt x="22" y="5"/>
                </a:lnTo>
                <a:lnTo>
                  <a:pt x="24" y="5"/>
                </a:lnTo>
                <a:lnTo>
                  <a:pt x="25" y="4"/>
                </a:lnTo>
                <a:lnTo>
                  <a:pt x="26" y="3"/>
                </a:lnTo>
                <a:lnTo>
                  <a:pt x="27" y="3"/>
                </a:lnTo>
                <a:lnTo>
                  <a:pt x="27" y="2"/>
                </a:lnTo>
                <a:lnTo>
                  <a:pt x="28" y="2"/>
                </a:lnTo>
                <a:lnTo>
                  <a:pt x="30" y="2"/>
                </a:lnTo>
                <a:lnTo>
                  <a:pt x="30" y="1"/>
                </a:lnTo>
                <a:lnTo>
                  <a:pt x="32" y="1"/>
                </a:lnTo>
                <a:lnTo>
                  <a:pt x="34" y="1"/>
                </a:lnTo>
                <a:lnTo>
                  <a:pt x="34" y="2"/>
                </a:lnTo>
                <a:lnTo>
                  <a:pt x="35" y="2"/>
                </a:lnTo>
                <a:lnTo>
                  <a:pt x="36" y="2"/>
                </a:lnTo>
                <a:lnTo>
                  <a:pt x="37" y="2"/>
                </a:lnTo>
                <a:lnTo>
                  <a:pt x="37" y="1"/>
                </a:lnTo>
                <a:lnTo>
                  <a:pt x="38" y="1"/>
                </a:lnTo>
                <a:lnTo>
                  <a:pt x="39" y="1"/>
                </a:lnTo>
                <a:lnTo>
                  <a:pt x="40" y="1"/>
                </a:lnTo>
                <a:lnTo>
                  <a:pt x="39" y="1"/>
                </a:lnTo>
                <a:lnTo>
                  <a:pt x="39" y="0"/>
                </a:lnTo>
                <a:lnTo>
                  <a:pt x="40" y="0"/>
                </a:lnTo>
                <a:lnTo>
                  <a:pt x="40" y="1"/>
                </a:lnTo>
                <a:lnTo>
                  <a:pt x="41" y="2"/>
                </a:lnTo>
                <a:lnTo>
                  <a:pt x="4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6" name=""/>
          <p:cNvSpPr/>
          <p:nvPr/>
        </p:nvSpPr>
        <p:spPr>
          <a:xfrm>
            <a:off x="4305960" y="3634920"/>
            <a:ext cx="141120" cy="227160"/>
          </a:xfrm>
          <a:custGeom>
            <a:avLst/>
            <a:gdLst/>
            <a:ahLst/>
            <a:rect l="0" t="0" r="r" b="b"/>
            <a:pathLst>
              <a:path w="392" h="631">
                <a:moveTo>
                  <a:pt x="354" y="1"/>
                </a:moveTo>
                <a:lnTo>
                  <a:pt x="354" y="2"/>
                </a:lnTo>
                <a:lnTo>
                  <a:pt x="354" y="3"/>
                </a:lnTo>
                <a:lnTo>
                  <a:pt x="355" y="3"/>
                </a:lnTo>
                <a:lnTo>
                  <a:pt x="355" y="4"/>
                </a:lnTo>
                <a:lnTo>
                  <a:pt x="355" y="5"/>
                </a:lnTo>
                <a:lnTo>
                  <a:pt x="356" y="5"/>
                </a:lnTo>
                <a:lnTo>
                  <a:pt x="356" y="6"/>
                </a:lnTo>
                <a:lnTo>
                  <a:pt x="357" y="7"/>
                </a:lnTo>
                <a:lnTo>
                  <a:pt x="358" y="9"/>
                </a:lnTo>
                <a:lnTo>
                  <a:pt x="359" y="10"/>
                </a:lnTo>
                <a:lnTo>
                  <a:pt x="359" y="11"/>
                </a:lnTo>
                <a:lnTo>
                  <a:pt x="360" y="11"/>
                </a:lnTo>
                <a:lnTo>
                  <a:pt x="360" y="12"/>
                </a:lnTo>
                <a:lnTo>
                  <a:pt x="359" y="12"/>
                </a:lnTo>
                <a:lnTo>
                  <a:pt x="360" y="13"/>
                </a:lnTo>
                <a:lnTo>
                  <a:pt x="361" y="13"/>
                </a:lnTo>
                <a:lnTo>
                  <a:pt x="361" y="14"/>
                </a:lnTo>
                <a:lnTo>
                  <a:pt x="362" y="14"/>
                </a:lnTo>
                <a:lnTo>
                  <a:pt x="363" y="15"/>
                </a:lnTo>
                <a:lnTo>
                  <a:pt x="363" y="14"/>
                </a:lnTo>
                <a:lnTo>
                  <a:pt x="364" y="14"/>
                </a:lnTo>
                <a:lnTo>
                  <a:pt x="365" y="14"/>
                </a:lnTo>
                <a:lnTo>
                  <a:pt x="365" y="15"/>
                </a:lnTo>
                <a:lnTo>
                  <a:pt x="366" y="15"/>
                </a:lnTo>
                <a:lnTo>
                  <a:pt x="366" y="16"/>
                </a:lnTo>
                <a:lnTo>
                  <a:pt x="366" y="17"/>
                </a:lnTo>
                <a:lnTo>
                  <a:pt x="365" y="17"/>
                </a:lnTo>
                <a:lnTo>
                  <a:pt x="365" y="18"/>
                </a:lnTo>
                <a:lnTo>
                  <a:pt x="365" y="19"/>
                </a:lnTo>
                <a:lnTo>
                  <a:pt x="365" y="20"/>
                </a:lnTo>
                <a:lnTo>
                  <a:pt x="366" y="20"/>
                </a:lnTo>
                <a:lnTo>
                  <a:pt x="367" y="20"/>
                </a:lnTo>
                <a:lnTo>
                  <a:pt x="367" y="21"/>
                </a:lnTo>
                <a:lnTo>
                  <a:pt x="367" y="22"/>
                </a:lnTo>
                <a:lnTo>
                  <a:pt x="366" y="23"/>
                </a:lnTo>
                <a:lnTo>
                  <a:pt x="366" y="24"/>
                </a:lnTo>
                <a:lnTo>
                  <a:pt x="366" y="26"/>
                </a:lnTo>
                <a:lnTo>
                  <a:pt x="365" y="26"/>
                </a:lnTo>
                <a:lnTo>
                  <a:pt x="365" y="27"/>
                </a:lnTo>
                <a:lnTo>
                  <a:pt x="365" y="28"/>
                </a:lnTo>
                <a:lnTo>
                  <a:pt x="365" y="29"/>
                </a:lnTo>
                <a:lnTo>
                  <a:pt x="365" y="30"/>
                </a:lnTo>
                <a:lnTo>
                  <a:pt x="366" y="30"/>
                </a:lnTo>
                <a:lnTo>
                  <a:pt x="366" y="31"/>
                </a:lnTo>
                <a:lnTo>
                  <a:pt x="367" y="31"/>
                </a:lnTo>
                <a:lnTo>
                  <a:pt x="367" y="32"/>
                </a:lnTo>
                <a:lnTo>
                  <a:pt x="366" y="32"/>
                </a:lnTo>
                <a:lnTo>
                  <a:pt x="366" y="33"/>
                </a:lnTo>
                <a:lnTo>
                  <a:pt x="367" y="33"/>
                </a:lnTo>
                <a:lnTo>
                  <a:pt x="367" y="34"/>
                </a:lnTo>
                <a:lnTo>
                  <a:pt x="367" y="35"/>
                </a:lnTo>
                <a:lnTo>
                  <a:pt x="367" y="36"/>
                </a:lnTo>
                <a:lnTo>
                  <a:pt x="368" y="36"/>
                </a:lnTo>
                <a:lnTo>
                  <a:pt x="368" y="37"/>
                </a:lnTo>
                <a:lnTo>
                  <a:pt x="368" y="38"/>
                </a:lnTo>
                <a:lnTo>
                  <a:pt x="368" y="39"/>
                </a:lnTo>
                <a:lnTo>
                  <a:pt x="369" y="39"/>
                </a:lnTo>
                <a:lnTo>
                  <a:pt x="371" y="39"/>
                </a:lnTo>
                <a:lnTo>
                  <a:pt x="373" y="39"/>
                </a:lnTo>
                <a:lnTo>
                  <a:pt x="374" y="39"/>
                </a:lnTo>
                <a:lnTo>
                  <a:pt x="375" y="39"/>
                </a:lnTo>
                <a:lnTo>
                  <a:pt x="375" y="40"/>
                </a:lnTo>
                <a:lnTo>
                  <a:pt x="376" y="41"/>
                </a:lnTo>
                <a:lnTo>
                  <a:pt x="377" y="41"/>
                </a:lnTo>
                <a:lnTo>
                  <a:pt x="377" y="40"/>
                </a:lnTo>
                <a:lnTo>
                  <a:pt x="378" y="39"/>
                </a:lnTo>
                <a:lnTo>
                  <a:pt x="379" y="39"/>
                </a:lnTo>
                <a:lnTo>
                  <a:pt x="380" y="39"/>
                </a:lnTo>
                <a:lnTo>
                  <a:pt x="381" y="39"/>
                </a:lnTo>
                <a:lnTo>
                  <a:pt x="382" y="39"/>
                </a:lnTo>
                <a:lnTo>
                  <a:pt x="383" y="40"/>
                </a:lnTo>
                <a:lnTo>
                  <a:pt x="383" y="41"/>
                </a:lnTo>
                <a:lnTo>
                  <a:pt x="384" y="41"/>
                </a:lnTo>
                <a:lnTo>
                  <a:pt x="385" y="41"/>
                </a:lnTo>
                <a:lnTo>
                  <a:pt x="386" y="40"/>
                </a:lnTo>
                <a:lnTo>
                  <a:pt x="387" y="40"/>
                </a:lnTo>
                <a:lnTo>
                  <a:pt x="387" y="41"/>
                </a:lnTo>
                <a:lnTo>
                  <a:pt x="388" y="41"/>
                </a:lnTo>
                <a:lnTo>
                  <a:pt x="389" y="41"/>
                </a:lnTo>
                <a:lnTo>
                  <a:pt x="389" y="42"/>
                </a:lnTo>
                <a:lnTo>
                  <a:pt x="388" y="43"/>
                </a:lnTo>
                <a:lnTo>
                  <a:pt x="388" y="44"/>
                </a:lnTo>
                <a:lnTo>
                  <a:pt x="387" y="45"/>
                </a:lnTo>
                <a:lnTo>
                  <a:pt x="387" y="46"/>
                </a:lnTo>
                <a:lnTo>
                  <a:pt x="386" y="46"/>
                </a:lnTo>
                <a:lnTo>
                  <a:pt x="385" y="47"/>
                </a:lnTo>
                <a:lnTo>
                  <a:pt x="385" y="48"/>
                </a:lnTo>
                <a:lnTo>
                  <a:pt x="384" y="49"/>
                </a:lnTo>
                <a:lnTo>
                  <a:pt x="383" y="50"/>
                </a:lnTo>
                <a:lnTo>
                  <a:pt x="382" y="50"/>
                </a:lnTo>
                <a:lnTo>
                  <a:pt x="380" y="51"/>
                </a:lnTo>
                <a:lnTo>
                  <a:pt x="378" y="51"/>
                </a:lnTo>
                <a:lnTo>
                  <a:pt x="378" y="52"/>
                </a:lnTo>
                <a:lnTo>
                  <a:pt x="375" y="52"/>
                </a:lnTo>
                <a:lnTo>
                  <a:pt x="374" y="51"/>
                </a:lnTo>
                <a:lnTo>
                  <a:pt x="373" y="51"/>
                </a:lnTo>
                <a:lnTo>
                  <a:pt x="372" y="51"/>
                </a:lnTo>
                <a:lnTo>
                  <a:pt x="371" y="51"/>
                </a:lnTo>
                <a:lnTo>
                  <a:pt x="371" y="52"/>
                </a:lnTo>
                <a:lnTo>
                  <a:pt x="370" y="52"/>
                </a:lnTo>
                <a:lnTo>
                  <a:pt x="369" y="52"/>
                </a:lnTo>
                <a:lnTo>
                  <a:pt x="368" y="53"/>
                </a:lnTo>
                <a:lnTo>
                  <a:pt x="367" y="53"/>
                </a:lnTo>
                <a:lnTo>
                  <a:pt x="366" y="53"/>
                </a:lnTo>
                <a:lnTo>
                  <a:pt x="366" y="54"/>
                </a:lnTo>
                <a:lnTo>
                  <a:pt x="365" y="54"/>
                </a:lnTo>
                <a:lnTo>
                  <a:pt x="365" y="53"/>
                </a:lnTo>
                <a:lnTo>
                  <a:pt x="364" y="52"/>
                </a:lnTo>
                <a:lnTo>
                  <a:pt x="364" y="53"/>
                </a:lnTo>
                <a:lnTo>
                  <a:pt x="363" y="53"/>
                </a:lnTo>
                <a:lnTo>
                  <a:pt x="363" y="54"/>
                </a:lnTo>
                <a:lnTo>
                  <a:pt x="362" y="54"/>
                </a:lnTo>
                <a:lnTo>
                  <a:pt x="361" y="54"/>
                </a:lnTo>
                <a:lnTo>
                  <a:pt x="361" y="55"/>
                </a:lnTo>
                <a:lnTo>
                  <a:pt x="362" y="55"/>
                </a:lnTo>
                <a:lnTo>
                  <a:pt x="362" y="56"/>
                </a:lnTo>
                <a:lnTo>
                  <a:pt x="361" y="57"/>
                </a:lnTo>
                <a:lnTo>
                  <a:pt x="361" y="56"/>
                </a:lnTo>
                <a:lnTo>
                  <a:pt x="360" y="56"/>
                </a:lnTo>
                <a:lnTo>
                  <a:pt x="360" y="57"/>
                </a:lnTo>
                <a:lnTo>
                  <a:pt x="359" y="57"/>
                </a:lnTo>
                <a:lnTo>
                  <a:pt x="358" y="57"/>
                </a:lnTo>
                <a:lnTo>
                  <a:pt x="357" y="57"/>
                </a:lnTo>
                <a:lnTo>
                  <a:pt x="356" y="57"/>
                </a:lnTo>
                <a:lnTo>
                  <a:pt x="355" y="57"/>
                </a:lnTo>
                <a:lnTo>
                  <a:pt x="355" y="58"/>
                </a:lnTo>
                <a:lnTo>
                  <a:pt x="354" y="58"/>
                </a:lnTo>
                <a:lnTo>
                  <a:pt x="354" y="59"/>
                </a:lnTo>
                <a:lnTo>
                  <a:pt x="353" y="59"/>
                </a:lnTo>
                <a:lnTo>
                  <a:pt x="352" y="58"/>
                </a:lnTo>
                <a:lnTo>
                  <a:pt x="351" y="58"/>
                </a:lnTo>
                <a:lnTo>
                  <a:pt x="352" y="58"/>
                </a:lnTo>
                <a:lnTo>
                  <a:pt x="352" y="57"/>
                </a:lnTo>
                <a:lnTo>
                  <a:pt x="350" y="57"/>
                </a:lnTo>
                <a:lnTo>
                  <a:pt x="349" y="57"/>
                </a:lnTo>
                <a:lnTo>
                  <a:pt x="348" y="57"/>
                </a:lnTo>
                <a:lnTo>
                  <a:pt x="348" y="58"/>
                </a:lnTo>
                <a:lnTo>
                  <a:pt x="347" y="58"/>
                </a:lnTo>
                <a:lnTo>
                  <a:pt x="347" y="57"/>
                </a:lnTo>
                <a:lnTo>
                  <a:pt x="347" y="58"/>
                </a:lnTo>
                <a:lnTo>
                  <a:pt x="346" y="58"/>
                </a:lnTo>
                <a:lnTo>
                  <a:pt x="347" y="58"/>
                </a:lnTo>
                <a:lnTo>
                  <a:pt x="347" y="59"/>
                </a:lnTo>
                <a:lnTo>
                  <a:pt x="347" y="60"/>
                </a:lnTo>
                <a:lnTo>
                  <a:pt x="348" y="61"/>
                </a:lnTo>
                <a:lnTo>
                  <a:pt x="348" y="62"/>
                </a:lnTo>
                <a:lnTo>
                  <a:pt x="348" y="63"/>
                </a:lnTo>
                <a:lnTo>
                  <a:pt x="348" y="64"/>
                </a:lnTo>
                <a:lnTo>
                  <a:pt x="349" y="64"/>
                </a:lnTo>
                <a:lnTo>
                  <a:pt x="349" y="65"/>
                </a:lnTo>
                <a:lnTo>
                  <a:pt x="350" y="65"/>
                </a:lnTo>
                <a:lnTo>
                  <a:pt x="350" y="66"/>
                </a:lnTo>
                <a:lnTo>
                  <a:pt x="349" y="67"/>
                </a:lnTo>
                <a:lnTo>
                  <a:pt x="349" y="68"/>
                </a:lnTo>
                <a:lnTo>
                  <a:pt x="349" y="69"/>
                </a:lnTo>
                <a:lnTo>
                  <a:pt x="348" y="69"/>
                </a:lnTo>
                <a:lnTo>
                  <a:pt x="347" y="69"/>
                </a:lnTo>
                <a:lnTo>
                  <a:pt x="347" y="70"/>
                </a:lnTo>
                <a:lnTo>
                  <a:pt x="346" y="70"/>
                </a:lnTo>
                <a:lnTo>
                  <a:pt x="345" y="70"/>
                </a:lnTo>
                <a:lnTo>
                  <a:pt x="345" y="71"/>
                </a:lnTo>
                <a:lnTo>
                  <a:pt x="344" y="71"/>
                </a:lnTo>
                <a:lnTo>
                  <a:pt x="344" y="70"/>
                </a:lnTo>
                <a:lnTo>
                  <a:pt x="344" y="69"/>
                </a:lnTo>
                <a:lnTo>
                  <a:pt x="344" y="68"/>
                </a:lnTo>
                <a:lnTo>
                  <a:pt x="343" y="67"/>
                </a:lnTo>
                <a:lnTo>
                  <a:pt x="342" y="66"/>
                </a:lnTo>
                <a:lnTo>
                  <a:pt x="341" y="66"/>
                </a:lnTo>
                <a:lnTo>
                  <a:pt x="341" y="65"/>
                </a:lnTo>
                <a:lnTo>
                  <a:pt x="340" y="65"/>
                </a:lnTo>
                <a:lnTo>
                  <a:pt x="339" y="65"/>
                </a:lnTo>
                <a:lnTo>
                  <a:pt x="338" y="65"/>
                </a:lnTo>
                <a:lnTo>
                  <a:pt x="338" y="66"/>
                </a:lnTo>
                <a:lnTo>
                  <a:pt x="338" y="67"/>
                </a:lnTo>
                <a:lnTo>
                  <a:pt x="339" y="67"/>
                </a:lnTo>
                <a:lnTo>
                  <a:pt x="339" y="69"/>
                </a:lnTo>
                <a:lnTo>
                  <a:pt x="338" y="70"/>
                </a:lnTo>
                <a:lnTo>
                  <a:pt x="338" y="71"/>
                </a:lnTo>
                <a:lnTo>
                  <a:pt x="338" y="72"/>
                </a:lnTo>
                <a:lnTo>
                  <a:pt x="337" y="72"/>
                </a:lnTo>
                <a:lnTo>
                  <a:pt x="337" y="73"/>
                </a:lnTo>
                <a:lnTo>
                  <a:pt x="336" y="74"/>
                </a:lnTo>
                <a:lnTo>
                  <a:pt x="335" y="74"/>
                </a:lnTo>
                <a:lnTo>
                  <a:pt x="334" y="74"/>
                </a:lnTo>
                <a:lnTo>
                  <a:pt x="333" y="74"/>
                </a:lnTo>
                <a:lnTo>
                  <a:pt x="332" y="75"/>
                </a:lnTo>
                <a:lnTo>
                  <a:pt x="332" y="76"/>
                </a:lnTo>
                <a:lnTo>
                  <a:pt x="333" y="76"/>
                </a:lnTo>
                <a:lnTo>
                  <a:pt x="334" y="76"/>
                </a:lnTo>
                <a:lnTo>
                  <a:pt x="335" y="76"/>
                </a:lnTo>
                <a:lnTo>
                  <a:pt x="336" y="76"/>
                </a:lnTo>
                <a:lnTo>
                  <a:pt x="337" y="76"/>
                </a:lnTo>
                <a:lnTo>
                  <a:pt x="340" y="77"/>
                </a:lnTo>
                <a:lnTo>
                  <a:pt x="341" y="77"/>
                </a:lnTo>
                <a:lnTo>
                  <a:pt x="342" y="77"/>
                </a:lnTo>
                <a:lnTo>
                  <a:pt x="343" y="78"/>
                </a:lnTo>
                <a:lnTo>
                  <a:pt x="343" y="79"/>
                </a:lnTo>
                <a:lnTo>
                  <a:pt x="343" y="80"/>
                </a:lnTo>
                <a:lnTo>
                  <a:pt x="343" y="81"/>
                </a:lnTo>
                <a:lnTo>
                  <a:pt x="344" y="82"/>
                </a:lnTo>
                <a:lnTo>
                  <a:pt x="344" y="83"/>
                </a:lnTo>
                <a:lnTo>
                  <a:pt x="344" y="84"/>
                </a:lnTo>
                <a:lnTo>
                  <a:pt x="345" y="84"/>
                </a:lnTo>
                <a:lnTo>
                  <a:pt x="345" y="85"/>
                </a:lnTo>
                <a:lnTo>
                  <a:pt x="346" y="85"/>
                </a:lnTo>
                <a:lnTo>
                  <a:pt x="346" y="84"/>
                </a:lnTo>
                <a:lnTo>
                  <a:pt x="347" y="84"/>
                </a:lnTo>
                <a:lnTo>
                  <a:pt x="347" y="85"/>
                </a:lnTo>
                <a:lnTo>
                  <a:pt x="348" y="85"/>
                </a:lnTo>
                <a:lnTo>
                  <a:pt x="349" y="86"/>
                </a:lnTo>
                <a:lnTo>
                  <a:pt x="350" y="86"/>
                </a:lnTo>
                <a:lnTo>
                  <a:pt x="351" y="86"/>
                </a:lnTo>
                <a:lnTo>
                  <a:pt x="352" y="86"/>
                </a:lnTo>
                <a:lnTo>
                  <a:pt x="353" y="86"/>
                </a:lnTo>
                <a:lnTo>
                  <a:pt x="353" y="87"/>
                </a:lnTo>
                <a:lnTo>
                  <a:pt x="354" y="87"/>
                </a:lnTo>
                <a:lnTo>
                  <a:pt x="355" y="87"/>
                </a:lnTo>
                <a:lnTo>
                  <a:pt x="356" y="87"/>
                </a:lnTo>
                <a:lnTo>
                  <a:pt x="357" y="87"/>
                </a:lnTo>
                <a:lnTo>
                  <a:pt x="357" y="86"/>
                </a:lnTo>
                <a:lnTo>
                  <a:pt x="358" y="86"/>
                </a:lnTo>
                <a:lnTo>
                  <a:pt x="359" y="86"/>
                </a:lnTo>
                <a:lnTo>
                  <a:pt x="359" y="85"/>
                </a:lnTo>
                <a:lnTo>
                  <a:pt x="360" y="85"/>
                </a:lnTo>
                <a:lnTo>
                  <a:pt x="361" y="86"/>
                </a:lnTo>
                <a:lnTo>
                  <a:pt x="361" y="87"/>
                </a:lnTo>
                <a:lnTo>
                  <a:pt x="360" y="88"/>
                </a:lnTo>
                <a:lnTo>
                  <a:pt x="359" y="88"/>
                </a:lnTo>
                <a:lnTo>
                  <a:pt x="359" y="89"/>
                </a:lnTo>
                <a:lnTo>
                  <a:pt x="358" y="89"/>
                </a:lnTo>
                <a:lnTo>
                  <a:pt x="359" y="89"/>
                </a:lnTo>
                <a:lnTo>
                  <a:pt x="359" y="90"/>
                </a:lnTo>
                <a:lnTo>
                  <a:pt x="360" y="91"/>
                </a:lnTo>
                <a:lnTo>
                  <a:pt x="360" y="90"/>
                </a:lnTo>
                <a:lnTo>
                  <a:pt x="361" y="91"/>
                </a:lnTo>
                <a:lnTo>
                  <a:pt x="361" y="92"/>
                </a:lnTo>
                <a:lnTo>
                  <a:pt x="361" y="91"/>
                </a:lnTo>
                <a:lnTo>
                  <a:pt x="362" y="91"/>
                </a:lnTo>
                <a:lnTo>
                  <a:pt x="363" y="91"/>
                </a:lnTo>
                <a:lnTo>
                  <a:pt x="363" y="90"/>
                </a:lnTo>
                <a:lnTo>
                  <a:pt x="364" y="90"/>
                </a:lnTo>
                <a:lnTo>
                  <a:pt x="365" y="90"/>
                </a:lnTo>
                <a:lnTo>
                  <a:pt x="365" y="89"/>
                </a:lnTo>
                <a:lnTo>
                  <a:pt x="366" y="89"/>
                </a:lnTo>
                <a:lnTo>
                  <a:pt x="366" y="90"/>
                </a:lnTo>
                <a:lnTo>
                  <a:pt x="366" y="91"/>
                </a:lnTo>
                <a:lnTo>
                  <a:pt x="367" y="91"/>
                </a:lnTo>
                <a:lnTo>
                  <a:pt x="368" y="91"/>
                </a:lnTo>
                <a:lnTo>
                  <a:pt x="369" y="91"/>
                </a:lnTo>
                <a:lnTo>
                  <a:pt x="370" y="90"/>
                </a:lnTo>
                <a:lnTo>
                  <a:pt x="371" y="90"/>
                </a:lnTo>
                <a:lnTo>
                  <a:pt x="372" y="91"/>
                </a:lnTo>
                <a:lnTo>
                  <a:pt x="373" y="90"/>
                </a:lnTo>
                <a:lnTo>
                  <a:pt x="374" y="90"/>
                </a:lnTo>
                <a:lnTo>
                  <a:pt x="375" y="90"/>
                </a:lnTo>
                <a:lnTo>
                  <a:pt x="376" y="90"/>
                </a:lnTo>
                <a:lnTo>
                  <a:pt x="376" y="91"/>
                </a:lnTo>
                <a:lnTo>
                  <a:pt x="377" y="91"/>
                </a:lnTo>
                <a:lnTo>
                  <a:pt x="376" y="92"/>
                </a:lnTo>
                <a:lnTo>
                  <a:pt x="376" y="93"/>
                </a:lnTo>
                <a:lnTo>
                  <a:pt x="377" y="93"/>
                </a:lnTo>
                <a:lnTo>
                  <a:pt x="377" y="94"/>
                </a:lnTo>
                <a:lnTo>
                  <a:pt x="376" y="94"/>
                </a:lnTo>
                <a:lnTo>
                  <a:pt x="376" y="95"/>
                </a:lnTo>
                <a:lnTo>
                  <a:pt x="376" y="96"/>
                </a:lnTo>
                <a:lnTo>
                  <a:pt x="376" y="97"/>
                </a:lnTo>
                <a:lnTo>
                  <a:pt x="377" y="97"/>
                </a:lnTo>
                <a:lnTo>
                  <a:pt x="377" y="98"/>
                </a:lnTo>
                <a:lnTo>
                  <a:pt x="377" y="99"/>
                </a:lnTo>
                <a:lnTo>
                  <a:pt x="378" y="99"/>
                </a:lnTo>
                <a:lnTo>
                  <a:pt x="378" y="100"/>
                </a:lnTo>
                <a:lnTo>
                  <a:pt x="377" y="100"/>
                </a:lnTo>
                <a:lnTo>
                  <a:pt x="377" y="101"/>
                </a:lnTo>
                <a:lnTo>
                  <a:pt x="378" y="101"/>
                </a:lnTo>
                <a:lnTo>
                  <a:pt x="378" y="102"/>
                </a:lnTo>
                <a:lnTo>
                  <a:pt x="377" y="102"/>
                </a:lnTo>
                <a:lnTo>
                  <a:pt x="377" y="103"/>
                </a:lnTo>
                <a:lnTo>
                  <a:pt x="377" y="104"/>
                </a:lnTo>
                <a:lnTo>
                  <a:pt x="377" y="105"/>
                </a:lnTo>
                <a:lnTo>
                  <a:pt x="377" y="106"/>
                </a:lnTo>
                <a:lnTo>
                  <a:pt x="377" y="107"/>
                </a:lnTo>
                <a:lnTo>
                  <a:pt x="377" y="108"/>
                </a:lnTo>
                <a:lnTo>
                  <a:pt x="377" y="109"/>
                </a:lnTo>
                <a:lnTo>
                  <a:pt x="377" y="110"/>
                </a:lnTo>
                <a:lnTo>
                  <a:pt x="377" y="111"/>
                </a:lnTo>
                <a:lnTo>
                  <a:pt x="377" y="112"/>
                </a:lnTo>
                <a:lnTo>
                  <a:pt x="377" y="113"/>
                </a:lnTo>
                <a:lnTo>
                  <a:pt x="378" y="113"/>
                </a:lnTo>
                <a:lnTo>
                  <a:pt x="378" y="114"/>
                </a:lnTo>
                <a:lnTo>
                  <a:pt x="379" y="114"/>
                </a:lnTo>
                <a:lnTo>
                  <a:pt x="379" y="115"/>
                </a:lnTo>
                <a:lnTo>
                  <a:pt x="379" y="116"/>
                </a:lnTo>
                <a:lnTo>
                  <a:pt x="380" y="117"/>
                </a:lnTo>
                <a:lnTo>
                  <a:pt x="381" y="117"/>
                </a:lnTo>
                <a:lnTo>
                  <a:pt x="382" y="116"/>
                </a:lnTo>
                <a:lnTo>
                  <a:pt x="384" y="117"/>
                </a:lnTo>
                <a:lnTo>
                  <a:pt x="385" y="117"/>
                </a:lnTo>
                <a:lnTo>
                  <a:pt x="386" y="117"/>
                </a:lnTo>
                <a:lnTo>
                  <a:pt x="386" y="118"/>
                </a:lnTo>
                <a:lnTo>
                  <a:pt x="386" y="119"/>
                </a:lnTo>
                <a:lnTo>
                  <a:pt x="387" y="120"/>
                </a:lnTo>
                <a:lnTo>
                  <a:pt x="387" y="121"/>
                </a:lnTo>
                <a:lnTo>
                  <a:pt x="388" y="121"/>
                </a:lnTo>
                <a:lnTo>
                  <a:pt x="389" y="121"/>
                </a:lnTo>
                <a:lnTo>
                  <a:pt x="389" y="120"/>
                </a:lnTo>
                <a:lnTo>
                  <a:pt x="391" y="119"/>
                </a:lnTo>
                <a:lnTo>
                  <a:pt x="392" y="120"/>
                </a:lnTo>
                <a:lnTo>
                  <a:pt x="392" y="121"/>
                </a:lnTo>
                <a:lnTo>
                  <a:pt x="391" y="121"/>
                </a:lnTo>
                <a:lnTo>
                  <a:pt x="391" y="122"/>
                </a:lnTo>
                <a:lnTo>
                  <a:pt x="391" y="123"/>
                </a:lnTo>
                <a:lnTo>
                  <a:pt x="391" y="124"/>
                </a:lnTo>
                <a:lnTo>
                  <a:pt x="391" y="125"/>
                </a:lnTo>
                <a:lnTo>
                  <a:pt x="390" y="125"/>
                </a:lnTo>
                <a:lnTo>
                  <a:pt x="389" y="126"/>
                </a:lnTo>
                <a:lnTo>
                  <a:pt x="389" y="127"/>
                </a:lnTo>
                <a:lnTo>
                  <a:pt x="389" y="128"/>
                </a:lnTo>
                <a:lnTo>
                  <a:pt x="389" y="129"/>
                </a:lnTo>
                <a:lnTo>
                  <a:pt x="388" y="129"/>
                </a:lnTo>
                <a:lnTo>
                  <a:pt x="387" y="130"/>
                </a:lnTo>
                <a:lnTo>
                  <a:pt x="386" y="130"/>
                </a:lnTo>
                <a:lnTo>
                  <a:pt x="386" y="131"/>
                </a:lnTo>
                <a:lnTo>
                  <a:pt x="386" y="132"/>
                </a:lnTo>
                <a:lnTo>
                  <a:pt x="386" y="133"/>
                </a:lnTo>
                <a:lnTo>
                  <a:pt x="385" y="135"/>
                </a:lnTo>
                <a:lnTo>
                  <a:pt x="384" y="136"/>
                </a:lnTo>
                <a:lnTo>
                  <a:pt x="384" y="137"/>
                </a:lnTo>
                <a:lnTo>
                  <a:pt x="383" y="137"/>
                </a:lnTo>
                <a:lnTo>
                  <a:pt x="383" y="138"/>
                </a:lnTo>
                <a:lnTo>
                  <a:pt x="383" y="139"/>
                </a:lnTo>
                <a:lnTo>
                  <a:pt x="383" y="140"/>
                </a:lnTo>
                <a:lnTo>
                  <a:pt x="383" y="141"/>
                </a:lnTo>
                <a:lnTo>
                  <a:pt x="383" y="142"/>
                </a:lnTo>
                <a:lnTo>
                  <a:pt x="383" y="143"/>
                </a:lnTo>
                <a:lnTo>
                  <a:pt x="384" y="143"/>
                </a:lnTo>
                <a:lnTo>
                  <a:pt x="384" y="144"/>
                </a:lnTo>
                <a:lnTo>
                  <a:pt x="383" y="144"/>
                </a:lnTo>
                <a:lnTo>
                  <a:pt x="383" y="145"/>
                </a:lnTo>
                <a:lnTo>
                  <a:pt x="382" y="145"/>
                </a:lnTo>
                <a:lnTo>
                  <a:pt x="381" y="145"/>
                </a:lnTo>
                <a:lnTo>
                  <a:pt x="381" y="146"/>
                </a:lnTo>
                <a:lnTo>
                  <a:pt x="380" y="146"/>
                </a:lnTo>
                <a:lnTo>
                  <a:pt x="380" y="147"/>
                </a:lnTo>
                <a:lnTo>
                  <a:pt x="379" y="148"/>
                </a:lnTo>
                <a:lnTo>
                  <a:pt x="380" y="148"/>
                </a:lnTo>
                <a:lnTo>
                  <a:pt x="380" y="149"/>
                </a:lnTo>
                <a:lnTo>
                  <a:pt x="379" y="149"/>
                </a:lnTo>
                <a:lnTo>
                  <a:pt x="379" y="150"/>
                </a:lnTo>
                <a:lnTo>
                  <a:pt x="379" y="151"/>
                </a:lnTo>
                <a:lnTo>
                  <a:pt x="380" y="152"/>
                </a:lnTo>
                <a:lnTo>
                  <a:pt x="379" y="153"/>
                </a:lnTo>
                <a:lnTo>
                  <a:pt x="378" y="153"/>
                </a:lnTo>
                <a:lnTo>
                  <a:pt x="378" y="154"/>
                </a:lnTo>
                <a:lnTo>
                  <a:pt x="379" y="155"/>
                </a:lnTo>
                <a:lnTo>
                  <a:pt x="380" y="155"/>
                </a:lnTo>
                <a:lnTo>
                  <a:pt x="381" y="155"/>
                </a:lnTo>
                <a:lnTo>
                  <a:pt x="382" y="156"/>
                </a:lnTo>
                <a:lnTo>
                  <a:pt x="383" y="156"/>
                </a:lnTo>
                <a:lnTo>
                  <a:pt x="383" y="157"/>
                </a:lnTo>
                <a:lnTo>
                  <a:pt x="383" y="158"/>
                </a:lnTo>
                <a:lnTo>
                  <a:pt x="383" y="159"/>
                </a:lnTo>
                <a:lnTo>
                  <a:pt x="382" y="160"/>
                </a:lnTo>
                <a:lnTo>
                  <a:pt x="382" y="159"/>
                </a:lnTo>
                <a:lnTo>
                  <a:pt x="381" y="159"/>
                </a:lnTo>
                <a:lnTo>
                  <a:pt x="381" y="160"/>
                </a:lnTo>
                <a:lnTo>
                  <a:pt x="381" y="161"/>
                </a:lnTo>
                <a:lnTo>
                  <a:pt x="380" y="161"/>
                </a:lnTo>
                <a:lnTo>
                  <a:pt x="379" y="161"/>
                </a:lnTo>
                <a:lnTo>
                  <a:pt x="378" y="161"/>
                </a:lnTo>
                <a:lnTo>
                  <a:pt x="377" y="160"/>
                </a:lnTo>
                <a:lnTo>
                  <a:pt x="377" y="161"/>
                </a:lnTo>
                <a:lnTo>
                  <a:pt x="376" y="161"/>
                </a:lnTo>
                <a:lnTo>
                  <a:pt x="375" y="161"/>
                </a:lnTo>
                <a:lnTo>
                  <a:pt x="375" y="162"/>
                </a:lnTo>
                <a:lnTo>
                  <a:pt x="374" y="163"/>
                </a:lnTo>
                <a:lnTo>
                  <a:pt x="375" y="163"/>
                </a:lnTo>
                <a:lnTo>
                  <a:pt x="375" y="164"/>
                </a:lnTo>
                <a:lnTo>
                  <a:pt x="374" y="164"/>
                </a:lnTo>
                <a:lnTo>
                  <a:pt x="373" y="164"/>
                </a:lnTo>
                <a:lnTo>
                  <a:pt x="373" y="165"/>
                </a:lnTo>
                <a:lnTo>
                  <a:pt x="374" y="166"/>
                </a:lnTo>
                <a:lnTo>
                  <a:pt x="374" y="167"/>
                </a:lnTo>
                <a:lnTo>
                  <a:pt x="374" y="168"/>
                </a:lnTo>
                <a:lnTo>
                  <a:pt x="373" y="168"/>
                </a:lnTo>
                <a:lnTo>
                  <a:pt x="373" y="169"/>
                </a:lnTo>
                <a:lnTo>
                  <a:pt x="373" y="170"/>
                </a:lnTo>
                <a:lnTo>
                  <a:pt x="372" y="171"/>
                </a:lnTo>
                <a:lnTo>
                  <a:pt x="371" y="171"/>
                </a:lnTo>
                <a:lnTo>
                  <a:pt x="370" y="171"/>
                </a:lnTo>
                <a:lnTo>
                  <a:pt x="369" y="171"/>
                </a:lnTo>
                <a:lnTo>
                  <a:pt x="368" y="171"/>
                </a:lnTo>
                <a:lnTo>
                  <a:pt x="367" y="171"/>
                </a:lnTo>
                <a:lnTo>
                  <a:pt x="366" y="171"/>
                </a:lnTo>
                <a:lnTo>
                  <a:pt x="365" y="171"/>
                </a:lnTo>
                <a:lnTo>
                  <a:pt x="364" y="171"/>
                </a:lnTo>
                <a:lnTo>
                  <a:pt x="363" y="171"/>
                </a:lnTo>
                <a:lnTo>
                  <a:pt x="363" y="172"/>
                </a:lnTo>
                <a:lnTo>
                  <a:pt x="362" y="172"/>
                </a:lnTo>
                <a:lnTo>
                  <a:pt x="361" y="172"/>
                </a:lnTo>
                <a:lnTo>
                  <a:pt x="360" y="172"/>
                </a:lnTo>
                <a:lnTo>
                  <a:pt x="360" y="173"/>
                </a:lnTo>
                <a:lnTo>
                  <a:pt x="360" y="174"/>
                </a:lnTo>
                <a:lnTo>
                  <a:pt x="358" y="174"/>
                </a:lnTo>
                <a:lnTo>
                  <a:pt x="357" y="173"/>
                </a:lnTo>
                <a:lnTo>
                  <a:pt x="356" y="172"/>
                </a:lnTo>
                <a:lnTo>
                  <a:pt x="355" y="173"/>
                </a:lnTo>
                <a:lnTo>
                  <a:pt x="355" y="174"/>
                </a:lnTo>
                <a:lnTo>
                  <a:pt x="354" y="174"/>
                </a:lnTo>
                <a:lnTo>
                  <a:pt x="353" y="174"/>
                </a:lnTo>
                <a:lnTo>
                  <a:pt x="352" y="174"/>
                </a:lnTo>
                <a:lnTo>
                  <a:pt x="351" y="173"/>
                </a:lnTo>
                <a:lnTo>
                  <a:pt x="351" y="172"/>
                </a:lnTo>
                <a:lnTo>
                  <a:pt x="350" y="172"/>
                </a:lnTo>
                <a:lnTo>
                  <a:pt x="351" y="172"/>
                </a:lnTo>
                <a:lnTo>
                  <a:pt x="350" y="171"/>
                </a:lnTo>
                <a:lnTo>
                  <a:pt x="349" y="170"/>
                </a:lnTo>
                <a:lnTo>
                  <a:pt x="348" y="169"/>
                </a:lnTo>
                <a:lnTo>
                  <a:pt x="347" y="169"/>
                </a:lnTo>
                <a:lnTo>
                  <a:pt x="346" y="169"/>
                </a:lnTo>
                <a:lnTo>
                  <a:pt x="347" y="169"/>
                </a:lnTo>
                <a:lnTo>
                  <a:pt x="347" y="168"/>
                </a:lnTo>
                <a:lnTo>
                  <a:pt x="346" y="168"/>
                </a:lnTo>
                <a:lnTo>
                  <a:pt x="345" y="166"/>
                </a:lnTo>
                <a:lnTo>
                  <a:pt x="345" y="165"/>
                </a:lnTo>
                <a:lnTo>
                  <a:pt x="344" y="165"/>
                </a:lnTo>
                <a:lnTo>
                  <a:pt x="344" y="166"/>
                </a:lnTo>
                <a:lnTo>
                  <a:pt x="343" y="166"/>
                </a:lnTo>
                <a:lnTo>
                  <a:pt x="342" y="166"/>
                </a:lnTo>
                <a:lnTo>
                  <a:pt x="341" y="166"/>
                </a:lnTo>
                <a:lnTo>
                  <a:pt x="341" y="167"/>
                </a:lnTo>
                <a:lnTo>
                  <a:pt x="340" y="167"/>
                </a:lnTo>
                <a:lnTo>
                  <a:pt x="340" y="168"/>
                </a:lnTo>
                <a:lnTo>
                  <a:pt x="340" y="169"/>
                </a:lnTo>
                <a:lnTo>
                  <a:pt x="339" y="169"/>
                </a:lnTo>
                <a:lnTo>
                  <a:pt x="338" y="169"/>
                </a:lnTo>
                <a:lnTo>
                  <a:pt x="338" y="168"/>
                </a:lnTo>
                <a:lnTo>
                  <a:pt x="337" y="168"/>
                </a:lnTo>
                <a:lnTo>
                  <a:pt x="336" y="169"/>
                </a:lnTo>
                <a:lnTo>
                  <a:pt x="335" y="170"/>
                </a:lnTo>
                <a:lnTo>
                  <a:pt x="335" y="171"/>
                </a:lnTo>
                <a:lnTo>
                  <a:pt x="334" y="171"/>
                </a:lnTo>
                <a:lnTo>
                  <a:pt x="334" y="172"/>
                </a:lnTo>
                <a:lnTo>
                  <a:pt x="333" y="172"/>
                </a:lnTo>
                <a:lnTo>
                  <a:pt x="332" y="172"/>
                </a:lnTo>
                <a:lnTo>
                  <a:pt x="331" y="172"/>
                </a:lnTo>
                <a:lnTo>
                  <a:pt x="330" y="172"/>
                </a:lnTo>
                <a:lnTo>
                  <a:pt x="330" y="173"/>
                </a:lnTo>
                <a:lnTo>
                  <a:pt x="329" y="174"/>
                </a:lnTo>
                <a:lnTo>
                  <a:pt x="327" y="176"/>
                </a:lnTo>
                <a:lnTo>
                  <a:pt x="326" y="176"/>
                </a:lnTo>
                <a:lnTo>
                  <a:pt x="325" y="177"/>
                </a:lnTo>
                <a:lnTo>
                  <a:pt x="323" y="177"/>
                </a:lnTo>
                <a:lnTo>
                  <a:pt x="323" y="178"/>
                </a:lnTo>
                <a:lnTo>
                  <a:pt x="323" y="179"/>
                </a:lnTo>
                <a:lnTo>
                  <a:pt x="322" y="179"/>
                </a:lnTo>
                <a:lnTo>
                  <a:pt x="321" y="180"/>
                </a:lnTo>
                <a:lnTo>
                  <a:pt x="320" y="179"/>
                </a:lnTo>
                <a:lnTo>
                  <a:pt x="319" y="179"/>
                </a:lnTo>
                <a:lnTo>
                  <a:pt x="319" y="180"/>
                </a:lnTo>
                <a:lnTo>
                  <a:pt x="319" y="181"/>
                </a:lnTo>
                <a:lnTo>
                  <a:pt x="318" y="183"/>
                </a:lnTo>
                <a:lnTo>
                  <a:pt x="319" y="185"/>
                </a:lnTo>
                <a:lnTo>
                  <a:pt x="319" y="186"/>
                </a:lnTo>
                <a:lnTo>
                  <a:pt x="319" y="188"/>
                </a:lnTo>
                <a:lnTo>
                  <a:pt x="319" y="190"/>
                </a:lnTo>
                <a:lnTo>
                  <a:pt x="320" y="191"/>
                </a:lnTo>
                <a:lnTo>
                  <a:pt x="321" y="192"/>
                </a:lnTo>
                <a:lnTo>
                  <a:pt x="321" y="193"/>
                </a:lnTo>
                <a:lnTo>
                  <a:pt x="322" y="193"/>
                </a:lnTo>
                <a:lnTo>
                  <a:pt x="322" y="194"/>
                </a:lnTo>
                <a:lnTo>
                  <a:pt x="323" y="194"/>
                </a:lnTo>
                <a:lnTo>
                  <a:pt x="325" y="195"/>
                </a:lnTo>
                <a:lnTo>
                  <a:pt x="326" y="195"/>
                </a:lnTo>
                <a:lnTo>
                  <a:pt x="327" y="195"/>
                </a:lnTo>
                <a:lnTo>
                  <a:pt x="327" y="196"/>
                </a:lnTo>
                <a:lnTo>
                  <a:pt x="328" y="197"/>
                </a:lnTo>
                <a:lnTo>
                  <a:pt x="327" y="198"/>
                </a:lnTo>
                <a:lnTo>
                  <a:pt x="326" y="198"/>
                </a:lnTo>
                <a:lnTo>
                  <a:pt x="326" y="199"/>
                </a:lnTo>
                <a:lnTo>
                  <a:pt x="325" y="200"/>
                </a:lnTo>
                <a:lnTo>
                  <a:pt x="325" y="201"/>
                </a:lnTo>
                <a:lnTo>
                  <a:pt x="325" y="202"/>
                </a:lnTo>
                <a:lnTo>
                  <a:pt x="325" y="203"/>
                </a:lnTo>
                <a:lnTo>
                  <a:pt x="323" y="203"/>
                </a:lnTo>
                <a:lnTo>
                  <a:pt x="322" y="203"/>
                </a:lnTo>
                <a:lnTo>
                  <a:pt x="321" y="203"/>
                </a:lnTo>
                <a:lnTo>
                  <a:pt x="321" y="204"/>
                </a:lnTo>
                <a:lnTo>
                  <a:pt x="319" y="207"/>
                </a:lnTo>
                <a:lnTo>
                  <a:pt x="319" y="208"/>
                </a:lnTo>
                <a:lnTo>
                  <a:pt x="318" y="209"/>
                </a:lnTo>
                <a:lnTo>
                  <a:pt x="317" y="210"/>
                </a:lnTo>
                <a:lnTo>
                  <a:pt x="317" y="209"/>
                </a:lnTo>
                <a:lnTo>
                  <a:pt x="316" y="209"/>
                </a:lnTo>
                <a:lnTo>
                  <a:pt x="315" y="208"/>
                </a:lnTo>
                <a:lnTo>
                  <a:pt x="314" y="208"/>
                </a:lnTo>
                <a:lnTo>
                  <a:pt x="314" y="210"/>
                </a:lnTo>
                <a:lnTo>
                  <a:pt x="314" y="211"/>
                </a:lnTo>
                <a:lnTo>
                  <a:pt x="314" y="212"/>
                </a:lnTo>
                <a:lnTo>
                  <a:pt x="314" y="213"/>
                </a:lnTo>
                <a:lnTo>
                  <a:pt x="313" y="214"/>
                </a:lnTo>
                <a:lnTo>
                  <a:pt x="311" y="215"/>
                </a:lnTo>
                <a:lnTo>
                  <a:pt x="310" y="215"/>
                </a:lnTo>
                <a:lnTo>
                  <a:pt x="309" y="214"/>
                </a:lnTo>
                <a:lnTo>
                  <a:pt x="307" y="214"/>
                </a:lnTo>
                <a:lnTo>
                  <a:pt x="306" y="214"/>
                </a:lnTo>
                <a:lnTo>
                  <a:pt x="305" y="214"/>
                </a:lnTo>
                <a:lnTo>
                  <a:pt x="305" y="215"/>
                </a:lnTo>
                <a:lnTo>
                  <a:pt x="304" y="216"/>
                </a:lnTo>
                <a:lnTo>
                  <a:pt x="304" y="217"/>
                </a:lnTo>
                <a:lnTo>
                  <a:pt x="304" y="218"/>
                </a:lnTo>
                <a:lnTo>
                  <a:pt x="304" y="219"/>
                </a:lnTo>
                <a:lnTo>
                  <a:pt x="305" y="219"/>
                </a:lnTo>
                <a:lnTo>
                  <a:pt x="304" y="220"/>
                </a:lnTo>
                <a:lnTo>
                  <a:pt x="303" y="222"/>
                </a:lnTo>
                <a:lnTo>
                  <a:pt x="302" y="222"/>
                </a:lnTo>
                <a:lnTo>
                  <a:pt x="301" y="223"/>
                </a:lnTo>
                <a:lnTo>
                  <a:pt x="300" y="224"/>
                </a:lnTo>
                <a:lnTo>
                  <a:pt x="299" y="224"/>
                </a:lnTo>
                <a:lnTo>
                  <a:pt x="300" y="226"/>
                </a:lnTo>
                <a:lnTo>
                  <a:pt x="300" y="227"/>
                </a:lnTo>
                <a:lnTo>
                  <a:pt x="299" y="228"/>
                </a:lnTo>
                <a:lnTo>
                  <a:pt x="299" y="229"/>
                </a:lnTo>
                <a:lnTo>
                  <a:pt x="299" y="230"/>
                </a:lnTo>
                <a:lnTo>
                  <a:pt x="299" y="231"/>
                </a:lnTo>
                <a:lnTo>
                  <a:pt x="300" y="232"/>
                </a:lnTo>
                <a:lnTo>
                  <a:pt x="301" y="232"/>
                </a:lnTo>
                <a:lnTo>
                  <a:pt x="302" y="233"/>
                </a:lnTo>
                <a:lnTo>
                  <a:pt x="303" y="233"/>
                </a:lnTo>
                <a:lnTo>
                  <a:pt x="303" y="234"/>
                </a:lnTo>
                <a:lnTo>
                  <a:pt x="302" y="234"/>
                </a:lnTo>
                <a:lnTo>
                  <a:pt x="301" y="235"/>
                </a:lnTo>
                <a:lnTo>
                  <a:pt x="301" y="236"/>
                </a:lnTo>
                <a:lnTo>
                  <a:pt x="300" y="238"/>
                </a:lnTo>
                <a:lnTo>
                  <a:pt x="299" y="238"/>
                </a:lnTo>
                <a:lnTo>
                  <a:pt x="299" y="237"/>
                </a:lnTo>
                <a:lnTo>
                  <a:pt x="298" y="238"/>
                </a:lnTo>
                <a:lnTo>
                  <a:pt x="297" y="242"/>
                </a:lnTo>
                <a:lnTo>
                  <a:pt x="297" y="243"/>
                </a:lnTo>
                <a:lnTo>
                  <a:pt x="297" y="244"/>
                </a:lnTo>
                <a:lnTo>
                  <a:pt x="298" y="244"/>
                </a:lnTo>
                <a:lnTo>
                  <a:pt x="298" y="245"/>
                </a:lnTo>
                <a:lnTo>
                  <a:pt x="299" y="245"/>
                </a:lnTo>
                <a:lnTo>
                  <a:pt x="299" y="246"/>
                </a:lnTo>
                <a:lnTo>
                  <a:pt x="300" y="246"/>
                </a:lnTo>
                <a:lnTo>
                  <a:pt x="300" y="247"/>
                </a:lnTo>
                <a:lnTo>
                  <a:pt x="299" y="248"/>
                </a:lnTo>
                <a:lnTo>
                  <a:pt x="299" y="249"/>
                </a:lnTo>
                <a:lnTo>
                  <a:pt x="298" y="251"/>
                </a:lnTo>
                <a:lnTo>
                  <a:pt x="298" y="254"/>
                </a:lnTo>
                <a:lnTo>
                  <a:pt x="298" y="255"/>
                </a:lnTo>
                <a:lnTo>
                  <a:pt x="300" y="256"/>
                </a:lnTo>
                <a:lnTo>
                  <a:pt x="301" y="257"/>
                </a:lnTo>
                <a:lnTo>
                  <a:pt x="302" y="257"/>
                </a:lnTo>
                <a:lnTo>
                  <a:pt x="303" y="257"/>
                </a:lnTo>
                <a:lnTo>
                  <a:pt x="306" y="257"/>
                </a:lnTo>
                <a:lnTo>
                  <a:pt x="308" y="257"/>
                </a:lnTo>
                <a:lnTo>
                  <a:pt x="309" y="258"/>
                </a:lnTo>
                <a:lnTo>
                  <a:pt x="310" y="259"/>
                </a:lnTo>
                <a:lnTo>
                  <a:pt x="311" y="260"/>
                </a:lnTo>
                <a:lnTo>
                  <a:pt x="312" y="260"/>
                </a:lnTo>
                <a:lnTo>
                  <a:pt x="313" y="260"/>
                </a:lnTo>
                <a:lnTo>
                  <a:pt x="314" y="260"/>
                </a:lnTo>
                <a:lnTo>
                  <a:pt x="315" y="261"/>
                </a:lnTo>
                <a:lnTo>
                  <a:pt x="317" y="263"/>
                </a:lnTo>
                <a:lnTo>
                  <a:pt x="320" y="264"/>
                </a:lnTo>
                <a:lnTo>
                  <a:pt x="321" y="264"/>
                </a:lnTo>
                <a:lnTo>
                  <a:pt x="322" y="264"/>
                </a:lnTo>
                <a:lnTo>
                  <a:pt x="323" y="264"/>
                </a:lnTo>
                <a:lnTo>
                  <a:pt x="326" y="264"/>
                </a:lnTo>
                <a:lnTo>
                  <a:pt x="325" y="266"/>
                </a:lnTo>
                <a:lnTo>
                  <a:pt x="323" y="268"/>
                </a:lnTo>
                <a:lnTo>
                  <a:pt x="323" y="269"/>
                </a:lnTo>
                <a:lnTo>
                  <a:pt x="323" y="270"/>
                </a:lnTo>
                <a:lnTo>
                  <a:pt x="325" y="270"/>
                </a:lnTo>
                <a:lnTo>
                  <a:pt x="328" y="273"/>
                </a:lnTo>
                <a:lnTo>
                  <a:pt x="330" y="275"/>
                </a:lnTo>
                <a:lnTo>
                  <a:pt x="329" y="280"/>
                </a:lnTo>
                <a:lnTo>
                  <a:pt x="328" y="281"/>
                </a:lnTo>
                <a:lnTo>
                  <a:pt x="329" y="282"/>
                </a:lnTo>
                <a:lnTo>
                  <a:pt x="330" y="282"/>
                </a:lnTo>
                <a:lnTo>
                  <a:pt x="331" y="282"/>
                </a:lnTo>
                <a:lnTo>
                  <a:pt x="331" y="283"/>
                </a:lnTo>
                <a:lnTo>
                  <a:pt x="334" y="286"/>
                </a:lnTo>
                <a:lnTo>
                  <a:pt x="334" y="287"/>
                </a:lnTo>
                <a:lnTo>
                  <a:pt x="335" y="289"/>
                </a:lnTo>
                <a:lnTo>
                  <a:pt x="336" y="289"/>
                </a:lnTo>
                <a:lnTo>
                  <a:pt x="336" y="290"/>
                </a:lnTo>
                <a:lnTo>
                  <a:pt x="338" y="293"/>
                </a:lnTo>
                <a:lnTo>
                  <a:pt x="338" y="295"/>
                </a:lnTo>
                <a:lnTo>
                  <a:pt x="338" y="296"/>
                </a:lnTo>
                <a:lnTo>
                  <a:pt x="337" y="296"/>
                </a:lnTo>
                <a:lnTo>
                  <a:pt x="337" y="300"/>
                </a:lnTo>
                <a:lnTo>
                  <a:pt x="338" y="301"/>
                </a:lnTo>
                <a:lnTo>
                  <a:pt x="339" y="301"/>
                </a:lnTo>
                <a:lnTo>
                  <a:pt x="340" y="301"/>
                </a:lnTo>
                <a:lnTo>
                  <a:pt x="341" y="301"/>
                </a:lnTo>
                <a:lnTo>
                  <a:pt x="342" y="301"/>
                </a:lnTo>
                <a:lnTo>
                  <a:pt x="342" y="302"/>
                </a:lnTo>
                <a:lnTo>
                  <a:pt x="342" y="303"/>
                </a:lnTo>
                <a:lnTo>
                  <a:pt x="343" y="303"/>
                </a:lnTo>
                <a:lnTo>
                  <a:pt x="344" y="303"/>
                </a:lnTo>
                <a:lnTo>
                  <a:pt x="344" y="304"/>
                </a:lnTo>
                <a:lnTo>
                  <a:pt x="345" y="304"/>
                </a:lnTo>
                <a:lnTo>
                  <a:pt x="344" y="304"/>
                </a:lnTo>
                <a:lnTo>
                  <a:pt x="344" y="305"/>
                </a:lnTo>
                <a:lnTo>
                  <a:pt x="344" y="306"/>
                </a:lnTo>
                <a:lnTo>
                  <a:pt x="345" y="306"/>
                </a:lnTo>
                <a:lnTo>
                  <a:pt x="344" y="306"/>
                </a:lnTo>
                <a:lnTo>
                  <a:pt x="344" y="307"/>
                </a:lnTo>
                <a:lnTo>
                  <a:pt x="343" y="308"/>
                </a:lnTo>
                <a:lnTo>
                  <a:pt x="342" y="308"/>
                </a:lnTo>
                <a:lnTo>
                  <a:pt x="341" y="308"/>
                </a:lnTo>
                <a:lnTo>
                  <a:pt x="340" y="308"/>
                </a:lnTo>
                <a:lnTo>
                  <a:pt x="340" y="311"/>
                </a:lnTo>
                <a:lnTo>
                  <a:pt x="340" y="312"/>
                </a:lnTo>
                <a:lnTo>
                  <a:pt x="341" y="311"/>
                </a:lnTo>
                <a:lnTo>
                  <a:pt x="342" y="311"/>
                </a:lnTo>
                <a:lnTo>
                  <a:pt x="343" y="311"/>
                </a:lnTo>
                <a:lnTo>
                  <a:pt x="344" y="311"/>
                </a:lnTo>
                <a:lnTo>
                  <a:pt x="344" y="310"/>
                </a:lnTo>
                <a:lnTo>
                  <a:pt x="345" y="310"/>
                </a:lnTo>
                <a:lnTo>
                  <a:pt x="346" y="310"/>
                </a:lnTo>
                <a:lnTo>
                  <a:pt x="346" y="311"/>
                </a:lnTo>
                <a:lnTo>
                  <a:pt x="347" y="311"/>
                </a:lnTo>
                <a:lnTo>
                  <a:pt x="348" y="311"/>
                </a:lnTo>
                <a:lnTo>
                  <a:pt x="349" y="312"/>
                </a:lnTo>
                <a:lnTo>
                  <a:pt x="349" y="311"/>
                </a:lnTo>
                <a:lnTo>
                  <a:pt x="350" y="311"/>
                </a:lnTo>
                <a:lnTo>
                  <a:pt x="350" y="312"/>
                </a:lnTo>
                <a:lnTo>
                  <a:pt x="351" y="312"/>
                </a:lnTo>
                <a:lnTo>
                  <a:pt x="351" y="313"/>
                </a:lnTo>
                <a:lnTo>
                  <a:pt x="352" y="313"/>
                </a:lnTo>
                <a:lnTo>
                  <a:pt x="353" y="314"/>
                </a:lnTo>
                <a:lnTo>
                  <a:pt x="353" y="315"/>
                </a:lnTo>
                <a:lnTo>
                  <a:pt x="353" y="316"/>
                </a:lnTo>
                <a:lnTo>
                  <a:pt x="353" y="317"/>
                </a:lnTo>
                <a:lnTo>
                  <a:pt x="353" y="318"/>
                </a:lnTo>
                <a:lnTo>
                  <a:pt x="352" y="319"/>
                </a:lnTo>
                <a:lnTo>
                  <a:pt x="351" y="319"/>
                </a:lnTo>
                <a:lnTo>
                  <a:pt x="351" y="320"/>
                </a:lnTo>
                <a:lnTo>
                  <a:pt x="351" y="321"/>
                </a:lnTo>
                <a:lnTo>
                  <a:pt x="350" y="321"/>
                </a:lnTo>
                <a:lnTo>
                  <a:pt x="351" y="321"/>
                </a:lnTo>
                <a:lnTo>
                  <a:pt x="351" y="322"/>
                </a:lnTo>
                <a:lnTo>
                  <a:pt x="352" y="322"/>
                </a:lnTo>
                <a:lnTo>
                  <a:pt x="352" y="323"/>
                </a:lnTo>
                <a:lnTo>
                  <a:pt x="351" y="324"/>
                </a:lnTo>
                <a:lnTo>
                  <a:pt x="351" y="325"/>
                </a:lnTo>
                <a:lnTo>
                  <a:pt x="350" y="325"/>
                </a:lnTo>
                <a:lnTo>
                  <a:pt x="350" y="326"/>
                </a:lnTo>
                <a:lnTo>
                  <a:pt x="349" y="326"/>
                </a:lnTo>
                <a:lnTo>
                  <a:pt x="349" y="327"/>
                </a:lnTo>
                <a:lnTo>
                  <a:pt x="349" y="328"/>
                </a:lnTo>
                <a:lnTo>
                  <a:pt x="349" y="329"/>
                </a:lnTo>
                <a:lnTo>
                  <a:pt x="348" y="329"/>
                </a:lnTo>
                <a:lnTo>
                  <a:pt x="348" y="330"/>
                </a:lnTo>
                <a:lnTo>
                  <a:pt x="347" y="330"/>
                </a:lnTo>
                <a:lnTo>
                  <a:pt x="347" y="331"/>
                </a:lnTo>
                <a:lnTo>
                  <a:pt x="347" y="332"/>
                </a:lnTo>
                <a:lnTo>
                  <a:pt x="346" y="332"/>
                </a:lnTo>
                <a:lnTo>
                  <a:pt x="345" y="333"/>
                </a:lnTo>
                <a:lnTo>
                  <a:pt x="345" y="334"/>
                </a:lnTo>
                <a:lnTo>
                  <a:pt x="344" y="334"/>
                </a:lnTo>
                <a:lnTo>
                  <a:pt x="344" y="335"/>
                </a:lnTo>
                <a:lnTo>
                  <a:pt x="343" y="336"/>
                </a:lnTo>
                <a:lnTo>
                  <a:pt x="343" y="337"/>
                </a:lnTo>
                <a:lnTo>
                  <a:pt x="344" y="337"/>
                </a:lnTo>
                <a:lnTo>
                  <a:pt x="344" y="338"/>
                </a:lnTo>
                <a:lnTo>
                  <a:pt x="343" y="338"/>
                </a:lnTo>
                <a:lnTo>
                  <a:pt x="343" y="339"/>
                </a:lnTo>
                <a:lnTo>
                  <a:pt x="343" y="340"/>
                </a:lnTo>
                <a:lnTo>
                  <a:pt x="342" y="341"/>
                </a:lnTo>
                <a:lnTo>
                  <a:pt x="341" y="341"/>
                </a:lnTo>
                <a:lnTo>
                  <a:pt x="340" y="341"/>
                </a:lnTo>
                <a:lnTo>
                  <a:pt x="338" y="342"/>
                </a:lnTo>
                <a:lnTo>
                  <a:pt x="338" y="343"/>
                </a:lnTo>
                <a:lnTo>
                  <a:pt x="338" y="344"/>
                </a:lnTo>
                <a:lnTo>
                  <a:pt x="337" y="345"/>
                </a:lnTo>
                <a:lnTo>
                  <a:pt x="336" y="345"/>
                </a:lnTo>
                <a:lnTo>
                  <a:pt x="336" y="346"/>
                </a:lnTo>
                <a:lnTo>
                  <a:pt x="337" y="347"/>
                </a:lnTo>
                <a:lnTo>
                  <a:pt x="336" y="347"/>
                </a:lnTo>
                <a:lnTo>
                  <a:pt x="336" y="348"/>
                </a:lnTo>
                <a:lnTo>
                  <a:pt x="337" y="348"/>
                </a:lnTo>
                <a:lnTo>
                  <a:pt x="336" y="349"/>
                </a:lnTo>
                <a:lnTo>
                  <a:pt x="336" y="350"/>
                </a:lnTo>
                <a:lnTo>
                  <a:pt x="335" y="350"/>
                </a:lnTo>
                <a:lnTo>
                  <a:pt x="335" y="349"/>
                </a:lnTo>
                <a:lnTo>
                  <a:pt x="334" y="349"/>
                </a:lnTo>
                <a:lnTo>
                  <a:pt x="333" y="349"/>
                </a:lnTo>
                <a:lnTo>
                  <a:pt x="333" y="350"/>
                </a:lnTo>
                <a:lnTo>
                  <a:pt x="333" y="351"/>
                </a:lnTo>
                <a:lnTo>
                  <a:pt x="332" y="351"/>
                </a:lnTo>
                <a:lnTo>
                  <a:pt x="332" y="352"/>
                </a:lnTo>
                <a:lnTo>
                  <a:pt x="331" y="352"/>
                </a:lnTo>
                <a:lnTo>
                  <a:pt x="331" y="353"/>
                </a:lnTo>
                <a:lnTo>
                  <a:pt x="331" y="356"/>
                </a:lnTo>
                <a:lnTo>
                  <a:pt x="330" y="356"/>
                </a:lnTo>
                <a:lnTo>
                  <a:pt x="330" y="358"/>
                </a:lnTo>
                <a:lnTo>
                  <a:pt x="330" y="359"/>
                </a:lnTo>
                <a:lnTo>
                  <a:pt x="328" y="362"/>
                </a:lnTo>
                <a:lnTo>
                  <a:pt x="326" y="365"/>
                </a:lnTo>
                <a:lnTo>
                  <a:pt x="326" y="366"/>
                </a:lnTo>
                <a:lnTo>
                  <a:pt x="325" y="367"/>
                </a:lnTo>
                <a:lnTo>
                  <a:pt x="322" y="367"/>
                </a:lnTo>
                <a:lnTo>
                  <a:pt x="322" y="368"/>
                </a:lnTo>
                <a:lnTo>
                  <a:pt x="321" y="368"/>
                </a:lnTo>
                <a:lnTo>
                  <a:pt x="319" y="368"/>
                </a:lnTo>
                <a:lnTo>
                  <a:pt x="319" y="369"/>
                </a:lnTo>
                <a:lnTo>
                  <a:pt x="319" y="370"/>
                </a:lnTo>
                <a:lnTo>
                  <a:pt x="319" y="371"/>
                </a:lnTo>
                <a:lnTo>
                  <a:pt x="319" y="372"/>
                </a:lnTo>
                <a:lnTo>
                  <a:pt x="319" y="374"/>
                </a:lnTo>
                <a:lnTo>
                  <a:pt x="318" y="374"/>
                </a:lnTo>
                <a:lnTo>
                  <a:pt x="318" y="375"/>
                </a:lnTo>
                <a:lnTo>
                  <a:pt x="318" y="376"/>
                </a:lnTo>
                <a:lnTo>
                  <a:pt x="318" y="377"/>
                </a:lnTo>
                <a:lnTo>
                  <a:pt x="319" y="378"/>
                </a:lnTo>
                <a:lnTo>
                  <a:pt x="320" y="378"/>
                </a:lnTo>
                <a:lnTo>
                  <a:pt x="321" y="379"/>
                </a:lnTo>
                <a:lnTo>
                  <a:pt x="320" y="380"/>
                </a:lnTo>
                <a:lnTo>
                  <a:pt x="320" y="381"/>
                </a:lnTo>
                <a:lnTo>
                  <a:pt x="319" y="381"/>
                </a:lnTo>
                <a:lnTo>
                  <a:pt x="319" y="382"/>
                </a:lnTo>
                <a:lnTo>
                  <a:pt x="319" y="383"/>
                </a:lnTo>
                <a:lnTo>
                  <a:pt x="318" y="383"/>
                </a:lnTo>
                <a:lnTo>
                  <a:pt x="319" y="383"/>
                </a:lnTo>
                <a:lnTo>
                  <a:pt x="319" y="384"/>
                </a:lnTo>
                <a:lnTo>
                  <a:pt x="320" y="384"/>
                </a:lnTo>
                <a:lnTo>
                  <a:pt x="321" y="385"/>
                </a:lnTo>
                <a:lnTo>
                  <a:pt x="320" y="386"/>
                </a:lnTo>
                <a:lnTo>
                  <a:pt x="319" y="388"/>
                </a:lnTo>
                <a:lnTo>
                  <a:pt x="318" y="388"/>
                </a:lnTo>
                <a:lnTo>
                  <a:pt x="318" y="389"/>
                </a:lnTo>
                <a:lnTo>
                  <a:pt x="319" y="391"/>
                </a:lnTo>
                <a:lnTo>
                  <a:pt x="320" y="393"/>
                </a:lnTo>
                <a:lnTo>
                  <a:pt x="321" y="396"/>
                </a:lnTo>
                <a:lnTo>
                  <a:pt x="321" y="397"/>
                </a:lnTo>
                <a:lnTo>
                  <a:pt x="321" y="398"/>
                </a:lnTo>
                <a:lnTo>
                  <a:pt x="320" y="398"/>
                </a:lnTo>
                <a:lnTo>
                  <a:pt x="318" y="398"/>
                </a:lnTo>
                <a:lnTo>
                  <a:pt x="317" y="398"/>
                </a:lnTo>
                <a:lnTo>
                  <a:pt x="317" y="399"/>
                </a:lnTo>
                <a:lnTo>
                  <a:pt x="317" y="400"/>
                </a:lnTo>
                <a:lnTo>
                  <a:pt x="316" y="400"/>
                </a:lnTo>
                <a:lnTo>
                  <a:pt x="315" y="398"/>
                </a:lnTo>
                <a:lnTo>
                  <a:pt x="315" y="397"/>
                </a:lnTo>
                <a:lnTo>
                  <a:pt x="315" y="396"/>
                </a:lnTo>
                <a:lnTo>
                  <a:pt x="313" y="396"/>
                </a:lnTo>
                <a:lnTo>
                  <a:pt x="312" y="396"/>
                </a:lnTo>
                <a:lnTo>
                  <a:pt x="311" y="398"/>
                </a:lnTo>
                <a:lnTo>
                  <a:pt x="310" y="399"/>
                </a:lnTo>
                <a:lnTo>
                  <a:pt x="310" y="400"/>
                </a:lnTo>
                <a:lnTo>
                  <a:pt x="310" y="401"/>
                </a:lnTo>
                <a:lnTo>
                  <a:pt x="310" y="402"/>
                </a:lnTo>
                <a:lnTo>
                  <a:pt x="311" y="402"/>
                </a:lnTo>
                <a:lnTo>
                  <a:pt x="310" y="404"/>
                </a:lnTo>
                <a:lnTo>
                  <a:pt x="310" y="405"/>
                </a:lnTo>
                <a:lnTo>
                  <a:pt x="309" y="406"/>
                </a:lnTo>
                <a:lnTo>
                  <a:pt x="307" y="407"/>
                </a:lnTo>
                <a:lnTo>
                  <a:pt x="305" y="409"/>
                </a:lnTo>
                <a:lnTo>
                  <a:pt x="303" y="410"/>
                </a:lnTo>
                <a:lnTo>
                  <a:pt x="302" y="409"/>
                </a:lnTo>
                <a:lnTo>
                  <a:pt x="301" y="409"/>
                </a:lnTo>
                <a:lnTo>
                  <a:pt x="302" y="409"/>
                </a:lnTo>
                <a:lnTo>
                  <a:pt x="301" y="408"/>
                </a:lnTo>
                <a:lnTo>
                  <a:pt x="298" y="409"/>
                </a:lnTo>
                <a:lnTo>
                  <a:pt x="298" y="410"/>
                </a:lnTo>
                <a:lnTo>
                  <a:pt x="298" y="411"/>
                </a:lnTo>
                <a:lnTo>
                  <a:pt x="297" y="411"/>
                </a:lnTo>
                <a:lnTo>
                  <a:pt x="297" y="412"/>
                </a:lnTo>
                <a:lnTo>
                  <a:pt x="296" y="412"/>
                </a:lnTo>
                <a:lnTo>
                  <a:pt x="296" y="411"/>
                </a:lnTo>
                <a:lnTo>
                  <a:pt x="295" y="411"/>
                </a:lnTo>
                <a:lnTo>
                  <a:pt x="294" y="411"/>
                </a:lnTo>
                <a:lnTo>
                  <a:pt x="293" y="411"/>
                </a:lnTo>
                <a:lnTo>
                  <a:pt x="291" y="413"/>
                </a:lnTo>
                <a:lnTo>
                  <a:pt x="291" y="414"/>
                </a:lnTo>
                <a:lnTo>
                  <a:pt x="292" y="414"/>
                </a:lnTo>
                <a:lnTo>
                  <a:pt x="292" y="415"/>
                </a:lnTo>
                <a:lnTo>
                  <a:pt x="293" y="414"/>
                </a:lnTo>
                <a:lnTo>
                  <a:pt x="294" y="414"/>
                </a:lnTo>
                <a:lnTo>
                  <a:pt x="295" y="414"/>
                </a:lnTo>
                <a:lnTo>
                  <a:pt x="296" y="415"/>
                </a:lnTo>
                <a:lnTo>
                  <a:pt x="296" y="416"/>
                </a:lnTo>
                <a:lnTo>
                  <a:pt x="295" y="416"/>
                </a:lnTo>
                <a:lnTo>
                  <a:pt x="294" y="417"/>
                </a:lnTo>
                <a:lnTo>
                  <a:pt x="294" y="418"/>
                </a:lnTo>
                <a:lnTo>
                  <a:pt x="293" y="419"/>
                </a:lnTo>
                <a:lnTo>
                  <a:pt x="292" y="419"/>
                </a:lnTo>
                <a:lnTo>
                  <a:pt x="292" y="420"/>
                </a:lnTo>
                <a:lnTo>
                  <a:pt x="293" y="421"/>
                </a:lnTo>
                <a:lnTo>
                  <a:pt x="297" y="423"/>
                </a:lnTo>
                <a:lnTo>
                  <a:pt x="299" y="423"/>
                </a:lnTo>
                <a:lnTo>
                  <a:pt x="299" y="424"/>
                </a:lnTo>
                <a:lnTo>
                  <a:pt x="298" y="425"/>
                </a:lnTo>
                <a:lnTo>
                  <a:pt x="298" y="426"/>
                </a:lnTo>
                <a:lnTo>
                  <a:pt x="299" y="426"/>
                </a:lnTo>
                <a:lnTo>
                  <a:pt x="299" y="427"/>
                </a:lnTo>
                <a:lnTo>
                  <a:pt x="301" y="428"/>
                </a:lnTo>
                <a:lnTo>
                  <a:pt x="303" y="429"/>
                </a:lnTo>
                <a:lnTo>
                  <a:pt x="303" y="430"/>
                </a:lnTo>
                <a:lnTo>
                  <a:pt x="302" y="431"/>
                </a:lnTo>
                <a:lnTo>
                  <a:pt x="301" y="431"/>
                </a:lnTo>
                <a:lnTo>
                  <a:pt x="300" y="431"/>
                </a:lnTo>
                <a:lnTo>
                  <a:pt x="299" y="431"/>
                </a:lnTo>
                <a:lnTo>
                  <a:pt x="298" y="431"/>
                </a:lnTo>
                <a:lnTo>
                  <a:pt x="298" y="432"/>
                </a:lnTo>
                <a:lnTo>
                  <a:pt x="299" y="432"/>
                </a:lnTo>
                <a:lnTo>
                  <a:pt x="300" y="432"/>
                </a:lnTo>
                <a:lnTo>
                  <a:pt x="300" y="433"/>
                </a:lnTo>
                <a:lnTo>
                  <a:pt x="300" y="434"/>
                </a:lnTo>
                <a:lnTo>
                  <a:pt x="299" y="436"/>
                </a:lnTo>
                <a:lnTo>
                  <a:pt x="300" y="436"/>
                </a:lnTo>
                <a:lnTo>
                  <a:pt x="302" y="437"/>
                </a:lnTo>
                <a:lnTo>
                  <a:pt x="302" y="438"/>
                </a:lnTo>
                <a:lnTo>
                  <a:pt x="302" y="440"/>
                </a:lnTo>
                <a:lnTo>
                  <a:pt x="303" y="440"/>
                </a:lnTo>
                <a:lnTo>
                  <a:pt x="304" y="440"/>
                </a:lnTo>
                <a:lnTo>
                  <a:pt x="305" y="439"/>
                </a:lnTo>
                <a:lnTo>
                  <a:pt x="306" y="440"/>
                </a:lnTo>
                <a:lnTo>
                  <a:pt x="307" y="441"/>
                </a:lnTo>
                <a:lnTo>
                  <a:pt x="308" y="442"/>
                </a:lnTo>
                <a:lnTo>
                  <a:pt x="309" y="443"/>
                </a:lnTo>
                <a:lnTo>
                  <a:pt x="311" y="443"/>
                </a:lnTo>
                <a:lnTo>
                  <a:pt x="312" y="443"/>
                </a:lnTo>
                <a:lnTo>
                  <a:pt x="313" y="443"/>
                </a:lnTo>
                <a:lnTo>
                  <a:pt x="314" y="443"/>
                </a:lnTo>
                <a:lnTo>
                  <a:pt x="314" y="445"/>
                </a:lnTo>
                <a:lnTo>
                  <a:pt x="315" y="446"/>
                </a:lnTo>
                <a:lnTo>
                  <a:pt x="315" y="448"/>
                </a:lnTo>
                <a:lnTo>
                  <a:pt x="316" y="448"/>
                </a:lnTo>
                <a:lnTo>
                  <a:pt x="317" y="449"/>
                </a:lnTo>
                <a:lnTo>
                  <a:pt x="316" y="449"/>
                </a:lnTo>
                <a:lnTo>
                  <a:pt x="316" y="450"/>
                </a:lnTo>
                <a:lnTo>
                  <a:pt x="315" y="452"/>
                </a:lnTo>
                <a:lnTo>
                  <a:pt x="316" y="453"/>
                </a:lnTo>
                <a:lnTo>
                  <a:pt x="316" y="454"/>
                </a:lnTo>
                <a:lnTo>
                  <a:pt x="315" y="455"/>
                </a:lnTo>
                <a:lnTo>
                  <a:pt x="314" y="456"/>
                </a:lnTo>
                <a:lnTo>
                  <a:pt x="314" y="455"/>
                </a:lnTo>
                <a:lnTo>
                  <a:pt x="314" y="456"/>
                </a:lnTo>
                <a:lnTo>
                  <a:pt x="313" y="456"/>
                </a:lnTo>
                <a:lnTo>
                  <a:pt x="314" y="458"/>
                </a:lnTo>
                <a:lnTo>
                  <a:pt x="314" y="459"/>
                </a:lnTo>
                <a:lnTo>
                  <a:pt x="314" y="460"/>
                </a:lnTo>
                <a:lnTo>
                  <a:pt x="313" y="460"/>
                </a:lnTo>
                <a:lnTo>
                  <a:pt x="312" y="461"/>
                </a:lnTo>
                <a:lnTo>
                  <a:pt x="313" y="461"/>
                </a:lnTo>
                <a:lnTo>
                  <a:pt x="312" y="463"/>
                </a:lnTo>
                <a:lnTo>
                  <a:pt x="312" y="465"/>
                </a:lnTo>
                <a:lnTo>
                  <a:pt x="313" y="465"/>
                </a:lnTo>
                <a:lnTo>
                  <a:pt x="313" y="466"/>
                </a:lnTo>
                <a:lnTo>
                  <a:pt x="312" y="466"/>
                </a:lnTo>
                <a:lnTo>
                  <a:pt x="311" y="466"/>
                </a:lnTo>
                <a:lnTo>
                  <a:pt x="311" y="467"/>
                </a:lnTo>
                <a:lnTo>
                  <a:pt x="312" y="467"/>
                </a:lnTo>
                <a:lnTo>
                  <a:pt x="312" y="468"/>
                </a:lnTo>
                <a:lnTo>
                  <a:pt x="310" y="468"/>
                </a:lnTo>
                <a:lnTo>
                  <a:pt x="309" y="468"/>
                </a:lnTo>
                <a:lnTo>
                  <a:pt x="309" y="469"/>
                </a:lnTo>
                <a:lnTo>
                  <a:pt x="308" y="469"/>
                </a:lnTo>
                <a:lnTo>
                  <a:pt x="309" y="470"/>
                </a:lnTo>
                <a:lnTo>
                  <a:pt x="310" y="470"/>
                </a:lnTo>
                <a:lnTo>
                  <a:pt x="311" y="470"/>
                </a:lnTo>
                <a:lnTo>
                  <a:pt x="312" y="471"/>
                </a:lnTo>
                <a:lnTo>
                  <a:pt x="313" y="471"/>
                </a:lnTo>
                <a:lnTo>
                  <a:pt x="314" y="473"/>
                </a:lnTo>
                <a:lnTo>
                  <a:pt x="313" y="474"/>
                </a:lnTo>
                <a:lnTo>
                  <a:pt x="312" y="474"/>
                </a:lnTo>
                <a:lnTo>
                  <a:pt x="310" y="474"/>
                </a:lnTo>
                <a:lnTo>
                  <a:pt x="310" y="475"/>
                </a:lnTo>
                <a:lnTo>
                  <a:pt x="311" y="477"/>
                </a:lnTo>
                <a:lnTo>
                  <a:pt x="311" y="479"/>
                </a:lnTo>
                <a:lnTo>
                  <a:pt x="311" y="480"/>
                </a:lnTo>
                <a:lnTo>
                  <a:pt x="311" y="481"/>
                </a:lnTo>
                <a:lnTo>
                  <a:pt x="310" y="481"/>
                </a:lnTo>
                <a:lnTo>
                  <a:pt x="309" y="482"/>
                </a:lnTo>
                <a:lnTo>
                  <a:pt x="309" y="483"/>
                </a:lnTo>
                <a:lnTo>
                  <a:pt x="309" y="484"/>
                </a:lnTo>
                <a:lnTo>
                  <a:pt x="310" y="484"/>
                </a:lnTo>
                <a:lnTo>
                  <a:pt x="311" y="484"/>
                </a:lnTo>
                <a:lnTo>
                  <a:pt x="312" y="484"/>
                </a:lnTo>
                <a:lnTo>
                  <a:pt x="313" y="484"/>
                </a:lnTo>
                <a:lnTo>
                  <a:pt x="313" y="485"/>
                </a:lnTo>
                <a:lnTo>
                  <a:pt x="312" y="486"/>
                </a:lnTo>
                <a:lnTo>
                  <a:pt x="313" y="487"/>
                </a:lnTo>
                <a:lnTo>
                  <a:pt x="313" y="488"/>
                </a:lnTo>
                <a:lnTo>
                  <a:pt x="312" y="488"/>
                </a:lnTo>
                <a:lnTo>
                  <a:pt x="311" y="488"/>
                </a:lnTo>
                <a:lnTo>
                  <a:pt x="310" y="488"/>
                </a:lnTo>
                <a:lnTo>
                  <a:pt x="309" y="488"/>
                </a:lnTo>
                <a:lnTo>
                  <a:pt x="308" y="487"/>
                </a:lnTo>
                <a:lnTo>
                  <a:pt x="308" y="488"/>
                </a:lnTo>
                <a:lnTo>
                  <a:pt x="307" y="488"/>
                </a:lnTo>
                <a:lnTo>
                  <a:pt x="306" y="488"/>
                </a:lnTo>
                <a:lnTo>
                  <a:pt x="307" y="489"/>
                </a:lnTo>
                <a:lnTo>
                  <a:pt x="308" y="490"/>
                </a:lnTo>
                <a:lnTo>
                  <a:pt x="308" y="491"/>
                </a:lnTo>
                <a:lnTo>
                  <a:pt x="308" y="492"/>
                </a:lnTo>
                <a:lnTo>
                  <a:pt x="309" y="492"/>
                </a:lnTo>
                <a:lnTo>
                  <a:pt x="309" y="493"/>
                </a:lnTo>
                <a:lnTo>
                  <a:pt x="308" y="493"/>
                </a:lnTo>
                <a:lnTo>
                  <a:pt x="308" y="494"/>
                </a:lnTo>
                <a:lnTo>
                  <a:pt x="307" y="494"/>
                </a:lnTo>
                <a:lnTo>
                  <a:pt x="307" y="495"/>
                </a:lnTo>
                <a:lnTo>
                  <a:pt x="308" y="495"/>
                </a:lnTo>
                <a:lnTo>
                  <a:pt x="308" y="496"/>
                </a:lnTo>
                <a:lnTo>
                  <a:pt x="308" y="497"/>
                </a:lnTo>
                <a:lnTo>
                  <a:pt x="308" y="498"/>
                </a:lnTo>
                <a:lnTo>
                  <a:pt x="307" y="499"/>
                </a:lnTo>
                <a:lnTo>
                  <a:pt x="307" y="500"/>
                </a:lnTo>
                <a:lnTo>
                  <a:pt x="307" y="501"/>
                </a:lnTo>
                <a:lnTo>
                  <a:pt x="308" y="501"/>
                </a:lnTo>
                <a:lnTo>
                  <a:pt x="308" y="502"/>
                </a:lnTo>
                <a:lnTo>
                  <a:pt x="308" y="501"/>
                </a:lnTo>
                <a:lnTo>
                  <a:pt x="309" y="501"/>
                </a:lnTo>
                <a:lnTo>
                  <a:pt x="309" y="502"/>
                </a:lnTo>
                <a:lnTo>
                  <a:pt x="309" y="503"/>
                </a:lnTo>
                <a:lnTo>
                  <a:pt x="309" y="504"/>
                </a:lnTo>
                <a:lnTo>
                  <a:pt x="308" y="504"/>
                </a:lnTo>
                <a:lnTo>
                  <a:pt x="307" y="505"/>
                </a:lnTo>
                <a:lnTo>
                  <a:pt x="307" y="504"/>
                </a:lnTo>
                <a:lnTo>
                  <a:pt x="306" y="504"/>
                </a:lnTo>
                <a:lnTo>
                  <a:pt x="306" y="503"/>
                </a:lnTo>
                <a:lnTo>
                  <a:pt x="305" y="503"/>
                </a:lnTo>
                <a:lnTo>
                  <a:pt x="305" y="504"/>
                </a:lnTo>
                <a:lnTo>
                  <a:pt x="304" y="504"/>
                </a:lnTo>
                <a:lnTo>
                  <a:pt x="304" y="505"/>
                </a:lnTo>
                <a:lnTo>
                  <a:pt x="303" y="505"/>
                </a:lnTo>
                <a:lnTo>
                  <a:pt x="303" y="504"/>
                </a:lnTo>
                <a:lnTo>
                  <a:pt x="302" y="504"/>
                </a:lnTo>
                <a:lnTo>
                  <a:pt x="302" y="505"/>
                </a:lnTo>
                <a:lnTo>
                  <a:pt x="303" y="505"/>
                </a:lnTo>
                <a:lnTo>
                  <a:pt x="303" y="506"/>
                </a:lnTo>
                <a:lnTo>
                  <a:pt x="302" y="506"/>
                </a:lnTo>
                <a:lnTo>
                  <a:pt x="303" y="506"/>
                </a:lnTo>
                <a:lnTo>
                  <a:pt x="303" y="507"/>
                </a:lnTo>
                <a:lnTo>
                  <a:pt x="304" y="507"/>
                </a:lnTo>
                <a:lnTo>
                  <a:pt x="304" y="508"/>
                </a:lnTo>
                <a:lnTo>
                  <a:pt x="303" y="508"/>
                </a:lnTo>
                <a:lnTo>
                  <a:pt x="302" y="508"/>
                </a:lnTo>
                <a:lnTo>
                  <a:pt x="303" y="509"/>
                </a:lnTo>
                <a:lnTo>
                  <a:pt x="304" y="510"/>
                </a:lnTo>
                <a:lnTo>
                  <a:pt x="304" y="511"/>
                </a:lnTo>
                <a:lnTo>
                  <a:pt x="303" y="512"/>
                </a:lnTo>
                <a:lnTo>
                  <a:pt x="303" y="513"/>
                </a:lnTo>
                <a:lnTo>
                  <a:pt x="303" y="514"/>
                </a:lnTo>
                <a:lnTo>
                  <a:pt x="303" y="515"/>
                </a:lnTo>
                <a:lnTo>
                  <a:pt x="304" y="515"/>
                </a:lnTo>
                <a:lnTo>
                  <a:pt x="304" y="516"/>
                </a:lnTo>
                <a:lnTo>
                  <a:pt x="303" y="516"/>
                </a:lnTo>
                <a:lnTo>
                  <a:pt x="304" y="516"/>
                </a:lnTo>
                <a:lnTo>
                  <a:pt x="304" y="517"/>
                </a:lnTo>
                <a:lnTo>
                  <a:pt x="303" y="517"/>
                </a:lnTo>
                <a:lnTo>
                  <a:pt x="303" y="518"/>
                </a:lnTo>
                <a:lnTo>
                  <a:pt x="304" y="519"/>
                </a:lnTo>
                <a:lnTo>
                  <a:pt x="305" y="519"/>
                </a:lnTo>
                <a:lnTo>
                  <a:pt x="306" y="520"/>
                </a:lnTo>
                <a:lnTo>
                  <a:pt x="305" y="520"/>
                </a:lnTo>
                <a:lnTo>
                  <a:pt x="305" y="521"/>
                </a:lnTo>
                <a:lnTo>
                  <a:pt x="306" y="521"/>
                </a:lnTo>
                <a:lnTo>
                  <a:pt x="306" y="522"/>
                </a:lnTo>
                <a:lnTo>
                  <a:pt x="306" y="523"/>
                </a:lnTo>
                <a:lnTo>
                  <a:pt x="306" y="524"/>
                </a:lnTo>
                <a:lnTo>
                  <a:pt x="305" y="524"/>
                </a:lnTo>
                <a:lnTo>
                  <a:pt x="304" y="524"/>
                </a:lnTo>
                <a:lnTo>
                  <a:pt x="303" y="524"/>
                </a:lnTo>
                <a:lnTo>
                  <a:pt x="302" y="524"/>
                </a:lnTo>
                <a:lnTo>
                  <a:pt x="301" y="524"/>
                </a:lnTo>
                <a:lnTo>
                  <a:pt x="301" y="523"/>
                </a:lnTo>
                <a:lnTo>
                  <a:pt x="300" y="523"/>
                </a:lnTo>
                <a:lnTo>
                  <a:pt x="300" y="522"/>
                </a:lnTo>
                <a:lnTo>
                  <a:pt x="299" y="522"/>
                </a:lnTo>
                <a:lnTo>
                  <a:pt x="299" y="523"/>
                </a:lnTo>
                <a:lnTo>
                  <a:pt x="299" y="524"/>
                </a:lnTo>
                <a:lnTo>
                  <a:pt x="299" y="525"/>
                </a:lnTo>
                <a:lnTo>
                  <a:pt x="300" y="525"/>
                </a:lnTo>
                <a:lnTo>
                  <a:pt x="299" y="525"/>
                </a:lnTo>
                <a:lnTo>
                  <a:pt x="299" y="526"/>
                </a:lnTo>
                <a:lnTo>
                  <a:pt x="298" y="527"/>
                </a:lnTo>
                <a:lnTo>
                  <a:pt x="298" y="528"/>
                </a:lnTo>
                <a:lnTo>
                  <a:pt x="297" y="528"/>
                </a:lnTo>
                <a:lnTo>
                  <a:pt x="296" y="529"/>
                </a:lnTo>
                <a:lnTo>
                  <a:pt x="296" y="530"/>
                </a:lnTo>
                <a:lnTo>
                  <a:pt x="295" y="530"/>
                </a:lnTo>
                <a:lnTo>
                  <a:pt x="295" y="531"/>
                </a:lnTo>
                <a:lnTo>
                  <a:pt x="295" y="532"/>
                </a:lnTo>
                <a:lnTo>
                  <a:pt x="294" y="532"/>
                </a:lnTo>
                <a:lnTo>
                  <a:pt x="294" y="533"/>
                </a:lnTo>
                <a:lnTo>
                  <a:pt x="294" y="534"/>
                </a:lnTo>
                <a:lnTo>
                  <a:pt x="294" y="535"/>
                </a:lnTo>
                <a:lnTo>
                  <a:pt x="295" y="535"/>
                </a:lnTo>
                <a:lnTo>
                  <a:pt x="295" y="536"/>
                </a:lnTo>
                <a:lnTo>
                  <a:pt x="294" y="536"/>
                </a:lnTo>
                <a:lnTo>
                  <a:pt x="294" y="535"/>
                </a:lnTo>
                <a:lnTo>
                  <a:pt x="293" y="535"/>
                </a:lnTo>
                <a:lnTo>
                  <a:pt x="293" y="536"/>
                </a:lnTo>
                <a:lnTo>
                  <a:pt x="292" y="536"/>
                </a:lnTo>
                <a:lnTo>
                  <a:pt x="293" y="536"/>
                </a:lnTo>
                <a:lnTo>
                  <a:pt x="292" y="537"/>
                </a:lnTo>
                <a:lnTo>
                  <a:pt x="292" y="536"/>
                </a:lnTo>
                <a:lnTo>
                  <a:pt x="291" y="536"/>
                </a:lnTo>
                <a:lnTo>
                  <a:pt x="290" y="536"/>
                </a:lnTo>
                <a:lnTo>
                  <a:pt x="290" y="537"/>
                </a:lnTo>
                <a:lnTo>
                  <a:pt x="289" y="537"/>
                </a:lnTo>
                <a:lnTo>
                  <a:pt x="288" y="537"/>
                </a:lnTo>
                <a:lnTo>
                  <a:pt x="287" y="537"/>
                </a:lnTo>
                <a:lnTo>
                  <a:pt x="286" y="537"/>
                </a:lnTo>
                <a:lnTo>
                  <a:pt x="286" y="536"/>
                </a:lnTo>
                <a:lnTo>
                  <a:pt x="286" y="537"/>
                </a:lnTo>
                <a:lnTo>
                  <a:pt x="285" y="537"/>
                </a:lnTo>
                <a:lnTo>
                  <a:pt x="284" y="537"/>
                </a:lnTo>
                <a:lnTo>
                  <a:pt x="284" y="538"/>
                </a:lnTo>
                <a:lnTo>
                  <a:pt x="284" y="539"/>
                </a:lnTo>
                <a:lnTo>
                  <a:pt x="283" y="539"/>
                </a:lnTo>
                <a:lnTo>
                  <a:pt x="282" y="540"/>
                </a:lnTo>
                <a:lnTo>
                  <a:pt x="281" y="540"/>
                </a:lnTo>
                <a:lnTo>
                  <a:pt x="281" y="541"/>
                </a:lnTo>
                <a:lnTo>
                  <a:pt x="280" y="541"/>
                </a:lnTo>
                <a:lnTo>
                  <a:pt x="279" y="541"/>
                </a:lnTo>
                <a:lnTo>
                  <a:pt x="279" y="540"/>
                </a:lnTo>
                <a:lnTo>
                  <a:pt x="278" y="540"/>
                </a:lnTo>
                <a:lnTo>
                  <a:pt x="278" y="539"/>
                </a:lnTo>
                <a:lnTo>
                  <a:pt x="277" y="539"/>
                </a:lnTo>
                <a:lnTo>
                  <a:pt x="277" y="540"/>
                </a:lnTo>
                <a:lnTo>
                  <a:pt x="276" y="540"/>
                </a:lnTo>
                <a:lnTo>
                  <a:pt x="276" y="541"/>
                </a:lnTo>
                <a:lnTo>
                  <a:pt x="277" y="541"/>
                </a:lnTo>
                <a:lnTo>
                  <a:pt x="278" y="541"/>
                </a:lnTo>
                <a:lnTo>
                  <a:pt x="279" y="542"/>
                </a:lnTo>
                <a:lnTo>
                  <a:pt x="278" y="543"/>
                </a:lnTo>
                <a:lnTo>
                  <a:pt x="278" y="542"/>
                </a:lnTo>
                <a:lnTo>
                  <a:pt x="277" y="542"/>
                </a:lnTo>
                <a:lnTo>
                  <a:pt x="277" y="543"/>
                </a:lnTo>
                <a:lnTo>
                  <a:pt x="276" y="543"/>
                </a:lnTo>
                <a:lnTo>
                  <a:pt x="276" y="544"/>
                </a:lnTo>
                <a:lnTo>
                  <a:pt x="277" y="545"/>
                </a:lnTo>
                <a:lnTo>
                  <a:pt x="276" y="545"/>
                </a:lnTo>
                <a:lnTo>
                  <a:pt x="275" y="545"/>
                </a:lnTo>
                <a:lnTo>
                  <a:pt x="275" y="544"/>
                </a:lnTo>
                <a:lnTo>
                  <a:pt x="274" y="544"/>
                </a:lnTo>
                <a:lnTo>
                  <a:pt x="273" y="544"/>
                </a:lnTo>
                <a:lnTo>
                  <a:pt x="272" y="544"/>
                </a:lnTo>
                <a:lnTo>
                  <a:pt x="271" y="543"/>
                </a:lnTo>
                <a:lnTo>
                  <a:pt x="271" y="542"/>
                </a:lnTo>
                <a:lnTo>
                  <a:pt x="270" y="542"/>
                </a:lnTo>
                <a:lnTo>
                  <a:pt x="269" y="543"/>
                </a:lnTo>
                <a:lnTo>
                  <a:pt x="268" y="543"/>
                </a:lnTo>
                <a:lnTo>
                  <a:pt x="267" y="543"/>
                </a:lnTo>
                <a:lnTo>
                  <a:pt x="266" y="544"/>
                </a:lnTo>
                <a:lnTo>
                  <a:pt x="267" y="544"/>
                </a:lnTo>
                <a:lnTo>
                  <a:pt x="267" y="545"/>
                </a:lnTo>
                <a:lnTo>
                  <a:pt x="266" y="545"/>
                </a:lnTo>
                <a:lnTo>
                  <a:pt x="266" y="546"/>
                </a:lnTo>
                <a:lnTo>
                  <a:pt x="266" y="547"/>
                </a:lnTo>
                <a:lnTo>
                  <a:pt x="265" y="546"/>
                </a:lnTo>
                <a:lnTo>
                  <a:pt x="264" y="546"/>
                </a:lnTo>
                <a:lnTo>
                  <a:pt x="264" y="547"/>
                </a:lnTo>
                <a:lnTo>
                  <a:pt x="265" y="547"/>
                </a:lnTo>
                <a:lnTo>
                  <a:pt x="265" y="548"/>
                </a:lnTo>
                <a:lnTo>
                  <a:pt x="265" y="549"/>
                </a:lnTo>
                <a:lnTo>
                  <a:pt x="264" y="549"/>
                </a:lnTo>
                <a:lnTo>
                  <a:pt x="264" y="550"/>
                </a:lnTo>
                <a:lnTo>
                  <a:pt x="263" y="550"/>
                </a:lnTo>
                <a:lnTo>
                  <a:pt x="263" y="551"/>
                </a:lnTo>
                <a:lnTo>
                  <a:pt x="263" y="552"/>
                </a:lnTo>
                <a:lnTo>
                  <a:pt x="263" y="553"/>
                </a:lnTo>
                <a:lnTo>
                  <a:pt x="262" y="553"/>
                </a:lnTo>
                <a:lnTo>
                  <a:pt x="262" y="554"/>
                </a:lnTo>
                <a:lnTo>
                  <a:pt x="262" y="555"/>
                </a:lnTo>
                <a:lnTo>
                  <a:pt x="261" y="555"/>
                </a:lnTo>
                <a:lnTo>
                  <a:pt x="260" y="555"/>
                </a:lnTo>
                <a:lnTo>
                  <a:pt x="260" y="554"/>
                </a:lnTo>
                <a:lnTo>
                  <a:pt x="259" y="554"/>
                </a:lnTo>
                <a:lnTo>
                  <a:pt x="258" y="554"/>
                </a:lnTo>
                <a:lnTo>
                  <a:pt x="257" y="554"/>
                </a:lnTo>
                <a:lnTo>
                  <a:pt x="256" y="553"/>
                </a:lnTo>
                <a:lnTo>
                  <a:pt x="255" y="553"/>
                </a:lnTo>
                <a:lnTo>
                  <a:pt x="254" y="553"/>
                </a:lnTo>
                <a:lnTo>
                  <a:pt x="253" y="552"/>
                </a:lnTo>
                <a:lnTo>
                  <a:pt x="252" y="552"/>
                </a:lnTo>
                <a:lnTo>
                  <a:pt x="251" y="552"/>
                </a:lnTo>
                <a:lnTo>
                  <a:pt x="250" y="552"/>
                </a:lnTo>
                <a:lnTo>
                  <a:pt x="249" y="552"/>
                </a:lnTo>
                <a:lnTo>
                  <a:pt x="248" y="552"/>
                </a:lnTo>
                <a:lnTo>
                  <a:pt x="249" y="553"/>
                </a:lnTo>
                <a:lnTo>
                  <a:pt x="248" y="554"/>
                </a:lnTo>
                <a:lnTo>
                  <a:pt x="248" y="557"/>
                </a:lnTo>
                <a:lnTo>
                  <a:pt x="249" y="558"/>
                </a:lnTo>
                <a:lnTo>
                  <a:pt x="249" y="559"/>
                </a:lnTo>
                <a:lnTo>
                  <a:pt x="248" y="559"/>
                </a:lnTo>
                <a:lnTo>
                  <a:pt x="248" y="560"/>
                </a:lnTo>
                <a:lnTo>
                  <a:pt x="247" y="559"/>
                </a:lnTo>
                <a:lnTo>
                  <a:pt x="246" y="559"/>
                </a:lnTo>
                <a:lnTo>
                  <a:pt x="245" y="559"/>
                </a:lnTo>
                <a:lnTo>
                  <a:pt x="245" y="560"/>
                </a:lnTo>
                <a:lnTo>
                  <a:pt x="244" y="560"/>
                </a:lnTo>
                <a:lnTo>
                  <a:pt x="243" y="560"/>
                </a:lnTo>
                <a:lnTo>
                  <a:pt x="244" y="560"/>
                </a:lnTo>
                <a:lnTo>
                  <a:pt x="244" y="561"/>
                </a:lnTo>
                <a:lnTo>
                  <a:pt x="244" y="562"/>
                </a:lnTo>
                <a:lnTo>
                  <a:pt x="243" y="563"/>
                </a:lnTo>
                <a:lnTo>
                  <a:pt x="242" y="563"/>
                </a:lnTo>
                <a:lnTo>
                  <a:pt x="241" y="564"/>
                </a:lnTo>
                <a:lnTo>
                  <a:pt x="239" y="564"/>
                </a:lnTo>
                <a:lnTo>
                  <a:pt x="238" y="564"/>
                </a:lnTo>
                <a:lnTo>
                  <a:pt x="237" y="564"/>
                </a:lnTo>
                <a:lnTo>
                  <a:pt x="237" y="563"/>
                </a:lnTo>
                <a:lnTo>
                  <a:pt x="236" y="563"/>
                </a:lnTo>
                <a:lnTo>
                  <a:pt x="235" y="563"/>
                </a:lnTo>
                <a:lnTo>
                  <a:pt x="234" y="563"/>
                </a:lnTo>
                <a:lnTo>
                  <a:pt x="233" y="563"/>
                </a:lnTo>
                <a:lnTo>
                  <a:pt x="233" y="564"/>
                </a:lnTo>
                <a:lnTo>
                  <a:pt x="232" y="564"/>
                </a:lnTo>
                <a:lnTo>
                  <a:pt x="232" y="565"/>
                </a:lnTo>
                <a:lnTo>
                  <a:pt x="231" y="565"/>
                </a:lnTo>
                <a:lnTo>
                  <a:pt x="231" y="564"/>
                </a:lnTo>
                <a:lnTo>
                  <a:pt x="230" y="564"/>
                </a:lnTo>
                <a:lnTo>
                  <a:pt x="229" y="564"/>
                </a:lnTo>
                <a:lnTo>
                  <a:pt x="229" y="565"/>
                </a:lnTo>
                <a:lnTo>
                  <a:pt x="230" y="565"/>
                </a:lnTo>
                <a:lnTo>
                  <a:pt x="230" y="566"/>
                </a:lnTo>
                <a:lnTo>
                  <a:pt x="229" y="566"/>
                </a:lnTo>
                <a:lnTo>
                  <a:pt x="228" y="567"/>
                </a:lnTo>
                <a:lnTo>
                  <a:pt x="228" y="568"/>
                </a:lnTo>
                <a:lnTo>
                  <a:pt x="227" y="568"/>
                </a:lnTo>
                <a:lnTo>
                  <a:pt x="226" y="568"/>
                </a:lnTo>
                <a:lnTo>
                  <a:pt x="226" y="567"/>
                </a:lnTo>
                <a:lnTo>
                  <a:pt x="225" y="567"/>
                </a:lnTo>
                <a:lnTo>
                  <a:pt x="224" y="568"/>
                </a:lnTo>
                <a:lnTo>
                  <a:pt x="224" y="569"/>
                </a:lnTo>
                <a:lnTo>
                  <a:pt x="224" y="570"/>
                </a:lnTo>
                <a:lnTo>
                  <a:pt x="223" y="570"/>
                </a:lnTo>
                <a:lnTo>
                  <a:pt x="223" y="569"/>
                </a:lnTo>
                <a:lnTo>
                  <a:pt x="223" y="568"/>
                </a:lnTo>
                <a:lnTo>
                  <a:pt x="223" y="567"/>
                </a:lnTo>
                <a:lnTo>
                  <a:pt x="223" y="566"/>
                </a:lnTo>
                <a:lnTo>
                  <a:pt x="222" y="566"/>
                </a:lnTo>
                <a:lnTo>
                  <a:pt x="221" y="566"/>
                </a:lnTo>
                <a:lnTo>
                  <a:pt x="221" y="565"/>
                </a:lnTo>
                <a:lnTo>
                  <a:pt x="220" y="565"/>
                </a:lnTo>
                <a:lnTo>
                  <a:pt x="219" y="564"/>
                </a:lnTo>
                <a:lnTo>
                  <a:pt x="218" y="564"/>
                </a:lnTo>
                <a:lnTo>
                  <a:pt x="218" y="563"/>
                </a:lnTo>
                <a:lnTo>
                  <a:pt x="218" y="562"/>
                </a:lnTo>
                <a:lnTo>
                  <a:pt x="217" y="562"/>
                </a:lnTo>
                <a:lnTo>
                  <a:pt x="216" y="561"/>
                </a:lnTo>
                <a:lnTo>
                  <a:pt x="216" y="562"/>
                </a:lnTo>
                <a:lnTo>
                  <a:pt x="215" y="562"/>
                </a:lnTo>
                <a:lnTo>
                  <a:pt x="215" y="563"/>
                </a:lnTo>
                <a:lnTo>
                  <a:pt x="215" y="564"/>
                </a:lnTo>
                <a:lnTo>
                  <a:pt x="216" y="564"/>
                </a:lnTo>
                <a:lnTo>
                  <a:pt x="217" y="564"/>
                </a:lnTo>
                <a:lnTo>
                  <a:pt x="217" y="565"/>
                </a:lnTo>
                <a:lnTo>
                  <a:pt x="216" y="565"/>
                </a:lnTo>
                <a:lnTo>
                  <a:pt x="216" y="566"/>
                </a:lnTo>
                <a:lnTo>
                  <a:pt x="215" y="566"/>
                </a:lnTo>
                <a:lnTo>
                  <a:pt x="214" y="566"/>
                </a:lnTo>
                <a:lnTo>
                  <a:pt x="213" y="566"/>
                </a:lnTo>
                <a:lnTo>
                  <a:pt x="211" y="566"/>
                </a:lnTo>
                <a:lnTo>
                  <a:pt x="210" y="567"/>
                </a:lnTo>
                <a:lnTo>
                  <a:pt x="209" y="567"/>
                </a:lnTo>
                <a:lnTo>
                  <a:pt x="209" y="566"/>
                </a:lnTo>
                <a:lnTo>
                  <a:pt x="208" y="566"/>
                </a:lnTo>
                <a:lnTo>
                  <a:pt x="207" y="566"/>
                </a:lnTo>
                <a:lnTo>
                  <a:pt x="206" y="566"/>
                </a:lnTo>
                <a:lnTo>
                  <a:pt x="205" y="566"/>
                </a:lnTo>
                <a:lnTo>
                  <a:pt x="204" y="566"/>
                </a:lnTo>
                <a:lnTo>
                  <a:pt x="204" y="565"/>
                </a:lnTo>
                <a:lnTo>
                  <a:pt x="203" y="565"/>
                </a:lnTo>
                <a:lnTo>
                  <a:pt x="203" y="566"/>
                </a:lnTo>
                <a:lnTo>
                  <a:pt x="202" y="566"/>
                </a:lnTo>
                <a:lnTo>
                  <a:pt x="202" y="565"/>
                </a:lnTo>
                <a:lnTo>
                  <a:pt x="201" y="565"/>
                </a:lnTo>
                <a:lnTo>
                  <a:pt x="200" y="565"/>
                </a:lnTo>
                <a:lnTo>
                  <a:pt x="198" y="565"/>
                </a:lnTo>
                <a:lnTo>
                  <a:pt x="198" y="564"/>
                </a:lnTo>
                <a:lnTo>
                  <a:pt x="197" y="564"/>
                </a:lnTo>
                <a:lnTo>
                  <a:pt x="196" y="564"/>
                </a:lnTo>
                <a:lnTo>
                  <a:pt x="195" y="564"/>
                </a:lnTo>
                <a:lnTo>
                  <a:pt x="194" y="564"/>
                </a:lnTo>
                <a:lnTo>
                  <a:pt x="194" y="565"/>
                </a:lnTo>
                <a:lnTo>
                  <a:pt x="192" y="566"/>
                </a:lnTo>
                <a:lnTo>
                  <a:pt x="190" y="566"/>
                </a:lnTo>
                <a:lnTo>
                  <a:pt x="188" y="566"/>
                </a:lnTo>
                <a:lnTo>
                  <a:pt x="187" y="566"/>
                </a:lnTo>
                <a:lnTo>
                  <a:pt x="186" y="566"/>
                </a:lnTo>
                <a:lnTo>
                  <a:pt x="185" y="566"/>
                </a:lnTo>
                <a:lnTo>
                  <a:pt x="186" y="565"/>
                </a:lnTo>
                <a:lnTo>
                  <a:pt x="186" y="564"/>
                </a:lnTo>
                <a:lnTo>
                  <a:pt x="187" y="564"/>
                </a:lnTo>
                <a:lnTo>
                  <a:pt x="187" y="563"/>
                </a:lnTo>
                <a:lnTo>
                  <a:pt x="186" y="563"/>
                </a:lnTo>
                <a:lnTo>
                  <a:pt x="185" y="563"/>
                </a:lnTo>
                <a:lnTo>
                  <a:pt x="184" y="563"/>
                </a:lnTo>
                <a:lnTo>
                  <a:pt x="183" y="563"/>
                </a:lnTo>
                <a:lnTo>
                  <a:pt x="183" y="564"/>
                </a:lnTo>
                <a:lnTo>
                  <a:pt x="182" y="564"/>
                </a:lnTo>
                <a:lnTo>
                  <a:pt x="182" y="565"/>
                </a:lnTo>
                <a:lnTo>
                  <a:pt x="181" y="565"/>
                </a:lnTo>
                <a:lnTo>
                  <a:pt x="180" y="564"/>
                </a:lnTo>
                <a:lnTo>
                  <a:pt x="179" y="564"/>
                </a:lnTo>
                <a:lnTo>
                  <a:pt x="178" y="564"/>
                </a:lnTo>
                <a:lnTo>
                  <a:pt x="178" y="563"/>
                </a:lnTo>
                <a:lnTo>
                  <a:pt x="177" y="563"/>
                </a:lnTo>
                <a:lnTo>
                  <a:pt x="175" y="562"/>
                </a:lnTo>
                <a:lnTo>
                  <a:pt x="174" y="562"/>
                </a:lnTo>
                <a:lnTo>
                  <a:pt x="173" y="561"/>
                </a:lnTo>
                <a:lnTo>
                  <a:pt x="172" y="561"/>
                </a:lnTo>
                <a:lnTo>
                  <a:pt x="171" y="561"/>
                </a:lnTo>
                <a:lnTo>
                  <a:pt x="170" y="562"/>
                </a:lnTo>
                <a:lnTo>
                  <a:pt x="169" y="561"/>
                </a:lnTo>
                <a:lnTo>
                  <a:pt x="170" y="561"/>
                </a:lnTo>
                <a:lnTo>
                  <a:pt x="169" y="561"/>
                </a:lnTo>
                <a:lnTo>
                  <a:pt x="168" y="561"/>
                </a:lnTo>
                <a:lnTo>
                  <a:pt x="168" y="560"/>
                </a:lnTo>
                <a:lnTo>
                  <a:pt x="166" y="560"/>
                </a:lnTo>
                <a:lnTo>
                  <a:pt x="165" y="560"/>
                </a:lnTo>
                <a:lnTo>
                  <a:pt x="164" y="560"/>
                </a:lnTo>
                <a:lnTo>
                  <a:pt x="164" y="561"/>
                </a:lnTo>
                <a:lnTo>
                  <a:pt x="165" y="562"/>
                </a:lnTo>
                <a:lnTo>
                  <a:pt x="166" y="563"/>
                </a:lnTo>
                <a:lnTo>
                  <a:pt x="166" y="564"/>
                </a:lnTo>
                <a:lnTo>
                  <a:pt x="166" y="565"/>
                </a:lnTo>
                <a:lnTo>
                  <a:pt x="167" y="566"/>
                </a:lnTo>
                <a:lnTo>
                  <a:pt x="166" y="566"/>
                </a:lnTo>
                <a:lnTo>
                  <a:pt x="166" y="567"/>
                </a:lnTo>
                <a:lnTo>
                  <a:pt x="165" y="567"/>
                </a:lnTo>
                <a:lnTo>
                  <a:pt x="164" y="568"/>
                </a:lnTo>
                <a:lnTo>
                  <a:pt x="163" y="568"/>
                </a:lnTo>
                <a:lnTo>
                  <a:pt x="163" y="569"/>
                </a:lnTo>
                <a:lnTo>
                  <a:pt x="163" y="570"/>
                </a:lnTo>
                <a:lnTo>
                  <a:pt x="164" y="571"/>
                </a:lnTo>
                <a:lnTo>
                  <a:pt x="165" y="571"/>
                </a:lnTo>
                <a:lnTo>
                  <a:pt x="165" y="572"/>
                </a:lnTo>
                <a:lnTo>
                  <a:pt x="165" y="573"/>
                </a:lnTo>
                <a:lnTo>
                  <a:pt x="165" y="574"/>
                </a:lnTo>
                <a:lnTo>
                  <a:pt x="165" y="575"/>
                </a:lnTo>
                <a:lnTo>
                  <a:pt x="165" y="576"/>
                </a:lnTo>
                <a:lnTo>
                  <a:pt x="165" y="577"/>
                </a:lnTo>
                <a:lnTo>
                  <a:pt x="165" y="578"/>
                </a:lnTo>
                <a:lnTo>
                  <a:pt x="164" y="579"/>
                </a:lnTo>
                <a:lnTo>
                  <a:pt x="164" y="580"/>
                </a:lnTo>
                <a:lnTo>
                  <a:pt x="165" y="580"/>
                </a:lnTo>
                <a:lnTo>
                  <a:pt x="165" y="581"/>
                </a:lnTo>
                <a:lnTo>
                  <a:pt x="165" y="583"/>
                </a:lnTo>
                <a:lnTo>
                  <a:pt x="164" y="584"/>
                </a:lnTo>
                <a:lnTo>
                  <a:pt x="163" y="584"/>
                </a:lnTo>
                <a:lnTo>
                  <a:pt x="163" y="583"/>
                </a:lnTo>
                <a:lnTo>
                  <a:pt x="162" y="583"/>
                </a:lnTo>
                <a:lnTo>
                  <a:pt x="162" y="582"/>
                </a:lnTo>
                <a:lnTo>
                  <a:pt x="161" y="582"/>
                </a:lnTo>
                <a:lnTo>
                  <a:pt x="160" y="582"/>
                </a:lnTo>
                <a:lnTo>
                  <a:pt x="159" y="582"/>
                </a:lnTo>
                <a:lnTo>
                  <a:pt x="158" y="582"/>
                </a:lnTo>
                <a:lnTo>
                  <a:pt x="157" y="582"/>
                </a:lnTo>
                <a:lnTo>
                  <a:pt x="157" y="581"/>
                </a:lnTo>
                <a:lnTo>
                  <a:pt x="156" y="581"/>
                </a:lnTo>
                <a:lnTo>
                  <a:pt x="156" y="580"/>
                </a:lnTo>
                <a:lnTo>
                  <a:pt x="155" y="580"/>
                </a:lnTo>
                <a:lnTo>
                  <a:pt x="154" y="580"/>
                </a:lnTo>
                <a:lnTo>
                  <a:pt x="153" y="580"/>
                </a:lnTo>
                <a:lnTo>
                  <a:pt x="153" y="581"/>
                </a:lnTo>
                <a:lnTo>
                  <a:pt x="152" y="581"/>
                </a:lnTo>
                <a:lnTo>
                  <a:pt x="151" y="581"/>
                </a:lnTo>
                <a:lnTo>
                  <a:pt x="150" y="581"/>
                </a:lnTo>
                <a:lnTo>
                  <a:pt x="149" y="582"/>
                </a:lnTo>
                <a:lnTo>
                  <a:pt x="149" y="581"/>
                </a:lnTo>
                <a:lnTo>
                  <a:pt x="148" y="581"/>
                </a:lnTo>
                <a:lnTo>
                  <a:pt x="147" y="581"/>
                </a:lnTo>
                <a:lnTo>
                  <a:pt x="146" y="581"/>
                </a:lnTo>
                <a:lnTo>
                  <a:pt x="145" y="581"/>
                </a:lnTo>
                <a:lnTo>
                  <a:pt x="144" y="582"/>
                </a:lnTo>
                <a:lnTo>
                  <a:pt x="143" y="582"/>
                </a:lnTo>
                <a:lnTo>
                  <a:pt x="142" y="582"/>
                </a:lnTo>
                <a:lnTo>
                  <a:pt x="142" y="583"/>
                </a:lnTo>
                <a:lnTo>
                  <a:pt x="142" y="584"/>
                </a:lnTo>
                <a:lnTo>
                  <a:pt x="142" y="585"/>
                </a:lnTo>
                <a:lnTo>
                  <a:pt x="142" y="586"/>
                </a:lnTo>
                <a:lnTo>
                  <a:pt x="141" y="586"/>
                </a:lnTo>
                <a:lnTo>
                  <a:pt x="140" y="586"/>
                </a:lnTo>
                <a:lnTo>
                  <a:pt x="139" y="586"/>
                </a:lnTo>
                <a:lnTo>
                  <a:pt x="139" y="587"/>
                </a:lnTo>
                <a:lnTo>
                  <a:pt x="138" y="587"/>
                </a:lnTo>
                <a:lnTo>
                  <a:pt x="137" y="587"/>
                </a:lnTo>
                <a:lnTo>
                  <a:pt x="136" y="587"/>
                </a:lnTo>
                <a:lnTo>
                  <a:pt x="136" y="588"/>
                </a:lnTo>
                <a:lnTo>
                  <a:pt x="135" y="588"/>
                </a:lnTo>
                <a:lnTo>
                  <a:pt x="134" y="588"/>
                </a:lnTo>
                <a:lnTo>
                  <a:pt x="133" y="589"/>
                </a:lnTo>
                <a:lnTo>
                  <a:pt x="132" y="589"/>
                </a:lnTo>
                <a:lnTo>
                  <a:pt x="131" y="589"/>
                </a:lnTo>
                <a:lnTo>
                  <a:pt x="131" y="590"/>
                </a:lnTo>
                <a:lnTo>
                  <a:pt x="129" y="590"/>
                </a:lnTo>
                <a:lnTo>
                  <a:pt x="129" y="591"/>
                </a:lnTo>
                <a:lnTo>
                  <a:pt x="130" y="591"/>
                </a:lnTo>
                <a:lnTo>
                  <a:pt x="130" y="592"/>
                </a:lnTo>
                <a:lnTo>
                  <a:pt x="131" y="593"/>
                </a:lnTo>
                <a:lnTo>
                  <a:pt x="131" y="594"/>
                </a:lnTo>
                <a:lnTo>
                  <a:pt x="130" y="594"/>
                </a:lnTo>
                <a:lnTo>
                  <a:pt x="129" y="595"/>
                </a:lnTo>
                <a:lnTo>
                  <a:pt x="128" y="595"/>
                </a:lnTo>
                <a:lnTo>
                  <a:pt x="127" y="595"/>
                </a:lnTo>
                <a:lnTo>
                  <a:pt x="127" y="596"/>
                </a:lnTo>
                <a:lnTo>
                  <a:pt x="126" y="596"/>
                </a:lnTo>
                <a:lnTo>
                  <a:pt x="125" y="597"/>
                </a:lnTo>
                <a:lnTo>
                  <a:pt x="125" y="598"/>
                </a:lnTo>
                <a:lnTo>
                  <a:pt x="125" y="599"/>
                </a:lnTo>
                <a:lnTo>
                  <a:pt x="125" y="600"/>
                </a:lnTo>
                <a:lnTo>
                  <a:pt x="124" y="600"/>
                </a:lnTo>
                <a:lnTo>
                  <a:pt x="123" y="600"/>
                </a:lnTo>
                <a:lnTo>
                  <a:pt x="123" y="601"/>
                </a:lnTo>
                <a:lnTo>
                  <a:pt x="123" y="602"/>
                </a:lnTo>
                <a:lnTo>
                  <a:pt x="122" y="602"/>
                </a:lnTo>
                <a:lnTo>
                  <a:pt x="122" y="603"/>
                </a:lnTo>
                <a:lnTo>
                  <a:pt x="122" y="604"/>
                </a:lnTo>
                <a:lnTo>
                  <a:pt x="121" y="605"/>
                </a:lnTo>
                <a:lnTo>
                  <a:pt x="120" y="605"/>
                </a:lnTo>
                <a:lnTo>
                  <a:pt x="120" y="604"/>
                </a:lnTo>
                <a:lnTo>
                  <a:pt x="119" y="604"/>
                </a:lnTo>
                <a:lnTo>
                  <a:pt x="118" y="604"/>
                </a:lnTo>
                <a:lnTo>
                  <a:pt x="117" y="604"/>
                </a:lnTo>
                <a:lnTo>
                  <a:pt x="116" y="604"/>
                </a:lnTo>
                <a:lnTo>
                  <a:pt x="115" y="605"/>
                </a:lnTo>
                <a:lnTo>
                  <a:pt x="115" y="606"/>
                </a:lnTo>
                <a:lnTo>
                  <a:pt x="114" y="606"/>
                </a:lnTo>
                <a:lnTo>
                  <a:pt x="113" y="606"/>
                </a:lnTo>
                <a:lnTo>
                  <a:pt x="112" y="606"/>
                </a:lnTo>
                <a:lnTo>
                  <a:pt x="112" y="607"/>
                </a:lnTo>
                <a:lnTo>
                  <a:pt x="112" y="606"/>
                </a:lnTo>
                <a:lnTo>
                  <a:pt x="111" y="606"/>
                </a:lnTo>
                <a:lnTo>
                  <a:pt x="110" y="606"/>
                </a:lnTo>
                <a:lnTo>
                  <a:pt x="110" y="605"/>
                </a:lnTo>
                <a:lnTo>
                  <a:pt x="109" y="605"/>
                </a:lnTo>
                <a:lnTo>
                  <a:pt x="108" y="606"/>
                </a:lnTo>
                <a:lnTo>
                  <a:pt x="107" y="606"/>
                </a:lnTo>
                <a:lnTo>
                  <a:pt x="106" y="607"/>
                </a:lnTo>
                <a:lnTo>
                  <a:pt x="105" y="607"/>
                </a:lnTo>
                <a:lnTo>
                  <a:pt x="105" y="608"/>
                </a:lnTo>
                <a:lnTo>
                  <a:pt x="104" y="608"/>
                </a:lnTo>
                <a:lnTo>
                  <a:pt x="104" y="607"/>
                </a:lnTo>
                <a:lnTo>
                  <a:pt x="103" y="607"/>
                </a:lnTo>
                <a:lnTo>
                  <a:pt x="102" y="607"/>
                </a:lnTo>
                <a:lnTo>
                  <a:pt x="101" y="607"/>
                </a:lnTo>
                <a:lnTo>
                  <a:pt x="101" y="606"/>
                </a:lnTo>
                <a:lnTo>
                  <a:pt x="100" y="606"/>
                </a:lnTo>
                <a:lnTo>
                  <a:pt x="99" y="606"/>
                </a:lnTo>
                <a:lnTo>
                  <a:pt x="99" y="607"/>
                </a:lnTo>
                <a:lnTo>
                  <a:pt x="98" y="607"/>
                </a:lnTo>
                <a:lnTo>
                  <a:pt x="97" y="608"/>
                </a:lnTo>
                <a:lnTo>
                  <a:pt x="96" y="608"/>
                </a:lnTo>
                <a:lnTo>
                  <a:pt x="95" y="609"/>
                </a:lnTo>
                <a:lnTo>
                  <a:pt x="95" y="608"/>
                </a:lnTo>
                <a:lnTo>
                  <a:pt x="94" y="608"/>
                </a:lnTo>
                <a:lnTo>
                  <a:pt x="93" y="608"/>
                </a:lnTo>
                <a:lnTo>
                  <a:pt x="93" y="607"/>
                </a:lnTo>
                <a:lnTo>
                  <a:pt x="92" y="607"/>
                </a:lnTo>
                <a:lnTo>
                  <a:pt x="92" y="608"/>
                </a:lnTo>
                <a:lnTo>
                  <a:pt x="91" y="609"/>
                </a:lnTo>
                <a:lnTo>
                  <a:pt x="91" y="610"/>
                </a:lnTo>
                <a:lnTo>
                  <a:pt x="90" y="610"/>
                </a:lnTo>
                <a:lnTo>
                  <a:pt x="89" y="610"/>
                </a:lnTo>
                <a:lnTo>
                  <a:pt x="88" y="609"/>
                </a:lnTo>
                <a:lnTo>
                  <a:pt x="86" y="609"/>
                </a:lnTo>
                <a:lnTo>
                  <a:pt x="85" y="609"/>
                </a:lnTo>
                <a:lnTo>
                  <a:pt x="85" y="608"/>
                </a:lnTo>
                <a:lnTo>
                  <a:pt x="84" y="608"/>
                </a:lnTo>
                <a:lnTo>
                  <a:pt x="83" y="608"/>
                </a:lnTo>
                <a:lnTo>
                  <a:pt x="82" y="610"/>
                </a:lnTo>
                <a:lnTo>
                  <a:pt x="81" y="610"/>
                </a:lnTo>
                <a:lnTo>
                  <a:pt x="81" y="611"/>
                </a:lnTo>
                <a:lnTo>
                  <a:pt x="81" y="612"/>
                </a:lnTo>
                <a:lnTo>
                  <a:pt x="80" y="613"/>
                </a:lnTo>
                <a:lnTo>
                  <a:pt x="79" y="614"/>
                </a:lnTo>
                <a:lnTo>
                  <a:pt x="78" y="614"/>
                </a:lnTo>
                <a:lnTo>
                  <a:pt x="77" y="614"/>
                </a:lnTo>
                <a:lnTo>
                  <a:pt x="76" y="614"/>
                </a:lnTo>
                <a:lnTo>
                  <a:pt x="75" y="614"/>
                </a:lnTo>
                <a:lnTo>
                  <a:pt x="74" y="614"/>
                </a:lnTo>
                <a:lnTo>
                  <a:pt x="74" y="615"/>
                </a:lnTo>
                <a:lnTo>
                  <a:pt x="72" y="615"/>
                </a:lnTo>
                <a:lnTo>
                  <a:pt x="72" y="616"/>
                </a:lnTo>
                <a:lnTo>
                  <a:pt x="71" y="616"/>
                </a:lnTo>
                <a:lnTo>
                  <a:pt x="70" y="617"/>
                </a:lnTo>
                <a:lnTo>
                  <a:pt x="69" y="617"/>
                </a:lnTo>
                <a:lnTo>
                  <a:pt x="68" y="618"/>
                </a:lnTo>
                <a:lnTo>
                  <a:pt x="67" y="619"/>
                </a:lnTo>
                <a:lnTo>
                  <a:pt x="66" y="619"/>
                </a:lnTo>
                <a:lnTo>
                  <a:pt x="66" y="618"/>
                </a:lnTo>
                <a:lnTo>
                  <a:pt x="65" y="617"/>
                </a:lnTo>
                <a:lnTo>
                  <a:pt x="64" y="617"/>
                </a:lnTo>
                <a:lnTo>
                  <a:pt x="64" y="616"/>
                </a:lnTo>
                <a:lnTo>
                  <a:pt x="63" y="616"/>
                </a:lnTo>
                <a:lnTo>
                  <a:pt x="62" y="616"/>
                </a:lnTo>
                <a:lnTo>
                  <a:pt x="62" y="617"/>
                </a:lnTo>
                <a:lnTo>
                  <a:pt x="62" y="618"/>
                </a:lnTo>
                <a:lnTo>
                  <a:pt x="62" y="619"/>
                </a:lnTo>
                <a:lnTo>
                  <a:pt x="61" y="619"/>
                </a:lnTo>
                <a:lnTo>
                  <a:pt x="61" y="621"/>
                </a:lnTo>
                <a:lnTo>
                  <a:pt x="61" y="622"/>
                </a:lnTo>
                <a:lnTo>
                  <a:pt x="60" y="623"/>
                </a:lnTo>
                <a:lnTo>
                  <a:pt x="59" y="624"/>
                </a:lnTo>
                <a:lnTo>
                  <a:pt x="59" y="625"/>
                </a:lnTo>
                <a:lnTo>
                  <a:pt x="58" y="626"/>
                </a:lnTo>
                <a:lnTo>
                  <a:pt x="57" y="626"/>
                </a:lnTo>
                <a:lnTo>
                  <a:pt x="56" y="626"/>
                </a:lnTo>
                <a:lnTo>
                  <a:pt x="55" y="626"/>
                </a:lnTo>
                <a:lnTo>
                  <a:pt x="55" y="627"/>
                </a:lnTo>
                <a:lnTo>
                  <a:pt x="55" y="628"/>
                </a:lnTo>
                <a:lnTo>
                  <a:pt x="54" y="628"/>
                </a:lnTo>
                <a:lnTo>
                  <a:pt x="53" y="628"/>
                </a:lnTo>
                <a:lnTo>
                  <a:pt x="53" y="627"/>
                </a:lnTo>
                <a:lnTo>
                  <a:pt x="52" y="627"/>
                </a:lnTo>
                <a:lnTo>
                  <a:pt x="52" y="626"/>
                </a:lnTo>
                <a:lnTo>
                  <a:pt x="51" y="625"/>
                </a:lnTo>
                <a:lnTo>
                  <a:pt x="51" y="624"/>
                </a:lnTo>
                <a:lnTo>
                  <a:pt x="50" y="624"/>
                </a:lnTo>
                <a:lnTo>
                  <a:pt x="49" y="624"/>
                </a:lnTo>
                <a:lnTo>
                  <a:pt x="47" y="624"/>
                </a:lnTo>
                <a:lnTo>
                  <a:pt x="46" y="624"/>
                </a:lnTo>
                <a:lnTo>
                  <a:pt x="46" y="625"/>
                </a:lnTo>
                <a:lnTo>
                  <a:pt x="46" y="626"/>
                </a:lnTo>
                <a:lnTo>
                  <a:pt x="45" y="626"/>
                </a:lnTo>
                <a:lnTo>
                  <a:pt x="44" y="627"/>
                </a:lnTo>
                <a:lnTo>
                  <a:pt x="44" y="628"/>
                </a:lnTo>
                <a:lnTo>
                  <a:pt x="43" y="629"/>
                </a:lnTo>
                <a:lnTo>
                  <a:pt x="42" y="629"/>
                </a:lnTo>
                <a:lnTo>
                  <a:pt x="42" y="628"/>
                </a:lnTo>
                <a:lnTo>
                  <a:pt x="42" y="629"/>
                </a:lnTo>
                <a:lnTo>
                  <a:pt x="41" y="629"/>
                </a:lnTo>
                <a:lnTo>
                  <a:pt x="41" y="630"/>
                </a:lnTo>
                <a:lnTo>
                  <a:pt x="40" y="630"/>
                </a:lnTo>
                <a:lnTo>
                  <a:pt x="40" y="631"/>
                </a:lnTo>
                <a:lnTo>
                  <a:pt x="39" y="631"/>
                </a:lnTo>
                <a:lnTo>
                  <a:pt x="38" y="631"/>
                </a:lnTo>
                <a:lnTo>
                  <a:pt x="38" y="630"/>
                </a:lnTo>
                <a:lnTo>
                  <a:pt x="37" y="630"/>
                </a:lnTo>
                <a:lnTo>
                  <a:pt x="37" y="629"/>
                </a:lnTo>
                <a:lnTo>
                  <a:pt x="36" y="629"/>
                </a:lnTo>
                <a:lnTo>
                  <a:pt x="35" y="629"/>
                </a:lnTo>
                <a:lnTo>
                  <a:pt x="35" y="628"/>
                </a:lnTo>
                <a:lnTo>
                  <a:pt x="34" y="628"/>
                </a:lnTo>
                <a:lnTo>
                  <a:pt x="34" y="629"/>
                </a:lnTo>
                <a:lnTo>
                  <a:pt x="33" y="629"/>
                </a:lnTo>
                <a:lnTo>
                  <a:pt x="33" y="630"/>
                </a:lnTo>
                <a:lnTo>
                  <a:pt x="32" y="630"/>
                </a:lnTo>
                <a:lnTo>
                  <a:pt x="31" y="630"/>
                </a:lnTo>
                <a:lnTo>
                  <a:pt x="31" y="631"/>
                </a:lnTo>
                <a:lnTo>
                  <a:pt x="30" y="631"/>
                </a:lnTo>
                <a:lnTo>
                  <a:pt x="29" y="631"/>
                </a:lnTo>
                <a:lnTo>
                  <a:pt x="28" y="631"/>
                </a:lnTo>
                <a:lnTo>
                  <a:pt x="27" y="631"/>
                </a:lnTo>
                <a:lnTo>
                  <a:pt x="26" y="631"/>
                </a:lnTo>
                <a:lnTo>
                  <a:pt x="26" y="630"/>
                </a:lnTo>
                <a:lnTo>
                  <a:pt x="25" y="630"/>
                </a:lnTo>
                <a:lnTo>
                  <a:pt x="25" y="629"/>
                </a:lnTo>
                <a:lnTo>
                  <a:pt x="24" y="629"/>
                </a:lnTo>
                <a:lnTo>
                  <a:pt x="23" y="629"/>
                </a:lnTo>
                <a:lnTo>
                  <a:pt x="23" y="628"/>
                </a:lnTo>
                <a:lnTo>
                  <a:pt x="22" y="628"/>
                </a:lnTo>
                <a:lnTo>
                  <a:pt x="21" y="628"/>
                </a:lnTo>
                <a:lnTo>
                  <a:pt x="20" y="629"/>
                </a:lnTo>
                <a:lnTo>
                  <a:pt x="19" y="629"/>
                </a:lnTo>
                <a:lnTo>
                  <a:pt x="19" y="630"/>
                </a:lnTo>
                <a:lnTo>
                  <a:pt x="18" y="630"/>
                </a:lnTo>
                <a:lnTo>
                  <a:pt x="17" y="630"/>
                </a:lnTo>
                <a:lnTo>
                  <a:pt x="17" y="631"/>
                </a:lnTo>
                <a:lnTo>
                  <a:pt x="16" y="631"/>
                </a:lnTo>
                <a:lnTo>
                  <a:pt x="16" y="630"/>
                </a:lnTo>
                <a:lnTo>
                  <a:pt x="15" y="630"/>
                </a:lnTo>
                <a:lnTo>
                  <a:pt x="14" y="630"/>
                </a:lnTo>
                <a:lnTo>
                  <a:pt x="13" y="630"/>
                </a:lnTo>
                <a:lnTo>
                  <a:pt x="12" y="629"/>
                </a:lnTo>
                <a:lnTo>
                  <a:pt x="8" y="629"/>
                </a:lnTo>
                <a:lnTo>
                  <a:pt x="6" y="629"/>
                </a:lnTo>
                <a:lnTo>
                  <a:pt x="6" y="628"/>
                </a:lnTo>
                <a:lnTo>
                  <a:pt x="5" y="628"/>
                </a:lnTo>
                <a:lnTo>
                  <a:pt x="4" y="628"/>
                </a:lnTo>
                <a:lnTo>
                  <a:pt x="3" y="627"/>
                </a:lnTo>
                <a:lnTo>
                  <a:pt x="2" y="627"/>
                </a:lnTo>
                <a:lnTo>
                  <a:pt x="2" y="626"/>
                </a:lnTo>
                <a:lnTo>
                  <a:pt x="2" y="625"/>
                </a:lnTo>
                <a:lnTo>
                  <a:pt x="1" y="625"/>
                </a:lnTo>
                <a:lnTo>
                  <a:pt x="1" y="624"/>
                </a:lnTo>
                <a:lnTo>
                  <a:pt x="1" y="623"/>
                </a:lnTo>
                <a:lnTo>
                  <a:pt x="1" y="621"/>
                </a:lnTo>
                <a:lnTo>
                  <a:pt x="1" y="620"/>
                </a:lnTo>
                <a:lnTo>
                  <a:pt x="2" y="620"/>
                </a:lnTo>
                <a:lnTo>
                  <a:pt x="2" y="619"/>
                </a:lnTo>
                <a:lnTo>
                  <a:pt x="2" y="618"/>
                </a:lnTo>
                <a:lnTo>
                  <a:pt x="2" y="617"/>
                </a:lnTo>
                <a:lnTo>
                  <a:pt x="2" y="616"/>
                </a:lnTo>
                <a:lnTo>
                  <a:pt x="2" y="612"/>
                </a:lnTo>
                <a:lnTo>
                  <a:pt x="2" y="611"/>
                </a:lnTo>
                <a:lnTo>
                  <a:pt x="2" y="610"/>
                </a:lnTo>
                <a:lnTo>
                  <a:pt x="2" y="609"/>
                </a:lnTo>
                <a:lnTo>
                  <a:pt x="2" y="608"/>
                </a:lnTo>
                <a:lnTo>
                  <a:pt x="2" y="607"/>
                </a:lnTo>
                <a:lnTo>
                  <a:pt x="2" y="606"/>
                </a:lnTo>
                <a:lnTo>
                  <a:pt x="1" y="605"/>
                </a:lnTo>
                <a:lnTo>
                  <a:pt x="1" y="603"/>
                </a:lnTo>
                <a:lnTo>
                  <a:pt x="1" y="602"/>
                </a:lnTo>
                <a:lnTo>
                  <a:pt x="1" y="601"/>
                </a:lnTo>
                <a:lnTo>
                  <a:pt x="1" y="600"/>
                </a:lnTo>
                <a:lnTo>
                  <a:pt x="1" y="599"/>
                </a:lnTo>
                <a:lnTo>
                  <a:pt x="0" y="599"/>
                </a:lnTo>
                <a:lnTo>
                  <a:pt x="0" y="597"/>
                </a:lnTo>
                <a:lnTo>
                  <a:pt x="1" y="597"/>
                </a:lnTo>
                <a:lnTo>
                  <a:pt x="1" y="596"/>
                </a:lnTo>
                <a:lnTo>
                  <a:pt x="1" y="595"/>
                </a:lnTo>
                <a:lnTo>
                  <a:pt x="1" y="594"/>
                </a:lnTo>
                <a:lnTo>
                  <a:pt x="2" y="594"/>
                </a:lnTo>
                <a:lnTo>
                  <a:pt x="3" y="593"/>
                </a:lnTo>
                <a:lnTo>
                  <a:pt x="4" y="593"/>
                </a:lnTo>
                <a:lnTo>
                  <a:pt x="4" y="592"/>
                </a:lnTo>
                <a:lnTo>
                  <a:pt x="4" y="591"/>
                </a:lnTo>
                <a:lnTo>
                  <a:pt x="5" y="590"/>
                </a:lnTo>
                <a:lnTo>
                  <a:pt x="6" y="590"/>
                </a:lnTo>
                <a:lnTo>
                  <a:pt x="6" y="589"/>
                </a:lnTo>
                <a:lnTo>
                  <a:pt x="7" y="589"/>
                </a:lnTo>
                <a:lnTo>
                  <a:pt x="7" y="588"/>
                </a:lnTo>
                <a:lnTo>
                  <a:pt x="7" y="587"/>
                </a:lnTo>
                <a:lnTo>
                  <a:pt x="7" y="586"/>
                </a:lnTo>
                <a:lnTo>
                  <a:pt x="8" y="586"/>
                </a:lnTo>
                <a:lnTo>
                  <a:pt x="9" y="586"/>
                </a:lnTo>
                <a:lnTo>
                  <a:pt x="9" y="585"/>
                </a:lnTo>
                <a:lnTo>
                  <a:pt x="9" y="584"/>
                </a:lnTo>
                <a:lnTo>
                  <a:pt x="10" y="584"/>
                </a:lnTo>
                <a:lnTo>
                  <a:pt x="10" y="583"/>
                </a:lnTo>
                <a:lnTo>
                  <a:pt x="10" y="582"/>
                </a:lnTo>
                <a:lnTo>
                  <a:pt x="9" y="581"/>
                </a:lnTo>
                <a:lnTo>
                  <a:pt x="9" y="580"/>
                </a:lnTo>
                <a:lnTo>
                  <a:pt x="10" y="580"/>
                </a:lnTo>
                <a:lnTo>
                  <a:pt x="11" y="579"/>
                </a:lnTo>
                <a:lnTo>
                  <a:pt x="12" y="578"/>
                </a:lnTo>
                <a:lnTo>
                  <a:pt x="12" y="577"/>
                </a:lnTo>
                <a:lnTo>
                  <a:pt x="13" y="576"/>
                </a:lnTo>
                <a:lnTo>
                  <a:pt x="13" y="575"/>
                </a:lnTo>
                <a:lnTo>
                  <a:pt x="13" y="574"/>
                </a:lnTo>
                <a:lnTo>
                  <a:pt x="12" y="574"/>
                </a:lnTo>
                <a:lnTo>
                  <a:pt x="12" y="573"/>
                </a:lnTo>
                <a:lnTo>
                  <a:pt x="12" y="572"/>
                </a:lnTo>
                <a:lnTo>
                  <a:pt x="12" y="571"/>
                </a:lnTo>
                <a:lnTo>
                  <a:pt x="12" y="569"/>
                </a:lnTo>
                <a:lnTo>
                  <a:pt x="12" y="568"/>
                </a:lnTo>
                <a:lnTo>
                  <a:pt x="12" y="567"/>
                </a:lnTo>
                <a:lnTo>
                  <a:pt x="13" y="566"/>
                </a:lnTo>
                <a:lnTo>
                  <a:pt x="13" y="565"/>
                </a:lnTo>
                <a:lnTo>
                  <a:pt x="13" y="564"/>
                </a:lnTo>
                <a:lnTo>
                  <a:pt x="13" y="563"/>
                </a:lnTo>
                <a:lnTo>
                  <a:pt x="13" y="562"/>
                </a:lnTo>
                <a:lnTo>
                  <a:pt x="14" y="561"/>
                </a:lnTo>
                <a:lnTo>
                  <a:pt x="14" y="560"/>
                </a:lnTo>
                <a:lnTo>
                  <a:pt x="15" y="560"/>
                </a:lnTo>
                <a:lnTo>
                  <a:pt x="16" y="559"/>
                </a:lnTo>
                <a:lnTo>
                  <a:pt x="16" y="558"/>
                </a:lnTo>
                <a:lnTo>
                  <a:pt x="16" y="557"/>
                </a:lnTo>
                <a:lnTo>
                  <a:pt x="17" y="557"/>
                </a:lnTo>
                <a:lnTo>
                  <a:pt x="16" y="557"/>
                </a:lnTo>
                <a:lnTo>
                  <a:pt x="16" y="556"/>
                </a:lnTo>
                <a:lnTo>
                  <a:pt x="17" y="556"/>
                </a:lnTo>
                <a:lnTo>
                  <a:pt x="17" y="555"/>
                </a:lnTo>
                <a:lnTo>
                  <a:pt x="17" y="554"/>
                </a:lnTo>
                <a:lnTo>
                  <a:pt x="17" y="553"/>
                </a:lnTo>
                <a:lnTo>
                  <a:pt x="18" y="552"/>
                </a:lnTo>
                <a:lnTo>
                  <a:pt x="19" y="551"/>
                </a:lnTo>
                <a:lnTo>
                  <a:pt x="19" y="550"/>
                </a:lnTo>
                <a:lnTo>
                  <a:pt x="19" y="549"/>
                </a:lnTo>
                <a:lnTo>
                  <a:pt x="20" y="549"/>
                </a:lnTo>
                <a:lnTo>
                  <a:pt x="20" y="548"/>
                </a:lnTo>
                <a:lnTo>
                  <a:pt x="21" y="548"/>
                </a:lnTo>
                <a:lnTo>
                  <a:pt x="22" y="547"/>
                </a:lnTo>
                <a:lnTo>
                  <a:pt x="22" y="546"/>
                </a:lnTo>
                <a:lnTo>
                  <a:pt x="23" y="545"/>
                </a:lnTo>
                <a:lnTo>
                  <a:pt x="23" y="544"/>
                </a:lnTo>
                <a:lnTo>
                  <a:pt x="24" y="544"/>
                </a:lnTo>
                <a:lnTo>
                  <a:pt x="25" y="544"/>
                </a:lnTo>
                <a:lnTo>
                  <a:pt x="26" y="543"/>
                </a:lnTo>
                <a:lnTo>
                  <a:pt x="27" y="542"/>
                </a:lnTo>
                <a:lnTo>
                  <a:pt x="27" y="541"/>
                </a:lnTo>
                <a:lnTo>
                  <a:pt x="28" y="541"/>
                </a:lnTo>
                <a:lnTo>
                  <a:pt x="28" y="540"/>
                </a:lnTo>
                <a:lnTo>
                  <a:pt x="28" y="539"/>
                </a:lnTo>
                <a:lnTo>
                  <a:pt x="29" y="539"/>
                </a:lnTo>
                <a:lnTo>
                  <a:pt x="29" y="538"/>
                </a:lnTo>
                <a:lnTo>
                  <a:pt x="29" y="537"/>
                </a:lnTo>
                <a:lnTo>
                  <a:pt x="29" y="536"/>
                </a:lnTo>
                <a:lnTo>
                  <a:pt x="30" y="535"/>
                </a:lnTo>
                <a:lnTo>
                  <a:pt x="30" y="534"/>
                </a:lnTo>
                <a:lnTo>
                  <a:pt x="31" y="533"/>
                </a:lnTo>
                <a:lnTo>
                  <a:pt x="31" y="532"/>
                </a:lnTo>
                <a:lnTo>
                  <a:pt x="32" y="532"/>
                </a:lnTo>
                <a:lnTo>
                  <a:pt x="32" y="531"/>
                </a:lnTo>
                <a:lnTo>
                  <a:pt x="33" y="531"/>
                </a:lnTo>
                <a:lnTo>
                  <a:pt x="34" y="530"/>
                </a:lnTo>
                <a:lnTo>
                  <a:pt x="34" y="529"/>
                </a:lnTo>
                <a:lnTo>
                  <a:pt x="34" y="528"/>
                </a:lnTo>
                <a:lnTo>
                  <a:pt x="34" y="527"/>
                </a:lnTo>
                <a:lnTo>
                  <a:pt x="34" y="526"/>
                </a:lnTo>
                <a:lnTo>
                  <a:pt x="35" y="525"/>
                </a:lnTo>
                <a:lnTo>
                  <a:pt x="35" y="523"/>
                </a:lnTo>
                <a:lnTo>
                  <a:pt x="34" y="523"/>
                </a:lnTo>
                <a:lnTo>
                  <a:pt x="34" y="522"/>
                </a:lnTo>
                <a:lnTo>
                  <a:pt x="34" y="521"/>
                </a:lnTo>
                <a:lnTo>
                  <a:pt x="33" y="521"/>
                </a:lnTo>
                <a:lnTo>
                  <a:pt x="32" y="521"/>
                </a:lnTo>
                <a:lnTo>
                  <a:pt x="32" y="520"/>
                </a:lnTo>
                <a:lnTo>
                  <a:pt x="33" y="520"/>
                </a:lnTo>
                <a:lnTo>
                  <a:pt x="33" y="519"/>
                </a:lnTo>
                <a:lnTo>
                  <a:pt x="32" y="519"/>
                </a:lnTo>
                <a:lnTo>
                  <a:pt x="32" y="518"/>
                </a:lnTo>
                <a:lnTo>
                  <a:pt x="31" y="517"/>
                </a:lnTo>
                <a:lnTo>
                  <a:pt x="31" y="516"/>
                </a:lnTo>
                <a:lnTo>
                  <a:pt x="31" y="515"/>
                </a:lnTo>
                <a:lnTo>
                  <a:pt x="31" y="513"/>
                </a:lnTo>
                <a:lnTo>
                  <a:pt x="31" y="512"/>
                </a:lnTo>
                <a:lnTo>
                  <a:pt x="31" y="511"/>
                </a:lnTo>
                <a:lnTo>
                  <a:pt x="31" y="510"/>
                </a:lnTo>
                <a:lnTo>
                  <a:pt x="31" y="509"/>
                </a:lnTo>
                <a:lnTo>
                  <a:pt x="30" y="509"/>
                </a:lnTo>
                <a:lnTo>
                  <a:pt x="30" y="508"/>
                </a:lnTo>
                <a:lnTo>
                  <a:pt x="31" y="507"/>
                </a:lnTo>
                <a:lnTo>
                  <a:pt x="30" y="505"/>
                </a:lnTo>
                <a:lnTo>
                  <a:pt x="29" y="504"/>
                </a:lnTo>
                <a:lnTo>
                  <a:pt x="29" y="503"/>
                </a:lnTo>
                <a:lnTo>
                  <a:pt x="29" y="502"/>
                </a:lnTo>
                <a:lnTo>
                  <a:pt x="29" y="501"/>
                </a:lnTo>
                <a:lnTo>
                  <a:pt x="29" y="499"/>
                </a:lnTo>
                <a:lnTo>
                  <a:pt x="28" y="499"/>
                </a:lnTo>
                <a:lnTo>
                  <a:pt x="27" y="499"/>
                </a:lnTo>
                <a:lnTo>
                  <a:pt x="26" y="499"/>
                </a:lnTo>
                <a:lnTo>
                  <a:pt x="25" y="499"/>
                </a:lnTo>
                <a:lnTo>
                  <a:pt x="25" y="498"/>
                </a:lnTo>
                <a:lnTo>
                  <a:pt x="26" y="498"/>
                </a:lnTo>
                <a:lnTo>
                  <a:pt x="26" y="497"/>
                </a:lnTo>
                <a:lnTo>
                  <a:pt x="26" y="496"/>
                </a:lnTo>
                <a:lnTo>
                  <a:pt x="26" y="495"/>
                </a:lnTo>
                <a:lnTo>
                  <a:pt x="26" y="494"/>
                </a:lnTo>
                <a:lnTo>
                  <a:pt x="25" y="494"/>
                </a:lnTo>
                <a:lnTo>
                  <a:pt x="25" y="493"/>
                </a:lnTo>
                <a:lnTo>
                  <a:pt x="25" y="492"/>
                </a:lnTo>
                <a:lnTo>
                  <a:pt x="25" y="491"/>
                </a:lnTo>
                <a:lnTo>
                  <a:pt x="26" y="491"/>
                </a:lnTo>
                <a:lnTo>
                  <a:pt x="26" y="490"/>
                </a:lnTo>
                <a:lnTo>
                  <a:pt x="26" y="489"/>
                </a:lnTo>
                <a:lnTo>
                  <a:pt x="25" y="489"/>
                </a:lnTo>
                <a:lnTo>
                  <a:pt x="25" y="488"/>
                </a:lnTo>
                <a:lnTo>
                  <a:pt x="24" y="488"/>
                </a:lnTo>
                <a:lnTo>
                  <a:pt x="24" y="487"/>
                </a:lnTo>
                <a:lnTo>
                  <a:pt x="23" y="487"/>
                </a:lnTo>
                <a:lnTo>
                  <a:pt x="24" y="487"/>
                </a:lnTo>
                <a:lnTo>
                  <a:pt x="24" y="486"/>
                </a:lnTo>
                <a:lnTo>
                  <a:pt x="24" y="485"/>
                </a:lnTo>
                <a:lnTo>
                  <a:pt x="24" y="484"/>
                </a:lnTo>
                <a:lnTo>
                  <a:pt x="24" y="483"/>
                </a:lnTo>
                <a:lnTo>
                  <a:pt x="23" y="482"/>
                </a:lnTo>
                <a:lnTo>
                  <a:pt x="23" y="481"/>
                </a:lnTo>
                <a:lnTo>
                  <a:pt x="22" y="481"/>
                </a:lnTo>
                <a:lnTo>
                  <a:pt x="22" y="480"/>
                </a:lnTo>
                <a:lnTo>
                  <a:pt x="22" y="479"/>
                </a:lnTo>
                <a:lnTo>
                  <a:pt x="21" y="479"/>
                </a:lnTo>
                <a:lnTo>
                  <a:pt x="21" y="478"/>
                </a:lnTo>
                <a:lnTo>
                  <a:pt x="22" y="478"/>
                </a:lnTo>
                <a:lnTo>
                  <a:pt x="22" y="477"/>
                </a:lnTo>
                <a:lnTo>
                  <a:pt x="21" y="476"/>
                </a:lnTo>
                <a:lnTo>
                  <a:pt x="21" y="475"/>
                </a:lnTo>
                <a:lnTo>
                  <a:pt x="20" y="475"/>
                </a:lnTo>
                <a:lnTo>
                  <a:pt x="20" y="474"/>
                </a:lnTo>
                <a:lnTo>
                  <a:pt x="20" y="473"/>
                </a:lnTo>
                <a:lnTo>
                  <a:pt x="20" y="471"/>
                </a:lnTo>
                <a:lnTo>
                  <a:pt x="20" y="470"/>
                </a:lnTo>
                <a:lnTo>
                  <a:pt x="19" y="470"/>
                </a:lnTo>
                <a:lnTo>
                  <a:pt x="19" y="469"/>
                </a:lnTo>
                <a:lnTo>
                  <a:pt x="20" y="469"/>
                </a:lnTo>
                <a:lnTo>
                  <a:pt x="20" y="468"/>
                </a:lnTo>
                <a:lnTo>
                  <a:pt x="20" y="467"/>
                </a:lnTo>
                <a:lnTo>
                  <a:pt x="21" y="467"/>
                </a:lnTo>
                <a:lnTo>
                  <a:pt x="21" y="466"/>
                </a:lnTo>
                <a:lnTo>
                  <a:pt x="20" y="465"/>
                </a:lnTo>
                <a:lnTo>
                  <a:pt x="20" y="464"/>
                </a:lnTo>
                <a:lnTo>
                  <a:pt x="20" y="463"/>
                </a:lnTo>
                <a:lnTo>
                  <a:pt x="21" y="463"/>
                </a:lnTo>
                <a:lnTo>
                  <a:pt x="21" y="462"/>
                </a:lnTo>
                <a:lnTo>
                  <a:pt x="22" y="462"/>
                </a:lnTo>
                <a:lnTo>
                  <a:pt x="22" y="461"/>
                </a:lnTo>
                <a:lnTo>
                  <a:pt x="22" y="460"/>
                </a:lnTo>
                <a:lnTo>
                  <a:pt x="22" y="459"/>
                </a:lnTo>
                <a:lnTo>
                  <a:pt x="22" y="458"/>
                </a:lnTo>
                <a:lnTo>
                  <a:pt x="22" y="457"/>
                </a:lnTo>
                <a:lnTo>
                  <a:pt x="21" y="457"/>
                </a:lnTo>
                <a:lnTo>
                  <a:pt x="21" y="456"/>
                </a:lnTo>
                <a:lnTo>
                  <a:pt x="22" y="456"/>
                </a:lnTo>
                <a:lnTo>
                  <a:pt x="22" y="455"/>
                </a:lnTo>
                <a:lnTo>
                  <a:pt x="22" y="454"/>
                </a:lnTo>
                <a:lnTo>
                  <a:pt x="21" y="454"/>
                </a:lnTo>
                <a:lnTo>
                  <a:pt x="21" y="453"/>
                </a:lnTo>
                <a:lnTo>
                  <a:pt x="21" y="452"/>
                </a:lnTo>
                <a:lnTo>
                  <a:pt x="21" y="451"/>
                </a:lnTo>
                <a:lnTo>
                  <a:pt x="22" y="450"/>
                </a:lnTo>
                <a:lnTo>
                  <a:pt x="21" y="449"/>
                </a:lnTo>
                <a:lnTo>
                  <a:pt x="22" y="449"/>
                </a:lnTo>
                <a:lnTo>
                  <a:pt x="22" y="448"/>
                </a:lnTo>
                <a:lnTo>
                  <a:pt x="22" y="447"/>
                </a:lnTo>
                <a:lnTo>
                  <a:pt x="23" y="447"/>
                </a:lnTo>
                <a:lnTo>
                  <a:pt x="23" y="446"/>
                </a:lnTo>
                <a:lnTo>
                  <a:pt x="23" y="445"/>
                </a:lnTo>
                <a:lnTo>
                  <a:pt x="23" y="444"/>
                </a:lnTo>
                <a:lnTo>
                  <a:pt x="24" y="444"/>
                </a:lnTo>
                <a:lnTo>
                  <a:pt x="23" y="444"/>
                </a:lnTo>
                <a:lnTo>
                  <a:pt x="23" y="443"/>
                </a:lnTo>
                <a:lnTo>
                  <a:pt x="23" y="442"/>
                </a:lnTo>
                <a:lnTo>
                  <a:pt x="22" y="442"/>
                </a:lnTo>
                <a:lnTo>
                  <a:pt x="22" y="441"/>
                </a:lnTo>
                <a:lnTo>
                  <a:pt x="22" y="440"/>
                </a:lnTo>
                <a:lnTo>
                  <a:pt x="23" y="439"/>
                </a:lnTo>
                <a:lnTo>
                  <a:pt x="23" y="438"/>
                </a:lnTo>
                <a:lnTo>
                  <a:pt x="24" y="438"/>
                </a:lnTo>
                <a:lnTo>
                  <a:pt x="24" y="437"/>
                </a:lnTo>
                <a:lnTo>
                  <a:pt x="25" y="437"/>
                </a:lnTo>
                <a:lnTo>
                  <a:pt x="25" y="435"/>
                </a:lnTo>
                <a:lnTo>
                  <a:pt x="24" y="435"/>
                </a:lnTo>
                <a:lnTo>
                  <a:pt x="24" y="434"/>
                </a:lnTo>
                <a:lnTo>
                  <a:pt x="24" y="433"/>
                </a:lnTo>
                <a:lnTo>
                  <a:pt x="24" y="432"/>
                </a:lnTo>
                <a:lnTo>
                  <a:pt x="24" y="431"/>
                </a:lnTo>
                <a:lnTo>
                  <a:pt x="23" y="431"/>
                </a:lnTo>
                <a:lnTo>
                  <a:pt x="23" y="430"/>
                </a:lnTo>
                <a:lnTo>
                  <a:pt x="23" y="429"/>
                </a:lnTo>
                <a:lnTo>
                  <a:pt x="24" y="429"/>
                </a:lnTo>
                <a:lnTo>
                  <a:pt x="24" y="428"/>
                </a:lnTo>
                <a:lnTo>
                  <a:pt x="24" y="427"/>
                </a:lnTo>
                <a:lnTo>
                  <a:pt x="23" y="427"/>
                </a:lnTo>
                <a:lnTo>
                  <a:pt x="23" y="426"/>
                </a:lnTo>
                <a:lnTo>
                  <a:pt x="22" y="426"/>
                </a:lnTo>
                <a:lnTo>
                  <a:pt x="21" y="425"/>
                </a:lnTo>
                <a:lnTo>
                  <a:pt x="20" y="423"/>
                </a:lnTo>
                <a:lnTo>
                  <a:pt x="19" y="423"/>
                </a:lnTo>
                <a:lnTo>
                  <a:pt x="19" y="422"/>
                </a:lnTo>
                <a:lnTo>
                  <a:pt x="18" y="421"/>
                </a:lnTo>
                <a:lnTo>
                  <a:pt x="18" y="420"/>
                </a:lnTo>
                <a:lnTo>
                  <a:pt x="18" y="419"/>
                </a:lnTo>
                <a:lnTo>
                  <a:pt x="17" y="419"/>
                </a:lnTo>
                <a:lnTo>
                  <a:pt x="17" y="418"/>
                </a:lnTo>
                <a:lnTo>
                  <a:pt x="16" y="418"/>
                </a:lnTo>
                <a:lnTo>
                  <a:pt x="15" y="418"/>
                </a:lnTo>
                <a:lnTo>
                  <a:pt x="15" y="417"/>
                </a:lnTo>
                <a:lnTo>
                  <a:pt x="14" y="417"/>
                </a:lnTo>
                <a:lnTo>
                  <a:pt x="14" y="416"/>
                </a:lnTo>
                <a:lnTo>
                  <a:pt x="15" y="416"/>
                </a:lnTo>
                <a:lnTo>
                  <a:pt x="15" y="415"/>
                </a:lnTo>
                <a:lnTo>
                  <a:pt x="16" y="415"/>
                </a:lnTo>
                <a:lnTo>
                  <a:pt x="17" y="416"/>
                </a:lnTo>
                <a:lnTo>
                  <a:pt x="17" y="417"/>
                </a:lnTo>
                <a:lnTo>
                  <a:pt x="18" y="417"/>
                </a:lnTo>
                <a:lnTo>
                  <a:pt x="19" y="417"/>
                </a:lnTo>
                <a:lnTo>
                  <a:pt x="19" y="416"/>
                </a:lnTo>
                <a:lnTo>
                  <a:pt x="18" y="415"/>
                </a:lnTo>
                <a:lnTo>
                  <a:pt x="18" y="414"/>
                </a:lnTo>
                <a:lnTo>
                  <a:pt x="19" y="414"/>
                </a:lnTo>
                <a:lnTo>
                  <a:pt x="19" y="413"/>
                </a:lnTo>
                <a:lnTo>
                  <a:pt x="20" y="413"/>
                </a:lnTo>
                <a:lnTo>
                  <a:pt x="20" y="412"/>
                </a:lnTo>
                <a:lnTo>
                  <a:pt x="20" y="411"/>
                </a:lnTo>
                <a:lnTo>
                  <a:pt x="19" y="411"/>
                </a:lnTo>
                <a:lnTo>
                  <a:pt x="18" y="411"/>
                </a:lnTo>
                <a:lnTo>
                  <a:pt x="18" y="412"/>
                </a:lnTo>
                <a:lnTo>
                  <a:pt x="17" y="413"/>
                </a:lnTo>
                <a:lnTo>
                  <a:pt x="17" y="412"/>
                </a:lnTo>
                <a:lnTo>
                  <a:pt x="17" y="411"/>
                </a:lnTo>
                <a:lnTo>
                  <a:pt x="18" y="411"/>
                </a:lnTo>
                <a:lnTo>
                  <a:pt x="18" y="410"/>
                </a:lnTo>
                <a:lnTo>
                  <a:pt x="18" y="409"/>
                </a:lnTo>
                <a:lnTo>
                  <a:pt x="17" y="409"/>
                </a:lnTo>
                <a:lnTo>
                  <a:pt x="16" y="408"/>
                </a:lnTo>
                <a:lnTo>
                  <a:pt x="15" y="408"/>
                </a:lnTo>
                <a:lnTo>
                  <a:pt x="14" y="408"/>
                </a:lnTo>
                <a:lnTo>
                  <a:pt x="14" y="407"/>
                </a:lnTo>
                <a:lnTo>
                  <a:pt x="15" y="407"/>
                </a:lnTo>
                <a:lnTo>
                  <a:pt x="16" y="407"/>
                </a:lnTo>
                <a:lnTo>
                  <a:pt x="17" y="405"/>
                </a:lnTo>
                <a:lnTo>
                  <a:pt x="17" y="404"/>
                </a:lnTo>
                <a:lnTo>
                  <a:pt x="17" y="403"/>
                </a:lnTo>
                <a:lnTo>
                  <a:pt x="17" y="402"/>
                </a:lnTo>
                <a:lnTo>
                  <a:pt x="16" y="402"/>
                </a:lnTo>
                <a:lnTo>
                  <a:pt x="17" y="401"/>
                </a:lnTo>
                <a:lnTo>
                  <a:pt x="17" y="400"/>
                </a:lnTo>
                <a:lnTo>
                  <a:pt x="17" y="399"/>
                </a:lnTo>
                <a:lnTo>
                  <a:pt x="17" y="398"/>
                </a:lnTo>
                <a:lnTo>
                  <a:pt x="16" y="398"/>
                </a:lnTo>
                <a:lnTo>
                  <a:pt x="14" y="398"/>
                </a:lnTo>
                <a:lnTo>
                  <a:pt x="13" y="397"/>
                </a:lnTo>
                <a:lnTo>
                  <a:pt x="13" y="396"/>
                </a:lnTo>
                <a:lnTo>
                  <a:pt x="14" y="396"/>
                </a:lnTo>
                <a:lnTo>
                  <a:pt x="15" y="396"/>
                </a:lnTo>
                <a:lnTo>
                  <a:pt x="16" y="396"/>
                </a:lnTo>
                <a:lnTo>
                  <a:pt x="16" y="395"/>
                </a:lnTo>
                <a:lnTo>
                  <a:pt x="16" y="394"/>
                </a:lnTo>
                <a:lnTo>
                  <a:pt x="16" y="392"/>
                </a:lnTo>
                <a:lnTo>
                  <a:pt x="17" y="391"/>
                </a:lnTo>
                <a:lnTo>
                  <a:pt x="17" y="389"/>
                </a:lnTo>
                <a:lnTo>
                  <a:pt x="17" y="388"/>
                </a:lnTo>
                <a:lnTo>
                  <a:pt x="17" y="387"/>
                </a:lnTo>
                <a:lnTo>
                  <a:pt x="17" y="386"/>
                </a:lnTo>
                <a:lnTo>
                  <a:pt x="16" y="386"/>
                </a:lnTo>
                <a:lnTo>
                  <a:pt x="16" y="385"/>
                </a:lnTo>
                <a:lnTo>
                  <a:pt x="15" y="385"/>
                </a:lnTo>
                <a:lnTo>
                  <a:pt x="14" y="384"/>
                </a:lnTo>
                <a:lnTo>
                  <a:pt x="13" y="384"/>
                </a:lnTo>
                <a:lnTo>
                  <a:pt x="13" y="383"/>
                </a:lnTo>
                <a:lnTo>
                  <a:pt x="13" y="382"/>
                </a:lnTo>
                <a:lnTo>
                  <a:pt x="14" y="382"/>
                </a:lnTo>
                <a:lnTo>
                  <a:pt x="15" y="382"/>
                </a:lnTo>
                <a:lnTo>
                  <a:pt x="16" y="382"/>
                </a:lnTo>
                <a:lnTo>
                  <a:pt x="17" y="383"/>
                </a:lnTo>
                <a:lnTo>
                  <a:pt x="18" y="383"/>
                </a:lnTo>
                <a:lnTo>
                  <a:pt x="18" y="384"/>
                </a:lnTo>
                <a:lnTo>
                  <a:pt x="19" y="384"/>
                </a:lnTo>
                <a:lnTo>
                  <a:pt x="19" y="383"/>
                </a:lnTo>
                <a:lnTo>
                  <a:pt x="20" y="383"/>
                </a:lnTo>
                <a:lnTo>
                  <a:pt x="20" y="382"/>
                </a:lnTo>
                <a:lnTo>
                  <a:pt x="19" y="382"/>
                </a:lnTo>
                <a:lnTo>
                  <a:pt x="18" y="382"/>
                </a:lnTo>
                <a:lnTo>
                  <a:pt x="17" y="382"/>
                </a:lnTo>
                <a:lnTo>
                  <a:pt x="17" y="381"/>
                </a:lnTo>
                <a:lnTo>
                  <a:pt x="17" y="380"/>
                </a:lnTo>
                <a:lnTo>
                  <a:pt x="18" y="380"/>
                </a:lnTo>
                <a:lnTo>
                  <a:pt x="19" y="380"/>
                </a:lnTo>
                <a:lnTo>
                  <a:pt x="20" y="380"/>
                </a:lnTo>
                <a:lnTo>
                  <a:pt x="21" y="379"/>
                </a:lnTo>
                <a:lnTo>
                  <a:pt x="22" y="378"/>
                </a:lnTo>
                <a:lnTo>
                  <a:pt x="23" y="376"/>
                </a:lnTo>
                <a:lnTo>
                  <a:pt x="24" y="376"/>
                </a:lnTo>
                <a:lnTo>
                  <a:pt x="24" y="375"/>
                </a:lnTo>
                <a:lnTo>
                  <a:pt x="25" y="375"/>
                </a:lnTo>
                <a:lnTo>
                  <a:pt x="26" y="374"/>
                </a:lnTo>
                <a:lnTo>
                  <a:pt x="27" y="374"/>
                </a:lnTo>
                <a:lnTo>
                  <a:pt x="27" y="373"/>
                </a:lnTo>
                <a:lnTo>
                  <a:pt x="27" y="372"/>
                </a:lnTo>
                <a:lnTo>
                  <a:pt x="27" y="370"/>
                </a:lnTo>
                <a:lnTo>
                  <a:pt x="28" y="370"/>
                </a:lnTo>
                <a:lnTo>
                  <a:pt x="28" y="369"/>
                </a:lnTo>
                <a:lnTo>
                  <a:pt x="29" y="369"/>
                </a:lnTo>
                <a:lnTo>
                  <a:pt x="30" y="368"/>
                </a:lnTo>
                <a:lnTo>
                  <a:pt x="30" y="367"/>
                </a:lnTo>
                <a:lnTo>
                  <a:pt x="31" y="367"/>
                </a:lnTo>
                <a:lnTo>
                  <a:pt x="32" y="366"/>
                </a:lnTo>
                <a:lnTo>
                  <a:pt x="32" y="365"/>
                </a:lnTo>
                <a:lnTo>
                  <a:pt x="33" y="365"/>
                </a:lnTo>
                <a:lnTo>
                  <a:pt x="33" y="364"/>
                </a:lnTo>
                <a:lnTo>
                  <a:pt x="34" y="363"/>
                </a:lnTo>
                <a:lnTo>
                  <a:pt x="34" y="362"/>
                </a:lnTo>
                <a:lnTo>
                  <a:pt x="35" y="362"/>
                </a:lnTo>
                <a:lnTo>
                  <a:pt x="36" y="360"/>
                </a:lnTo>
                <a:lnTo>
                  <a:pt x="37" y="360"/>
                </a:lnTo>
                <a:lnTo>
                  <a:pt x="37" y="359"/>
                </a:lnTo>
                <a:lnTo>
                  <a:pt x="38" y="358"/>
                </a:lnTo>
                <a:lnTo>
                  <a:pt x="38" y="357"/>
                </a:lnTo>
                <a:lnTo>
                  <a:pt x="38" y="356"/>
                </a:lnTo>
                <a:lnTo>
                  <a:pt x="39" y="355"/>
                </a:lnTo>
                <a:lnTo>
                  <a:pt x="40" y="355"/>
                </a:lnTo>
                <a:lnTo>
                  <a:pt x="41" y="355"/>
                </a:lnTo>
                <a:lnTo>
                  <a:pt x="41" y="354"/>
                </a:lnTo>
                <a:lnTo>
                  <a:pt x="41" y="353"/>
                </a:lnTo>
                <a:lnTo>
                  <a:pt x="40" y="353"/>
                </a:lnTo>
                <a:lnTo>
                  <a:pt x="40" y="352"/>
                </a:lnTo>
                <a:lnTo>
                  <a:pt x="41" y="352"/>
                </a:lnTo>
                <a:lnTo>
                  <a:pt x="41" y="351"/>
                </a:lnTo>
                <a:lnTo>
                  <a:pt x="42" y="351"/>
                </a:lnTo>
                <a:lnTo>
                  <a:pt x="42" y="350"/>
                </a:lnTo>
                <a:lnTo>
                  <a:pt x="42" y="349"/>
                </a:lnTo>
                <a:lnTo>
                  <a:pt x="42" y="348"/>
                </a:lnTo>
                <a:lnTo>
                  <a:pt x="41" y="348"/>
                </a:lnTo>
                <a:lnTo>
                  <a:pt x="38" y="348"/>
                </a:lnTo>
                <a:lnTo>
                  <a:pt x="37" y="348"/>
                </a:lnTo>
                <a:lnTo>
                  <a:pt x="37" y="347"/>
                </a:lnTo>
                <a:lnTo>
                  <a:pt x="36" y="346"/>
                </a:lnTo>
                <a:lnTo>
                  <a:pt x="36" y="344"/>
                </a:lnTo>
                <a:lnTo>
                  <a:pt x="36" y="343"/>
                </a:lnTo>
                <a:lnTo>
                  <a:pt x="37" y="341"/>
                </a:lnTo>
                <a:lnTo>
                  <a:pt x="37" y="340"/>
                </a:lnTo>
                <a:lnTo>
                  <a:pt x="38" y="339"/>
                </a:lnTo>
                <a:lnTo>
                  <a:pt x="39" y="339"/>
                </a:lnTo>
                <a:lnTo>
                  <a:pt x="40" y="339"/>
                </a:lnTo>
                <a:lnTo>
                  <a:pt x="41" y="339"/>
                </a:lnTo>
                <a:lnTo>
                  <a:pt x="42" y="339"/>
                </a:lnTo>
                <a:lnTo>
                  <a:pt x="44" y="339"/>
                </a:lnTo>
                <a:lnTo>
                  <a:pt x="45" y="338"/>
                </a:lnTo>
                <a:lnTo>
                  <a:pt x="46" y="338"/>
                </a:lnTo>
                <a:lnTo>
                  <a:pt x="47" y="338"/>
                </a:lnTo>
                <a:lnTo>
                  <a:pt x="48" y="336"/>
                </a:lnTo>
                <a:lnTo>
                  <a:pt x="48" y="335"/>
                </a:lnTo>
                <a:lnTo>
                  <a:pt x="47" y="335"/>
                </a:lnTo>
                <a:lnTo>
                  <a:pt x="47" y="333"/>
                </a:lnTo>
                <a:lnTo>
                  <a:pt x="48" y="333"/>
                </a:lnTo>
                <a:lnTo>
                  <a:pt x="48" y="332"/>
                </a:lnTo>
                <a:lnTo>
                  <a:pt x="49" y="331"/>
                </a:lnTo>
                <a:lnTo>
                  <a:pt x="49" y="330"/>
                </a:lnTo>
                <a:lnTo>
                  <a:pt x="49" y="329"/>
                </a:lnTo>
                <a:lnTo>
                  <a:pt x="50" y="329"/>
                </a:lnTo>
                <a:lnTo>
                  <a:pt x="50" y="328"/>
                </a:lnTo>
                <a:lnTo>
                  <a:pt x="51" y="327"/>
                </a:lnTo>
                <a:lnTo>
                  <a:pt x="51" y="326"/>
                </a:lnTo>
                <a:lnTo>
                  <a:pt x="50" y="326"/>
                </a:lnTo>
                <a:lnTo>
                  <a:pt x="50" y="325"/>
                </a:lnTo>
                <a:lnTo>
                  <a:pt x="49" y="325"/>
                </a:lnTo>
                <a:lnTo>
                  <a:pt x="49" y="324"/>
                </a:lnTo>
                <a:lnTo>
                  <a:pt x="49" y="323"/>
                </a:lnTo>
                <a:lnTo>
                  <a:pt x="49" y="321"/>
                </a:lnTo>
                <a:lnTo>
                  <a:pt x="49" y="320"/>
                </a:lnTo>
                <a:lnTo>
                  <a:pt x="48" y="320"/>
                </a:lnTo>
                <a:lnTo>
                  <a:pt x="48" y="319"/>
                </a:lnTo>
                <a:lnTo>
                  <a:pt x="48" y="318"/>
                </a:lnTo>
                <a:lnTo>
                  <a:pt x="49" y="318"/>
                </a:lnTo>
                <a:lnTo>
                  <a:pt x="50" y="318"/>
                </a:lnTo>
                <a:lnTo>
                  <a:pt x="51" y="318"/>
                </a:lnTo>
                <a:lnTo>
                  <a:pt x="51" y="317"/>
                </a:lnTo>
                <a:lnTo>
                  <a:pt x="51" y="316"/>
                </a:lnTo>
                <a:lnTo>
                  <a:pt x="50" y="316"/>
                </a:lnTo>
                <a:lnTo>
                  <a:pt x="49" y="315"/>
                </a:lnTo>
                <a:lnTo>
                  <a:pt x="49" y="314"/>
                </a:lnTo>
                <a:lnTo>
                  <a:pt x="48" y="314"/>
                </a:lnTo>
                <a:lnTo>
                  <a:pt x="47" y="314"/>
                </a:lnTo>
                <a:lnTo>
                  <a:pt x="46" y="314"/>
                </a:lnTo>
                <a:lnTo>
                  <a:pt x="45" y="314"/>
                </a:lnTo>
                <a:lnTo>
                  <a:pt x="45" y="313"/>
                </a:lnTo>
                <a:lnTo>
                  <a:pt x="44" y="313"/>
                </a:lnTo>
                <a:lnTo>
                  <a:pt x="43" y="313"/>
                </a:lnTo>
                <a:lnTo>
                  <a:pt x="43" y="312"/>
                </a:lnTo>
                <a:lnTo>
                  <a:pt x="42" y="311"/>
                </a:lnTo>
                <a:lnTo>
                  <a:pt x="43" y="310"/>
                </a:lnTo>
                <a:lnTo>
                  <a:pt x="44" y="310"/>
                </a:lnTo>
                <a:lnTo>
                  <a:pt x="45" y="310"/>
                </a:lnTo>
                <a:lnTo>
                  <a:pt x="45" y="309"/>
                </a:lnTo>
                <a:lnTo>
                  <a:pt x="47" y="309"/>
                </a:lnTo>
                <a:lnTo>
                  <a:pt x="47" y="308"/>
                </a:lnTo>
                <a:lnTo>
                  <a:pt x="48" y="308"/>
                </a:lnTo>
                <a:lnTo>
                  <a:pt x="48" y="307"/>
                </a:lnTo>
                <a:lnTo>
                  <a:pt x="47" y="307"/>
                </a:lnTo>
                <a:lnTo>
                  <a:pt x="46" y="306"/>
                </a:lnTo>
                <a:lnTo>
                  <a:pt x="44" y="305"/>
                </a:lnTo>
                <a:lnTo>
                  <a:pt x="42" y="304"/>
                </a:lnTo>
                <a:lnTo>
                  <a:pt x="41" y="304"/>
                </a:lnTo>
                <a:lnTo>
                  <a:pt x="40" y="304"/>
                </a:lnTo>
                <a:lnTo>
                  <a:pt x="40" y="303"/>
                </a:lnTo>
                <a:lnTo>
                  <a:pt x="39" y="303"/>
                </a:lnTo>
                <a:lnTo>
                  <a:pt x="40" y="302"/>
                </a:lnTo>
                <a:lnTo>
                  <a:pt x="39" y="302"/>
                </a:lnTo>
                <a:lnTo>
                  <a:pt x="38" y="299"/>
                </a:lnTo>
                <a:lnTo>
                  <a:pt x="37" y="297"/>
                </a:lnTo>
                <a:lnTo>
                  <a:pt x="36" y="294"/>
                </a:lnTo>
                <a:lnTo>
                  <a:pt x="35" y="293"/>
                </a:lnTo>
                <a:lnTo>
                  <a:pt x="34" y="292"/>
                </a:lnTo>
                <a:lnTo>
                  <a:pt x="33" y="290"/>
                </a:lnTo>
                <a:lnTo>
                  <a:pt x="33" y="289"/>
                </a:lnTo>
                <a:lnTo>
                  <a:pt x="32" y="288"/>
                </a:lnTo>
                <a:lnTo>
                  <a:pt x="31" y="288"/>
                </a:lnTo>
                <a:lnTo>
                  <a:pt x="30" y="287"/>
                </a:lnTo>
                <a:lnTo>
                  <a:pt x="29" y="287"/>
                </a:lnTo>
                <a:lnTo>
                  <a:pt x="28" y="286"/>
                </a:lnTo>
                <a:lnTo>
                  <a:pt x="27" y="286"/>
                </a:lnTo>
                <a:lnTo>
                  <a:pt x="26" y="286"/>
                </a:lnTo>
                <a:lnTo>
                  <a:pt x="26" y="285"/>
                </a:lnTo>
                <a:lnTo>
                  <a:pt x="26" y="284"/>
                </a:lnTo>
                <a:lnTo>
                  <a:pt x="26" y="283"/>
                </a:lnTo>
                <a:lnTo>
                  <a:pt x="27" y="282"/>
                </a:lnTo>
                <a:lnTo>
                  <a:pt x="27" y="281"/>
                </a:lnTo>
                <a:lnTo>
                  <a:pt x="26" y="281"/>
                </a:lnTo>
                <a:lnTo>
                  <a:pt x="26" y="280"/>
                </a:lnTo>
                <a:lnTo>
                  <a:pt x="25" y="280"/>
                </a:lnTo>
                <a:lnTo>
                  <a:pt x="25" y="279"/>
                </a:lnTo>
                <a:lnTo>
                  <a:pt x="24" y="278"/>
                </a:lnTo>
                <a:lnTo>
                  <a:pt x="24" y="277"/>
                </a:lnTo>
                <a:lnTo>
                  <a:pt x="25" y="276"/>
                </a:lnTo>
                <a:lnTo>
                  <a:pt x="25" y="275"/>
                </a:lnTo>
                <a:lnTo>
                  <a:pt x="25" y="274"/>
                </a:lnTo>
                <a:lnTo>
                  <a:pt x="25" y="273"/>
                </a:lnTo>
                <a:lnTo>
                  <a:pt x="24" y="273"/>
                </a:lnTo>
                <a:lnTo>
                  <a:pt x="24" y="272"/>
                </a:lnTo>
                <a:lnTo>
                  <a:pt x="24" y="271"/>
                </a:lnTo>
                <a:lnTo>
                  <a:pt x="25" y="270"/>
                </a:lnTo>
                <a:lnTo>
                  <a:pt x="26" y="269"/>
                </a:lnTo>
                <a:lnTo>
                  <a:pt x="26" y="268"/>
                </a:lnTo>
                <a:lnTo>
                  <a:pt x="26" y="267"/>
                </a:lnTo>
                <a:lnTo>
                  <a:pt x="25" y="266"/>
                </a:lnTo>
                <a:lnTo>
                  <a:pt x="25" y="265"/>
                </a:lnTo>
                <a:lnTo>
                  <a:pt x="25" y="262"/>
                </a:lnTo>
                <a:lnTo>
                  <a:pt x="25" y="261"/>
                </a:lnTo>
                <a:lnTo>
                  <a:pt x="26" y="261"/>
                </a:lnTo>
                <a:lnTo>
                  <a:pt x="26" y="260"/>
                </a:lnTo>
                <a:lnTo>
                  <a:pt x="27" y="260"/>
                </a:lnTo>
                <a:lnTo>
                  <a:pt x="27" y="259"/>
                </a:lnTo>
                <a:lnTo>
                  <a:pt x="28" y="259"/>
                </a:lnTo>
                <a:lnTo>
                  <a:pt x="29" y="260"/>
                </a:lnTo>
                <a:lnTo>
                  <a:pt x="29" y="259"/>
                </a:lnTo>
                <a:lnTo>
                  <a:pt x="30" y="259"/>
                </a:lnTo>
                <a:lnTo>
                  <a:pt x="30" y="258"/>
                </a:lnTo>
                <a:lnTo>
                  <a:pt x="30" y="257"/>
                </a:lnTo>
                <a:lnTo>
                  <a:pt x="30" y="256"/>
                </a:lnTo>
                <a:lnTo>
                  <a:pt x="30" y="255"/>
                </a:lnTo>
                <a:lnTo>
                  <a:pt x="31" y="255"/>
                </a:lnTo>
                <a:lnTo>
                  <a:pt x="31" y="254"/>
                </a:lnTo>
                <a:lnTo>
                  <a:pt x="31" y="253"/>
                </a:lnTo>
                <a:lnTo>
                  <a:pt x="31" y="252"/>
                </a:lnTo>
                <a:lnTo>
                  <a:pt x="31" y="251"/>
                </a:lnTo>
                <a:lnTo>
                  <a:pt x="31" y="250"/>
                </a:lnTo>
                <a:lnTo>
                  <a:pt x="32" y="250"/>
                </a:lnTo>
                <a:lnTo>
                  <a:pt x="33" y="250"/>
                </a:lnTo>
                <a:lnTo>
                  <a:pt x="33" y="249"/>
                </a:lnTo>
                <a:lnTo>
                  <a:pt x="34" y="250"/>
                </a:lnTo>
                <a:lnTo>
                  <a:pt x="35" y="250"/>
                </a:lnTo>
                <a:lnTo>
                  <a:pt x="36" y="250"/>
                </a:lnTo>
                <a:lnTo>
                  <a:pt x="38" y="250"/>
                </a:lnTo>
                <a:lnTo>
                  <a:pt x="39" y="249"/>
                </a:lnTo>
                <a:lnTo>
                  <a:pt x="40" y="249"/>
                </a:lnTo>
                <a:lnTo>
                  <a:pt x="40" y="248"/>
                </a:lnTo>
                <a:lnTo>
                  <a:pt x="41" y="247"/>
                </a:lnTo>
                <a:lnTo>
                  <a:pt x="42" y="246"/>
                </a:lnTo>
                <a:lnTo>
                  <a:pt x="44" y="245"/>
                </a:lnTo>
                <a:lnTo>
                  <a:pt x="44" y="244"/>
                </a:lnTo>
                <a:lnTo>
                  <a:pt x="45" y="244"/>
                </a:lnTo>
                <a:lnTo>
                  <a:pt x="46" y="244"/>
                </a:lnTo>
                <a:lnTo>
                  <a:pt x="47" y="243"/>
                </a:lnTo>
                <a:lnTo>
                  <a:pt x="47" y="242"/>
                </a:lnTo>
                <a:lnTo>
                  <a:pt x="47" y="241"/>
                </a:lnTo>
                <a:lnTo>
                  <a:pt x="48" y="238"/>
                </a:lnTo>
                <a:lnTo>
                  <a:pt x="50" y="235"/>
                </a:lnTo>
                <a:lnTo>
                  <a:pt x="51" y="235"/>
                </a:lnTo>
                <a:lnTo>
                  <a:pt x="52" y="235"/>
                </a:lnTo>
                <a:lnTo>
                  <a:pt x="53" y="235"/>
                </a:lnTo>
                <a:lnTo>
                  <a:pt x="54" y="235"/>
                </a:lnTo>
                <a:lnTo>
                  <a:pt x="54" y="236"/>
                </a:lnTo>
                <a:lnTo>
                  <a:pt x="55" y="236"/>
                </a:lnTo>
                <a:lnTo>
                  <a:pt x="56" y="236"/>
                </a:lnTo>
                <a:lnTo>
                  <a:pt x="57" y="235"/>
                </a:lnTo>
                <a:lnTo>
                  <a:pt x="58" y="235"/>
                </a:lnTo>
                <a:lnTo>
                  <a:pt x="58" y="234"/>
                </a:lnTo>
                <a:lnTo>
                  <a:pt x="58" y="233"/>
                </a:lnTo>
                <a:lnTo>
                  <a:pt x="58" y="232"/>
                </a:lnTo>
                <a:lnTo>
                  <a:pt x="58" y="230"/>
                </a:lnTo>
                <a:lnTo>
                  <a:pt x="58" y="229"/>
                </a:lnTo>
                <a:lnTo>
                  <a:pt x="57" y="229"/>
                </a:lnTo>
                <a:lnTo>
                  <a:pt x="58" y="229"/>
                </a:lnTo>
                <a:lnTo>
                  <a:pt x="58" y="228"/>
                </a:lnTo>
                <a:lnTo>
                  <a:pt x="59" y="228"/>
                </a:lnTo>
                <a:lnTo>
                  <a:pt x="60" y="228"/>
                </a:lnTo>
                <a:lnTo>
                  <a:pt x="61" y="228"/>
                </a:lnTo>
                <a:lnTo>
                  <a:pt x="61" y="227"/>
                </a:lnTo>
                <a:lnTo>
                  <a:pt x="61" y="226"/>
                </a:lnTo>
                <a:lnTo>
                  <a:pt x="61" y="225"/>
                </a:lnTo>
                <a:lnTo>
                  <a:pt x="61" y="224"/>
                </a:lnTo>
                <a:lnTo>
                  <a:pt x="61" y="223"/>
                </a:lnTo>
                <a:lnTo>
                  <a:pt x="62" y="223"/>
                </a:lnTo>
                <a:lnTo>
                  <a:pt x="62" y="222"/>
                </a:lnTo>
                <a:lnTo>
                  <a:pt x="62" y="221"/>
                </a:lnTo>
                <a:lnTo>
                  <a:pt x="61" y="221"/>
                </a:lnTo>
                <a:lnTo>
                  <a:pt x="60" y="221"/>
                </a:lnTo>
                <a:lnTo>
                  <a:pt x="60" y="220"/>
                </a:lnTo>
                <a:lnTo>
                  <a:pt x="59" y="218"/>
                </a:lnTo>
                <a:lnTo>
                  <a:pt x="58" y="218"/>
                </a:lnTo>
                <a:lnTo>
                  <a:pt x="58" y="217"/>
                </a:lnTo>
                <a:lnTo>
                  <a:pt x="59" y="217"/>
                </a:lnTo>
                <a:lnTo>
                  <a:pt x="59" y="216"/>
                </a:lnTo>
                <a:lnTo>
                  <a:pt x="59" y="215"/>
                </a:lnTo>
                <a:lnTo>
                  <a:pt x="60" y="215"/>
                </a:lnTo>
                <a:lnTo>
                  <a:pt x="60" y="214"/>
                </a:lnTo>
                <a:lnTo>
                  <a:pt x="60" y="213"/>
                </a:lnTo>
                <a:lnTo>
                  <a:pt x="61" y="213"/>
                </a:lnTo>
                <a:lnTo>
                  <a:pt x="62" y="213"/>
                </a:lnTo>
                <a:lnTo>
                  <a:pt x="62" y="212"/>
                </a:lnTo>
                <a:lnTo>
                  <a:pt x="62" y="211"/>
                </a:lnTo>
                <a:lnTo>
                  <a:pt x="61" y="211"/>
                </a:lnTo>
                <a:lnTo>
                  <a:pt x="61" y="210"/>
                </a:lnTo>
                <a:lnTo>
                  <a:pt x="62" y="209"/>
                </a:lnTo>
                <a:lnTo>
                  <a:pt x="62" y="208"/>
                </a:lnTo>
                <a:lnTo>
                  <a:pt x="63" y="208"/>
                </a:lnTo>
                <a:lnTo>
                  <a:pt x="64" y="207"/>
                </a:lnTo>
                <a:lnTo>
                  <a:pt x="64" y="206"/>
                </a:lnTo>
                <a:lnTo>
                  <a:pt x="65" y="206"/>
                </a:lnTo>
                <a:lnTo>
                  <a:pt x="65" y="205"/>
                </a:lnTo>
                <a:lnTo>
                  <a:pt x="66" y="204"/>
                </a:lnTo>
                <a:lnTo>
                  <a:pt x="66" y="203"/>
                </a:lnTo>
                <a:lnTo>
                  <a:pt x="65" y="203"/>
                </a:lnTo>
                <a:lnTo>
                  <a:pt x="65" y="202"/>
                </a:lnTo>
                <a:lnTo>
                  <a:pt x="65" y="201"/>
                </a:lnTo>
                <a:lnTo>
                  <a:pt x="66" y="201"/>
                </a:lnTo>
                <a:lnTo>
                  <a:pt x="67" y="201"/>
                </a:lnTo>
                <a:lnTo>
                  <a:pt x="67" y="200"/>
                </a:lnTo>
                <a:lnTo>
                  <a:pt x="68" y="200"/>
                </a:lnTo>
                <a:lnTo>
                  <a:pt x="68" y="199"/>
                </a:lnTo>
                <a:lnTo>
                  <a:pt x="68" y="198"/>
                </a:lnTo>
                <a:lnTo>
                  <a:pt x="69" y="197"/>
                </a:lnTo>
                <a:lnTo>
                  <a:pt x="69" y="196"/>
                </a:lnTo>
                <a:lnTo>
                  <a:pt x="70" y="196"/>
                </a:lnTo>
                <a:lnTo>
                  <a:pt x="70" y="195"/>
                </a:lnTo>
                <a:lnTo>
                  <a:pt x="70" y="194"/>
                </a:lnTo>
                <a:lnTo>
                  <a:pt x="69" y="193"/>
                </a:lnTo>
                <a:lnTo>
                  <a:pt x="69" y="192"/>
                </a:lnTo>
                <a:lnTo>
                  <a:pt x="70" y="192"/>
                </a:lnTo>
                <a:lnTo>
                  <a:pt x="70" y="191"/>
                </a:lnTo>
                <a:lnTo>
                  <a:pt x="71" y="191"/>
                </a:lnTo>
                <a:lnTo>
                  <a:pt x="71" y="190"/>
                </a:lnTo>
                <a:lnTo>
                  <a:pt x="71" y="189"/>
                </a:lnTo>
                <a:lnTo>
                  <a:pt x="70" y="187"/>
                </a:lnTo>
                <a:lnTo>
                  <a:pt x="70" y="186"/>
                </a:lnTo>
                <a:lnTo>
                  <a:pt x="69" y="183"/>
                </a:lnTo>
                <a:lnTo>
                  <a:pt x="68" y="183"/>
                </a:lnTo>
                <a:lnTo>
                  <a:pt x="68" y="182"/>
                </a:lnTo>
                <a:lnTo>
                  <a:pt x="67" y="182"/>
                </a:lnTo>
                <a:lnTo>
                  <a:pt x="68" y="182"/>
                </a:lnTo>
                <a:lnTo>
                  <a:pt x="68" y="181"/>
                </a:lnTo>
                <a:lnTo>
                  <a:pt x="68" y="180"/>
                </a:lnTo>
                <a:lnTo>
                  <a:pt x="69" y="179"/>
                </a:lnTo>
                <a:lnTo>
                  <a:pt x="72" y="177"/>
                </a:lnTo>
                <a:lnTo>
                  <a:pt x="73" y="177"/>
                </a:lnTo>
                <a:lnTo>
                  <a:pt x="74" y="177"/>
                </a:lnTo>
                <a:lnTo>
                  <a:pt x="74" y="176"/>
                </a:lnTo>
                <a:lnTo>
                  <a:pt x="76" y="176"/>
                </a:lnTo>
                <a:lnTo>
                  <a:pt x="77" y="176"/>
                </a:lnTo>
                <a:lnTo>
                  <a:pt x="78" y="175"/>
                </a:lnTo>
                <a:lnTo>
                  <a:pt x="79" y="175"/>
                </a:lnTo>
                <a:lnTo>
                  <a:pt x="79" y="174"/>
                </a:lnTo>
                <a:lnTo>
                  <a:pt x="80" y="174"/>
                </a:lnTo>
                <a:lnTo>
                  <a:pt x="82" y="172"/>
                </a:lnTo>
                <a:lnTo>
                  <a:pt x="82" y="171"/>
                </a:lnTo>
                <a:lnTo>
                  <a:pt x="82" y="169"/>
                </a:lnTo>
                <a:lnTo>
                  <a:pt x="82" y="168"/>
                </a:lnTo>
                <a:lnTo>
                  <a:pt x="83" y="168"/>
                </a:lnTo>
                <a:lnTo>
                  <a:pt x="84" y="168"/>
                </a:lnTo>
                <a:lnTo>
                  <a:pt x="84" y="167"/>
                </a:lnTo>
                <a:lnTo>
                  <a:pt x="84" y="166"/>
                </a:lnTo>
                <a:lnTo>
                  <a:pt x="85" y="165"/>
                </a:lnTo>
                <a:lnTo>
                  <a:pt x="85" y="164"/>
                </a:lnTo>
                <a:lnTo>
                  <a:pt x="84" y="164"/>
                </a:lnTo>
                <a:lnTo>
                  <a:pt x="84" y="163"/>
                </a:lnTo>
                <a:lnTo>
                  <a:pt x="85" y="161"/>
                </a:lnTo>
                <a:lnTo>
                  <a:pt x="86" y="161"/>
                </a:lnTo>
                <a:lnTo>
                  <a:pt x="86" y="160"/>
                </a:lnTo>
                <a:lnTo>
                  <a:pt x="86" y="159"/>
                </a:lnTo>
                <a:lnTo>
                  <a:pt x="87" y="158"/>
                </a:lnTo>
                <a:lnTo>
                  <a:pt x="87" y="157"/>
                </a:lnTo>
                <a:lnTo>
                  <a:pt x="87" y="156"/>
                </a:lnTo>
                <a:lnTo>
                  <a:pt x="88" y="156"/>
                </a:lnTo>
                <a:lnTo>
                  <a:pt x="88" y="155"/>
                </a:lnTo>
                <a:lnTo>
                  <a:pt x="89" y="155"/>
                </a:lnTo>
                <a:lnTo>
                  <a:pt x="89" y="154"/>
                </a:lnTo>
                <a:lnTo>
                  <a:pt x="89" y="153"/>
                </a:lnTo>
                <a:lnTo>
                  <a:pt x="89" y="152"/>
                </a:lnTo>
                <a:lnTo>
                  <a:pt x="89" y="151"/>
                </a:lnTo>
                <a:lnTo>
                  <a:pt x="90" y="150"/>
                </a:lnTo>
                <a:lnTo>
                  <a:pt x="90" y="149"/>
                </a:lnTo>
                <a:lnTo>
                  <a:pt x="91" y="149"/>
                </a:lnTo>
                <a:lnTo>
                  <a:pt x="92" y="148"/>
                </a:lnTo>
                <a:lnTo>
                  <a:pt x="91" y="148"/>
                </a:lnTo>
                <a:lnTo>
                  <a:pt x="90" y="148"/>
                </a:lnTo>
                <a:lnTo>
                  <a:pt x="89" y="148"/>
                </a:lnTo>
                <a:lnTo>
                  <a:pt x="88" y="148"/>
                </a:lnTo>
                <a:lnTo>
                  <a:pt x="87" y="147"/>
                </a:lnTo>
                <a:lnTo>
                  <a:pt x="86" y="147"/>
                </a:lnTo>
                <a:lnTo>
                  <a:pt x="85" y="145"/>
                </a:lnTo>
                <a:lnTo>
                  <a:pt x="86" y="145"/>
                </a:lnTo>
                <a:lnTo>
                  <a:pt x="86" y="144"/>
                </a:lnTo>
                <a:lnTo>
                  <a:pt x="87" y="144"/>
                </a:lnTo>
                <a:lnTo>
                  <a:pt x="87" y="143"/>
                </a:lnTo>
                <a:lnTo>
                  <a:pt x="86" y="143"/>
                </a:lnTo>
                <a:lnTo>
                  <a:pt x="85" y="143"/>
                </a:lnTo>
                <a:lnTo>
                  <a:pt x="84" y="144"/>
                </a:lnTo>
                <a:lnTo>
                  <a:pt x="83" y="144"/>
                </a:lnTo>
                <a:lnTo>
                  <a:pt x="83" y="143"/>
                </a:lnTo>
                <a:lnTo>
                  <a:pt x="84" y="142"/>
                </a:lnTo>
                <a:lnTo>
                  <a:pt x="83" y="141"/>
                </a:lnTo>
                <a:lnTo>
                  <a:pt x="82" y="141"/>
                </a:lnTo>
                <a:lnTo>
                  <a:pt x="81" y="141"/>
                </a:lnTo>
                <a:lnTo>
                  <a:pt x="80" y="141"/>
                </a:lnTo>
                <a:lnTo>
                  <a:pt x="79" y="141"/>
                </a:lnTo>
                <a:lnTo>
                  <a:pt x="79" y="140"/>
                </a:lnTo>
                <a:lnTo>
                  <a:pt x="80" y="140"/>
                </a:lnTo>
                <a:lnTo>
                  <a:pt x="81" y="139"/>
                </a:lnTo>
                <a:lnTo>
                  <a:pt x="82" y="138"/>
                </a:lnTo>
                <a:lnTo>
                  <a:pt x="82" y="137"/>
                </a:lnTo>
                <a:lnTo>
                  <a:pt x="83" y="137"/>
                </a:lnTo>
                <a:lnTo>
                  <a:pt x="83" y="136"/>
                </a:lnTo>
                <a:lnTo>
                  <a:pt x="84" y="136"/>
                </a:lnTo>
                <a:lnTo>
                  <a:pt x="85" y="136"/>
                </a:lnTo>
                <a:lnTo>
                  <a:pt x="85" y="135"/>
                </a:lnTo>
                <a:lnTo>
                  <a:pt x="85" y="136"/>
                </a:lnTo>
                <a:lnTo>
                  <a:pt x="86" y="136"/>
                </a:lnTo>
                <a:lnTo>
                  <a:pt x="88" y="136"/>
                </a:lnTo>
                <a:lnTo>
                  <a:pt x="88" y="135"/>
                </a:lnTo>
                <a:lnTo>
                  <a:pt x="89" y="135"/>
                </a:lnTo>
                <a:lnTo>
                  <a:pt x="90" y="135"/>
                </a:lnTo>
                <a:lnTo>
                  <a:pt x="91" y="135"/>
                </a:lnTo>
                <a:lnTo>
                  <a:pt x="92" y="135"/>
                </a:lnTo>
                <a:lnTo>
                  <a:pt x="93" y="135"/>
                </a:lnTo>
                <a:lnTo>
                  <a:pt x="94" y="135"/>
                </a:lnTo>
                <a:lnTo>
                  <a:pt x="94" y="136"/>
                </a:lnTo>
                <a:lnTo>
                  <a:pt x="95" y="136"/>
                </a:lnTo>
                <a:lnTo>
                  <a:pt x="96" y="136"/>
                </a:lnTo>
                <a:lnTo>
                  <a:pt x="98" y="136"/>
                </a:lnTo>
                <a:lnTo>
                  <a:pt x="99" y="136"/>
                </a:lnTo>
                <a:lnTo>
                  <a:pt x="100" y="136"/>
                </a:lnTo>
                <a:lnTo>
                  <a:pt x="100" y="135"/>
                </a:lnTo>
                <a:lnTo>
                  <a:pt x="101" y="135"/>
                </a:lnTo>
                <a:lnTo>
                  <a:pt x="102" y="135"/>
                </a:lnTo>
                <a:lnTo>
                  <a:pt x="102" y="134"/>
                </a:lnTo>
                <a:lnTo>
                  <a:pt x="102" y="133"/>
                </a:lnTo>
                <a:lnTo>
                  <a:pt x="102" y="131"/>
                </a:lnTo>
                <a:lnTo>
                  <a:pt x="103" y="130"/>
                </a:lnTo>
                <a:lnTo>
                  <a:pt x="103" y="129"/>
                </a:lnTo>
                <a:lnTo>
                  <a:pt x="104" y="129"/>
                </a:lnTo>
                <a:lnTo>
                  <a:pt x="104" y="128"/>
                </a:lnTo>
                <a:lnTo>
                  <a:pt x="105" y="128"/>
                </a:lnTo>
                <a:lnTo>
                  <a:pt x="106" y="128"/>
                </a:lnTo>
                <a:lnTo>
                  <a:pt x="107" y="128"/>
                </a:lnTo>
                <a:lnTo>
                  <a:pt x="107" y="127"/>
                </a:lnTo>
                <a:lnTo>
                  <a:pt x="108" y="127"/>
                </a:lnTo>
                <a:lnTo>
                  <a:pt x="108" y="125"/>
                </a:lnTo>
                <a:lnTo>
                  <a:pt x="108" y="124"/>
                </a:lnTo>
                <a:lnTo>
                  <a:pt x="107" y="124"/>
                </a:lnTo>
                <a:lnTo>
                  <a:pt x="107" y="123"/>
                </a:lnTo>
                <a:lnTo>
                  <a:pt x="108" y="122"/>
                </a:lnTo>
                <a:lnTo>
                  <a:pt x="108" y="120"/>
                </a:lnTo>
                <a:lnTo>
                  <a:pt x="109" y="118"/>
                </a:lnTo>
                <a:lnTo>
                  <a:pt x="109" y="117"/>
                </a:lnTo>
                <a:lnTo>
                  <a:pt x="108" y="117"/>
                </a:lnTo>
                <a:lnTo>
                  <a:pt x="108" y="116"/>
                </a:lnTo>
                <a:lnTo>
                  <a:pt x="108" y="115"/>
                </a:lnTo>
                <a:lnTo>
                  <a:pt x="109" y="115"/>
                </a:lnTo>
                <a:lnTo>
                  <a:pt x="110" y="116"/>
                </a:lnTo>
                <a:lnTo>
                  <a:pt x="110" y="117"/>
                </a:lnTo>
                <a:lnTo>
                  <a:pt x="111" y="117"/>
                </a:lnTo>
                <a:lnTo>
                  <a:pt x="111" y="116"/>
                </a:lnTo>
                <a:lnTo>
                  <a:pt x="111" y="115"/>
                </a:lnTo>
                <a:lnTo>
                  <a:pt x="111" y="114"/>
                </a:lnTo>
                <a:lnTo>
                  <a:pt x="110" y="114"/>
                </a:lnTo>
                <a:lnTo>
                  <a:pt x="109" y="114"/>
                </a:lnTo>
                <a:lnTo>
                  <a:pt x="109" y="113"/>
                </a:lnTo>
                <a:lnTo>
                  <a:pt x="110" y="113"/>
                </a:lnTo>
                <a:lnTo>
                  <a:pt x="111" y="112"/>
                </a:lnTo>
                <a:lnTo>
                  <a:pt x="112" y="112"/>
                </a:lnTo>
                <a:lnTo>
                  <a:pt x="113" y="112"/>
                </a:lnTo>
                <a:lnTo>
                  <a:pt x="114" y="111"/>
                </a:lnTo>
                <a:lnTo>
                  <a:pt x="115" y="111"/>
                </a:lnTo>
                <a:lnTo>
                  <a:pt x="116" y="111"/>
                </a:lnTo>
                <a:lnTo>
                  <a:pt x="117" y="111"/>
                </a:lnTo>
                <a:lnTo>
                  <a:pt x="117" y="112"/>
                </a:lnTo>
                <a:lnTo>
                  <a:pt x="118" y="112"/>
                </a:lnTo>
                <a:lnTo>
                  <a:pt x="121" y="113"/>
                </a:lnTo>
                <a:lnTo>
                  <a:pt x="122" y="113"/>
                </a:lnTo>
                <a:lnTo>
                  <a:pt x="123" y="113"/>
                </a:lnTo>
                <a:lnTo>
                  <a:pt x="125" y="114"/>
                </a:lnTo>
                <a:lnTo>
                  <a:pt x="126" y="114"/>
                </a:lnTo>
                <a:lnTo>
                  <a:pt x="126" y="113"/>
                </a:lnTo>
                <a:lnTo>
                  <a:pt x="127" y="113"/>
                </a:lnTo>
                <a:lnTo>
                  <a:pt x="128" y="113"/>
                </a:lnTo>
                <a:lnTo>
                  <a:pt x="129" y="114"/>
                </a:lnTo>
                <a:lnTo>
                  <a:pt x="131" y="114"/>
                </a:lnTo>
                <a:lnTo>
                  <a:pt x="132" y="115"/>
                </a:lnTo>
                <a:lnTo>
                  <a:pt x="133" y="116"/>
                </a:lnTo>
                <a:lnTo>
                  <a:pt x="134" y="116"/>
                </a:lnTo>
                <a:lnTo>
                  <a:pt x="134" y="117"/>
                </a:lnTo>
                <a:lnTo>
                  <a:pt x="137" y="118"/>
                </a:lnTo>
                <a:lnTo>
                  <a:pt x="139" y="119"/>
                </a:lnTo>
                <a:lnTo>
                  <a:pt x="140" y="119"/>
                </a:lnTo>
                <a:lnTo>
                  <a:pt x="140" y="118"/>
                </a:lnTo>
                <a:lnTo>
                  <a:pt x="142" y="117"/>
                </a:lnTo>
                <a:lnTo>
                  <a:pt x="143" y="117"/>
                </a:lnTo>
                <a:lnTo>
                  <a:pt x="143" y="116"/>
                </a:lnTo>
                <a:lnTo>
                  <a:pt x="144" y="115"/>
                </a:lnTo>
                <a:lnTo>
                  <a:pt x="145" y="115"/>
                </a:lnTo>
                <a:lnTo>
                  <a:pt x="146" y="115"/>
                </a:lnTo>
                <a:lnTo>
                  <a:pt x="146" y="116"/>
                </a:lnTo>
                <a:lnTo>
                  <a:pt x="148" y="117"/>
                </a:lnTo>
                <a:lnTo>
                  <a:pt x="149" y="117"/>
                </a:lnTo>
                <a:lnTo>
                  <a:pt x="149" y="116"/>
                </a:lnTo>
                <a:lnTo>
                  <a:pt x="150" y="116"/>
                </a:lnTo>
                <a:lnTo>
                  <a:pt x="151" y="116"/>
                </a:lnTo>
                <a:lnTo>
                  <a:pt x="152" y="116"/>
                </a:lnTo>
                <a:lnTo>
                  <a:pt x="153" y="116"/>
                </a:lnTo>
                <a:lnTo>
                  <a:pt x="153" y="114"/>
                </a:lnTo>
                <a:lnTo>
                  <a:pt x="154" y="113"/>
                </a:lnTo>
                <a:lnTo>
                  <a:pt x="154" y="112"/>
                </a:lnTo>
                <a:lnTo>
                  <a:pt x="153" y="112"/>
                </a:lnTo>
                <a:lnTo>
                  <a:pt x="153" y="111"/>
                </a:lnTo>
                <a:lnTo>
                  <a:pt x="153" y="110"/>
                </a:lnTo>
                <a:lnTo>
                  <a:pt x="155" y="109"/>
                </a:lnTo>
                <a:lnTo>
                  <a:pt x="156" y="108"/>
                </a:lnTo>
                <a:lnTo>
                  <a:pt x="157" y="106"/>
                </a:lnTo>
                <a:lnTo>
                  <a:pt x="156" y="105"/>
                </a:lnTo>
                <a:lnTo>
                  <a:pt x="156" y="101"/>
                </a:lnTo>
                <a:lnTo>
                  <a:pt x="157" y="98"/>
                </a:lnTo>
                <a:lnTo>
                  <a:pt x="157" y="97"/>
                </a:lnTo>
                <a:lnTo>
                  <a:pt x="158" y="96"/>
                </a:lnTo>
                <a:lnTo>
                  <a:pt x="160" y="94"/>
                </a:lnTo>
                <a:lnTo>
                  <a:pt x="161" y="93"/>
                </a:lnTo>
                <a:lnTo>
                  <a:pt x="162" y="92"/>
                </a:lnTo>
                <a:lnTo>
                  <a:pt x="163" y="91"/>
                </a:lnTo>
                <a:lnTo>
                  <a:pt x="163" y="89"/>
                </a:lnTo>
                <a:lnTo>
                  <a:pt x="163" y="88"/>
                </a:lnTo>
                <a:lnTo>
                  <a:pt x="164" y="87"/>
                </a:lnTo>
                <a:lnTo>
                  <a:pt x="164" y="86"/>
                </a:lnTo>
                <a:lnTo>
                  <a:pt x="165" y="86"/>
                </a:lnTo>
                <a:lnTo>
                  <a:pt x="166" y="85"/>
                </a:lnTo>
                <a:lnTo>
                  <a:pt x="166" y="84"/>
                </a:lnTo>
                <a:lnTo>
                  <a:pt x="167" y="84"/>
                </a:lnTo>
                <a:lnTo>
                  <a:pt x="167" y="83"/>
                </a:lnTo>
                <a:lnTo>
                  <a:pt x="167" y="82"/>
                </a:lnTo>
                <a:lnTo>
                  <a:pt x="168" y="82"/>
                </a:lnTo>
                <a:lnTo>
                  <a:pt x="168" y="81"/>
                </a:lnTo>
                <a:lnTo>
                  <a:pt x="169" y="79"/>
                </a:lnTo>
                <a:lnTo>
                  <a:pt x="170" y="79"/>
                </a:lnTo>
                <a:lnTo>
                  <a:pt x="170" y="78"/>
                </a:lnTo>
                <a:lnTo>
                  <a:pt x="170" y="77"/>
                </a:lnTo>
                <a:lnTo>
                  <a:pt x="171" y="77"/>
                </a:lnTo>
                <a:lnTo>
                  <a:pt x="171" y="75"/>
                </a:lnTo>
                <a:lnTo>
                  <a:pt x="172" y="75"/>
                </a:lnTo>
                <a:lnTo>
                  <a:pt x="172" y="74"/>
                </a:lnTo>
                <a:lnTo>
                  <a:pt x="173" y="73"/>
                </a:lnTo>
                <a:lnTo>
                  <a:pt x="174" y="72"/>
                </a:lnTo>
                <a:lnTo>
                  <a:pt x="175" y="71"/>
                </a:lnTo>
                <a:lnTo>
                  <a:pt x="176" y="70"/>
                </a:lnTo>
                <a:lnTo>
                  <a:pt x="176" y="69"/>
                </a:lnTo>
                <a:lnTo>
                  <a:pt x="176" y="68"/>
                </a:lnTo>
                <a:lnTo>
                  <a:pt x="176" y="67"/>
                </a:lnTo>
                <a:lnTo>
                  <a:pt x="177" y="67"/>
                </a:lnTo>
                <a:lnTo>
                  <a:pt x="178" y="66"/>
                </a:lnTo>
                <a:lnTo>
                  <a:pt x="178" y="65"/>
                </a:lnTo>
                <a:lnTo>
                  <a:pt x="179" y="65"/>
                </a:lnTo>
                <a:lnTo>
                  <a:pt x="179" y="64"/>
                </a:lnTo>
                <a:lnTo>
                  <a:pt x="179" y="63"/>
                </a:lnTo>
                <a:lnTo>
                  <a:pt x="180" y="63"/>
                </a:lnTo>
                <a:lnTo>
                  <a:pt x="180" y="62"/>
                </a:lnTo>
                <a:lnTo>
                  <a:pt x="180" y="61"/>
                </a:lnTo>
                <a:lnTo>
                  <a:pt x="180" y="60"/>
                </a:lnTo>
                <a:lnTo>
                  <a:pt x="180" y="59"/>
                </a:lnTo>
                <a:lnTo>
                  <a:pt x="181" y="59"/>
                </a:lnTo>
                <a:lnTo>
                  <a:pt x="181" y="58"/>
                </a:lnTo>
                <a:lnTo>
                  <a:pt x="182" y="58"/>
                </a:lnTo>
                <a:lnTo>
                  <a:pt x="183" y="58"/>
                </a:lnTo>
                <a:lnTo>
                  <a:pt x="183" y="57"/>
                </a:lnTo>
                <a:lnTo>
                  <a:pt x="184" y="57"/>
                </a:lnTo>
                <a:lnTo>
                  <a:pt x="185" y="56"/>
                </a:lnTo>
                <a:lnTo>
                  <a:pt x="186" y="55"/>
                </a:lnTo>
                <a:lnTo>
                  <a:pt x="186" y="54"/>
                </a:lnTo>
                <a:lnTo>
                  <a:pt x="185" y="54"/>
                </a:lnTo>
                <a:lnTo>
                  <a:pt x="187" y="52"/>
                </a:lnTo>
                <a:lnTo>
                  <a:pt x="187" y="51"/>
                </a:lnTo>
                <a:lnTo>
                  <a:pt x="187" y="50"/>
                </a:lnTo>
                <a:lnTo>
                  <a:pt x="188" y="50"/>
                </a:lnTo>
                <a:lnTo>
                  <a:pt x="189" y="50"/>
                </a:lnTo>
                <a:lnTo>
                  <a:pt x="190" y="50"/>
                </a:lnTo>
                <a:lnTo>
                  <a:pt x="190" y="51"/>
                </a:lnTo>
                <a:lnTo>
                  <a:pt x="191" y="51"/>
                </a:lnTo>
                <a:lnTo>
                  <a:pt x="191" y="50"/>
                </a:lnTo>
                <a:lnTo>
                  <a:pt x="192" y="50"/>
                </a:lnTo>
                <a:lnTo>
                  <a:pt x="194" y="49"/>
                </a:lnTo>
                <a:lnTo>
                  <a:pt x="196" y="47"/>
                </a:lnTo>
                <a:lnTo>
                  <a:pt x="197" y="46"/>
                </a:lnTo>
                <a:lnTo>
                  <a:pt x="200" y="46"/>
                </a:lnTo>
                <a:lnTo>
                  <a:pt x="201" y="46"/>
                </a:lnTo>
                <a:lnTo>
                  <a:pt x="204" y="48"/>
                </a:lnTo>
                <a:lnTo>
                  <a:pt x="207" y="50"/>
                </a:lnTo>
                <a:lnTo>
                  <a:pt x="208" y="50"/>
                </a:lnTo>
                <a:lnTo>
                  <a:pt x="210" y="50"/>
                </a:lnTo>
                <a:lnTo>
                  <a:pt x="211" y="50"/>
                </a:lnTo>
                <a:lnTo>
                  <a:pt x="214" y="51"/>
                </a:lnTo>
                <a:lnTo>
                  <a:pt x="215" y="52"/>
                </a:lnTo>
                <a:lnTo>
                  <a:pt x="216" y="52"/>
                </a:lnTo>
                <a:lnTo>
                  <a:pt x="217" y="53"/>
                </a:lnTo>
                <a:lnTo>
                  <a:pt x="218" y="54"/>
                </a:lnTo>
                <a:lnTo>
                  <a:pt x="219" y="55"/>
                </a:lnTo>
                <a:lnTo>
                  <a:pt x="220" y="56"/>
                </a:lnTo>
                <a:lnTo>
                  <a:pt x="221" y="57"/>
                </a:lnTo>
                <a:lnTo>
                  <a:pt x="222" y="57"/>
                </a:lnTo>
                <a:lnTo>
                  <a:pt x="223" y="58"/>
                </a:lnTo>
                <a:lnTo>
                  <a:pt x="225" y="59"/>
                </a:lnTo>
                <a:lnTo>
                  <a:pt x="226" y="60"/>
                </a:lnTo>
                <a:lnTo>
                  <a:pt x="227" y="60"/>
                </a:lnTo>
                <a:lnTo>
                  <a:pt x="228" y="59"/>
                </a:lnTo>
                <a:lnTo>
                  <a:pt x="230" y="58"/>
                </a:lnTo>
                <a:lnTo>
                  <a:pt x="231" y="58"/>
                </a:lnTo>
                <a:lnTo>
                  <a:pt x="232" y="57"/>
                </a:lnTo>
                <a:lnTo>
                  <a:pt x="233" y="57"/>
                </a:lnTo>
                <a:lnTo>
                  <a:pt x="236" y="56"/>
                </a:lnTo>
                <a:lnTo>
                  <a:pt x="236" y="55"/>
                </a:lnTo>
                <a:lnTo>
                  <a:pt x="237" y="54"/>
                </a:lnTo>
                <a:lnTo>
                  <a:pt x="237" y="53"/>
                </a:lnTo>
                <a:lnTo>
                  <a:pt x="237" y="52"/>
                </a:lnTo>
                <a:lnTo>
                  <a:pt x="238" y="51"/>
                </a:lnTo>
                <a:lnTo>
                  <a:pt x="238" y="50"/>
                </a:lnTo>
                <a:lnTo>
                  <a:pt x="239" y="49"/>
                </a:lnTo>
                <a:lnTo>
                  <a:pt x="239" y="48"/>
                </a:lnTo>
                <a:lnTo>
                  <a:pt x="239" y="47"/>
                </a:lnTo>
                <a:lnTo>
                  <a:pt x="240" y="47"/>
                </a:lnTo>
                <a:lnTo>
                  <a:pt x="240" y="46"/>
                </a:lnTo>
                <a:lnTo>
                  <a:pt x="240" y="45"/>
                </a:lnTo>
                <a:lnTo>
                  <a:pt x="240" y="43"/>
                </a:lnTo>
                <a:lnTo>
                  <a:pt x="241" y="42"/>
                </a:lnTo>
                <a:lnTo>
                  <a:pt x="242" y="42"/>
                </a:lnTo>
                <a:lnTo>
                  <a:pt x="243" y="42"/>
                </a:lnTo>
                <a:lnTo>
                  <a:pt x="244" y="42"/>
                </a:lnTo>
                <a:lnTo>
                  <a:pt x="244" y="41"/>
                </a:lnTo>
                <a:lnTo>
                  <a:pt x="245" y="41"/>
                </a:lnTo>
                <a:lnTo>
                  <a:pt x="246" y="41"/>
                </a:lnTo>
                <a:lnTo>
                  <a:pt x="247" y="40"/>
                </a:lnTo>
                <a:lnTo>
                  <a:pt x="248" y="40"/>
                </a:lnTo>
                <a:lnTo>
                  <a:pt x="249" y="40"/>
                </a:lnTo>
                <a:lnTo>
                  <a:pt x="250" y="40"/>
                </a:lnTo>
                <a:lnTo>
                  <a:pt x="251" y="39"/>
                </a:lnTo>
                <a:lnTo>
                  <a:pt x="252" y="39"/>
                </a:lnTo>
                <a:lnTo>
                  <a:pt x="254" y="39"/>
                </a:lnTo>
                <a:lnTo>
                  <a:pt x="255" y="39"/>
                </a:lnTo>
                <a:lnTo>
                  <a:pt x="256" y="39"/>
                </a:lnTo>
                <a:lnTo>
                  <a:pt x="257" y="39"/>
                </a:lnTo>
                <a:lnTo>
                  <a:pt x="257" y="38"/>
                </a:lnTo>
                <a:lnTo>
                  <a:pt x="258" y="38"/>
                </a:lnTo>
                <a:lnTo>
                  <a:pt x="259" y="38"/>
                </a:lnTo>
                <a:lnTo>
                  <a:pt x="260" y="38"/>
                </a:lnTo>
                <a:lnTo>
                  <a:pt x="261" y="38"/>
                </a:lnTo>
                <a:lnTo>
                  <a:pt x="262" y="38"/>
                </a:lnTo>
                <a:lnTo>
                  <a:pt x="262" y="37"/>
                </a:lnTo>
                <a:lnTo>
                  <a:pt x="263" y="37"/>
                </a:lnTo>
                <a:lnTo>
                  <a:pt x="264" y="36"/>
                </a:lnTo>
                <a:lnTo>
                  <a:pt x="265" y="36"/>
                </a:lnTo>
                <a:lnTo>
                  <a:pt x="266" y="36"/>
                </a:lnTo>
                <a:lnTo>
                  <a:pt x="267" y="36"/>
                </a:lnTo>
                <a:lnTo>
                  <a:pt x="268" y="36"/>
                </a:lnTo>
                <a:lnTo>
                  <a:pt x="269" y="36"/>
                </a:lnTo>
                <a:lnTo>
                  <a:pt x="269" y="35"/>
                </a:lnTo>
                <a:lnTo>
                  <a:pt x="270" y="35"/>
                </a:lnTo>
                <a:lnTo>
                  <a:pt x="271" y="35"/>
                </a:lnTo>
                <a:lnTo>
                  <a:pt x="272" y="35"/>
                </a:lnTo>
                <a:lnTo>
                  <a:pt x="272" y="34"/>
                </a:lnTo>
                <a:lnTo>
                  <a:pt x="273" y="34"/>
                </a:lnTo>
                <a:lnTo>
                  <a:pt x="273" y="35"/>
                </a:lnTo>
                <a:lnTo>
                  <a:pt x="273" y="36"/>
                </a:lnTo>
                <a:lnTo>
                  <a:pt x="274" y="36"/>
                </a:lnTo>
                <a:lnTo>
                  <a:pt x="275" y="37"/>
                </a:lnTo>
                <a:lnTo>
                  <a:pt x="275" y="38"/>
                </a:lnTo>
                <a:lnTo>
                  <a:pt x="275" y="39"/>
                </a:lnTo>
                <a:lnTo>
                  <a:pt x="276" y="40"/>
                </a:lnTo>
                <a:lnTo>
                  <a:pt x="276" y="41"/>
                </a:lnTo>
                <a:lnTo>
                  <a:pt x="277" y="42"/>
                </a:lnTo>
                <a:lnTo>
                  <a:pt x="277" y="43"/>
                </a:lnTo>
                <a:lnTo>
                  <a:pt x="278" y="43"/>
                </a:lnTo>
                <a:lnTo>
                  <a:pt x="278" y="44"/>
                </a:lnTo>
                <a:lnTo>
                  <a:pt x="279" y="44"/>
                </a:lnTo>
                <a:lnTo>
                  <a:pt x="280" y="44"/>
                </a:lnTo>
                <a:lnTo>
                  <a:pt x="282" y="44"/>
                </a:lnTo>
                <a:lnTo>
                  <a:pt x="283" y="44"/>
                </a:lnTo>
                <a:lnTo>
                  <a:pt x="285" y="44"/>
                </a:lnTo>
                <a:lnTo>
                  <a:pt x="286" y="44"/>
                </a:lnTo>
                <a:lnTo>
                  <a:pt x="287" y="44"/>
                </a:lnTo>
                <a:lnTo>
                  <a:pt x="288" y="43"/>
                </a:lnTo>
                <a:lnTo>
                  <a:pt x="289" y="43"/>
                </a:lnTo>
                <a:lnTo>
                  <a:pt x="290" y="43"/>
                </a:lnTo>
                <a:lnTo>
                  <a:pt x="291" y="43"/>
                </a:lnTo>
                <a:lnTo>
                  <a:pt x="292" y="43"/>
                </a:lnTo>
                <a:lnTo>
                  <a:pt x="293" y="43"/>
                </a:lnTo>
                <a:lnTo>
                  <a:pt x="294" y="42"/>
                </a:lnTo>
                <a:lnTo>
                  <a:pt x="295" y="42"/>
                </a:lnTo>
                <a:lnTo>
                  <a:pt x="296" y="42"/>
                </a:lnTo>
                <a:lnTo>
                  <a:pt x="297" y="42"/>
                </a:lnTo>
                <a:lnTo>
                  <a:pt x="298" y="42"/>
                </a:lnTo>
                <a:lnTo>
                  <a:pt x="299" y="42"/>
                </a:lnTo>
                <a:lnTo>
                  <a:pt x="300" y="41"/>
                </a:lnTo>
                <a:lnTo>
                  <a:pt x="301" y="41"/>
                </a:lnTo>
                <a:lnTo>
                  <a:pt x="302" y="40"/>
                </a:lnTo>
                <a:lnTo>
                  <a:pt x="302" y="39"/>
                </a:lnTo>
                <a:lnTo>
                  <a:pt x="303" y="38"/>
                </a:lnTo>
                <a:lnTo>
                  <a:pt x="304" y="38"/>
                </a:lnTo>
                <a:lnTo>
                  <a:pt x="304" y="37"/>
                </a:lnTo>
                <a:lnTo>
                  <a:pt x="305" y="37"/>
                </a:lnTo>
                <a:lnTo>
                  <a:pt x="305" y="36"/>
                </a:lnTo>
                <a:lnTo>
                  <a:pt x="306" y="36"/>
                </a:lnTo>
                <a:lnTo>
                  <a:pt x="306" y="35"/>
                </a:lnTo>
                <a:lnTo>
                  <a:pt x="307" y="35"/>
                </a:lnTo>
                <a:lnTo>
                  <a:pt x="308" y="35"/>
                </a:lnTo>
                <a:lnTo>
                  <a:pt x="308" y="34"/>
                </a:lnTo>
                <a:lnTo>
                  <a:pt x="309" y="34"/>
                </a:lnTo>
                <a:lnTo>
                  <a:pt x="310" y="33"/>
                </a:lnTo>
                <a:lnTo>
                  <a:pt x="310" y="32"/>
                </a:lnTo>
                <a:lnTo>
                  <a:pt x="311" y="32"/>
                </a:lnTo>
                <a:lnTo>
                  <a:pt x="311" y="31"/>
                </a:lnTo>
                <a:lnTo>
                  <a:pt x="314" y="30"/>
                </a:lnTo>
                <a:lnTo>
                  <a:pt x="315" y="29"/>
                </a:lnTo>
                <a:lnTo>
                  <a:pt x="316" y="29"/>
                </a:lnTo>
                <a:lnTo>
                  <a:pt x="317" y="29"/>
                </a:lnTo>
                <a:lnTo>
                  <a:pt x="317" y="28"/>
                </a:lnTo>
                <a:lnTo>
                  <a:pt x="318" y="28"/>
                </a:lnTo>
                <a:lnTo>
                  <a:pt x="319" y="27"/>
                </a:lnTo>
                <a:lnTo>
                  <a:pt x="320" y="26"/>
                </a:lnTo>
                <a:lnTo>
                  <a:pt x="320" y="25"/>
                </a:lnTo>
                <a:lnTo>
                  <a:pt x="321" y="25"/>
                </a:lnTo>
                <a:lnTo>
                  <a:pt x="321" y="24"/>
                </a:lnTo>
                <a:lnTo>
                  <a:pt x="321" y="23"/>
                </a:lnTo>
                <a:lnTo>
                  <a:pt x="322" y="24"/>
                </a:lnTo>
                <a:lnTo>
                  <a:pt x="322" y="25"/>
                </a:lnTo>
                <a:lnTo>
                  <a:pt x="323" y="25"/>
                </a:lnTo>
                <a:lnTo>
                  <a:pt x="325" y="25"/>
                </a:lnTo>
                <a:lnTo>
                  <a:pt x="325" y="26"/>
                </a:lnTo>
                <a:lnTo>
                  <a:pt x="326" y="27"/>
                </a:lnTo>
                <a:lnTo>
                  <a:pt x="326" y="28"/>
                </a:lnTo>
                <a:lnTo>
                  <a:pt x="327" y="28"/>
                </a:lnTo>
                <a:lnTo>
                  <a:pt x="328" y="29"/>
                </a:lnTo>
                <a:lnTo>
                  <a:pt x="328" y="30"/>
                </a:lnTo>
                <a:lnTo>
                  <a:pt x="329" y="30"/>
                </a:lnTo>
                <a:lnTo>
                  <a:pt x="329" y="31"/>
                </a:lnTo>
                <a:lnTo>
                  <a:pt x="330" y="30"/>
                </a:lnTo>
                <a:lnTo>
                  <a:pt x="331" y="29"/>
                </a:lnTo>
                <a:lnTo>
                  <a:pt x="332" y="29"/>
                </a:lnTo>
                <a:lnTo>
                  <a:pt x="332" y="28"/>
                </a:lnTo>
                <a:lnTo>
                  <a:pt x="332" y="27"/>
                </a:lnTo>
                <a:lnTo>
                  <a:pt x="333" y="26"/>
                </a:lnTo>
                <a:lnTo>
                  <a:pt x="334" y="26"/>
                </a:lnTo>
                <a:lnTo>
                  <a:pt x="335" y="25"/>
                </a:lnTo>
                <a:lnTo>
                  <a:pt x="335" y="24"/>
                </a:lnTo>
                <a:lnTo>
                  <a:pt x="336" y="24"/>
                </a:lnTo>
                <a:lnTo>
                  <a:pt x="336" y="23"/>
                </a:lnTo>
                <a:lnTo>
                  <a:pt x="337" y="23"/>
                </a:lnTo>
                <a:lnTo>
                  <a:pt x="338" y="23"/>
                </a:lnTo>
                <a:lnTo>
                  <a:pt x="339" y="23"/>
                </a:lnTo>
                <a:lnTo>
                  <a:pt x="340" y="23"/>
                </a:lnTo>
                <a:lnTo>
                  <a:pt x="341" y="23"/>
                </a:lnTo>
                <a:lnTo>
                  <a:pt x="342" y="23"/>
                </a:lnTo>
                <a:lnTo>
                  <a:pt x="343" y="23"/>
                </a:lnTo>
                <a:lnTo>
                  <a:pt x="344" y="23"/>
                </a:lnTo>
                <a:lnTo>
                  <a:pt x="345" y="22"/>
                </a:lnTo>
                <a:lnTo>
                  <a:pt x="347" y="21"/>
                </a:lnTo>
                <a:lnTo>
                  <a:pt x="348" y="20"/>
                </a:lnTo>
                <a:lnTo>
                  <a:pt x="348" y="19"/>
                </a:lnTo>
                <a:lnTo>
                  <a:pt x="347" y="19"/>
                </a:lnTo>
                <a:lnTo>
                  <a:pt x="347" y="18"/>
                </a:lnTo>
                <a:lnTo>
                  <a:pt x="348" y="17"/>
                </a:lnTo>
                <a:lnTo>
                  <a:pt x="347" y="17"/>
                </a:lnTo>
                <a:lnTo>
                  <a:pt x="346" y="16"/>
                </a:lnTo>
                <a:lnTo>
                  <a:pt x="345" y="15"/>
                </a:lnTo>
                <a:lnTo>
                  <a:pt x="344" y="14"/>
                </a:lnTo>
                <a:lnTo>
                  <a:pt x="345" y="12"/>
                </a:lnTo>
                <a:lnTo>
                  <a:pt x="346" y="12"/>
                </a:lnTo>
                <a:lnTo>
                  <a:pt x="346" y="11"/>
                </a:lnTo>
                <a:lnTo>
                  <a:pt x="347" y="11"/>
                </a:lnTo>
                <a:lnTo>
                  <a:pt x="346" y="10"/>
                </a:lnTo>
                <a:lnTo>
                  <a:pt x="347" y="9"/>
                </a:lnTo>
                <a:lnTo>
                  <a:pt x="347" y="8"/>
                </a:lnTo>
                <a:lnTo>
                  <a:pt x="347" y="7"/>
                </a:lnTo>
                <a:lnTo>
                  <a:pt x="347" y="6"/>
                </a:lnTo>
                <a:lnTo>
                  <a:pt x="346" y="5"/>
                </a:lnTo>
                <a:lnTo>
                  <a:pt x="346" y="3"/>
                </a:lnTo>
                <a:lnTo>
                  <a:pt x="346" y="2"/>
                </a:lnTo>
                <a:lnTo>
                  <a:pt x="347" y="2"/>
                </a:lnTo>
                <a:lnTo>
                  <a:pt x="348" y="2"/>
                </a:lnTo>
                <a:lnTo>
                  <a:pt x="348" y="1"/>
                </a:lnTo>
                <a:lnTo>
                  <a:pt x="349" y="1"/>
                </a:lnTo>
                <a:lnTo>
                  <a:pt x="350" y="1"/>
                </a:lnTo>
                <a:lnTo>
                  <a:pt x="351" y="1"/>
                </a:lnTo>
                <a:lnTo>
                  <a:pt x="352" y="0"/>
                </a:lnTo>
                <a:lnTo>
                  <a:pt x="353" y="0"/>
                </a:lnTo>
                <a:lnTo>
                  <a:pt x="353" y="1"/>
                </a:lnTo>
                <a:lnTo>
                  <a:pt x="35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7" name=""/>
          <p:cNvSpPr/>
          <p:nvPr/>
        </p:nvSpPr>
        <p:spPr>
          <a:xfrm>
            <a:off x="3882600" y="3171240"/>
            <a:ext cx="937440" cy="587160"/>
          </a:xfrm>
          <a:custGeom>
            <a:avLst/>
            <a:gdLst/>
            <a:ahLst/>
            <a:rect l="0" t="0" r="r" b="b"/>
            <a:pathLst>
              <a:path w="2604" h="1631">
                <a:moveTo>
                  <a:pt x="2193" y="1"/>
                </a:moveTo>
                <a:lnTo>
                  <a:pt x="2193" y="2"/>
                </a:lnTo>
                <a:lnTo>
                  <a:pt x="2194" y="2"/>
                </a:lnTo>
                <a:lnTo>
                  <a:pt x="2195" y="2"/>
                </a:lnTo>
                <a:lnTo>
                  <a:pt x="2196" y="3"/>
                </a:lnTo>
                <a:lnTo>
                  <a:pt x="2197" y="4"/>
                </a:lnTo>
                <a:lnTo>
                  <a:pt x="2197" y="5"/>
                </a:lnTo>
                <a:lnTo>
                  <a:pt x="2198" y="5"/>
                </a:lnTo>
                <a:lnTo>
                  <a:pt x="2198" y="4"/>
                </a:lnTo>
                <a:lnTo>
                  <a:pt x="2199" y="4"/>
                </a:lnTo>
                <a:lnTo>
                  <a:pt x="2199" y="5"/>
                </a:lnTo>
                <a:lnTo>
                  <a:pt x="2200" y="5"/>
                </a:lnTo>
                <a:lnTo>
                  <a:pt x="2200" y="6"/>
                </a:lnTo>
                <a:lnTo>
                  <a:pt x="2201" y="6"/>
                </a:lnTo>
                <a:lnTo>
                  <a:pt x="2201" y="7"/>
                </a:lnTo>
                <a:lnTo>
                  <a:pt x="2202" y="7"/>
                </a:lnTo>
                <a:lnTo>
                  <a:pt x="2203" y="8"/>
                </a:lnTo>
                <a:lnTo>
                  <a:pt x="2204" y="8"/>
                </a:lnTo>
                <a:lnTo>
                  <a:pt x="2205" y="8"/>
                </a:lnTo>
                <a:lnTo>
                  <a:pt x="2206" y="8"/>
                </a:lnTo>
                <a:lnTo>
                  <a:pt x="2206" y="9"/>
                </a:lnTo>
                <a:lnTo>
                  <a:pt x="2207" y="9"/>
                </a:lnTo>
                <a:lnTo>
                  <a:pt x="2207" y="10"/>
                </a:lnTo>
                <a:lnTo>
                  <a:pt x="2208" y="10"/>
                </a:lnTo>
                <a:lnTo>
                  <a:pt x="2209" y="10"/>
                </a:lnTo>
                <a:lnTo>
                  <a:pt x="2209" y="11"/>
                </a:lnTo>
                <a:lnTo>
                  <a:pt x="2208" y="12"/>
                </a:lnTo>
                <a:lnTo>
                  <a:pt x="2208" y="13"/>
                </a:lnTo>
                <a:lnTo>
                  <a:pt x="2208" y="14"/>
                </a:lnTo>
                <a:lnTo>
                  <a:pt x="2207" y="15"/>
                </a:lnTo>
                <a:lnTo>
                  <a:pt x="2206" y="15"/>
                </a:lnTo>
                <a:lnTo>
                  <a:pt x="2206" y="16"/>
                </a:lnTo>
                <a:lnTo>
                  <a:pt x="2206" y="17"/>
                </a:lnTo>
                <a:lnTo>
                  <a:pt x="2207" y="17"/>
                </a:lnTo>
                <a:lnTo>
                  <a:pt x="2208" y="18"/>
                </a:lnTo>
                <a:lnTo>
                  <a:pt x="2209" y="18"/>
                </a:lnTo>
                <a:lnTo>
                  <a:pt x="2210" y="18"/>
                </a:lnTo>
                <a:lnTo>
                  <a:pt x="2211" y="18"/>
                </a:lnTo>
                <a:lnTo>
                  <a:pt x="2211" y="19"/>
                </a:lnTo>
                <a:lnTo>
                  <a:pt x="2212" y="20"/>
                </a:lnTo>
                <a:lnTo>
                  <a:pt x="2213" y="20"/>
                </a:lnTo>
                <a:lnTo>
                  <a:pt x="2214" y="20"/>
                </a:lnTo>
                <a:lnTo>
                  <a:pt x="2214" y="19"/>
                </a:lnTo>
                <a:lnTo>
                  <a:pt x="2215" y="19"/>
                </a:lnTo>
                <a:lnTo>
                  <a:pt x="2215" y="20"/>
                </a:lnTo>
                <a:lnTo>
                  <a:pt x="2216" y="20"/>
                </a:lnTo>
                <a:lnTo>
                  <a:pt x="2216" y="21"/>
                </a:lnTo>
                <a:lnTo>
                  <a:pt x="2216" y="22"/>
                </a:lnTo>
                <a:lnTo>
                  <a:pt x="2217" y="22"/>
                </a:lnTo>
                <a:lnTo>
                  <a:pt x="2217" y="23"/>
                </a:lnTo>
                <a:lnTo>
                  <a:pt x="2217" y="22"/>
                </a:lnTo>
                <a:lnTo>
                  <a:pt x="2218" y="22"/>
                </a:lnTo>
                <a:lnTo>
                  <a:pt x="2218" y="23"/>
                </a:lnTo>
                <a:lnTo>
                  <a:pt x="2217" y="23"/>
                </a:lnTo>
                <a:lnTo>
                  <a:pt x="2217" y="24"/>
                </a:lnTo>
                <a:lnTo>
                  <a:pt x="2218" y="24"/>
                </a:lnTo>
                <a:lnTo>
                  <a:pt x="2217" y="25"/>
                </a:lnTo>
                <a:lnTo>
                  <a:pt x="2217" y="26"/>
                </a:lnTo>
                <a:lnTo>
                  <a:pt x="2218" y="26"/>
                </a:lnTo>
                <a:lnTo>
                  <a:pt x="2218" y="27"/>
                </a:lnTo>
                <a:lnTo>
                  <a:pt x="2219" y="27"/>
                </a:lnTo>
                <a:lnTo>
                  <a:pt x="2220" y="27"/>
                </a:lnTo>
                <a:lnTo>
                  <a:pt x="2220" y="28"/>
                </a:lnTo>
                <a:lnTo>
                  <a:pt x="2221" y="28"/>
                </a:lnTo>
                <a:lnTo>
                  <a:pt x="2221" y="29"/>
                </a:lnTo>
                <a:lnTo>
                  <a:pt x="2220" y="29"/>
                </a:lnTo>
                <a:lnTo>
                  <a:pt x="2219" y="30"/>
                </a:lnTo>
                <a:lnTo>
                  <a:pt x="2219" y="31"/>
                </a:lnTo>
                <a:lnTo>
                  <a:pt x="2218" y="31"/>
                </a:lnTo>
                <a:lnTo>
                  <a:pt x="2218" y="32"/>
                </a:lnTo>
                <a:lnTo>
                  <a:pt x="2218" y="33"/>
                </a:lnTo>
                <a:lnTo>
                  <a:pt x="2217" y="33"/>
                </a:lnTo>
                <a:lnTo>
                  <a:pt x="2216" y="34"/>
                </a:lnTo>
                <a:lnTo>
                  <a:pt x="2215" y="34"/>
                </a:lnTo>
                <a:lnTo>
                  <a:pt x="2214" y="35"/>
                </a:lnTo>
                <a:lnTo>
                  <a:pt x="2213" y="35"/>
                </a:lnTo>
                <a:lnTo>
                  <a:pt x="2212" y="35"/>
                </a:lnTo>
                <a:lnTo>
                  <a:pt x="2211" y="35"/>
                </a:lnTo>
                <a:lnTo>
                  <a:pt x="2212" y="35"/>
                </a:lnTo>
                <a:lnTo>
                  <a:pt x="2212" y="36"/>
                </a:lnTo>
                <a:lnTo>
                  <a:pt x="2211" y="36"/>
                </a:lnTo>
                <a:lnTo>
                  <a:pt x="2210" y="37"/>
                </a:lnTo>
                <a:lnTo>
                  <a:pt x="2210" y="38"/>
                </a:lnTo>
                <a:lnTo>
                  <a:pt x="2209" y="39"/>
                </a:lnTo>
                <a:lnTo>
                  <a:pt x="2209" y="40"/>
                </a:lnTo>
                <a:lnTo>
                  <a:pt x="2208" y="40"/>
                </a:lnTo>
                <a:lnTo>
                  <a:pt x="2208" y="41"/>
                </a:lnTo>
                <a:lnTo>
                  <a:pt x="2208" y="42"/>
                </a:lnTo>
                <a:lnTo>
                  <a:pt x="2207" y="43"/>
                </a:lnTo>
                <a:lnTo>
                  <a:pt x="2207" y="44"/>
                </a:lnTo>
                <a:lnTo>
                  <a:pt x="2206" y="44"/>
                </a:lnTo>
                <a:lnTo>
                  <a:pt x="2205" y="44"/>
                </a:lnTo>
                <a:lnTo>
                  <a:pt x="2205" y="45"/>
                </a:lnTo>
                <a:lnTo>
                  <a:pt x="2204" y="45"/>
                </a:lnTo>
                <a:lnTo>
                  <a:pt x="2204" y="46"/>
                </a:lnTo>
                <a:lnTo>
                  <a:pt x="2203" y="46"/>
                </a:lnTo>
                <a:lnTo>
                  <a:pt x="2202" y="46"/>
                </a:lnTo>
                <a:lnTo>
                  <a:pt x="2203" y="46"/>
                </a:lnTo>
                <a:lnTo>
                  <a:pt x="2202" y="46"/>
                </a:lnTo>
                <a:lnTo>
                  <a:pt x="2202" y="47"/>
                </a:lnTo>
                <a:lnTo>
                  <a:pt x="2202" y="48"/>
                </a:lnTo>
                <a:lnTo>
                  <a:pt x="2203" y="49"/>
                </a:lnTo>
                <a:lnTo>
                  <a:pt x="2203" y="50"/>
                </a:lnTo>
                <a:lnTo>
                  <a:pt x="2202" y="50"/>
                </a:lnTo>
                <a:lnTo>
                  <a:pt x="2202" y="51"/>
                </a:lnTo>
                <a:lnTo>
                  <a:pt x="2201" y="51"/>
                </a:lnTo>
                <a:lnTo>
                  <a:pt x="2201" y="52"/>
                </a:lnTo>
                <a:lnTo>
                  <a:pt x="2200" y="53"/>
                </a:lnTo>
                <a:lnTo>
                  <a:pt x="2199" y="53"/>
                </a:lnTo>
                <a:lnTo>
                  <a:pt x="2199" y="54"/>
                </a:lnTo>
                <a:lnTo>
                  <a:pt x="2198" y="54"/>
                </a:lnTo>
                <a:lnTo>
                  <a:pt x="2197" y="54"/>
                </a:lnTo>
                <a:lnTo>
                  <a:pt x="2196" y="55"/>
                </a:lnTo>
                <a:lnTo>
                  <a:pt x="2195" y="56"/>
                </a:lnTo>
                <a:lnTo>
                  <a:pt x="2194" y="57"/>
                </a:lnTo>
                <a:lnTo>
                  <a:pt x="2193" y="57"/>
                </a:lnTo>
                <a:lnTo>
                  <a:pt x="2193" y="58"/>
                </a:lnTo>
                <a:lnTo>
                  <a:pt x="2192" y="58"/>
                </a:lnTo>
                <a:lnTo>
                  <a:pt x="2190" y="58"/>
                </a:lnTo>
                <a:lnTo>
                  <a:pt x="2190" y="59"/>
                </a:lnTo>
                <a:lnTo>
                  <a:pt x="2189" y="59"/>
                </a:lnTo>
                <a:lnTo>
                  <a:pt x="2189" y="60"/>
                </a:lnTo>
                <a:lnTo>
                  <a:pt x="2189" y="61"/>
                </a:lnTo>
                <a:lnTo>
                  <a:pt x="2188" y="61"/>
                </a:lnTo>
                <a:lnTo>
                  <a:pt x="2188" y="62"/>
                </a:lnTo>
                <a:lnTo>
                  <a:pt x="2187" y="63"/>
                </a:lnTo>
                <a:lnTo>
                  <a:pt x="2186" y="63"/>
                </a:lnTo>
                <a:lnTo>
                  <a:pt x="2185" y="65"/>
                </a:lnTo>
                <a:lnTo>
                  <a:pt x="2184" y="65"/>
                </a:lnTo>
                <a:lnTo>
                  <a:pt x="2183" y="65"/>
                </a:lnTo>
                <a:lnTo>
                  <a:pt x="2183" y="66"/>
                </a:lnTo>
                <a:lnTo>
                  <a:pt x="2182" y="66"/>
                </a:lnTo>
                <a:lnTo>
                  <a:pt x="2181" y="67"/>
                </a:lnTo>
                <a:lnTo>
                  <a:pt x="2180" y="67"/>
                </a:lnTo>
                <a:lnTo>
                  <a:pt x="2178" y="67"/>
                </a:lnTo>
                <a:lnTo>
                  <a:pt x="2178" y="68"/>
                </a:lnTo>
                <a:lnTo>
                  <a:pt x="2177" y="68"/>
                </a:lnTo>
                <a:lnTo>
                  <a:pt x="2176" y="68"/>
                </a:lnTo>
                <a:lnTo>
                  <a:pt x="2175" y="68"/>
                </a:lnTo>
                <a:lnTo>
                  <a:pt x="2175" y="69"/>
                </a:lnTo>
                <a:lnTo>
                  <a:pt x="2174" y="69"/>
                </a:lnTo>
                <a:lnTo>
                  <a:pt x="2173" y="69"/>
                </a:lnTo>
                <a:lnTo>
                  <a:pt x="2173" y="70"/>
                </a:lnTo>
                <a:lnTo>
                  <a:pt x="2174" y="70"/>
                </a:lnTo>
                <a:lnTo>
                  <a:pt x="2173" y="70"/>
                </a:lnTo>
                <a:lnTo>
                  <a:pt x="2173" y="71"/>
                </a:lnTo>
                <a:lnTo>
                  <a:pt x="2172" y="71"/>
                </a:lnTo>
                <a:lnTo>
                  <a:pt x="2172" y="72"/>
                </a:lnTo>
                <a:lnTo>
                  <a:pt x="2171" y="72"/>
                </a:lnTo>
                <a:lnTo>
                  <a:pt x="2170" y="72"/>
                </a:lnTo>
                <a:lnTo>
                  <a:pt x="2169" y="73"/>
                </a:lnTo>
                <a:lnTo>
                  <a:pt x="2169" y="74"/>
                </a:lnTo>
                <a:lnTo>
                  <a:pt x="2168" y="74"/>
                </a:lnTo>
                <a:lnTo>
                  <a:pt x="2167" y="74"/>
                </a:lnTo>
                <a:lnTo>
                  <a:pt x="2166" y="74"/>
                </a:lnTo>
                <a:lnTo>
                  <a:pt x="2166" y="75"/>
                </a:lnTo>
                <a:lnTo>
                  <a:pt x="2165" y="75"/>
                </a:lnTo>
                <a:lnTo>
                  <a:pt x="2165" y="76"/>
                </a:lnTo>
                <a:lnTo>
                  <a:pt x="2164" y="76"/>
                </a:lnTo>
                <a:lnTo>
                  <a:pt x="2165" y="77"/>
                </a:lnTo>
                <a:lnTo>
                  <a:pt x="2166" y="78"/>
                </a:lnTo>
                <a:lnTo>
                  <a:pt x="2168" y="78"/>
                </a:lnTo>
                <a:lnTo>
                  <a:pt x="2169" y="78"/>
                </a:lnTo>
                <a:lnTo>
                  <a:pt x="2170" y="77"/>
                </a:lnTo>
                <a:lnTo>
                  <a:pt x="2171" y="77"/>
                </a:lnTo>
                <a:lnTo>
                  <a:pt x="2172" y="77"/>
                </a:lnTo>
                <a:lnTo>
                  <a:pt x="2175" y="78"/>
                </a:lnTo>
                <a:lnTo>
                  <a:pt x="2176" y="78"/>
                </a:lnTo>
                <a:lnTo>
                  <a:pt x="2176" y="79"/>
                </a:lnTo>
                <a:lnTo>
                  <a:pt x="2177" y="79"/>
                </a:lnTo>
                <a:lnTo>
                  <a:pt x="2177" y="80"/>
                </a:lnTo>
                <a:lnTo>
                  <a:pt x="2177" y="81"/>
                </a:lnTo>
                <a:lnTo>
                  <a:pt x="2178" y="81"/>
                </a:lnTo>
                <a:lnTo>
                  <a:pt x="2179" y="81"/>
                </a:lnTo>
                <a:lnTo>
                  <a:pt x="2179" y="82"/>
                </a:lnTo>
                <a:lnTo>
                  <a:pt x="2180" y="83"/>
                </a:lnTo>
                <a:lnTo>
                  <a:pt x="2181" y="83"/>
                </a:lnTo>
                <a:lnTo>
                  <a:pt x="2182" y="83"/>
                </a:lnTo>
                <a:lnTo>
                  <a:pt x="2183" y="83"/>
                </a:lnTo>
                <a:lnTo>
                  <a:pt x="2184" y="83"/>
                </a:lnTo>
                <a:lnTo>
                  <a:pt x="2184" y="84"/>
                </a:lnTo>
                <a:lnTo>
                  <a:pt x="2184" y="85"/>
                </a:lnTo>
                <a:lnTo>
                  <a:pt x="2185" y="86"/>
                </a:lnTo>
                <a:lnTo>
                  <a:pt x="2186" y="86"/>
                </a:lnTo>
                <a:lnTo>
                  <a:pt x="2187" y="86"/>
                </a:lnTo>
                <a:lnTo>
                  <a:pt x="2187" y="87"/>
                </a:lnTo>
                <a:lnTo>
                  <a:pt x="2188" y="87"/>
                </a:lnTo>
                <a:lnTo>
                  <a:pt x="2189" y="87"/>
                </a:lnTo>
                <a:lnTo>
                  <a:pt x="2189" y="88"/>
                </a:lnTo>
                <a:lnTo>
                  <a:pt x="2190" y="88"/>
                </a:lnTo>
                <a:lnTo>
                  <a:pt x="2191" y="88"/>
                </a:lnTo>
                <a:lnTo>
                  <a:pt x="2192" y="88"/>
                </a:lnTo>
                <a:lnTo>
                  <a:pt x="2193" y="88"/>
                </a:lnTo>
                <a:lnTo>
                  <a:pt x="2193" y="89"/>
                </a:lnTo>
                <a:lnTo>
                  <a:pt x="2194" y="89"/>
                </a:lnTo>
                <a:lnTo>
                  <a:pt x="2194" y="90"/>
                </a:lnTo>
                <a:lnTo>
                  <a:pt x="2195" y="91"/>
                </a:lnTo>
                <a:lnTo>
                  <a:pt x="2196" y="91"/>
                </a:lnTo>
                <a:lnTo>
                  <a:pt x="2196" y="90"/>
                </a:lnTo>
                <a:lnTo>
                  <a:pt x="2197" y="90"/>
                </a:lnTo>
                <a:lnTo>
                  <a:pt x="2198" y="90"/>
                </a:lnTo>
                <a:lnTo>
                  <a:pt x="2199" y="90"/>
                </a:lnTo>
                <a:lnTo>
                  <a:pt x="2200" y="91"/>
                </a:lnTo>
                <a:lnTo>
                  <a:pt x="2200" y="92"/>
                </a:lnTo>
                <a:lnTo>
                  <a:pt x="2201" y="92"/>
                </a:lnTo>
                <a:lnTo>
                  <a:pt x="2202" y="92"/>
                </a:lnTo>
                <a:lnTo>
                  <a:pt x="2203" y="92"/>
                </a:lnTo>
                <a:lnTo>
                  <a:pt x="2204" y="92"/>
                </a:lnTo>
                <a:lnTo>
                  <a:pt x="2205" y="92"/>
                </a:lnTo>
                <a:lnTo>
                  <a:pt x="2206" y="92"/>
                </a:lnTo>
                <a:lnTo>
                  <a:pt x="2206" y="93"/>
                </a:lnTo>
                <a:lnTo>
                  <a:pt x="2207" y="93"/>
                </a:lnTo>
                <a:lnTo>
                  <a:pt x="2208" y="93"/>
                </a:lnTo>
                <a:lnTo>
                  <a:pt x="2209" y="94"/>
                </a:lnTo>
                <a:lnTo>
                  <a:pt x="2208" y="94"/>
                </a:lnTo>
                <a:lnTo>
                  <a:pt x="2208" y="95"/>
                </a:lnTo>
                <a:lnTo>
                  <a:pt x="2207" y="96"/>
                </a:lnTo>
                <a:lnTo>
                  <a:pt x="2207" y="97"/>
                </a:lnTo>
                <a:lnTo>
                  <a:pt x="2208" y="97"/>
                </a:lnTo>
                <a:lnTo>
                  <a:pt x="2209" y="98"/>
                </a:lnTo>
                <a:lnTo>
                  <a:pt x="2209" y="99"/>
                </a:lnTo>
                <a:lnTo>
                  <a:pt x="2210" y="99"/>
                </a:lnTo>
                <a:lnTo>
                  <a:pt x="2210" y="100"/>
                </a:lnTo>
                <a:lnTo>
                  <a:pt x="2211" y="101"/>
                </a:lnTo>
                <a:lnTo>
                  <a:pt x="2212" y="101"/>
                </a:lnTo>
                <a:lnTo>
                  <a:pt x="2212" y="103"/>
                </a:lnTo>
                <a:lnTo>
                  <a:pt x="2212" y="105"/>
                </a:lnTo>
                <a:lnTo>
                  <a:pt x="2213" y="105"/>
                </a:lnTo>
                <a:lnTo>
                  <a:pt x="2214" y="105"/>
                </a:lnTo>
                <a:lnTo>
                  <a:pt x="2215" y="105"/>
                </a:lnTo>
                <a:lnTo>
                  <a:pt x="2216" y="105"/>
                </a:lnTo>
                <a:lnTo>
                  <a:pt x="2217" y="106"/>
                </a:lnTo>
                <a:lnTo>
                  <a:pt x="2218" y="106"/>
                </a:lnTo>
                <a:lnTo>
                  <a:pt x="2219" y="106"/>
                </a:lnTo>
                <a:lnTo>
                  <a:pt x="2220" y="106"/>
                </a:lnTo>
                <a:lnTo>
                  <a:pt x="2220" y="107"/>
                </a:lnTo>
                <a:lnTo>
                  <a:pt x="2221" y="107"/>
                </a:lnTo>
                <a:lnTo>
                  <a:pt x="2222" y="107"/>
                </a:lnTo>
                <a:lnTo>
                  <a:pt x="2222" y="108"/>
                </a:lnTo>
                <a:lnTo>
                  <a:pt x="2223" y="108"/>
                </a:lnTo>
                <a:lnTo>
                  <a:pt x="2224" y="108"/>
                </a:lnTo>
                <a:lnTo>
                  <a:pt x="2225" y="108"/>
                </a:lnTo>
                <a:lnTo>
                  <a:pt x="2226" y="108"/>
                </a:lnTo>
                <a:lnTo>
                  <a:pt x="2227" y="108"/>
                </a:lnTo>
                <a:lnTo>
                  <a:pt x="2229" y="108"/>
                </a:lnTo>
                <a:lnTo>
                  <a:pt x="2230" y="108"/>
                </a:lnTo>
                <a:lnTo>
                  <a:pt x="2231" y="108"/>
                </a:lnTo>
                <a:lnTo>
                  <a:pt x="2232" y="108"/>
                </a:lnTo>
                <a:lnTo>
                  <a:pt x="2232" y="107"/>
                </a:lnTo>
                <a:lnTo>
                  <a:pt x="2233" y="105"/>
                </a:lnTo>
                <a:lnTo>
                  <a:pt x="2233" y="104"/>
                </a:lnTo>
                <a:lnTo>
                  <a:pt x="2234" y="104"/>
                </a:lnTo>
                <a:lnTo>
                  <a:pt x="2235" y="104"/>
                </a:lnTo>
                <a:lnTo>
                  <a:pt x="2235" y="103"/>
                </a:lnTo>
                <a:lnTo>
                  <a:pt x="2235" y="102"/>
                </a:lnTo>
                <a:lnTo>
                  <a:pt x="2236" y="102"/>
                </a:lnTo>
                <a:lnTo>
                  <a:pt x="2237" y="101"/>
                </a:lnTo>
                <a:lnTo>
                  <a:pt x="2238" y="100"/>
                </a:lnTo>
                <a:lnTo>
                  <a:pt x="2239" y="100"/>
                </a:lnTo>
                <a:lnTo>
                  <a:pt x="2240" y="99"/>
                </a:lnTo>
                <a:lnTo>
                  <a:pt x="2241" y="97"/>
                </a:lnTo>
                <a:lnTo>
                  <a:pt x="2242" y="97"/>
                </a:lnTo>
                <a:lnTo>
                  <a:pt x="2241" y="97"/>
                </a:lnTo>
                <a:lnTo>
                  <a:pt x="2241" y="95"/>
                </a:lnTo>
                <a:lnTo>
                  <a:pt x="2242" y="95"/>
                </a:lnTo>
                <a:lnTo>
                  <a:pt x="2243" y="95"/>
                </a:lnTo>
                <a:lnTo>
                  <a:pt x="2243" y="94"/>
                </a:lnTo>
                <a:lnTo>
                  <a:pt x="2244" y="94"/>
                </a:lnTo>
                <a:lnTo>
                  <a:pt x="2245" y="94"/>
                </a:lnTo>
                <a:lnTo>
                  <a:pt x="2245" y="93"/>
                </a:lnTo>
                <a:lnTo>
                  <a:pt x="2245" y="92"/>
                </a:lnTo>
                <a:lnTo>
                  <a:pt x="2246" y="92"/>
                </a:lnTo>
                <a:lnTo>
                  <a:pt x="2247" y="91"/>
                </a:lnTo>
                <a:lnTo>
                  <a:pt x="2247" y="90"/>
                </a:lnTo>
                <a:lnTo>
                  <a:pt x="2248" y="90"/>
                </a:lnTo>
                <a:lnTo>
                  <a:pt x="2248" y="89"/>
                </a:lnTo>
                <a:lnTo>
                  <a:pt x="2249" y="89"/>
                </a:lnTo>
                <a:lnTo>
                  <a:pt x="2249" y="88"/>
                </a:lnTo>
                <a:lnTo>
                  <a:pt x="2250" y="88"/>
                </a:lnTo>
                <a:lnTo>
                  <a:pt x="2249" y="88"/>
                </a:lnTo>
                <a:lnTo>
                  <a:pt x="2249" y="87"/>
                </a:lnTo>
                <a:lnTo>
                  <a:pt x="2250" y="87"/>
                </a:lnTo>
                <a:lnTo>
                  <a:pt x="2250" y="85"/>
                </a:lnTo>
                <a:lnTo>
                  <a:pt x="2251" y="84"/>
                </a:lnTo>
                <a:lnTo>
                  <a:pt x="2252" y="84"/>
                </a:lnTo>
                <a:lnTo>
                  <a:pt x="2252" y="85"/>
                </a:lnTo>
                <a:lnTo>
                  <a:pt x="2253" y="86"/>
                </a:lnTo>
                <a:lnTo>
                  <a:pt x="2253" y="87"/>
                </a:lnTo>
                <a:lnTo>
                  <a:pt x="2254" y="88"/>
                </a:lnTo>
                <a:lnTo>
                  <a:pt x="2255" y="88"/>
                </a:lnTo>
                <a:lnTo>
                  <a:pt x="2255" y="89"/>
                </a:lnTo>
                <a:lnTo>
                  <a:pt x="2256" y="89"/>
                </a:lnTo>
                <a:lnTo>
                  <a:pt x="2257" y="89"/>
                </a:lnTo>
                <a:lnTo>
                  <a:pt x="2258" y="89"/>
                </a:lnTo>
                <a:lnTo>
                  <a:pt x="2259" y="89"/>
                </a:lnTo>
                <a:lnTo>
                  <a:pt x="2260" y="89"/>
                </a:lnTo>
                <a:lnTo>
                  <a:pt x="2261" y="89"/>
                </a:lnTo>
                <a:lnTo>
                  <a:pt x="2262" y="89"/>
                </a:lnTo>
                <a:lnTo>
                  <a:pt x="2263" y="89"/>
                </a:lnTo>
                <a:lnTo>
                  <a:pt x="2263" y="88"/>
                </a:lnTo>
                <a:lnTo>
                  <a:pt x="2264" y="88"/>
                </a:lnTo>
                <a:lnTo>
                  <a:pt x="2266" y="88"/>
                </a:lnTo>
                <a:lnTo>
                  <a:pt x="2266" y="89"/>
                </a:lnTo>
                <a:lnTo>
                  <a:pt x="2266" y="90"/>
                </a:lnTo>
                <a:lnTo>
                  <a:pt x="2267" y="90"/>
                </a:lnTo>
                <a:lnTo>
                  <a:pt x="2267" y="91"/>
                </a:lnTo>
                <a:lnTo>
                  <a:pt x="2267" y="92"/>
                </a:lnTo>
                <a:lnTo>
                  <a:pt x="2267" y="93"/>
                </a:lnTo>
                <a:lnTo>
                  <a:pt x="2268" y="93"/>
                </a:lnTo>
                <a:lnTo>
                  <a:pt x="2268" y="94"/>
                </a:lnTo>
                <a:lnTo>
                  <a:pt x="2268" y="95"/>
                </a:lnTo>
                <a:lnTo>
                  <a:pt x="2269" y="95"/>
                </a:lnTo>
                <a:lnTo>
                  <a:pt x="2270" y="95"/>
                </a:lnTo>
                <a:lnTo>
                  <a:pt x="2271" y="95"/>
                </a:lnTo>
                <a:lnTo>
                  <a:pt x="2271" y="96"/>
                </a:lnTo>
                <a:lnTo>
                  <a:pt x="2271" y="97"/>
                </a:lnTo>
                <a:lnTo>
                  <a:pt x="2273" y="97"/>
                </a:lnTo>
                <a:lnTo>
                  <a:pt x="2273" y="98"/>
                </a:lnTo>
                <a:lnTo>
                  <a:pt x="2274" y="98"/>
                </a:lnTo>
                <a:lnTo>
                  <a:pt x="2274" y="99"/>
                </a:lnTo>
                <a:lnTo>
                  <a:pt x="2275" y="98"/>
                </a:lnTo>
                <a:lnTo>
                  <a:pt x="2276" y="98"/>
                </a:lnTo>
                <a:lnTo>
                  <a:pt x="2277" y="97"/>
                </a:lnTo>
                <a:lnTo>
                  <a:pt x="2278" y="98"/>
                </a:lnTo>
                <a:lnTo>
                  <a:pt x="2278" y="99"/>
                </a:lnTo>
                <a:lnTo>
                  <a:pt x="2279" y="99"/>
                </a:lnTo>
                <a:lnTo>
                  <a:pt x="2278" y="99"/>
                </a:lnTo>
                <a:lnTo>
                  <a:pt x="2278" y="100"/>
                </a:lnTo>
                <a:lnTo>
                  <a:pt x="2279" y="100"/>
                </a:lnTo>
                <a:lnTo>
                  <a:pt x="2280" y="101"/>
                </a:lnTo>
                <a:lnTo>
                  <a:pt x="2281" y="101"/>
                </a:lnTo>
                <a:lnTo>
                  <a:pt x="2281" y="102"/>
                </a:lnTo>
                <a:lnTo>
                  <a:pt x="2280" y="102"/>
                </a:lnTo>
                <a:lnTo>
                  <a:pt x="2281" y="102"/>
                </a:lnTo>
                <a:lnTo>
                  <a:pt x="2281" y="103"/>
                </a:lnTo>
                <a:lnTo>
                  <a:pt x="2280" y="103"/>
                </a:lnTo>
                <a:lnTo>
                  <a:pt x="2280" y="104"/>
                </a:lnTo>
                <a:lnTo>
                  <a:pt x="2281" y="105"/>
                </a:lnTo>
                <a:lnTo>
                  <a:pt x="2280" y="105"/>
                </a:lnTo>
                <a:lnTo>
                  <a:pt x="2280" y="106"/>
                </a:lnTo>
                <a:lnTo>
                  <a:pt x="2280" y="107"/>
                </a:lnTo>
                <a:lnTo>
                  <a:pt x="2281" y="107"/>
                </a:lnTo>
                <a:lnTo>
                  <a:pt x="2282" y="107"/>
                </a:lnTo>
                <a:lnTo>
                  <a:pt x="2283" y="108"/>
                </a:lnTo>
                <a:lnTo>
                  <a:pt x="2284" y="108"/>
                </a:lnTo>
                <a:lnTo>
                  <a:pt x="2286" y="108"/>
                </a:lnTo>
                <a:lnTo>
                  <a:pt x="2287" y="108"/>
                </a:lnTo>
                <a:lnTo>
                  <a:pt x="2289" y="108"/>
                </a:lnTo>
                <a:lnTo>
                  <a:pt x="2290" y="109"/>
                </a:lnTo>
                <a:lnTo>
                  <a:pt x="2290" y="110"/>
                </a:lnTo>
                <a:lnTo>
                  <a:pt x="2292" y="110"/>
                </a:lnTo>
                <a:lnTo>
                  <a:pt x="2293" y="110"/>
                </a:lnTo>
                <a:lnTo>
                  <a:pt x="2294" y="109"/>
                </a:lnTo>
                <a:lnTo>
                  <a:pt x="2296" y="109"/>
                </a:lnTo>
                <a:lnTo>
                  <a:pt x="2297" y="108"/>
                </a:lnTo>
                <a:lnTo>
                  <a:pt x="2298" y="109"/>
                </a:lnTo>
                <a:lnTo>
                  <a:pt x="2299" y="109"/>
                </a:lnTo>
                <a:lnTo>
                  <a:pt x="2300" y="109"/>
                </a:lnTo>
                <a:lnTo>
                  <a:pt x="2300" y="110"/>
                </a:lnTo>
                <a:lnTo>
                  <a:pt x="2300" y="111"/>
                </a:lnTo>
                <a:lnTo>
                  <a:pt x="2301" y="111"/>
                </a:lnTo>
                <a:lnTo>
                  <a:pt x="2303" y="111"/>
                </a:lnTo>
                <a:lnTo>
                  <a:pt x="2303" y="110"/>
                </a:lnTo>
                <a:lnTo>
                  <a:pt x="2304" y="110"/>
                </a:lnTo>
                <a:lnTo>
                  <a:pt x="2304" y="111"/>
                </a:lnTo>
                <a:lnTo>
                  <a:pt x="2305" y="110"/>
                </a:lnTo>
                <a:lnTo>
                  <a:pt x="2306" y="110"/>
                </a:lnTo>
                <a:lnTo>
                  <a:pt x="2307" y="110"/>
                </a:lnTo>
                <a:lnTo>
                  <a:pt x="2307" y="111"/>
                </a:lnTo>
                <a:lnTo>
                  <a:pt x="2308" y="111"/>
                </a:lnTo>
                <a:lnTo>
                  <a:pt x="2309" y="111"/>
                </a:lnTo>
                <a:lnTo>
                  <a:pt x="2309" y="112"/>
                </a:lnTo>
                <a:lnTo>
                  <a:pt x="2308" y="113"/>
                </a:lnTo>
                <a:lnTo>
                  <a:pt x="2307" y="113"/>
                </a:lnTo>
                <a:lnTo>
                  <a:pt x="2306" y="114"/>
                </a:lnTo>
                <a:lnTo>
                  <a:pt x="2306" y="115"/>
                </a:lnTo>
                <a:lnTo>
                  <a:pt x="2307" y="115"/>
                </a:lnTo>
                <a:lnTo>
                  <a:pt x="2307" y="116"/>
                </a:lnTo>
                <a:lnTo>
                  <a:pt x="2307" y="117"/>
                </a:lnTo>
                <a:lnTo>
                  <a:pt x="2307" y="118"/>
                </a:lnTo>
                <a:lnTo>
                  <a:pt x="2307" y="119"/>
                </a:lnTo>
                <a:lnTo>
                  <a:pt x="2306" y="119"/>
                </a:lnTo>
                <a:lnTo>
                  <a:pt x="2306" y="120"/>
                </a:lnTo>
                <a:lnTo>
                  <a:pt x="2305" y="120"/>
                </a:lnTo>
                <a:lnTo>
                  <a:pt x="2304" y="120"/>
                </a:lnTo>
                <a:lnTo>
                  <a:pt x="2304" y="121"/>
                </a:lnTo>
                <a:lnTo>
                  <a:pt x="2304" y="122"/>
                </a:lnTo>
                <a:lnTo>
                  <a:pt x="2303" y="122"/>
                </a:lnTo>
                <a:lnTo>
                  <a:pt x="2302" y="122"/>
                </a:lnTo>
                <a:lnTo>
                  <a:pt x="2301" y="122"/>
                </a:lnTo>
                <a:lnTo>
                  <a:pt x="2300" y="123"/>
                </a:lnTo>
                <a:lnTo>
                  <a:pt x="2299" y="123"/>
                </a:lnTo>
                <a:lnTo>
                  <a:pt x="2298" y="123"/>
                </a:lnTo>
                <a:lnTo>
                  <a:pt x="2297" y="123"/>
                </a:lnTo>
                <a:lnTo>
                  <a:pt x="2296" y="123"/>
                </a:lnTo>
                <a:lnTo>
                  <a:pt x="2295" y="123"/>
                </a:lnTo>
                <a:lnTo>
                  <a:pt x="2294" y="124"/>
                </a:lnTo>
                <a:lnTo>
                  <a:pt x="2294" y="125"/>
                </a:lnTo>
                <a:lnTo>
                  <a:pt x="2295" y="125"/>
                </a:lnTo>
                <a:lnTo>
                  <a:pt x="2295" y="126"/>
                </a:lnTo>
                <a:lnTo>
                  <a:pt x="2296" y="126"/>
                </a:lnTo>
                <a:lnTo>
                  <a:pt x="2296" y="127"/>
                </a:lnTo>
                <a:lnTo>
                  <a:pt x="2295" y="127"/>
                </a:lnTo>
                <a:lnTo>
                  <a:pt x="2295" y="128"/>
                </a:lnTo>
                <a:lnTo>
                  <a:pt x="2294" y="129"/>
                </a:lnTo>
                <a:lnTo>
                  <a:pt x="2294" y="130"/>
                </a:lnTo>
                <a:lnTo>
                  <a:pt x="2294" y="131"/>
                </a:lnTo>
                <a:lnTo>
                  <a:pt x="2296" y="131"/>
                </a:lnTo>
                <a:lnTo>
                  <a:pt x="2297" y="132"/>
                </a:lnTo>
                <a:lnTo>
                  <a:pt x="2296" y="132"/>
                </a:lnTo>
                <a:lnTo>
                  <a:pt x="2296" y="133"/>
                </a:lnTo>
                <a:lnTo>
                  <a:pt x="2296" y="134"/>
                </a:lnTo>
                <a:lnTo>
                  <a:pt x="2297" y="135"/>
                </a:lnTo>
                <a:lnTo>
                  <a:pt x="2298" y="135"/>
                </a:lnTo>
                <a:lnTo>
                  <a:pt x="2297" y="136"/>
                </a:lnTo>
                <a:lnTo>
                  <a:pt x="2297" y="137"/>
                </a:lnTo>
                <a:lnTo>
                  <a:pt x="2297" y="138"/>
                </a:lnTo>
                <a:lnTo>
                  <a:pt x="2298" y="138"/>
                </a:lnTo>
                <a:lnTo>
                  <a:pt x="2298" y="139"/>
                </a:lnTo>
                <a:lnTo>
                  <a:pt x="2298" y="140"/>
                </a:lnTo>
                <a:lnTo>
                  <a:pt x="2299" y="140"/>
                </a:lnTo>
                <a:lnTo>
                  <a:pt x="2300" y="140"/>
                </a:lnTo>
                <a:lnTo>
                  <a:pt x="2301" y="139"/>
                </a:lnTo>
                <a:lnTo>
                  <a:pt x="2302" y="139"/>
                </a:lnTo>
                <a:lnTo>
                  <a:pt x="2302" y="140"/>
                </a:lnTo>
                <a:lnTo>
                  <a:pt x="2303" y="141"/>
                </a:lnTo>
                <a:lnTo>
                  <a:pt x="2302" y="142"/>
                </a:lnTo>
                <a:lnTo>
                  <a:pt x="2302" y="143"/>
                </a:lnTo>
                <a:lnTo>
                  <a:pt x="2303" y="144"/>
                </a:lnTo>
                <a:lnTo>
                  <a:pt x="2303" y="145"/>
                </a:lnTo>
                <a:lnTo>
                  <a:pt x="2302" y="146"/>
                </a:lnTo>
                <a:lnTo>
                  <a:pt x="2302" y="147"/>
                </a:lnTo>
                <a:lnTo>
                  <a:pt x="2300" y="148"/>
                </a:lnTo>
                <a:lnTo>
                  <a:pt x="2301" y="149"/>
                </a:lnTo>
                <a:lnTo>
                  <a:pt x="2302" y="149"/>
                </a:lnTo>
                <a:lnTo>
                  <a:pt x="2303" y="150"/>
                </a:lnTo>
                <a:lnTo>
                  <a:pt x="2303" y="152"/>
                </a:lnTo>
                <a:lnTo>
                  <a:pt x="2304" y="153"/>
                </a:lnTo>
                <a:lnTo>
                  <a:pt x="2303" y="155"/>
                </a:lnTo>
                <a:lnTo>
                  <a:pt x="2304" y="156"/>
                </a:lnTo>
                <a:lnTo>
                  <a:pt x="2305" y="158"/>
                </a:lnTo>
                <a:lnTo>
                  <a:pt x="2306" y="159"/>
                </a:lnTo>
                <a:lnTo>
                  <a:pt x="2307" y="161"/>
                </a:lnTo>
                <a:lnTo>
                  <a:pt x="2307" y="162"/>
                </a:lnTo>
                <a:lnTo>
                  <a:pt x="2305" y="163"/>
                </a:lnTo>
                <a:lnTo>
                  <a:pt x="2305" y="164"/>
                </a:lnTo>
                <a:lnTo>
                  <a:pt x="2305" y="165"/>
                </a:lnTo>
                <a:lnTo>
                  <a:pt x="2306" y="165"/>
                </a:lnTo>
                <a:lnTo>
                  <a:pt x="2307" y="166"/>
                </a:lnTo>
                <a:lnTo>
                  <a:pt x="2307" y="167"/>
                </a:lnTo>
                <a:lnTo>
                  <a:pt x="2308" y="170"/>
                </a:lnTo>
                <a:lnTo>
                  <a:pt x="2309" y="171"/>
                </a:lnTo>
                <a:lnTo>
                  <a:pt x="2310" y="171"/>
                </a:lnTo>
                <a:lnTo>
                  <a:pt x="2310" y="173"/>
                </a:lnTo>
                <a:lnTo>
                  <a:pt x="2311" y="173"/>
                </a:lnTo>
                <a:lnTo>
                  <a:pt x="2311" y="175"/>
                </a:lnTo>
                <a:lnTo>
                  <a:pt x="2312" y="176"/>
                </a:lnTo>
                <a:lnTo>
                  <a:pt x="2313" y="176"/>
                </a:lnTo>
                <a:lnTo>
                  <a:pt x="2314" y="178"/>
                </a:lnTo>
                <a:lnTo>
                  <a:pt x="2315" y="179"/>
                </a:lnTo>
                <a:lnTo>
                  <a:pt x="2314" y="179"/>
                </a:lnTo>
                <a:lnTo>
                  <a:pt x="2313" y="179"/>
                </a:lnTo>
                <a:lnTo>
                  <a:pt x="2313" y="180"/>
                </a:lnTo>
                <a:lnTo>
                  <a:pt x="2312" y="181"/>
                </a:lnTo>
                <a:lnTo>
                  <a:pt x="2313" y="181"/>
                </a:lnTo>
                <a:lnTo>
                  <a:pt x="2313" y="182"/>
                </a:lnTo>
                <a:lnTo>
                  <a:pt x="2315" y="182"/>
                </a:lnTo>
                <a:lnTo>
                  <a:pt x="2317" y="184"/>
                </a:lnTo>
                <a:lnTo>
                  <a:pt x="2317" y="186"/>
                </a:lnTo>
                <a:lnTo>
                  <a:pt x="2316" y="186"/>
                </a:lnTo>
                <a:lnTo>
                  <a:pt x="2315" y="186"/>
                </a:lnTo>
                <a:lnTo>
                  <a:pt x="2314" y="186"/>
                </a:lnTo>
                <a:lnTo>
                  <a:pt x="2315" y="188"/>
                </a:lnTo>
                <a:lnTo>
                  <a:pt x="2316" y="188"/>
                </a:lnTo>
                <a:lnTo>
                  <a:pt x="2317" y="188"/>
                </a:lnTo>
                <a:lnTo>
                  <a:pt x="2317" y="189"/>
                </a:lnTo>
                <a:lnTo>
                  <a:pt x="2317" y="190"/>
                </a:lnTo>
                <a:lnTo>
                  <a:pt x="2316" y="191"/>
                </a:lnTo>
                <a:lnTo>
                  <a:pt x="2315" y="191"/>
                </a:lnTo>
                <a:lnTo>
                  <a:pt x="2315" y="192"/>
                </a:lnTo>
                <a:lnTo>
                  <a:pt x="2315" y="193"/>
                </a:lnTo>
                <a:lnTo>
                  <a:pt x="2316" y="193"/>
                </a:lnTo>
                <a:lnTo>
                  <a:pt x="2316" y="194"/>
                </a:lnTo>
                <a:lnTo>
                  <a:pt x="2318" y="194"/>
                </a:lnTo>
                <a:lnTo>
                  <a:pt x="2319" y="195"/>
                </a:lnTo>
                <a:lnTo>
                  <a:pt x="2318" y="195"/>
                </a:lnTo>
                <a:lnTo>
                  <a:pt x="2318" y="196"/>
                </a:lnTo>
                <a:lnTo>
                  <a:pt x="2318" y="197"/>
                </a:lnTo>
                <a:lnTo>
                  <a:pt x="2318" y="198"/>
                </a:lnTo>
                <a:lnTo>
                  <a:pt x="2319" y="198"/>
                </a:lnTo>
                <a:lnTo>
                  <a:pt x="2320" y="198"/>
                </a:lnTo>
                <a:lnTo>
                  <a:pt x="2320" y="199"/>
                </a:lnTo>
                <a:lnTo>
                  <a:pt x="2321" y="199"/>
                </a:lnTo>
                <a:lnTo>
                  <a:pt x="2321" y="198"/>
                </a:lnTo>
                <a:lnTo>
                  <a:pt x="2322" y="198"/>
                </a:lnTo>
                <a:lnTo>
                  <a:pt x="2322" y="199"/>
                </a:lnTo>
                <a:lnTo>
                  <a:pt x="2323" y="199"/>
                </a:lnTo>
                <a:lnTo>
                  <a:pt x="2323" y="200"/>
                </a:lnTo>
                <a:lnTo>
                  <a:pt x="2324" y="200"/>
                </a:lnTo>
                <a:lnTo>
                  <a:pt x="2324" y="201"/>
                </a:lnTo>
                <a:lnTo>
                  <a:pt x="2325" y="201"/>
                </a:lnTo>
                <a:lnTo>
                  <a:pt x="2324" y="202"/>
                </a:lnTo>
                <a:lnTo>
                  <a:pt x="2324" y="203"/>
                </a:lnTo>
                <a:lnTo>
                  <a:pt x="2324" y="204"/>
                </a:lnTo>
                <a:lnTo>
                  <a:pt x="2325" y="205"/>
                </a:lnTo>
                <a:lnTo>
                  <a:pt x="2325" y="206"/>
                </a:lnTo>
                <a:lnTo>
                  <a:pt x="2325" y="207"/>
                </a:lnTo>
                <a:lnTo>
                  <a:pt x="2326" y="207"/>
                </a:lnTo>
                <a:lnTo>
                  <a:pt x="2327" y="208"/>
                </a:lnTo>
                <a:lnTo>
                  <a:pt x="2328" y="209"/>
                </a:lnTo>
                <a:lnTo>
                  <a:pt x="2329" y="209"/>
                </a:lnTo>
                <a:lnTo>
                  <a:pt x="2329" y="208"/>
                </a:lnTo>
                <a:lnTo>
                  <a:pt x="2330" y="208"/>
                </a:lnTo>
                <a:lnTo>
                  <a:pt x="2334" y="208"/>
                </a:lnTo>
                <a:lnTo>
                  <a:pt x="2335" y="208"/>
                </a:lnTo>
                <a:lnTo>
                  <a:pt x="2335" y="209"/>
                </a:lnTo>
                <a:lnTo>
                  <a:pt x="2336" y="209"/>
                </a:lnTo>
                <a:lnTo>
                  <a:pt x="2337" y="209"/>
                </a:lnTo>
                <a:lnTo>
                  <a:pt x="2338" y="209"/>
                </a:lnTo>
                <a:lnTo>
                  <a:pt x="2339" y="210"/>
                </a:lnTo>
                <a:lnTo>
                  <a:pt x="2340" y="210"/>
                </a:lnTo>
                <a:lnTo>
                  <a:pt x="2340" y="209"/>
                </a:lnTo>
                <a:lnTo>
                  <a:pt x="2341" y="209"/>
                </a:lnTo>
                <a:lnTo>
                  <a:pt x="2342" y="210"/>
                </a:lnTo>
                <a:lnTo>
                  <a:pt x="2342" y="211"/>
                </a:lnTo>
                <a:lnTo>
                  <a:pt x="2343" y="211"/>
                </a:lnTo>
                <a:lnTo>
                  <a:pt x="2344" y="211"/>
                </a:lnTo>
                <a:lnTo>
                  <a:pt x="2345" y="211"/>
                </a:lnTo>
                <a:lnTo>
                  <a:pt x="2346" y="211"/>
                </a:lnTo>
                <a:lnTo>
                  <a:pt x="2347" y="211"/>
                </a:lnTo>
                <a:lnTo>
                  <a:pt x="2347" y="212"/>
                </a:lnTo>
                <a:lnTo>
                  <a:pt x="2348" y="212"/>
                </a:lnTo>
                <a:lnTo>
                  <a:pt x="2349" y="213"/>
                </a:lnTo>
                <a:lnTo>
                  <a:pt x="2350" y="214"/>
                </a:lnTo>
                <a:lnTo>
                  <a:pt x="2351" y="214"/>
                </a:lnTo>
                <a:lnTo>
                  <a:pt x="2352" y="215"/>
                </a:lnTo>
                <a:lnTo>
                  <a:pt x="2353" y="215"/>
                </a:lnTo>
                <a:lnTo>
                  <a:pt x="2354" y="214"/>
                </a:lnTo>
                <a:lnTo>
                  <a:pt x="2355" y="213"/>
                </a:lnTo>
                <a:lnTo>
                  <a:pt x="2356" y="213"/>
                </a:lnTo>
                <a:lnTo>
                  <a:pt x="2358" y="212"/>
                </a:lnTo>
                <a:lnTo>
                  <a:pt x="2359" y="212"/>
                </a:lnTo>
                <a:lnTo>
                  <a:pt x="2359" y="213"/>
                </a:lnTo>
                <a:lnTo>
                  <a:pt x="2360" y="213"/>
                </a:lnTo>
                <a:lnTo>
                  <a:pt x="2361" y="213"/>
                </a:lnTo>
                <a:lnTo>
                  <a:pt x="2362" y="213"/>
                </a:lnTo>
                <a:lnTo>
                  <a:pt x="2363" y="212"/>
                </a:lnTo>
                <a:lnTo>
                  <a:pt x="2364" y="212"/>
                </a:lnTo>
                <a:lnTo>
                  <a:pt x="2365" y="212"/>
                </a:lnTo>
                <a:lnTo>
                  <a:pt x="2366" y="213"/>
                </a:lnTo>
                <a:lnTo>
                  <a:pt x="2368" y="213"/>
                </a:lnTo>
                <a:lnTo>
                  <a:pt x="2368" y="212"/>
                </a:lnTo>
                <a:lnTo>
                  <a:pt x="2368" y="211"/>
                </a:lnTo>
                <a:lnTo>
                  <a:pt x="2369" y="211"/>
                </a:lnTo>
                <a:lnTo>
                  <a:pt x="2372" y="210"/>
                </a:lnTo>
                <a:lnTo>
                  <a:pt x="2373" y="210"/>
                </a:lnTo>
                <a:lnTo>
                  <a:pt x="2373" y="211"/>
                </a:lnTo>
                <a:lnTo>
                  <a:pt x="2375" y="211"/>
                </a:lnTo>
                <a:lnTo>
                  <a:pt x="2376" y="211"/>
                </a:lnTo>
                <a:lnTo>
                  <a:pt x="2377" y="211"/>
                </a:lnTo>
                <a:lnTo>
                  <a:pt x="2378" y="211"/>
                </a:lnTo>
                <a:lnTo>
                  <a:pt x="2379" y="211"/>
                </a:lnTo>
                <a:lnTo>
                  <a:pt x="2380" y="210"/>
                </a:lnTo>
                <a:lnTo>
                  <a:pt x="2380" y="209"/>
                </a:lnTo>
                <a:lnTo>
                  <a:pt x="2380" y="208"/>
                </a:lnTo>
                <a:lnTo>
                  <a:pt x="2382" y="208"/>
                </a:lnTo>
                <a:lnTo>
                  <a:pt x="2384" y="208"/>
                </a:lnTo>
                <a:lnTo>
                  <a:pt x="2385" y="207"/>
                </a:lnTo>
                <a:lnTo>
                  <a:pt x="2386" y="207"/>
                </a:lnTo>
                <a:lnTo>
                  <a:pt x="2386" y="208"/>
                </a:lnTo>
                <a:lnTo>
                  <a:pt x="2387" y="208"/>
                </a:lnTo>
                <a:lnTo>
                  <a:pt x="2387" y="207"/>
                </a:lnTo>
                <a:lnTo>
                  <a:pt x="2387" y="206"/>
                </a:lnTo>
                <a:lnTo>
                  <a:pt x="2387" y="205"/>
                </a:lnTo>
                <a:lnTo>
                  <a:pt x="2388" y="205"/>
                </a:lnTo>
                <a:lnTo>
                  <a:pt x="2389" y="204"/>
                </a:lnTo>
                <a:lnTo>
                  <a:pt x="2389" y="203"/>
                </a:lnTo>
                <a:lnTo>
                  <a:pt x="2389" y="202"/>
                </a:lnTo>
                <a:lnTo>
                  <a:pt x="2391" y="200"/>
                </a:lnTo>
                <a:lnTo>
                  <a:pt x="2392" y="199"/>
                </a:lnTo>
                <a:lnTo>
                  <a:pt x="2393" y="199"/>
                </a:lnTo>
                <a:lnTo>
                  <a:pt x="2393" y="200"/>
                </a:lnTo>
                <a:lnTo>
                  <a:pt x="2393" y="201"/>
                </a:lnTo>
                <a:lnTo>
                  <a:pt x="2395" y="202"/>
                </a:lnTo>
                <a:lnTo>
                  <a:pt x="2397" y="203"/>
                </a:lnTo>
                <a:lnTo>
                  <a:pt x="2399" y="203"/>
                </a:lnTo>
                <a:lnTo>
                  <a:pt x="2401" y="203"/>
                </a:lnTo>
                <a:lnTo>
                  <a:pt x="2402" y="203"/>
                </a:lnTo>
                <a:lnTo>
                  <a:pt x="2403" y="203"/>
                </a:lnTo>
                <a:lnTo>
                  <a:pt x="2404" y="203"/>
                </a:lnTo>
                <a:lnTo>
                  <a:pt x="2405" y="204"/>
                </a:lnTo>
                <a:lnTo>
                  <a:pt x="2405" y="205"/>
                </a:lnTo>
                <a:lnTo>
                  <a:pt x="2406" y="206"/>
                </a:lnTo>
                <a:lnTo>
                  <a:pt x="2408" y="208"/>
                </a:lnTo>
                <a:lnTo>
                  <a:pt x="2410" y="209"/>
                </a:lnTo>
                <a:lnTo>
                  <a:pt x="2411" y="210"/>
                </a:lnTo>
                <a:lnTo>
                  <a:pt x="2411" y="209"/>
                </a:lnTo>
                <a:lnTo>
                  <a:pt x="2413" y="208"/>
                </a:lnTo>
                <a:lnTo>
                  <a:pt x="2415" y="207"/>
                </a:lnTo>
                <a:lnTo>
                  <a:pt x="2416" y="207"/>
                </a:lnTo>
                <a:lnTo>
                  <a:pt x="2417" y="207"/>
                </a:lnTo>
                <a:lnTo>
                  <a:pt x="2418" y="207"/>
                </a:lnTo>
                <a:lnTo>
                  <a:pt x="2419" y="207"/>
                </a:lnTo>
                <a:lnTo>
                  <a:pt x="2420" y="208"/>
                </a:lnTo>
                <a:lnTo>
                  <a:pt x="2421" y="208"/>
                </a:lnTo>
                <a:lnTo>
                  <a:pt x="2421" y="207"/>
                </a:lnTo>
                <a:lnTo>
                  <a:pt x="2422" y="207"/>
                </a:lnTo>
                <a:lnTo>
                  <a:pt x="2423" y="208"/>
                </a:lnTo>
                <a:lnTo>
                  <a:pt x="2424" y="208"/>
                </a:lnTo>
                <a:lnTo>
                  <a:pt x="2425" y="207"/>
                </a:lnTo>
                <a:lnTo>
                  <a:pt x="2425" y="206"/>
                </a:lnTo>
                <a:lnTo>
                  <a:pt x="2426" y="206"/>
                </a:lnTo>
                <a:lnTo>
                  <a:pt x="2426" y="205"/>
                </a:lnTo>
                <a:lnTo>
                  <a:pt x="2428" y="205"/>
                </a:lnTo>
                <a:lnTo>
                  <a:pt x="2429" y="206"/>
                </a:lnTo>
                <a:lnTo>
                  <a:pt x="2430" y="206"/>
                </a:lnTo>
                <a:lnTo>
                  <a:pt x="2430" y="205"/>
                </a:lnTo>
                <a:lnTo>
                  <a:pt x="2431" y="205"/>
                </a:lnTo>
                <a:lnTo>
                  <a:pt x="2432" y="205"/>
                </a:lnTo>
                <a:lnTo>
                  <a:pt x="2433" y="206"/>
                </a:lnTo>
                <a:lnTo>
                  <a:pt x="2434" y="206"/>
                </a:lnTo>
                <a:lnTo>
                  <a:pt x="2435" y="205"/>
                </a:lnTo>
                <a:lnTo>
                  <a:pt x="2436" y="205"/>
                </a:lnTo>
                <a:lnTo>
                  <a:pt x="2437" y="205"/>
                </a:lnTo>
                <a:lnTo>
                  <a:pt x="2439" y="205"/>
                </a:lnTo>
                <a:lnTo>
                  <a:pt x="2440" y="206"/>
                </a:lnTo>
                <a:lnTo>
                  <a:pt x="2441" y="207"/>
                </a:lnTo>
                <a:lnTo>
                  <a:pt x="2442" y="208"/>
                </a:lnTo>
                <a:lnTo>
                  <a:pt x="2443" y="209"/>
                </a:lnTo>
                <a:lnTo>
                  <a:pt x="2444" y="210"/>
                </a:lnTo>
                <a:lnTo>
                  <a:pt x="2445" y="210"/>
                </a:lnTo>
                <a:lnTo>
                  <a:pt x="2445" y="211"/>
                </a:lnTo>
                <a:lnTo>
                  <a:pt x="2446" y="211"/>
                </a:lnTo>
                <a:lnTo>
                  <a:pt x="2446" y="210"/>
                </a:lnTo>
                <a:lnTo>
                  <a:pt x="2447" y="210"/>
                </a:lnTo>
                <a:lnTo>
                  <a:pt x="2448" y="210"/>
                </a:lnTo>
                <a:lnTo>
                  <a:pt x="2448" y="211"/>
                </a:lnTo>
                <a:lnTo>
                  <a:pt x="2448" y="212"/>
                </a:lnTo>
                <a:lnTo>
                  <a:pt x="2449" y="212"/>
                </a:lnTo>
                <a:lnTo>
                  <a:pt x="2449" y="213"/>
                </a:lnTo>
                <a:lnTo>
                  <a:pt x="2449" y="212"/>
                </a:lnTo>
                <a:lnTo>
                  <a:pt x="2452" y="212"/>
                </a:lnTo>
                <a:lnTo>
                  <a:pt x="2453" y="212"/>
                </a:lnTo>
                <a:lnTo>
                  <a:pt x="2454" y="212"/>
                </a:lnTo>
                <a:lnTo>
                  <a:pt x="2454" y="211"/>
                </a:lnTo>
                <a:lnTo>
                  <a:pt x="2455" y="210"/>
                </a:lnTo>
                <a:lnTo>
                  <a:pt x="2456" y="210"/>
                </a:lnTo>
                <a:lnTo>
                  <a:pt x="2456" y="209"/>
                </a:lnTo>
                <a:lnTo>
                  <a:pt x="2456" y="207"/>
                </a:lnTo>
                <a:lnTo>
                  <a:pt x="2456" y="206"/>
                </a:lnTo>
                <a:lnTo>
                  <a:pt x="2456" y="205"/>
                </a:lnTo>
                <a:lnTo>
                  <a:pt x="2456" y="204"/>
                </a:lnTo>
                <a:lnTo>
                  <a:pt x="2457" y="204"/>
                </a:lnTo>
                <a:lnTo>
                  <a:pt x="2458" y="203"/>
                </a:lnTo>
                <a:lnTo>
                  <a:pt x="2459" y="203"/>
                </a:lnTo>
                <a:lnTo>
                  <a:pt x="2460" y="203"/>
                </a:lnTo>
                <a:lnTo>
                  <a:pt x="2461" y="203"/>
                </a:lnTo>
                <a:lnTo>
                  <a:pt x="2461" y="202"/>
                </a:lnTo>
                <a:lnTo>
                  <a:pt x="2462" y="201"/>
                </a:lnTo>
                <a:lnTo>
                  <a:pt x="2463" y="201"/>
                </a:lnTo>
                <a:lnTo>
                  <a:pt x="2464" y="202"/>
                </a:lnTo>
                <a:lnTo>
                  <a:pt x="2466" y="202"/>
                </a:lnTo>
                <a:lnTo>
                  <a:pt x="2467" y="202"/>
                </a:lnTo>
                <a:lnTo>
                  <a:pt x="2468" y="202"/>
                </a:lnTo>
                <a:lnTo>
                  <a:pt x="2469" y="203"/>
                </a:lnTo>
                <a:lnTo>
                  <a:pt x="2470" y="203"/>
                </a:lnTo>
                <a:lnTo>
                  <a:pt x="2471" y="204"/>
                </a:lnTo>
                <a:lnTo>
                  <a:pt x="2471" y="205"/>
                </a:lnTo>
                <a:lnTo>
                  <a:pt x="2472" y="205"/>
                </a:lnTo>
                <a:lnTo>
                  <a:pt x="2473" y="206"/>
                </a:lnTo>
                <a:lnTo>
                  <a:pt x="2474" y="207"/>
                </a:lnTo>
                <a:lnTo>
                  <a:pt x="2475" y="207"/>
                </a:lnTo>
                <a:lnTo>
                  <a:pt x="2476" y="206"/>
                </a:lnTo>
                <a:lnTo>
                  <a:pt x="2477" y="206"/>
                </a:lnTo>
                <a:lnTo>
                  <a:pt x="2478" y="206"/>
                </a:lnTo>
                <a:lnTo>
                  <a:pt x="2482" y="205"/>
                </a:lnTo>
                <a:lnTo>
                  <a:pt x="2484" y="204"/>
                </a:lnTo>
                <a:lnTo>
                  <a:pt x="2485" y="204"/>
                </a:lnTo>
                <a:lnTo>
                  <a:pt x="2486" y="203"/>
                </a:lnTo>
                <a:lnTo>
                  <a:pt x="2485" y="202"/>
                </a:lnTo>
                <a:lnTo>
                  <a:pt x="2486" y="202"/>
                </a:lnTo>
                <a:lnTo>
                  <a:pt x="2486" y="201"/>
                </a:lnTo>
                <a:lnTo>
                  <a:pt x="2488" y="200"/>
                </a:lnTo>
                <a:lnTo>
                  <a:pt x="2489" y="200"/>
                </a:lnTo>
                <a:lnTo>
                  <a:pt x="2490" y="200"/>
                </a:lnTo>
                <a:lnTo>
                  <a:pt x="2490" y="201"/>
                </a:lnTo>
                <a:lnTo>
                  <a:pt x="2491" y="201"/>
                </a:lnTo>
                <a:lnTo>
                  <a:pt x="2493" y="201"/>
                </a:lnTo>
                <a:lnTo>
                  <a:pt x="2494" y="202"/>
                </a:lnTo>
                <a:lnTo>
                  <a:pt x="2496" y="202"/>
                </a:lnTo>
                <a:lnTo>
                  <a:pt x="2496" y="201"/>
                </a:lnTo>
                <a:lnTo>
                  <a:pt x="2497" y="201"/>
                </a:lnTo>
                <a:lnTo>
                  <a:pt x="2497" y="200"/>
                </a:lnTo>
                <a:lnTo>
                  <a:pt x="2497" y="199"/>
                </a:lnTo>
                <a:lnTo>
                  <a:pt x="2498" y="198"/>
                </a:lnTo>
                <a:lnTo>
                  <a:pt x="2499" y="197"/>
                </a:lnTo>
                <a:lnTo>
                  <a:pt x="2499" y="196"/>
                </a:lnTo>
                <a:lnTo>
                  <a:pt x="2500" y="196"/>
                </a:lnTo>
                <a:lnTo>
                  <a:pt x="2501" y="196"/>
                </a:lnTo>
                <a:lnTo>
                  <a:pt x="2503" y="195"/>
                </a:lnTo>
                <a:lnTo>
                  <a:pt x="2502" y="194"/>
                </a:lnTo>
                <a:lnTo>
                  <a:pt x="2501" y="193"/>
                </a:lnTo>
                <a:lnTo>
                  <a:pt x="2501" y="192"/>
                </a:lnTo>
                <a:lnTo>
                  <a:pt x="2500" y="191"/>
                </a:lnTo>
                <a:lnTo>
                  <a:pt x="2500" y="190"/>
                </a:lnTo>
                <a:lnTo>
                  <a:pt x="2501" y="189"/>
                </a:lnTo>
                <a:lnTo>
                  <a:pt x="2503" y="189"/>
                </a:lnTo>
                <a:lnTo>
                  <a:pt x="2504" y="189"/>
                </a:lnTo>
                <a:lnTo>
                  <a:pt x="2505" y="189"/>
                </a:lnTo>
                <a:lnTo>
                  <a:pt x="2506" y="188"/>
                </a:lnTo>
                <a:lnTo>
                  <a:pt x="2507" y="188"/>
                </a:lnTo>
                <a:lnTo>
                  <a:pt x="2507" y="187"/>
                </a:lnTo>
                <a:lnTo>
                  <a:pt x="2509" y="186"/>
                </a:lnTo>
                <a:lnTo>
                  <a:pt x="2510" y="186"/>
                </a:lnTo>
                <a:lnTo>
                  <a:pt x="2512" y="186"/>
                </a:lnTo>
                <a:lnTo>
                  <a:pt x="2513" y="186"/>
                </a:lnTo>
                <a:lnTo>
                  <a:pt x="2513" y="185"/>
                </a:lnTo>
                <a:lnTo>
                  <a:pt x="2513" y="184"/>
                </a:lnTo>
                <a:lnTo>
                  <a:pt x="2514" y="184"/>
                </a:lnTo>
                <a:lnTo>
                  <a:pt x="2515" y="184"/>
                </a:lnTo>
                <a:lnTo>
                  <a:pt x="2515" y="183"/>
                </a:lnTo>
                <a:lnTo>
                  <a:pt x="2514" y="183"/>
                </a:lnTo>
                <a:lnTo>
                  <a:pt x="2513" y="181"/>
                </a:lnTo>
                <a:lnTo>
                  <a:pt x="2513" y="179"/>
                </a:lnTo>
                <a:lnTo>
                  <a:pt x="2513" y="178"/>
                </a:lnTo>
                <a:lnTo>
                  <a:pt x="2514" y="176"/>
                </a:lnTo>
                <a:lnTo>
                  <a:pt x="2515" y="175"/>
                </a:lnTo>
                <a:lnTo>
                  <a:pt x="2516" y="175"/>
                </a:lnTo>
                <a:lnTo>
                  <a:pt x="2516" y="174"/>
                </a:lnTo>
                <a:lnTo>
                  <a:pt x="2517" y="173"/>
                </a:lnTo>
                <a:lnTo>
                  <a:pt x="2518" y="173"/>
                </a:lnTo>
                <a:lnTo>
                  <a:pt x="2519" y="173"/>
                </a:lnTo>
                <a:lnTo>
                  <a:pt x="2519" y="174"/>
                </a:lnTo>
                <a:lnTo>
                  <a:pt x="2519" y="175"/>
                </a:lnTo>
                <a:lnTo>
                  <a:pt x="2520" y="176"/>
                </a:lnTo>
                <a:lnTo>
                  <a:pt x="2521" y="176"/>
                </a:lnTo>
                <a:lnTo>
                  <a:pt x="2521" y="175"/>
                </a:lnTo>
                <a:lnTo>
                  <a:pt x="2523" y="175"/>
                </a:lnTo>
                <a:lnTo>
                  <a:pt x="2525" y="175"/>
                </a:lnTo>
                <a:lnTo>
                  <a:pt x="2526" y="176"/>
                </a:lnTo>
                <a:lnTo>
                  <a:pt x="2527" y="176"/>
                </a:lnTo>
                <a:lnTo>
                  <a:pt x="2527" y="175"/>
                </a:lnTo>
                <a:lnTo>
                  <a:pt x="2528" y="175"/>
                </a:lnTo>
                <a:lnTo>
                  <a:pt x="2529" y="175"/>
                </a:lnTo>
                <a:lnTo>
                  <a:pt x="2530" y="175"/>
                </a:lnTo>
                <a:lnTo>
                  <a:pt x="2531" y="176"/>
                </a:lnTo>
                <a:lnTo>
                  <a:pt x="2532" y="176"/>
                </a:lnTo>
                <a:lnTo>
                  <a:pt x="2532" y="175"/>
                </a:lnTo>
                <a:lnTo>
                  <a:pt x="2533" y="175"/>
                </a:lnTo>
                <a:lnTo>
                  <a:pt x="2534" y="175"/>
                </a:lnTo>
                <a:lnTo>
                  <a:pt x="2534" y="176"/>
                </a:lnTo>
                <a:lnTo>
                  <a:pt x="2534" y="177"/>
                </a:lnTo>
                <a:lnTo>
                  <a:pt x="2535" y="177"/>
                </a:lnTo>
                <a:lnTo>
                  <a:pt x="2536" y="178"/>
                </a:lnTo>
                <a:lnTo>
                  <a:pt x="2537" y="177"/>
                </a:lnTo>
                <a:lnTo>
                  <a:pt x="2538" y="177"/>
                </a:lnTo>
                <a:lnTo>
                  <a:pt x="2539" y="177"/>
                </a:lnTo>
                <a:lnTo>
                  <a:pt x="2540" y="177"/>
                </a:lnTo>
                <a:lnTo>
                  <a:pt x="2541" y="177"/>
                </a:lnTo>
                <a:lnTo>
                  <a:pt x="2541" y="178"/>
                </a:lnTo>
                <a:lnTo>
                  <a:pt x="2541" y="179"/>
                </a:lnTo>
                <a:lnTo>
                  <a:pt x="2542" y="179"/>
                </a:lnTo>
                <a:lnTo>
                  <a:pt x="2542" y="180"/>
                </a:lnTo>
                <a:lnTo>
                  <a:pt x="2542" y="181"/>
                </a:lnTo>
                <a:lnTo>
                  <a:pt x="2544" y="182"/>
                </a:lnTo>
                <a:lnTo>
                  <a:pt x="2545" y="182"/>
                </a:lnTo>
                <a:lnTo>
                  <a:pt x="2545" y="183"/>
                </a:lnTo>
                <a:lnTo>
                  <a:pt x="2546" y="183"/>
                </a:lnTo>
                <a:lnTo>
                  <a:pt x="2547" y="184"/>
                </a:lnTo>
                <a:lnTo>
                  <a:pt x="2548" y="184"/>
                </a:lnTo>
                <a:lnTo>
                  <a:pt x="2548" y="185"/>
                </a:lnTo>
                <a:lnTo>
                  <a:pt x="2549" y="185"/>
                </a:lnTo>
                <a:lnTo>
                  <a:pt x="2549" y="186"/>
                </a:lnTo>
                <a:lnTo>
                  <a:pt x="2550" y="186"/>
                </a:lnTo>
                <a:lnTo>
                  <a:pt x="2551" y="186"/>
                </a:lnTo>
                <a:lnTo>
                  <a:pt x="2551" y="187"/>
                </a:lnTo>
                <a:lnTo>
                  <a:pt x="2552" y="188"/>
                </a:lnTo>
                <a:lnTo>
                  <a:pt x="2553" y="189"/>
                </a:lnTo>
                <a:lnTo>
                  <a:pt x="2554" y="190"/>
                </a:lnTo>
                <a:lnTo>
                  <a:pt x="2555" y="190"/>
                </a:lnTo>
                <a:lnTo>
                  <a:pt x="2555" y="191"/>
                </a:lnTo>
                <a:lnTo>
                  <a:pt x="2556" y="191"/>
                </a:lnTo>
                <a:lnTo>
                  <a:pt x="2557" y="192"/>
                </a:lnTo>
                <a:lnTo>
                  <a:pt x="2557" y="193"/>
                </a:lnTo>
                <a:lnTo>
                  <a:pt x="2558" y="193"/>
                </a:lnTo>
                <a:lnTo>
                  <a:pt x="2559" y="194"/>
                </a:lnTo>
                <a:lnTo>
                  <a:pt x="2560" y="194"/>
                </a:lnTo>
                <a:lnTo>
                  <a:pt x="2560" y="195"/>
                </a:lnTo>
                <a:lnTo>
                  <a:pt x="2559" y="195"/>
                </a:lnTo>
                <a:lnTo>
                  <a:pt x="2559" y="196"/>
                </a:lnTo>
                <a:lnTo>
                  <a:pt x="2560" y="196"/>
                </a:lnTo>
                <a:lnTo>
                  <a:pt x="2560" y="197"/>
                </a:lnTo>
                <a:lnTo>
                  <a:pt x="2560" y="196"/>
                </a:lnTo>
                <a:lnTo>
                  <a:pt x="2561" y="197"/>
                </a:lnTo>
                <a:lnTo>
                  <a:pt x="2561" y="198"/>
                </a:lnTo>
                <a:lnTo>
                  <a:pt x="2562" y="198"/>
                </a:lnTo>
                <a:lnTo>
                  <a:pt x="2562" y="199"/>
                </a:lnTo>
                <a:lnTo>
                  <a:pt x="2563" y="199"/>
                </a:lnTo>
                <a:lnTo>
                  <a:pt x="2564" y="199"/>
                </a:lnTo>
                <a:lnTo>
                  <a:pt x="2564" y="200"/>
                </a:lnTo>
                <a:lnTo>
                  <a:pt x="2563" y="200"/>
                </a:lnTo>
                <a:lnTo>
                  <a:pt x="2564" y="201"/>
                </a:lnTo>
                <a:lnTo>
                  <a:pt x="2564" y="202"/>
                </a:lnTo>
                <a:lnTo>
                  <a:pt x="2565" y="202"/>
                </a:lnTo>
                <a:lnTo>
                  <a:pt x="2566" y="202"/>
                </a:lnTo>
                <a:lnTo>
                  <a:pt x="2566" y="203"/>
                </a:lnTo>
                <a:lnTo>
                  <a:pt x="2565" y="203"/>
                </a:lnTo>
                <a:lnTo>
                  <a:pt x="2566" y="204"/>
                </a:lnTo>
                <a:lnTo>
                  <a:pt x="2567" y="204"/>
                </a:lnTo>
                <a:lnTo>
                  <a:pt x="2568" y="204"/>
                </a:lnTo>
                <a:lnTo>
                  <a:pt x="2568" y="205"/>
                </a:lnTo>
                <a:lnTo>
                  <a:pt x="2569" y="206"/>
                </a:lnTo>
                <a:lnTo>
                  <a:pt x="2570" y="206"/>
                </a:lnTo>
                <a:lnTo>
                  <a:pt x="2570" y="207"/>
                </a:lnTo>
                <a:lnTo>
                  <a:pt x="2571" y="207"/>
                </a:lnTo>
                <a:lnTo>
                  <a:pt x="2571" y="208"/>
                </a:lnTo>
                <a:lnTo>
                  <a:pt x="2572" y="208"/>
                </a:lnTo>
                <a:lnTo>
                  <a:pt x="2572" y="209"/>
                </a:lnTo>
                <a:lnTo>
                  <a:pt x="2571" y="209"/>
                </a:lnTo>
                <a:lnTo>
                  <a:pt x="2572" y="209"/>
                </a:lnTo>
                <a:lnTo>
                  <a:pt x="2572" y="210"/>
                </a:lnTo>
                <a:lnTo>
                  <a:pt x="2573" y="210"/>
                </a:lnTo>
                <a:lnTo>
                  <a:pt x="2574" y="211"/>
                </a:lnTo>
                <a:lnTo>
                  <a:pt x="2575" y="213"/>
                </a:lnTo>
                <a:lnTo>
                  <a:pt x="2576" y="214"/>
                </a:lnTo>
                <a:lnTo>
                  <a:pt x="2576" y="215"/>
                </a:lnTo>
                <a:lnTo>
                  <a:pt x="2577" y="215"/>
                </a:lnTo>
                <a:lnTo>
                  <a:pt x="2576" y="215"/>
                </a:lnTo>
                <a:lnTo>
                  <a:pt x="2576" y="216"/>
                </a:lnTo>
                <a:lnTo>
                  <a:pt x="2575" y="216"/>
                </a:lnTo>
                <a:lnTo>
                  <a:pt x="2575" y="217"/>
                </a:lnTo>
                <a:lnTo>
                  <a:pt x="2576" y="217"/>
                </a:lnTo>
                <a:lnTo>
                  <a:pt x="2577" y="217"/>
                </a:lnTo>
                <a:lnTo>
                  <a:pt x="2578" y="217"/>
                </a:lnTo>
                <a:lnTo>
                  <a:pt x="2579" y="217"/>
                </a:lnTo>
                <a:lnTo>
                  <a:pt x="2580" y="217"/>
                </a:lnTo>
                <a:lnTo>
                  <a:pt x="2581" y="217"/>
                </a:lnTo>
                <a:lnTo>
                  <a:pt x="2582" y="217"/>
                </a:lnTo>
                <a:lnTo>
                  <a:pt x="2583" y="218"/>
                </a:lnTo>
                <a:lnTo>
                  <a:pt x="2584" y="218"/>
                </a:lnTo>
                <a:lnTo>
                  <a:pt x="2583" y="218"/>
                </a:lnTo>
                <a:lnTo>
                  <a:pt x="2584" y="219"/>
                </a:lnTo>
                <a:lnTo>
                  <a:pt x="2585" y="219"/>
                </a:lnTo>
                <a:lnTo>
                  <a:pt x="2584" y="219"/>
                </a:lnTo>
                <a:lnTo>
                  <a:pt x="2584" y="220"/>
                </a:lnTo>
                <a:lnTo>
                  <a:pt x="2585" y="220"/>
                </a:lnTo>
                <a:lnTo>
                  <a:pt x="2585" y="221"/>
                </a:lnTo>
                <a:lnTo>
                  <a:pt x="2586" y="222"/>
                </a:lnTo>
                <a:lnTo>
                  <a:pt x="2585" y="222"/>
                </a:lnTo>
                <a:lnTo>
                  <a:pt x="2585" y="223"/>
                </a:lnTo>
                <a:lnTo>
                  <a:pt x="2586" y="224"/>
                </a:lnTo>
                <a:lnTo>
                  <a:pt x="2587" y="224"/>
                </a:lnTo>
                <a:lnTo>
                  <a:pt x="2586" y="225"/>
                </a:lnTo>
                <a:lnTo>
                  <a:pt x="2585" y="225"/>
                </a:lnTo>
                <a:lnTo>
                  <a:pt x="2585" y="226"/>
                </a:lnTo>
                <a:lnTo>
                  <a:pt x="2586" y="226"/>
                </a:lnTo>
                <a:lnTo>
                  <a:pt x="2588" y="226"/>
                </a:lnTo>
                <a:lnTo>
                  <a:pt x="2588" y="227"/>
                </a:lnTo>
                <a:lnTo>
                  <a:pt x="2589" y="226"/>
                </a:lnTo>
                <a:lnTo>
                  <a:pt x="2590" y="226"/>
                </a:lnTo>
                <a:lnTo>
                  <a:pt x="2591" y="226"/>
                </a:lnTo>
                <a:lnTo>
                  <a:pt x="2591" y="227"/>
                </a:lnTo>
                <a:lnTo>
                  <a:pt x="2590" y="227"/>
                </a:lnTo>
                <a:lnTo>
                  <a:pt x="2591" y="227"/>
                </a:lnTo>
                <a:lnTo>
                  <a:pt x="2592" y="227"/>
                </a:lnTo>
                <a:lnTo>
                  <a:pt x="2591" y="227"/>
                </a:lnTo>
                <a:lnTo>
                  <a:pt x="2591" y="228"/>
                </a:lnTo>
                <a:lnTo>
                  <a:pt x="2592" y="228"/>
                </a:lnTo>
                <a:lnTo>
                  <a:pt x="2592" y="229"/>
                </a:lnTo>
                <a:lnTo>
                  <a:pt x="2593" y="229"/>
                </a:lnTo>
                <a:lnTo>
                  <a:pt x="2594" y="229"/>
                </a:lnTo>
                <a:lnTo>
                  <a:pt x="2594" y="228"/>
                </a:lnTo>
                <a:lnTo>
                  <a:pt x="2595" y="228"/>
                </a:lnTo>
                <a:lnTo>
                  <a:pt x="2595" y="227"/>
                </a:lnTo>
                <a:lnTo>
                  <a:pt x="2596" y="227"/>
                </a:lnTo>
                <a:lnTo>
                  <a:pt x="2596" y="228"/>
                </a:lnTo>
                <a:lnTo>
                  <a:pt x="2596" y="229"/>
                </a:lnTo>
                <a:lnTo>
                  <a:pt x="2597" y="229"/>
                </a:lnTo>
                <a:lnTo>
                  <a:pt x="2597" y="228"/>
                </a:lnTo>
                <a:lnTo>
                  <a:pt x="2597" y="229"/>
                </a:lnTo>
                <a:lnTo>
                  <a:pt x="2597" y="230"/>
                </a:lnTo>
                <a:lnTo>
                  <a:pt x="2596" y="230"/>
                </a:lnTo>
                <a:lnTo>
                  <a:pt x="2596" y="231"/>
                </a:lnTo>
                <a:lnTo>
                  <a:pt x="2597" y="231"/>
                </a:lnTo>
                <a:lnTo>
                  <a:pt x="2597" y="232"/>
                </a:lnTo>
                <a:lnTo>
                  <a:pt x="2596" y="232"/>
                </a:lnTo>
                <a:lnTo>
                  <a:pt x="2596" y="231"/>
                </a:lnTo>
                <a:lnTo>
                  <a:pt x="2596" y="232"/>
                </a:lnTo>
                <a:lnTo>
                  <a:pt x="2597" y="232"/>
                </a:lnTo>
                <a:lnTo>
                  <a:pt x="2597" y="233"/>
                </a:lnTo>
                <a:lnTo>
                  <a:pt x="2598" y="233"/>
                </a:lnTo>
                <a:lnTo>
                  <a:pt x="2599" y="233"/>
                </a:lnTo>
                <a:lnTo>
                  <a:pt x="2600" y="233"/>
                </a:lnTo>
                <a:lnTo>
                  <a:pt x="2599" y="234"/>
                </a:lnTo>
                <a:lnTo>
                  <a:pt x="2598" y="234"/>
                </a:lnTo>
                <a:lnTo>
                  <a:pt x="2600" y="234"/>
                </a:lnTo>
                <a:lnTo>
                  <a:pt x="2600" y="235"/>
                </a:lnTo>
                <a:lnTo>
                  <a:pt x="2601" y="235"/>
                </a:lnTo>
                <a:lnTo>
                  <a:pt x="2601" y="236"/>
                </a:lnTo>
                <a:lnTo>
                  <a:pt x="2602" y="236"/>
                </a:lnTo>
                <a:lnTo>
                  <a:pt x="2603" y="236"/>
                </a:lnTo>
                <a:lnTo>
                  <a:pt x="2603" y="237"/>
                </a:lnTo>
                <a:lnTo>
                  <a:pt x="2602" y="237"/>
                </a:lnTo>
                <a:lnTo>
                  <a:pt x="2602" y="236"/>
                </a:lnTo>
                <a:lnTo>
                  <a:pt x="2601" y="236"/>
                </a:lnTo>
                <a:lnTo>
                  <a:pt x="2601" y="237"/>
                </a:lnTo>
                <a:lnTo>
                  <a:pt x="2602" y="237"/>
                </a:lnTo>
                <a:lnTo>
                  <a:pt x="2602" y="238"/>
                </a:lnTo>
                <a:lnTo>
                  <a:pt x="2602" y="239"/>
                </a:lnTo>
                <a:lnTo>
                  <a:pt x="2601" y="239"/>
                </a:lnTo>
                <a:lnTo>
                  <a:pt x="2601" y="240"/>
                </a:lnTo>
                <a:lnTo>
                  <a:pt x="2602" y="241"/>
                </a:lnTo>
                <a:lnTo>
                  <a:pt x="2602" y="242"/>
                </a:lnTo>
                <a:lnTo>
                  <a:pt x="2601" y="242"/>
                </a:lnTo>
                <a:lnTo>
                  <a:pt x="2602" y="242"/>
                </a:lnTo>
                <a:lnTo>
                  <a:pt x="2602" y="243"/>
                </a:lnTo>
                <a:lnTo>
                  <a:pt x="2603" y="243"/>
                </a:lnTo>
                <a:lnTo>
                  <a:pt x="2604" y="242"/>
                </a:lnTo>
                <a:lnTo>
                  <a:pt x="2604" y="243"/>
                </a:lnTo>
                <a:lnTo>
                  <a:pt x="2604" y="244"/>
                </a:lnTo>
                <a:lnTo>
                  <a:pt x="2603" y="245"/>
                </a:lnTo>
                <a:lnTo>
                  <a:pt x="2602" y="246"/>
                </a:lnTo>
                <a:lnTo>
                  <a:pt x="2602" y="247"/>
                </a:lnTo>
                <a:lnTo>
                  <a:pt x="2602" y="248"/>
                </a:lnTo>
                <a:lnTo>
                  <a:pt x="2601" y="248"/>
                </a:lnTo>
                <a:lnTo>
                  <a:pt x="2601" y="247"/>
                </a:lnTo>
                <a:lnTo>
                  <a:pt x="2600" y="248"/>
                </a:lnTo>
                <a:lnTo>
                  <a:pt x="2599" y="248"/>
                </a:lnTo>
                <a:lnTo>
                  <a:pt x="2600" y="249"/>
                </a:lnTo>
                <a:lnTo>
                  <a:pt x="2600" y="250"/>
                </a:lnTo>
                <a:lnTo>
                  <a:pt x="2599" y="250"/>
                </a:lnTo>
                <a:lnTo>
                  <a:pt x="2599" y="249"/>
                </a:lnTo>
                <a:lnTo>
                  <a:pt x="2599" y="250"/>
                </a:lnTo>
                <a:lnTo>
                  <a:pt x="2598" y="250"/>
                </a:lnTo>
                <a:lnTo>
                  <a:pt x="2597" y="250"/>
                </a:lnTo>
                <a:lnTo>
                  <a:pt x="2598" y="250"/>
                </a:lnTo>
                <a:lnTo>
                  <a:pt x="2598" y="251"/>
                </a:lnTo>
                <a:lnTo>
                  <a:pt x="2597" y="251"/>
                </a:lnTo>
                <a:lnTo>
                  <a:pt x="2597" y="252"/>
                </a:lnTo>
                <a:lnTo>
                  <a:pt x="2598" y="252"/>
                </a:lnTo>
                <a:lnTo>
                  <a:pt x="2598" y="253"/>
                </a:lnTo>
                <a:lnTo>
                  <a:pt x="2597" y="253"/>
                </a:lnTo>
                <a:lnTo>
                  <a:pt x="2596" y="253"/>
                </a:lnTo>
                <a:lnTo>
                  <a:pt x="2595" y="253"/>
                </a:lnTo>
                <a:lnTo>
                  <a:pt x="2595" y="252"/>
                </a:lnTo>
                <a:lnTo>
                  <a:pt x="2595" y="251"/>
                </a:lnTo>
                <a:lnTo>
                  <a:pt x="2595" y="250"/>
                </a:lnTo>
                <a:lnTo>
                  <a:pt x="2594" y="250"/>
                </a:lnTo>
                <a:lnTo>
                  <a:pt x="2594" y="251"/>
                </a:lnTo>
                <a:lnTo>
                  <a:pt x="2594" y="252"/>
                </a:lnTo>
                <a:lnTo>
                  <a:pt x="2593" y="253"/>
                </a:lnTo>
                <a:lnTo>
                  <a:pt x="2592" y="253"/>
                </a:lnTo>
                <a:lnTo>
                  <a:pt x="2592" y="254"/>
                </a:lnTo>
                <a:lnTo>
                  <a:pt x="2593" y="254"/>
                </a:lnTo>
                <a:lnTo>
                  <a:pt x="2594" y="254"/>
                </a:lnTo>
                <a:lnTo>
                  <a:pt x="2594" y="255"/>
                </a:lnTo>
                <a:lnTo>
                  <a:pt x="2593" y="255"/>
                </a:lnTo>
                <a:lnTo>
                  <a:pt x="2590" y="255"/>
                </a:lnTo>
                <a:lnTo>
                  <a:pt x="2589" y="255"/>
                </a:lnTo>
                <a:lnTo>
                  <a:pt x="2588" y="255"/>
                </a:lnTo>
                <a:lnTo>
                  <a:pt x="2589" y="255"/>
                </a:lnTo>
                <a:lnTo>
                  <a:pt x="2590" y="256"/>
                </a:lnTo>
                <a:lnTo>
                  <a:pt x="2591" y="256"/>
                </a:lnTo>
                <a:lnTo>
                  <a:pt x="2591" y="257"/>
                </a:lnTo>
                <a:lnTo>
                  <a:pt x="2590" y="258"/>
                </a:lnTo>
                <a:lnTo>
                  <a:pt x="2589" y="258"/>
                </a:lnTo>
                <a:lnTo>
                  <a:pt x="2588" y="258"/>
                </a:lnTo>
                <a:lnTo>
                  <a:pt x="2587" y="258"/>
                </a:lnTo>
                <a:lnTo>
                  <a:pt x="2587" y="259"/>
                </a:lnTo>
                <a:lnTo>
                  <a:pt x="2587" y="260"/>
                </a:lnTo>
                <a:lnTo>
                  <a:pt x="2588" y="260"/>
                </a:lnTo>
                <a:lnTo>
                  <a:pt x="2587" y="261"/>
                </a:lnTo>
                <a:lnTo>
                  <a:pt x="2586" y="261"/>
                </a:lnTo>
                <a:lnTo>
                  <a:pt x="2586" y="262"/>
                </a:lnTo>
                <a:lnTo>
                  <a:pt x="2585" y="262"/>
                </a:lnTo>
                <a:lnTo>
                  <a:pt x="2584" y="262"/>
                </a:lnTo>
                <a:lnTo>
                  <a:pt x="2584" y="261"/>
                </a:lnTo>
                <a:lnTo>
                  <a:pt x="2583" y="261"/>
                </a:lnTo>
                <a:lnTo>
                  <a:pt x="2582" y="262"/>
                </a:lnTo>
                <a:lnTo>
                  <a:pt x="2583" y="263"/>
                </a:lnTo>
                <a:lnTo>
                  <a:pt x="2584" y="264"/>
                </a:lnTo>
                <a:lnTo>
                  <a:pt x="2583" y="265"/>
                </a:lnTo>
                <a:lnTo>
                  <a:pt x="2582" y="265"/>
                </a:lnTo>
                <a:lnTo>
                  <a:pt x="2582" y="264"/>
                </a:lnTo>
                <a:lnTo>
                  <a:pt x="2581" y="264"/>
                </a:lnTo>
                <a:lnTo>
                  <a:pt x="2580" y="264"/>
                </a:lnTo>
                <a:lnTo>
                  <a:pt x="2580" y="263"/>
                </a:lnTo>
                <a:lnTo>
                  <a:pt x="2579" y="264"/>
                </a:lnTo>
                <a:lnTo>
                  <a:pt x="2578" y="264"/>
                </a:lnTo>
                <a:lnTo>
                  <a:pt x="2577" y="265"/>
                </a:lnTo>
                <a:lnTo>
                  <a:pt x="2576" y="265"/>
                </a:lnTo>
                <a:lnTo>
                  <a:pt x="2576" y="266"/>
                </a:lnTo>
                <a:lnTo>
                  <a:pt x="2577" y="266"/>
                </a:lnTo>
                <a:lnTo>
                  <a:pt x="2578" y="266"/>
                </a:lnTo>
                <a:lnTo>
                  <a:pt x="2579" y="267"/>
                </a:lnTo>
                <a:lnTo>
                  <a:pt x="2579" y="268"/>
                </a:lnTo>
                <a:lnTo>
                  <a:pt x="2578" y="268"/>
                </a:lnTo>
                <a:lnTo>
                  <a:pt x="2578" y="269"/>
                </a:lnTo>
                <a:lnTo>
                  <a:pt x="2579" y="269"/>
                </a:lnTo>
                <a:lnTo>
                  <a:pt x="2580" y="269"/>
                </a:lnTo>
                <a:lnTo>
                  <a:pt x="2580" y="270"/>
                </a:lnTo>
                <a:lnTo>
                  <a:pt x="2581" y="270"/>
                </a:lnTo>
                <a:lnTo>
                  <a:pt x="2582" y="270"/>
                </a:lnTo>
                <a:lnTo>
                  <a:pt x="2582" y="271"/>
                </a:lnTo>
                <a:lnTo>
                  <a:pt x="2582" y="272"/>
                </a:lnTo>
                <a:lnTo>
                  <a:pt x="2581" y="272"/>
                </a:lnTo>
                <a:lnTo>
                  <a:pt x="2580" y="273"/>
                </a:lnTo>
                <a:lnTo>
                  <a:pt x="2579" y="273"/>
                </a:lnTo>
                <a:lnTo>
                  <a:pt x="2578" y="273"/>
                </a:lnTo>
                <a:lnTo>
                  <a:pt x="2579" y="273"/>
                </a:lnTo>
                <a:lnTo>
                  <a:pt x="2579" y="274"/>
                </a:lnTo>
                <a:lnTo>
                  <a:pt x="2580" y="274"/>
                </a:lnTo>
                <a:lnTo>
                  <a:pt x="2580" y="275"/>
                </a:lnTo>
                <a:lnTo>
                  <a:pt x="2580" y="276"/>
                </a:lnTo>
                <a:lnTo>
                  <a:pt x="2579" y="276"/>
                </a:lnTo>
                <a:lnTo>
                  <a:pt x="2579" y="277"/>
                </a:lnTo>
                <a:lnTo>
                  <a:pt x="2579" y="278"/>
                </a:lnTo>
                <a:lnTo>
                  <a:pt x="2580" y="278"/>
                </a:lnTo>
                <a:lnTo>
                  <a:pt x="2581" y="278"/>
                </a:lnTo>
                <a:lnTo>
                  <a:pt x="2581" y="279"/>
                </a:lnTo>
                <a:lnTo>
                  <a:pt x="2581" y="280"/>
                </a:lnTo>
                <a:lnTo>
                  <a:pt x="2581" y="281"/>
                </a:lnTo>
                <a:lnTo>
                  <a:pt x="2580" y="281"/>
                </a:lnTo>
                <a:lnTo>
                  <a:pt x="2581" y="281"/>
                </a:lnTo>
                <a:lnTo>
                  <a:pt x="2581" y="282"/>
                </a:lnTo>
                <a:lnTo>
                  <a:pt x="2581" y="283"/>
                </a:lnTo>
                <a:lnTo>
                  <a:pt x="2582" y="283"/>
                </a:lnTo>
                <a:lnTo>
                  <a:pt x="2582" y="284"/>
                </a:lnTo>
                <a:lnTo>
                  <a:pt x="2582" y="285"/>
                </a:lnTo>
                <a:lnTo>
                  <a:pt x="2582" y="286"/>
                </a:lnTo>
                <a:lnTo>
                  <a:pt x="2582" y="287"/>
                </a:lnTo>
                <a:lnTo>
                  <a:pt x="2581" y="287"/>
                </a:lnTo>
                <a:lnTo>
                  <a:pt x="2581" y="286"/>
                </a:lnTo>
                <a:lnTo>
                  <a:pt x="2581" y="287"/>
                </a:lnTo>
                <a:lnTo>
                  <a:pt x="2580" y="287"/>
                </a:lnTo>
                <a:lnTo>
                  <a:pt x="2580" y="288"/>
                </a:lnTo>
                <a:lnTo>
                  <a:pt x="2579" y="288"/>
                </a:lnTo>
                <a:lnTo>
                  <a:pt x="2577" y="288"/>
                </a:lnTo>
                <a:lnTo>
                  <a:pt x="2577" y="289"/>
                </a:lnTo>
                <a:lnTo>
                  <a:pt x="2577" y="290"/>
                </a:lnTo>
                <a:lnTo>
                  <a:pt x="2576" y="290"/>
                </a:lnTo>
                <a:lnTo>
                  <a:pt x="2577" y="290"/>
                </a:lnTo>
                <a:lnTo>
                  <a:pt x="2576" y="291"/>
                </a:lnTo>
                <a:lnTo>
                  <a:pt x="2575" y="291"/>
                </a:lnTo>
                <a:lnTo>
                  <a:pt x="2574" y="291"/>
                </a:lnTo>
                <a:lnTo>
                  <a:pt x="2574" y="290"/>
                </a:lnTo>
                <a:lnTo>
                  <a:pt x="2575" y="290"/>
                </a:lnTo>
                <a:lnTo>
                  <a:pt x="2575" y="289"/>
                </a:lnTo>
                <a:lnTo>
                  <a:pt x="2574" y="289"/>
                </a:lnTo>
                <a:lnTo>
                  <a:pt x="2573" y="290"/>
                </a:lnTo>
                <a:lnTo>
                  <a:pt x="2572" y="290"/>
                </a:lnTo>
                <a:lnTo>
                  <a:pt x="2572" y="291"/>
                </a:lnTo>
                <a:lnTo>
                  <a:pt x="2571" y="292"/>
                </a:lnTo>
                <a:lnTo>
                  <a:pt x="2570" y="292"/>
                </a:lnTo>
                <a:lnTo>
                  <a:pt x="2569" y="292"/>
                </a:lnTo>
                <a:lnTo>
                  <a:pt x="2569" y="293"/>
                </a:lnTo>
                <a:lnTo>
                  <a:pt x="2570" y="293"/>
                </a:lnTo>
                <a:lnTo>
                  <a:pt x="2571" y="293"/>
                </a:lnTo>
                <a:lnTo>
                  <a:pt x="2570" y="293"/>
                </a:lnTo>
                <a:lnTo>
                  <a:pt x="2569" y="293"/>
                </a:lnTo>
                <a:lnTo>
                  <a:pt x="2569" y="294"/>
                </a:lnTo>
                <a:lnTo>
                  <a:pt x="2568" y="294"/>
                </a:lnTo>
                <a:lnTo>
                  <a:pt x="2567" y="294"/>
                </a:lnTo>
                <a:lnTo>
                  <a:pt x="2567" y="295"/>
                </a:lnTo>
                <a:lnTo>
                  <a:pt x="2566" y="295"/>
                </a:lnTo>
                <a:lnTo>
                  <a:pt x="2566" y="296"/>
                </a:lnTo>
                <a:lnTo>
                  <a:pt x="2566" y="297"/>
                </a:lnTo>
                <a:lnTo>
                  <a:pt x="2565" y="297"/>
                </a:lnTo>
                <a:lnTo>
                  <a:pt x="2564" y="297"/>
                </a:lnTo>
                <a:lnTo>
                  <a:pt x="2563" y="297"/>
                </a:lnTo>
                <a:lnTo>
                  <a:pt x="2561" y="296"/>
                </a:lnTo>
                <a:lnTo>
                  <a:pt x="2560" y="296"/>
                </a:lnTo>
                <a:lnTo>
                  <a:pt x="2560" y="297"/>
                </a:lnTo>
                <a:lnTo>
                  <a:pt x="2561" y="297"/>
                </a:lnTo>
                <a:lnTo>
                  <a:pt x="2561" y="298"/>
                </a:lnTo>
                <a:lnTo>
                  <a:pt x="2560" y="298"/>
                </a:lnTo>
                <a:lnTo>
                  <a:pt x="2559" y="298"/>
                </a:lnTo>
                <a:lnTo>
                  <a:pt x="2559" y="297"/>
                </a:lnTo>
                <a:lnTo>
                  <a:pt x="2558" y="297"/>
                </a:lnTo>
                <a:lnTo>
                  <a:pt x="2558" y="298"/>
                </a:lnTo>
                <a:lnTo>
                  <a:pt x="2558" y="299"/>
                </a:lnTo>
                <a:lnTo>
                  <a:pt x="2559" y="299"/>
                </a:lnTo>
                <a:lnTo>
                  <a:pt x="2559" y="300"/>
                </a:lnTo>
                <a:lnTo>
                  <a:pt x="2560" y="300"/>
                </a:lnTo>
                <a:lnTo>
                  <a:pt x="2560" y="301"/>
                </a:lnTo>
                <a:lnTo>
                  <a:pt x="2560" y="302"/>
                </a:lnTo>
                <a:lnTo>
                  <a:pt x="2559" y="302"/>
                </a:lnTo>
                <a:lnTo>
                  <a:pt x="2559" y="301"/>
                </a:lnTo>
                <a:lnTo>
                  <a:pt x="2558" y="301"/>
                </a:lnTo>
                <a:lnTo>
                  <a:pt x="2557" y="300"/>
                </a:lnTo>
                <a:lnTo>
                  <a:pt x="2556" y="300"/>
                </a:lnTo>
                <a:lnTo>
                  <a:pt x="2555" y="300"/>
                </a:lnTo>
                <a:lnTo>
                  <a:pt x="2555" y="301"/>
                </a:lnTo>
                <a:lnTo>
                  <a:pt x="2554" y="301"/>
                </a:lnTo>
                <a:lnTo>
                  <a:pt x="2555" y="301"/>
                </a:lnTo>
                <a:lnTo>
                  <a:pt x="2555" y="302"/>
                </a:lnTo>
                <a:lnTo>
                  <a:pt x="2556" y="303"/>
                </a:lnTo>
                <a:lnTo>
                  <a:pt x="2556" y="304"/>
                </a:lnTo>
                <a:lnTo>
                  <a:pt x="2555" y="304"/>
                </a:lnTo>
                <a:lnTo>
                  <a:pt x="2554" y="305"/>
                </a:lnTo>
                <a:lnTo>
                  <a:pt x="2555" y="305"/>
                </a:lnTo>
                <a:lnTo>
                  <a:pt x="2556" y="305"/>
                </a:lnTo>
                <a:lnTo>
                  <a:pt x="2557" y="305"/>
                </a:lnTo>
                <a:lnTo>
                  <a:pt x="2557" y="306"/>
                </a:lnTo>
                <a:lnTo>
                  <a:pt x="2556" y="307"/>
                </a:lnTo>
                <a:lnTo>
                  <a:pt x="2555" y="307"/>
                </a:lnTo>
                <a:lnTo>
                  <a:pt x="2554" y="307"/>
                </a:lnTo>
                <a:lnTo>
                  <a:pt x="2554" y="308"/>
                </a:lnTo>
                <a:lnTo>
                  <a:pt x="2555" y="308"/>
                </a:lnTo>
                <a:lnTo>
                  <a:pt x="2555" y="309"/>
                </a:lnTo>
                <a:lnTo>
                  <a:pt x="2554" y="309"/>
                </a:lnTo>
                <a:lnTo>
                  <a:pt x="2553" y="309"/>
                </a:lnTo>
                <a:lnTo>
                  <a:pt x="2553" y="310"/>
                </a:lnTo>
                <a:lnTo>
                  <a:pt x="2554" y="310"/>
                </a:lnTo>
                <a:lnTo>
                  <a:pt x="2555" y="311"/>
                </a:lnTo>
                <a:lnTo>
                  <a:pt x="2554" y="311"/>
                </a:lnTo>
                <a:lnTo>
                  <a:pt x="2553" y="311"/>
                </a:lnTo>
                <a:lnTo>
                  <a:pt x="2552" y="311"/>
                </a:lnTo>
                <a:lnTo>
                  <a:pt x="2551" y="311"/>
                </a:lnTo>
                <a:lnTo>
                  <a:pt x="2551" y="312"/>
                </a:lnTo>
                <a:lnTo>
                  <a:pt x="2550" y="312"/>
                </a:lnTo>
                <a:lnTo>
                  <a:pt x="2549" y="312"/>
                </a:lnTo>
                <a:lnTo>
                  <a:pt x="2549" y="314"/>
                </a:lnTo>
                <a:lnTo>
                  <a:pt x="2550" y="314"/>
                </a:lnTo>
                <a:lnTo>
                  <a:pt x="2550" y="315"/>
                </a:lnTo>
                <a:lnTo>
                  <a:pt x="2549" y="315"/>
                </a:lnTo>
                <a:lnTo>
                  <a:pt x="2548" y="315"/>
                </a:lnTo>
                <a:lnTo>
                  <a:pt x="2548" y="316"/>
                </a:lnTo>
                <a:lnTo>
                  <a:pt x="2547" y="316"/>
                </a:lnTo>
                <a:lnTo>
                  <a:pt x="2548" y="316"/>
                </a:lnTo>
                <a:lnTo>
                  <a:pt x="2548" y="317"/>
                </a:lnTo>
                <a:lnTo>
                  <a:pt x="2548" y="318"/>
                </a:lnTo>
                <a:lnTo>
                  <a:pt x="2549" y="318"/>
                </a:lnTo>
                <a:lnTo>
                  <a:pt x="2549" y="319"/>
                </a:lnTo>
                <a:lnTo>
                  <a:pt x="2548" y="319"/>
                </a:lnTo>
                <a:lnTo>
                  <a:pt x="2547" y="319"/>
                </a:lnTo>
                <a:lnTo>
                  <a:pt x="2547" y="320"/>
                </a:lnTo>
                <a:lnTo>
                  <a:pt x="2548" y="320"/>
                </a:lnTo>
                <a:lnTo>
                  <a:pt x="2548" y="321"/>
                </a:lnTo>
                <a:lnTo>
                  <a:pt x="2547" y="321"/>
                </a:lnTo>
                <a:lnTo>
                  <a:pt x="2547" y="322"/>
                </a:lnTo>
                <a:lnTo>
                  <a:pt x="2546" y="322"/>
                </a:lnTo>
                <a:lnTo>
                  <a:pt x="2545" y="323"/>
                </a:lnTo>
                <a:lnTo>
                  <a:pt x="2544" y="323"/>
                </a:lnTo>
                <a:lnTo>
                  <a:pt x="2544" y="322"/>
                </a:lnTo>
                <a:lnTo>
                  <a:pt x="2543" y="322"/>
                </a:lnTo>
                <a:lnTo>
                  <a:pt x="2542" y="322"/>
                </a:lnTo>
                <a:lnTo>
                  <a:pt x="2542" y="323"/>
                </a:lnTo>
                <a:lnTo>
                  <a:pt x="2542" y="324"/>
                </a:lnTo>
                <a:lnTo>
                  <a:pt x="2542" y="325"/>
                </a:lnTo>
                <a:lnTo>
                  <a:pt x="2541" y="325"/>
                </a:lnTo>
                <a:lnTo>
                  <a:pt x="2540" y="326"/>
                </a:lnTo>
                <a:lnTo>
                  <a:pt x="2539" y="326"/>
                </a:lnTo>
                <a:lnTo>
                  <a:pt x="2538" y="326"/>
                </a:lnTo>
                <a:lnTo>
                  <a:pt x="2539" y="327"/>
                </a:lnTo>
                <a:lnTo>
                  <a:pt x="2540" y="327"/>
                </a:lnTo>
                <a:lnTo>
                  <a:pt x="2540" y="328"/>
                </a:lnTo>
                <a:lnTo>
                  <a:pt x="2541" y="328"/>
                </a:lnTo>
                <a:lnTo>
                  <a:pt x="2542" y="328"/>
                </a:lnTo>
                <a:lnTo>
                  <a:pt x="2542" y="329"/>
                </a:lnTo>
                <a:lnTo>
                  <a:pt x="2541" y="329"/>
                </a:lnTo>
                <a:lnTo>
                  <a:pt x="2540" y="329"/>
                </a:lnTo>
                <a:lnTo>
                  <a:pt x="2539" y="329"/>
                </a:lnTo>
                <a:lnTo>
                  <a:pt x="2538" y="329"/>
                </a:lnTo>
                <a:lnTo>
                  <a:pt x="2537" y="329"/>
                </a:lnTo>
                <a:lnTo>
                  <a:pt x="2537" y="330"/>
                </a:lnTo>
                <a:lnTo>
                  <a:pt x="2537" y="331"/>
                </a:lnTo>
                <a:lnTo>
                  <a:pt x="2537" y="330"/>
                </a:lnTo>
                <a:lnTo>
                  <a:pt x="2536" y="330"/>
                </a:lnTo>
                <a:lnTo>
                  <a:pt x="2536" y="329"/>
                </a:lnTo>
                <a:lnTo>
                  <a:pt x="2536" y="328"/>
                </a:lnTo>
                <a:lnTo>
                  <a:pt x="2535" y="328"/>
                </a:lnTo>
                <a:lnTo>
                  <a:pt x="2535" y="329"/>
                </a:lnTo>
                <a:lnTo>
                  <a:pt x="2534" y="329"/>
                </a:lnTo>
                <a:lnTo>
                  <a:pt x="2533" y="329"/>
                </a:lnTo>
                <a:lnTo>
                  <a:pt x="2533" y="330"/>
                </a:lnTo>
                <a:lnTo>
                  <a:pt x="2533" y="331"/>
                </a:lnTo>
                <a:lnTo>
                  <a:pt x="2533" y="332"/>
                </a:lnTo>
                <a:lnTo>
                  <a:pt x="2532" y="332"/>
                </a:lnTo>
                <a:lnTo>
                  <a:pt x="2531" y="332"/>
                </a:lnTo>
                <a:lnTo>
                  <a:pt x="2531" y="333"/>
                </a:lnTo>
                <a:lnTo>
                  <a:pt x="2532" y="333"/>
                </a:lnTo>
                <a:lnTo>
                  <a:pt x="2533" y="333"/>
                </a:lnTo>
                <a:lnTo>
                  <a:pt x="2534" y="333"/>
                </a:lnTo>
                <a:lnTo>
                  <a:pt x="2533" y="334"/>
                </a:lnTo>
                <a:lnTo>
                  <a:pt x="2532" y="334"/>
                </a:lnTo>
                <a:lnTo>
                  <a:pt x="2532" y="335"/>
                </a:lnTo>
                <a:lnTo>
                  <a:pt x="2533" y="335"/>
                </a:lnTo>
                <a:lnTo>
                  <a:pt x="2534" y="336"/>
                </a:lnTo>
                <a:lnTo>
                  <a:pt x="2536" y="336"/>
                </a:lnTo>
                <a:lnTo>
                  <a:pt x="2537" y="336"/>
                </a:lnTo>
                <a:lnTo>
                  <a:pt x="2538" y="336"/>
                </a:lnTo>
                <a:lnTo>
                  <a:pt x="2538" y="337"/>
                </a:lnTo>
                <a:lnTo>
                  <a:pt x="2537" y="337"/>
                </a:lnTo>
                <a:lnTo>
                  <a:pt x="2537" y="338"/>
                </a:lnTo>
                <a:lnTo>
                  <a:pt x="2536" y="338"/>
                </a:lnTo>
                <a:lnTo>
                  <a:pt x="2535" y="338"/>
                </a:lnTo>
                <a:lnTo>
                  <a:pt x="2534" y="338"/>
                </a:lnTo>
                <a:lnTo>
                  <a:pt x="2534" y="337"/>
                </a:lnTo>
                <a:lnTo>
                  <a:pt x="2533" y="337"/>
                </a:lnTo>
                <a:lnTo>
                  <a:pt x="2532" y="337"/>
                </a:lnTo>
                <a:lnTo>
                  <a:pt x="2531" y="338"/>
                </a:lnTo>
                <a:lnTo>
                  <a:pt x="2530" y="338"/>
                </a:lnTo>
                <a:lnTo>
                  <a:pt x="2531" y="338"/>
                </a:lnTo>
                <a:lnTo>
                  <a:pt x="2531" y="339"/>
                </a:lnTo>
                <a:lnTo>
                  <a:pt x="2533" y="339"/>
                </a:lnTo>
                <a:lnTo>
                  <a:pt x="2534" y="339"/>
                </a:lnTo>
                <a:lnTo>
                  <a:pt x="2534" y="340"/>
                </a:lnTo>
                <a:lnTo>
                  <a:pt x="2535" y="341"/>
                </a:lnTo>
                <a:lnTo>
                  <a:pt x="2534" y="341"/>
                </a:lnTo>
                <a:lnTo>
                  <a:pt x="2534" y="342"/>
                </a:lnTo>
                <a:lnTo>
                  <a:pt x="2533" y="343"/>
                </a:lnTo>
                <a:lnTo>
                  <a:pt x="2532" y="343"/>
                </a:lnTo>
                <a:lnTo>
                  <a:pt x="2531" y="343"/>
                </a:lnTo>
                <a:lnTo>
                  <a:pt x="2530" y="343"/>
                </a:lnTo>
                <a:lnTo>
                  <a:pt x="2530" y="344"/>
                </a:lnTo>
                <a:lnTo>
                  <a:pt x="2529" y="344"/>
                </a:lnTo>
                <a:lnTo>
                  <a:pt x="2529" y="345"/>
                </a:lnTo>
                <a:lnTo>
                  <a:pt x="2530" y="345"/>
                </a:lnTo>
                <a:lnTo>
                  <a:pt x="2530" y="346"/>
                </a:lnTo>
                <a:lnTo>
                  <a:pt x="2529" y="346"/>
                </a:lnTo>
                <a:lnTo>
                  <a:pt x="2529" y="347"/>
                </a:lnTo>
                <a:lnTo>
                  <a:pt x="2528" y="347"/>
                </a:lnTo>
                <a:lnTo>
                  <a:pt x="2527" y="347"/>
                </a:lnTo>
                <a:lnTo>
                  <a:pt x="2526" y="347"/>
                </a:lnTo>
                <a:lnTo>
                  <a:pt x="2525" y="347"/>
                </a:lnTo>
                <a:lnTo>
                  <a:pt x="2524" y="347"/>
                </a:lnTo>
                <a:lnTo>
                  <a:pt x="2524" y="348"/>
                </a:lnTo>
                <a:lnTo>
                  <a:pt x="2525" y="348"/>
                </a:lnTo>
                <a:lnTo>
                  <a:pt x="2526" y="349"/>
                </a:lnTo>
                <a:lnTo>
                  <a:pt x="2526" y="350"/>
                </a:lnTo>
                <a:lnTo>
                  <a:pt x="2527" y="350"/>
                </a:lnTo>
                <a:lnTo>
                  <a:pt x="2528" y="350"/>
                </a:lnTo>
                <a:lnTo>
                  <a:pt x="2528" y="351"/>
                </a:lnTo>
                <a:lnTo>
                  <a:pt x="2527" y="351"/>
                </a:lnTo>
                <a:lnTo>
                  <a:pt x="2527" y="352"/>
                </a:lnTo>
                <a:lnTo>
                  <a:pt x="2527" y="353"/>
                </a:lnTo>
                <a:lnTo>
                  <a:pt x="2528" y="353"/>
                </a:lnTo>
                <a:lnTo>
                  <a:pt x="2528" y="354"/>
                </a:lnTo>
                <a:lnTo>
                  <a:pt x="2529" y="354"/>
                </a:lnTo>
                <a:lnTo>
                  <a:pt x="2529" y="355"/>
                </a:lnTo>
                <a:lnTo>
                  <a:pt x="2530" y="356"/>
                </a:lnTo>
                <a:lnTo>
                  <a:pt x="2529" y="356"/>
                </a:lnTo>
                <a:lnTo>
                  <a:pt x="2528" y="356"/>
                </a:lnTo>
                <a:lnTo>
                  <a:pt x="2528" y="357"/>
                </a:lnTo>
                <a:lnTo>
                  <a:pt x="2529" y="358"/>
                </a:lnTo>
                <a:lnTo>
                  <a:pt x="2529" y="359"/>
                </a:lnTo>
                <a:lnTo>
                  <a:pt x="2528" y="359"/>
                </a:lnTo>
                <a:lnTo>
                  <a:pt x="2527" y="360"/>
                </a:lnTo>
                <a:lnTo>
                  <a:pt x="2526" y="360"/>
                </a:lnTo>
                <a:lnTo>
                  <a:pt x="2525" y="360"/>
                </a:lnTo>
                <a:lnTo>
                  <a:pt x="2524" y="360"/>
                </a:lnTo>
                <a:lnTo>
                  <a:pt x="2524" y="361"/>
                </a:lnTo>
                <a:lnTo>
                  <a:pt x="2524" y="362"/>
                </a:lnTo>
                <a:lnTo>
                  <a:pt x="2525" y="362"/>
                </a:lnTo>
                <a:lnTo>
                  <a:pt x="2526" y="362"/>
                </a:lnTo>
                <a:lnTo>
                  <a:pt x="2527" y="362"/>
                </a:lnTo>
                <a:lnTo>
                  <a:pt x="2527" y="363"/>
                </a:lnTo>
                <a:lnTo>
                  <a:pt x="2528" y="363"/>
                </a:lnTo>
                <a:lnTo>
                  <a:pt x="2528" y="364"/>
                </a:lnTo>
                <a:lnTo>
                  <a:pt x="2528" y="365"/>
                </a:lnTo>
                <a:lnTo>
                  <a:pt x="2528" y="366"/>
                </a:lnTo>
                <a:lnTo>
                  <a:pt x="2528" y="367"/>
                </a:lnTo>
                <a:lnTo>
                  <a:pt x="2528" y="368"/>
                </a:lnTo>
                <a:lnTo>
                  <a:pt x="2527" y="368"/>
                </a:lnTo>
                <a:lnTo>
                  <a:pt x="2527" y="369"/>
                </a:lnTo>
                <a:lnTo>
                  <a:pt x="2526" y="369"/>
                </a:lnTo>
                <a:lnTo>
                  <a:pt x="2526" y="370"/>
                </a:lnTo>
                <a:lnTo>
                  <a:pt x="2527" y="370"/>
                </a:lnTo>
                <a:lnTo>
                  <a:pt x="2528" y="371"/>
                </a:lnTo>
                <a:lnTo>
                  <a:pt x="2527" y="372"/>
                </a:lnTo>
                <a:lnTo>
                  <a:pt x="2527" y="373"/>
                </a:lnTo>
                <a:lnTo>
                  <a:pt x="2527" y="374"/>
                </a:lnTo>
                <a:lnTo>
                  <a:pt x="2527" y="375"/>
                </a:lnTo>
                <a:lnTo>
                  <a:pt x="2527" y="376"/>
                </a:lnTo>
                <a:lnTo>
                  <a:pt x="2527" y="377"/>
                </a:lnTo>
                <a:lnTo>
                  <a:pt x="2526" y="378"/>
                </a:lnTo>
                <a:lnTo>
                  <a:pt x="2526" y="379"/>
                </a:lnTo>
                <a:lnTo>
                  <a:pt x="2525" y="379"/>
                </a:lnTo>
                <a:lnTo>
                  <a:pt x="2526" y="379"/>
                </a:lnTo>
                <a:lnTo>
                  <a:pt x="2526" y="380"/>
                </a:lnTo>
                <a:lnTo>
                  <a:pt x="2525" y="380"/>
                </a:lnTo>
                <a:lnTo>
                  <a:pt x="2524" y="380"/>
                </a:lnTo>
                <a:lnTo>
                  <a:pt x="2524" y="379"/>
                </a:lnTo>
                <a:lnTo>
                  <a:pt x="2525" y="379"/>
                </a:lnTo>
                <a:lnTo>
                  <a:pt x="2525" y="378"/>
                </a:lnTo>
                <a:lnTo>
                  <a:pt x="2524" y="378"/>
                </a:lnTo>
                <a:lnTo>
                  <a:pt x="2523" y="377"/>
                </a:lnTo>
                <a:lnTo>
                  <a:pt x="2522" y="377"/>
                </a:lnTo>
                <a:lnTo>
                  <a:pt x="2521" y="376"/>
                </a:lnTo>
                <a:lnTo>
                  <a:pt x="2520" y="376"/>
                </a:lnTo>
                <a:lnTo>
                  <a:pt x="2519" y="376"/>
                </a:lnTo>
                <a:lnTo>
                  <a:pt x="2519" y="377"/>
                </a:lnTo>
                <a:lnTo>
                  <a:pt x="2519" y="378"/>
                </a:lnTo>
                <a:lnTo>
                  <a:pt x="2519" y="379"/>
                </a:lnTo>
                <a:lnTo>
                  <a:pt x="2520" y="380"/>
                </a:lnTo>
                <a:lnTo>
                  <a:pt x="2520" y="381"/>
                </a:lnTo>
                <a:lnTo>
                  <a:pt x="2521" y="382"/>
                </a:lnTo>
                <a:lnTo>
                  <a:pt x="2522" y="382"/>
                </a:lnTo>
                <a:lnTo>
                  <a:pt x="2523" y="381"/>
                </a:lnTo>
                <a:lnTo>
                  <a:pt x="2523" y="380"/>
                </a:lnTo>
                <a:lnTo>
                  <a:pt x="2523" y="381"/>
                </a:lnTo>
                <a:lnTo>
                  <a:pt x="2524" y="382"/>
                </a:lnTo>
                <a:lnTo>
                  <a:pt x="2525" y="382"/>
                </a:lnTo>
                <a:lnTo>
                  <a:pt x="2525" y="383"/>
                </a:lnTo>
                <a:lnTo>
                  <a:pt x="2526" y="383"/>
                </a:lnTo>
                <a:lnTo>
                  <a:pt x="2526" y="384"/>
                </a:lnTo>
                <a:lnTo>
                  <a:pt x="2527" y="384"/>
                </a:lnTo>
                <a:lnTo>
                  <a:pt x="2528" y="384"/>
                </a:lnTo>
                <a:lnTo>
                  <a:pt x="2529" y="384"/>
                </a:lnTo>
                <a:lnTo>
                  <a:pt x="2529" y="385"/>
                </a:lnTo>
                <a:lnTo>
                  <a:pt x="2528" y="385"/>
                </a:lnTo>
                <a:lnTo>
                  <a:pt x="2529" y="386"/>
                </a:lnTo>
                <a:lnTo>
                  <a:pt x="2528" y="386"/>
                </a:lnTo>
                <a:lnTo>
                  <a:pt x="2528" y="387"/>
                </a:lnTo>
                <a:lnTo>
                  <a:pt x="2527" y="387"/>
                </a:lnTo>
                <a:lnTo>
                  <a:pt x="2528" y="387"/>
                </a:lnTo>
                <a:lnTo>
                  <a:pt x="2528" y="388"/>
                </a:lnTo>
                <a:lnTo>
                  <a:pt x="2529" y="388"/>
                </a:lnTo>
                <a:lnTo>
                  <a:pt x="2529" y="389"/>
                </a:lnTo>
                <a:lnTo>
                  <a:pt x="2529" y="390"/>
                </a:lnTo>
                <a:lnTo>
                  <a:pt x="2528" y="390"/>
                </a:lnTo>
                <a:lnTo>
                  <a:pt x="2527" y="390"/>
                </a:lnTo>
                <a:lnTo>
                  <a:pt x="2527" y="389"/>
                </a:lnTo>
                <a:lnTo>
                  <a:pt x="2527" y="390"/>
                </a:lnTo>
                <a:lnTo>
                  <a:pt x="2527" y="391"/>
                </a:lnTo>
                <a:lnTo>
                  <a:pt x="2528" y="392"/>
                </a:lnTo>
                <a:lnTo>
                  <a:pt x="2528" y="393"/>
                </a:lnTo>
                <a:lnTo>
                  <a:pt x="2529" y="393"/>
                </a:lnTo>
                <a:lnTo>
                  <a:pt x="2530" y="394"/>
                </a:lnTo>
                <a:lnTo>
                  <a:pt x="2529" y="394"/>
                </a:lnTo>
                <a:lnTo>
                  <a:pt x="2528" y="395"/>
                </a:lnTo>
                <a:lnTo>
                  <a:pt x="2529" y="395"/>
                </a:lnTo>
                <a:lnTo>
                  <a:pt x="2529" y="396"/>
                </a:lnTo>
                <a:lnTo>
                  <a:pt x="2531" y="397"/>
                </a:lnTo>
                <a:lnTo>
                  <a:pt x="2532" y="398"/>
                </a:lnTo>
                <a:lnTo>
                  <a:pt x="2532" y="399"/>
                </a:lnTo>
                <a:lnTo>
                  <a:pt x="2532" y="400"/>
                </a:lnTo>
                <a:lnTo>
                  <a:pt x="2531" y="400"/>
                </a:lnTo>
                <a:lnTo>
                  <a:pt x="2531" y="401"/>
                </a:lnTo>
                <a:lnTo>
                  <a:pt x="2531" y="402"/>
                </a:lnTo>
                <a:lnTo>
                  <a:pt x="2531" y="403"/>
                </a:lnTo>
                <a:lnTo>
                  <a:pt x="2531" y="404"/>
                </a:lnTo>
                <a:lnTo>
                  <a:pt x="2531" y="405"/>
                </a:lnTo>
                <a:lnTo>
                  <a:pt x="2532" y="405"/>
                </a:lnTo>
                <a:lnTo>
                  <a:pt x="2532" y="406"/>
                </a:lnTo>
                <a:lnTo>
                  <a:pt x="2533" y="406"/>
                </a:lnTo>
                <a:lnTo>
                  <a:pt x="2533" y="407"/>
                </a:lnTo>
                <a:lnTo>
                  <a:pt x="2532" y="407"/>
                </a:lnTo>
                <a:lnTo>
                  <a:pt x="2532" y="408"/>
                </a:lnTo>
                <a:lnTo>
                  <a:pt x="2533" y="408"/>
                </a:lnTo>
                <a:lnTo>
                  <a:pt x="2532" y="408"/>
                </a:lnTo>
                <a:lnTo>
                  <a:pt x="2531" y="408"/>
                </a:lnTo>
                <a:lnTo>
                  <a:pt x="2531" y="409"/>
                </a:lnTo>
                <a:lnTo>
                  <a:pt x="2531" y="410"/>
                </a:lnTo>
                <a:lnTo>
                  <a:pt x="2531" y="411"/>
                </a:lnTo>
                <a:lnTo>
                  <a:pt x="2530" y="411"/>
                </a:lnTo>
                <a:lnTo>
                  <a:pt x="2530" y="412"/>
                </a:lnTo>
                <a:lnTo>
                  <a:pt x="2531" y="412"/>
                </a:lnTo>
                <a:lnTo>
                  <a:pt x="2531" y="413"/>
                </a:lnTo>
                <a:lnTo>
                  <a:pt x="2530" y="413"/>
                </a:lnTo>
                <a:lnTo>
                  <a:pt x="2530" y="414"/>
                </a:lnTo>
                <a:lnTo>
                  <a:pt x="2529" y="414"/>
                </a:lnTo>
                <a:lnTo>
                  <a:pt x="2529" y="415"/>
                </a:lnTo>
                <a:lnTo>
                  <a:pt x="2528" y="415"/>
                </a:lnTo>
                <a:lnTo>
                  <a:pt x="2528" y="416"/>
                </a:lnTo>
                <a:lnTo>
                  <a:pt x="2527" y="416"/>
                </a:lnTo>
                <a:lnTo>
                  <a:pt x="2527" y="417"/>
                </a:lnTo>
                <a:lnTo>
                  <a:pt x="2528" y="417"/>
                </a:lnTo>
                <a:lnTo>
                  <a:pt x="2528" y="418"/>
                </a:lnTo>
                <a:lnTo>
                  <a:pt x="2527" y="418"/>
                </a:lnTo>
                <a:lnTo>
                  <a:pt x="2528" y="418"/>
                </a:lnTo>
                <a:lnTo>
                  <a:pt x="2528" y="419"/>
                </a:lnTo>
                <a:lnTo>
                  <a:pt x="2528" y="418"/>
                </a:lnTo>
                <a:lnTo>
                  <a:pt x="2529" y="418"/>
                </a:lnTo>
                <a:lnTo>
                  <a:pt x="2529" y="419"/>
                </a:lnTo>
                <a:lnTo>
                  <a:pt x="2528" y="419"/>
                </a:lnTo>
                <a:lnTo>
                  <a:pt x="2527" y="419"/>
                </a:lnTo>
                <a:lnTo>
                  <a:pt x="2527" y="420"/>
                </a:lnTo>
                <a:lnTo>
                  <a:pt x="2528" y="420"/>
                </a:lnTo>
                <a:lnTo>
                  <a:pt x="2528" y="421"/>
                </a:lnTo>
                <a:lnTo>
                  <a:pt x="2528" y="422"/>
                </a:lnTo>
                <a:lnTo>
                  <a:pt x="2528" y="423"/>
                </a:lnTo>
                <a:lnTo>
                  <a:pt x="2527" y="424"/>
                </a:lnTo>
                <a:lnTo>
                  <a:pt x="2527" y="425"/>
                </a:lnTo>
                <a:lnTo>
                  <a:pt x="2527" y="426"/>
                </a:lnTo>
                <a:lnTo>
                  <a:pt x="2526" y="426"/>
                </a:lnTo>
                <a:lnTo>
                  <a:pt x="2524" y="426"/>
                </a:lnTo>
                <a:lnTo>
                  <a:pt x="2524" y="427"/>
                </a:lnTo>
                <a:lnTo>
                  <a:pt x="2523" y="427"/>
                </a:lnTo>
                <a:lnTo>
                  <a:pt x="2523" y="428"/>
                </a:lnTo>
                <a:lnTo>
                  <a:pt x="2522" y="428"/>
                </a:lnTo>
                <a:lnTo>
                  <a:pt x="2522" y="429"/>
                </a:lnTo>
                <a:lnTo>
                  <a:pt x="2522" y="430"/>
                </a:lnTo>
                <a:lnTo>
                  <a:pt x="2521" y="430"/>
                </a:lnTo>
                <a:lnTo>
                  <a:pt x="2521" y="431"/>
                </a:lnTo>
                <a:lnTo>
                  <a:pt x="2520" y="431"/>
                </a:lnTo>
                <a:lnTo>
                  <a:pt x="2519" y="431"/>
                </a:lnTo>
                <a:lnTo>
                  <a:pt x="2518" y="432"/>
                </a:lnTo>
                <a:lnTo>
                  <a:pt x="2517" y="432"/>
                </a:lnTo>
                <a:lnTo>
                  <a:pt x="2516" y="431"/>
                </a:lnTo>
                <a:lnTo>
                  <a:pt x="2515" y="431"/>
                </a:lnTo>
                <a:lnTo>
                  <a:pt x="2514" y="431"/>
                </a:lnTo>
                <a:lnTo>
                  <a:pt x="2513" y="431"/>
                </a:lnTo>
                <a:lnTo>
                  <a:pt x="2513" y="430"/>
                </a:lnTo>
                <a:lnTo>
                  <a:pt x="2512" y="430"/>
                </a:lnTo>
                <a:lnTo>
                  <a:pt x="2511" y="429"/>
                </a:lnTo>
                <a:lnTo>
                  <a:pt x="2511" y="428"/>
                </a:lnTo>
                <a:lnTo>
                  <a:pt x="2511" y="427"/>
                </a:lnTo>
                <a:lnTo>
                  <a:pt x="2510" y="427"/>
                </a:lnTo>
                <a:lnTo>
                  <a:pt x="2509" y="427"/>
                </a:lnTo>
                <a:lnTo>
                  <a:pt x="2508" y="427"/>
                </a:lnTo>
                <a:lnTo>
                  <a:pt x="2507" y="428"/>
                </a:lnTo>
                <a:lnTo>
                  <a:pt x="2505" y="428"/>
                </a:lnTo>
                <a:lnTo>
                  <a:pt x="2504" y="428"/>
                </a:lnTo>
                <a:lnTo>
                  <a:pt x="2502" y="428"/>
                </a:lnTo>
                <a:lnTo>
                  <a:pt x="2502" y="427"/>
                </a:lnTo>
                <a:lnTo>
                  <a:pt x="2501" y="427"/>
                </a:lnTo>
                <a:lnTo>
                  <a:pt x="2500" y="426"/>
                </a:lnTo>
                <a:lnTo>
                  <a:pt x="2499" y="426"/>
                </a:lnTo>
                <a:lnTo>
                  <a:pt x="2498" y="426"/>
                </a:lnTo>
                <a:lnTo>
                  <a:pt x="2498" y="427"/>
                </a:lnTo>
                <a:lnTo>
                  <a:pt x="2497" y="427"/>
                </a:lnTo>
                <a:lnTo>
                  <a:pt x="2496" y="428"/>
                </a:lnTo>
                <a:lnTo>
                  <a:pt x="2495" y="428"/>
                </a:lnTo>
                <a:lnTo>
                  <a:pt x="2495" y="429"/>
                </a:lnTo>
                <a:lnTo>
                  <a:pt x="2495" y="430"/>
                </a:lnTo>
                <a:lnTo>
                  <a:pt x="2494" y="430"/>
                </a:lnTo>
                <a:lnTo>
                  <a:pt x="2494" y="431"/>
                </a:lnTo>
                <a:lnTo>
                  <a:pt x="2494" y="432"/>
                </a:lnTo>
                <a:lnTo>
                  <a:pt x="2493" y="432"/>
                </a:lnTo>
                <a:lnTo>
                  <a:pt x="2493" y="433"/>
                </a:lnTo>
                <a:lnTo>
                  <a:pt x="2492" y="433"/>
                </a:lnTo>
                <a:lnTo>
                  <a:pt x="2491" y="433"/>
                </a:lnTo>
                <a:lnTo>
                  <a:pt x="2490" y="433"/>
                </a:lnTo>
                <a:lnTo>
                  <a:pt x="2490" y="434"/>
                </a:lnTo>
                <a:lnTo>
                  <a:pt x="2491" y="435"/>
                </a:lnTo>
                <a:lnTo>
                  <a:pt x="2491" y="436"/>
                </a:lnTo>
                <a:lnTo>
                  <a:pt x="2492" y="436"/>
                </a:lnTo>
                <a:lnTo>
                  <a:pt x="2492" y="437"/>
                </a:lnTo>
                <a:lnTo>
                  <a:pt x="2492" y="438"/>
                </a:lnTo>
                <a:lnTo>
                  <a:pt x="2491" y="438"/>
                </a:lnTo>
                <a:lnTo>
                  <a:pt x="2491" y="439"/>
                </a:lnTo>
                <a:lnTo>
                  <a:pt x="2492" y="440"/>
                </a:lnTo>
                <a:lnTo>
                  <a:pt x="2491" y="441"/>
                </a:lnTo>
                <a:lnTo>
                  <a:pt x="2491" y="442"/>
                </a:lnTo>
                <a:lnTo>
                  <a:pt x="2490" y="443"/>
                </a:lnTo>
                <a:lnTo>
                  <a:pt x="2490" y="444"/>
                </a:lnTo>
                <a:lnTo>
                  <a:pt x="2489" y="444"/>
                </a:lnTo>
                <a:lnTo>
                  <a:pt x="2489" y="445"/>
                </a:lnTo>
                <a:lnTo>
                  <a:pt x="2488" y="445"/>
                </a:lnTo>
                <a:lnTo>
                  <a:pt x="2487" y="446"/>
                </a:lnTo>
                <a:lnTo>
                  <a:pt x="2487" y="447"/>
                </a:lnTo>
                <a:lnTo>
                  <a:pt x="2486" y="447"/>
                </a:lnTo>
                <a:lnTo>
                  <a:pt x="2486" y="448"/>
                </a:lnTo>
                <a:lnTo>
                  <a:pt x="2485" y="450"/>
                </a:lnTo>
                <a:lnTo>
                  <a:pt x="2485" y="451"/>
                </a:lnTo>
                <a:lnTo>
                  <a:pt x="2485" y="452"/>
                </a:lnTo>
                <a:lnTo>
                  <a:pt x="2486" y="452"/>
                </a:lnTo>
                <a:lnTo>
                  <a:pt x="2485" y="452"/>
                </a:lnTo>
                <a:lnTo>
                  <a:pt x="2485" y="453"/>
                </a:lnTo>
                <a:lnTo>
                  <a:pt x="2484" y="453"/>
                </a:lnTo>
                <a:lnTo>
                  <a:pt x="2482" y="453"/>
                </a:lnTo>
                <a:lnTo>
                  <a:pt x="2482" y="454"/>
                </a:lnTo>
                <a:lnTo>
                  <a:pt x="2482" y="455"/>
                </a:lnTo>
                <a:lnTo>
                  <a:pt x="2481" y="456"/>
                </a:lnTo>
                <a:lnTo>
                  <a:pt x="2482" y="456"/>
                </a:lnTo>
                <a:lnTo>
                  <a:pt x="2482" y="457"/>
                </a:lnTo>
                <a:lnTo>
                  <a:pt x="2482" y="458"/>
                </a:lnTo>
                <a:lnTo>
                  <a:pt x="2481" y="459"/>
                </a:lnTo>
                <a:lnTo>
                  <a:pt x="2480" y="461"/>
                </a:lnTo>
                <a:lnTo>
                  <a:pt x="2479" y="461"/>
                </a:lnTo>
                <a:lnTo>
                  <a:pt x="2478" y="461"/>
                </a:lnTo>
                <a:lnTo>
                  <a:pt x="2477" y="462"/>
                </a:lnTo>
                <a:lnTo>
                  <a:pt x="2476" y="462"/>
                </a:lnTo>
                <a:lnTo>
                  <a:pt x="2476" y="463"/>
                </a:lnTo>
                <a:lnTo>
                  <a:pt x="2476" y="464"/>
                </a:lnTo>
                <a:lnTo>
                  <a:pt x="2476" y="465"/>
                </a:lnTo>
                <a:lnTo>
                  <a:pt x="2476" y="466"/>
                </a:lnTo>
                <a:lnTo>
                  <a:pt x="2476" y="467"/>
                </a:lnTo>
                <a:lnTo>
                  <a:pt x="2476" y="468"/>
                </a:lnTo>
                <a:lnTo>
                  <a:pt x="2475" y="468"/>
                </a:lnTo>
                <a:lnTo>
                  <a:pt x="2474" y="469"/>
                </a:lnTo>
                <a:lnTo>
                  <a:pt x="2474" y="470"/>
                </a:lnTo>
                <a:lnTo>
                  <a:pt x="2473" y="470"/>
                </a:lnTo>
                <a:lnTo>
                  <a:pt x="2473" y="471"/>
                </a:lnTo>
                <a:lnTo>
                  <a:pt x="2473" y="472"/>
                </a:lnTo>
                <a:lnTo>
                  <a:pt x="2473" y="474"/>
                </a:lnTo>
                <a:lnTo>
                  <a:pt x="2474" y="475"/>
                </a:lnTo>
                <a:lnTo>
                  <a:pt x="2473" y="477"/>
                </a:lnTo>
                <a:lnTo>
                  <a:pt x="2473" y="479"/>
                </a:lnTo>
                <a:lnTo>
                  <a:pt x="2472" y="479"/>
                </a:lnTo>
                <a:lnTo>
                  <a:pt x="2472" y="480"/>
                </a:lnTo>
                <a:lnTo>
                  <a:pt x="2472" y="482"/>
                </a:lnTo>
                <a:lnTo>
                  <a:pt x="2472" y="483"/>
                </a:lnTo>
                <a:lnTo>
                  <a:pt x="2471" y="483"/>
                </a:lnTo>
                <a:lnTo>
                  <a:pt x="2470" y="484"/>
                </a:lnTo>
                <a:lnTo>
                  <a:pt x="2470" y="485"/>
                </a:lnTo>
                <a:lnTo>
                  <a:pt x="2469" y="486"/>
                </a:lnTo>
                <a:lnTo>
                  <a:pt x="2469" y="487"/>
                </a:lnTo>
                <a:lnTo>
                  <a:pt x="2468" y="487"/>
                </a:lnTo>
                <a:lnTo>
                  <a:pt x="2467" y="487"/>
                </a:lnTo>
                <a:lnTo>
                  <a:pt x="2466" y="488"/>
                </a:lnTo>
                <a:lnTo>
                  <a:pt x="2465" y="490"/>
                </a:lnTo>
                <a:lnTo>
                  <a:pt x="2465" y="491"/>
                </a:lnTo>
                <a:lnTo>
                  <a:pt x="2465" y="492"/>
                </a:lnTo>
                <a:lnTo>
                  <a:pt x="2466" y="492"/>
                </a:lnTo>
                <a:lnTo>
                  <a:pt x="2467" y="492"/>
                </a:lnTo>
                <a:lnTo>
                  <a:pt x="2467" y="493"/>
                </a:lnTo>
                <a:lnTo>
                  <a:pt x="2466" y="494"/>
                </a:lnTo>
                <a:lnTo>
                  <a:pt x="2466" y="495"/>
                </a:lnTo>
                <a:lnTo>
                  <a:pt x="2466" y="496"/>
                </a:lnTo>
                <a:lnTo>
                  <a:pt x="2466" y="497"/>
                </a:lnTo>
                <a:lnTo>
                  <a:pt x="2466" y="498"/>
                </a:lnTo>
                <a:lnTo>
                  <a:pt x="2466" y="499"/>
                </a:lnTo>
                <a:lnTo>
                  <a:pt x="2467" y="499"/>
                </a:lnTo>
                <a:lnTo>
                  <a:pt x="2468" y="499"/>
                </a:lnTo>
                <a:lnTo>
                  <a:pt x="2468" y="500"/>
                </a:lnTo>
                <a:lnTo>
                  <a:pt x="2467" y="500"/>
                </a:lnTo>
                <a:lnTo>
                  <a:pt x="2466" y="500"/>
                </a:lnTo>
                <a:lnTo>
                  <a:pt x="2465" y="501"/>
                </a:lnTo>
                <a:lnTo>
                  <a:pt x="2464" y="501"/>
                </a:lnTo>
                <a:lnTo>
                  <a:pt x="2463" y="501"/>
                </a:lnTo>
                <a:lnTo>
                  <a:pt x="2463" y="502"/>
                </a:lnTo>
                <a:lnTo>
                  <a:pt x="2464" y="502"/>
                </a:lnTo>
                <a:lnTo>
                  <a:pt x="2464" y="503"/>
                </a:lnTo>
                <a:lnTo>
                  <a:pt x="2465" y="503"/>
                </a:lnTo>
                <a:lnTo>
                  <a:pt x="2465" y="504"/>
                </a:lnTo>
                <a:lnTo>
                  <a:pt x="2465" y="505"/>
                </a:lnTo>
                <a:lnTo>
                  <a:pt x="2464" y="505"/>
                </a:lnTo>
                <a:lnTo>
                  <a:pt x="2465" y="505"/>
                </a:lnTo>
                <a:lnTo>
                  <a:pt x="2465" y="506"/>
                </a:lnTo>
                <a:lnTo>
                  <a:pt x="2464" y="506"/>
                </a:lnTo>
                <a:lnTo>
                  <a:pt x="2465" y="507"/>
                </a:lnTo>
                <a:lnTo>
                  <a:pt x="2465" y="508"/>
                </a:lnTo>
                <a:lnTo>
                  <a:pt x="2464" y="508"/>
                </a:lnTo>
                <a:lnTo>
                  <a:pt x="2464" y="509"/>
                </a:lnTo>
                <a:lnTo>
                  <a:pt x="2465" y="509"/>
                </a:lnTo>
                <a:lnTo>
                  <a:pt x="2465" y="510"/>
                </a:lnTo>
                <a:lnTo>
                  <a:pt x="2466" y="509"/>
                </a:lnTo>
                <a:lnTo>
                  <a:pt x="2466" y="510"/>
                </a:lnTo>
                <a:lnTo>
                  <a:pt x="2467" y="510"/>
                </a:lnTo>
                <a:lnTo>
                  <a:pt x="2467" y="511"/>
                </a:lnTo>
                <a:lnTo>
                  <a:pt x="2467" y="512"/>
                </a:lnTo>
                <a:lnTo>
                  <a:pt x="2466" y="512"/>
                </a:lnTo>
                <a:lnTo>
                  <a:pt x="2466" y="513"/>
                </a:lnTo>
                <a:lnTo>
                  <a:pt x="2467" y="513"/>
                </a:lnTo>
                <a:lnTo>
                  <a:pt x="2467" y="514"/>
                </a:lnTo>
                <a:lnTo>
                  <a:pt x="2468" y="514"/>
                </a:lnTo>
                <a:lnTo>
                  <a:pt x="2469" y="515"/>
                </a:lnTo>
                <a:lnTo>
                  <a:pt x="2469" y="516"/>
                </a:lnTo>
                <a:lnTo>
                  <a:pt x="2470" y="516"/>
                </a:lnTo>
                <a:lnTo>
                  <a:pt x="2470" y="517"/>
                </a:lnTo>
                <a:lnTo>
                  <a:pt x="2469" y="517"/>
                </a:lnTo>
                <a:lnTo>
                  <a:pt x="2468" y="517"/>
                </a:lnTo>
                <a:lnTo>
                  <a:pt x="2468" y="518"/>
                </a:lnTo>
                <a:lnTo>
                  <a:pt x="2468" y="519"/>
                </a:lnTo>
                <a:lnTo>
                  <a:pt x="2468" y="520"/>
                </a:lnTo>
                <a:lnTo>
                  <a:pt x="2469" y="520"/>
                </a:lnTo>
                <a:lnTo>
                  <a:pt x="2470" y="520"/>
                </a:lnTo>
                <a:lnTo>
                  <a:pt x="2470" y="521"/>
                </a:lnTo>
                <a:lnTo>
                  <a:pt x="2469" y="522"/>
                </a:lnTo>
                <a:lnTo>
                  <a:pt x="2468" y="522"/>
                </a:lnTo>
                <a:lnTo>
                  <a:pt x="2468" y="523"/>
                </a:lnTo>
                <a:lnTo>
                  <a:pt x="2468" y="524"/>
                </a:lnTo>
                <a:lnTo>
                  <a:pt x="2467" y="525"/>
                </a:lnTo>
                <a:lnTo>
                  <a:pt x="2467" y="526"/>
                </a:lnTo>
                <a:lnTo>
                  <a:pt x="2466" y="527"/>
                </a:lnTo>
                <a:lnTo>
                  <a:pt x="2466" y="528"/>
                </a:lnTo>
                <a:lnTo>
                  <a:pt x="2465" y="528"/>
                </a:lnTo>
                <a:lnTo>
                  <a:pt x="2464" y="528"/>
                </a:lnTo>
                <a:lnTo>
                  <a:pt x="2464" y="529"/>
                </a:lnTo>
                <a:lnTo>
                  <a:pt x="2465" y="529"/>
                </a:lnTo>
                <a:lnTo>
                  <a:pt x="2465" y="530"/>
                </a:lnTo>
                <a:lnTo>
                  <a:pt x="2464" y="530"/>
                </a:lnTo>
                <a:lnTo>
                  <a:pt x="2464" y="531"/>
                </a:lnTo>
                <a:lnTo>
                  <a:pt x="2465" y="531"/>
                </a:lnTo>
                <a:lnTo>
                  <a:pt x="2465" y="532"/>
                </a:lnTo>
                <a:lnTo>
                  <a:pt x="2464" y="533"/>
                </a:lnTo>
                <a:lnTo>
                  <a:pt x="2463" y="534"/>
                </a:lnTo>
                <a:lnTo>
                  <a:pt x="2463" y="535"/>
                </a:lnTo>
                <a:lnTo>
                  <a:pt x="2462" y="535"/>
                </a:lnTo>
                <a:lnTo>
                  <a:pt x="2462" y="534"/>
                </a:lnTo>
                <a:lnTo>
                  <a:pt x="2461" y="534"/>
                </a:lnTo>
                <a:lnTo>
                  <a:pt x="2461" y="535"/>
                </a:lnTo>
                <a:lnTo>
                  <a:pt x="2460" y="535"/>
                </a:lnTo>
                <a:lnTo>
                  <a:pt x="2461" y="535"/>
                </a:lnTo>
                <a:lnTo>
                  <a:pt x="2461" y="536"/>
                </a:lnTo>
                <a:lnTo>
                  <a:pt x="2460" y="536"/>
                </a:lnTo>
                <a:lnTo>
                  <a:pt x="2460" y="537"/>
                </a:lnTo>
                <a:lnTo>
                  <a:pt x="2459" y="537"/>
                </a:lnTo>
                <a:lnTo>
                  <a:pt x="2458" y="537"/>
                </a:lnTo>
                <a:lnTo>
                  <a:pt x="2457" y="537"/>
                </a:lnTo>
                <a:lnTo>
                  <a:pt x="2457" y="538"/>
                </a:lnTo>
                <a:lnTo>
                  <a:pt x="2457" y="539"/>
                </a:lnTo>
                <a:lnTo>
                  <a:pt x="2456" y="539"/>
                </a:lnTo>
                <a:lnTo>
                  <a:pt x="2456" y="538"/>
                </a:lnTo>
                <a:lnTo>
                  <a:pt x="2455" y="538"/>
                </a:lnTo>
                <a:lnTo>
                  <a:pt x="2456" y="538"/>
                </a:lnTo>
                <a:lnTo>
                  <a:pt x="2456" y="537"/>
                </a:lnTo>
                <a:lnTo>
                  <a:pt x="2455" y="537"/>
                </a:lnTo>
                <a:lnTo>
                  <a:pt x="2456" y="537"/>
                </a:lnTo>
                <a:lnTo>
                  <a:pt x="2456" y="536"/>
                </a:lnTo>
                <a:lnTo>
                  <a:pt x="2457" y="536"/>
                </a:lnTo>
                <a:lnTo>
                  <a:pt x="2457" y="535"/>
                </a:lnTo>
                <a:lnTo>
                  <a:pt x="2456" y="535"/>
                </a:lnTo>
                <a:lnTo>
                  <a:pt x="2456" y="534"/>
                </a:lnTo>
                <a:lnTo>
                  <a:pt x="2457" y="534"/>
                </a:lnTo>
                <a:lnTo>
                  <a:pt x="2458" y="534"/>
                </a:lnTo>
                <a:lnTo>
                  <a:pt x="2460" y="534"/>
                </a:lnTo>
                <a:lnTo>
                  <a:pt x="2460" y="533"/>
                </a:lnTo>
                <a:lnTo>
                  <a:pt x="2460" y="532"/>
                </a:lnTo>
                <a:lnTo>
                  <a:pt x="2459" y="532"/>
                </a:lnTo>
                <a:lnTo>
                  <a:pt x="2459" y="531"/>
                </a:lnTo>
                <a:lnTo>
                  <a:pt x="2460" y="531"/>
                </a:lnTo>
                <a:lnTo>
                  <a:pt x="2461" y="531"/>
                </a:lnTo>
                <a:lnTo>
                  <a:pt x="2461" y="530"/>
                </a:lnTo>
                <a:lnTo>
                  <a:pt x="2460" y="529"/>
                </a:lnTo>
                <a:lnTo>
                  <a:pt x="2459" y="529"/>
                </a:lnTo>
                <a:lnTo>
                  <a:pt x="2460" y="529"/>
                </a:lnTo>
                <a:lnTo>
                  <a:pt x="2459" y="529"/>
                </a:lnTo>
                <a:lnTo>
                  <a:pt x="2458" y="529"/>
                </a:lnTo>
                <a:lnTo>
                  <a:pt x="2457" y="529"/>
                </a:lnTo>
                <a:lnTo>
                  <a:pt x="2456" y="529"/>
                </a:lnTo>
                <a:lnTo>
                  <a:pt x="2455" y="528"/>
                </a:lnTo>
                <a:lnTo>
                  <a:pt x="2455" y="527"/>
                </a:lnTo>
                <a:lnTo>
                  <a:pt x="2455" y="526"/>
                </a:lnTo>
                <a:lnTo>
                  <a:pt x="2454" y="525"/>
                </a:lnTo>
                <a:lnTo>
                  <a:pt x="2455" y="525"/>
                </a:lnTo>
                <a:lnTo>
                  <a:pt x="2456" y="525"/>
                </a:lnTo>
                <a:lnTo>
                  <a:pt x="2456" y="524"/>
                </a:lnTo>
                <a:lnTo>
                  <a:pt x="2456" y="523"/>
                </a:lnTo>
                <a:lnTo>
                  <a:pt x="2456" y="522"/>
                </a:lnTo>
                <a:lnTo>
                  <a:pt x="2455" y="522"/>
                </a:lnTo>
                <a:lnTo>
                  <a:pt x="2454" y="522"/>
                </a:lnTo>
                <a:lnTo>
                  <a:pt x="2453" y="521"/>
                </a:lnTo>
                <a:lnTo>
                  <a:pt x="2454" y="520"/>
                </a:lnTo>
                <a:lnTo>
                  <a:pt x="2453" y="520"/>
                </a:lnTo>
                <a:lnTo>
                  <a:pt x="2453" y="519"/>
                </a:lnTo>
                <a:lnTo>
                  <a:pt x="2452" y="519"/>
                </a:lnTo>
                <a:lnTo>
                  <a:pt x="2451" y="519"/>
                </a:lnTo>
                <a:lnTo>
                  <a:pt x="2451" y="518"/>
                </a:lnTo>
                <a:lnTo>
                  <a:pt x="2451" y="517"/>
                </a:lnTo>
                <a:lnTo>
                  <a:pt x="2450" y="517"/>
                </a:lnTo>
                <a:lnTo>
                  <a:pt x="2449" y="516"/>
                </a:lnTo>
                <a:lnTo>
                  <a:pt x="2450" y="515"/>
                </a:lnTo>
                <a:lnTo>
                  <a:pt x="2449" y="515"/>
                </a:lnTo>
                <a:lnTo>
                  <a:pt x="2448" y="515"/>
                </a:lnTo>
                <a:lnTo>
                  <a:pt x="2448" y="514"/>
                </a:lnTo>
                <a:lnTo>
                  <a:pt x="2448" y="513"/>
                </a:lnTo>
                <a:lnTo>
                  <a:pt x="2447" y="512"/>
                </a:lnTo>
                <a:lnTo>
                  <a:pt x="2446" y="512"/>
                </a:lnTo>
                <a:lnTo>
                  <a:pt x="2446" y="511"/>
                </a:lnTo>
                <a:lnTo>
                  <a:pt x="2447" y="511"/>
                </a:lnTo>
                <a:lnTo>
                  <a:pt x="2447" y="510"/>
                </a:lnTo>
                <a:lnTo>
                  <a:pt x="2446" y="510"/>
                </a:lnTo>
                <a:lnTo>
                  <a:pt x="2446" y="509"/>
                </a:lnTo>
                <a:lnTo>
                  <a:pt x="2447" y="509"/>
                </a:lnTo>
                <a:lnTo>
                  <a:pt x="2447" y="507"/>
                </a:lnTo>
                <a:lnTo>
                  <a:pt x="2446" y="507"/>
                </a:lnTo>
                <a:lnTo>
                  <a:pt x="2446" y="506"/>
                </a:lnTo>
                <a:lnTo>
                  <a:pt x="2446" y="505"/>
                </a:lnTo>
                <a:lnTo>
                  <a:pt x="2445" y="505"/>
                </a:lnTo>
                <a:lnTo>
                  <a:pt x="2446" y="505"/>
                </a:lnTo>
                <a:lnTo>
                  <a:pt x="2446" y="504"/>
                </a:lnTo>
                <a:lnTo>
                  <a:pt x="2447" y="504"/>
                </a:lnTo>
                <a:lnTo>
                  <a:pt x="2447" y="503"/>
                </a:lnTo>
                <a:lnTo>
                  <a:pt x="2448" y="503"/>
                </a:lnTo>
                <a:lnTo>
                  <a:pt x="2447" y="503"/>
                </a:lnTo>
                <a:lnTo>
                  <a:pt x="2446" y="502"/>
                </a:lnTo>
                <a:lnTo>
                  <a:pt x="2445" y="501"/>
                </a:lnTo>
                <a:lnTo>
                  <a:pt x="2445" y="500"/>
                </a:lnTo>
                <a:lnTo>
                  <a:pt x="2445" y="499"/>
                </a:lnTo>
                <a:lnTo>
                  <a:pt x="2446" y="499"/>
                </a:lnTo>
                <a:lnTo>
                  <a:pt x="2446" y="498"/>
                </a:lnTo>
                <a:lnTo>
                  <a:pt x="2446" y="497"/>
                </a:lnTo>
                <a:lnTo>
                  <a:pt x="2445" y="497"/>
                </a:lnTo>
                <a:lnTo>
                  <a:pt x="2445" y="496"/>
                </a:lnTo>
                <a:lnTo>
                  <a:pt x="2445" y="495"/>
                </a:lnTo>
                <a:lnTo>
                  <a:pt x="2445" y="494"/>
                </a:lnTo>
                <a:lnTo>
                  <a:pt x="2444" y="494"/>
                </a:lnTo>
                <a:lnTo>
                  <a:pt x="2443" y="494"/>
                </a:lnTo>
                <a:lnTo>
                  <a:pt x="2443" y="493"/>
                </a:lnTo>
                <a:lnTo>
                  <a:pt x="2442" y="492"/>
                </a:lnTo>
                <a:lnTo>
                  <a:pt x="2441" y="492"/>
                </a:lnTo>
                <a:lnTo>
                  <a:pt x="2441" y="493"/>
                </a:lnTo>
                <a:lnTo>
                  <a:pt x="2439" y="494"/>
                </a:lnTo>
                <a:lnTo>
                  <a:pt x="2438" y="494"/>
                </a:lnTo>
                <a:lnTo>
                  <a:pt x="2438" y="495"/>
                </a:lnTo>
                <a:lnTo>
                  <a:pt x="2434" y="497"/>
                </a:lnTo>
                <a:lnTo>
                  <a:pt x="2431" y="499"/>
                </a:lnTo>
                <a:lnTo>
                  <a:pt x="2430" y="499"/>
                </a:lnTo>
                <a:lnTo>
                  <a:pt x="2430" y="500"/>
                </a:lnTo>
                <a:lnTo>
                  <a:pt x="2429" y="500"/>
                </a:lnTo>
                <a:lnTo>
                  <a:pt x="2429" y="501"/>
                </a:lnTo>
                <a:lnTo>
                  <a:pt x="2427" y="502"/>
                </a:lnTo>
                <a:lnTo>
                  <a:pt x="2426" y="502"/>
                </a:lnTo>
                <a:lnTo>
                  <a:pt x="2425" y="502"/>
                </a:lnTo>
                <a:lnTo>
                  <a:pt x="2425" y="503"/>
                </a:lnTo>
                <a:lnTo>
                  <a:pt x="2424" y="503"/>
                </a:lnTo>
                <a:lnTo>
                  <a:pt x="2424" y="504"/>
                </a:lnTo>
                <a:lnTo>
                  <a:pt x="2423" y="504"/>
                </a:lnTo>
                <a:lnTo>
                  <a:pt x="2422" y="505"/>
                </a:lnTo>
                <a:lnTo>
                  <a:pt x="2420" y="506"/>
                </a:lnTo>
                <a:lnTo>
                  <a:pt x="2420" y="507"/>
                </a:lnTo>
                <a:lnTo>
                  <a:pt x="2418" y="508"/>
                </a:lnTo>
                <a:lnTo>
                  <a:pt x="2415" y="510"/>
                </a:lnTo>
                <a:lnTo>
                  <a:pt x="2415" y="511"/>
                </a:lnTo>
                <a:lnTo>
                  <a:pt x="2414" y="512"/>
                </a:lnTo>
                <a:lnTo>
                  <a:pt x="2413" y="512"/>
                </a:lnTo>
                <a:lnTo>
                  <a:pt x="2413" y="513"/>
                </a:lnTo>
                <a:lnTo>
                  <a:pt x="2412" y="513"/>
                </a:lnTo>
                <a:lnTo>
                  <a:pt x="2412" y="514"/>
                </a:lnTo>
                <a:lnTo>
                  <a:pt x="2411" y="514"/>
                </a:lnTo>
                <a:lnTo>
                  <a:pt x="2410" y="515"/>
                </a:lnTo>
                <a:lnTo>
                  <a:pt x="2409" y="516"/>
                </a:lnTo>
                <a:lnTo>
                  <a:pt x="2408" y="517"/>
                </a:lnTo>
                <a:lnTo>
                  <a:pt x="2405" y="519"/>
                </a:lnTo>
                <a:lnTo>
                  <a:pt x="2405" y="520"/>
                </a:lnTo>
                <a:lnTo>
                  <a:pt x="2403" y="521"/>
                </a:lnTo>
                <a:lnTo>
                  <a:pt x="2402" y="522"/>
                </a:lnTo>
                <a:lnTo>
                  <a:pt x="2401" y="522"/>
                </a:lnTo>
                <a:lnTo>
                  <a:pt x="2400" y="523"/>
                </a:lnTo>
                <a:lnTo>
                  <a:pt x="2400" y="524"/>
                </a:lnTo>
                <a:lnTo>
                  <a:pt x="2398" y="525"/>
                </a:lnTo>
                <a:lnTo>
                  <a:pt x="2396" y="526"/>
                </a:lnTo>
                <a:lnTo>
                  <a:pt x="2395" y="527"/>
                </a:lnTo>
                <a:lnTo>
                  <a:pt x="2394" y="527"/>
                </a:lnTo>
                <a:lnTo>
                  <a:pt x="2393" y="529"/>
                </a:lnTo>
                <a:lnTo>
                  <a:pt x="2391" y="531"/>
                </a:lnTo>
                <a:lnTo>
                  <a:pt x="2391" y="532"/>
                </a:lnTo>
                <a:lnTo>
                  <a:pt x="2390" y="533"/>
                </a:lnTo>
                <a:lnTo>
                  <a:pt x="2389" y="533"/>
                </a:lnTo>
                <a:lnTo>
                  <a:pt x="2388" y="534"/>
                </a:lnTo>
                <a:lnTo>
                  <a:pt x="2387" y="536"/>
                </a:lnTo>
                <a:lnTo>
                  <a:pt x="2385" y="537"/>
                </a:lnTo>
                <a:lnTo>
                  <a:pt x="2383" y="540"/>
                </a:lnTo>
                <a:lnTo>
                  <a:pt x="2382" y="541"/>
                </a:lnTo>
                <a:lnTo>
                  <a:pt x="2380" y="542"/>
                </a:lnTo>
                <a:lnTo>
                  <a:pt x="2379" y="543"/>
                </a:lnTo>
                <a:lnTo>
                  <a:pt x="2378" y="544"/>
                </a:lnTo>
                <a:lnTo>
                  <a:pt x="2376" y="545"/>
                </a:lnTo>
                <a:lnTo>
                  <a:pt x="2373" y="546"/>
                </a:lnTo>
                <a:lnTo>
                  <a:pt x="2371" y="547"/>
                </a:lnTo>
                <a:lnTo>
                  <a:pt x="2370" y="547"/>
                </a:lnTo>
                <a:lnTo>
                  <a:pt x="2369" y="547"/>
                </a:lnTo>
                <a:lnTo>
                  <a:pt x="2367" y="548"/>
                </a:lnTo>
                <a:lnTo>
                  <a:pt x="2366" y="548"/>
                </a:lnTo>
                <a:lnTo>
                  <a:pt x="2365" y="549"/>
                </a:lnTo>
                <a:lnTo>
                  <a:pt x="2364" y="549"/>
                </a:lnTo>
                <a:lnTo>
                  <a:pt x="2361" y="550"/>
                </a:lnTo>
                <a:lnTo>
                  <a:pt x="2360" y="551"/>
                </a:lnTo>
                <a:lnTo>
                  <a:pt x="2359" y="551"/>
                </a:lnTo>
                <a:lnTo>
                  <a:pt x="2358" y="551"/>
                </a:lnTo>
                <a:lnTo>
                  <a:pt x="2357" y="551"/>
                </a:lnTo>
                <a:lnTo>
                  <a:pt x="2356" y="551"/>
                </a:lnTo>
                <a:lnTo>
                  <a:pt x="2356" y="552"/>
                </a:lnTo>
                <a:lnTo>
                  <a:pt x="2355" y="552"/>
                </a:lnTo>
                <a:lnTo>
                  <a:pt x="2354" y="553"/>
                </a:lnTo>
                <a:lnTo>
                  <a:pt x="2353" y="553"/>
                </a:lnTo>
                <a:lnTo>
                  <a:pt x="2353" y="555"/>
                </a:lnTo>
                <a:lnTo>
                  <a:pt x="2352" y="556"/>
                </a:lnTo>
                <a:lnTo>
                  <a:pt x="2351" y="558"/>
                </a:lnTo>
                <a:lnTo>
                  <a:pt x="2351" y="559"/>
                </a:lnTo>
                <a:lnTo>
                  <a:pt x="2349" y="562"/>
                </a:lnTo>
                <a:lnTo>
                  <a:pt x="2349" y="563"/>
                </a:lnTo>
                <a:lnTo>
                  <a:pt x="2348" y="564"/>
                </a:lnTo>
                <a:lnTo>
                  <a:pt x="2347" y="565"/>
                </a:lnTo>
                <a:lnTo>
                  <a:pt x="2346" y="566"/>
                </a:lnTo>
                <a:lnTo>
                  <a:pt x="2345" y="566"/>
                </a:lnTo>
                <a:lnTo>
                  <a:pt x="2344" y="568"/>
                </a:lnTo>
                <a:lnTo>
                  <a:pt x="2343" y="569"/>
                </a:lnTo>
                <a:lnTo>
                  <a:pt x="2341" y="570"/>
                </a:lnTo>
                <a:lnTo>
                  <a:pt x="2340" y="570"/>
                </a:lnTo>
                <a:lnTo>
                  <a:pt x="2338" y="571"/>
                </a:lnTo>
                <a:lnTo>
                  <a:pt x="2335" y="572"/>
                </a:lnTo>
                <a:lnTo>
                  <a:pt x="2334" y="572"/>
                </a:lnTo>
                <a:lnTo>
                  <a:pt x="2332" y="573"/>
                </a:lnTo>
                <a:lnTo>
                  <a:pt x="2331" y="573"/>
                </a:lnTo>
                <a:lnTo>
                  <a:pt x="2330" y="574"/>
                </a:lnTo>
                <a:lnTo>
                  <a:pt x="2329" y="574"/>
                </a:lnTo>
                <a:lnTo>
                  <a:pt x="2328" y="575"/>
                </a:lnTo>
                <a:lnTo>
                  <a:pt x="2326" y="576"/>
                </a:lnTo>
                <a:lnTo>
                  <a:pt x="2324" y="577"/>
                </a:lnTo>
                <a:lnTo>
                  <a:pt x="2322" y="578"/>
                </a:lnTo>
                <a:lnTo>
                  <a:pt x="2320" y="578"/>
                </a:lnTo>
                <a:lnTo>
                  <a:pt x="2320" y="579"/>
                </a:lnTo>
                <a:lnTo>
                  <a:pt x="2317" y="579"/>
                </a:lnTo>
                <a:lnTo>
                  <a:pt x="2315" y="580"/>
                </a:lnTo>
                <a:lnTo>
                  <a:pt x="2314" y="580"/>
                </a:lnTo>
                <a:lnTo>
                  <a:pt x="2314" y="581"/>
                </a:lnTo>
                <a:lnTo>
                  <a:pt x="2313" y="582"/>
                </a:lnTo>
                <a:lnTo>
                  <a:pt x="2312" y="582"/>
                </a:lnTo>
                <a:lnTo>
                  <a:pt x="2310" y="584"/>
                </a:lnTo>
                <a:lnTo>
                  <a:pt x="2309" y="584"/>
                </a:lnTo>
                <a:lnTo>
                  <a:pt x="2308" y="585"/>
                </a:lnTo>
                <a:lnTo>
                  <a:pt x="2308" y="586"/>
                </a:lnTo>
                <a:lnTo>
                  <a:pt x="2307" y="586"/>
                </a:lnTo>
                <a:lnTo>
                  <a:pt x="2306" y="587"/>
                </a:lnTo>
                <a:lnTo>
                  <a:pt x="2304" y="588"/>
                </a:lnTo>
                <a:lnTo>
                  <a:pt x="2299" y="590"/>
                </a:lnTo>
                <a:lnTo>
                  <a:pt x="2296" y="591"/>
                </a:lnTo>
                <a:lnTo>
                  <a:pt x="2294" y="592"/>
                </a:lnTo>
                <a:lnTo>
                  <a:pt x="2291" y="594"/>
                </a:lnTo>
                <a:lnTo>
                  <a:pt x="2290" y="594"/>
                </a:lnTo>
                <a:lnTo>
                  <a:pt x="2289" y="595"/>
                </a:lnTo>
                <a:lnTo>
                  <a:pt x="2288" y="597"/>
                </a:lnTo>
                <a:lnTo>
                  <a:pt x="2287" y="598"/>
                </a:lnTo>
                <a:lnTo>
                  <a:pt x="2286" y="599"/>
                </a:lnTo>
                <a:lnTo>
                  <a:pt x="2286" y="600"/>
                </a:lnTo>
                <a:lnTo>
                  <a:pt x="2286" y="602"/>
                </a:lnTo>
                <a:lnTo>
                  <a:pt x="2285" y="603"/>
                </a:lnTo>
                <a:lnTo>
                  <a:pt x="2284" y="604"/>
                </a:lnTo>
                <a:lnTo>
                  <a:pt x="2284" y="607"/>
                </a:lnTo>
                <a:lnTo>
                  <a:pt x="2284" y="608"/>
                </a:lnTo>
                <a:lnTo>
                  <a:pt x="2283" y="608"/>
                </a:lnTo>
                <a:lnTo>
                  <a:pt x="2282" y="609"/>
                </a:lnTo>
                <a:lnTo>
                  <a:pt x="2282" y="610"/>
                </a:lnTo>
                <a:lnTo>
                  <a:pt x="2279" y="611"/>
                </a:lnTo>
                <a:lnTo>
                  <a:pt x="2278" y="611"/>
                </a:lnTo>
                <a:lnTo>
                  <a:pt x="2277" y="612"/>
                </a:lnTo>
                <a:lnTo>
                  <a:pt x="2276" y="613"/>
                </a:lnTo>
                <a:lnTo>
                  <a:pt x="2275" y="613"/>
                </a:lnTo>
                <a:lnTo>
                  <a:pt x="2275" y="614"/>
                </a:lnTo>
                <a:lnTo>
                  <a:pt x="2275" y="615"/>
                </a:lnTo>
                <a:lnTo>
                  <a:pt x="2275" y="616"/>
                </a:lnTo>
                <a:lnTo>
                  <a:pt x="2276" y="616"/>
                </a:lnTo>
                <a:lnTo>
                  <a:pt x="2277" y="617"/>
                </a:lnTo>
                <a:lnTo>
                  <a:pt x="2276" y="617"/>
                </a:lnTo>
                <a:lnTo>
                  <a:pt x="2276" y="618"/>
                </a:lnTo>
                <a:lnTo>
                  <a:pt x="2277" y="618"/>
                </a:lnTo>
                <a:lnTo>
                  <a:pt x="2278" y="618"/>
                </a:lnTo>
                <a:lnTo>
                  <a:pt x="2278" y="619"/>
                </a:lnTo>
                <a:lnTo>
                  <a:pt x="2279" y="619"/>
                </a:lnTo>
                <a:lnTo>
                  <a:pt x="2278" y="619"/>
                </a:lnTo>
                <a:lnTo>
                  <a:pt x="2279" y="619"/>
                </a:lnTo>
                <a:lnTo>
                  <a:pt x="2279" y="620"/>
                </a:lnTo>
                <a:lnTo>
                  <a:pt x="2279" y="621"/>
                </a:lnTo>
                <a:lnTo>
                  <a:pt x="2280" y="622"/>
                </a:lnTo>
                <a:lnTo>
                  <a:pt x="2280" y="623"/>
                </a:lnTo>
                <a:lnTo>
                  <a:pt x="2282" y="623"/>
                </a:lnTo>
                <a:lnTo>
                  <a:pt x="2283" y="624"/>
                </a:lnTo>
                <a:lnTo>
                  <a:pt x="2283" y="625"/>
                </a:lnTo>
                <a:lnTo>
                  <a:pt x="2284" y="625"/>
                </a:lnTo>
                <a:lnTo>
                  <a:pt x="2284" y="626"/>
                </a:lnTo>
                <a:lnTo>
                  <a:pt x="2284" y="627"/>
                </a:lnTo>
                <a:lnTo>
                  <a:pt x="2285" y="627"/>
                </a:lnTo>
                <a:lnTo>
                  <a:pt x="2285" y="628"/>
                </a:lnTo>
                <a:lnTo>
                  <a:pt x="2286" y="629"/>
                </a:lnTo>
                <a:lnTo>
                  <a:pt x="2286" y="630"/>
                </a:lnTo>
                <a:lnTo>
                  <a:pt x="2287" y="630"/>
                </a:lnTo>
                <a:lnTo>
                  <a:pt x="2287" y="631"/>
                </a:lnTo>
                <a:lnTo>
                  <a:pt x="2287" y="632"/>
                </a:lnTo>
                <a:lnTo>
                  <a:pt x="2288" y="632"/>
                </a:lnTo>
                <a:lnTo>
                  <a:pt x="2289" y="633"/>
                </a:lnTo>
                <a:lnTo>
                  <a:pt x="2289" y="632"/>
                </a:lnTo>
                <a:lnTo>
                  <a:pt x="2290" y="633"/>
                </a:lnTo>
                <a:lnTo>
                  <a:pt x="2290" y="634"/>
                </a:lnTo>
                <a:lnTo>
                  <a:pt x="2291" y="634"/>
                </a:lnTo>
                <a:lnTo>
                  <a:pt x="2292" y="634"/>
                </a:lnTo>
                <a:lnTo>
                  <a:pt x="2293" y="636"/>
                </a:lnTo>
                <a:lnTo>
                  <a:pt x="2292" y="636"/>
                </a:lnTo>
                <a:lnTo>
                  <a:pt x="2293" y="637"/>
                </a:lnTo>
                <a:lnTo>
                  <a:pt x="2294" y="638"/>
                </a:lnTo>
                <a:lnTo>
                  <a:pt x="2295" y="638"/>
                </a:lnTo>
                <a:lnTo>
                  <a:pt x="2296" y="638"/>
                </a:lnTo>
                <a:lnTo>
                  <a:pt x="2296" y="639"/>
                </a:lnTo>
                <a:lnTo>
                  <a:pt x="2297" y="639"/>
                </a:lnTo>
                <a:lnTo>
                  <a:pt x="2298" y="640"/>
                </a:lnTo>
                <a:lnTo>
                  <a:pt x="2299" y="640"/>
                </a:lnTo>
                <a:lnTo>
                  <a:pt x="2300" y="640"/>
                </a:lnTo>
                <a:lnTo>
                  <a:pt x="2300" y="639"/>
                </a:lnTo>
                <a:lnTo>
                  <a:pt x="2301" y="640"/>
                </a:lnTo>
                <a:lnTo>
                  <a:pt x="2303" y="640"/>
                </a:lnTo>
                <a:lnTo>
                  <a:pt x="2304" y="640"/>
                </a:lnTo>
                <a:lnTo>
                  <a:pt x="2304" y="641"/>
                </a:lnTo>
                <a:lnTo>
                  <a:pt x="2305" y="641"/>
                </a:lnTo>
                <a:lnTo>
                  <a:pt x="2305" y="642"/>
                </a:lnTo>
                <a:lnTo>
                  <a:pt x="2306" y="642"/>
                </a:lnTo>
                <a:lnTo>
                  <a:pt x="2307" y="642"/>
                </a:lnTo>
                <a:lnTo>
                  <a:pt x="2308" y="642"/>
                </a:lnTo>
                <a:lnTo>
                  <a:pt x="2309" y="642"/>
                </a:lnTo>
                <a:lnTo>
                  <a:pt x="2310" y="642"/>
                </a:lnTo>
                <a:lnTo>
                  <a:pt x="2311" y="642"/>
                </a:lnTo>
                <a:lnTo>
                  <a:pt x="2311" y="643"/>
                </a:lnTo>
                <a:lnTo>
                  <a:pt x="2312" y="642"/>
                </a:lnTo>
                <a:lnTo>
                  <a:pt x="2312" y="643"/>
                </a:lnTo>
                <a:lnTo>
                  <a:pt x="2313" y="643"/>
                </a:lnTo>
                <a:lnTo>
                  <a:pt x="2313" y="642"/>
                </a:lnTo>
                <a:lnTo>
                  <a:pt x="2314" y="642"/>
                </a:lnTo>
                <a:lnTo>
                  <a:pt x="2314" y="643"/>
                </a:lnTo>
                <a:lnTo>
                  <a:pt x="2315" y="643"/>
                </a:lnTo>
                <a:lnTo>
                  <a:pt x="2314" y="644"/>
                </a:lnTo>
                <a:lnTo>
                  <a:pt x="2314" y="645"/>
                </a:lnTo>
                <a:lnTo>
                  <a:pt x="2313" y="645"/>
                </a:lnTo>
                <a:lnTo>
                  <a:pt x="2311" y="646"/>
                </a:lnTo>
                <a:lnTo>
                  <a:pt x="2310" y="647"/>
                </a:lnTo>
                <a:lnTo>
                  <a:pt x="2309" y="648"/>
                </a:lnTo>
                <a:lnTo>
                  <a:pt x="2308" y="649"/>
                </a:lnTo>
                <a:lnTo>
                  <a:pt x="2308" y="650"/>
                </a:lnTo>
                <a:lnTo>
                  <a:pt x="2308" y="651"/>
                </a:lnTo>
                <a:lnTo>
                  <a:pt x="2307" y="651"/>
                </a:lnTo>
                <a:lnTo>
                  <a:pt x="2307" y="652"/>
                </a:lnTo>
                <a:lnTo>
                  <a:pt x="2308" y="653"/>
                </a:lnTo>
                <a:lnTo>
                  <a:pt x="2309" y="654"/>
                </a:lnTo>
                <a:lnTo>
                  <a:pt x="2309" y="655"/>
                </a:lnTo>
                <a:lnTo>
                  <a:pt x="2309" y="656"/>
                </a:lnTo>
                <a:lnTo>
                  <a:pt x="2310" y="656"/>
                </a:lnTo>
                <a:lnTo>
                  <a:pt x="2311" y="656"/>
                </a:lnTo>
                <a:lnTo>
                  <a:pt x="2312" y="656"/>
                </a:lnTo>
                <a:lnTo>
                  <a:pt x="2313" y="656"/>
                </a:lnTo>
                <a:lnTo>
                  <a:pt x="2314" y="656"/>
                </a:lnTo>
                <a:lnTo>
                  <a:pt x="2314" y="655"/>
                </a:lnTo>
                <a:lnTo>
                  <a:pt x="2315" y="655"/>
                </a:lnTo>
                <a:lnTo>
                  <a:pt x="2316" y="654"/>
                </a:lnTo>
                <a:lnTo>
                  <a:pt x="2317" y="654"/>
                </a:lnTo>
                <a:lnTo>
                  <a:pt x="2318" y="654"/>
                </a:lnTo>
                <a:lnTo>
                  <a:pt x="2318" y="655"/>
                </a:lnTo>
                <a:lnTo>
                  <a:pt x="2318" y="656"/>
                </a:lnTo>
                <a:lnTo>
                  <a:pt x="2318" y="657"/>
                </a:lnTo>
                <a:lnTo>
                  <a:pt x="2318" y="658"/>
                </a:lnTo>
                <a:lnTo>
                  <a:pt x="2318" y="659"/>
                </a:lnTo>
                <a:lnTo>
                  <a:pt x="2318" y="660"/>
                </a:lnTo>
                <a:lnTo>
                  <a:pt x="2317" y="660"/>
                </a:lnTo>
                <a:lnTo>
                  <a:pt x="2317" y="661"/>
                </a:lnTo>
                <a:lnTo>
                  <a:pt x="2317" y="662"/>
                </a:lnTo>
                <a:lnTo>
                  <a:pt x="2318" y="662"/>
                </a:lnTo>
                <a:lnTo>
                  <a:pt x="2318" y="663"/>
                </a:lnTo>
                <a:lnTo>
                  <a:pt x="2319" y="664"/>
                </a:lnTo>
                <a:lnTo>
                  <a:pt x="2318" y="664"/>
                </a:lnTo>
                <a:lnTo>
                  <a:pt x="2319" y="665"/>
                </a:lnTo>
                <a:lnTo>
                  <a:pt x="2319" y="666"/>
                </a:lnTo>
                <a:lnTo>
                  <a:pt x="2318" y="666"/>
                </a:lnTo>
                <a:lnTo>
                  <a:pt x="2318" y="667"/>
                </a:lnTo>
                <a:lnTo>
                  <a:pt x="2319" y="668"/>
                </a:lnTo>
                <a:lnTo>
                  <a:pt x="2319" y="669"/>
                </a:lnTo>
                <a:lnTo>
                  <a:pt x="2320" y="670"/>
                </a:lnTo>
                <a:lnTo>
                  <a:pt x="2321" y="670"/>
                </a:lnTo>
                <a:lnTo>
                  <a:pt x="2321" y="671"/>
                </a:lnTo>
                <a:lnTo>
                  <a:pt x="2321" y="672"/>
                </a:lnTo>
                <a:lnTo>
                  <a:pt x="2321" y="671"/>
                </a:lnTo>
                <a:lnTo>
                  <a:pt x="2322" y="671"/>
                </a:lnTo>
                <a:lnTo>
                  <a:pt x="2322" y="672"/>
                </a:lnTo>
                <a:lnTo>
                  <a:pt x="2323" y="672"/>
                </a:lnTo>
                <a:lnTo>
                  <a:pt x="2324" y="673"/>
                </a:lnTo>
                <a:lnTo>
                  <a:pt x="2325" y="673"/>
                </a:lnTo>
                <a:lnTo>
                  <a:pt x="2326" y="673"/>
                </a:lnTo>
                <a:lnTo>
                  <a:pt x="2326" y="674"/>
                </a:lnTo>
                <a:lnTo>
                  <a:pt x="2327" y="674"/>
                </a:lnTo>
                <a:lnTo>
                  <a:pt x="2327" y="675"/>
                </a:lnTo>
                <a:lnTo>
                  <a:pt x="2327" y="676"/>
                </a:lnTo>
                <a:lnTo>
                  <a:pt x="2328" y="676"/>
                </a:lnTo>
                <a:lnTo>
                  <a:pt x="2328" y="677"/>
                </a:lnTo>
                <a:lnTo>
                  <a:pt x="2328" y="678"/>
                </a:lnTo>
                <a:lnTo>
                  <a:pt x="2329" y="678"/>
                </a:lnTo>
                <a:lnTo>
                  <a:pt x="2330" y="678"/>
                </a:lnTo>
                <a:lnTo>
                  <a:pt x="2331" y="678"/>
                </a:lnTo>
                <a:lnTo>
                  <a:pt x="2331" y="677"/>
                </a:lnTo>
                <a:lnTo>
                  <a:pt x="2332" y="677"/>
                </a:lnTo>
                <a:lnTo>
                  <a:pt x="2333" y="676"/>
                </a:lnTo>
                <a:lnTo>
                  <a:pt x="2333" y="677"/>
                </a:lnTo>
                <a:lnTo>
                  <a:pt x="2333" y="676"/>
                </a:lnTo>
                <a:lnTo>
                  <a:pt x="2334" y="676"/>
                </a:lnTo>
                <a:lnTo>
                  <a:pt x="2335" y="676"/>
                </a:lnTo>
                <a:lnTo>
                  <a:pt x="2336" y="676"/>
                </a:lnTo>
                <a:lnTo>
                  <a:pt x="2337" y="677"/>
                </a:lnTo>
                <a:lnTo>
                  <a:pt x="2338" y="677"/>
                </a:lnTo>
                <a:lnTo>
                  <a:pt x="2339" y="677"/>
                </a:lnTo>
                <a:lnTo>
                  <a:pt x="2339" y="676"/>
                </a:lnTo>
                <a:lnTo>
                  <a:pt x="2340" y="676"/>
                </a:lnTo>
                <a:lnTo>
                  <a:pt x="2341" y="676"/>
                </a:lnTo>
                <a:lnTo>
                  <a:pt x="2343" y="675"/>
                </a:lnTo>
                <a:lnTo>
                  <a:pt x="2344" y="674"/>
                </a:lnTo>
                <a:lnTo>
                  <a:pt x="2344" y="673"/>
                </a:lnTo>
                <a:lnTo>
                  <a:pt x="2344" y="672"/>
                </a:lnTo>
                <a:lnTo>
                  <a:pt x="2344" y="671"/>
                </a:lnTo>
                <a:lnTo>
                  <a:pt x="2345" y="671"/>
                </a:lnTo>
                <a:lnTo>
                  <a:pt x="2345" y="670"/>
                </a:lnTo>
                <a:lnTo>
                  <a:pt x="2346" y="670"/>
                </a:lnTo>
                <a:lnTo>
                  <a:pt x="2346" y="669"/>
                </a:lnTo>
                <a:lnTo>
                  <a:pt x="2346" y="668"/>
                </a:lnTo>
                <a:lnTo>
                  <a:pt x="2347" y="668"/>
                </a:lnTo>
                <a:lnTo>
                  <a:pt x="2348" y="668"/>
                </a:lnTo>
                <a:lnTo>
                  <a:pt x="2348" y="667"/>
                </a:lnTo>
                <a:lnTo>
                  <a:pt x="2347" y="667"/>
                </a:lnTo>
                <a:lnTo>
                  <a:pt x="2347" y="666"/>
                </a:lnTo>
                <a:lnTo>
                  <a:pt x="2347" y="665"/>
                </a:lnTo>
                <a:lnTo>
                  <a:pt x="2348" y="664"/>
                </a:lnTo>
                <a:lnTo>
                  <a:pt x="2349" y="664"/>
                </a:lnTo>
                <a:lnTo>
                  <a:pt x="2349" y="663"/>
                </a:lnTo>
                <a:lnTo>
                  <a:pt x="2349" y="664"/>
                </a:lnTo>
                <a:lnTo>
                  <a:pt x="2350" y="664"/>
                </a:lnTo>
                <a:lnTo>
                  <a:pt x="2351" y="664"/>
                </a:lnTo>
                <a:lnTo>
                  <a:pt x="2352" y="664"/>
                </a:lnTo>
                <a:lnTo>
                  <a:pt x="2353" y="664"/>
                </a:lnTo>
                <a:lnTo>
                  <a:pt x="2354" y="664"/>
                </a:lnTo>
                <a:lnTo>
                  <a:pt x="2353" y="664"/>
                </a:lnTo>
                <a:lnTo>
                  <a:pt x="2354" y="664"/>
                </a:lnTo>
                <a:lnTo>
                  <a:pt x="2354" y="663"/>
                </a:lnTo>
                <a:lnTo>
                  <a:pt x="2355" y="664"/>
                </a:lnTo>
                <a:lnTo>
                  <a:pt x="2356" y="664"/>
                </a:lnTo>
                <a:lnTo>
                  <a:pt x="2357" y="665"/>
                </a:lnTo>
                <a:lnTo>
                  <a:pt x="2357" y="666"/>
                </a:lnTo>
                <a:lnTo>
                  <a:pt x="2358" y="667"/>
                </a:lnTo>
                <a:lnTo>
                  <a:pt x="2359" y="667"/>
                </a:lnTo>
                <a:lnTo>
                  <a:pt x="2360" y="666"/>
                </a:lnTo>
                <a:lnTo>
                  <a:pt x="2361" y="666"/>
                </a:lnTo>
                <a:lnTo>
                  <a:pt x="2363" y="661"/>
                </a:lnTo>
                <a:lnTo>
                  <a:pt x="2364" y="659"/>
                </a:lnTo>
                <a:lnTo>
                  <a:pt x="2364" y="658"/>
                </a:lnTo>
                <a:lnTo>
                  <a:pt x="2364" y="656"/>
                </a:lnTo>
                <a:lnTo>
                  <a:pt x="2363" y="656"/>
                </a:lnTo>
                <a:lnTo>
                  <a:pt x="2363" y="655"/>
                </a:lnTo>
                <a:lnTo>
                  <a:pt x="2362" y="654"/>
                </a:lnTo>
                <a:lnTo>
                  <a:pt x="2361" y="654"/>
                </a:lnTo>
                <a:lnTo>
                  <a:pt x="2360" y="653"/>
                </a:lnTo>
                <a:lnTo>
                  <a:pt x="2359" y="653"/>
                </a:lnTo>
                <a:lnTo>
                  <a:pt x="2357" y="653"/>
                </a:lnTo>
                <a:lnTo>
                  <a:pt x="2355" y="653"/>
                </a:lnTo>
                <a:lnTo>
                  <a:pt x="2355" y="652"/>
                </a:lnTo>
                <a:lnTo>
                  <a:pt x="2355" y="651"/>
                </a:lnTo>
                <a:lnTo>
                  <a:pt x="2354" y="651"/>
                </a:lnTo>
                <a:lnTo>
                  <a:pt x="2354" y="650"/>
                </a:lnTo>
                <a:lnTo>
                  <a:pt x="2355" y="650"/>
                </a:lnTo>
                <a:lnTo>
                  <a:pt x="2356" y="650"/>
                </a:lnTo>
                <a:lnTo>
                  <a:pt x="2357" y="650"/>
                </a:lnTo>
                <a:lnTo>
                  <a:pt x="2358" y="651"/>
                </a:lnTo>
                <a:lnTo>
                  <a:pt x="2359" y="651"/>
                </a:lnTo>
                <a:lnTo>
                  <a:pt x="2359" y="652"/>
                </a:lnTo>
                <a:lnTo>
                  <a:pt x="2360" y="652"/>
                </a:lnTo>
                <a:lnTo>
                  <a:pt x="2360" y="653"/>
                </a:lnTo>
                <a:lnTo>
                  <a:pt x="2361" y="654"/>
                </a:lnTo>
                <a:lnTo>
                  <a:pt x="2362" y="654"/>
                </a:lnTo>
                <a:lnTo>
                  <a:pt x="2363" y="654"/>
                </a:lnTo>
                <a:lnTo>
                  <a:pt x="2363" y="655"/>
                </a:lnTo>
                <a:lnTo>
                  <a:pt x="2363" y="656"/>
                </a:lnTo>
                <a:lnTo>
                  <a:pt x="2364" y="656"/>
                </a:lnTo>
                <a:lnTo>
                  <a:pt x="2365" y="656"/>
                </a:lnTo>
                <a:lnTo>
                  <a:pt x="2366" y="656"/>
                </a:lnTo>
                <a:lnTo>
                  <a:pt x="2367" y="656"/>
                </a:lnTo>
                <a:lnTo>
                  <a:pt x="2368" y="656"/>
                </a:lnTo>
                <a:lnTo>
                  <a:pt x="2368" y="655"/>
                </a:lnTo>
                <a:lnTo>
                  <a:pt x="2369" y="655"/>
                </a:lnTo>
                <a:lnTo>
                  <a:pt x="2370" y="655"/>
                </a:lnTo>
                <a:lnTo>
                  <a:pt x="2370" y="654"/>
                </a:lnTo>
                <a:lnTo>
                  <a:pt x="2371" y="654"/>
                </a:lnTo>
                <a:lnTo>
                  <a:pt x="2372" y="654"/>
                </a:lnTo>
                <a:lnTo>
                  <a:pt x="2374" y="654"/>
                </a:lnTo>
                <a:lnTo>
                  <a:pt x="2375" y="654"/>
                </a:lnTo>
                <a:lnTo>
                  <a:pt x="2375" y="655"/>
                </a:lnTo>
                <a:lnTo>
                  <a:pt x="2375" y="656"/>
                </a:lnTo>
                <a:lnTo>
                  <a:pt x="2375" y="657"/>
                </a:lnTo>
                <a:lnTo>
                  <a:pt x="2375" y="658"/>
                </a:lnTo>
                <a:lnTo>
                  <a:pt x="2374" y="658"/>
                </a:lnTo>
                <a:lnTo>
                  <a:pt x="2374" y="659"/>
                </a:lnTo>
                <a:lnTo>
                  <a:pt x="2373" y="659"/>
                </a:lnTo>
                <a:lnTo>
                  <a:pt x="2373" y="660"/>
                </a:lnTo>
                <a:lnTo>
                  <a:pt x="2372" y="661"/>
                </a:lnTo>
                <a:lnTo>
                  <a:pt x="2372" y="662"/>
                </a:lnTo>
                <a:lnTo>
                  <a:pt x="2372" y="663"/>
                </a:lnTo>
                <a:lnTo>
                  <a:pt x="2371" y="664"/>
                </a:lnTo>
                <a:lnTo>
                  <a:pt x="2371" y="665"/>
                </a:lnTo>
                <a:lnTo>
                  <a:pt x="2371" y="666"/>
                </a:lnTo>
                <a:lnTo>
                  <a:pt x="2372" y="666"/>
                </a:lnTo>
                <a:lnTo>
                  <a:pt x="2372" y="667"/>
                </a:lnTo>
                <a:lnTo>
                  <a:pt x="2373" y="667"/>
                </a:lnTo>
                <a:lnTo>
                  <a:pt x="2374" y="667"/>
                </a:lnTo>
                <a:lnTo>
                  <a:pt x="2375" y="667"/>
                </a:lnTo>
                <a:lnTo>
                  <a:pt x="2376" y="667"/>
                </a:lnTo>
                <a:lnTo>
                  <a:pt x="2377" y="667"/>
                </a:lnTo>
                <a:lnTo>
                  <a:pt x="2378" y="667"/>
                </a:lnTo>
                <a:lnTo>
                  <a:pt x="2379" y="667"/>
                </a:lnTo>
                <a:lnTo>
                  <a:pt x="2379" y="666"/>
                </a:lnTo>
                <a:lnTo>
                  <a:pt x="2379" y="665"/>
                </a:lnTo>
                <a:lnTo>
                  <a:pt x="2379" y="664"/>
                </a:lnTo>
                <a:lnTo>
                  <a:pt x="2379" y="663"/>
                </a:lnTo>
                <a:lnTo>
                  <a:pt x="2379" y="662"/>
                </a:lnTo>
                <a:lnTo>
                  <a:pt x="2379" y="661"/>
                </a:lnTo>
                <a:lnTo>
                  <a:pt x="2380" y="660"/>
                </a:lnTo>
                <a:lnTo>
                  <a:pt x="2380" y="661"/>
                </a:lnTo>
                <a:lnTo>
                  <a:pt x="2381" y="661"/>
                </a:lnTo>
                <a:lnTo>
                  <a:pt x="2382" y="661"/>
                </a:lnTo>
                <a:lnTo>
                  <a:pt x="2382" y="662"/>
                </a:lnTo>
                <a:lnTo>
                  <a:pt x="2382" y="663"/>
                </a:lnTo>
                <a:lnTo>
                  <a:pt x="2381" y="663"/>
                </a:lnTo>
                <a:lnTo>
                  <a:pt x="2381" y="664"/>
                </a:lnTo>
                <a:lnTo>
                  <a:pt x="2382" y="664"/>
                </a:lnTo>
                <a:lnTo>
                  <a:pt x="2383" y="664"/>
                </a:lnTo>
                <a:lnTo>
                  <a:pt x="2383" y="665"/>
                </a:lnTo>
                <a:lnTo>
                  <a:pt x="2384" y="665"/>
                </a:lnTo>
                <a:lnTo>
                  <a:pt x="2384" y="666"/>
                </a:lnTo>
                <a:lnTo>
                  <a:pt x="2383" y="666"/>
                </a:lnTo>
                <a:lnTo>
                  <a:pt x="2382" y="666"/>
                </a:lnTo>
                <a:lnTo>
                  <a:pt x="2382" y="667"/>
                </a:lnTo>
                <a:lnTo>
                  <a:pt x="2381" y="667"/>
                </a:lnTo>
                <a:lnTo>
                  <a:pt x="2380" y="667"/>
                </a:lnTo>
                <a:lnTo>
                  <a:pt x="2380" y="668"/>
                </a:lnTo>
                <a:lnTo>
                  <a:pt x="2381" y="668"/>
                </a:lnTo>
                <a:lnTo>
                  <a:pt x="2381" y="669"/>
                </a:lnTo>
                <a:lnTo>
                  <a:pt x="2382" y="669"/>
                </a:lnTo>
                <a:lnTo>
                  <a:pt x="2385" y="669"/>
                </a:lnTo>
                <a:lnTo>
                  <a:pt x="2384" y="669"/>
                </a:lnTo>
                <a:lnTo>
                  <a:pt x="2384" y="670"/>
                </a:lnTo>
                <a:lnTo>
                  <a:pt x="2384" y="671"/>
                </a:lnTo>
                <a:lnTo>
                  <a:pt x="2384" y="674"/>
                </a:lnTo>
                <a:lnTo>
                  <a:pt x="2384" y="676"/>
                </a:lnTo>
                <a:lnTo>
                  <a:pt x="2384" y="677"/>
                </a:lnTo>
                <a:lnTo>
                  <a:pt x="2384" y="678"/>
                </a:lnTo>
                <a:lnTo>
                  <a:pt x="2383" y="678"/>
                </a:lnTo>
                <a:lnTo>
                  <a:pt x="2382" y="680"/>
                </a:lnTo>
                <a:lnTo>
                  <a:pt x="2382" y="681"/>
                </a:lnTo>
                <a:lnTo>
                  <a:pt x="2379" y="681"/>
                </a:lnTo>
                <a:lnTo>
                  <a:pt x="2376" y="682"/>
                </a:lnTo>
                <a:lnTo>
                  <a:pt x="2372" y="682"/>
                </a:lnTo>
                <a:lnTo>
                  <a:pt x="2371" y="682"/>
                </a:lnTo>
                <a:lnTo>
                  <a:pt x="2370" y="682"/>
                </a:lnTo>
                <a:lnTo>
                  <a:pt x="2366" y="682"/>
                </a:lnTo>
                <a:lnTo>
                  <a:pt x="2365" y="682"/>
                </a:lnTo>
                <a:lnTo>
                  <a:pt x="2361" y="682"/>
                </a:lnTo>
                <a:lnTo>
                  <a:pt x="2360" y="683"/>
                </a:lnTo>
                <a:lnTo>
                  <a:pt x="2359" y="683"/>
                </a:lnTo>
                <a:lnTo>
                  <a:pt x="2358" y="683"/>
                </a:lnTo>
                <a:lnTo>
                  <a:pt x="2357" y="684"/>
                </a:lnTo>
                <a:lnTo>
                  <a:pt x="2356" y="684"/>
                </a:lnTo>
                <a:lnTo>
                  <a:pt x="2354" y="684"/>
                </a:lnTo>
                <a:lnTo>
                  <a:pt x="2353" y="684"/>
                </a:lnTo>
                <a:lnTo>
                  <a:pt x="2352" y="684"/>
                </a:lnTo>
                <a:lnTo>
                  <a:pt x="2352" y="685"/>
                </a:lnTo>
                <a:lnTo>
                  <a:pt x="2352" y="686"/>
                </a:lnTo>
                <a:lnTo>
                  <a:pt x="2353" y="686"/>
                </a:lnTo>
                <a:lnTo>
                  <a:pt x="2352" y="686"/>
                </a:lnTo>
                <a:lnTo>
                  <a:pt x="2352" y="687"/>
                </a:lnTo>
                <a:lnTo>
                  <a:pt x="2353" y="688"/>
                </a:lnTo>
                <a:lnTo>
                  <a:pt x="2353" y="689"/>
                </a:lnTo>
                <a:lnTo>
                  <a:pt x="2352" y="689"/>
                </a:lnTo>
                <a:lnTo>
                  <a:pt x="2351" y="689"/>
                </a:lnTo>
                <a:lnTo>
                  <a:pt x="2351" y="690"/>
                </a:lnTo>
                <a:lnTo>
                  <a:pt x="2349" y="690"/>
                </a:lnTo>
                <a:lnTo>
                  <a:pt x="2350" y="691"/>
                </a:lnTo>
                <a:lnTo>
                  <a:pt x="2349" y="691"/>
                </a:lnTo>
                <a:lnTo>
                  <a:pt x="2348" y="691"/>
                </a:lnTo>
                <a:lnTo>
                  <a:pt x="2348" y="692"/>
                </a:lnTo>
                <a:lnTo>
                  <a:pt x="2348" y="691"/>
                </a:lnTo>
                <a:lnTo>
                  <a:pt x="2347" y="691"/>
                </a:lnTo>
                <a:lnTo>
                  <a:pt x="2347" y="692"/>
                </a:lnTo>
                <a:lnTo>
                  <a:pt x="2347" y="691"/>
                </a:lnTo>
                <a:lnTo>
                  <a:pt x="2346" y="692"/>
                </a:lnTo>
                <a:lnTo>
                  <a:pt x="2346" y="691"/>
                </a:lnTo>
                <a:lnTo>
                  <a:pt x="2345" y="691"/>
                </a:lnTo>
                <a:lnTo>
                  <a:pt x="2345" y="690"/>
                </a:lnTo>
                <a:lnTo>
                  <a:pt x="2344" y="689"/>
                </a:lnTo>
                <a:lnTo>
                  <a:pt x="2342" y="689"/>
                </a:lnTo>
                <a:lnTo>
                  <a:pt x="2341" y="689"/>
                </a:lnTo>
                <a:lnTo>
                  <a:pt x="2340" y="690"/>
                </a:lnTo>
                <a:lnTo>
                  <a:pt x="2339" y="690"/>
                </a:lnTo>
                <a:lnTo>
                  <a:pt x="2338" y="690"/>
                </a:lnTo>
                <a:lnTo>
                  <a:pt x="2337" y="690"/>
                </a:lnTo>
                <a:lnTo>
                  <a:pt x="2336" y="690"/>
                </a:lnTo>
                <a:lnTo>
                  <a:pt x="2337" y="691"/>
                </a:lnTo>
                <a:lnTo>
                  <a:pt x="2335" y="691"/>
                </a:lnTo>
                <a:lnTo>
                  <a:pt x="2335" y="690"/>
                </a:lnTo>
                <a:lnTo>
                  <a:pt x="2335" y="689"/>
                </a:lnTo>
                <a:lnTo>
                  <a:pt x="2334" y="688"/>
                </a:lnTo>
                <a:lnTo>
                  <a:pt x="2332" y="689"/>
                </a:lnTo>
                <a:lnTo>
                  <a:pt x="2332" y="690"/>
                </a:lnTo>
                <a:lnTo>
                  <a:pt x="2332" y="691"/>
                </a:lnTo>
                <a:lnTo>
                  <a:pt x="2332" y="692"/>
                </a:lnTo>
                <a:lnTo>
                  <a:pt x="2332" y="693"/>
                </a:lnTo>
                <a:lnTo>
                  <a:pt x="2330" y="693"/>
                </a:lnTo>
                <a:lnTo>
                  <a:pt x="2328" y="693"/>
                </a:lnTo>
                <a:lnTo>
                  <a:pt x="2328" y="694"/>
                </a:lnTo>
                <a:lnTo>
                  <a:pt x="2328" y="696"/>
                </a:lnTo>
                <a:lnTo>
                  <a:pt x="2328" y="697"/>
                </a:lnTo>
                <a:lnTo>
                  <a:pt x="2328" y="698"/>
                </a:lnTo>
                <a:lnTo>
                  <a:pt x="2328" y="704"/>
                </a:lnTo>
                <a:lnTo>
                  <a:pt x="2328" y="705"/>
                </a:lnTo>
                <a:lnTo>
                  <a:pt x="2328" y="706"/>
                </a:lnTo>
                <a:lnTo>
                  <a:pt x="2328" y="707"/>
                </a:lnTo>
                <a:lnTo>
                  <a:pt x="2336" y="717"/>
                </a:lnTo>
                <a:lnTo>
                  <a:pt x="2339" y="720"/>
                </a:lnTo>
                <a:lnTo>
                  <a:pt x="2340" y="721"/>
                </a:lnTo>
                <a:lnTo>
                  <a:pt x="2344" y="726"/>
                </a:lnTo>
                <a:lnTo>
                  <a:pt x="2342" y="727"/>
                </a:lnTo>
                <a:lnTo>
                  <a:pt x="2340" y="728"/>
                </a:lnTo>
                <a:lnTo>
                  <a:pt x="2339" y="730"/>
                </a:lnTo>
                <a:lnTo>
                  <a:pt x="2339" y="733"/>
                </a:lnTo>
                <a:lnTo>
                  <a:pt x="2339" y="734"/>
                </a:lnTo>
                <a:lnTo>
                  <a:pt x="2337" y="734"/>
                </a:lnTo>
                <a:lnTo>
                  <a:pt x="2337" y="735"/>
                </a:lnTo>
                <a:lnTo>
                  <a:pt x="2338" y="739"/>
                </a:lnTo>
                <a:lnTo>
                  <a:pt x="2334" y="739"/>
                </a:lnTo>
                <a:lnTo>
                  <a:pt x="2332" y="742"/>
                </a:lnTo>
                <a:lnTo>
                  <a:pt x="2328" y="742"/>
                </a:lnTo>
                <a:lnTo>
                  <a:pt x="2324" y="743"/>
                </a:lnTo>
                <a:lnTo>
                  <a:pt x="2309" y="744"/>
                </a:lnTo>
                <a:lnTo>
                  <a:pt x="2312" y="761"/>
                </a:lnTo>
                <a:lnTo>
                  <a:pt x="2312" y="762"/>
                </a:lnTo>
                <a:lnTo>
                  <a:pt x="2311" y="763"/>
                </a:lnTo>
                <a:lnTo>
                  <a:pt x="2311" y="764"/>
                </a:lnTo>
                <a:lnTo>
                  <a:pt x="2309" y="767"/>
                </a:lnTo>
                <a:lnTo>
                  <a:pt x="2307" y="767"/>
                </a:lnTo>
                <a:lnTo>
                  <a:pt x="2306" y="768"/>
                </a:lnTo>
                <a:lnTo>
                  <a:pt x="2305" y="768"/>
                </a:lnTo>
                <a:lnTo>
                  <a:pt x="2305" y="769"/>
                </a:lnTo>
                <a:lnTo>
                  <a:pt x="2306" y="770"/>
                </a:lnTo>
                <a:lnTo>
                  <a:pt x="2306" y="771"/>
                </a:lnTo>
                <a:lnTo>
                  <a:pt x="2307" y="772"/>
                </a:lnTo>
                <a:lnTo>
                  <a:pt x="2307" y="773"/>
                </a:lnTo>
                <a:lnTo>
                  <a:pt x="2308" y="773"/>
                </a:lnTo>
                <a:lnTo>
                  <a:pt x="2308" y="774"/>
                </a:lnTo>
                <a:lnTo>
                  <a:pt x="2308" y="775"/>
                </a:lnTo>
                <a:lnTo>
                  <a:pt x="2309" y="775"/>
                </a:lnTo>
                <a:lnTo>
                  <a:pt x="2309" y="776"/>
                </a:lnTo>
                <a:lnTo>
                  <a:pt x="2307" y="777"/>
                </a:lnTo>
                <a:lnTo>
                  <a:pt x="2307" y="778"/>
                </a:lnTo>
                <a:lnTo>
                  <a:pt x="2306" y="778"/>
                </a:lnTo>
                <a:lnTo>
                  <a:pt x="2306" y="779"/>
                </a:lnTo>
                <a:lnTo>
                  <a:pt x="2305" y="779"/>
                </a:lnTo>
                <a:lnTo>
                  <a:pt x="2306" y="780"/>
                </a:lnTo>
                <a:lnTo>
                  <a:pt x="2305" y="780"/>
                </a:lnTo>
                <a:lnTo>
                  <a:pt x="2305" y="781"/>
                </a:lnTo>
                <a:lnTo>
                  <a:pt x="2305" y="782"/>
                </a:lnTo>
                <a:lnTo>
                  <a:pt x="2304" y="782"/>
                </a:lnTo>
                <a:lnTo>
                  <a:pt x="2301" y="782"/>
                </a:lnTo>
                <a:lnTo>
                  <a:pt x="2298" y="782"/>
                </a:lnTo>
                <a:lnTo>
                  <a:pt x="2298" y="781"/>
                </a:lnTo>
                <a:lnTo>
                  <a:pt x="2297" y="780"/>
                </a:lnTo>
                <a:lnTo>
                  <a:pt x="2297" y="779"/>
                </a:lnTo>
                <a:lnTo>
                  <a:pt x="2296" y="779"/>
                </a:lnTo>
                <a:lnTo>
                  <a:pt x="2296" y="778"/>
                </a:lnTo>
                <a:lnTo>
                  <a:pt x="2296" y="777"/>
                </a:lnTo>
                <a:lnTo>
                  <a:pt x="2296" y="776"/>
                </a:lnTo>
                <a:lnTo>
                  <a:pt x="2295" y="776"/>
                </a:lnTo>
                <a:lnTo>
                  <a:pt x="2295" y="775"/>
                </a:lnTo>
                <a:lnTo>
                  <a:pt x="2292" y="775"/>
                </a:lnTo>
                <a:lnTo>
                  <a:pt x="2290" y="773"/>
                </a:lnTo>
                <a:lnTo>
                  <a:pt x="2289" y="772"/>
                </a:lnTo>
                <a:lnTo>
                  <a:pt x="2289" y="771"/>
                </a:lnTo>
                <a:lnTo>
                  <a:pt x="2288" y="770"/>
                </a:lnTo>
                <a:lnTo>
                  <a:pt x="2287" y="770"/>
                </a:lnTo>
                <a:lnTo>
                  <a:pt x="2286" y="771"/>
                </a:lnTo>
                <a:lnTo>
                  <a:pt x="2285" y="772"/>
                </a:lnTo>
                <a:lnTo>
                  <a:pt x="2285" y="774"/>
                </a:lnTo>
                <a:lnTo>
                  <a:pt x="2284" y="774"/>
                </a:lnTo>
                <a:lnTo>
                  <a:pt x="2283" y="774"/>
                </a:lnTo>
                <a:lnTo>
                  <a:pt x="2283" y="773"/>
                </a:lnTo>
                <a:lnTo>
                  <a:pt x="2283" y="772"/>
                </a:lnTo>
                <a:lnTo>
                  <a:pt x="2283" y="771"/>
                </a:lnTo>
                <a:lnTo>
                  <a:pt x="2283" y="770"/>
                </a:lnTo>
                <a:lnTo>
                  <a:pt x="2283" y="769"/>
                </a:lnTo>
                <a:lnTo>
                  <a:pt x="2282" y="769"/>
                </a:lnTo>
                <a:lnTo>
                  <a:pt x="2282" y="768"/>
                </a:lnTo>
                <a:lnTo>
                  <a:pt x="2282" y="767"/>
                </a:lnTo>
                <a:lnTo>
                  <a:pt x="2282" y="766"/>
                </a:lnTo>
                <a:lnTo>
                  <a:pt x="2281" y="765"/>
                </a:lnTo>
                <a:lnTo>
                  <a:pt x="2280" y="764"/>
                </a:lnTo>
                <a:lnTo>
                  <a:pt x="2280" y="763"/>
                </a:lnTo>
                <a:lnTo>
                  <a:pt x="2278" y="760"/>
                </a:lnTo>
                <a:lnTo>
                  <a:pt x="2272" y="760"/>
                </a:lnTo>
                <a:lnTo>
                  <a:pt x="2271" y="760"/>
                </a:lnTo>
                <a:lnTo>
                  <a:pt x="2270" y="760"/>
                </a:lnTo>
                <a:lnTo>
                  <a:pt x="2270" y="762"/>
                </a:lnTo>
                <a:lnTo>
                  <a:pt x="2270" y="763"/>
                </a:lnTo>
                <a:lnTo>
                  <a:pt x="2271" y="766"/>
                </a:lnTo>
                <a:lnTo>
                  <a:pt x="2271" y="767"/>
                </a:lnTo>
                <a:lnTo>
                  <a:pt x="2270" y="767"/>
                </a:lnTo>
                <a:lnTo>
                  <a:pt x="2269" y="767"/>
                </a:lnTo>
                <a:lnTo>
                  <a:pt x="2268" y="766"/>
                </a:lnTo>
                <a:lnTo>
                  <a:pt x="2268" y="767"/>
                </a:lnTo>
                <a:lnTo>
                  <a:pt x="2267" y="767"/>
                </a:lnTo>
                <a:lnTo>
                  <a:pt x="2266" y="768"/>
                </a:lnTo>
                <a:lnTo>
                  <a:pt x="2266" y="769"/>
                </a:lnTo>
                <a:lnTo>
                  <a:pt x="2265" y="769"/>
                </a:lnTo>
                <a:lnTo>
                  <a:pt x="2265" y="770"/>
                </a:lnTo>
                <a:lnTo>
                  <a:pt x="2266" y="770"/>
                </a:lnTo>
                <a:lnTo>
                  <a:pt x="2265" y="770"/>
                </a:lnTo>
                <a:lnTo>
                  <a:pt x="2264" y="770"/>
                </a:lnTo>
                <a:lnTo>
                  <a:pt x="2264" y="771"/>
                </a:lnTo>
                <a:lnTo>
                  <a:pt x="2265" y="771"/>
                </a:lnTo>
                <a:lnTo>
                  <a:pt x="2264" y="771"/>
                </a:lnTo>
                <a:lnTo>
                  <a:pt x="2263" y="771"/>
                </a:lnTo>
                <a:lnTo>
                  <a:pt x="2263" y="772"/>
                </a:lnTo>
                <a:lnTo>
                  <a:pt x="2262" y="772"/>
                </a:lnTo>
                <a:lnTo>
                  <a:pt x="2261" y="773"/>
                </a:lnTo>
                <a:lnTo>
                  <a:pt x="2260" y="773"/>
                </a:lnTo>
                <a:lnTo>
                  <a:pt x="2260" y="772"/>
                </a:lnTo>
                <a:lnTo>
                  <a:pt x="2260" y="771"/>
                </a:lnTo>
                <a:lnTo>
                  <a:pt x="2260" y="770"/>
                </a:lnTo>
                <a:lnTo>
                  <a:pt x="2259" y="770"/>
                </a:lnTo>
                <a:lnTo>
                  <a:pt x="2259" y="769"/>
                </a:lnTo>
                <a:lnTo>
                  <a:pt x="2258" y="769"/>
                </a:lnTo>
                <a:lnTo>
                  <a:pt x="2257" y="769"/>
                </a:lnTo>
                <a:lnTo>
                  <a:pt x="2257" y="768"/>
                </a:lnTo>
                <a:lnTo>
                  <a:pt x="2256" y="767"/>
                </a:lnTo>
                <a:lnTo>
                  <a:pt x="2255" y="767"/>
                </a:lnTo>
                <a:lnTo>
                  <a:pt x="2254" y="767"/>
                </a:lnTo>
                <a:lnTo>
                  <a:pt x="2254" y="766"/>
                </a:lnTo>
                <a:lnTo>
                  <a:pt x="2253" y="766"/>
                </a:lnTo>
                <a:lnTo>
                  <a:pt x="2252" y="766"/>
                </a:lnTo>
                <a:lnTo>
                  <a:pt x="2251" y="766"/>
                </a:lnTo>
                <a:lnTo>
                  <a:pt x="2251" y="765"/>
                </a:lnTo>
                <a:lnTo>
                  <a:pt x="2251" y="766"/>
                </a:lnTo>
                <a:lnTo>
                  <a:pt x="2250" y="765"/>
                </a:lnTo>
                <a:lnTo>
                  <a:pt x="2249" y="765"/>
                </a:lnTo>
                <a:lnTo>
                  <a:pt x="2248" y="765"/>
                </a:lnTo>
                <a:lnTo>
                  <a:pt x="2247" y="764"/>
                </a:lnTo>
                <a:lnTo>
                  <a:pt x="2246" y="764"/>
                </a:lnTo>
                <a:lnTo>
                  <a:pt x="2246" y="763"/>
                </a:lnTo>
                <a:lnTo>
                  <a:pt x="2245" y="763"/>
                </a:lnTo>
                <a:lnTo>
                  <a:pt x="2245" y="762"/>
                </a:lnTo>
                <a:lnTo>
                  <a:pt x="2245" y="761"/>
                </a:lnTo>
                <a:lnTo>
                  <a:pt x="2245" y="760"/>
                </a:lnTo>
                <a:lnTo>
                  <a:pt x="2244" y="760"/>
                </a:lnTo>
                <a:lnTo>
                  <a:pt x="2244" y="759"/>
                </a:lnTo>
                <a:lnTo>
                  <a:pt x="2243" y="759"/>
                </a:lnTo>
                <a:lnTo>
                  <a:pt x="2242" y="759"/>
                </a:lnTo>
                <a:lnTo>
                  <a:pt x="2242" y="758"/>
                </a:lnTo>
                <a:lnTo>
                  <a:pt x="2241" y="758"/>
                </a:lnTo>
                <a:lnTo>
                  <a:pt x="2241" y="757"/>
                </a:lnTo>
                <a:lnTo>
                  <a:pt x="2241" y="756"/>
                </a:lnTo>
                <a:lnTo>
                  <a:pt x="2240" y="756"/>
                </a:lnTo>
                <a:lnTo>
                  <a:pt x="2239" y="756"/>
                </a:lnTo>
                <a:lnTo>
                  <a:pt x="2239" y="755"/>
                </a:lnTo>
                <a:lnTo>
                  <a:pt x="2238" y="755"/>
                </a:lnTo>
                <a:lnTo>
                  <a:pt x="2238" y="754"/>
                </a:lnTo>
                <a:lnTo>
                  <a:pt x="2237" y="754"/>
                </a:lnTo>
                <a:lnTo>
                  <a:pt x="2236" y="755"/>
                </a:lnTo>
                <a:lnTo>
                  <a:pt x="2236" y="754"/>
                </a:lnTo>
                <a:lnTo>
                  <a:pt x="2235" y="754"/>
                </a:lnTo>
                <a:lnTo>
                  <a:pt x="2234" y="754"/>
                </a:lnTo>
                <a:lnTo>
                  <a:pt x="2234" y="753"/>
                </a:lnTo>
                <a:lnTo>
                  <a:pt x="2233" y="753"/>
                </a:lnTo>
                <a:lnTo>
                  <a:pt x="2232" y="753"/>
                </a:lnTo>
                <a:lnTo>
                  <a:pt x="2231" y="753"/>
                </a:lnTo>
                <a:lnTo>
                  <a:pt x="2231" y="752"/>
                </a:lnTo>
                <a:lnTo>
                  <a:pt x="2231" y="751"/>
                </a:lnTo>
                <a:lnTo>
                  <a:pt x="2230" y="751"/>
                </a:lnTo>
                <a:lnTo>
                  <a:pt x="2229" y="751"/>
                </a:lnTo>
                <a:lnTo>
                  <a:pt x="2228" y="751"/>
                </a:lnTo>
                <a:lnTo>
                  <a:pt x="2228" y="752"/>
                </a:lnTo>
                <a:lnTo>
                  <a:pt x="2226" y="752"/>
                </a:lnTo>
                <a:lnTo>
                  <a:pt x="2225" y="751"/>
                </a:lnTo>
                <a:lnTo>
                  <a:pt x="2224" y="750"/>
                </a:lnTo>
                <a:lnTo>
                  <a:pt x="2223" y="750"/>
                </a:lnTo>
                <a:lnTo>
                  <a:pt x="2223" y="749"/>
                </a:lnTo>
                <a:lnTo>
                  <a:pt x="2222" y="749"/>
                </a:lnTo>
                <a:lnTo>
                  <a:pt x="2221" y="749"/>
                </a:lnTo>
                <a:lnTo>
                  <a:pt x="2221" y="750"/>
                </a:lnTo>
                <a:lnTo>
                  <a:pt x="2220" y="750"/>
                </a:lnTo>
                <a:lnTo>
                  <a:pt x="2219" y="751"/>
                </a:lnTo>
                <a:lnTo>
                  <a:pt x="2218" y="751"/>
                </a:lnTo>
                <a:lnTo>
                  <a:pt x="2217" y="751"/>
                </a:lnTo>
                <a:lnTo>
                  <a:pt x="2217" y="752"/>
                </a:lnTo>
                <a:lnTo>
                  <a:pt x="2216" y="752"/>
                </a:lnTo>
                <a:lnTo>
                  <a:pt x="2216" y="753"/>
                </a:lnTo>
                <a:lnTo>
                  <a:pt x="2217" y="753"/>
                </a:lnTo>
                <a:lnTo>
                  <a:pt x="2218" y="753"/>
                </a:lnTo>
                <a:lnTo>
                  <a:pt x="2218" y="754"/>
                </a:lnTo>
                <a:lnTo>
                  <a:pt x="2219" y="754"/>
                </a:lnTo>
                <a:lnTo>
                  <a:pt x="2219" y="755"/>
                </a:lnTo>
                <a:lnTo>
                  <a:pt x="2220" y="755"/>
                </a:lnTo>
                <a:lnTo>
                  <a:pt x="2220" y="756"/>
                </a:lnTo>
                <a:lnTo>
                  <a:pt x="2220" y="757"/>
                </a:lnTo>
                <a:lnTo>
                  <a:pt x="2220" y="758"/>
                </a:lnTo>
                <a:lnTo>
                  <a:pt x="2220" y="759"/>
                </a:lnTo>
                <a:lnTo>
                  <a:pt x="2221" y="759"/>
                </a:lnTo>
                <a:lnTo>
                  <a:pt x="2221" y="760"/>
                </a:lnTo>
                <a:lnTo>
                  <a:pt x="2221" y="761"/>
                </a:lnTo>
                <a:lnTo>
                  <a:pt x="2220" y="762"/>
                </a:lnTo>
                <a:lnTo>
                  <a:pt x="2220" y="763"/>
                </a:lnTo>
                <a:lnTo>
                  <a:pt x="2221" y="764"/>
                </a:lnTo>
                <a:lnTo>
                  <a:pt x="2220" y="764"/>
                </a:lnTo>
                <a:lnTo>
                  <a:pt x="2221" y="764"/>
                </a:lnTo>
                <a:lnTo>
                  <a:pt x="2221" y="765"/>
                </a:lnTo>
                <a:lnTo>
                  <a:pt x="2220" y="765"/>
                </a:lnTo>
                <a:lnTo>
                  <a:pt x="2219" y="765"/>
                </a:lnTo>
                <a:lnTo>
                  <a:pt x="2219" y="766"/>
                </a:lnTo>
                <a:lnTo>
                  <a:pt x="2218" y="766"/>
                </a:lnTo>
                <a:lnTo>
                  <a:pt x="2218" y="767"/>
                </a:lnTo>
                <a:lnTo>
                  <a:pt x="2217" y="767"/>
                </a:lnTo>
                <a:lnTo>
                  <a:pt x="2217" y="768"/>
                </a:lnTo>
                <a:lnTo>
                  <a:pt x="2216" y="768"/>
                </a:lnTo>
                <a:lnTo>
                  <a:pt x="2216" y="769"/>
                </a:lnTo>
                <a:lnTo>
                  <a:pt x="2217" y="769"/>
                </a:lnTo>
                <a:lnTo>
                  <a:pt x="2217" y="770"/>
                </a:lnTo>
                <a:lnTo>
                  <a:pt x="2216" y="770"/>
                </a:lnTo>
                <a:lnTo>
                  <a:pt x="2216" y="771"/>
                </a:lnTo>
                <a:lnTo>
                  <a:pt x="2216" y="770"/>
                </a:lnTo>
                <a:lnTo>
                  <a:pt x="2216" y="771"/>
                </a:lnTo>
                <a:lnTo>
                  <a:pt x="2215" y="771"/>
                </a:lnTo>
                <a:lnTo>
                  <a:pt x="2215" y="772"/>
                </a:lnTo>
                <a:lnTo>
                  <a:pt x="2215" y="773"/>
                </a:lnTo>
                <a:lnTo>
                  <a:pt x="2214" y="773"/>
                </a:lnTo>
                <a:lnTo>
                  <a:pt x="2214" y="774"/>
                </a:lnTo>
                <a:lnTo>
                  <a:pt x="2213" y="774"/>
                </a:lnTo>
                <a:lnTo>
                  <a:pt x="2213" y="773"/>
                </a:lnTo>
                <a:lnTo>
                  <a:pt x="2212" y="773"/>
                </a:lnTo>
                <a:lnTo>
                  <a:pt x="2213" y="774"/>
                </a:lnTo>
                <a:lnTo>
                  <a:pt x="2212" y="774"/>
                </a:lnTo>
                <a:lnTo>
                  <a:pt x="2211" y="775"/>
                </a:lnTo>
                <a:lnTo>
                  <a:pt x="2210" y="775"/>
                </a:lnTo>
                <a:lnTo>
                  <a:pt x="2210" y="776"/>
                </a:lnTo>
                <a:lnTo>
                  <a:pt x="2209" y="776"/>
                </a:lnTo>
                <a:lnTo>
                  <a:pt x="2208" y="775"/>
                </a:lnTo>
                <a:lnTo>
                  <a:pt x="2207" y="776"/>
                </a:lnTo>
                <a:lnTo>
                  <a:pt x="2207" y="775"/>
                </a:lnTo>
                <a:lnTo>
                  <a:pt x="2206" y="776"/>
                </a:lnTo>
                <a:lnTo>
                  <a:pt x="2205" y="777"/>
                </a:lnTo>
                <a:lnTo>
                  <a:pt x="2206" y="777"/>
                </a:lnTo>
                <a:lnTo>
                  <a:pt x="2206" y="778"/>
                </a:lnTo>
                <a:lnTo>
                  <a:pt x="2207" y="778"/>
                </a:lnTo>
                <a:lnTo>
                  <a:pt x="2208" y="779"/>
                </a:lnTo>
                <a:lnTo>
                  <a:pt x="2207" y="779"/>
                </a:lnTo>
                <a:lnTo>
                  <a:pt x="2207" y="780"/>
                </a:lnTo>
                <a:lnTo>
                  <a:pt x="2208" y="780"/>
                </a:lnTo>
                <a:lnTo>
                  <a:pt x="2209" y="781"/>
                </a:lnTo>
                <a:lnTo>
                  <a:pt x="2212" y="782"/>
                </a:lnTo>
                <a:lnTo>
                  <a:pt x="2213" y="783"/>
                </a:lnTo>
                <a:lnTo>
                  <a:pt x="2214" y="783"/>
                </a:lnTo>
                <a:lnTo>
                  <a:pt x="2215" y="783"/>
                </a:lnTo>
                <a:lnTo>
                  <a:pt x="2216" y="783"/>
                </a:lnTo>
                <a:lnTo>
                  <a:pt x="2217" y="783"/>
                </a:lnTo>
                <a:lnTo>
                  <a:pt x="2219" y="784"/>
                </a:lnTo>
                <a:lnTo>
                  <a:pt x="2220" y="784"/>
                </a:lnTo>
                <a:lnTo>
                  <a:pt x="2220" y="783"/>
                </a:lnTo>
                <a:lnTo>
                  <a:pt x="2221" y="783"/>
                </a:lnTo>
                <a:lnTo>
                  <a:pt x="2220" y="782"/>
                </a:lnTo>
                <a:lnTo>
                  <a:pt x="2221" y="782"/>
                </a:lnTo>
                <a:lnTo>
                  <a:pt x="2222" y="782"/>
                </a:lnTo>
                <a:lnTo>
                  <a:pt x="2222" y="781"/>
                </a:lnTo>
                <a:lnTo>
                  <a:pt x="2223" y="781"/>
                </a:lnTo>
                <a:lnTo>
                  <a:pt x="2224" y="781"/>
                </a:lnTo>
                <a:lnTo>
                  <a:pt x="2225" y="781"/>
                </a:lnTo>
                <a:lnTo>
                  <a:pt x="2226" y="781"/>
                </a:lnTo>
                <a:lnTo>
                  <a:pt x="2228" y="781"/>
                </a:lnTo>
                <a:lnTo>
                  <a:pt x="2229" y="781"/>
                </a:lnTo>
                <a:lnTo>
                  <a:pt x="2230" y="781"/>
                </a:lnTo>
                <a:lnTo>
                  <a:pt x="2231" y="781"/>
                </a:lnTo>
                <a:lnTo>
                  <a:pt x="2232" y="781"/>
                </a:lnTo>
                <a:lnTo>
                  <a:pt x="2233" y="781"/>
                </a:lnTo>
                <a:lnTo>
                  <a:pt x="2235" y="783"/>
                </a:lnTo>
                <a:lnTo>
                  <a:pt x="2235" y="784"/>
                </a:lnTo>
                <a:lnTo>
                  <a:pt x="2236" y="787"/>
                </a:lnTo>
                <a:lnTo>
                  <a:pt x="2237" y="789"/>
                </a:lnTo>
                <a:lnTo>
                  <a:pt x="2238" y="790"/>
                </a:lnTo>
                <a:lnTo>
                  <a:pt x="2237" y="792"/>
                </a:lnTo>
                <a:lnTo>
                  <a:pt x="2237" y="793"/>
                </a:lnTo>
                <a:lnTo>
                  <a:pt x="2236" y="793"/>
                </a:lnTo>
                <a:lnTo>
                  <a:pt x="2235" y="793"/>
                </a:lnTo>
                <a:lnTo>
                  <a:pt x="2234" y="793"/>
                </a:lnTo>
                <a:lnTo>
                  <a:pt x="2235" y="794"/>
                </a:lnTo>
                <a:lnTo>
                  <a:pt x="2235" y="795"/>
                </a:lnTo>
                <a:lnTo>
                  <a:pt x="2235" y="796"/>
                </a:lnTo>
                <a:lnTo>
                  <a:pt x="2235" y="797"/>
                </a:lnTo>
                <a:lnTo>
                  <a:pt x="2236" y="797"/>
                </a:lnTo>
                <a:lnTo>
                  <a:pt x="2237" y="798"/>
                </a:lnTo>
                <a:lnTo>
                  <a:pt x="2237" y="799"/>
                </a:lnTo>
                <a:lnTo>
                  <a:pt x="2238" y="800"/>
                </a:lnTo>
                <a:lnTo>
                  <a:pt x="2238" y="802"/>
                </a:lnTo>
                <a:lnTo>
                  <a:pt x="2238" y="803"/>
                </a:lnTo>
                <a:lnTo>
                  <a:pt x="2239" y="804"/>
                </a:lnTo>
                <a:lnTo>
                  <a:pt x="2240" y="804"/>
                </a:lnTo>
                <a:lnTo>
                  <a:pt x="2241" y="804"/>
                </a:lnTo>
                <a:lnTo>
                  <a:pt x="2243" y="806"/>
                </a:lnTo>
                <a:lnTo>
                  <a:pt x="2245" y="806"/>
                </a:lnTo>
                <a:lnTo>
                  <a:pt x="2247" y="806"/>
                </a:lnTo>
                <a:lnTo>
                  <a:pt x="2248" y="808"/>
                </a:lnTo>
                <a:lnTo>
                  <a:pt x="2250" y="808"/>
                </a:lnTo>
                <a:lnTo>
                  <a:pt x="2252" y="808"/>
                </a:lnTo>
                <a:lnTo>
                  <a:pt x="2252" y="809"/>
                </a:lnTo>
                <a:lnTo>
                  <a:pt x="2253" y="809"/>
                </a:lnTo>
                <a:lnTo>
                  <a:pt x="2253" y="811"/>
                </a:lnTo>
                <a:lnTo>
                  <a:pt x="2254" y="812"/>
                </a:lnTo>
                <a:lnTo>
                  <a:pt x="2251" y="815"/>
                </a:lnTo>
                <a:lnTo>
                  <a:pt x="2251" y="816"/>
                </a:lnTo>
                <a:lnTo>
                  <a:pt x="2250" y="816"/>
                </a:lnTo>
                <a:lnTo>
                  <a:pt x="2250" y="817"/>
                </a:lnTo>
                <a:lnTo>
                  <a:pt x="2250" y="818"/>
                </a:lnTo>
                <a:lnTo>
                  <a:pt x="2250" y="819"/>
                </a:lnTo>
                <a:lnTo>
                  <a:pt x="2250" y="821"/>
                </a:lnTo>
                <a:lnTo>
                  <a:pt x="2250" y="822"/>
                </a:lnTo>
                <a:lnTo>
                  <a:pt x="2250" y="823"/>
                </a:lnTo>
                <a:lnTo>
                  <a:pt x="2251" y="823"/>
                </a:lnTo>
                <a:lnTo>
                  <a:pt x="2251" y="824"/>
                </a:lnTo>
                <a:lnTo>
                  <a:pt x="2259" y="826"/>
                </a:lnTo>
                <a:lnTo>
                  <a:pt x="2259" y="827"/>
                </a:lnTo>
                <a:lnTo>
                  <a:pt x="2259" y="829"/>
                </a:lnTo>
                <a:lnTo>
                  <a:pt x="2258" y="833"/>
                </a:lnTo>
                <a:lnTo>
                  <a:pt x="2257" y="834"/>
                </a:lnTo>
                <a:lnTo>
                  <a:pt x="2255" y="836"/>
                </a:lnTo>
                <a:lnTo>
                  <a:pt x="2250" y="835"/>
                </a:lnTo>
                <a:lnTo>
                  <a:pt x="2250" y="837"/>
                </a:lnTo>
                <a:lnTo>
                  <a:pt x="2249" y="838"/>
                </a:lnTo>
                <a:lnTo>
                  <a:pt x="2247" y="840"/>
                </a:lnTo>
                <a:lnTo>
                  <a:pt x="2248" y="844"/>
                </a:lnTo>
                <a:lnTo>
                  <a:pt x="2248" y="847"/>
                </a:lnTo>
                <a:lnTo>
                  <a:pt x="2247" y="849"/>
                </a:lnTo>
                <a:lnTo>
                  <a:pt x="2246" y="852"/>
                </a:lnTo>
                <a:lnTo>
                  <a:pt x="2244" y="853"/>
                </a:lnTo>
                <a:lnTo>
                  <a:pt x="2244" y="854"/>
                </a:lnTo>
                <a:lnTo>
                  <a:pt x="2245" y="859"/>
                </a:lnTo>
                <a:lnTo>
                  <a:pt x="2245" y="863"/>
                </a:lnTo>
                <a:lnTo>
                  <a:pt x="2244" y="863"/>
                </a:lnTo>
                <a:lnTo>
                  <a:pt x="2243" y="863"/>
                </a:lnTo>
                <a:lnTo>
                  <a:pt x="2242" y="863"/>
                </a:lnTo>
                <a:lnTo>
                  <a:pt x="2242" y="864"/>
                </a:lnTo>
                <a:lnTo>
                  <a:pt x="2241" y="864"/>
                </a:lnTo>
                <a:lnTo>
                  <a:pt x="2242" y="865"/>
                </a:lnTo>
                <a:lnTo>
                  <a:pt x="2242" y="866"/>
                </a:lnTo>
                <a:lnTo>
                  <a:pt x="2243" y="866"/>
                </a:lnTo>
                <a:lnTo>
                  <a:pt x="2244" y="866"/>
                </a:lnTo>
                <a:lnTo>
                  <a:pt x="2244" y="867"/>
                </a:lnTo>
                <a:lnTo>
                  <a:pt x="2244" y="868"/>
                </a:lnTo>
                <a:lnTo>
                  <a:pt x="2244" y="869"/>
                </a:lnTo>
                <a:lnTo>
                  <a:pt x="2245" y="869"/>
                </a:lnTo>
                <a:lnTo>
                  <a:pt x="2245" y="870"/>
                </a:lnTo>
                <a:lnTo>
                  <a:pt x="2245" y="871"/>
                </a:lnTo>
                <a:lnTo>
                  <a:pt x="2246" y="872"/>
                </a:lnTo>
                <a:lnTo>
                  <a:pt x="2246" y="873"/>
                </a:lnTo>
                <a:lnTo>
                  <a:pt x="2246" y="874"/>
                </a:lnTo>
                <a:lnTo>
                  <a:pt x="2246" y="875"/>
                </a:lnTo>
                <a:lnTo>
                  <a:pt x="2246" y="876"/>
                </a:lnTo>
                <a:lnTo>
                  <a:pt x="2248" y="877"/>
                </a:lnTo>
                <a:lnTo>
                  <a:pt x="2249" y="877"/>
                </a:lnTo>
                <a:lnTo>
                  <a:pt x="2252" y="877"/>
                </a:lnTo>
                <a:lnTo>
                  <a:pt x="2253" y="878"/>
                </a:lnTo>
                <a:lnTo>
                  <a:pt x="2252" y="878"/>
                </a:lnTo>
                <a:lnTo>
                  <a:pt x="2251" y="878"/>
                </a:lnTo>
                <a:lnTo>
                  <a:pt x="2250" y="879"/>
                </a:lnTo>
                <a:lnTo>
                  <a:pt x="2249" y="879"/>
                </a:lnTo>
                <a:lnTo>
                  <a:pt x="2248" y="878"/>
                </a:lnTo>
                <a:lnTo>
                  <a:pt x="2247" y="878"/>
                </a:lnTo>
                <a:lnTo>
                  <a:pt x="2246" y="880"/>
                </a:lnTo>
                <a:lnTo>
                  <a:pt x="2247" y="881"/>
                </a:lnTo>
                <a:lnTo>
                  <a:pt x="2248" y="881"/>
                </a:lnTo>
                <a:lnTo>
                  <a:pt x="2250" y="880"/>
                </a:lnTo>
                <a:lnTo>
                  <a:pt x="2251" y="880"/>
                </a:lnTo>
                <a:lnTo>
                  <a:pt x="2252" y="882"/>
                </a:lnTo>
                <a:lnTo>
                  <a:pt x="2251" y="882"/>
                </a:lnTo>
                <a:lnTo>
                  <a:pt x="2252" y="882"/>
                </a:lnTo>
                <a:lnTo>
                  <a:pt x="2251" y="883"/>
                </a:lnTo>
                <a:lnTo>
                  <a:pt x="2249" y="884"/>
                </a:lnTo>
                <a:lnTo>
                  <a:pt x="2248" y="885"/>
                </a:lnTo>
                <a:lnTo>
                  <a:pt x="2248" y="886"/>
                </a:lnTo>
                <a:lnTo>
                  <a:pt x="2247" y="888"/>
                </a:lnTo>
                <a:lnTo>
                  <a:pt x="2247" y="890"/>
                </a:lnTo>
                <a:lnTo>
                  <a:pt x="2248" y="893"/>
                </a:lnTo>
                <a:lnTo>
                  <a:pt x="2249" y="895"/>
                </a:lnTo>
                <a:lnTo>
                  <a:pt x="2250" y="896"/>
                </a:lnTo>
                <a:lnTo>
                  <a:pt x="2249" y="897"/>
                </a:lnTo>
                <a:lnTo>
                  <a:pt x="2252" y="898"/>
                </a:lnTo>
                <a:lnTo>
                  <a:pt x="2255" y="899"/>
                </a:lnTo>
                <a:lnTo>
                  <a:pt x="2256" y="900"/>
                </a:lnTo>
                <a:lnTo>
                  <a:pt x="2256" y="901"/>
                </a:lnTo>
                <a:lnTo>
                  <a:pt x="2257" y="901"/>
                </a:lnTo>
                <a:lnTo>
                  <a:pt x="2257" y="902"/>
                </a:lnTo>
                <a:lnTo>
                  <a:pt x="2258" y="903"/>
                </a:lnTo>
                <a:lnTo>
                  <a:pt x="2258" y="905"/>
                </a:lnTo>
                <a:lnTo>
                  <a:pt x="2257" y="906"/>
                </a:lnTo>
                <a:lnTo>
                  <a:pt x="2258" y="907"/>
                </a:lnTo>
                <a:lnTo>
                  <a:pt x="2259" y="908"/>
                </a:lnTo>
                <a:lnTo>
                  <a:pt x="2261" y="908"/>
                </a:lnTo>
                <a:lnTo>
                  <a:pt x="2262" y="908"/>
                </a:lnTo>
                <a:lnTo>
                  <a:pt x="2263" y="907"/>
                </a:lnTo>
                <a:lnTo>
                  <a:pt x="2264" y="913"/>
                </a:lnTo>
                <a:lnTo>
                  <a:pt x="2264" y="914"/>
                </a:lnTo>
                <a:lnTo>
                  <a:pt x="2264" y="925"/>
                </a:lnTo>
                <a:lnTo>
                  <a:pt x="2262" y="928"/>
                </a:lnTo>
                <a:lnTo>
                  <a:pt x="2262" y="929"/>
                </a:lnTo>
                <a:lnTo>
                  <a:pt x="2261" y="929"/>
                </a:lnTo>
                <a:lnTo>
                  <a:pt x="2262" y="930"/>
                </a:lnTo>
                <a:lnTo>
                  <a:pt x="2264" y="932"/>
                </a:lnTo>
                <a:lnTo>
                  <a:pt x="2266" y="932"/>
                </a:lnTo>
                <a:lnTo>
                  <a:pt x="2266" y="933"/>
                </a:lnTo>
                <a:lnTo>
                  <a:pt x="2268" y="932"/>
                </a:lnTo>
                <a:lnTo>
                  <a:pt x="2271" y="932"/>
                </a:lnTo>
                <a:lnTo>
                  <a:pt x="2281" y="932"/>
                </a:lnTo>
                <a:lnTo>
                  <a:pt x="2282" y="932"/>
                </a:lnTo>
                <a:lnTo>
                  <a:pt x="2283" y="931"/>
                </a:lnTo>
                <a:lnTo>
                  <a:pt x="2284" y="931"/>
                </a:lnTo>
                <a:lnTo>
                  <a:pt x="2286" y="930"/>
                </a:lnTo>
                <a:lnTo>
                  <a:pt x="2288" y="930"/>
                </a:lnTo>
                <a:lnTo>
                  <a:pt x="2290" y="929"/>
                </a:lnTo>
                <a:lnTo>
                  <a:pt x="2291" y="929"/>
                </a:lnTo>
                <a:lnTo>
                  <a:pt x="2291" y="928"/>
                </a:lnTo>
                <a:lnTo>
                  <a:pt x="2295" y="927"/>
                </a:lnTo>
                <a:lnTo>
                  <a:pt x="2298" y="927"/>
                </a:lnTo>
                <a:lnTo>
                  <a:pt x="2300" y="926"/>
                </a:lnTo>
                <a:lnTo>
                  <a:pt x="2300" y="925"/>
                </a:lnTo>
                <a:lnTo>
                  <a:pt x="2300" y="924"/>
                </a:lnTo>
                <a:lnTo>
                  <a:pt x="2301" y="924"/>
                </a:lnTo>
                <a:lnTo>
                  <a:pt x="2301" y="923"/>
                </a:lnTo>
                <a:lnTo>
                  <a:pt x="2303" y="921"/>
                </a:lnTo>
                <a:lnTo>
                  <a:pt x="2304" y="920"/>
                </a:lnTo>
                <a:lnTo>
                  <a:pt x="2306" y="919"/>
                </a:lnTo>
                <a:lnTo>
                  <a:pt x="2307" y="918"/>
                </a:lnTo>
                <a:lnTo>
                  <a:pt x="2314" y="916"/>
                </a:lnTo>
                <a:lnTo>
                  <a:pt x="2315" y="915"/>
                </a:lnTo>
                <a:lnTo>
                  <a:pt x="2316" y="915"/>
                </a:lnTo>
                <a:lnTo>
                  <a:pt x="2318" y="914"/>
                </a:lnTo>
                <a:lnTo>
                  <a:pt x="2319" y="913"/>
                </a:lnTo>
                <a:lnTo>
                  <a:pt x="2320" y="913"/>
                </a:lnTo>
                <a:lnTo>
                  <a:pt x="2320" y="912"/>
                </a:lnTo>
                <a:lnTo>
                  <a:pt x="2321" y="912"/>
                </a:lnTo>
                <a:lnTo>
                  <a:pt x="2322" y="911"/>
                </a:lnTo>
                <a:lnTo>
                  <a:pt x="2323" y="911"/>
                </a:lnTo>
                <a:lnTo>
                  <a:pt x="2325" y="909"/>
                </a:lnTo>
                <a:lnTo>
                  <a:pt x="2326" y="908"/>
                </a:lnTo>
                <a:lnTo>
                  <a:pt x="2327" y="908"/>
                </a:lnTo>
                <a:lnTo>
                  <a:pt x="2328" y="908"/>
                </a:lnTo>
                <a:lnTo>
                  <a:pt x="2328" y="907"/>
                </a:lnTo>
                <a:lnTo>
                  <a:pt x="2329" y="907"/>
                </a:lnTo>
                <a:lnTo>
                  <a:pt x="2330" y="906"/>
                </a:lnTo>
                <a:lnTo>
                  <a:pt x="2331" y="905"/>
                </a:lnTo>
                <a:lnTo>
                  <a:pt x="2334" y="905"/>
                </a:lnTo>
                <a:lnTo>
                  <a:pt x="2335" y="905"/>
                </a:lnTo>
                <a:lnTo>
                  <a:pt x="2336" y="904"/>
                </a:lnTo>
                <a:lnTo>
                  <a:pt x="2337" y="904"/>
                </a:lnTo>
                <a:lnTo>
                  <a:pt x="2338" y="904"/>
                </a:lnTo>
                <a:lnTo>
                  <a:pt x="2339" y="904"/>
                </a:lnTo>
                <a:lnTo>
                  <a:pt x="2340" y="905"/>
                </a:lnTo>
                <a:lnTo>
                  <a:pt x="2339" y="905"/>
                </a:lnTo>
                <a:lnTo>
                  <a:pt x="2340" y="905"/>
                </a:lnTo>
                <a:lnTo>
                  <a:pt x="2340" y="906"/>
                </a:lnTo>
                <a:lnTo>
                  <a:pt x="2340" y="907"/>
                </a:lnTo>
                <a:lnTo>
                  <a:pt x="2339" y="907"/>
                </a:lnTo>
                <a:lnTo>
                  <a:pt x="2339" y="908"/>
                </a:lnTo>
                <a:lnTo>
                  <a:pt x="2340" y="909"/>
                </a:lnTo>
                <a:lnTo>
                  <a:pt x="2339" y="909"/>
                </a:lnTo>
                <a:lnTo>
                  <a:pt x="2339" y="910"/>
                </a:lnTo>
                <a:lnTo>
                  <a:pt x="2340" y="913"/>
                </a:lnTo>
                <a:lnTo>
                  <a:pt x="2340" y="914"/>
                </a:lnTo>
                <a:lnTo>
                  <a:pt x="2340" y="915"/>
                </a:lnTo>
                <a:lnTo>
                  <a:pt x="2339" y="915"/>
                </a:lnTo>
                <a:lnTo>
                  <a:pt x="2338" y="915"/>
                </a:lnTo>
                <a:lnTo>
                  <a:pt x="2338" y="916"/>
                </a:lnTo>
                <a:lnTo>
                  <a:pt x="2339" y="919"/>
                </a:lnTo>
                <a:lnTo>
                  <a:pt x="2341" y="919"/>
                </a:lnTo>
                <a:lnTo>
                  <a:pt x="2343" y="921"/>
                </a:lnTo>
                <a:lnTo>
                  <a:pt x="2344" y="921"/>
                </a:lnTo>
                <a:lnTo>
                  <a:pt x="2345" y="921"/>
                </a:lnTo>
                <a:lnTo>
                  <a:pt x="2346" y="922"/>
                </a:lnTo>
                <a:lnTo>
                  <a:pt x="2347" y="923"/>
                </a:lnTo>
                <a:lnTo>
                  <a:pt x="2349" y="926"/>
                </a:lnTo>
                <a:lnTo>
                  <a:pt x="2352" y="931"/>
                </a:lnTo>
                <a:lnTo>
                  <a:pt x="2353" y="935"/>
                </a:lnTo>
                <a:lnTo>
                  <a:pt x="2354" y="935"/>
                </a:lnTo>
                <a:lnTo>
                  <a:pt x="2355" y="936"/>
                </a:lnTo>
                <a:lnTo>
                  <a:pt x="2356" y="937"/>
                </a:lnTo>
                <a:lnTo>
                  <a:pt x="2356" y="938"/>
                </a:lnTo>
                <a:lnTo>
                  <a:pt x="2357" y="938"/>
                </a:lnTo>
                <a:lnTo>
                  <a:pt x="2362" y="940"/>
                </a:lnTo>
                <a:lnTo>
                  <a:pt x="2363" y="940"/>
                </a:lnTo>
                <a:lnTo>
                  <a:pt x="2362" y="940"/>
                </a:lnTo>
                <a:lnTo>
                  <a:pt x="2362" y="941"/>
                </a:lnTo>
                <a:lnTo>
                  <a:pt x="2362" y="942"/>
                </a:lnTo>
                <a:lnTo>
                  <a:pt x="2361" y="942"/>
                </a:lnTo>
                <a:lnTo>
                  <a:pt x="2360" y="943"/>
                </a:lnTo>
                <a:lnTo>
                  <a:pt x="2360" y="944"/>
                </a:lnTo>
                <a:lnTo>
                  <a:pt x="2360" y="945"/>
                </a:lnTo>
                <a:lnTo>
                  <a:pt x="2359" y="945"/>
                </a:lnTo>
                <a:lnTo>
                  <a:pt x="2359" y="946"/>
                </a:lnTo>
                <a:lnTo>
                  <a:pt x="2359" y="947"/>
                </a:lnTo>
                <a:lnTo>
                  <a:pt x="2358" y="948"/>
                </a:lnTo>
                <a:lnTo>
                  <a:pt x="2358" y="947"/>
                </a:lnTo>
                <a:lnTo>
                  <a:pt x="2357" y="948"/>
                </a:lnTo>
                <a:lnTo>
                  <a:pt x="2357" y="949"/>
                </a:lnTo>
                <a:lnTo>
                  <a:pt x="2357" y="950"/>
                </a:lnTo>
                <a:lnTo>
                  <a:pt x="2357" y="951"/>
                </a:lnTo>
                <a:lnTo>
                  <a:pt x="2356" y="951"/>
                </a:lnTo>
                <a:lnTo>
                  <a:pt x="2357" y="952"/>
                </a:lnTo>
                <a:lnTo>
                  <a:pt x="2357" y="953"/>
                </a:lnTo>
                <a:lnTo>
                  <a:pt x="2357" y="954"/>
                </a:lnTo>
                <a:lnTo>
                  <a:pt x="2358" y="954"/>
                </a:lnTo>
                <a:lnTo>
                  <a:pt x="2359" y="954"/>
                </a:lnTo>
                <a:lnTo>
                  <a:pt x="2360" y="955"/>
                </a:lnTo>
                <a:lnTo>
                  <a:pt x="2361" y="956"/>
                </a:lnTo>
                <a:lnTo>
                  <a:pt x="2362" y="958"/>
                </a:lnTo>
                <a:lnTo>
                  <a:pt x="2363" y="958"/>
                </a:lnTo>
                <a:lnTo>
                  <a:pt x="2363" y="959"/>
                </a:lnTo>
                <a:lnTo>
                  <a:pt x="2362" y="959"/>
                </a:lnTo>
                <a:lnTo>
                  <a:pt x="2362" y="960"/>
                </a:lnTo>
                <a:lnTo>
                  <a:pt x="2362" y="961"/>
                </a:lnTo>
                <a:lnTo>
                  <a:pt x="2363" y="961"/>
                </a:lnTo>
                <a:lnTo>
                  <a:pt x="2364" y="962"/>
                </a:lnTo>
                <a:lnTo>
                  <a:pt x="2364" y="963"/>
                </a:lnTo>
                <a:lnTo>
                  <a:pt x="2365" y="963"/>
                </a:lnTo>
                <a:lnTo>
                  <a:pt x="2365" y="964"/>
                </a:lnTo>
                <a:lnTo>
                  <a:pt x="2366" y="965"/>
                </a:lnTo>
                <a:lnTo>
                  <a:pt x="2367" y="966"/>
                </a:lnTo>
                <a:lnTo>
                  <a:pt x="2367" y="967"/>
                </a:lnTo>
                <a:lnTo>
                  <a:pt x="2367" y="968"/>
                </a:lnTo>
                <a:lnTo>
                  <a:pt x="2367" y="969"/>
                </a:lnTo>
                <a:lnTo>
                  <a:pt x="2368" y="969"/>
                </a:lnTo>
                <a:lnTo>
                  <a:pt x="2369" y="969"/>
                </a:lnTo>
                <a:lnTo>
                  <a:pt x="2369" y="970"/>
                </a:lnTo>
                <a:lnTo>
                  <a:pt x="2370" y="971"/>
                </a:lnTo>
                <a:lnTo>
                  <a:pt x="2370" y="973"/>
                </a:lnTo>
                <a:lnTo>
                  <a:pt x="2369" y="973"/>
                </a:lnTo>
                <a:lnTo>
                  <a:pt x="2369" y="975"/>
                </a:lnTo>
                <a:lnTo>
                  <a:pt x="2370" y="975"/>
                </a:lnTo>
                <a:lnTo>
                  <a:pt x="2370" y="976"/>
                </a:lnTo>
                <a:lnTo>
                  <a:pt x="2371" y="977"/>
                </a:lnTo>
                <a:lnTo>
                  <a:pt x="2372" y="978"/>
                </a:lnTo>
                <a:lnTo>
                  <a:pt x="2372" y="979"/>
                </a:lnTo>
                <a:lnTo>
                  <a:pt x="2372" y="980"/>
                </a:lnTo>
                <a:lnTo>
                  <a:pt x="2371" y="981"/>
                </a:lnTo>
                <a:lnTo>
                  <a:pt x="2371" y="982"/>
                </a:lnTo>
                <a:lnTo>
                  <a:pt x="2371" y="983"/>
                </a:lnTo>
                <a:lnTo>
                  <a:pt x="2371" y="984"/>
                </a:lnTo>
                <a:lnTo>
                  <a:pt x="2372" y="984"/>
                </a:lnTo>
                <a:lnTo>
                  <a:pt x="2373" y="984"/>
                </a:lnTo>
                <a:lnTo>
                  <a:pt x="2374" y="986"/>
                </a:lnTo>
                <a:lnTo>
                  <a:pt x="2374" y="987"/>
                </a:lnTo>
                <a:lnTo>
                  <a:pt x="2375" y="987"/>
                </a:lnTo>
                <a:lnTo>
                  <a:pt x="2375" y="988"/>
                </a:lnTo>
                <a:lnTo>
                  <a:pt x="2375" y="989"/>
                </a:lnTo>
                <a:lnTo>
                  <a:pt x="2374" y="989"/>
                </a:lnTo>
                <a:lnTo>
                  <a:pt x="2375" y="989"/>
                </a:lnTo>
                <a:lnTo>
                  <a:pt x="2375" y="990"/>
                </a:lnTo>
                <a:lnTo>
                  <a:pt x="2375" y="991"/>
                </a:lnTo>
                <a:lnTo>
                  <a:pt x="2376" y="992"/>
                </a:lnTo>
                <a:lnTo>
                  <a:pt x="2376" y="993"/>
                </a:lnTo>
                <a:lnTo>
                  <a:pt x="2376" y="994"/>
                </a:lnTo>
                <a:lnTo>
                  <a:pt x="2375" y="994"/>
                </a:lnTo>
                <a:lnTo>
                  <a:pt x="2374" y="994"/>
                </a:lnTo>
                <a:lnTo>
                  <a:pt x="2374" y="995"/>
                </a:lnTo>
                <a:lnTo>
                  <a:pt x="2373" y="995"/>
                </a:lnTo>
                <a:lnTo>
                  <a:pt x="2373" y="996"/>
                </a:lnTo>
                <a:lnTo>
                  <a:pt x="2374" y="997"/>
                </a:lnTo>
                <a:lnTo>
                  <a:pt x="2374" y="998"/>
                </a:lnTo>
                <a:lnTo>
                  <a:pt x="2373" y="998"/>
                </a:lnTo>
                <a:lnTo>
                  <a:pt x="2372" y="998"/>
                </a:lnTo>
                <a:lnTo>
                  <a:pt x="2370" y="998"/>
                </a:lnTo>
                <a:lnTo>
                  <a:pt x="2369" y="999"/>
                </a:lnTo>
                <a:lnTo>
                  <a:pt x="2367" y="997"/>
                </a:lnTo>
                <a:lnTo>
                  <a:pt x="2366" y="997"/>
                </a:lnTo>
                <a:lnTo>
                  <a:pt x="2366" y="996"/>
                </a:lnTo>
                <a:lnTo>
                  <a:pt x="2366" y="997"/>
                </a:lnTo>
                <a:lnTo>
                  <a:pt x="2365" y="998"/>
                </a:lnTo>
                <a:lnTo>
                  <a:pt x="2366" y="998"/>
                </a:lnTo>
                <a:lnTo>
                  <a:pt x="2366" y="999"/>
                </a:lnTo>
                <a:lnTo>
                  <a:pt x="2367" y="1000"/>
                </a:lnTo>
                <a:lnTo>
                  <a:pt x="2367" y="999"/>
                </a:lnTo>
                <a:lnTo>
                  <a:pt x="2368" y="999"/>
                </a:lnTo>
                <a:lnTo>
                  <a:pt x="2369" y="1001"/>
                </a:lnTo>
                <a:lnTo>
                  <a:pt x="2369" y="1002"/>
                </a:lnTo>
                <a:lnTo>
                  <a:pt x="2369" y="1003"/>
                </a:lnTo>
                <a:lnTo>
                  <a:pt x="2368" y="1003"/>
                </a:lnTo>
                <a:lnTo>
                  <a:pt x="2367" y="1003"/>
                </a:lnTo>
                <a:lnTo>
                  <a:pt x="2366" y="1002"/>
                </a:lnTo>
                <a:lnTo>
                  <a:pt x="2365" y="1002"/>
                </a:lnTo>
                <a:lnTo>
                  <a:pt x="2364" y="1002"/>
                </a:lnTo>
                <a:lnTo>
                  <a:pt x="2363" y="1001"/>
                </a:lnTo>
                <a:lnTo>
                  <a:pt x="2362" y="1001"/>
                </a:lnTo>
                <a:lnTo>
                  <a:pt x="2361" y="1001"/>
                </a:lnTo>
                <a:lnTo>
                  <a:pt x="2360" y="1001"/>
                </a:lnTo>
                <a:lnTo>
                  <a:pt x="2359" y="1001"/>
                </a:lnTo>
                <a:lnTo>
                  <a:pt x="2358" y="1001"/>
                </a:lnTo>
                <a:lnTo>
                  <a:pt x="2357" y="1002"/>
                </a:lnTo>
                <a:lnTo>
                  <a:pt x="2356" y="1002"/>
                </a:lnTo>
                <a:lnTo>
                  <a:pt x="2355" y="1002"/>
                </a:lnTo>
                <a:lnTo>
                  <a:pt x="2355" y="1004"/>
                </a:lnTo>
                <a:lnTo>
                  <a:pt x="2356" y="1005"/>
                </a:lnTo>
                <a:lnTo>
                  <a:pt x="2357" y="1005"/>
                </a:lnTo>
                <a:lnTo>
                  <a:pt x="2357" y="1006"/>
                </a:lnTo>
                <a:lnTo>
                  <a:pt x="2357" y="1007"/>
                </a:lnTo>
                <a:lnTo>
                  <a:pt x="2356" y="1008"/>
                </a:lnTo>
                <a:lnTo>
                  <a:pt x="2357" y="1009"/>
                </a:lnTo>
                <a:lnTo>
                  <a:pt x="2358" y="1010"/>
                </a:lnTo>
                <a:lnTo>
                  <a:pt x="2360" y="1009"/>
                </a:lnTo>
                <a:lnTo>
                  <a:pt x="2361" y="1010"/>
                </a:lnTo>
                <a:lnTo>
                  <a:pt x="2362" y="1010"/>
                </a:lnTo>
                <a:lnTo>
                  <a:pt x="2362" y="1011"/>
                </a:lnTo>
                <a:lnTo>
                  <a:pt x="2362" y="1012"/>
                </a:lnTo>
                <a:lnTo>
                  <a:pt x="2363" y="1012"/>
                </a:lnTo>
                <a:lnTo>
                  <a:pt x="2363" y="1013"/>
                </a:lnTo>
                <a:lnTo>
                  <a:pt x="2363" y="1014"/>
                </a:lnTo>
                <a:lnTo>
                  <a:pt x="2364" y="1014"/>
                </a:lnTo>
                <a:lnTo>
                  <a:pt x="2364" y="1015"/>
                </a:lnTo>
                <a:lnTo>
                  <a:pt x="2365" y="1015"/>
                </a:lnTo>
                <a:lnTo>
                  <a:pt x="2365" y="1017"/>
                </a:lnTo>
                <a:lnTo>
                  <a:pt x="2367" y="1016"/>
                </a:lnTo>
                <a:lnTo>
                  <a:pt x="2367" y="1015"/>
                </a:lnTo>
                <a:lnTo>
                  <a:pt x="2367" y="1014"/>
                </a:lnTo>
                <a:lnTo>
                  <a:pt x="2371" y="1013"/>
                </a:lnTo>
                <a:lnTo>
                  <a:pt x="2372" y="1014"/>
                </a:lnTo>
                <a:lnTo>
                  <a:pt x="2372" y="1015"/>
                </a:lnTo>
                <a:lnTo>
                  <a:pt x="2373" y="1015"/>
                </a:lnTo>
                <a:lnTo>
                  <a:pt x="2374" y="1017"/>
                </a:lnTo>
                <a:lnTo>
                  <a:pt x="2374" y="1018"/>
                </a:lnTo>
                <a:lnTo>
                  <a:pt x="2375" y="1018"/>
                </a:lnTo>
                <a:lnTo>
                  <a:pt x="2376" y="1017"/>
                </a:lnTo>
                <a:lnTo>
                  <a:pt x="2377" y="1016"/>
                </a:lnTo>
                <a:lnTo>
                  <a:pt x="2377" y="1017"/>
                </a:lnTo>
                <a:lnTo>
                  <a:pt x="2378" y="1017"/>
                </a:lnTo>
                <a:lnTo>
                  <a:pt x="2378" y="1018"/>
                </a:lnTo>
                <a:lnTo>
                  <a:pt x="2379" y="1018"/>
                </a:lnTo>
                <a:lnTo>
                  <a:pt x="2379" y="1019"/>
                </a:lnTo>
                <a:lnTo>
                  <a:pt x="2380" y="1020"/>
                </a:lnTo>
                <a:lnTo>
                  <a:pt x="2381" y="1020"/>
                </a:lnTo>
                <a:lnTo>
                  <a:pt x="2382" y="1021"/>
                </a:lnTo>
                <a:lnTo>
                  <a:pt x="2384" y="1021"/>
                </a:lnTo>
                <a:lnTo>
                  <a:pt x="2385" y="1021"/>
                </a:lnTo>
                <a:lnTo>
                  <a:pt x="2388" y="1021"/>
                </a:lnTo>
                <a:lnTo>
                  <a:pt x="2390" y="1021"/>
                </a:lnTo>
                <a:lnTo>
                  <a:pt x="2391" y="1021"/>
                </a:lnTo>
                <a:lnTo>
                  <a:pt x="2391" y="1022"/>
                </a:lnTo>
                <a:lnTo>
                  <a:pt x="2391" y="1023"/>
                </a:lnTo>
                <a:lnTo>
                  <a:pt x="2392" y="1024"/>
                </a:lnTo>
                <a:lnTo>
                  <a:pt x="2392" y="1025"/>
                </a:lnTo>
                <a:lnTo>
                  <a:pt x="2391" y="1025"/>
                </a:lnTo>
                <a:lnTo>
                  <a:pt x="2391" y="1026"/>
                </a:lnTo>
                <a:lnTo>
                  <a:pt x="2392" y="1026"/>
                </a:lnTo>
                <a:lnTo>
                  <a:pt x="2392" y="1027"/>
                </a:lnTo>
                <a:lnTo>
                  <a:pt x="2391" y="1027"/>
                </a:lnTo>
                <a:lnTo>
                  <a:pt x="2391" y="1028"/>
                </a:lnTo>
                <a:lnTo>
                  <a:pt x="2390" y="1029"/>
                </a:lnTo>
                <a:lnTo>
                  <a:pt x="2390" y="1030"/>
                </a:lnTo>
                <a:lnTo>
                  <a:pt x="2391" y="1030"/>
                </a:lnTo>
                <a:lnTo>
                  <a:pt x="2391" y="1031"/>
                </a:lnTo>
                <a:lnTo>
                  <a:pt x="2390" y="1031"/>
                </a:lnTo>
                <a:lnTo>
                  <a:pt x="2390" y="1030"/>
                </a:lnTo>
                <a:lnTo>
                  <a:pt x="2389" y="1030"/>
                </a:lnTo>
                <a:lnTo>
                  <a:pt x="2389" y="1031"/>
                </a:lnTo>
                <a:lnTo>
                  <a:pt x="2388" y="1031"/>
                </a:lnTo>
                <a:lnTo>
                  <a:pt x="2387" y="1032"/>
                </a:lnTo>
                <a:lnTo>
                  <a:pt x="2388" y="1033"/>
                </a:lnTo>
                <a:lnTo>
                  <a:pt x="2388" y="1034"/>
                </a:lnTo>
                <a:lnTo>
                  <a:pt x="2388" y="1035"/>
                </a:lnTo>
                <a:lnTo>
                  <a:pt x="2388" y="1036"/>
                </a:lnTo>
                <a:lnTo>
                  <a:pt x="2389" y="1036"/>
                </a:lnTo>
                <a:lnTo>
                  <a:pt x="2388" y="1036"/>
                </a:lnTo>
                <a:lnTo>
                  <a:pt x="2387" y="1036"/>
                </a:lnTo>
                <a:lnTo>
                  <a:pt x="2386" y="1037"/>
                </a:lnTo>
                <a:lnTo>
                  <a:pt x="2386" y="1038"/>
                </a:lnTo>
                <a:lnTo>
                  <a:pt x="2387" y="1039"/>
                </a:lnTo>
                <a:lnTo>
                  <a:pt x="2388" y="1039"/>
                </a:lnTo>
                <a:lnTo>
                  <a:pt x="2388" y="1040"/>
                </a:lnTo>
                <a:lnTo>
                  <a:pt x="2387" y="1040"/>
                </a:lnTo>
                <a:lnTo>
                  <a:pt x="2387" y="1041"/>
                </a:lnTo>
                <a:lnTo>
                  <a:pt x="2386" y="1041"/>
                </a:lnTo>
                <a:lnTo>
                  <a:pt x="2386" y="1042"/>
                </a:lnTo>
                <a:lnTo>
                  <a:pt x="2387" y="1042"/>
                </a:lnTo>
                <a:lnTo>
                  <a:pt x="2386" y="1042"/>
                </a:lnTo>
                <a:lnTo>
                  <a:pt x="2386" y="1043"/>
                </a:lnTo>
                <a:lnTo>
                  <a:pt x="2385" y="1044"/>
                </a:lnTo>
                <a:lnTo>
                  <a:pt x="2385" y="1045"/>
                </a:lnTo>
                <a:lnTo>
                  <a:pt x="2385" y="1046"/>
                </a:lnTo>
                <a:lnTo>
                  <a:pt x="2384" y="1046"/>
                </a:lnTo>
                <a:lnTo>
                  <a:pt x="2384" y="1047"/>
                </a:lnTo>
                <a:lnTo>
                  <a:pt x="2384" y="1048"/>
                </a:lnTo>
                <a:lnTo>
                  <a:pt x="2384" y="1050"/>
                </a:lnTo>
                <a:lnTo>
                  <a:pt x="2384" y="1051"/>
                </a:lnTo>
                <a:lnTo>
                  <a:pt x="2383" y="1051"/>
                </a:lnTo>
                <a:lnTo>
                  <a:pt x="2382" y="1051"/>
                </a:lnTo>
                <a:lnTo>
                  <a:pt x="2382" y="1052"/>
                </a:lnTo>
                <a:lnTo>
                  <a:pt x="2382" y="1053"/>
                </a:lnTo>
                <a:lnTo>
                  <a:pt x="2383" y="1053"/>
                </a:lnTo>
                <a:lnTo>
                  <a:pt x="2383" y="1054"/>
                </a:lnTo>
                <a:lnTo>
                  <a:pt x="2382" y="1054"/>
                </a:lnTo>
                <a:lnTo>
                  <a:pt x="2381" y="1055"/>
                </a:lnTo>
                <a:lnTo>
                  <a:pt x="2380" y="1055"/>
                </a:lnTo>
                <a:lnTo>
                  <a:pt x="2380" y="1057"/>
                </a:lnTo>
                <a:lnTo>
                  <a:pt x="2380" y="1058"/>
                </a:lnTo>
                <a:lnTo>
                  <a:pt x="2379" y="1058"/>
                </a:lnTo>
                <a:lnTo>
                  <a:pt x="2378" y="1058"/>
                </a:lnTo>
                <a:lnTo>
                  <a:pt x="2377" y="1058"/>
                </a:lnTo>
                <a:lnTo>
                  <a:pt x="2376" y="1058"/>
                </a:lnTo>
                <a:lnTo>
                  <a:pt x="2375" y="1058"/>
                </a:lnTo>
                <a:lnTo>
                  <a:pt x="2375" y="1057"/>
                </a:lnTo>
                <a:lnTo>
                  <a:pt x="2374" y="1056"/>
                </a:lnTo>
                <a:lnTo>
                  <a:pt x="2373" y="1056"/>
                </a:lnTo>
                <a:lnTo>
                  <a:pt x="2372" y="1056"/>
                </a:lnTo>
                <a:lnTo>
                  <a:pt x="2372" y="1055"/>
                </a:lnTo>
                <a:lnTo>
                  <a:pt x="2371" y="1055"/>
                </a:lnTo>
                <a:lnTo>
                  <a:pt x="2370" y="1054"/>
                </a:lnTo>
                <a:lnTo>
                  <a:pt x="2370" y="1055"/>
                </a:lnTo>
                <a:lnTo>
                  <a:pt x="2369" y="1055"/>
                </a:lnTo>
                <a:lnTo>
                  <a:pt x="2368" y="1055"/>
                </a:lnTo>
                <a:lnTo>
                  <a:pt x="2367" y="1055"/>
                </a:lnTo>
                <a:lnTo>
                  <a:pt x="2367" y="1056"/>
                </a:lnTo>
                <a:lnTo>
                  <a:pt x="2366" y="1056"/>
                </a:lnTo>
                <a:lnTo>
                  <a:pt x="2365" y="1056"/>
                </a:lnTo>
                <a:lnTo>
                  <a:pt x="2364" y="1056"/>
                </a:lnTo>
                <a:lnTo>
                  <a:pt x="2364" y="1057"/>
                </a:lnTo>
                <a:lnTo>
                  <a:pt x="2363" y="1057"/>
                </a:lnTo>
                <a:lnTo>
                  <a:pt x="2362" y="1057"/>
                </a:lnTo>
                <a:lnTo>
                  <a:pt x="2361" y="1057"/>
                </a:lnTo>
                <a:lnTo>
                  <a:pt x="2361" y="1058"/>
                </a:lnTo>
                <a:lnTo>
                  <a:pt x="2359" y="1058"/>
                </a:lnTo>
                <a:lnTo>
                  <a:pt x="2358" y="1058"/>
                </a:lnTo>
                <a:lnTo>
                  <a:pt x="2357" y="1058"/>
                </a:lnTo>
                <a:lnTo>
                  <a:pt x="2357" y="1059"/>
                </a:lnTo>
                <a:lnTo>
                  <a:pt x="2356" y="1059"/>
                </a:lnTo>
                <a:lnTo>
                  <a:pt x="2354" y="1059"/>
                </a:lnTo>
                <a:lnTo>
                  <a:pt x="2353" y="1059"/>
                </a:lnTo>
                <a:lnTo>
                  <a:pt x="2352" y="1059"/>
                </a:lnTo>
                <a:lnTo>
                  <a:pt x="2351" y="1059"/>
                </a:lnTo>
                <a:lnTo>
                  <a:pt x="2351" y="1060"/>
                </a:lnTo>
                <a:lnTo>
                  <a:pt x="2350" y="1060"/>
                </a:lnTo>
                <a:lnTo>
                  <a:pt x="2349" y="1061"/>
                </a:lnTo>
                <a:lnTo>
                  <a:pt x="2349" y="1062"/>
                </a:lnTo>
                <a:lnTo>
                  <a:pt x="2348" y="1062"/>
                </a:lnTo>
                <a:lnTo>
                  <a:pt x="2349" y="1062"/>
                </a:lnTo>
                <a:lnTo>
                  <a:pt x="2348" y="1063"/>
                </a:lnTo>
                <a:lnTo>
                  <a:pt x="2347" y="1063"/>
                </a:lnTo>
                <a:lnTo>
                  <a:pt x="2346" y="1063"/>
                </a:lnTo>
                <a:lnTo>
                  <a:pt x="2346" y="1064"/>
                </a:lnTo>
                <a:lnTo>
                  <a:pt x="2346" y="1065"/>
                </a:lnTo>
                <a:lnTo>
                  <a:pt x="2345" y="1065"/>
                </a:lnTo>
                <a:lnTo>
                  <a:pt x="2344" y="1066"/>
                </a:lnTo>
                <a:lnTo>
                  <a:pt x="2344" y="1067"/>
                </a:lnTo>
                <a:lnTo>
                  <a:pt x="2344" y="1068"/>
                </a:lnTo>
                <a:lnTo>
                  <a:pt x="2344" y="1069"/>
                </a:lnTo>
                <a:lnTo>
                  <a:pt x="2344" y="1070"/>
                </a:lnTo>
                <a:lnTo>
                  <a:pt x="2344" y="1071"/>
                </a:lnTo>
                <a:lnTo>
                  <a:pt x="2344" y="1072"/>
                </a:lnTo>
                <a:lnTo>
                  <a:pt x="2343" y="1072"/>
                </a:lnTo>
                <a:lnTo>
                  <a:pt x="2343" y="1073"/>
                </a:lnTo>
                <a:lnTo>
                  <a:pt x="2343" y="1074"/>
                </a:lnTo>
                <a:lnTo>
                  <a:pt x="2344" y="1074"/>
                </a:lnTo>
                <a:lnTo>
                  <a:pt x="2345" y="1074"/>
                </a:lnTo>
                <a:lnTo>
                  <a:pt x="2346" y="1075"/>
                </a:lnTo>
                <a:lnTo>
                  <a:pt x="2347" y="1075"/>
                </a:lnTo>
                <a:lnTo>
                  <a:pt x="2348" y="1076"/>
                </a:lnTo>
                <a:lnTo>
                  <a:pt x="2348" y="1077"/>
                </a:lnTo>
                <a:lnTo>
                  <a:pt x="2347" y="1077"/>
                </a:lnTo>
                <a:lnTo>
                  <a:pt x="2347" y="1076"/>
                </a:lnTo>
                <a:lnTo>
                  <a:pt x="2347" y="1077"/>
                </a:lnTo>
                <a:lnTo>
                  <a:pt x="2346" y="1077"/>
                </a:lnTo>
                <a:lnTo>
                  <a:pt x="2345" y="1077"/>
                </a:lnTo>
                <a:lnTo>
                  <a:pt x="2344" y="1077"/>
                </a:lnTo>
                <a:lnTo>
                  <a:pt x="2343" y="1078"/>
                </a:lnTo>
                <a:lnTo>
                  <a:pt x="2342" y="1078"/>
                </a:lnTo>
                <a:lnTo>
                  <a:pt x="2341" y="1078"/>
                </a:lnTo>
                <a:lnTo>
                  <a:pt x="2341" y="1079"/>
                </a:lnTo>
                <a:lnTo>
                  <a:pt x="2340" y="1079"/>
                </a:lnTo>
                <a:lnTo>
                  <a:pt x="2339" y="1079"/>
                </a:lnTo>
                <a:lnTo>
                  <a:pt x="2338" y="1079"/>
                </a:lnTo>
                <a:lnTo>
                  <a:pt x="2337" y="1080"/>
                </a:lnTo>
                <a:lnTo>
                  <a:pt x="2336" y="1080"/>
                </a:lnTo>
                <a:lnTo>
                  <a:pt x="2335" y="1080"/>
                </a:lnTo>
                <a:lnTo>
                  <a:pt x="2335" y="1081"/>
                </a:lnTo>
                <a:lnTo>
                  <a:pt x="2334" y="1081"/>
                </a:lnTo>
                <a:lnTo>
                  <a:pt x="2333" y="1082"/>
                </a:lnTo>
                <a:lnTo>
                  <a:pt x="2331" y="1082"/>
                </a:lnTo>
                <a:lnTo>
                  <a:pt x="2330" y="1082"/>
                </a:lnTo>
                <a:lnTo>
                  <a:pt x="2329" y="1082"/>
                </a:lnTo>
                <a:lnTo>
                  <a:pt x="2328" y="1082"/>
                </a:lnTo>
                <a:lnTo>
                  <a:pt x="2327" y="1082"/>
                </a:lnTo>
                <a:lnTo>
                  <a:pt x="2327" y="1081"/>
                </a:lnTo>
                <a:lnTo>
                  <a:pt x="2326" y="1081"/>
                </a:lnTo>
                <a:lnTo>
                  <a:pt x="2326" y="1082"/>
                </a:lnTo>
                <a:lnTo>
                  <a:pt x="2325" y="1082"/>
                </a:lnTo>
                <a:lnTo>
                  <a:pt x="2325" y="1083"/>
                </a:lnTo>
                <a:lnTo>
                  <a:pt x="2324" y="1084"/>
                </a:lnTo>
                <a:lnTo>
                  <a:pt x="2323" y="1084"/>
                </a:lnTo>
                <a:lnTo>
                  <a:pt x="2322" y="1083"/>
                </a:lnTo>
                <a:lnTo>
                  <a:pt x="2322" y="1082"/>
                </a:lnTo>
                <a:lnTo>
                  <a:pt x="2321" y="1082"/>
                </a:lnTo>
                <a:lnTo>
                  <a:pt x="2320" y="1082"/>
                </a:lnTo>
                <a:lnTo>
                  <a:pt x="2318" y="1082"/>
                </a:lnTo>
                <a:lnTo>
                  <a:pt x="2317" y="1082"/>
                </a:lnTo>
                <a:lnTo>
                  <a:pt x="2317" y="1083"/>
                </a:lnTo>
                <a:lnTo>
                  <a:pt x="2317" y="1084"/>
                </a:lnTo>
                <a:lnTo>
                  <a:pt x="2317" y="1085"/>
                </a:lnTo>
                <a:lnTo>
                  <a:pt x="2316" y="1085"/>
                </a:lnTo>
                <a:lnTo>
                  <a:pt x="2316" y="1086"/>
                </a:lnTo>
                <a:lnTo>
                  <a:pt x="2315" y="1086"/>
                </a:lnTo>
                <a:lnTo>
                  <a:pt x="2315" y="1087"/>
                </a:lnTo>
                <a:lnTo>
                  <a:pt x="2315" y="1088"/>
                </a:lnTo>
                <a:lnTo>
                  <a:pt x="2315" y="1089"/>
                </a:lnTo>
                <a:lnTo>
                  <a:pt x="2314" y="1089"/>
                </a:lnTo>
                <a:lnTo>
                  <a:pt x="2314" y="1088"/>
                </a:lnTo>
                <a:lnTo>
                  <a:pt x="2314" y="1087"/>
                </a:lnTo>
                <a:lnTo>
                  <a:pt x="2313" y="1087"/>
                </a:lnTo>
                <a:lnTo>
                  <a:pt x="2313" y="1088"/>
                </a:lnTo>
                <a:lnTo>
                  <a:pt x="2313" y="1087"/>
                </a:lnTo>
                <a:lnTo>
                  <a:pt x="2311" y="1086"/>
                </a:lnTo>
                <a:lnTo>
                  <a:pt x="2310" y="1085"/>
                </a:lnTo>
                <a:lnTo>
                  <a:pt x="2309" y="1085"/>
                </a:lnTo>
                <a:lnTo>
                  <a:pt x="2308" y="1083"/>
                </a:lnTo>
                <a:lnTo>
                  <a:pt x="2307" y="1083"/>
                </a:lnTo>
                <a:lnTo>
                  <a:pt x="2306" y="1083"/>
                </a:lnTo>
                <a:lnTo>
                  <a:pt x="2306" y="1082"/>
                </a:lnTo>
                <a:lnTo>
                  <a:pt x="2305" y="1083"/>
                </a:lnTo>
                <a:lnTo>
                  <a:pt x="2304" y="1082"/>
                </a:lnTo>
                <a:lnTo>
                  <a:pt x="2304" y="1081"/>
                </a:lnTo>
                <a:lnTo>
                  <a:pt x="2303" y="1081"/>
                </a:lnTo>
                <a:lnTo>
                  <a:pt x="2303" y="1080"/>
                </a:lnTo>
                <a:lnTo>
                  <a:pt x="2302" y="1081"/>
                </a:lnTo>
                <a:lnTo>
                  <a:pt x="2301" y="1081"/>
                </a:lnTo>
                <a:lnTo>
                  <a:pt x="2300" y="1081"/>
                </a:lnTo>
                <a:lnTo>
                  <a:pt x="2299" y="1081"/>
                </a:lnTo>
                <a:lnTo>
                  <a:pt x="2298" y="1081"/>
                </a:lnTo>
                <a:lnTo>
                  <a:pt x="2296" y="1081"/>
                </a:lnTo>
                <a:lnTo>
                  <a:pt x="2295" y="1082"/>
                </a:lnTo>
                <a:lnTo>
                  <a:pt x="2294" y="1082"/>
                </a:lnTo>
                <a:lnTo>
                  <a:pt x="2293" y="1081"/>
                </a:lnTo>
                <a:lnTo>
                  <a:pt x="2292" y="1081"/>
                </a:lnTo>
                <a:lnTo>
                  <a:pt x="2291" y="1081"/>
                </a:lnTo>
                <a:lnTo>
                  <a:pt x="2290" y="1081"/>
                </a:lnTo>
                <a:lnTo>
                  <a:pt x="2290" y="1080"/>
                </a:lnTo>
                <a:lnTo>
                  <a:pt x="2290" y="1079"/>
                </a:lnTo>
                <a:lnTo>
                  <a:pt x="2289" y="1079"/>
                </a:lnTo>
                <a:lnTo>
                  <a:pt x="2289" y="1078"/>
                </a:lnTo>
                <a:lnTo>
                  <a:pt x="2289" y="1077"/>
                </a:lnTo>
                <a:lnTo>
                  <a:pt x="2288" y="1077"/>
                </a:lnTo>
                <a:lnTo>
                  <a:pt x="2288" y="1076"/>
                </a:lnTo>
                <a:lnTo>
                  <a:pt x="2287" y="1076"/>
                </a:lnTo>
                <a:lnTo>
                  <a:pt x="2286" y="1076"/>
                </a:lnTo>
                <a:lnTo>
                  <a:pt x="2285" y="1076"/>
                </a:lnTo>
                <a:lnTo>
                  <a:pt x="2284" y="1076"/>
                </a:lnTo>
                <a:lnTo>
                  <a:pt x="2283" y="1075"/>
                </a:lnTo>
                <a:lnTo>
                  <a:pt x="2281" y="1075"/>
                </a:lnTo>
                <a:lnTo>
                  <a:pt x="2280" y="1075"/>
                </a:lnTo>
                <a:lnTo>
                  <a:pt x="2279" y="1075"/>
                </a:lnTo>
                <a:lnTo>
                  <a:pt x="2278" y="1075"/>
                </a:lnTo>
                <a:lnTo>
                  <a:pt x="2277" y="1075"/>
                </a:lnTo>
                <a:lnTo>
                  <a:pt x="2275" y="1075"/>
                </a:lnTo>
                <a:lnTo>
                  <a:pt x="2274" y="1075"/>
                </a:lnTo>
                <a:lnTo>
                  <a:pt x="2273" y="1075"/>
                </a:lnTo>
                <a:lnTo>
                  <a:pt x="2272" y="1075"/>
                </a:lnTo>
                <a:lnTo>
                  <a:pt x="2271" y="1075"/>
                </a:lnTo>
                <a:lnTo>
                  <a:pt x="2270" y="1075"/>
                </a:lnTo>
                <a:lnTo>
                  <a:pt x="2270" y="1076"/>
                </a:lnTo>
                <a:lnTo>
                  <a:pt x="2269" y="1076"/>
                </a:lnTo>
                <a:lnTo>
                  <a:pt x="2269" y="1077"/>
                </a:lnTo>
                <a:lnTo>
                  <a:pt x="2269" y="1078"/>
                </a:lnTo>
                <a:lnTo>
                  <a:pt x="2270" y="1078"/>
                </a:lnTo>
                <a:lnTo>
                  <a:pt x="2270" y="1079"/>
                </a:lnTo>
                <a:lnTo>
                  <a:pt x="2270" y="1080"/>
                </a:lnTo>
                <a:lnTo>
                  <a:pt x="2271" y="1081"/>
                </a:lnTo>
                <a:lnTo>
                  <a:pt x="2271" y="1082"/>
                </a:lnTo>
                <a:lnTo>
                  <a:pt x="2273" y="1082"/>
                </a:lnTo>
                <a:lnTo>
                  <a:pt x="2274" y="1082"/>
                </a:lnTo>
                <a:lnTo>
                  <a:pt x="2275" y="1082"/>
                </a:lnTo>
                <a:lnTo>
                  <a:pt x="2277" y="1082"/>
                </a:lnTo>
                <a:lnTo>
                  <a:pt x="2278" y="1082"/>
                </a:lnTo>
                <a:lnTo>
                  <a:pt x="2279" y="1082"/>
                </a:lnTo>
                <a:lnTo>
                  <a:pt x="2279" y="1083"/>
                </a:lnTo>
                <a:lnTo>
                  <a:pt x="2279" y="1084"/>
                </a:lnTo>
                <a:lnTo>
                  <a:pt x="2278" y="1084"/>
                </a:lnTo>
                <a:lnTo>
                  <a:pt x="2277" y="1084"/>
                </a:lnTo>
                <a:lnTo>
                  <a:pt x="2277" y="1085"/>
                </a:lnTo>
                <a:lnTo>
                  <a:pt x="2277" y="1086"/>
                </a:lnTo>
                <a:lnTo>
                  <a:pt x="2276" y="1086"/>
                </a:lnTo>
                <a:lnTo>
                  <a:pt x="2276" y="1087"/>
                </a:lnTo>
                <a:lnTo>
                  <a:pt x="2275" y="1087"/>
                </a:lnTo>
                <a:lnTo>
                  <a:pt x="2275" y="1088"/>
                </a:lnTo>
                <a:lnTo>
                  <a:pt x="2274" y="1088"/>
                </a:lnTo>
                <a:lnTo>
                  <a:pt x="2273" y="1088"/>
                </a:lnTo>
                <a:lnTo>
                  <a:pt x="2273" y="1089"/>
                </a:lnTo>
                <a:lnTo>
                  <a:pt x="2273" y="1090"/>
                </a:lnTo>
                <a:lnTo>
                  <a:pt x="2273" y="1091"/>
                </a:lnTo>
                <a:lnTo>
                  <a:pt x="2272" y="1091"/>
                </a:lnTo>
                <a:lnTo>
                  <a:pt x="2271" y="1091"/>
                </a:lnTo>
                <a:lnTo>
                  <a:pt x="2270" y="1091"/>
                </a:lnTo>
                <a:lnTo>
                  <a:pt x="2269" y="1092"/>
                </a:lnTo>
                <a:lnTo>
                  <a:pt x="2268" y="1092"/>
                </a:lnTo>
                <a:lnTo>
                  <a:pt x="2268" y="1091"/>
                </a:lnTo>
                <a:lnTo>
                  <a:pt x="2267" y="1091"/>
                </a:lnTo>
                <a:lnTo>
                  <a:pt x="2266" y="1091"/>
                </a:lnTo>
                <a:lnTo>
                  <a:pt x="2265" y="1091"/>
                </a:lnTo>
                <a:lnTo>
                  <a:pt x="2265" y="1090"/>
                </a:lnTo>
                <a:lnTo>
                  <a:pt x="2263" y="1090"/>
                </a:lnTo>
                <a:lnTo>
                  <a:pt x="2262" y="1090"/>
                </a:lnTo>
                <a:lnTo>
                  <a:pt x="2261" y="1090"/>
                </a:lnTo>
                <a:lnTo>
                  <a:pt x="2261" y="1089"/>
                </a:lnTo>
                <a:lnTo>
                  <a:pt x="2260" y="1088"/>
                </a:lnTo>
                <a:lnTo>
                  <a:pt x="2259" y="1088"/>
                </a:lnTo>
                <a:lnTo>
                  <a:pt x="2259" y="1087"/>
                </a:lnTo>
                <a:lnTo>
                  <a:pt x="2258" y="1087"/>
                </a:lnTo>
                <a:lnTo>
                  <a:pt x="2258" y="1086"/>
                </a:lnTo>
                <a:lnTo>
                  <a:pt x="2257" y="1086"/>
                </a:lnTo>
                <a:lnTo>
                  <a:pt x="2256" y="1086"/>
                </a:lnTo>
                <a:lnTo>
                  <a:pt x="2256" y="1087"/>
                </a:lnTo>
                <a:lnTo>
                  <a:pt x="2256" y="1088"/>
                </a:lnTo>
                <a:lnTo>
                  <a:pt x="2256" y="1089"/>
                </a:lnTo>
                <a:lnTo>
                  <a:pt x="2256" y="1090"/>
                </a:lnTo>
                <a:lnTo>
                  <a:pt x="2256" y="1091"/>
                </a:lnTo>
                <a:lnTo>
                  <a:pt x="2255" y="1092"/>
                </a:lnTo>
                <a:lnTo>
                  <a:pt x="2255" y="1091"/>
                </a:lnTo>
                <a:lnTo>
                  <a:pt x="2255" y="1090"/>
                </a:lnTo>
                <a:lnTo>
                  <a:pt x="2254" y="1090"/>
                </a:lnTo>
                <a:lnTo>
                  <a:pt x="2254" y="1091"/>
                </a:lnTo>
                <a:lnTo>
                  <a:pt x="2253" y="1091"/>
                </a:lnTo>
                <a:lnTo>
                  <a:pt x="2252" y="1091"/>
                </a:lnTo>
                <a:lnTo>
                  <a:pt x="2251" y="1091"/>
                </a:lnTo>
                <a:lnTo>
                  <a:pt x="2250" y="1091"/>
                </a:lnTo>
                <a:lnTo>
                  <a:pt x="2250" y="1090"/>
                </a:lnTo>
                <a:lnTo>
                  <a:pt x="2249" y="1090"/>
                </a:lnTo>
                <a:lnTo>
                  <a:pt x="2248" y="1089"/>
                </a:lnTo>
                <a:lnTo>
                  <a:pt x="2247" y="1089"/>
                </a:lnTo>
                <a:lnTo>
                  <a:pt x="2246" y="1089"/>
                </a:lnTo>
                <a:lnTo>
                  <a:pt x="2245" y="1088"/>
                </a:lnTo>
                <a:lnTo>
                  <a:pt x="2244" y="1088"/>
                </a:lnTo>
                <a:lnTo>
                  <a:pt x="2244" y="1087"/>
                </a:lnTo>
                <a:lnTo>
                  <a:pt x="2243" y="1087"/>
                </a:lnTo>
                <a:lnTo>
                  <a:pt x="2242" y="1088"/>
                </a:lnTo>
                <a:lnTo>
                  <a:pt x="2241" y="1089"/>
                </a:lnTo>
                <a:lnTo>
                  <a:pt x="2240" y="1089"/>
                </a:lnTo>
                <a:lnTo>
                  <a:pt x="2239" y="1089"/>
                </a:lnTo>
                <a:lnTo>
                  <a:pt x="2238" y="1089"/>
                </a:lnTo>
                <a:lnTo>
                  <a:pt x="2237" y="1089"/>
                </a:lnTo>
                <a:lnTo>
                  <a:pt x="2236" y="1089"/>
                </a:lnTo>
                <a:lnTo>
                  <a:pt x="2236" y="1090"/>
                </a:lnTo>
                <a:lnTo>
                  <a:pt x="2237" y="1090"/>
                </a:lnTo>
                <a:lnTo>
                  <a:pt x="2236" y="1090"/>
                </a:lnTo>
                <a:lnTo>
                  <a:pt x="2235" y="1089"/>
                </a:lnTo>
                <a:lnTo>
                  <a:pt x="2234" y="1089"/>
                </a:lnTo>
                <a:lnTo>
                  <a:pt x="2234" y="1090"/>
                </a:lnTo>
                <a:lnTo>
                  <a:pt x="2234" y="1091"/>
                </a:lnTo>
                <a:lnTo>
                  <a:pt x="2233" y="1091"/>
                </a:lnTo>
                <a:lnTo>
                  <a:pt x="2232" y="1091"/>
                </a:lnTo>
                <a:lnTo>
                  <a:pt x="2232" y="1092"/>
                </a:lnTo>
                <a:lnTo>
                  <a:pt x="2232" y="1093"/>
                </a:lnTo>
                <a:lnTo>
                  <a:pt x="2231" y="1093"/>
                </a:lnTo>
                <a:lnTo>
                  <a:pt x="2230" y="1094"/>
                </a:lnTo>
                <a:lnTo>
                  <a:pt x="2230" y="1095"/>
                </a:lnTo>
                <a:lnTo>
                  <a:pt x="2230" y="1096"/>
                </a:lnTo>
                <a:lnTo>
                  <a:pt x="2229" y="1096"/>
                </a:lnTo>
                <a:lnTo>
                  <a:pt x="2229" y="1097"/>
                </a:lnTo>
                <a:lnTo>
                  <a:pt x="2230" y="1097"/>
                </a:lnTo>
                <a:lnTo>
                  <a:pt x="2230" y="1096"/>
                </a:lnTo>
                <a:lnTo>
                  <a:pt x="2230" y="1097"/>
                </a:lnTo>
                <a:lnTo>
                  <a:pt x="2229" y="1097"/>
                </a:lnTo>
                <a:lnTo>
                  <a:pt x="2229" y="1098"/>
                </a:lnTo>
                <a:lnTo>
                  <a:pt x="2230" y="1098"/>
                </a:lnTo>
                <a:lnTo>
                  <a:pt x="2230" y="1099"/>
                </a:lnTo>
                <a:lnTo>
                  <a:pt x="2230" y="1100"/>
                </a:lnTo>
                <a:lnTo>
                  <a:pt x="2230" y="1101"/>
                </a:lnTo>
                <a:lnTo>
                  <a:pt x="2229" y="1101"/>
                </a:lnTo>
                <a:lnTo>
                  <a:pt x="2229" y="1100"/>
                </a:lnTo>
                <a:lnTo>
                  <a:pt x="2228" y="1100"/>
                </a:lnTo>
                <a:lnTo>
                  <a:pt x="2228" y="1101"/>
                </a:lnTo>
                <a:lnTo>
                  <a:pt x="2229" y="1102"/>
                </a:lnTo>
                <a:lnTo>
                  <a:pt x="2229" y="1103"/>
                </a:lnTo>
                <a:lnTo>
                  <a:pt x="2228" y="1103"/>
                </a:lnTo>
                <a:lnTo>
                  <a:pt x="2228" y="1104"/>
                </a:lnTo>
                <a:lnTo>
                  <a:pt x="2227" y="1104"/>
                </a:lnTo>
                <a:lnTo>
                  <a:pt x="2226" y="1104"/>
                </a:lnTo>
                <a:lnTo>
                  <a:pt x="2225" y="1104"/>
                </a:lnTo>
                <a:lnTo>
                  <a:pt x="2225" y="1105"/>
                </a:lnTo>
                <a:lnTo>
                  <a:pt x="2226" y="1106"/>
                </a:lnTo>
                <a:lnTo>
                  <a:pt x="2225" y="1106"/>
                </a:lnTo>
                <a:lnTo>
                  <a:pt x="2226" y="1106"/>
                </a:lnTo>
                <a:lnTo>
                  <a:pt x="2226" y="1107"/>
                </a:lnTo>
                <a:lnTo>
                  <a:pt x="2225" y="1107"/>
                </a:lnTo>
                <a:lnTo>
                  <a:pt x="2225" y="1106"/>
                </a:lnTo>
                <a:lnTo>
                  <a:pt x="2224" y="1106"/>
                </a:lnTo>
                <a:lnTo>
                  <a:pt x="2223" y="1106"/>
                </a:lnTo>
                <a:lnTo>
                  <a:pt x="2222" y="1106"/>
                </a:lnTo>
                <a:lnTo>
                  <a:pt x="2222" y="1107"/>
                </a:lnTo>
                <a:lnTo>
                  <a:pt x="2221" y="1108"/>
                </a:lnTo>
                <a:lnTo>
                  <a:pt x="2221" y="1109"/>
                </a:lnTo>
                <a:lnTo>
                  <a:pt x="2221" y="1110"/>
                </a:lnTo>
                <a:lnTo>
                  <a:pt x="2220" y="1110"/>
                </a:lnTo>
                <a:lnTo>
                  <a:pt x="2220" y="1109"/>
                </a:lnTo>
                <a:lnTo>
                  <a:pt x="2220" y="1108"/>
                </a:lnTo>
                <a:lnTo>
                  <a:pt x="2219" y="1110"/>
                </a:lnTo>
                <a:lnTo>
                  <a:pt x="2218" y="1110"/>
                </a:lnTo>
                <a:lnTo>
                  <a:pt x="2216" y="1111"/>
                </a:lnTo>
                <a:lnTo>
                  <a:pt x="2215" y="1111"/>
                </a:lnTo>
                <a:lnTo>
                  <a:pt x="2214" y="1112"/>
                </a:lnTo>
                <a:lnTo>
                  <a:pt x="2214" y="1113"/>
                </a:lnTo>
                <a:lnTo>
                  <a:pt x="2213" y="1114"/>
                </a:lnTo>
                <a:lnTo>
                  <a:pt x="2212" y="1115"/>
                </a:lnTo>
                <a:lnTo>
                  <a:pt x="2211" y="1116"/>
                </a:lnTo>
                <a:lnTo>
                  <a:pt x="2210" y="1116"/>
                </a:lnTo>
                <a:lnTo>
                  <a:pt x="2209" y="1116"/>
                </a:lnTo>
                <a:lnTo>
                  <a:pt x="2208" y="1116"/>
                </a:lnTo>
                <a:lnTo>
                  <a:pt x="2207" y="1116"/>
                </a:lnTo>
                <a:lnTo>
                  <a:pt x="2206" y="1114"/>
                </a:lnTo>
                <a:lnTo>
                  <a:pt x="2205" y="1114"/>
                </a:lnTo>
                <a:lnTo>
                  <a:pt x="2205" y="1113"/>
                </a:lnTo>
                <a:lnTo>
                  <a:pt x="2205" y="1112"/>
                </a:lnTo>
                <a:lnTo>
                  <a:pt x="2204" y="1112"/>
                </a:lnTo>
                <a:lnTo>
                  <a:pt x="2203" y="1112"/>
                </a:lnTo>
                <a:lnTo>
                  <a:pt x="2203" y="1111"/>
                </a:lnTo>
                <a:lnTo>
                  <a:pt x="2202" y="1111"/>
                </a:lnTo>
                <a:lnTo>
                  <a:pt x="2202" y="1110"/>
                </a:lnTo>
                <a:lnTo>
                  <a:pt x="2202" y="1109"/>
                </a:lnTo>
                <a:lnTo>
                  <a:pt x="2202" y="1108"/>
                </a:lnTo>
                <a:lnTo>
                  <a:pt x="2201" y="1109"/>
                </a:lnTo>
                <a:lnTo>
                  <a:pt x="2201" y="1110"/>
                </a:lnTo>
                <a:lnTo>
                  <a:pt x="2200" y="1110"/>
                </a:lnTo>
                <a:lnTo>
                  <a:pt x="2200" y="1111"/>
                </a:lnTo>
                <a:lnTo>
                  <a:pt x="2199" y="1111"/>
                </a:lnTo>
                <a:lnTo>
                  <a:pt x="2198" y="1111"/>
                </a:lnTo>
                <a:lnTo>
                  <a:pt x="2197" y="1111"/>
                </a:lnTo>
                <a:lnTo>
                  <a:pt x="2196" y="1111"/>
                </a:lnTo>
                <a:lnTo>
                  <a:pt x="2195" y="1111"/>
                </a:lnTo>
                <a:lnTo>
                  <a:pt x="2194" y="1111"/>
                </a:lnTo>
                <a:lnTo>
                  <a:pt x="2193" y="1111"/>
                </a:lnTo>
                <a:lnTo>
                  <a:pt x="2193" y="1112"/>
                </a:lnTo>
                <a:lnTo>
                  <a:pt x="2193" y="1111"/>
                </a:lnTo>
                <a:lnTo>
                  <a:pt x="2192" y="1111"/>
                </a:lnTo>
                <a:lnTo>
                  <a:pt x="2192" y="1110"/>
                </a:lnTo>
                <a:lnTo>
                  <a:pt x="2192" y="1111"/>
                </a:lnTo>
                <a:lnTo>
                  <a:pt x="2191" y="1110"/>
                </a:lnTo>
                <a:lnTo>
                  <a:pt x="2190" y="1110"/>
                </a:lnTo>
                <a:lnTo>
                  <a:pt x="2190" y="1111"/>
                </a:lnTo>
                <a:lnTo>
                  <a:pt x="2189" y="1112"/>
                </a:lnTo>
                <a:lnTo>
                  <a:pt x="2188" y="1112"/>
                </a:lnTo>
                <a:lnTo>
                  <a:pt x="2187" y="1112"/>
                </a:lnTo>
                <a:lnTo>
                  <a:pt x="2186" y="1112"/>
                </a:lnTo>
                <a:lnTo>
                  <a:pt x="2185" y="1111"/>
                </a:lnTo>
                <a:lnTo>
                  <a:pt x="2185" y="1112"/>
                </a:lnTo>
                <a:lnTo>
                  <a:pt x="2184" y="1112"/>
                </a:lnTo>
                <a:lnTo>
                  <a:pt x="2183" y="1112"/>
                </a:lnTo>
                <a:lnTo>
                  <a:pt x="2182" y="1112"/>
                </a:lnTo>
                <a:lnTo>
                  <a:pt x="2182" y="1113"/>
                </a:lnTo>
                <a:lnTo>
                  <a:pt x="2182" y="1114"/>
                </a:lnTo>
                <a:lnTo>
                  <a:pt x="2182" y="1115"/>
                </a:lnTo>
                <a:lnTo>
                  <a:pt x="2181" y="1115"/>
                </a:lnTo>
                <a:lnTo>
                  <a:pt x="2181" y="1114"/>
                </a:lnTo>
                <a:lnTo>
                  <a:pt x="2180" y="1114"/>
                </a:lnTo>
                <a:lnTo>
                  <a:pt x="2179" y="1114"/>
                </a:lnTo>
                <a:lnTo>
                  <a:pt x="2178" y="1115"/>
                </a:lnTo>
                <a:lnTo>
                  <a:pt x="2177" y="1115"/>
                </a:lnTo>
                <a:lnTo>
                  <a:pt x="2177" y="1116"/>
                </a:lnTo>
                <a:lnTo>
                  <a:pt x="2176" y="1116"/>
                </a:lnTo>
                <a:lnTo>
                  <a:pt x="2175" y="1116"/>
                </a:lnTo>
                <a:lnTo>
                  <a:pt x="2175" y="1117"/>
                </a:lnTo>
                <a:lnTo>
                  <a:pt x="2176" y="1117"/>
                </a:lnTo>
                <a:lnTo>
                  <a:pt x="2175" y="1118"/>
                </a:lnTo>
                <a:lnTo>
                  <a:pt x="2175" y="1119"/>
                </a:lnTo>
                <a:lnTo>
                  <a:pt x="2175" y="1120"/>
                </a:lnTo>
                <a:lnTo>
                  <a:pt x="2174" y="1120"/>
                </a:lnTo>
                <a:lnTo>
                  <a:pt x="2174" y="1121"/>
                </a:lnTo>
                <a:lnTo>
                  <a:pt x="2173" y="1121"/>
                </a:lnTo>
                <a:lnTo>
                  <a:pt x="2172" y="1121"/>
                </a:lnTo>
                <a:lnTo>
                  <a:pt x="2172" y="1122"/>
                </a:lnTo>
                <a:lnTo>
                  <a:pt x="2171" y="1122"/>
                </a:lnTo>
                <a:lnTo>
                  <a:pt x="2170" y="1122"/>
                </a:lnTo>
                <a:lnTo>
                  <a:pt x="2170" y="1123"/>
                </a:lnTo>
                <a:lnTo>
                  <a:pt x="2169" y="1123"/>
                </a:lnTo>
                <a:lnTo>
                  <a:pt x="2168" y="1123"/>
                </a:lnTo>
                <a:lnTo>
                  <a:pt x="2167" y="1123"/>
                </a:lnTo>
                <a:lnTo>
                  <a:pt x="2167" y="1124"/>
                </a:lnTo>
                <a:lnTo>
                  <a:pt x="2166" y="1124"/>
                </a:lnTo>
                <a:lnTo>
                  <a:pt x="2166" y="1125"/>
                </a:lnTo>
                <a:lnTo>
                  <a:pt x="2165" y="1125"/>
                </a:lnTo>
                <a:lnTo>
                  <a:pt x="2164" y="1125"/>
                </a:lnTo>
                <a:lnTo>
                  <a:pt x="2164" y="1126"/>
                </a:lnTo>
                <a:lnTo>
                  <a:pt x="2164" y="1127"/>
                </a:lnTo>
                <a:lnTo>
                  <a:pt x="2163" y="1128"/>
                </a:lnTo>
                <a:lnTo>
                  <a:pt x="2162" y="1128"/>
                </a:lnTo>
                <a:lnTo>
                  <a:pt x="2162" y="1129"/>
                </a:lnTo>
                <a:lnTo>
                  <a:pt x="2161" y="1129"/>
                </a:lnTo>
                <a:lnTo>
                  <a:pt x="2161" y="1130"/>
                </a:lnTo>
                <a:lnTo>
                  <a:pt x="2160" y="1130"/>
                </a:lnTo>
                <a:lnTo>
                  <a:pt x="2159" y="1130"/>
                </a:lnTo>
                <a:lnTo>
                  <a:pt x="2159" y="1131"/>
                </a:lnTo>
                <a:lnTo>
                  <a:pt x="2159" y="1132"/>
                </a:lnTo>
                <a:lnTo>
                  <a:pt x="2158" y="1132"/>
                </a:lnTo>
                <a:lnTo>
                  <a:pt x="2157" y="1132"/>
                </a:lnTo>
                <a:lnTo>
                  <a:pt x="2156" y="1132"/>
                </a:lnTo>
                <a:lnTo>
                  <a:pt x="2155" y="1133"/>
                </a:lnTo>
                <a:lnTo>
                  <a:pt x="2154" y="1134"/>
                </a:lnTo>
                <a:lnTo>
                  <a:pt x="2154" y="1135"/>
                </a:lnTo>
                <a:lnTo>
                  <a:pt x="2153" y="1135"/>
                </a:lnTo>
                <a:lnTo>
                  <a:pt x="2152" y="1135"/>
                </a:lnTo>
                <a:lnTo>
                  <a:pt x="2152" y="1134"/>
                </a:lnTo>
                <a:lnTo>
                  <a:pt x="2150" y="1135"/>
                </a:lnTo>
                <a:lnTo>
                  <a:pt x="2151" y="1135"/>
                </a:lnTo>
                <a:lnTo>
                  <a:pt x="2151" y="1136"/>
                </a:lnTo>
                <a:lnTo>
                  <a:pt x="2150" y="1136"/>
                </a:lnTo>
                <a:lnTo>
                  <a:pt x="2149" y="1136"/>
                </a:lnTo>
                <a:lnTo>
                  <a:pt x="2149" y="1135"/>
                </a:lnTo>
                <a:lnTo>
                  <a:pt x="2148" y="1135"/>
                </a:lnTo>
                <a:lnTo>
                  <a:pt x="2148" y="1134"/>
                </a:lnTo>
                <a:lnTo>
                  <a:pt x="2147" y="1134"/>
                </a:lnTo>
                <a:lnTo>
                  <a:pt x="2146" y="1134"/>
                </a:lnTo>
                <a:lnTo>
                  <a:pt x="2145" y="1134"/>
                </a:lnTo>
                <a:lnTo>
                  <a:pt x="2144" y="1134"/>
                </a:lnTo>
                <a:lnTo>
                  <a:pt x="2144" y="1133"/>
                </a:lnTo>
                <a:lnTo>
                  <a:pt x="2143" y="1133"/>
                </a:lnTo>
                <a:lnTo>
                  <a:pt x="2142" y="1133"/>
                </a:lnTo>
                <a:lnTo>
                  <a:pt x="2142" y="1132"/>
                </a:lnTo>
                <a:lnTo>
                  <a:pt x="2141" y="1132"/>
                </a:lnTo>
                <a:lnTo>
                  <a:pt x="2141" y="1133"/>
                </a:lnTo>
                <a:lnTo>
                  <a:pt x="2140" y="1133"/>
                </a:lnTo>
                <a:lnTo>
                  <a:pt x="2139" y="1133"/>
                </a:lnTo>
                <a:lnTo>
                  <a:pt x="2139" y="1134"/>
                </a:lnTo>
                <a:lnTo>
                  <a:pt x="2138" y="1134"/>
                </a:lnTo>
                <a:lnTo>
                  <a:pt x="2138" y="1133"/>
                </a:lnTo>
                <a:lnTo>
                  <a:pt x="2137" y="1133"/>
                </a:lnTo>
                <a:lnTo>
                  <a:pt x="2137" y="1134"/>
                </a:lnTo>
                <a:lnTo>
                  <a:pt x="2138" y="1135"/>
                </a:lnTo>
                <a:lnTo>
                  <a:pt x="2138" y="1136"/>
                </a:lnTo>
                <a:lnTo>
                  <a:pt x="2137" y="1136"/>
                </a:lnTo>
                <a:lnTo>
                  <a:pt x="2136" y="1136"/>
                </a:lnTo>
                <a:lnTo>
                  <a:pt x="2136" y="1135"/>
                </a:lnTo>
                <a:lnTo>
                  <a:pt x="2135" y="1135"/>
                </a:lnTo>
                <a:lnTo>
                  <a:pt x="2134" y="1135"/>
                </a:lnTo>
                <a:lnTo>
                  <a:pt x="2134" y="1136"/>
                </a:lnTo>
                <a:lnTo>
                  <a:pt x="2134" y="1135"/>
                </a:lnTo>
                <a:lnTo>
                  <a:pt x="2133" y="1135"/>
                </a:lnTo>
                <a:lnTo>
                  <a:pt x="2133" y="1136"/>
                </a:lnTo>
                <a:lnTo>
                  <a:pt x="2132" y="1136"/>
                </a:lnTo>
                <a:lnTo>
                  <a:pt x="2132" y="1135"/>
                </a:lnTo>
                <a:lnTo>
                  <a:pt x="2131" y="1136"/>
                </a:lnTo>
                <a:lnTo>
                  <a:pt x="2131" y="1137"/>
                </a:lnTo>
                <a:lnTo>
                  <a:pt x="2132" y="1137"/>
                </a:lnTo>
                <a:lnTo>
                  <a:pt x="2132" y="1138"/>
                </a:lnTo>
                <a:lnTo>
                  <a:pt x="2131" y="1138"/>
                </a:lnTo>
                <a:lnTo>
                  <a:pt x="2131" y="1137"/>
                </a:lnTo>
                <a:lnTo>
                  <a:pt x="2130" y="1137"/>
                </a:lnTo>
                <a:lnTo>
                  <a:pt x="2129" y="1137"/>
                </a:lnTo>
                <a:lnTo>
                  <a:pt x="2129" y="1138"/>
                </a:lnTo>
                <a:lnTo>
                  <a:pt x="2129" y="1139"/>
                </a:lnTo>
                <a:lnTo>
                  <a:pt x="2128" y="1138"/>
                </a:lnTo>
                <a:lnTo>
                  <a:pt x="2126" y="1138"/>
                </a:lnTo>
                <a:lnTo>
                  <a:pt x="2125" y="1138"/>
                </a:lnTo>
                <a:lnTo>
                  <a:pt x="2124" y="1138"/>
                </a:lnTo>
                <a:lnTo>
                  <a:pt x="2123" y="1138"/>
                </a:lnTo>
                <a:lnTo>
                  <a:pt x="2123" y="1139"/>
                </a:lnTo>
                <a:lnTo>
                  <a:pt x="2123" y="1140"/>
                </a:lnTo>
                <a:lnTo>
                  <a:pt x="2123" y="1141"/>
                </a:lnTo>
                <a:lnTo>
                  <a:pt x="2122" y="1141"/>
                </a:lnTo>
                <a:lnTo>
                  <a:pt x="2122" y="1140"/>
                </a:lnTo>
                <a:lnTo>
                  <a:pt x="2121" y="1140"/>
                </a:lnTo>
                <a:lnTo>
                  <a:pt x="2121" y="1141"/>
                </a:lnTo>
                <a:lnTo>
                  <a:pt x="2120" y="1141"/>
                </a:lnTo>
                <a:lnTo>
                  <a:pt x="2120" y="1142"/>
                </a:lnTo>
                <a:lnTo>
                  <a:pt x="2119" y="1142"/>
                </a:lnTo>
                <a:lnTo>
                  <a:pt x="2118" y="1142"/>
                </a:lnTo>
                <a:lnTo>
                  <a:pt x="2118" y="1143"/>
                </a:lnTo>
                <a:lnTo>
                  <a:pt x="2117" y="1143"/>
                </a:lnTo>
                <a:lnTo>
                  <a:pt x="2116" y="1143"/>
                </a:lnTo>
                <a:lnTo>
                  <a:pt x="2116" y="1144"/>
                </a:lnTo>
                <a:lnTo>
                  <a:pt x="2115" y="1144"/>
                </a:lnTo>
                <a:lnTo>
                  <a:pt x="2114" y="1145"/>
                </a:lnTo>
                <a:lnTo>
                  <a:pt x="2113" y="1145"/>
                </a:lnTo>
                <a:lnTo>
                  <a:pt x="2112" y="1145"/>
                </a:lnTo>
                <a:lnTo>
                  <a:pt x="2112" y="1144"/>
                </a:lnTo>
                <a:lnTo>
                  <a:pt x="2111" y="1144"/>
                </a:lnTo>
                <a:lnTo>
                  <a:pt x="2110" y="1144"/>
                </a:lnTo>
                <a:lnTo>
                  <a:pt x="2110" y="1145"/>
                </a:lnTo>
                <a:lnTo>
                  <a:pt x="2109" y="1145"/>
                </a:lnTo>
                <a:lnTo>
                  <a:pt x="2109" y="1146"/>
                </a:lnTo>
                <a:lnTo>
                  <a:pt x="2108" y="1146"/>
                </a:lnTo>
                <a:lnTo>
                  <a:pt x="2108" y="1147"/>
                </a:lnTo>
                <a:lnTo>
                  <a:pt x="2107" y="1147"/>
                </a:lnTo>
                <a:lnTo>
                  <a:pt x="2107" y="1146"/>
                </a:lnTo>
                <a:lnTo>
                  <a:pt x="2106" y="1146"/>
                </a:lnTo>
                <a:lnTo>
                  <a:pt x="2106" y="1147"/>
                </a:lnTo>
                <a:lnTo>
                  <a:pt x="2105" y="1147"/>
                </a:lnTo>
                <a:lnTo>
                  <a:pt x="2104" y="1147"/>
                </a:lnTo>
                <a:lnTo>
                  <a:pt x="2104" y="1148"/>
                </a:lnTo>
                <a:lnTo>
                  <a:pt x="2103" y="1148"/>
                </a:lnTo>
                <a:lnTo>
                  <a:pt x="2102" y="1148"/>
                </a:lnTo>
                <a:lnTo>
                  <a:pt x="2102" y="1149"/>
                </a:lnTo>
                <a:lnTo>
                  <a:pt x="2101" y="1149"/>
                </a:lnTo>
                <a:lnTo>
                  <a:pt x="2100" y="1149"/>
                </a:lnTo>
                <a:lnTo>
                  <a:pt x="2100" y="1150"/>
                </a:lnTo>
                <a:lnTo>
                  <a:pt x="2099" y="1150"/>
                </a:lnTo>
                <a:lnTo>
                  <a:pt x="2100" y="1151"/>
                </a:lnTo>
                <a:lnTo>
                  <a:pt x="2100" y="1152"/>
                </a:lnTo>
                <a:lnTo>
                  <a:pt x="2101" y="1152"/>
                </a:lnTo>
                <a:lnTo>
                  <a:pt x="2101" y="1151"/>
                </a:lnTo>
                <a:lnTo>
                  <a:pt x="2102" y="1151"/>
                </a:lnTo>
                <a:lnTo>
                  <a:pt x="2102" y="1152"/>
                </a:lnTo>
                <a:lnTo>
                  <a:pt x="2101" y="1152"/>
                </a:lnTo>
                <a:lnTo>
                  <a:pt x="2101" y="1153"/>
                </a:lnTo>
                <a:lnTo>
                  <a:pt x="2102" y="1153"/>
                </a:lnTo>
                <a:lnTo>
                  <a:pt x="2102" y="1154"/>
                </a:lnTo>
                <a:lnTo>
                  <a:pt x="2101" y="1154"/>
                </a:lnTo>
                <a:lnTo>
                  <a:pt x="2100" y="1154"/>
                </a:lnTo>
                <a:lnTo>
                  <a:pt x="2100" y="1155"/>
                </a:lnTo>
                <a:lnTo>
                  <a:pt x="2099" y="1155"/>
                </a:lnTo>
                <a:lnTo>
                  <a:pt x="2098" y="1155"/>
                </a:lnTo>
                <a:lnTo>
                  <a:pt x="2098" y="1156"/>
                </a:lnTo>
                <a:lnTo>
                  <a:pt x="2098" y="1157"/>
                </a:lnTo>
                <a:lnTo>
                  <a:pt x="2098" y="1158"/>
                </a:lnTo>
                <a:lnTo>
                  <a:pt x="2098" y="1159"/>
                </a:lnTo>
                <a:lnTo>
                  <a:pt x="2098" y="1160"/>
                </a:lnTo>
                <a:lnTo>
                  <a:pt x="2097" y="1160"/>
                </a:lnTo>
                <a:lnTo>
                  <a:pt x="2096" y="1160"/>
                </a:lnTo>
                <a:lnTo>
                  <a:pt x="2095" y="1161"/>
                </a:lnTo>
                <a:lnTo>
                  <a:pt x="2094" y="1161"/>
                </a:lnTo>
                <a:lnTo>
                  <a:pt x="2095" y="1162"/>
                </a:lnTo>
                <a:lnTo>
                  <a:pt x="2095" y="1163"/>
                </a:lnTo>
                <a:lnTo>
                  <a:pt x="2094" y="1163"/>
                </a:lnTo>
                <a:lnTo>
                  <a:pt x="2093" y="1163"/>
                </a:lnTo>
                <a:lnTo>
                  <a:pt x="2092" y="1162"/>
                </a:lnTo>
                <a:lnTo>
                  <a:pt x="2091" y="1162"/>
                </a:lnTo>
                <a:lnTo>
                  <a:pt x="2090" y="1162"/>
                </a:lnTo>
                <a:lnTo>
                  <a:pt x="2089" y="1162"/>
                </a:lnTo>
                <a:lnTo>
                  <a:pt x="2089" y="1163"/>
                </a:lnTo>
                <a:lnTo>
                  <a:pt x="2088" y="1163"/>
                </a:lnTo>
                <a:lnTo>
                  <a:pt x="2087" y="1164"/>
                </a:lnTo>
                <a:lnTo>
                  <a:pt x="2088" y="1164"/>
                </a:lnTo>
                <a:lnTo>
                  <a:pt x="2087" y="1164"/>
                </a:lnTo>
                <a:lnTo>
                  <a:pt x="2087" y="1165"/>
                </a:lnTo>
                <a:lnTo>
                  <a:pt x="2086" y="1165"/>
                </a:lnTo>
                <a:lnTo>
                  <a:pt x="2085" y="1166"/>
                </a:lnTo>
                <a:lnTo>
                  <a:pt x="2085" y="1167"/>
                </a:lnTo>
                <a:lnTo>
                  <a:pt x="2086" y="1167"/>
                </a:lnTo>
                <a:lnTo>
                  <a:pt x="2086" y="1168"/>
                </a:lnTo>
                <a:lnTo>
                  <a:pt x="2085" y="1169"/>
                </a:lnTo>
                <a:lnTo>
                  <a:pt x="2084" y="1169"/>
                </a:lnTo>
                <a:lnTo>
                  <a:pt x="2085" y="1168"/>
                </a:lnTo>
                <a:lnTo>
                  <a:pt x="2084" y="1168"/>
                </a:lnTo>
                <a:lnTo>
                  <a:pt x="2083" y="1168"/>
                </a:lnTo>
                <a:lnTo>
                  <a:pt x="2083" y="1169"/>
                </a:lnTo>
                <a:lnTo>
                  <a:pt x="2083" y="1170"/>
                </a:lnTo>
                <a:lnTo>
                  <a:pt x="2083" y="1169"/>
                </a:lnTo>
                <a:lnTo>
                  <a:pt x="2082" y="1169"/>
                </a:lnTo>
                <a:lnTo>
                  <a:pt x="2081" y="1169"/>
                </a:lnTo>
                <a:lnTo>
                  <a:pt x="2081" y="1170"/>
                </a:lnTo>
                <a:lnTo>
                  <a:pt x="2082" y="1170"/>
                </a:lnTo>
                <a:lnTo>
                  <a:pt x="2081" y="1171"/>
                </a:lnTo>
                <a:lnTo>
                  <a:pt x="2082" y="1171"/>
                </a:lnTo>
                <a:lnTo>
                  <a:pt x="2083" y="1171"/>
                </a:lnTo>
                <a:lnTo>
                  <a:pt x="2083" y="1172"/>
                </a:lnTo>
                <a:lnTo>
                  <a:pt x="2084" y="1172"/>
                </a:lnTo>
                <a:lnTo>
                  <a:pt x="2084" y="1173"/>
                </a:lnTo>
                <a:lnTo>
                  <a:pt x="2083" y="1173"/>
                </a:lnTo>
                <a:lnTo>
                  <a:pt x="2082" y="1173"/>
                </a:lnTo>
                <a:lnTo>
                  <a:pt x="2080" y="1173"/>
                </a:lnTo>
                <a:lnTo>
                  <a:pt x="2079" y="1173"/>
                </a:lnTo>
                <a:lnTo>
                  <a:pt x="2079" y="1174"/>
                </a:lnTo>
                <a:lnTo>
                  <a:pt x="2078" y="1175"/>
                </a:lnTo>
                <a:lnTo>
                  <a:pt x="2077" y="1176"/>
                </a:lnTo>
                <a:lnTo>
                  <a:pt x="2076" y="1176"/>
                </a:lnTo>
                <a:lnTo>
                  <a:pt x="2075" y="1176"/>
                </a:lnTo>
                <a:lnTo>
                  <a:pt x="2074" y="1177"/>
                </a:lnTo>
                <a:lnTo>
                  <a:pt x="2074" y="1178"/>
                </a:lnTo>
                <a:lnTo>
                  <a:pt x="2074" y="1179"/>
                </a:lnTo>
                <a:lnTo>
                  <a:pt x="2073" y="1179"/>
                </a:lnTo>
                <a:lnTo>
                  <a:pt x="2073" y="1180"/>
                </a:lnTo>
                <a:lnTo>
                  <a:pt x="2072" y="1180"/>
                </a:lnTo>
                <a:lnTo>
                  <a:pt x="2072" y="1181"/>
                </a:lnTo>
                <a:lnTo>
                  <a:pt x="2072" y="1182"/>
                </a:lnTo>
                <a:lnTo>
                  <a:pt x="2071" y="1182"/>
                </a:lnTo>
                <a:lnTo>
                  <a:pt x="2071" y="1183"/>
                </a:lnTo>
                <a:lnTo>
                  <a:pt x="2070" y="1183"/>
                </a:lnTo>
                <a:lnTo>
                  <a:pt x="2070" y="1184"/>
                </a:lnTo>
                <a:lnTo>
                  <a:pt x="2069" y="1184"/>
                </a:lnTo>
                <a:lnTo>
                  <a:pt x="2069" y="1185"/>
                </a:lnTo>
                <a:lnTo>
                  <a:pt x="2069" y="1186"/>
                </a:lnTo>
                <a:lnTo>
                  <a:pt x="2068" y="1186"/>
                </a:lnTo>
                <a:lnTo>
                  <a:pt x="2068" y="1187"/>
                </a:lnTo>
                <a:lnTo>
                  <a:pt x="2069" y="1187"/>
                </a:lnTo>
                <a:lnTo>
                  <a:pt x="2069" y="1188"/>
                </a:lnTo>
                <a:lnTo>
                  <a:pt x="2070" y="1188"/>
                </a:lnTo>
                <a:lnTo>
                  <a:pt x="2070" y="1189"/>
                </a:lnTo>
                <a:lnTo>
                  <a:pt x="2069" y="1189"/>
                </a:lnTo>
                <a:lnTo>
                  <a:pt x="2068" y="1190"/>
                </a:lnTo>
                <a:lnTo>
                  <a:pt x="2067" y="1191"/>
                </a:lnTo>
                <a:lnTo>
                  <a:pt x="2067" y="1192"/>
                </a:lnTo>
                <a:lnTo>
                  <a:pt x="2066" y="1192"/>
                </a:lnTo>
                <a:lnTo>
                  <a:pt x="2065" y="1192"/>
                </a:lnTo>
                <a:lnTo>
                  <a:pt x="2064" y="1192"/>
                </a:lnTo>
                <a:lnTo>
                  <a:pt x="2063" y="1192"/>
                </a:lnTo>
                <a:lnTo>
                  <a:pt x="2062" y="1191"/>
                </a:lnTo>
                <a:lnTo>
                  <a:pt x="2061" y="1191"/>
                </a:lnTo>
                <a:lnTo>
                  <a:pt x="2060" y="1191"/>
                </a:lnTo>
                <a:lnTo>
                  <a:pt x="2060" y="1190"/>
                </a:lnTo>
                <a:lnTo>
                  <a:pt x="2060" y="1189"/>
                </a:lnTo>
                <a:lnTo>
                  <a:pt x="2060" y="1188"/>
                </a:lnTo>
                <a:lnTo>
                  <a:pt x="2060" y="1187"/>
                </a:lnTo>
                <a:lnTo>
                  <a:pt x="2060" y="1186"/>
                </a:lnTo>
                <a:lnTo>
                  <a:pt x="2061" y="1186"/>
                </a:lnTo>
                <a:lnTo>
                  <a:pt x="2060" y="1185"/>
                </a:lnTo>
                <a:lnTo>
                  <a:pt x="2061" y="1185"/>
                </a:lnTo>
                <a:lnTo>
                  <a:pt x="2062" y="1184"/>
                </a:lnTo>
                <a:lnTo>
                  <a:pt x="2061" y="1184"/>
                </a:lnTo>
                <a:lnTo>
                  <a:pt x="2060" y="1183"/>
                </a:lnTo>
                <a:lnTo>
                  <a:pt x="2061" y="1183"/>
                </a:lnTo>
                <a:lnTo>
                  <a:pt x="2061" y="1182"/>
                </a:lnTo>
                <a:lnTo>
                  <a:pt x="2061" y="1181"/>
                </a:lnTo>
                <a:lnTo>
                  <a:pt x="2061" y="1180"/>
                </a:lnTo>
                <a:lnTo>
                  <a:pt x="2061" y="1179"/>
                </a:lnTo>
                <a:lnTo>
                  <a:pt x="2062" y="1179"/>
                </a:lnTo>
                <a:lnTo>
                  <a:pt x="2061" y="1179"/>
                </a:lnTo>
                <a:lnTo>
                  <a:pt x="2060" y="1179"/>
                </a:lnTo>
                <a:lnTo>
                  <a:pt x="2060" y="1180"/>
                </a:lnTo>
                <a:lnTo>
                  <a:pt x="2059" y="1180"/>
                </a:lnTo>
                <a:lnTo>
                  <a:pt x="2059" y="1179"/>
                </a:lnTo>
                <a:lnTo>
                  <a:pt x="2059" y="1178"/>
                </a:lnTo>
                <a:lnTo>
                  <a:pt x="2058" y="1178"/>
                </a:lnTo>
                <a:lnTo>
                  <a:pt x="2058" y="1176"/>
                </a:lnTo>
                <a:lnTo>
                  <a:pt x="2058" y="1175"/>
                </a:lnTo>
                <a:lnTo>
                  <a:pt x="2057" y="1174"/>
                </a:lnTo>
                <a:lnTo>
                  <a:pt x="2056" y="1174"/>
                </a:lnTo>
                <a:lnTo>
                  <a:pt x="2056" y="1173"/>
                </a:lnTo>
                <a:lnTo>
                  <a:pt x="2057" y="1172"/>
                </a:lnTo>
                <a:lnTo>
                  <a:pt x="2057" y="1171"/>
                </a:lnTo>
                <a:lnTo>
                  <a:pt x="2055" y="1170"/>
                </a:lnTo>
                <a:lnTo>
                  <a:pt x="2053" y="1169"/>
                </a:lnTo>
                <a:lnTo>
                  <a:pt x="2053" y="1168"/>
                </a:lnTo>
                <a:lnTo>
                  <a:pt x="2054" y="1167"/>
                </a:lnTo>
                <a:lnTo>
                  <a:pt x="2054" y="1166"/>
                </a:lnTo>
                <a:lnTo>
                  <a:pt x="2054" y="1165"/>
                </a:lnTo>
                <a:lnTo>
                  <a:pt x="2054" y="1164"/>
                </a:lnTo>
                <a:lnTo>
                  <a:pt x="2053" y="1163"/>
                </a:lnTo>
                <a:lnTo>
                  <a:pt x="2052" y="1163"/>
                </a:lnTo>
                <a:lnTo>
                  <a:pt x="2051" y="1163"/>
                </a:lnTo>
                <a:lnTo>
                  <a:pt x="2051" y="1162"/>
                </a:lnTo>
                <a:lnTo>
                  <a:pt x="2051" y="1161"/>
                </a:lnTo>
                <a:lnTo>
                  <a:pt x="2050" y="1160"/>
                </a:lnTo>
                <a:lnTo>
                  <a:pt x="2049" y="1160"/>
                </a:lnTo>
                <a:lnTo>
                  <a:pt x="2049" y="1159"/>
                </a:lnTo>
                <a:lnTo>
                  <a:pt x="2048" y="1159"/>
                </a:lnTo>
                <a:lnTo>
                  <a:pt x="2048" y="1158"/>
                </a:lnTo>
                <a:lnTo>
                  <a:pt x="2048" y="1156"/>
                </a:lnTo>
                <a:lnTo>
                  <a:pt x="2047" y="1155"/>
                </a:lnTo>
                <a:lnTo>
                  <a:pt x="2046" y="1153"/>
                </a:lnTo>
                <a:lnTo>
                  <a:pt x="2044" y="1151"/>
                </a:lnTo>
                <a:lnTo>
                  <a:pt x="2043" y="1151"/>
                </a:lnTo>
                <a:lnTo>
                  <a:pt x="2043" y="1150"/>
                </a:lnTo>
                <a:lnTo>
                  <a:pt x="2043" y="1149"/>
                </a:lnTo>
                <a:lnTo>
                  <a:pt x="2042" y="1148"/>
                </a:lnTo>
                <a:lnTo>
                  <a:pt x="2042" y="1146"/>
                </a:lnTo>
                <a:lnTo>
                  <a:pt x="2043" y="1146"/>
                </a:lnTo>
                <a:lnTo>
                  <a:pt x="2044" y="1145"/>
                </a:lnTo>
                <a:lnTo>
                  <a:pt x="2044" y="1144"/>
                </a:lnTo>
                <a:lnTo>
                  <a:pt x="2044" y="1143"/>
                </a:lnTo>
                <a:lnTo>
                  <a:pt x="2045" y="1143"/>
                </a:lnTo>
                <a:lnTo>
                  <a:pt x="2045" y="1142"/>
                </a:lnTo>
                <a:lnTo>
                  <a:pt x="2044" y="1142"/>
                </a:lnTo>
                <a:lnTo>
                  <a:pt x="2044" y="1141"/>
                </a:lnTo>
                <a:lnTo>
                  <a:pt x="2044" y="1140"/>
                </a:lnTo>
                <a:lnTo>
                  <a:pt x="2043" y="1139"/>
                </a:lnTo>
                <a:lnTo>
                  <a:pt x="2042" y="1139"/>
                </a:lnTo>
                <a:lnTo>
                  <a:pt x="2041" y="1139"/>
                </a:lnTo>
                <a:lnTo>
                  <a:pt x="2040" y="1139"/>
                </a:lnTo>
                <a:lnTo>
                  <a:pt x="2039" y="1139"/>
                </a:lnTo>
                <a:lnTo>
                  <a:pt x="2038" y="1139"/>
                </a:lnTo>
                <a:lnTo>
                  <a:pt x="2037" y="1139"/>
                </a:lnTo>
                <a:lnTo>
                  <a:pt x="2036" y="1139"/>
                </a:lnTo>
                <a:lnTo>
                  <a:pt x="2035" y="1139"/>
                </a:lnTo>
                <a:lnTo>
                  <a:pt x="2034" y="1139"/>
                </a:lnTo>
                <a:lnTo>
                  <a:pt x="2033" y="1138"/>
                </a:lnTo>
                <a:lnTo>
                  <a:pt x="2032" y="1138"/>
                </a:lnTo>
                <a:lnTo>
                  <a:pt x="2032" y="1139"/>
                </a:lnTo>
                <a:lnTo>
                  <a:pt x="2032" y="1138"/>
                </a:lnTo>
                <a:lnTo>
                  <a:pt x="2031" y="1138"/>
                </a:lnTo>
                <a:lnTo>
                  <a:pt x="2029" y="1137"/>
                </a:lnTo>
                <a:lnTo>
                  <a:pt x="2028" y="1136"/>
                </a:lnTo>
                <a:lnTo>
                  <a:pt x="2027" y="1136"/>
                </a:lnTo>
                <a:lnTo>
                  <a:pt x="2027" y="1137"/>
                </a:lnTo>
                <a:lnTo>
                  <a:pt x="2025" y="1137"/>
                </a:lnTo>
                <a:lnTo>
                  <a:pt x="2025" y="1136"/>
                </a:lnTo>
                <a:lnTo>
                  <a:pt x="2024" y="1136"/>
                </a:lnTo>
                <a:lnTo>
                  <a:pt x="2024" y="1135"/>
                </a:lnTo>
                <a:lnTo>
                  <a:pt x="2023" y="1135"/>
                </a:lnTo>
                <a:lnTo>
                  <a:pt x="2022" y="1134"/>
                </a:lnTo>
                <a:lnTo>
                  <a:pt x="2022" y="1133"/>
                </a:lnTo>
                <a:lnTo>
                  <a:pt x="2021" y="1133"/>
                </a:lnTo>
                <a:lnTo>
                  <a:pt x="2020" y="1132"/>
                </a:lnTo>
                <a:lnTo>
                  <a:pt x="2019" y="1132"/>
                </a:lnTo>
                <a:lnTo>
                  <a:pt x="2018" y="1132"/>
                </a:lnTo>
                <a:lnTo>
                  <a:pt x="2019" y="1131"/>
                </a:lnTo>
                <a:lnTo>
                  <a:pt x="2019" y="1130"/>
                </a:lnTo>
                <a:lnTo>
                  <a:pt x="2018" y="1130"/>
                </a:lnTo>
                <a:lnTo>
                  <a:pt x="2018" y="1131"/>
                </a:lnTo>
                <a:lnTo>
                  <a:pt x="2017" y="1131"/>
                </a:lnTo>
                <a:lnTo>
                  <a:pt x="2016" y="1131"/>
                </a:lnTo>
                <a:lnTo>
                  <a:pt x="2016" y="1130"/>
                </a:lnTo>
                <a:lnTo>
                  <a:pt x="2017" y="1128"/>
                </a:lnTo>
                <a:lnTo>
                  <a:pt x="2018" y="1128"/>
                </a:lnTo>
                <a:lnTo>
                  <a:pt x="2018" y="1127"/>
                </a:lnTo>
                <a:lnTo>
                  <a:pt x="2019" y="1126"/>
                </a:lnTo>
                <a:lnTo>
                  <a:pt x="2019" y="1125"/>
                </a:lnTo>
                <a:lnTo>
                  <a:pt x="2019" y="1124"/>
                </a:lnTo>
                <a:lnTo>
                  <a:pt x="2018" y="1124"/>
                </a:lnTo>
                <a:lnTo>
                  <a:pt x="2017" y="1124"/>
                </a:lnTo>
                <a:lnTo>
                  <a:pt x="2016" y="1124"/>
                </a:lnTo>
                <a:lnTo>
                  <a:pt x="2015" y="1123"/>
                </a:lnTo>
                <a:lnTo>
                  <a:pt x="2014" y="1123"/>
                </a:lnTo>
                <a:lnTo>
                  <a:pt x="2014" y="1122"/>
                </a:lnTo>
                <a:lnTo>
                  <a:pt x="2013" y="1121"/>
                </a:lnTo>
                <a:lnTo>
                  <a:pt x="2012" y="1121"/>
                </a:lnTo>
                <a:lnTo>
                  <a:pt x="2012" y="1122"/>
                </a:lnTo>
                <a:lnTo>
                  <a:pt x="2012" y="1123"/>
                </a:lnTo>
                <a:lnTo>
                  <a:pt x="2012" y="1124"/>
                </a:lnTo>
                <a:lnTo>
                  <a:pt x="2011" y="1124"/>
                </a:lnTo>
                <a:lnTo>
                  <a:pt x="2011" y="1125"/>
                </a:lnTo>
                <a:lnTo>
                  <a:pt x="2010" y="1126"/>
                </a:lnTo>
                <a:lnTo>
                  <a:pt x="2008" y="1127"/>
                </a:lnTo>
                <a:lnTo>
                  <a:pt x="2007" y="1127"/>
                </a:lnTo>
                <a:lnTo>
                  <a:pt x="2006" y="1128"/>
                </a:lnTo>
                <a:lnTo>
                  <a:pt x="2006" y="1129"/>
                </a:lnTo>
                <a:lnTo>
                  <a:pt x="2005" y="1129"/>
                </a:lnTo>
                <a:lnTo>
                  <a:pt x="2004" y="1129"/>
                </a:lnTo>
                <a:lnTo>
                  <a:pt x="2003" y="1130"/>
                </a:lnTo>
                <a:lnTo>
                  <a:pt x="2002" y="1130"/>
                </a:lnTo>
                <a:lnTo>
                  <a:pt x="2001" y="1130"/>
                </a:lnTo>
                <a:lnTo>
                  <a:pt x="2000" y="1130"/>
                </a:lnTo>
                <a:lnTo>
                  <a:pt x="1999" y="1130"/>
                </a:lnTo>
                <a:lnTo>
                  <a:pt x="1998" y="1130"/>
                </a:lnTo>
                <a:lnTo>
                  <a:pt x="1998" y="1131"/>
                </a:lnTo>
                <a:lnTo>
                  <a:pt x="1997" y="1131"/>
                </a:lnTo>
                <a:lnTo>
                  <a:pt x="1997" y="1132"/>
                </a:lnTo>
                <a:lnTo>
                  <a:pt x="1995" y="1133"/>
                </a:lnTo>
                <a:lnTo>
                  <a:pt x="1994" y="1133"/>
                </a:lnTo>
                <a:lnTo>
                  <a:pt x="1993" y="1134"/>
                </a:lnTo>
                <a:lnTo>
                  <a:pt x="1992" y="1135"/>
                </a:lnTo>
                <a:lnTo>
                  <a:pt x="1992" y="1136"/>
                </a:lnTo>
                <a:lnTo>
                  <a:pt x="1992" y="1137"/>
                </a:lnTo>
                <a:lnTo>
                  <a:pt x="1991" y="1137"/>
                </a:lnTo>
                <a:lnTo>
                  <a:pt x="1991" y="1138"/>
                </a:lnTo>
                <a:lnTo>
                  <a:pt x="1990" y="1138"/>
                </a:lnTo>
                <a:lnTo>
                  <a:pt x="1990" y="1139"/>
                </a:lnTo>
                <a:lnTo>
                  <a:pt x="1989" y="1140"/>
                </a:lnTo>
                <a:lnTo>
                  <a:pt x="1989" y="1141"/>
                </a:lnTo>
                <a:lnTo>
                  <a:pt x="1989" y="1142"/>
                </a:lnTo>
                <a:lnTo>
                  <a:pt x="1991" y="1142"/>
                </a:lnTo>
                <a:lnTo>
                  <a:pt x="1992" y="1142"/>
                </a:lnTo>
                <a:lnTo>
                  <a:pt x="1993" y="1144"/>
                </a:lnTo>
                <a:lnTo>
                  <a:pt x="1993" y="1145"/>
                </a:lnTo>
                <a:lnTo>
                  <a:pt x="1993" y="1146"/>
                </a:lnTo>
                <a:lnTo>
                  <a:pt x="1994" y="1145"/>
                </a:lnTo>
                <a:lnTo>
                  <a:pt x="1994" y="1146"/>
                </a:lnTo>
                <a:lnTo>
                  <a:pt x="1995" y="1146"/>
                </a:lnTo>
                <a:lnTo>
                  <a:pt x="1994" y="1146"/>
                </a:lnTo>
                <a:lnTo>
                  <a:pt x="1994" y="1147"/>
                </a:lnTo>
                <a:lnTo>
                  <a:pt x="1995" y="1148"/>
                </a:lnTo>
                <a:lnTo>
                  <a:pt x="1995" y="1149"/>
                </a:lnTo>
                <a:lnTo>
                  <a:pt x="1996" y="1149"/>
                </a:lnTo>
                <a:lnTo>
                  <a:pt x="1997" y="1149"/>
                </a:lnTo>
                <a:lnTo>
                  <a:pt x="1998" y="1149"/>
                </a:lnTo>
                <a:lnTo>
                  <a:pt x="2000" y="1150"/>
                </a:lnTo>
                <a:lnTo>
                  <a:pt x="2001" y="1150"/>
                </a:lnTo>
                <a:lnTo>
                  <a:pt x="2002" y="1152"/>
                </a:lnTo>
                <a:lnTo>
                  <a:pt x="2001" y="1153"/>
                </a:lnTo>
                <a:lnTo>
                  <a:pt x="2001" y="1154"/>
                </a:lnTo>
                <a:lnTo>
                  <a:pt x="2001" y="1155"/>
                </a:lnTo>
                <a:lnTo>
                  <a:pt x="2002" y="1156"/>
                </a:lnTo>
                <a:lnTo>
                  <a:pt x="2001" y="1157"/>
                </a:lnTo>
                <a:lnTo>
                  <a:pt x="2001" y="1158"/>
                </a:lnTo>
                <a:lnTo>
                  <a:pt x="2001" y="1159"/>
                </a:lnTo>
                <a:lnTo>
                  <a:pt x="2000" y="1159"/>
                </a:lnTo>
                <a:lnTo>
                  <a:pt x="2000" y="1160"/>
                </a:lnTo>
                <a:lnTo>
                  <a:pt x="1999" y="1161"/>
                </a:lnTo>
                <a:lnTo>
                  <a:pt x="1998" y="1162"/>
                </a:lnTo>
                <a:lnTo>
                  <a:pt x="1998" y="1163"/>
                </a:lnTo>
                <a:lnTo>
                  <a:pt x="1997" y="1163"/>
                </a:lnTo>
                <a:lnTo>
                  <a:pt x="1997" y="1164"/>
                </a:lnTo>
                <a:lnTo>
                  <a:pt x="1996" y="1164"/>
                </a:lnTo>
                <a:lnTo>
                  <a:pt x="1997" y="1164"/>
                </a:lnTo>
                <a:lnTo>
                  <a:pt x="1997" y="1166"/>
                </a:lnTo>
                <a:lnTo>
                  <a:pt x="1997" y="1167"/>
                </a:lnTo>
                <a:lnTo>
                  <a:pt x="1996" y="1167"/>
                </a:lnTo>
                <a:lnTo>
                  <a:pt x="1996" y="1168"/>
                </a:lnTo>
                <a:lnTo>
                  <a:pt x="1997" y="1168"/>
                </a:lnTo>
                <a:lnTo>
                  <a:pt x="1997" y="1171"/>
                </a:lnTo>
                <a:lnTo>
                  <a:pt x="1997" y="1172"/>
                </a:lnTo>
                <a:lnTo>
                  <a:pt x="1996" y="1172"/>
                </a:lnTo>
                <a:lnTo>
                  <a:pt x="1997" y="1173"/>
                </a:lnTo>
                <a:lnTo>
                  <a:pt x="1997" y="1174"/>
                </a:lnTo>
                <a:lnTo>
                  <a:pt x="1997" y="1175"/>
                </a:lnTo>
                <a:lnTo>
                  <a:pt x="1997" y="1176"/>
                </a:lnTo>
                <a:lnTo>
                  <a:pt x="1996" y="1176"/>
                </a:lnTo>
                <a:lnTo>
                  <a:pt x="1997" y="1176"/>
                </a:lnTo>
                <a:lnTo>
                  <a:pt x="1996" y="1177"/>
                </a:lnTo>
                <a:lnTo>
                  <a:pt x="1996" y="1178"/>
                </a:lnTo>
                <a:lnTo>
                  <a:pt x="1996" y="1179"/>
                </a:lnTo>
                <a:lnTo>
                  <a:pt x="1996" y="1180"/>
                </a:lnTo>
                <a:lnTo>
                  <a:pt x="1995" y="1181"/>
                </a:lnTo>
                <a:lnTo>
                  <a:pt x="1994" y="1181"/>
                </a:lnTo>
                <a:lnTo>
                  <a:pt x="1994" y="1182"/>
                </a:lnTo>
                <a:lnTo>
                  <a:pt x="1993" y="1182"/>
                </a:lnTo>
                <a:lnTo>
                  <a:pt x="1993" y="1183"/>
                </a:lnTo>
                <a:lnTo>
                  <a:pt x="1993" y="1184"/>
                </a:lnTo>
                <a:lnTo>
                  <a:pt x="1994" y="1184"/>
                </a:lnTo>
                <a:lnTo>
                  <a:pt x="1995" y="1185"/>
                </a:lnTo>
                <a:lnTo>
                  <a:pt x="1996" y="1185"/>
                </a:lnTo>
                <a:lnTo>
                  <a:pt x="1995" y="1186"/>
                </a:lnTo>
                <a:lnTo>
                  <a:pt x="1995" y="1187"/>
                </a:lnTo>
                <a:lnTo>
                  <a:pt x="1994" y="1187"/>
                </a:lnTo>
                <a:lnTo>
                  <a:pt x="1994" y="1188"/>
                </a:lnTo>
                <a:lnTo>
                  <a:pt x="1995" y="1188"/>
                </a:lnTo>
                <a:lnTo>
                  <a:pt x="1995" y="1187"/>
                </a:lnTo>
                <a:lnTo>
                  <a:pt x="1995" y="1188"/>
                </a:lnTo>
                <a:lnTo>
                  <a:pt x="1996" y="1188"/>
                </a:lnTo>
                <a:lnTo>
                  <a:pt x="1996" y="1189"/>
                </a:lnTo>
                <a:lnTo>
                  <a:pt x="1995" y="1189"/>
                </a:lnTo>
                <a:lnTo>
                  <a:pt x="1995" y="1190"/>
                </a:lnTo>
                <a:lnTo>
                  <a:pt x="1994" y="1190"/>
                </a:lnTo>
                <a:lnTo>
                  <a:pt x="1994" y="1191"/>
                </a:lnTo>
                <a:lnTo>
                  <a:pt x="1994" y="1192"/>
                </a:lnTo>
                <a:lnTo>
                  <a:pt x="1995" y="1192"/>
                </a:lnTo>
                <a:lnTo>
                  <a:pt x="1995" y="1193"/>
                </a:lnTo>
                <a:lnTo>
                  <a:pt x="1995" y="1194"/>
                </a:lnTo>
                <a:lnTo>
                  <a:pt x="1995" y="1195"/>
                </a:lnTo>
                <a:lnTo>
                  <a:pt x="1995" y="1196"/>
                </a:lnTo>
                <a:lnTo>
                  <a:pt x="1995" y="1197"/>
                </a:lnTo>
                <a:lnTo>
                  <a:pt x="1995" y="1198"/>
                </a:lnTo>
                <a:lnTo>
                  <a:pt x="1996" y="1198"/>
                </a:lnTo>
                <a:lnTo>
                  <a:pt x="1997" y="1198"/>
                </a:lnTo>
                <a:lnTo>
                  <a:pt x="1997" y="1199"/>
                </a:lnTo>
                <a:lnTo>
                  <a:pt x="1998" y="1199"/>
                </a:lnTo>
                <a:lnTo>
                  <a:pt x="1998" y="1200"/>
                </a:lnTo>
                <a:lnTo>
                  <a:pt x="1998" y="1201"/>
                </a:lnTo>
                <a:lnTo>
                  <a:pt x="1999" y="1201"/>
                </a:lnTo>
                <a:lnTo>
                  <a:pt x="2000" y="1201"/>
                </a:lnTo>
                <a:lnTo>
                  <a:pt x="2002" y="1202"/>
                </a:lnTo>
                <a:lnTo>
                  <a:pt x="2003" y="1202"/>
                </a:lnTo>
                <a:lnTo>
                  <a:pt x="2004" y="1203"/>
                </a:lnTo>
                <a:lnTo>
                  <a:pt x="2005" y="1203"/>
                </a:lnTo>
                <a:lnTo>
                  <a:pt x="2005" y="1204"/>
                </a:lnTo>
                <a:lnTo>
                  <a:pt x="2004" y="1204"/>
                </a:lnTo>
                <a:lnTo>
                  <a:pt x="2005" y="1205"/>
                </a:lnTo>
                <a:lnTo>
                  <a:pt x="2004" y="1206"/>
                </a:lnTo>
                <a:lnTo>
                  <a:pt x="2003" y="1206"/>
                </a:lnTo>
                <a:lnTo>
                  <a:pt x="2002" y="1206"/>
                </a:lnTo>
                <a:lnTo>
                  <a:pt x="2002" y="1205"/>
                </a:lnTo>
                <a:lnTo>
                  <a:pt x="2000" y="1205"/>
                </a:lnTo>
                <a:lnTo>
                  <a:pt x="2000" y="1207"/>
                </a:lnTo>
                <a:lnTo>
                  <a:pt x="2000" y="1208"/>
                </a:lnTo>
                <a:lnTo>
                  <a:pt x="2001" y="1208"/>
                </a:lnTo>
                <a:lnTo>
                  <a:pt x="2002" y="1209"/>
                </a:lnTo>
                <a:lnTo>
                  <a:pt x="2002" y="1210"/>
                </a:lnTo>
                <a:lnTo>
                  <a:pt x="2003" y="1210"/>
                </a:lnTo>
                <a:lnTo>
                  <a:pt x="2003" y="1211"/>
                </a:lnTo>
                <a:lnTo>
                  <a:pt x="2004" y="1211"/>
                </a:lnTo>
                <a:lnTo>
                  <a:pt x="2004" y="1212"/>
                </a:lnTo>
                <a:lnTo>
                  <a:pt x="2003" y="1212"/>
                </a:lnTo>
                <a:lnTo>
                  <a:pt x="2003" y="1213"/>
                </a:lnTo>
                <a:lnTo>
                  <a:pt x="2003" y="1214"/>
                </a:lnTo>
                <a:lnTo>
                  <a:pt x="2004" y="1214"/>
                </a:lnTo>
                <a:lnTo>
                  <a:pt x="2003" y="1215"/>
                </a:lnTo>
                <a:lnTo>
                  <a:pt x="2002" y="1215"/>
                </a:lnTo>
                <a:lnTo>
                  <a:pt x="2002" y="1216"/>
                </a:lnTo>
                <a:lnTo>
                  <a:pt x="2001" y="1216"/>
                </a:lnTo>
                <a:lnTo>
                  <a:pt x="2001" y="1217"/>
                </a:lnTo>
                <a:lnTo>
                  <a:pt x="2001" y="1218"/>
                </a:lnTo>
                <a:lnTo>
                  <a:pt x="2001" y="1219"/>
                </a:lnTo>
                <a:lnTo>
                  <a:pt x="2001" y="1220"/>
                </a:lnTo>
                <a:lnTo>
                  <a:pt x="2000" y="1220"/>
                </a:lnTo>
                <a:lnTo>
                  <a:pt x="1999" y="1221"/>
                </a:lnTo>
                <a:lnTo>
                  <a:pt x="1998" y="1221"/>
                </a:lnTo>
                <a:lnTo>
                  <a:pt x="1997" y="1221"/>
                </a:lnTo>
                <a:lnTo>
                  <a:pt x="1996" y="1222"/>
                </a:lnTo>
                <a:lnTo>
                  <a:pt x="1995" y="1222"/>
                </a:lnTo>
                <a:lnTo>
                  <a:pt x="1995" y="1223"/>
                </a:lnTo>
                <a:lnTo>
                  <a:pt x="1996" y="1223"/>
                </a:lnTo>
                <a:lnTo>
                  <a:pt x="1997" y="1223"/>
                </a:lnTo>
                <a:lnTo>
                  <a:pt x="1997" y="1224"/>
                </a:lnTo>
                <a:lnTo>
                  <a:pt x="1997" y="1225"/>
                </a:lnTo>
                <a:lnTo>
                  <a:pt x="1996" y="1226"/>
                </a:lnTo>
                <a:lnTo>
                  <a:pt x="1996" y="1227"/>
                </a:lnTo>
                <a:lnTo>
                  <a:pt x="1997" y="1227"/>
                </a:lnTo>
                <a:lnTo>
                  <a:pt x="1997" y="1228"/>
                </a:lnTo>
                <a:lnTo>
                  <a:pt x="1997" y="1229"/>
                </a:lnTo>
                <a:lnTo>
                  <a:pt x="1996" y="1230"/>
                </a:lnTo>
                <a:lnTo>
                  <a:pt x="1996" y="1229"/>
                </a:lnTo>
                <a:lnTo>
                  <a:pt x="1996" y="1228"/>
                </a:lnTo>
                <a:lnTo>
                  <a:pt x="1995" y="1228"/>
                </a:lnTo>
                <a:lnTo>
                  <a:pt x="1995" y="1229"/>
                </a:lnTo>
                <a:lnTo>
                  <a:pt x="1994" y="1230"/>
                </a:lnTo>
                <a:lnTo>
                  <a:pt x="1993" y="1230"/>
                </a:lnTo>
                <a:lnTo>
                  <a:pt x="1992" y="1230"/>
                </a:lnTo>
                <a:lnTo>
                  <a:pt x="1991" y="1230"/>
                </a:lnTo>
                <a:lnTo>
                  <a:pt x="1990" y="1230"/>
                </a:lnTo>
                <a:lnTo>
                  <a:pt x="1989" y="1230"/>
                </a:lnTo>
                <a:lnTo>
                  <a:pt x="1989" y="1231"/>
                </a:lnTo>
                <a:lnTo>
                  <a:pt x="1988" y="1231"/>
                </a:lnTo>
                <a:lnTo>
                  <a:pt x="1987" y="1232"/>
                </a:lnTo>
                <a:lnTo>
                  <a:pt x="1986" y="1232"/>
                </a:lnTo>
                <a:lnTo>
                  <a:pt x="1986" y="1233"/>
                </a:lnTo>
                <a:lnTo>
                  <a:pt x="1985" y="1234"/>
                </a:lnTo>
                <a:lnTo>
                  <a:pt x="1984" y="1234"/>
                </a:lnTo>
                <a:lnTo>
                  <a:pt x="1983" y="1234"/>
                </a:lnTo>
                <a:lnTo>
                  <a:pt x="1983" y="1233"/>
                </a:lnTo>
                <a:lnTo>
                  <a:pt x="1981" y="1233"/>
                </a:lnTo>
                <a:lnTo>
                  <a:pt x="1980" y="1233"/>
                </a:lnTo>
                <a:lnTo>
                  <a:pt x="1979" y="1233"/>
                </a:lnTo>
                <a:lnTo>
                  <a:pt x="1978" y="1233"/>
                </a:lnTo>
                <a:lnTo>
                  <a:pt x="1977" y="1233"/>
                </a:lnTo>
                <a:lnTo>
                  <a:pt x="1976" y="1233"/>
                </a:lnTo>
                <a:lnTo>
                  <a:pt x="1975" y="1233"/>
                </a:lnTo>
                <a:lnTo>
                  <a:pt x="1974" y="1233"/>
                </a:lnTo>
                <a:lnTo>
                  <a:pt x="1973" y="1233"/>
                </a:lnTo>
                <a:lnTo>
                  <a:pt x="1972" y="1233"/>
                </a:lnTo>
                <a:lnTo>
                  <a:pt x="1971" y="1233"/>
                </a:lnTo>
                <a:lnTo>
                  <a:pt x="1970" y="1233"/>
                </a:lnTo>
                <a:lnTo>
                  <a:pt x="1970" y="1232"/>
                </a:lnTo>
                <a:lnTo>
                  <a:pt x="1969" y="1232"/>
                </a:lnTo>
                <a:lnTo>
                  <a:pt x="1968" y="1232"/>
                </a:lnTo>
                <a:lnTo>
                  <a:pt x="1966" y="1232"/>
                </a:lnTo>
                <a:lnTo>
                  <a:pt x="1965" y="1232"/>
                </a:lnTo>
                <a:lnTo>
                  <a:pt x="1964" y="1232"/>
                </a:lnTo>
                <a:lnTo>
                  <a:pt x="1963" y="1231"/>
                </a:lnTo>
                <a:lnTo>
                  <a:pt x="1962" y="1231"/>
                </a:lnTo>
                <a:lnTo>
                  <a:pt x="1962" y="1232"/>
                </a:lnTo>
                <a:lnTo>
                  <a:pt x="1961" y="1232"/>
                </a:lnTo>
                <a:lnTo>
                  <a:pt x="1960" y="1232"/>
                </a:lnTo>
                <a:lnTo>
                  <a:pt x="1959" y="1232"/>
                </a:lnTo>
                <a:lnTo>
                  <a:pt x="1958" y="1233"/>
                </a:lnTo>
                <a:lnTo>
                  <a:pt x="1958" y="1232"/>
                </a:lnTo>
                <a:lnTo>
                  <a:pt x="1957" y="1232"/>
                </a:lnTo>
                <a:lnTo>
                  <a:pt x="1956" y="1232"/>
                </a:lnTo>
                <a:lnTo>
                  <a:pt x="1955" y="1232"/>
                </a:lnTo>
                <a:lnTo>
                  <a:pt x="1955" y="1231"/>
                </a:lnTo>
                <a:lnTo>
                  <a:pt x="1955" y="1230"/>
                </a:lnTo>
                <a:lnTo>
                  <a:pt x="1954" y="1229"/>
                </a:lnTo>
                <a:lnTo>
                  <a:pt x="1954" y="1228"/>
                </a:lnTo>
                <a:lnTo>
                  <a:pt x="1953" y="1227"/>
                </a:lnTo>
                <a:lnTo>
                  <a:pt x="1953" y="1226"/>
                </a:lnTo>
                <a:lnTo>
                  <a:pt x="1953" y="1225"/>
                </a:lnTo>
                <a:lnTo>
                  <a:pt x="1953" y="1224"/>
                </a:lnTo>
                <a:lnTo>
                  <a:pt x="1953" y="1225"/>
                </a:lnTo>
                <a:lnTo>
                  <a:pt x="1952" y="1225"/>
                </a:lnTo>
                <a:lnTo>
                  <a:pt x="1951" y="1225"/>
                </a:lnTo>
                <a:lnTo>
                  <a:pt x="1951" y="1226"/>
                </a:lnTo>
                <a:lnTo>
                  <a:pt x="1950" y="1226"/>
                </a:lnTo>
                <a:lnTo>
                  <a:pt x="1949" y="1226"/>
                </a:lnTo>
                <a:lnTo>
                  <a:pt x="1948" y="1227"/>
                </a:lnTo>
                <a:lnTo>
                  <a:pt x="1947" y="1227"/>
                </a:lnTo>
                <a:lnTo>
                  <a:pt x="1946" y="1228"/>
                </a:lnTo>
                <a:lnTo>
                  <a:pt x="1946" y="1229"/>
                </a:lnTo>
                <a:lnTo>
                  <a:pt x="1945" y="1230"/>
                </a:lnTo>
                <a:lnTo>
                  <a:pt x="1943" y="1230"/>
                </a:lnTo>
                <a:lnTo>
                  <a:pt x="1942" y="1230"/>
                </a:lnTo>
                <a:lnTo>
                  <a:pt x="1941" y="1230"/>
                </a:lnTo>
                <a:lnTo>
                  <a:pt x="1941" y="1229"/>
                </a:lnTo>
                <a:lnTo>
                  <a:pt x="1940" y="1229"/>
                </a:lnTo>
                <a:lnTo>
                  <a:pt x="1939" y="1229"/>
                </a:lnTo>
                <a:lnTo>
                  <a:pt x="1939" y="1228"/>
                </a:lnTo>
                <a:lnTo>
                  <a:pt x="1938" y="1227"/>
                </a:lnTo>
                <a:lnTo>
                  <a:pt x="1937" y="1227"/>
                </a:lnTo>
                <a:lnTo>
                  <a:pt x="1936" y="1228"/>
                </a:lnTo>
                <a:lnTo>
                  <a:pt x="1935" y="1228"/>
                </a:lnTo>
                <a:lnTo>
                  <a:pt x="1934" y="1228"/>
                </a:lnTo>
                <a:lnTo>
                  <a:pt x="1933" y="1228"/>
                </a:lnTo>
                <a:lnTo>
                  <a:pt x="1933" y="1227"/>
                </a:lnTo>
                <a:lnTo>
                  <a:pt x="1932" y="1227"/>
                </a:lnTo>
                <a:lnTo>
                  <a:pt x="1932" y="1228"/>
                </a:lnTo>
                <a:lnTo>
                  <a:pt x="1931" y="1228"/>
                </a:lnTo>
                <a:lnTo>
                  <a:pt x="1930" y="1227"/>
                </a:lnTo>
                <a:lnTo>
                  <a:pt x="1929" y="1227"/>
                </a:lnTo>
                <a:lnTo>
                  <a:pt x="1928" y="1227"/>
                </a:lnTo>
                <a:lnTo>
                  <a:pt x="1927" y="1227"/>
                </a:lnTo>
                <a:lnTo>
                  <a:pt x="1926" y="1227"/>
                </a:lnTo>
                <a:lnTo>
                  <a:pt x="1926" y="1228"/>
                </a:lnTo>
                <a:lnTo>
                  <a:pt x="1925" y="1227"/>
                </a:lnTo>
                <a:lnTo>
                  <a:pt x="1924" y="1227"/>
                </a:lnTo>
                <a:lnTo>
                  <a:pt x="1924" y="1228"/>
                </a:lnTo>
                <a:lnTo>
                  <a:pt x="1921" y="1228"/>
                </a:lnTo>
                <a:lnTo>
                  <a:pt x="1919" y="1228"/>
                </a:lnTo>
                <a:lnTo>
                  <a:pt x="1918" y="1228"/>
                </a:lnTo>
                <a:lnTo>
                  <a:pt x="1918" y="1229"/>
                </a:lnTo>
                <a:lnTo>
                  <a:pt x="1917" y="1229"/>
                </a:lnTo>
                <a:lnTo>
                  <a:pt x="1915" y="1229"/>
                </a:lnTo>
                <a:lnTo>
                  <a:pt x="1914" y="1229"/>
                </a:lnTo>
                <a:lnTo>
                  <a:pt x="1914" y="1230"/>
                </a:lnTo>
                <a:lnTo>
                  <a:pt x="1915" y="1230"/>
                </a:lnTo>
                <a:lnTo>
                  <a:pt x="1915" y="1231"/>
                </a:lnTo>
                <a:lnTo>
                  <a:pt x="1914" y="1230"/>
                </a:lnTo>
                <a:lnTo>
                  <a:pt x="1914" y="1231"/>
                </a:lnTo>
                <a:lnTo>
                  <a:pt x="1913" y="1231"/>
                </a:lnTo>
                <a:lnTo>
                  <a:pt x="1912" y="1231"/>
                </a:lnTo>
                <a:lnTo>
                  <a:pt x="1911" y="1231"/>
                </a:lnTo>
                <a:lnTo>
                  <a:pt x="1910" y="1231"/>
                </a:lnTo>
                <a:lnTo>
                  <a:pt x="1910" y="1230"/>
                </a:lnTo>
                <a:lnTo>
                  <a:pt x="1909" y="1229"/>
                </a:lnTo>
                <a:lnTo>
                  <a:pt x="1909" y="1228"/>
                </a:lnTo>
                <a:lnTo>
                  <a:pt x="1909" y="1227"/>
                </a:lnTo>
                <a:lnTo>
                  <a:pt x="1909" y="1226"/>
                </a:lnTo>
                <a:lnTo>
                  <a:pt x="1909" y="1225"/>
                </a:lnTo>
                <a:lnTo>
                  <a:pt x="1908" y="1225"/>
                </a:lnTo>
                <a:lnTo>
                  <a:pt x="1909" y="1225"/>
                </a:lnTo>
                <a:lnTo>
                  <a:pt x="1910" y="1224"/>
                </a:lnTo>
                <a:lnTo>
                  <a:pt x="1910" y="1223"/>
                </a:lnTo>
                <a:lnTo>
                  <a:pt x="1909" y="1223"/>
                </a:lnTo>
                <a:lnTo>
                  <a:pt x="1909" y="1222"/>
                </a:lnTo>
                <a:lnTo>
                  <a:pt x="1909" y="1220"/>
                </a:lnTo>
                <a:lnTo>
                  <a:pt x="1908" y="1219"/>
                </a:lnTo>
                <a:lnTo>
                  <a:pt x="1908" y="1218"/>
                </a:lnTo>
                <a:lnTo>
                  <a:pt x="1907" y="1217"/>
                </a:lnTo>
                <a:lnTo>
                  <a:pt x="1906" y="1217"/>
                </a:lnTo>
                <a:lnTo>
                  <a:pt x="1905" y="1217"/>
                </a:lnTo>
                <a:lnTo>
                  <a:pt x="1904" y="1216"/>
                </a:lnTo>
                <a:lnTo>
                  <a:pt x="1903" y="1216"/>
                </a:lnTo>
                <a:lnTo>
                  <a:pt x="1902" y="1216"/>
                </a:lnTo>
                <a:lnTo>
                  <a:pt x="1901" y="1216"/>
                </a:lnTo>
                <a:lnTo>
                  <a:pt x="1902" y="1215"/>
                </a:lnTo>
                <a:lnTo>
                  <a:pt x="1902" y="1214"/>
                </a:lnTo>
                <a:lnTo>
                  <a:pt x="1904" y="1214"/>
                </a:lnTo>
                <a:lnTo>
                  <a:pt x="1905" y="1214"/>
                </a:lnTo>
                <a:lnTo>
                  <a:pt x="1905" y="1213"/>
                </a:lnTo>
                <a:lnTo>
                  <a:pt x="1904" y="1213"/>
                </a:lnTo>
                <a:lnTo>
                  <a:pt x="1905" y="1212"/>
                </a:lnTo>
                <a:lnTo>
                  <a:pt x="1906" y="1212"/>
                </a:lnTo>
                <a:lnTo>
                  <a:pt x="1906" y="1211"/>
                </a:lnTo>
                <a:lnTo>
                  <a:pt x="1906" y="1210"/>
                </a:lnTo>
                <a:lnTo>
                  <a:pt x="1905" y="1209"/>
                </a:lnTo>
                <a:lnTo>
                  <a:pt x="1905" y="1208"/>
                </a:lnTo>
                <a:lnTo>
                  <a:pt x="1905" y="1207"/>
                </a:lnTo>
                <a:lnTo>
                  <a:pt x="1905" y="1206"/>
                </a:lnTo>
                <a:lnTo>
                  <a:pt x="1906" y="1206"/>
                </a:lnTo>
                <a:lnTo>
                  <a:pt x="1905" y="1205"/>
                </a:lnTo>
                <a:lnTo>
                  <a:pt x="1904" y="1205"/>
                </a:lnTo>
                <a:lnTo>
                  <a:pt x="1904" y="1206"/>
                </a:lnTo>
                <a:lnTo>
                  <a:pt x="1903" y="1206"/>
                </a:lnTo>
                <a:lnTo>
                  <a:pt x="1903" y="1205"/>
                </a:lnTo>
                <a:lnTo>
                  <a:pt x="1902" y="1205"/>
                </a:lnTo>
                <a:lnTo>
                  <a:pt x="1901" y="1205"/>
                </a:lnTo>
                <a:lnTo>
                  <a:pt x="1901" y="1204"/>
                </a:lnTo>
                <a:lnTo>
                  <a:pt x="1900" y="1204"/>
                </a:lnTo>
                <a:lnTo>
                  <a:pt x="1898" y="1204"/>
                </a:lnTo>
                <a:lnTo>
                  <a:pt x="1898" y="1203"/>
                </a:lnTo>
                <a:lnTo>
                  <a:pt x="1897" y="1203"/>
                </a:lnTo>
                <a:lnTo>
                  <a:pt x="1897" y="1201"/>
                </a:lnTo>
                <a:lnTo>
                  <a:pt x="1896" y="1199"/>
                </a:lnTo>
                <a:lnTo>
                  <a:pt x="1897" y="1199"/>
                </a:lnTo>
                <a:lnTo>
                  <a:pt x="1897" y="1198"/>
                </a:lnTo>
                <a:lnTo>
                  <a:pt x="1896" y="1197"/>
                </a:lnTo>
                <a:lnTo>
                  <a:pt x="1895" y="1197"/>
                </a:lnTo>
                <a:lnTo>
                  <a:pt x="1895" y="1196"/>
                </a:lnTo>
                <a:lnTo>
                  <a:pt x="1894" y="1196"/>
                </a:lnTo>
                <a:lnTo>
                  <a:pt x="1894" y="1195"/>
                </a:lnTo>
                <a:lnTo>
                  <a:pt x="1893" y="1195"/>
                </a:lnTo>
                <a:lnTo>
                  <a:pt x="1893" y="1194"/>
                </a:lnTo>
                <a:lnTo>
                  <a:pt x="1892" y="1194"/>
                </a:lnTo>
                <a:lnTo>
                  <a:pt x="1892" y="1193"/>
                </a:lnTo>
                <a:lnTo>
                  <a:pt x="1892" y="1192"/>
                </a:lnTo>
                <a:lnTo>
                  <a:pt x="1891" y="1191"/>
                </a:lnTo>
                <a:lnTo>
                  <a:pt x="1891" y="1190"/>
                </a:lnTo>
                <a:lnTo>
                  <a:pt x="1891" y="1189"/>
                </a:lnTo>
                <a:lnTo>
                  <a:pt x="1890" y="1189"/>
                </a:lnTo>
                <a:lnTo>
                  <a:pt x="1889" y="1189"/>
                </a:lnTo>
                <a:lnTo>
                  <a:pt x="1889" y="1188"/>
                </a:lnTo>
                <a:lnTo>
                  <a:pt x="1889" y="1187"/>
                </a:lnTo>
                <a:lnTo>
                  <a:pt x="1890" y="1187"/>
                </a:lnTo>
                <a:lnTo>
                  <a:pt x="1890" y="1186"/>
                </a:lnTo>
                <a:lnTo>
                  <a:pt x="1890" y="1185"/>
                </a:lnTo>
                <a:lnTo>
                  <a:pt x="1889" y="1185"/>
                </a:lnTo>
                <a:lnTo>
                  <a:pt x="1890" y="1184"/>
                </a:lnTo>
                <a:lnTo>
                  <a:pt x="1890" y="1183"/>
                </a:lnTo>
                <a:lnTo>
                  <a:pt x="1891" y="1183"/>
                </a:lnTo>
                <a:lnTo>
                  <a:pt x="1891" y="1182"/>
                </a:lnTo>
                <a:lnTo>
                  <a:pt x="1890" y="1182"/>
                </a:lnTo>
                <a:lnTo>
                  <a:pt x="1891" y="1181"/>
                </a:lnTo>
                <a:lnTo>
                  <a:pt x="1892" y="1181"/>
                </a:lnTo>
                <a:lnTo>
                  <a:pt x="1894" y="1180"/>
                </a:lnTo>
                <a:lnTo>
                  <a:pt x="1895" y="1181"/>
                </a:lnTo>
                <a:lnTo>
                  <a:pt x="1896" y="1180"/>
                </a:lnTo>
                <a:lnTo>
                  <a:pt x="1897" y="1180"/>
                </a:lnTo>
                <a:lnTo>
                  <a:pt x="1898" y="1180"/>
                </a:lnTo>
                <a:lnTo>
                  <a:pt x="1899" y="1182"/>
                </a:lnTo>
                <a:lnTo>
                  <a:pt x="1899" y="1183"/>
                </a:lnTo>
                <a:lnTo>
                  <a:pt x="1899" y="1184"/>
                </a:lnTo>
                <a:lnTo>
                  <a:pt x="1900" y="1184"/>
                </a:lnTo>
                <a:lnTo>
                  <a:pt x="1900" y="1185"/>
                </a:lnTo>
                <a:lnTo>
                  <a:pt x="1901" y="1185"/>
                </a:lnTo>
                <a:lnTo>
                  <a:pt x="1902" y="1185"/>
                </a:lnTo>
                <a:lnTo>
                  <a:pt x="1903" y="1185"/>
                </a:lnTo>
                <a:lnTo>
                  <a:pt x="1903" y="1184"/>
                </a:lnTo>
                <a:lnTo>
                  <a:pt x="1904" y="1184"/>
                </a:lnTo>
                <a:lnTo>
                  <a:pt x="1905" y="1184"/>
                </a:lnTo>
                <a:lnTo>
                  <a:pt x="1905" y="1183"/>
                </a:lnTo>
                <a:lnTo>
                  <a:pt x="1905" y="1182"/>
                </a:lnTo>
                <a:lnTo>
                  <a:pt x="1905" y="1181"/>
                </a:lnTo>
                <a:lnTo>
                  <a:pt x="1905" y="1180"/>
                </a:lnTo>
                <a:lnTo>
                  <a:pt x="1906" y="1179"/>
                </a:lnTo>
                <a:lnTo>
                  <a:pt x="1906" y="1178"/>
                </a:lnTo>
                <a:lnTo>
                  <a:pt x="1907" y="1178"/>
                </a:lnTo>
                <a:lnTo>
                  <a:pt x="1907" y="1177"/>
                </a:lnTo>
                <a:lnTo>
                  <a:pt x="1908" y="1177"/>
                </a:lnTo>
                <a:lnTo>
                  <a:pt x="1908" y="1176"/>
                </a:lnTo>
                <a:lnTo>
                  <a:pt x="1907" y="1176"/>
                </a:lnTo>
                <a:lnTo>
                  <a:pt x="1907" y="1175"/>
                </a:lnTo>
                <a:lnTo>
                  <a:pt x="1907" y="1174"/>
                </a:lnTo>
                <a:lnTo>
                  <a:pt x="1907" y="1173"/>
                </a:lnTo>
                <a:lnTo>
                  <a:pt x="1906" y="1173"/>
                </a:lnTo>
                <a:lnTo>
                  <a:pt x="1904" y="1172"/>
                </a:lnTo>
                <a:lnTo>
                  <a:pt x="1904" y="1171"/>
                </a:lnTo>
                <a:lnTo>
                  <a:pt x="1903" y="1170"/>
                </a:lnTo>
                <a:lnTo>
                  <a:pt x="1902" y="1170"/>
                </a:lnTo>
                <a:lnTo>
                  <a:pt x="1901" y="1170"/>
                </a:lnTo>
                <a:lnTo>
                  <a:pt x="1901" y="1169"/>
                </a:lnTo>
                <a:lnTo>
                  <a:pt x="1901" y="1168"/>
                </a:lnTo>
                <a:lnTo>
                  <a:pt x="1902" y="1168"/>
                </a:lnTo>
                <a:lnTo>
                  <a:pt x="1903" y="1168"/>
                </a:lnTo>
                <a:lnTo>
                  <a:pt x="1904" y="1167"/>
                </a:lnTo>
                <a:lnTo>
                  <a:pt x="1904" y="1166"/>
                </a:lnTo>
                <a:lnTo>
                  <a:pt x="1905" y="1165"/>
                </a:lnTo>
                <a:lnTo>
                  <a:pt x="1904" y="1165"/>
                </a:lnTo>
                <a:lnTo>
                  <a:pt x="1904" y="1164"/>
                </a:lnTo>
                <a:lnTo>
                  <a:pt x="1905" y="1163"/>
                </a:lnTo>
                <a:lnTo>
                  <a:pt x="1905" y="1162"/>
                </a:lnTo>
                <a:lnTo>
                  <a:pt x="1904" y="1162"/>
                </a:lnTo>
                <a:lnTo>
                  <a:pt x="1904" y="1161"/>
                </a:lnTo>
                <a:lnTo>
                  <a:pt x="1904" y="1160"/>
                </a:lnTo>
                <a:lnTo>
                  <a:pt x="1903" y="1160"/>
                </a:lnTo>
                <a:lnTo>
                  <a:pt x="1901" y="1160"/>
                </a:lnTo>
                <a:lnTo>
                  <a:pt x="1900" y="1160"/>
                </a:lnTo>
                <a:lnTo>
                  <a:pt x="1899" y="1160"/>
                </a:lnTo>
                <a:lnTo>
                  <a:pt x="1898" y="1159"/>
                </a:lnTo>
                <a:lnTo>
                  <a:pt x="1899" y="1159"/>
                </a:lnTo>
                <a:lnTo>
                  <a:pt x="1900" y="1159"/>
                </a:lnTo>
                <a:lnTo>
                  <a:pt x="1901" y="1159"/>
                </a:lnTo>
                <a:lnTo>
                  <a:pt x="1902" y="1158"/>
                </a:lnTo>
                <a:lnTo>
                  <a:pt x="1903" y="1158"/>
                </a:lnTo>
                <a:lnTo>
                  <a:pt x="1903" y="1157"/>
                </a:lnTo>
                <a:lnTo>
                  <a:pt x="1904" y="1156"/>
                </a:lnTo>
                <a:lnTo>
                  <a:pt x="1904" y="1155"/>
                </a:lnTo>
                <a:lnTo>
                  <a:pt x="1903" y="1155"/>
                </a:lnTo>
                <a:lnTo>
                  <a:pt x="1902" y="1154"/>
                </a:lnTo>
                <a:lnTo>
                  <a:pt x="1902" y="1153"/>
                </a:lnTo>
                <a:lnTo>
                  <a:pt x="1901" y="1153"/>
                </a:lnTo>
                <a:lnTo>
                  <a:pt x="1901" y="1152"/>
                </a:lnTo>
                <a:lnTo>
                  <a:pt x="1900" y="1152"/>
                </a:lnTo>
                <a:lnTo>
                  <a:pt x="1899" y="1152"/>
                </a:lnTo>
                <a:lnTo>
                  <a:pt x="1898" y="1152"/>
                </a:lnTo>
                <a:lnTo>
                  <a:pt x="1897" y="1152"/>
                </a:lnTo>
                <a:lnTo>
                  <a:pt x="1897" y="1153"/>
                </a:lnTo>
                <a:lnTo>
                  <a:pt x="1897" y="1154"/>
                </a:lnTo>
                <a:lnTo>
                  <a:pt x="1897" y="1155"/>
                </a:lnTo>
                <a:lnTo>
                  <a:pt x="1897" y="1156"/>
                </a:lnTo>
                <a:lnTo>
                  <a:pt x="1896" y="1156"/>
                </a:lnTo>
                <a:lnTo>
                  <a:pt x="1896" y="1157"/>
                </a:lnTo>
                <a:lnTo>
                  <a:pt x="1895" y="1158"/>
                </a:lnTo>
                <a:lnTo>
                  <a:pt x="1892" y="1158"/>
                </a:lnTo>
                <a:lnTo>
                  <a:pt x="1891" y="1158"/>
                </a:lnTo>
                <a:lnTo>
                  <a:pt x="1890" y="1158"/>
                </a:lnTo>
                <a:lnTo>
                  <a:pt x="1888" y="1157"/>
                </a:lnTo>
                <a:lnTo>
                  <a:pt x="1887" y="1157"/>
                </a:lnTo>
                <a:lnTo>
                  <a:pt x="1888" y="1157"/>
                </a:lnTo>
                <a:lnTo>
                  <a:pt x="1889" y="1156"/>
                </a:lnTo>
                <a:lnTo>
                  <a:pt x="1890" y="1156"/>
                </a:lnTo>
                <a:lnTo>
                  <a:pt x="1890" y="1155"/>
                </a:lnTo>
                <a:lnTo>
                  <a:pt x="1889" y="1154"/>
                </a:lnTo>
                <a:lnTo>
                  <a:pt x="1890" y="1154"/>
                </a:lnTo>
                <a:lnTo>
                  <a:pt x="1891" y="1155"/>
                </a:lnTo>
                <a:lnTo>
                  <a:pt x="1891" y="1154"/>
                </a:lnTo>
                <a:lnTo>
                  <a:pt x="1891" y="1153"/>
                </a:lnTo>
                <a:lnTo>
                  <a:pt x="1892" y="1153"/>
                </a:lnTo>
                <a:lnTo>
                  <a:pt x="1891" y="1152"/>
                </a:lnTo>
                <a:lnTo>
                  <a:pt x="1890" y="1152"/>
                </a:lnTo>
                <a:lnTo>
                  <a:pt x="1890" y="1151"/>
                </a:lnTo>
                <a:lnTo>
                  <a:pt x="1889" y="1151"/>
                </a:lnTo>
                <a:lnTo>
                  <a:pt x="1888" y="1151"/>
                </a:lnTo>
                <a:lnTo>
                  <a:pt x="1887" y="1151"/>
                </a:lnTo>
                <a:lnTo>
                  <a:pt x="1886" y="1150"/>
                </a:lnTo>
                <a:lnTo>
                  <a:pt x="1885" y="1150"/>
                </a:lnTo>
                <a:lnTo>
                  <a:pt x="1885" y="1149"/>
                </a:lnTo>
                <a:lnTo>
                  <a:pt x="1886" y="1149"/>
                </a:lnTo>
                <a:lnTo>
                  <a:pt x="1886" y="1148"/>
                </a:lnTo>
                <a:lnTo>
                  <a:pt x="1886" y="1147"/>
                </a:lnTo>
                <a:lnTo>
                  <a:pt x="1886" y="1146"/>
                </a:lnTo>
                <a:lnTo>
                  <a:pt x="1887" y="1145"/>
                </a:lnTo>
                <a:lnTo>
                  <a:pt x="1888" y="1144"/>
                </a:lnTo>
                <a:lnTo>
                  <a:pt x="1887" y="1144"/>
                </a:lnTo>
                <a:lnTo>
                  <a:pt x="1886" y="1143"/>
                </a:lnTo>
                <a:lnTo>
                  <a:pt x="1884" y="1142"/>
                </a:lnTo>
                <a:lnTo>
                  <a:pt x="1883" y="1142"/>
                </a:lnTo>
                <a:lnTo>
                  <a:pt x="1883" y="1141"/>
                </a:lnTo>
                <a:lnTo>
                  <a:pt x="1882" y="1141"/>
                </a:lnTo>
                <a:lnTo>
                  <a:pt x="1881" y="1141"/>
                </a:lnTo>
                <a:lnTo>
                  <a:pt x="1880" y="1140"/>
                </a:lnTo>
                <a:lnTo>
                  <a:pt x="1880" y="1139"/>
                </a:lnTo>
                <a:lnTo>
                  <a:pt x="1879" y="1139"/>
                </a:lnTo>
                <a:lnTo>
                  <a:pt x="1878" y="1139"/>
                </a:lnTo>
                <a:lnTo>
                  <a:pt x="1878" y="1138"/>
                </a:lnTo>
                <a:lnTo>
                  <a:pt x="1877" y="1138"/>
                </a:lnTo>
                <a:lnTo>
                  <a:pt x="1876" y="1137"/>
                </a:lnTo>
                <a:lnTo>
                  <a:pt x="1875" y="1137"/>
                </a:lnTo>
                <a:lnTo>
                  <a:pt x="1874" y="1136"/>
                </a:lnTo>
                <a:lnTo>
                  <a:pt x="1876" y="1135"/>
                </a:lnTo>
                <a:lnTo>
                  <a:pt x="1877" y="1135"/>
                </a:lnTo>
                <a:lnTo>
                  <a:pt x="1878" y="1135"/>
                </a:lnTo>
                <a:lnTo>
                  <a:pt x="1878" y="1134"/>
                </a:lnTo>
                <a:lnTo>
                  <a:pt x="1879" y="1133"/>
                </a:lnTo>
                <a:lnTo>
                  <a:pt x="1880" y="1133"/>
                </a:lnTo>
                <a:lnTo>
                  <a:pt x="1881" y="1133"/>
                </a:lnTo>
                <a:lnTo>
                  <a:pt x="1882" y="1132"/>
                </a:lnTo>
                <a:lnTo>
                  <a:pt x="1882" y="1131"/>
                </a:lnTo>
                <a:lnTo>
                  <a:pt x="1882" y="1129"/>
                </a:lnTo>
                <a:lnTo>
                  <a:pt x="1881" y="1129"/>
                </a:lnTo>
                <a:lnTo>
                  <a:pt x="1880" y="1129"/>
                </a:lnTo>
                <a:lnTo>
                  <a:pt x="1879" y="1129"/>
                </a:lnTo>
                <a:lnTo>
                  <a:pt x="1880" y="1129"/>
                </a:lnTo>
                <a:lnTo>
                  <a:pt x="1880" y="1128"/>
                </a:lnTo>
                <a:lnTo>
                  <a:pt x="1879" y="1128"/>
                </a:lnTo>
                <a:lnTo>
                  <a:pt x="1879" y="1127"/>
                </a:lnTo>
                <a:lnTo>
                  <a:pt x="1878" y="1127"/>
                </a:lnTo>
                <a:lnTo>
                  <a:pt x="1878" y="1126"/>
                </a:lnTo>
                <a:lnTo>
                  <a:pt x="1878" y="1125"/>
                </a:lnTo>
                <a:lnTo>
                  <a:pt x="1879" y="1123"/>
                </a:lnTo>
                <a:lnTo>
                  <a:pt x="1880" y="1122"/>
                </a:lnTo>
                <a:lnTo>
                  <a:pt x="1880" y="1121"/>
                </a:lnTo>
                <a:lnTo>
                  <a:pt x="1879" y="1121"/>
                </a:lnTo>
                <a:lnTo>
                  <a:pt x="1879" y="1120"/>
                </a:lnTo>
                <a:lnTo>
                  <a:pt x="1878" y="1119"/>
                </a:lnTo>
                <a:lnTo>
                  <a:pt x="1877" y="1119"/>
                </a:lnTo>
                <a:lnTo>
                  <a:pt x="1877" y="1118"/>
                </a:lnTo>
                <a:lnTo>
                  <a:pt x="1876" y="1118"/>
                </a:lnTo>
                <a:lnTo>
                  <a:pt x="1875" y="1117"/>
                </a:lnTo>
                <a:lnTo>
                  <a:pt x="1874" y="1117"/>
                </a:lnTo>
                <a:lnTo>
                  <a:pt x="1872" y="1115"/>
                </a:lnTo>
                <a:lnTo>
                  <a:pt x="1872" y="1114"/>
                </a:lnTo>
                <a:lnTo>
                  <a:pt x="1871" y="1113"/>
                </a:lnTo>
                <a:lnTo>
                  <a:pt x="1870" y="1112"/>
                </a:lnTo>
                <a:lnTo>
                  <a:pt x="1869" y="1112"/>
                </a:lnTo>
                <a:lnTo>
                  <a:pt x="1868" y="1112"/>
                </a:lnTo>
                <a:lnTo>
                  <a:pt x="1868" y="1111"/>
                </a:lnTo>
                <a:lnTo>
                  <a:pt x="1867" y="1111"/>
                </a:lnTo>
                <a:lnTo>
                  <a:pt x="1867" y="1110"/>
                </a:lnTo>
                <a:lnTo>
                  <a:pt x="1866" y="1110"/>
                </a:lnTo>
                <a:lnTo>
                  <a:pt x="1866" y="1111"/>
                </a:lnTo>
                <a:lnTo>
                  <a:pt x="1866" y="1110"/>
                </a:lnTo>
                <a:lnTo>
                  <a:pt x="1865" y="1110"/>
                </a:lnTo>
                <a:lnTo>
                  <a:pt x="1865" y="1108"/>
                </a:lnTo>
                <a:lnTo>
                  <a:pt x="1864" y="1106"/>
                </a:lnTo>
                <a:lnTo>
                  <a:pt x="1864" y="1105"/>
                </a:lnTo>
                <a:lnTo>
                  <a:pt x="1863" y="1105"/>
                </a:lnTo>
                <a:lnTo>
                  <a:pt x="1863" y="1104"/>
                </a:lnTo>
                <a:lnTo>
                  <a:pt x="1862" y="1103"/>
                </a:lnTo>
                <a:lnTo>
                  <a:pt x="1860" y="1102"/>
                </a:lnTo>
                <a:lnTo>
                  <a:pt x="1858" y="1101"/>
                </a:lnTo>
                <a:lnTo>
                  <a:pt x="1859" y="1100"/>
                </a:lnTo>
                <a:lnTo>
                  <a:pt x="1859" y="1099"/>
                </a:lnTo>
                <a:lnTo>
                  <a:pt x="1859" y="1098"/>
                </a:lnTo>
                <a:lnTo>
                  <a:pt x="1860" y="1098"/>
                </a:lnTo>
                <a:lnTo>
                  <a:pt x="1859" y="1098"/>
                </a:lnTo>
                <a:lnTo>
                  <a:pt x="1858" y="1098"/>
                </a:lnTo>
                <a:lnTo>
                  <a:pt x="1857" y="1098"/>
                </a:lnTo>
                <a:lnTo>
                  <a:pt x="1855" y="1099"/>
                </a:lnTo>
                <a:lnTo>
                  <a:pt x="1855" y="1100"/>
                </a:lnTo>
                <a:lnTo>
                  <a:pt x="1854" y="1100"/>
                </a:lnTo>
                <a:lnTo>
                  <a:pt x="1853" y="1100"/>
                </a:lnTo>
                <a:lnTo>
                  <a:pt x="1852" y="1100"/>
                </a:lnTo>
                <a:lnTo>
                  <a:pt x="1851" y="1100"/>
                </a:lnTo>
                <a:lnTo>
                  <a:pt x="1851" y="1101"/>
                </a:lnTo>
                <a:lnTo>
                  <a:pt x="1850" y="1101"/>
                </a:lnTo>
                <a:lnTo>
                  <a:pt x="1849" y="1101"/>
                </a:lnTo>
                <a:lnTo>
                  <a:pt x="1848" y="1101"/>
                </a:lnTo>
                <a:lnTo>
                  <a:pt x="1847" y="1101"/>
                </a:lnTo>
                <a:lnTo>
                  <a:pt x="1846" y="1101"/>
                </a:lnTo>
                <a:lnTo>
                  <a:pt x="1845" y="1101"/>
                </a:lnTo>
                <a:lnTo>
                  <a:pt x="1842" y="1100"/>
                </a:lnTo>
                <a:lnTo>
                  <a:pt x="1841" y="1100"/>
                </a:lnTo>
                <a:lnTo>
                  <a:pt x="1841" y="1099"/>
                </a:lnTo>
                <a:lnTo>
                  <a:pt x="1840" y="1099"/>
                </a:lnTo>
                <a:lnTo>
                  <a:pt x="1839" y="1099"/>
                </a:lnTo>
                <a:lnTo>
                  <a:pt x="1836" y="1099"/>
                </a:lnTo>
                <a:lnTo>
                  <a:pt x="1835" y="1099"/>
                </a:lnTo>
                <a:lnTo>
                  <a:pt x="1835" y="1100"/>
                </a:lnTo>
                <a:lnTo>
                  <a:pt x="1835" y="1101"/>
                </a:lnTo>
                <a:lnTo>
                  <a:pt x="1834" y="1101"/>
                </a:lnTo>
                <a:lnTo>
                  <a:pt x="1834" y="1100"/>
                </a:lnTo>
                <a:lnTo>
                  <a:pt x="1833" y="1100"/>
                </a:lnTo>
                <a:lnTo>
                  <a:pt x="1831" y="1100"/>
                </a:lnTo>
                <a:lnTo>
                  <a:pt x="1830" y="1099"/>
                </a:lnTo>
                <a:lnTo>
                  <a:pt x="1829" y="1099"/>
                </a:lnTo>
                <a:lnTo>
                  <a:pt x="1829" y="1100"/>
                </a:lnTo>
                <a:lnTo>
                  <a:pt x="1828" y="1100"/>
                </a:lnTo>
                <a:lnTo>
                  <a:pt x="1828" y="1101"/>
                </a:lnTo>
                <a:lnTo>
                  <a:pt x="1827" y="1101"/>
                </a:lnTo>
                <a:lnTo>
                  <a:pt x="1826" y="1101"/>
                </a:lnTo>
                <a:lnTo>
                  <a:pt x="1826" y="1102"/>
                </a:lnTo>
                <a:lnTo>
                  <a:pt x="1826" y="1103"/>
                </a:lnTo>
                <a:lnTo>
                  <a:pt x="1826" y="1104"/>
                </a:lnTo>
                <a:lnTo>
                  <a:pt x="1825" y="1105"/>
                </a:lnTo>
                <a:lnTo>
                  <a:pt x="1824" y="1105"/>
                </a:lnTo>
                <a:lnTo>
                  <a:pt x="1823" y="1105"/>
                </a:lnTo>
                <a:lnTo>
                  <a:pt x="1823" y="1106"/>
                </a:lnTo>
                <a:lnTo>
                  <a:pt x="1822" y="1106"/>
                </a:lnTo>
                <a:lnTo>
                  <a:pt x="1822" y="1107"/>
                </a:lnTo>
                <a:lnTo>
                  <a:pt x="1822" y="1108"/>
                </a:lnTo>
                <a:lnTo>
                  <a:pt x="1823" y="1108"/>
                </a:lnTo>
                <a:lnTo>
                  <a:pt x="1824" y="1108"/>
                </a:lnTo>
                <a:lnTo>
                  <a:pt x="1824" y="1109"/>
                </a:lnTo>
                <a:lnTo>
                  <a:pt x="1824" y="1110"/>
                </a:lnTo>
                <a:lnTo>
                  <a:pt x="1824" y="1111"/>
                </a:lnTo>
                <a:lnTo>
                  <a:pt x="1824" y="1112"/>
                </a:lnTo>
                <a:lnTo>
                  <a:pt x="1824" y="1113"/>
                </a:lnTo>
                <a:lnTo>
                  <a:pt x="1823" y="1113"/>
                </a:lnTo>
                <a:lnTo>
                  <a:pt x="1822" y="1113"/>
                </a:lnTo>
                <a:lnTo>
                  <a:pt x="1822" y="1114"/>
                </a:lnTo>
                <a:lnTo>
                  <a:pt x="1820" y="1114"/>
                </a:lnTo>
                <a:lnTo>
                  <a:pt x="1819" y="1114"/>
                </a:lnTo>
                <a:lnTo>
                  <a:pt x="1818" y="1114"/>
                </a:lnTo>
                <a:lnTo>
                  <a:pt x="1817" y="1114"/>
                </a:lnTo>
                <a:lnTo>
                  <a:pt x="1816" y="1114"/>
                </a:lnTo>
                <a:lnTo>
                  <a:pt x="1816" y="1113"/>
                </a:lnTo>
                <a:lnTo>
                  <a:pt x="1814" y="1113"/>
                </a:lnTo>
                <a:lnTo>
                  <a:pt x="1813" y="1112"/>
                </a:lnTo>
                <a:lnTo>
                  <a:pt x="1812" y="1112"/>
                </a:lnTo>
                <a:lnTo>
                  <a:pt x="1811" y="1112"/>
                </a:lnTo>
                <a:lnTo>
                  <a:pt x="1810" y="1112"/>
                </a:lnTo>
                <a:lnTo>
                  <a:pt x="1810" y="1113"/>
                </a:lnTo>
                <a:lnTo>
                  <a:pt x="1809" y="1112"/>
                </a:lnTo>
                <a:lnTo>
                  <a:pt x="1806" y="1113"/>
                </a:lnTo>
                <a:lnTo>
                  <a:pt x="1805" y="1113"/>
                </a:lnTo>
                <a:lnTo>
                  <a:pt x="1803" y="1113"/>
                </a:lnTo>
                <a:lnTo>
                  <a:pt x="1801" y="1113"/>
                </a:lnTo>
                <a:lnTo>
                  <a:pt x="1798" y="1113"/>
                </a:lnTo>
                <a:lnTo>
                  <a:pt x="1797" y="1113"/>
                </a:lnTo>
                <a:lnTo>
                  <a:pt x="1797" y="1112"/>
                </a:lnTo>
                <a:lnTo>
                  <a:pt x="1796" y="1112"/>
                </a:lnTo>
                <a:lnTo>
                  <a:pt x="1796" y="1111"/>
                </a:lnTo>
                <a:lnTo>
                  <a:pt x="1795" y="1111"/>
                </a:lnTo>
                <a:lnTo>
                  <a:pt x="1795" y="1112"/>
                </a:lnTo>
                <a:lnTo>
                  <a:pt x="1794" y="1113"/>
                </a:lnTo>
                <a:lnTo>
                  <a:pt x="1794" y="1114"/>
                </a:lnTo>
                <a:lnTo>
                  <a:pt x="1793" y="1114"/>
                </a:lnTo>
                <a:lnTo>
                  <a:pt x="1792" y="1114"/>
                </a:lnTo>
                <a:lnTo>
                  <a:pt x="1791" y="1114"/>
                </a:lnTo>
                <a:lnTo>
                  <a:pt x="1790" y="1114"/>
                </a:lnTo>
                <a:lnTo>
                  <a:pt x="1789" y="1114"/>
                </a:lnTo>
                <a:lnTo>
                  <a:pt x="1788" y="1114"/>
                </a:lnTo>
                <a:lnTo>
                  <a:pt x="1788" y="1115"/>
                </a:lnTo>
                <a:lnTo>
                  <a:pt x="1788" y="1116"/>
                </a:lnTo>
                <a:lnTo>
                  <a:pt x="1787" y="1116"/>
                </a:lnTo>
                <a:lnTo>
                  <a:pt x="1787" y="1117"/>
                </a:lnTo>
                <a:lnTo>
                  <a:pt x="1787" y="1118"/>
                </a:lnTo>
                <a:lnTo>
                  <a:pt x="1786" y="1118"/>
                </a:lnTo>
                <a:lnTo>
                  <a:pt x="1786" y="1117"/>
                </a:lnTo>
                <a:lnTo>
                  <a:pt x="1785" y="1117"/>
                </a:lnTo>
                <a:lnTo>
                  <a:pt x="1784" y="1117"/>
                </a:lnTo>
                <a:lnTo>
                  <a:pt x="1783" y="1118"/>
                </a:lnTo>
                <a:lnTo>
                  <a:pt x="1781" y="1119"/>
                </a:lnTo>
                <a:lnTo>
                  <a:pt x="1779" y="1120"/>
                </a:lnTo>
                <a:lnTo>
                  <a:pt x="1778" y="1121"/>
                </a:lnTo>
                <a:lnTo>
                  <a:pt x="1777" y="1121"/>
                </a:lnTo>
                <a:lnTo>
                  <a:pt x="1778" y="1122"/>
                </a:lnTo>
                <a:lnTo>
                  <a:pt x="1777" y="1123"/>
                </a:lnTo>
                <a:lnTo>
                  <a:pt x="1777" y="1124"/>
                </a:lnTo>
                <a:lnTo>
                  <a:pt x="1776" y="1125"/>
                </a:lnTo>
                <a:lnTo>
                  <a:pt x="1777" y="1127"/>
                </a:lnTo>
                <a:lnTo>
                  <a:pt x="1778" y="1128"/>
                </a:lnTo>
                <a:lnTo>
                  <a:pt x="1778" y="1129"/>
                </a:lnTo>
                <a:lnTo>
                  <a:pt x="1778" y="1130"/>
                </a:lnTo>
                <a:lnTo>
                  <a:pt x="1779" y="1131"/>
                </a:lnTo>
                <a:lnTo>
                  <a:pt x="1779" y="1132"/>
                </a:lnTo>
                <a:lnTo>
                  <a:pt x="1779" y="1133"/>
                </a:lnTo>
                <a:lnTo>
                  <a:pt x="1778" y="1134"/>
                </a:lnTo>
                <a:lnTo>
                  <a:pt x="1778" y="1136"/>
                </a:lnTo>
                <a:lnTo>
                  <a:pt x="1779" y="1137"/>
                </a:lnTo>
                <a:lnTo>
                  <a:pt x="1780" y="1137"/>
                </a:lnTo>
                <a:lnTo>
                  <a:pt x="1780" y="1138"/>
                </a:lnTo>
                <a:lnTo>
                  <a:pt x="1779" y="1138"/>
                </a:lnTo>
                <a:lnTo>
                  <a:pt x="1779" y="1139"/>
                </a:lnTo>
                <a:lnTo>
                  <a:pt x="1780" y="1139"/>
                </a:lnTo>
                <a:lnTo>
                  <a:pt x="1780" y="1140"/>
                </a:lnTo>
                <a:lnTo>
                  <a:pt x="1780" y="1141"/>
                </a:lnTo>
                <a:lnTo>
                  <a:pt x="1779" y="1141"/>
                </a:lnTo>
                <a:lnTo>
                  <a:pt x="1778" y="1142"/>
                </a:lnTo>
                <a:lnTo>
                  <a:pt x="1777" y="1141"/>
                </a:lnTo>
                <a:lnTo>
                  <a:pt x="1776" y="1141"/>
                </a:lnTo>
                <a:lnTo>
                  <a:pt x="1775" y="1141"/>
                </a:lnTo>
                <a:lnTo>
                  <a:pt x="1774" y="1142"/>
                </a:lnTo>
                <a:lnTo>
                  <a:pt x="1774" y="1141"/>
                </a:lnTo>
                <a:lnTo>
                  <a:pt x="1773" y="1141"/>
                </a:lnTo>
                <a:lnTo>
                  <a:pt x="1772" y="1141"/>
                </a:lnTo>
                <a:lnTo>
                  <a:pt x="1771" y="1141"/>
                </a:lnTo>
                <a:lnTo>
                  <a:pt x="1770" y="1140"/>
                </a:lnTo>
                <a:lnTo>
                  <a:pt x="1769" y="1140"/>
                </a:lnTo>
                <a:lnTo>
                  <a:pt x="1768" y="1140"/>
                </a:lnTo>
                <a:lnTo>
                  <a:pt x="1767" y="1140"/>
                </a:lnTo>
                <a:lnTo>
                  <a:pt x="1768" y="1140"/>
                </a:lnTo>
                <a:lnTo>
                  <a:pt x="1768" y="1141"/>
                </a:lnTo>
                <a:lnTo>
                  <a:pt x="1769" y="1142"/>
                </a:lnTo>
                <a:lnTo>
                  <a:pt x="1770" y="1143"/>
                </a:lnTo>
                <a:lnTo>
                  <a:pt x="1770" y="1144"/>
                </a:lnTo>
                <a:lnTo>
                  <a:pt x="1771" y="1144"/>
                </a:lnTo>
                <a:lnTo>
                  <a:pt x="1771" y="1145"/>
                </a:lnTo>
                <a:lnTo>
                  <a:pt x="1773" y="1145"/>
                </a:lnTo>
                <a:lnTo>
                  <a:pt x="1774" y="1146"/>
                </a:lnTo>
                <a:lnTo>
                  <a:pt x="1774" y="1147"/>
                </a:lnTo>
                <a:lnTo>
                  <a:pt x="1775" y="1147"/>
                </a:lnTo>
                <a:lnTo>
                  <a:pt x="1775" y="1148"/>
                </a:lnTo>
                <a:lnTo>
                  <a:pt x="1776" y="1148"/>
                </a:lnTo>
                <a:lnTo>
                  <a:pt x="1775" y="1148"/>
                </a:lnTo>
                <a:lnTo>
                  <a:pt x="1775" y="1149"/>
                </a:lnTo>
                <a:lnTo>
                  <a:pt x="1776" y="1149"/>
                </a:lnTo>
                <a:lnTo>
                  <a:pt x="1777" y="1150"/>
                </a:lnTo>
                <a:lnTo>
                  <a:pt x="1777" y="1151"/>
                </a:lnTo>
                <a:lnTo>
                  <a:pt x="1777" y="1152"/>
                </a:lnTo>
                <a:lnTo>
                  <a:pt x="1777" y="1153"/>
                </a:lnTo>
                <a:lnTo>
                  <a:pt x="1776" y="1153"/>
                </a:lnTo>
                <a:lnTo>
                  <a:pt x="1776" y="1154"/>
                </a:lnTo>
                <a:lnTo>
                  <a:pt x="1777" y="1154"/>
                </a:lnTo>
                <a:lnTo>
                  <a:pt x="1777" y="1155"/>
                </a:lnTo>
                <a:lnTo>
                  <a:pt x="1776" y="1156"/>
                </a:lnTo>
                <a:lnTo>
                  <a:pt x="1776" y="1158"/>
                </a:lnTo>
                <a:lnTo>
                  <a:pt x="1776" y="1159"/>
                </a:lnTo>
                <a:lnTo>
                  <a:pt x="1776" y="1160"/>
                </a:lnTo>
                <a:lnTo>
                  <a:pt x="1774" y="1161"/>
                </a:lnTo>
                <a:lnTo>
                  <a:pt x="1773" y="1161"/>
                </a:lnTo>
                <a:lnTo>
                  <a:pt x="1772" y="1161"/>
                </a:lnTo>
                <a:lnTo>
                  <a:pt x="1772" y="1162"/>
                </a:lnTo>
                <a:lnTo>
                  <a:pt x="1771" y="1162"/>
                </a:lnTo>
                <a:lnTo>
                  <a:pt x="1768" y="1164"/>
                </a:lnTo>
                <a:lnTo>
                  <a:pt x="1766" y="1162"/>
                </a:lnTo>
                <a:lnTo>
                  <a:pt x="1767" y="1162"/>
                </a:lnTo>
                <a:lnTo>
                  <a:pt x="1766" y="1162"/>
                </a:lnTo>
                <a:lnTo>
                  <a:pt x="1766" y="1161"/>
                </a:lnTo>
                <a:lnTo>
                  <a:pt x="1765" y="1162"/>
                </a:lnTo>
                <a:lnTo>
                  <a:pt x="1764" y="1163"/>
                </a:lnTo>
                <a:lnTo>
                  <a:pt x="1763" y="1164"/>
                </a:lnTo>
                <a:lnTo>
                  <a:pt x="1763" y="1165"/>
                </a:lnTo>
                <a:lnTo>
                  <a:pt x="1762" y="1166"/>
                </a:lnTo>
                <a:lnTo>
                  <a:pt x="1759" y="1166"/>
                </a:lnTo>
                <a:lnTo>
                  <a:pt x="1759" y="1167"/>
                </a:lnTo>
                <a:lnTo>
                  <a:pt x="1757" y="1166"/>
                </a:lnTo>
                <a:lnTo>
                  <a:pt x="1756" y="1166"/>
                </a:lnTo>
                <a:lnTo>
                  <a:pt x="1756" y="1167"/>
                </a:lnTo>
                <a:lnTo>
                  <a:pt x="1755" y="1167"/>
                </a:lnTo>
                <a:lnTo>
                  <a:pt x="1755" y="1168"/>
                </a:lnTo>
                <a:lnTo>
                  <a:pt x="1754" y="1168"/>
                </a:lnTo>
                <a:lnTo>
                  <a:pt x="1753" y="1168"/>
                </a:lnTo>
                <a:lnTo>
                  <a:pt x="1752" y="1168"/>
                </a:lnTo>
                <a:lnTo>
                  <a:pt x="1751" y="1168"/>
                </a:lnTo>
                <a:lnTo>
                  <a:pt x="1750" y="1168"/>
                </a:lnTo>
                <a:lnTo>
                  <a:pt x="1750" y="1169"/>
                </a:lnTo>
                <a:lnTo>
                  <a:pt x="1749" y="1168"/>
                </a:lnTo>
                <a:lnTo>
                  <a:pt x="1748" y="1168"/>
                </a:lnTo>
                <a:lnTo>
                  <a:pt x="1747" y="1168"/>
                </a:lnTo>
                <a:lnTo>
                  <a:pt x="1746" y="1168"/>
                </a:lnTo>
                <a:lnTo>
                  <a:pt x="1745" y="1166"/>
                </a:lnTo>
                <a:lnTo>
                  <a:pt x="1745" y="1165"/>
                </a:lnTo>
                <a:lnTo>
                  <a:pt x="1744" y="1165"/>
                </a:lnTo>
                <a:lnTo>
                  <a:pt x="1743" y="1164"/>
                </a:lnTo>
                <a:lnTo>
                  <a:pt x="1742" y="1163"/>
                </a:lnTo>
                <a:lnTo>
                  <a:pt x="1741" y="1163"/>
                </a:lnTo>
                <a:lnTo>
                  <a:pt x="1741" y="1164"/>
                </a:lnTo>
                <a:lnTo>
                  <a:pt x="1740" y="1164"/>
                </a:lnTo>
                <a:lnTo>
                  <a:pt x="1739" y="1166"/>
                </a:lnTo>
                <a:lnTo>
                  <a:pt x="1738" y="1166"/>
                </a:lnTo>
                <a:lnTo>
                  <a:pt x="1736" y="1167"/>
                </a:lnTo>
                <a:lnTo>
                  <a:pt x="1735" y="1167"/>
                </a:lnTo>
                <a:lnTo>
                  <a:pt x="1734" y="1167"/>
                </a:lnTo>
                <a:lnTo>
                  <a:pt x="1733" y="1166"/>
                </a:lnTo>
                <a:lnTo>
                  <a:pt x="1733" y="1167"/>
                </a:lnTo>
                <a:lnTo>
                  <a:pt x="1732" y="1167"/>
                </a:lnTo>
                <a:lnTo>
                  <a:pt x="1732" y="1166"/>
                </a:lnTo>
                <a:lnTo>
                  <a:pt x="1733" y="1166"/>
                </a:lnTo>
                <a:lnTo>
                  <a:pt x="1734" y="1164"/>
                </a:lnTo>
                <a:lnTo>
                  <a:pt x="1735" y="1162"/>
                </a:lnTo>
                <a:lnTo>
                  <a:pt x="1734" y="1162"/>
                </a:lnTo>
                <a:lnTo>
                  <a:pt x="1734" y="1161"/>
                </a:lnTo>
                <a:lnTo>
                  <a:pt x="1733" y="1161"/>
                </a:lnTo>
                <a:lnTo>
                  <a:pt x="1732" y="1161"/>
                </a:lnTo>
                <a:lnTo>
                  <a:pt x="1731" y="1161"/>
                </a:lnTo>
                <a:lnTo>
                  <a:pt x="1731" y="1160"/>
                </a:lnTo>
                <a:lnTo>
                  <a:pt x="1730" y="1160"/>
                </a:lnTo>
                <a:lnTo>
                  <a:pt x="1729" y="1160"/>
                </a:lnTo>
                <a:lnTo>
                  <a:pt x="1728" y="1160"/>
                </a:lnTo>
                <a:lnTo>
                  <a:pt x="1727" y="1160"/>
                </a:lnTo>
                <a:lnTo>
                  <a:pt x="1726" y="1160"/>
                </a:lnTo>
                <a:lnTo>
                  <a:pt x="1726" y="1161"/>
                </a:lnTo>
                <a:lnTo>
                  <a:pt x="1725" y="1161"/>
                </a:lnTo>
                <a:lnTo>
                  <a:pt x="1725" y="1162"/>
                </a:lnTo>
                <a:lnTo>
                  <a:pt x="1725" y="1163"/>
                </a:lnTo>
                <a:lnTo>
                  <a:pt x="1724" y="1163"/>
                </a:lnTo>
                <a:lnTo>
                  <a:pt x="1724" y="1164"/>
                </a:lnTo>
                <a:lnTo>
                  <a:pt x="1723" y="1164"/>
                </a:lnTo>
                <a:lnTo>
                  <a:pt x="1722" y="1164"/>
                </a:lnTo>
                <a:lnTo>
                  <a:pt x="1722" y="1165"/>
                </a:lnTo>
                <a:lnTo>
                  <a:pt x="1721" y="1166"/>
                </a:lnTo>
                <a:lnTo>
                  <a:pt x="1721" y="1165"/>
                </a:lnTo>
                <a:lnTo>
                  <a:pt x="1720" y="1165"/>
                </a:lnTo>
                <a:lnTo>
                  <a:pt x="1719" y="1167"/>
                </a:lnTo>
                <a:lnTo>
                  <a:pt x="1718" y="1167"/>
                </a:lnTo>
                <a:lnTo>
                  <a:pt x="1717" y="1167"/>
                </a:lnTo>
                <a:lnTo>
                  <a:pt x="1717" y="1168"/>
                </a:lnTo>
                <a:lnTo>
                  <a:pt x="1717" y="1169"/>
                </a:lnTo>
                <a:lnTo>
                  <a:pt x="1717" y="1170"/>
                </a:lnTo>
                <a:lnTo>
                  <a:pt x="1716" y="1170"/>
                </a:lnTo>
                <a:lnTo>
                  <a:pt x="1716" y="1171"/>
                </a:lnTo>
                <a:lnTo>
                  <a:pt x="1716" y="1172"/>
                </a:lnTo>
                <a:lnTo>
                  <a:pt x="1716" y="1173"/>
                </a:lnTo>
                <a:lnTo>
                  <a:pt x="1715" y="1174"/>
                </a:lnTo>
                <a:lnTo>
                  <a:pt x="1715" y="1175"/>
                </a:lnTo>
                <a:lnTo>
                  <a:pt x="1714" y="1175"/>
                </a:lnTo>
                <a:lnTo>
                  <a:pt x="1713" y="1175"/>
                </a:lnTo>
                <a:lnTo>
                  <a:pt x="1713" y="1174"/>
                </a:lnTo>
                <a:lnTo>
                  <a:pt x="1712" y="1174"/>
                </a:lnTo>
                <a:lnTo>
                  <a:pt x="1712" y="1175"/>
                </a:lnTo>
                <a:lnTo>
                  <a:pt x="1711" y="1175"/>
                </a:lnTo>
                <a:lnTo>
                  <a:pt x="1710" y="1175"/>
                </a:lnTo>
                <a:lnTo>
                  <a:pt x="1709" y="1174"/>
                </a:lnTo>
                <a:lnTo>
                  <a:pt x="1708" y="1174"/>
                </a:lnTo>
                <a:lnTo>
                  <a:pt x="1708" y="1175"/>
                </a:lnTo>
                <a:lnTo>
                  <a:pt x="1707" y="1176"/>
                </a:lnTo>
                <a:lnTo>
                  <a:pt x="1706" y="1176"/>
                </a:lnTo>
                <a:lnTo>
                  <a:pt x="1706" y="1178"/>
                </a:lnTo>
                <a:lnTo>
                  <a:pt x="1707" y="1179"/>
                </a:lnTo>
                <a:lnTo>
                  <a:pt x="1708" y="1180"/>
                </a:lnTo>
                <a:lnTo>
                  <a:pt x="1708" y="1181"/>
                </a:lnTo>
                <a:lnTo>
                  <a:pt x="1707" y="1183"/>
                </a:lnTo>
                <a:lnTo>
                  <a:pt x="1706" y="1183"/>
                </a:lnTo>
                <a:lnTo>
                  <a:pt x="1706" y="1184"/>
                </a:lnTo>
                <a:lnTo>
                  <a:pt x="1704" y="1184"/>
                </a:lnTo>
                <a:lnTo>
                  <a:pt x="1704" y="1183"/>
                </a:lnTo>
                <a:lnTo>
                  <a:pt x="1702" y="1183"/>
                </a:lnTo>
                <a:lnTo>
                  <a:pt x="1700" y="1183"/>
                </a:lnTo>
                <a:lnTo>
                  <a:pt x="1700" y="1184"/>
                </a:lnTo>
                <a:lnTo>
                  <a:pt x="1698" y="1184"/>
                </a:lnTo>
                <a:lnTo>
                  <a:pt x="1698" y="1182"/>
                </a:lnTo>
                <a:lnTo>
                  <a:pt x="1697" y="1182"/>
                </a:lnTo>
                <a:lnTo>
                  <a:pt x="1697" y="1181"/>
                </a:lnTo>
                <a:lnTo>
                  <a:pt x="1697" y="1180"/>
                </a:lnTo>
                <a:lnTo>
                  <a:pt x="1697" y="1179"/>
                </a:lnTo>
                <a:lnTo>
                  <a:pt x="1697" y="1178"/>
                </a:lnTo>
                <a:lnTo>
                  <a:pt x="1696" y="1177"/>
                </a:lnTo>
                <a:lnTo>
                  <a:pt x="1695" y="1176"/>
                </a:lnTo>
                <a:lnTo>
                  <a:pt x="1693" y="1174"/>
                </a:lnTo>
                <a:lnTo>
                  <a:pt x="1693" y="1173"/>
                </a:lnTo>
                <a:lnTo>
                  <a:pt x="1693" y="1172"/>
                </a:lnTo>
                <a:lnTo>
                  <a:pt x="1692" y="1172"/>
                </a:lnTo>
                <a:lnTo>
                  <a:pt x="1692" y="1171"/>
                </a:lnTo>
                <a:lnTo>
                  <a:pt x="1691" y="1170"/>
                </a:lnTo>
                <a:lnTo>
                  <a:pt x="1691" y="1169"/>
                </a:lnTo>
                <a:lnTo>
                  <a:pt x="1690" y="1169"/>
                </a:lnTo>
                <a:lnTo>
                  <a:pt x="1690" y="1168"/>
                </a:lnTo>
                <a:lnTo>
                  <a:pt x="1690" y="1167"/>
                </a:lnTo>
                <a:lnTo>
                  <a:pt x="1690" y="1166"/>
                </a:lnTo>
                <a:lnTo>
                  <a:pt x="1689" y="1166"/>
                </a:lnTo>
                <a:lnTo>
                  <a:pt x="1688" y="1167"/>
                </a:lnTo>
                <a:lnTo>
                  <a:pt x="1687" y="1167"/>
                </a:lnTo>
                <a:lnTo>
                  <a:pt x="1686" y="1167"/>
                </a:lnTo>
                <a:lnTo>
                  <a:pt x="1685" y="1168"/>
                </a:lnTo>
                <a:lnTo>
                  <a:pt x="1683" y="1168"/>
                </a:lnTo>
                <a:lnTo>
                  <a:pt x="1683" y="1167"/>
                </a:lnTo>
                <a:lnTo>
                  <a:pt x="1681" y="1168"/>
                </a:lnTo>
                <a:lnTo>
                  <a:pt x="1681" y="1169"/>
                </a:lnTo>
                <a:lnTo>
                  <a:pt x="1680" y="1169"/>
                </a:lnTo>
                <a:lnTo>
                  <a:pt x="1680" y="1170"/>
                </a:lnTo>
                <a:lnTo>
                  <a:pt x="1679" y="1170"/>
                </a:lnTo>
                <a:lnTo>
                  <a:pt x="1678" y="1170"/>
                </a:lnTo>
                <a:lnTo>
                  <a:pt x="1678" y="1171"/>
                </a:lnTo>
                <a:lnTo>
                  <a:pt x="1676" y="1172"/>
                </a:lnTo>
                <a:lnTo>
                  <a:pt x="1676" y="1173"/>
                </a:lnTo>
                <a:lnTo>
                  <a:pt x="1675" y="1173"/>
                </a:lnTo>
                <a:lnTo>
                  <a:pt x="1674" y="1172"/>
                </a:lnTo>
                <a:lnTo>
                  <a:pt x="1673" y="1172"/>
                </a:lnTo>
                <a:lnTo>
                  <a:pt x="1672" y="1173"/>
                </a:lnTo>
                <a:lnTo>
                  <a:pt x="1672" y="1174"/>
                </a:lnTo>
                <a:lnTo>
                  <a:pt x="1671" y="1175"/>
                </a:lnTo>
                <a:lnTo>
                  <a:pt x="1670" y="1175"/>
                </a:lnTo>
                <a:lnTo>
                  <a:pt x="1666" y="1178"/>
                </a:lnTo>
                <a:lnTo>
                  <a:pt x="1665" y="1178"/>
                </a:lnTo>
                <a:lnTo>
                  <a:pt x="1665" y="1179"/>
                </a:lnTo>
                <a:lnTo>
                  <a:pt x="1664" y="1179"/>
                </a:lnTo>
                <a:lnTo>
                  <a:pt x="1663" y="1180"/>
                </a:lnTo>
                <a:lnTo>
                  <a:pt x="1662" y="1180"/>
                </a:lnTo>
                <a:lnTo>
                  <a:pt x="1660" y="1181"/>
                </a:lnTo>
                <a:lnTo>
                  <a:pt x="1659" y="1182"/>
                </a:lnTo>
                <a:lnTo>
                  <a:pt x="1658" y="1182"/>
                </a:lnTo>
                <a:lnTo>
                  <a:pt x="1657" y="1183"/>
                </a:lnTo>
                <a:lnTo>
                  <a:pt x="1656" y="1183"/>
                </a:lnTo>
                <a:lnTo>
                  <a:pt x="1655" y="1184"/>
                </a:lnTo>
                <a:lnTo>
                  <a:pt x="1654" y="1184"/>
                </a:lnTo>
                <a:lnTo>
                  <a:pt x="1653" y="1185"/>
                </a:lnTo>
                <a:lnTo>
                  <a:pt x="1652" y="1185"/>
                </a:lnTo>
                <a:lnTo>
                  <a:pt x="1651" y="1186"/>
                </a:lnTo>
                <a:lnTo>
                  <a:pt x="1648" y="1187"/>
                </a:lnTo>
                <a:lnTo>
                  <a:pt x="1647" y="1187"/>
                </a:lnTo>
                <a:lnTo>
                  <a:pt x="1646" y="1187"/>
                </a:lnTo>
                <a:lnTo>
                  <a:pt x="1646" y="1188"/>
                </a:lnTo>
                <a:lnTo>
                  <a:pt x="1645" y="1188"/>
                </a:lnTo>
                <a:lnTo>
                  <a:pt x="1644" y="1188"/>
                </a:lnTo>
                <a:lnTo>
                  <a:pt x="1643" y="1189"/>
                </a:lnTo>
                <a:lnTo>
                  <a:pt x="1642" y="1189"/>
                </a:lnTo>
                <a:lnTo>
                  <a:pt x="1640" y="1190"/>
                </a:lnTo>
                <a:lnTo>
                  <a:pt x="1639" y="1190"/>
                </a:lnTo>
                <a:lnTo>
                  <a:pt x="1636" y="1191"/>
                </a:lnTo>
                <a:lnTo>
                  <a:pt x="1635" y="1191"/>
                </a:lnTo>
                <a:lnTo>
                  <a:pt x="1635" y="1192"/>
                </a:lnTo>
                <a:lnTo>
                  <a:pt x="1635" y="1193"/>
                </a:lnTo>
                <a:lnTo>
                  <a:pt x="1636" y="1193"/>
                </a:lnTo>
                <a:lnTo>
                  <a:pt x="1637" y="1194"/>
                </a:lnTo>
                <a:lnTo>
                  <a:pt x="1638" y="1194"/>
                </a:lnTo>
                <a:lnTo>
                  <a:pt x="1638" y="1195"/>
                </a:lnTo>
                <a:lnTo>
                  <a:pt x="1639" y="1195"/>
                </a:lnTo>
                <a:lnTo>
                  <a:pt x="1639" y="1196"/>
                </a:lnTo>
                <a:lnTo>
                  <a:pt x="1638" y="1197"/>
                </a:lnTo>
                <a:lnTo>
                  <a:pt x="1638" y="1198"/>
                </a:lnTo>
                <a:lnTo>
                  <a:pt x="1638" y="1199"/>
                </a:lnTo>
                <a:lnTo>
                  <a:pt x="1639" y="1200"/>
                </a:lnTo>
                <a:lnTo>
                  <a:pt x="1639" y="1201"/>
                </a:lnTo>
                <a:lnTo>
                  <a:pt x="1640" y="1201"/>
                </a:lnTo>
                <a:lnTo>
                  <a:pt x="1641" y="1202"/>
                </a:lnTo>
                <a:lnTo>
                  <a:pt x="1640" y="1202"/>
                </a:lnTo>
                <a:lnTo>
                  <a:pt x="1639" y="1202"/>
                </a:lnTo>
                <a:lnTo>
                  <a:pt x="1637" y="1203"/>
                </a:lnTo>
                <a:lnTo>
                  <a:pt x="1636" y="1203"/>
                </a:lnTo>
                <a:lnTo>
                  <a:pt x="1635" y="1203"/>
                </a:lnTo>
                <a:lnTo>
                  <a:pt x="1634" y="1202"/>
                </a:lnTo>
                <a:lnTo>
                  <a:pt x="1633" y="1200"/>
                </a:lnTo>
                <a:lnTo>
                  <a:pt x="1632" y="1200"/>
                </a:lnTo>
                <a:lnTo>
                  <a:pt x="1630" y="1200"/>
                </a:lnTo>
                <a:lnTo>
                  <a:pt x="1631" y="1201"/>
                </a:lnTo>
                <a:lnTo>
                  <a:pt x="1631" y="1202"/>
                </a:lnTo>
                <a:lnTo>
                  <a:pt x="1631" y="1203"/>
                </a:lnTo>
                <a:lnTo>
                  <a:pt x="1630" y="1203"/>
                </a:lnTo>
                <a:lnTo>
                  <a:pt x="1630" y="1204"/>
                </a:lnTo>
                <a:lnTo>
                  <a:pt x="1629" y="1204"/>
                </a:lnTo>
                <a:lnTo>
                  <a:pt x="1628" y="1204"/>
                </a:lnTo>
                <a:lnTo>
                  <a:pt x="1626" y="1205"/>
                </a:lnTo>
                <a:lnTo>
                  <a:pt x="1625" y="1205"/>
                </a:lnTo>
                <a:lnTo>
                  <a:pt x="1625" y="1204"/>
                </a:lnTo>
                <a:lnTo>
                  <a:pt x="1625" y="1202"/>
                </a:lnTo>
                <a:lnTo>
                  <a:pt x="1624" y="1201"/>
                </a:lnTo>
                <a:lnTo>
                  <a:pt x="1623" y="1202"/>
                </a:lnTo>
                <a:lnTo>
                  <a:pt x="1620" y="1202"/>
                </a:lnTo>
                <a:lnTo>
                  <a:pt x="1620" y="1201"/>
                </a:lnTo>
                <a:lnTo>
                  <a:pt x="1620" y="1200"/>
                </a:lnTo>
                <a:lnTo>
                  <a:pt x="1619" y="1200"/>
                </a:lnTo>
                <a:lnTo>
                  <a:pt x="1617" y="1200"/>
                </a:lnTo>
                <a:lnTo>
                  <a:pt x="1616" y="1200"/>
                </a:lnTo>
                <a:lnTo>
                  <a:pt x="1615" y="1199"/>
                </a:lnTo>
                <a:lnTo>
                  <a:pt x="1615" y="1200"/>
                </a:lnTo>
                <a:lnTo>
                  <a:pt x="1614" y="1201"/>
                </a:lnTo>
                <a:lnTo>
                  <a:pt x="1614" y="1200"/>
                </a:lnTo>
                <a:lnTo>
                  <a:pt x="1614" y="1201"/>
                </a:lnTo>
                <a:lnTo>
                  <a:pt x="1613" y="1201"/>
                </a:lnTo>
                <a:lnTo>
                  <a:pt x="1613" y="1202"/>
                </a:lnTo>
                <a:lnTo>
                  <a:pt x="1612" y="1202"/>
                </a:lnTo>
                <a:lnTo>
                  <a:pt x="1611" y="1202"/>
                </a:lnTo>
                <a:lnTo>
                  <a:pt x="1610" y="1202"/>
                </a:lnTo>
                <a:lnTo>
                  <a:pt x="1610" y="1201"/>
                </a:lnTo>
                <a:lnTo>
                  <a:pt x="1609" y="1200"/>
                </a:lnTo>
                <a:lnTo>
                  <a:pt x="1608" y="1200"/>
                </a:lnTo>
                <a:lnTo>
                  <a:pt x="1607" y="1201"/>
                </a:lnTo>
                <a:lnTo>
                  <a:pt x="1606" y="1201"/>
                </a:lnTo>
                <a:lnTo>
                  <a:pt x="1604" y="1201"/>
                </a:lnTo>
                <a:lnTo>
                  <a:pt x="1604" y="1200"/>
                </a:lnTo>
                <a:lnTo>
                  <a:pt x="1601" y="1200"/>
                </a:lnTo>
                <a:lnTo>
                  <a:pt x="1601" y="1201"/>
                </a:lnTo>
                <a:lnTo>
                  <a:pt x="1600" y="1201"/>
                </a:lnTo>
                <a:lnTo>
                  <a:pt x="1598" y="1201"/>
                </a:lnTo>
                <a:lnTo>
                  <a:pt x="1597" y="1201"/>
                </a:lnTo>
                <a:lnTo>
                  <a:pt x="1596" y="1201"/>
                </a:lnTo>
                <a:lnTo>
                  <a:pt x="1596" y="1202"/>
                </a:lnTo>
                <a:lnTo>
                  <a:pt x="1595" y="1202"/>
                </a:lnTo>
                <a:lnTo>
                  <a:pt x="1594" y="1202"/>
                </a:lnTo>
                <a:lnTo>
                  <a:pt x="1594" y="1201"/>
                </a:lnTo>
                <a:lnTo>
                  <a:pt x="1595" y="1201"/>
                </a:lnTo>
                <a:lnTo>
                  <a:pt x="1595" y="1200"/>
                </a:lnTo>
                <a:lnTo>
                  <a:pt x="1596" y="1199"/>
                </a:lnTo>
                <a:lnTo>
                  <a:pt x="1597" y="1199"/>
                </a:lnTo>
                <a:lnTo>
                  <a:pt x="1598" y="1198"/>
                </a:lnTo>
                <a:lnTo>
                  <a:pt x="1598" y="1197"/>
                </a:lnTo>
                <a:lnTo>
                  <a:pt x="1598" y="1196"/>
                </a:lnTo>
                <a:lnTo>
                  <a:pt x="1598" y="1195"/>
                </a:lnTo>
                <a:lnTo>
                  <a:pt x="1598" y="1194"/>
                </a:lnTo>
                <a:lnTo>
                  <a:pt x="1598" y="1193"/>
                </a:lnTo>
                <a:lnTo>
                  <a:pt x="1598" y="1192"/>
                </a:lnTo>
                <a:lnTo>
                  <a:pt x="1598" y="1190"/>
                </a:lnTo>
                <a:lnTo>
                  <a:pt x="1598" y="1188"/>
                </a:lnTo>
                <a:lnTo>
                  <a:pt x="1598" y="1187"/>
                </a:lnTo>
                <a:lnTo>
                  <a:pt x="1598" y="1186"/>
                </a:lnTo>
                <a:lnTo>
                  <a:pt x="1597" y="1183"/>
                </a:lnTo>
                <a:lnTo>
                  <a:pt x="1596" y="1183"/>
                </a:lnTo>
                <a:lnTo>
                  <a:pt x="1596" y="1182"/>
                </a:lnTo>
                <a:lnTo>
                  <a:pt x="1595" y="1181"/>
                </a:lnTo>
                <a:lnTo>
                  <a:pt x="1595" y="1180"/>
                </a:lnTo>
                <a:lnTo>
                  <a:pt x="1596" y="1180"/>
                </a:lnTo>
                <a:lnTo>
                  <a:pt x="1597" y="1180"/>
                </a:lnTo>
                <a:lnTo>
                  <a:pt x="1600" y="1179"/>
                </a:lnTo>
                <a:lnTo>
                  <a:pt x="1600" y="1178"/>
                </a:lnTo>
                <a:lnTo>
                  <a:pt x="1601" y="1177"/>
                </a:lnTo>
                <a:lnTo>
                  <a:pt x="1601" y="1176"/>
                </a:lnTo>
                <a:lnTo>
                  <a:pt x="1600" y="1176"/>
                </a:lnTo>
                <a:lnTo>
                  <a:pt x="1599" y="1176"/>
                </a:lnTo>
                <a:lnTo>
                  <a:pt x="1599" y="1174"/>
                </a:lnTo>
                <a:lnTo>
                  <a:pt x="1599" y="1173"/>
                </a:lnTo>
                <a:lnTo>
                  <a:pt x="1600" y="1172"/>
                </a:lnTo>
                <a:lnTo>
                  <a:pt x="1600" y="1171"/>
                </a:lnTo>
                <a:lnTo>
                  <a:pt x="1600" y="1170"/>
                </a:lnTo>
                <a:lnTo>
                  <a:pt x="1599" y="1170"/>
                </a:lnTo>
                <a:lnTo>
                  <a:pt x="1599" y="1169"/>
                </a:lnTo>
                <a:lnTo>
                  <a:pt x="1599" y="1168"/>
                </a:lnTo>
                <a:lnTo>
                  <a:pt x="1599" y="1167"/>
                </a:lnTo>
                <a:lnTo>
                  <a:pt x="1600" y="1167"/>
                </a:lnTo>
                <a:lnTo>
                  <a:pt x="1600" y="1168"/>
                </a:lnTo>
                <a:lnTo>
                  <a:pt x="1600" y="1167"/>
                </a:lnTo>
                <a:lnTo>
                  <a:pt x="1601" y="1167"/>
                </a:lnTo>
                <a:lnTo>
                  <a:pt x="1600" y="1166"/>
                </a:lnTo>
                <a:lnTo>
                  <a:pt x="1599" y="1165"/>
                </a:lnTo>
                <a:lnTo>
                  <a:pt x="1599" y="1164"/>
                </a:lnTo>
                <a:lnTo>
                  <a:pt x="1599" y="1163"/>
                </a:lnTo>
                <a:lnTo>
                  <a:pt x="1599" y="1162"/>
                </a:lnTo>
                <a:lnTo>
                  <a:pt x="1599" y="1161"/>
                </a:lnTo>
                <a:lnTo>
                  <a:pt x="1598" y="1160"/>
                </a:lnTo>
                <a:lnTo>
                  <a:pt x="1598" y="1159"/>
                </a:lnTo>
                <a:lnTo>
                  <a:pt x="1597" y="1160"/>
                </a:lnTo>
                <a:lnTo>
                  <a:pt x="1596" y="1159"/>
                </a:lnTo>
                <a:lnTo>
                  <a:pt x="1595" y="1159"/>
                </a:lnTo>
                <a:lnTo>
                  <a:pt x="1596" y="1159"/>
                </a:lnTo>
                <a:lnTo>
                  <a:pt x="1597" y="1158"/>
                </a:lnTo>
                <a:lnTo>
                  <a:pt x="1596" y="1157"/>
                </a:lnTo>
                <a:lnTo>
                  <a:pt x="1595" y="1157"/>
                </a:lnTo>
                <a:lnTo>
                  <a:pt x="1595" y="1155"/>
                </a:lnTo>
                <a:lnTo>
                  <a:pt x="1594" y="1155"/>
                </a:lnTo>
                <a:lnTo>
                  <a:pt x="1594" y="1153"/>
                </a:lnTo>
                <a:lnTo>
                  <a:pt x="1594" y="1152"/>
                </a:lnTo>
                <a:lnTo>
                  <a:pt x="1594" y="1151"/>
                </a:lnTo>
                <a:lnTo>
                  <a:pt x="1594" y="1150"/>
                </a:lnTo>
                <a:lnTo>
                  <a:pt x="1593" y="1149"/>
                </a:lnTo>
                <a:lnTo>
                  <a:pt x="1592" y="1148"/>
                </a:lnTo>
                <a:lnTo>
                  <a:pt x="1591" y="1147"/>
                </a:lnTo>
                <a:lnTo>
                  <a:pt x="1591" y="1146"/>
                </a:lnTo>
                <a:lnTo>
                  <a:pt x="1589" y="1146"/>
                </a:lnTo>
                <a:lnTo>
                  <a:pt x="1588" y="1146"/>
                </a:lnTo>
                <a:lnTo>
                  <a:pt x="1588" y="1148"/>
                </a:lnTo>
                <a:lnTo>
                  <a:pt x="1587" y="1148"/>
                </a:lnTo>
                <a:lnTo>
                  <a:pt x="1586" y="1148"/>
                </a:lnTo>
                <a:lnTo>
                  <a:pt x="1586" y="1149"/>
                </a:lnTo>
                <a:lnTo>
                  <a:pt x="1585" y="1149"/>
                </a:lnTo>
                <a:lnTo>
                  <a:pt x="1584" y="1149"/>
                </a:lnTo>
                <a:lnTo>
                  <a:pt x="1583" y="1149"/>
                </a:lnTo>
                <a:lnTo>
                  <a:pt x="1582" y="1149"/>
                </a:lnTo>
                <a:lnTo>
                  <a:pt x="1580" y="1149"/>
                </a:lnTo>
                <a:lnTo>
                  <a:pt x="1578" y="1149"/>
                </a:lnTo>
                <a:lnTo>
                  <a:pt x="1577" y="1149"/>
                </a:lnTo>
                <a:lnTo>
                  <a:pt x="1576" y="1150"/>
                </a:lnTo>
                <a:lnTo>
                  <a:pt x="1575" y="1150"/>
                </a:lnTo>
                <a:lnTo>
                  <a:pt x="1574" y="1149"/>
                </a:lnTo>
                <a:lnTo>
                  <a:pt x="1573" y="1149"/>
                </a:lnTo>
                <a:lnTo>
                  <a:pt x="1572" y="1148"/>
                </a:lnTo>
                <a:lnTo>
                  <a:pt x="1571" y="1148"/>
                </a:lnTo>
                <a:lnTo>
                  <a:pt x="1570" y="1148"/>
                </a:lnTo>
                <a:lnTo>
                  <a:pt x="1569" y="1147"/>
                </a:lnTo>
                <a:lnTo>
                  <a:pt x="1567" y="1148"/>
                </a:lnTo>
                <a:lnTo>
                  <a:pt x="1566" y="1149"/>
                </a:lnTo>
                <a:lnTo>
                  <a:pt x="1566" y="1148"/>
                </a:lnTo>
                <a:lnTo>
                  <a:pt x="1563" y="1149"/>
                </a:lnTo>
                <a:lnTo>
                  <a:pt x="1563" y="1150"/>
                </a:lnTo>
                <a:lnTo>
                  <a:pt x="1562" y="1151"/>
                </a:lnTo>
                <a:lnTo>
                  <a:pt x="1562" y="1152"/>
                </a:lnTo>
                <a:lnTo>
                  <a:pt x="1562" y="1153"/>
                </a:lnTo>
                <a:lnTo>
                  <a:pt x="1562" y="1154"/>
                </a:lnTo>
                <a:lnTo>
                  <a:pt x="1561" y="1155"/>
                </a:lnTo>
                <a:lnTo>
                  <a:pt x="1560" y="1155"/>
                </a:lnTo>
                <a:lnTo>
                  <a:pt x="1560" y="1154"/>
                </a:lnTo>
                <a:lnTo>
                  <a:pt x="1560" y="1155"/>
                </a:lnTo>
                <a:lnTo>
                  <a:pt x="1559" y="1156"/>
                </a:lnTo>
                <a:lnTo>
                  <a:pt x="1559" y="1157"/>
                </a:lnTo>
                <a:lnTo>
                  <a:pt x="1558" y="1157"/>
                </a:lnTo>
                <a:lnTo>
                  <a:pt x="1558" y="1158"/>
                </a:lnTo>
                <a:lnTo>
                  <a:pt x="1559" y="1159"/>
                </a:lnTo>
                <a:lnTo>
                  <a:pt x="1560" y="1159"/>
                </a:lnTo>
                <a:lnTo>
                  <a:pt x="1560" y="1160"/>
                </a:lnTo>
                <a:lnTo>
                  <a:pt x="1560" y="1161"/>
                </a:lnTo>
                <a:lnTo>
                  <a:pt x="1561" y="1161"/>
                </a:lnTo>
                <a:lnTo>
                  <a:pt x="1561" y="1162"/>
                </a:lnTo>
                <a:lnTo>
                  <a:pt x="1562" y="1162"/>
                </a:lnTo>
                <a:lnTo>
                  <a:pt x="1563" y="1163"/>
                </a:lnTo>
                <a:lnTo>
                  <a:pt x="1563" y="1164"/>
                </a:lnTo>
                <a:lnTo>
                  <a:pt x="1562" y="1164"/>
                </a:lnTo>
                <a:lnTo>
                  <a:pt x="1561" y="1164"/>
                </a:lnTo>
                <a:lnTo>
                  <a:pt x="1560" y="1164"/>
                </a:lnTo>
                <a:lnTo>
                  <a:pt x="1560" y="1165"/>
                </a:lnTo>
                <a:lnTo>
                  <a:pt x="1559" y="1166"/>
                </a:lnTo>
                <a:lnTo>
                  <a:pt x="1558" y="1166"/>
                </a:lnTo>
                <a:lnTo>
                  <a:pt x="1556" y="1167"/>
                </a:lnTo>
                <a:lnTo>
                  <a:pt x="1555" y="1167"/>
                </a:lnTo>
                <a:lnTo>
                  <a:pt x="1554" y="1167"/>
                </a:lnTo>
                <a:lnTo>
                  <a:pt x="1553" y="1166"/>
                </a:lnTo>
                <a:lnTo>
                  <a:pt x="1552" y="1166"/>
                </a:lnTo>
                <a:lnTo>
                  <a:pt x="1551" y="1165"/>
                </a:lnTo>
                <a:lnTo>
                  <a:pt x="1550" y="1165"/>
                </a:lnTo>
                <a:lnTo>
                  <a:pt x="1550" y="1166"/>
                </a:lnTo>
                <a:lnTo>
                  <a:pt x="1549" y="1166"/>
                </a:lnTo>
                <a:lnTo>
                  <a:pt x="1548" y="1166"/>
                </a:lnTo>
                <a:lnTo>
                  <a:pt x="1548" y="1167"/>
                </a:lnTo>
                <a:lnTo>
                  <a:pt x="1548" y="1168"/>
                </a:lnTo>
                <a:lnTo>
                  <a:pt x="1547" y="1168"/>
                </a:lnTo>
                <a:lnTo>
                  <a:pt x="1546" y="1168"/>
                </a:lnTo>
                <a:lnTo>
                  <a:pt x="1546" y="1169"/>
                </a:lnTo>
                <a:lnTo>
                  <a:pt x="1546" y="1170"/>
                </a:lnTo>
                <a:lnTo>
                  <a:pt x="1545" y="1171"/>
                </a:lnTo>
                <a:lnTo>
                  <a:pt x="1545" y="1172"/>
                </a:lnTo>
                <a:lnTo>
                  <a:pt x="1544" y="1172"/>
                </a:lnTo>
                <a:lnTo>
                  <a:pt x="1543" y="1173"/>
                </a:lnTo>
                <a:lnTo>
                  <a:pt x="1543" y="1174"/>
                </a:lnTo>
                <a:lnTo>
                  <a:pt x="1542" y="1175"/>
                </a:lnTo>
                <a:lnTo>
                  <a:pt x="1542" y="1176"/>
                </a:lnTo>
                <a:lnTo>
                  <a:pt x="1541" y="1176"/>
                </a:lnTo>
                <a:lnTo>
                  <a:pt x="1540" y="1176"/>
                </a:lnTo>
                <a:lnTo>
                  <a:pt x="1540" y="1177"/>
                </a:lnTo>
                <a:lnTo>
                  <a:pt x="1538" y="1178"/>
                </a:lnTo>
                <a:lnTo>
                  <a:pt x="1538" y="1179"/>
                </a:lnTo>
                <a:lnTo>
                  <a:pt x="1537" y="1180"/>
                </a:lnTo>
                <a:lnTo>
                  <a:pt x="1537" y="1181"/>
                </a:lnTo>
                <a:lnTo>
                  <a:pt x="1536" y="1181"/>
                </a:lnTo>
                <a:lnTo>
                  <a:pt x="1535" y="1182"/>
                </a:lnTo>
                <a:lnTo>
                  <a:pt x="1535" y="1183"/>
                </a:lnTo>
                <a:lnTo>
                  <a:pt x="1534" y="1183"/>
                </a:lnTo>
                <a:lnTo>
                  <a:pt x="1534" y="1184"/>
                </a:lnTo>
                <a:lnTo>
                  <a:pt x="1535" y="1184"/>
                </a:lnTo>
                <a:lnTo>
                  <a:pt x="1535" y="1185"/>
                </a:lnTo>
                <a:lnTo>
                  <a:pt x="1535" y="1186"/>
                </a:lnTo>
                <a:lnTo>
                  <a:pt x="1536" y="1186"/>
                </a:lnTo>
                <a:lnTo>
                  <a:pt x="1536" y="1187"/>
                </a:lnTo>
                <a:lnTo>
                  <a:pt x="1535" y="1188"/>
                </a:lnTo>
                <a:lnTo>
                  <a:pt x="1536" y="1188"/>
                </a:lnTo>
                <a:lnTo>
                  <a:pt x="1537" y="1189"/>
                </a:lnTo>
                <a:lnTo>
                  <a:pt x="1537" y="1190"/>
                </a:lnTo>
                <a:lnTo>
                  <a:pt x="1538" y="1191"/>
                </a:lnTo>
                <a:lnTo>
                  <a:pt x="1537" y="1191"/>
                </a:lnTo>
                <a:lnTo>
                  <a:pt x="1538" y="1191"/>
                </a:lnTo>
                <a:lnTo>
                  <a:pt x="1538" y="1192"/>
                </a:lnTo>
                <a:lnTo>
                  <a:pt x="1537" y="1192"/>
                </a:lnTo>
                <a:lnTo>
                  <a:pt x="1536" y="1192"/>
                </a:lnTo>
                <a:lnTo>
                  <a:pt x="1536" y="1193"/>
                </a:lnTo>
                <a:lnTo>
                  <a:pt x="1537" y="1194"/>
                </a:lnTo>
                <a:lnTo>
                  <a:pt x="1537" y="1195"/>
                </a:lnTo>
                <a:lnTo>
                  <a:pt x="1538" y="1196"/>
                </a:lnTo>
                <a:lnTo>
                  <a:pt x="1539" y="1199"/>
                </a:lnTo>
                <a:lnTo>
                  <a:pt x="1538" y="1199"/>
                </a:lnTo>
                <a:lnTo>
                  <a:pt x="1538" y="1200"/>
                </a:lnTo>
                <a:lnTo>
                  <a:pt x="1537" y="1200"/>
                </a:lnTo>
                <a:lnTo>
                  <a:pt x="1537" y="1201"/>
                </a:lnTo>
                <a:lnTo>
                  <a:pt x="1538" y="1202"/>
                </a:lnTo>
                <a:lnTo>
                  <a:pt x="1537" y="1204"/>
                </a:lnTo>
                <a:lnTo>
                  <a:pt x="1536" y="1204"/>
                </a:lnTo>
                <a:lnTo>
                  <a:pt x="1536" y="1205"/>
                </a:lnTo>
                <a:lnTo>
                  <a:pt x="1537" y="1205"/>
                </a:lnTo>
                <a:lnTo>
                  <a:pt x="1537" y="1206"/>
                </a:lnTo>
                <a:lnTo>
                  <a:pt x="1537" y="1207"/>
                </a:lnTo>
                <a:lnTo>
                  <a:pt x="1537" y="1211"/>
                </a:lnTo>
                <a:lnTo>
                  <a:pt x="1536" y="1211"/>
                </a:lnTo>
                <a:lnTo>
                  <a:pt x="1535" y="1211"/>
                </a:lnTo>
                <a:lnTo>
                  <a:pt x="1535" y="1210"/>
                </a:lnTo>
                <a:lnTo>
                  <a:pt x="1532" y="1210"/>
                </a:lnTo>
                <a:lnTo>
                  <a:pt x="1531" y="1209"/>
                </a:lnTo>
                <a:lnTo>
                  <a:pt x="1530" y="1209"/>
                </a:lnTo>
                <a:lnTo>
                  <a:pt x="1529" y="1209"/>
                </a:lnTo>
                <a:lnTo>
                  <a:pt x="1528" y="1209"/>
                </a:lnTo>
                <a:lnTo>
                  <a:pt x="1527" y="1208"/>
                </a:lnTo>
                <a:lnTo>
                  <a:pt x="1526" y="1208"/>
                </a:lnTo>
                <a:lnTo>
                  <a:pt x="1524" y="1209"/>
                </a:lnTo>
                <a:lnTo>
                  <a:pt x="1523" y="1209"/>
                </a:lnTo>
                <a:lnTo>
                  <a:pt x="1522" y="1209"/>
                </a:lnTo>
                <a:lnTo>
                  <a:pt x="1522" y="1210"/>
                </a:lnTo>
                <a:lnTo>
                  <a:pt x="1521" y="1209"/>
                </a:lnTo>
                <a:lnTo>
                  <a:pt x="1520" y="1209"/>
                </a:lnTo>
                <a:lnTo>
                  <a:pt x="1519" y="1209"/>
                </a:lnTo>
                <a:lnTo>
                  <a:pt x="1519" y="1210"/>
                </a:lnTo>
                <a:lnTo>
                  <a:pt x="1518" y="1210"/>
                </a:lnTo>
                <a:lnTo>
                  <a:pt x="1517" y="1210"/>
                </a:lnTo>
                <a:lnTo>
                  <a:pt x="1517" y="1211"/>
                </a:lnTo>
                <a:lnTo>
                  <a:pt x="1516" y="1211"/>
                </a:lnTo>
                <a:lnTo>
                  <a:pt x="1515" y="1211"/>
                </a:lnTo>
                <a:lnTo>
                  <a:pt x="1514" y="1211"/>
                </a:lnTo>
                <a:lnTo>
                  <a:pt x="1514" y="1212"/>
                </a:lnTo>
                <a:lnTo>
                  <a:pt x="1514" y="1213"/>
                </a:lnTo>
                <a:lnTo>
                  <a:pt x="1513" y="1213"/>
                </a:lnTo>
                <a:lnTo>
                  <a:pt x="1512" y="1214"/>
                </a:lnTo>
                <a:lnTo>
                  <a:pt x="1511" y="1214"/>
                </a:lnTo>
                <a:lnTo>
                  <a:pt x="1511" y="1213"/>
                </a:lnTo>
                <a:lnTo>
                  <a:pt x="1510" y="1213"/>
                </a:lnTo>
                <a:lnTo>
                  <a:pt x="1510" y="1214"/>
                </a:lnTo>
                <a:lnTo>
                  <a:pt x="1510" y="1215"/>
                </a:lnTo>
                <a:lnTo>
                  <a:pt x="1510" y="1216"/>
                </a:lnTo>
                <a:lnTo>
                  <a:pt x="1509" y="1216"/>
                </a:lnTo>
                <a:lnTo>
                  <a:pt x="1509" y="1217"/>
                </a:lnTo>
                <a:lnTo>
                  <a:pt x="1508" y="1217"/>
                </a:lnTo>
                <a:lnTo>
                  <a:pt x="1508" y="1218"/>
                </a:lnTo>
                <a:lnTo>
                  <a:pt x="1507" y="1218"/>
                </a:lnTo>
                <a:lnTo>
                  <a:pt x="1506" y="1218"/>
                </a:lnTo>
                <a:lnTo>
                  <a:pt x="1506" y="1219"/>
                </a:lnTo>
                <a:lnTo>
                  <a:pt x="1505" y="1220"/>
                </a:lnTo>
                <a:lnTo>
                  <a:pt x="1505" y="1221"/>
                </a:lnTo>
                <a:lnTo>
                  <a:pt x="1507" y="1221"/>
                </a:lnTo>
                <a:lnTo>
                  <a:pt x="1507" y="1222"/>
                </a:lnTo>
                <a:lnTo>
                  <a:pt x="1508" y="1222"/>
                </a:lnTo>
                <a:lnTo>
                  <a:pt x="1509" y="1222"/>
                </a:lnTo>
                <a:lnTo>
                  <a:pt x="1510" y="1222"/>
                </a:lnTo>
                <a:lnTo>
                  <a:pt x="1510" y="1223"/>
                </a:lnTo>
                <a:lnTo>
                  <a:pt x="1511" y="1223"/>
                </a:lnTo>
                <a:lnTo>
                  <a:pt x="1511" y="1224"/>
                </a:lnTo>
                <a:lnTo>
                  <a:pt x="1511" y="1225"/>
                </a:lnTo>
                <a:lnTo>
                  <a:pt x="1511" y="1226"/>
                </a:lnTo>
                <a:lnTo>
                  <a:pt x="1511" y="1225"/>
                </a:lnTo>
                <a:lnTo>
                  <a:pt x="1511" y="1227"/>
                </a:lnTo>
                <a:lnTo>
                  <a:pt x="1510" y="1227"/>
                </a:lnTo>
                <a:lnTo>
                  <a:pt x="1510" y="1228"/>
                </a:lnTo>
                <a:lnTo>
                  <a:pt x="1510" y="1229"/>
                </a:lnTo>
                <a:lnTo>
                  <a:pt x="1509" y="1229"/>
                </a:lnTo>
                <a:lnTo>
                  <a:pt x="1510" y="1230"/>
                </a:lnTo>
                <a:lnTo>
                  <a:pt x="1509" y="1230"/>
                </a:lnTo>
                <a:lnTo>
                  <a:pt x="1508" y="1230"/>
                </a:lnTo>
                <a:lnTo>
                  <a:pt x="1507" y="1231"/>
                </a:lnTo>
                <a:lnTo>
                  <a:pt x="1508" y="1231"/>
                </a:lnTo>
                <a:lnTo>
                  <a:pt x="1508" y="1232"/>
                </a:lnTo>
                <a:lnTo>
                  <a:pt x="1509" y="1233"/>
                </a:lnTo>
                <a:lnTo>
                  <a:pt x="1510" y="1233"/>
                </a:lnTo>
                <a:lnTo>
                  <a:pt x="1511" y="1233"/>
                </a:lnTo>
                <a:lnTo>
                  <a:pt x="1512" y="1234"/>
                </a:lnTo>
                <a:lnTo>
                  <a:pt x="1513" y="1234"/>
                </a:lnTo>
                <a:lnTo>
                  <a:pt x="1512" y="1235"/>
                </a:lnTo>
                <a:lnTo>
                  <a:pt x="1512" y="1236"/>
                </a:lnTo>
                <a:lnTo>
                  <a:pt x="1512" y="1237"/>
                </a:lnTo>
                <a:lnTo>
                  <a:pt x="1513" y="1237"/>
                </a:lnTo>
                <a:lnTo>
                  <a:pt x="1513" y="1238"/>
                </a:lnTo>
                <a:lnTo>
                  <a:pt x="1513" y="1239"/>
                </a:lnTo>
                <a:lnTo>
                  <a:pt x="1514" y="1239"/>
                </a:lnTo>
                <a:lnTo>
                  <a:pt x="1514" y="1237"/>
                </a:lnTo>
                <a:lnTo>
                  <a:pt x="1514" y="1236"/>
                </a:lnTo>
                <a:lnTo>
                  <a:pt x="1515" y="1236"/>
                </a:lnTo>
                <a:lnTo>
                  <a:pt x="1516" y="1236"/>
                </a:lnTo>
                <a:lnTo>
                  <a:pt x="1516" y="1237"/>
                </a:lnTo>
                <a:lnTo>
                  <a:pt x="1517" y="1237"/>
                </a:lnTo>
                <a:lnTo>
                  <a:pt x="1517" y="1238"/>
                </a:lnTo>
                <a:lnTo>
                  <a:pt x="1517" y="1239"/>
                </a:lnTo>
                <a:lnTo>
                  <a:pt x="1518" y="1239"/>
                </a:lnTo>
                <a:lnTo>
                  <a:pt x="1518" y="1240"/>
                </a:lnTo>
                <a:lnTo>
                  <a:pt x="1517" y="1241"/>
                </a:lnTo>
                <a:lnTo>
                  <a:pt x="1517" y="1242"/>
                </a:lnTo>
                <a:lnTo>
                  <a:pt x="1517" y="1243"/>
                </a:lnTo>
                <a:lnTo>
                  <a:pt x="1517" y="1244"/>
                </a:lnTo>
                <a:lnTo>
                  <a:pt x="1516" y="1245"/>
                </a:lnTo>
                <a:lnTo>
                  <a:pt x="1515" y="1245"/>
                </a:lnTo>
                <a:lnTo>
                  <a:pt x="1514" y="1245"/>
                </a:lnTo>
                <a:lnTo>
                  <a:pt x="1513" y="1246"/>
                </a:lnTo>
                <a:lnTo>
                  <a:pt x="1512" y="1246"/>
                </a:lnTo>
                <a:lnTo>
                  <a:pt x="1512" y="1245"/>
                </a:lnTo>
                <a:lnTo>
                  <a:pt x="1511" y="1245"/>
                </a:lnTo>
                <a:lnTo>
                  <a:pt x="1510" y="1246"/>
                </a:lnTo>
                <a:lnTo>
                  <a:pt x="1509" y="1246"/>
                </a:lnTo>
                <a:lnTo>
                  <a:pt x="1508" y="1247"/>
                </a:lnTo>
                <a:lnTo>
                  <a:pt x="1508" y="1248"/>
                </a:lnTo>
                <a:lnTo>
                  <a:pt x="1508" y="1249"/>
                </a:lnTo>
                <a:lnTo>
                  <a:pt x="1507" y="1250"/>
                </a:lnTo>
                <a:lnTo>
                  <a:pt x="1506" y="1250"/>
                </a:lnTo>
                <a:lnTo>
                  <a:pt x="1506" y="1249"/>
                </a:lnTo>
                <a:lnTo>
                  <a:pt x="1506" y="1250"/>
                </a:lnTo>
                <a:lnTo>
                  <a:pt x="1506" y="1251"/>
                </a:lnTo>
                <a:lnTo>
                  <a:pt x="1505" y="1251"/>
                </a:lnTo>
                <a:lnTo>
                  <a:pt x="1505" y="1252"/>
                </a:lnTo>
                <a:lnTo>
                  <a:pt x="1506" y="1252"/>
                </a:lnTo>
                <a:lnTo>
                  <a:pt x="1504" y="1252"/>
                </a:lnTo>
                <a:lnTo>
                  <a:pt x="1502" y="1252"/>
                </a:lnTo>
                <a:lnTo>
                  <a:pt x="1501" y="1253"/>
                </a:lnTo>
                <a:lnTo>
                  <a:pt x="1501" y="1254"/>
                </a:lnTo>
                <a:lnTo>
                  <a:pt x="1502" y="1255"/>
                </a:lnTo>
                <a:lnTo>
                  <a:pt x="1503" y="1255"/>
                </a:lnTo>
                <a:lnTo>
                  <a:pt x="1504" y="1255"/>
                </a:lnTo>
                <a:lnTo>
                  <a:pt x="1505" y="1255"/>
                </a:lnTo>
                <a:lnTo>
                  <a:pt x="1505" y="1256"/>
                </a:lnTo>
                <a:lnTo>
                  <a:pt x="1505" y="1257"/>
                </a:lnTo>
                <a:lnTo>
                  <a:pt x="1506" y="1257"/>
                </a:lnTo>
                <a:lnTo>
                  <a:pt x="1506" y="1258"/>
                </a:lnTo>
                <a:lnTo>
                  <a:pt x="1507" y="1258"/>
                </a:lnTo>
                <a:lnTo>
                  <a:pt x="1507" y="1259"/>
                </a:lnTo>
                <a:lnTo>
                  <a:pt x="1509" y="1259"/>
                </a:lnTo>
                <a:lnTo>
                  <a:pt x="1509" y="1260"/>
                </a:lnTo>
                <a:lnTo>
                  <a:pt x="1509" y="1261"/>
                </a:lnTo>
                <a:lnTo>
                  <a:pt x="1510" y="1261"/>
                </a:lnTo>
                <a:lnTo>
                  <a:pt x="1510" y="1262"/>
                </a:lnTo>
                <a:lnTo>
                  <a:pt x="1511" y="1262"/>
                </a:lnTo>
                <a:lnTo>
                  <a:pt x="1512" y="1262"/>
                </a:lnTo>
                <a:lnTo>
                  <a:pt x="1513" y="1263"/>
                </a:lnTo>
                <a:lnTo>
                  <a:pt x="1513" y="1264"/>
                </a:lnTo>
                <a:lnTo>
                  <a:pt x="1514" y="1264"/>
                </a:lnTo>
                <a:lnTo>
                  <a:pt x="1515" y="1265"/>
                </a:lnTo>
                <a:lnTo>
                  <a:pt x="1515" y="1267"/>
                </a:lnTo>
                <a:lnTo>
                  <a:pt x="1515" y="1268"/>
                </a:lnTo>
                <a:lnTo>
                  <a:pt x="1515" y="1269"/>
                </a:lnTo>
                <a:lnTo>
                  <a:pt x="1516" y="1270"/>
                </a:lnTo>
                <a:lnTo>
                  <a:pt x="1516" y="1269"/>
                </a:lnTo>
                <a:lnTo>
                  <a:pt x="1517" y="1269"/>
                </a:lnTo>
                <a:lnTo>
                  <a:pt x="1518" y="1270"/>
                </a:lnTo>
                <a:lnTo>
                  <a:pt x="1519" y="1270"/>
                </a:lnTo>
                <a:lnTo>
                  <a:pt x="1521" y="1270"/>
                </a:lnTo>
                <a:lnTo>
                  <a:pt x="1522" y="1270"/>
                </a:lnTo>
                <a:lnTo>
                  <a:pt x="1522" y="1271"/>
                </a:lnTo>
                <a:lnTo>
                  <a:pt x="1521" y="1271"/>
                </a:lnTo>
                <a:lnTo>
                  <a:pt x="1520" y="1272"/>
                </a:lnTo>
                <a:lnTo>
                  <a:pt x="1520" y="1273"/>
                </a:lnTo>
                <a:lnTo>
                  <a:pt x="1521" y="1274"/>
                </a:lnTo>
                <a:lnTo>
                  <a:pt x="1521" y="1275"/>
                </a:lnTo>
                <a:lnTo>
                  <a:pt x="1521" y="1277"/>
                </a:lnTo>
                <a:lnTo>
                  <a:pt x="1522" y="1277"/>
                </a:lnTo>
                <a:lnTo>
                  <a:pt x="1522" y="1278"/>
                </a:lnTo>
                <a:lnTo>
                  <a:pt x="1523" y="1278"/>
                </a:lnTo>
                <a:lnTo>
                  <a:pt x="1522" y="1279"/>
                </a:lnTo>
                <a:lnTo>
                  <a:pt x="1521" y="1280"/>
                </a:lnTo>
                <a:lnTo>
                  <a:pt x="1521" y="1281"/>
                </a:lnTo>
                <a:lnTo>
                  <a:pt x="1522" y="1282"/>
                </a:lnTo>
                <a:lnTo>
                  <a:pt x="1522" y="1283"/>
                </a:lnTo>
                <a:lnTo>
                  <a:pt x="1523" y="1284"/>
                </a:lnTo>
                <a:lnTo>
                  <a:pt x="1524" y="1285"/>
                </a:lnTo>
                <a:lnTo>
                  <a:pt x="1524" y="1284"/>
                </a:lnTo>
                <a:lnTo>
                  <a:pt x="1525" y="1284"/>
                </a:lnTo>
                <a:lnTo>
                  <a:pt x="1526" y="1284"/>
                </a:lnTo>
                <a:lnTo>
                  <a:pt x="1526" y="1285"/>
                </a:lnTo>
                <a:lnTo>
                  <a:pt x="1526" y="1286"/>
                </a:lnTo>
                <a:lnTo>
                  <a:pt x="1526" y="1287"/>
                </a:lnTo>
                <a:lnTo>
                  <a:pt x="1526" y="1288"/>
                </a:lnTo>
                <a:lnTo>
                  <a:pt x="1527" y="1289"/>
                </a:lnTo>
                <a:lnTo>
                  <a:pt x="1528" y="1289"/>
                </a:lnTo>
                <a:lnTo>
                  <a:pt x="1529" y="1289"/>
                </a:lnTo>
                <a:lnTo>
                  <a:pt x="1528" y="1289"/>
                </a:lnTo>
                <a:lnTo>
                  <a:pt x="1527" y="1290"/>
                </a:lnTo>
                <a:lnTo>
                  <a:pt x="1526" y="1290"/>
                </a:lnTo>
                <a:lnTo>
                  <a:pt x="1525" y="1290"/>
                </a:lnTo>
                <a:lnTo>
                  <a:pt x="1524" y="1290"/>
                </a:lnTo>
                <a:lnTo>
                  <a:pt x="1524" y="1291"/>
                </a:lnTo>
                <a:lnTo>
                  <a:pt x="1523" y="1291"/>
                </a:lnTo>
                <a:lnTo>
                  <a:pt x="1522" y="1291"/>
                </a:lnTo>
                <a:lnTo>
                  <a:pt x="1522" y="1292"/>
                </a:lnTo>
                <a:lnTo>
                  <a:pt x="1522" y="1294"/>
                </a:lnTo>
                <a:lnTo>
                  <a:pt x="1523" y="1295"/>
                </a:lnTo>
                <a:lnTo>
                  <a:pt x="1523" y="1296"/>
                </a:lnTo>
                <a:lnTo>
                  <a:pt x="1523" y="1297"/>
                </a:lnTo>
                <a:lnTo>
                  <a:pt x="1523" y="1298"/>
                </a:lnTo>
                <a:lnTo>
                  <a:pt x="1522" y="1299"/>
                </a:lnTo>
                <a:lnTo>
                  <a:pt x="1523" y="1300"/>
                </a:lnTo>
                <a:lnTo>
                  <a:pt x="1522" y="1300"/>
                </a:lnTo>
                <a:lnTo>
                  <a:pt x="1522" y="1301"/>
                </a:lnTo>
                <a:lnTo>
                  <a:pt x="1521" y="1301"/>
                </a:lnTo>
                <a:lnTo>
                  <a:pt x="1520" y="1303"/>
                </a:lnTo>
                <a:lnTo>
                  <a:pt x="1521" y="1304"/>
                </a:lnTo>
                <a:lnTo>
                  <a:pt x="1522" y="1305"/>
                </a:lnTo>
                <a:lnTo>
                  <a:pt x="1523" y="1306"/>
                </a:lnTo>
                <a:lnTo>
                  <a:pt x="1524" y="1306"/>
                </a:lnTo>
                <a:lnTo>
                  <a:pt x="1523" y="1307"/>
                </a:lnTo>
                <a:lnTo>
                  <a:pt x="1523" y="1308"/>
                </a:lnTo>
                <a:lnTo>
                  <a:pt x="1524" y="1308"/>
                </a:lnTo>
                <a:lnTo>
                  <a:pt x="1524" y="1309"/>
                </a:lnTo>
                <a:lnTo>
                  <a:pt x="1523" y="1310"/>
                </a:lnTo>
                <a:lnTo>
                  <a:pt x="1521" y="1311"/>
                </a:lnTo>
                <a:lnTo>
                  <a:pt x="1520" y="1312"/>
                </a:lnTo>
                <a:lnTo>
                  <a:pt x="1519" y="1312"/>
                </a:lnTo>
                <a:lnTo>
                  <a:pt x="1518" y="1312"/>
                </a:lnTo>
                <a:lnTo>
                  <a:pt x="1517" y="1312"/>
                </a:lnTo>
                <a:lnTo>
                  <a:pt x="1516" y="1312"/>
                </a:lnTo>
                <a:lnTo>
                  <a:pt x="1515" y="1312"/>
                </a:lnTo>
                <a:lnTo>
                  <a:pt x="1514" y="1312"/>
                </a:lnTo>
                <a:lnTo>
                  <a:pt x="1513" y="1312"/>
                </a:lnTo>
                <a:lnTo>
                  <a:pt x="1512" y="1312"/>
                </a:lnTo>
                <a:lnTo>
                  <a:pt x="1512" y="1313"/>
                </a:lnTo>
                <a:lnTo>
                  <a:pt x="1511" y="1313"/>
                </a:lnTo>
                <a:lnTo>
                  <a:pt x="1511" y="1314"/>
                </a:lnTo>
                <a:lnTo>
                  <a:pt x="1510" y="1315"/>
                </a:lnTo>
                <a:lnTo>
                  <a:pt x="1509" y="1315"/>
                </a:lnTo>
                <a:lnTo>
                  <a:pt x="1508" y="1316"/>
                </a:lnTo>
                <a:lnTo>
                  <a:pt x="1508" y="1317"/>
                </a:lnTo>
                <a:lnTo>
                  <a:pt x="1508" y="1318"/>
                </a:lnTo>
                <a:lnTo>
                  <a:pt x="1507" y="1318"/>
                </a:lnTo>
                <a:lnTo>
                  <a:pt x="1506" y="1319"/>
                </a:lnTo>
                <a:lnTo>
                  <a:pt x="1505" y="1320"/>
                </a:lnTo>
                <a:lnTo>
                  <a:pt x="1505" y="1319"/>
                </a:lnTo>
                <a:lnTo>
                  <a:pt x="1504" y="1319"/>
                </a:lnTo>
                <a:lnTo>
                  <a:pt x="1504" y="1318"/>
                </a:lnTo>
                <a:lnTo>
                  <a:pt x="1503" y="1317"/>
                </a:lnTo>
                <a:lnTo>
                  <a:pt x="1502" y="1317"/>
                </a:lnTo>
                <a:lnTo>
                  <a:pt x="1502" y="1316"/>
                </a:lnTo>
                <a:lnTo>
                  <a:pt x="1501" y="1315"/>
                </a:lnTo>
                <a:lnTo>
                  <a:pt x="1501" y="1314"/>
                </a:lnTo>
                <a:lnTo>
                  <a:pt x="1500" y="1314"/>
                </a:lnTo>
                <a:lnTo>
                  <a:pt x="1499" y="1314"/>
                </a:lnTo>
                <a:lnTo>
                  <a:pt x="1499" y="1313"/>
                </a:lnTo>
                <a:lnTo>
                  <a:pt x="1498" y="1312"/>
                </a:lnTo>
                <a:lnTo>
                  <a:pt x="1498" y="1313"/>
                </a:lnTo>
                <a:lnTo>
                  <a:pt x="1498" y="1314"/>
                </a:lnTo>
                <a:lnTo>
                  <a:pt x="1497" y="1314"/>
                </a:lnTo>
                <a:lnTo>
                  <a:pt x="1497" y="1315"/>
                </a:lnTo>
                <a:lnTo>
                  <a:pt x="1496" y="1316"/>
                </a:lnTo>
                <a:lnTo>
                  <a:pt x="1495" y="1317"/>
                </a:lnTo>
                <a:lnTo>
                  <a:pt x="1494" y="1317"/>
                </a:lnTo>
                <a:lnTo>
                  <a:pt x="1494" y="1318"/>
                </a:lnTo>
                <a:lnTo>
                  <a:pt x="1493" y="1318"/>
                </a:lnTo>
                <a:lnTo>
                  <a:pt x="1492" y="1318"/>
                </a:lnTo>
                <a:lnTo>
                  <a:pt x="1491" y="1319"/>
                </a:lnTo>
                <a:lnTo>
                  <a:pt x="1488" y="1320"/>
                </a:lnTo>
                <a:lnTo>
                  <a:pt x="1488" y="1321"/>
                </a:lnTo>
                <a:lnTo>
                  <a:pt x="1487" y="1321"/>
                </a:lnTo>
                <a:lnTo>
                  <a:pt x="1487" y="1322"/>
                </a:lnTo>
                <a:lnTo>
                  <a:pt x="1486" y="1323"/>
                </a:lnTo>
                <a:lnTo>
                  <a:pt x="1485" y="1323"/>
                </a:lnTo>
                <a:lnTo>
                  <a:pt x="1485" y="1324"/>
                </a:lnTo>
                <a:lnTo>
                  <a:pt x="1484" y="1324"/>
                </a:lnTo>
                <a:lnTo>
                  <a:pt x="1483" y="1324"/>
                </a:lnTo>
                <a:lnTo>
                  <a:pt x="1483" y="1325"/>
                </a:lnTo>
                <a:lnTo>
                  <a:pt x="1482" y="1325"/>
                </a:lnTo>
                <a:lnTo>
                  <a:pt x="1482" y="1326"/>
                </a:lnTo>
                <a:lnTo>
                  <a:pt x="1481" y="1326"/>
                </a:lnTo>
                <a:lnTo>
                  <a:pt x="1481" y="1327"/>
                </a:lnTo>
                <a:lnTo>
                  <a:pt x="1480" y="1327"/>
                </a:lnTo>
                <a:lnTo>
                  <a:pt x="1479" y="1328"/>
                </a:lnTo>
                <a:lnTo>
                  <a:pt x="1479" y="1329"/>
                </a:lnTo>
                <a:lnTo>
                  <a:pt x="1478" y="1330"/>
                </a:lnTo>
                <a:lnTo>
                  <a:pt x="1477" y="1330"/>
                </a:lnTo>
                <a:lnTo>
                  <a:pt x="1476" y="1331"/>
                </a:lnTo>
                <a:lnTo>
                  <a:pt x="1475" y="1331"/>
                </a:lnTo>
                <a:lnTo>
                  <a:pt x="1474" y="1331"/>
                </a:lnTo>
                <a:lnTo>
                  <a:pt x="1473" y="1331"/>
                </a:lnTo>
                <a:lnTo>
                  <a:pt x="1472" y="1331"/>
                </a:lnTo>
                <a:lnTo>
                  <a:pt x="1471" y="1331"/>
                </a:lnTo>
                <a:lnTo>
                  <a:pt x="1470" y="1332"/>
                </a:lnTo>
                <a:lnTo>
                  <a:pt x="1469" y="1332"/>
                </a:lnTo>
                <a:lnTo>
                  <a:pt x="1468" y="1332"/>
                </a:lnTo>
                <a:lnTo>
                  <a:pt x="1467" y="1332"/>
                </a:lnTo>
                <a:lnTo>
                  <a:pt x="1466" y="1332"/>
                </a:lnTo>
                <a:lnTo>
                  <a:pt x="1465" y="1332"/>
                </a:lnTo>
                <a:lnTo>
                  <a:pt x="1464" y="1333"/>
                </a:lnTo>
                <a:lnTo>
                  <a:pt x="1463" y="1333"/>
                </a:lnTo>
                <a:lnTo>
                  <a:pt x="1462" y="1333"/>
                </a:lnTo>
                <a:lnTo>
                  <a:pt x="1460" y="1333"/>
                </a:lnTo>
                <a:lnTo>
                  <a:pt x="1459" y="1333"/>
                </a:lnTo>
                <a:lnTo>
                  <a:pt x="1457" y="1333"/>
                </a:lnTo>
                <a:lnTo>
                  <a:pt x="1456" y="1333"/>
                </a:lnTo>
                <a:lnTo>
                  <a:pt x="1455" y="1333"/>
                </a:lnTo>
                <a:lnTo>
                  <a:pt x="1455" y="1332"/>
                </a:lnTo>
                <a:lnTo>
                  <a:pt x="1454" y="1332"/>
                </a:lnTo>
                <a:lnTo>
                  <a:pt x="1454" y="1331"/>
                </a:lnTo>
                <a:lnTo>
                  <a:pt x="1453" y="1330"/>
                </a:lnTo>
                <a:lnTo>
                  <a:pt x="1453" y="1329"/>
                </a:lnTo>
                <a:lnTo>
                  <a:pt x="1452" y="1328"/>
                </a:lnTo>
                <a:lnTo>
                  <a:pt x="1452" y="1327"/>
                </a:lnTo>
                <a:lnTo>
                  <a:pt x="1452" y="1326"/>
                </a:lnTo>
                <a:lnTo>
                  <a:pt x="1451" y="1325"/>
                </a:lnTo>
                <a:lnTo>
                  <a:pt x="1450" y="1325"/>
                </a:lnTo>
                <a:lnTo>
                  <a:pt x="1450" y="1324"/>
                </a:lnTo>
                <a:lnTo>
                  <a:pt x="1450" y="1323"/>
                </a:lnTo>
                <a:lnTo>
                  <a:pt x="1449" y="1323"/>
                </a:lnTo>
                <a:lnTo>
                  <a:pt x="1449" y="1324"/>
                </a:lnTo>
                <a:lnTo>
                  <a:pt x="1448" y="1324"/>
                </a:lnTo>
                <a:lnTo>
                  <a:pt x="1447" y="1324"/>
                </a:lnTo>
                <a:lnTo>
                  <a:pt x="1446" y="1324"/>
                </a:lnTo>
                <a:lnTo>
                  <a:pt x="1446" y="1325"/>
                </a:lnTo>
                <a:lnTo>
                  <a:pt x="1445" y="1325"/>
                </a:lnTo>
                <a:lnTo>
                  <a:pt x="1444" y="1325"/>
                </a:lnTo>
                <a:lnTo>
                  <a:pt x="1443" y="1325"/>
                </a:lnTo>
                <a:lnTo>
                  <a:pt x="1442" y="1325"/>
                </a:lnTo>
                <a:lnTo>
                  <a:pt x="1441" y="1325"/>
                </a:lnTo>
                <a:lnTo>
                  <a:pt x="1440" y="1326"/>
                </a:lnTo>
                <a:lnTo>
                  <a:pt x="1439" y="1326"/>
                </a:lnTo>
                <a:lnTo>
                  <a:pt x="1439" y="1327"/>
                </a:lnTo>
                <a:lnTo>
                  <a:pt x="1438" y="1327"/>
                </a:lnTo>
                <a:lnTo>
                  <a:pt x="1437" y="1327"/>
                </a:lnTo>
                <a:lnTo>
                  <a:pt x="1436" y="1327"/>
                </a:lnTo>
                <a:lnTo>
                  <a:pt x="1435" y="1327"/>
                </a:lnTo>
                <a:lnTo>
                  <a:pt x="1434" y="1327"/>
                </a:lnTo>
                <a:lnTo>
                  <a:pt x="1434" y="1328"/>
                </a:lnTo>
                <a:lnTo>
                  <a:pt x="1433" y="1328"/>
                </a:lnTo>
                <a:lnTo>
                  <a:pt x="1432" y="1328"/>
                </a:lnTo>
                <a:lnTo>
                  <a:pt x="1431" y="1328"/>
                </a:lnTo>
                <a:lnTo>
                  <a:pt x="1429" y="1328"/>
                </a:lnTo>
                <a:lnTo>
                  <a:pt x="1428" y="1328"/>
                </a:lnTo>
                <a:lnTo>
                  <a:pt x="1427" y="1329"/>
                </a:lnTo>
                <a:lnTo>
                  <a:pt x="1426" y="1329"/>
                </a:lnTo>
                <a:lnTo>
                  <a:pt x="1425" y="1329"/>
                </a:lnTo>
                <a:lnTo>
                  <a:pt x="1424" y="1329"/>
                </a:lnTo>
                <a:lnTo>
                  <a:pt x="1423" y="1330"/>
                </a:lnTo>
                <a:lnTo>
                  <a:pt x="1422" y="1330"/>
                </a:lnTo>
                <a:lnTo>
                  <a:pt x="1421" y="1330"/>
                </a:lnTo>
                <a:lnTo>
                  <a:pt x="1421" y="1331"/>
                </a:lnTo>
                <a:lnTo>
                  <a:pt x="1420" y="1331"/>
                </a:lnTo>
                <a:lnTo>
                  <a:pt x="1419" y="1331"/>
                </a:lnTo>
                <a:lnTo>
                  <a:pt x="1418" y="1331"/>
                </a:lnTo>
                <a:lnTo>
                  <a:pt x="1417" y="1332"/>
                </a:lnTo>
                <a:lnTo>
                  <a:pt x="1417" y="1334"/>
                </a:lnTo>
                <a:lnTo>
                  <a:pt x="1417" y="1335"/>
                </a:lnTo>
                <a:lnTo>
                  <a:pt x="1417" y="1336"/>
                </a:lnTo>
                <a:lnTo>
                  <a:pt x="1416" y="1336"/>
                </a:lnTo>
                <a:lnTo>
                  <a:pt x="1416" y="1337"/>
                </a:lnTo>
                <a:lnTo>
                  <a:pt x="1416" y="1338"/>
                </a:lnTo>
                <a:lnTo>
                  <a:pt x="1415" y="1339"/>
                </a:lnTo>
                <a:lnTo>
                  <a:pt x="1415" y="1340"/>
                </a:lnTo>
                <a:lnTo>
                  <a:pt x="1414" y="1341"/>
                </a:lnTo>
                <a:lnTo>
                  <a:pt x="1414" y="1342"/>
                </a:lnTo>
                <a:lnTo>
                  <a:pt x="1414" y="1343"/>
                </a:lnTo>
                <a:lnTo>
                  <a:pt x="1413" y="1344"/>
                </a:lnTo>
                <a:lnTo>
                  <a:pt x="1413" y="1345"/>
                </a:lnTo>
                <a:lnTo>
                  <a:pt x="1410" y="1346"/>
                </a:lnTo>
                <a:lnTo>
                  <a:pt x="1409" y="1346"/>
                </a:lnTo>
                <a:lnTo>
                  <a:pt x="1408" y="1347"/>
                </a:lnTo>
                <a:lnTo>
                  <a:pt x="1407" y="1347"/>
                </a:lnTo>
                <a:lnTo>
                  <a:pt x="1405" y="1348"/>
                </a:lnTo>
                <a:lnTo>
                  <a:pt x="1404" y="1349"/>
                </a:lnTo>
                <a:lnTo>
                  <a:pt x="1403" y="1349"/>
                </a:lnTo>
                <a:lnTo>
                  <a:pt x="1402" y="1348"/>
                </a:lnTo>
                <a:lnTo>
                  <a:pt x="1400" y="1347"/>
                </a:lnTo>
                <a:lnTo>
                  <a:pt x="1399" y="1346"/>
                </a:lnTo>
                <a:lnTo>
                  <a:pt x="1398" y="1346"/>
                </a:lnTo>
                <a:lnTo>
                  <a:pt x="1397" y="1345"/>
                </a:lnTo>
                <a:lnTo>
                  <a:pt x="1396" y="1344"/>
                </a:lnTo>
                <a:lnTo>
                  <a:pt x="1395" y="1343"/>
                </a:lnTo>
                <a:lnTo>
                  <a:pt x="1394" y="1342"/>
                </a:lnTo>
                <a:lnTo>
                  <a:pt x="1393" y="1341"/>
                </a:lnTo>
                <a:lnTo>
                  <a:pt x="1392" y="1341"/>
                </a:lnTo>
                <a:lnTo>
                  <a:pt x="1391" y="1340"/>
                </a:lnTo>
                <a:lnTo>
                  <a:pt x="1388" y="1339"/>
                </a:lnTo>
                <a:lnTo>
                  <a:pt x="1387" y="1339"/>
                </a:lnTo>
                <a:lnTo>
                  <a:pt x="1385" y="1339"/>
                </a:lnTo>
                <a:lnTo>
                  <a:pt x="1384" y="1339"/>
                </a:lnTo>
                <a:lnTo>
                  <a:pt x="1381" y="1337"/>
                </a:lnTo>
                <a:lnTo>
                  <a:pt x="1378" y="1335"/>
                </a:lnTo>
                <a:lnTo>
                  <a:pt x="1377" y="1335"/>
                </a:lnTo>
                <a:lnTo>
                  <a:pt x="1374" y="1335"/>
                </a:lnTo>
                <a:lnTo>
                  <a:pt x="1373" y="1336"/>
                </a:lnTo>
                <a:lnTo>
                  <a:pt x="1371" y="1338"/>
                </a:lnTo>
                <a:lnTo>
                  <a:pt x="1369" y="1339"/>
                </a:lnTo>
                <a:lnTo>
                  <a:pt x="1368" y="1339"/>
                </a:lnTo>
                <a:lnTo>
                  <a:pt x="1368" y="1340"/>
                </a:lnTo>
                <a:lnTo>
                  <a:pt x="1367" y="1340"/>
                </a:lnTo>
                <a:lnTo>
                  <a:pt x="1367" y="1339"/>
                </a:lnTo>
                <a:lnTo>
                  <a:pt x="1366" y="1339"/>
                </a:lnTo>
                <a:lnTo>
                  <a:pt x="1365" y="1339"/>
                </a:lnTo>
                <a:lnTo>
                  <a:pt x="1364" y="1339"/>
                </a:lnTo>
                <a:lnTo>
                  <a:pt x="1364" y="1340"/>
                </a:lnTo>
                <a:lnTo>
                  <a:pt x="1364" y="1341"/>
                </a:lnTo>
                <a:lnTo>
                  <a:pt x="1362" y="1343"/>
                </a:lnTo>
                <a:lnTo>
                  <a:pt x="1363" y="1343"/>
                </a:lnTo>
                <a:lnTo>
                  <a:pt x="1363" y="1344"/>
                </a:lnTo>
                <a:lnTo>
                  <a:pt x="1362" y="1345"/>
                </a:lnTo>
                <a:lnTo>
                  <a:pt x="1361" y="1346"/>
                </a:lnTo>
                <a:lnTo>
                  <a:pt x="1360" y="1346"/>
                </a:lnTo>
                <a:lnTo>
                  <a:pt x="1360" y="1347"/>
                </a:lnTo>
                <a:lnTo>
                  <a:pt x="1359" y="1347"/>
                </a:lnTo>
                <a:lnTo>
                  <a:pt x="1358" y="1347"/>
                </a:lnTo>
                <a:lnTo>
                  <a:pt x="1358" y="1348"/>
                </a:lnTo>
                <a:lnTo>
                  <a:pt x="1357" y="1348"/>
                </a:lnTo>
                <a:lnTo>
                  <a:pt x="1357" y="1349"/>
                </a:lnTo>
                <a:lnTo>
                  <a:pt x="1357" y="1350"/>
                </a:lnTo>
                <a:lnTo>
                  <a:pt x="1357" y="1351"/>
                </a:lnTo>
                <a:lnTo>
                  <a:pt x="1357" y="1352"/>
                </a:lnTo>
                <a:lnTo>
                  <a:pt x="1356" y="1352"/>
                </a:lnTo>
                <a:lnTo>
                  <a:pt x="1356" y="1353"/>
                </a:lnTo>
                <a:lnTo>
                  <a:pt x="1356" y="1354"/>
                </a:lnTo>
                <a:lnTo>
                  <a:pt x="1355" y="1354"/>
                </a:lnTo>
                <a:lnTo>
                  <a:pt x="1355" y="1355"/>
                </a:lnTo>
                <a:lnTo>
                  <a:pt x="1354" y="1356"/>
                </a:lnTo>
                <a:lnTo>
                  <a:pt x="1353" y="1356"/>
                </a:lnTo>
                <a:lnTo>
                  <a:pt x="1353" y="1357"/>
                </a:lnTo>
                <a:lnTo>
                  <a:pt x="1353" y="1358"/>
                </a:lnTo>
                <a:lnTo>
                  <a:pt x="1353" y="1359"/>
                </a:lnTo>
                <a:lnTo>
                  <a:pt x="1352" y="1360"/>
                </a:lnTo>
                <a:lnTo>
                  <a:pt x="1351" y="1361"/>
                </a:lnTo>
                <a:lnTo>
                  <a:pt x="1350" y="1362"/>
                </a:lnTo>
                <a:lnTo>
                  <a:pt x="1349" y="1363"/>
                </a:lnTo>
                <a:lnTo>
                  <a:pt x="1349" y="1364"/>
                </a:lnTo>
                <a:lnTo>
                  <a:pt x="1348" y="1364"/>
                </a:lnTo>
                <a:lnTo>
                  <a:pt x="1348" y="1366"/>
                </a:lnTo>
                <a:lnTo>
                  <a:pt x="1347" y="1366"/>
                </a:lnTo>
                <a:lnTo>
                  <a:pt x="1347" y="1367"/>
                </a:lnTo>
                <a:lnTo>
                  <a:pt x="1347" y="1368"/>
                </a:lnTo>
                <a:lnTo>
                  <a:pt x="1346" y="1368"/>
                </a:lnTo>
                <a:lnTo>
                  <a:pt x="1345" y="1370"/>
                </a:lnTo>
                <a:lnTo>
                  <a:pt x="1345" y="1371"/>
                </a:lnTo>
                <a:lnTo>
                  <a:pt x="1344" y="1371"/>
                </a:lnTo>
                <a:lnTo>
                  <a:pt x="1344" y="1372"/>
                </a:lnTo>
                <a:lnTo>
                  <a:pt x="1344" y="1373"/>
                </a:lnTo>
                <a:lnTo>
                  <a:pt x="1343" y="1373"/>
                </a:lnTo>
                <a:lnTo>
                  <a:pt x="1343" y="1374"/>
                </a:lnTo>
                <a:lnTo>
                  <a:pt x="1342" y="1375"/>
                </a:lnTo>
                <a:lnTo>
                  <a:pt x="1341" y="1375"/>
                </a:lnTo>
                <a:lnTo>
                  <a:pt x="1341" y="1376"/>
                </a:lnTo>
                <a:lnTo>
                  <a:pt x="1340" y="1377"/>
                </a:lnTo>
                <a:lnTo>
                  <a:pt x="1340" y="1378"/>
                </a:lnTo>
                <a:lnTo>
                  <a:pt x="1340" y="1380"/>
                </a:lnTo>
                <a:lnTo>
                  <a:pt x="1339" y="1381"/>
                </a:lnTo>
                <a:lnTo>
                  <a:pt x="1338" y="1382"/>
                </a:lnTo>
                <a:lnTo>
                  <a:pt x="1337" y="1383"/>
                </a:lnTo>
                <a:lnTo>
                  <a:pt x="1335" y="1385"/>
                </a:lnTo>
                <a:lnTo>
                  <a:pt x="1334" y="1386"/>
                </a:lnTo>
                <a:lnTo>
                  <a:pt x="1334" y="1387"/>
                </a:lnTo>
                <a:lnTo>
                  <a:pt x="1333" y="1390"/>
                </a:lnTo>
                <a:lnTo>
                  <a:pt x="1333" y="1394"/>
                </a:lnTo>
                <a:lnTo>
                  <a:pt x="1334" y="1395"/>
                </a:lnTo>
                <a:lnTo>
                  <a:pt x="1333" y="1397"/>
                </a:lnTo>
                <a:lnTo>
                  <a:pt x="1332" y="1398"/>
                </a:lnTo>
                <a:lnTo>
                  <a:pt x="1330" y="1399"/>
                </a:lnTo>
                <a:lnTo>
                  <a:pt x="1330" y="1400"/>
                </a:lnTo>
                <a:lnTo>
                  <a:pt x="1330" y="1401"/>
                </a:lnTo>
                <a:lnTo>
                  <a:pt x="1331" y="1401"/>
                </a:lnTo>
                <a:lnTo>
                  <a:pt x="1331" y="1402"/>
                </a:lnTo>
                <a:lnTo>
                  <a:pt x="1330" y="1403"/>
                </a:lnTo>
                <a:lnTo>
                  <a:pt x="1330" y="1405"/>
                </a:lnTo>
                <a:lnTo>
                  <a:pt x="1329" y="1405"/>
                </a:lnTo>
                <a:lnTo>
                  <a:pt x="1328" y="1405"/>
                </a:lnTo>
                <a:lnTo>
                  <a:pt x="1327" y="1405"/>
                </a:lnTo>
                <a:lnTo>
                  <a:pt x="1326" y="1405"/>
                </a:lnTo>
                <a:lnTo>
                  <a:pt x="1326" y="1406"/>
                </a:lnTo>
                <a:lnTo>
                  <a:pt x="1325" y="1406"/>
                </a:lnTo>
                <a:lnTo>
                  <a:pt x="1323" y="1405"/>
                </a:lnTo>
                <a:lnTo>
                  <a:pt x="1323" y="1404"/>
                </a:lnTo>
                <a:lnTo>
                  <a:pt x="1322" y="1404"/>
                </a:lnTo>
                <a:lnTo>
                  <a:pt x="1321" y="1404"/>
                </a:lnTo>
                <a:lnTo>
                  <a:pt x="1320" y="1405"/>
                </a:lnTo>
                <a:lnTo>
                  <a:pt x="1320" y="1406"/>
                </a:lnTo>
                <a:lnTo>
                  <a:pt x="1319" y="1406"/>
                </a:lnTo>
                <a:lnTo>
                  <a:pt x="1317" y="1407"/>
                </a:lnTo>
                <a:lnTo>
                  <a:pt x="1317" y="1408"/>
                </a:lnTo>
                <a:lnTo>
                  <a:pt x="1316" y="1408"/>
                </a:lnTo>
                <a:lnTo>
                  <a:pt x="1314" y="1407"/>
                </a:lnTo>
                <a:lnTo>
                  <a:pt x="1311" y="1406"/>
                </a:lnTo>
                <a:lnTo>
                  <a:pt x="1311" y="1405"/>
                </a:lnTo>
                <a:lnTo>
                  <a:pt x="1310" y="1405"/>
                </a:lnTo>
                <a:lnTo>
                  <a:pt x="1309" y="1404"/>
                </a:lnTo>
                <a:lnTo>
                  <a:pt x="1308" y="1403"/>
                </a:lnTo>
                <a:lnTo>
                  <a:pt x="1306" y="1403"/>
                </a:lnTo>
                <a:lnTo>
                  <a:pt x="1305" y="1402"/>
                </a:lnTo>
                <a:lnTo>
                  <a:pt x="1304" y="1402"/>
                </a:lnTo>
                <a:lnTo>
                  <a:pt x="1303" y="1402"/>
                </a:lnTo>
                <a:lnTo>
                  <a:pt x="1303" y="1403"/>
                </a:lnTo>
                <a:lnTo>
                  <a:pt x="1302" y="1403"/>
                </a:lnTo>
                <a:lnTo>
                  <a:pt x="1300" y="1402"/>
                </a:lnTo>
                <a:lnTo>
                  <a:pt x="1299" y="1402"/>
                </a:lnTo>
                <a:lnTo>
                  <a:pt x="1298" y="1402"/>
                </a:lnTo>
                <a:lnTo>
                  <a:pt x="1295" y="1401"/>
                </a:lnTo>
                <a:lnTo>
                  <a:pt x="1294" y="1401"/>
                </a:lnTo>
                <a:lnTo>
                  <a:pt x="1294" y="1400"/>
                </a:lnTo>
                <a:lnTo>
                  <a:pt x="1293" y="1400"/>
                </a:lnTo>
                <a:lnTo>
                  <a:pt x="1292" y="1400"/>
                </a:lnTo>
                <a:lnTo>
                  <a:pt x="1291" y="1400"/>
                </a:lnTo>
                <a:lnTo>
                  <a:pt x="1290" y="1401"/>
                </a:lnTo>
                <a:lnTo>
                  <a:pt x="1289" y="1401"/>
                </a:lnTo>
                <a:lnTo>
                  <a:pt x="1288" y="1401"/>
                </a:lnTo>
                <a:lnTo>
                  <a:pt x="1287" y="1402"/>
                </a:lnTo>
                <a:lnTo>
                  <a:pt x="1286" y="1402"/>
                </a:lnTo>
                <a:lnTo>
                  <a:pt x="1286" y="1403"/>
                </a:lnTo>
                <a:lnTo>
                  <a:pt x="1287" y="1403"/>
                </a:lnTo>
                <a:lnTo>
                  <a:pt x="1288" y="1403"/>
                </a:lnTo>
                <a:lnTo>
                  <a:pt x="1288" y="1404"/>
                </a:lnTo>
                <a:lnTo>
                  <a:pt x="1288" y="1405"/>
                </a:lnTo>
                <a:lnTo>
                  <a:pt x="1288" y="1406"/>
                </a:lnTo>
                <a:lnTo>
                  <a:pt x="1287" y="1406"/>
                </a:lnTo>
                <a:lnTo>
                  <a:pt x="1287" y="1405"/>
                </a:lnTo>
                <a:lnTo>
                  <a:pt x="1286" y="1404"/>
                </a:lnTo>
                <a:lnTo>
                  <a:pt x="1285" y="1404"/>
                </a:lnTo>
                <a:lnTo>
                  <a:pt x="1285" y="1405"/>
                </a:lnTo>
                <a:lnTo>
                  <a:pt x="1285" y="1406"/>
                </a:lnTo>
                <a:lnTo>
                  <a:pt x="1286" y="1406"/>
                </a:lnTo>
                <a:lnTo>
                  <a:pt x="1286" y="1407"/>
                </a:lnTo>
                <a:lnTo>
                  <a:pt x="1285" y="1409"/>
                </a:lnTo>
                <a:lnTo>
                  <a:pt x="1285" y="1411"/>
                </a:lnTo>
                <a:lnTo>
                  <a:pt x="1284" y="1412"/>
                </a:lnTo>
                <a:lnTo>
                  <a:pt x="1284" y="1413"/>
                </a:lnTo>
                <a:lnTo>
                  <a:pt x="1285" y="1413"/>
                </a:lnTo>
                <a:lnTo>
                  <a:pt x="1285" y="1414"/>
                </a:lnTo>
                <a:lnTo>
                  <a:pt x="1285" y="1416"/>
                </a:lnTo>
                <a:lnTo>
                  <a:pt x="1284" y="1416"/>
                </a:lnTo>
                <a:lnTo>
                  <a:pt x="1284" y="1417"/>
                </a:lnTo>
                <a:lnTo>
                  <a:pt x="1283" y="1417"/>
                </a:lnTo>
                <a:lnTo>
                  <a:pt x="1282" y="1417"/>
                </a:lnTo>
                <a:lnTo>
                  <a:pt x="1281" y="1417"/>
                </a:lnTo>
                <a:lnTo>
                  <a:pt x="1281" y="1418"/>
                </a:lnTo>
                <a:lnTo>
                  <a:pt x="1280" y="1418"/>
                </a:lnTo>
                <a:lnTo>
                  <a:pt x="1280" y="1419"/>
                </a:lnTo>
                <a:lnTo>
                  <a:pt x="1279" y="1420"/>
                </a:lnTo>
                <a:lnTo>
                  <a:pt x="1279" y="1422"/>
                </a:lnTo>
                <a:lnTo>
                  <a:pt x="1279" y="1423"/>
                </a:lnTo>
                <a:lnTo>
                  <a:pt x="1279" y="1424"/>
                </a:lnTo>
                <a:lnTo>
                  <a:pt x="1278" y="1424"/>
                </a:lnTo>
                <a:lnTo>
                  <a:pt x="1277" y="1424"/>
                </a:lnTo>
                <a:lnTo>
                  <a:pt x="1277" y="1425"/>
                </a:lnTo>
                <a:lnTo>
                  <a:pt x="1276" y="1425"/>
                </a:lnTo>
                <a:lnTo>
                  <a:pt x="1275" y="1425"/>
                </a:lnTo>
                <a:lnTo>
                  <a:pt x="1273" y="1425"/>
                </a:lnTo>
                <a:lnTo>
                  <a:pt x="1272" y="1425"/>
                </a:lnTo>
                <a:lnTo>
                  <a:pt x="1271" y="1425"/>
                </a:lnTo>
                <a:lnTo>
                  <a:pt x="1271" y="1424"/>
                </a:lnTo>
                <a:lnTo>
                  <a:pt x="1270" y="1424"/>
                </a:lnTo>
                <a:lnTo>
                  <a:pt x="1269" y="1424"/>
                </a:lnTo>
                <a:lnTo>
                  <a:pt x="1268" y="1424"/>
                </a:lnTo>
                <a:lnTo>
                  <a:pt x="1267" y="1424"/>
                </a:lnTo>
                <a:lnTo>
                  <a:pt x="1266" y="1424"/>
                </a:lnTo>
                <a:lnTo>
                  <a:pt x="1265" y="1424"/>
                </a:lnTo>
                <a:lnTo>
                  <a:pt x="1265" y="1425"/>
                </a:lnTo>
                <a:lnTo>
                  <a:pt x="1263" y="1425"/>
                </a:lnTo>
                <a:lnTo>
                  <a:pt x="1262" y="1425"/>
                </a:lnTo>
                <a:lnTo>
                  <a:pt x="1262" y="1424"/>
                </a:lnTo>
                <a:lnTo>
                  <a:pt x="1262" y="1425"/>
                </a:lnTo>
                <a:lnTo>
                  <a:pt x="1261" y="1425"/>
                </a:lnTo>
                <a:lnTo>
                  <a:pt x="1260" y="1425"/>
                </a:lnTo>
                <a:lnTo>
                  <a:pt x="1260" y="1426"/>
                </a:lnTo>
                <a:lnTo>
                  <a:pt x="1259" y="1426"/>
                </a:lnTo>
                <a:lnTo>
                  <a:pt x="1259" y="1427"/>
                </a:lnTo>
                <a:lnTo>
                  <a:pt x="1258" y="1428"/>
                </a:lnTo>
                <a:lnTo>
                  <a:pt x="1257" y="1429"/>
                </a:lnTo>
                <a:lnTo>
                  <a:pt x="1256" y="1429"/>
                </a:lnTo>
                <a:lnTo>
                  <a:pt x="1256" y="1430"/>
                </a:lnTo>
                <a:lnTo>
                  <a:pt x="1257" y="1430"/>
                </a:lnTo>
                <a:lnTo>
                  <a:pt x="1257" y="1431"/>
                </a:lnTo>
                <a:lnTo>
                  <a:pt x="1256" y="1431"/>
                </a:lnTo>
                <a:lnTo>
                  <a:pt x="1255" y="1431"/>
                </a:lnTo>
                <a:lnTo>
                  <a:pt x="1254" y="1429"/>
                </a:lnTo>
                <a:lnTo>
                  <a:pt x="1254" y="1428"/>
                </a:lnTo>
                <a:lnTo>
                  <a:pt x="1255" y="1427"/>
                </a:lnTo>
                <a:lnTo>
                  <a:pt x="1255" y="1426"/>
                </a:lnTo>
                <a:lnTo>
                  <a:pt x="1254" y="1426"/>
                </a:lnTo>
                <a:lnTo>
                  <a:pt x="1253" y="1426"/>
                </a:lnTo>
                <a:lnTo>
                  <a:pt x="1253" y="1427"/>
                </a:lnTo>
                <a:lnTo>
                  <a:pt x="1252" y="1427"/>
                </a:lnTo>
                <a:lnTo>
                  <a:pt x="1252" y="1426"/>
                </a:lnTo>
                <a:lnTo>
                  <a:pt x="1251" y="1424"/>
                </a:lnTo>
                <a:lnTo>
                  <a:pt x="1252" y="1422"/>
                </a:lnTo>
                <a:lnTo>
                  <a:pt x="1253" y="1421"/>
                </a:lnTo>
                <a:lnTo>
                  <a:pt x="1254" y="1420"/>
                </a:lnTo>
                <a:lnTo>
                  <a:pt x="1255" y="1419"/>
                </a:lnTo>
                <a:lnTo>
                  <a:pt x="1255" y="1418"/>
                </a:lnTo>
                <a:lnTo>
                  <a:pt x="1256" y="1417"/>
                </a:lnTo>
                <a:lnTo>
                  <a:pt x="1257" y="1415"/>
                </a:lnTo>
                <a:lnTo>
                  <a:pt x="1259" y="1414"/>
                </a:lnTo>
                <a:lnTo>
                  <a:pt x="1260" y="1413"/>
                </a:lnTo>
                <a:lnTo>
                  <a:pt x="1260" y="1410"/>
                </a:lnTo>
                <a:lnTo>
                  <a:pt x="1260" y="1409"/>
                </a:lnTo>
                <a:lnTo>
                  <a:pt x="1259" y="1408"/>
                </a:lnTo>
                <a:lnTo>
                  <a:pt x="1258" y="1408"/>
                </a:lnTo>
                <a:lnTo>
                  <a:pt x="1257" y="1409"/>
                </a:lnTo>
                <a:lnTo>
                  <a:pt x="1257" y="1410"/>
                </a:lnTo>
                <a:lnTo>
                  <a:pt x="1256" y="1410"/>
                </a:lnTo>
                <a:lnTo>
                  <a:pt x="1256" y="1411"/>
                </a:lnTo>
                <a:lnTo>
                  <a:pt x="1255" y="1411"/>
                </a:lnTo>
                <a:lnTo>
                  <a:pt x="1254" y="1411"/>
                </a:lnTo>
                <a:lnTo>
                  <a:pt x="1251" y="1411"/>
                </a:lnTo>
                <a:lnTo>
                  <a:pt x="1249" y="1410"/>
                </a:lnTo>
                <a:lnTo>
                  <a:pt x="1247" y="1411"/>
                </a:lnTo>
                <a:lnTo>
                  <a:pt x="1246" y="1412"/>
                </a:lnTo>
                <a:lnTo>
                  <a:pt x="1246" y="1413"/>
                </a:lnTo>
                <a:lnTo>
                  <a:pt x="1245" y="1413"/>
                </a:lnTo>
                <a:lnTo>
                  <a:pt x="1243" y="1415"/>
                </a:lnTo>
                <a:lnTo>
                  <a:pt x="1239" y="1416"/>
                </a:lnTo>
                <a:lnTo>
                  <a:pt x="1238" y="1416"/>
                </a:lnTo>
                <a:lnTo>
                  <a:pt x="1238" y="1415"/>
                </a:lnTo>
                <a:lnTo>
                  <a:pt x="1237" y="1415"/>
                </a:lnTo>
                <a:lnTo>
                  <a:pt x="1236" y="1416"/>
                </a:lnTo>
                <a:lnTo>
                  <a:pt x="1234" y="1418"/>
                </a:lnTo>
                <a:lnTo>
                  <a:pt x="1232" y="1421"/>
                </a:lnTo>
                <a:lnTo>
                  <a:pt x="1231" y="1423"/>
                </a:lnTo>
                <a:lnTo>
                  <a:pt x="1230" y="1423"/>
                </a:lnTo>
                <a:lnTo>
                  <a:pt x="1229" y="1425"/>
                </a:lnTo>
                <a:lnTo>
                  <a:pt x="1228" y="1426"/>
                </a:lnTo>
                <a:lnTo>
                  <a:pt x="1227" y="1427"/>
                </a:lnTo>
                <a:lnTo>
                  <a:pt x="1227" y="1428"/>
                </a:lnTo>
                <a:lnTo>
                  <a:pt x="1225" y="1429"/>
                </a:lnTo>
                <a:lnTo>
                  <a:pt x="1223" y="1431"/>
                </a:lnTo>
                <a:lnTo>
                  <a:pt x="1223" y="1432"/>
                </a:lnTo>
                <a:lnTo>
                  <a:pt x="1222" y="1437"/>
                </a:lnTo>
                <a:lnTo>
                  <a:pt x="1220" y="1439"/>
                </a:lnTo>
                <a:lnTo>
                  <a:pt x="1219" y="1440"/>
                </a:lnTo>
                <a:lnTo>
                  <a:pt x="1218" y="1440"/>
                </a:lnTo>
                <a:lnTo>
                  <a:pt x="1213" y="1440"/>
                </a:lnTo>
                <a:lnTo>
                  <a:pt x="1212" y="1440"/>
                </a:lnTo>
                <a:lnTo>
                  <a:pt x="1210" y="1439"/>
                </a:lnTo>
                <a:lnTo>
                  <a:pt x="1209" y="1437"/>
                </a:lnTo>
                <a:lnTo>
                  <a:pt x="1208" y="1436"/>
                </a:lnTo>
                <a:lnTo>
                  <a:pt x="1207" y="1435"/>
                </a:lnTo>
                <a:lnTo>
                  <a:pt x="1208" y="1434"/>
                </a:lnTo>
                <a:lnTo>
                  <a:pt x="1206" y="1432"/>
                </a:lnTo>
                <a:lnTo>
                  <a:pt x="1205" y="1430"/>
                </a:lnTo>
                <a:lnTo>
                  <a:pt x="1205" y="1429"/>
                </a:lnTo>
                <a:lnTo>
                  <a:pt x="1203" y="1429"/>
                </a:lnTo>
                <a:lnTo>
                  <a:pt x="1202" y="1429"/>
                </a:lnTo>
                <a:lnTo>
                  <a:pt x="1202" y="1430"/>
                </a:lnTo>
                <a:lnTo>
                  <a:pt x="1202" y="1431"/>
                </a:lnTo>
                <a:lnTo>
                  <a:pt x="1201" y="1431"/>
                </a:lnTo>
                <a:lnTo>
                  <a:pt x="1200" y="1431"/>
                </a:lnTo>
                <a:lnTo>
                  <a:pt x="1199" y="1431"/>
                </a:lnTo>
                <a:lnTo>
                  <a:pt x="1199" y="1430"/>
                </a:lnTo>
                <a:lnTo>
                  <a:pt x="1199" y="1429"/>
                </a:lnTo>
                <a:lnTo>
                  <a:pt x="1198" y="1429"/>
                </a:lnTo>
                <a:lnTo>
                  <a:pt x="1197" y="1429"/>
                </a:lnTo>
                <a:lnTo>
                  <a:pt x="1196" y="1429"/>
                </a:lnTo>
                <a:lnTo>
                  <a:pt x="1195" y="1429"/>
                </a:lnTo>
                <a:lnTo>
                  <a:pt x="1194" y="1431"/>
                </a:lnTo>
                <a:lnTo>
                  <a:pt x="1194" y="1432"/>
                </a:lnTo>
                <a:lnTo>
                  <a:pt x="1195" y="1433"/>
                </a:lnTo>
                <a:lnTo>
                  <a:pt x="1193" y="1435"/>
                </a:lnTo>
                <a:lnTo>
                  <a:pt x="1192" y="1436"/>
                </a:lnTo>
                <a:lnTo>
                  <a:pt x="1191" y="1436"/>
                </a:lnTo>
                <a:lnTo>
                  <a:pt x="1191" y="1435"/>
                </a:lnTo>
                <a:lnTo>
                  <a:pt x="1190" y="1435"/>
                </a:lnTo>
                <a:lnTo>
                  <a:pt x="1190" y="1434"/>
                </a:lnTo>
                <a:lnTo>
                  <a:pt x="1189" y="1434"/>
                </a:lnTo>
                <a:lnTo>
                  <a:pt x="1188" y="1434"/>
                </a:lnTo>
                <a:lnTo>
                  <a:pt x="1187" y="1433"/>
                </a:lnTo>
                <a:lnTo>
                  <a:pt x="1186" y="1432"/>
                </a:lnTo>
                <a:lnTo>
                  <a:pt x="1185" y="1432"/>
                </a:lnTo>
                <a:lnTo>
                  <a:pt x="1185" y="1431"/>
                </a:lnTo>
                <a:lnTo>
                  <a:pt x="1184" y="1430"/>
                </a:lnTo>
                <a:lnTo>
                  <a:pt x="1183" y="1429"/>
                </a:lnTo>
                <a:lnTo>
                  <a:pt x="1182" y="1427"/>
                </a:lnTo>
                <a:lnTo>
                  <a:pt x="1181" y="1427"/>
                </a:lnTo>
                <a:lnTo>
                  <a:pt x="1180" y="1427"/>
                </a:lnTo>
                <a:lnTo>
                  <a:pt x="1181" y="1426"/>
                </a:lnTo>
                <a:lnTo>
                  <a:pt x="1181" y="1425"/>
                </a:lnTo>
                <a:lnTo>
                  <a:pt x="1181" y="1424"/>
                </a:lnTo>
                <a:lnTo>
                  <a:pt x="1178" y="1424"/>
                </a:lnTo>
                <a:lnTo>
                  <a:pt x="1177" y="1424"/>
                </a:lnTo>
                <a:lnTo>
                  <a:pt x="1177" y="1423"/>
                </a:lnTo>
                <a:lnTo>
                  <a:pt x="1176" y="1422"/>
                </a:lnTo>
                <a:lnTo>
                  <a:pt x="1174" y="1423"/>
                </a:lnTo>
                <a:lnTo>
                  <a:pt x="1170" y="1421"/>
                </a:lnTo>
                <a:lnTo>
                  <a:pt x="1169" y="1421"/>
                </a:lnTo>
                <a:lnTo>
                  <a:pt x="1168" y="1421"/>
                </a:lnTo>
                <a:lnTo>
                  <a:pt x="1168" y="1422"/>
                </a:lnTo>
                <a:lnTo>
                  <a:pt x="1168" y="1424"/>
                </a:lnTo>
                <a:lnTo>
                  <a:pt x="1168" y="1425"/>
                </a:lnTo>
                <a:lnTo>
                  <a:pt x="1168" y="1426"/>
                </a:lnTo>
                <a:lnTo>
                  <a:pt x="1168" y="1428"/>
                </a:lnTo>
                <a:lnTo>
                  <a:pt x="1169" y="1428"/>
                </a:lnTo>
                <a:lnTo>
                  <a:pt x="1170" y="1428"/>
                </a:lnTo>
                <a:lnTo>
                  <a:pt x="1171" y="1428"/>
                </a:lnTo>
                <a:lnTo>
                  <a:pt x="1171" y="1429"/>
                </a:lnTo>
                <a:lnTo>
                  <a:pt x="1171" y="1430"/>
                </a:lnTo>
                <a:lnTo>
                  <a:pt x="1172" y="1430"/>
                </a:lnTo>
                <a:lnTo>
                  <a:pt x="1173" y="1431"/>
                </a:lnTo>
                <a:lnTo>
                  <a:pt x="1173" y="1433"/>
                </a:lnTo>
                <a:lnTo>
                  <a:pt x="1174" y="1434"/>
                </a:lnTo>
                <a:lnTo>
                  <a:pt x="1174" y="1435"/>
                </a:lnTo>
                <a:lnTo>
                  <a:pt x="1175" y="1437"/>
                </a:lnTo>
                <a:lnTo>
                  <a:pt x="1175" y="1438"/>
                </a:lnTo>
                <a:lnTo>
                  <a:pt x="1175" y="1439"/>
                </a:lnTo>
                <a:lnTo>
                  <a:pt x="1176" y="1439"/>
                </a:lnTo>
                <a:lnTo>
                  <a:pt x="1175" y="1439"/>
                </a:lnTo>
                <a:lnTo>
                  <a:pt x="1174" y="1439"/>
                </a:lnTo>
                <a:lnTo>
                  <a:pt x="1173" y="1439"/>
                </a:lnTo>
                <a:lnTo>
                  <a:pt x="1169" y="1441"/>
                </a:lnTo>
                <a:lnTo>
                  <a:pt x="1166" y="1442"/>
                </a:lnTo>
                <a:lnTo>
                  <a:pt x="1166" y="1443"/>
                </a:lnTo>
                <a:lnTo>
                  <a:pt x="1165" y="1443"/>
                </a:lnTo>
                <a:lnTo>
                  <a:pt x="1164" y="1444"/>
                </a:lnTo>
                <a:lnTo>
                  <a:pt x="1161" y="1445"/>
                </a:lnTo>
                <a:lnTo>
                  <a:pt x="1160" y="1445"/>
                </a:lnTo>
                <a:lnTo>
                  <a:pt x="1160" y="1446"/>
                </a:lnTo>
                <a:lnTo>
                  <a:pt x="1159" y="1446"/>
                </a:lnTo>
                <a:lnTo>
                  <a:pt x="1157" y="1446"/>
                </a:lnTo>
                <a:lnTo>
                  <a:pt x="1156" y="1446"/>
                </a:lnTo>
                <a:lnTo>
                  <a:pt x="1155" y="1446"/>
                </a:lnTo>
                <a:lnTo>
                  <a:pt x="1153" y="1446"/>
                </a:lnTo>
                <a:lnTo>
                  <a:pt x="1152" y="1445"/>
                </a:lnTo>
                <a:lnTo>
                  <a:pt x="1151" y="1444"/>
                </a:lnTo>
                <a:lnTo>
                  <a:pt x="1151" y="1443"/>
                </a:lnTo>
                <a:lnTo>
                  <a:pt x="1150" y="1442"/>
                </a:lnTo>
                <a:lnTo>
                  <a:pt x="1148" y="1440"/>
                </a:lnTo>
                <a:lnTo>
                  <a:pt x="1147" y="1440"/>
                </a:lnTo>
                <a:lnTo>
                  <a:pt x="1146" y="1441"/>
                </a:lnTo>
                <a:lnTo>
                  <a:pt x="1145" y="1442"/>
                </a:lnTo>
                <a:lnTo>
                  <a:pt x="1145" y="1443"/>
                </a:lnTo>
                <a:lnTo>
                  <a:pt x="1146" y="1444"/>
                </a:lnTo>
                <a:lnTo>
                  <a:pt x="1147" y="1444"/>
                </a:lnTo>
                <a:lnTo>
                  <a:pt x="1149" y="1445"/>
                </a:lnTo>
                <a:lnTo>
                  <a:pt x="1152" y="1448"/>
                </a:lnTo>
                <a:lnTo>
                  <a:pt x="1153" y="1448"/>
                </a:lnTo>
                <a:lnTo>
                  <a:pt x="1153" y="1449"/>
                </a:lnTo>
                <a:lnTo>
                  <a:pt x="1152" y="1449"/>
                </a:lnTo>
                <a:lnTo>
                  <a:pt x="1152" y="1450"/>
                </a:lnTo>
                <a:lnTo>
                  <a:pt x="1151" y="1450"/>
                </a:lnTo>
                <a:lnTo>
                  <a:pt x="1150" y="1450"/>
                </a:lnTo>
                <a:lnTo>
                  <a:pt x="1147" y="1453"/>
                </a:lnTo>
                <a:lnTo>
                  <a:pt x="1148" y="1454"/>
                </a:lnTo>
                <a:lnTo>
                  <a:pt x="1148" y="1455"/>
                </a:lnTo>
                <a:lnTo>
                  <a:pt x="1148" y="1456"/>
                </a:lnTo>
                <a:lnTo>
                  <a:pt x="1148" y="1457"/>
                </a:lnTo>
                <a:lnTo>
                  <a:pt x="1147" y="1457"/>
                </a:lnTo>
                <a:lnTo>
                  <a:pt x="1147" y="1458"/>
                </a:lnTo>
                <a:lnTo>
                  <a:pt x="1146" y="1458"/>
                </a:lnTo>
                <a:lnTo>
                  <a:pt x="1145" y="1458"/>
                </a:lnTo>
                <a:lnTo>
                  <a:pt x="1144" y="1458"/>
                </a:lnTo>
                <a:lnTo>
                  <a:pt x="1143" y="1458"/>
                </a:lnTo>
                <a:lnTo>
                  <a:pt x="1142" y="1459"/>
                </a:lnTo>
                <a:lnTo>
                  <a:pt x="1141" y="1459"/>
                </a:lnTo>
                <a:lnTo>
                  <a:pt x="1140" y="1460"/>
                </a:lnTo>
                <a:lnTo>
                  <a:pt x="1136" y="1461"/>
                </a:lnTo>
                <a:lnTo>
                  <a:pt x="1135" y="1461"/>
                </a:lnTo>
                <a:lnTo>
                  <a:pt x="1134" y="1462"/>
                </a:lnTo>
                <a:lnTo>
                  <a:pt x="1133" y="1463"/>
                </a:lnTo>
                <a:lnTo>
                  <a:pt x="1132" y="1466"/>
                </a:lnTo>
                <a:lnTo>
                  <a:pt x="1129" y="1466"/>
                </a:lnTo>
                <a:lnTo>
                  <a:pt x="1129" y="1468"/>
                </a:lnTo>
                <a:lnTo>
                  <a:pt x="1128" y="1471"/>
                </a:lnTo>
                <a:lnTo>
                  <a:pt x="1128" y="1474"/>
                </a:lnTo>
                <a:lnTo>
                  <a:pt x="1126" y="1477"/>
                </a:lnTo>
                <a:lnTo>
                  <a:pt x="1125" y="1480"/>
                </a:lnTo>
                <a:lnTo>
                  <a:pt x="1124" y="1480"/>
                </a:lnTo>
                <a:lnTo>
                  <a:pt x="1123" y="1482"/>
                </a:lnTo>
                <a:lnTo>
                  <a:pt x="1121" y="1483"/>
                </a:lnTo>
                <a:lnTo>
                  <a:pt x="1119" y="1484"/>
                </a:lnTo>
                <a:lnTo>
                  <a:pt x="1116" y="1487"/>
                </a:lnTo>
                <a:lnTo>
                  <a:pt x="1116" y="1488"/>
                </a:lnTo>
                <a:lnTo>
                  <a:pt x="1115" y="1488"/>
                </a:lnTo>
                <a:lnTo>
                  <a:pt x="1113" y="1485"/>
                </a:lnTo>
                <a:lnTo>
                  <a:pt x="1112" y="1485"/>
                </a:lnTo>
                <a:lnTo>
                  <a:pt x="1109" y="1487"/>
                </a:lnTo>
                <a:lnTo>
                  <a:pt x="1107" y="1490"/>
                </a:lnTo>
                <a:lnTo>
                  <a:pt x="1106" y="1490"/>
                </a:lnTo>
                <a:lnTo>
                  <a:pt x="1104" y="1494"/>
                </a:lnTo>
                <a:lnTo>
                  <a:pt x="1103" y="1495"/>
                </a:lnTo>
                <a:lnTo>
                  <a:pt x="1100" y="1497"/>
                </a:lnTo>
                <a:lnTo>
                  <a:pt x="1099" y="1497"/>
                </a:lnTo>
                <a:lnTo>
                  <a:pt x="1099" y="1498"/>
                </a:lnTo>
                <a:lnTo>
                  <a:pt x="1098" y="1498"/>
                </a:lnTo>
                <a:lnTo>
                  <a:pt x="1097" y="1498"/>
                </a:lnTo>
                <a:lnTo>
                  <a:pt x="1097" y="1499"/>
                </a:lnTo>
                <a:lnTo>
                  <a:pt x="1096" y="1499"/>
                </a:lnTo>
                <a:lnTo>
                  <a:pt x="1095" y="1502"/>
                </a:lnTo>
                <a:lnTo>
                  <a:pt x="1096" y="1502"/>
                </a:lnTo>
                <a:lnTo>
                  <a:pt x="1096" y="1503"/>
                </a:lnTo>
                <a:lnTo>
                  <a:pt x="1098" y="1505"/>
                </a:lnTo>
                <a:lnTo>
                  <a:pt x="1097" y="1507"/>
                </a:lnTo>
                <a:lnTo>
                  <a:pt x="1096" y="1507"/>
                </a:lnTo>
                <a:lnTo>
                  <a:pt x="1095" y="1507"/>
                </a:lnTo>
                <a:lnTo>
                  <a:pt x="1093" y="1507"/>
                </a:lnTo>
                <a:lnTo>
                  <a:pt x="1092" y="1507"/>
                </a:lnTo>
                <a:lnTo>
                  <a:pt x="1092" y="1506"/>
                </a:lnTo>
                <a:lnTo>
                  <a:pt x="1091" y="1506"/>
                </a:lnTo>
                <a:lnTo>
                  <a:pt x="1090" y="1507"/>
                </a:lnTo>
                <a:lnTo>
                  <a:pt x="1089" y="1508"/>
                </a:lnTo>
                <a:lnTo>
                  <a:pt x="1088" y="1509"/>
                </a:lnTo>
                <a:lnTo>
                  <a:pt x="1085" y="1512"/>
                </a:lnTo>
                <a:lnTo>
                  <a:pt x="1085" y="1513"/>
                </a:lnTo>
                <a:lnTo>
                  <a:pt x="1083" y="1516"/>
                </a:lnTo>
                <a:lnTo>
                  <a:pt x="1080" y="1518"/>
                </a:lnTo>
                <a:lnTo>
                  <a:pt x="1078" y="1521"/>
                </a:lnTo>
                <a:lnTo>
                  <a:pt x="1077" y="1522"/>
                </a:lnTo>
                <a:lnTo>
                  <a:pt x="1075" y="1523"/>
                </a:lnTo>
                <a:lnTo>
                  <a:pt x="1071" y="1526"/>
                </a:lnTo>
                <a:lnTo>
                  <a:pt x="1072" y="1527"/>
                </a:lnTo>
                <a:lnTo>
                  <a:pt x="1072" y="1529"/>
                </a:lnTo>
                <a:lnTo>
                  <a:pt x="1069" y="1532"/>
                </a:lnTo>
                <a:lnTo>
                  <a:pt x="1069" y="1533"/>
                </a:lnTo>
                <a:lnTo>
                  <a:pt x="1068" y="1533"/>
                </a:lnTo>
                <a:lnTo>
                  <a:pt x="1067" y="1533"/>
                </a:lnTo>
                <a:lnTo>
                  <a:pt x="1065" y="1539"/>
                </a:lnTo>
                <a:lnTo>
                  <a:pt x="1064" y="1539"/>
                </a:lnTo>
                <a:lnTo>
                  <a:pt x="1064" y="1540"/>
                </a:lnTo>
                <a:lnTo>
                  <a:pt x="1064" y="1541"/>
                </a:lnTo>
                <a:lnTo>
                  <a:pt x="1063" y="1542"/>
                </a:lnTo>
                <a:lnTo>
                  <a:pt x="1063" y="1543"/>
                </a:lnTo>
                <a:lnTo>
                  <a:pt x="1064" y="1544"/>
                </a:lnTo>
                <a:lnTo>
                  <a:pt x="1063" y="1546"/>
                </a:lnTo>
                <a:lnTo>
                  <a:pt x="1062" y="1547"/>
                </a:lnTo>
                <a:lnTo>
                  <a:pt x="1061" y="1548"/>
                </a:lnTo>
                <a:lnTo>
                  <a:pt x="1061" y="1552"/>
                </a:lnTo>
                <a:lnTo>
                  <a:pt x="1062" y="1553"/>
                </a:lnTo>
                <a:lnTo>
                  <a:pt x="1063" y="1553"/>
                </a:lnTo>
                <a:lnTo>
                  <a:pt x="1064" y="1554"/>
                </a:lnTo>
                <a:lnTo>
                  <a:pt x="1067" y="1556"/>
                </a:lnTo>
                <a:lnTo>
                  <a:pt x="1068" y="1557"/>
                </a:lnTo>
                <a:lnTo>
                  <a:pt x="1070" y="1559"/>
                </a:lnTo>
                <a:lnTo>
                  <a:pt x="1072" y="1560"/>
                </a:lnTo>
                <a:lnTo>
                  <a:pt x="1072" y="1561"/>
                </a:lnTo>
                <a:lnTo>
                  <a:pt x="1071" y="1562"/>
                </a:lnTo>
                <a:lnTo>
                  <a:pt x="1071" y="1563"/>
                </a:lnTo>
                <a:lnTo>
                  <a:pt x="1070" y="1564"/>
                </a:lnTo>
                <a:lnTo>
                  <a:pt x="1071" y="1565"/>
                </a:lnTo>
                <a:lnTo>
                  <a:pt x="1071" y="1566"/>
                </a:lnTo>
                <a:lnTo>
                  <a:pt x="1072" y="1566"/>
                </a:lnTo>
                <a:lnTo>
                  <a:pt x="1072" y="1567"/>
                </a:lnTo>
                <a:lnTo>
                  <a:pt x="1072" y="1568"/>
                </a:lnTo>
                <a:lnTo>
                  <a:pt x="1070" y="1569"/>
                </a:lnTo>
                <a:lnTo>
                  <a:pt x="1069" y="1571"/>
                </a:lnTo>
                <a:lnTo>
                  <a:pt x="1068" y="1572"/>
                </a:lnTo>
                <a:lnTo>
                  <a:pt x="1066" y="1573"/>
                </a:lnTo>
                <a:lnTo>
                  <a:pt x="1065" y="1574"/>
                </a:lnTo>
                <a:lnTo>
                  <a:pt x="1064" y="1574"/>
                </a:lnTo>
                <a:lnTo>
                  <a:pt x="1064" y="1575"/>
                </a:lnTo>
                <a:lnTo>
                  <a:pt x="1065" y="1575"/>
                </a:lnTo>
                <a:lnTo>
                  <a:pt x="1064" y="1576"/>
                </a:lnTo>
                <a:lnTo>
                  <a:pt x="1064" y="1577"/>
                </a:lnTo>
                <a:lnTo>
                  <a:pt x="1061" y="1578"/>
                </a:lnTo>
                <a:lnTo>
                  <a:pt x="1060" y="1578"/>
                </a:lnTo>
                <a:lnTo>
                  <a:pt x="1060" y="1577"/>
                </a:lnTo>
                <a:lnTo>
                  <a:pt x="1059" y="1576"/>
                </a:lnTo>
                <a:lnTo>
                  <a:pt x="1057" y="1573"/>
                </a:lnTo>
                <a:lnTo>
                  <a:pt x="1057" y="1572"/>
                </a:lnTo>
                <a:lnTo>
                  <a:pt x="1056" y="1571"/>
                </a:lnTo>
                <a:lnTo>
                  <a:pt x="1056" y="1570"/>
                </a:lnTo>
                <a:lnTo>
                  <a:pt x="1055" y="1567"/>
                </a:lnTo>
                <a:lnTo>
                  <a:pt x="1052" y="1565"/>
                </a:lnTo>
                <a:lnTo>
                  <a:pt x="1051" y="1565"/>
                </a:lnTo>
                <a:lnTo>
                  <a:pt x="1048" y="1565"/>
                </a:lnTo>
                <a:lnTo>
                  <a:pt x="1049" y="1567"/>
                </a:lnTo>
                <a:lnTo>
                  <a:pt x="1050" y="1568"/>
                </a:lnTo>
                <a:lnTo>
                  <a:pt x="1050" y="1569"/>
                </a:lnTo>
                <a:lnTo>
                  <a:pt x="1051" y="1572"/>
                </a:lnTo>
                <a:lnTo>
                  <a:pt x="1050" y="1572"/>
                </a:lnTo>
                <a:lnTo>
                  <a:pt x="1048" y="1576"/>
                </a:lnTo>
                <a:lnTo>
                  <a:pt x="1048" y="1578"/>
                </a:lnTo>
                <a:lnTo>
                  <a:pt x="1047" y="1582"/>
                </a:lnTo>
                <a:lnTo>
                  <a:pt x="1047" y="1584"/>
                </a:lnTo>
                <a:lnTo>
                  <a:pt x="1048" y="1587"/>
                </a:lnTo>
                <a:lnTo>
                  <a:pt x="1048" y="1590"/>
                </a:lnTo>
                <a:lnTo>
                  <a:pt x="1048" y="1591"/>
                </a:lnTo>
                <a:lnTo>
                  <a:pt x="1048" y="1592"/>
                </a:lnTo>
                <a:lnTo>
                  <a:pt x="1048" y="1593"/>
                </a:lnTo>
                <a:lnTo>
                  <a:pt x="1047" y="1594"/>
                </a:lnTo>
                <a:lnTo>
                  <a:pt x="1047" y="1595"/>
                </a:lnTo>
                <a:lnTo>
                  <a:pt x="1047" y="1597"/>
                </a:lnTo>
                <a:lnTo>
                  <a:pt x="1047" y="1598"/>
                </a:lnTo>
                <a:lnTo>
                  <a:pt x="1047" y="1599"/>
                </a:lnTo>
                <a:lnTo>
                  <a:pt x="1047" y="1600"/>
                </a:lnTo>
                <a:lnTo>
                  <a:pt x="1047" y="1601"/>
                </a:lnTo>
                <a:lnTo>
                  <a:pt x="1047" y="1602"/>
                </a:lnTo>
                <a:lnTo>
                  <a:pt x="1046" y="1603"/>
                </a:lnTo>
                <a:lnTo>
                  <a:pt x="1045" y="1603"/>
                </a:lnTo>
                <a:lnTo>
                  <a:pt x="1044" y="1602"/>
                </a:lnTo>
                <a:lnTo>
                  <a:pt x="1043" y="1602"/>
                </a:lnTo>
                <a:lnTo>
                  <a:pt x="1042" y="1602"/>
                </a:lnTo>
                <a:lnTo>
                  <a:pt x="1041" y="1602"/>
                </a:lnTo>
                <a:lnTo>
                  <a:pt x="1040" y="1603"/>
                </a:lnTo>
                <a:lnTo>
                  <a:pt x="1039" y="1604"/>
                </a:lnTo>
                <a:lnTo>
                  <a:pt x="1038" y="1604"/>
                </a:lnTo>
                <a:lnTo>
                  <a:pt x="1036" y="1605"/>
                </a:lnTo>
                <a:lnTo>
                  <a:pt x="1033" y="1605"/>
                </a:lnTo>
                <a:lnTo>
                  <a:pt x="1031" y="1605"/>
                </a:lnTo>
                <a:lnTo>
                  <a:pt x="1030" y="1605"/>
                </a:lnTo>
                <a:lnTo>
                  <a:pt x="1029" y="1604"/>
                </a:lnTo>
                <a:lnTo>
                  <a:pt x="1027" y="1603"/>
                </a:lnTo>
                <a:lnTo>
                  <a:pt x="1026" y="1602"/>
                </a:lnTo>
                <a:lnTo>
                  <a:pt x="1025" y="1602"/>
                </a:lnTo>
                <a:lnTo>
                  <a:pt x="1024" y="1602"/>
                </a:lnTo>
                <a:lnTo>
                  <a:pt x="1020" y="1603"/>
                </a:lnTo>
                <a:lnTo>
                  <a:pt x="1019" y="1603"/>
                </a:lnTo>
                <a:lnTo>
                  <a:pt x="1018" y="1604"/>
                </a:lnTo>
                <a:lnTo>
                  <a:pt x="1016" y="1605"/>
                </a:lnTo>
                <a:lnTo>
                  <a:pt x="1015" y="1605"/>
                </a:lnTo>
                <a:lnTo>
                  <a:pt x="1015" y="1606"/>
                </a:lnTo>
                <a:lnTo>
                  <a:pt x="1013" y="1606"/>
                </a:lnTo>
                <a:lnTo>
                  <a:pt x="1012" y="1606"/>
                </a:lnTo>
                <a:lnTo>
                  <a:pt x="1009" y="1607"/>
                </a:lnTo>
                <a:lnTo>
                  <a:pt x="1007" y="1608"/>
                </a:lnTo>
                <a:lnTo>
                  <a:pt x="1006" y="1608"/>
                </a:lnTo>
                <a:lnTo>
                  <a:pt x="1004" y="1607"/>
                </a:lnTo>
                <a:lnTo>
                  <a:pt x="1003" y="1607"/>
                </a:lnTo>
                <a:lnTo>
                  <a:pt x="1003" y="1606"/>
                </a:lnTo>
                <a:lnTo>
                  <a:pt x="1002" y="1605"/>
                </a:lnTo>
                <a:lnTo>
                  <a:pt x="1000" y="1604"/>
                </a:lnTo>
                <a:lnTo>
                  <a:pt x="998" y="1604"/>
                </a:lnTo>
                <a:lnTo>
                  <a:pt x="995" y="1605"/>
                </a:lnTo>
                <a:lnTo>
                  <a:pt x="994" y="1605"/>
                </a:lnTo>
                <a:lnTo>
                  <a:pt x="994" y="1606"/>
                </a:lnTo>
                <a:lnTo>
                  <a:pt x="993" y="1608"/>
                </a:lnTo>
                <a:lnTo>
                  <a:pt x="990" y="1608"/>
                </a:lnTo>
                <a:lnTo>
                  <a:pt x="989" y="1609"/>
                </a:lnTo>
                <a:lnTo>
                  <a:pt x="988" y="1609"/>
                </a:lnTo>
                <a:lnTo>
                  <a:pt x="987" y="1608"/>
                </a:lnTo>
                <a:lnTo>
                  <a:pt x="986" y="1607"/>
                </a:lnTo>
                <a:lnTo>
                  <a:pt x="984" y="1607"/>
                </a:lnTo>
                <a:lnTo>
                  <a:pt x="983" y="1607"/>
                </a:lnTo>
                <a:lnTo>
                  <a:pt x="981" y="1606"/>
                </a:lnTo>
                <a:lnTo>
                  <a:pt x="979" y="1606"/>
                </a:lnTo>
                <a:lnTo>
                  <a:pt x="978" y="1606"/>
                </a:lnTo>
                <a:lnTo>
                  <a:pt x="977" y="1605"/>
                </a:lnTo>
                <a:lnTo>
                  <a:pt x="977" y="1603"/>
                </a:lnTo>
                <a:lnTo>
                  <a:pt x="978" y="1603"/>
                </a:lnTo>
                <a:lnTo>
                  <a:pt x="978" y="1602"/>
                </a:lnTo>
                <a:lnTo>
                  <a:pt x="978" y="1601"/>
                </a:lnTo>
                <a:lnTo>
                  <a:pt x="977" y="1598"/>
                </a:lnTo>
                <a:lnTo>
                  <a:pt x="977" y="1597"/>
                </a:lnTo>
                <a:lnTo>
                  <a:pt x="976" y="1597"/>
                </a:lnTo>
                <a:lnTo>
                  <a:pt x="975" y="1597"/>
                </a:lnTo>
                <a:lnTo>
                  <a:pt x="976" y="1596"/>
                </a:lnTo>
                <a:lnTo>
                  <a:pt x="974" y="1594"/>
                </a:lnTo>
                <a:lnTo>
                  <a:pt x="974" y="1592"/>
                </a:lnTo>
                <a:lnTo>
                  <a:pt x="970" y="1591"/>
                </a:lnTo>
                <a:lnTo>
                  <a:pt x="969" y="1590"/>
                </a:lnTo>
                <a:lnTo>
                  <a:pt x="967" y="1589"/>
                </a:lnTo>
                <a:lnTo>
                  <a:pt x="966" y="1589"/>
                </a:lnTo>
                <a:lnTo>
                  <a:pt x="966" y="1590"/>
                </a:lnTo>
                <a:lnTo>
                  <a:pt x="963" y="1588"/>
                </a:lnTo>
                <a:lnTo>
                  <a:pt x="962" y="1587"/>
                </a:lnTo>
                <a:lnTo>
                  <a:pt x="961" y="1587"/>
                </a:lnTo>
                <a:lnTo>
                  <a:pt x="960" y="1587"/>
                </a:lnTo>
                <a:lnTo>
                  <a:pt x="960" y="1588"/>
                </a:lnTo>
                <a:lnTo>
                  <a:pt x="958" y="1587"/>
                </a:lnTo>
                <a:lnTo>
                  <a:pt x="957" y="1587"/>
                </a:lnTo>
                <a:lnTo>
                  <a:pt x="956" y="1586"/>
                </a:lnTo>
                <a:lnTo>
                  <a:pt x="954" y="1586"/>
                </a:lnTo>
                <a:lnTo>
                  <a:pt x="953" y="1586"/>
                </a:lnTo>
                <a:lnTo>
                  <a:pt x="952" y="1585"/>
                </a:lnTo>
                <a:lnTo>
                  <a:pt x="950" y="1583"/>
                </a:lnTo>
                <a:lnTo>
                  <a:pt x="948" y="1583"/>
                </a:lnTo>
                <a:lnTo>
                  <a:pt x="948" y="1582"/>
                </a:lnTo>
                <a:lnTo>
                  <a:pt x="949" y="1582"/>
                </a:lnTo>
                <a:lnTo>
                  <a:pt x="948" y="1581"/>
                </a:lnTo>
                <a:lnTo>
                  <a:pt x="947" y="1583"/>
                </a:lnTo>
                <a:lnTo>
                  <a:pt x="945" y="1584"/>
                </a:lnTo>
                <a:lnTo>
                  <a:pt x="944" y="1584"/>
                </a:lnTo>
                <a:lnTo>
                  <a:pt x="943" y="1583"/>
                </a:lnTo>
                <a:lnTo>
                  <a:pt x="937" y="1581"/>
                </a:lnTo>
                <a:lnTo>
                  <a:pt x="936" y="1581"/>
                </a:lnTo>
                <a:lnTo>
                  <a:pt x="936" y="1580"/>
                </a:lnTo>
                <a:lnTo>
                  <a:pt x="931" y="1577"/>
                </a:lnTo>
                <a:lnTo>
                  <a:pt x="930" y="1576"/>
                </a:lnTo>
                <a:lnTo>
                  <a:pt x="928" y="1576"/>
                </a:lnTo>
                <a:lnTo>
                  <a:pt x="926" y="1576"/>
                </a:lnTo>
                <a:lnTo>
                  <a:pt x="925" y="1577"/>
                </a:lnTo>
                <a:lnTo>
                  <a:pt x="923" y="1576"/>
                </a:lnTo>
                <a:lnTo>
                  <a:pt x="922" y="1575"/>
                </a:lnTo>
                <a:lnTo>
                  <a:pt x="923" y="1574"/>
                </a:lnTo>
                <a:lnTo>
                  <a:pt x="925" y="1570"/>
                </a:lnTo>
                <a:lnTo>
                  <a:pt x="924" y="1570"/>
                </a:lnTo>
                <a:lnTo>
                  <a:pt x="922" y="1569"/>
                </a:lnTo>
                <a:lnTo>
                  <a:pt x="921" y="1568"/>
                </a:lnTo>
                <a:lnTo>
                  <a:pt x="920" y="1567"/>
                </a:lnTo>
                <a:lnTo>
                  <a:pt x="919" y="1567"/>
                </a:lnTo>
                <a:lnTo>
                  <a:pt x="919" y="1566"/>
                </a:lnTo>
                <a:lnTo>
                  <a:pt x="918" y="1565"/>
                </a:lnTo>
                <a:lnTo>
                  <a:pt x="917" y="1565"/>
                </a:lnTo>
                <a:lnTo>
                  <a:pt x="917" y="1564"/>
                </a:lnTo>
                <a:lnTo>
                  <a:pt x="916" y="1563"/>
                </a:lnTo>
                <a:lnTo>
                  <a:pt x="916" y="1562"/>
                </a:lnTo>
                <a:lnTo>
                  <a:pt x="916" y="1561"/>
                </a:lnTo>
                <a:lnTo>
                  <a:pt x="915" y="1561"/>
                </a:lnTo>
                <a:lnTo>
                  <a:pt x="914" y="1561"/>
                </a:lnTo>
                <a:lnTo>
                  <a:pt x="912" y="1560"/>
                </a:lnTo>
                <a:lnTo>
                  <a:pt x="911" y="1560"/>
                </a:lnTo>
                <a:lnTo>
                  <a:pt x="910" y="1560"/>
                </a:lnTo>
                <a:lnTo>
                  <a:pt x="909" y="1559"/>
                </a:lnTo>
                <a:lnTo>
                  <a:pt x="908" y="1559"/>
                </a:lnTo>
                <a:lnTo>
                  <a:pt x="907" y="1559"/>
                </a:lnTo>
                <a:lnTo>
                  <a:pt x="907" y="1558"/>
                </a:lnTo>
                <a:lnTo>
                  <a:pt x="906" y="1558"/>
                </a:lnTo>
                <a:lnTo>
                  <a:pt x="905" y="1557"/>
                </a:lnTo>
                <a:lnTo>
                  <a:pt x="904" y="1557"/>
                </a:lnTo>
                <a:lnTo>
                  <a:pt x="904" y="1556"/>
                </a:lnTo>
                <a:lnTo>
                  <a:pt x="903" y="1555"/>
                </a:lnTo>
                <a:lnTo>
                  <a:pt x="902" y="1554"/>
                </a:lnTo>
                <a:lnTo>
                  <a:pt x="901" y="1554"/>
                </a:lnTo>
                <a:lnTo>
                  <a:pt x="900" y="1554"/>
                </a:lnTo>
                <a:lnTo>
                  <a:pt x="899" y="1554"/>
                </a:lnTo>
                <a:lnTo>
                  <a:pt x="898" y="1554"/>
                </a:lnTo>
                <a:lnTo>
                  <a:pt x="897" y="1554"/>
                </a:lnTo>
                <a:lnTo>
                  <a:pt x="896" y="1555"/>
                </a:lnTo>
                <a:lnTo>
                  <a:pt x="889" y="1557"/>
                </a:lnTo>
                <a:lnTo>
                  <a:pt x="888" y="1558"/>
                </a:lnTo>
                <a:lnTo>
                  <a:pt x="885" y="1558"/>
                </a:lnTo>
                <a:lnTo>
                  <a:pt x="881" y="1557"/>
                </a:lnTo>
                <a:lnTo>
                  <a:pt x="880" y="1557"/>
                </a:lnTo>
                <a:lnTo>
                  <a:pt x="877" y="1556"/>
                </a:lnTo>
                <a:lnTo>
                  <a:pt x="877" y="1555"/>
                </a:lnTo>
                <a:lnTo>
                  <a:pt x="876" y="1555"/>
                </a:lnTo>
                <a:lnTo>
                  <a:pt x="875" y="1555"/>
                </a:lnTo>
                <a:lnTo>
                  <a:pt x="874" y="1555"/>
                </a:lnTo>
                <a:lnTo>
                  <a:pt x="872" y="1554"/>
                </a:lnTo>
                <a:lnTo>
                  <a:pt x="871" y="1554"/>
                </a:lnTo>
                <a:lnTo>
                  <a:pt x="870" y="1554"/>
                </a:lnTo>
                <a:lnTo>
                  <a:pt x="869" y="1553"/>
                </a:lnTo>
                <a:lnTo>
                  <a:pt x="868" y="1553"/>
                </a:lnTo>
                <a:lnTo>
                  <a:pt x="865" y="1553"/>
                </a:lnTo>
                <a:lnTo>
                  <a:pt x="864" y="1552"/>
                </a:lnTo>
                <a:lnTo>
                  <a:pt x="863" y="1552"/>
                </a:lnTo>
                <a:lnTo>
                  <a:pt x="862" y="1551"/>
                </a:lnTo>
                <a:lnTo>
                  <a:pt x="862" y="1550"/>
                </a:lnTo>
                <a:lnTo>
                  <a:pt x="860" y="1549"/>
                </a:lnTo>
                <a:lnTo>
                  <a:pt x="859" y="1549"/>
                </a:lnTo>
                <a:lnTo>
                  <a:pt x="858" y="1548"/>
                </a:lnTo>
                <a:lnTo>
                  <a:pt x="857" y="1548"/>
                </a:lnTo>
                <a:lnTo>
                  <a:pt x="855" y="1547"/>
                </a:lnTo>
                <a:lnTo>
                  <a:pt x="854" y="1547"/>
                </a:lnTo>
                <a:lnTo>
                  <a:pt x="853" y="1546"/>
                </a:lnTo>
                <a:lnTo>
                  <a:pt x="851" y="1546"/>
                </a:lnTo>
                <a:lnTo>
                  <a:pt x="850" y="1546"/>
                </a:lnTo>
                <a:lnTo>
                  <a:pt x="848" y="1544"/>
                </a:lnTo>
                <a:lnTo>
                  <a:pt x="847" y="1544"/>
                </a:lnTo>
                <a:lnTo>
                  <a:pt x="845" y="1543"/>
                </a:lnTo>
                <a:lnTo>
                  <a:pt x="844" y="1543"/>
                </a:lnTo>
                <a:lnTo>
                  <a:pt x="844" y="1542"/>
                </a:lnTo>
                <a:lnTo>
                  <a:pt x="843" y="1541"/>
                </a:lnTo>
                <a:lnTo>
                  <a:pt x="842" y="1540"/>
                </a:lnTo>
                <a:lnTo>
                  <a:pt x="841" y="1539"/>
                </a:lnTo>
                <a:lnTo>
                  <a:pt x="840" y="1539"/>
                </a:lnTo>
                <a:lnTo>
                  <a:pt x="839" y="1539"/>
                </a:lnTo>
                <a:lnTo>
                  <a:pt x="839" y="1538"/>
                </a:lnTo>
                <a:lnTo>
                  <a:pt x="838" y="1537"/>
                </a:lnTo>
                <a:lnTo>
                  <a:pt x="849" y="1530"/>
                </a:lnTo>
                <a:lnTo>
                  <a:pt x="853" y="1522"/>
                </a:lnTo>
                <a:lnTo>
                  <a:pt x="854" y="1519"/>
                </a:lnTo>
                <a:lnTo>
                  <a:pt x="854" y="1516"/>
                </a:lnTo>
                <a:lnTo>
                  <a:pt x="855" y="1508"/>
                </a:lnTo>
                <a:lnTo>
                  <a:pt x="857" y="1502"/>
                </a:lnTo>
                <a:lnTo>
                  <a:pt x="858" y="1497"/>
                </a:lnTo>
                <a:lnTo>
                  <a:pt x="863" y="1493"/>
                </a:lnTo>
                <a:lnTo>
                  <a:pt x="867" y="1488"/>
                </a:lnTo>
                <a:lnTo>
                  <a:pt x="869" y="1484"/>
                </a:lnTo>
                <a:lnTo>
                  <a:pt x="881" y="1473"/>
                </a:lnTo>
                <a:lnTo>
                  <a:pt x="882" y="1465"/>
                </a:lnTo>
                <a:lnTo>
                  <a:pt x="882" y="1463"/>
                </a:lnTo>
                <a:lnTo>
                  <a:pt x="882" y="1462"/>
                </a:lnTo>
                <a:lnTo>
                  <a:pt x="881" y="1462"/>
                </a:lnTo>
                <a:lnTo>
                  <a:pt x="880" y="1461"/>
                </a:lnTo>
                <a:lnTo>
                  <a:pt x="879" y="1460"/>
                </a:lnTo>
                <a:lnTo>
                  <a:pt x="878" y="1460"/>
                </a:lnTo>
                <a:lnTo>
                  <a:pt x="877" y="1460"/>
                </a:lnTo>
                <a:lnTo>
                  <a:pt x="876" y="1459"/>
                </a:lnTo>
                <a:lnTo>
                  <a:pt x="874" y="1459"/>
                </a:lnTo>
                <a:lnTo>
                  <a:pt x="873" y="1458"/>
                </a:lnTo>
                <a:lnTo>
                  <a:pt x="873" y="1457"/>
                </a:lnTo>
                <a:lnTo>
                  <a:pt x="872" y="1457"/>
                </a:lnTo>
                <a:lnTo>
                  <a:pt x="872" y="1456"/>
                </a:lnTo>
                <a:lnTo>
                  <a:pt x="872" y="1455"/>
                </a:lnTo>
                <a:lnTo>
                  <a:pt x="871" y="1455"/>
                </a:lnTo>
                <a:lnTo>
                  <a:pt x="871" y="1454"/>
                </a:lnTo>
                <a:lnTo>
                  <a:pt x="871" y="1453"/>
                </a:lnTo>
                <a:lnTo>
                  <a:pt x="871" y="1452"/>
                </a:lnTo>
                <a:lnTo>
                  <a:pt x="870" y="1451"/>
                </a:lnTo>
                <a:lnTo>
                  <a:pt x="870" y="1450"/>
                </a:lnTo>
                <a:lnTo>
                  <a:pt x="870" y="1449"/>
                </a:lnTo>
                <a:lnTo>
                  <a:pt x="869" y="1449"/>
                </a:lnTo>
                <a:lnTo>
                  <a:pt x="869" y="1448"/>
                </a:lnTo>
                <a:lnTo>
                  <a:pt x="869" y="1447"/>
                </a:lnTo>
                <a:lnTo>
                  <a:pt x="869" y="1446"/>
                </a:lnTo>
                <a:lnTo>
                  <a:pt x="868" y="1446"/>
                </a:lnTo>
                <a:lnTo>
                  <a:pt x="868" y="1445"/>
                </a:lnTo>
                <a:lnTo>
                  <a:pt x="867" y="1445"/>
                </a:lnTo>
                <a:lnTo>
                  <a:pt x="867" y="1444"/>
                </a:lnTo>
                <a:lnTo>
                  <a:pt x="867" y="1443"/>
                </a:lnTo>
                <a:lnTo>
                  <a:pt x="866" y="1443"/>
                </a:lnTo>
                <a:lnTo>
                  <a:pt x="866" y="1442"/>
                </a:lnTo>
                <a:lnTo>
                  <a:pt x="867" y="1441"/>
                </a:lnTo>
                <a:lnTo>
                  <a:pt x="867" y="1440"/>
                </a:lnTo>
                <a:lnTo>
                  <a:pt x="867" y="1439"/>
                </a:lnTo>
                <a:lnTo>
                  <a:pt x="867" y="1438"/>
                </a:lnTo>
                <a:lnTo>
                  <a:pt x="867" y="1437"/>
                </a:lnTo>
                <a:lnTo>
                  <a:pt x="868" y="1435"/>
                </a:lnTo>
                <a:lnTo>
                  <a:pt x="867" y="1435"/>
                </a:lnTo>
                <a:lnTo>
                  <a:pt x="867" y="1434"/>
                </a:lnTo>
                <a:lnTo>
                  <a:pt x="866" y="1433"/>
                </a:lnTo>
                <a:lnTo>
                  <a:pt x="867" y="1433"/>
                </a:lnTo>
                <a:lnTo>
                  <a:pt x="867" y="1432"/>
                </a:lnTo>
                <a:lnTo>
                  <a:pt x="866" y="1431"/>
                </a:lnTo>
                <a:lnTo>
                  <a:pt x="866" y="1430"/>
                </a:lnTo>
                <a:lnTo>
                  <a:pt x="865" y="1430"/>
                </a:lnTo>
                <a:lnTo>
                  <a:pt x="863" y="1430"/>
                </a:lnTo>
                <a:lnTo>
                  <a:pt x="863" y="1429"/>
                </a:lnTo>
                <a:lnTo>
                  <a:pt x="863" y="1428"/>
                </a:lnTo>
                <a:lnTo>
                  <a:pt x="861" y="1428"/>
                </a:lnTo>
                <a:lnTo>
                  <a:pt x="861" y="1429"/>
                </a:lnTo>
                <a:lnTo>
                  <a:pt x="858" y="1430"/>
                </a:lnTo>
                <a:lnTo>
                  <a:pt x="857" y="1430"/>
                </a:lnTo>
                <a:lnTo>
                  <a:pt x="857" y="1431"/>
                </a:lnTo>
                <a:lnTo>
                  <a:pt x="856" y="1431"/>
                </a:lnTo>
                <a:lnTo>
                  <a:pt x="855" y="1431"/>
                </a:lnTo>
                <a:lnTo>
                  <a:pt x="853" y="1431"/>
                </a:lnTo>
                <a:lnTo>
                  <a:pt x="852" y="1431"/>
                </a:lnTo>
                <a:lnTo>
                  <a:pt x="852" y="1430"/>
                </a:lnTo>
                <a:lnTo>
                  <a:pt x="851" y="1430"/>
                </a:lnTo>
                <a:lnTo>
                  <a:pt x="849" y="1429"/>
                </a:lnTo>
                <a:lnTo>
                  <a:pt x="847" y="1432"/>
                </a:lnTo>
                <a:lnTo>
                  <a:pt x="845" y="1434"/>
                </a:lnTo>
                <a:lnTo>
                  <a:pt x="843" y="1437"/>
                </a:lnTo>
                <a:lnTo>
                  <a:pt x="841" y="1440"/>
                </a:lnTo>
                <a:lnTo>
                  <a:pt x="839" y="1440"/>
                </a:lnTo>
                <a:lnTo>
                  <a:pt x="839" y="1439"/>
                </a:lnTo>
                <a:lnTo>
                  <a:pt x="836" y="1439"/>
                </a:lnTo>
                <a:lnTo>
                  <a:pt x="835" y="1439"/>
                </a:lnTo>
                <a:lnTo>
                  <a:pt x="834" y="1439"/>
                </a:lnTo>
                <a:lnTo>
                  <a:pt x="834" y="1438"/>
                </a:lnTo>
                <a:lnTo>
                  <a:pt x="831" y="1438"/>
                </a:lnTo>
                <a:lnTo>
                  <a:pt x="828" y="1439"/>
                </a:lnTo>
                <a:lnTo>
                  <a:pt x="827" y="1439"/>
                </a:lnTo>
                <a:lnTo>
                  <a:pt x="826" y="1439"/>
                </a:lnTo>
                <a:lnTo>
                  <a:pt x="824" y="1439"/>
                </a:lnTo>
                <a:lnTo>
                  <a:pt x="823" y="1440"/>
                </a:lnTo>
                <a:lnTo>
                  <a:pt x="822" y="1440"/>
                </a:lnTo>
                <a:lnTo>
                  <a:pt x="821" y="1439"/>
                </a:lnTo>
                <a:lnTo>
                  <a:pt x="820" y="1440"/>
                </a:lnTo>
                <a:lnTo>
                  <a:pt x="820" y="1441"/>
                </a:lnTo>
                <a:lnTo>
                  <a:pt x="820" y="1442"/>
                </a:lnTo>
                <a:lnTo>
                  <a:pt x="820" y="1443"/>
                </a:lnTo>
                <a:lnTo>
                  <a:pt x="821" y="1444"/>
                </a:lnTo>
                <a:lnTo>
                  <a:pt x="821" y="1445"/>
                </a:lnTo>
                <a:lnTo>
                  <a:pt x="821" y="1446"/>
                </a:lnTo>
                <a:lnTo>
                  <a:pt x="820" y="1446"/>
                </a:lnTo>
                <a:lnTo>
                  <a:pt x="820" y="1447"/>
                </a:lnTo>
                <a:lnTo>
                  <a:pt x="820" y="1448"/>
                </a:lnTo>
                <a:lnTo>
                  <a:pt x="821" y="1448"/>
                </a:lnTo>
                <a:lnTo>
                  <a:pt x="821" y="1449"/>
                </a:lnTo>
                <a:lnTo>
                  <a:pt x="821" y="1451"/>
                </a:lnTo>
                <a:lnTo>
                  <a:pt x="821" y="1453"/>
                </a:lnTo>
                <a:lnTo>
                  <a:pt x="820" y="1453"/>
                </a:lnTo>
                <a:lnTo>
                  <a:pt x="819" y="1454"/>
                </a:lnTo>
                <a:lnTo>
                  <a:pt x="818" y="1454"/>
                </a:lnTo>
                <a:lnTo>
                  <a:pt x="816" y="1454"/>
                </a:lnTo>
                <a:lnTo>
                  <a:pt x="816" y="1453"/>
                </a:lnTo>
                <a:lnTo>
                  <a:pt x="815" y="1454"/>
                </a:lnTo>
                <a:lnTo>
                  <a:pt x="814" y="1454"/>
                </a:lnTo>
                <a:lnTo>
                  <a:pt x="813" y="1454"/>
                </a:lnTo>
                <a:lnTo>
                  <a:pt x="812" y="1453"/>
                </a:lnTo>
                <a:lnTo>
                  <a:pt x="811" y="1453"/>
                </a:lnTo>
                <a:lnTo>
                  <a:pt x="811" y="1452"/>
                </a:lnTo>
                <a:lnTo>
                  <a:pt x="810" y="1452"/>
                </a:lnTo>
                <a:lnTo>
                  <a:pt x="809" y="1451"/>
                </a:lnTo>
                <a:lnTo>
                  <a:pt x="809" y="1452"/>
                </a:lnTo>
                <a:lnTo>
                  <a:pt x="808" y="1452"/>
                </a:lnTo>
                <a:lnTo>
                  <a:pt x="807" y="1453"/>
                </a:lnTo>
                <a:lnTo>
                  <a:pt x="806" y="1454"/>
                </a:lnTo>
                <a:lnTo>
                  <a:pt x="806" y="1455"/>
                </a:lnTo>
                <a:lnTo>
                  <a:pt x="805" y="1455"/>
                </a:lnTo>
                <a:lnTo>
                  <a:pt x="805" y="1456"/>
                </a:lnTo>
                <a:lnTo>
                  <a:pt x="805" y="1457"/>
                </a:lnTo>
                <a:lnTo>
                  <a:pt x="805" y="1458"/>
                </a:lnTo>
                <a:lnTo>
                  <a:pt x="804" y="1458"/>
                </a:lnTo>
                <a:lnTo>
                  <a:pt x="804" y="1459"/>
                </a:lnTo>
                <a:lnTo>
                  <a:pt x="804" y="1460"/>
                </a:lnTo>
                <a:lnTo>
                  <a:pt x="803" y="1461"/>
                </a:lnTo>
                <a:lnTo>
                  <a:pt x="803" y="1462"/>
                </a:lnTo>
                <a:lnTo>
                  <a:pt x="802" y="1463"/>
                </a:lnTo>
                <a:lnTo>
                  <a:pt x="803" y="1463"/>
                </a:lnTo>
                <a:lnTo>
                  <a:pt x="802" y="1464"/>
                </a:lnTo>
                <a:lnTo>
                  <a:pt x="802" y="1465"/>
                </a:lnTo>
                <a:lnTo>
                  <a:pt x="803" y="1465"/>
                </a:lnTo>
                <a:lnTo>
                  <a:pt x="803" y="1466"/>
                </a:lnTo>
                <a:lnTo>
                  <a:pt x="803" y="1467"/>
                </a:lnTo>
                <a:lnTo>
                  <a:pt x="802" y="1468"/>
                </a:lnTo>
                <a:lnTo>
                  <a:pt x="801" y="1469"/>
                </a:lnTo>
                <a:lnTo>
                  <a:pt x="800" y="1470"/>
                </a:lnTo>
                <a:lnTo>
                  <a:pt x="800" y="1471"/>
                </a:lnTo>
                <a:lnTo>
                  <a:pt x="799" y="1472"/>
                </a:lnTo>
                <a:lnTo>
                  <a:pt x="798" y="1472"/>
                </a:lnTo>
                <a:lnTo>
                  <a:pt x="796" y="1473"/>
                </a:lnTo>
                <a:lnTo>
                  <a:pt x="796" y="1474"/>
                </a:lnTo>
                <a:lnTo>
                  <a:pt x="795" y="1474"/>
                </a:lnTo>
                <a:lnTo>
                  <a:pt x="795" y="1475"/>
                </a:lnTo>
                <a:lnTo>
                  <a:pt x="795" y="1476"/>
                </a:lnTo>
                <a:lnTo>
                  <a:pt x="794" y="1476"/>
                </a:lnTo>
                <a:lnTo>
                  <a:pt x="792" y="1478"/>
                </a:lnTo>
                <a:lnTo>
                  <a:pt x="792" y="1479"/>
                </a:lnTo>
                <a:lnTo>
                  <a:pt x="793" y="1480"/>
                </a:lnTo>
                <a:lnTo>
                  <a:pt x="794" y="1481"/>
                </a:lnTo>
                <a:lnTo>
                  <a:pt x="794" y="1480"/>
                </a:lnTo>
                <a:lnTo>
                  <a:pt x="795" y="1480"/>
                </a:lnTo>
                <a:lnTo>
                  <a:pt x="795" y="1481"/>
                </a:lnTo>
                <a:lnTo>
                  <a:pt x="794" y="1483"/>
                </a:lnTo>
                <a:lnTo>
                  <a:pt x="793" y="1483"/>
                </a:lnTo>
                <a:lnTo>
                  <a:pt x="793" y="1484"/>
                </a:lnTo>
                <a:lnTo>
                  <a:pt x="790" y="1486"/>
                </a:lnTo>
                <a:lnTo>
                  <a:pt x="789" y="1487"/>
                </a:lnTo>
                <a:lnTo>
                  <a:pt x="789" y="1488"/>
                </a:lnTo>
                <a:lnTo>
                  <a:pt x="787" y="1489"/>
                </a:lnTo>
                <a:lnTo>
                  <a:pt x="786" y="1489"/>
                </a:lnTo>
                <a:lnTo>
                  <a:pt x="786" y="1490"/>
                </a:lnTo>
                <a:lnTo>
                  <a:pt x="786" y="1491"/>
                </a:lnTo>
                <a:lnTo>
                  <a:pt x="786" y="1492"/>
                </a:lnTo>
                <a:lnTo>
                  <a:pt x="786" y="1493"/>
                </a:lnTo>
                <a:lnTo>
                  <a:pt x="786" y="1494"/>
                </a:lnTo>
                <a:lnTo>
                  <a:pt x="787" y="1494"/>
                </a:lnTo>
                <a:lnTo>
                  <a:pt x="786" y="1495"/>
                </a:lnTo>
                <a:lnTo>
                  <a:pt x="785" y="1496"/>
                </a:lnTo>
                <a:lnTo>
                  <a:pt x="785" y="1497"/>
                </a:lnTo>
                <a:lnTo>
                  <a:pt x="785" y="1498"/>
                </a:lnTo>
                <a:lnTo>
                  <a:pt x="785" y="1499"/>
                </a:lnTo>
                <a:lnTo>
                  <a:pt x="784" y="1501"/>
                </a:lnTo>
                <a:lnTo>
                  <a:pt x="783" y="1501"/>
                </a:lnTo>
                <a:lnTo>
                  <a:pt x="783" y="1502"/>
                </a:lnTo>
                <a:lnTo>
                  <a:pt x="784" y="1502"/>
                </a:lnTo>
                <a:lnTo>
                  <a:pt x="784" y="1503"/>
                </a:lnTo>
                <a:lnTo>
                  <a:pt x="783" y="1503"/>
                </a:lnTo>
                <a:lnTo>
                  <a:pt x="782" y="1503"/>
                </a:lnTo>
                <a:lnTo>
                  <a:pt x="782" y="1504"/>
                </a:lnTo>
                <a:lnTo>
                  <a:pt x="782" y="1505"/>
                </a:lnTo>
                <a:lnTo>
                  <a:pt x="782" y="1506"/>
                </a:lnTo>
                <a:lnTo>
                  <a:pt x="782" y="1507"/>
                </a:lnTo>
                <a:lnTo>
                  <a:pt x="782" y="1508"/>
                </a:lnTo>
                <a:lnTo>
                  <a:pt x="783" y="1508"/>
                </a:lnTo>
                <a:lnTo>
                  <a:pt x="784" y="1509"/>
                </a:lnTo>
                <a:lnTo>
                  <a:pt x="784" y="1510"/>
                </a:lnTo>
                <a:lnTo>
                  <a:pt x="783" y="1510"/>
                </a:lnTo>
                <a:lnTo>
                  <a:pt x="783" y="1511"/>
                </a:lnTo>
                <a:lnTo>
                  <a:pt x="782" y="1511"/>
                </a:lnTo>
                <a:lnTo>
                  <a:pt x="782" y="1512"/>
                </a:lnTo>
                <a:lnTo>
                  <a:pt x="782" y="1513"/>
                </a:lnTo>
                <a:lnTo>
                  <a:pt x="782" y="1514"/>
                </a:lnTo>
                <a:lnTo>
                  <a:pt x="783" y="1514"/>
                </a:lnTo>
                <a:lnTo>
                  <a:pt x="783" y="1515"/>
                </a:lnTo>
                <a:lnTo>
                  <a:pt x="783" y="1516"/>
                </a:lnTo>
                <a:lnTo>
                  <a:pt x="782" y="1516"/>
                </a:lnTo>
                <a:lnTo>
                  <a:pt x="782" y="1517"/>
                </a:lnTo>
                <a:lnTo>
                  <a:pt x="781" y="1517"/>
                </a:lnTo>
                <a:lnTo>
                  <a:pt x="781" y="1518"/>
                </a:lnTo>
                <a:lnTo>
                  <a:pt x="781" y="1519"/>
                </a:lnTo>
                <a:lnTo>
                  <a:pt x="780" y="1520"/>
                </a:lnTo>
                <a:lnTo>
                  <a:pt x="780" y="1521"/>
                </a:lnTo>
                <a:lnTo>
                  <a:pt x="780" y="1522"/>
                </a:lnTo>
                <a:lnTo>
                  <a:pt x="780" y="1523"/>
                </a:lnTo>
                <a:lnTo>
                  <a:pt x="781" y="1523"/>
                </a:lnTo>
                <a:lnTo>
                  <a:pt x="781" y="1524"/>
                </a:lnTo>
                <a:lnTo>
                  <a:pt x="781" y="1525"/>
                </a:lnTo>
                <a:lnTo>
                  <a:pt x="780" y="1525"/>
                </a:lnTo>
                <a:lnTo>
                  <a:pt x="779" y="1525"/>
                </a:lnTo>
                <a:lnTo>
                  <a:pt x="779" y="1526"/>
                </a:lnTo>
                <a:lnTo>
                  <a:pt x="779" y="1527"/>
                </a:lnTo>
                <a:lnTo>
                  <a:pt x="779" y="1528"/>
                </a:lnTo>
                <a:lnTo>
                  <a:pt x="780" y="1529"/>
                </a:lnTo>
                <a:lnTo>
                  <a:pt x="780" y="1530"/>
                </a:lnTo>
                <a:lnTo>
                  <a:pt x="780" y="1531"/>
                </a:lnTo>
                <a:lnTo>
                  <a:pt x="779" y="1531"/>
                </a:lnTo>
                <a:lnTo>
                  <a:pt x="779" y="1532"/>
                </a:lnTo>
                <a:lnTo>
                  <a:pt x="779" y="1533"/>
                </a:lnTo>
                <a:lnTo>
                  <a:pt x="779" y="1534"/>
                </a:lnTo>
                <a:lnTo>
                  <a:pt x="779" y="1535"/>
                </a:lnTo>
                <a:lnTo>
                  <a:pt x="780" y="1535"/>
                </a:lnTo>
                <a:lnTo>
                  <a:pt x="780" y="1536"/>
                </a:lnTo>
                <a:lnTo>
                  <a:pt x="781" y="1537"/>
                </a:lnTo>
                <a:lnTo>
                  <a:pt x="781" y="1538"/>
                </a:lnTo>
                <a:lnTo>
                  <a:pt x="782" y="1538"/>
                </a:lnTo>
                <a:lnTo>
                  <a:pt x="783" y="1540"/>
                </a:lnTo>
                <a:lnTo>
                  <a:pt x="783" y="1541"/>
                </a:lnTo>
                <a:lnTo>
                  <a:pt x="782" y="1543"/>
                </a:lnTo>
                <a:lnTo>
                  <a:pt x="781" y="1544"/>
                </a:lnTo>
                <a:lnTo>
                  <a:pt x="781" y="1545"/>
                </a:lnTo>
                <a:lnTo>
                  <a:pt x="781" y="1546"/>
                </a:lnTo>
                <a:lnTo>
                  <a:pt x="780" y="1546"/>
                </a:lnTo>
                <a:lnTo>
                  <a:pt x="780" y="1547"/>
                </a:lnTo>
                <a:lnTo>
                  <a:pt x="779" y="1547"/>
                </a:lnTo>
                <a:lnTo>
                  <a:pt x="775" y="1548"/>
                </a:lnTo>
                <a:lnTo>
                  <a:pt x="775" y="1549"/>
                </a:lnTo>
                <a:lnTo>
                  <a:pt x="775" y="1550"/>
                </a:lnTo>
                <a:lnTo>
                  <a:pt x="775" y="1552"/>
                </a:lnTo>
                <a:lnTo>
                  <a:pt x="774" y="1554"/>
                </a:lnTo>
                <a:lnTo>
                  <a:pt x="774" y="1555"/>
                </a:lnTo>
                <a:lnTo>
                  <a:pt x="774" y="1558"/>
                </a:lnTo>
                <a:lnTo>
                  <a:pt x="775" y="1560"/>
                </a:lnTo>
                <a:lnTo>
                  <a:pt x="775" y="1561"/>
                </a:lnTo>
                <a:lnTo>
                  <a:pt x="776" y="1562"/>
                </a:lnTo>
                <a:lnTo>
                  <a:pt x="776" y="1563"/>
                </a:lnTo>
                <a:lnTo>
                  <a:pt x="777" y="1564"/>
                </a:lnTo>
                <a:lnTo>
                  <a:pt x="777" y="1565"/>
                </a:lnTo>
                <a:lnTo>
                  <a:pt x="778" y="1566"/>
                </a:lnTo>
                <a:lnTo>
                  <a:pt x="779" y="1566"/>
                </a:lnTo>
                <a:lnTo>
                  <a:pt x="780" y="1568"/>
                </a:lnTo>
                <a:lnTo>
                  <a:pt x="781" y="1569"/>
                </a:lnTo>
                <a:lnTo>
                  <a:pt x="781" y="1570"/>
                </a:lnTo>
                <a:lnTo>
                  <a:pt x="780" y="1570"/>
                </a:lnTo>
                <a:lnTo>
                  <a:pt x="780" y="1571"/>
                </a:lnTo>
                <a:lnTo>
                  <a:pt x="778" y="1574"/>
                </a:lnTo>
                <a:lnTo>
                  <a:pt x="777" y="1574"/>
                </a:lnTo>
                <a:lnTo>
                  <a:pt x="777" y="1575"/>
                </a:lnTo>
                <a:lnTo>
                  <a:pt x="777" y="1577"/>
                </a:lnTo>
                <a:lnTo>
                  <a:pt x="777" y="1578"/>
                </a:lnTo>
                <a:lnTo>
                  <a:pt x="777" y="1579"/>
                </a:lnTo>
                <a:lnTo>
                  <a:pt x="777" y="1580"/>
                </a:lnTo>
                <a:lnTo>
                  <a:pt x="777" y="1581"/>
                </a:lnTo>
                <a:lnTo>
                  <a:pt x="777" y="1582"/>
                </a:lnTo>
                <a:lnTo>
                  <a:pt x="778" y="1583"/>
                </a:lnTo>
                <a:lnTo>
                  <a:pt x="777" y="1584"/>
                </a:lnTo>
                <a:lnTo>
                  <a:pt x="777" y="1585"/>
                </a:lnTo>
                <a:lnTo>
                  <a:pt x="776" y="1586"/>
                </a:lnTo>
                <a:lnTo>
                  <a:pt x="775" y="1587"/>
                </a:lnTo>
                <a:lnTo>
                  <a:pt x="774" y="1588"/>
                </a:lnTo>
                <a:lnTo>
                  <a:pt x="774" y="1589"/>
                </a:lnTo>
                <a:lnTo>
                  <a:pt x="775" y="1589"/>
                </a:lnTo>
                <a:lnTo>
                  <a:pt x="775" y="1590"/>
                </a:lnTo>
                <a:lnTo>
                  <a:pt x="774" y="1590"/>
                </a:lnTo>
                <a:lnTo>
                  <a:pt x="774" y="1591"/>
                </a:lnTo>
                <a:lnTo>
                  <a:pt x="773" y="1591"/>
                </a:lnTo>
                <a:lnTo>
                  <a:pt x="773" y="1590"/>
                </a:lnTo>
                <a:lnTo>
                  <a:pt x="772" y="1590"/>
                </a:lnTo>
                <a:lnTo>
                  <a:pt x="771" y="1591"/>
                </a:lnTo>
                <a:lnTo>
                  <a:pt x="769" y="1592"/>
                </a:lnTo>
                <a:lnTo>
                  <a:pt x="768" y="1592"/>
                </a:lnTo>
                <a:lnTo>
                  <a:pt x="767" y="1593"/>
                </a:lnTo>
                <a:lnTo>
                  <a:pt x="766" y="1593"/>
                </a:lnTo>
                <a:lnTo>
                  <a:pt x="765" y="1593"/>
                </a:lnTo>
                <a:lnTo>
                  <a:pt x="765" y="1594"/>
                </a:lnTo>
                <a:lnTo>
                  <a:pt x="764" y="1593"/>
                </a:lnTo>
                <a:lnTo>
                  <a:pt x="763" y="1592"/>
                </a:lnTo>
                <a:lnTo>
                  <a:pt x="762" y="1592"/>
                </a:lnTo>
                <a:lnTo>
                  <a:pt x="761" y="1593"/>
                </a:lnTo>
                <a:lnTo>
                  <a:pt x="760" y="1595"/>
                </a:lnTo>
                <a:lnTo>
                  <a:pt x="760" y="1599"/>
                </a:lnTo>
                <a:lnTo>
                  <a:pt x="759" y="1600"/>
                </a:lnTo>
                <a:lnTo>
                  <a:pt x="757" y="1600"/>
                </a:lnTo>
                <a:lnTo>
                  <a:pt x="757" y="1601"/>
                </a:lnTo>
                <a:lnTo>
                  <a:pt x="755" y="1601"/>
                </a:lnTo>
                <a:lnTo>
                  <a:pt x="750" y="1601"/>
                </a:lnTo>
                <a:lnTo>
                  <a:pt x="747" y="1600"/>
                </a:lnTo>
                <a:lnTo>
                  <a:pt x="745" y="1601"/>
                </a:lnTo>
                <a:lnTo>
                  <a:pt x="740" y="1600"/>
                </a:lnTo>
                <a:lnTo>
                  <a:pt x="738" y="1599"/>
                </a:lnTo>
                <a:lnTo>
                  <a:pt x="734" y="1600"/>
                </a:lnTo>
                <a:lnTo>
                  <a:pt x="729" y="1602"/>
                </a:lnTo>
                <a:lnTo>
                  <a:pt x="726" y="1604"/>
                </a:lnTo>
                <a:lnTo>
                  <a:pt x="723" y="1604"/>
                </a:lnTo>
                <a:lnTo>
                  <a:pt x="721" y="1604"/>
                </a:lnTo>
                <a:lnTo>
                  <a:pt x="719" y="1605"/>
                </a:lnTo>
                <a:lnTo>
                  <a:pt x="713" y="1609"/>
                </a:lnTo>
                <a:lnTo>
                  <a:pt x="708" y="1612"/>
                </a:lnTo>
                <a:lnTo>
                  <a:pt x="707" y="1613"/>
                </a:lnTo>
                <a:lnTo>
                  <a:pt x="705" y="1613"/>
                </a:lnTo>
                <a:lnTo>
                  <a:pt x="698" y="1614"/>
                </a:lnTo>
                <a:lnTo>
                  <a:pt x="696" y="1614"/>
                </a:lnTo>
                <a:lnTo>
                  <a:pt x="693" y="1614"/>
                </a:lnTo>
                <a:lnTo>
                  <a:pt x="690" y="1616"/>
                </a:lnTo>
                <a:lnTo>
                  <a:pt x="687" y="1617"/>
                </a:lnTo>
                <a:lnTo>
                  <a:pt x="683" y="1618"/>
                </a:lnTo>
                <a:lnTo>
                  <a:pt x="670" y="1619"/>
                </a:lnTo>
                <a:lnTo>
                  <a:pt x="660" y="1619"/>
                </a:lnTo>
                <a:lnTo>
                  <a:pt x="654" y="1620"/>
                </a:lnTo>
                <a:lnTo>
                  <a:pt x="653" y="1620"/>
                </a:lnTo>
                <a:lnTo>
                  <a:pt x="652" y="1623"/>
                </a:lnTo>
                <a:lnTo>
                  <a:pt x="652" y="1625"/>
                </a:lnTo>
                <a:lnTo>
                  <a:pt x="650" y="1625"/>
                </a:lnTo>
                <a:lnTo>
                  <a:pt x="649" y="1625"/>
                </a:lnTo>
                <a:lnTo>
                  <a:pt x="648" y="1625"/>
                </a:lnTo>
                <a:lnTo>
                  <a:pt x="647" y="1626"/>
                </a:lnTo>
                <a:lnTo>
                  <a:pt x="646" y="1627"/>
                </a:lnTo>
                <a:lnTo>
                  <a:pt x="645" y="1627"/>
                </a:lnTo>
                <a:lnTo>
                  <a:pt x="644" y="1626"/>
                </a:lnTo>
                <a:lnTo>
                  <a:pt x="642" y="1627"/>
                </a:lnTo>
                <a:lnTo>
                  <a:pt x="641" y="1629"/>
                </a:lnTo>
                <a:lnTo>
                  <a:pt x="641" y="1628"/>
                </a:lnTo>
                <a:lnTo>
                  <a:pt x="636" y="1630"/>
                </a:lnTo>
                <a:lnTo>
                  <a:pt x="631" y="1631"/>
                </a:lnTo>
                <a:lnTo>
                  <a:pt x="622" y="1624"/>
                </a:lnTo>
                <a:lnTo>
                  <a:pt x="615" y="1618"/>
                </a:lnTo>
                <a:lnTo>
                  <a:pt x="609" y="1614"/>
                </a:lnTo>
                <a:lnTo>
                  <a:pt x="603" y="1610"/>
                </a:lnTo>
                <a:lnTo>
                  <a:pt x="601" y="1606"/>
                </a:lnTo>
                <a:lnTo>
                  <a:pt x="598" y="1604"/>
                </a:lnTo>
                <a:lnTo>
                  <a:pt x="586" y="1592"/>
                </a:lnTo>
                <a:lnTo>
                  <a:pt x="571" y="1587"/>
                </a:lnTo>
                <a:lnTo>
                  <a:pt x="570" y="1587"/>
                </a:lnTo>
                <a:lnTo>
                  <a:pt x="562" y="1584"/>
                </a:lnTo>
                <a:lnTo>
                  <a:pt x="561" y="1584"/>
                </a:lnTo>
                <a:lnTo>
                  <a:pt x="560" y="1581"/>
                </a:lnTo>
                <a:lnTo>
                  <a:pt x="560" y="1580"/>
                </a:lnTo>
                <a:lnTo>
                  <a:pt x="560" y="1579"/>
                </a:lnTo>
                <a:lnTo>
                  <a:pt x="560" y="1578"/>
                </a:lnTo>
                <a:lnTo>
                  <a:pt x="560" y="1577"/>
                </a:lnTo>
                <a:lnTo>
                  <a:pt x="560" y="1576"/>
                </a:lnTo>
                <a:lnTo>
                  <a:pt x="559" y="1575"/>
                </a:lnTo>
                <a:lnTo>
                  <a:pt x="559" y="1574"/>
                </a:lnTo>
                <a:lnTo>
                  <a:pt x="559" y="1573"/>
                </a:lnTo>
                <a:lnTo>
                  <a:pt x="558" y="1573"/>
                </a:lnTo>
                <a:lnTo>
                  <a:pt x="558" y="1572"/>
                </a:lnTo>
                <a:lnTo>
                  <a:pt x="558" y="1571"/>
                </a:lnTo>
                <a:lnTo>
                  <a:pt x="558" y="1570"/>
                </a:lnTo>
                <a:lnTo>
                  <a:pt x="557" y="1568"/>
                </a:lnTo>
                <a:lnTo>
                  <a:pt x="557" y="1567"/>
                </a:lnTo>
                <a:lnTo>
                  <a:pt x="557" y="1566"/>
                </a:lnTo>
                <a:lnTo>
                  <a:pt x="557" y="1565"/>
                </a:lnTo>
                <a:lnTo>
                  <a:pt x="557" y="1563"/>
                </a:lnTo>
                <a:lnTo>
                  <a:pt x="558" y="1561"/>
                </a:lnTo>
                <a:lnTo>
                  <a:pt x="569" y="1556"/>
                </a:lnTo>
                <a:lnTo>
                  <a:pt x="575" y="1554"/>
                </a:lnTo>
                <a:lnTo>
                  <a:pt x="567" y="1536"/>
                </a:lnTo>
                <a:lnTo>
                  <a:pt x="567" y="1534"/>
                </a:lnTo>
                <a:lnTo>
                  <a:pt x="565" y="1531"/>
                </a:lnTo>
                <a:lnTo>
                  <a:pt x="563" y="1530"/>
                </a:lnTo>
                <a:lnTo>
                  <a:pt x="562" y="1529"/>
                </a:lnTo>
                <a:lnTo>
                  <a:pt x="570" y="1524"/>
                </a:lnTo>
                <a:lnTo>
                  <a:pt x="570" y="1523"/>
                </a:lnTo>
                <a:lnTo>
                  <a:pt x="577" y="1519"/>
                </a:lnTo>
                <a:lnTo>
                  <a:pt x="602" y="1504"/>
                </a:lnTo>
                <a:lnTo>
                  <a:pt x="606" y="1498"/>
                </a:lnTo>
                <a:lnTo>
                  <a:pt x="607" y="1496"/>
                </a:lnTo>
                <a:lnTo>
                  <a:pt x="608" y="1495"/>
                </a:lnTo>
                <a:lnTo>
                  <a:pt x="609" y="1494"/>
                </a:lnTo>
                <a:lnTo>
                  <a:pt x="615" y="1483"/>
                </a:lnTo>
                <a:lnTo>
                  <a:pt x="618" y="1479"/>
                </a:lnTo>
                <a:lnTo>
                  <a:pt x="630" y="1474"/>
                </a:lnTo>
                <a:lnTo>
                  <a:pt x="633" y="1469"/>
                </a:lnTo>
                <a:lnTo>
                  <a:pt x="632" y="1468"/>
                </a:lnTo>
                <a:lnTo>
                  <a:pt x="632" y="1467"/>
                </a:lnTo>
                <a:lnTo>
                  <a:pt x="632" y="1463"/>
                </a:lnTo>
                <a:lnTo>
                  <a:pt x="632" y="1462"/>
                </a:lnTo>
                <a:lnTo>
                  <a:pt x="633" y="1461"/>
                </a:lnTo>
                <a:lnTo>
                  <a:pt x="633" y="1459"/>
                </a:lnTo>
                <a:lnTo>
                  <a:pt x="631" y="1452"/>
                </a:lnTo>
                <a:lnTo>
                  <a:pt x="624" y="1443"/>
                </a:lnTo>
                <a:lnTo>
                  <a:pt x="619" y="1437"/>
                </a:lnTo>
                <a:lnTo>
                  <a:pt x="620" y="1433"/>
                </a:lnTo>
                <a:lnTo>
                  <a:pt x="623" y="1425"/>
                </a:lnTo>
                <a:lnTo>
                  <a:pt x="615" y="1422"/>
                </a:lnTo>
                <a:lnTo>
                  <a:pt x="610" y="1421"/>
                </a:lnTo>
                <a:lnTo>
                  <a:pt x="601" y="1421"/>
                </a:lnTo>
                <a:lnTo>
                  <a:pt x="568" y="1430"/>
                </a:lnTo>
                <a:lnTo>
                  <a:pt x="557" y="1433"/>
                </a:lnTo>
                <a:lnTo>
                  <a:pt x="556" y="1434"/>
                </a:lnTo>
                <a:lnTo>
                  <a:pt x="551" y="1438"/>
                </a:lnTo>
                <a:lnTo>
                  <a:pt x="548" y="1441"/>
                </a:lnTo>
                <a:lnTo>
                  <a:pt x="545" y="1443"/>
                </a:lnTo>
                <a:lnTo>
                  <a:pt x="540" y="1447"/>
                </a:lnTo>
                <a:lnTo>
                  <a:pt x="537" y="1448"/>
                </a:lnTo>
                <a:lnTo>
                  <a:pt x="526" y="1458"/>
                </a:lnTo>
                <a:lnTo>
                  <a:pt x="525" y="1457"/>
                </a:lnTo>
                <a:lnTo>
                  <a:pt x="515" y="1455"/>
                </a:lnTo>
                <a:lnTo>
                  <a:pt x="507" y="1453"/>
                </a:lnTo>
                <a:lnTo>
                  <a:pt x="489" y="1450"/>
                </a:lnTo>
                <a:lnTo>
                  <a:pt x="481" y="1445"/>
                </a:lnTo>
                <a:lnTo>
                  <a:pt x="478" y="1443"/>
                </a:lnTo>
                <a:lnTo>
                  <a:pt x="476" y="1442"/>
                </a:lnTo>
                <a:lnTo>
                  <a:pt x="466" y="1444"/>
                </a:lnTo>
                <a:lnTo>
                  <a:pt x="460" y="1448"/>
                </a:lnTo>
                <a:lnTo>
                  <a:pt x="435" y="1454"/>
                </a:lnTo>
                <a:lnTo>
                  <a:pt x="421" y="1458"/>
                </a:lnTo>
                <a:lnTo>
                  <a:pt x="419" y="1458"/>
                </a:lnTo>
                <a:lnTo>
                  <a:pt x="429" y="1467"/>
                </a:lnTo>
                <a:lnTo>
                  <a:pt x="430" y="1468"/>
                </a:lnTo>
                <a:lnTo>
                  <a:pt x="433" y="1471"/>
                </a:lnTo>
                <a:lnTo>
                  <a:pt x="435" y="1473"/>
                </a:lnTo>
                <a:lnTo>
                  <a:pt x="441" y="1479"/>
                </a:lnTo>
                <a:lnTo>
                  <a:pt x="435" y="1483"/>
                </a:lnTo>
                <a:lnTo>
                  <a:pt x="429" y="1487"/>
                </a:lnTo>
                <a:lnTo>
                  <a:pt x="422" y="1496"/>
                </a:lnTo>
                <a:lnTo>
                  <a:pt x="416" y="1501"/>
                </a:lnTo>
                <a:lnTo>
                  <a:pt x="415" y="1502"/>
                </a:lnTo>
                <a:lnTo>
                  <a:pt x="414" y="1503"/>
                </a:lnTo>
                <a:lnTo>
                  <a:pt x="413" y="1501"/>
                </a:lnTo>
                <a:lnTo>
                  <a:pt x="412" y="1501"/>
                </a:lnTo>
                <a:lnTo>
                  <a:pt x="409" y="1501"/>
                </a:lnTo>
                <a:lnTo>
                  <a:pt x="409" y="1500"/>
                </a:lnTo>
                <a:lnTo>
                  <a:pt x="408" y="1500"/>
                </a:lnTo>
                <a:lnTo>
                  <a:pt x="407" y="1500"/>
                </a:lnTo>
                <a:lnTo>
                  <a:pt x="407" y="1499"/>
                </a:lnTo>
                <a:lnTo>
                  <a:pt x="406" y="1499"/>
                </a:lnTo>
                <a:lnTo>
                  <a:pt x="406" y="1500"/>
                </a:lnTo>
                <a:lnTo>
                  <a:pt x="405" y="1499"/>
                </a:lnTo>
                <a:lnTo>
                  <a:pt x="404" y="1499"/>
                </a:lnTo>
                <a:lnTo>
                  <a:pt x="404" y="1500"/>
                </a:lnTo>
                <a:lnTo>
                  <a:pt x="403" y="1500"/>
                </a:lnTo>
                <a:lnTo>
                  <a:pt x="403" y="1501"/>
                </a:lnTo>
                <a:lnTo>
                  <a:pt x="402" y="1501"/>
                </a:lnTo>
                <a:lnTo>
                  <a:pt x="401" y="1502"/>
                </a:lnTo>
                <a:lnTo>
                  <a:pt x="400" y="1502"/>
                </a:lnTo>
                <a:lnTo>
                  <a:pt x="399" y="1503"/>
                </a:lnTo>
                <a:lnTo>
                  <a:pt x="399" y="1504"/>
                </a:lnTo>
                <a:lnTo>
                  <a:pt x="398" y="1502"/>
                </a:lnTo>
                <a:lnTo>
                  <a:pt x="398" y="1501"/>
                </a:lnTo>
                <a:lnTo>
                  <a:pt x="396" y="1499"/>
                </a:lnTo>
                <a:lnTo>
                  <a:pt x="395" y="1497"/>
                </a:lnTo>
                <a:lnTo>
                  <a:pt x="390" y="1495"/>
                </a:lnTo>
                <a:lnTo>
                  <a:pt x="389" y="1495"/>
                </a:lnTo>
                <a:lnTo>
                  <a:pt x="388" y="1495"/>
                </a:lnTo>
                <a:lnTo>
                  <a:pt x="387" y="1495"/>
                </a:lnTo>
                <a:lnTo>
                  <a:pt x="387" y="1494"/>
                </a:lnTo>
                <a:lnTo>
                  <a:pt x="386" y="1494"/>
                </a:lnTo>
                <a:lnTo>
                  <a:pt x="386" y="1493"/>
                </a:lnTo>
                <a:lnTo>
                  <a:pt x="385" y="1493"/>
                </a:lnTo>
                <a:lnTo>
                  <a:pt x="384" y="1493"/>
                </a:lnTo>
                <a:lnTo>
                  <a:pt x="383" y="1492"/>
                </a:lnTo>
                <a:lnTo>
                  <a:pt x="382" y="1492"/>
                </a:lnTo>
                <a:lnTo>
                  <a:pt x="381" y="1492"/>
                </a:lnTo>
                <a:lnTo>
                  <a:pt x="381" y="1491"/>
                </a:lnTo>
                <a:lnTo>
                  <a:pt x="380" y="1491"/>
                </a:lnTo>
                <a:lnTo>
                  <a:pt x="379" y="1491"/>
                </a:lnTo>
                <a:lnTo>
                  <a:pt x="378" y="1491"/>
                </a:lnTo>
                <a:lnTo>
                  <a:pt x="377" y="1491"/>
                </a:lnTo>
                <a:lnTo>
                  <a:pt x="376" y="1491"/>
                </a:lnTo>
                <a:lnTo>
                  <a:pt x="376" y="1490"/>
                </a:lnTo>
                <a:lnTo>
                  <a:pt x="375" y="1490"/>
                </a:lnTo>
                <a:lnTo>
                  <a:pt x="374" y="1490"/>
                </a:lnTo>
                <a:lnTo>
                  <a:pt x="374" y="1491"/>
                </a:lnTo>
                <a:lnTo>
                  <a:pt x="374" y="1490"/>
                </a:lnTo>
                <a:lnTo>
                  <a:pt x="373" y="1490"/>
                </a:lnTo>
                <a:lnTo>
                  <a:pt x="372" y="1489"/>
                </a:lnTo>
                <a:lnTo>
                  <a:pt x="372" y="1488"/>
                </a:lnTo>
                <a:lnTo>
                  <a:pt x="373" y="1488"/>
                </a:lnTo>
                <a:lnTo>
                  <a:pt x="374" y="1488"/>
                </a:lnTo>
                <a:lnTo>
                  <a:pt x="374" y="1487"/>
                </a:lnTo>
                <a:lnTo>
                  <a:pt x="375" y="1487"/>
                </a:lnTo>
                <a:lnTo>
                  <a:pt x="375" y="1486"/>
                </a:lnTo>
                <a:lnTo>
                  <a:pt x="376" y="1486"/>
                </a:lnTo>
                <a:lnTo>
                  <a:pt x="375" y="1486"/>
                </a:lnTo>
                <a:lnTo>
                  <a:pt x="375" y="1485"/>
                </a:lnTo>
                <a:lnTo>
                  <a:pt x="375" y="1484"/>
                </a:lnTo>
                <a:lnTo>
                  <a:pt x="375" y="1483"/>
                </a:lnTo>
                <a:lnTo>
                  <a:pt x="372" y="1483"/>
                </a:lnTo>
                <a:lnTo>
                  <a:pt x="370" y="1483"/>
                </a:lnTo>
                <a:lnTo>
                  <a:pt x="368" y="1482"/>
                </a:lnTo>
                <a:lnTo>
                  <a:pt x="366" y="1482"/>
                </a:lnTo>
                <a:lnTo>
                  <a:pt x="366" y="1479"/>
                </a:lnTo>
                <a:lnTo>
                  <a:pt x="366" y="1478"/>
                </a:lnTo>
                <a:lnTo>
                  <a:pt x="366" y="1477"/>
                </a:lnTo>
                <a:lnTo>
                  <a:pt x="364" y="1476"/>
                </a:lnTo>
                <a:lnTo>
                  <a:pt x="362" y="1473"/>
                </a:lnTo>
                <a:lnTo>
                  <a:pt x="363" y="1472"/>
                </a:lnTo>
                <a:lnTo>
                  <a:pt x="363" y="1471"/>
                </a:lnTo>
                <a:lnTo>
                  <a:pt x="364" y="1469"/>
                </a:lnTo>
                <a:lnTo>
                  <a:pt x="365" y="1465"/>
                </a:lnTo>
                <a:lnTo>
                  <a:pt x="361" y="1468"/>
                </a:lnTo>
                <a:lnTo>
                  <a:pt x="360" y="1468"/>
                </a:lnTo>
                <a:lnTo>
                  <a:pt x="356" y="1470"/>
                </a:lnTo>
                <a:lnTo>
                  <a:pt x="348" y="1472"/>
                </a:lnTo>
                <a:lnTo>
                  <a:pt x="343" y="1473"/>
                </a:lnTo>
                <a:lnTo>
                  <a:pt x="342" y="1473"/>
                </a:lnTo>
                <a:lnTo>
                  <a:pt x="341" y="1473"/>
                </a:lnTo>
                <a:lnTo>
                  <a:pt x="342" y="1473"/>
                </a:lnTo>
                <a:lnTo>
                  <a:pt x="342" y="1472"/>
                </a:lnTo>
                <a:lnTo>
                  <a:pt x="342" y="1471"/>
                </a:lnTo>
                <a:lnTo>
                  <a:pt x="342" y="1470"/>
                </a:lnTo>
                <a:lnTo>
                  <a:pt x="342" y="1469"/>
                </a:lnTo>
                <a:lnTo>
                  <a:pt x="341" y="1468"/>
                </a:lnTo>
                <a:lnTo>
                  <a:pt x="341" y="1467"/>
                </a:lnTo>
                <a:lnTo>
                  <a:pt x="336" y="1464"/>
                </a:lnTo>
                <a:lnTo>
                  <a:pt x="334" y="1468"/>
                </a:lnTo>
                <a:lnTo>
                  <a:pt x="333" y="1468"/>
                </a:lnTo>
                <a:lnTo>
                  <a:pt x="332" y="1467"/>
                </a:lnTo>
                <a:lnTo>
                  <a:pt x="331" y="1466"/>
                </a:lnTo>
                <a:lnTo>
                  <a:pt x="330" y="1466"/>
                </a:lnTo>
                <a:lnTo>
                  <a:pt x="330" y="1465"/>
                </a:lnTo>
                <a:lnTo>
                  <a:pt x="329" y="1465"/>
                </a:lnTo>
                <a:lnTo>
                  <a:pt x="329" y="1464"/>
                </a:lnTo>
                <a:lnTo>
                  <a:pt x="329" y="1461"/>
                </a:lnTo>
                <a:lnTo>
                  <a:pt x="329" y="1460"/>
                </a:lnTo>
                <a:lnTo>
                  <a:pt x="332" y="1457"/>
                </a:lnTo>
                <a:lnTo>
                  <a:pt x="333" y="1456"/>
                </a:lnTo>
                <a:lnTo>
                  <a:pt x="332" y="1456"/>
                </a:lnTo>
                <a:lnTo>
                  <a:pt x="333" y="1455"/>
                </a:lnTo>
                <a:lnTo>
                  <a:pt x="332" y="1455"/>
                </a:lnTo>
                <a:lnTo>
                  <a:pt x="332" y="1454"/>
                </a:lnTo>
                <a:lnTo>
                  <a:pt x="332" y="1453"/>
                </a:lnTo>
                <a:lnTo>
                  <a:pt x="332" y="1452"/>
                </a:lnTo>
                <a:lnTo>
                  <a:pt x="331" y="1452"/>
                </a:lnTo>
                <a:lnTo>
                  <a:pt x="331" y="1451"/>
                </a:lnTo>
                <a:lnTo>
                  <a:pt x="331" y="1450"/>
                </a:lnTo>
                <a:lnTo>
                  <a:pt x="331" y="1449"/>
                </a:lnTo>
                <a:lnTo>
                  <a:pt x="331" y="1448"/>
                </a:lnTo>
                <a:lnTo>
                  <a:pt x="330" y="1447"/>
                </a:lnTo>
                <a:lnTo>
                  <a:pt x="330" y="1446"/>
                </a:lnTo>
                <a:lnTo>
                  <a:pt x="330" y="1442"/>
                </a:lnTo>
                <a:lnTo>
                  <a:pt x="330" y="1438"/>
                </a:lnTo>
                <a:lnTo>
                  <a:pt x="330" y="1432"/>
                </a:lnTo>
                <a:lnTo>
                  <a:pt x="329" y="1426"/>
                </a:lnTo>
                <a:lnTo>
                  <a:pt x="322" y="1426"/>
                </a:lnTo>
                <a:lnTo>
                  <a:pt x="321" y="1426"/>
                </a:lnTo>
                <a:lnTo>
                  <a:pt x="321" y="1427"/>
                </a:lnTo>
                <a:lnTo>
                  <a:pt x="320" y="1426"/>
                </a:lnTo>
                <a:lnTo>
                  <a:pt x="319" y="1426"/>
                </a:lnTo>
                <a:lnTo>
                  <a:pt x="318" y="1426"/>
                </a:lnTo>
                <a:lnTo>
                  <a:pt x="317" y="1427"/>
                </a:lnTo>
                <a:lnTo>
                  <a:pt x="316" y="1427"/>
                </a:lnTo>
                <a:lnTo>
                  <a:pt x="314" y="1427"/>
                </a:lnTo>
                <a:lnTo>
                  <a:pt x="313" y="1428"/>
                </a:lnTo>
                <a:lnTo>
                  <a:pt x="312" y="1428"/>
                </a:lnTo>
                <a:lnTo>
                  <a:pt x="311" y="1428"/>
                </a:lnTo>
                <a:lnTo>
                  <a:pt x="308" y="1428"/>
                </a:lnTo>
                <a:lnTo>
                  <a:pt x="307" y="1428"/>
                </a:lnTo>
                <a:lnTo>
                  <a:pt x="306" y="1427"/>
                </a:lnTo>
                <a:lnTo>
                  <a:pt x="305" y="1427"/>
                </a:lnTo>
                <a:lnTo>
                  <a:pt x="304" y="1427"/>
                </a:lnTo>
                <a:lnTo>
                  <a:pt x="303" y="1427"/>
                </a:lnTo>
                <a:lnTo>
                  <a:pt x="302" y="1427"/>
                </a:lnTo>
                <a:lnTo>
                  <a:pt x="299" y="1427"/>
                </a:lnTo>
                <a:lnTo>
                  <a:pt x="299" y="1418"/>
                </a:lnTo>
                <a:lnTo>
                  <a:pt x="294" y="1418"/>
                </a:lnTo>
                <a:lnTo>
                  <a:pt x="284" y="1416"/>
                </a:lnTo>
                <a:lnTo>
                  <a:pt x="282" y="1409"/>
                </a:lnTo>
                <a:lnTo>
                  <a:pt x="283" y="1405"/>
                </a:lnTo>
                <a:lnTo>
                  <a:pt x="278" y="1399"/>
                </a:lnTo>
                <a:lnTo>
                  <a:pt x="277" y="1398"/>
                </a:lnTo>
                <a:lnTo>
                  <a:pt x="265" y="1396"/>
                </a:lnTo>
                <a:lnTo>
                  <a:pt x="258" y="1390"/>
                </a:lnTo>
                <a:lnTo>
                  <a:pt x="251" y="1389"/>
                </a:lnTo>
                <a:lnTo>
                  <a:pt x="246" y="1387"/>
                </a:lnTo>
                <a:lnTo>
                  <a:pt x="244" y="1386"/>
                </a:lnTo>
                <a:lnTo>
                  <a:pt x="238" y="1379"/>
                </a:lnTo>
                <a:lnTo>
                  <a:pt x="237" y="1379"/>
                </a:lnTo>
                <a:lnTo>
                  <a:pt x="234" y="1379"/>
                </a:lnTo>
                <a:lnTo>
                  <a:pt x="233" y="1379"/>
                </a:lnTo>
                <a:lnTo>
                  <a:pt x="232" y="1378"/>
                </a:lnTo>
                <a:lnTo>
                  <a:pt x="231" y="1378"/>
                </a:lnTo>
                <a:lnTo>
                  <a:pt x="230" y="1378"/>
                </a:lnTo>
                <a:lnTo>
                  <a:pt x="228" y="1378"/>
                </a:lnTo>
                <a:lnTo>
                  <a:pt x="227" y="1377"/>
                </a:lnTo>
                <a:lnTo>
                  <a:pt x="226" y="1377"/>
                </a:lnTo>
                <a:lnTo>
                  <a:pt x="224" y="1377"/>
                </a:lnTo>
                <a:lnTo>
                  <a:pt x="223" y="1377"/>
                </a:lnTo>
                <a:lnTo>
                  <a:pt x="205" y="1378"/>
                </a:lnTo>
                <a:lnTo>
                  <a:pt x="205" y="1377"/>
                </a:lnTo>
                <a:lnTo>
                  <a:pt x="204" y="1377"/>
                </a:lnTo>
                <a:lnTo>
                  <a:pt x="205" y="1376"/>
                </a:lnTo>
                <a:lnTo>
                  <a:pt x="206" y="1376"/>
                </a:lnTo>
                <a:lnTo>
                  <a:pt x="207" y="1376"/>
                </a:lnTo>
                <a:lnTo>
                  <a:pt x="207" y="1377"/>
                </a:lnTo>
                <a:lnTo>
                  <a:pt x="208" y="1377"/>
                </a:lnTo>
                <a:lnTo>
                  <a:pt x="209" y="1377"/>
                </a:lnTo>
                <a:lnTo>
                  <a:pt x="210" y="1377"/>
                </a:lnTo>
                <a:lnTo>
                  <a:pt x="211" y="1377"/>
                </a:lnTo>
                <a:lnTo>
                  <a:pt x="212" y="1377"/>
                </a:lnTo>
                <a:lnTo>
                  <a:pt x="213" y="1377"/>
                </a:lnTo>
                <a:lnTo>
                  <a:pt x="213" y="1376"/>
                </a:lnTo>
                <a:lnTo>
                  <a:pt x="214" y="1376"/>
                </a:lnTo>
                <a:lnTo>
                  <a:pt x="214" y="1375"/>
                </a:lnTo>
                <a:lnTo>
                  <a:pt x="215" y="1375"/>
                </a:lnTo>
                <a:lnTo>
                  <a:pt x="217" y="1374"/>
                </a:lnTo>
                <a:lnTo>
                  <a:pt x="219" y="1373"/>
                </a:lnTo>
                <a:lnTo>
                  <a:pt x="220" y="1373"/>
                </a:lnTo>
                <a:lnTo>
                  <a:pt x="221" y="1373"/>
                </a:lnTo>
                <a:lnTo>
                  <a:pt x="221" y="1372"/>
                </a:lnTo>
                <a:lnTo>
                  <a:pt x="224" y="1371"/>
                </a:lnTo>
                <a:lnTo>
                  <a:pt x="225" y="1371"/>
                </a:lnTo>
                <a:lnTo>
                  <a:pt x="225" y="1370"/>
                </a:lnTo>
                <a:lnTo>
                  <a:pt x="226" y="1370"/>
                </a:lnTo>
                <a:lnTo>
                  <a:pt x="227" y="1369"/>
                </a:lnTo>
                <a:lnTo>
                  <a:pt x="228" y="1369"/>
                </a:lnTo>
                <a:lnTo>
                  <a:pt x="229" y="1368"/>
                </a:lnTo>
                <a:lnTo>
                  <a:pt x="230" y="1368"/>
                </a:lnTo>
                <a:lnTo>
                  <a:pt x="230" y="1367"/>
                </a:lnTo>
                <a:lnTo>
                  <a:pt x="231" y="1367"/>
                </a:lnTo>
                <a:lnTo>
                  <a:pt x="231" y="1366"/>
                </a:lnTo>
                <a:lnTo>
                  <a:pt x="232" y="1366"/>
                </a:lnTo>
                <a:lnTo>
                  <a:pt x="232" y="1365"/>
                </a:lnTo>
                <a:lnTo>
                  <a:pt x="233" y="1365"/>
                </a:lnTo>
                <a:lnTo>
                  <a:pt x="235" y="1365"/>
                </a:lnTo>
                <a:lnTo>
                  <a:pt x="235" y="1364"/>
                </a:lnTo>
                <a:lnTo>
                  <a:pt x="237" y="1364"/>
                </a:lnTo>
                <a:lnTo>
                  <a:pt x="239" y="1364"/>
                </a:lnTo>
                <a:lnTo>
                  <a:pt x="240" y="1364"/>
                </a:lnTo>
                <a:lnTo>
                  <a:pt x="241" y="1364"/>
                </a:lnTo>
                <a:lnTo>
                  <a:pt x="242" y="1364"/>
                </a:lnTo>
                <a:lnTo>
                  <a:pt x="242" y="1363"/>
                </a:lnTo>
                <a:lnTo>
                  <a:pt x="243" y="1363"/>
                </a:lnTo>
                <a:lnTo>
                  <a:pt x="244" y="1362"/>
                </a:lnTo>
                <a:lnTo>
                  <a:pt x="245" y="1361"/>
                </a:lnTo>
                <a:lnTo>
                  <a:pt x="246" y="1361"/>
                </a:lnTo>
                <a:lnTo>
                  <a:pt x="246" y="1360"/>
                </a:lnTo>
                <a:lnTo>
                  <a:pt x="247" y="1360"/>
                </a:lnTo>
                <a:lnTo>
                  <a:pt x="248" y="1359"/>
                </a:lnTo>
                <a:lnTo>
                  <a:pt x="248" y="1358"/>
                </a:lnTo>
                <a:lnTo>
                  <a:pt x="249" y="1357"/>
                </a:lnTo>
                <a:lnTo>
                  <a:pt x="249" y="1356"/>
                </a:lnTo>
                <a:lnTo>
                  <a:pt x="249" y="1355"/>
                </a:lnTo>
                <a:lnTo>
                  <a:pt x="249" y="1354"/>
                </a:lnTo>
                <a:lnTo>
                  <a:pt x="250" y="1354"/>
                </a:lnTo>
                <a:lnTo>
                  <a:pt x="250" y="1353"/>
                </a:lnTo>
                <a:lnTo>
                  <a:pt x="250" y="1352"/>
                </a:lnTo>
                <a:lnTo>
                  <a:pt x="250" y="1351"/>
                </a:lnTo>
                <a:lnTo>
                  <a:pt x="250" y="1350"/>
                </a:lnTo>
                <a:lnTo>
                  <a:pt x="251" y="1350"/>
                </a:lnTo>
                <a:lnTo>
                  <a:pt x="251" y="1349"/>
                </a:lnTo>
                <a:lnTo>
                  <a:pt x="252" y="1348"/>
                </a:lnTo>
                <a:lnTo>
                  <a:pt x="253" y="1347"/>
                </a:lnTo>
                <a:lnTo>
                  <a:pt x="253" y="1346"/>
                </a:lnTo>
                <a:lnTo>
                  <a:pt x="254" y="1346"/>
                </a:lnTo>
                <a:lnTo>
                  <a:pt x="255" y="1345"/>
                </a:lnTo>
                <a:lnTo>
                  <a:pt x="256" y="1344"/>
                </a:lnTo>
                <a:lnTo>
                  <a:pt x="257" y="1344"/>
                </a:lnTo>
                <a:lnTo>
                  <a:pt x="258" y="1343"/>
                </a:lnTo>
                <a:lnTo>
                  <a:pt x="259" y="1343"/>
                </a:lnTo>
                <a:lnTo>
                  <a:pt x="261" y="1342"/>
                </a:lnTo>
                <a:lnTo>
                  <a:pt x="262" y="1341"/>
                </a:lnTo>
                <a:lnTo>
                  <a:pt x="263" y="1340"/>
                </a:lnTo>
                <a:lnTo>
                  <a:pt x="265" y="1340"/>
                </a:lnTo>
                <a:lnTo>
                  <a:pt x="266" y="1339"/>
                </a:lnTo>
                <a:lnTo>
                  <a:pt x="267" y="1338"/>
                </a:lnTo>
                <a:lnTo>
                  <a:pt x="268" y="1338"/>
                </a:lnTo>
                <a:lnTo>
                  <a:pt x="270" y="1337"/>
                </a:lnTo>
                <a:lnTo>
                  <a:pt x="270" y="1310"/>
                </a:lnTo>
                <a:lnTo>
                  <a:pt x="276" y="1302"/>
                </a:lnTo>
                <a:lnTo>
                  <a:pt x="276" y="1297"/>
                </a:lnTo>
                <a:lnTo>
                  <a:pt x="276" y="1292"/>
                </a:lnTo>
                <a:lnTo>
                  <a:pt x="275" y="1291"/>
                </a:lnTo>
                <a:lnTo>
                  <a:pt x="268" y="1282"/>
                </a:lnTo>
                <a:lnTo>
                  <a:pt x="267" y="1280"/>
                </a:lnTo>
                <a:lnTo>
                  <a:pt x="264" y="1276"/>
                </a:lnTo>
                <a:lnTo>
                  <a:pt x="260" y="1273"/>
                </a:lnTo>
                <a:lnTo>
                  <a:pt x="255" y="1273"/>
                </a:lnTo>
                <a:lnTo>
                  <a:pt x="253" y="1272"/>
                </a:lnTo>
                <a:lnTo>
                  <a:pt x="239" y="1271"/>
                </a:lnTo>
                <a:lnTo>
                  <a:pt x="232" y="1271"/>
                </a:lnTo>
                <a:lnTo>
                  <a:pt x="225" y="1270"/>
                </a:lnTo>
                <a:lnTo>
                  <a:pt x="215" y="1279"/>
                </a:lnTo>
                <a:lnTo>
                  <a:pt x="204" y="1279"/>
                </a:lnTo>
                <a:lnTo>
                  <a:pt x="197" y="1278"/>
                </a:lnTo>
                <a:lnTo>
                  <a:pt x="190" y="1278"/>
                </a:lnTo>
                <a:lnTo>
                  <a:pt x="187" y="1278"/>
                </a:lnTo>
                <a:lnTo>
                  <a:pt x="180" y="1278"/>
                </a:lnTo>
                <a:lnTo>
                  <a:pt x="180" y="1280"/>
                </a:lnTo>
                <a:lnTo>
                  <a:pt x="180" y="1289"/>
                </a:lnTo>
                <a:lnTo>
                  <a:pt x="176" y="1292"/>
                </a:lnTo>
                <a:lnTo>
                  <a:pt x="175" y="1293"/>
                </a:lnTo>
                <a:lnTo>
                  <a:pt x="175" y="1294"/>
                </a:lnTo>
                <a:lnTo>
                  <a:pt x="174" y="1295"/>
                </a:lnTo>
                <a:lnTo>
                  <a:pt x="174" y="1296"/>
                </a:lnTo>
                <a:lnTo>
                  <a:pt x="173" y="1296"/>
                </a:lnTo>
                <a:lnTo>
                  <a:pt x="172" y="1296"/>
                </a:lnTo>
                <a:lnTo>
                  <a:pt x="171" y="1296"/>
                </a:lnTo>
                <a:lnTo>
                  <a:pt x="171" y="1295"/>
                </a:lnTo>
                <a:lnTo>
                  <a:pt x="170" y="1295"/>
                </a:lnTo>
                <a:lnTo>
                  <a:pt x="169" y="1295"/>
                </a:lnTo>
                <a:lnTo>
                  <a:pt x="168" y="1295"/>
                </a:lnTo>
                <a:lnTo>
                  <a:pt x="168" y="1294"/>
                </a:lnTo>
                <a:lnTo>
                  <a:pt x="167" y="1293"/>
                </a:lnTo>
                <a:lnTo>
                  <a:pt x="166" y="1291"/>
                </a:lnTo>
                <a:lnTo>
                  <a:pt x="166" y="1290"/>
                </a:lnTo>
                <a:lnTo>
                  <a:pt x="165" y="1289"/>
                </a:lnTo>
                <a:lnTo>
                  <a:pt x="165" y="1288"/>
                </a:lnTo>
                <a:lnTo>
                  <a:pt x="164" y="1287"/>
                </a:lnTo>
                <a:lnTo>
                  <a:pt x="163" y="1285"/>
                </a:lnTo>
                <a:lnTo>
                  <a:pt x="161" y="1286"/>
                </a:lnTo>
                <a:lnTo>
                  <a:pt x="160" y="1287"/>
                </a:lnTo>
                <a:lnTo>
                  <a:pt x="158" y="1288"/>
                </a:lnTo>
                <a:lnTo>
                  <a:pt x="157" y="1288"/>
                </a:lnTo>
                <a:lnTo>
                  <a:pt x="155" y="1289"/>
                </a:lnTo>
                <a:lnTo>
                  <a:pt x="154" y="1289"/>
                </a:lnTo>
                <a:lnTo>
                  <a:pt x="153" y="1290"/>
                </a:lnTo>
                <a:lnTo>
                  <a:pt x="151" y="1291"/>
                </a:lnTo>
                <a:lnTo>
                  <a:pt x="149" y="1292"/>
                </a:lnTo>
                <a:lnTo>
                  <a:pt x="147" y="1293"/>
                </a:lnTo>
                <a:lnTo>
                  <a:pt x="146" y="1293"/>
                </a:lnTo>
                <a:lnTo>
                  <a:pt x="146" y="1295"/>
                </a:lnTo>
                <a:lnTo>
                  <a:pt x="145" y="1295"/>
                </a:lnTo>
                <a:lnTo>
                  <a:pt x="145" y="1296"/>
                </a:lnTo>
                <a:lnTo>
                  <a:pt x="146" y="1296"/>
                </a:lnTo>
                <a:lnTo>
                  <a:pt x="146" y="1297"/>
                </a:lnTo>
                <a:lnTo>
                  <a:pt x="147" y="1297"/>
                </a:lnTo>
                <a:lnTo>
                  <a:pt x="147" y="1298"/>
                </a:lnTo>
                <a:lnTo>
                  <a:pt x="147" y="1300"/>
                </a:lnTo>
                <a:lnTo>
                  <a:pt x="146" y="1300"/>
                </a:lnTo>
                <a:lnTo>
                  <a:pt x="146" y="1301"/>
                </a:lnTo>
                <a:lnTo>
                  <a:pt x="146" y="1302"/>
                </a:lnTo>
                <a:lnTo>
                  <a:pt x="147" y="1302"/>
                </a:lnTo>
                <a:lnTo>
                  <a:pt x="147" y="1303"/>
                </a:lnTo>
                <a:lnTo>
                  <a:pt x="146" y="1303"/>
                </a:lnTo>
                <a:lnTo>
                  <a:pt x="145" y="1301"/>
                </a:lnTo>
                <a:lnTo>
                  <a:pt x="143" y="1300"/>
                </a:lnTo>
                <a:lnTo>
                  <a:pt x="142" y="1299"/>
                </a:lnTo>
                <a:lnTo>
                  <a:pt x="140" y="1299"/>
                </a:lnTo>
                <a:lnTo>
                  <a:pt x="140" y="1298"/>
                </a:lnTo>
                <a:lnTo>
                  <a:pt x="139" y="1298"/>
                </a:lnTo>
                <a:lnTo>
                  <a:pt x="138" y="1297"/>
                </a:lnTo>
                <a:lnTo>
                  <a:pt x="137" y="1296"/>
                </a:lnTo>
                <a:lnTo>
                  <a:pt x="137" y="1295"/>
                </a:lnTo>
                <a:lnTo>
                  <a:pt x="136" y="1295"/>
                </a:lnTo>
                <a:lnTo>
                  <a:pt x="136" y="1294"/>
                </a:lnTo>
                <a:lnTo>
                  <a:pt x="136" y="1293"/>
                </a:lnTo>
                <a:lnTo>
                  <a:pt x="136" y="1292"/>
                </a:lnTo>
                <a:lnTo>
                  <a:pt x="136" y="1291"/>
                </a:lnTo>
                <a:lnTo>
                  <a:pt x="135" y="1290"/>
                </a:lnTo>
                <a:lnTo>
                  <a:pt x="135" y="1289"/>
                </a:lnTo>
                <a:lnTo>
                  <a:pt x="135" y="1288"/>
                </a:lnTo>
                <a:lnTo>
                  <a:pt x="135" y="1286"/>
                </a:lnTo>
                <a:lnTo>
                  <a:pt x="134" y="1287"/>
                </a:lnTo>
                <a:lnTo>
                  <a:pt x="133" y="1287"/>
                </a:lnTo>
                <a:lnTo>
                  <a:pt x="132" y="1287"/>
                </a:lnTo>
                <a:lnTo>
                  <a:pt x="130" y="1288"/>
                </a:lnTo>
                <a:lnTo>
                  <a:pt x="128" y="1288"/>
                </a:lnTo>
                <a:lnTo>
                  <a:pt x="126" y="1289"/>
                </a:lnTo>
                <a:lnTo>
                  <a:pt x="126" y="1290"/>
                </a:lnTo>
                <a:lnTo>
                  <a:pt x="127" y="1291"/>
                </a:lnTo>
                <a:lnTo>
                  <a:pt x="129" y="1293"/>
                </a:lnTo>
                <a:lnTo>
                  <a:pt x="129" y="1294"/>
                </a:lnTo>
                <a:lnTo>
                  <a:pt x="130" y="1294"/>
                </a:lnTo>
                <a:lnTo>
                  <a:pt x="130" y="1295"/>
                </a:lnTo>
                <a:lnTo>
                  <a:pt x="131" y="1296"/>
                </a:lnTo>
                <a:lnTo>
                  <a:pt x="130" y="1297"/>
                </a:lnTo>
                <a:lnTo>
                  <a:pt x="129" y="1297"/>
                </a:lnTo>
                <a:lnTo>
                  <a:pt x="128" y="1297"/>
                </a:lnTo>
                <a:lnTo>
                  <a:pt x="126" y="1298"/>
                </a:lnTo>
                <a:lnTo>
                  <a:pt x="125" y="1299"/>
                </a:lnTo>
                <a:lnTo>
                  <a:pt x="123" y="1300"/>
                </a:lnTo>
                <a:lnTo>
                  <a:pt x="122" y="1300"/>
                </a:lnTo>
                <a:lnTo>
                  <a:pt x="121" y="1300"/>
                </a:lnTo>
                <a:lnTo>
                  <a:pt x="120" y="1301"/>
                </a:lnTo>
                <a:lnTo>
                  <a:pt x="119" y="1301"/>
                </a:lnTo>
                <a:lnTo>
                  <a:pt x="113" y="1304"/>
                </a:lnTo>
                <a:lnTo>
                  <a:pt x="105" y="1307"/>
                </a:lnTo>
                <a:lnTo>
                  <a:pt x="105" y="1304"/>
                </a:lnTo>
                <a:lnTo>
                  <a:pt x="105" y="1301"/>
                </a:lnTo>
                <a:lnTo>
                  <a:pt x="105" y="1297"/>
                </a:lnTo>
                <a:lnTo>
                  <a:pt x="105" y="1296"/>
                </a:lnTo>
                <a:lnTo>
                  <a:pt x="105" y="1295"/>
                </a:lnTo>
                <a:lnTo>
                  <a:pt x="105" y="1291"/>
                </a:lnTo>
                <a:lnTo>
                  <a:pt x="105" y="1288"/>
                </a:lnTo>
                <a:lnTo>
                  <a:pt x="105" y="1287"/>
                </a:lnTo>
                <a:lnTo>
                  <a:pt x="105" y="1283"/>
                </a:lnTo>
                <a:lnTo>
                  <a:pt x="105" y="1282"/>
                </a:lnTo>
                <a:lnTo>
                  <a:pt x="105" y="1277"/>
                </a:lnTo>
                <a:lnTo>
                  <a:pt x="104" y="1277"/>
                </a:lnTo>
                <a:lnTo>
                  <a:pt x="104" y="1272"/>
                </a:lnTo>
                <a:lnTo>
                  <a:pt x="104" y="1271"/>
                </a:lnTo>
                <a:lnTo>
                  <a:pt x="103" y="1271"/>
                </a:lnTo>
                <a:lnTo>
                  <a:pt x="101" y="1270"/>
                </a:lnTo>
                <a:lnTo>
                  <a:pt x="99" y="1270"/>
                </a:lnTo>
                <a:lnTo>
                  <a:pt x="98" y="1270"/>
                </a:lnTo>
                <a:lnTo>
                  <a:pt x="97" y="1270"/>
                </a:lnTo>
                <a:lnTo>
                  <a:pt x="97" y="1269"/>
                </a:lnTo>
                <a:lnTo>
                  <a:pt x="96" y="1269"/>
                </a:lnTo>
                <a:lnTo>
                  <a:pt x="96" y="1268"/>
                </a:lnTo>
                <a:lnTo>
                  <a:pt x="95" y="1268"/>
                </a:lnTo>
                <a:lnTo>
                  <a:pt x="94" y="1267"/>
                </a:lnTo>
                <a:lnTo>
                  <a:pt x="93" y="1266"/>
                </a:lnTo>
                <a:lnTo>
                  <a:pt x="92" y="1265"/>
                </a:lnTo>
                <a:lnTo>
                  <a:pt x="91" y="1264"/>
                </a:lnTo>
                <a:lnTo>
                  <a:pt x="90" y="1264"/>
                </a:lnTo>
                <a:lnTo>
                  <a:pt x="88" y="1263"/>
                </a:lnTo>
                <a:lnTo>
                  <a:pt x="87" y="1263"/>
                </a:lnTo>
                <a:lnTo>
                  <a:pt x="86" y="1262"/>
                </a:lnTo>
                <a:lnTo>
                  <a:pt x="85" y="1261"/>
                </a:lnTo>
                <a:lnTo>
                  <a:pt x="84" y="1261"/>
                </a:lnTo>
                <a:lnTo>
                  <a:pt x="83" y="1260"/>
                </a:lnTo>
                <a:lnTo>
                  <a:pt x="80" y="1258"/>
                </a:lnTo>
                <a:lnTo>
                  <a:pt x="78" y="1257"/>
                </a:lnTo>
                <a:lnTo>
                  <a:pt x="75" y="1255"/>
                </a:lnTo>
                <a:lnTo>
                  <a:pt x="74" y="1255"/>
                </a:lnTo>
                <a:lnTo>
                  <a:pt x="72" y="1253"/>
                </a:lnTo>
                <a:lnTo>
                  <a:pt x="66" y="1247"/>
                </a:lnTo>
                <a:lnTo>
                  <a:pt x="66" y="1246"/>
                </a:lnTo>
                <a:lnTo>
                  <a:pt x="52" y="1231"/>
                </a:lnTo>
                <a:lnTo>
                  <a:pt x="51" y="1229"/>
                </a:lnTo>
                <a:lnTo>
                  <a:pt x="50" y="1229"/>
                </a:lnTo>
                <a:lnTo>
                  <a:pt x="41" y="1218"/>
                </a:lnTo>
                <a:lnTo>
                  <a:pt x="41" y="1217"/>
                </a:lnTo>
                <a:lnTo>
                  <a:pt x="40" y="1216"/>
                </a:lnTo>
                <a:lnTo>
                  <a:pt x="40" y="1214"/>
                </a:lnTo>
                <a:lnTo>
                  <a:pt x="41" y="1213"/>
                </a:lnTo>
                <a:lnTo>
                  <a:pt x="42" y="1212"/>
                </a:lnTo>
                <a:lnTo>
                  <a:pt x="43" y="1211"/>
                </a:lnTo>
                <a:lnTo>
                  <a:pt x="44" y="1211"/>
                </a:lnTo>
                <a:lnTo>
                  <a:pt x="45" y="1210"/>
                </a:lnTo>
                <a:lnTo>
                  <a:pt x="45" y="1209"/>
                </a:lnTo>
                <a:lnTo>
                  <a:pt x="46" y="1209"/>
                </a:lnTo>
                <a:lnTo>
                  <a:pt x="47" y="1208"/>
                </a:lnTo>
                <a:lnTo>
                  <a:pt x="48" y="1207"/>
                </a:lnTo>
                <a:lnTo>
                  <a:pt x="50" y="1205"/>
                </a:lnTo>
                <a:lnTo>
                  <a:pt x="51" y="1205"/>
                </a:lnTo>
                <a:lnTo>
                  <a:pt x="51" y="1204"/>
                </a:lnTo>
                <a:lnTo>
                  <a:pt x="52" y="1204"/>
                </a:lnTo>
                <a:lnTo>
                  <a:pt x="52" y="1203"/>
                </a:lnTo>
                <a:lnTo>
                  <a:pt x="54" y="1202"/>
                </a:lnTo>
                <a:lnTo>
                  <a:pt x="55" y="1201"/>
                </a:lnTo>
                <a:lnTo>
                  <a:pt x="56" y="1200"/>
                </a:lnTo>
                <a:lnTo>
                  <a:pt x="57" y="1199"/>
                </a:lnTo>
                <a:lnTo>
                  <a:pt x="58" y="1199"/>
                </a:lnTo>
                <a:lnTo>
                  <a:pt x="58" y="1198"/>
                </a:lnTo>
                <a:lnTo>
                  <a:pt x="60" y="1197"/>
                </a:lnTo>
                <a:lnTo>
                  <a:pt x="61" y="1196"/>
                </a:lnTo>
                <a:lnTo>
                  <a:pt x="60" y="1195"/>
                </a:lnTo>
                <a:lnTo>
                  <a:pt x="59" y="1194"/>
                </a:lnTo>
                <a:lnTo>
                  <a:pt x="59" y="1193"/>
                </a:lnTo>
                <a:lnTo>
                  <a:pt x="59" y="1192"/>
                </a:lnTo>
                <a:lnTo>
                  <a:pt x="58" y="1191"/>
                </a:lnTo>
                <a:lnTo>
                  <a:pt x="58" y="1190"/>
                </a:lnTo>
                <a:lnTo>
                  <a:pt x="57" y="1189"/>
                </a:lnTo>
                <a:lnTo>
                  <a:pt x="57" y="1188"/>
                </a:lnTo>
                <a:lnTo>
                  <a:pt x="56" y="1188"/>
                </a:lnTo>
                <a:lnTo>
                  <a:pt x="56" y="1187"/>
                </a:lnTo>
                <a:lnTo>
                  <a:pt x="55" y="1186"/>
                </a:lnTo>
                <a:lnTo>
                  <a:pt x="55" y="1185"/>
                </a:lnTo>
                <a:lnTo>
                  <a:pt x="54" y="1184"/>
                </a:lnTo>
                <a:lnTo>
                  <a:pt x="54" y="1183"/>
                </a:lnTo>
                <a:lnTo>
                  <a:pt x="53" y="1182"/>
                </a:lnTo>
                <a:lnTo>
                  <a:pt x="53" y="1181"/>
                </a:lnTo>
                <a:lnTo>
                  <a:pt x="53" y="1180"/>
                </a:lnTo>
                <a:lnTo>
                  <a:pt x="52" y="1180"/>
                </a:lnTo>
                <a:lnTo>
                  <a:pt x="52" y="1179"/>
                </a:lnTo>
                <a:lnTo>
                  <a:pt x="51" y="1178"/>
                </a:lnTo>
                <a:lnTo>
                  <a:pt x="50" y="1176"/>
                </a:lnTo>
                <a:lnTo>
                  <a:pt x="50" y="1175"/>
                </a:lnTo>
                <a:lnTo>
                  <a:pt x="49" y="1174"/>
                </a:lnTo>
                <a:lnTo>
                  <a:pt x="49" y="1173"/>
                </a:lnTo>
                <a:lnTo>
                  <a:pt x="48" y="1172"/>
                </a:lnTo>
                <a:lnTo>
                  <a:pt x="48" y="1171"/>
                </a:lnTo>
                <a:lnTo>
                  <a:pt x="47" y="1170"/>
                </a:lnTo>
                <a:lnTo>
                  <a:pt x="47" y="1169"/>
                </a:lnTo>
                <a:lnTo>
                  <a:pt x="46" y="1169"/>
                </a:lnTo>
                <a:lnTo>
                  <a:pt x="46" y="1168"/>
                </a:lnTo>
                <a:lnTo>
                  <a:pt x="45" y="1167"/>
                </a:lnTo>
                <a:lnTo>
                  <a:pt x="45" y="1166"/>
                </a:lnTo>
                <a:lnTo>
                  <a:pt x="44" y="1165"/>
                </a:lnTo>
                <a:lnTo>
                  <a:pt x="44" y="1164"/>
                </a:lnTo>
                <a:lnTo>
                  <a:pt x="44" y="1163"/>
                </a:lnTo>
                <a:lnTo>
                  <a:pt x="43" y="1162"/>
                </a:lnTo>
                <a:lnTo>
                  <a:pt x="42" y="1161"/>
                </a:lnTo>
                <a:lnTo>
                  <a:pt x="41" y="1159"/>
                </a:lnTo>
                <a:lnTo>
                  <a:pt x="41" y="1158"/>
                </a:lnTo>
                <a:lnTo>
                  <a:pt x="40" y="1157"/>
                </a:lnTo>
                <a:lnTo>
                  <a:pt x="40" y="1156"/>
                </a:lnTo>
                <a:lnTo>
                  <a:pt x="38" y="1153"/>
                </a:lnTo>
                <a:lnTo>
                  <a:pt x="38" y="1152"/>
                </a:lnTo>
                <a:lnTo>
                  <a:pt x="37" y="1149"/>
                </a:lnTo>
                <a:lnTo>
                  <a:pt x="36" y="1149"/>
                </a:lnTo>
                <a:lnTo>
                  <a:pt x="36" y="1148"/>
                </a:lnTo>
                <a:lnTo>
                  <a:pt x="35" y="1147"/>
                </a:lnTo>
                <a:lnTo>
                  <a:pt x="34" y="1145"/>
                </a:lnTo>
                <a:lnTo>
                  <a:pt x="34" y="1144"/>
                </a:lnTo>
                <a:lnTo>
                  <a:pt x="33" y="1144"/>
                </a:lnTo>
                <a:lnTo>
                  <a:pt x="33" y="1143"/>
                </a:lnTo>
                <a:lnTo>
                  <a:pt x="33" y="1142"/>
                </a:lnTo>
                <a:lnTo>
                  <a:pt x="30" y="1138"/>
                </a:lnTo>
                <a:lnTo>
                  <a:pt x="29" y="1136"/>
                </a:lnTo>
                <a:lnTo>
                  <a:pt x="28" y="1134"/>
                </a:lnTo>
                <a:lnTo>
                  <a:pt x="27" y="1131"/>
                </a:lnTo>
                <a:lnTo>
                  <a:pt x="26" y="1130"/>
                </a:lnTo>
                <a:lnTo>
                  <a:pt x="25" y="1128"/>
                </a:lnTo>
                <a:lnTo>
                  <a:pt x="24" y="1127"/>
                </a:lnTo>
                <a:lnTo>
                  <a:pt x="24" y="1126"/>
                </a:lnTo>
                <a:lnTo>
                  <a:pt x="15" y="1110"/>
                </a:lnTo>
                <a:lnTo>
                  <a:pt x="7" y="1095"/>
                </a:lnTo>
                <a:lnTo>
                  <a:pt x="6" y="1093"/>
                </a:lnTo>
                <a:lnTo>
                  <a:pt x="6" y="1092"/>
                </a:lnTo>
                <a:lnTo>
                  <a:pt x="1" y="1083"/>
                </a:lnTo>
                <a:lnTo>
                  <a:pt x="0" y="1079"/>
                </a:lnTo>
                <a:lnTo>
                  <a:pt x="47" y="1087"/>
                </a:lnTo>
                <a:lnTo>
                  <a:pt x="64" y="1090"/>
                </a:lnTo>
                <a:lnTo>
                  <a:pt x="92" y="1094"/>
                </a:lnTo>
                <a:lnTo>
                  <a:pt x="123" y="1096"/>
                </a:lnTo>
                <a:lnTo>
                  <a:pt x="133" y="1097"/>
                </a:lnTo>
                <a:lnTo>
                  <a:pt x="154" y="1098"/>
                </a:lnTo>
                <a:lnTo>
                  <a:pt x="160" y="1099"/>
                </a:lnTo>
                <a:lnTo>
                  <a:pt x="165" y="1099"/>
                </a:lnTo>
                <a:lnTo>
                  <a:pt x="210" y="1103"/>
                </a:lnTo>
                <a:lnTo>
                  <a:pt x="252" y="1095"/>
                </a:lnTo>
                <a:lnTo>
                  <a:pt x="279" y="1096"/>
                </a:lnTo>
                <a:lnTo>
                  <a:pt x="279" y="1095"/>
                </a:lnTo>
                <a:lnTo>
                  <a:pt x="284" y="1090"/>
                </a:lnTo>
                <a:lnTo>
                  <a:pt x="331" y="1092"/>
                </a:lnTo>
                <a:lnTo>
                  <a:pt x="383" y="1104"/>
                </a:lnTo>
                <a:lnTo>
                  <a:pt x="396" y="1107"/>
                </a:lnTo>
                <a:lnTo>
                  <a:pt x="417" y="1109"/>
                </a:lnTo>
                <a:lnTo>
                  <a:pt x="435" y="1130"/>
                </a:lnTo>
                <a:lnTo>
                  <a:pt x="442" y="1137"/>
                </a:lnTo>
                <a:lnTo>
                  <a:pt x="475" y="1146"/>
                </a:lnTo>
                <a:lnTo>
                  <a:pt x="484" y="1144"/>
                </a:lnTo>
                <a:lnTo>
                  <a:pt x="493" y="1145"/>
                </a:lnTo>
                <a:lnTo>
                  <a:pt x="499" y="1145"/>
                </a:lnTo>
                <a:lnTo>
                  <a:pt x="518" y="1154"/>
                </a:lnTo>
                <a:lnTo>
                  <a:pt x="525" y="1157"/>
                </a:lnTo>
                <a:lnTo>
                  <a:pt x="563" y="1173"/>
                </a:lnTo>
                <a:lnTo>
                  <a:pt x="572" y="1175"/>
                </a:lnTo>
                <a:lnTo>
                  <a:pt x="592" y="1179"/>
                </a:lnTo>
                <a:lnTo>
                  <a:pt x="602" y="1181"/>
                </a:lnTo>
                <a:lnTo>
                  <a:pt x="622" y="1181"/>
                </a:lnTo>
                <a:lnTo>
                  <a:pt x="642" y="1177"/>
                </a:lnTo>
                <a:lnTo>
                  <a:pt x="662" y="1174"/>
                </a:lnTo>
                <a:lnTo>
                  <a:pt x="662" y="1196"/>
                </a:lnTo>
                <a:lnTo>
                  <a:pt x="677" y="1197"/>
                </a:lnTo>
                <a:lnTo>
                  <a:pt x="698" y="1196"/>
                </a:lnTo>
                <a:lnTo>
                  <a:pt x="706" y="1204"/>
                </a:lnTo>
                <a:lnTo>
                  <a:pt x="725" y="1186"/>
                </a:lnTo>
                <a:lnTo>
                  <a:pt x="731" y="1187"/>
                </a:lnTo>
                <a:lnTo>
                  <a:pt x="737" y="1184"/>
                </a:lnTo>
                <a:lnTo>
                  <a:pt x="739" y="1182"/>
                </a:lnTo>
                <a:lnTo>
                  <a:pt x="748" y="1178"/>
                </a:lnTo>
                <a:lnTo>
                  <a:pt x="758" y="1173"/>
                </a:lnTo>
                <a:lnTo>
                  <a:pt x="770" y="1167"/>
                </a:lnTo>
                <a:lnTo>
                  <a:pt x="785" y="1162"/>
                </a:lnTo>
                <a:lnTo>
                  <a:pt x="802" y="1155"/>
                </a:lnTo>
                <a:lnTo>
                  <a:pt x="828" y="1145"/>
                </a:lnTo>
                <a:lnTo>
                  <a:pt x="850" y="1136"/>
                </a:lnTo>
                <a:lnTo>
                  <a:pt x="866" y="1131"/>
                </a:lnTo>
                <a:lnTo>
                  <a:pt x="890" y="1128"/>
                </a:lnTo>
                <a:lnTo>
                  <a:pt x="910" y="1123"/>
                </a:lnTo>
                <a:lnTo>
                  <a:pt x="911" y="1118"/>
                </a:lnTo>
                <a:lnTo>
                  <a:pt x="927" y="1114"/>
                </a:lnTo>
                <a:lnTo>
                  <a:pt x="931" y="1114"/>
                </a:lnTo>
                <a:lnTo>
                  <a:pt x="937" y="1118"/>
                </a:lnTo>
                <a:lnTo>
                  <a:pt x="952" y="1118"/>
                </a:lnTo>
                <a:lnTo>
                  <a:pt x="970" y="1119"/>
                </a:lnTo>
                <a:lnTo>
                  <a:pt x="973" y="1118"/>
                </a:lnTo>
                <a:lnTo>
                  <a:pt x="975" y="1118"/>
                </a:lnTo>
                <a:lnTo>
                  <a:pt x="977" y="1117"/>
                </a:lnTo>
                <a:lnTo>
                  <a:pt x="978" y="1116"/>
                </a:lnTo>
                <a:lnTo>
                  <a:pt x="984" y="1116"/>
                </a:lnTo>
                <a:lnTo>
                  <a:pt x="998" y="1114"/>
                </a:lnTo>
                <a:lnTo>
                  <a:pt x="1003" y="1116"/>
                </a:lnTo>
                <a:lnTo>
                  <a:pt x="1019" y="1116"/>
                </a:lnTo>
                <a:lnTo>
                  <a:pt x="1024" y="1115"/>
                </a:lnTo>
                <a:lnTo>
                  <a:pt x="1039" y="1119"/>
                </a:lnTo>
                <a:lnTo>
                  <a:pt x="1048" y="1118"/>
                </a:lnTo>
                <a:lnTo>
                  <a:pt x="1051" y="1120"/>
                </a:lnTo>
                <a:lnTo>
                  <a:pt x="1052" y="1121"/>
                </a:lnTo>
                <a:lnTo>
                  <a:pt x="1062" y="1116"/>
                </a:lnTo>
                <a:lnTo>
                  <a:pt x="1065" y="1115"/>
                </a:lnTo>
                <a:lnTo>
                  <a:pt x="1066" y="1114"/>
                </a:lnTo>
                <a:lnTo>
                  <a:pt x="1067" y="1115"/>
                </a:lnTo>
                <a:lnTo>
                  <a:pt x="1068" y="1114"/>
                </a:lnTo>
                <a:lnTo>
                  <a:pt x="1088" y="1116"/>
                </a:lnTo>
                <a:lnTo>
                  <a:pt x="1092" y="1116"/>
                </a:lnTo>
                <a:lnTo>
                  <a:pt x="1094" y="1116"/>
                </a:lnTo>
                <a:lnTo>
                  <a:pt x="1100" y="1115"/>
                </a:lnTo>
                <a:lnTo>
                  <a:pt x="1101" y="1115"/>
                </a:lnTo>
                <a:lnTo>
                  <a:pt x="1102" y="1115"/>
                </a:lnTo>
                <a:lnTo>
                  <a:pt x="1103" y="1115"/>
                </a:lnTo>
                <a:lnTo>
                  <a:pt x="1106" y="1114"/>
                </a:lnTo>
                <a:lnTo>
                  <a:pt x="1110" y="1114"/>
                </a:lnTo>
                <a:lnTo>
                  <a:pt x="1111" y="1113"/>
                </a:lnTo>
                <a:lnTo>
                  <a:pt x="1113" y="1113"/>
                </a:lnTo>
                <a:lnTo>
                  <a:pt x="1115" y="1113"/>
                </a:lnTo>
                <a:lnTo>
                  <a:pt x="1128" y="1104"/>
                </a:lnTo>
                <a:lnTo>
                  <a:pt x="1131" y="1102"/>
                </a:lnTo>
                <a:lnTo>
                  <a:pt x="1148" y="1096"/>
                </a:lnTo>
                <a:lnTo>
                  <a:pt x="1154" y="1096"/>
                </a:lnTo>
                <a:lnTo>
                  <a:pt x="1166" y="1095"/>
                </a:lnTo>
                <a:lnTo>
                  <a:pt x="1169" y="1092"/>
                </a:lnTo>
                <a:lnTo>
                  <a:pt x="1181" y="1087"/>
                </a:lnTo>
                <a:lnTo>
                  <a:pt x="1184" y="1086"/>
                </a:lnTo>
                <a:lnTo>
                  <a:pt x="1187" y="1086"/>
                </a:lnTo>
                <a:lnTo>
                  <a:pt x="1196" y="1081"/>
                </a:lnTo>
                <a:lnTo>
                  <a:pt x="1198" y="1075"/>
                </a:lnTo>
                <a:lnTo>
                  <a:pt x="1209" y="1068"/>
                </a:lnTo>
                <a:lnTo>
                  <a:pt x="1213" y="1065"/>
                </a:lnTo>
                <a:lnTo>
                  <a:pt x="1218" y="1057"/>
                </a:lnTo>
                <a:lnTo>
                  <a:pt x="1218" y="1055"/>
                </a:lnTo>
                <a:lnTo>
                  <a:pt x="1222" y="1050"/>
                </a:lnTo>
                <a:lnTo>
                  <a:pt x="1226" y="1048"/>
                </a:lnTo>
                <a:lnTo>
                  <a:pt x="1236" y="1038"/>
                </a:lnTo>
                <a:lnTo>
                  <a:pt x="1248" y="1025"/>
                </a:lnTo>
                <a:lnTo>
                  <a:pt x="1252" y="1023"/>
                </a:lnTo>
                <a:lnTo>
                  <a:pt x="1252" y="1022"/>
                </a:lnTo>
                <a:lnTo>
                  <a:pt x="1254" y="1021"/>
                </a:lnTo>
                <a:lnTo>
                  <a:pt x="1259" y="1020"/>
                </a:lnTo>
                <a:lnTo>
                  <a:pt x="1263" y="1018"/>
                </a:lnTo>
                <a:lnTo>
                  <a:pt x="1270" y="1016"/>
                </a:lnTo>
                <a:lnTo>
                  <a:pt x="1275" y="1015"/>
                </a:lnTo>
                <a:lnTo>
                  <a:pt x="1277" y="1014"/>
                </a:lnTo>
                <a:lnTo>
                  <a:pt x="1278" y="1014"/>
                </a:lnTo>
                <a:lnTo>
                  <a:pt x="1282" y="1010"/>
                </a:lnTo>
                <a:lnTo>
                  <a:pt x="1287" y="1008"/>
                </a:lnTo>
                <a:lnTo>
                  <a:pt x="1292" y="1008"/>
                </a:lnTo>
                <a:lnTo>
                  <a:pt x="1297" y="1009"/>
                </a:lnTo>
                <a:lnTo>
                  <a:pt x="1301" y="1006"/>
                </a:lnTo>
                <a:lnTo>
                  <a:pt x="1312" y="996"/>
                </a:lnTo>
                <a:lnTo>
                  <a:pt x="1318" y="990"/>
                </a:lnTo>
                <a:lnTo>
                  <a:pt x="1327" y="990"/>
                </a:lnTo>
                <a:lnTo>
                  <a:pt x="1330" y="988"/>
                </a:lnTo>
                <a:lnTo>
                  <a:pt x="1332" y="988"/>
                </a:lnTo>
                <a:lnTo>
                  <a:pt x="1333" y="982"/>
                </a:lnTo>
                <a:lnTo>
                  <a:pt x="1333" y="977"/>
                </a:lnTo>
                <a:lnTo>
                  <a:pt x="1333" y="974"/>
                </a:lnTo>
                <a:lnTo>
                  <a:pt x="1325" y="963"/>
                </a:lnTo>
                <a:lnTo>
                  <a:pt x="1317" y="956"/>
                </a:lnTo>
                <a:lnTo>
                  <a:pt x="1314" y="955"/>
                </a:lnTo>
                <a:lnTo>
                  <a:pt x="1311" y="954"/>
                </a:lnTo>
                <a:lnTo>
                  <a:pt x="1308" y="952"/>
                </a:lnTo>
                <a:lnTo>
                  <a:pt x="1306" y="950"/>
                </a:lnTo>
                <a:lnTo>
                  <a:pt x="1304" y="948"/>
                </a:lnTo>
                <a:lnTo>
                  <a:pt x="1301" y="945"/>
                </a:lnTo>
                <a:lnTo>
                  <a:pt x="1300" y="942"/>
                </a:lnTo>
                <a:lnTo>
                  <a:pt x="1298" y="941"/>
                </a:lnTo>
                <a:lnTo>
                  <a:pt x="1297" y="939"/>
                </a:lnTo>
                <a:lnTo>
                  <a:pt x="1296" y="937"/>
                </a:lnTo>
                <a:lnTo>
                  <a:pt x="1295" y="935"/>
                </a:lnTo>
                <a:lnTo>
                  <a:pt x="1294" y="931"/>
                </a:lnTo>
                <a:lnTo>
                  <a:pt x="1294" y="929"/>
                </a:lnTo>
                <a:lnTo>
                  <a:pt x="1293" y="927"/>
                </a:lnTo>
                <a:lnTo>
                  <a:pt x="1290" y="925"/>
                </a:lnTo>
                <a:lnTo>
                  <a:pt x="1285" y="923"/>
                </a:lnTo>
                <a:lnTo>
                  <a:pt x="1284" y="920"/>
                </a:lnTo>
                <a:lnTo>
                  <a:pt x="1285" y="916"/>
                </a:lnTo>
                <a:lnTo>
                  <a:pt x="1289" y="907"/>
                </a:lnTo>
                <a:lnTo>
                  <a:pt x="1293" y="904"/>
                </a:lnTo>
                <a:lnTo>
                  <a:pt x="1294" y="900"/>
                </a:lnTo>
                <a:lnTo>
                  <a:pt x="1297" y="898"/>
                </a:lnTo>
                <a:lnTo>
                  <a:pt x="1297" y="897"/>
                </a:lnTo>
                <a:lnTo>
                  <a:pt x="1297" y="890"/>
                </a:lnTo>
                <a:lnTo>
                  <a:pt x="1299" y="884"/>
                </a:lnTo>
                <a:lnTo>
                  <a:pt x="1301" y="880"/>
                </a:lnTo>
                <a:lnTo>
                  <a:pt x="1302" y="877"/>
                </a:lnTo>
                <a:lnTo>
                  <a:pt x="1307" y="870"/>
                </a:lnTo>
                <a:lnTo>
                  <a:pt x="1309" y="867"/>
                </a:lnTo>
                <a:lnTo>
                  <a:pt x="1313" y="860"/>
                </a:lnTo>
                <a:lnTo>
                  <a:pt x="1316" y="857"/>
                </a:lnTo>
                <a:lnTo>
                  <a:pt x="1326" y="849"/>
                </a:lnTo>
                <a:lnTo>
                  <a:pt x="1332" y="847"/>
                </a:lnTo>
                <a:lnTo>
                  <a:pt x="1337" y="845"/>
                </a:lnTo>
                <a:lnTo>
                  <a:pt x="1343" y="844"/>
                </a:lnTo>
                <a:lnTo>
                  <a:pt x="1347" y="847"/>
                </a:lnTo>
                <a:lnTo>
                  <a:pt x="1372" y="848"/>
                </a:lnTo>
                <a:lnTo>
                  <a:pt x="1375" y="846"/>
                </a:lnTo>
                <a:lnTo>
                  <a:pt x="1385" y="854"/>
                </a:lnTo>
                <a:lnTo>
                  <a:pt x="1391" y="861"/>
                </a:lnTo>
                <a:lnTo>
                  <a:pt x="1400" y="866"/>
                </a:lnTo>
                <a:lnTo>
                  <a:pt x="1413" y="870"/>
                </a:lnTo>
                <a:lnTo>
                  <a:pt x="1420" y="870"/>
                </a:lnTo>
                <a:lnTo>
                  <a:pt x="1427" y="872"/>
                </a:lnTo>
                <a:lnTo>
                  <a:pt x="1428" y="872"/>
                </a:lnTo>
                <a:lnTo>
                  <a:pt x="1438" y="875"/>
                </a:lnTo>
                <a:lnTo>
                  <a:pt x="1452" y="875"/>
                </a:lnTo>
                <a:lnTo>
                  <a:pt x="1472" y="877"/>
                </a:lnTo>
                <a:lnTo>
                  <a:pt x="1475" y="879"/>
                </a:lnTo>
                <a:lnTo>
                  <a:pt x="1483" y="880"/>
                </a:lnTo>
                <a:lnTo>
                  <a:pt x="1491" y="876"/>
                </a:lnTo>
                <a:lnTo>
                  <a:pt x="1494" y="872"/>
                </a:lnTo>
                <a:lnTo>
                  <a:pt x="1498" y="869"/>
                </a:lnTo>
                <a:lnTo>
                  <a:pt x="1504" y="868"/>
                </a:lnTo>
                <a:lnTo>
                  <a:pt x="1504" y="867"/>
                </a:lnTo>
                <a:lnTo>
                  <a:pt x="1505" y="867"/>
                </a:lnTo>
                <a:lnTo>
                  <a:pt x="1506" y="867"/>
                </a:lnTo>
                <a:lnTo>
                  <a:pt x="1506" y="866"/>
                </a:lnTo>
                <a:lnTo>
                  <a:pt x="1506" y="865"/>
                </a:lnTo>
                <a:lnTo>
                  <a:pt x="1507" y="865"/>
                </a:lnTo>
                <a:lnTo>
                  <a:pt x="1508" y="864"/>
                </a:lnTo>
                <a:lnTo>
                  <a:pt x="1508" y="863"/>
                </a:lnTo>
                <a:lnTo>
                  <a:pt x="1511" y="863"/>
                </a:lnTo>
                <a:lnTo>
                  <a:pt x="1512" y="863"/>
                </a:lnTo>
                <a:lnTo>
                  <a:pt x="1513" y="862"/>
                </a:lnTo>
                <a:lnTo>
                  <a:pt x="1517" y="862"/>
                </a:lnTo>
                <a:lnTo>
                  <a:pt x="1522" y="861"/>
                </a:lnTo>
                <a:lnTo>
                  <a:pt x="1527" y="859"/>
                </a:lnTo>
                <a:lnTo>
                  <a:pt x="1531" y="855"/>
                </a:lnTo>
                <a:lnTo>
                  <a:pt x="1531" y="854"/>
                </a:lnTo>
                <a:lnTo>
                  <a:pt x="1533" y="850"/>
                </a:lnTo>
                <a:lnTo>
                  <a:pt x="1534" y="850"/>
                </a:lnTo>
                <a:lnTo>
                  <a:pt x="1539" y="847"/>
                </a:lnTo>
                <a:lnTo>
                  <a:pt x="1546" y="842"/>
                </a:lnTo>
                <a:lnTo>
                  <a:pt x="1547" y="842"/>
                </a:lnTo>
                <a:lnTo>
                  <a:pt x="1548" y="842"/>
                </a:lnTo>
                <a:lnTo>
                  <a:pt x="1553" y="836"/>
                </a:lnTo>
                <a:lnTo>
                  <a:pt x="1558" y="832"/>
                </a:lnTo>
                <a:lnTo>
                  <a:pt x="1559" y="831"/>
                </a:lnTo>
                <a:lnTo>
                  <a:pt x="1564" y="825"/>
                </a:lnTo>
                <a:lnTo>
                  <a:pt x="1565" y="820"/>
                </a:lnTo>
                <a:lnTo>
                  <a:pt x="1566" y="814"/>
                </a:lnTo>
                <a:lnTo>
                  <a:pt x="1584" y="809"/>
                </a:lnTo>
                <a:lnTo>
                  <a:pt x="1600" y="815"/>
                </a:lnTo>
                <a:lnTo>
                  <a:pt x="1604" y="816"/>
                </a:lnTo>
                <a:lnTo>
                  <a:pt x="1607" y="815"/>
                </a:lnTo>
                <a:lnTo>
                  <a:pt x="1608" y="815"/>
                </a:lnTo>
                <a:lnTo>
                  <a:pt x="1609" y="815"/>
                </a:lnTo>
                <a:lnTo>
                  <a:pt x="1611" y="815"/>
                </a:lnTo>
                <a:lnTo>
                  <a:pt x="1614" y="814"/>
                </a:lnTo>
                <a:lnTo>
                  <a:pt x="1616" y="814"/>
                </a:lnTo>
                <a:lnTo>
                  <a:pt x="1622" y="814"/>
                </a:lnTo>
                <a:lnTo>
                  <a:pt x="1639" y="814"/>
                </a:lnTo>
                <a:lnTo>
                  <a:pt x="1641" y="814"/>
                </a:lnTo>
                <a:lnTo>
                  <a:pt x="1657" y="810"/>
                </a:lnTo>
                <a:lnTo>
                  <a:pt x="1669" y="807"/>
                </a:lnTo>
                <a:lnTo>
                  <a:pt x="1673" y="805"/>
                </a:lnTo>
                <a:lnTo>
                  <a:pt x="1686" y="794"/>
                </a:lnTo>
                <a:lnTo>
                  <a:pt x="1691" y="789"/>
                </a:lnTo>
                <a:lnTo>
                  <a:pt x="1697" y="787"/>
                </a:lnTo>
                <a:lnTo>
                  <a:pt x="1699" y="786"/>
                </a:lnTo>
                <a:lnTo>
                  <a:pt x="1700" y="784"/>
                </a:lnTo>
                <a:lnTo>
                  <a:pt x="1701" y="784"/>
                </a:lnTo>
                <a:lnTo>
                  <a:pt x="1705" y="784"/>
                </a:lnTo>
                <a:lnTo>
                  <a:pt x="1708" y="784"/>
                </a:lnTo>
                <a:lnTo>
                  <a:pt x="1709" y="783"/>
                </a:lnTo>
                <a:lnTo>
                  <a:pt x="1713" y="783"/>
                </a:lnTo>
                <a:lnTo>
                  <a:pt x="1715" y="781"/>
                </a:lnTo>
                <a:lnTo>
                  <a:pt x="1716" y="780"/>
                </a:lnTo>
                <a:lnTo>
                  <a:pt x="1717" y="778"/>
                </a:lnTo>
                <a:lnTo>
                  <a:pt x="1718" y="777"/>
                </a:lnTo>
                <a:lnTo>
                  <a:pt x="1721" y="775"/>
                </a:lnTo>
                <a:lnTo>
                  <a:pt x="1723" y="775"/>
                </a:lnTo>
                <a:lnTo>
                  <a:pt x="1722" y="769"/>
                </a:lnTo>
                <a:lnTo>
                  <a:pt x="1723" y="768"/>
                </a:lnTo>
                <a:lnTo>
                  <a:pt x="1721" y="765"/>
                </a:lnTo>
                <a:lnTo>
                  <a:pt x="1718" y="764"/>
                </a:lnTo>
                <a:lnTo>
                  <a:pt x="1721" y="755"/>
                </a:lnTo>
                <a:lnTo>
                  <a:pt x="1724" y="752"/>
                </a:lnTo>
                <a:lnTo>
                  <a:pt x="1734" y="738"/>
                </a:lnTo>
                <a:lnTo>
                  <a:pt x="1736" y="738"/>
                </a:lnTo>
                <a:lnTo>
                  <a:pt x="1745" y="728"/>
                </a:lnTo>
                <a:lnTo>
                  <a:pt x="1748" y="726"/>
                </a:lnTo>
                <a:lnTo>
                  <a:pt x="1750" y="722"/>
                </a:lnTo>
                <a:lnTo>
                  <a:pt x="1751" y="721"/>
                </a:lnTo>
                <a:lnTo>
                  <a:pt x="1758" y="719"/>
                </a:lnTo>
                <a:lnTo>
                  <a:pt x="1764" y="718"/>
                </a:lnTo>
                <a:lnTo>
                  <a:pt x="1766" y="717"/>
                </a:lnTo>
                <a:lnTo>
                  <a:pt x="1767" y="716"/>
                </a:lnTo>
                <a:lnTo>
                  <a:pt x="1768" y="716"/>
                </a:lnTo>
                <a:lnTo>
                  <a:pt x="1769" y="716"/>
                </a:lnTo>
                <a:lnTo>
                  <a:pt x="1770" y="715"/>
                </a:lnTo>
                <a:lnTo>
                  <a:pt x="1771" y="714"/>
                </a:lnTo>
                <a:lnTo>
                  <a:pt x="1771" y="713"/>
                </a:lnTo>
                <a:lnTo>
                  <a:pt x="1772" y="713"/>
                </a:lnTo>
                <a:lnTo>
                  <a:pt x="1778" y="714"/>
                </a:lnTo>
                <a:lnTo>
                  <a:pt x="1787" y="714"/>
                </a:lnTo>
                <a:lnTo>
                  <a:pt x="1789" y="715"/>
                </a:lnTo>
                <a:lnTo>
                  <a:pt x="1795" y="715"/>
                </a:lnTo>
                <a:lnTo>
                  <a:pt x="1809" y="714"/>
                </a:lnTo>
                <a:lnTo>
                  <a:pt x="1820" y="715"/>
                </a:lnTo>
                <a:lnTo>
                  <a:pt x="1821" y="711"/>
                </a:lnTo>
                <a:lnTo>
                  <a:pt x="1820" y="709"/>
                </a:lnTo>
                <a:lnTo>
                  <a:pt x="1822" y="703"/>
                </a:lnTo>
                <a:lnTo>
                  <a:pt x="1827" y="698"/>
                </a:lnTo>
                <a:lnTo>
                  <a:pt x="1824" y="692"/>
                </a:lnTo>
                <a:lnTo>
                  <a:pt x="1827" y="692"/>
                </a:lnTo>
                <a:lnTo>
                  <a:pt x="1831" y="691"/>
                </a:lnTo>
                <a:lnTo>
                  <a:pt x="1833" y="691"/>
                </a:lnTo>
                <a:lnTo>
                  <a:pt x="1836" y="690"/>
                </a:lnTo>
                <a:lnTo>
                  <a:pt x="1839" y="691"/>
                </a:lnTo>
                <a:lnTo>
                  <a:pt x="1840" y="690"/>
                </a:lnTo>
                <a:lnTo>
                  <a:pt x="1843" y="691"/>
                </a:lnTo>
                <a:lnTo>
                  <a:pt x="1844" y="692"/>
                </a:lnTo>
                <a:lnTo>
                  <a:pt x="1845" y="693"/>
                </a:lnTo>
                <a:lnTo>
                  <a:pt x="1845" y="695"/>
                </a:lnTo>
                <a:lnTo>
                  <a:pt x="1845" y="696"/>
                </a:lnTo>
                <a:lnTo>
                  <a:pt x="1847" y="697"/>
                </a:lnTo>
                <a:lnTo>
                  <a:pt x="1850" y="699"/>
                </a:lnTo>
                <a:lnTo>
                  <a:pt x="1852" y="699"/>
                </a:lnTo>
                <a:lnTo>
                  <a:pt x="1854" y="698"/>
                </a:lnTo>
                <a:lnTo>
                  <a:pt x="1856" y="697"/>
                </a:lnTo>
                <a:lnTo>
                  <a:pt x="1857" y="697"/>
                </a:lnTo>
                <a:lnTo>
                  <a:pt x="1860" y="698"/>
                </a:lnTo>
                <a:lnTo>
                  <a:pt x="1861" y="697"/>
                </a:lnTo>
                <a:lnTo>
                  <a:pt x="1863" y="697"/>
                </a:lnTo>
                <a:lnTo>
                  <a:pt x="1864" y="696"/>
                </a:lnTo>
                <a:lnTo>
                  <a:pt x="1865" y="696"/>
                </a:lnTo>
                <a:lnTo>
                  <a:pt x="1864" y="694"/>
                </a:lnTo>
                <a:lnTo>
                  <a:pt x="1864" y="693"/>
                </a:lnTo>
                <a:lnTo>
                  <a:pt x="1865" y="693"/>
                </a:lnTo>
                <a:lnTo>
                  <a:pt x="1867" y="692"/>
                </a:lnTo>
                <a:lnTo>
                  <a:pt x="1868" y="691"/>
                </a:lnTo>
                <a:lnTo>
                  <a:pt x="1869" y="689"/>
                </a:lnTo>
                <a:lnTo>
                  <a:pt x="1870" y="689"/>
                </a:lnTo>
                <a:lnTo>
                  <a:pt x="1872" y="689"/>
                </a:lnTo>
                <a:lnTo>
                  <a:pt x="1874" y="689"/>
                </a:lnTo>
                <a:lnTo>
                  <a:pt x="1875" y="689"/>
                </a:lnTo>
                <a:lnTo>
                  <a:pt x="1876" y="689"/>
                </a:lnTo>
                <a:lnTo>
                  <a:pt x="1876" y="687"/>
                </a:lnTo>
                <a:lnTo>
                  <a:pt x="1877" y="687"/>
                </a:lnTo>
                <a:lnTo>
                  <a:pt x="1880" y="687"/>
                </a:lnTo>
                <a:lnTo>
                  <a:pt x="1881" y="687"/>
                </a:lnTo>
                <a:lnTo>
                  <a:pt x="1882" y="687"/>
                </a:lnTo>
                <a:lnTo>
                  <a:pt x="1888" y="682"/>
                </a:lnTo>
                <a:lnTo>
                  <a:pt x="1890" y="682"/>
                </a:lnTo>
                <a:lnTo>
                  <a:pt x="1893" y="682"/>
                </a:lnTo>
                <a:lnTo>
                  <a:pt x="1895" y="682"/>
                </a:lnTo>
                <a:lnTo>
                  <a:pt x="1897" y="681"/>
                </a:lnTo>
                <a:lnTo>
                  <a:pt x="1898" y="679"/>
                </a:lnTo>
                <a:lnTo>
                  <a:pt x="1899" y="679"/>
                </a:lnTo>
                <a:lnTo>
                  <a:pt x="1902" y="679"/>
                </a:lnTo>
                <a:lnTo>
                  <a:pt x="1905" y="676"/>
                </a:lnTo>
                <a:lnTo>
                  <a:pt x="1914" y="677"/>
                </a:lnTo>
                <a:lnTo>
                  <a:pt x="1917" y="680"/>
                </a:lnTo>
                <a:lnTo>
                  <a:pt x="1930" y="681"/>
                </a:lnTo>
                <a:lnTo>
                  <a:pt x="1934" y="678"/>
                </a:lnTo>
                <a:lnTo>
                  <a:pt x="1936" y="678"/>
                </a:lnTo>
                <a:lnTo>
                  <a:pt x="1938" y="681"/>
                </a:lnTo>
                <a:lnTo>
                  <a:pt x="1942" y="681"/>
                </a:lnTo>
                <a:lnTo>
                  <a:pt x="1948" y="682"/>
                </a:lnTo>
                <a:lnTo>
                  <a:pt x="1949" y="682"/>
                </a:lnTo>
                <a:lnTo>
                  <a:pt x="1949" y="681"/>
                </a:lnTo>
                <a:lnTo>
                  <a:pt x="1949" y="680"/>
                </a:lnTo>
                <a:lnTo>
                  <a:pt x="1948" y="679"/>
                </a:lnTo>
                <a:lnTo>
                  <a:pt x="1953" y="673"/>
                </a:lnTo>
                <a:lnTo>
                  <a:pt x="1956" y="673"/>
                </a:lnTo>
                <a:lnTo>
                  <a:pt x="1958" y="673"/>
                </a:lnTo>
                <a:lnTo>
                  <a:pt x="1959" y="673"/>
                </a:lnTo>
                <a:lnTo>
                  <a:pt x="1960" y="673"/>
                </a:lnTo>
                <a:lnTo>
                  <a:pt x="1960" y="676"/>
                </a:lnTo>
                <a:lnTo>
                  <a:pt x="1959" y="677"/>
                </a:lnTo>
                <a:lnTo>
                  <a:pt x="1960" y="678"/>
                </a:lnTo>
                <a:lnTo>
                  <a:pt x="1962" y="678"/>
                </a:lnTo>
                <a:lnTo>
                  <a:pt x="1964" y="677"/>
                </a:lnTo>
                <a:lnTo>
                  <a:pt x="1968" y="676"/>
                </a:lnTo>
                <a:lnTo>
                  <a:pt x="1969" y="678"/>
                </a:lnTo>
                <a:lnTo>
                  <a:pt x="1973" y="682"/>
                </a:lnTo>
                <a:lnTo>
                  <a:pt x="1976" y="685"/>
                </a:lnTo>
                <a:lnTo>
                  <a:pt x="1978" y="686"/>
                </a:lnTo>
                <a:lnTo>
                  <a:pt x="1981" y="685"/>
                </a:lnTo>
                <a:lnTo>
                  <a:pt x="1985" y="686"/>
                </a:lnTo>
                <a:lnTo>
                  <a:pt x="1989" y="685"/>
                </a:lnTo>
                <a:lnTo>
                  <a:pt x="1991" y="686"/>
                </a:lnTo>
                <a:lnTo>
                  <a:pt x="1991" y="687"/>
                </a:lnTo>
                <a:lnTo>
                  <a:pt x="1993" y="688"/>
                </a:lnTo>
                <a:lnTo>
                  <a:pt x="1995" y="690"/>
                </a:lnTo>
                <a:lnTo>
                  <a:pt x="1996" y="690"/>
                </a:lnTo>
                <a:lnTo>
                  <a:pt x="1998" y="689"/>
                </a:lnTo>
                <a:lnTo>
                  <a:pt x="1999" y="689"/>
                </a:lnTo>
                <a:lnTo>
                  <a:pt x="2000" y="689"/>
                </a:lnTo>
                <a:lnTo>
                  <a:pt x="2000" y="690"/>
                </a:lnTo>
                <a:lnTo>
                  <a:pt x="2002" y="690"/>
                </a:lnTo>
                <a:lnTo>
                  <a:pt x="2003" y="689"/>
                </a:lnTo>
                <a:lnTo>
                  <a:pt x="2006" y="687"/>
                </a:lnTo>
                <a:lnTo>
                  <a:pt x="2011" y="687"/>
                </a:lnTo>
                <a:lnTo>
                  <a:pt x="2012" y="687"/>
                </a:lnTo>
                <a:lnTo>
                  <a:pt x="2014" y="687"/>
                </a:lnTo>
                <a:lnTo>
                  <a:pt x="2017" y="687"/>
                </a:lnTo>
                <a:lnTo>
                  <a:pt x="2019" y="689"/>
                </a:lnTo>
                <a:lnTo>
                  <a:pt x="2022" y="689"/>
                </a:lnTo>
                <a:lnTo>
                  <a:pt x="2025" y="688"/>
                </a:lnTo>
                <a:lnTo>
                  <a:pt x="2026" y="689"/>
                </a:lnTo>
                <a:lnTo>
                  <a:pt x="2028" y="689"/>
                </a:lnTo>
                <a:lnTo>
                  <a:pt x="2028" y="690"/>
                </a:lnTo>
                <a:lnTo>
                  <a:pt x="2028" y="691"/>
                </a:lnTo>
                <a:lnTo>
                  <a:pt x="2028" y="692"/>
                </a:lnTo>
                <a:lnTo>
                  <a:pt x="2032" y="691"/>
                </a:lnTo>
                <a:lnTo>
                  <a:pt x="2033" y="689"/>
                </a:lnTo>
                <a:lnTo>
                  <a:pt x="2034" y="689"/>
                </a:lnTo>
                <a:lnTo>
                  <a:pt x="2036" y="689"/>
                </a:lnTo>
                <a:lnTo>
                  <a:pt x="2037" y="689"/>
                </a:lnTo>
                <a:lnTo>
                  <a:pt x="2040" y="685"/>
                </a:lnTo>
                <a:lnTo>
                  <a:pt x="2040" y="683"/>
                </a:lnTo>
                <a:lnTo>
                  <a:pt x="2039" y="682"/>
                </a:lnTo>
                <a:lnTo>
                  <a:pt x="2046" y="684"/>
                </a:lnTo>
                <a:lnTo>
                  <a:pt x="2047" y="684"/>
                </a:lnTo>
                <a:lnTo>
                  <a:pt x="2049" y="683"/>
                </a:lnTo>
                <a:lnTo>
                  <a:pt x="2049" y="682"/>
                </a:lnTo>
                <a:lnTo>
                  <a:pt x="2050" y="681"/>
                </a:lnTo>
                <a:lnTo>
                  <a:pt x="2051" y="680"/>
                </a:lnTo>
                <a:lnTo>
                  <a:pt x="2051" y="679"/>
                </a:lnTo>
                <a:lnTo>
                  <a:pt x="2050" y="677"/>
                </a:lnTo>
                <a:lnTo>
                  <a:pt x="2049" y="675"/>
                </a:lnTo>
                <a:lnTo>
                  <a:pt x="2049" y="674"/>
                </a:lnTo>
                <a:lnTo>
                  <a:pt x="2049" y="673"/>
                </a:lnTo>
                <a:lnTo>
                  <a:pt x="2051" y="671"/>
                </a:lnTo>
                <a:lnTo>
                  <a:pt x="2051" y="670"/>
                </a:lnTo>
                <a:lnTo>
                  <a:pt x="2050" y="667"/>
                </a:lnTo>
                <a:lnTo>
                  <a:pt x="2051" y="666"/>
                </a:lnTo>
                <a:lnTo>
                  <a:pt x="2051" y="665"/>
                </a:lnTo>
                <a:lnTo>
                  <a:pt x="2050" y="665"/>
                </a:lnTo>
                <a:lnTo>
                  <a:pt x="2050" y="661"/>
                </a:lnTo>
                <a:lnTo>
                  <a:pt x="2051" y="659"/>
                </a:lnTo>
                <a:lnTo>
                  <a:pt x="2044" y="658"/>
                </a:lnTo>
                <a:lnTo>
                  <a:pt x="2044" y="655"/>
                </a:lnTo>
                <a:lnTo>
                  <a:pt x="2046" y="654"/>
                </a:lnTo>
                <a:lnTo>
                  <a:pt x="2044" y="653"/>
                </a:lnTo>
                <a:lnTo>
                  <a:pt x="2043" y="653"/>
                </a:lnTo>
                <a:lnTo>
                  <a:pt x="2040" y="650"/>
                </a:lnTo>
                <a:lnTo>
                  <a:pt x="2040" y="649"/>
                </a:lnTo>
                <a:lnTo>
                  <a:pt x="2039" y="648"/>
                </a:lnTo>
                <a:lnTo>
                  <a:pt x="2038" y="647"/>
                </a:lnTo>
                <a:lnTo>
                  <a:pt x="2038" y="646"/>
                </a:lnTo>
                <a:lnTo>
                  <a:pt x="2038" y="645"/>
                </a:lnTo>
                <a:lnTo>
                  <a:pt x="2040" y="644"/>
                </a:lnTo>
                <a:lnTo>
                  <a:pt x="2036" y="637"/>
                </a:lnTo>
                <a:lnTo>
                  <a:pt x="2035" y="636"/>
                </a:lnTo>
                <a:lnTo>
                  <a:pt x="2033" y="632"/>
                </a:lnTo>
                <a:lnTo>
                  <a:pt x="2032" y="632"/>
                </a:lnTo>
                <a:lnTo>
                  <a:pt x="2032" y="631"/>
                </a:lnTo>
                <a:lnTo>
                  <a:pt x="2030" y="630"/>
                </a:lnTo>
                <a:lnTo>
                  <a:pt x="2029" y="629"/>
                </a:lnTo>
                <a:lnTo>
                  <a:pt x="2028" y="628"/>
                </a:lnTo>
                <a:lnTo>
                  <a:pt x="2026" y="626"/>
                </a:lnTo>
                <a:lnTo>
                  <a:pt x="2026" y="625"/>
                </a:lnTo>
                <a:lnTo>
                  <a:pt x="2025" y="625"/>
                </a:lnTo>
                <a:lnTo>
                  <a:pt x="2024" y="624"/>
                </a:lnTo>
                <a:lnTo>
                  <a:pt x="2023" y="624"/>
                </a:lnTo>
                <a:lnTo>
                  <a:pt x="2021" y="624"/>
                </a:lnTo>
                <a:lnTo>
                  <a:pt x="2020" y="624"/>
                </a:lnTo>
                <a:lnTo>
                  <a:pt x="2019" y="624"/>
                </a:lnTo>
                <a:lnTo>
                  <a:pt x="2018" y="624"/>
                </a:lnTo>
                <a:lnTo>
                  <a:pt x="2017" y="623"/>
                </a:lnTo>
                <a:lnTo>
                  <a:pt x="2018" y="623"/>
                </a:lnTo>
                <a:lnTo>
                  <a:pt x="2018" y="622"/>
                </a:lnTo>
                <a:lnTo>
                  <a:pt x="2018" y="621"/>
                </a:lnTo>
                <a:lnTo>
                  <a:pt x="2017" y="621"/>
                </a:lnTo>
                <a:lnTo>
                  <a:pt x="2018" y="621"/>
                </a:lnTo>
                <a:lnTo>
                  <a:pt x="2018" y="620"/>
                </a:lnTo>
                <a:lnTo>
                  <a:pt x="2018" y="621"/>
                </a:lnTo>
                <a:lnTo>
                  <a:pt x="2017" y="620"/>
                </a:lnTo>
                <a:lnTo>
                  <a:pt x="2018" y="620"/>
                </a:lnTo>
                <a:lnTo>
                  <a:pt x="2017" y="620"/>
                </a:lnTo>
                <a:lnTo>
                  <a:pt x="2017" y="619"/>
                </a:lnTo>
                <a:lnTo>
                  <a:pt x="2016" y="619"/>
                </a:lnTo>
                <a:lnTo>
                  <a:pt x="2015" y="619"/>
                </a:lnTo>
                <a:lnTo>
                  <a:pt x="2015" y="618"/>
                </a:lnTo>
                <a:lnTo>
                  <a:pt x="2016" y="618"/>
                </a:lnTo>
                <a:lnTo>
                  <a:pt x="2015" y="618"/>
                </a:lnTo>
                <a:lnTo>
                  <a:pt x="2014" y="618"/>
                </a:lnTo>
                <a:lnTo>
                  <a:pt x="2015" y="618"/>
                </a:lnTo>
                <a:lnTo>
                  <a:pt x="2015" y="617"/>
                </a:lnTo>
                <a:lnTo>
                  <a:pt x="2014" y="617"/>
                </a:lnTo>
                <a:lnTo>
                  <a:pt x="2013" y="617"/>
                </a:lnTo>
                <a:lnTo>
                  <a:pt x="2013" y="616"/>
                </a:lnTo>
                <a:lnTo>
                  <a:pt x="2013" y="617"/>
                </a:lnTo>
                <a:lnTo>
                  <a:pt x="2013" y="616"/>
                </a:lnTo>
                <a:lnTo>
                  <a:pt x="2012" y="616"/>
                </a:lnTo>
                <a:lnTo>
                  <a:pt x="2011" y="616"/>
                </a:lnTo>
                <a:lnTo>
                  <a:pt x="2012" y="616"/>
                </a:lnTo>
                <a:lnTo>
                  <a:pt x="2011" y="616"/>
                </a:lnTo>
                <a:lnTo>
                  <a:pt x="2010" y="616"/>
                </a:lnTo>
                <a:lnTo>
                  <a:pt x="2010" y="615"/>
                </a:lnTo>
                <a:lnTo>
                  <a:pt x="2011" y="615"/>
                </a:lnTo>
                <a:lnTo>
                  <a:pt x="2010" y="615"/>
                </a:lnTo>
                <a:lnTo>
                  <a:pt x="2011" y="615"/>
                </a:lnTo>
                <a:lnTo>
                  <a:pt x="2010" y="615"/>
                </a:lnTo>
                <a:lnTo>
                  <a:pt x="2009" y="615"/>
                </a:lnTo>
                <a:lnTo>
                  <a:pt x="2009" y="614"/>
                </a:lnTo>
                <a:lnTo>
                  <a:pt x="2008" y="614"/>
                </a:lnTo>
                <a:lnTo>
                  <a:pt x="2009" y="614"/>
                </a:lnTo>
                <a:lnTo>
                  <a:pt x="2009" y="613"/>
                </a:lnTo>
                <a:lnTo>
                  <a:pt x="2008" y="614"/>
                </a:lnTo>
                <a:lnTo>
                  <a:pt x="2008" y="613"/>
                </a:lnTo>
                <a:lnTo>
                  <a:pt x="2007" y="613"/>
                </a:lnTo>
                <a:lnTo>
                  <a:pt x="2007" y="612"/>
                </a:lnTo>
                <a:lnTo>
                  <a:pt x="2006" y="611"/>
                </a:lnTo>
                <a:lnTo>
                  <a:pt x="2005" y="611"/>
                </a:lnTo>
                <a:lnTo>
                  <a:pt x="2005" y="610"/>
                </a:lnTo>
                <a:lnTo>
                  <a:pt x="2004" y="610"/>
                </a:lnTo>
                <a:lnTo>
                  <a:pt x="2003" y="609"/>
                </a:lnTo>
                <a:lnTo>
                  <a:pt x="2002" y="609"/>
                </a:lnTo>
                <a:lnTo>
                  <a:pt x="2001" y="609"/>
                </a:lnTo>
                <a:lnTo>
                  <a:pt x="2001" y="608"/>
                </a:lnTo>
                <a:lnTo>
                  <a:pt x="2000" y="608"/>
                </a:lnTo>
                <a:lnTo>
                  <a:pt x="2001" y="608"/>
                </a:lnTo>
                <a:lnTo>
                  <a:pt x="2001" y="607"/>
                </a:lnTo>
                <a:lnTo>
                  <a:pt x="2000" y="607"/>
                </a:lnTo>
                <a:lnTo>
                  <a:pt x="2000" y="606"/>
                </a:lnTo>
                <a:lnTo>
                  <a:pt x="1999" y="606"/>
                </a:lnTo>
                <a:lnTo>
                  <a:pt x="1998" y="606"/>
                </a:lnTo>
                <a:lnTo>
                  <a:pt x="1999" y="606"/>
                </a:lnTo>
                <a:lnTo>
                  <a:pt x="1999" y="605"/>
                </a:lnTo>
                <a:lnTo>
                  <a:pt x="1998" y="605"/>
                </a:lnTo>
                <a:lnTo>
                  <a:pt x="1998" y="606"/>
                </a:lnTo>
                <a:lnTo>
                  <a:pt x="1998" y="605"/>
                </a:lnTo>
                <a:lnTo>
                  <a:pt x="1998" y="606"/>
                </a:lnTo>
                <a:lnTo>
                  <a:pt x="1997" y="606"/>
                </a:lnTo>
                <a:lnTo>
                  <a:pt x="1996" y="606"/>
                </a:lnTo>
                <a:lnTo>
                  <a:pt x="1996" y="605"/>
                </a:lnTo>
                <a:lnTo>
                  <a:pt x="1999" y="602"/>
                </a:lnTo>
                <a:lnTo>
                  <a:pt x="2000" y="601"/>
                </a:lnTo>
                <a:lnTo>
                  <a:pt x="1997" y="600"/>
                </a:lnTo>
                <a:lnTo>
                  <a:pt x="1985" y="596"/>
                </a:lnTo>
                <a:lnTo>
                  <a:pt x="1980" y="594"/>
                </a:lnTo>
                <a:lnTo>
                  <a:pt x="1980" y="591"/>
                </a:lnTo>
                <a:lnTo>
                  <a:pt x="1979" y="587"/>
                </a:lnTo>
                <a:lnTo>
                  <a:pt x="1979" y="586"/>
                </a:lnTo>
                <a:lnTo>
                  <a:pt x="1979" y="582"/>
                </a:lnTo>
                <a:lnTo>
                  <a:pt x="1973" y="580"/>
                </a:lnTo>
                <a:lnTo>
                  <a:pt x="1968" y="578"/>
                </a:lnTo>
                <a:lnTo>
                  <a:pt x="1962" y="576"/>
                </a:lnTo>
                <a:lnTo>
                  <a:pt x="1947" y="571"/>
                </a:lnTo>
                <a:lnTo>
                  <a:pt x="1946" y="570"/>
                </a:lnTo>
                <a:lnTo>
                  <a:pt x="1937" y="559"/>
                </a:lnTo>
                <a:lnTo>
                  <a:pt x="1929" y="549"/>
                </a:lnTo>
                <a:lnTo>
                  <a:pt x="1928" y="548"/>
                </a:lnTo>
                <a:lnTo>
                  <a:pt x="1926" y="548"/>
                </a:lnTo>
                <a:lnTo>
                  <a:pt x="1918" y="547"/>
                </a:lnTo>
                <a:lnTo>
                  <a:pt x="1917" y="547"/>
                </a:lnTo>
                <a:lnTo>
                  <a:pt x="1917" y="548"/>
                </a:lnTo>
                <a:lnTo>
                  <a:pt x="1916" y="548"/>
                </a:lnTo>
                <a:lnTo>
                  <a:pt x="1917" y="548"/>
                </a:lnTo>
                <a:lnTo>
                  <a:pt x="1917" y="547"/>
                </a:lnTo>
                <a:lnTo>
                  <a:pt x="1916" y="547"/>
                </a:lnTo>
                <a:lnTo>
                  <a:pt x="1916" y="546"/>
                </a:lnTo>
                <a:lnTo>
                  <a:pt x="1915" y="546"/>
                </a:lnTo>
                <a:lnTo>
                  <a:pt x="1914" y="546"/>
                </a:lnTo>
                <a:lnTo>
                  <a:pt x="1913" y="546"/>
                </a:lnTo>
                <a:lnTo>
                  <a:pt x="1912" y="546"/>
                </a:lnTo>
                <a:lnTo>
                  <a:pt x="1911" y="546"/>
                </a:lnTo>
                <a:lnTo>
                  <a:pt x="1910" y="546"/>
                </a:lnTo>
                <a:lnTo>
                  <a:pt x="1909" y="546"/>
                </a:lnTo>
                <a:lnTo>
                  <a:pt x="1910" y="546"/>
                </a:lnTo>
                <a:lnTo>
                  <a:pt x="1910" y="547"/>
                </a:lnTo>
                <a:lnTo>
                  <a:pt x="1909" y="547"/>
                </a:lnTo>
                <a:lnTo>
                  <a:pt x="1909" y="546"/>
                </a:lnTo>
                <a:lnTo>
                  <a:pt x="1909" y="547"/>
                </a:lnTo>
                <a:lnTo>
                  <a:pt x="1908" y="547"/>
                </a:lnTo>
                <a:lnTo>
                  <a:pt x="1908" y="546"/>
                </a:lnTo>
                <a:lnTo>
                  <a:pt x="1907" y="546"/>
                </a:lnTo>
                <a:lnTo>
                  <a:pt x="1907" y="547"/>
                </a:lnTo>
                <a:lnTo>
                  <a:pt x="1906" y="546"/>
                </a:lnTo>
                <a:lnTo>
                  <a:pt x="1905" y="546"/>
                </a:lnTo>
                <a:lnTo>
                  <a:pt x="1905" y="547"/>
                </a:lnTo>
                <a:lnTo>
                  <a:pt x="1904" y="547"/>
                </a:lnTo>
                <a:lnTo>
                  <a:pt x="1903" y="546"/>
                </a:lnTo>
                <a:lnTo>
                  <a:pt x="1902" y="546"/>
                </a:lnTo>
                <a:lnTo>
                  <a:pt x="1902" y="545"/>
                </a:lnTo>
                <a:lnTo>
                  <a:pt x="1901" y="545"/>
                </a:lnTo>
                <a:lnTo>
                  <a:pt x="1900" y="545"/>
                </a:lnTo>
                <a:lnTo>
                  <a:pt x="1900" y="544"/>
                </a:lnTo>
                <a:lnTo>
                  <a:pt x="1899" y="544"/>
                </a:lnTo>
                <a:lnTo>
                  <a:pt x="1898" y="544"/>
                </a:lnTo>
                <a:lnTo>
                  <a:pt x="1899" y="544"/>
                </a:lnTo>
                <a:lnTo>
                  <a:pt x="1898" y="543"/>
                </a:lnTo>
                <a:lnTo>
                  <a:pt x="1897" y="543"/>
                </a:lnTo>
                <a:lnTo>
                  <a:pt x="1896" y="543"/>
                </a:lnTo>
                <a:lnTo>
                  <a:pt x="1895" y="543"/>
                </a:lnTo>
                <a:lnTo>
                  <a:pt x="1894" y="543"/>
                </a:lnTo>
                <a:lnTo>
                  <a:pt x="1894" y="542"/>
                </a:lnTo>
                <a:lnTo>
                  <a:pt x="1893" y="542"/>
                </a:lnTo>
                <a:lnTo>
                  <a:pt x="1892" y="542"/>
                </a:lnTo>
                <a:lnTo>
                  <a:pt x="1892" y="543"/>
                </a:lnTo>
                <a:lnTo>
                  <a:pt x="1891" y="543"/>
                </a:lnTo>
                <a:lnTo>
                  <a:pt x="1890" y="544"/>
                </a:lnTo>
                <a:lnTo>
                  <a:pt x="1890" y="543"/>
                </a:lnTo>
                <a:lnTo>
                  <a:pt x="1890" y="544"/>
                </a:lnTo>
                <a:lnTo>
                  <a:pt x="1889" y="544"/>
                </a:lnTo>
                <a:lnTo>
                  <a:pt x="1889" y="543"/>
                </a:lnTo>
                <a:lnTo>
                  <a:pt x="1888" y="542"/>
                </a:lnTo>
                <a:lnTo>
                  <a:pt x="1888" y="543"/>
                </a:lnTo>
                <a:lnTo>
                  <a:pt x="1887" y="543"/>
                </a:lnTo>
                <a:lnTo>
                  <a:pt x="1887" y="544"/>
                </a:lnTo>
                <a:lnTo>
                  <a:pt x="1886" y="544"/>
                </a:lnTo>
                <a:lnTo>
                  <a:pt x="1885" y="544"/>
                </a:lnTo>
                <a:lnTo>
                  <a:pt x="1884" y="544"/>
                </a:lnTo>
                <a:lnTo>
                  <a:pt x="1884" y="545"/>
                </a:lnTo>
                <a:lnTo>
                  <a:pt x="1884" y="544"/>
                </a:lnTo>
                <a:lnTo>
                  <a:pt x="1884" y="545"/>
                </a:lnTo>
                <a:lnTo>
                  <a:pt x="1883" y="545"/>
                </a:lnTo>
                <a:lnTo>
                  <a:pt x="1882" y="545"/>
                </a:lnTo>
                <a:lnTo>
                  <a:pt x="1881" y="545"/>
                </a:lnTo>
                <a:lnTo>
                  <a:pt x="1881" y="546"/>
                </a:lnTo>
                <a:lnTo>
                  <a:pt x="1879" y="546"/>
                </a:lnTo>
                <a:lnTo>
                  <a:pt x="1878" y="546"/>
                </a:lnTo>
                <a:lnTo>
                  <a:pt x="1877" y="546"/>
                </a:lnTo>
                <a:lnTo>
                  <a:pt x="1876" y="546"/>
                </a:lnTo>
                <a:lnTo>
                  <a:pt x="1876" y="545"/>
                </a:lnTo>
                <a:lnTo>
                  <a:pt x="1875" y="545"/>
                </a:lnTo>
                <a:lnTo>
                  <a:pt x="1875" y="546"/>
                </a:lnTo>
                <a:lnTo>
                  <a:pt x="1874" y="546"/>
                </a:lnTo>
                <a:lnTo>
                  <a:pt x="1874" y="545"/>
                </a:lnTo>
                <a:lnTo>
                  <a:pt x="1874" y="546"/>
                </a:lnTo>
                <a:lnTo>
                  <a:pt x="1873" y="546"/>
                </a:lnTo>
                <a:lnTo>
                  <a:pt x="1874" y="546"/>
                </a:lnTo>
                <a:lnTo>
                  <a:pt x="1873" y="546"/>
                </a:lnTo>
                <a:lnTo>
                  <a:pt x="1872" y="546"/>
                </a:lnTo>
                <a:lnTo>
                  <a:pt x="1872" y="545"/>
                </a:lnTo>
                <a:lnTo>
                  <a:pt x="1872" y="546"/>
                </a:lnTo>
                <a:lnTo>
                  <a:pt x="1871" y="546"/>
                </a:lnTo>
                <a:lnTo>
                  <a:pt x="1870" y="546"/>
                </a:lnTo>
                <a:lnTo>
                  <a:pt x="1870" y="545"/>
                </a:lnTo>
                <a:lnTo>
                  <a:pt x="1869" y="545"/>
                </a:lnTo>
                <a:lnTo>
                  <a:pt x="1868" y="545"/>
                </a:lnTo>
                <a:lnTo>
                  <a:pt x="1868" y="544"/>
                </a:lnTo>
                <a:lnTo>
                  <a:pt x="1867" y="544"/>
                </a:lnTo>
                <a:lnTo>
                  <a:pt x="1860" y="545"/>
                </a:lnTo>
                <a:lnTo>
                  <a:pt x="1860" y="546"/>
                </a:lnTo>
                <a:lnTo>
                  <a:pt x="1859" y="547"/>
                </a:lnTo>
                <a:lnTo>
                  <a:pt x="1858" y="547"/>
                </a:lnTo>
                <a:lnTo>
                  <a:pt x="1834" y="570"/>
                </a:lnTo>
                <a:lnTo>
                  <a:pt x="1834" y="571"/>
                </a:lnTo>
                <a:lnTo>
                  <a:pt x="1833" y="572"/>
                </a:lnTo>
                <a:lnTo>
                  <a:pt x="1831" y="572"/>
                </a:lnTo>
                <a:lnTo>
                  <a:pt x="1821" y="584"/>
                </a:lnTo>
                <a:lnTo>
                  <a:pt x="1795" y="565"/>
                </a:lnTo>
                <a:lnTo>
                  <a:pt x="1787" y="562"/>
                </a:lnTo>
                <a:lnTo>
                  <a:pt x="1776" y="558"/>
                </a:lnTo>
                <a:lnTo>
                  <a:pt x="1768" y="557"/>
                </a:lnTo>
                <a:lnTo>
                  <a:pt x="1757" y="558"/>
                </a:lnTo>
                <a:lnTo>
                  <a:pt x="1737" y="564"/>
                </a:lnTo>
                <a:lnTo>
                  <a:pt x="1721" y="560"/>
                </a:lnTo>
                <a:lnTo>
                  <a:pt x="1707" y="566"/>
                </a:lnTo>
                <a:lnTo>
                  <a:pt x="1697" y="576"/>
                </a:lnTo>
                <a:lnTo>
                  <a:pt x="1694" y="579"/>
                </a:lnTo>
                <a:lnTo>
                  <a:pt x="1691" y="580"/>
                </a:lnTo>
                <a:lnTo>
                  <a:pt x="1659" y="555"/>
                </a:lnTo>
                <a:lnTo>
                  <a:pt x="1658" y="551"/>
                </a:lnTo>
                <a:lnTo>
                  <a:pt x="1658" y="547"/>
                </a:lnTo>
                <a:lnTo>
                  <a:pt x="1657" y="542"/>
                </a:lnTo>
                <a:lnTo>
                  <a:pt x="1656" y="537"/>
                </a:lnTo>
                <a:lnTo>
                  <a:pt x="1655" y="537"/>
                </a:lnTo>
                <a:lnTo>
                  <a:pt x="1655" y="536"/>
                </a:lnTo>
                <a:lnTo>
                  <a:pt x="1655" y="535"/>
                </a:lnTo>
                <a:lnTo>
                  <a:pt x="1656" y="535"/>
                </a:lnTo>
                <a:lnTo>
                  <a:pt x="1656" y="534"/>
                </a:lnTo>
                <a:lnTo>
                  <a:pt x="1656" y="533"/>
                </a:lnTo>
                <a:lnTo>
                  <a:pt x="1655" y="533"/>
                </a:lnTo>
                <a:lnTo>
                  <a:pt x="1655" y="532"/>
                </a:lnTo>
                <a:lnTo>
                  <a:pt x="1680" y="521"/>
                </a:lnTo>
                <a:lnTo>
                  <a:pt x="1678" y="494"/>
                </a:lnTo>
                <a:lnTo>
                  <a:pt x="1703" y="464"/>
                </a:lnTo>
                <a:lnTo>
                  <a:pt x="1704" y="463"/>
                </a:lnTo>
                <a:lnTo>
                  <a:pt x="1701" y="458"/>
                </a:lnTo>
                <a:lnTo>
                  <a:pt x="1762" y="358"/>
                </a:lnTo>
                <a:lnTo>
                  <a:pt x="1776" y="365"/>
                </a:lnTo>
                <a:lnTo>
                  <a:pt x="1792" y="374"/>
                </a:lnTo>
                <a:lnTo>
                  <a:pt x="1799" y="376"/>
                </a:lnTo>
                <a:lnTo>
                  <a:pt x="1812" y="380"/>
                </a:lnTo>
                <a:lnTo>
                  <a:pt x="1830" y="380"/>
                </a:lnTo>
                <a:lnTo>
                  <a:pt x="1844" y="386"/>
                </a:lnTo>
                <a:lnTo>
                  <a:pt x="1860" y="392"/>
                </a:lnTo>
                <a:lnTo>
                  <a:pt x="1861" y="391"/>
                </a:lnTo>
                <a:lnTo>
                  <a:pt x="1860" y="391"/>
                </a:lnTo>
                <a:lnTo>
                  <a:pt x="1860" y="390"/>
                </a:lnTo>
                <a:lnTo>
                  <a:pt x="1861" y="390"/>
                </a:lnTo>
                <a:lnTo>
                  <a:pt x="1862" y="389"/>
                </a:lnTo>
                <a:lnTo>
                  <a:pt x="1863" y="389"/>
                </a:lnTo>
                <a:lnTo>
                  <a:pt x="1863" y="388"/>
                </a:lnTo>
                <a:lnTo>
                  <a:pt x="1864" y="388"/>
                </a:lnTo>
                <a:lnTo>
                  <a:pt x="1863" y="387"/>
                </a:lnTo>
                <a:lnTo>
                  <a:pt x="1864" y="387"/>
                </a:lnTo>
                <a:lnTo>
                  <a:pt x="1865" y="386"/>
                </a:lnTo>
                <a:lnTo>
                  <a:pt x="1865" y="385"/>
                </a:lnTo>
                <a:lnTo>
                  <a:pt x="1865" y="384"/>
                </a:lnTo>
                <a:lnTo>
                  <a:pt x="1866" y="384"/>
                </a:lnTo>
                <a:lnTo>
                  <a:pt x="1867" y="384"/>
                </a:lnTo>
                <a:lnTo>
                  <a:pt x="1868" y="384"/>
                </a:lnTo>
                <a:lnTo>
                  <a:pt x="1869" y="384"/>
                </a:lnTo>
                <a:lnTo>
                  <a:pt x="1870" y="384"/>
                </a:lnTo>
                <a:lnTo>
                  <a:pt x="1871" y="384"/>
                </a:lnTo>
                <a:lnTo>
                  <a:pt x="1872" y="384"/>
                </a:lnTo>
                <a:lnTo>
                  <a:pt x="1873" y="384"/>
                </a:lnTo>
                <a:lnTo>
                  <a:pt x="1873" y="383"/>
                </a:lnTo>
                <a:lnTo>
                  <a:pt x="1873" y="382"/>
                </a:lnTo>
                <a:lnTo>
                  <a:pt x="1874" y="382"/>
                </a:lnTo>
                <a:lnTo>
                  <a:pt x="1875" y="382"/>
                </a:lnTo>
                <a:lnTo>
                  <a:pt x="1875" y="381"/>
                </a:lnTo>
                <a:lnTo>
                  <a:pt x="1876" y="381"/>
                </a:lnTo>
                <a:lnTo>
                  <a:pt x="1877" y="381"/>
                </a:lnTo>
                <a:lnTo>
                  <a:pt x="1877" y="382"/>
                </a:lnTo>
                <a:lnTo>
                  <a:pt x="1880" y="382"/>
                </a:lnTo>
                <a:lnTo>
                  <a:pt x="1881" y="382"/>
                </a:lnTo>
                <a:lnTo>
                  <a:pt x="1882" y="382"/>
                </a:lnTo>
                <a:lnTo>
                  <a:pt x="1883" y="382"/>
                </a:lnTo>
                <a:lnTo>
                  <a:pt x="1884" y="382"/>
                </a:lnTo>
                <a:lnTo>
                  <a:pt x="1885" y="381"/>
                </a:lnTo>
                <a:lnTo>
                  <a:pt x="1885" y="380"/>
                </a:lnTo>
                <a:lnTo>
                  <a:pt x="1886" y="380"/>
                </a:lnTo>
                <a:lnTo>
                  <a:pt x="1886" y="379"/>
                </a:lnTo>
                <a:lnTo>
                  <a:pt x="1886" y="378"/>
                </a:lnTo>
                <a:lnTo>
                  <a:pt x="1887" y="378"/>
                </a:lnTo>
                <a:lnTo>
                  <a:pt x="1888" y="378"/>
                </a:lnTo>
                <a:lnTo>
                  <a:pt x="1888" y="377"/>
                </a:lnTo>
                <a:lnTo>
                  <a:pt x="1888" y="376"/>
                </a:lnTo>
                <a:lnTo>
                  <a:pt x="1889" y="377"/>
                </a:lnTo>
                <a:lnTo>
                  <a:pt x="1890" y="377"/>
                </a:lnTo>
                <a:lnTo>
                  <a:pt x="1891" y="377"/>
                </a:lnTo>
                <a:lnTo>
                  <a:pt x="1891" y="378"/>
                </a:lnTo>
                <a:lnTo>
                  <a:pt x="1892" y="378"/>
                </a:lnTo>
                <a:lnTo>
                  <a:pt x="1892" y="377"/>
                </a:lnTo>
                <a:lnTo>
                  <a:pt x="1892" y="376"/>
                </a:lnTo>
                <a:lnTo>
                  <a:pt x="1893" y="376"/>
                </a:lnTo>
                <a:lnTo>
                  <a:pt x="1893" y="375"/>
                </a:lnTo>
                <a:lnTo>
                  <a:pt x="1894" y="375"/>
                </a:lnTo>
                <a:lnTo>
                  <a:pt x="1895" y="375"/>
                </a:lnTo>
                <a:lnTo>
                  <a:pt x="1896" y="374"/>
                </a:lnTo>
                <a:lnTo>
                  <a:pt x="1896" y="373"/>
                </a:lnTo>
                <a:lnTo>
                  <a:pt x="1896" y="372"/>
                </a:lnTo>
                <a:lnTo>
                  <a:pt x="1897" y="371"/>
                </a:lnTo>
                <a:lnTo>
                  <a:pt x="1897" y="372"/>
                </a:lnTo>
                <a:lnTo>
                  <a:pt x="1898" y="372"/>
                </a:lnTo>
                <a:lnTo>
                  <a:pt x="1898" y="371"/>
                </a:lnTo>
                <a:lnTo>
                  <a:pt x="1898" y="370"/>
                </a:lnTo>
                <a:lnTo>
                  <a:pt x="1899" y="370"/>
                </a:lnTo>
                <a:lnTo>
                  <a:pt x="1898" y="370"/>
                </a:lnTo>
                <a:lnTo>
                  <a:pt x="1898" y="369"/>
                </a:lnTo>
                <a:lnTo>
                  <a:pt x="1899" y="369"/>
                </a:lnTo>
                <a:lnTo>
                  <a:pt x="1899" y="370"/>
                </a:lnTo>
                <a:lnTo>
                  <a:pt x="1900" y="370"/>
                </a:lnTo>
                <a:lnTo>
                  <a:pt x="1900" y="369"/>
                </a:lnTo>
                <a:lnTo>
                  <a:pt x="1903" y="369"/>
                </a:lnTo>
                <a:lnTo>
                  <a:pt x="1904" y="368"/>
                </a:lnTo>
                <a:lnTo>
                  <a:pt x="1903" y="368"/>
                </a:lnTo>
                <a:lnTo>
                  <a:pt x="1904" y="368"/>
                </a:lnTo>
                <a:lnTo>
                  <a:pt x="1904" y="367"/>
                </a:lnTo>
                <a:lnTo>
                  <a:pt x="1904" y="368"/>
                </a:lnTo>
                <a:lnTo>
                  <a:pt x="1904" y="367"/>
                </a:lnTo>
                <a:lnTo>
                  <a:pt x="1905" y="367"/>
                </a:lnTo>
                <a:lnTo>
                  <a:pt x="1905" y="366"/>
                </a:lnTo>
                <a:lnTo>
                  <a:pt x="1906" y="366"/>
                </a:lnTo>
                <a:lnTo>
                  <a:pt x="1907" y="366"/>
                </a:lnTo>
                <a:lnTo>
                  <a:pt x="1908" y="366"/>
                </a:lnTo>
                <a:lnTo>
                  <a:pt x="1908" y="365"/>
                </a:lnTo>
                <a:lnTo>
                  <a:pt x="1909" y="365"/>
                </a:lnTo>
                <a:lnTo>
                  <a:pt x="1910" y="365"/>
                </a:lnTo>
                <a:lnTo>
                  <a:pt x="1911" y="365"/>
                </a:lnTo>
                <a:lnTo>
                  <a:pt x="1912" y="365"/>
                </a:lnTo>
                <a:lnTo>
                  <a:pt x="1912" y="364"/>
                </a:lnTo>
                <a:lnTo>
                  <a:pt x="1911" y="364"/>
                </a:lnTo>
                <a:lnTo>
                  <a:pt x="1912" y="364"/>
                </a:lnTo>
                <a:lnTo>
                  <a:pt x="1912" y="363"/>
                </a:lnTo>
                <a:lnTo>
                  <a:pt x="1912" y="362"/>
                </a:lnTo>
                <a:lnTo>
                  <a:pt x="1912" y="363"/>
                </a:lnTo>
                <a:lnTo>
                  <a:pt x="1913" y="363"/>
                </a:lnTo>
                <a:lnTo>
                  <a:pt x="1913" y="362"/>
                </a:lnTo>
                <a:lnTo>
                  <a:pt x="1912" y="362"/>
                </a:lnTo>
                <a:lnTo>
                  <a:pt x="1913" y="362"/>
                </a:lnTo>
                <a:lnTo>
                  <a:pt x="1913" y="361"/>
                </a:lnTo>
                <a:lnTo>
                  <a:pt x="1912" y="361"/>
                </a:lnTo>
                <a:lnTo>
                  <a:pt x="1912" y="360"/>
                </a:lnTo>
                <a:lnTo>
                  <a:pt x="1913" y="360"/>
                </a:lnTo>
                <a:lnTo>
                  <a:pt x="1914" y="360"/>
                </a:lnTo>
                <a:lnTo>
                  <a:pt x="1914" y="361"/>
                </a:lnTo>
                <a:lnTo>
                  <a:pt x="1915" y="361"/>
                </a:lnTo>
                <a:lnTo>
                  <a:pt x="1916" y="360"/>
                </a:lnTo>
                <a:lnTo>
                  <a:pt x="1916" y="359"/>
                </a:lnTo>
                <a:lnTo>
                  <a:pt x="1917" y="359"/>
                </a:lnTo>
                <a:lnTo>
                  <a:pt x="1917" y="360"/>
                </a:lnTo>
                <a:lnTo>
                  <a:pt x="1918" y="360"/>
                </a:lnTo>
                <a:lnTo>
                  <a:pt x="1918" y="359"/>
                </a:lnTo>
                <a:lnTo>
                  <a:pt x="1919" y="359"/>
                </a:lnTo>
                <a:lnTo>
                  <a:pt x="1919" y="360"/>
                </a:lnTo>
                <a:lnTo>
                  <a:pt x="1919" y="361"/>
                </a:lnTo>
                <a:lnTo>
                  <a:pt x="1919" y="360"/>
                </a:lnTo>
                <a:lnTo>
                  <a:pt x="1920" y="360"/>
                </a:lnTo>
                <a:lnTo>
                  <a:pt x="1920" y="359"/>
                </a:lnTo>
                <a:lnTo>
                  <a:pt x="1921" y="359"/>
                </a:lnTo>
                <a:lnTo>
                  <a:pt x="1922" y="359"/>
                </a:lnTo>
                <a:lnTo>
                  <a:pt x="1922" y="358"/>
                </a:lnTo>
                <a:lnTo>
                  <a:pt x="1921" y="358"/>
                </a:lnTo>
                <a:lnTo>
                  <a:pt x="1921" y="357"/>
                </a:lnTo>
                <a:lnTo>
                  <a:pt x="1921" y="356"/>
                </a:lnTo>
                <a:lnTo>
                  <a:pt x="1921" y="355"/>
                </a:lnTo>
                <a:lnTo>
                  <a:pt x="1922" y="355"/>
                </a:lnTo>
                <a:lnTo>
                  <a:pt x="1923" y="355"/>
                </a:lnTo>
                <a:lnTo>
                  <a:pt x="1924" y="355"/>
                </a:lnTo>
                <a:lnTo>
                  <a:pt x="1924" y="354"/>
                </a:lnTo>
                <a:lnTo>
                  <a:pt x="1925" y="354"/>
                </a:lnTo>
                <a:lnTo>
                  <a:pt x="1924" y="354"/>
                </a:lnTo>
                <a:lnTo>
                  <a:pt x="1925" y="354"/>
                </a:lnTo>
                <a:lnTo>
                  <a:pt x="1924" y="353"/>
                </a:lnTo>
                <a:lnTo>
                  <a:pt x="1925" y="353"/>
                </a:lnTo>
                <a:lnTo>
                  <a:pt x="1926" y="353"/>
                </a:lnTo>
                <a:lnTo>
                  <a:pt x="1926" y="352"/>
                </a:lnTo>
                <a:lnTo>
                  <a:pt x="1927" y="352"/>
                </a:lnTo>
                <a:lnTo>
                  <a:pt x="1928" y="352"/>
                </a:lnTo>
                <a:lnTo>
                  <a:pt x="1928" y="353"/>
                </a:lnTo>
                <a:lnTo>
                  <a:pt x="1928" y="352"/>
                </a:lnTo>
                <a:lnTo>
                  <a:pt x="1927" y="352"/>
                </a:lnTo>
                <a:lnTo>
                  <a:pt x="1928" y="352"/>
                </a:lnTo>
                <a:lnTo>
                  <a:pt x="1928" y="351"/>
                </a:lnTo>
                <a:lnTo>
                  <a:pt x="1927" y="351"/>
                </a:lnTo>
                <a:lnTo>
                  <a:pt x="1927" y="350"/>
                </a:lnTo>
                <a:lnTo>
                  <a:pt x="1928" y="350"/>
                </a:lnTo>
                <a:lnTo>
                  <a:pt x="1929" y="350"/>
                </a:lnTo>
                <a:lnTo>
                  <a:pt x="1930" y="350"/>
                </a:lnTo>
                <a:lnTo>
                  <a:pt x="1931" y="350"/>
                </a:lnTo>
                <a:lnTo>
                  <a:pt x="1932" y="350"/>
                </a:lnTo>
                <a:lnTo>
                  <a:pt x="1932" y="349"/>
                </a:lnTo>
                <a:lnTo>
                  <a:pt x="1933" y="349"/>
                </a:lnTo>
                <a:lnTo>
                  <a:pt x="1933" y="348"/>
                </a:lnTo>
                <a:lnTo>
                  <a:pt x="1932" y="348"/>
                </a:lnTo>
                <a:lnTo>
                  <a:pt x="1933" y="348"/>
                </a:lnTo>
                <a:lnTo>
                  <a:pt x="1934" y="348"/>
                </a:lnTo>
                <a:lnTo>
                  <a:pt x="1933" y="348"/>
                </a:lnTo>
                <a:lnTo>
                  <a:pt x="1934" y="348"/>
                </a:lnTo>
                <a:lnTo>
                  <a:pt x="1934" y="349"/>
                </a:lnTo>
                <a:lnTo>
                  <a:pt x="1934" y="348"/>
                </a:lnTo>
                <a:lnTo>
                  <a:pt x="1934" y="349"/>
                </a:lnTo>
                <a:lnTo>
                  <a:pt x="1935" y="349"/>
                </a:lnTo>
                <a:lnTo>
                  <a:pt x="1936" y="349"/>
                </a:lnTo>
                <a:lnTo>
                  <a:pt x="1936" y="348"/>
                </a:lnTo>
                <a:lnTo>
                  <a:pt x="1935" y="348"/>
                </a:lnTo>
                <a:lnTo>
                  <a:pt x="1937" y="348"/>
                </a:lnTo>
                <a:lnTo>
                  <a:pt x="1936" y="348"/>
                </a:lnTo>
                <a:lnTo>
                  <a:pt x="1937" y="348"/>
                </a:lnTo>
                <a:lnTo>
                  <a:pt x="1938" y="348"/>
                </a:lnTo>
                <a:lnTo>
                  <a:pt x="1938" y="347"/>
                </a:lnTo>
                <a:lnTo>
                  <a:pt x="1939" y="347"/>
                </a:lnTo>
                <a:lnTo>
                  <a:pt x="1939" y="348"/>
                </a:lnTo>
                <a:lnTo>
                  <a:pt x="1940" y="348"/>
                </a:lnTo>
                <a:lnTo>
                  <a:pt x="1941" y="348"/>
                </a:lnTo>
                <a:lnTo>
                  <a:pt x="1940" y="348"/>
                </a:lnTo>
                <a:lnTo>
                  <a:pt x="1940" y="347"/>
                </a:lnTo>
                <a:lnTo>
                  <a:pt x="1941" y="347"/>
                </a:lnTo>
                <a:lnTo>
                  <a:pt x="1941" y="348"/>
                </a:lnTo>
                <a:lnTo>
                  <a:pt x="1942" y="348"/>
                </a:lnTo>
                <a:lnTo>
                  <a:pt x="1943" y="348"/>
                </a:lnTo>
                <a:lnTo>
                  <a:pt x="1943" y="347"/>
                </a:lnTo>
                <a:lnTo>
                  <a:pt x="1943" y="348"/>
                </a:lnTo>
                <a:lnTo>
                  <a:pt x="1944" y="348"/>
                </a:lnTo>
                <a:lnTo>
                  <a:pt x="1945" y="348"/>
                </a:lnTo>
                <a:lnTo>
                  <a:pt x="1945" y="347"/>
                </a:lnTo>
                <a:lnTo>
                  <a:pt x="1946" y="347"/>
                </a:lnTo>
                <a:lnTo>
                  <a:pt x="1947" y="347"/>
                </a:lnTo>
                <a:lnTo>
                  <a:pt x="1948" y="347"/>
                </a:lnTo>
                <a:lnTo>
                  <a:pt x="1949" y="346"/>
                </a:lnTo>
                <a:lnTo>
                  <a:pt x="1950" y="346"/>
                </a:lnTo>
                <a:lnTo>
                  <a:pt x="1951" y="346"/>
                </a:lnTo>
                <a:lnTo>
                  <a:pt x="1952" y="346"/>
                </a:lnTo>
                <a:lnTo>
                  <a:pt x="1952" y="347"/>
                </a:lnTo>
                <a:lnTo>
                  <a:pt x="1952" y="346"/>
                </a:lnTo>
                <a:lnTo>
                  <a:pt x="1953" y="346"/>
                </a:lnTo>
                <a:lnTo>
                  <a:pt x="1954" y="346"/>
                </a:lnTo>
                <a:lnTo>
                  <a:pt x="1955" y="346"/>
                </a:lnTo>
                <a:lnTo>
                  <a:pt x="1955" y="345"/>
                </a:lnTo>
                <a:lnTo>
                  <a:pt x="1956" y="345"/>
                </a:lnTo>
                <a:lnTo>
                  <a:pt x="1957" y="345"/>
                </a:lnTo>
                <a:lnTo>
                  <a:pt x="1958" y="345"/>
                </a:lnTo>
                <a:lnTo>
                  <a:pt x="1959" y="345"/>
                </a:lnTo>
                <a:lnTo>
                  <a:pt x="1960" y="345"/>
                </a:lnTo>
                <a:lnTo>
                  <a:pt x="1960" y="344"/>
                </a:lnTo>
                <a:lnTo>
                  <a:pt x="1961" y="344"/>
                </a:lnTo>
                <a:lnTo>
                  <a:pt x="1962" y="344"/>
                </a:lnTo>
                <a:lnTo>
                  <a:pt x="1963" y="344"/>
                </a:lnTo>
                <a:lnTo>
                  <a:pt x="1964" y="344"/>
                </a:lnTo>
                <a:lnTo>
                  <a:pt x="1965" y="344"/>
                </a:lnTo>
                <a:lnTo>
                  <a:pt x="1964" y="344"/>
                </a:lnTo>
                <a:lnTo>
                  <a:pt x="1965" y="344"/>
                </a:lnTo>
                <a:lnTo>
                  <a:pt x="1965" y="345"/>
                </a:lnTo>
                <a:lnTo>
                  <a:pt x="1966" y="345"/>
                </a:lnTo>
                <a:lnTo>
                  <a:pt x="1966" y="344"/>
                </a:lnTo>
                <a:lnTo>
                  <a:pt x="1966" y="345"/>
                </a:lnTo>
                <a:lnTo>
                  <a:pt x="1967" y="345"/>
                </a:lnTo>
                <a:lnTo>
                  <a:pt x="1969" y="345"/>
                </a:lnTo>
                <a:lnTo>
                  <a:pt x="1969" y="344"/>
                </a:lnTo>
                <a:lnTo>
                  <a:pt x="1970" y="344"/>
                </a:lnTo>
                <a:lnTo>
                  <a:pt x="1971" y="344"/>
                </a:lnTo>
                <a:lnTo>
                  <a:pt x="1971" y="345"/>
                </a:lnTo>
                <a:lnTo>
                  <a:pt x="1972" y="345"/>
                </a:lnTo>
                <a:lnTo>
                  <a:pt x="1972" y="344"/>
                </a:lnTo>
                <a:lnTo>
                  <a:pt x="1973" y="344"/>
                </a:lnTo>
                <a:lnTo>
                  <a:pt x="1974" y="343"/>
                </a:lnTo>
                <a:lnTo>
                  <a:pt x="1974" y="344"/>
                </a:lnTo>
                <a:lnTo>
                  <a:pt x="1975" y="344"/>
                </a:lnTo>
                <a:lnTo>
                  <a:pt x="1976" y="344"/>
                </a:lnTo>
                <a:lnTo>
                  <a:pt x="1976" y="343"/>
                </a:lnTo>
                <a:lnTo>
                  <a:pt x="1977" y="343"/>
                </a:lnTo>
                <a:lnTo>
                  <a:pt x="1978" y="342"/>
                </a:lnTo>
                <a:lnTo>
                  <a:pt x="1978" y="341"/>
                </a:lnTo>
                <a:lnTo>
                  <a:pt x="1979" y="340"/>
                </a:lnTo>
                <a:lnTo>
                  <a:pt x="1980" y="340"/>
                </a:lnTo>
                <a:lnTo>
                  <a:pt x="1980" y="339"/>
                </a:lnTo>
                <a:lnTo>
                  <a:pt x="1981" y="339"/>
                </a:lnTo>
                <a:lnTo>
                  <a:pt x="1981" y="340"/>
                </a:lnTo>
                <a:lnTo>
                  <a:pt x="1982" y="340"/>
                </a:lnTo>
                <a:lnTo>
                  <a:pt x="1982" y="339"/>
                </a:lnTo>
                <a:lnTo>
                  <a:pt x="1982" y="338"/>
                </a:lnTo>
                <a:lnTo>
                  <a:pt x="1983" y="338"/>
                </a:lnTo>
                <a:lnTo>
                  <a:pt x="1983" y="337"/>
                </a:lnTo>
                <a:lnTo>
                  <a:pt x="1983" y="336"/>
                </a:lnTo>
                <a:lnTo>
                  <a:pt x="1984" y="336"/>
                </a:lnTo>
                <a:lnTo>
                  <a:pt x="1985" y="336"/>
                </a:lnTo>
                <a:lnTo>
                  <a:pt x="1984" y="336"/>
                </a:lnTo>
                <a:lnTo>
                  <a:pt x="1984" y="335"/>
                </a:lnTo>
                <a:lnTo>
                  <a:pt x="1984" y="334"/>
                </a:lnTo>
                <a:lnTo>
                  <a:pt x="1985" y="334"/>
                </a:lnTo>
                <a:lnTo>
                  <a:pt x="1986" y="334"/>
                </a:lnTo>
                <a:lnTo>
                  <a:pt x="1987" y="334"/>
                </a:lnTo>
                <a:lnTo>
                  <a:pt x="1987" y="335"/>
                </a:lnTo>
                <a:lnTo>
                  <a:pt x="1988" y="335"/>
                </a:lnTo>
                <a:lnTo>
                  <a:pt x="1988" y="334"/>
                </a:lnTo>
                <a:lnTo>
                  <a:pt x="1989" y="334"/>
                </a:lnTo>
                <a:lnTo>
                  <a:pt x="1989" y="333"/>
                </a:lnTo>
                <a:lnTo>
                  <a:pt x="1990" y="333"/>
                </a:lnTo>
                <a:lnTo>
                  <a:pt x="1990" y="332"/>
                </a:lnTo>
                <a:lnTo>
                  <a:pt x="1991" y="332"/>
                </a:lnTo>
                <a:lnTo>
                  <a:pt x="1992" y="332"/>
                </a:lnTo>
                <a:lnTo>
                  <a:pt x="1992" y="331"/>
                </a:lnTo>
                <a:lnTo>
                  <a:pt x="1993" y="331"/>
                </a:lnTo>
                <a:lnTo>
                  <a:pt x="1993" y="332"/>
                </a:lnTo>
                <a:lnTo>
                  <a:pt x="1993" y="331"/>
                </a:lnTo>
                <a:lnTo>
                  <a:pt x="1994" y="330"/>
                </a:lnTo>
                <a:lnTo>
                  <a:pt x="1993" y="329"/>
                </a:lnTo>
                <a:lnTo>
                  <a:pt x="1994" y="328"/>
                </a:lnTo>
                <a:lnTo>
                  <a:pt x="1995" y="328"/>
                </a:lnTo>
                <a:lnTo>
                  <a:pt x="1996" y="328"/>
                </a:lnTo>
                <a:lnTo>
                  <a:pt x="1996" y="327"/>
                </a:lnTo>
                <a:lnTo>
                  <a:pt x="1995" y="327"/>
                </a:lnTo>
                <a:lnTo>
                  <a:pt x="1995" y="326"/>
                </a:lnTo>
                <a:lnTo>
                  <a:pt x="1996" y="326"/>
                </a:lnTo>
                <a:lnTo>
                  <a:pt x="1998" y="326"/>
                </a:lnTo>
                <a:lnTo>
                  <a:pt x="1998" y="325"/>
                </a:lnTo>
                <a:lnTo>
                  <a:pt x="1997" y="325"/>
                </a:lnTo>
                <a:lnTo>
                  <a:pt x="1997" y="324"/>
                </a:lnTo>
                <a:lnTo>
                  <a:pt x="1997" y="323"/>
                </a:lnTo>
                <a:lnTo>
                  <a:pt x="1998" y="323"/>
                </a:lnTo>
                <a:lnTo>
                  <a:pt x="1999" y="323"/>
                </a:lnTo>
                <a:lnTo>
                  <a:pt x="1999" y="322"/>
                </a:lnTo>
                <a:lnTo>
                  <a:pt x="1998" y="322"/>
                </a:lnTo>
                <a:lnTo>
                  <a:pt x="1997" y="321"/>
                </a:lnTo>
                <a:lnTo>
                  <a:pt x="1996" y="321"/>
                </a:lnTo>
                <a:lnTo>
                  <a:pt x="1996" y="320"/>
                </a:lnTo>
                <a:lnTo>
                  <a:pt x="1996" y="319"/>
                </a:lnTo>
                <a:lnTo>
                  <a:pt x="1996" y="318"/>
                </a:lnTo>
                <a:lnTo>
                  <a:pt x="1997" y="318"/>
                </a:lnTo>
                <a:lnTo>
                  <a:pt x="1998" y="318"/>
                </a:lnTo>
                <a:lnTo>
                  <a:pt x="1997" y="317"/>
                </a:lnTo>
                <a:lnTo>
                  <a:pt x="1997" y="316"/>
                </a:lnTo>
                <a:lnTo>
                  <a:pt x="1998" y="316"/>
                </a:lnTo>
                <a:lnTo>
                  <a:pt x="1998" y="317"/>
                </a:lnTo>
                <a:lnTo>
                  <a:pt x="1998" y="316"/>
                </a:lnTo>
                <a:lnTo>
                  <a:pt x="1997" y="316"/>
                </a:lnTo>
                <a:lnTo>
                  <a:pt x="1997" y="315"/>
                </a:lnTo>
                <a:lnTo>
                  <a:pt x="1998" y="315"/>
                </a:lnTo>
                <a:lnTo>
                  <a:pt x="1998" y="314"/>
                </a:lnTo>
                <a:lnTo>
                  <a:pt x="1997" y="314"/>
                </a:lnTo>
                <a:lnTo>
                  <a:pt x="1996" y="314"/>
                </a:lnTo>
                <a:lnTo>
                  <a:pt x="1997" y="313"/>
                </a:lnTo>
                <a:lnTo>
                  <a:pt x="1999" y="313"/>
                </a:lnTo>
                <a:lnTo>
                  <a:pt x="1998" y="313"/>
                </a:lnTo>
                <a:lnTo>
                  <a:pt x="1998" y="312"/>
                </a:lnTo>
                <a:lnTo>
                  <a:pt x="1999" y="312"/>
                </a:lnTo>
                <a:lnTo>
                  <a:pt x="1999" y="311"/>
                </a:lnTo>
                <a:lnTo>
                  <a:pt x="2000" y="311"/>
                </a:lnTo>
                <a:lnTo>
                  <a:pt x="2001" y="311"/>
                </a:lnTo>
                <a:lnTo>
                  <a:pt x="2001" y="310"/>
                </a:lnTo>
                <a:lnTo>
                  <a:pt x="2002" y="310"/>
                </a:lnTo>
                <a:lnTo>
                  <a:pt x="2001" y="309"/>
                </a:lnTo>
                <a:lnTo>
                  <a:pt x="2000" y="310"/>
                </a:lnTo>
                <a:lnTo>
                  <a:pt x="2000" y="309"/>
                </a:lnTo>
                <a:lnTo>
                  <a:pt x="1999" y="309"/>
                </a:lnTo>
                <a:lnTo>
                  <a:pt x="2000" y="309"/>
                </a:lnTo>
                <a:lnTo>
                  <a:pt x="2000" y="308"/>
                </a:lnTo>
                <a:lnTo>
                  <a:pt x="2000" y="307"/>
                </a:lnTo>
                <a:lnTo>
                  <a:pt x="1999" y="307"/>
                </a:lnTo>
                <a:lnTo>
                  <a:pt x="2000" y="307"/>
                </a:lnTo>
                <a:lnTo>
                  <a:pt x="1999" y="307"/>
                </a:lnTo>
                <a:lnTo>
                  <a:pt x="1999" y="306"/>
                </a:lnTo>
                <a:lnTo>
                  <a:pt x="1998" y="306"/>
                </a:lnTo>
                <a:lnTo>
                  <a:pt x="1997" y="306"/>
                </a:lnTo>
                <a:lnTo>
                  <a:pt x="1996" y="306"/>
                </a:lnTo>
                <a:lnTo>
                  <a:pt x="1996" y="307"/>
                </a:lnTo>
                <a:lnTo>
                  <a:pt x="1995" y="307"/>
                </a:lnTo>
                <a:lnTo>
                  <a:pt x="1995" y="306"/>
                </a:lnTo>
                <a:lnTo>
                  <a:pt x="1994" y="306"/>
                </a:lnTo>
                <a:lnTo>
                  <a:pt x="1994" y="307"/>
                </a:lnTo>
                <a:lnTo>
                  <a:pt x="1995" y="307"/>
                </a:lnTo>
                <a:lnTo>
                  <a:pt x="1994" y="307"/>
                </a:lnTo>
                <a:lnTo>
                  <a:pt x="1994" y="306"/>
                </a:lnTo>
                <a:lnTo>
                  <a:pt x="1993" y="306"/>
                </a:lnTo>
                <a:lnTo>
                  <a:pt x="1992" y="305"/>
                </a:lnTo>
                <a:lnTo>
                  <a:pt x="1991" y="306"/>
                </a:lnTo>
                <a:lnTo>
                  <a:pt x="1991" y="307"/>
                </a:lnTo>
                <a:lnTo>
                  <a:pt x="1990" y="307"/>
                </a:lnTo>
                <a:lnTo>
                  <a:pt x="1988" y="307"/>
                </a:lnTo>
                <a:lnTo>
                  <a:pt x="1988" y="306"/>
                </a:lnTo>
                <a:lnTo>
                  <a:pt x="1988" y="305"/>
                </a:lnTo>
                <a:lnTo>
                  <a:pt x="1986" y="305"/>
                </a:lnTo>
                <a:lnTo>
                  <a:pt x="1986" y="306"/>
                </a:lnTo>
                <a:lnTo>
                  <a:pt x="1985" y="306"/>
                </a:lnTo>
                <a:lnTo>
                  <a:pt x="1984" y="307"/>
                </a:lnTo>
                <a:lnTo>
                  <a:pt x="1983" y="307"/>
                </a:lnTo>
                <a:lnTo>
                  <a:pt x="1983" y="306"/>
                </a:lnTo>
                <a:lnTo>
                  <a:pt x="1984" y="306"/>
                </a:lnTo>
                <a:lnTo>
                  <a:pt x="1985" y="306"/>
                </a:lnTo>
                <a:lnTo>
                  <a:pt x="1985" y="305"/>
                </a:lnTo>
                <a:lnTo>
                  <a:pt x="1984" y="305"/>
                </a:lnTo>
                <a:lnTo>
                  <a:pt x="1984" y="306"/>
                </a:lnTo>
                <a:lnTo>
                  <a:pt x="1983" y="306"/>
                </a:lnTo>
                <a:lnTo>
                  <a:pt x="1982" y="306"/>
                </a:lnTo>
                <a:lnTo>
                  <a:pt x="1981" y="306"/>
                </a:lnTo>
                <a:lnTo>
                  <a:pt x="1981" y="305"/>
                </a:lnTo>
                <a:lnTo>
                  <a:pt x="1982" y="305"/>
                </a:lnTo>
                <a:lnTo>
                  <a:pt x="1983" y="304"/>
                </a:lnTo>
                <a:lnTo>
                  <a:pt x="1982" y="304"/>
                </a:lnTo>
                <a:lnTo>
                  <a:pt x="1981" y="304"/>
                </a:lnTo>
                <a:lnTo>
                  <a:pt x="1981" y="303"/>
                </a:lnTo>
                <a:lnTo>
                  <a:pt x="1980" y="303"/>
                </a:lnTo>
                <a:lnTo>
                  <a:pt x="1979" y="304"/>
                </a:lnTo>
                <a:lnTo>
                  <a:pt x="1979" y="303"/>
                </a:lnTo>
                <a:lnTo>
                  <a:pt x="1978" y="303"/>
                </a:lnTo>
                <a:lnTo>
                  <a:pt x="1979" y="302"/>
                </a:lnTo>
                <a:lnTo>
                  <a:pt x="1980" y="302"/>
                </a:lnTo>
                <a:lnTo>
                  <a:pt x="1980" y="301"/>
                </a:lnTo>
                <a:lnTo>
                  <a:pt x="1980" y="300"/>
                </a:lnTo>
                <a:lnTo>
                  <a:pt x="1982" y="300"/>
                </a:lnTo>
                <a:lnTo>
                  <a:pt x="1982" y="299"/>
                </a:lnTo>
                <a:lnTo>
                  <a:pt x="1982" y="300"/>
                </a:lnTo>
                <a:lnTo>
                  <a:pt x="1983" y="300"/>
                </a:lnTo>
                <a:lnTo>
                  <a:pt x="1983" y="299"/>
                </a:lnTo>
                <a:lnTo>
                  <a:pt x="1984" y="299"/>
                </a:lnTo>
                <a:lnTo>
                  <a:pt x="1984" y="300"/>
                </a:lnTo>
                <a:lnTo>
                  <a:pt x="1985" y="300"/>
                </a:lnTo>
                <a:lnTo>
                  <a:pt x="1985" y="301"/>
                </a:lnTo>
                <a:lnTo>
                  <a:pt x="1986" y="301"/>
                </a:lnTo>
                <a:lnTo>
                  <a:pt x="1986" y="300"/>
                </a:lnTo>
                <a:lnTo>
                  <a:pt x="1986" y="299"/>
                </a:lnTo>
                <a:lnTo>
                  <a:pt x="1987" y="299"/>
                </a:lnTo>
                <a:lnTo>
                  <a:pt x="1987" y="298"/>
                </a:lnTo>
                <a:lnTo>
                  <a:pt x="1987" y="297"/>
                </a:lnTo>
                <a:lnTo>
                  <a:pt x="1988" y="297"/>
                </a:lnTo>
                <a:lnTo>
                  <a:pt x="1989" y="297"/>
                </a:lnTo>
                <a:lnTo>
                  <a:pt x="1990" y="297"/>
                </a:lnTo>
                <a:lnTo>
                  <a:pt x="1990" y="296"/>
                </a:lnTo>
                <a:lnTo>
                  <a:pt x="1989" y="296"/>
                </a:lnTo>
                <a:lnTo>
                  <a:pt x="1989" y="295"/>
                </a:lnTo>
                <a:lnTo>
                  <a:pt x="1990" y="295"/>
                </a:lnTo>
                <a:lnTo>
                  <a:pt x="1991" y="295"/>
                </a:lnTo>
                <a:lnTo>
                  <a:pt x="1991" y="294"/>
                </a:lnTo>
                <a:lnTo>
                  <a:pt x="1990" y="293"/>
                </a:lnTo>
                <a:lnTo>
                  <a:pt x="1991" y="293"/>
                </a:lnTo>
                <a:lnTo>
                  <a:pt x="1990" y="292"/>
                </a:lnTo>
                <a:lnTo>
                  <a:pt x="1989" y="292"/>
                </a:lnTo>
                <a:lnTo>
                  <a:pt x="1988" y="292"/>
                </a:lnTo>
                <a:lnTo>
                  <a:pt x="1988" y="291"/>
                </a:lnTo>
                <a:lnTo>
                  <a:pt x="1989" y="291"/>
                </a:lnTo>
                <a:lnTo>
                  <a:pt x="1990" y="291"/>
                </a:lnTo>
                <a:lnTo>
                  <a:pt x="1990" y="290"/>
                </a:lnTo>
                <a:lnTo>
                  <a:pt x="1991" y="290"/>
                </a:lnTo>
                <a:lnTo>
                  <a:pt x="1991" y="289"/>
                </a:lnTo>
                <a:lnTo>
                  <a:pt x="1991" y="288"/>
                </a:lnTo>
                <a:lnTo>
                  <a:pt x="1991" y="287"/>
                </a:lnTo>
                <a:lnTo>
                  <a:pt x="1992" y="287"/>
                </a:lnTo>
                <a:lnTo>
                  <a:pt x="1992" y="286"/>
                </a:lnTo>
                <a:lnTo>
                  <a:pt x="1992" y="285"/>
                </a:lnTo>
                <a:lnTo>
                  <a:pt x="1992" y="286"/>
                </a:lnTo>
                <a:lnTo>
                  <a:pt x="1991" y="286"/>
                </a:lnTo>
                <a:lnTo>
                  <a:pt x="1991" y="285"/>
                </a:lnTo>
                <a:lnTo>
                  <a:pt x="1991" y="284"/>
                </a:lnTo>
                <a:lnTo>
                  <a:pt x="1993" y="284"/>
                </a:lnTo>
                <a:lnTo>
                  <a:pt x="1994" y="284"/>
                </a:lnTo>
                <a:lnTo>
                  <a:pt x="1994" y="283"/>
                </a:lnTo>
                <a:lnTo>
                  <a:pt x="1993" y="283"/>
                </a:lnTo>
                <a:lnTo>
                  <a:pt x="1993" y="282"/>
                </a:lnTo>
                <a:lnTo>
                  <a:pt x="1993" y="281"/>
                </a:lnTo>
                <a:lnTo>
                  <a:pt x="1992" y="281"/>
                </a:lnTo>
                <a:lnTo>
                  <a:pt x="1993" y="281"/>
                </a:lnTo>
                <a:lnTo>
                  <a:pt x="1993" y="280"/>
                </a:lnTo>
                <a:lnTo>
                  <a:pt x="1994" y="280"/>
                </a:lnTo>
                <a:lnTo>
                  <a:pt x="1995" y="280"/>
                </a:lnTo>
                <a:lnTo>
                  <a:pt x="1996" y="279"/>
                </a:lnTo>
                <a:lnTo>
                  <a:pt x="1997" y="279"/>
                </a:lnTo>
                <a:lnTo>
                  <a:pt x="1997" y="278"/>
                </a:lnTo>
                <a:lnTo>
                  <a:pt x="1997" y="277"/>
                </a:lnTo>
                <a:lnTo>
                  <a:pt x="1998" y="277"/>
                </a:lnTo>
                <a:lnTo>
                  <a:pt x="1998" y="278"/>
                </a:lnTo>
                <a:lnTo>
                  <a:pt x="1999" y="278"/>
                </a:lnTo>
                <a:lnTo>
                  <a:pt x="2000" y="277"/>
                </a:lnTo>
                <a:lnTo>
                  <a:pt x="2001" y="277"/>
                </a:lnTo>
                <a:lnTo>
                  <a:pt x="2001" y="276"/>
                </a:lnTo>
                <a:lnTo>
                  <a:pt x="2001" y="275"/>
                </a:lnTo>
                <a:lnTo>
                  <a:pt x="2002" y="275"/>
                </a:lnTo>
                <a:lnTo>
                  <a:pt x="2002" y="274"/>
                </a:lnTo>
                <a:lnTo>
                  <a:pt x="2001" y="274"/>
                </a:lnTo>
                <a:lnTo>
                  <a:pt x="2001" y="273"/>
                </a:lnTo>
                <a:lnTo>
                  <a:pt x="2002" y="273"/>
                </a:lnTo>
                <a:lnTo>
                  <a:pt x="2004" y="273"/>
                </a:lnTo>
                <a:lnTo>
                  <a:pt x="2004" y="272"/>
                </a:lnTo>
                <a:lnTo>
                  <a:pt x="2005" y="272"/>
                </a:lnTo>
                <a:lnTo>
                  <a:pt x="2005" y="273"/>
                </a:lnTo>
                <a:lnTo>
                  <a:pt x="2006" y="273"/>
                </a:lnTo>
                <a:lnTo>
                  <a:pt x="2006" y="272"/>
                </a:lnTo>
                <a:lnTo>
                  <a:pt x="2007" y="272"/>
                </a:lnTo>
                <a:lnTo>
                  <a:pt x="2008" y="272"/>
                </a:lnTo>
                <a:lnTo>
                  <a:pt x="2008" y="271"/>
                </a:lnTo>
                <a:lnTo>
                  <a:pt x="2007" y="270"/>
                </a:lnTo>
                <a:lnTo>
                  <a:pt x="2008" y="270"/>
                </a:lnTo>
                <a:lnTo>
                  <a:pt x="2009" y="270"/>
                </a:lnTo>
                <a:lnTo>
                  <a:pt x="2009" y="269"/>
                </a:lnTo>
                <a:lnTo>
                  <a:pt x="2010" y="269"/>
                </a:lnTo>
                <a:lnTo>
                  <a:pt x="2010" y="268"/>
                </a:lnTo>
                <a:lnTo>
                  <a:pt x="2010" y="267"/>
                </a:lnTo>
                <a:lnTo>
                  <a:pt x="2011" y="267"/>
                </a:lnTo>
                <a:lnTo>
                  <a:pt x="2012" y="266"/>
                </a:lnTo>
                <a:lnTo>
                  <a:pt x="2012" y="265"/>
                </a:lnTo>
                <a:lnTo>
                  <a:pt x="2013" y="265"/>
                </a:lnTo>
                <a:lnTo>
                  <a:pt x="2013" y="264"/>
                </a:lnTo>
                <a:lnTo>
                  <a:pt x="2012" y="264"/>
                </a:lnTo>
                <a:lnTo>
                  <a:pt x="2012" y="263"/>
                </a:lnTo>
                <a:lnTo>
                  <a:pt x="2013" y="263"/>
                </a:lnTo>
                <a:lnTo>
                  <a:pt x="2012" y="262"/>
                </a:lnTo>
                <a:lnTo>
                  <a:pt x="2013" y="262"/>
                </a:lnTo>
                <a:lnTo>
                  <a:pt x="2014" y="262"/>
                </a:lnTo>
                <a:lnTo>
                  <a:pt x="2013" y="261"/>
                </a:lnTo>
                <a:lnTo>
                  <a:pt x="2013" y="260"/>
                </a:lnTo>
                <a:lnTo>
                  <a:pt x="2013" y="259"/>
                </a:lnTo>
                <a:lnTo>
                  <a:pt x="2012" y="258"/>
                </a:lnTo>
                <a:lnTo>
                  <a:pt x="2012" y="257"/>
                </a:lnTo>
                <a:lnTo>
                  <a:pt x="2012" y="256"/>
                </a:lnTo>
                <a:lnTo>
                  <a:pt x="2012" y="255"/>
                </a:lnTo>
                <a:lnTo>
                  <a:pt x="2012" y="254"/>
                </a:lnTo>
                <a:lnTo>
                  <a:pt x="2011" y="254"/>
                </a:lnTo>
                <a:lnTo>
                  <a:pt x="2011" y="253"/>
                </a:lnTo>
                <a:lnTo>
                  <a:pt x="2012" y="252"/>
                </a:lnTo>
                <a:lnTo>
                  <a:pt x="2013" y="252"/>
                </a:lnTo>
                <a:lnTo>
                  <a:pt x="2013" y="251"/>
                </a:lnTo>
                <a:lnTo>
                  <a:pt x="2014" y="251"/>
                </a:lnTo>
                <a:lnTo>
                  <a:pt x="2014" y="250"/>
                </a:lnTo>
                <a:lnTo>
                  <a:pt x="2015" y="249"/>
                </a:lnTo>
                <a:lnTo>
                  <a:pt x="2016" y="249"/>
                </a:lnTo>
                <a:lnTo>
                  <a:pt x="2017" y="249"/>
                </a:lnTo>
                <a:lnTo>
                  <a:pt x="2017" y="248"/>
                </a:lnTo>
                <a:lnTo>
                  <a:pt x="2018" y="248"/>
                </a:lnTo>
                <a:lnTo>
                  <a:pt x="2018" y="247"/>
                </a:lnTo>
                <a:lnTo>
                  <a:pt x="2019" y="247"/>
                </a:lnTo>
                <a:lnTo>
                  <a:pt x="2019" y="246"/>
                </a:lnTo>
                <a:lnTo>
                  <a:pt x="2019" y="245"/>
                </a:lnTo>
                <a:lnTo>
                  <a:pt x="2020" y="245"/>
                </a:lnTo>
                <a:lnTo>
                  <a:pt x="2020" y="244"/>
                </a:lnTo>
                <a:lnTo>
                  <a:pt x="2020" y="243"/>
                </a:lnTo>
                <a:lnTo>
                  <a:pt x="2021" y="242"/>
                </a:lnTo>
                <a:lnTo>
                  <a:pt x="2021" y="241"/>
                </a:lnTo>
                <a:lnTo>
                  <a:pt x="2022" y="241"/>
                </a:lnTo>
                <a:lnTo>
                  <a:pt x="2023" y="241"/>
                </a:lnTo>
                <a:lnTo>
                  <a:pt x="2024" y="241"/>
                </a:lnTo>
                <a:lnTo>
                  <a:pt x="2024" y="240"/>
                </a:lnTo>
                <a:lnTo>
                  <a:pt x="2024" y="239"/>
                </a:lnTo>
                <a:lnTo>
                  <a:pt x="2025" y="239"/>
                </a:lnTo>
                <a:lnTo>
                  <a:pt x="2026" y="239"/>
                </a:lnTo>
                <a:lnTo>
                  <a:pt x="2027" y="239"/>
                </a:lnTo>
                <a:lnTo>
                  <a:pt x="2028" y="239"/>
                </a:lnTo>
                <a:lnTo>
                  <a:pt x="2028" y="238"/>
                </a:lnTo>
                <a:lnTo>
                  <a:pt x="2029" y="238"/>
                </a:lnTo>
                <a:lnTo>
                  <a:pt x="2029" y="237"/>
                </a:lnTo>
                <a:lnTo>
                  <a:pt x="2028" y="237"/>
                </a:lnTo>
                <a:lnTo>
                  <a:pt x="2029" y="237"/>
                </a:lnTo>
                <a:lnTo>
                  <a:pt x="2030" y="237"/>
                </a:lnTo>
                <a:lnTo>
                  <a:pt x="2030" y="236"/>
                </a:lnTo>
                <a:lnTo>
                  <a:pt x="2031" y="236"/>
                </a:lnTo>
                <a:lnTo>
                  <a:pt x="2031" y="235"/>
                </a:lnTo>
                <a:lnTo>
                  <a:pt x="2032" y="235"/>
                </a:lnTo>
                <a:lnTo>
                  <a:pt x="2033" y="234"/>
                </a:lnTo>
                <a:lnTo>
                  <a:pt x="2033" y="233"/>
                </a:lnTo>
                <a:lnTo>
                  <a:pt x="2032" y="233"/>
                </a:lnTo>
                <a:lnTo>
                  <a:pt x="2034" y="233"/>
                </a:lnTo>
                <a:lnTo>
                  <a:pt x="2034" y="232"/>
                </a:lnTo>
                <a:lnTo>
                  <a:pt x="2034" y="231"/>
                </a:lnTo>
                <a:lnTo>
                  <a:pt x="2035" y="231"/>
                </a:lnTo>
                <a:lnTo>
                  <a:pt x="2036" y="231"/>
                </a:lnTo>
                <a:lnTo>
                  <a:pt x="2036" y="230"/>
                </a:lnTo>
                <a:lnTo>
                  <a:pt x="2035" y="230"/>
                </a:lnTo>
                <a:lnTo>
                  <a:pt x="2035" y="229"/>
                </a:lnTo>
                <a:lnTo>
                  <a:pt x="2035" y="228"/>
                </a:lnTo>
                <a:lnTo>
                  <a:pt x="2037" y="228"/>
                </a:lnTo>
                <a:lnTo>
                  <a:pt x="2037" y="227"/>
                </a:lnTo>
                <a:lnTo>
                  <a:pt x="2037" y="226"/>
                </a:lnTo>
                <a:lnTo>
                  <a:pt x="2037" y="225"/>
                </a:lnTo>
                <a:lnTo>
                  <a:pt x="2038" y="225"/>
                </a:lnTo>
                <a:lnTo>
                  <a:pt x="2038" y="224"/>
                </a:lnTo>
                <a:lnTo>
                  <a:pt x="2037" y="224"/>
                </a:lnTo>
                <a:lnTo>
                  <a:pt x="2036" y="224"/>
                </a:lnTo>
                <a:lnTo>
                  <a:pt x="2035" y="224"/>
                </a:lnTo>
                <a:lnTo>
                  <a:pt x="2036" y="223"/>
                </a:lnTo>
                <a:lnTo>
                  <a:pt x="2037" y="223"/>
                </a:lnTo>
                <a:lnTo>
                  <a:pt x="2037" y="224"/>
                </a:lnTo>
                <a:lnTo>
                  <a:pt x="2038" y="224"/>
                </a:lnTo>
                <a:lnTo>
                  <a:pt x="2038" y="223"/>
                </a:lnTo>
                <a:lnTo>
                  <a:pt x="2038" y="222"/>
                </a:lnTo>
                <a:lnTo>
                  <a:pt x="2037" y="222"/>
                </a:lnTo>
                <a:lnTo>
                  <a:pt x="2037" y="221"/>
                </a:lnTo>
                <a:lnTo>
                  <a:pt x="2036" y="220"/>
                </a:lnTo>
                <a:lnTo>
                  <a:pt x="2036" y="219"/>
                </a:lnTo>
                <a:lnTo>
                  <a:pt x="2035" y="218"/>
                </a:lnTo>
                <a:lnTo>
                  <a:pt x="2036" y="218"/>
                </a:lnTo>
                <a:lnTo>
                  <a:pt x="2037" y="218"/>
                </a:lnTo>
                <a:lnTo>
                  <a:pt x="2037" y="217"/>
                </a:lnTo>
                <a:lnTo>
                  <a:pt x="2038" y="217"/>
                </a:lnTo>
                <a:lnTo>
                  <a:pt x="2038" y="218"/>
                </a:lnTo>
                <a:lnTo>
                  <a:pt x="2039" y="218"/>
                </a:lnTo>
                <a:lnTo>
                  <a:pt x="2040" y="218"/>
                </a:lnTo>
                <a:lnTo>
                  <a:pt x="2041" y="218"/>
                </a:lnTo>
                <a:lnTo>
                  <a:pt x="2041" y="217"/>
                </a:lnTo>
                <a:lnTo>
                  <a:pt x="2040" y="217"/>
                </a:lnTo>
                <a:lnTo>
                  <a:pt x="2040" y="216"/>
                </a:lnTo>
                <a:lnTo>
                  <a:pt x="2039" y="215"/>
                </a:lnTo>
                <a:lnTo>
                  <a:pt x="2039" y="214"/>
                </a:lnTo>
                <a:lnTo>
                  <a:pt x="2040" y="214"/>
                </a:lnTo>
                <a:lnTo>
                  <a:pt x="2041" y="214"/>
                </a:lnTo>
                <a:lnTo>
                  <a:pt x="2042" y="214"/>
                </a:lnTo>
                <a:lnTo>
                  <a:pt x="2042" y="213"/>
                </a:lnTo>
                <a:lnTo>
                  <a:pt x="2041" y="213"/>
                </a:lnTo>
                <a:lnTo>
                  <a:pt x="2041" y="212"/>
                </a:lnTo>
                <a:lnTo>
                  <a:pt x="2040" y="212"/>
                </a:lnTo>
                <a:lnTo>
                  <a:pt x="2040" y="211"/>
                </a:lnTo>
                <a:lnTo>
                  <a:pt x="2041" y="211"/>
                </a:lnTo>
                <a:lnTo>
                  <a:pt x="2042" y="210"/>
                </a:lnTo>
                <a:lnTo>
                  <a:pt x="2043" y="210"/>
                </a:lnTo>
                <a:lnTo>
                  <a:pt x="2044" y="210"/>
                </a:lnTo>
                <a:lnTo>
                  <a:pt x="2046" y="210"/>
                </a:lnTo>
                <a:lnTo>
                  <a:pt x="2047" y="209"/>
                </a:lnTo>
                <a:lnTo>
                  <a:pt x="2047" y="208"/>
                </a:lnTo>
                <a:lnTo>
                  <a:pt x="2047" y="207"/>
                </a:lnTo>
                <a:lnTo>
                  <a:pt x="2046" y="207"/>
                </a:lnTo>
                <a:lnTo>
                  <a:pt x="2047" y="207"/>
                </a:lnTo>
                <a:lnTo>
                  <a:pt x="2047" y="206"/>
                </a:lnTo>
                <a:lnTo>
                  <a:pt x="2047" y="205"/>
                </a:lnTo>
                <a:lnTo>
                  <a:pt x="2048" y="205"/>
                </a:lnTo>
                <a:lnTo>
                  <a:pt x="2049" y="205"/>
                </a:lnTo>
                <a:lnTo>
                  <a:pt x="2050" y="205"/>
                </a:lnTo>
                <a:lnTo>
                  <a:pt x="2051" y="205"/>
                </a:lnTo>
                <a:lnTo>
                  <a:pt x="2052" y="204"/>
                </a:lnTo>
                <a:lnTo>
                  <a:pt x="2052" y="203"/>
                </a:lnTo>
                <a:lnTo>
                  <a:pt x="2051" y="203"/>
                </a:lnTo>
                <a:lnTo>
                  <a:pt x="2050" y="202"/>
                </a:lnTo>
                <a:lnTo>
                  <a:pt x="2049" y="202"/>
                </a:lnTo>
                <a:lnTo>
                  <a:pt x="2049" y="201"/>
                </a:lnTo>
                <a:lnTo>
                  <a:pt x="2049" y="200"/>
                </a:lnTo>
                <a:lnTo>
                  <a:pt x="2050" y="200"/>
                </a:lnTo>
                <a:lnTo>
                  <a:pt x="2051" y="200"/>
                </a:lnTo>
                <a:lnTo>
                  <a:pt x="2052" y="200"/>
                </a:lnTo>
                <a:lnTo>
                  <a:pt x="2053" y="200"/>
                </a:lnTo>
                <a:lnTo>
                  <a:pt x="2054" y="200"/>
                </a:lnTo>
                <a:lnTo>
                  <a:pt x="2054" y="199"/>
                </a:lnTo>
                <a:lnTo>
                  <a:pt x="2055" y="199"/>
                </a:lnTo>
                <a:lnTo>
                  <a:pt x="2055" y="198"/>
                </a:lnTo>
                <a:lnTo>
                  <a:pt x="2055" y="197"/>
                </a:lnTo>
                <a:lnTo>
                  <a:pt x="2055" y="196"/>
                </a:lnTo>
                <a:lnTo>
                  <a:pt x="2055" y="195"/>
                </a:lnTo>
                <a:lnTo>
                  <a:pt x="2056" y="195"/>
                </a:lnTo>
                <a:lnTo>
                  <a:pt x="2056" y="194"/>
                </a:lnTo>
                <a:lnTo>
                  <a:pt x="2057" y="194"/>
                </a:lnTo>
                <a:lnTo>
                  <a:pt x="2057" y="193"/>
                </a:lnTo>
                <a:lnTo>
                  <a:pt x="2057" y="192"/>
                </a:lnTo>
                <a:lnTo>
                  <a:pt x="2056" y="192"/>
                </a:lnTo>
                <a:lnTo>
                  <a:pt x="2056" y="191"/>
                </a:lnTo>
                <a:lnTo>
                  <a:pt x="2056" y="190"/>
                </a:lnTo>
                <a:lnTo>
                  <a:pt x="2056" y="189"/>
                </a:lnTo>
                <a:lnTo>
                  <a:pt x="2056" y="188"/>
                </a:lnTo>
                <a:lnTo>
                  <a:pt x="2057" y="188"/>
                </a:lnTo>
                <a:lnTo>
                  <a:pt x="2058" y="188"/>
                </a:lnTo>
                <a:lnTo>
                  <a:pt x="2058" y="187"/>
                </a:lnTo>
                <a:lnTo>
                  <a:pt x="2059" y="187"/>
                </a:lnTo>
                <a:lnTo>
                  <a:pt x="2059" y="186"/>
                </a:lnTo>
                <a:lnTo>
                  <a:pt x="2060" y="186"/>
                </a:lnTo>
                <a:lnTo>
                  <a:pt x="2060" y="185"/>
                </a:lnTo>
                <a:lnTo>
                  <a:pt x="2060" y="184"/>
                </a:lnTo>
                <a:lnTo>
                  <a:pt x="2061" y="184"/>
                </a:lnTo>
                <a:lnTo>
                  <a:pt x="2062" y="184"/>
                </a:lnTo>
                <a:lnTo>
                  <a:pt x="2062" y="183"/>
                </a:lnTo>
                <a:lnTo>
                  <a:pt x="2062" y="182"/>
                </a:lnTo>
                <a:lnTo>
                  <a:pt x="2061" y="182"/>
                </a:lnTo>
                <a:lnTo>
                  <a:pt x="2061" y="181"/>
                </a:lnTo>
                <a:lnTo>
                  <a:pt x="2060" y="181"/>
                </a:lnTo>
                <a:lnTo>
                  <a:pt x="2060" y="180"/>
                </a:lnTo>
                <a:lnTo>
                  <a:pt x="2061" y="180"/>
                </a:lnTo>
                <a:lnTo>
                  <a:pt x="2061" y="179"/>
                </a:lnTo>
                <a:lnTo>
                  <a:pt x="2061" y="178"/>
                </a:lnTo>
                <a:lnTo>
                  <a:pt x="2062" y="178"/>
                </a:lnTo>
                <a:lnTo>
                  <a:pt x="2062" y="177"/>
                </a:lnTo>
                <a:lnTo>
                  <a:pt x="2063" y="177"/>
                </a:lnTo>
                <a:lnTo>
                  <a:pt x="2062" y="176"/>
                </a:lnTo>
                <a:lnTo>
                  <a:pt x="2062" y="175"/>
                </a:lnTo>
                <a:lnTo>
                  <a:pt x="2063" y="175"/>
                </a:lnTo>
                <a:lnTo>
                  <a:pt x="2064" y="175"/>
                </a:lnTo>
                <a:lnTo>
                  <a:pt x="2064" y="174"/>
                </a:lnTo>
                <a:lnTo>
                  <a:pt x="2065" y="174"/>
                </a:lnTo>
                <a:lnTo>
                  <a:pt x="2066" y="174"/>
                </a:lnTo>
                <a:lnTo>
                  <a:pt x="2066" y="173"/>
                </a:lnTo>
                <a:lnTo>
                  <a:pt x="2066" y="172"/>
                </a:lnTo>
                <a:lnTo>
                  <a:pt x="2065" y="172"/>
                </a:lnTo>
                <a:lnTo>
                  <a:pt x="2065" y="171"/>
                </a:lnTo>
                <a:lnTo>
                  <a:pt x="2066" y="171"/>
                </a:lnTo>
                <a:lnTo>
                  <a:pt x="2067" y="171"/>
                </a:lnTo>
                <a:lnTo>
                  <a:pt x="2068" y="171"/>
                </a:lnTo>
                <a:lnTo>
                  <a:pt x="2069" y="171"/>
                </a:lnTo>
                <a:lnTo>
                  <a:pt x="2070" y="171"/>
                </a:lnTo>
                <a:lnTo>
                  <a:pt x="2071" y="171"/>
                </a:lnTo>
                <a:lnTo>
                  <a:pt x="2072" y="171"/>
                </a:lnTo>
                <a:lnTo>
                  <a:pt x="2073" y="171"/>
                </a:lnTo>
                <a:lnTo>
                  <a:pt x="2073" y="170"/>
                </a:lnTo>
                <a:lnTo>
                  <a:pt x="2074" y="170"/>
                </a:lnTo>
                <a:lnTo>
                  <a:pt x="2075" y="170"/>
                </a:lnTo>
                <a:lnTo>
                  <a:pt x="2075" y="169"/>
                </a:lnTo>
                <a:lnTo>
                  <a:pt x="2075" y="168"/>
                </a:lnTo>
                <a:lnTo>
                  <a:pt x="2076" y="168"/>
                </a:lnTo>
                <a:lnTo>
                  <a:pt x="2077" y="167"/>
                </a:lnTo>
                <a:lnTo>
                  <a:pt x="2078" y="167"/>
                </a:lnTo>
                <a:lnTo>
                  <a:pt x="2078" y="166"/>
                </a:lnTo>
                <a:lnTo>
                  <a:pt x="2079" y="166"/>
                </a:lnTo>
                <a:lnTo>
                  <a:pt x="2080" y="166"/>
                </a:lnTo>
                <a:lnTo>
                  <a:pt x="2080" y="165"/>
                </a:lnTo>
                <a:lnTo>
                  <a:pt x="2081" y="165"/>
                </a:lnTo>
                <a:lnTo>
                  <a:pt x="2081" y="164"/>
                </a:lnTo>
                <a:lnTo>
                  <a:pt x="2082" y="164"/>
                </a:lnTo>
                <a:lnTo>
                  <a:pt x="2082" y="163"/>
                </a:lnTo>
                <a:lnTo>
                  <a:pt x="2083" y="163"/>
                </a:lnTo>
                <a:lnTo>
                  <a:pt x="2083" y="164"/>
                </a:lnTo>
                <a:lnTo>
                  <a:pt x="2083" y="163"/>
                </a:lnTo>
                <a:lnTo>
                  <a:pt x="2084" y="163"/>
                </a:lnTo>
                <a:lnTo>
                  <a:pt x="2084" y="162"/>
                </a:lnTo>
                <a:lnTo>
                  <a:pt x="2085" y="162"/>
                </a:lnTo>
                <a:lnTo>
                  <a:pt x="2085" y="161"/>
                </a:lnTo>
                <a:lnTo>
                  <a:pt x="2085" y="160"/>
                </a:lnTo>
                <a:lnTo>
                  <a:pt x="2086" y="160"/>
                </a:lnTo>
                <a:lnTo>
                  <a:pt x="2087" y="160"/>
                </a:lnTo>
                <a:lnTo>
                  <a:pt x="2088" y="160"/>
                </a:lnTo>
                <a:lnTo>
                  <a:pt x="2090" y="160"/>
                </a:lnTo>
                <a:lnTo>
                  <a:pt x="2090" y="159"/>
                </a:lnTo>
                <a:lnTo>
                  <a:pt x="2090" y="158"/>
                </a:lnTo>
                <a:lnTo>
                  <a:pt x="2091" y="158"/>
                </a:lnTo>
                <a:lnTo>
                  <a:pt x="2091" y="157"/>
                </a:lnTo>
                <a:lnTo>
                  <a:pt x="2093" y="157"/>
                </a:lnTo>
                <a:lnTo>
                  <a:pt x="2094" y="157"/>
                </a:lnTo>
                <a:lnTo>
                  <a:pt x="2094" y="156"/>
                </a:lnTo>
                <a:lnTo>
                  <a:pt x="2093" y="156"/>
                </a:lnTo>
                <a:lnTo>
                  <a:pt x="2093" y="155"/>
                </a:lnTo>
                <a:lnTo>
                  <a:pt x="2094" y="155"/>
                </a:lnTo>
                <a:lnTo>
                  <a:pt x="2096" y="155"/>
                </a:lnTo>
                <a:lnTo>
                  <a:pt x="2096" y="154"/>
                </a:lnTo>
                <a:lnTo>
                  <a:pt x="2097" y="154"/>
                </a:lnTo>
                <a:lnTo>
                  <a:pt x="2098" y="154"/>
                </a:lnTo>
                <a:lnTo>
                  <a:pt x="2099" y="154"/>
                </a:lnTo>
                <a:lnTo>
                  <a:pt x="2099" y="153"/>
                </a:lnTo>
                <a:lnTo>
                  <a:pt x="2100" y="153"/>
                </a:lnTo>
                <a:lnTo>
                  <a:pt x="2101" y="152"/>
                </a:lnTo>
                <a:lnTo>
                  <a:pt x="2100" y="152"/>
                </a:lnTo>
                <a:lnTo>
                  <a:pt x="2100" y="150"/>
                </a:lnTo>
                <a:lnTo>
                  <a:pt x="2100" y="149"/>
                </a:lnTo>
                <a:lnTo>
                  <a:pt x="2101" y="149"/>
                </a:lnTo>
                <a:lnTo>
                  <a:pt x="2103" y="149"/>
                </a:lnTo>
                <a:lnTo>
                  <a:pt x="2104" y="149"/>
                </a:lnTo>
                <a:lnTo>
                  <a:pt x="2105" y="149"/>
                </a:lnTo>
                <a:lnTo>
                  <a:pt x="2106" y="149"/>
                </a:lnTo>
                <a:lnTo>
                  <a:pt x="2107" y="149"/>
                </a:lnTo>
                <a:lnTo>
                  <a:pt x="2107" y="147"/>
                </a:lnTo>
                <a:lnTo>
                  <a:pt x="2106" y="147"/>
                </a:lnTo>
                <a:lnTo>
                  <a:pt x="2106" y="146"/>
                </a:lnTo>
                <a:lnTo>
                  <a:pt x="2107" y="146"/>
                </a:lnTo>
                <a:lnTo>
                  <a:pt x="2108" y="146"/>
                </a:lnTo>
                <a:lnTo>
                  <a:pt x="2109" y="146"/>
                </a:lnTo>
                <a:lnTo>
                  <a:pt x="2110" y="146"/>
                </a:lnTo>
                <a:lnTo>
                  <a:pt x="2111" y="146"/>
                </a:lnTo>
                <a:lnTo>
                  <a:pt x="2112" y="146"/>
                </a:lnTo>
                <a:lnTo>
                  <a:pt x="2112" y="145"/>
                </a:lnTo>
                <a:lnTo>
                  <a:pt x="2113" y="145"/>
                </a:lnTo>
                <a:lnTo>
                  <a:pt x="2114" y="145"/>
                </a:lnTo>
                <a:lnTo>
                  <a:pt x="2115" y="145"/>
                </a:lnTo>
                <a:lnTo>
                  <a:pt x="2116" y="145"/>
                </a:lnTo>
                <a:lnTo>
                  <a:pt x="2117" y="144"/>
                </a:lnTo>
                <a:lnTo>
                  <a:pt x="2117" y="143"/>
                </a:lnTo>
                <a:lnTo>
                  <a:pt x="2117" y="142"/>
                </a:lnTo>
                <a:lnTo>
                  <a:pt x="2117" y="141"/>
                </a:lnTo>
                <a:lnTo>
                  <a:pt x="2118" y="141"/>
                </a:lnTo>
                <a:lnTo>
                  <a:pt x="2118" y="140"/>
                </a:lnTo>
                <a:lnTo>
                  <a:pt x="2119" y="140"/>
                </a:lnTo>
                <a:lnTo>
                  <a:pt x="2119" y="139"/>
                </a:lnTo>
                <a:lnTo>
                  <a:pt x="2120" y="139"/>
                </a:lnTo>
                <a:lnTo>
                  <a:pt x="2121" y="139"/>
                </a:lnTo>
                <a:lnTo>
                  <a:pt x="2121" y="138"/>
                </a:lnTo>
                <a:lnTo>
                  <a:pt x="2121" y="137"/>
                </a:lnTo>
                <a:lnTo>
                  <a:pt x="2122" y="137"/>
                </a:lnTo>
                <a:lnTo>
                  <a:pt x="2122" y="136"/>
                </a:lnTo>
                <a:lnTo>
                  <a:pt x="2122" y="135"/>
                </a:lnTo>
                <a:lnTo>
                  <a:pt x="2121" y="135"/>
                </a:lnTo>
                <a:lnTo>
                  <a:pt x="2120" y="135"/>
                </a:lnTo>
                <a:lnTo>
                  <a:pt x="2120" y="134"/>
                </a:lnTo>
                <a:lnTo>
                  <a:pt x="2119" y="134"/>
                </a:lnTo>
                <a:lnTo>
                  <a:pt x="2119" y="133"/>
                </a:lnTo>
                <a:lnTo>
                  <a:pt x="2119" y="132"/>
                </a:lnTo>
                <a:lnTo>
                  <a:pt x="2120" y="131"/>
                </a:lnTo>
                <a:lnTo>
                  <a:pt x="2121" y="131"/>
                </a:lnTo>
                <a:lnTo>
                  <a:pt x="2121" y="130"/>
                </a:lnTo>
                <a:lnTo>
                  <a:pt x="2122" y="130"/>
                </a:lnTo>
                <a:lnTo>
                  <a:pt x="2123" y="129"/>
                </a:lnTo>
                <a:lnTo>
                  <a:pt x="2124" y="129"/>
                </a:lnTo>
                <a:lnTo>
                  <a:pt x="2125" y="129"/>
                </a:lnTo>
                <a:lnTo>
                  <a:pt x="2125" y="128"/>
                </a:lnTo>
                <a:lnTo>
                  <a:pt x="2124" y="128"/>
                </a:lnTo>
                <a:lnTo>
                  <a:pt x="2124" y="127"/>
                </a:lnTo>
                <a:lnTo>
                  <a:pt x="2125" y="127"/>
                </a:lnTo>
                <a:lnTo>
                  <a:pt x="2126" y="127"/>
                </a:lnTo>
                <a:lnTo>
                  <a:pt x="2126" y="126"/>
                </a:lnTo>
                <a:lnTo>
                  <a:pt x="2126" y="125"/>
                </a:lnTo>
                <a:lnTo>
                  <a:pt x="2126" y="124"/>
                </a:lnTo>
                <a:lnTo>
                  <a:pt x="2126" y="123"/>
                </a:lnTo>
                <a:lnTo>
                  <a:pt x="2126" y="122"/>
                </a:lnTo>
                <a:lnTo>
                  <a:pt x="2127" y="122"/>
                </a:lnTo>
                <a:lnTo>
                  <a:pt x="2128" y="121"/>
                </a:lnTo>
                <a:lnTo>
                  <a:pt x="2128" y="120"/>
                </a:lnTo>
                <a:lnTo>
                  <a:pt x="2127" y="119"/>
                </a:lnTo>
                <a:lnTo>
                  <a:pt x="2126" y="119"/>
                </a:lnTo>
                <a:lnTo>
                  <a:pt x="2126" y="118"/>
                </a:lnTo>
                <a:lnTo>
                  <a:pt x="2125" y="117"/>
                </a:lnTo>
                <a:lnTo>
                  <a:pt x="2125" y="116"/>
                </a:lnTo>
                <a:lnTo>
                  <a:pt x="2124" y="116"/>
                </a:lnTo>
                <a:lnTo>
                  <a:pt x="2124" y="115"/>
                </a:lnTo>
                <a:lnTo>
                  <a:pt x="2124" y="114"/>
                </a:lnTo>
                <a:lnTo>
                  <a:pt x="2124" y="113"/>
                </a:lnTo>
                <a:lnTo>
                  <a:pt x="2125" y="113"/>
                </a:lnTo>
                <a:lnTo>
                  <a:pt x="2125" y="112"/>
                </a:lnTo>
                <a:lnTo>
                  <a:pt x="2126" y="112"/>
                </a:lnTo>
                <a:lnTo>
                  <a:pt x="2126" y="111"/>
                </a:lnTo>
                <a:lnTo>
                  <a:pt x="2125" y="111"/>
                </a:lnTo>
                <a:lnTo>
                  <a:pt x="2125" y="110"/>
                </a:lnTo>
                <a:lnTo>
                  <a:pt x="2124" y="110"/>
                </a:lnTo>
                <a:lnTo>
                  <a:pt x="2123" y="110"/>
                </a:lnTo>
                <a:lnTo>
                  <a:pt x="2122" y="110"/>
                </a:lnTo>
                <a:lnTo>
                  <a:pt x="2121" y="110"/>
                </a:lnTo>
                <a:lnTo>
                  <a:pt x="2121" y="109"/>
                </a:lnTo>
                <a:lnTo>
                  <a:pt x="2121" y="108"/>
                </a:lnTo>
                <a:lnTo>
                  <a:pt x="2120" y="108"/>
                </a:lnTo>
                <a:lnTo>
                  <a:pt x="2120" y="107"/>
                </a:lnTo>
                <a:lnTo>
                  <a:pt x="2119" y="107"/>
                </a:lnTo>
                <a:lnTo>
                  <a:pt x="2118" y="107"/>
                </a:lnTo>
                <a:lnTo>
                  <a:pt x="2117" y="106"/>
                </a:lnTo>
                <a:lnTo>
                  <a:pt x="2116" y="106"/>
                </a:lnTo>
                <a:lnTo>
                  <a:pt x="2115" y="105"/>
                </a:lnTo>
                <a:lnTo>
                  <a:pt x="2114" y="105"/>
                </a:lnTo>
                <a:lnTo>
                  <a:pt x="2114" y="104"/>
                </a:lnTo>
                <a:lnTo>
                  <a:pt x="2114" y="103"/>
                </a:lnTo>
                <a:lnTo>
                  <a:pt x="2114" y="102"/>
                </a:lnTo>
                <a:lnTo>
                  <a:pt x="2113" y="102"/>
                </a:lnTo>
                <a:lnTo>
                  <a:pt x="2113" y="101"/>
                </a:lnTo>
                <a:lnTo>
                  <a:pt x="2113" y="100"/>
                </a:lnTo>
                <a:lnTo>
                  <a:pt x="2115" y="100"/>
                </a:lnTo>
                <a:lnTo>
                  <a:pt x="2116" y="100"/>
                </a:lnTo>
                <a:lnTo>
                  <a:pt x="2116" y="99"/>
                </a:lnTo>
                <a:lnTo>
                  <a:pt x="2116" y="98"/>
                </a:lnTo>
                <a:lnTo>
                  <a:pt x="2115" y="98"/>
                </a:lnTo>
                <a:lnTo>
                  <a:pt x="2115" y="97"/>
                </a:lnTo>
                <a:lnTo>
                  <a:pt x="2116" y="97"/>
                </a:lnTo>
                <a:lnTo>
                  <a:pt x="2117" y="96"/>
                </a:lnTo>
                <a:lnTo>
                  <a:pt x="2117" y="95"/>
                </a:lnTo>
                <a:lnTo>
                  <a:pt x="2118" y="94"/>
                </a:lnTo>
                <a:lnTo>
                  <a:pt x="2119" y="93"/>
                </a:lnTo>
                <a:lnTo>
                  <a:pt x="2119" y="92"/>
                </a:lnTo>
                <a:lnTo>
                  <a:pt x="2119" y="91"/>
                </a:lnTo>
                <a:lnTo>
                  <a:pt x="2119" y="90"/>
                </a:lnTo>
                <a:lnTo>
                  <a:pt x="2119" y="89"/>
                </a:lnTo>
                <a:lnTo>
                  <a:pt x="2119" y="88"/>
                </a:lnTo>
                <a:lnTo>
                  <a:pt x="2120" y="88"/>
                </a:lnTo>
                <a:lnTo>
                  <a:pt x="2120" y="87"/>
                </a:lnTo>
                <a:lnTo>
                  <a:pt x="2121" y="87"/>
                </a:lnTo>
                <a:lnTo>
                  <a:pt x="2121" y="86"/>
                </a:lnTo>
                <a:lnTo>
                  <a:pt x="2120" y="86"/>
                </a:lnTo>
                <a:lnTo>
                  <a:pt x="2120" y="85"/>
                </a:lnTo>
                <a:lnTo>
                  <a:pt x="2119" y="85"/>
                </a:lnTo>
                <a:lnTo>
                  <a:pt x="2119" y="84"/>
                </a:lnTo>
                <a:lnTo>
                  <a:pt x="2120" y="84"/>
                </a:lnTo>
                <a:lnTo>
                  <a:pt x="2121" y="84"/>
                </a:lnTo>
                <a:lnTo>
                  <a:pt x="2122" y="83"/>
                </a:lnTo>
                <a:lnTo>
                  <a:pt x="2123" y="83"/>
                </a:lnTo>
                <a:lnTo>
                  <a:pt x="2123" y="82"/>
                </a:lnTo>
                <a:lnTo>
                  <a:pt x="2123" y="81"/>
                </a:lnTo>
                <a:lnTo>
                  <a:pt x="2122" y="81"/>
                </a:lnTo>
                <a:lnTo>
                  <a:pt x="2120" y="81"/>
                </a:lnTo>
                <a:lnTo>
                  <a:pt x="2119" y="81"/>
                </a:lnTo>
                <a:lnTo>
                  <a:pt x="2118" y="80"/>
                </a:lnTo>
                <a:lnTo>
                  <a:pt x="2117" y="79"/>
                </a:lnTo>
                <a:lnTo>
                  <a:pt x="2116" y="79"/>
                </a:lnTo>
                <a:lnTo>
                  <a:pt x="2115" y="79"/>
                </a:lnTo>
                <a:lnTo>
                  <a:pt x="2114" y="79"/>
                </a:lnTo>
                <a:lnTo>
                  <a:pt x="2113" y="79"/>
                </a:lnTo>
                <a:lnTo>
                  <a:pt x="2113" y="78"/>
                </a:lnTo>
                <a:lnTo>
                  <a:pt x="2112" y="78"/>
                </a:lnTo>
                <a:lnTo>
                  <a:pt x="2112" y="77"/>
                </a:lnTo>
                <a:lnTo>
                  <a:pt x="2111" y="77"/>
                </a:lnTo>
                <a:lnTo>
                  <a:pt x="2111" y="76"/>
                </a:lnTo>
                <a:lnTo>
                  <a:pt x="2109" y="76"/>
                </a:lnTo>
                <a:lnTo>
                  <a:pt x="2108" y="76"/>
                </a:lnTo>
                <a:lnTo>
                  <a:pt x="2107" y="76"/>
                </a:lnTo>
                <a:lnTo>
                  <a:pt x="2106" y="75"/>
                </a:lnTo>
                <a:lnTo>
                  <a:pt x="2104" y="74"/>
                </a:lnTo>
                <a:lnTo>
                  <a:pt x="2101" y="73"/>
                </a:lnTo>
                <a:lnTo>
                  <a:pt x="2101" y="72"/>
                </a:lnTo>
                <a:lnTo>
                  <a:pt x="2099" y="71"/>
                </a:lnTo>
                <a:lnTo>
                  <a:pt x="2098" y="71"/>
                </a:lnTo>
                <a:lnTo>
                  <a:pt x="2097" y="72"/>
                </a:lnTo>
                <a:lnTo>
                  <a:pt x="2096" y="72"/>
                </a:lnTo>
                <a:lnTo>
                  <a:pt x="2095" y="72"/>
                </a:lnTo>
                <a:lnTo>
                  <a:pt x="2094" y="73"/>
                </a:lnTo>
                <a:lnTo>
                  <a:pt x="2094" y="74"/>
                </a:lnTo>
                <a:lnTo>
                  <a:pt x="2093" y="74"/>
                </a:lnTo>
                <a:lnTo>
                  <a:pt x="2091" y="74"/>
                </a:lnTo>
                <a:lnTo>
                  <a:pt x="2090" y="74"/>
                </a:lnTo>
                <a:lnTo>
                  <a:pt x="2088" y="74"/>
                </a:lnTo>
                <a:lnTo>
                  <a:pt x="2085" y="74"/>
                </a:lnTo>
                <a:lnTo>
                  <a:pt x="2085" y="73"/>
                </a:lnTo>
                <a:lnTo>
                  <a:pt x="2084" y="73"/>
                </a:lnTo>
                <a:lnTo>
                  <a:pt x="2083" y="73"/>
                </a:lnTo>
                <a:lnTo>
                  <a:pt x="2082" y="73"/>
                </a:lnTo>
                <a:lnTo>
                  <a:pt x="2082" y="74"/>
                </a:lnTo>
                <a:lnTo>
                  <a:pt x="2081" y="74"/>
                </a:lnTo>
                <a:lnTo>
                  <a:pt x="2081" y="75"/>
                </a:lnTo>
                <a:lnTo>
                  <a:pt x="2080" y="75"/>
                </a:lnTo>
                <a:lnTo>
                  <a:pt x="2079" y="75"/>
                </a:lnTo>
                <a:lnTo>
                  <a:pt x="2079" y="76"/>
                </a:lnTo>
                <a:lnTo>
                  <a:pt x="2078" y="76"/>
                </a:lnTo>
                <a:lnTo>
                  <a:pt x="2077" y="76"/>
                </a:lnTo>
                <a:lnTo>
                  <a:pt x="2077" y="77"/>
                </a:lnTo>
                <a:lnTo>
                  <a:pt x="2076" y="77"/>
                </a:lnTo>
                <a:lnTo>
                  <a:pt x="2075" y="77"/>
                </a:lnTo>
                <a:lnTo>
                  <a:pt x="2075" y="78"/>
                </a:lnTo>
                <a:lnTo>
                  <a:pt x="2074" y="78"/>
                </a:lnTo>
                <a:lnTo>
                  <a:pt x="2073" y="78"/>
                </a:lnTo>
                <a:lnTo>
                  <a:pt x="2071" y="77"/>
                </a:lnTo>
                <a:lnTo>
                  <a:pt x="2070" y="77"/>
                </a:lnTo>
                <a:lnTo>
                  <a:pt x="2069" y="77"/>
                </a:lnTo>
                <a:lnTo>
                  <a:pt x="2068" y="77"/>
                </a:lnTo>
                <a:lnTo>
                  <a:pt x="2067" y="77"/>
                </a:lnTo>
                <a:lnTo>
                  <a:pt x="2066" y="77"/>
                </a:lnTo>
                <a:lnTo>
                  <a:pt x="2065" y="77"/>
                </a:lnTo>
                <a:lnTo>
                  <a:pt x="2064" y="77"/>
                </a:lnTo>
                <a:lnTo>
                  <a:pt x="2063" y="77"/>
                </a:lnTo>
                <a:lnTo>
                  <a:pt x="2062" y="77"/>
                </a:lnTo>
                <a:lnTo>
                  <a:pt x="2062" y="76"/>
                </a:lnTo>
                <a:lnTo>
                  <a:pt x="2061" y="76"/>
                </a:lnTo>
                <a:lnTo>
                  <a:pt x="2061" y="75"/>
                </a:lnTo>
                <a:lnTo>
                  <a:pt x="2061" y="73"/>
                </a:lnTo>
                <a:lnTo>
                  <a:pt x="2060" y="72"/>
                </a:lnTo>
                <a:lnTo>
                  <a:pt x="2060" y="71"/>
                </a:lnTo>
                <a:lnTo>
                  <a:pt x="2061" y="69"/>
                </a:lnTo>
                <a:lnTo>
                  <a:pt x="2061" y="68"/>
                </a:lnTo>
                <a:lnTo>
                  <a:pt x="2062" y="67"/>
                </a:lnTo>
                <a:lnTo>
                  <a:pt x="2062" y="66"/>
                </a:lnTo>
                <a:lnTo>
                  <a:pt x="2063" y="66"/>
                </a:lnTo>
                <a:lnTo>
                  <a:pt x="2063" y="65"/>
                </a:lnTo>
                <a:lnTo>
                  <a:pt x="2063" y="64"/>
                </a:lnTo>
                <a:lnTo>
                  <a:pt x="2062" y="63"/>
                </a:lnTo>
                <a:lnTo>
                  <a:pt x="2062" y="62"/>
                </a:lnTo>
                <a:lnTo>
                  <a:pt x="2062" y="61"/>
                </a:lnTo>
                <a:lnTo>
                  <a:pt x="2061" y="60"/>
                </a:lnTo>
                <a:lnTo>
                  <a:pt x="2060" y="60"/>
                </a:lnTo>
                <a:lnTo>
                  <a:pt x="2060" y="59"/>
                </a:lnTo>
                <a:lnTo>
                  <a:pt x="2060" y="58"/>
                </a:lnTo>
                <a:lnTo>
                  <a:pt x="2060" y="57"/>
                </a:lnTo>
                <a:lnTo>
                  <a:pt x="2063" y="57"/>
                </a:lnTo>
                <a:lnTo>
                  <a:pt x="2064" y="57"/>
                </a:lnTo>
                <a:lnTo>
                  <a:pt x="2065" y="57"/>
                </a:lnTo>
                <a:lnTo>
                  <a:pt x="2066" y="57"/>
                </a:lnTo>
                <a:lnTo>
                  <a:pt x="2066" y="56"/>
                </a:lnTo>
                <a:lnTo>
                  <a:pt x="2067" y="56"/>
                </a:lnTo>
                <a:lnTo>
                  <a:pt x="2067" y="55"/>
                </a:lnTo>
                <a:lnTo>
                  <a:pt x="2068" y="55"/>
                </a:lnTo>
                <a:lnTo>
                  <a:pt x="2069" y="55"/>
                </a:lnTo>
                <a:lnTo>
                  <a:pt x="2069" y="54"/>
                </a:lnTo>
                <a:lnTo>
                  <a:pt x="2070" y="54"/>
                </a:lnTo>
                <a:lnTo>
                  <a:pt x="2072" y="54"/>
                </a:lnTo>
                <a:lnTo>
                  <a:pt x="2073" y="54"/>
                </a:lnTo>
                <a:lnTo>
                  <a:pt x="2074" y="54"/>
                </a:lnTo>
                <a:lnTo>
                  <a:pt x="2075" y="54"/>
                </a:lnTo>
                <a:lnTo>
                  <a:pt x="2075" y="53"/>
                </a:lnTo>
                <a:lnTo>
                  <a:pt x="2075" y="52"/>
                </a:lnTo>
                <a:lnTo>
                  <a:pt x="2076" y="52"/>
                </a:lnTo>
                <a:lnTo>
                  <a:pt x="2077" y="52"/>
                </a:lnTo>
                <a:lnTo>
                  <a:pt x="2077" y="51"/>
                </a:lnTo>
                <a:lnTo>
                  <a:pt x="2078" y="51"/>
                </a:lnTo>
                <a:lnTo>
                  <a:pt x="2078" y="50"/>
                </a:lnTo>
                <a:lnTo>
                  <a:pt x="2079" y="50"/>
                </a:lnTo>
                <a:lnTo>
                  <a:pt x="2080" y="49"/>
                </a:lnTo>
                <a:lnTo>
                  <a:pt x="2081" y="49"/>
                </a:lnTo>
                <a:lnTo>
                  <a:pt x="2082" y="49"/>
                </a:lnTo>
                <a:lnTo>
                  <a:pt x="2083" y="49"/>
                </a:lnTo>
                <a:lnTo>
                  <a:pt x="2083" y="48"/>
                </a:lnTo>
                <a:lnTo>
                  <a:pt x="2084" y="48"/>
                </a:lnTo>
                <a:lnTo>
                  <a:pt x="2084" y="47"/>
                </a:lnTo>
                <a:lnTo>
                  <a:pt x="2084" y="46"/>
                </a:lnTo>
                <a:lnTo>
                  <a:pt x="2084" y="45"/>
                </a:lnTo>
                <a:lnTo>
                  <a:pt x="2085" y="45"/>
                </a:lnTo>
                <a:lnTo>
                  <a:pt x="2088" y="45"/>
                </a:lnTo>
                <a:lnTo>
                  <a:pt x="2089" y="45"/>
                </a:lnTo>
                <a:lnTo>
                  <a:pt x="2089" y="44"/>
                </a:lnTo>
                <a:lnTo>
                  <a:pt x="2088" y="44"/>
                </a:lnTo>
                <a:lnTo>
                  <a:pt x="2088" y="43"/>
                </a:lnTo>
                <a:lnTo>
                  <a:pt x="2089" y="43"/>
                </a:lnTo>
                <a:lnTo>
                  <a:pt x="2089" y="42"/>
                </a:lnTo>
                <a:lnTo>
                  <a:pt x="2089" y="41"/>
                </a:lnTo>
                <a:lnTo>
                  <a:pt x="2090" y="41"/>
                </a:lnTo>
                <a:lnTo>
                  <a:pt x="2090" y="40"/>
                </a:lnTo>
                <a:lnTo>
                  <a:pt x="2091" y="40"/>
                </a:lnTo>
                <a:lnTo>
                  <a:pt x="2092" y="40"/>
                </a:lnTo>
                <a:lnTo>
                  <a:pt x="2093" y="40"/>
                </a:lnTo>
                <a:lnTo>
                  <a:pt x="2093" y="39"/>
                </a:lnTo>
                <a:lnTo>
                  <a:pt x="2094" y="39"/>
                </a:lnTo>
                <a:lnTo>
                  <a:pt x="2094" y="38"/>
                </a:lnTo>
                <a:lnTo>
                  <a:pt x="2095" y="38"/>
                </a:lnTo>
                <a:lnTo>
                  <a:pt x="2095" y="37"/>
                </a:lnTo>
                <a:lnTo>
                  <a:pt x="2096" y="36"/>
                </a:lnTo>
                <a:lnTo>
                  <a:pt x="2097" y="35"/>
                </a:lnTo>
                <a:lnTo>
                  <a:pt x="2097" y="34"/>
                </a:lnTo>
                <a:lnTo>
                  <a:pt x="2098" y="34"/>
                </a:lnTo>
                <a:lnTo>
                  <a:pt x="2099" y="33"/>
                </a:lnTo>
                <a:lnTo>
                  <a:pt x="2100" y="33"/>
                </a:lnTo>
                <a:lnTo>
                  <a:pt x="2101" y="32"/>
                </a:lnTo>
                <a:lnTo>
                  <a:pt x="2102" y="32"/>
                </a:lnTo>
                <a:lnTo>
                  <a:pt x="2103" y="31"/>
                </a:lnTo>
                <a:lnTo>
                  <a:pt x="2103" y="30"/>
                </a:lnTo>
                <a:lnTo>
                  <a:pt x="2104" y="30"/>
                </a:lnTo>
                <a:lnTo>
                  <a:pt x="2105" y="30"/>
                </a:lnTo>
                <a:lnTo>
                  <a:pt x="2105" y="29"/>
                </a:lnTo>
                <a:lnTo>
                  <a:pt x="2106" y="28"/>
                </a:lnTo>
                <a:lnTo>
                  <a:pt x="2106" y="27"/>
                </a:lnTo>
                <a:lnTo>
                  <a:pt x="2107" y="26"/>
                </a:lnTo>
                <a:lnTo>
                  <a:pt x="2108" y="26"/>
                </a:lnTo>
                <a:lnTo>
                  <a:pt x="2109" y="26"/>
                </a:lnTo>
                <a:lnTo>
                  <a:pt x="2110" y="26"/>
                </a:lnTo>
                <a:lnTo>
                  <a:pt x="2111" y="26"/>
                </a:lnTo>
                <a:lnTo>
                  <a:pt x="2111" y="25"/>
                </a:lnTo>
                <a:lnTo>
                  <a:pt x="2112" y="25"/>
                </a:lnTo>
                <a:lnTo>
                  <a:pt x="2112" y="24"/>
                </a:lnTo>
                <a:lnTo>
                  <a:pt x="2113" y="24"/>
                </a:lnTo>
                <a:lnTo>
                  <a:pt x="2114" y="24"/>
                </a:lnTo>
                <a:lnTo>
                  <a:pt x="2115" y="24"/>
                </a:lnTo>
                <a:lnTo>
                  <a:pt x="2115" y="23"/>
                </a:lnTo>
                <a:lnTo>
                  <a:pt x="2116" y="23"/>
                </a:lnTo>
                <a:lnTo>
                  <a:pt x="2116" y="22"/>
                </a:lnTo>
                <a:lnTo>
                  <a:pt x="2116" y="21"/>
                </a:lnTo>
                <a:lnTo>
                  <a:pt x="2117" y="21"/>
                </a:lnTo>
                <a:lnTo>
                  <a:pt x="2118" y="21"/>
                </a:lnTo>
                <a:lnTo>
                  <a:pt x="2118" y="20"/>
                </a:lnTo>
                <a:lnTo>
                  <a:pt x="2119" y="20"/>
                </a:lnTo>
                <a:lnTo>
                  <a:pt x="2120" y="20"/>
                </a:lnTo>
                <a:lnTo>
                  <a:pt x="2120" y="19"/>
                </a:lnTo>
                <a:lnTo>
                  <a:pt x="2119" y="19"/>
                </a:lnTo>
                <a:lnTo>
                  <a:pt x="2120" y="19"/>
                </a:lnTo>
                <a:lnTo>
                  <a:pt x="2120" y="18"/>
                </a:lnTo>
                <a:lnTo>
                  <a:pt x="2119" y="17"/>
                </a:lnTo>
                <a:lnTo>
                  <a:pt x="2120" y="17"/>
                </a:lnTo>
                <a:lnTo>
                  <a:pt x="2120" y="16"/>
                </a:lnTo>
                <a:lnTo>
                  <a:pt x="2121" y="16"/>
                </a:lnTo>
                <a:lnTo>
                  <a:pt x="2122" y="15"/>
                </a:lnTo>
                <a:lnTo>
                  <a:pt x="2123" y="15"/>
                </a:lnTo>
                <a:lnTo>
                  <a:pt x="2123" y="14"/>
                </a:lnTo>
                <a:lnTo>
                  <a:pt x="2124" y="13"/>
                </a:lnTo>
                <a:lnTo>
                  <a:pt x="2125" y="13"/>
                </a:lnTo>
                <a:lnTo>
                  <a:pt x="2126" y="13"/>
                </a:lnTo>
                <a:lnTo>
                  <a:pt x="2127" y="13"/>
                </a:lnTo>
                <a:lnTo>
                  <a:pt x="2128" y="12"/>
                </a:lnTo>
                <a:lnTo>
                  <a:pt x="2129" y="12"/>
                </a:lnTo>
                <a:lnTo>
                  <a:pt x="2129" y="11"/>
                </a:lnTo>
                <a:lnTo>
                  <a:pt x="2130" y="11"/>
                </a:lnTo>
                <a:lnTo>
                  <a:pt x="2130" y="10"/>
                </a:lnTo>
                <a:lnTo>
                  <a:pt x="2131" y="10"/>
                </a:lnTo>
                <a:lnTo>
                  <a:pt x="2132" y="10"/>
                </a:lnTo>
                <a:lnTo>
                  <a:pt x="2133" y="10"/>
                </a:lnTo>
                <a:lnTo>
                  <a:pt x="2133" y="9"/>
                </a:lnTo>
                <a:lnTo>
                  <a:pt x="2132" y="9"/>
                </a:lnTo>
                <a:lnTo>
                  <a:pt x="2132" y="8"/>
                </a:lnTo>
                <a:lnTo>
                  <a:pt x="2131" y="8"/>
                </a:lnTo>
                <a:lnTo>
                  <a:pt x="2131" y="7"/>
                </a:lnTo>
                <a:lnTo>
                  <a:pt x="2132" y="7"/>
                </a:lnTo>
                <a:lnTo>
                  <a:pt x="2133" y="7"/>
                </a:lnTo>
                <a:lnTo>
                  <a:pt x="2134" y="7"/>
                </a:lnTo>
                <a:lnTo>
                  <a:pt x="2134" y="6"/>
                </a:lnTo>
                <a:lnTo>
                  <a:pt x="2135" y="6"/>
                </a:lnTo>
                <a:lnTo>
                  <a:pt x="2136" y="6"/>
                </a:lnTo>
                <a:lnTo>
                  <a:pt x="2137" y="6"/>
                </a:lnTo>
                <a:lnTo>
                  <a:pt x="2137" y="5"/>
                </a:lnTo>
                <a:lnTo>
                  <a:pt x="2138" y="5"/>
                </a:lnTo>
                <a:lnTo>
                  <a:pt x="2139" y="5"/>
                </a:lnTo>
                <a:lnTo>
                  <a:pt x="2139" y="6"/>
                </a:lnTo>
                <a:lnTo>
                  <a:pt x="2139" y="5"/>
                </a:lnTo>
                <a:lnTo>
                  <a:pt x="2141" y="5"/>
                </a:lnTo>
                <a:lnTo>
                  <a:pt x="2142" y="5"/>
                </a:lnTo>
                <a:lnTo>
                  <a:pt x="2142" y="4"/>
                </a:lnTo>
                <a:lnTo>
                  <a:pt x="2143" y="4"/>
                </a:lnTo>
                <a:lnTo>
                  <a:pt x="2144" y="4"/>
                </a:lnTo>
                <a:lnTo>
                  <a:pt x="2144" y="5"/>
                </a:lnTo>
                <a:lnTo>
                  <a:pt x="2145" y="5"/>
                </a:lnTo>
                <a:lnTo>
                  <a:pt x="2146" y="5"/>
                </a:lnTo>
                <a:lnTo>
                  <a:pt x="2147" y="5"/>
                </a:lnTo>
                <a:lnTo>
                  <a:pt x="2150" y="5"/>
                </a:lnTo>
                <a:lnTo>
                  <a:pt x="2151" y="5"/>
                </a:lnTo>
                <a:lnTo>
                  <a:pt x="2152" y="5"/>
                </a:lnTo>
                <a:lnTo>
                  <a:pt x="2153" y="4"/>
                </a:lnTo>
                <a:lnTo>
                  <a:pt x="2154" y="4"/>
                </a:lnTo>
                <a:lnTo>
                  <a:pt x="2155" y="4"/>
                </a:lnTo>
                <a:lnTo>
                  <a:pt x="2155" y="3"/>
                </a:lnTo>
                <a:lnTo>
                  <a:pt x="2156" y="3"/>
                </a:lnTo>
                <a:lnTo>
                  <a:pt x="2156" y="4"/>
                </a:lnTo>
                <a:lnTo>
                  <a:pt x="2157" y="4"/>
                </a:lnTo>
                <a:lnTo>
                  <a:pt x="2158" y="5"/>
                </a:lnTo>
                <a:lnTo>
                  <a:pt x="2158" y="6"/>
                </a:lnTo>
                <a:lnTo>
                  <a:pt x="2159" y="6"/>
                </a:lnTo>
                <a:lnTo>
                  <a:pt x="2160" y="6"/>
                </a:lnTo>
                <a:lnTo>
                  <a:pt x="2161" y="6"/>
                </a:lnTo>
                <a:lnTo>
                  <a:pt x="2162" y="6"/>
                </a:lnTo>
                <a:lnTo>
                  <a:pt x="2163" y="6"/>
                </a:lnTo>
                <a:lnTo>
                  <a:pt x="2164" y="6"/>
                </a:lnTo>
                <a:lnTo>
                  <a:pt x="2165" y="6"/>
                </a:lnTo>
                <a:lnTo>
                  <a:pt x="2167" y="6"/>
                </a:lnTo>
                <a:lnTo>
                  <a:pt x="2168" y="6"/>
                </a:lnTo>
                <a:lnTo>
                  <a:pt x="2169" y="6"/>
                </a:lnTo>
                <a:lnTo>
                  <a:pt x="2170" y="5"/>
                </a:lnTo>
                <a:lnTo>
                  <a:pt x="2171" y="5"/>
                </a:lnTo>
                <a:lnTo>
                  <a:pt x="2172" y="5"/>
                </a:lnTo>
                <a:lnTo>
                  <a:pt x="2173" y="5"/>
                </a:lnTo>
                <a:lnTo>
                  <a:pt x="2174" y="5"/>
                </a:lnTo>
                <a:lnTo>
                  <a:pt x="2174" y="4"/>
                </a:lnTo>
                <a:lnTo>
                  <a:pt x="2175" y="4"/>
                </a:lnTo>
                <a:lnTo>
                  <a:pt x="2175" y="3"/>
                </a:lnTo>
                <a:lnTo>
                  <a:pt x="2176" y="3"/>
                </a:lnTo>
                <a:lnTo>
                  <a:pt x="2176" y="2"/>
                </a:lnTo>
                <a:lnTo>
                  <a:pt x="2177" y="2"/>
                </a:lnTo>
                <a:lnTo>
                  <a:pt x="2178" y="2"/>
                </a:lnTo>
                <a:lnTo>
                  <a:pt x="2178" y="1"/>
                </a:lnTo>
                <a:lnTo>
                  <a:pt x="2180" y="1"/>
                </a:lnTo>
                <a:lnTo>
                  <a:pt x="2180" y="2"/>
                </a:lnTo>
                <a:lnTo>
                  <a:pt x="2181" y="2"/>
                </a:lnTo>
                <a:lnTo>
                  <a:pt x="2183" y="2"/>
                </a:lnTo>
                <a:lnTo>
                  <a:pt x="2184" y="2"/>
                </a:lnTo>
                <a:lnTo>
                  <a:pt x="2185" y="2"/>
                </a:lnTo>
                <a:lnTo>
                  <a:pt x="2186" y="2"/>
                </a:lnTo>
                <a:lnTo>
                  <a:pt x="2186" y="1"/>
                </a:lnTo>
                <a:lnTo>
                  <a:pt x="2186" y="2"/>
                </a:lnTo>
                <a:lnTo>
                  <a:pt x="2187" y="2"/>
                </a:lnTo>
                <a:lnTo>
                  <a:pt x="2188" y="2"/>
                </a:lnTo>
                <a:lnTo>
                  <a:pt x="2189" y="1"/>
                </a:lnTo>
                <a:lnTo>
                  <a:pt x="2190" y="1"/>
                </a:lnTo>
                <a:lnTo>
                  <a:pt x="2191" y="1"/>
                </a:lnTo>
                <a:lnTo>
                  <a:pt x="2191" y="0"/>
                </a:lnTo>
                <a:lnTo>
                  <a:pt x="2192" y="0"/>
                </a:lnTo>
                <a:lnTo>
                  <a:pt x="2192" y="1"/>
                </a:lnTo>
                <a:lnTo>
                  <a:pt x="219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8" name=""/>
          <p:cNvSpPr/>
          <p:nvPr/>
        </p:nvSpPr>
        <p:spPr>
          <a:xfrm>
            <a:off x="4762080" y="36637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9" name=""/>
          <p:cNvSpPr/>
          <p:nvPr/>
        </p:nvSpPr>
        <p:spPr>
          <a:xfrm>
            <a:off x="4762080" y="36637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10" name=""/>
          <p:cNvSpPr/>
          <p:nvPr/>
        </p:nvSpPr>
        <p:spPr>
          <a:xfrm>
            <a:off x="4762080" y="36637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11" name=""/>
          <p:cNvSpPr/>
          <p:nvPr/>
        </p:nvSpPr>
        <p:spPr>
          <a:xfrm>
            <a:off x="4762080" y="36637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12" name=""/>
          <p:cNvSpPr/>
          <p:nvPr/>
        </p:nvSpPr>
        <p:spPr>
          <a:xfrm>
            <a:off x="4768200" y="36576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13" name=""/>
          <p:cNvSpPr/>
          <p:nvPr/>
        </p:nvSpPr>
        <p:spPr>
          <a:xfrm>
            <a:off x="4768200" y="3656520"/>
            <a:ext cx="360" cy="1080"/>
          </a:xfrm>
          <a:custGeom>
            <a:avLst/>
            <a:gdLst/>
            <a:ahLst/>
            <a:rect l="0" t="0" r="r" b="b"/>
            <a:pathLst>
              <a:path w="1" h="3">
                <a:moveTo>
                  <a:pt x="0" y="3"/>
                </a:move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14" name=""/>
          <p:cNvSpPr/>
          <p:nvPr/>
        </p:nvSpPr>
        <p:spPr>
          <a:xfrm>
            <a:off x="4773240" y="365148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15" name=""/>
          <p:cNvSpPr/>
          <p:nvPr/>
        </p:nvSpPr>
        <p:spPr>
          <a:xfrm>
            <a:off x="4773240" y="36511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16" name=""/>
          <p:cNvSpPr/>
          <p:nvPr/>
        </p:nvSpPr>
        <p:spPr>
          <a:xfrm>
            <a:off x="4773960" y="36511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17" name=""/>
          <p:cNvSpPr/>
          <p:nvPr/>
        </p:nvSpPr>
        <p:spPr>
          <a:xfrm>
            <a:off x="4758120" y="3628800"/>
            <a:ext cx="60480" cy="41040"/>
          </a:xfrm>
          <a:custGeom>
            <a:avLst/>
            <a:gdLst/>
            <a:ahLst/>
            <a:rect l="0" t="0" r="r" b="b"/>
            <a:pathLst>
              <a:path w="168" h="114">
                <a:moveTo>
                  <a:pt x="11" y="98"/>
                </a:moveTo>
                <a:lnTo>
                  <a:pt x="11" y="99"/>
                </a:lnTo>
                <a:lnTo>
                  <a:pt x="11" y="100"/>
                </a:lnTo>
                <a:lnTo>
                  <a:pt x="12" y="100"/>
                </a:lnTo>
                <a:lnTo>
                  <a:pt x="11" y="100"/>
                </a:lnTo>
                <a:lnTo>
                  <a:pt x="11" y="101"/>
                </a:lnTo>
                <a:lnTo>
                  <a:pt x="11" y="102"/>
                </a:lnTo>
                <a:lnTo>
                  <a:pt x="11" y="101"/>
                </a:lnTo>
                <a:lnTo>
                  <a:pt x="12" y="101"/>
                </a:lnTo>
                <a:lnTo>
                  <a:pt x="12" y="100"/>
                </a:lnTo>
                <a:lnTo>
                  <a:pt x="13" y="100"/>
                </a:lnTo>
                <a:lnTo>
                  <a:pt x="14" y="99"/>
                </a:lnTo>
                <a:lnTo>
                  <a:pt x="15" y="99"/>
                </a:lnTo>
                <a:lnTo>
                  <a:pt x="16" y="99"/>
                </a:lnTo>
                <a:lnTo>
                  <a:pt x="16" y="98"/>
                </a:lnTo>
                <a:lnTo>
                  <a:pt x="16" y="97"/>
                </a:lnTo>
                <a:lnTo>
                  <a:pt x="16" y="96"/>
                </a:lnTo>
                <a:lnTo>
                  <a:pt x="16" y="97"/>
                </a:lnTo>
                <a:lnTo>
                  <a:pt x="17" y="97"/>
                </a:lnTo>
                <a:lnTo>
                  <a:pt x="17" y="96"/>
                </a:lnTo>
                <a:lnTo>
                  <a:pt x="17" y="95"/>
                </a:lnTo>
                <a:lnTo>
                  <a:pt x="18" y="95"/>
                </a:lnTo>
                <a:lnTo>
                  <a:pt x="18" y="94"/>
                </a:lnTo>
                <a:lnTo>
                  <a:pt x="18" y="93"/>
                </a:lnTo>
                <a:lnTo>
                  <a:pt x="18" y="92"/>
                </a:lnTo>
                <a:lnTo>
                  <a:pt x="17" y="91"/>
                </a:lnTo>
                <a:lnTo>
                  <a:pt x="17" y="90"/>
                </a:lnTo>
                <a:lnTo>
                  <a:pt x="16" y="90"/>
                </a:lnTo>
                <a:lnTo>
                  <a:pt x="15" y="90"/>
                </a:lnTo>
                <a:lnTo>
                  <a:pt x="15" y="89"/>
                </a:lnTo>
                <a:lnTo>
                  <a:pt x="15" y="88"/>
                </a:lnTo>
                <a:lnTo>
                  <a:pt x="15" y="87"/>
                </a:lnTo>
                <a:lnTo>
                  <a:pt x="16" y="87"/>
                </a:lnTo>
                <a:lnTo>
                  <a:pt x="16" y="86"/>
                </a:lnTo>
                <a:lnTo>
                  <a:pt x="17" y="86"/>
                </a:lnTo>
                <a:lnTo>
                  <a:pt x="17" y="85"/>
                </a:lnTo>
                <a:lnTo>
                  <a:pt x="18" y="85"/>
                </a:lnTo>
                <a:lnTo>
                  <a:pt x="18" y="84"/>
                </a:lnTo>
                <a:lnTo>
                  <a:pt x="19" y="84"/>
                </a:lnTo>
                <a:lnTo>
                  <a:pt x="19" y="83"/>
                </a:lnTo>
                <a:lnTo>
                  <a:pt x="20" y="83"/>
                </a:lnTo>
                <a:lnTo>
                  <a:pt x="20" y="82"/>
                </a:lnTo>
                <a:lnTo>
                  <a:pt x="21" y="82"/>
                </a:lnTo>
                <a:lnTo>
                  <a:pt x="21" y="81"/>
                </a:lnTo>
                <a:lnTo>
                  <a:pt x="22" y="80"/>
                </a:lnTo>
                <a:lnTo>
                  <a:pt x="23" y="80"/>
                </a:lnTo>
                <a:lnTo>
                  <a:pt x="24" y="80"/>
                </a:lnTo>
                <a:lnTo>
                  <a:pt x="24" y="79"/>
                </a:lnTo>
                <a:lnTo>
                  <a:pt x="24" y="78"/>
                </a:lnTo>
                <a:lnTo>
                  <a:pt x="25" y="78"/>
                </a:lnTo>
                <a:lnTo>
                  <a:pt x="25" y="77"/>
                </a:lnTo>
                <a:lnTo>
                  <a:pt x="26" y="77"/>
                </a:lnTo>
                <a:lnTo>
                  <a:pt x="26" y="76"/>
                </a:lnTo>
                <a:lnTo>
                  <a:pt x="27" y="76"/>
                </a:lnTo>
                <a:lnTo>
                  <a:pt x="28" y="76"/>
                </a:lnTo>
                <a:lnTo>
                  <a:pt x="27" y="76"/>
                </a:lnTo>
                <a:lnTo>
                  <a:pt x="28" y="76"/>
                </a:lnTo>
                <a:lnTo>
                  <a:pt x="28" y="77"/>
                </a:lnTo>
                <a:lnTo>
                  <a:pt x="29" y="77"/>
                </a:lnTo>
                <a:lnTo>
                  <a:pt x="29" y="76"/>
                </a:lnTo>
                <a:lnTo>
                  <a:pt x="29" y="75"/>
                </a:lnTo>
                <a:lnTo>
                  <a:pt x="29" y="74"/>
                </a:lnTo>
                <a:lnTo>
                  <a:pt x="30" y="74"/>
                </a:lnTo>
                <a:lnTo>
                  <a:pt x="31" y="74"/>
                </a:lnTo>
                <a:lnTo>
                  <a:pt x="31" y="73"/>
                </a:lnTo>
                <a:lnTo>
                  <a:pt x="32" y="73"/>
                </a:lnTo>
                <a:lnTo>
                  <a:pt x="32" y="72"/>
                </a:lnTo>
                <a:lnTo>
                  <a:pt x="33" y="72"/>
                </a:lnTo>
                <a:lnTo>
                  <a:pt x="34" y="72"/>
                </a:lnTo>
                <a:lnTo>
                  <a:pt x="34" y="71"/>
                </a:lnTo>
                <a:lnTo>
                  <a:pt x="34" y="70"/>
                </a:lnTo>
                <a:lnTo>
                  <a:pt x="35" y="69"/>
                </a:lnTo>
                <a:lnTo>
                  <a:pt x="36" y="69"/>
                </a:lnTo>
                <a:lnTo>
                  <a:pt x="36" y="68"/>
                </a:lnTo>
                <a:lnTo>
                  <a:pt x="37" y="68"/>
                </a:lnTo>
                <a:lnTo>
                  <a:pt x="37" y="67"/>
                </a:lnTo>
                <a:lnTo>
                  <a:pt x="38" y="67"/>
                </a:lnTo>
                <a:lnTo>
                  <a:pt x="38" y="66"/>
                </a:lnTo>
                <a:lnTo>
                  <a:pt x="39" y="66"/>
                </a:lnTo>
                <a:lnTo>
                  <a:pt x="40" y="66"/>
                </a:lnTo>
                <a:lnTo>
                  <a:pt x="40" y="65"/>
                </a:lnTo>
                <a:lnTo>
                  <a:pt x="41" y="65"/>
                </a:lnTo>
                <a:lnTo>
                  <a:pt x="42" y="64"/>
                </a:lnTo>
                <a:lnTo>
                  <a:pt x="42" y="65"/>
                </a:lnTo>
                <a:lnTo>
                  <a:pt x="41" y="65"/>
                </a:lnTo>
                <a:lnTo>
                  <a:pt x="42" y="65"/>
                </a:lnTo>
                <a:lnTo>
                  <a:pt x="42" y="64"/>
                </a:lnTo>
                <a:lnTo>
                  <a:pt x="43" y="64"/>
                </a:lnTo>
                <a:lnTo>
                  <a:pt x="44" y="64"/>
                </a:lnTo>
                <a:lnTo>
                  <a:pt x="45" y="64"/>
                </a:lnTo>
                <a:lnTo>
                  <a:pt x="45" y="63"/>
                </a:lnTo>
                <a:lnTo>
                  <a:pt x="46" y="63"/>
                </a:lnTo>
                <a:lnTo>
                  <a:pt x="47" y="63"/>
                </a:lnTo>
                <a:lnTo>
                  <a:pt x="48" y="62"/>
                </a:lnTo>
                <a:lnTo>
                  <a:pt x="48" y="63"/>
                </a:lnTo>
                <a:lnTo>
                  <a:pt x="48" y="62"/>
                </a:lnTo>
                <a:lnTo>
                  <a:pt x="49" y="62"/>
                </a:lnTo>
                <a:lnTo>
                  <a:pt x="48" y="62"/>
                </a:lnTo>
                <a:lnTo>
                  <a:pt x="48" y="61"/>
                </a:lnTo>
                <a:lnTo>
                  <a:pt x="48" y="62"/>
                </a:lnTo>
                <a:lnTo>
                  <a:pt x="49" y="62"/>
                </a:lnTo>
                <a:lnTo>
                  <a:pt x="50" y="62"/>
                </a:lnTo>
                <a:lnTo>
                  <a:pt x="50" y="61"/>
                </a:lnTo>
                <a:lnTo>
                  <a:pt x="50" y="62"/>
                </a:lnTo>
                <a:lnTo>
                  <a:pt x="50" y="61"/>
                </a:lnTo>
                <a:lnTo>
                  <a:pt x="51" y="61"/>
                </a:lnTo>
                <a:lnTo>
                  <a:pt x="51" y="60"/>
                </a:lnTo>
                <a:lnTo>
                  <a:pt x="51" y="58"/>
                </a:lnTo>
                <a:lnTo>
                  <a:pt x="51" y="57"/>
                </a:lnTo>
                <a:lnTo>
                  <a:pt x="51" y="55"/>
                </a:lnTo>
                <a:lnTo>
                  <a:pt x="52" y="55"/>
                </a:lnTo>
                <a:lnTo>
                  <a:pt x="52" y="54"/>
                </a:lnTo>
                <a:lnTo>
                  <a:pt x="53" y="54"/>
                </a:lnTo>
                <a:lnTo>
                  <a:pt x="54" y="54"/>
                </a:lnTo>
                <a:lnTo>
                  <a:pt x="54" y="53"/>
                </a:lnTo>
                <a:lnTo>
                  <a:pt x="55" y="53"/>
                </a:lnTo>
                <a:lnTo>
                  <a:pt x="56" y="53"/>
                </a:lnTo>
                <a:lnTo>
                  <a:pt x="56" y="52"/>
                </a:lnTo>
                <a:lnTo>
                  <a:pt x="57" y="52"/>
                </a:lnTo>
                <a:lnTo>
                  <a:pt x="58" y="52"/>
                </a:lnTo>
                <a:lnTo>
                  <a:pt x="58" y="51"/>
                </a:lnTo>
                <a:lnTo>
                  <a:pt x="59" y="51"/>
                </a:lnTo>
                <a:lnTo>
                  <a:pt x="59" y="50"/>
                </a:lnTo>
                <a:lnTo>
                  <a:pt x="61" y="50"/>
                </a:lnTo>
                <a:lnTo>
                  <a:pt x="62" y="49"/>
                </a:lnTo>
                <a:lnTo>
                  <a:pt x="63" y="49"/>
                </a:lnTo>
                <a:lnTo>
                  <a:pt x="63" y="48"/>
                </a:lnTo>
                <a:lnTo>
                  <a:pt x="64" y="48"/>
                </a:lnTo>
                <a:lnTo>
                  <a:pt x="64" y="47"/>
                </a:lnTo>
                <a:lnTo>
                  <a:pt x="65" y="47"/>
                </a:lnTo>
                <a:lnTo>
                  <a:pt x="65" y="46"/>
                </a:lnTo>
                <a:lnTo>
                  <a:pt x="66" y="45"/>
                </a:lnTo>
                <a:lnTo>
                  <a:pt x="67" y="44"/>
                </a:lnTo>
                <a:lnTo>
                  <a:pt x="68" y="44"/>
                </a:lnTo>
                <a:lnTo>
                  <a:pt x="68" y="45"/>
                </a:lnTo>
                <a:lnTo>
                  <a:pt x="68" y="46"/>
                </a:lnTo>
                <a:lnTo>
                  <a:pt x="69" y="47"/>
                </a:lnTo>
                <a:lnTo>
                  <a:pt x="70" y="47"/>
                </a:lnTo>
                <a:lnTo>
                  <a:pt x="71" y="47"/>
                </a:lnTo>
                <a:lnTo>
                  <a:pt x="72" y="47"/>
                </a:lnTo>
                <a:lnTo>
                  <a:pt x="72" y="46"/>
                </a:lnTo>
                <a:lnTo>
                  <a:pt x="73" y="46"/>
                </a:lnTo>
                <a:lnTo>
                  <a:pt x="73" y="45"/>
                </a:lnTo>
                <a:lnTo>
                  <a:pt x="74" y="45"/>
                </a:lnTo>
                <a:lnTo>
                  <a:pt x="75" y="45"/>
                </a:lnTo>
                <a:lnTo>
                  <a:pt x="74" y="45"/>
                </a:lnTo>
                <a:lnTo>
                  <a:pt x="75" y="45"/>
                </a:lnTo>
                <a:lnTo>
                  <a:pt x="76" y="45"/>
                </a:lnTo>
                <a:lnTo>
                  <a:pt x="77" y="45"/>
                </a:lnTo>
                <a:lnTo>
                  <a:pt x="77" y="46"/>
                </a:lnTo>
                <a:lnTo>
                  <a:pt x="77" y="45"/>
                </a:lnTo>
                <a:lnTo>
                  <a:pt x="78" y="45"/>
                </a:lnTo>
                <a:lnTo>
                  <a:pt x="77" y="46"/>
                </a:lnTo>
                <a:lnTo>
                  <a:pt x="78" y="46"/>
                </a:lnTo>
                <a:lnTo>
                  <a:pt x="79" y="46"/>
                </a:lnTo>
                <a:lnTo>
                  <a:pt x="79" y="45"/>
                </a:lnTo>
                <a:lnTo>
                  <a:pt x="79" y="44"/>
                </a:lnTo>
                <a:lnTo>
                  <a:pt x="78" y="43"/>
                </a:lnTo>
                <a:lnTo>
                  <a:pt x="77" y="44"/>
                </a:lnTo>
                <a:lnTo>
                  <a:pt x="77" y="43"/>
                </a:lnTo>
                <a:lnTo>
                  <a:pt x="76" y="43"/>
                </a:lnTo>
                <a:lnTo>
                  <a:pt x="76" y="41"/>
                </a:lnTo>
                <a:lnTo>
                  <a:pt x="76" y="40"/>
                </a:lnTo>
                <a:lnTo>
                  <a:pt x="76" y="39"/>
                </a:lnTo>
                <a:lnTo>
                  <a:pt x="77" y="39"/>
                </a:lnTo>
                <a:lnTo>
                  <a:pt x="77" y="38"/>
                </a:lnTo>
                <a:lnTo>
                  <a:pt x="77" y="39"/>
                </a:lnTo>
                <a:lnTo>
                  <a:pt x="77" y="38"/>
                </a:lnTo>
                <a:lnTo>
                  <a:pt x="78" y="38"/>
                </a:lnTo>
                <a:lnTo>
                  <a:pt x="79" y="38"/>
                </a:lnTo>
                <a:lnTo>
                  <a:pt x="79" y="37"/>
                </a:lnTo>
                <a:lnTo>
                  <a:pt x="80" y="37"/>
                </a:lnTo>
                <a:lnTo>
                  <a:pt x="79" y="37"/>
                </a:lnTo>
                <a:lnTo>
                  <a:pt x="79" y="36"/>
                </a:lnTo>
                <a:lnTo>
                  <a:pt x="78" y="36"/>
                </a:lnTo>
                <a:lnTo>
                  <a:pt x="78" y="35"/>
                </a:lnTo>
                <a:lnTo>
                  <a:pt x="79" y="35"/>
                </a:lnTo>
                <a:lnTo>
                  <a:pt x="79" y="36"/>
                </a:lnTo>
                <a:lnTo>
                  <a:pt x="80" y="37"/>
                </a:lnTo>
                <a:lnTo>
                  <a:pt x="81" y="37"/>
                </a:lnTo>
                <a:lnTo>
                  <a:pt x="81" y="36"/>
                </a:lnTo>
                <a:lnTo>
                  <a:pt x="82" y="36"/>
                </a:lnTo>
                <a:lnTo>
                  <a:pt x="83" y="36"/>
                </a:lnTo>
                <a:lnTo>
                  <a:pt x="82" y="36"/>
                </a:lnTo>
                <a:lnTo>
                  <a:pt x="82" y="35"/>
                </a:lnTo>
                <a:lnTo>
                  <a:pt x="81" y="35"/>
                </a:lnTo>
                <a:lnTo>
                  <a:pt x="81" y="34"/>
                </a:lnTo>
                <a:lnTo>
                  <a:pt x="82" y="34"/>
                </a:lnTo>
                <a:lnTo>
                  <a:pt x="82" y="33"/>
                </a:lnTo>
                <a:lnTo>
                  <a:pt x="82" y="32"/>
                </a:lnTo>
                <a:lnTo>
                  <a:pt x="82" y="33"/>
                </a:lnTo>
                <a:lnTo>
                  <a:pt x="82" y="34"/>
                </a:lnTo>
                <a:lnTo>
                  <a:pt x="82" y="35"/>
                </a:lnTo>
                <a:lnTo>
                  <a:pt x="83" y="35"/>
                </a:lnTo>
                <a:lnTo>
                  <a:pt x="84" y="35"/>
                </a:lnTo>
                <a:lnTo>
                  <a:pt x="83" y="35"/>
                </a:lnTo>
                <a:lnTo>
                  <a:pt x="83" y="36"/>
                </a:lnTo>
                <a:lnTo>
                  <a:pt x="84" y="36"/>
                </a:lnTo>
                <a:lnTo>
                  <a:pt x="85" y="36"/>
                </a:lnTo>
                <a:lnTo>
                  <a:pt x="85" y="35"/>
                </a:lnTo>
                <a:lnTo>
                  <a:pt x="86" y="35"/>
                </a:lnTo>
                <a:lnTo>
                  <a:pt x="87" y="35"/>
                </a:lnTo>
                <a:lnTo>
                  <a:pt x="87" y="34"/>
                </a:lnTo>
                <a:lnTo>
                  <a:pt x="86" y="33"/>
                </a:lnTo>
                <a:lnTo>
                  <a:pt x="87" y="33"/>
                </a:lnTo>
                <a:lnTo>
                  <a:pt x="87" y="34"/>
                </a:lnTo>
                <a:lnTo>
                  <a:pt x="88" y="34"/>
                </a:lnTo>
                <a:lnTo>
                  <a:pt x="88" y="33"/>
                </a:lnTo>
                <a:lnTo>
                  <a:pt x="89" y="33"/>
                </a:lnTo>
                <a:lnTo>
                  <a:pt x="90" y="33"/>
                </a:lnTo>
                <a:lnTo>
                  <a:pt x="90" y="32"/>
                </a:lnTo>
                <a:lnTo>
                  <a:pt x="91" y="32"/>
                </a:lnTo>
                <a:lnTo>
                  <a:pt x="91" y="31"/>
                </a:lnTo>
                <a:lnTo>
                  <a:pt x="92" y="31"/>
                </a:lnTo>
                <a:lnTo>
                  <a:pt x="93" y="31"/>
                </a:lnTo>
                <a:lnTo>
                  <a:pt x="93" y="30"/>
                </a:lnTo>
                <a:lnTo>
                  <a:pt x="92" y="30"/>
                </a:lnTo>
                <a:lnTo>
                  <a:pt x="93" y="30"/>
                </a:lnTo>
                <a:lnTo>
                  <a:pt x="92" y="29"/>
                </a:lnTo>
                <a:lnTo>
                  <a:pt x="91" y="28"/>
                </a:lnTo>
                <a:lnTo>
                  <a:pt x="91" y="27"/>
                </a:lnTo>
                <a:lnTo>
                  <a:pt x="91" y="26"/>
                </a:lnTo>
                <a:lnTo>
                  <a:pt x="92" y="26"/>
                </a:lnTo>
                <a:lnTo>
                  <a:pt x="93" y="26"/>
                </a:lnTo>
                <a:lnTo>
                  <a:pt x="92" y="27"/>
                </a:lnTo>
                <a:lnTo>
                  <a:pt x="93" y="28"/>
                </a:lnTo>
                <a:lnTo>
                  <a:pt x="93" y="29"/>
                </a:lnTo>
                <a:lnTo>
                  <a:pt x="93" y="30"/>
                </a:lnTo>
                <a:lnTo>
                  <a:pt x="94" y="30"/>
                </a:lnTo>
                <a:lnTo>
                  <a:pt x="95" y="30"/>
                </a:lnTo>
                <a:lnTo>
                  <a:pt x="96" y="30"/>
                </a:lnTo>
                <a:lnTo>
                  <a:pt x="97" y="30"/>
                </a:lnTo>
                <a:lnTo>
                  <a:pt x="99" y="30"/>
                </a:lnTo>
                <a:lnTo>
                  <a:pt x="100" y="30"/>
                </a:lnTo>
                <a:lnTo>
                  <a:pt x="99" y="30"/>
                </a:lnTo>
                <a:lnTo>
                  <a:pt x="99" y="29"/>
                </a:lnTo>
                <a:lnTo>
                  <a:pt x="100" y="29"/>
                </a:lnTo>
                <a:lnTo>
                  <a:pt x="99" y="29"/>
                </a:lnTo>
                <a:lnTo>
                  <a:pt x="100" y="29"/>
                </a:lnTo>
                <a:lnTo>
                  <a:pt x="99" y="29"/>
                </a:lnTo>
                <a:lnTo>
                  <a:pt x="99" y="28"/>
                </a:lnTo>
                <a:lnTo>
                  <a:pt x="100" y="28"/>
                </a:lnTo>
                <a:lnTo>
                  <a:pt x="100" y="27"/>
                </a:lnTo>
                <a:lnTo>
                  <a:pt x="100" y="26"/>
                </a:lnTo>
                <a:lnTo>
                  <a:pt x="101" y="26"/>
                </a:lnTo>
                <a:lnTo>
                  <a:pt x="103" y="26"/>
                </a:lnTo>
                <a:lnTo>
                  <a:pt x="104" y="26"/>
                </a:lnTo>
                <a:lnTo>
                  <a:pt x="105" y="27"/>
                </a:lnTo>
                <a:lnTo>
                  <a:pt x="105" y="28"/>
                </a:lnTo>
                <a:lnTo>
                  <a:pt x="106" y="28"/>
                </a:lnTo>
                <a:lnTo>
                  <a:pt x="107" y="27"/>
                </a:lnTo>
                <a:lnTo>
                  <a:pt x="108" y="27"/>
                </a:lnTo>
                <a:lnTo>
                  <a:pt x="109" y="27"/>
                </a:lnTo>
                <a:lnTo>
                  <a:pt x="109" y="26"/>
                </a:lnTo>
                <a:lnTo>
                  <a:pt x="110" y="26"/>
                </a:lnTo>
                <a:lnTo>
                  <a:pt x="110" y="27"/>
                </a:lnTo>
                <a:lnTo>
                  <a:pt x="111" y="27"/>
                </a:lnTo>
                <a:lnTo>
                  <a:pt x="111" y="28"/>
                </a:lnTo>
                <a:lnTo>
                  <a:pt x="111" y="29"/>
                </a:lnTo>
                <a:lnTo>
                  <a:pt x="112" y="29"/>
                </a:lnTo>
                <a:lnTo>
                  <a:pt x="113" y="29"/>
                </a:lnTo>
                <a:lnTo>
                  <a:pt x="114" y="29"/>
                </a:lnTo>
                <a:lnTo>
                  <a:pt x="114" y="28"/>
                </a:lnTo>
                <a:lnTo>
                  <a:pt x="113" y="28"/>
                </a:lnTo>
                <a:lnTo>
                  <a:pt x="114" y="28"/>
                </a:lnTo>
                <a:lnTo>
                  <a:pt x="113" y="27"/>
                </a:lnTo>
                <a:lnTo>
                  <a:pt x="113" y="26"/>
                </a:lnTo>
                <a:lnTo>
                  <a:pt x="113" y="25"/>
                </a:lnTo>
                <a:lnTo>
                  <a:pt x="113" y="24"/>
                </a:lnTo>
                <a:lnTo>
                  <a:pt x="113" y="25"/>
                </a:lnTo>
                <a:lnTo>
                  <a:pt x="113" y="24"/>
                </a:lnTo>
                <a:lnTo>
                  <a:pt x="114" y="24"/>
                </a:lnTo>
                <a:lnTo>
                  <a:pt x="115" y="25"/>
                </a:lnTo>
                <a:lnTo>
                  <a:pt x="115" y="24"/>
                </a:lnTo>
                <a:lnTo>
                  <a:pt x="115" y="23"/>
                </a:lnTo>
                <a:lnTo>
                  <a:pt x="116" y="24"/>
                </a:lnTo>
                <a:lnTo>
                  <a:pt x="115" y="25"/>
                </a:lnTo>
                <a:lnTo>
                  <a:pt x="116" y="25"/>
                </a:lnTo>
                <a:lnTo>
                  <a:pt x="116" y="24"/>
                </a:lnTo>
                <a:lnTo>
                  <a:pt x="117" y="23"/>
                </a:lnTo>
                <a:lnTo>
                  <a:pt x="117" y="22"/>
                </a:lnTo>
                <a:lnTo>
                  <a:pt x="117" y="21"/>
                </a:lnTo>
                <a:lnTo>
                  <a:pt x="118" y="21"/>
                </a:lnTo>
                <a:lnTo>
                  <a:pt x="118" y="20"/>
                </a:lnTo>
                <a:lnTo>
                  <a:pt x="119" y="19"/>
                </a:lnTo>
                <a:lnTo>
                  <a:pt x="120" y="19"/>
                </a:lnTo>
                <a:lnTo>
                  <a:pt x="120" y="18"/>
                </a:lnTo>
                <a:lnTo>
                  <a:pt x="121" y="18"/>
                </a:lnTo>
                <a:lnTo>
                  <a:pt x="121" y="19"/>
                </a:lnTo>
                <a:lnTo>
                  <a:pt x="122" y="19"/>
                </a:lnTo>
                <a:lnTo>
                  <a:pt x="122" y="20"/>
                </a:lnTo>
                <a:lnTo>
                  <a:pt x="123" y="20"/>
                </a:lnTo>
                <a:lnTo>
                  <a:pt x="124" y="20"/>
                </a:lnTo>
                <a:lnTo>
                  <a:pt x="124" y="19"/>
                </a:lnTo>
                <a:lnTo>
                  <a:pt x="124" y="18"/>
                </a:lnTo>
                <a:lnTo>
                  <a:pt x="124" y="17"/>
                </a:lnTo>
                <a:lnTo>
                  <a:pt x="124" y="18"/>
                </a:lnTo>
                <a:lnTo>
                  <a:pt x="125" y="19"/>
                </a:lnTo>
                <a:lnTo>
                  <a:pt x="125" y="18"/>
                </a:lnTo>
                <a:lnTo>
                  <a:pt x="125" y="17"/>
                </a:lnTo>
                <a:lnTo>
                  <a:pt x="125" y="16"/>
                </a:lnTo>
                <a:lnTo>
                  <a:pt x="125" y="15"/>
                </a:lnTo>
                <a:lnTo>
                  <a:pt x="126" y="15"/>
                </a:lnTo>
                <a:lnTo>
                  <a:pt x="126" y="14"/>
                </a:lnTo>
                <a:lnTo>
                  <a:pt x="127" y="14"/>
                </a:lnTo>
                <a:lnTo>
                  <a:pt x="127" y="13"/>
                </a:lnTo>
                <a:lnTo>
                  <a:pt x="128" y="13"/>
                </a:lnTo>
                <a:lnTo>
                  <a:pt x="129" y="13"/>
                </a:lnTo>
                <a:lnTo>
                  <a:pt x="130" y="13"/>
                </a:lnTo>
                <a:lnTo>
                  <a:pt x="130" y="14"/>
                </a:lnTo>
                <a:lnTo>
                  <a:pt x="130" y="15"/>
                </a:lnTo>
                <a:lnTo>
                  <a:pt x="131" y="15"/>
                </a:lnTo>
                <a:lnTo>
                  <a:pt x="131" y="16"/>
                </a:lnTo>
                <a:lnTo>
                  <a:pt x="132" y="16"/>
                </a:lnTo>
                <a:lnTo>
                  <a:pt x="133" y="15"/>
                </a:lnTo>
                <a:lnTo>
                  <a:pt x="134" y="15"/>
                </a:lnTo>
                <a:lnTo>
                  <a:pt x="135" y="15"/>
                </a:lnTo>
                <a:lnTo>
                  <a:pt x="136" y="15"/>
                </a:lnTo>
                <a:lnTo>
                  <a:pt x="137" y="15"/>
                </a:lnTo>
                <a:lnTo>
                  <a:pt x="138" y="15"/>
                </a:lnTo>
                <a:lnTo>
                  <a:pt x="138" y="14"/>
                </a:lnTo>
                <a:lnTo>
                  <a:pt x="137" y="14"/>
                </a:lnTo>
                <a:lnTo>
                  <a:pt x="137" y="13"/>
                </a:lnTo>
                <a:lnTo>
                  <a:pt x="136" y="13"/>
                </a:lnTo>
                <a:lnTo>
                  <a:pt x="135" y="13"/>
                </a:lnTo>
                <a:lnTo>
                  <a:pt x="134" y="13"/>
                </a:lnTo>
                <a:lnTo>
                  <a:pt x="134" y="12"/>
                </a:lnTo>
                <a:lnTo>
                  <a:pt x="133" y="12"/>
                </a:lnTo>
                <a:lnTo>
                  <a:pt x="133" y="11"/>
                </a:lnTo>
                <a:lnTo>
                  <a:pt x="133" y="10"/>
                </a:lnTo>
                <a:lnTo>
                  <a:pt x="134" y="9"/>
                </a:lnTo>
                <a:lnTo>
                  <a:pt x="135" y="9"/>
                </a:lnTo>
                <a:lnTo>
                  <a:pt x="135" y="8"/>
                </a:lnTo>
                <a:lnTo>
                  <a:pt x="136" y="8"/>
                </a:lnTo>
                <a:lnTo>
                  <a:pt x="137" y="8"/>
                </a:lnTo>
                <a:lnTo>
                  <a:pt x="137" y="7"/>
                </a:lnTo>
                <a:lnTo>
                  <a:pt x="138" y="6"/>
                </a:lnTo>
                <a:lnTo>
                  <a:pt x="139" y="6"/>
                </a:lnTo>
                <a:lnTo>
                  <a:pt x="139" y="5"/>
                </a:lnTo>
                <a:lnTo>
                  <a:pt x="140" y="5"/>
                </a:lnTo>
                <a:lnTo>
                  <a:pt x="140" y="4"/>
                </a:lnTo>
                <a:lnTo>
                  <a:pt x="141" y="4"/>
                </a:lnTo>
                <a:lnTo>
                  <a:pt x="142" y="4"/>
                </a:lnTo>
                <a:lnTo>
                  <a:pt x="143" y="4"/>
                </a:lnTo>
                <a:lnTo>
                  <a:pt x="144" y="4"/>
                </a:lnTo>
                <a:lnTo>
                  <a:pt x="144" y="3"/>
                </a:lnTo>
                <a:lnTo>
                  <a:pt x="145" y="3"/>
                </a:lnTo>
                <a:lnTo>
                  <a:pt x="145" y="2"/>
                </a:lnTo>
                <a:lnTo>
                  <a:pt x="147" y="2"/>
                </a:lnTo>
                <a:lnTo>
                  <a:pt x="148" y="3"/>
                </a:lnTo>
                <a:lnTo>
                  <a:pt x="148" y="4"/>
                </a:lnTo>
                <a:lnTo>
                  <a:pt x="148" y="5"/>
                </a:lnTo>
                <a:lnTo>
                  <a:pt x="148" y="4"/>
                </a:lnTo>
                <a:lnTo>
                  <a:pt x="148" y="5"/>
                </a:lnTo>
                <a:lnTo>
                  <a:pt x="149" y="5"/>
                </a:lnTo>
                <a:lnTo>
                  <a:pt x="150" y="5"/>
                </a:lnTo>
                <a:lnTo>
                  <a:pt x="150" y="4"/>
                </a:lnTo>
                <a:lnTo>
                  <a:pt x="151" y="4"/>
                </a:lnTo>
                <a:lnTo>
                  <a:pt x="152" y="4"/>
                </a:lnTo>
                <a:lnTo>
                  <a:pt x="152" y="3"/>
                </a:lnTo>
                <a:lnTo>
                  <a:pt x="153" y="3"/>
                </a:lnTo>
                <a:lnTo>
                  <a:pt x="154" y="2"/>
                </a:lnTo>
                <a:lnTo>
                  <a:pt x="154" y="1"/>
                </a:lnTo>
                <a:lnTo>
                  <a:pt x="155" y="1"/>
                </a:lnTo>
                <a:lnTo>
                  <a:pt x="156" y="1"/>
                </a:lnTo>
                <a:lnTo>
                  <a:pt x="156" y="2"/>
                </a:lnTo>
                <a:lnTo>
                  <a:pt x="157" y="2"/>
                </a:lnTo>
                <a:lnTo>
                  <a:pt x="157" y="1"/>
                </a:lnTo>
                <a:lnTo>
                  <a:pt x="158" y="1"/>
                </a:lnTo>
                <a:lnTo>
                  <a:pt x="158" y="0"/>
                </a:lnTo>
                <a:lnTo>
                  <a:pt x="159" y="0"/>
                </a:lnTo>
                <a:lnTo>
                  <a:pt x="159" y="1"/>
                </a:lnTo>
                <a:lnTo>
                  <a:pt x="158" y="2"/>
                </a:lnTo>
                <a:lnTo>
                  <a:pt x="158" y="3"/>
                </a:lnTo>
                <a:lnTo>
                  <a:pt x="159" y="3"/>
                </a:lnTo>
                <a:lnTo>
                  <a:pt x="160" y="3"/>
                </a:lnTo>
                <a:lnTo>
                  <a:pt x="160" y="4"/>
                </a:lnTo>
                <a:lnTo>
                  <a:pt x="161" y="4"/>
                </a:lnTo>
                <a:lnTo>
                  <a:pt x="162" y="3"/>
                </a:lnTo>
                <a:lnTo>
                  <a:pt x="163" y="3"/>
                </a:lnTo>
                <a:lnTo>
                  <a:pt x="163" y="2"/>
                </a:lnTo>
                <a:lnTo>
                  <a:pt x="163" y="1"/>
                </a:lnTo>
                <a:lnTo>
                  <a:pt x="164" y="1"/>
                </a:lnTo>
                <a:lnTo>
                  <a:pt x="165" y="1"/>
                </a:lnTo>
                <a:lnTo>
                  <a:pt x="165" y="2"/>
                </a:lnTo>
                <a:lnTo>
                  <a:pt x="166" y="2"/>
                </a:lnTo>
                <a:lnTo>
                  <a:pt x="167" y="1"/>
                </a:lnTo>
                <a:lnTo>
                  <a:pt x="168" y="1"/>
                </a:lnTo>
                <a:lnTo>
                  <a:pt x="168" y="2"/>
                </a:lnTo>
                <a:lnTo>
                  <a:pt x="167" y="2"/>
                </a:lnTo>
                <a:lnTo>
                  <a:pt x="166" y="2"/>
                </a:lnTo>
                <a:lnTo>
                  <a:pt x="165" y="2"/>
                </a:lnTo>
                <a:lnTo>
                  <a:pt x="164" y="2"/>
                </a:lnTo>
                <a:lnTo>
                  <a:pt x="164" y="1"/>
                </a:lnTo>
                <a:lnTo>
                  <a:pt x="163" y="1"/>
                </a:lnTo>
                <a:lnTo>
                  <a:pt x="163" y="2"/>
                </a:lnTo>
                <a:lnTo>
                  <a:pt x="163" y="3"/>
                </a:lnTo>
                <a:lnTo>
                  <a:pt x="162" y="3"/>
                </a:lnTo>
                <a:lnTo>
                  <a:pt x="162" y="4"/>
                </a:lnTo>
                <a:lnTo>
                  <a:pt x="160" y="4"/>
                </a:lnTo>
                <a:lnTo>
                  <a:pt x="159" y="4"/>
                </a:lnTo>
                <a:lnTo>
                  <a:pt x="159" y="3"/>
                </a:lnTo>
                <a:lnTo>
                  <a:pt x="158" y="3"/>
                </a:lnTo>
                <a:lnTo>
                  <a:pt x="158" y="2"/>
                </a:lnTo>
                <a:lnTo>
                  <a:pt x="158" y="1"/>
                </a:lnTo>
                <a:lnTo>
                  <a:pt x="158" y="0"/>
                </a:lnTo>
                <a:lnTo>
                  <a:pt x="158" y="1"/>
                </a:lnTo>
                <a:lnTo>
                  <a:pt x="157" y="1"/>
                </a:lnTo>
                <a:lnTo>
                  <a:pt x="157" y="2"/>
                </a:lnTo>
                <a:lnTo>
                  <a:pt x="156" y="2"/>
                </a:lnTo>
                <a:lnTo>
                  <a:pt x="156" y="1"/>
                </a:lnTo>
                <a:lnTo>
                  <a:pt x="155" y="1"/>
                </a:lnTo>
                <a:lnTo>
                  <a:pt x="154" y="1"/>
                </a:lnTo>
                <a:lnTo>
                  <a:pt x="154" y="2"/>
                </a:lnTo>
                <a:lnTo>
                  <a:pt x="154" y="3"/>
                </a:lnTo>
                <a:lnTo>
                  <a:pt x="153" y="3"/>
                </a:lnTo>
                <a:lnTo>
                  <a:pt x="153" y="4"/>
                </a:lnTo>
                <a:lnTo>
                  <a:pt x="152" y="4"/>
                </a:lnTo>
                <a:lnTo>
                  <a:pt x="151" y="4"/>
                </a:lnTo>
                <a:lnTo>
                  <a:pt x="150" y="5"/>
                </a:lnTo>
                <a:lnTo>
                  <a:pt x="149" y="5"/>
                </a:lnTo>
                <a:lnTo>
                  <a:pt x="148" y="5"/>
                </a:lnTo>
                <a:lnTo>
                  <a:pt x="148" y="4"/>
                </a:lnTo>
                <a:lnTo>
                  <a:pt x="148" y="3"/>
                </a:lnTo>
                <a:lnTo>
                  <a:pt x="147" y="3"/>
                </a:lnTo>
                <a:lnTo>
                  <a:pt x="146" y="3"/>
                </a:lnTo>
                <a:lnTo>
                  <a:pt x="146" y="2"/>
                </a:lnTo>
                <a:lnTo>
                  <a:pt x="145" y="2"/>
                </a:lnTo>
                <a:lnTo>
                  <a:pt x="145" y="3"/>
                </a:lnTo>
                <a:lnTo>
                  <a:pt x="144" y="4"/>
                </a:lnTo>
                <a:lnTo>
                  <a:pt x="145" y="4"/>
                </a:lnTo>
                <a:lnTo>
                  <a:pt x="145" y="3"/>
                </a:lnTo>
                <a:lnTo>
                  <a:pt x="145" y="4"/>
                </a:lnTo>
                <a:lnTo>
                  <a:pt x="144" y="4"/>
                </a:lnTo>
                <a:lnTo>
                  <a:pt x="145" y="4"/>
                </a:lnTo>
                <a:lnTo>
                  <a:pt x="145" y="5"/>
                </a:lnTo>
                <a:lnTo>
                  <a:pt x="144" y="5"/>
                </a:lnTo>
                <a:lnTo>
                  <a:pt x="143" y="5"/>
                </a:lnTo>
                <a:lnTo>
                  <a:pt x="142" y="5"/>
                </a:lnTo>
                <a:lnTo>
                  <a:pt x="141" y="5"/>
                </a:lnTo>
                <a:lnTo>
                  <a:pt x="140" y="5"/>
                </a:lnTo>
                <a:lnTo>
                  <a:pt x="140" y="6"/>
                </a:lnTo>
                <a:lnTo>
                  <a:pt x="139" y="6"/>
                </a:lnTo>
                <a:lnTo>
                  <a:pt x="139" y="7"/>
                </a:lnTo>
                <a:lnTo>
                  <a:pt x="138" y="8"/>
                </a:lnTo>
                <a:lnTo>
                  <a:pt x="137" y="8"/>
                </a:lnTo>
                <a:lnTo>
                  <a:pt x="136" y="9"/>
                </a:lnTo>
                <a:lnTo>
                  <a:pt x="136" y="10"/>
                </a:lnTo>
                <a:lnTo>
                  <a:pt x="135" y="10"/>
                </a:lnTo>
                <a:lnTo>
                  <a:pt x="134" y="10"/>
                </a:lnTo>
                <a:lnTo>
                  <a:pt x="134" y="11"/>
                </a:lnTo>
                <a:lnTo>
                  <a:pt x="134" y="12"/>
                </a:lnTo>
                <a:lnTo>
                  <a:pt x="135" y="12"/>
                </a:lnTo>
                <a:lnTo>
                  <a:pt x="136" y="12"/>
                </a:lnTo>
                <a:lnTo>
                  <a:pt x="137" y="12"/>
                </a:lnTo>
                <a:lnTo>
                  <a:pt x="137" y="13"/>
                </a:lnTo>
                <a:lnTo>
                  <a:pt x="138" y="13"/>
                </a:lnTo>
                <a:lnTo>
                  <a:pt x="138" y="14"/>
                </a:lnTo>
                <a:lnTo>
                  <a:pt x="138" y="15"/>
                </a:lnTo>
                <a:lnTo>
                  <a:pt x="138" y="16"/>
                </a:lnTo>
                <a:lnTo>
                  <a:pt x="137" y="16"/>
                </a:lnTo>
                <a:lnTo>
                  <a:pt x="136" y="16"/>
                </a:lnTo>
                <a:lnTo>
                  <a:pt x="134" y="16"/>
                </a:lnTo>
                <a:lnTo>
                  <a:pt x="133" y="16"/>
                </a:lnTo>
                <a:lnTo>
                  <a:pt x="132" y="16"/>
                </a:lnTo>
                <a:lnTo>
                  <a:pt x="131" y="16"/>
                </a:lnTo>
                <a:lnTo>
                  <a:pt x="130" y="16"/>
                </a:lnTo>
                <a:lnTo>
                  <a:pt x="129" y="16"/>
                </a:lnTo>
                <a:lnTo>
                  <a:pt x="129" y="15"/>
                </a:lnTo>
                <a:lnTo>
                  <a:pt x="128" y="15"/>
                </a:lnTo>
                <a:lnTo>
                  <a:pt x="127" y="15"/>
                </a:lnTo>
                <a:lnTo>
                  <a:pt x="126" y="15"/>
                </a:lnTo>
                <a:lnTo>
                  <a:pt x="126" y="17"/>
                </a:lnTo>
                <a:lnTo>
                  <a:pt x="126" y="18"/>
                </a:lnTo>
                <a:lnTo>
                  <a:pt x="126" y="19"/>
                </a:lnTo>
                <a:lnTo>
                  <a:pt x="125" y="19"/>
                </a:lnTo>
                <a:lnTo>
                  <a:pt x="125" y="20"/>
                </a:lnTo>
                <a:lnTo>
                  <a:pt x="124" y="20"/>
                </a:lnTo>
                <a:lnTo>
                  <a:pt x="123" y="21"/>
                </a:lnTo>
                <a:lnTo>
                  <a:pt x="123" y="20"/>
                </a:lnTo>
                <a:lnTo>
                  <a:pt x="122" y="20"/>
                </a:lnTo>
                <a:lnTo>
                  <a:pt x="121" y="20"/>
                </a:lnTo>
                <a:lnTo>
                  <a:pt x="120" y="20"/>
                </a:lnTo>
                <a:lnTo>
                  <a:pt x="119" y="20"/>
                </a:lnTo>
                <a:lnTo>
                  <a:pt x="119" y="21"/>
                </a:lnTo>
                <a:lnTo>
                  <a:pt x="118" y="21"/>
                </a:lnTo>
                <a:lnTo>
                  <a:pt x="118" y="22"/>
                </a:lnTo>
                <a:lnTo>
                  <a:pt x="117" y="23"/>
                </a:lnTo>
                <a:lnTo>
                  <a:pt x="118" y="23"/>
                </a:lnTo>
                <a:lnTo>
                  <a:pt x="117" y="23"/>
                </a:lnTo>
                <a:lnTo>
                  <a:pt x="118" y="23"/>
                </a:lnTo>
                <a:lnTo>
                  <a:pt x="117" y="23"/>
                </a:lnTo>
                <a:lnTo>
                  <a:pt x="118" y="23"/>
                </a:lnTo>
                <a:lnTo>
                  <a:pt x="118" y="24"/>
                </a:lnTo>
                <a:lnTo>
                  <a:pt x="117" y="24"/>
                </a:lnTo>
                <a:lnTo>
                  <a:pt x="118" y="24"/>
                </a:lnTo>
                <a:lnTo>
                  <a:pt x="117" y="24"/>
                </a:lnTo>
                <a:lnTo>
                  <a:pt x="117" y="25"/>
                </a:lnTo>
                <a:lnTo>
                  <a:pt x="116" y="26"/>
                </a:lnTo>
                <a:lnTo>
                  <a:pt x="115" y="26"/>
                </a:lnTo>
                <a:lnTo>
                  <a:pt x="115" y="25"/>
                </a:lnTo>
                <a:lnTo>
                  <a:pt x="114" y="25"/>
                </a:lnTo>
                <a:lnTo>
                  <a:pt x="114" y="26"/>
                </a:lnTo>
                <a:lnTo>
                  <a:pt x="114" y="27"/>
                </a:lnTo>
                <a:lnTo>
                  <a:pt x="114" y="28"/>
                </a:lnTo>
                <a:lnTo>
                  <a:pt x="114" y="29"/>
                </a:lnTo>
                <a:lnTo>
                  <a:pt x="114" y="30"/>
                </a:lnTo>
                <a:lnTo>
                  <a:pt x="113" y="30"/>
                </a:lnTo>
                <a:lnTo>
                  <a:pt x="112" y="30"/>
                </a:lnTo>
                <a:lnTo>
                  <a:pt x="112" y="29"/>
                </a:lnTo>
                <a:lnTo>
                  <a:pt x="111" y="29"/>
                </a:lnTo>
                <a:lnTo>
                  <a:pt x="110" y="28"/>
                </a:lnTo>
                <a:lnTo>
                  <a:pt x="110" y="27"/>
                </a:lnTo>
                <a:lnTo>
                  <a:pt x="110" y="28"/>
                </a:lnTo>
                <a:lnTo>
                  <a:pt x="110" y="27"/>
                </a:lnTo>
                <a:lnTo>
                  <a:pt x="109" y="27"/>
                </a:lnTo>
                <a:lnTo>
                  <a:pt x="108" y="27"/>
                </a:lnTo>
                <a:lnTo>
                  <a:pt x="108" y="28"/>
                </a:lnTo>
                <a:lnTo>
                  <a:pt x="107" y="28"/>
                </a:lnTo>
                <a:lnTo>
                  <a:pt x="106" y="28"/>
                </a:lnTo>
                <a:lnTo>
                  <a:pt x="106" y="29"/>
                </a:lnTo>
                <a:lnTo>
                  <a:pt x="105" y="29"/>
                </a:lnTo>
                <a:lnTo>
                  <a:pt x="105" y="28"/>
                </a:lnTo>
                <a:lnTo>
                  <a:pt x="104" y="28"/>
                </a:lnTo>
                <a:lnTo>
                  <a:pt x="104" y="27"/>
                </a:lnTo>
                <a:lnTo>
                  <a:pt x="103" y="27"/>
                </a:lnTo>
                <a:lnTo>
                  <a:pt x="102" y="27"/>
                </a:lnTo>
                <a:lnTo>
                  <a:pt x="101" y="27"/>
                </a:lnTo>
                <a:lnTo>
                  <a:pt x="102" y="27"/>
                </a:lnTo>
                <a:lnTo>
                  <a:pt x="101" y="27"/>
                </a:lnTo>
                <a:lnTo>
                  <a:pt x="101" y="28"/>
                </a:lnTo>
                <a:lnTo>
                  <a:pt x="101" y="27"/>
                </a:lnTo>
                <a:lnTo>
                  <a:pt x="101" y="28"/>
                </a:lnTo>
                <a:lnTo>
                  <a:pt x="101" y="30"/>
                </a:lnTo>
                <a:lnTo>
                  <a:pt x="100" y="30"/>
                </a:lnTo>
                <a:lnTo>
                  <a:pt x="100" y="31"/>
                </a:lnTo>
                <a:lnTo>
                  <a:pt x="99" y="31"/>
                </a:lnTo>
                <a:lnTo>
                  <a:pt x="100" y="32"/>
                </a:lnTo>
                <a:lnTo>
                  <a:pt x="99" y="32"/>
                </a:lnTo>
                <a:lnTo>
                  <a:pt x="99" y="31"/>
                </a:lnTo>
                <a:lnTo>
                  <a:pt x="98" y="32"/>
                </a:lnTo>
                <a:lnTo>
                  <a:pt x="97" y="32"/>
                </a:lnTo>
                <a:lnTo>
                  <a:pt x="97" y="31"/>
                </a:lnTo>
                <a:lnTo>
                  <a:pt x="96" y="32"/>
                </a:lnTo>
                <a:lnTo>
                  <a:pt x="95" y="32"/>
                </a:lnTo>
                <a:lnTo>
                  <a:pt x="94" y="32"/>
                </a:lnTo>
                <a:lnTo>
                  <a:pt x="93" y="32"/>
                </a:lnTo>
                <a:lnTo>
                  <a:pt x="93" y="33"/>
                </a:lnTo>
                <a:lnTo>
                  <a:pt x="92" y="33"/>
                </a:lnTo>
                <a:lnTo>
                  <a:pt x="91" y="33"/>
                </a:lnTo>
                <a:lnTo>
                  <a:pt x="90" y="34"/>
                </a:lnTo>
                <a:lnTo>
                  <a:pt x="89" y="34"/>
                </a:lnTo>
                <a:lnTo>
                  <a:pt x="89" y="35"/>
                </a:lnTo>
                <a:lnTo>
                  <a:pt x="88" y="35"/>
                </a:lnTo>
                <a:lnTo>
                  <a:pt x="88" y="36"/>
                </a:lnTo>
                <a:lnTo>
                  <a:pt x="88" y="35"/>
                </a:lnTo>
                <a:lnTo>
                  <a:pt x="88" y="36"/>
                </a:lnTo>
                <a:lnTo>
                  <a:pt x="87" y="36"/>
                </a:lnTo>
                <a:lnTo>
                  <a:pt x="86" y="36"/>
                </a:lnTo>
                <a:lnTo>
                  <a:pt x="87" y="36"/>
                </a:lnTo>
                <a:lnTo>
                  <a:pt x="88" y="37"/>
                </a:lnTo>
                <a:lnTo>
                  <a:pt x="87" y="37"/>
                </a:lnTo>
                <a:lnTo>
                  <a:pt x="86" y="37"/>
                </a:lnTo>
                <a:lnTo>
                  <a:pt x="85" y="37"/>
                </a:lnTo>
                <a:lnTo>
                  <a:pt x="84" y="37"/>
                </a:lnTo>
                <a:lnTo>
                  <a:pt x="83" y="37"/>
                </a:lnTo>
                <a:lnTo>
                  <a:pt x="83" y="38"/>
                </a:lnTo>
                <a:lnTo>
                  <a:pt x="82" y="38"/>
                </a:lnTo>
                <a:lnTo>
                  <a:pt x="83" y="39"/>
                </a:lnTo>
                <a:lnTo>
                  <a:pt x="84" y="39"/>
                </a:lnTo>
                <a:lnTo>
                  <a:pt x="84" y="40"/>
                </a:lnTo>
                <a:lnTo>
                  <a:pt x="84" y="39"/>
                </a:lnTo>
                <a:lnTo>
                  <a:pt x="83" y="39"/>
                </a:lnTo>
                <a:lnTo>
                  <a:pt x="82" y="39"/>
                </a:lnTo>
                <a:lnTo>
                  <a:pt x="81" y="39"/>
                </a:lnTo>
                <a:lnTo>
                  <a:pt x="80" y="39"/>
                </a:lnTo>
                <a:lnTo>
                  <a:pt x="79" y="39"/>
                </a:lnTo>
                <a:lnTo>
                  <a:pt x="78" y="39"/>
                </a:lnTo>
                <a:lnTo>
                  <a:pt x="78" y="40"/>
                </a:lnTo>
                <a:lnTo>
                  <a:pt x="77" y="40"/>
                </a:lnTo>
                <a:lnTo>
                  <a:pt x="78" y="40"/>
                </a:lnTo>
                <a:lnTo>
                  <a:pt x="77" y="40"/>
                </a:lnTo>
                <a:lnTo>
                  <a:pt x="77" y="41"/>
                </a:lnTo>
                <a:lnTo>
                  <a:pt x="77" y="42"/>
                </a:lnTo>
                <a:lnTo>
                  <a:pt x="78" y="42"/>
                </a:lnTo>
                <a:lnTo>
                  <a:pt x="79" y="43"/>
                </a:lnTo>
                <a:lnTo>
                  <a:pt x="80" y="43"/>
                </a:lnTo>
                <a:lnTo>
                  <a:pt x="81" y="43"/>
                </a:lnTo>
                <a:lnTo>
                  <a:pt x="82" y="43"/>
                </a:lnTo>
                <a:lnTo>
                  <a:pt x="82" y="44"/>
                </a:lnTo>
                <a:lnTo>
                  <a:pt x="83" y="44"/>
                </a:lnTo>
                <a:lnTo>
                  <a:pt x="83" y="45"/>
                </a:lnTo>
                <a:lnTo>
                  <a:pt x="82" y="45"/>
                </a:lnTo>
                <a:lnTo>
                  <a:pt x="82" y="44"/>
                </a:lnTo>
                <a:lnTo>
                  <a:pt x="82" y="45"/>
                </a:lnTo>
                <a:lnTo>
                  <a:pt x="81" y="45"/>
                </a:lnTo>
                <a:lnTo>
                  <a:pt x="81" y="46"/>
                </a:lnTo>
                <a:lnTo>
                  <a:pt x="80" y="47"/>
                </a:lnTo>
                <a:lnTo>
                  <a:pt x="79" y="47"/>
                </a:lnTo>
                <a:lnTo>
                  <a:pt x="78" y="47"/>
                </a:lnTo>
                <a:lnTo>
                  <a:pt x="77" y="47"/>
                </a:lnTo>
                <a:lnTo>
                  <a:pt x="76" y="47"/>
                </a:lnTo>
                <a:lnTo>
                  <a:pt x="76" y="46"/>
                </a:lnTo>
                <a:lnTo>
                  <a:pt x="76" y="47"/>
                </a:lnTo>
                <a:lnTo>
                  <a:pt x="76" y="46"/>
                </a:lnTo>
                <a:lnTo>
                  <a:pt x="75" y="46"/>
                </a:lnTo>
                <a:lnTo>
                  <a:pt x="74" y="46"/>
                </a:lnTo>
                <a:lnTo>
                  <a:pt x="73" y="46"/>
                </a:lnTo>
                <a:lnTo>
                  <a:pt x="72" y="47"/>
                </a:lnTo>
                <a:lnTo>
                  <a:pt x="71" y="47"/>
                </a:lnTo>
                <a:lnTo>
                  <a:pt x="70" y="47"/>
                </a:lnTo>
                <a:lnTo>
                  <a:pt x="69" y="47"/>
                </a:lnTo>
                <a:lnTo>
                  <a:pt x="68" y="47"/>
                </a:lnTo>
                <a:lnTo>
                  <a:pt x="68" y="46"/>
                </a:lnTo>
                <a:lnTo>
                  <a:pt x="68" y="45"/>
                </a:lnTo>
                <a:lnTo>
                  <a:pt x="68" y="44"/>
                </a:lnTo>
                <a:lnTo>
                  <a:pt x="67" y="44"/>
                </a:lnTo>
                <a:lnTo>
                  <a:pt x="67" y="45"/>
                </a:lnTo>
                <a:lnTo>
                  <a:pt x="66" y="45"/>
                </a:lnTo>
                <a:lnTo>
                  <a:pt x="66" y="46"/>
                </a:lnTo>
                <a:lnTo>
                  <a:pt x="66" y="47"/>
                </a:lnTo>
                <a:lnTo>
                  <a:pt x="65" y="47"/>
                </a:lnTo>
                <a:lnTo>
                  <a:pt x="65" y="48"/>
                </a:lnTo>
                <a:lnTo>
                  <a:pt x="64" y="48"/>
                </a:lnTo>
                <a:lnTo>
                  <a:pt x="64" y="49"/>
                </a:lnTo>
                <a:lnTo>
                  <a:pt x="64" y="50"/>
                </a:lnTo>
                <a:lnTo>
                  <a:pt x="63" y="50"/>
                </a:lnTo>
                <a:lnTo>
                  <a:pt x="63" y="51"/>
                </a:lnTo>
                <a:lnTo>
                  <a:pt x="62" y="51"/>
                </a:lnTo>
                <a:lnTo>
                  <a:pt x="61" y="51"/>
                </a:lnTo>
                <a:lnTo>
                  <a:pt x="61" y="52"/>
                </a:lnTo>
                <a:lnTo>
                  <a:pt x="59" y="52"/>
                </a:lnTo>
                <a:lnTo>
                  <a:pt x="58" y="52"/>
                </a:lnTo>
                <a:lnTo>
                  <a:pt x="58" y="53"/>
                </a:lnTo>
                <a:lnTo>
                  <a:pt x="57" y="53"/>
                </a:lnTo>
                <a:lnTo>
                  <a:pt x="56" y="53"/>
                </a:lnTo>
                <a:lnTo>
                  <a:pt x="56" y="54"/>
                </a:lnTo>
                <a:lnTo>
                  <a:pt x="55" y="54"/>
                </a:lnTo>
                <a:lnTo>
                  <a:pt x="54" y="54"/>
                </a:lnTo>
                <a:lnTo>
                  <a:pt x="54" y="55"/>
                </a:lnTo>
                <a:lnTo>
                  <a:pt x="53" y="55"/>
                </a:lnTo>
                <a:lnTo>
                  <a:pt x="52" y="57"/>
                </a:lnTo>
                <a:lnTo>
                  <a:pt x="52" y="58"/>
                </a:lnTo>
                <a:lnTo>
                  <a:pt x="52" y="57"/>
                </a:lnTo>
                <a:lnTo>
                  <a:pt x="52" y="58"/>
                </a:lnTo>
                <a:lnTo>
                  <a:pt x="51" y="58"/>
                </a:lnTo>
                <a:lnTo>
                  <a:pt x="52" y="58"/>
                </a:lnTo>
                <a:lnTo>
                  <a:pt x="51" y="58"/>
                </a:lnTo>
                <a:lnTo>
                  <a:pt x="51" y="59"/>
                </a:lnTo>
                <a:lnTo>
                  <a:pt x="51" y="60"/>
                </a:lnTo>
                <a:lnTo>
                  <a:pt x="51" y="61"/>
                </a:lnTo>
                <a:lnTo>
                  <a:pt x="51" y="62"/>
                </a:lnTo>
                <a:lnTo>
                  <a:pt x="50" y="62"/>
                </a:lnTo>
                <a:lnTo>
                  <a:pt x="49" y="62"/>
                </a:lnTo>
                <a:lnTo>
                  <a:pt x="50" y="62"/>
                </a:lnTo>
                <a:lnTo>
                  <a:pt x="49" y="62"/>
                </a:lnTo>
                <a:lnTo>
                  <a:pt x="49" y="63"/>
                </a:lnTo>
                <a:lnTo>
                  <a:pt x="48" y="63"/>
                </a:lnTo>
                <a:lnTo>
                  <a:pt x="47" y="63"/>
                </a:lnTo>
                <a:lnTo>
                  <a:pt x="46" y="64"/>
                </a:lnTo>
                <a:lnTo>
                  <a:pt x="45" y="64"/>
                </a:lnTo>
                <a:lnTo>
                  <a:pt x="44" y="64"/>
                </a:lnTo>
                <a:lnTo>
                  <a:pt x="44" y="65"/>
                </a:lnTo>
                <a:lnTo>
                  <a:pt x="43" y="65"/>
                </a:lnTo>
                <a:lnTo>
                  <a:pt x="41" y="65"/>
                </a:lnTo>
                <a:lnTo>
                  <a:pt x="40" y="65"/>
                </a:lnTo>
                <a:lnTo>
                  <a:pt x="40" y="66"/>
                </a:lnTo>
                <a:lnTo>
                  <a:pt x="39" y="66"/>
                </a:lnTo>
                <a:lnTo>
                  <a:pt x="39" y="67"/>
                </a:lnTo>
                <a:lnTo>
                  <a:pt x="38" y="67"/>
                </a:lnTo>
                <a:lnTo>
                  <a:pt x="38" y="68"/>
                </a:lnTo>
                <a:lnTo>
                  <a:pt x="38" y="69"/>
                </a:lnTo>
                <a:lnTo>
                  <a:pt x="38" y="70"/>
                </a:lnTo>
                <a:lnTo>
                  <a:pt x="37" y="70"/>
                </a:lnTo>
                <a:lnTo>
                  <a:pt x="37" y="71"/>
                </a:lnTo>
                <a:lnTo>
                  <a:pt x="36" y="71"/>
                </a:lnTo>
                <a:lnTo>
                  <a:pt x="36" y="72"/>
                </a:lnTo>
                <a:lnTo>
                  <a:pt x="35" y="72"/>
                </a:lnTo>
                <a:lnTo>
                  <a:pt x="34" y="72"/>
                </a:lnTo>
                <a:lnTo>
                  <a:pt x="33" y="73"/>
                </a:lnTo>
                <a:lnTo>
                  <a:pt x="32" y="73"/>
                </a:lnTo>
                <a:lnTo>
                  <a:pt x="31" y="73"/>
                </a:lnTo>
                <a:lnTo>
                  <a:pt x="31" y="74"/>
                </a:lnTo>
                <a:lnTo>
                  <a:pt x="32" y="74"/>
                </a:lnTo>
                <a:lnTo>
                  <a:pt x="32" y="76"/>
                </a:lnTo>
                <a:lnTo>
                  <a:pt x="32" y="77"/>
                </a:lnTo>
                <a:lnTo>
                  <a:pt x="32" y="78"/>
                </a:lnTo>
                <a:lnTo>
                  <a:pt x="31" y="78"/>
                </a:lnTo>
                <a:lnTo>
                  <a:pt x="31" y="77"/>
                </a:lnTo>
                <a:lnTo>
                  <a:pt x="31" y="78"/>
                </a:lnTo>
                <a:lnTo>
                  <a:pt x="31" y="77"/>
                </a:lnTo>
                <a:lnTo>
                  <a:pt x="30" y="77"/>
                </a:lnTo>
                <a:lnTo>
                  <a:pt x="30" y="78"/>
                </a:lnTo>
                <a:lnTo>
                  <a:pt x="29" y="78"/>
                </a:lnTo>
                <a:lnTo>
                  <a:pt x="30" y="78"/>
                </a:lnTo>
                <a:lnTo>
                  <a:pt x="30" y="77"/>
                </a:lnTo>
                <a:lnTo>
                  <a:pt x="31" y="77"/>
                </a:lnTo>
                <a:lnTo>
                  <a:pt x="32" y="77"/>
                </a:lnTo>
                <a:lnTo>
                  <a:pt x="32" y="76"/>
                </a:lnTo>
                <a:lnTo>
                  <a:pt x="32" y="74"/>
                </a:lnTo>
                <a:lnTo>
                  <a:pt x="31" y="74"/>
                </a:lnTo>
                <a:lnTo>
                  <a:pt x="31" y="73"/>
                </a:lnTo>
                <a:lnTo>
                  <a:pt x="31" y="74"/>
                </a:lnTo>
                <a:lnTo>
                  <a:pt x="30" y="74"/>
                </a:lnTo>
                <a:lnTo>
                  <a:pt x="30" y="75"/>
                </a:lnTo>
                <a:lnTo>
                  <a:pt x="29" y="75"/>
                </a:lnTo>
                <a:lnTo>
                  <a:pt x="29" y="76"/>
                </a:lnTo>
                <a:lnTo>
                  <a:pt x="29" y="77"/>
                </a:lnTo>
                <a:lnTo>
                  <a:pt x="28" y="77"/>
                </a:lnTo>
                <a:lnTo>
                  <a:pt x="27" y="77"/>
                </a:lnTo>
                <a:lnTo>
                  <a:pt x="26" y="77"/>
                </a:lnTo>
                <a:lnTo>
                  <a:pt x="26" y="78"/>
                </a:lnTo>
                <a:lnTo>
                  <a:pt x="25" y="79"/>
                </a:lnTo>
                <a:lnTo>
                  <a:pt x="25" y="80"/>
                </a:lnTo>
                <a:lnTo>
                  <a:pt x="24" y="80"/>
                </a:lnTo>
                <a:lnTo>
                  <a:pt x="23" y="80"/>
                </a:lnTo>
                <a:lnTo>
                  <a:pt x="22" y="80"/>
                </a:lnTo>
                <a:lnTo>
                  <a:pt x="21" y="81"/>
                </a:lnTo>
                <a:lnTo>
                  <a:pt x="21" y="82"/>
                </a:lnTo>
                <a:lnTo>
                  <a:pt x="22" y="82"/>
                </a:lnTo>
                <a:lnTo>
                  <a:pt x="23" y="82"/>
                </a:lnTo>
                <a:lnTo>
                  <a:pt x="24" y="82"/>
                </a:lnTo>
                <a:lnTo>
                  <a:pt x="24" y="81"/>
                </a:lnTo>
                <a:lnTo>
                  <a:pt x="26" y="81"/>
                </a:lnTo>
                <a:lnTo>
                  <a:pt x="27" y="81"/>
                </a:lnTo>
                <a:lnTo>
                  <a:pt x="27" y="80"/>
                </a:lnTo>
                <a:lnTo>
                  <a:pt x="27" y="79"/>
                </a:lnTo>
                <a:lnTo>
                  <a:pt x="28" y="79"/>
                </a:lnTo>
                <a:lnTo>
                  <a:pt x="28" y="78"/>
                </a:lnTo>
                <a:lnTo>
                  <a:pt x="27" y="78"/>
                </a:lnTo>
                <a:lnTo>
                  <a:pt x="28" y="78"/>
                </a:lnTo>
                <a:lnTo>
                  <a:pt x="27" y="78"/>
                </a:lnTo>
                <a:lnTo>
                  <a:pt x="28" y="78"/>
                </a:lnTo>
                <a:lnTo>
                  <a:pt x="28" y="79"/>
                </a:lnTo>
                <a:lnTo>
                  <a:pt x="27" y="79"/>
                </a:lnTo>
                <a:lnTo>
                  <a:pt x="27" y="80"/>
                </a:lnTo>
                <a:lnTo>
                  <a:pt x="27" y="81"/>
                </a:lnTo>
                <a:lnTo>
                  <a:pt x="26" y="81"/>
                </a:lnTo>
                <a:lnTo>
                  <a:pt x="25" y="81"/>
                </a:lnTo>
                <a:lnTo>
                  <a:pt x="25" y="82"/>
                </a:lnTo>
                <a:lnTo>
                  <a:pt x="24" y="82"/>
                </a:lnTo>
                <a:lnTo>
                  <a:pt x="24" y="83"/>
                </a:lnTo>
                <a:lnTo>
                  <a:pt x="24" y="82"/>
                </a:lnTo>
                <a:lnTo>
                  <a:pt x="22" y="82"/>
                </a:lnTo>
                <a:lnTo>
                  <a:pt x="21" y="82"/>
                </a:lnTo>
                <a:lnTo>
                  <a:pt x="21" y="83"/>
                </a:lnTo>
                <a:lnTo>
                  <a:pt x="20" y="83"/>
                </a:lnTo>
                <a:lnTo>
                  <a:pt x="20" y="84"/>
                </a:lnTo>
                <a:lnTo>
                  <a:pt x="19" y="84"/>
                </a:lnTo>
                <a:lnTo>
                  <a:pt x="18" y="85"/>
                </a:lnTo>
                <a:lnTo>
                  <a:pt x="18" y="86"/>
                </a:lnTo>
                <a:lnTo>
                  <a:pt x="18" y="87"/>
                </a:lnTo>
                <a:lnTo>
                  <a:pt x="19" y="87"/>
                </a:lnTo>
                <a:lnTo>
                  <a:pt x="19" y="89"/>
                </a:lnTo>
                <a:lnTo>
                  <a:pt x="19" y="90"/>
                </a:lnTo>
                <a:lnTo>
                  <a:pt x="19" y="91"/>
                </a:lnTo>
                <a:lnTo>
                  <a:pt x="19" y="93"/>
                </a:lnTo>
                <a:lnTo>
                  <a:pt x="19" y="94"/>
                </a:lnTo>
                <a:lnTo>
                  <a:pt x="18" y="94"/>
                </a:lnTo>
                <a:lnTo>
                  <a:pt x="18" y="95"/>
                </a:lnTo>
                <a:lnTo>
                  <a:pt x="18" y="96"/>
                </a:lnTo>
                <a:lnTo>
                  <a:pt x="18" y="97"/>
                </a:lnTo>
                <a:lnTo>
                  <a:pt x="18" y="98"/>
                </a:lnTo>
                <a:lnTo>
                  <a:pt x="18" y="99"/>
                </a:lnTo>
                <a:lnTo>
                  <a:pt x="18" y="100"/>
                </a:lnTo>
                <a:lnTo>
                  <a:pt x="18" y="99"/>
                </a:lnTo>
                <a:lnTo>
                  <a:pt x="18" y="98"/>
                </a:lnTo>
                <a:lnTo>
                  <a:pt x="18" y="99"/>
                </a:lnTo>
                <a:lnTo>
                  <a:pt x="17" y="99"/>
                </a:lnTo>
                <a:lnTo>
                  <a:pt x="17" y="100"/>
                </a:lnTo>
                <a:lnTo>
                  <a:pt x="16" y="100"/>
                </a:lnTo>
                <a:lnTo>
                  <a:pt x="16" y="101"/>
                </a:lnTo>
                <a:lnTo>
                  <a:pt x="15" y="101"/>
                </a:lnTo>
                <a:lnTo>
                  <a:pt x="16" y="101"/>
                </a:lnTo>
                <a:lnTo>
                  <a:pt x="17" y="101"/>
                </a:lnTo>
                <a:lnTo>
                  <a:pt x="17" y="100"/>
                </a:lnTo>
                <a:lnTo>
                  <a:pt x="17" y="101"/>
                </a:lnTo>
                <a:lnTo>
                  <a:pt x="16" y="101"/>
                </a:lnTo>
                <a:lnTo>
                  <a:pt x="15" y="101"/>
                </a:lnTo>
                <a:lnTo>
                  <a:pt x="14" y="102"/>
                </a:lnTo>
                <a:lnTo>
                  <a:pt x="13" y="103"/>
                </a:lnTo>
                <a:lnTo>
                  <a:pt x="13" y="104"/>
                </a:lnTo>
                <a:lnTo>
                  <a:pt x="14" y="104"/>
                </a:lnTo>
                <a:lnTo>
                  <a:pt x="14" y="105"/>
                </a:lnTo>
                <a:lnTo>
                  <a:pt x="15" y="106"/>
                </a:lnTo>
                <a:lnTo>
                  <a:pt x="16" y="106"/>
                </a:lnTo>
                <a:lnTo>
                  <a:pt x="16" y="107"/>
                </a:lnTo>
                <a:lnTo>
                  <a:pt x="16" y="108"/>
                </a:lnTo>
                <a:lnTo>
                  <a:pt x="17" y="108"/>
                </a:lnTo>
                <a:lnTo>
                  <a:pt x="17" y="109"/>
                </a:lnTo>
                <a:lnTo>
                  <a:pt x="17" y="110"/>
                </a:lnTo>
                <a:lnTo>
                  <a:pt x="18" y="110"/>
                </a:lnTo>
                <a:lnTo>
                  <a:pt x="18" y="111"/>
                </a:lnTo>
                <a:lnTo>
                  <a:pt x="19" y="111"/>
                </a:lnTo>
                <a:lnTo>
                  <a:pt x="19" y="110"/>
                </a:lnTo>
                <a:lnTo>
                  <a:pt x="18" y="110"/>
                </a:lnTo>
                <a:lnTo>
                  <a:pt x="18" y="109"/>
                </a:lnTo>
                <a:lnTo>
                  <a:pt x="18" y="108"/>
                </a:lnTo>
                <a:lnTo>
                  <a:pt x="18" y="107"/>
                </a:lnTo>
                <a:lnTo>
                  <a:pt x="17" y="107"/>
                </a:lnTo>
                <a:lnTo>
                  <a:pt x="17" y="106"/>
                </a:lnTo>
                <a:lnTo>
                  <a:pt x="16" y="106"/>
                </a:lnTo>
                <a:lnTo>
                  <a:pt x="16" y="105"/>
                </a:lnTo>
                <a:lnTo>
                  <a:pt x="16" y="106"/>
                </a:lnTo>
                <a:lnTo>
                  <a:pt x="17" y="106"/>
                </a:lnTo>
                <a:lnTo>
                  <a:pt x="18" y="107"/>
                </a:lnTo>
                <a:lnTo>
                  <a:pt x="18" y="108"/>
                </a:lnTo>
                <a:lnTo>
                  <a:pt x="18" y="109"/>
                </a:lnTo>
                <a:lnTo>
                  <a:pt x="18" y="110"/>
                </a:lnTo>
                <a:lnTo>
                  <a:pt x="19" y="110"/>
                </a:lnTo>
                <a:lnTo>
                  <a:pt x="19" y="111"/>
                </a:lnTo>
                <a:lnTo>
                  <a:pt x="19" y="110"/>
                </a:lnTo>
                <a:lnTo>
                  <a:pt x="20" y="110"/>
                </a:lnTo>
                <a:lnTo>
                  <a:pt x="20" y="109"/>
                </a:lnTo>
                <a:lnTo>
                  <a:pt x="20" y="108"/>
                </a:lnTo>
                <a:lnTo>
                  <a:pt x="20" y="107"/>
                </a:lnTo>
                <a:lnTo>
                  <a:pt x="19" y="107"/>
                </a:lnTo>
                <a:lnTo>
                  <a:pt x="20" y="107"/>
                </a:lnTo>
                <a:lnTo>
                  <a:pt x="20" y="108"/>
                </a:lnTo>
                <a:lnTo>
                  <a:pt x="20" y="109"/>
                </a:lnTo>
                <a:lnTo>
                  <a:pt x="20" y="110"/>
                </a:lnTo>
                <a:lnTo>
                  <a:pt x="21" y="110"/>
                </a:lnTo>
                <a:lnTo>
                  <a:pt x="21" y="111"/>
                </a:lnTo>
                <a:lnTo>
                  <a:pt x="22" y="111"/>
                </a:lnTo>
                <a:lnTo>
                  <a:pt x="22" y="112"/>
                </a:lnTo>
                <a:lnTo>
                  <a:pt x="23" y="112"/>
                </a:lnTo>
                <a:lnTo>
                  <a:pt x="23" y="113"/>
                </a:lnTo>
                <a:lnTo>
                  <a:pt x="22" y="112"/>
                </a:lnTo>
                <a:lnTo>
                  <a:pt x="22" y="113"/>
                </a:lnTo>
                <a:lnTo>
                  <a:pt x="22" y="114"/>
                </a:lnTo>
                <a:lnTo>
                  <a:pt x="20" y="114"/>
                </a:lnTo>
                <a:lnTo>
                  <a:pt x="19" y="114"/>
                </a:lnTo>
                <a:lnTo>
                  <a:pt x="18" y="114"/>
                </a:lnTo>
                <a:lnTo>
                  <a:pt x="17" y="114"/>
                </a:lnTo>
                <a:lnTo>
                  <a:pt x="16" y="114"/>
                </a:lnTo>
                <a:lnTo>
                  <a:pt x="15" y="113"/>
                </a:lnTo>
                <a:lnTo>
                  <a:pt x="14" y="113"/>
                </a:lnTo>
                <a:lnTo>
                  <a:pt x="13" y="113"/>
                </a:lnTo>
                <a:lnTo>
                  <a:pt x="12" y="113"/>
                </a:lnTo>
                <a:lnTo>
                  <a:pt x="10" y="113"/>
                </a:lnTo>
                <a:lnTo>
                  <a:pt x="9" y="113"/>
                </a:lnTo>
                <a:lnTo>
                  <a:pt x="9" y="112"/>
                </a:lnTo>
                <a:lnTo>
                  <a:pt x="10" y="112"/>
                </a:lnTo>
                <a:lnTo>
                  <a:pt x="10" y="110"/>
                </a:lnTo>
                <a:lnTo>
                  <a:pt x="9" y="110"/>
                </a:lnTo>
                <a:lnTo>
                  <a:pt x="9" y="109"/>
                </a:lnTo>
                <a:lnTo>
                  <a:pt x="9" y="108"/>
                </a:lnTo>
                <a:lnTo>
                  <a:pt x="9" y="107"/>
                </a:lnTo>
                <a:lnTo>
                  <a:pt x="10" y="106"/>
                </a:lnTo>
                <a:lnTo>
                  <a:pt x="10" y="105"/>
                </a:lnTo>
                <a:lnTo>
                  <a:pt x="10" y="104"/>
                </a:lnTo>
                <a:lnTo>
                  <a:pt x="10" y="103"/>
                </a:lnTo>
                <a:lnTo>
                  <a:pt x="10" y="102"/>
                </a:lnTo>
                <a:lnTo>
                  <a:pt x="11" y="102"/>
                </a:lnTo>
                <a:lnTo>
                  <a:pt x="10" y="102"/>
                </a:lnTo>
                <a:lnTo>
                  <a:pt x="10" y="101"/>
                </a:lnTo>
                <a:lnTo>
                  <a:pt x="10" y="102"/>
                </a:lnTo>
                <a:lnTo>
                  <a:pt x="10" y="101"/>
                </a:lnTo>
                <a:lnTo>
                  <a:pt x="9" y="101"/>
                </a:lnTo>
                <a:lnTo>
                  <a:pt x="8" y="101"/>
                </a:lnTo>
                <a:lnTo>
                  <a:pt x="8" y="102"/>
                </a:lnTo>
                <a:lnTo>
                  <a:pt x="7" y="102"/>
                </a:lnTo>
                <a:lnTo>
                  <a:pt x="6" y="102"/>
                </a:lnTo>
                <a:lnTo>
                  <a:pt x="6" y="103"/>
                </a:lnTo>
                <a:lnTo>
                  <a:pt x="5" y="103"/>
                </a:lnTo>
                <a:lnTo>
                  <a:pt x="5" y="104"/>
                </a:lnTo>
                <a:lnTo>
                  <a:pt x="5" y="105"/>
                </a:lnTo>
                <a:lnTo>
                  <a:pt x="5" y="106"/>
                </a:lnTo>
                <a:lnTo>
                  <a:pt x="5" y="107"/>
                </a:lnTo>
                <a:lnTo>
                  <a:pt x="5" y="109"/>
                </a:lnTo>
                <a:lnTo>
                  <a:pt x="5" y="110"/>
                </a:lnTo>
                <a:lnTo>
                  <a:pt x="4" y="110"/>
                </a:lnTo>
                <a:lnTo>
                  <a:pt x="4" y="111"/>
                </a:lnTo>
                <a:lnTo>
                  <a:pt x="3" y="111"/>
                </a:lnTo>
                <a:lnTo>
                  <a:pt x="2" y="112"/>
                </a:lnTo>
                <a:lnTo>
                  <a:pt x="0" y="112"/>
                </a:lnTo>
                <a:lnTo>
                  <a:pt x="0" y="111"/>
                </a:lnTo>
                <a:lnTo>
                  <a:pt x="1" y="111"/>
                </a:lnTo>
                <a:lnTo>
                  <a:pt x="1" y="110"/>
                </a:lnTo>
                <a:lnTo>
                  <a:pt x="2" y="110"/>
                </a:lnTo>
                <a:lnTo>
                  <a:pt x="3" y="110"/>
                </a:lnTo>
                <a:lnTo>
                  <a:pt x="3" y="109"/>
                </a:lnTo>
                <a:lnTo>
                  <a:pt x="4" y="109"/>
                </a:lnTo>
                <a:lnTo>
                  <a:pt x="4" y="108"/>
                </a:lnTo>
                <a:lnTo>
                  <a:pt x="4" y="106"/>
                </a:lnTo>
                <a:lnTo>
                  <a:pt x="4" y="105"/>
                </a:lnTo>
                <a:lnTo>
                  <a:pt x="5" y="105"/>
                </a:lnTo>
                <a:lnTo>
                  <a:pt x="5" y="104"/>
                </a:lnTo>
                <a:lnTo>
                  <a:pt x="5" y="103"/>
                </a:lnTo>
                <a:lnTo>
                  <a:pt x="6" y="102"/>
                </a:lnTo>
                <a:lnTo>
                  <a:pt x="7" y="102"/>
                </a:lnTo>
                <a:lnTo>
                  <a:pt x="8" y="101"/>
                </a:lnTo>
                <a:lnTo>
                  <a:pt x="9" y="101"/>
                </a:lnTo>
                <a:lnTo>
                  <a:pt x="10" y="101"/>
                </a:lnTo>
                <a:lnTo>
                  <a:pt x="10" y="102"/>
                </a:lnTo>
                <a:lnTo>
                  <a:pt x="10" y="101"/>
                </a:lnTo>
                <a:lnTo>
                  <a:pt x="11" y="101"/>
                </a:lnTo>
                <a:lnTo>
                  <a:pt x="11" y="100"/>
                </a:lnTo>
                <a:lnTo>
                  <a:pt x="12" y="100"/>
                </a:lnTo>
                <a:lnTo>
                  <a:pt x="11" y="100"/>
                </a:lnTo>
                <a:lnTo>
                  <a:pt x="11" y="99"/>
                </a:lnTo>
                <a:lnTo>
                  <a:pt x="11" y="98"/>
                </a:lnTo>
                <a:moveTo>
                  <a:pt x="17" y="111"/>
                </a:moveTo>
                <a:lnTo>
                  <a:pt x="17" y="110"/>
                </a:lnTo>
                <a:lnTo>
                  <a:pt x="16" y="110"/>
                </a:lnTo>
                <a:lnTo>
                  <a:pt x="16" y="111"/>
                </a:lnTo>
                <a:lnTo>
                  <a:pt x="17" y="111"/>
                </a:lnTo>
                <a:moveTo>
                  <a:pt x="12" y="103"/>
                </a:moveTo>
                <a:lnTo>
                  <a:pt x="13" y="102"/>
                </a:lnTo>
                <a:lnTo>
                  <a:pt x="12" y="102"/>
                </a:lnTo>
                <a:lnTo>
                  <a:pt x="12" y="103"/>
                </a:lnTo>
                <a:moveTo>
                  <a:pt x="15" y="100"/>
                </a:moveTo>
                <a:lnTo>
                  <a:pt x="14" y="100"/>
                </a:lnTo>
                <a:lnTo>
                  <a:pt x="14" y="101"/>
                </a:lnTo>
                <a:lnTo>
                  <a:pt x="15" y="100"/>
                </a:lnTo>
                <a:moveTo>
                  <a:pt x="18" y="88"/>
                </a:moveTo>
                <a:lnTo>
                  <a:pt x="17" y="88"/>
                </a:lnTo>
                <a:lnTo>
                  <a:pt x="17" y="87"/>
                </a:lnTo>
                <a:lnTo>
                  <a:pt x="17" y="86"/>
                </a:lnTo>
                <a:lnTo>
                  <a:pt x="17" y="87"/>
                </a:lnTo>
                <a:lnTo>
                  <a:pt x="16" y="87"/>
                </a:lnTo>
                <a:lnTo>
                  <a:pt x="16" y="88"/>
                </a:lnTo>
                <a:lnTo>
                  <a:pt x="16" y="89"/>
                </a:lnTo>
                <a:lnTo>
                  <a:pt x="16" y="90"/>
                </a:lnTo>
                <a:lnTo>
                  <a:pt x="17" y="90"/>
                </a:lnTo>
                <a:lnTo>
                  <a:pt x="18" y="90"/>
                </a:lnTo>
                <a:lnTo>
                  <a:pt x="18" y="89"/>
                </a:lnTo>
                <a:lnTo>
                  <a:pt x="18" y="88"/>
                </a:lnTo>
                <a:moveTo>
                  <a:pt x="19" y="88"/>
                </a:moveTo>
                <a:lnTo>
                  <a:pt x="19" y="87"/>
                </a:lnTo>
                <a:lnTo>
                  <a:pt x="18" y="87"/>
                </a:lnTo>
                <a:lnTo>
                  <a:pt x="18" y="88"/>
                </a:lnTo>
                <a:lnTo>
                  <a:pt x="19" y="88"/>
                </a:lnTo>
                <a:moveTo>
                  <a:pt x="25" y="79"/>
                </a:moveTo>
                <a:lnTo>
                  <a:pt x="24" y="79"/>
                </a:lnTo>
                <a:lnTo>
                  <a:pt x="25" y="79"/>
                </a:lnTo>
                <a:moveTo>
                  <a:pt x="26" y="78"/>
                </a:moveTo>
                <a:lnTo>
                  <a:pt x="25" y="78"/>
                </a:lnTo>
                <a:lnTo>
                  <a:pt x="25" y="79"/>
                </a:lnTo>
                <a:lnTo>
                  <a:pt x="25" y="78"/>
                </a:lnTo>
                <a:lnTo>
                  <a:pt x="26" y="78"/>
                </a:lnTo>
                <a:moveTo>
                  <a:pt x="27" y="77"/>
                </a:moveTo>
                <a:lnTo>
                  <a:pt x="26" y="77"/>
                </a:lnTo>
                <a:lnTo>
                  <a:pt x="27" y="77"/>
                </a:lnTo>
                <a:moveTo>
                  <a:pt x="35" y="72"/>
                </a:moveTo>
                <a:lnTo>
                  <a:pt x="35" y="71"/>
                </a:lnTo>
                <a:lnTo>
                  <a:pt x="36" y="71"/>
                </a:lnTo>
                <a:lnTo>
                  <a:pt x="37" y="71"/>
                </a:lnTo>
                <a:lnTo>
                  <a:pt x="37" y="70"/>
                </a:lnTo>
                <a:lnTo>
                  <a:pt x="38" y="70"/>
                </a:lnTo>
                <a:lnTo>
                  <a:pt x="38" y="69"/>
                </a:lnTo>
                <a:lnTo>
                  <a:pt x="37" y="69"/>
                </a:lnTo>
                <a:lnTo>
                  <a:pt x="36" y="69"/>
                </a:lnTo>
                <a:lnTo>
                  <a:pt x="35" y="69"/>
                </a:lnTo>
                <a:lnTo>
                  <a:pt x="35" y="70"/>
                </a:lnTo>
                <a:lnTo>
                  <a:pt x="35" y="71"/>
                </a:lnTo>
                <a:lnTo>
                  <a:pt x="35" y="72"/>
                </a:lnTo>
                <a:moveTo>
                  <a:pt x="37" y="69"/>
                </a:moveTo>
                <a:lnTo>
                  <a:pt x="37" y="68"/>
                </a:lnTo>
                <a:lnTo>
                  <a:pt x="36" y="68"/>
                </a:lnTo>
                <a:lnTo>
                  <a:pt x="36" y="69"/>
                </a:lnTo>
                <a:lnTo>
                  <a:pt x="37" y="69"/>
                </a:lnTo>
                <a:moveTo>
                  <a:pt x="37" y="69"/>
                </a:moveTo>
                <a:lnTo>
                  <a:pt x="38" y="69"/>
                </a:lnTo>
                <a:lnTo>
                  <a:pt x="38" y="68"/>
                </a:lnTo>
                <a:lnTo>
                  <a:pt x="38" y="67"/>
                </a:lnTo>
                <a:lnTo>
                  <a:pt x="37" y="67"/>
                </a:lnTo>
                <a:lnTo>
                  <a:pt x="37" y="68"/>
                </a:lnTo>
                <a:lnTo>
                  <a:pt x="37" y="69"/>
                </a:lnTo>
                <a:moveTo>
                  <a:pt x="47" y="63"/>
                </a:moveTo>
                <a:lnTo>
                  <a:pt x="46" y="63"/>
                </a:lnTo>
                <a:lnTo>
                  <a:pt x="46" y="64"/>
                </a:lnTo>
                <a:lnTo>
                  <a:pt x="46" y="63"/>
                </a:lnTo>
                <a:lnTo>
                  <a:pt x="47" y="63"/>
                </a:lnTo>
                <a:moveTo>
                  <a:pt x="50" y="62"/>
                </a:moveTo>
                <a:lnTo>
                  <a:pt x="51" y="61"/>
                </a:lnTo>
                <a:lnTo>
                  <a:pt x="50" y="61"/>
                </a:lnTo>
                <a:lnTo>
                  <a:pt x="51" y="61"/>
                </a:lnTo>
                <a:lnTo>
                  <a:pt x="50" y="61"/>
                </a:lnTo>
                <a:lnTo>
                  <a:pt x="50" y="62"/>
                </a:lnTo>
                <a:moveTo>
                  <a:pt x="64" y="48"/>
                </a:moveTo>
                <a:lnTo>
                  <a:pt x="63" y="49"/>
                </a:lnTo>
                <a:lnTo>
                  <a:pt x="64" y="49"/>
                </a:lnTo>
                <a:lnTo>
                  <a:pt x="64" y="48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18" name=""/>
          <p:cNvSpPr/>
          <p:nvPr/>
        </p:nvSpPr>
        <p:spPr>
          <a:xfrm>
            <a:off x="4833720" y="3597840"/>
            <a:ext cx="8640" cy="14040"/>
          </a:xfrm>
          <a:custGeom>
            <a:avLst/>
            <a:gdLst/>
            <a:ahLst/>
            <a:rect l="0" t="0" r="r" b="b"/>
            <a:pathLst>
              <a:path w="24" h="39">
                <a:moveTo>
                  <a:pt x="23" y="1"/>
                </a:moveTo>
                <a:lnTo>
                  <a:pt x="23" y="2"/>
                </a:lnTo>
                <a:lnTo>
                  <a:pt x="24" y="2"/>
                </a:lnTo>
                <a:lnTo>
                  <a:pt x="24" y="3"/>
                </a:lnTo>
                <a:lnTo>
                  <a:pt x="23" y="2"/>
                </a:lnTo>
                <a:lnTo>
                  <a:pt x="22" y="2"/>
                </a:lnTo>
                <a:lnTo>
                  <a:pt x="21" y="1"/>
                </a:lnTo>
                <a:lnTo>
                  <a:pt x="20" y="1"/>
                </a:lnTo>
                <a:lnTo>
                  <a:pt x="19" y="1"/>
                </a:lnTo>
                <a:lnTo>
                  <a:pt x="19" y="2"/>
                </a:lnTo>
                <a:lnTo>
                  <a:pt x="20" y="2"/>
                </a:lnTo>
                <a:lnTo>
                  <a:pt x="21" y="3"/>
                </a:lnTo>
                <a:lnTo>
                  <a:pt x="22" y="3"/>
                </a:lnTo>
                <a:lnTo>
                  <a:pt x="23" y="4"/>
                </a:lnTo>
                <a:lnTo>
                  <a:pt x="22" y="4"/>
                </a:lnTo>
                <a:lnTo>
                  <a:pt x="22" y="5"/>
                </a:lnTo>
                <a:lnTo>
                  <a:pt x="21" y="6"/>
                </a:lnTo>
                <a:lnTo>
                  <a:pt x="20" y="7"/>
                </a:lnTo>
                <a:lnTo>
                  <a:pt x="19" y="7"/>
                </a:lnTo>
                <a:lnTo>
                  <a:pt x="18" y="7"/>
                </a:lnTo>
                <a:lnTo>
                  <a:pt x="18" y="8"/>
                </a:lnTo>
                <a:lnTo>
                  <a:pt x="19" y="8"/>
                </a:lnTo>
                <a:lnTo>
                  <a:pt x="19" y="9"/>
                </a:lnTo>
                <a:lnTo>
                  <a:pt x="18" y="10"/>
                </a:lnTo>
                <a:lnTo>
                  <a:pt x="16" y="9"/>
                </a:lnTo>
                <a:lnTo>
                  <a:pt x="15" y="9"/>
                </a:lnTo>
                <a:lnTo>
                  <a:pt x="15" y="10"/>
                </a:lnTo>
                <a:lnTo>
                  <a:pt x="14" y="10"/>
                </a:lnTo>
                <a:lnTo>
                  <a:pt x="14" y="11"/>
                </a:lnTo>
                <a:lnTo>
                  <a:pt x="13" y="10"/>
                </a:lnTo>
                <a:lnTo>
                  <a:pt x="12" y="10"/>
                </a:lnTo>
                <a:lnTo>
                  <a:pt x="12" y="9"/>
                </a:lnTo>
                <a:lnTo>
                  <a:pt x="11" y="9"/>
                </a:lnTo>
                <a:lnTo>
                  <a:pt x="10" y="9"/>
                </a:lnTo>
                <a:lnTo>
                  <a:pt x="10" y="10"/>
                </a:lnTo>
                <a:lnTo>
                  <a:pt x="11" y="10"/>
                </a:lnTo>
                <a:lnTo>
                  <a:pt x="11" y="11"/>
                </a:lnTo>
                <a:lnTo>
                  <a:pt x="11" y="12"/>
                </a:lnTo>
                <a:lnTo>
                  <a:pt x="10" y="12"/>
                </a:lnTo>
                <a:lnTo>
                  <a:pt x="9" y="13"/>
                </a:lnTo>
                <a:lnTo>
                  <a:pt x="9" y="14"/>
                </a:lnTo>
                <a:lnTo>
                  <a:pt x="8" y="14"/>
                </a:lnTo>
                <a:lnTo>
                  <a:pt x="7" y="14"/>
                </a:lnTo>
                <a:lnTo>
                  <a:pt x="6" y="15"/>
                </a:lnTo>
                <a:lnTo>
                  <a:pt x="7" y="16"/>
                </a:lnTo>
                <a:lnTo>
                  <a:pt x="7" y="17"/>
                </a:lnTo>
                <a:lnTo>
                  <a:pt x="8" y="18"/>
                </a:lnTo>
                <a:lnTo>
                  <a:pt x="9" y="20"/>
                </a:lnTo>
                <a:lnTo>
                  <a:pt x="9" y="21"/>
                </a:lnTo>
                <a:lnTo>
                  <a:pt x="9" y="22"/>
                </a:lnTo>
                <a:lnTo>
                  <a:pt x="8" y="22"/>
                </a:lnTo>
                <a:lnTo>
                  <a:pt x="7" y="23"/>
                </a:lnTo>
                <a:lnTo>
                  <a:pt x="7" y="24"/>
                </a:lnTo>
                <a:lnTo>
                  <a:pt x="6" y="25"/>
                </a:lnTo>
                <a:lnTo>
                  <a:pt x="6" y="26"/>
                </a:lnTo>
                <a:lnTo>
                  <a:pt x="5" y="27"/>
                </a:lnTo>
                <a:lnTo>
                  <a:pt x="6" y="28"/>
                </a:lnTo>
                <a:lnTo>
                  <a:pt x="6" y="29"/>
                </a:lnTo>
                <a:lnTo>
                  <a:pt x="5" y="29"/>
                </a:lnTo>
                <a:lnTo>
                  <a:pt x="4" y="29"/>
                </a:lnTo>
                <a:lnTo>
                  <a:pt x="4" y="30"/>
                </a:lnTo>
                <a:lnTo>
                  <a:pt x="3" y="31"/>
                </a:lnTo>
                <a:lnTo>
                  <a:pt x="3" y="32"/>
                </a:lnTo>
                <a:lnTo>
                  <a:pt x="2" y="32"/>
                </a:lnTo>
                <a:lnTo>
                  <a:pt x="2" y="33"/>
                </a:lnTo>
                <a:lnTo>
                  <a:pt x="1" y="33"/>
                </a:lnTo>
                <a:lnTo>
                  <a:pt x="1" y="34"/>
                </a:lnTo>
                <a:lnTo>
                  <a:pt x="2" y="34"/>
                </a:lnTo>
                <a:lnTo>
                  <a:pt x="3" y="34"/>
                </a:lnTo>
                <a:lnTo>
                  <a:pt x="2" y="35"/>
                </a:lnTo>
                <a:lnTo>
                  <a:pt x="2" y="36"/>
                </a:lnTo>
                <a:lnTo>
                  <a:pt x="2" y="37"/>
                </a:lnTo>
                <a:lnTo>
                  <a:pt x="1" y="37"/>
                </a:lnTo>
                <a:lnTo>
                  <a:pt x="2" y="38"/>
                </a:lnTo>
                <a:lnTo>
                  <a:pt x="2" y="37"/>
                </a:lnTo>
                <a:lnTo>
                  <a:pt x="3" y="37"/>
                </a:lnTo>
                <a:lnTo>
                  <a:pt x="3" y="38"/>
                </a:lnTo>
                <a:lnTo>
                  <a:pt x="2" y="38"/>
                </a:lnTo>
                <a:lnTo>
                  <a:pt x="2" y="39"/>
                </a:lnTo>
                <a:lnTo>
                  <a:pt x="1" y="39"/>
                </a:lnTo>
                <a:lnTo>
                  <a:pt x="0" y="38"/>
                </a:lnTo>
                <a:lnTo>
                  <a:pt x="0" y="37"/>
                </a:lnTo>
                <a:lnTo>
                  <a:pt x="0" y="36"/>
                </a:lnTo>
                <a:lnTo>
                  <a:pt x="0" y="35"/>
                </a:lnTo>
                <a:lnTo>
                  <a:pt x="0" y="34"/>
                </a:lnTo>
                <a:lnTo>
                  <a:pt x="1" y="33"/>
                </a:lnTo>
                <a:lnTo>
                  <a:pt x="1" y="32"/>
                </a:lnTo>
                <a:lnTo>
                  <a:pt x="2" y="32"/>
                </a:lnTo>
                <a:lnTo>
                  <a:pt x="2" y="31"/>
                </a:lnTo>
                <a:lnTo>
                  <a:pt x="2" y="30"/>
                </a:lnTo>
                <a:lnTo>
                  <a:pt x="3" y="30"/>
                </a:lnTo>
                <a:lnTo>
                  <a:pt x="4" y="29"/>
                </a:lnTo>
                <a:lnTo>
                  <a:pt x="5" y="28"/>
                </a:lnTo>
                <a:lnTo>
                  <a:pt x="4" y="28"/>
                </a:lnTo>
                <a:lnTo>
                  <a:pt x="4" y="27"/>
                </a:lnTo>
                <a:lnTo>
                  <a:pt x="4" y="26"/>
                </a:lnTo>
                <a:lnTo>
                  <a:pt x="5" y="26"/>
                </a:lnTo>
                <a:lnTo>
                  <a:pt x="4" y="25"/>
                </a:lnTo>
                <a:lnTo>
                  <a:pt x="5" y="24"/>
                </a:lnTo>
                <a:lnTo>
                  <a:pt x="5" y="23"/>
                </a:lnTo>
                <a:lnTo>
                  <a:pt x="5" y="22"/>
                </a:lnTo>
                <a:lnTo>
                  <a:pt x="6" y="22"/>
                </a:lnTo>
                <a:lnTo>
                  <a:pt x="7" y="21"/>
                </a:lnTo>
                <a:lnTo>
                  <a:pt x="7" y="22"/>
                </a:lnTo>
                <a:lnTo>
                  <a:pt x="7" y="21"/>
                </a:lnTo>
                <a:lnTo>
                  <a:pt x="8" y="21"/>
                </a:lnTo>
                <a:lnTo>
                  <a:pt x="8" y="20"/>
                </a:lnTo>
                <a:lnTo>
                  <a:pt x="7" y="20"/>
                </a:lnTo>
                <a:lnTo>
                  <a:pt x="7" y="18"/>
                </a:lnTo>
                <a:lnTo>
                  <a:pt x="7" y="17"/>
                </a:lnTo>
                <a:lnTo>
                  <a:pt x="6" y="17"/>
                </a:lnTo>
                <a:lnTo>
                  <a:pt x="6" y="16"/>
                </a:lnTo>
                <a:lnTo>
                  <a:pt x="6" y="15"/>
                </a:lnTo>
                <a:lnTo>
                  <a:pt x="6" y="14"/>
                </a:lnTo>
                <a:lnTo>
                  <a:pt x="7" y="14"/>
                </a:lnTo>
                <a:lnTo>
                  <a:pt x="7" y="13"/>
                </a:lnTo>
                <a:lnTo>
                  <a:pt x="8" y="13"/>
                </a:lnTo>
                <a:lnTo>
                  <a:pt x="9" y="12"/>
                </a:lnTo>
                <a:lnTo>
                  <a:pt x="10" y="12"/>
                </a:lnTo>
                <a:lnTo>
                  <a:pt x="10" y="11"/>
                </a:lnTo>
                <a:lnTo>
                  <a:pt x="10" y="10"/>
                </a:lnTo>
                <a:lnTo>
                  <a:pt x="9" y="10"/>
                </a:lnTo>
                <a:lnTo>
                  <a:pt x="10" y="9"/>
                </a:lnTo>
                <a:lnTo>
                  <a:pt x="10" y="8"/>
                </a:lnTo>
                <a:lnTo>
                  <a:pt x="11" y="8"/>
                </a:lnTo>
                <a:lnTo>
                  <a:pt x="12" y="8"/>
                </a:lnTo>
                <a:lnTo>
                  <a:pt x="12" y="9"/>
                </a:lnTo>
                <a:lnTo>
                  <a:pt x="13" y="10"/>
                </a:lnTo>
                <a:lnTo>
                  <a:pt x="14" y="10"/>
                </a:lnTo>
                <a:lnTo>
                  <a:pt x="15" y="9"/>
                </a:lnTo>
                <a:lnTo>
                  <a:pt x="16" y="9"/>
                </a:lnTo>
                <a:lnTo>
                  <a:pt x="18" y="8"/>
                </a:lnTo>
                <a:lnTo>
                  <a:pt x="18" y="7"/>
                </a:lnTo>
                <a:lnTo>
                  <a:pt x="19" y="7"/>
                </a:lnTo>
                <a:lnTo>
                  <a:pt x="20" y="6"/>
                </a:lnTo>
                <a:lnTo>
                  <a:pt x="20" y="5"/>
                </a:lnTo>
                <a:lnTo>
                  <a:pt x="21" y="5"/>
                </a:lnTo>
                <a:lnTo>
                  <a:pt x="21" y="4"/>
                </a:lnTo>
                <a:lnTo>
                  <a:pt x="20" y="4"/>
                </a:lnTo>
                <a:lnTo>
                  <a:pt x="20" y="3"/>
                </a:lnTo>
                <a:lnTo>
                  <a:pt x="19" y="3"/>
                </a:lnTo>
                <a:lnTo>
                  <a:pt x="18" y="3"/>
                </a:lnTo>
                <a:lnTo>
                  <a:pt x="18" y="2"/>
                </a:lnTo>
                <a:lnTo>
                  <a:pt x="18" y="1"/>
                </a:lnTo>
                <a:lnTo>
                  <a:pt x="19" y="0"/>
                </a:lnTo>
                <a:lnTo>
                  <a:pt x="20" y="0"/>
                </a:lnTo>
                <a:lnTo>
                  <a:pt x="21" y="0"/>
                </a:lnTo>
                <a:lnTo>
                  <a:pt x="22" y="1"/>
                </a:lnTo>
                <a:lnTo>
                  <a:pt x="2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19" name=""/>
          <p:cNvSpPr/>
          <p:nvPr/>
        </p:nvSpPr>
        <p:spPr>
          <a:xfrm>
            <a:off x="4954680" y="3556080"/>
            <a:ext cx="13680" cy="17640"/>
          </a:xfrm>
          <a:custGeom>
            <a:avLst/>
            <a:gdLst/>
            <a:ahLst/>
            <a:rect l="0" t="0" r="r" b="b"/>
            <a:pathLst>
              <a:path w="38" h="49">
                <a:moveTo>
                  <a:pt x="2" y="3"/>
                </a:moveTo>
                <a:lnTo>
                  <a:pt x="2" y="4"/>
                </a:lnTo>
                <a:lnTo>
                  <a:pt x="3" y="4"/>
                </a:lnTo>
                <a:lnTo>
                  <a:pt x="3" y="5"/>
                </a:lnTo>
                <a:lnTo>
                  <a:pt x="2" y="6"/>
                </a:lnTo>
                <a:lnTo>
                  <a:pt x="2" y="7"/>
                </a:lnTo>
                <a:lnTo>
                  <a:pt x="1" y="8"/>
                </a:lnTo>
                <a:lnTo>
                  <a:pt x="2" y="8"/>
                </a:lnTo>
                <a:lnTo>
                  <a:pt x="1" y="9"/>
                </a:lnTo>
                <a:lnTo>
                  <a:pt x="1" y="10"/>
                </a:lnTo>
                <a:lnTo>
                  <a:pt x="0" y="10"/>
                </a:lnTo>
                <a:lnTo>
                  <a:pt x="1" y="11"/>
                </a:lnTo>
                <a:lnTo>
                  <a:pt x="1" y="12"/>
                </a:lnTo>
                <a:lnTo>
                  <a:pt x="2" y="12"/>
                </a:lnTo>
                <a:lnTo>
                  <a:pt x="2" y="13"/>
                </a:lnTo>
                <a:lnTo>
                  <a:pt x="2" y="14"/>
                </a:lnTo>
                <a:lnTo>
                  <a:pt x="1" y="14"/>
                </a:lnTo>
                <a:lnTo>
                  <a:pt x="1" y="15"/>
                </a:lnTo>
                <a:lnTo>
                  <a:pt x="1" y="16"/>
                </a:lnTo>
                <a:lnTo>
                  <a:pt x="2" y="16"/>
                </a:lnTo>
                <a:lnTo>
                  <a:pt x="2" y="17"/>
                </a:lnTo>
                <a:lnTo>
                  <a:pt x="2" y="18"/>
                </a:lnTo>
                <a:lnTo>
                  <a:pt x="3" y="18"/>
                </a:lnTo>
                <a:lnTo>
                  <a:pt x="2" y="18"/>
                </a:lnTo>
                <a:lnTo>
                  <a:pt x="3" y="19"/>
                </a:lnTo>
                <a:lnTo>
                  <a:pt x="5" y="19"/>
                </a:lnTo>
                <a:lnTo>
                  <a:pt x="6" y="19"/>
                </a:lnTo>
                <a:lnTo>
                  <a:pt x="6" y="20"/>
                </a:lnTo>
                <a:lnTo>
                  <a:pt x="7" y="20"/>
                </a:lnTo>
                <a:lnTo>
                  <a:pt x="7" y="21"/>
                </a:lnTo>
                <a:lnTo>
                  <a:pt x="7" y="22"/>
                </a:lnTo>
                <a:lnTo>
                  <a:pt x="7" y="23"/>
                </a:lnTo>
                <a:lnTo>
                  <a:pt x="8" y="23"/>
                </a:lnTo>
                <a:lnTo>
                  <a:pt x="8" y="24"/>
                </a:lnTo>
                <a:lnTo>
                  <a:pt x="9" y="24"/>
                </a:lnTo>
                <a:lnTo>
                  <a:pt x="9" y="25"/>
                </a:lnTo>
                <a:lnTo>
                  <a:pt x="11" y="25"/>
                </a:lnTo>
                <a:lnTo>
                  <a:pt x="12" y="26"/>
                </a:lnTo>
                <a:lnTo>
                  <a:pt x="13" y="27"/>
                </a:lnTo>
                <a:lnTo>
                  <a:pt x="14" y="28"/>
                </a:lnTo>
                <a:lnTo>
                  <a:pt x="14" y="29"/>
                </a:lnTo>
                <a:lnTo>
                  <a:pt x="15" y="29"/>
                </a:lnTo>
                <a:lnTo>
                  <a:pt x="16" y="29"/>
                </a:lnTo>
                <a:lnTo>
                  <a:pt x="16" y="28"/>
                </a:lnTo>
                <a:lnTo>
                  <a:pt x="17" y="28"/>
                </a:lnTo>
                <a:lnTo>
                  <a:pt x="18" y="28"/>
                </a:lnTo>
                <a:lnTo>
                  <a:pt x="19" y="28"/>
                </a:lnTo>
                <a:lnTo>
                  <a:pt x="19" y="29"/>
                </a:lnTo>
                <a:lnTo>
                  <a:pt x="19" y="30"/>
                </a:lnTo>
                <a:lnTo>
                  <a:pt x="19" y="31"/>
                </a:lnTo>
                <a:lnTo>
                  <a:pt x="18" y="31"/>
                </a:lnTo>
                <a:lnTo>
                  <a:pt x="18" y="32"/>
                </a:lnTo>
                <a:lnTo>
                  <a:pt x="17" y="32"/>
                </a:lnTo>
                <a:lnTo>
                  <a:pt x="18" y="33"/>
                </a:lnTo>
                <a:lnTo>
                  <a:pt x="18" y="35"/>
                </a:lnTo>
                <a:lnTo>
                  <a:pt x="19" y="35"/>
                </a:lnTo>
                <a:lnTo>
                  <a:pt x="21" y="36"/>
                </a:lnTo>
                <a:lnTo>
                  <a:pt x="22" y="36"/>
                </a:lnTo>
                <a:lnTo>
                  <a:pt x="23" y="35"/>
                </a:lnTo>
                <a:lnTo>
                  <a:pt x="24" y="35"/>
                </a:lnTo>
                <a:lnTo>
                  <a:pt x="24" y="33"/>
                </a:lnTo>
                <a:lnTo>
                  <a:pt x="24" y="32"/>
                </a:lnTo>
                <a:lnTo>
                  <a:pt x="23" y="32"/>
                </a:lnTo>
                <a:lnTo>
                  <a:pt x="22" y="31"/>
                </a:lnTo>
                <a:lnTo>
                  <a:pt x="22" y="30"/>
                </a:lnTo>
                <a:lnTo>
                  <a:pt x="22" y="29"/>
                </a:lnTo>
                <a:lnTo>
                  <a:pt x="23" y="29"/>
                </a:lnTo>
                <a:lnTo>
                  <a:pt x="23" y="28"/>
                </a:lnTo>
                <a:lnTo>
                  <a:pt x="24" y="27"/>
                </a:lnTo>
                <a:lnTo>
                  <a:pt x="25" y="27"/>
                </a:lnTo>
                <a:lnTo>
                  <a:pt x="26" y="27"/>
                </a:lnTo>
                <a:lnTo>
                  <a:pt x="27" y="28"/>
                </a:lnTo>
                <a:lnTo>
                  <a:pt x="28" y="28"/>
                </a:lnTo>
                <a:lnTo>
                  <a:pt x="28" y="29"/>
                </a:lnTo>
                <a:lnTo>
                  <a:pt x="28" y="30"/>
                </a:lnTo>
                <a:lnTo>
                  <a:pt x="27" y="30"/>
                </a:lnTo>
                <a:lnTo>
                  <a:pt x="27" y="31"/>
                </a:lnTo>
                <a:lnTo>
                  <a:pt x="27" y="32"/>
                </a:lnTo>
                <a:lnTo>
                  <a:pt x="28" y="32"/>
                </a:lnTo>
                <a:lnTo>
                  <a:pt x="28" y="33"/>
                </a:lnTo>
                <a:lnTo>
                  <a:pt x="28" y="36"/>
                </a:lnTo>
                <a:lnTo>
                  <a:pt x="29" y="36"/>
                </a:lnTo>
                <a:lnTo>
                  <a:pt x="29" y="37"/>
                </a:lnTo>
                <a:lnTo>
                  <a:pt x="30" y="37"/>
                </a:lnTo>
                <a:lnTo>
                  <a:pt x="30" y="38"/>
                </a:lnTo>
                <a:lnTo>
                  <a:pt x="31" y="38"/>
                </a:lnTo>
                <a:lnTo>
                  <a:pt x="31" y="40"/>
                </a:lnTo>
                <a:lnTo>
                  <a:pt x="30" y="40"/>
                </a:lnTo>
                <a:lnTo>
                  <a:pt x="30" y="41"/>
                </a:lnTo>
                <a:lnTo>
                  <a:pt x="31" y="42"/>
                </a:lnTo>
                <a:lnTo>
                  <a:pt x="32" y="42"/>
                </a:lnTo>
                <a:lnTo>
                  <a:pt x="33" y="42"/>
                </a:lnTo>
                <a:lnTo>
                  <a:pt x="34" y="43"/>
                </a:lnTo>
                <a:lnTo>
                  <a:pt x="33" y="43"/>
                </a:lnTo>
                <a:lnTo>
                  <a:pt x="33" y="44"/>
                </a:lnTo>
                <a:lnTo>
                  <a:pt x="33" y="43"/>
                </a:lnTo>
                <a:lnTo>
                  <a:pt x="33" y="44"/>
                </a:lnTo>
                <a:lnTo>
                  <a:pt x="32" y="45"/>
                </a:lnTo>
                <a:lnTo>
                  <a:pt x="32" y="46"/>
                </a:lnTo>
                <a:lnTo>
                  <a:pt x="32" y="47"/>
                </a:lnTo>
                <a:lnTo>
                  <a:pt x="33" y="48"/>
                </a:lnTo>
                <a:lnTo>
                  <a:pt x="34" y="48"/>
                </a:lnTo>
                <a:lnTo>
                  <a:pt x="35" y="47"/>
                </a:lnTo>
                <a:lnTo>
                  <a:pt x="36" y="47"/>
                </a:lnTo>
                <a:lnTo>
                  <a:pt x="36" y="48"/>
                </a:lnTo>
                <a:lnTo>
                  <a:pt x="37" y="48"/>
                </a:lnTo>
                <a:lnTo>
                  <a:pt x="38" y="48"/>
                </a:lnTo>
                <a:lnTo>
                  <a:pt x="38" y="49"/>
                </a:lnTo>
                <a:lnTo>
                  <a:pt x="37" y="48"/>
                </a:lnTo>
                <a:lnTo>
                  <a:pt x="36" y="48"/>
                </a:lnTo>
                <a:lnTo>
                  <a:pt x="35" y="48"/>
                </a:lnTo>
                <a:lnTo>
                  <a:pt x="34" y="48"/>
                </a:lnTo>
                <a:lnTo>
                  <a:pt x="33" y="48"/>
                </a:lnTo>
                <a:lnTo>
                  <a:pt x="32" y="48"/>
                </a:lnTo>
                <a:lnTo>
                  <a:pt x="32" y="47"/>
                </a:lnTo>
                <a:lnTo>
                  <a:pt x="31" y="46"/>
                </a:lnTo>
                <a:lnTo>
                  <a:pt x="31" y="45"/>
                </a:lnTo>
                <a:lnTo>
                  <a:pt x="31" y="44"/>
                </a:lnTo>
                <a:lnTo>
                  <a:pt x="32" y="44"/>
                </a:lnTo>
                <a:lnTo>
                  <a:pt x="32" y="43"/>
                </a:lnTo>
                <a:lnTo>
                  <a:pt x="32" y="42"/>
                </a:lnTo>
                <a:lnTo>
                  <a:pt x="31" y="42"/>
                </a:lnTo>
                <a:lnTo>
                  <a:pt x="30" y="42"/>
                </a:lnTo>
                <a:lnTo>
                  <a:pt x="30" y="41"/>
                </a:lnTo>
                <a:lnTo>
                  <a:pt x="30" y="40"/>
                </a:lnTo>
                <a:lnTo>
                  <a:pt x="30" y="39"/>
                </a:lnTo>
                <a:lnTo>
                  <a:pt x="29" y="39"/>
                </a:lnTo>
                <a:lnTo>
                  <a:pt x="29" y="38"/>
                </a:lnTo>
                <a:lnTo>
                  <a:pt x="29" y="37"/>
                </a:lnTo>
                <a:lnTo>
                  <a:pt x="28" y="37"/>
                </a:lnTo>
                <a:lnTo>
                  <a:pt x="28" y="36"/>
                </a:lnTo>
                <a:lnTo>
                  <a:pt x="28" y="35"/>
                </a:lnTo>
                <a:lnTo>
                  <a:pt x="28" y="33"/>
                </a:lnTo>
                <a:lnTo>
                  <a:pt x="28" y="32"/>
                </a:lnTo>
                <a:lnTo>
                  <a:pt x="27" y="32"/>
                </a:lnTo>
                <a:lnTo>
                  <a:pt x="27" y="31"/>
                </a:lnTo>
                <a:lnTo>
                  <a:pt x="28" y="29"/>
                </a:lnTo>
                <a:lnTo>
                  <a:pt x="28" y="28"/>
                </a:lnTo>
                <a:lnTo>
                  <a:pt x="27" y="28"/>
                </a:lnTo>
                <a:lnTo>
                  <a:pt x="26" y="28"/>
                </a:lnTo>
                <a:lnTo>
                  <a:pt x="25" y="28"/>
                </a:lnTo>
                <a:lnTo>
                  <a:pt x="24" y="28"/>
                </a:lnTo>
                <a:lnTo>
                  <a:pt x="23" y="28"/>
                </a:lnTo>
                <a:lnTo>
                  <a:pt x="23" y="29"/>
                </a:lnTo>
                <a:lnTo>
                  <a:pt x="23" y="30"/>
                </a:lnTo>
                <a:lnTo>
                  <a:pt x="23" y="31"/>
                </a:lnTo>
                <a:lnTo>
                  <a:pt x="24" y="32"/>
                </a:lnTo>
                <a:lnTo>
                  <a:pt x="24" y="33"/>
                </a:lnTo>
                <a:lnTo>
                  <a:pt x="24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21" y="36"/>
                </a:lnTo>
                <a:lnTo>
                  <a:pt x="19" y="36"/>
                </a:lnTo>
                <a:lnTo>
                  <a:pt x="18" y="35"/>
                </a:lnTo>
                <a:lnTo>
                  <a:pt x="17" y="33"/>
                </a:lnTo>
                <a:lnTo>
                  <a:pt x="17" y="32"/>
                </a:lnTo>
                <a:lnTo>
                  <a:pt x="17" y="31"/>
                </a:lnTo>
                <a:lnTo>
                  <a:pt x="18" y="31"/>
                </a:lnTo>
                <a:lnTo>
                  <a:pt x="19" y="30"/>
                </a:lnTo>
                <a:lnTo>
                  <a:pt x="19" y="29"/>
                </a:lnTo>
                <a:lnTo>
                  <a:pt x="18" y="28"/>
                </a:lnTo>
                <a:lnTo>
                  <a:pt x="17" y="28"/>
                </a:lnTo>
                <a:lnTo>
                  <a:pt x="16" y="28"/>
                </a:lnTo>
                <a:lnTo>
                  <a:pt x="16" y="29"/>
                </a:lnTo>
                <a:lnTo>
                  <a:pt x="16" y="30"/>
                </a:lnTo>
                <a:lnTo>
                  <a:pt x="15" y="30"/>
                </a:lnTo>
                <a:lnTo>
                  <a:pt x="14" y="30"/>
                </a:lnTo>
                <a:lnTo>
                  <a:pt x="14" y="29"/>
                </a:lnTo>
                <a:lnTo>
                  <a:pt x="13" y="29"/>
                </a:lnTo>
                <a:lnTo>
                  <a:pt x="14" y="29"/>
                </a:lnTo>
                <a:lnTo>
                  <a:pt x="14" y="28"/>
                </a:lnTo>
                <a:lnTo>
                  <a:pt x="13" y="28"/>
                </a:lnTo>
                <a:lnTo>
                  <a:pt x="12" y="27"/>
                </a:lnTo>
                <a:lnTo>
                  <a:pt x="12" y="26"/>
                </a:lnTo>
                <a:lnTo>
                  <a:pt x="11" y="26"/>
                </a:lnTo>
                <a:lnTo>
                  <a:pt x="10" y="25"/>
                </a:lnTo>
                <a:lnTo>
                  <a:pt x="9" y="25"/>
                </a:lnTo>
                <a:lnTo>
                  <a:pt x="8" y="24"/>
                </a:lnTo>
                <a:lnTo>
                  <a:pt x="7" y="23"/>
                </a:lnTo>
                <a:lnTo>
                  <a:pt x="7" y="22"/>
                </a:lnTo>
                <a:lnTo>
                  <a:pt x="6" y="21"/>
                </a:lnTo>
                <a:lnTo>
                  <a:pt x="6" y="20"/>
                </a:lnTo>
                <a:lnTo>
                  <a:pt x="6" y="19"/>
                </a:lnTo>
                <a:lnTo>
                  <a:pt x="5" y="19"/>
                </a:lnTo>
                <a:lnTo>
                  <a:pt x="4" y="19"/>
                </a:lnTo>
                <a:lnTo>
                  <a:pt x="3" y="19"/>
                </a:lnTo>
                <a:lnTo>
                  <a:pt x="2" y="18"/>
                </a:lnTo>
                <a:lnTo>
                  <a:pt x="2" y="17"/>
                </a:lnTo>
                <a:lnTo>
                  <a:pt x="1" y="16"/>
                </a:lnTo>
                <a:lnTo>
                  <a:pt x="1" y="15"/>
                </a:lnTo>
                <a:lnTo>
                  <a:pt x="1" y="14"/>
                </a:lnTo>
                <a:lnTo>
                  <a:pt x="1" y="13"/>
                </a:lnTo>
                <a:lnTo>
                  <a:pt x="2" y="13"/>
                </a:lnTo>
                <a:lnTo>
                  <a:pt x="2" y="12"/>
                </a:lnTo>
                <a:lnTo>
                  <a:pt x="1" y="12"/>
                </a:lnTo>
                <a:lnTo>
                  <a:pt x="1" y="11"/>
                </a:ln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1" y="9"/>
                </a:lnTo>
                <a:lnTo>
                  <a:pt x="1" y="7"/>
                </a:lnTo>
                <a:lnTo>
                  <a:pt x="1" y="6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2" y="3"/>
                </a:lnTo>
                <a:moveTo>
                  <a:pt x="32" y="46"/>
                </a:moveTo>
                <a:lnTo>
                  <a:pt x="32" y="45"/>
                </a:lnTo>
                <a:lnTo>
                  <a:pt x="32" y="44"/>
                </a:lnTo>
                <a:lnTo>
                  <a:pt x="32" y="45"/>
                </a:lnTo>
                <a:lnTo>
                  <a:pt x="32" y="46"/>
                </a:lnTo>
                <a:moveTo>
                  <a:pt x="32" y="44"/>
                </a:moveTo>
                <a:lnTo>
                  <a:pt x="33" y="43"/>
                </a:lnTo>
                <a:lnTo>
                  <a:pt x="33" y="42"/>
                </a:lnTo>
                <a:lnTo>
                  <a:pt x="32" y="42"/>
                </a:lnTo>
                <a:lnTo>
                  <a:pt x="32" y="43"/>
                </a:lnTo>
                <a:lnTo>
                  <a:pt x="32" y="44"/>
                </a:lnTo>
                <a:moveTo>
                  <a:pt x="30" y="40"/>
                </a:moveTo>
                <a:lnTo>
                  <a:pt x="30" y="39"/>
                </a:lnTo>
                <a:lnTo>
                  <a:pt x="30" y="38"/>
                </a:lnTo>
                <a:lnTo>
                  <a:pt x="29" y="37"/>
                </a:lnTo>
                <a:lnTo>
                  <a:pt x="29" y="38"/>
                </a:lnTo>
                <a:lnTo>
                  <a:pt x="30" y="38"/>
                </a:lnTo>
                <a:lnTo>
                  <a:pt x="30" y="39"/>
                </a:lnTo>
                <a:lnTo>
                  <a:pt x="30" y="40"/>
                </a:lnTo>
                <a:moveTo>
                  <a:pt x="25" y="27"/>
                </a:moveTo>
                <a:lnTo>
                  <a:pt x="26" y="27"/>
                </a:lnTo>
                <a:lnTo>
                  <a:pt x="25" y="27"/>
                </a:lnTo>
                <a:moveTo>
                  <a:pt x="2" y="17"/>
                </a:moveTo>
                <a:lnTo>
                  <a:pt x="2" y="17"/>
                </a:lnTo>
                <a:moveTo>
                  <a:pt x="1" y="14"/>
                </a:moveTo>
                <a:lnTo>
                  <a:pt x="1" y="13"/>
                </a:lnTo>
                <a:lnTo>
                  <a:pt x="1" y="14"/>
                </a:lnTo>
                <a:moveTo>
                  <a:pt x="1" y="8"/>
                </a:moveTo>
                <a:lnTo>
                  <a:pt x="1" y="7"/>
                </a:lnTo>
                <a:lnTo>
                  <a:pt x="2" y="7"/>
                </a:lnTo>
                <a:lnTo>
                  <a:pt x="2" y="6"/>
                </a:lnTo>
                <a:lnTo>
                  <a:pt x="1" y="7"/>
                </a:lnTo>
                <a:lnTo>
                  <a:pt x="1" y="8"/>
                </a:lnTo>
                <a:moveTo>
                  <a:pt x="4" y="2"/>
                </a:moveTo>
                <a:lnTo>
                  <a:pt x="3" y="2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0" name=""/>
          <p:cNvSpPr/>
          <p:nvPr/>
        </p:nvSpPr>
        <p:spPr>
          <a:xfrm>
            <a:off x="4656240" y="37040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1" name=""/>
          <p:cNvSpPr/>
          <p:nvPr/>
        </p:nvSpPr>
        <p:spPr>
          <a:xfrm>
            <a:off x="4682160" y="370296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2" y="0"/>
                </a:moveTo>
                <a:lnTo>
                  <a:pt x="2" y="1"/>
                </a:lnTo>
                <a:lnTo>
                  <a:pt x="2" y="2"/>
                </a:lnTo>
                <a:lnTo>
                  <a:pt x="2" y="4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2" name=""/>
          <p:cNvSpPr/>
          <p:nvPr/>
        </p:nvSpPr>
        <p:spPr>
          <a:xfrm>
            <a:off x="4682160" y="3702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3" name=""/>
          <p:cNvSpPr/>
          <p:nvPr/>
        </p:nvSpPr>
        <p:spPr>
          <a:xfrm>
            <a:off x="4654440" y="37008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4" name=""/>
          <p:cNvSpPr/>
          <p:nvPr/>
        </p:nvSpPr>
        <p:spPr>
          <a:xfrm>
            <a:off x="4660560" y="36957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5" name=""/>
          <p:cNvSpPr/>
          <p:nvPr/>
        </p:nvSpPr>
        <p:spPr>
          <a:xfrm>
            <a:off x="4662720" y="36954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6" name=""/>
          <p:cNvSpPr/>
          <p:nvPr/>
        </p:nvSpPr>
        <p:spPr>
          <a:xfrm>
            <a:off x="4700880" y="36925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7" name=""/>
          <p:cNvSpPr/>
          <p:nvPr/>
        </p:nvSpPr>
        <p:spPr>
          <a:xfrm>
            <a:off x="4698000" y="3691080"/>
            <a:ext cx="3240" cy="3240"/>
          </a:xfrm>
          <a:custGeom>
            <a:avLst/>
            <a:gdLst/>
            <a:ahLst/>
            <a:rect l="0" t="0" r="r" b="b"/>
            <a:pathLst>
              <a:path w="9" h="9">
                <a:moveTo>
                  <a:pt x="8" y="1"/>
                </a:moveTo>
                <a:lnTo>
                  <a:pt x="7" y="2"/>
                </a:lnTo>
                <a:lnTo>
                  <a:pt x="8" y="2"/>
                </a:lnTo>
                <a:lnTo>
                  <a:pt x="7" y="2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8" y="5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7" y="7"/>
                </a:lnTo>
                <a:lnTo>
                  <a:pt x="7" y="5"/>
                </a:lnTo>
                <a:lnTo>
                  <a:pt x="6" y="5"/>
                </a:lnTo>
                <a:lnTo>
                  <a:pt x="5" y="5"/>
                </a:lnTo>
                <a:lnTo>
                  <a:pt x="5" y="7"/>
                </a:lnTo>
                <a:lnTo>
                  <a:pt x="6" y="7"/>
                </a:lnTo>
                <a:lnTo>
                  <a:pt x="5" y="7"/>
                </a:lnTo>
                <a:lnTo>
                  <a:pt x="5" y="8"/>
                </a:lnTo>
                <a:lnTo>
                  <a:pt x="4" y="8"/>
                </a:lnTo>
                <a:lnTo>
                  <a:pt x="4" y="9"/>
                </a:lnTo>
                <a:lnTo>
                  <a:pt x="3" y="9"/>
                </a:lnTo>
                <a:lnTo>
                  <a:pt x="3" y="8"/>
                </a:lnTo>
                <a:lnTo>
                  <a:pt x="1" y="8"/>
                </a:lnTo>
                <a:lnTo>
                  <a:pt x="1" y="7"/>
                </a:lnTo>
                <a:lnTo>
                  <a:pt x="0" y="7"/>
                </a:lnTo>
                <a:lnTo>
                  <a:pt x="0" y="5"/>
                </a:lnTo>
                <a:lnTo>
                  <a:pt x="1" y="5"/>
                </a:lnTo>
                <a:lnTo>
                  <a:pt x="0" y="4"/>
                </a:lnTo>
                <a:lnTo>
                  <a:pt x="1" y="4"/>
                </a:lnTo>
                <a:lnTo>
                  <a:pt x="3" y="4"/>
                </a:lnTo>
                <a:lnTo>
                  <a:pt x="3" y="3"/>
                </a:lnTo>
                <a:lnTo>
                  <a:pt x="4" y="3"/>
                </a:lnTo>
                <a:lnTo>
                  <a:pt x="4" y="2"/>
                </a:lnTo>
                <a:lnTo>
                  <a:pt x="6" y="2"/>
                </a:lnTo>
                <a:lnTo>
                  <a:pt x="7" y="2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0"/>
                </a:lnTo>
                <a:lnTo>
                  <a:pt x="9" y="1"/>
                </a:lnTo>
                <a:lnTo>
                  <a:pt x="8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8" name=""/>
          <p:cNvSpPr/>
          <p:nvPr/>
        </p:nvSpPr>
        <p:spPr>
          <a:xfrm>
            <a:off x="4673880" y="3692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9" name=""/>
          <p:cNvSpPr/>
          <p:nvPr/>
        </p:nvSpPr>
        <p:spPr>
          <a:xfrm>
            <a:off x="4669920" y="36918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1" y="0"/>
                </a:moveTo>
                <a:lnTo>
                  <a:pt x="1" y="2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0" name=""/>
          <p:cNvSpPr/>
          <p:nvPr/>
        </p:nvSpPr>
        <p:spPr>
          <a:xfrm>
            <a:off x="4671000" y="36914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1" name=""/>
          <p:cNvSpPr/>
          <p:nvPr/>
        </p:nvSpPr>
        <p:spPr>
          <a:xfrm>
            <a:off x="4697640" y="3691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2" name=""/>
          <p:cNvSpPr/>
          <p:nvPr/>
        </p:nvSpPr>
        <p:spPr>
          <a:xfrm>
            <a:off x="4701240" y="36907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3" y="2"/>
                </a:lnTo>
                <a:lnTo>
                  <a:pt x="1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3" name=""/>
          <p:cNvSpPr/>
          <p:nvPr/>
        </p:nvSpPr>
        <p:spPr>
          <a:xfrm>
            <a:off x="4703760" y="3690720"/>
            <a:ext cx="2160" cy="720"/>
          </a:xfrm>
          <a:custGeom>
            <a:avLst/>
            <a:gdLst/>
            <a:ahLst/>
            <a:rect l="0" t="0" r="r" b="b"/>
            <a:pathLst>
              <a:path w="6" h="2">
                <a:moveTo>
                  <a:pt x="6" y="0"/>
                </a:move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4" name=""/>
          <p:cNvSpPr/>
          <p:nvPr/>
        </p:nvSpPr>
        <p:spPr>
          <a:xfrm>
            <a:off x="4701240" y="368928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5" name=""/>
          <p:cNvSpPr/>
          <p:nvPr/>
        </p:nvSpPr>
        <p:spPr>
          <a:xfrm>
            <a:off x="4696920" y="36889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6" name=""/>
          <p:cNvSpPr/>
          <p:nvPr/>
        </p:nvSpPr>
        <p:spPr>
          <a:xfrm>
            <a:off x="4698000" y="36864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2"/>
                </a:move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7" name=""/>
          <p:cNvSpPr/>
          <p:nvPr/>
        </p:nvSpPr>
        <p:spPr>
          <a:xfrm>
            <a:off x="4642920" y="36475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8" name=""/>
          <p:cNvSpPr/>
          <p:nvPr/>
        </p:nvSpPr>
        <p:spPr>
          <a:xfrm>
            <a:off x="4647960" y="364356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6" y="4"/>
                </a:moveTo>
                <a:lnTo>
                  <a:pt x="4" y="4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3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3"/>
                </a:lnTo>
                <a:lnTo>
                  <a:pt x="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9" name=""/>
          <p:cNvSpPr/>
          <p:nvPr/>
        </p:nvSpPr>
        <p:spPr>
          <a:xfrm>
            <a:off x="4585320" y="3533760"/>
            <a:ext cx="225720" cy="176040"/>
          </a:xfrm>
          <a:custGeom>
            <a:avLst/>
            <a:gdLst/>
            <a:ahLst/>
            <a:rect l="0" t="0" r="r" b="b"/>
            <a:pathLst>
              <a:path w="627" h="489">
                <a:moveTo>
                  <a:pt x="450" y="3"/>
                </a:moveTo>
                <a:lnTo>
                  <a:pt x="450" y="2"/>
                </a:lnTo>
                <a:lnTo>
                  <a:pt x="451" y="2"/>
                </a:lnTo>
                <a:lnTo>
                  <a:pt x="451" y="3"/>
                </a:lnTo>
                <a:lnTo>
                  <a:pt x="452" y="3"/>
                </a:lnTo>
                <a:lnTo>
                  <a:pt x="453" y="3"/>
                </a:lnTo>
                <a:lnTo>
                  <a:pt x="453" y="4"/>
                </a:lnTo>
                <a:lnTo>
                  <a:pt x="454" y="4"/>
                </a:lnTo>
                <a:lnTo>
                  <a:pt x="454" y="5"/>
                </a:lnTo>
                <a:lnTo>
                  <a:pt x="453" y="6"/>
                </a:lnTo>
                <a:lnTo>
                  <a:pt x="452" y="7"/>
                </a:lnTo>
                <a:lnTo>
                  <a:pt x="452" y="8"/>
                </a:lnTo>
                <a:lnTo>
                  <a:pt x="452" y="9"/>
                </a:lnTo>
                <a:lnTo>
                  <a:pt x="453" y="9"/>
                </a:lnTo>
                <a:lnTo>
                  <a:pt x="453" y="10"/>
                </a:lnTo>
                <a:lnTo>
                  <a:pt x="454" y="10"/>
                </a:lnTo>
                <a:lnTo>
                  <a:pt x="456" y="11"/>
                </a:lnTo>
                <a:lnTo>
                  <a:pt x="456" y="12"/>
                </a:lnTo>
                <a:lnTo>
                  <a:pt x="457" y="12"/>
                </a:lnTo>
                <a:lnTo>
                  <a:pt x="457" y="13"/>
                </a:lnTo>
                <a:lnTo>
                  <a:pt x="456" y="13"/>
                </a:lnTo>
                <a:lnTo>
                  <a:pt x="456" y="14"/>
                </a:lnTo>
                <a:lnTo>
                  <a:pt x="457" y="14"/>
                </a:lnTo>
                <a:lnTo>
                  <a:pt x="458" y="14"/>
                </a:lnTo>
                <a:lnTo>
                  <a:pt x="459" y="14"/>
                </a:lnTo>
                <a:lnTo>
                  <a:pt x="460" y="14"/>
                </a:lnTo>
                <a:lnTo>
                  <a:pt x="460" y="15"/>
                </a:lnTo>
                <a:lnTo>
                  <a:pt x="461" y="15"/>
                </a:lnTo>
                <a:lnTo>
                  <a:pt x="462" y="16"/>
                </a:lnTo>
                <a:lnTo>
                  <a:pt x="464" y="17"/>
                </a:lnTo>
                <a:lnTo>
                  <a:pt x="464" y="18"/>
                </a:lnTo>
                <a:lnTo>
                  <a:pt x="465" y="19"/>
                </a:lnTo>
                <a:lnTo>
                  <a:pt x="465" y="20"/>
                </a:lnTo>
                <a:lnTo>
                  <a:pt x="466" y="20"/>
                </a:lnTo>
                <a:lnTo>
                  <a:pt x="467" y="20"/>
                </a:lnTo>
                <a:lnTo>
                  <a:pt x="467" y="21"/>
                </a:lnTo>
                <a:lnTo>
                  <a:pt x="468" y="21"/>
                </a:lnTo>
                <a:lnTo>
                  <a:pt x="468" y="22"/>
                </a:lnTo>
                <a:lnTo>
                  <a:pt x="469" y="22"/>
                </a:lnTo>
                <a:lnTo>
                  <a:pt x="469" y="21"/>
                </a:lnTo>
                <a:lnTo>
                  <a:pt x="470" y="21"/>
                </a:lnTo>
                <a:lnTo>
                  <a:pt x="471" y="21"/>
                </a:lnTo>
                <a:lnTo>
                  <a:pt x="472" y="21"/>
                </a:lnTo>
                <a:lnTo>
                  <a:pt x="473" y="21"/>
                </a:lnTo>
                <a:lnTo>
                  <a:pt x="475" y="21"/>
                </a:lnTo>
                <a:lnTo>
                  <a:pt x="475" y="22"/>
                </a:lnTo>
                <a:lnTo>
                  <a:pt x="474" y="22"/>
                </a:lnTo>
                <a:lnTo>
                  <a:pt x="475" y="22"/>
                </a:lnTo>
                <a:lnTo>
                  <a:pt x="476" y="22"/>
                </a:lnTo>
                <a:lnTo>
                  <a:pt x="476" y="23"/>
                </a:lnTo>
                <a:lnTo>
                  <a:pt x="476" y="24"/>
                </a:lnTo>
                <a:lnTo>
                  <a:pt x="476" y="25"/>
                </a:lnTo>
                <a:lnTo>
                  <a:pt x="477" y="25"/>
                </a:lnTo>
                <a:lnTo>
                  <a:pt x="478" y="25"/>
                </a:lnTo>
                <a:lnTo>
                  <a:pt x="479" y="25"/>
                </a:lnTo>
                <a:lnTo>
                  <a:pt x="480" y="25"/>
                </a:lnTo>
                <a:lnTo>
                  <a:pt x="480" y="26"/>
                </a:lnTo>
                <a:lnTo>
                  <a:pt x="481" y="26"/>
                </a:lnTo>
                <a:lnTo>
                  <a:pt x="482" y="26"/>
                </a:lnTo>
                <a:lnTo>
                  <a:pt x="483" y="26"/>
                </a:lnTo>
                <a:lnTo>
                  <a:pt x="483" y="25"/>
                </a:lnTo>
                <a:lnTo>
                  <a:pt x="484" y="25"/>
                </a:lnTo>
                <a:lnTo>
                  <a:pt x="485" y="24"/>
                </a:lnTo>
                <a:lnTo>
                  <a:pt x="485" y="25"/>
                </a:lnTo>
                <a:lnTo>
                  <a:pt x="485" y="26"/>
                </a:lnTo>
                <a:lnTo>
                  <a:pt x="486" y="26"/>
                </a:lnTo>
                <a:lnTo>
                  <a:pt x="486" y="27"/>
                </a:lnTo>
                <a:lnTo>
                  <a:pt x="488" y="27"/>
                </a:lnTo>
                <a:lnTo>
                  <a:pt x="490" y="27"/>
                </a:lnTo>
                <a:lnTo>
                  <a:pt x="491" y="27"/>
                </a:lnTo>
                <a:lnTo>
                  <a:pt x="491" y="28"/>
                </a:lnTo>
                <a:lnTo>
                  <a:pt x="491" y="29"/>
                </a:lnTo>
                <a:lnTo>
                  <a:pt x="491" y="30"/>
                </a:lnTo>
                <a:lnTo>
                  <a:pt x="491" y="31"/>
                </a:lnTo>
                <a:lnTo>
                  <a:pt x="491" y="32"/>
                </a:lnTo>
                <a:lnTo>
                  <a:pt x="490" y="32"/>
                </a:lnTo>
                <a:lnTo>
                  <a:pt x="491" y="33"/>
                </a:lnTo>
                <a:lnTo>
                  <a:pt x="491" y="34"/>
                </a:lnTo>
                <a:lnTo>
                  <a:pt x="492" y="34"/>
                </a:lnTo>
                <a:lnTo>
                  <a:pt x="493" y="34"/>
                </a:lnTo>
                <a:lnTo>
                  <a:pt x="493" y="35"/>
                </a:lnTo>
                <a:lnTo>
                  <a:pt x="494" y="35"/>
                </a:lnTo>
                <a:lnTo>
                  <a:pt x="495" y="36"/>
                </a:lnTo>
                <a:lnTo>
                  <a:pt x="496" y="37"/>
                </a:lnTo>
                <a:lnTo>
                  <a:pt x="496" y="38"/>
                </a:lnTo>
                <a:lnTo>
                  <a:pt x="497" y="38"/>
                </a:lnTo>
                <a:lnTo>
                  <a:pt x="498" y="38"/>
                </a:lnTo>
                <a:lnTo>
                  <a:pt x="500" y="40"/>
                </a:lnTo>
                <a:lnTo>
                  <a:pt x="501" y="40"/>
                </a:lnTo>
                <a:lnTo>
                  <a:pt x="501" y="41"/>
                </a:lnTo>
                <a:lnTo>
                  <a:pt x="503" y="42"/>
                </a:lnTo>
                <a:lnTo>
                  <a:pt x="504" y="43"/>
                </a:lnTo>
                <a:lnTo>
                  <a:pt x="503" y="44"/>
                </a:lnTo>
                <a:lnTo>
                  <a:pt x="499" y="48"/>
                </a:lnTo>
                <a:lnTo>
                  <a:pt x="498" y="49"/>
                </a:lnTo>
                <a:lnTo>
                  <a:pt x="497" y="50"/>
                </a:lnTo>
                <a:lnTo>
                  <a:pt x="496" y="50"/>
                </a:lnTo>
                <a:lnTo>
                  <a:pt x="496" y="51"/>
                </a:lnTo>
                <a:lnTo>
                  <a:pt x="496" y="52"/>
                </a:lnTo>
                <a:lnTo>
                  <a:pt x="497" y="52"/>
                </a:lnTo>
                <a:lnTo>
                  <a:pt x="497" y="53"/>
                </a:lnTo>
                <a:lnTo>
                  <a:pt x="498" y="53"/>
                </a:lnTo>
                <a:lnTo>
                  <a:pt x="499" y="53"/>
                </a:lnTo>
                <a:lnTo>
                  <a:pt x="499" y="54"/>
                </a:lnTo>
                <a:lnTo>
                  <a:pt x="500" y="54"/>
                </a:lnTo>
                <a:lnTo>
                  <a:pt x="501" y="54"/>
                </a:lnTo>
                <a:lnTo>
                  <a:pt x="502" y="54"/>
                </a:lnTo>
                <a:lnTo>
                  <a:pt x="502" y="53"/>
                </a:lnTo>
                <a:lnTo>
                  <a:pt x="503" y="53"/>
                </a:lnTo>
                <a:lnTo>
                  <a:pt x="504" y="53"/>
                </a:lnTo>
                <a:lnTo>
                  <a:pt x="504" y="54"/>
                </a:lnTo>
                <a:lnTo>
                  <a:pt x="505" y="54"/>
                </a:lnTo>
                <a:lnTo>
                  <a:pt x="505" y="55"/>
                </a:lnTo>
                <a:lnTo>
                  <a:pt x="505" y="56"/>
                </a:lnTo>
                <a:lnTo>
                  <a:pt x="505" y="57"/>
                </a:lnTo>
                <a:lnTo>
                  <a:pt x="505" y="58"/>
                </a:lnTo>
                <a:lnTo>
                  <a:pt x="504" y="58"/>
                </a:lnTo>
                <a:lnTo>
                  <a:pt x="503" y="58"/>
                </a:lnTo>
                <a:lnTo>
                  <a:pt x="503" y="59"/>
                </a:lnTo>
                <a:lnTo>
                  <a:pt x="502" y="59"/>
                </a:lnTo>
                <a:lnTo>
                  <a:pt x="501" y="59"/>
                </a:lnTo>
                <a:lnTo>
                  <a:pt x="501" y="60"/>
                </a:lnTo>
                <a:lnTo>
                  <a:pt x="500" y="60"/>
                </a:lnTo>
                <a:lnTo>
                  <a:pt x="499" y="60"/>
                </a:lnTo>
                <a:lnTo>
                  <a:pt x="499" y="61"/>
                </a:lnTo>
                <a:lnTo>
                  <a:pt x="499" y="62"/>
                </a:lnTo>
                <a:lnTo>
                  <a:pt x="499" y="63"/>
                </a:lnTo>
                <a:lnTo>
                  <a:pt x="501" y="63"/>
                </a:lnTo>
                <a:lnTo>
                  <a:pt x="502" y="63"/>
                </a:lnTo>
                <a:lnTo>
                  <a:pt x="503" y="63"/>
                </a:lnTo>
                <a:lnTo>
                  <a:pt x="504" y="63"/>
                </a:lnTo>
                <a:lnTo>
                  <a:pt x="504" y="64"/>
                </a:lnTo>
                <a:lnTo>
                  <a:pt x="504" y="63"/>
                </a:lnTo>
                <a:lnTo>
                  <a:pt x="505" y="63"/>
                </a:lnTo>
                <a:lnTo>
                  <a:pt x="505" y="64"/>
                </a:lnTo>
                <a:lnTo>
                  <a:pt x="506" y="64"/>
                </a:lnTo>
                <a:lnTo>
                  <a:pt x="506" y="65"/>
                </a:lnTo>
                <a:lnTo>
                  <a:pt x="506" y="66"/>
                </a:lnTo>
                <a:lnTo>
                  <a:pt x="507" y="66"/>
                </a:lnTo>
                <a:lnTo>
                  <a:pt x="506" y="67"/>
                </a:lnTo>
                <a:lnTo>
                  <a:pt x="507" y="67"/>
                </a:lnTo>
                <a:lnTo>
                  <a:pt x="507" y="68"/>
                </a:lnTo>
                <a:lnTo>
                  <a:pt x="506" y="68"/>
                </a:lnTo>
                <a:lnTo>
                  <a:pt x="506" y="69"/>
                </a:lnTo>
                <a:lnTo>
                  <a:pt x="507" y="69"/>
                </a:lnTo>
                <a:lnTo>
                  <a:pt x="508" y="69"/>
                </a:lnTo>
                <a:lnTo>
                  <a:pt x="508" y="68"/>
                </a:lnTo>
                <a:lnTo>
                  <a:pt x="508" y="67"/>
                </a:lnTo>
                <a:lnTo>
                  <a:pt x="508" y="66"/>
                </a:lnTo>
                <a:lnTo>
                  <a:pt x="509" y="66"/>
                </a:lnTo>
                <a:lnTo>
                  <a:pt x="509" y="65"/>
                </a:lnTo>
                <a:lnTo>
                  <a:pt x="510" y="65"/>
                </a:lnTo>
                <a:lnTo>
                  <a:pt x="511" y="65"/>
                </a:lnTo>
                <a:lnTo>
                  <a:pt x="512" y="64"/>
                </a:lnTo>
                <a:lnTo>
                  <a:pt x="513" y="64"/>
                </a:lnTo>
                <a:lnTo>
                  <a:pt x="514" y="64"/>
                </a:lnTo>
                <a:lnTo>
                  <a:pt x="515" y="63"/>
                </a:lnTo>
                <a:lnTo>
                  <a:pt x="514" y="63"/>
                </a:lnTo>
                <a:lnTo>
                  <a:pt x="515" y="62"/>
                </a:lnTo>
                <a:lnTo>
                  <a:pt x="516" y="62"/>
                </a:lnTo>
                <a:lnTo>
                  <a:pt x="517" y="61"/>
                </a:lnTo>
                <a:lnTo>
                  <a:pt x="518" y="61"/>
                </a:lnTo>
                <a:lnTo>
                  <a:pt x="518" y="60"/>
                </a:lnTo>
                <a:lnTo>
                  <a:pt x="519" y="60"/>
                </a:lnTo>
                <a:lnTo>
                  <a:pt x="519" y="59"/>
                </a:lnTo>
                <a:lnTo>
                  <a:pt x="520" y="59"/>
                </a:lnTo>
                <a:lnTo>
                  <a:pt x="520" y="58"/>
                </a:lnTo>
                <a:lnTo>
                  <a:pt x="520" y="57"/>
                </a:lnTo>
                <a:lnTo>
                  <a:pt x="521" y="57"/>
                </a:lnTo>
                <a:lnTo>
                  <a:pt x="522" y="57"/>
                </a:lnTo>
                <a:lnTo>
                  <a:pt x="522" y="56"/>
                </a:lnTo>
                <a:lnTo>
                  <a:pt x="523" y="56"/>
                </a:lnTo>
                <a:lnTo>
                  <a:pt x="523" y="55"/>
                </a:lnTo>
                <a:lnTo>
                  <a:pt x="523" y="54"/>
                </a:lnTo>
                <a:lnTo>
                  <a:pt x="523" y="53"/>
                </a:lnTo>
                <a:lnTo>
                  <a:pt x="524" y="53"/>
                </a:lnTo>
                <a:lnTo>
                  <a:pt x="525" y="53"/>
                </a:lnTo>
                <a:lnTo>
                  <a:pt x="525" y="54"/>
                </a:lnTo>
                <a:lnTo>
                  <a:pt x="525" y="53"/>
                </a:lnTo>
                <a:lnTo>
                  <a:pt x="525" y="52"/>
                </a:lnTo>
                <a:lnTo>
                  <a:pt x="526" y="52"/>
                </a:lnTo>
                <a:lnTo>
                  <a:pt x="526" y="51"/>
                </a:lnTo>
                <a:lnTo>
                  <a:pt x="527" y="51"/>
                </a:lnTo>
                <a:lnTo>
                  <a:pt x="527" y="50"/>
                </a:lnTo>
                <a:lnTo>
                  <a:pt x="527" y="49"/>
                </a:lnTo>
                <a:lnTo>
                  <a:pt x="526" y="48"/>
                </a:lnTo>
                <a:lnTo>
                  <a:pt x="526" y="47"/>
                </a:lnTo>
                <a:lnTo>
                  <a:pt x="527" y="47"/>
                </a:lnTo>
                <a:lnTo>
                  <a:pt x="527" y="46"/>
                </a:lnTo>
                <a:lnTo>
                  <a:pt x="528" y="45"/>
                </a:lnTo>
                <a:lnTo>
                  <a:pt x="529" y="44"/>
                </a:lnTo>
                <a:lnTo>
                  <a:pt x="530" y="44"/>
                </a:lnTo>
                <a:lnTo>
                  <a:pt x="530" y="43"/>
                </a:lnTo>
                <a:lnTo>
                  <a:pt x="531" y="43"/>
                </a:lnTo>
                <a:lnTo>
                  <a:pt x="531" y="44"/>
                </a:lnTo>
                <a:lnTo>
                  <a:pt x="532" y="44"/>
                </a:lnTo>
                <a:lnTo>
                  <a:pt x="533" y="44"/>
                </a:lnTo>
                <a:lnTo>
                  <a:pt x="534" y="43"/>
                </a:lnTo>
                <a:lnTo>
                  <a:pt x="534" y="42"/>
                </a:lnTo>
                <a:lnTo>
                  <a:pt x="535" y="41"/>
                </a:lnTo>
                <a:lnTo>
                  <a:pt x="536" y="41"/>
                </a:lnTo>
                <a:lnTo>
                  <a:pt x="536" y="40"/>
                </a:lnTo>
                <a:lnTo>
                  <a:pt x="536" y="39"/>
                </a:lnTo>
                <a:lnTo>
                  <a:pt x="537" y="39"/>
                </a:lnTo>
                <a:lnTo>
                  <a:pt x="537" y="38"/>
                </a:lnTo>
                <a:lnTo>
                  <a:pt x="538" y="38"/>
                </a:lnTo>
                <a:lnTo>
                  <a:pt x="538" y="39"/>
                </a:lnTo>
                <a:lnTo>
                  <a:pt x="539" y="39"/>
                </a:lnTo>
                <a:lnTo>
                  <a:pt x="539" y="38"/>
                </a:lnTo>
                <a:lnTo>
                  <a:pt x="540" y="38"/>
                </a:lnTo>
                <a:lnTo>
                  <a:pt x="541" y="38"/>
                </a:lnTo>
                <a:lnTo>
                  <a:pt x="542" y="38"/>
                </a:lnTo>
                <a:lnTo>
                  <a:pt x="543" y="38"/>
                </a:lnTo>
                <a:lnTo>
                  <a:pt x="543" y="39"/>
                </a:lnTo>
                <a:lnTo>
                  <a:pt x="543" y="38"/>
                </a:lnTo>
                <a:lnTo>
                  <a:pt x="544" y="38"/>
                </a:lnTo>
                <a:lnTo>
                  <a:pt x="545" y="37"/>
                </a:lnTo>
                <a:lnTo>
                  <a:pt x="546" y="37"/>
                </a:lnTo>
                <a:lnTo>
                  <a:pt x="546" y="38"/>
                </a:lnTo>
                <a:lnTo>
                  <a:pt x="546" y="39"/>
                </a:lnTo>
                <a:lnTo>
                  <a:pt x="546" y="40"/>
                </a:lnTo>
                <a:lnTo>
                  <a:pt x="545" y="40"/>
                </a:lnTo>
                <a:lnTo>
                  <a:pt x="545" y="41"/>
                </a:lnTo>
                <a:lnTo>
                  <a:pt x="545" y="42"/>
                </a:lnTo>
                <a:lnTo>
                  <a:pt x="546" y="42"/>
                </a:lnTo>
                <a:lnTo>
                  <a:pt x="546" y="43"/>
                </a:lnTo>
                <a:lnTo>
                  <a:pt x="545" y="44"/>
                </a:lnTo>
                <a:lnTo>
                  <a:pt x="544" y="44"/>
                </a:lnTo>
                <a:lnTo>
                  <a:pt x="543" y="45"/>
                </a:lnTo>
                <a:lnTo>
                  <a:pt x="543" y="46"/>
                </a:lnTo>
                <a:lnTo>
                  <a:pt x="543" y="47"/>
                </a:lnTo>
                <a:lnTo>
                  <a:pt x="542" y="47"/>
                </a:lnTo>
                <a:lnTo>
                  <a:pt x="541" y="47"/>
                </a:lnTo>
                <a:lnTo>
                  <a:pt x="541" y="48"/>
                </a:lnTo>
                <a:lnTo>
                  <a:pt x="542" y="48"/>
                </a:lnTo>
                <a:lnTo>
                  <a:pt x="543" y="49"/>
                </a:lnTo>
                <a:lnTo>
                  <a:pt x="543" y="50"/>
                </a:lnTo>
                <a:lnTo>
                  <a:pt x="543" y="51"/>
                </a:lnTo>
                <a:lnTo>
                  <a:pt x="543" y="52"/>
                </a:lnTo>
                <a:lnTo>
                  <a:pt x="544" y="52"/>
                </a:lnTo>
                <a:lnTo>
                  <a:pt x="544" y="53"/>
                </a:lnTo>
                <a:lnTo>
                  <a:pt x="544" y="54"/>
                </a:lnTo>
                <a:lnTo>
                  <a:pt x="544" y="55"/>
                </a:lnTo>
                <a:lnTo>
                  <a:pt x="544" y="56"/>
                </a:lnTo>
                <a:lnTo>
                  <a:pt x="544" y="57"/>
                </a:lnTo>
                <a:lnTo>
                  <a:pt x="544" y="58"/>
                </a:lnTo>
                <a:lnTo>
                  <a:pt x="544" y="59"/>
                </a:lnTo>
                <a:lnTo>
                  <a:pt x="543" y="60"/>
                </a:lnTo>
                <a:lnTo>
                  <a:pt x="543" y="61"/>
                </a:lnTo>
                <a:lnTo>
                  <a:pt x="542" y="61"/>
                </a:lnTo>
                <a:lnTo>
                  <a:pt x="542" y="62"/>
                </a:lnTo>
                <a:lnTo>
                  <a:pt x="543" y="62"/>
                </a:lnTo>
                <a:lnTo>
                  <a:pt x="543" y="63"/>
                </a:lnTo>
                <a:lnTo>
                  <a:pt x="542" y="63"/>
                </a:lnTo>
                <a:lnTo>
                  <a:pt x="542" y="64"/>
                </a:lnTo>
                <a:lnTo>
                  <a:pt x="543" y="65"/>
                </a:lnTo>
                <a:lnTo>
                  <a:pt x="543" y="66"/>
                </a:lnTo>
                <a:lnTo>
                  <a:pt x="543" y="67"/>
                </a:lnTo>
                <a:lnTo>
                  <a:pt x="543" y="68"/>
                </a:lnTo>
                <a:lnTo>
                  <a:pt x="543" y="69"/>
                </a:lnTo>
                <a:lnTo>
                  <a:pt x="543" y="70"/>
                </a:lnTo>
                <a:lnTo>
                  <a:pt x="544" y="70"/>
                </a:lnTo>
                <a:lnTo>
                  <a:pt x="544" y="71"/>
                </a:lnTo>
                <a:lnTo>
                  <a:pt x="544" y="72"/>
                </a:lnTo>
                <a:lnTo>
                  <a:pt x="545" y="72"/>
                </a:lnTo>
                <a:lnTo>
                  <a:pt x="546" y="72"/>
                </a:lnTo>
                <a:lnTo>
                  <a:pt x="547" y="72"/>
                </a:lnTo>
                <a:lnTo>
                  <a:pt x="548" y="71"/>
                </a:lnTo>
                <a:lnTo>
                  <a:pt x="548" y="70"/>
                </a:lnTo>
                <a:lnTo>
                  <a:pt x="548" y="69"/>
                </a:lnTo>
                <a:lnTo>
                  <a:pt x="549" y="69"/>
                </a:lnTo>
                <a:lnTo>
                  <a:pt x="549" y="70"/>
                </a:lnTo>
                <a:lnTo>
                  <a:pt x="549" y="69"/>
                </a:lnTo>
                <a:lnTo>
                  <a:pt x="550" y="69"/>
                </a:lnTo>
                <a:lnTo>
                  <a:pt x="550" y="70"/>
                </a:lnTo>
                <a:lnTo>
                  <a:pt x="551" y="70"/>
                </a:lnTo>
                <a:lnTo>
                  <a:pt x="552" y="70"/>
                </a:lnTo>
                <a:lnTo>
                  <a:pt x="552" y="71"/>
                </a:lnTo>
                <a:lnTo>
                  <a:pt x="553" y="71"/>
                </a:lnTo>
                <a:lnTo>
                  <a:pt x="554" y="71"/>
                </a:lnTo>
                <a:lnTo>
                  <a:pt x="554" y="72"/>
                </a:lnTo>
                <a:lnTo>
                  <a:pt x="554" y="73"/>
                </a:lnTo>
                <a:lnTo>
                  <a:pt x="555" y="73"/>
                </a:lnTo>
                <a:lnTo>
                  <a:pt x="555" y="74"/>
                </a:lnTo>
                <a:lnTo>
                  <a:pt x="555" y="75"/>
                </a:lnTo>
                <a:lnTo>
                  <a:pt x="554" y="75"/>
                </a:lnTo>
                <a:lnTo>
                  <a:pt x="554" y="76"/>
                </a:lnTo>
                <a:lnTo>
                  <a:pt x="555" y="76"/>
                </a:lnTo>
                <a:lnTo>
                  <a:pt x="555" y="77"/>
                </a:lnTo>
                <a:lnTo>
                  <a:pt x="555" y="78"/>
                </a:lnTo>
                <a:lnTo>
                  <a:pt x="555" y="79"/>
                </a:lnTo>
                <a:lnTo>
                  <a:pt x="554" y="79"/>
                </a:lnTo>
                <a:lnTo>
                  <a:pt x="553" y="79"/>
                </a:lnTo>
                <a:lnTo>
                  <a:pt x="553" y="80"/>
                </a:lnTo>
                <a:lnTo>
                  <a:pt x="554" y="80"/>
                </a:lnTo>
                <a:lnTo>
                  <a:pt x="554" y="81"/>
                </a:lnTo>
                <a:lnTo>
                  <a:pt x="555" y="81"/>
                </a:lnTo>
                <a:lnTo>
                  <a:pt x="555" y="82"/>
                </a:lnTo>
                <a:lnTo>
                  <a:pt x="554" y="83"/>
                </a:lnTo>
                <a:lnTo>
                  <a:pt x="553" y="83"/>
                </a:lnTo>
                <a:lnTo>
                  <a:pt x="553" y="84"/>
                </a:lnTo>
                <a:lnTo>
                  <a:pt x="554" y="84"/>
                </a:lnTo>
                <a:lnTo>
                  <a:pt x="555" y="84"/>
                </a:lnTo>
                <a:lnTo>
                  <a:pt x="556" y="85"/>
                </a:lnTo>
                <a:lnTo>
                  <a:pt x="557" y="85"/>
                </a:lnTo>
                <a:lnTo>
                  <a:pt x="557" y="86"/>
                </a:lnTo>
                <a:lnTo>
                  <a:pt x="557" y="87"/>
                </a:lnTo>
                <a:lnTo>
                  <a:pt x="557" y="88"/>
                </a:lnTo>
                <a:lnTo>
                  <a:pt x="557" y="89"/>
                </a:lnTo>
                <a:lnTo>
                  <a:pt x="558" y="89"/>
                </a:lnTo>
                <a:lnTo>
                  <a:pt x="558" y="90"/>
                </a:lnTo>
                <a:lnTo>
                  <a:pt x="559" y="90"/>
                </a:lnTo>
                <a:lnTo>
                  <a:pt x="560" y="90"/>
                </a:lnTo>
                <a:lnTo>
                  <a:pt x="560" y="89"/>
                </a:lnTo>
                <a:lnTo>
                  <a:pt x="561" y="89"/>
                </a:lnTo>
                <a:lnTo>
                  <a:pt x="561" y="90"/>
                </a:lnTo>
                <a:lnTo>
                  <a:pt x="562" y="90"/>
                </a:lnTo>
                <a:lnTo>
                  <a:pt x="562" y="89"/>
                </a:lnTo>
                <a:lnTo>
                  <a:pt x="563" y="89"/>
                </a:lnTo>
                <a:lnTo>
                  <a:pt x="564" y="89"/>
                </a:lnTo>
                <a:lnTo>
                  <a:pt x="564" y="90"/>
                </a:lnTo>
                <a:lnTo>
                  <a:pt x="565" y="90"/>
                </a:lnTo>
                <a:lnTo>
                  <a:pt x="564" y="90"/>
                </a:lnTo>
                <a:lnTo>
                  <a:pt x="564" y="91"/>
                </a:lnTo>
                <a:lnTo>
                  <a:pt x="564" y="92"/>
                </a:lnTo>
                <a:lnTo>
                  <a:pt x="563" y="92"/>
                </a:lnTo>
                <a:lnTo>
                  <a:pt x="563" y="93"/>
                </a:lnTo>
                <a:lnTo>
                  <a:pt x="564" y="93"/>
                </a:lnTo>
                <a:lnTo>
                  <a:pt x="564" y="94"/>
                </a:lnTo>
                <a:lnTo>
                  <a:pt x="564" y="95"/>
                </a:lnTo>
                <a:lnTo>
                  <a:pt x="563" y="95"/>
                </a:lnTo>
                <a:lnTo>
                  <a:pt x="563" y="96"/>
                </a:lnTo>
                <a:lnTo>
                  <a:pt x="563" y="97"/>
                </a:lnTo>
                <a:lnTo>
                  <a:pt x="563" y="98"/>
                </a:lnTo>
                <a:lnTo>
                  <a:pt x="562" y="98"/>
                </a:lnTo>
                <a:lnTo>
                  <a:pt x="562" y="99"/>
                </a:lnTo>
                <a:lnTo>
                  <a:pt x="563" y="99"/>
                </a:lnTo>
                <a:lnTo>
                  <a:pt x="563" y="100"/>
                </a:lnTo>
                <a:lnTo>
                  <a:pt x="564" y="100"/>
                </a:lnTo>
                <a:lnTo>
                  <a:pt x="564" y="101"/>
                </a:lnTo>
                <a:lnTo>
                  <a:pt x="563" y="101"/>
                </a:lnTo>
                <a:lnTo>
                  <a:pt x="562" y="101"/>
                </a:lnTo>
                <a:lnTo>
                  <a:pt x="562" y="102"/>
                </a:lnTo>
                <a:lnTo>
                  <a:pt x="563" y="102"/>
                </a:lnTo>
                <a:lnTo>
                  <a:pt x="564" y="102"/>
                </a:lnTo>
                <a:lnTo>
                  <a:pt x="564" y="103"/>
                </a:lnTo>
                <a:lnTo>
                  <a:pt x="565" y="103"/>
                </a:lnTo>
                <a:lnTo>
                  <a:pt x="566" y="103"/>
                </a:lnTo>
                <a:lnTo>
                  <a:pt x="566" y="104"/>
                </a:lnTo>
                <a:lnTo>
                  <a:pt x="565" y="104"/>
                </a:lnTo>
                <a:lnTo>
                  <a:pt x="566" y="104"/>
                </a:lnTo>
                <a:lnTo>
                  <a:pt x="567" y="104"/>
                </a:lnTo>
                <a:lnTo>
                  <a:pt x="567" y="105"/>
                </a:lnTo>
                <a:lnTo>
                  <a:pt x="568" y="105"/>
                </a:lnTo>
                <a:lnTo>
                  <a:pt x="569" y="106"/>
                </a:lnTo>
                <a:lnTo>
                  <a:pt x="569" y="107"/>
                </a:lnTo>
                <a:lnTo>
                  <a:pt x="568" y="107"/>
                </a:lnTo>
                <a:lnTo>
                  <a:pt x="568" y="108"/>
                </a:lnTo>
                <a:lnTo>
                  <a:pt x="569" y="108"/>
                </a:lnTo>
                <a:lnTo>
                  <a:pt x="570" y="108"/>
                </a:lnTo>
                <a:lnTo>
                  <a:pt x="571" y="109"/>
                </a:lnTo>
                <a:lnTo>
                  <a:pt x="572" y="109"/>
                </a:lnTo>
                <a:lnTo>
                  <a:pt x="573" y="109"/>
                </a:lnTo>
                <a:lnTo>
                  <a:pt x="573" y="110"/>
                </a:lnTo>
                <a:lnTo>
                  <a:pt x="572" y="110"/>
                </a:lnTo>
                <a:lnTo>
                  <a:pt x="573" y="111"/>
                </a:lnTo>
                <a:lnTo>
                  <a:pt x="573" y="112"/>
                </a:lnTo>
                <a:lnTo>
                  <a:pt x="573" y="113"/>
                </a:lnTo>
                <a:lnTo>
                  <a:pt x="572" y="113"/>
                </a:lnTo>
                <a:lnTo>
                  <a:pt x="572" y="114"/>
                </a:lnTo>
                <a:lnTo>
                  <a:pt x="573" y="114"/>
                </a:lnTo>
                <a:lnTo>
                  <a:pt x="574" y="114"/>
                </a:lnTo>
                <a:lnTo>
                  <a:pt x="574" y="115"/>
                </a:lnTo>
                <a:lnTo>
                  <a:pt x="574" y="116"/>
                </a:lnTo>
                <a:lnTo>
                  <a:pt x="573" y="116"/>
                </a:lnTo>
                <a:lnTo>
                  <a:pt x="572" y="116"/>
                </a:lnTo>
                <a:lnTo>
                  <a:pt x="572" y="117"/>
                </a:lnTo>
                <a:lnTo>
                  <a:pt x="571" y="117"/>
                </a:lnTo>
                <a:lnTo>
                  <a:pt x="571" y="118"/>
                </a:lnTo>
                <a:lnTo>
                  <a:pt x="572" y="118"/>
                </a:lnTo>
                <a:lnTo>
                  <a:pt x="572" y="119"/>
                </a:lnTo>
                <a:lnTo>
                  <a:pt x="572" y="120"/>
                </a:lnTo>
                <a:lnTo>
                  <a:pt x="571" y="120"/>
                </a:lnTo>
                <a:lnTo>
                  <a:pt x="571" y="121"/>
                </a:lnTo>
                <a:lnTo>
                  <a:pt x="572" y="121"/>
                </a:lnTo>
                <a:lnTo>
                  <a:pt x="573" y="122"/>
                </a:lnTo>
                <a:lnTo>
                  <a:pt x="574" y="122"/>
                </a:lnTo>
                <a:lnTo>
                  <a:pt x="575" y="122"/>
                </a:lnTo>
                <a:lnTo>
                  <a:pt x="576" y="122"/>
                </a:lnTo>
                <a:lnTo>
                  <a:pt x="577" y="122"/>
                </a:lnTo>
                <a:lnTo>
                  <a:pt x="577" y="121"/>
                </a:lnTo>
                <a:lnTo>
                  <a:pt x="578" y="121"/>
                </a:lnTo>
                <a:lnTo>
                  <a:pt x="579" y="121"/>
                </a:lnTo>
                <a:lnTo>
                  <a:pt x="580" y="121"/>
                </a:lnTo>
                <a:lnTo>
                  <a:pt x="580" y="122"/>
                </a:lnTo>
                <a:lnTo>
                  <a:pt x="581" y="122"/>
                </a:lnTo>
                <a:lnTo>
                  <a:pt x="581" y="123"/>
                </a:lnTo>
                <a:lnTo>
                  <a:pt x="582" y="123"/>
                </a:lnTo>
                <a:lnTo>
                  <a:pt x="583" y="123"/>
                </a:lnTo>
                <a:lnTo>
                  <a:pt x="583" y="124"/>
                </a:lnTo>
                <a:lnTo>
                  <a:pt x="582" y="124"/>
                </a:lnTo>
                <a:lnTo>
                  <a:pt x="582" y="125"/>
                </a:lnTo>
                <a:lnTo>
                  <a:pt x="581" y="125"/>
                </a:lnTo>
                <a:lnTo>
                  <a:pt x="581" y="126"/>
                </a:lnTo>
                <a:lnTo>
                  <a:pt x="581" y="127"/>
                </a:lnTo>
                <a:lnTo>
                  <a:pt x="582" y="127"/>
                </a:lnTo>
                <a:lnTo>
                  <a:pt x="582" y="128"/>
                </a:lnTo>
                <a:lnTo>
                  <a:pt x="581" y="129"/>
                </a:lnTo>
                <a:lnTo>
                  <a:pt x="581" y="130"/>
                </a:lnTo>
                <a:lnTo>
                  <a:pt x="582" y="130"/>
                </a:lnTo>
                <a:lnTo>
                  <a:pt x="583" y="130"/>
                </a:lnTo>
                <a:lnTo>
                  <a:pt x="584" y="130"/>
                </a:lnTo>
                <a:lnTo>
                  <a:pt x="584" y="131"/>
                </a:lnTo>
                <a:lnTo>
                  <a:pt x="583" y="131"/>
                </a:lnTo>
                <a:lnTo>
                  <a:pt x="583" y="132"/>
                </a:lnTo>
                <a:lnTo>
                  <a:pt x="583" y="133"/>
                </a:lnTo>
                <a:lnTo>
                  <a:pt x="582" y="133"/>
                </a:lnTo>
                <a:lnTo>
                  <a:pt x="582" y="134"/>
                </a:lnTo>
                <a:lnTo>
                  <a:pt x="581" y="135"/>
                </a:lnTo>
                <a:lnTo>
                  <a:pt x="581" y="136"/>
                </a:lnTo>
                <a:lnTo>
                  <a:pt x="582" y="135"/>
                </a:lnTo>
                <a:lnTo>
                  <a:pt x="583" y="135"/>
                </a:lnTo>
                <a:lnTo>
                  <a:pt x="583" y="134"/>
                </a:lnTo>
                <a:lnTo>
                  <a:pt x="584" y="133"/>
                </a:lnTo>
                <a:lnTo>
                  <a:pt x="584" y="134"/>
                </a:lnTo>
                <a:lnTo>
                  <a:pt x="584" y="135"/>
                </a:lnTo>
                <a:lnTo>
                  <a:pt x="584" y="136"/>
                </a:lnTo>
                <a:lnTo>
                  <a:pt x="584" y="137"/>
                </a:lnTo>
                <a:lnTo>
                  <a:pt x="583" y="137"/>
                </a:lnTo>
                <a:lnTo>
                  <a:pt x="583" y="138"/>
                </a:lnTo>
                <a:lnTo>
                  <a:pt x="584" y="138"/>
                </a:lnTo>
                <a:lnTo>
                  <a:pt x="584" y="139"/>
                </a:lnTo>
                <a:lnTo>
                  <a:pt x="586" y="138"/>
                </a:lnTo>
                <a:lnTo>
                  <a:pt x="587" y="138"/>
                </a:lnTo>
                <a:lnTo>
                  <a:pt x="588" y="138"/>
                </a:lnTo>
                <a:lnTo>
                  <a:pt x="588" y="137"/>
                </a:lnTo>
                <a:lnTo>
                  <a:pt x="587" y="137"/>
                </a:lnTo>
                <a:lnTo>
                  <a:pt x="588" y="137"/>
                </a:lnTo>
                <a:lnTo>
                  <a:pt x="588" y="136"/>
                </a:lnTo>
                <a:lnTo>
                  <a:pt x="588" y="135"/>
                </a:lnTo>
                <a:lnTo>
                  <a:pt x="589" y="134"/>
                </a:lnTo>
                <a:lnTo>
                  <a:pt x="589" y="135"/>
                </a:lnTo>
                <a:lnTo>
                  <a:pt x="590" y="135"/>
                </a:lnTo>
                <a:lnTo>
                  <a:pt x="591" y="135"/>
                </a:lnTo>
                <a:lnTo>
                  <a:pt x="591" y="136"/>
                </a:lnTo>
                <a:lnTo>
                  <a:pt x="592" y="136"/>
                </a:lnTo>
                <a:lnTo>
                  <a:pt x="592" y="137"/>
                </a:lnTo>
                <a:lnTo>
                  <a:pt x="593" y="137"/>
                </a:lnTo>
                <a:lnTo>
                  <a:pt x="594" y="137"/>
                </a:lnTo>
                <a:lnTo>
                  <a:pt x="595" y="137"/>
                </a:lnTo>
                <a:lnTo>
                  <a:pt x="596" y="137"/>
                </a:lnTo>
                <a:lnTo>
                  <a:pt x="597" y="137"/>
                </a:lnTo>
                <a:lnTo>
                  <a:pt x="598" y="137"/>
                </a:lnTo>
                <a:lnTo>
                  <a:pt x="598" y="138"/>
                </a:lnTo>
                <a:lnTo>
                  <a:pt x="599" y="138"/>
                </a:lnTo>
                <a:lnTo>
                  <a:pt x="600" y="139"/>
                </a:lnTo>
                <a:lnTo>
                  <a:pt x="600" y="140"/>
                </a:lnTo>
                <a:lnTo>
                  <a:pt x="599" y="140"/>
                </a:lnTo>
                <a:lnTo>
                  <a:pt x="598" y="141"/>
                </a:lnTo>
                <a:lnTo>
                  <a:pt x="598" y="142"/>
                </a:lnTo>
                <a:lnTo>
                  <a:pt x="597" y="142"/>
                </a:lnTo>
                <a:lnTo>
                  <a:pt x="597" y="141"/>
                </a:lnTo>
                <a:lnTo>
                  <a:pt x="597" y="142"/>
                </a:lnTo>
                <a:lnTo>
                  <a:pt x="597" y="143"/>
                </a:lnTo>
                <a:lnTo>
                  <a:pt x="596" y="143"/>
                </a:lnTo>
                <a:lnTo>
                  <a:pt x="594" y="143"/>
                </a:lnTo>
                <a:lnTo>
                  <a:pt x="593" y="143"/>
                </a:lnTo>
                <a:lnTo>
                  <a:pt x="593" y="144"/>
                </a:lnTo>
                <a:lnTo>
                  <a:pt x="594" y="144"/>
                </a:lnTo>
                <a:lnTo>
                  <a:pt x="594" y="145"/>
                </a:lnTo>
                <a:lnTo>
                  <a:pt x="593" y="146"/>
                </a:lnTo>
                <a:lnTo>
                  <a:pt x="593" y="147"/>
                </a:lnTo>
                <a:lnTo>
                  <a:pt x="592" y="147"/>
                </a:lnTo>
                <a:lnTo>
                  <a:pt x="592" y="148"/>
                </a:lnTo>
                <a:lnTo>
                  <a:pt x="591" y="148"/>
                </a:lnTo>
                <a:lnTo>
                  <a:pt x="590" y="150"/>
                </a:lnTo>
                <a:lnTo>
                  <a:pt x="589" y="151"/>
                </a:lnTo>
                <a:lnTo>
                  <a:pt x="588" y="151"/>
                </a:lnTo>
                <a:lnTo>
                  <a:pt x="589" y="152"/>
                </a:lnTo>
                <a:lnTo>
                  <a:pt x="589" y="153"/>
                </a:lnTo>
                <a:lnTo>
                  <a:pt x="588" y="153"/>
                </a:lnTo>
                <a:lnTo>
                  <a:pt x="587" y="153"/>
                </a:lnTo>
                <a:lnTo>
                  <a:pt x="586" y="153"/>
                </a:lnTo>
                <a:lnTo>
                  <a:pt x="586" y="154"/>
                </a:lnTo>
                <a:lnTo>
                  <a:pt x="585" y="155"/>
                </a:lnTo>
                <a:lnTo>
                  <a:pt x="584" y="155"/>
                </a:lnTo>
                <a:lnTo>
                  <a:pt x="583" y="155"/>
                </a:lnTo>
                <a:lnTo>
                  <a:pt x="583" y="156"/>
                </a:lnTo>
                <a:lnTo>
                  <a:pt x="582" y="156"/>
                </a:lnTo>
                <a:lnTo>
                  <a:pt x="582" y="157"/>
                </a:lnTo>
                <a:lnTo>
                  <a:pt x="583" y="158"/>
                </a:lnTo>
                <a:lnTo>
                  <a:pt x="584" y="158"/>
                </a:lnTo>
                <a:lnTo>
                  <a:pt x="584" y="159"/>
                </a:lnTo>
                <a:lnTo>
                  <a:pt x="586" y="159"/>
                </a:lnTo>
                <a:lnTo>
                  <a:pt x="587" y="159"/>
                </a:lnTo>
                <a:lnTo>
                  <a:pt x="587" y="160"/>
                </a:lnTo>
                <a:lnTo>
                  <a:pt x="585" y="160"/>
                </a:lnTo>
                <a:lnTo>
                  <a:pt x="583" y="161"/>
                </a:lnTo>
                <a:lnTo>
                  <a:pt x="583" y="163"/>
                </a:lnTo>
                <a:lnTo>
                  <a:pt x="583" y="164"/>
                </a:lnTo>
                <a:lnTo>
                  <a:pt x="583" y="165"/>
                </a:lnTo>
                <a:lnTo>
                  <a:pt x="582" y="165"/>
                </a:lnTo>
                <a:lnTo>
                  <a:pt x="582" y="166"/>
                </a:lnTo>
                <a:lnTo>
                  <a:pt x="583" y="166"/>
                </a:lnTo>
                <a:lnTo>
                  <a:pt x="583" y="167"/>
                </a:lnTo>
                <a:lnTo>
                  <a:pt x="583" y="169"/>
                </a:lnTo>
                <a:lnTo>
                  <a:pt x="582" y="169"/>
                </a:lnTo>
                <a:lnTo>
                  <a:pt x="582" y="170"/>
                </a:lnTo>
                <a:lnTo>
                  <a:pt x="582" y="171"/>
                </a:lnTo>
                <a:lnTo>
                  <a:pt x="582" y="172"/>
                </a:lnTo>
                <a:lnTo>
                  <a:pt x="583" y="172"/>
                </a:lnTo>
                <a:lnTo>
                  <a:pt x="583" y="173"/>
                </a:lnTo>
                <a:lnTo>
                  <a:pt x="583" y="174"/>
                </a:lnTo>
                <a:lnTo>
                  <a:pt x="584" y="174"/>
                </a:lnTo>
                <a:lnTo>
                  <a:pt x="584" y="175"/>
                </a:lnTo>
                <a:lnTo>
                  <a:pt x="584" y="176"/>
                </a:lnTo>
                <a:lnTo>
                  <a:pt x="585" y="176"/>
                </a:lnTo>
                <a:lnTo>
                  <a:pt x="585" y="177"/>
                </a:lnTo>
                <a:lnTo>
                  <a:pt x="585" y="178"/>
                </a:lnTo>
                <a:lnTo>
                  <a:pt x="585" y="179"/>
                </a:lnTo>
                <a:lnTo>
                  <a:pt x="585" y="180"/>
                </a:lnTo>
                <a:lnTo>
                  <a:pt x="586" y="180"/>
                </a:lnTo>
                <a:lnTo>
                  <a:pt x="586" y="181"/>
                </a:lnTo>
                <a:lnTo>
                  <a:pt x="586" y="182"/>
                </a:lnTo>
                <a:lnTo>
                  <a:pt x="586" y="183"/>
                </a:lnTo>
                <a:lnTo>
                  <a:pt x="586" y="184"/>
                </a:lnTo>
                <a:lnTo>
                  <a:pt x="585" y="185"/>
                </a:lnTo>
                <a:lnTo>
                  <a:pt x="584" y="187"/>
                </a:lnTo>
                <a:lnTo>
                  <a:pt x="585" y="188"/>
                </a:lnTo>
                <a:lnTo>
                  <a:pt x="586" y="187"/>
                </a:lnTo>
                <a:lnTo>
                  <a:pt x="587" y="187"/>
                </a:lnTo>
                <a:lnTo>
                  <a:pt x="588" y="187"/>
                </a:lnTo>
                <a:lnTo>
                  <a:pt x="589" y="187"/>
                </a:lnTo>
                <a:lnTo>
                  <a:pt x="589" y="186"/>
                </a:lnTo>
                <a:lnTo>
                  <a:pt x="590" y="186"/>
                </a:lnTo>
                <a:lnTo>
                  <a:pt x="591" y="186"/>
                </a:lnTo>
                <a:lnTo>
                  <a:pt x="592" y="186"/>
                </a:lnTo>
                <a:lnTo>
                  <a:pt x="593" y="186"/>
                </a:lnTo>
                <a:lnTo>
                  <a:pt x="594" y="186"/>
                </a:lnTo>
                <a:lnTo>
                  <a:pt x="594" y="187"/>
                </a:lnTo>
                <a:lnTo>
                  <a:pt x="595" y="187"/>
                </a:lnTo>
                <a:lnTo>
                  <a:pt x="596" y="187"/>
                </a:lnTo>
                <a:lnTo>
                  <a:pt x="596" y="188"/>
                </a:lnTo>
                <a:lnTo>
                  <a:pt x="597" y="188"/>
                </a:lnTo>
                <a:lnTo>
                  <a:pt x="597" y="189"/>
                </a:lnTo>
                <a:lnTo>
                  <a:pt x="596" y="189"/>
                </a:lnTo>
                <a:lnTo>
                  <a:pt x="597" y="191"/>
                </a:lnTo>
                <a:lnTo>
                  <a:pt x="598" y="191"/>
                </a:lnTo>
                <a:lnTo>
                  <a:pt x="598" y="192"/>
                </a:lnTo>
                <a:lnTo>
                  <a:pt x="597" y="192"/>
                </a:lnTo>
                <a:lnTo>
                  <a:pt x="597" y="193"/>
                </a:lnTo>
                <a:lnTo>
                  <a:pt x="596" y="194"/>
                </a:lnTo>
                <a:lnTo>
                  <a:pt x="596" y="195"/>
                </a:lnTo>
                <a:lnTo>
                  <a:pt x="596" y="196"/>
                </a:lnTo>
                <a:lnTo>
                  <a:pt x="597" y="197"/>
                </a:lnTo>
                <a:lnTo>
                  <a:pt x="598" y="197"/>
                </a:lnTo>
                <a:lnTo>
                  <a:pt x="597" y="197"/>
                </a:lnTo>
                <a:lnTo>
                  <a:pt x="597" y="198"/>
                </a:lnTo>
                <a:lnTo>
                  <a:pt x="598" y="198"/>
                </a:lnTo>
                <a:lnTo>
                  <a:pt x="598" y="199"/>
                </a:lnTo>
                <a:lnTo>
                  <a:pt x="599" y="199"/>
                </a:lnTo>
                <a:lnTo>
                  <a:pt x="599" y="200"/>
                </a:lnTo>
                <a:lnTo>
                  <a:pt x="599" y="201"/>
                </a:lnTo>
                <a:lnTo>
                  <a:pt x="599" y="200"/>
                </a:lnTo>
                <a:lnTo>
                  <a:pt x="599" y="201"/>
                </a:lnTo>
                <a:lnTo>
                  <a:pt x="600" y="201"/>
                </a:lnTo>
                <a:lnTo>
                  <a:pt x="601" y="201"/>
                </a:lnTo>
                <a:lnTo>
                  <a:pt x="601" y="202"/>
                </a:lnTo>
                <a:lnTo>
                  <a:pt x="601" y="203"/>
                </a:lnTo>
                <a:lnTo>
                  <a:pt x="600" y="203"/>
                </a:lnTo>
                <a:lnTo>
                  <a:pt x="600" y="204"/>
                </a:lnTo>
                <a:lnTo>
                  <a:pt x="601" y="204"/>
                </a:lnTo>
                <a:lnTo>
                  <a:pt x="601" y="205"/>
                </a:lnTo>
                <a:lnTo>
                  <a:pt x="602" y="205"/>
                </a:lnTo>
                <a:lnTo>
                  <a:pt x="602" y="206"/>
                </a:lnTo>
                <a:lnTo>
                  <a:pt x="602" y="207"/>
                </a:lnTo>
                <a:lnTo>
                  <a:pt x="603" y="207"/>
                </a:lnTo>
                <a:lnTo>
                  <a:pt x="604" y="207"/>
                </a:lnTo>
                <a:lnTo>
                  <a:pt x="604" y="208"/>
                </a:lnTo>
                <a:lnTo>
                  <a:pt x="605" y="208"/>
                </a:lnTo>
                <a:lnTo>
                  <a:pt x="605" y="209"/>
                </a:lnTo>
                <a:lnTo>
                  <a:pt x="604" y="209"/>
                </a:lnTo>
                <a:lnTo>
                  <a:pt x="604" y="210"/>
                </a:lnTo>
                <a:lnTo>
                  <a:pt x="604" y="211"/>
                </a:lnTo>
                <a:lnTo>
                  <a:pt x="604" y="212"/>
                </a:lnTo>
                <a:lnTo>
                  <a:pt x="604" y="213"/>
                </a:lnTo>
                <a:lnTo>
                  <a:pt x="605" y="213"/>
                </a:lnTo>
                <a:lnTo>
                  <a:pt x="605" y="214"/>
                </a:lnTo>
                <a:lnTo>
                  <a:pt x="606" y="214"/>
                </a:lnTo>
                <a:lnTo>
                  <a:pt x="605" y="214"/>
                </a:lnTo>
                <a:lnTo>
                  <a:pt x="605" y="215"/>
                </a:lnTo>
                <a:lnTo>
                  <a:pt x="606" y="215"/>
                </a:lnTo>
                <a:lnTo>
                  <a:pt x="606" y="216"/>
                </a:lnTo>
                <a:lnTo>
                  <a:pt x="608" y="216"/>
                </a:lnTo>
                <a:lnTo>
                  <a:pt x="609" y="217"/>
                </a:lnTo>
                <a:lnTo>
                  <a:pt x="608" y="217"/>
                </a:lnTo>
                <a:lnTo>
                  <a:pt x="608" y="218"/>
                </a:lnTo>
                <a:lnTo>
                  <a:pt x="608" y="219"/>
                </a:lnTo>
                <a:lnTo>
                  <a:pt x="610" y="219"/>
                </a:lnTo>
                <a:lnTo>
                  <a:pt x="611" y="219"/>
                </a:lnTo>
                <a:lnTo>
                  <a:pt x="611" y="220"/>
                </a:lnTo>
                <a:lnTo>
                  <a:pt x="612" y="220"/>
                </a:lnTo>
                <a:lnTo>
                  <a:pt x="613" y="221"/>
                </a:lnTo>
                <a:lnTo>
                  <a:pt x="613" y="222"/>
                </a:lnTo>
                <a:lnTo>
                  <a:pt x="613" y="223"/>
                </a:lnTo>
                <a:lnTo>
                  <a:pt x="612" y="224"/>
                </a:lnTo>
                <a:lnTo>
                  <a:pt x="612" y="225"/>
                </a:lnTo>
                <a:lnTo>
                  <a:pt x="613" y="225"/>
                </a:lnTo>
                <a:lnTo>
                  <a:pt x="614" y="226"/>
                </a:lnTo>
                <a:lnTo>
                  <a:pt x="614" y="227"/>
                </a:lnTo>
                <a:lnTo>
                  <a:pt x="613" y="227"/>
                </a:lnTo>
                <a:lnTo>
                  <a:pt x="613" y="228"/>
                </a:lnTo>
                <a:lnTo>
                  <a:pt x="614" y="228"/>
                </a:lnTo>
                <a:lnTo>
                  <a:pt x="614" y="229"/>
                </a:lnTo>
                <a:lnTo>
                  <a:pt x="615" y="229"/>
                </a:lnTo>
                <a:lnTo>
                  <a:pt x="616" y="229"/>
                </a:lnTo>
                <a:lnTo>
                  <a:pt x="616" y="228"/>
                </a:lnTo>
                <a:lnTo>
                  <a:pt x="617" y="228"/>
                </a:lnTo>
                <a:lnTo>
                  <a:pt x="618" y="228"/>
                </a:lnTo>
                <a:lnTo>
                  <a:pt x="618" y="229"/>
                </a:lnTo>
                <a:lnTo>
                  <a:pt x="618" y="230"/>
                </a:lnTo>
                <a:lnTo>
                  <a:pt x="618" y="231"/>
                </a:lnTo>
                <a:lnTo>
                  <a:pt x="619" y="231"/>
                </a:lnTo>
                <a:lnTo>
                  <a:pt x="620" y="231"/>
                </a:lnTo>
                <a:lnTo>
                  <a:pt x="621" y="231"/>
                </a:lnTo>
                <a:lnTo>
                  <a:pt x="622" y="231"/>
                </a:lnTo>
                <a:lnTo>
                  <a:pt x="623" y="231"/>
                </a:lnTo>
                <a:lnTo>
                  <a:pt x="623" y="232"/>
                </a:lnTo>
                <a:lnTo>
                  <a:pt x="624" y="232"/>
                </a:lnTo>
                <a:lnTo>
                  <a:pt x="624" y="233"/>
                </a:lnTo>
                <a:lnTo>
                  <a:pt x="623" y="234"/>
                </a:lnTo>
                <a:lnTo>
                  <a:pt x="623" y="235"/>
                </a:lnTo>
                <a:lnTo>
                  <a:pt x="622" y="235"/>
                </a:lnTo>
                <a:lnTo>
                  <a:pt x="622" y="236"/>
                </a:lnTo>
                <a:lnTo>
                  <a:pt x="622" y="238"/>
                </a:lnTo>
                <a:lnTo>
                  <a:pt x="623" y="238"/>
                </a:lnTo>
                <a:lnTo>
                  <a:pt x="624" y="238"/>
                </a:lnTo>
                <a:lnTo>
                  <a:pt x="624" y="239"/>
                </a:lnTo>
                <a:lnTo>
                  <a:pt x="625" y="239"/>
                </a:lnTo>
                <a:lnTo>
                  <a:pt x="626" y="239"/>
                </a:lnTo>
                <a:lnTo>
                  <a:pt x="627" y="239"/>
                </a:lnTo>
                <a:lnTo>
                  <a:pt x="626" y="240"/>
                </a:lnTo>
                <a:lnTo>
                  <a:pt x="625" y="241"/>
                </a:lnTo>
                <a:lnTo>
                  <a:pt x="625" y="242"/>
                </a:lnTo>
                <a:lnTo>
                  <a:pt x="624" y="242"/>
                </a:lnTo>
                <a:lnTo>
                  <a:pt x="624" y="243"/>
                </a:lnTo>
                <a:lnTo>
                  <a:pt x="623" y="243"/>
                </a:lnTo>
                <a:lnTo>
                  <a:pt x="622" y="243"/>
                </a:lnTo>
                <a:lnTo>
                  <a:pt x="621" y="244"/>
                </a:lnTo>
                <a:lnTo>
                  <a:pt x="621" y="245"/>
                </a:lnTo>
                <a:lnTo>
                  <a:pt x="620" y="245"/>
                </a:lnTo>
                <a:lnTo>
                  <a:pt x="620" y="246"/>
                </a:lnTo>
                <a:lnTo>
                  <a:pt x="620" y="247"/>
                </a:lnTo>
                <a:lnTo>
                  <a:pt x="620" y="246"/>
                </a:lnTo>
                <a:lnTo>
                  <a:pt x="621" y="246"/>
                </a:lnTo>
                <a:lnTo>
                  <a:pt x="621" y="247"/>
                </a:lnTo>
                <a:lnTo>
                  <a:pt x="622" y="247"/>
                </a:lnTo>
                <a:lnTo>
                  <a:pt x="622" y="248"/>
                </a:lnTo>
                <a:lnTo>
                  <a:pt x="622" y="249"/>
                </a:lnTo>
                <a:lnTo>
                  <a:pt x="622" y="250"/>
                </a:lnTo>
                <a:lnTo>
                  <a:pt x="621" y="250"/>
                </a:lnTo>
                <a:lnTo>
                  <a:pt x="621" y="251"/>
                </a:lnTo>
                <a:lnTo>
                  <a:pt x="620" y="252"/>
                </a:lnTo>
                <a:lnTo>
                  <a:pt x="619" y="253"/>
                </a:lnTo>
                <a:lnTo>
                  <a:pt x="618" y="254"/>
                </a:lnTo>
                <a:lnTo>
                  <a:pt x="617" y="254"/>
                </a:lnTo>
                <a:lnTo>
                  <a:pt x="617" y="255"/>
                </a:lnTo>
                <a:lnTo>
                  <a:pt x="618" y="255"/>
                </a:lnTo>
                <a:lnTo>
                  <a:pt x="617" y="255"/>
                </a:lnTo>
                <a:lnTo>
                  <a:pt x="617" y="256"/>
                </a:lnTo>
                <a:lnTo>
                  <a:pt x="617" y="257"/>
                </a:lnTo>
                <a:lnTo>
                  <a:pt x="617" y="258"/>
                </a:lnTo>
                <a:lnTo>
                  <a:pt x="617" y="259"/>
                </a:lnTo>
                <a:lnTo>
                  <a:pt x="616" y="259"/>
                </a:lnTo>
                <a:lnTo>
                  <a:pt x="616" y="258"/>
                </a:lnTo>
                <a:lnTo>
                  <a:pt x="615" y="258"/>
                </a:lnTo>
                <a:lnTo>
                  <a:pt x="614" y="259"/>
                </a:lnTo>
                <a:lnTo>
                  <a:pt x="614" y="260"/>
                </a:lnTo>
                <a:lnTo>
                  <a:pt x="614" y="261"/>
                </a:lnTo>
                <a:lnTo>
                  <a:pt x="613" y="262"/>
                </a:lnTo>
                <a:lnTo>
                  <a:pt x="612" y="262"/>
                </a:lnTo>
                <a:lnTo>
                  <a:pt x="611" y="262"/>
                </a:lnTo>
                <a:lnTo>
                  <a:pt x="610" y="263"/>
                </a:lnTo>
                <a:lnTo>
                  <a:pt x="609" y="263"/>
                </a:lnTo>
                <a:lnTo>
                  <a:pt x="609" y="264"/>
                </a:lnTo>
                <a:lnTo>
                  <a:pt x="609" y="265"/>
                </a:lnTo>
                <a:lnTo>
                  <a:pt x="609" y="264"/>
                </a:lnTo>
                <a:lnTo>
                  <a:pt x="609" y="265"/>
                </a:lnTo>
                <a:lnTo>
                  <a:pt x="608" y="266"/>
                </a:lnTo>
                <a:lnTo>
                  <a:pt x="608" y="267"/>
                </a:lnTo>
                <a:lnTo>
                  <a:pt x="609" y="267"/>
                </a:lnTo>
                <a:lnTo>
                  <a:pt x="610" y="267"/>
                </a:lnTo>
                <a:lnTo>
                  <a:pt x="610" y="266"/>
                </a:lnTo>
                <a:lnTo>
                  <a:pt x="611" y="266"/>
                </a:lnTo>
                <a:lnTo>
                  <a:pt x="612" y="266"/>
                </a:lnTo>
                <a:lnTo>
                  <a:pt x="613" y="266"/>
                </a:lnTo>
                <a:lnTo>
                  <a:pt x="614" y="266"/>
                </a:lnTo>
                <a:lnTo>
                  <a:pt x="614" y="265"/>
                </a:lnTo>
                <a:lnTo>
                  <a:pt x="615" y="265"/>
                </a:lnTo>
                <a:lnTo>
                  <a:pt x="616" y="266"/>
                </a:lnTo>
                <a:lnTo>
                  <a:pt x="617" y="266"/>
                </a:lnTo>
                <a:lnTo>
                  <a:pt x="618" y="266"/>
                </a:lnTo>
                <a:lnTo>
                  <a:pt x="618" y="267"/>
                </a:lnTo>
                <a:lnTo>
                  <a:pt x="619" y="268"/>
                </a:lnTo>
                <a:lnTo>
                  <a:pt x="619" y="269"/>
                </a:lnTo>
                <a:lnTo>
                  <a:pt x="619" y="270"/>
                </a:lnTo>
                <a:lnTo>
                  <a:pt x="619" y="271"/>
                </a:lnTo>
                <a:lnTo>
                  <a:pt x="618" y="271"/>
                </a:lnTo>
                <a:lnTo>
                  <a:pt x="617" y="272"/>
                </a:lnTo>
                <a:lnTo>
                  <a:pt x="617" y="273"/>
                </a:lnTo>
                <a:lnTo>
                  <a:pt x="616" y="273"/>
                </a:lnTo>
                <a:lnTo>
                  <a:pt x="615" y="273"/>
                </a:lnTo>
                <a:lnTo>
                  <a:pt x="615" y="274"/>
                </a:lnTo>
                <a:lnTo>
                  <a:pt x="614" y="274"/>
                </a:lnTo>
                <a:lnTo>
                  <a:pt x="613" y="275"/>
                </a:lnTo>
                <a:lnTo>
                  <a:pt x="613" y="276"/>
                </a:lnTo>
                <a:lnTo>
                  <a:pt x="613" y="277"/>
                </a:lnTo>
                <a:lnTo>
                  <a:pt x="614" y="277"/>
                </a:lnTo>
                <a:lnTo>
                  <a:pt x="614" y="278"/>
                </a:lnTo>
                <a:lnTo>
                  <a:pt x="615" y="278"/>
                </a:lnTo>
                <a:lnTo>
                  <a:pt x="616" y="278"/>
                </a:lnTo>
                <a:lnTo>
                  <a:pt x="617" y="278"/>
                </a:lnTo>
                <a:lnTo>
                  <a:pt x="617" y="279"/>
                </a:lnTo>
                <a:lnTo>
                  <a:pt x="618" y="279"/>
                </a:lnTo>
                <a:lnTo>
                  <a:pt x="618" y="280"/>
                </a:lnTo>
                <a:lnTo>
                  <a:pt x="617" y="280"/>
                </a:lnTo>
                <a:lnTo>
                  <a:pt x="616" y="280"/>
                </a:lnTo>
                <a:lnTo>
                  <a:pt x="615" y="280"/>
                </a:lnTo>
                <a:lnTo>
                  <a:pt x="614" y="280"/>
                </a:lnTo>
                <a:lnTo>
                  <a:pt x="613" y="280"/>
                </a:lnTo>
                <a:lnTo>
                  <a:pt x="612" y="281"/>
                </a:lnTo>
                <a:lnTo>
                  <a:pt x="611" y="281"/>
                </a:lnTo>
                <a:lnTo>
                  <a:pt x="611" y="280"/>
                </a:lnTo>
                <a:lnTo>
                  <a:pt x="610" y="280"/>
                </a:lnTo>
                <a:lnTo>
                  <a:pt x="610" y="279"/>
                </a:lnTo>
                <a:lnTo>
                  <a:pt x="610" y="278"/>
                </a:lnTo>
                <a:lnTo>
                  <a:pt x="609" y="278"/>
                </a:lnTo>
                <a:lnTo>
                  <a:pt x="608" y="278"/>
                </a:lnTo>
                <a:lnTo>
                  <a:pt x="607" y="278"/>
                </a:lnTo>
                <a:lnTo>
                  <a:pt x="607" y="279"/>
                </a:lnTo>
                <a:lnTo>
                  <a:pt x="606" y="279"/>
                </a:lnTo>
                <a:lnTo>
                  <a:pt x="606" y="280"/>
                </a:lnTo>
                <a:lnTo>
                  <a:pt x="605" y="280"/>
                </a:lnTo>
                <a:lnTo>
                  <a:pt x="605" y="281"/>
                </a:lnTo>
                <a:lnTo>
                  <a:pt x="605" y="282"/>
                </a:lnTo>
                <a:lnTo>
                  <a:pt x="605" y="283"/>
                </a:lnTo>
                <a:lnTo>
                  <a:pt x="605" y="284"/>
                </a:lnTo>
                <a:lnTo>
                  <a:pt x="604" y="283"/>
                </a:lnTo>
                <a:lnTo>
                  <a:pt x="604" y="282"/>
                </a:lnTo>
                <a:lnTo>
                  <a:pt x="604" y="283"/>
                </a:lnTo>
                <a:lnTo>
                  <a:pt x="604" y="284"/>
                </a:lnTo>
                <a:lnTo>
                  <a:pt x="604" y="285"/>
                </a:lnTo>
                <a:lnTo>
                  <a:pt x="603" y="285"/>
                </a:lnTo>
                <a:lnTo>
                  <a:pt x="602" y="285"/>
                </a:lnTo>
                <a:lnTo>
                  <a:pt x="602" y="284"/>
                </a:lnTo>
                <a:lnTo>
                  <a:pt x="601" y="284"/>
                </a:lnTo>
                <a:lnTo>
                  <a:pt x="601" y="283"/>
                </a:lnTo>
                <a:lnTo>
                  <a:pt x="600" y="283"/>
                </a:lnTo>
                <a:lnTo>
                  <a:pt x="600" y="284"/>
                </a:lnTo>
                <a:lnTo>
                  <a:pt x="599" y="284"/>
                </a:lnTo>
                <a:lnTo>
                  <a:pt x="598" y="285"/>
                </a:lnTo>
                <a:lnTo>
                  <a:pt x="598" y="286"/>
                </a:lnTo>
                <a:lnTo>
                  <a:pt x="597" y="286"/>
                </a:lnTo>
                <a:lnTo>
                  <a:pt x="597" y="287"/>
                </a:lnTo>
                <a:lnTo>
                  <a:pt x="597" y="288"/>
                </a:lnTo>
                <a:lnTo>
                  <a:pt x="596" y="289"/>
                </a:lnTo>
                <a:lnTo>
                  <a:pt x="596" y="290"/>
                </a:lnTo>
                <a:lnTo>
                  <a:pt x="595" y="290"/>
                </a:lnTo>
                <a:lnTo>
                  <a:pt x="596" y="289"/>
                </a:lnTo>
                <a:lnTo>
                  <a:pt x="595" y="288"/>
                </a:lnTo>
                <a:lnTo>
                  <a:pt x="595" y="289"/>
                </a:lnTo>
                <a:lnTo>
                  <a:pt x="595" y="290"/>
                </a:lnTo>
                <a:lnTo>
                  <a:pt x="594" y="289"/>
                </a:lnTo>
                <a:lnTo>
                  <a:pt x="593" y="289"/>
                </a:lnTo>
                <a:lnTo>
                  <a:pt x="593" y="290"/>
                </a:lnTo>
                <a:lnTo>
                  <a:pt x="593" y="289"/>
                </a:lnTo>
                <a:lnTo>
                  <a:pt x="593" y="290"/>
                </a:lnTo>
                <a:lnTo>
                  <a:pt x="593" y="291"/>
                </a:lnTo>
                <a:lnTo>
                  <a:pt x="593" y="292"/>
                </a:lnTo>
                <a:lnTo>
                  <a:pt x="594" y="293"/>
                </a:lnTo>
                <a:lnTo>
                  <a:pt x="593" y="293"/>
                </a:lnTo>
                <a:lnTo>
                  <a:pt x="594" y="293"/>
                </a:lnTo>
                <a:lnTo>
                  <a:pt x="594" y="294"/>
                </a:lnTo>
                <a:lnTo>
                  <a:pt x="593" y="294"/>
                </a:lnTo>
                <a:lnTo>
                  <a:pt x="592" y="294"/>
                </a:lnTo>
                <a:lnTo>
                  <a:pt x="591" y="294"/>
                </a:lnTo>
                <a:lnTo>
                  <a:pt x="591" y="293"/>
                </a:lnTo>
                <a:lnTo>
                  <a:pt x="591" y="292"/>
                </a:lnTo>
                <a:lnTo>
                  <a:pt x="590" y="292"/>
                </a:lnTo>
                <a:lnTo>
                  <a:pt x="590" y="291"/>
                </a:lnTo>
                <a:lnTo>
                  <a:pt x="589" y="291"/>
                </a:lnTo>
                <a:lnTo>
                  <a:pt x="589" y="292"/>
                </a:lnTo>
                <a:lnTo>
                  <a:pt x="588" y="292"/>
                </a:lnTo>
                <a:lnTo>
                  <a:pt x="587" y="292"/>
                </a:lnTo>
                <a:lnTo>
                  <a:pt x="586" y="293"/>
                </a:lnTo>
                <a:lnTo>
                  <a:pt x="585" y="293"/>
                </a:lnTo>
                <a:lnTo>
                  <a:pt x="585" y="292"/>
                </a:lnTo>
                <a:lnTo>
                  <a:pt x="584" y="291"/>
                </a:lnTo>
                <a:lnTo>
                  <a:pt x="583" y="291"/>
                </a:lnTo>
                <a:lnTo>
                  <a:pt x="581" y="291"/>
                </a:lnTo>
                <a:lnTo>
                  <a:pt x="580" y="291"/>
                </a:lnTo>
                <a:lnTo>
                  <a:pt x="580" y="292"/>
                </a:lnTo>
                <a:lnTo>
                  <a:pt x="580" y="293"/>
                </a:lnTo>
                <a:lnTo>
                  <a:pt x="579" y="293"/>
                </a:lnTo>
                <a:lnTo>
                  <a:pt x="579" y="294"/>
                </a:lnTo>
                <a:lnTo>
                  <a:pt x="580" y="294"/>
                </a:lnTo>
                <a:lnTo>
                  <a:pt x="579" y="294"/>
                </a:lnTo>
                <a:lnTo>
                  <a:pt x="580" y="294"/>
                </a:lnTo>
                <a:lnTo>
                  <a:pt x="579" y="294"/>
                </a:lnTo>
                <a:lnTo>
                  <a:pt x="579" y="295"/>
                </a:lnTo>
                <a:lnTo>
                  <a:pt x="580" y="295"/>
                </a:lnTo>
                <a:lnTo>
                  <a:pt x="579" y="295"/>
                </a:lnTo>
                <a:lnTo>
                  <a:pt x="577" y="295"/>
                </a:lnTo>
                <a:lnTo>
                  <a:pt x="576" y="295"/>
                </a:lnTo>
                <a:lnTo>
                  <a:pt x="575" y="295"/>
                </a:lnTo>
                <a:lnTo>
                  <a:pt x="574" y="295"/>
                </a:lnTo>
                <a:lnTo>
                  <a:pt x="573" y="295"/>
                </a:lnTo>
                <a:lnTo>
                  <a:pt x="573" y="294"/>
                </a:lnTo>
                <a:lnTo>
                  <a:pt x="573" y="293"/>
                </a:lnTo>
                <a:lnTo>
                  <a:pt x="572" y="292"/>
                </a:lnTo>
                <a:lnTo>
                  <a:pt x="573" y="291"/>
                </a:lnTo>
                <a:lnTo>
                  <a:pt x="572" y="291"/>
                </a:lnTo>
                <a:lnTo>
                  <a:pt x="571" y="291"/>
                </a:lnTo>
                <a:lnTo>
                  <a:pt x="571" y="292"/>
                </a:lnTo>
                <a:lnTo>
                  <a:pt x="571" y="293"/>
                </a:lnTo>
                <a:lnTo>
                  <a:pt x="572" y="294"/>
                </a:lnTo>
                <a:lnTo>
                  <a:pt x="573" y="295"/>
                </a:lnTo>
                <a:lnTo>
                  <a:pt x="572" y="295"/>
                </a:lnTo>
                <a:lnTo>
                  <a:pt x="573" y="295"/>
                </a:lnTo>
                <a:lnTo>
                  <a:pt x="573" y="296"/>
                </a:lnTo>
                <a:lnTo>
                  <a:pt x="572" y="296"/>
                </a:lnTo>
                <a:lnTo>
                  <a:pt x="571" y="296"/>
                </a:lnTo>
                <a:lnTo>
                  <a:pt x="571" y="297"/>
                </a:lnTo>
                <a:lnTo>
                  <a:pt x="570" y="297"/>
                </a:lnTo>
                <a:lnTo>
                  <a:pt x="570" y="298"/>
                </a:lnTo>
                <a:lnTo>
                  <a:pt x="569" y="298"/>
                </a:lnTo>
                <a:lnTo>
                  <a:pt x="568" y="298"/>
                </a:lnTo>
                <a:lnTo>
                  <a:pt x="568" y="299"/>
                </a:lnTo>
                <a:lnTo>
                  <a:pt x="567" y="299"/>
                </a:lnTo>
                <a:lnTo>
                  <a:pt x="567" y="298"/>
                </a:lnTo>
                <a:lnTo>
                  <a:pt x="566" y="298"/>
                </a:lnTo>
                <a:lnTo>
                  <a:pt x="567" y="299"/>
                </a:lnTo>
                <a:lnTo>
                  <a:pt x="567" y="300"/>
                </a:lnTo>
                <a:lnTo>
                  <a:pt x="566" y="300"/>
                </a:lnTo>
                <a:lnTo>
                  <a:pt x="565" y="300"/>
                </a:lnTo>
                <a:lnTo>
                  <a:pt x="565" y="301"/>
                </a:lnTo>
                <a:lnTo>
                  <a:pt x="564" y="301"/>
                </a:lnTo>
                <a:lnTo>
                  <a:pt x="563" y="301"/>
                </a:lnTo>
                <a:lnTo>
                  <a:pt x="563" y="300"/>
                </a:lnTo>
                <a:lnTo>
                  <a:pt x="564" y="300"/>
                </a:lnTo>
                <a:lnTo>
                  <a:pt x="563" y="300"/>
                </a:lnTo>
                <a:lnTo>
                  <a:pt x="562" y="300"/>
                </a:lnTo>
                <a:lnTo>
                  <a:pt x="562" y="299"/>
                </a:lnTo>
                <a:lnTo>
                  <a:pt x="562" y="298"/>
                </a:lnTo>
                <a:lnTo>
                  <a:pt x="562" y="297"/>
                </a:lnTo>
                <a:lnTo>
                  <a:pt x="562" y="298"/>
                </a:lnTo>
                <a:lnTo>
                  <a:pt x="562" y="299"/>
                </a:lnTo>
                <a:lnTo>
                  <a:pt x="561" y="299"/>
                </a:lnTo>
                <a:lnTo>
                  <a:pt x="561" y="300"/>
                </a:lnTo>
                <a:lnTo>
                  <a:pt x="562" y="300"/>
                </a:lnTo>
                <a:lnTo>
                  <a:pt x="562" y="301"/>
                </a:lnTo>
                <a:lnTo>
                  <a:pt x="563" y="301"/>
                </a:lnTo>
                <a:lnTo>
                  <a:pt x="562" y="301"/>
                </a:lnTo>
                <a:lnTo>
                  <a:pt x="561" y="301"/>
                </a:lnTo>
                <a:lnTo>
                  <a:pt x="561" y="302"/>
                </a:lnTo>
                <a:lnTo>
                  <a:pt x="560" y="302"/>
                </a:lnTo>
                <a:lnTo>
                  <a:pt x="559" y="301"/>
                </a:lnTo>
                <a:lnTo>
                  <a:pt x="559" y="300"/>
                </a:lnTo>
                <a:lnTo>
                  <a:pt x="558" y="300"/>
                </a:lnTo>
                <a:lnTo>
                  <a:pt x="558" y="301"/>
                </a:lnTo>
                <a:lnTo>
                  <a:pt x="559" y="301"/>
                </a:lnTo>
                <a:lnTo>
                  <a:pt x="559" y="302"/>
                </a:lnTo>
                <a:lnTo>
                  <a:pt x="560" y="302"/>
                </a:lnTo>
                <a:lnTo>
                  <a:pt x="559" y="302"/>
                </a:lnTo>
                <a:lnTo>
                  <a:pt x="559" y="303"/>
                </a:lnTo>
                <a:lnTo>
                  <a:pt x="558" y="303"/>
                </a:lnTo>
                <a:lnTo>
                  <a:pt x="557" y="303"/>
                </a:lnTo>
                <a:lnTo>
                  <a:pt x="557" y="304"/>
                </a:lnTo>
                <a:lnTo>
                  <a:pt x="557" y="303"/>
                </a:lnTo>
                <a:lnTo>
                  <a:pt x="557" y="304"/>
                </a:lnTo>
                <a:lnTo>
                  <a:pt x="556" y="304"/>
                </a:lnTo>
                <a:lnTo>
                  <a:pt x="556" y="305"/>
                </a:lnTo>
                <a:lnTo>
                  <a:pt x="556" y="306"/>
                </a:lnTo>
                <a:lnTo>
                  <a:pt x="556" y="308"/>
                </a:lnTo>
                <a:lnTo>
                  <a:pt x="557" y="308"/>
                </a:lnTo>
                <a:lnTo>
                  <a:pt x="557" y="309"/>
                </a:lnTo>
                <a:lnTo>
                  <a:pt x="558" y="308"/>
                </a:lnTo>
                <a:lnTo>
                  <a:pt x="559" y="309"/>
                </a:lnTo>
                <a:lnTo>
                  <a:pt x="559" y="310"/>
                </a:lnTo>
                <a:lnTo>
                  <a:pt x="559" y="311"/>
                </a:lnTo>
                <a:lnTo>
                  <a:pt x="558" y="311"/>
                </a:lnTo>
                <a:lnTo>
                  <a:pt x="557" y="311"/>
                </a:lnTo>
                <a:lnTo>
                  <a:pt x="558" y="310"/>
                </a:lnTo>
                <a:lnTo>
                  <a:pt x="557" y="310"/>
                </a:lnTo>
                <a:lnTo>
                  <a:pt x="557" y="311"/>
                </a:lnTo>
                <a:lnTo>
                  <a:pt x="557" y="310"/>
                </a:lnTo>
                <a:lnTo>
                  <a:pt x="556" y="310"/>
                </a:lnTo>
                <a:lnTo>
                  <a:pt x="555" y="310"/>
                </a:lnTo>
                <a:lnTo>
                  <a:pt x="554" y="310"/>
                </a:lnTo>
                <a:lnTo>
                  <a:pt x="555" y="310"/>
                </a:lnTo>
                <a:lnTo>
                  <a:pt x="554" y="310"/>
                </a:lnTo>
                <a:lnTo>
                  <a:pt x="553" y="310"/>
                </a:lnTo>
                <a:lnTo>
                  <a:pt x="553" y="311"/>
                </a:lnTo>
                <a:lnTo>
                  <a:pt x="552" y="311"/>
                </a:lnTo>
                <a:lnTo>
                  <a:pt x="552" y="312"/>
                </a:lnTo>
                <a:lnTo>
                  <a:pt x="551" y="312"/>
                </a:lnTo>
                <a:lnTo>
                  <a:pt x="550" y="312"/>
                </a:lnTo>
                <a:lnTo>
                  <a:pt x="549" y="312"/>
                </a:lnTo>
                <a:lnTo>
                  <a:pt x="548" y="311"/>
                </a:lnTo>
                <a:lnTo>
                  <a:pt x="548" y="310"/>
                </a:lnTo>
                <a:lnTo>
                  <a:pt x="548" y="309"/>
                </a:lnTo>
                <a:lnTo>
                  <a:pt x="547" y="309"/>
                </a:lnTo>
                <a:lnTo>
                  <a:pt x="546" y="310"/>
                </a:lnTo>
                <a:lnTo>
                  <a:pt x="545" y="311"/>
                </a:lnTo>
                <a:lnTo>
                  <a:pt x="545" y="312"/>
                </a:lnTo>
                <a:lnTo>
                  <a:pt x="544" y="312"/>
                </a:lnTo>
                <a:lnTo>
                  <a:pt x="544" y="313"/>
                </a:lnTo>
                <a:lnTo>
                  <a:pt x="543" y="313"/>
                </a:lnTo>
                <a:lnTo>
                  <a:pt x="543" y="314"/>
                </a:lnTo>
                <a:lnTo>
                  <a:pt x="542" y="314"/>
                </a:lnTo>
                <a:lnTo>
                  <a:pt x="541" y="315"/>
                </a:lnTo>
                <a:lnTo>
                  <a:pt x="540" y="315"/>
                </a:lnTo>
                <a:lnTo>
                  <a:pt x="540" y="316"/>
                </a:lnTo>
                <a:lnTo>
                  <a:pt x="539" y="316"/>
                </a:lnTo>
                <a:lnTo>
                  <a:pt x="539" y="317"/>
                </a:lnTo>
                <a:lnTo>
                  <a:pt x="538" y="317"/>
                </a:lnTo>
                <a:lnTo>
                  <a:pt x="537" y="317"/>
                </a:lnTo>
                <a:lnTo>
                  <a:pt x="537" y="318"/>
                </a:lnTo>
                <a:lnTo>
                  <a:pt x="536" y="318"/>
                </a:lnTo>
                <a:lnTo>
                  <a:pt x="535" y="318"/>
                </a:lnTo>
                <a:lnTo>
                  <a:pt x="535" y="319"/>
                </a:lnTo>
                <a:lnTo>
                  <a:pt x="534" y="319"/>
                </a:lnTo>
                <a:lnTo>
                  <a:pt x="533" y="319"/>
                </a:lnTo>
                <a:lnTo>
                  <a:pt x="533" y="320"/>
                </a:lnTo>
                <a:lnTo>
                  <a:pt x="532" y="320"/>
                </a:lnTo>
                <a:lnTo>
                  <a:pt x="532" y="321"/>
                </a:lnTo>
                <a:lnTo>
                  <a:pt x="532" y="322"/>
                </a:lnTo>
                <a:lnTo>
                  <a:pt x="532" y="324"/>
                </a:lnTo>
                <a:lnTo>
                  <a:pt x="532" y="325"/>
                </a:lnTo>
                <a:lnTo>
                  <a:pt x="531" y="325"/>
                </a:lnTo>
                <a:lnTo>
                  <a:pt x="531" y="326"/>
                </a:lnTo>
                <a:lnTo>
                  <a:pt x="531" y="325"/>
                </a:lnTo>
                <a:lnTo>
                  <a:pt x="531" y="326"/>
                </a:lnTo>
                <a:lnTo>
                  <a:pt x="530" y="326"/>
                </a:lnTo>
                <a:lnTo>
                  <a:pt x="529" y="326"/>
                </a:lnTo>
                <a:lnTo>
                  <a:pt x="529" y="325"/>
                </a:lnTo>
                <a:lnTo>
                  <a:pt x="529" y="326"/>
                </a:lnTo>
                <a:lnTo>
                  <a:pt x="530" y="326"/>
                </a:lnTo>
                <a:lnTo>
                  <a:pt x="529" y="326"/>
                </a:lnTo>
                <a:lnTo>
                  <a:pt x="529" y="327"/>
                </a:lnTo>
                <a:lnTo>
                  <a:pt x="529" y="326"/>
                </a:lnTo>
                <a:lnTo>
                  <a:pt x="528" y="327"/>
                </a:lnTo>
                <a:lnTo>
                  <a:pt x="527" y="327"/>
                </a:lnTo>
                <a:lnTo>
                  <a:pt x="526" y="327"/>
                </a:lnTo>
                <a:lnTo>
                  <a:pt x="525" y="327"/>
                </a:lnTo>
                <a:lnTo>
                  <a:pt x="524" y="327"/>
                </a:lnTo>
                <a:lnTo>
                  <a:pt x="524" y="328"/>
                </a:lnTo>
                <a:lnTo>
                  <a:pt x="523" y="328"/>
                </a:lnTo>
                <a:lnTo>
                  <a:pt x="524" y="328"/>
                </a:lnTo>
                <a:lnTo>
                  <a:pt x="523" y="328"/>
                </a:lnTo>
                <a:lnTo>
                  <a:pt x="522" y="329"/>
                </a:lnTo>
                <a:lnTo>
                  <a:pt x="521" y="329"/>
                </a:lnTo>
                <a:lnTo>
                  <a:pt x="521" y="330"/>
                </a:lnTo>
                <a:lnTo>
                  <a:pt x="520" y="330"/>
                </a:lnTo>
                <a:lnTo>
                  <a:pt x="519" y="330"/>
                </a:lnTo>
                <a:lnTo>
                  <a:pt x="519" y="331"/>
                </a:lnTo>
                <a:lnTo>
                  <a:pt x="518" y="331"/>
                </a:lnTo>
                <a:lnTo>
                  <a:pt x="518" y="332"/>
                </a:lnTo>
                <a:lnTo>
                  <a:pt x="517" y="332"/>
                </a:lnTo>
                <a:lnTo>
                  <a:pt x="517" y="333"/>
                </a:lnTo>
                <a:lnTo>
                  <a:pt x="516" y="333"/>
                </a:lnTo>
                <a:lnTo>
                  <a:pt x="515" y="334"/>
                </a:lnTo>
                <a:lnTo>
                  <a:pt x="514" y="335"/>
                </a:lnTo>
                <a:lnTo>
                  <a:pt x="513" y="335"/>
                </a:lnTo>
                <a:lnTo>
                  <a:pt x="513" y="336"/>
                </a:lnTo>
                <a:lnTo>
                  <a:pt x="512" y="336"/>
                </a:lnTo>
                <a:lnTo>
                  <a:pt x="512" y="337"/>
                </a:lnTo>
                <a:lnTo>
                  <a:pt x="511" y="338"/>
                </a:lnTo>
                <a:lnTo>
                  <a:pt x="510" y="338"/>
                </a:lnTo>
                <a:lnTo>
                  <a:pt x="510" y="339"/>
                </a:lnTo>
                <a:lnTo>
                  <a:pt x="510" y="340"/>
                </a:lnTo>
                <a:lnTo>
                  <a:pt x="510" y="341"/>
                </a:lnTo>
                <a:lnTo>
                  <a:pt x="509" y="341"/>
                </a:lnTo>
                <a:lnTo>
                  <a:pt x="509" y="340"/>
                </a:lnTo>
                <a:lnTo>
                  <a:pt x="508" y="340"/>
                </a:lnTo>
                <a:lnTo>
                  <a:pt x="509" y="340"/>
                </a:lnTo>
                <a:lnTo>
                  <a:pt x="508" y="340"/>
                </a:lnTo>
                <a:lnTo>
                  <a:pt x="507" y="340"/>
                </a:lnTo>
                <a:lnTo>
                  <a:pt x="507" y="341"/>
                </a:lnTo>
                <a:lnTo>
                  <a:pt x="506" y="341"/>
                </a:lnTo>
                <a:lnTo>
                  <a:pt x="506" y="342"/>
                </a:lnTo>
                <a:lnTo>
                  <a:pt x="505" y="342"/>
                </a:lnTo>
                <a:lnTo>
                  <a:pt x="505" y="343"/>
                </a:lnTo>
                <a:lnTo>
                  <a:pt x="505" y="344"/>
                </a:lnTo>
                <a:lnTo>
                  <a:pt x="504" y="344"/>
                </a:lnTo>
                <a:lnTo>
                  <a:pt x="503" y="344"/>
                </a:lnTo>
                <a:lnTo>
                  <a:pt x="502" y="345"/>
                </a:lnTo>
                <a:lnTo>
                  <a:pt x="502" y="346"/>
                </a:lnTo>
                <a:lnTo>
                  <a:pt x="501" y="346"/>
                </a:lnTo>
                <a:lnTo>
                  <a:pt x="501" y="347"/>
                </a:lnTo>
                <a:lnTo>
                  <a:pt x="500" y="347"/>
                </a:lnTo>
                <a:lnTo>
                  <a:pt x="500" y="348"/>
                </a:lnTo>
                <a:lnTo>
                  <a:pt x="499" y="348"/>
                </a:lnTo>
                <a:lnTo>
                  <a:pt x="499" y="349"/>
                </a:lnTo>
                <a:lnTo>
                  <a:pt x="498" y="349"/>
                </a:lnTo>
                <a:lnTo>
                  <a:pt x="498" y="350"/>
                </a:lnTo>
                <a:lnTo>
                  <a:pt x="497" y="350"/>
                </a:lnTo>
                <a:lnTo>
                  <a:pt x="497" y="351"/>
                </a:lnTo>
                <a:lnTo>
                  <a:pt x="496" y="351"/>
                </a:lnTo>
                <a:lnTo>
                  <a:pt x="496" y="352"/>
                </a:lnTo>
                <a:lnTo>
                  <a:pt x="496" y="353"/>
                </a:lnTo>
                <a:lnTo>
                  <a:pt x="496" y="354"/>
                </a:lnTo>
                <a:lnTo>
                  <a:pt x="497" y="354"/>
                </a:lnTo>
                <a:lnTo>
                  <a:pt x="498" y="354"/>
                </a:lnTo>
                <a:lnTo>
                  <a:pt x="498" y="355"/>
                </a:lnTo>
                <a:lnTo>
                  <a:pt x="499" y="356"/>
                </a:lnTo>
                <a:lnTo>
                  <a:pt x="499" y="357"/>
                </a:lnTo>
                <a:lnTo>
                  <a:pt x="499" y="358"/>
                </a:lnTo>
                <a:lnTo>
                  <a:pt x="499" y="359"/>
                </a:lnTo>
                <a:lnTo>
                  <a:pt x="498" y="359"/>
                </a:lnTo>
                <a:lnTo>
                  <a:pt x="498" y="360"/>
                </a:lnTo>
                <a:lnTo>
                  <a:pt x="498" y="361"/>
                </a:lnTo>
                <a:lnTo>
                  <a:pt x="497" y="361"/>
                </a:lnTo>
                <a:lnTo>
                  <a:pt x="497" y="360"/>
                </a:lnTo>
                <a:lnTo>
                  <a:pt x="496" y="360"/>
                </a:lnTo>
                <a:lnTo>
                  <a:pt x="495" y="360"/>
                </a:lnTo>
                <a:lnTo>
                  <a:pt x="495" y="361"/>
                </a:lnTo>
                <a:lnTo>
                  <a:pt x="494" y="361"/>
                </a:lnTo>
                <a:lnTo>
                  <a:pt x="494" y="362"/>
                </a:lnTo>
                <a:lnTo>
                  <a:pt x="493" y="362"/>
                </a:lnTo>
                <a:lnTo>
                  <a:pt x="492" y="362"/>
                </a:lnTo>
                <a:lnTo>
                  <a:pt x="493" y="362"/>
                </a:lnTo>
                <a:lnTo>
                  <a:pt x="492" y="362"/>
                </a:lnTo>
                <a:lnTo>
                  <a:pt x="492" y="363"/>
                </a:lnTo>
                <a:lnTo>
                  <a:pt x="492" y="364"/>
                </a:lnTo>
                <a:lnTo>
                  <a:pt x="493" y="364"/>
                </a:lnTo>
                <a:lnTo>
                  <a:pt x="492" y="364"/>
                </a:lnTo>
                <a:lnTo>
                  <a:pt x="492" y="365"/>
                </a:lnTo>
                <a:lnTo>
                  <a:pt x="491" y="365"/>
                </a:lnTo>
                <a:lnTo>
                  <a:pt x="491" y="366"/>
                </a:lnTo>
                <a:lnTo>
                  <a:pt x="491" y="365"/>
                </a:lnTo>
                <a:lnTo>
                  <a:pt x="490" y="365"/>
                </a:lnTo>
                <a:lnTo>
                  <a:pt x="489" y="365"/>
                </a:lnTo>
                <a:lnTo>
                  <a:pt x="488" y="366"/>
                </a:lnTo>
                <a:lnTo>
                  <a:pt x="487" y="366"/>
                </a:lnTo>
                <a:lnTo>
                  <a:pt x="486" y="367"/>
                </a:lnTo>
                <a:lnTo>
                  <a:pt x="486" y="368"/>
                </a:lnTo>
                <a:lnTo>
                  <a:pt x="486" y="369"/>
                </a:lnTo>
                <a:lnTo>
                  <a:pt x="485" y="369"/>
                </a:lnTo>
                <a:lnTo>
                  <a:pt x="485" y="370"/>
                </a:lnTo>
                <a:lnTo>
                  <a:pt x="485" y="372"/>
                </a:lnTo>
                <a:lnTo>
                  <a:pt x="485" y="373"/>
                </a:lnTo>
                <a:lnTo>
                  <a:pt x="484" y="373"/>
                </a:lnTo>
                <a:lnTo>
                  <a:pt x="484" y="374"/>
                </a:lnTo>
                <a:lnTo>
                  <a:pt x="483" y="374"/>
                </a:lnTo>
                <a:lnTo>
                  <a:pt x="482" y="374"/>
                </a:lnTo>
                <a:lnTo>
                  <a:pt x="482" y="375"/>
                </a:lnTo>
                <a:lnTo>
                  <a:pt x="481" y="375"/>
                </a:lnTo>
                <a:lnTo>
                  <a:pt x="481" y="376"/>
                </a:lnTo>
                <a:lnTo>
                  <a:pt x="480" y="377"/>
                </a:lnTo>
                <a:lnTo>
                  <a:pt x="479" y="376"/>
                </a:lnTo>
                <a:lnTo>
                  <a:pt x="479" y="375"/>
                </a:lnTo>
                <a:lnTo>
                  <a:pt x="478" y="375"/>
                </a:lnTo>
                <a:lnTo>
                  <a:pt x="478" y="376"/>
                </a:lnTo>
                <a:lnTo>
                  <a:pt x="477" y="376"/>
                </a:lnTo>
                <a:lnTo>
                  <a:pt x="476" y="376"/>
                </a:lnTo>
                <a:lnTo>
                  <a:pt x="475" y="376"/>
                </a:lnTo>
                <a:lnTo>
                  <a:pt x="474" y="376"/>
                </a:lnTo>
                <a:lnTo>
                  <a:pt x="471" y="377"/>
                </a:lnTo>
                <a:lnTo>
                  <a:pt x="470" y="377"/>
                </a:lnTo>
                <a:lnTo>
                  <a:pt x="470" y="378"/>
                </a:lnTo>
                <a:lnTo>
                  <a:pt x="469" y="378"/>
                </a:lnTo>
                <a:lnTo>
                  <a:pt x="466" y="379"/>
                </a:lnTo>
                <a:lnTo>
                  <a:pt x="465" y="379"/>
                </a:lnTo>
                <a:lnTo>
                  <a:pt x="463" y="378"/>
                </a:lnTo>
                <a:lnTo>
                  <a:pt x="462" y="377"/>
                </a:lnTo>
                <a:lnTo>
                  <a:pt x="461" y="377"/>
                </a:lnTo>
                <a:lnTo>
                  <a:pt x="460" y="377"/>
                </a:lnTo>
                <a:lnTo>
                  <a:pt x="459" y="377"/>
                </a:lnTo>
                <a:lnTo>
                  <a:pt x="458" y="377"/>
                </a:lnTo>
                <a:lnTo>
                  <a:pt x="457" y="376"/>
                </a:lnTo>
                <a:lnTo>
                  <a:pt x="456" y="376"/>
                </a:lnTo>
                <a:lnTo>
                  <a:pt x="455" y="376"/>
                </a:lnTo>
                <a:lnTo>
                  <a:pt x="454" y="376"/>
                </a:lnTo>
                <a:lnTo>
                  <a:pt x="453" y="376"/>
                </a:lnTo>
                <a:lnTo>
                  <a:pt x="452" y="376"/>
                </a:lnTo>
                <a:lnTo>
                  <a:pt x="451" y="376"/>
                </a:lnTo>
                <a:lnTo>
                  <a:pt x="452" y="375"/>
                </a:lnTo>
                <a:lnTo>
                  <a:pt x="451" y="375"/>
                </a:lnTo>
                <a:lnTo>
                  <a:pt x="450" y="375"/>
                </a:lnTo>
                <a:lnTo>
                  <a:pt x="449" y="376"/>
                </a:lnTo>
                <a:lnTo>
                  <a:pt x="448" y="376"/>
                </a:lnTo>
                <a:lnTo>
                  <a:pt x="447" y="376"/>
                </a:lnTo>
                <a:lnTo>
                  <a:pt x="446" y="376"/>
                </a:lnTo>
                <a:lnTo>
                  <a:pt x="444" y="376"/>
                </a:lnTo>
                <a:lnTo>
                  <a:pt x="443" y="377"/>
                </a:lnTo>
                <a:lnTo>
                  <a:pt x="442" y="376"/>
                </a:lnTo>
                <a:lnTo>
                  <a:pt x="438" y="377"/>
                </a:lnTo>
                <a:lnTo>
                  <a:pt x="437" y="376"/>
                </a:lnTo>
                <a:lnTo>
                  <a:pt x="436" y="376"/>
                </a:lnTo>
                <a:lnTo>
                  <a:pt x="435" y="375"/>
                </a:lnTo>
                <a:lnTo>
                  <a:pt x="435" y="374"/>
                </a:lnTo>
                <a:lnTo>
                  <a:pt x="434" y="373"/>
                </a:lnTo>
                <a:lnTo>
                  <a:pt x="433" y="373"/>
                </a:lnTo>
                <a:lnTo>
                  <a:pt x="434" y="375"/>
                </a:lnTo>
                <a:lnTo>
                  <a:pt x="434" y="376"/>
                </a:lnTo>
                <a:lnTo>
                  <a:pt x="433" y="376"/>
                </a:lnTo>
                <a:lnTo>
                  <a:pt x="433" y="377"/>
                </a:lnTo>
                <a:lnTo>
                  <a:pt x="433" y="378"/>
                </a:lnTo>
                <a:lnTo>
                  <a:pt x="434" y="378"/>
                </a:lnTo>
                <a:lnTo>
                  <a:pt x="433" y="379"/>
                </a:lnTo>
                <a:lnTo>
                  <a:pt x="432" y="379"/>
                </a:lnTo>
                <a:lnTo>
                  <a:pt x="432" y="380"/>
                </a:lnTo>
                <a:lnTo>
                  <a:pt x="431" y="380"/>
                </a:lnTo>
                <a:lnTo>
                  <a:pt x="431" y="381"/>
                </a:lnTo>
                <a:lnTo>
                  <a:pt x="430" y="381"/>
                </a:lnTo>
                <a:lnTo>
                  <a:pt x="430" y="382"/>
                </a:lnTo>
                <a:lnTo>
                  <a:pt x="428" y="382"/>
                </a:lnTo>
                <a:lnTo>
                  <a:pt x="428" y="381"/>
                </a:lnTo>
                <a:lnTo>
                  <a:pt x="428" y="380"/>
                </a:lnTo>
                <a:lnTo>
                  <a:pt x="427" y="380"/>
                </a:lnTo>
                <a:lnTo>
                  <a:pt x="427" y="381"/>
                </a:lnTo>
                <a:lnTo>
                  <a:pt x="426" y="381"/>
                </a:lnTo>
                <a:lnTo>
                  <a:pt x="426" y="382"/>
                </a:lnTo>
                <a:lnTo>
                  <a:pt x="427" y="382"/>
                </a:lnTo>
                <a:lnTo>
                  <a:pt x="426" y="383"/>
                </a:lnTo>
                <a:lnTo>
                  <a:pt x="425" y="383"/>
                </a:lnTo>
                <a:lnTo>
                  <a:pt x="425" y="382"/>
                </a:lnTo>
                <a:lnTo>
                  <a:pt x="425" y="381"/>
                </a:lnTo>
                <a:lnTo>
                  <a:pt x="425" y="380"/>
                </a:lnTo>
                <a:lnTo>
                  <a:pt x="424" y="380"/>
                </a:lnTo>
                <a:lnTo>
                  <a:pt x="423" y="380"/>
                </a:lnTo>
                <a:lnTo>
                  <a:pt x="422" y="381"/>
                </a:lnTo>
                <a:lnTo>
                  <a:pt x="422" y="382"/>
                </a:lnTo>
                <a:lnTo>
                  <a:pt x="421" y="382"/>
                </a:lnTo>
                <a:lnTo>
                  <a:pt x="421" y="383"/>
                </a:lnTo>
                <a:lnTo>
                  <a:pt x="420" y="383"/>
                </a:lnTo>
                <a:lnTo>
                  <a:pt x="419" y="382"/>
                </a:lnTo>
                <a:lnTo>
                  <a:pt x="418" y="383"/>
                </a:lnTo>
                <a:lnTo>
                  <a:pt x="417" y="383"/>
                </a:lnTo>
                <a:lnTo>
                  <a:pt x="418" y="383"/>
                </a:lnTo>
                <a:lnTo>
                  <a:pt x="418" y="384"/>
                </a:lnTo>
                <a:lnTo>
                  <a:pt x="418" y="383"/>
                </a:lnTo>
                <a:lnTo>
                  <a:pt x="418" y="384"/>
                </a:lnTo>
                <a:lnTo>
                  <a:pt x="417" y="384"/>
                </a:lnTo>
                <a:lnTo>
                  <a:pt x="416" y="384"/>
                </a:lnTo>
                <a:lnTo>
                  <a:pt x="416" y="385"/>
                </a:lnTo>
                <a:lnTo>
                  <a:pt x="415" y="385"/>
                </a:lnTo>
                <a:lnTo>
                  <a:pt x="415" y="386"/>
                </a:lnTo>
                <a:lnTo>
                  <a:pt x="414" y="386"/>
                </a:lnTo>
                <a:lnTo>
                  <a:pt x="413" y="386"/>
                </a:lnTo>
                <a:lnTo>
                  <a:pt x="413" y="385"/>
                </a:lnTo>
                <a:lnTo>
                  <a:pt x="412" y="386"/>
                </a:lnTo>
                <a:lnTo>
                  <a:pt x="411" y="386"/>
                </a:lnTo>
                <a:lnTo>
                  <a:pt x="411" y="385"/>
                </a:lnTo>
                <a:lnTo>
                  <a:pt x="411" y="384"/>
                </a:lnTo>
                <a:lnTo>
                  <a:pt x="412" y="384"/>
                </a:lnTo>
                <a:lnTo>
                  <a:pt x="413" y="384"/>
                </a:lnTo>
                <a:lnTo>
                  <a:pt x="413" y="383"/>
                </a:lnTo>
                <a:lnTo>
                  <a:pt x="414" y="383"/>
                </a:lnTo>
                <a:lnTo>
                  <a:pt x="413" y="383"/>
                </a:lnTo>
                <a:lnTo>
                  <a:pt x="412" y="383"/>
                </a:lnTo>
                <a:lnTo>
                  <a:pt x="411" y="383"/>
                </a:lnTo>
                <a:lnTo>
                  <a:pt x="411" y="382"/>
                </a:lnTo>
                <a:lnTo>
                  <a:pt x="412" y="382"/>
                </a:lnTo>
                <a:lnTo>
                  <a:pt x="412" y="381"/>
                </a:lnTo>
                <a:lnTo>
                  <a:pt x="412" y="380"/>
                </a:lnTo>
                <a:lnTo>
                  <a:pt x="413" y="380"/>
                </a:lnTo>
                <a:lnTo>
                  <a:pt x="412" y="380"/>
                </a:lnTo>
                <a:lnTo>
                  <a:pt x="412" y="379"/>
                </a:lnTo>
                <a:lnTo>
                  <a:pt x="413" y="379"/>
                </a:lnTo>
                <a:lnTo>
                  <a:pt x="412" y="379"/>
                </a:lnTo>
                <a:lnTo>
                  <a:pt x="412" y="380"/>
                </a:lnTo>
                <a:lnTo>
                  <a:pt x="411" y="380"/>
                </a:lnTo>
                <a:lnTo>
                  <a:pt x="411" y="381"/>
                </a:lnTo>
                <a:lnTo>
                  <a:pt x="411" y="382"/>
                </a:lnTo>
                <a:lnTo>
                  <a:pt x="411" y="383"/>
                </a:lnTo>
                <a:lnTo>
                  <a:pt x="411" y="384"/>
                </a:lnTo>
                <a:lnTo>
                  <a:pt x="410" y="384"/>
                </a:lnTo>
                <a:lnTo>
                  <a:pt x="409" y="384"/>
                </a:lnTo>
                <a:lnTo>
                  <a:pt x="407" y="384"/>
                </a:lnTo>
                <a:lnTo>
                  <a:pt x="407" y="383"/>
                </a:lnTo>
                <a:lnTo>
                  <a:pt x="406" y="383"/>
                </a:lnTo>
                <a:lnTo>
                  <a:pt x="405" y="383"/>
                </a:lnTo>
                <a:lnTo>
                  <a:pt x="405" y="384"/>
                </a:lnTo>
                <a:lnTo>
                  <a:pt x="404" y="384"/>
                </a:lnTo>
                <a:lnTo>
                  <a:pt x="403" y="383"/>
                </a:lnTo>
                <a:lnTo>
                  <a:pt x="403" y="382"/>
                </a:lnTo>
                <a:lnTo>
                  <a:pt x="402" y="381"/>
                </a:lnTo>
                <a:lnTo>
                  <a:pt x="402" y="380"/>
                </a:lnTo>
                <a:lnTo>
                  <a:pt x="401" y="380"/>
                </a:lnTo>
                <a:lnTo>
                  <a:pt x="400" y="380"/>
                </a:lnTo>
                <a:lnTo>
                  <a:pt x="401" y="380"/>
                </a:lnTo>
                <a:lnTo>
                  <a:pt x="401" y="381"/>
                </a:lnTo>
                <a:lnTo>
                  <a:pt x="402" y="383"/>
                </a:lnTo>
                <a:lnTo>
                  <a:pt x="400" y="383"/>
                </a:lnTo>
                <a:lnTo>
                  <a:pt x="401" y="385"/>
                </a:lnTo>
                <a:lnTo>
                  <a:pt x="400" y="385"/>
                </a:lnTo>
                <a:lnTo>
                  <a:pt x="399" y="385"/>
                </a:lnTo>
                <a:lnTo>
                  <a:pt x="399" y="384"/>
                </a:lnTo>
                <a:lnTo>
                  <a:pt x="398" y="384"/>
                </a:lnTo>
                <a:lnTo>
                  <a:pt x="397" y="384"/>
                </a:lnTo>
                <a:lnTo>
                  <a:pt x="397" y="385"/>
                </a:lnTo>
                <a:lnTo>
                  <a:pt x="398" y="385"/>
                </a:lnTo>
                <a:lnTo>
                  <a:pt x="399" y="385"/>
                </a:lnTo>
                <a:lnTo>
                  <a:pt x="400" y="386"/>
                </a:lnTo>
                <a:lnTo>
                  <a:pt x="400" y="387"/>
                </a:lnTo>
                <a:lnTo>
                  <a:pt x="400" y="388"/>
                </a:lnTo>
                <a:lnTo>
                  <a:pt x="401" y="389"/>
                </a:lnTo>
                <a:lnTo>
                  <a:pt x="401" y="390"/>
                </a:lnTo>
                <a:lnTo>
                  <a:pt x="401" y="389"/>
                </a:lnTo>
                <a:lnTo>
                  <a:pt x="400" y="389"/>
                </a:lnTo>
                <a:lnTo>
                  <a:pt x="399" y="389"/>
                </a:lnTo>
                <a:lnTo>
                  <a:pt x="399" y="390"/>
                </a:lnTo>
                <a:lnTo>
                  <a:pt x="398" y="390"/>
                </a:lnTo>
                <a:lnTo>
                  <a:pt x="398" y="389"/>
                </a:lnTo>
                <a:lnTo>
                  <a:pt x="397" y="389"/>
                </a:lnTo>
                <a:lnTo>
                  <a:pt x="396" y="389"/>
                </a:lnTo>
                <a:lnTo>
                  <a:pt x="395" y="389"/>
                </a:lnTo>
                <a:lnTo>
                  <a:pt x="395" y="390"/>
                </a:lnTo>
                <a:lnTo>
                  <a:pt x="395" y="391"/>
                </a:lnTo>
                <a:lnTo>
                  <a:pt x="396" y="391"/>
                </a:lnTo>
                <a:lnTo>
                  <a:pt x="395" y="391"/>
                </a:lnTo>
                <a:lnTo>
                  <a:pt x="396" y="392"/>
                </a:lnTo>
                <a:lnTo>
                  <a:pt x="395" y="392"/>
                </a:lnTo>
                <a:lnTo>
                  <a:pt x="394" y="392"/>
                </a:lnTo>
                <a:lnTo>
                  <a:pt x="392" y="392"/>
                </a:lnTo>
                <a:lnTo>
                  <a:pt x="391" y="391"/>
                </a:lnTo>
                <a:lnTo>
                  <a:pt x="391" y="392"/>
                </a:lnTo>
                <a:lnTo>
                  <a:pt x="390" y="392"/>
                </a:lnTo>
                <a:lnTo>
                  <a:pt x="390" y="393"/>
                </a:lnTo>
                <a:lnTo>
                  <a:pt x="389" y="393"/>
                </a:lnTo>
                <a:lnTo>
                  <a:pt x="389" y="394"/>
                </a:lnTo>
                <a:lnTo>
                  <a:pt x="388" y="394"/>
                </a:lnTo>
                <a:lnTo>
                  <a:pt x="388" y="395"/>
                </a:lnTo>
                <a:lnTo>
                  <a:pt x="387" y="394"/>
                </a:lnTo>
                <a:lnTo>
                  <a:pt x="387" y="393"/>
                </a:lnTo>
                <a:lnTo>
                  <a:pt x="385" y="392"/>
                </a:lnTo>
                <a:lnTo>
                  <a:pt x="385" y="391"/>
                </a:lnTo>
                <a:lnTo>
                  <a:pt x="384" y="391"/>
                </a:lnTo>
                <a:lnTo>
                  <a:pt x="385" y="393"/>
                </a:lnTo>
                <a:lnTo>
                  <a:pt x="384" y="393"/>
                </a:lnTo>
                <a:lnTo>
                  <a:pt x="383" y="393"/>
                </a:lnTo>
                <a:lnTo>
                  <a:pt x="382" y="392"/>
                </a:lnTo>
                <a:lnTo>
                  <a:pt x="381" y="393"/>
                </a:lnTo>
                <a:lnTo>
                  <a:pt x="380" y="393"/>
                </a:lnTo>
                <a:lnTo>
                  <a:pt x="380" y="392"/>
                </a:lnTo>
                <a:lnTo>
                  <a:pt x="379" y="392"/>
                </a:lnTo>
                <a:lnTo>
                  <a:pt x="378" y="393"/>
                </a:lnTo>
                <a:lnTo>
                  <a:pt x="377" y="393"/>
                </a:lnTo>
                <a:lnTo>
                  <a:pt x="376" y="393"/>
                </a:lnTo>
                <a:lnTo>
                  <a:pt x="377" y="393"/>
                </a:lnTo>
                <a:lnTo>
                  <a:pt x="377" y="392"/>
                </a:lnTo>
                <a:lnTo>
                  <a:pt x="376" y="391"/>
                </a:lnTo>
                <a:lnTo>
                  <a:pt x="376" y="392"/>
                </a:lnTo>
                <a:lnTo>
                  <a:pt x="375" y="393"/>
                </a:lnTo>
                <a:lnTo>
                  <a:pt x="374" y="393"/>
                </a:lnTo>
                <a:lnTo>
                  <a:pt x="375" y="393"/>
                </a:lnTo>
                <a:lnTo>
                  <a:pt x="375" y="394"/>
                </a:lnTo>
                <a:lnTo>
                  <a:pt x="376" y="394"/>
                </a:lnTo>
                <a:lnTo>
                  <a:pt x="375" y="395"/>
                </a:lnTo>
                <a:lnTo>
                  <a:pt x="374" y="395"/>
                </a:lnTo>
                <a:lnTo>
                  <a:pt x="373" y="396"/>
                </a:lnTo>
                <a:lnTo>
                  <a:pt x="373" y="397"/>
                </a:lnTo>
                <a:lnTo>
                  <a:pt x="373" y="398"/>
                </a:lnTo>
                <a:lnTo>
                  <a:pt x="373" y="399"/>
                </a:lnTo>
                <a:lnTo>
                  <a:pt x="371" y="399"/>
                </a:lnTo>
                <a:lnTo>
                  <a:pt x="370" y="398"/>
                </a:lnTo>
                <a:lnTo>
                  <a:pt x="367" y="399"/>
                </a:lnTo>
                <a:lnTo>
                  <a:pt x="367" y="398"/>
                </a:lnTo>
                <a:lnTo>
                  <a:pt x="364" y="399"/>
                </a:lnTo>
                <a:lnTo>
                  <a:pt x="361" y="399"/>
                </a:lnTo>
                <a:lnTo>
                  <a:pt x="362" y="399"/>
                </a:lnTo>
                <a:lnTo>
                  <a:pt x="361" y="400"/>
                </a:lnTo>
                <a:lnTo>
                  <a:pt x="361" y="402"/>
                </a:lnTo>
                <a:lnTo>
                  <a:pt x="360" y="403"/>
                </a:lnTo>
                <a:lnTo>
                  <a:pt x="359" y="403"/>
                </a:lnTo>
                <a:lnTo>
                  <a:pt x="359" y="401"/>
                </a:lnTo>
                <a:lnTo>
                  <a:pt x="358" y="401"/>
                </a:lnTo>
                <a:lnTo>
                  <a:pt x="357" y="401"/>
                </a:lnTo>
                <a:lnTo>
                  <a:pt x="357" y="402"/>
                </a:lnTo>
                <a:lnTo>
                  <a:pt x="358" y="403"/>
                </a:lnTo>
                <a:lnTo>
                  <a:pt x="350" y="406"/>
                </a:lnTo>
                <a:lnTo>
                  <a:pt x="349" y="405"/>
                </a:lnTo>
                <a:lnTo>
                  <a:pt x="348" y="406"/>
                </a:lnTo>
                <a:lnTo>
                  <a:pt x="347" y="407"/>
                </a:lnTo>
                <a:lnTo>
                  <a:pt x="347" y="408"/>
                </a:lnTo>
                <a:lnTo>
                  <a:pt x="346" y="407"/>
                </a:lnTo>
                <a:lnTo>
                  <a:pt x="345" y="407"/>
                </a:lnTo>
                <a:lnTo>
                  <a:pt x="345" y="405"/>
                </a:lnTo>
                <a:lnTo>
                  <a:pt x="344" y="405"/>
                </a:lnTo>
                <a:lnTo>
                  <a:pt x="344" y="406"/>
                </a:lnTo>
                <a:lnTo>
                  <a:pt x="343" y="406"/>
                </a:lnTo>
                <a:lnTo>
                  <a:pt x="344" y="406"/>
                </a:lnTo>
                <a:lnTo>
                  <a:pt x="344" y="407"/>
                </a:lnTo>
                <a:lnTo>
                  <a:pt x="344" y="408"/>
                </a:lnTo>
                <a:lnTo>
                  <a:pt x="344" y="409"/>
                </a:lnTo>
                <a:lnTo>
                  <a:pt x="343" y="409"/>
                </a:lnTo>
                <a:lnTo>
                  <a:pt x="343" y="410"/>
                </a:lnTo>
                <a:lnTo>
                  <a:pt x="342" y="410"/>
                </a:lnTo>
                <a:lnTo>
                  <a:pt x="342" y="411"/>
                </a:lnTo>
                <a:lnTo>
                  <a:pt x="341" y="411"/>
                </a:lnTo>
                <a:lnTo>
                  <a:pt x="341" y="410"/>
                </a:lnTo>
                <a:lnTo>
                  <a:pt x="340" y="410"/>
                </a:lnTo>
                <a:lnTo>
                  <a:pt x="340" y="411"/>
                </a:lnTo>
                <a:lnTo>
                  <a:pt x="341" y="411"/>
                </a:lnTo>
                <a:lnTo>
                  <a:pt x="340" y="411"/>
                </a:lnTo>
                <a:lnTo>
                  <a:pt x="339" y="412"/>
                </a:lnTo>
                <a:lnTo>
                  <a:pt x="338" y="413"/>
                </a:lnTo>
                <a:lnTo>
                  <a:pt x="337" y="413"/>
                </a:lnTo>
                <a:lnTo>
                  <a:pt x="338" y="413"/>
                </a:lnTo>
                <a:lnTo>
                  <a:pt x="338" y="412"/>
                </a:lnTo>
                <a:lnTo>
                  <a:pt x="338" y="411"/>
                </a:lnTo>
                <a:lnTo>
                  <a:pt x="337" y="411"/>
                </a:lnTo>
                <a:lnTo>
                  <a:pt x="337" y="412"/>
                </a:lnTo>
                <a:lnTo>
                  <a:pt x="337" y="413"/>
                </a:lnTo>
                <a:lnTo>
                  <a:pt x="337" y="414"/>
                </a:lnTo>
                <a:lnTo>
                  <a:pt x="337" y="415"/>
                </a:lnTo>
                <a:lnTo>
                  <a:pt x="337" y="416"/>
                </a:lnTo>
                <a:lnTo>
                  <a:pt x="337" y="417"/>
                </a:lnTo>
                <a:lnTo>
                  <a:pt x="336" y="417"/>
                </a:lnTo>
                <a:lnTo>
                  <a:pt x="336" y="415"/>
                </a:lnTo>
                <a:lnTo>
                  <a:pt x="333" y="418"/>
                </a:lnTo>
                <a:lnTo>
                  <a:pt x="332" y="418"/>
                </a:lnTo>
                <a:lnTo>
                  <a:pt x="331" y="417"/>
                </a:lnTo>
                <a:lnTo>
                  <a:pt x="331" y="418"/>
                </a:lnTo>
                <a:lnTo>
                  <a:pt x="331" y="419"/>
                </a:lnTo>
                <a:lnTo>
                  <a:pt x="330" y="419"/>
                </a:lnTo>
                <a:lnTo>
                  <a:pt x="329" y="419"/>
                </a:lnTo>
                <a:lnTo>
                  <a:pt x="328" y="419"/>
                </a:lnTo>
                <a:lnTo>
                  <a:pt x="327" y="419"/>
                </a:lnTo>
                <a:lnTo>
                  <a:pt x="327" y="418"/>
                </a:lnTo>
                <a:lnTo>
                  <a:pt x="325" y="418"/>
                </a:lnTo>
                <a:lnTo>
                  <a:pt x="323" y="418"/>
                </a:lnTo>
                <a:lnTo>
                  <a:pt x="322" y="418"/>
                </a:lnTo>
                <a:lnTo>
                  <a:pt x="321" y="418"/>
                </a:lnTo>
                <a:lnTo>
                  <a:pt x="321" y="419"/>
                </a:lnTo>
                <a:lnTo>
                  <a:pt x="321" y="420"/>
                </a:lnTo>
                <a:lnTo>
                  <a:pt x="318" y="421"/>
                </a:lnTo>
                <a:lnTo>
                  <a:pt x="317" y="422"/>
                </a:lnTo>
                <a:lnTo>
                  <a:pt x="316" y="421"/>
                </a:lnTo>
                <a:lnTo>
                  <a:pt x="316" y="422"/>
                </a:lnTo>
                <a:lnTo>
                  <a:pt x="317" y="423"/>
                </a:lnTo>
                <a:lnTo>
                  <a:pt x="314" y="424"/>
                </a:lnTo>
                <a:lnTo>
                  <a:pt x="313" y="424"/>
                </a:lnTo>
                <a:lnTo>
                  <a:pt x="313" y="425"/>
                </a:lnTo>
                <a:lnTo>
                  <a:pt x="314" y="426"/>
                </a:lnTo>
                <a:lnTo>
                  <a:pt x="314" y="427"/>
                </a:lnTo>
                <a:lnTo>
                  <a:pt x="313" y="426"/>
                </a:lnTo>
                <a:lnTo>
                  <a:pt x="312" y="425"/>
                </a:lnTo>
                <a:lnTo>
                  <a:pt x="312" y="426"/>
                </a:lnTo>
                <a:lnTo>
                  <a:pt x="310" y="428"/>
                </a:lnTo>
                <a:lnTo>
                  <a:pt x="309" y="428"/>
                </a:lnTo>
                <a:lnTo>
                  <a:pt x="308" y="428"/>
                </a:lnTo>
                <a:lnTo>
                  <a:pt x="308" y="427"/>
                </a:lnTo>
                <a:lnTo>
                  <a:pt x="307" y="427"/>
                </a:lnTo>
                <a:lnTo>
                  <a:pt x="308" y="428"/>
                </a:lnTo>
                <a:lnTo>
                  <a:pt x="309" y="428"/>
                </a:lnTo>
                <a:lnTo>
                  <a:pt x="309" y="429"/>
                </a:lnTo>
                <a:lnTo>
                  <a:pt x="309" y="430"/>
                </a:lnTo>
                <a:lnTo>
                  <a:pt x="308" y="431"/>
                </a:lnTo>
                <a:lnTo>
                  <a:pt x="307" y="432"/>
                </a:lnTo>
                <a:lnTo>
                  <a:pt x="308" y="433"/>
                </a:lnTo>
                <a:lnTo>
                  <a:pt x="307" y="433"/>
                </a:lnTo>
                <a:lnTo>
                  <a:pt x="306" y="433"/>
                </a:lnTo>
                <a:lnTo>
                  <a:pt x="305" y="433"/>
                </a:lnTo>
                <a:lnTo>
                  <a:pt x="305" y="434"/>
                </a:lnTo>
                <a:lnTo>
                  <a:pt x="304" y="434"/>
                </a:lnTo>
                <a:lnTo>
                  <a:pt x="303" y="434"/>
                </a:lnTo>
                <a:lnTo>
                  <a:pt x="302" y="434"/>
                </a:lnTo>
                <a:lnTo>
                  <a:pt x="302" y="435"/>
                </a:lnTo>
                <a:lnTo>
                  <a:pt x="301" y="435"/>
                </a:lnTo>
                <a:lnTo>
                  <a:pt x="300" y="435"/>
                </a:lnTo>
                <a:lnTo>
                  <a:pt x="300" y="436"/>
                </a:lnTo>
                <a:lnTo>
                  <a:pt x="299" y="436"/>
                </a:lnTo>
                <a:lnTo>
                  <a:pt x="298" y="437"/>
                </a:lnTo>
                <a:lnTo>
                  <a:pt x="298" y="438"/>
                </a:lnTo>
                <a:lnTo>
                  <a:pt x="297" y="438"/>
                </a:lnTo>
                <a:lnTo>
                  <a:pt x="296" y="438"/>
                </a:lnTo>
                <a:lnTo>
                  <a:pt x="296" y="439"/>
                </a:lnTo>
                <a:lnTo>
                  <a:pt x="295" y="439"/>
                </a:lnTo>
                <a:lnTo>
                  <a:pt x="295" y="440"/>
                </a:lnTo>
                <a:lnTo>
                  <a:pt x="296" y="440"/>
                </a:lnTo>
                <a:lnTo>
                  <a:pt x="297" y="440"/>
                </a:lnTo>
                <a:lnTo>
                  <a:pt x="296" y="440"/>
                </a:lnTo>
                <a:lnTo>
                  <a:pt x="296" y="441"/>
                </a:lnTo>
                <a:lnTo>
                  <a:pt x="296" y="442"/>
                </a:lnTo>
                <a:lnTo>
                  <a:pt x="295" y="442"/>
                </a:lnTo>
                <a:lnTo>
                  <a:pt x="294" y="442"/>
                </a:lnTo>
                <a:lnTo>
                  <a:pt x="295" y="442"/>
                </a:lnTo>
                <a:lnTo>
                  <a:pt x="295" y="443"/>
                </a:lnTo>
                <a:lnTo>
                  <a:pt x="296" y="443"/>
                </a:lnTo>
                <a:lnTo>
                  <a:pt x="296" y="444"/>
                </a:lnTo>
                <a:lnTo>
                  <a:pt x="297" y="444"/>
                </a:lnTo>
                <a:lnTo>
                  <a:pt x="298" y="444"/>
                </a:lnTo>
                <a:lnTo>
                  <a:pt x="298" y="445"/>
                </a:lnTo>
                <a:lnTo>
                  <a:pt x="300" y="445"/>
                </a:lnTo>
                <a:lnTo>
                  <a:pt x="301" y="445"/>
                </a:lnTo>
                <a:lnTo>
                  <a:pt x="300" y="445"/>
                </a:lnTo>
                <a:lnTo>
                  <a:pt x="299" y="445"/>
                </a:lnTo>
                <a:lnTo>
                  <a:pt x="298" y="445"/>
                </a:lnTo>
                <a:lnTo>
                  <a:pt x="297" y="445"/>
                </a:lnTo>
                <a:lnTo>
                  <a:pt x="297" y="446"/>
                </a:lnTo>
                <a:lnTo>
                  <a:pt x="296" y="446"/>
                </a:lnTo>
                <a:lnTo>
                  <a:pt x="296" y="447"/>
                </a:lnTo>
                <a:lnTo>
                  <a:pt x="295" y="447"/>
                </a:lnTo>
                <a:lnTo>
                  <a:pt x="294" y="447"/>
                </a:lnTo>
                <a:lnTo>
                  <a:pt x="294" y="448"/>
                </a:lnTo>
                <a:lnTo>
                  <a:pt x="293" y="448"/>
                </a:lnTo>
                <a:lnTo>
                  <a:pt x="293" y="449"/>
                </a:lnTo>
                <a:lnTo>
                  <a:pt x="292" y="449"/>
                </a:lnTo>
                <a:lnTo>
                  <a:pt x="291" y="449"/>
                </a:lnTo>
                <a:lnTo>
                  <a:pt x="290" y="449"/>
                </a:lnTo>
                <a:lnTo>
                  <a:pt x="290" y="448"/>
                </a:lnTo>
                <a:lnTo>
                  <a:pt x="289" y="448"/>
                </a:lnTo>
                <a:lnTo>
                  <a:pt x="289" y="450"/>
                </a:lnTo>
                <a:lnTo>
                  <a:pt x="289" y="451"/>
                </a:lnTo>
                <a:lnTo>
                  <a:pt x="290" y="452"/>
                </a:lnTo>
                <a:lnTo>
                  <a:pt x="291" y="452"/>
                </a:lnTo>
                <a:lnTo>
                  <a:pt x="291" y="453"/>
                </a:lnTo>
                <a:lnTo>
                  <a:pt x="292" y="454"/>
                </a:lnTo>
                <a:lnTo>
                  <a:pt x="291" y="454"/>
                </a:lnTo>
                <a:lnTo>
                  <a:pt x="290" y="454"/>
                </a:lnTo>
                <a:lnTo>
                  <a:pt x="289" y="453"/>
                </a:lnTo>
                <a:lnTo>
                  <a:pt x="288" y="453"/>
                </a:lnTo>
                <a:lnTo>
                  <a:pt x="287" y="453"/>
                </a:lnTo>
                <a:lnTo>
                  <a:pt x="286" y="453"/>
                </a:lnTo>
                <a:lnTo>
                  <a:pt x="285" y="453"/>
                </a:lnTo>
                <a:lnTo>
                  <a:pt x="284" y="454"/>
                </a:lnTo>
                <a:lnTo>
                  <a:pt x="283" y="456"/>
                </a:lnTo>
                <a:lnTo>
                  <a:pt x="283" y="457"/>
                </a:lnTo>
                <a:lnTo>
                  <a:pt x="282" y="457"/>
                </a:lnTo>
                <a:lnTo>
                  <a:pt x="281" y="457"/>
                </a:lnTo>
                <a:lnTo>
                  <a:pt x="280" y="456"/>
                </a:lnTo>
                <a:lnTo>
                  <a:pt x="279" y="455"/>
                </a:lnTo>
                <a:lnTo>
                  <a:pt x="278" y="455"/>
                </a:lnTo>
                <a:lnTo>
                  <a:pt x="277" y="455"/>
                </a:lnTo>
                <a:lnTo>
                  <a:pt x="277" y="456"/>
                </a:lnTo>
                <a:lnTo>
                  <a:pt x="278" y="457"/>
                </a:lnTo>
                <a:lnTo>
                  <a:pt x="278" y="456"/>
                </a:lnTo>
                <a:lnTo>
                  <a:pt x="279" y="458"/>
                </a:lnTo>
                <a:lnTo>
                  <a:pt x="279" y="459"/>
                </a:lnTo>
                <a:lnTo>
                  <a:pt x="278" y="459"/>
                </a:lnTo>
                <a:lnTo>
                  <a:pt x="278" y="458"/>
                </a:lnTo>
                <a:lnTo>
                  <a:pt x="277" y="457"/>
                </a:lnTo>
                <a:lnTo>
                  <a:pt x="276" y="457"/>
                </a:lnTo>
                <a:lnTo>
                  <a:pt x="276" y="458"/>
                </a:lnTo>
                <a:lnTo>
                  <a:pt x="275" y="458"/>
                </a:lnTo>
                <a:lnTo>
                  <a:pt x="274" y="457"/>
                </a:lnTo>
                <a:lnTo>
                  <a:pt x="273" y="457"/>
                </a:lnTo>
                <a:lnTo>
                  <a:pt x="272" y="456"/>
                </a:lnTo>
                <a:lnTo>
                  <a:pt x="271" y="456"/>
                </a:lnTo>
                <a:lnTo>
                  <a:pt x="272" y="457"/>
                </a:lnTo>
                <a:lnTo>
                  <a:pt x="272" y="458"/>
                </a:lnTo>
                <a:lnTo>
                  <a:pt x="273" y="459"/>
                </a:lnTo>
                <a:lnTo>
                  <a:pt x="274" y="460"/>
                </a:lnTo>
                <a:lnTo>
                  <a:pt x="275" y="460"/>
                </a:lnTo>
                <a:lnTo>
                  <a:pt x="276" y="461"/>
                </a:lnTo>
                <a:lnTo>
                  <a:pt x="276" y="462"/>
                </a:lnTo>
                <a:lnTo>
                  <a:pt x="276" y="463"/>
                </a:lnTo>
                <a:lnTo>
                  <a:pt x="277" y="464"/>
                </a:lnTo>
                <a:lnTo>
                  <a:pt x="275" y="465"/>
                </a:lnTo>
                <a:lnTo>
                  <a:pt x="275" y="466"/>
                </a:lnTo>
                <a:lnTo>
                  <a:pt x="274" y="466"/>
                </a:lnTo>
                <a:lnTo>
                  <a:pt x="273" y="466"/>
                </a:lnTo>
                <a:lnTo>
                  <a:pt x="272" y="466"/>
                </a:lnTo>
                <a:lnTo>
                  <a:pt x="271" y="466"/>
                </a:lnTo>
                <a:lnTo>
                  <a:pt x="271" y="465"/>
                </a:lnTo>
                <a:lnTo>
                  <a:pt x="270" y="465"/>
                </a:lnTo>
                <a:lnTo>
                  <a:pt x="271" y="465"/>
                </a:lnTo>
                <a:lnTo>
                  <a:pt x="271" y="464"/>
                </a:lnTo>
                <a:lnTo>
                  <a:pt x="271" y="463"/>
                </a:lnTo>
                <a:lnTo>
                  <a:pt x="270" y="463"/>
                </a:lnTo>
                <a:lnTo>
                  <a:pt x="270" y="464"/>
                </a:lnTo>
                <a:lnTo>
                  <a:pt x="269" y="464"/>
                </a:lnTo>
                <a:lnTo>
                  <a:pt x="268" y="464"/>
                </a:lnTo>
                <a:lnTo>
                  <a:pt x="269" y="463"/>
                </a:lnTo>
                <a:lnTo>
                  <a:pt x="268" y="462"/>
                </a:lnTo>
                <a:lnTo>
                  <a:pt x="268" y="461"/>
                </a:lnTo>
                <a:lnTo>
                  <a:pt x="268" y="460"/>
                </a:lnTo>
                <a:lnTo>
                  <a:pt x="267" y="459"/>
                </a:lnTo>
                <a:lnTo>
                  <a:pt x="267" y="458"/>
                </a:lnTo>
                <a:lnTo>
                  <a:pt x="266" y="458"/>
                </a:lnTo>
                <a:lnTo>
                  <a:pt x="265" y="458"/>
                </a:lnTo>
                <a:lnTo>
                  <a:pt x="265" y="457"/>
                </a:lnTo>
                <a:lnTo>
                  <a:pt x="264" y="457"/>
                </a:lnTo>
                <a:lnTo>
                  <a:pt x="264" y="458"/>
                </a:lnTo>
                <a:lnTo>
                  <a:pt x="263" y="458"/>
                </a:lnTo>
                <a:lnTo>
                  <a:pt x="263" y="457"/>
                </a:lnTo>
                <a:lnTo>
                  <a:pt x="262" y="457"/>
                </a:lnTo>
                <a:lnTo>
                  <a:pt x="261" y="457"/>
                </a:lnTo>
                <a:lnTo>
                  <a:pt x="260" y="457"/>
                </a:lnTo>
                <a:lnTo>
                  <a:pt x="260" y="458"/>
                </a:lnTo>
                <a:lnTo>
                  <a:pt x="261" y="458"/>
                </a:lnTo>
                <a:lnTo>
                  <a:pt x="262" y="457"/>
                </a:lnTo>
                <a:lnTo>
                  <a:pt x="263" y="458"/>
                </a:lnTo>
                <a:lnTo>
                  <a:pt x="263" y="459"/>
                </a:lnTo>
                <a:lnTo>
                  <a:pt x="262" y="460"/>
                </a:lnTo>
                <a:lnTo>
                  <a:pt x="260" y="460"/>
                </a:lnTo>
                <a:lnTo>
                  <a:pt x="260" y="459"/>
                </a:lnTo>
                <a:lnTo>
                  <a:pt x="259" y="459"/>
                </a:lnTo>
                <a:lnTo>
                  <a:pt x="257" y="459"/>
                </a:lnTo>
                <a:lnTo>
                  <a:pt x="257" y="460"/>
                </a:lnTo>
                <a:lnTo>
                  <a:pt x="257" y="459"/>
                </a:lnTo>
                <a:lnTo>
                  <a:pt x="256" y="459"/>
                </a:lnTo>
                <a:lnTo>
                  <a:pt x="255" y="459"/>
                </a:lnTo>
                <a:lnTo>
                  <a:pt x="253" y="460"/>
                </a:lnTo>
                <a:lnTo>
                  <a:pt x="253" y="461"/>
                </a:lnTo>
                <a:lnTo>
                  <a:pt x="254" y="461"/>
                </a:lnTo>
                <a:lnTo>
                  <a:pt x="255" y="461"/>
                </a:lnTo>
                <a:lnTo>
                  <a:pt x="255" y="462"/>
                </a:lnTo>
                <a:lnTo>
                  <a:pt x="256" y="463"/>
                </a:lnTo>
                <a:lnTo>
                  <a:pt x="255" y="463"/>
                </a:lnTo>
                <a:lnTo>
                  <a:pt x="255" y="464"/>
                </a:lnTo>
                <a:lnTo>
                  <a:pt x="254" y="464"/>
                </a:lnTo>
                <a:lnTo>
                  <a:pt x="254" y="465"/>
                </a:lnTo>
                <a:lnTo>
                  <a:pt x="254" y="464"/>
                </a:lnTo>
                <a:lnTo>
                  <a:pt x="253" y="464"/>
                </a:lnTo>
                <a:lnTo>
                  <a:pt x="253" y="465"/>
                </a:lnTo>
                <a:lnTo>
                  <a:pt x="252" y="465"/>
                </a:lnTo>
                <a:lnTo>
                  <a:pt x="251" y="466"/>
                </a:lnTo>
                <a:lnTo>
                  <a:pt x="251" y="467"/>
                </a:lnTo>
                <a:lnTo>
                  <a:pt x="251" y="468"/>
                </a:lnTo>
                <a:lnTo>
                  <a:pt x="252" y="468"/>
                </a:lnTo>
                <a:lnTo>
                  <a:pt x="252" y="467"/>
                </a:lnTo>
                <a:lnTo>
                  <a:pt x="254" y="467"/>
                </a:lnTo>
                <a:lnTo>
                  <a:pt x="254" y="468"/>
                </a:lnTo>
                <a:lnTo>
                  <a:pt x="255" y="468"/>
                </a:lnTo>
                <a:lnTo>
                  <a:pt x="256" y="467"/>
                </a:lnTo>
                <a:lnTo>
                  <a:pt x="256" y="468"/>
                </a:lnTo>
                <a:lnTo>
                  <a:pt x="257" y="468"/>
                </a:lnTo>
                <a:lnTo>
                  <a:pt x="258" y="468"/>
                </a:lnTo>
                <a:lnTo>
                  <a:pt x="259" y="469"/>
                </a:lnTo>
                <a:lnTo>
                  <a:pt x="260" y="469"/>
                </a:lnTo>
                <a:lnTo>
                  <a:pt x="260" y="470"/>
                </a:lnTo>
                <a:lnTo>
                  <a:pt x="260" y="471"/>
                </a:lnTo>
                <a:lnTo>
                  <a:pt x="260" y="472"/>
                </a:lnTo>
                <a:lnTo>
                  <a:pt x="259" y="472"/>
                </a:lnTo>
                <a:lnTo>
                  <a:pt x="260" y="473"/>
                </a:lnTo>
                <a:lnTo>
                  <a:pt x="259" y="473"/>
                </a:lnTo>
                <a:lnTo>
                  <a:pt x="259" y="474"/>
                </a:lnTo>
                <a:lnTo>
                  <a:pt x="258" y="474"/>
                </a:lnTo>
                <a:lnTo>
                  <a:pt x="258" y="475"/>
                </a:lnTo>
                <a:lnTo>
                  <a:pt x="258" y="474"/>
                </a:lnTo>
                <a:lnTo>
                  <a:pt x="257" y="473"/>
                </a:lnTo>
                <a:lnTo>
                  <a:pt x="256" y="473"/>
                </a:lnTo>
                <a:lnTo>
                  <a:pt x="256" y="474"/>
                </a:lnTo>
                <a:lnTo>
                  <a:pt x="257" y="474"/>
                </a:lnTo>
                <a:lnTo>
                  <a:pt x="256" y="475"/>
                </a:lnTo>
                <a:lnTo>
                  <a:pt x="255" y="475"/>
                </a:lnTo>
                <a:lnTo>
                  <a:pt x="254" y="475"/>
                </a:lnTo>
                <a:lnTo>
                  <a:pt x="252" y="475"/>
                </a:lnTo>
                <a:lnTo>
                  <a:pt x="251" y="475"/>
                </a:lnTo>
                <a:lnTo>
                  <a:pt x="251" y="474"/>
                </a:lnTo>
                <a:lnTo>
                  <a:pt x="250" y="474"/>
                </a:lnTo>
                <a:lnTo>
                  <a:pt x="249" y="474"/>
                </a:lnTo>
                <a:lnTo>
                  <a:pt x="249" y="473"/>
                </a:lnTo>
                <a:lnTo>
                  <a:pt x="248" y="473"/>
                </a:lnTo>
                <a:lnTo>
                  <a:pt x="247" y="473"/>
                </a:lnTo>
                <a:lnTo>
                  <a:pt x="246" y="473"/>
                </a:lnTo>
                <a:lnTo>
                  <a:pt x="246" y="474"/>
                </a:lnTo>
                <a:lnTo>
                  <a:pt x="245" y="475"/>
                </a:lnTo>
                <a:lnTo>
                  <a:pt x="244" y="476"/>
                </a:lnTo>
                <a:lnTo>
                  <a:pt x="243" y="476"/>
                </a:lnTo>
                <a:lnTo>
                  <a:pt x="243" y="477"/>
                </a:lnTo>
                <a:lnTo>
                  <a:pt x="242" y="478"/>
                </a:lnTo>
                <a:lnTo>
                  <a:pt x="242" y="479"/>
                </a:lnTo>
                <a:lnTo>
                  <a:pt x="241" y="479"/>
                </a:lnTo>
                <a:lnTo>
                  <a:pt x="240" y="479"/>
                </a:lnTo>
                <a:lnTo>
                  <a:pt x="239" y="479"/>
                </a:lnTo>
                <a:lnTo>
                  <a:pt x="238" y="479"/>
                </a:lnTo>
                <a:lnTo>
                  <a:pt x="236" y="479"/>
                </a:lnTo>
                <a:lnTo>
                  <a:pt x="234" y="479"/>
                </a:lnTo>
                <a:lnTo>
                  <a:pt x="233" y="480"/>
                </a:lnTo>
                <a:lnTo>
                  <a:pt x="232" y="480"/>
                </a:lnTo>
                <a:lnTo>
                  <a:pt x="231" y="480"/>
                </a:lnTo>
                <a:lnTo>
                  <a:pt x="231" y="479"/>
                </a:lnTo>
                <a:lnTo>
                  <a:pt x="230" y="479"/>
                </a:lnTo>
                <a:lnTo>
                  <a:pt x="229" y="479"/>
                </a:lnTo>
                <a:lnTo>
                  <a:pt x="228" y="479"/>
                </a:lnTo>
                <a:lnTo>
                  <a:pt x="227" y="479"/>
                </a:lnTo>
                <a:lnTo>
                  <a:pt x="226" y="479"/>
                </a:lnTo>
                <a:lnTo>
                  <a:pt x="225" y="479"/>
                </a:lnTo>
                <a:lnTo>
                  <a:pt x="225" y="480"/>
                </a:lnTo>
                <a:lnTo>
                  <a:pt x="224" y="480"/>
                </a:lnTo>
                <a:lnTo>
                  <a:pt x="225" y="480"/>
                </a:lnTo>
                <a:lnTo>
                  <a:pt x="225" y="481"/>
                </a:lnTo>
                <a:lnTo>
                  <a:pt x="224" y="481"/>
                </a:lnTo>
                <a:lnTo>
                  <a:pt x="224" y="482"/>
                </a:lnTo>
                <a:lnTo>
                  <a:pt x="222" y="482"/>
                </a:lnTo>
                <a:lnTo>
                  <a:pt x="222" y="481"/>
                </a:lnTo>
                <a:lnTo>
                  <a:pt x="221" y="481"/>
                </a:lnTo>
                <a:lnTo>
                  <a:pt x="221" y="482"/>
                </a:lnTo>
                <a:lnTo>
                  <a:pt x="220" y="482"/>
                </a:lnTo>
                <a:lnTo>
                  <a:pt x="219" y="482"/>
                </a:lnTo>
                <a:lnTo>
                  <a:pt x="219" y="481"/>
                </a:lnTo>
                <a:lnTo>
                  <a:pt x="218" y="481"/>
                </a:lnTo>
                <a:lnTo>
                  <a:pt x="217" y="481"/>
                </a:lnTo>
                <a:lnTo>
                  <a:pt x="216" y="481"/>
                </a:lnTo>
                <a:lnTo>
                  <a:pt x="216" y="482"/>
                </a:lnTo>
                <a:lnTo>
                  <a:pt x="215" y="483"/>
                </a:lnTo>
                <a:lnTo>
                  <a:pt x="216" y="484"/>
                </a:lnTo>
                <a:lnTo>
                  <a:pt x="216" y="483"/>
                </a:lnTo>
                <a:lnTo>
                  <a:pt x="217" y="482"/>
                </a:lnTo>
                <a:lnTo>
                  <a:pt x="218" y="482"/>
                </a:lnTo>
                <a:lnTo>
                  <a:pt x="218" y="483"/>
                </a:lnTo>
                <a:lnTo>
                  <a:pt x="217" y="484"/>
                </a:lnTo>
                <a:lnTo>
                  <a:pt x="217" y="485"/>
                </a:lnTo>
                <a:lnTo>
                  <a:pt x="216" y="485"/>
                </a:lnTo>
                <a:lnTo>
                  <a:pt x="215" y="485"/>
                </a:lnTo>
                <a:lnTo>
                  <a:pt x="215" y="486"/>
                </a:lnTo>
                <a:lnTo>
                  <a:pt x="215" y="487"/>
                </a:lnTo>
                <a:lnTo>
                  <a:pt x="214" y="489"/>
                </a:lnTo>
                <a:lnTo>
                  <a:pt x="213" y="489"/>
                </a:lnTo>
                <a:lnTo>
                  <a:pt x="212" y="489"/>
                </a:lnTo>
                <a:lnTo>
                  <a:pt x="211" y="489"/>
                </a:lnTo>
                <a:lnTo>
                  <a:pt x="210" y="489"/>
                </a:lnTo>
                <a:lnTo>
                  <a:pt x="209" y="489"/>
                </a:lnTo>
                <a:lnTo>
                  <a:pt x="208" y="489"/>
                </a:lnTo>
                <a:lnTo>
                  <a:pt x="208" y="488"/>
                </a:lnTo>
                <a:lnTo>
                  <a:pt x="208" y="487"/>
                </a:lnTo>
                <a:lnTo>
                  <a:pt x="208" y="485"/>
                </a:lnTo>
                <a:lnTo>
                  <a:pt x="207" y="485"/>
                </a:lnTo>
                <a:lnTo>
                  <a:pt x="206" y="484"/>
                </a:lnTo>
                <a:lnTo>
                  <a:pt x="206" y="483"/>
                </a:lnTo>
                <a:lnTo>
                  <a:pt x="207" y="483"/>
                </a:lnTo>
                <a:lnTo>
                  <a:pt x="208" y="483"/>
                </a:lnTo>
                <a:lnTo>
                  <a:pt x="209" y="482"/>
                </a:lnTo>
                <a:lnTo>
                  <a:pt x="209" y="481"/>
                </a:lnTo>
                <a:lnTo>
                  <a:pt x="208" y="481"/>
                </a:lnTo>
                <a:lnTo>
                  <a:pt x="208" y="482"/>
                </a:lnTo>
                <a:lnTo>
                  <a:pt x="207" y="482"/>
                </a:lnTo>
                <a:lnTo>
                  <a:pt x="207" y="481"/>
                </a:lnTo>
                <a:lnTo>
                  <a:pt x="208" y="480"/>
                </a:lnTo>
                <a:lnTo>
                  <a:pt x="208" y="479"/>
                </a:lnTo>
                <a:lnTo>
                  <a:pt x="208" y="480"/>
                </a:lnTo>
                <a:lnTo>
                  <a:pt x="207" y="480"/>
                </a:lnTo>
                <a:lnTo>
                  <a:pt x="206" y="480"/>
                </a:lnTo>
                <a:lnTo>
                  <a:pt x="206" y="479"/>
                </a:lnTo>
                <a:lnTo>
                  <a:pt x="206" y="478"/>
                </a:lnTo>
                <a:lnTo>
                  <a:pt x="206" y="477"/>
                </a:lnTo>
                <a:lnTo>
                  <a:pt x="205" y="477"/>
                </a:lnTo>
                <a:lnTo>
                  <a:pt x="205" y="476"/>
                </a:lnTo>
                <a:lnTo>
                  <a:pt x="206" y="475"/>
                </a:lnTo>
                <a:lnTo>
                  <a:pt x="206" y="474"/>
                </a:lnTo>
                <a:lnTo>
                  <a:pt x="207" y="474"/>
                </a:lnTo>
                <a:lnTo>
                  <a:pt x="207" y="473"/>
                </a:lnTo>
                <a:lnTo>
                  <a:pt x="207" y="472"/>
                </a:lnTo>
                <a:lnTo>
                  <a:pt x="206" y="471"/>
                </a:lnTo>
                <a:lnTo>
                  <a:pt x="205" y="471"/>
                </a:lnTo>
                <a:lnTo>
                  <a:pt x="205" y="472"/>
                </a:lnTo>
                <a:lnTo>
                  <a:pt x="204" y="471"/>
                </a:lnTo>
                <a:lnTo>
                  <a:pt x="204" y="470"/>
                </a:lnTo>
                <a:lnTo>
                  <a:pt x="204" y="469"/>
                </a:lnTo>
                <a:lnTo>
                  <a:pt x="204" y="468"/>
                </a:lnTo>
                <a:lnTo>
                  <a:pt x="205" y="468"/>
                </a:lnTo>
                <a:lnTo>
                  <a:pt x="205" y="467"/>
                </a:lnTo>
                <a:lnTo>
                  <a:pt x="206" y="467"/>
                </a:lnTo>
                <a:lnTo>
                  <a:pt x="207" y="467"/>
                </a:lnTo>
                <a:lnTo>
                  <a:pt x="207" y="466"/>
                </a:lnTo>
                <a:lnTo>
                  <a:pt x="208" y="466"/>
                </a:lnTo>
                <a:lnTo>
                  <a:pt x="209" y="465"/>
                </a:lnTo>
                <a:lnTo>
                  <a:pt x="209" y="466"/>
                </a:lnTo>
                <a:lnTo>
                  <a:pt x="210" y="466"/>
                </a:lnTo>
                <a:lnTo>
                  <a:pt x="211" y="466"/>
                </a:lnTo>
                <a:lnTo>
                  <a:pt x="212" y="466"/>
                </a:lnTo>
                <a:lnTo>
                  <a:pt x="213" y="466"/>
                </a:lnTo>
                <a:lnTo>
                  <a:pt x="214" y="467"/>
                </a:lnTo>
                <a:lnTo>
                  <a:pt x="214" y="468"/>
                </a:lnTo>
                <a:lnTo>
                  <a:pt x="216" y="468"/>
                </a:lnTo>
                <a:lnTo>
                  <a:pt x="216" y="467"/>
                </a:lnTo>
                <a:lnTo>
                  <a:pt x="217" y="467"/>
                </a:lnTo>
                <a:lnTo>
                  <a:pt x="217" y="466"/>
                </a:lnTo>
                <a:lnTo>
                  <a:pt x="216" y="466"/>
                </a:lnTo>
                <a:lnTo>
                  <a:pt x="217" y="466"/>
                </a:lnTo>
                <a:lnTo>
                  <a:pt x="217" y="465"/>
                </a:lnTo>
                <a:lnTo>
                  <a:pt x="218" y="465"/>
                </a:lnTo>
                <a:lnTo>
                  <a:pt x="219" y="465"/>
                </a:lnTo>
                <a:lnTo>
                  <a:pt x="220" y="465"/>
                </a:lnTo>
                <a:lnTo>
                  <a:pt x="220" y="464"/>
                </a:lnTo>
                <a:lnTo>
                  <a:pt x="221" y="464"/>
                </a:lnTo>
                <a:lnTo>
                  <a:pt x="222" y="464"/>
                </a:lnTo>
                <a:lnTo>
                  <a:pt x="223" y="464"/>
                </a:lnTo>
                <a:lnTo>
                  <a:pt x="224" y="464"/>
                </a:lnTo>
                <a:lnTo>
                  <a:pt x="225" y="464"/>
                </a:lnTo>
                <a:lnTo>
                  <a:pt x="226" y="463"/>
                </a:lnTo>
                <a:lnTo>
                  <a:pt x="227" y="463"/>
                </a:lnTo>
                <a:lnTo>
                  <a:pt x="227" y="462"/>
                </a:lnTo>
                <a:lnTo>
                  <a:pt x="226" y="462"/>
                </a:lnTo>
                <a:lnTo>
                  <a:pt x="226" y="461"/>
                </a:lnTo>
                <a:lnTo>
                  <a:pt x="226" y="460"/>
                </a:lnTo>
                <a:lnTo>
                  <a:pt x="225" y="461"/>
                </a:lnTo>
                <a:lnTo>
                  <a:pt x="224" y="460"/>
                </a:lnTo>
                <a:lnTo>
                  <a:pt x="224" y="459"/>
                </a:lnTo>
                <a:lnTo>
                  <a:pt x="225" y="459"/>
                </a:lnTo>
                <a:lnTo>
                  <a:pt x="226" y="459"/>
                </a:lnTo>
                <a:lnTo>
                  <a:pt x="226" y="458"/>
                </a:lnTo>
                <a:lnTo>
                  <a:pt x="227" y="458"/>
                </a:lnTo>
                <a:lnTo>
                  <a:pt x="227" y="457"/>
                </a:lnTo>
                <a:lnTo>
                  <a:pt x="226" y="457"/>
                </a:lnTo>
                <a:lnTo>
                  <a:pt x="227" y="456"/>
                </a:lnTo>
                <a:lnTo>
                  <a:pt x="228" y="456"/>
                </a:lnTo>
                <a:lnTo>
                  <a:pt x="229" y="456"/>
                </a:lnTo>
                <a:lnTo>
                  <a:pt x="229" y="455"/>
                </a:lnTo>
                <a:lnTo>
                  <a:pt x="229" y="454"/>
                </a:lnTo>
                <a:lnTo>
                  <a:pt x="230" y="454"/>
                </a:lnTo>
                <a:lnTo>
                  <a:pt x="230" y="455"/>
                </a:lnTo>
                <a:lnTo>
                  <a:pt x="231" y="456"/>
                </a:lnTo>
                <a:lnTo>
                  <a:pt x="232" y="457"/>
                </a:lnTo>
                <a:lnTo>
                  <a:pt x="232" y="458"/>
                </a:lnTo>
                <a:lnTo>
                  <a:pt x="234" y="458"/>
                </a:lnTo>
                <a:lnTo>
                  <a:pt x="235" y="458"/>
                </a:lnTo>
                <a:lnTo>
                  <a:pt x="236" y="458"/>
                </a:lnTo>
                <a:lnTo>
                  <a:pt x="237" y="458"/>
                </a:lnTo>
                <a:lnTo>
                  <a:pt x="237" y="459"/>
                </a:lnTo>
                <a:lnTo>
                  <a:pt x="239" y="458"/>
                </a:lnTo>
                <a:lnTo>
                  <a:pt x="240" y="458"/>
                </a:lnTo>
                <a:lnTo>
                  <a:pt x="241" y="458"/>
                </a:lnTo>
                <a:lnTo>
                  <a:pt x="241" y="457"/>
                </a:lnTo>
                <a:lnTo>
                  <a:pt x="242" y="457"/>
                </a:lnTo>
                <a:lnTo>
                  <a:pt x="243" y="456"/>
                </a:lnTo>
                <a:lnTo>
                  <a:pt x="244" y="456"/>
                </a:lnTo>
                <a:lnTo>
                  <a:pt x="245" y="455"/>
                </a:lnTo>
                <a:lnTo>
                  <a:pt x="246" y="455"/>
                </a:lnTo>
                <a:lnTo>
                  <a:pt x="247" y="454"/>
                </a:lnTo>
                <a:lnTo>
                  <a:pt x="248" y="454"/>
                </a:lnTo>
                <a:lnTo>
                  <a:pt x="249" y="454"/>
                </a:lnTo>
                <a:lnTo>
                  <a:pt x="250" y="453"/>
                </a:lnTo>
                <a:lnTo>
                  <a:pt x="251" y="453"/>
                </a:lnTo>
                <a:lnTo>
                  <a:pt x="252" y="453"/>
                </a:lnTo>
                <a:lnTo>
                  <a:pt x="253" y="453"/>
                </a:lnTo>
                <a:lnTo>
                  <a:pt x="253" y="452"/>
                </a:lnTo>
                <a:lnTo>
                  <a:pt x="254" y="452"/>
                </a:lnTo>
                <a:lnTo>
                  <a:pt x="254" y="451"/>
                </a:lnTo>
                <a:lnTo>
                  <a:pt x="255" y="451"/>
                </a:lnTo>
                <a:lnTo>
                  <a:pt x="255" y="452"/>
                </a:lnTo>
                <a:lnTo>
                  <a:pt x="256" y="451"/>
                </a:lnTo>
                <a:lnTo>
                  <a:pt x="257" y="451"/>
                </a:lnTo>
                <a:lnTo>
                  <a:pt x="257" y="450"/>
                </a:lnTo>
                <a:lnTo>
                  <a:pt x="258" y="449"/>
                </a:lnTo>
                <a:lnTo>
                  <a:pt x="257" y="448"/>
                </a:lnTo>
                <a:lnTo>
                  <a:pt x="257" y="447"/>
                </a:lnTo>
                <a:lnTo>
                  <a:pt x="257" y="446"/>
                </a:lnTo>
                <a:lnTo>
                  <a:pt x="256" y="446"/>
                </a:lnTo>
                <a:lnTo>
                  <a:pt x="255" y="446"/>
                </a:lnTo>
                <a:lnTo>
                  <a:pt x="255" y="445"/>
                </a:lnTo>
                <a:lnTo>
                  <a:pt x="254" y="444"/>
                </a:lnTo>
                <a:lnTo>
                  <a:pt x="253" y="444"/>
                </a:lnTo>
                <a:lnTo>
                  <a:pt x="253" y="443"/>
                </a:lnTo>
                <a:lnTo>
                  <a:pt x="253" y="444"/>
                </a:lnTo>
                <a:lnTo>
                  <a:pt x="252" y="443"/>
                </a:lnTo>
                <a:lnTo>
                  <a:pt x="250" y="443"/>
                </a:lnTo>
                <a:lnTo>
                  <a:pt x="249" y="442"/>
                </a:lnTo>
                <a:lnTo>
                  <a:pt x="250" y="442"/>
                </a:lnTo>
                <a:lnTo>
                  <a:pt x="250" y="441"/>
                </a:lnTo>
                <a:lnTo>
                  <a:pt x="249" y="441"/>
                </a:lnTo>
                <a:lnTo>
                  <a:pt x="248" y="441"/>
                </a:lnTo>
                <a:lnTo>
                  <a:pt x="248" y="440"/>
                </a:lnTo>
                <a:lnTo>
                  <a:pt x="249" y="440"/>
                </a:lnTo>
                <a:lnTo>
                  <a:pt x="250" y="440"/>
                </a:lnTo>
                <a:lnTo>
                  <a:pt x="251" y="440"/>
                </a:lnTo>
                <a:lnTo>
                  <a:pt x="251" y="439"/>
                </a:lnTo>
                <a:lnTo>
                  <a:pt x="250" y="439"/>
                </a:lnTo>
                <a:lnTo>
                  <a:pt x="249" y="439"/>
                </a:lnTo>
                <a:lnTo>
                  <a:pt x="249" y="438"/>
                </a:lnTo>
                <a:lnTo>
                  <a:pt x="250" y="438"/>
                </a:lnTo>
                <a:lnTo>
                  <a:pt x="250" y="437"/>
                </a:lnTo>
                <a:lnTo>
                  <a:pt x="251" y="437"/>
                </a:lnTo>
                <a:lnTo>
                  <a:pt x="252" y="438"/>
                </a:lnTo>
                <a:lnTo>
                  <a:pt x="253" y="438"/>
                </a:lnTo>
                <a:lnTo>
                  <a:pt x="253" y="437"/>
                </a:lnTo>
                <a:lnTo>
                  <a:pt x="254" y="436"/>
                </a:lnTo>
                <a:lnTo>
                  <a:pt x="253" y="436"/>
                </a:lnTo>
                <a:lnTo>
                  <a:pt x="252" y="436"/>
                </a:lnTo>
                <a:lnTo>
                  <a:pt x="251" y="435"/>
                </a:lnTo>
                <a:lnTo>
                  <a:pt x="251" y="434"/>
                </a:lnTo>
                <a:lnTo>
                  <a:pt x="250" y="434"/>
                </a:lnTo>
                <a:lnTo>
                  <a:pt x="249" y="435"/>
                </a:lnTo>
                <a:lnTo>
                  <a:pt x="249" y="434"/>
                </a:lnTo>
                <a:lnTo>
                  <a:pt x="249" y="433"/>
                </a:lnTo>
                <a:lnTo>
                  <a:pt x="250" y="433"/>
                </a:lnTo>
                <a:lnTo>
                  <a:pt x="251" y="433"/>
                </a:lnTo>
                <a:lnTo>
                  <a:pt x="252" y="433"/>
                </a:lnTo>
                <a:lnTo>
                  <a:pt x="252" y="432"/>
                </a:lnTo>
                <a:lnTo>
                  <a:pt x="253" y="432"/>
                </a:lnTo>
                <a:lnTo>
                  <a:pt x="254" y="432"/>
                </a:lnTo>
                <a:lnTo>
                  <a:pt x="254" y="433"/>
                </a:lnTo>
                <a:lnTo>
                  <a:pt x="255" y="433"/>
                </a:lnTo>
                <a:lnTo>
                  <a:pt x="256" y="433"/>
                </a:lnTo>
                <a:lnTo>
                  <a:pt x="257" y="432"/>
                </a:lnTo>
                <a:lnTo>
                  <a:pt x="258" y="432"/>
                </a:lnTo>
                <a:lnTo>
                  <a:pt x="258" y="431"/>
                </a:lnTo>
                <a:lnTo>
                  <a:pt x="257" y="431"/>
                </a:lnTo>
                <a:lnTo>
                  <a:pt x="257" y="430"/>
                </a:lnTo>
                <a:lnTo>
                  <a:pt x="256" y="429"/>
                </a:lnTo>
                <a:lnTo>
                  <a:pt x="257" y="429"/>
                </a:lnTo>
                <a:lnTo>
                  <a:pt x="258" y="428"/>
                </a:lnTo>
                <a:lnTo>
                  <a:pt x="259" y="429"/>
                </a:lnTo>
                <a:lnTo>
                  <a:pt x="260" y="429"/>
                </a:lnTo>
                <a:lnTo>
                  <a:pt x="261" y="430"/>
                </a:lnTo>
                <a:lnTo>
                  <a:pt x="262" y="429"/>
                </a:lnTo>
                <a:lnTo>
                  <a:pt x="262" y="428"/>
                </a:lnTo>
                <a:lnTo>
                  <a:pt x="261" y="428"/>
                </a:lnTo>
                <a:lnTo>
                  <a:pt x="260" y="428"/>
                </a:lnTo>
                <a:lnTo>
                  <a:pt x="261" y="428"/>
                </a:lnTo>
                <a:lnTo>
                  <a:pt x="261" y="427"/>
                </a:lnTo>
                <a:lnTo>
                  <a:pt x="260" y="426"/>
                </a:lnTo>
                <a:lnTo>
                  <a:pt x="260" y="425"/>
                </a:lnTo>
                <a:lnTo>
                  <a:pt x="261" y="425"/>
                </a:lnTo>
                <a:lnTo>
                  <a:pt x="262" y="424"/>
                </a:lnTo>
                <a:lnTo>
                  <a:pt x="261" y="424"/>
                </a:lnTo>
                <a:lnTo>
                  <a:pt x="261" y="423"/>
                </a:lnTo>
                <a:lnTo>
                  <a:pt x="262" y="422"/>
                </a:lnTo>
                <a:lnTo>
                  <a:pt x="263" y="422"/>
                </a:lnTo>
                <a:lnTo>
                  <a:pt x="264" y="422"/>
                </a:lnTo>
                <a:lnTo>
                  <a:pt x="265" y="423"/>
                </a:lnTo>
                <a:lnTo>
                  <a:pt x="268" y="423"/>
                </a:lnTo>
                <a:lnTo>
                  <a:pt x="269" y="423"/>
                </a:lnTo>
                <a:lnTo>
                  <a:pt x="270" y="423"/>
                </a:lnTo>
                <a:lnTo>
                  <a:pt x="271" y="423"/>
                </a:lnTo>
                <a:lnTo>
                  <a:pt x="271" y="422"/>
                </a:lnTo>
                <a:lnTo>
                  <a:pt x="271" y="423"/>
                </a:lnTo>
                <a:lnTo>
                  <a:pt x="272" y="423"/>
                </a:lnTo>
                <a:lnTo>
                  <a:pt x="273" y="423"/>
                </a:lnTo>
                <a:lnTo>
                  <a:pt x="274" y="422"/>
                </a:lnTo>
                <a:lnTo>
                  <a:pt x="275" y="421"/>
                </a:lnTo>
                <a:lnTo>
                  <a:pt x="276" y="421"/>
                </a:lnTo>
                <a:lnTo>
                  <a:pt x="276" y="420"/>
                </a:lnTo>
                <a:lnTo>
                  <a:pt x="277" y="420"/>
                </a:lnTo>
                <a:lnTo>
                  <a:pt x="277" y="421"/>
                </a:lnTo>
                <a:lnTo>
                  <a:pt x="277" y="420"/>
                </a:lnTo>
                <a:lnTo>
                  <a:pt x="278" y="420"/>
                </a:lnTo>
                <a:lnTo>
                  <a:pt x="279" y="420"/>
                </a:lnTo>
                <a:lnTo>
                  <a:pt x="279" y="419"/>
                </a:lnTo>
                <a:lnTo>
                  <a:pt x="276" y="419"/>
                </a:lnTo>
                <a:lnTo>
                  <a:pt x="275" y="420"/>
                </a:lnTo>
                <a:lnTo>
                  <a:pt x="274" y="420"/>
                </a:lnTo>
                <a:lnTo>
                  <a:pt x="273" y="420"/>
                </a:lnTo>
                <a:lnTo>
                  <a:pt x="271" y="421"/>
                </a:lnTo>
                <a:lnTo>
                  <a:pt x="270" y="422"/>
                </a:lnTo>
                <a:lnTo>
                  <a:pt x="269" y="422"/>
                </a:lnTo>
                <a:lnTo>
                  <a:pt x="268" y="421"/>
                </a:lnTo>
                <a:lnTo>
                  <a:pt x="266" y="421"/>
                </a:lnTo>
                <a:lnTo>
                  <a:pt x="266" y="422"/>
                </a:lnTo>
                <a:lnTo>
                  <a:pt x="264" y="422"/>
                </a:lnTo>
                <a:lnTo>
                  <a:pt x="264" y="421"/>
                </a:lnTo>
                <a:lnTo>
                  <a:pt x="263" y="421"/>
                </a:lnTo>
                <a:lnTo>
                  <a:pt x="262" y="421"/>
                </a:lnTo>
                <a:lnTo>
                  <a:pt x="262" y="420"/>
                </a:lnTo>
                <a:lnTo>
                  <a:pt x="260" y="420"/>
                </a:lnTo>
                <a:lnTo>
                  <a:pt x="260" y="419"/>
                </a:lnTo>
                <a:lnTo>
                  <a:pt x="259" y="419"/>
                </a:lnTo>
                <a:lnTo>
                  <a:pt x="259" y="420"/>
                </a:lnTo>
                <a:lnTo>
                  <a:pt x="259" y="421"/>
                </a:lnTo>
                <a:lnTo>
                  <a:pt x="260" y="422"/>
                </a:lnTo>
                <a:lnTo>
                  <a:pt x="260" y="423"/>
                </a:lnTo>
                <a:lnTo>
                  <a:pt x="259" y="424"/>
                </a:lnTo>
                <a:lnTo>
                  <a:pt x="258" y="424"/>
                </a:lnTo>
                <a:lnTo>
                  <a:pt x="257" y="424"/>
                </a:lnTo>
                <a:lnTo>
                  <a:pt x="257" y="425"/>
                </a:lnTo>
                <a:lnTo>
                  <a:pt x="257" y="424"/>
                </a:lnTo>
                <a:lnTo>
                  <a:pt x="256" y="424"/>
                </a:lnTo>
                <a:lnTo>
                  <a:pt x="255" y="425"/>
                </a:lnTo>
                <a:lnTo>
                  <a:pt x="254" y="425"/>
                </a:lnTo>
                <a:lnTo>
                  <a:pt x="253" y="426"/>
                </a:lnTo>
                <a:lnTo>
                  <a:pt x="252" y="426"/>
                </a:lnTo>
                <a:lnTo>
                  <a:pt x="252" y="427"/>
                </a:lnTo>
                <a:lnTo>
                  <a:pt x="249" y="427"/>
                </a:lnTo>
                <a:lnTo>
                  <a:pt x="247" y="427"/>
                </a:lnTo>
                <a:lnTo>
                  <a:pt x="247" y="428"/>
                </a:lnTo>
                <a:lnTo>
                  <a:pt x="247" y="427"/>
                </a:lnTo>
                <a:lnTo>
                  <a:pt x="246" y="427"/>
                </a:lnTo>
                <a:lnTo>
                  <a:pt x="245" y="428"/>
                </a:lnTo>
                <a:lnTo>
                  <a:pt x="245" y="427"/>
                </a:lnTo>
                <a:lnTo>
                  <a:pt x="244" y="427"/>
                </a:lnTo>
                <a:lnTo>
                  <a:pt x="243" y="427"/>
                </a:lnTo>
                <a:lnTo>
                  <a:pt x="243" y="430"/>
                </a:lnTo>
                <a:lnTo>
                  <a:pt x="241" y="430"/>
                </a:lnTo>
                <a:lnTo>
                  <a:pt x="241" y="431"/>
                </a:lnTo>
                <a:lnTo>
                  <a:pt x="240" y="431"/>
                </a:lnTo>
                <a:lnTo>
                  <a:pt x="240" y="430"/>
                </a:lnTo>
                <a:lnTo>
                  <a:pt x="238" y="430"/>
                </a:lnTo>
                <a:lnTo>
                  <a:pt x="238" y="428"/>
                </a:lnTo>
                <a:lnTo>
                  <a:pt x="238" y="427"/>
                </a:lnTo>
                <a:lnTo>
                  <a:pt x="239" y="426"/>
                </a:lnTo>
                <a:lnTo>
                  <a:pt x="238" y="426"/>
                </a:lnTo>
                <a:lnTo>
                  <a:pt x="236" y="425"/>
                </a:lnTo>
                <a:lnTo>
                  <a:pt x="236" y="426"/>
                </a:lnTo>
                <a:lnTo>
                  <a:pt x="235" y="426"/>
                </a:lnTo>
                <a:lnTo>
                  <a:pt x="236" y="425"/>
                </a:lnTo>
                <a:lnTo>
                  <a:pt x="236" y="423"/>
                </a:lnTo>
                <a:lnTo>
                  <a:pt x="237" y="424"/>
                </a:lnTo>
                <a:lnTo>
                  <a:pt x="237" y="423"/>
                </a:lnTo>
                <a:lnTo>
                  <a:pt x="238" y="422"/>
                </a:lnTo>
                <a:lnTo>
                  <a:pt x="238" y="420"/>
                </a:lnTo>
                <a:lnTo>
                  <a:pt x="238" y="419"/>
                </a:lnTo>
                <a:lnTo>
                  <a:pt x="237" y="419"/>
                </a:lnTo>
                <a:lnTo>
                  <a:pt x="236" y="418"/>
                </a:lnTo>
                <a:lnTo>
                  <a:pt x="236" y="417"/>
                </a:lnTo>
                <a:lnTo>
                  <a:pt x="235" y="417"/>
                </a:lnTo>
                <a:lnTo>
                  <a:pt x="235" y="418"/>
                </a:lnTo>
                <a:lnTo>
                  <a:pt x="236" y="418"/>
                </a:lnTo>
                <a:lnTo>
                  <a:pt x="236" y="419"/>
                </a:lnTo>
                <a:lnTo>
                  <a:pt x="236" y="420"/>
                </a:lnTo>
                <a:lnTo>
                  <a:pt x="235" y="421"/>
                </a:lnTo>
                <a:lnTo>
                  <a:pt x="235" y="422"/>
                </a:lnTo>
                <a:lnTo>
                  <a:pt x="234" y="422"/>
                </a:lnTo>
                <a:lnTo>
                  <a:pt x="234" y="423"/>
                </a:lnTo>
                <a:lnTo>
                  <a:pt x="233" y="423"/>
                </a:lnTo>
                <a:lnTo>
                  <a:pt x="232" y="423"/>
                </a:lnTo>
                <a:lnTo>
                  <a:pt x="232" y="424"/>
                </a:lnTo>
                <a:lnTo>
                  <a:pt x="231" y="424"/>
                </a:lnTo>
                <a:lnTo>
                  <a:pt x="231" y="423"/>
                </a:lnTo>
                <a:lnTo>
                  <a:pt x="230" y="423"/>
                </a:lnTo>
                <a:lnTo>
                  <a:pt x="230" y="422"/>
                </a:lnTo>
                <a:lnTo>
                  <a:pt x="229" y="423"/>
                </a:lnTo>
                <a:lnTo>
                  <a:pt x="229" y="422"/>
                </a:lnTo>
                <a:lnTo>
                  <a:pt x="228" y="422"/>
                </a:lnTo>
                <a:lnTo>
                  <a:pt x="227" y="422"/>
                </a:lnTo>
                <a:lnTo>
                  <a:pt x="226" y="422"/>
                </a:lnTo>
                <a:lnTo>
                  <a:pt x="225" y="422"/>
                </a:lnTo>
                <a:lnTo>
                  <a:pt x="224" y="422"/>
                </a:lnTo>
                <a:lnTo>
                  <a:pt x="224" y="421"/>
                </a:lnTo>
                <a:lnTo>
                  <a:pt x="224" y="420"/>
                </a:lnTo>
                <a:lnTo>
                  <a:pt x="225" y="420"/>
                </a:lnTo>
                <a:lnTo>
                  <a:pt x="226" y="419"/>
                </a:lnTo>
                <a:lnTo>
                  <a:pt x="226" y="418"/>
                </a:lnTo>
                <a:lnTo>
                  <a:pt x="227" y="418"/>
                </a:lnTo>
                <a:lnTo>
                  <a:pt x="228" y="418"/>
                </a:lnTo>
                <a:lnTo>
                  <a:pt x="229" y="417"/>
                </a:lnTo>
                <a:lnTo>
                  <a:pt x="229" y="416"/>
                </a:lnTo>
                <a:lnTo>
                  <a:pt x="229" y="415"/>
                </a:lnTo>
                <a:lnTo>
                  <a:pt x="228" y="415"/>
                </a:lnTo>
                <a:lnTo>
                  <a:pt x="227" y="415"/>
                </a:lnTo>
                <a:lnTo>
                  <a:pt x="226" y="416"/>
                </a:lnTo>
                <a:lnTo>
                  <a:pt x="225" y="417"/>
                </a:lnTo>
                <a:lnTo>
                  <a:pt x="226" y="418"/>
                </a:lnTo>
                <a:lnTo>
                  <a:pt x="225" y="419"/>
                </a:lnTo>
                <a:lnTo>
                  <a:pt x="224" y="419"/>
                </a:lnTo>
                <a:lnTo>
                  <a:pt x="223" y="420"/>
                </a:lnTo>
                <a:lnTo>
                  <a:pt x="222" y="419"/>
                </a:lnTo>
                <a:lnTo>
                  <a:pt x="222" y="420"/>
                </a:lnTo>
                <a:lnTo>
                  <a:pt x="222" y="421"/>
                </a:lnTo>
                <a:lnTo>
                  <a:pt x="220" y="422"/>
                </a:lnTo>
                <a:lnTo>
                  <a:pt x="219" y="422"/>
                </a:lnTo>
                <a:lnTo>
                  <a:pt x="219" y="421"/>
                </a:lnTo>
                <a:lnTo>
                  <a:pt x="218" y="421"/>
                </a:lnTo>
                <a:lnTo>
                  <a:pt x="218" y="420"/>
                </a:lnTo>
                <a:lnTo>
                  <a:pt x="219" y="420"/>
                </a:lnTo>
                <a:lnTo>
                  <a:pt x="219" y="419"/>
                </a:lnTo>
                <a:lnTo>
                  <a:pt x="219" y="418"/>
                </a:lnTo>
                <a:lnTo>
                  <a:pt x="220" y="418"/>
                </a:lnTo>
                <a:lnTo>
                  <a:pt x="220" y="417"/>
                </a:lnTo>
                <a:lnTo>
                  <a:pt x="220" y="415"/>
                </a:lnTo>
                <a:lnTo>
                  <a:pt x="221" y="415"/>
                </a:lnTo>
                <a:lnTo>
                  <a:pt x="221" y="414"/>
                </a:lnTo>
                <a:lnTo>
                  <a:pt x="220" y="414"/>
                </a:lnTo>
                <a:lnTo>
                  <a:pt x="220" y="413"/>
                </a:lnTo>
                <a:lnTo>
                  <a:pt x="221" y="413"/>
                </a:lnTo>
                <a:lnTo>
                  <a:pt x="222" y="413"/>
                </a:lnTo>
                <a:lnTo>
                  <a:pt x="223" y="412"/>
                </a:lnTo>
                <a:lnTo>
                  <a:pt x="224" y="412"/>
                </a:lnTo>
                <a:lnTo>
                  <a:pt x="224" y="411"/>
                </a:lnTo>
                <a:lnTo>
                  <a:pt x="225" y="411"/>
                </a:lnTo>
                <a:lnTo>
                  <a:pt x="226" y="411"/>
                </a:lnTo>
                <a:lnTo>
                  <a:pt x="226" y="410"/>
                </a:lnTo>
                <a:lnTo>
                  <a:pt x="227" y="410"/>
                </a:lnTo>
                <a:lnTo>
                  <a:pt x="228" y="409"/>
                </a:lnTo>
                <a:lnTo>
                  <a:pt x="229" y="409"/>
                </a:lnTo>
                <a:lnTo>
                  <a:pt x="230" y="409"/>
                </a:lnTo>
                <a:lnTo>
                  <a:pt x="231" y="410"/>
                </a:lnTo>
                <a:lnTo>
                  <a:pt x="230" y="411"/>
                </a:lnTo>
                <a:lnTo>
                  <a:pt x="231" y="411"/>
                </a:lnTo>
                <a:lnTo>
                  <a:pt x="232" y="411"/>
                </a:lnTo>
                <a:lnTo>
                  <a:pt x="232" y="410"/>
                </a:lnTo>
                <a:lnTo>
                  <a:pt x="233" y="410"/>
                </a:lnTo>
                <a:lnTo>
                  <a:pt x="234" y="409"/>
                </a:lnTo>
                <a:lnTo>
                  <a:pt x="235" y="409"/>
                </a:lnTo>
                <a:lnTo>
                  <a:pt x="236" y="409"/>
                </a:lnTo>
                <a:lnTo>
                  <a:pt x="236" y="408"/>
                </a:lnTo>
                <a:lnTo>
                  <a:pt x="236" y="407"/>
                </a:lnTo>
                <a:lnTo>
                  <a:pt x="237" y="407"/>
                </a:lnTo>
                <a:lnTo>
                  <a:pt x="239" y="407"/>
                </a:lnTo>
                <a:lnTo>
                  <a:pt x="238" y="406"/>
                </a:lnTo>
                <a:lnTo>
                  <a:pt x="238" y="407"/>
                </a:lnTo>
                <a:lnTo>
                  <a:pt x="237" y="407"/>
                </a:lnTo>
                <a:lnTo>
                  <a:pt x="236" y="407"/>
                </a:lnTo>
                <a:lnTo>
                  <a:pt x="235" y="408"/>
                </a:lnTo>
                <a:lnTo>
                  <a:pt x="235" y="409"/>
                </a:lnTo>
                <a:lnTo>
                  <a:pt x="233" y="409"/>
                </a:lnTo>
                <a:lnTo>
                  <a:pt x="232" y="409"/>
                </a:lnTo>
                <a:lnTo>
                  <a:pt x="231" y="408"/>
                </a:lnTo>
                <a:lnTo>
                  <a:pt x="230" y="408"/>
                </a:lnTo>
                <a:lnTo>
                  <a:pt x="229" y="407"/>
                </a:lnTo>
                <a:lnTo>
                  <a:pt x="228" y="407"/>
                </a:lnTo>
                <a:lnTo>
                  <a:pt x="227" y="408"/>
                </a:lnTo>
                <a:lnTo>
                  <a:pt x="226" y="408"/>
                </a:lnTo>
                <a:lnTo>
                  <a:pt x="225" y="409"/>
                </a:lnTo>
                <a:lnTo>
                  <a:pt x="225" y="410"/>
                </a:lnTo>
                <a:lnTo>
                  <a:pt x="224" y="410"/>
                </a:lnTo>
                <a:lnTo>
                  <a:pt x="223" y="410"/>
                </a:lnTo>
                <a:lnTo>
                  <a:pt x="223" y="411"/>
                </a:lnTo>
                <a:lnTo>
                  <a:pt x="222" y="410"/>
                </a:lnTo>
                <a:lnTo>
                  <a:pt x="222" y="409"/>
                </a:lnTo>
                <a:lnTo>
                  <a:pt x="222" y="408"/>
                </a:lnTo>
                <a:lnTo>
                  <a:pt x="221" y="408"/>
                </a:lnTo>
                <a:lnTo>
                  <a:pt x="220" y="408"/>
                </a:lnTo>
                <a:lnTo>
                  <a:pt x="220" y="409"/>
                </a:lnTo>
                <a:lnTo>
                  <a:pt x="220" y="410"/>
                </a:lnTo>
                <a:lnTo>
                  <a:pt x="220" y="411"/>
                </a:lnTo>
                <a:lnTo>
                  <a:pt x="216" y="411"/>
                </a:lnTo>
                <a:lnTo>
                  <a:pt x="216" y="408"/>
                </a:lnTo>
                <a:lnTo>
                  <a:pt x="216" y="406"/>
                </a:lnTo>
                <a:lnTo>
                  <a:pt x="216" y="405"/>
                </a:lnTo>
                <a:lnTo>
                  <a:pt x="217" y="404"/>
                </a:lnTo>
                <a:lnTo>
                  <a:pt x="218" y="402"/>
                </a:lnTo>
                <a:lnTo>
                  <a:pt x="219" y="402"/>
                </a:lnTo>
                <a:lnTo>
                  <a:pt x="220" y="402"/>
                </a:lnTo>
                <a:lnTo>
                  <a:pt x="221" y="402"/>
                </a:lnTo>
                <a:lnTo>
                  <a:pt x="222" y="401"/>
                </a:lnTo>
                <a:lnTo>
                  <a:pt x="222" y="400"/>
                </a:lnTo>
                <a:lnTo>
                  <a:pt x="222" y="399"/>
                </a:lnTo>
                <a:lnTo>
                  <a:pt x="223" y="399"/>
                </a:lnTo>
                <a:lnTo>
                  <a:pt x="224" y="400"/>
                </a:lnTo>
                <a:lnTo>
                  <a:pt x="225" y="400"/>
                </a:lnTo>
                <a:lnTo>
                  <a:pt x="226" y="399"/>
                </a:lnTo>
                <a:lnTo>
                  <a:pt x="227" y="399"/>
                </a:lnTo>
                <a:lnTo>
                  <a:pt x="228" y="399"/>
                </a:lnTo>
                <a:lnTo>
                  <a:pt x="229" y="399"/>
                </a:lnTo>
                <a:lnTo>
                  <a:pt x="230" y="399"/>
                </a:lnTo>
                <a:lnTo>
                  <a:pt x="231" y="399"/>
                </a:lnTo>
                <a:lnTo>
                  <a:pt x="232" y="399"/>
                </a:lnTo>
                <a:lnTo>
                  <a:pt x="233" y="398"/>
                </a:lnTo>
                <a:lnTo>
                  <a:pt x="233" y="397"/>
                </a:lnTo>
                <a:lnTo>
                  <a:pt x="234" y="397"/>
                </a:lnTo>
                <a:lnTo>
                  <a:pt x="234" y="398"/>
                </a:lnTo>
                <a:lnTo>
                  <a:pt x="235" y="398"/>
                </a:lnTo>
                <a:lnTo>
                  <a:pt x="236" y="398"/>
                </a:lnTo>
                <a:lnTo>
                  <a:pt x="236" y="397"/>
                </a:lnTo>
                <a:lnTo>
                  <a:pt x="237" y="397"/>
                </a:lnTo>
                <a:lnTo>
                  <a:pt x="237" y="396"/>
                </a:lnTo>
                <a:lnTo>
                  <a:pt x="237" y="395"/>
                </a:lnTo>
                <a:lnTo>
                  <a:pt x="236" y="395"/>
                </a:lnTo>
                <a:lnTo>
                  <a:pt x="236" y="394"/>
                </a:lnTo>
                <a:lnTo>
                  <a:pt x="237" y="394"/>
                </a:lnTo>
                <a:lnTo>
                  <a:pt x="238" y="394"/>
                </a:lnTo>
                <a:lnTo>
                  <a:pt x="239" y="394"/>
                </a:lnTo>
                <a:lnTo>
                  <a:pt x="240" y="393"/>
                </a:lnTo>
                <a:lnTo>
                  <a:pt x="241" y="393"/>
                </a:lnTo>
                <a:lnTo>
                  <a:pt x="241" y="394"/>
                </a:lnTo>
                <a:lnTo>
                  <a:pt x="242" y="394"/>
                </a:lnTo>
                <a:lnTo>
                  <a:pt x="242" y="395"/>
                </a:lnTo>
                <a:lnTo>
                  <a:pt x="243" y="395"/>
                </a:lnTo>
                <a:lnTo>
                  <a:pt x="243" y="396"/>
                </a:lnTo>
                <a:lnTo>
                  <a:pt x="243" y="397"/>
                </a:lnTo>
                <a:lnTo>
                  <a:pt x="243" y="398"/>
                </a:lnTo>
                <a:lnTo>
                  <a:pt x="244" y="398"/>
                </a:lnTo>
                <a:lnTo>
                  <a:pt x="244" y="399"/>
                </a:lnTo>
                <a:lnTo>
                  <a:pt x="244" y="400"/>
                </a:lnTo>
                <a:lnTo>
                  <a:pt x="246" y="400"/>
                </a:lnTo>
                <a:lnTo>
                  <a:pt x="246" y="399"/>
                </a:lnTo>
                <a:lnTo>
                  <a:pt x="247" y="399"/>
                </a:lnTo>
                <a:lnTo>
                  <a:pt x="246" y="399"/>
                </a:lnTo>
                <a:lnTo>
                  <a:pt x="245" y="399"/>
                </a:lnTo>
                <a:lnTo>
                  <a:pt x="244" y="399"/>
                </a:lnTo>
                <a:lnTo>
                  <a:pt x="244" y="398"/>
                </a:lnTo>
                <a:lnTo>
                  <a:pt x="244" y="397"/>
                </a:lnTo>
                <a:lnTo>
                  <a:pt x="243" y="397"/>
                </a:lnTo>
                <a:lnTo>
                  <a:pt x="243" y="396"/>
                </a:lnTo>
                <a:lnTo>
                  <a:pt x="243" y="395"/>
                </a:lnTo>
                <a:lnTo>
                  <a:pt x="241" y="393"/>
                </a:lnTo>
                <a:lnTo>
                  <a:pt x="240" y="393"/>
                </a:lnTo>
                <a:lnTo>
                  <a:pt x="241" y="392"/>
                </a:lnTo>
                <a:lnTo>
                  <a:pt x="242" y="392"/>
                </a:lnTo>
                <a:lnTo>
                  <a:pt x="241" y="392"/>
                </a:lnTo>
                <a:lnTo>
                  <a:pt x="241" y="391"/>
                </a:lnTo>
                <a:lnTo>
                  <a:pt x="241" y="390"/>
                </a:lnTo>
                <a:lnTo>
                  <a:pt x="241" y="389"/>
                </a:lnTo>
                <a:lnTo>
                  <a:pt x="241" y="388"/>
                </a:lnTo>
                <a:lnTo>
                  <a:pt x="240" y="388"/>
                </a:lnTo>
                <a:lnTo>
                  <a:pt x="240" y="387"/>
                </a:lnTo>
                <a:lnTo>
                  <a:pt x="239" y="387"/>
                </a:lnTo>
                <a:lnTo>
                  <a:pt x="239" y="386"/>
                </a:lnTo>
                <a:lnTo>
                  <a:pt x="238" y="386"/>
                </a:lnTo>
                <a:lnTo>
                  <a:pt x="238" y="385"/>
                </a:lnTo>
                <a:lnTo>
                  <a:pt x="237" y="385"/>
                </a:lnTo>
                <a:lnTo>
                  <a:pt x="237" y="384"/>
                </a:lnTo>
                <a:lnTo>
                  <a:pt x="238" y="384"/>
                </a:lnTo>
                <a:lnTo>
                  <a:pt x="239" y="384"/>
                </a:lnTo>
                <a:lnTo>
                  <a:pt x="239" y="383"/>
                </a:lnTo>
                <a:lnTo>
                  <a:pt x="240" y="383"/>
                </a:lnTo>
                <a:lnTo>
                  <a:pt x="240" y="382"/>
                </a:lnTo>
                <a:lnTo>
                  <a:pt x="240" y="381"/>
                </a:lnTo>
                <a:lnTo>
                  <a:pt x="239" y="381"/>
                </a:lnTo>
                <a:lnTo>
                  <a:pt x="239" y="380"/>
                </a:lnTo>
                <a:lnTo>
                  <a:pt x="238" y="380"/>
                </a:lnTo>
                <a:lnTo>
                  <a:pt x="238" y="379"/>
                </a:lnTo>
                <a:lnTo>
                  <a:pt x="238" y="378"/>
                </a:lnTo>
                <a:lnTo>
                  <a:pt x="240" y="378"/>
                </a:lnTo>
                <a:lnTo>
                  <a:pt x="241" y="377"/>
                </a:lnTo>
                <a:lnTo>
                  <a:pt x="241" y="376"/>
                </a:lnTo>
                <a:lnTo>
                  <a:pt x="242" y="376"/>
                </a:lnTo>
                <a:lnTo>
                  <a:pt x="242" y="375"/>
                </a:lnTo>
                <a:lnTo>
                  <a:pt x="243" y="375"/>
                </a:lnTo>
                <a:lnTo>
                  <a:pt x="243" y="374"/>
                </a:lnTo>
                <a:lnTo>
                  <a:pt x="244" y="374"/>
                </a:lnTo>
                <a:lnTo>
                  <a:pt x="244" y="373"/>
                </a:lnTo>
                <a:lnTo>
                  <a:pt x="244" y="372"/>
                </a:lnTo>
                <a:lnTo>
                  <a:pt x="245" y="372"/>
                </a:lnTo>
                <a:lnTo>
                  <a:pt x="245" y="373"/>
                </a:lnTo>
                <a:lnTo>
                  <a:pt x="246" y="373"/>
                </a:lnTo>
                <a:lnTo>
                  <a:pt x="247" y="373"/>
                </a:lnTo>
                <a:lnTo>
                  <a:pt x="248" y="373"/>
                </a:lnTo>
                <a:lnTo>
                  <a:pt x="249" y="373"/>
                </a:lnTo>
                <a:lnTo>
                  <a:pt x="249" y="372"/>
                </a:lnTo>
                <a:lnTo>
                  <a:pt x="250" y="372"/>
                </a:lnTo>
                <a:lnTo>
                  <a:pt x="251" y="372"/>
                </a:lnTo>
                <a:lnTo>
                  <a:pt x="252" y="371"/>
                </a:lnTo>
                <a:lnTo>
                  <a:pt x="252" y="370"/>
                </a:lnTo>
                <a:lnTo>
                  <a:pt x="253" y="370"/>
                </a:lnTo>
                <a:lnTo>
                  <a:pt x="253" y="369"/>
                </a:lnTo>
                <a:lnTo>
                  <a:pt x="254" y="369"/>
                </a:lnTo>
                <a:lnTo>
                  <a:pt x="255" y="369"/>
                </a:lnTo>
                <a:lnTo>
                  <a:pt x="255" y="368"/>
                </a:lnTo>
                <a:lnTo>
                  <a:pt x="256" y="368"/>
                </a:lnTo>
                <a:lnTo>
                  <a:pt x="256" y="367"/>
                </a:lnTo>
                <a:lnTo>
                  <a:pt x="257" y="367"/>
                </a:lnTo>
                <a:lnTo>
                  <a:pt x="258" y="367"/>
                </a:lnTo>
                <a:lnTo>
                  <a:pt x="258" y="366"/>
                </a:lnTo>
                <a:lnTo>
                  <a:pt x="259" y="366"/>
                </a:lnTo>
                <a:lnTo>
                  <a:pt x="258" y="365"/>
                </a:lnTo>
                <a:lnTo>
                  <a:pt x="259" y="365"/>
                </a:lnTo>
                <a:lnTo>
                  <a:pt x="260" y="366"/>
                </a:lnTo>
                <a:lnTo>
                  <a:pt x="261" y="366"/>
                </a:lnTo>
                <a:lnTo>
                  <a:pt x="262" y="367"/>
                </a:lnTo>
                <a:lnTo>
                  <a:pt x="263" y="367"/>
                </a:lnTo>
                <a:lnTo>
                  <a:pt x="263" y="366"/>
                </a:lnTo>
                <a:lnTo>
                  <a:pt x="264" y="366"/>
                </a:lnTo>
                <a:lnTo>
                  <a:pt x="264" y="365"/>
                </a:lnTo>
                <a:lnTo>
                  <a:pt x="265" y="365"/>
                </a:lnTo>
                <a:lnTo>
                  <a:pt x="266" y="365"/>
                </a:lnTo>
                <a:lnTo>
                  <a:pt x="266" y="364"/>
                </a:lnTo>
                <a:lnTo>
                  <a:pt x="267" y="363"/>
                </a:lnTo>
                <a:lnTo>
                  <a:pt x="268" y="362"/>
                </a:lnTo>
                <a:lnTo>
                  <a:pt x="269" y="361"/>
                </a:lnTo>
                <a:lnTo>
                  <a:pt x="270" y="361"/>
                </a:lnTo>
                <a:lnTo>
                  <a:pt x="271" y="361"/>
                </a:lnTo>
                <a:lnTo>
                  <a:pt x="270" y="360"/>
                </a:lnTo>
                <a:lnTo>
                  <a:pt x="269" y="359"/>
                </a:lnTo>
                <a:lnTo>
                  <a:pt x="270" y="358"/>
                </a:lnTo>
                <a:lnTo>
                  <a:pt x="269" y="357"/>
                </a:lnTo>
                <a:lnTo>
                  <a:pt x="268" y="358"/>
                </a:lnTo>
                <a:lnTo>
                  <a:pt x="267" y="359"/>
                </a:lnTo>
                <a:lnTo>
                  <a:pt x="265" y="360"/>
                </a:lnTo>
                <a:lnTo>
                  <a:pt x="265" y="359"/>
                </a:lnTo>
                <a:lnTo>
                  <a:pt x="266" y="359"/>
                </a:lnTo>
                <a:lnTo>
                  <a:pt x="267" y="358"/>
                </a:lnTo>
                <a:lnTo>
                  <a:pt x="268" y="357"/>
                </a:lnTo>
                <a:lnTo>
                  <a:pt x="269" y="357"/>
                </a:lnTo>
                <a:lnTo>
                  <a:pt x="270" y="356"/>
                </a:lnTo>
                <a:lnTo>
                  <a:pt x="271" y="356"/>
                </a:lnTo>
                <a:lnTo>
                  <a:pt x="270" y="355"/>
                </a:lnTo>
                <a:lnTo>
                  <a:pt x="271" y="355"/>
                </a:lnTo>
                <a:lnTo>
                  <a:pt x="272" y="355"/>
                </a:lnTo>
                <a:lnTo>
                  <a:pt x="273" y="355"/>
                </a:lnTo>
                <a:lnTo>
                  <a:pt x="274" y="354"/>
                </a:lnTo>
                <a:lnTo>
                  <a:pt x="274" y="355"/>
                </a:lnTo>
                <a:lnTo>
                  <a:pt x="275" y="355"/>
                </a:lnTo>
                <a:lnTo>
                  <a:pt x="275" y="354"/>
                </a:lnTo>
                <a:lnTo>
                  <a:pt x="277" y="352"/>
                </a:lnTo>
                <a:lnTo>
                  <a:pt x="277" y="353"/>
                </a:lnTo>
                <a:lnTo>
                  <a:pt x="278" y="352"/>
                </a:lnTo>
                <a:lnTo>
                  <a:pt x="279" y="351"/>
                </a:lnTo>
                <a:lnTo>
                  <a:pt x="279" y="350"/>
                </a:lnTo>
                <a:lnTo>
                  <a:pt x="280" y="350"/>
                </a:lnTo>
                <a:lnTo>
                  <a:pt x="280" y="349"/>
                </a:lnTo>
                <a:lnTo>
                  <a:pt x="280" y="348"/>
                </a:lnTo>
                <a:lnTo>
                  <a:pt x="281" y="348"/>
                </a:lnTo>
                <a:lnTo>
                  <a:pt x="281" y="347"/>
                </a:lnTo>
                <a:lnTo>
                  <a:pt x="282" y="347"/>
                </a:lnTo>
                <a:lnTo>
                  <a:pt x="282" y="346"/>
                </a:lnTo>
                <a:lnTo>
                  <a:pt x="283" y="346"/>
                </a:lnTo>
                <a:lnTo>
                  <a:pt x="284" y="346"/>
                </a:lnTo>
                <a:lnTo>
                  <a:pt x="285" y="346"/>
                </a:lnTo>
                <a:lnTo>
                  <a:pt x="286" y="345"/>
                </a:lnTo>
                <a:lnTo>
                  <a:pt x="287" y="344"/>
                </a:lnTo>
                <a:lnTo>
                  <a:pt x="287" y="343"/>
                </a:lnTo>
                <a:lnTo>
                  <a:pt x="287" y="341"/>
                </a:lnTo>
                <a:lnTo>
                  <a:pt x="286" y="340"/>
                </a:lnTo>
                <a:lnTo>
                  <a:pt x="285" y="340"/>
                </a:lnTo>
                <a:lnTo>
                  <a:pt x="285" y="339"/>
                </a:lnTo>
                <a:lnTo>
                  <a:pt x="282" y="338"/>
                </a:lnTo>
                <a:lnTo>
                  <a:pt x="283" y="338"/>
                </a:lnTo>
                <a:lnTo>
                  <a:pt x="288" y="338"/>
                </a:lnTo>
                <a:lnTo>
                  <a:pt x="288" y="339"/>
                </a:lnTo>
                <a:lnTo>
                  <a:pt x="289" y="339"/>
                </a:lnTo>
                <a:lnTo>
                  <a:pt x="290" y="338"/>
                </a:lnTo>
                <a:lnTo>
                  <a:pt x="291" y="338"/>
                </a:lnTo>
                <a:lnTo>
                  <a:pt x="290" y="338"/>
                </a:lnTo>
                <a:lnTo>
                  <a:pt x="291" y="337"/>
                </a:lnTo>
                <a:lnTo>
                  <a:pt x="292" y="337"/>
                </a:lnTo>
                <a:lnTo>
                  <a:pt x="292" y="336"/>
                </a:lnTo>
                <a:lnTo>
                  <a:pt x="294" y="335"/>
                </a:lnTo>
                <a:lnTo>
                  <a:pt x="295" y="335"/>
                </a:lnTo>
                <a:lnTo>
                  <a:pt x="295" y="334"/>
                </a:lnTo>
                <a:lnTo>
                  <a:pt x="293" y="334"/>
                </a:lnTo>
                <a:lnTo>
                  <a:pt x="293" y="333"/>
                </a:lnTo>
                <a:lnTo>
                  <a:pt x="294" y="333"/>
                </a:lnTo>
                <a:lnTo>
                  <a:pt x="295" y="333"/>
                </a:lnTo>
                <a:lnTo>
                  <a:pt x="295" y="330"/>
                </a:lnTo>
                <a:lnTo>
                  <a:pt x="295" y="329"/>
                </a:lnTo>
                <a:lnTo>
                  <a:pt x="294" y="328"/>
                </a:lnTo>
                <a:lnTo>
                  <a:pt x="293" y="328"/>
                </a:lnTo>
                <a:lnTo>
                  <a:pt x="292" y="326"/>
                </a:lnTo>
                <a:lnTo>
                  <a:pt x="289" y="327"/>
                </a:lnTo>
                <a:lnTo>
                  <a:pt x="289" y="326"/>
                </a:lnTo>
                <a:lnTo>
                  <a:pt x="290" y="326"/>
                </a:lnTo>
                <a:lnTo>
                  <a:pt x="293" y="325"/>
                </a:lnTo>
                <a:lnTo>
                  <a:pt x="294" y="327"/>
                </a:lnTo>
                <a:lnTo>
                  <a:pt x="295" y="327"/>
                </a:lnTo>
                <a:lnTo>
                  <a:pt x="296" y="326"/>
                </a:lnTo>
                <a:lnTo>
                  <a:pt x="298" y="325"/>
                </a:lnTo>
                <a:lnTo>
                  <a:pt x="298" y="324"/>
                </a:lnTo>
                <a:lnTo>
                  <a:pt x="299" y="325"/>
                </a:lnTo>
                <a:lnTo>
                  <a:pt x="299" y="324"/>
                </a:lnTo>
                <a:lnTo>
                  <a:pt x="300" y="324"/>
                </a:lnTo>
                <a:lnTo>
                  <a:pt x="300" y="325"/>
                </a:lnTo>
                <a:lnTo>
                  <a:pt x="301" y="324"/>
                </a:lnTo>
                <a:lnTo>
                  <a:pt x="299" y="323"/>
                </a:lnTo>
                <a:lnTo>
                  <a:pt x="299" y="322"/>
                </a:lnTo>
                <a:lnTo>
                  <a:pt x="300" y="322"/>
                </a:lnTo>
                <a:lnTo>
                  <a:pt x="301" y="323"/>
                </a:lnTo>
                <a:lnTo>
                  <a:pt x="301" y="322"/>
                </a:lnTo>
                <a:lnTo>
                  <a:pt x="302" y="322"/>
                </a:lnTo>
                <a:lnTo>
                  <a:pt x="302" y="323"/>
                </a:lnTo>
                <a:lnTo>
                  <a:pt x="302" y="322"/>
                </a:lnTo>
                <a:lnTo>
                  <a:pt x="302" y="321"/>
                </a:lnTo>
                <a:lnTo>
                  <a:pt x="303" y="322"/>
                </a:lnTo>
                <a:lnTo>
                  <a:pt x="303" y="321"/>
                </a:lnTo>
                <a:lnTo>
                  <a:pt x="303" y="320"/>
                </a:lnTo>
                <a:lnTo>
                  <a:pt x="304" y="320"/>
                </a:lnTo>
                <a:lnTo>
                  <a:pt x="305" y="319"/>
                </a:lnTo>
                <a:lnTo>
                  <a:pt x="304" y="318"/>
                </a:lnTo>
                <a:lnTo>
                  <a:pt x="304" y="317"/>
                </a:lnTo>
                <a:lnTo>
                  <a:pt x="304" y="316"/>
                </a:lnTo>
                <a:lnTo>
                  <a:pt x="304" y="315"/>
                </a:lnTo>
                <a:lnTo>
                  <a:pt x="305" y="315"/>
                </a:lnTo>
                <a:lnTo>
                  <a:pt x="305" y="316"/>
                </a:lnTo>
                <a:lnTo>
                  <a:pt x="306" y="315"/>
                </a:lnTo>
                <a:lnTo>
                  <a:pt x="307" y="315"/>
                </a:lnTo>
                <a:lnTo>
                  <a:pt x="308" y="313"/>
                </a:lnTo>
                <a:lnTo>
                  <a:pt x="309" y="313"/>
                </a:lnTo>
                <a:lnTo>
                  <a:pt x="308" y="312"/>
                </a:lnTo>
                <a:lnTo>
                  <a:pt x="310" y="311"/>
                </a:lnTo>
                <a:lnTo>
                  <a:pt x="310" y="310"/>
                </a:lnTo>
                <a:lnTo>
                  <a:pt x="311" y="310"/>
                </a:lnTo>
                <a:lnTo>
                  <a:pt x="311" y="309"/>
                </a:lnTo>
                <a:lnTo>
                  <a:pt x="310" y="309"/>
                </a:lnTo>
                <a:lnTo>
                  <a:pt x="309" y="309"/>
                </a:lnTo>
                <a:lnTo>
                  <a:pt x="309" y="308"/>
                </a:lnTo>
                <a:lnTo>
                  <a:pt x="310" y="308"/>
                </a:lnTo>
                <a:lnTo>
                  <a:pt x="309" y="306"/>
                </a:lnTo>
                <a:lnTo>
                  <a:pt x="308" y="306"/>
                </a:lnTo>
                <a:lnTo>
                  <a:pt x="308" y="305"/>
                </a:lnTo>
                <a:lnTo>
                  <a:pt x="306" y="304"/>
                </a:lnTo>
                <a:lnTo>
                  <a:pt x="306" y="303"/>
                </a:lnTo>
                <a:lnTo>
                  <a:pt x="307" y="303"/>
                </a:lnTo>
                <a:lnTo>
                  <a:pt x="306" y="302"/>
                </a:lnTo>
                <a:lnTo>
                  <a:pt x="305" y="302"/>
                </a:lnTo>
                <a:lnTo>
                  <a:pt x="305" y="301"/>
                </a:lnTo>
                <a:lnTo>
                  <a:pt x="304" y="301"/>
                </a:lnTo>
                <a:lnTo>
                  <a:pt x="303" y="301"/>
                </a:lnTo>
                <a:lnTo>
                  <a:pt x="304" y="301"/>
                </a:lnTo>
                <a:lnTo>
                  <a:pt x="304" y="300"/>
                </a:lnTo>
                <a:lnTo>
                  <a:pt x="302" y="299"/>
                </a:lnTo>
                <a:lnTo>
                  <a:pt x="302" y="298"/>
                </a:lnTo>
                <a:lnTo>
                  <a:pt x="300" y="297"/>
                </a:lnTo>
                <a:lnTo>
                  <a:pt x="299" y="297"/>
                </a:lnTo>
                <a:lnTo>
                  <a:pt x="298" y="295"/>
                </a:lnTo>
                <a:lnTo>
                  <a:pt x="298" y="294"/>
                </a:lnTo>
                <a:lnTo>
                  <a:pt x="299" y="294"/>
                </a:lnTo>
                <a:lnTo>
                  <a:pt x="299" y="293"/>
                </a:lnTo>
                <a:lnTo>
                  <a:pt x="300" y="293"/>
                </a:lnTo>
                <a:lnTo>
                  <a:pt x="300" y="292"/>
                </a:lnTo>
                <a:lnTo>
                  <a:pt x="300" y="291"/>
                </a:lnTo>
                <a:lnTo>
                  <a:pt x="301" y="291"/>
                </a:lnTo>
                <a:lnTo>
                  <a:pt x="301" y="290"/>
                </a:lnTo>
                <a:lnTo>
                  <a:pt x="300" y="289"/>
                </a:lnTo>
                <a:lnTo>
                  <a:pt x="299" y="289"/>
                </a:lnTo>
                <a:lnTo>
                  <a:pt x="298" y="290"/>
                </a:lnTo>
                <a:lnTo>
                  <a:pt x="297" y="290"/>
                </a:lnTo>
                <a:lnTo>
                  <a:pt x="296" y="290"/>
                </a:lnTo>
                <a:lnTo>
                  <a:pt x="295" y="290"/>
                </a:lnTo>
                <a:lnTo>
                  <a:pt x="294" y="290"/>
                </a:lnTo>
                <a:lnTo>
                  <a:pt x="293" y="290"/>
                </a:lnTo>
                <a:lnTo>
                  <a:pt x="292" y="290"/>
                </a:lnTo>
                <a:lnTo>
                  <a:pt x="292" y="291"/>
                </a:lnTo>
                <a:lnTo>
                  <a:pt x="291" y="291"/>
                </a:lnTo>
                <a:lnTo>
                  <a:pt x="290" y="290"/>
                </a:lnTo>
                <a:lnTo>
                  <a:pt x="290" y="289"/>
                </a:lnTo>
                <a:lnTo>
                  <a:pt x="291" y="289"/>
                </a:lnTo>
                <a:lnTo>
                  <a:pt x="292" y="289"/>
                </a:lnTo>
                <a:lnTo>
                  <a:pt x="292" y="288"/>
                </a:lnTo>
                <a:lnTo>
                  <a:pt x="291" y="288"/>
                </a:lnTo>
                <a:lnTo>
                  <a:pt x="290" y="288"/>
                </a:lnTo>
                <a:lnTo>
                  <a:pt x="292" y="286"/>
                </a:lnTo>
                <a:lnTo>
                  <a:pt x="291" y="286"/>
                </a:lnTo>
                <a:lnTo>
                  <a:pt x="289" y="288"/>
                </a:lnTo>
                <a:lnTo>
                  <a:pt x="290" y="289"/>
                </a:lnTo>
                <a:lnTo>
                  <a:pt x="289" y="289"/>
                </a:lnTo>
                <a:lnTo>
                  <a:pt x="286" y="288"/>
                </a:lnTo>
                <a:lnTo>
                  <a:pt x="286" y="287"/>
                </a:lnTo>
                <a:lnTo>
                  <a:pt x="285" y="287"/>
                </a:lnTo>
                <a:lnTo>
                  <a:pt x="284" y="286"/>
                </a:lnTo>
                <a:lnTo>
                  <a:pt x="286" y="283"/>
                </a:lnTo>
                <a:lnTo>
                  <a:pt x="285" y="282"/>
                </a:lnTo>
                <a:lnTo>
                  <a:pt x="284" y="284"/>
                </a:lnTo>
                <a:lnTo>
                  <a:pt x="283" y="284"/>
                </a:lnTo>
                <a:lnTo>
                  <a:pt x="284" y="282"/>
                </a:lnTo>
                <a:lnTo>
                  <a:pt x="283" y="282"/>
                </a:lnTo>
                <a:lnTo>
                  <a:pt x="282" y="281"/>
                </a:lnTo>
                <a:lnTo>
                  <a:pt x="283" y="280"/>
                </a:lnTo>
                <a:lnTo>
                  <a:pt x="282" y="279"/>
                </a:lnTo>
                <a:lnTo>
                  <a:pt x="281" y="279"/>
                </a:lnTo>
                <a:lnTo>
                  <a:pt x="281" y="278"/>
                </a:lnTo>
                <a:lnTo>
                  <a:pt x="282" y="278"/>
                </a:lnTo>
                <a:lnTo>
                  <a:pt x="282" y="276"/>
                </a:lnTo>
                <a:lnTo>
                  <a:pt x="281" y="276"/>
                </a:lnTo>
                <a:lnTo>
                  <a:pt x="280" y="275"/>
                </a:lnTo>
                <a:lnTo>
                  <a:pt x="281" y="274"/>
                </a:lnTo>
                <a:lnTo>
                  <a:pt x="281" y="275"/>
                </a:lnTo>
                <a:lnTo>
                  <a:pt x="282" y="274"/>
                </a:lnTo>
                <a:lnTo>
                  <a:pt x="282" y="273"/>
                </a:lnTo>
                <a:lnTo>
                  <a:pt x="281" y="273"/>
                </a:lnTo>
                <a:lnTo>
                  <a:pt x="280" y="273"/>
                </a:lnTo>
                <a:lnTo>
                  <a:pt x="279" y="273"/>
                </a:lnTo>
                <a:lnTo>
                  <a:pt x="278" y="273"/>
                </a:lnTo>
                <a:lnTo>
                  <a:pt x="277" y="274"/>
                </a:lnTo>
                <a:lnTo>
                  <a:pt x="277" y="275"/>
                </a:lnTo>
                <a:lnTo>
                  <a:pt x="278" y="275"/>
                </a:lnTo>
                <a:lnTo>
                  <a:pt x="279" y="275"/>
                </a:lnTo>
                <a:lnTo>
                  <a:pt x="280" y="275"/>
                </a:lnTo>
                <a:lnTo>
                  <a:pt x="280" y="276"/>
                </a:lnTo>
                <a:lnTo>
                  <a:pt x="279" y="276"/>
                </a:lnTo>
                <a:lnTo>
                  <a:pt x="277" y="276"/>
                </a:lnTo>
                <a:lnTo>
                  <a:pt x="276" y="276"/>
                </a:lnTo>
                <a:lnTo>
                  <a:pt x="275" y="275"/>
                </a:lnTo>
                <a:lnTo>
                  <a:pt x="274" y="275"/>
                </a:lnTo>
                <a:lnTo>
                  <a:pt x="274" y="274"/>
                </a:lnTo>
                <a:lnTo>
                  <a:pt x="273" y="274"/>
                </a:lnTo>
                <a:lnTo>
                  <a:pt x="273" y="273"/>
                </a:lnTo>
                <a:lnTo>
                  <a:pt x="272" y="273"/>
                </a:lnTo>
                <a:lnTo>
                  <a:pt x="273" y="273"/>
                </a:lnTo>
                <a:lnTo>
                  <a:pt x="272" y="271"/>
                </a:lnTo>
                <a:lnTo>
                  <a:pt x="272" y="270"/>
                </a:lnTo>
                <a:lnTo>
                  <a:pt x="271" y="269"/>
                </a:lnTo>
                <a:lnTo>
                  <a:pt x="271" y="267"/>
                </a:lnTo>
                <a:lnTo>
                  <a:pt x="270" y="266"/>
                </a:lnTo>
                <a:lnTo>
                  <a:pt x="271" y="265"/>
                </a:lnTo>
                <a:lnTo>
                  <a:pt x="271" y="264"/>
                </a:lnTo>
                <a:lnTo>
                  <a:pt x="270" y="263"/>
                </a:lnTo>
                <a:lnTo>
                  <a:pt x="270" y="262"/>
                </a:lnTo>
                <a:lnTo>
                  <a:pt x="270" y="261"/>
                </a:lnTo>
                <a:lnTo>
                  <a:pt x="271" y="260"/>
                </a:lnTo>
                <a:lnTo>
                  <a:pt x="271" y="259"/>
                </a:lnTo>
                <a:lnTo>
                  <a:pt x="272" y="259"/>
                </a:lnTo>
                <a:lnTo>
                  <a:pt x="272" y="258"/>
                </a:lnTo>
                <a:lnTo>
                  <a:pt x="271" y="258"/>
                </a:lnTo>
                <a:lnTo>
                  <a:pt x="271" y="259"/>
                </a:lnTo>
                <a:lnTo>
                  <a:pt x="270" y="259"/>
                </a:lnTo>
                <a:lnTo>
                  <a:pt x="269" y="259"/>
                </a:lnTo>
                <a:lnTo>
                  <a:pt x="268" y="260"/>
                </a:lnTo>
                <a:lnTo>
                  <a:pt x="268" y="261"/>
                </a:lnTo>
                <a:lnTo>
                  <a:pt x="268" y="262"/>
                </a:lnTo>
                <a:lnTo>
                  <a:pt x="267" y="262"/>
                </a:lnTo>
                <a:lnTo>
                  <a:pt x="266" y="263"/>
                </a:lnTo>
                <a:lnTo>
                  <a:pt x="266" y="264"/>
                </a:lnTo>
                <a:lnTo>
                  <a:pt x="267" y="265"/>
                </a:lnTo>
                <a:lnTo>
                  <a:pt x="266" y="266"/>
                </a:lnTo>
                <a:lnTo>
                  <a:pt x="265" y="266"/>
                </a:lnTo>
                <a:lnTo>
                  <a:pt x="265" y="267"/>
                </a:lnTo>
                <a:lnTo>
                  <a:pt x="266" y="267"/>
                </a:lnTo>
                <a:lnTo>
                  <a:pt x="265" y="268"/>
                </a:lnTo>
                <a:lnTo>
                  <a:pt x="264" y="268"/>
                </a:lnTo>
                <a:lnTo>
                  <a:pt x="264" y="267"/>
                </a:lnTo>
                <a:lnTo>
                  <a:pt x="264" y="268"/>
                </a:lnTo>
                <a:lnTo>
                  <a:pt x="262" y="268"/>
                </a:lnTo>
                <a:lnTo>
                  <a:pt x="262" y="267"/>
                </a:lnTo>
                <a:lnTo>
                  <a:pt x="263" y="267"/>
                </a:lnTo>
                <a:lnTo>
                  <a:pt x="262" y="266"/>
                </a:lnTo>
                <a:lnTo>
                  <a:pt x="261" y="267"/>
                </a:lnTo>
                <a:lnTo>
                  <a:pt x="260" y="268"/>
                </a:lnTo>
                <a:lnTo>
                  <a:pt x="261" y="269"/>
                </a:lnTo>
                <a:lnTo>
                  <a:pt x="261" y="268"/>
                </a:lnTo>
                <a:lnTo>
                  <a:pt x="262" y="268"/>
                </a:lnTo>
                <a:lnTo>
                  <a:pt x="263" y="268"/>
                </a:lnTo>
                <a:lnTo>
                  <a:pt x="264" y="269"/>
                </a:lnTo>
                <a:lnTo>
                  <a:pt x="263" y="270"/>
                </a:lnTo>
                <a:lnTo>
                  <a:pt x="262" y="269"/>
                </a:lnTo>
                <a:lnTo>
                  <a:pt x="262" y="270"/>
                </a:lnTo>
                <a:lnTo>
                  <a:pt x="261" y="270"/>
                </a:lnTo>
                <a:lnTo>
                  <a:pt x="261" y="272"/>
                </a:lnTo>
                <a:lnTo>
                  <a:pt x="260" y="272"/>
                </a:lnTo>
                <a:lnTo>
                  <a:pt x="259" y="272"/>
                </a:lnTo>
                <a:lnTo>
                  <a:pt x="259" y="271"/>
                </a:lnTo>
                <a:lnTo>
                  <a:pt x="258" y="271"/>
                </a:lnTo>
                <a:lnTo>
                  <a:pt x="259" y="272"/>
                </a:lnTo>
                <a:lnTo>
                  <a:pt x="258" y="272"/>
                </a:lnTo>
                <a:lnTo>
                  <a:pt x="258" y="271"/>
                </a:lnTo>
                <a:lnTo>
                  <a:pt x="258" y="270"/>
                </a:lnTo>
                <a:lnTo>
                  <a:pt x="258" y="269"/>
                </a:lnTo>
                <a:lnTo>
                  <a:pt x="257" y="269"/>
                </a:lnTo>
                <a:lnTo>
                  <a:pt x="257" y="270"/>
                </a:lnTo>
                <a:lnTo>
                  <a:pt x="257" y="272"/>
                </a:lnTo>
                <a:lnTo>
                  <a:pt x="258" y="273"/>
                </a:lnTo>
                <a:lnTo>
                  <a:pt x="257" y="273"/>
                </a:lnTo>
                <a:lnTo>
                  <a:pt x="256" y="273"/>
                </a:lnTo>
                <a:lnTo>
                  <a:pt x="256" y="272"/>
                </a:lnTo>
                <a:lnTo>
                  <a:pt x="256" y="273"/>
                </a:lnTo>
                <a:lnTo>
                  <a:pt x="254" y="273"/>
                </a:lnTo>
                <a:lnTo>
                  <a:pt x="254" y="272"/>
                </a:lnTo>
                <a:lnTo>
                  <a:pt x="254" y="271"/>
                </a:lnTo>
                <a:lnTo>
                  <a:pt x="253" y="271"/>
                </a:lnTo>
                <a:lnTo>
                  <a:pt x="253" y="273"/>
                </a:lnTo>
                <a:lnTo>
                  <a:pt x="253" y="271"/>
                </a:lnTo>
                <a:lnTo>
                  <a:pt x="252" y="271"/>
                </a:lnTo>
                <a:lnTo>
                  <a:pt x="251" y="271"/>
                </a:lnTo>
                <a:lnTo>
                  <a:pt x="251" y="270"/>
                </a:lnTo>
                <a:lnTo>
                  <a:pt x="250" y="270"/>
                </a:lnTo>
                <a:lnTo>
                  <a:pt x="250" y="271"/>
                </a:lnTo>
                <a:lnTo>
                  <a:pt x="249" y="272"/>
                </a:lnTo>
                <a:lnTo>
                  <a:pt x="247" y="272"/>
                </a:lnTo>
                <a:lnTo>
                  <a:pt x="246" y="272"/>
                </a:lnTo>
                <a:lnTo>
                  <a:pt x="246" y="271"/>
                </a:lnTo>
                <a:lnTo>
                  <a:pt x="246" y="272"/>
                </a:lnTo>
                <a:lnTo>
                  <a:pt x="246" y="271"/>
                </a:lnTo>
                <a:lnTo>
                  <a:pt x="246" y="270"/>
                </a:lnTo>
                <a:lnTo>
                  <a:pt x="246" y="269"/>
                </a:lnTo>
                <a:lnTo>
                  <a:pt x="246" y="270"/>
                </a:lnTo>
                <a:lnTo>
                  <a:pt x="245" y="270"/>
                </a:lnTo>
                <a:lnTo>
                  <a:pt x="245" y="271"/>
                </a:lnTo>
                <a:lnTo>
                  <a:pt x="244" y="271"/>
                </a:lnTo>
                <a:lnTo>
                  <a:pt x="243" y="271"/>
                </a:lnTo>
                <a:lnTo>
                  <a:pt x="243" y="270"/>
                </a:lnTo>
                <a:lnTo>
                  <a:pt x="242" y="270"/>
                </a:lnTo>
                <a:lnTo>
                  <a:pt x="242" y="269"/>
                </a:lnTo>
                <a:lnTo>
                  <a:pt x="241" y="269"/>
                </a:lnTo>
                <a:lnTo>
                  <a:pt x="241" y="268"/>
                </a:lnTo>
                <a:lnTo>
                  <a:pt x="241" y="267"/>
                </a:lnTo>
                <a:lnTo>
                  <a:pt x="241" y="268"/>
                </a:lnTo>
                <a:lnTo>
                  <a:pt x="240" y="268"/>
                </a:lnTo>
                <a:lnTo>
                  <a:pt x="239" y="268"/>
                </a:lnTo>
                <a:lnTo>
                  <a:pt x="237" y="268"/>
                </a:lnTo>
                <a:lnTo>
                  <a:pt x="235" y="268"/>
                </a:lnTo>
                <a:lnTo>
                  <a:pt x="234" y="267"/>
                </a:lnTo>
                <a:lnTo>
                  <a:pt x="234" y="266"/>
                </a:lnTo>
                <a:lnTo>
                  <a:pt x="234" y="267"/>
                </a:lnTo>
                <a:lnTo>
                  <a:pt x="234" y="268"/>
                </a:lnTo>
                <a:lnTo>
                  <a:pt x="231" y="267"/>
                </a:lnTo>
                <a:lnTo>
                  <a:pt x="230" y="267"/>
                </a:lnTo>
                <a:lnTo>
                  <a:pt x="231" y="267"/>
                </a:lnTo>
                <a:lnTo>
                  <a:pt x="232" y="268"/>
                </a:lnTo>
                <a:lnTo>
                  <a:pt x="234" y="268"/>
                </a:lnTo>
                <a:lnTo>
                  <a:pt x="234" y="269"/>
                </a:lnTo>
                <a:lnTo>
                  <a:pt x="234" y="270"/>
                </a:lnTo>
                <a:lnTo>
                  <a:pt x="234" y="271"/>
                </a:lnTo>
                <a:lnTo>
                  <a:pt x="234" y="272"/>
                </a:lnTo>
                <a:lnTo>
                  <a:pt x="235" y="272"/>
                </a:lnTo>
                <a:lnTo>
                  <a:pt x="235" y="273"/>
                </a:lnTo>
                <a:lnTo>
                  <a:pt x="230" y="272"/>
                </a:lnTo>
                <a:lnTo>
                  <a:pt x="229" y="272"/>
                </a:lnTo>
                <a:lnTo>
                  <a:pt x="228" y="272"/>
                </a:lnTo>
                <a:lnTo>
                  <a:pt x="225" y="271"/>
                </a:lnTo>
                <a:lnTo>
                  <a:pt x="225" y="270"/>
                </a:lnTo>
                <a:lnTo>
                  <a:pt x="225" y="269"/>
                </a:lnTo>
                <a:lnTo>
                  <a:pt x="222" y="270"/>
                </a:lnTo>
                <a:lnTo>
                  <a:pt x="221" y="269"/>
                </a:lnTo>
                <a:lnTo>
                  <a:pt x="221" y="268"/>
                </a:lnTo>
                <a:lnTo>
                  <a:pt x="220" y="266"/>
                </a:lnTo>
                <a:lnTo>
                  <a:pt x="221" y="266"/>
                </a:lnTo>
                <a:lnTo>
                  <a:pt x="222" y="266"/>
                </a:lnTo>
                <a:lnTo>
                  <a:pt x="223" y="266"/>
                </a:lnTo>
                <a:lnTo>
                  <a:pt x="223" y="265"/>
                </a:lnTo>
                <a:lnTo>
                  <a:pt x="219" y="265"/>
                </a:lnTo>
                <a:lnTo>
                  <a:pt x="218" y="265"/>
                </a:lnTo>
                <a:lnTo>
                  <a:pt x="218" y="266"/>
                </a:lnTo>
                <a:lnTo>
                  <a:pt x="218" y="267"/>
                </a:lnTo>
                <a:lnTo>
                  <a:pt x="219" y="267"/>
                </a:lnTo>
                <a:lnTo>
                  <a:pt x="218" y="267"/>
                </a:lnTo>
                <a:lnTo>
                  <a:pt x="217" y="267"/>
                </a:lnTo>
                <a:lnTo>
                  <a:pt x="217" y="271"/>
                </a:lnTo>
                <a:lnTo>
                  <a:pt x="216" y="271"/>
                </a:lnTo>
                <a:lnTo>
                  <a:pt x="216" y="270"/>
                </a:lnTo>
                <a:lnTo>
                  <a:pt x="213" y="270"/>
                </a:lnTo>
                <a:lnTo>
                  <a:pt x="214" y="269"/>
                </a:lnTo>
                <a:lnTo>
                  <a:pt x="215" y="269"/>
                </a:lnTo>
                <a:lnTo>
                  <a:pt x="216" y="269"/>
                </a:lnTo>
                <a:lnTo>
                  <a:pt x="216" y="267"/>
                </a:lnTo>
                <a:lnTo>
                  <a:pt x="213" y="267"/>
                </a:lnTo>
                <a:lnTo>
                  <a:pt x="213" y="266"/>
                </a:lnTo>
                <a:lnTo>
                  <a:pt x="212" y="266"/>
                </a:lnTo>
                <a:lnTo>
                  <a:pt x="211" y="266"/>
                </a:lnTo>
                <a:lnTo>
                  <a:pt x="210" y="266"/>
                </a:lnTo>
                <a:lnTo>
                  <a:pt x="210" y="267"/>
                </a:lnTo>
                <a:lnTo>
                  <a:pt x="211" y="267"/>
                </a:lnTo>
                <a:lnTo>
                  <a:pt x="212" y="267"/>
                </a:lnTo>
                <a:lnTo>
                  <a:pt x="212" y="268"/>
                </a:lnTo>
                <a:lnTo>
                  <a:pt x="211" y="269"/>
                </a:lnTo>
                <a:lnTo>
                  <a:pt x="210" y="269"/>
                </a:lnTo>
                <a:lnTo>
                  <a:pt x="209" y="268"/>
                </a:lnTo>
                <a:lnTo>
                  <a:pt x="208" y="268"/>
                </a:lnTo>
                <a:lnTo>
                  <a:pt x="207" y="268"/>
                </a:lnTo>
                <a:lnTo>
                  <a:pt x="206" y="269"/>
                </a:lnTo>
                <a:lnTo>
                  <a:pt x="205" y="269"/>
                </a:lnTo>
                <a:lnTo>
                  <a:pt x="204" y="269"/>
                </a:lnTo>
                <a:lnTo>
                  <a:pt x="203" y="269"/>
                </a:lnTo>
                <a:lnTo>
                  <a:pt x="203" y="270"/>
                </a:lnTo>
                <a:lnTo>
                  <a:pt x="203" y="271"/>
                </a:lnTo>
                <a:lnTo>
                  <a:pt x="204" y="271"/>
                </a:lnTo>
                <a:lnTo>
                  <a:pt x="204" y="272"/>
                </a:lnTo>
                <a:lnTo>
                  <a:pt x="203" y="273"/>
                </a:lnTo>
                <a:lnTo>
                  <a:pt x="202" y="274"/>
                </a:lnTo>
                <a:lnTo>
                  <a:pt x="201" y="274"/>
                </a:lnTo>
                <a:lnTo>
                  <a:pt x="201" y="275"/>
                </a:lnTo>
                <a:lnTo>
                  <a:pt x="202" y="275"/>
                </a:lnTo>
                <a:lnTo>
                  <a:pt x="202" y="276"/>
                </a:lnTo>
                <a:lnTo>
                  <a:pt x="201" y="275"/>
                </a:lnTo>
                <a:lnTo>
                  <a:pt x="201" y="276"/>
                </a:lnTo>
                <a:lnTo>
                  <a:pt x="201" y="277"/>
                </a:lnTo>
                <a:lnTo>
                  <a:pt x="200" y="277"/>
                </a:lnTo>
                <a:lnTo>
                  <a:pt x="200" y="276"/>
                </a:lnTo>
                <a:lnTo>
                  <a:pt x="199" y="276"/>
                </a:lnTo>
                <a:lnTo>
                  <a:pt x="199" y="275"/>
                </a:lnTo>
                <a:lnTo>
                  <a:pt x="198" y="275"/>
                </a:lnTo>
                <a:lnTo>
                  <a:pt x="198" y="274"/>
                </a:lnTo>
                <a:lnTo>
                  <a:pt x="197" y="274"/>
                </a:lnTo>
                <a:lnTo>
                  <a:pt x="196" y="274"/>
                </a:lnTo>
                <a:lnTo>
                  <a:pt x="194" y="274"/>
                </a:lnTo>
                <a:lnTo>
                  <a:pt x="193" y="275"/>
                </a:lnTo>
                <a:lnTo>
                  <a:pt x="192" y="276"/>
                </a:lnTo>
                <a:lnTo>
                  <a:pt x="193" y="277"/>
                </a:lnTo>
                <a:lnTo>
                  <a:pt x="194" y="278"/>
                </a:lnTo>
                <a:lnTo>
                  <a:pt x="193" y="278"/>
                </a:lnTo>
                <a:lnTo>
                  <a:pt x="192" y="279"/>
                </a:lnTo>
                <a:lnTo>
                  <a:pt x="193" y="279"/>
                </a:lnTo>
                <a:lnTo>
                  <a:pt x="193" y="280"/>
                </a:lnTo>
                <a:lnTo>
                  <a:pt x="193" y="282"/>
                </a:lnTo>
                <a:lnTo>
                  <a:pt x="193" y="283"/>
                </a:lnTo>
                <a:lnTo>
                  <a:pt x="194" y="283"/>
                </a:lnTo>
                <a:lnTo>
                  <a:pt x="195" y="282"/>
                </a:lnTo>
                <a:lnTo>
                  <a:pt x="197" y="282"/>
                </a:lnTo>
                <a:lnTo>
                  <a:pt x="198" y="282"/>
                </a:lnTo>
                <a:lnTo>
                  <a:pt x="198" y="284"/>
                </a:lnTo>
                <a:lnTo>
                  <a:pt x="198" y="285"/>
                </a:lnTo>
                <a:lnTo>
                  <a:pt x="198" y="286"/>
                </a:lnTo>
                <a:lnTo>
                  <a:pt x="197" y="286"/>
                </a:lnTo>
                <a:lnTo>
                  <a:pt x="197" y="285"/>
                </a:lnTo>
                <a:lnTo>
                  <a:pt x="195" y="285"/>
                </a:lnTo>
                <a:lnTo>
                  <a:pt x="193" y="286"/>
                </a:lnTo>
                <a:lnTo>
                  <a:pt x="192" y="287"/>
                </a:lnTo>
                <a:lnTo>
                  <a:pt x="191" y="287"/>
                </a:lnTo>
                <a:lnTo>
                  <a:pt x="190" y="287"/>
                </a:lnTo>
                <a:lnTo>
                  <a:pt x="190" y="288"/>
                </a:lnTo>
                <a:lnTo>
                  <a:pt x="189" y="288"/>
                </a:lnTo>
                <a:lnTo>
                  <a:pt x="188" y="288"/>
                </a:lnTo>
                <a:lnTo>
                  <a:pt x="187" y="288"/>
                </a:lnTo>
                <a:lnTo>
                  <a:pt x="186" y="288"/>
                </a:lnTo>
                <a:lnTo>
                  <a:pt x="184" y="288"/>
                </a:lnTo>
                <a:lnTo>
                  <a:pt x="184" y="289"/>
                </a:lnTo>
                <a:lnTo>
                  <a:pt x="183" y="289"/>
                </a:lnTo>
                <a:lnTo>
                  <a:pt x="183" y="288"/>
                </a:lnTo>
                <a:lnTo>
                  <a:pt x="182" y="288"/>
                </a:lnTo>
                <a:lnTo>
                  <a:pt x="182" y="289"/>
                </a:lnTo>
                <a:lnTo>
                  <a:pt x="181" y="289"/>
                </a:lnTo>
                <a:lnTo>
                  <a:pt x="180" y="289"/>
                </a:lnTo>
                <a:lnTo>
                  <a:pt x="180" y="290"/>
                </a:lnTo>
                <a:lnTo>
                  <a:pt x="180" y="291"/>
                </a:lnTo>
                <a:lnTo>
                  <a:pt x="180" y="292"/>
                </a:lnTo>
                <a:lnTo>
                  <a:pt x="180" y="293"/>
                </a:lnTo>
                <a:lnTo>
                  <a:pt x="179" y="293"/>
                </a:lnTo>
                <a:lnTo>
                  <a:pt x="178" y="294"/>
                </a:lnTo>
                <a:lnTo>
                  <a:pt x="178" y="295"/>
                </a:lnTo>
                <a:lnTo>
                  <a:pt x="177" y="296"/>
                </a:lnTo>
                <a:lnTo>
                  <a:pt x="177" y="297"/>
                </a:lnTo>
                <a:lnTo>
                  <a:pt x="176" y="298"/>
                </a:lnTo>
                <a:lnTo>
                  <a:pt x="174" y="300"/>
                </a:lnTo>
                <a:lnTo>
                  <a:pt x="174" y="301"/>
                </a:lnTo>
                <a:lnTo>
                  <a:pt x="173" y="300"/>
                </a:lnTo>
                <a:lnTo>
                  <a:pt x="172" y="300"/>
                </a:lnTo>
                <a:lnTo>
                  <a:pt x="172" y="301"/>
                </a:lnTo>
                <a:lnTo>
                  <a:pt x="171" y="301"/>
                </a:lnTo>
                <a:lnTo>
                  <a:pt x="171" y="302"/>
                </a:lnTo>
                <a:lnTo>
                  <a:pt x="170" y="303"/>
                </a:lnTo>
                <a:lnTo>
                  <a:pt x="169" y="303"/>
                </a:lnTo>
                <a:lnTo>
                  <a:pt x="169" y="304"/>
                </a:lnTo>
                <a:lnTo>
                  <a:pt x="168" y="304"/>
                </a:lnTo>
                <a:lnTo>
                  <a:pt x="168" y="305"/>
                </a:lnTo>
                <a:lnTo>
                  <a:pt x="169" y="304"/>
                </a:lnTo>
                <a:lnTo>
                  <a:pt x="170" y="305"/>
                </a:lnTo>
                <a:lnTo>
                  <a:pt x="170" y="306"/>
                </a:lnTo>
                <a:lnTo>
                  <a:pt x="169" y="306"/>
                </a:lnTo>
                <a:lnTo>
                  <a:pt x="169" y="307"/>
                </a:lnTo>
                <a:lnTo>
                  <a:pt x="168" y="307"/>
                </a:lnTo>
                <a:lnTo>
                  <a:pt x="167" y="306"/>
                </a:lnTo>
                <a:lnTo>
                  <a:pt x="166" y="306"/>
                </a:lnTo>
                <a:lnTo>
                  <a:pt x="166" y="307"/>
                </a:lnTo>
                <a:lnTo>
                  <a:pt x="165" y="308"/>
                </a:lnTo>
                <a:lnTo>
                  <a:pt x="165" y="309"/>
                </a:lnTo>
                <a:lnTo>
                  <a:pt x="164" y="309"/>
                </a:lnTo>
                <a:lnTo>
                  <a:pt x="163" y="309"/>
                </a:lnTo>
                <a:lnTo>
                  <a:pt x="162" y="309"/>
                </a:lnTo>
                <a:lnTo>
                  <a:pt x="161" y="309"/>
                </a:lnTo>
                <a:lnTo>
                  <a:pt x="161" y="310"/>
                </a:lnTo>
                <a:lnTo>
                  <a:pt x="160" y="310"/>
                </a:lnTo>
                <a:lnTo>
                  <a:pt x="159" y="310"/>
                </a:lnTo>
                <a:lnTo>
                  <a:pt x="160" y="311"/>
                </a:lnTo>
                <a:lnTo>
                  <a:pt x="161" y="312"/>
                </a:lnTo>
                <a:lnTo>
                  <a:pt x="161" y="313"/>
                </a:lnTo>
                <a:lnTo>
                  <a:pt x="161" y="312"/>
                </a:lnTo>
                <a:lnTo>
                  <a:pt x="160" y="312"/>
                </a:lnTo>
                <a:lnTo>
                  <a:pt x="159" y="312"/>
                </a:lnTo>
                <a:lnTo>
                  <a:pt x="159" y="313"/>
                </a:lnTo>
                <a:lnTo>
                  <a:pt x="160" y="313"/>
                </a:lnTo>
                <a:lnTo>
                  <a:pt x="160" y="314"/>
                </a:lnTo>
                <a:lnTo>
                  <a:pt x="161" y="315"/>
                </a:lnTo>
                <a:lnTo>
                  <a:pt x="161" y="316"/>
                </a:lnTo>
                <a:lnTo>
                  <a:pt x="160" y="316"/>
                </a:lnTo>
                <a:lnTo>
                  <a:pt x="160" y="317"/>
                </a:lnTo>
                <a:lnTo>
                  <a:pt x="158" y="316"/>
                </a:lnTo>
                <a:lnTo>
                  <a:pt x="158" y="317"/>
                </a:lnTo>
                <a:lnTo>
                  <a:pt x="157" y="318"/>
                </a:lnTo>
                <a:lnTo>
                  <a:pt x="158" y="319"/>
                </a:lnTo>
                <a:lnTo>
                  <a:pt x="158" y="320"/>
                </a:lnTo>
                <a:lnTo>
                  <a:pt x="158" y="319"/>
                </a:lnTo>
                <a:lnTo>
                  <a:pt x="159" y="319"/>
                </a:lnTo>
                <a:lnTo>
                  <a:pt x="159" y="320"/>
                </a:lnTo>
                <a:lnTo>
                  <a:pt x="159" y="321"/>
                </a:lnTo>
                <a:lnTo>
                  <a:pt x="158" y="321"/>
                </a:lnTo>
                <a:lnTo>
                  <a:pt x="157" y="322"/>
                </a:lnTo>
                <a:lnTo>
                  <a:pt x="156" y="322"/>
                </a:lnTo>
                <a:lnTo>
                  <a:pt x="155" y="323"/>
                </a:lnTo>
                <a:lnTo>
                  <a:pt x="154" y="323"/>
                </a:lnTo>
                <a:lnTo>
                  <a:pt x="153" y="324"/>
                </a:lnTo>
                <a:lnTo>
                  <a:pt x="151" y="325"/>
                </a:lnTo>
                <a:lnTo>
                  <a:pt x="150" y="326"/>
                </a:lnTo>
                <a:lnTo>
                  <a:pt x="151" y="326"/>
                </a:lnTo>
                <a:lnTo>
                  <a:pt x="151" y="327"/>
                </a:lnTo>
                <a:lnTo>
                  <a:pt x="151" y="328"/>
                </a:lnTo>
                <a:lnTo>
                  <a:pt x="152" y="329"/>
                </a:lnTo>
                <a:lnTo>
                  <a:pt x="152" y="330"/>
                </a:lnTo>
                <a:lnTo>
                  <a:pt x="152" y="331"/>
                </a:lnTo>
                <a:lnTo>
                  <a:pt x="151" y="332"/>
                </a:lnTo>
                <a:lnTo>
                  <a:pt x="152" y="332"/>
                </a:lnTo>
                <a:lnTo>
                  <a:pt x="151" y="333"/>
                </a:lnTo>
                <a:lnTo>
                  <a:pt x="151" y="334"/>
                </a:lnTo>
                <a:lnTo>
                  <a:pt x="151" y="335"/>
                </a:lnTo>
                <a:lnTo>
                  <a:pt x="150" y="335"/>
                </a:lnTo>
                <a:lnTo>
                  <a:pt x="149" y="334"/>
                </a:lnTo>
                <a:lnTo>
                  <a:pt x="149" y="335"/>
                </a:lnTo>
                <a:lnTo>
                  <a:pt x="148" y="336"/>
                </a:lnTo>
                <a:lnTo>
                  <a:pt x="147" y="336"/>
                </a:lnTo>
                <a:lnTo>
                  <a:pt x="147" y="337"/>
                </a:lnTo>
                <a:lnTo>
                  <a:pt x="146" y="337"/>
                </a:lnTo>
                <a:lnTo>
                  <a:pt x="146" y="338"/>
                </a:lnTo>
                <a:lnTo>
                  <a:pt x="145" y="338"/>
                </a:lnTo>
                <a:lnTo>
                  <a:pt x="143" y="338"/>
                </a:lnTo>
                <a:lnTo>
                  <a:pt x="142" y="338"/>
                </a:lnTo>
                <a:lnTo>
                  <a:pt x="141" y="338"/>
                </a:lnTo>
                <a:lnTo>
                  <a:pt x="140" y="338"/>
                </a:lnTo>
                <a:lnTo>
                  <a:pt x="139" y="338"/>
                </a:lnTo>
                <a:lnTo>
                  <a:pt x="139" y="339"/>
                </a:lnTo>
                <a:lnTo>
                  <a:pt x="138" y="339"/>
                </a:lnTo>
                <a:lnTo>
                  <a:pt x="137" y="339"/>
                </a:lnTo>
                <a:lnTo>
                  <a:pt x="136" y="339"/>
                </a:lnTo>
                <a:lnTo>
                  <a:pt x="135" y="339"/>
                </a:lnTo>
                <a:lnTo>
                  <a:pt x="134" y="339"/>
                </a:lnTo>
                <a:lnTo>
                  <a:pt x="134" y="340"/>
                </a:lnTo>
                <a:lnTo>
                  <a:pt x="133" y="340"/>
                </a:lnTo>
                <a:lnTo>
                  <a:pt x="132" y="340"/>
                </a:lnTo>
                <a:lnTo>
                  <a:pt x="133" y="340"/>
                </a:lnTo>
                <a:lnTo>
                  <a:pt x="133" y="341"/>
                </a:lnTo>
                <a:lnTo>
                  <a:pt x="132" y="341"/>
                </a:lnTo>
                <a:lnTo>
                  <a:pt x="132" y="342"/>
                </a:lnTo>
                <a:lnTo>
                  <a:pt x="131" y="342"/>
                </a:lnTo>
                <a:lnTo>
                  <a:pt x="130" y="343"/>
                </a:lnTo>
                <a:lnTo>
                  <a:pt x="129" y="343"/>
                </a:lnTo>
                <a:lnTo>
                  <a:pt x="128" y="343"/>
                </a:lnTo>
                <a:lnTo>
                  <a:pt x="127" y="344"/>
                </a:lnTo>
                <a:lnTo>
                  <a:pt x="126" y="344"/>
                </a:lnTo>
                <a:lnTo>
                  <a:pt x="125" y="344"/>
                </a:lnTo>
                <a:lnTo>
                  <a:pt x="125" y="345"/>
                </a:lnTo>
                <a:lnTo>
                  <a:pt x="124" y="345"/>
                </a:lnTo>
                <a:lnTo>
                  <a:pt x="123" y="346"/>
                </a:lnTo>
                <a:lnTo>
                  <a:pt x="122" y="346"/>
                </a:lnTo>
                <a:lnTo>
                  <a:pt x="121" y="346"/>
                </a:lnTo>
                <a:lnTo>
                  <a:pt x="120" y="346"/>
                </a:lnTo>
                <a:lnTo>
                  <a:pt x="120" y="347"/>
                </a:lnTo>
                <a:lnTo>
                  <a:pt x="119" y="347"/>
                </a:lnTo>
                <a:lnTo>
                  <a:pt x="117" y="348"/>
                </a:lnTo>
                <a:lnTo>
                  <a:pt x="116" y="348"/>
                </a:lnTo>
                <a:lnTo>
                  <a:pt x="114" y="349"/>
                </a:lnTo>
                <a:lnTo>
                  <a:pt x="112" y="349"/>
                </a:lnTo>
                <a:lnTo>
                  <a:pt x="111" y="349"/>
                </a:lnTo>
                <a:lnTo>
                  <a:pt x="110" y="350"/>
                </a:lnTo>
                <a:lnTo>
                  <a:pt x="109" y="350"/>
                </a:lnTo>
                <a:lnTo>
                  <a:pt x="108" y="350"/>
                </a:lnTo>
                <a:lnTo>
                  <a:pt x="109" y="351"/>
                </a:lnTo>
                <a:lnTo>
                  <a:pt x="108" y="351"/>
                </a:lnTo>
                <a:lnTo>
                  <a:pt x="107" y="351"/>
                </a:lnTo>
                <a:lnTo>
                  <a:pt x="106" y="351"/>
                </a:lnTo>
                <a:lnTo>
                  <a:pt x="105" y="351"/>
                </a:lnTo>
                <a:lnTo>
                  <a:pt x="104" y="352"/>
                </a:lnTo>
                <a:lnTo>
                  <a:pt x="102" y="352"/>
                </a:lnTo>
                <a:lnTo>
                  <a:pt x="101" y="353"/>
                </a:lnTo>
                <a:lnTo>
                  <a:pt x="100" y="353"/>
                </a:lnTo>
                <a:lnTo>
                  <a:pt x="99" y="354"/>
                </a:lnTo>
                <a:lnTo>
                  <a:pt x="98" y="355"/>
                </a:lnTo>
                <a:lnTo>
                  <a:pt x="97" y="356"/>
                </a:lnTo>
                <a:lnTo>
                  <a:pt x="97" y="357"/>
                </a:lnTo>
                <a:lnTo>
                  <a:pt x="98" y="358"/>
                </a:lnTo>
                <a:lnTo>
                  <a:pt x="96" y="359"/>
                </a:lnTo>
                <a:lnTo>
                  <a:pt x="95" y="359"/>
                </a:lnTo>
                <a:lnTo>
                  <a:pt x="94" y="359"/>
                </a:lnTo>
                <a:lnTo>
                  <a:pt x="93" y="359"/>
                </a:lnTo>
                <a:lnTo>
                  <a:pt x="92" y="359"/>
                </a:lnTo>
                <a:lnTo>
                  <a:pt x="91" y="358"/>
                </a:lnTo>
                <a:lnTo>
                  <a:pt x="91" y="357"/>
                </a:lnTo>
                <a:lnTo>
                  <a:pt x="92" y="357"/>
                </a:lnTo>
                <a:lnTo>
                  <a:pt x="92" y="356"/>
                </a:lnTo>
                <a:lnTo>
                  <a:pt x="92" y="355"/>
                </a:lnTo>
                <a:lnTo>
                  <a:pt x="91" y="355"/>
                </a:lnTo>
                <a:lnTo>
                  <a:pt x="91" y="354"/>
                </a:lnTo>
                <a:lnTo>
                  <a:pt x="89" y="354"/>
                </a:lnTo>
                <a:lnTo>
                  <a:pt x="89" y="353"/>
                </a:lnTo>
                <a:lnTo>
                  <a:pt x="88" y="353"/>
                </a:lnTo>
                <a:lnTo>
                  <a:pt x="88" y="354"/>
                </a:lnTo>
                <a:lnTo>
                  <a:pt x="87" y="354"/>
                </a:lnTo>
                <a:lnTo>
                  <a:pt x="86" y="354"/>
                </a:lnTo>
                <a:lnTo>
                  <a:pt x="85" y="353"/>
                </a:lnTo>
                <a:lnTo>
                  <a:pt x="84" y="352"/>
                </a:lnTo>
                <a:lnTo>
                  <a:pt x="84" y="351"/>
                </a:lnTo>
                <a:lnTo>
                  <a:pt x="84" y="350"/>
                </a:lnTo>
                <a:lnTo>
                  <a:pt x="83" y="349"/>
                </a:lnTo>
                <a:lnTo>
                  <a:pt x="82" y="348"/>
                </a:lnTo>
                <a:lnTo>
                  <a:pt x="81" y="348"/>
                </a:lnTo>
                <a:lnTo>
                  <a:pt x="81" y="347"/>
                </a:lnTo>
                <a:lnTo>
                  <a:pt x="82" y="347"/>
                </a:lnTo>
                <a:lnTo>
                  <a:pt x="83" y="346"/>
                </a:lnTo>
                <a:lnTo>
                  <a:pt x="83" y="345"/>
                </a:lnTo>
                <a:lnTo>
                  <a:pt x="84" y="344"/>
                </a:lnTo>
                <a:lnTo>
                  <a:pt x="84" y="343"/>
                </a:lnTo>
                <a:lnTo>
                  <a:pt x="83" y="341"/>
                </a:lnTo>
                <a:lnTo>
                  <a:pt x="83" y="340"/>
                </a:lnTo>
                <a:lnTo>
                  <a:pt x="83" y="339"/>
                </a:lnTo>
                <a:lnTo>
                  <a:pt x="82" y="337"/>
                </a:lnTo>
                <a:lnTo>
                  <a:pt x="80" y="337"/>
                </a:lnTo>
                <a:lnTo>
                  <a:pt x="80" y="338"/>
                </a:lnTo>
                <a:lnTo>
                  <a:pt x="79" y="338"/>
                </a:lnTo>
                <a:lnTo>
                  <a:pt x="79" y="337"/>
                </a:lnTo>
                <a:lnTo>
                  <a:pt x="78" y="337"/>
                </a:lnTo>
                <a:lnTo>
                  <a:pt x="75" y="336"/>
                </a:lnTo>
                <a:lnTo>
                  <a:pt x="75" y="335"/>
                </a:lnTo>
                <a:lnTo>
                  <a:pt x="75" y="334"/>
                </a:lnTo>
                <a:lnTo>
                  <a:pt x="74" y="334"/>
                </a:lnTo>
                <a:lnTo>
                  <a:pt x="73" y="334"/>
                </a:lnTo>
                <a:lnTo>
                  <a:pt x="73" y="335"/>
                </a:lnTo>
                <a:lnTo>
                  <a:pt x="72" y="335"/>
                </a:lnTo>
                <a:lnTo>
                  <a:pt x="71" y="336"/>
                </a:lnTo>
                <a:lnTo>
                  <a:pt x="70" y="336"/>
                </a:lnTo>
                <a:lnTo>
                  <a:pt x="70" y="335"/>
                </a:lnTo>
                <a:lnTo>
                  <a:pt x="71" y="335"/>
                </a:lnTo>
                <a:lnTo>
                  <a:pt x="71" y="334"/>
                </a:lnTo>
                <a:lnTo>
                  <a:pt x="71" y="333"/>
                </a:lnTo>
                <a:lnTo>
                  <a:pt x="72" y="333"/>
                </a:lnTo>
                <a:lnTo>
                  <a:pt x="72" y="332"/>
                </a:lnTo>
                <a:lnTo>
                  <a:pt x="73" y="331"/>
                </a:lnTo>
                <a:lnTo>
                  <a:pt x="72" y="329"/>
                </a:lnTo>
                <a:lnTo>
                  <a:pt x="71" y="328"/>
                </a:lnTo>
                <a:lnTo>
                  <a:pt x="70" y="328"/>
                </a:lnTo>
                <a:lnTo>
                  <a:pt x="70" y="327"/>
                </a:lnTo>
                <a:lnTo>
                  <a:pt x="69" y="327"/>
                </a:lnTo>
                <a:lnTo>
                  <a:pt x="69" y="326"/>
                </a:lnTo>
                <a:lnTo>
                  <a:pt x="70" y="326"/>
                </a:lnTo>
                <a:lnTo>
                  <a:pt x="69" y="326"/>
                </a:lnTo>
                <a:lnTo>
                  <a:pt x="69" y="325"/>
                </a:lnTo>
                <a:lnTo>
                  <a:pt x="69" y="324"/>
                </a:lnTo>
                <a:lnTo>
                  <a:pt x="68" y="324"/>
                </a:lnTo>
                <a:lnTo>
                  <a:pt x="67" y="323"/>
                </a:lnTo>
                <a:lnTo>
                  <a:pt x="68" y="322"/>
                </a:lnTo>
                <a:lnTo>
                  <a:pt x="68" y="321"/>
                </a:lnTo>
                <a:lnTo>
                  <a:pt x="67" y="321"/>
                </a:lnTo>
                <a:lnTo>
                  <a:pt x="67" y="320"/>
                </a:lnTo>
                <a:lnTo>
                  <a:pt x="66" y="320"/>
                </a:lnTo>
                <a:lnTo>
                  <a:pt x="66" y="319"/>
                </a:lnTo>
                <a:lnTo>
                  <a:pt x="67" y="319"/>
                </a:lnTo>
                <a:lnTo>
                  <a:pt x="68" y="318"/>
                </a:lnTo>
                <a:lnTo>
                  <a:pt x="68" y="317"/>
                </a:lnTo>
                <a:lnTo>
                  <a:pt x="68" y="316"/>
                </a:lnTo>
                <a:lnTo>
                  <a:pt x="68" y="315"/>
                </a:lnTo>
                <a:lnTo>
                  <a:pt x="67" y="315"/>
                </a:lnTo>
                <a:lnTo>
                  <a:pt x="67" y="314"/>
                </a:lnTo>
                <a:lnTo>
                  <a:pt x="68" y="313"/>
                </a:lnTo>
                <a:lnTo>
                  <a:pt x="68" y="311"/>
                </a:lnTo>
                <a:lnTo>
                  <a:pt x="67" y="310"/>
                </a:lnTo>
                <a:lnTo>
                  <a:pt x="66" y="310"/>
                </a:lnTo>
                <a:lnTo>
                  <a:pt x="65" y="308"/>
                </a:lnTo>
                <a:lnTo>
                  <a:pt x="65" y="307"/>
                </a:lnTo>
                <a:lnTo>
                  <a:pt x="64" y="307"/>
                </a:lnTo>
                <a:lnTo>
                  <a:pt x="64" y="306"/>
                </a:lnTo>
                <a:lnTo>
                  <a:pt x="63" y="306"/>
                </a:lnTo>
                <a:lnTo>
                  <a:pt x="64" y="305"/>
                </a:lnTo>
                <a:lnTo>
                  <a:pt x="65" y="305"/>
                </a:lnTo>
                <a:lnTo>
                  <a:pt x="65" y="304"/>
                </a:lnTo>
                <a:lnTo>
                  <a:pt x="64" y="304"/>
                </a:lnTo>
                <a:lnTo>
                  <a:pt x="64" y="303"/>
                </a:lnTo>
                <a:lnTo>
                  <a:pt x="63" y="303"/>
                </a:lnTo>
                <a:lnTo>
                  <a:pt x="63" y="302"/>
                </a:lnTo>
                <a:lnTo>
                  <a:pt x="62" y="302"/>
                </a:lnTo>
                <a:lnTo>
                  <a:pt x="61" y="302"/>
                </a:lnTo>
                <a:lnTo>
                  <a:pt x="60" y="302"/>
                </a:lnTo>
                <a:lnTo>
                  <a:pt x="59" y="302"/>
                </a:lnTo>
                <a:lnTo>
                  <a:pt x="59" y="303"/>
                </a:lnTo>
                <a:lnTo>
                  <a:pt x="58" y="303"/>
                </a:lnTo>
                <a:lnTo>
                  <a:pt x="58" y="304"/>
                </a:lnTo>
                <a:lnTo>
                  <a:pt x="57" y="304"/>
                </a:lnTo>
                <a:lnTo>
                  <a:pt x="56" y="303"/>
                </a:lnTo>
                <a:lnTo>
                  <a:pt x="55" y="303"/>
                </a:lnTo>
                <a:lnTo>
                  <a:pt x="55" y="304"/>
                </a:lnTo>
                <a:lnTo>
                  <a:pt x="54" y="304"/>
                </a:lnTo>
                <a:lnTo>
                  <a:pt x="54" y="303"/>
                </a:lnTo>
                <a:lnTo>
                  <a:pt x="53" y="303"/>
                </a:lnTo>
                <a:lnTo>
                  <a:pt x="52" y="303"/>
                </a:lnTo>
                <a:lnTo>
                  <a:pt x="51" y="304"/>
                </a:lnTo>
                <a:lnTo>
                  <a:pt x="50" y="305"/>
                </a:lnTo>
                <a:lnTo>
                  <a:pt x="49" y="305"/>
                </a:lnTo>
                <a:lnTo>
                  <a:pt x="49" y="304"/>
                </a:lnTo>
                <a:lnTo>
                  <a:pt x="49" y="303"/>
                </a:lnTo>
                <a:lnTo>
                  <a:pt x="50" y="303"/>
                </a:lnTo>
                <a:lnTo>
                  <a:pt x="49" y="303"/>
                </a:lnTo>
                <a:lnTo>
                  <a:pt x="49" y="302"/>
                </a:lnTo>
                <a:lnTo>
                  <a:pt x="48" y="302"/>
                </a:lnTo>
                <a:lnTo>
                  <a:pt x="47" y="302"/>
                </a:lnTo>
                <a:lnTo>
                  <a:pt x="46" y="303"/>
                </a:lnTo>
                <a:lnTo>
                  <a:pt x="45" y="304"/>
                </a:lnTo>
                <a:lnTo>
                  <a:pt x="44" y="304"/>
                </a:lnTo>
                <a:lnTo>
                  <a:pt x="43" y="304"/>
                </a:lnTo>
                <a:lnTo>
                  <a:pt x="42" y="304"/>
                </a:lnTo>
                <a:lnTo>
                  <a:pt x="41" y="304"/>
                </a:lnTo>
                <a:lnTo>
                  <a:pt x="40" y="304"/>
                </a:lnTo>
                <a:lnTo>
                  <a:pt x="40" y="303"/>
                </a:lnTo>
                <a:lnTo>
                  <a:pt x="39" y="303"/>
                </a:lnTo>
                <a:lnTo>
                  <a:pt x="38" y="303"/>
                </a:lnTo>
                <a:lnTo>
                  <a:pt x="37" y="303"/>
                </a:lnTo>
                <a:lnTo>
                  <a:pt x="37" y="302"/>
                </a:lnTo>
                <a:lnTo>
                  <a:pt x="36" y="302"/>
                </a:lnTo>
                <a:lnTo>
                  <a:pt x="35" y="301"/>
                </a:lnTo>
                <a:lnTo>
                  <a:pt x="35" y="300"/>
                </a:lnTo>
                <a:lnTo>
                  <a:pt x="34" y="300"/>
                </a:lnTo>
                <a:lnTo>
                  <a:pt x="34" y="299"/>
                </a:lnTo>
                <a:lnTo>
                  <a:pt x="35" y="298"/>
                </a:lnTo>
                <a:lnTo>
                  <a:pt x="36" y="298"/>
                </a:lnTo>
                <a:lnTo>
                  <a:pt x="36" y="297"/>
                </a:lnTo>
                <a:lnTo>
                  <a:pt x="35" y="297"/>
                </a:lnTo>
                <a:lnTo>
                  <a:pt x="35" y="296"/>
                </a:lnTo>
                <a:lnTo>
                  <a:pt x="33" y="296"/>
                </a:lnTo>
                <a:lnTo>
                  <a:pt x="32" y="296"/>
                </a:lnTo>
                <a:lnTo>
                  <a:pt x="32" y="297"/>
                </a:lnTo>
                <a:lnTo>
                  <a:pt x="31" y="297"/>
                </a:lnTo>
                <a:lnTo>
                  <a:pt x="31" y="296"/>
                </a:lnTo>
                <a:lnTo>
                  <a:pt x="30" y="296"/>
                </a:lnTo>
                <a:lnTo>
                  <a:pt x="29" y="297"/>
                </a:lnTo>
                <a:lnTo>
                  <a:pt x="28" y="297"/>
                </a:lnTo>
                <a:lnTo>
                  <a:pt x="28" y="296"/>
                </a:lnTo>
                <a:lnTo>
                  <a:pt x="28" y="295"/>
                </a:lnTo>
                <a:lnTo>
                  <a:pt x="28" y="294"/>
                </a:lnTo>
                <a:lnTo>
                  <a:pt x="27" y="294"/>
                </a:lnTo>
                <a:lnTo>
                  <a:pt x="28" y="293"/>
                </a:lnTo>
                <a:lnTo>
                  <a:pt x="28" y="292"/>
                </a:lnTo>
                <a:lnTo>
                  <a:pt x="29" y="292"/>
                </a:lnTo>
                <a:lnTo>
                  <a:pt x="30" y="292"/>
                </a:lnTo>
                <a:lnTo>
                  <a:pt x="31" y="291"/>
                </a:lnTo>
                <a:lnTo>
                  <a:pt x="31" y="290"/>
                </a:lnTo>
                <a:lnTo>
                  <a:pt x="31" y="289"/>
                </a:lnTo>
                <a:lnTo>
                  <a:pt x="30" y="288"/>
                </a:lnTo>
                <a:lnTo>
                  <a:pt x="29" y="287"/>
                </a:lnTo>
                <a:lnTo>
                  <a:pt x="28" y="287"/>
                </a:lnTo>
                <a:lnTo>
                  <a:pt x="28" y="288"/>
                </a:lnTo>
                <a:lnTo>
                  <a:pt x="27" y="289"/>
                </a:lnTo>
                <a:lnTo>
                  <a:pt x="26" y="289"/>
                </a:lnTo>
                <a:lnTo>
                  <a:pt x="25" y="290"/>
                </a:lnTo>
                <a:lnTo>
                  <a:pt x="24" y="290"/>
                </a:lnTo>
                <a:lnTo>
                  <a:pt x="24" y="291"/>
                </a:lnTo>
                <a:lnTo>
                  <a:pt x="23" y="290"/>
                </a:lnTo>
                <a:lnTo>
                  <a:pt x="22" y="290"/>
                </a:lnTo>
                <a:lnTo>
                  <a:pt x="22" y="289"/>
                </a:lnTo>
                <a:lnTo>
                  <a:pt x="21" y="289"/>
                </a:lnTo>
                <a:lnTo>
                  <a:pt x="20" y="290"/>
                </a:lnTo>
                <a:lnTo>
                  <a:pt x="20" y="291"/>
                </a:lnTo>
                <a:lnTo>
                  <a:pt x="19" y="290"/>
                </a:lnTo>
                <a:lnTo>
                  <a:pt x="19" y="289"/>
                </a:lnTo>
                <a:lnTo>
                  <a:pt x="18" y="289"/>
                </a:lnTo>
                <a:lnTo>
                  <a:pt x="17" y="288"/>
                </a:lnTo>
                <a:lnTo>
                  <a:pt x="16" y="288"/>
                </a:lnTo>
                <a:lnTo>
                  <a:pt x="15" y="288"/>
                </a:lnTo>
                <a:lnTo>
                  <a:pt x="14" y="288"/>
                </a:lnTo>
                <a:lnTo>
                  <a:pt x="14" y="287"/>
                </a:lnTo>
                <a:lnTo>
                  <a:pt x="13" y="287"/>
                </a:lnTo>
                <a:lnTo>
                  <a:pt x="12" y="286"/>
                </a:lnTo>
                <a:lnTo>
                  <a:pt x="11" y="285"/>
                </a:lnTo>
                <a:lnTo>
                  <a:pt x="10" y="285"/>
                </a:lnTo>
                <a:lnTo>
                  <a:pt x="10" y="284"/>
                </a:lnTo>
                <a:lnTo>
                  <a:pt x="10" y="282"/>
                </a:lnTo>
                <a:lnTo>
                  <a:pt x="9" y="282"/>
                </a:lnTo>
                <a:lnTo>
                  <a:pt x="8" y="282"/>
                </a:lnTo>
                <a:lnTo>
                  <a:pt x="7" y="281"/>
                </a:lnTo>
                <a:lnTo>
                  <a:pt x="6" y="281"/>
                </a:lnTo>
                <a:lnTo>
                  <a:pt x="5" y="281"/>
                </a:lnTo>
                <a:lnTo>
                  <a:pt x="6" y="280"/>
                </a:lnTo>
                <a:lnTo>
                  <a:pt x="6" y="279"/>
                </a:lnTo>
                <a:lnTo>
                  <a:pt x="5" y="279"/>
                </a:lnTo>
                <a:lnTo>
                  <a:pt x="4" y="279"/>
                </a:lnTo>
                <a:lnTo>
                  <a:pt x="3" y="278"/>
                </a:lnTo>
                <a:lnTo>
                  <a:pt x="2" y="277"/>
                </a:lnTo>
                <a:lnTo>
                  <a:pt x="1" y="276"/>
                </a:lnTo>
                <a:lnTo>
                  <a:pt x="1" y="277"/>
                </a:lnTo>
                <a:lnTo>
                  <a:pt x="0" y="275"/>
                </a:lnTo>
                <a:lnTo>
                  <a:pt x="0" y="274"/>
                </a:lnTo>
                <a:lnTo>
                  <a:pt x="1" y="274"/>
                </a:lnTo>
                <a:lnTo>
                  <a:pt x="1" y="273"/>
                </a:lnTo>
                <a:lnTo>
                  <a:pt x="1" y="272"/>
                </a:lnTo>
                <a:lnTo>
                  <a:pt x="2" y="272"/>
                </a:lnTo>
                <a:lnTo>
                  <a:pt x="3" y="271"/>
                </a:lnTo>
                <a:lnTo>
                  <a:pt x="3" y="270"/>
                </a:lnTo>
                <a:lnTo>
                  <a:pt x="4" y="269"/>
                </a:lnTo>
                <a:lnTo>
                  <a:pt x="4" y="267"/>
                </a:lnTo>
                <a:lnTo>
                  <a:pt x="4" y="265"/>
                </a:lnTo>
                <a:lnTo>
                  <a:pt x="4" y="264"/>
                </a:lnTo>
                <a:lnTo>
                  <a:pt x="5" y="264"/>
                </a:lnTo>
                <a:lnTo>
                  <a:pt x="5" y="263"/>
                </a:lnTo>
                <a:lnTo>
                  <a:pt x="5" y="262"/>
                </a:lnTo>
                <a:lnTo>
                  <a:pt x="5" y="261"/>
                </a:lnTo>
                <a:lnTo>
                  <a:pt x="5" y="260"/>
                </a:lnTo>
                <a:lnTo>
                  <a:pt x="7" y="259"/>
                </a:lnTo>
                <a:lnTo>
                  <a:pt x="8" y="260"/>
                </a:lnTo>
                <a:lnTo>
                  <a:pt x="9" y="261"/>
                </a:lnTo>
                <a:lnTo>
                  <a:pt x="12" y="260"/>
                </a:lnTo>
                <a:lnTo>
                  <a:pt x="13" y="260"/>
                </a:lnTo>
                <a:lnTo>
                  <a:pt x="14" y="259"/>
                </a:lnTo>
                <a:lnTo>
                  <a:pt x="15" y="259"/>
                </a:lnTo>
                <a:lnTo>
                  <a:pt x="15" y="258"/>
                </a:lnTo>
                <a:lnTo>
                  <a:pt x="16" y="258"/>
                </a:lnTo>
                <a:lnTo>
                  <a:pt x="16" y="257"/>
                </a:lnTo>
                <a:lnTo>
                  <a:pt x="16" y="256"/>
                </a:lnTo>
                <a:lnTo>
                  <a:pt x="16" y="255"/>
                </a:lnTo>
                <a:lnTo>
                  <a:pt x="14" y="255"/>
                </a:lnTo>
                <a:lnTo>
                  <a:pt x="13" y="255"/>
                </a:lnTo>
                <a:lnTo>
                  <a:pt x="12" y="255"/>
                </a:lnTo>
                <a:lnTo>
                  <a:pt x="11" y="254"/>
                </a:lnTo>
                <a:lnTo>
                  <a:pt x="10" y="254"/>
                </a:lnTo>
                <a:lnTo>
                  <a:pt x="9" y="253"/>
                </a:lnTo>
                <a:lnTo>
                  <a:pt x="8" y="252"/>
                </a:lnTo>
                <a:lnTo>
                  <a:pt x="8" y="251"/>
                </a:lnTo>
                <a:lnTo>
                  <a:pt x="9" y="251"/>
                </a:lnTo>
                <a:lnTo>
                  <a:pt x="9" y="250"/>
                </a:lnTo>
                <a:lnTo>
                  <a:pt x="10" y="249"/>
                </a:lnTo>
                <a:lnTo>
                  <a:pt x="11" y="249"/>
                </a:lnTo>
                <a:lnTo>
                  <a:pt x="11" y="248"/>
                </a:lnTo>
                <a:lnTo>
                  <a:pt x="13" y="248"/>
                </a:lnTo>
                <a:lnTo>
                  <a:pt x="13" y="249"/>
                </a:lnTo>
                <a:lnTo>
                  <a:pt x="14" y="249"/>
                </a:lnTo>
                <a:lnTo>
                  <a:pt x="15" y="249"/>
                </a:lnTo>
                <a:lnTo>
                  <a:pt x="16" y="249"/>
                </a:lnTo>
                <a:lnTo>
                  <a:pt x="17" y="250"/>
                </a:lnTo>
                <a:lnTo>
                  <a:pt x="18" y="249"/>
                </a:lnTo>
                <a:lnTo>
                  <a:pt x="18" y="248"/>
                </a:lnTo>
                <a:lnTo>
                  <a:pt x="19" y="248"/>
                </a:lnTo>
                <a:lnTo>
                  <a:pt x="19" y="249"/>
                </a:lnTo>
                <a:lnTo>
                  <a:pt x="20" y="249"/>
                </a:lnTo>
                <a:lnTo>
                  <a:pt x="21" y="249"/>
                </a:lnTo>
                <a:lnTo>
                  <a:pt x="21" y="248"/>
                </a:lnTo>
                <a:lnTo>
                  <a:pt x="21" y="247"/>
                </a:lnTo>
                <a:lnTo>
                  <a:pt x="21" y="246"/>
                </a:lnTo>
                <a:lnTo>
                  <a:pt x="21" y="245"/>
                </a:lnTo>
                <a:lnTo>
                  <a:pt x="22" y="244"/>
                </a:lnTo>
                <a:lnTo>
                  <a:pt x="22" y="243"/>
                </a:lnTo>
                <a:lnTo>
                  <a:pt x="21" y="243"/>
                </a:lnTo>
                <a:lnTo>
                  <a:pt x="21" y="242"/>
                </a:lnTo>
                <a:lnTo>
                  <a:pt x="22" y="242"/>
                </a:lnTo>
                <a:lnTo>
                  <a:pt x="23" y="243"/>
                </a:lnTo>
                <a:lnTo>
                  <a:pt x="25" y="242"/>
                </a:lnTo>
                <a:lnTo>
                  <a:pt x="26" y="242"/>
                </a:lnTo>
                <a:lnTo>
                  <a:pt x="27" y="241"/>
                </a:lnTo>
                <a:lnTo>
                  <a:pt x="27" y="240"/>
                </a:lnTo>
                <a:lnTo>
                  <a:pt x="28" y="239"/>
                </a:lnTo>
                <a:lnTo>
                  <a:pt x="29" y="239"/>
                </a:lnTo>
                <a:lnTo>
                  <a:pt x="31" y="237"/>
                </a:lnTo>
                <a:lnTo>
                  <a:pt x="32" y="237"/>
                </a:lnTo>
                <a:lnTo>
                  <a:pt x="32" y="236"/>
                </a:lnTo>
                <a:lnTo>
                  <a:pt x="32" y="235"/>
                </a:lnTo>
                <a:lnTo>
                  <a:pt x="31" y="235"/>
                </a:lnTo>
                <a:lnTo>
                  <a:pt x="30" y="235"/>
                </a:lnTo>
                <a:lnTo>
                  <a:pt x="29" y="234"/>
                </a:lnTo>
                <a:lnTo>
                  <a:pt x="30" y="234"/>
                </a:lnTo>
                <a:lnTo>
                  <a:pt x="30" y="233"/>
                </a:lnTo>
                <a:lnTo>
                  <a:pt x="31" y="234"/>
                </a:lnTo>
                <a:lnTo>
                  <a:pt x="32" y="234"/>
                </a:lnTo>
                <a:lnTo>
                  <a:pt x="33" y="233"/>
                </a:lnTo>
                <a:lnTo>
                  <a:pt x="33" y="231"/>
                </a:lnTo>
                <a:lnTo>
                  <a:pt x="34" y="230"/>
                </a:lnTo>
                <a:lnTo>
                  <a:pt x="35" y="230"/>
                </a:lnTo>
                <a:lnTo>
                  <a:pt x="36" y="229"/>
                </a:lnTo>
                <a:lnTo>
                  <a:pt x="37" y="228"/>
                </a:lnTo>
                <a:lnTo>
                  <a:pt x="37" y="227"/>
                </a:lnTo>
                <a:lnTo>
                  <a:pt x="36" y="224"/>
                </a:lnTo>
                <a:lnTo>
                  <a:pt x="36" y="223"/>
                </a:lnTo>
                <a:lnTo>
                  <a:pt x="37" y="223"/>
                </a:lnTo>
                <a:lnTo>
                  <a:pt x="38" y="223"/>
                </a:lnTo>
                <a:lnTo>
                  <a:pt x="39" y="223"/>
                </a:lnTo>
                <a:lnTo>
                  <a:pt x="40" y="223"/>
                </a:lnTo>
                <a:lnTo>
                  <a:pt x="41" y="223"/>
                </a:lnTo>
                <a:lnTo>
                  <a:pt x="42" y="222"/>
                </a:lnTo>
                <a:lnTo>
                  <a:pt x="42" y="221"/>
                </a:lnTo>
                <a:lnTo>
                  <a:pt x="43" y="221"/>
                </a:lnTo>
                <a:lnTo>
                  <a:pt x="43" y="222"/>
                </a:lnTo>
                <a:lnTo>
                  <a:pt x="43" y="223"/>
                </a:lnTo>
                <a:lnTo>
                  <a:pt x="44" y="222"/>
                </a:lnTo>
                <a:lnTo>
                  <a:pt x="44" y="221"/>
                </a:lnTo>
                <a:lnTo>
                  <a:pt x="44" y="220"/>
                </a:lnTo>
                <a:lnTo>
                  <a:pt x="43" y="220"/>
                </a:lnTo>
                <a:lnTo>
                  <a:pt x="43" y="219"/>
                </a:lnTo>
                <a:lnTo>
                  <a:pt x="44" y="218"/>
                </a:lnTo>
                <a:lnTo>
                  <a:pt x="44" y="217"/>
                </a:lnTo>
                <a:lnTo>
                  <a:pt x="44" y="216"/>
                </a:lnTo>
                <a:lnTo>
                  <a:pt x="43" y="216"/>
                </a:lnTo>
                <a:lnTo>
                  <a:pt x="42" y="216"/>
                </a:lnTo>
                <a:lnTo>
                  <a:pt x="42" y="215"/>
                </a:lnTo>
                <a:lnTo>
                  <a:pt x="43" y="215"/>
                </a:lnTo>
                <a:lnTo>
                  <a:pt x="44" y="214"/>
                </a:lnTo>
                <a:lnTo>
                  <a:pt x="45" y="214"/>
                </a:lnTo>
                <a:lnTo>
                  <a:pt x="46" y="214"/>
                </a:lnTo>
                <a:lnTo>
                  <a:pt x="47" y="213"/>
                </a:lnTo>
                <a:lnTo>
                  <a:pt x="48" y="213"/>
                </a:lnTo>
                <a:lnTo>
                  <a:pt x="48" y="212"/>
                </a:lnTo>
                <a:lnTo>
                  <a:pt x="48" y="211"/>
                </a:lnTo>
                <a:lnTo>
                  <a:pt x="48" y="210"/>
                </a:lnTo>
                <a:lnTo>
                  <a:pt x="48" y="209"/>
                </a:lnTo>
                <a:lnTo>
                  <a:pt x="49" y="209"/>
                </a:lnTo>
                <a:lnTo>
                  <a:pt x="49" y="208"/>
                </a:lnTo>
                <a:lnTo>
                  <a:pt x="50" y="208"/>
                </a:lnTo>
                <a:lnTo>
                  <a:pt x="51" y="207"/>
                </a:lnTo>
                <a:lnTo>
                  <a:pt x="50" y="207"/>
                </a:lnTo>
                <a:lnTo>
                  <a:pt x="50" y="206"/>
                </a:lnTo>
                <a:lnTo>
                  <a:pt x="50" y="205"/>
                </a:lnTo>
                <a:lnTo>
                  <a:pt x="51" y="205"/>
                </a:lnTo>
                <a:lnTo>
                  <a:pt x="51" y="204"/>
                </a:lnTo>
                <a:lnTo>
                  <a:pt x="50" y="204"/>
                </a:lnTo>
                <a:lnTo>
                  <a:pt x="50" y="203"/>
                </a:lnTo>
                <a:lnTo>
                  <a:pt x="49" y="203"/>
                </a:lnTo>
                <a:lnTo>
                  <a:pt x="49" y="202"/>
                </a:lnTo>
                <a:lnTo>
                  <a:pt x="48" y="201"/>
                </a:lnTo>
                <a:lnTo>
                  <a:pt x="47" y="201"/>
                </a:lnTo>
                <a:lnTo>
                  <a:pt x="47" y="200"/>
                </a:lnTo>
                <a:lnTo>
                  <a:pt x="47" y="198"/>
                </a:lnTo>
                <a:lnTo>
                  <a:pt x="49" y="198"/>
                </a:lnTo>
                <a:lnTo>
                  <a:pt x="49" y="199"/>
                </a:lnTo>
                <a:lnTo>
                  <a:pt x="50" y="199"/>
                </a:lnTo>
                <a:lnTo>
                  <a:pt x="51" y="199"/>
                </a:lnTo>
                <a:lnTo>
                  <a:pt x="52" y="198"/>
                </a:lnTo>
                <a:lnTo>
                  <a:pt x="51" y="197"/>
                </a:lnTo>
                <a:lnTo>
                  <a:pt x="52" y="197"/>
                </a:lnTo>
                <a:lnTo>
                  <a:pt x="52" y="196"/>
                </a:lnTo>
                <a:lnTo>
                  <a:pt x="51" y="196"/>
                </a:lnTo>
                <a:lnTo>
                  <a:pt x="50" y="195"/>
                </a:lnTo>
                <a:lnTo>
                  <a:pt x="49" y="195"/>
                </a:lnTo>
                <a:lnTo>
                  <a:pt x="47" y="194"/>
                </a:lnTo>
                <a:lnTo>
                  <a:pt x="46" y="194"/>
                </a:lnTo>
                <a:lnTo>
                  <a:pt x="45" y="194"/>
                </a:lnTo>
                <a:lnTo>
                  <a:pt x="45" y="193"/>
                </a:lnTo>
                <a:lnTo>
                  <a:pt x="45" y="192"/>
                </a:lnTo>
                <a:lnTo>
                  <a:pt x="44" y="192"/>
                </a:lnTo>
                <a:lnTo>
                  <a:pt x="44" y="191"/>
                </a:lnTo>
                <a:lnTo>
                  <a:pt x="43" y="191"/>
                </a:lnTo>
                <a:lnTo>
                  <a:pt x="42" y="191"/>
                </a:lnTo>
                <a:lnTo>
                  <a:pt x="42" y="190"/>
                </a:lnTo>
                <a:lnTo>
                  <a:pt x="42" y="189"/>
                </a:lnTo>
                <a:lnTo>
                  <a:pt x="42" y="188"/>
                </a:lnTo>
                <a:lnTo>
                  <a:pt x="42" y="187"/>
                </a:lnTo>
                <a:lnTo>
                  <a:pt x="42" y="186"/>
                </a:lnTo>
                <a:lnTo>
                  <a:pt x="42" y="185"/>
                </a:lnTo>
                <a:lnTo>
                  <a:pt x="41" y="185"/>
                </a:lnTo>
                <a:lnTo>
                  <a:pt x="41" y="184"/>
                </a:lnTo>
                <a:lnTo>
                  <a:pt x="41" y="183"/>
                </a:lnTo>
                <a:lnTo>
                  <a:pt x="42" y="183"/>
                </a:lnTo>
                <a:lnTo>
                  <a:pt x="42" y="182"/>
                </a:lnTo>
                <a:lnTo>
                  <a:pt x="43" y="182"/>
                </a:lnTo>
                <a:lnTo>
                  <a:pt x="43" y="181"/>
                </a:lnTo>
                <a:lnTo>
                  <a:pt x="42" y="181"/>
                </a:lnTo>
                <a:lnTo>
                  <a:pt x="42" y="180"/>
                </a:lnTo>
                <a:lnTo>
                  <a:pt x="42" y="181"/>
                </a:lnTo>
                <a:lnTo>
                  <a:pt x="41" y="181"/>
                </a:lnTo>
                <a:lnTo>
                  <a:pt x="41" y="180"/>
                </a:lnTo>
                <a:lnTo>
                  <a:pt x="42" y="180"/>
                </a:lnTo>
                <a:lnTo>
                  <a:pt x="42" y="179"/>
                </a:lnTo>
                <a:lnTo>
                  <a:pt x="43" y="178"/>
                </a:lnTo>
                <a:lnTo>
                  <a:pt x="42" y="178"/>
                </a:lnTo>
                <a:lnTo>
                  <a:pt x="41" y="177"/>
                </a:lnTo>
                <a:lnTo>
                  <a:pt x="40" y="177"/>
                </a:lnTo>
                <a:lnTo>
                  <a:pt x="40" y="176"/>
                </a:lnTo>
                <a:lnTo>
                  <a:pt x="40" y="175"/>
                </a:lnTo>
                <a:lnTo>
                  <a:pt x="41" y="175"/>
                </a:lnTo>
                <a:lnTo>
                  <a:pt x="41" y="174"/>
                </a:lnTo>
                <a:lnTo>
                  <a:pt x="42" y="174"/>
                </a:lnTo>
                <a:lnTo>
                  <a:pt x="43" y="173"/>
                </a:lnTo>
                <a:lnTo>
                  <a:pt x="43" y="172"/>
                </a:lnTo>
                <a:lnTo>
                  <a:pt x="43" y="171"/>
                </a:lnTo>
                <a:lnTo>
                  <a:pt x="43" y="170"/>
                </a:lnTo>
                <a:lnTo>
                  <a:pt x="44" y="169"/>
                </a:lnTo>
                <a:lnTo>
                  <a:pt x="43" y="169"/>
                </a:lnTo>
                <a:lnTo>
                  <a:pt x="44" y="169"/>
                </a:lnTo>
                <a:lnTo>
                  <a:pt x="44" y="167"/>
                </a:lnTo>
                <a:lnTo>
                  <a:pt x="44" y="166"/>
                </a:lnTo>
                <a:lnTo>
                  <a:pt x="44" y="165"/>
                </a:lnTo>
                <a:lnTo>
                  <a:pt x="43" y="164"/>
                </a:lnTo>
                <a:lnTo>
                  <a:pt x="44" y="164"/>
                </a:lnTo>
                <a:lnTo>
                  <a:pt x="44" y="163"/>
                </a:lnTo>
                <a:lnTo>
                  <a:pt x="44" y="160"/>
                </a:lnTo>
                <a:lnTo>
                  <a:pt x="43" y="160"/>
                </a:lnTo>
                <a:lnTo>
                  <a:pt x="43" y="159"/>
                </a:lnTo>
                <a:lnTo>
                  <a:pt x="44" y="159"/>
                </a:lnTo>
                <a:lnTo>
                  <a:pt x="44" y="158"/>
                </a:lnTo>
                <a:lnTo>
                  <a:pt x="44" y="156"/>
                </a:lnTo>
                <a:lnTo>
                  <a:pt x="43" y="156"/>
                </a:lnTo>
                <a:lnTo>
                  <a:pt x="44" y="156"/>
                </a:lnTo>
                <a:lnTo>
                  <a:pt x="44" y="155"/>
                </a:lnTo>
                <a:lnTo>
                  <a:pt x="45" y="155"/>
                </a:lnTo>
                <a:lnTo>
                  <a:pt x="45" y="154"/>
                </a:lnTo>
                <a:lnTo>
                  <a:pt x="46" y="153"/>
                </a:lnTo>
                <a:lnTo>
                  <a:pt x="47" y="152"/>
                </a:lnTo>
                <a:lnTo>
                  <a:pt x="47" y="151"/>
                </a:lnTo>
                <a:lnTo>
                  <a:pt x="48" y="151"/>
                </a:lnTo>
                <a:lnTo>
                  <a:pt x="48" y="150"/>
                </a:lnTo>
                <a:lnTo>
                  <a:pt x="48" y="149"/>
                </a:lnTo>
                <a:lnTo>
                  <a:pt x="49" y="148"/>
                </a:lnTo>
                <a:lnTo>
                  <a:pt x="48" y="147"/>
                </a:lnTo>
                <a:lnTo>
                  <a:pt x="48" y="146"/>
                </a:lnTo>
                <a:lnTo>
                  <a:pt x="48" y="145"/>
                </a:lnTo>
                <a:lnTo>
                  <a:pt x="49" y="144"/>
                </a:lnTo>
                <a:lnTo>
                  <a:pt x="48" y="142"/>
                </a:lnTo>
                <a:lnTo>
                  <a:pt x="47" y="142"/>
                </a:lnTo>
                <a:lnTo>
                  <a:pt x="45" y="141"/>
                </a:lnTo>
                <a:lnTo>
                  <a:pt x="44" y="141"/>
                </a:lnTo>
                <a:lnTo>
                  <a:pt x="43" y="141"/>
                </a:lnTo>
                <a:lnTo>
                  <a:pt x="42" y="141"/>
                </a:lnTo>
                <a:lnTo>
                  <a:pt x="42" y="140"/>
                </a:lnTo>
                <a:lnTo>
                  <a:pt x="41" y="139"/>
                </a:lnTo>
                <a:lnTo>
                  <a:pt x="41" y="138"/>
                </a:lnTo>
                <a:lnTo>
                  <a:pt x="42" y="138"/>
                </a:lnTo>
                <a:lnTo>
                  <a:pt x="41" y="138"/>
                </a:lnTo>
                <a:lnTo>
                  <a:pt x="41" y="137"/>
                </a:lnTo>
                <a:lnTo>
                  <a:pt x="40" y="138"/>
                </a:lnTo>
                <a:lnTo>
                  <a:pt x="40" y="137"/>
                </a:lnTo>
                <a:lnTo>
                  <a:pt x="40" y="136"/>
                </a:lnTo>
                <a:lnTo>
                  <a:pt x="39" y="134"/>
                </a:lnTo>
                <a:lnTo>
                  <a:pt x="38" y="134"/>
                </a:lnTo>
                <a:lnTo>
                  <a:pt x="36" y="134"/>
                </a:lnTo>
                <a:lnTo>
                  <a:pt x="36" y="133"/>
                </a:lnTo>
                <a:lnTo>
                  <a:pt x="36" y="132"/>
                </a:lnTo>
                <a:lnTo>
                  <a:pt x="37" y="131"/>
                </a:lnTo>
                <a:lnTo>
                  <a:pt x="37" y="130"/>
                </a:lnTo>
                <a:lnTo>
                  <a:pt x="38" y="130"/>
                </a:lnTo>
                <a:lnTo>
                  <a:pt x="38" y="129"/>
                </a:lnTo>
                <a:lnTo>
                  <a:pt x="39" y="129"/>
                </a:lnTo>
                <a:lnTo>
                  <a:pt x="39" y="128"/>
                </a:lnTo>
                <a:lnTo>
                  <a:pt x="39" y="127"/>
                </a:lnTo>
                <a:lnTo>
                  <a:pt x="40" y="126"/>
                </a:lnTo>
                <a:lnTo>
                  <a:pt x="41" y="125"/>
                </a:lnTo>
                <a:lnTo>
                  <a:pt x="42" y="125"/>
                </a:lnTo>
                <a:lnTo>
                  <a:pt x="44" y="124"/>
                </a:lnTo>
                <a:lnTo>
                  <a:pt x="44" y="123"/>
                </a:lnTo>
                <a:lnTo>
                  <a:pt x="45" y="123"/>
                </a:lnTo>
                <a:lnTo>
                  <a:pt x="45" y="122"/>
                </a:lnTo>
                <a:lnTo>
                  <a:pt x="46" y="122"/>
                </a:lnTo>
                <a:lnTo>
                  <a:pt x="47" y="122"/>
                </a:lnTo>
                <a:lnTo>
                  <a:pt x="48" y="122"/>
                </a:lnTo>
                <a:lnTo>
                  <a:pt x="49" y="122"/>
                </a:lnTo>
                <a:lnTo>
                  <a:pt x="50" y="122"/>
                </a:lnTo>
                <a:lnTo>
                  <a:pt x="51" y="121"/>
                </a:lnTo>
                <a:lnTo>
                  <a:pt x="52" y="121"/>
                </a:lnTo>
                <a:lnTo>
                  <a:pt x="53" y="121"/>
                </a:lnTo>
                <a:lnTo>
                  <a:pt x="53" y="120"/>
                </a:lnTo>
                <a:lnTo>
                  <a:pt x="54" y="119"/>
                </a:lnTo>
                <a:lnTo>
                  <a:pt x="55" y="119"/>
                </a:lnTo>
                <a:lnTo>
                  <a:pt x="57" y="118"/>
                </a:lnTo>
                <a:lnTo>
                  <a:pt x="58" y="117"/>
                </a:lnTo>
                <a:lnTo>
                  <a:pt x="58" y="116"/>
                </a:lnTo>
                <a:lnTo>
                  <a:pt x="59" y="116"/>
                </a:lnTo>
                <a:lnTo>
                  <a:pt x="59" y="115"/>
                </a:lnTo>
                <a:lnTo>
                  <a:pt x="59" y="114"/>
                </a:lnTo>
                <a:lnTo>
                  <a:pt x="59" y="113"/>
                </a:lnTo>
                <a:lnTo>
                  <a:pt x="60" y="113"/>
                </a:lnTo>
                <a:lnTo>
                  <a:pt x="61" y="114"/>
                </a:lnTo>
                <a:lnTo>
                  <a:pt x="61" y="115"/>
                </a:lnTo>
                <a:lnTo>
                  <a:pt x="62" y="115"/>
                </a:lnTo>
                <a:lnTo>
                  <a:pt x="63" y="116"/>
                </a:lnTo>
                <a:lnTo>
                  <a:pt x="64" y="116"/>
                </a:lnTo>
                <a:lnTo>
                  <a:pt x="65" y="116"/>
                </a:lnTo>
                <a:lnTo>
                  <a:pt x="66" y="116"/>
                </a:lnTo>
                <a:lnTo>
                  <a:pt x="66" y="117"/>
                </a:lnTo>
                <a:lnTo>
                  <a:pt x="66" y="118"/>
                </a:lnTo>
                <a:lnTo>
                  <a:pt x="65" y="119"/>
                </a:lnTo>
                <a:lnTo>
                  <a:pt x="65" y="120"/>
                </a:lnTo>
                <a:lnTo>
                  <a:pt x="64" y="120"/>
                </a:lnTo>
                <a:lnTo>
                  <a:pt x="63" y="122"/>
                </a:lnTo>
                <a:lnTo>
                  <a:pt x="63" y="123"/>
                </a:lnTo>
                <a:lnTo>
                  <a:pt x="64" y="123"/>
                </a:lnTo>
                <a:lnTo>
                  <a:pt x="65" y="123"/>
                </a:lnTo>
                <a:lnTo>
                  <a:pt x="65" y="122"/>
                </a:lnTo>
                <a:lnTo>
                  <a:pt x="66" y="122"/>
                </a:lnTo>
                <a:lnTo>
                  <a:pt x="66" y="123"/>
                </a:lnTo>
                <a:lnTo>
                  <a:pt x="65" y="124"/>
                </a:lnTo>
                <a:lnTo>
                  <a:pt x="66" y="124"/>
                </a:lnTo>
                <a:lnTo>
                  <a:pt x="67" y="124"/>
                </a:lnTo>
                <a:lnTo>
                  <a:pt x="68" y="125"/>
                </a:lnTo>
                <a:lnTo>
                  <a:pt x="69" y="125"/>
                </a:lnTo>
                <a:lnTo>
                  <a:pt x="69" y="126"/>
                </a:lnTo>
                <a:lnTo>
                  <a:pt x="70" y="127"/>
                </a:lnTo>
                <a:lnTo>
                  <a:pt x="71" y="127"/>
                </a:lnTo>
                <a:lnTo>
                  <a:pt x="71" y="128"/>
                </a:lnTo>
                <a:lnTo>
                  <a:pt x="72" y="128"/>
                </a:lnTo>
                <a:lnTo>
                  <a:pt x="72" y="129"/>
                </a:lnTo>
                <a:lnTo>
                  <a:pt x="74" y="129"/>
                </a:lnTo>
                <a:lnTo>
                  <a:pt x="74" y="128"/>
                </a:lnTo>
                <a:lnTo>
                  <a:pt x="75" y="128"/>
                </a:lnTo>
                <a:lnTo>
                  <a:pt x="77" y="129"/>
                </a:lnTo>
                <a:lnTo>
                  <a:pt x="79" y="130"/>
                </a:lnTo>
                <a:lnTo>
                  <a:pt x="80" y="130"/>
                </a:lnTo>
                <a:lnTo>
                  <a:pt x="80" y="131"/>
                </a:lnTo>
                <a:lnTo>
                  <a:pt x="80" y="130"/>
                </a:lnTo>
                <a:lnTo>
                  <a:pt x="81" y="130"/>
                </a:lnTo>
                <a:lnTo>
                  <a:pt x="82" y="131"/>
                </a:lnTo>
                <a:lnTo>
                  <a:pt x="83" y="131"/>
                </a:lnTo>
                <a:lnTo>
                  <a:pt x="84" y="131"/>
                </a:lnTo>
                <a:lnTo>
                  <a:pt x="85" y="131"/>
                </a:lnTo>
                <a:lnTo>
                  <a:pt x="86" y="131"/>
                </a:lnTo>
                <a:lnTo>
                  <a:pt x="87" y="131"/>
                </a:lnTo>
                <a:lnTo>
                  <a:pt x="88" y="131"/>
                </a:lnTo>
                <a:lnTo>
                  <a:pt x="89" y="131"/>
                </a:lnTo>
                <a:lnTo>
                  <a:pt x="90" y="131"/>
                </a:lnTo>
                <a:lnTo>
                  <a:pt x="91" y="131"/>
                </a:lnTo>
                <a:lnTo>
                  <a:pt x="92" y="132"/>
                </a:lnTo>
                <a:lnTo>
                  <a:pt x="92" y="133"/>
                </a:lnTo>
                <a:lnTo>
                  <a:pt x="92" y="134"/>
                </a:lnTo>
                <a:lnTo>
                  <a:pt x="93" y="134"/>
                </a:lnTo>
                <a:lnTo>
                  <a:pt x="93" y="135"/>
                </a:lnTo>
                <a:lnTo>
                  <a:pt x="92" y="135"/>
                </a:lnTo>
                <a:lnTo>
                  <a:pt x="92" y="136"/>
                </a:lnTo>
                <a:lnTo>
                  <a:pt x="92" y="137"/>
                </a:lnTo>
                <a:lnTo>
                  <a:pt x="91" y="138"/>
                </a:lnTo>
                <a:lnTo>
                  <a:pt x="90" y="138"/>
                </a:lnTo>
                <a:lnTo>
                  <a:pt x="90" y="140"/>
                </a:lnTo>
                <a:lnTo>
                  <a:pt x="91" y="141"/>
                </a:lnTo>
                <a:lnTo>
                  <a:pt x="91" y="142"/>
                </a:lnTo>
                <a:lnTo>
                  <a:pt x="91" y="143"/>
                </a:lnTo>
                <a:lnTo>
                  <a:pt x="92" y="143"/>
                </a:lnTo>
                <a:lnTo>
                  <a:pt x="94" y="145"/>
                </a:lnTo>
                <a:lnTo>
                  <a:pt x="95" y="147"/>
                </a:lnTo>
                <a:lnTo>
                  <a:pt x="96" y="148"/>
                </a:lnTo>
                <a:lnTo>
                  <a:pt x="96" y="150"/>
                </a:lnTo>
                <a:lnTo>
                  <a:pt x="96" y="151"/>
                </a:lnTo>
                <a:lnTo>
                  <a:pt x="97" y="151"/>
                </a:lnTo>
                <a:lnTo>
                  <a:pt x="97" y="152"/>
                </a:lnTo>
                <a:lnTo>
                  <a:pt x="98" y="152"/>
                </a:lnTo>
                <a:lnTo>
                  <a:pt x="99" y="153"/>
                </a:lnTo>
                <a:lnTo>
                  <a:pt x="99" y="154"/>
                </a:lnTo>
                <a:lnTo>
                  <a:pt x="99" y="155"/>
                </a:lnTo>
                <a:lnTo>
                  <a:pt x="100" y="155"/>
                </a:lnTo>
                <a:lnTo>
                  <a:pt x="101" y="155"/>
                </a:lnTo>
                <a:lnTo>
                  <a:pt x="102" y="156"/>
                </a:lnTo>
                <a:lnTo>
                  <a:pt x="102" y="157"/>
                </a:lnTo>
                <a:lnTo>
                  <a:pt x="102" y="158"/>
                </a:lnTo>
                <a:lnTo>
                  <a:pt x="102" y="159"/>
                </a:lnTo>
                <a:lnTo>
                  <a:pt x="101" y="160"/>
                </a:lnTo>
                <a:lnTo>
                  <a:pt x="101" y="161"/>
                </a:lnTo>
                <a:lnTo>
                  <a:pt x="103" y="162"/>
                </a:lnTo>
                <a:lnTo>
                  <a:pt x="105" y="163"/>
                </a:lnTo>
                <a:lnTo>
                  <a:pt x="105" y="164"/>
                </a:lnTo>
                <a:lnTo>
                  <a:pt x="104" y="165"/>
                </a:lnTo>
                <a:lnTo>
                  <a:pt x="104" y="166"/>
                </a:lnTo>
                <a:lnTo>
                  <a:pt x="105" y="166"/>
                </a:lnTo>
                <a:lnTo>
                  <a:pt x="106" y="167"/>
                </a:lnTo>
                <a:lnTo>
                  <a:pt x="106" y="169"/>
                </a:lnTo>
                <a:lnTo>
                  <a:pt x="106" y="171"/>
                </a:lnTo>
                <a:lnTo>
                  <a:pt x="107" y="171"/>
                </a:lnTo>
                <a:lnTo>
                  <a:pt x="107" y="172"/>
                </a:lnTo>
                <a:lnTo>
                  <a:pt x="107" y="173"/>
                </a:lnTo>
                <a:lnTo>
                  <a:pt x="108" y="173"/>
                </a:lnTo>
                <a:lnTo>
                  <a:pt x="108" y="172"/>
                </a:lnTo>
                <a:lnTo>
                  <a:pt x="109" y="172"/>
                </a:lnTo>
                <a:lnTo>
                  <a:pt x="110" y="172"/>
                </a:lnTo>
                <a:lnTo>
                  <a:pt x="109" y="172"/>
                </a:lnTo>
                <a:lnTo>
                  <a:pt x="109" y="173"/>
                </a:lnTo>
                <a:lnTo>
                  <a:pt x="109" y="174"/>
                </a:lnTo>
                <a:lnTo>
                  <a:pt x="109" y="175"/>
                </a:lnTo>
                <a:lnTo>
                  <a:pt x="109" y="176"/>
                </a:lnTo>
                <a:lnTo>
                  <a:pt x="108" y="176"/>
                </a:lnTo>
                <a:lnTo>
                  <a:pt x="109" y="177"/>
                </a:lnTo>
                <a:lnTo>
                  <a:pt x="110" y="177"/>
                </a:lnTo>
                <a:lnTo>
                  <a:pt x="109" y="178"/>
                </a:lnTo>
                <a:lnTo>
                  <a:pt x="108" y="178"/>
                </a:lnTo>
                <a:lnTo>
                  <a:pt x="109" y="179"/>
                </a:lnTo>
                <a:lnTo>
                  <a:pt x="108" y="179"/>
                </a:lnTo>
                <a:lnTo>
                  <a:pt x="108" y="180"/>
                </a:lnTo>
                <a:lnTo>
                  <a:pt x="108" y="181"/>
                </a:lnTo>
                <a:lnTo>
                  <a:pt x="108" y="182"/>
                </a:lnTo>
                <a:lnTo>
                  <a:pt x="108" y="183"/>
                </a:lnTo>
                <a:lnTo>
                  <a:pt x="108" y="184"/>
                </a:lnTo>
                <a:lnTo>
                  <a:pt x="109" y="184"/>
                </a:lnTo>
                <a:lnTo>
                  <a:pt x="110" y="184"/>
                </a:lnTo>
                <a:lnTo>
                  <a:pt x="111" y="185"/>
                </a:lnTo>
                <a:lnTo>
                  <a:pt x="112" y="185"/>
                </a:lnTo>
                <a:lnTo>
                  <a:pt x="113" y="185"/>
                </a:lnTo>
                <a:lnTo>
                  <a:pt x="114" y="185"/>
                </a:lnTo>
                <a:lnTo>
                  <a:pt x="115" y="185"/>
                </a:lnTo>
                <a:lnTo>
                  <a:pt x="115" y="184"/>
                </a:lnTo>
                <a:lnTo>
                  <a:pt x="116" y="183"/>
                </a:lnTo>
                <a:lnTo>
                  <a:pt x="117" y="182"/>
                </a:lnTo>
                <a:lnTo>
                  <a:pt x="118" y="182"/>
                </a:lnTo>
                <a:lnTo>
                  <a:pt x="118" y="181"/>
                </a:lnTo>
                <a:lnTo>
                  <a:pt x="117" y="181"/>
                </a:lnTo>
                <a:lnTo>
                  <a:pt x="117" y="180"/>
                </a:lnTo>
                <a:lnTo>
                  <a:pt x="116" y="180"/>
                </a:lnTo>
                <a:lnTo>
                  <a:pt x="116" y="179"/>
                </a:lnTo>
                <a:lnTo>
                  <a:pt x="117" y="179"/>
                </a:lnTo>
                <a:lnTo>
                  <a:pt x="117" y="178"/>
                </a:lnTo>
                <a:lnTo>
                  <a:pt x="117" y="177"/>
                </a:lnTo>
                <a:lnTo>
                  <a:pt x="118" y="177"/>
                </a:lnTo>
                <a:lnTo>
                  <a:pt x="118" y="176"/>
                </a:lnTo>
                <a:lnTo>
                  <a:pt x="119" y="176"/>
                </a:lnTo>
                <a:lnTo>
                  <a:pt x="119" y="175"/>
                </a:lnTo>
                <a:lnTo>
                  <a:pt x="120" y="175"/>
                </a:lnTo>
                <a:lnTo>
                  <a:pt x="120" y="174"/>
                </a:lnTo>
                <a:lnTo>
                  <a:pt x="120" y="173"/>
                </a:lnTo>
                <a:lnTo>
                  <a:pt x="121" y="173"/>
                </a:lnTo>
                <a:lnTo>
                  <a:pt x="121" y="172"/>
                </a:lnTo>
                <a:lnTo>
                  <a:pt x="122" y="172"/>
                </a:lnTo>
                <a:lnTo>
                  <a:pt x="122" y="171"/>
                </a:lnTo>
                <a:lnTo>
                  <a:pt x="122" y="170"/>
                </a:lnTo>
                <a:lnTo>
                  <a:pt x="123" y="169"/>
                </a:lnTo>
                <a:lnTo>
                  <a:pt x="124" y="169"/>
                </a:lnTo>
                <a:lnTo>
                  <a:pt x="125" y="169"/>
                </a:lnTo>
                <a:lnTo>
                  <a:pt x="126" y="167"/>
                </a:lnTo>
                <a:lnTo>
                  <a:pt x="127" y="166"/>
                </a:lnTo>
                <a:lnTo>
                  <a:pt x="127" y="165"/>
                </a:lnTo>
                <a:lnTo>
                  <a:pt x="128" y="165"/>
                </a:lnTo>
                <a:lnTo>
                  <a:pt x="130" y="165"/>
                </a:lnTo>
                <a:lnTo>
                  <a:pt x="131" y="165"/>
                </a:lnTo>
                <a:lnTo>
                  <a:pt x="132" y="165"/>
                </a:lnTo>
                <a:lnTo>
                  <a:pt x="132" y="164"/>
                </a:lnTo>
                <a:lnTo>
                  <a:pt x="131" y="164"/>
                </a:lnTo>
                <a:lnTo>
                  <a:pt x="131" y="163"/>
                </a:lnTo>
                <a:lnTo>
                  <a:pt x="130" y="163"/>
                </a:lnTo>
                <a:lnTo>
                  <a:pt x="129" y="163"/>
                </a:lnTo>
                <a:lnTo>
                  <a:pt x="130" y="162"/>
                </a:lnTo>
                <a:lnTo>
                  <a:pt x="129" y="162"/>
                </a:lnTo>
                <a:lnTo>
                  <a:pt x="129" y="161"/>
                </a:lnTo>
                <a:lnTo>
                  <a:pt x="130" y="161"/>
                </a:lnTo>
                <a:lnTo>
                  <a:pt x="131" y="161"/>
                </a:lnTo>
                <a:lnTo>
                  <a:pt x="131" y="162"/>
                </a:lnTo>
                <a:lnTo>
                  <a:pt x="131" y="161"/>
                </a:lnTo>
                <a:lnTo>
                  <a:pt x="131" y="160"/>
                </a:lnTo>
                <a:lnTo>
                  <a:pt x="132" y="160"/>
                </a:lnTo>
                <a:lnTo>
                  <a:pt x="133" y="160"/>
                </a:lnTo>
                <a:lnTo>
                  <a:pt x="132" y="161"/>
                </a:lnTo>
                <a:lnTo>
                  <a:pt x="133" y="161"/>
                </a:lnTo>
                <a:lnTo>
                  <a:pt x="134" y="160"/>
                </a:lnTo>
                <a:lnTo>
                  <a:pt x="134" y="159"/>
                </a:lnTo>
                <a:lnTo>
                  <a:pt x="133" y="159"/>
                </a:lnTo>
                <a:lnTo>
                  <a:pt x="133" y="158"/>
                </a:lnTo>
                <a:lnTo>
                  <a:pt x="134" y="157"/>
                </a:lnTo>
                <a:lnTo>
                  <a:pt x="135" y="157"/>
                </a:lnTo>
                <a:lnTo>
                  <a:pt x="135" y="156"/>
                </a:lnTo>
                <a:lnTo>
                  <a:pt x="136" y="156"/>
                </a:lnTo>
                <a:lnTo>
                  <a:pt x="135" y="156"/>
                </a:lnTo>
                <a:lnTo>
                  <a:pt x="136" y="155"/>
                </a:lnTo>
                <a:lnTo>
                  <a:pt x="137" y="155"/>
                </a:lnTo>
                <a:lnTo>
                  <a:pt x="137" y="154"/>
                </a:lnTo>
                <a:lnTo>
                  <a:pt x="138" y="154"/>
                </a:lnTo>
                <a:lnTo>
                  <a:pt x="139" y="154"/>
                </a:lnTo>
                <a:lnTo>
                  <a:pt x="140" y="154"/>
                </a:lnTo>
                <a:lnTo>
                  <a:pt x="141" y="155"/>
                </a:lnTo>
                <a:lnTo>
                  <a:pt x="142" y="155"/>
                </a:lnTo>
                <a:lnTo>
                  <a:pt x="143" y="155"/>
                </a:lnTo>
                <a:lnTo>
                  <a:pt x="143" y="154"/>
                </a:lnTo>
                <a:lnTo>
                  <a:pt x="142" y="153"/>
                </a:lnTo>
                <a:lnTo>
                  <a:pt x="143" y="153"/>
                </a:lnTo>
                <a:lnTo>
                  <a:pt x="144" y="152"/>
                </a:lnTo>
                <a:lnTo>
                  <a:pt x="145" y="152"/>
                </a:lnTo>
                <a:lnTo>
                  <a:pt x="146" y="152"/>
                </a:lnTo>
                <a:lnTo>
                  <a:pt x="146" y="151"/>
                </a:lnTo>
                <a:lnTo>
                  <a:pt x="146" y="150"/>
                </a:lnTo>
                <a:lnTo>
                  <a:pt x="146" y="149"/>
                </a:lnTo>
                <a:lnTo>
                  <a:pt x="146" y="148"/>
                </a:lnTo>
                <a:lnTo>
                  <a:pt x="146" y="147"/>
                </a:lnTo>
                <a:lnTo>
                  <a:pt x="147" y="147"/>
                </a:lnTo>
                <a:lnTo>
                  <a:pt x="148" y="147"/>
                </a:lnTo>
                <a:lnTo>
                  <a:pt x="148" y="146"/>
                </a:lnTo>
                <a:lnTo>
                  <a:pt x="149" y="146"/>
                </a:lnTo>
                <a:lnTo>
                  <a:pt x="150" y="146"/>
                </a:lnTo>
                <a:lnTo>
                  <a:pt x="150" y="145"/>
                </a:lnTo>
                <a:lnTo>
                  <a:pt x="149" y="145"/>
                </a:lnTo>
                <a:lnTo>
                  <a:pt x="149" y="144"/>
                </a:lnTo>
                <a:lnTo>
                  <a:pt x="150" y="144"/>
                </a:lnTo>
                <a:lnTo>
                  <a:pt x="150" y="143"/>
                </a:lnTo>
                <a:lnTo>
                  <a:pt x="149" y="143"/>
                </a:lnTo>
                <a:lnTo>
                  <a:pt x="149" y="144"/>
                </a:lnTo>
                <a:lnTo>
                  <a:pt x="148" y="144"/>
                </a:lnTo>
                <a:lnTo>
                  <a:pt x="148" y="143"/>
                </a:lnTo>
                <a:lnTo>
                  <a:pt x="147" y="142"/>
                </a:lnTo>
                <a:lnTo>
                  <a:pt x="148" y="142"/>
                </a:lnTo>
                <a:lnTo>
                  <a:pt x="148" y="141"/>
                </a:lnTo>
                <a:lnTo>
                  <a:pt x="149" y="141"/>
                </a:lnTo>
                <a:lnTo>
                  <a:pt x="150" y="141"/>
                </a:lnTo>
                <a:lnTo>
                  <a:pt x="150" y="140"/>
                </a:lnTo>
                <a:lnTo>
                  <a:pt x="151" y="140"/>
                </a:lnTo>
                <a:lnTo>
                  <a:pt x="152" y="140"/>
                </a:lnTo>
                <a:lnTo>
                  <a:pt x="152" y="139"/>
                </a:lnTo>
                <a:lnTo>
                  <a:pt x="153" y="139"/>
                </a:lnTo>
                <a:lnTo>
                  <a:pt x="154" y="139"/>
                </a:lnTo>
                <a:lnTo>
                  <a:pt x="154" y="138"/>
                </a:lnTo>
                <a:lnTo>
                  <a:pt x="155" y="138"/>
                </a:lnTo>
                <a:lnTo>
                  <a:pt x="155" y="139"/>
                </a:lnTo>
                <a:lnTo>
                  <a:pt x="156" y="139"/>
                </a:lnTo>
                <a:lnTo>
                  <a:pt x="156" y="138"/>
                </a:lnTo>
                <a:lnTo>
                  <a:pt x="157" y="138"/>
                </a:lnTo>
                <a:lnTo>
                  <a:pt x="157" y="137"/>
                </a:lnTo>
                <a:lnTo>
                  <a:pt x="158" y="137"/>
                </a:lnTo>
                <a:lnTo>
                  <a:pt x="158" y="136"/>
                </a:lnTo>
                <a:lnTo>
                  <a:pt x="159" y="136"/>
                </a:lnTo>
                <a:lnTo>
                  <a:pt x="160" y="136"/>
                </a:lnTo>
                <a:lnTo>
                  <a:pt x="160" y="137"/>
                </a:lnTo>
                <a:lnTo>
                  <a:pt x="161" y="137"/>
                </a:lnTo>
                <a:lnTo>
                  <a:pt x="162" y="137"/>
                </a:lnTo>
                <a:lnTo>
                  <a:pt x="163" y="136"/>
                </a:lnTo>
                <a:lnTo>
                  <a:pt x="164" y="136"/>
                </a:lnTo>
                <a:lnTo>
                  <a:pt x="164" y="135"/>
                </a:lnTo>
                <a:lnTo>
                  <a:pt x="165" y="135"/>
                </a:lnTo>
                <a:lnTo>
                  <a:pt x="166" y="135"/>
                </a:lnTo>
                <a:lnTo>
                  <a:pt x="166" y="134"/>
                </a:lnTo>
                <a:lnTo>
                  <a:pt x="167" y="134"/>
                </a:lnTo>
                <a:lnTo>
                  <a:pt x="168" y="134"/>
                </a:lnTo>
                <a:lnTo>
                  <a:pt x="168" y="133"/>
                </a:lnTo>
                <a:lnTo>
                  <a:pt x="169" y="133"/>
                </a:lnTo>
                <a:lnTo>
                  <a:pt x="169" y="132"/>
                </a:lnTo>
                <a:lnTo>
                  <a:pt x="170" y="132"/>
                </a:lnTo>
                <a:lnTo>
                  <a:pt x="170" y="133"/>
                </a:lnTo>
                <a:lnTo>
                  <a:pt x="171" y="133"/>
                </a:lnTo>
                <a:lnTo>
                  <a:pt x="171" y="132"/>
                </a:lnTo>
                <a:lnTo>
                  <a:pt x="171" y="131"/>
                </a:lnTo>
                <a:lnTo>
                  <a:pt x="171" y="130"/>
                </a:lnTo>
                <a:lnTo>
                  <a:pt x="172" y="130"/>
                </a:lnTo>
                <a:lnTo>
                  <a:pt x="173" y="130"/>
                </a:lnTo>
                <a:lnTo>
                  <a:pt x="174" y="130"/>
                </a:lnTo>
                <a:lnTo>
                  <a:pt x="176" y="130"/>
                </a:lnTo>
                <a:lnTo>
                  <a:pt x="177" y="131"/>
                </a:lnTo>
                <a:lnTo>
                  <a:pt x="177" y="130"/>
                </a:lnTo>
                <a:lnTo>
                  <a:pt x="177" y="129"/>
                </a:lnTo>
                <a:lnTo>
                  <a:pt x="178" y="129"/>
                </a:lnTo>
                <a:lnTo>
                  <a:pt x="179" y="129"/>
                </a:lnTo>
                <a:lnTo>
                  <a:pt x="179" y="130"/>
                </a:lnTo>
                <a:lnTo>
                  <a:pt x="180" y="130"/>
                </a:lnTo>
                <a:lnTo>
                  <a:pt x="180" y="129"/>
                </a:lnTo>
                <a:lnTo>
                  <a:pt x="179" y="129"/>
                </a:lnTo>
                <a:lnTo>
                  <a:pt x="179" y="128"/>
                </a:lnTo>
                <a:lnTo>
                  <a:pt x="180" y="127"/>
                </a:lnTo>
                <a:lnTo>
                  <a:pt x="180" y="128"/>
                </a:lnTo>
                <a:lnTo>
                  <a:pt x="181" y="128"/>
                </a:lnTo>
                <a:lnTo>
                  <a:pt x="181" y="127"/>
                </a:lnTo>
                <a:lnTo>
                  <a:pt x="182" y="127"/>
                </a:lnTo>
                <a:lnTo>
                  <a:pt x="182" y="128"/>
                </a:lnTo>
                <a:lnTo>
                  <a:pt x="182" y="127"/>
                </a:lnTo>
                <a:lnTo>
                  <a:pt x="183" y="127"/>
                </a:lnTo>
                <a:lnTo>
                  <a:pt x="184" y="127"/>
                </a:lnTo>
                <a:lnTo>
                  <a:pt x="184" y="128"/>
                </a:lnTo>
                <a:lnTo>
                  <a:pt x="185" y="128"/>
                </a:lnTo>
                <a:lnTo>
                  <a:pt x="186" y="128"/>
                </a:lnTo>
                <a:lnTo>
                  <a:pt x="186" y="127"/>
                </a:lnTo>
                <a:lnTo>
                  <a:pt x="185" y="126"/>
                </a:lnTo>
                <a:lnTo>
                  <a:pt x="185" y="125"/>
                </a:lnTo>
                <a:lnTo>
                  <a:pt x="186" y="125"/>
                </a:lnTo>
                <a:lnTo>
                  <a:pt x="186" y="126"/>
                </a:lnTo>
                <a:lnTo>
                  <a:pt x="187" y="126"/>
                </a:lnTo>
                <a:lnTo>
                  <a:pt x="187" y="125"/>
                </a:lnTo>
                <a:lnTo>
                  <a:pt x="188" y="125"/>
                </a:lnTo>
                <a:lnTo>
                  <a:pt x="189" y="125"/>
                </a:lnTo>
                <a:lnTo>
                  <a:pt x="189" y="124"/>
                </a:lnTo>
                <a:lnTo>
                  <a:pt x="190" y="124"/>
                </a:lnTo>
                <a:lnTo>
                  <a:pt x="190" y="125"/>
                </a:lnTo>
                <a:lnTo>
                  <a:pt x="191" y="125"/>
                </a:lnTo>
                <a:lnTo>
                  <a:pt x="192" y="125"/>
                </a:lnTo>
                <a:lnTo>
                  <a:pt x="192" y="126"/>
                </a:lnTo>
                <a:lnTo>
                  <a:pt x="193" y="126"/>
                </a:lnTo>
                <a:lnTo>
                  <a:pt x="194" y="126"/>
                </a:lnTo>
                <a:lnTo>
                  <a:pt x="195" y="126"/>
                </a:lnTo>
                <a:lnTo>
                  <a:pt x="196" y="126"/>
                </a:lnTo>
                <a:lnTo>
                  <a:pt x="196" y="127"/>
                </a:lnTo>
                <a:lnTo>
                  <a:pt x="197" y="127"/>
                </a:lnTo>
                <a:lnTo>
                  <a:pt x="197" y="128"/>
                </a:lnTo>
                <a:lnTo>
                  <a:pt x="198" y="128"/>
                </a:lnTo>
                <a:lnTo>
                  <a:pt x="199" y="128"/>
                </a:lnTo>
                <a:lnTo>
                  <a:pt x="199" y="127"/>
                </a:lnTo>
                <a:lnTo>
                  <a:pt x="198" y="127"/>
                </a:lnTo>
                <a:lnTo>
                  <a:pt x="200" y="126"/>
                </a:lnTo>
                <a:lnTo>
                  <a:pt x="200" y="127"/>
                </a:lnTo>
                <a:lnTo>
                  <a:pt x="201" y="127"/>
                </a:lnTo>
                <a:lnTo>
                  <a:pt x="202" y="127"/>
                </a:lnTo>
                <a:lnTo>
                  <a:pt x="202" y="126"/>
                </a:lnTo>
                <a:lnTo>
                  <a:pt x="203" y="125"/>
                </a:lnTo>
                <a:lnTo>
                  <a:pt x="204" y="124"/>
                </a:lnTo>
                <a:lnTo>
                  <a:pt x="205" y="124"/>
                </a:lnTo>
                <a:lnTo>
                  <a:pt x="206" y="124"/>
                </a:lnTo>
                <a:lnTo>
                  <a:pt x="207" y="124"/>
                </a:lnTo>
                <a:lnTo>
                  <a:pt x="207" y="123"/>
                </a:lnTo>
                <a:lnTo>
                  <a:pt x="207" y="122"/>
                </a:lnTo>
                <a:lnTo>
                  <a:pt x="208" y="122"/>
                </a:lnTo>
                <a:lnTo>
                  <a:pt x="209" y="122"/>
                </a:lnTo>
                <a:lnTo>
                  <a:pt x="209" y="121"/>
                </a:lnTo>
                <a:lnTo>
                  <a:pt x="210" y="121"/>
                </a:lnTo>
                <a:lnTo>
                  <a:pt x="210" y="120"/>
                </a:lnTo>
                <a:lnTo>
                  <a:pt x="211" y="120"/>
                </a:lnTo>
                <a:lnTo>
                  <a:pt x="212" y="119"/>
                </a:lnTo>
                <a:lnTo>
                  <a:pt x="212" y="118"/>
                </a:lnTo>
                <a:lnTo>
                  <a:pt x="212" y="117"/>
                </a:lnTo>
                <a:lnTo>
                  <a:pt x="213" y="117"/>
                </a:lnTo>
                <a:lnTo>
                  <a:pt x="214" y="117"/>
                </a:lnTo>
                <a:lnTo>
                  <a:pt x="214" y="116"/>
                </a:lnTo>
                <a:lnTo>
                  <a:pt x="215" y="116"/>
                </a:lnTo>
                <a:lnTo>
                  <a:pt x="215" y="115"/>
                </a:lnTo>
                <a:lnTo>
                  <a:pt x="216" y="115"/>
                </a:lnTo>
                <a:lnTo>
                  <a:pt x="217" y="115"/>
                </a:lnTo>
                <a:lnTo>
                  <a:pt x="218" y="115"/>
                </a:lnTo>
                <a:lnTo>
                  <a:pt x="218" y="114"/>
                </a:lnTo>
                <a:lnTo>
                  <a:pt x="219" y="114"/>
                </a:lnTo>
                <a:lnTo>
                  <a:pt x="220" y="114"/>
                </a:lnTo>
                <a:lnTo>
                  <a:pt x="220" y="113"/>
                </a:lnTo>
                <a:lnTo>
                  <a:pt x="221" y="113"/>
                </a:lnTo>
                <a:lnTo>
                  <a:pt x="222" y="113"/>
                </a:lnTo>
                <a:lnTo>
                  <a:pt x="222" y="112"/>
                </a:lnTo>
                <a:lnTo>
                  <a:pt x="223" y="112"/>
                </a:lnTo>
                <a:lnTo>
                  <a:pt x="223" y="111"/>
                </a:lnTo>
                <a:lnTo>
                  <a:pt x="223" y="110"/>
                </a:lnTo>
                <a:lnTo>
                  <a:pt x="224" y="109"/>
                </a:lnTo>
                <a:lnTo>
                  <a:pt x="223" y="109"/>
                </a:lnTo>
                <a:lnTo>
                  <a:pt x="223" y="108"/>
                </a:lnTo>
                <a:lnTo>
                  <a:pt x="224" y="108"/>
                </a:lnTo>
                <a:lnTo>
                  <a:pt x="225" y="108"/>
                </a:lnTo>
                <a:lnTo>
                  <a:pt x="225" y="107"/>
                </a:lnTo>
                <a:lnTo>
                  <a:pt x="226" y="107"/>
                </a:lnTo>
                <a:lnTo>
                  <a:pt x="227" y="106"/>
                </a:lnTo>
                <a:lnTo>
                  <a:pt x="228" y="106"/>
                </a:lnTo>
                <a:lnTo>
                  <a:pt x="229" y="106"/>
                </a:lnTo>
                <a:lnTo>
                  <a:pt x="229" y="107"/>
                </a:lnTo>
                <a:lnTo>
                  <a:pt x="230" y="107"/>
                </a:lnTo>
                <a:lnTo>
                  <a:pt x="230" y="106"/>
                </a:lnTo>
                <a:lnTo>
                  <a:pt x="230" y="105"/>
                </a:lnTo>
                <a:lnTo>
                  <a:pt x="230" y="104"/>
                </a:lnTo>
                <a:lnTo>
                  <a:pt x="231" y="104"/>
                </a:lnTo>
                <a:lnTo>
                  <a:pt x="232" y="104"/>
                </a:lnTo>
                <a:lnTo>
                  <a:pt x="233" y="104"/>
                </a:lnTo>
                <a:lnTo>
                  <a:pt x="233" y="103"/>
                </a:lnTo>
                <a:lnTo>
                  <a:pt x="234" y="104"/>
                </a:lnTo>
                <a:lnTo>
                  <a:pt x="235" y="104"/>
                </a:lnTo>
                <a:lnTo>
                  <a:pt x="236" y="104"/>
                </a:lnTo>
                <a:lnTo>
                  <a:pt x="237" y="104"/>
                </a:lnTo>
                <a:lnTo>
                  <a:pt x="238" y="103"/>
                </a:lnTo>
                <a:lnTo>
                  <a:pt x="238" y="102"/>
                </a:lnTo>
                <a:lnTo>
                  <a:pt x="239" y="102"/>
                </a:lnTo>
                <a:lnTo>
                  <a:pt x="240" y="103"/>
                </a:lnTo>
                <a:lnTo>
                  <a:pt x="240" y="102"/>
                </a:lnTo>
                <a:lnTo>
                  <a:pt x="240" y="103"/>
                </a:lnTo>
                <a:lnTo>
                  <a:pt x="241" y="103"/>
                </a:lnTo>
                <a:lnTo>
                  <a:pt x="241" y="104"/>
                </a:lnTo>
                <a:lnTo>
                  <a:pt x="241" y="103"/>
                </a:lnTo>
                <a:lnTo>
                  <a:pt x="242" y="103"/>
                </a:lnTo>
                <a:lnTo>
                  <a:pt x="243" y="103"/>
                </a:lnTo>
                <a:lnTo>
                  <a:pt x="244" y="103"/>
                </a:lnTo>
                <a:lnTo>
                  <a:pt x="245" y="103"/>
                </a:lnTo>
                <a:lnTo>
                  <a:pt x="246" y="103"/>
                </a:lnTo>
                <a:lnTo>
                  <a:pt x="247" y="103"/>
                </a:lnTo>
                <a:lnTo>
                  <a:pt x="248" y="103"/>
                </a:lnTo>
                <a:lnTo>
                  <a:pt x="248" y="102"/>
                </a:lnTo>
                <a:lnTo>
                  <a:pt x="249" y="102"/>
                </a:lnTo>
                <a:lnTo>
                  <a:pt x="249" y="101"/>
                </a:lnTo>
                <a:lnTo>
                  <a:pt x="250" y="100"/>
                </a:lnTo>
                <a:lnTo>
                  <a:pt x="250" y="101"/>
                </a:lnTo>
                <a:lnTo>
                  <a:pt x="250" y="102"/>
                </a:lnTo>
                <a:lnTo>
                  <a:pt x="250" y="103"/>
                </a:lnTo>
                <a:lnTo>
                  <a:pt x="251" y="103"/>
                </a:lnTo>
                <a:lnTo>
                  <a:pt x="251" y="104"/>
                </a:lnTo>
                <a:lnTo>
                  <a:pt x="252" y="104"/>
                </a:lnTo>
                <a:lnTo>
                  <a:pt x="253" y="104"/>
                </a:lnTo>
                <a:lnTo>
                  <a:pt x="253" y="105"/>
                </a:lnTo>
                <a:lnTo>
                  <a:pt x="253" y="106"/>
                </a:lnTo>
                <a:lnTo>
                  <a:pt x="254" y="106"/>
                </a:lnTo>
                <a:lnTo>
                  <a:pt x="255" y="108"/>
                </a:lnTo>
                <a:lnTo>
                  <a:pt x="256" y="108"/>
                </a:lnTo>
                <a:lnTo>
                  <a:pt x="257" y="108"/>
                </a:lnTo>
                <a:lnTo>
                  <a:pt x="258" y="108"/>
                </a:lnTo>
                <a:lnTo>
                  <a:pt x="259" y="108"/>
                </a:lnTo>
                <a:lnTo>
                  <a:pt x="260" y="107"/>
                </a:lnTo>
                <a:lnTo>
                  <a:pt x="261" y="106"/>
                </a:lnTo>
                <a:lnTo>
                  <a:pt x="262" y="105"/>
                </a:lnTo>
                <a:lnTo>
                  <a:pt x="262" y="104"/>
                </a:lnTo>
                <a:lnTo>
                  <a:pt x="263" y="103"/>
                </a:lnTo>
                <a:lnTo>
                  <a:pt x="264" y="103"/>
                </a:lnTo>
                <a:lnTo>
                  <a:pt x="266" y="102"/>
                </a:lnTo>
                <a:lnTo>
                  <a:pt x="267" y="102"/>
                </a:lnTo>
                <a:lnTo>
                  <a:pt x="268" y="100"/>
                </a:lnTo>
                <a:lnTo>
                  <a:pt x="268" y="101"/>
                </a:lnTo>
                <a:lnTo>
                  <a:pt x="268" y="102"/>
                </a:lnTo>
                <a:lnTo>
                  <a:pt x="269" y="102"/>
                </a:lnTo>
                <a:lnTo>
                  <a:pt x="269" y="101"/>
                </a:lnTo>
                <a:lnTo>
                  <a:pt x="269" y="100"/>
                </a:lnTo>
                <a:lnTo>
                  <a:pt x="270" y="99"/>
                </a:lnTo>
                <a:lnTo>
                  <a:pt x="270" y="98"/>
                </a:lnTo>
                <a:lnTo>
                  <a:pt x="271" y="98"/>
                </a:lnTo>
                <a:lnTo>
                  <a:pt x="272" y="98"/>
                </a:lnTo>
                <a:lnTo>
                  <a:pt x="273" y="98"/>
                </a:lnTo>
                <a:lnTo>
                  <a:pt x="273" y="99"/>
                </a:lnTo>
                <a:lnTo>
                  <a:pt x="274" y="99"/>
                </a:lnTo>
                <a:lnTo>
                  <a:pt x="274" y="98"/>
                </a:lnTo>
                <a:lnTo>
                  <a:pt x="273" y="98"/>
                </a:lnTo>
                <a:lnTo>
                  <a:pt x="274" y="98"/>
                </a:lnTo>
                <a:lnTo>
                  <a:pt x="273" y="97"/>
                </a:lnTo>
                <a:lnTo>
                  <a:pt x="273" y="96"/>
                </a:lnTo>
                <a:lnTo>
                  <a:pt x="274" y="96"/>
                </a:lnTo>
                <a:lnTo>
                  <a:pt x="275" y="96"/>
                </a:lnTo>
                <a:lnTo>
                  <a:pt x="276" y="96"/>
                </a:lnTo>
                <a:lnTo>
                  <a:pt x="276" y="95"/>
                </a:lnTo>
                <a:lnTo>
                  <a:pt x="277" y="95"/>
                </a:lnTo>
                <a:lnTo>
                  <a:pt x="277" y="94"/>
                </a:lnTo>
                <a:lnTo>
                  <a:pt x="276" y="93"/>
                </a:lnTo>
                <a:lnTo>
                  <a:pt x="276" y="92"/>
                </a:lnTo>
                <a:lnTo>
                  <a:pt x="277" y="92"/>
                </a:lnTo>
                <a:lnTo>
                  <a:pt x="277" y="93"/>
                </a:lnTo>
                <a:lnTo>
                  <a:pt x="278" y="93"/>
                </a:lnTo>
                <a:lnTo>
                  <a:pt x="278" y="92"/>
                </a:lnTo>
                <a:lnTo>
                  <a:pt x="278" y="91"/>
                </a:lnTo>
                <a:lnTo>
                  <a:pt x="278" y="90"/>
                </a:lnTo>
                <a:lnTo>
                  <a:pt x="277" y="90"/>
                </a:lnTo>
                <a:lnTo>
                  <a:pt x="277" y="89"/>
                </a:lnTo>
                <a:lnTo>
                  <a:pt x="278" y="89"/>
                </a:lnTo>
                <a:lnTo>
                  <a:pt x="278" y="88"/>
                </a:lnTo>
                <a:lnTo>
                  <a:pt x="278" y="89"/>
                </a:lnTo>
                <a:lnTo>
                  <a:pt x="277" y="89"/>
                </a:lnTo>
                <a:lnTo>
                  <a:pt x="277" y="88"/>
                </a:lnTo>
                <a:lnTo>
                  <a:pt x="278" y="88"/>
                </a:lnTo>
                <a:lnTo>
                  <a:pt x="278" y="87"/>
                </a:lnTo>
                <a:lnTo>
                  <a:pt x="278" y="86"/>
                </a:lnTo>
                <a:lnTo>
                  <a:pt x="279" y="85"/>
                </a:lnTo>
                <a:lnTo>
                  <a:pt x="280" y="85"/>
                </a:lnTo>
                <a:lnTo>
                  <a:pt x="280" y="84"/>
                </a:lnTo>
                <a:lnTo>
                  <a:pt x="280" y="83"/>
                </a:lnTo>
                <a:lnTo>
                  <a:pt x="281" y="83"/>
                </a:lnTo>
                <a:lnTo>
                  <a:pt x="282" y="83"/>
                </a:lnTo>
                <a:lnTo>
                  <a:pt x="282" y="82"/>
                </a:lnTo>
                <a:lnTo>
                  <a:pt x="282" y="81"/>
                </a:lnTo>
                <a:lnTo>
                  <a:pt x="283" y="81"/>
                </a:lnTo>
                <a:lnTo>
                  <a:pt x="284" y="82"/>
                </a:lnTo>
                <a:lnTo>
                  <a:pt x="285" y="82"/>
                </a:lnTo>
                <a:lnTo>
                  <a:pt x="284" y="82"/>
                </a:lnTo>
                <a:lnTo>
                  <a:pt x="284" y="81"/>
                </a:lnTo>
                <a:lnTo>
                  <a:pt x="285" y="81"/>
                </a:lnTo>
                <a:lnTo>
                  <a:pt x="286" y="81"/>
                </a:lnTo>
                <a:lnTo>
                  <a:pt x="287" y="81"/>
                </a:lnTo>
                <a:lnTo>
                  <a:pt x="288" y="81"/>
                </a:lnTo>
                <a:lnTo>
                  <a:pt x="289" y="81"/>
                </a:lnTo>
                <a:lnTo>
                  <a:pt x="290" y="80"/>
                </a:lnTo>
                <a:lnTo>
                  <a:pt x="291" y="79"/>
                </a:lnTo>
                <a:lnTo>
                  <a:pt x="292" y="79"/>
                </a:lnTo>
                <a:lnTo>
                  <a:pt x="292" y="80"/>
                </a:lnTo>
                <a:lnTo>
                  <a:pt x="293" y="80"/>
                </a:lnTo>
                <a:lnTo>
                  <a:pt x="294" y="81"/>
                </a:lnTo>
                <a:lnTo>
                  <a:pt x="295" y="81"/>
                </a:lnTo>
                <a:lnTo>
                  <a:pt x="296" y="81"/>
                </a:lnTo>
                <a:lnTo>
                  <a:pt x="297" y="82"/>
                </a:lnTo>
                <a:lnTo>
                  <a:pt x="298" y="82"/>
                </a:lnTo>
                <a:lnTo>
                  <a:pt x="298" y="83"/>
                </a:lnTo>
                <a:lnTo>
                  <a:pt x="299" y="83"/>
                </a:lnTo>
                <a:lnTo>
                  <a:pt x="300" y="83"/>
                </a:lnTo>
                <a:lnTo>
                  <a:pt x="301" y="83"/>
                </a:lnTo>
                <a:lnTo>
                  <a:pt x="302" y="83"/>
                </a:lnTo>
                <a:lnTo>
                  <a:pt x="302" y="82"/>
                </a:lnTo>
                <a:lnTo>
                  <a:pt x="303" y="82"/>
                </a:lnTo>
                <a:lnTo>
                  <a:pt x="303" y="83"/>
                </a:lnTo>
                <a:lnTo>
                  <a:pt x="303" y="84"/>
                </a:lnTo>
                <a:lnTo>
                  <a:pt x="304" y="83"/>
                </a:lnTo>
                <a:lnTo>
                  <a:pt x="304" y="82"/>
                </a:lnTo>
                <a:lnTo>
                  <a:pt x="304" y="81"/>
                </a:lnTo>
                <a:lnTo>
                  <a:pt x="304" y="80"/>
                </a:lnTo>
                <a:lnTo>
                  <a:pt x="304" y="79"/>
                </a:lnTo>
                <a:lnTo>
                  <a:pt x="304" y="78"/>
                </a:lnTo>
                <a:lnTo>
                  <a:pt x="305" y="78"/>
                </a:lnTo>
                <a:lnTo>
                  <a:pt x="306" y="78"/>
                </a:lnTo>
                <a:lnTo>
                  <a:pt x="306" y="79"/>
                </a:lnTo>
                <a:lnTo>
                  <a:pt x="307" y="79"/>
                </a:lnTo>
                <a:lnTo>
                  <a:pt x="307" y="80"/>
                </a:lnTo>
                <a:lnTo>
                  <a:pt x="308" y="80"/>
                </a:lnTo>
                <a:lnTo>
                  <a:pt x="309" y="81"/>
                </a:lnTo>
                <a:lnTo>
                  <a:pt x="309" y="82"/>
                </a:lnTo>
                <a:lnTo>
                  <a:pt x="310" y="82"/>
                </a:lnTo>
                <a:lnTo>
                  <a:pt x="311" y="82"/>
                </a:lnTo>
                <a:lnTo>
                  <a:pt x="313" y="82"/>
                </a:lnTo>
                <a:lnTo>
                  <a:pt x="313" y="83"/>
                </a:lnTo>
                <a:lnTo>
                  <a:pt x="314" y="83"/>
                </a:lnTo>
                <a:lnTo>
                  <a:pt x="315" y="83"/>
                </a:lnTo>
                <a:lnTo>
                  <a:pt x="316" y="83"/>
                </a:lnTo>
                <a:lnTo>
                  <a:pt x="316" y="84"/>
                </a:lnTo>
                <a:lnTo>
                  <a:pt x="317" y="84"/>
                </a:lnTo>
                <a:lnTo>
                  <a:pt x="318" y="83"/>
                </a:lnTo>
                <a:lnTo>
                  <a:pt x="319" y="83"/>
                </a:lnTo>
                <a:lnTo>
                  <a:pt x="320" y="83"/>
                </a:lnTo>
                <a:lnTo>
                  <a:pt x="321" y="83"/>
                </a:lnTo>
                <a:lnTo>
                  <a:pt x="321" y="82"/>
                </a:lnTo>
                <a:lnTo>
                  <a:pt x="321" y="81"/>
                </a:lnTo>
                <a:lnTo>
                  <a:pt x="321" y="80"/>
                </a:lnTo>
                <a:lnTo>
                  <a:pt x="322" y="80"/>
                </a:lnTo>
                <a:lnTo>
                  <a:pt x="323" y="80"/>
                </a:lnTo>
                <a:lnTo>
                  <a:pt x="323" y="79"/>
                </a:lnTo>
                <a:lnTo>
                  <a:pt x="324" y="79"/>
                </a:lnTo>
                <a:lnTo>
                  <a:pt x="324" y="78"/>
                </a:lnTo>
                <a:lnTo>
                  <a:pt x="325" y="78"/>
                </a:lnTo>
                <a:lnTo>
                  <a:pt x="325" y="77"/>
                </a:lnTo>
                <a:lnTo>
                  <a:pt x="325" y="76"/>
                </a:lnTo>
                <a:lnTo>
                  <a:pt x="326" y="76"/>
                </a:lnTo>
                <a:lnTo>
                  <a:pt x="327" y="76"/>
                </a:lnTo>
                <a:lnTo>
                  <a:pt x="327" y="75"/>
                </a:lnTo>
                <a:lnTo>
                  <a:pt x="327" y="74"/>
                </a:lnTo>
                <a:lnTo>
                  <a:pt x="326" y="74"/>
                </a:lnTo>
                <a:lnTo>
                  <a:pt x="325" y="74"/>
                </a:lnTo>
                <a:lnTo>
                  <a:pt x="323" y="74"/>
                </a:lnTo>
                <a:lnTo>
                  <a:pt x="322" y="74"/>
                </a:lnTo>
                <a:lnTo>
                  <a:pt x="321" y="74"/>
                </a:lnTo>
                <a:lnTo>
                  <a:pt x="319" y="74"/>
                </a:lnTo>
                <a:lnTo>
                  <a:pt x="319" y="73"/>
                </a:lnTo>
                <a:lnTo>
                  <a:pt x="318" y="72"/>
                </a:lnTo>
                <a:lnTo>
                  <a:pt x="318" y="71"/>
                </a:lnTo>
                <a:lnTo>
                  <a:pt x="318" y="70"/>
                </a:lnTo>
                <a:lnTo>
                  <a:pt x="317" y="70"/>
                </a:lnTo>
                <a:lnTo>
                  <a:pt x="317" y="69"/>
                </a:lnTo>
                <a:lnTo>
                  <a:pt x="317" y="68"/>
                </a:lnTo>
                <a:lnTo>
                  <a:pt x="318" y="68"/>
                </a:lnTo>
                <a:lnTo>
                  <a:pt x="318" y="67"/>
                </a:lnTo>
                <a:lnTo>
                  <a:pt x="319" y="67"/>
                </a:lnTo>
                <a:lnTo>
                  <a:pt x="320" y="67"/>
                </a:lnTo>
                <a:lnTo>
                  <a:pt x="321" y="67"/>
                </a:lnTo>
                <a:lnTo>
                  <a:pt x="322" y="67"/>
                </a:lnTo>
                <a:lnTo>
                  <a:pt x="323" y="67"/>
                </a:lnTo>
                <a:lnTo>
                  <a:pt x="325" y="67"/>
                </a:lnTo>
                <a:lnTo>
                  <a:pt x="326" y="67"/>
                </a:lnTo>
                <a:lnTo>
                  <a:pt x="327" y="67"/>
                </a:lnTo>
                <a:lnTo>
                  <a:pt x="328" y="67"/>
                </a:lnTo>
                <a:lnTo>
                  <a:pt x="329" y="67"/>
                </a:lnTo>
                <a:lnTo>
                  <a:pt x="331" y="67"/>
                </a:lnTo>
                <a:lnTo>
                  <a:pt x="332" y="68"/>
                </a:lnTo>
                <a:lnTo>
                  <a:pt x="333" y="68"/>
                </a:lnTo>
                <a:lnTo>
                  <a:pt x="334" y="68"/>
                </a:lnTo>
                <a:lnTo>
                  <a:pt x="335" y="68"/>
                </a:lnTo>
                <a:lnTo>
                  <a:pt x="336" y="68"/>
                </a:lnTo>
                <a:lnTo>
                  <a:pt x="336" y="69"/>
                </a:lnTo>
                <a:lnTo>
                  <a:pt x="337" y="69"/>
                </a:lnTo>
                <a:lnTo>
                  <a:pt x="337" y="70"/>
                </a:lnTo>
                <a:lnTo>
                  <a:pt x="337" y="71"/>
                </a:lnTo>
                <a:lnTo>
                  <a:pt x="338" y="71"/>
                </a:lnTo>
                <a:lnTo>
                  <a:pt x="338" y="72"/>
                </a:lnTo>
                <a:lnTo>
                  <a:pt x="338" y="73"/>
                </a:lnTo>
                <a:lnTo>
                  <a:pt x="339" y="73"/>
                </a:lnTo>
                <a:lnTo>
                  <a:pt x="340" y="73"/>
                </a:lnTo>
                <a:lnTo>
                  <a:pt x="341" y="73"/>
                </a:lnTo>
                <a:lnTo>
                  <a:pt x="342" y="74"/>
                </a:lnTo>
                <a:lnTo>
                  <a:pt x="343" y="74"/>
                </a:lnTo>
                <a:lnTo>
                  <a:pt x="344" y="73"/>
                </a:lnTo>
                <a:lnTo>
                  <a:pt x="346" y="73"/>
                </a:lnTo>
                <a:lnTo>
                  <a:pt x="347" y="73"/>
                </a:lnTo>
                <a:lnTo>
                  <a:pt x="348" y="73"/>
                </a:lnTo>
                <a:lnTo>
                  <a:pt x="349" y="73"/>
                </a:lnTo>
                <a:lnTo>
                  <a:pt x="350" y="73"/>
                </a:lnTo>
                <a:lnTo>
                  <a:pt x="351" y="72"/>
                </a:lnTo>
                <a:lnTo>
                  <a:pt x="351" y="73"/>
                </a:lnTo>
                <a:lnTo>
                  <a:pt x="352" y="73"/>
                </a:lnTo>
                <a:lnTo>
                  <a:pt x="352" y="74"/>
                </a:lnTo>
                <a:lnTo>
                  <a:pt x="353" y="75"/>
                </a:lnTo>
                <a:lnTo>
                  <a:pt x="354" y="74"/>
                </a:lnTo>
                <a:lnTo>
                  <a:pt x="354" y="75"/>
                </a:lnTo>
                <a:lnTo>
                  <a:pt x="355" y="75"/>
                </a:lnTo>
                <a:lnTo>
                  <a:pt x="356" y="75"/>
                </a:lnTo>
                <a:lnTo>
                  <a:pt x="357" y="77"/>
                </a:lnTo>
                <a:lnTo>
                  <a:pt x="358" y="77"/>
                </a:lnTo>
                <a:lnTo>
                  <a:pt x="359" y="78"/>
                </a:lnTo>
                <a:lnTo>
                  <a:pt x="361" y="79"/>
                </a:lnTo>
                <a:lnTo>
                  <a:pt x="361" y="80"/>
                </a:lnTo>
                <a:lnTo>
                  <a:pt x="361" y="79"/>
                </a:lnTo>
                <a:lnTo>
                  <a:pt x="362" y="79"/>
                </a:lnTo>
                <a:lnTo>
                  <a:pt x="362" y="80"/>
                </a:lnTo>
                <a:lnTo>
                  <a:pt x="362" y="81"/>
                </a:lnTo>
                <a:lnTo>
                  <a:pt x="363" y="81"/>
                </a:lnTo>
                <a:lnTo>
                  <a:pt x="363" y="80"/>
                </a:lnTo>
                <a:lnTo>
                  <a:pt x="363" y="79"/>
                </a:lnTo>
                <a:lnTo>
                  <a:pt x="363" y="78"/>
                </a:lnTo>
                <a:lnTo>
                  <a:pt x="364" y="78"/>
                </a:lnTo>
                <a:lnTo>
                  <a:pt x="364" y="77"/>
                </a:lnTo>
                <a:lnTo>
                  <a:pt x="365" y="77"/>
                </a:lnTo>
                <a:lnTo>
                  <a:pt x="365" y="76"/>
                </a:lnTo>
                <a:lnTo>
                  <a:pt x="365" y="75"/>
                </a:lnTo>
                <a:lnTo>
                  <a:pt x="365" y="74"/>
                </a:lnTo>
                <a:lnTo>
                  <a:pt x="366" y="74"/>
                </a:lnTo>
                <a:lnTo>
                  <a:pt x="368" y="74"/>
                </a:lnTo>
                <a:lnTo>
                  <a:pt x="369" y="74"/>
                </a:lnTo>
                <a:lnTo>
                  <a:pt x="370" y="74"/>
                </a:lnTo>
                <a:lnTo>
                  <a:pt x="370" y="75"/>
                </a:lnTo>
                <a:lnTo>
                  <a:pt x="371" y="76"/>
                </a:lnTo>
                <a:lnTo>
                  <a:pt x="372" y="76"/>
                </a:lnTo>
                <a:lnTo>
                  <a:pt x="373" y="75"/>
                </a:lnTo>
                <a:lnTo>
                  <a:pt x="373" y="74"/>
                </a:lnTo>
                <a:lnTo>
                  <a:pt x="374" y="74"/>
                </a:lnTo>
                <a:lnTo>
                  <a:pt x="374" y="73"/>
                </a:lnTo>
                <a:lnTo>
                  <a:pt x="375" y="73"/>
                </a:lnTo>
                <a:lnTo>
                  <a:pt x="375" y="74"/>
                </a:lnTo>
                <a:lnTo>
                  <a:pt x="376" y="74"/>
                </a:lnTo>
                <a:lnTo>
                  <a:pt x="377" y="74"/>
                </a:lnTo>
                <a:lnTo>
                  <a:pt x="378" y="74"/>
                </a:lnTo>
                <a:lnTo>
                  <a:pt x="379" y="74"/>
                </a:lnTo>
                <a:lnTo>
                  <a:pt x="381" y="74"/>
                </a:lnTo>
                <a:lnTo>
                  <a:pt x="382" y="73"/>
                </a:lnTo>
                <a:lnTo>
                  <a:pt x="383" y="73"/>
                </a:lnTo>
                <a:lnTo>
                  <a:pt x="383" y="72"/>
                </a:lnTo>
                <a:lnTo>
                  <a:pt x="384" y="72"/>
                </a:lnTo>
                <a:lnTo>
                  <a:pt x="385" y="72"/>
                </a:lnTo>
                <a:lnTo>
                  <a:pt x="386" y="71"/>
                </a:lnTo>
                <a:lnTo>
                  <a:pt x="387" y="71"/>
                </a:lnTo>
                <a:lnTo>
                  <a:pt x="388" y="71"/>
                </a:lnTo>
                <a:lnTo>
                  <a:pt x="389" y="71"/>
                </a:lnTo>
                <a:lnTo>
                  <a:pt x="389" y="70"/>
                </a:lnTo>
                <a:lnTo>
                  <a:pt x="390" y="70"/>
                </a:lnTo>
                <a:lnTo>
                  <a:pt x="391" y="70"/>
                </a:lnTo>
                <a:lnTo>
                  <a:pt x="392" y="69"/>
                </a:lnTo>
                <a:lnTo>
                  <a:pt x="393" y="69"/>
                </a:lnTo>
                <a:lnTo>
                  <a:pt x="394" y="69"/>
                </a:lnTo>
                <a:lnTo>
                  <a:pt x="395" y="69"/>
                </a:lnTo>
                <a:lnTo>
                  <a:pt x="395" y="68"/>
                </a:lnTo>
                <a:lnTo>
                  <a:pt x="395" y="69"/>
                </a:lnTo>
                <a:lnTo>
                  <a:pt x="396" y="69"/>
                </a:lnTo>
                <a:lnTo>
                  <a:pt x="396" y="68"/>
                </a:lnTo>
                <a:lnTo>
                  <a:pt x="395" y="67"/>
                </a:lnTo>
                <a:lnTo>
                  <a:pt x="394" y="67"/>
                </a:lnTo>
                <a:lnTo>
                  <a:pt x="393" y="66"/>
                </a:lnTo>
                <a:lnTo>
                  <a:pt x="392" y="66"/>
                </a:lnTo>
                <a:lnTo>
                  <a:pt x="391" y="66"/>
                </a:lnTo>
                <a:lnTo>
                  <a:pt x="391" y="65"/>
                </a:lnTo>
                <a:lnTo>
                  <a:pt x="391" y="64"/>
                </a:lnTo>
                <a:lnTo>
                  <a:pt x="392" y="64"/>
                </a:lnTo>
                <a:lnTo>
                  <a:pt x="392" y="63"/>
                </a:lnTo>
                <a:lnTo>
                  <a:pt x="392" y="62"/>
                </a:lnTo>
                <a:lnTo>
                  <a:pt x="392" y="61"/>
                </a:lnTo>
                <a:lnTo>
                  <a:pt x="392" y="60"/>
                </a:lnTo>
                <a:lnTo>
                  <a:pt x="392" y="59"/>
                </a:lnTo>
                <a:lnTo>
                  <a:pt x="392" y="58"/>
                </a:lnTo>
                <a:lnTo>
                  <a:pt x="393" y="57"/>
                </a:lnTo>
                <a:lnTo>
                  <a:pt x="394" y="57"/>
                </a:lnTo>
                <a:lnTo>
                  <a:pt x="394" y="56"/>
                </a:lnTo>
                <a:lnTo>
                  <a:pt x="394" y="55"/>
                </a:lnTo>
                <a:lnTo>
                  <a:pt x="395" y="55"/>
                </a:lnTo>
                <a:lnTo>
                  <a:pt x="396" y="55"/>
                </a:lnTo>
                <a:lnTo>
                  <a:pt x="397" y="54"/>
                </a:lnTo>
                <a:lnTo>
                  <a:pt x="396" y="54"/>
                </a:lnTo>
                <a:lnTo>
                  <a:pt x="397" y="54"/>
                </a:lnTo>
                <a:lnTo>
                  <a:pt x="397" y="53"/>
                </a:lnTo>
                <a:lnTo>
                  <a:pt x="398" y="52"/>
                </a:lnTo>
                <a:lnTo>
                  <a:pt x="399" y="52"/>
                </a:lnTo>
                <a:lnTo>
                  <a:pt x="399" y="51"/>
                </a:lnTo>
                <a:lnTo>
                  <a:pt x="400" y="51"/>
                </a:lnTo>
                <a:lnTo>
                  <a:pt x="401" y="51"/>
                </a:lnTo>
                <a:lnTo>
                  <a:pt x="402" y="51"/>
                </a:lnTo>
                <a:lnTo>
                  <a:pt x="404" y="51"/>
                </a:lnTo>
                <a:lnTo>
                  <a:pt x="405" y="51"/>
                </a:lnTo>
                <a:lnTo>
                  <a:pt x="405" y="50"/>
                </a:lnTo>
                <a:lnTo>
                  <a:pt x="406" y="50"/>
                </a:lnTo>
                <a:lnTo>
                  <a:pt x="407" y="50"/>
                </a:lnTo>
                <a:lnTo>
                  <a:pt x="409" y="50"/>
                </a:lnTo>
                <a:lnTo>
                  <a:pt x="409" y="49"/>
                </a:lnTo>
                <a:lnTo>
                  <a:pt x="410" y="49"/>
                </a:lnTo>
                <a:lnTo>
                  <a:pt x="411" y="49"/>
                </a:lnTo>
                <a:lnTo>
                  <a:pt x="412" y="49"/>
                </a:lnTo>
                <a:lnTo>
                  <a:pt x="412" y="48"/>
                </a:lnTo>
                <a:lnTo>
                  <a:pt x="413" y="48"/>
                </a:lnTo>
                <a:lnTo>
                  <a:pt x="414" y="48"/>
                </a:lnTo>
                <a:lnTo>
                  <a:pt x="415" y="48"/>
                </a:lnTo>
                <a:lnTo>
                  <a:pt x="415" y="47"/>
                </a:lnTo>
                <a:lnTo>
                  <a:pt x="416" y="47"/>
                </a:lnTo>
                <a:lnTo>
                  <a:pt x="417" y="47"/>
                </a:lnTo>
                <a:lnTo>
                  <a:pt x="418" y="47"/>
                </a:lnTo>
                <a:lnTo>
                  <a:pt x="418" y="46"/>
                </a:lnTo>
                <a:lnTo>
                  <a:pt x="419" y="47"/>
                </a:lnTo>
                <a:lnTo>
                  <a:pt x="420" y="47"/>
                </a:lnTo>
                <a:lnTo>
                  <a:pt x="420" y="48"/>
                </a:lnTo>
                <a:lnTo>
                  <a:pt x="421" y="48"/>
                </a:lnTo>
                <a:lnTo>
                  <a:pt x="422" y="48"/>
                </a:lnTo>
                <a:lnTo>
                  <a:pt x="423" y="49"/>
                </a:lnTo>
                <a:lnTo>
                  <a:pt x="423" y="50"/>
                </a:lnTo>
                <a:lnTo>
                  <a:pt x="424" y="50"/>
                </a:lnTo>
                <a:lnTo>
                  <a:pt x="425" y="50"/>
                </a:lnTo>
                <a:lnTo>
                  <a:pt x="426" y="50"/>
                </a:lnTo>
                <a:lnTo>
                  <a:pt x="427" y="50"/>
                </a:lnTo>
                <a:lnTo>
                  <a:pt x="428" y="50"/>
                </a:lnTo>
                <a:lnTo>
                  <a:pt x="428" y="49"/>
                </a:lnTo>
                <a:lnTo>
                  <a:pt x="428" y="47"/>
                </a:lnTo>
                <a:lnTo>
                  <a:pt x="429" y="47"/>
                </a:lnTo>
                <a:lnTo>
                  <a:pt x="430" y="46"/>
                </a:lnTo>
                <a:lnTo>
                  <a:pt x="431" y="46"/>
                </a:lnTo>
                <a:lnTo>
                  <a:pt x="431" y="45"/>
                </a:lnTo>
                <a:lnTo>
                  <a:pt x="430" y="45"/>
                </a:lnTo>
                <a:lnTo>
                  <a:pt x="430" y="44"/>
                </a:lnTo>
                <a:lnTo>
                  <a:pt x="430" y="43"/>
                </a:lnTo>
                <a:lnTo>
                  <a:pt x="431" y="43"/>
                </a:lnTo>
                <a:lnTo>
                  <a:pt x="432" y="43"/>
                </a:lnTo>
                <a:lnTo>
                  <a:pt x="432" y="42"/>
                </a:lnTo>
                <a:lnTo>
                  <a:pt x="432" y="40"/>
                </a:lnTo>
                <a:lnTo>
                  <a:pt x="432" y="39"/>
                </a:lnTo>
                <a:lnTo>
                  <a:pt x="432" y="38"/>
                </a:lnTo>
                <a:lnTo>
                  <a:pt x="433" y="38"/>
                </a:lnTo>
                <a:lnTo>
                  <a:pt x="433" y="37"/>
                </a:lnTo>
                <a:lnTo>
                  <a:pt x="433" y="36"/>
                </a:lnTo>
                <a:lnTo>
                  <a:pt x="434" y="35"/>
                </a:lnTo>
                <a:lnTo>
                  <a:pt x="434" y="34"/>
                </a:lnTo>
                <a:lnTo>
                  <a:pt x="435" y="34"/>
                </a:lnTo>
                <a:lnTo>
                  <a:pt x="434" y="34"/>
                </a:lnTo>
                <a:lnTo>
                  <a:pt x="434" y="33"/>
                </a:lnTo>
                <a:lnTo>
                  <a:pt x="435" y="33"/>
                </a:lnTo>
                <a:lnTo>
                  <a:pt x="435" y="32"/>
                </a:lnTo>
                <a:lnTo>
                  <a:pt x="436" y="32"/>
                </a:lnTo>
                <a:lnTo>
                  <a:pt x="436" y="31"/>
                </a:lnTo>
                <a:lnTo>
                  <a:pt x="435" y="31"/>
                </a:lnTo>
                <a:lnTo>
                  <a:pt x="434" y="30"/>
                </a:lnTo>
                <a:lnTo>
                  <a:pt x="434" y="29"/>
                </a:lnTo>
                <a:lnTo>
                  <a:pt x="435" y="28"/>
                </a:lnTo>
                <a:lnTo>
                  <a:pt x="436" y="28"/>
                </a:lnTo>
                <a:lnTo>
                  <a:pt x="437" y="28"/>
                </a:lnTo>
                <a:lnTo>
                  <a:pt x="436" y="28"/>
                </a:lnTo>
                <a:lnTo>
                  <a:pt x="436" y="27"/>
                </a:lnTo>
                <a:lnTo>
                  <a:pt x="436" y="26"/>
                </a:lnTo>
                <a:lnTo>
                  <a:pt x="436" y="25"/>
                </a:lnTo>
                <a:lnTo>
                  <a:pt x="435" y="24"/>
                </a:lnTo>
                <a:lnTo>
                  <a:pt x="436" y="23"/>
                </a:lnTo>
                <a:lnTo>
                  <a:pt x="437" y="23"/>
                </a:lnTo>
                <a:lnTo>
                  <a:pt x="437" y="22"/>
                </a:lnTo>
                <a:lnTo>
                  <a:pt x="438" y="22"/>
                </a:lnTo>
                <a:lnTo>
                  <a:pt x="438" y="23"/>
                </a:lnTo>
                <a:lnTo>
                  <a:pt x="439" y="23"/>
                </a:lnTo>
                <a:lnTo>
                  <a:pt x="439" y="22"/>
                </a:lnTo>
                <a:lnTo>
                  <a:pt x="438" y="22"/>
                </a:lnTo>
                <a:lnTo>
                  <a:pt x="438" y="21"/>
                </a:lnTo>
                <a:lnTo>
                  <a:pt x="439" y="20"/>
                </a:lnTo>
                <a:lnTo>
                  <a:pt x="439" y="19"/>
                </a:lnTo>
                <a:lnTo>
                  <a:pt x="440" y="19"/>
                </a:lnTo>
                <a:lnTo>
                  <a:pt x="440" y="18"/>
                </a:lnTo>
                <a:lnTo>
                  <a:pt x="439" y="18"/>
                </a:lnTo>
                <a:lnTo>
                  <a:pt x="439" y="17"/>
                </a:lnTo>
                <a:lnTo>
                  <a:pt x="440" y="17"/>
                </a:lnTo>
                <a:lnTo>
                  <a:pt x="440" y="16"/>
                </a:lnTo>
                <a:lnTo>
                  <a:pt x="439" y="15"/>
                </a:lnTo>
                <a:lnTo>
                  <a:pt x="439" y="14"/>
                </a:lnTo>
                <a:lnTo>
                  <a:pt x="439" y="13"/>
                </a:lnTo>
                <a:lnTo>
                  <a:pt x="439" y="12"/>
                </a:lnTo>
                <a:lnTo>
                  <a:pt x="438" y="12"/>
                </a:lnTo>
                <a:lnTo>
                  <a:pt x="439" y="12"/>
                </a:lnTo>
                <a:lnTo>
                  <a:pt x="439" y="11"/>
                </a:lnTo>
                <a:lnTo>
                  <a:pt x="439" y="10"/>
                </a:lnTo>
                <a:lnTo>
                  <a:pt x="439" y="9"/>
                </a:lnTo>
                <a:lnTo>
                  <a:pt x="439" y="8"/>
                </a:lnTo>
                <a:lnTo>
                  <a:pt x="441" y="7"/>
                </a:lnTo>
                <a:lnTo>
                  <a:pt x="442" y="7"/>
                </a:lnTo>
                <a:lnTo>
                  <a:pt x="442" y="6"/>
                </a:lnTo>
                <a:lnTo>
                  <a:pt x="443" y="6"/>
                </a:lnTo>
                <a:lnTo>
                  <a:pt x="443" y="5"/>
                </a:lnTo>
                <a:lnTo>
                  <a:pt x="443" y="4"/>
                </a:lnTo>
                <a:lnTo>
                  <a:pt x="443" y="3"/>
                </a:lnTo>
                <a:lnTo>
                  <a:pt x="443" y="2"/>
                </a:lnTo>
                <a:lnTo>
                  <a:pt x="444" y="2"/>
                </a:lnTo>
                <a:lnTo>
                  <a:pt x="445" y="2"/>
                </a:lnTo>
                <a:lnTo>
                  <a:pt x="445" y="1"/>
                </a:lnTo>
                <a:lnTo>
                  <a:pt x="445" y="2"/>
                </a:lnTo>
                <a:lnTo>
                  <a:pt x="446" y="2"/>
                </a:lnTo>
                <a:lnTo>
                  <a:pt x="447" y="1"/>
                </a:lnTo>
                <a:lnTo>
                  <a:pt x="447" y="0"/>
                </a:lnTo>
                <a:lnTo>
                  <a:pt x="447" y="1"/>
                </a:lnTo>
                <a:lnTo>
                  <a:pt x="448" y="1"/>
                </a:lnTo>
                <a:lnTo>
                  <a:pt x="449" y="2"/>
                </a:lnTo>
                <a:lnTo>
                  <a:pt x="450" y="2"/>
                </a:lnTo>
                <a:lnTo>
                  <a:pt x="45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0" name=""/>
          <p:cNvSpPr/>
          <p:nvPr/>
        </p:nvSpPr>
        <p:spPr>
          <a:xfrm>
            <a:off x="4710600" y="369756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4" y="1"/>
                </a:moveTo>
                <a:lnTo>
                  <a:pt x="5" y="1"/>
                </a:lnTo>
                <a:lnTo>
                  <a:pt x="5" y="2"/>
                </a:lnTo>
                <a:lnTo>
                  <a:pt x="6" y="4"/>
                </a:lnTo>
                <a:lnTo>
                  <a:pt x="6" y="2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1" name=""/>
          <p:cNvSpPr/>
          <p:nvPr/>
        </p:nvSpPr>
        <p:spPr>
          <a:xfrm>
            <a:off x="4714200" y="36972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2"/>
                </a:move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2" name=""/>
          <p:cNvSpPr/>
          <p:nvPr/>
        </p:nvSpPr>
        <p:spPr>
          <a:xfrm>
            <a:off x="4715280" y="369684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3" y="0"/>
                </a:moveTo>
                <a:lnTo>
                  <a:pt x="5" y="0"/>
                </a:lnTo>
                <a:lnTo>
                  <a:pt x="5" y="1"/>
                </a:lnTo>
                <a:lnTo>
                  <a:pt x="3" y="1"/>
                </a:lnTo>
                <a:lnTo>
                  <a:pt x="3" y="3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3" name=""/>
          <p:cNvSpPr/>
          <p:nvPr/>
        </p:nvSpPr>
        <p:spPr>
          <a:xfrm>
            <a:off x="4724640" y="3695400"/>
            <a:ext cx="2520" cy="3600"/>
          </a:xfrm>
          <a:custGeom>
            <a:avLst/>
            <a:gdLst/>
            <a:ahLst/>
            <a:rect l="0" t="0" r="r" b="b"/>
            <a:pathLst>
              <a:path w="7" h="10">
                <a:moveTo>
                  <a:pt x="6" y="4"/>
                </a:moveTo>
                <a:lnTo>
                  <a:pt x="6" y="5"/>
                </a:lnTo>
                <a:lnTo>
                  <a:pt x="7" y="5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5" y="7"/>
                </a:lnTo>
                <a:lnTo>
                  <a:pt x="3" y="8"/>
                </a:lnTo>
                <a:lnTo>
                  <a:pt x="3" y="10"/>
                </a:lnTo>
                <a:lnTo>
                  <a:pt x="2" y="10"/>
                </a:lnTo>
                <a:lnTo>
                  <a:pt x="1" y="8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2" y="4"/>
                </a:lnTo>
                <a:lnTo>
                  <a:pt x="2" y="5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3" y="3"/>
                </a:lnTo>
                <a:lnTo>
                  <a:pt x="5" y="3"/>
                </a:lnTo>
                <a:lnTo>
                  <a:pt x="5" y="2"/>
                </a:lnTo>
                <a:lnTo>
                  <a:pt x="3" y="2"/>
                </a:lnTo>
                <a:lnTo>
                  <a:pt x="3" y="0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4" name=""/>
          <p:cNvSpPr/>
          <p:nvPr/>
        </p:nvSpPr>
        <p:spPr>
          <a:xfrm>
            <a:off x="4713120" y="36964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5" name=""/>
          <p:cNvSpPr/>
          <p:nvPr/>
        </p:nvSpPr>
        <p:spPr>
          <a:xfrm>
            <a:off x="4713840" y="36961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6" name=""/>
          <p:cNvSpPr/>
          <p:nvPr/>
        </p:nvSpPr>
        <p:spPr>
          <a:xfrm>
            <a:off x="4706640" y="369108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3" y="2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7" name=""/>
          <p:cNvSpPr/>
          <p:nvPr/>
        </p:nvSpPr>
        <p:spPr>
          <a:xfrm>
            <a:off x="4712760" y="369072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4" y="0"/>
                </a:moveTo>
                <a:lnTo>
                  <a:pt x="5" y="0"/>
                </a:lnTo>
                <a:lnTo>
                  <a:pt x="5" y="2"/>
                </a:lnTo>
                <a:lnTo>
                  <a:pt x="4" y="2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8" name=""/>
          <p:cNvSpPr/>
          <p:nvPr/>
        </p:nvSpPr>
        <p:spPr>
          <a:xfrm>
            <a:off x="4708080" y="3690000"/>
            <a:ext cx="4320" cy="2160"/>
          </a:xfrm>
          <a:custGeom>
            <a:avLst/>
            <a:gdLst/>
            <a:ahLst/>
            <a:rect l="0" t="0" r="r" b="b"/>
            <a:pathLst>
              <a:path w="12" h="6">
                <a:moveTo>
                  <a:pt x="11" y="2"/>
                </a:moveTo>
                <a:lnTo>
                  <a:pt x="12" y="2"/>
                </a:lnTo>
                <a:lnTo>
                  <a:pt x="12" y="3"/>
                </a:lnTo>
                <a:lnTo>
                  <a:pt x="11" y="3"/>
                </a:lnTo>
                <a:lnTo>
                  <a:pt x="10" y="3"/>
                </a:lnTo>
                <a:lnTo>
                  <a:pt x="10" y="5"/>
                </a:lnTo>
                <a:lnTo>
                  <a:pt x="9" y="5"/>
                </a:lnTo>
                <a:lnTo>
                  <a:pt x="8" y="5"/>
                </a:lnTo>
                <a:lnTo>
                  <a:pt x="8" y="6"/>
                </a:lnTo>
                <a:lnTo>
                  <a:pt x="6" y="5"/>
                </a:lnTo>
                <a:lnTo>
                  <a:pt x="8" y="5"/>
                </a:lnTo>
                <a:lnTo>
                  <a:pt x="8" y="3"/>
                </a:lnTo>
                <a:lnTo>
                  <a:pt x="8" y="2"/>
                </a:lnTo>
                <a:lnTo>
                  <a:pt x="6" y="2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2" y="3"/>
                </a:lnTo>
                <a:lnTo>
                  <a:pt x="1" y="3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lnTo>
                  <a:pt x="1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9" name=""/>
          <p:cNvSpPr/>
          <p:nvPr/>
        </p:nvSpPr>
        <p:spPr>
          <a:xfrm>
            <a:off x="4719960" y="36896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0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50" name=""/>
          <p:cNvSpPr/>
          <p:nvPr/>
        </p:nvSpPr>
        <p:spPr>
          <a:xfrm>
            <a:off x="4703760" y="3687840"/>
            <a:ext cx="6840" cy="2520"/>
          </a:xfrm>
          <a:custGeom>
            <a:avLst/>
            <a:gdLst/>
            <a:ahLst/>
            <a:rect l="0" t="0" r="r" b="b"/>
            <a:pathLst>
              <a:path w="19" h="7">
                <a:moveTo>
                  <a:pt x="5" y="1"/>
                </a:moveTo>
                <a:lnTo>
                  <a:pt x="4" y="1"/>
                </a:lnTo>
                <a:lnTo>
                  <a:pt x="5" y="2"/>
                </a:lnTo>
                <a:lnTo>
                  <a:pt x="6" y="2"/>
                </a:lnTo>
                <a:lnTo>
                  <a:pt x="5" y="2"/>
                </a:lnTo>
                <a:lnTo>
                  <a:pt x="6" y="2"/>
                </a:lnTo>
                <a:lnTo>
                  <a:pt x="6" y="1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9" y="3"/>
                </a:lnTo>
                <a:lnTo>
                  <a:pt x="10" y="3"/>
                </a:lnTo>
                <a:lnTo>
                  <a:pt x="11" y="3"/>
                </a:lnTo>
                <a:lnTo>
                  <a:pt x="12" y="3"/>
                </a:lnTo>
                <a:lnTo>
                  <a:pt x="12" y="2"/>
                </a:lnTo>
                <a:lnTo>
                  <a:pt x="13" y="2"/>
                </a:lnTo>
                <a:lnTo>
                  <a:pt x="14" y="3"/>
                </a:lnTo>
                <a:lnTo>
                  <a:pt x="15" y="5"/>
                </a:lnTo>
                <a:lnTo>
                  <a:pt x="17" y="5"/>
                </a:lnTo>
                <a:lnTo>
                  <a:pt x="18" y="5"/>
                </a:lnTo>
                <a:lnTo>
                  <a:pt x="19" y="5"/>
                </a:lnTo>
                <a:lnTo>
                  <a:pt x="19" y="6"/>
                </a:lnTo>
                <a:lnTo>
                  <a:pt x="18" y="5"/>
                </a:lnTo>
                <a:lnTo>
                  <a:pt x="18" y="6"/>
                </a:lnTo>
                <a:lnTo>
                  <a:pt x="17" y="6"/>
                </a:lnTo>
                <a:lnTo>
                  <a:pt x="15" y="7"/>
                </a:lnTo>
                <a:lnTo>
                  <a:pt x="15" y="6"/>
                </a:lnTo>
                <a:lnTo>
                  <a:pt x="14" y="6"/>
                </a:lnTo>
                <a:lnTo>
                  <a:pt x="13" y="6"/>
                </a:lnTo>
                <a:lnTo>
                  <a:pt x="12" y="6"/>
                </a:lnTo>
                <a:lnTo>
                  <a:pt x="12" y="5"/>
                </a:lnTo>
                <a:lnTo>
                  <a:pt x="12" y="6"/>
                </a:lnTo>
                <a:lnTo>
                  <a:pt x="11" y="5"/>
                </a:lnTo>
                <a:lnTo>
                  <a:pt x="10" y="5"/>
                </a:lnTo>
                <a:lnTo>
                  <a:pt x="9" y="5"/>
                </a:lnTo>
                <a:lnTo>
                  <a:pt x="8" y="5"/>
                </a:lnTo>
                <a:lnTo>
                  <a:pt x="9" y="6"/>
                </a:lnTo>
                <a:lnTo>
                  <a:pt x="8" y="6"/>
                </a:lnTo>
                <a:lnTo>
                  <a:pt x="8" y="7"/>
                </a:lnTo>
                <a:lnTo>
                  <a:pt x="8" y="6"/>
                </a:lnTo>
                <a:lnTo>
                  <a:pt x="7" y="6"/>
                </a:lnTo>
                <a:lnTo>
                  <a:pt x="8" y="6"/>
                </a:lnTo>
                <a:lnTo>
                  <a:pt x="8" y="5"/>
                </a:lnTo>
                <a:lnTo>
                  <a:pt x="7" y="5"/>
                </a:lnTo>
                <a:lnTo>
                  <a:pt x="5" y="5"/>
                </a:lnTo>
                <a:lnTo>
                  <a:pt x="5" y="3"/>
                </a:lnTo>
                <a:lnTo>
                  <a:pt x="4" y="3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51" name=""/>
          <p:cNvSpPr/>
          <p:nvPr/>
        </p:nvSpPr>
        <p:spPr>
          <a:xfrm>
            <a:off x="4721760" y="368244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3" y="1"/>
                </a:move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  <a:lnTo>
                  <a:pt x="5" y="1"/>
                </a:lnTo>
                <a:lnTo>
                  <a:pt x="4" y="2"/>
                </a:lnTo>
                <a:lnTo>
                  <a:pt x="5" y="4"/>
                </a:lnTo>
                <a:lnTo>
                  <a:pt x="4" y="4"/>
                </a:lnTo>
                <a:lnTo>
                  <a:pt x="3" y="2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52" name=""/>
          <p:cNvSpPr/>
          <p:nvPr/>
        </p:nvSpPr>
        <p:spPr>
          <a:xfrm>
            <a:off x="4722120" y="368064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0"/>
                </a:move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53" name=""/>
          <p:cNvSpPr/>
          <p:nvPr/>
        </p:nvSpPr>
        <p:spPr>
          <a:xfrm>
            <a:off x="4723560" y="3680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54" name=""/>
          <p:cNvSpPr/>
          <p:nvPr/>
        </p:nvSpPr>
        <p:spPr>
          <a:xfrm>
            <a:off x="4718520" y="3678840"/>
            <a:ext cx="3240" cy="2520"/>
          </a:xfrm>
          <a:custGeom>
            <a:avLst/>
            <a:gdLst/>
            <a:ahLst/>
            <a:rect l="0" t="0" r="r" b="b"/>
            <a:pathLst>
              <a:path w="9" h="7">
                <a:moveTo>
                  <a:pt x="6" y="0"/>
                </a:moveTo>
                <a:lnTo>
                  <a:pt x="7" y="1"/>
                </a:lnTo>
                <a:lnTo>
                  <a:pt x="8" y="1"/>
                </a:lnTo>
                <a:lnTo>
                  <a:pt x="8" y="3"/>
                </a:lnTo>
                <a:lnTo>
                  <a:pt x="9" y="3"/>
                </a:lnTo>
                <a:lnTo>
                  <a:pt x="9" y="4"/>
                </a:lnTo>
                <a:lnTo>
                  <a:pt x="8" y="4"/>
                </a:lnTo>
                <a:lnTo>
                  <a:pt x="8" y="5"/>
                </a:lnTo>
                <a:lnTo>
                  <a:pt x="7" y="5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3" y="5"/>
                </a:lnTo>
                <a:lnTo>
                  <a:pt x="2" y="4"/>
                </a:lnTo>
                <a:lnTo>
                  <a:pt x="0" y="4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3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55" name=""/>
          <p:cNvSpPr/>
          <p:nvPr/>
        </p:nvSpPr>
        <p:spPr>
          <a:xfrm>
            <a:off x="4721040" y="36752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56" name=""/>
          <p:cNvSpPr/>
          <p:nvPr/>
        </p:nvSpPr>
        <p:spPr>
          <a:xfrm>
            <a:off x="4743360" y="367128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5" y="2"/>
                </a:move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57" name=""/>
          <p:cNvSpPr/>
          <p:nvPr/>
        </p:nvSpPr>
        <p:spPr>
          <a:xfrm>
            <a:off x="4746240" y="36698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58" name=""/>
          <p:cNvSpPr/>
          <p:nvPr/>
        </p:nvSpPr>
        <p:spPr>
          <a:xfrm>
            <a:off x="4780440" y="3646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59" name=""/>
          <p:cNvSpPr/>
          <p:nvPr/>
        </p:nvSpPr>
        <p:spPr>
          <a:xfrm>
            <a:off x="4965840" y="357156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0" name=""/>
          <p:cNvSpPr/>
          <p:nvPr/>
        </p:nvSpPr>
        <p:spPr>
          <a:xfrm>
            <a:off x="4963320" y="35658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1" name=""/>
          <p:cNvSpPr/>
          <p:nvPr/>
        </p:nvSpPr>
        <p:spPr>
          <a:xfrm>
            <a:off x="4955040" y="35582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2" name=""/>
          <p:cNvSpPr/>
          <p:nvPr/>
        </p:nvSpPr>
        <p:spPr>
          <a:xfrm>
            <a:off x="4955040" y="355752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3" name=""/>
          <p:cNvSpPr/>
          <p:nvPr/>
        </p:nvSpPr>
        <p:spPr>
          <a:xfrm>
            <a:off x="4955760" y="35568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4" name=""/>
          <p:cNvSpPr/>
          <p:nvPr/>
        </p:nvSpPr>
        <p:spPr>
          <a:xfrm>
            <a:off x="4676040" y="3430440"/>
            <a:ext cx="314280" cy="200520"/>
          </a:xfrm>
          <a:custGeom>
            <a:avLst/>
            <a:gdLst/>
            <a:ahLst/>
            <a:rect l="0" t="0" r="r" b="b"/>
            <a:pathLst>
              <a:path w="873" h="557">
                <a:moveTo>
                  <a:pt x="204" y="1"/>
                </a:moveTo>
                <a:lnTo>
                  <a:pt x="204" y="2"/>
                </a:lnTo>
                <a:lnTo>
                  <a:pt x="204" y="3"/>
                </a:lnTo>
                <a:lnTo>
                  <a:pt x="203" y="4"/>
                </a:lnTo>
                <a:lnTo>
                  <a:pt x="204" y="4"/>
                </a:lnTo>
                <a:lnTo>
                  <a:pt x="205" y="4"/>
                </a:lnTo>
                <a:lnTo>
                  <a:pt x="205" y="5"/>
                </a:lnTo>
                <a:lnTo>
                  <a:pt x="205" y="4"/>
                </a:lnTo>
                <a:lnTo>
                  <a:pt x="206" y="4"/>
                </a:lnTo>
                <a:lnTo>
                  <a:pt x="206" y="3"/>
                </a:lnTo>
                <a:lnTo>
                  <a:pt x="206" y="2"/>
                </a:lnTo>
                <a:lnTo>
                  <a:pt x="207" y="2"/>
                </a:lnTo>
                <a:lnTo>
                  <a:pt x="207" y="1"/>
                </a:lnTo>
                <a:lnTo>
                  <a:pt x="209" y="1"/>
                </a:lnTo>
                <a:lnTo>
                  <a:pt x="209" y="2"/>
                </a:lnTo>
                <a:lnTo>
                  <a:pt x="210" y="2"/>
                </a:lnTo>
                <a:lnTo>
                  <a:pt x="210" y="3"/>
                </a:lnTo>
                <a:lnTo>
                  <a:pt x="209" y="3"/>
                </a:lnTo>
                <a:lnTo>
                  <a:pt x="209" y="4"/>
                </a:lnTo>
                <a:lnTo>
                  <a:pt x="208" y="4"/>
                </a:lnTo>
                <a:lnTo>
                  <a:pt x="208" y="5"/>
                </a:lnTo>
                <a:lnTo>
                  <a:pt x="209" y="6"/>
                </a:lnTo>
                <a:lnTo>
                  <a:pt x="210" y="6"/>
                </a:lnTo>
                <a:lnTo>
                  <a:pt x="211" y="7"/>
                </a:lnTo>
                <a:lnTo>
                  <a:pt x="211" y="8"/>
                </a:lnTo>
                <a:lnTo>
                  <a:pt x="211" y="9"/>
                </a:lnTo>
                <a:lnTo>
                  <a:pt x="210" y="9"/>
                </a:lnTo>
                <a:lnTo>
                  <a:pt x="209" y="9"/>
                </a:lnTo>
                <a:lnTo>
                  <a:pt x="209" y="10"/>
                </a:lnTo>
                <a:lnTo>
                  <a:pt x="209" y="11"/>
                </a:lnTo>
                <a:lnTo>
                  <a:pt x="210" y="11"/>
                </a:lnTo>
                <a:lnTo>
                  <a:pt x="210" y="12"/>
                </a:lnTo>
                <a:lnTo>
                  <a:pt x="211" y="13"/>
                </a:lnTo>
                <a:lnTo>
                  <a:pt x="210" y="13"/>
                </a:lnTo>
                <a:lnTo>
                  <a:pt x="210" y="14"/>
                </a:lnTo>
                <a:lnTo>
                  <a:pt x="211" y="14"/>
                </a:lnTo>
                <a:lnTo>
                  <a:pt x="212" y="14"/>
                </a:lnTo>
                <a:lnTo>
                  <a:pt x="213" y="14"/>
                </a:lnTo>
                <a:lnTo>
                  <a:pt x="213" y="15"/>
                </a:lnTo>
                <a:lnTo>
                  <a:pt x="212" y="15"/>
                </a:lnTo>
                <a:lnTo>
                  <a:pt x="212" y="16"/>
                </a:lnTo>
                <a:lnTo>
                  <a:pt x="212" y="17"/>
                </a:lnTo>
                <a:lnTo>
                  <a:pt x="213" y="18"/>
                </a:lnTo>
                <a:lnTo>
                  <a:pt x="214" y="18"/>
                </a:lnTo>
                <a:lnTo>
                  <a:pt x="214" y="19"/>
                </a:lnTo>
                <a:lnTo>
                  <a:pt x="213" y="19"/>
                </a:lnTo>
                <a:lnTo>
                  <a:pt x="213" y="20"/>
                </a:lnTo>
                <a:lnTo>
                  <a:pt x="212" y="20"/>
                </a:lnTo>
                <a:lnTo>
                  <a:pt x="212" y="21"/>
                </a:lnTo>
                <a:lnTo>
                  <a:pt x="213" y="21"/>
                </a:lnTo>
                <a:lnTo>
                  <a:pt x="214" y="21"/>
                </a:lnTo>
                <a:lnTo>
                  <a:pt x="214" y="22"/>
                </a:lnTo>
                <a:lnTo>
                  <a:pt x="214" y="23"/>
                </a:lnTo>
                <a:lnTo>
                  <a:pt x="213" y="23"/>
                </a:lnTo>
                <a:lnTo>
                  <a:pt x="213" y="24"/>
                </a:lnTo>
                <a:lnTo>
                  <a:pt x="213" y="25"/>
                </a:lnTo>
                <a:lnTo>
                  <a:pt x="214" y="25"/>
                </a:lnTo>
                <a:lnTo>
                  <a:pt x="215" y="25"/>
                </a:lnTo>
                <a:lnTo>
                  <a:pt x="215" y="26"/>
                </a:lnTo>
                <a:lnTo>
                  <a:pt x="216" y="26"/>
                </a:lnTo>
                <a:lnTo>
                  <a:pt x="216" y="27"/>
                </a:lnTo>
                <a:lnTo>
                  <a:pt x="216" y="28"/>
                </a:lnTo>
                <a:lnTo>
                  <a:pt x="216" y="29"/>
                </a:lnTo>
                <a:lnTo>
                  <a:pt x="214" y="29"/>
                </a:lnTo>
                <a:lnTo>
                  <a:pt x="213" y="29"/>
                </a:lnTo>
                <a:lnTo>
                  <a:pt x="212" y="29"/>
                </a:lnTo>
                <a:lnTo>
                  <a:pt x="212" y="30"/>
                </a:lnTo>
                <a:lnTo>
                  <a:pt x="213" y="30"/>
                </a:lnTo>
                <a:lnTo>
                  <a:pt x="213" y="31"/>
                </a:lnTo>
                <a:lnTo>
                  <a:pt x="214" y="31"/>
                </a:lnTo>
                <a:lnTo>
                  <a:pt x="215" y="32"/>
                </a:lnTo>
                <a:lnTo>
                  <a:pt x="214" y="32"/>
                </a:lnTo>
                <a:lnTo>
                  <a:pt x="214" y="33"/>
                </a:lnTo>
                <a:lnTo>
                  <a:pt x="213" y="33"/>
                </a:lnTo>
                <a:lnTo>
                  <a:pt x="212" y="33"/>
                </a:lnTo>
                <a:lnTo>
                  <a:pt x="211" y="33"/>
                </a:lnTo>
                <a:lnTo>
                  <a:pt x="210" y="33"/>
                </a:lnTo>
                <a:lnTo>
                  <a:pt x="210" y="34"/>
                </a:lnTo>
                <a:lnTo>
                  <a:pt x="209" y="35"/>
                </a:lnTo>
                <a:lnTo>
                  <a:pt x="209" y="36"/>
                </a:lnTo>
                <a:lnTo>
                  <a:pt x="210" y="37"/>
                </a:lnTo>
                <a:lnTo>
                  <a:pt x="210" y="38"/>
                </a:lnTo>
                <a:lnTo>
                  <a:pt x="211" y="39"/>
                </a:lnTo>
                <a:lnTo>
                  <a:pt x="212" y="40"/>
                </a:lnTo>
                <a:lnTo>
                  <a:pt x="213" y="41"/>
                </a:lnTo>
                <a:lnTo>
                  <a:pt x="214" y="41"/>
                </a:lnTo>
                <a:lnTo>
                  <a:pt x="215" y="41"/>
                </a:lnTo>
                <a:lnTo>
                  <a:pt x="216" y="42"/>
                </a:lnTo>
                <a:lnTo>
                  <a:pt x="217" y="42"/>
                </a:lnTo>
                <a:lnTo>
                  <a:pt x="218" y="42"/>
                </a:lnTo>
                <a:lnTo>
                  <a:pt x="218" y="43"/>
                </a:lnTo>
                <a:lnTo>
                  <a:pt x="218" y="44"/>
                </a:lnTo>
                <a:lnTo>
                  <a:pt x="219" y="44"/>
                </a:lnTo>
                <a:lnTo>
                  <a:pt x="219" y="45"/>
                </a:lnTo>
                <a:lnTo>
                  <a:pt x="219" y="46"/>
                </a:lnTo>
                <a:lnTo>
                  <a:pt x="219" y="47"/>
                </a:lnTo>
                <a:lnTo>
                  <a:pt x="218" y="47"/>
                </a:lnTo>
                <a:lnTo>
                  <a:pt x="217" y="47"/>
                </a:lnTo>
                <a:lnTo>
                  <a:pt x="216" y="47"/>
                </a:lnTo>
                <a:lnTo>
                  <a:pt x="216" y="48"/>
                </a:lnTo>
                <a:lnTo>
                  <a:pt x="216" y="49"/>
                </a:lnTo>
                <a:lnTo>
                  <a:pt x="216" y="50"/>
                </a:lnTo>
                <a:lnTo>
                  <a:pt x="217" y="50"/>
                </a:lnTo>
                <a:lnTo>
                  <a:pt x="218" y="51"/>
                </a:lnTo>
                <a:lnTo>
                  <a:pt x="219" y="51"/>
                </a:lnTo>
                <a:lnTo>
                  <a:pt x="218" y="52"/>
                </a:lnTo>
                <a:lnTo>
                  <a:pt x="217" y="52"/>
                </a:lnTo>
                <a:lnTo>
                  <a:pt x="216" y="52"/>
                </a:lnTo>
                <a:lnTo>
                  <a:pt x="216" y="53"/>
                </a:lnTo>
                <a:lnTo>
                  <a:pt x="215" y="53"/>
                </a:lnTo>
                <a:lnTo>
                  <a:pt x="213" y="53"/>
                </a:lnTo>
                <a:lnTo>
                  <a:pt x="213" y="54"/>
                </a:lnTo>
                <a:lnTo>
                  <a:pt x="213" y="55"/>
                </a:lnTo>
                <a:lnTo>
                  <a:pt x="214" y="56"/>
                </a:lnTo>
                <a:lnTo>
                  <a:pt x="214" y="57"/>
                </a:lnTo>
                <a:lnTo>
                  <a:pt x="215" y="57"/>
                </a:lnTo>
                <a:lnTo>
                  <a:pt x="216" y="56"/>
                </a:lnTo>
                <a:lnTo>
                  <a:pt x="217" y="56"/>
                </a:lnTo>
                <a:lnTo>
                  <a:pt x="218" y="56"/>
                </a:lnTo>
                <a:lnTo>
                  <a:pt x="218" y="57"/>
                </a:lnTo>
                <a:lnTo>
                  <a:pt x="219" y="57"/>
                </a:lnTo>
                <a:lnTo>
                  <a:pt x="219" y="58"/>
                </a:lnTo>
                <a:lnTo>
                  <a:pt x="220" y="58"/>
                </a:lnTo>
                <a:lnTo>
                  <a:pt x="221" y="59"/>
                </a:lnTo>
                <a:lnTo>
                  <a:pt x="221" y="60"/>
                </a:lnTo>
                <a:lnTo>
                  <a:pt x="221" y="61"/>
                </a:lnTo>
                <a:lnTo>
                  <a:pt x="222" y="61"/>
                </a:lnTo>
                <a:lnTo>
                  <a:pt x="222" y="62"/>
                </a:lnTo>
                <a:lnTo>
                  <a:pt x="223" y="62"/>
                </a:lnTo>
                <a:lnTo>
                  <a:pt x="224" y="62"/>
                </a:lnTo>
                <a:lnTo>
                  <a:pt x="225" y="62"/>
                </a:lnTo>
                <a:lnTo>
                  <a:pt x="225" y="63"/>
                </a:lnTo>
                <a:lnTo>
                  <a:pt x="225" y="64"/>
                </a:lnTo>
                <a:lnTo>
                  <a:pt x="224" y="64"/>
                </a:lnTo>
                <a:lnTo>
                  <a:pt x="224" y="65"/>
                </a:lnTo>
                <a:lnTo>
                  <a:pt x="226" y="65"/>
                </a:lnTo>
                <a:lnTo>
                  <a:pt x="226" y="66"/>
                </a:lnTo>
                <a:lnTo>
                  <a:pt x="225" y="67"/>
                </a:lnTo>
                <a:lnTo>
                  <a:pt x="225" y="68"/>
                </a:lnTo>
                <a:lnTo>
                  <a:pt x="225" y="69"/>
                </a:lnTo>
                <a:lnTo>
                  <a:pt x="226" y="69"/>
                </a:lnTo>
                <a:lnTo>
                  <a:pt x="226" y="70"/>
                </a:lnTo>
                <a:lnTo>
                  <a:pt x="227" y="70"/>
                </a:lnTo>
                <a:lnTo>
                  <a:pt x="229" y="70"/>
                </a:lnTo>
                <a:lnTo>
                  <a:pt x="230" y="70"/>
                </a:lnTo>
                <a:lnTo>
                  <a:pt x="231" y="70"/>
                </a:lnTo>
                <a:lnTo>
                  <a:pt x="231" y="69"/>
                </a:lnTo>
                <a:lnTo>
                  <a:pt x="232" y="69"/>
                </a:lnTo>
                <a:lnTo>
                  <a:pt x="232" y="68"/>
                </a:lnTo>
                <a:lnTo>
                  <a:pt x="233" y="68"/>
                </a:lnTo>
                <a:lnTo>
                  <a:pt x="234" y="69"/>
                </a:lnTo>
                <a:lnTo>
                  <a:pt x="234" y="70"/>
                </a:lnTo>
                <a:lnTo>
                  <a:pt x="233" y="70"/>
                </a:lnTo>
                <a:lnTo>
                  <a:pt x="233" y="71"/>
                </a:lnTo>
                <a:lnTo>
                  <a:pt x="233" y="72"/>
                </a:lnTo>
                <a:lnTo>
                  <a:pt x="234" y="73"/>
                </a:lnTo>
                <a:lnTo>
                  <a:pt x="235" y="73"/>
                </a:lnTo>
                <a:lnTo>
                  <a:pt x="236" y="73"/>
                </a:lnTo>
                <a:lnTo>
                  <a:pt x="237" y="73"/>
                </a:lnTo>
                <a:lnTo>
                  <a:pt x="237" y="74"/>
                </a:lnTo>
                <a:lnTo>
                  <a:pt x="236" y="75"/>
                </a:lnTo>
                <a:lnTo>
                  <a:pt x="236" y="76"/>
                </a:lnTo>
                <a:lnTo>
                  <a:pt x="237" y="77"/>
                </a:lnTo>
                <a:lnTo>
                  <a:pt x="238" y="77"/>
                </a:lnTo>
                <a:lnTo>
                  <a:pt x="238" y="78"/>
                </a:lnTo>
                <a:lnTo>
                  <a:pt x="239" y="78"/>
                </a:lnTo>
                <a:lnTo>
                  <a:pt x="240" y="78"/>
                </a:lnTo>
                <a:lnTo>
                  <a:pt x="241" y="78"/>
                </a:lnTo>
                <a:lnTo>
                  <a:pt x="242" y="77"/>
                </a:lnTo>
                <a:lnTo>
                  <a:pt x="243" y="77"/>
                </a:lnTo>
                <a:lnTo>
                  <a:pt x="244" y="77"/>
                </a:lnTo>
                <a:lnTo>
                  <a:pt x="245" y="77"/>
                </a:lnTo>
                <a:lnTo>
                  <a:pt x="245" y="78"/>
                </a:lnTo>
                <a:lnTo>
                  <a:pt x="246" y="78"/>
                </a:lnTo>
                <a:lnTo>
                  <a:pt x="246" y="80"/>
                </a:lnTo>
                <a:lnTo>
                  <a:pt x="246" y="81"/>
                </a:lnTo>
                <a:lnTo>
                  <a:pt x="245" y="82"/>
                </a:lnTo>
                <a:lnTo>
                  <a:pt x="244" y="82"/>
                </a:lnTo>
                <a:lnTo>
                  <a:pt x="244" y="83"/>
                </a:lnTo>
                <a:lnTo>
                  <a:pt x="245" y="84"/>
                </a:lnTo>
                <a:lnTo>
                  <a:pt x="246" y="84"/>
                </a:lnTo>
                <a:lnTo>
                  <a:pt x="246" y="85"/>
                </a:lnTo>
                <a:lnTo>
                  <a:pt x="246" y="86"/>
                </a:lnTo>
                <a:lnTo>
                  <a:pt x="246" y="87"/>
                </a:lnTo>
                <a:lnTo>
                  <a:pt x="247" y="87"/>
                </a:lnTo>
                <a:lnTo>
                  <a:pt x="248" y="87"/>
                </a:lnTo>
                <a:lnTo>
                  <a:pt x="248" y="88"/>
                </a:lnTo>
                <a:lnTo>
                  <a:pt x="249" y="88"/>
                </a:lnTo>
                <a:lnTo>
                  <a:pt x="250" y="88"/>
                </a:lnTo>
                <a:lnTo>
                  <a:pt x="250" y="87"/>
                </a:lnTo>
                <a:lnTo>
                  <a:pt x="251" y="87"/>
                </a:lnTo>
                <a:lnTo>
                  <a:pt x="252" y="87"/>
                </a:lnTo>
                <a:lnTo>
                  <a:pt x="253" y="87"/>
                </a:lnTo>
                <a:lnTo>
                  <a:pt x="253" y="86"/>
                </a:lnTo>
                <a:lnTo>
                  <a:pt x="254" y="86"/>
                </a:lnTo>
                <a:lnTo>
                  <a:pt x="255" y="86"/>
                </a:lnTo>
                <a:lnTo>
                  <a:pt x="256" y="86"/>
                </a:lnTo>
                <a:lnTo>
                  <a:pt x="256" y="87"/>
                </a:lnTo>
                <a:lnTo>
                  <a:pt x="257" y="87"/>
                </a:lnTo>
                <a:lnTo>
                  <a:pt x="257" y="88"/>
                </a:lnTo>
                <a:lnTo>
                  <a:pt x="257" y="89"/>
                </a:lnTo>
                <a:lnTo>
                  <a:pt x="258" y="90"/>
                </a:lnTo>
                <a:lnTo>
                  <a:pt x="259" y="90"/>
                </a:lnTo>
                <a:lnTo>
                  <a:pt x="260" y="90"/>
                </a:lnTo>
                <a:lnTo>
                  <a:pt x="261" y="91"/>
                </a:lnTo>
                <a:lnTo>
                  <a:pt x="262" y="91"/>
                </a:lnTo>
                <a:lnTo>
                  <a:pt x="263" y="91"/>
                </a:lnTo>
                <a:lnTo>
                  <a:pt x="264" y="90"/>
                </a:lnTo>
                <a:lnTo>
                  <a:pt x="265" y="90"/>
                </a:lnTo>
                <a:lnTo>
                  <a:pt x="265" y="89"/>
                </a:lnTo>
                <a:lnTo>
                  <a:pt x="265" y="88"/>
                </a:lnTo>
                <a:lnTo>
                  <a:pt x="264" y="88"/>
                </a:lnTo>
                <a:lnTo>
                  <a:pt x="264" y="87"/>
                </a:lnTo>
                <a:lnTo>
                  <a:pt x="265" y="87"/>
                </a:lnTo>
                <a:lnTo>
                  <a:pt x="266" y="87"/>
                </a:lnTo>
                <a:lnTo>
                  <a:pt x="267" y="87"/>
                </a:lnTo>
                <a:lnTo>
                  <a:pt x="268" y="88"/>
                </a:lnTo>
                <a:lnTo>
                  <a:pt x="269" y="88"/>
                </a:lnTo>
                <a:lnTo>
                  <a:pt x="270" y="89"/>
                </a:lnTo>
                <a:lnTo>
                  <a:pt x="271" y="89"/>
                </a:lnTo>
                <a:lnTo>
                  <a:pt x="272" y="88"/>
                </a:lnTo>
                <a:lnTo>
                  <a:pt x="273" y="88"/>
                </a:lnTo>
                <a:lnTo>
                  <a:pt x="273" y="87"/>
                </a:lnTo>
                <a:lnTo>
                  <a:pt x="274" y="87"/>
                </a:lnTo>
                <a:lnTo>
                  <a:pt x="275" y="87"/>
                </a:lnTo>
                <a:lnTo>
                  <a:pt x="276" y="87"/>
                </a:lnTo>
                <a:lnTo>
                  <a:pt x="277" y="87"/>
                </a:lnTo>
                <a:lnTo>
                  <a:pt x="277" y="88"/>
                </a:lnTo>
                <a:lnTo>
                  <a:pt x="278" y="88"/>
                </a:lnTo>
                <a:lnTo>
                  <a:pt x="279" y="88"/>
                </a:lnTo>
                <a:lnTo>
                  <a:pt x="279" y="87"/>
                </a:lnTo>
                <a:lnTo>
                  <a:pt x="280" y="87"/>
                </a:lnTo>
                <a:lnTo>
                  <a:pt x="280" y="86"/>
                </a:lnTo>
                <a:lnTo>
                  <a:pt x="280" y="85"/>
                </a:lnTo>
                <a:lnTo>
                  <a:pt x="281" y="85"/>
                </a:lnTo>
                <a:lnTo>
                  <a:pt x="282" y="85"/>
                </a:lnTo>
                <a:lnTo>
                  <a:pt x="283" y="85"/>
                </a:lnTo>
                <a:lnTo>
                  <a:pt x="283" y="86"/>
                </a:lnTo>
                <a:lnTo>
                  <a:pt x="283" y="87"/>
                </a:lnTo>
                <a:lnTo>
                  <a:pt x="283" y="88"/>
                </a:lnTo>
                <a:lnTo>
                  <a:pt x="283" y="89"/>
                </a:lnTo>
                <a:lnTo>
                  <a:pt x="284" y="89"/>
                </a:lnTo>
                <a:lnTo>
                  <a:pt x="285" y="88"/>
                </a:lnTo>
                <a:lnTo>
                  <a:pt x="286" y="88"/>
                </a:lnTo>
                <a:lnTo>
                  <a:pt x="286" y="87"/>
                </a:lnTo>
                <a:lnTo>
                  <a:pt x="287" y="87"/>
                </a:lnTo>
                <a:lnTo>
                  <a:pt x="288" y="86"/>
                </a:lnTo>
                <a:lnTo>
                  <a:pt x="288" y="87"/>
                </a:lnTo>
                <a:lnTo>
                  <a:pt x="289" y="87"/>
                </a:lnTo>
                <a:lnTo>
                  <a:pt x="290" y="87"/>
                </a:lnTo>
                <a:lnTo>
                  <a:pt x="291" y="88"/>
                </a:lnTo>
                <a:lnTo>
                  <a:pt x="292" y="88"/>
                </a:lnTo>
                <a:lnTo>
                  <a:pt x="293" y="88"/>
                </a:lnTo>
                <a:lnTo>
                  <a:pt x="293" y="87"/>
                </a:lnTo>
                <a:lnTo>
                  <a:pt x="293" y="86"/>
                </a:lnTo>
                <a:lnTo>
                  <a:pt x="293" y="85"/>
                </a:lnTo>
                <a:lnTo>
                  <a:pt x="292" y="85"/>
                </a:lnTo>
                <a:lnTo>
                  <a:pt x="292" y="84"/>
                </a:lnTo>
                <a:lnTo>
                  <a:pt x="292" y="83"/>
                </a:lnTo>
                <a:lnTo>
                  <a:pt x="292" y="82"/>
                </a:lnTo>
                <a:lnTo>
                  <a:pt x="293" y="82"/>
                </a:lnTo>
                <a:lnTo>
                  <a:pt x="294" y="81"/>
                </a:lnTo>
                <a:lnTo>
                  <a:pt x="294" y="80"/>
                </a:lnTo>
                <a:lnTo>
                  <a:pt x="295" y="80"/>
                </a:lnTo>
                <a:lnTo>
                  <a:pt x="295" y="79"/>
                </a:lnTo>
                <a:lnTo>
                  <a:pt x="295" y="78"/>
                </a:lnTo>
                <a:lnTo>
                  <a:pt x="296" y="78"/>
                </a:lnTo>
                <a:lnTo>
                  <a:pt x="297" y="78"/>
                </a:lnTo>
                <a:lnTo>
                  <a:pt x="297" y="79"/>
                </a:lnTo>
                <a:lnTo>
                  <a:pt x="298" y="80"/>
                </a:lnTo>
                <a:lnTo>
                  <a:pt x="297" y="81"/>
                </a:lnTo>
                <a:lnTo>
                  <a:pt x="298" y="82"/>
                </a:lnTo>
                <a:lnTo>
                  <a:pt x="299" y="82"/>
                </a:lnTo>
                <a:lnTo>
                  <a:pt x="300" y="82"/>
                </a:lnTo>
                <a:lnTo>
                  <a:pt x="301" y="83"/>
                </a:lnTo>
                <a:lnTo>
                  <a:pt x="302" y="83"/>
                </a:lnTo>
                <a:lnTo>
                  <a:pt x="303" y="83"/>
                </a:lnTo>
                <a:lnTo>
                  <a:pt x="304" y="83"/>
                </a:lnTo>
                <a:lnTo>
                  <a:pt x="306" y="83"/>
                </a:lnTo>
                <a:lnTo>
                  <a:pt x="306" y="85"/>
                </a:lnTo>
                <a:lnTo>
                  <a:pt x="306" y="86"/>
                </a:lnTo>
                <a:lnTo>
                  <a:pt x="307" y="88"/>
                </a:lnTo>
                <a:lnTo>
                  <a:pt x="307" y="89"/>
                </a:lnTo>
                <a:lnTo>
                  <a:pt x="307" y="90"/>
                </a:lnTo>
                <a:lnTo>
                  <a:pt x="308" y="90"/>
                </a:lnTo>
                <a:lnTo>
                  <a:pt x="310" y="90"/>
                </a:lnTo>
                <a:lnTo>
                  <a:pt x="311" y="90"/>
                </a:lnTo>
                <a:lnTo>
                  <a:pt x="311" y="91"/>
                </a:lnTo>
                <a:lnTo>
                  <a:pt x="310" y="92"/>
                </a:lnTo>
                <a:lnTo>
                  <a:pt x="309" y="92"/>
                </a:lnTo>
                <a:lnTo>
                  <a:pt x="309" y="93"/>
                </a:lnTo>
                <a:lnTo>
                  <a:pt x="309" y="94"/>
                </a:lnTo>
                <a:lnTo>
                  <a:pt x="310" y="94"/>
                </a:lnTo>
                <a:lnTo>
                  <a:pt x="311" y="94"/>
                </a:lnTo>
                <a:lnTo>
                  <a:pt x="312" y="94"/>
                </a:lnTo>
                <a:lnTo>
                  <a:pt x="313" y="93"/>
                </a:lnTo>
                <a:lnTo>
                  <a:pt x="314" y="93"/>
                </a:lnTo>
                <a:lnTo>
                  <a:pt x="314" y="92"/>
                </a:lnTo>
                <a:lnTo>
                  <a:pt x="315" y="92"/>
                </a:lnTo>
                <a:lnTo>
                  <a:pt x="315" y="91"/>
                </a:lnTo>
                <a:lnTo>
                  <a:pt x="316" y="91"/>
                </a:lnTo>
                <a:lnTo>
                  <a:pt x="317" y="91"/>
                </a:lnTo>
                <a:lnTo>
                  <a:pt x="318" y="92"/>
                </a:lnTo>
                <a:lnTo>
                  <a:pt x="319" y="92"/>
                </a:lnTo>
                <a:lnTo>
                  <a:pt x="320" y="92"/>
                </a:lnTo>
                <a:lnTo>
                  <a:pt x="322" y="92"/>
                </a:lnTo>
                <a:lnTo>
                  <a:pt x="323" y="91"/>
                </a:lnTo>
                <a:lnTo>
                  <a:pt x="324" y="91"/>
                </a:lnTo>
                <a:lnTo>
                  <a:pt x="325" y="90"/>
                </a:lnTo>
                <a:lnTo>
                  <a:pt x="326" y="90"/>
                </a:lnTo>
                <a:lnTo>
                  <a:pt x="327" y="90"/>
                </a:lnTo>
                <a:lnTo>
                  <a:pt x="328" y="91"/>
                </a:lnTo>
                <a:lnTo>
                  <a:pt x="329" y="91"/>
                </a:lnTo>
                <a:lnTo>
                  <a:pt x="330" y="92"/>
                </a:lnTo>
                <a:lnTo>
                  <a:pt x="331" y="92"/>
                </a:lnTo>
                <a:lnTo>
                  <a:pt x="331" y="91"/>
                </a:lnTo>
                <a:lnTo>
                  <a:pt x="331" y="90"/>
                </a:lnTo>
                <a:lnTo>
                  <a:pt x="332" y="90"/>
                </a:lnTo>
                <a:lnTo>
                  <a:pt x="332" y="91"/>
                </a:lnTo>
                <a:lnTo>
                  <a:pt x="333" y="91"/>
                </a:lnTo>
                <a:lnTo>
                  <a:pt x="333" y="92"/>
                </a:lnTo>
                <a:lnTo>
                  <a:pt x="333" y="93"/>
                </a:lnTo>
                <a:lnTo>
                  <a:pt x="334" y="93"/>
                </a:lnTo>
                <a:lnTo>
                  <a:pt x="335" y="93"/>
                </a:lnTo>
                <a:lnTo>
                  <a:pt x="336" y="93"/>
                </a:lnTo>
                <a:lnTo>
                  <a:pt x="338" y="91"/>
                </a:lnTo>
                <a:lnTo>
                  <a:pt x="340" y="90"/>
                </a:lnTo>
                <a:lnTo>
                  <a:pt x="340" y="89"/>
                </a:lnTo>
                <a:lnTo>
                  <a:pt x="341" y="87"/>
                </a:lnTo>
                <a:lnTo>
                  <a:pt x="342" y="87"/>
                </a:lnTo>
                <a:lnTo>
                  <a:pt x="342" y="86"/>
                </a:lnTo>
                <a:lnTo>
                  <a:pt x="342" y="85"/>
                </a:lnTo>
                <a:lnTo>
                  <a:pt x="341" y="85"/>
                </a:lnTo>
                <a:lnTo>
                  <a:pt x="341" y="84"/>
                </a:lnTo>
                <a:lnTo>
                  <a:pt x="341" y="83"/>
                </a:lnTo>
                <a:lnTo>
                  <a:pt x="342" y="83"/>
                </a:lnTo>
                <a:lnTo>
                  <a:pt x="342" y="84"/>
                </a:lnTo>
                <a:lnTo>
                  <a:pt x="343" y="84"/>
                </a:lnTo>
                <a:lnTo>
                  <a:pt x="344" y="83"/>
                </a:lnTo>
                <a:lnTo>
                  <a:pt x="345" y="83"/>
                </a:lnTo>
                <a:lnTo>
                  <a:pt x="346" y="83"/>
                </a:lnTo>
                <a:lnTo>
                  <a:pt x="346" y="84"/>
                </a:lnTo>
                <a:lnTo>
                  <a:pt x="346" y="85"/>
                </a:lnTo>
                <a:lnTo>
                  <a:pt x="347" y="85"/>
                </a:lnTo>
                <a:lnTo>
                  <a:pt x="348" y="85"/>
                </a:lnTo>
                <a:lnTo>
                  <a:pt x="349" y="85"/>
                </a:lnTo>
                <a:lnTo>
                  <a:pt x="349" y="84"/>
                </a:lnTo>
                <a:lnTo>
                  <a:pt x="350" y="84"/>
                </a:lnTo>
                <a:lnTo>
                  <a:pt x="351" y="84"/>
                </a:lnTo>
                <a:lnTo>
                  <a:pt x="352" y="84"/>
                </a:lnTo>
                <a:lnTo>
                  <a:pt x="352" y="83"/>
                </a:lnTo>
                <a:lnTo>
                  <a:pt x="353" y="83"/>
                </a:lnTo>
                <a:lnTo>
                  <a:pt x="354" y="83"/>
                </a:lnTo>
                <a:lnTo>
                  <a:pt x="355" y="83"/>
                </a:lnTo>
                <a:lnTo>
                  <a:pt x="356" y="83"/>
                </a:lnTo>
                <a:lnTo>
                  <a:pt x="357" y="82"/>
                </a:lnTo>
                <a:lnTo>
                  <a:pt x="357" y="81"/>
                </a:lnTo>
                <a:lnTo>
                  <a:pt x="358" y="80"/>
                </a:lnTo>
                <a:lnTo>
                  <a:pt x="359" y="80"/>
                </a:lnTo>
                <a:lnTo>
                  <a:pt x="360" y="80"/>
                </a:lnTo>
                <a:lnTo>
                  <a:pt x="361" y="80"/>
                </a:lnTo>
                <a:lnTo>
                  <a:pt x="361" y="81"/>
                </a:lnTo>
                <a:lnTo>
                  <a:pt x="362" y="81"/>
                </a:lnTo>
                <a:lnTo>
                  <a:pt x="363" y="81"/>
                </a:lnTo>
                <a:lnTo>
                  <a:pt x="363" y="82"/>
                </a:lnTo>
                <a:lnTo>
                  <a:pt x="363" y="81"/>
                </a:lnTo>
                <a:lnTo>
                  <a:pt x="364" y="81"/>
                </a:lnTo>
                <a:lnTo>
                  <a:pt x="365" y="81"/>
                </a:lnTo>
                <a:lnTo>
                  <a:pt x="365" y="80"/>
                </a:lnTo>
                <a:lnTo>
                  <a:pt x="365" y="81"/>
                </a:lnTo>
                <a:lnTo>
                  <a:pt x="366" y="81"/>
                </a:lnTo>
                <a:lnTo>
                  <a:pt x="366" y="82"/>
                </a:lnTo>
                <a:lnTo>
                  <a:pt x="365" y="82"/>
                </a:lnTo>
                <a:lnTo>
                  <a:pt x="365" y="83"/>
                </a:lnTo>
                <a:lnTo>
                  <a:pt x="366" y="83"/>
                </a:lnTo>
                <a:lnTo>
                  <a:pt x="367" y="84"/>
                </a:lnTo>
                <a:lnTo>
                  <a:pt x="366" y="85"/>
                </a:lnTo>
                <a:lnTo>
                  <a:pt x="365" y="84"/>
                </a:lnTo>
                <a:lnTo>
                  <a:pt x="365" y="85"/>
                </a:lnTo>
                <a:lnTo>
                  <a:pt x="365" y="86"/>
                </a:lnTo>
                <a:lnTo>
                  <a:pt x="366" y="86"/>
                </a:lnTo>
                <a:lnTo>
                  <a:pt x="366" y="85"/>
                </a:lnTo>
                <a:lnTo>
                  <a:pt x="367" y="85"/>
                </a:lnTo>
                <a:lnTo>
                  <a:pt x="367" y="86"/>
                </a:lnTo>
                <a:lnTo>
                  <a:pt x="366" y="86"/>
                </a:lnTo>
                <a:lnTo>
                  <a:pt x="366" y="87"/>
                </a:lnTo>
                <a:lnTo>
                  <a:pt x="365" y="87"/>
                </a:lnTo>
                <a:lnTo>
                  <a:pt x="366" y="87"/>
                </a:lnTo>
                <a:lnTo>
                  <a:pt x="366" y="88"/>
                </a:lnTo>
                <a:lnTo>
                  <a:pt x="366" y="89"/>
                </a:lnTo>
                <a:lnTo>
                  <a:pt x="366" y="90"/>
                </a:lnTo>
                <a:lnTo>
                  <a:pt x="367" y="90"/>
                </a:lnTo>
                <a:lnTo>
                  <a:pt x="367" y="91"/>
                </a:lnTo>
                <a:lnTo>
                  <a:pt x="367" y="92"/>
                </a:lnTo>
                <a:lnTo>
                  <a:pt x="367" y="93"/>
                </a:lnTo>
                <a:lnTo>
                  <a:pt x="366" y="94"/>
                </a:lnTo>
                <a:lnTo>
                  <a:pt x="366" y="95"/>
                </a:lnTo>
                <a:lnTo>
                  <a:pt x="365" y="95"/>
                </a:lnTo>
                <a:lnTo>
                  <a:pt x="366" y="96"/>
                </a:lnTo>
                <a:lnTo>
                  <a:pt x="365" y="96"/>
                </a:lnTo>
                <a:lnTo>
                  <a:pt x="365" y="97"/>
                </a:lnTo>
                <a:lnTo>
                  <a:pt x="366" y="97"/>
                </a:lnTo>
                <a:lnTo>
                  <a:pt x="366" y="98"/>
                </a:lnTo>
                <a:lnTo>
                  <a:pt x="367" y="98"/>
                </a:lnTo>
                <a:lnTo>
                  <a:pt x="368" y="98"/>
                </a:lnTo>
                <a:lnTo>
                  <a:pt x="368" y="99"/>
                </a:lnTo>
                <a:lnTo>
                  <a:pt x="367" y="100"/>
                </a:lnTo>
                <a:lnTo>
                  <a:pt x="368" y="100"/>
                </a:lnTo>
                <a:lnTo>
                  <a:pt x="369" y="100"/>
                </a:lnTo>
                <a:lnTo>
                  <a:pt x="369" y="101"/>
                </a:lnTo>
                <a:lnTo>
                  <a:pt x="370" y="101"/>
                </a:lnTo>
                <a:lnTo>
                  <a:pt x="370" y="102"/>
                </a:lnTo>
                <a:lnTo>
                  <a:pt x="371" y="103"/>
                </a:lnTo>
                <a:lnTo>
                  <a:pt x="370" y="103"/>
                </a:lnTo>
                <a:lnTo>
                  <a:pt x="370" y="104"/>
                </a:lnTo>
                <a:lnTo>
                  <a:pt x="371" y="104"/>
                </a:lnTo>
                <a:lnTo>
                  <a:pt x="372" y="104"/>
                </a:lnTo>
                <a:lnTo>
                  <a:pt x="371" y="104"/>
                </a:lnTo>
                <a:lnTo>
                  <a:pt x="371" y="103"/>
                </a:lnTo>
                <a:lnTo>
                  <a:pt x="371" y="104"/>
                </a:lnTo>
                <a:lnTo>
                  <a:pt x="372" y="104"/>
                </a:lnTo>
                <a:lnTo>
                  <a:pt x="372" y="103"/>
                </a:lnTo>
                <a:lnTo>
                  <a:pt x="373" y="103"/>
                </a:lnTo>
                <a:lnTo>
                  <a:pt x="373" y="104"/>
                </a:lnTo>
                <a:lnTo>
                  <a:pt x="374" y="104"/>
                </a:lnTo>
                <a:lnTo>
                  <a:pt x="374" y="105"/>
                </a:lnTo>
                <a:lnTo>
                  <a:pt x="373" y="105"/>
                </a:lnTo>
                <a:lnTo>
                  <a:pt x="374" y="105"/>
                </a:lnTo>
                <a:lnTo>
                  <a:pt x="375" y="105"/>
                </a:lnTo>
                <a:lnTo>
                  <a:pt x="376" y="105"/>
                </a:lnTo>
                <a:lnTo>
                  <a:pt x="376" y="106"/>
                </a:lnTo>
                <a:lnTo>
                  <a:pt x="376" y="107"/>
                </a:lnTo>
                <a:lnTo>
                  <a:pt x="376" y="108"/>
                </a:lnTo>
                <a:lnTo>
                  <a:pt x="376" y="109"/>
                </a:lnTo>
                <a:lnTo>
                  <a:pt x="377" y="109"/>
                </a:lnTo>
                <a:lnTo>
                  <a:pt x="378" y="109"/>
                </a:lnTo>
                <a:lnTo>
                  <a:pt x="379" y="109"/>
                </a:lnTo>
                <a:lnTo>
                  <a:pt x="380" y="109"/>
                </a:lnTo>
                <a:lnTo>
                  <a:pt x="380" y="110"/>
                </a:lnTo>
                <a:lnTo>
                  <a:pt x="380" y="109"/>
                </a:lnTo>
                <a:lnTo>
                  <a:pt x="381" y="109"/>
                </a:lnTo>
                <a:lnTo>
                  <a:pt x="381" y="110"/>
                </a:lnTo>
                <a:lnTo>
                  <a:pt x="381" y="111"/>
                </a:lnTo>
                <a:lnTo>
                  <a:pt x="382" y="111"/>
                </a:lnTo>
                <a:lnTo>
                  <a:pt x="382" y="110"/>
                </a:lnTo>
                <a:lnTo>
                  <a:pt x="383" y="110"/>
                </a:lnTo>
                <a:lnTo>
                  <a:pt x="383" y="111"/>
                </a:lnTo>
                <a:lnTo>
                  <a:pt x="383" y="112"/>
                </a:lnTo>
                <a:lnTo>
                  <a:pt x="384" y="112"/>
                </a:lnTo>
                <a:lnTo>
                  <a:pt x="384" y="113"/>
                </a:lnTo>
                <a:lnTo>
                  <a:pt x="385" y="113"/>
                </a:lnTo>
                <a:lnTo>
                  <a:pt x="386" y="113"/>
                </a:lnTo>
                <a:lnTo>
                  <a:pt x="387" y="113"/>
                </a:lnTo>
                <a:lnTo>
                  <a:pt x="388" y="113"/>
                </a:lnTo>
                <a:lnTo>
                  <a:pt x="389" y="113"/>
                </a:lnTo>
                <a:lnTo>
                  <a:pt x="390" y="113"/>
                </a:lnTo>
                <a:lnTo>
                  <a:pt x="390" y="114"/>
                </a:lnTo>
                <a:lnTo>
                  <a:pt x="391" y="114"/>
                </a:lnTo>
                <a:lnTo>
                  <a:pt x="391" y="113"/>
                </a:lnTo>
                <a:lnTo>
                  <a:pt x="392" y="113"/>
                </a:lnTo>
                <a:lnTo>
                  <a:pt x="392" y="114"/>
                </a:lnTo>
                <a:lnTo>
                  <a:pt x="391" y="114"/>
                </a:lnTo>
                <a:lnTo>
                  <a:pt x="392" y="114"/>
                </a:lnTo>
                <a:lnTo>
                  <a:pt x="392" y="115"/>
                </a:lnTo>
                <a:lnTo>
                  <a:pt x="391" y="115"/>
                </a:lnTo>
                <a:lnTo>
                  <a:pt x="390" y="115"/>
                </a:lnTo>
                <a:lnTo>
                  <a:pt x="391" y="115"/>
                </a:lnTo>
                <a:lnTo>
                  <a:pt x="392" y="115"/>
                </a:lnTo>
                <a:lnTo>
                  <a:pt x="393" y="115"/>
                </a:lnTo>
                <a:lnTo>
                  <a:pt x="392" y="115"/>
                </a:lnTo>
                <a:lnTo>
                  <a:pt x="392" y="116"/>
                </a:lnTo>
                <a:lnTo>
                  <a:pt x="393" y="116"/>
                </a:lnTo>
                <a:lnTo>
                  <a:pt x="392" y="116"/>
                </a:lnTo>
                <a:lnTo>
                  <a:pt x="392" y="117"/>
                </a:lnTo>
                <a:lnTo>
                  <a:pt x="393" y="117"/>
                </a:lnTo>
                <a:lnTo>
                  <a:pt x="393" y="116"/>
                </a:lnTo>
                <a:lnTo>
                  <a:pt x="394" y="116"/>
                </a:lnTo>
                <a:lnTo>
                  <a:pt x="394" y="117"/>
                </a:lnTo>
                <a:lnTo>
                  <a:pt x="395" y="117"/>
                </a:lnTo>
                <a:lnTo>
                  <a:pt x="395" y="116"/>
                </a:lnTo>
                <a:lnTo>
                  <a:pt x="396" y="116"/>
                </a:lnTo>
                <a:lnTo>
                  <a:pt x="397" y="116"/>
                </a:lnTo>
                <a:lnTo>
                  <a:pt x="398" y="116"/>
                </a:lnTo>
                <a:lnTo>
                  <a:pt x="399" y="116"/>
                </a:lnTo>
                <a:lnTo>
                  <a:pt x="400" y="116"/>
                </a:lnTo>
                <a:lnTo>
                  <a:pt x="400" y="117"/>
                </a:lnTo>
                <a:lnTo>
                  <a:pt x="401" y="117"/>
                </a:lnTo>
                <a:lnTo>
                  <a:pt x="401" y="118"/>
                </a:lnTo>
                <a:lnTo>
                  <a:pt x="402" y="118"/>
                </a:lnTo>
                <a:lnTo>
                  <a:pt x="403" y="119"/>
                </a:lnTo>
                <a:lnTo>
                  <a:pt x="403" y="118"/>
                </a:lnTo>
                <a:lnTo>
                  <a:pt x="404" y="118"/>
                </a:lnTo>
                <a:lnTo>
                  <a:pt x="406" y="118"/>
                </a:lnTo>
                <a:lnTo>
                  <a:pt x="407" y="119"/>
                </a:lnTo>
                <a:lnTo>
                  <a:pt x="408" y="120"/>
                </a:lnTo>
                <a:lnTo>
                  <a:pt x="408" y="119"/>
                </a:lnTo>
                <a:lnTo>
                  <a:pt x="409" y="118"/>
                </a:lnTo>
                <a:lnTo>
                  <a:pt x="410" y="118"/>
                </a:lnTo>
                <a:lnTo>
                  <a:pt x="411" y="118"/>
                </a:lnTo>
                <a:lnTo>
                  <a:pt x="411" y="117"/>
                </a:lnTo>
                <a:lnTo>
                  <a:pt x="411" y="118"/>
                </a:lnTo>
                <a:lnTo>
                  <a:pt x="412" y="118"/>
                </a:lnTo>
                <a:lnTo>
                  <a:pt x="414" y="118"/>
                </a:lnTo>
                <a:lnTo>
                  <a:pt x="414" y="119"/>
                </a:lnTo>
                <a:lnTo>
                  <a:pt x="415" y="119"/>
                </a:lnTo>
                <a:lnTo>
                  <a:pt x="415" y="118"/>
                </a:lnTo>
                <a:lnTo>
                  <a:pt x="415" y="117"/>
                </a:lnTo>
                <a:lnTo>
                  <a:pt x="416" y="118"/>
                </a:lnTo>
                <a:lnTo>
                  <a:pt x="416" y="117"/>
                </a:lnTo>
                <a:lnTo>
                  <a:pt x="416" y="116"/>
                </a:lnTo>
                <a:lnTo>
                  <a:pt x="417" y="116"/>
                </a:lnTo>
                <a:lnTo>
                  <a:pt x="418" y="116"/>
                </a:lnTo>
                <a:lnTo>
                  <a:pt x="418" y="117"/>
                </a:lnTo>
                <a:lnTo>
                  <a:pt x="419" y="117"/>
                </a:lnTo>
                <a:lnTo>
                  <a:pt x="419" y="116"/>
                </a:lnTo>
                <a:lnTo>
                  <a:pt x="418" y="116"/>
                </a:lnTo>
                <a:lnTo>
                  <a:pt x="418" y="115"/>
                </a:lnTo>
                <a:lnTo>
                  <a:pt x="419" y="115"/>
                </a:lnTo>
                <a:lnTo>
                  <a:pt x="419" y="114"/>
                </a:lnTo>
                <a:lnTo>
                  <a:pt x="419" y="113"/>
                </a:lnTo>
                <a:lnTo>
                  <a:pt x="420" y="113"/>
                </a:lnTo>
                <a:lnTo>
                  <a:pt x="420" y="114"/>
                </a:lnTo>
                <a:lnTo>
                  <a:pt x="420" y="115"/>
                </a:lnTo>
                <a:lnTo>
                  <a:pt x="421" y="115"/>
                </a:lnTo>
                <a:lnTo>
                  <a:pt x="422" y="115"/>
                </a:lnTo>
                <a:lnTo>
                  <a:pt x="422" y="114"/>
                </a:lnTo>
                <a:lnTo>
                  <a:pt x="423" y="114"/>
                </a:lnTo>
                <a:lnTo>
                  <a:pt x="423" y="113"/>
                </a:lnTo>
                <a:lnTo>
                  <a:pt x="424" y="113"/>
                </a:lnTo>
                <a:lnTo>
                  <a:pt x="424" y="114"/>
                </a:lnTo>
                <a:lnTo>
                  <a:pt x="425" y="114"/>
                </a:lnTo>
                <a:lnTo>
                  <a:pt x="425" y="113"/>
                </a:lnTo>
                <a:lnTo>
                  <a:pt x="426" y="113"/>
                </a:lnTo>
                <a:lnTo>
                  <a:pt x="427" y="113"/>
                </a:lnTo>
                <a:lnTo>
                  <a:pt x="427" y="112"/>
                </a:lnTo>
                <a:lnTo>
                  <a:pt x="428" y="112"/>
                </a:lnTo>
                <a:lnTo>
                  <a:pt x="428" y="111"/>
                </a:lnTo>
                <a:lnTo>
                  <a:pt x="429" y="111"/>
                </a:lnTo>
                <a:lnTo>
                  <a:pt x="429" y="110"/>
                </a:lnTo>
                <a:lnTo>
                  <a:pt x="430" y="110"/>
                </a:lnTo>
                <a:lnTo>
                  <a:pt x="430" y="109"/>
                </a:lnTo>
                <a:lnTo>
                  <a:pt x="431" y="109"/>
                </a:lnTo>
                <a:lnTo>
                  <a:pt x="431" y="110"/>
                </a:lnTo>
                <a:lnTo>
                  <a:pt x="432" y="110"/>
                </a:lnTo>
                <a:lnTo>
                  <a:pt x="433" y="110"/>
                </a:lnTo>
                <a:lnTo>
                  <a:pt x="434" y="110"/>
                </a:lnTo>
                <a:lnTo>
                  <a:pt x="434" y="109"/>
                </a:lnTo>
                <a:lnTo>
                  <a:pt x="435" y="109"/>
                </a:lnTo>
                <a:lnTo>
                  <a:pt x="436" y="109"/>
                </a:lnTo>
                <a:lnTo>
                  <a:pt x="437" y="109"/>
                </a:lnTo>
                <a:lnTo>
                  <a:pt x="438" y="108"/>
                </a:lnTo>
                <a:lnTo>
                  <a:pt x="439" y="109"/>
                </a:lnTo>
                <a:lnTo>
                  <a:pt x="439" y="108"/>
                </a:lnTo>
                <a:lnTo>
                  <a:pt x="440" y="108"/>
                </a:lnTo>
                <a:lnTo>
                  <a:pt x="441" y="108"/>
                </a:lnTo>
                <a:lnTo>
                  <a:pt x="441" y="109"/>
                </a:lnTo>
                <a:lnTo>
                  <a:pt x="442" y="109"/>
                </a:lnTo>
                <a:lnTo>
                  <a:pt x="442" y="108"/>
                </a:lnTo>
                <a:lnTo>
                  <a:pt x="443" y="108"/>
                </a:lnTo>
                <a:lnTo>
                  <a:pt x="444" y="107"/>
                </a:lnTo>
                <a:lnTo>
                  <a:pt x="445" y="107"/>
                </a:lnTo>
                <a:lnTo>
                  <a:pt x="446" y="108"/>
                </a:lnTo>
                <a:lnTo>
                  <a:pt x="447" y="108"/>
                </a:lnTo>
                <a:lnTo>
                  <a:pt x="446" y="108"/>
                </a:lnTo>
                <a:lnTo>
                  <a:pt x="446" y="109"/>
                </a:lnTo>
                <a:lnTo>
                  <a:pt x="447" y="109"/>
                </a:lnTo>
                <a:lnTo>
                  <a:pt x="447" y="108"/>
                </a:lnTo>
                <a:lnTo>
                  <a:pt x="447" y="109"/>
                </a:lnTo>
                <a:lnTo>
                  <a:pt x="448" y="109"/>
                </a:lnTo>
                <a:lnTo>
                  <a:pt x="449" y="109"/>
                </a:lnTo>
                <a:lnTo>
                  <a:pt x="450" y="110"/>
                </a:lnTo>
                <a:lnTo>
                  <a:pt x="451" y="110"/>
                </a:lnTo>
                <a:lnTo>
                  <a:pt x="451" y="111"/>
                </a:lnTo>
                <a:lnTo>
                  <a:pt x="452" y="112"/>
                </a:lnTo>
                <a:lnTo>
                  <a:pt x="453" y="112"/>
                </a:lnTo>
                <a:lnTo>
                  <a:pt x="453" y="113"/>
                </a:lnTo>
                <a:lnTo>
                  <a:pt x="452" y="113"/>
                </a:lnTo>
                <a:lnTo>
                  <a:pt x="453" y="113"/>
                </a:lnTo>
                <a:lnTo>
                  <a:pt x="454" y="113"/>
                </a:lnTo>
                <a:lnTo>
                  <a:pt x="454" y="114"/>
                </a:lnTo>
                <a:lnTo>
                  <a:pt x="455" y="114"/>
                </a:lnTo>
                <a:lnTo>
                  <a:pt x="457" y="114"/>
                </a:lnTo>
                <a:lnTo>
                  <a:pt x="459" y="114"/>
                </a:lnTo>
                <a:lnTo>
                  <a:pt x="459" y="115"/>
                </a:lnTo>
                <a:lnTo>
                  <a:pt x="460" y="115"/>
                </a:lnTo>
                <a:lnTo>
                  <a:pt x="461" y="115"/>
                </a:lnTo>
                <a:lnTo>
                  <a:pt x="462" y="115"/>
                </a:lnTo>
                <a:lnTo>
                  <a:pt x="462" y="116"/>
                </a:lnTo>
                <a:lnTo>
                  <a:pt x="463" y="117"/>
                </a:lnTo>
                <a:lnTo>
                  <a:pt x="464" y="117"/>
                </a:lnTo>
                <a:lnTo>
                  <a:pt x="464" y="118"/>
                </a:lnTo>
                <a:lnTo>
                  <a:pt x="464" y="119"/>
                </a:lnTo>
                <a:lnTo>
                  <a:pt x="465" y="119"/>
                </a:lnTo>
                <a:lnTo>
                  <a:pt x="466" y="119"/>
                </a:lnTo>
                <a:lnTo>
                  <a:pt x="467" y="119"/>
                </a:lnTo>
                <a:lnTo>
                  <a:pt x="467" y="118"/>
                </a:lnTo>
                <a:lnTo>
                  <a:pt x="468" y="118"/>
                </a:lnTo>
                <a:lnTo>
                  <a:pt x="468" y="119"/>
                </a:lnTo>
                <a:lnTo>
                  <a:pt x="468" y="120"/>
                </a:lnTo>
                <a:lnTo>
                  <a:pt x="469" y="120"/>
                </a:lnTo>
                <a:lnTo>
                  <a:pt x="469" y="119"/>
                </a:lnTo>
                <a:lnTo>
                  <a:pt x="470" y="119"/>
                </a:lnTo>
                <a:lnTo>
                  <a:pt x="471" y="119"/>
                </a:lnTo>
                <a:lnTo>
                  <a:pt x="472" y="119"/>
                </a:lnTo>
                <a:lnTo>
                  <a:pt x="473" y="119"/>
                </a:lnTo>
                <a:lnTo>
                  <a:pt x="474" y="119"/>
                </a:lnTo>
                <a:lnTo>
                  <a:pt x="475" y="119"/>
                </a:lnTo>
                <a:lnTo>
                  <a:pt x="475" y="118"/>
                </a:lnTo>
                <a:lnTo>
                  <a:pt x="476" y="118"/>
                </a:lnTo>
                <a:lnTo>
                  <a:pt x="477" y="119"/>
                </a:lnTo>
                <a:lnTo>
                  <a:pt x="478" y="119"/>
                </a:lnTo>
                <a:lnTo>
                  <a:pt x="479" y="119"/>
                </a:lnTo>
                <a:lnTo>
                  <a:pt x="480" y="119"/>
                </a:lnTo>
                <a:lnTo>
                  <a:pt x="480" y="120"/>
                </a:lnTo>
                <a:lnTo>
                  <a:pt x="479" y="120"/>
                </a:lnTo>
                <a:lnTo>
                  <a:pt x="479" y="121"/>
                </a:lnTo>
                <a:lnTo>
                  <a:pt x="480" y="121"/>
                </a:lnTo>
                <a:lnTo>
                  <a:pt x="480" y="122"/>
                </a:lnTo>
                <a:lnTo>
                  <a:pt x="481" y="122"/>
                </a:lnTo>
                <a:lnTo>
                  <a:pt x="480" y="122"/>
                </a:lnTo>
                <a:lnTo>
                  <a:pt x="481" y="122"/>
                </a:lnTo>
                <a:lnTo>
                  <a:pt x="481" y="123"/>
                </a:lnTo>
                <a:lnTo>
                  <a:pt x="480" y="124"/>
                </a:lnTo>
                <a:lnTo>
                  <a:pt x="480" y="125"/>
                </a:lnTo>
                <a:lnTo>
                  <a:pt x="480" y="126"/>
                </a:lnTo>
                <a:lnTo>
                  <a:pt x="481" y="126"/>
                </a:lnTo>
                <a:lnTo>
                  <a:pt x="482" y="126"/>
                </a:lnTo>
                <a:lnTo>
                  <a:pt x="483" y="127"/>
                </a:lnTo>
                <a:lnTo>
                  <a:pt x="483" y="128"/>
                </a:lnTo>
                <a:lnTo>
                  <a:pt x="484" y="129"/>
                </a:lnTo>
                <a:lnTo>
                  <a:pt x="484" y="130"/>
                </a:lnTo>
                <a:lnTo>
                  <a:pt x="485" y="131"/>
                </a:lnTo>
                <a:lnTo>
                  <a:pt x="486" y="131"/>
                </a:lnTo>
                <a:lnTo>
                  <a:pt x="486" y="132"/>
                </a:lnTo>
                <a:lnTo>
                  <a:pt x="487" y="132"/>
                </a:lnTo>
                <a:lnTo>
                  <a:pt x="487" y="133"/>
                </a:lnTo>
                <a:lnTo>
                  <a:pt x="486" y="133"/>
                </a:lnTo>
                <a:lnTo>
                  <a:pt x="486" y="134"/>
                </a:lnTo>
                <a:lnTo>
                  <a:pt x="488" y="134"/>
                </a:lnTo>
                <a:lnTo>
                  <a:pt x="489" y="135"/>
                </a:lnTo>
                <a:lnTo>
                  <a:pt x="489" y="136"/>
                </a:lnTo>
                <a:lnTo>
                  <a:pt x="490" y="136"/>
                </a:lnTo>
                <a:lnTo>
                  <a:pt x="490" y="137"/>
                </a:lnTo>
                <a:lnTo>
                  <a:pt x="490" y="138"/>
                </a:lnTo>
                <a:lnTo>
                  <a:pt x="491" y="138"/>
                </a:lnTo>
                <a:lnTo>
                  <a:pt x="491" y="139"/>
                </a:lnTo>
                <a:lnTo>
                  <a:pt x="490" y="139"/>
                </a:lnTo>
                <a:lnTo>
                  <a:pt x="491" y="139"/>
                </a:lnTo>
                <a:lnTo>
                  <a:pt x="491" y="140"/>
                </a:lnTo>
                <a:lnTo>
                  <a:pt x="491" y="141"/>
                </a:lnTo>
                <a:lnTo>
                  <a:pt x="490" y="142"/>
                </a:lnTo>
                <a:lnTo>
                  <a:pt x="490" y="141"/>
                </a:lnTo>
                <a:lnTo>
                  <a:pt x="489" y="142"/>
                </a:lnTo>
                <a:lnTo>
                  <a:pt x="490" y="143"/>
                </a:lnTo>
                <a:lnTo>
                  <a:pt x="489" y="143"/>
                </a:lnTo>
                <a:lnTo>
                  <a:pt x="488" y="143"/>
                </a:lnTo>
                <a:lnTo>
                  <a:pt x="487" y="143"/>
                </a:lnTo>
                <a:lnTo>
                  <a:pt x="486" y="143"/>
                </a:lnTo>
                <a:lnTo>
                  <a:pt x="485" y="143"/>
                </a:lnTo>
                <a:lnTo>
                  <a:pt x="485" y="144"/>
                </a:lnTo>
                <a:lnTo>
                  <a:pt x="484" y="144"/>
                </a:lnTo>
                <a:lnTo>
                  <a:pt x="484" y="145"/>
                </a:lnTo>
                <a:lnTo>
                  <a:pt x="483" y="146"/>
                </a:lnTo>
                <a:lnTo>
                  <a:pt x="483" y="147"/>
                </a:lnTo>
                <a:lnTo>
                  <a:pt x="483" y="148"/>
                </a:lnTo>
                <a:lnTo>
                  <a:pt x="482" y="148"/>
                </a:lnTo>
                <a:lnTo>
                  <a:pt x="482" y="149"/>
                </a:lnTo>
                <a:lnTo>
                  <a:pt x="482" y="150"/>
                </a:lnTo>
                <a:lnTo>
                  <a:pt x="481" y="151"/>
                </a:lnTo>
                <a:lnTo>
                  <a:pt x="482" y="151"/>
                </a:lnTo>
                <a:lnTo>
                  <a:pt x="482" y="152"/>
                </a:lnTo>
                <a:lnTo>
                  <a:pt x="482" y="153"/>
                </a:lnTo>
                <a:lnTo>
                  <a:pt x="482" y="154"/>
                </a:lnTo>
                <a:lnTo>
                  <a:pt x="482" y="155"/>
                </a:lnTo>
                <a:lnTo>
                  <a:pt x="483" y="156"/>
                </a:lnTo>
                <a:lnTo>
                  <a:pt x="483" y="157"/>
                </a:lnTo>
                <a:lnTo>
                  <a:pt x="483" y="158"/>
                </a:lnTo>
                <a:lnTo>
                  <a:pt x="484" y="159"/>
                </a:lnTo>
                <a:lnTo>
                  <a:pt x="485" y="160"/>
                </a:lnTo>
                <a:lnTo>
                  <a:pt x="485" y="161"/>
                </a:lnTo>
                <a:lnTo>
                  <a:pt x="486" y="161"/>
                </a:lnTo>
                <a:lnTo>
                  <a:pt x="486" y="162"/>
                </a:lnTo>
                <a:lnTo>
                  <a:pt x="487" y="162"/>
                </a:lnTo>
                <a:lnTo>
                  <a:pt x="487" y="163"/>
                </a:lnTo>
                <a:lnTo>
                  <a:pt x="486" y="163"/>
                </a:lnTo>
                <a:lnTo>
                  <a:pt x="486" y="164"/>
                </a:lnTo>
                <a:lnTo>
                  <a:pt x="486" y="165"/>
                </a:lnTo>
                <a:lnTo>
                  <a:pt x="486" y="166"/>
                </a:lnTo>
                <a:lnTo>
                  <a:pt x="486" y="167"/>
                </a:lnTo>
                <a:lnTo>
                  <a:pt x="486" y="168"/>
                </a:lnTo>
                <a:lnTo>
                  <a:pt x="487" y="168"/>
                </a:lnTo>
                <a:lnTo>
                  <a:pt x="487" y="170"/>
                </a:lnTo>
                <a:lnTo>
                  <a:pt x="487" y="172"/>
                </a:lnTo>
                <a:lnTo>
                  <a:pt x="487" y="173"/>
                </a:lnTo>
                <a:lnTo>
                  <a:pt x="486" y="173"/>
                </a:lnTo>
                <a:lnTo>
                  <a:pt x="485" y="174"/>
                </a:lnTo>
                <a:lnTo>
                  <a:pt x="486" y="174"/>
                </a:lnTo>
                <a:lnTo>
                  <a:pt x="486" y="175"/>
                </a:lnTo>
                <a:lnTo>
                  <a:pt x="487" y="175"/>
                </a:lnTo>
                <a:lnTo>
                  <a:pt x="487" y="176"/>
                </a:lnTo>
                <a:lnTo>
                  <a:pt x="487" y="177"/>
                </a:lnTo>
                <a:lnTo>
                  <a:pt x="488" y="177"/>
                </a:lnTo>
                <a:lnTo>
                  <a:pt x="489" y="177"/>
                </a:lnTo>
                <a:lnTo>
                  <a:pt x="489" y="176"/>
                </a:lnTo>
                <a:lnTo>
                  <a:pt x="490" y="175"/>
                </a:lnTo>
                <a:lnTo>
                  <a:pt x="491" y="175"/>
                </a:lnTo>
                <a:lnTo>
                  <a:pt x="491" y="174"/>
                </a:lnTo>
                <a:lnTo>
                  <a:pt x="491" y="173"/>
                </a:lnTo>
                <a:lnTo>
                  <a:pt x="491" y="172"/>
                </a:lnTo>
                <a:lnTo>
                  <a:pt x="494" y="172"/>
                </a:lnTo>
                <a:lnTo>
                  <a:pt x="494" y="173"/>
                </a:lnTo>
                <a:lnTo>
                  <a:pt x="495" y="173"/>
                </a:lnTo>
                <a:lnTo>
                  <a:pt x="496" y="173"/>
                </a:lnTo>
                <a:lnTo>
                  <a:pt x="496" y="172"/>
                </a:lnTo>
                <a:lnTo>
                  <a:pt x="497" y="172"/>
                </a:lnTo>
                <a:lnTo>
                  <a:pt x="498" y="171"/>
                </a:lnTo>
                <a:lnTo>
                  <a:pt x="498" y="170"/>
                </a:lnTo>
                <a:lnTo>
                  <a:pt x="499" y="170"/>
                </a:lnTo>
                <a:lnTo>
                  <a:pt x="500" y="169"/>
                </a:lnTo>
                <a:lnTo>
                  <a:pt x="501" y="169"/>
                </a:lnTo>
                <a:lnTo>
                  <a:pt x="502" y="169"/>
                </a:lnTo>
                <a:lnTo>
                  <a:pt x="502" y="170"/>
                </a:lnTo>
                <a:lnTo>
                  <a:pt x="503" y="170"/>
                </a:lnTo>
                <a:lnTo>
                  <a:pt x="504" y="170"/>
                </a:lnTo>
                <a:lnTo>
                  <a:pt x="503" y="170"/>
                </a:lnTo>
                <a:lnTo>
                  <a:pt x="503" y="171"/>
                </a:lnTo>
                <a:lnTo>
                  <a:pt x="502" y="171"/>
                </a:lnTo>
                <a:lnTo>
                  <a:pt x="502" y="172"/>
                </a:lnTo>
                <a:lnTo>
                  <a:pt x="503" y="172"/>
                </a:lnTo>
                <a:lnTo>
                  <a:pt x="504" y="172"/>
                </a:lnTo>
                <a:lnTo>
                  <a:pt x="505" y="172"/>
                </a:lnTo>
                <a:lnTo>
                  <a:pt x="506" y="173"/>
                </a:lnTo>
                <a:lnTo>
                  <a:pt x="507" y="173"/>
                </a:lnTo>
                <a:lnTo>
                  <a:pt x="507" y="172"/>
                </a:lnTo>
                <a:lnTo>
                  <a:pt x="507" y="171"/>
                </a:lnTo>
                <a:lnTo>
                  <a:pt x="507" y="170"/>
                </a:lnTo>
                <a:lnTo>
                  <a:pt x="508" y="170"/>
                </a:lnTo>
                <a:lnTo>
                  <a:pt x="511" y="170"/>
                </a:lnTo>
                <a:lnTo>
                  <a:pt x="513" y="170"/>
                </a:lnTo>
                <a:lnTo>
                  <a:pt x="514" y="171"/>
                </a:lnTo>
                <a:lnTo>
                  <a:pt x="516" y="171"/>
                </a:lnTo>
                <a:lnTo>
                  <a:pt x="517" y="171"/>
                </a:lnTo>
                <a:lnTo>
                  <a:pt x="519" y="171"/>
                </a:lnTo>
                <a:lnTo>
                  <a:pt x="520" y="171"/>
                </a:lnTo>
                <a:lnTo>
                  <a:pt x="521" y="171"/>
                </a:lnTo>
                <a:lnTo>
                  <a:pt x="521" y="172"/>
                </a:lnTo>
                <a:lnTo>
                  <a:pt x="522" y="172"/>
                </a:lnTo>
                <a:lnTo>
                  <a:pt x="523" y="172"/>
                </a:lnTo>
                <a:lnTo>
                  <a:pt x="523" y="173"/>
                </a:lnTo>
                <a:lnTo>
                  <a:pt x="524" y="173"/>
                </a:lnTo>
                <a:lnTo>
                  <a:pt x="524" y="172"/>
                </a:lnTo>
                <a:lnTo>
                  <a:pt x="525" y="172"/>
                </a:lnTo>
                <a:lnTo>
                  <a:pt x="525" y="173"/>
                </a:lnTo>
                <a:lnTo>
                  <a:pt x="526" y="173"/>
                </a:lnTo>
                <a:lnTo>
                  <a:pt x="527" y="173"/>
                </a:lnTo>
                <a:lnTo>
                  <a:pt x="527" y="174"/>
                </a:lnTo>
                <a:lnTo>
                  <a:pt x="528" y="174"/>
                </a:lnTo>
                <a:lnTo>
                  <a:pt x="529" y="174"/>
                </a:lnTo>
                <a:lnTo>
                  <a:pt x="530" y="175"/>
                </a:lnTo>
                <a:lnTo>
                  <a:pt x="530" y="176"/>
                </a:lnTo>
                <a:lnTo>
                  <a:pt x="531" y="176"/>
                </a:lnTo>
                <a:lnTo>
                  <a:pt x="532" y="177"/>
                </a:lnTo>
                <a:lnTo>
                  <a:pt x="533" y="176"/>
                </a:lnTo>
                <a:lnTo>
                  <a:pt x="534" y="177"/>
                </a:lnTo>
                <a:lnTo>
                  <a:pt x="535" y="178"/>
                </a:lnTo>
                <a:lnTo>
                  <a:pt x="535" y="179"/>
                </a:lnTo>
                <a:lnTo>
                  <a:pt x="534" y="180"/>
                </a:lnTo>
                <a:lnTo>
                  <a:pt x="533" y="180"/>
                </a:lnTo>
                <a:lnTo>
                  <a:pt x="533" y="181"/>
                </a:lnTo>
                <a:lnTo>
                  <a:pt x="533" y="182"/>
                </a:lnTo>
                <a:lnTo>
                  <a:pt x="532" y="182"/>
                </a:lnTo>
                <a:lnTo>
                  <a:pt x="530" y="182"/>
                </a:lnTo>
                <a:lnTo>
                  <a:pt x="530" y="181"/>
                </a:lnTo>
                <a:lnTo>
                  <a:pt x="528" y="181"/>
                </a:lnTo>
                <a:lnTo>
                  <a:pt x="527" y="182"/>
                </a:lnTo>
                <a:lnTo>
                  <a:pt x="527" y="183"/>
                </a:lnTo>
                <a:lnTo>
                  <a:pt x="526" y="183"/>
                </a:lnTo>
                <a:lnTo>
                  <a:pt x="526" y="184"/>
                </a:lnTo>
                <a:lnTo>
                  <a:pt x="527" y="184"/>
                </a:lnTo>
                <a:lnTo>
                  <a:pt x="526" y="185"/>
                </a:lnTo>
                <a:lnTo>
                  <a:pt x="526" y="186"/>
                </a:lnTo>
                <a:lnTo>
                  <a:pt x="526" y="188"/>
                </a:lnTo>
                <a:lnTo>
                  <a:pt x="527" y="189"/>
                </a:lnTo>
                <a:lnTo>
                  <a:pt x="528" y="189"/>
                </a:lnTo>
                <a:lnTo>
                  <a:pt x="529" y="189"/>
                </a:lnTo>
                <a:lnTo>
                  <a:pt x="530" y="190"/>
                </a:lnTo>
                <a:lnTo>
                  <a:pt x="530" y="191"/>
                </a:lnTo>
                <a:lnTo>
                  <a:pt x="529" y="191"/>
                </a:lnTo>
                <a:lnTo>
                  <a:pt x="529" y="192"/>
                </a:lnTo>
                <a:lnTo>
                  <a:pt x="528" y="193"/>
                </a:lnTo>
                <a:lnTo>
                  <a:pt x="528" y="194"/>
                </a:lnTo>
                <a:lnTo>
                  <a:pt x="527" y="194"/>
                </a:lnTo>
                <a:lnTo>
                  <a:pt x="528" y="195"/>
                </a:lnTo>
                <a:lnTo>
                  <a:pt x="529" y="195"/>
                </a:lnTo>
                <a:lnTo>
                  <a:pt x="530" y="195"/>
                </a:lnTo>
                <a:lnTo>
                  <a:pt x="530" y="196"/>
                </a:lnTo>
                <a:lnTo>
                  <a:pt x="531" y="197"/>
                </a:lnTo>
                <a:lnTo>
                  <a:pt x="531" y="198"/>
                </a:lnTo>
                <a:lnTo>
                  <a:pt x="532" y="198"/>
                </a:lnTo>
                <a:lnTo>
                  <a:pt x="532" y="199"/>
                </a:lnTo>
                <a:lnTo>
                  <a:pt x="533" y="200"/>
                </a:lnTo>
                <a:lnTo>
                  <a:pt x="534" y="200"/>
                </a:lnTo>
                <a:lnTo>
                  <a:pt x="534" y="202"/>
                </a:lnTo>
                <a:lnTo>
                  <a:pt x="535" y="203"/>
                </a:lnTo>
                <a:lnTo>
                  <a:pt x="536" y="203"/>
                </a:lnTo>
                <a:lnTo>
                  <a:pt x="536" y="204"/>
                </a:lnTo>
                <a:lnTo>
                  <a:pt x="536" y="205"/>
                </a:lnTo>
                <a:lnTo>
                  <a:pt x="537" y="205"/>
                </a:lnTo>
                <a:lnTo>
                  <a:pt x="537" y="206"/>
                </a:lnTo>
                <a:lnTo>
                  <a:pt x="538" y="206"/>
                </a:lnTo>
                <a:lnTo>
                  <a:pt x="539" y="206"/>
                </a:lnTo>
                <a:lnTo>
                  <a:pt x="539" y="207"/>
                </a:lnTo>
                <a:lnTo>
                  <a:pt x="540" y="207"/>
                </a:lnTo>
                <a:lnTo>
                  <a:pt x="540" y="208"/>
                </a:lnTo>
                <a:lnTo>
                  <a:pt x="540" y="209"/>
                </a:lnTo>
                <a:lnTo>
                  <a:pt x="539" y="209"/>
                </a:lnTo>
                <a:lnTo>
                  <a:pt x="540" y="209"/>
                </a:lnTo>
                <a:lnTo>
                  <a:pt x="540" y="210"/>
                </a:lnTo>
                <a:lnTo>
                  <a:pt x="539" y="210"/>
                </a:lnTo>
                <a:lnTo>
                  <a:pt x="539" y="211"/>
                </a:lnTo>
                <a:lnTo>
                  <a:pt x="538" y="211"/>
                </a:lnTo>
                <a:lnTo>
                  <a:pt x="538" y="212"/>
                </a:lnTo>
                <a:lnTo>
                  <a:pt x="537" y="213"/>
                </a:lnTo>
                <a:lnTo>
                  <a:pt x="538" y="213"/>
                </a:lnTo>
                <a:lnTo>
                  <a:pt x="538" y="214"/>
                </a:lnTo>
                <a:lnTo>
                  <a:pt x="538" y="215"/>
                </a:lnTo>
                <a:lnTo>
                  <a:pt x="539" y="215"/>
                </a:lnTo>
                <a:lnTo>
                  <a:pt x="539" y="216"/>
                </a:lnTo>
                <a:lnTo>
                  <a:pt x="540" y="217"/>
                </a:lnTo>
                <a:lnTo>
                  <a:pt x="541" y="217"/>
                </a:lnTo>
                <a:lnTo>
                  <a:pt x="542" y="217"/>
                </a:lnTo>
                <a:lnTo>
                  <a:pt x="543" y="217"/>
                </a:lnTo>
                <a:lnTo>
                  <a:pt x="543" y="218"/>
                </a:lnTo>
                <a:lnTo>
                  <a:pt x="544" y="218"/>
                </a:lnTo>
                <a:lnTo>
                  <a:pt x="544" y="219"/>
                </a:lnTo>
                <a:lnTo>
                  <a:pt x="545" y="219"/>
                </a:lnTo>
                <a:lnTo>
                  <a:pt x="546" y="219"/>
                </a:lnTo>
                <a:lnTo>
                  <a:pt x="547" y="219"/>
                </a:lnTo>
                <a:lnTo>
                  <a:pt x="547" y="218"/>
                </a:lnTo>
                <a:lnTo>
                  <a:pt x="547" y="217"/>
                </a:lnTo>
                <a:lnTo>
                  <a:pt x="548" y="216"/>
                </a:lnTo>
                <a:lnTo>
                  <a:pt x="549" y="216"/>
                </a:lnTo>
                <a:lnTo>
                  <a:pt x="549" y="217"/>
                </a:lnTo>
                <a:lnTo>
                  <a:pt x="549" y="218"/>
                </a:lnTo>
                <a:lnTo>
                  <a:pt x="549" y="219"/>
                </a:lnTo>
                <a:lnTo>
                  <a:pt x="549" y="220"/>
                </a:lnTo>
                <a:lnTo>
                  <a:pt x="549" y="221"/>
                </a:lnTo>
                <a:lnTo>
                  <a:pt x="550" y="222"/>
                </a:lnTo>
                <a:lnTo>
                  <a:pt x="550" y="223"/>
                </a:lnTo>
                <a:lnTo>
                  <a:pt x="550" y="224"/>
                </a:lnTo>
                <a:lnTo>
                  <a:pt x="550" y="225"/>
                </a:lnTo>
                <a:lnTo>
                  <a:pt x="550" y="226"/>
                </a:lnTo>
                <a:lnTo>
                  <a:pt x="551" y="227"/>
                </a:lnTo>
                <a:lnTo>
                  <a:pt x="552" y="228"/>
                </a:lnTo>
                <a:lnTo>
                  <a:pt x="553" y="228"/>
                </a:lnTo>
                <a:lnTo>
                  <a:pt x="554" y="229"/>
                </a:lnTo>
                <a:lnTo>
                  <a:pt x="555" y="229"/>
                </a:lnTo>
                <a:lnTo>
                  <a:pt x="556" y="229"/>
                </a:lnTo>
                <a:lnTo>
                  <a:pt x="556" y="228"/>
                </a:lnTo>
                <a:lnTo>
                  <a:pt x="557" y="228"/>
                </a:lnTo>
                <a:lnTo>
                  <a:pt x="558" y="228"/>
                </a:lnTo>
                <a:lnTo>
                  <a:pt x="559" y="228"/>
                </a:lnTo>
                <a:lnTo>
                  <a:pt x="560" y="228"/>
                </a:lnTo>
                <a:lnTo>
                  <a:pt x="560" y="229"/>
                </a:lnTo>
                <a:lnTo>
                  <a:pt x="561" y="229"/>
                </a:lnTo>
                <a:lnTo>
                  <a:pt x="561" y="230"/>
                </a:lnTo>
                <a:lnTo>
                  <a:pt x="562" y="230"/>
                </a:lnTo>
                <a:lnTo>
                  <a:pt x="563" y="230"/>
                </a:lnTo>
                <a:lnTo>
                  <a:pt x="564" y="230"/>
                </a:lnTo>
                <a:lnTo>
                  <a:pt x="564" y="229"/>
                </a:lnTo>
                <a:lnTo>
                  <a:pt x="565" y="230"/>
                </a:lnTo>
                <a:lnTo>
                  <a:pt x="566" y="230"/>
                </a:lnTo>
                <a:lnTo>
                  <a:pt x="567" y="230"/>
                </a:lnTo>
                <a:lnTo>
                  <a:pt x="567" y="229"/>
                </a:lnTo>
                <a:lnTo>
                  <a:pt x="568" y="229"/>
                </a:lnTo>
                <a:lnTo>
                  <a:pt x="569" y="228"/>
                </a:lnTo>
                <a:lnTo>
                  <a:pt x="569" y="227"/>
                </a:lnTo>
                <a:lnTo>
                  <a:pt x="570" y="227"/>
                </a:lnTo>
                <a:lnTo>
                  <a:pt x="570" y="228"/>
                </a:lnTo>
                <a:lnTo>
                  <a:pt x="570" y="227"/>
                </a:lnTo>
                <a:lnTo>
                  <a:pt x="571" y="227"/>
                </a:lnTo>
                <a:lnTo>
                  <a:pt x="572" y="227"/>
                </a:lnTo>
                <a:lnTo>
                  <a:pt x="573" y="227"/>
                </a:lnTo>
                <a:lnTo>
                  <a:pt x="574" y="227"/>
                </a:lnTo>
                <a:lnTo>
                  <a:pt x="575" y="227"/>
                </a:lnTo>
                <a:lnTo>
                  <a:pt x="575" y="226"/>
                </a:lnTo>
                <a:lnTo>
                  <a:pt x="576" y="226"/>
                </a:lnTo>
                <a:lnTo>
                  <a:pt x="576" y="225"/>
                </a:lnTo>
                <a:lnTo>
                  <a:pt x="577" y="225"/>
                </a:lnTo>
                <a:lnTo>
                  <a:pt x="577" y="226"/>
                </a:lnTo>
                <a:lnTo>
                  <a:pt x="578" y="226"/>
                </a:lnTo>
                <a:lnTo>
                  <a:pt x="579" y="226"/>
                </a:lnTo>
                <a:lnTo>
                  <a:pt x="579" y="225"/>
                </a:lnTo>
                <a:lnTo>
                  <a:pt x="580" y="225"/>
                </a:lnTo>
                <a:lnTo>
                  <a:pt x="580" y="224"/>
                </a:lnTo>
                <a:lnTo>
                  <a:pt x="581" y="224"/>
                </a:lnTo>
                <a:lnTo>
                  <a:pt x="582" y="223"/>
                </a:lnTo>
                <a:lnTo>
                  <a:pt x="583" y="223"/>
                </a:lnTo>
                <a:lnTo>
                  <a:pt x="583" y="222"/>
                </a:lnTo>
                <a:lnTo>
                  <a:pt x="582" y="222"/>
                </a:lnTo>
                <a:lnTo>
                  <a:pt x="582" y="221"/>
                </a:lnTo>
                <a:lnTo>
                  <a:pt x="582" y="220"/>
                </a:lnTo>
                <a:lnTo>
                  <a:pt x="581" y="220"/>
                </a:lnTo>
                <a:lnTo>
                  <a:pt x="580" y="220"/>
                </a:lnTo>
                <a:lnTo>
                  <a:pt x="580" y="219"/>
                </a:lnTo>
                <a:lnTo>
                  <a:pt x="579" y="219"/>
                </a:lnTo>
                <a:lnTo>
                  <a:pt x="580" y="219"/>
                </a:lnTo>
                <a:lnTo>
                  <a:pt x="580" y="218"/>
                </a:lnTo>
                <a:lnTo>
                  <a:pt x="581" y="218"/>
                </a:lnTo>
                <a:lnTo>
                  <a:pt x="582" y="218"/>
                </a:lnTo>
                <a:lnTo>
                  <a:pt x="582" y="217"/>
                </a:lnTo>
                <a:lnTo>
                  <a:pt x="582" y="215"/>
                </a:lnTo>
                <a:lnTo>
                  <a:pt x="582" y="214"/>
                </a:lnTo>
                <a:lnTo>
                  <a:pt x="583" y="215"/>
                </a:lnTo>
                <a:lnTo>
                  <a:pt x="584" y="215"/>
                </a:lnTo>
                <a:lnTo>
                  <a:pt x="584" y="214"/>
                </a:lnTo>
                <a:lnTo>
                  <a:pt x="583" y="213"/>
                </a:lnTo>
                <a:lnTo>
                  <a:pt x="582" y="212"/>
                </a:lnTo>
                <a:lnTo>
                  <a:pt x="582" y="211"/>
                </a:lnTo>
                <a:lnTo>
                  <a:pt x="581" y="211"/>
                </a:lnTo>
                <a:lnTo>
                  <a:pt x="580" y="211"/>
                </a:lnTo>
                <a:lnTo>
                  <a:pt x="580" y="210"/>
                </a:lnTo>
                <a:lnTo>
                  <a:pt x="580" y="209"/>
                </a:lnTo>
                <a:lnTo>
                  <a:pt x="581" y="209"/>
                </a:lnTo>
                <a:lnTo>
                  <a:pt x="582" y="208"/>
                </a:lnTo>
                <a:lnTo>
                  <a:pt x="583" y="207"/>
                </a:lnTo>
                <a:lnTo>
                  <a:pt x="583" y="206"/>
                </a:lnTo>
                <a:lnTo>
                  <a:pt x="582" y="206"/>
                </a:lnTo>
                <a:lnTo>
                  <a:pt x="582" y="207"/>
                </a:lnTo>
                <a:lnTo>
                  <a:pt x="582" y="206"/>
                </a:lnTo>
                <a:lnTo>
                  <a:pt x="581" y="206"/>
                </a:lnTo>
                <a:lnTo>
                  <a:pt x="581" y="205"/>
                </a:lnTo>
                <a:lnTo>
                  <a:pt x="580" y="205"/>
                </a:lnTo>
                <a:lnTo>
                  <a:pt x="580" y="204"/>
                </a:lnTo>
                <a:lnTo>
                  <a:pt x="580" y="203"/>
                </a:lnTo>
                <a:lnTo>
                  <a:pt x="579" y="203"/>
                </a:lnTo>
                <a:lnTo>
                  <a:pt x="579" y="202"/>
                </a:lnTo>
                <a:lnTo>
                  <a:pt x="580" y="202"/>
                </a:lnTo>
                <a:lnTo>
                  <a:pt x="580" y="200"/>
                </a:lnTo>
                <a:lnTo>
                  <a:pt x="579" y="200"/>
                </a:lnTo>
                <a:lnTo>
                  <a:pt x="579" y="199"/>
                </a:lnTo>
                <a:lnTo>
                  <a:pt x="580" y="199"/>
                </a:lnTo>
                <a:lnTo>
                  <a:pt x="580" y="198"/>
                </a:lnTo>
                <a:lnTo>
                  <a:pt x="580" y="197"/>
                </a:lnTo>
                <a:lnTo>
                  <a:pt x="581" y="197"/>
                </a:lnTo>
                <a:lnTo>
                  <a:pt x="581" y="198"/>
                </a:lnTo>
                <a:lnTo>
                  <a:pt x="582" y="199"/>
                </a:lnTo>
                <a:lnTo>
                  <a:pt x="583" y="199"/>
                </a:lnTo>
                <a:lnTo>
                  <a:pt x="584" y="199"/>
                </a:lnTo>
                <a:lnTo>
                  <a:pt x="585" y="200"/>
                </a:lnTo>
                <a:lnTo>
                  <a:pt x="586" y="199"/>
                </a:lnTo>
                <a:lnTo>
                  <a:pt x="588" y="199"/>
                </a:lnTo>
                <a:lnTo>
                  <a:pt x="588" y="200"/>
                </a:lnTo>
                <a:lnTo>
                  <a:pt x="589" y="200"/>
                </a:lnTo>
                <a:lnTo>
                  <a:pt x="590" y="200"/>
                </a:lnTo>
                <a:lnTo>
                  <a:pt x="591" y="198"/>
                </a:lnTo>
                <a:lnTo>
                  <a:pt x="591" y="197"/>
                </a:lnTo>
                <a:lnTo>
                  <a:pt x="592" y="196"/>
                </a:lnTo>
                <a:lnTo>
                  <a:pt x="592" y="195"/>
                </a:lnTo>
                <a:lnTo>
                  <a:pt x="592" y="194"/>
                </a:lnTo>
                <a:lnTo>
                  <a:pt x="593" y="193"/>
                </a:lnTo>
                <a:lnTo>
                  <a:pt x="593" y="192"/>
                </a:lnTo>
                <a:lnTo>
                  <a:pt x="593" y="191"/>
                </a:lnTo>
                <a:lnTo>
                  <a:pt x="594" y="191"/>
                </a:lnTo>
                <a:lnTo>
                  <a:pt x="594" y="190"/>
                </a:lnTo>
                <a:lnTo>
                  <a:pt x="595" y="190"/>
                </a:lnTo>
                <a:lnTo>
                  <a:pt x="596" y="190"/>
                </a:lnTo>
                <a:lnTo>
                  <a:pt x="597" y="190"/>
                </a:lnTo>
                <a:lnTo>
                  <a:pt x="597" y="189"/>
                </a:lnTo>
                <a:lnTo>
                  <a:pt x="597" y="188"/>
                </a:lnTo>
                <a:lnTo>
                  <a:pt x="598" y="188"/>
                </a:lnTo>
                <a:lnTo>
                  <a:pt x="599" y="188"/>
                </a:lnTo>
                <a:lnTo>
                  <a:pt x="600" y="188"/>
                </a:lnTo>
                <a:lnTo>
                  <a:pt x="600" y="187"/>
                </a:lnTo>
                <a:lnTo>
                  <a:pt x="600" y="186"/>
                </a:lnTo>
                <a:lnTo>
                  <a:pt x="601" y="186"/>
                </a:lnTo>
                <a:lnTo>
                  <a:pt x="602" y="186"/>
                </a:lnTo>
                <a:lnTo>
                  <a:pt x="602" y="185"/>
                </a:lnTo>
                <a:lnTo>
                  <a:pt x="603" y="185"/>
                </a:lnTo>
                <a:lnTo>
                  <a:pt x="604" y="185"/>
                </a:lnTo>
                <a:lnTo>
                  <a:pt x="604" y="184"/>
                </a:lnTo>
                <a:lnTo>
                  <a:pt x="605" y="183"/>
                </a:lnTo>
                <a:lnTo>
                  <a:pt x="606" y="183"/>
                </a:lnTo>
                <a:lnTo>
                  <a:pt x="607" y="183"/>
                </a:lnTo>
                <a:lnTo>
                  <a:pt x="608" y="183"/>
                </a:lnTo>
                <a:lnTo>
                  <a:pt x="608" y="184"/>
                </a:lnTo>
                <a:lnTo>
                  <a:pt x="609" y="185"/>
                </a:lnTo>
                <a:lnTo>
                  <a:pt x="609" y="186"/>
                </a:lnTo>
                <a:lnTo>
                  <a:pt x="610" y="186"/>
                </a:lnTo>
                <a:lnTo>
                  <a:pt x="611" y="186"/>
                </a:lnTo>
                <a:lnTo>
                  <a:pt x="612" y="186"/>
                </a:lnTo>
                <a:lnTo>
                  <a:pt x="612" y="187"/>
                </a:lnTo>
                <a:lnTo>
                  <a:pt x="613" y="187"/>
                </a:lnTo>
                <a:lnTo>
                  <a:pt x="613" y="188"/>
                </a:lnTo>
                <a:lnTo>
                  <a:pt x="613" y="189"/>
                </a:lnTo>
                <a:lnTo>
                  <a:pt x="614" y="190"/>
                </a:lnTo>
                <a:lnTo>
                  <a:pt x="615" y="190"/>
                </a:lnTo>
                <a:lnTo>
                  <a:pt x="615" y="191"/>
                </a:lnTo>
                <a:lnTo>
                  <a:pt x="616" y="191"/>
                </a:lnTo>
                <a:lnTo>
                  <a:pt x="616" y="192"/>
                </a:lnTo>
                <a:lnTo>
                  <a:pt x="615" y="192"/>
                </a:lnTo>
                <a:lnTo>
                  <a:pt x="615" y="193"/>
                </a:lnTo>
                <a:lnTo>
                  <a:pt x="615" y="194"/>
                </a:lnTo>
                <a:lnTo>
                  <a:pt x="616" y="195"/>
                </a:lnTo>
                <a:lnTo>
                  <a:pt x="617" y="195"/>
                </a:lnTo>
                <a:lnTo>
                  <a:pt x="617" y="196"/>
                </a:lnTo>
                <a:lnTo>
                  <a:pt x="617" y="197"/>
                </a:lnTo>
                <a:lnTo>
                  <a:pt x="617" y="198"/>
                </a:lnTo>
                <a:lnTo>
                  <a:pt x="617" y="200"/>
                </a:lnTo>
                <a:lnTo>
                  <a:pt x="616" y="200"/>
                </a:lnTo>
                <a:lnTo>
                  <a:pt x="615" y="200"/>
                </a:lnTo>
                <a:lnTo>
                  <a:pt x="615" y="202"/>
                </a:lnTo>
                <a:lnTo>
                  <a:pt x="614" y="202"/>
                </a:lnTo>
                <a:lnTo>
                  <a:pt x="615" y="202"/>
                </a:lnTo>
                <a:lnTo>
                  <a:pt x="615" y="203"/>
                </a:lnTo>
                <a:lnTo>
                  <a:pt x="616" y="203"/>
                </a:lnTo>
                <a:lnTo>
                  <a:pt x="616" y="204"/>
                </a:lnTo>
                <a:lnTo>
                  <a:pt x="617" y="204"/>
                </a:lnTo>
                <a:lnTo>
                  <a:pt x="617" y="205"/>
                </a:lnTo>
                <a:lnTo>
                  <a:pt x="616" y="206"/>
                </a:lnTo>
                <a:lnTo>
                  <a:pt x="616" y="207"/>
                </a:lnTo>
                <a:lnTo>
                  <a:pt x="616" y="208"/>
                </a:lnTo>
                <a:lnTo>
                  <a:pt x="615" y="209"/>
                </a:lnTo>
                <a:lnTo>
                  <a:pt x="615" y="210"/>
                </a:lnTo>
                <a:lnTo>
                  <a:pt x="616" y="210"/>
                </a:lnTo>
                <a:lnTo>
                  <a:pt x="616" y="211"/>
                </a:lnTo>
                <a:lnTo>
                  <a:pt x="616" y="212"/>
                </a:lnTo>
                <a:lnTo>
                  <a:pt x="616" y="213"/>
                </a:lnTo>
                <a:lnTo>
                  <a:pt x="615" y="214"/>
                </a:lnTo>
                <a:lnTo>
                  <a:pt x="615" y="215"/>
                </a:lnTo>
                <a:lnTo>
                  <a:pt x="615" y="216"/>
                </a:lnTo>
                <a:lnTo>
                  <a:pt x="616" y="216"/>
                </a:lnTo>
                <a:lnTo>
                  <a:pt x="616" y="217"/>
                </a:lnTo>
                <a:lnTo>
                  <a:pt x="616" y="218"/>
                </a:lnTo>
                <a:lnTo>
                  <a:pt x="616" y="219"/>
                </a:lnTo>
                <a:lnTo>
                  <a:pt x="616" y="220"/>
                </a:lnTo>
                <a:lnTo>
                  <a:pt x="617" y="221"/>
                </a:lnTo>
                <a:lnTo>
                  <a:pt x="618" y="221"/>
                </a:lnTo>
                <a:lnTo>
                  <a:pt x="618" y="222"/>
                </a:lnTo>
                <a:lnTo>
                  <a:pt x="619" y="222"/>
                </a:lnTo>
                <a:lnTo>
                  <a:pt x="619" y="223"/>
                </a:lnTo>
                <a:lnTo>
                  <a:pt x="620" y="224"/>
                </a:lnTo>
                <a:lnTo>
                  <a:pt x="621" y="224"/>
                </a:lnTo>
                <a:lnTo>
                  <a:pt x="622" y="225"/>
                </a:lnTo>
                <a:lnTo>
                  <a:pt x="622" y="226"/>
                </a:lnTo>
                <a:lnTo>
                  <a:pt x="622" y="227"/>
                </a:lnTo>
                <a:lnTo>
                  <a:pt x="623" y="227"/>
                </a:lnTo>
                <a:lnTo>
                  <a:pt x="623" y="228"/>
                </a:lnTo>
                <a:lnTo>
                  <a:pt x="624" y="228"/>
                </a:lnTo>
                <a:lnTo>
                  <a:pt x="624" y="229"/>
                </a:lnTo>
                <a:lnTo>
                  <a:pt x="624" y="230"/>
                </a:lnTo>
                <a:lnTo>
                  <a:pt x="625" y="230"/>
                </a:lnTo>
                <a:lnTo>
                  <a:pt x="625" y="231"/>
                </a:lnTo>
                <a:lnTo>
                  <a:pt x="626" y="231"/>
                </a:lnTo>
                <a:lnTo>
                  <a:pt x="626" y="232"/>
                </a:lnTo>
                <a:lnTo>
                  <a:pt x="626" y="233"/>
                </a:lnTo>
                <a:lnTo>
                  <a:pt x="626" y="234"/>
                </a:lnTo>
                <a:lnTo>
                  <a:pt x="626" y="235"/>
                </a:lnTo>
                <a:lnTo>
                  <a:pt x="627" y="236"/>
                </a:lnTo>
                <a:lnTo>
                  <a:pt x="627" y="237"/>
                </a:lnTo>
                <a:lnTo>
                  <a:pt x="627" y="238"/>
                </a:lnTo>
                <a:lnTo>
                  <a:pt x="628" y="238"/>
                </a:lnTo>
                <a:lnTo>
                  <a:pt x="628" y="239"/>
                </a:lnTo>
                <a:lnTo>
                  <a:pt x="628" y="240"/>
                </a:lnTo>
                <a:lnTo>
                  <a:pt x="629" y="240"/>
                </a:lnTo>
                <a:lnTo>
                  <a:pt x="630" y="241"/>
                </a:lnTo>
                <a:lnTo>
                  <a:pt x="630" y="242"/>
                </a:lnTo>
                <a:lnTo>
                  <a:pt x="631" y="242"/>
                </a:lnTo>
                <a:lnTo>
                  <a:pt x="632" y="242"/>
                </a:lnTo>
                <a:lnTo>
                  <a:pt x="632" y="243"/>
                </a:lnTo>
                <a:lnTo>
                  <a:pt x="631" y="244"/>
                </a:lnTo>
                <a:lnTo>
                  <a:pt x="631" y="245"/>
                </a:lnTo>
                <a:lnTo>
                  <a:pt x="632" y="246"/>
                </a:lnTo>
                <a:lnTo>
                  <a:pt x="631" y="246"/>
                </a:lnTo>
                <a:lnTo>
                  <a:pt x="631" y="247"/>
                </a:lnTo>
                <a:lnTo>
                  <a:pt x="631" y="248"/>
                </a:lnTo>
                <a:lnTo>
                  <a:pt x="632" y="247"/>
                </a:lnTo>
                <a:lnTo>
                  <a:pt x="633" y="247"/>
                </a:lnTo>
                <a:lnTo>
                  <a:pt x="633" y="248"/>
                </a:lnTo>
                <a:lnTo>
                  <a:pt x="634" y="248"/>
                </a:lnTo>
                <a:lnTo>
                  <a:pt x="634" y="247"/>
                </a:lnTo>
                <a:lnTo>
                  <a:pt x="635" y="247"/>
                </a:lnTo>
                <a:lnTo>
                  <a:pt x="636" y="247"/>
                </a:lnTo>
                <a:lnTo>
                  <a:pt x="637" y="247"/>
                </a:lnTo>
                <a:lnTo>
                  <a:pt x="637" y="246"/>
                </a:lnTo>
                <a:lnTo>
                  <a:pt x="637" y="247"/>
                </a:lnTo>
                <a:lnTo>
                  <a:pt x="638" y="247"/>
                </a:lnTo>
                <a:lnTo>
                  <a:pt x="639" y="247"/>
                </a:lnTo>
                <a:lnTo>
                  <a:pt x="640" y="248"/>
                </a:lnTo>
                <a:lnTo>
                  <a:pt x="640" y="249"/>
                </a:lnTo>
                <a:lnTo>
                  <a:pt x="641" y="249"/>
                </a:lnTo>
                <a:lnTo>
                  <a:pt x="641" y="250"/>
                </a:lnTo>
                <a:lnTo>
                  <a:pt x="642" y="250"/>
                </a:lnTo>
                <a:lnTo>
                  <a:pt x="642" y="251"/>
                </a:lnTo>
                <a:lnTo>
                  <a:pt x="643" y="251"/>
                </a:lnTo>
                <a:lnTo>
                  <a:pt x="642" y="251"/>
                </a:lnTo>
                <a:lnTo>
                  <a:pt x="642" y="252"/>
                </a:lnTo>
                <a:lnTo>
                  <a:pt x="641" y="252"/>
                </a:lnTo>
                <a:lnTo>
                  <a:pt x="640" y="253"/>
                </a:lnTo>
                <a:lnTo>
                  <a:pt x="639" y="254"/>
                </a:lnTo>
                <a:lnTo>
                  <a:pt x="639" y="255"/>
                </a:lnTo>
                <a:lnTo>
                  <a:pt x="639" y="256"/>
                </a:lnTo>
                <a:lnTo>
                  <a:pt x="640" y="256"/>
                </a:lnTo>
                <a:lnTo>
                  <a:pt x="641" y="256"/>
                </a:lnTo>
                <a:lnTo>
                  <a:pt x="641" y="257"/>
                </a:lnTo>
                <a:lnTo>
                  <a:pt x="641" y="258"/>
                </a:lnTo>
                <a:lnTo>
                  <a:pt x="642" y="259"/>
                </a:lnTo>
                <a:lnTo>
                  <a:pt x="642" y="260"/>
                </a:lnTo>
                <a:lnTo>
                  <a:pt x="642" y="261"/>
                </a:lnTo>
                <a:lnTo>
                  <a:pt x="643" y="261"/>
                </a:lnTo>
                <a:lnTo>
                  <a:pt x="643" y="262"/>
                </a:lnTo>
                <a:lnTo>
                  <a:pt x="642" y="262"/>
                </a:lnTo>
                <a:lnTo>
                  <a:pt x="642" y="261"/>
                </a:lnTo>
                <a:lnTo>
                  <a:pt x="641" y="261"/>
                </a:lnTo>
                <a:lnTo>
                  <a:pt x="640" y="262"/>
                </a:lnTo>
                <a:lnTo>
                  <a:pt x="640" y="263"/>
                </a:lnTo>
                <a:lnTo>
                  <a:pt x="641" y="263"/>
                </a:lnTo>
                <a:lnTo>
                  <a:pt x="641" y="264"/>
                </a:lnTo>
                <a:lnTo>
                  <a:pt x="642" y="264"/>
                </a:lnTo>
                <a:lnTo>
                  <a:pt x="643" y="264"/>
                </a:lnTo>
                <a:lnTo>
                  <a:pt x="644" y="264"/>
                </a:lnTo>
                <a:lnTo>
                  <a:pt x="644" y="265"/>
                </a:lnTo>
                <a:lnTo>
                  <a:pt x="643" y="265"/>
                </a:lnTo>
                <a:lnTo>
                  <a:pt x="644" y="265"/>
                </a:lnTo>
                <a:lnTo>
                  <a:pt x="645" y="265"/>
                </a:lnTo>
                <a:lnTo>
                  <a:pt x="645" y="266"/>
                </a:lnTo>
                <a:lnTo>
                  <a:pt x="645" y="267"/>
                </a:lnTo>
                <a:lnTo>
                  <a:pt x="645" y="268"/>
                </a:lnTo>
                <a:lnTo>
                  <a:pt x="645" y="269"/>
                </a:lnTo>
                <a:lnTo>
                  <a:pt x="646" y="269"/>
                </a:lnTo>
                <a:lnTo>
                  <a:pt x="646" y="270"/>
                </a:lnTo>
                <a:lnTo>
                  <a:pt x="647" y="270"/>
                </a:lnTo>
                <a:lnTo>
                  <a:pt x="647" y="271"/>
                </a:lnTo>
                <a:lnTo>
                  <a:pt x="647" y="273"/>
                </a:lnTo>
                <a:lnTo>
                  <a:pt x="648" y="274"/>
                </a:lnTo>
                <a:lnTo>
                  <a:pt x="649" y="276"/>
                </a:lnTo>
                <a:lnTo>
                  <a:pt x="649" y="277"/>
                </a:lnTo>
                <a:lnTo>
                  <a:pt x="649" y="278"/>
                </a:lnTo>
                <a:lnTo>
                  <a:pt x="649" y="279"/>
                </a:lnTo>
                <a:lnTo>
                  <a:pt x="650" y="279"/>
                </a:lnTo>
                <a:lnTo>
                  <a:pt x="650" y="280"/>
                </a:lnTo>
                <a:lnTo>
                  <a:pt x="651" y="280"/>
                </a:lnTo>
                <a:lnTo>
                  <a:pt x="651" y="281"/>
                </a:lnTo>
                <a:lnTo>
                  <a:pt x="651" y="282"/>
                </a:lnTo>
                <a:lnTo>
                  <a:pt x="652" y="282"/>
                </a:lnTo>
                <a:lnTo>
                  <a:pt x="653" y="283"/>
                </a:lnTo>
                <a:lnTo>
                  <a:pt x="654" y="283"/>
                </a:lnTo>
                <a:lnTo>
                  <a:pt x="655" y="283"/>
                </a:lnTo>
                <a:lnTo>
                  <a:pt x="656" y="283"/>
                </a:lnTo>
                <a:lnTo>
                  <a:pt x="657" y="283"/>
                </a:lnTo>
                <a:lnTo>
                  <a:pt x="657" y="282"/>
                </a:lnTo>
                <a:lnTo>
                  <a:pt x="658" y="282"/>
                </a:lnTo>
                <a:lnTo>
                  <a:pt x="659" y="282"/>
                </a:lnTo>
                <a:lnTo>
                  <a:pt x="660" y="282"/>
                </a:lnTo>
                <a:lnTo>
                  <a:pt x="660" y="283"/>
                </a:lnTo>
                <a:lnTo>
                  <a:pt x="661" y="284"/>
                </a:lnTo>
                <a:lnTo>
                  <a:pt x="662" y="284"/>
                </a:lnTo>
                <a:lnTo>
                  <a:pt x="663" y="284"/>
                </a:lnTo>
                <a:lnTo>
                  <a:pt x="664" y="284"/>
                </a:lnTo>
                <a:lnTo>
                  <a:pt x="664" y="285"/>
                </a:lnTo>
                <a:lnTo>
                  <a:pt x="665" y="285"/>
                </a:lnTo>
                <a:lnTo>
                  <a:pt x="666" y="285"/>
                </a:lnTo>
                <a:lnTo>
                  <a:pt x="667" y="284"/>
                </a:lnTo>
                <a:lnTo>
                  <a:pt x="668" y="283"/>
                </a:lnTo>
                <a:lnTo>
                  <a:pt x="669" y="283"/>
                </a:lnTo>
                <a:lnTo>
                  <a:pt x="670" y="283"/>
                </a:lnTo>
                <a:lnTo>
                  <a:pt x="672" y="283"/>
                </a:lnTo>
                <a:lnTo>
                  <a:pt x="673" y="283"/>
                </a:lnTo>
                <a:lnTo>
                  <a:pt x="673" y="282"/>
                </a:lnTo>
                <a:lnTo>
                  <a:pt x="674" y="282"/>
                </a:lnTo>
                <a:lnTo>
                  <a:pt x="674" y="281"/>
                </a:lnTo>
                <a:lnTo>
                  <a:pt x="674" y="282"/>
                </a:lnTo>
                <a:lnTo>
                  <a:pt x="675" y="282"/>
                </a:lnTo>
                <a:lnTo>
                  <a:pt x="676" y="282"/>
                </a:lnTo>
                <a:lnTo>
                  <a:pt x="677" y="281"/>
                </a:lnTo>
                <a:lnTo>
                  <a:pt x="677" y="280"/>
                </a:lnTo>
                <a:lnTo>
                  <a:pt x="679" y="280"/>
                </a:lnTo>
                <a:lnTo>
                  <a:pt x="679" y="281"/>
                </a:lnTo>
                <a:lnTo>
                  <a:pt x="680" y="281"/>
                </a:lnTo>
                <a:lnTo>
                  <a:pt x="681" y="281"/>
                </a:lnTo>
                <a:lnTo>
                  <a:pt x="681" y="280"/>
                </a:lnTo>
                <a:lnTo>
                  <a:pt x="682" y="280"/>
                </a:lnTo>
                <a:lnTo>
                  <a:pt x="683" y="280"/>
                </a:lnTo>
                <a:lnTo>
                  <a:pt x="683" y="279"/>
                </a:lnTo>
                <a:lnTo>
                  <a:pt x="684" y="279"/>
                </a:lnTo>
                <a:lnTo>
                  <a:pt x="685" y="278"/>
                </a:lnTo>
                <a:lnTo>
                  <a:pt x="685" y="277"/>
                </a:lnTo>
                <a:lnTo>
                  <a:pt x="685" y="276"/>
                </a:lnTo>
                <a:lnTo>
                  <a:pt x="685" y="274"/>
                </a:lnTo>
                <a:lnTo>
                  <a:pt x="685" y="273"/>
                </a:lnTo>
                <a:lnTo>
                  <a:pt x="684" y="273"/>
                </a:lnTo>
                <a:lnTo>
                  <a:pt x="684" y="272"/>
                </a:lnTo>
                <a:lnTo>
                  <a:pt x="683" y="271"/>
                </a:lnTo>
                <a:lnTo>
                  <a:pt x="683" y="270"/>
                </a:lnTo>
                <a:lnTo>
                  <a:pt x="684" y="270"/>
                </a:lnTo>
                <a:lnTo>
                  <a:pt x="684" y="269"/>
                </a:lnTo>
                <a:lnTo>
                  <a:pt x="684" y="268"/>
                </a:lnTo>
                <a:lnTo>
                  <a:pt x="683" y="268"/>
                </a:lnTo>
                <a:lnTo>
                  <a:pt x="683" y="267"/>
                </a:lnTo>
                <a:lnTo>
                  <a:pt x="684" y="267"/>
                </a:lnTo>
                <a:lnTo>
                  <a:pt x="685" y="266"/>
                </a:lnTo>
                <a:lnTo>
                  <a:pt x="685" y="265"/>
                </a:lnTo>
                <a:lnTo>
                  <a:pt x="684" y="265"/>
                </a:lnTo>
                <a:lnTo>
                  <a:pt x="684" y="264"/>
                </a:lnTo>
                <a:lnTo>
                  <a:pt x="684" y="263"/>
                </a:lnTo>
                <a:lnTo>
                  <a:pt x="683" y="262"/>
                </a:lnTo>
                <a:lnTo>
                  <a:pt x="684" y="262"/>
                </a:lnTo>
                <a:lnTo>
                  <a:pt x="684" y="261"/>
                </a:lnTo>
                <a:lnTo>
                  <a:pt x="683" y="260"/>
                </a:lnTo>
                <a:lnTo>
                  <a:pt x="683" y="259"/>
                </a:lnTo>
                <a:lnTo>
                  <a:pt x="683" y="258"/>
                </a:lnTo>
                <a:lnTo>
                  <a:pt x="684" y="257"/>
                </a:lnTo>
                <a:lnTo>
                  <a:pt x="685" y="257"/>
                </a:lnTo>
                <a:lnTo>
                  <a:pt x="685" y="256"/>
                </a:lnTo>
                <a:lnTo>
                  <a:pt x="686" y="256"/>
                </a:lnTo>
                <a:lnTo>
                  <a:pt x="687" y="255"/>
                </a:lnTo>
                <a:lnTo>
                  <a:pt x="688" y="255"/>
                </a:lnTo>
                <a:lnTo>
                  <a:pt x="689" y="255"/>
                </a:lnTo>
                <a:lnTo>
                  <a:pt x="689" y="256"/>
                </a:lnTo>
                <a:lnTo>
                  <a:pt x="690" y="256"/>
                </a:lnTo>
                <a:lnTo>
                  <a:pt x="690" y="257"/>
                </a:lnTo>
                <a:lnTo>
                  <a:pt x="692" y="257"/>
                </a:lnTo>
                <a:lnTo>
                  <a:pt x="692" y="256"/>
                </a:lnTo>
                <a:lnTo>
                  <a:pt x="693" y="256"/>
                </a:lnTo>
                <a:lnTo>
                  <a:pt x="694" y="257"/>
                </a:lnTo>
                <a:lnTo>
                  <a:pt x="695" y="257"/>
                </a:lnTo>
                <a:lnTo>
                  <a:pt x="696" y="257"/>
                </a:lnTo>
                <a:lnTo>
                  <a:pt x="697" y="257"/>
                </a:lnTo>
                <a:lnTo>
                  <a:pt x="699" y="256"/>
                </a:lnTo>
                <a:lnTo>
                  <a:pt x="700" y="255"/>
                </a:lnTo>
                <a:lnTo>
                  <a:pt x="701" y="255"/>
                </a:lnTo>
                <a:lnTo>
                  <a:pt x="701" y="254"/>
                </a:lnTo>
                <a:lnTo>
                  <a:pt x="701" y="253"/>
                </a:lnTo>
                <a:lnTo>
                  <a:pt x="702" y="252"/>
                </a:lnTo>
                <a:lnTo>
                  <a:pt x="703" y="252"/>
                </a:lnTo>
                <a:lnTo>
                  <a:pt x="703" y="253"/>
                </a:lnTo>
                <a:lnTo>
                  <a:pt x="703" y="252"/>
                </a:lnTo>
                <a:lnTo>
                  <a:pt x="704" y="252"/>
                </a:lnTo>
                <a:lnTo>
                  <a:pt x="705" y="252"/>
                </a:lnTo>
                <a:lnTo>
                  <a:pt x="705" y="251"/>
                </a:lnTo>
                <a:lnTo>
                  <a:pt x="706" y="250"/>
                </a:lnTo>
                <a:lnTo>
                  <a:pt x="706" y="249"/>
                </a:lnTo>
                <a:lnTo>
                  <a:pt x="707" y="249"/>
                </a:lnTo>
                <a:lnTo>
                  <a:pt x="708" y="249"/>
                </a:lnTo>
                <a:lnTo>
                  <a:pt x="709" y="249"/>
                </a:lnTo>
                <a:lnTo>
                  <a:pt x="710" y="249"/>
                </a:lnTo>
                <a:lnTo>
                  <a:pt x="711" y="250"/>
                </a:lnTo>
                <a:lnTo>
                  <a:pt x="712" y="250"/>
                </a:lnTo>
                <a:lnTo>
                  <a:pt x="713" y="249"/>
                </a:lnTo>
                <a:lnTo>
                  <a:pt x="714" y="249"/>
                </a:lnTo>
                <a:lnTo>
                  <a:pt x="714" y="250"/>
                </a:lnTo>
                <a:lnTo>
                  <a:pt x="715" y="250"/>
                </a:lnTo>
                <a:lnTo>
                  <a:pt x="717" y="249"/>
                </a:lnTo>
                <a:lnTo>
                  <a:pt x="718" y="249"/>
                </a:lnTo>
                <a:lnTo>
                  <a:pt x="719" y="249"/>
                </a:lnTo>
                <a:lnTo>
                  <a:pt x="720" y="249"/>
                </a:lnTo>
                <a:lnTo>
                  <a:pt x="721" y="249"/>
                </a:lnTo>
                <a:lnTo>
                  <a:pt x="722" y="249"/>
                </a:lnTo>
                <a:lnTo>
                  <a:pt x="723" y="249"/>
                </a:lnTo>
                <a:lnTo>
                  <a:pt x="723" y="250"/>
                </a:lnTo>
                <a:lnTo>
                  <a:pt x="724" y="250"/>
                </a:lnTo>
                <a:lnTo>
                  <a:pt x="724" y="249"/>
                </a:lnTo>
                <a:lnTo>
                  <a:pt x="725" y="249"/>
                </a:lnTo>
                <a:lnTo>
                  <a:pt x="726" y="249"/>
                </a:lnTo>
                <a:lnTo>
                  <a:pt x="727" y="249"/>
                </a:lnTo>
                <a:lnTo>
                  <a:pt x="727" y="248"/>
                </a:lnTo>
                <a:lnTo>
                  <a:pt x="727" y="249"/>
                </a:lnTo>
                <a:lnTo>
                  <a:pt x="728" y="249"/>
                </a:lnTo>
                <a:lnTo>
                  <a:pt x="729" y="249"/>
                </a:lnTo>
                <a:lnTo>
                  <a:pt x="730" y="249"/>
                </a:lnTo>
                <a:lnTo>
                  <a:pt x="731" y="248"/>
                </a:lnTo>
                <a:lnTo>
                  <a:pt x="731" y="247"/>
                </a:lnTo>
                <a:lnTo>
                  <a:pt x="732" y="247"/>
                </a:lnTo>
                <a:lnTo>
                  <a:pt x="733" y="247"/>
                </a:lnTo>
                <a:lnTo>
                  <a:pt x="734" y="247"/>
                </a:lnTo>
                <a:lnTo>
                  <a:pt x="735" y="246"/>
                </a:lnTo>
                <a:lnTo>
                  <a:pt x="735" y="245"/>
                </a:lnTo>
                <a:lnTo>
                  <a:pt x="734" y="245"/>
                </a:lnTo>
                <a:lnTo>
                  <a:pt x="734" y="244"/>
                </a:lnTo>
                <a:lnTo>
                  <a:pt x="735" y="243"/>
                </a:lnTo>
                <a:lnTo>
                  <a:pt x="736" y="243"/>
                </a:lnTo>
                <a:lnTo>
                  <a:pt x="736" y="242"/>
                </a:lnTo>
                <a:lnTo>
                  <a:pt x="735" y="242"/>
                </a:lnTo>
                <a:lnTo>
                  <a:pt x="735" y="241"/>
                </a:lnTo>
                <a:lnTo>
                  <a:pt x="734" y="241"/>
                </a:lnTo>
                <a:lnTo>
                  <a:pt x="734" y="240"/>
                </a:lnTo>
                <a:lnTo>
                  <a:pt x="735" y="240"/>
                </a:lnTo>
                <a:lnTo>
                  <a:pt x="736" y="240"/>
                </a:lnTo>
                <a:lnTo>
                  <a:pt x="737" y="240"/>
                </a:lnTo>
                <a:lnTo>
                  <a:pt x="738" y="239"/>
                </a:lnTo>
                <a:lnTo>
                  <a:pt x="738" y="238"/>
                </a:lnTo>
                <a:lnTo>
                  <a:pt x="739" y="238"/>
                </a:lnTo>
                <a:lnTo>
                  <a:pt x="740" y="237"/>
                </a:lnTo>
                <a:lnTo>
                  <a:pt x="741" y="237"/>
                </a:lnTo>
                <a:lnTo>
                  <a:pt x="741" y="236"/>
                </a:lnTo>
                <a:lnTo>
                  <a:pt x="742" y="236"/>
                </a:lnTo>
                <a:lnTo>
                  <a:pt x="742" y="235"/>
                </a:lnTo>
                <a:lnTo>
                  <a:pt x="742" y="236"/>
                </a:lnTo>
                <a:lnTo>
                  <a:pt x="743" y="236"/>
                </a:lnTo>
                <a:lnTo>
                  <a:pt x="744" y="236"/>
                </a:lnTo>
                <a:lnTo>
                  <a:pt x="744" y="235"/>
                </a:lnTo>
                <a:lnTo>
                  <a:pt x="745" y="235"/>
                </a:lnTo>
                <a:lnTo>
                  <a:pt x="746" y="234"/>
                </a:lnTo>
                <a:lnTo>
                  <a:pt x="747" y="234"/>
                </a:lnTo>
                <a:lnTo>
                  <a:pt x="747" y="235"/>
                </a:lnTo>
                <a:lnTo>
                  <a:pt x="748" y="235"/>
                </a:lnTo>
                <a:lnTo>
                  <a:pt x="748" y="234"/>
                </a:lnTo>
                <a:lnTo>
                  <a:pt x="749" y="234"/>
                </a:lnTo>
                <a:lnTo>
                  <a:pt x="750" y="234"/>
                </a:lnTo>
                <a:lnTo>
                  <a:pt x="751" y="234"/>
                </a:lnTo>
                <a:lnTo>
                  <a:pt x="752" y="234"/>
                </a:lnTo>
                <a:lnTo>
                  <a:pt x="752" y="235"/>
                </a:lnTo>
                <a:lnTo>
                  <a:pt x="753" y="236"/>
                </a:lnTo>
                <a:lnTo>
                  <a:pt x="753" y="237"/>
                </a:lnTo>
                <a:lnTo>
                  <a:pt x="753" y="236"/>
                </a:lnTo>
                <a:lnTo>
                  <a:pt x="754" y="236"/>
                </a:lnTo>
                <a:lnTo>
                  <a:pt x="754" y="237"/>
                </a:lnTo>
                <a:lnTo>
                  <a:pt x="754" y="238"/>
                </a:lnTo>
                <a:lnTo>
                  <a:pt x="753" y="238"/>
                </a:lnTo>
                <a:lnTo>
                  <a:pt x="753" y="239"/>
                </a:lnTo>
                <a:lnTo>
                  <a:pt x="754" y="239"/>
                </a:lnTo>
                <a:lnTo>
                  <a:pt x="755" y="239"/>
                </a:lnTo>
                <a:lnTo>
                  <a:pt x="755" y="240"/>
                </a:lnTo>
                <a:lnTo>
                  <a:pt x="756" y="240"/>
                </a:lnTo>
                <a:lnTo>
                  <a:pt x="756" y="241"/>
                </a:lnTo>
                <a:lnTo>
                  <a:pt x="756" y="242"/>
                </a:lnTo>
                <a:lnTo>
                  <a:pt x="756" y="243"/>
                </a:lnTo>
                <a:lnTo>
                  <a:pt x="756" y="244"/>
                </a:lnTo>
                <a:lnTo>
                  <a:pt x="756" y="245"/>
                </a:lnTo>
                <a:lnTo>
                  <a:pt x="756" y="246"/>
                </a:lnTo>
                <a:lnTo>
                  <a:pt x="755" y="246"/>
                </a:lnTo>
                <a:lnTo>
                  <a:pt x="755" y="247"/>
                </a:lnTo>
                <a:lnTo>
                  <a:pt x="755" y="249"/>
                </a:lnTo>
                <a:lnTo>
                  <a:pt x="756" y="250"/>
                </a:lnTo>
                <a:lnTo>
                  <a:pt x="756" y="251"/>
                </a:lnTo>
                <a:lnTo>
                  <a:pt x="757" y="251"/>
                </a:lnTo>
                <a:lnTo>
                  <a:pt x="758" y="252"/>
                </a:lnTo>
                <a:lnTo>
                  <a:pt x="759" y="252"/>
                </a:lnTo>
                <a:lnTo>
                  <a:pt x="759" y="253"/>
                </a:lnTo>
                <a:lnTo>
                  <a:pt x="760" y="253"/>
                </a:lnTo>
                <a:lnTo>
                  <a:pt x="761" y="253"/>
                </a:lnTo>
                <a:lnTo>
                  <a:pt x="762" y="253"/>
                </a:lnTo>
                <a:lnTo>
                  <a:pt x="763" y="253"/>
                </a:lnTo>
                <a:lnTo>
                  <a:pt x="763" y="252"/>
                </a:lnTo>
                <a:lnTo>
                  <a:pt x="764" y="252"/>
                </a:lnTo>
                <a:lnTo>
                  <a:pt x="764" y="251"/>
                </a:lnTo>
                <a:lnTo>
                  <a:pt x="764" y="250"/>
                </a:lnTo>
                <a:lnTo>
                  <a:pt x="765" y="249"/>
                </a:lnTo>
                <a:lnTo>
                  <a:pt x="766" y="249"/>
                </a:lnTo>
                <a:lnTo>
                  <a:pt x="767" y="249"/>
                </a:lnTo>
                <a:lnTo>
                  <a:pt x="768" y="248"/>
                </a:lnTo>
                <a:lnTo>
                  <a:pt x="768" y="247"/>
                </a:lnTo>
                <a:lnTo>
                  <a:pt x="768" y="245"/>
                </a:lnTo>
                <a:lnTo>
                  <a:pt x="769" y="245"/>
                </a:lnTo>
                <a:lnTo>
                  <a:pt x="769" y="244"/>
                </a:lnTo>
                <a:lnTo>
                  <a:pt x="770" y="244"/>
                </a:lnTo>
                <a:lnTo>
                  <a:pt x="770" y="243"/>
                </a:lnTo>
                <a:lnTo>
                  <a:pt x="771" y="243"/>
                </a:lnTo>
                <a:lnTo>
                  <a:pt x="771" y="244"/>
                </a:lnTo>
                <a:lnTo>
                  <a:pt x="771" y="243"/>
                </a:lnTo>
                <a:lnTo>
                  <a:pt x="771" y="242"/>
                </a:lnTo>
                <a:lnTo>
                  <a:pt x="772" y="242"/>
                </a:lnTo>
                <a:lnTo>
                  <a:pt x="773" y="242"/>
                </a:lnTo>
                <a:lnTo>
                  <a:pt x="774" y="242"/>
                </a:lnTo>
                <a:lnTo>
                  <a:pt x="775" y="242"/>
                </a:lnTo>
                <a:lnTo>
                  <a:pt x="776" y="242"/>
                </a:lnTo>
                <a:lnTo>
                  <a:pt x="777" y="242"/>
                </a:lnTo>
                <a:lnTo>
                  <a:pt x="778" y="241"/>
                </a:lnTo>
                <a:lnTo>
                  <a:pt x="778" y="240"/>
                </a:lnTo>
                <a:lnTo>
                  <a:pt x="779" y="240"/>
                </a:lnTo>
                <a:lnTo>
                  <a:pt x="779" y="239"/>
                </a:lnTo>
                <a:lnTo>
                  <a:pt x="779" y="238"/>
                </a:lnTo>
                <a:lnTo>
                  <a:pt x="780" y="238"/>
                </a:lnTo>
                <a:lnTo>
                  <a:pt x="780" y="237"/>
                </a:lnTo>
                <a:lnTo>
                  <a:pt x="781" y="237"/>
                </a:lnTo>
                <a:lnTo>
                  <a:pt x="781" y="236"/>
                </a:lnTo>
                <a:lnTo>
                  <a:pt x="782" y="236"/>
                </a:lnTo>
                <a:lnTo>
                  <a:pt x="782" y="235"/>
                </a:lnTo>
                <a:lnTo>
                  <a:pt x="782" y="234"/>
                </a:lnTo>
                <a:lnTo>
                  <a:pt x="782" y="233"/>
                </a:lnTo>
                <a:lnTo>
                  <a:pt x="783" y="233"/>
                </a:lnTo>
                <a:lnTo>
                  <a:pt x="783" y="232"/>
                </a:lnTo>
                <a:lnTo>
                  <a:pt x="784" y="232"/>
                </a:lnTo>
                <a:lnTo>
                  <a:pt x="785" y="232"/>
                </a:lnTo>
                <a:lnTo>
                  <a:pt x="785" y="231"/>
                </a:lnTo>
                <a:lnTo>
                  <a:pt x="786" y="231"/>
                </a:lnTo>
                <a:lnTo>
                  <a:pt x="786" y="232"/>
                </a:lnTo>
                <a:lnTo>
                  <a:pt x="787" y="232"/>
                </a:lnTo>
                <a:lnTo>
                  <a:pt x="787" y="233"/>
                </a:lnTo>
                <a:lnTo>
                  <a:pt x="786" y="234"/>
                </a:lnTo>
                <a:lnTo>
                  <a:pt x="787" y="235"/>
                </a:lnTo>
                <a:lnTo>
                  <a:pt x="787" y="236"/>
                </a:lnTo>
                <a:lnTo>
                  <a:pt x="787" y="237"/>
                </a:lnTo>
                <a:lnTo>
                  <a:pt x="786" y="239"/>
                </a:lnTo>
                <a:lnTo>
                  <a:pt x="785" y="240"/>
                </a:lnTo>
                <a:lnTo>
                  <a:pt x="784" y="241"/>
                </a:lnTo>
                <a:lnTo>
                  <a:pt x="785" y="241"/>
                </a:lnTo>
                <a:lnTo>
                  <a:pt x="785" y="242"/>
                </a:lnTo>
                <a:lnTo>
                  <a:pt x="786" y="242"/>
                </a:lnTo>
                <a:lnTo>
                  <a:pt x="787" y="244"/>
                </a:lnTo>
                <a:lnTo>
                  <a:pt x="787" y="245"/>
                </a:lnTo>
                <a:lnTo>
                  <a:pt x="788" y="245"/>
                </a:lnTo>
                <a:lnTo>
                  <a:pt x="788" y="246"/>
                </a:lnTo>
                <a:lnTo>
                  <a:pt x="789" y="246"/>
                </a:lnTo>
                <a:lnTo>
                  <a:pt x="788" y="247"/>
                </a:lnTo>
                <a:lnTo>
                  <a:pt x="787" y="247"/>
                </a:lnTo>
                <a:lnTo>
                  <a:pt x="787" y="248"/>
                </a:lnTo>
                <a:lnTo>
                  <a:pt x="787" y="249"/>
                </a:lnTo>
                <a:lnTo>
                  <a:pt x="788" y="249"/>
                </a:lnTo>
                <a:lnTo>
                  <a:pt x="788" y="250"/>
                </a:lnTo>
                <a:lnTo>
                  <a:pt x="789" y="251"/>
                </a:lnTo>
                <a:lnTo>
                  <a:pt x="788" y="251"/>
                </a:lnTo>
                <a:lnTo>
                  <a:pt x="787" y="252"/>
                </a:lnTo>
                <a:lnTo>
                  <a:pt x="787" y="253"/>
                </a:lnTo>
                <a:lnTo>
                  <a:pt x="788" y="254"/>
                </a:lnTo>
                <a:lnTo>
                  <a:pt x="788" y="255"/>
                </a:lnTo>
                <a:lnTo>
                  <a:pt x="788" y="256"/>
                </a:lnTo>
                <a:lnTo>
                  <a:pt x="789" y="257"/>
                </a:lnTo>
                <a:lnTo>
                  <a:pt x="789" y="258"/>
                </a:lnTo>
                <a:lnTo>
                  <a:pt x="788" y="259"/>
                </a:lnTo>
                <a:lnTo>
                  <a:pt x="789" y="259"/>
                </a:lnTo>
                <a:lnTo>
                  <a:pt x="789" y="260"/>
                </a:lnTo>
                <a:lnTo>
                  <a:pt x="790" y="260"/>
                </a:lnTo>
                <a:lnTo>
                  <a:pt x="790" y="261"/>
                </a:lnTo>
                <a:lnTo>
                  <a:pt x="791" y="261"/>
                </a:lnTo>
                <a:lnTo>
                  <a:pt x="791" y="262"/>
                </a:lnTo>
                <a:lnTo>
                  <a:pt x="792" y="262"/>
                </a:lnTo>
                <a:lnTo>
                  <a:pt x="792" y="263"/>
                </a:lnTo>
                <a:lnTo>
                  <a:pt x="791" y="264"/>
                </a:lnTo>
                <a:lnTo>
                  <a:pt x="791" y="265"/>
                </a:lnTo>
                <a:lnTo>
                  <a:pt x="791" y="266"/>
                </a:lnTo>
                <a:lnTo>
                  <a:pt x="790" y="266"/>
                </a:lnTo>
                <a:lnTo>
                  <a:pt x="790" y="267"/>
                </a:lnTo>
                <a:lnTo>
                  <a:pt x="790" y="268"/>
                </a:lnTo>
                <a:lnTo>
                  <a:pt x="790" y="269"/>
                </a:lnTo>
                <a:lnTo>
                  <a:pt x="790" y="270"/>
                </a:lnTo>
                <a:lnTo>
                  <a:pt x="791" y="270"/>
                </a:lnTo>
                <a:lnTo>
                  <a:pt x="791" y="271"/>
                </a:lnTo>
                <a:lnTo>
                  <a:pt x="791" y="272"/>
                </a:lnTo>
                <a:lnTo>
                  <a:pt x="792" y="272"/>
                </a:lnTo>
                <a:lnTo>
                  <a:pt x="794" y="273"/>
                </a:lnTo>
                <a:lnTo>
                  <a:pt x="795" y="273"/>
                </a:lnTo>
                <a:lnTo>
                  <a:pt x="796" y="272"/>
                </a:lnTo>
                <a:lnTo>
                  <a:pt x="797" y="272"/>
                </a:lnTo>
                <a:lnTo>
                  <a:pt x="798" y="272"/>
                </a:lnTo>
                <a:lnTo>
                  <a:pt x="799" y="273"/>
                </a:lnTo>
                <a:lnTo>
                  <a:pt x="800" y="274"/>
                </a:lnTo>
                <a:lnTo>
                  <a:pt x="801" y="274"/>
                </a:lnTo>
                <a:lnTo>
                  <a:pt x="802" y="274"/>
                </a:lnTo>
                <a:lnTo>
                  <a:pt x="803" y="274"/>
                </a:lnTo>
                <a:lnTo>
                  <a:pt x="803" y="275"/>
                </a:lnTo>
                <a:lnTo>
                  <a:pt x="804" y="275"/>
                </a:lnTo>
                <a:lnTo>
                  <a:pt x="804" y="274"/>
                </a:lnTo>
                <a:lnTo>
                  <a:pt x="805" y="274"/>
                </a:lnTo>
                <a:lnTo>
                  <a:pt x="806" y="275"/>
                </a:lnTo>
                <a:lnTo>
                  <a:pt x="807" y="275"/>
                </a:lnTo>
                <a:lnTo>
                  <a:pt x="807" y="276"/>
                </a:lnTo>
                <a:lnTo>
                  <a:pt x="808" y="276"/>
                </a:lnTo>
                <a:lnTo>
                  <a:pt x="808" y="275"/>
                </a:lnTo>
                <a:lnTo>
                  <a:pt x="809" y="275"/>
                </a:lnTo>
                <a:lnTo>
                  <a:pt x="810" y="275"/>
                </a:lnTo>
                <a:lnTo>
                  <a:pt x="811" y="275"/>
                </a:lnTo>
                <a:lnTo>
                  <a:pt x="811" y="276"/>
                </a:lnTo>
                <a:lnTo>
                  <a:pt x="811" y="277"/>
                </a:lnTo>
                <a:lnTo>
                  <a:pt x="810" y="278"/>
                </a:lnTo>
                <a:lnTo>
                  <a:pt x="810" y="279"/>
                </a:lnTo>
                <a:lnTo>
                  <a:pt x="811" y="279"/>
                </a:lnTo>
                <a:lnTo>
                  <a:pt x="812" y="279"/>
                </a:lnTo>
                <a:lnTo>
                  <a:pt x="813" y="279"/>
                </a:lnTo>
                <a:lnTo>
                  <a:pt x="814" y="279"/>
                </a:lnTo>
                <a:lnTo>
                  <a:pt x="814" y="280"/>
                </a:lnTo>
                <a:lnTo>
                  <a:pt x="815" y="280"/>
                </a:lnTo>
                <a:lnTo>
                  <a:pt x="815" y="281"/>
                </a:lnTo>
                <a:lnTo>
                  <a:pt x="816" y="281"/>
                </a:lnTo>
                <a:lnTo>
                  <a:pt x="817" y="281"/>
                </a:lnTo>
                <a:lnTo>
                  <a:pt x="818" y="281"/>
                </a:lnTo>
                <a:lnTo>
                  <a:pt x="819" y="281"/>
                </a:lnTo>
                <a:lnTo>
                  <a:pt x="820" y="281"/>
                </a:lnTo>
                <a:lnTo>
                  <a:pt x="820" y="282"/>
                </a:lnTo>
                <a:lnTo>
                  <a:pt x="820" y="283"/>
                </a:lnTo>
                <a:lnTo>
                  <a:pt x="821" y="283"/>
                </a:lnTo>
                <a:lnTo>
                  <a:pt x="822" y="283"/>
                </a:lnTo>
                <a:lnTo>
                  <a:pt x="823" y="284"/>
                </a:lnTo>
                <a:lnTo>
                  <a:pt x="824" y="285"/>
                </a:lnTo>
                <a:lnTo>
                  <a:pt x="825" y="285"/>
                </a:lnTo>
                <a:lnTo>
                  <a:pt x="826" y="285"/>
                </a:lnTo>
                <a:lnTo>
                  <a:pt x="826" y="286"/>
                </a:lnTo>
                <a:lnTo>
                  <a:pt x="826" y="287"/>
                </a:lnTo>
                <a:lnTo>
                  <a:pt x="827" y="287"/>
                </a:lnTo>
                <a:lnTo>
                  <a:pt x="828" y="287"/>
                </a:lnTo>
                <a:lnTo>
                  <a:pt x="828" y="288"/>
                </a:lnTo>
                <a:lnTo>
                  <a:pt x="829" y="289"/>
                </a:lnTo>
                <a:lnTo>
                  <a:pt x="829" y="290"/>
                </a:lnTo>
                <a:lnTo>
                  <a:pt x="830" y="291"/>
                </a:lnTo>
                <a:lnTo>
                  <a:pt x="830" y="292"/>
                </a:lnTo>
                <a:lnTo>
                  <a:pt x="830" y="293"/>
                </a:lnTo>
                <a:lnTo>
                  <a:pt x="831" y="293"/>
                </a:lnTo>
                <a:lnTo>
                  <a:pt x="832" y="294"/>
                </a:lnTo>
                <a:lnTo>
                  <a:pt x="833" y="294"/>
                </a:lnTo>
                <a:lnTo>
                  <a:pt x="834" y="294"/>
                </a:lnTo>
                <a:lnTo>
                  <a:pt x="835" y="294"/>
                </a:lnTo>
                <a:lnTo>
                  <a:pt x="836" y="294"/>
                </a:lnTo>
                <a:lnTo>
                  <a:pt x="836" y="293"/>
                </a:lnTo>
                <a:lnTo>
                  <a:pt x="837" y="292"/>
                </a:lnTo>
                <a:lnTo>
                  <a:pt x="838" y="291"/>
                </a:lnTo>
                <a:lnTo>
                  <a:pt x="839" y="290"/>
                </a:lnTo>
                <a:lnTo>
                  <a:pt x="840" y="290"/>
                </a:lnTo>
                <a:lnTo>
                  <a:pt x="840" y="289"/>
                </a:lnTo>
                <a:lnTo>
                  <a:pt x="841" y="289"/>
                </a:lnTo>
                <a:lnTo>
                  <a:pt x="842" y="289"/>
                </a:lnTo>
                <a:lnTo>
                  <a:pt x="843" y="288"/>
                </a:lnTo>
                <a:lnTo>
                  <a:pt x="844" y="287"/>
                </a:lnTo>
                <a:lnTo>
                  <a:pt x="845" y="287"/>
                </a:lnTo>
                <a:lnTo>
                  <a:pt x="846" y="287"/>
                </a:lnTo>
                <a:lnTo>
                  <a:pt x="847" y="287"/>
                </a:lnTo>
                <a:lnTo>
                  <a:pt x="848" y="288"/>
                </a:lnTo>
                <a:lnTo>
                  <a:pt x="849" y="288"/>
                </a:lnTo>
                <a:lnTo>
                  <a:pt x="849" y="289"/>
                </a:lnTo>
                <a:lnTo>
                  <a:pt x="850" y="289"/>
                </a:lnTo>
                <a:lnTo>
                  <a:pt x="851" y="290"/>
                </a:lnTo>
                <a:lnTo>
                  <a:pt x="852" y="291"/>
                </a:lnTo>
                <a:lnTo>
                  <a:pt x="853" y="292"/>
                </a:lnTo>
                <a:lnTo>
                  <a:pt x="853" y="293"/>
                </a:lnTo>
                <a:lnTo>
                  <a:pt x="854" y="293"/>
                </a:lnTo>
                <a:lnTo>
                  <a:pt x="855" y="293"/>
                </a:lnTo>
                <a:lnTo>
                  <a:pt x="856" y="293"/>
                </a:lnTo>
                <a:lnTo>
                  <a:pt x="856" y="294"/>
                </a:lnTo>
                <a:lnTo>
                  <a:pt x="855" y="294"/>
                </a:lnTo>
                <a:lnTo>
                  <a:pt x="856" y="294"/>
                </a:lnTo>
                <a:lnTo>
                  <a:pt x="856" y="295"/>
                </a:lnTo>
                <a:lnTo>
                  <a:pt x="857" y="295"/>
                </a:lnTo>
                <a:lnTo>
                  <a:pt x="858" y="295"/>
                </a:lnTo>
                <a:lnTo>
                  <a:pt x="859" y="295"/>
                </a:lnTo>
                <a:lnTo>
                  <a:pt x="859" y="294"/>
                </a:lnTo>
                <a:lnTo>
                  <a:pt x="860" y="294"/>
                </a:lnTo>
                <a:lnTo>
                  <a:pt x="860" y="293"/>
                </a:lnTo>
                <a:lnTo>
                  <a:pt x="861" y="293"/>
                </a:lnTo>
                <a:lnTo>
                  <a:pt x="861" y="294"/>
                </a:lnTo>
                <a:lnTo>
                  <a:pt x="862" y="294"/>
                </a:lnTo>
                <a:lnTo>
                  <a:pt x="862" y="293"/>
                </a:lnTo>
                <a:lnTo>
                  <a:pt x="863" y="293"/>
                </a:lnTo>
                <a:lnTo>
                  <a:pt x="863" y="292"/>
                </a:lnTo>
                <a:lnTo>
                  <a:pt x="864" y="292"/>
                </a:lnTo>
                <a:lnTo>
                  <a:pt x="865" y="292"/>
                </a:lnTo>
                <a:lnTo>
                  <a:pt x="865" y="291"/>
                </a:lnTo>
                <a:lnTo>
                  <a:pt x="866" y="291"/>
                </a:lnTo>
                <a:lnTo>
                  <a:pt x="865" y="291"/>
                </a:lnTo>
                <a:lnTo>
                  <a:pt x="865" y="290"/>
                </a:lnTo>
                <a:lnTo>
                  <a:pt x="866" y="290"/>
                </a:lnTo>
                <a:lnTo>
                  <a:pt x="867" y="290"/>
                </a:lnTo>
                <a:lnTo>
                  <a:pt x="868" y="291"/>
                </a:lnTo>
                <a:lnTo>
                  <a:pt x="870" y="291"/>
                </a:lnTo>
                <a:lnTo>
                  <a:pt x="871" y="291"/>
                </a:lnTo>
                <a:lnTo>
                  <a:pt x="871" y="290"/>
                </a:lnTo>
                <a:lnTo>
                  <a:pt x="870" y="290"/>
                </a:lnTo>
                <a:lnTo>
                  <a:pt x="871" y="290"/>
                </a:lnTo>
                <a:lnTo>
                  <a:pt x="872" y="290"/>
                </a:lnTo>
                <a:lnTo>
                  <a:pt x="872" y="289"/>
                </a:lnTo>
                <a:lnTo>
                  <a:pt x="871" y="288"/>
                </a:lnTo>
                <a:lnTo>
                  <a:pt x="872" y="288"/>
                </a:lnTo>
                <a:lnTo>
                  <a:pt x="872" y="287"/>
                </a:lnTo>
                <a:lnTo>
                  <a:pt x="872" y="288"/>
                </a:lnTo>
                <a:lnTo>
                  <a:pt x="873" y="288"/>
                </a:lnTo>
                <a:lnTo>
                  <a:pt x="873" y="290"/>
                </a:lnTo>
                <a:lnTo>
                  <a:pt x="873" y="291"/>
                </a:lnTo>
                <a:lnTo>
                  <a:pt x="872" y="291"/>
                </a:lnTo>
                <a:lnTo>
                  <a:pt x="872" y="292"/>
                </a:lnTo>
                <a:lnTo>
                  <a:pt x="871" y="293"/>
                </a:lnTo>
                <a:lnTo>
                  <a:pt x="871" y="294"/>
                </a:lnTo>
                <a:lnTo>
                  <a:pt x="872" y="295"/>
                </a:lnTo>
                <a:lnTo>
                  <a:pt x="872" y="297"/>
                </a:lnTo>
                <a:lnTo>
                  <a:pt x="872" y="298"/>
                </a:lnTo>
                <a:lnTo>
                  <a:pt x="872" y="299"/>
                </a:lnTo>
                <a:lnTo>
                  <a:pt x="871" y="299"/>
                </a:lnTo>
                <a:lnTo>
                  <a:pt x="870" y="299"/>
                </a:lnTo>
                <a:lnTo>
                  <a:pt x="869" y="300"/>
                </a:lnTo>
                <a:lnTo>
                  <a:pt x="869" y="301"/>
                </a:lnTo>
                <a:lnTo>
                  <a:pt x="868" y="303"/>
                </a:lnTo>
                <a:lnTo>
                  <a:pt x="868" y="304"/>
                </a:lnTo>
                <a:lnTo>
                  <a:pt x="868" y="305"/>
                </a:lnTo>
                <a:lnTo>
                  <a:pt x="868" y="306"/>
                </a:lnTo>
                <a:lnTo>
                  <a:pt x="868" y="308"/>
                </a:lnTo>
                <a:lnTo>
                  <a:pt x="868" y="309"/>
                </a:lnTo>
                <a:lnTo>
                  <a:pt x="867" y="311"/>
                </a:lnTo>
                <a:lnTo>
                  <a:pt x="866" y="312"/>
                </a:lnTo>
                <a:lnTo>
                  <a:pt x="865" y="313"/>
                </a:lnTo>
                <a:lnTo>
                  <a:pt x="863" y="314"/>
                </a:lnTo>
                <a:lnTo>
                  <a:pt x="862" y="315"/>
                </a:lnTo>
                <a:lnTo>
                  <a:pt x="862" y="316"/>
                </a:lnTo>
                <a:lnTo>
                  <a:pt x="862" y="317"/>
                </a:lnTo>
                <a:lnTo>
                  <a:pt x="863" y="318"/>
                </a:lnTo>
                <a:lnTo>
                  <a:pt x="863" y="319"/>
                </a:lnTo>
                <a:lnTo>
                  <a:pt x="864" y="319"/>
                </a:lnTo>
                <a:lnTo>
                  <a:pt x="864" y="320"/>
                </a:lnTo>
                <a:lnTo>
                  <a:pt x="864" y="321"/>
                </a:lnTo>
                <a:lnTo>
                  <a:pt x="864" y="322"/>
                </a:lnTo>
                <a:lnTo>
                  <a:pt x="864" y="323"/>
                </a:lnTo>
                <a:lnTo>
                  <a:pt x="863" y="325"/>
                </a:lnTo>
                <a:lnTo>
                  <a:pt x="860" y="328"/>
                </a:lnTo>
                <a:lnTo>
                  <a:pt x="859" y="328"/>
                </a:lnTo>
                <a:lnTo>
                  <a:pt x="859" y="329"/>
                </a:lnTo>
                <a:lnTo>
                  <a:pt x="860" y="331"/>
                </a:lnTo>
                <a:lnTo>
                  <a:pt x="859" y="331"/>
                </a:lnTo>
                <a:lnTo>
                  <a:pt x="857" y="331"/>
                </a:lnTo>
                <a:lnTo>
                  <a:pt x="856" y="332"/>
                </a:lnTo>
                <a:lnTo>
                  <a:pt x="855" y="332"/>
                </a:lnTo>
                <a:lnTo>
                  <a:pt x="855" y="333"/>
                </a:lnTo>
                <a:lnTo>
                  <a:pt x="855" y="334"/>
                </a:lnTo>
                <a:lnTo>
                  <a:pt x="854" y="334"/>
                </a:lnTo>
                <a:lnTo>
                  <a:pt x="853" y="335"/>
                </a:lnTo>
                <a:lnTo>
                  <a:pt x="853" y="336"/>
                </a:lnTo>
                <a:lnTo>
                  <a:pt x="853" y="337"/>
                </a:lnTo>
                <a:lnTo>
                  <a:pt x="854" y="338"/>
                </a:lnTo>
                <a:lnTo>
                  <a:pt x="855" y="340"/>
                </a:lnTo>
                <a:lnTo>
                  <a:pt x="855" y="341"/>
                </a:lnTo>
                <a:lnTo>
                  <a:pt x="855" y="342"/>
                </a:lnTo>
                <a:lnTo>
                  <a:pt x="856" y="342"/>
                </a:lnTo>
                <a:lnTo>
                  <a:pt x="858" y="342"/>
                </a:lnTo>
                <a:lnTo>
                  <a:pt x="858" y="343"/>
                </a:lnTo>
                <a:lnTo>
                  <a:pt x="857" y="344"/>
                </a:lnTo>
                <a:lnTo>
                  <a:pt x="857" y="345"/>
                </a:lnTo>
                <a:lnTo>
                  <a:pt x="856" y="346"/>
                </a:lnTo>
                <a:lnTo>
                  <a:pt x="855" y="347"/>
                </a:lnTo>
                <a:lnTo>
                  <a:pt x="854" y="347"/>
                </a:lnTo>
                <a:lnTo>
                  <a:pt x="853" y="347"/>
                </a:lnTo>
                <a:lnTo>
                  <a:pt x="852" y="347"/>
                </a:lnTo>
                <a:lnTo>
                  <a:pt x="851" y="347"/>
                </a:lnTo>
                <a:lnTo>
                  <a:pt x="850" y="347"/>
                </a:lnTo>
                <a:lnTo>
                  <a:pt x="848" y="346"/>
                </a:lnTo>
                <a:lnTo>
                  <a:pt x="847" y="346"/>
                </a:lnTo>
                <a:lnTo>
                  <a:pt x="846" y="347"/>
                </a:lnTo>
                <a:lnTo>
                  <a:pt x="846" y="348"/>
                </a:lnTo>
                <a:lnTo>
                  <a:pt x="847" y="351"/>
                </a:lnTo>
                <a:lnTo>
                  <a:pt x="848" y="352"/>
                </a:lnTo>
                <a:lnTo>
                  <a:pt x="847" y="353"/>
                </a:lnTo>
                <a:lnTo>
                  <a:pt x="846" y="353"/>
                </a:lnTo>
                <a:lnTo>
                  <a:pt x="842" y="353"/>
                </a:lnTo>
                <a:lnTo>
                  <a:pt x="841" y="353"/>
                </a:lnTo>
                <a:lnTo>
                  <a:pt x="841" y="352"/>
                </a:lnTo>
                <a:lnTo>
                  <a:pt x="840" y="352"/>
                </a:lnTo>
                <a:lnTo>
                  <a:pt x="839" y="351"/>
                </a:lnTo>
                <a:lnTo>
                  <a:pt x="837" y="352"/>
                </a:lnTo>
                <a:lnTo>
                  <a:pt x="836" y="352"/>
                </a:lnTo>
                <a:lnTo>
                  <a:pt x="835" y="354"/>
                </a:lnTo>
                <a:lnTo>
                  <a:pt x="834" y="353"/>
                </a:lnTo>
                <a:lnTo>
                  <a:pt x="833" y="353"/>
                </a:lnTo>
                <a:lnTo>
                  <a:pt x="832" y="353"/>
                </a:lnTo>
                <a:lnTo>
                  <a:pt x="831" y="352"/>
                </a:lnTo>
                <a:lnTo>
                  <a:pt x="830" y="351"/>
                </a:lnTo>
                <a:lnTo>
                  <a:pt x="829" y="351"/>
                </a:lnTo>
                <a:lnTo>
                  <a:pt x="828" y="351"/>
                </a:lnTo>
                <a:lnTo>
                  <a:pt x="827" y="351"/>
                </a:lnTo>
                <a:lnTo>
                  <a:pt x="826" y="352"/>
                </a:lnTo>
                <a:lnTo>
                  <a:pt x="825" y="352"/>
                </a:lnTo>
                <a:lnTo>
                  <a:pt x="825" y="354"/>
                </a:lnTo>
                <a:lnTo>
                  <a:pt x="824" y="355"/>
                </a:lnTo>
                <a:lnTo>
                  <a:pt x="823" y="355"/>
                </a:lnTo>
                <a:lnTo>
                  <a:pt x="822" y="355"/>
                </a:lnTo>
                <a:lnTo>
                  <a:pt x="821" y="355"/>
                </a:lnTo>
                <a:lnTo>
                  <a:pt x="820" y="356"/>
                </a:lnTo>
                <a:lnTo>
                  <a:pt x="819" y="356"/>
                </a:lnTo>
                <a:lnTo>
                  <a:pt x="818" y="355"/>
                </a:lnTo>
                <a:lnTo>
                  <a:pt x="817" y="354"/>
                </a:lnTo>
                <a:lnTo>
                  <a:pt x="816" y="354"/>
                </a:lnTo>
                <a:lnTo>
                  <a:pt x="815" y="354"/>
                </a:lnTo>
                <a:lnTo>
                  <a:pt x="814" y="355"/>
                </a:lnTo>
                <a:lnTo>
                  <a:pt x="811" y="356"/>
                </a:lnTo>
                <a:lnTo>
                  <a:pt x="810" y="357"/>
                </a:lnTo>
                <a:lnTo>
                  <a:pt x="809" y="358"/>
                </a:lnTo>
                <a:lnTo>
                  <a:pt x="808" y="358"/>
                </a:lnTo>
                <a:lnTo>
                  <a:pt x="807" y="358"/>
                </a:lnTo>
                <a:lnTo>
                  <a:pt x="806" y="358"/>
                </a:lnTo>
                <a:lnTo>
                  <a:pt x="805" y="358"/>
                </a:lnTo>
                <a:lnTo>
                  <a:pt x="804" y="358"/>
                </a:lnTo>
                <a:lnTo>
                  <a:pt x="804" y="359"/>
                </a:lnTo>
                <a:lnTo>
                  <a:pt x="803" y="360"/>
                </a:lnTo>
                <a:lnTo>
                  <a:pt x="802" y="361"/>
                </a:lnTo>
                <a:lnTo>
                  <a:pt x="801" y="361"/>
                </a:lnTo>
                <a:lnTo>
                  <a:pt x="799" y="362"/>
                </a:lnTo>
                <a:lnTo>
                  <a:pt x="797" y="362"/>
                </a:lnTo>
                <a:lnTo>
                  <a:pt x="796" y="363"/>
                </a:lnTo>
                <a:lnTo>
                  <a:pt x="794" y="364"/>
                </a:lnTo>
                <a:lnTo>
                  <a:pt x="793" y="365"/>
                </a:lnTo>
                <a:lnTo>
                  <a:pt x="792" y="366"/>
                </a:lnTo>
                <a:lnTo>
                  <a:pt x="791" y="366"/>
                </a:lnTo>
                <a:lnTo>
                  <a:pt x="791" y="367"/>
                </a:lnTo>
                <a:lnTo>
                  <a:pt x="792" y="368"/>
                </a:lnTo>
                <a:lnTo>
                  <a:pt x="793" y="369"/>
                </a:lnTo>
                <a:lnTo>
                  <a:pt x="794" y="369"/>
                </a:lnTo>
                <a:lnTo>
                  <a:pt x="795" y="370"/>
                </a:lnTo>
                <a:lnTo>
                  <a:pt x="795" y="371"/>
                </a:lnTo>
                <a:lnTo>
                  <a:pt x="796" y="371"/>
                </a:lnTo>
                <a:lnTo>
                  <a:pt x="797" y="371"/>
                </a:lnTo>
                <a:lnTo>
                  <a:pt x="799" y="370"/>
                </a:lnTo>
                <a:lnTo>
                  <a:pt x="800" y="370"/>
                </a:lnTo>
                <a:lnTo>
                  <a:pt x="801" y="369"/>
                </a:lnTo>
                <a:lnTo>
                  <a:pt x="802" y="369"/>
                </a:lnTo>
                <a:lnTo>
                  <a:pt x="804" y="370"/>
                </a:lnTo>
                <a:lnTo>
                  <a:pt x="805" y="370"/>
                </a:lnTo>
                <a:lnTo>
                  <a:pt x="806" y="371"/>
                </a:lnTo>
                <a:lnTo>
                  <a:pt x="807" y="372"/>
                </a:lnTo>
                <a:lnTo>
                  <a:pt x="808" y="373"/>
                </a:lnTo>
                <a:lnTo>
                  <a:pt x="808" y="374"/>
                </a:lnTo>
                <a:lnTo>
                  <a:pt x="809" y="375"/>
                </a:lnTo>
                <a:lnTo>
                  <a:pt x="810" y="376"/>
                </a:lnTo>
                <a:lnTo>
                  <a:pt x="810" y="377"/>
                </a:lnTo>
                <a:lnTo>
                  <a:pt x="810" y="378"/>
                </a:lnTo>
                <a:lnTo>
                  <a:pt x="811" y="380"/>
                </a:lnTo>
                <a:lnTo>
                  <a:pt x="811" y="381"/>
                </a:lnTo>
                <a:lnTo>
                  <a:pt x="810" y="385"/>
                </a:lnTo>
                <a:lnTo>
                  <a:pt x="808" y="384"/>
                </a:lnTo>
                <a:lnTo>
                  <a:pt x="807" y="384"/>
                </a:lnTo>
                <a:lnTo>
                  <a:pt x="806" y="384"/>
                </a:lnTo>
                <a:lnTo>
                  <a:pt x="806" y="386"/>
                </a:lnTo>
                <a:lnTo>
                  <a:pt x="806" y="387"/>
                </a:lnTo>
                <a:lnTo>
                  <a:pt x="806" y="390"/>
                </a:lnTo>
                <a:lnTo>
                  <a:pt x="809" y="391"/>
                </a:lnTo>
                <a:lnTo>
                  <a:pt x="808" y="395"/>
                </a:lnTo>
                <a:lnTo>
                  <a:pt x="809" y="395"/>
                </a:lnTo>
                <a:lnTo>
                  <a:pt x="809" y="396"/>
                </a:lnTo>
                <a:lnTo>
                  <a:pt x="810" y="396"/>
                </a:lnTo>
                <a:lnTo>
                  <a:pt x="812" y="397"/>
                </a:lnTo>
                <a:lnTo>
                  <a:pt x="812" y="398"/>
                </a:lnTo>
                <a:lnTo>
                  <a:pt x="813" y="398"/>
                </a:lnTo>
                <a:lnTo>
                  <a:pt x="812" y="398"/>
                </a:lnTo>
                <a:lnTo>
                  <a:pt x="812" y="397"/>
                </a:lnTo>
                <a:lnTo>
                  <a:pt x="811" y="397"/>
                </a:lnTo>
                <a:lnTo>
                  <a:pt x="810" y="397"/>
                </a:lnTo>
                <a:lnTo>
                  <a:pt x="810" y="396"/>
                </a:lnTo>
                <a:lnTo>
                  <a:pt x="809" y="396"/>
                </a:lnTo>
                <a:lnTo>
                  <a:pt x="808" y="397"/>
                </a:lnTo>
                <a:lnTo>
                  <a:pt x="807" y="397"/>
                </a:lnTo>
                <a:lnTo>
                  <a:pt x="806" y="396"/>
                </a:lnTo>
                <a:lnTo>
                  <a:pt x="806" y="395"/>
                </a:lnTo>
                <a:lnTo>
                  <a:pt x="806" y="394"/>
                </a:lnTo>
                <a:lnTo>
                  <a:pt x="807" y="393"/>
                </a:lnTo>
                <a:lnTo>
                  <a:pt x="807" y="392"/>
                </a:lnTo>
                <a:lnTo>
                  <a:pt x="807" y="393"/>
                </a:lnTo>
                <a:lnTo>
                  <a:pt x="807" y="392"/>
                </a:lnTo>
                <a:lnTo>
                  <a:pt x="808" y="392"/>
                </a:lnTo>
                <a:lnTo>
                  <a:pt x="807" y="391"/>
                </a:lnTo>
                <a:lnTo>
                  <a:pt x="806" y="391"/>
                </a:lnTo>
                <a:lnTo>
                  <a:pt x="805" y="391"/>
                </a:lnTo>
                <a:lnTo>
                  <a:pt x="804" y="390"/>
                </a:lnTo>
                <a:lnTo>
                  <a:pt x="804" y="389"/>
                </a:lnTo>
                <a:lnTo>
                  <a:pt x="805" y="389"/>
                </a:lnTo>
                <a:lnTo>
                  <a:pt x="805" y="387"/>
                </a:lnTo>
                <a:lnTo>
                  <a:pt x="804" y="387"/>
                </a:lnTo>
                <a:lnTo>
                  <a:pt x="804" y="386"/>
                </a:lnTo>
                <a:lnTo>
                  <a:pt x="803" y="386"/>
                </a:lnTo>
                <a:lnTo>
                  <a:pt x="803" y="385"/>
                </a:lnTo>
                <a:lnTo>
                  <a:pt x="802" y="385"/>
                </a:lnTo>
                <a:lnTo>
                  <a:pt x="802" y="383"/>
                </a:lnTo>
                <a:lnTo>
                  <a:pt x="802" y="382"/>
                </a:lnTo>
                <a:lnTo>
                  <a:pt x="801" y="382"/>
                </a:lnTo>
                <a:lnTo>
                  <a:pt x="801" y="381"/>
                </a:lnTo>
                <a:lnTo>
                  <a:pt x="801" y="380"/>
                </a:lnTo>
                <a:lnTo>
                  <a:pt x="802" y="380"/>
                </a:lnTo>
                <a:lnTo>
                  <a:pt x="802" y="379"/>
                </a:lnTo>
                <a:lnTo>
                  <a:pt x="802" y="378"/>
                </a:lnTo>
                <a:lnTo>
                  <a:pt x="801" y="378"/>
                </a:lnTo>
                <a:lnTo>
                  <a:pt x="800" y="377"/>
                </a:lnTo>
                <a:lnTo>
                  <a:pt x="799" y="377"/>
                </a:lnTo>
                <a:lnTo>
                  <a:pt x="798" y="377"/>
                </a:lnTo>
                <a:lnTo>
                  <a:pt x="797" y="378"/>
                </a:lnTo>
                <a:lnTo>
                  <a:pt x="797" y="379"/>
                </a:lnTo>
                <a:lnTo>
                  <a:pt x="796" y="379"/>
                </a:lnTo>
                <a:lnTo>
                  <a:pt x="796" y="380"/>
                </a:lnTo>
                <a:lnTo>
                  <a:pt x="796" y="381"/>
                </a:lnTo>
                <a:lnTo>
                  <a:pt x="797" y="382"/>
                </a:lnTo>
                <a:lnTo>
                  <a:pt x="798" y="382"/>
                </a:lnTo>
                <a:lnTo>
                  <a:pt x="798" y="383"/>
                </a:lnTo>
                <a:lnTo>
                  <a:pt x="798" y="384"/>
                </a:lnTo>
                <a:lnTo>
                  <a:pt x="797" y="384"/>
                </a:lnTo>
                <a:lnTo>
                  <a:pt x="796" y="385"/>
                </a:lnTo>
                <a:lnTo>
                  <a:pt x="795" y="385"/>
                </a:lnTo>
                <a:lnTo>
                  <a:pt x="794" y="384"/>
                </a:lnTo>
                <a:lnTo>
                  <a:pt x="793" y="384"/>
                </a:lnTo>
                <a:lnTo>
                  <a:pt x="793" y="383"/>
                </a:lnTo>
                <a:lnTo>
                  <a:pt x="792" y="382"/>
                </a:lnTo>
                <a:lnTo>
                  <a:pt x="793" y="382"/>
                </a:lnTo>
                <a:lnTo>
                  <a:pt x="793" y="381"/>
                </a:lnTo>
                <a:lnTo>
                  <a:pt x="794" y="381"/>
                </a:lnTo>
                <a:lnTo>
                  <a:pt x="794" y="380"/>
                </a:lnTo>
                <a:lnTo>
                  <a:pt x="794" y="379"/>
                </a:lnTo>
                <a:lnTo>
                  <a:pt x="794" y="378"/>
                </a:lnTo>
                <a:lnTo>
                  <a:pt x="793" y="378"/>
                </a:lnTo>
                <a:lnTo>
                  <a:pt x="792" y="378"/>
                </a:lnTo>
                <a:lnTo>
                  <a:pt x="791" y="378"/>
                </a:lnTo>
                <a:lnTo>
                  <a:pt x="791" y="379"/>
                </a:lnTo>
                <a:lnTo>
                  <a:pt x="790" y="379"/>
                </a:lnTo>
                <a:lnTo>
                  <a:pt x="789" y="379"/>
                </a:lnTo>
                <a:lnTo>
                  <a:pt x="789" y="378"/>
                </a:lnTo>
                <a:lnTo>
                  <a:pt x="788" y="377"/>
                </a:lnTo>
                <a:lnTo>
                  <a:pt x="787" y="376"/>
                </a:lnTo>
                <a:lnTo>
                  <a:pt x="786" y="375"/>
                </a:lnTo>
                <a:lnTo>
                  <a:pt x="784" y="375"/>
                </a:lnTo>
                <a:lnTo>
                  <a:pt x="784" y="374"/>
                </a:lnTo>
                <a:lnTo>
                  <a:pt x="783" y="374"/>
                </a:lnTo>
                <a:lnTo>
                  <a:pt x="783" y="373"/>
                </a:lnTo>
                <a:lnTo>
                  <a:pt x="782" y="373"/>
                </a:lnTo>
                <a:lnTo>
                  <a:pt x="782" y="372"/>
                </a:lnTo>
                <a:lnTo>
                  <a:pt x="782" y="371"/>
                </a:lnTo>
                <a:lnTo>
                  <a:pt x="782" y="370"/>
                </a:lnTo>
                <a:lnTo>
                  <a:pt x="781" y="370"/>
                </a:lnTo>
                <a:lnTo>
                  <a:pt x="781" y="369"/>
                </a:lnTo>
                <a:lnTo>
                  <a:pt x="780" y="369"/>
                </a:lnTo>
                <a:lnTo>
                  <a:pt x="778" y="369"/>
                </a:lnTo>
                <a:lnTo>
                  <a:pt x="777" y="368"/>
                </a:lnTo>
                <a:lnTo>
                  <a:pt x="778" y="368"/>
                </a:lnTo>
                <a:lnTo>
                  <a:pt x="777" y="368"/>
                </a:lnTo>
                <a:lnTo>
                  <a:pt x="777" y="367"/>
                </a:lnTo>
                <a:lnTo>
                  <a:pt x="777" y="366"/>
                </a:lnTo>
                <a:lnTo>
                  <a:pt x="776" y="366"/>
                </a:lnTo>
                <a:lnTo>
                  <a:pt x="776" y="365"/>
                </a:lnTo>
                <a:lnTo>
                  <a:pt x="776" y="364"/>
                </a:lnTo>
                <a:lnTo>
                  <a:pt x="777" y="364"/>
                </a:lnTo>
                <a:lnTo>
                  <a:pt x="777" y="363"/>
                </a:lnTo>
                <a:lnTo>
                  <a:pt x="777" y="362"/>
                </a:lnTo>
                <a:lnTo>
                  <a:pt x="776" y="362"/>
                </a:lnTo>
                <a:lnTo>
                  <a:pt x="777" y="362"/>
                </a:lnTo>
                <a:lnTo>
                  <a:pt x="776" y="362"/>
                </a:lnTo>
                <a:lnTo>
                  <a:pt x="776" y="361"/>
                </a:lnTo>
                <a:lnTo>
                  <a:pt x="777" y="361"/>
                </a:lnTo>
                <a:lnTo>
                  <a:pt x="777" y="360"/>
                </a:lnTo>
                <a:lnTo>
                  <a:pt x="778" y="360"/>
                </a:lnTo>
                <a:lnTo>
                  <a:pt x="777" y="360"/>
                </a:lnTo>
                <a:lnTo>
                  <a:pt x="777" y="359"/>
                </a:lnTo>
                <a:lnTo>
                  <a:pt x="776" y="359"/>
                </a:lnTo>
                <a:lnTo>
                  <a:pt x="777" y="358"/>
                </a:lnTo>
                <a:lnTo>
                  <a:pt x="776" y="358"/>
                </a:lnTo>
                <a:lnTo>
                  <a:pt x="777" y="357"/>
                </a:lnTo>
                <a:lnTo>
                  <a:pt x="777" y="356"/>
                </a:lnTo>
                <a:lnTo>
                  <a:pt x="778" y="355"/>
                </a:lnTo>
                <a:lnTo>
                  <a:pt x="778" y="354"/>
                </a:lnTo>
                <a:lnTo>
                  <a:pt x="777" y="354"/>
                </a:lnTo>
                <a:lnTo>
                  <a:pt x="777" y="353"/>
                </a:lnTo>
                <a:lnTo>
                  <a:pt x="778" y="352"/>
                </a:lnTo>
                <a:lnTo>
                  <a:pt x="779" y="352"/>
                </a:lnTo>
                <a:lnTo>
                  <a:pt x="779" y="351"/>
                </a:lnTo>
                <a:lnTo>
                  <a:pt x="779" y="350"/>
                </a:lnTo>
                <a:lnTo>
                  <a:pt x="779" y="351"/>
                </a:lnTo>
                <a:lnTo>
                  <a:pt x="778" y="351"/>
                </a:lnTo>
                <a:lnTo>
                  <a:pt x="778" y="350"/>
                </a:lnTo>
                <a:lnTo>
                  <a:pt x="778" y="349"/>
                </a:lnTo>
                <a:lnTo>
                  <a:pt x="778" y="348"/>
                </a:lnTo>
                <a:lnTo>
                  <a:pt x="777" y="348"/>
                </a:lnTo>
                <a:lnTo>
                  <a:pt x="776" y="348"/>
                </a:lnTo>
                <a:lnTo>
                  <a:pt x="775" y="348"/>
                </a:lnTo>
                <a:lnTo>
                  <a:pt x="774" y="348"/>
                </a:lnTo>
                <a:lnTo>
                  <a:pt x="773" y="348"/>
                </a:lnTo>
                <a:lnTo>
                  <a:pt x="772" y="348"/>
                </a:lnTo>
                <a:lnTo>
                  <a:pt x="771" y="348"/>
                </a:lnTo>
                <a:lnTo>
                  <a:pt x="771" y="347"/>
                </a:lnTo>
                <a:lnTo>
                  <a:pt x="770" y="347"/>
                </a:lnTo>
                <a:lnTo>
                  <a:pt x="769" y="347"/>
                </a:lnTo>
                <a:lnTo>
                  <a:pt x="769" y="348"/>
                </a:lnTo>
                <a:lnTo>
                  <a:pt x="768" y="348"/>
                </a:lnTo>
                <a:lnTo>
                  <a:pt x="767" y="348"/>
                </a:lnTo>
                <a:lnTo>
                  <a:pt x="766" y="348"/>
                </a:lnTo>
                <a:lnTo>
                  <a:pt x="765" y="347"/>
                </a:lnTo>
                <a:lnTo>
                  <a:pt x="764" y="347"/>
                </a:lnTo>
                <a:lnTo>
                  <a:pt x="764" y="346"/>
                </a:lnTo>
                <a:lnTo>
                  <a:pt x="765" y="346"/>
                </a:lnTo>
                <a:lnTo>
                  <a:pt x="766" y="346"/>
                </a:lnTo>
                <a:lnTo>
                  <a:pt x="767" y="346"/>
                </a:lnTo>
                <a:lnTo>
                  <a:pt x="767" y="345"/>
                </a:lnTo>
                <a:lnTo>
                  <a:pt x="766" y="345"/>
                </a:lnTo>
                <a:lnTo>
                  <a:pt x="766" y="344"/>
                </a:lnTo>
                <a:lnTo>
                  <a:pt x="765" y="344"/>
                </a:lnTo>
                <a:lnTo>
                  <a:pt x="765" y="343"/>
                </a:lnTo>
                <a:lnTo>
                  <a:pt x="766" y="343"/>
                </a:lnTo>
                <a:lnTo>
                  <a:pt x="767" y="342"/>
                </a:lnTo>
                <a:lnTo>
                  <a:pt x="768" y="342"/>
                </a:lnTo>
                <a:lnTo>
                  <a:pt x="768" y="341"/>
                </a:lnTo>
                <a:lnTo>
                  <a:pt x="768" y="340"/>
                </a:lnTo>
                <a:lnTo>
                  <a:pt x="767" y="340"/>
                </a:lnTo>
                <a:lnTo>
                  <a:pt x="767" y="341"/>
                </a:lnTo>
                <a:lnTo>
                  <a:pt x="766" y="341"/>
                </a:lnTo>
                <a:lnTo>
                  <a:pt x="766" y="340"/>
                </a:lnTo>
                <a:lnTo>
                  <a:pt x="765" y="340"/>
                </a:lnTo>
                <a:lnTo>
                  <a:pt x="764" y="340"/>
                </a:lnTo>
                <a:lnTo>
                  <a:pt x="763" y="340"/>
                </a:lnTo>
                <a:lnTo>
                  <a:pt x="762" y="341"/>
                </a:lnTo>
                <a:lnTo>
                  <a:pt x="761" y="341"/>
                </a:lnTo>
                <a:lnTo>
                  <a:pt x="761" y="342"/>
                </a:lnTo>
                <a:lnTo>
                  <a:pt x="760" y="342"/>
                </a:lnTo>
                <a:lnTo>
                  <a:pt x="758" y="342"/>
                </a:lnTo>
                <a:lnTo>
                  <a:pt x="757" y="342"/>
                </a:lnTo>
                <a:lnTo>
                  <a:pt x="756" y="342"/>
                </a:lnTo>
                <a:lnTo>
                  <a:pt x="755" y="341"/>
                </a:lnTo>
                <a:lnTo>
                  <a:pt x="754" y="341"/>
                </a:lnTo>
                <a:lnTo>
                  <a:pt x="753" y="341"/>
                </a:lnTo>
                <a:lnTo>
                  <a:pt x="752" y="341"/>
                </a:lnTo>
                <a:lnTo>
                  <a:pt x="751" y="341"/>
                </a:lnTo>
                <a:lnTo>
                  <a:pt x="751" y="340"/>
                </a:lnTo>
                <a:lnTo>
                  <a:pt x="750" y="340"/>
                </a:lnTo>
                <a:lnTo>
                  <a:pt x="750" y="339"/>
                </a:lnTo>
                <a:lnTo>
                  <a:pt x="751" y="338"/>
                </a:lnTo>
                <a:lnTo>
                  <a:pt x="747" y="338"/>
                </a:lnTo>
                <a:lnTo>
                  <a:pt x="746" y="338"/>
                </a:lnTo>
                <a:lnTo>
                  <a:pt x="745" y="338"/>
                </a:lnTo>
                <a:lnTo>
                  <a:pt x="744" y="339"/>
                </a:lnTo>
                <a:lnTo>
                  <a:pt x="744" y="340"/>
                </a:lnTo>
                <a:lnTo>
                  <a:pt x="744" y="341"/>
                </a:lnTo>
                <a:lnTo>
                  <a:pt x="745" y="341"/>
                </a:lnTo>
                <a:lnTo>
                  <a:pt x="747" y="341"/>
                </a:lnTo>
                <a:lnTo>
                  <a:pt x="747" y="342"/>
                </a:lnTo>
                <a:lnTo>
                  <a:pt x="746" y="342"/>
                </a:lnTo>
                <a:lnTo>
                  <a:pt x="745" y="342"/>
                </a:lnTo>
                <a:lnTo>
                  <a:pt x="745" y="341"/>
                </a:lnTo>
                <a:lnTo>
                  <a:pt x="743" y="341"/>
                </a:lnTo>
                <a:lnTo>
                  <a:pt x="742" y="342"/>
                </a:lnTo>
                <a:lnTo>
                  <a:pt x="741" y="342"/>
                </a:lnTo>
                <a:lnTo>
                  <a:pt x="741" y="343"/>
                </a:lnTo>
                <a:lnTo>
                  <a:pt x="741" y="344"/>
                </a:lnTo>
                <a:lnTo>
                  <a:pt x="742" y="345"/>
                </a:lnTo>
                <a:lnTo>
                  <a:pt x="742" y="346"/>
                </a:lnTo>
                <a:lnTo>
                  <a:pt x="743" y="346"/>
                </a:lnTo>
                <a:lnTo>
                  <a:pt x="743" y="347"/>
                </a:lnTo>
                <a:lnTo>
                  <a:pt x="742" y="347"/>
                </a:lnTo>
                <a:lnTo>
                  <a:pt x="741" y="347"/>
                </a:lnTo>
                <a:lnTo>
                  <a:pt x="740" y="348"/>
                </a:lnTo>
                <a:lnTo>
                  <a:pt x="741" y="349"/>
                </a:lnTo>
                <a:lnTo>
                  <a:pt x="741" y="350"/>
                </a:lnTo>
                <a:lnTo>
                  <a:pt x="740" y="350"/>
                </a:lnTo>
                <a:lnTo>
                  <a:pt x="740" y="351"/>
                </a:lnTo>
                <a:lnTo>
                  <a:pt x="740" y="352"/>
                </a:lnTo>
                <a:lnTo>
                  <a:pt x="740" y="353"/>
                </a:lnTo>
                <a:lnTo>
                  <a:pt x="739" y="353"/>
                </a:lnTo>
                <a:lnTo>
                  <a:pt x="739" y="354"/>
                </a:lnTo>
                <a:lnTo>
                  <a:pt x="738" y="354"/>
                </a:lnTo>
                <a:lnTo>
                  <a:pt x="738" y="355"/>
                </a:lnTo>
                <a:lnTo>
                  <a:pt x="738" y="356"/>
                </a:lnTo>
                <a:lnTo>
                  <a:pt x="737" y="357"/>
                </a:lnTo>
                <a:lnTo>
                  <a:pt x="737" y="358"/>
                </a:lnTo>
                <a:lnTo>
                  <a:pt x="738" y="358"/>
                </a:lnTo>
                <a:lnTo>
                  <a:pt x="738" y="359"/>
                </a:lnTo>
                <a:lnTo>
                  <a:pt x="737" y="359"/>
                </a:lnTo>
                <a:lnTo>
                  <a:pt x="738" y="360"/>
                </a:lnTo>
                <a:lnTo>
                  <a:pt x="737" y="360"/>
                </a:lnTo>
                <a:lnTo>
                  <a:pt x="737" y="361"/>
                </a:lnTo>
                <a:lnTo>
                  <a:pt x="736" y="361"/>
                </a:lnTo>
                <a:lnTo>
                  <a:pt x="736" y="362"/>
                </a:lnTo>
                <a:lnTo>
                  <a:pt x="735" y="362"/>
                </a:lnTo>
                <a:lnTo>
                  <a:pt x="735" y="363"/>
                </a:lnTo>
                <a:lnTo>
                  <a:pt x="735" y="364"/>
                </a:lnTo>
                <a:lnTo>
                  <a:pt x="735" y="365"/>
                </a:lnTo>
                <a:lnTo>
                  <a:pt x="734" y="365"/>
                </a:lnTo>
                <a:lnTo>
                  <a:pt x="735" y="365"/>
                </a:lnTo>
                <a:lnTo>
                  <a:pt x="734" y="366"/>
                </a:lnTo>
                <a:lnTo>
                  <a:pt x="733" y="366"/>
                </a:lnTo>
                <a:lnTo>
                  <a:pt x="733" y="367"/>
                </a:lnTo>
                <a:lnTo>
                  <a:pt x="733" y="368"/>
                </a:lnTo>
                <a:lnTo>
                  <a:pt x="733" y="369"/>
                </a:lnTo>
                <a:lnTo>
                  <a:pt x="734" y="369"/>
                </a:lnTo>
                <a:lnTo>
                  <a:pt x="734" y="370"/>
                </a:lnTo>
                <a:lnTo>
                  <a:pt x="735" y="370"/>
                </a:lnTo>
                <a:lnTo>
                  <a:pt x="735" y="371"/>
                </a:lnTo>
                <a:lnTo>
                  <a:pt x="736" y="371"/>
                </a:lnTo>
                <a:lnTo>
                  <a:pt x="737" y="371"/>
                </a:lnTo>
                <a:lnTo>
                  <a:pt x="737" y="372"/>
                </a:lnTo>
                <a:lnTo>
                  <a:pt x="736" y="372"/>
                </a:lnTo>
                <a:lnTo>
                  <a:pt x="736" y="371"/>
                </a:lnTo>
                <a:lnTo>
                  <a:pt x="735" y="371"/>
                </a:lnTo>
                <a:lnTo>
                  <a:pt x="735" y="372"/>
                </a:lnTo>
                <a:lnTo>
                  <a:pt x="734" y="372"/>
                </a:lnTo>
                <a:lnTo>
                  <a:pt x="735" y="372"/>
                </a:lnTo>
                <a:lnTo>
                  <a:pt x="735" y="373"/>
                </a:lnTo>
                <a:lnTo>
                  <a:pt x="734" y="374"/>
                </a:lnTo>
                <a:lnTo>
                  <a:pt x="735" y="374"/>
                </a:lnTo>
                <a:lnTo>
                  <a:pt x="736" y="375"/>
                </a:lnTo>
                <a:lnTo>
                  <a:pt x="735" y="375"/>
                </a:lnTo>
                <a:lnTo>
                  <a:pt x="734" y="375"/>
                </a:lnTo>
                <a:lnTo>
                  <a:pt x="734" y="374"/>
                </a:lnTo>
                <a:lnTo>
                  <a:pt x="733" y="374"/>
                </a:lnTo>
                <a:lnTo>
                  <a:pt x="732" y="374"/>
                </a:lnTo>
                <a:lnTo>
                  <a:pt x="732" y="375"/>
                </a:lnTo>
                <a:lnTo>
                  <a:pt x="733" y="375"/>
                </a:lnTo>
                <a:lnTo>
                  <a:pt x="733" y="376"/>
                </a:lnTo>
                <a:lnTo>
                  <a:pt x="734" y="376"/>
                </a:lnTo>
                <a:lnTo>
                  <a:pt x="733" y="376"/>
                </a:lnTo>
                <a:lnTo>
                  <a:pt x="733" y="377"/>
                </a:lnTo>
                <a:lnTo>
                  <a:pt x="732" y="377"/>
                </a:lnTo>
                <a:lnTo>
                  <a:pt x="733" y="377"/>
                </a:lnTo>
                <a:lnTo>
                  <a:pt x="733" y="378"/>
                </a:lnTo>
                <a:lnTo>
                  <a:pt x="734" y="378"/>
                </a:lnTo>
                <a:lnTo>
                  <a:pt x="735" y="378"/>
                </a:lnTo>
                <a:lnTo>
                  <a:pt x="735" y="379"/>
                </a:lnTo>
                <a:lnTo>
                  <a:pt x="734" y="379"/>
                </a:lnTo>
                <a:lnTo>
                  <a:pt x="733" y="379"/>
                </a:lnTo>
                <a:lnTo>
                  <a:pt x="733" y="380"/>
                </a:lnTo>
                <a:lnTo>
                  <a:pt x="732" y="381"/>
                </a:lnTo>
                <a:lnTo>
                  <a:pt x="731" y="382"/>
                </a:lnTo>
                <a:lnTo>
                  <a:pt x="731" y="383"/>
                </a:lnTo>
                <a:lnTo>
                  <a:pt x="731" y="384"/>
                </a:lnTo>
                <a:lnTo>
                  <a:pt x="732" y="385"/>
                </a:lnTo>
                <a:lnTo>
                  <a:pt x="732" y="386"/>
                </a:lnTo>
                <a:lnTo>
                  <a:pt x="732" y="387"/>
                </a:lnTo>
                <a:lnTo>
                  <a:pt x="731" y="387"/>
                </a:lnTo>
                <a:lnTo>
                  <a:pt x="731" y="388"/>
                </a:lnTo>
                <a:lnTo>
                  <a:pt x="731" y="389"/>
                </a:lnTo>
                <a:lnTo>
                  <a:pt x="731" y="390"/>
                </a:lnTo>
                <a:lnTo>
                  <a:pt x="731" y="391"/>
                </a:lnTo>
                <a:lnTo>
                  <a:pt x="731" y="392"/>
                </a:lnTo>
                <a:lnTo>
                  <a:pt x="732" y="392"/>
                </a:lnTo>
                <a:lnTo>
                  <a:pt x="732" y="393"/>
                </a:lnTo>
                <a:lnTo>
                  <a:pt x="731" y="393"/>
                </a:lnTo>
                <a:lnTo>
                  <a:pt x="731" y="394"/>
                </a:lnTo>
                <a:lnTo>
                  <a:pt x="730" y="394"/>
                </a:lnTo>
                <a:lnTo>
                  <a:pt x="730" y="395"/>
                </a:lnTo>
                <a:lnTo>
                  <a:pt x="730" y="396"/>
                </a:lnTo>
                <a:lnTo>
                  <a:pt x="729" y="396"/>
                </a:lnTo>
                <a:lnTo>
                  <a:pt x="729" y="397"/>
                </a:lnTo>
                <a:lnTo>
                  <a:pt x="728" y="397"/>
                </a:lnTo>
                <a:lnTo>
                  <a:pt x="727" y="397"/>
                </a:lnTo>
                <a:lnTo>
                  <a:pt x="726" y="397"/>
                </a:lnTo>
                <a:lnTo>
                  <a:pt x="726" y="396"/>
                </a:lnTo>
                <a:lnTo>
                  <a:pt x="724" y="396"/>
                </a:lnTo>
                <a:lnTo>
                  <a:pt x="724" y="397"/>
                </a:lnTo>
                <a:lnTo>
                  <a:pt x="723" y="397"/>
                </a:lnTo>
                <a:lnTo>
                  <a:pt x="722" y="396"/>
                </a:lnTo>
                <a:lnTo>
                  <a:pt x="721" y="395"/>
                </a:lnTo>
                <a:lnTo>
                  <a:pt x="721" y="394"/>
                </a:lnTo>
                <a:lnTo>
                  <a:pt x="720" y="394"/>
                </a:lnTo>
                <a:lnTo>
                  <a:pt x="719" y="394"/>
                </a:lnTo>
                <a:lnTo>
                  <a:pt x="719" y="395"/>
                </a:lnTo>
                <a:lnTo>
                  <a:pt x="718" y="395"/>
                </a:lnTo>
                <a:lnTo>
                  <a:pt x="717" y="395"/>
                </a:lnTo>
                <a:lnTo>
                  <a:pt x="718" y="395"/>
                </a:lnTo>
                <a:lnTo>
                  <a:pt x="718" y="396"/>
                </a:lnTo>
                <a:lnTo>
                  <a:pt x="719" y="396"/>
                </a:lnTo>
                <a:lnTo>
                  <a:pt x="719" y="395"/>
                </a:lnTo>
                <a:lnTo>
                  <a:pt x="720" y="395"/>
                </a:lnTo>
                <a:lnTo>
                  <a:pt x="720" y="396"/>
                </a:lnTo>
                <a:lnTo>
                  <a:pt x="719" y="396"/>
                </a:lnTo>
                <a:lnTo>
                  <a:pt x="719" y="397"/>
                </a:lnTo>
                <a:lnTo>
                  <a:pt x="718" y="397"/>
                </a:lnTo>
                <a:lnTo>
                  <a:pt x="718" y="398"/>
                </a:lnTo>
                <a:lnTo>
                  <a:pt x="718" y="399"/>
                </a:lnTo>
                <a:lnTo>
                  <a:pt x="717" y="399"/>
                </a:lnTo>
                <a:lnTo>
                  <a:pt x="717" y="398"/>
                </a:lnTo>
                <a:lnTo>
                  <a:pt x="716" y="399"/>
                </a:lnTo>
                <a:lnTo>
                  <a:pt x="716" y="400"/>
                </a:lnTo>
                <a:lnTo>
                  <a:pt x="715" y="400"/>
                </a:lnTo>
                <a:lnTo>
                  <a:pt x="715" y="401"/>
                </a:lnTo>
                <a:lnTo>
                  <a:pt x="716" y="401"/>
                </a:lnTo>
                <a:lnTo>
                  <a:pt x="716" y="402"/>
                </a:lnTo>
                <a:lnTo>
                  <a:pt x="715" y="402"/>
                </a:lnTo>
                <a:lnTo>
                  <a:pt x="714" y="402"/>
                </a:lnTo>
                <a:lnTo>
                  <a:pt x="714" y="403"/>
                </a:lnTo>
                <a:lnTo>
                  <a:pt x="715" y="404"/>
                </a:lnTo>
                <a:lnTo>
                  <a:pt x="714" y="404"/>
                </a:lnTo>
                <a:lnTo>
                  <a:pt x="714" y="403"/>
                </a:lnTo>
                <a:lnTo>
                  <a:pt x="713" y="403"/>
                </a:lnTo>
                <a:lnTo>
                  <a:pt x="713" y="404"/>
                </a:lnTo>
                <a:lnTo>
                  <a:pt x="713" y="403"/>
                </a:lnTo>
                <a:lnTo>
                  <a:pt x="713" y="402"/>
                </a:lnTo>
                <a:lnTo>
                  <a:pt x="712" y="402"/>
                </a:lnTo>
                <a:lnTo>
                  <a:pt x="712" y="401"/>
                </a:lnTo>
                <a:lnTo>
                  <a:pt x="711" y="401"/>
                </a:lnTo>
                <a:lnTo>
                  <a:pt x="710" y="400"/>
                </a:lnTo>
                <a:lnTo>
                  <a:pt x="709" y="400"/>
                </a:lnTo>
                <a:lnTo>
                  <a:pt x="709" y="399"/>
                </a:lnTo>
                <a:lnTo>
                  <a:pt x="709" y="398"/>
                </a:lnTo>
                <a:lnTo>
                  <a:pt x="708" y="398"/>
                </a:lnTo>
                <a:lnTo>
                  <a:pt x="707" y="398"/>
                </a:lnTo>
                <a:lnTo>
                  <a:pt x="706" y="398"/>
                </a:lnTo>
                <a:lnTo>
                  <a:pt x="706" y="397"/>
                </a:lnTo>
                <a:lnTo>
                  <a:pt x="705" y="396"/>
                </a:lnTo>
                <a:lnTo>
                  <a:pt x="704" y="395"/>
                </a:lnTo>
                <a:lnTo>
                  <a:pt x="704" y="396"/>
                </a:lnTo>
                <a:lnTo>
                  <a:pt x="703" y="397"/>
                </a:lnTo>
                <a:lnTo>
                  <a:pt x="702" y="397"/>
                </a:lnTo>
                <a:lnTo>
                  <a:pt x="702" y="396"/>
                </a:lnTo>
                <a:lnTo>
                  <a:pt x="701" y="396"/>
                </a:lnTo>
                <a:lnTo>
                  <a:pt x="701" y="395"/>
                </a:lnTo>
                <a:lnTo>
                  <a:pt x="700" y="395"/>
                </a:lnTo>
                <a:lnTo>
                  <a:pt x="700" y="396"/>
                </a:lnTo>
                <a:lnTo>
                  <a:pt x="700" y="397"/>
                </a:lnTo>
                <a:lnTo>
                  <a:pt x="699" y="397"/>
                </a:lnTo>
                <a:lnTo>
                  <a:pt x="699" y="398"/>
                </a:lnTo>
                <a:lnTo>
                  <a:pt x="699" y="397"/>
                </a:lnTo>
                <a:lnTo>
                  <a:pt x="698" y="397"/>
                </a:lnTo>
                <a:lnTo>
                  <a:pt x="697" y="397"/>
                </a:lnTo>
                <a:lnTo>
                  <a:pt x="697" y="396"/>
                </a:lnTo>
                <a:lnTo>
                  <a:pt x="698" y="395"/>
                </a:lnTo>
                <a:lnTo>
                  <a:pt x="697" y="394"/>
                </a:lnTo>
                <a:lnTo>
                  <a:pt x="696" y="394"/>
                </a:lnTo>
                <a:lnTo>
                  <a:pt x="696" y="395"/>
                </a:lnTo>
                <a:lnTo>
                  <a:pt x="695" y="395"/>
                </a:lnTo>
                <a:lnTo>
                  <a:pt x="695" y="396"/>
                </a:lnTo>
                <a:lnTo>
                  <a:pt x="695" y="397"/>
                </a:lnTo>
                <a:lnTo>
                  <a:pt x="696" y="397"/>
                </a:lnTo>
                <a:lnTo>
                  <a:pt x="697" y="398"/>
                </a:lnTo>
                <a:lnTo>
                  <a:pt x="696" y="398"/>
                </a:lnTo>
                <a:lnTo>
                  <a:pt x="695" y="398"/>
                </a:lnTo>
                <a:lnTo>
                  <a:pt x="696" y="398"/>
                </a:lnTo>
                <a:lnTo>
                  <a:pt x="696" y="399"/>
                </a:lnTo>
                <a:lnTo>
                  <a:pt x="695" y="399"/>
                </a:lnTo>
                <a:lnTo>
                  <a:pt x="695" y="398"/>
                </a:lnTo>
                <a:lnTo>
                  <a:pt x="694" y="398"/>
                </a:lnTo>
                <a:lnTo>
                  <a:pt x="694" y="397"/>
                </a:lnTo>
                <a:lnTo>
                  <a:pt x="695" y="397"/>
                </a:lnTo>
                <a:lnTo>
                  <a:pt x="694" y="397"/>
                </a:lnTo>
                <a:lnTo>
                  <a:pt x="694" y="398"/>
                </a:lnTo>
                <a:lnTo>
                  <a:pt x="693" y="398"/>
                </a:lnTo>
                <a:lnTo>
                  <a:pt x="693" y="397"/>
                </a:lnTo>
                <a:lnTo>
                  <a:pt x="692" y="398"/>
                </a:lnTo>
                <a:lnTo>
                  <a:pt x="692" y="399"/>
                </a:lnTo>
                <a:lnTo>
                  <a:pt x="693" y="399"/>
                </a:lnTo>
                <a:lnTo>
                  <a:pt x="692" y="399"/>
                </a:lnTo>
                <a:lnTo>
                  <a:pt x="692" y="400"/>
                </a:lnTo>
                <a:lnTo>
                  <a:pt x="693" y="400"/>
                </a:lnTo>
                <a:lnTo>
                  <a:pt x="693" y="401"/>
                </a:lnTo>
                <a:lnTo>
                  <a:pt x="693" y="402"/>
                </a:lnTo>
                <a:lnTo>
                  <a:pt x="693" y="401"/>
                </a:lnTo>
                <a:lnTo>
                  <a:pt x="692" y="401"/>
                </a:lnTo>
                <a:lnTo>
                  <a:pt x="691" y="401"/>
                </a:lnTo>
                <a:lnTo>
                  <a:pt x="691" y="402"/>
                </a:lnTo>
                <a:lnTo>
                  <a:pt x="690" y="402"/>
                </a:lnTo>
                <a:lnTo>
                  <a:pt x="690" y="401"/>
                </a:lnTo>
                <a:lnTo>
                  <a:pt x="689" y="401"/>
                </a:lnTo>
                <a:lnTo>
                  <a:pt x="689" y="402"/>
                </a:lnTo>
                <a:lnTo>
                  <a:pt x="688" y="403"/>
                </a:lnTo>
                <a:lnTo>
                  <a:pt x="687" y="403"/>
                </a:lnTo>
                <a:lnTo>
                  <a:pt x="687" y="402"/>
                </a:lnTo>
                <a:lnTo>
                  <a:pt x="688" y="402"/>
                </a:lnTo>
                <a:lnTo>
                  <a:pt x="687" y="402"/>
                </a:lnTo>
                <a:lnTo>
                  <a:pt x="686" y="402"/>
                </a:lnTo>
                <a:lnTo>
                  <a:pt x="686" y="403"/>
                </a:lnTo>
                <a:lnTo>
                  <a:pt x="686" y="404"/>
                </a:lnTo>
                <a:lnTo>
                  <a:pt x="685" y="404"/>
                </a:lnTo>
                <a:lnTo>
                  <a:pt x="685" y="405"/>
                </a:lnTo>
                <a:lnTo>
                  <a:pt x="686" y="406"/>
                </a:lnTo>
                <a:lnTo>
                  <a:pt x="687" y="406"/>
                </a:lnTo>
                <a:lnTo>
                  <a:pt x="688" y="407"/>
                </a:lnTo>
                <a:lnTo>
                  <a:pt x="687" y="408"/>
                </a:lnTo>
                <a:lnTo>
                  <a:pt x="686" y="408"/>
                </a:lnTo>
                <a:lnTo>
                  <a:pt x="686" y="409"/>
                </a:lnTo>
                <a:lnTo>
                  <a:pt x="685" y="409"/>
                </a:lnTo>
                <a:lnTo>
                  <a:pt x="684" y="408"/>
                </a:lnTo>
                <a:lnTo>
                  <a:pt x="683" y="408"/>
                </a:lnTo>
                <a:lnTo>
                  <a:pt x="682" y="408"/>
                </a:lnTo>
                <a:lnTo>
                  <a:pt x="682" y="409"/>
                </a:lnTo>
                <a:lnTo>
                  <a:pt x="683" y="409"/>
                </a:lnTo>
                <a:lnTo>
                  <a:pt x="684" y="410"/>
                </a:lnTo>
                <a:lnTo>
                  <a:pt x="684" y="409"/>
                </a:lnTo>
                <a:lnTo>
                  <a:pt x="685" y="409"/>
                </a:lnTo>
                <a:lnTo>
                  <a:pt x="686" y="409"/>
                </a:lnTo>
                <a:lnTo>
                  <a:pt x="686" y="410"/>
                </a:lnTo>
                <a:lnTo>
                  <a:pt x="685" y="410"/>
                </a:lnTo>
                <a:lnTo>
                  <a:pt x="684" y="411"/>
                </a:lnTo>
                <a:lnTo>
                  <a:pt x="683" y="411"/>
                </a:lnTo>
                <a:lnTo>
                  <a:pt x="683" y="412"/>
                </a:lnTo>
                <a:lnTo>
                  <a:pt x="684" y="412"/>
                </a:lnTo>
                <a:lnTo>
                  <a:pt x="685" y="412"/>
                </a:lnTo>
                <a:lnTo>
                  <a:pt x="685" y="413"/>
                </a:lnTo>
                <a:lnTo>
                  <a:pt x="684" y="413"/>
                </a:lnTo>
                <a:lnTo>
                  <a:pt x="684" y="414"/>
                </a:lnTo>
                <a:lnTo>
                  <a:pt x="683" y="414"/>
                </a:lnTo>
                <a:lnTo>
                  <a:pt x="682" y="414"/>
                </a:lnTo>
                <a:lnTo>
                  <a:pt x="681" y="414"/>
                </a:lnTo>
                <a:lnTo>
                  <a:pt x="681" y="415"/>
                </a:lnTo>
                <a:lnTo>
                  <a:pt x="681" y="416"/>
                </a:lnTo>
                <a:lnTo>
                  <a:pt x="681" y="417"/>
                </a:lnTo>
                <a:lnTo>
                  <a:pt x="681" y="416"/>
                </a:lnTo>
                <a:lnTo>
                  <a:pt x="682" y="416"/>
                </a:lnTo>
                <a:lnTo>
                  <a:pt x="683" y="416"/>
                </a:lnTo>
                <a:lnTo>
                  <a:pt x="683" y="417"/>
                </a:lnTo>
                <a:lnTo>
                  <a:pt x="682" y="417"/>
                </a:lnTo>
                <a:lnTo>
                  <a:pt x="682" y="418"/>
                </a:lnTo>
                <a:lnTo>
                  <a:pt x="683" y="419"/>
                </a:lnTo>
                <a:lnTo>
                  <a:pt x="684" y="419"/>
                </a:lnTo>
                <a:lnTo>
                  <a:pt x="685" y="419"/>
                </a:lnTo>
                <a:lnTo>
                  <a:pt x="684" y="419"/>
                </a:lnTo>
                <a:lnTo>
                  <a:pt x="685" y="419"/>
                </a:lnTo>
                <a:lnTo>
                  <a:pt x="685" y="420"/>
                </a:lnTo>
                <a:lnTo>
                  <a:pt x="684" y="420"/>
                </a:lnTo>
                <a:lnTo>
                  <a:pt x="683" y="420"/>
                </a:lnTo>
                <a:lnTo>
                  <a:pt x="682" y="420"/>
                </a:lnTo>
                <a:lnTo>
                  <a:pt x="681" y="420"/>
                </a:lnTo>
                <a:lnTo>
                  <a:pt x="681" y="421"/>
                </a:lnTo>
                <a:lnTo>
                  <a:pt x="682" y="421"/>
                </a:lnTo>
                <a:lnTo>
                  <a:pt x="681" y="421"/>
                </a:lnTo>
                <a:lnTo>
                  <a:pt x="681" y="422"/>
                </a:lnTo>
                <a:lnTo>
                  <a:pt x="680" y="422"/>
                </a:lnTo>
                <a:lnTo>
                  <a:pt x="679" y="422"/>
                </a:lnTo>
                <a:lnTo>
                  <a:pt x="679" y="423"/>
                </a:lnTo>
                <a:lnTo>
                  <a:pt x="680" y="424"/>
                </a:lnTo>
                <a:lnTo>
                  <a:pt x="679" y="424"/>
                </a:lnTo>
                <a:lnTo>
                  <a:pt x="678" y="424"/>
                </a:lnTo>
                <a:lnTo>
                  <a:pt x="677" y="424"/>
                </a:lnTo>
                <a:lnTo>
                  <a:pt x="676" y="424"/>
                </a:lnTo>
                <a:lnTo>
                  <a:pt x="676" y="425"/>
                </a:lnTo>
                <a:lnTo>
                  <a:pt x="677" y="425"/>
                </a:lnTo>
                <a:lnTo>
                  <a:pt x="676" y="425"/>
                </a:lnTo>
                <a:lnTo>
                  <a:pt x="676" y="426"/>
                </a:lnTo>
                <a:lnTo>
                  <a:pt x="675" y="426"/>
                </a:lnTo>
                <a:lnTo>
                  <a:pt x="675" y="427"/>
                </a:lnTo>
                <a:lnTo>
                  <a:pt x="674" y="427"/>
                </a:lnTo>
                <a:lnTo>
                  <a:pt x="674" y="426"/>
                </a:lnTo>
                <a:lnTo>
                  <a:pt x="673" y="426"/>
                </a:lnTo>
                <a:lnTo>
                  <a:pt x="673" y="427"/>
                </a:lnTo>
                <a:lnTo>
                  <a:pt x="672" y="427"/>
                </a:lnTo>
                <a:lnTo>
                  <a:pt x="672" y="426"/>
                </a:lnTo>
                <a:lnTo>
                  <a:pt x="672" y="425"/>
                </a:lnTo>
                <a:lnTo>
                  <a:pt x="671" y="425"/>
                </a:lnTo>
                <a:lnTo>
                  <a:pt x="670" y="425"/>
                </a:lnTo>
                <a:lnTo>
                  <a:pt x="670" y="426"/>
                </a:lnTo>
                <a:lnTo>
                  <a:pt x="671" y="426"/>
                </a:lnTo>
                <a:lnTo>
                  <a:pt x="671" y="427"/>
                </a:lnTo>
                <a:lnTo>
                  <a:pt x="670" y="427"/>
                </a:lnTo>
                <a:lnTo>
                  <a:pt x="669" y="427"/>
                </a:lnTo>
                <a:lnTo>
                  <a:pt x="668" y="427"/>
                </a:lnTo>
                <a:lnTo>
                  <a:pt x="668" y="428"/>
                </a:lnTo>
                <a:lnTo>
                  <a:pt x="668" y="429"/>
                </a:lnTo>
                <a:lnTo>
                  <a:pt x="668" y="430"/>
                </a:lnTo>
                <a:lnTo>
                  <a:pt x="667" y="431"/>
                </a:lnTo>
                <a:lnTo>
                  <a:pt x="666" y="431"/>
                </a:lnTo>
                <a:lnTo>
                  <a:pt x="665" y="431"/>
                </a:lnTo>
                <a:lnTo>
                  <a:pt x="665" y="432"/>
                </a:lnTo>
                <a:lnTo>
                  <a:pt x="664" y="431"/>
                </a:lnTo>
                <a:lnTo>
                  <a:pt x="663" y="431"/>
                </a:lnTo>
                <a:lnTo>
                  <a:pt x="663" y="432"/>
                </a:lnTo>
                <a:lnTo>
                  <a:pt x="662" y="432"/>
                </a:lnTo>
                <a:lnTo>
                  <a:pt x="662" y="431"/>
                </a:lnTo>
                <a:lnTo>
                  <a:pt x="661" y="431"/>
                </a:lnTo>
                <a:lnTo>
                  <a:pt x="661" y="432"/>
                </a:lnTo>
                <a:lnTo>
                  <a:pt x="660" y="432"/>
                </a:lnTo>
                <a:lnTo>
                  <a:pt x="660" y="433"/>
                </a:lnTo>
                <a:lnTo>
                  <a:pt x="660" y="434"/>
                </a:lnTo>
                <a:lnTo>
                  <a:pt x="660" y="435"/>
                </a:lnTo>
                <a:lnTo>
                  <a:pt x="661" y="435"/>
                </a:lnTo>
                <a:lnTo>
                  <a:pt x="660" y="436"/>
                </a:lnTo>
                <a:lnTo>
                  <a:pt x="660" y="437"/>
                </a:lnTo>
                <a:lnTo>
                  <a:pt x="660" y="438"/>
                </a:lnTo>
                <a:lnTo>
                  <a:pt x="659" y="438"/>
                </a:lnTo>
                <a:lnTo>
                  <a:pt x="659" y="439"/>
                </a:lnTo>
                <a:lnTo>
                  <a:pt x="657" y="440"/>
                </a:lnTo>
                <a:lnTo>
                  <a:pt x="656" y="440"/>
                </a:lnTo>
                <a:lnTo>
                  <a:pt x="656" y="439"/>
                </a:lnTo>
                <a:lnTo>
                  <a:pt x="655" y="439"/>
                </a:lnTo>
                <a:lnTo>
                  <a:pt x="655" y="438"/>
                </a:lnTo>
                <a:lnTo>
                  <a:pt x="654" y="438"/>
                </a:lnTo>
                <a:lnTo>
                  <a:pt x="653" y="438"/>
                </a:lnTo>
                <a:lnTo>
                  <a:pt x="652" y="438"/>
                </a:lnTo>
                <a:lnTo>
                  <a:pt x="651" y="438"/>
                </a:lnTo>
                <a:lnTo>
                  <a:pt x="650" y="438"/>
                </a:lnTo>
                <a:lnTo>
                  <a:pt x="649" y="437"/>
                </a:lnTo>
                <a:lnTo>
                  <a:pt x="648" y="437"/>
                </a:lnTo>
                <a:lnTo>
                  <a:pt x="647" y="437"/>
                </a:lnTo>
                <a:lnTo>
                  <a:pt x="646" y="437"/>
                </a:lnTo>
                <a:lnTo>
                  <a:pt x="645" y="437"/>
                </a:lnTo>
                <a:lnTo>
                  <a:pt x="644" y="437"/>
                </a:lnTo>
                <a:lnTo>
                  <a:pt x="644" y="438"/>
                </a:lnTo>
                <a:lnTo>
                  <a:pt x="644" y="437"/>
                </a:lnTo>
                <a:lnTo>
                  <a:pt x="643" y="437"/>
                </a:lnTo>
                <a:lnTo>
                  <a:pt x="643" y="436"/>
                </a:lnTo>
                <a:lnTo>
                  <a:pt x="642" y="436"/>
                </a:lnTo>
                <a:lnTo>
                  <a:pt x="640" y="436"/>
                </a:lnTo>
                <a:lnTo>
                  <a:pt x="640" y="437"/>
                </a:lnTo>
                <a:lnTo>
                  <a:pt x="639" y="437"/>
                </a:lnTo>
                <a:lnTo>
                  <a:pt x="638" y="438"/>
                </a:lnTo>
                <a:lnTo>
                  <a:pt x="638" y="439"/>
                </a:lnTo>
                <a:lnTo>
                  <a:pt x="637" y="439"/>
                </a:lnTo>
                <a:lnTo>
                  <a:pt x="636" y="439"/>
                </a:lnTo>
                <a:lnTo>
                  <a:pt x="636" y="440"/>
                </a:lnTo>
                <a:lnTo>
                  <a:pt x="635" y="440"/>
                </a:lnTo>
                <a:lnTo>
                  <a:pt x="635" y="439"/>
                </a:lnTo>
                <a:lnTo>
                  <a:pt x="634" y="439"/>
                </a:lnTo>
                <a:lnTo>
                  <a:pt x="634" y="438"/>
                </a:lnTo>
                <a:lnTo>
                  <a:pt x="633" y="438"/>
                </a:lnTo>
                <a:lnTo>
                  <a:pt x="632" y="437"/>
                </a:lnTo>
                <a:lnTo>
                  <a:pt x="631" y="437"/>
                </a:lnTo>
                <a:lnTo>
                  <a:pt x="630" y="438"/>
                </a:lnTo>
                <a:lnTo>
                  <a:pt x="629" y="438"/>
                </a:lnTo>
                <a:lnTo>
                  <a:pt x="629" y="437"/>
                </a:lnTo>
                <a:lnTo>
                  <a:pt x="629" y="438"/>
                </a:lnTo>
                <a:lnTo>
                  <a:pt x="628" y="438"/>
                </a:lnTo>
                <a:lnTo>
                  <a:pt x="628" y="439"/>
                </a:lnTo>
                <a:lnTo>
                  <a:pt x="628" y="440"/>
                </a:lnTo>
                <a:lnTo>
                  <a:pt x="627" y="440"/>
                </a:lnTo>
                <a:lnTo>
                  <a:pt x="627" y="441"/>
                </a:lnTo>
                <a:lnTo>
                  <a:pt x="626" y="441"/>
                </a:lnTo>
                <a:lnTo>
                  <a:pt x="625" y="441"/>
                </a:lnTo>
                <a:lnTo>
                  <a:pt x="624" y="441"/>
                </a:lnTo>
                <a:lnTo>
                  <a:pt x="623" y="441"/>
                </a:lnTo>
                <a:lnTo>
                  <a:pt x="621" y="441"/>
                </a:lnTo>
                <a:lnTo>
                  <a:pt x="620" y="441"/>
                </a:lnTo>
                <a:lnTo>
                  <a:pt x="619" y="441"/>
                </a:lnTo>
                <a:lnTo>
                  <a:pt x="618" y="441"/>
                </a:lnTo>
                <a:lnTo>
                  <a:pt x="618" y="440"/>
                </a:lnTo>
                <a:lnTo>
                  <a:pt x="617" y="440"/>
                </a:lnTo>
                <a:lnTo>
                  <a:pt x="616" y="440"/>
                </a:lnTo>
                <a:lnTo>
                  <a:pt x="616" y="439"/>
                </a:lnTo>
                <a:lnTo>
                  <a:pt x="615" y="439"/>
                </a:lnTo>
                <a:lnTo>
                  <a:pt x="614" y="439"/>
                </a:lnTo>
                <a:lnTo>
                  <a:pt x="613" y="439"/>
                </a:lnTo>
                <a:lnTo>
                  <a:pt x="600" y="438"/>
                </a:lnTo>
                <a:lnTo>
                  <a:pt x="583" y="439"/>
                </a:lnTo>
                <a:lnTo>
                  <a:pt x="580" y="440"/>
                </a:lnTo>
                <a:lnTo>
                  <a:pt x="577" y="441"/>
                </a:lnTo>
                <a:lnTo>
                  <a:pt x="578" y="442"/>
                </a:lnTo>
                <a:lnTo>
                  <a:pt x="579" y="443"/>
                </a:lnTo>
                <a:lnTo>
                  <a:pt x="580" y="444"/>
                </a:lnTo>
                <a:lnTo>
                  <a:pt x="581" y="444"/>
                </a:lnTo>
                <a:lnTo>
                  <a:pt x="582" y="445"/>
                </a:lnTo>
                <a:lnTo>
                  <a:pt x="583" y="446"/>
                </a:lnTo>
                <a:lnTo>
                  <a:pt x="584" y="446"/>
                </a:lnTo>
                <a:lnTo>
                  <a:pt x="584" y="448"/>
                </a:lnTo>
                <a:lnTo>
                  <a:pt x="583" y="448"/>
                </a:lnTo>
                <a:lnTo>
                  <a:pt x="583" y="449"/>
                </a:lnTo>
                <a:lnTo>
                  <a:pt x="584" y="450"/>
                </a:lnTo>
                <a:lnTo>
                  <a:pt x="584" y="451"/>
                </a:lnTo>
                <a:lnTo>
                  <a:pt x="584" y="452"/>
                </a:lnTo>
                <a:lnTo>
                  <a:pt x="584" y="453"/>
                </a:lnTo>
                <a:lnTo>
                  <a:pt x="584" y="454"/>
                </a:lnTo>
                <a:lnTo>
                  <a:pt x="584" y="455"/>
                </a:lnTo>
                <a:lnTo>
                  <a:pt x="584" y="456"/>
                </a:lnTo>
                <a:lnTo>
                  <a:pt x="584" y="457"/>
                </a:lnTo>
                <a:lnTo>
                  <a:pt x="583" y="457"/>
                </a:lnTo>
                <a:lnTo>
                  <a:pt x="583" y="458"/>
                </a:lnTo>
                <a:lnTo>
                  <a:pt x="584" y="458"/>
                </a:lnTo>
                <a:lnTo>
                  <a:pt x="584" y="460"/>
                </a:lnTo>
                <a:lnTo>
                  <a:pt x="584" y="461"/>
                </a:lnTo>
                <a:lnTo>
                  <a:pt x="584" y="462"/>
                </a:lnTo>
                <a:lnTo>
                  <a:pt x="585" y="462"/>
                </a:lnTo>
                <a:lnTo>
                  <a:pt x="585" y="463"/>
                </a:lnTo>
                <a:lnTo>
                  <a:pt x="586" y="463"/>
                </a:lnTo>
                <a:lnTo>
                  <a:pt x="587" y="463"/>
                </a:lnTo>
                <a:lnTo>
                  <a:pt x="587" y="464"/>
                </a:lnTo>
                <a:lnTo>
                  <a:pt x="587" y="465"/>
                </a:lnTo>
                <a:lnTo>
                  <a:pt x="587" y="466"/>
                </a:lnTo>
                <a:lnTo>
                  <a:pt x="587" y="467"/>
                </a:lnTo>
                <a:lnTo>
                  <a:pt x="588" y="467"/>
                </a:lnTo>
                <a:lnTo>
                  <a:pt x="588" y="468"/>
                </a:lnTo>
                <a:lnTo>
                  <a:pt x="589" y="469"/>
                </a:lnTo>
                <a:lnTo>
                  <a:pt x="589" y="470"/>
                </a:lnTo>
                <a:lnTo>
                  <a:pt x="590" y="470"/>
                </a:lnTo>
                <a:lnTo>
                  <a:pt x="591" y="471"/>
                </a:lnTo>
                <a:lnTo>
                  <a:pt x="592" y="472"/>
                </a:lnTo>
                <a:lnTo>
                  <a:pt x="593" y="473"/>
                </a:lnTo>
                <a:lnTo>
                  <a:pt x="594" y="473"/>
                </a:lnTo>
                <a:lnTo>
                  <a:pt x="594" y="474"/>
                </a:lnTo>
                <a:lnTo>
                  <a:pt x="595" y="474"/>
                </a:lnTo>
                <a:lnTo>
                  <a:pt x="596" y="473"/>
                </a:lnTo>
                <a:lnTo>
                  <a:pt x="596" y="474"/>
                </a:lnTo>
                <a:lnTo>
                  <a:pt x="597" y="474"/>
                </a:lnTo>
                <a:lnTo>
                  <a:pt x="598" y="475"/>
                </a:lnTo>
                <a:lnTo>
                  <a:pt x="598" y="476"/>
                </a:lnTo>
                <a:lnTo>
                  <a:pt x="599" y="476"/>
                </a:lnTo>
                <a:lnTo>
                  <a:pt x="599" y="477"/>
                </a:lnTo>
                <a:lnTo>
                  <a:pt x="600" y="478"/>
                </a:lnTo>
                <a:lnTo>
                  <a:pt x="600" y="479"/>
                </a:lnTo>
                <a:lnTo>
                  <a:pt x="601" y="479"/>
                </a:lnTo>
                <a:lnTo>
                  <a:pt x="602" y="480"/>
                </a:lnTo>
                <a:lnTo>
                  <a:pt x="601" y="480"/>
                </a:lnTo>
                <a:lnTo>
                  <a:pt x="600" y="480"/>
                </a:lnTo>
                <a:lnTo>
                  <a:pt x="600" y="481"/>
                </a:lnTo>
                <a:lnTo>
                  <a:pt x="601" y="481"/>
                </a:lnTo>
                <a:lnTo>
                  <a:pt x="601" y="482"/>
                </a:lnTo>
                <a:lnTo>
                  <a:pt x="602" y="482"/>
                </a:lnTo>
                <a:lnTo>
                  <a:pt x="602" y="481"/>
                </a:lnTo>
                <a:lnTo>
                  <a:pt x="603" y="481"/>
                </a:lnTo>
                <a:lnTo>
                  <a:pt x="603" y="482"/>
                </a:lnTo>
                <a:lnTo>
                  <a:pt x="602" y="482"/>
                </a:lnTo>
                <a:lnTo>
                  <a:pt x="602" y="483"/>
                </a:lnTo>
                <a:lnTo>
                  <a:pt x="603" y="483"/>
                </a:lnTo>
                <a:lnTo>
                  <a:pt x="603" y="484"/>
                </a:lnTo>
                <a:lnTo>
                  <a:pt x="603" y="485"/>
                </a:lnTo>
                <a:lnTo>
                  <a:pt x="602" y="485"/>
                </a:lnTo>
                <a:lnTo>
                  <a:pt x="601" y="485"/>
                </a:lnTo>
                <a:lnTo>
                  <a:pt x="601" y="486"/>
                </a:lnTo>
                <a:lnTo>
                  <a:pt x="600" y="487"/>
                </a:lnTo>
                <a:lnTo>
                  <a:pt x="601" y="487"/>
                </a:lnTo>
                <a:lnTo>
                  <a:pt x="601" y="488"/>
                </a:lnTo>
                <a:lnTo>
                  <a:pt x="601" y="489"/>
                </a:lnTo>
                <a:lnTo>
                  <a:pt x="600" y="489"/>
                </a:lnTo>
                <a:lnTo>
                  <a:pt x="600" y="488"/>
                </a:lnTo>
                <a:lnTo>
                  <a:pt x="600" y="489"/>
                </a:lnTo>
                <a:lnTo>
                  <a:pt x="600" y="490"/>
                </a:lnTo>
                <a:lnTo>
                  <a:pt x="598" y="491"/>
                </a:lnTo>
                <a:lnTo>
                  <a:pt x="597" y="492"/>
                </a:lnTo>
                <a:lnTo>
                  <a:pt x="596" y="492"/>
                </a:lnTo>
                <a:lnTo>
                  <a:pt x="595" y="493"/>
                </a:lnTo>
                <a:lnTo>
                  <a:pt x="596" y="493"/>
                </a:lnTo>
                <a:lnTo>
                  <a:pt x="596" y="494"/>
                </a:lnTo>
                <a:lnTo>
                  <a:pt x="596" y="495"/>
                </a:lnTo>
                <a:lnTo>
                  <a:pt x="596" y="496"/>
                </a:lnTo>
                <a:lnTo>
                  <a:pt x="595" y="496"/>
                </a:lnTo>
                <a:lnTo>
                  <a:pt x="595" y="497"/>
                </a:lnTo>
                <a:lnTo>
                  <a:pt x="596" y="497"/>
                </a:lnTo>
                <a:lnTo>
                  <a:pt x="596" y="498"/>
                </a:lnTo>
                <a:lnTo>
                  <a:pt x="595" y="498"/>
                </a:lnTo>
                <a:lnTo>
                  <a:pt x="594" y="498"/>
                </a:lnTo>
                <a:lnTo>
                  <a:pt x="594" y="499"/>
                </a:lnTo>
                <a:lnTo>
                  <a:pt x="593" y="499"/>
                </a:lnTo>
                <a:lnTo>
                  <a:pt x="593" y="501"/>
                </a:lnTo>
                <a:lnTo>
                  <a:pt x="592" y="501"/>
                </a:lnTo>
                <a:lnTo>
                  <a:pt x="591" y="501"/>
                </a:lnTo>
                <a:lnTo>
                  <a:pt x="590" y="502"/>
                </a:lnTo>
                <a:lnTo>
                  <a:pt x="589" y="502"/>
                </a:lnTo>
                <a:lnTo>
                  <a:pt x="589" y="503"/>
                </a:lnTo>
                <a:lnTo>
                  <a:pt x="589" y="504"/>
                </a:lnTo>
                <a:lnTo>
                  <a:pt x="588" y="504"/>
                </a:lnTo>
                <a:lnTo>
                  <a:pt x="587" y="504"/>
                </a:lnTo>
                <a:lnTo>
                  <a:pt x="586" y="504"/>
                </a:lnTo>
                <a:lnTo>
                  <a:pt x="585" y="504"/>
                </a:lnTo>
                <a:lnTo>
                  <a:pt x="585" y="505"/>
                </a:lnTo>
                <a:lnTo>
                  <a:pt x="585" y="506"/>
                </a:lnTo>
                <a:lnTo>
                  <a:pt x="584" y="506"/>
                </a:lnTo>
                <a:lnTo>
                  <a:pt x="583" y="505"/>
                </a:lnTo>
                <a:lnTo>
                  <a:pt x="582" y="505"/>
                </a:lnTo>
                <a:lnTo>
                  <a:pt x="582" y="504"/>
                </a:lnTo>
                <a:lnTo>
                  <a:pt x="583" y="504"/>
                </a:lnTo>
                <a:lnTo>
                  <a:pt x="584" y="504"/>
                </a:lnTo>
                <a:lnTo>
                  <a:pt x="584" y="503"/>
                </a:lnTo>
                <a:lnTo>
                  <a:pt x="583" y="503"/>
                </a:lnTo>
                <a:lnTo>
                  <a:pt x="582" y="503"/>
                </a:lnTo>
                <a:lnTo>
                  <a:pt x="581" y="503"/>
                </a:lnTo>
                <a:lnTo>
                  <a:pt x="581" y="504"/>
                </a:lnTo>
                <a:lnTo>
                  <a:pt x="582" y="504"/>
                </a:lnTo>
                <a:lnTo>
                  <a:pt x="581" y="504"/>
                </a:lnTo>
                <a:lnTo>
                  <a:pt x="581" y="505"/>
                </a:lnTo>
                <a:lnTo>
                  <a:pt x="581" y="504"/>
                </a:lnTo>
                <a:lnTo>
                  <a:pt x="581" y="503"/>
                </a:lnTo>
                <a:lnTo>
                  <a:pt x="580" y="503"/>
                </a:lnTo>
                <a:lnTo>
                  <a:pt x="579" y="503"/>
                </a:lnTo>
                <a:lnTo>
                  <a:pt x="578" y="503"/>
                </a:lnTo>
                <a:lnTo>
                  <a:pt x="577" y="503"/>
                </a:lnTo>
                <a:lnTo>
                  <a:pt x="578" y="503"/>
                </a:lnTo>
                <a:lnTo>
                  <a:pt x="578" y="502"/>
                </a:lnTo>
                <a:lnTo>
                  <a:pt x="578" y="501"/>
                </a:lnTo>
                <a:lnTo>
                  <a:pt x="578" y="500"/>
                </a:lnTo>
                <a:lnTo>
                  <a:pt x="577" y="500"/>
                </a:lnTo>
                <a:lnTo>
                  <a:pt x="577" y="501"/>
                </a:lnTo>
                <a:lnTo>
                  <a:pt x="576" y="501"/>
                </a:lnTo>
                <a:lnTo>
                  <a:pt x="576" y="500"/>
                </a:lnTo>
                <a:lnTo>
                  <a:pt x="576" y="499"/>
                </a:lnTo>
                <a:lnTo>
                  <a:pt x="575" y="499"/>
                </a:lnTo>
                <a:lnTo>
                  <a:pt x="575" y="500"/>
                </a:lnTo>
                <a:lnTo>
                  <a:pt x="575" y="499"/>
                </a:lnTo>
                <a:lnTo>
                  <a:pt x="574" y="499"/>
                </a:lnTo>
                <a:lnTo>
                  <a:pt x="575" y="499"/>
                </a:lnTo>
                <a:lnTo>
                  <a:pt x="576" y="498"/>
                </a:lnTo>
                <a:lnTo>
                  <a:pt x="575" y="498"/>
                </a:lnTo>
                <a:lnTo>
                  <a:pt x="574" y="498"/>
                </a:lnTo>
                <a:lnTo>
                  <a:pt x="574" y="499"/>
                </a:lnTo>
                <a:lnTo>
                  <a:pt x="574" y="500"/>
                </a:lnTo>
                <a:lnTo>
                  <a:pt x="573" y="500"/>
                </a:lnTo>
                <a:lnTo>
                  <a:pt x="573" y="501"/>
                </a:lnTo>
                <a:lnTo>
                  <a:pt x="572" y="501"/>
                </a:lnTo>
                <a:lnTo>
                  <a:pt x="572" y="500"/>
                </a:lnTo>
                <a:lnTo>
                  <a:pt x="572" y="499"/>
                </a:lnTo>
                <a:lnTo>
                  <a:pt x="571" y="499"/>
                </a:lnTo>
                <a:lnTo>
                  <a:pt x="571" y="498"/>
                </a:lnTo>
                <a:lnTo>
                  <a:pt x="570" y="499"/>
                </a:lnTo>
                <a:lnTo>
                  <a:pt x="570" y="498"/>
                </a:lnTo>
                <a:lnTo>
                  <a:pt x="569" y="498"/>
                </a:lnTo>
                <a:lnTo>
                  <a:pt x="570" y="498"/>
                </a:lnTo>
                <a:lnTo>
                  <a:pt x="570" y="497"/>
                </a:lnTo>
                <a:lnTo>
                  <a:pt x="569" y="497"/>
                </a:lnTo>
                <a:lnTo>
                  <a:pt x="569" y="496"/>
                </a:lnTo>
                <a:lnTo>
                  <a:pt x="568" y="496"/>
                </a:lnTo>
                <a:lnTo>
                  <a:pt x="568" y="497"/>
                </a:lnTo>
                <a:lnTo>
                  <a:pt x="568" y="498"/>
                </a:lnTo>
                <a:lnTo>
                  <a:pt x="567" y="498"/>
                </a:lnTo>
                <a:lnTo>
                  <a:pt x="566" y="499"/>
                </a:lnTo>
                <a:lnTo>
                  <a:pt x="565" y="499"/>
                </a:lnTo>
                <a:lnTo>
                  <a:pt x="564" y="499"/>
                </a:lnTo>
                <a:lnTo>
                  <a:pt x="564" y="498"/>
                </a:lnTo>
                <a:lnTo>
                  <a:pt x="563" y="498"/>
                </a:lnTo>
                <a:lnTo>
                  <a:pt x="563" y="499"/>
                </a:lnTo>
                <a:lnTo>
                  <a:pt x="563" y="500"/>
                </a:lnTo>
                <a:lnTo>
                  <a:pt x="563" y="501"/>
                </a:lnTo>
                <a:lnTo>
                  <a:pt x="563" y="502"/>
                </a:lnTo>
                <a:lnTo>
                  <a:pt x="562" y="502"/>
                </a:lnTo>
                <a:lnTo>
                  <a:pt x="561" y="501"/>
                </a:lnTo>
                <a:lnTo>
                  <a:pt x="561" y="500"/>
                </a:lnTo>
                <a:lnTo>
                  <a:pt x="560" y="500"/>
                </a:lnTo>
                <a:lnTo>
                  <a:pt x="559" y="500"/>
                </a:lnTo>
                <a:lnTo>
                  <a:pt x="559" y="501"/>
                </a:lnTo>
                <a:lnTo>
                  <a:pt x="559" y="502"/>
                </a:lnTo>
                <a:lnTo>
                  <a:pt x="558" y="502"/>
                </a:lnTo>
                <a:lnTo>
                  <a:pt x="558" y="501"/>
                </a:lnTo>
                <a:lnTo>
                  <a:pt x="558" y="500"/>
                </a:lnTo>
                <a:lnTo>
                  <a:pt x="557" y="500"/>
                </a:lnTo>
                <a:lnTo>
                  <a:pt x="556" y="500"/>
                </a:lnTo>
                <a:lnTo>
                  <a:pt x="556" y="502"/>
                </a:lnTo>
                <a:lnTo>
                  <a:pt x="555" y="502"/>
                </a:lnTo>
                <a:lnTo>
                  <a:pt x="555" y="501"/>
                </a:lnTo>
                <a:lnTo>
                  <a:pt x="555" y="500"/>
                </a:lnTo>
                <a:lnTo>
                  <a:pt x="554" y="500"/>
                </a:lnTo>
                <a:lnTo>
                  <a:pt x="553" y="500"/>
                </a:lnTo>
                <a:lnTo>
                  <a:pt x="552" y="500"/>
                </a:lnTo>
                <a:lnTo>
                  <a:pt x="551" y="500"/>
                </a:lnTo>
                <a:lnTo>
                  <a:pt x="550" y="500"/>
                </a:lnTo>
                <a:lnTo>
                  <a:pt x="549" y="500"/>
                </a:lnTo>
                <a:lnTo>
                  <a:pt x="548" y="500"/>
                </a:lnTo>
                <a:lnTo>
                  <a:pt x="547" y="500"/>
                </a:lnTo>
                <a:lnTo>
                  <a:pt x="546" y="500"/>
                </a:lnTo>
                <a:lnTo>
                  <a:pt x="545" y="500"/>
                </a:lnTo>
                <a:lnTo>
                  <a:pt x="545" y="501"/>
                </a:lnTo>
                <a:lnTo>
                  <a:pt x="544" y="501"/>
                </a:lnTo>
                <a:lnTo>
                  <a:pt x="544" y="500"/>
                </a:lnTo>
                <a:lnTo>
                  <a:pt x="543" y="499"/>
                </a:lnTo>
                <a:lnTo>
                  <a:pt x="543" y="500"/>
                </a:lnTo>
                <a:lnTo>
                  <a:pt x="543" y="501"/>
                </a:lnTo>
                <a:lnTo>
                  <a:pt x="544" y="501"/>
                </a:lnTo>
                <a:lnTo>
                  <a:pt x="544" y="502"/>
                </a:lnTo>
                <a:lnTo>
                  <a:pt x="543" y="502"/>
                </a:lnTo>
                <a:lnTo>
                  <a:pt x="542" y="502"/>
                </a:lnTo>
                <a:lnTo>
                  <a:pt x="542" y="501"/>
                </a:lnTo>
                <a:lnTo>
                  <a:pt x="541" y="501"/>
                </a:lnTo>
                <a:lnTo>
                  <a:pt x="540" y="500"/>
                </a:lnTo>
                <a:lnTo>
                  <a:pt x="540" y="499"/>
                </a:lnTo>
                <a:lnTo>
                  <a:pt x="539" y="499"/>
                </a:lnTo>
                <a:lnTo>
                  <a:pt x="538" y="499"/>
                </a:lnTo>
                <a:lnTo>
                  <a:pt x="538" y="500"/>
                </a:lnTo>
                <a:lnTo>
                  <a:pt x="537" y="500"/>
                </a:lnTo>
                <a:lnTo>
                  <a:pt x="536" y="499"/>
                </a:lnTo>
                <a:lnTo>
                  <a:pt x="535" y="499"/>
                </a:lnTo>
                <a:lnTo>
                  <a:pt x="534" y="498"/>
                </a:lnTo>
                <a:lnTo>
                  <a:pt x="533" y="497"/>
                </a:lnTo>
                <a:lnTo>
                  <a:pt x="533" y="496"/>
                </a:lnTo>
                <a:lnTo>
                  <a:pt x="533" y="495"/>
                </a:lnTo>
                <a:lnTo>
                  <a:pt x="532" y="495"/>
                </a:lnTo>
                <a:lnTo>
                  <a:pt x="532" y="496"/>
                </a:lnTo>
                <a:lnTo>
                  <a:pt x="531" y="496"/>
                </a:lnTo>
                <a:lnTo>
                  <a:pt x="530" y="495"/>
                </a:lnTo>
                <a:lnTo>
                  <a:pt x="529" y="495"/>
                </a:lnTo>
                <a:lnTo>
                  <a:pt x="529" y="494"/>
                </a:lnTo>
                <a:lnTo>
                  <a:pt x="529" y="495"/>
                </a:lnTo>
                <a:lnTo>
                  <a:pt x="528" y="495"/>
                </a:lnTo>
                <a:lnTo>
                  <a:pt x="527" y="495"/>
                </a:lnTo>
                <a:lnTo>
                  <a:pt x="527" y="494"/>
                </a:lnTo>
                <a:lnTo>
                  <a:pt x="526" y="494"/>
                </a:lnTo>
                <a:lnTo>
                  <a:pt x="526" y="495"/>
                </a:lnTo>
                <a:lnTo>
                  <a:pt x="526" y="496"/>
                </a:lnTo>
                <a:lnTo>
                  <a:pt x="525" y="496"/>
                </a:lnTo>
                <a:lnTo>
                  <a:pt x="524" y="496"/>
                </a:lnTo>
                <a:lnTo>
                  <a:pt x="523" y="496"/>
                </a:lnTo>
                <a:lnTo>
                  <a:pt x="522" y="496"/>
                </a:lnTo>
                <a:lnTo>
                  <a:pt x="521" y="496"/>
                </a:lnTo>
                <a:lnTo>
                  <a:pt x="520" y="496"/>
                </a:lnTo>
                <a:lnTo>
                  <a:pt x="520" y="495"/>
                </a:lnTo>
                <a:lnTo>
                  <a:pt x="520" y="494"/>
                </a:lnTo>
                <a:lnTo>
                  <a:pt x="519" y="494"/>
                </a:lnTo>
                <a:lnTo>
                  <a:pt x="518" y="494"/>
                </a:lnTo>
                <a:lnTo>
                  <a:pt x="516" y="494"/>
                </a:lnTo>
                <a:lnTo>
                  <a:pt x="516" y="495"/>
                </a:lnTo>
                <a:lnTo>
                  <a:pt x="517" y="495"/>
                </a:lnTo>
                <a:lnTo>
                  <a:pt x="517" y="496"/>
                </a:lnTo>
                <a:lnTo>
                  <a:pt x="516" y="496"/>
                </a:lnTo>
                <a:lnTo>
                  <a:pt x="515" y="496"/>
                </a:lnTo>
                <a:lnTo>
                  <a:pt x="514" y="496"/>
                </a:lnTo>
                <a:lnTo>
                  <a:pt x="514" y="495"/>
                </a:lnTo>
                <a:lnTo>
                  <a:pt x="513" y="495"/>
                </a:lnTo>
                <a:lnTo>
                  <a:pt x="511" y="494"/>
                </a:lnTo>
                <a:lnTo>
                  <a:pt x="510" y="494"/>
                </a:lnTo>
                <a:lnTo>
                  <a:pt x="509" y="494"/>
                </a:lnTo>
                <a:lnTo>
                  <a:pt x="508" y="494"/>
                </a:lnTo>
                <a:lnTo>
                  <a:pt x="507" y="494"/>
                </a:lnTo>
                <a:lnTo>
                  <a:pt x="506" y="494"/>
                </a:lnTo>
                <a:lnTo>
                  <a:pt x="506" y="493"/>
                </a:lnTo>
                <a:lnTo>
                  <a:pt x="507" y="493"/>
                </a:lnTo>
                <a:lnTo>
                  <a:pt x="508" y="493"/>
                </a:lnTo>
                <a:lnTo>
                  <a:pt x="509" y="492"/>
                </a:lnTo>
                <a:lnTo>
                  <a:pt x="509" y="491"/>
                </a:lnTo>
                <a:lnTo>
                  <a:pt x="508" y="491"/>
                </a:lnTo>
                <a:lnTo>
                  <a:pt x="507" y="491"/>
                </a:lnTo>
                <a:lnTo>
                  <a:pt x="506" y="491"/>
                </a:lnTo>
                <a:lnTo>
                  <a:pt x="505" y="492"/>
                </a:lnTo>
                <a:lnTo>
                  <a:pt x="504" y="491"/>
                </a:lnTo>
                <a:lnTo>
                  <a:pt x="505" y="491"/>
                </a:lnTo>
                <a:lnTo>
                  <a:pt x="505" y="490"/>
                </a:lnTo>
                <a:lnTo>
                  <a:pt x="504" y="490"/>
                </a:lnTo>
                <a:lnTo>
                  <a:pt x="503" y="490"/>
                </a:lnTo>
                <a:lnTo>
                  <a:pt x="502" y="490"/>
                </a:lnTo>
                <a:lnTo>
                  <a:pt x="502" y="489"/>
                </a:lnTo>
                <a:lnTo>
                  <a:pt x="501" y="489"/>
                </a:lnTo>
                <a:lnTo>
                  <a:pt x="500" y="489"/>
                </a:lnTo>
                <a:lnTo>
                  <a:pt x="500" y="490"/>
                </a:lnTo>
                <a:lnTo>
                  <a:pt x="499" y="489"/>
                </a:lnTo>
                <a:lnTo>
                  <a:pt x="499" y="488"/>
                </a:lnTo>
                <a:lnTo>
                  <a:pt x="498" y="488"/>
                </a:lnTo>
                <a:lnTo>
                  <a:pt x="497" y="488"/>
                </a:lnTo>
                <a:lnTo>
                  <a:pt x="497" y="489"/>
                </a:lnTo>
                <a:lnTo>
                  <a:pt x="496" y="489"/>
                </a:lnTo>
                <a:lnTo>
                  <a:pt x="496" y="488"/>
                </a:lnTo>
                <a:lnTo>
                  <a:pt x="495" y="488"/>
                </a:lnTo>
                <a:lnTo>
                  <a:pt x="494" y="488"/>
                </a:lnTo>
                <a:lnTo>
                  <a:pt x="493" y="488"/>
                </a:lnTo>
                <a:lnTo>
                  <a:pt x="492" y="487"/>
                </a:lnTo>
                <a:lnTo>
                  <a:pt x="493" y="487"/>
                </a:lnTo>
                <a:lnTo>
                  <a:pt x="494" y="487"/>
                </a:lnTo>
                <a:lnTo>
                  <a:pt x="494" y="486"/>
                </a:lnTo>
                <a:lnTo>
                  <a:pt x="494" y="485"/>
                </a:lnTo>
                <a:lnTo>
                  <a:pt x="496" y="485"/>
                </a:lnTo>
                <a:lnTo>
                  <a:pt x="496" y="484"/>
                </a:lnTo>
                <a:lnTo>
                  <a:pt x="496" y="483"/>
                </a:lnTo>
                <a:lnTo>
                  <a:pt x="497" y="483"/>
                </a:lnTo>
                <a:lnTo>
                  <a:pt x="499" y="483"/>
                </a:lnTo>
                <a:lnTo>
                  <a:pt x="500" y="483"/>
                </a:lnTo>
                <a:lnTo>
                  <a:pt x="500" y="482"/>
                </a:lnTo>
                <a:lnTo>
                  <a:pt x="499" y="482"/>
                </a:lnTo>
                <a:lnTo>
                  <a:pt x="498" y="482"/>
                </a:lnTo>
                <a:lnTo>
                  <a:pt x="497" y="482"/>
                </a:lnTo>
                <a:lnTo>
                  <a:pt x="496" y="482"/>
                </a:lnTo>
                <a:lnTo>
                  <a:pt x="495" y="482"/>
                </a:lnTo>
                <a:lnTo>
                  <a:pt x="494" y="482"/>
                </a:lnTo>
                <a:lnTo>
                  <a:pt x="494" y="481"/>
                </a:lnTo>
                <a:lnTo>
                  <a:pt x="494" y="480"/>
                </a:lnTo>
                <a:lnTo>
                  <a:pt x="494" y="479"/>
                </a:lnTo>
                <a:lnTo>
                  <a:pt x="493" y="479"/>
                </a:lnTo>
                <a:lnTo>
                  <a:pt x="493" y="480"/>
                </a:lnTo>
                <a:lnTo>
                  <a:pt x="492" y="480"/>
                </a:lnTo>
                <a:lnTo>
                  <a:pt x="492" y="479"/>
                </a:lnTo>
                <a:lnTo>
                  <a:pt x="491" y="479"/>
                </a:lnTo>
                <a:lnTo>
                  <a:pt x="492" y="479"/>
                </a:lnTo>
                <a:lnTo>
                  <a:pt x="493" y="478"/>
                </a:lnTo>
                <a:lnTo>
                  <a:pt x="493" y="477"/>
                </a:lnTo>
                <a:lnTo>
                  <a:pt x="492" y="477"/>
                </a:lnTo>
                <a:lnTo>
                  <a:pt x="491" y="477"/>
                </a:lnTo>
                <a:lnTo>
                  <a:pt x="490" y="477"/>
                </a:lnTo>
                <a:lnTo>
                  <a:pt x="490" y="476"/>
                </a:lnTo>
                <a:lnTo>
                  <a:pt x="489" y="476"/>
                </a:lnTo>
                <a:lnTo>
                  <a:pt x="488" y="476"/>
                </a:lnTo>
                <a:lnTo>
                  <a:pt x="488" y="475"/>
                </a:lnTo>
                <a:lnTo>
                  <a:pt x="487" y="475"/>
                </a:lnTo>
                <a:lnTo>
                  <a:pt x="486" y="475"/>
                </a:lnTo>
                <a:lnTo>
                  <a:pt x="486" y="474"/>
                </a:lnTo>
                <a:lnTo>
                  <a:pt x="487" y="473"/>
                </a:lnTo>
                <a:lnTo>
                  <a:pt x="487" y="472"/>
                </a:lnTo>
                <a:lnTo>
                  <a:pt x="488" y="472"/>
                </a:lnTo>
                <a:lnTo>
                  <a:pt x="488" y="473"/>
                </a:lnTo>
                <a:lnTo>
                  <a:pt x="489" y="473"/>
                </a:lnTo>
                <a:lnTo>
                  <a:pt x="490" y="473"/>
                </a:lnTo>
                <a:lnTo>
                  <a:pt x="490" y="472"/>
                </a:lnTo>
                <a:lnTo>
                  <a:pt x="490" y="471"/>
                </a:lnTo>
                <a:lnTo>
                  <a:pt x="489" y="471"/>
                </a:lnTo>
                <a:lnTo>
                  <a:pt x="489" y="472"/>
                </a:lnTo>
                <a:lnTo>
                  <a:pt x="488" y="472"/>
                </a:lnTo>
                <a:lnTo>
                  <a:pt x="488" y="471"/>
                </a:lnTo>
                <a:lnTo>
                  <a:pt x="488" y="470"/>
                </a:lnTo>
                <a:lnTo>
                  <a:pt x="488" y="469"/>
                </a:lnTo>
                <a:lnTo>
                  <a:pt x="487" y="469"/>
                </a:lnTo>
                <a:lnTo>
                  <a:pt x="488" y="469"/>
                </a:lnTo>
                <a:lnTo>
                  <a:pt x="488" y="468"/>
                </a:lnTo>
                <a:lnTo>
                  <a:pt x="488" y="467"/>
                </a:lnTo>
                <a:lnTo>
                  <a:pt x="487" y="467"/>
                </a:lnTo>
                <a:lnTo>
                  <a:pt x="485" y="467"/>
                </a:lnTo>
                <a:lnTo>
                  <a:pt x="484" y="467"/>
                </a:lnTo>
                <a:lnTo>
                  <a:pt x="483" y="467"/>
                </a:lnTo>
                <a:lnTo>
                  <a:pt x="484" y="466"/>
                </a:lnTo>
                <a:lnTo>
                  <a:pt x="484" y="465"/>
                </a:lnTo>
                <a:lnTo>
                  <a:pt x="483" y="465"/>
                </a:lnTo>
                <a:lnTo>
                  <a:pt x="482" y="465"/>
                </a:lnTo>
                <a:lnTo>
                  <a:pt x="481" y="465"/>
                </a:lnTo>
                <a:lnTo>
                  <a:pt x="481" y="464"/>
                </a:lnTo>
                <a:lnTo>
                  <a:pt x="480" y="464"/>
                </a:lnTo>
                <a:lnTo>
                  <a:pt x="479" y="464"/>
                </a:lnTo>
                <a:lnTo>
                  <a:pt x="478" y="464"/>
                </a:lnTo>
                <a:lnTo>
                  <a:pt x="477" y="464"/>
                </a:lnTo>
                <a:lnTo>
                  <a:pt x="477" y="463"/>
                </a:lnTo>
                <a:lnTo>
                  <a:pt x="478" y="463"/>
                </a:lnTo>
                <a:lnTo>
                  <a:pt x="479" y="463"/>
                </a:lnTo>
                <a:lnTo>
                  <a:pt x="479" y="462"/>
                </a:lnTo>
                <a:lnTo>
                  <a:pt x="479" y="461"/>
                </a:lnTo>
                <a:lnTo>
                  <a:pt x="478" y="461"/>
                </a:lnTo>
                <a:lnTo>
                  <a:pt x="478" y="460"/>
                </a:lnTo>
                <a:lnTo>
                  <a:pt x="477" y="460"/>
                </a:lnTo>
                <a:lnTo>
                  <a:pt x="476" y="460"/>
                </a:lnTo>
                <a:lnTo>
                  <a:pt x="476" y="461"/>
                </a:lnTo>
                <a:lnTo>
                  <a:pt x="475" y="461"/>
                </a:lnTo>
                <a:lnTo>
                  <a:pt x="475" y="462"/>
                </a:lnTo>
                <a:lnTo>
                  <a:pt x="474" y="462"/>
                </a:lnTo>
                <a:lnTo>
                  <a:pt x="473" y="462"/>
                </a:lnTo>
                <a:lnTo>
                  <a:pt x="473" y="463"/>
                </a:lnTo>
                <a:lnTo>
                  <a:pt x="472" y="463"/>
                </a:lnTo>
                <a:lnTo>
                  <a:pt x="471" y="464"/>
                </a:lnTo>
                <a:lnTo>
                  <a:pt x="470" y="465"/>
                </a:lnTo>
                <a:lnTo>
                  <a:pt x="470" y="466"/>
                </a:lnTo>
                <a:lnTo>
                  <a:pt x="470" y="467"/>
                </a:lnTo>
                <a:lnTo>
                  <a:pt x="470" y="468"/>
                </a:lnTo>
                <a:lnTo>
                  <a:pt x="469" y="468"/>
                </a:lnTo>
                <a:lnTo>
                  <a:pt x="469" y="469"/>
                </a:lnTo>
                <a:lnTo>
                  <a:pt x="468" y="470"/>
                </a:lnTo>
                <a:lnTo>
                  <a:pt x="468" y="469"/>
                </a:lnTo>
                <a:lnTo>
                  <a:pt x="467" y="469"/>
                </a:lnTo>
                <a:lnTo>
                  <a:pt x="467" y="468"/>
                </a:lnTo>
                <a:lnTo>
                  <a:pt x="467" y="467"/>
                </a:lnTo>
                <a:lnTo>
                  <a:pt x="466" y="467"/>
                </a:lnTo>
                <a:lnTo>
                  <a:pt x="465" y="468"/>
                </a:lnTo>
                <a:lnTo>
                  <a:pt x="465" y="469"/>
                </a:lnTo>
                <a:lnTo>
                  <a:pt x="465" y="470"/>
                </a:lnTo>
                <a:lnTo>
                  <a:pt x="465" y="471"/>
                </a:lnTo>
                <a:lnTo>
                  <a:pt x="465" y="472"/>
                </a:lnTo>
                <a:lnTo>
                  <a:pt x="464" y="472"/>
                </a:lnTo>
                <a:lnTo>
                  <a:pt x="463" y="472"/>
                </a:lnTo>
                <a:lnTo>
                  <a:pt x="463" y="471"/>
                </a:lnTo>
                <a:lnTo>
                  <a:pt x="463" y="470"/>
                </a:lnTo>
                <a:lnTo>
                  <a:pt x="462" y="470"/>
                </a:lnTo>
                <a:lnTo>
                  <a:pt x="462" y="469"/>
                </a:lnTo>
                <a:lnTo>
                  <a:pt x="461" y="469"/>
                </a:lnTo>
                <a:lnTo>
                  <a:pt x="461" y="468"/>
                </a:lnTo>
                <a:lnTo>
                  <a:pt x="460" y="468"/>
                </a:lnTo>
                <a:lnTo>
                  <a:pt x="460" y="467"/>
                </a:lnTo>
                <a:lnTo>
                  <a:pt x="459" y="467"/>
                </a:lnTo>
                <a:lnTo>
                  <a:pt x="458" y="466"/>
                </a:lnTo>
                <a:lnTo>
                  <a:pt x="457" y="466"/>
                </a:lnTo>
                <a:lnTo>
                  <a:pt x="456" y="466"/>
                </a:lnTo>
                <a:lnTo>
                  <a:pt x="455" y="467"/>
                </a:lnTo>
                <a:lnTo>
                  <a:pt x="455" y="468"/>
                </a:lnTo>
                <a:lnTo>
                  <a:pt x="455" y="469"/>
                </a:lnTo>
                <a:lnTo>
                  <a:pt x="456" y="469"/>
                </a:lnTo>
                <a:lnTo>
                  <a:pt x="457" y="469"/>
                </a:lnTo>
                <a:lnTo>
                  <a:pt x="457" y="470"/>
                </a:lnTo>
                <a:lnTo>
                  <a:pt x="458" y="470"/>
                </a:lnTo>
                <a:lnTo>
                  <a:pt x="458" y="471"/>
                </a:lnTo>
                <a:lnTo>
                  <a:pt x="457" y="471"/>
                </a:lnTo>
                <a:lnTo>
                  <a:pt x="457" y="472"/>
                </a:lnTo>
                <a:lnTo>
                  <a:pt x="456" y="473"/>
                </a:lnTo>
                <a:lnTo>
                  <a:pt x="455" y="473"/>
                </a:lnTo>
                <a:lnTo>
                  <a:pt x="455" y="474"/>
                </a:lnTo>
                <a:lnTo>
                  <a:pt x="454" y="475"/>
                </a:lnTo>
                <a:lnTo>
                  <a:pt x="453" y="475"/>
                </a:lnTo>
                <a:lnTo>
                  <a:pt x="452" y="476"/>
                </a:lnTo>
                <a:lnTo>
                  <a:pt x="451" y="476"/>
                </a:lnTo>
                <a:lnTo>
                  <a:pt x="450" y="475"/>
                </a:lnTo>
                <a:lnTo>
                  <a:pt x="450" y="474"/>
                </a:lnTo>
                <a:lnTo>
                  <a:pt x="449" y="474"/>
                </a:lnTo>
                <a:lnTo>
                  <a:pt x="448" y="474"/>
                </a:lnTo>
                <a:lnTo>
                  <a:pt x="448" y="475"/>
                </a:lnTo>
                <a:lnTo>
                  <a:pt x="447" y="476"/>
                </a:lnTo>
                <a:lnTo>
                  <a:pt x="448" y="476"/>
                </a:lnTo>
                <a:lnTo>
                  <a:pt x="448" y="477"/>
                </a:lnTo>
                <a:lnTo>
                  <a:pt x="448" y="478"/>
                </a:lnTo>
                <a:lnTo>
                  <a:pt x="447" y="478"/>
                </a:lnTo>
                <a:lnTo>
                  <a:pt x="446" y="479"/>
                </a:lnTo>
                <a:lnTo>
                  <a:pt x="445" y="479"/>
                </a:lnTo>
                <a:lnTo>
                  <a:pt x="445" y="480"/>
                </a:lnTo>
                <a:lnTo>
                  <a:pt x="444" y="480"/>
                </a:lnTo>
                <a:lnTo>
                  <a:pt x="444" y="481"/>
                </a:lnTo>
                <a:lnTo>
                  <a:pt x="444" y="482"/>
                </a:lnTo>
                <a:lnTo>
                  <a:pt x="444" y="483"/>
                </a:lnTo>
                <a:lnTo>
                  <a:pt x="445" y="483"/>
                </a:lnTo>
                <a:lnTo>
                  <a:pt x="445" y="484"/>
                </a:lnTo>
                <a:lnTo>
                  <a:pt x="445" y="485"/>
                </a:lnTo>
                <a:lnTo>
                  <a:pt x="446" y="485"/>
                </a:lnTo>
                <a:lnTo>
                  <a:pt x="446" y="486"/>
                </a:lnTo>
                <a:lnTo>
                  <a:pt x="445" y="486"/>
                </a:lnTo>
                <a:lnTo>
                  <a:pt x="445" y="487"/>
                </a:lnTo>
                <a:lnTo>
                  <a:pt x="445" y="486"/>
                </a:lnTo>
                <a:lnTo>
                  <a:pt x="444" y="487"/>
                </a:lnTo>
                <a:lnTo>
                  <a:pt x="443" y="487"/>
                </a:lnTo>
                <a:lnTo>
                  <a:pt x="443" y="488"/>
                </a:lnTo>
                <a:lnTo>
                  <a:pt x="443" y="489"/>
                </a:lnTo>
                <a:lnTo>
                  <a:pt x="442" y="490"/>
                </a:lnTo>
                <a:lnTo>
                  <a:pt x="443" y="491"/>
                </a:lnTo>
                <a:lnTo>
                  <a:pt x="442" y="491"/>
                </a:lnTo>
                <a:lnTo>
                  <a:pt x="442" y="492"/>
                </a:lnTo>
                <a:lnTo>
                  <a:pt x="442" y="493"/>
                </a:lnTo>
                <a:lnTo>
                  <a:pt x="443" y="493"/>
                </a:lnTo>
                <a:lnTo>
                  <a:pt x="442" y="494"/>
                </a:lnTo>
                <a:lnTo>
                  <a:pt x="441" y="495"/>
                </a:lnTo>
                <a:lnTo>
                  <a:pt x="440" y="495"/>
                </a:lnTo>
                <a:lnTo>
                  <a:pt x="440" y="496"/>
                </a:lnTo>
                <a:lnTo>
                  <a:pt x="440" y="497"/>
                </a:lnTo>
                <a:lnTo>
                  <a:pt x="439" y="497"/>
                </a:lnTo>
                <a:lnTo>
                  <a:pt x="439" y="498"/>
                </a:lnTo>
                <a:lnTo>
                  <a:pt x="438" y="499"/>
                </a:lnTo>
                <a:lnTo>
                  <a:pt x="438" y="500"/>
                </a:lnTo>
                <a:lnTo>
                  <a:pt x="438" y="501"/>
                </a:lnTo>
                <a:lnTo>
                  <a:pt x="438" y="502"/>
                </a:lnTo>
                <a:lnTo>
                  <a:pt x="438" y="503"/>
                </a:lnTo>
                <a:lnTo>
                  <a:pt x="439" y="504"/>
                </a:lnTo>
                <a:lnTo>
                  <a:pt x="440" y="504"/>
                </a:lnTo>
                <a:lnTo>
                  <a:pt x="441" y="505"/>
                </a:lnTo>
                <a:lnTo>
                  <a:pt x="442" y="505"/>
                </a:lnTo>
                <a:lnTo>
                  <a:pt x="442" y="506"/>
                </a:lnTo>
                <a:lnTo>
                  <a:pt x="441" y="506"/>
                </a:lnTo>
                <a:lnTo>
                  <a:pt x="441" y="507"/>
                </a:lnTo>
                <a:lnTo>
                  <a:pt x="440" y="507"/>
                </a:lnTo>
                <a:lnTo>
                  <a:pt x="440" y="508"/>
                </a:lnTo>
                <a:lnTo>
                  <a:pt x="439" y="508"/>
                </a:lnTo>
                <a:lnTo>
                  <a:pt x="437" y="508"/>
                </a:lnTo>
                <a:lnTo>
                  <a:pt x="436" y="508"/>
                </a:lnTo>
                <a:lnTo>
                  <a:pt x="436" y="507"/>
                </a:lnTo>
                <a:lnTo>
                  <a:pt x="437" y="507"/>
                </a:lnTo>
                <a:lnTo>
                  <a:pt x="438" y="507"/>
                </a:lnTo>
                <a:lnTo>
                  <a:pt x="439" y="507"/>
                </a:lnTo>
                <a:lnTo>
                  <a:pt x="439" y="506"/>
                </a:lnTo>
                <a:lnTo>
                  <a:pt x="439" y="505"/>
                </a:lnTo>
                <a:lnTo>
                  <a:pt x="437" y="505"/>
                </a:lnTo>
                <a:lnTo>
                  <a:pt x="436" y="506"/>
                </a:lnTo>
                <a:lnTo>
                  <a:pt x="435" y="506"/>
                </a:lnTo>
                <a:lnTo>
                  <a:pt x="435" y="507"/>
                </a:lnTo>
                <a:lnTo>
                  <a:pt x="434" y="507"/>
                </a:lnTo>
                <a:lnTo>
                  <a:pt x="433" y="507"/>
                </a:lnTo>
                <a:lnTo>
                  <a:pt x="432" y="507"/>
                </a:lnTo>
                <a:lnTo>
                  <a:pt x="432" y="509"/>
                </a:lnTo>
                <a:lnTo>
                  <a:pt x="431" y="509"/>
                </a:lnTo>
                <a:lnTo>
                  <a:pt x="430" y="509"/>
                </a:lnTo>
                <a:lnTo>
                  <a:pt x="430" y="510"/>
                </a:lnTo>
                <a:lnTo>
                  <a:pt x="429" y="510"/>
                </a:lnTo>
                <a:lnTo>
                  <a:pt x="429" y="511"/>
                </a:lnTo>
                <a:lnTo>
                  <a:pt x="429" y="512"/>
                </a:lnTo>
                <a:lnTo>
                  <a:pt x="428" y="512"/>
                </a:lnTo>
                <a:lnTo>
                  <a:pt x="428" y="513"/>
                </a:lnTo>
                <a:lnTo>
                  <a:pt x="427" y="513"/>
                </a:lnTo>
                <a:lnTo>
                  <a:pt x="427" y="514"/>
                </a:lnTo>
                <a:lnTo>
                  <a:pt x="426" y="514"/>
                </a:lnTo>
                <a:lnTo>
                  <a:pt x="426" y="515"/>
                </a:lnTo>
                <a:lnTo>
                  <a:pt x="426" y="516"/>
                </a:lnTo>
                <a:lnTo>
                  <a:pt x="425" y="516"/>
                </a:lnTo>
                <a:lnTo>
                  <a:pt x="425" y="517"/>
                </a:lnTo>
                <a:lnTo>
                  <a:pt x="425" y="518"/>
                </a:lnTo>
                <a:lnTo>
                  <a:pt x="424" y="519"/>
                </a:lnTo>
                <a:lnTo>
                  <a:pt x="423" y="519"/>
                </a:lnTo>
                <a:lnTo>
                  <a:pt x="422" y="519"/>
                </a:lnTo>
                <a:lnTo>
                  <a:pt x="422" y="520"/>
                </a:lnTo>
                <a:lnTo>
                  <a:pt x="421" y="521"/>
                </a:lnTo>
                <a:lnTo>
                  <a:pt x="421" y="522"/>
                </a:lnTo>
                <a:lnTo>
                  <a:pt x="421" y="523"/>
                </a:lnTo>
                <a:lnTo>
                  <a:pt x="421" y="524"/>
                </a:lnTo>
                <a:lnTo>
                  <a:pt x="419" y="524"/>
                </a:lnTo>
                <a:lnTo>
                  <a:pt x="419" y="525"/>
                </a:lnTo>
                <a:lnTo>
                  <a:pt x="420" y="525"/>
                </a:lnTo>
                <a:lnTo>
                  <a:pt x="420" y="526"/>
                </a:lnTo>
                <a:lnTo>
                  <a:pt x="419" y="527"/>
                </a:lnTo>
                <a:lnTo>
                  <a:pt x="418" y="527"/>
                </a:lnTo>
                <a:lnTo>
                  <a:pt x="417" y="528"/>
                </a:lnTo>
                <a:lnTo>
                  <a:pt x="416" y="528"/>
                </a:lnTo>
                <a:lnTo>
                  <a:pt x="415" y="528"/>
                </a:lnTo>
                <a:lnTo>
                  <a:pt x="414" y="528"/>
                </a:lnTo>
                <a:lnTo>
                  <a:pt x="414" y="530"/>
                </a:lnTo>
                <a:lnTo>
                  <a:pt x="413" y="530"/>
                </a:lnTo>
                <a:lnTo>
                  <a:pt x="412" y="530"/>
                </a:lnTo>
                <a:lnTo>
                  <a:pt x="411" y="531"/>
                </a:lnTo>
                <a:lnTo>
                  <a:pt x="410" y="531"/>
                </a:lnTo>
                <a:lnTo>
                  <a:pt x="410" y="532"/>
                </a:lnTo>
                <a:lnTo>
                  <a:pt x="409" y="533"/>
                </a:lnTo>
                <a:lnTo>
                  <a:pt x="408" y="534"/>
                </a:lnTo>
                <a:lnTo>
                  <a:pt x="407" y="534"/>
                </a:lnTo>
                <a:lnTo>
                  <a:pt x="406" y="534"/>
                </a:lnTo>
                <a:lnTo>
                  <a:pt x="405" y="534"/>
                </a:lnTo>
                <a:lnTo>
                  <a:pt x="404" y="534"/>
                </a:lnTo>
                <a:lnTo>
                  <a:pt x="403" y="535"/>
                </a:lnTo>
                <a:lnTo>
                  <a:pt x="403" y="536"/>
                </a:lnTo>
                <a:lnTo>
                  <a:pt x="404" y="536"/>
                </a:lnTo>
                <a:lnTo>
                  <a:pt x="404" y="537"/>
                </a:lnTo>
                <a:lnTo>
                  <a:pt x="405" y="537"/>
                </a:lnTo>
                <a:lnTo>
                  <a:pt x="405" y="538"/>
                </a:lnTo>
                <a:lnTo>
                  <a:pt x="404" y="539"/>
                </a:lnTo>
                <a:lnTo>
                  <a:pt x="404" y="540"/>
                </a:lnTo>
                <a:lnTo>
                  <a:pt x="403" y="540"/>
                </a:lnTo>
                <a:lnTo>
                  <a:pt x="403" y="539"/>
                </a:lnTo>
                <a:lnTo>
                  <a:pt x="402" y="539"/>
                </a:lnTo>
                <a:lnTo>
                  <a:pt x="402" y="540"/>
                </a:lnTo>
                <a:lnTo>
                  <a:pt x="402" y="541"/>
                </a:lnTo>
                <a:lnTo>
                  <a:pt x="403" y="542"/>
                </a:lnTo>
                <a:lnTo>
                  <a:pt x="403" y="543"/>
                </a:lnTo>
                <a:lnTo>
                  <a:pt x="402" y="543"/>
                </a:lnTo>
                <a:lnTo>
                  <a:pt x="401" y="543"/>
                </a:lnTo>
                <a:lnTo>
                  <a:pt x="400" y="543"/>
                </a:lnTo>
                <a:lnTo>
                  <a:pt x="399" y="543"/>
                </a:lnTo>
                <a:lnTo>
                  <a:pt x="399" y="544"/>
                </a:lnTo>
                <a:lnTo>
                  <a:pt x="400" y="544"/>
                </a:lnTo>
                <a:lnTo>
                  <a:pt x="400" y="545"/>
                </a:lnTo>
                <a:lnTo>
                  <a:pt x="400" y="546"/>
                </a:lnTo>
                <a:lnTo>
                  <a:pt x="399" y="546"/>
                </a:lnTo>
                <a:lnTo>
                  <a:pt x="398" y="547"/>
                </a:lnTo>
                <a:lnTo>
                  <a:pt x="398" y="548"/>
                </a:lnTo>
                <a:lnTo>
                  <a:pt x="398" y="549"/>
                </a:lnTo>
                <a:lnTo>
                  <a:pt x="397" y="549"/>
                </a:lnTo>
                <a:lnTo>
                  <a:pt x="396" y="549"/>
                </a:lnTo>
                <a:lnTo>
                  <a:pt x="396" y="550"/>
                </a:lnTo>
                <a:lnTo>
                  <a:pt x="396" y="551"/>
                </a:lnTo>
                <a:lnTo>
                  <a:pt x="395" y="550"/>
                </a:lnTo>
                <a:lnTo>
                  <a:pt x="394" y="550"/>
                </a:lnTo>
                <a:lnTo>
                  <a:pt x="393" y="550"/>
                </a:lnTo>
                <a:lnTo>
                  <a:pt x="392" y="550"/>
                </a:lnTo>
                <a:lnTo>
                  <a:pt x="392" y="551"/>
                </a:lnTo>
                <a:lnTo>
                  <a:pt x="391" y="551"/>
                </a:lnTo>
                <a:lnTo>
                  <a:pt x="391" y="552"/>
                </a:lnTo>
                <a:lnTo>
                  <a:pt x="392" y="552"/>
                </a:lnTo>
                <a:lnTo>
                  <a:pt x="393" y="552"/>
                </a:lnTo>
                <a:lnTo>
                  <a:pt x="394" y="552"/>
                </a:lnTo>
                <a:lnTo>
                  <a:pt x="395" y="553"/>
                </a:lnTo>
                <a:lnTo>
                  <a:pt x="394" y="553"/>
                </a:lnTo>
                <a:lnTo>
                  <a:pt x="393" y="554"/>
                </a:lnTo>
                <a:lnTo>
                  <a:pt x="392" y="554"/>
                </a:lnTo>
                <a:lnTo>
                  <a:pt x="392" y="553"/>
                </a:lnTo>
                <a:lnTo>
                  <a:pt x="391" y="553"/>
                </a:lnTo>
                <a:lnTo>
                  <a:pt x="390" y="553"/>
                </a:lnTo>
                <a:lnTo>
                  <a:pt x="390" y="554"/>
                </a:lnTo>
                <a:lnTo>
                  <a:pt x="390" y="555"/>
                </a:lnTo>
                <a:lnTo>
                  <a:pt x="389" y="555"/>
                </a:lnTo>
                <a:lnTo>
                  <a:pt x="388" y="556"/>
                </a:lnTo>
                <a:lnTo>
                  <a:pt x="387" y="556"/>
                </a:lnTo>
                <a:lnTo>
                  <a:pt x="387" y="555"/>
                </a:lnTo>
                <a:lnTo>
                  <a:pt x="386" y="555"/>
                </a:lnTo>
                <a:lnTo>
                  <a:pt x="385" y="555"/>
                </a:lnTo>
                <a:lnTo>
                  <a:pt x="385" y="554"/>
                </a:lnTo>
                <a:lnTo>
                  <a:pt x="386" y="553"/>
                </a:lnTo>
                <a:lnTo>
                  <a:pt x="386" y="552"/>
                </a:lnTo>
                <a:lnTo>
                  <a:pt x="385" y="552"/>
                </a:lnTo>
                <a:lnTo>
                  <a:pt x="385" y="553"/>
                </a:lnTo>
                <a:lnTo>
                  <a:pt x="384" y="553"/>
                </a:lnTo>
                <a:lnTo>
                  <a:pt x="384" y="554"/>
                </a:lnTo>
                <a:lnTo>
                  <a:pt x="383" y="554"/>
                </a:lnTo>
                <a:lnTo>
                  <a:pt x="383" y="553"/>
                </a:lnTo>
                <a:lnTo>
                  <a:pt x="382" y="553"/>
                </a:lnTo>
                <a:lnTo>
                  <a:pt x="381" y="553"/>
                </a:lnTo>
                <a:lnTo>
                  <a:pt x="381" y="554"/>
                </a:lnTo>
                <a:lnTo>
                  <a:pt x="380" y="555"/>
                </a:lnTo>
                <a:lnTo>
                  <a:pt x="379" y="555"/>
                </a:lnTo>
                <a:lnTo>
                  <a:pt x="379" y="556"/>
                </a:lnTo>
                <a:lnTo>
                  <a:pt x="378" y="556"/>
                </a:lnTo>
                <a:lnTo>
                  <a:pt x="377" y="556"/>
                </a:lnTo>
                <a:lnTo>
                  <a:pt x="377" y="557"/>
                </a:lnTo>
                <a:lnTo>
                  <a:pt x="376" y="557"/>
                </a:lnTo>
                <a:lnTo>
                  <a:pt x="375" y="557"/>
                </a:lnTo>
                <a:lnTo>
                  <a:pt x="375" y="556"/>
                </a:lnTo>
                <a:lnTo>
                  <a:pt x="375" y="557"/>
                </a:lnTo>
                <a:lnTo>
                  <a:pt x="375" y="556"/>
                </a:lnTo>
                <a:lnTo>
                  <a:pt x="375" y="555"/>
                </a:lnTo>
                <a:lnTo>
                  <a:pt x="374" y="554"/>
                </a:lnTo>
                <a:lnTo>
                  <a:pt x="372" y="554"/>
                </a:lnTo>
                <a:lnTo>
                  <a:pt x="372" y="555"/>
                </a:lnTo>
                <a:lnTo>
                  <a:pt x="371" y="555"/>
                </a:lnTo>
                <a:lnTo>
                  <a:pt x="371" y="556"/>
                </a:lnTo>
                <a:lnTo>
                  <a:pt x="370" y="556"/>
                </a:lnTo>
                <a:lnTo>
                  <a:pt x="369" y="556"/>
                </a:lnTo>
                <a:lnTo>
                  <a:pt x="368" y="556"/>
                </a:lnTo>
                <a:lnTo>
                  <a:pt x="367" y="556"/>
                </a:lnTo>
                <a:lnTo>
                  <a:pt x="367" y="557"/>
                </a:lnTo>
                <a:lnTo>
                  <a:pt x="366" y="557"/>
                </a:lnTo>
                <a:lnTo>
                  <a:pt x="366" y="556"/>
                </a:lnTo>
                <a:lnTo>
                  <a:pt x="366" y="555"/>
                </a:lnTo>
                <a:lnTo>
                  <a:pt x="365" y="554"/>
                </a:lnTo>
                <a:lnTo>
                  <a:pt x="365" y="553"/>
                </a:lnTo>
                <a:lnTo>
                  <a:pt x="364" y="553"/>
                </a:lnTo>
                <a:lnTo>
                  <a:pt x="363" y="553"/>
                </a:lnTo>
                <a:lnTo>
                  <a:pt x="362" y="552"/>
                </a:lnTo>
                <a:lnTo>
                  <a:pt x="361" y="552"/>
                </a:lnTo>
                <a:lnTo>
                  <a:pt x="361" y="553"/>
                </a:lnTo>
                <a:lnTo>
                  <a:pt x="360" y="553"/>
                </a:lnTo>
                <a:lnTo>
                  <a:pt x="359" y="553"/>
                </a:lnTo>
                <a:lnTo>
                  <a:pt x="358" y="553"/>
                </a:lnTo>
                <a:lnTo>
                  <a:pt x="357" y="553"/>
                </a:lnTo>
                <a:lnTo>
                  <a:pt x="357" y="554"/>
                </a:lnTo>
                <a:lnTo>
                  <a:pt x="356" y="554"/>
                </a:lnTo>
                <a:lnTo>
                  <a:pt x="355" y="554"/>
                </a:lnTo>
                <a:lnTo>
                  <a:pt x="355" y="553"/>
                </a:lnTo>
                <a:lnTo>
                  <a:pt x="356" y="552"/>
                </a:lnTo>
                <a:lnTo>
                  <a:pt x="356" y="551"/>
                </a:lnTo>
                <a:lnTo>
                  <a:pt x="356" y="552"/>
                </a:lnTo>
                <a:lnTo>
                  <a:pt x="356" y="551"/>
                </a:lnTo>
                <a:lnTo>
                  <a:pt x="356" y="550"/>
                </a:lnTo>
                <a:lnTo>
                  <a:pt x="357" y="550"/>
                </a:lnTo>
                <a:lnTo>
                  <a:pt x="358" y="549"/>
                </a:lnTo>
                <a:lnTo>
                  <a:pt x="359" y="549"/>
                </a:lnTo>
                <a:lnTo>
                  <a:pt x="360" y="549"/>
                </a:lnTo>
                <a:lnTo>
                  <a:pt x="361" y="548"/>
                </a:lnTo>
                <a:lnTo>
                  <a:pt x="361" y="547"/>
                </a:lnTo>
                <a:lnTo>
                  <a:pt x="361" y="546"/>
                </a:lnTo>
                <a:lnTo>
                  <a:pt x="362" y="545"/>
                </a:lnTo>
                <a:lnTo>
                  <a:pt x="363" y="545"/>
                </a:lnTo>
                <a:lnTo>
                  <a:pt x="363" y="546"/>
                </a:lnTo>
                <a:lnTo>
                  <a:pt x="364" y="546"/>
                </a:lnTo>
                <a:lnTo>
                  <a:pt x="364" y="545"/>
                </a:lnTo>
                <a:lnTo>
                  <a:pt x="364" y="544"/>
                </a:lnTo>
                <a:lnTo>
                  <a:pt x="364" y="543"/>
                </a:lnTo>
                <a:lnTo>
                  <a:pt x="364" y="542"/>
                </a:lnTo>
                <a:lnTo>
                  <a:pt x="365" y="542"/>
                </a:lnTo>
                <a:lnTo>
                  <a:pt x="364" y="542"/>
                </a:lnTo>
                <a:lnTo>
                  <a:pt x="364" y="541"/>
                </a:lnTo>
                <a:lnTo>
                  <a:pt x="365" y="541"/>
                </a:lnTo>
                <a:lnTo>
                  <a:pt x="366" y="540"/>
                </a:lnTo>
                <a:lnTo>
                  <a:pt x="367" y="539"/>
                </a:lnTo>
                <a:lnTo>
                  <a:pt x="368" y="538"/>
                </a:lnTo>
                <a:lnTo>
                  <a:pt x="368" y="537"/>
                </a:lnTo>
                <a:lnTo>
                  <a:pt x="369" y="537"/>
                </a:lnTo>
                <a:lnTo>
                  <a:pt x="369" y="536"/>
                </a:lnTo>
                <a:lnTo>
                  <a:pt x="369" y="535"/>
                </a:lnTo>
                <a:lnTo>
                  <a:pt x="369" y="534"/>
                </a:lnTo>
                <a:lnTo>
                  <a:pt x="368" y="534"/>
                </a:lnTo>
                <a:lnTo>
                  <a:pt x="368" y="533"/>
                </a:lnTo>
                <a:lnTo>
                  <a:pt x="367" y="533"/>
                </a:lnTo>
                <a:lnTo>
                  <a:pt x="367" y="534"/>
                </a:lnTo>
                <a:lnTo>
                  <a:pt x="367" y="533"/>
                </a:lnTo>
                <a:lnTo>
                  <a:pt x="367" y="532"/>
                </a:lnTo>
                <a:lnTo>
                  <a:pt x="368" y="532"/>
                </a:lnTo>
                <a:lnTo>
                  <a:pt x="368" y="531"/>
                </a:lnTo>
                <a:lnTo>
                  <a:pt x="369" y="530"/>
                </a:lnTo>
                <a:lnTo>
                  <a:pt x="370" y="530"/>
                </a:lnTo>
                <a:lnTo>
                  <a:pt x="371" y="530"/>
                </a:lnTo>
                <a:lnTo>
                  <a:pt x="371" y="529"/>
                </a:lnTo>
                <a:lnTo>
                  <a:pt x="372" y="529"/>
                </a:lnTo>
                <a:lnTo>
                  <a:pt x="372" y="528"/>
                </a:lnTo>
                <a:lnTo>
                  <a:pt x="373" y="527"/>
                </a:lnTo>
                <a:lnTo>
                  <a:pt x="374" y="526"/>
                </a:lnTo>
                <a:lnTo>
                  <a:pt x="373" y="526"/>
                </a:lnTo>
                <a:lnTo>
                  <a:pt x="372" y="526"/>
                </a:lnTo>
                <a:lnTo>
                  <a:pt x="371" y="526"/>
                </a:lnTo>
                <a:lnTo>
                  <a:pt x="371" y="525"/>
                </a:lnTo>
                <a:lnTo>
                  <a:pt x="370" y="525"/>
                </a:lnTo>
                <a:lnTo>
                  <a:pt x="369" y="525"/>
                </a:lnTo>
                <a:lnTo>
                  <a:pt x="369" y="523"/>
                </a:lnTo>
                <a:lnTo>
                  <a:pt x="369" y="522"/>
                </a:lnTo>
                <a:lnTo>
                  <a:pt x="370" y="522"/>
                </a:lnTo>
                <a:lnTo>
                  <a:pt x="370" y="521"/>
                </a:lnTo>
                <a:lnTo>
                  <a:pt x="371" y="520"/>
                </a:lnTo>
                <a:lnTo>
                  <a:pt x="371" y="519"/>
                </a:lnTo>
                <a:lnTo>
                  <a:pt x="370" y="519"/>
                </a:lnTo>
                <a:lnTo>
                  <a:pt x="370" y="518"/>
                </a:lnTo>
                <a:lnTo>
                  <a:pt x="369" y="518"/>
                </a:lnTo>
                <a:lnTo>
                  <a:pt x="368" y="518"/>
                </a:lnTo>
                <a:lnTo>
                  <a:pt x="367" y="518"/>
                </a:lnTo>
                <a:lnTo>
                  <a:pt x="366" y="518"/>
                </a:lnTo>
                <a:lnTo>
                  <a:pt x="365" y="518"/>
                </a:lnTo>
                <a:lnTo>
                  <a:pt x="365" y="517"/>
                </a:lnTo>
                <a:lnTo>
                  <a:pt x="365" y="516"/>
                </a:lnTo>
                <a:lnTo>
                  <a:pt x="365" y="515"/>
                </a:lnTo>
                <a:lnTo>
                  <a:pt x="364" y="515"/>
                </a:lnTo>
                <a:lnTo>
                  <a:pt x="363" y="515"/>
                </a:lnTo>
                <a:lnTo>
                  <a:pt x="363" y="516"/>
                </a:lnTo>
                <a:lnTo>
                  <a:pt x="362" y="516"/>
                </a:lnTo>
                <a:lnTo>
                  <a:pt x="361" y="516"/>
                </a:lnTo>
                <a:lnTo>
                  <a:pt x="361" y="515"/>
                </a:lnTo>
                <a:lnTo>
                  <a:pt x="360" y="515"/>
                </a:lnTo>
                <a:lnTo>
                  <a:pt x="360" y="514"/>
                </a:lnTo>
                <a:lnTo>
                  <a:pt x="361" y="514"/>
                </a:lnTo>
                <a:lnTo>
                  <a:pt x="361" y="513"/>
                </a:lnTo>
                <a:lnTo>
                  <a:pt x="360" y="512"/>
                </a:lnTo>
                <a:lnTo>
                  <a:pt x="359" y="512"/>
                </a:lnTo>
                <a:lnTo>
                  <a:pt x="359" y="511"/>
                </a:lnTo>
                <a:lnTo>
                  <a:pt x="360" y="510"/>
                </a:lnTo>
                <a:lnTo>
                  <a:pt x="360" y="509"/>
                </a:lnTo>
                <a:lnTo>
                  <a:pt x="360" y="508"/>
                </a:lnTo>
                <a:lnTo>
                  <a:pt x="359" y="507"/>
                </a:lnTo>
                <a:lnTo>
                  <a:pt x="358" y="507"/>
                </a:lnTo>
                <a:lnTo>
                  <a:pt x="358" y="506"/>
                </a:lnTo>
                <a:lnTo>
                  <a:pt x="357" y="506"/>
                </a:lnTo>
                <a:lnTo>
                  <a:pt x="355" y="506"/>
                </a:lnTo>
                <a:lnTo>
                  <a:pt x="355" y="505"/>
                </a:lnTo>
                <a:lnTo>
                  <a:pt x="355" y="504"/>
                </a:lnTo>
                <a:lnTo>
                  <a:pt x="356" y="504"/>
                </a:lnTo>
                <a:lnTo>
                  <a:pt x="355" y="503"/>
                </a:lnTo>
                <a:lnTo>
                  <a:pt x="353" y="503"/>
                </a:lnTo>
                <a:lnTo>
                  <a:pt x="353" y="502"/>
                </a:lnTo>
                <a:lnTo>
                  <a:pt x="352" y="502"/>
                </a:lnTo>
                <a:lnTo>
                  <a:pt x="352" y="501"/>
                </a:lnTo>
                <a:lnTo>
                  <a:pt x="353" y="501"/>
                </a:lnTo>
                <a:lnTo>
                  <a:pt x="352" y="501"/>
                </a:lnTo>
                <a:lnTo>
                  <a:pt x="352" y="500"/>
                </a:lnTo>
                <a:lnTo>
                  <a:pt x="351" y="500"/>
                </a:lnTo>
                <a:lnTo>
                  <a:pt x="351" y="499"/>
                </a:lnTo>
                <a:lnTo>
                  <a:pt x="351" y="498"/>
                </a:lnTo>
                <a:lnTo>
                  <a:pt x="351" y="497"/>
                </a:lnTo>
                <a:lnTo>
                  <a:pt x="351" y="496"/>
                </a:lnTo>
                <a:lnTo>
                  <a:pt x="352" y="496"/>
                </a:lnTo>
                <a:lnTo>
                  <a:pt x="352" y="495"/>
                </a:lnTo>
                <a:lnTo>
                  <a:pt x="351" y="495"/>
                </a:lnTo>
                <a:lnTo>
                  <a:pt x="351" y="494"/>
                </a:lnTo>
                <a:lnTo>
                  <a:pt x="350" y="494"/>
                </a:lnTo>
                <a:lnTo>
                  <a:pt x="349" y="494"/>
                </a:lnTo>
                <a:lnTo>
                  <a:pt x="349" y="493"/>
                </a:lnTo>
                <a:lnTo>
                  <a:pt x="349" y="492"/>
                </a:lnTo>
                <a:lnTo>
                  <a:pt x="348" y="492"/>
                </a:lnTo>
                <a:lnTo>
                  <a:pt x="348" y="491"/>
                </a:lnTo>
                <a:lnTo>
                  <a:pt x="347" y="491"/>
                </a:lnTo>
                <a:lnTo>
                  <a:pt x="347" y="490"/>
                </a:lnTo>
                <a:lnTo>
                  <a:pt x="348" y="490"/>
                </a:lnTo>
                <a:lnTo>
                  <a:pt x="348" y="489"/>
                </a:lnTo>
                <a:lnTo>
                  <a:pt x="348" y="488"/>
                </a:lnTo>
                <a:lnTo>
                  <a:pt x="347" y="488"/>
                </a:lnTo>
                <a:lnTo>
                  <a:pt x="346" y="488"/>
                </a:lnTo>
                <a:lnTo>
                  <a:pt x="346" y="487"/>
                </a:lnTo>
                <a:lnTo>
                  <a:pt x="346" y="488"/>
                </a:lnTo>
                <a:lnTo>
                  <a:pt x="346" y="487"/>
                </a:lnTo>
                <a:lnTo>
                  <a:pt x="346" y="486"/>
                </a:lnTo>
                <a:lnTo>
                  <a:pt x="345" y="486"/>
                </a:lnTo>
                <a:lnTo>
                  <a:pt x="345" y="485"/>
                </a:lnTo>
                <a:lnTo>
                  <a:pt x="344" y="485"/>
                </a:lnTo>
                <a:lnTo>
                  <a:pt x="344" y="484"/>
                </a:lnTo>
                <a:lnTo>
                  <a:pt x="345" y="484"/>
                </a:lnTo>
                <a:lnTo>
                  <a:pt x="344" y="484"/>
                </a:lnTo>
                <a:lnTo>
                  <a:pt x="343" y="483"/>
                </a:lnTo>
                <a:lnTo>
                  <a:pt x="343" y="482"/>
                </a:lnTo>
                <a:lnTo>
                  <a:pt x="343" y="481"/>
                </a:lnTo>
                <a:lnTo>
                  <a:pt x="344" y="480"/>
                </a:lnTo>
                <a:lnTo>
                  <a:pt x="344" y="479"/>
                </a:lnTo>
                <a:lnTo>
                  <a:pt x="345" y="479"/>
                </a:lnTo>
                <a:lnTo>
                  <a:pt x="345" y="478"/>
                </a:lnTo>
                <a:lnTo>
                  <a:pt x="344" y="478"/>
                </a:lnTo>
                <a:lnTo>
                  <a:pt x="343" y="476"/>
                </a:lnTo>
                <a:lnTo>
                  <a:pt x="344" y="476"/>
                </a:lnTo>
                <a:lnTo>
                  <a:pt x="344" y="475"/>
                </a:lnTo>
                <a:lnTo>
                  <a:pt x="343" y="475"/>
                </a:lnTo>
                <a:lnTo>
                  <a:pt x="343" y="474"/>
                </a:lnTo>
                <a:lnTo>
                  <a:pt x="342" y="474"/>
                </a:lnTo>
                <a:lnTo>
                  <a:pt x="341" y="474"/>
                </a:lnTo>
                <a:lnTo>
                  <a:pt x="341" y="473"/>
                </a:lnTo>
                <a:lnTo>
                  <a:pt x="340" y="473"/>
                </a:lnTo>
                <a:lnTo>
                  <a:pt x="339" y="473"/>
                </a:lnTo>
                <a:lnTo>
                  <a:pt x="338" y="473"/>
                </a:lnTo>
                <a:lnTo>
                  <a:pt x="337" y="473"/>
                </a:lnTo>
                <a:lnTo>
                  <a:pt x="336" y="473"/>
                </a:lnTo>
                <a:lnTo>
                  <a:pt x="336" y="474"/>
                </a:lnTo>
                <a:lnTo>
                  <a:pt x="335" y="474"/>
                </a:lnTo>
                <a:lnTo>
                  <a:pt x="334" y="474"/>
                </a:lnTo>
                <a:lnTo>
                  <a:pt x="333" y="474"/>
                </a:lnTo>
                <a:lnTo>
                  <a:pt x="332" y="475"/>
                </a:lnTo>
                <a:lnTo>
                  <a:pt x="331" y="474"/>
                </a:lnTo>
                <a:lnTo>
                  <a:pt x="332" y="472"/>
                </a:lnTo>
                <a:lnTo>
                  <a:pt x="333" y="471"/>
                </a:lnTo>
                <a:lnTo>
                  <a:pt x="333" y="470"/>
                </a:lnTo>
                <a:lnTo>
                  <a:pt x="333" y="469"/>
                </a:lnTo>
                <a:lnTo>
                  <a:pt x="333" y="468"/>
                </a:lnTo>
                <a:lnTo>
                  <a:pt x="333" y="467"/>
                </a:lnTo>
                <a:lnTo>
                  <a:pt x="332" y="467"/>
                </a:lnTo>
                <a:lnTo>
                  <a:pt x="332" y="466"/>
                </a:lnTo>
                <a:lnTo>
                  <a:pt x="332" y="465"/>
                </a:lnTo>
                <a:lnTo>
                  <a:pt x="332" y="464"/>
                </a:lnTo>
                <a:lnTo>
                  <a:pt x="332" y="463"/>
                </a:lnTo>
                <a:lnTo>
                  <a:pt x="331" y="463"/>
                </a:lnTo>
                <a:lnTo>
                  <a:pt x="331" y="462"/>
                </a:lnTo>
                <a:lnTo>
                  <a:pt x="331" y="461"/>
                </a:lnTo>
                <a:lnTo>
                  <a:pt x="330" y="461"/>
                </a:lnTo>
                <a:lnTo>
                  <a:pt x="330" y="460"/>
                </a:lnTo>
                <a:lnTo>
                  <a:pt x="330" y="459"/>
                </a:lnTo>
                <a:lnTo>
                  <a:pt x="329" y="459"/>
                </a:lnTo>
                <a:lnTo>
                  <a:pt x="329" y="458"/>
                </a:lnTo>
                <a:lnTo>
                  <a:pt x="329" y="457"/>
                </a:lnTo>
                <a:lnTo>
                  <a:pt x="329" y="456"/>
                </a:lnTo>
                <a:lnTo>
                  <a:pt x="330" y="456"/>
                </a:lnTo>
                <a:lnTo>
                  <a:pt x="330" y="455"/>
                </a:lnTo>
                <a:lnTo>
                  <a:pt x="330" y="454"/>
                </a:lnTo>
                <a:lnTo>
                  <a:pt x="329" y="454"/>
                </a:lnTo>
                <a:lnTo>
                  <a:pt x="329" y="453"/>
                </a:lnTo>
                <a:lnTo>
                  <a:pt x="330" y="453"/>
                </a:lnTo>
                <a:lnTo>
                  <a:pt x="330" y="452"/>
                </a:lnTo>
                <a:lnTo>
                  <a:pt x="330" y="451"/>
                </a:lnTo>
                <a:lnTo>
                  <a:pt x="330" y="449"/>
                </a:lnTo>
                <a:lnTo>
                  <a:pt x="332" y="448"/>
                </a:lnTo>
                <a:lnTo>
                  <a:pt x="334" y="448"/>
                </a:lnTo>
                <a:lnTo>
                  <a:pt x="334" y="447"/>
                </a:lnTo>
                <a:lnTo>
                  <a:pt x="333" y="447"/>
                </a:lnTo>
                <a:lnTo>
                  <a:pt x="331" y="447"/>
                </a:lnTo>
                <a:lnTo>
                  <a:pt x="331" y="446"/>
                </a:lnTo>
                <a:lnTo>
                  <a:pt x="330" y="446"/>
                </a:lnTo>
                <a:lnTo>
                  <a:pt x="329" y="445"/>
                </a:lnTo>
                <a:lnTo>
                  <a:pt x="329" y="444"/>
                </a:lnTo>
                <a:lnTo>
                  <a:pt x="330" y="444"/>
                </a:lnTo>
                <a:lnTo>
                  <a:pt x="330" y="443"/>
                </a:lnTo>
                <a:lnTo>
                  <a:pt x="331" y="443"/>
                </a:lnTo>
                <a:lnTo>
                  <a:pt x="332" y="443"/>
                </a:lnTo>
                <a:lnTo>
                  <a:pt x="333" y="442"/>
                </a:lnTo>
                <a:lnTo>
                  <a:pt x="333" y="441"/>
                </a:lnTo>
                <a:lnTo>
                  <a:pt x="334" y="441"/>
                </a:lnTo>
                <a:lnTo>
                  <a:pt x="335" y="441"/>
                </a:lnTo>
                <a:lnTo>
                  <a:pt x="336" y="441"/>
                </a:lnTo>
                <a:lnTo>
                  <a:pt x="336" y="440"/>
                </a:lnTo>
                <a:lnTo>
                  <a:pt x="335" y="439"/>
                </a:lnTo>
                <a:lnTo>
                  <a:pt x="336" y="439"/>
                </a:lnTo>
                <a:lnTo>
                  <a:pt x="337" y="438"/>
                </a:lnTo>
                <a:lnTo>
                  <a:pt x="338" y="436"/>
                </a:lnTo>
                <a:lnTo>
                  <a:pt x="339" y="436"/>
                </a:lnTo>
                <a:lnTo>
                  <a:pt x="339" y="435"/>
                </a:lnTo>
                <a:lnTo>
                  <a:pt x="340" y="435"/>
                </a:lnTo>
                <a:lnTo>
                  <a:pt x="340" y="434"/>
                </a:lnTo>
                <a:lnTo>
                  <a:pt x="341" y="433"/>
                </a:lnTo>
                <a:lnTo>
                  <a:pt x="341" y="432"/>
                </a:lnTo>
                <a:lnTo>
                  <a:pt x="340" y="432"/>
                </a:lnTo>
                <a:lnTo>
                  <a:pt x="340" y="431"/>
                </a:lnTo>
                <a:lnTo>
                  <a:pt x="341" y="431"/>
                </a:lnTo>
                <a:lnTo>
                  <a:pt x="343" y="431"/>
                </a:lnTo>
                <a:lnTo>
                  <a:pt x="344" y="431"/>
                </a:lnTo>
                <a:lnTo>
                  <a:pt x="344" y="430"/>
                </a:lnTo>
                <a:lnTo>
                  <a:pt x="344" y="429"/>
                </a:lnTo>
                <a:lnTo>
                  <a:pt x="344" y="430"/>
                </a:lnTo>
                <a:lnTo>
                  <a:pt x="345" y="430"/>
                </a:lnTo>
                <a:lnTo>
                  <a:pt x="345" y="429"/>
                </a:lnTo>
                <a:lnTo>
                  <a:pt x="346" y="428"/>
                </a:lnTo>
                <a:lnTo>
                  <a:pt x="347" y="428"/>
                </a:lnTo>
                <a:lnTo>
                  <a:pt x="347" y="427"/>
                </a:lnTo>
                <a:lnTo>
                  <a:pt x="346" y="426"/>
                </a:lnTo>
                <a:lnTo>
                  <a:pt x="345" y="426"/>
                </a:lnTo>
                <a:lnTo>
                  <a:pt x="345" y="425"/>
                </a:lnTo>
                <a:lnTo>
                  <a:pt x="344" y="425"/>
                </a:lnTo>
                <a:lnTo>
                  <a:pt x="343" y="425"/>
                </a:lnTo>
                <a:lnTo>
                  <a:pt x="342" y="425"/>
                </a:lnTo>
                <a:lnTo>
                  <a:pt x="341" y="425"/>
                </a:lnTo>
                <a:lnTo>
                  <a:pt x="340" y="425"/>
                </a:lnTo>
                <a:lnTo>
                  <a:pt x="339" y="425"/>
                </a:lnTo>
                <a:lnTo>
                  <a:pt x="339" y="424"/>
                </a:lnTo>
                <a:lnTo>
                  <a:pt x="338" y="424"/>
                </a:lnTo>
                <a:lnTo>
                  <a:pt x="338" y="423"/>
                </a:lnTo>
                <a:lnTo>
                  <a:pt x="337" y="423"/>
                </a:lnTo>
                <a:lnTo>
                  <a:pt x="336" y="423"/>
                </a:lnTo>
                <a:lnTo>
                  <a:pt x="336" y="422"/>
                </a:lnTo>
                <a:lnTo>
                  <a:pt x="335" y="423"/>
                </a:lnTo>
                <a:lnTo>
                  <a:pt x="335" y="424"/>
                </a:lnTo>
                <a:lnTo>
                  <a:pt x="335" y="425"/>
                </a:lnTo>
                <a:lnTo>
                  <a:pt x="334" y="425"/>
                </a:lnTo>
                <a:lnTo>
                  <a:pt x="335" y="425"/>
                </a:lnTo>
                <a:lnTo>
                  <a:pt x="335" y="426"/>
                </a:lnTo>
                <a:lnTo>
                  <a:pt x="334" y="426"/>
                </a:lnTo>
                <a:lnTo>
                  <a:pt x="333" y="426"/>
                </a:lnTo>
                <a:lnTo>
                  <a:pt x="331" y="427"/>
                </a:lnTo>
                <a:lnTo>
                  <a:pt x="331" y="426"/>
                </a:lnTo>
                <a:lnTo>
                  <a:pt x="330" y="426"/>
                </a:lnTo>
                <a:lnTo>
                  <a:pt x="330" y="425"/>
                </a:lnTo>
                <a:lnTo>
                  <a:pt x="331" y="425"/>
                </a:lnTo>
                <a:lnTo>
                  <a:pt x="331" y="424"/>
                </a:lnTo>
                <a:lnTo>
                  <a:pt x="331" y="423"/>
                </a:lnTo>
                <a:lnTo>
                  <a:pt x="331" y="422"/>
                </a:lnTo>
                <a:lnTo>
                  <a:pt x="331" y="421"/>
                </a:lnTo>
                <a:lnTo>
                  <a:pt x="330" y="422"/>
                </a:lnTo>
                <a:lnTo>
                  <a:pt x="330" y="423"/>
                </a:lnTo>
                <a:lnTo>
                  <a:pt x="329" y="423"/>
                </a:lnTo>
                <a:lnTo>
                  <a:pt x="328" y="424"/>
                </a:lnTo>
                <a:lnTo>
                  <a:pt x="328" y="423"/>
                </a:lnTo>
                <a:lnTo>
                  <a:pt x="329" y="422"/>
                </a:lnTo>
                <a:lnTo>
                  <a:pt x="329" y="421"/>
                </a:lnTo>
                <a:lnTo>
                  <a:pt x="330" y="421"/>
                </a:lnTo>
                <a:lnTo>
                  <a:pt x="330" y="420"/>
                </a:lnTo>
                <a:lnTo>
                  <a:pt x="330" y="419"/>
                </a:lnTo>
                <a:lnTo>
                  <a:pt x="331" y="419"/>
                </a:lnTo>
                <a:lnTo>
                  <a:pt x="331" y="418"/>
                </a:lnTo>
                <a:lnTo>
                  <a:pt x="330" y="418"/>
                </a:lnTo>
                <a:lnTo>
                  <a:pt x="329" y="418"/>
                </a:lnTo>
                <a:lnTo>
                  <a:pt x="328" y="418"/>
                </a:lnTo>
                <a:lnTo>
                  <a:pt x="328" y="417"/>
                </a:lnTo>
                <a:lnTo>
                  <a:pt x="329" y="416"/>
                </a:lnTo>
                <a:lnTo>
                  <a:pt x="329" y="415"/>
                </a:lnTo>
                <a:lnTo>
                  <a:pt x="328" y="415"/>
                </a:lnTo>
                <a:lnTo>
                  <a:pt x="328" y="414"/>
                </a:lnTo>
                <a:lnTo>
                  <a:pt x="328" y="413"/>
                </a:lnTo>
                <a:lnTo>
                  <a:pt x="329" y="413"/>
                </a:lnTo>
                <a:lnTo>
                  <a:pt x="329" y="412"/>
                </a:lnTo>
                <a:lnTo>
                  <a:pt x="330" y="412"/>
                </a:lnTo>
                <a:lnTo>
                  <a:pt x="330" y="411"/>
                </a:lnTo>
                <a:lnTo>
                  <a:pt x="329" y="411"/>
                </a:lnTo>
                <a:lnTo>
                  <a:pt x="328" y="411"/>
                </a:lnTo>
                <a:lnTo>
                  <a:pt x="328" y="410"/>
                </a:lnTo>
                <a:lnTo>
                  <a:pt x="327" y="410"/>
                </a:lnTo>
                <a:lnTo>
                  <a:pt x="327" y="409"/>
                </a:lnTo>
                <a:lnTo>
                  <a:pt x="326" y="409"/>
                </a:lnTo>
                <a:lnTo>
                  <a:pt x="325" y="409"/>
                </a:lnTo>
                <a:lnTo>
                  <a:pt x="324" y="409"/>
                </a:lnTo>
                <a:lnTo>
                  <a:pt x="324" y="410"/>
                </a:lnTo>
                <a:lnTo>
                  <a:pt x="323" y="410"/>
                </a:lnTo>
                <a:lnTo>
                  <a:pt x="322" y="410"/>
                </a:lnTo>
                <a:lnTo>
                  <a:pt x="321" y="410"/>
                </a:lnTo>
                <a:lnTo>
                  <a:pt x="320" y="410"/>
                </a:lnTo>
                <a:lnTo>
                  <a:pt x="319" y="409"/>
                </a:lnTo>
                <a:lnTo>
                  <a:pt x="318" y="409"/>
                </a:lnTo>
                <a:lnTo>
                  <a:pt x="318" y="408"/>
                </a:lnTo>
                <a:lnTo>
                  <a:pt x="319" y="408"/>
                </a:lnTo>
                <a:lnTo>
                  <a:pt x="319" y="407"/>
                </a:lnTo>
                <a:lnTo>
                  <a:pt x="319" y="406"/>
                </a:lnTo>
                <a:lnTo>
                  <a:pt x="318" y="406"/>
                </a:lnTo>
                <a:lnTo>
                  <a:pt x="318" y="405"/>
                </a:lnTo>
                <a:lnTo>
                  <a:pt x="319" y="405"/>
                </a:lnTo>
                <a:lnTo>
                  <a:pt x="319" y="404"/>
                </a:lnTo>
                <a:lnTo>
                  <a:pt x="320" y="404"/>
                </a:lnTo>
                <a:lnTo>
                  <a:pt x="321" y="404"/>
                </a:lnTo>
                <a:lnTo>
                  <a:pt x="321" y="403"/>
                </a:lnTo>
                <a:lnTo>
                  <a:pt x="321" y="402"/>
                </a:lnTo>
                <a:lnTo>
                  <a:pt x="320" y="402"/>
                </a:lnTo>
                <a:lnTo>
                  <a:pt x="319" y="402"/>
                </a:lnTo>
                <a:lnTo>
                  <a:pt x="319" y="401"/>
                </a:lnTo>
                <a:lnTo>
                  <a:pt x="320" y="401"/>
                </a:lnTo>
                <a:lnTo>
                  <a:pt x="320" y="400"/>
                </a:lnTo>
                <a:lnTo>
                  <a:pt x="320" y="399"/>
                </a:lnTo>
                <a:lnTo>
                  <a:pt x="319" y="398"/>
                </a:lnTo>
                <a:lnTo>
                  <a:pt x="320" y="398"/>
                </a:lnTo>
                <a:lnTo>
                  <a:pt x="320" y="397"/>
                </a:lnTo>
                <a:lnTo>
                  <a:pt x="319" y="397"/>
                </a:lnTo>
                <a:lnTo>
                  <a:pt x="318" y="397"/>
                </a:lnTo>
                <a:lnTo>
                  <a:pt x="317" y="396"/>
                </a:lnTo>
                <a:lnTo>
                  <a:pt x="316" y="396"/>
                </a:lnTo>
                <a:lnTo>
                  <a:pt x="315" y="396"/>
                </a:lnTo>
                <a:lnTo>
                  <a:pt x="315" y="395"/>
                </a:lnTo>
                <a:lnTo>
                  <a:pt x="316" y="395"/>
                </a:lnTo>
                <a:lnTo>
                  <a:pt x="316" y="394"/>
                </a:lnTo>
                <a:lnTo>
                  <a:pt x="315" y="393"/>
                </a:lnTo>
                <a:lnTo>
                  <a:pt x="314" y="393"/>
                </a:lnTo>
                <a:lnTo>
                  <a:pt x="314" y="392"/>
                </a:lnTo>
                <a:lnTo>
                  <a:pt x="313" y="392"/>
                </a:lnTo>
                <a:lnTo>
                  <a:pt x="312" y="392"/>
                </a:lnTo>
                <a:lnTo>
                  <a:pt x="313" y="392"/>
                </a:lnTo>
                <a:lnTo>
                  <a:pt x="313" y="391"/>
                </a:lnTo>
                <a:lnTo>
                  <a:pt x="312" y="391"/>
                </a:lnTo>
                <a:lnTo>
                  <a:pt x="311" y="391"/>
                </a:lnTo>
                <a:lnTo>
                  <a:pt x="311" y="390"/>
                </a:lnTo>
                <a:lnTo>
                  <a:pt x="310" y="390"/>
                </a:lnTo>
                <a:lnTo>
                  <a:pt x="309" y="390"/>
                </a:lnTo>
                <a:lnTo>
                  <a:pt x="309" y="389"/>
                </a:lnTo>
                <a:lnTo>
                  <a:pt x="310" y="389"/>
                </a:lnTo>
                <a:lnTo>
                  <a:pt x="311" y="389"/>
                </a:lnTo>
                <a:lnTo>
                  <a:pt x="311" y="388"/>
                </a:lnTo>
                <a:lnTo>
                  <a:pt x="310" y="388"/>
                </a:lnTo>
                <a:lnTo>
                  <a:pt x="310" y="387"/>
                </a:lnTo>
                <a:lnTo>
                  <a:pt x="309" y="387"/>
                </a:lnTo>
                <a:lnTo>
                  <a:pt x="309" y="386"/>
                </a:lnTo>
                <a:lnTo>
                  <a:pt x="310" y="386"/>
                </a:lnTo>
                <a:lnTo>
                  <a:pt x="310" y="385"/>
                </a:lnTo>
                <a:lnTo>
                  <a:pt x="310" y="384"/>
                </a:lnTo>
                <a:lnTo>
                  <a:pt x="310" y="383"/>
                </a:lnTo>
                <a:lnTo>
                  <a:pt x="311" y="383"/>
                </a:lnTo>
                <a:lnTo>
                  <a:pt x="311" y="382"/>
                </a:lnTo>
                <a:lnTo>
                  <a:pt x="311" y="381"/>
                </a:lnTo>
                <a:lnTo>
                  <a:pt x="310" y="381"/>
                </a:lnTo>
                <a:lnTo>
                  <a:pt x="310" y="380"/>
                </a:lnTo>
                <a:lnTo>
                  <a:pt x="311" y="380"/>
                </a:lnTo>
                <a:lnTo>
                  <a:pt x="311" y="379"/>
                </a:lnTo>
                <a:lnTo>
                  <a:pt x="311" y="378"/>
                </a:lnTo>
                <a:lnTo>
                  <a:pt x="312" y="378"/>
                </a:lnTo>
                <a:lnTo>
                  <a:pt x="311" y="378"/>
                </a:lnTo>
                <a:lnTo>
                  <a:pt x="311" y="377"/>
                </a:lnTo>
                <a:lnTo>
                  <a:pt x="310" y="377"/>
                </a:lnTo>
                <a:lnTo>
                  <a:pt x="309" y="377"/>
                </a:lnTo>
                <a:lnTo>
                  <a:pt x="309" y="378"/>
                </a:lnTo>
                <a:lnTo>
                  <a:pt x="308" y="378"/>
                </a:lnTo>
                <a:lnTo>
                  <a:pt x="308" y="377"/>
                </a:lnTo>
                <a:lnTo>
                  <a:pt x="307" y="377"/>
                </a:lnTo>
                <a:lnTo>
                  <a:pt x="307" y="378"/>
                </a:lnTo>
                <a:lnTo>
                  <a:pt x="306" y="378"/>
                </a:lnTo>
                <a:lnTo>
                  <a:pt x="305" y="378"/>
                </a:lnTo>
                <a:lnTo>
                  <a:pt x="305" y="377"/>
                </a:lnTo>
                <a:lnTo>
                  <a:pt x="304" y="377"/>
                </a:lnTo>
                <a:lnTo>
                  <a:pt x="304" y="376"/>
                </a:lnTo>
                <a:lnTo>
                  <a:pt x="304" y="375"/>
                </a:lnTo>
                <a:lnTo>
                  <a:pt x="304" y="374"/>
                </a:lnTo>
                <a:lnTo>
                  <a:pt x="304" y="373"/>
                </a:lnTo>
                <a:lnTo>
                  <a:pt x="303" y="373"/>
                </a:lnTo>
                <a:lnTo>
                  <a:pt x="302" y="372"/>
                </a:lnTo>
                <a:lnTo>
                  <a:pt x="301" y="372"/>
                </a:lnTo>
                <a:lnTo>
                  <a:pt x="300" y="372"/>
                </a:lnTo>
                <a:lnTo>
                  <a:pt x="300" y="371"/>
                </a:lnTo>
                <a:lnTo>
                  <a:pt x="301" y="371"/>
                </a:lnTo>
                <a:lnTo>
                  <a:pt x="302" y="370"/>
                </a:lnTo>
                <a:lnTo>
                  <a:pt x="302" y="369"/>
                </a:lnTo>
                <a:lnTo>
                  <a:pt x="301" y="369"/>
                </a:lnTo>
                <a:lnTo>
                  <a:pt x="301" y="368"/>
                </a:lnTo>
                <a:lnTo>
                  <a:pt x="300" y="368"/>
                </a:lnTo>
                <a:lnTo>
                  <a:pt x="300" y="367"/>
                </a:lnTo>
                <a:lnTo>
                  <a:pt x="301" y="367"/>
                </a:lnTo>
                <a:lnTo>
                  <a:pt x="302" y="367"/>
                </a:lnTo>
                <a:lnTo>
                  <a:pt x="302" y="366"/>
                </a:lnTo>
                <a:lnTo>
                  <a:pt x="302" y="365"/>
                </a:lnTo>
                <a:lnTo>
                  <a:pt x="302" y="364"/>
                </a:lnTo>
                <a:lnTo>
                  <a:pt x="301" y="364"/>
                </a:lnTo>
                <a:lnTo>
                  <a:pt x="301" y="363"/>
                </a:lnTo>
                <a:lnTo>
                  <a:pt x="302" y="363"/>
                </a:lnTo>
                <a:lnTo>
                  <a:pt x="302" y="362"/>
                </a:lnTo>
                <a:lnTo>
                  <a:pt x="302" y="361"/>
                </a:lnTo>
                <a:lnTo>
                  <a:pt x="301" y="361"/>
                </a:lnTo>
                <a:lnTo>
                  <a:pt x="301" y="360"/>
                </a:lnTo>
                <a:lnTo>
                  <a:pt x="301" y="359"/>
                </a:lnTo>
                <a:lnTo>
                  <a:pt x="300" y="359"/>
                </a:lnTo>
                <a:lnTo>
                  <a:pt x="299" y="359"/>
                </a:lnTo>
                <a:lnTo>
                  <a:pt x="299" y="358"/>
                </a:lnTo>
                <a:lnTo>
                  <a:pt x="298" y="358"/>
                </a:lnTo>
                <a:lnTo>
                  <a:pt x="297" y="358"/>
                </a:lnTo>
                <a:lnTo>
                  <a:pt x="297" y="357"/>
                </a:lnTo>
                <a:lnTo>
                  <a:pt x="296" y="357"/>
                </a:lnTo>
                <a:lnTo>
                  <a:pt x="296" y="358"/>
                </a:lnTo>
                <a:lnTo>
                  <a:pt x="296" y="357"/>
                </a:lnTo>
                <a:lnTo>
                  <a:pt x="295" y="357"/>
                </a:lnTo>
                <a:lnTo>
                  <a:pt x="295" y="358"/>
                </a:lnTo>
                <a:lnTo>
                  <a:pt x="295" y="359"/>
                </a:lnTo>
                <a:lnTo>
                  <a:pt x="294" y="360"/>
                </a:lnTo>
                <a:lnTo>
                  <a:pt x="293" y="360"/>
                </a:lnTo>
                <a:lnTo>
                  <a:pt x="292" y="360"/>
                </a:lnTo>
                <a:lnTo>
                  <a:pt x="291" y="360"/>
                </a:lnTo>
                <a:lnTo>
                  <a:pt x="291" y="359"/>
                </a:lnTo>
                <a:lnTo>
                  <a:pt x="291" y="358"/>
                </a:lnTo>
                <a:lnTo>
                  <a:pt x="290" y="358"/>
                </a:lnTo>
                <a:lnTo>
                  <a:pt x="290" y="357"/>
                </a:lnTo>
                <a:lnTo>
                  <a:pt x="290" y="356"/>
                </a:lnTo>
                <a:lnTo>
                  <a:pt x="290" y="355"/>
                </a:lnTo>
                <a:lnTo>
                  <a:pt x="290" y="354"/>
                </a:lnTo>
                <a:lnTo>
                  <a:pt x="290" y="353"/>
                </a:lnTo>
                <a:lnTo>
                  <a:pt x="289" y="352"/>
                </a:lnTo>
                <a:lnTo>
                  <a:pt x="289" y="351"/>
                </a:lnTo>
                <a:lnTo>
                  <a:pt x="290" y="351"/>
                </a:lnTo>
                <a:lnTo>
                  <a:pt x="290" y="350"/>
                </a:lnTo>
                <a:lnTo>
                  <a:pt x="289" y="350"/>
                </a:lnTo>
                <a:lnTo>
                  <a:pt x="289" y="349"/>
                </a:lnTo>
                <a:lnTo>
                  <a:pt x="290" y="349"/>
                </a:lnTo>
                <a:lnTo>
                  <a:pt x="290" y="348"/>
                </a:lnTo>
                <a:lnTo>
                  <a:pt x="291" y="347"/>
                </a:lnTo>
                <a:lnTo>
                  <a:pt x="291" y="346"/>
                </a:lnTo>
                <a:lnTo>
                  <a:pt x="291" y="345"/>
                </a:lnTo>
                <a:lnTo>
                  <a:pt x="291" y="344"/>
                </a:lnTo>
                <a:lnTo>
                  <a:pt x="291" y="343"/>
                </a:lnTo>
                <a:lnTo>
                  <a:pt x="291" y="342"/>
                </a:lnTo>
                <a:lnTo>
                  <a:pt x="291" y="341"/>
                </a:lnTo>
                <a:lnTo>
                  <a:pt x="291" y="340"/>
                </a:lnTo>
                <a:lnTo>
                  <a:pt x="290" y="340"/>
                </a:lnTo>
                <a:lnTo>
                  <a:pt x="290" y="339"/>
                </a:lnTo>
                <a:lnTo>
                  <a:pt x="290" y="338"/>
                </a:lnTo>
                <a:lnTo>
                  <a:pt x="290" y="337"/>
                </a:lnTo>
                <a:lnTo>
                  <a:pt x="289" y="336"/>
                </a:lnTo>
                <a:lnTo>
                  <a:pt x="288" y="336"/>
                </a:lnTo>
                <a:lnTo>
                  <a:pt x="288" y="335"/>
                </a:lnTo>
                <a:lnTo>
                  <a:pt x="289" y="335"/>
                </a:lnTo>
                <a:lnTo>
                  <a:pt x="290" y="335"/>
                </a:lnTo>
                <a:lnTo>
                  <a:pt x="290" y="334"/>
                </a:lnTo>
                <a:lnTo>
                  <a:pt x="290" y="333"/>
                </a:lnTo>
                <a:lnTo>
                  <a:pt x="291" y="332"/>
                </a:lnTo>
                <a:lnTo>
                  <a:pt x="292" y="332"/>
                </a:lnTo>
                <a:lnTo>
                  <a:pt x="293" y="331"/>
                </a:lnTo>
                <a:lnTo>
                  <a:pt x="293" y="330"/>
                </a:lnTo>
                <a:lnTo>
                  <a:pt x="292" y="330"/>
                </a:lnTo>
                <a:lnTo>
                  <a:pt x="292" y="329"/>
                </a:lnTo>
                <a:lnTo>
                  <a:pt x="292" y="328"/>
                </a:lnTo>
                <a:lnTo>
                  <a:pt x="293" y="328"/>
                </a:lnTo>
                <a:lnTo>
                  <a:pt x="293" y="327"/>
                </a:lnTo>
                <a:lnTo>
                  <a:pt x="293" y="326"/>
                </a:lnTo>
                <a:lnTo>
                  <a:pt x="293" y="325"/>
                </a:lnTo>
                <a:lnTo>
                  <a:pt x="292" y="325"/>
                </a:lnTo>
                <a:lnTo>
                  <a:pt x="291" y="326"/>
                </a:lnTo>
                <a:lnTo>
                  <a:pt x="290" y="326"/>
                </a:lnTo>
                <a:lnTo>
                  <a:pt x="290" y="327"/>
                </a:lnTo>
                <a:lnTo>
                  <a:pt x="290" y="326"/>
                </a:lnTo>
                <a:lnTo>
                  <a:pt x="289" y="326"/>
                </a:lnTo>
                <a:lnTo>
                  <a:pt x="288" y="326"/>
                </a:lnTo>
                <a:lnTo>
                  <a:pt x="287" y="326"/>
                </a:lnTo>
                <a:lnTo>
                  <a:pt x="286" y="326"/>
                </a:lnTo>
                <a:lnTo>
                  <a:pt x="286" y="327"/>
                </a:lnTo>
                <a:lnTo>
                  <a:pt x="285" y="327"/>
                </a:lnTo>
                <a:lnTo>
                  <a:pt x="285" y="326"/>
                </a:lnTo>
                <a:lnTo>
                  <a:pt x="284" y="326"/>
                </a:lnTo>
                <a:lnTo>
                  <a:pt x="284" y="327"/>
                </a:lnTo>
                <a:lnTo>
                  <a:pt x="283" y="327"/>
                </a:lnTo>
                <a:lnTo>
                  <a:pt x="283" y="328"/>
                </a:lnTo>
                <a:lnTo>
                  <a:pt x="283" y="329"/>
                </a:lnTo>
                <a:lnTo>
                  <a:pt x="282" y="329"/>
                </a:lnTo>
                <a:lnTo>
                  <a:pt x="281" y="330"/>
                </a:lnTo>
                <a:lnTo>
                  <a:pt x="281" y="331"/>
                </a:lnTo>
                <a:lnTo>
                  <a:pt x="280" y="332"/>
                </a:lnTo>
                <a:lnTo>
                  <a:pt x="279" y="332"/>
                </a:lnTo>
                <a:lnTo>
                  <a:pt x="278" y="332"/>
                </a:lnTo>
                <a:lnTo>
                  <a:pt x="278" y="331"/>
                </a:lnTo>
                <a:lnTo>
                  <a:pt x="277" y="331"/>
                </a:lnTo>
                <a:lnTo>
                  <a:pt x="277" y="332"/>
                </a:lnTo>
                <a:lnTo>
                  <a:pt x="276" y="332"/>
                </a:lnTo>
                <a:lnTo>
                  <a:pt x="275" y="333"/>
                </a:lnTo>
                <a:lnTo>
                  <a:pt x="274" y="334"/>
                </a:lnTo>
                <a:lnTo>
                  <a:pt x="274" y="335"/>
                </a:lnTo>
                <a:lnTo>
                  <a:pt x="273" y="335"/>
                </a:lnTo>
                <a:lnTo>
                  <a:pt x="273" y="336"/>
                </a:lnTo>
                <a:lnTo>
                  <a:pt x="274" y="337"/>
                </a:lnTo>
                <a:lnTo>
                  <a:pt x="274" y="338"/>
                </a:lnTo>
                <a:lnTo>
                  <a:pt x="274" y="339"/>
                </a:lnTo>
                <a:lnTo>
                  <a:pt x="273" y="339"/>
                </a:lnTo>
                <a:lnTo>
                  <a:pt x="273" y="340"/>
                </a:lnTo>
                <a:lnTo>
                  <a:pt x="272" y="340"/>
                </a:lnTo>
                <a:lnTo>
                  <a:pt x="272" y="341"/>
                </a:lnTo>
                <a:lnTo>
                  <a:pt x="272" y="342"/>
                </a:lnTo>
                <a:lnTo>
                  <a:pt x="272" y="341"/>
                </a:lnTo>
                <a:lnTo>
                  <a:pt x="271" y="341"/>
                </a:lnTo>
                <a:lnTo>
                  <a:pt x="270" y="341"/>
                </a:lnTo>
                <a:lnTo>
                  <a:pt x="270" y="342"/>
                </a:lnTo>
                <a:lnTo>
                  <a:pt x="270" y="343"/>
                </a:lnTo>
                <a:lnTo>
                  <a:pt x="270" y="344"/>
                </a:lnTo>
                <a:lnTo>
                  <a:pt x="269" y="344"/>
                </a:lnTo>
                <a:lnTo>
                  <a:pt x="269" y="345"/>
                </a:lnTo>
                <a:lnTo>
                  <a:pt x="268" y="345"/>
                </a:lnTo>
                <a:lnTo>
                  <a:pt x="267" y="345"/>
                </a:lnTo>
                <a:lnTo>
                  <a:pt x="267" y="346"/>
                </a:lnTo>
                <a:lnTo>
                  <a:pt x="267" y="347"/>
                </a:lnTo>
                <a:lnTo>
                  <a:pt x="266" y="347"/>
                </a:lnTo>
                <a:lnTo>
                  <a:pt x="266" y="348"/>
                </a:lnTo>
                <a:lnTo>
                  <a:pt x="265" y="348"/>
                </a:lnTo>
                <a:lnTo>
                  <a:pt x="265" y="349"/>
                </a:lnTo>
                <a:lnTo>
                  <a:pt x="264" y="349"/>
                </a:lnTo>
                <a:lnTo>
                  <a:pt x="263" y="350"/>
                </a:lnTo>
                <a:lnTo>
                  <a:pt x="262" y="350"/>
                </a:lnTo>
                <a:lnTo>
                  <a:pt x="261" y="351"/>
                </a:lnTo>
                <a:lnTo>
                  <a:pt x="262" y="351"/>
                </a:lnTo>
                <a:lnTo>
                  <a:pt x="261" y="352"/>
                </a:lnTo>
                <a:lnTo>
                  <a:pt x="260" y="352"/>
                </a:lnTo>
                <a:lnTo>
                  <a:pt x="259" y="352"/>
                </a:lnTo>
                <a:lnTo>
                  <a:pt x="258" y="353"/>
                </a:lnTo>
                <a:lnTo>
                  <a:pt x="257" y="353"/>
                </a:lnTo>
                <a:lnTo>
                  <a:pt x="256" y="353"/>
                </a:lnTo>
                <a:lnTo>
                  <a:pt x="256" y="354"/>
                </a:lnTo>
                <a:lnTo>
                  <a:pt x="255" y="354"/>
                </a:lnTo>
                <a:lnTo>
                  <a:pt x="255" y="355"/>
                </a:lnTo>
                <a:lnTo>
                  <a:pt x="255" y="356"/>
                </a:lnTo>
                <a:lnTo>
                  <a:pt x="255" y="357"/>
                </a:lnTo>
                <a:lnTo>
                  <a:pt x="254" y="357"/>
                </a:lnTo>
                <a:lnTo>
                  <a:pt x="253" y="357"/>
                </a:lnTo>
                <a:lnTo>
                  <a:pt x="253" y="356"/>
                </a:lnTo>
                <a:lnTo>
                  <a:pt x="254" y="356"/>
                </a:lnTo>
                <a:lnTo>
                  <a:pt x="254" y="355"/>
                </a:lnTo>
                <a:lnTo>
                  <a:pt x="253" y="355"/>
                </a:lnTo>
                <a:lnTo>
                  <a:pt x="254" y="354"/>
                </a:lnTo>
                <a:lnTo>
                  <a:pt x="253" y="354"/>
                </a:lnTo>
                <a:lnTo>
                  <a:pt x="253" y="353"/>
                </a:lnTo>
                <a:lnTo>
                  <a:pt x="253" y="352"/>
                </a:lnTo>
                <a:lnTo>
                  <a:pt x="252" y="352"/>
                </a:lnTo>
                <a:lnTo>
                  <a:pt x="252" y="351"/>
                </a:lnTo>
                <a:lnTo>
                  <a:pt x="251" y="351"/>
                </a:lnTo>
                <a:lnTo>
                  <a:pt x="251" y="352"/>
                </a:lnTo>
                <a:lnTo>
                  <a:pt x="251" y="351"/>
                </a:lnTo>
                <a:lnTo>
                  <a:pt x="250" y="351"/>
                </a:lnTo>
                <a:lnTo>
                  <a:pt x="249" y="351"/>
                </a:lnTo>
                <a:lnTo>
                  <a:pt x="248" y="351"/>
                </a:lnTo>
                <a:lnTo>
                  <a:pt x="246" y="351"/>
                </a:lnTo>
                <a:lnTo>
                  <a:pt x="246" y="350"/>
                </a:lnTo>
                <a:lnTo>
                  <a:pt x="246" y="349"/>
                </a:lnTo>
                <a:lnTo>
                  <a:pt x="246" y="348"/>
                </a:lnTo>
                <a:lnTo>
                  <a:pt x="247" y="348"/>
                </a:lnTo>
                <a:lnTo>
                  <a:pt x="248" y="348"/>
                </a:lnTo>
                <a:lnTo>
                  <a:pt x="248" y="347"/>
                </a:lnTo>
                <a:lnTo>
                  <a:pt x="249" y="347"/>
                </a:lnTo>
                <a:lnTo>
                  <a:pt x="250" y="347"/>
                </a:lnTo>
                <a:lnTo>
                  <a:pt x="250" y="346"/>
                </a:lnTo>
                <a:lnTo>
                  <a:pt x="251" y="346"/>
                </a:lnTo>
                <a:lnTo>
                  <a:pt x="252" y="346"/>
                </a:lnTo>
                <a:lnTo>
                  <a:pt x="252" y="345"/>
                </a:lnTo>
                <a:lnTo>
                  <a:pt x="252" y="344"/>
                </a:lnTo>
                <a:lnTo>
                  <a:pt x="252" y="343"/>
                </a:lnTo>
                <a:lnTo>
                  <a:pt x="252" y="342"/>
                </a:lnTo>
                <a:lnTo>
                  <a:pt x="251" y="342"/>
                </a:lnTo>
                <a:lnTo>
                  <a:pt x="251" y="341"/>
                </a:lnTo>
                <a:lnTo>
                  <a:pt x="250" y="341"/>
                </a:lnTo>
                <a:lnTo>
                  <a:pt x="249" y="341"/>
                </a:lnTo>
                <a:lnTo>
                  <a:pt x="249" y="342"/>
                </a:lnTo>
                <a:lnTo>
                  <a:pt x="248" y="342"/>
                </a:lnTo>
                <a:lnTo>
                  <a:pt x="247" y="342"/>
                </a:lnTo>
                <a:lnTo>
                  <a:pt x="246" y="342"/>
                </a:lnTo>
                <a:lnTo>
                  <a:pt x="246" y="341"/>
                </a:lnTo>
                <a:lnTo>
                  <a:pt x="245" y="341"/>
                </a:lnTo>
                <a:lnTo>
                  <a:pt x="244" y="341"/>
                </a:lnTo>
                <a:lnTo>
                  <a:pt x="244" y="340"/>
                </a:lnTo>
                <a:lnTo>
                  <a:pt x="243" y="340"/>
                </a:lnTo>
                <a:lnTo>
                  <a:pt x="243" y="339"/>
                </a:lnTo>
                <a:lnTo>
                  <a:pt x="243" y="338"/>
                </a:lnTo>
                <a:lnTo>
                  <a:pt x="244" y="338"/>
                </a:lnTo>
                <a:lnTo>
                  <a:pt x="245" y="337"/>
                </a:lnTo>
                <a:lnTo>
                  <a:pt x="246" y="336"/>
                </a:lnTo>
                <a:lnTo>
                  <a:pt x="250" y="332"/>
                </a:lnTo>
                <a:lnTo>
                  <a:pt x="251" y="331"/>
                </a:lnTo>
                <a:lnTo>
                  <a:pt x="250" y="330"/>
                </a:lnTo>
                <a:lnTo>
                  <a:pt x="248" y="329"/>
                </a:lnTo>
                <a:lnTo>
                  <a:pt x="248" y="328"/>
                </a:lnTo>
                <a:lnTo>
                  <a:pt x="247" y="328"/>
                </a:lnTo>
                <a:lnTo>
                  <a:pt x="245" y="326"/>
                </a:lnTo>
                <a:lnTo>
                  <a:pt x="244" y="326"/>
                </a:lnTo>
                <a:lnTo>
                  <a:pt x="243" y="326"/>
                </a:lnTo>
                <a:lnTo>
                  <a:pt x="243" y="325"/>
                </a:lnTo>
                <a:lnTo>
                  <a:pt x="242" y="324"/>
                </a:lnTo>
                <a:lnTo>
                  <a:pt x="241" y="323"/>
                </a:lnTo>
                <a:lnTo>
                  <a:pt x="240" y="323"/>
                </a:lnTo>
                <a:lnTo>
                  <a:pt x="240" y="322"/>
                </a:lnTo>
                <a:lnTo>
                  <a:pt x="239" y="322"/>
                </a:lnTo>
                <a:lnTo>
                  <a:pt x="238" y="322"/>
                </a:lnTo>
                <a:lnTo>
                  <a:pt x="238" y="321"/>
                </a:lnTo>
                <a:lnTo>
                  <a:pt x="237" y="320"/>
                </a:lnTo>
                <a:lnTo>
                  <a:pt x="238" y="320"/>
                </a:lnTo>
                <a:lnTo>
                  <a:pt x="238" y="319"/>
                </a:lnTo>
                <a:lnTo>
                  <a:pt x="238" y="318"/>
                </a:lnTo>
                <a:lnTo>
                  <a:pt x="238" y="317"/>
                </a:lnTo>
                <a:lnTo>
                  <a:pt x="238" y="316"/>
                </a:lnTo>
                <a:lnTo>
                  <a:pt x="238" y="315"/>
                </a:lnTo>
                <a:lnTo>
                  <a:pt x="237" y="315"/>
                </a:lnTo>
                <a:lnTo>
                  <a:pt x="235" y="315"/>
                </a:lnTo>
                <a:lnTo>
                  <a:pt x="233" y="315"/>
                </a:lnTo>
                <a:lnTo>
                  <a:pt x="233" y="314"/>
                </a:lnTo>
                <a:lnTo>
                  <a:pt x="232" y="314"/>
                </a:lnTo>
                <a:lnTo>
                  <a:pt x="232" y="313"/>
                </a:lnTo>
                <a:lnTo>
                  <a:pt x="232" y="312"/>
                </a:lnTo>
                <a:lnTo>
                  <a:pt x="231" y="313"/>
                </a:lnTo>
                <a:lnTo>
                  <a:pt x="230" y="313"/>
                </a:lnTo>
                <a:lnTo>
                  <a:pt x="230" y="314"/>
                </a:lnTo>
                <a:lnTo>
                  <a:pt x="229" y="314"/>
                </a:lnTo>
                <a:lnTo>
                  <a:pt x="228" y="314"/>
                </a:lnTo>
                <a:lnTo>
                  <a:pt x="227" y="314"/>
                </a:lnTo>
                <a:lnTo>
                  <a:pt x="227" y="313"/>
                </a:lnTo>
                <a:lnTo>
                  <a:pt x="226" y="313"/>
                </a:lnTo>
                <a:lnTo>
                  <a:pt x="225" y="313"/>
                </a:lnTo>
                <a:lnTo>
                  <a:pt x="224" y="313"/>
                </a:lnTo>
                <a:lnTo>
                  <a:pt x="223" y="313"/>
                </a:lnTo>
                <a:lnTo>
                  <a:pt x="223" y="312"/>
                </a:lnTo>
                <a:lnTo>
                  <a:pt x="223" y="311"/>
                </a:lnTo>
                <a:lnTo>
                  <a:pt x="223" y="310"/>
                </a:lnTo>
                <a:lnTo>
                  <a:pt x="222" y="310"/>
                </a:lnTo>
                <a:lnTo>
                  <a:pt x="221" y="310"/>
                </a:lnTo>
                <a:lnTo>
                  <a:pt x="222" y="310"/>
                </a:lnTo>
                <a:lnTo>
                  <a:pt x="222" y="309"/>
                </a:lnTo>
                <a:lnTo>
                  <a:pt x="220" y="309"/>
                </a:lnTo>
                <a:lnTo>
                  <a:pt x="219" y="309"/>
                </a:lnTo>
                <a:lnTo>
                  <a:pt x="218" y="309"/>
                </a:lnTo>
                <a:lnTo>
                  <a:pt x="217" y="309"/>
                </a:lnTo>
                <a:lnTo>
                  <a:pt x="216" y="309"/>
                </a:lnTo>
                <a:lnTo>
                  <a:pt x="216" y="310"/>
                </a:lnTo>
                <a:lnTo>
                  <a:pt x="215" y="310"/>
                </a:lnTo>
                <a:lnTo>
                  <a:pt x="215" y="309"/>
                </a:lnTo>
                <a:lnTo>
                  <a:pt x="214" y="309"/>
                </a:lnTo>
                <a:lnTo>
                  <a:pt x="214" y="308"/>
                </a:lnTo>
                <a:lnTo>
                  <a:pt x="213" y="308"/>
                </a:lnTo>
                <a:lnTo>
                  <a:pt x="212" y="308"/>
                </a:lnTo>
                <a:lnTo>
                  <a:pt x="212" y="307"/>
                </a:lnTo>
                <a:lnTo>
                  <a:pt x="211" y="306"/>
                </a:lnTo>
                <a:lnTo>
                  <a:pt x="211" y="305"/>
                </a:lnTo>
                <a:lnTo>
                  <a:pt x="209" y="304"/>
                </a:lnTo>
                <a:lnTo>
                  <a:pt x="208" y="303"/>
                </a:lnTo>
                <a:lnTo>
                  <a:pt x="207" y="303"/>
                </a:lnTo>
                <a:lnTo>
                  <a:pt x="207" y="302"/>
                </a:lnTo>
                <a:lnTo>
                  <a:pt x="206" y="302"/>
                </a:lnTo>
                <a:lnTo>
                  <a:pt x="205" y="302"/>
                </a:lnTo>
                <a:lnTo>
                  <a:pt x="204" y="302"/>
                </a:lnTo>
                <a:lnTo>
                  <a:pt x="203" y="302"/>
                </a:lnTo>
                <a:lnTo>
                  <a:pt x="203" y="301"/>
                </a:lnTo>
                <a:lnTo>
                  <a:pt x="204" y="301"/>
                </a:lnTo>
                <a:lnTo>
                  <a:pt x="204" y="300"/>
                </a:lnTo>
                <a:lnTo>
                  <a:pt x="203" y="300"/>
                </a:lnTo>
                <a:lnTo>
                  <a:pt x="203" y="299"/>
                </a:lnTo>
                <a:lnTo>
                  <a:pt x="201" y="298"/>
                </a:lnTo>
                <a:lnTo>
                  <a:pt x="200" y="298"/>
                </a:lnTo>
                <a:lnTo>
                  <a:pt x="200" y="297"/>
                </a:lnTo>
                <a:lnTo>
                  <a:pt x="199" y="297"/>
                </a:lnTo>
                <a:lnTo>
                  <a:pt x="199" y="296"/>
                </a:lnTo>
                <a:lnTo>
                  <a:pt x="199" y="295"/>
                </a:lnTo>
                <a:lnTo>
                  <a:pt x="200" y="294"/>
                </a:lnTo>
                <a:lnTo>
                  <a:pt x="201" y="293"/>
                </a:lnTo>
                <a:lnTo>
                  <a:pt x="201" y="292"/>
                </a:lnTo>
                <a:lnTo>
                  <a:pt x="200" y="292"/>
                </a:lnTo>
                <a:lnTo>
                  <a:pt x="200" y="291"/>
                </a:lnTo>
                <a:lnTo>
                  <a:pt x="199" y="291"/>
                </a:lnTo>
                <a:lnTo>
                  <a:pt x="198" y="291"/>
                </a:lnTo>
                <a:lnTo>
                  <a:pt x="198" y="290"/>
                </a:lnTo>
                <a:lnTo>
                  <a:pt x="197" y="290"/>
                </a:lnTo>
                <a:lnTo>
                  <a:pt x="197" y="291"/>
                </a:lnTo>
                <a:lnTo>
                  <a:pt x="197" y="290"/>
                </a:lnTo>
                <a:lnTo>
                  <a:pt x="196" y="290"/>
                </a:lnTo>
                <a:lnTo>
                  <a:pt x="195" y="289"/>
                </a:lnTo>
                <a:lnTo>
                  <a:pt x="194" y="289"/>
                </a:lnTo>
                <a:lnTo>
                  <a:pt x="194" y="288"/>
                </a:lnTo>
                <a:lnTo>
                  <a:pt x="194" y="289"/>
                </a:lnTo>
                <a:lnTo>
                  <a:pt x="193" y="290"/>
                </a:lnTo>
                <a:lnTo>
                  <a:pt x="192" y="290"/>
                </a:lnTo>
                <a:lnTo>
                  <a:pt x="192" y="289"/>
                </a:lnTo>
                <a:lnTo>
                  <a:pt x="192" y="290"/>
                </a:lnTo>
                <a:lnTo>
                  <a:pt x="191" y="290"/>
                </a:lnTo>
                <a:lnTo>
                  <a:pt x="190" y="290"/>
                </a:lnTo>
                <a:lnTo>
                  <a:pt x="190" y="291"/>
                </a:lnTo>
                <a:lnTo>
                  <a:pt x="190" y="292"/>
                </a:lnTo>
                <a:lnTo>
                  <a:pt x="190" y="293"/>
                </a:lnTo>
                <a:lnTo>
                  <a:pt x="190" y="294"/>
                </a:lnTo>
                <a:lnTo>
                  <a:pt x="189" y="294"/>
                </a:lnTo>
                <a:lnTo>
                  <a:pt x="189" y="295"/>
                </a:lnTo>
                <a:lnTo>
                  <a:pt x="188" y="295"/>
                </a:lnTo>
                <a:lnTo>
                  <a:pt x="186" y="296"/>
                </a:lnTo>
                <a:lnTo>
                  <a:pt x="186" y="297"/>
                </a:lnTo>
                <a:lnTo>
                  <a:pt x="186" y="298"/>
                </a:lnTo>
                <a:lnTo>
                  <a:pt x="186" y="299"/>
                </a:lnTo>
                <a:lnTo>
                  <a:pt x="186" y="300"/>
                </a:lnTo>
                <a:lnTo>
                  <a:pt x="185" y="300"/>
                </a:lnTo>
                <a:lnTo>
                  <a:pt x="186" y="300"/>
                </a:lnTo>
                <a:lnTo>
                  <a:pt x="186" y="301"/>
                </a:lnTo>
                <a:lnTo>
                  <a:pt x="185" y="301"/>
                </a:lnTo>
                <a:lnTo>
                  <a:pt x="183" y="301"/>
                </a:lnTo>
                <a:lnTo>
                  <a:pt x="180" y="301"/>
                </a:lnTo>
                <a:lnTo>
                  <a:pt x="179" y="301"/>
                </a:lnTo>
                <a:lnTo>
                  <a:pt x="177" y="301"/>
                </a:lnTo>
                <a:lnTo>
                  <a:pt x="176" y="300"/>
                </a:lnTo>
                <a:lnTo>
                  <a:pt x="175" y="300"/>
                </a:lnTo>
                <a:lnTo>
                  <a:pt x="174" y="299"/>
                </a:lnTo>
                <a:lnTo>
                  <a:pt x="174" y="298"/>
                </a:lnTo>
                <a:lnTo>
                  <a:pt x="173" y="298"/>
                </a:lnTo>
                <a:lnTo>
                  <a:pt x="173" y="297"/>
                </a:lnTo>
                <a:lnTo>
                  <a:pt x="172" y="297"/>
                </a:lnTo>
                <a:lnTo>
                  <a:pt x="172" y="296"/>
                </a:lnTo>
                <a:lnTo>
                  <a:pt x="171" y="297"/>
                </a:lnTo>
                <a:lnTo>
                  <a:pt x="170" y="298"/>
                </a:lnTo>
                <a:lnTo>
                  <a:pt x="169" y="298"/>
                </a:lnTo>
                <a:lnTo>
                  <a:pt x="169" y="297"/>
                </a:lnTo>
                <a:lnTo>
                  <a:pt x="168" y="295"/>
                </a:lnTo>
                <a:lnTo>
                  <a:pt x="167" y="295"/>
                </a:lnTo>
                <a:lnTo>
                  <a:pt x="167" y="294"/>
                </a:lnTo>
                <a:lnTo>
                  <a:pt x="166" y="293"/>
                </a:lnTo>
                <a:lnTo>
                  <a:pt x="162" y="294"/>
                </a:lnTo>
                <a:lnTo>
                  <a:pt x="162" y="295"/>
                </a:lnTo>
                <a:lnTo>
                  <a:pt x="162" y="296"/>
                </a:lnTo>
                <a:lnTo>
                  <a:pt x="160" y="297"/>
                </a:lnTo>
                <a:lnTo>
                  <a:pt x="160" y="295"/>
                </a:lnTo>
                <a:lnTo>
                  <a:pt x="159" y="295"/>
                </a:lnTo>
                <a:lnTo>
                  <a:pt x="159" y="294"/>
                </a:lnTo>
                <a:lnTo>
                  <a:pt x="158" y="294"/>
                </a:lnTo>
                <a:lnTo>
                  <a:pt x="158" y="293"/>
                </a:lnTo>
                <a:lnTo>
                  <a:pt x="158" y="292"/>
                </a:lnTo>
                <a:lnTo>
                  <a:pt x="157" y="292"/>
                </a:lnTo>
                <a:lnTo>
                  <a:pt x="157" y="291"/>
                </a:lnTo>
                <a:lnTo>
                  <a:pt x="157" y="290"/>
                </a:lnTo>
                <a:lnTo>
                  <a:pt x="156" y="290"/>
                </a:lnTo>
                <a:lnTo>
                  <a:pt x="155" y="289"/>
                </a:lnTo>
                <a:lnTo>
                  <a:pt x="153" y="290"/>
                </a:lnTo>
                <a:lnTo>
                  <a:pt x="152" y="289"/>
                </a:lnTo>
                <a:lnTo>
                  <a:pt x="151" y="288"/>
                </a:lnTo>
                <a:lnTo>
                  <a:pt x="152" y="287"/>
                </a:lnTo>
                <a:lnTo>
                  <a:pt x="152" y="286"/>
                </a:lnTo>
                <a:lnTo>
                  <a:pt x="152" y="285"/>
                </a:lnTo>
                <a:lnTo>
                  <a:pt x="151" y="285"/>
                </a:lnTo>
                <a:lnTo>
                  <a:pt x="150" y="284"/>
                </a:lnTo>
                <a:lnTo>
                  <a:pt x="150" y="282"/>
                </a:lnTo>
                <a:lnTo>
                  <a:pt x="151" y="282"/>
                </a:lnTo>
                <a:lnTo>
                  <a:pt x="152" y="282"/>
                </a:lnTo>
                <a:lnTo>
                  <a:pt x="153" y="281"/>
                </a:lnTo>
                <a:lnTo>
                  <a:pt x="154" y="281"/>
                </a:lnTo>
                <a:lnTo>
                  <a:pt x="155" y="281"/>
                </a:lnTo>
                <a:lnTo>
                  <a:pt x="156" y="281"/>
                </a:lnTo>
                <a:lnTo>
                  <a:pt x="157" y="281"/>
                </a:lnTo>
                <a:lnTo>
                  <a:pt x="158" y="281"/>
                </a:lnTo>
                <a:lnTo>
                  <a:pt x="159" y="282"/>
                </a:lnTo>
                <a:lnTo>
                  <a:pt x="160" y="282"/>
                </a:lnTo>
                <a:lnTo>
                  <a:pt x="161" y="282"/>
                </a:lnTo>
                <a:lnTo>
                  <a:pt x="162" y="283"/>
                </a:lnTo>
                <a:lnTo>
                  <a:pt x="163" y="283"/>
                </a:lnTo>
                <a:lnTo>
                  <a:pt x="164" y="283"/>
                </a:lnTo>
                <a:lnTo>
                  <a:pt x="164" y="282"/>
                </a:lnTo>
                <a:lnTo>
                  <a:pt x="164" y="281"/>
                </a:lnTo>
                <a:lnTo>
                  <a:pt x="163" y="279"/>
                </a:lnTo>
                <a:lnTo>
                  <a:pt x="162" y="279"/>
                </a:lnTo>
                <a:lnTo>
                  <a:pt x="162" y="280"/>
                </a:lnTo>
                <a:lnTo>
                  <a:pt x="161" y="279"/>
                </a:lnTo>
                <a:lnTo>
                  <a:pt x="161" y="278"/>
                </a:lnTo>
                <a:lnTo>
                  <a:pt x="160" y="278"/>
                </a:lnTo>
                <a:lnTo>
                  <a:pt x="161" y="277"/>
                </a:lnTo>
                <a:lnTo>
                  <a:pt x="161" y="276"/>
                </a:lnTo>
                <a:lnTo>
                  <a:pt x="161" y="277"/>
                </a:lnTo>
                <a:lnTo>
                  <a:pt x="162" y="277"/>
                </a:lnTo>
                <a:lnTo>
                  <a:pt x="164" y="279"/>
                </a:lnTo>
                <a:lnTo>
                  <a:pt x="165" y="278"/>
                </a:lnTo>
                <a:lnTo>
                  <a:pt x="167" y="278"/>
                </a:lnTo>
                <a:lnTo>
                  <a:pt x="168" y="278"/>
                </a:lnTo>
                <a:lnTo>
                  <a:pt x="169" y="278"/>
                </a:lnTo>
                <a:lnTo>
                  <a:pt x="169" y="277"/>
                </a:lnTo>
                <a:lnTo>
                  <a:pt x="168" y="276"/>
                </a:lnTo>
                <a:lnTo>
                  <a:pt x="168" y="275"/>
                </a:lnTo>
                <a:lnTo>
                  <a:pt x="169" y="275"/>
                </a:lnTo>
                <a:lnTo>
                  <a:pt x="169" y="274"/>
                </a:lnTo>
                <a:lnTo>
                  <a:pt x="170" y="274"/>
                </a:lnTo>
                <a:lnTo>
                  <a:pt x="171" y="274"/>
                </a:lnTo>
                <a:lnTo>
                  <a:pt x="171" y="273"/>
                </a:lnTo>
                <a:lnTo>
                  <a:pt x="171" y="272"/>
                </a:lnTo>
                <a:lnTo>
                  <a:pt x="170" y="271"/>
                </a:lnTo>
                <a:lnTo>
                  <a:pt x="170" y="270"/>
                </a:lnTo>
                <a:lnTo>
                  <a:pt x="170" y="269"/>
                </a:lnTo>
                <a:lnTo>
                  <a:pt x="169" y="269"/>
                </a:lnTo>
                <a:lnTo>
                  <a:pt x="170" y="269"/>
                </a:lnTo>
                <a:lnTo>
                  <a:pt x="170" y="268"/>
                </a:lnTo>
                <a:lnTo>
                  <a:pt x="170" y="267"/>
                </a:lnTo>
                <a:lnTo>
                  <a:pt x="169" y="267"/>
                </a:lnTo>
                <a:lnTo>
                  <a:pt x="169" y="266"/>
                </a:lnTo>
                <a:lnTo>
                  <a:pt x="168" y="264"/>
                </a:lnTo>
                <a:lnTo>
                  <a:pt x="167" y="264"/>
                </a:lnTo>
                <a:lnTo>
                  <a:pt x="166" y="264"/>
                </a:lnTo>
                <a:lnTo>
                  <a:pt x="166" y="263"/>
                </a:lnTo>
                <a:lnTo>
                  <a:pt x="166" y="262"/>
                </a:lnTo>
                <a:lnTo>
                  <a:pt x="166" y="261"/>
                </a:lnTo>
                <a:lnTo>
                  <a:pt x="167" y="260"/>
                </a:lnTo>
                <a:lnTo>
                  <a:pt x="167" y="259"/>
                </a:lnTo>
                <a:lnTo>
                  <a:pt x="167" y="258"/>
                </a:lnTo>
                <a:lnTo>
                  <a:pt x="166" y="257"/>
                </a:lnTo>
                <a:lnTo>
                  <a:pt x="165" y="256"/>
                </a:lnTo>
                <a:lnTo>
                  <a:pt x="165" y="255"/>
                </a:lnTo>
                <a:lnTo>
                  <a:pt x="164" y="255"/>
                </a:lnTo>
                <a:lnTo>
                  <a:pt x="164" y="253"/>
                </a:lnTo>
                <a:lnTo>
                  <a:pt x="165" y="253"/>
                </a:lnTo>
                <a:lnTo>
                  <a:pt x="165" y="251"/>
                </a:lnTo>
                <a:lnTo>
                  <a:pt x="164" y="250"/>
                </a:lnTo>
                <a:lnTo>
                  <a:pt x="164" y="249"/>
                </a:lnTo>
                <a:lnTo>
                  <a:pt x="163" y="249"/>
                </a:lnTo>
                <a:lnTo>
                  <a:pt x="162" y="249"/>
                </a:lnTo>
                <a:lnTo>
                  <a:pt x="162" y="248"/>
                </a:lnTo>
                <a:lnTo>
                  <a:pt x="162" y="247"/>
                </a:lnTo>
                <a:lnTo>
                  <a:pt x="162" y="246"/>
                </a:lnTo>
                <a:lnTo>
                  <a:pt x="161" y="245"/>
                </a:lnTo>
                <a:lnTo>
                  <a:pt x="160" y="244"/>
                </a:lnTo>
                <a:lnTo>
                  <a:pt x="160" y="243"/>
                </a:lnTo>
                <a:lnTo>
                  <a:pt x="159" y="243"/>
                </a:lnTo>
                <a:lnTo>
                  <a:pt x="159" y="242"/>
                </a:lnTo>
                <a:lnTo>
                  <a:pt x="158" y="241"/>
                </a:lnTo>
                <a:lnTo>
                  <a:pt x="157" y="241"/>
                </a:lnTo>
                <a:lnTo>
                  <a:pt x="157" y="240"/>
                </a:lnTo>
                <a:lnTo>
                  <a:pt x="157" y="239"/>
                </a:lnTo>
                <a:lnTo>
                  <a:pt x="158" y="239"/>
                </a:lnTo>
                <a:lnTo>
                  <a:pt x="158" y="238"/>
                </a:lnTo>
                <a:lnTo>
                  <a:pt x="157" y="238"/>
                </a:lnTo>
                <a:lnTo>
                  <a:pt x="156" y="236"/>
                </a:lnTo>
                <a:lnTo>
                  <a:pt x="155" y="235"/>
                </a:lnTo>
                <a:lnTo>
                  <a:pt x="154" y="234"/>
                </a:lnTo>
                <a:lnTo>
                  <a:pt x="153" y="234"/>
                </a:lnTo>
                <a:lnTo>
                  <a:pt x="152" y="234"/>
                </a:lnTo>
                <a:lnTo>
                  <a:pt x="152" y="233"/>
                </a:lnTo>
                <a:lnTo>
                  <a:pt x="152" y="232"/>
                </a:lnTo>
                <a:lnTo>
                  <a:pt x="151" y="231"/>
                </a:lnTo>
                <a:lnTo>
                  <a:pt x="152" y="231"/>
                </a:lnTo>
                <a:lnTo>
                  <a:pt x="152" y="230"/>
                </a:lnTo>
                <a:lnTo>
                  <a:pt x="152" y="229"/>
                </a:lnTo>
                <a:lnTo>
                  <a:pt x="152" y="228"/>
                </a:lnTo>
                <a:lnTo>
                  <a:pt x="153" y="227"/>
                </a:lnTo>
                <a:lnTo>
                  <a:pt x="153" y="228"/>
                </a:lnTo>
                <a:lnTo>
                  <a:pt x="154" y="227"/>
                </a:lnTo>
                <a:lnTo>
                  <a:pt x="154" y="226"/>
                </a:lnTo>
                <a:lnTo>
                  <a:pt x="154" y="225"/>
                </a:lnTo>
                <a:lnTo>
                  <a:pt x="155" y="225"/>
                </a:lnTo>
                <a:lnTo>
                  <a:pt x="155" y="224"/>
                </a:lnTo>
                <a:lnTo>
                  <a:pt x="155" y="223"/>
                </a:lnTo>
                <a:lnTo>
                  <a:pt x="156" y="222"/>
                </a:lnTo>
                <a:lnTo>
                  <a:pt x="157" y="222"/>
                </a:lnTo>
                <a:lnTo>
                  <a:pt x="157" y="221"/>
                </a:lnTo>
                <a:lnTo>
                  <a:pt x="157" y="220"/>
                </a:lnTo>
                <a:lnTo>
                  <a:pt x="158" y="220"/>
                </a:lnTo>
                <a:lnTo>
                  <a:pt x="157" y="220"/>
                </a:lnTo>
                <a:lnTo>
                  <a:pt x="152" y="218"/>
                </a:lnTo>
                <a:lnTo>
                  <a:pt x="151" y="218"/>
                </a:lnTo>
                <a:lnTo>
                  <a:pt x="151" y="217"/>
                </a:lnTo>
                <a:lnTo>
                  <a:pt x="150" y="216"/>
                </a:lnTo>
                <a:lnTo>
                  <a:pt x="149" y="215"/>
                </a:lnTo>
                <a:lnTo>
                  <a:pt x="148" y="215"/>
                </a:lnTo>
                <a:lnTo>
                  <a:pt x="147" y="211"/>
                </a:lnTo>
                <a:lnTo>
                  <a:pt x="144" y="206"/>
                </a:lnTo>
                <a:lnTo>
                  <a:pt x="142" y="203"/>
                </a:lnTo>
                <a:lnTo>
                  <a:pt x="141" y="202"/>
                </a:lnTo>
                <a:lnTo>
                  <a:pt x="140" y="200"/>
                </a:lnTo>
                <a:lnTo>
                  <a:pt x="139" y="200"/>
                </a:lnTo>
                <a:lnTo>
                  <a:pt x="138" y="200"/>
                </a:lnTo>
                <a:lnTo>
                  <a:pt x="136" y="198"/>
                </a:lnTo>
                <a:lnTo>
                  <a:pt x="134" y="198"/>
                </a:lnTo>
                <a:lnTo>
                  <a:pt x="133" y="195"/>
                </a:lnTo>
                <a:lnTo>
                  <a:pt x="133" y="194"/>
                </a:lnTo>
                <a:lnTo>
                  <a:pt x="134" y="194"/>
                </a:lnTo>
                <a:lnTo>
                  <a:pt x="135" y="194"/>
                </a:lnTo>
                <a:lnTo>
                  <a:pt x="135" y="193"/>
                </a:lnTo>
                <a:lnTo>
                  <a:pt x="135" y="192"/>
                </a:lnTo>
                <a:lnTo>
                  <a:pt x="134" y="189"/>
                </a:lnTo>
                <a:lnTo>
                  <a:pt x="134" y="188"/>
                </a:lnTo>
                <a:lnTo>
                  <a:pt x="135" y="188"/>
                </a:lnTo>
                <a:lnTo>
                  <a:pt x="134" y="187"/>
                </a:lnTo>
                <a:lnTo>
                  <a:pt x="134" y="186"/>
                </a:lnTo>
                <a:lnTo>
                  <a:pt x="135" y="186"/>
                </a:lnTo>
                <a:lnTo>
                  <a:pt x="135" y="185"/>
                </a:lnTo>
                <a:lnTo>
                  <a:pt x="135" y="184"/>
                </a:lnTo>
                <a:lnTo>
                  <a:pt x="134" y="184"/>
                </a:lnTo>
                <a:lnTo>
                  <a:pt x="135" y="184"/>
                </a:lnTo>
                <a:lnTo>
                  <a:pt x="134" y="183"/>
                </a:lnTo>
                <a:lnTo>
                  <a:pt x="133" y="183"/>
                </a:lnTo>
                <a:lnTo>
                  <a:pt x="132" y="183"/>
                </a:lnTo>
                <a:lnTo>
                  <a:pt x="131" y="183"/>
                </a:lnTo>
                <a:lnTo>
                  <a:pt x="130" y="184"/>
                </a:lnTo>
                <a:lnTo>
                  <a:pt x="129" y="184"/>
                </a:lnTo>
                <a:lnTo>
                  <a:pt x="126" y="184"/>
                </a:lnTo>
                <a:lnTo>
                  <a:pt x="125" y="185"/>
                </a:lnTo>
                <a:lnTo>
                  <a:pt x="124" y="186"/>
                </a:lnTo>
                <a:lnTo>
                  <a:pt x="123" y="186"/>
                </a:lnTo>
                <a:lnTo>
                  <a:pt x="123" y="187"/>
                </a:lnTo>
                <a:lnTo>
                  <a:pt x="122" y="187"/>
                </a:lnTo>
                <a:lnTo>
                  <a:pt x="121" y="187"/>
                </a:lnTo>
                <a:lnTo>
                  <a:pt x="120" y="188"/>
                </a:lnTo>
                <a:lnTo>
                  <a:pt x="118" y="190"/>
                </a:lnTo>
                <a:lnTo>
                  <a:pt x="117" y="190"/>
                </a:lnTo>
                <a:lnTo>
                  <a:pt x="116" y="191"/>
                </a:lnTo>
                <a:lnTo>
                  <a:pt x="115" y="191"/>
                </a:lnTo>
                <a:lnTo>
                  <a:pt x="115" y="192"/>
                </a:lnTo>
                <a:lnTo>
                  <a:pt x="114" y="192"/>
                </a:lnTo>
                <a:lnTo>
                  <a:pt x="113" y="193"/>
                </a:lnTo>
                <a:lnTo>
                  <a:pt x="111" y="194"/>
                </a:lnTo>
                <a:lnTo>
                  <a:pt x="110" y="194"/>
                </a:lnTo>
                <a:lnTo>
                  <a:pt x="109" y="195"/>
                </a:lnTo>
                <a:lnTo>
                  <a:pt x="102" y="197"/>
                </a:lnTo>
                <a:lnTo>
                  <a:pt x="101" y="198"/>
                </a:lnTo>
                <a:lnTo>
                  <a:pt x="99" y="199"/>
                </a:lnTo>
                <a:lnTo>
                  <a:pt x="98" y="200"/>
                </a:lnTo>
                <a:lnTo>
                  <a:pt x="96" y="203"/>
                </a:lnTo>
                <a:lnTo>
                  <a:pt x="96" y="204"/>
                </a:lnTo>
                <a:lnTo>
                  <a:pt x="95" y="204"/>
                </a:lnTo>
                <a:lnTo>
                  <a:pt x="95" y="205"/>
                </a:lnTo>
                <a:lnTo>
                  <a:pt x="95" y="206"/>
                </a:lnTo>
                <a:lnTo>
                  <a:pt x="93" y="207"/>
                </a:lnTo>
                <a:lnTo>
                  <a:pt x="90" y="207"/>
                </a:lnTo>
                <a:lnTo>
                  <a:pt x="86" y="208"/>
                </a:lnTo>
                <a:lnTo>
                  <a:pt x="86" y="209"/>
                </a:lnTo>
                <a:lnTo>
                  <a:pt x="85" y="209"/>
                </a:lnTo>
                <a:lnTo>
                  <a:pt x="83" y="210"/>
                </a:lnTo>
                <a:lnTo>
                  <a:pt x="81" y="210"/>
                </a:lnTo>
                <a:lnTo>
                  <a:pt x="79" y="211"/>
                </a:lnTo>
                <a:lnTo>
                  <a:pt x="78" y="211"/>
                </a:lnTo>
                <a:lnTo>
                  <a:pt x="77" y="212"/>
                </a:lnTo>
                <a:lnTo>
                  <a:pt x="76" y="212"/>
                </a:lnTo>
                <a:lnTo>
                  <a:pt x="66" y="212"/>
                </a:lnTo>
                <a:lnTo>
                  <a:pt x="63" y="212"/>
                </a:lnTo>
                <a:lnTo>
                  <a:pt x="61" y="213"/>
                </a:lnTo>
                <a:lnTo>
                  <a:pt x="61" y="212"/>
                </a:lnTo>
                <a:lnTo>
                  <a:pt x="59" y="212"/>
                </a:lnTo>
                <a:lnTo>
                  <a:pt x="57" y="210"/>
                </a:lnTo>
                <a:lnTo>
                  <a:pt x="56" y="209"/>
                </a:lnTo>
                <a:lnTo>
                  <a:pt x="57" y="209"/>
                </a:lnTo>
                <a:lnTo>
                  <a:pt x="57" y="208"/>
                </a:lnTo>
                <a:lnTo>
                  <a:pt x="59" y="205"/>
                </a:lnTo>
                <a:lnTo>
                  <a:pt x="59" y="193"/>
                </a:lnTo>
                <a:lnTo>
                  <a:pt x="59" y="192"/>
                </a:lnTo>
                <a:lnTo>
                  <a:pt x="58" y="186"/>
                </a:lnTo>
                <a:lnTo>
                  <a:pt x="57" y="187"/>
                </a:lnTo>
                <a:lnTo>
                  <a:pt x="56" y="187"/>
                </a:lnTo>
                <a:lnTo>
                  <a:pt x="54" y="187"/>
                </a:lnTo>
                <a:lnTo>
                  <a:pt x="53" y="186"/>
                </a:lnTo>
                <a:lnTo>
                  <a:pt x="52" y="185"/>
                </a:lnTo>
                <a:lnTo>
                  <a:pt x="53" y="184"/>
                </a:lnTo>
                <a:lnTo>
                  <a:pt x="53" y="182"/>
                </a:lnTo>
                <a:lnTo>
                  <a:pt x="52" y="181"/>
                </a:lnTo>
                <a:lnTo>
                  <a:pt x="52" y="180"/>
                </a:lnTo>
                <a:lnTo>
                  <a:pt x="51" y="180"/>
                </a:lnTo>
                <a:lnTo>
                  <a:pt x="51" y="179"/>
                </a:lnTo>
                <a:lnTo>
                  <a:pt x="50" y="178"/>
                </a:lnTo>
                <a:lnTo>
                  <a:pt x="47" y="177"/>
                </a:lnTo>
                <a:lnTo>
                  <a:pt x="44" y="176"/>
                </a:lnTo>
                <a:lnTo>
                  <a:pt x="45" y="175"/>
                </a:lnTo>
                <a:lnTo>
                  <a:pt x="44" y="174"/>
                </a:lnTo>
                <a:lnTo>
                  <a:pt x="43" y="172"/>
                </a:lnTo>
                <a:lnTo>
                  <a:pt x="42" y="169"/>
                </a:lnTo>
                <a:lnTo>
                  <a:pt x="42" y="167"/>
                </a:lnTo>
                <a:lnTo>
                  <a:pt x="43" y="165"/>
                </a:lnTo>
                <a:lnTo>
                  <a:pt x="43" y="164"/>
                </a:lnTo>
                <a:lnTo>
                  <a:pt x="44" y="163"/>
                </a:lnTo>
                <a:lnTo>
                  <a:pt x="46" y="162"/>
                </a:lnTo>
                <a:lnTo>
                  <a:pt x="47" y="161"/>
                </a:lnTo>
                <a:lnTo>
                  <a:pt x="46" y="161"/>
                </a:lnTo>
                <a:lnTo>
                  <a:pt x="47" y="161"/>
                </a:lnTo>
                <a:lnTo>
                  <a:pt x="46" y="159"/>
                </a:lnTo>
                <a:lnTo>
                  <a:pt x="45" y="159"/>
                </a:lnTo>
                <a:lnTo>
                  <a:pt x="43" y="160"/>
                </a:lnTo>
                <a:lnTo>
                  <a:pt x="42" y="160"/>
                </a:lnTo>
                <a:lnTo>
                  <a:pt x="41" y="159"/>
                </a:lnTo>
                <a:lnTo>
                  <a:pt x="42" y="157"/>
                </a:lnTo>
                <a:lnTo>
                  <a:pt x="43" y="157"/>
                </a:lnTo>
                <a:lnTo>
                  <a:pt x="44" y="158"/>
                </a:lnTo>
                <a:lnTo>
                  <a:pt x="45" y="158"/>
                </a:lnTo>
                <a:lnTo>
                  <a:pt x="46" y="157"/>
                </a:lnTo>
                <a:lnTo>
                  <a:pt x="47" y="157"/>
                </a:lnTo>
                <a:lnTo>
                  <a:pt x="48" y="157"/>
                </a:lnTo>
                <a:lnTo>
                  <a:pt x="47" y="156"/>
                </a:lnTo>
                <a:lnTo>
                  <a:pt x="44" y="156"/>
                </a:lnTo>
                <a:lnTo>
                  <a:pt x="43" y="156"/>
                </a:lnTo>
                <a:lnTo>
                  <a:pt x="41" y="155"/>
                </a:lnTo>
                <a:lnTo>
                  <a:pt x="41" y="154"/>
                </a:lnTo>
                <a:lnTo>
                  <a:pt x="41" y="153"/>
                </a:lnTo>
                <a:lnTo>
                  <a:pt x="41" y="152"/>
                </a:lnTo>
                <a:lnTo>
                  <a:pt x="41" y="151"/>
                </a:lnTo>
                <a:lnTo>
                  <a:pt x="40" y="150"/>
                </a:lnTo>
                <a:lnTo>
                  <a:pt x="40" y="149"/>
                </a:lnTo>
                <a:lnTo>
                  <a:pt x="40" y="148"/>
                </a:lnTo>
                <a:lnTo>
                  <a:pt x="39" y="148"/>
                </a:lnTo>
                <a:lnTo>
                  <a:pt x="39" y="147"/>
                </a:lnTo>
                <a:lnTo>
                  <a:pt x="39" y="146"/>
                </a:lnTo>
                <a:lnTo>
                  <a:pt x="39" y="145"/>
                </a:lnTo>
                <a:lnTo>
                  <a:pt x="38" y="145"/>
                </a:lnTo>
                <a:lnTo>
                  <a:pt x="37" y="145"/>
                </a:lnTo>
                <a:lnTo>
                  <a:pt x="37" y="144"/>
                </a:lnTo>
                <a:lnTo>
                  <a:pt x="36" y="143"/>
                </a:lnTo>
                <a:lnTo>
                  <a:pt x="37" y="143"/>
                </a:lnTo>
                <a:lnTo>
                  <a:pt x="37" y="142"/>
                </a:lnTo>
                <a:lnTo>
                  <a:pt x="38" y="142"/>
                </a:lnTo>
                <a:lnTo>
                  <a:pt x="39" y="142"/>
                </a:lnTo>
                <a:lnTo>
                  <a:pt x="40" y="142"/>
                </a:lnTo>
                <a:lnTo>
                  <a:pt x="40" y="138"/>
                </a:lnTo>
                <a:lnTo>
                  <a:pt x="39" y="133"/>
                </a:lnTo>
                <a:lnTo>
                  <a:pt x="39" y="132"/>
                </a:lnTo>
                <a:lnTo>
                  <a:pt x="41" y="131"/>
                </a:lnTo>
                <a:lnTo>
                  <a:pt x="42" y="128"/>
                </a:lnTo>
                <a:lnTo>
                  <a:pt x="43" y="126"/>
                </a:lnTo>
                <a:lnTo>
                  <a:pt x="43" y="123"/>
                </a:lnTo>
                <a:lnTo>
                  <a:pt x="42" y="119"/>
                </a:lnTo>
                <a:lnTo>
                  <a:pt x="44" y="117"/>
                </a:lnTo>
                <a:lnTo>
                  <a:pt x="45" y="116"/>
                </a:lnTo>
                <a:lnTo>
                  <a:pt x="45" y="114"/>
                </a:lnTo>
                <a:lnTo>
                  <a:pt x="50" y="115"/>
                </a:lnTo>
                <a:lnTo>
                  <a:pt x="52" y="113"/>
                </a:lnTo>
                <a:lnTo>
                  <a:pt x="53" y="112"/>
                </a:lnTo>
                <a:lnTo>
                  <a:pt x="54" y="108"/>
                </a:lnTo>
                <a:lnTo>
                  <a:pt x="54" y="106"/>
                </a:lnTo>
                <a:lnTo>
                  <a:pt x="54" y="105"/>
                </a:lnTo>
                <a:lnTo>
                  <a:pt x="46" y="103"/>
                </a:lnTo>
                <a:lnTo>
                  <a:pt x="46" y="102"/>
                </a:lnTo>
                <a:lnTo>
                  <a:pt x="45" y="102"/>
                </a:lnTo>
                <a:lnTo>
                  <a:pt x="45" y="101"/>
                </a:lnTo>
                <a:lnTo>
                  <a:pt x="45" y="100"/>
                </a:lnTo>
                <a:lnTo>
                  <a:pt x="45" y="98"/>
                </a:lnTo>
                <a:lnTo>
                  <a:pt x="45" y="97"/>
                </a:lnTo>
                <a:lnTo>
                  <a:pt x="45" y="96"/>
                </a:lnTo>
                <a:lnTo>
                  <a:pt x="45" y="95"/>
                </a:lnTo>
                <a:lnTo>
                  <a:pt x="46" y="95"/>
                </a:lnTo>
                <a:lnTo>
                  <a:pt x="46" y="94"/>
                </a:lnTo>
                <a:lnTo>
                  <a:pt x="49" y="91"/>
                </a:lnTo>
                <a:lnTo>
                  <a:pt x="48" y="90"/>
                </a:lnTo>
                <a:lnTo>
                  <a:pt x="48" y="88"/>
                </a:lnTo>
                <a:lnTo>
                  <a:pt x="47" y="88"/>
                </a:lnTo>
                <a:lnTo>
                  <a:pt x="47" y="87"/>
                </a:lnTo>
                <a:lnTo>
                  <a:pt x="45" y="87"/>
                </a:lnTo>
                <a:lnTo>
                  <a:pt x="43" y="87"/>
                </a:lnTo>
                <a:lnTo>
                  <a:pt x="42" y="85"/>
                </a:lnTo>
                <a:lnTo>
                  <a:pt x="40" y="85"/>
                </a:lnTo>
                <a:lnTo>
                  <a:pt x="38" y="85"/>
                </a:lnTo>
                <a:lnTo>
                  <a:pt x="36" y="83"/>
                </a:lnTo>
                <a:lnTo>
                  <a:pt x="35" y="83"/>
                </a:lnTo>
                <a:lnTo>
                  <a:pt x="34" y="83"/>
                </a:lnTo>
                <a:lnTo>
                  <a:pt x="33" y="82"/>
                </a:lnTo>
                <a:lnTo>
                  <a:pt x="33" y="81"/>
                </a:lnTo>
                <a:lnTo>
                  <a:pt x="33" y="79"/>
                </a:lnTo>
                <a:lnTo>
                  <a:pt x="32" y="78"/>
                </a:lnTo>
                <a:lnTo>
                  <a:pt x="32" y="77"/>
                </a:lnTo>
                <a:lnTo>
                  <a:pt x="31" y="76"/>
                </a:lnTo>
                <a:lnTo>
                  <a:pt x="30" y="76"/>
                </a:lnTo>
                <a:lnTo>
                  <a:pt x="30" y="75"/>
                </a:lnTo>
                <a:lnTo>
                  <a:pt x="30" y="74"/>
                </a:lnTo>
                <a:lnTo>
                  <a:pt x="30" y="73"/>
                </a:lnTo>
                <a:lnTo>
                  <a:pt x="29" y="72"/>
                </a:lnTo>
                <a:lnTo>
                  <a:pt x="30" y="72"/>
                </a:lnTo>
                <a:lnTo>
                  <a:pt x="31" y="72"/>
                </a:lnTo>
                <a:lnTo>
                  <a:pt x="32" y="72"/>
                </a:lnTo>
                <a:lnTo>
                  <a:pt x="32" y="71"/>
                </a:lnTo>
                <a:lnTo>
                  <a:pt x="33" y="69"/>
                </a:lnTo>
                <a:lnTo>
                  <a:pt x="32" y="68"/>
                </a:lnTo>
                <a:lnTo>
                  <a:pt x="31" y="66"/>
                </a:lnTo>
                <a:lnTo>
                  <a:pt x="30" y="63"/>
                </a:lnTo>
                <a:lnTo>
                  <a:pt x="30" y="62"/>
                </a:lnTo>
                <a:lnTo>
                  <a:pt x="28" y="60"/>
                </a:lnTo>
                <a:lnTo>
                  <a:pt x="27" y="60"/>
                </a:lnTo>
                <a:lnTo>
                  <a:pt x="26" y="60"/>
                </a:lnTo>
                <a:lnTo>
                  <a:pt x="25" y="60"/>
                </a:lnTo>
                <a:lnTo>
                  <a:pt x="24" y="60"/>
                </a:lnTo>
                <a:lnTo>
                  <a:pt x="23" y="60"/>
                </a:lnTo>
                <a:lnTo>
                  <a:pt x="21" y="60"/>
                </a:lnTo>
                <a:lnTo>
                  <a:pt x="20" y="60"/>
                </a:lnTo>
                <a:lnTo>
                  <a:pt x="19" y="60"/>
                </a:lnTo>
                <a:lnTo>
                  <a:pt x="18" y="60"/>
                </a:lnTo>
                <a:lnTo>
                  <a:pt x="17" y="60"/>
                </a:lnTo>
                <a:lnTo>
                  <a:pt x="17" y="61"/>
                </a:lnTo>
                <a:lnTo>
                  <a:pt x="16" y="61"/>
                </a:lnTo>
                <a:lnTo>
                  <a:pt x="15" y="61"/>
                </a:lnTo>
                <a:lnTo>
                  <a:pt x="16" y="62"/>
                </a:lnTo>
                <a:lnTo>
                  <a:pt x="15" y="62"/>
                </a:lnTo>
                <a:lnTo>
                  <a:pt x="15" y="63"/>
                </a:lnTo>
                <a:lnTo>
                  <a:pt x="14" y="63"/>
                </a:lnTo>
                <a:lnTo>
                  <a:pt x="12" y="62"/>
                </a:lnTo>
                <a:lnTo>
                  <a:pt x="11" y="62"/>
                </a:lnTo>
                <a:lnTo>
                  <a:pt x="10" y="62"/>
                </a:lnTo>
                <a:lnTo>
                  <a:pt x="9" y="62"/>
                </a:lnTo>
                <a:lnTo>
                  <a:pt x="8" y="62"/>
                </a:lnTo>
                <a:lnTo>
                  <a:pt x="7" y="61"/>
                </a:lnTo>
                <a:lnTo>
                  <a:pt x="4" y="60"/>
                </a:lnTo>
                <a:lnTo>
                  <a:pt x="3" y="59"/>
                </a:lnTo>
                <a:lnTo>
                  <a:pt x="2" y="59"/>
                </a:lnTo>
                <a:lnTo>
                  <a:pt x="2" y="58"/>
                </a:lnTo>
                <a:lnTo>
                  <a:pt x="3" y="58"/>
                </a:lnTo>
                <a:lnTo>
                  <a:pt x="2" y="57"/>
                </a:lnTo>
                <a:lnTo>
                  <a:pt x="1" y="57"/>
                </a:lnTo>
                <a:lnTo>
                  <a:pt x="1" y="56"/>
                </a:lnTo>
                <a:lnTo>
                  <a:pt x="0" y="56"/>
                </a:lnTo>
                <a:lnTo>
                  <a:pt x="1" y="55"/>
                </a:lnTo>
                <a:lnTo>
                  <a:pt x="2" y="54"/>
                </a:lnTo>
                <a:lnTo>
                  <a:pt x="2" y="55"/>
                </a:lnTo>
                <a:lnTo>
                  <a:pt x="3" y="54"/>
                </a:lnTo>
                <a:lnTo>
                  <a:pt x="4" y="55"/>
                </a:lnTo>
                <a:lnTo>
                  <a:pt x="5" y="55"/>
                </a:lnTo>
                <a:lnTo>
                  <a:pt x="5" y="54"/>
                </a:lnTo>
                <a:lnTo>
                  <a:pt x="6" y="54"/>
                </a:lnTo>
                <a:lnTo>
                  <a:pt x="7" y="53"/>
                </a:lnTo>
                <a:lnTo>
                  <a:pt x="8" y="53"/>
                </a:lnTo>
                <a:lnTo>
                  <a:pt x="7" y="52"/>
                </a:lnTo>
                <a:lnTo>
                  <a:pt x="8" y="52"/>
                </a:lnTo>
                <a:lnTo>
                  <a:pt x="8" y="53"/>
                </a:lnTo>
                <a:lnTo>
                  <a:pt x="9" y="53"/>
                </a:lnTo>
                <a:lnTo>
                  <a:pt x="9" y="52"/>
                </a:lnTo>
                <a:lnTo>
                  <a:pt x="10" y="52"/>
                </a:lnTo>
                <a:lnTo>
                  <a:pt x="10" y="51"/>
                </a:lnTo>
                <a:lnTo>
                  <a:pt x="10" y="50"/>
                </a:lnTo>
                <a:lnTo>
                  <a:pt x="11" y="50"/>
                </a:lnTo>
                <a:lnTo>
                  <a:pt x="11" y="49"/>
                </a:lnTo>
                <a:lnTo>
                  <a:pt x="11" y="50"/>
                </a:lnTo>
                <a:lnTo>
                  <a:pt x="11" y="49"/>
                </a:lnTo>
                <a:lnTo>
                  <a:pt x="12" y="49"/>
                </a:lnTo>
                <a:lnTo>
                  <a:pt x="12" y="48"/>
                </a:lnTo>
                <a:lnTo>
                  <a:pt x="11" y="48"/>
                </a:lnTo>
                <a:lnTo>
                  <a:pt x="11" y="47"/>
                </a:lnTo>
                <a:lnTo>
                  <a:pt x="12" y="47"/>
                </a:lnTo>
                <a:lnTo>
                  <a:pt x="12" y="46"/>
                </a:lnTo>
                <a:lnTo>
                  <a:pt x="13" y="46"/>
                </a:lnTo>
                <a:lnTo>
                  <a:pt x="13" y="45"/>
                </a:lnTo>
                <a:lnTo>
                  <a:pt x="14" y="45"/>
                </a:lnTo>
                <a:lnTo>
                  <a:pt x="14" y="44"/>
                </a:lnTo>
                <a:lnTo>
                  <a:pt x="15" y="44"/>
                </a:lnTo>
                <a:lnTo>
                  <a:pt x="16" y="44"/>
                </a:lnTo>
                <a:lnTo>
                  <a:pt x="16" y="43"/>
                </a:lnTo>
                <a:lnTo>
                  <a:pt x="15" y="43"/>
                </a:lnTo>
                <a:lnTo>
                  <a:pt x="16" y="43"/>
                </a:lnTo>
                <a:lnTo>
                  <a:pt x="15" y="42"/>
                </a:lnTo>
                <a:lnTo>
                  <a:pt x="15" y="41"/>
                </a:lnTo>
                <a:lnTo>
                  <a:pt x="16" y="40"/>
                </a:lnTo>
                <a:lnTo>
                  <a:pt x="16" y="39"/>
                </a:lnTo>
                <a:lnTo>
                  <a:pt x="16" y="38"/>
                </a:lnTo>
                <a:lnTo>
                  <a:pt x="15" y="38"/>
                </a:lnTo>
                <a:lnTo>
                  <a:pt x="15" y="37"/>
                </a:lnTo>
                <a:lnTo>
                  <a:pt x="15" y="36"/>
                </a:lnTo>
                <a:lnTo>
                  <a:pt x="15" y="35"/>
                </a:lnTo>
                <a:lnTo>
                  <a:pt x="15" y="34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2" y="32"/>
                </a:lnTo>
                <a:lnTo>
                  <a:pt x="11" y="32"/>
                </a:lnTo>
                <a:lnTo>
                  <a:pt x="11" y="31"/>
                </a:lnTo>
                <a:lnTo>
                  <a:pt x="12" y="31"/>
                </a:lnTo>
                <a:lnTo>
                  <a:pt x="12" y="30"/>
                </a:lnTo>
                <a:lnTo>
                  <a:pt x="13" y="30"/>
                </a:lnTo>
                <a:lnTo>
                  <a:pt x="14" y="30"/>
                </a:lnTo>
                <a:lnTo>
                  <a:pt x="15" y="29"/>
                </a:lnTo>
                <a:lnTo>
                  <a:pt x="16" y="29"/>
                </a:lnTo>
                <a:lnTo>
                  <a:pt x="16" y="28"/>
                </a:lnTo>
                <a:lnTo>
                  <a:pt x="17" y="28"/>
                </a:lnTo>
                <a:lnTo>
                  <a:pt x="18" y="28"/>
                </a:lnTo>
                <a:lnTo>
                  <a:pt x="18" y="29"/>
                </a:lnTo>
                <a:lnTo>
                  <a:pt x="19" y="29"/>
                </a:lnTo>
                <a:lnTo>
                  <a:pt x="20" y="30"/>
                </a:lnTo>
                <a:lnTo>
                  <a:pt x="21" y="31"/>
                </a:lnTo>
                <a:lnTo>
                  <a:pt x="23" y="31"/>
                </a:lnTo>
                <a:lnTo>
                  <a:pt x="23" y="30"/>
                </a:lnTo>
                <a:lnTo>
                  <a:pt x="24" y="30"/>
                </a:lnTo>
                <a:lnTo>
                  <a:pt x="25" y="30"/>
                </a:lnTo>
                <a:lnTo>
                  <a:pt x="26" y="30"/>
                </a:lnTo>
                <a:lnTo>
                  <a:pt x="26" y="31"/>
                </a:lnTo>
                <a:lnTo>
                  <a:pt x="26" y="32"/>
                </a:lnTo>
                <a:lnTo>
                  <a:pt x="27" y="32"/>
                </a:lnTo>
                <a:lnTo>
                  <a:pt x="28" y="32"/>
                </a:lnTo>
                <a:lnTo>
                  <a:pt x="29" y="32"/>
                </a:lnTo>
                <a:lnTo>
                  <a:pt x="29" y="33"/>
                </a:lnTo>
                <a:lnTo>
                  <a:pt x="30" y="33"/>
                </a:lnTo>
                <a:lnTo>
                  <a:pt x="31" y="33"/>
                </a:lnTo>
                <a:lnTo>
                  <a:pt x="31" y="34"/>
                </a:lnTo>
                <a:lnTo>
                  <a:pt x="32" y="33"/>
                </a:lnTo>
                <a:lnTo>
                  <a:pt x="33" y="33"/>
                </a:lnTo>
                <a:lnTo>
                  <a:pt x="33" y="34"/>
                </a:lnTo>
                <a:lnTo>
                  <a:pt x="34" y="34"/>
                </a:lnTo>
                <a:lnTo>
                  <a:pt x="34" y="35"/>
                </a:lnTo>
                <a:lnTo>
                  <a:pt x="35" y="35"/>
                </a:lnTo>
                <a:lnTo>
                  <a:pt x="36" y="35"/>
                </a:lnTo>
                <a:lnTo>
                  <a:pt x="36" y="36"/>
                </a:lnTo>
                <a:lnTo>
                  <a:pt x="36" y="37"/>
                </a:lnTo>
                <a:lnTo>
                  <a:pt x="37" y="37"/>
                </a:lnTo>
                <a:lnTo>
                  <a:pt x="37" y="38"/>
                </a:lnTo>
                <a:lnTo>
                  <a:pt x="38" y="38"/>
                </a:lnTo>
                <a:lnTo>
                  <a:pt x="39" y="38"/>
                </a:lnTo>
                <a:lnTo>
                  <a:pt x="39" y="39"/>
                </a:lnTo>
                <a:lnTo>
                  <a:pt x="40" y="39"/>
                </a:lnTo>
                <a:lnTo>
                  <a:pt x="40" y="40"/>
                </a:lnTo>
                <a:lnTo>
                  <a:pt x="40" y="41"/>
                </a:lnTo>
                <a:lnTo>
                  <a:pt x="40" y="42"/>
                </a:lnTo>
                <a:lnTo>
                  <a:pt x="41" y="42"/>
                </a:lnTo>
                <a:lnTo>
                  <a:pt x="41" y="43"/>
                </a:lnTo>
                <a:lnTo>
                  <a:pt x="42" y="43"/>
                </a:lnTo>
                <a:lnTo>
                  <a:pt x="43" y="44"/>
                </a:lnTo>
                <a:lnTo>
                  <a:pt x="44" y="44"/>
                </a:lnTo>
                <a:lnTo>
                  <a:pt x="45" y="44"/>
                </a:lnTo>
                <a:lnTo>
                  <a:pt x="46" y="45"/>
                </a:lnTo>
                <a:lnTo>
                  <a:pt x="46" y="44"/>
                </a:lnTo>
                <a:lnTo>
                  <a:pt x="46" y="45"/>
                </a:lnTo>
                <a:lnTo>
                  <a:pt x="47" y="45"/>
                </a:lnTo>
                <a:lnTo>
                  <a:pt x="48" y="45"/>
                </a:lnTo>
                <a:lnTo>
                  <a:pt x="49" y="45"/>
                </a:lnTo>
                <a:lnTo>
                  <a:pt x="49" y="46"/>
                </a:lnTo>
                <a:lnTo>
                  <a:pt x="50" y="46"/>
                </a:lnTo>
                <a:lnTo>
                  <a:pt x="51" y="46"/>
                </a:lnTo>
                <a:lnTo>
                  <a:pt x="52" y="47"/>
                </a:lnTo>
                <a:lnTo>
                  <a:pt x="52" y="48"/>
                </a:lnTo>
                <a:lnTo>
                  <a:pt x="53" y="48"/>
                </a:lnTo>
                <a:lnTo>
                  <a:pt x="54" y="48"/>
                </a:lnTo>
                <a:lnTo>
                  <a:pt x="54" y="49"/>
                </a:lnTo>
                <a:lnTo>
                  <a:pt x="55" y="49"/>
                </a:lnTo>
                <a:lnTo>
                  <a:pt x="55" y="50"/>
                </a:lnTo>
                <a:lnTo>
                  <a:pt x="55" y="51"/>
                </a:lnTo>
                <a:lnTo>
                  <a:pt x="55" y="52"/>
                </a:lnTo>
                <a:lnTo>
                  <a:pt x="56" y="52"/>
                </a:lnTo>
                <a:lnTo>
                  <a:pt x="57" y="51"/>
                </a:lnTo>
                <a:lnTo>
                  <a:pt x="58" y="51"/>
                </a:lnTo>
                <a:lnTo>
                  <a:pt x="58" y="50"/>
                </a:lnTo>
                <a:lnTo>
                  <a:pt x="59" y="50"/>
                </a:lnTo>
                <a:lnTo>
                  <a:pt x="60" y="50"/>
                </a:lnTo>
                <a:lnTo>
                  <a:pt x="59" y="50"/>
                </a:lnTo>
                <a:lnTo>
                  <a:pt x="59" y="49"/>
                </a:lnTo>
                <a:lnTo>
                  <a:pt x="60" y="49"/>
                </a:lnTo>
                <a:lnTo>
                  <a:pt x="61" y="49"/>
                </a:lnTo>
                <a:lnTo>
                  <a:pt x="60" y="49"/>
                </a:lnTo>
                <a:lnTo>
                  <a:pt x="60" y="48"/>
                </a:lnTo>
                <a:lnTo>
                  <a:pt x="61" y="48"/>
                </a:lnTo>
                <a:lnTo>
                  <a:pt x="61" y="47"/>
                </a:lnTo>
                <a:lnTo>
                  <a:pt x="62" y="46"/>
                </a:lnTo>
                <a:lnTo>
                  <a:pt x="63" y="46"/>
                </a:lnTo>
                <a:lnTo>
                  <a:pt x="63" y="45"/>
                </a:lnTo>
                <a:lnTo>
                  <a:pt x="64" y="46"/>
                </a:lnTo>
                <a:lnTo>
                  <a:pt x="65" y="46"/>
                </a:lnTo>
                <a:lnTo>
                  <a:pt x="66" y="46"/>
                </a:lnTo>
                <a:lnTo>
                  <a:pt x="66" y="45"/>
                </a:lnTo>
                <a:lnTo>
                  <a:pt x="65" y="42"/>
                </a:lnTo>
                <a:lnTo>
                  <a:pt x="65" y="41"/>
                </a:lnTo>
                <a:lnTo>
                  <a:pt x="65" y="39"/>
                </a:lnTo>
                <a:lnTo>
                  <a:pt x="66" y="39"/>
                </a:lnTo>
                <a:lnTo>
                  <a:pt x="67" y="39"/>
                </a:lnTo>
                <a:lnTo>
                  <a:pt x="73" y="39"/>
                </a:lnTo>
                <a:lnTo>
                  <a:pt x="75" y="42"/>
                </a:lnTo>
                <a:lnTo>
                  <a:pt x="75" y="43"/>
                </a:lnTo>
                <a:lnTo>
                  <a:pt x="76" y="44"/>
                </a:lnTo>
                <a:lnTo>
                  <a:pt x="77" y="45"/>
                </a:lnTo>
                <a:lnTo>
                  <a:pt x="77" y="46"/>
                </a:lnTo>
                <a:lnTo>
                  <a:pt x="77" y="47"/>
                </a:lnTo>
                <a:lnTo>
                  <a:pt x="77" y="48"/>
                </a:lnTo>
                <a:lnTo>
                  <a:pt x="78" y="48"/>
                </a:lnTo>
                <a:lnTo>
                  <a:pt x="78" y="49"/>
                </a:lnTo>
                <a:lnTo>
                  <a:pt x="78" y="50"/>
                </a:lnTo>
                <a:lnTo>
                  <a:pt x="78" y="51"/>
                </a:lnTo>
                <a:lnTo>
                  <a:pt x="78" y="52"/>
                </a:lnTo>
                <a:lnTo>
                  <a:pt x="78" y="53"/>
                </a:lnTo>
                <a:lnTo>
                  <a:pt x="79" y="53"/>
                </a:lnTo>
                <a:lnTo>
                  <a:pt x="80" y="53"/>
                </a:lnTo>
                <a:lnTo>
                  <a:pt x="80" y="51"/>
                </a:lnTo>
                <a:lnTo>
                  <a:pt x="81" y="50"/>
                </a:lnTo>
                <a:lnTo>
                  <a:pt x="82" y="49"/>
                </a:lnTo>
                <a:lnTo>
                  <a:pt x="83" y="49"/>
                </a:lnTo>
                <a:lnTo>
                  <a:pt x="84" y="50"/>
                </a:lnTo>
                <a:lnTo>
                  <a:pt x="84" y="51"/>
                </a:lnTo>
                <a:lnTo>
                  <a:pt x="85" y="52"/>
                </a:lnTo>
                <a:lnTo>
                  <a:pt x="87" y="54"/>
                </a:lnTo>
                <a:lnTo>
                  <a:pt x="90" y="54"/>
                </a:lnTo>
                <a:lnTo>
                  <a:pt x="90" y="55"/>
                </a:lnTo>
                <a:lnTo>
                  <a:pt x="91" y="55"/>
                </a:lnTo>
                <a:lnTo>
                  <a:pt x="91" y="56"/>
                </a:lnTo>
                <a:lnTo>
                  <a:pt x="91" y="57"/>
                </a:lnTo>
                <a:lnTo>
                  <a:pt x="91" y="58"/>
                </a:lnTo>
                <a:lnTo>
                  <a:pt x="92" y="58"/>
                </a:lnTo>
                <a:lnTo>
                  <a:pt x="92" y="59"/>
                </a:lnTo>
                <a:lnTo>
                  <a:pt x="93" y="60"/>
                </a:lnTo>
                <a:lnTo>
                  <a:pt x="93" y="61"/>
                </a:lnTo>
                <a:lnTo>
                  <a:pt x="96" y="61"/>
                </a:lnTo>
                <a:lnTo>
                  <a:pt x="99" y="61"/>
                </a:lnTo>
                <a:lnTo>
                  <a:pt x="100" y="61"/>
                </a:lnTo>
                <a:lnTo>
                  <a:pt x="100" y="60"/>
                </a:lnTo>
                <a:lnTo>
                  <a:pt x="100" y="59"/>
                </a:lnTo>
                <a:lnTo>
                  <a:pt x="101" y="59"/>
                </a:lnTo>
                <a:lnTo>
                  <a:pt x="100" y="58"/>
                </a:lnTo>
                <a:lnTo>
                  <a:pt x="101" y="58"/>
                </a:lnTo>
                <a:lnTo>
                  <a:pt x="101" y="57"/>
                </a:lnTo>
                <a:lnTo>
                  <a:pt x="102" y="57"/>
                </a:lnTo>
                <a:lnTo>
                  <a:pt x="102" y="56"/>
                </a:lnTo>
                <a:lnTo>
                  <a:pt x="104" y="55"/>
                </a:lnTo>
                <a:lnTo>
                  <a:pt x="104" y="54"/>
                </a:lnTo>
                <a:lnTo>
                  <a:pt x="103" y="54"/>
                </a:lnTo>
                <a:lnTo>
                  <a:pt x="103" y="53"/>
                </a:lnTo>
                <a:lnTo>
                  <a:pt x="103" y="52"/>
                </a:lnTo>
                <a:lnTo>
                  <a:pt x="102" y="52"/>
                </a:lnTo>
                <a:lnTo>
                  <a:pt x="102" y="51"/>
                </a:lnTo>
                <a:lnTo>
                  <a:pt x="101" y="50"/>
                </a:lnTo>
                <a:lnTo>
                  <a:pt x="101" y="49"/>
                </a:lnTo>
                <a:lnTo>
                  <a:pt x="100" y="48"/>
                </a:lnTo>
                <a:lnTo>
                  <a:pt x="100" y="47"/>
                </a:lnTo>
                <a:lnTo>
                  <a:pt x="101" y="47"/>
                </a:lnTo>
                <a:lnTo>
                  <a:pt x="102" y="46"/>
                </a:lnTo>
                <a:lnTo>
                  <a:pt x="104" y="46"/>
                </a:lnTo>
                <a:lnTo>
                  <a:pt x="106" y="43"/>
                </a:lnTo>
                <a:lnTo>
                  <a:pt x="106" y="42"/>
                </a:lnTo>
                <a:lnTo>
                  <a:pt x="107" y="41"/>
                </a:lnTo>
                <a:lnTo>
                  <a:pt x="107" y="40"/>
                </a:lnTo>
                <a:lnTo>
                  <a:pt x="104" y="23"/>
                </a:lnTo>
                <a:lnTo>
                  <a:pt x="119" y="22"/>
                </a:lnTo>
                <a:lnTo>
                  <a:pt x="123" y="21"/>
                </a:lnTo>
                <a:lnTo>
                  <a:pt x="127" y="21"/>
                </a:lnTo>
                <a:lnTo>
                  <a:pt x="129" y="18"/>
                </a:lnTo>
                <a:lnTo>
                  <a:pt x="133" y="18"/>
                </a:lnTo>
                <a:lnTo>
                  <a:pt x="132" y="14"/>
                </a:lnTo>
                <a:lnTo>
                  <a:pt x="132" y="13"/>
                </a:lnTo>
                <a:lnTo>
                  <a:pt x="134" y="13"/>
                </a:lnTo>
                <a:lnTo>
                  <a:pt x="134" y="12"/>
                </a:lnTo>
                <a:lnTo>
                  <a:pt x="134" y="9"/>
                </a:lnTo>
                <a:lnTo>
                  <a:pt x="135" y="7"/>
                </a:lnTo>
                <a:lnTo>
                  <a:pt x="137" y="6"/>
                </a:lnTo>
                <a:lnTo>
                  <a:pt x="138" y="6"/>
                </a:lnTo>
                <a:lnTo>
                  <a:pt x="142" y="4"/>
                </a:lnTo>
                <a:lnTo>
                  <a:pt x="142" y="3"/>
                </a:lnTo>
                <a:lnTo>
                  <a:pt x="143" y="3"/>
                </a:lnTo>
                <a:lnTo>
                  <a:pt x="144" y="3"/>
                </a:lnTo>
                <a:lnTo>
                  <a:pt x="145" y="3"/>
                </a:lnTo>
                <a:lnTo>
                  <a:pt x="145" y="4"/>
                </a:lnTo>
                <a:lnTo>
                  <a:pt x="146" y="4"/>
                </a:lnTo>
                <a:lnTo>
                  <a:pt x="147" y="4"/>
                </a:lnTo>
                <a:lnTo>
                  <a:pt x="148" y="4"/>
                </a:lnTo>
                <a:lnTo>
                  <a:pt x="147" y="4"/>
                </a:lnTo>
                <a:lnTo>
                  <a:pt x="148" y="5"/>
                </a:lnTo>
                <a:lnTo>
                  <a:pt x="149" y="5"/>
                </a:lnTo>
                <a:lnTo>
                  <a:pt x="150" y="5"/>
                </a:lnTo>
                <a:lnTo>
                  <a:pt x="151" y="5"/>
                </a:lnTo>
                <a:lnTo>
                  <a:pt x="152" y="5"/>
                </a:lnTo>
                <a:lnTo>
                  <a:pt x="153" y="6"/>
                </a:lnTo>
                <a:lnTo>
                  <a:pt x="154" y="6"/>
                </a:lnTo>
                <a:lnTo>
                  <a:pt x="155" y="7"/>
                </a:lnTo>
                <a:lnTo>
                  <a:pt x="155" y="8"/>
                </a:lnTo>
                <a:lnTo>
                  <a:pt x="156" y="8"/>
                </a:lnTo>
                <a:lnTo>
                  <a:pt x="157" y="8"/>
                </a:lnTo>
                <a:lnTo>
                  <a:pt x="157" y="7"/>
                </a:lnTo>
                <a:lnTo>
                  <a:pt x="158" y="7"/>
                </a:lnTo>
                <a:lnTo>
                  <a:pt x="157" y="7"/>
                </a:lnTo>
                <a:lnTo>
                  <a:pt x="158" y="7"/>
                </a:lnTo>
                <a:lnTo>
                  <a:pt x="157" y="6"/>
                </a:lnTo>
                <a:lnTo>
                  <a:pt x="158" y="6"/>
                </a:lnTo>
                <a:lnTo>
                  <a:pt x="159" y="6"/>
                </a:lnTo>
                <a:lnTo>
                  <a:pt x="160" y="6"/>
                </a:lnTo>
                <a:lnTo>
                  <a:pt x="161" y="6"/>
                </a:lnTo>
                <a:lnTo>
                  <a:pt x="162" y="6"/>
                </a:lnTo>
                <a:lnTo>
                  <a:pt x="163" y="6"/>
                </a:lnTo>
                <a:lnTo>
                  <a:pt x="163" y="7"/>
                </a:lnTo>
                <a:lnTo>
                  <a:pt x="164" y="7"/>
                </a:lnTo>
                <a:lnTo>
                  <a:pt x="164" y="6"/>
                </a:lnTo>
                <a:lnTo>
                  <a:pt x="165" y="6"/>
                </a:lnTo>
                <a:lnTo>
                  <a:pt x="166" y="6"/>
                </a:lnTo>
                <a:lnTo>
                  <a:pt x="166" y="5"/>
                </a:lnTo>
                <a:lnTo>
                  <a:pt x="167" y="5"/>
                </a:lnTo>
                <a:lnTo>
                  <a:pt x="167" y="4"/>
                </a:lnTo>
                <a:lnTo>
                  <a:pt x="168" y="5"/>
                </a:lnTo>
                <a:lnTo>
                  <a:pt x="169" y="5"/>
                </a:lnTo>
                <a:lnTo>
                  <a:pt x="170" y="5"/>
                </a:lnTo>
                <a:lnTo>
                  <a:pt x="170" y="6"/>
                </a:lnTo>
                <a:lnTo>
                  <a:pt x="171" y="7"/>
                </a:lnTo>
                <a:lnTo>
                  <a:pt x="172" y="7"/>
                </a:lnTo>
                <a:lnTo>
                  <a:pt x="173" y="7"/>
                </a:lnTo>
                <a:lnTo>
                  <a:pt x="174" y="8"/>
                </a:lnTo>
                <a:lnTo>
                  <a:pt x="174" y="7"/>
                </a:lnTo>
                <a:lnTo>
                  <a:pt x="175" y="7"/>
                </a:lnTo>
                <a:lnTo>
                  <a:pt x="176" y="7"/>
                </a:lnTo>
                <a:lnTo>
                  <a:pt x="176" y="6"/>
                </a:lnTo>
                <a:lnTo>
                  <a:pt x="177" y="6"/>
                </a:lnTo>
                <a:lnTo>
                  <a:pt x="177" y="5"/>
                </a:lnTo>
                <a:lnTo>
                  <a:pt x="178" y="5"/>
                </a:lnTo>
                <a:lnTo>
                  <a:pt x="179" y="5"/>
                </a:lnTo>
                <a:lnTo>
                  <a:pt x="182" y="5"/>
                </a:lnTo>
                <a:lnTo>
                  <a:pt x="182" y="4"/>
                </a:lnTo>
                <a:lnTo>
                  <a:pt x="183" y="4"/>
                </a:lnTo>
                <a:lnTo>
                  <a:pt x="184" y="5"/>
                </a:lnTo>
                <a:lnTo>
                  <a:pt x="185" y="5"/>
                </a:lnTo>
                <a:lnTo>
                  <a:pt x="186" y="5"/>
                </a:lnTo>
                <a:lnTo>
                  <a:pt x="186" y="4"/>
                </a:lnTo>
                <a:lnTo>
                  <a:pt x="187" y="5"/>
                </a:lnTo>
                <a:lnTo>
                  <a:pt x="188" y="5"/>
                </a:lnTo>
                <a:lnTo>
                  <a:pt x="189" y="4"/>
                </a:lnTo>
                <a:lnTo>
                  <a:pt x="190" y="4"/>
                </a:lnTo>
                <a:lnTo>
                  <a:pt x="191" y="4"/>
                </a:lnTo>
                <a:lnTo>
                  <a:pt x="192" y="4"/>
                </a:lnTo>
                <a:lnTo>
                  <a:pt x="193" y="4"/>
                </a:lnTo>
                <a:lnTo>
                  <a:pt x="193" y="3"/>
                </a:lnTo>
                <a:lnTo>
                  <a:pt x="194" y="3"/>
                </a:lnTo>
                <a:lnTo>
                  <a:pt x="195" y="3"/>
                </a:lnTo>
                <a:lnTo>
                  <a:pt x="195" y="2"/>
                </a:lnTo>
                <a:lnTo>
                  <a:pt x="196" y="2"/>
                </a:lnTo>
                <a:lnTo>
                  <a:pt x="197" y="2"/>
                </a:lnTo>
                <a:lnTo>
                  <a:pt x="197" y="1"/>
                </a:lnTo>
                <a:lnTo>
                  <a:pt x="199" y="0"/>
                </a:lnTo>
                <a:lnTo>
                  <a:pt x="200" y="0"/>
                </a:lnTo>
                <a:lnTo>
                  <a:pt x="201" y="0"/>
                </a:lnTo>
                <a:lnTo>
                  <a:pt x="202" y="0"/>
                </a:lnTo>
                <a:lnTo>
                  <a:pt x="203" y="0"/>
                </a:lnTo>
                <a:lnTo>
                  <a:pt x="204" y="0"/>
                </a:lnTo>
                <a:lnTo>
                  <a:pt x="20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5" name=""/>
          <p:cNvSpPr/>
          <p:nvPr/>
        </p:nvSpPr>
        <p:spPr>
          <a:xfrm>
            <a:off x="4661280" y="3162960"/>
            <a:ext cx="451440" cy="373680"/>
          </a:xfrm>
          <a:custGeom>
            <a:avLst/>
            <a:gdLst/>
            <a:ahLst/>
            <a:rect l="0" t="0" r="r" b="b"/>
            <a:pathLst>
              <a:path w="1254" h="1038">
                <a:moveTo>
                  <a:pt x="201" y="3"/>
                </a:moveTo>
                <a:lnTo>
                  <a:pt x="202" y="3"/>
                </a:lnTo>
                <a:lnTo>
                  <a:pt x="203" y="3"/>
                </a:lnTo>
                <a:lnTo>
                  <a:pt x="204" y="3"/>
                </a:lnTo>
                <a:lnTo>
                  <a:pt x="205" y="3"/>
                </a:lnTo>
                <a:lnTo>
                  <a:pt x="206" y="3"/>
                </a:lnTo>
                <a:lnTo>
                  <a:pt x="206" y="4"/>
                </a:lnTo>
                <a:lnTo>
                  <a:pt x="206" y="5"/>
                </a:lnTo>
                <a:lnTo>
                  <a:pt x="207" y="5"/>
                </a:lnTo>
                <a:lnTo>
                  <a:pt x="207" y="6"/>
                </a:lnTo>
                <a:lnTo>
                  <a:pt x="208" y="7"/>
                </a:lnTo>
                <a:lnTo>
                  <a:pt x="209" y="7"/>
                </a:lnTo>
                <a:lnTo>
                  <a:pt x="210" y="7"/>
                </a:lnTo>
                <a:lnTo>
                  <a:pt x="210" y="6"/>
                </a:lnTo>
                <a:lnTo>
                  <a:pt x="210" y="5"/>
                </a:lnTo>
                <a:lnTo>
                  <a:pt x="209" y="5"/>
                </a:lnTo>
                <a:lnTo>
                  <a:pt x="209" y="4"/>
                </a:lnTo>
                <a:lnTo>
                  <a:pt x="208" y="4"/>
                </a:lnTo>
                <a:lnTo>
                  <a:pt x="208" y="3"/>
                </a:lnTo>
                <a:lnTo>
                  <a:pt x="209" y="3"/>
                </a:lnTo>
                <a:lnTo>
                  <a:pt x="209" y="2"/>
                </a:lnTo>
                <a:lnTo>
                  <a:pt x="209" y="1"/>
                </a:lnTo>
                <a:lnTo>
                  <a:pt x="210" y="1"/>
                </a:lnTo>
                <a:lnTo>
                  <a:pt x="211" y="1"/>
                </a:lnTo>
                <a:lnTo>
                  <a:pt x="212" y="1"/>
                </a:lnTo>
                <a:lnTo>
                  <a:pt x="213" y="1"/>
                </a:lnTo>
                <a:lnTo>
                  <a:pt x="214" y="1"/>
                </a:lnTo>
                <a:lnTo>
                  <a:pt x="214" y="2"/>
                </a:lnTo>
                <a:lnTo>
                  <a:pt x="215" y="2"/>
                </a:lnTo>
                <a:lnTo>
                  <a:pt x="215" y="3"/>
                </a:lnTo>
                <a:lnTo>
                  <a:pt x="215" y="4"/>
                </a:lnTo>
                <a:lnTo>
                  <a:pt x="214" y="4"/>
                </a:lnTo>
                <a:lnTo>
                  <a:pt x="213" y="4"/>
                </a:lnTo>
                <a:lnTo>
                  <a:pt x="213" y="5"/>
                </a:lnTo>
                <a:lnTo>
                  <a:pt x="212" y="5"/>
                </a:lnTo>
                <a:lnTo>
                  <a:pt x="212" y="6"/>
                </a:lnTo>
                <a:lnTo>
                  <a:pt x="212" y="7"/>
                </a:lnTo>
                <a:lnTo>
                  <a:pt x="213" y="7"/>
                </a:lnTo>
                <a:lnTo>
                  <a:pt x="214" y="7"/>
                </a:lnTo>
                <a:lnTo>
                  <a:pt x="215" y="7"/>
                </a:lnTo>
                <a:lnTo>
                  <a:pt x="215" y="6"/>
                </a:lnTo>
                <a:lnTo>
                  <a:pt x="216" y="6"/>
                </a:lnTo>
                <a:lnTo>
                  <a:pt x="216" y="5"/>
                </a:lnTo>
                <a:lnTo>
                  <a:pt x="217" y="5"/>
                </a:lnTo>
                <a:lnTo>
                  <a:pt x="217" y="4"/>
                </a:lnTo>
                <a:lnTo>
                  <a:pt x="217" y="2"/>
                </a:lnTo>
                <a:lnTo>
                  <a:pt x="218" y="2"/>
                </a:lnTo>
                <a:lnTo>
                  <a:pt x="218" y="1"/>
                </a:lnTo>
                <a:lnTo>
                  <a:pt x="219" y="1"/>
                </a:lnTo>
                <a:lnTo>
                  <a:pt x="220" y="1"/>
                </a:lnTo>
                <a:lnTo>
                  <a:pt x="220" y="2"/>
                </a:lnTo>
                <a:lnTo>
                  <a:pt x="221" y="2"/>
                </a:lnTo>
                <a:lnTo>
                  <a:pt x="222" y="2"/>
                </a:lnTo>
                <a:lnTo>
                  <a:pt x="223" y="2"/>
                </a:lnTo>
                <a:lnTo>
                  <a:pt x="223" y="3"/>
                </a:lnTo>
                <a:lnTo>
                  <a:pt x="224" y="3"/>
                </a:lnTo>
                <a:lnTo>
                  <a:pt x="225" y="3"/>
                </a:lnTo>
                <a:lnTo>
                  <a:pt x="225" y="4"/>
                </a:lnTo>
                <a:lnTo>
                  <a:pt x="226" y="5"/>
                </a:lnTo>
                <a:lnTo>
                  <a:pt x="226" y="6"/>
                </a:lnTo>
                <a:lnTo>
                  <a:pt x="227" y="7"/>
                </a:lnTo>
                <a:lnTo>
                  <a:pt x="228" y="7"/>
                </a:lnTo>
                <a:lnTo>
                  <a:pt x="230" y="7"/>
                </a:lnTo>
                <a:lnTo>
                  <a:pt x="231" y="7"/>
                </a:lnTo>
                <a:lnTo>
                  <a:pt x="233" y="7"/>
                </a:lnTo>
                <a:lnTo>
                  <a:pt x="234" y="7"/>
                </a:lnTo>
                <a:lnTo>
                  <a:pt x="235" y="7"/>
                </a:lnTo>
                <a:lnTo>
                  <a:pt x="236" y="8"/>
                </a:lnTo>
                <a:lnTo>
                  <a:pt x="237" y="8"/>
                </a:lnTo>
                <a:lnTo>
                  <a:pt x="238" y="8"/>
                </a:lnTo>
                <a:lnTo>
                  <a:pt x="239" y="8"/>
                </a:lnTo>
                <a:lnTo>
                  <a:pt x="240" y="8"/>
                </a:lnTo>
                <a:lnTo>
                  <a:pt x="241" y="8"/>
                </a:lnTo>
                <a:lnTo>
                  <a:pt x="242" y="8"/>
                </a:lnTo>
                <a:lnTo>
                  <a:pt x="243" y="8"/>
                </a:lnTo>
                <a:lnTo>
                  <a:pt x="244" y="8"/>
                </a:lnTo>
                <a:lnTo>
                  <a:pt x="245" y="9"/>
                </a:lnTo>
                <a:lnTo>
                  <a:pt x="246" y="9"/>
                </a:lnTo>
                <a:lnTo>
                  <a:pt x="247" y="10"/>
                </a:lnTo>
                <a:lnTo>
                  <a:pt x="250" y="12"/>
                </a:lnTo>
                <a:lnTo>
                  <a:pt x="252" y="13"/>
                </a:lnTo>
                <a:lnTo>
                  <a:pt x="255" y="15"/>
                </a:lnTo>
                <a:lnTo>
                  <a:pt x="255" y="16"/>
                </a:lnTo>
                <a:lnTo>
                  <a:pt x="256" y="17"/>
                </a:lnTo>
                <a:lnTo>
                  <a:pt x="257" y="17"/>
                </a:lnTo>
                <a:lnTo>
                  <a:pt x="258" y="17"/>
                </a:lnTo>
                <a:lnTo>
                  <a:pt x="259" y="17"/>
                </a:lnTo>
                <a:lnTo>
                  <a:pt x="260" y="17"/>
                </a:lnTo>
                <a:lnTo>
                  <a:pt x="261" y="17"/>
                </a:lnTo>
                <a:lnTo>
                  <a:pt x="262" y="17"/>
                </a:lnTo>
                <a:lnTo>
                  <a:pt x="262" y="18"/>
                </a:lnTo>
                <a:lnTo>
                  <a:pt x="262" y="19"/>
                </a:lnTo>
                <a:lnTo>
                  <a:pt x="262" y="21"/>
                </a:lnTo>
                <a:lnTo>
                  <a:pt x="263" y="21"/>
                </a:lnTo>
                <a:lnTo>
                  <a:pt x="264" y="21"/>
                </a:lnTo>
                <a:lnTo>
                  <a:pt x="264" y="22"/>
                </a:lnTo>
                <a:lnTo>
                  <a:pt x="264" y="23"/>
                </a:lnTo>
                <a:lnTo>
                  <a:pt x="265" y="23"/>
                </a:lnTo>
                <a:lnTo>
                  <a:pt x="266" y="23"/>
                </a:lnTo>
                <a:lnTo>
                  <a:pt x="267" y="23"/>
                </a:lnTo>
                <a:lnTo>
                  <a:pt x="268" y="23"/>
                </a:lnTo>
                <a:lnTo>
                  <a:pt x="268" y="22"/>
                </a:lnTo>
                <a:lnTo>
                  <a:pt x="269" y="22"/>
                </a:lnTo>
                <a:lnTo>
                  <a:pt x="270" y="21"/>
                </a:lnTo>
                <a:lnTo>
                  <a:pt x="271" y="21"/>
                </a:lnTo>
                <a:lnTo>
                  <a:pt x="272" y="21"/>
                </a:lnTo>
                <a:lnTo>
                  <a:pt x="274" y="19"/>
                </a:lnTo>
                <a:lnTo>
                  <a:pt x="275" y="19"/>
                </a:lnTo>
                <a:lnTo>
                  <a:pt x="276" y="19"/>
                </a:lnTo>
                <a:lnTo>
                  <a:pt x="277" y="19"/>
                </a:lnTo>
                <a:lnTo>
                  <a:pt x="278" y="21"/>
                </a:lnTo>
                <a:lnTo>
                  <a:pt x="278" y="22"/>
                </a:lnTo>
                <a:lnTo>
                  <a:pt x="279" y="22"/>
                </a:lnTo>
                <a:lnTo>
                  <a:pt x="279" y="23"/>
                </a:lnTo>
                <a:lnTo>
                  <a:pt x="280" y="23"/>
                </a:lnTo>
                <a:lnTo>
                  <a:pt x="282" y="24"/>
                </a:lnTo>
                <a:lnTo>
                  <a:pt x="283" y="24"/>
                </a:lnTo>
                <a:lnTo>
                  <a:pt x="283" y="25"/>
                </a:lnTo>
                <a:lnTo>
                  <a:pt x="284" y="25"/>
                </a:lnTo>
                <a:lnTo>
                  <a:pt x="284" y="26"/>
                </a:lnTo>
                <a:lnTo>
                  <a:pt x="285" y="26"/>
                </a:lnTo>
                <a:lnTo>
                  <a:pt x="285" y="27"/>
                </a:lnTo>
                <a:lnTo>
                  <a:pt x="286" y="28"/>
                </a:lnTo>
                <a:lnTo>
                  <a:pt x="286" y="29"/>
                </a:lnTo>
                <a:lnTo>
                  <a:pt x="286" y="30"/>
                </a:lnTo>
                <a:lnTo>
                  <a:pt x="287" y="30"/>
                </a:lnTo>
                <a:lnTo>
                  <a:pt x="287" y="31"/>
                </a:lnTo>
                <a:lnTo>
                  <a:pt x="288" y="32"/>
                </a:lnTo>
                <a:lnTo>
                  <a:pt x="289" y="33"/>
                </a:lnTo>
                <a:lnTo>
                  <a:pt x="290" y="33"/>
                </a:lnTo>
                <a:lnTo>
                  <a:pt x="291" y="33"/>
                </a:lnTo>
                <a:lnTo>
                  <a:pt x="292" y="34"/>
                </a:lnTo>
                <a:lnTo>
                  <a:pt x="293" y="34"/>
                </a:lnTo>
                <a:lnTo>
                  <a:pt x="293" y="35"/>
                </a:lnTo>
                <a:lnTo>
                  <a:pt x="293" y="36"/>
                </a:lnTo>
                <a:lnTo>
                  <a:pt x="294" y="36"/>
                </a:lnTo>
                <a:lnTo>
                  <a:pt x="295" y="37"/>
                </a:lnTo>
                <a:lnTo>
                  <a:pt x="295" y="36"/>
                </a:lnTo>
                <a:lnTo>
                  <a:pt x="296" y="36"/>
                </a:lnTo>
                <a:lnTo>
                  <a:pt x="297" y="37"/>
                </a:lnTo>
                <a:lnTo>
                  <a:pt x="298" y="37"/>
                </a:lnTo>
                <a:lnTo>
                  <a:pt x="299" y="38"/>
                </a:lnTo>
                <a:lnTo>
                  <a:pt x="300" y="38"/>
                </a:lnTo>
                <a:lnTo>
                  <a:pt x="301" y="38"/>
                </a:lnTo>
                <a:lnTo>
                  <a:pt x="302" y="38"/>
                </a:lnTo>
                <a:lnTo>
                  <a:pt x="304" y="38"/>
                </a:lnTo>
                <a:lnTo>
                  <a:pt x="307" y="38"/>
                </a:lnTo>
                <a:lnTo>
                  <a:pt x="308" y="37"/>
                </a:lnTo>
                <a:lnTo>
                  <a:pt x="310" y="37"/>
                </a:lnTo>
                <a:lnTo>
                  <a:pt x="310" y="38"/>
                </a:lnTo>
                <a:lnTo>
                  <a:pt x="311" y="38"/>
                </a:lnTo>
                <a:lnTo>
                  <a:pt x="311" y="37"/>
                </a:lnTo>
                <a:lnTo>
                  <a:pt x="312" y="37"/>
                </a:lnTo>
                <a:lnTo>
                  <a:pt x="313" y="38"/>
                </a:lnTo>
                <a:lnTo>
                  <a:pt x="314" y="38"/>
                </a:lnTo>
                <a:lnTo>
                  <a:pt x="315" y="38"/>
                </a:lnTo>
                <a:lnTo>
                  <a:pt x="316" y="38"/>
                </a:lnTo>
                <a:lnTo>
                  <a:pt x="317" y="38"/>
                </a:lnTo>
                <a:lnTo>
                  <a:pt x="318" y="39"/>
                </a:lnTo>
                <a:lnTo>
                  <a:pt x="319" y="39"/>
                </a:lnTo>
                <a:lnTo>
                  <a:pt x="320" y="39"/>
                </a:lnTo>
                <a:lnTo>
                  <a:pt x="320" y="40"/>
                </a:lnTo>
                <a:lnTo>
                  <a:pt x="320" y="41"/>
                </a:lnTo>
                <a:lnTo>
                  <a:pt x="319" y="41"/>
                </a:lnTo>
                <a:lnTo>
                  <a:pt x="319" y="42"/>
                </a:lnTo>
                <a:lnTo>
                  <a:pt x="319" y="43"/>
                </a:lnTo>
                <a:lnTo>
                  <a:pt x="320" y="43"/>
                </a:lnTo>
                <a:lnTo>
                  <a:pt x="321" y="44"/>
                </a:lnTo>
                <a:lnTo>
                  <a:pt x="322" y="44"/>
                </a:lnTo>
                <a:lnTo>
                  <a:pt x="323" y="44"/>
                </a:lnTo>
                <a:lnTo>
                  <a:pt x="325" y="44"/>
                </a:lnTo>
                <a:lnTo>
                  <a:pt x="326" y="44"/>
                </a:lnTo>
                <a:lnTo>
                  <a:pt x="327" y="44"/>
                </a:lnTo>
                <a:lnTo>
                  <a:pt x="328" y="44"/>
                </a:lnTo>
                <a:lnTo>
                  <a:pt x="329" y="44"/>
                </a:lnTo>
                <a:lnTo>
                  <a:pt x="330" y="44"/>
                </a:lnTo>
                <a:lnTo>
                  <a:pt x="331" y="45"/>
                </a:lnTo>
                <a:lnTo>
                  <a:pt x="331" y="46"/>
                </a:lnTo>
                <a:lnTo>
                  <a:pt x="331" y="47"/>
                </a:lnTo>
                <a:lnTo>
                  <a:pt x="332" y="47"/>
                </a:lnTo>
                <a:lnTo>
                  <a:pt x="332" y="48"/>
                </a:lnTo>
                <a:lnTo>
                  <a:pt x="332" y="49"/>
                </a:lnTo>
                <a:lnTo>
                  <a:pt x="333" y="49"/>
                </a:lnTo>
                <a:lnTo>
                  <a:pt x="334" y="49"/>
                </a:lnTo>
                <a:lnTo>
                  <a:pt x="335" y="49"/>
                </a:lnTo>
                <a:lnTo>
                  <a:pt x="335" y="48"/>
                </a:lnTo>
                <a:lnTo>
                  <a:pt x="336" y="48"/>
                </a:lnTo>
                <a:lnTo>
                  <a:pt x="336" y="47"/>
                </a:lnTo>
                <a:lnTo>
                  <a:pt x="336" y="46"/>
                </a:lnTo>
                <a:lnTo>
                  <a:pt x="336" y="45"/>
                </a:lnTo>
                <a:lnTo>
                  <a:pt x="335" y="44"/>
                </a:lnTo>
                <a:lnTo>
                  <a:pt x="334" y="43"/>
                </a:lnTo>
                <a:lnTo>
                  <a:pt x="334" y="42"/>
                </a:lnTo>
                <a:lnTo>
                  <a:pt x="335" y="42"/>
                </a:lnTo>
                <a:lnTo>
                  <a:pt x="336" y="41"/>
                </a:lnTo>
                <a:lnTo>
                  <a:pt x="339" y="40"/>
                </a:lnTo>
                <a:lnTo>
                  <a:pt x="340" y="40"/>
                </a:lnTo>
                <a:lnTo>
                  <a:pt x="341" y="40"/>
                </a:lnTo>
                <a:lnTo>
                  <a:pt x="341" y="39"/>
                </a:lnTo>
                <a:lnTo>
                  <a:pt x="342" y="39"/>
                </a:lnTo>
                <a:lnTo>
                  <a:pt x="343" y="39"/>
                </a:lnTo>
                <a:lnTo>
                  <a:pt x="344" y="38"/>
                </a:lnTo>
                <a:lnTo>
                  <a:pt x="346" y="38"/>
                </a:lnTo>
                <a:lnTo>
                  <a:pt x="347" y="38"/>
                </a:lnTo>
                <a:lnTo>
                  <a:pt x="348" y="38"/>
                </a:lnTo>
                <a:lnTo>
                  <a:pt x="349" y="38"/>
                </a:lnTo>
                <a:lnTo>
                  <a:pt x="350" y="38"/>
                </a:lnTo>
                <a:lnTo>
                  <a:pt x="352" y="38"/>
                </a:lnTo>
                <a:lnTo>
                  <a:pt x="355" y="38"/>
                </a:lnTo>
                <a:lnTo>
                  <a:pt x="356" y="38"/>
                </a:lnTo>
                <a:lnTo>
                  <a:pt x="359" y="38"/>
                </a:lnTo>
                <a:lnTo>
                  <a:pt x="360" y="38"/>
                </a:lnTo>
                <a:lnTo>
                  <a:pt x="361" y="38"/>
                </a:lnTo>
                <a:lnTo>
                  <a:pt x="362" y="39"/>
                </a:lnTo>
                <a:lnTo>
                  <a:pt x="364" y="39"/>
                </a:lnTo>
                <a:lnTo>
                  <a:pt x="364" y="40"/>
                </a:lnTo>
                <a:lnTo>
                  <a:pt x="365" y="40"/>
                </a:lnTo>
                <a:lnTo>
                  <a:pt x="367" y="40"/>
                </a:lnTo>
                <a:lnTo>
                  <a:pt x="370" y="42"/>
                </a:lnTo>
                <a:lnTo>
                  <a:pt x="371" y="43"/>
                </a:lnTo>
                <a:lnTo>
                  <a:pt x="372" y="43"/>
                </a:lnTo>
                <a:lnTo>
                  <a:pt x="372" y="44"/>
                </a:lnTo>
                <a:lnTo>
                  <a:pt x="374" y="44"/>
                </a:lnTo>
                <a:lnTo>
                  <a:pt x="375" y="44"/>
                </a:lnTo>
                <a:lnTo>
                  <a:pt x="376" y="44"/>
                </a:lnTo>
                <a:lnTo>
                  <a:pt x="376" y="45"/>
                </a:lnTo>
                <a:lnTo>
                  <a:pt x="377" y="45"/>
                </a:lnTo>
                <a:lnTo>
                  <a:pt x="378" y="45"/>
                </a:lnTo>
                <a:lnTo>
                  <a:pt x="379" y="45"/>
                </a:lnTo>
                <a:lnTo>
                  <a:pt x="379" y="46"/>
                </a:lnTo>
                <a:lnTo>
                  <a:pt x="380" y="45"/>
                </a:lnTo>
                <a:lnTo>
                  <a:pt x="380" y="46"/>
                </a:lnTo>
                <a:lnTo>
                  <a:pt x="382" y="46"/>
                </a:lnTo>
                <a:lnTo>
                  <a:pt x="383" y="47"/>
                </a:lnTo>
                <a:lnTo>
                  <a:pt x="384" y="47"/>
                </a:lnTo>
                <a:lnTo>
                  <a:pt x="385" y="47"/>
                </a:lnTo>
                <a:lnTo>
                  <a:pt x="385" y="48"/>
                </a:lnTo>
                <a:lnTo>
                  <a:pt x="386" y="48"/>
                </a:lnTo>
                <a:lnTo>
                  <a:pt x="387" y="48"/>
                </a:lnTo>
                <a:lnTo>
                  <a:pt x="388" y="48"/>
                </a:lnTo>
                <a:lnTo>
                  <a:pt x="390" y="49"/>
                </a:lnTo>
                <a:lnTo>
                  <a:pt x="390" y="50"/>
                </a:lnTo>
                <a:lnTo>
                  <a:pt x="390" y="51"/>
                </a:lnTo>
                <a:lnTo>
                  <a:pt x="390" y="52"/>
                </a:lnTo>
                <a:lnTo>
                  <a:pt x="390" y="53"/>
                </a:lnTo>
                <a:lnTo>
                  <a:pt x="391" y="54"/>
                </a:lnTo>
                <a:lnTo>
                  <a:pt x="392" y="54"/>
                </a:lnTo>
                <a:lnTo>
                  <a:pt x="393" y="53"/>
                </a:lnTo>
                <a:lnTo>
                  <a:pt x="394" y="53"/>
                </a:lnTo>
                <a:lnTo>
                  <a:pt x="395" y="52"/>
                </a:lnTo>
                <a:lnTo>
                  <a:pt x="395" y="51"/>
                </a:lnTo>
                <a:lnTo>
                  <a:pt x="396" y="51"/>
                </a:lnTo>
                <a:lnTo>
                  <a:pt x="398" y="50"/>
                </a:lnTo>
                <a:lnTo>
                  <a:pt x="399" y="50"/>
                </a:lnTo>
                <a:lnTo>
                  <a:pt x="400" y="50"/>
                </a:lnTo>
                <a:lnTo>
                  <a:pt x="401" y="51"/>
                </a:lnTo>
                <a:lnTo>
                  <a:pt x="402" y="51"/>
                </a:lnTo>
                <a:lnTo>
                  <a:pt x="402" y="52"/>
                </a:lnTo>
                <a:lnTo>
                  <a:pt x="403" y="53"/>
                </a:lnTo>
                <a:lnTo>
                  <a:pt x="402" y="54"/>
                </a:lnTo>
                <a:lnTo>
                  <a:pt x="402" y="55"/>
                </a:lnTo>
                <a:lnTo>
                  <a:pt x="403" y="55"/>
                </a:lnTo>
                <a:lnTo>
                  <a:pt x="404" y="56"/>
                </a:lnTo>
                <a:lnTo>
                  <a:pt x="405" y="57"/>
                </a:lnTo>
                <a:lnTo>
                  <a:pt x="406" y="58"/>
                </a:lnTo>
                <a:lnTo>
                  <a:pt x="407" y="58"/>
                </a:lnTo>
                <a:lnTo>
                  <a:pt x="407" y="59"/>
                </a:lnTo>
                <a:lnTo>
                  <a:pt x="408" y="59"/>
                </a:lnTo>
                <a:lnTo>
                  <a:pt x="409" y="59"/>
                </a:lnTo>
                <a:lnTo>
                  <a:pt x="410" y="59"/>
                </a:lnTo>
                <a:lnTo>
                  <a:pt x="411" y="59"/>
                </a:lnTo>
                <a:lnTo>
                  <a:pt x="412" y="60"/>
                </a:lnTo>
                <a:lnTo>
                  <a:pt x="412" y="61"/>
                </a:lnTo>
                <a:lnTo>
                  <a:pt x="411" y="61"/>
                </a:lnTo>
                <a:lnTo>
                  <a:pt x="411" y="62"/>
                </a:lnTo>
                <a:lnTo>
                  <a:pt x="410" y="62"/>
                </a:lnTo>
                <a:lnTo>
                  <a:pt x="410" y="63"/>
                </a:lnTo>
                <a:lnTo>
                  <a:pt x="411" y="63"/>
                </a:lnTo>
                <a:lnTo>
                  <a:pt x="411" y="64"/>
                </a:lnTo>
                <a:lnTo>
                  <a:pt x="411" y="65"/>
                </a:lnTo>
                <a:lnTo>
                  <a:pt x="410" y="65"/>
                </a:lnTo>
                <a:lnTo>
                  <a:pt x="410" y="66"/>
                </a:lnTo>
                <a:lnTo>
                  <a:pt x="409" y="66"/>
                </a:lnTo>
                <a:lnTo>
                  <a:pt x="408" y="66"/>
                </a:lnTo>
                <a:lnTo>
                  <a:pt x="407" y="66"/>
                </a:lnTo>
                <a:lnTo>
                  <a:pt x="406" y="66"/>
                </a:lnTo>
                <a:lnTo>
                  <a:pt x="405" y="66"/>
                </a:lnTo>
                <a:lnTo>
                  <a:pt x="405" y="67"/>
                </a:lnTo>
                <a:lnTo>
                  <a:pt x="404" y="67"/>
                </a:lnTo>
                <a:lnTo>
                  <a:pt x="404" y="68"/>
                </a:lnTo>
                <a:lnTo>
                  <a:pt x="404" y="69"/>
                </a:lnTo>
                <a:lnTo>
                  <a:pt x="405" y="71"/>
                </a:lnTo>
                <a:lnTo>
                  <a:pt x="404" y="71"/>
                </a:lnTo>
                <a:lnTo>
                  <a:pt x="404" y="72"/>
                </a:lnTo>
                <a:lnTo>
                  <a:pt x="405" y="72"/>
                </a:lnTo>
                <a:lnTo>
                  <a:pt x="405" y="73"/>
                </a:lnTo>
                <a:lnTo>
                  <a:pt x="406" y="73"/>
                </a:lnTo>
                <a:lnTo>
                  <a:pt x="407" y="73"/>
                </a:lnTo>
                <a:lnTo>
                  <a:pt x="407" y="72"/>
                </a:lnTo>
                <a:lnTo>
                  <a:pt x="408" y="72"/>
                </a:lnTo>
                <a:lnTo>
                  <a:pt x="409" y="72"/>
                </a:lnTo>
                <a:lnTo>
                  <a:pt x="409" y="71"/>
                </a:lnTo>
                <a:lnTo>
                  <a:pt x="410" y="71"/>
                </a:lnTo>
                <a:lnTo>
                  <a:pt x="411" y="71"/>
                </a:lnTo>
                <a:lnTo>
                  <a:pt x="412" y="71"/>
                </a:lnTo>
                <a:lnTo>
                  <a:pt x="413" y="71"/>
                </a:lnTo>
                <a:lnTo>
                  <a:pt x="414" y="70"/>
                </a:lnTo>
                <a:lnTo>
                  <a:pt x="414" y="69"/>
                </a:lnTo>
                <a:lnTo>
                  <a:pt x="415" y="69"/>
                </a:lnTo>
                <a:lnTo>
                  <a:pt x="417" y="70"/>
                </a:lnTo>
                <a:lnTo>
                  <a:pt x="418" y="70"/>
                </a:lnTo>
                <a:lnTo>
                  <a:pt x="418" y="69"/>
                </a:lnTo>
                <a:lnTo>
                  <a:pt x="420" y="69"/>
                </a:lnTo>
                <a:lnTo>
                  <a:pt x="421" y="70"/>
                </a:lnTo>
                <a:lnTo>
                  <a:pt x="422" y="70"/>
                </a:lnTo>
                <a:lnTo>
                  <a:pt x="421" y="71"/>
                </a:lnTo>
                <a:lnTo>
                  <a:pt x="421" y="72"/>
                </a:lnTo>
                <a:lnTo>
                  <a:pt x="422" y="73"/>
                </a:lnTo>
                <a:lnTo>
                  <a:pt x="423" y="74"/>
                </a:lnTo>
                <a:lnTo>
                  <a:pt x="424" y="74"/>
                </a:lnTo>
                <a:lnTo>
                  <a:pt x="424" y="75"/>
                </a:lnTo>
                <a:lnTo>
                  <a:pt x="425" y="75"/>
                </a:lnTo>
                <a:lnTo>
                  <a:pt x="425" y="76"/>
                </a:lnTo>
                <a:lnTo>
                  <a:pt x="426" y="76"/>
                </a:lnTo>
                <a:lnTo>
                  <a:pt x="426" y="77"/>
                </a:lnTo>
                <a:lnTo>
                  <a:pt x="427" y="77"/>
                </a:lnTo>
                <a:lnTo>
                  <a:pt x="428" y="78"/>
                </a:lnTo>
                <a:lnTo>
                  <a:pt x="428" y="79"/>
                </a:lnTo>
                <a:lnTo>
                  <a:pt x="428" y="80"/>
                </a:lnTo>
                <a:lnTo>
                  <a:pt x="429" y="80"/>
                </a:lnTo>
                <a:lnTo>
                  <a:pt x="429" y="81"/>
                </a:lnTo>
                <a:lnTo>
                  <a:pt x="430" y="81"/>
                </a:lnTo>
                <a:lnTo>
                  <a:pt x="431" y="82"/>
                </a:lnTo>
                <a:lnTo>
                  <a:pt x="432" y="83"/>
                </a:lnTo>
                <a:lnTo>
                  <a:pt x="433" y="83"/>
                </a:lnTo>
                <a:lnTo>
                  <a:pt x="433" y="84"/>
                </a:lnTo>
                <a:lnTo>
                  <a:pt x="434" y="83"/>
                </a:lnTo>
                <a:lnTo>
                  <a:pt x="435" y="82"/>
                </a:lnTo>
                <a:lnTo>
                  <a:pt x="435" y="81"/>
                </a:lnTo>
                <a:lnTo>
                  <a:pt x="436" y="80"/>
                </a:lnTo>
                <a:lnTo>
                  <a:pt x="437" y="79"/>
                </a:lnTo>
                <a:lnTo>
                  <a:pt x="438" y="79"/>
                </a:lnTo>
                <a:lnTo>
                  <a:pt x="439" y="79"/>
                </a:lnTo>
                <a:lnTo>
                  <a:pt x="444" y="81"/>
                </a:lnTo>
                <a:lnTo>
                  <a:pt x="444" y="82"/>
                </a:lnTo>
                <a:lnTo>
                  <a:pt x="445" y="82"/>
                </a:lnTo>
                <a:lnTo>
                  <a:pt x="445" y="83"/>
                </a:lnTo>
                <a:lnTo>
                  <a:pt x="445" y="84"/>
                </a:lnTo>
                <a:lnTo>
                  <a:pt x="444" y="84"/>
                </a:lnTo>
                <a:lnTo>
                  <a:pt x="443" y="84"/>
                </a:lnTo>
                <a:lnTo>
                  <a:pt x="442" y="84"/>
                </a:lnTo>
                <a:lnTo>
                  <a:pt x="441" y="84"/>
                </a:lnTo>
                <a:lnTo>
                  <a:pt x="440" y="84"/>
                </a:lnTo>
                <a:lnTo>
                  <a:pt x="439" y="85"/>
                </a:lnTo>
                <a:lnTo>
                  <a:pt x="439" y="86"/>
                </a:lnTo>
                <a:lnTo>
                  <a:pt x="439" y="87"/>
                </a:lnTo>
                <a:lnTo>
                  <a:pt x="440" y="88"/>
                </a:lnTo>
                <a:lnTo>
                  <a:pt x="441" y="89"/>
                </a:lnTo>
                <a:lnTo>
                  <a:pt x="441" y="90"/>
                </a:lnTo>
                <a:lnTo>
                  <a:pt x="441" y="91"/>
                </a:lnTo>
                <a:lnTo>
                  <a:pt x="440" y="92"/>
                </a:lnTo>
                <a:lnTo>
                  <a:pt x="437" y="92"/>
                </a:lnTo>
                <a:lnTo>
                  <a:pt x="436" y="92"/>
                </a:lnTo>
                <a:lnTo>
                  <a:pt x="435" y="92"/>
                </a:lnTo>
                <a:lnTo>
                  <a:pt x="434" y="92"/>
                </a:lnTo>
                <a:lnTo>
                  <a:pt x="433" y="93"/>
                </a:lnTo>
                <a:lnTo>
                  <a:pt x="432" y="94"/>
                </a:lnTo>
                <a:lnTo>
                  <a:pt x="432" y="95"/>
                </a:lnTo>
                <a:lnTo>
                  <a:pt x="432" y="97"/>
                </a:lnTo>
                <a:lnTo>
                  <a:pt x="432" y="98"/>
                </a:lnTo>
                <a:lnTo>
                  <a:pt x="433" y="98"/>
                </a:lnTo>
                <a:lnTo>
                  <a:pt x="433" y="99"/>
                </a:lnTo>
                <a:lnTo>
                  <a:pt x="434" y="99"/>
                </a:lnTo>
                <a:lnTo>
                  <a:pt x="434" y="100"/>
                </a:lnTo>
                <a:lnTo>
                  <a:pt x="435" y="100"/>
                </a:lnTo>
                <a:lnTo>
                  <a:pt x="435" y="101"/>
                </a:lnTo>
                <a:lnTo>
                  <a:pt x="436" y="102"/>
                </a:lnTo>
                <a:lnTo>
                  <a:pt x="437" y="102"/>
                </a:lnTo>
                <a:lnTo>
                  <a:pt x="438" y="102"/>
                </a:lnTo>
                <a:lnTo>
                  <a:pt x="439" y="102"/>
                </a:lnTo>
                <a:lnTo>
                  <a:pt x="440" y="101"/>
                </a:lnTo>
                <a:lnTo>
                  <a:pt x="440" y="100"/>
                </a:lnTo>
                <a:lnTo>
                  <a:pt x="440" y="99"/>
                </a:lnTo>
                <a:lnTo>
                  <a:pt x="441" y="99"/>
                </a:lnTo>
                <a:lnTo>
                  <a:pt x="443" y="100"/>
                </a:lnTo>
                <a:lnTo>
                  <a:pt x="444" y="101"/>
                </a:lnTo>
                <a:lnTo>
                  <a:pt x="445" y="101"/>
                </a:lnTo>
                <a:lnTo>
                  <a:pt x="446" y="102"/>
                </a:lnTo>
                <a:lnTo>
                  <a:pt x="447" y="102"/>
                </a:lnTo>
                <a:lnTo>
                  <a:pt x="450" y="104"/>
                </a:lnTo>
                <a:lnTo>
                  <a:pt x="451" y="104"/>
                </a:lnTo>
                <a:lnTo>
                  <a:pt x="452" y="105"/>
                </a:lnTo>
                <a:lnTo>
                  <a:pt x="453" y="106"/>
                </a:lnTo>
                <a:lnTo>
                  <a:pt x="454" y="107"/>
                </a:lnTo>
                <a:lnTo>
                  <a:pt x="454" y="108"/>
                </a:lnTo>
                <a:lnTo>
                  <a:pt x="453" y="109"/>
                </a:lnTo>
                <a:lnTo>
                  <a:pt x="452" y="110"/>
                </a:lnTo>
                <a:lnTo>
                  <a:pt x="452" y="111"/>
                </a:lnTo>
                <a:lnTo>
                  <a:pt x="452" y="112"/>
                </a:lnTo>
                <a:lnTo>
                  <a:pt x="452" y="113"/>
                </a:lnTo>
                <a:lnTo>
                  <a:pt x="453" y="113"/>
                </a:lnTo>
                <a:lnTo>
                  <a:pt x="454" y="113"/>
                </a:lnTo>
                <a:lnTo>
                  <a:pt x="455" y="113"/>
                </a:lnTo>
                <a:lnTo>
                  <a:pt x="456" y="113"/>
                </a:lnTo>
                <a:lnTo>
                  <a:pt x="457" y="113"/>
                </a:lnTo>
                <a:lnTo>
                  <a:pt x="457" y="112"/>
                </a:lnTo>
                <a:lnTo>
                  <a:pt x="459" y="112"/>
                </a:lnTo>
                <a:lnTo>
                  <a:pt x="459" y="113"/>
                </a:lnTo>
                <a:lnTo>
                  <a:pt x="460" y="114"/>
                </a:lnTo>
                <a:lnTo>
                  <a:pt x="461" y="115"/>
                </a:lnTo>
                <a:lnTo>
                  <a:pt x="462" y="116"/>
                </a:lnTo>
                <a:lnTo>
                  <a:pt x="463" y="117"/>
                </a:lnTo>
                <a:lnTo>
                  <a:pt x="465" y="118"/>
                </a:lnTo>
                <a:lnTo>
                  <a:pt x="465" y="119"/>
                </a:lnTo>
                <a:lnTo>
                  <a:pt x="466" y="120"/>
                </a:lnTo>
                <a:lnTo>
                  <a:pt x="467" y="122"/>
                </a:lnTo>
                <a:lnTo>
                  <a:pt x="466" y="124"/>
                </a:lnTo>
                <a:lnTo>
                  <a:pt x="466" y="125"/>
                </a:lnTo>
                <a:lnTo>
                  <a:pt x="465" y="125"/>
                </a:lnTo>
                <a:lnTo>
                  <a:pt x="464" y="125"/>
                </a:lnTo>
                <a:lnTo>
                  <a:pt x="464" y="126"/>
                </a:lnTo>
                <a:lnTo>
                  <a:pt x="463" y="126"/>
                </a:lnTo>
                <a:lnTo>
                  <a:pt x="463" y="128"/>
                </a:lnTo>
                <a:lnTo>
                  <a:pt x="464" y="128"/>
                </a:lnTo>
                <a:lnTo>
                  <a:pt x="464" y="129"/>
                </a:lnTo>
                <a:lnTo>
                  <a:pt x="465" y="129"/>
                </a:lnTo>
                <a:lnTo>
                  <a:pt x="465" y="130"/>
                </a:lnTo>
                <a:lnTo>
                  <a:pt x="466" y="130"/>
                </a:lnTo>
                <a:lnTo>
                  <a:pt x="467" y="130"/>
                </a:lnTo>
                <a:lnTo>
                  <a:pt x="468" y="130"/>
                </a:lnTo>
                <a:lnTo>
                  <a:pt x="469" y="130"/>
                </a:lnTo>
                <a:lnTo>
                  <a:pt x="470" y="130"/>
                </a:lnTo>
                <a:lnTo>
                  <a:pt x="471" y="130"/>
                </a:lnTo>
                <a:lnTo>
                  <a:pt x="472" y="130"/>
                </a:lnTo>
                <a:lnTo>
                  <a:pt x="473" y="130"/>
                </a:lnTo>
                <a:lnTo>
                  <a:pt x="474" y="130"/>
                </a:lnTo>
                <a:lnTo>
                  <a:pt x="474" y="131"/>
                </a:lnTo>
                <a:lnTo>
                  <a:pt x="474" y="132"/>
                </a:lnTo>
                <a:lnTo>
                  <a:pt x="473" y="132"/>
                </a:lnTo>
                <a:lnTo>
                  <a:pt x="472" y="132"/>
                </a:lnTo>
                <a:lnTo>
                  <a:pt x="471" y="132"/>
                </a:lnTo>
                <a:lnTo>
                  <a:pt x="470" y="133"/>
                </a:lnTo>
                <a:lnTo>
                  <a:pt x="469" y="133"/>
                </a:lnTo>
                <a:lnTo>
                  <a:pt x="469" y="134"/>
                </a:lnTo>
                <a:lnTo>
                  <a:pt x="468" y="134"/>
                </a:lnTo>
                <a:lnTo>
                  <a:pt x="467" y="134"/>
                </a:lnTo>
                <a:lnTo>
                  <a:pt x="466" y="134"/>
                </a:lnTo>
                <a:lnTo>
                  <a:pt x="466" y="135"/>
                </a:lnTo>
                <a:lnTo>
                  <a:pt x="465" y="135"/>
                </a:lnTo>
                <a:lnTo>
                  <a:pt x="464" y="136"/>
                </a:lnTo>
                <a:lnTo>
                  <a:pt x="463" y="136"/>
                </a:lnTo>
                <a:lnTo>
                  <a:pt x="463" y="137"/>
                </a:lnTo>
                <a:lnTo>
                  <a:pt x="462" y="138"/>
                </a:lnTo>
                <a:lnTo>
                  <a:pt x="462" y="139"/>
                </a:lnTo>
                <a:lnTo>
                  <a:pt x="462" y="140"/>
                </a:lnTo>
                <a:lnTo>
                  <a:pt x="463" y="140"/>
                </a:lnTo>
                <a:lnTo>
                  <a:pt x="464" y="141"/>
                </a:lnTo>
                <a:lnTo>
                  <a:pt x="465" y="141"/>
                </a:lnTo>
                <a:lnTo>
                  <a:pt x="466" y="141"/>
                </a:lnTo>
                <a:lnTo>
                  <a:pt x="466" y="142"/>
                </a:lnTo>
                <a:lnTo>
                  <a:pt x="467" y="142"/>
                </a:lnTo>
                <a:lnTo>
                  <a:pt x="469" y="142"/>
                </a:lnTo>
                <a:lnTo>
                  <a:pt x="470" y="142"/>
                </a:lnTo>
                <a:lnTo>
                  <a:pt x="471" y="142"/>
                </a:lnTo>
                <a:lnTo>
                  <a:pt x="472" y="142"/>
                </a:lnTo>
                <a:lnTo>
                  <a:pt x="472" y="143"/>
                </a:lnTo>
                <a:lnTo>
                  <a:pt x="473" y="143"/>
                </a:lnTo>
                <a:lnTo>
                  <a:pt x="474" y="143"/>
                </a:lnTo>
                <a:lnTo>
                  <a:pt x="474" y="144"/>
                </a:lnTo>
                <a:lnTo>
                  <a:pt x="475" y="144"/>
                </a:lnTo>
                <a:lnTo>
                  <a:pt x="476" y="144"/>
                </a:lnTo>
                <a:lnTo>
                  <a:pt x="478" y="144"/>
                </a:lnTo>
                <a:lnTo>
                  <a:pt x="479" y="144"/>
                </a:lnTo>
                <a:lnTo>
                  <a:pt x="479" y="145"/>
                </a:lnTo>
                <a:lnTo>
                  <a:pt x="480" y="145"/>
                </a:lnTo>
                <a:lnTo>
                  <a:pt x="483" y="146"/>
                </a:lnTo>
                <a:lnTo>
                  <a:pt x="484" y="147"/>
                </a:lnTo>
                <a:lnTo>
                  <a:pt x="485" y="147"/>
                </a:lnTo>
                <a:lnTo>
                  <a:pt x="485" y="148"/>
                </a:lnTo>
                <a:lnTo>
                  <a:pt x="486" y="148"/>
                </a:lnTo>
                <a:lnTo>
                  <a:pt x="486" y="149"/>
                </a:lnTo>
                <a:lnTo>
                  <a:pt x="485" y="150"/>
                </a:lnTo>
                <a:lnTo>
                  <a:pt x="484" y="151"/>
                </a:lnTo>
                <a:lnTo>
                  <a:pt x="483" y="151"/>
                </a:lnTo>
                <a:lnTo>
                  <a:pt x="483" y="152"/>
                </a:lnTo>
                <a:lnTo>
                  <a:pt x="484" y="152"/>
                </a:lnTo>
                <a:lnTo>
                  <a:pt x="484" y="153"/>
                </a:lnTo>
                <a:lnTo>
                  <a:pt x="484" y="154"/>
                </a:lnTo>
                <a:lnTo>
                  <a:pt x="483" y="154"/>
                </a:lnTo>
                <a:lnTo>
                  <a:pt x="482" y="155"/>
                </a:lnTo>
                <a:lnTo>
                  <a:pt x="482" y="156"/>
                </a:lnTo>
                <a:lnTo>
                  <a:pt x="482" y="157"/>
                </a:lnTo>
                <a:lnTo>
                  <a:pt x="481" y="157"/>
                </a:lnTo>
                <a:lnTo>
                  <a:pt x="480" y="157"/>
                </a:lnTo>
                <a:lnTo>
                  <a:pt x="478" y="157"/>
                </a:lnTo>
                <a:lnTo>
                  <a:pt x="477" y="157"/>
                </a:lnTo>
                <a:lnTo>
                  <a:pt x="476" y="158"/>
                </a:lnTo>
                <a:lnTo>
                  <a:pt x="475" y="158"/>
                </a:lnTo>
                <a:lnTo>
                  <a:pt x="475" y="159"/>
                </a:lnTo>
                <a:lnTo>
                  <a:pt x="475" y="160"/>
                </a:lnTo>
                <a:lnTo>
                  <a:pt x="475" y="161"/>
                </a:lnTo>
                <a:lnTo>
                  <a:pt x="476" y="162"/>
                </a:lnTo>
                <a:lnTo>
                  <a:pt x="477" y="162"/>
                </a:lnTo>
                <a:lnTo>
                  <a:pt x="477" y="163"/>
                </a:lnTo>
                <a:lnTo>
                  <a:pt x="477" y="164"/>
                </a:lnTo>
                <a:lnTo>
                  <a:pt x="477" y="165"/>
                </a:lnTo>
                <a:lnTo>
                  <a:pt x="477" y="166"/>
                </a:lnTo>
                <a:lnTo>
                  <a:pt x="477" y="167"/>
                </a:lnTo>
                <a:lnTo>
                  <a:pt x="479" y="168"/>
                </a:lnTo>
                <a:lnTo>
                  <a:pt x="480" y="168"/>
                </a:lnTo>
                <a:lnTo>
                  <a:pt x="480" y="169"/>
                </a:lnTo>
                <a:lnTo>
                  <a:pt x="481" y="169"/>
                </a:lnTo>
                <a:lnTo>
                  <a:pt x="481" y="171"/>
                </a:lnTo>
                <a:lnTo>
                  <a:pt x="482" y="172"/>
                </a:lnTo>
                <a:lnTo>
                  <a:pt x="483" y="172"/>
                </a:lnTo>
                <a:lnTo>
                  <a:pt x="484" y="173"/>
                </a:lnTo>
                <a:lnTo>
                  <a:pt x="485" y="175"/>
                </a:lnTo>
                <a:lnTo>
                  <a:pt x="486" y="177"/>
                </a:lnTo>
                <a:lnTo>
                  <a:pt x="487" y="178"/>
                </a:lnTo>
                <a:lnTo>
                  <a:pt x="487" y="179"/>
                </a:lnTo>
                <a:lnTo>
                  <a:pt x="489" y="180"/>
                </a:lnTo>
                <a:lnTo>
                  <a:pt x="489" y="181"/>
                </a:lnTo>
                <a:lnTo>
                  <a:pt x="490" y="182"/>
                </a:lnTo>
                <a:lnTo>
                  <a:pt x="491" y="183"/>
                </a:lnTo>
                <a:lnTo>
                  <a:pt x="491" y="184"/>
                </a:lnTo>
                <a:lnTo>
                  <a:pt x="492" y="184"/>
                </a:lnTo>
                <a:lnTo>
                  <a:pt x="493" y="185"/>
                </a:lnTo>
                <a:lnTo>
                  <a:pt x="494" y="185"/>
                </a:lnTo>
                <a:lnTo>
                  <a:pt x="495" y="186"/>
                </a:lnTo>
                <a:lnTo>
                  <a:pt x="494" y="187"/>
                </a:lnTo>
                <a:lnTo>
                  <a:pt x="495" y="188"/>
                </a:lnTo>
                <a:lnTo>
                  <a:pt x="495" y="189"/>
                </a:lnTo>
                <a:lnTo>
                  <a:pt x="497" y="189"/>
                </a:lnTo>
                <a:lnTo>
                  <a:pt x="498" y="189"/>
                </a:lnTo>
                <a:lnTo>
                  <a:pt x="499" y="188"/>
                </a:lnTo>
                <a:lnTo>
                  <a:pt x="499" y="189"/>
                </a:lnTo>
                <a:lnTo>
                  <a:pt x="500" y="189"/>
                </a:lnTo>
                <a:lnTo>
                  <a:pt x="501" y="190"/>
                </a:lnTo>
                <a:lnTo>
                  <a:pt x="501" y="191"/>
                </a:lnTo>
                <a:lnTo>
                  <a:pt x="500" y="192"/>
                </a:lnTo>
                <a:lnTo>
                  <a:pt x="500" y="193"/>
                </a:lnTo>
                <a:lnTo>
                  <a:pt x="500" y="194"/>
                </a:lnTo>
                <a:lnTo>
                  <a:pt x="501" y="195"/>
                </a:lnTo>
                <a:lnTo>
                  <a:pt x="501" y="196"/>
                </a:lnTo>
                <a:lnTo>
                  <a:pt x="501" y="198"/>
                </a:lnTo>
                <a:lnTo>
                  <a:pt x="501" y="199"/>
                </a:lnTo>
                <a:lnTo>
                  <a:pt x="500" y="199"/>
                </a:lnTo>
                <a:lnTo>
                  <a:pt x="499" y="200"/>
                </a:lnTo>
                <a:lnTo>
                  <a:pt x="498" y="200"/>
                </a:lnTo>
                <a:lnTo>
                  <a:pt x="497" y="200"/>
                </a:lnTo>
                <a:lnTo>
                  <a:pt x="496" y="201"/>
                </a:lnTo>
                <a:lnTo>
                  <a:pt x="496" y="202"/>
                </a:lnTo>
                <a:lnTo>
                  <a:pt x="496" y="203"/>
                </a:lnTo>
                <a:lnTo>
                  <a:pt x="497" y="204"/>
                </a:lnTo>
                <a:lnTo>
                  <a:pt x="499" y="205"/>
                </a:lnTo>
                <a:lnTo>
                  <a:pt x="500" y="205"/>
                </a:lnTo>
                <a:lnTo>
                  <a:pt x="501" y="206"/>
                </a:lnTo>
                <a:lnTo>
                  <a:pt x="502" y="206"/>
                </a:lnTo>
                <a:lnTo>
                  <a:pt x="503" y="206"/>
                </a:lnTo>
                <a:lnTo>
                  <a:pt x="505" y="206"/>
                </a:lnTo>
                <a:lnTo>
                  <a:pt x="506" y="207"/>
                </a:lnTo>
                <a:lnTo>
                  <a:pt x="508" y="207"/>
                </a:lnTo>
                <a:lnTo>
                  <a:pt x="510" y="208"/>
                </a:lnTo>
                <a:lnTo>
                  <a:pt x="510" y="209"/>
                </a:lnTo>
                <a:lnTo>
                  <a:pt x="511" y="209"/>
                </a:lnTo>
                <a:lnTo>
                  <a:pt x="511" y="210"/>
                </a:lnTo>
                <a:lnTo>
                  <a:pt x="510" y="210"/>
                </a:lnTo>
                <a:lnTo>
                  <a:pt x="510" y="211"/>
                </a:lnTo>
                <a:lnTo>
                  <a:pt x="509" y="212"/>
                </a:lnTo>
                <a:lnTo>
                  <a:pt x="508" y="212"/>
                </a:lnTo>
                <a:lnTo>
                  <a:pt x="508" y="213"/>
                </a:lnTo>
                <a:lnTo>
                  <a:pt x="507" y="214"/>
                </a:lnTo>
                <a:lnTo>
                  <a:pt x="507" y="215"/>
                </a:lnTo>
                <a:lnTo>
                  <a:pt x="507" y="216"/>
                </a:lnTo>
                <a:lnTo>
                  <a:pt x="506" y="217"/>
                </a:lnTo>
                <a:lnTo>
                  <a:pt x="505" y="217"/>
                </a:lnTo>
                <a:lnTo>
                  <a:pt x="505" y="218"/>
                </a:lnTo>
                <a:lnTo>
                  <a:pt x="506" y="219"/>
                </a:lnTo>
                <a:lnTo>
                  <a:pt x="507" y="220"/>
                </a:lnTo>
                <a:lnTo>
                  <a:pt x="508" y="220"/>
                </a:lnTo>
                <a:lnTo>
                  <a:pt x="508" y="221"/>
                </a:lnTo>
                <a:lnTo>
                  <a:pt x="509" y="221"/>
                </a:lnTo>
                <a:lnTo>
                  <a:pt x="510" y="221"/>
                </a:lnTo>
                <a:lnTo>
                  <a:pt x="512" y="221"/>
                </a:lnTo>
                <a:lnTo>
                  <a:pt x="514" y="221"/>
                </a:lnTo>
                <a:lnTo>
                  <a:pt x="516" y="221"/>
                </a:lnTo>
                <a:lnTo>
                  <a:pt x="516" y="222"/>
                </a:lnTo>
                <a:lnTo>
                  <a:pt x="517" y="222"/>
                </a:lnTo>
                <a:lnTo>
                  <a:pt x="518" y="223"/>
                </a:lnTo>
                <a:lnTo>
                  <a:pt x="518" y="224"/>
                </a:lnTo>
                <a:lnTo>
                  <a:pt x="518" y="226"/>
                </a:lnTo>
                <a:lnTo>
                  <a:pt x="518" y="227"/>
                </a:lnTo>
                <a:lnTo>
                  <a:pt x="518" y="228"/>
                </a:lnTo>
                <a:lnTo>
                  <a:pt x="517" y="228"/>
                </a:lnTo>
                <a:lnTo>
                  <a:pt x="516" y="229"/>
                </a:lnTo>
                <a:lnTo>
                  <a:pt x="515" y="228"/>
                </a:lnTo>
                <a:lnTo>
                  <a:pt x="513" y="228"/>
                </a:lnTo>
                <a:lnTo>
                  <a:pt x="512" y="228"/>
                </a:lnTo>
                <a:lnTo>
                  <a:pt x="511" y="228"/>
                </a:lnTo>
                <a:lnTo>
                  <a:pt x="510" y="228"/>
                </a:lnTo>
                <a:lnTo>
                  <a:pt x="510" y="229"/>
                </a:lnTo>
                <a:lnTo>
                  <a:pt x="509" y="229"/>
                </a:lnTo>
                <a:lnTo>
                  <a:pt x="509" y="230"/>
                </a:lnTo>
                <a:lnTo>
                  <a:pt x="508" y="231"/>
                </a:lnTo>
                <a:lnTo>
                  <a:pt x="508" y="233"/>
                </a:lnTo>
                <a:lnTo>
                  <a:pt x="509" y="235"/>
                </a:lnTo>
                <a:lnTo>
                  <a:pt x="509" y="236"/>
                </a:lnTo>
                <a:lnTo>
                  <a:pt x="510" y="236"/>
                </a:lnTo>
                <a:lnTo>
                  <a:pt x="510" y="237"/>
                </a:lnTo>
                <a:lnTo>
                  <a:pt x="511" y="237"/>
                </a:lnTo>
                <a:lnTo>
                  <a:pt x="512" y="238"/>
                </a:lnTo>
                <a:lnTo>
                  <a:pt x="514" y="238"/>
                </a:lnTo>
                <a:lnTo>
                  <a:pt x="515" y="238"/>
                </a:lnTo>
                <a:lnTo>
                  <a:pt x="516" y="238"/>
                </a:lnTo>
                <a:lnTo>
                  <a:pt x="517" y="238"/>
                </a:lnTo>
                <a:lnTo>
                  <a:pt x="518" y="237"/>
                </a:lnTo>
                <a:lnTo>
                  <a:pt x="518" y="236"/>
                </a:lnTo>
                <a:lnTo>
                  <a:pt x="517" y="235"/>
                </a:lnTo>
                <a:lnTo>
                  <a:pt x="517" y="234"/>
                </a:lnTo>
                <a:lnTo>
                  <a:pt x="516" y="234"/>
                </a:lnTo>
                <a:lnTo>
                  <a:pt x="514" y="233"/>
                </a:lnTo>
                <a:lnTo>
                  <a:pt x="514" y="232"/>
                </a:lnTo>
                <a:lnTo>
                  <a:pt x="513" y="232"/>
                </a:lnTo>
                <a:lnTo>
                  <a:pt x="513" y="231"/>
                </a:lnTo>
                <a:lnTo>
                  <a:pt x="514" y="231"/>
                </a:lnTo>
                <a:lnTo>
                  <a:pt x="514" y="230"/>
                </a:lnTo>
                <a:lnTo>
                  <a:pt x="515" y="230"/>
                </a:lnTo>
                <a:lnTo>
                  <a:pt x="516" y="230"/>
                </a:lnTo>
                <a:lnTo>
                  <a:pt x="517" y="230"/>
                </a:lnTo>
                <a:lnTo>
                  <a:pt x="519" y="229"/>
                </a:lnTo>
                <a:lnTo>
                  <a:pt x="521" y="229"/>
                </a:lnTo>
                <a:lnTo>
                  <a:pt x="522" y="229"/>
                </a:lnTo>
                <a:lnTo>
                  <a:pt x="523" y="229"/>
                </a:lnTo>
                <a:lnTo>
                  <a:pt x="523" y="230"/>
                </a:lnTo>
                <a:lnTo>
                  <a:pt x="523" y="231"/>
                </a:lnTo>
                <a:lnTo>
                  <a:pt x="523" y="232"/>
                </a:lnTo>
                <a:lnTo>
                  <a:pt x="523" y="233"/>
                </a:lnTo>
                <a:lnTo>
                  <a:pt x="522" y="234"/>
                </a:lnTo>
                <a:lnTo>
                  <a:pt x="522" y="235"/>
                </a:lnTo>
                <a:lnTo>
                  <a:pt x="521" y="235"/>
                </a:lnTo>
                <a:lnTo>
                  <a:pt x="521" y="236"/>
                </a:lnTo>
                <a:lnTo>
                  <a:pt x="519" y="237"/>
                </a:lnTo>
                <a:lnTo>
                  <a:pt x="519" y="238"/>
                </a:lnTo>
                <a:lnTo>
                  <a:pt x="518" y="238"/>
                </a:lnTo>
                <a:lnTo>
                  <a:pt x="518" y="240"/>
                </a:lnTo>
                <a:lnTo>
                  <a:pt x="517" y="240"/>
                </a:lnTo>
                <a:lnTo>
                  <a:pt x="516" y="241"/>
                </a:lnTo>
                <a:lnTo>
                  <a:pt x="516" y="242"/>
                </a:lnTo>
                <a:lnTo>
                  <a:pt x="516" y="243"/>
                </a:lnTo>
                <a:lnTo>
                  <a:pt x="516" y="244"/>
                </a:lnTo>
                <a:lnTo>
                  <a:pt x="516" y="245"/>
                </a:lnTo>
                <a:lnTo>
                  <a:pt x="517" y="247"/>
                </a:lnTo>
                <a:lnTo>
                  <a:pt x="517" y="249"/>
                </a:lnTo>
                <a:lnTo>
                  <a:pt x="518" y="250"/>
                </a:lnTo>
                <a:lnTo>
                  <a:pt x="518" y="252"/>
                </a:lnTo>
                <a:lnTo>
                  <a:pt x="518" y="253"/>
                </a:lnTo>
                <a:lnTo>
                  <a:pt x="518" y="254"/>
                </a:lnTo>
                <a:lnTo>
                  <a:pt x="518" y="255"/>
                </a:lnTo>
                <a:lnTo>
                  <a:pt x="518" y="257"/>
                </a:lnTo>
                <a:lnTo>
                  <a:pt x="519" y="258"/>
                </a:lnTo>
                <a:lnTo>
                  <a:pt x="520" y="258"/>
                </a:lnTo>
                <a:lnTo>
                  <a:pt x="521" y="259"/>
                </a:lnTo>
                <a:lnTo>
                  <a:pt x="523" y="260"/>
                </a:lnTo>
                <a:lnTo>
                  <a:pt x="524" y="261"/>
                </a:lnTo>
                <a:lnTo>
                  <a:pt x="526" y="263"/>
                </a:lnTo>
                <a:lnTo>
                  <a:pt x="527" y="264"/>
                </a:lnTo>
                <a:lnTo>
                  <a:pt x="527" y="265"/>
                </a:lnTo>
                <a:lnTo>
                  <a:pt x="528" y="265"/>
                </a:lnTo>
                <a:lnTo>
                  <a:pt x="529" y="267"/>
                </a:lnTo>
                <a:lnTo>
                  <a:pt x="530" y="267"/>
                </a:lnTo>
                <a:lnTo>
                  <a:pt x="531" y="268"/>
                </a:lnTo>
                <a:lnTo>
                  <a:pt x="533" y="269"/>
                </a:lnTo>
                <a:lnTo>
                  <a:pt x="535" y="269"/>
                </a:lnTo>
                <a:lnTo>
                  <a:pt x="536" y="271"/>
                </a:lnTo>
                <a:lnTo>
                  <a:pt x="537" y="271"/>
                </a:lnTo>
                <a:lnTo>
                  <a:pt x="537" y="272"/>
                </a:lnTo>
                <a:lnTo>
                  <a:pt x="538" y="272"/>
                </a:lnTo>
                <a:lnTo>
                  <a:pt x="538" y="273"/>
                </a:lnTo>
                <a:lnTo>
                  <a:pt x="539" y="274"/>
                </a:lnTo>
                <a:lnTo>
                  <a:pt x="540" y="276"/>
                </a:lnTo>
                <a:lnTo>
                  <a:pt x="542" y="279"/>
                </a:lnTo>
                <a:lnTo>
                  <a:pt x="543" y="281"/>
                </a:lnTo>
                <a:lnTo>
                  <a:pt x="544" y="283"/>
                </a:lnTo>
                <a:lnTo>
                  <a:pt x="545" y="285"/>
                </a:lnTo>
                <a:lnTo>
                  <a:pt x="547" y="286"/>
                </a:lnTo>
                <a:lnTo>
                  <a:pt x="547" y="287"/>
                </a:lnTo>
                <a:lnTo>
                  <a:pt x="548" y="287"/>
                </a:lnTo>
                <a:lnTo>
                  <a:pt x="548" y="288"/>
                </a:lnTo>
                <a:lnTo>
                  <a:pt x="549" y="288"/>
                </a:lnTo>
                <a:lnTo>
                  <a:pt x="550" y="288"/>
                </a:lnTo>
                <a:lnTo>
                  <a:pt x="551" y="288"/>
                </a:lnTo>
                <a:lnTo>
                  <a:pt x="552" y="289"/>
                </a:lnTo>
                <a:lnTo>
                  <a:pt x="552" y="290"/>
                </a:lnTo>
                <a:lnTo>
                  <a:pt x="552" y="291"/>
                </a:lnTo>
                <a:lnTo>
                  <a:pt x="551" y="292"/>
                </a:lnTo>
                <a:lnTo>
                  <a:pt x="551" y="293"/>
                </a:lnTo>
                <a:lnTo>
                  <a:pt x="551" y="294"/>
                </a:lnTo>
                <a:lnTo>
                  <a:pt x="551" y="295"/>
                </a:lnTo>
                <a:lnTo>
                  <a:pt x="551" y="297"/>
                </a:lnTo>
                <a:lnTo>
                  <a:pt x="552" y="298"/>
                </a:lnTo>
                <a:lnTo>
                  <a:pt x="553" y="299"/>
                </a:lnTo>
                <a:lnTo>
                  <a:pt x="554" y="300"/>
                </a:lnTo>
                <a:lnTo>
                  <a:pt x="555" y="301"/>
                </a:lnTo>
                <a:lnTo>
                  <a:pt x="555" y="302"/>
                </a:lnTo>
                <a:lnTo>
                  <a:pt x="556" y="303"/>
                </a:lnTo>
                <a:lnTo>
                  <a:pt x="557" y="304"/>
                </a:lnTo>
                <a:lnTo>
                  <a:pt x="558" y="306"/>
                </a:lnTo>
                <a:lnTo>
                  <a:pt x="558" y="307"/>
                </a:lnTo>
                <a:lnTo>
                  <a:pt x="558" y="308"/>
                </a:lnTo>
                <a:lnTo>
                  <a:pt x="558" y="309"/>
                </a:lnTo>
                <a:lnTo>
                  <a:pt x="557" y="310"/>
                </a:lnTo>
                <a:lnTo>
                  <a:pt x="555" y="311"/>
                </a:lnTo>
                <a:lnTo>
                  <a:pt x="554" y="311"/>
                </a:lnTo>
                <a:lnTo>
                  <a:pt x="554" y="312"/>
                </a:lnTo>
                <a:lnTo>
                  <a:pt x="553" y="312"/>
                </a:lnTo>
                <a:lnTo>
                  <a:pt x="553" y="314"/>
                </a:lnTo>
                <a:lnTo>
                  <a:pt x="552" y="316"/>
                </a:lnTo>
                <a:lnTo>
                  <a:pt x="551" y="317"/>
                </a:lnTo>
                <a:lnTo>
                  <a:pt x="551" y="318"/>
                </a:lnTo>
                <a:lnTo>
                  <a:pt x="552" y="318"/>
                </a:lnTo>
                <a:lnTo>
                  <a:pt x="553" y="319"/>
                </a:lnTo>
                <a:lnTo>
                  <a:pt x="554" y="320"/>
                </a:lnTo>
                <a:lnTo>
                  <a:pt x="555" y="320"/>
                </a:lnTo>
                <a:lnTo>
                  <a:pt x="556" y="320"/>
                </a:lnTo>
                <a:lnTo>
                  <a:pt x="557" y="320"/>
                </a:lnTo>
                <a:lnTo>
                  <a:pt x="558" y="321"/>
                </a:lnTo>
                <a:lnTo>
                  <a:pt x="558" y="322"/>
                </a:lnTo>
                <a:lnTo>
                  <a:pt x="558" y="323"/>
                </a:lnTo>
                <a:lnTo>
                  <a:pt x="558" y="324"/>
                </a:lnTo>
                <a:lnTo>
                  <a:pt x="558" y="325"/>
                </a:lnTo>
                <a:lnTo>
                  <a:pt x="557" y="326"/>
                </a:lnTo>
                <a:lnTo>
                  <a:pt x="557" y="327"/>
                </a:lnTo>
                <a:lnTo>
                  <a:pt x="556" y="328"/>
                </a:lnTo>
                <a:lnTo>
                  <a:pt x="555" y="328"/>
                </a:lnTo>
                <a:lnTo>
                  <a:pt x="555" y="329"/>
                </a:lnTo>
                <a:lnTo>
                  <a:pt x="555" y="331"/>
                </a:lnTo>
                <a:lnTo>
                  <a:pt x="556" y="332"/>
                </a:lnTo>
                <a:lnTo>
                  <a:pt x="556" y="333"/>
                </a:lnTo>
                <a:lnTo>
                  <a:pt x="557" y="334"/>
                </a:lnTo>
                <a:lnTo>
                  <a:pt x="558" y="335"/>
                </a:lnTo>
                <a:lnTo>
                  <a:pt x="559" y="336"/>
                </a:lnTo>
                <a:lnTo>
                  <a:pt x="560" y="336"/>
                </a:lnTo>
                <a:lnTo>
                  <a:pt x="562" y="337"/>
                </a:lnTo>
                <a:lnTo>
                  <a:pt x="563" y="337"/>
                </a:lnTo>
                <a:lnTo>
                  <a:pt x="565" y="337"/>
                </a:lnTo>
                <a:lnTo>
                  <a:pt x="565" y="338"/>
                </a:lnTo>
                <a:lnTo>
                  <a:pt x="566" y="338"/>
                </a:lnTo>
                <a:lnTo>
                  <a:pt x="567" y="338"/>
                </a:lnTo>
                <a:lnTo>
                  <a:pt x="568" y="338"/>
                </a:lnTo>
                <a:lnTo>
                  <a:pt x="568" y="339"/>
                </a:lnTo>
                <a:lnTo>
                  <a:pt x="569" y="339"/>
                </a:lnTo>
                <a:lnTo>
                  <a:pt x="571" y="339"/>
                </a:lnTo>
                <a:lnTo>
                  <a:pt x="572" y="340"/>
                </a:lnTo>
                <a:lnTo>
                  <a:pt x="574" y="340"/>
                </a:lnTo>
                <a:lnTo>
                  <a:pt x="576" y="340"/>
                </a:lnTo>
                <a:lnTo>
                  <a:pt x="577" y="341"/>
                </a:lnTo>
                <a:lnTo>
                  <a:pt x="579" y="341"/>
                </a:lnTo>
                <a:lnTo>
                  <a:pt x="580" y="342"/>
                </a:lnTo>
                <a:lnTo>
                  <a:pt x="580" y="343"/>
                </a:lnTo>
                <a:lnTo>
                  <a:pt x="580" y="344"/>
                </a:lnTo>
                <a:lnTo>
                  <a:pt x="580" y="346"/>
                </a:lnTo>
                <a:lnTo>
                  <a:pt x="579" y="348"/>
                </a:lnTo>
                <a:lnTo>
                  <a:pt x="579" y="349"/>
                </a:lnTo>
                <a:lnTo>
                  <a:pt x="578" y="350"/>
                </a:lnTo>
                <a:lnTo>
                  <a:pt x="578" y="351"/>
                </a:lnTo>
                <a:lnTo>
                  <a:pt x="576" y="353"/>
                </a:lnTo>
                <a:lnTo>
                  <a:pt x="575" y="354"/>
                </a:lnTo>
                <a:lnTo>
                  <a:pt x="574" y="355"/>
                </a:lnTo>
                <a:lnTo>
                  <a:pt x="573" y="356"/>
                </a:lnTo>
                <a:lnTo>
                  <a:pt x="572" y="357"/>
                </a:lnTo>
                <a:lnTo>
                  <a:pt x="571" y="358"/>
                </a:lnTo>
                <a:lnTo>
                  <a:pt x="571" y="359"/>
                </a:lnTo>
                <a:lnTo>
                  <a:pt x="570" y="362"/>
                </a:lnTo>
                <a:lnTo>
                  <a:pt x="570" y="364"/>
                </a:lnTo>
                <a:lnTo>
                  <a:pt x="569" y="365"/>
                </a:lnTo>
                <a:lnTo>
                  <a:pt x="570" y="367"/>
                </a:lnTo>
                <a:lnTo>
                  <a:pt x="571" y="368"/>
                </a:lnTo>
                <a:lnTo>
                  <a:pt x="572" y="369"/>
                </a:lnTo>
                <a:lnTo>
                  <a:pt x="574" y="371"/>
                </a:lnTo>
                <a:lnTo>
                  <a:pt x="574" y="372"/>
                </a:lnTo>
                <a:lnTo>
                  <a:pt x="574" y="373"/>
                </a:lnTo>
                <a:lnTo>
                  <a:pt x="574" y="374"/>
                </a:lnTo>
                <a:lnTo>
                  <a:pt x="574" y="376"/>
                </a:lnTo>
                <a:lnTo>
                  <a:pt x="573" y="378"/>
                </a:lnTo>
                <a:lnTo>
                  <a:pt x="572" y="380"/>
                </a:lnTo>
                <a:lnTo>
                  <a:pt x="572" y="381"/>
                </a:lnTo>
                <a:lnTo>
                  <a:pt x="573" y="382"/>
                </a:lnTo>
                <a:lnTo>
                  <a:pt x="573" y="383"/>
                </a:lnTo>
                <a:lnTo>
                  <a:pt x="573" y="384"/>
                </a:lnTo>
                <a:lnTo>
                  <a:pt x="574" y="385"/>
                </a:lnTo>
                <a:lnTo>
                  <a:pt x="575" y="386"/>
                </a:lnTo>
                <a:lnTo>
                  <a:pt x="576" y="387"/>
                </a:lnTo>
                <a:lnTo>
                  <a:pt x="577" y="388"/>
                </a:lnTo>
                <a:lnTo>
                  <a:pt x="580" y="388"/>
                </a:lnTo>
                <a:lnTo>
                  <a:pt x="582" y="388"/>
                </a:lnTo>
                <a:lnTo>
                  <a:pt x="583" y="388"/>
                </a:lnTo>
                <a:lnTo>
                  <a:pt x="584" y="388"/>
                </a:lnTo>
                <a:lnTo>
                  <a:pt x="585" y="389"/>
                </a:lnTo>
                <a:lnTo>
                  <a:pt x="586" y="389"/>
                </a:lnTo>
                <a:lnTo>
                  <a:pt x="586" y="390"/>
                </a:lnTo>
                <a:lnTo>
                  <a:pt x="586" y="392"/>
                </a:lnTo>
                <a:lnTo>
                  <a:pt x="586" y="394"/>
                </a:lnTo>
                <a:lnTo>
                  <a:pt x="586" y="396"/>
                </a:lnTo>
                <a:lnTo>
                  <a:pt x="586" y="397"/>
                </a:lnTo>
                <a:lnTo>
                  <a:pt x="587" y="398"/>
                </a:lnTo>
                <a:lnTo>
                  <a:pt x="588" y="399"/>
                </a:lnTo>
                <a:lnTo>
                  <a:pt x="589" y="401"/>
                </a:lnTo>
                <a:lnTo>
                  <a:pt x="590" y="401"/>
                </a:lnTo>
                <a:lnTo>
                  <a:pt x="592" y="402"/>
                </a:lnTo>
                <a:lnTo>
                  <a:pt x="594" y="403"/>
                </a:lnTo>
                <a:lnTo>
                  <a:pt x="595" y="403"/>
                </a:lnTo>
                <a:lnTo>
                  <a:pt x="595" y="404"/>
                </a:lnTo>
                <a:lnTo>
                  <a:pt x="596" y="404"/>
                </a:lnTo>
                <a:lnTo>
                  <a:pt x="596" y="405"/>
                </a:lnTo>
                <a:lnTo>
                  <a:pt x="597" y="406"/>
                </a:lnTo>
                <a:lnTo>
                  <a:pt x="598" y="407"/>
                </a:lnTo>
                <a:lnTo>
                  <a:pt x="598" y="408"/>
                </a:lnTo>
                <a:lnTo>
                  <a:pt x="599" y="408"/>
                </a:lnTo>
                <a:lnTo>
                  <a:pt x="600" y="408"/>
                </a:lnTo>
                <a:lnTo>
                  <a:pt x="601" y="408"/>
                </a:lnTo>
                <a:lnTo>
                  <a:pt x="602" y="408"/>
                </a:lnTo>
                <a:lnTo>
                  <a:pt x="603" y="408"/>
                </a:lnTo>
                <a:lnTo>
                  <a:pt x="604" y="408"/>
                </a:lnTo>
                <a:lnTo>
                  <a:pt x="605" y="409"/>
                </a:lnTo>
                <a:lnTo>
                  <a:pt x="606" y="409"/>
                </a:lnTo>
                <a:lnTo>
                  <a:pt x="607" y="409"/>
                </a:lnTo>
                <a:lnTo>
                  <a:pt x="608" y="409"/>
                </a:lnTo>
                <a:lnTo>
                  <a:pt x="609" y="408"/>
                </a:lnTo>
                <a:lnTo>
                  <a:pt x="610" y="408"/>
                </a:lnTo>
                <a:lnTo>
                  <a:pt x="610" y="407"/>
                </a:lnTo>
                <a:lnTo>
                  <a:pt x="611" y="407"/>
                </a:lnTo>
                <a:lnTo>
                  <a:pt x="612" y="407"/>
                </a:lnTo>
                <a:lnTo>
                  <a:pt x="613" y="408"/>
                </a:lnTo>
                <a:lnTo>
                  <a:pt x="614" y="408"/>
                </a:lnTo>
                <a:lnTo>
                  <a:pt x="615" y="408"/>
                </a:lnTo>
                <a:lnTo>
                  <a:pt x="616" y="408"/>
                </a:lnTo>
                <a:lnTo>
                  <a:pt x="617" y="409"/>
                </a:lnTo>
                <a:lnTo>
                  <a:pt x="619" y="410"/>
                </a:lnTo>
                <a:lnTo>
                  <a:pt x="620" y="411"/>
                </a:lnTo>
                <a:lnTo>
                  <a:pt x="621" y="411"/>
                </a:lnTo>
                <a:lnTo>
                  <a:pt x="623" y="412"/>
                </a:lnTo>
                <a:lnTo>
                  <a:pt x="624" y="412"/>
                </a:lnTo>
                <a:lnTo>
                  <a:pt x="626" y="412"/>
                </a:lnTo>
                <a:lnTo>
                  <a:pt x="627" y="412"/>
                </a:lnTo>
                <a:lnTo>
                  <a:pt x="629" y="412"/>
                </a:lnTo>
                <a:lnTo>
                  <a:pt x="630" y="413"/>
                </a:lnTo>
                <a:lnTo>
                  <a:pt x="632" y="413"/>
                </a:lnTo>
                <a:lnTo>
                  <a:pt x="633" y="413"/>
                </a:lnTo>
                <a:lnTo>
                  <a:pt x="634" y="412"/>
                </a:lnTo>
                <a:lnTo>
                  <a:pt x="635" y="412"/>
                </a:lnTo>
                <a:lnTo>
                  <a:pt x="636" y="411"/>
                </a:lnTo>
                <a:lnTo>
                  <a:pt x="637" y="411"/>
                </a:lnTo>
                <a:lnTo>
                  <a:pt x="638" y="410"/>
                </a:lnTo>
                <a:lnTo>
                  <a:pt x="639" y="410"/>
                </a:lnTo>
                <a:lnTo>
                  <a:pt x="640" y="410"/>
                </a:lnTo>
                <a:lnTo>
                  <a:pt x="641" y="410"/>
                </a:lnTo>
                <a:lnTo>
                  <a:pt x="642" y="411"/>
                </a:lnTo>
                <a:lnTo>
                  <a:pt x="643" y="411"/>
                </a:lnTo>
                <a:lnTo>
                  <a:pt x="644" y="412"/>
                </a:lnTo>
                <a:lnTo>
                  <a:pt x="645" y="412"/>
                </a:lnTo>
                <a:lnTo>
                  <a:pt x="646" y="412"/>
                </a:lnTo>
                <a:lnTo>
                  <a:pt x="647" y="412"/>
                </a:lnTo>
                <a:lnTo>
                  <a:pt x="648" y="411"/>
                </a:lnTo>
                <a:lnTo>
                  <a:pt x="648" y="410"/>
                </a:lnTo>
                <a:lnTo>
                  <a:pt x="648" y="409"/>
                </a:lnTo>
                <a:lnTo>
                  <a:pt x="648" y="408"/>
                </a:lnTo>
                <a:lnTo>
                  <a:pt x="649" y="408"/>
                </a:lnTo>
                <a:lnTo>
                  <a:pt x="651" y="407"/>
                </a:lnTo>
                <a:lnTo>
                  <a:pt x="656" y="408"/>
                </a:lnTo>
                <a:lnTo>
                  <a:pt x="658" y="408"/>
                </a:lnTo>
                <a:lnTo>
                  <a:pt x="660" y="407"/>
                </a:lnTo>
                <a:lnTo>
                  <a:pt x="662" y="407"/>
                </a:lnTo>
                <a:lnTo>
                  <a:pt x="662" y="406"/>
                </a:lnTo>
                <a:lnTo>
                  <a:pt x="663" y="406"/>
                </a:lnTo>
                <a:lnTo>
                  <a:pt x="664" y="406"/>
                </a:lnTo>
                <a:lnTo>
                  <a:pt x="665" y="406"/>
                </a:lnTo>
                <a:lnTo>
                  <a:pt x="667" y="407"/>
                </a:lnTo>
                <a:lnTo>
                  <a:pt x="669" y="407"/>
                </a:lnTo>
                <a:lnTo>
                  <a:pt x="671" y="408"/>
                </a:lnTo>
                <a:lnTo>
                  <a:pt x="672" y="408"/>
                </a:lnTo>
                <a:lnTo>
                  <a:pt x="673" y="409"/>
                </a:lnTo>
                <a:lnTo>
                  <a:pt x="674" y="409"/>
                </a:lnTo>
                <a:lnTo>
                  <a:pt x="676" y="409"/>
                </a:lnTo>
                <a:lnTo>
                  <a:pt x="677" y="410"/>
                </a:lnTo>
                <a:lnTo>
                  <a:pt x="679" y="410"/>
                </a:lnTo>
                <a:lnTo>
                  <a:pt x="680" y="410"/>
                </a:lnTo>
                <a:lnTo>
                  <a:pt x="681" y="410"/>
                </a:lnTo>
                <a:lnTo>
                  <a:pt x="681" y="409"/>
                </a:lnTo>
                <a:lnTo>
                  <a:pt x="681" y="408"/>
                </a:lnTo>
                <a:lnTo>
                  <a:pt x="681" y="407"/>
                </a:lnTo>
                <a:lnTo>
                  <a:pt x="682" y="407"/>
                </a:lnTo>
                <a:lnTo>
                  <a:pt x="683" y="407"/>
                </a:lnTo>
                <a:lnTo>
                  <a:pt x="684" y="407"/>
                </a:lnTo>
                <a:lnTo>
                  <a:pt x="685" y="407"/>
                </a:lnTo>
                <a:lnTo>
                  <a:pt x="686" y="408"/>
                </a:lnTo>
                <a:lnTo>
                  <a:pt x="687" y="408"/>
                </a:lnTo>
                <a:lnTo>
                  <a:pt x="688" y="409"/>
                </a:lnTo>
                <a:lnTo>
                  <a:pt x="688" y="410"/>
                </a:lnTo>
                <a:lnTo>
                  <a:pt x="688" y="411"/>
                </a:lnTo>
                <a:lnTo>
                  <a:pt x="688" y="412"/>
                </a:lnTo>
                <a:lnTo>
                  <a:pt x="687" y="412"/>
                </a:lnTo>
                <a:lnTo>
                  <a:pt x="686" y="413"/>
                </a:lnTo>
                <a:lnTo>
                  <a:pt x="685" y="413"/>
                </a:lnTo>
                <a:lnTo>
                  <a:pt x="684" y="415"/>
                </a:lnTo>
                <a:lnTo>
                  <a:pt x="683" y="415"/>
                </a:lnTo>
                <a:lnTo>
                  <a:pt x="683" y="416"/>
                </a:lnTo>
                <a:lnTo>
                  <a:pt x="682" y="417"/>
                </a:lnTo>
                <a:lnTo>
                  <a:pt x="683" y="418"/>
                </a:lnTo>
                <a:lnTo>
                  <a:pt x="683" y="419"/>
                </a:lnTo>
                <a:lnTo>
                  <a:pt x="684" y="419"/>
                </a:lnTo>
                <a:lnTo>
                  <a:pt x="685" y="420"/>
                </a:lnTo>
                <a:lnTo>
                  <a:pt x="686" y="420"/>
                </a:lnTo>
                <a:lnTo>
                  <a:pt x="687" y="420"/>
                </a:lnTo>
                <a:lnTo>
                  <a:pt x="688" y="419"/>
                </a:lnTo>
                <a:lnTo>
                  <a:pt x="689" y="419"/>
                </a:lnTo>
                <a:lnTo>
                  <a:pt x="691" y="418"/>
                </a:lnTo>
                <a:lnTo>
                  <a:pt x="693" y="418"/>
                </a:lnTo>
                <a:lnTo>
                  <a:pt x="694" y="418"/>
                </a:lnTo>
                <a:lnTo>
                  <a:pt x="696" y="418"/>
                </a:lnTo>
                <a:lnTo>
                  <a:pt x="697" y="419"/>
                </a:lnTo>
                <a:lnTo>
                  <a:pt x="698" y="420"/>
                </a:lnTo>
                <a:lnTo>
                  <a:pt x="699" y="420"/>
                </a:lnTo>
                <a:lnTo>
                  <a:pt x="700" y="421"/>
                </a:lnTo>
                <a:lnTo>
                  <a:pt x="702" y="421"/>
                </a:lnTo>
                <a:lnTo>
                  <a:pt x="703" y="421"/>
                </a:lnTo>
                <a:lnTo>
                  <a:pt x="704" y="421"/>
                </a:lnTo>
                <a:lnTo>
                  <a:pt x="705" y="421"/>
                </a:lnTo>
                <a:lnTo>
                  <a:pt x="707" y="422"/>
                </a:lnTo>
                <a:lnTo>
                  <a:pt x="707" y="423"/>
                </a:lnTo>
                <a:lnTo>
                  <a:pt x="708" y="424"/>
                </a:lnTo>
                <a:lnTo>
                  <a:pt x="709" y="425"/>
                </a:lnTo>
                <a:lnTo>
                  <a:pt x="709" y="428"/>
                </a:lnTo>
                <a:lnTo>
                  <a:pt x="710" y="429"/>
                </a:lnTo>
                <a:lnTo>
                  <a:pt x="710" y="430"/>
                </a:lnTo>
                <a:lnTo>
                  <a:pt x="711" y="431"/>
                </a:lnTo>
                <a:lnTo>
                  <a:pt x="712" y="431"/>
                </a:lnTo>
                <a:lnTo>
                  <a:pt x="714" y="432"/>
                </a:lnTo>
                <a:lnTo>
                  <a:pt x="715" y="432"/>
                </a:lnTo>
                <a:lnTo>
                  <a:pt x="716" y="432"/>
                </a:lnTo>
                <a:lnTo>
                  <a:pt x="717" y="432"/>
                </a:lnTo>
                <a:lnTo>
                  <a:pt x="718" y="432"/>
                </a:lnTo>
                <a:lnTo>
                  <a:pt x="718" y="431"/>
                </a:lnTo>
                <a:lnTo>
                  <a:pt x="719" y="431"/>
                </a:lnTo>
                <a:lnTo>
                  <a:pt x="720" y="430"/>
                </a:lnTo>
                <a:lnTo>
                  <a:pt x="721" y="429"/>
                </a:lnTo>
                <a:lnTo>
                  <a:pt x="721" y="428"/>
                </a:lnTo>
                <a:lnTo>
                  <a:pt x="723" y="428"/>
                </a:lnTo>
                <a:lnTo>
                  <a:pt x="725" y="427"/>
                </a:lnTo>
                <a:lnTo>
                  <a:pt x="726" y="427"/>
                </a:lnTo>
                <a:lnTo>
                  <a:pt x="728" y="427"/>
                </a:lnTo>
                <a:lnTo>
                  <a:pt x="729" y="428"/>
                </a:lnTo>
                <a:lnTo>
                  <a:pt x="730" y="428"/>
                </a:lnTo>
                <a:lnTo>
                  <a:pt x="731" y="429"/>
                </a:lnTo>
                <a:lnTo>
                  <a:pt x="733" y="431"/>
                </a:lnTo>
                <a:lnTo>
                  <a:pt x="734" y="431"/>
                </a:lnTo>
                <a:lnTo>
                  <a:pt x="734" y="432"/>
                </a:lnTo>
                <a:lnTo>
                  <a:pt x="735" y="432"/>
                </a:lnTo>
                <a:lnTo>
                  <a:pt x="736" y="432"/>
                </a:lnTo>
                <a:lnTo>
                  <a:pt x="737" y="432"/>
                </a:lnTo>
                <a:lnTo>
                  <a:pt x="738" y="432"/>
                </a:lnTo>
                <a:lnTo>
                  <a:pt x="739" y="431"/>
                </a:lnTo>
                <a:lnTo>
                  <a:pt x="739" y="430"/>
                </a:lnTo>
                <a:lnTo>
                  <a:pt x="739" y="429"/>
                </a:lnTo>
                <a:lnTo>
                  <a:pt x="739" y="428"/>
                </a:lnTo>
                <a:lnTo>
                  <a:pt x="739" y="427"/>
                </a:lnTo>
                <a:lnTo>
                  <a:pt x="739" y="426"/>
                </a:lnTo>
                <a:lnTo>
                  <a:pt x="739" y="425"/>
                </a:lnTo>
                <a:lnTo>
                  <a:pt x="740" y="424"/>
                </a:lnTo>
                <a:lnTo>
                  <a:pt x="742" y="423"/>
                </a:lnTo>
                <a:lnTo>
                  <a:pt x="743" y="423"/>
                </a:lnTo>
                <a:lnTo>
                  <a:pt x="744" y="423"/>
                </a:lnTo>
                <a:lnTo>
                  <a:pt x="745" y="423"/>
                </a:lnTo>
                <a:lnTo>
                  <a:pt x="747" y="423"/>
                </a:lnTo>
                <a:lnTo>
                  <a:pt x="747" y="424"/>
                </a:lnTo>
                <a:lnTo>
                  <a:pt x="748" y="424"/>
                </a:lnTo>
                <a:lnTo>
                  <a:pt x="749" y="424"/>
                </a:lnTo>
                <a:lnTo>
                  <a:pt x="750" y="424"/>
                </a:lnTo>
                <a:lnTo>
                  <a:pt x="752" y="425"/>
                </a:lnTo>
                <a:lnTo>
                  <a:pt x="753" y="426"/>
                </a:lnTo>
                <a:lnTo>
                  <a:pt x="754" y="427"/>
                </a:lnTo>
                <a:lnTo>
                  <a:pt x="754" y="428"/>
                </a:lnTo>
                <a:lnTo>
                  <a:pt x="754" y="430"/>
                </a:lnTo>
                <a:lnTo>
                  <a:pt x="754" y="433"/>
                </a:lnTo>
                <a:lnTo>
                  <a:pt x="755" y="435"/>
                </a:lnTo>
                <a:lnTo>
                  <a:pt x="755" y="436"/>
                </a:lnTo>
                <a:lnTo>
                  <a:pt x="755" y="437"/>
                </a:lnTo>
                <a:lnTo>
                  <a:pt x="756" y="437"/>
                </a:lnTo>
                <a:lnTo>
                  <a:pt x="756" y="438"/>
                </a:lnTo>
                <a:lnTo>
                  <a:pt x="757" y="439"/>
                </a:lnTo>
                <a:lnTo>
                  <a:pt x="758" y="439"/>
                </a:lnTo>
                <a:lnTo>
                  <a:pt x="759" y="439"/>
                </a:lnTo>
                <a:lnTo>
                  <a:pt x="759" y="440"/>
                </a:lnTo>
                <a:lnTo>
                  <a:pt x="760" y="440"/>
                </a:lnTo>
                <a:lnTo>
                  <a:pt x="761" y="439"/>
                </a:lnTo>
                <a:lnTo>
                  <a:pt x="762" y="439"/>
                </a:lnTo>
                <a:lnTo>
                  <a:pt x="763" y="439"/>
                </a:lnTo>
                <a:lnTo>
                  <a:pt x="764" y="438"/>
                </a:lnTo>
                <a:lnTo>
                  <a:pt x="765" y="438"/>
                </a:lnTo>
                <a:lnTo>
                  <a:pt x="766" y="438"/>
                </a:lnTo>
                <a:lnTo>
                  <a:pt x="769" y="438"/>
                </a:lnTo>
                <a:lnTo>
                  <a:pt x="770" y="438"/>
                </a:lnTo>
                <a:lnTo>
                  <a:pt x="771" y="439"/>
                </a:lnTo>
                <a:lnTo>
                  <a:pt x="772" y="439"/>
                </a:lnTo>
                <a:lnTo>
                  <a:pt x="772" y="440"/>
                </a:lnTo>
                <a:lnTo>
                  <a:pt x="773" y="441"/>
                </a:lnTo>
                <a:lnTo>
                  <a:pt x="773" y="442"/>
                </a:lnTo>
                <a:lnTo>
                  <a:pt x="773" y="443"/>
                </a:lnTo>
                <a:lnTo>
                  <a:pt x="773" y="444"/>
                </a:lnTo>
                <a:lnTo>
                  <a:pt x="773" y="445"/>
                </a:lnTo>
                <a:lnTo>
                  <a:pt x="773" y="447"/>
                </a:lnTo>
                <a:lnTo>
                  <a:pt x="774" y="448"/>
                </a:lnTo>
                <a:lnTo>
                  <a:pt x="775" y="449"/>
                </a:lnTo>
                <a:lnTo>
                  <a:pt x="776" y="449"/>
                </a:lnTo>
                <a:lnTo>
                  <a:pt x="777" y="450"/>
                </a:lnTo>
                <a:lnTo>
                  <a:pt x="778" y="450"/>
                </a:lnTo>
                <a:lnTo>
                  <a:pt x="780" y="450"/>
                </a:lnTo>
                <a:lnTo>
                  <a:pt x="781" y="450"/>
                </a:lnTo>
                <a:lnTo>
                  <a:pt x="782" y="450"/>
                </a:lnTo>
                <a:lnTo>
                  <a:pt x="783" y="451"/>
                </a:lnTo>
                <a:lnTo>
                  <a:pt x="783" y="452"/>
                </a:lnTo>
                <a:lnTo>
                  <a:pt x="783" y="453"/>
                </a:lnTo>
                <a:lnTo>
                  <a:pt x="782" y="454"/>
                </a:lnTo>
                <a:lnTo>
                  <a:pt x="782" y="455"/>
                </a:lnTo>
                <a:lnTo>
                  <a:pt x="782" y="456"/>
                </a:lnTo>
                <a:lnTo>
                  <a:pt x="783" y="457"/>
                </a:lnTo>
                <a:lnTo>
                  <a:pt x="785" y="457"/>
                </a:lnTo>
                <a:lnTo>
                  <a:pt x="786" y="457"/>
                </a:lnTo>
                <a:lnTo>
                  <a:pt x="788" y="457"/>
                </a:lnTo>
                <a:lnTo>
                  <a:pt x="788" y="458"/>
                </a:lnTo>
                <a:lnTo>
                  <a:pt x="789" y="458"/>
                </a:lnTo>
                <a:lnTo>
                  <a:pt x="789" y="459"/>
                </a:lnTo>
                <a:lnTo>
                  <a:pt x="789" y="460"/>
                </a:lnTo>
                <a:lnTo>
                  <a:pt x="789" y="461"/>
                </a:lnTo>
                <a:lnTo>
                  <a:pt x="788" y="462"/>
                </a:lnTo>
                <a:lnTo>
                  <a:pt x="788" y="463"/>
                </a:lnTo>
                <a:lnTo>
                  <a:pt x="789" y="464"/>
                </a:lnTo>
                <a:lnTo>
                  <a:pt x="790" y="464"/>
                </a:lnTo>
                <a:lnTo>
                  <a:pt x="791" y="465"/>
                </a:lnTo>
                <a:lnTo>
                  <a:pt x="793" y="465"/>
                </a:lnTo>
                <a:lnTo>
                  <a:pt x="794" y="465"/>
                </a:lnTo>
                <a:lnTo>
                  <a:pt x="796" y="466"/>
                </a:lnTo>
                <a:lnTo>
                  <a:pt x="797" y="466"/>
                </a:lnTo>
                <a:lnTo>
                  <a:pt x="797" y="467"/>
                </a:lnTo>
                <a:lnTo>
                  <a:pt x="798" y="467"/>
                </a:lnTo>
                <a:lnTo>
                  <a:pt x="798" y="468"/>
                </a:lnTo>
                <a:lnTo>
                  <a:pt x="799" y="469"/>
                </a:lnTo>
                <a:lnTo>
                  <a:pt x="799" y="470"/>
                </a:lnTo>
                <a:lnTo>
                  <a:pt x="800" y="470"/>
                </a:lnTo>
                <a:lnTo>
                  <a:pt x="800" y="471"/>
                </a:lnTo>
                <a:lnTo>
                  <a:pt x="801" y="471"/>
                </a:lnTo>
                <a:lnTo>
                  <a:pt x="802" y="471"/>
                </a:lnTo>
                <a:lnTo>
                  <a:pt x="803" y="472"/>
                </a:lnTo>
                <a:lnTo>
                  <a:pt x="804" y="472"/>
                </a:lnTo>
                <a:lnTo>
                  <a:pt x="805" y="472"/>
                </a:lnTo>
                <a:lnTo>
                  <a:pt x="805" y="473"/>
                </a:lnTo>
                <a:lnTo>
                  <a:pt x="806" y="473"/>
                </a:lnTo>
                <a:lnTo>
                  <a:pt x="807" y="474"/>
                </a:lnTo>
                <a:lnTo>
                  <a:pt x="808" y="474"/>
                </a:lnTo>
                <a:lnTo>
                  <a:pt x="809" y="475"/>
                </a:lnTo>
                <a:lnTo>
                  <a:pt x="812" y="477"/>
                </a:lnTo>
                <a:lnTo>
                  <a:pt x="813" y="478"/>
                </a:lnTo>
                <a:lnTo>
                  <a:pt x="814" y="479"/>
                </a:lnTo>
                <a:lnTo>
                  <a:pt x="815" y="479"/>
                </a:lnTo>
                <a:lnTo>
                  <a:pt x="815" y="481"/>
                </a:lnTo>
                <a:lnTo>
                  <a:pt x="816" y="482"/>
                </a:lnTo>
                <a:lnTo>
                  <a:pt x="817" y="482"/>
                </a:lnTo>
                <a:lnTo>
                  <a:pt x="818" y="482"/>
                </a:lnTo>
                <a:lnTo>
                  <a:pt x="820" y="482"/>
                </a:lnTo>
                <a:lnTo>
                  <a:pt x="821" y="482"/>
                </a:lnTo>
                <a:lnTo>
                  <a:pt x="822" y="481"/>
                </a:lnTo>
                <a:lnTo>
                  <a:pt x="824" y="480"/>
                </a:lnTo>
                <a:lnTo>
                  <a:pt x="827" y="479"/>
                </a:lnTo>
                <a:lnTo>
                  <a:pt x="830" y="478"/>
                </a:lnTo>
                <a:lnTo>
                  <a:pt x="832" y="478"/>
                </a:lnTo>
                <a:lnTo>
                  <a:pt x="833" y="478"/>
                </a:lnTo>
                <a:lnTo>
                  <a:pt x="834" y="477"/>
                </a:lnTo>
                <a:lnTo>
                  <a:pt x="835" y="477"/>
                </a:lnTo>
                <a:lnTo>
                  <a:pt x="836" y="478"/>
                </a:lnTo>
                <a:lnTo>
                  <a:pt x="837" y="478"/>
                </a:lnTo>
                <a:lnTo>
                  <a:pt x="838" y="478"/>
                </a:lnTo>
                <a:lnTo>
                  <a:pt x="838" y="479"/>
                </a:lnTo>
                <a:lnTo>
                  <a:pt x="839" y="479"/>
                </a:lnTo>
                <a:lnTo>
                  <a:pt x="839" y="480"/>
                </a:lnTo>
                <a:lnTo>
                  <a:pt x="839" y="481"/>
                </a:lnTo>
                <a:lnTo>
                  <a:pt x="840" y="482"/>
                </a:lnTo>
                <a:lnTo>
                  <a:pt x="841" y="482"/>
                </a:lnTo>
                <a:lnTo>
                  <a:pt x="841" y="483"/>
                </a:lnTo>
                <a:lnTo>
                  <a:pt x="842" y="483"/>
                </a:lnTo>
                <a:lnTo>
                  <a:pt x="844" y="483"/>
                </a:lnTo>
                <a:lnTo>
                  <a:pt x="845" y="483"/>
                </a:lnTo>
                <a:lnTo>
                  <a:pt x="846" y="482"/>
                </a:lnTo>
                <a:lnTo>
                  <a:pt x="847" y="482"/>
                </a:lnTo>
                <a:lnTo>
                  <a:pt x="848" y="481"/>
                </a:lnTo>
                <a:lnTo>
                  <a:pt x="849" y="481"/>
                </a:lnTo>
                <a:lnTo>
                  <a:pt x="850" y="480"/>
                </a:lnTo>
                <a:lnTo>
                  <a:pt x="851" y="480"/>
                </a:lnTo>
                <a:lnTo>
                  <a:pt x="852" y="480"/>
                </a:lnTo>
                <a:lnTo>
                  <a:pt x="853" y="480"/>
                </a:lnTo>
                <a:lnTo>
                  <a:pt x="854" y="480"/>
                </a:lnTo>
                <a:lnTo>
                  <a:pt x="855" y="480"/>
                </a:lnTo>
                <a:lnTo>
                  <a:pt x="856" y="480"/>
                </a:lnTo>
                <a:lnTo>
                  <a:pt x="857" y="481"/>
                </a:lnTo>
                <a:lnTo>
                  <a:pt x="857" y="482"/>
                </a:lnTo>
                <a:lnTo>
                  <a:pt x="858" y="482"/>
                </a:lnTo>
                <a:lnTo>
                  <a:pt x="857" y="482"/>
                </a:lnTo>
                <a:lnTo>
                  <a:pt x="857" y="483"/>
                </a:lnTo>
                <a:lnTo>
                  <a:pt x="857" y="484"/>
                </a:lnTo>
                <a:lnTo>
                  <a:pt x="856" y="484"/>
                </a:lnTo>
                <a:lnTo>
                  <a:pt x="856" y="485"/>
                </a:lnTo>
                <a:lnTo>
                  <a:pt x="855" y="485"/>
                </a:lnTo>
                <a:lnTo>
                  <a:pt x="855" y="486"/>
                </a:lnTo>
                <a:lnTo>
                  <a:pt x="854" y="486"/>
                </a:lnTo>
                <a:lnTo>
                  <a:pt x="853" y="487"/>
                </a:lnTo>
                <a:lnTo>
                  <a:pt x="852" y="488"/>
                </a:lnTo>
                <a:lnTo>
                  <a:pt x="852" y="489"/>
                </a:lnTo>
                <a:lnTo>
                  <a:pt x="851" y="489"/>
                </a:lnTo>
                <a:lnTo>
                  <a:pt x="851" y="490"/>
                </a:lnTo>
                <a:lnTo>
                  <a:pt x="851" y="491"/>
                </a:lnTo>
                <a:lnTo>
                  <a:pt x="850" y="492"/>
                </a:lnTo>
                <a:lnTo>
                  <a:pt x="850" y="493"/>
                </a:lnTo>
                <a:lnTo>
                  <a:pt x="849" y="493"/>
                </a:lnTo>
                <a:lnTo>
                  <a:pt x="849" y="494"/>
                </a:lnTo>
                <a:lnTo>
                  <a:pt x="848" y="495"/>
                </a:lnTo>
                <a:lnTo>
                  <a:pt x="848" y="496"/>
                </a:lnTo>
                <a:lnTo>
                  <a:pt x="848" y="497"/>
                </a:lnTo>
                <a:lnTo>
                  <a:pt x="847" y="498"/>
                </a:lnTo>
                <a:lnTo>
                  <a:pt x="847" y="500"/>
                </a:lnTo>
                <a:lnTo>
                  <a:pt x="846" y="501"/>
                </a:lnTo>
                <a:lnTo>
                  <a:pt x="846" y="502"/>
                </a:lnTo>
                <a:lnTo>
                  <a:pt x="845" y="502"/>
                </a:lnTo>
                <a:lnTo>
                  <a:pt x="845" y="503"/>
                </a:lnTo>
                <a:lnTo>
                  <a:pt x="844" y="503"/>
                </a:lnTo>
                <a:lnTo>
                  <a:pt x="844" y="504"/>
                </a:lnTo>
                <a:lnTo>
                  <a:pt x="843" y="505"/>
                </a:lnTo>
                <a:lnTo>
                  <a:pt x="843" y="506"/>
                </a:lnTo>
                <a:lnTo>
                  <a:pt x="843" y="507"/>
                </a:lnTo>
                <a:lnTo>
                  <a:pt x="843" y="508"/>
                </a:lnTo>
                <a:lnTo>
                  <a:pt x="844" y="508"/>
                </a:lnTo>
                <a:lnTo>
                  <a:pt x="845" y="508"/>
                </a:lnTo>
                <a:lnTo>
                  <a:pt x="845" y="509"/>
                </a:lnTo>
                <a:lnTo>
                  <a:pt x="847" y="509"/>
                </a:lnTo>
                <a:lnTo>
                  <a:pt x="848" y="509"/>
                </a:lnTo>
                <a:lnTo>
                  <a:pt x="849" y="509"/>
                </a:lnTo>
                <a:lnTo>
                  <a:pt x="849" y="510"/>
                </a:lnTo>
                <a:lnTo>
                  <a:pt x="850" y="510"/>
                </a:lnTo>
                <a:lnTo>
                  <a:pt x="850" y="511"/>
                </a:lnTo>
                <a:lnTo>
                  <a:pt x="851" y="511"/>
                </a:lnTo>
                <a:lnTo>
                  <a:pt x="851" y="513"/>
                </a:lnTo>
                <a:lnTo>
                  <a:pt x="850" y="513"/>
                </a:lnTo>
                <a:lnTo>
                  <a:pt x="850" y="514"/>
                </a:lnTo>
                <a:lnTo>
                  <a:pt x="851" y="514"/>
                </a:lnTo>
                <a:lnTo>
                  <a:pt x="851" y="515"/>
                </a:lnTo>
                <a:lnTo>
                  <a:pt x="851" y="518"/>
                </a:lnTo>
                <a:lnTo>
                  <a:pt x="851" y="519"/>
                </a:lnTo>
                <a:lnTo>
                  <a:pt x="851" y="520"/>
                </a:lnTo>
                <a:lnTo>
                  <a:pt x="852" y="520"/>
                </a:lnTo>
                <a:lnTo>
                  <a:pt x="855" y="520"/>
                </a:lnTo>
                <a:lnTo>
                  <a:pt x="856" y="520"/>
                </a:lnTo>
                <a:lnTo>
                  <a:pt x="857" y="520"/>
                </a:lnTo>
                <a:lnTo>
                  <a:pt x="857" y="519"/>
                </a:lnTo>
                <a:lnTo>
                  <a:pt x="858" y="519"/>
                </a:lnTo>
                <a:lnTo>
                  <a:pt x="858" y="518"/>
                </a:lnTo>
                <a:lnTo>
                  <a:pt x="859" y="518"/>
                </a:lnTo>
                <a:lnTo>
                  <a:pt x="860" y="518"/>
                </a:lnTo>
                <a:lnTo>
                  <a:pt x="860" y="517"/>
                </a:lnTo>
                <a:lnTo>
                  <a:pt x="861" y="517"/>
                </a:lnTo>
                <a:lnTo>
                  <a:pt x="862" y="517"/>
                </a:lnTo>
                <a:lnTo>
                  <a:pt x="862" y="518"/>
                </a:lnTo>
                <a:lnTo>
                  <a:pt x="863" y="518"/>
                </a:lnTo>
                <a:lnTo>
                  <a:pt x="864" y="519"/>
                </a:lnTo>
                <a:lnTo>
                  <a:pt x="864" y="520"/>
                </a:lnTo>
                <a:lnTo>
                  <a:pt x="865" y="520"/>
                </a:lnTo>
                <a:lnTo>
                  <a:pt x="865" y="521"/>
                </a:lnTo>
                <a:lnTo>
                  <a:pt x="864" y="521"/>
                </a:lnTo>
                <a:lnTo>
                  <a:pt x="864" y="522"/>
                </a:lnTo>
                <a:lnTo>
                  <a:pt x="863" y="523"/>
                </a:lnTo>
                <a:lnTo>
                  <a:pt x="862" y="524"/>
                </a:lnTo>
                <a:lnTo>
                  <a:pt x="862" y="525"/>
                </a:lnTo>
                <a:lnTo>
                  <a:pt x="862" y="526"/>
                </a:lnTo>
                <a:lnTo>
                  <a:pt x="862" y="527"/>
                </a:lnTo>
                <a:lnTo>
                  <a:pt x="863" y="527"/>
                </a:lnTo>
                <a:lnTo>
                  <a:pt x="863" y="528"/>
                </a:lnTo>
                <a:lnTo>
                  <a:pt x="863" y="529"/>
                </a:lnTo>
                <a:lnTo>
                  <a:pt x="864" y="530"/>
                </a:lnTo>
                <a:lnTo>
                  <a:pt x="864" y="531"/>
                </a:lnTo>
                <a:lnTo>
                  <a:pt x="865" y="532"/>
                </a:lnTo>
                <a:lnTo>
                  <a:pt x="865" y="533"/>
                </a:lnTo>
                <a:lnTo>
                  <a:pt x="865" y="534"/>
                </a:lnTo>
                <a:lnTo>
                  <a:pt x="866" y="534"/>
                </a:lnTo>
                <a:lnTo>
                  <a:pt x="867" y="534"/>
                </a:lnTo>
                <a:lnTo>
                  <a:pt x="868" y="535"/>
                </a:lnTo>
                <a:lnTo>
                  <a:pt x="869" y="535"/>
                </a:lnTo>
                <a:lnTo>
                  <a:pt x="869" y="536"/>
                </a:lnTo>
                <a:lnTo>
                  <a:pt x="870" y="536"/>
                </a:lnTo>
                <a:lnTo>
                  <a:pt x="870" y="538"/>
                </a:lnTo>
                <a:lnTo>
                  <a:pt x="871" y="539"/>
                </a:lnTo>
                <a:lnTo>
                  <a:pt x="871" y="540"/>
                </a:lnTo>
                <a:lnTo>
                  <a:pt x="870" y="540"/>
                </a:lnTo>
                <a:lnTo>
                  <a:pt x="870" y="541"/>
                </a:lnTo>
                <a:lnTo>
                  <a:pt x="869" y="541"/>
                </a:lnTo>
                <a:lnTo>
                  <a:pt x="869" y="542"/>
                </a:lnTo>
                <a:lnTo>
                  <a:pt x="869" y="543"/>
                </a:lnTo>
                <a:lnTo>
                  <a:pt x="868" y="543"/>
                </a:lnTo>
                <a:lnTo>
                  <a:pt x="867" y="544"/>
                </a:lnTo>
                <a:lnTo>
                  <a:pt x="866" y="544"/>
                </a:lnTo>
                <a:lnTo>
                  <a:pt x="865" y="544"/>
                </a:lnTo>
                <a:lnTo>
                  <a:pt x="865" y="545"/>
                </a:lnTo>
                <a:lnTo>
                  <a:pt x="865" y="546"/>
                </a:lnTo>
                <a:lnTo>
                  <a:pt x="864" y="546"/>
                </a:lnTo>
                <a:lnTo>
                  <a:pt x="864" y="547"/>
                </a:lnTo>
                <a:lnTo>
                  <a:pt x="864" y="548"/>
                </a:lnTo>
                <a:lnTo>
                  <a:pt x="863" y="548"/>
                </a:lnTo>
                <a:lnTo>
                  <a:pt x="863" y="549"/>
                </a:lnTo>
                <a:lnTo>
                  <a:pt x="864" y="549"/>
                </a:lnTo>
                <a:lnTo>
                  <a:pt x="864" y="551"/>
                </a:lnTo>
                <a:lnTo>
                  <a:pt x="863" y="551"/>
                </a:lnTo>
                <a:lnTo>
                  <a:pt x="863" y="552"/>
                </a:lnTo>
                <a:lnTo>
                  <a:pt x="862" y="552"/>
                </a:lnTo>
                <a:lnTo>
                  <a:pt x="861" y="552"/>
                </a:lnTo>
                <a:lnTo>
                  <a:pt x="861" y="553"/>
                </a:lnTo>
                <a:lnTo>
                  <a:pt x="860" y="553"/>
                </a:lnTo>
                <a:lnTo>
                  <a:pt x="860" y="554"/>
                </a:lnTo>
                <a:lnTo>
                  <a:pt x="859" y="554"/>
                </a:lnTo>
                <a:lnTo>
                  <a:pt x="859" y="555"/>
                </a:lnTo>
                <a:lnTo>
                  <a:pt x="858" y="555"/>
                </a:lnTo>
                <a:lnTo>
                  <a:pt x="857" y="556"/>
                </a:lnTo>
                <a:lnTo>
                  <a:pt x="856" y="557"/>
                </a:lnTo>
                <a:lnTo>
                  <a:pt x="855" y="557"/>
                </a:lnTo>
                <a:lnTo>
                  <a:pt x="855" y="558"/>
                </a:lnTo>
                <a:lnTo>
                  <a:pt x="855" y="559"/>
                </a:lnTo>
                <a:lnTo>
                  <a:pt x="855" y="560"/>
                </a:lnTo>
                <a:lnTo>
                  <a:pt x="855" y="561"/>
                </a:lnTo>
                <a:lnTo>
                  <a:pt x="856" y="561"/>
                </a:lnTo>
                <a:lnTo>
                  <a:pt x="857" y="562"/>
                </a:lnTo>
                <a:lnTo>
                  <a:pt x="857" y="563"/>
                </a:lnTo>
                <a:lnTo>
                  <a:pt x="857" y="564"/>
                </a:lnTo>
                <a:lnTo>
                  <a:pt x="857" y="565"/>
                </a:lnTo>
                <a:lnTo>
                  <a:pt x="858" y="565"/>
                </a:lnTo>
                <a:lnTo>
                  <a:pt x="858" y="566"/>
                </a:lnTo>
                <a:lnTo>
                  <a:pt x="859" y="566"/>
                </a:lnTo>
                <a:lnTo>
                  <a:pt x="860" y="566"/>
                </a:lnTo>
                <a:lnTo>
                  <a:pt x="860" y="567"/>
                </a:lnTo>
                <a:lnTo>
                  <a:pt x="861" y="567"/>
                </a:lnTo>
                <a:lnTo>
                  <a:pt x="862" y="567"/>
                </a:lnTo>
                <a:lnTo>
                  <a:pt x="862" y="568"/>
                </a:lnTo>
                <a:lnTo>
                  <a:pt x="862" y="569"/>
                </a:lnTo>
                <a:lnTo>
                  <a:pt x="863" y="570"/>
                </a:lnTo>
                <a:lnTo>
                  <a:pt x="865" y="571"/>
                </a:lnTo>
                <a:lnTo>
                  <a:pt x="867" y="573"/>
                </a:lnTo>
                <a:lnTo>
                  <a:pt x="871" y="575"/>
                </a:lnTo>
                <a:lnTo>
                  <a:pt x="872" y="576"/>
                </a:lnTo>
                <a:lnTo>
                  <a:pt x="874" y="577"/>
                </a:lnTo>
                <a:lnTo>
                  <a:pt x="874" y="578"/>
                </a:lnTo>
                <a:lnTo>
                  <a:pt x="875" y="578"/>
                </a:lnTo>
                <a:lnTo>
                  <a:pt x="875" y="579"/>
                </a:lnTo>
                <a:lnTo>
                  <a:pt x="876" y="579"/>
                </a:lnTo>
                <a:lnTo>
                  <a:pt x="877" y="580"/>
                </a:lnTo>
                <a:lnTo>
                  <a:pt x="877" y="581"/>
                </a:lnTo>
                <a:lnTo>
                  <a:pt x="878" y="583"/>
                </a:lnTo>
                <a:lnTo>
                  <a:pt x="879" y="584"/>
                </a:lnTo>
                <a:lnTo>
                  <a:pt x="880" y="586"/>
                </a:lnTo>
                <a:lnTo>
                  <a:pt x="881" y="587"/>
                </a:lnTo>
                <a:lnTo>
                  <a:pt x="881" y="588"/>
                </a:lnTo>
                <a:lnTo>
                  <a:pt x="882" y="589"/>
                </a:lnTo>
                <a:lnTo>
                  <a:pt x="882" y="590"/>
                </a:lnTo>
                <a:lnTo>
                  <a:pt x="882" y="592"/>
                </a:lnTo>
                <a:lnTo>
                  <a:pt x="882" y="593"/>
                </a:lnTo>
                <a:lnTo>
                  <a:pt x="882" y="596"/>
                </a:lnTo>
                <a:lnTo>
                  <a:pt x="882" y="598"/>
                </a:lnTo>
                <a:lnTo>
                  <a:pt x="882" y="599"/>
                </a:lnTo>
                <a:lnTo>
                  <a:pt x="883" y="599"/>
                </a:lnTo>
                <a:lnTo>
                  <a:pt x="883" y="600"/>
                </a:lnTo>
                <a:lnTo>
                  <a:pt x="884" y="600"/>
                </a:lnTo>
                <a:lnTo>
                  <a:pt x="886" y="601"/>
                </a:lnTo>
                <a:lnTo>
                  <a:pt x="888" y="602"/>
                </a:lnTo>
                <a:lnTo>
                  <a:pt x="890" y="602"/>
                </a:lnTo>
                <a:lnTo>
                  <a:pt x="896" y="602"/>
                </a:lnTo>
                <a:lnTo>
                  <a:pt x="902" y="601"/>
                </a:lnTo>
                <a:lnTo>
                  <a:pt x="903" y="600"/>
                </a:lnTo>
                <a:lnTo>
                  <a:pt x="904" y="599"/>
                </a:lnTo>
                <a:lnTo>
                  <a:pt x="905" y="599"/>
                </a:lnTo>
                <a:lnTo>
                  <a:pt x="905" y="598"/>
                </a:lnTo>
                <a:lnTo>
                  <a:pt x="906" y="598"/>
                </a:lnTo>
                <a:lnTo>
                  <a:pt x="907" y="598"/>
                </a:lnTo>
                <a:lnTo>
                  <a:pt x="908" y="597"/>
                </a:lnTo>
                <a:lnTo>
                  <a:pt x="910" y="597"/>
                </a:lnTo>
                <a:lnTo>
                  <a:pt x="911" y="597"/>
                </a:lnTo>
                <a:lnTo>
                  <a:pt x="913" y="597"/>
                </a:lnTo>
                <a:lnTo>
                  <a:pt x="915" y="598"/>
                </a:lnTo>
                <a:lnTo>
                  <a:pt x="917" y="598"/>
                </a:lnTo>
                <a:lnTo>
                  <a:pt x="919" y="598"/>
                </a:lnTo>
                <a:lnTo>
                  <a:pt x="920" y="598"/>
                </a:lnTo>
                <a:lnTo>
                  <a:pt x="922" y="597"/>
                </a:lnTo>
                <a:lnTo>
                  <a:pt x="923" y="597"/>
                </a:lnTo>
                <a:lnTo>
                  <a:pt x="924" y="596"/>
                </a:lnTo>
                <a:lnTo>
                  <a:pt x="925" y="596"/>
                </a:lnTo>
                <a:lnTo>
                  <a:pt x="926" y="596"/>
                </a:lnTo>
                <a:lnTo>
                  <a:pt x="927" y="596"/>
                </a:lnTo>
                <a:lnTo>
                  <a:pt x="928" y="596"/>
                </a:lnTo>
                <a:lnTo>
                  <a:pt x="928" y="597"/>
                </a:lnTo>
                <a:lnTo>
                  <a:pt x="930" y="597"/>
                </a:lnTo>
                <a:lnTo>
                  <a:pt x="932" y="597"/>
                </a:lnTo>
                <a:lnTo>
                  <a:pt x="933" y="597"/>
                </a:lnTo>
                <a:lnTo>
                  <a:pt x="934" y="597"/>
                </a:lnTo>
                <a:lnTo>
                  <a:pt x="935" y="598"/>
                </a:lnTo>
                <a:lnTo>
                  <a:pt x="936" y="599"/>
                </a:lnTo>
                <a:lnTo>
                  <a:pt x="936" y="600"/>
                </a:lnTo>
                <a:lnTo>
                  <a:pt x="936" y="602"/>
                </a:lnTo>
                <a:lnTo>
                  <a:pt x="936" y="603"/>
                </a:lnTo>
                <a:lnTo>
                  <a:pt x="936" y="604"/>
                </a:lnTo>
                <a:lnTo>
                  <a:pt x="938" y="605"/>
                </a:lnTo>
                <a:lnTo>
                  <a:pt x="940" y="605"/>
                </a:lnTo>
                <a:lnTo>
                  <a:pt x="941" y="605"/>
                </a:lnTo>
                <a:lnTo>
                  <a:pt x="942" y="605"/>
                </a:lnTo>
                <a:lnTo>
                  <a:pt x="944" y="604"/>
                </a:lnTo>
                <a:lnTo>
                  <a:pt x="945" y="604"/>
                </a:lnTo>
                <a:lnTo>
                  <a:pt x="945" y="603"/>
                </a:lnTo>
                <a:lnTo>
                  <a:pt x="946" y="602"/>
                </a:lnTo>
                <a:lnTo>
                  <a:pt x="946" y="601"/>
                </a:lnTo>
                <a:lnTo>
                  <a:pt x="947" y="601"/>
                </a:lnTo>
                <a:lnTo>
                  <a:pt x="947" y="600"/>
                </a:lnTo>
                <a:lnTo>
                  <a:pt x="948" y="600"/>
                </a:lnTo>
                <a:lnTo>
                  <a:pt x="949" y="600"/>
                </a:lnTo>
                <a:lnTo>
                  <a:pt x="951" y="600"/>
                </a:lnTo>
                <a:lnTo>
                  <a:pt x="953" y="601"/>
                </a:lnTo>
                <a:lnTo>
                  <a:pt x="954" y="602"/>
                </a:lnTo>
                <a:lnTo>
                  <a:pt x="955" y="603"/>
                </a:lnTo>
                <a:lnTo>
                  <a:pt x="956" y="603"/>
                </a:lnTo>
                <a:lnTo>
                  <a:pt x="957" y="603"/>
                </a:lnTo>
                <a:lnTo>
                  <a:pt x="959" y="604"/>
                </a:lnTo>
                <a:lnTo>
                  <a:pt x="960" y="604"/>
                </a:lnTo>
                <a:lnTo>
                  <a:pt x="961" y="604"/>
                </a:lnTo>
                <a:lnTo>
                  <a:pt x="962" y="604"/>
                </a:lnTo>
                <a:lnTo>
                  <a:pt x="964" y="603"/>
                </a:lnTo>
                <a:lnTo>
                  <a:pt x="966" y="603"/>
                </a:lnTo>
                <a:lnTo>
                  <a:pt x="967" y="602"/>
                </a:lnTo>
                <a:lnTo>
                  <a:pt x="967" y="603"/>
                </a:lnTo>
                <a:lnTo>
                  <a:pt x="968" y="603"/>
                </a:lnTo>
                <a:lnTo>
                  <a:pt x="972" y="604"/>
                </a:lnTo>
                <a:lnTo>
                  <a:pt x="973" y="604"/>
                </a:lnTo>
                <a:lnTo>
                  <a:pt x="974" y="604"/>
                </a:lnTo>
                <a:lnTo>
                  <a:pt x="975" y="603"/>
                </a:lnTo>
                <a:lnTo>
                  <a:pt x="975" y="602"/>
                </a:lnTo>
                <a:lnTo>
                  <a:pt x="975" y="601"/>
                </a:lnTo>
                <a:lnTo>
                  <a:pt x="975" y="600"/>
                </a:lnTo>
                <a:lnTo>
                  <a:pt x="976" y="600"/>
                </a:lnTo>
                <a:lnTo>
                  <a:pt x="977" y="599"/>
                </a:lnTo>
                <a:lnTo>
                  <a:pt x="978" y="599"/>
                </a:lnTo>
                <a:lnTo>
                  <a:pt x="978" y="600"/>
                </a:lnTo>
                <a:lnTo>
                  <a:pt x="979" y="600"/>
                </a:lnTo>
                <a:lnTo>
                  <a:pt x="980" y="600"/>
                </a:lnTo>
                <a:lnTo>
                  <a:pt x="981" y="601"/>
                </a:lnTo>
                <a:lnTo>
                  <a:pt x="982" y="601"/>
                </a:lnTo>
                <a:lnTo>
                  <a:pt x="983" y="601"/>
                </a:lnTo>
                <a:lnTo>
                  <a:pt x="984" y="601"/>
                </a:lnTo>
                <a:lnTo>
                  <a:pt x="987" y="601"/>
                </a:lnTo>
                <a:lnTo>
                  <a:pt x="987" y="600"/>
                </a:lnTo>
                <a:lnTo>
                  <a:pt x="988" y="601"/>
                </a:lnTo>
                <a:lnTo>
                  <a:pt x="989" y="600"/>
                </a:lnTo>
                <a:lnTo>
                  <a:pt x="990" y="600"/>
                </a:lnTo>
                <a:lnTo>
                  <a:pt x="991" y="600"/>
                </a:lnTo>
                <a:lnTo>
                  <a:pt x="993" y="600"/>
                </a:lnTo>
                <a:lnTo>
                  <a:pt x="993" y="599"/>
                </a:lnTo>
                <a:lnTo>
                  <a:pt x="994" y="599"/>
                </a:lnTo>
                <a:lnTo>
                  <a:pt x="996" y="599"/>
                </a:lnTo>
                <a:lnTo>
                  <a:pt x="997" y="600"/>
                </a:lnTo>
                <a:lnTo>
                  <a:pt x="998" y="600"/>
                </a:lnTo>
                <a:lnTo>
                  <a:pt x="999" y="600"/>
                </a:lnTo>
                <a:lnTo>
                  <a:pt x="1000" y="600"/>
                </a:lnTo>
                <a:lnTo>
                  <a:pt x="1000" y="599"/>
                </a:lnTo>
                <a:lnTo>
                  <a:pt x="1001" y="599"/>
                </a:lnTo>
                <a:lnTo>
                  <a:pt x="1001" y="598"/>
                </a:lnTo>
                <a:lnTo>
                  <a:pt x="1001" y="597"/>
                </a:lnTo>
                <a:lnTo>
                  <a:pt x="1002" y="597"/>
                </a:lnTo>
                <a:lnTo>
                  <a:pt x="1002" y="596"/>
                </a:lnTo>
                <a:lnTo>
                  <a:pt x="1003" y="595"/>
                </a:lnTo>
                <a:lnTo>
                  <a:pt x="1004" y="595"/>
                </a:lnTo>
                <a:lnTo>
                  <a:pt x="1006" y="595"/>
                </a:lnTo>
                <a:lnTo>
                  <a:pt x="1007" y="595"/>
                </a:lnTo>
                <a:lnTo>
                  <a:pt x="1008" y="595"/>
                </a:lnTo>
                <a:lnTo>
                  <a:pt x="1009" y="595"/>
                </a:lnTo>
                <a:lnTo>
                  <a:pt x="1010" y="595"/>
                </a:lnTo>
                <a:lnTo>
                  <a:pt x="1011" y="595"/>
                </a:lnTo>
                <a:lnTo>
                  <a:pt x="1011" y="596"/>
                </a:lnTo>
                <a:lnTo>
                  <a:pt x="1012" y="596"/>
                </a:lnTo>
                <a:lnTo>
                  <a:pt x="1013" y="597"/>
                </a:lnTo>
                <a:lnTo>
                  <a:pt x="1014" y="597"/>
                </a:lnTo>
                <a:lnTo>
                  <a:pt x="1015" y="598"/>
                </a:lnTo>
                <a:lnTo>
                  <a:pt x="1016" y="598"/>
                </a:lnTo>
                <a:lnTo>
                  <a:pt x="1018" y="599"/>
                </a:lnTo>
                <a:lnTo>
                  <a:pt x="1019" y="599"/>
                </a:lnTo>
                <a:lnTo>
                  <a:pt x="1020" y="599"/>
                </a:lnTo>
                <a:lnTo>
                  <a:pt x="1021" y="599"/>
                </a:lnTo>
                <a:lnTo>
                  <a:pt x="1025" y="599"/>
                </a:lnTo>
                <a:lnTo>
                  <a:pt x="1026" y="599"/>
                </a:lnTo>
                <a:lnTo>
                  <a:pt x="1027" y="599"/>
                </a:lnTo>
                <a:lnTo>
                  <a:pt x="1028" y="599"/>
                </a:lnTo>
                <a:lnTo>
                  <a:pt x="1028" y="598"/>
                </a:lnTo>
                <a:lnTo>
                  <a:pt x="1029" y="598"/>
                </a:lnTo>
                <a:lnTo>
                  <a:pt x="1030" y="597"/>
                </a:lnTo>
                <a:lnTo>
                  <a:pt x="1030" y="596"/>
                </a:lnTo>
                <a:lnTo>
                  <a:pt x="1031" y="596"/>
                </a:lnTo>
                <a:lnTo>
                  <a:pt x="1031" y="595"/>
                </a:lnTo>
                <a:lnTo>
                  <a:pt x="1030" y="595"/>
                </a:lnTo>
                <a:lnTo>
                  <a:pt x="1030" y="594"/>
                </a:lnTo>
                <a:lnTo>
                  <a:pt x="1029" y="594"/>
                </a:lnTo>
                <a:lnTo>
                  <a:pt x="1029" y="593"/>
                </a:lnTo>
                <a:lnTo>
                  <a:pt x="1029" y="592"/>
                </a:lnTo>
                <a:lnTo>
                  <a:pt x="1029" y="591"/>
                </a:lnTo>
                <a:lnTo>
                  <a:pt x="1030" y="590"/>
                </a:lnTo>
                <a:lnTo>
                  <a:pt x="1030" y="589"/>
                </a:lnTo>
                <a:lnTo>
                  <a:pt x="1031" y="589"/>
                </a:lnTo>
                <a:lnTo>
                  <a:pt x="1031" y="588"/>
                </a:lnTo>
                <a:lnTo>
                  <a:pt x="1031" y="587"/>
                </a:lnTo>
                <a:lnTo>
                  <a:pt x="1032" y="587"/>
                </a:lnTo>
                <a:lnTo>
                  <a:pt x="1032" y="586"/>
                </a:lnTo>
                <a:lnTo>
                  <a:pt x="1033" y="586"/>
                </a:lnTo>
                <a:lnTo>
                  <a:pt x="1034" y="586"/>
                </a:lnTo>
                <a:lnTo>
                  <a:pt x="1034" y="585"/>
                </a:lnTo>
                <a:lnTo>
                  <a:pt x="1035" y="585"/>
                </a:lnTo>
                <a:lnTo>
                  <a:pt x="1036" y="584"/>
                </a:lnTo>
                <a:lnTo>
                  <a:pt x="1037" y="584"/>
                </a:lnTo>
                <a:lnTo>
                  <a:pt x="1037" y="583"/>
                </a:lnTo>
                <a:lnTo>
                  <a:pt x="1038" y="583"/>
                </a:lnTo>
                <a:lnTo>
                  <a:pt x="1038" y="582"/>
                </a:lnTo>
                <a:lnTo>
                  <a:pt x="1038" y="581"/>
                </a:lnTo>
                <a:lnTo>
                  <a:pt x="1037" y="581"/>
                </a:lnTo>
                <a:lnTo>
                  <a:pt x="1037" y="580"/>
                </a:lnTo>
                <a:lnTo>
                  <a:pt x="1036" y="580"/>
                </a:lnTo>
                <a:lnTo>
                  <a:pt x="1036" y="579"/>
                </a:lnTo>
                <a:lnTo>
                  <a:pt x="1036" y="578"/>
                </a:lnTo>
                <a:lnTo>
                  <a:pt x="1035" y="578"/>
                </a:lnTo>
                <a:lnTo>
                  <a:pt x="1035" y="577"/>
                </a:lnTo>
                <a:lnTo>
                  <a:pt x="1035" y="576"/>
                </a:lnTo>
                <a:lnTo>
                  <a:pt x="1035" y="575"/>
                </a:lnTo>
                <a:lnTo>
                  <a:pt x="1036" y="575"/>
                </a:lnTo>
                <a:lnTo>
                  <a:pt x="1036" y="574"/>
                </a:lnTo>
                <a:lnTo>
                  <a:pt x="1037" y="574"/>
                </a:lnTo>
                <a:lnTo>
                  <a:pt x="1038" y="574"/>
                </a:lnTo>
                <a:lnTo>
                  <a:pt x="1039" y="574"/>
                </a:lnTo>
                <a:lnTo>
                  <a:pt x="1040" y="574"/>
                </a:lnTo>
                <a:lnTo>
                  <a:pt x="1041" y="574"/>
                </a:lnTo>
                <a:lnTo>
                  <a:pt x="1042" y="574"/>
                </a:lnTo>
                <a:lnTo>
                  <a:pt x="1042" y="575"/>
                </a:lnTo>
                <a:lnTo>
                  <a:pt x="1043" y="576"/>
                </a:lnTo>
                <a:lnTo>
                  <a:pt x="1044" y="577"/>
                </a:lnTo>
                <a:lnTo>
                  <a:pt x="1045" y="577"/>
                </a:lnTo>
                <a:lnTo>
                  <a:pt x="1046" y="577"/>
                </a:lnTo>
                <a:lnTo>
                  <a:pt x="1048" y="577"/>
                </a:lnTo>
                <a:lnTo>
                  <a:pt x="1049" y="577"/>
                </a:lnTo>
                <a:lnTo>
                  <a:pt x="1050" y="576"/>
                </a:lnTo>
                <a:lnTo>
                  <a:pt x="1051" y="576"/>
                </a:lnTo>
                <a:lnTo>
                  <a:pt x="1051" y="575"/>
                </a:lnTo>
                <a:lnTo>
                  <a:pt x="1051" y="574"/>
                </a:lnTo>
                <a:lnTo>
                  <a:pt x="1052" y="574"/>
                </a:lnTo>
                <a:lnTo>
                  <a:pt x="1052" y="573"/>
                </a:lnTo>
                <a:lnTo>
                  <a:pt x="1053" y="572"/>
                </a:lnTo>
                <a:lnTo>
                  <a:pt x="1054" y="571"/>
                </a:lnTo>
                <a:lnTo>
                  <a:pt x="1054" y="570"/>
                </a:lnTo>
                <a:lnTo>
                  <a:pt x="1058" y="569"/>
                </a:lnTo>
                <a:lnTo>
                  <a:pt x="1058" y="568"/>
                </a:lnTo>
                <a:lnTo>
                  <a:pt x="1060" y="568"/>
                </a:lnTo>
                <a:lnTo>
                  <a:pt x="1065" y="567"/>
                </a:lnTo>
                <a:lnTo>
                  <a:pt x="1066" y="567"/>
                </a:lnTo>
                <a:lnTo>
                  <a:pt x="1067" y="565"/>
                </a:lnTo>
                <a:lnTo>
                  <a:pt x="1068" y="563"/>
                </a:lnTo>
                <a:lnTo>
                  <a:pt x="1068" y="562"/>
                </a:lnTo>
                <a:lnTo>
                  <a:pt x="1069" y="561"/>
                </a:lnTo>
                <a:lnTo>
                  <a:pt x="1070" y="559"/>
                </a:lnTo>
                <a:lnTo>
                  <a:pt x="1071" y="559"/>
                </a:lnTo>
                <a:lnTo>
                  <a:pt x="1071" y="558"/>
                </a:lnTo>
                <a:lnTo>
                  <a:pt x="1072" y="558"/>
                </a:lnTo>
                <a:lnTo>
                  <a:pt x="1073" y="558"/>
                </a:lnTo>
                <a:lnTo>
                  <a:pt x="1074" y="558"/>
                </a:lnTo>
                <a:lnTo>
                  <a:pt x="1074" y="557"/>
                </a:lnTo>
                <a:lnTo>
                  <a:pt x="1075" y="557"/>
                </a:lnTo>
                <a:lnTo>
                  <a:pt x="1076" y="557"/>
                </a:lnTo>
                <a:lnTo>
                  <a:pt x="1077" y="557"/>
                </a:lnTo>
                <a:lnTo>
                  <a:pt x="1079" y="557"/>
                </a:lnTo>
                <a:lnTo>
                  <a:pt x="1080" y="556"/>
                </a:lnTo>
                <a:lnTo>
                  <a:pt x="1081" y="556"/>
                </a:lnTo>
                <a:lnTo>
                  <a:pt x="1082" y="556"/>
                </a:lnTo>
                <a:lnTo>
                  <a:pt x="1084" y="557"/>
                </a:lnTo>
                <a:lnTo>
                  <a:pt x="1085" y="557"/>
                </a:lnTo>
                <a:lnTo>
                  <a:pt x="1086" y="557"/>
                </a:lnTo>
                <a:lnTo>
                  <a:pt x="1087" y="557"/>
                </a:lnTo>
                <a:lnTo>
                  <a:pt x="1088" y="557"/>
                </a:lnTo>
                <a:lnTo>
                  <a:pt x="1088" y="558"/>
                </a:lnTo>
                <a:lnTo>
                  <a:pt x="1089" y="558"/>
                </a:lnTo>
                <a:lnTo>
                  <a:pt x="1090" y="559"/>
                </a:lnTo>
                <a:lnTo>
                  <a:pt x="1092" y="559"/>
                </a:lnTo>
                <a:lnTo>
                  <a:pt x="1093" y="560"/>
                </a:lnTo>
                <a:lnTo>
                  <a:pt x="1094" y="560"/>
                </a:lnTo>
                <a:lnTo>
                  <a:pt x="1095" y="560"/>
                </a:lnTo>
                <a:lnTo>
                  <a:pt x="1096" y="559"/>
                </a:lnTo>
                <a:lnTo>
                  <a:pt x="1097" y="559"/>
                </a:lnTo>
                <a:lnTo>
                  <a:pt x="1098" y="559"/>
                </a:lnTo>
                <a:lnTo>
                  <a:pt x="1098" y="558"/>
                </a:lnTo>
                <a:lnTo>
                  <a:pt x="1099" y="558"/>
                </a:lnTo>
                <a:lnTo>
                  <a:pt x="1100" y="558"/>
                </a:lnTo>
                <a:lnTo>
                  <a:pt x="1100" y="557"/>
                </a:lnTo>
                <a:lnTo>
                  <a:pt x="1101" y="557"/>
                </a:lnTo>
                <a:lnTo>
                  <a:pt x="1102" y="557"/>
                </a:lnTo>
                <a:lnTo>
                  <a:pt x="1103" y="557"/>
                </a:lnTo>
                <a:lnTo>
                  <a:pt x="1103" y="558"/>
                </a:lnTo>
                <a:lnTo>
                  <a:pt x="1104" y="558"/>
                </a:lnTo>
                <a:lnTo>
                  <a:pt x="1105" y="558"/>
                </a:lnTo>
                <a:lnTo>
                  <a:pt x="1105" y="559"/>
                </a:lnTo>
                <a:lnTo>
                  <a:pt x="1107" y="559"/>
                </a:lnTo>
                <a:lnTo>
                  <a:pt x="1108" y="559"/>
                </a:lnTo>
                <a:lnTo>
                  <a:pt x="1109" y="558"/>
                </a:lnTo>
                <a:lnTo>
                  <a:pt x="1110" y="558"/>
                </a:lnTo>
                <a:lnTo>
                  <a:pt x="1111" y="558"/>
                </a:lnTo>
                <a:lnTo>
                  <a:pt x="1112" y="558"/>
                </a:lnTo>
                <a:lnTo>
                  <a:pt x="1113" y="558"/>
                </a:lnTo>
                <a:lnTo>
                  <a:pt x="1114" y="558"/>
                </a:lnTo>
                <a:lnTo>
                  <a:pt x="1115" y="558"/>
                </a:lnTo>
                <a:lnTo>
                  <a:pt x="1116" y="558"/>
                </a:lnTo>
                <a:lnTo>
                  <a:pt x="1116" y="557"/>
                </a:lnTo>
                <a:lnTo>
                  <a:pt x="1116" y="556"/>
                </a:lnTo>
                <a:lnTo>
                  <a:pt x="1118" y="552"/>
                </a:lnTo>
                <a:lnTo>
                  <a:pt x="1118" y="551"/>
                </a:lnTo>
                <a:lnTo>
                  <a:pt x="1119" y="551"/>
                </a:lnTo>
                <a:lnTo>
                  <a:pt x="1119" y="550"/>
                </a:lnTo>
                <a:lnTo>
                  <a:pt x="1120" y="550"/>
                </a:lnTo>
                <a:lnTo>
                  <a:pt x="1121" y="550"/>
                </a:lnTo>
                <a:lnTo>
                  <a:pt x="1122" y="550"/>
                </a:lnTo>
                <a:lnTo>
                  <a:pt x="1123" y="550"/>
                </a:lnTo>
                <a:lnTo>
                  <a:pt x="1124" y="551"/>
                </a:lnTo>
                <a:lnTo>
                  <a:pt x="1126" y="551"/>
                </a:lnTo>
                <a:lnTo>
                  <a:pt x="1127" y="552"/>
                </a:lnTo>
                <a:lnTo>
                  <a:pt x="1128" y="551"/>
                </a:lnTo>
                <a:lnTo>
                  <a:pt x="1129" y="551"/>
                </a:lnTo>
                <a:lnTo>
                  <a:pt x="1130" y="551"/>
                </a:lnTo>
                <a:lnTo>
                  <a:pt x="1130" y="550"/>
                </a:lnTo>
                <a:lnTo>
                  <a:pt x="1131" y="549"/>
                </a:lnTo>
                <a:lnTo>
                  <a:pt x="1131" y="547"/>
                </a:lnTo>
                <a:lnTo>
                  <a:pt x="1131" y="546"/>
                </a:lnTo>
                <a:lnTo>
                  <a:pt x="1131" y="545"/>
                </a:lnTo>
                <a:lnTo>
                  <a:pt x="1132" y="545"/>
                </a:lnTo>
                <a:lnTo>
                  <a:pt x="1132" y="544"/>
                </a:lnTo>
                <a:lnTo>
                  <a:pt x="1133" y="544"/>
                </a:lnTo>
                <a:lnTo>
                  <a:pt x="1134" y="544"/>
                </a:lnTo>
                <a:lnTo>
                  <a:pt x="1135" y="544"/>
                </a:lnTo>
                <a:lnTo>
                  <a:pt x="1135" y="543"/>
                </a:lnTo>
                <a:lnTo>
                  <a:pt x="1138" y="543"/>
                </a:lnTo>
                <a:lnTo>
                  <a:pt x="1139" y="543"/>
                </a:lnTo>
                <a:lnTo>
                  <a:pt x="1140" y="542"/>
                </a:lnTo>
                <a:lnTo>
                  <a:pt x="1141" y="542"/>
                </a:lnTo>
                <a:lnTo>
                  <a:pt x="1142" y="542"/>
                </a:lnTo>
                <a:lnTo>
                  <a:pt x="1144" y="541"/>
                </a:lnTo>
                <a:lnTo>
                  <a:pt x="1145" y="541"/>
                </a:lnTo>
                <a:lnTo>
                  <a:pt x="1146" y="541"/>
                </a:lnTo>
                <a:lnTo>
                  <a:pt x="1146" y="540"/>
                </a:lnTo>
                <a:lnTo>
                  <a:pt x="1147" y="540"/>
                </a:lnTo>
                <a:lnTo>
                  <a:pt x="1148" y="540"/>
                </a:lnTo>
                <a:lnTo>
                  <a:pt x="1150" y="539"/>
                </a:lnTo>
                <a:lnTo>
                  <a:pt x="1151" y="539"/>
                </a:lnTo>
                <a:lnTo>
                  <a:pt x="1152" y="539"/>
                </a:lnTo>
                <a:lnTo>
                  <a:pt x="1153" y="539"/>
                </a:lnTo>
                <a:lnTo>
                  <a:pt x="1155" y="539"/>
                </a:lnTo>
                <a:lnTo>
                  <a:pt x="1156" y="539"/>
                </a:lnTo>
                <a:lnTo>
                  <a:pt x="1157" y="539"/>
                </a:lnTo>
                <a:lnTo>
                  <a:pt x="1157" y="538"/>
                </a:lnTo>
                <a:lnTo>
                  <a:pt x="1158" y="536"/>
                </a:lnTo>
                <a:lnTo>
                  <a:pt x="1159" y="535"/>
                </a:lnTo>
                <a:lnTo>
                  <a:pt x="1162" y="535"/>
                </a:lnTo>
                <a:lnTo>
                  <a:pt x="1163" y="536"/>
                </a:lnTo>
                <a:lnTo>
                  <a:pt x="1164" y="536"/>
                </a:lnTo>
                <a:lnTo>
                  <a:pt x="1165" y="536"/>
                </a:lnTo>
                <a:lnTo>
                  <a:pt x="1166" y="536"/>
                </a:lnTo>
                <a:lnTo>
                  <a:pt x="1167" y="536"/>
                </a:lnTo>
                <a:lnTo>
                  <a:pt x="1168" y="536"/>
                </a:lnTo>
                <a:lnTo>
                  <a:pt x="1169" y="535"/>
                </a:lnTo>
                <a:lnTo>
                  <a:pt x="1170" y="534"/>
                </a:lnTo>
                <a:lnTo>
                  <a:pt x="1171" y="533"/>
                </a:lnTo>
                <a:lnTo>
                  <a:pt x="1172" y="532"/>
                </a:lnTo>
                <a:lnTo>
                  <a:pt x="1173" y="531"/>
                </a:lnTo>
                <a:lnTo>
                  <a:pt x="1174" y="531"/>
                </a:lnTo>
                <a:lnTo>
                  <a:pt x="1175" y="531"/>
                </a:lnTo>
                <a:lnTo>
                  <a:pt x="1177" y="531"/>
                </a:lnTo>
                <a:lnTo>
                  <a:pt x="1178" y="531"/>
                </a:lnTo>
                <a:lnTo>
                  <a:pt x="1179" y="531"/>
                </a:lnTo>
                <a:lnTo>
                  <a:pt x="1180" y="531"/>
                </a:lnTo>
                <a:lnTo>
                  <a:pt x="1181" y="531"/>
                </a:lnTo>
                <a:lnTo>
                  <a:pt x="1182" y="531"/>
                </a:lnTo>
                <a:lnTo>
                  <a:pt x="1183" y="531"/>
                </a:lnTo>
                <a:lnTo>
                  <a:pt x="1184" y="531"/>
                </a:lnTo>
                <a:lnTo>
                  <a:pt x="1185" y="532"/>
                </a:lnTo>
                <a:lnTo>
                  <a:pt x="1186" y="531"/>
                </a:lnTo>
                <a:lnTo>
                  <a:pt x="1187" y="531"/>
                </a:lnTo>
                <a:lnTo>
                  <a:pt x="1189" y="531"/>
                </a:lnTo>
                <a:lnTo>
                  <a:pt x="1190" y="531"/>
                </a:lnTo>
                <a:lnTo>
                  <a:pt x="1190" y="530"/>
                </a:lnTo>
                <a:lnTo>
                  <a:pt x="1192" y="530"/>
                </a:lnTo>
                <a:lnTo>
                  <a:pt x="1192" y="529"/>
                </a:lnTo>
                <a:lnTo>
                  <a:pt x="1193" y="529"/>
                </a:lnTo>
                <a:lnTo>
                  <a:pt x="1194" y="529"/>
                </a:lnTo>
                <a:lnTo>
                  <a:pt x="1195" y="529"/>
                </a:lnTo>
                <a:lnTo>
                  <a:pt x="1196" y="529"/>
                </a:lnTo>
                <a:lnTo>
                  <a:pt x="1197" y="528"/>
                </a:lnTo>
                <a:lnTo>
                  <a:pt x="1199" y="528"/>
                </a:lnTo>
                <a:lnTo>
                  <a:pt x="1200" y="527"/>
                </a:lnTo>
                <a:lnTo>
                  <a:pt x="1201" y="527"/>
                </a:lnTo>
                <a:lnTo>
                  <a:pt x="1202" y="527"/>
                </a:lnTo>
                <a:lnTo>
                  <a:pt x="1204" y="527"/>
                </a:lnTo>
                <a:lnTo>
                  <a:pt x="1206" y="528"/>
                </a:lnTo>
                <a:lnTo>
                  <a:pt x="1207" y="528"/>
                </a:lnTo>
                <a:lnTo>
                  <a:pt x="1208" y="529"/>
                </a:lnTo>
                <a:lnTo>
                  <a:pt x="1210" y="529"/>
                </a:lnTo>
                <a:lnTo>
                  <a:pt x="1211" y="528"/>
                </a:lnTo>
                <a:lnTo>
                  <a:pt x="1213" y="528"/>
                </a:lnTo>
                <a:lnTo>
                  <a:pt x="1214" y="528"/>
                </a:lnTo>
                <a:lnTo>
                  <a:pt x="1215" y="528"/>
                </a:lnTo>
                <a:lnTo>
                  <a:pt x="1216" y="528"/>
                </a:lnTo>
                <a:lnTo>
                  <a:pt x="1217" y="528"/>
                </a:lnTo>
                <a:lnTo>
                  <a:pt x="1219" y="529"/>
                </a:lnTo>
                <a:lnTo>
                  <a:pt x="1220" y="529"/>
                </a:lnTo>
                <a:lnTo>
                  <a:pt x="1221" y="530"/>
                </a:lnTo>
                <a:lnTo>
                  <a:pt x="1222" y="531"/>
                </a:lnTo>
                <a:lnTo>
                  <a:pt x="1225" y="532"/>
                </a:lnTo>
                <a:lnTo>
                  <a:pt x="1226" y="532"/>
                </a:lnTo>
                <a:lnTo>
                  <a:pt x="1227" y="532"/>
                </a:lnTo>
                <a:lnTo>
                  <a:pt x="1228" y="532"/>
                </a:lnTo>
                <a:lnTo>
                  <a:pt x="1229" y="532"/>
                </a:lnTo>
                <a:lnTo>
                  <a:pt x="1231" y="531"/>
                </a:lnTo>
                <a:lnTo>
                  <a:pt x="1232" y="530"/>
                </a:lnTo>
                <a:lnTo>
                  <a:pt x="1232" y="529"/>
                </a:lnTo>
                <a:lnTo>
                  <a:pt x="1233" y="528"/>
                </a:lnTo>
                <a:lnTo>
                  <a:pt x="1233" y="527"/>
                </a:lnTo>
                <a:lnTo>
                  <a:pt x="1235" y="525"/>
                </a:lnTo>
                <a:lnTo>
                  <a:pt x="1237" y="525"/>
                </a:lnTo>
                <a:lnTo>
                  <a:pt x="1237" y="524"/>
                </a:lnTo>
                <a:lnTo>
                  <a:pt x="1240" y="524"/>
                </a:lnTo>
                <a:lnTo>
                  <a:pt x="1241" y="524"/>
                </a:lnTo>
                <a:lnTo>
                  <a:pt x="1244" y="525"/>
                </a:lnTo>
                <a:lnTo>
                  <a:pt x="1246" y="525"/>
                </a:lnTo>
                <a:lnTo>
                  <a:pt x="1248" y="525"/>
                </a:lnTo>
                <a:lnTo>
                  <a:pt x="1249" y="525"/>
                </a:lnTo>
                <a:lnTo>
                  <a:pt x="1250" y="524"/>
                </a:lnTo>
                <a:lnTo>
                  <a:pt x="1251" y="523"/>
                </a:lnTo>
                <a:lnTo>
                  <a:pt x="1253" y="524"/>
                </a:lnTo>
                <a:lnTo>
                  <a:pt x="1254" y="525"/>
                </a:lnTo>
                <a:lnTo>
                  <a:pt x="1254" y="526"/>
                </a:lnTo>
                <a:lnTo>
                  <a:pt x="1254" y="527"/>
                </a:lnTo>
                <a:lnTo>
                  <a:pt x="1253" y="529"/>
                </a:lnTo>
                <a:lnTo>
                  <a:pt x="1253" y="530"/>
                </a:lnTo>
                <a:lnTo>
                  <a:pt x="1252" y="530"/>
                </a:lnTo>
                <a:lnTo>
                  <a:pt x="1251" y="531"/>
                </a:lnTo>
                <a:lnTo>
                  <a:pt x="1250" y="531"/>
                </a:lnTo>
                <a:lnTo>
                  <a:pt x="1249" y="531"/>
                </a:lnTo>
                <a:lnTo>
                  <a:pt x="1247" y="533"/>
                </a:lnTo>
                <a:lnTo>
                  <a:pt x="1245" y="533"/>
                </a:lnTo>
                <a:lnTo>
                  <a:pt x="1244" y="533"/>
                </a:lnTo>
                <a:lnTo>
                  <a:pt x="1243" y="534"/>
                </a:lnTo>
                <a:lnTo>
                  <a:pt x="1242" y="534"/>
                </a:lnTo>
                <a:lnTo>
                  <a:pt x="1241" y="534"/>
                </a:lnTo>
                <a:lnTo>
                  <a:pt x="1238" y="535"/>
                </a:lnTo>
                <a:lnTo>
                  <a:pt x="1236" y="536"/>
                </a:lnTo>
                <a:lnTo>
                  <a:pt x="1235" y="536"/>
                </a:lnTo>
                <a:lnTo>
                  <a:pt x="1233" y="536"/>
                </a:lnTo>
                <a:lnTo>
                  <a:pt x="1232" y="537"/>
                </a:lnTo>
                <a:lnTo>
                  <a:pt x="1231" y="537"/>
                </a:lnTo>
                <a:lnTo>
                  <a:pt x="1229" y="538"/>
                </a:lnTo>
                <a:lnTo>
                  <a:pt x="1229" y="539"/>
                </a:lnTo>
                <a:lnTo>
                  <a:pt x="1228" y="540"/>
                </a:lnTo>
                <a:lnTo>
                  <a:pt x="1227" y="540"/>
                </a:lnTo>
                <a:lnTo>
                  <a:pt x="1227" y="541"/>
                </a:lnTo>
                <a:lnTo>
                  <a:pt x="1226" y="541"/>
                </a:lnTo>
                <a:lnTo>
                  <a:pt x="1226" y="540"/>
                </a:lnTo>
                <a:lnTo>
                  <a:pt x="1225" y="540"/>
                </a:lnTo>
                <a:lnTo>
                  <a:pt x="1225" y="541"/>
                </a:lnTo>
                <a:lnTo>
                  <a:pt x="1224" y="541"/>
                </a:lnTo>
                <a:lnTo>
                  <a:pt x="1223" y="542"/>
                </a:lnTo>
                <a:lnTo>
                  <a:pt x="1222" y="542"/>
                </a:lnTo>
                <a:lnTo>
                  <a:pt x="1221" y="542"/>
                </a:lnTo>
                <a:lnTo>
                  <a:pt x="1221" y="543"/>
                </a:lnTo>
                <a:lnTo>
                  <a:pt x="1220" y="543"/>
                </a:lnTo>
                <a:lnTo>
                  <a:pt x="1219" y="543"/>
                </a:lnTo>
                <a:lnTo>
                  <a:pt x="1218" y="543"/>
                </a:lnTo>
                <a:lnTo>
                  <a:pt x="1217" y="544"/>
                </a:lnTo>
                <a:lnTo>
                  <a:pt x="1217" y="545"/>
                </a:lnTo>
                <a:lnTo>
                  <a:pt x="1216" y="545"/>
                </a:lnTo>
                <a:lnTo>
                  <a:pt x="1216" y="546"/>
                </a:lnTo>
                <a:lnTo>
                  <a:pt x="1216" y="548"/>
                </a:lnTo>
                <a:lnTo>
                  <a:pt x="1216" y="549"/>
                </a:lnTo>
                <a:lnTo>
                  <a:pt x="1216" y="550"/>
                </a:lnTo>
                <a:lnTo>
                  <a:pt x="1217" y="551"/>
                </a:lnTo>
                <a:lnTo>
                  <a:pt x="1216" y="552"/>
                </a:lnTo>
                <a:lnTo>
                  <a:pt x="1216" y="553"/>
                </a:lnTo>
                <a:lnTo>
                  <a:pt x="1216" y="554"/>
                </a:lnTo>
                <a:lnTo>
                  <a:pt x="1217" y="554"/>
                </a:lnTo>
                <a:lnTo>
                  <a:pt x="1216" y="555"/>
                </a:lnTo>
                <a:lnTo>
                  <a:pt x="1216" y="556"/>
                </a:lnTo>
                <a:lnTo>
                  <a:pt x="1215" y="556"/>
                </a:lnTo>
                <a:lnTo>
                  <a:pt x="1214" y="557"/>
                </a:lnTo>
                <a:lnTo>
                  <a:pt x="1213" y="558"/>
                </a:lnTo>
                <a:lnTo>
                  <a:pt x="1213" y="560"/>
                </a:lnTo>
                <a:lnTo>
                  <a:pt x="1212" y="560"/>
                </a:lnTo>
                <a:lnTo>
                  <a:pt x="1212" y="561"/>
                </a:lnTo>
                <a:lnTo>
                  <a:pt x="1211" y="561"/>
                </a:lnTo>
                <a:lnTo>
                  <a:pt x="1210" y="562"/>
                </a:lnTo>
                <a:lnTo>
                  <a:pt x="1209" y="563"/>
                </a:lnTo>
                <a:lnTo>
                  <a:pt x="1209" y="564"/>
                </a:lnTo>
                <a:lnTo>
                  <a:pt x="1208" y="564"/>
                </a:lnTo>
                <a:lnTo>
                  <a:pt x="1208" y="565"/>
                </a:lnTo>
                <a:lnTo>
                  <a:pt x="1208" y="566"/>
                </a:lnTo>
                <a:lnTo>
                  <a:pt x="1207" y="566"/>
                </a:lnTo>
                <a:lnTo>
                  <a:pt x="1206" y="566"/>
                </a:lnTo>
                <a:lnTo>
                  <a:pt x="1206" y="567"/>
                </a:lnTo>
                <a:lnTo>
                  <a:pt x="1205" y="567"/>
                </a:lnTo>
                <a:lnTo>
                  <a:pt x="1205" y="568"/>
                </a:lnTo>
                <a:lnTo>
                  <a:pt x="1206" y="568"/>
                </a:lnTo>
                <a:lnTo>
                  <a:pt x="1206" y="569"/>
                </a:lnTo>
                <a:lnTo>
                  <a:pt x="1206" y="570"/>
                </a:lnTo>
                <a:lnTo>
                  <a:pt x="1205" y="571"/>
                </a:lnTo>
                <a:lnTo>
                  <a:pt x="1205" y="572"/>
                </a:lnTo>
                <a:lnTo>
                  <a:pt x="1206" y="572"/>
                </a:lnTo>
                <a:lnTo>
                  <a:pt x="1207" y="573"/>
                </a:lnTo>
                <a:lnTo>
                  <a:pt x="1208" y="574"/>
                </a:lnTo>
                <a:lnTo>
                  <a:pt x="1208" y="575"/>
                </a:lnTo>
                <a:lnTo>
                  <a:pt x="1209" y="575"/>
                </a:lnTo>
                <a:lnTo>
                  <a:pt x="1210" y="575"/>
                </a:lnTo>
                <a:lnTo>
                  <a:pt x="1210" y="576"/>
                </a:lnTo>
                <a:lnTo>
                  <a:pt x="1210" y="577"/>
                </a:lnTo>
                <a:lnTo>
                  <a:pt x="1210" y="578"/>
                </a:lnTo>
                <a:lnTo>
                  <a:pt x="1211" y="578"/>
                </a:lnTo>
                <a:lnTo>
                  <a:pt x="1210" y="579"/>
                </a:lnTo>
                <a:lnTo>
                  <a:pt x="1210" y="580"/>
                </a:lnTo>
                <a:lnTo>
                  <a:pt x="1211" y="580"/>
                </a:lnTo>
                <a:lnTo>
                  <a:pt x="1212" y="580"/>
                </a:lnTo>
                <a:lnTo>
                  <a:pt x="1213" y="580"/>
                </a:lnTo>
                <a:lnTo>
                  <a:pt x="1214" y="580"/>
                </a:lnTo>
                <a:lnTo>
                  <a:pt x="1215" y="580"/>
                </a:lnTo>
                <a:lnTo>
                  <a:pt x="1215" y="581"/>
                </a:lnTo>
                <a:lnTo>
                  <a:pt x="1216" y="581"/>
                </a:lnTo>
                <a:lnTo>
                  <a:pt x="1216" y="582"/>
                </a:lnTo>
                <a:lnTo>
                  <a:pt x="1216" y="583"/>
                </a:lnTo>
                <a:lnTo>
                  <a:pt x="1216" y="584"/>
                </a:lnTo>
                <a:lnTo>
                  <a:pt x="1216" y="585"/>
                </a:lnTo>
                <a:lnTo>
                  <a:pt x="1216" y="586"/>
                </a:lnTo>
                <a:lnTo>
                  <a:pt x="1216" y="587"/>
                </a:lnTo>
                <a:lnTo>
                  <a:pt x="1216" y="588"/>
                </a:lnTo>
                <a:lnTo>
                  <a:pt x="1217" y="589"/>
                </a:lnTo>
                <a:lnTo>
                  <a:pt x="1218" y="589"/>
                </a:lnTo>
                <a:lnTo>
                  <a:pt x="1218" y="590"/>
                </a:lnTo>
                <a:lnTo>
                  <a:pt x="1219" y="590"/>
                </a:lnTo>
                <a:lnTo>
                  <a:pt x="1220" y="590"/>
                </a:lnTo>
                <a:lnTo>
                  <a:pt x="1220" y="591"/>
                </a:lnTo>
                <a:lnTo>
                  <a:pt x="1221" y="591"/>
                </a:lnTo>
                <a:lnTo>
                  <a:pt x="1221" y="592"/>
                </a:lnTo>
                <a:lnTo>
                  <a:pt x="1222" y="592"/>
                </a:lnTo>
                <a:lnTo>
                  <a:pt x="1222" y="593"/>
                </a:lnTo>
                <a:lnTo>
                  <a:pt x="1223" y="593"/>
                </a:lnTo>
                <a:lnTo>
                  <a:pt x="1224" y="593"/>
                </a:lnTo>
                <a:lnTo>
                  <a:pt x="1224" y="594"/>
                </a:lnTo>
                <a:lnTo>
                  <a:pt x="1225" y="594"/>
                </a:lnTo>
                <a:lnTo>
                  <a:pt x="1225" y="595"/>
                </a:lnTo>
                <a:lnTo>
                  <a:pt x="1225" y="596"/>
                </a:lnTo>
                <a:lnTo>
                  <a:pt x="1226" y="596"/>
                </a:lnTo>
                <a:lnTo>
                  <a:pt x="1226" y="597"/>
                </a:lnTo>
                <a:lnTo>
                  <a:pt x="1226" y="598"/>
                </a:lnTo>
                <a:lnTo>
                  <a:pt x="1226" y="599"/>
                </a:lnTo>
                <a:lnTo>
                  <a:pt x="1225" y="599"/>
                </a:lnTo>
                <a:lnTo>
                  <a:pt x="1225" y="600"/>
                </a:lnTo>
                <a:lnTo>
                  <a:pt x="1224" y="600"/>
                </a:lnTo>
                <a:lnTo>
                  <a:pt x="1224" y="601"/>
                </a:lnTo>
                <a:lnTo>
                  <a:pt x="1224" y="602"/>
                </a:lnTo>
                <a:lnTo>
                  <a:pt x="1223" y="602"/>
                </a:lnTo>
                <a:lnTo>
                  <a:pt x="1223" y="603"/>
                </a:lnTo>
                <a:lnTo>
                  <a:pt x="1222" y="603"/>
                </a:lnTo>
                <a:lnTo>
                  <a:pt x="1222" y="604"/>
                </a:lnTo>
                <a:lnTo>
                  <a:pt x="1221" y="604"/>
                </a:lnTo>
                <a:lnTo>
                  <a:pt x="1221" y="605"/>
                </a:lnTo>
                <a:lnTo>
                  <a:pt x="1220" y="606"/>
                </a:lnTo>
                <a:lnTo>
                  <a:pt x="1219" y="606"/>
                </a:lnTo>
                <a:lnTo>
                  <a:pt x="1218" y="607"/>
                </a:lnTo>
                <a:lnTo>
                  <a:pt x="1217" y="607"/>
                </a:lnTo>
                <a:lnTo>
                  <a:pt x="1217" y="608"/>
                </a:lnTo>
                <a:lnTo>
                  <a:pt x="1217" y="609"/>
                </a:lnTo>
                <a:lnTo>
                  <a:pt x="1217" y="610"/>
                </a:lnTo>
                <a:lnTo>
                  <a:pt x="1217" y="611"/>
                </a:lnTo>
                <a:lnTo>
                  <a:pt x="1217" y="612"/>
                </a:lnTo>
                <a:lnTo>
                  <a:pt x="1216" y="613"/>
                </a:lnTo>
                <a:lnTo>
                  <a:pt x="1215" y="613"/>
                </a:lnTo>
                <a:lnTo>
                  <a:pt x="1214" y="614"/>
                </a:lnTo>
                <a:lnTo>
                  <a:pt x="1213" y="615"/>
                </a:lnTo>
                <a:lnTo>
                  <a:pt x="1213" y="616"/>
                </a:lnTo>
                <a:lnTo>
                  <a:pt x="1212" y="617"/>
                </a:lnTo>
                <a:lnTo>
                  <a:pt x="1211" y="617"/>
                </a:lnTo>
                <a:lnTo>
                  <a:pt x="1211" y="618"/>
                </a:lnTo>
                <a:lnTo>
                  <a:pt x="1210" y="618"/>
                </a:lnTo>
                <a:lnTo>
                  <a:pt x="1209" y="618"/>
                </a:lnTo>
                <a:lnTo>
                  <a:pt x="1209" y="619"/>
                </a:lnTo>
                <a:lnTo>
                  <a:pt x="1208" y="619"/>
                </a:lnTo>
                <a:lnTo>
                  <a:pt x="1208" y="620"/>
                </a:lnTo>
                <a:lnTo>
                  <a:pt x="1208" y="621"/>
                </a:lnTo>
                <a:lnTo>
                  <a:pt x="1208" y="622"/>
                </a:lnTo>
                <a:lnTo>
                  <a:pt x="1207" y="623"/>
                </a:lnTo>
                <a:lnTo>
                  <a:pt x="1207" y="624"/>
                </a:lnTo>
                <a:lnTo>
                  <a:pt x="1206" y="624"/>
                </a:lnTo>
                <a:lnTo>
                  <a:pt x="1205" y="624"/>
                </a:lnTo>
                <a:lnTo>
                  <a:pt x="1203" y="624"/>
                </a:lnTo>
                <a:lnTo>
                  <a:pt x="1203" y="625"/>
                </a:lnTo>
                <a:lnTo>
                  <a:pt x="1202" y="625"/>
                </a:lnTo>
                <a:lnTo>
                  <a:pt x="1202" y="626"/>
                </a:lnTo>
                <a:lnTo>
                  <a:pt x="1201" y="626"/>
                </a:lnTo>
                <a:lnTo>
                  <a:pt x="1201" y="627"/>
                </a:lnTo>
                <a:lnTo>
                  <a:pt x="1200" y="627"/>
                </a:lnTo>
                <a:lnTo>
                  <a:pt x="1199" y="627"/>
                </a:lnTo>
                <a:lnTo>
                  <a:pt x="1197" y="627"/>
                </a:lnTo>
                <a:lnTo>
                  <a:pt x="1196" y="627"/>
                </a:lnTo>
                <a:lnTo>
                  <a:pt x="1195" y="627"/>
                </a:lnTo>
                <a:lnTo>
                  <a:pt x="1194" y="627"/>
                </a:lnTo>
                <a:lnTo>
                  <a:pt x="1193" y="627"/>
                </a:lnTo>
                <a:lnTo>
                  <a:pt x="1193" y="628"/>
                </a:lnTo>
                <a:lnTo>
                  <a:pt x="1192" y="628"/>
                </a:lnTo>
                <a:lnTo>
                  <a:pt x="1191" y="628"/>
                </a:lnTo>
                <a:lnTo>
                  <a:pt x="1189" y="628"/>
                </a:lnTo>
                <a:lnTo>
                  <a:pt x="1189" y="627"/>
                </a:lnTo>
                <a:lnTo>
                  <a:pt x="1189" y="628"/>
                </a:lnTo>
                <a:lnTo>
                  <a:pt x="1188" y="627"/>
                </a:lnTo>
                <a:lnTo>
                  <a:pt x="1187" y="627"/>
                </a:lnTo>
                <a:lnTo>
                  <a:pt x="1186" y="627"/>
                </a:lnTo>
                <a:lnTo>
                  <a:pt x="1185" y="628"/>
                </a:lnTo>
                <a:lnTo>
                  <a:pt x="1184" y="628"/>
                </a:lnTo>
                <a:lnTo>
                  <a:pt x="1183" y="629"/>
                </a:lnTo>
                <a:lnTo>
                  <a:pt x="1182" y="630"/>
                </a:lnTo>
                <a:lnTo>
                  <a:pt x="1181" y="631"/>
                </a:lnTo>
                <a:lnTo>
                  <a:pt x="1180" y="631"/>
                </a:lnTo>
                <a:lnTo>
                  <a:pt x="1180" y="632"/>
                </a:lnTo>
                <a:lnTo>
                  <a:pt x="1179" y="633"/>
                </a:lnTo>
                <a:lnTo>
                  <a:pt x="1179" y="634"/>
                </a:lnTo>
                <a:lnTo>
                  <a:pt x="1179" y="635"/>
                </a:lnTo>
                <a:lnTo>
                  <a:pt x="1178" y="635"/>
                </a:lnTo>
                <a:lnTo>
                  <a:pt x="1178" y="636"/>
                </a:lnTo>
                <a:lnTo>
                  <a:pt x="1177" y="636"/>
                </a:lnTo>
                <a:lnTo>
                  <a:pt x="1177" y="637"/>
                </a:lnTo>
                <a:lnTo>
                  <a:pt x="1176" y="637"/>
                </a:lnTo>
                <a:lnTo>
                  <a:pt x="1175" y="637"/>
                </a:lnTo>
                <a:lnTo>
                  <a:pt x="1174" y="637"/>
                </a:lnTo>
                <a:lnTo>
                  <a:pt x="1173" y="638"/>
                </a:lnTo>
                <a:lnTo>
                  <a:pt x="1172" y="639"/>
                </a:lnTo>
                <a:lnTo>
                  <a:pt x="1172" y="640"/>
                </a:lnTo>
                <a:lnTo>
                  <a:pt x="1171" y="640"/>
                </a:lnTo>
                <a:lnTo>
                  <a:pt x="1171" y="641"/>
                </a:lnTo>
                <a:lnTo>
                  <a:pt x="1171" y="642"/>
                </a:lnTo>
                <a:lnTo>
                  <a:pt x="1171" y="643"/>
                </a:lnTo>
                <a:lnTo>
                  <a:pt x="1170" y="644"/>
                </a:lnTo>
                <a:lnTo>
                  <a:pt x="1170" y="645"/>
                </a:lnTo>
                <a:lnTo>
                  <a:pt x="1170" y="646"/>
                </a:lnTo>
                <a:lnTo>
                  <a:pt x="1170" y="647"/>
                </a:lnTo>
                <a:lnTo>
                  <a:pt x="1170" y="648"/>
                </a:lnTo>
                <a:lnTo>
                  <a:pt x="1171" y="648"/>
                </a:lnTo>
                <a:lnTo>
                  <a:pt x="1171" y="649"/>
                </a:lnTo>
                <a:lnTo>
                  <a:pt x="1172" y="649"/>
                </a:lnTo>
                <a:lnTo>
                  <a:pt x="1173" y="650"/>
                </a:lnTo>
                <a:lnTo>
                  <a:pt x="1174" y="650"/>
                </a:lnTo>
                <a:lnTo>
                  <a:pt x="1175" y="651"/>
                </a:lnTo>
                <a:lnTo>
                  <a:pt x="1175" y="652"/>
                </a:lnTo>
                <a:lnTo>
                  <a:pt x="1176" y="653"/>
                </a:lnTo>
                <a:lnTo>
                  <a:pt x="1176" y="654"/>
                </a:lnTo>
                <a:lnTo>
                  <a:pt x="1176" y="656"/>
                </a:lnTo>
                <a:lnTo>
                  <a:pt x="1176" y="657"/>
                </a:lnTo>
                <a:lnTo>
                  <a:pt x="1176" y="658"/>
                </a:lnTo>
                <a:lnTo>
                  <a:pt x="1176" y="660"/>
                </a:lnTo>
                <a:lnTo>
                  <a:pt x="1176" y="661"/>
                </a:lnTo>
                <a:lnTo>
                  <a:pt x="1176" y="662"/>
                </a:lnTo>
                <a:lnTo>
                  <a:pt x="1175" y="662"/>
                </a:lnTo>
                <a:lnTo>
                  <a:pt x="1174" y="663"/>
                </a:lnTo>
                <a:lnTo>
                  <a:pt x="1173" y="662"/>
                </a:lnTo>
                <a:lnTo>
                  <a:pt x="1173" y="663"/>
                </a:lnTo>
                <a:lnTo>
                  <a:pt x="1170" y="663"/>
                </a:lnTo>
                <a:lnTo>
                  <a:pt x="1170" y="662"/>
                </a:lnTo>
                <a:lnTo>
                  <a:pt x="1169" y="662"/>
                </a:lnTo>
                <a:lnTo>
                  <a:pt x="1169" y="663"/>
                </a:lnTo>
                <a:lnTo>
                  <a:pt x="1168" y="663"/>
                </a:lnTo>
                <a:lnTo>
                  <a:pt x="1168" y="664"/>
                </a:lnTo>
                <a:lnTo>
                  <a:pt x="1167" y="665"/>
                </a:lnTo>
                <a:lnTo>
                  <a:pt x="1167" y="666"/>
                </a:lnTo>
                <a:lnTo>
                  <a:pt x="1166" y="666"/>
                </a:lnTo>
                <a:lnTo>
                  <a:pt x="1166" y="667"/>
                </a:lnTo>
                <a:lnTo>
                  <a:pt x="1167" y="668"/>
                </a:lnTo>
                <a:lnTo>
                  <a:pt x="1166" y="668"/>
                </a:lnTo>
                <a:lnTo>
                  <a:pt x="1166" y="669"/>
                </a:lnTo>
                <a:lnTo>
                  <a:pt x="1166" y="670"/>
                </a:lnTo>
                <a:lnTo>
                  <a:pt x="1165" y="670"/>
                </a:lnTo>
                <a:lnTo>
                  <a:pt x="1165" y="672"/>
                </a:lnTo>
                <a:lnTo>
                  <a:pt x="1163" y="673"/>
                </a:lnTo>
                <a:lnTo>
                  <a:pt x="1162" y="674"/>
                </a:lnTo>
                <a:lnTo>
                  <a:pt x="1161" y="674"/>
                </a:lnTo>
                <a:lnTo>
                  <a:pt x="1161" y="675"/>
                </a:lnTo>
                <a:lnTo>
                  <a:pt x="1161" y="676"/>
                </a:lnTo>
                <a:lnTo>
                  <a:pt x="1162" y="676"/>
                </a:lnTo>
                <a:lnTo>
                  <a:pt x="1162" y="677"/>
                </a:lnTo>
                <a:lnTo>
                  <a:pt x="1162" y="678"/>
                </a:lnTo>
                <a:lnTo>
                  <a:pt x="1163" y="678"/>
                </a:lnTo>
                <a:lnTo>
                  <a:pt x="1162" y="679"/>
                </a:lnTo>
                <a:lnTo>
                  <a:pt x="1162" y="680"/>
                </a:lnTo>
                <a:lnTo>
                  <a:pt x="1161" y="681"/>
                </a:lnTo>
                <a:lnTo>
                  <a:pt x="1160" y="682"/>
                </a:lnTo>
                <a:lnTo>
                  <a:pt x="1160" y="683"/>
                </a:lnTo>
                <a:lnTo>
                  <a:pt x="1160" y="684"/>
                </a:lnTo>
                <a:lnTo>
                  <a:pt x="1159" y="684"/>
                </a:lnTo>
                <a:lnTo>
                  <a:pt x="1159" y="685"/>
                </a:lnTo>
                <a:lnTo>
                  <a:pt x="1160" y="685"/>
                </a:lnTo>
                <a:lnTo>
                  <a:pt x="1160" y="686"/>
                </a:lnTo>
                <a:lnTo>
                  <a:pt x="1159" y="686"/>
                </a:lnTo>
                <a:lnTo>
                  <a:pt x="1159" y="687"/>
                </a:lnTo>
                <a:lnTo>
                  <a:pt x="1159" y="688"/>
                </a:lnTo>
                <a:lnTo>
                  <a:pt x="1159" y="689"/>
                </a:lnTo>
                <a:lnTo>
                  <a:pt x="1158" y="689"/>
                </a:lnTo>
                <a:lnTo>
                  <a:pt x="1158" y="690"/>
                </a:lnTo>
                <a:lnTo>
                  <a:pt x="1158" y="691"/>
                </a:lnTo>
                <a:lnTo>
                  <a:pt x="1158" y="692"/>
                </a:lnTo>
                <a:lnTo>
                  <a:pt x="1159" y="693"/>
                </a:lnTo>
                <a:lnTo>
                  <a:pt x="1159" y="694"/>
                </a:lnTo>
                <a:lnTo>
                  <a:pt x="1160" y="694"/>
                </a:lnTo>
                <a:lnTo>
                  <a:pt x="1160" y="695"/>
                </a:lnTo>
                <a:lnTo>
                  <a:pt x="1160" y="696"/>
                </a:lnTo>
                <a:lnTo>
                  <a:pt x="1159" y="696"/>
                </a:lnTo>
                <a:lnTo>
                  <a:pt x="1159" y="697"/>
                </a:lnTo>
                <a:lnTo>
                  <a:pt x="1158" y="697"/>
                </a:lnTo>
                <a:lnTo>
                  <a:pt x="1158" y="698"/>
                </a:lnTo>
                <a:lnTo>
                  <a:pt x="1158" y="699"/>
                </a:lnTo>
                <a:lnTo>
                  <a:pt x="1158" y="701"/>
                </a:lnTo>
                <a:lnTo>
                  <a:pt x="1158" y="702"/>
                </a:lnTo>
                <a:lnTo>
                  <a:pt x="1158" y="703"/>
                </a:lnTo>
                <a:lnTo>
                  <a:pt x="1159" y="703"/>
                </a:lnTo>
                <a:lnTo>
                  <a:pt x="1159" y="704"/>
                </a:lnTo>
                <a:lnTo>
                  <a:pt x="1158" y="704"/>
                </a:lnTo>
                <a:lnTo>
                  <a:pt x="1158" y="705"/>
                </a:lnTo>
                <a:lnTo>
                  <a:pt x="1158" y="706"/>
                </a:lnTo>
                <a:lnTo>
                  <a:pt x="1157" y="706"/>
                </a:lnTo>
                <a:lnTo>
                  <a:pt x="1157" y="707"/>
                </a:lnTo>
                <a:lnTo>
                  <a:pt x="1157" y="708"/>
                </a:lnTo>
                <a:lnTo>
                  <a:pt x="1157" y="709"/>
                </a:lnTo>
                <a:lnTo>
                  <a:pt x="1156" y="710"/>
                </a:lnTo>
                <a:lnTo>
                  <a:pt x="1155" y="710"/>
                </a:lnTo>
                <a:lnTo>
                  <a:pt x="1154" y="711"/>
                </a:lnTo>
                <a:lnTo>
                  <a:pt x="1153" y="712"/>
                </a:lnTo>
                <a:lnTo>
                  <a:pt x="1152" y="712"/>
                </a:lnTo>
                <a:lnTo>
                  <a:pt x="1151" y="712"/>
                </a:lnTo>
                <a:lnTo>
                  <a:pt x="1150" y="712"/>
                </a:lnTo>
                <a:lnTo>
                  <a:pt x="1150" y="713"/>
                </a:lnTo>
                <a:lnTo>
                  <a:pt x="1149" y="713"/>
                </a:lnTo>
                <a:lnTo>
                  <a:pt x="1148" y="714"/>
                </a:lnTo>
                <a:lnTo>
                  <a:pt x="1148" y="715"/>
                </a:lnTo>
                <a:lnTo>
                  <a:pt x="1147" y="716"/>
                </a:lnTo>
                <a:lnTo>
                  <a:pt x="1148" y="716"/>
                </a:lnTo>
                <a:lnTo>
                  <a:pt x="1147" y="716"/>
                </a:lnTo>
                <a:lnTo>
                  <a:pt x="1147" y="717"/>
                </a:lnTo>
                <a:lnTo>
                  <a:pt x="1147" y="718"/>
                </a:lnTo>
                <a:lnTo>
                  <a:pt x="1147" y="719"/>
                </a:lnTo>
                <a:lnTo>
                  <a:pt x="1146" y="720"/>
                </a:lnTo>
                <a:lnTo>
                  <a:pt x="1146" y="721"/>
                </a:lnTo>
                <a:lnTo>
                  <a:pt x="1145" y="722"/>
                </a:lnTo>
                <a:lnTo>
                  <a:pt x="1144" y="722"/>
                </a:lnTo>
                <a:lnTo>
                  <a:pt x="1144" y="723"/>
                </a:lnTo>
                <a:lnTo>
                  <a:pt x="1144" y="724"/>
                </a:lnTo>
                <a:lnTo>
                  <a:pt x="1143" y="724"/>
                </a:lnTo>
                <a:lnTo>
                  <a:pt x="1143" y="725"/>
                </a:lnTo>
                <a:lnTo>
                  <a:pt x="1142" y="725"/>
                </a:lnTo>
                <a:lnTo>
                  <a:pt x="1142" y="726"/>
                </a:lnTo>
                <a:lnTo>
                  <a:pt x="1142" y="727"/>
                </a:lnTo>
                <a:lnTo>
                  <a:pt x="1142" y="728"/>
                </a:lnTo>
                <a:lnTo>
                  <a:pt x="1142" y="729"/>
                </a:lnTo>
                <a:lnTo>
                  <a:pt x="1143" y="729"/>
                </a:lnTo>
                <a:lnTo>
                  <a:pt x="1144" y="729"/>
                </a:lnTo>
                <a:lnTo>
                  <a:pt x="1145" y="729"/>
                </a:lnTo>
                <a:lnTo>
                  <a:pt x="1146" y="729"/>
                </a:lnTo>
                <a:lnTo>
                  <a:pt x="1147" y="729"/>
                </a:lnTo>
                <a:lnTo>
                  <a:pt x="1147" y="730"/>
                </a:lnTo>
                <a:lnTo>
                  <a:pt x="1148" y="730"/>
                </a:lnTo>
                <a:lnTo>
                  <a:pt x="1148" y="731"/>
                </a:lnTo>
                <a:lnTo>
                  <a:pt x="1149" y="731"/>
                </a:lnTo>
                <a:lnTo>
                  <a:pt x="1150" y="731"/>
                </a:lnTo>
                <a:lnTo>
                  <a:pt x="1150" y="732"/>
                </a:lnTo>
                <a:lnTo>
                  <a:pt x="1150" y="733"/>
                </a:lnTo>
                <a:lnTo>
                  <a:pt x="1151" y="734"/>
                </a:lnTo>
                <a:lnTo>
                  <a:pt x="1151" y="735"/>
                </a:lnTo>
                <a:lnTo>
                  <a:pt x="1151" y="736"/>
                </a:lnTo>
                <a:lnTo>
                  <a:pt x="1150" y="736"/>
                </a:lnTo>
                <a:lnTo>
                  <a:pt x="1149" y="736"/>
                </a:lnTo>
                <a:lnTo>
                  <a:pt x="1149" y="737"/>
                </a:lnTo>
                <a:lnTo>
                  <a:pt x="1148" y="737"/>
                </a:lnTo>
                <a:lnTo>
                  <a:pt x="1147" y="737"/>
                </a:lnTo>
                <a:lnTo>
                  <a:pt x="1146" y="737"/>
                </a:lnTo>
                <a:lnTo>
                  <a:pt x="1145" y="738"/>
                </a:lnTo>
                <a:lnTo>
                  <a:pt x="1144" y="738"/>
                </a:lnTo>
                <a:lnTo>
                  <a:pt x="1144" y="739"/>
                </a:lnTo>
                <a:lnTo>
                  <a:pt x="1144" y="740"/>
                </a:lnTo>
                <a:lnTo>
                  <a:pt x="1145" y="741"/>
                </a:lnTo>
                <a:lnTo>
                  <a:pt x="1146" y="741"/>
                </a:lnTo>
                <a:lnTo>
                  <a:pt x="1147" y="741"/>
                </a:lnTo>
                <a:lnTo>
                  <a:pt x="1148" y="741"/>
                </a:lnTo>
                <a:lnTo>
                  <a:pt x="1148" y="740"/>
                </a:lnTo>
                <a:lnTo>
                  <a:pt x="1148" y="741"/>
                </a:lnTo>
                <a:lnTo>
                  <a:pt x="1149" y="741"/>
                </a:lnTo>
                <a:lnTo>
                  <a:pt x="1148" y="741"/>
                </a:lnTo>
                <a:lnTo>
                  <a:pt x="1148" y="742"/>
                </a:lnTo>
                <a:lnTo>
                  <a:pt x="1148" y="743"/>
                </a:lnTo>
                <a:lnTo>
                  <a:pt x="1147" y="743"/>
                </a:lnTo>
                <a:lnTo>
                  <a:pt x="1147" y="744"/>
                </a:lnTo>
                <a:lnTo>
                  <a:pt x="1147" y="745"/>
                </a:lnTo>
                <a:lnTo>
                  <a:pt x="1148" y="745"/>
                </a:lnTo>
                <a:lnTo>
                  <a:pt x="1148" y="746"/>
                </a:lnTo>
                <a:lnTo>
                  <a:pt x="1149" y="747"/>
                </a:lnTo>
                <a:lnTo>
                  <a:pt x="1148" y="747"/>
                </a:lnTo>
                <a:lnTo>
                  <a:pt x="1148" y="748"/>
                </a:lnTo>
                <a:lnTo>
                  <a:pt x="1148" y="749"/>
                </a:lnTo>
                <a:lnTo>
                  <a:pt x="1147" y="749"/>
                </a:lnTo>
                <a:lnTo>
                  <a:pt x="1146" y="749"/>
                </a:lnTo>
                <a:lnTo>
                  <a:pt x="1145" y="749"/>
                </a:lnTo>
                <a:lnTo>
                  <a:pt x="1144" y="749"/>
                </a:lnTo>
                <a:lnTo>
                  <a:pt x="1143" y="749"/>
                </a:lnTo>
                <a:lnTo>
                  <a:pt x="1143" y="750"/>
                </a:lnTo>
                <a:lnTo>
                  <a:pt x="1144" y="750"/>
                </a:lnTo>
                <a:lnTo>
                  <a:pt x="1145" y="751"/>
                </a:lnTo>
                <a:lnTo>
                  <a:pt x="1144" y="751"/>
                </a:lnTo>
                <a:lnTo>
                  <a:pt x="1143" y="752"/>
                </a:lnTo>
                <a:lnTo>
                  <a:pt x="1143" y="753"/>
                </a:lnTo>
                <a:lnTo>
                  <a:pt x="1143" y="754"/>
                </a:lnTo>
                <a:lnTo>
                  <a:pt x="1142" y="754"/>
                </a:lnTo>
                <a:lnTo>
                  <a:pt x="1141" y="754"/>
                </a:lnTo>
                <a:lnTo>
                  <a:pt x="1140" y="754"/>
                </a:lnTo>
                <a:lnTo>
                  <a:pt x="1140" y="753"/>
                </a:lnTo>
                <a:lnTo>
                  <a:pt x="1141" y="753"/>
                </a:lnTo>
                <a:lnTo>
                  <a:pt x="1141" y="752"/>
                </a:lnTo>
                <a:lnTo>
                  <a:pt x="1140" y="752"/>
                </a:lnTo>
                <a:lnTo>
                  <a:pt x="1140" y="751"/>
                </a:lnTo>
                <a:lnTo>
                  <a:pt x="1139" y="751"/>
                </a:lnTo>
                <a:lnTo>
                  <a:pt x="1138" y="751"/>
                </a:lnTo>
                <a:lnTo>
                  <a:pt x="1138" y="752"/>
                </a:lnTo>
                <a:lnTo>
                  <a:pt x="1138" y="753"/>
                </a:lnTo>
                <a:lnTo>
                  <a:pt x="1138" y="754"/>
                </a:lnTo>
                <a:lnTo>
                  <a:pt x="1137" y="754"/>
                </a:lnTo>
                <a:lnTo>
                  <a:pt x="1137" y="755"/>
                </a:lnTo>
                <a:lnTo>
                  <a:pt x="1136" y="756"/>
                </a:lnTo>
                <a:lnTo>
                  <a:pt x="1135" y="756"/>
                </a:lnTo>
                <a:lnTo>
                  <a:pt x="1135" y="757"/>
                </a:lnTo>
                <a:lnTo>
                  <a:pt x="1134" y="757"/>
                </a:lnTo>
                <a:lnTo>
                  <a:pt x="1133" y="757"/>
                </a:lnTo>
                <a:lnTo>
                  <a:pt x="1132" y="758"/>
                </a:lnTo>
                <a:lnTo>
                  <a:pt x="1131" y="758"/>
                </a:lnTo>
                <a:lnTo>
                  <a:pt x="1130" y="758"/>
                </a:lnTo>
                <a:lnTo>
                  <a:pt x="1129" y="758"/>
                </a:lnTo>
                <a:lnTo>
                  <a:pt x="1128" y="758"/>
                </a:lnTo>
                <a:lnTo>
                  <a:pt x="1128" y="759"/>
                </a:lnTo>
                <a:lnTo>
                  <a:pt x="1128" y="760"/>
                </a:lnTo>
                <a:lnTo>
                  <a:pt x="1128" y="761"/>
                </a:lnTo>
                <a:lnTo>
                  <a:pt x="1128" y="762"/>
                </a:lnTo>
                <a:lnTo>
                  <a:pt x="1128" y="763"/>
                </a:lnTo>
                <a:lnTo>
                  <a:pt x="1129" y="763"/>
                </a:lnTo>
                <a:lnTo>
                  <a:pt x="1129" y="764"/>
                </a:lnTo>
                <a:lnTo>
                  <a:pt x="1130" y="764"/>
                </a:lnTo>
                <a:lnTo>
                  <a:pt x="1130" y="765"/>
                </a:lnTo>
                <a:lnTo>
                  <a:pt x="1131" y="765"/>
                </a:lnTo>
                <a:lnTo>
                  <a:pt x="1131" y="766"/>
                </a:lnTo>
                <a:lnTo>
                  <a:pt x="1132" y="766"/>
                </a:lnTo>
                <a:lnTo>
                  <a:pt x="1132" y="767"/>
                </a:lnTo>
                <a:lnTo>
                  <a:pt x="1133" y="767"/>
                </a:lnTo>
                <a:lnTo>
                  <a:pt x="1132" y="767"/>
                </a:lnTo>
                <a:lnTo>
                  <a:pt x="1132" y="768"/>
                </a:lnTo>
                <a:lnTo>
                  <a:pt x="1133" y="768"/>
                </a:lnTo>
                <a:lnTo>
                  <a:pt x="1133" y="769"/>
                </a:lnTo>
                <a:lnTo>
                  <a:pt x="1132" y="769"/>
                </a:lnTo>
                <a:lnTo>
                  <a:pt x="1131" y="770"/>
                </a:lnTo>
                <a:lnTo>
                  <a:pt x="1131" y="772"/>
                </a:lnTo>
                <a:lnTo>
                  <a:pt x="1130" y="772"/>
                </a:lnTo>
                <a:lnTo>
                  <a:pt x="1129" y="773"/>
                </a:lnTo>
                <a:lnTo>
                  <a:pt x="1128" y="774"/>
                </a:lnTo>
                <a:lnTo>
                  <a:pt x="1127" y="775"/>
                </a:lnTo>
                <a:lnTo>
                  <a:pt x="1127" y="776"/>
                </a:lnTo>
                <a:lnTo>
                  <a:pt x="1127" y="777"/>
                </a:lnTo>
                <a:lnTo>
                  <a:pt x="1127" y="778"/>
                </a:lnTo>
                <a:lnTo>
                  <a:pt x="1127" y="779"/>
                </a:lnTo>
                <a:lnTo>
                  <a:pt x="1126" y="780"/>
                </a:lnTo>
                <a:lnTo>
                  <a:pt x="1126" y="781"/>
                </a:lnTo>
                <a:lnTo>
                  <a:pt x="1125" y="781"/>
                </a:lnTo>
                <a:lnTo>
                  <a:pt x="1125" y="780"/>
                </a:lnTo>
                <a:lnTo>
                  <a:pt x="1124" y="780"/>
                </a:lnTo>
                <a:lnTo>
                  <a:pt x="1123" y="780"/>
                </a:lnTo>
                <a:lnTo>
                  <a:pt x="1122" y="780"/>
                </a:lnTo>
                <a:lnTo>
                  <a:pt x="1121" y="781"/>
                </a:lnTo>
                <a:lnTo>
                  <a:pt x="1120" y="781"/>
                </a:lnTo>
                <a:lnTo>
                  <a:pt x="1120" y="782"/>
                </a:lnTo>
                <a:lnTo>
                  <a:pt x="1120" y="783"/>
                </a:lnTo>
                <a:lnTo>
                  <a:pt x="1121" y="783"/>
                </a:lnTo>
                <a:lnTo>
                  <a:pt x="1121" y="784"/>
                </a:lnTo>
                <a:lnTo>
                  <a:pt x="1121" y="785"/>
                </a:lnTo>
                <a:lnTo>
                  <a:pt x="1120" y="785"/>
                </a:lnTo>
                <a:lnTo>
                  <a:pt x="1120" y="786"/>
                </a:lnTo>
                <a:lnTo>
                  <a:pt x="1119" y="786"/>
                </a:lnTo>
                <a:lnTo>
                  <a:pt x="1119" y="787"/>
                </a:lnTo>
                <a:lnTo>
                  <a:pt x="1119" y="788"/>
                </a:lnTo>
                <a:lnTo>
                  <a:pt x="1118" y="788"/>
                </a:lnTo>
                <a:lnTo>
                  <a:pt x="1117" y="788"/>
                </a:lnTo>
                <a:lnTo>
                  <a:pt x="1117" y="787"/>
                </a:lnTo>
                <a:lnTo>
                  <a:pt x="1116" y="787"/>
                </a:lnTo>
                <a:lnTo>
                  <a:pt x="1116" y="786"/>
                </a:lnTo>
                <a:lnTo>
                  <a:pt x="1115" y="786"/>
                </a:lnTo>
                <a:lnTo>
                  <a:pt x="1115" y="785"/>
                </a:lnTo>
                <a:lnTo>
                  <a:pt x="1113" y="785"/>
                </a:lnTo>
                <a:lnTo>
                  <a:pt x="1113" y="786"/>
                </a:lnTo>
                <a:lnTo>
                  <a:pt x="1112" y="786"/>
                </a:lnTo>
                <a:lnTo>
                  <a:pt x="1111" y="786"/>
                </a:lnTo>
                <a:lnTo>
                  <a:pt x="1111" y="787"/>
                </a:lnTo>
                <a:lnTo>
                  <a:pt x="1111" y="788"/>
                </a:lnTo>
                <a:lnTo>
                  <a:pt x="1112" y="788"/>
                </a:lnTo>
                <a:lnTo>
                  <a:pt x="1112" y="789"/>
                </a:lnTo>
                <a:lnTo>
                  <a:pt x="1111" y="789"/>
                </a:lnTo>
                <a:lnTo>
                  <a:pt x="1111" y="788"/>
                </a:lnTo>
                <a:lnTo>
                  <a:pt x="1110" y="788"/>
                </a:lnTo>
                <a:lnTo>
                  <a:pt x="1110" y="789"/>
                </a:lnTo>
                <a:lnTo>
                  <a:pt x="1109" y="789"/>
                </a:lnTo>
                <a:lnTo>
                  <a:pt x="1109" y="790"/>
                </a:lnTo>
                <a:lnTo>
                  <a:pt x="1110" y="790"/>
                </a:lnTo>
                <a:lnTo>
                  <a:pt x="1110" y="791"/>
                </a:lnTo>
                <a:lnTo>
                  <a:pt x="1110" y="792"/>
                </a:lnTo>
                <a:lnTo>
                  <a:pt x="1109" y="792"/>
                </a:lnTo>
                <a:lnTo>
                  <a:pt x="1109" y="791"/>
                </a:lnTo>
                <a:lnTo>
                  <a:pt x="1108" y="791"/>
                </a:lnTo>
                <a:lnTo>
                  <a:pt x="1108" y="792"/>
                </a:lnTo>
                <a:lnTo>
                  <a:pt x="1108" y="793"/>
                </a:lnTo>
                <a:lnTo>
                  <a:pt x="1108" y="794"/>
                </a:lnTo>
                <a:lnTo>
                  <a:pt x="1108" y="795"/>
                </a:lnTo>
                <a:lnTo>
                  <a:pt x="1108" y="796"/>
                </a:lnTo>
                <a:lnTo>
                  <a:pt x="1109" y="796"/>
                </a:lnTo>
                <a:lnTo>
                  <a:pt x="1110" y="796"/>
                </a:lnTo>
                <a:lnTo>
                  <a:pt x="1111" y="796"/>
                </a:lnTo>
                <a:lnTo>
                  <a:pt x="1111" y="797"/>
                </a:lnTo>
                <a:lnTo>
                  <a:pt x="1111" y="798"/>
                </a:lnTo>
                <a:lnTo>
                  <a:pt x="1110" y="798"/>
                </a:lnTo>
                <a:lnTo>
                  <a:pt x="1110" y="797"/>
                </a:lnTo>
                <a:lnTo>
                  <a:pt x="1109" y="797"/>
                </a:lnTo>
                <a:lnTo>
                  <a:pt x="1108" y="797"/>
                </a:lnTo>
                <a:lnTo>
                  <a:pt x="1108" y="798"/>
                </a:lnTo>
                <a:lnTo>
                  <a:pt x="1108" y="799"/>
                </a:lnTo>
                <a:lnTo>
                  <a:pt x="1107" y="799"/>
                </a:lnTo>
                <a:lnTo>
                  <a:pt x="1107" y="800"/>
                </a:lnTo>
                <a:lnTo>
                  <a:pt x="1108" y="800"/>
                </a:lnTo>
                <a:lnTo>
                  <a:pt x="1109" y="800"/>
                </a:lnTo>
                <a:lnTo>
                  <a:pt x="1109" y="801"/>
                </a:lnTo>
                <a:lnTo>
                  <a:pt x="1109" y="802"/>
                </a:lnTo>
                <a:lnTo>
                  <a:pt x="1108" y="802"/>
                </a:lnTo>
                <a:lnTo>
                  <a:pt x="1107" y="802"/>
                </a:lnTo>
                <a:lnTo>
                  <a:pt x="1106" y="802"/>
                </a:lnTo>
                <a:lnTo>
                  <a:pt x="1106" y="803"/>
                </a:lnTo>
                <a:lnTo>
                  <a:pt x="1105" y="803"/>
                </a:lnTo>
                <a:lnTo>
                  <a:pt x="1105" y="804"/>
                </a:lnTo>
                <a:lnTo>
                  <a:pt x="1105" y="805"/>
                </a:lnTo>
                <a:lnTo>
                  <a:pt x="1104" y="805"/>
                </a:lnTo>
                <a:lnTo>
                  <a:pt x="1104" y="806"/>
                </a:lnTo>
                <a:lnTo>
                  <a:pt x="1105" y="806"/>
                </a:lnTo>
                <a:lnTo>
                  <a:pt x="1105" y="805"/>
                </a:lnTo>
                <a:lnTo>
                  <a:pt x="1106" y="805"/>
                </a:lnTo>
                <a:lnTo>
                  <a:pt x="1107" y="806"/>
                </a:lnTo>
                <a:lnTo>
                  <a:pt x="1108" y="806"/>
                </a:lnTo>
                <a:lnTo>
                  <a:pt x="1109" y="806"/>
                </a:lnTo>
                <a:lnTo>
                  <a:pt x="1109" y="807"/>
                </a:lnTo>
                <a:lnTo>
                  <a:pt x="1109" y="808"/>
                </a:lnTo>
                <a:lnTo>
                  <a:pt x="1110" y="808"/>
                </a:lnTo>
                <a:lnTo>
                  <a:pt x="1110" y="809"/>
                </a:lnTo>
                <a:lnTo>
                  <a:pt x="1109" y="809"/>
                </a:lnTo>
                <a:lnTo>
                  <a:pt x="1109" y="810"/>
                </a:lnTo>
                <a:lnTo>
                  <a:pt x="1108" y="810"/>
                </a:lnTo>
                <a:lnTo>
                  <a:pt x="1107" y="810"/>
                </a:lnTo>
                <a:lnTo>
                  <a:pt x="1106" y="810"/>
                </a:lnTo>
                <a:lnTo>
                  <a:pt x="1106" y="811"/>
                </a:lnTo>
                <a:lnTo>
                  <a:pt x="1106" y="812"/>
                </a:lnTo>
                <a:lnTo>
                  <a:pt x="1107" y="812"/>
                </a:lnTo>
                <a:lnTo>
                  <a:pt x="1108" y="812"/>
                </a:lnTo>
                <a:lnTo>
                  <a:pt x="1108" y="813"/>
                </a:lnTo>
                <a:lnTo>
                  <a:pt x="1109" y="813"/>
                </a:lnTo>
                <a:lnTo>
                  <a:pt x="1109" y="814"/>
                </a:lnTo>
                <a:lnTo>
                  <a:pt x="1108" y="814"/>
                </a:lnTo>
                <a:lnTo>
                  <a:pt x="1107" y="814"/>
                </a:lnTo>
                <a:lnTo>
                  <a:pt x="1107" y="813"/>
                </a:lnTo>
                <a:lnTo>
                  <a:pt x="1106" y="813"/>
                </a:lnTo>
                <a:lnTo>
                  <a:pt x="1105" y="813"/>
                </a:lnTo>
                <a:lnTo>
                  <a:pt x="1104" y="813"/>
                </a:lnTo>
                <a:lnTo>
                  <a:pt x="1104" y="814"/>
                </a:lnTo>
                <a:lnTo>
                  <a:pt x="1103" y="814"/>
                </a:lnTo>
                <a:lnTo>
                  <a:pt x="1103" y="815"/>
                </a:lnTo>
                <a:lnTo>
                  <a:pt x="1103" y="816"/>
                </a:lnTo>
                <a:lnTo>
                  <a:pt x="1102" y="816"/>
                </a:lnTo>
                <a:lnTo>
                  <a:pt x="1103" y="816"/>
                </a:lnTo>
                <a:lnTo>
                  <a:pt x="1103" y="817"/>
                </a:lnTo>
                <a:lnTo>
                  <a:pt x="1104" y="817"/>
                </a:lnTo>
                <a:lnTo>
                  <a:pt x="1104" y="818"/>
                </a:lnTo>
                <a:lnTo>
                  <a:pt x="1103" y="818"/>
                </a:lnTo>
                <a:lnTo>
                  <a:pt x="1103" y="819"/>
                </a:lnTo>
                <a:lnTo>
                  <a:pt x="1102" y="818"/>
                </a:lnTo>
                <a:lnTo>
                  <a:pt x="1101" y="819"/>
                </a:lnTo>
                <a:lnTo>
                  <a:pt x="1101" y="818"/>
                </a:lnTo>
                <a:lnTo>
                  <a:pt x="1100" y="818"/>
                </a:lnTo>
                <a:lnTo>
                  <a:pt x="1100" y="819"/>
                </a:lnTo>
                <a:lnTo>
                  <a:pt x="1100" y="818"/>
                </a:lnTo>
                <a:lnTo>
                  <a:pt x="1099" y="818"/>
                </a:lnTo>
                <a:lnTo>
                  <a:pt x="1099" y="819"/>
                </a:lnTo>
                <a:lnTo>
                  <a:pt x="1098" y="819"/>
                </a:lnTo>
                <a:lnTo>
                  <a:pt x="1097" y="819"/>
                </a:lnTo>
                <a:lnTo>
                  <a:pt x="1097" y="820"/>
                </a:lnTo>
                <a:lnTo>
                  <a:pt x="1096" y="820"/>
                </a:lnTo>
                <a:lnTo>
                  <a:pt x="1096" y="821"/>
                </a:lnTo>
                <a:lnTo>
                  <a:pt x="1096" y="820"/>
                </a:lnTo>
                <a:lnTo>
                  <a:pt x="1095" y="820"/>
                </a:lnTo>
                <a:lnTo>
                  <a:pt x="1095" y="821"/>
                </a:lnTo>
                <a:lnTo>
                  <a:pt x="1094" y="821"/>
                </a:lnTo>
                <a:lnTo>
                  <a:pt x="1093" y="821"/>
                </a:lnTo>
                <a:lnTo>
                  <a:pt x="1092" y="821"/>
                </a:lnTo>
                <a:lnTo>
                  <a:pt x="1093" y="821"/>
                </a:lnTo>
                <a:lnTo>
                  <a:pt x="1093" y="822"/>
                </a:lnTo>
                <a:lnTo>
                  <a:pt x="1092" y="822"/>
                </a:lnTo>
                <a:lnTo>
                  <a:pt x="1092" y="821"/>
                </a:lnTo>
                <a:lnTo>
                  <a:pt x="1092" y="822"/>
                </a:lnTo>
                <a:lnTo>
                  <a:pt x="1091" y="822"/>
                </a:lnTo>
                <a:lnTo>
                  <a:pt x="1091" y="823"/>
                </a:lnTo>
                <a:lnTo>
                  <a:pt x="1090" y="822"/>
                </a:lnTo>
                <a:lnTo>
                  <a:pt x="1090" y="823"/>
                </a:lnTo>
                <a:lnTo>
                  <a:pt x="1089" y="823"/>
                </a:lnTo>
                <a:lnTo>
                  <a:pt x="1089" y="824"/>
                </a:lnTo>
                <a:lnTo>
                  <a:pt x="1088" y="824"/>
                </a:lnTo>
                <a:lnTo>
                  <a:pt x="1087" y="824"/>
                </a:lnTo>
                <a:lnTo>
                  <a:pt x="1086" y="824"/>
                </a:lnTo>
                <a:lnTo>
                  <a:pt x="1086" y="825"/>
                </a:lnTo>
                <a:lnTo>
                  <a:pt x="1085" y="825"/>
                </a:lnTo>
                <a:lnTo>
                  <a:pt x="1085" y="824"/>
                </a:lnTo>
                <a:lnTo>
                  <a:pt x="1085" y="825"/>
                </a:lnTo>
                <a:lnTo>
                  <a:pt x="1085" y="824"/>
                </a:lnTo>
                <a:lnTo>
                  <a:pt x="1084" y="824"/>
                </a:lnTo>
                <a:lnTo>
                  <a:pt x="1084" y="825"/>
                </a:lnTo>
                <a:lnTo>
                  <a:pt x="1084" y="826"/>
                </a:lnTo>
                <a:lnTo>
                  <a:pt x="1083" y="826"/>
                </a:lnTo>
                <a:lnTo>
                  <a:pt x="1082" y="826"/>
                </a:lnTo>
                <a:lnTo>
                  <a:pt x="1083" y="826"/>
                </a:lnTo>
                <a:lnTo>
                  <a:pt x="1083" y="827"/>
                </a:lnTo>
                <a:lnTo>
                  <a:pt x="1082" y="827"/>
                </a:lnTo>
                <a:lnTo>
                  <a:pt x="1083" y="828"/>
                </a:lnTo>
                <a:lnTo>
                  <a:pt x="1082" y="828"/>
                </a:lnTo>
                <a:lnTo>
                  <a:pt x="1082" y="829"/>
                </a:lnTo>
                <a:lnTo>
                  <a:pt x="1081" y="829"/>
                </a:lnTo>
                <a:lnTo>
                  <a:pt x="1081" y="830"/>
                </a:lnTo>
                <a:lnTo>
                  <a:pt x="1081" y="829"/>
                </a:lnTo>
                <a:lnTo>
                  <a:pt x="1082" y="829"/>
                </a:lnTo>
                <a:lnTo>
                  <a:pt x="1082" y="830"/>
                </a:lnTo>
                <a:lnTo>
                  <a:pt x="1081" y="830"/>
                </a:lnTo>
                <a:lnTo>
                  <a:pt x="1080" y="831"/>
                </a:lnTo>
                <a:lnTo>
                  <a:pt x="1080" y="832"/>
                </a:lnTo>
                <a:lnTo>
                  <a:pt x="1081" y="832"/>
                </a:lnTo>
                <a:lnTo>
                  <a:pt x="1080" y="832"/>
                </a:lnTo>
                <a:lnTo>
                  <a:pt x="1079" y="832"/>
                </a:lnTo>
                <a:lnTo>
                  <a:pt x="1079" y="833"/>
                </a:lnTo>
                <a:lnTo>
                  <a:pt x="1080" y="833"/>
                </a:lnTo>
                <a:lnTo>
                  <a:pt x="1079" y="833"/>
                </a:lnTo>
                <a:lnTo>
                  <a:pt x="1078" y="833"/>
                </a:lnTo>
                <a:lnTo>
                  <a:pt x="1078" y="834"/>
                </a:lnTo>
                <a:lnTo>
                  <a:pt x="1079" y="834"/>
                </a:lnTo>
                <a:lnTo>
                  <a:pt x="1078" y="834"/>
                </a:lnTo>
                <a:lnTo>
                  <a:pt x="1078" y="835"/>
                </a:lnTo>
                <a:lnTo>
                  <a:pt x="1079" y="835"/>
                </a:lnTo>
                <a:lnTo>
                  <a:pt x="1079" y="836"/>
                </a:lnTo>
                <a:lnTo>
                  <a:pt x="1078" y="836"/>
                </a:lnTo>
                <a:lnTo>
                  <a:pt x="1079" y="836"/>
                </a:lnTo>
                <a:lnTo>
                  <a:pt x="1079" y="837"/>
                </a:lnTo>
                <a:lnTo>
                  <a:pt x="1078" y="837"/>
                </a:lnTo>
                <a:lnTo>
                  <a:pt x="1078" y="838"/>
                </a:lnTo>
                <a:lnTo>
                  <a:pt x="1079" y="838"/>
                </a:lnTo>
                <a:lnTo>
                  <a:pt x="1079" y="839"/>
                </a:lnTo>
                <a:lnTo>
                  <a:pt x="1078" y="839"/>
                </a:lnTo>
                <a:lnTo>
                  <a:pt x="1078" y="840"/>
                </a:lnTo>
                <a:lnTo>
                  <a:pt x="1078" y="839"/>
                </a:lnTo>
                <a:lnTo>
                  <a:pt x="1077" y="839"/>
                </a:lnTo>
                <a:lnTo>
                  <a:pt x="1077" y="840"/>
                </a:lnTo>
                <a:lnTo>
                  <a:pt x="1077" y="841"/>
                </a:lnTo>
                <a:lnTo>
                  <a:pt x="1076" y="841"/>
                </a:lnTo>
                <a:lnTo>
                  <a:pt x="1076" y="842"/>
                </a:lnTo>
                <a:lnTo>
                  <a:pt x="1077" y="842"/>
                </a:lnTo>
                <a:lnTo>
                  <a:pt x="1077" y="843"/>
                </a:lnTo>
                <a:lnTo>
                  <a:pt x="1076" y="843"/>
                </a:lnTo>
                <a:lnTo>
                  <a:pt x="1076" y="844"/>
                </a:lnTo>
                <a:lnTo>
                  <a:pt x="1075" y="844"/>
                </a:lnTo>
                <a:lnTo>
                  <a:pt x="1075" y="845"/>
                </a:lnTo>
                <a:lnTo>
                  <a:pt x="1076" y="845"/>
                </a:lnTo>
                <a:lnTo>
                  <a:pt x="1076" y="846"/>
                </a:lnTo>
                <a:lnTo>
                  <a:pt x="1075" y="846"/>
                </a:lnTo>
                <a:lnTo>
                  <a:pt x="1076" y="846"/>
                </a:lnTo>
                <a:lnTo>
                  <a:pt x="1075" y="846"/>
                </a:lnTo>
                <a:lnTo>
                  <a:pt x="1075" y="847"/>
                </a:lnTo>
                <a:lnTo>
                  <a:pt x="1074" y="847"/>
                </a:lnTo>
                <a:lnTo>
                  <a:pt x="1075" y="847"/>
                </a:lnTo>
                <a:lnTo>
                  <a:pt x="1075" y="848"/>
                </a:lnTo>
                <a:lnTo>
                  <a:pt x="1074" y="848"/>
                </a:lnTo>
                <a:lnTo>
                  <a:pt x="1075" y="848"/>
                </a:lnTo>
                <a:lnTo>
                  <a:pt x="1075" y="849"/>
                </a:lnTo>
                <a:lnTo>
                  <a:pt x="1074" y="849"/>
                </a:lnTo>
                <a:lnTo>
                  <a:pt x="1074" y="850"/>
                </a:lnTo>
                <a:lnTo>
                  <a:pt x="1075" y="849"/>
                </a:lnTo>
                <a:lnTo>
                  <a:pt x="1075" y="850"/>
                </a:lnTo>
                <a:lnTo>
                  <a:pt x="1076" y="850"/>
                </a:lnTo>
                <a:lnTo>
                  <a:pt x="1074" y="850"/>
                </a:lnTo>
                <a:lnTo>
                  <a:pt x="1074" y="851"/>
                </a:lnTo>
                <a:lnTo>
                  <a:pt x="1074" y="852"/>
                </a:lnTo>
                <a:lnTo>
                  <a:pt x="1074" y="851"/>
                </a:lnTo>
                <a:lnTo>
                  <a:pt x="1075" y="851"/>
                </a:lnTo>
                <a:lnTo>
                  <a:pt x="1075" y="852"/>
                </a:lnTo>
                <a:lnTo>
                  <a:pt x="1074" y="852"/>
                </a:lnTo>
                <a:lnTo>
                  <a:pt x="1075" y="852"/>
                </a:lnTo>
                <a:lnTo>
                  <a:pt x="1075" y="853"/>
                </a:lnTo>
                <a:lnTo>
                  <a:pt x="1075" y="854"/>
                </a:lnTo>
                <a:lnTo>
                  <a:pt x="1075" y="853"/>
                </a:lnTo>
                <a:lnTo>
                  <a:pt x="1076" y="853"/>
                </a:lnTo>
                <a:lnTo>
                  <a:pt x="1076" y="854"/>
                </a:lnTo>
                <a:lnTo>
                  <a:pt x="1077" y="854"/>
                </a:lnTo>
                <a:lnTo>
                  <a:pt x="1077" y="855"/>
                </a:lnTo>
                <a:lnTo>
                  <a:pt x="1076" y="855"/>
                </a:lnTo>
                <a:lnTo>
                  <a:pt x="1077" y="855"/>
                </a:lnTo>
                <a:lnTo>
                  <a:pt x="1077" y="856"/>
                </a:lnTo>
                <a:lnTo>
                  <a:pt x="1077" y="857"/>
                </a:lnTo>
                <a:lnTo>
                  <a:pt x="1078" y="857"/>
                </a:lnTo>
                <a:lnTo>
                  <a:pt x="1078" y="858"/>
                </a:lnTo>
                <a:lnTo>
                  <a:pt x="1077" y="858"/>
                </a:lnTo>
                <a:lnTo>
                  <a:pt x="1078" y="858"/>
                </a:lnTo>
                <a:lnTo>
                  <a:pt x="1078" y="859"/>
                </a:lnTo>
                <a:lnTo>
                  <a:pt x="1077" y="859"/>
                </a:lnTo>
                <a:lnTo>
                  <a:pt x="1077" y="860"/>
                </a:lnTo>
                <a:lnTo>
                  <a:pt x="1078" y="860"/>
                </a:lnTo>
                <a:lnTo>
                  <a:pt x="1078" y="861"/>
                </a:lnTo>
                <a:lnTo>
                  <a:pt x="1077" y="861"/>
                </a:lnTo>
                <a:lnTo>
                  <a:pt x="1078" y="861"/>
                </a:lnTo>
                <a:lnTo>
                  <a:pt x="1078" y="862"/>
                </a:lnTo>
                <a:lnTo>
                  <a:pt x="1077" y="862"/>
                </a:lnTo>
                <a:lnTo>
                  <a:pt x="1077" y="863"/>
                </a:lnTo>
                <a:lnTo>
                  <a:pt x="1077" y="862"/>
                </a:lnTo>
                <a:lnTo>
                  <a:pt x="1078" y="862"/>
                </a:lnTo>
                <a:lnTo>
                  <a:pt x="1078" y="863"/>
                </a:lnTo>
                <a:lnTo>
                  <a:pt x="1078" y="864"/>
                </a:lnTo>
                <a:lnTo>
                  <a:pt x="1077" y="864"/>
                </a:lnTo>
                <a:lnTo>
                  <a:pt x="1076" y="864"/>
                </a:lnTo>
                <a:lnTo>
                  <a:pt x="1075" y="864"/>
                </a:lnTo>
                <a:lnTo>
                  <a:pt x="1075" y="865"/>
                </a:lnTo>
                <a:lnTo>
                  <a:pt x="1074" y="865"/>
                </a:lnTo>
                <a:lnTo>
                  <a:pt x="1074" y="866"/>
                </a:lnTo>
                <a:lnTo>
                  <a:pt x="1075" y="866"/>
                </a:lnTo>
                <a:lnTo>
                  <a:pt x="1074" y="866"/>
                </a:lnTo>
                <a:lnTo>
                  <a:pt x="1074" y="867"/>
                </a:lnTo>
                <a:lnTo>
                  <a:pt x="1073" y="867"/>
                </a:lnTo>
                <a:lnTo>
                  <a:pt x="1074" y="867"/>
                </a:lnTo>
                <a:lnTo>
                  <a:pt x="1073" y="867"/>
                </a:lnTo>
                <a:lnTo>
                  <a:pt x="1072" y="867"/>
                </a:lnTo>
                <a:lnTo>
                  <a:pt x="1071" y="868"/>
                </a:lnTo>
                <a:lnTo>
                  <a:pt x="1072" y="868"/>
                </a:lnTo>
                <a:lnTo>
                  <a:pt x="1071" y="868"/>
                </a:lnTo>
                <a:lnTo>
                  <a:pt x="1071" y="869"/>
                </a:lnTo>
                <a:lnTo>
                  <a:pt x="1070" y="869"/>
                </a:lnTo>
                <a:lnTo>
                  <a:pt x="1069" y="870"/>
                </a:lnTo>
                <a:lnTo>
                  <a:pt x="1070" y="870"/>
                </a:lnTo>
                <a:lnTo>
                  <a:pt x="1069" y="870"/>
                </a:lnTo>
                <a:lnTo>
                  <a:pt x="1070" y="870"/>
                </a:lnTo>
                <a:lnTo>
                  <a:pt x="1070" y="871"/>
                </a:lnTo>
                <a:lnTo>
                  <a:pt x="1069" y="871"/>
                </a:lnTo>
                <a:lnTo>
                  <a:pt x="1069" y="872"/>
                </a:lnTo>
                <a:lnTo>
                  <a:pt x="1069" y="871"/>
                </a:lnTo>
                <a:lnTo>
                  <a:pt x="1068" y="871"/>
                </a:lnTo>
                <a:lnTo>
                  <a:pt x="1068" y="872"/>
                </a:lnTo>
                <a:lnTo>
                  <a:pt x="1067" y="872"/>
                </a:lnTo>
                <a:lnTo>
                  <a:pt x="1066" y="872"/>
                </a:lnTo>
                <a:lnTo>
                  <a:pt x="1066" y="873"/>
                </a:lnTo>
                <a:lnTo>
                  <a:pt x="1065" y="873"/>
                </a:lnTo>
                <a:lnTo>
                  <a:pt x="1064" y="873"/>
                </a:lnTo>
                <a:lnTo>
                  <a:pt x="1064" y="874"/>
                </a:lnTo>
                <a:lnTo>
                  <a:pt x="1064" y="875"/>
                </a:lnTo>
                <a:lnTo>
                  <a:pt x="1063" y="875"/>
                </a:lnTo>
                <a:lnTo>
                  <a:pt x="1063" y="874"/>
                </a:lnTo>
                <a:lnTo>
                  <a:pt x="1062" y="874"/>
                </a:lnTo>
                <a:lnTo>
                  <a:pt x="1062" y="875"/>
                </a:lnTo>
                <a:lnTo>
                  <a:pt x="1061" y="875"/>
                </a:lnTo>
                <a:lnTo>
                  <a:pt x="1062" y="875"/>
                </a:lnTo>
                <a:lnTo>
                  <a:pt x="1061" y="875"/>
                </a:lnTo>
                <a:lnTo>
                  <a:pt x="1061" y="874"/>
                </a:lnTo>
                <a:lnTo>
                  <a:pt x="1060" y="874"/>
                </a:lnTo>
                <a:lnTo>
                  <a:pt x="1059" y="874"/>
                </a:lnTo>
                <a:lnTo>
                  <a:pt x="1058" y="874"/>
                </a:lnTo>
                <a:lnTo>
                  <a:pt x="1058" y="873"/>
                </a:lnTo>
                <a:lnTo>
                  <a:pt x="1058" y="874"/>
                </a:lnTo>
                <a:lnTo>
                  <a:pt x="1057" y="873"/>
                </a:lnTo>
                <a:lnTo>
                  <a:pt x="1056" y="873"/>
                </a:lnTo>
                <a:lnTo>
                  <a:pt x="1056" y="872"/>
                </a:lnTo>
                <a:lnTo>
                  <a:pt x="1055" y="872"/>
                </a:lnTo>
                <a:lnTo>
                  <a:pt x="1054" y="871"/>
                </a:lnTo>
                <a:lnTo>
                  <a:pt x="1053" y="871"/>
                </a:lnTo>
                <a:lnTo>
                  <a:pt x="1054" y="871"/>
                </a:lnTo>
                <a:lnTo>
                  <a:pt x="1053" y="871"/>
                </a:lnTo>
                <a:lnTo>
                  <a:pt x="976" y="851"/>
                </a:lnTo>
                <a:lnTo>
                  <a:pt x="975" y="849"/>
                </a:lnTo>
                <a:lnTo>
                  <a:pt x="974" y="849"/>
                </a:lnTo>
                <a:lnTo>
                  <a:pt x="973" y="849"/>
                </a:lnTo>
                <a:lnTo>
                  <a:pt x="972" y="849"/>
                </a:lnTo>
                <a:lnTo>
                  <a:pt x="971" y="848"/>
                </a:lnTo>
                <a:lnTo>
                  <a:pt x="970" y="848"/>
                </a:lnTo>
                <a:lnTo>
                  <a:pt x="969" y="848"/>
                </a:lnTo>
                <a:lnTo>
                  <a:pt x="969" y="847"/>
                </a:lnTo>
                <a:lnTo>
                  <a:pt x="969" y="845"/>
                </a:lnTo>
                <a:lnTo>
                  <a:pt x="968" y="844"/>
                </a:lnTo>
                <a:lnTo>
                  <a:pt x="968" y="843"/>
                </a:lnTo>
                <a:lnTo>
                  <a:pt x="968" y="842"/>
                </a:lnTo>
                <a:lnTo>
                  <a:pt x="966" y="842"/>
                </a:lnTo>
                <a:lnTo>
                  <a:pt x="965" y="842"/>
                </a:lnTo>
                <a:lnTo>
                  <a:pt x="964" y="842"/>
                </a:lnTo>
                <a:lnTo>
                  <a:pt x="964" y="843"/>
                </a:lnTo>
                <a:lnTo>
                  <a:pt x="963" y="844"/>
                </a:lnTo>
                <a:lnTo>
                  <a:pt x="962" y="844"/>
                </a:lnTo>
                <a:lnTo>
                  <a:pt x="961" y="845"/>
                </a:lnTo>
                <a:lnTo>
                  <a:pt x="960" y="845"/>
                </a:lnTo>
                <a:lnTo>
                  <a:pt x="960" y="846"/>
                </a:lnTo>
                <a:lnTo>
                  <a:pt x="960" y="847"/>
                </a:lnTo>
                <a:lnTo>
                  <a:pt x="958" y="849"/>
                </a:lnTo>
                <a:lnTo>
                  <a:pt x="957" y="850"/>
                </a:lnTo>
                <a:lnTo>
                  <a:pt x="957" y="851"/>
                </a:lnTo>
                <a:lnTo>
                  <a:pt x="956" y="852"/>
                </a:lnTo>
                <a:lnTo>
                  <a:pt x="956" y="853"/>
                </a:lnTo>
                <a:lnTo>
                  <a:pt x="956" y="854"/>
                </a:lnTo>
                <a:lnTo>
                  <a:pt x="956" y="855"/>
                </a:lnTo>
                <a:lnTo>
                  <a:pt x="955" y="855"/>
                </a:lnTo>
                <a:lnTo>
                  <a:pt x="954" y="855"/>
                </a:lnTo>
                <a:lnTo>
                  <a:pt x="953" y="855"/>
                </a:lnTo>
                <a:lnTo>
                  <a:pt x="953" y="854"/>
                </a:lnTo>
                <a:lnTo>
                  <a:pt x="951" y="854"/>
                </a:lnTo>
                <a:lnTo>
                  <a:pt x="950" y="854"/>
                </a:lnTo>
                <a:lnTo>
                  <a:pt x="948" y="855"/>
                </a:lnTo>
                <a:lnTo>
                  <a:pt x="947" y="855"/>
                </a:lnTo>
                <a:lnTo>
                  <a:pt x="946" y="855"/>
                </a:lnTo>
                <a:lnTo>
                  <a:pt x="945" y="857"/>
                </a:lnTo>
                <a:lnTo>
                  <a:pt x="945" y="859"/>
                </a:lnTo>
                <a:lnTo>
                  <a:pt x="944" y="860"/>
                </a:lnTo>
                <a:lnTo>
                  <a:pt x="944" y="861"/>
                </a:lnTo>
                <a:lnTo>
                  <a:pt x="945" y="861"/>
                </a:lnTo>
                <a:lnTo>
                  <a:pt x="947" y="862"/>
                </a:lnTo>
                <a:lnTo>
                  <a:pt x="947" y="863"/>
                </a:lnTo>
                <a:lnTo>
                  <a:pt x="947" y="864"/>
                </a:lnTo>
                <a:lnTo>
                  <a:pt x="947" y="865"/>
                </a:lnTo>
                <a:lnTo>
                  <a:pt x="946" y="866"/>
                </a:lnTo>
                <a:lnTo>
                  <a:pt x="945" y="866"/>
                </a:lnTo>
                <a:lnTo>
                  <a:pt x="943" y="868"/>
                </a:lnTo>
                <a:lnTo>
                  <a:pt x="942" y="869"/>
                </a:lnTo>
                <a:lnTo>
                  <a:pt x="940" y="870"/>
                </a:lnTo>
                <a:lnTo>
                  <a:pt x="940" y="871"/>
                </a:lnTo>
                <a:lnTo>
                  <a:pt x="937" y="872"/>
                </a:lnTo>
                <a:lnTo>
                  <a:pt x="936" y="872"/>
                </a:lnTo>
                <a:lnTo>
                  <a:pt x="936" y="873"/>
                </a:lnTo>
                <a:lnTo>
                  <a:pt x="936" y="874"/>
                </a:lnTo>
                <a:lnTo>
                  <a:pt x="935" y="875"/>
                </a:lnTo>
                <a:lnTo>
                  <a:pt x="934" y="875"/>
                </a:lnTo>
                <a:lnTo>
                  <a:pt x="933" y="875"/>
                </a:lnTo>
                <a:lnTo>
                  <a:pt x="932" y="875"/>
                </a:lnTo>
                <a:lnTo>
                  <a:pt x="932" y="876"/>
                </a:lnTo>
                <a:lnTo>
                  <a:pt x="931" y="876"/>
                </a:lnTo>
                <a:lnTo>
                  <a:pt x="930" y="877"/>
                </a:lnTo>
                <a:lnTo>
                  <a:pt x="929" y="877"/>
                </a:lnTo>
                <a:lnTo>
                  <a:pt x="929" y="878"/>
                </a:lnTo>
                <a:lnTo>
                  <a:pt x="929" y="879"/>
                </a:lnTo>
                <a:lnTo>
                  <a:pt x="930" y="879"/>
                </a:lnTo>
                <a:lnTo>
                  <a:pt x="930" y="880"/>
                </a:lnTo>
                <a:lnTo>
                  <a:pt x="929" y="881"/>
                </a:lnTo>
                <a:lnTo>
                  <a:pt x="928" y="881"/>
                </a:lnTo>
                <a:lnTo>
                  <a:pt x="927" y="881"/>
                </a:lnTo>
                <a:lnTo>
                  <a:pt x="926" y="880"/>
                </a:lnTo>
                <a:lnTo>
                  <a:pt x="924" y="880"/>
                </a:lnTo>
                <a:lnTo>
                  <a:pt x="923" y="880"/>
                </a:lnTo>
                <a:lnTo>
                  <a:pt x="923" y="879"/>
                </a:lnTo>
                <a:lnTo>
                  <a:pt x="922" y="879"/>
                </a:lnTo>
                <a:lnTo>
                  <a:pt x="921" y="879"/>
                </a:lnTo>
                <a:lnTo>
                  <a:pt x="920" y="879"/>
                </a:lnTo>
                <a:lnTo>
                  <a:pt x="919" y="879"/>
                </a:lnTo>
                <a:lnTo>
                  <a:pt x="918" y="878"/>
                </a:lnTo>
                <a:lnTo>
                  <a:pt x="917" y="878"/>
                </a:lnTo>
                <a:lnTo>
                  <a:pt x="916" y="879"/>
                </a:lnTo>
                <a:lnTo>
                  <a:pt x="915" y="880"/>
                </a:lnTo>
                <a:lnTo>
                  <a:pt x="914" y="880"/>
                </a:lnTo>
                <a:lnTo>
                  <a:pt x="913" y="881"/>
                </a:lnTo>
                <a:lnTo>
                  <a:pt x="913" y="882"/>
                </a:lnTo>
                <a:lnTo>
                  <a:pt x="912" y="882"/>
                </a:lnTo>
                <a:lnTo>
                  <a:pt x="912" y="883"/>
                </a:lnTo>
                <a:lnTo>
                  <a:pt x="911" y="884"/>
                </a:lnTo>
                <a:lnTo>
                  <a:pt x="910" y="885"/>
                </a:lnTo>
                <a:lnTo>
                  <a:pt x="909" y="885"/>
                </a:lnTo>
                <a:lnTo>
                  <a:pt x="909" y="884"/>
                </a:lnTo>
                <a:lnTo>
                  <a:pt x="908" y="884"/>
                </a:lnTo>
                <a:lnTo>
                  <a:pt x="907" y="885"/>
                </a:lnTo>
                <a:lnTo>
                  <a:pt x="906" y="885"/>
                </a:lnTo>
                <a:lnTo>
                  <a:pt x="905" y="885"/>
                </a:lnTo>
                <a:lnTo>
                  <a:pt x="904" y="886"/>
                </a:lnTo>
                <a:lnTo>
                  <a:pt x="904" y="885"/>
                </a:lnTo>
                <a:lnTo>
                  <a:pt x="903" y="885"/>
                </a:lnTo>
                <a:lnTo>
                  <a:pt x="903" y="884"/>
                </a:lnTo>
                <a:lnTo>
                  <a:pt x="902" y="884"/>
                </a:lnTo>
                <a:lnTo>
                  <a:pt x="901" y="884"/>
                </a:lnTo>
                <a:lnTo>
                  <a:pt x="900" y="884"/>
                </a:lnTo>
                <a:lnTo>
                  <a:pt x="900" y="883"/>
                </a:lnTo>
                <a:lnTo>
                  <a:pt x="899" y="883"/>
                </a:lnTo>
                <a:lnTo>
                  <a:pt x="898" y="883"/>
                </a:lnTo>
                <a:lnTo>
                  <a:pt x="897" y="884"/>
                </a:lnTo>
                <a:lnTo>
                  <a:pt x="896" y="884"/>
                </a:lnTo>
                <a:lnTo>
                  <a:pt x="894" y="884"/>
                </a:lnTo>
                <a:lnTo>
                  <a:pt x="893" y="884"/>
                </a:lnTo>
                <a:lnTo>
                  <a:pt x="893" y="885"/>
                </a:lnTo>
                <a:lnTo>
                  <a:pt x="893" y="886"/>
                </a:lnTo>
                <a:lnTo>
                  <a:pt x="893" y="887"/>
                </a:lnTo>
                <a:lnTo>
                  <a:pt x="894" y="888"/>
                </a:lnTo>
                <a:lnTo>
                  <a:pt x="892" y="888"/>
                </a:lnTo>
                <a:lnTo>
                  <a:pt x="891" y="889"/>
                </a:lnTo>
                <a:lnTo>
                  <a:pt x="890" y="890"/>
                </a:lnTo>
                <a:lnTo>
                  <a:pt x="889" y="890"/>
                </a:lnTo>
                <a:lnTo>
                  <a:pt x="888" y="890"/>
                </a:lnTo>
                <a:lnTo>
                  <a:pt x="887" y="890"/>
                </a:lnTo>
                <a:lnTo>
                  <a:pt x="887" y="891"/>
                </a:lnTo>
                <a:lnTo>
                  <a:pt x="885" y="891"/>
                </a:lnTo>
                <a:lnTo>
                  <a:pt x="884" y="891"/>
                </a:lnTo>
                <a:lnTo>
                  <a:pt x="883" y="891"/>
                </a:lnTo>
                <a:lnTo>
                  <a:pt x="882" y="892"/>
                </a:lnTo>
                <a:lnTo>
                  <a:pt x="882" y="893"/>
                </a:lnTo>
                <a:lnTo>
                  <a:pt x="881" y="893"/>
                </a:lnTo>
                <a:lnTo>
                  <a:pt x="881" y="894"/>
                </a:lnTo>
                <a:lnTo>
                  <a:pt x="882" y="895"/>
                </a:lnTo>
                <a:lnTo>
                  <a:pt x="882" y="896"/>
                </a:lnTo>
                <a:lnTo>
                  <a:pt x="883" y="896"/>
                </a:lnTo>
                <a:lnTo>
                  <a:pt x="884" y="895"/>
                </a:lnTo>
                <a:lnTo>
                  <a:pt x="885" y="895"/>
                </a:lnTo>
                <a:lnTo>
                  <a:pt x="885" y="896"/>
                </a:lnTo>
                <a:lnTo>
                  <a:pt x="887" y="897"/>
                </a:lnTo>
                <a:lnTo>
                  <a:pt x="887" y="898"/>
                </a:lnTo>
                <a:lnTo>
                  <a:pt x="886" y="899"/>
                </a:lnTo>
                <a:lnTo>
                  <a:pt x="887" y="899"/>
                </a:lnTo>
                <a:lnTo>
                  <a:pt x="887" y="900"/>
                </a:lnTo>
                <a:lnTo>
                  <a:pt x="888" y="900"/>
                </a:lnTo>
                <a:lnTo>
                  <a:pt x="889" y="900"/>
                </a:lnTo>
                <a:lnTo>
                  <a:pt x="890" y="899"/>
                </a:lnTo>
                <a:lnTo>
                  <a:pt x="891" y="899"/>
                </a:lnTo>
                <a:lnTo>
                  <a:pt x="891" y="901"/>
                </a:lnTo>
                <a:lnTo>
                  <a:pt x="892" y="902"/>
                </a:lnTo>
                <a:lnTo>
                  <a:pt x="893" y="903"/>
                </a:lnTo>
                <a:lnTo>
                  <a:pt x="893" y="904"/>
                </a:lnTo>
                <a:lnTo>
                  <a:pt x="893" y="906"/>
                </a:lnTo>
                <a:lnTo>
                  <a:pt x="894" y="907"/>
                </a:lnTo>
                <a:lnTo>
                  <a:pt x="895" y="907"/>
                </a:lnTo>
                <a:lnTo>
                  <a:pt x="898" y="920"/>
                </a:lnTo>
                <a:lnTo>
                  <a:pt x="900" y="925"/>
                </a:lnTo>
                <a:lnTo>
                  <a:pt x="906" y="949"/>
                </a:lnTo>
                <a:lnTo>
                  <a:pt x="913" y="974"/>
                </a:lnTo>
                <a:lnTo>
                  <a:pt x="912" y="975"/>
                </a:lnTo>
                <a:lnTo>
                  <a:pt x="911" y="975"/>
                </a:lnTo>
                <a:lnTo>
                  <a:pt x="911" y="976"/>
                </a:lnTo>
                <a:lnTo>
                  <a:pt x="910" y="976"/>
                </a:lnTo>
                <a:lnTo>
                  <a:pt x="909" y="976"/>
                </a:lnTo>
                <a:lnTo>
                  <a:pt x="908" y="979"/>
                </a:lnTo>
                <a:lnTo>
                  <a:pt x="908" y="980"/>
                </a:lnTo>
                <a:lnTo>
                  <a:pt x="908" y="981"/>
                </a:lnTo>
                <a:lnTo>
                  <a:pt x="908" y="980"/>
                </a:lnTo>
                <a:lnTo>
                  <a:pt x="907" y="981"/>
                </a:lnTo>
                <a:lnTo>
                  <a:pt x="908" y="982"/>
                </a:lnTo>
                <a:lnTo>
                  <a:pt x="907" y="982"/>
                </a:lnTo>
                <a:lnTo>
                  <a:pt x="907" y="983"/>
                </a:lnTo>
                <a:lnTo>
                  <a:pt x="908" y="984"/>
                </a:lnTo>
                <a:lnTo>
                  <a:pt x="909" y="985"/>
                </a:lnTo>
                <a:lnTo>
                  <a:pt x="909" y="986"/>
                </a:lnTo>
                <a:lnTo>
                  <a:pt x="909" y="987"/>
                </a:lnTo>
                <a:lnTo>
                  <a:pt x="909" y="989"/>
                </a:lnTo>
                <a:lnTo>
                  <a:pt x="909" y="990"/>
                </a:lnTo>
                <a:lnTo>
                  <a:pt x="908" y="990"/>
                </a:lnTo>
                <a:lnTo>
                  <a:pt x="908" y="991"/>
                </a:lnTo>
                <a:lnTo>
                  <a:pt x="907" y="991"/>
                </a:lnTo>
                <a:lnTo>
                  <a:pt x="907" y="992"/>
                </a:lnTo>
                <a:lnTo>
                  <a:pt x="906" y="992"/>
                </a:lnTo>
                <a:lnTo>
                  <a:pt x="906" y="993"/>
                </a:lnTo>
                <a:lnTo>
                  <a:pt x="907" y="994"/>
                </a:lnTo>
                <a:lnTo>
                  <a:pt x="906" y="994"/>
                </a:lnTo>
                <a:lnTo>
                  <a:pt x="906" y="995"/>
                </a:lnTo>
                <a:lnTo>
                  <a:pt x="905" y="996"/>
                </a:lnTo>
                <a:lnTo>
                  <a:pt x="904" y="997"/>
                </a:lnTo>
                <a:lnTo>
                  <a:pt x="905" y="998"/>
                </a:lnTo>
                <a:lnTo>
                  <a:pt x="905" y="999"/>
                </a:lnTo>
                <a:lnTo>
                  <a:pt x="906" y="999"/>
                </a:lnTo>
                <a:lnTo>
                  <a:pt x="905" y="999"/>
                </a:lnTo>
                <a:lnTo>
                  <a:pt x="905" y="1000"/>
                </a:lnTo>
                <a:lnTo>
                  <a:pt x="904" y="1000"/>
                </a:lnTo>
                <a:lnTo>
                  <a:pt x="905" y="1000"/>
                </a:lnTo>
                <a:lnTo>
                  <a:pt x="905" y="1001"/>
                </a:lnTo>
                <a:lnTo>
                  <a:pt x="904" y="1001"/>
                </a:lnTo>
                <a:lnTo>
                  <a:pt x="904" y="1002"/>
                </a:lnTo>
                <a:lnTo>
                  <a:pt x="905" y="1003"/>
                </a:lnTo>
                <a:lnTo>
                  <a:pt x="906" y="1003"/>
                </a:lnTo>
                <a:lnTo>
                  <a:pt x="906" y="1004"/>
                </a:lnTo>
                <a:lnTo>
                  <a:pt x="906" y="1005"/>
                </a:lnTo>
                <a:lnTo>
                  <a:pt x="906" y="1006"/>
                </a:lnTo>
                <a:lnTo>
                  <a:pt x="905" y="1007"/>
                </a:lnTo>
                <a:lnTo>
                  <a:pt x="905" y="1008"/>
                </a:lnTo>
                <a:lnTo>
                  <a:pt x="906" y="1008"/>
                </a:lnTo>
                <a:lnTo>
                  <a:pt x="906" y="1009"/>
                </a:lnTo>
                <a:lnTo>
                  <a:pt x="905" y="1010"/>
                </a:lnTo>
                <a:lnTo>
                  <a:pt x="905" y="1011"/>
                </a:lnTo>
                <a:lnTo>
                  <a:pt x="905" y="1012"/>
                </a:lnTo>
                <a:lnTo>
                  <a:pt x="906" y="1012"/>
                </a:lnTo>
                <a:lnTo>
                  <a:pt x="906" y="1013"/>
                </a:lnTo>
                <a:lnTo>
                  <a:pt x="907" y="1013"/>
                </a:lnTo>
                <a:lnTo>
                  <a:pt x="907" y="1014"/>
                </a:lnTo>
                <a:lnTo>
                  <a:pt x="906" y="1014"/>
                </a:lnTo>
                <a:lnTo>
                  <a:pt x="906" y="1015"/>
                </a:lnTo>
                <a:lnTo>
                  <a:pt x="906" y="1016"/>
                </a:lnTo>
                <a:lnTo>
                  <a:pt x="906" y="1017"/>
                </a:lnTo>
                <a:lnTo>
                  <a:pt x="905" y="1017"/>
                </a:lnTo>
                <a:lnTo>
                  <a:pt x="905" y="1018"/>
                </a:lnTo>
                <a:lnTo>
                  <a:pt x="905" y="1019"/>
                </a:lnTo>
                <a:lnTo>
                  <a:pt x="906" y="1020"/>
                </a:lnTo>
                <a:lnTo>
                  <a:pt x="907" y="1020"/>
                </a:lnTo>
                <a:lnTo>
                  <a:pt x="907" y="1021"/>
                </a:lnTo>
                <a:lnTo>
                  <a:pt x="906" y="1022"/>
                </a:lnTo>
                <a:lnTo>
                  <a:pt x="907" y="1022"/>
                </a:lnTo>
                <a:lnTo>
                  <a:pt x="906" y="1022"/>
                </a:lnTo>
                <a:lnTo>
                  <a:pt x="906" y="1021"/>
                </a:lnTo>
                <a:lnTo>
                  <a:pt x="905" y="1021"/>
                </a:lnTo>
                <a:lnTo>
                  <a:pt x="904" y="1022"/>
                </a:lnTo>
                <a:lnTo>
                  <a:pt x="904" y="1023"/>
                </a:lnTo>
                <a:lnTo>
                  <a:pt x="904" y="1024"/>
                </a:lnTo>
                <a:lnTo>
                  <a:pt x="903" y="1024"/>
                </a:lnTo>
                <a:lnTo>
                  <a:pt x="903" y="1025"/>
                </a:lnTo>
                <a:lnTo>
                  <a:pt x="904" y="1025"/>
                </a:lnTo>
                <a:lnTo>
                  <a:pt x="904" y="1026"/>
                </a:lnTo>
                <a:lnTo>
                  <a:pt x="903" y="1027"/>
                </a:lnTo>
                <a:lnTo>
                  <a:pt x="904" y="1027"/>
                </a:lnTo>
                <a:lnTo>
                  <a:pt x="904" y="1028"/>
                </a:lnTo>
                <a:lnTo>
                  <a:pt x="905" y="1028"/>
                </a:lnTo>
                <a:lnTo>
                  <a:pt x="905" y="1029"/>
                </a:lnTo>
                <a:lnTo>
                  <a:pt x="906" y="1029"/>
                </a:lnTo>
                <a:lnTo>
                  <a:pt x="907" y="1029"/>
                </a:lnTo>
                <a:lnTo>
                  <a:pt x="908" y="1029"/>
                </a:lnTo>
                <a:lnTo>
                  <a:pt x="908" y="1030"/>
                </a:lnTo>
                <a:lnTo>
                  <a:pt x="909" y="1030"/>
                </a:lnTo>
                <a:lnTo>
                  <a:pt x="910" y="1031"/>
                </a:lnTo>
                <a:lnTo>
                  <a:pt x="911" y="1031"/>
                </a:lnTo>
                <a:lnTo>
                  <a:pt x="912" y="1030"/>
                </a:lnTo>
                <a:lnTo>
                  <a:pt x="913" y="1030"/>
                </a:lnTo>
                <a:lnTo>
                  <a:pt x="913" y="1031"/>
                </a:lnTo>
                <a:lnTo>
                  <a:pt x="912" y="1031"/>
                </a:lnTo>
                <a:lnTo>
                  <a:pt x="913" y="1032"/>
                </a:lnTo>
                <a:lnTo>
                  <a:pt x="913" y="1033"/>
                </a:lnTo>
                <a:lnTo>
                  <a:pt x="912" y="1033"/>
                </a:lnTo>
                <a:lnTo>
                  <a:pt x="911" y="1033"/>
                </a:lnTo>
                <a:lnTo>
                  <a:pt x="912" y="1033"/>
                </a:lnTo>
                <a:lnTo>
                  <a:pt x="912" y="1034"/>
                </a:lnTo>
                <a:lnTo>
                  <a:pt x="911" y="1034"/>
                </a:lnTo>
                <a:lnTo>
                  <a:pt x="909" y="1034"/>
                </a:lnTo>
                <a:lnTo>
                  <a:pt x="908" y="1033"/>
                </a:lnTo>
                <a:lnTo>
                  <a:pt x="907" y="1033"/>
                </a:lnTo>
                <a:lnTo>
                  <a:pt x="906" y="1033"/>
                </a:lnTo>
                <a:lnTo>
                  <a:pt x="906" y="1034"/>
                </a:lnTo>
                <a:lnTo>
                  <a:pt x="907" y="1034"/>
                </a:lnTo>
                <a:lnTo>
                  <a:pt x="906" y="1034"/>
                </a:lnTo>
                <a:lnTo>
                  <a:pt x="906" y="1035"/>
                </a:lnTo>
                <a:lnTo>
                  <a:pt x="905" y="1035"/>
                </a:lnTo>
                <a:lnTo>
                  <a:pt x="904" y="1035"/>
                </a:lnTo>
                <a:lnTo>
                  <a:pt x="904" y="1036"/>
                </a:lnTo>
                <a:lnTo>
                  <a:pt x="903" y="1036"/>
                </a:lnTo>
                <a:lnTo>
                  <a:pt x="903" y="1037"/>
                </a:lnTo>
                <a:lnTo>
                  <a:pt x="902" y="1037"/>
                </a:lnTo>
                <a:lnTo>
                  <a:pt x="902" y="1036"/>
                </a:lnTo>
                <a:lnTo>
                  <a:pt x="901" y="1036"/>
                </a:lnTo>
                <a:lnTo>
                  <a:pt x="901" y="1037"/>
                </a:lnTo>
                <a:lnTo>
                  <a:pt x="900" y="1037"/>
                </a:lnTo>
                <a:lnTo>
                  <a:pt x="900" y="1038"/>
                </a:lnTo>
                <a:lnTo>
                  <a:pt x="899" y="1038"/>
                </a:lnTo>
                <a:lnTo>
                  <a:pt x="898" y="1038"/>
                </a:lnTo>
                <a:lnTo>
                  <a:pt x="897" y="1038"/>
                </a:lnTo>
                <a:lnTo>
                  <a:pt x="897" y="1037"/>
                </a:lnTo>
                <a:lnTo>
                  <a:pt x="896" y="1037"/>
                </a:lnTo>
                <a:lnTo>
                  <a:pt x="897" y="1037"/>
                </a:lnTo>
                <a:lnTo>
                  <a:pt x="897" y="1036"/>
                </a:lnTo>
                <a:lnTo>
                  <a:pt x="896" y="1036"/>
                </a:lnTo>
                <a:lnTo>
                  <a:pt x="895" y="1036"/>
                </a:lnTo>
                <a:lnTo>
                  <a:pt x="894" y="1036"/>
                </a:lnTo>
                <a:lnTo>
                  <a:pt x="894" y="1035"/>
                </a:lnTo>
                <a:lnTo>
                  <a:pt x="893" y="1034"/>
                </a:lnTo>
                <a:lnTo>
                  <a:pt x="892" y="1033"/>
                </a:lnTo>
                <a:lnTo>
                  <a:pt x="891" y="1032"/>
                </a:lnTo>
                <a:lnTo>
                  <a:pt x="890" y="1032"/>
                </a:lnTo>
                <a:lnTo>
                  <a:pt x="890" y="1031"/>
                </a:lnTo>
                <a:lnTo>
                  <a:pt x="889" y="1031"/>
                </a:lnTo>
                <a:lnTo>
                  <a:pt x="888" y="1030"/>
                </a:lnTo>
                <a:lnTo>
                  <a:pt x="887" y="1030"/>
                </a:lnTo>
                <a:lnTo>
                  <a:pt x="886" y="1030"/>
                </a:lnTo>
                <a:lnTo>
                  <a:pt x="885" y="1030"/>
                </a:lnTo>
                <a:lnTo>
                  <a:pt x="884" y="1031"/>
                </a:lnTo>
                <a:lnTo>
                  <a:pt x="883" y="1032"/>
                </a:lnTo>
                <a:lnTo>
                  <a:pt x="882" y="1032"/>
                </a:lnTo>
                <a:lnTo>
                  <a:pt x="881" y="1032"/>
                </a:lnTo>
                <a:lnTo>
                  <a:pt x="881" y="1033"/>
                </a:lnTo>
                <a:lnTo>
                  <a:pt x="880" y="1033"/>
                </a:lnTo>
                <a:lnTo>
                  <a:pt x="879" y="1034"/>
                </a:lnTo>
                <a:lnTo>
                  <a:pt x="878" y="1035"/>
                </a:lnTo>
                <a:lnTo>
                  <a:pt x="877" y="1036"/>
                </a:lnTo>
                <a:lnTo>
                  <a:pt x="877" y="1037"/>
                </a:lnTo>
                <a:lnTo>
                  <a:pt x="876" y="1037"/>
                </a:lnTo>
                <a:lnTo>
                  <a:pt x="875" y="1037"/>
                </a:lnTo>
                <a:lnTo>
                  <a:pt x="874" y="1037"/>
                </a:lnTo>
                <a:lnTo>
                  <a:pt x="873" y="1037"/>
                </a:lnTo>
                <a:lnTo>
                  <a:pt x="872" y="1036"/>
                </a:lnTo>
                <a:lnTo>
                  <a:pt x="871" y="1036"/>
                </a:lnTo>
                <a:lnTo>
                  <a:pt x="871" y="1035"/>
                </a:lnTo>
                <a:lnTo>
                  <a:pt x="871" y="1034"/>
                </a:lnTo>
                <a:lnTo>
                  <a:pt x="870" y="1033"/>
                </a:lnTo>
                <a:lnTo>
                  <a:pt x="870" y="1032"/>
                </a:lnTo>
                <a:lnTo>
                  <a:pt x="869" y="1031"/>
                </a:lnTo>
                <a:lnTo>
                  <a:pt x="869" y="1030"/>
                </a:lnTo>
                <a:lnTo>
                  <a:pt x="868" y="1030"/>
                </a:lnTo>
                <a:lnTo>
                  <a:pt x="867" y="1030"/>
                </a:lnTo>
                <a:lnTo>
                  <a:pt x="867" y="1029"/>
                </a:lnTo>
                <a:lnTo>
                  <a:pt x="867" y="1028"/>
                </a:lnTo>
                <a:lnTo>
                  <a:pt x="866" y="1028"/>
                </a:lnTo>
                <a:lnTo>
                  <a:pt x="865" y="1028"/>
                </a:lnTo>
                <a:lnTo>
                  <a:pt x="864" y="1027"/>
                </a:lnTo>
                <a:lnTo>
                  <a:pt x="863" y="1026"/>
                </a:lnTo>
                <a:lnTo>
                  <a:pt x="862" y="1026"/>
                </a:lnTo>
                <a:lnTo>
                  <a:pt x="861" y="1026"/>
                </a:lnTo>
                <a:lnTo>
                  <a:pt x="861" y="1025"/>
                </a:lnTo>
                <a:lnTo>
                  <a:pt x="861" y="1024"/>
                </a:lnTo>
                <a:lnTo>
                  <a:pt x="860" y="1024"/>
                </a:lnTo>
                <a:lnTo>
                  <a:pt x="859" y="1024"/>
                </a:lnTo>
                <a:lnTo>
                  <a:pt x="858" y="1024"/>
                </a:lnTo>
                <a:lnTo>
                  <a:pt x="857" y="1024"/>
                </a:lnTo>
                <a:lnTo>
                  <a:pt x="856" y="1024"/>
                </a:lnTo>
                <a:lnTo>
                  <a:pt x="856" y="1023"/>
                </a:lnTo>
                <a:lnTo>
                  <a:pt x="855" y="1023"/>
                </a:lnTo>
                <a:lnTo>
                  <a:pt x="855" y="1022"/>
                </a:lnTo>
                <a:lnTo>
                  <a:pt x="854" y="1022"/>
                </a:lnTo>
                <a:lnTo>
                  <a:pt x="853" y="1022"/>
                </a:lnTo>
                <a:lnTo>
                  <a:pt x="852" y="1022"/>
                </a:lnTo>
                <a:lnTo>
                  <a:pt x="851" y="1022"/>
                </a:lnTo>
                <a:lnTo>
                  <a:pt x="851" y="1021"/>
                </a:lnTo>
                <a:lnTo>
                  <a:pt x="852" y="1020"/>
                </a:lnTo>
                <a:lnTo>
                  <a:pt x="852" y="1019"/>
                </a:lnTo>
                <a:lnTo>
                  <a:pt x="852" y="1018"/>
                </a:lnTo>
                <a:lnTo>
                  <a:pt x="851" y="1018"/>
                </a:lnTo>
                <a:lnTo>
                  <a:pt x="850" y="1018"/>
                </a:lnTo>
                <a:lnTo>
                  <a:pt x="849" y="1018"/>
                </a:lnTo>
                <a:lnTo>
                  <a:pt x="849" y="1019"/>
                </a:lnTo>
                <a:lnTo>
                  <a:pt x="848" y="1019"/>
                </a:lnTo>
                <a:lnTo>
                  <a:pt x="848" y="1018"/>
                </a:lnTo>
                <a:lnTo>
                  <a:pt x="847" y="1018"/>
                </a:lnTo>
                <a:lnTo>
                  <a:pt x="846" y="1017"/>
                </a:lnTo>
                <a:lnTo>
                  <a:pt x="845" y="1017"/>
                </a:lnTo>
                <a:lnTo>
                  <a:pt x="845" y="1018"/>
                </a:lnTo>
                <a:lnTo>
                  <a:pt x="844" y="1018"/>
                </a:lnTo>
                <a:lnTo>
                  <a:pt x="844" y="1017"/>
                </a:lnTo>
                <a:lnTo>
                  <a:pt x="843" y="1017"/>
                </a:lnTo>
                <a:lnTo>
                  <a:pt x="842" y="1017"/>
                </a:lnTo>
                <a:lnTo>
                  <a:pt x="841" y="1017"/>
                </a:lnTo>
                <a:lnTo>
                  <a:pt x="840" y="1016"/>
                </a:lnTo>
                <a:lnTo>
                  <a:pt x="839" y="1015"/>
                </a:lnTo>
                <a:lnTo>
                  <a:pt x="838" y="1015"/>
                </a:lnTo>
                <a:lnTo>
                  <a:pt x="837" y="1015"/>
                </a:lnTo>
                <a:lnTo>
                  <a:pt x="836" y="1016"/>
                </a:lnTo>
                <a:lnTo>
                  <a:pt x="835" y="1016"/>
                </a:lnTo>
                <a:lnTo>
                  <a:pt x="833" y="1015"/>
                </a:lnTo>
                <a:lnTo>
                  <a:pt x="832" y="1015"/>
                </a:lnTo>
                <a:lnTo>
                  <a:pt x="832" y="1014"/>
                </a:lnTo>
                <a:lnTo>
                  <a:pt x="832" y="1013"/>
                </a:lnTo>
                <a:lnTo>
                  <a:pt x="831" y="1013"/>
                </a:lnTo>
                <a:lnTo>
                  <a:pt x="831" y="1012"/>
                </a:lnTo>
                <a:lnTo>
                  <a:pt x="831" y="1011"/>
                </a:lnTo>
                <a:lnTo>
                  <a:pt x="831" y="1010"/>
                </a:lnTo>
                <a:lnTo>
                  <a:pt x="831" y="1009"/>
                </a:lnTo>
                <a:lnTo>
                  <a:pt x="832" y="1009"/>
                </a:lnTo>
                <a:lnTo>
                  <a:pt x="832" y="1008"/>
                </a:lnTo>
                <a:lnTo>
                  <a:pt x="832" y="1007"/>
                </a:lnTo>
                <a:lnTo>
                  <a:pt x="833" y="1006"/>
                </a:lnTo>
                <a:lnTo>
                  <a:pt x="833" y="1005"/>
                </a:lnTo>
                <a:lnTo>
                  <a:pt x="832" y="1005"/>
                </a:lnTo>
                <a:lnTo>
                  <a:pt x="832" y="1004"/>
                </a:lnTo>
                <a:lnTo>
                  <a:pt x="831" y="1004"/>
                </a:lnTo>
                <a:lnTo>
                  <a:pt x="831" y="1003"/>
                </a:lnTo>
                <a:lnTo>
                  <a:pt x="830" y="1003"/>
                </a:lnTo>
                <a:lnTo>
                  <a:pt x="830" y="1002"/>
                </a:lnTo>
                <a:lnTo>
                  <a:pt x="829" y="1002"/>
                </a:lnTo>
                <a:lnTo>
                  <a:pt x="830" y="1001"/>
                </a:lnTo>
                <a:lnTo>
                  <a:pt x="830" y="1000"/>
                </a:lnTo>
                <a:lnTo>
                  <a:pt x="829" y="999"/>
                </a:lnTo>
                <a:lnTo>
                  <a:pt x="829" y="998"/>
                </a:lnTo>
                <a:lnTo>
                  <a:pt x="829" y="997"/>
                </a:lnTo>
                <a:lnTo>
                  <a:pt x="828" y="996"/>
                </a:lnTo>
                <a:lnTo>
                  <a:pt x="828" y="995"/>
                </a:lnTo>
                <a:lnTo>
                  <a:pt x="829" y="994"/>
                </a:lnTo>
                <a:lnTo>
                  <a:pt x="830" y="994"/>
                </a:lnTo>
                <a:lnTo>
                  <a:pt x="829" y="993"/>
                </a:lnTo>
                <a:lnTo>
                  <a:pt x="829" y="992"/>
                </a:lnTo>
                <a:lnTo>
                  <a:pt x="828" y="992"/>
                </a:lnTo>
                <a:lnTo>
                  <a:pt x="828" y="991"/>
                </a:lnTo>
                <a:lnTo>
                  <a:pt x="828" y="990"/>
                </a:lnTo>
                <a:lnTo>
                  <a:pt x="829" y="990"/>
                </a:lnTo>
                <a:lnTo>
                  <a:pt x="830" y="989"/>
                </a:lnTo>
                <a:lnTo>
                  <a:pt x="829" y="989"/>
                </a:lnTo>
                <a:lnTo>
                  <a:pt x="829" y="988"/>
                </a:lnTo>
                <a:lnTo>
                  <a:pt x="828" y="988"/>
                </a:lnTo>
                <a:lnTo>
                  <a:pt x="828" y="987"/>
                </a:lnTo>
                <a:lnTo>
                  <a:pt x="827" y="985"/>
                </a:lnTo>
                <a:lnTo>
                  <a:pt x="826" y="985"/>
                </a:lnTo>
                <a:lnTo>
                  <a:pt x="826" y="984"/>
                </a:lnTo>
                <a:lnTo>
                  <a:pt x="825" y="984"/>
                </a:lnTo>
                <a:lnTo>
                  <a:pt x="826" y="983"/>
                </a:lnTo>
                <a:lnTo>
                  <a:pt x="827" y="982"/>
                </a:lnTo>
                <a:lnTo>
                  <a:pt x="828" y="980"/>
                </a:lnTo>
                <a:lnTo>
                  <a:pt x="828" y="979"/>
                </a:lnTo>
                <a:lnTo>
                  <a:pt x="828" y="978"/>
                </a:lnTo>
                <a:lnTo>
                  <a:pt x="827" y="977"/>
                </a:lnTo>
                <a:lnTo>
                  <a:pt x="828" y="976"/>
                </a:lnTo>
                <a:lnTo>
                  <a:pt x="828" y="975"/>
                </a:lnTo>
                <a:lnTo>
                  <a:pt x="827" y="975"/>
                </a:lnTo>
                <a:lnTo>
                  <a:pt x="827" y="974"/>
                </a:lnTo>
                <a:lnTo>
                  <a:pt x="826" y="974"/>
                </a:lnTo>
                <a:lnTo>
                  <a:pt x="826" y="975"/>
                </a:lnTo>
                <a:lnTo>
                  <a:pt x="825" y="975"/>
                </a:lnTo>
                <a:lnTo>
                  <a:pt x="824" y="975"/>
                </a:lnTo>
                <a:lnTo>
                  <a:pt x="824" y="976"/>
                </a:lnTo>
                <a:lnTo>
                  <a:pt x="823" y="976"/>
                </a:lnTo>
                <a:lnTo>
                  <a:pt x="823" y="977"/>
                </a:lnTo>
                <a:lnTo>
                  <a:pt x="823" y="978"/>
                </a:lnTo>
                <a:lnTo>
                  <a:pt x="823" y="979"/>
                </a:lnTo>
                <a:lnTo>
                  <a:pt x="822" y="979"/>
                </a:lnTo>
                <a:lnTo>
                  <a:pt x="822" y="980"/>
                </a:lnTo>
                <a:lnTo>
                  <a:pt x="821" y="980"/>
                </a:lnTo>
                <a:lnTo>
                  <a:pt x="821" y="981"/>
                </a:lnTo>
                <a:lnTo>
                  <a:pt x="820" y="981"/>
                </a:lnTo>
                <a:lnTo>
                  <a:pt x="820" y="982"/>
                </a:lnTo>
                <a:lnTo>
                  <a:pt x="820" y="983"/>
                </a:lnTo>
                <a:lnTo>
                  <a:pt x="819" y="983"/>
                </a:lnTo>
                <a:lnTo>
                  <a:pt x="819" y="984"/>
                </a:lnTo>
                <a:lnTo>
                  <a:pt x="818" y="985"/>
                </a:lnTo>
                <a:lnTo>
                  <a:pt x="817" y="985"/>
                </a:lnTo>
                <a:lnTo>
                  <a:pt x="816" y="985"/>
                </a:lnTo>
                <a:lnTo>
                  <a:pt x="815" y="985"/>
                </a:lnTo>
                <a:lnTo>
                  <a:pt x="814" y="985"/>
                </a:lnTo>
                <a:lnTo>
                  <a:pt x="813" y="985"/>
                </a:lnTo>
                <a:lnTo>
                  <a:pt x="812" y="985"/>
                </a:lnTo>
                <a:lnTo>
                  <a:pt x="812" y="986"/>
                </a:lnTo>
                <a:lnTo>
                  <a:pt x="812" y="987"/>
                </a:lnTo>
                <a:lnTo>
                  <a:pt x="812" y="986"/>
                </a:lnTo>
                <a:lnTo>
                  <a:pt x="811" y="986"/>
                </a:lnTo>
                <a:lnTo>
                  <a:pt x="811" y="987"/>
                </a:lnTo>
                <a:lnTo>
                  <a:pt x="810" y="987"/>
                </a:lnTo>
                <a:lnTo>
                  <a:pt x="810" y="988"/>
                </a:lnTo>
                <a:lnTo>
                  <a:pt x="809" y="988"/>
                </a:lnTo>
                <a:lnTo>
                  <a:pt x="809" y="990"/>
                </a:lnTo>
                <a:lnTo>
                  <a:pt x="809" y="991"/>
                </a:lnTo>
                <a:lnTo>
                  <a:pt x="808" y="992"/>
                </a:lnTo>
                <a:lnTo>
                  <a:pt x="807" y="992"/>
                </a:lnTo>
                <a:lnTo>
                  <a:pt x="806" y="992"/>
                </a:lnTo>
                <a:lnTo>
                  <a:pt x="805" y="993"/>
                </a:lnTo>
                <a:lnTo>
                  <a:pt x="805" y="994"/>
                </a:lnTo>
                <a:lnTo>
                  <a:pt x="805" y="995"/>
                </a:lnTo>
                <a:lnTo>
                  <a:pt x="804" y="995"/>
                </a:lnTo>
                <a:lnTo>
                  <a:pt x="804" y="996"/>
                </a:lnTo>
                <a:lnTo>
                  <a:pt x="803" y="996"/>
                </a:lnTo>
                <a:lnTo>
                  <a:pt x="802" y="996"/>
                </a:lnTo>
                <a:lnTo>
                  <a:pt x="801" y="996"/>
                </a:lnTo>
                <a:lnTo>
                  <a:pt x="800" y="996"/>
                </a:lnTo>
                <a:lnTo>
                  <a:pt x="800" y="995"/>
                </a:lnTo>
                <a:lnTo>
                  <a:pt x="799" y="995"/>
                </a:lnTo>
                <a:lnTo>
                  <a:pt x="798" y="994"/>
                </a:lnTo>
                <a:lnTo>
                  <a:pt x="797" y="994"/>
                </a:lnTo>
                <a:lnTo>
                  <a:pt x="797" y="993"/>
                </a:lnTo>
                <a:lnTo>
                  <a:pt x="796" y="992"/>
                </a:lnTo>
                <a:lnTo>
                  <a:pt x="796" y="990"/>
                </a:lnTo>
                <a:lnTo>
                  <a:pt x="796" y="989"/>
                </a:lnTo>
                <a:lnTo>
                  <a:pt x="797" y="989"/>
                </a:lnTo>
                <a:lnTo>
                  <a:pt x="797" y="988"/>
                </a:lnTo>
                <a:lnTo>
                  <a:pt x="797" y="987"/>
                </a:lnTo>
                <a:lnTo>
                  <a:pt x="797" y="986"/>
                </a:lnTo>
                <a:lnTo>
                  <a:pt x="797" y="985"/>
                </a:lnTo>
                <a:lnTo>
                  <a:pt x="797" y="984"/>
                </a:lnTo>
                <a:lnTo>
                  <a:pt x="797" y="983"/>
                </a:lnTo>
                <a:lnTo>
                  <a:pt x="796" y="983"/>
                </a:lnTo>
                <a:lnTo>
                  <a:pt x="796" y="982"/>
                </a:lnTo>
                <a:lnTo>
                  <a:pt x="795" y="982"/>
                </a:lnTo>
                <a:lnTo>
                  <a:pt x="794" y="982"/>
                </a:lnTo>
                <a:lnTo>
                  <a:pt x="794" y="981"/>
                </a:lnTo>
                <a:lnTo>
                  <a:pt x="795" y="981"/>
                </a:lnTo>
                <a:lnTo>
                  <a:pt x="795" y="980"/>
                </a:lnTo>
                <a:lnTo>
                  <a:pt x="795" y="979"/>
                </a:lnTo>
                <a:lnTo>
                  <a:pt x="794" y="979"/>
                </a:lnTo>
                <a:lnTo>
                  <a:pt x="794" y="980"/>
                </a:lnTo>
                <a:lnTo>
                  <a:pt x="794" y="979"/>
                </a:lnTo>
                <a:lnTo>
                  <a:pt x="793" y="978"/>
                </a:lnTo>
                <a:lnTo>
                  <a:pt x="793" y="977"/>
                </a:lnTo>
                <a:lnTo>
                  <a:pt x="792" y="977"/>
                </a:lnTo>
                <a:lnTo>
                  <a:pt x="791" y="977"/>
                </a:lnTo>
                <a:lnTo>
                  <a:pt x="790" y="977"/>
                </a:lnTo>
                <a:lnTo>
                  <a:pt x="789" y="977"/>
                </a:lnTo>
                <a:lnTo>
                  <a:pt x="789" y="978"/>
                </a:lnTo>
                <a:lnTo>
                  <a:pt x="788" y="978"/>
                </a:lnTo>
                <a:lnTo>
                  <a:pt x="788" y="977"/>
                </a:lnTo>
                <a:lnTo>
                  <a:pt x="787" y="977"/>
                </a:lnTo>
                <a:lnTo>
                  <a:pt x="786" y="978"/>
                </a:lnTo>
                <a:lnTo>
                  <a:pt x="785" y="978"/>
                </a:lnTo>
                <a:lnTo>
                  <a:pt x="785" y="979"/>
                </a:lnTo>
                <a:lnTo>
                  <a:pt x="784" y="979"/>
                </a:lnTo>
                <a:lnTo>
                  <a:pt x="783" y="979"/>
                </a:lnTo>
                <a:lnTo>
                  <a:pt x="783" y="978"/>
                </a:lnTo>
                <a:lnTo>
                  <a:pt x="783" y="979"/>
                </a:lnTo>
                <a:lnTo>
                  <a:pt x="782" y="979"/>
                </a:lnTo>
                <a:lnTo>
                  <a:pt x="782" y="980"/>
                </a:lnTo>
                <a:lnTo>
                  <a:pt x="781" y="980"/>
                </a:lnTo>
                <a:lnTo>
                  <a:pt x="780" y="981"/>
                </a:lnTo>
                <a:lnTo>
                  <a:pt x="779" y="981"/>
                </a:lnTo>
                <a:lnTo>
                  <a:pt x="779" y="982"/>
                </a:lnTo>
                <a:lnTo>
                  <a:pt x="778" y="983"/>
                </a:lnTo>
                <a:lnTo>
                  <a:pt x="777" y="983"/>
                </a:lnTo>
                <a:lnTo>
                  <a:pt x="776" y="983"/>
                </a:lnTo>
                <a:lnTo>
                  <a:pt x="775" y="983"/>
                </a:lnTo>
                <a:lnTo>
                  <a:pt x="775" y="984"/>
                </a:lnTo>
                <a:lnTo>
                  <a:pt x="776" y="984"/>
                </a:lnTo>
                <a:lnTo>
                  <a:pt x="776" y="985"/>
                </a:lnTo>
                <a:lnTo>
                  <a:pt x="777" y="985"/>
                </a:lnTo>
                <a:lnTo>
                  <a:pt x="777" y="986"/>
                </a:lnTo>
                <a:lnTo>
                  <a:pt x="776" y="986"/>
                </a:lnTo>
                <a:lnTo>
                  <a:pt x="775" y="987"/>
                </a:lnTo>
                <a:lnTo>
                  <a:pt x="775" y="988"/>
                </a:lnTo>
                <a:lnTo>
                  <a:pt x="776" y="988"/>
                </a:lnTo>
                <a:lnTo>
                  <a:pt x="776" y="989"/>
                </a:lnTo>
                <a:lnTo>
                  <a:pt x="775" y="990"/>
                </a:lnTo>
                <a:lnTo>
                  <a:pt x="774" y="990"/>
                </a:lnTo>
                <a:lnTo>
                  <a:pt x="773" y="990"/>
                </a:lnTo>
                <a:lnTo>
                  <a:pt x="772" y="990"/>
                </a:lnTo>
                <a:lnTo>
                  <a:pt x="772" y="991"/>
                </a:lnTo>
                <a:lnTo>
                  <a:pt x="771" y="992"/>
                </a:lnTo>
                <a:lnTo>
                  <a:pt x="770" y="992"/>
                </a:lnTo>
                <a:lnTo>
                  <a:pt x="769" y="992"/>
                </a:lnTo>
                <a:lnTo>
                  <a:pt x="768" y="992"/>
                </a:lnTo>
                <a:lnTo>
                  <a:pt x="768" y="991"/>
                </a:lnTo>
                <a:lnTo>
                  <a:pt x="768" y="992"/>
                </a:lnTo>
                <a:lnTo>
                  <a:pt x="767" y="992"/>
                </a:lnTo>
                <a:lnTo>
                  <a:pt x="766" y="992"/>
                </a:lnTo>
                <a:lnTo>
                  <a:pt x="765" y="992"/>
                </a:lnTo>
                <a:lnTo>
                  <a:pt x="765" y="993"/>
                </a:lnTo>
                <a:lnTo>
                  <a:pt x="764" y="993"/>
                </a:lnTo>
                <a:lnTo>
                  <a:pt x="764" y="992"/>
                </a:lnTo>
                <a:lnTo>
                  <a:pt x="763" y="992"/>
                </a:lnTo>
                <a:lnTo>
                  <a:pt x="762" y="992"/>
                </a:lnTo>
                <a:lnTo>
                  <a:pt x="761" y="992"/>
                </a:lnTo>
                <a:lnTo>
                  <a:pt x="760" y="992"/>
                </a:lnTo>
                <a:lnTo>
                  <a:pt x="759" y="992"/>
                </a:lnTo>
                <a:lnTo>
                  <a:pt x="758" y="992"/>
                </a:lnTo>
                <a:lnTo>
                  <a:pt x="756" y="993"/>
                </a:lnTo>
                <a:lnTo>
                  <a:pt x="755" y="993"/>
                </a:lnTo>
                <a:lnTo>
                  <a:pt x="755" y="992"/>
                </a:lnTo>
                <a:lnTo>
                  <a:pt x="754" y="992"/>
                </a:lnTo>
                <a:lnTo>
                  <a:pt x="753" y="993"/>
                </a:lnTo>
                <a:lnTo>
                  <a:pt x="752" y="993"/>
                </a:lnTo>
                <a:lnTo>
                  <a:pt x="751" y="992"/>
                </a:lnTo>
                <a:lnTo>
                  <a:pt x="750" y="992"/>
                </a:lnTo>
                <a:lnTo>
                  <a:pt x="749" y="992"/>
                </a:lnTo>
                <a:lnTo>
                  <a:pt x="748" y="992"/>
                </a:lnTo>
                <a:lnTo>
                  <a:pt x="747" y="992"/>
                </a:lnTo>
                <a:lnTo>
                  <a:pt x="747" y="993"/>
                </a:lnTo>
                <a:lnTo>
                  <a:pt x="746" y="994"/>
                </a:lnTo>
                <a:lnTo>
                  <a:pt x="746" y="995"/>
                </a:lnTo>
                <a:lnTo>
                  <a:pt x="745" y="995"/>
                </a:lnTo>
                <a:lnTo>
                  <a:pt x="744" y="995"/>
                </a:lnTo>
                <a:lnTo>
                  <a:pt x="744" y="996"/>
                </a:lnTo>
                <a:lnTo>
                  <a:pt x="744" y="995"/>
                </a:lnTo>
                <a:lnTo>
                  <a:pt x="743" y="995"/>
                </a:lnTo>
                <a:lnTo>
                  <a:pt x="742" y="996"/>
                </a:lnTo>
                <a:lnTo>
                  <a:pt x="742" y="997"/>
                </a:lnTo>
                <a:lnTo>
                  <a:pt x="742" y="998"/>
                </a:lnTo>
                <a:lnTo>
                  <a:pt x="741" y="998"/>
                </a:lnTo>
                <a:lnTo>
                  <a:pt x="740" y="999"/>
                </a:lnTo>
                <a:lnTo>
                  <a:pt x="738" y="1000"/>
                </a:lnTo>
                <a:lnTo>
                  <a:pt x="737" y="1000"/>
                </a:lnTo>
                <a:lnTo>
                  <a:pt x="736" y="1000"/>
                </a:lnTo>
                <a:lnTo>
                  <a:pt x="735" y="1000"/>
                </a:lnTo>
                <a:lnTo>
                  <a:pt x="734" y="999"/>
                </a:lnTo>
                <a:lnTo>
                  <a:pt x="733" y="999"/>
                </a:lnTo>
                <a:lnTo>
                  <a:pt x="733" y="1000"/>
                </a:lnTo>
                <a:lnTo>
                  <a:pt x="731" y="1000"/>
                </a:lnTo>
                <a:lnTo>
                  <a:pt x="731" y="999"/>
                </a:lnTo>
                <a:lnTo>
                  <a:pt x="730" y="999"/>
                </a:lnTo>
                <a:lnTo>
                  <a:pt x="730" y="998"/>
                </a:lnTo>
                <a:lnTo>
                  <a:pt x="729" y="998"/>
                </a:lnTo>
                <a:lnTo>
                  <a:pt x="728" y="998"/>
                </a:lnTo>
                <a:lnTo>
                  <a:pt x="727" y="999"/>
                </a:lnTo>
                <a:lnTo>
                  <a:pt x="726" y="999"/>
                </a:lnTo>
                <a:lnTo>
                  <a:pt x="726" y="1000"/>
                </a:lnTo>
                <a:lnTo>
                  <a:pt x="725" y="1000"/>
                </a:lnTo>
                <a:lnTo>
                  <a:pt x="724" y="1001"/>
                </a:lnTo>
                <a:lnTo>
                  <a:pt x="724" y="1002"/>
                </a:lnTo>
                <a:lnTo>
                  <a:pt x="724" y="1003"/>
                </a:lnTo>
                <a:lnTo>
                  <a:pt x="725" y="1004"/>
                </a:lnTo>
                <a:lnTo>
                  <a:pt x="725" y="1005"/>
                </a:lnTo>
                <a:lnTo>
                  <a:pt x="724" y="1005"/>
                </a:lnTo>
                <a:lnTo>
                  <a:pt x="725" y="1006"/>
                </a:lnTo>
                <a:lnTo>
                  <a:pt x="725" y="1007"/>
                </a:lnTo>
                <a:lnTo>
                  <a:pt x="725" y="1008"/>
                </a:lnTo>
                <a:lnTo>
                  <a:pt x="726" y="1008"/>
                </a:lnTo>
                <a:lnTo>
                  <a:pt x="726" y="1009"/>
                </a:lnTo>
                <a:lnTo>
                  <a:pt x="725" y="1010"/>
                </a:lnTo>
                <a:lnTo>
                  <a:pt x="724" y="1010"/>
                </a:lnTo>
                <a:lnTo>
                  <a:pt x="724" y="1011"/>
                </a:lnTo>
                <a:lnTo>
                  <a:pt x="725" y="1011"/>
                </a:lnTo>
                <a:lnTo>
                  <a:pt x="725" y="1012"/>
                </a:lnTo>
                <a:lnTo>
                  <a:pt x="725" y="1013"/>
                </a:lnTo>
                <a:lnTo>
                  <a:pt x="724" y="1013"/>
                </a:lnTo>
                <a:lnTo>
                  <a:pt x="724" y="1014"/>
                </a:lnTo>
                <a:lnTo>
                  <a:pt x="725" y="1015"/>
                </a:lnTo>
                <a:lnTo>
                  <a:pt x="725" y="1016"/>
                </a:lnTo>
                <a:lnTo>
                  <a:pt x="726" y="1016"/>
                </a:lnTo>
                <a:lnTo>
                  <a:pt x="726" y="1017"/>
                </a:lnTo>
                <a:lnTo>
                  <a:pt x="726" y="1019"/>
                </a:lnTo>
                <a:lnTo>
                  <a:pt x="726" y="1020"/>
                </a:lnTo>
                <a:lnTo>
                  <a:pt x="726" y="1021"/>
                </a:lnTo>
                <a:lnTo>
                  <a:pt x="725" y="1022"/>
                </a:lnTo>
                <a:lnTo>
                  <a:pt x="724" y="1022"/>
                </a:lnTo>
                <a:lnTo>
                  <a:pt x="724" y="1023"/>
                </a:lnTo>
                <a:lnTo>
                  <a:pt x="723" y="1023"/>
                </a:lnTo>
                <a:lnTo>
                  <a:pt x="722" y="1023"/>
                </a:lnTo>
                <a:lnTo>
                  <a:pt x="722" y="1024"/>
                </a:lnTo>
                <a:lnTo>
                  <a:pt x="721" y="1024"/>
                </a:lnTo>
                <a:lnTo>
                  <a:pt x="720" y="1024"/>
                </a:lnTo>
                <a:lnTo>
                  <a:pt x="720" y="1023"/>
                </a:lnTo>
                <a:lnTo>
                  <a:pt x="718" y="1023"/>
                </a:lnTo>
                <a:lnTo>
                  <a:pt x="718" y="1024"/>
                </a:lnTo>
                <a:lnTo>
                  <a:pt x="717" y="1025"/>
                </a:lnTo>
                <a:lnTo>
                  <a:pt x="716" y="1025"/>
                </a:lnTo>
                <a:lnTo>
                  <a:pt x="715" y="1025"/>
                </a:lnTo>
                <a:lnTo>
                  <a:pt x="715" y="1024"/>
                </a:lnTo>
                <a:lnTo>
                  <a:pt x="715" y="1025"/>
                </a:lnTo>
                <a:lnTo>
                  <a:pt x="714" y="1025"/>
                </a:lnTo>
                <a:lnTo>
                  <a:pt x="714" y="1026"/>
                </a:lnTo>
                <a:lnTo>
                  <a:pt x="713" y="1026"/>
                </a:lnTo>
                <a:lnTo>
                  <a:pt x="711" y="1026"/>
                </a:lnTo>
                <a:lnTo>
                  <a:pt x="710" y="1026"/>
                </a:lnTo>
                <a:lnTo>
                  <a:pt x="709" y="1026"/>
                </a:lnTo>
                <a:lnTo>
                  <a:pt x="708" y="1027"/>
                </a:lnTo>
                <a:lnTo>
                  <a:pt x="707" y="1028"/>
                </a:lnTo>
                <a:lnTo>
                  <a:pt x="706" y="1028"/>
                </a:lnTo>
                <a:lnTo>
                  <a:pt x="705" y="1028"/>
                </a:lnTo>
                <a:lnTo>
                  <a:pt x="705" y="1027"/>
                </a:lnTo>
                <a:lnTo>
                  <a:pt x="704" y="1027"/>
                </a:lnTo>
                <a:lnTo>
                  <a:pt x="703" y="1027"/>
                </a:lnTo>
                <a:lnTo>
                  <a:pt x="702" y="1027"/>
                </a:lnTo>
                <a:lnTo>
                  <a:pt x="701" y="1026"/>
                </a:lnTo>
                <a:lnTo>
                  <a:pt x="701" y="1025"/>
                </a:lnTo>
                <a:lnTo>
                  <a:pt x="700" y="1025"/>
                </a:lnTo>
                <a:lnTo>
                  <a:pt x="699" y="1025"/>
                </a:lnTo>
                <a:lnTo>
                  <a:pt x="698" y="1025"/>
                </a:lnTo>
                <a:lnTo>
                  <a:pt x="698" y="1026"/>
                </a:lnTo>
                <a:lnTo>
                  <a:pt x="697" y="1026"/>
                </a:lnTo>
                <a:lnTo>
                  <a:pt x="696" y="1026"/>
                </a:lnTo>
                <a:lnTo>
                  <a:pt x="695" y="1026"/>
                </a:lnTo>
                <a:lnTo>
                  <a:pt x="694" y="1026"/>
                </a:lnTo>
                <a:lnTo>
                  <a:pt x="693" y="1025"/>
                </a:lnTo>
                <a:lnTo>
                  <a:pt x="692" y="1025"/>
                </a:lnTo>
                <a:lnTo>
                  <a:pt x="692" y="1024"/>
                </a:lnTo>
                <a:lnTo>
                  <a:pt x="692" y="1023"/>
                </a:lnTo>
                <a:lnTo>
                  <a:pt x="691" y="1023"/>
                </a:lnTo>
                <a:lnTo>
                  <a:pt x="691" y="1022"/>
                </a:lnTo>
                <a:lnTo>
                  <a:pt x="690" y="1022"/>
                </a:lnTo>
                <a:lnTo>
                  <a:pt x="690" y="1021"/>
                </a:lnTo>
                <a:lnTo>
                  <a:pt x="690" y="1020"/>
                </a:lnTo>
                <a:lnTo>
                  <a:pt x="690" y="1019"/>
                </a:lnTo>
                <a:lnTo>
                  <a:pt x="689" y="1017"/>
                </a:lnTo>
                <a:lnTo>
                  <a:pt x="688" y="1016"/>
                </a:lnTo>
                <a:lnTo>
                  <a:pt x="688" y="1014"/>
                </a:lnTo>
                <a:lnTo>
                  <a:pt x="688" y="1013"/>
                </a:lnTo>
                <a:lnTo>
                  <a:pt x="687" y="1013"/>
                </a:lnTo>
                <a:lnTo>
                  <a:pt x="687" y="1012"/>
                </a:lnTo>
                <a:lnTo>
                  <a:pt x="686" y="1012"/>
                </a:lnTo>
                <a:lnTo>
                  <a:pt x="686" y="1011"/>
                </a:lnTo>
                <a:lnTo>
                  <a:pt x="686" y="1010"/>
                </a:lnTo>
                <a:lnTo>
                  <a:pt x="686" y="1009"/>
                </a:lnTo>
                <a:lnTo>
                  <a:pt x="686" y="1008"/>
                </a:lnTo>
                <a:lnTo>
                  <a:pt x="685" y="1008"/>
                </a:lnTo>
                <a:lnTo>
                  <a:pt x="684" y="1008"/>
                </a:lnTo>
                <a:lnTo>
                  <a:pt x="685" y="1008"/>
                </a:lnTo>
                <a:lnTo>
                  <a:pt x="685" y="1007"/>
                </a:lnTo>
                <a:lnTo>
                  <a:pt x="684" y="1007"/>
                </a:lnTo>
                <a:lnTo>
                  <a:pt x="683" y="1007"/>
                </a:lnTo>
                <a:lnTo>
                  <a:pt x="682" y="1007"/>
                </a:lnTo>
                <a:lnTo>
                  <a:pt x="682" y="1006"/>
                </a:lnTo>
                <a:lnTo>
                  <a:pt x="681" y="1006"/>
                </a:lnTo>
                <a:lnTo>
                  <a:pt x="681" y="1005"/>
                </a:lnTo>
                <a:lnTo>
                  <a:pt x="682" y="1004"/>
                </a:lnTo>
                <a:lnTo>
                  <a:pt x="683" y="1004"/>
                </a:lnTo>
                <a:lnTo>
                  <a:pt x="683" y="1005"/>
                </a:lnTo>
                <a:lnTo>
                  <a:pt x="684" y="1005"/>
                </a:lnTo>
                <a:lnTo>
                  <a:pt x="684" y="1004"/>
                </a:lnTo>
                <a:lnTo>
                  <a:pt x="683" y="1004"/>
                </a:lnTo>
                <a:lnTo>
                  <a:pt x="683" y="1003"/>
                </a:lnTo>
                <a:lnTo>
                  <a:pt x="683" y="1002"/>
                </a:lnTo>
                <a:lnTo>
                  <a:pt x="682" y="1001"/>
                </a:lnTo>
                <a:lnTo>
                  <a:pt x="682" y="1000"/>
                </a:lnTo>
                <a:lnTo>
                  <a:pt x="682" y="999"/>
                </a:lnTo>
                <a:lnTo>
                  <a:pt x="681" y="999"/>
                </a:lnTo>
                <a:lnTo>
                  <a:pt x="680" y="999"/>
                </a:lnTo>
                <a:lnTo>
                  <a:pt x="680" y="998"/>
                </a:lnTo>
                <a:lnTo>
                  <a:pt x="680" y="997"/>
                </a:lnTo>
                <a:lnTo>
                  <a:pt x="681" y="996"/>
                </a:lnTo>
                <a:lnTo>
                  <a:pt x="682" y="995"/>
                </a:lnTo>
                <a:lnTo>
                  <a:pt x="683" y="995"/>
                </a:lnTo>
                <a:lnTo>
                  <a:pt x="683" y="994"/>
                </a:lnTo>
                <a:lnTo>
                  <a:pt x="684" y="994"/>
                </a:lnTo>
                <a:lnTo>
                  <a:pt x="683" y="994"/>
                </a:lnTo>
                <a:lnTo>
                  <a:pt x="683" y="993"/>
                </a:lnTo>
                <a:lnTo>
                  <a:pt x="682" y="993"/>
                </a:lnTo>
                <a:lnTo>
                  <a:pt x="682" y="992"/>
                </a:lnTo>
                <a:lnTo>
                  <a:pt x="681" y="992"/>
                </a:lnTo>
                <a:lnTo>
                  <a:pt x="681" y="991"/>
                </a:lnTo>
                <a:lnTo>
                  <a:pt x="680" y="990"/>
                </a:lnTo>
                <a:lnTo>
                  <a:pt x="679" y="990"/>
                </a:lnTo>
                <a:lnTo>
                  <a:pt x="678" y="990"/>
                </a:lnTo>
                <a:lnTo>
                  <a:pt x="678" y="989"/>
                </a:lnTo>
                <a:lnTo>
                  <a:pt x="678" y="990"/>
                </a:lnTo>
                <a:lnTo>
                  <a:pt x="677" y="990"/>
                </a:lnTo>
                <a:lnTo>
                  <a:pt x="676" y="990"/>
                </a:lnTo>
                <a:lnTo>
                  <a:pt x="675" y="990"/>
                </a:lnTo>
                <a:lnTo>
                  <a:pt x="675" y="991"/>
                </a:lnTo>
                <a:lnTo>
                  <a:pt x="674" y="991"/>
                </a:lnTo>
                <a:lnTo>
                  <a:pt x="674" y="990"/>
                </a:lnTo>
                <a:lnTo>
                  <a:pt x="673" y="990"/>
                </a:lnTo>
                <a:lnTo>
                  <a:pt x="672" y="991"/>
                </a:lnTo>
                <a:lnTo>
                  <a:pt x="672" y="990"/>
                </a:lnTo>
                <a:lnTo>
                  <a:pt x="672" y="989"/>
                </a:lnTo>
                <a:lnTo>
                  <a:pt x="673" y="989"/>
                </a:lnTo>
                <a:lnTo>
                  <a:pt x="672" y="988"/>
                </a:lnTo>
                <a:lnTo>
                  <a:pt x="672" y="987"/>
                </a:lnTo>
                <a:lnTo>
                  <a:pt x="673" y="986"/>
                </a:lnTo>
                <a:lnTo>
                  <a:pt x="673" y="985"/>
                </a:lnTo>
                <a:lnTo>
                  <a:pt x="672" y="985"/>
                </a:lnTo>
                <a:lnTo>
                  <a:pt x="671" y="985"/>
                </a:lnTo>
                <a:lnTo>
                  <a:pt x="671" y="984"/>
                </a:lnTo>
                <a:lnTo>
                  <a:pt x="670" y="983"/>
                </a:lnTo>
                <a:lnTo>
                  <a:pt x="669" y="983"/>
                </a:lnTo>
                <a:lnTo>
                  <a:pt x="669" y="982"/>
                </a:lnTo>
                <a:lnTo>
                  <a:pt x="669" y="981"/>
                </a:lnTo>
                <a:lnTo>
                  <a:pt x="668" y="981"/>
                </a:lnTo>
                <a:lnTo>
                  <a:pt x="668" y="980"/>
                </a:lnTo>
                <a:lnTo>
                  <a:pt x="668" y="979"/>
                </a:lnTo>
                <a:lnTo>
                  <a:pt x="667" y="978"/>
                </a:lnTo>
                <a:lnTo>
                  <a:pt x="667" y="977"/>
                </a:lnTo>
                <a:lnTo>
                  <a:pt x="667" y="976"/>
                </a:lnTo>
                <a:lnTo>
                  <a:pt x="667" y="975"/>
                </a:lnTo>
                <a:lnTo>
                  <a:pt x="667" y="974"/>
                </a:lnTo>
                <a:lnTo>
                  <a:pt x="666" y="974"/>
                </a:lnTo>
                <a:lnTo>
                  <a:pt x="666" y="973"/>
                </a:lnTo>
                <a:lnTo>
                  <a:pt x="665" y="973"/>
                </a:lnTo>
                <a:lnTo>
                  <a:pt x="665" y="972"/>
                </a:lnTo>
                <a:lnTo>
                  <a:pt x="665" y="971"/>
                </a:lnTo>
                <a:lnTo>
                  <a:pt x="664" y="971"/>
                </a:lnTo>
                <a:lnTo>
                  <a:pt x="664" y="970"/>
                </a:lnTo>
                <a:lnTo>
                  <a:pt x="663" y="970"/>
                </a:lnTo>
                <a:lnTo>
                  <a:pt x="663" y="969"/>
                </a:lnTo>
                <a:lnTo>
                  <a:pt x="663" y="968"/>
                </a:lnTo>
                <a:lnTo>
                  <a:pt x="662" y="967"/>
                </a:lnTo>
                <a:lnTo>
                  <a:pt x="661" y="967"/>
                </a:lnTo>
                <a:lnTo>
                  <a:pt x="660" y="966"/>
                </a:lnTo>
                <a:lnTo>
                  <a:pt x="660" y="965"/>
                </a:lnTo>
                <a:lnTo>
                  <a:pt x="659" y="965"/>
                </a:lnTo>
                <a:lnTo>
                  <a:pt x="659" y="964"/>
                </a:lnTo>
                <a:lnTo>
                  <a:pt x="658" y="964"/>
                </a:lnTo>
                <a:lnTo>
                  <a:pt x="657" y="963"/>
                </a:lnTo>
                <a:lnTo>
                  <a:pt x="657" y="962"/>
                </a:lnTo>
                <a:lnTo>
                  <a:pt x="657" y="961"/>
                </a:lnTo>
                <a:lnTo>
                  <a:pt x="657" y="960"/>
                </a:lnTo>
                <a:lnTo>
                  <a:pt x="657" y="959"/>
                </a:lnTo>
                <a:lnTo>
                  <a:pt x="656" y="959"/>
                </a:lnTo>
                <a:lnTo>
                  <a:pt x="656" y="958"/>
                </a:lnTo>
                <a:lnTo>
                  <a:pt x="656" y="957"/>
                </a:lnTo>
                <a:lnTo>
                  <a:pt x="657" y="956"/>
                </a:lnTo>
                <a:lnTo>
                  <a:pt x="657" y="955"/>
                </a:lnTo>
                <a:lnTo>
                  <a:pt x="657" y="954"/>
                </a:lnTo>
                <a:lnTo>
                  <a:pt x="657" y="953"/>
                </a:lnTo>
                <a:lnTo>
                  <a:pt x="656" y="953"/>
                </a:lnTo>
                <a:lnTo>
                  <a:pt x="656" y="952"/>
                </a:lnTo>
                <a:lnTo>
                  <a:pt x="657" y="951"/>
                </a:lnTo>
                <a:lnTo>
                  <a:pt x="657" y="950"/>
                </a:lnTo>
                <a:lnTo>
                  <a:pt x="657" y="949"/>
                </a:lnTo>
                <a:lnTo>
                  <a:pt x="658" y="948"/>
                </a:lnTo>
                <a:lnTo>
                  <a:pt x="658" y="947"/>
                </a:lnTo>
                <a:lnTo>
                  <a:pt x="657" y="947"/>
                </a:lnTo>
                <a:lnTo>
                  <a:pt x="657" y="946"/>
                </a:lnTo>
                <a:lnTo>
                  <a:pt x="656" y="946"/>
                </a:lnTo>
                <a:lnTo>
                  <a:pt x="656" y="945"/>
                </a:lnTo>
                <a:lnTo>
                  <a:pt x="655" y="945"/>
                </a:lnTo>
                <a:lnTo>
                  <a:pt x="656" y="945"/>
                </a:lnTo>
                <a:lnTo>
                  <a:pt x="656" y="944"/>
                </a:lnTo>
                <a:lnTo>
                  <a:pt x="657" y="944"/>
                </a:lnTo>
                <a:lnTo>
                  <a:pt x="658" y="944"/>
                </a:lnTo>
                <a:lnTo>
                  <a:pt x="658" y="942"/>
                </a:lnTo>
                <a:lnTo>
                  <a:pt x="658" y="941"/>
                </a:lnTo>
                <a:lnTo>
                  <a:pt x="658" y="940"/>
                </a:lnTo>
                <a:lnTo>
                  <a:pt x="658" y="939"/>
                </a:lnTo>
                <a:lnTo>
                  <a:pt x="657" y="939"/>
                </a:lnTo>
                <a:lnTo>
                  <a:pt x="656" y="938"/>
                </a:lnTo>
                <a:lnTo>
                  <a:pt x="656" y="937"/>
                </a:lnTo>
                <a:lnTo>
                  <a:pt x="656" y="936"/>
                </a:lnTo>
                <a:lnTo>
                  <a:pt x="657" y="936"/>
                </a:lnTo>
                <a:lnTo>
                  <a:pt x="657" y="935"/>
                </a:lnTo>
                <a:lnTo>
                  <a:pt x="656" y="935"/>
                </a:lnTo>
                <a:lnTo>
                  <a:pt x="656" y="934"/>
                </a:lnTo>
                <a:lnTo>
                  <a:pt x="655" y="934"/>
                </a:lnTo>
                <a:lnTo>
                  <a:pt x="654" y="933"/>
                </a:lnTo>
                <a:lnTo>
                  <a:pt x="654" y="932"/>
                </a:lnTo>
                <a:lnTo>
                  <a:pt x="654" y="931"/>
                </a:lnTo>
                <a:lnTo>
                  <a:pt x="653" y="931"/>
                </a:lnTo>
                <a:lnTo>
                  <a:pt x="653" y="930"/>
                </a:lnTo>
                <a:lnTo>
                  <a:pt x="652" y="930"/>
                </a:lnTo>
                <a:lnTo>
                  <a:pt x="651" y="930"/>
                </a:lnTo>
                <a:lnTo>
                  <a:pt x="650" y="930"/>
                </a:lnTo>
                <a:lnTo>
                  <a:pt x="650" y="929"/>
                </a:lnTo>
                <a:lnTo>
                  <a:pt x="649" y="928"/>
                </a:lnTo>
                <a:lnTo>
                  <a:pt x="649" y="927"/>
                </a:lnTo>
                <a:lnTo>
                  <a:pt x="648" y="927"/>
                </a:lnTo>
                <a:lnTo>
                  <a:pt x="647" y="927"/>
                </a:lnTo>
                <a:lnTo>
                  <a:pt x="646" y="927"/>
                </a:lnTo>
                <a:lnTo>
                  <a:pt x="645" y="928"/>
                </a:lnTo>
                <a:lnTo>
                  <a:pt x="645" y="929"/>
                </a:lnTo>
                <a:lnTo>
                  <a:pt x="644" y="929"/>
                </a:lnTo>
                <a:lnTo>
                  <a:pt x="643" y="929"/>
                </a:lnTo>
                <a:lnTo>
                  <a:pt x="643" y="930"/>
                </a:lnTo>
                <a:lnTo>
                  <a:pt x="642" y="930"/>
                </a:lnTo>
                <a:lnTo>
                  <a:pt x="641" y="930"/>
                </a:lnTo>
                <a:lnTo>
                  <a:pt x="641" y="931"/>
                </a:lnTo>
                <a:lnTo>
                  <a:pt x="641" y="932"/>
                </a:lnTo>
                <a:lnTo>
                  <a:pt x="640" y="932"/>
                </a:lnTo>
                <a:lnTo>
                  <a:pt x="639" y="932"/>
                </a:lnTo>
                <a:lnTo>
                  <a:pt x="638" y="932"/>
                </a:lnTo>
                <a:lnTo>
                  <a:pt x="638" y="933"/>
                </a:lnTo>
                <a:lnTo>
                  <a:pt x="638" y="934"/>
                </a:lnTo>
                <a:lnTo>
                  <a:pt x="637" y="934"/>
                </a:lnTo>
                <a:lnTo>
                  <a:pt x="636" y="934"/>
                </a:lnTo>
                <a:lnTo>
                  <a:pt x="635" y="934"/>
                </a:lnTo>
                <a:lnTo>
                  <a:pt x="635" y="935"/>
                </a:lnTo>
                <a:lnTo>
                  <a:pt x="634" y="935"/>
                </a:lnTo>
                <a:lnTo>
                  <a:pt x="634" y="936"/>
                </a:lnTo>
                <a:lnTo>
                  <a:pt x="634" y="937"/>
                </a:lnTo>
                <a:lnTo>
                  <a:pt x="633" y="938"/>
                </a:lnTo>
                <a:lnTo>
                  <a:pt x="633" y="939"/>
                </a:lnTo>
                <a:lnTo>
                  <a:pt x="633" y="940"/>
                </a:lnTo>
                <a:lnTo>
                  <a:pt x="632" y="941"/>
                </a:lnTo>
                <a:lnTo>
                  <a:pt x="632" y="942"/>
                </a:lnTo>
                <a:lnTo>
                  <a:pt x="631" y="944"/>
                </a:lnTo>
                <a:lnTo>
                  <a:pt x="630" y="944"/>
                </a:lnTo>
                <a:lnTo>
                  <a:pt x="629" y="944"/>
                </a:lnTo>
                <a:lnTo>
                  <a:pt x="629" y="943"/>
                </a:lnTo>
                <a:lnTo>
                  <a:pt x="627" y="943"/>
                </a:lnTo>
                <a:lnTo>
                  <a:pt x="626" y="944"/>
                </a:lnTo>
                <a:lnTo>
                  <a:pt x="625" y="943"/>
                </a:lnTo>
                <a:lnTo>
                  <a:pt x="624" y="943"/>
                </a:lnTo>
                <a:lnTo>
                  <a:pt x="623" y="943"/>
                </a:lnTo>
                <a:lnTo>
                  <a:pt x="622" y="942"/>
                </a:lnTo>
                <a:lnTo>
                  <a:pt x="622" y="941"/>
                </a:lnTo>
                <a:lnTo>
                  <a:pt x="621" y="941"/>
                </a:lnTo>
                <a:lnTo>
                  <a:pt x="621" y="942"/>
                </a:lnTo>
                <a:lnTo>
                  <a:pt x="621" y="943"/>
                </a:lnTo>
                <a:lnTo>
                  <a:pt x="620" y="943"/>
                </a:lnTo>
                <a:lnTo>
                  <a:pt x="620" y="944"/>
                </a:lnTo>
                <a:lnTo>
                  <a:pt x="621" y="944"/>
                </a:lnTo>
                <a:lnTo>
                  <a:pt x="621" y="945"/>
                </a:lnTo>
                <a:lnTo>
                  <a:pt x="620" y="945"/>
                </a:lnTo>
                <a:lnTo>
                  <a:pt x="620" y="946"/>
                </a:lnTo>
                <a:lnTo>
                  <a:pt x="621" y="946"/>
                </a:lnTo>
                <a:lnTo>
                  <a:pt x="621" y="947"/>
                </a:lnTo>
                <a:lnTo>
                  <a:pt x="621" y="948"/>
                </a:lnTo>
                <a:lnTo>
                  <a:pt x="622" y="948"/>
                </a:lnTo>
                <a:lnTo>
                  <a:pt x="622" y="949"/>
                </a:lnTo>
                <a:lnTo>
                  <a:pt x="623" y="949"/>
                </a:lnTo>
                <a:lnTo>
                  <a:pt x="623" y="950"/>
                </a:lnTo>
                <a:lnTo>
                  <a:pt x="623" y="949"/>
                </a:lnTo>
                <a:lnTo>
                  <a:pt x="624" y="949"/>
                </a:lnTo>
                <a:lnTo>
                  <a:pt x="624" y="950"/>
                </a:lnTo>
                <a:lnTo>
                  <a:pt x="623" y="951"/>
                </a:lnTo>
                <a:lnTo>
                  <a:pt x="622" y="952"/>
                </a:lnTo>
                <a:lnTo>
                  <a:pt x="621" y="952"/>
                </a:lnTo>
                <a:lnTo>
                  <a:pt x="621" y="953"/>
                </a:lnTo>
                <a:lnTo>
                  <a:pt x="621" y="954"/>
                </a:lnTo>
                <a:lnTo>
                  <a:pt x="622" y="954"/>
                </a:lnTo>
                <a:lnTo>
                  <a:pt x="623" y="954"/>
                </a:lnTo>
                <a:lnTo>
                  <a:pt x="623" y="955"/>
                </a:lnTo>
                <a:lnTo>
                  <a:pt x="624" y="956"/>
                </a:lnTo>
                <a:lnTo>
                  <a:pt x="625" y="957"/>
                </a:lnTo>
                <a:lnTo>
                  <a:pt x="625" y="958"/>
                </a:lnTo>
                <a:lnTo>
                  <a:pt x="624" y="958"/>
                </a:lnTo>
                <a:lnTo>
                  <a:pt x="623" y="957"/>
                </a:lnTo>
                <a:lnTo>
                  <a:pt x="623" y="958"/>
                </a:lnTo>
                <a:lnTo>
                  <a:pt x="623" y="960"/>
                </a:lnTo>
                <a:lnTo>
                  <a:pt x="623" y="961"/>
                </a:lnTo>
                <a:lnTo>
                  <a:pt x="622" y="961"/>
                </a:lnTo>
                <a:lnTo>
                  <a:pt x="621" y="961"/>
                </a:lnTo>
                <a:lnTo>
                  <a:pt x="621" y="962"/>
                </a:lnTo>
                <a:lnTo>
                  <a:pt x="620" y="962"/>
                </a:lnTo>
                <a:lnTo>
                  <a:pt x="621" y="962"/>
                </a:lnTo>
                <a:lnTo>
                  <a:pt x="621" y="963"/>
                </a:lnTo>
                <a:lnTo>
                  <a:pt x="622" y="963"/>
                </a:lnTo>
                <a:lnTo>
                  <a:pt x="623" y="963"/>
                </a:lnTo>
                <a:lnTo>
                  <a:pt x="623" y="964"/>
                </a:lnTo>
                <a:lnTo>
                  <a:pt x="623" y="965"/>
                </a:lnTo>
                <a:lnTo>
                  <a:pt x="624" y="965"/>
                </a:lnTo>
                <a:lnTo>
                  <a:pt x="624" y="966"/>
                </a:lnTo>
                <a:lnTo>
                  <a:pt x="623" y="966"/>
                </a:lnTo>
                <a:lnTo>
                  <a:pt x="622" y="967"/>
                </a:lnTo>
                <a:lnTo>
                  <a:pt x="621" y="967"/>
                </a:lnTo>
                <a:lnTo>
                  <a:pt x="621" y="968"/>
                </a:lnTo>
                <a:lnTo>
                  <a:pt x="620" y="968"/>
                </a:lnTo>
                <a:lnTo>
                  <a:pt x="620" y="969"/>
                </a:lnTo>
                <a:lnTo>
                  <a:pt x="619" y="969"/>
                </a:lnTo>
                <a:lnTo>
                  <a:pt x="618" y="969"/>
                </a:lnTo>
                <a:lnTo>
                  <a:pt x="618" y="968"/>
                </a:lnTo>
                <a:lnTo>
                  <a:pt x="617" y="968"/>
                </a:lnTo>
                <a:lnTo>
                  <a:pt x="617" y="969"/>
                </a:lnTo>
                <a:lnTo>
                  <a:pt x="616" y="969"/>
                </a:lnTo>
                <a:lnTo>
                  <a:pt x="616" y="970"/>
                </a:lnTo>
                <a:lnTo>
                  <a:pt x="615" y="970"/>
                </a:lnTo>
                <a:lnTo>
                  <a:pt x="614" y="970"/>
                </a:lnTo>
                <a:lnTo>
                  <a:pt x="613" y="970"/>
                </a:lnTo>
                <a:lnTo>
                  <a:pt x="612" y="970"/>
                </a:lnTo>
                <a:lnTo>
                  <a:pt x="611" y="970"/>
                </a:lnTo>
                <a:lnTo>
                  <a:pt x="611" y="971"/>
                </a:lnTo>
                <a:lnTo>
                  <a:pt x="611" y="970"/>
                </a:lnTo>
                <a:lnTo>
                  <a:pt x="610" y="970"/>
                </a:lnTo>
                <a:lnTo>
                  <a:pt x="610" y="971"/>
                </a:lnTo>
                <a:lnTo>
                  <a:pt x="609" y="972"/>
                </a:lnTo>
                <a:lnTo>
                  <a:pt x="608" y="972"/>
                </a:lnTo>
                <a:lnTo>
                  <a:pt x="608" y="973"/>
                </a:lnTo>
                <a:lnTo>
                  <a:pt x="607" y="973"/>
                </a:lnTo>
                <a:lnTo>
                  <a:pt x="606" y="973"/>
                </a:lnTo>
                <a:lnTo>
                  <a:pt x="605" y="972"/>
                </a:lnTo>
                <a:lnTo>
                  <a:pt x="605" y="973"/>
                </a:lnTo>
                <a:lnTo>
                  <a:pt x="604" y="973"/>
                </a:lnTo>
                <a:lnTo>
                  <a:pt x="603" y="973"/>
                </a:lnTo>
                <a:lnTo>
                  <a:pt x="602" y="973"/>
                </a:lnTo>
                <a:lnTo>
                  <a:pt x="602" y="972"/>
                </a:lnTo>
                <a:lnTo>
                  <a:pt x="601" y="972"/>
                </a:lnTo>
                <a:lnTo>
                  <a:pt x="601" y="971"/>
                </a:lnTo>
                <a:lnTo>
                  <a:pt x="600" y="971"/>
                </a:lnTo>
                <a:lnTo>
                  <a:pt x="599" y="971"/>
                </a:lnTo>
                <a:lnTo>
                  <a:pt x="598" y="971"/>
                </a:lnTo>
                <a:lnTo>
                  <a:pt x="597" y="971"/>
                </a:lnTo>
                <a:lnTo>
                  <a:pt x="597" y="972"/>
                </a:lnTo>
                <a:lnTo>
                  <a:pt x="596" y="972"/>
                </a:lnTo>
                <a:lnTo>
                  <a:pt x="595" y="972"/>
                </a:lnTo>
                <a:lnTo>
                  <a:pt x="594" y="971"/>
                </a:lnTo>
                <a:lnTo>
                  <a:pt x="593" y="971"/>
                </a:lnTo>
                <a:lnTo>
                  <a:pt x="592" y="970"/>
                </a:lnTo>
                <a:lnTo>
                  <a:pt x="591" y="969"/>
                </a:lnTo>
                <a:lnTo>
                  <a:pt x="591" y="968"/>
                </a:lnTo>
                <a:lnTo>
                  <a:pt x="591" y="967"/>
                </a:lnTo>
                <a:lnTo>
                  <a:pt x="591" y="966"/>
                </a:lnTo>
                <a:lnTo>
                  <a:pt x="591" y="965"/>
                </a:lnTo>
                <a:lnTo>
                  <a:pt x="590" y="964"/>
                </a:lnTo>
                <a:lnTo>
                  <a:pt x="590" y="963"/>
                </a:lnTo>
                <a:lnTo>
                  <a:pt x="590" y="962"/>
                </a:lnTo>
                <a:lnTo>
                  <a:pt x="590" y="961"/>
                </a:lnTo>
                <a:lnTo>
                  <a:pt x="590" y="960"/>
                </a:lnTo>
                <a:lnTo>
                  <a:pt x="590" y="959"/>
                </a:lnTo>
                <a:lnTo>
                  <a:pt x="589" y="959"/>
                </a:lnTo>
                <a:lnTo>
                  <a:pt x="588" y="960"/>
                </a:lnTo>
                <a:lnTo>
                  <a:pt x="588" y="961"/>
                </a:lnTo>
                <a:lnTo>
                  <a:pt x="588" y="962"/>
                </a:lnTo>
                <a:lnTo>
                  <a:pt x="587" y="962"/>
                </a:lnTo>
                <a:lnTo>
                  <a:pt x="586" y="962"/>
                </a:lnTo>
                <a:lnTo>
                  <a:pt x="585" y="962"/>
                </a:lnTo>
                <a:lnTo>
                  <a:pt x="585" y="961"/>
                </a:lnTo>
                <a:lnTo>
                  <a:pt x="584" y="961"/>
                </a:lnTo>
                <a:lnTo>
                  <a:pt x="584" y="960"/>
                </a:lnTo>
                <a:lnTo>
                  <a:pt x="583" y="960"/>
                </a:lnTo>
                <a:lnTo>
                  <a:pt x="582" y="960"/>
                </a:lnTo>
                <a:lnTo>
                  <a:pt x="581" y="960"/>
                </a:lnTo>
                <a:lnTo>
                  <a:pt x="580" y="959"/>
                </a:lnTo>
                <a:lnTo>
                  <a:pt x="580" y="958"/>
                </a:lnTo>
                <a:lnTo>
                  <a:pt x="579" y="958"/>
                </a:lnTo>
                <a:lnTo>
                  <a:pt x="579" y="957"/>
                </a:lnTo>
                <a:lnTo>
                  <a:pt x="579" y="956"/>
                </a:lnTo>
                <a:lnTo>
                  <a:pt x="578" y="956"/>
                </a:lnTo>
                <a:lnTo>
                  <a:pt x="579" y="955"/>
                </a:lnTo>
                <a:lnTo>
                  <a:pt x="579" y="954"/>
                </a:lnTo>
                <a:lnTo>
                  <a:pt x="580" y="954"/>
                </a:lnTo>
                <a:lnTo>
                  <a:pt x="580" y="953"/>
                </a:lnTo>
                <a:lnTo>
                  <a:pt x="581" y="953"/>
                </a:lnTo>
                <a:lnTo>
                  <a:pt x="581" y="952"/>
                </a:lnTo>
                <a:lnTo>
                  <a:pt x="580" y="952"/>
                </a:lnTo>
                <a:lnTo>
                  <a:pt x="581" y="952"/>
                </a:lnTo>
                <a:lnTo>
                  <a:pt x="581" y="951"/>
                </a:lnTo>
                <a:lnTo>
                  <a:pt x="581" y="950"/>
                </a:lnTo>
                <a:lnTo>
                  <a:pt x="580" y="950"/>
                </a:lnTo>
                <a:lnTo>
                  <a:pt x="580" y="949"/>
                </a:lnTo>
                <a:lnTo>
                  <a:pt x="579" y="949"/>
                </a:lnTo>
                <a:lnTo>
                  <a:pt x="578" y="949"/>
                </a:lnTo>
                <a:lnTo>
                  <a:pt x="578" y="948"/>
                </a:lnTo>
                <a:lnTo>
                  <a:pt x="577" y="948"/>
                </a:lnTo>
                <a:lnTo>
                  <a:pt x="577" y="947"/>
                </a:lnTo>
                <a:lnTo>
                  <a:pt x="577" y="946"/>
                </a:lnTo>
                <a:lnTo>
                  <a:pt x="576" y="946"/>
                </a:lnTo>
                <a:lnTo>
                  <a:pt x="575" y="945"/>
                </a:lnTo>
                <a:lnTo>
                  <a:pt x="575" y="944"/>
                </a:lnTo>
                <a:lnTo>
                  <a:pt x="574" y="944"/>
                </a:lnTo>
                <a:lnTo>
                  <a:pt x="573" y="943"/>
                </a:lnTo>
                <a:lnTo>
                  <a:pt x="573" y="942"/>
                </a:lnTo>
                <a:lnTo>
                  <a:pt x="572" y="942"/>
                </a:lnTo>
                <a:lnTo>
                  <a:pt x="572" y="941"/>
                </a:lnTo>
                <a:lnTo>
                  <a:pt x="571" y="940"/>
                </a:lnTo>
                <a:lnTo>
                  <a:pt x="571" y="939"/>
                </a:lnTo>
                <a:lnTo>
                  <a:pt x="570" y="939"/>
                </a:lnTo>
                <a:lnTo>
                  <a:pt x="569" y="939"/>
                </a:lnTo>
                <a:lnTo>
                  <a:pt x="568" y="938"/>
                </a:lnTo>
                <a:lnTo>
                  <a:pt x="569" y="938"/>
                </a:lnTo>
                <a:lnTo>
                  <a:pt x="569" y="937"/>
                </a:lnTo>
                <a:lnTo>
                  <a:pt x="570" y="936"/>
                </a:lnTo>
                <a:lnTo>
                  <a:pt x="570" y="935"/>
                </a:lnTo>
                <a:lnTo>
                  <a:pt x="571" y="935"/>
                </a:lnTo>
                <a:lnTo>
                  <a:pt x="571" y="934"/>
                </a:lnTo>
                <a:lnTo>
                  <a:pt x="570" y="933"/>
                </a:lnTo>
                <a:lnTo>
                  <a:pt x="569" y="933"/>
                </a:lnTo>
                <a:lnTo>
                  <a:pt x="568" y="933"/>
                </a:lnTo>
                <a:lnTo>
                  <a:pt x="567" y="932"/>
                </a:lnTo>
                <a:lnTo>
                  <a:pt x="567" y="930"/>
                </a:lnTo>
                <a:lnTo>
                  <a:pt x="567" y="929"/>
                </a:lnTo>
                <a:lnTo>
                  <a:pt x="568" y="928"/>
                </a:lnTo>
                <a:lnTo>
                  <a:pt x="567" y="928"/>
                </a:lnTo>
                <a:lnTo>
                  <a:pt x="567" y="927"/>
                </a:lnTo>
                <a:lnTo>
                  <a:pt x="568" y="927"/>
                </a:lnTo>
                <a:lnTo>
                  <a:pt x="568" y="926"/>
                </a:lnTo>
                <a:lnTo>
                  <a:pt x="569" y="925"/>
                </a:lnTo>
                <a:lnTo>
                  <a:pt x="571" y="925"/>
                </a:lnTo>
                <a:lnTo>
                  <a:pt x="571" y="926"/>
                </a:lnTo>
                <a:lnTo>
                  <a:pt x="573" y="926"/>
                </a:lnTo>
                <a:lnTo>
                  <a:pt x="574" y="926"/>
                </a:lnTo>
                <a:lnTo>
                  <a:pt x="574" y="925"/>
                </a:lnTo>
                <a:lnTo>
                  <a:pt x="574" y="924"/>
                </a:lnTo>
                <a:lnTo>
                  <a:pt x="575" y="924"/>
                </a:lnTo>
                <a:lnTo>
                  <a:pt x="576" y="923"/>
                </a:lnTo>
                <a:lnTo>
                  <a:pt x="576" y="922"/>
                </a:lnTo>
                <a:lnTo>
                  <a:pt x="575" y="921"/>
                </a:lnTo>
                <a:lnTo>
                  <a:pt x="574" y="920"/>
                </a:lnTo>
                <a:lnTo>
                  <a:pt x="573" y="921"/>
                </a:lnTo>
                <a:lnTo>
                  <a:pt x="572" y="920"/>
                </a:lnTo>
                <a:lnTo>
                  <a:pt x="571" y="920"/>
                </a:lnTo>
                <a:lnTo>
                  <a:pt x="571" y="919"/>
                </a:lnTo>
                <a:lnTo>
                  <a:pt x="570" y="918"/>
                </a:lnTo>
                <a:lnTo>
                  <a:pt x="569" y="918"/>
                </a:lnTo>
                <a:lnTo>
                  <a:pt x="568" y="918"/>
                </a:lnTo>
                <a:lnTo>
                  <a:pt x="568" y="917"/>
                </a:lnTo>
                <a:lnTo>
                  <a:pt x="567" y="917"/>
                </a:lnTo>
                <a:lnTo>
                  <a:pt x="566" y="917"/>
                </a:lnTo>
                <a:lnTo>
                  <a:pt x="566" y="916"/>
                </a:lnTo>
                <a:lnTo>
                  <a:pt x="565" y="916"/>
                </a:lnTo>
                <a:lnTo>
                  <a:pt x="565" y="917"/>
                </a:lnTo>
                <a:lnTo>
                  <a:pt x="564" y="917"/>
                </a:lnTo>
                <a:lnTo>
                  <a:pt x="564" y="916"/>
                </a:lnTo>
                <a:lnTo>
                  <a:pt x="563" y="916"/>
                </a:lnTo>
                <a:lnTo>
                  <a:pt x="562" y="916"/>
                </a:lnTo>
                <a:lnTo>
                  <a:pt x="562" y="915"/>
                </a:lnTo>
                <a:lnTo>
                  <a:pt x="561" y="915"/>
                </a:lnTo>
                <a:lnTo>
                  <a:pt x="560" y="915"/>
                </a:lnTo>
                <a:lnTo>
                  <a:pt x="558" y="915"/>
                </a:lnTo>
                <a:lnTo>
                  <a:pt x="557" y="915"/>
                </a:lnTo>
                <a:lnTo>
                  <a:pt x="555" y="915"/>
                </a:lnTo>
                <a:lnTo>
                  <a:pt x="554" y="914"/>
                </a:lnTo>
                <a:lnTo>
                  <a:pt x="553" y="914"/>
                </a:lnTo>
                <a:lnTo>
                  <a:pt x="550" y="914"/>
                </a:lnTo>
                <a:lnTo>
                  <a:pt x="549" y="914"/>
                </a:lnTo>
                <a:lnTo>
                  <a:pt x="549" y="915"/>
                </a:lnTo>
                <a:lnTo>
                  <a:pt x="549" y="916"/>
                </a:lnTo>
                <a:lnTo>
                  <a:pt x="549" y="917"/>
                </a:lnTo>
                <a:lnTo>
                  <a:pt x="548" y="917"/>
                </a:lnTo>
                <a:lnTo>
                  <a:pt x="547" y="916"/>
                </a:lnTo>
                <a:lnTo>
                  <a:pt x="546" y="916"/>
                </a:lnTo>
                <a:lnTo>
                  <a:pt x="545" y="916"/>
                </a:lnTo>
                <a:lnTo>
                  <a:pt x="544" y="916"/>
                </a:lnTo>
                <a:lnTo>
                  <a:pt x="544" y="915"/>
                </a:lnTo>
                <a:lnTo>
                  <a:pt x="545" y="915"/>
                </a:lnTo>
                <a:lnTo>
                  <a:pt x="545" y="914"/>
                </a:lnTo>
                <a:lnTo>
                  <a:pt x="546" y="914"/>
                </a:lnTo>
                <a:lnTo>
                  <a:pt x="545" y="914"/>
                </a:lnTo>
                <a:lnTo>
                  <a:pt x="544" y="914"/>
                </a:lnTo>
                <a:lnTo>
                  <a:pt x="544" y="913"/>
                </a:lnTo>
                <a:lnTo>
                  <a:pt x="543" y="913"/>
                </a:lnTo>
                <a:lnTo>
                  <a:pt x="542" y="913"/>
                </a:lnTo>
                <a:lnTo>
                  <a:pt x="541" y="914"/>
                </a:lnTo>
                <a:lnTo>
                  <a:pt x="540" y="914"/>
                </a:lnTo>
                <a:lnTo>
                  <a:pt x="540" y="915"/>
                </a:lnTo>
                <a:lnTo>
                  <a:pt x="539" y="916"/>
                </a:lnTo>
                <a:lnTo>
                  <a:pt x="538" y="916"/>
                </a:lnTo>
                <a:lnTo>
                  <a:pt x="538" y="917"/>
                </a:lnTo>
                <a:lnTo>
                  <a:pt x="537" y="917"/>
                </a:lnTo>
                <a:lnTo>
                  <a:pt x="536" y="917"/>
                </a:lnTo>
                <a:lnTo>
                  <a:pt x="536" y="916"/>
                </a:lnTo>
                <a:lnTo>
                  <a:pt x="533" y="916"/>
                </a:lnTo>
                <a:lnTo>
                  <a:pt x="533" y="917"/>
                </a:lnTo>
                <a:lnTo>
                  <a:pt x="533" y="918"/>
                </a:lnTo>
                <a:lnTo>
                  <a:pt x="533" y="919"/>
                </a:lnTo>
                <a:lnTo>
                  <a:pt x="532" y="919"/>
                </a:lnTo>
                <a:lnTo>
                  <a:pt x="531" y="920"/>
                </a:lnTo>
                <a:lnTo>
                  <a:pt x="531" y="921"/>
                </a:lnTo>
                <a:lnTo>
                  <a:pt x="530" y="921"/>
                </a:lnTo>
                <a:lnTo>
                  <a:pt x="529" y="921"/>
                </a:lnTo>
                <a:lnTo>
                  <a:pt x="529" y="920"/>
                </a:lnTo>
                <a:lnTo>
                  <a:pt x="529" y="919"/>
                </a:lnTo>
                <a:lnTo>
                  <a:pt x="528" y="919"/>
                </a:lnTo>
                <a:lnTo>
                  <a:pt x="528" y="918"/>
                </a:lnTo>
                <a:lnTo>
                  <a:pt x="527" y="918"/>
                </a:lnTo>
                <a:lnTo>
                  <a:pt x="528" y="917"/>
                </a:lnTo>
                <a:lnTo>
                  <a:pt x="529" y="917"/>
                </a:lnTo>
                <a:lnTo>
                  <a:pt x="529" y="916"/>
                </a:lnTo>
                <a:lnTo>
                  <a:pt x="529" y="914"/>
                </a:lnTo>
                <a:lnTo>
                  <a:pt x="529" y="912"/>
                </a:lnTo>
                <a:lnTo>
                  <a:pt x="528" y="912"/>
                </a:lnTo>
                <a:lnTo>
                  <a:pt x="528" y="911"/>
                </a:lnTo>
                <a:lnTo>
                  <a:pt x="528" y="910"/>
                </a:lnTo>
                <a:lnTo>
                  <a:pt x="528" y="909"/>
                </a:lnTo>
                <a:lnTo>
                  <a:pt x="528" y="908"/>
                </a:lnTo>
                <a:lnTo>
                  <a:pt x="528" y="907"/>
                </a:lnTo>
                <a:lnTo>
                  <a:pt x="529" y="907"/>
                </a:lnTo>
                <a:lnTo>
                  <a:pt x="529" y="906"/>
                </a:lnTo>
                <a:lnTo>
                  <a:pt x="528" y="906"/>
                </a:lnTo>
                <a:lnTo>
                  <a:pt x="528" y="905"/>
                </a:lnTo>
                <a:lnTo>
                  <a:pt x="527" y="905"/>
                </a:lnTo>
                <a:lnTo>
                  <a:pt x="527" y="904"/>
                </a:lnTo>
                <a:lnTo>
                  <a:pt x="526" y="903"/>
                </a:lnTo>
                <a:lnTo>
                  <a:pt x="525" y="902"/>
                </a:lnTo>
                <a:lnTo>
                  <a:pt x="525" y="901"/>
                </a:lnTo>
                <a:lnTo>
                  <a:pt x="525" y="900"/>
                </a:lnTo>
                <a:lnTo>
                  <a:pt x="524" y="899"/>
                </a:lnTo>
                <a:lnTo>
                  <a:pt x="524" y="898"/>
                </a:lnTo>
                <a:lnTo>
                  <a:pt x="524" y="897"/>
                </a:lnTo>
                <a:lnTo>
                  <a:pt x="524" y="896"/>
                </a:lnTo>
                <a:lnTo>
                  <a:pt x="524" y="895"/>
                </a:lnTo>
                <a:lnTo>
                  <a:pt x="523" y="895"/>
                </a:lnTo>
                <a:lnTo>
                  <a:pt x="524" y="894"/>
                </a:lnTo>
                <a:lnTo>
                  <a:pt x="524" y="893"/>
                </a:lnTo>
                <a:lnTo>
                  <a:pt x="524" y="892"/>
                </a:lnTo>
                <a:lnTo>
                  <a:pt x="525" y="892"/>
                </a:lnTo>
                <a:lnTo>
                  <a:pt x="525" y="891"/>
                </a:lnTo>
                <a:lnTo>
                  <a:pt x="525" y="890"/>
                </a:lnTo>
                <a:lnTo>
                  <a:pt x="526" y="889"/>
                </a:lnTo>
                <a:lnTo>
                  <a:pt x="526" y="888"/>
                </a:lnTo>
                <a:lnTo>
                  <a:pt x="527" y="888"/>
                </a:lnTo>
                <a:lnTo>
                  <a:pt x="527" y="887"/>
                </a:lnTo>
                <a:lnTo>
                  <a:pt x="528" y="887"/>
                </a:lnTo>
                <a:lnTo>
                  <a:pt x="529" y="887"/>
                </a:lnTo>
                <a:lnTo>
                  <a:pt x="530" y="887"/>
                </a:lnTo>
                <a:lnTo>
                  <a:pt x="531" y="887"/>
                </a:lnTo>
                <a:lnTo>
                  <a:pt x="532" y="887"/>
                </a:lnTo>
                <a:lnTo>
                  <a:pt x="531" y="886"/>
                </a:lnTo>
                <a:lnTo>
                  <a:pt x="532" y="885"/>
                </a:lnTo>
                <a:lnTo>
                  <a:pt x="532" y="886"/>
                </a:lnTo>
                <a:lnTo>
                  <a:pt x="533" y="885"/>
                </a:lnTo>
                <a:lnTo>
                  <a:pt x="533" y="884"/>
                </a:lnTo>
                <a:lnTo>
                  <a:pt x="533" y="883"/>
                </a:lnTo>
                <a:lnTo>
                  <a:pt x="532" y="883"/>
                </a:lnTo>
                <a:lnTo>
                  <a:pt x="533" y="883"/>
                </a:lnTo>
                <a:lnTo>
                  <a:pt x="533" y="882"/>
                </a:lnTo>
                <a:lnTo>
                  <a:pt x="532" y="882"/>
                </a:lnTo>
                <a:lnTo>
                  <a:pt x="532" y="881"/>
                </a:lnTo>
                <a:lnTo>
                  <a:pt x="532" y="880"/>
                </a:lnTo>
                <a:lnTo>
                  <a:pt x="531" y="880"/>
                </a:lnTo>
                <a:lnTo>
                  <a:pt x="531" y="879"/>
                </a:lnTo>
                <a:lnTo>
                  <a:pt x="530" y="878"/>
                </a:lnTo>
                <a:lnTo>
                  <a:pt x="528" y="878"/>
                </a:lnTo>
                <a:lnTo>
                  <a:pt x="528" y="877"/>
                </a:lnTo>
                <a:lnTo>
                  <a:pt x="529" y="877"/>
                </a:lnTo>
                <a:lnTo>
                  <a:pt x="529" y="876"/>
                </a:lnTo>
                <a:lnTo>
                  <a:pt x="528" y="876"/>
                </a:lnTo>
                <a:lnTo>
                  <a:pt x="528" y="875"/>
                </a:lnTo>
                <a:lnTo>
                  <a:pt x="527" y="875"/>
                </a:lnTo>
                <a:lnTo>
                  <a:pt x="526" y="874"/>
                </a:lnTo>
                <a:lnTo>
                  <a:pt x="526" y="873"/>
                </a:lnTo>
                <a:lnTo>
                  <a:pt x="525" y="872"/>
                </a:lnTo>
                <a:lnTo>
                  <a:pt x="525" y="871"/>
                </a:lnTo>
                <a:lnTo>
                  <a:pt x="524" y="870"/>
                </a:lnTo>
                <a:lnTo>
                  <a:pt x="523" y="870"/>
                </a:lnTo>
                <a:lnTo>
                  <a:pt x="522" y="870"/>
                </a:lnTo>
                <a:lnTo>
                  <a:pt x="522" y="869"/>
                </a:lnTo>
                <a:lnTo>
                  <a:pt x="522" y="868"/>
                </a:lnTo>
                <a:lnTo>
                  <a:pt x="523" y="867"/>
                </a:lnTo>
                <a:lnTo>
                  <a:pt x="523" y="866"/>
                </a:lnTo>
                <a:lnTo>
                  <a:pt x="522" y="866"/>
                </a:lnTo>
                <a:lnTo>
                  <a:pt x="523" y="866"/>
                </a:lnTo>
                <a:lnTo>
                  <a:pt x="522" y="866"/>
                </a:lnTo>
                <a:lnTo>
                  <a:pt x="522" y="865"/>
                </a:lnTo>
                <a:lnTo>
                  <a:pt x="521" y="865"/>
                </a:lnTo>
                <a:lnTo>
                  <a:pt x="521" y="864"/>
                </a:lnTo>
                <a:lnTo>
                  <a:pt x="522" y="864"/>
                </a:lnTo>
                <a:lnTo>
                  <a:pt x="522" y="863"/>
                </a:lnTo>
                <a:lnTo>
                  <a:pt x="521" y="863"/>
                </a:lnTo>
                <a:lnTo>
                  <a:pt x="520" y="863"/>
                </a:lnTo>
                <a:lnTo>
                  <a:pt x="519" y="863"/>
                </a:lnTo>
                <a:lnTo>
                  <a:pt x="518" y="862"/>
                </a:lnTo>
                <a:lnTo>
                  <a:pt x="517" y="862"/>
                </a:lnTo>
                <a:lnTo>
                  <a:pt x="517" y="863"/>
                </a:lnTo>
                <a:lnTo>
                  <a:pt x="516" y="863"/>
                </a:lnTo>
                <a:lnTo>
                  <a:pt x="515" y="863"/>
                </a:lnTo>
                <a:lnTo>
                  <a:pt x="514" y="863"/>
                </a:lnTo>
                <a:lnTo>
                  <a:pt x="513" y="863"/>
                </a:lnTo>
                <a:lnTo>
                  <a:pt x="512" y="863"/>
                </a:lnTo>
                <a:lnTo>
                  <a:pt x="511" y="863"/>
                </a:lnTo>
                <a:lnTo>
                  <a:pt x="511" y="864"/>
                </a:lnTo>
                <a:lnTo>
                  <a:pt x="510" y="864"/>
                </a:lnTo>
                <a:lnTo>
                  <a:pt x="510" y="863"/>
                </a:lnTo>
                <a:lnTo>
                  <a:pt x="510" y="862"/>
                </a:lnTo>
                <a:lnTo>
                  <a:pt x="509" y="862"/>
                </a:lnTo>
                <a:lnTo>
                  <a:pt x="509" y="863"/>
                </a:lnTo>
                <a:lnTo>
                  <a:pt x="508" y="863"/>
                </a:lnTo>
                <a:lnTo>
                  <a:pt x="507" y="863"/>
                </a:lnTo>
                <a:lnTo>
                  <a:pt x="506" y="863"/>
                </a:lnTo>
                <a:lnTo>
                  <a:pt x="506" y="862"/>
                </a:lnTo>
                <a:lnTo>
                  <a:pt x="506" y="861"/>
                </a:lnTo>
                <a:lnTo>
                  <a:pt x="505" y="861"/>
                </a:lnTo>
                <a:lnTo>
                  <a:pt x="504" y="860"/>
                </a:lnTo>
                <a:lnTo>
                  <a:pt x="504" y="859"/>
                </a:lnTo>
                <a:lnTo>
                  <a:pt x="503" y="859"/>
                </a:lnTo>
                <a:lnTo>
                  <a:pt x="502" y="859"/>
                </a:lnTo>
                <a:lnTo>
                  <a:pt x="501" y="859"/>
                </a:lnTo>
                <a:lnTo>
                  <a:pt x="501" y="858"/>
                </a:lnTo>
                <a:lnTo>
                  <a:pt x="499" y="858"/>
                </a:lnTo>
                <a:lnTo>
                  <a:pt x="497" y="858"/>
                </a:lnTo>
                <a:lnTo>
                  <a:pt x="496" y="858"/>
                </a:lnTo>
                <a:lnTo>
                  <a:pt x="496" y="857"/>
                </a:lnTo>
                <a:lnTo>
                  <a:pt x="495" y="857"/>
                </a:lnTo>
                <a:lnTo>
                  <a:pt x="494" y="857"/>
                </a:lnTo>
                <a:lnTo>
                  <a:pt x="495" y="857"/>
                </a:lnTo>
                <a:lnTo>
                  <a:pt x="495" y="856"/>
                </a:lnTo>
                <a:lnTo>
                  <a:pt x="494" y="856"/>
                </a:lnTo>
                <a:lnTo>
                  <a:pt x="493" y="855"/>
                </a:lnTo>
                <a:lnTo>
                  <a:pt x="493" y="854"/>
                </a:lnTo>
                <a:lnTo>
                  <a:pt x="492" y="854"/>
                </a:lnTo>
                <a:lnTo>
                  <a:pt x="491" y="853"/>
                </a:lnTo>
                <a:lnTo>
                  <a:pt x="490" y="853"/>
                </a:lnTo>
                <a:lnTo>
                  <a:pt x="489" y="853"/>
                </a:lnTo>
                <a:lnTo>
                  <a:pt x="489" y="852"/>
                </a:lnTo>
                <a:lnTo>
                  <a:pt x="489" y="853"/>
                </a:lnTo>
                <a:lnTo>
                  <a:pt x="488" y="853"/>
                </a:lnTo>
                <a:lnTo>
                  <a:pt x="488" y="852"/>
                </a:lnTo>
                <a:lnTo>
                  <a:pt x="489" y="852"/>
                </a:lnTo>
                <a:lnTo>
                  <a:pt x="488" y="852"/>
                </a:lnTo>
                <a:lnTo>
                  <a:pt x="487" y="851"/>
                </a:lnTo>
                <a:lnTo>
                  <a:pt x="486" y="851"/>
                </a:lnTo>
                <a:lnTo>
                  <a:pt x="485" y="852"/>
                </a:lnTo>
                <a:lnTo>
                  <a:pt x="484" y="852"/>
                </a:lnTo>
                <a:lnTo>
                  <a:pt x="484" y="853"/>
                </a:lnTo>
                <a:lnTo>
                  <a:pt x="483" y="853"/>
                </a:lnTo>
                <a:lnTo>
                  <a:pt x="483" y="852"/>
                </a:lnTo>
                <a:lnTo>
                  <a:pt x="482" y="852"/>
                </a:lnTo>
                <a:lnTo>
                  <a:pt x="481" y="852"/>
                </a:lnTo>
                <a:lnTo>
                  <a:pt x="481" y="853"/>
                </a:lnTo>
                <a:lnTo>
                  <a:pt x="480" y="852"/>
                </a:lnTo>
                <a:lnTo>
                  <a:pt x="479" y="853"/>
                </a:lnTo>
                <a:lnTo>
                  <a:pt x="478" y="853"/>
                </a:lnTo>
                <a:lnTo>
                  <a:pt x="477" y="853"/>
                </a:lnTo>
                <a:lnTo>
                  <a:pt x="476" y="853"/>
                </a:lnTo>
                <a:lnTo>
                  <a:pt x="476" y="854"/>
                </a:lnTo>
                <a:lnTo>
                  <a:pt x="475" y="854"/>
                </a:lnTo>
                <a:lnTo>
                  <a:pt x="474" y="854"/>
                </a:lnTo>
                <a:lnTo>
                  <a:pt x="473" y="854"/>
                </a:lnTo>
                <a:lnTo>
                  <a:pt x="473" y="853"/>
                </a:lnTo>
                <a:lnTo>
                  <a:pt x="472" y="853"/>
                </a:lnTo>
                <a:lnTo>
                  <a:pt x="472" y="854"/>
                </a:lnTo>
                <a:lnTo>
                  <a:pt x="471" y="854"/>
                </a:lnTo>
                <a:lnTo>
                  <a:pt x="471" y="855"/>
                </a:lnTo>
                <a:lnTo>
                  <a:pt x="470" y="855"/>
                </a:lnTo>
                <a:lnTo>
                  <a:pt x="470" y="856"/>
                </a:lnTo>
                <a:lnTo>
                  <a:pt x="469" y="856"/>
                </a:lnTo>
                <a:lnTo>
                  <a:pt x="469" y="857"/>
                </a:lnTo>
                <a:lnTo>
                  <a:pt x="468" y="857"/>
                </a:lnTo>
                <a:lnTo>
                  <a:pt x="467" y="857"/>
                </a:lnTo>
                <a:lnTo>
                  <a:pt x="467" y="858"/>
                </a:lnTo>
                <a:lnTo>
                  <a:pt x="466" y="858"/>
                </a:lnTo>
                <a:lnTo>
                  <a:pt x="466" y="857"/>
                </a:lnTo>
                <a:lnTo>
                  <a:pt x="465" y="857"/>
                </a:lnTo>
                <a:lnTo>
                  <a:pt x="465" y="858"/>
                </a:lnTo>
                <a:lnTo>
                  <a:pt x="464" y="858"/>
                </a:lnTo>
                <a:lnTo>
                  <a:pt x="464" y="859"/>
                </a:lnTo>
                <a:lnTo>
                  <a:pt x="463" y="859"/>
                </a:lnTo>
                <a:lnTo>
                  <a:pt x="462" y="859"/>
                </a:lnTo>
                <a:lnTo>
                  <a:pt x="462" y="858"/>
                </a:lnTo>
                <a:lnTo>
                  <a:pt x="462" y="857"/>
                </a:lnTo>
                <a:lnTo>
                  <a:pt x="461" y="857"/>
                </a:lnTo>
                <a:lnTo>
                  <a:pt x="461" y="858"/>
                </a:lnTo>
                <a:lnTo>
                  <a:pt x="461" y="859"/>
                </a:lnTo>
                <a:lnTo>
                  <a:pt x="460" y="859"/>
                </a:lnTo>
                <a:lnTo>
                  <a:pt x="460" y="860"/>
                </a:lnTo>
                <a:lnTo>
                  <a:pt x="461" y="860"/>
                </a:lnTo>
                <a:lnTo>
                  <a:pt x="461" y="861"/>
                </a:lnTo>
                <a:lnTo>
                  <a:pt x="460" y="861"/>
                </a:lnTo>
                <a:lnTo>
                  <a:pt x="460" y="860"/>
                </a:lnTo>
                <a:lnTo>
                  <a:pt x="459" y="860"/>
                </a:lnTo>
                <a:lnTo>
                  <a:pt x="458" y="860"/>
                </a:lnTo>
                <a:lnTo>
                  <a:pt x="458" y="861"/>
                </a:lnTo>
                <a:lnTo>
                  <a:pt x="458" y="862"/>
                </a:lnTo>
                <a:lnTo>
                  <a:pt x="457" y="861"/>
                </a:lnTo>
                <a:lnTo>
                  <a:pt x="457" y="862"/>
                </a:lnTo>
                <a:lnTo>
                  <a:pt x="457" y="863"/>
                </a:lnTo>
                <a:lnTo>
                  <a:pt x="456" y="863"/>
                </a:lnTo>
                <a:lnTo>
                  <a:pt x="456" y="862"/>
                </a:lnTo>
                <a:lnTo>
                  <a:pt x="454" y="862"/>
                </a:lnTo>
                <a:lnTo>
                  <a:pt x="453" y="862"/>
                </a:lnTo>
                <a:lnTo>
                  <a:pt x="453" y="861"/>
                </a:lnTo>
                <a:lnTo>
                  <a:pt x="453" y="862"/>
                </a:lnTo>
                <a:lnTo>
                  <a:pt x="452" y="862"/>
                </a:lnTo>
                <a:lnTo>
                  <a:pt x="451" y="862"/>
                </a:lnTo>
                <a:lnTo>
                  <a:pt x="450" y="863"/>
                </a:lnTo>
                <a:lnTo>
                  <a:pt x="450" y="864"/>
                </a:lnTo>
                <a:lnTo>
                  <a:pt x="449" y="863"/>
                </a:lnTo>
                <a:lnTo>
                  <a:pt x="448" y="862"/>
                </a:lnTo>
                <a:lnTo>
                  <a:pt x="446" y="862"/>
                </a:lnTo>
                <a:lnTo>
                  <a:pt x="445" y="862"/>
                </a:lnTo>
                <a:lnTo>
                  <a:pt x="445" y="863"/>
                </a:lnTo>
                <a:lnTo>
                  <a:pt x="444" y="862"/>
                </a:lnTo>
                <a:lnTo>
                  <a:pt x="443" y="862"/>
                </a:lnTo>
                <a:lnTo>
                  <a:pt x="443" y="861"/>
                </a:lnTo>
                <a:lnTo>
                  <a:pt x="442" y="861"/>
                </a:lnTo>
                <a:lnTo>
                  <a:pt x="442" y="860"/>
                </a:lnTo>
                <a:lnTo>
                  <a:pt x="441" y="860"/>
                </a:lnTo>
                <a:lnTo>
                  <a:pt x="440" y="860"/>
                </a:lnTo>
                <a:lnTo>
                  <a:pt x="439" y="860"/>
                </a:lnTo>
                <a:lnTo>
                  <a:pt x="438" y="860"/>
                </a:lnTo>
                <a:lnTo>
                  <a:pt x="437" y="860"/>
                </a:lnTo>
                <a:lnTo>
                  <a:pt x="437" y="861"/>
                </a:lnTo>
                <a:lnTo>
                  <a:pt x="436" y="861"/>
                </a:lnTo>
                <a:lnTo>
                  <a:pt x="436" y="860"/>
                </a:lnTo>
                <a:lnTo>
                  <a:pt x="435" y="860"/>
                </a:lnTo>
                <a:lnTo>
                  <a:pt x="435" y="861"/>
                </a:lnTo>
                <a:lnTo>
                  <a:pt x="434" y="861"/>
                </a:lnTo>
                <a:lnTo>
                  <a:pt x="434" y="860"/>
                </a:lnTo>
                <a:lnTo>
                  <a:pt x="435" y="860"/>
                </a:lnTo>
                <a:lnTo>
                  <a:pt x="434" y="860"/>
                </a:lnTo>
                <a:lnTo>
                  <a:pt x="434" y="859"/>
                </a:lnTo>
                <a:lnTo>
                  <a:pt x="435" y="859"/>
                </a:lnTo>
                <a:lnTo>
                  <a:pt x="434" y="859"/>
                </a:lnTo>
                <a:lnTo>
                  <a:pt x="433" y="859"/>
                </a:lnTo>
                <a:lnTo>
                  <a:pt x="432" y="859"/>
                </a:lnTo>
                <a:lnTo>
                  <a:pt x="433" y="859"/>
                </a:lnTo>
                <a:lnTo>
                  <a:pt x="434" y="859"/>
                </a:lnTo>
                <a:lnTo>
                  <a:pt x="434" y="858"/>
                </a:lnTo>
                <a:lnTo>
                  <a:pt x="433" y="858"/>
                </a:lnTo>
                <a:lnTo>
                  <a:pt x="434" y="858"/>
                </a:lnTo>
                <a:lnTo>
                  <a:pt x="434" y="857"/>
                </a:lnTo>
                <a:lnTo>
                  <a:pt x="433" y="857"/>
                </a:lnTo>
                <a:lnTo>
                  <a:pt x="433" y="858"/>
                </a:lnTo>
                <a:lnTo>
                  <a:pt x="432" y="858"/>
                </a:lnTo>
                <a:lnTo>
                  <a:pt x="432" y="857"/>
                </a:lnTo>
                <a:lnTo>
                  <a:pt x="431" y="857"/>
                </a:lnTo>
                <a:lnTo>
                  <a:pt x="430" y="857"/>
                </a:lnTo>
                <a:lnTo>
                  <a:pt x="429" y="857"/>
                </a:lnTo>
                <a:lnTo>
                  <a:pt x="428" y="857"/>
                </a:lnTo>
                <a:lnTo>
                  <a:pt x="427" y="857"/>
                </a:lnTo>
                <a:lnTo>
                  <a:pt x="426" y="857"/>
                </a:lnTo>
                <a:lnTo>
                  <a:pt x="426" y="856"/>
                </a:lnTo>
                <a:lnTo>
                  <a:pt x="425" y="856"/>
                </a:lnTo>
                <a:lnTo>
                  <a:pt x="425" y="855"/>
                </a:lnTo>
                <a:lnTo>
                  <a:pt x="425" y="854"/>
                </a:lnTo>
                <a:lnTo>
                  <a:pt x="424" y="854"/>
                </a:lnTo>
                <a:lnTo>
                  <a:pt x="424" y="855"/>
                </a:lnTo>
                <a:lnTo>
                  <a:pt x="423" y="855"/>
                </a:lnTo>
                <a:lnTo>
                  <a:pt x="423" y="854"/>
                </a:lnTo>
                <a:lnTo>
                  <a:pt x="423" y="853"/>
                </a:lnTo>
                <a:lnTo>
                  <a:pt x="422" y="853"/>
                </a:lnTo>
                <a:lnTo>
                  <a:pt x="422" y="854"/>
                </a:lnTo>
                <a:lnTo>
                  <a:pt x="422" y="853"/>
                </a:lnTo>
                <a:lnTo>
                  <a:pt x="421" y="853"/>
                </a:lnTo>
                <a:lnTo>
                  <a:pt x="420" y="853"/>
                </a:lnTo>
                <a:lnTo>
                  <a:pt x="419" y="853"/>
                </a:lnTo>
                <a:lnTo>
                  <a:pt x="418" y="853"/>
                </a:lnTo>
                <a:lnTo>
                  <a:pt x="418" y="852"/>
                </a:lnTo>
                <a:lnTo>
                  <a:pt x="418" y="851"/>
                </a:lnTo>
                <a:lnTo>
                  <a:pt x="418" y="850"/>
                </a:lnTo>
                <a:lnTo>
                  <a:pt x="418" y="849"/>
                </a:lnTo>
                <a:lnTo>
                  <a:pt x="417" y="849"/>
                </a:lnTo>
                <a:lnTo>
                  <a:pt x="416" y="849"/>
                </a:lnTo>
                <a:lnTo>
                  <a:pt x="415" y="849"/>
                </a:lnTo>
                <a:lnTo>
                  <a:pt x="416" y="849"/>
                </a:lnTo>
                <a:lnTo>
                  <a:pt x="416" y="848"/>
                </a:lnTo>
                <a:lnTo>
                  <a:pt x="415" y="848"/>
                </a:lnTo>
                <a:lnTo>
                  <a:pt x="415" y="847"/>
                </a:lnTo>
                <a:lnTo>
                  <a:pt x="414" y="847"/>
                </a:lnTo>
                <a:lnTo>
                  <a:pt x="414" y="848"/>
                </a:lnTo>
                <a:lnTo>
                  <a:pt x="413" y="848"/>
                </a:lnTo>
                <a:lnTo>
                  <a:pt x="413" y="847"/>
                </a:lnTo>
                <a:lnTo>
                  <a:pt x="413" y="848"/>
                </a:lnTo>
                <a:lnTo>
                  <a:pt x="414" y="848"/>
                </a:lnTo>
                <a:lnTo>
                  <a:pt x="413" y="848"/>
                </a:lnTo>
                <a:lnTo>
                  <a:pt x="412" y="848"/>
                </a:lnTo>
                <a:lnTo>
                  <a:pt x="412" y="847"/>
                </a:lnTo>
                <a:lnTo>
                  <a:pt x="413" y="847"/>
                </a:lnTo>
                <a:lnTo>
                  <a:pt x="412" y="846"/>
                </a:lnTo>
                <a:lnTo>
                  <a:pt x="412" y="845"/>
                </a:lnTo>
                <a:lnTo>
                  <a:pt x="411" y="845"/>
                </a:lnTo>
                <a:lnTo>
                  <a:pt x="411" y="844"/>
                </a:lnTo>
                <a:lnTo>
                  <a:pt x="410" y="844"/>
                </a:lnTo>
                <a:lnTo>
                  <a:pt x="409" y="844"/>
                </a:lnTo>
                <a:lnTo>
                  <a:pt x="410" y="843"/>
                </a:lnTo>
                <a:lnTo>
                  <a:pt x="410" y="842"/>
                </a:lnTo>
                <a:lnTo>
                  <a:pt x="409" y="842"/>
                </a:lnTo>
                <a:lnTo>
                  <a:pt x="408" y="842"/>
                </a:lnTo>
                <a:lnTo>
                  <a:pt x="408" y="841"/>
                </a:lnTo>
                <a:lnTo>
                  <a:pt x="407" y="841"/>
                </a:lnTo>
                <a:lnTo>
                  <a:pt x="407" y="840"/>
                </a:lnTo>
                <a:lnTo>
                  <a:pt x="408" y="840"/>
                </a:lnTo>
                <a:lnTo>
                  <a:pt x="407" y="839"/>
                </a:lnTo>
                <a:lnTo>
                  <a:pt x="408" y="839"/>
                </a:lnTo>
                <a:lnTo>
                  <a:pt x="408" y="838"/>
                </a:lnTo>
                <a:lnTo>
                  <a:pt x="409" y="837"/>
                </a:lnTo>
                <a:lnTo>
                  <a:pt x="409" y="836"/>
                </a:lnTo>
                <a:lnTo>
                  <a:pt x="409" y="835"/>
                </a:lnTo>
                <a:lnTo>
                  <a:pt x="409" y="834"/>
                </a:lnTo>
                <a:lnTo>
                  <a:pt x="408" y="834"/>
                </a:lnTo>
                <a:lnTo>
                  <a:pt x="408" y="833"/>
                </a:lnTo>
                <a:lnTo>
                  <a:pt x="408" y="832"/>
                </a:lnTo>
                <a:lnTo>
                  <a:pt x="408" y="831"/>
                </a:lnTo>
                <a:lnTo>
                  <a:pt x="407" y="831"/>
                </a:lnTo>
                <a:lnTo>
                  <a:pt x="408" y="831"/>
                </a:lnTo>
                <a:lnTo>
                  <a:pt x="408" y="830"/>
                </a:lnTo>
                <a:lnTo>
                  <a:pt x="409" y="830"/>
                </a:lnTo>
                <a:lnTo>
                  <a:pt x="409" y="829"/>
                </a:lnTo>
                <a:lnTo>
                  <a:pt x="408" y="829"/>
                </a:lnTo>
                <a:lnTo>
                  <a:pt x="408" y="830"/>
                </a:lnTo>
                <a:lnTo>
                  <a:pt x="407" y="830"/>
                </a:lnTo>
                <a:lnTo>
                  <a:pt x="407" y="829"/>
                </a:lnTo>
                <a:lnTo>
                  <a:pt x="407" y="828"/>
                </a:lnTo>
                <a:lnTo>
                  <a:pt x="408" y="829"/>
                </a:lnTo>
                <a:lnTo>
                  <a:pt x="409" y="828"/>
                </a:lnTo>
                <a:lnTo>
                  <a:pt x="408" y="827"/>
                </a:lnTo>
                <a:lnTo>
                  <a:pt x="407" y="827"/>
                </a:lnTo>
                <a:lnTo>
                  <a:pt x="407" y="826"/>
                </a:lnTo>
                <a:lnTo>
                  <a:pt x="408" y="826"/>
                </a:lnTo>
                <a:lnTo>
                  <a:pt x="408" y="825"/>
                </a:lnTo>
                <a:lnTo>
                  <a:pt x="407" y="825"/>
                </a:lnTo>
                <a:lnTo>
                  <a:pt x="407" y="824"/>
                </a:lnTo>
                <a:lnTo>
                  <a:pt x="407" y="825"/>
                </a:lnTo>
                <a:lnTo>
                  <a:pt x="406" y="825"/>
                </a:lnTo>
                <a:lnTo>
                  <a:pt x="405" y="825"/>
                </a:lnTo>
                <a:lnTo>
                  <a:pt x="405" y="826"/>
                </a:lnTo>
                <a:lnTo>
                  <a:pt x="405" y="825"/>
                </a:lnTo>
                <a:lnTo>
                  <a:pt x="404" y="825"/>
                </a:lnTo>
                <a:lnTo>
                  <a:pt x="403" y="825"/>
                </a:lnTo>
                <a:lnTo>
                  <a:pt x="403" y="824"/>
                </a:lnTo>
                <a:lnTo>
                  <a:pt x="402" y="824"/>
                </a:lnTo>
                <a:lnTo>
                  <a:pt x="401" y="824"/>
                </a:lnTo>
                <a:lnTo>
                  <a:pt x="400" y="824"/>
                </a:lnTo>
                <a:lnTo>
                  <a:pt x="399" y="825"/>
                </a:lnTo>
                <a:lnTo>
                  <a:pt x="399" y="826"/>
                </a:lnTo>
                <a:lnTo>
                  <a:pt x="398" y="827"/>
                </a:lnTo>
                <a:lnTo>
                  <a:pt x="397" y="827"/>
                </a:lnTo>
                <a:lnTo>
                  <a:pt x="396" y="827"/>
                </a:lnTo>
                <a:lnTo>
                  <a:pt x="395" y="827"/>
                </a:lnTo>
                <a:lnTo>
                  <a:pt x="394" y="827"/>
                </a:lnTo>
                <a:lnTo>
                  <a:pt x="394" y="828"/>
                </a:lnTo>
                <a:lnTo>
                  <a:pt x="393" y="828"/>
                </a:lnTo>
                <a:lnTo>
                  <a:pt x="392" y="828"/>
                </a:lnTo>
                <a:lnTo>
                  <a:pt x="391" y="828"/>
                </a:lnTo>
                <a:lnTo>
                  <a:pt x="391" y="829"/>
                </a:lnTo>
                <a:lnTo>
                  <a:pt x="390" y="829"/>
                </a:lnTo>
                <a:lnTo>
                  <a:pt x="389" y="829"/>
                </a:lnTo>
                <a:lnTo>
                  <a:pt x="388" y="829"/>
                </a:lnTo>
                <a:lnTo>
                  <a:pt x="388" y="828"/>
                </a:lnTo>
                <a:lnTo>
                  <a:pt x="388" y="827"/>
                </a:lnTo>
                <a:lnTo>
                  <a:pt x="387" y="827"/>
                </a:lnTo>
                <a:lnTo>
                  <a:pt x="386" y="827"/>
                </a:lnTo>
                <a:lnTo>
                  <a:pt x="385" y="828"/>
                </a:lnTo>
                <a:lnTo>
                  <a:pt x="384" y="828"/>
                </a:lnTo>
                <a:lnTo>
                  <a:pt x="384" y="827"/>
                </a:lnTo>
                <a:lnTo>
                  <a:pt x="383" y="827"/>
                </a:lnTo>
                <a:lnTo>
                  <a:pt x="383" y="828"/>
                </a:lnTo>
                <a:lnTo>
                  <a:pt x="383" y="829"/>
                </a:lnTo>
                <a:lnTo>
                  <a:pt x="384" y="829"/>
                </a:lnTo>
                <a:lnTo>
                  <a:pt x="384" y="830"/>
                </a:lnTo>
                <a:lnTo>
                  <a:pt x="384" y="831"/>
                </a:lnTo>
                <a:lnTo>
                  <a:pt x="383" y="831"/>
                </a:lnTo>
                <a:lnTo>
                  <a:pt x="382" y="833"/>
                </a:lnTo>
                <a:lnTo>
                  <a:pt x="382" y="834"/>
                </a:lnTo>
                <a:lnTo>
                  <a:pt x="380" y="835"/>
                </a:lnTo>
                <a:lnTo>
                  <a:pt x="378" y="837"/>
                </a:lnTo>
                <a:lnTo>
                  <a:pt x="377" y="837"/>
                </a:lnTo>
                <a:lnTo>
                  <a:pt x="376" y="837"/>
                </a:lnTo>
                <a:lnTo>
                  <a:pt x="375" y="837"/>
                </a:lnTo>
                <a:lnTo>
                  <a:pt x="375" y="836"/>
                </a:lnTo>
                <a:lnTo>
                  <a:pt x="375" y="835"/>
                </a:lnTo>
                <a:lnTo>
                  <a:pt x="374" y="835"/>
                </a:lnTo>
                <a:lnTo>
                  <a:pt x="374" y="834"/>
                </a:lnTo>
                <a:lnTo>
                  <a:pt x="373" y="834"/>
                </a:lnTo>
                <a:lnTo>
                  <a:pt x="373" y="835"/>
                </a:lnTo>
                <a:lnTo>
                  <a:pt x="373" y="836"/>
                </a:lnTo>
                <a:lnTo>
                  <a:pt x="372" y="836"/>
                </a:lnTo>
                <a:lnTo>
                  <a:pt x="371" y="835"/>
                </a:lnTo>
                <a:lnTo>
                  <a:pt x="370" y="835"/>
                </a:lnTo>
                <a:lnTo>
                  <a:pt x="369" y="834"/>
                </a:lnTo>
                <a:lnTo>
                  <a:pt x="368" y="834"/>
                </a:lnTo>
                <a:lnTo>
                  <a:pt x="367" y="834"/>
                </a:lnTo>
                <a:lnTo>
                  <a:pt x="366" y="835"/>
                </a:lnTo>
                <a:lnTo>
                  <a:pt x="365" y="835"/>
                </a:lnTo>
                <a:lnTo>
                  <a:pt x="364" y="836"/>
                </a:lnTo>
                <a:lnTo>
                  <a:pt x="362" y="836"/>
                </a:lnTo>
                <a:lnTo>
                  <a:pt x="361" y="836"/>
                </a:lnTo>
                <a:lnTo>
                  <a:pt x="360" y="836"/>
                </a:lnTo>
                <a:lnTo>
                  <a:pt x="359" y="835"/>
                </a:lnTo>
                <a:lnTo>
                  <a:pt x="358" y="835"/>
                </a:lnTo>
                <a:lnTo>
                  <a:pt x="357" y="835"/>
                </a:lnTo>
                <a:lnTo>
                  <a:pt x="357" y="836"/>
                </a:lnTo>
                <a:lnTo>
                  <a:pt x="356" y="836"/>
                </a:lnTo>
                <a:lnTo>
                  <a:pt x="356" y="837"/>
                </a:lnTo>
                <a:lnTo>
                  <a:pt x="355" y="837"/>
                </a:lnTo>
                <a:lnTo>
                  <a:pt x="354" y="838"/>
                </a:lnTo>
                <a:lnTo>
                  <a:pt x="353" y="838"/>
                </a:lnTo>
                <a:lnTo>
                  <a:pt x="352" y="838"/>
                </a:lnTo>
                <a:lnTo>
                  <a:pt x="351" y="838"/>
                </a:lnTo>
                <a:lnTo>
                  <a:pt x="351" y="837"/>
                </a:lnTo>
                <a:lnTo>
                  <a:pt x="351" y="836"/>
                </a:lnTo>
                <a:lnTo>
                  <a:pt x="352" y="836"/>
                </a:lnTo>
                <a:lnTo>
                  <a:pt x="353" y="835"/>
                </a:lnTo>
                <a:lnTo>
                  <a:pt x="353" y="834"/>
                </a:lnTo>
                <a:lnTo>
                  <a:pt x="352" y="834"/>
                </a:lnTo>
                <a:lnTo>
                  <a:pt x="350" y="834"/>
                </a:lnTo>
                <a:lnTo>
                  <a:pt x="349" y="834"/>
                </a:lnTo>
                <a:lnTo>
                  <a:pt x="349" y="833"/>
                </a:lnTo>
                <a:lnTo>
                  <a:pt x="349" y="832"/>
                </a:lnTo>
                <a:lnTo>
                  <a:pt x="348" y="830"/>
                </a:lnTo>
                <a:lnTo>
                  <a:pt x="348" y="829"/>
                </a:lnTo>
                <a:lnTo>
                  <a:pt x="348" y="827"/>
                </a:lnTo>
                <a:lnTo>
                  <a:pt x="346" y="827"/>
                </a:lnTo>
                <a:lnTo>
                  <a:pt x="345" y="827"/>
                </a:lnTo>
                <a:lnTo>
                  <a:pt x="344" y="827"/>
                </a:lnTo>
                <a:lnTo>
                  <a:pt x="343" y="827"/>
                </a:lnTo>
                <a:lnTo>
                  <a:pt x="342" y="826"/>
                </a:lnTo>
                <a:lnTo>
                  <a:pt x="341" y="826"/>
                </a:lnTo>
                <a:lnTo>
                  <a:pt x="340" y="826"/>
                </a:lnTo>
                <a:lnTo>
                  <a:pt x="339" y="825"/>
                </a:lnTo>
                <a:lnTo>
                  <a:pt x="340" y="824"/>
                </a:lnTo>
                <a:lnTo>
                  <a:pt x="339" y="823"/>
                </a:lnTo>
                <a:lnTo>
                  <a:pt x="339" y="822"/>
                </a:lnTo>
                <a:lnTo>
                  <a:pt x="338" y="822"/>
                </a:lnTo>
                <a:lnTo>
                  <a:pt x="337" y="822"/>
                </a:lnTo>
                <a:lnTo>
                  <a:pt x="337" y="823"/>
                </a:lnTo>
                <a:lnTo>
                  <a:pt x="337" y="824"/>
                </a:lnTo>
                <a:lnTo>
                  <a:pt x="336" y="824"/>
                </a:lnTo>
                <a:lnTo>
                  <a:pt x="336" y="825"/>
                </a:lnTo>
                <a:lnTo>
                  <a:pt x="335" y="826"/>
                </a:lnTo>
                <a:lnTo>
                  <a:pt x="334" y="826"/>
                </a:lnTo>
                <a:lnTo>
                  <a:pt x="334" y="827"/>
                </a:lnTo>
                <a:lnTo>
                  <a:pt x="334" y="828"/>
                </a:lnTo>
                <a:lnTo>
                  <a:pt x="334" y="829"/>
                </a:lnTo>
                <a:lnTo>
                  <a:pt x="335" y="829"/>
                </a:lnTo>
                <a:lnTo>
                  <a:pt x="335" y="830"/>
                </a:lnTo>
                <a:lnTo>
                  <a:pt x="335" y="831"/>
                </a:lnTo>
                <a:lnTo>
                  <a:pt x="335" y="832"/>
                </a:lnTo>
                <a:lnTo>
                  <a:pt x="334" y="832"/>
                </a:lnTo>
                <a:lnTo>
                  <a:pt x="333" y="832"/>
                </a:lnTo>
                <a:lnTo>
                  <a:pt x="332" y="831"/>
                </a:lnTo>
                <a:lnTo>
                  <a:pt x="331" y="831"/>
                </a:lnTo>
                <a:lnTo>
                  <a:pt x="330" y="831"/>
                </a:lnTo>
                <a:lnTo>
                  <a:pt x="330" y="830"/>
                </a:lnTo>
                <a:lnTo>
                  <a:pt x="329" y="831"/>
                </a:lnTo>
                <a:lnTo>
                  <a:pt x="328" y="831"/>
                </a:lnTo>
                <a:lnTo>
                  <a:pt x="328" y="832"/>
                </a:lnTo>
                <a:lnTo>
                  <a:pt x="327" y="832"/>
                </a:lnTo>
                <a:lnTo>
                  <a:pt x="326" y="833"/>
                </a:lnTo>
                <a:lnTo>
                  <a:pt x="325" y="833"/>
                </a:lnTo>
                <a:lnTo>
                  <a:pt x="325" y="832"/>
                </a:lnTo>
                <a:lnTo>
                  <a:pt x="325" y="831"/>
                </a:lnTo>
                <a:lnTo>
                  <a:pt x="325" y="830"/>
                </a:lnTo>
                <a:lnTo>
                  <a:pt x="325" y="829"/>
                </a:lnTo>
                <a:lnTo>
                  <a:pt x="324" y="829"/>
                </a:lnTo>
                <a:lnTo>
                  <a:pt x="323" y="829"/>
                </a:lnTo>
                <a:lnTo>
                  <a:pt x="322" y="829"/>
                </a:lnTo>
                <a:lnTo>
                  <a:pt x="322" y="830"/>
                </a:lnTo>
                <a:lnTo>
                  <a:pt x="322" y="831"/>
                </a:lnTo>
                <a:lnTo>
                  <a:pt x="321" y="831"/>
                </a:lnTo>
                <a:lnTo>
                  <a:pt x="321" y="832"/>
                </a:lnTo>
                <a:lnTo>
                  <a:pt x="320" y="832"/>
                </a:lnTo>
                <a:lnTo>
                  <a:pt x="319" y="832"/>
                </a:lnTo>
                <a:lnTo>
                  <a:pt x="319" y="831"/>
                </a:lnTo>
                <a:lnTo>
                  <a:pt x="318" y="831"/>
                </a:lnTo>
                <a:lnTo>
                  <a:pt x="317" y="831"/>
                </a:lnTo>
                <a:lnTo>
                  <a:pt x="316" y="831"/>
                </a:lnTo>
                <a:lnTo>
                  <a:pt x="315" y="831"/>
                </a:lnTo>
                <a:lnTo>
                  <a:pt x="315" y="832"/>
                </a:lnTo>
                <a:lnTo>
                  <a:pt x="314" y="832"/>
                </a:lnTo>
                <a:lnTo>
                  <a:pt x="313" y="833"/>
                </a:lnTo>
                <a:lnTo>
                  <a:pt x="312" y="833"/>
                </a:lnTo>
                <a:lnTo>
                  <a:pt x="311" y="832"/>
                </a:lnTo>
                <a:lnTo>
                  <a:pt x="310" y="832"/>
                </a:lnTo>
                <a:lnTo>
                  <a:pt x="309" y="831"/>
                </a:lnTo>
                <a:lnTo>
                  <a:pt x="308" y="831"/>
                </a:lnTo>
                <a:lnTo>
                  <a:pt x="307" y="831"/>
                </a:lnTo>
                <a:lnTo>
                  <a:pt x="306" y="831"/>
                </a:lnTo>
                <a:lnTo>
                  <a:pt x="306" y="832"/>
                </a:lnTo>
                <a:lnTo>
                  <a:pt x="307" y="832"/>
                </a:lnTo>
                <a:lnTo>
                  <a:pt x="307" y="833"/>
                </a:lnTo>
                <a:lnTo>
                  <a:pt x="307" y="834"/>
                </a:lnTo>
                <a:lnTo>
                  <a:pt x="306" y="834"/>
                </a:lnTo>
                <a:lnTo>
                  <a:pt x="305" y="835"/>
                </a:lnTo>
                <a:lnTo>
                  <a:pt x="304" y="835"/>
                </a:lnTo>
                <a:lnTo>
                  <a:pt x="303" y="835"/>
                </a:lnTo>
                <a:lnTo>
                  <a:pt x="302" y="834"/>
                </a:lnTo>
                <a:lnTo>
                  <a:pt x="301" y="834"/>
                </a:lnTo>
                <a:lnTo>
                  <a:pt x="300" y="834"/>
                </a:lnTo>
                <a:lnTo>
                  <a:pt x="299" y="833"/>
                </a:lnTo>
                <a:lnTo>
                  <a:pt x="299" y="832"/>
                </a:lnTo>
                <a:lnTo>
                  <a:pt x="299" y="831"/>
                </a:lnTo>
                <a:lnTo>
                  <a:pt x="298" y="831"/>
                </a:lnTo>
                <a:lnTo>
                  <a:pt x="298" y="830"/>
                </a:lnTo>
                <a:lnTo>
                  <a:pt x="297" y="830"/>
                </a:lnTo>
                <a:lnTo>
                  <a:pt x="296" y="830"/>
                </a:lnTo>
                <a:lnTo>
                  <a:pt x="295" y="830"/>
                </a:lnTo>
                <a:lnTo>
                  <a:pt x="295" y="831"/>
                </a:lnTo>
                <a:lnTo>
                  <a:pt x="294" y="831"/>
                </a:lnTo>
                <a:lnTo>
                  <a:pt x="293" y="831"/>
                </a:lnTo>
                <a:lnTo>
                  <a:pt x="292" y="831"/>
                </a:lnTo>
                <a:lnTo>
                  <a:pt x="292" y="832"/>
                </a:lnTo>
                <a:lnTo>
                  <a:pt x="291" y="832"/>
                </a:lnTo>
                <a:lnTo>
                  <a:pt x="290" y="832"/>
                </a:lnTo>
                <a:lnTo>
                  <a:pt x="290" y="831"/>
                </a:lnTo>
                <a:lnTo>
                  <a:pt x="289" y="831"/>
                </a:lnTo>
                <a:lnTo>
                  <a:pt x="288" y="831"/>
                </a:lnTo>
                <a:lnTo>
                  <a:pt x="288" y="830"/>
                </a:lnTo>
                <a:lnTo>
                  <a:pt x="288" y="829"/>
                </a:lnTo>
                <a:lnTo>
                  <a:pt x="288" y="828"/>
                </a:lnTo>
                <a:lnTo>
                  <a:pt x="287" y="828"/>
                </a:lnTo>
                <a:lnTo>
                  <a:pt x="286" y="827"/>
                </a:lnTo>
                <a:lnTo>
                  <a:pt x="286" y="826"/>
                </a:lnTo>
                <a:lnTo>
                  <a:pt x="287" y="826"/>
                </a:lnTo>
                <a:lnTo>
                  <a:pt x="288" y="825"/>
                </a:lnTo>
                <a:lnTo>
                  <a:pt x="288" y="824"/>
                </a:lnTo>
                <a:lnTo>
                  <a:pt x="288" y="822"/>
                </a:lnTo>
                <a:lnTo>
                  <a:pt x="287" y="822"/>
                </a:lnTo>
                <a:lnTo>
                  <a:pt x="287" y="821"/>
                </a:lnTo>
                <a:lnTo>
                  <a:pt x="286" y="821"/>
                </a:lnTo>
                <a:lnTo>
                  <a:pt x="285" y="821"/>
                </a:lnTo>
                <a:lnTo>
                  <a:pt x="284" y="821"/>
                </a:lnTo>
                <a:lnTo>
                  <a:pt x="283" y="822"/>
                </a:lnTo>
                <a:lnTo>
                  <a:pt x="282" y="822"/>
                </a:lnTo>
                <a:lnTo>
                  <a:pt x="281" y="822"/>
                </a:lnTo>
                <a:lnTo>
                  <a:pt x="280" y="822"/>
                </a:lnTo>
                <a:lnTo>
                  <a:pt x="280" y="821"/>
                </a:lnTo>
                <a:lnTo>
                  <a:pt x="279" y="821"/>
                </a:lnTo>
                <a:lnTo>
                  <a:pt x="278" y="820"/>
                </a:lnTo>
                <a:lnTo>
                  <a:pt x="278" y="819"/>
                </a:lnTo>
                <a:lnTo>
                  <a:pt x="279" y="818"/>
                </a:lnTo>
                <a:lnTo>
                  <a:pt x="279" y="817"/>
                </a:lnTo>
                <a:lnTo>
                  <a:pt x="278" y="817"/>
                </a:lnTo>
                <a:lnTo>
                  <a:pt x="277" y="817"/>
                </a:lnTo>
                <a:lnTo>
                  <a:pt x="276" y="817"/>
                </a:lnTo>
                <a:lnTo>
                  <a:pt x="275" y="816"/>
                </a:lnTo>
                <a:lnTo>
                  <a:pt x="275" y="815"/>
                </a:lnTo>
                <a:lnTo>
                  <a:pt x="275" y="814"/>
                </a:lnTo>
                <a:lnTo>
                  <a:pt x="276" y="814"/>
                </a:lnTo>
                <a:lnTo>
                  <a:pt x="276" y="813"/>
                </a:lnTo>
                <a:lnTo>
                  <a:pt x="275" y="812"/>
                </a:lnTo>
                <a:lnTo>
                  <a:pt x="274" y="812"/>
                </a:lnTo>
                <a:lnTo>
                  <a:pt x="274" y="813"/>
                </a:lnTo>
                <a:lnTo>
                  <a:pt x="273" y="813"/>
                </a:lnTo>
                <a:lnTo>
                  <a:pt x="273" y="814"/>
                </a:lnTo>
                <a:lnTo>
                  <a:pt x="272" y="814"/>
                </a:lnTo>
                <a:lnTo>
                  <a:pt x="271" y="814"/>
                </a:lnTo>
                <a:lnTo>
                  <a:pt x="269" y="814"/>
                </a:lnTo>
                <a:lnTo>
                  <a:pt x="268" y="814"/>
                </a:lnTo>
                <a:lnTo>
                  <a:pt x="268" y="813"/>
                </a:lnTo>
                <a:lnTo>
                  <a:pt x="267" y="813"/>
                </a:lnTo>
                <a:lnTo>
                  <a:pt x="267" y="812"/>
                </a:lnTo>
                <a:lnTo>
                  <a:pt x="267" y="811"/>
                </a:lnTo>
                <a:lnTo>
                  <a:pt x="268" y="810"/>
                </a:lnTo>
                <a:lnTo>
                  <a:pt x="268" y="809"/>
                </a:lnTo>
                <a:lnTo>
                  <a:pt x="266" y="809"/>
                </a:lnTo>
                <a:lnTo>
                  <a:pt x="266" y="808"/>
                </a:lnTo>
                <a:lnTo>
                  <a:pt x="267" y="808"/>
                </a:lnTo>
                <a:lnTo>
                  <a:pt x="267" y="807"/>
                </a:lnTo>
                <a:lnTo>
                  <a:pt x="267" y="806"/>
                </a:lnTo>
                <a:lnTo>
                  <a:pt x="266" y="806"/>
                </a:lnTo>
                <a:lnTo>
                  <a:pt x="265" y="806"/>
                </a:lnTo>
                <a:lnTo>
                  <a:pt x="264" y="806"/>
                </a:lnTo>
                <a:lnTo>
                  <a:pt x="264" y="805"/>
                </a:lnTo>
                <a:lnTo>
                  <a:pt x="263" y="805"/>
                </a:lnTo>
                <a:lnTo>
                  <a:pt x="263" y="804"/>
                </a:lnTo>
                <a:lnTo>
                  <a:pt x="263" y="803"/>
                </a:lnTo>
                <a:lnTo>
                  <a:pt x="262" y="802"/>
                </a:lnTo>
                <a:lnTo>
                  <a:pt x="261" y="802"/>
                </a:lnTo>
                <a:lnTo>
                  <a:pt x="261" y="801"/>
                </a:lnTo>
                <a:lnTo>
                  <a:pt x="260" y="801"/>
                </a:lnTo>
                <a:lnTo>
                  <a:pt x="260" y="800"/>
                </a:lnTo>
                <a:lnTo>
                  <a:pt x="259" y="800"/>
                </a:lnTo>
                <a:lnTo>
                  <a:pt x="258" y="800"/>
                </a:lnTo>
                <a:lnTo>
                  <a:pt x="257" y="801"/>
                </a:lnTo>
                <a:lnTo>
                  <a:pt x="256" y="801"/>
                </a:lnTo>
                <a:lnTo>
                  <a:pt x="256" y="800"/>
                </a:lnTo>
                <a:lnTo>
                  <a:pt x="255" y="799"/>
                </a:lnTo>
                <a:lnTo>
                  <a:pt x="255" y="798"/>
                </a:lnTo>
                <a:lnTo>
                  <a:pt x="255" y="797"/>
                </a:lnTo>
                <a:lnTo>
                  <a:pt x="257" y="797"/>
                </a:lnTo>
                <a:lnTo>
                  <a:pt x="258" y="797"/>
                </a:lnTo>
                <a:lnTo>
                  <a:pt x="258" y="796"/>
                </a:lnTo>
                <a:lnTo>
                  <a:pt x="259" y="796"/>
                </a:lnTo>
                <a:lnTo>
                  <a:pt x="260" y="796"/>
                </a:lnTo>
                <a:lnTo>
                  <a:pt x="261" y="795"/>
                </a:lnTo>
                <a:lnTo>
                  <a:pt x="260" y="795"/>
                </a:lnTo>
                <a:lnTo>
                  <a:pt x="259" y="794"/>
                </a:lnTo>
                <a:lnTo>
                  <a:pt x="258" y="794"/>
                </a:lnTo>
                <a:lnTo>
                  <a:pt x="258" y="793"/>
                </a:lnTo>
                <a:lnTo>
                  <a:pt x="258" y="792"/>
                </a:lnTo>
                <a:lnTo>
                  <a:pt x="258" y="791"/>
                </a:lnTo>
                <a:lnTo>
                  <a:pt x="259" y="791"/>
                </a:lnTo>
                <a:lnTo>
                  <a:pt x="260" y="791"/>
                </a:lnTo>
                <a:lnTo>
                  <a:pt x="261" y="791"/>
                </a:lnTo>
                <a:lnTo>
                  <a:pt x="261" y="790"/>
                </a:lnTo>
                <a:lnTo>
                  <a:pt x="261" y="789"/>
                </a:lnTo>
                <a:lnTo>
                  <a:pt x="261" y="788"/>
                </a:lnTo>
                <a:lnTo>
                  <a:pt x="260" y="788"/>
                </a:lnTo>
                <a:lnTo>
                  <a:pt x="260" y="787"/>
                </a:lnTo>
                <a:lnTo>
                  <a:pt x="260" y="786"/>
                </a:lnTo>
                <a:lnTo>
                  <a:pt x="259" y="786"/>
                </a:lnTo>
                <a:lnTo>
                  <a:pt x="258" y="786"/>
                </a:lnTo>
                <a:lnTo>
                  <a:pt x="257" y="785"/>
                </a:lnTo>
                <a:lnTo>
                  <a:pt x="256" y="785"/>
                </a:lnTo>
                <a:lnTo>
                  <a:pt x="255" y="785"/>
                </a:lnTo>
                <a:lnTo>
                  <a:pt x="254" y="784"/>
                </a:lnTo>
                <a:lnTo>
                  <a:pt x="253" y="783"/>
                </a:lnTo>
                <a:lnTo>
                  <a:pt x="252" y="782"/>
                </a:lnTo>
                <a:lnTo>
                  <a:pt x="252" y="781"/>
                </a:lnTo>
                <a:lnTo>
                  <a:pt x="251" y="780"/>
                </a:lnTo>
                <a:lnTo>
                  <a:pt x="251" y="779"/>
                </a:lnTo>
                <a:lnTo>
                  <a:pt x="252" y="778"/>
                </a:lnTo>
                <a:lnTo>
                  <a:pt x="252" y="777"/>
                </a:lnTo>
                <a:lnTo>
                  <a:pt x="253" y="777"/>
                </a:lnTo>
                <a:lnTo>
                  <a:pt x="254" y="777"/>
                </a:lnTo>
                <a:lnTo>
                  <a:pt x="255" y="777"/>
                </a:lnTo>
                <a:lnTo>
                  <a:pt x="256" y="777"/>
                </a:lnTo>
                <a:lnTo>
                  <a:pt x="256" y="776"/>
                </a:lnTo>
                <a:lnTo>
                  <a:pt x="257" y="776"/>
                </a:lnTo>
                <a:lnTo>
                  <a:pt x="256" y="775"/>
                </a:lnTo>
                <a:lnTo>
                  <a:pt x="255" y="775"/>
                </a:lnTo>
                <a:lnTo>
                  <a:pt x="255" y="774"/>
                </a:lnTo>
                <a:lnTo>
                  <a:pt x="254" y="774"/>
                </a:lnTo>
                <a:lnTo>
                  <a:pt x="254" y="773"/>
                </a:lnTo>
                <a:lnTo>
                  <a:pt x="255" y="773"/>
                </a:lnTo>
                <a:lnTo>
                  <a:pt x="256" y="773"/>
                </a:lnTo>
                <a:lnTo>
                  <a:pt x="258" y="773"/>
                </a:lnTo>
                <a:lnTo>
                  <a:pt x="258" y="772"/>
                </a:lnTo>
                <a:lnTo>
                  <a:pt x="258" y="771"/>
                </a:lnTo>
                <a:lnTo>
                  <a:pt x="258" y="770"/>
                </a:lnTo>
                <a:lnTo>
                  <a:pt x="257" y="770"/>
                </a:lnTo>
                <a:lnTo>
                  <a:pt x="257" y="769"/>
                </a:lnTo>
                <a:lnTo>
                  <a:pt x="256" y="769"/>
                </a:lnTo>
                <a:lnTo>
                  <a:pt x="255" y="769"/>
                </a:lnTo>
                <a:lnTo>
                  <a:pt x="255" y="768"/>
                </a:lnTo>
                <a:lnTo>
                  <a:pt x="255" y="767"/>
                </a:lnTo>
                <a:lnTo>
                  <a:pt x="256" y="767"/>
                </a:lnTo>
                <a:lnTo>
                  <a:pt x="256" y="766"/>
                </a:lnTo>
                <a:lnTo>
                  <a:pt x="256" y="765"/>
                </a:lnTo>
                <a:lnTo>
                  <a:pt x="255" y="765"/>
                </a:lnTo>
                <a:lnTo>
                  <a:pt x="254" y="765"/>
                </a:lnTo>
                <a:lnTo>
                  <a:pt x="254" y="764"/>
                </a:lnTo>
                <a:lnTo>
                  <a:pt x="255" y="764"/>
                </a:lnTo>
                <a:lnTo>
                  <a:pt x="255" y="763"/>
                </a:lnTo>
                <a:lnTo>
                  <a:pt x="256" y="763"/>
                </a:lnTo>
                <a:lnTo>
                  <a:pt x="256" y="762"/>
                </a:lnTo>
                <a:lnTo>
                  <a:pt x="255" y="762"/>
                </a:lnTo>
                <a:lnTo>
                  <a:pt x="254" y="761"/>
                </a:lnTo>
                <a:lnTo>
                  <a:pt x="254" y="760"/>
                </a:lnTo>
                <a:lnTo>
                  <a:pt x="254" y="759"/>
                </a:lnTo>
                <a:lnTo>
                  <a:pt x="255" y="759"/>
                </a:lnTo>
                <a:lnTo>
                  <a:pt x="255" y="758"/>
                </a:lnTo>
                <a:lnTo>
                  <a:pt x="254" y="758"/>
                </a:lnTo>
                <a:lnTo>
                  <a:pt x="253" y="758"/>
                </a:lnTo>
                <a:lnTo>
                  <a:pt x="252" y="758"/>
                </a:lnTo>
                <a:lnTo>
                  <a:pt x="252" y="757"/>
                </a:lnTo>
                <a:lnTo>
                  <a:pt x="253" y="757"/>
                </a:lnTo>
                <a:lnTo>
                  <a:pt x="252" y="756"/>
                </a:lnTo>
                <a:lnTo>
                  <a:pt x="252" y="755"/>
                </a:lnTo>
                <a:lnTo>
                  <a:pt x="251" y="755"/>
                </a:lnTo>
                <a:lnTo>
                  <a:pt x="251" y="754"/>
                </a:lnTo>
                <a:lnTo>
                  <a:pt x="251" y="753"/>
                </a:lnTo>
                <a:lnTo>
                  <a:pt x="252" y="753"/>
                </a:lnTo>
                <a:lnTo>
                  <a:pt x="253" y="753"/>
                </a:lnTo>
                <a:lnTo>
                  <a:pt x="253" y="752"/>
                </a:lnTo>
                <a:lnTo>
                  <a:pt x="253" y="751"/>
                </a:lnTo>
                <a:lnTo>
                  <a:pt x="252" y="750"/>
                </a:lnTo>
                <a:lnTo>
                  <a:pt x="251" y="750"/>
                </a:lnTo>
                <a:lnTo>
                  <a:pt x="250" y="749"/>
                </a:lnTo>
                <a:lnTo>
                  <a:pt x="250" y="748"/>
                </a:lnTo>
                <a:lnTo>
                  <a:pt x="251" y="748"/>
                </a:lnTo>
                <a:lnTo>
                  <a:pt x="251" y="747"/>
                </a:lnTo>
                <a:lnTo>
                  <a:pt x="252" y="747"/>
                </a:lnTo>
                <a:lnTo>
                  <a:pt x="252" y="746"/>
                </a:lnTo>
                <a:lnTo>
                  <a:pt x="251" y="746"/>
                </a:lnTo>
                <a:lnTo>
                  <a:pt x="251" y="745"/>
                </a:lnTo>
                <a:lnTo>
                  <a:pt x="249" y="745"/>
                </a:lnTo>
                <a:lnTo>
                  <a:pt x="249" y="746"/>
                </a:lnTo>
                <a:lnTo>
                  <a:pt x="248" y="746"/>
                </a:lnTo>
                <a:lnTo>
                  <a:pt x="248" y="747"/>
                </a:lnTo>
                <a:lnTo>
                  <a:pt x="248" y="748"/>
                </a:lnTo>
                <a:lnTo>
                  <a:pt x="247" y="748"/>
                </a:lnTo>
                <a:lnTo>
                  <a:pt x="247" y="749"/>
                </a:lnTo>
                <a:lnTo>
                  <a:pt x="247" y="748"/>
                </a:lnTo>
                <a:lnTo>
                  <a:pt x="246" y="748"/>
                </a:lnTo>
                <a:lnTo>
                  <a:pt x="245" y="748"/>
                </a:lnTo>
                <a:lnTo>
                  <a:pt x="246" y="747"/>
                </a:lnTo>
                <a:lnTo>
                  <a:pt x="246" y="746"/>
                </a:lnTo>
                <a:lnTo>
                  <a:pt x="246" y="745"/>
                </a:lnTo>
                <a:lnTo>
                  <a:pt x="246" y="744"/>
                </a:lnTo>
                <a:lnTo>
                  <a:pt x="245" y="744"/>
                </a:lnTo>
                <a:lnTo>
                  <a:pt x="244" y="744"/>
                </a:lnTo>
                <a:lnTo>
                  <a:pt x="243" y="744"/>
                </a:lnTo>
                <a:lnTo>
                  <a:pt x="242" y="744"/>
                </a:lnTo>
                <a:lnTo>
                  <a:pt x="241" y="744"/>
                </a:lnTo>
                <a:lnTo>
                  <a:pt x="239" y="745"/>
                </a:lnTo>
                <a:lnTo>
                  <a:pt x="239" y="746"/>
                </a:lnTo>
                <a:lnTo>
                  <a:pt x="238" y="746"/>
                </a:lnTo>
                <a:lnTo>
                  <a:pt x="237" y="746"/>
                </a:lnTo>
                <a:lnTo>
                  <a:pt x="237" y="747"/>
                </a:lnTo>
                <a:lnTo>
                  <a:pt x="236" y="747"/>
                </a:lnTo>
                <a:lnTo>
                  <a:pt x="235" y="747"/>
                </a:lnTo>
                <a:lnTo>
                  <a:pt x="235" y="748"/>
                </a:lnTo>
                <a:lnTo>
                  <a:pt x="234" y="748"/>
                </a:lnTo>
                <a:lnTo>
                  <a:pt x="233" y="748"/>
                </a:lnTo>
                <a:lnTo>
                  <a:pt x="232" y="748"/>
                </a:lnTo>
                <a:lnTo>
                  <a:pt x="231" y="748"/>
                </a:lnTo>
                <a:lnTo>
                  <a:pt x="230" y="749"/>
                </a:lnTo>
                <a:lnTo>
                  <a:pt x="229" y="749"/>
                </a:lnTo>
                <a:lnTo>
                  <a:pt x="228" y="748"/>
                </a:lnTo>
                <a:lnTo>
                  <a:pt x="228" y="749"/>
                </a:lnTo>
                <a:lnTo>
                  <a:pt x="227" y="749"/>
                </a:lnTo>
                <a:lnTo>
                  <a:pt x="226" y="749"/>
                </a:lnTo>
                <a:lnTo>
                  <a:pt x="225" y="748"/>
                </a:lnTo>
                <a:lnTo>
                  <a:pt x="224" y="748"/>
                </a:lnTo>
                <a:lnTo>
                  <a:pt x="224" y="749"/>
                </a:lnTo>
                <a:lnTo>
                  <a:pt x="221" y="749"/>
                </a:lnTo>
                <a:lnTo>
                  <a:pt x="220" y="749"/>
                </a:lnTo>
                <a:lnTo>
                  <a:pt x="219" y="749"/>
                </a:lnTo>
                <a:lnTo>
                  <a:pt x="219" y="750"/>
                </a:lnTo>
                <a:lnTo>
                  <a:pt x="218" y="750"/>
                </a:lnTo>
                <a:lnTo>
                  <a:pt x="218" y="751"/>
                </a:lnTo>
                <a:lnTo>
                  <a:pt x="217" y="751"/>
                </a:lnTo>
                <a:lnTo>
                  <a:pt x="216" y="751"/>
                </a:lnTo>
                <a:lnTo>
                  <a:pt x="216" y="752"/>
                </a:lnTo>
                <a:lnTo>
                  <a:pt x="215" y="751"/>
                </a:lnTo>
                <a:lnTo>
                  <a:pt x="214" y="751"/>
                </a:lnTo>
                <a:lnTo>
                  <a:pt x="213" y="751"/>
                </a:lnTo>
                <a:lnTo>
                  <a:pt x="212" y="750"/>
                </a:lnTo>
                <a:lnTo>
                  <a:pt x="212" y="749"/>
                </a:lnTo>
                <a:lnTo>
                  <a:pt x="211" y="749"/>
                </a:lnTo>
                <a:lnTo>
                  <a:pt x="210" y="749"/>
                </a:lnTo>
                <a:lnTo>
                  <a:pt x="209" y="748"/>
                </a:lnTo>
                <a:lnTo>
                  <a:pt x="209" y="749"/>
                </a:lnTo>
                <a:lnTo>
                  <a:pt x="208" y="749"/>
                </a:lnTo>
                <a:lnTo>
                  <a:pt x="208" y="750"/>
                </a:lnTo>
                <a:lnTo>
                  <a:pt x="207" y="750"/>
                </a:lnTo>
                <a:lnTo>
                  <a:pt x="206" y="750"/>
                </a:lnTo>
                <a:lnTo>
                  <a:pt x="206" y="751"/>
                </a:lnTo>
                <a:lnTo>
                  <a:pt x="205" y="751"/>
                </a:lnTo>
                <a:lnTo>
                  <a:pt x="205" y="750"/>
                </a:lnTo>
                <a:lnTo>
                  <a:pt x="204" y="750"/>
                </a:lnTo>
                <a:lnTo>
                  <a:pt x="203" y="750"/>
                </a:lnTo>
                <a:lnTo>
                  <a:pt x="202" y="750"/>
                </a:lnTo>
                <a:lnTo>
                  <a:pt x="201" y="750"/>
                </a:lnTo>
                <a:lnTo>
                  <a:pt x="200" y="750"/>
                </a:lnTo>
                <a:lnTo>
                  <a:pt x="199" y="750"/>
                </a:lnTo>
                <a:lnTo>
                  <a:pt x="200" y="751"/>
                </a:lnTo>
                <a:lnTo>
                  <a:pt x="199" y="751"/>
                </a:lnTo>
                <a:lnTo>
                  <a:pt x="200" y="751"/>
                </a:lnTo>
                <a:lnTo>
                  <a:pt x="199" y="751"/>
                </a:lnTo>
                <a:lnTo>
                  <a:pt x="199" y="752"/>
                </a:lnTo>
                <a:lnTo>
                  <a:pt x="197" y="752"/>
                </a:lnTo>
                <a:lnTo>
                  <a:pt x="196" y="752"/>
                </a:lnTo>
                <a:lnTo>
                  <a:pt x="196" y="751"/>
                </a:lnTo>
                <a:lnTo>
                  <a:pt x="195" y="750"/>
                </a:lnTo>
                <a:lnTo>
                  <a:pt x="194" y="750"/>
                </a:lnTo>
                <a:lnTo>
                  <a:pt x="193" y="749"/>
                </a:lnTo>
                <a:lnTo>
                  <a:pt x="192" y="749"/>
                </a:lnTo>
                <a:lnTo>
                  <a:pt x="191" y="749"/>
                </a:lnTo>
                <a:lnTo>
                  <a:pt x="190" y="749"/>
                </a:lnTo>
                <a:lnTo>
                  <a:pt x="189" y="749"/>
                </a:lnTo>
                <a:lnTo>
                  <a:pt x="188" y="748"/>
                </a:lnTo>
                <a:lnTo>
                  <a:pt x="189" y="748"/>
                </a:lnTo>
                <a:lnTo>
                  <a:pt x="188" y="748"/>
                </a:lnTo>
                <a:lnTo>
                  <a:pt x="187" y="748"/>
                </a:lnTo>
                <a:lnTo>
                  <a:pt x="186" y="748"/>
                </a:lnTo>
                <a:lnTo>
                  <a:pt x="186" y="747"/>
                </a:lnTo>
                <a:lnTo>
                  <a:pt x="185" y="747"/>
                </a:lnTo>
                <a:lnTo>
                  <a:pt x="184" y="747"/>
                </a:lnTo>
                <a:lnTo>
                  <a:pt x="183" y="747"/>
                </a:lnTo>
                <a:lnTo>
                  <a:pt x="183" y="748"/>
                </a:lnTo>
                <a:lnTo>
                  <a:pt x="179" y="750"/>
                </a:lnTo>
                <a:lnTo>
                  <a:pt x="178" y="750"/>
                </a:lnTo>
                <a:lnTo>
                  <a:pt x="180" y="749"/>
                </a:lnTo>
                <a:lnTo>
                  <a:pt x="176" y="744"/>
                </a:lnTo>
                <a:lnTo>
                  <a:pt x="175" y="743"/>
                </a:lnTo>
                <a:lnTo>
                  <a:pt x="172" y="740"/>
                </a:lnTo>
                <a:lnTo>
                  <a:pt x="164" y="730"/>
                </a:lnTo>
                <a:lnTo>
                  <a:pt x="164" y="729"/>
                </a:lnTo>
                <a:lnTo>
                  <a:pt x="164" y="728"/>
                </a:lnTo>
                <a:lnTo>
                  <a:pt x="164" y="727"/>
                </a:lnTo>
                <a:lnTo>
                  <a:pt x="164" y="721"/>
                </a:lnTo>
                <a:lnTo>
                  <a:pt x="164" y="720"/>
                </a:lnTo>
                <a:lnTo>
                  <a:pt x="164" y="719"/>
                </a:lnTo>
                <a:lnTo>
                  <a:pt x="164" y="717"/>
                </a:lnTo>
                <a:lnTo>
                  <a:pt x="164" y="716"/>
                </a:lnTo>
                <a:lnTo>
                  <a:pt x="166" y="716"/>
                </a:lnTo>
                <a:lnTo>
                  <a:pt x="168" y="716"/>
                </a:lnTo>
                <a:lnTo>
                  <a:pt x="168" y="715"/>
                </a:lnTo>
                <a:lnTo>
                  <a:pt x="168" y="714"/>
                </a:lnTo>
                <a:lnTo>
                  <a:pt x="168" y="713"/>
                </a:lnTo>
                <a:lnTo>
                  <a:pt x="168" y="712"/>
                </a:lnTo>
                <a:lnTo>
                  <a:pt x="170" y="711"/>
                </a:lnTo>
                <a:lnTo>
                  <a:pt x="171" y="712"/>
                </a:lnTo>
                <a:lnTo>
                  <a:pt x="171" y="713"/>
                </a:lnTo>
                <a:lnTo>
                  <a:pt x="171" y="714"/>
                </a:lnTo>
                <a:lnTo>
                  <a:pt x="173" y="714"/>
                </a:lnTo>
                <a:lnTo>
                  <a:pt x="172" y="713"/>
                </a:lnTo>
                <a:lnTo>
                  <a:pt x="173" y="713"/>
                </a:lnTo>
                <a:lnTo>
                  <a:pt x="174" y="713"/>
                </a:lnTo>
                <a:lnTo>
                  <a:pt x="175" y="713"/>
                </a:lnTo>
                <a:lnTo>
                  <a:pt x="176" y="713"/>
                </a:lnTo>
                <a:lnTo>
                  <a:pt x="177" y="712"/>
                </a:lnTo>
                <a:lnTo>
                  <a:pt x="178" y="712"/>
                </a:lnTo>
                <a:lnTo>
                  <a:pt x="180" y="712"/>
                </a:lnTo>
                <a:lnTo>
                  <a:pt x="181" y="713"/>
                </a:lnTo>
                <a:lnTo>
                  <a:pt x="181" y="714"/>
                </a:lnTo>
                <a:lnTo>
                  <a:pt x="182" y="714"/>
                </a:lnTo>
                <a:lnTo>
                  <a:pt x="182" y="715"/>
                </a:lnTo>
                <a:lnTo>
                  <a:pt x="183" y="714"/>
                </a:lnTo>
                <a:lnTo>
                  <a:pt x="183" y="715"/>
                </a:lnTo>
                <a:lnTo>
                  <a:pt x="183" y="714"/>
                </a:lnTo>
                <a:lnTo>
                  <a:pt x="184" y="714"/>
                </a:lnTo>
                <a:lnTo>
                  <a:pt x="184" y="715"/>
                </a:lnTo>
                <a:lnTo>
                  <a:pt x="184" y="714"/>
                </a:lnTo>
                <a:lnTo>
                  <a:pt x="185" y="714"/>
                </a:lnTo>
                <a:lnTo>
                  <a:pt x="186" y="714"/>
                </a:lnTo>
                <a:lnTo>
                  <a:pt x="185" y="713"/>
                </a:lnTo>
                <a:lnTo>
                  <a:pt x="187" y="713"/>
                </a:lnTo>
                <a:lnTo>
                  <a:pt x="187" y="712"/>
                </a:lnTo>
                <a:lnTo>
                  <a:pt x="188" y="712"/>
                </a:lnTo>
                <a:lnTo>
                  <a:pt x="189" y="712"/>
                </a:lnTo>
                <a:lnTo>
                  <a:pt x="189" y="711"/>
                </a:lnTo>
                <a:lnTo>
                  <a:pt x="188" y="710"/>
                </a:lnTo>
                <a:lnTo>
                  <a:pt x="188" y="709"/>
                </a:lnTo>
                <a:lnTo>
                  <a:pt x="189" y="709"/>
                </a:lnTo>
                <a:lnTo>
                  <a:pt x="188" y="709"/>
                </a:lnTo>
                <a:lnTo>
                  <a:pt x="188" y="708"/>
                </a:lnTo>
                <a:lnTo>
                  <a:pt x="188" y="707"/>
                </a:lnTo>
                <a:lnTo>
                  <a:pt x="189" y="707"/>
                </a:lnTo>
                <a:lnTo>
                  <a:pt x="190" y="707"/>
                </a:lnTo>
                <a:lnTo>
                  <a:pt x="192" y="707"/>
                </a:lnTo>
                <a:lnTo>
                  <a:pt x="193" y="707"/>
                </a:lnTo>
                <a:lnTo>
                  <a:pt x="194" y="706"/>
                </a:lnTo>
                <a:lnTo>
                  <a:pt x="195" y="706"/>
                </a:lnTo>
                <a:lnTo>
                  <a:pt x="196" y="706"/>
                </a:lnTo>
                <a:lnTo>
                  <a:pt x="197" y="705"/>
                </a:lnTo>
                <a:lnTo>
                  <a:pt x="202" y="705"/>
                </a:lnTo>
                <a:lnTo>
                  <a:pt x="203" y="705"/>
                </a:lnTo>
                <a:lnTo>
                  <a:pt x="207" y="705"/>
                </a:lnTo>
                <a:lnTo>
                  <a:pt x="208" y="705"/>
                </a:lnTo>
                <a:lnTo>
                  <a:pt x="209" y="705"/>
                </a:lnTo>
                <a:lnTo>
                  <a:pt x="213" y="705"/>
                </a:lnTo>
                <a:lnTo>
                  <a:pt x="216" y="704"/>
                </a:lnTo>
                <a:lnTo>
                  <a:pt x="219" y="704"/>
                </a:lnTo>
                <a:lnTo>
                  <a:pt x="219" y="703"/>
                </a:lnTo>
                <a:lnTo>
                  <a:pt x="220" y="701"/>
                </a:lnTo>
                <a:lnTo>
                  <a:pt x="221" y="701"/>
                </a:lnTo>
                <a:lnTo>
                  <a:pt x="221" y="700"/>
                </a:lnTo>
                <a:lnTo>
                  <a:pt x="221" y="699"/>
                </a:lnTo>
                <a:lnTo>
                  <a:pt x="221" y="697"/>
                </a:lnTo>
                <a:lnTo>
                  <a:pt x="221" y="694"/>
                </a:lnTo>
                <a:lnTo>
                  <a:pt x="221" y="693"/>
                </a:lnTo>
                <a:lnTo>
                  <a:pt x="221" y="692"/>
                </a:lnTo>
                <a:lnTo>
                  <a:pt x="222" y="692"/>
                </a:lnTo>
                <a:lnTo>
                  <a:pt x="219" y="692"/>
                </a:lnTo>
                <a:lnTo>
                  <a:pt x="218" y="692"/>
                </a:lnTo>
                <a:lnTo>
                  <a:pt x="218" y="691"/>
                </a:lnTo>
                <a:lnTo>
                  <a:pt x="217" y="691"/>
                </a:lnTo>
                <a:lnTo>
                  <a:pt x="217" y="690"/>
                </a:lnTo>
                <a:lnTo>
                  <a:pt x="218" y="690"/>
                </a:lnTo>
                <a:lnTo>
                  <a:pt x="219" y="690"/>
                </a:lnTo>
                <a:lnTo>
                  <a:pt x="219" y="689"/>
                </a:lnTo>
                <a:lnTo>
                  <a:pt x="220" y="689"/>
                </a:lnTo>
                <a:lnTo>
                  <a:pt x="221" y="689"/>
                </a:lnTo>
                <a:lnTo>
                  <a:pt x="221" y="688"/>
                </a:lnTo>
                <a:lnTo>
                  <a:pt x="220" y="688"/>
                </a:lnTo>
                <a:lnTo>
                  <a:pt x="220" y="687"/>
                </a:lnTo>
                <a:lnTo>
                  <a:pt x="219" y="687"/>
                </a:lnTo>
                <a:lnTo>
                  <a:pt x="218" y="687"/>
                </a:lnTo>
                <a:lnTo>
                  <a:pt x="218" y="686"/>
                </a:lnTo>
                <a:lnTo>
                  <a:pt x="219" y="686"/>
                </a:lnTo>
                <a:lnTo>
                  <a:pt x="219" y="685"/>
                </a:lnTo>
                <a:lnTo>
                  <a:pt x="219" y="684"/>
                </a:lnTo>
                <a:lnTo>
                  <a:pt x="218" y="684"/>
                </a:lnTo>
                <a:lnTo>
                  <a:pt x="217" y="684"/>
                </a:lnTo>
                <a:lnTo>
                  <a:pt x="217" y="683"/>
                </a:lnTo>
                <a:lnTo>
                  <a:pt x="216" y="684"/>
                </a:lnTo>
                <a:lnTo>
                  <a:pt x="216" y="685"/>
                </a:lnTo>
                <a:lnTo>
                  <a:pt x="216" y="686"/>
                </a:lnTo>
                <a:lnTo>
                  <a:pt x="216" y="687"/>
                </a:lnTo>
                <a:lnTo>
                  <a:pt x="216" y="688"/>
                </a:lnTo>
                <a:lnTo>
                  <a:pt x="216" y="689"/>
                </a:lnTo>
                <a:lnTo>
                  <a:pt x="216" y="690"/>
                </a:lnTo>
                <a:lnTo>
                  <a:pt x="215" y="690"/>
                </a:lnTo>
                <a:lnTo>
                  <a:pt x="214" y="690"/>
                </a:lnTo>
                <a:lnTo>
                  <a:pt x="213" y="690"/>
                </a:lnTo>
                <a:lnTo>
                  <a:pt x="212" y="690"/>
                </a:lnTo>
                <a:lnTo>
                  <a:pt x="211" y="690"/>
                </a:lnTo>
                <a:lnTo>
                  <a:pt x="210" y="690"/>
                </a:lnTo>
                <a:lnTo>
                  <a:pt x="209" y="690"/>
                </a:lnTo>
                <a:lnTo>
                  <a:pt x="209" y="689"/>
                </a:lnTo>
                <a:lnTo>
                  <a:pt x="208" y="689"/>
                </a:lnTo>
                <a:lnTo>
                  <a:pt x="208" y="688"/>
                </a:lnTo>
                <a:lnTo>
                  <a:pt x="208" y="687"/>
                </a:lnTo>
                <a:lnTo>
                  <a:pt x="209" y="686"/>
                </a:lnTo>
                <a:lnTo>
                  <a:pt x="209" y="685"/>
                </a:lnTo>
                <a:lnTo>
                  <a:pt x="209" y="684"/>
                </a:lnTo>
                <a:lnTo>
                  <a:pt x="210" y="683"/>
                </a:lnTo>
                <a:lnTo>
                  <a:pt x="210" y="682"/>
                </a:lnTo>
                <a:lnTo>
                  <a:pt x="211" y="682"/>
                </a:lnTo>
                <a:lnTo>
                  <a:pt x="211" y="681"/>
                </a:lnTo>
                <a:lnTo>
                  <a:pt x="212" y="681"/>
                </a:lnTo>
                <a:lnTo>
                  <a:pt x="212" y="680"/>
                </a:lnTo>
                <a:lnTo>
                  <a:pt x="212" y="679"/>
                </a:lnTo>
                <a:lnTo>
                  <a:pt x="212" y="678"/>
                </a:lnTo>
                <a:lnTo>
                  <a:pt x="212" y="677"/>
                </a:lnTo>
                <a:lnTo>
                  <a:pt x="211" y="677"/>
                </a:lnTo>
                <a:lnTo>
                  <a:pt x="209" y="677"/>
                </a:lnTo>
                <a:lnTo>
                  <a:pt x="208" y="677"/>
                </a:lnTo>
                <a:lnTo>
                  <a:pt x="207" y="677"/>
                </a:lnTo>
                <a:lnTo>
                  <a:pt x="207" y="678"/>
                </a:lnTo>
                <a:lnTo>
                  <a:pt x="206" y="678"/>
                </a:lnTo>
                <a:lnTo>
                  <a:pt x="205" y="678"/>
                </a:lnTo>
                <a:lnTo>
                  <a:pt x="205" y="679"/>
                </a:lnTo>
                <a:lnTo>
                  <a:pt x="204" y="679"/>
                </a:lnTo>
                <a:lnTo>
                  <a:pt x="203" y="679"/>
                </a:lnTo>
                <a:lnTo>
                  <a:pt x="202" y="679"/>
                </a:lnTo>
                <a:lnTo>
                  <a:pt x="201" y="679"/>
                </a:lnTo>
                <a:lnTo>
                  <a:pt x="200" y="679"/>
                </a:lnTo>
                <a:lnTo>
                  <a:pt x="200" y="678"/>
                </a:lnTo>
                <a:lnTo>
                  <a:pt x="200" y="677"/>
                </a:lnTo>
                <a:lnTo>
                  <a:pt x="199" y="677"/>
                </a:lnTo>
                <a:lnTo>
                  <a:pt x="197" y="677"/>
                </a:lnTo>
                <a:lnTo>
                  <a:pt x="196" y="676"/>
                </a:lnTo>
                <a:lnTo>
                  <a:pt x="196" y="675"/>
                </a:lnTo>
                <a:lnTo>
                  <a:pt x="195" y="675"/>
                </a:lnTo>
                <a:lnTo>
                  <a:pt x="195" y="674"/>
                </a:lnTo>
                <a:lnTo>
                  <a:pt x="194" y="674"/>
                </a:lnTo>
                <a:lnTo>
                  <a:pt x="193" y="673"/>
                </a:lnTo>
                <a:lnTo>
                  <a:pt x="192" y="673"/>
                </a:lnTo>
                <a:lnTo>
                  <a:pt x="191" y="673"/>
                </a:lnTo>
                <a:lnTo>
                  <a:pt x="190" y="673"/>
                </a:lnTo>
                <a:lnTo>
                  <a:pt x="190" y="674"/>
                </a:lnTo>
                <a:lnTo>
                  <a:pt x="191" y="674"/>
                </a:lnTo>
                <a:lnTo>
                  <a:pt x="191" y="675"/>
                </a:lnTo>
                <a:lnTo>
                  <a:pt x="191" y="676"/>
                </a:lnTo>
                <a:lnTo>
                  <a:pt x="193" y="676"/>
                </a:lnTo>
                <a:lnTo>
                  <a:pt x="195" y="676"/>
                </a:lnTo>
                <a:lnTo>
                  <a:pt x="196" y="676"/>
                </a:lnTo>
                <a:lnTo>
                  <a:pt x="197" y="677"/>
                </a:lnTo>
                <a:lnTo>
                  <a:pt x="199" y="677"/>
                </a:lnTo>
                <a:lnTo>
                  <a:pt x="200" y="678"/>
                </a:lnTo>
                <a:lnTo>
                  <a:pt x="200" y="679"/>
                </a:lnTo>
                <a:lnTo>
                  <a:pt x="201" y="679"/>
                </a:lnTo>
                <a:lnTo>
                  <a:pt x="201" y="681"/>
                </a:lnTo>
                <a:lnTo>
                  <a:pt x="201" y="682"/>
                </a:lnTo>
                <a:lnTo>
                  <a:pt x="200" y="684"/>
                </a:lnTo>
                <a:lnTo>
                  <a:pt x="197" y="689"/>
                </a:lnTo>
                <a:lnTo>
                  <a:pt x="196" y="689"/>
                </a:lnTo>
                <a:lnTo>
                  <a:pt x="195" y="690"/>
                </a:lnTo>
                <a:lnTo>
                  <a:pt x="194" y="690"/>
                </a:lnTo>
                <a:lnTo>
                  <a:pt x="193" y="689"/>
                </a:lnTo>
                <a:lnTo>
                  <a:pt x="193" y="688"/>
                </a:lnTo>
                <a:lnTo>
                  <a:pt x="192" y="687"/>
                </a:lnTo>
                <a:lnTo>
                  <a:pt x="191" y="687"/>
                </a:lnTo>
                <a:lnTo>
                  <a:pt x="190" y="686"/>
                </a:lnTo>
                <a:lnTo>
                  <a:pt x="190" y="687"/>
                </a:lnTo>
                <a:lnTo>
                  <a:pt x="189" y="687"/>
                </a:lnTo>
                <a:lnTo>
                  <a:pt x="190" y="687"/>
                </a:lnTo>
                <a:lnTo>
                  <a:pt x="189" y="687"/>
                </a:lnTo>
                <a:lnTo>
                  <a:pt x="188" y="687"/>
                </a:lnTo>
                <a:lnTo>
                  <a:pt x="187" y="687"/>
                </a:lnTo>
                <a:lnTo>
                  <a:pt x="186" y="687"/>
                </a:lnTo>
                <a:lnTo>
                  <a:pt x="185" y="687"/>
                </a:lnTo>
                <a:lnTo>
                  <a:pt x="185" y="686"/>
                </a:lnTo>
                <a:lnTo>
                  <a:pt x="185" y="687"/>
                </a:lnTo>
                <a:lnTo>
                  <a:pt x="184" y="687"/>
                </a:lnTo>
                <a:lnTo>
                  <a:pt x="183" y="688"/>
                </a:lnTo>
                <a:lnTo>
                  <a:pt x="183" y="689"/>
                </a:lnTo>
                <a:lnTo>
                  <a:pt x="183" y="690"/>
                </a:lnTo>
                <a:lnTo>
                  <a:pt x="184" y="690"/>
                </a:lnTo>
                <a:lnTo>
                  <a:pt x="184" y="691"/>
                </a:lnTo>
                <a:lnTo>
                  <a:pt x="183" y="691"/>
                </a:lnTo>
                <a:lnTo>
                  <a:pt x="182" y="691"/>
                </a:lnTo>
                <a:lnTo>
                  <a:pt x="182" y="692"/>
                </a:lnTo>
                <a:lnTo>
                  <a:pt x="182" y="693"/>
                </a:lnTo>
                <a:lnTo>
                  <a:pt x="181" y="693"/>
                </a:lnTo>
                <a:lnTo>
                  <a:pt x="181" y="694"/>
                </a:lnTo>
                <a:lnTo>
                  <a:pt x="180" y="694"/>
                </a:lnTo>
                <a:lnTo>
                  <a:pt x="180" y="695"/>
                </a:lnTo>
                <a:lnTo>
                  <a:pt x="180" y="696"/>
                </a:lnTo>
                <a:lnTo>
                  <a:pt x="180" y="697"/>
                </a:lnTo>
                <a:lnTo>
                  <a:pt x="179" y="698"/>
                </a:lnTo>
                <a:lnTo>
                  <a:pt x="177" y="699"/>
                </a:lnTo>
                <a:lnTo>
                  <a:pt x="176" y="699"/>
                </a:lnTo>
                <a:lnTo>
                  <a:pt x="175" y="699"/>
                </a:lnTo>
                <a:lnTo>
                  <a:pt x="175" y="700"/>
                </a:lnTo>
                <a:lnTo>
                  <a:pt x="174" y="700"/>
                </a:lnTo>
                <a:lnTo>
                  <a:pt x="173" y="700"/>
                </a:lnTo>
                <a:lnTo>
                  <a:pt x="172" y="699"/>
                </a:lnTo>
                <a:lnTo>
                  <a:pt x="171" y="699"/>
                </a:lnTo>
                <a:lnTo>
                  <a:pt x="170" y="699"/>
                </a:lnTo>
                <a:lnTo>
                  <a:pt x="169" y="699"/>
                </a:lnTo>
                <a:lnTo>
                  <a:pt x="169" y="700"/>
                </a:lnTo>
                <a:lnTo>
                  <a:pt x="169" y="699"/>
                </a:lnTo>
                <a:lnTo>
                  <a:pt x="168" y="700"/>
                </a:lnTo>
                <a:lnTo>
                  <a:pt x="167" y="700"/>
                </a:lnTo>
                <a:lnTo>
                  <a:pt x="167" y="701"/>
                </a:lnTo>
                <a:lnTo>
                  <a:pt x="166" y="701"/>
                </a:lnTo>
                <a:lnTo>
                  <a:pt x="165" y="701"/>
                </a:lnTo>
                <a:lnTo>
                  <a:pt x="164" y="701"/>
                </a:lnTo>
                <a:lnTo>
                  <a:pt x="164" y="700"/>
                </a:lnTo>
                <a:lnTo>
                  <a:pt x="164" y="699"/>
                </a:lnTo>
                <a:lnTo>
                  <a:pt x="163" y="699"/>
                </a:lnTo>
                <a:lnTo>
                  <a:pt x="163" y="698"/>
                </a:lnTo>
                <a:lnTo>
                  <a:pt x="163" y="697"/>
                </a:lnTo>
                <a:lnTo>
                  <a:pt x="162" y="697"/>
                </a:lnTo>
                <a:lnTo>
                  <a:pt x="162" y="696"/>
                </a:lnTo>
                <a:lnTo>
                  <a:pt x="161" y="696"/>
                </a:lnTo>
                <a:lnTo>
                  <a:pt x="160" y="696"/>
                </a:lnTo>
                <a:lnTo>
                  <a:pt x="159" y="695"/>
                </a:lnTo>
                <a:lnTo>
                  <a:pt x="158" y="695"/>
                </a:lnTo>
                <a:lnTo>
                  <a:pt x="158" y="694"/>
                </a:lnTo>
                <a:lnTo>
                  <a:pt x="157" y="694"/>
                </a:lnTo>
                <a:lnTo>
                  <a:pt x="157" y="695"/>
                </a:lnTo>
                <a:lnTo>
                  <a:pt x="157" y="694"/>
                </a:lnTo>
                <a:lnTo>
                  <a:pt x="157" y="693"/>
                </a:lnTo>
                <a:lnTo>
                  <a:pt x="156" y="693"/>
                </a:lnTo>
                <a:lnTo>
                  <a:pt x="155" y="692"/>
                </a:lnTo>
                <a:lnTo>
                  <a:pt x="155" y="691"/>
                </a:lnTo>
                <a:lnTo>
                  <a:pt x="154" y="690"/>
                </a:lnTo>
                <a:lnTo>
                  <a:pt x="154" y="689"/>
                </a:lnTo>
                <a:lnTo>
                  <a:pt x="155" y="689"/>
                </a:lnTo>
                <a:lnTo>
                  <a:pt x="155" y="688"/>
                </a:lnTo>
                <a:lnTo>
                  <a:pt x="154" y="687"/>
                </a:lnTo>
                <a:lnTo>
                  <a:pt x="155" y="687"/>
                </a:lnTo>
                <a:lnTo>
                  <a:pt x="154" y="686"/>
                </a:lnTo>
                <a:lnTo>
                  <a:pt x="154" y="685"/>
                </a:lnTo>
                <a:lnTo>
                  <a:pt x="153" y="685"/>
                </a:lnTo>
                <a:lnTo>
                  <a:pt x="153" y="684"/>
                </a:lnTo>
                <a:lnTo>
                  <a:pt x="153" y="683"/>
                </a:lnTo>
                <a:lnTo>
                  <a:pt x="154" y="683"/>
                </a:lnTo>
                <a:lnTo>
                  <a:pt x="154" y="682"/>
                </a:lnTo>
                <a:lnTo>
                  <a:pt x="154" y="681"/>
                </a:lnTo>
                <a:lnTo>
                  <a:pt x="154" y="680"/>
                </a:lnTo>
                <a:lnTo>
                  <a:pt x="154" y="679"/>
                </a:lnTo>
                <a:lnTo>
                  <a:pt x="154" y="678"/>
                </a:lnTo>
                <a:lnTo>
                  <a:pt x="154" y="677"/>
                </a:lnTo>
                <a:lnTo>
                  <a:pt x="153" y="677"/>
                </a:lnTo>
                <a:lnTo>
                  <a:pt x="152" y="677"/>
                </a:lnTo>
                <a:lnTo>
                  <a:pt x="151" y="678"/>
                </a:lnTo>
                <a:lnTo>
                  <a:pt x="150" y="678"/>
                </a:lnTo>
                <a:lnTo>
                  <a:pt x="150" y="679"/>
                </a:lnTo>
                <a:lnTo>
                  <a:pt x="149" y="679"/>
                </a:lnTo>
                <a:lnTo>
                  <a:pt x="148" y="679"/>
                </a:lnTo>
                <a:lnTo>
                  <a:pt x="147" y="679"/>
                </a:lnTo>
                <a:lnTo>
                  <a:pt x="146" y="679"/>
                </a:lnTo>
                <a:lnTo>
                  <a:pt x="145" y="679"/>
                </a:lnTo>
                <a:lnTo>
                  <a:pt x="145" y="678"/>
                </a:lnTo>
                <a:lnTo>
                  <a:pt x="145" y="677"/>
                </a:lnTo>
                <a:lnTo>
                  <a:pt x="144" y="676"/>
                </a:lnTo>
                <a:lnTo>
                  <a:pt x="143" y="675"/>
                </a:lnTo>
                <a:lnTo>
                  <a:pt x="143" y="674"/>
                </a:lnTo>
                <a:lnTo>
                  <a:pt x="144" y="674"/>
                </a:lnTo>
                <a:lnTo>
                  <a:pt x="144" y="673"/>
                </a:lnTo>
                <a:lnTo>
                  <a:pt x="144" y="672"/>
                </a:lnTo>
                <a:lnTo>
                  <a:pt x="145" y="671"/>
                </a:lnTo>
                <a:lnTo>
                  <a:pt x="146" y="670"/>
                </a:lnTo>
                <a:lnTo>
                  <a:pt x="147" y="669"/>
                </a:lnTo>
                <a:lnTo>
                  <a:pt x="149" y="668"/>
                </a:lnTo>
                <a:lnTo>
                  <a:pt x="150" y="668"/>
                </a:lnTo>
                <a:lnTo>
                  <a:pt x="150" y="667"/>
                </a:lnTo>
                <a:lnTo>
                  <a:pt x="151" y="666"/>
                </a:lnTo>
                <a:lnTo>
                  <a:pt x="150" y="666"/>
                </a:lnTo>
                <a:lnTo>
                  <a:pt x="150" y="665"/>
                </a:lnTo>
                <a:lnTo>
                  <a:pt x="149" y="665"/>
                </a:lnTo>
                <a:lnTo>
                  <a:pt x="149" y="666"/>
                </a:lnTo>
                <a:lnTo>
                  <a:pt x="148" y="666"/>
                </a:lnTo>
                <a:lnTo>
                  <a:pt x="148" y="665"/>
                </a:lnTo>
                <a:lnTo>
                  <a:pt x="147" y="666"/>
                </a:lnTo>
                <a:lnTo>
                  <a:pt x="147" y="665"/>
                </a:lnTo>
                <a:lnTo>
                  <a:pt x="146" y="665"/>
                </a:lnTo>
                <a:lnTo>
                  <a:pt x="145" y="665"/>
                </a:lnTo>
                <a:lnTo>
                  <a:pt x="144" y="665"/>
                </a:lnTo>
                <a:lnTo>
                  <a:pt x="143" y="665"/>
                </a:lnTo>
                <a:lnTo>
                  <a:pt x="142" y="665"/>
                </a:lnTo>
                <a:lnTo>
                  <a:pt x="141" y="665"/>
                </a:lnTo>
                <a:lnTo>
                  <a:pt x="141" y="664"/>
                </a:lnTo>
                <a:lnTo>
                  <a:pt x="140" y="664"/>
                </a:lnTo>
                <a:lnTo>
                  <a:pt x="140" y="663"/>
                </a:lnTo>
                <a:lnTo>
                  <a:pt x="139" y="663"/>
                </a:lnTo>
                <a:lnTo>
                  <a:pt x="137" y="663"/>
                </a:lnTo>
                <a:lnTo>
                  <a:pt x="136" y="662"/>
                </a:lnTo>
                <a:lnTo>
                  <a:pt x="136" y="663"/>
                </a:lnTo>
                <a:lnTo>
                  <a:pt x="135" y="663"/>
                </a:lnTo>
                <a:lnTo>
                  <a:pt x="134" y="663"/>
                </a:lnTo>
                <a:lnTo>
                  <a:pt x="133" y="662"/>
                </a:lnTo>
                <a:lnTo>
                  <a:pt x="132" y="662"/>
                </a:lnTo>
                <a:lnTo>
                  <a:pt x="132" y="661"/>
                </a:lnTo>
                <a:lnTo>
                  <a:pt x="131" y="661"/>
                </a:lnTo>
                <a:lnTo>
                  <a:pt x="130" y="661"/>
                </a:lnTo>
                <a:lnTo>
                  <a:pt x="129" y="660"/>
                </a:lnTo>
                <a:lnTo>
                  <a:pt x="128" y="659"/>
                </a:lnTo>
                <a:lnTo>
                  <a:pt x="129" y="659"/>
                </a:lnTo>
                <a:lnTo>
                  <a:pt x="128" y="657"/>
                </a:lnTo>
                <a:lnTo>
                  <a:pt x="127" y="657"/>
                </a:lnTo>
                <a:lnTo>
                  <a:pt x="126" y="657"/>
                </a:lnTo>
                <a:lnTo>
                  <a:pt x="126" y="656"/>
                </a:lnTo>
                <a:lnTo>
                  <a:pt x="125" y="655"/>
                </a:lnTo>
                <a:lnTo>
                  <a:pt x="125" y="656"/>
                </a:lnTo>
                <a:lnTo>
                  <a:pt x="124" y="655"/>
                </a:lnTo>
                <a:lnTo>
                  <a:pt x="123" y="655"/>
                </a:lnTo>
                <a:lnTo>
                  <a:pt x="123" y="654"/>
                </a:lnTo>
                <a:lnTo>
                  <a:pt x="123" y="653"/>
                </a:lnTo>
                <a:lnTo>
                  <a:pt x="122" y="653"/>
                </a:lnTo>
                <a:lnTo>
                  <a:pt x="122" y="652"/>
                </a:lnTo>
                <a:lnTo>
                  <a:pt x="121" y="651"/>
                </a:lnTo>
                <a:lnTo>
                  <a:pt x="121" y="650"/>
                </a:lnTo>
                <a:lnTo>
                  <a:pt x="120" y="650"/>
                </a:lnTo>
                <a:lnTo>
                  <a:pt x="120" y="649"/>
                </a:lnTo>
                <a:lnTo>
                  <a:pt x="120" y="648"/>
                </a:lnTo>
                <a:lnTo>
                  <a:pt x="119" y="648"/>
                </a:lnTo>
                <a:lnTo>
                  <a:pt x="119" y="647"/>
                </a:lnTo>
                <a:lnTo>
                  <a:pt x="118" y="646"/>
                </a:lnTo>
                <a:lnTo>
                  <a:pt x="116" y="646"/>
                </a:lnTo>
                <a:lnTo>
                  <a:pt x="116" y="645"/>
                </a:lnTo>
                <a:lnTo>
                  <a:pt x="115" y="644"/>
                </a:lnTo>
                <a:lnTo>
                  <a:pt x="115" y="643"/>
                </a:lnTo>
                <a:lnTo>
                  <a:pt x="115" y="642"/>
                </a:lnTo>
                <a:lnTo>
                  <a:pt x="114" y="642"/>
                </a:lnTo>
                <a:lnTo>
                  <a:pt x="115" y="642"/>
                </a:lnTo>
                <a:lnTo>
                  <a:pt x="114" y="642"/>
                </a:lnTo>
                <a:lnTo>
                  <a:pt x="114" y="641"/>
                </a:lnTo>
                <a:lnTo>
                  <a:pt x="113" y="641"/>
                </a:lnTo>
                <a:lnTo>
                  <a:pt x="112" y="641"/>
                </a:lnTo>
                <a:lnTo>
                  <a:pt x="112" y="640"/>
                </a:lnTo>
                <a:lnTo>
                  <a:pt x="113" y="640"/>
                </a:lnTo>
                <a:lnTo>
                  <a:pt x="112" y="639"/>
                </a:lnTo>
                <a:lnTo>
                  <a:pt x="111" y="639"/>
                </a:lnTo>
                <a:lnTo>
                  <a:pt x="111" y="638"/>
                </a:lnTo>
                <a:lnTo>
                  <a:pt x="111" y="637"/>
                </a:lnTo>
                <a:lnTo>
                  <a:pt x="111" y="636"/>
                </a:lnTo>
                <a:lnTo>
                  <a:pt x="112" y="636"/>
                </a:lnTo>
                <a:lnTo>
                  <a:pt x="113" y="635"/>
                </a:lnTo>
                <a:lnTo>
                  <a:pt x="114" y="634"/>
                </a:lnTo>
                <a:lnTo>
                  <a:pt x="115" y="634"/>
                </a:lnTo>
                <a:lnTo>
                  <a:pt x="118" y="633"/>
                </a:lnTo>
                <a:lnTo>
                  <a:pt x="118" y="632"/>
                </a:lnTo>
                <a:lnTo>
                  <a:pt x="119" y="631"/>
                </a:lnTo>
                <a:lnTo>
                  <a:pt x="120" y="631"/>
                </a:lnTo>
                <a:lnTo>
                  <a:pt x="120" y="630"/>
                </a:lnTo>
                <a:lnTo>
                  <a:pt x="120" y="627"/>
                </a:lnTo>
                <a:lnTo>
                  <a:pt x="121" y="626"/>
                </a:lnTo>
                <a:lnTo>
                  <a:pt x="122" y="625"/>
                </a:lnTo>
                <a:lnTo>
                  <a:pt x="122" y="623"/>
                </a:lnTo>
                <a:lnTo>
                  <a:pt x="122" y="622"/>
                </a:lnTo>
                <a:lnTo>
                  <a:pt x="123" y="621"/>
                </a:lnTo>
                <a:lnTo>
                  <a:pt x="124" y="620"/>
                </a:lnTo>
                <a:lnTo>
                  <a:pt x="125" y="618"/>
                </a:lnTo>
                <a:lnTo>
                  <a:pt x="126" y="617"/>
                </a:lnTo>
                <a:lnTo>
                  <a:pt x="127" y="617"/>
                </a:lnTo>
                <a:lnTo>
                  <a:pt x="130" y="615"/>
                </a:lnTo>
                <a:lnTo>
                  <a:pt x="132" y="614"/>
                </a:lnTo>
                <a:lnTo>
                  <a:pt x="135" y="613"/>
                </a:lnTo>
                <a:lnTo>
                  <a:pt x="140" y="611"/>
                </a:lnTo>
                <a:lnTo>
                  <a:pt x="142" y="610"/>
                </a:lnTo>
                <a:lnTo>
                  <a:pt x="143" y="609"/>
                </a:lnTo>
                <a:lnTo>
                  <a:pt x="144" y="609"/>
                </a:lnTo>
                <a:lnTo>
                  <a:pt x="144" y="608"/>
                </a:lnTo>
                <a:lnTo>
                  <a:pt x="145" y="607"/>
                </a:lnTo>
                <a:lnTo>
                  <a:pt x="146" y="607"/>
                </a:lnTo>
                <a:lnTo>
                  <a:pt x="148" y="605"/>
                </a:lnTo>
                <a:lnTo>
                  <a:pt x="149" y="605"/>
                </a:lnTo>
                <a:lnTo>
                  <a:pt x="150" y="604"/>
                </a:lnTo>
                <a:lnTo>
                  <a:pt x="150" y="603"/>
                </a:lnTo>
                <a:lnTo>
                  <a:pt x="151" y="603"/>
                </a:lnTo>
                <a:lnTo>
                  <a:pt x="153" y="602"/>
                </a:lnTo>
                <a:lnTo>
                  <a:pt x="156" y="602"/>
                </a:lnTo>
                <a:lnTo>
                  <a:pt x="156" y="601"/>
                </a:lnTo>
                <a:lnTo>
                  <a:pt x="158" y="601"/>
                </a:lnTo>
                <a:lnTo>
                  <a:pt x="160" y="600"/>
                </a:lnTo>
                <a:lnTo>
                  <a:pt x="162" y="599"/>
                </a:lnTo>
                <a:lnTo>
                  <a:pt x="164" y="598"/>
                </a:lnTo>
                <a:lnTo>
                  <a:pt x="165" y="597"/>
                </a:lnTo>
                <a:lnTo>
                  <a:pt x="166" y="597"/>
                </a:lnTo>
                <a:lnTo>
                  <a:pt x="167" y="596"/>
                </a:lnTo>
                <a:lnTo>
                  <a:pt x="168" y="596"/>
                </a:lnTo>
                <a:lnTo>
                  <a:pt x="170" y="595"/>
                </a:lnTo>
                <a:lnTo>
                  <a:pt x="171" y="595"/>
                </a:lnTo>
                <a:lnTo>
                  <a:pt x="174" y="594"/>
                </a:lnTo>
                <a:lnTo>
                  <a:pt x="176" y="593"/>
                </a:lnTo>
                <a:lnTo>
                  <a:pt x="177" y="593"/>
                </a:lnTo>
                <a:lnTo>
                  <a:pt x="179" y="592"/>
                </a:lnTo>
                <a:lnTo>
                  <a:pt x="180" y="591"/>
                </a:lnTo>
                <a:lnTo>
                  <a:pt x="181" y="589"/>
                </a:lnTo>
                <a:lnTo>
                  <a:pt x="182" y="589"/>
                </a:lnTo>
                <a:lnTo>
                  <a:pt x="183" y="588"/>
                </a:lnTo>
                <a:lnTo>
                  <a:pt x="184" y="587"/>
                </a:lnTo>
                <a:lnTo>
                  <a:pt x="185" y="586"/>
                </a:lnTo>
                <a:lnTo>
                  <a:pt x="185" y="585"/>
                </a:lnTo>
                <a:lnTo>
                  <a:pt x="187" y="582"/>
                </a:lnTo>
                <a:lnTo>
                  <a:pt x="187" y="581"/>
                </a:lnTo>
                <a:lnTo>
                  <a:pt x="188" y="579"/>
                </a:lnTo>
                <a:lnTo>
                  <a:pt x="189" y="578"/>
                </a:lnTo>
                <a:lnTo>
                  <a:pt x="189" y="576"/>
                </a:lnTo>
                <a:lnTo>
                  <a:pt x="190" y="576"/>
                </a:lnTo>
                <a:lnTo>
                  <a:pt x="191" y="575"/>
                </a:lnTo>
                <a:lnTo>
                  <a:pt x="192" y="575"/>
                </a:lnTo>
                <a:lnTo>
                  <a:pt x="192" y="574"/>
                </a:lnTo>
                <a:lnTo>
                  <a:pt x="193" y="574"/>
                </a:lnTo>
                <a:lnTo>
                  <a:pt x="194" y="574"/>
                </a:lnTo>
                <a:lnTo>
                  <a:pt x="195" y="574"/>
                </a:lnTo>
                <a:lnTo>
                  <a:pt x="196" y="574"/>
                </a:lnTo>
                <a:lnTo>
                  <a:pt x="197" y="573"/>
                </a:lnTo>
                <a:lnTo>
                  <a:pt x="201" y="572"/>
                </a:lnTo>
                <a:lnTo>
                  <a:pt x="202" y="572"/>
                </a:lnTo>
                <a:lnTo>
                  <a:pt x="203" y="571"/>
                </a:lnTo>
                <a:lnTo>
                  <a:pt x="204" y="571"/>
                </a:lnTo>
                <a:lnTo>
                  <a:pt x="206" y="570"/>
                </a:lnTo>
                <a:lnTo>
                  <a:pt x="207" y="570"/>
                </a:lnTo>
                <a:lnTo>
                  <a:pt x="208" y="570"/>
                </a:lnTo>
                <a:lnTo>
                  <a:pt x="210" y="569"/>
                </a:lnTo>
                <a:lnTo>
                  <a:pt x="213" y="568"/>
                </a:lnTo>
                <a:lnTo>
                  <a:pt x="215" y="567"/>
                </a:lnTo>
                <a:lnTo>
                  <a:pt x="216" y="566"/>
                </a:lnTo>
                <a:lnTo>
                  <a:pt x="217" y="565"/>
                </a:lnTo>
                <a:lnTo>
                  <a:pt x="219" y="564"/>
                </a:lnTo>
                <a:lnTo>
                  <a:pt x="220" y="563"/>
                </a:lnTo>
                <a:lnTo>
                  <a:pt x="222" y="560"/>
                </a:lnTo>
                <a:lnTo>
                  <a:pt x="224" y="559"/>
                </a:lnTo>
                <a:lnTo>
                  <a:pt x="225" y="557"/>
                </a:lnTo>
                <a:lnTo>
                  <a:pt x="226" y="556"/>
                </a:lnTo>
                <a:lnTo>
                  <a:pt x="227" y="556"/>
                </a:lnTo>
                <a:lnTo>
                  <a:pt x="228" y="555"/>
                </a:lnTo>
                <a:lnTo>
                  <a:pt x="228" y="554"/>
                </a:lnTo>
                <a:lnTo>
                  <a:pt x="230" y="552"/>
                </a:lnTo>
                <a:lnTo>
                  <a:pt x="231" y="550"/>
                </a:lnTo>
                <a:lnTo>
                  <a:pt x="232" y="550"/>
                </a:lnTo>
                <a:lnTo>
                  <a:pt x="233" y="549"/>
                </a:lnTo>
                <a:lnTo>
                  <a:pt x="235" y="548"/>
                </a:lnTo>
                <a:lnTo>
                  <a:pt x="237" y="547"/>
                </a:lnTo>
                <a:lnTo>
                  <a:pt x="237" y="546"/>
                </a:lnTo>
                <a:lnTo>
                  <a:pt x="238" y="545"/>
                </a:lnTo>
                <a:lnTo>
                  <a:pt x="239" y="545"/>
                </a:lnTo>
                <a:lnTo>
                  <a:pt x="240" y="544"/>
                </a:lnTo>
                <a:lnTo>
                  <a:pt x="242" y="543"/>
                </a:lnTo>
                <a:lnTo>
                  <a:pt x="242" y="542"/>
                </a:lnTo>
                <a:lnTo>
                  <a:pt x="245" y="540"/>
                </a:lnTo>
                <a:lnTo>
                  <a:pt x="246" y="539"/>
                </a:lnTo>
                <a:lnTo>
                  <a:pt x="247" y="538"/>
                </a:lnTo>
                <a:lnTo>
                  <a:pt x="248" y="537"/>
                </a:lnTo>
                <a:lnTo>
                  <a:pt x="249" y="537"/>
                </a:lnTo>
                <a:lnTo>
                  <a:pt x="249" y="536"/>
                </a:lnTo>
                <a:lnTo>
                  <a:pt x="250" y="536"/>
                </a:lnTo>
                <a:lnTo>
                  <a:pt x="250" y="535"/>
                </a:lnTo>
                <a:lnTo>
                  <a:pt x="251" y="535"/>
                </a:lnTo>
                <a:lnTo>
                  <a:pt x="252" y="534"/>
                </a:lnTo>
                <a:lnTo>
                  <a:pt x="252" y="533"/>
                </a:lnTo>
                <a:lnTo>
                  <a:pt x="255" y="531"/>
                </a:lnTo>
                <a:lnTo>
                  <a:pt x="257" y="530"/>
                </a:lnTo>
                <a:lnTo>
                  <a:pt x="257" y="529"/>
                </a:lnTo>
                <a:lnTo>
                  <a:pt x="259" y="528"/>
                </a:lnTo>
                <a:lnTo>
                  <a:pt x="260" y="527"/>
                </a:lnTo>
                <a:lnTo>
                  <a:pt x="261" y="527"/>
                </a:lnTo>
                <a:lnTo>
                  <a:pt x="261" y="526"/>
                </a:lnTo>
                <a:lnTo>
                  <a:pt x="262" y="526"/>
                </a:lnTo>
                <a:lnTo>
                  <a:pt x="262" y="525"/>
                </a:lnTo>
                <a:lnTo>
                  <a:pt x="263" y="525"/>
                </a:lnTo>
                <a:lnTo>
                  <a:pt x="264" y="525"/>
                </a:lnTo>
                <a:lnTo>
                  <a:pt x="266" y="524"/>
                </a:lnTo>
                <a:lnTo>
                  <a:pt x="266" y="523"/>
                </a:lnTo>
                <a:lnTo>
                  <a:pt x="267" y="523"/>
                </a:lnTo>
                <a:lnTo>
                  <a:pt x="267" y="522"/>
                </a:lnTo>
                <a:lnTo>
                  <a:pt x="268" y="522"/>
                </a:lnTo>
                <a:lnTo>
                  <a:pt x="271" y="520"/>
                </a:lnTo>
                <a:lnTo>
                  <a:pt x="275" y="518"/>
                </a:lnTo>
                <a:lnTo>
                  <a:pt x="275" y="517"/>
                </a:lnTo>
                <a:lnTo>
                  <a:pt x="276" y="517"/>
                </a:lnTo>
                <a:lnTo>
                  <a:pt x="278" y="516"/>
                </a:lnTo>
                <a:lnTo>
                  <a:pt x="278" y="515"/>
                </a:lnTo>
                <a:lnTo>
                  <a:pt x="279" y="515"/>
                </a:lnTo>
                <a:lnTo>
                  <a:pt x="280" y="516"/>
                </a:lnTo>
                <a:lnTo>
                  <a:pt x="280" y="517"/>
                </a:lnTo>
                <a:lnTo>
                  <a:pt x="281" y="517"/>
                </a:lnTo>
                <a:lnTo>
                  <a:pt x="282" y="517"/>
                </a:lnTo>
                <a:lnTo>
                  <a:pt x="282" y="518"/>
                </a:lnTo>
                <a:lnTo>
                  <a:pt x="282" y="519"/>
                </a:lnTo>
                <a:lnTo>
                  <a:pt x="282" y="520"/>
                </a:lnTo>
                <a:lnTo>
                  <a:pt x="283" y="520"/>
                </a:lnTo>
                <a:lnTo>
                  <a:pt x="283" y="521"/>
                </a:lnTo>
                <a:lnTo>
                  <a:pt x="283" y="522"/>
                </a:lnTo>
                <a:lnTo>
                  <a:pt x="282" y="522"/>
                </a:lnTo>
                <a:lnTo>
                  <a:pt x="282" y="523"/>
                </a:lnTo>
                <a:lnTo>
                  <a:pt x="282" y="524"/>
                </a:lnTo>
                <a:lnTo>
                  <a:pt x="283" y="525"/>
                </a:lnTo>
                <a:lnTo>
                  <a:pt x="284" y="526"/>
                </a:lnTo>
                <a:lnTo>
                  <a:pt x="285" y="526"/>
                </a:lnTo>
                <a:lnTo>
                  <a:pt x="284" y="526"/>
                </a:lnTo>
                <a:lnTo>
                  <a:pt x="284" y="527"/>
                </a:lnTo>
                <a:lnTo>
                  <a:pt x="283" y="527"/>
                </a:lnTo>
                <a:lnTo>
                  <a:pt x="283" y="528"/>
                </a:lnTo>
                <a:lnTo>
                  <a:pt x="282" y="528"/>
                </a:lnTo>
                <a:lnTo>
                  <a:pt x="283" y="528"/>
                </a:lnTo>
                <a:lnTo>
                  <a:pt x="283" y="529"/>
                </a:lnTo>
                <a:lnTo>
                  <a:pt x="283" y="530"/>
                </a:lnTo>
                <a:lnTo>
                  <a:pt x="284" y="530"/>
                </a:lnTo>
                <a:lnTo>
                  <a:pt x="284" y="532"/>
                </a:lnTo>
                <a:lnTo>
                  <a:pt x="283" y="532"/>
                </a:lnTo>
                <a:lnTo>
                  <a:pt x="283" y="533"/>
                </a:lnTo>
                <a:lnTo>
                  <a:pt x="284" y="533"/>
                </a:lnTo>
                <a:lnTo>
                  <a:pt x="284" y="534"/>
                </a:lnTo>
                <a:lnTo>
                  <a:pt x="283" y="534"/>
                </a:lnTo>
                <a:lnTo>
                  <a:pt x="283" y="535"/>
                </a:lnTo>
                <a:lnTo>
                  <a:pt x="284" y="535"/>
                </a:lnTo>
                <a:lnTo>
                  <a:pt x="285" y="536"/>
                </a:lnTo>
                <a:lnTo>
                  <a:pt x="285" y="537"/>
                </a:lnTo>
                <a:lnTo>
                  <a:pt x="285" y="538"/>
                </a:lnTo>
                <a:lnTo>
                  <a:pt x="286" y="538"/>
                </a:lnTo>
                <a:lnTo>
                  <a:pt x="287" y="538"/>
                </a:lnTo>
                <a:lnTo>
                  <a:pt x="286" y="539"/>
                </a:lnTo>
                <a:lnTo>
                  <a:pt x="287" y="540"/>
                </a:lnTo>
                <a:lnTo>
                  <a:pt x="288" y="540"/>
                </a:lnTo>
                <a:lnTo>
                  <a:pt x="288" y="541"/>
                </a:lnTo>
                <a:lnTo>
                  <a:pt x="288" y="542"/>
                </a:lnTo>
                <a:lnTo>
                  <a:pt x="289" y="542"/>
                </a:lnTo>
                <a:lnTo>
                  <a:pt x="290" y="542"/>
                </a:lnTo>
                <a:lnTo>
                  <a:pt x="290" y="543"/>
                </a:lnTo>
                <a:lnTo>
                  <a:pt x="291" y="543"/>
                </a:lnTo>
                <a:lnTo>
                  <a:pt x="290" y="544"/>
                </a:lnTo>
                <a:lnTo>
                  <a:pt x="291" y="545"/>
                </a:lnTo>
                <a:lnTo>
                  <a:pt x="292" y="545"/>
                </a:lnTo>
                <a:lnTo>
                  <a:pt x="293" y="545"/>
                </a:lnTo>
                <a:lnTo>
                  <a:pt x="293" y="546"/>
                </a:lnTo>
                <a:lnTo>
                  <a:pt x="293" y="547"/>
                </a:lnTo>
                <a:lnTo>
                  <a:pt x="293" y="548"/>
                </a:lnTo>
                <a:lnTo>
                  <a:pt x="292" y="548"/>
                </a:lnTo>
                <a:lnTo>
                  <a:pt x="291" y="548"/>
                </a:lnTo>
                <a:lnTo>
                  <a:pt x="292" y="549"/>
                </a:lnTo>
                <a:lnTo>
                  <a:pt x="292" y="550"/>
                </a:lnTo>
                <a:lnTo>
                  <a:pt x="292" y="551"/>
                </a:lnTo>
                <a:lnTo>
                  <a:pt x="293" y="552"/>
                </a:lnTo>
                <a:lnTo>
                  <a:pt x="294" y="552"/>
                </a:lnTo>
                <a:lnTo>
                  <a:pt x="295" y="552"/>
                </a:lnTo>
                <a:lnTo>
                  <a:pt x="296" y="552"/>
                </a:lnTo>
                <a:lnTo>
                  <a:pt x="297" y="552"/>
                </a:lnTo>
                <a:lnTo>
                  <a:pt x="296" y="552"/>
                </a:lnTo>
                <a:lnTo>
                  <a:pt x="297" y="552"/>
                </a:lnTo>
                <a:lnTo>
                  <a:pt x="298" y="553"/>
                </a:lnTo>
                <a:lnTo>
                  <a:pt x="298" y="554"/>
                </a:lnTo>
                <a:lnTo>
                  <a:pt x="297" y="554"/>
                </a:lnTo>
                <a:lnTo>
                  <a:pt x="296" y="554"/>
                </a:lnTo>
                <a:lnTo>
                  <a:pt x="296" y="555"/>
                </a:lnTo>
                <a:lnTo>
                  <a:pt x="297" y="555"/>
                </a:lnTo>
                <a:lnTo>
                  <a:pt x="297" y="556"/>
                </a:lnTo>
                <a:lnTo>
                  <a:pt x="297" y="557"/>
                </a:lnTo>
                <a:lnTo>
                  <a:pt x="295" y="557"/>
                </a:lnTo>
                <a:lnTo>
                  <a:pt x="294" y="557"/>
                </a:lnTo>
                <a:lnTo>
                  <a:pt x="293" y="557"/>
                </a:lnTo>
                <a:lnTo>
                  <a:pt x="293" y="558"/>
                </a:lnTo>
                <a:lnTo>
                  <a:pt x="294" y="558"/>
                </a:lnTo>
                <a:lnTo>
                  <a:pt x="294" y="559"/>
                </a:lnTo>
                <a:lnTo>
                  <a:pt x="293" y="559"/>
                </a:lnTo>
                <a:lnTo>
                  <a:pt x="293" y="560"/>
                </a:lnTo>
                <a:lnTo>
                  <a:pt x="292" y="560"/>
                </a:lnTo>
                <a:lnTo>
                  <a:pt x="293" y="560"/>
                </a:lnTo>
                <a:lnTo>
                  <a:pt x="293" y="561"/>
                </a:lnTo>
                <a:lnTo>
                  <a:pt x="292" y="561"/>
                </a:lnTo>
                <a:lnTo>
                  <a:pt x="293" y="561"/>
                </a:lnTo>
                <a:lnTo>
                  <a:pt x="293" y="562"/>
                </a:lnTo>
                <a:lnTo>
                  <a:pt x="294" y="562"/>
                </a:lnTo>
                <a:lnTo>
                  <a:pt x="294" y="561"/>
                </a:lnTo>
                <a:lnTo>
                  <a:pt x="294" y="560"/>
                </a:lnTo>
                <a:lnTo>
                  <a:pt x="295" y="560"/>
                </a:lnTo>
                <a:lnTo>
                  <a:pt x="296" y="560"/>
                </a:lnTo>
                <a:lnTo>
                  <a:pt x="297" y="560"/>
                </a:lnTo>
                <a:lnTo>
                  <a:pt x="297" y="559"/>
                </a:lnTo>
                <a:lnTo>
                  <a:pt x="298" y="559"/>
                </a:lnTo>
                <a:lnTo>
                  <a:pt x="298" y="558"/>
                </a:lnTo>
                <a:lnTo>
                  <a:pt x="297" y="558"/>
                </a:lnTo>
                <a:lnTo>
                  <a:pt x="298" y="558"/>
                </a:lnTo>
                <a:lnTo>
                  <a:pt x="298" y="557"/>
                </a:lnTo>
                <a:lnTo>
                  <a:pt x="299" y="557"/>
                </a:lnTo>
                <a:lnTo>
                  <a:pt x="299" y="558"/>
                </a:lnTo>
                <a:lnTo>
                  <a:pt x="300" y="558"/>
                </a:lnTo>
                <a:lnTo>
                  <a:pt x="300" y="557"/>
                </a:lnTo>
                <a:lnTo>
                  <a:pt x="301" y="556"/>
                </a:lnTo>
                <a:lnTo>
                  <a:pt x="302" y="555"/>
                </a:lnTo>
                <a:lnTo>
                  <a:pt x="302" y="554"/>
                </a:lnTo>
                <a:lnTo>
                  <a:pt x="301" y="554"/>
                </a:lnTo>
                <a:lnTo>
                  <a:pt x="301" y="553"/>
                </a:lnTo>
                <a:lnTo>
                  <a:pt x="302" y="553"/>
                </a:lnTo>
                <a:lnTo>
                  <a:pt x="302" y="552"/>
                </a:lnTo>
                <a:lnTo>
                  <a:pt x="301" y="552"/>
                </a:lnTo>
                <a:lnTo>
                  <a:pt x="301" y="551"/>
                </a:lnTo>
                <a:lnTo>
                  <a:pt x="302" y="551"/>
                </a:lnTo>
                <a:lnTo>
                  <a:pt x="303" y="551"/>
                </a:lnTo>
                <a:lnTo>
                  <a:pt x="303" y="550"/>
                </a:lnTo>
                <a:lnTo>
                  <a:pt x="304" y="549"/>
                </a:lnTo>
                <a:lnTo>
                  <a:pt x="304" y="548"/>
                </a:lnTo>
                <a:lnTo>
                  <a:pt x="305" y="547"/>
                </a:lnTo>
                <a:lnTo>
                  <a:pt x="305" y="546"/>
                </a:lnTo>
                <a:lnTo>
                  <a:pt x="305" y="545"/>
                </a:lnTo>
                <a:lnTo>
                  <a:pt x="306" y="545"/>
                </a:lnTo>
                <a:lnTo>
                  <a:pt x="307" y="544"/>
                </a:lnTo>
                <a:lnTo>
                  <a:pt x="307" y="543"/>
                </a:lnTo>
                <a:lnTo>
                  <a:pt x="306" y="543"/>
                </a:lnTo>
                <a:lnTo>
                  <a:pt x="305" y="543"/>
                </a:lnTo>
                <a:lnTo>
                  <a:pt x="305" y="542"/>
                </a:lnTo>
                <a:lnTo>
                  <a:pt x="305" y="541"/>
                </a:lnTo>
                <a:lnTo>
                  <a:pt x="305" y="540"/>
                </a:lnTo>
                <a:lnTo>
                  <a:pt x="306" y="540"/>
                </a:lnTo>
                <a:lnTo>
                  <a:pt x="307" y="540"/>
                </a:lnTo>
                <a:lnTo>
                  <a:pt x="307" y="539"/>
                </a:lnTo>
                <a:lnTo>
                  <a:pt x="306" y="539"/>
                </a:lnTo>
                <a:lnTo>
                  <a:pt x="306" y="538"/>
                </a:lnTo>
                <a:lnTo>
                  <a:pt x="305" y="537"/>
                </a:lnTo>
                <a:lnTo>
                  <a:pt x="304" y="537"/>
                </a:lnTo>
                <a:lnTo>
                  <a:pt x="304" y="536"/>
                </a:lnTo>
                <a:lnTo>
                  <a:pt x="303" y="536"/>
                </a:lnTo>
                <a:lnTo>
                  <a:pt x="303" y="535"/>
                </a:lnTo>
                <a:lnTo>
                  <a:pt x="304" y="535"/>
                </a:lnTo>
                <a:lnTo>
                  <a:pt x="304" y="534"/>
                </a:lnTo>
                <a:lnTo>
                  <a:pt x="304" y="533"/>
                </a:lnTo>
                <a:lnTo>
                  <a:pt x="303" y="533"/>
                </a:lnTo>
                <a:lnTo>
                  <a:pt x="303" y="532"/>
                </a:lnTo>
                <a:lnTo>
                  <a:pt x="302" y="533"/>
                </a:lnTo>
                <a:lnTo>
                  <a:pt x="302" y="532"/>
                </a:lnTo>
                <a:lnTo>
                  <a:pt x="301" y="532"/>
                </a:lnTo>
                <a:lnTo>
                  <a:pt x="301" y="531"/>
                </a:lnTo>
                <a:lnTo>
                  <a:pt x="302" y="531"/>
                </a:lnTo>
                <a:lnTo>
                  <a:pt x="302" y="530"/>
                </a:lnTo>
                <a:lnTo>
                  <a:pt x="301" y="529"/>
                </a:lnTo>
                <a:lnTo>
                  <a:pt x="302" y="529"/>
                </a:lnTo>
                <a:lnTo>
                  <a:pt x="302" y="528"/>
                </a:lnTo>
                <a:lnTo>
                  <a:pt x="301" y="528"/>
                </a:lnTo>
                <a:lnTo>
                  <a:pt x="302" y="528"/>
                </a:lnTo>
                <a:lnTo>
                  <a:pt x="302" y="527"/>
                </a:lnTo>
                <a:lnTo>
                  <a:pt x="302" y="526"/>
                </a:lnTo>
                <a:lnTo>
                  <a:pt x="301" y="526"/>
                </a:lnTo>
                <a:lnTo>
                  <a:pt x="301" y="525"/>
                </a:lnTo>
                <a:lnTo>
                  <a:pt x="300" y="525"/>
                </a:lnTo>
                <a:lnTo>
                  <a:pt x="300" y="524"/>
                </a:lnTo>
                <a:lnTo>
                  <a:pt x="301" y="524"/>
                </a:lnTo>
                <a:lnTo>
                  <a:pt x="302" y="524"/>
                </a:lnTo>
                <a:lnTo>
                  <a:pt x="303" y="523"/>
                </a:lnTo>
                <a:lnTo>
                  <a:pt x="304" y="523"/>
                </a:lnTo>
                <a:lnTo>
                  <a:pt x="305" y="523"/>
                </a:lnTo>
                <a:lnTo>
                  <a:pt x="305" y="522"/>
                </a:lnTo>
                <a:lnTo>
                  <a:pt x="304" y="522"/>
                </a:lnTo>
                <a:lnTo>
                  <a:pt x="303" y="522"/>
                </a:lnTo>
                <a:lnTo>
                  <a:pt x="303" y="521"/>
                </a:lnTo>
                <a:lnTo>
                  <a:pt x="303" y="520"/>
                </a:lnTo>
                <a:lnTo>
                  <a:pt x="303" y="519"/>
                </a:lnTo>
                <a:lnTo>
                  <a:pt x="303" y="518"/>
                </a:lnTo>
                <a:lnTo>
                  <a:pt x="303" y="517"/>
                </a:lnTo>
                <a:lnTo>
                  <a:pt x="304" y="516"/>
                </a:lnTo>
                <a:lnTo>
                  <a:pt x="304" y="515"/>
                </a:lnTo>
                <a:lnTo>
                  <a:pt x="303" y="515"/>
                </a:lnTo>
                <a:lnTo>
                  <a:pt x="302" y="515"/>
                </a:lnTo>
                <a:lnTo>
                  <a:pt x="302" y="514"/>
                </a:lnTo>
                <a:lnTo>
                  <a:pt x="302" y="513"/>
                </a:lnTo>
                <a:lnTo>
                  <a:pt x="303" y="511"/>
                </a:lnTo>
                <a:lnTo>
                  <a:pt x="304" y="510"/>
                </a:lnTo>
                <a:lnTo>
                  <a:pt x="305" y="510"/>
                </a:lnTo>
                <a:lnTo>
                  <a:pt x="306" y="510"/>
                </a:lnTo>
                <a:lnTo>
                  <a:pt x="306" y="509"/>
                </a:lnTo>
                <a:lnTo>
                  <a:pt x="307" y="508"/>
                </a:lnTo>
                <a:lnTo>
                  <a:pt x="307" y="507"/>
                </a:lnTo>
                <a:lnTo>
                  <a:pt x="308" y="506"/>
                </a:lnTo>
                <a:lnTo>
                  <a:pt x="309" y="506"/>
                </a:lnTo>
                <a:lnTo>
                  <a:pt x="309" y="505"/>
                </a:lnTo>
                <a:lnTo>
                  <a:pt x="309" y="503"/>
                </a:lnTo>
                <a:lnTo>
                  <a:pt x="309" y="502"/>
                </a:lnTo>
                <a:lnTo>
                  <a:pt x="310" y="502"/>
                </a:lnTo>
                <a:lnTo>
                  <a:pt x="310" y="500"/>
                </a:lnTo>
                <a:lnTo>
                  <a:pt x="311" y="498"/>
                </a:lnTo>
                <a:lnTo>
                  <a:pt x="310" y="497"/>
                </a:lnTo>
                <a:lnTo>
                  <a:pt x="310" y="495"/>
                </a:lnTo>
                <a:lnTo>
                  <a:pt x="310" y="494"/>
                </a:lnTo>
                <a:lnTo>
                  <a:pt x="310" y="493"/>
                </a:lnTo>
                <a:lnTo>
                  <a:pt x="311" y="493"/>
                </a:lnTo>
                <a:lnTo>
                  <a:pt x="311" y="492"/>
                </a:lnTo>
                <a:lnTo>
                  <a:pt x="312" y="491"/>
                </a:lnTo>
                <a:lnTo>
                  <a:pt x="313" y="491"/>
                </a:lnTo>
                <a:lnTo>
                  <a:pt x="313" y="490"/>
                </a:lnTo>
                <a:lnTo>
                  <a:pt x="313" y="489"/>
                </a:lnTo>
                <a:lnTo>
                  <a:pt x="313" y="488"/>
                </a:lnTo>
                <a:lnTo>
                  <a:pt x="313" y="487"/>
                </a:lnTo>
                <a:lnTo>
                  <a:pt x="313" y="486"/>
                </a:lnTo>
                <a:lnTo>
                  <a:pt x="313" y="485"/>
                </a:lnTo>
                <a:lnTo>
                  <a:pt x="314" y="485"/>
                </a:lnTo>
                <a:lnTo>
                  <a:pt x="315" y="484"/>
                </a:lnTo>
                <a:lnTo>
                  <a:pt x="316" y="484"/>
                </a:lnTo>
                <a:lnTo>
                  <a:pt x="317" y="484"/>
                </a:lnTo>
                <a:lnTo>
                  <a:pt x="318" y="482"/>
                </a:lnTo>
                <a:lnTo>
                  <a:pt x="319" y="481"/>
                </a:lnTo>
                <a:lnTo>
                  <a:pt x="319" y="480"/>
                </a:lnTo>
                <a:lnTo>
                  <a:pt x="319" y="479"/>
                </a:lnTo>
                <a:lnTo>
                  <a:pt x="318" y="479"/>
                </a:lnTo>
                <a:lnTo>
                  <a:pt x="319" y="478"/>
                </a:lnTo>
                <a:lnTo>
                  <a:pt x="319" y="477"/>
                </a:lnTo>
                <a:lnTo>
                  <a:pt x="319" y="476"/>
                </a:lnTo>
                <a:lnTo>
                  <a:pt x="321" y="476"/>
                </a:lnTo>
                <a:lnTo>
                  <a:pt x="322" y="476"/>
                </a:lnTo>
                <a:lnTo>
                  <a:pt x="322" y="475"/>
                </a:lnTo>
                <a:lnTo>
                  <a:pt x="323" y="475"/>
                </a:lnTo>
                <a:lnTo>
                  <a:pt x="322" y="475"/>
                </a:lnTo>
                <a:lnTo>
                  <a:pt x="322" y="474"/>
                </a:lnTo>
                <a:lnTo>
                  <a:pt x="322" y="473"/>
                </a:lnTo>
                <a:lnTo>
                  <a:pt x="323" y="471"/>
                </a:lnTo>
                <a:lnTo>
                  <a:pt x="323" y="470"/>
                </a:lnTo>
                <a:lnTo>
                  <a:pt x="324" y="470"/>
                </a:lnTo>
                <a:lnTo>
                  <a:pt x="324" y="469"/>
                </a:lnTo>
                <a:lnTo>
                  <a:pt x="325" y="468"/>
                </a:lnTo>
                <a:lnTo>
                  <a:pt x="326" y="468"/>
                </a:lnTo>
                <a:lnTo>
                  <a:pt x="326" y="467"/>
                </a:lnTo>
                <a:lnTo>
                  <a:pt x="327" y="467"/>
                </a:lnTo>
                <a:lnTo>
                  <a:pt x="327" y="466"/>
                </a:lnTo>
                <a:lnTo>
                  <a:pt x="328" y="465"/>
                </a:lnTo>
                <a:lnTo>
                  <a:pt x="328" y="464"/>
                </a:lnTo>
                <a:lnTo>
                  <a:pt x="329" y="463"/>
                </a:lnTo>
                <a:lnTo>
                  <a:pt x="328" y="462"/>
                </a:lnTo>
                <a:lnTo>
                  <a:pt x="328" y="461"/>
                </a:lnTo>
                <a:lnTo>
                  <a:pt x="329" y="461"/>
                </a:lnTo>
                <a:lnTo>
                  <a:pt x="329" y="460"/>
                </a:lnTo>
                <a:lnTo>
                  <a:pt x="329" y="459"/>
                </a:lnTo>
                <a:lnTo>
                  <a:pt x="328" y="459"/>
                </a:lnTo>
                <a:lnTo>
                  <a:pt x="328" y="458"/>
                </a:lnTo>
                <a:lnTo>
                  <a:pt x="327" y="457"/>
                </a:lnTo>
                <a:lnTo>
                  <a:pt x="327" y="456"/>
                </a:lnTo>
                <a:lnTo>
                  <a:pt x="328" y="456"/>
                </a:lnTo>
                <a:lnTo>
                  <a:pt x="329" y="456"/>
                </a:lnTo>
                <a:lnTo>
                  <a:pt x="330" y="456"/>
                </a:lnTo>
                <a:lnTo>
                  <a:pt x="330" y="455"/>
                </a:lnTo>
                <a:lnTo>
                  <a:pt x="331" y="455"/>
                </a:lnTo>
                <a:lnTo>
                  <a:pt x="331" y="454"/>
                </a:lnTo>
                <a:lnTo>
                  <a:pt x="331" y="453"/>
                </a:lnTo>
                <a:lnTo>
                  <a:pt x="332" y="453"/>
                </a:lnTo>
                <a:lnTo>
                  <a:pt x="332" y="452"/>
                </a:lnTo>
                <a:lnTo>
                  <a:pt x="332" y="451"/>
                </a:lnTo>
                <a:lnTo>
                  <a:pt x="333" y="451"/>
                </a:lnTo>
                <a:lnTo>
                  <a:pt x="334" y="450"/>
                </a:lnTo>
                <a:lnTo>
                  <a:pt x="335" y="450"/>
                </a:lnTo>
                <a:lnTo>
                  <a:pt x="335" y="449"/>
                </a:lnTo>
                <a:lnTo>
                  <a:pt x="336" y="449"/>
                </a:lnTo>
                <a:lnTo>
                  <a:pt x="337" y="449"/>
                </a:lnTo>
                <a:lnTo>
                  <a:pt x="338" y="450"/>
                </a:lnTo>
                <a:lnTo>
                  <a:pt x="339" y="450"/>
                </a:lnTo>
                <a:lnTo>
                  <a:pt x="339" y="451"/>
                </a:lnTo>
                <a:lnTo>
                  <a:pt x="341" y="451"/>
                </a:lnTo>
                <a:lnTo>
                  <a:pt x="342" y="451"/>
                </a:lnTo>
                <a:lnTo>
                  <a:pt x="344" y="451"/>
                </a:lnTo>
                <a:lnTo>
                  <a:pt x="345" y="450"/>
                </a:lnTo>
                <a:lnTo>
                  <a:pt x="346" y="450"/>
                </a:lnTo>
                <a:lnTo>
                  <a:pt x="347" y="450"/>
                </a:lnTo>
                <a:lnTo>
                  <a:pt x="348" y="450"/>
                </a:lnTo>
                <a:lnTo>
                  <a:pt x="348" y="451"/>
                </a:lnTo>
                <a:lnTo>
                  <a:pt x="348" y="452"/>
                </a:lnTo>
                <a:lnTo>
                  <a:pt x="349" y="453"/>
                </a:lnTo>
                <a:lnTo>
                  <a:pt x="350" y="453"/>
                </a:lnTo>
                <a:lnTo>
                  <a:pt x="350" y="454"/>
                </a:lnTo>
                <a:lnTo>
                  <a:pt x="351" y="454"/>
                </a:lnTo>
                <a:lnTo>
                  <a:pt x="352" y="454"/>
                </a:lnTo>
                <a:lnTo>
                  <a:pt x="353" y="454"/>
                </a:lnTo>
                <a:lnTo>
                  <a:pt x="354" y="455"/>
                </a:lnTo>
                <a:lnTo>
                  <a:pt x="355" y="455"/>
                </a:lnTo>
                <a:lnTo>
                  <a:pt x="356" y="454"/>
                </a:lnTo>
                <a:lnTo>
                  <a:pt x="357" y="454"/>
                </a:lnTo>
                <a:lnTo>
                  <a:pt x="358" y="454"/>
                </a:lnTo>
                <a:lnTo>
                  <a:pt x="358" y="453"/>
                </a:lnTo>
                <a:lnTo>
                  <a:pt x="359" y="453"/>
                </a:lnTo>
                <a:lnTo>
                  <a:pt x="359" y="452"/>
                </a:lnTo>
                <a:lnTo>
                  <a:pt x="359" y="451"/>
                </a:lnTo>
                <a:lnTo>
                  <a:pt x="360" y="451"/>
                </a:lnTo>
                <a:lnTo>
                  <a:pt x="360" y="450"/>
                </a:lnTo>
                <a:lnTo>
                  <a:pt x="361" y="450"/>
                </a:lnTo>
                <a:lnTo>
                  <a:pt x="361" y="449"/>
                </a:lnTo>
                <a:lnTo>
                  <a:pt x="363" y="449"/>
                </a:lnTo>
                <a:lnTo>
                  <a:pt x="364" y="449"/>
                </a:lnTo>
                <a:lnTo>
                  <a:pt x="364" y="448"/>
                </a:lnTo>
                <a:lnTo>
                  <a:pt x="364" y="447"/>
                </a:lnTo>
                <a:lnTo>
                  <a:pt x="365" y="446"/>
                </a:lnTo>
                <a:lnTo>
                  <a:pt x="365" y="445"/>
                </a:lnTo>
                <a:lnTo>
                  <a:pt x="365" y="444"/>
                </a:lnTo>
                <a:lnTo>
                  <a:pt x="365" y="443"/>
                </a:lnTo>
                <a:lnTo>
                  <a:pt x="364" y="443"/>
                </a:lnTo>
                <a:lnTo>
                  <a:pt x="364" y="442"/>
                </a:lnTo>
                <a:lnTo>
                  <a:pt x="365" y="442"/>
                </a:lnTo>
                <a:lnTo>
                  <a:pt x="366" y="442"/>
                </a:lnTo>
                <a:lnTo>
                  <a:pt x="366" y="441"/>
                </a:lnTo>
                <a:lnTo>
                  <a:pt x="365" y="441"/>
                </a:lnTo>
                <a:lnTo>
                  <a:pt x="365" y="442"/>
                </a:lnTo>
                <a:lnTo>
                  <a:pt x="365" y="441"/>
                </a:lnTo>
                <a:lnTo>
                  <a:pt x="364" y="441"/>
                </a:lnTo>
                <a:lnTo>
                  <a:pt x="365" y="441"/>
                </a:lnTo>
                <a:lnTo>
                  <a:pt x="365" y="440"/>
                </a:lnTo>
                <a:lnTo>
                  <a:pt x="364" y="440"/>
                </a:lnTo>
                <a:lnTo>
                  <a:pt x="364" y="439"/>
                </a:lnTo>
                <a:lnTo>
                  <a:pt x="365" y="439"/>
                </a:lnTo>
                <a:lnTo>
                  <a:pt x="365" y="438"/>
                </a:lnTo>
                <a:lnTo>
                  <a:pt x="366" y="438"/>
                </a:lnTo>
                <a:lnTo>
                  <a:pt x="366" y="437"/>
                </a:lnTo>
                <a:lnTo>
                  <a:pt x="367" y="437"/>
                </a:lnTo>
                <a:lnTo>
                  <a:pt x="367" y="436"/>
                </a:lnTo>
                <a:lnTo>
                  <a:pt x="368" y="436"/>
                </a:lnTo>
                <a:lnTo>
                  <a:pt x="368" y="435"/>
                </a:lnTo>
                <a:lnTo>
                  <a:pt x="367" y="435"/>
                </a:lnTo>
                <a:lnTo>
                  <a:pt x="367" y="434"/>
                </a:lnTo>
                <a:lnTo>
                  <a:pt x="368" y="434"/>
                </a:lnTo>
                <a:lnTo>
                  <a:pt x="368" y="433"/>
                </a:lnTo>
                <a:lnTo>
                  <a:pt x="368" y="432"/>
                </a:lnTo>
                <a:lnTo>
                  <a:pt x="368" y="431"/>
                </a:lnTo>
                <a:lnTo>
                  <a:pt x="369" y="431"/>
                </a:lnTo>
                <a:lnTo>
                  <a:pt x="370" y="431"/>
                </a:lnTo>
                <a:lnTo>
                  <a:pt x="369" y="431"/>
                </a:lnTo>
                <a:lnTo>
                  <a:pt x="369" y="430"/>
                </a:lnTo>
                <a:lnTo>
                  <a:pt x="370" y="430"/>
                </a:lnTo>
                <a:lnTo>
                  <a:pt x="370" y="429"/>
                </a:lnTo>
                <a:lnTo>
                  <a:pt x="369" y="429"/>
                </a:lnTo>
                <a:lnTo>
                  <a:pt x="369" y="428"/>
                </a:lnTo>
                <a:lnTo>
                  <a:pt x="368" y="428"/>
                </a:lnTo>
                <a:lnTo>
                  <a:pt x="368" y="427"/>
                </a:lnTo>
                <a:lnTo>
                  <a:pt x="368" y="426"/>
                </a:lnTo>
                <a:lnTo>
                  <a:pt x="368" y="425"/>
                </a:lnTo>
                <a:lnTo>
                  <a:pt x="368" y="424"/>
                </a:lnTo>
                <a:lnTo>
                  <a:pt x="368" y="423"/>
                </a:lnTo>
                <a:lnTo>
                  <a:pt x="369" y="423"/>
                </a:lnTo>
                <a:lnTo>
                  <a:pt x="369" y="422"/>
                </a:lnTo>
                <a:lnTo>
                  <a:pt x="369" y="421"/>
                </a:lnTo>
                <a:lnTo>
                  <a:pt x="368" y="420"/>
                </a:lnTo>
                <a:lnTo>
                  <a:pt x="366" y="419"/>
                </a:lnTo>
                <a:lnTo>
                  <a:pt x="366" y="418"/>
                </a:lnTo>
                <a:lnTo>
                  <a:pt x="365" y="418"/>
                </a:lnTo>
                <a:lnTo>
                  <a:pt x="366" y="417"/>
                </a:lnTo>
                <a:lnTo>
                  <a:pt x="367" y="417"/>
                </a:lnTo>
                <a:lnTo>
                  <a:pt x="366" y="416"/>
                </a:lnTo>
                <a:lnTo>
                  <a:pt x="365" y="416"/>
                </a:lnTo>
                <a:lnTo>
                  <a:pt x="365" y="415"/>
                </a:lnTo>
                <a:lnTo>
                  <a:pt x="364" y="414"/>
                </a:lnTo>
                <a:lnTo>
                  <a:pt x="364" y="413"/>
                </a:lnTo>
                <a:lnTo>
                  <a:pt x="364" y="412"/>
                </a:lnTo>
                <a:lnTo>
                  <a:pt x="364" y="413"/>
                </a:lnTo>
                <a:lnTo>
                  <a:pt x="365" y="413"/>
                </a:lnTo>
                <a:lnTo>
                  <a:pt x="366" y="413"/>
                </a:lnTo>
                <a:lnTo>
                  <a:pt x="366" y="412"/>
                </a:lnTo>
                <a:lnTo>
                  <a:pt x="366" y="411"/>
                </a:lnTo>
                <a:lnTo>
                  <a:pt x="365" y="411"/>
                </a:lnTo>
                <a:lnTo>
                  <a:pt x="365" y="410"/>
                </a:lnTo>
                <a:lnTo>
                  <a:pt x="364" y="410"/>
                </a:lnTo>
                <a:lnTo>
                  <a:pt x="365" y="410"/>
                </a:lnTo>
                <a:lnTo>
                  <a:pt x="365" y="409"/>
                </a:lnTo>
                <a:lnTo>
                  <a:pt x="366" y="409"/>
                </a:lnTo>
                <a:lnTo>
                  <a:pt x="365" y="408"/>
                </a:lnTo>
                <a:lnTo>
                  <a:pt x="366" y="408"/>
                </a:lnTo>
                <a:lnTo>
                  <a:pt x="366" y="407"/>
                </a:lnTo>
                <a:lnTo>
                  <a:pt x="365" y="407"/>
                </a:lnTo>
                <a:lnTo>
                  <a:pt x="364" y="407"/>
                </a:lnTo>
                <a:lnTo>
                  <a:pt x="363" y="407"/>
                </a:lnTo>
                <a:lnTo>
                  <a:pt x="363" y="406"/>
                </a:lnTo>
                <a:lnTo>
                  <a:pt x="362" y="406"/>
                </a:lnTo>
                <a:lnTo>
                  <a:pt x="362" y="405"/>
                </a:lnTo>
                <a:lnTo>
                  <a:pt x="361" y="405"/>
                </a:lnTo>
                <a:lnTo>
                  <a:pt x="360" y="404"/>
                </a:lnTo>
                <a:lnTo>
                  <a:pt x="360" y="403"/>
                </a:lnTo>
                <a:lnTo>
                  <a:pt x="360" y="404"/>
                </a:lnTo>
                <a:lnTo>
                  <a:pt x="359" y="405"/>
                </a:lnTo>
                <a:lnTo>
                  <a:pt x="358" y="405"/>
                </a:lnTo>
                <a:lnTo>
                  <a:pt x="357" y="404"/>
                </a:lnTo>
                <a:lnTo>
                  <a:pt x="357" y="403"/>
                </a:lnTo>
                <a:lnTo>
                  <a:pt x="356" y="402"/>
                </a:lnTo>
                <a:lnTo>
                  <a:pt x="356" y="401"/>
                </a:lnTo>
                <a:lnTo>
                  <a:pt x="356" y="400"/>
                </a:lnTo>
                <a:lnTo>
                  <a:pt x="356" y="399"/>
                </a:lnTo>
                <a:lnTo>
                  <a:pt x="357" y="399"/>
                </a:lnTo>
                <a:lnTo>
                  <a:pt x="358" y="399"/>
                </a:lnTo>
                <a:lnTo>
                  <a:pt x="359" y="400"/>
                </a:lnTo>
                <a:lnTo>
                  <a:pt x="360" y="400"/>
                </a:lnTo>
                <a:lnTo>
                  <a:pt x="361" y="401"/>
                </a:lnTo>
                <a:lnTo>
                  <a:pt x="362" y="401"/>
                </a:lnTo>
                <a:lnTo>
                  <a:pt x="362" y="402"/>
                </a:lnTo>
                <a:lnTo>
                  <a:pt x="361" y="402"/>
                </a:lnTo>
                <a:lnTo>
                  <a:pt x="361" y="403"/>
                </a:lnTo>
                <a:lnTo>
                  <a:pt x="362" y="403"/>
                </a:lnTo>
                <a:lnTo>
                  <a:pt x="363" y="403"/>
                </a:lnTo>
                <a:lnTo>
                  <a:pt x="363" y="402"/>
                </a:lnTo>
                <a:lnTo>
                  <a:pt x="362" y="402"/>
                </a:lnTo>
                <a:lnTo>
                  <a:pt x="363" y="402"/>
                </a:lnTo>
                <a:lnTo>
                  <a:pt x="363" y="401"/>
                </a:lnTo>
                <a:lnTo>
                  <a:pt x="364" y="400"/>
                </a:lnTo>
                <a:lnTo>
                  <a:pt x="364" y="399"/>
                </a:lnTo>
                <a:lnTo>
                  <a:pt x="364" y="398"/>
                </a:lnTo>
                <a:lnTo>
                  <a:pt x="364" y="397"/>
                </a:lnTo>
                <a:lnTo>
                  <a:pt x="364" y="396"/>
                </a:lnTo>
                <a:lnTo>
                  <a:pt x="364" y="395"/>
                </a:lnTo>
                <a:lnTo>
                  <a:pt x="365" y="394"/>
                </a:lnTo>
                <a:lnTo>
                  <a:pt x="364" y="393"/>
                </a:lnTo>
                <a:lnTo>
                  <a:pt x="363" y="393"/>
                </a:lnTo>
                <a:lnTo>
                  <a:pt x="363" y="392"/>
                </a:lnTo>
                <a:lnTo>
                  <a:pt x="364" y="392"/>
                </a:lnTo>
                <a:lnTo>
                  <a:pt x="364" y="391"/>
                </a:lnTo>
                <a:lnTo>
                  <a:pt x="365" y="391"/>
                </a:lnTo>
                <a:lnTo>
                  <a:pt x="365" y="390"/>
                </a:lnTo>
                <a:lnTo>
                  <a:pt x="365" y="389"/>
                </a:lnTo>
                <a:lnTo>
                  <a:pt x="365" y="388"/>
                </a:lnTo>
                <a:lnTo>
                  <a:pt x="365" y="387"/>
                </a:lnTo>
                <a:lnTo>
                  <a:pt x="365" y="386"/>
                </a:lnTo>
                <a:lnTo>
                  <a:pt x="364" y="386"/>
                </a:lnTo>
                <a:lnTo>
                  <a:pt x="364" y="385"/>
                </a:lnTo>
                <a:lnTo>
                  <a:pt x="363" y="385"/>
                </a:lnTo>
                <a:lnTo>
                  <a:pt x="362" y="385"/>
                </a:lnTo>
                <a:lnTo>
                  <a:pt x="361" y="385"/>
                </a:lnTo>
                <a:lnTo>
                  <a:pt x="361" y="384"/>
                </a:lnTo>
                <a:lnTo>
                  <a:pt x="361" y="383"/>
                </a:lnTo>
                <a:lnTo>
                  <a:pt x="362" y="383"/>
                </a:lnTo>
                <a:lnTo>
                  <a:pt x="363" y="383"/>
                </a:lnTo>
                <a:lnTo>
                  <a:pt x="364" y="383"/>
                </a:lnTo>
                <a:lnTo>
                  <a:pt x="365" y="382"/>
                </a:lnTo>
                <a:lnTo>
                  <a:pt x="366" y="382"/>
                </a:lnTo>
                <a:lnTo>
                  <a:pt x="366" y="381"/>
                </a:lnTo>
                <a:lnTo>
                  <a:pt x="365" y="380"/>
                </a:lnTo>
                <a:lnTo>
                  <a:pt x="365" y="379"/>
                </a:lnTo>
                <a:lnTo>
                  <a:pt x="366" y="379"/>
                </a:lnTo>
                <a:lnTo>
                  <a:pt x="367" y="379"/>
                </a:lnTo>
                <a:lnTo>
                  <a:pt x="366" y="378"/>
                </a:lnTo>
                <a:lnTo>
                  <a:pt x="366" y="377"/>
                </a:lnTo>
                <a:lnTo>
                  <a:pt x="365" y="377"/>
                </a:lnTo>
                <a:lnTo>
                  <a:pt x="365" y="376"/>
                </a:lnTo>
                <a:lnTo>
                  <a:pt x="364" y="376"/>
                </a:lnTo>
                <a:lnTo>
                  <a:pt x="364" y="375"/>
                </a:lnTo>
                <a:lnTo>
                  <a:pt x="364" y="374"/>
                </a:lnTo>
                <a:lnTo>
                  <a:pt x="365" y="374"/>
                </a:lnTo>
                <a:lnTo>
                  <a:pt x="365" y="373"/>
                </a:lnTo>
                <a:lnTo>
                  <a:pt x="364" y="373"/>
                </a:lnTo>
                <a:lnTo>
                  <a:pt x="363" y="373"/>
                </a:lnTo>
                <a:lnTo>
                  <a:pt x="363" y="372"/>
                </a:lnTo>
                <a:lnTo>
                  <a:pt x="362" y="371"/>
                </a:lnTo>
                <a:lnTo>
                  <a:pt x="361" y="371"/>
                </a:lnTo>
                <a:lnTo>
                  <a:pt x="361" y="370"/>
                </a:lnTo>
                <a:lnTo>
                  <a:pt x="362" y="370"/>
                </a:lnTo>
                <a:lnTo>
                  <a:pt x="363" y="370"/>
                </a:lnTo>
                <a:lnTo>
                  <a:pt x="364" y="370"/>
                </a:lnTo>
                <a:lnTo>
                  <a:pt x="365" y="370"/>
                </a:lnTo>
                <a:lnTo>
                  <a:pt x="366" y="370"/>
                </a:lnTo>
                <a:lnTo>
                  <a:pt x="366" y="369"/>
                </a:lnTo>
                <a:lnTo>
                  <a:pt x="367" y="369"/>
                </a:lnTo>
                <a:lnTo>
                  <a:pt x="367" y="368"/>
                </a:lnTo>
                <a:lnTo>
                  <a:pt x="366" y="368"/>
                </a:lnTo>
                <a:lnTo>
                  <a:pt x="366" y="367"/>
                </a:lnTo>
                <a:lnTo>
                  <a:pt x="367" y="367"/>
                </a:lnTo>
                <a:lnTo>
                  <a:pt x="367" y="366"/>
                </a:lnTo>
                <a:lnTo>
                  <a:pt x="368" y="366"/>
                </a:lnTo>
                <a:lnTo>
                  <a:pt x="369" y="366"/>
                </a:lnTo>
                <a:lnTo>
                  <a:pt x="370" y="366"/>
                </a:lnTo>
                <a:lnTo>
                  <a:pt x="371" y="365"/>
                </a:lnTo>
                <a:lnTo>
                  <a:pt x="371" y="364"/>
                </a:lnTo>
                <a:lnTo>
                  <a:pt x="372" y="364"/>
                </a:lnTo>
                <a:lnTo>
                  <a:pt x="371" y="363"/>
                </a:lnTo>
                <a:lnTo>
                  <a:pt x="371" y="362"/>
                </a:lnTo>
                <a:lnTo>
                  <a:pt x="370" y="362"/>
                </a:lnTo>
                <a:lnTo>
                  <a:pt x="368" y="362"/>
                </a:lnTo>
                <a:lnTo>
                  <a:pt x="368" y="361"/>
                </a:lnTo>
                <a:lnTo>
                  <a:pt x="367" y="361"/>
                </a:lnTo>
                <a:lnTo>
                  <a:pt x="368" y="361"/>
                </a:lnTo>
                <a:lnTo>
                  <a:pt x="369" y="360"/>
                </a:lnTo>
                <a:lnTo>
                  <a:pt x="370" y="360"/>
                </a:lnTo>
                <a:lnTo>
                  <a:pt x="371" y="360"/>
                </a:lnTo>
                <a:lnTo>
                  <a:pt x="371" y="361"/>
                </a:lnTo>
                <a:lnTo>
                  <a:pt x="372" y="361"/>
                </a:lnTo>
                <a:lnTo>
                  <a:pt x="373" y="361"/>
                </a:lnTo>
                <a:lnTo>
                  <a:pt x="374" y="361"/>
                </a:lnTo>
                <a:lnTo>
                  <a:pt x="374" y="360"/>
                </a:lnTo>
                <a:lnTo>
                  <a:pt x="375" y="360"/>
                </a:lnTo>
                <a:lnTo>
                  <a:pt x="375" y="359"/>
                </a:lnTo>
                <a:lnTo>
                  <a:pt x="374" y="359"/>
                </a:lnTo>
                <a:lnTo>
                  <a:pt x="373" y="359"/>
                </a:lnTo>
                <a:lnTo>
                  <a:pt x="371" y="359"/>
                </a:lnTo>
                <a:lnTo>
                  <a:pt x="370" y="358"/>
                </a:lnTo>
                <a:lnTo>
                  <a:pt x="369" y="358"/>
                </a:lnTo>
                <a:lnTo>
                  <a:pt x="369" y="357"/>
                </a:lnTo>
                <a:lnTo>
                  <a:pt x="370" y="357"/>
                </a:lnTo>
                <a:lnTo>
                  <a:pt x="371" y="356"/>
                </a:lnTo>
                <a:lnTo>
                  <a:pt x="370" y="356"/>
                </a:lnTo>
                <a:lnTo>
                  <a:pt x="369" y="356"/>
                </a:lnTo>
                <a:lnTo>
                  <a:pt x="368" y="356"/>
                </a:lnTo>
                <a:lnTo>
                  <a:pt x="368" y="355"/>
                </a:lnTo>
                <a:lnTo>
                  <a:pt x="369" y="355"/>
                </a:lnTo>
                <a:lnTo>
                  <a:pt x="370" y="355"/>
                </a:lnTo>
                <a:lnTo>
                  <a:pt x="370" y="354"/>
                </a:lnTo>
                <a:lnTo>
                  <a:pt x="370" y="353"/>
                </a:lnTo>
                <a:lnTo>
                  <a:pt x="370" y="352"/>
                </a:lnTo>
                <a:lnTo>
                  <a:pt x="371" y="352"/>
                </a:lnTo>
                <a:lnTo>
                  <a:pt x="372" y="352"/>
                </a:lnTo>
                <a:lnTo>
                  <a:pt x="372" y="351"/>
                </a:lnTo>
                <a:lnTo>
                  <a:pt x="373" y="351"/>
                </a:lnTo>
                <a:lnTo>
                  <a:pt x="373" y="352"/>
                </a:lnTo>
                <a:lnTo>
                  <a:pt x="373" y="353"/>
                </a:lnTo>
                <a:lnTo>
                  <a:pt x="374" y="353"/>
                </a:lnTo>
                <a:lnTo>
                  <a:pt x="374" y="354"/>
                </a:lnTo>
                <a:lnTo>
                  <a:pt x="374" y="353"/>
                </a:lnTo>
                <a:lnTo>
                  <a:pt x="374" y="352"/>
                </a:lnTo>
                <a:lnTo>
                  <a:pt x="375" y="352"/>
                </a:lnTo>
                <a:lnTo>
                  <a:pt x="376" y="352"/>
                </a:lnTo>
                <a:lnTo>
                  <a:pt x="377" y="352"/>
                </a:lnTo>
                <a:lnTo>
                  <a:pt x="378" y="352"/>
                </a:lnTo>
                <a:lnTo>
                  <a:pt x="379" y="352"/>
                </a:lnTo>
                <a:lnTo>
                  <a:pt x="379" y="351"/>
                </a:lnTo>
                <a:lnTo>
                  <a:pt x="378" y="351"/>
                </a:lnTo>
                <a:lnTo>
                  <a:pt x="377" y="351"/>
                </a:lnTo>
                <a:lnTo>
                  <a:pt x="377" y="350"/>
                </a:lnTo>
                <a:lnTo>
                  <a:pt x="376" y="350"/>
                </a:lnTo>
                <a:lnTo>
                  <a:pt x="375" y="349"/>
                </a:lnTo>
                <a:lnTo>
                  <a:pt x="376" y="349"/>
                </a:lnTo>
                <a:lnTo>
                  <a:pt x="377" y="349"/>
                </a:lnTo>
                <a:lnTo>
                  <a:pt x="378" y="348"/>
                </a:lnTo>
                <a:lnTo>
                  <a:pt x="379" y="348"/>
                </a:lnTo>
                <a:lnTo>
                  <a:pt x="379" y="347"/>
                </a:lnTo>
                <a:lnTo>
                  <a:pt x="379" y="346"/>
                </a:lnTo>
                <a:lnTo>
                  <a:pt x="379" y="345"/>
                </a:lnTo>
                <a:lnTo>
                  <a:pt x="380" y="345"/>
                </a:lnTo>
                <a:lnTo>
                  <a:pt x="381" y="345"/>
                </a:lnTo>
                <a:lnTo>
                  <a:pt x="381" y="346"/>
                </a:lnTo>
                <a:lnTo>
                  <a:pt x="382" y="346"/>
                </a:lnTo>
                <a:lnTo>
                  <a:pt x="383" y="345"/>
                </a:lnTo>
                <a:lnTo>
                  <a:pt x="384" y="345"/>
                </a:lnTo>
                <a:lnTo>
                  <a:pt x="384" y="344"/>
                </a:lnTo>
                <a:lnTo>
                  <a:pt x="385" y="344"/>
                </a:lnTo>
                <a:lnTo>
                  <a:pt x="385" y="343"/>
                </a:lnTo>
                <a:lnTo>
                  <a:pt x="384" y="343"/>
                </a:lnTo>
                <a:lnTo>
                  <a:pt x="384" y="342"/>
                </a:lnTo>
                <a:lnTo>
                  <a:pt x="385" y="342"/>
                </a:lnTo>
                <a:lnTo>
                  <a:pt x="386" y="342"/>
                </a:lnTo>
                <a:lnTo>
                  <a:pt x="386" y="341"/>
                </a:lnTo>
                <a:lnTo>
                  <a:pt x="385" y="341"/>
                </a:lnTo>
                <a:lnTo>
                  <a:pt x="385" y="340"/>
                </a:lnTo>
                <a:lnTo>
                  <a:pt x="385" y="339"/>
                </a:lnTo>
                <a:lnTo>
                  <a:pt x="384" y="339"/>
                </a:lnTo>
                <a:lnTo>
                  <a:pt x="385" y="339"/>
                </a:lnTo>
                <a:lnTo>
                  <a:pt x="385" y="338"/>
                </a:lnTo>
                <a:lnTo>
                  <a:pt x="386" y="338"/>
                </a:lnTo>
                <a:lnTo>
                  <a:pt x="387" y="338"/>
                </a:lnTo>
                <a:lnTo>
                  <a:pt x="387" y="337"/>
                </a:lnTo>
                <a:lnTo>
                  <a:pt x="386" y="337"/>
                </a:lnTo>
                <a:lnTo>
                  <a:pt x="386" y="335"/>
                </a:lnTo>
                <a:lnTo>
                  <a:pt x="387" y="335"/>
                </a:lnTo>
                <a:lnTo>
                  <a:pt x="388" y="335"/>
                </a:lnTo>
                <a:lnTo>
                  <a:pt x="388" y="334"/>
                </a:lnTo>
                <a:lnTo>
                  <a:pt x="389" y="334"/>
                </a:lnTo>
                <a:lnTo>
                  <a:pt x="390" y="334"/>
                </a:lnTo>
                <a:lnTo>
                  <a:pt x="391" y="334"/>
                </a:lnTo>
                <a:lnTo>
                  <a:pt x="392" y="334"/>
                </a:lnTo>
                <a:lnTo>
                  <a:pt x="391" y="333"/>
                </a:lnTo>
                <a:lnTo>
                  <a:pt x="390" y="333"/>
                </a:lnTo>
                <a:lnTo>
                  <a:pt x="390" y="332"/>
                </a:lnTo>
                <a:lnTo>
                  <a:pt x="391" y="332"/>
                </a:lnTo>
                <a:lnTo>
                  <a:pt x="392" y="332"/>
                </a:lnTo>
                <a:lnTo>
                  <a:pt x="392" y="331"/>
                </a:lnTo>
                <a:lnTo>
                  <a:pt x="391" y="331"/>
                </a:lnTo>
                <a:lnTo>
                  <a:pt x="391" y="330"/>
                </a:lnTo>
                <a:lnTo>
                  <a:pt x="392" y="330"/>
                </a:lnTo>
                <a:lnTo>
                  <a:pt x="393" y="330"/>
                </a:lnTo>
                <a:lnTo>
                  <a:pt x="394" y="329"/>
                </a:lnTo>
                <a:lnTo>
                  <a:pt x="394" y="328"/>
                </a:lnTo>
                <a:lnTo>
                  <a:pt x="393" y="328"/>
                </a:lnTo>
                <a:lnTo>
                  <a:pt x="392" y="328"/>
                </a:lnTo>
                <a:lnTo>
                  <a:pt x="391" y="328"/>
                </a:lnTo>
                <a:lnTo>
                  <a:pt x="392" y="327"/>
                </a:lnTo>
                <a:lnTo>
                  <a:pt x="393" y="327"/>
                </a:lnTo>
                <a:lnTo>
                  <a:pt x="393" y="326"/>
                </a:lnTo>
                <a:lnTo>
                  <a:pt x="392" y="325"/>
                </a:lnTo>
                <a:lnTo>
                  <a:pt x="392" y="324"/>
                </a:lnTo>
                <a:lnTo>
                  <a:pt x="391" y="324"/>
                </a:lnTo>
                <a:lnTo>
                  <a:pt x="392" y="324"/>
                </a:lnTo>
                <a:lnTo>
                  <a:pt x="392" y="323"/>
                </a:lnTo>
                <a:lnTo>
                  <a:pt x="393" y="323"/>
                </a:lnTo>
                <a:lnTo>
                  <a:pt x="394" y="323"/>
                </a:lnTo>
                <a:lnTo>
                  <a:pt x="395" y="324"/>
                </a:lnTo>
                <a:lnTo>
                  <a:pt x="396" y="324"/>
                </a:lnTo>
                <a:lnTo>
                  <a:pt x="396" y="325"/>
                </a:lnTo>
                <a:lnTo>
                  <a:pt x="397" y="325"/>
                </a:lnTo>
                <a:lnTo>
                  <a:pt x="397" y="324"/>
                </a:lnTo>
                <a:lnTo>
                  <a:pt x="397" y="323"/>
                </a:lnTo>
                <a:lnTo>
                  <a:pt x="396" y="323"/>
                </a:lnTo>
                <a:lnTo>
                  <a:pt x="396" y="322"/>
                </a:lnTo>
                <a:lnTo>
                  <a:pt x="395" y="322"/>
                </a:lnTo>
                <a:lnTo>
                  <a:pt x="395" y="321"/>
                </a:lnTo>
                <a:lnTo>
                  <a:pt x="395" y="320"/>
                </a:lnTo>
                <a:lnTo>
                  <a:pt x="396" y="320"/>
                </a:lnTo>
                <a:lnTo>
                  <a:pt x="396" y="321"/>
                </a:lnTo>
                <a:lnTo>
                  <a:pt x="397" y="321"/>
                </a:lnTo>
                <a:lnTo>
                  <a:pt x="398" y="321"/>
                </a:lnTo>
                <a:lnTo>
                  <a:pt x="398" y="320"/>
                </a:lnTo>
                <a:lnTo>
                  <a:pt x="397" y="320"/>
                </a:lnTo>
                <a:lnTo>
                  <a:pt x="397" y="319"/>
                </a:lnTo>
                <a:lnTo>
                  <a:pt x="398" y="319"/>
                </a:lnTo>
                <a:lnTo>
                  <a:pt x="400" y="320"/>
                </a:lnTo>
                <a:lnTo>
                  <a:pt x="401" y="320"/>
                </a:lnTo>
                <a:lnTo>
                  <a:pt x="402" y="320"/>
                </a:lnTo>
                <a:lnTo>
                  <a:pt x="403" y="320"/>
                </a:lnTo>
                <a:lnTo>
                  <a:pt x="403" y="319"/>
                </a:lnTo>
                <a:lnTo>
                  <a:pt x="403" y="318"/>
                </a:lnTo>
                <a:lnTo>
                  <a:pt x="404" y="318"/>
                </a:lnTo>
                <a:lnTo>
                  <a:pt x="404" y="317"/>
                </a:lnTo>
                <a:lnTo>
                  <a:pt x="405" y="317"/>
                </a:lnTo>
                <a:lnTo>
                  <a:pt x="406" y="317"/>
                </a:lnTo>
                <a:lnTo>
                  <a:pt x="406" y="316"/>
                </a:lnTo>
                <a:lnTo>
                  <a:pt x="407" y="316"/>
                </a:lnTo>
                <a:lnTo>
                  <a:pt x="408" y="316"/>
                </a:lnTo>
                <a:lnTo>
                  <a:pt x="407" y="316"/>
                </a:lnTo>
                <a:lnTo>
                  <a:pt x="406" y="316"/>
                </a:lnTo>
                <a:lnTo>
                  <a:pt x="406" y="315"/>
                </a:lnTo>
                <a:lnTo>
                  <a:pt x="407" y="315"/>
                </a:lnTo>
                <a:lnTo>
                  <a:pt x="408" y="315"/>
                </a:lnTo>
                <a:lnTo>
                  <a:pt x="409" y="314"/>
                </a:lnTo>
                <a:lnTo>
                  <a:pt x="409" y="313"/>
                </a:lnTo>
                <a:lnTo>
                  <a:pt x="410" y="313"/>
                </a:lnTo>
                <a:lnTo>
                  <a:pt x="411" y="312"/>
                </a:lnTo>
                <a:lnTo>
                  <a:pt x="412" y="312"/>
                </a:lnTo>
                <a:lnTo>
                  <a:pt x="412" y="313"/>
                </a:lnTo>
                <a:lnTo>
                  <a:pt x="411" y="313"/>
                </a:lnTo>
                <a:lnTo>
                  <a:pt x="411" y="314"/>
                </a:lnTo>
                <a:lnTo>
                  <a:pt x="412" y="314"/>
                </a:lnTo>
                <a:lnTo>
                  <a:pt x="413" y="314"/>
                </a:lnTo>
                <a:lnTo>
                  <a:pt x="414" y="313"/>
                </a:lnTo>
                <a:lnTo>
                  <a:pt x="413" y="313"/>
                </a:lnTo>
                <a:lnTo>
                  <a:pt x="414" y="313"/>
                </a:lnTo>
                <a:lnTo>
                  <a:pt x="414" y="312"/>
                </a:lnTo>
                <a:lnTo>
                  <a:pt x="414" y="311"/>
                </a:lnTo>
                <a:lnTo>
                  <a:pt x="416" y="311"/>
                </a:lnTo>
                <a:lnTo>
                  <a:pt x="417" y="311"/>
                </a:lnTo>
                <a:lnTo>
                  <a:pt x="417" y="310"/>
                </a:lnTo>
                <a:lnTo>
                  <a:pt x="418" y="310"/>
                </a:lnTo>
                <a:lnTo>
                  <a:pt x="418" y="309"/>
                </a:lnTo>
                <a:lnTo>
                  <a:pt x="418" y="310"/>
                </a:lnTo>
                <a:lnTo>
                  <a:pt x="419" y="310"/>
                </a:lnTo>
                <a:lnTo>
                  <a:pt x="419" y="309"/>
                </a:lnTo>
                <a:lnTo>
                  <a:pt x="419" y="308"/>
                </a:lnTo>
                <a:lnTo>
                  <a:pt x="419" y="307"/>
                </a:lnTo>
                <a:lnTo>
                  <a:pt x="419" y="306"/>
                </a:lnTo>
                <a:lnTo>
                  <a:pt x="418" y="306"/>
                </a:lnTo>
                <a:lnTo>
                  <a:pt x="418" y="305"/>
                </a:lnTo>
                <a:lnTo>
                  <a:pt x="418" y="304"/>
                </a:lnTo>
                <a:lnTo>
                  <a:pt x="417" y="304"/>
                </a:lnTo>
                <a:lnTo>
                  <a:pt x="418" y="304"/>
                </a:lnTo>
                <a:lnTo>
                  <a:pt x="418" y="303"/>
                </a:lnTo>
                <a:lnTo>
                  <a:pt x="418" y="302"/>
                </a:lnTo>
                <a:lnTo>
                  <a:pt x="418" y="301"/>
                </a:lnTo>
                <a:lnTo>
                  <a:pt x="417" y="301"/>
                </a:lnTo>
                <a:lnTo>
                  <a:pt x="416" y="301"/>
                </a:lnTo>
                <a:lnTo>
                  <a:pt x="416" y="300"/>
                </a:lnTo>
                <a:lnTo>
                  <a:pt x="416" y="299"/>
                </a:lnTo>
                <a:lnTo>
                  <a:pt x="417" y="299"/>
                </a:lnTo>
                <a:lnTo>
                  <a:pt x="417" y="298"/>
                </a:lnTo>
                <a:lnTo>
                  <a:pt x="417" y="297"/>
                </a:lnTo>
                <a:lnTo>
                  <a:pt x="416" y="297"/>
                </a:lnTo>
                <a:lnTo>
                  <a:pt x="416" y="296"/>
                </a:lnTo>
                <a:lnTo>
                  <a:pt x="415" y="296"/>
                </a:lnTo>
                <a:lnTo>
                  <a:pt x="416" y="296"/>
                </a:lnTo>
                <a:lnTo>
                  <a:pt x="417" y="296"/>
                </a:lnTo>
                <a:lnTo>
                  <a:pt x="418" y="295"/>
                </a:lnTo>
                <a:lnTo>
                  <a:pt x="419" y="295"/>
                </a:lnTo>
                <a:lnTo>
                  <a:pt x="419" y="294"/>
                </a:lnTo>
                <a:lnTo>
                  <a:pt x="419" y="293"/>
                </a:lnTo>
                <a:lnTo>
                  <a:pt x="418" y="293"/>
                </a:lnTo>
                <a:lnTo>
                  <a:pt x="417" y="293"/>
                </a:lnTo>
                <a:lnTo>
                  <a:pt x="417" y="292"/>
                </a:lnTo>
                <a:lnTo>
                  <a:pt x="416" y="292"/>
                </a:lnTo>
                <a:lnTo>
                  <a:pt x="415" y="292"/>
                </a:lnTo>
                <a:lnTo>
                  <a:pt x="415" y="291"/>
                </a:lnTo>
                <a:lnTo>
                  <a:pt x="416" y="291"/>
                </a:lnTo>
                <a:lnTo>
                  <a:pt x="416" y="290"/>
                </a:lnTo>
                <a:lnTo>
                  <a:pt x="415" y="289"/>
                </a:lnTo>
                <a:lnTo>
                  <a:pt x="414" y="289"/>
                </a:lnTo>
                <a:lnTo>
                  <a:pt x="413" y="289"/>
                </a:lnTo>
                <a:lnTo>
                  <a:pt x="413" y="288"/>
                </a:lnTo>
                <a:lnTo>
                  <a:pt x="414" y="288"/>
                </a:lnTo>
                <a:lnTo>
                  <a:pt x="415" y="287"/>
                </a:lnTo>
                <a:lnTo>
                  <a:pt x="416" y="287"/>
                </a:lnTo>
                <a:lnTo>
                  <a:pt x="417" y="286"/>
                </a:lnTo>
                <a:lnTo>
                  <a:pt x="417" y="287"/>
                </a:lnTo>
                <a:lnTo>
                  <a:pt x="418" y="287"/>
                </a:lnTo>
                <a:lnTo>
                  <a:pt x="419" y="287"/>
                </a:lnTo>
                <a:lnTo>
                  <a:pt x="419" y="288"/>
                </a:lnTo>
                <a:lnTo>
                  <a:pt x="420" y="288"/>
                </a:lnTo>
                <a:lnTo>
                  <a:pt x="421" y="287"/>
                </a:lnTo>
                <a:lnTo>
                  <a:pt x="420" y="286"/>
                </a:lnTo>
                <a:lnTo>
                  <a:pt x="419" y="285"/>
                </a:lnTo>
                <a:lnTo>
                  <a:pt x="420" y="284"/>
                </a:lnTo>
                <a:lnTo>
                  <a:pt x="421" y="284"/>
                </a:lnTo>
                <a:lnTo>
                  <a:pt x="421" y="285"/>
                </a:lnTo>
                <a:lnTo>
                  <a:pt x="422" y="285"/>
                </a:lnTo>
                <a:lnTo>
                  <a:pt x="423" y="285"/>
                </a:lnTo>
                <a:lnTo>
                  <a:pt x="423" y="284"/>
                </a:lnTo>
                <a:lnTo>
                  <a:pt x="424" y="284"/>
                </a:lnTo>
                <a:lnTo>
                  <a:pt x="425" y="283"/>
                </a:lnTo>
                <a:lnTo>
                  <a:pt x="424" y="283"/>
                </a:lnTo>
                <a:lnTo>
                  <a:pt x="424" y="282"/>
                </a:lnTo>
                <a:lnTo>
                  <a:pt x="424" y="281"/>
                </a:lnTo>
                <a:lnTo>
                  <a:pt x="425" y="281"/>
                </a:lnTo>
                <a:lnTo>
                  <a:pt x="426" y="281"/>
                </a:lnTo>
                <a:lnTo>
                  <a:pt x="427" y="281"/>
                </a:lnTo>
                <a:lnTo>
                  <a:pt x="428" y="280"/>
                </a:lnTo>
                <a:lnTo>
                  <a:pt x="428" y="279"/>
                </a:lnTo>
                <a:lnTo>
                  <a:pt x="427" y="279"/>
                </a:lnTo>
                <a:lnTo>
                  <a:pt x="426" y="278"/>
                </a:lnTo>
                <a:lnTo>
                  <a:pt x="425" y="278"/>
                </a:lnTo>
                <a:lnTo>
                  <a:pt x="426" y="278"/>
                </a:lnTo>
                <a:lnTo>
                  <a:pt x="427" y="278"/>
                </a:lnTo>
                <a:lnTo>
                  <a:pt x="430" y="278"/>
                </a:lnTo>
                <a:lnTo>
                  <a:pt x="431" y="278"/>
                </a:lnTo>
                <a:lnTo>
                  <a:pt x="431" y="277"/>
                </a:lnTo>
                <a:lnTo>
                  <a:pt x="430" y="277"/>
                </a:lnTo>
                <a:lnTo>
                  <a:pt x="429" y="277"/>
                </a:lnTo>
                <a:lnTo>
                  <a:pt x="429" y="276"/>
                </a:lnTo>
                <a:lnTo>
                  <a:pt x="430" y="276"/>
                </a:lnTo>
                <a:lnTo>
                  <a:pt x="431" y="275"/>
                </a:lnTo>
                <a:lnTo>
                  <a:pt x="431" y="274"/>
                </a:lnTo>
                <a:lnTo>
                  <a:pt x="431" y="273"/>
                </a:lnTo>
                <a:lnTo>
                  <a:pt x="432" y="273"/>
                </a:lnTo>
                <a:lnTo>
                  <a:pt x="432" y="274"/>
                </a:lnTo>
                <a:lnTo>
                  <a:pt x="432" y="275"/>
                </a:lnTo>
                <a:lnTo>
                  <a:pt x="432" y="276"/>
                </a:lnTo>
                <a:lnTo>
                  <a:pt x="433" y="276"/>
                </a:lnTo>
                <a:lnTo>
                  <a:pt x="434" y="276"/>
                </a:lnTo>
                <a:lnTo>
                  <a:pt x="435" y="276"/>
                </a:lnTo>
                <a:lnTo>
                  <a:pt x="435" y="275"/>
                </a:lnTo>
                <a:lnTo>
                  <a:pt x="434" y="275"/>
                </a:lnTo>
                <a:lnTo>
                  <a:pt x="434" y="274"/>
                </a:lnTo>
                <a:lnTo>
                  <a:pt x="435" y="274"/>
                </a:lnTo>
                <a:lnTo>
                  <a:pt x="435" y="273"/>
                </a:lnTo>
                <a:lnTo>
                  <a:pt x="434" y="273"/>
                </a:lnTo>
                <a:lnTo>
                  <a:pt x="435" y="273"/>
                </a:lnTo>
                <a:lnTo>
                  <a:pt x="436" y="273"/>
                </a:lnTo>
                <a:lnTo>
                  <a:pt x="436" y="272"/>
                </a:lnTo>
                <a:lnTo>
                  <a:pt x="436" y="273"/>
                </a:lnTo>
                <a:lnTo>
                  <a:pt x="437" y="273"/>
                </a:lnTo>
                <a:lnTo>
                  <a:pt x="437" y="272"/>
                </a:lnTo>
                <a:lnTo>
                  <a:pt x="436" y="271"/>
                </a:lnTo>
                <a:lnTo>
                  <a:pt x="437" y="271"/>
                </a:lnTo>
                <a:lnTo>
                  <a:pt x="438" y="270"/>
                </a:lnTo>
                <a:lnTo>
                  <a:pt x="438" y="271"/>
                </a:lnTo>
                <a:lnTo>
                  <a:pt x="439" y="271"/>
                </a:lnTo>
                <a:lnTo>
                  <a:pt x="439" y="270"/>
                </a:lnTo>
                <a:lnTo>
                  <a:pt x="439" y="269"/>
                </a:lnTo>
                <a:lnTo>
                  <a:pt x="440" y="268"/>
                </a:lnTo>
                <a:lnTo>
                  <a:pt x="441" y="267"/>
                </a:lnTo>
                <a:lnTo>
                  <a:pt x="441" y="266"/>
                </a:lnTo>
                <a:lnTo>
                  <a:pt x="441" y="265"/>
                </a:lnTo>
                <a:lnTo>
                  <a:pt x="440" y="266"/>
                </a:lnTo>
                <a:lnTo>
                  <a:pt x="439" y="266"/>
                </a:lnTo>
                <a:lnTo>
                  <a:pt x="439" y="265"/>
                </a:lnTo>
                <a:lnTo>
                  <a:pt x="438" y="265"/>
                </a:lnTo>
                <a:lnTo>
                  <a:pt x="439" y="265"/>
                </a:lnTo>
                <a:lnTo>
                  <a:pt x="439" y="264"/>
                </a:lnTo>
                <a:lnTo>
                  <a:pt x="438" y="263"/>
                </a:lnTo>
                <a:lnTo>
                  <a:pt x="438" y="262"/>
                </a:lnTo>
                <a:lnTo>
                  <a:pt x="439" y="262"/>
                </a:lnTo>
                <a:lnTo>
                  <a:pt x="439" y="261"/>
                </a:lnTo>
                <a:lnTo>
                  <a:pt x="439" y="260"/>
                </a:lnTo>
                <a:lnTo>
                  <a:pt x="438" y="260"/>
                </a:lnTo>
                <a:lnTo>
                  <a:pt x="438" y="259"/>
                </a:lnTo>
                <a:lnTo>
                  <a:pt x="439" y="259"/>
                </a:lnTo>
                <a:lnTo>
                  <a:pt x="439" y="260"/>
                </a:lnTo>
                <a:lnTo>
                  <a:pt x="440" y="260"/>
                </a:lnTo>
                <a:lnTo>
                  <a:pt x="440" y="259"/>
                </a:lnTo>
                <a:lnTo>
                  <a:pt x="439" y="259"/>
                </a:lnTo>
                <a:lnTo>
                  <a:pt x="438" y="259"/>
                </a:lnTo>
                <a:lnTo>
                  <a:pt x="438" y="258"/>
                </a:lnTo>
                <a:lnTo>
                  <a:pt x="437" y="258"/>
                </a:lnTo>
                <a:lnTo>
                  <a:pt x="437" y="257"/>
                </a:lnTo>
                <a:lnTo>
                  <a:pt x="435" y="257"/>
                </a:lnTo>
                <a:lnTo>
                  <a:pt x="436" y="257"/>
                </a:lnTo>
                <a:lnTo>
                  <a:pt x="437" y="256"/>
                </a:lnTo>
                <a:lnTo>
                  <a:pt x="436" y="256"/>
                </a:lnTo>
                <a:lnTo>
                  <a:pt x="435" y="256"/>
                </a:lnTo>
                <a:lnTo>
                  <a:pt x="434" y="256"/>
                </a:lnTo>
                <a:lnTo>
                  <a:pt x="434" y="255"/>
                </a:lnTo>
                <a:lnTo>
                  <a:pt x="433" y="255"/>
                </a:lnTo>
                <a:lnTo>
                  <a:pt x="433" y="254"/>
                </a:lnTo>
                <a:lnTo>
                  <a:pt x="433" y="255"/>
                </a:lnTo>
                <a:lnTo>
                  <a:pt x="434" y="255"/>
                </a:lnTo>
                <a:lnTo>
                  <a:pt x="434" y="254"/>
                </a:lnTo>
                <a:lnTo>
                  <a:pt x="433" y="254"/>
                </a:lnTo>
                <a:lnTo>
                  <a:pt x="433" y="253"/>
                </a:lnTo>
                <a:lnTo>
                  <a:pt x="434" y="253"/>
                </a:lnTo>
                <a:lnTo>
                  <a:pt x="434" y="252"/>
                </a:lnTo>
                <a:lnTo>
                  <a:pt x="434" y="251"/>
                </a:lnTo>
                <a:lnTo>
                  <a:pt x="434" y="252"/>
                </a:lnTo>
                <a:lnTo>
                  <a:pt x="433" y="252"/>
                </a:lnTo>
                <a:lnTo>
                  <a:pt x="433" y="251"/>
                </a:lnTo>
                <a:lnTo>
                  <a:pt x="433" y="250"/>
                </a:lnTo>
                <a:lnTo>
                  <a:pt x="432" y="250"/>
                </a:lnTo>
                <a:lnTo>
                  <a:pt x="432" y="251"/>
                </a:lnTo>
                <a:lnTo>
                  <a:pt x="431" y="251"/>
                </a:lnTo>
                <a:lnTo>
                  <a:pt x="431" y="252"/>
                </a:lnTo>
                <a:lnTo>
                  <a:pt x="430" y="252"/>
                </a:lnTo>
                <a:lnTo>
                  <a:pt x="429" y="252"/>
                </a:lnTo>
                <a:lnTo>
                  <a:pt x="429" y="251"/>
                </a:lnTo>
                <a:lnTo>
                  <a:pt x="428" y="251"/>
                </a:lnTo>
                <a:lnTo>
                  <a:pt x="428" y="250"/>
                </a:lnTo>
                <a:lnTo>
                  <a:pt x="429" y="250"/>
                </a:lnTo>
                <a:lnTo>
                  <a:pt x="428" y="250"/>
                </a:lnTo>
                <a:lnTo>
                  <a:pt x="427" y="250"/>
                </a:lnTo>
                <a:lnTo>
                  <a:pt x="428" y="250"/>
                </a:lnTo>
                <a:lnTo>
                  <a:pt x="428" y="249"/>
                </a:lnTo>
                <a:lnTo>
                  <a:pt x="427" y="249"/>
                </a:lnTo>
                <a:lnTo>
                  <a:pt x="426" y="249"/>
                </a:lnTo>
                <a:lnTo>
                  <a:pt x="425" y="250"/>
                </a:lnTo>
                <a:lnTo>
                  <a:pt x="425" y="249"/>
                </a:lnTo>
                <a:lnTo>
                  <a:pt x="423" y="249"/>
                </a:lnTo>
                <a:lnTo>
                  <a:pt x="422" y="249"/>
                </a:lnTo>
                <a:lnTo>
                  <a:pt x="422" y="248"/>
                </a:lnTo>
                <a:lnTo>
                  <a:pt x="423" y="248"/>
                </a:lnTo>
                <a:lnTo>
                  <a:pt x="424" y="247"/>
                </a:lnTo>
                <a:lnTo>
                  <a:pt x="423" y="247"/>
                </a:lnTo>
                <a:lnTo>
                  <a:pt x="422" y="246"/>
                </a:lnTo>
                <a:lnTo>
                  <a:pt x="422" y="245"/>
                </a:lnTo>
                <a:lnTo>
                  <a:pt x="423" y="245"/>
                </a:lnTo>
                <a:lnTo>
                  <a:pt x="422" y="244"/>
                </a:lnTo>
                <a:lnTo>
                  <a:pt x="422" y="243"/>
                </a:lnTo>
                <a:lnTo>
                  <a:pt x="421" y="243"/>
                </a:lnTo>
                <a:lnTo>
                  <a:pt x="421" y="242"/>
                </a:lnTo>
                <a:lnTo>
                  <a:pt x="422" y="242"/>
                </a:lnTo>
                <a:lnTo>
                  <a:pt x="421" y="242"/>
                </a:lnTo>
                <a:lnTo>
                  <a:pt x="420" y="241"/>
                </a:lnTo>
                <a:lnTo>
                  <a:pt x="421" y="241"/>
                </a:lnTo>
                <a:lnTo>
                  <a:pt x="420" y="241"/>
                </a:lnTo>
                <a:lnTo>
                  <a:pt x="419" y="240"/>
                </a:lnTo>
                <a:lnTo>
                  <a:pt x="418" y="240"/>
                </a:lnTo>
                <a:lnTo>
                  <a:pt x="417" y="240"/>
                </a:lnTo>
                <a:lnTo>
                  <a:pt x="416" y="240"/>
                </a:lnTo>
                <a:lnTo>
                  <a:pt x="415" y="240"/>
                </a:lnTo>
                <a:lnTo>
                  <a:pt x="414" y="240"/>
                </a:lnTo>
                <a:lnTo>
                  <a:pt x="413" y="240"/>
                </a:lnTo>
                <a:lnTo>
                  <a:pt x="412" y="240"/>
                </a:lnTo>
                <a:lnTo>
                  <a:pt x="412" y="239"/>
                </a:lnTo>
                <a:lnTo>
                  <a:pt x="413" y="239"/>
                </a:lnTo>
                <a:lnTo>
                  <a:pt x="413" y="238"/>
                </a:lnTo>
                <a:lnTo>
                  <a:pt x="414" y="238"/>
                </a:lnTo>
                <a:lnTo>
                  <a:pt x="413" y="238"/>
                </a:lnTo>
                <a:lnTo>
                  <a:pt x="413" y="237"/>
                </a:lnTo>
                <a:lnTo>
                  <a:pt x="412" y="236"/>
                </a:lnTo>
                <a:lnTo>
                  <a:pt x="411" y="234"/>
                </a:lnTo>
                <a:lnTo>
                  <a:pt x="410" y="233"/>
                </a:lnTo>
                <a:lnTo>
                  <a:pt x="409" y="233"/>
                </a:lnTo>
                <a:lnTo>
                  <a:pt x="409" y="232"/>
                </a:lnTo>
                <a:lnTo>
                  <a:pt x="408" y="232"/>
                </a:lnTo>
                <a:lnTo>
                  <a:pt x="409" y="232"/>
                </a:lnTo>
                <a:lnTo>
                  <a:pt x="409" y="231"/>
                </a:lnTo>
                <a:lnTo>
                  <a:pt x="408" y="231"/>
                </a:lnTo>
                <a:lnTo>
                  <a:pt x="408" y="230"/>
                </a:lnTo>
                <a:lnTo>
                  <a:pt x="407" y="230"/>
                </a:lnTo>
                <a:lnTo>
                  <a:pt x="407" y="229"/>
                </a:lnTo>
                <a:lnTo>
                  <a:pt x="406" y="229"/>
                </a:lnTo>
                <a:lnTo>
                  <a:pt x="405" y="228"/>
                </a:lnTo>
                <a:lnTo>
                  <a:pt x="405" y="227"/>
                </a:lnTo>
                <a:lnTo>
                  <a:pt x="404" y="227"/>
                </a:lnTo>
                <a:lnTo>
                  <a:pt x="403" y="227"/>
                </a:lnTo>
                <a:lnTo>
                  <a:pt x="402" y="226"/>
                </a:lnTo>
                <a:lnTo>
                  <a:pt x="403" y="226"/>
                </a:lnTo>
                <a:lnTo>
                  <a:pt x="403" y="225"/>
                </a:lnTo>
                <a:lnTo>
                  <a:pt x="402" y="225"/>
                </a:lnTo>
                <a:lnTo>
                  <a:pt x="401" y="225"/>
                </a:lnTo>
                <a:lnTo>
                  <a:pt x="401" y="224"/>
                </a:lnTo>
                <a:lnTo>
                  <a:pt x="400" y="223"/>
                </a:lnTo>
                <a:lnTo>
                  <a:pt x="401" y="223"/>
                </a:lnTo>
                <a:lnTo>
                  <a:pt x="401" y="222"/>
                </a:lnTo>
                <a:lnTo>
                  <a:pt x="400" y="222"/>
                </a:lnTo>
                <a:lnTo>
                  <a:pt x="399" y="222"/>
                </a:lnTo>
                <a:lnTo>
                  <a:pt x="399" y="221"/>
                </a:lnTo>
                <a:lnTo>
                  <a:pt x="398" y="221"/>
                </a:lnTo>
                <a:lnTo>
                  <a:pt x="398" y="220"/>
                </a:lnTo>
                <a:lnTo>
                  <a:pt x="397" y="219"/>
                </a:lnTo>
                <a:lnTo>
                  <a:pt x="397" y="220"/>
                </a:lnTo>
                <a:lnTo>
                  <a:pt x="397" y="219"/>
                </a:lnTo>
                <a:lnTo>
                  <a:pt x="396" y="219"/>
                </a:lnTo>
                <a:lnTo>
                  <a:pt x="396" y="218"/>
                </a:lnTo>
                <a:lnTo>
                  <a:pt x="397" y="218"/>
                </a:lnTo>
                <a:lnTo>
                  <a:pt x="397" y="217"/>
                </a:lnTo>
                <a:lnTo>
                  <a:pt x="396" y="217"/>
                </a:lnTo>
                <a:lnTo>
                  <a:pt x="395" y="216"/>
                </a:lnTo>
                <a:lnTo>
                  <a:pt x="394" y="216"/>
                </a:lnTo>
                <a:lnTo>
                  <a:pt x="394" y="215"/>
                </a:lnTo>
                <a:lnTo>
                  <a:pt x="393" y="214"/>
                </a:lnTo>
                <a:lnTo>
                  <a:pt x="392" y="214"/>
                </a:lnTo>
                <a:lnTo>
                  <a:pt x="392" y="213"/>
                </a:lnTo>
                <a:lnTo>
                  <a:pt x="391" y="213"/>
                </a:lnTo>
                <a:lnTo>
                  <a:pt x="390" y="212"/>
                </a:lnTo>
                <a:lnTo>
                  <a:pt x="389" y="211"/>
                </a:lnTo>
                <a:lnTo>
                  <a:pt x="388" y="210"/>
                </a:lnTo>
                <a:lnTo>
                  <a:pt x="388" y="209"/>
                </a:lnTo>
                <a:lnTo>
                  <a:pt x="387" y="209"/>
                </a:lnTo>
                <a:lnTo>
                  <a:pt x="386" y="209"/>
                </a:lnTo>
                <a:lnTo>
                  <a:pt x="386" y="208"/>
                </a:lnTo>
                <a:lnTo>
                  <a:pt x="385" y="208"/>
                </a:lnTo>
                <a:lnTo>
                  <a:pt x="385" y="207"/>
                </a:lnTo>
                <a:lnTo>
                  <a:pt x="384" y="207"/>
                </a:lnTo>
                <a:lnTo>
                  <a:pt x="383" y="206"/>
                </a:lnTo>
                <a:lnTo>
                  <a:pt x="382" y="206"/>
                </a:lnTo>
                <a:lnTo>
                  <a:pt x="382" y="205"/>
                </a:lnTo>
                <a:lnTo>
                  <a:pt x="381" y="205"/>
                </a:lnTo>
                <a:lnTo>
                  <a:pt x="379" y="204"/>
                </a:lnTo>
                <a:lnTo>
                  <a:pt x="379" y="203"/>
                </a:lnTo>
                <a:lnTo>
                  <a:pt x="379" y="202"/>
                </a:lnTo>
                <a:lnTo>
                  <a:pt x="378" y="202"/>
                </a:lnTo>
                <a:lnTo>
                  <a:pt x="378" y="201"/>
                </a:lnTo>
                <a:lnTo>
                  <a:pt x="378" y="200"/>
                </a:lnTo>
                <a:lnTo>
                  <a:pt x="377" y="200"/>
                </a:lnTo>
                <a:lnTo>
                  <a:pt x="376" y="200"/>
                </a:lnTo>
                <a:lnTo>
                  <a:pt x="375" y="200"/>
                </a:lnTo>
                <a:lnTo>
                  <a:pt x="374" y="200"/>
                </a:lnTo>
                <a:lnTo>
                  <a:pt x="373" y="201"/>
                </a:lnTo>
                <a:lnTo>
                  <a:pt x="372" y="200"/>
                </a:lnTo>
                <a:lnTo>
                  <a:pt x="371" y="200"/>
                </a:lnTo>
                <a:lnTo>
                  <a:pt x="371" y="199"/>
                </a:lnTo>
                <a:lnTo>
                  <a:pt x="371" y="198"/>
                </a:lnTo>
                <a:lnTo>
                  <a:pt x="370" y="198"/>
                </a:lnTo>
                <a:lnTo>
                  <a:pt x="369" y="198"/>
                </a:lnTo>
                <a:lnTo>
                  <a:pt x="369" y="199"/>
                </a:lnTo>
                <a:lnTo>
                  <a:pt x="368" y="199"/>
                </a:lnTo>
                <a:lnTo>
                  <a:pt x="367" y="198"/>
                </a:lnTo>
                <a:lnTo>
                  <a:pt x="366" y="198"/>
                </a:lnTo>
                <a:lnTo>
                  <a:pt x="365" y="198"/>
                </a:lnTo>
                <a:lnTo>
                  <a:pt x="364" y="198"/>
                </a:lnTo>
                <a:lnTo>
                  <a:pt x="364" y="199"/>
                </a:lnTo>
                <a:lnTo>
                  <a:pt x="363" y="199"/>
                </a:lnTo>
                <a:lnTo>
                  <a:pt x="362" y="198"/>
                </a:lnTo>
                <a:lnTo>
                  <a:pt x="360" y="198"/>
                </a:lnTo>
                <a:lnTo>
                  <a:pt x="358" y="198"/>
                </a:lnTo>
                <a:lnTo>
                  <a:pt x="358" y="199"/>
                </a:lnTo>
                <a:lnTo>
                  <a:pt x="357" y="199"/>
                </a:lnTo>
                <a:lnTo>
                  <a:pt x="356" y="198"/>
                </a:lnTo>
                <a:lnTo>
                  <a:pt x="356" y="197"/>
                </a:lnTo>
                <a:lnTo>
                  <a:pt x="356" y="196"/>
                </a:lnTo>
                <a:lnTo>
                  <a:pt x="355" y="196"/>
                </a:lnTo>
                <a:lnTo>
                  <a:pt x="354" y="196"/>
                </a:lnTo>
                <a:lnTo>
                  <a:pt x="353" y="197"/>
                </a:lnTo>
                <a:lnTo>
                  <a:pt x="353" y="198"/>
                </a:lnTo>
                <a:lnTo>
                  <a:pt x="352" y="198"/>
                </a:lnTo>
                <a:lnTo>
                  <a:pt x="351" y="199"/>
                </a:lnTo>
                <a:lnTo>
                  <a:pt x="350" y="201"/>
                </a:lnTo>
                <a:lnTo>
                  <a:pt x="350" y="202"/>
                </a:lnTo>
                <a:lnTo>
                  <a:pt x="350" y="204"/>
                </a:lnTo>
                <a:lnTo>
                  <a:pt x="351" y="206"/>
                </a:lnTo>
                <a:lnTo>
                  <a:pt x="352" y="206"/>
                </a:lnTo>
                <a:lnTo>
                  <a:pt x="352" y="207"/>
                </a:lnTo>
                <a:lnTo>
                  <a:pt x="351" y="207"/>
                </a:lnTo>
                <a:lnTo>
                  <a:pt x="350" y="207"/>
                </a:lnTo>
                <a:lnTo>
                  <a:pt x="350" y="208"/>
                </a:lnTo>
                <a:lnTo>
                  <a:pt x="350" y="209"/>
                </a:lnTo>
                <a:lnTo>
                  <a:pt x="349" y="209"/>
                </a:lnTo>
                <a:lnTo>
                  <a:pt x="347" y="209"/>
                </a:lnTo>
                <a:lnTo>
                  <a:pt x="346" y="209"/>
                </a:lnTo>
                <a:lnTo>
                  <a:pt x="344" y="210"/>
                </a:lnTo>
                <a:lnTo>
                  <a:pt x="344" y="211"/>
                </a:lnTo>
                <a:lnTo>
                  <a:pt x="343" y="211"/>
                </a:lnTo>
                <a:lnTo>
                  <a:pt x="342" y="212"/>
                </a:lnTo>
                <a:lnTo>
                  <a:pt x="341" y="212"/>
                </a:lnTo>
                <a:lnTo>
                  <a:pt x="340" y="212"/>
                </a:lnTo>
                <a:lnTo>
                  <a:pt x="338" y="212"/>
                </a:lnTo>
                <a:lnTo>
                  <a:pt x="337" y="213"/>
                </a:lnTo>
                <a:lnTo>
                  <a:pt x="337" y="214"/>
                </a:lnTo>
                <a:lnTo>
                  <a:pt x="338" y="215"/>
                </a:lnTo>
                <a:lnTo>
                  <a:pt x="338" y="216"/>
                </a:lnTo>
                <a:lnTo>
                  <a:pt x="339" y="217"/>
                </a:lnTo>
                <a:lnTo>
                  <a:pt x="340" y="218"/>
                </a:lnTo>
                <a:lnTo>
                  <a:pt x="338" y="219"/>
                </a:lnTo>
                <a:lnTo>
                  <a:pt x="337" y="219"/>
                </a:lnTo>
                <a:lnTo>
                  <a:pt x="336" y="219"/>
                </a:lnTo>
                <a:lnTo>
                  <a:pt x="336" y="220"/>
                </a:lnTo>
                <a:lnTo>
                  <a:pt x="335" y="221"/>
                </a:lnTo>
                <a:lnTo>
                  <a:pt x="334" y="222"/>
                </a:lnTo>
                <a:lnTo>
                  <a:pt x="334" y="223"/>
                </a:lnTo>
                <a:lnTo>
                  <a:pt x="334" y="224"/>
                </a:lnTo>
                <a:lnTo>
                  <a:pt x="333" y="224"/>
                </a:lnTo>
                <a:lnTo>
                  <a:pt x="333" y="225"/>
                </a:lnTo>
                <a:lnTo>
                  <a:pt x="331" y="225"/>
                </a:lnTo>
                <a:lnTo>
                  <a:pt x="330" y="224"/>
                </a:lnTo>
                <a:lnTo>
                  <a:pt x="328" y="224"/>
                </a:lnTo>
                <a:lnTo>
                  <a:pt x="327" y="224"/>
                </a:lnTo>
                <a:lnTo>
                  <a:pt x="327" y="223"/>
                </a:lnTo>
                <a:lnTo>
                  <a:pt x="326" y="223"/>
                </a:lnTo>
                <a:lnTo>
                  <a:pt x="325" y="223"/>
                </a:lnTo>
                <a:lnTo>
                  <a:pt x="323" y="224"/>
                </a:lnTo>
                <a:lnTo>
                  <a:pt x="323" y="225"/>
                </a:lnTo>
                <a:lnTo>
                  <a:pt x="322" y="225"/>
                </a:lnTo>
                <a:lnTo>
                  <a:pt x="323" y="226"/>
                </a:lnTo>
                <a:lnTo>
                  <a:pt x="322" y="227"/>
                </a:lnTo>
                <a:lnTo>
                  <a:pt x="321" y="227"/>
                </a:lnTo>
                <a:lnTo>
                  <a:pt x="319" y="228"/>
                </a:lnTo>
                <a:lnTo>
                  <a:pt x="315" y="229"/>
                </a:lnTo>
                <a:lnTo>
                  <a:pt x="314" y="229"/>
                </a:lnTo>
                <a:lnTo>
                  <a:pt x="313" y="229"/>
                </a:lnTo>
                <a:lnTo>
                  <a:pt x="312" y="230"/>
                </a:lnTo>
                <a:lnTo>
                  <a:pt x="311" y="230"/>
                </a:lnTo>
                <a:lnTo>
                  <a:pt x="310" y="229"/>
                </a:lnTo>
                <a:lnTo>
                  <a:pt x="309" y="228"/>
                </a:lnTo>
                <a:lnTo>
                  <a:pt x="308" y="228"/>
                </a:lnTo>
                <a:lnTo>
                  <a:pt x="308" y="227"/>
                </a:lnTo>
                <a:lnTo>
                  <a:pt x="307" y="226"/>
                </a:lnTo>
                <a:lnTo>
                  <a:pt x="306" y="226"/>
                </a:lnTo>
                <a:lnTo>
                  <a:pt x="305" y="225"/>
                </a:lnTo>
                <a:lnTo>
                  <a:pt x="304" y="225"/>
                </a:lnTo>
                <a:lnTo>
                  <a:pt x="303" y="225"/>
                </a:lnTo>
                <a:lnTo>
                  <a:pt x="301" y="225"/>
                </a:lnTo>
                <a:lnTo>
                  <a:pt x="300" y="224"/>
                </a:lnTo>
                <a:lnTo>
                  <a:pt x="299" y="224"/>
                </a:lnTo>
                <a:lnTo>
                  <a:pt x="298" y="225"/>
                </a:lnTo>
                <a:lnTo>
                  <a:pt x="298" y="226"/>
                </a:lnTo>
                <a:lnTo>
                  <a:pt x="297" y="226"/>
                </a:lnTo>
                <a:lnTo>
                  <a:pt x="296" y="226"/>
                </a:lnTo>
                <a:lnTo>
                  <a:pt x="295" y="226"/>
                </a:lnTo>
                <a:lnTo>
                  <a:pt x="294" y="227"/>
                </a:lnTo>
                <a:lnTo>
                  <a:pt x="293" y="227"/>
                </a:lnTo>
                <a:lnTo>
                  <a:pt x="293" y="228"/>
                </a:lnTo>
                <a:lnTo>
                  <a:pt x="293" y="229"/>
                </a:lnTo>
                <a:lnTo>
                  <a:pt x="293" y="230"/>
                </a:lnTo>
                <a:lnTo>
                  <a:pt x="293" y="232"/>
                </a:lnTo>
                <a:lnTo>
                  <a:pt x="293" y="233"/>
                </a:lnTo>
                <a:lnTo>
                  <a:pt x="292" y="233"/>
                </a:lnTo>
                <a:lnTo>
                  <a:pt x="291" y="234"/>
                </a:lnTo>
                <a:lnTo>
                  <a:pt x="291" y="235"/>
                </a:lnTo>
                <a:lnTo>
                  <a:pt x="290" y="235"/>
                </a:lnTo>
                <a:lnTo>
                  <a:pt x="289" y="235"/>
                </a:lnTo>
                <a:lnTo>
                  <a:pt x="286" y="235"/>
                </a:lnTo>
                <a:lnTo>
                  <a:pt x="286" y="236"/>
                </a:lnTo>
                <a:lnTo>
                  <a:pt x="286" y="235"/>
                </a:lnTo>
                <a:lnTo>
                  <a:pt x="285" y="235"/>
                </a:lnTo>
                <a:lnTo>
                  <a:pt x="285" y="234"/>
                </a:lnTo>
                <a:lnTo>
                  <a:pt x="285" y="233"/>
                </a:lnTo>
                <a:lnTo>
                  <a:pt x="284" y="233"/>
                </a:lnTo>
                <a:lnTo>
                  <a:pt x="283" y="233"/>
                </a:lnTo>
                <a:lnTo>
                  <a:pt x="283" y="234"/>
                </a:lnTo>
                <a:lnTo>
                  <a:pt x="282" y="234"/>
                </a:lnTo>
                <a:lnTo>
                  <a:pt x="282" y="233"/>
                </a:lnTo>
                <a:lnTo>
                  <a:pt x="281" y="233"/>
                </a:lnTo>
                <a:lnTo>
                  <a:pt x="280" y="232"/>
                </a:lnTo>
                <a:lnTo>
                  <a:pt x="279" y="231"/>
                </a:lnTo>
                <a:lnTo>
                  <a:pt x="278" y="230"/>
                </a:lnTo>
                <a:lnTo>
                  <a:pt x="277" y="229"/>
                </a:lnTo>
                <a:lnTo>
                  <a:pt x="276" y="228"/>
                </a:lnTo>
                <a:lnTo>
                  <a:pt x="274" y="228"/>
                </a:lnTo>
                <a:lnTo>
                  <a:pt x="273" y="228"/>
                </a:lnTo>
                <a:lnTo>
                  <a:pt x="272" y="228"/>
                </a:lnTo>
                <a:lnTo>
                  <a:pt x="271" y="229"/>
                </a:lnTo>
                <a:lnTo>
                  <a:pt x="270" y="229"/>
                </a:lnTo>
                <a:lnTo>
                  <a:pt x="269" y="228"/>
                </a:lnTo>
                <a:lnTo>
                  <a:pt x="268" y="228"/>
                </a:lnTo>
                <a:lnTo>
                  <a:pt x="267" y="228"/>
                </a:lnTo>
                <a:lnTo>
                  <a:pt x="267" y="229"/>
                </a:lnTo>
                <a:lnTo>
                  <a:pt x="266" y="229"/>
                </a:lnTo>
                <a:lnTo>
                  <a:pt x="265" y="228"/>
                </a:lnTo>
                <a:lnTo>
                  <a:pt x="263" y="228"/>
                </a:lnTo>
                <a:lnTo>
                  <a:pt x="263" y="229"/>
                </a:lnTo>
                <a:lnTo>
                  <a:pt x="262" y="229"/>
                </a:lnTo>
                <a:lnTo>
                  <a:pt x="262" y="230"/>
                </a:lnTo>
                <a:lnTo>
                  <a:pt x="261" y="231"/>
                </a:lnTo>
                <a:lnTo>
                  <a:pt x="260" y="231"/>
                </a:lnTo>
                <a:lnTo>
                  <a:pt x="259" y="230"/>
                </a:lnTo>
                <a:lnTo>
                  <a:pt x="258" y="230"/>
                </a:lnTo>
                <a:lnTo>
                  <a:pt x="258" y="231"/>
                </a:lnTo>
                <a:lnTo>
                  <a:pt x="257" y="231"/>
                </a:lnTo>
                <a:lnTo>
                  <a:pt x="256" y="230"/>
                </a:lnTo>
                <a:lnTo>
                  <a:pt x="255" y="230"/>
                </a:lnTo>
                <a:lnTo>
                  <a:pt x="254" y="230"/>
                </a:lnTo>
                <a:lnTo>
                  <a:pt x="253" y="230"/>
                </a:lnTo>
                <a:lnTo>
                  <a:pt x="252" y="230"/>
                </a:lnTo>
                <a:lnTo>
                  <a:pt x="250" y="231"/>
                </a:lnTo>
                <a:lnTo>
                  <a:pt x="248" y="232"/>
                </a:lnTo>
                <a:lnTo>
                  <a:pt x="248" y="233"/>
                </a:lnTo>
                <a:lnTo>
                  <a:pt x="247" y="232"/>
                </a:lnTo>
                <a:lnTo>
                  <a:pt x="245" y="231"/>
                </a:lnTo>
                <a:lnTo>
                  <a:pt x="243" y="229"/>
                </a:lnTo>
                <a:lnTo>
                  <a:pt x="242" y="228"/>
                </a:lnTo>
                <a:lnTo>
                  <a:pt x="242" y="227"/>
                </a:lnTo>
                <a:lnTo>
                  <a:pt x="241" y="226"/>
                </a:lnTo>
                <a:lnTo>
                  <a:pt x="240" y="226"/>
                </a:lnTo>
                <a:lnTo>
                  <a:pt x="239" y="226"/>
                </a:lnTo>
                <a:lnTo>
                  <a:pt x="238" y="226"/>
                </a:lnTo>
                <a:lnTo>
                  <a:pt x="236" y="226"/>
                </a:lnTo>
                <a:lnTo>
                  <a:pt x="234" y="226"/>
                </a:lnTo>
                <a:lnTo>
                  <a:pt x="232" y="225"/>
                </a:lnTo>
                <a:lnTo>
                  <a:pt x="230" y="224"/>
                </a:lnTo>
                <a:lnTo>
                  <a:pt x="230" y="223"/>
                </a:lnTo>
                <a:lnTo>
                  <a:pt x="230" y="222"/>
                </a:lnTo>
                <a:lnTo>
                  <a:pt x="229" y="222"/>
                </a:lnTo>
                <a:lnTo>
                  <a:pt x="228" y="223"/>
                </a:lnTo>
                <a:lnTo>
                  <a:pt x="226" y="225"/>
                </a:lnTo>
                <a:lnTo>
                  <a:pt x="226" y="226"/>
                </a:lnTo>
                <a:lnTo>
                  <a:pt x="226" y="227"/>
                </a:lnTo>
                <a:lnTo>
                  <a:pt x="225" y="228"/>
                </a:lnTo>
                <a:lnTo>
                  <a:pt x="224" y="228"/>
                </a:lnTo>
                <a:lnTo>
                  <a:pt x="224" y="229"/>
                </a:lnTo>
                <a:lnTo>
                  <a:pt x="224" y="230"/>
                </a:lnTo>
                <a:lnTo>
                  <a:pt x="224" y="231"/>
                </a:lnTo>
                <a:lnTo>
                  <a:pt x="223" y="231"/>
                </a:lnTo>
                <a:lnTo>
                  <a:pt x="223" y="230"/>
                </a:lnTo>
                <a:lnTo>
                  <a:pt x="222" y="230"/>
                </a:lnTo>
                <a:lnTo>
                  <a:pt x="221" y="231"/>
                </a:lnTo>
                <a:lnTo>
                  <a:pt x="219" y="231"/>
                </a:lnTo>
                <a:lnTo>
                  <a:pt x="217" y="231"/>
                </a:lnTo>
                <a:lnTo>
                  <a:pt x="217" y="232"/>
                </a:lnTo>
                <a:lnTo>
                  <a:pt x="217" y="233"/>
                </a:lnTo>
                <a:lnTo>
                  <a:pt x="216" y="234"/>
                </a:lnTo>
                <a:lnTo>
                  <a:pt x="215" y="234"/>
                </a:lnTo>
                <a:lnTo>
                  <a:pt x="214" y="234"/>
                </a:lnTo>
                <a:lnTo>
                  <a:pt x="213" y="234"/>
                </a:lnTo>
                <a:lnTo>
                  <a:pt x="212" y="234"/>
                </a:lnTo>
                <a:lnTo>
                  <a:pt x="210" y="234"/>
                </a:lnTo>
                <a:lnTo>
                  <a:pt x="210" y="233"/>
                </a:lnTo>
                <a:lnTo>
                  <a:pt x="209" y="233"/>
                </a:lnTo>
                <a:lnTo>
                  <a:pt x="206" y="234"/>
                </a:lnTo>
                <a:lnTo>
                  <a:pt x="205" y="234"/>
                </a:lnTo>
                <a:lnTo>
                  <a:pt x="205" y="235"/>
                </a:lnTo>
                <a:lnTo>
                  <a:pt x="205" y="236"/>
                </a:lnTo>
                <a:lnTo>
                  <a:pt x="203" y="236"/>
                </a:lnTo>
                <a:lnTo>
                  <a:pt x="202" y="235"/>
                </a:lnTo>
                <a:lnTo>
                  <a:pt x="201" y="235"/>
                </a:lnTo>
                <a:lnTo>
                  <a:pt x="200" y="235"/>
                </a:lnTo>
                <a:lnTo>
                  <a:pt x="199" y="236"/>
                </a:lnTo>
                <a:lnTo>
                  <a:pt x="197" y="236"/>
                </a:lnTo>
                <a:lnTo>
                  <a:pt x="196" y="236"/>
                </a:lnTo>
                <a:lnTo>
                  <a:pt x="195" y="236"/>
                </a:lnTo>
                <a:lnTo>
                  <a:pt x="195" y="235"/>
                </a:lnTo>
                <a:lnTo>
                  <a:pt x="194" y="235"/>
                </a:lnTo>
                <a:lnTo>
                  <a:pt x="192" y="236"/>
                </a:lnTo>
                <a:lnTo>
                  <a:pt x="191" y="236"/>
                </a:lnTo>
                <a:lnTo>
                  <a:pt x="190" y="237"/>
                </a:lnTo>
                <a:lnTo>
                  <a:pt x="189" y="238"/>
                </a:lnTo>
                <a:lnTo>
                  <a:pt x="188" y="238"/>
                </a:lnTo>
                <a:lnTo>
                  <a:pt x="187" y="237"/>
                </a:lnTo>
                <a:lnTo>
                  <a:pt x="186" y="237"/>
                </a:lnTo>
                <a:lnTo>
                  <a:pt x="185" y="236"/>
                </a:lnTo>
                <a:lnTo>
                  <a:pt x="184" y="235"/>
                </a:lnTo>
                <a:lnTo>
                  <a:pt x="183" y="235"/>
                </a:lnTo>
                <a:lnTo>
                  <a:pt x="183" y="234"/>
                </a:lnTo>
                <a:lnTo>
                  <a:pt x="182" y="234"/>
                </a:lnTo>
                <a:lnTo>
                  <a:pt x="181" y="234"/>
                </a:lnTo>
                <a:lnTo>
                  <a:pt x="180" y="234"/>
                </a:lnTo>
                <a:lnTo>
                  <a:pt x="179" y="234"/>
                </a:lnTo>
                <a:lnTo>
                  <a:pt x="178" y="234"/>
                </a:lnTo>
                <a:lnTo>
                  <a:pt x="178" y="233"/>
                </a:lnTo>
                <a:lnTo>
                  <a:pt x="177" y="232"/>
                </a:lnTo>
                <a:lnTo>
                  <a:pt x="176" y="232"/>
                </a:lnTo>
                <a:lnTo>
                  <a:pt x="176" y="233"/>
                </a:lnTo>
                <a:lnTo>
                  <a:pt x="175" y="233"/>
                </a:lnTo>
                <a:lnTo>
                  <a:pt x="174" y="232"/>
                </a:lnTo>
                <a:lnTo>
                  <a:pt x="173" y="232"/>
                </a:lnTo>
                <a:lnTo>
                  <a:pt x="172" y="232"/>
                </a:lnTo>
                <a:lnTo>
                  <a:pt x="171" y="232"/>
                </a:lnTo>
                <a:lnTo>
                  <a:pt x="171" y="231"/>
                </a:lnTo>
                <a:lnTo>
                  <a:pt x="170" y="231"/>
                </a:lnTo>
                <a:lnTo>
                  <a:pt x="166" y="231"/>
                </a:lnTo>
                <a:lnTo>
                  <a:pt x="165" y="231"/>
                </a:lnTo>
                <a:lnTo>
                  <a:pt x="165" y="232"/>
                </a:lnTo>
                <a:lnTo>
                  <a:pt x="164" y="232"/>
                </a:lnTo>
                <a:lnTo>
                  <a:pt x="163" y="231"/>
                </a:lnTo>
                <a:lnTo>
                  <a:pt x="162" y="230"/>
                </a:lnTo>
                <a:lnTo>
                  <a:pt x="161" y="230"/>
                </a:lnTo>
                <a:lnTo>
                  <a:pt x="161" y="229"/>
                </a:lnTo>
                <a:lnTo>
                  <a:pt x="161" y="228"/>
                </a:lnTo>
                <a:lnTo>
                  <a:pt x="160" y="227"/>
                </a:lnTo>
                <a:lnTo>
                  <a:pt x="160" y="226"/>
                </a:lnTo>
                <a:lnTo>
                  <a:pt x="160" y="225"/>
                </a:lnTo>
                <a:lnTo>
                  <a:pt x="161" y="224"/>
                </a:lnTo>
                <a:lnTo>
                  <a:pt x="160" y="224"/>
                </a:lnTo>
                <a:lnTo>
                  <a:pt x="160" y="223"/>
                </a:lnTo>
                <a:lnTo>
                  <a:pt x="159" y="223"/>
                </a:lnTo>
                <a:lnTo>
                  <a:pt x="159" y="222"/>
                </a:lnTo>
                <a:lnTo>
                  <a:pt x="158" y="222"/>
                </a:lnTo>
                <a:lnTo>
                  <a:pt x="158" y="221"/>
                </a:lnTo>
                <a:lnTo>
                  <a:pt x="157" y="221"/>
                </a:lnTo>
                <a:lnTo>
                  <a:pt x="157" y="222"/>
                </a:lnTo>
                <a:lnTo>
                  <a:pt x="156" y="222"/>
                </a:lnTo>
                <a:lnTo>
                  <a:pt x="156" y="221"/>
                </a:lnTo>
                <a:lnTo>
                  <a:pt x="155" y="221"/>
                </a:lnTo>
                <a:lnTo>
                  <a:pt x="154" y="221"/>
                </a:lnTo>
                <a:lnTo>
                  <a:pt x="154" y="220"/>
                </a:lnTo>
                <a:lnTo>
                  <a:pt x="154" y="219"/>
                </a:lnTo>
                <a:lnTo>
                  <a:pt x="154" y="218"/>
                </a:lnTo>
                <a:lnTo>
                  <a:pt x="155" y="218"/>
                </a:lnTo>
                <a:lnTo>
                  <a:pt x="154" y="217"/>
                </a:lnTo>
                <a:lnTo>
                  <a:pt x="152" y="217"/>
                </a:lnTo>
                <a:lnTo>
                  <a:pt x="152" y="216"/>
                </a:lnTo>
                <a:lnTo>
                  <a:pt x="151" y="216"/>
                </a:lnTo>
                <a:lnTo>
                  <a:pt x="151" y="215"/>
                </a:lnTo>
                <a:lnTo>
                  <a:pt x="151" y="214"/>
                </a:lnTo>
                <a:lnTo>
                  <a:pt x="152" y="214"/>
                </a:lnTo>
                <a:lnTo>
                  <a:pt x="153" y="213"/>
                </a:lnTo>
                <a:lnTo>
                  <a:pt x="153" y="212"/>
                </a:lnTo>
                <a:lnTo>
                  <a:pt x="153" y="211"/>
                </a:lnTo>
                <a:lnTo>
                  <a:pt x="152" y="211"/>
                </a:lnTo>
                <a:lnTo>
                  <a:pt x="151" y="211"/>
                </a:lnTo>
                <a:lnTo>
                  <a:pt x="150" y="209"/>
                </a:lnTo>
                <a:lnTo>
                  <a:pt x="151" y="209"/>
                </a:lnTo>
                <a:lnTo>
                  <a:pt x="152" y="209"/>
                </a:lnTo>
                <a:lnTo>
                  <a:pt x="153" y="209"/>
                </a:lnTo>
                <a:lnTo>
                  <a:pt x="153" y="207"/>
                </a:lnTo>
                <a:lnTo>
                  <a:pt x="151" y="205"/>
                </a:lnTo>
                <a:lnTo>
                  <a:pt x="149" y="205"/>
                </a:lnTo>
                <a:lnTo>
                  <a:pt x="149" y="204"/>
                </a:lnTo>
                <a:lnTo>
                  <a:pt x="148" y="204"/>
                </a:lnTo>
                <a:lnTo>
                  <a:pt x="149" y="203"/>
                </a:lnTo>
                <a:lnTo>
                  <a:pt x="149" y="202"/>
                </a:lnTo>
                <a:lnTo>
                  <a:pt x="150" y="202"/>
                </a:lnTo>
                <a:lnTo>
                  <a:pt x="151" y="202"/>
                </a:lnTo>
                <a:lnTo>
                  <a:pt x="150" y="201"/>
                </a:lnTo>
                <a:lnTo>
                  <a:pt x="149" y="199"/>
                </a:lnTo>
                <a:lnTo>
                  <a:pt x="148" y="199"/>
                </a:lnTo>
                <a:lnTo>
                  <a:pt x="147" y="198"/>
                </a:lnTo>
                <a:lnTo>
                  <a:pt x="147" y="196"/>
                </a:lnTo>
                <a:lnTo>
                  <a:pt x="146" y="196"/>
                </a:lnTo>
                <a:lnTo>
                  <a:pt x="146" y="194"/>
                </a:lnTo>
                <a:lnTo>
                  <a:pt x="145" y="194"/>
                </a:lnTo>
                <a:lnTo>
                  <a:pt x="144" y="193"/>
                </a:lnTo>
                <a:lnTo>
                  <a:pt x="143" y="190"/>
                </a:lnTo>
                <a:lnTo>
                  <a:pt x="143" y="189"/>
                </a:lnTo>
                <a:lnTo>
                  <a:pt x="142" y="188"/>
                </a:lnTo>
                <a:lnTo>
                  <a:pt x="141" y="188"/>
                </a:lnTo>
                <a:lnTo>
                  <a:pt x="141" y="187"/>
                </a:lnTo>
                <a:lnTo>
                  <a:pt x="141" y="186"/>
                </a:lnTo>
                <a:lnTo>
                  <a:pt x="143" y="185"/>
                </a:lnTo>
                <a:lnTo>
                  <a:pt x="143" y="184"/>
                </a:lnTo>
                <a:lnTo>
                  <a:pt x="142" y="182"/>
                </a:lnTo>
                <a:lnTo>
                  <a:pt x="141" y="181"/>
                </a:lnTo>
                <a:lnTo>
                  <a:pt x="140" y="179"/>
                </a:lnTo>
                <a:lnTo>
                  <a:pt x="139" y="178"/>
                </a:lnTo>
                <a:lnTo>
                  <a:pt x="140" y="176"/>
                </a:lnTo>
                <a:lnTo>
                  <a:pt x="139" y="175"/>
                </a:lnTo>
                <a:lnTo>
                  <a:pt x="139" y="174"/>
                </a:lnTo>
                <a:lnTo>
                  <a:pt x="138" y="173"/>
                </a:lnTo>
                <a:lnTo>
                  <a:pt x="137" y="173"/>
                </a:lnTo>
                <a:lnTo>
                  <a:pt x="136" y="172"/>
                </a:lnTo>
                <a:lnTo>
                  <a:pt x="138" y="171"/>
                </a:lnTo>
                <a:lnTo>
                  <a:pt x="138" y="170"/>
                </a:lnTo>
                <a:lnTo>
                  <a:pt x="139" y="169"/>
                </a:lnTo>
                <a:lnTo>
                  <a:pt x="139" y="168"/>
                </a:lnTo>
                <a:lnTo>
                  <a:pt x="138" y="167"/>
                </a:lnTo>
                <a:lnTo>
                  <a:pt x="138" y="166"/>
                </a:lnTo>
                <a:lnTo>
                  <a:pt x="139" y="165"/>
                </a:lnTo>
                <a:lnTo>
                  <a:pt x="138" y="164"/>
                </a:lnTo>
                <a:lnTo>
                  <a:pt x="138" y="163"/>
                </a:lnTo>
                <a:lnTo>
                  <a:pt x="137" y="163"/>
                </a:lnTo>
                <a:lnTo>
                  <a:pt x="136" y="164"/>
                </a:lnTo>
                <a:lnTo>
                  <a:pt x="135" y="164"/>
                </a:lnTo>
                <a:lnTo>
                  <a:pt x="134" y="164"/>
                </a:lnTo>
                <a:lnTo>
                  <a:pt x="134" y="163"/>
                </a:lnTo>
                <a:lnTo>
                  <a:pt x="134" y="162"/>
                </a:lnTo>
                <a:lnTo>
                  <a:pt x="133" y="162"/>
                </a:lnTo>
                <a:lnTo>
                  <a:pt x="133" y="161"/>
                </a:lnTo>
                <a:lnTo>
                  <a:pt x="133" y="160"/>
                </a:lnTo>
                <a:lnTo>
                  <a:pt x="134" y="159"/>
                </a:lnTo>
                <a:lnTo>
                  <a:pt x="133" y="159"/>
                </a:lnTo>
                <a:lnTo>
                  <a:pt x="132" y="158"/>
                </a:lnTo>
                <a:lnTo>
                  <a:pt x="132" y="157"/>
                </a:lnTo>
                <a:lnTo>
                  <a:pt x="132" y="156"/>
                </a:lnTo>
                <a:lnTo>
                  <a:pt x="133" y="156"/>
                </a:lnTo>
                <a:lnTo>
                  <a:pt x="132" y="155"/>
                </a:lnTo>
                <a:lnTo>
                  <a:pt x="130" y="155"/>
                </a:lnTo>
                <a:lnTo>
                  <a:pt x="130" y="154"/>
                </a:lnTo>
                <a:lnTo>
                  <a:pt x="130" y="153"/>
                </a:lnTo>
                <a:lnTo>
                  <a:pt x="131" y="152"/>
                </a:lnTo>
                <a:lnTo>
                  <a:pt x="131" y="151"/>
                </a:lnTo>
                <a:lnTo>
                  <a:pt x="132" y="151"/>
                </a:lnTo>
                <a:lnTo>
                  <a:pt x="132" y="150"/>
                </a:lnTo>
                <a:lnTo>
                  <a:pt x="131" y="150"/>
                </a:lnTo>
                <a:lnTo>
                  <a:pt x="131" y="149"/>
                </a:lnTo>
                <a:lnTo>
                  <a:pt x="130" y="149"/>
                </a:lnTo>
                <a:lnTo>
                  <a:pt x="130" y="148"/>
                </a:lnTo>
                <a:lnTo>
                  <a:pt x="131" y="147"/>
                </a:lnTo>
                <a:lnTo>
                  <a:pt x="132" y="147"/>
                </a:lnTo>
                <a:lnTo>
                  <a:pt x="133" y="147"/>
                </a:lnTo>
                <a:lnTo>
                  <a:pt x="134" y="147"/>
                </a:lnTo>
                <a:lnTo>
                  <a:pt x="135" y="147"/>
                </a:lnTo>
                <a:lnTo>
                  <a:pt x="136" y="147"/>
                </a:lnTo>
                <a:lnTo>
                  <a:pt x="137" y="146"/>
                </a:lnTo>
                <a:lnTo>
                  <a:pt x="138" y="146"/>
                </a:lnTo>
                <a:lnTo>
                  <a:pt x="139" y="146"/>
                </a:lnTo>
                <a:lnTo>
                  <a:pt x="140" y="146"/>
                </a:lnTo>
                <a:lnTo>
                  <a:pt x="140" y="145"/>
                </a:lnTo>
                <a:lnTo>
                  <a:pt x="140" y="144"/>
                </a:lnTo>
                <a:lnTo>
                  <a:pt x="141" y="144"/>
                </a:lnTo>
                <a:lnTo>
                  <a:pt x="142" y="144"/>
                </a:lnTo>
                <a:lnTo>
                  <a:pt x="142" y="143"/>
                </a:lnTo>
                <a:lnTo>
                  <a:pt x="143" y="143"/>
                </a:lnTo>
                <a:lnTo>
                  <a:pt x="143" y="142"/>
                </a:lnTo>
                <a:lnTo>
                  <a:pt x="143" y="141"/>
                </a:lnTo>
                <a:lnTo>
                  <a:pt x="143" y="140"/>
                </a:lnTo>
                <a:lnTo>
                  <a:pt x="143" y="139"/>
                </a:lnTo>
                <a:lnTo>
                  <a:pt x="142" y="139"/>
                </a:lnTo>
                <a:lnTo>
                  <a:pt x="142" y="138"/>
                </a:lnTo>
                <a:lnTo>
                  <a:pt x="143" y="137"/>
                </a:lnTo>
                <a:lnTo>
                  <a:pt x="144" y="137"/>
                </a:lnTo>
                <a:lnTo>
                  <a:pt x="145" y="136"/>
                </a:lnTo>
                <a:lnTo>
                  <a:pt x="145" y="135"/>
                </a:lnTo>
                <a:lnTo>
                  <a:pt x="144" y="135"/>
                </a:lnTo>
                <a:lnTo>
                  <a:pt x="143" y="135"/>
                </a:lnTo>
                <a:lnTo>
                  <a:pt x="143" y="134"/>
                </a:lnTo>
                <a:lnTo>
                  <a:pt x="142" y="134"/>
                </a:lnTo>
                <a:lnTo>
                  <a:pt x="141" y="134"/>
                </a:lnTo>
                <a:lnTo>
                  <a:pt x="140" y="135"/>
                </a:lnTo>
                <a:lnTo>
                  <a:pt x="140" y="134"/>
                </a:lnTo>
                <a:lnTo>
                  <a:pt x="139" y="134"/>
                </a:lnTo>
                <a:lnTo>
                  <a:pt x="139" y="135"/>
                </a:lnTo>
                <a:lnTo>
                  <a:pt x="137" y="135"/>
                </a:lnTo>
                <a:lnTo>
                  <a:pt x="136" y="135"/>
                </a:lnTo>
                <a:lnTo>
                  <a:pt x="136" y="134"/>
                </a:lnTo>
                <a:lnTo>
                  <a:pt x="136" y="133"/>
                </a:lnTo>
                <a:lnTo>
                  <a:pt x="135" y="133"/>
                </a:lnTo>
                <a:lnTo>
                  <a:pt x="134" y="133"/>
                </a:lnTo>
                <a:lnTo>
                  <a:pt x="133" y="132"/>
                </a:lnTo>
                <a:lnTo>
                  <a:pt x="132" y="133"/>
                </a:lnTo>
                <a:lnTo>
                  <a:pt x="130" y="133"/>
                </a:lnTo>
                <a:lnTo>
                  <a:pt x="129" y="134"/>
                </a:lnTo>
                <a:lnTo>
                  <a:pt x="128" y="134"/>
                </a:lnTo>
                <a:lnTo>
                  <a:pt x="126" y="134"/>
                </a:lnTo>
                <a:lnTo>
                  <a:pt x="126" y="133"/>
                </a:lnTo>
                <a:lnTo>
                  <a:pt x="125" y="132"/>
                </a:lnTo>
                <a:lnTo>
                  <a:pt x="123" y="132"/>
                </a:lnTo>
                <a:lnTo>
                  <a:pt x="122" y="132"/>
                </a:lnTo>
                <a:lnTo>
                  <a:pt x="120" y="132"/>
                </a:lnTo>
                <a:lnTo>
                  <a:pt x="119" y="132"/>
                </a:lnTo>
                <a:lnTo>
                  <a:pt x="118" y="131"/>
                </a:lnTo>
                <a:lnTo>
                  <a:pt x="117" y="131"/>
                </a:lnTo>
                <a:lnTo>
                  <a:pt x="116" y="131"/>
                </a:lnTo>
                <a:lnTo>
                  <a:pt x="116" y="130"/>
                </a:lnTo>
                <a:lnTo>
                  <a:pt x="116" y="129"/>
                </a:lnTo>
                <a:lnTo>
                  <a:pt x="117" y="129"/>
                </a:lnTo>
                <a:lnTo>
                  <a:pt x="116" y="128"/>
                </a:lnTo>
                <a:lnTo>
                  <a:pt x="116" y="127"/>
                </a:lnTo>
                <a:lnTo>
                  <a:pt x="117" y="127"/>
                </a:lnTo>
                <a:lnTo>
                  <a:pt x="117" y="126"/>
                </a:lnTo>
                <a:lnTo>
                  <a:pt x="116" y="126"/>
                </a:lnTo>
                <a:lnTo>
                  <a:pt x="117" y="126"/>
                </a:lnTo>
                <a:lnTo>
                  <a:pt x="117" y="125"/>
                </a:lnTo>
                <a:lnTo>
                  <a:pt x="116" y="125"/>
                </a:lnTo>
                <a:lnTo>
                  <a:pt x="115" y="124"/>
                </a:lnTo>
                <a:lnTo>
                  <a:pt x="114" y="124"/>
                </a:lnTo>
                <a:lnTo>
                  <a:pt x="114" y="123"/>
                </a:lnTo>
                <a:lnTo>
                  <a:pt x="115" y="123"/>
                </a:lnTo>
                <a:lnTo>
                  <a:pt x="114" y="123"/>
                </a:lnTo>
                <a:lnTo>
                  <a:pt x="114" y="122"/>
                </a:lnTo>
                <a:lnTo>
                  <a:pt x="113" y="121"/>
                </a:lnTo>
                <a:lnTo>
                  <a:pt x="112" y="122"/>
                </a:lnTo>
                <a:lnTo>
                  <a:pt x="111" y="122"/>
                </a:lnTo>
                <a:lnTo>
                  <a:pt x="110" y="123"/>
                </a:lnTo>
                <a:lnTo>
                  <a:pt x="110" y="122"/>
                </a:lnTo>
                <a:lnTo>
                  <a:pt x="109" y="122"/>
                </a:lnTo>
                <a:lnTo>
                  <a:pt x="109" y="121"/>
                </a:lnTo>
                <a:lnTo>
                  <a:pt x="107" y="121"/>
                </a:lnTo>
                <a:lnTo>
                  <a:pt x="107" y="120"/>
                </a:lnTo>
                <a:lnTo>
                  <a:pt x="107" y="119"/>
                </a:lnTo>
                <a:lnTo>
                  <a:pt x="106" y="119"/>
                </a:lnTo>
                <a:lnTo>
                  <a:pt x="105" y="119"/>
                </a:lnTo>
                <a:lnTo>
                  <a:pt x="104" y="119"/>
                </a:lnTo>
                <a:lnTo>
                  <a:pt x="104" y="118"/>
                </a:lnTo>
                <a:lnTo>
                  <a:pt x="104" y="117"/>
                </a:lnTo>
                <a:lnTo>
                  <a:pt x="103" y="117"/>
                </a:lnTo>
                <a:lnTo>
                  <a:pt x="103" y="116"/>
                </a:lnTo>
                <a:lnTo>
                  <a:pt x="103" y="115"/>
                </a:lnTo>
                <a:lnTo>
                  <a:pt x="103" y="114"/>
                </a:lnTo>
                <a:lnTo>
                  <a:pt x="102" y="114"/>
                </a:lnTo>
                <a:lnTo>
                  <a:pt x="102" y="113"/>
                </a:lnTo>
                <a:lnTo>
                  <a:pt x="102" y="112"/>
                </a:lnTo>
                <a:lnTo>
                  <a:pt x="100" y="112"/>
                </a:lnTo>
                <a:lnTo>
                  <a:pt x="99" y="112"/>
                </a:lnTo>
                <a:lnTo>
                  <a:pt x="99" y="113"/>
                </a:lnTo>
                <a:lnTo>
                  <a:pt x="98" y="113"/>
                </a:lnTo>
                <a:lnTo>
                  <a:pt x="97" y="113"/>
                </a:lnTo>
                <a:lnTo>
                  <a:pt x="96" y="113"/>
                </a:lnTo>
                <a:lnTo>
                  <a:pt x="95" y="113"/>
                </a:lnTo>
                <a:lnTo>
                  <a:pt x="94" y="113"/>
                </a:lnTo>
                <a:lnTo>
                  <a:pt x="93" y="113"/>
                </a:lnTo>
                <a:lnTo>
                  <a:pt x="92" y="113"/>
                </a:lnTo>
                <a:lnTo>
                  <a:pt x="91" y="113"/>
                </a:lnTo>
                <a:lnTo>
                  <a:pt x="91" y="112"/>
                </a:lnTo>
                <a:lnTo>
                  <a:pt x="90" y="112"/>
                </a:lnTo>
                <a:lnTo>
                  <a:pt x="89" y="111"/>
                </a:lnTo>
                <a:lnTo>
                  <a:pt x="89" y="110"/>
                </a:lnTo>
                <a:lnTo>
                  <a:pt x="88" y="109"/>
                </a:lnTo>
                <a:lnTo>
                  <a:pt x="88" y="108"/>
                </a:lnTo>
                <a:lnTo>
                  <a:pt x="87" y="108"/>
                </a:lnTo>
                <a:lnTo>
                  <a:pt x="86" y="109"/>
                </a:lnTo>
                <a:lnTo>
                  <a:pt x="86" y="111"/>
                </a:lnTo>
                <a:lnTo>
                  <a:pt x="85" y="111"/>
                </a:lnTo>
                <a:lnTo>
                  <a:pt x="85" y="112"/>
                </a:lnTo>
                <a:lnTo>
                  <a:pt x="86" y="112"/>
                </a:lnTo>
                <a:lnTo>
                  <a:pt x="85" y="112"/>
                </a:lnTo>
                <a:lnTo>
                  <a:pt x="85" y="113"/>
                </a:lnTo>
                <a:lnTo>
                  <a:pt x="84" y="113"/>
                </a:lnTo>
                <a:lnTo>
                  <a:pt x="84" y="114"/>
                </a:lnTo>
                <a:lnTo>
                  <a:pt x="83" y="114"/>
                </a:lnTo>
                <a:lnTo>
                  <a:pt x="83" y="115"/>
                </a:lnTo>
                <a:lnTo>
                  <a:pt x="82" y="116"/>
                </a:lnTo>
                <a:lnTo>
                  <a:pt x="81" y="116"/>
                </a:lnTo>
                <a:lnTo>
                  <a:pt x="81" y="117"/>
                </a:lnTo>
                <a:lnTo>
                  <a:pt x="81" y="118"/>
                </a:lnTo>
                <a:lnTo>
                  <a:pt x="80" y="118"/>
                </a:lnTo>
                <a:lnTo>
                  <a:pt x="79" y="118"/>
                </a:lnTo>
                <a:lnTo>
                  <a:pt x="79" y="119"/>
                </a:lnTo>
                <a:lnTo>
                  <a:pt x="78" y="119"/>
                </a:lnTo>
                <a:lnTo>
                  <a:pt x="77" y="119"/>
                </a:lnTo>
                <a:lnTo>
                  <a:pt x="77" y="121"/>
                </a:lnTo>
                <a:lnTo>
                  <a:pt x="78" y="121"/>
                </a:lnTo>
                <a:lnTo>
                  <a:pt x="77" y="121"/>
                </a:lnTo>
                <a:lnTo>
                  <a:pt x="76" y="123"/>
                </a:lnTo>
                <a:lnTo>
                  <a:pt x="75" y="124"/>
                </a:lnTo>
                <a:lnTo>
                  <a:pt x="74" y="124"/>
                </a:lnTo>
                <a:lnTo>
                  <a:pt x="73" y="125"/>
                </a:lnTo>
                <a:lnTo>
                  <a:pt x="72" y="126"/>
                </a:lnTo>
                <a:lnTo>
                  <a:pt x="71" y="126"/>
                </a:lnTo>
                <a:lnTo>
                  <a:pt x="71" y="127"/>
                </a:lnTo>
                <a:lnTo>
                  <a:pt x="71" y="128"/>
                </a:lnTo>
                <a:lnTo>
                  <a:pt x="70" y="128"/>
                </a:lnTo>
                <a:lnTo>
                  <a:pt x="69" y="128"/>
                </a:lnTo>
                <a:lnTo>
                  <a:pt x="69" y="129"/>
                </a:lnTo>
                <a:lnTo>
                  <a:pt x="68" y="131"/>
                </a:lnTo>
                <a:lnTo>
                  <a:pt x="68" y="132"/>
                </a:lnTo>
                <a:lnTo>
                  <a:pt x="67" y="132"/>
                </a:lnTo>
                <a:lnTo>
                  <a:pt x="66" y="132"/>
                </a:lnTo>
                <a:lnTo>
                  <a:pt x="65" y="132"/>
                </a:lnTo>
                <a:lnTo>
                  <a:pt x="63" y="132"/>
                </a:lnTo>
                <a:lnTo>
                  <a:pt x="62" y="132"/>
                </a:lnTo>
                <a:lnTo>
                  <a:pt x="61" y="132"/>
                </a:lnTo>
                <a:lnTo>
                  <a:pt x="60" y="132"/>
                </a:lnTo>
                <a:lnTo>
                  <a:pt x="59" y="132"/>
                </a:lnTo>
                <a:lnTo>
                  <a:pt x="58" y="132"/>
                </a:lnTo>
                <a:lnTo>
                  <a:pt x="58" y="131"/>
                </a:lnTo>
                <a:lnTo>
                  <a:pt x="57" y="131"/>
                </a:lnTo>
                <a:lnTo>
                  <a:pt x="56" y="131"/>
                </a:lnTo>
                <a:lnTo>
                  <a:pt x="56" y="130"/>
                </a:lnTo>
                <a:lnTo>
                  <a:pt x="55" y="130"/>
                </a:lnTo>
                <a:lnTo>
                  <a:pt x="54" y="130"/>
                </a:lnTo>
                <a:lnTo>
                  <a:pt x="53" y="130"/>
                </a:lnTo>
                <a:lnTo>
                  <a:pt x="52" y="129"/>
                </a:lnTo>
                <a:lnTo>
                  <a:pt x="51" y="129"/>
                </a:lnTo>
                <a:lnTo>
                  <a:pt x="50" y="129"/>
                </a:lnTo>
                <a:lnTo>
                  <a:pt x="49" y="129"/>
                </a:lnTo>
                <a:lnTo>
                  <a:pt x="48" y="129"/>
                </a:lnTo>
                <a:lnTo>
                  <a:pt x="48" y="127"/>
                </a:lnTo>
                <a:lnTo>
                  <a:pt x="48" y="125"/>
                </a:lnTo>
                <a:lnTo>
                  <a:pt x="47" y="125"/>
                </a:lnTo>
                <a:lnTo>
                  <a:pt x="46" y="124"/>
                </a:lnTo>
                <a:lnTo>
                  <a:pt x="46" y="123"/>
                </a:lnTo>
                <a:lnTo>
                  <a:pt x="45" y="123"/>
                </a:lnTo>
                <a:lnTo>
                  <a:pt x="45" y="122"/>
                </a:lnTo>
                <a:lnTo>
                  <a:pt x="44" y="121"/>
                </a:lnTo>
                <a:lnTo>
                  <a:pt x="43" y="121"/>
                </a:lnTo>
                <a:lnTo>
                  <a:pt x="43" y="120"/>
                </a:lnTo>
                <a:lnTo>
                  <a:pt x="44" y="119"/>
                </a:lnTo>
                <a:lnTo>
                  <a:pt x="44" y="118"/>
                </a:lnTo>
                <a:lnTo>
                  <a:pt x="45" y="118"/>
                </a:lnTo>
                <a:lnTo>
                  <a:pt x="44" y="117"/>
                </a:lnTo>
                <a:lnTo>
                  <a:pt x="43" y="117"/>
                </a:lnTo>
                <a:lnTo>
                  <a:pt x="42" y="117"/>
                </a:lnTo>
                <a:lnTo>
                  <a:pt x="42" y="116"/>
                </a:lnTo>
                <a:lnTo>
                  <a:pt x="41" y="116"/>
                </a:lnTo>
                <a:lnTo>
                  <a:pt x="40" y="116"/>
                </a:lnTo>
                <a:lnTo>
                  <a:pt x="39" y="116"/>
                </a:lnTo>
                <a:lnTo>
                  <a:pt x="38" y="116"/>
                </a:lnTo>
                <a:lnTo>
                  <a:pt x="37" y="116"/>
                </a:lnTo>
                <a:lnTo>
                  <a:pt x="36" y="116"/>
                </a:lnTo>
                <a:lnTo>
                  <a:pt x="36" y="115"/>
                </a:lnTo>
                <a:lnTo>
                  <a:pt x="35" y="114"/>
                </a:lnTo>
                <a:lnTo>
                  <a:pt x="34" y="114"/>
                </a:lnTo>
                <a:lnTo>
                  <a:pt x="33" y="114"/>
                </a:lnTo>
                <a:lnTo>
                  <a:pt x="32" y="114"/>
                </a:lnTo>
                <a:lnTo>
                  <a:pt x="32" y="115"/>
                </a:lnTo>
                <a:lnTo>
                  <a:pt x="31" y="115"/>
                </a:lnTo>
                <a:lnTo>
                  <a:pt x="30" y="114"/>
                </a:lnTo>
                <a:lnTo>
                  <a:pt x="30" y="113"/>
                </a:lnTo>
                <a:lnTo>
                  <a:pt x="29" y="113"/>
                </a:lnTo>
                <a:lnTo>
                  <a:pt x="29" y="112"/>
                </a:lnTo>
                <a:lnTo>
                  <a:pt x="28" y="112"/>
                </a:lnTo>
                <a:lnTo>
                  <a:pt x="27" y="112"/>
                </a:lnTo>
                <a:lnTo>
                  <a:pt x="26" y="112"/>
                </a:lnTo>
                <a:lnTo>
                  <a:pt x="25" y="112"/>
                </a:lnTo>
                <a:lnTo>
                  <a:pt x="25" y="111"/>
                </a:lnTo>
                <a:lnTo>
                  <a:pt x="24" y="111"/>
                </a:lnTo>
                <a:lnTo>
                  <a:pt x="23" y="111"/>
                </a:lnTo>
                <a:lnTo>
                  <a:pt x="23" y="110"/>
                </a:lnTo>
                <a:lnTo>
                  <a:pt x="22" y="110"/>
                </a:lnTo>
                <a:lnTo>
                  <a:pt x="21" y="110"/>
                </a:lnTo>
                <a:lnTo>
                  <a:pt x="20" y="109"/>
                </a:lnTo>
                <a:lnTo>
                  <a:pt x="20" y="108"/>
                </a:lnTo>
                <a:lnTo>
                  <a:pt x="20" y="107"/>
                </a:lnTo>
                <a:lnTo>
                  <a:pt x="19" y="107"/>
                </a:lnTo>
                <a:lnTo>
                  <a:pt x="18" y="107"/>
                </a:lnTo>
                <a:lnTo>
                  <a:pt x="17" y="107"/>
                </a:lnTo>
                <a:lnTo>
                  <a:pt x="16" y="107"/>
                </a:lnTo>
                <a:lnTo>
                  <a:pt x="15" y="106"/>
                </a:lnTo>
                <a:lnTo>
                  <a:pt x="15" y="105"/>
                </a:lnTo>
                <a:lnTo>
                  <a:pt x="14" y="105"/>
                </a:lnTo>
                <a:lnTo>
                  <a:pt x="13" y="105"/>
                </a:lnTo>
                <a:lnTo>
                  <a:pt x="13" y="104"/>
                </a:lnTo>
                <a:lnTo>
                  <a:pt x="13" y="103"/>
                </a:lnTo>
                <a:lnTo>
                  <a:pt x="12" y="103"/>
                </a:lnTo>
                <a:lnTo>
                  <a:pt x="12" y="102"/>
                </a:lnTo>
                <a:lnTo>
                  <a:pt x="11" y="102"/>
                </a:lnTo>
                <a:lnTo>
                  <a:pt x="8" y="101"/>
                </a:lnTo>
                <a:lnTo>
                  <a:pt x="7" y="101"/>
                </a:lnTo>
                <a:lnTo>
                  <a:pt x="6" y="101"/>
                </a:lnTo>
                <a:lnTo>
                  <a:pt x="5" y="102"/>
                </a:lnTo>
                <a:lnTo>
                  <a:pt x="4" y="102"/>
                </a:lnTo>
                <a:lnTo>
                  <a:pt x="2" y="102"/>
                </a:lnTo>
                <a:lnTo>
                  <a:pt x="1" y="101"/>
                </a:lnTo>
                <a:lnTo>
                  <a:pt x="0" y="100"/>
                </a:lnTo>
                <a:lnTo>
                  <a:pt x="1" y="100"/>
                </a:lnTo>
                <a:lnTo>
                  <a:pt x="1" y="99"/>
                </a:lnTo>
                <a:lnTo>
                  <a:pt x="2" y="99"/>
                </a:lnTo>
                <a:lnTo>
                  <a:pt x="2" y="98"/>
                </a:lnTo>
                <a:lnTo>
                  <a:pt x="3" y="98"/>
                </a:lnTo>
                <a:lnTo>
                  <a:pt x="4" y="98"/>
                </a:lnTo>
                <a:lnTo>
                  <a:pt x="5" y="98"/>
                </a:lnTo>
                <a:lnTo>
                  <a:pt x="5" y="97"/>
                </a:lnTo>
                <a:lnTo>
                  <a:pt x="6" y="96"/>
                </a:lnTo>
                <a:lnTo>
                  <a:pt x="7" y="96"/>
                </a:lnTo>
                <a:lnTo>
                  <a:pt x="8" y="96"/>
                </a:lnTo>
                <a:lnTo>
                  <a:pt x="8" y="95"/>
                </a:lnTo>
                <a:lnTo>
                  <a:pt x="9" y="95"/>
                </a:lnTo>
                <a:lnTo>
                  <a:pt x="9" y="94"/>
                </a:lnTo>
                <a:lnTo>
                  <a:pt x="10" y="94"/>
                </a:lnTo>
                <a:lnTo>
                  <a:pt x="9" y="94"/>
                </a:lnTo>
                <a:lnTo>
                  <a:pt x="9" y="93"/>
                </a:lnTo>
                <a:lnTo>
                  <a:pt x="10" y="93"/>
                </a:lnTo>
                <a:lnTo>
                  <a:pt x="11" y="93"/>
                </a:lnTo>
                <a:lnTo>
                  <a:pt x="11" y="92"/>
                </a:lnTo>
                <a:lnTo>
                  <a:pt x="12" y="92"/>
                </a:lnTo>
                <a:lnTo>
                  <a:pt x="13" y="92"/>
                </a:lnTo>
                <a:lnTo>
                  <a:pt x="14" y="92"/>
                </a:lnTo>
                <a:lnTo>
                  <a:pt x="14" y="91"/>
                </a:lnTo>
                <a:lnTo>
                  <a:pt x="16" y="91"/>
                </a:lnTo>
                <a:lnTo>
                  <a:pt x="17" y="91"/>
                </a:lnTo>
                <a:lnTo>
                  <a:pt x="18" y="90"/>
                </a:lnTo>
                <a:lnTo>
                  <a:pt x="19" y="90"/>
                </a:lnTo>
                <a:lnTo>
                  <a:pt x="19" y="89"/>
                </a:lnTo>
                <a:lnTo>
                  <a:pt x="20" y="89"/>
                </a:lnTo>
                <a:lnTo>
                  <a:pt x="21" y="89"/>
                </a:lnTo>
                <a:lnTo>
                  <a:pt x="22" y="87"/>
                </a:lnTo>
                <a:lnTo>
                  <a:pt x="23" y="87"/>
                </a:lnTo>
                <a:lnTo>
                  <a:pt x="24" y="86"/>
                </a:lnTo>
                <a:lnTo>
                  <a:pt x="24" y="85"/>
                </a:lnTo>
                <a:lnTo>
                  <a:pt x="25" y="85"/>
                </a:lnTo>
                <a:lnTo>
                  <a:pt x="25" y="84"/>
                </a:lnTo>
                <a:lnTo>
                  <a:pt x="25" y="83"/>
                </a:lnTo>
                <a:lnTo>
                  <a:pt x="26" y="83"/>
                </a:lnTo>
                <a:lnTo>
                  <a:pt x="26" y="82"/>
                </a:lnTo>
                <a:lnTo>
                  <a:pt x="28" y="82"/>
                </a:lnTo>
                <a:lnTo>
                  <a:pt x="29" y="82"/>
                </a:lnTo>
                <a:lnTo>
                  <a:pt x="29" y="81"/>
                </a:lnTo>
                <a:lnTo>
                  <a:pt x="30" y="81"/>
                </a:lnTo>
                <a:lnTo>
                  <a:pt x="31" y="80"/>
                </a:lnTo>
                <a:lnTo>
                  <a:pt x="32" y="79"/>
                </a:lnTo>
                <a:lnTo>
                  <a:pt x="33" y="78"/>
                </a:lnTo>
                <a:lnTo>
                  <a:pt x="34" y="78"/>
                </a:lnTo>
                <a:lnTo>
                  <a:pt x="35" y="78"/>
                </a:lnTo>
                <a:lnTo>
                  <a:pt x="35" y="77"/>
                </a:lnTo>
                <a:lnTo>
                  <a:pt x="36" y="77"/>
                </a:lnTo>
                <a:lnTo>
                  <a:pt x="37" y="76"/>
                </a:lnTo>
                <a:lnTo>
                  <a:pt x="37" y="75"/>
                </a:lnTo>
                <a:lnTo>
                  <a:pt x="38" y="75"/>
                </a:lnTo>
                <a:lnTo>
                  <a:pt x="38" y="74"/>
                </a:lnTo>
                <a:lnTo>
                  <a:pt x="39" y="74"/>
                </a:lnTo>
                <a:lnTo>
                  <a:pt x="39" y="73"/>
                </a:lnTo>
                <a:lnTo>
                  <a:pt x="38" y="72"/>
                </a:lnTo>
                <a:lnTo>
                  <a:pt x="38" y="71"/>
                </a:lnTo>
                <a:lnTo>
                  <a:pt x="38" y="70"/>
                </a:lnTo>
                <a:lnTo>
                  <a:pt x="39" y="70"/>
                </a:lnTo>
                <a:lnTo>
                  <a:pt x="38" y="70"/>
                </a:lnTo>
                <a:lnTo>
                  <a:pt x="39" y="70"/>
                </a:lnTo>
                <a:lnTo>
                  <a:pt x="40" y="70"/>
                </a:lnTo>
                <a:lnTo>
                  <a:pt x="40" y="69"/>
                </a:lnTo>
                <a:lnTo>
                  <a:pt x="41" y="69"/>
                </a:lnTo>
                <a:lnTo>
                  <a:pt x="41" y="68"/>
                </a:lnTo>
                <a:lnTo>
                  <a:pt x="42" y="68"/>
                </a:lnTo>
                <a:lnTo>
                  <a:pt x="43" y="68"/>
                </a:lnTo>
                <a:lnTo>
                  <a:pt x="43" y="67"/>
                </a:lnTo>
                <a:lnTo>
                  <a:pt x="44" y="66"/>
                </a:lnTo>
                <a:lnTo>
                  <a:pt x="44" y="65"/>
                </a:lnTo>
                <a:lnTo>
                  <a:pt x="44" y="64"/>
                </a:lnTo>
                <a:lnTo>
                  <a:pt x="45" y="64"/>
                </a:lnTo>
                <a:lnTo>
                  <a:pt x="45" y="63"/>
                </a:lnTo>
                <a:lnTo>
                  <a:pt x="46" y="62"/>
                </a:lnTo>
                <a:lnTo>
                  <a:pt x="46" y="61"/>
                </a:lnTo>
                <a:lnTo>
                  <a:pt x="47" y="60"/>
                </a:lnTo>
                <a:lnTo>
                  <a:pt x="48" y="60"/>
                </a:lnTo>
                <a:lnTo>
                  <a:pt x="48" y="59"/>
                </a:lnTo>
                <a:lnTo>
                  <a:pt x="47" y="59"/>
                </a:lnTo>
                <a:lnTo>
                  <a:pt x="48" y="59"/>
                </a:lnTo>
                <a:lnTo>
                  <a:pt x="49" y="59"/>
                </a:lnTo>
                <a:lnTo>
                  <a:pt x="50" y="59"/>
                </a:lnTo>
                <a:lnTo>
                  <a:pt x="51" y="58"/>
                </a:lnTo>
                <a:lnTo>
                  <a:pt x="52" y="58"/>
                </a:lnTo>
                <a:lnTo>
                  <a:pt x="53" y="57"/>
                </a:lnTo>
                <a:lnTo>
                  <a:pt x="54" y="57"/>
                </a:lnTo>
                <a:lnTo>
                  <a:pt x="54" y="56"/>
                </a:lnTo>
                <a:lnTo>
                  <a:pt x="54" y="55"/>
                </a:lnTo>
                <a:lnTo>
                  <a:pt x="55" y="55"/>
                </a:lnTo>
                <a:lnTo>
                  <a:pt x="55" y="54"/>
                </a:lnTo>
                <a:lnTo>
                  <a:pt x="56" y="53"/>
                </a:lnTo>
                <a:lnTo>
                  <a:pt x="57" y="53"/>
                </a:lnTo>
                <a:lnTo>
                  <a:pt x="57" y="52"/>
                </a:lnTo>
                <a:lnTo>
                  <a:pt x="56" y="52"/>
                </a:lnTo>
                <a:lnTo>
                  <a:pt x="56" y="51"/>
                </a:lnTo>
                <a:lnTo>
                  <a:pt x="55" y="51"/>
                </a:lnTo>
                <a:lnTo>
                  <a:pt x="54" y="51"/>
                </a:lnTo>
                <a:lnTo>
                  <a:pt x="54" y="50"/>
                </a:lnTo>
                <a:lnTo>
                  <a:pt x="53" y="50"/>
                </a:lnTo>
                <a:lnTo>
                  <a:pt x="53" y="49"/>
                </a:lnTo>
                <a:lnTo>
                  <a:pt x="54" y="48"/>
                </a:lnTo>
                <a:lnTo>
                  <a:pt x="53" y="48"/>
                </a:lnTo>
                <a:lnTo>
                  <a:pt x="53" y="47"/>
                </a:lnTo>
                <a:lnTo>
                  <a:pt x="54" y="47"/>
                </a:lnTo>
                <a:lnTo>
                  <a:pt x="54" y="46"/>
                </a:lnTo>
                <a:lnTo>
                  <a:pt x="53" y="46"/>
                </a:lnTo>
                <a:lnTo>
                  <a:pt x="53" y="47"/>
                </a:lnTo>
                <a:lnTo>
                  <a:pt x="53" y="46"/>
                </a:lnTo>
                <a:lnTo>
                  <a:pt x="52" y="46"/>
                </a:lnTo>
                <a:lnTo>
                  <a:pt x="52" y="45"/>
                </a:lnTo>
                <a:lnTo>
                  <a:pt x="52" y="44"/>
                </a:lnTo>
                <a:lnTo>
                  <a:pt x="51" y="44"/>
                </a:lnTo>
                <a:lnTo>
                  <a:pt x="51" y="43"/>
                </a:lnTo>
                <a:lnTo>
                  <a:pt x="50" y="43"/>
                </a:lnTo>
                <a:lnTo>
                  <a:pt x="50" y="44"/>
                </a:lnTo>
                <a:lnTo>
                  <a:pt x="49" y="44"/>
                </a:lnTo>
                <a:lnTo>
                  <a:pt x="48" y="44"/>
                </a:lnTo>
                <a:lnTo>
                  <a:pt x="47" y="43"/>
                </a:lnTo>
                <a:lnTo>
                  <a:pt x="47" y="42"/>
                </a:lnTo>
                <a:lnTo>
                  <a:pt x="46" y="42"/>
                </a:lnTo>
                <a:lnTo>
                  <a:pt x="45" y="42"/>
                </a:lnTo>
                <a:lnTo>
                  <a:pt x="44" y="42"/>
                </a:lnTo>
                <a:lnTo>
                  <a:pt x="43" y="41"/>
                </a:lnTo>
                <a:lnTo>
                  <a:pt x="42" y="41"/>
                </a:lnTo>
                <a:lnTo>
                  <a:pt x="42" y="40"/>
                </a:lnTo>
                <a:lnTo>
                  <a:pt x="42" y="39"/>
                </a:lnTo>
                <a:lnTo>
                  <a:pt x="43" y="39"/>
                </a:lnTo>
                <a:lnTo>
                  <a:pt x="44" y="38"/>
                </a:lnTo>
                <a:lnTo>
                  <a:pt x="44" y="37"/>
                </a:lnTo>
                <a:lnTo>
                  <a:pt x="44" y="36"/>
                </a:lnTo>
                <a:lnTo>
                  <a:pt x="45" y="35"/>
                </a:lnTo>
                <a:lnTo>
                  <a:pt x="45" y="34"/>
                </a:lnTo>
                <a:lnTo>
                  <a:pt x="44" y="34"/>
                </a:lnTo>
                <a:lnTo>
                  <a:pt x="43" y="34"/>
                </a:lnTo>
                <a:lnTo>
                  <a:pt x="43" y="33"/>
                </a:lnTo>
                <a:lnTo>
                  <a:pt x="42" y="33"/>
                </a:lnTo>
                <a:lnTo>
                  <a:pt x="42" y="32"/>
                </a:lnTo>
                <a:lnTo>
                  <a:pt x="41" y="32"/>
                </a:lnTo>
                <a:lnTo>
                  <a:pt x="40" y="32"/>
                </a:lnTo>
                <a:lnTo>
                  <a:pt x="39" y="32"/>
                </a:lnTo>
                <a:lnTo>
                  <a:pt x="38" y="31"/>
                </a:lnTo>
                <a:lnTo>
                  <a:pt x="37" y="31"/>
                </a:lnTo>
                <a:lnTo>
                  <a:pt x="37" y="30"/>
                </a:lnTo>
                <a:lnTo>
                  <a:pt x="36" y="30"/>
                </a:lnTo>
                <a:lnTo>
                  <a:pt x="36" y="29"/>
                </a:lnTo>
                <a:lnTo>
                  <a:pt x="35" y="29"/>
                </a:lnTo>
                <a:lnTo>
                  <a:pt x="35" y="28"/>
                </a:lnTo>
                <a:lnTo>
                  <a:pt x="34" y="28"/>
                </a:lnTo>
                <a:lnTo>
                  <a:pt x="34" y="29"/>
                </a:lnTo>
                <a:lnTo>
                  <a:pt x="33" y="29"/>
                </a:lnTo>
                <a:lnTo>
                  <a:pt x="33" y="28"/>
                </a:lnTo>
                <a:lnTo>
                  <a:pt x="32" y="27"/>
                </a:lnTo>
                <a:lnTo>
                  <a:pt x="31" y="26"/>
                </a:lnTo>
                <a:lnTo>
                  <a:pt x="30" y="26"/>
                </a:lnTo>
                <a:lnTo>
                  <a:pt x="29" y="26"/>
                </a:lnTo>
                <a:lnTo>
                  <a:pt x="29" y="25"/>
                </a:lnTo>
                <a:lnTo>
                  <a:pt x="28" y="25"/>
                </a:lnTo>
                <a:lnTo>
                  <a:pt x="28" y="24"/>
                </a:lnTo>
                <a:lnTo>
                  <a:pt x="29" y="24"/>
                </a:lnTo>
                <a:lnTo>
                  <a:pt x="30" y="24"/>
                </a:lnTo>
                <a:lnTo>
                  <a:pt x="31" y="24"/>
                </a:lnTo>
                <a:lnTo>
                  <a:pt x="32" y="24"/>
                </a:lnTo>
                <a:lnTo>
                  <a:pt x="33" y="24"/>
                </a:lnTo>
                <a:lnTo>
                  <a:pt x="34" y="24"/>
                </a:lnTo>
                <a:lnTo>
                  <a:pt x="34" y="23"/>
                </a:lnTo>
                <a:lnTo>
                  <a:pt x="35" y="23"/>
                </a:lnTo>
                <a:lnTo>
                  <a:pt x="36" y="23"/>
                </a:lnTo>
                <a:lnTo>
                  <a:pt x="37" y="23"/>
                </a:lnTo>
                <a:lnTo>
                  <a:pt x="38" y="22"/>
                </a:lnTo>
                <a:lnTo>
                  <a:pt x="39" y="22"/>
                </a:lnTo>
                <a:lnTo>
                  <a:pt x="39" y="21"/>
                </a:lnTo>
                <a:lnTo>
                  <a:pt x="40" y="21"/>
                </a:lnTo>
                <a:lnTo>
                  <a:pt x="41" y="21"/>
                </a:lnTo>
                <a:lnTo>
                  <a:pt x="42" y="21"/>
                </a:lnTo>
                <a:lnTo>
                  <a:pt x="42" y="19"/>
                </a:lnTo>
                <a:lnTo>
                  <a:pt x="43" y="19"/>
                </a:lnTo>
                <a:lnTo>
                  <a:pt x="44" y="19"/>
                </a:lnTo>
                <a:lnTo>
                  <a:pt x="44" y="18"/>
                </a:lnTo>
                <a:lnTo>
                  <a:pt x="45" y="18"/>
                </a:lnTo>
                <a:lnTo>
                  <a:pt x="46" y="18"/>
                </a:lnTo>
                <a:lnTo>
                  <a:pt x="46" y="17"/>
                </a:lnTo>
                <a:lnTo>
                  <a:pt x="46" y="18"/>
                </a:lnTo>
                <a:lnTo>
                  <a:pt x="47" y="18"/>
                </a:lnTo>
                <a:lnTo>
                  <a:pt x="48" y="18"/>
                </a:lnTo>
                <a:lnTo>
                  <a:pt x="49" y="18"/>
                </a:lnTo>
                <a:lnTo>
                  <a:pt x="50" y="18"/>
                </a:lnTo>
                <a:lnTo>
                  <a:pt x="51" y="18"/>
                </a:lnTo>
                <a:lnTo>
                  <a:pt x="52" y="18"/>
                </a:lnTo>
                <a:lnTo>
                  <a:pt x="52" y="17"/>
                </a:lnTo>
                <a:lnTo>
                  <a:pt x="53" y="17"/>
                </a:lnTo>
                <a:lnTo>
                  <a:pt x="54" y="17"/>
                </a:lnTo>
                <a:lnTo>
                  <a:pt x="55" y="17"/>
                </a:lnTo>
                <a:lnTo>
                  <a:pt x="55" y="16"/>
                </a:lnTo>
                <a:lnTo>
                  <a:pt x="56" y="16"/>
                </a:lnTo>
                <a:lnTo>
                  <a:pt x="57" y="16"/>
                </a:lnTo>
                <a:lnTo>
                  <a:pt x="57" y="15"/>
                </a:lnTo>
                <a:lnTo>
                  <a:pt x="58" y="15"/>
                </a:lnTo>
                <a:lnTo>
                  <a:pt x="59" y="15"/>
                </a:lnTo>
                <a:lnTo>
                  <a:pt x="60" y="15"/>
                </a:lnTo>
                <a:lnTo>
                  <a:pt x="61" y="15"/>
                </a:lnTo>
                <a:lnTo>
                  <a:pt x="61" y="14"/>
                </a:lnTo>
                <a:lnTo>
                  <a:pt x="62" y="14"/>
                </a:lnTo>
                <a:lnTo>
                  <a:pt x="63" y="14"/>
                </a:lnTo>
                <a:lnTo>
                  <a:pt x="65" y="14"/>
                </a:lnTo>
                <a:lnTo>
                  <a:pt x="66" y="14"/>
                </a:lnTo>
                <a:lnTo>
                  <a:pt x="67" y="14"/>
                </a:lnTo>
                <a:lnTo>
                  <a:pt x="68" y="14"/>
                </a:lnTo>
                <a:lnTo>
                  <a:pt x="70" y="14"/>
                </a:lnTo>
                <a:lnTo>
                  <a:pt x="71" y="14"/>
                </a:lnTo>
                <a:lnTo>
                  <a:pt x="72" y="14"/>
                </a:lnTo>
                <a:lnTo>
                  <a:pt x="73" y="14"/>
                </a:lnTo>
                <a:lnTo>
                  <a:pt x="75" y="14"/>
                </a:lnTo>
                <a:lnTo>
                  <a:pt x="76" y="14"/>
                </a:lnTo>
                <a:lnTo>
                  <a:pt x="77" y="14"/>
                </a:lnTo>
                <a:lnTo>
                  <a:pt x="78" y="14"/>
                </a:lnTo>
                <a:lnTo>
                  <a:pt x="79" y="15"/>
                </a:lnTo>
                <a:lnTo>
                  <a:pt x="82" y="15"/>
                </a:lnTo>
                <a:lnTo>
                  <a:pt x="82" y="14"/>
                </a:lnTo>
                <a:lnTo>
                  <a:pt x="83" y="14"/>
                </a:lnTo>
                <a:lnTo>
                  <a:pt x="84" y="14"/>
                </a:lnTo>
                <a:lnTo>
                  <a:pt x="84" y="13"/>
                </a:lnTo>
                <a:lnTo>
                  <a:pt x="85" y="13"/>
                </a:lnTo>
                <a:lnTo>
                  <a:pt x="85" y="12"/>
                </a:lnTo>
                <a:lnTo>
                  <a:pt x="86" y="12"/>
                </a:lnTo>
                <a:lnTo>
                  <a:pt x="86" y="11"/>
                </a:lnTo>
                <a:lnTo>
                  <a:pt x="87" y="11"/>
                </a:lnTo>
                <a:lnTo>
                  <a:pt x="87" y="10"/>
                </a:lnTo>
                <a:lnTo>
                  <a:pt x="88" y="10"/>
                </a:lnTo>
                <a:lnTo>
                  <a:pt x="89" y="10"/>
                </a:lnTo>
                <a:lnTo>
                  <a:pt x="89" y="9"/>
                </a:lnTo>
                <a:lnTo>
                  <a:pt x="90" y="10"/>
                </a:lnTo>
                <a:lnTo>
                  <a:pt x="91" y="10"/>
                </a:lnTo>
                <a:lnTo>
                  <a:pt x="92" y="10"/>
                </a:lnTo>
                <a:lnTo>
                  <a:pt x="93" y="10"/>
                </a:lnTo>
                <a:lnTo>
                  <a:pt x="95" y="10"/>
                </a:lnTo>
                <a:lnTo>
                  <a:pt x="96" y="10"/>
                </a:lnTo>
                <a:lnTo>
                  <a:pt x="97" y="10"/>
                </a:lnTo>
                <a:lnTo>
                  <a:pt x="98" y="10"/>
                </a:lnTo>
                <a:lnTo>
                  <a:pt x="98" y="9"/>
                </a:lnTo>
                <a:lnTo>
                  <a:pt x="99" y="9"/>
                </a:lnTo>
                <a:lnTo>
                  <a:pt x="100" y="9"/>
                </a:lnTo>
                <a:lnTo>
                  <a:pt x="100" y="8"/>
                </a:lnTo>
                <a:lnTo>
                  <a:pt x="101" y="8"/>
                </a:lnTo>
                <a:lnTo>
                  <a:pt x="102" y="7"/>
                </a:lnTo>
                <a:lnTo>
                  <a:pt x="103" y="6"/>
                </a:lnTo>
                <a:lnTo>
                  <a:pt x="104" y="6"/>
                </a:lnTo>
                <a:lnTo>
                  <a:pt x="105" y="6"/>
                </a:lnTo>
                <a:lnTo>
                  <a:pt x="106" y="6"/>
                </a:lnTo>
                <a:lnTo>
                  <a:pt x="106" y="8"/>
                </a:lnTo>
                <a:lnTo>
                  <a:pt x="107" y="8"/>
                </a:lnTo>
                <a:lnTo>
                  <a:pt x="107" y="9"/>
                </a:lnTo>
                <a:lnTo>
                  <a:pt x="107" y="10"/>
                </a:lnTo>
                <a:lnTo>
                  <a:pt x="108" y="10"/>
                </a:lnTo>
                <a:lnTo>
                  <a:pt x="109" y="10"/>
                </a:lnTo>
                <a:lnTo>
                  <a:pt x="109" y="11"/>
                </a:lnTo>
                <a:lnTo>
                  <a:pt x="110" y="11"/>
                </a:lnTo>
                <a:lnTo>
                  <a:pt x="111" y="11"/>
                </a:lnTo>
                <a:lnTo>
                  <a:pt x="111" y="12"/>
                </a:lnTo>
                <a:lnTo>
                  <a:pt x="112" y="12"/>
                </a:lnTo>
                <a:lnTo>
                  <a:pt x="113" y="12"/>
                </a:lnTo>
                <a:lnTo>
                  <a:pt x="114" y="12"/>
                </a:lnTo>
                <a:lnTo>
                  <a:pt x="115" y="12"/>
                </a:lnTo>
                <a:lnTo>
                  <a:pt x="116" y="12"/>
                </a:lnTo>
                <a:lnTo>
                  <a:pt x="117" y="11"/>
                </a:lnTo>
                <a:lnTo>
                  <a:pt x="118" y="11"/>
                </a:lnTo>
                <a:lnTo>
                  <a:pt x="119" y="11"/>
                </a:lnTo>
                <a:lnTo>
                  <a:pt x="120" y="11"/>
                </a:lnTo>
                <a:lnTo>
                  <a:pt x="121" y="11"/>
                </a:lnTo>
                <a:lnTo>
                  <a:pt x="122" y="11"/>
                </a:lnTo>
                <a:lnTo>
                  <a:pt x="123" y="11"/>
                </a:lnTo>
                <a:lnTo>
                  <a:pt x="124" y="11"/>
                </a:lnTo>
                <a:lnTo>
                  <a:pt x="125" y="11"/>
                </a:lnTo>
                <a:lnTo>
                  <a:pt x="126" y="10"/>
                </a:lnTo>
                <a:lnTo>
                  <a:pt x="127" y="10"/>
                </a:lnTo>
                <a:lnTo>
                  <a:pt x="130" y="10"/>
                </a:lnTo>
                <a:lnTo>
                  <a:pt x="131" y="10"/>
                </a:lnTo>
                <a:lnTo>
                  <a:pt x="131" y="11"/>
                </a:lnTo>
                <a:lnTo>
                  <a:pt x="133" y="11"/>
                </a:lnTo>
                <a:lnTo>
                  <a:pt x="136" y="11"/>
                </a:lnTo>
                <a:lnTo>
                  <a:pt x="138" y="11"/>
                </a:lnTo>
                <a:lnTo>
                  <a:pt x="140" y="10"/>
                </a:lnTo>
                <a:lnTo>
                  <a:pt x="141" y="10"/>
                </a:lnTo>
                <a:lnTo>
                  <a:pt x="142" y="10"/>
                </a:lnTo>
                <a:lnTo>
                  <a:pt x="143" y="10"/>
                </a:lnTo>
                <a:lnTo>
                  <a:pt x="143" y="11"/>
                </a:lnTo>
                <a:lnTo>
                  <a:pt x="145" y="11"/>
                </a:lnTo>
                <a:lnTo>
                  <a:pt x="146" y="11"/>
                </a:lnTo>
                <a:lnTo>
                  <a:pt x="147" y="11"/>
                </a:lnTo>
                <a:lnTo>
                  <a:pt x="149" y="11"/>
                </a:lnTo>
                <a:lnTo>
                  <a:pt x="151" y="11"/>
                </a:lnTo>
                <a:lnTo>
                  <a:pt x="152" y="11"/>
                </a:lnTo>
                <a:lnTo>
                  <a:pt x="154" y="10"/>
                </a:lnTo>
                <a:lnTo>
                  <a:pt x="155" y="10"/>
                </a:lnTo>
                <a:lnTo>
                  <a:pt x="156" y="10"/>
                </a:lnTo>
                <a:lnTo>
                  <a:pt x="157" y="9"/>
                </a:lnTo>
                <a:lnTo>
                  <a:pt x="159" y="8"/>
                </a:lnTo>
                <a:lnTo>
                  <a:pt x="162" y="8"/>
                </a:lnTo>
                <a:lnTo>
                  <a:pt x="163" y="8"/>
                </a:lnTo>
                <a:lnTo>
                  <a:pt x="163" y="7"/>
                </a:lnTo>
                <a:lnTo>
                  <a:pt x="164" y="7"/>
                </a:lnTo>
                <a:lnTo>
                  <a:pt x="165" y="7"/>
                </a:lnTo>
                <a:lnTo>
                  <a:pt x="166" y="7"/>
                </a:lnTo>
                <a:lnTo>
                  <a:pt x="167" y="6"/>
                </a:lnTo>
                <a:lnTo>
                  <a:pt x="168" y="6"/>
                </a:lnTo>
                <a:lnTo>
                  <a:pt x="169" y="6"/>
                </a:lnTo>
                <a:lnTo>
                  <a:pt x="172" y="6"/>
                </a:lnTo>
                <a:lnTo>
                  <a:pt x="173" y="6"/>
                </a:lnTo>
                <a:lnTo>
                  <a:pt x="174" y="6"/>
                </a:lnTo>
                <a:lnTo>
                  <a:pt x="175" y="6"/>
                </a:lnTo>
                <a:lnTo>
                  <a:pt x="175" y="7"/>
                </a:lnTo>
                <a:lnTo>
                  <a:pt x="177" y="7"/>
                </a:lnTo>
                <a:lnTo>
                  <a:pt x="178" y="6"/>
                </a:lnTo>
                <a:lnTo>
                  <a:pt x="179" y="6"/>
                </a:lnTo>
                <a:lnTo>
                  <a:pt x="180" y="5"/>
                </a:lnTo>
                <a:lnTo>
                  <a:pt x="181" y="5"/>
                </a:lnTo>
                <a:lnTo>
                  <a:pt x="181" y="4"/>
                </a:lnTo>
                <a:lnTo>
                  <a:pt x="182" y="4"/>
                </a:lnTo>
                <a:lnTo>
                  <a:pt x="182" y="3"/>
                </a:lnTo>
                <a:lnTo>
                  <a:pt x="183" y="3"/>
                </a:lnTo>
                <a:lnTo>
                  <a:pt x="183" y="2"/>
                </a:lnTo>
                <a:lnTo>
                  <a:pt x="184" y="2"/>
                </a:lnTo>
                <a:lnTo>
                  <a:pt x="185" y="1"/>
                </a:lnTo>
                <a:lnTo>
                  <a:pt x="186" y="1"/>
                </a:lnTo>
                <a:lnTo>
                  <a:pt x="187" y="0"/>
                </a:lnTo>
                <a:lnTo>
                  <a:pt x="188" y="0"/>
                </a:lnTo>
                <a:lnTo>
                  <a:pt x="190" y="0"/>
                </a:lnTo>
                <a:lnTo>
                  <a:pt x="191" y="1"/>
                </a:lnTo>
                <a:lnTo>
                  <a:pt x="192" y="1"/>
                </a:lnTo>
                <a:lnTo>
                  <a:pt x="194" y="2"/>
                </a:lnTo>
                <a:lnTo>
                  <a:pt x="196" y="2"/>
                </a:lnTo>
                <a:lnTo>
                  <a:pt x="200" y="3"/>
                </a:lnTo>
                <a:lnTo>
                  <a:pt x="201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6" name=""/>
          <p:cNvSpPr/>
          <p:nvPr/>
        </p:nvSpPr>
        <p:spPr>
          <a:xfrm>
            <a:off x="4650480" y="3961800"/>
            <a:ext cx="39600" cy="43920"/>
          </a:xfrm>
          <a:custGeom>
            <a:avLst/>
            <a:gdLst/>
            <a:ahLst/>
            <a:rect l="0" t="0" r="r" b="b"/>
            <a:pathLst>
              <a:path w="110" h="122">
                <a:moveTo>
                  <a:pt x="55" y="11"/>
                </a:moveTo>
                <a:lnTo>
                  <a:pt x="56" y="11"/>
                </a:lnTo>
                <a:lnTo>
                  <a:pt x="57" y="12"/>
                </a:lnTo>
                <a:lnTo>
                  <a:pt x="58" y="12"/>
                </a:lnTo>
                <a:lnTo>
                  <a:pt x="59" y="12"/>
                </a:lnTo>
                <a:lnTo>
                  <a:pt x="60" y="13"/>
                </a:lnTo>
                <a:lnTo>
                  <a:pt x="61" y="13"/>
                </a:lnTo>
                <a:lnTo>
                  <a:pt x="62" y="13"/>
                </a:lnTo>
                <a:lnTo>
                  <a:pt x="62" y="14"/>
                </a:lnTo>
                <a:lnTo>
                  <a:pt x="63" y="14"/>
                </a:lnTo>
                <a:lnTo>
                  <a:pt x="64" y="15"/>
                </a:lnTo>
                <a:lnTo>
                  <a:pt x="66" y="16"/>
                </a:lnTo>
                <a:lnTo>
                  <a:pt x="67" y="16"/>
                </a:lnTo>
                <a:lnTo>
                  <a:pt x="67" y="17"/>
                </a:lnTo>
                <a:lnTo>
                  <a:pt x="68" y="17"/>
                </a:lnTo>
                <a:lnTo>
                  <a:pt x="68" y="16"/>
                </a:lnTo>
                <a:lnTo>
                  <a:pt x="69" y="17"/>
                </a:lnTo>
                <a:lnTo>
                  <a:pt x="70" y="17"/>
                </a:lnTo>
                <a:lnTo>
                  <a:pt x="71" y="18"/>
                </a:lnTo>
                <a:lnTo>
                  <a:pt x="71" y="17"/>
                </a:lnTo>
                <a:lnTo>
                  <a:pt x="75" y="19"/>
                </a:lnTo>
                <a:lnTo>
                  <a:pt x="76" y="19"/>
                </a:lnTo>
                <a:lnTo>
                  <a:pt x="78" y="20"/>
                </a:lnTo>
                <a:lnTo>
                  <a:pt x="79" y="20"/>
                </a:lnTo>
                <a:lnTo>
                  <a:pt x="81" y="21"/>
                </a:lnTo>
                <a:lnTo>
                  <a:pt x="82" y="21"/>
                </a:lnTo>
                <a:lnTo>
                  <a:pt x="84" y="22"/>
                </a:lnTo>
                <a:lnTo>
                  <a:pt x="85" y="22"/>
                </a:lnTo>
                <a:lnTo>
                  <a:pt x="86" y="23"/>
                </a:lnTo>
                <a:lnTo>
                  <a:pt x="87" y="23"/>
                </a:lnTo>
                <a:lnTo>
                  <a:pt x="88" y="23"/>
                </a:lnTo>
                <a:lnTo>
                  <a:pt x="89" y="23"/>
                </a:lnTo>
                <a:lnTo>
                  <a:pt x="90" y="23"/>
                </a:lnTo>
                <a:lnTo>
                  <a:pt x="92" y="24"/>
                </a:lnTo>
                <a:lnTo>
                  <a:pt x="93" y="24"/>
                </a:lnTo>
                <a:lnTo>
                  <a:pt x="93" y="26"/>
                </a:lnTo>
                <a:lnTo>
                  <a:pt x="93" y="29"/>
                </a:lnTo>
                <a:lnTo>
                  <a:pt x="94" y="29"/>
                </a:lnTo>
                <a:lnTo>
                  <a:pt x="97" y="30"/>
                </a:lnTo>
                <a:lnTo>
                  <a:pt x="97" y="29"/>
                </a:lnTo>
                <a:lnTo>
                  <a:pt x="101" y="33"/>
                </a:lnTo>
                <a:lnTo>
                  <a:pt x="102" y="34"/>
                </a:lnTo>
                <a:lnTo>
                  <a:pt x="103" y="35"/>
                </a:lnTo>
                <a:lnTo>
                  <a:pt x="104" y="36"/>
                </a:lnTo>
                <a:lnTo>
                  <a:pt x="104" y="38"/>
                </a:lnTo>
                <a:lnTo>
                  <a:pt x="104" y="39"/>
                </a:lnTo>
                <a:lnTo>
                  <a:pt x="104" y="40"/>
                </a:lnTo>
                <a:lnTo>
                  <a:pt x="103" y="41"/>
                </a:lnTo>
                <a:lnTo>
                  <a:pt x="102" y="41"/>
                </a:lnTo>
                <a:lnTo>
                  <a:pt x="101" y="41"/>
                </a:lnTo>
                <a:lnTo>
                  <a:pt x="98" y="42"/>
                </a:lnTo>
                <a:lnTo>
                  <a:pt x="93" y="44"/>
                </a:lnTo>
                <a:lnTo>
                  <a:pt x="93" y="52"/>
                </a:lnTo>
                <a:lnTo>
                  <a:pt x="97" y="53"/>
                </a:lnTo>
                <a:lnTo>
                  <a:pt x="95" y="56"/>
                </a:lnTo>
                <a:lnTo>
                  <a:pt x="98" y="56"/>
                </a:lnTo>
                <a:lnTo>
                  <a:pt x="103" y="57"/>
                </a:lnTo>
                <a:lnTo>
                  <a:pt x="110" y="58"/>
                </a:lnTo>
                <a:lnTo>
                  <a:pt x="109" y="60"/>
                </a:lnTo>
                <a:lnTo>
                  <a:pt x="106" y="59"/>
                </a:lnTo>
                <a:lnTo>
                  <a:pt x="103" y="59"/>
                </a:lnTo>
                <a:lnTo>
                  <a:pt x="102" y="59"/>
                </a:lnTo>
                <a:lnTo>
                  <a:pt x="100" y="59"/>
                </a:lnTo>
                <a:lnTo>
                  <a:pt x="94" y="58"/>
                </a:lnTo>
                <a:lnTo>
                  <a:pt x="91" y="58"/>
                </a:lnTo>
                <a:lnTo>
                  <a:pt x="90" y="59"/>
                </a:lnTo>
                <a:lnTo>
                  <a:pt x="91" y="60"/>
                </a:lnTo>
                <a:lnTo>
                  <a:pt x="91" y="62"/>
                </a:lnTo>
                <a:lnTo>
                  <a:pt x="90" y="64"/>
                </a:lnTo>
                <a:lnTo>
                  <a:pt x="89" y="65"/>
                </a:lnTo>
                <a:lnTo>
                  <a:pt x="89" y="66"/>
                </a:lnTo>
                <a:lnTo>
                  <a:pt x="88" y="65"/>
                </a:lnTo>
                <a:lnTo>
                  <a:pt x="87" y="65"/>
                </a:lnTo>
                <a:lnTo>
                  <a:pt x="85" y="65"/>
                </a:lnTo>
                <a:lnTo>
                  <a:pt x="85" y="66"/>
                </a:lnTo>
                <a:lnTo>
                  <a:pt x="83" y="67"/>
                </a:lnTo>
                <a:lnTo>
                  <a:pt x="84" y="67"/>
                </a:lnTo>
                <a:lnTo>
                  <a:pt x="85" y="69"/>
                </a:lnTo>
                <a:lnTo>
                  <a:pt x="87" y="71"/>
                </a:lnTo>
                <a:lnTo>
                  <a:pt x="88" y="72"/>
                </a:lnTo>
                <a:lnTo>
                  <a:pt x="89" y="72"/>
                </a:lnTo>
                <a:lnTo>
                  <a:pt x="93" y="75"/>
                </a:lnTo>
                <a:lnTo>
                  <a:pt x="93" y="76"/>
                </a:lnTo>
                <a:lnTo>
                  <a:pt x="91" y="77"/>
                </a:lnTo>
                <a:lnTo>
                  <a:pt x="92" y="77"/>
                </a:lnTo>
                <a:lnTo>
                  <a:pt x="94" y="81"/>
                </a:lnTo>
                <a:lnTo>
                  <a:pt x="99" y="88"/>
                </a:lnTo>
                <a:lnTo>
                  <a:pt x="99" y="89"/>
                </a:lnTo>
                <a:lnTo>
                  <a:pt x="100" y="89"/>
                </a:lnTo>
                <a:lnTo>
                  <a:pt x="103" y="98"/>
                </a:lnTo>
                <a:lnTo>
                  <a:pt x="102" y="102"/>
                </a:lnTo>
                <a:lnTo>
                  <a:pt x="100" y="103"/>
                </a:lnTo>
                <a:lnTo>
                  <a:pt x="97" y="104"/>
                </a:lnTo>
                <a:lnTo>
                  <a:pt x="94" y="106"/>
                </a:lnTo>
                <a:lnTo>
                  <a:pt x="93" y="106"/>
                </a:lnTo>
                <a:lnTo>
                  <a:pt x="93" y="105"/>
                </a:lnTo>
                <a:lnTo>
                  <a:pt x="90" y="105"/>
                </a:lnTo>
                <a:lnTo>
                  <a:pt x="89" y="106"/>
                </a:lnTo>
                <a:lnTo>
                  <a:pt x="87" y="106"/>
                </a:lnTo>
                <a:lnTo>
                  <a:pt x="86" y="106"/>
                </a:lnTo>
                <a:lnTo>
                  <a:pt x="84" y="105"/>
                </a:lnTo>
                <a:lnTo>
                  <a:pt x="83" y="106"/>
                </a:lnTo>
                <a:lnTo>
                  <a:pt x="83" y="105"/>
                </a:lnTo>
                <a:lnTo>
                  <a:pt x="81" y="105"/>
                </a:lnTo>
                <a:lnTo>
                  <a:pt x="78" y="105"/>
                </a:lnTo>
                <a:lnTo>
                  <a:pt x="77" y="105"/>
                </a:lnTo>
                <a:lnTo>
                  <a:pt x="77" y="106"/>
                </a:lnTo>
                <a:lnTo>
                  <a:pt x="76" y="106"/>
                </a:lnTo>
                <a:lnTo>
                  <a:pt x="74" y="106"/>
                </a:lnTo>
                <a:lnTo>
                  <a:pt x="73" y="106"/>
                </a:lnTo>
                <a:lnTo>
                  <a:pt x="70" y="106"/>
                </a:lnTo>
                <a:lnTo>
                  <a:pt x="69" y="107"/>
                </a:lnTo>
                <a:lnTo>
                  <a:pt x="65" y="108"/>
                </a:lnTo>
                <a:lnTo>
                  <a:pt x="62" y="109"/>
                </a:lnTo>
                <a:lnTo>
                  <a:pt x="61" y="109"/>
                </a:lnTo>
                <a:lnTo>
                  <a:pt x="61" y="108"/>
                </a:lnTo>
                <a:lnTo>
                  <a:pt x="60" y="109"/>
                </a:lnTo>
                <a:lnTo>
                  <a:pt x="60" y="110"/>
                </a:lnTo>
                <a:lnTo>
                  <a:pt x="58" y="111"/>
                </a:lnTo>
                <a:lnTo>
                  <a:pt x="57" y="112"/>
                </a:lnTo>
                <a:lnTo>
                  <a:pt x="55" y="112"/>
                </a:lnTo>
                <a:lnTo>
                  <a:pt x="52" y="114"/>
                </a:lnTo>
                <a:lnTo>
                  <a:pt x="51" y="114"/>
                </a:lnTo>
                <a:lnTo>
                  <a:pt x="50" y="115"/>
                </a:lnTo>
                <a:lnTo>
                  <a:pt x="49" y="116"/>
                </a:lnTo>
                <a:lnTo>
                  <a:pt x="48" y="116"/>
                </a:lnTo>
                <a:lnTo>
                  <a:pt x="46" y="118"/>
                </a:lnTo>
                <a:lnTo>
                  <a:pt x="46" y="119"/>
                </a:lnTo>
                <a:lnTo>
                  <a:pt x="45" y="120"/>
                </a:lnTo>
                <a:lnTo>
                  <a:pt x="44" y="120"/>
                </a:lnTo>
                <a:lnTo>
                  <a:pt x="43" y="121"/>
                </a:lnTo>
                <a:lnTo>
                  <a:pt x="42" y="121"/>
                </a:lnTo>
                <a:lnTo>
                  <a:pt x="41" y="121"/>
                </a:lnTo>
                <a:lnTo>
                  <a:pt x="40" y="121"/>
                </a:lnTo>
                <a:lnTo>
                  <a:pt x="38" y="121"/>
                </a:lnTo>
                <a:lnTo>
                  <a:pt x="38" y="122"/>
                </a:lnTo>
                <a:lnTo>
                  <a:pt x="38" y="121"/>
                </a:lnTo>
                <a:lnTo>
                  <a:pt x="38" y="120"/>
                </a:lnTo>
                <a:lnTo>
                  <a:pt x="37" y="120"/>
                </a:lnTo>
                <a:lnTo>
                  <a:pt x="37" y="119"/>
                </a:lnTo>
                <a:lnTo>
                  <a:pt x="38" y="119"/>
                </a:lnTo>
                <a:lnTo>
                  <a:pt x="38" y="118"/>
                </a:lnTo>
                <a:lnTo>
                  <a:pt x="38" y="117"/>
                </a:lnTo>
                <a:lnTo>
                  <a:pt x="37" y="117"/>
                </a:lnTo>
                <a:lnTo>
                  <a:pt x="37" y="116"/>
                </a:lnTo>
                <a:lnTo>
                  <a:pt x="36" y="116"/>
                </a:lnTo>
                <a:lnTo>
                  <a:pt x="35" y="115"/>
                </a:lnTo>
                <a:lnTo>
                  <a:pt x="34" y="115"/>
                </a:lnTo>
                <a:lnTo>
                  <a:pt x="34" y="114"/>
                </a:lnTo>
                <a:lnTo>
                  <a:pt x="34" y="113"/>
                </a:lnTo>
                <a:lnTo>
                  <a:pt x="33" y="112"/>
                </a:lnTo>
                <a:lnTo>
                  <a:pt x="32" y="112"/>
                </a:lnTo>
                <a:lnTo>
                  <a:pt x="31" y="112"/>
                </a:lnTo>
                <a:lnTo>
                  <a:pt x="31" y="113"/>
                </a:lnTo>
                <a:lnTo>
                  <a:pt x="31" y="112"/>
                </a:lnTo>
                <a:lnTo>
                  <a:pt x="30" y="112"/>
                </a:lnTo>
                <a:lnTo>
                  <a:pt x="30" y="113"/>
                </a:lnTo>
                <a:lnTo>
                  <a:pt x="29" y="113"/>
                </a:lnTo>
                <a:lnTo>
                  <a:pt x="28" y="113"/>
                </a:lnTo>
                <a:lnTo>
                  <a:pt x="27" y="113"/>
                </a:lnTo>
                <a:lnTo>
                  <a:pt x="27" y="112"/>
                </a:lnTo>
                <a:lnTo>
                  <a:pt x="26" y="112"/>
                </a:lnTo>
                <a:lnTo>
                  <a:pt x="26" y="113"/>
                </a:lnTo>
                <a:lnTo>
                  <a:pt x="25" y="113"/>
                </a:lnTo>
                <a:lnTo>
                  <a:pt x="25" y="112"/>
                </a:lnTo>
                <a:lnTo>
                  <a:pt x="25" y="110"/>
                </a:lnTo>
                <a:lnTo>
                  <a:pt x="25" y="109"/>
                </a:lnTo>
                <a:lnTo>
                  <a:pt x="25" y="108"/>
                </a:lnTo>
                <a:lnTo>
                  <a:pt x="26" y="108"/>
                </a:lnTo>
                <a:lnTo>
                  <a:pt x="26" y="107"/>
                </a:lnTo>
                <a:lnTo>
                  <a:pt x="25" y="106"/>
                </a:lnTo>
                <a:lnTo>
                  <a:pt x="24" y="106"/>
                </a:lnTo>
                <a:lnTo>
                  <a:pt x="24" y="105"/>
                </a:lnTo>
                <a:lnTo>
                  <a:pt x="23" y="105"/>
                </a:lnTo>
                <a:lnTo>
                  <a:pt x="22" y="105"/>
                </a:lnTo>
                <a:lnTo>
                  <a:pt x="22" y="104"/>
                </a:lnTo>
                <a:lnTo>
                  <a:pt x="21" y="105"/>
                </a:lnTo>
                <a:lnTo>
                  <a:pt x="19" y="105"/>
                </a:lnTo>
                <a:lnTo>
                  <a:pt x="19" y="106"/>
                </a:lnTo>
                <a:lnTo>
                  <a:pt x="18" y="107"/>
                </a:lnTo>
                <a:lnTo>
                  <a:pt x="17" y="107"/>
                </a:lnTo>
                <a:lnTo>
                  <a:pt x="17" y="108"/>
                </a:lnTo>
                <a:lnTo>
                  <a:pt x="17" y="109"/>
                </a:lnTo>
                <a:lnTo>
                  <a:pt x="18" y="109"/>
                </a:lnTo>
                <a:lnTo>
                  <a:pt x="17" y="109"/>
                </a:lnTo>
                <a:lnTo>
                  <a:pt x="17" y="108"/>
                </a:lnTo>
                <a:lnTo>
                  <a:pt x="16" y="108"/>
                </a:lnTo>
                <a:lnTo>
                  <a:pt x="16" y="107"/>
                </a:lnTo>
                <a:lnTo>
                  <a:pt x="15" y="107"/>
                </a:lnTo>
                <a:lnTo>
                  <a:pt x="15" y="106"/>
                </a:lnTo>
                <a:lnTo>
                  <a:pt x="15" y="107"/>
                </a:lnTo>
                <a:lnTo>
                  <a:pt x="14" y="107"/>
                </a:lnTo>
                <a:lnTo>
                  <a:pt x="13" y="107"/>
                </a:lnTo>
                <a:lnTo>
                  <a:pt x="13" y="108"/>
                </a:lnTo>
                <a:lnTo>
                  <a:pt x="12" y="107"/>
                </a:lnTo>
                <a:lnTo>
                  <a:pt x="13" y="106"/>
                </a:lnTo>
                <a:lnTo>
                  <a:pt x="14" y="106"/>
                </a:lnTo>
                <a:lnTo>
                  <a:pt x="14" y="105"/>
                </a:lnTo>
                <a:lnTo>
                  <a:pt x="15" y="105"/>
                </a:lnTo>
                <a:lnTo>
                  <a:pt x="15" y="104"/>
                </a:lnTo>
                <a:lnTo>
                  <a:pt x="15" y="103"/>
                </a:lnTo>
                <a:lnTo>
                  <a:pt x="15" y="102"/>
                </a:lnTo>
                <a:lnTo>
                  <a:pt x="14" y="102"/>
                </a:lnTo>
                <a:lnTo>
                  <a:pt x="14" y="101"/>
                </a:lnTo>
                <a:lnTo>
                  <a:pt x="13" y="101"/>
                </a:lnTo>
                <a:lnTo>
                  <a:pt x="13" y="100"/>
                </a:lnTo>
                <a:lnTo>
                  <a:pt x="13" y="99"/>
                </a:lnTo>
                <a:lnTo>
                  <a:pt x="14" y="99"/>
                </a:lnTo>
                <a:lnTo>
                  <a:pt x="13" y="99"/>
                </a:lnTo>
                <a:lnTo>
                  <a:pt x="13" y="96"/>
                </a:lnTo>
                <a:lnTo>
                  <a:pt x="14" y="96"/>
                </a:lnTo>
                <a:lnTo>
                  <a:pt x="13" y="96"/>
                </a:lnTo>
                <a:lnTo>
                  <a:pt x="13" y="94"/>
                </a:lnTo>
                <a:lnTo>
                  <a:pt x="13" y="93"/>
                </a:lnTo>
                <a:lnTo>
                  <a:pt x="13" y="92"/>
                </a:lnTo>
                <a:lnTo>
                  <a:pt x="13" y="91"/>
                </a:lnTo>
                <a:lnTo>
                  <a:pt x="14" y="91"/>
                </a:lnTo>
                <a:lnTo>
                  <a:pt x="13" y="90"/>
                </a:lnTo>
                <a:lnTo>
                  <a:pt x="13" y="89"/>
                </a:lnTo>
                <a:lnTo>
                  <a:pt x="13" y="88"/>
                </a:lnTo>
                <a:lnTo>
                  <a:pt x="12" y="87"/>
                </a:lnTo>
                <a:lnTo>
                  <a:pt x="11" y="87"/>
                </a:lnTo>
                <a:lnTo>
                  <a:pt x="10" y="87"/>
                </a:lnTo>
                <a:lnTo>
                  <a:pt x="10" y="86"/>
                </a:lnTo>
                <a:lnTo>
                  <a:pt x="9" y="86"/>
                </a:lnTo>
                <a:lnTo>
                  <a:pt x="9" y="87"/>
                </a:lnTo>
                <a:lnTo>
                  <a:pt x="8" y="87"/>
                </a:lnTo>
                <a:lnTo>
                  <a:pt x="8" y="88"/>
                </a:lnTo>
                <a:lnTo>
                  <a:pt x="7" y="88"/>
                </a:lnTo>
                <a:lnTo>
                  <a:pt x="7" y="87"/>
                </a:lnTo>
                <a:lnTo>
                  <a:pt x="6" y="87"/>
                </a:lnTo>
                <a:lnTo>
                  <a:pt x="6" y="88"/>
                </a:lnTo>
                <a:lnTo>
                  <a:pt x="5" y="87"/>
                </a:lnTo>
                <a:lnTo>
                  <a:pt x="5" y="85"/>
                </a:lnTo>
                <a:lnTo>
                  <a:pt x="4" y="85"/>
                </a:lnTo>
                <a:lnTo>
                  <a:pt x="4" y="84"/>
                </a:lnTo>
                <a:lnTo>
                  <a:pt x="4" y="83"/>
                </a:lnTo>
                <a:lnTo>
                  <a:pt x="4" y="82"/>
                </a:lnTo>
                <a:lnTo>
                  <a:pt x="4" y="81"/>
                </a:lnTo>
                <a:lnTo>
                  <a:pt x="5" y="81"/>
                </a:lnTo>
                <a:lnTo>
                  <a:pt x="5" y="80"/>
                </a:lnTo>
                <a:lnTo>
                  <a:pt x="4" y="80"/>
                </a:lnTo>
                <a:lnTo>
                  <a:pt x="4" y="79"/>
                </a:lnTo>
                <a:lnTo>
                  <a:pt x="2" y="79"/>
                </a:lnTo>
                <a:lnTo>
                  <a:pt x="3" y="79"/>
                </a:lnTo>
                <a:lnTo>
                  <a:pt x="2" y="78"/>
                </a:lnTo>
                <a:lnTo>
                  <a:pt x="2" y="79"/>
                </a:lnTo>
                <a:lnTo>
                  <a:pt x="1" y="79"/>
                </a:lnTo>
                <a:lnTo>
                  <a:pt x="1" y="78"/>
                </a:lnTo>
                <a:lnTo>
                  <a:pt x="0" y="78"/>
                </a:lnTo>
                <a:lnTo>
                  <a:pt x="1" y="78"/>
                </a:lnTo>
                <a:lnTo>
                  <a:pt x="1" y="77"/>
                </a:lnTo>
                <a:lnTo>
                  <a:pt x="2" y="77"/>
                </a:lnTo>
                <a:lnTo>
                  <a:pt x="2" y="76"/>
                </a:lnTo>
                <a:lnTo>
                  <a:pt x="3" y="75"/>
                </a:lnTo>
                <a:lnTo>
                  <a:pt x="4" y="75"/>
                </a:lnTo>
                <a:lnTo>
                  <a:pt x="5" y="75"/>
                </a:lnTo>
                <a:lnTo>
                  <a:pt x="6" y="75"/>
                </a:lnTo>
                <a:lnTo>
                  <a:pt x="7" y="74"/>
                </a:lnTo>
                <a:lnTo>
                  <a:pt x="8" y="74"/>
                </a:lnTo>
                <a:lnTo>
                  <a:pt x="9" y="74"/>
                </a:lnTo>
                <a:lnTo>
                  <a:pt x="9" y="75"/>
                </a:lnTo>
                <a:lnTo>
                  <a:pt x="10" y="75"/>
                </a:lnTo>
                <a:lnTo>
                  <a:pt x="11" y="75"/>
                </a:lnTo>
                <a:lnTo>
                  <a:pt x="12" y="75"/>
                </a:lnTo>
                <a:lnTo>
                  <a:pt x="13" y="75"/>
                </a:lnTo>
                <a:lnTo>
                  <a:pt x="15" y="75"/>
                </a:lnTo>
                <a:lnTo>
                  <a:pt x="16" y="74"/>
                </a:lnTo>
                <a:lnTo>
                  <a:pt x="17" y="74"/>
                </a:lnTo>
                <a:lnTo>
                  <a:pt x="17" y="75"/>
                </a:lnTo>
                <a:lnTo>
                  <a:pt x="17" y="74"/>
                </a:lnTo>
                <a:lnTo>
                  <a:pt x="18" y="74"/>
                </a:lnTo>
                <a:lnTo>
                  <a:pt x="17" y="74"/>
                </a:lnTo>
                <a:lnTo>
                  <a:pt x="17" y="73"/>
                </a:lnTo>
                <a:lnTo>
                  <a:pt x="18" y="73"/>
                </a:lnTo>
                <a:lnTo>
                  <a:pt x="19" y="73"/>
                </a:lnTo>
                <a:lnTo>
                  <a:pt x="19" y="74"/>
                </a:lnTo>
                <a:lnTo>
                  <a:pt x="20" y="73"/>
                </a:lnTo>
                <a:lnTo>
                  <a:pt x="20" y="72"/>
                </a:lnTo>
                <a:lnTo>
                  <a:pt x="20" y="71"/>
                </a:lnTo>
                <a:lnTo>
                  <a:pt x="20" y="70"/>
                </a:lnTo>
                <a:lnTo>
                  <a:pt x="20" y="69"/>
                </a:lnTo>
                <a:lnTo>
                  <a:pt x="19" y="68"/>
                </a:lnTo>
                <a:lnTo>
                  <a:pt x="19" y="67"/>
                </a:lnTo>
                <a:lnTo>
                  <a:pt x="19" y="66"/>
                </a:lnTo>
                <a:lnTo>
                  <a:pt x="19" y="65"/>
                </a:lnTo>
                <a:lnTo>
                  <a:pt x="19" y="64"/>
                </a:lnTo>
                <a:lnTo>
                  <a:pt x="19" y="63"/>
                </a:lnTo>
                <a:lnTo>
                  <a:pt x="19" y="62"/>
                </a:lnTo>
                <a:lnTo>
                  <a:pt x="19" y="61"/>
                </a:lnTo>
                <a:lnTo>
                  <a:pt x="20" y="61"/>
                </a:lnTo>
                <a:lnTo>
                  <a:pt x="21" y="61"/>
                </a:lnTo>
                <a:lnTo>
                  <a:pt x="21" y="60"/>
                </a:lnTo>
                <a:lnTo>
                  <a:pt x="21" y="59"/>
                </a:lnTo>
                <a:lnTo>
                  <a:pt x="22" y="59"/>
                </a:lnTo>
                <a:lnTo>
                  <a:pt x="22" y="60"/>
                </a:lnTo>
                <a:lnTo>
                  <a:pt x="22" y="61"/>
                </a:lnTo>
                <a:lnTo>
                  <a:pt x="23" y="61"/>
                </a:lnTo>
                <a:lnTo>
                  <a:pt x="23" y="60"/>
                </a:lnTo>
                <a:lnTo>
                  <a:pt x="24" y="60"/>
                </a:lnTo>
                <a:lnTo>
                  <a:pt x="25" y="60"/>
                </a:lnTo>
                <a:lnTo>
                  <a:pt x="26" y="60"/>
                </a:lnTo>
                <a:lnTo>
                  <a:pt x="26" y="61"/>
                </a:lnTo>
                <a:lnTo>
                  <a:pt x="27" y="61"/>
                </a:lnTo>
                <a:lnTo>
                  <a:pt x="27" y="60"/>
                </a:lnTo>
                <a:lnTo>
                  <a:pt x="28" y="60"/>
                </a:lnTo>
                <a:lnTo>
                  <a:pt x="28" y="59"/>
                </a:lnTo>
                <a:lnTo>
                  <a:pt x="27" y="59"/>
                </a:lnTo>
                <a:lnTo>
                  <a:pt x="27" y="58"/>
                </a:lnTo>
                <a:lnTo>
                  <a:pt x="26" y="57"/>
                </a:lnTo>
                <a:lnTo>
                  <a:pt x="26" y="58"/>
                </a:lnTo>
                <a:lnTo>
                  <a:pt x="25" y="58"/>
                </a:lnTo>
                <a:lnTo>
                  <a:pt x="25" y="57"/>
                </a:lnTo>
                <a:lnTo>
                  <a:pt x="25" y="56"/>
                </a:lnTo>
                <a:lnTo>
                  <a:pt x="25" y="55"/>
                </a:lnTo>
                <a:lnTo>
                  <a:pt x="25" y="54"/>
                </a:lnTo>
                <a:lnTo>
                  <a:pt x="24" y="54"/>
                </a:lnTo>
                <a:lnTo>
                  <a:pt x="24" y="53"/>
                </a:lnTo>
                <a:lnTo>
                  <a:pt x="23" y="53"/>
                </a:lnTo>
                <a:lnTo>
                  <a:pt x="23" y="51"/>
                </a:lnTo>
                <a:lnTo>
                  <a:pt x="24" y="51"/>
                </a:lnTo>
                <a:lnTo>
                  <a:pt x="24" y="50"/>
                </a:lnTo>
                <a:lnTo>
                  <a:pt x="25" y="50"/>
                </a:lnTo>
                <a:lnTo>
                  <a:pt x="26" y="50"/>
                </a:lnTo>
                <a:lnTo>
                  <a:pt x="27" y="49"/>
                </a:lnTo>
                <a:lnTo>
                  <a:pt x="27" y="48"/>
                </a:lnTo>
                <a:lnTo>
                  <a:pt x="27" y="47"/>
                </a:lnTo>
                <a:lnTo>
                  <a:pt x="28" y="47"/>
                </a:lnTo>
                <a:lnTo>
                  <a:pt x="27" y="46"/>
                </a:lnTo>
                <a:lnTo>
                  <a:pt x="27" y="45"/>
                </a:lnTo>
                <a:lnTo>
                  <a:pt x="28" y="45"/>
                </a:lnTo>
                <a:lnTo>
                  <a:pt x="27" y="45"/>
                </a:lnTo>
                <a:lnTo>
                  <a:pt x="27" y="44"/>
                </a:lnTo>
                <a:lnTo>
                  <a:pt x="27" y="43"/>
                </a:lnTo>
                <a:lnTo>
                  <a:pt x="28" y="43"/>
                </a:lnTo>
                <a:lnTo>
                  <a:pt x="29" y="43"/>
                </a:lnTo>
                <a:lnTo>
                  <a:pt x="30" y="43"/>
                </a:lnTo>
                <a:lnTo>
                  <a:pt x="30" y="42"/>
                </a:lnTo>
                <a:lnTo>
                  <a:pt x="30" y="41"/>
                </a:lnTo>
                <a:lnTo>
                  <a:pt x="31" y="41"/>
                </a:lnTo>
                <a:lnTo>
                  <a:pt x="32" y="41"/>
                </a:lnTo>
                <a:lnTo>
                  <a:pt x="32" y="40"/>
                </a:lnTo>
                <a:lnTo>
                  <a:pt x="33" y="40"/>
                </a:lnTo>
                <a:lnTo>
                  <a:pt x="34" y="40"/>
                </a:lnTo>
                <a:lnTo>
                  <a:pt x="34" y="39"/>
                </a:lnTo>
                <a:lnTo>
                  <a:pt x="35" y="38"/>
                </a:lnTo>
                <a:lnTo>
                  <a:pt x="35" y="39"/>
                </a:lnTo>
                <a:lnTo>
                  <a:pt x="36" y="40"/>
                </a:lnTo>
                <a:lnTo>
                  <a:pt x="37" y="40"/>
                </a:lnTo>
                <a:lnTo>
                  <a:pt x="37" y="39"/>
                </a:lnTo>
                <a:lnTo>
                  <a:pt x="38" y="39"/>
                </a:lnTo>
                <a:lnTo>
                  <a:pt x="39" y="39"/>
                </a:lnTo>
                <a:lnTo>
                  <a:pt x="40" y="39"/>
                </a:lnTo>
                <a:lnTo>
                  <a:pt x="41" y="38"/>
                </a:lnTo>
                <a:lnTo>
                  <a:pt x="40" y="38"/>
                </a:lnTo>
                <a:lnTo>
                  <a:pt x="41" y="37"/>
                </a:lnTo>
                <a:lnTo>
                  <a:pt x="42" y="37"/>
                </a:lnTo>
                <a:lnTo>
                  <a:pt x="42" y="38"/>
                </a:lnTo>
                <a:lnTo>
                  <a:pt x="43" y="38"/>
                </a:lnTo>
                <a:lnTo>
                  <a:pt x="43" y="37"/>
                </a:lnTo>
                <a:lnTo>
                  <a:pt x="45" y="36"/>
                </a:lnTo>
                <a:lnTo>
                  <a:pt x="46" y="35"/>
                </a:lnTo>
                <a:lnTo>
                  <a:pt x="47" y="34"/>
                </a:lnTo>
                <a:lnTo>
                  <a:pt x="48" y="33"/>
                </a:lnTo>
                <a:lnTo>
                  <a:pt x="48" y="32"/>
                </a:lnTo>
                <a:lnTo>
                  <a:pt x="47" y="32"/>
                </a:lnTo>
                <a:lnTo>
                  <a:pt x="45" y="31"/>
                </a:lnTo>
                <a:lnTo>
                  <a:pt x="44" y="30"/>
                </a:lnTo>
                <a:lnTo>
                  <a:pt x="43" y="29"/>
                </a:lnTo>
                <a:lnTo>
                  <a:pt x="42" y="29"/>
                </a:lnTo>
                <a:lnTo>
                  <a:pt x="42" y="28"/>
                </a:lnTo>
                <a:lnTo>
                  <a:pt x="40" y="26"/>
                </a:lnTo>
                <a:lnTo>
                  <a:pt x="40" y="25"/>
                </a:lnTo>
                <a:lnTo>
                  <a:pt x="39" y="25"/>
                </a:lnTo>
                <a:lnTo>
                  <a:pt x="38" y="23"/>
                </a:lnTo>
                <a:lnTo>
                  <a:pt x="37" y="22"/>
                </a:lnTo>
                <a:lnTo>
                  <a:pt x="36" y="22"/>
                </a:lnTo>
                <a:lnTo>
                  <a:pt x="35" y="21"/>
                </a:lnTo>
                <a:lnTo>
                  <a:pt x="35" y="20"/>
                </a:lnTo>
                <a:lnTo>
                  <a:pt x="34" y="20"/>
                </a:lnTo>
                <a:lnTo>
                  <a:pt x="33" y="19"/>
                </a:lnTo>
                <a:lnTo>
                  <a:pt x="32" y="18"/>
                </a:lnTo>
                <a:lnTo>
                  <a:pt x="31" y="18"/>
                </a:lnTo>
                <a:lnTo>
                  <a:pt x="31" y="17"/>
                </a:lnTo>
                <a:lnTo>
                  <a:pt x="30" y="17"/>
                </a:lnTo>
                <a:lnTo>
                  <a:pt x="29" y="16"/>
                </a:lnTo>
                <a:lnTo>
                  <a:pt x="27" y="14"/>
                </a:lnTo>
                <a:lnTo>
                  <a:pt x="26" y="14"/>
                </a:lnTo>
                <a:lnTo>
                  <a:pt x="25" y="13"/>
                </a:lnTo>
                <a:lnTo>
                  <a:pt x="23" y="12"/>
                </a:lnTo>
                <a:lnTo>
                  <a:pt x="23" y="11"/>
                </a:lnTo>
                <a:lnTo>
                  <a:pt x="23" y="10"/>
                </a:lnTo>
                <a:lnTo>
                  <a:pt x="25" y="9"/>
                </a:lnTo>
                <a:lnTo>
                  <a:pt x="26" y="9"/>
                </a:lnTo>
                <a:lnTo>
                  <a:pt x="27" y="8"/>
                </a:lnTo>
                <a:lnTo>
                  <a:pt x="27" y="7"/>
                </a:lnTo>
                <a:lnTo>
                  <a:pt x="28" y="6"/>
                </a:lnTo>
                <a:lnTo>
                  <a:pt x="29" y="5"/>
                </a:lnTo>
                <a:lnTo>
                  <a:pt x="30" y="5"/>
                </a:lnTo>
                <a:lnTo>
                  <a:pt x="31" y="4"/>
                </a:lnTo>
                <a:lnTo>
                  <a:pt x="32" y="3"/>
                </a:lnTo>
                <a:lnTo>
                  <a:pt x="34" y="2"/>
                </a:lnTo>
                <a:lnTo>
                  <a:pt x="35" y="1"/>
                </a:lnTo>
                <a:lnTo>
                  <a:pt x="36" y="1"/>
                </a:lnTo>
                <a:lnTo>
                  <a:pt x="39" y="0"/>
                </a:lnTo>
                <a:lnTo>
                  <a:pt x="40" y="0"/>
                </a:lnTo>
                <a:lnTo>
                  <a:pt x="41" y="0"/>
                </a:lnTo>
                <a:lnTo>
                  <a:pt x="43" y="0"/>
                </a:lnTo>
                <a:lnTo>
                  <a:pt x="44" y="1"/>
                </a:lnTo>
                <a:lnTo>
                  <a:pt x="45" y="1"/>
                </a:lnTo>
                <a:lnTo>
                  <a:pt x="47" y="2"/>
                </a:lnTo>
                <a:lnTo>
                  <a:pt x="48" y="4"/>
                </a:lnTo>
                <a:lnTo>
                  <a:pt x="49" y="4"/>
                </a:lnTo>
                <a:lnTo>
                  <a:pt x="49" y="5"/>
                </a:lnTo>
                <a:lnTo>
                  <a:pt x="50" y="6"/>
                </a:lnTo>
                <a:lnTo>
                  <a:pt x="51" y="7"/>
                </a:lnTo>
                <a:lnTo>
                  <a:pt x="50" y="7"/>
                </a:lnTo>
                <a:lnTo>
                  <a:pt x="51" y="8"/>
                </a:lnTo>
                <a:lnTo>
                  <a:pt x="51" y="9"/>
                </a:lnTo>
                <a:lnTo>
                  <a:pt x="52" y="10"/>
                </a:lnTo>
                <a:lnTo>
                  <a:pt x="53" y="10"/>
                </a:lnTo>
                <a:lnTo>
                  <a:pt x="54" y="11"/>
                </a:lnTo>
                <a:lnTo>
                  <a:pt x="55" y="1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7" name=""/>
          <p:cNvSpPr/>
          <p:nvPr/>
        </p:nvSpPr>
        <p:spPr>
          <a:xfrm>
            <a:off x="4668480" y="3937320"/>
            <a:ext cx="1080" cy="360"/>
          </a:xfrm>
          <a:custGeom>
            <a:avLst/>
            <a:gdLst/>
            <a:ahLst/>
            <a:rect l="0" t="0" r="r" b="b"/>
            <a:pathLst>
              <a:path w="3" h="1">
                <a:moveTo>
                  <a:pt x="0" y="1"/>
                </a:move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8" name=""/>
          <p:cNvSpPr/>
          <p:nvPr/>
        </p:nvSpPr>
        <p:spPr>
          <a:xfrm>
            <a:off x="4504680" y="3841920"/>
            <a:ext cx="181080" cy="160920"/>
          </a:xfrm>
          <a:custGeom>
            <a:avLst/>
            <a:gdLst/>
            <a:ahLst/>
            <a:rect l="0" t="0" r="r" b="b"/>
            <a:pathLst>
              <a:path w="503" h="447">
                <a:moveTo>
                  <a:pt x="261" y="0"/>
                </a:moveTo>
                <a:lnTo>
                  <a:pt x="262" y="1"/>
                </a:lnTo>
                <a:lnTo>
                  <a:pt x="263" y="1"/>
                </a:lnTo>
                <a:lnTo>
                  <a:pt x="264" y="1"/>
                </a:lnTo>
                <a:lnTo>
                  <a:pt x="264" y="2"/>
                </a:lnTo>
                <a:lnTo>
                  <a:pt x="265" y="3"/>
                </a:lnTo>
                <a:lnTo>
                  <a:pt x="265" y="4"/>
                </a:lnTo>
                <a:lnTo>
                  <a:pt x="265" y="5"/>
                </a:lnTo>
                <a:lnTo>
                  <a:pt x="264" y="5"/>
                </a:lnTo>
                <a:lnTo>
                  <a:pt x="262" y="6"/>
                </a:lnTo>
                <a:lnTo>
                  <a:pt x="261" y="7"/>
                </a:lnTo>
                <a:lnTo>
                  <a:pt x="260" y="6"/>
                </a:lnTo>
                <a:lnTo>
                  <a:pt x="260" y="7"/>
                </a:lnTo>
                <a:lnTo>
                  <a:pt x="259" y="7"/>
                </a:lnTo>
                <a:lnTo>
                  <a:pt x="259" y="9"/>
                </a:lnTo>
                <a:lnTo>
                  <a:pt x="258" y="9"/>
                </a:lnTo>
                <a:lnTo>
                  <a:pt x="258" y="10"/>
                </a:lnTo>
                <a:lnTo>
                  <a:pt x="257" y="10"/>
                </a:lnTo>
                <a:lnTo>
                  <a:pt x="257" y="11"/>
                </a:lnTo>
                <a:lnTo>
                  <a:pt x="257" y="12"/>
                </a:lnTo>
                <a:lnTo>
                  <a:pt x="257" y="13"/>
                </a:lnTo>
                <a:lnTo>
                  <a:pt x="257" y="15"/>
                </a:lnTo>
                <a:lnTo>
                  <a:pt x="256" y="16"/>
                </a:lnTo>
                <a:lnTo>
                  <a:pt x="256" y="17"/>
                </a:lnTo>
                <a:lnTo>
                  <a:pt x="256" y="18"/>
                </a:lnTo>
                <a:lnTo>
                  <a:pt x="256" y="19"/>
                </a:lnTo>
                <a:lnTo>
                  <a:pt x="257" y="20"/>
                </a:lnTo>
                <a:lnTo>
                  <a:pt x="257" y="21"/>
                </a:lnTo>
                <a:lnTo>
                  <a:pt x="256" y="21"/>
                </a:lnTo>
                <a:lnTo>
                  <a:pt x="256" y="22"/>
                </a:lnTo>
                <a:lnTo>
                  <a:pt x="256" y="23"/>
                </a:lnTo>
                <a:lnTo>
                  <a:pt x="256" y="24"/>
                </a:lnTo>
                <a:lnTo>
                  <a:pt x="255" y="24"/>
                </a:lnTo>
                <a:lnTo>
                  <a:pt x="255" y="25"/>
                </a:lnTo>
                <a:lnTo>
                  <a:pt x="256" y="25"/>
                </a:lnTo>
                <a:lnTo>
                  <a:pt x="257" y="25"/>
                </a:lnTo>
                <a:lnTo>
                  <a:pt x="256" y="28"/>
                </a:lnTo>
                <a:lnTo>
                  <a:pt x="255" y="28"/>
                </a:lnTo>
                <a:lnTo>
                  <a:pt x="256" y="28"/>
                </a:lnTo>
                <a:lnTo>
                  <a:pt x="257" y="28"/>
                </a:lnTo>
                <a:lnTo>
                  <a:pt x="258" y="28"/>
                </a:lnTo>
                <a:lnTo>
                  <a:pt x="258" y="29"/>
                </a:lnTo>
                <a:lnTo>
                  <a:pt x="257" y="29"/>
                </a:lnTo>
                <a:lnTo>
                  <a:pt x="256" y="30"/>
                </a:lnTo>
                <a:lnTo>
                  <a:pt x="256" y="31"/>
                </a:lnTo>
                <a:lnTo>
                  <a:pt x="257" y="30"/>
                </a:lnTo>
                <a:lnTo>
                  <a:pt x="257" y="31"/>
                </a:lnTo>
                <a:lnTo>
                  <a:pt x="257" y="32"/>
                </a:lnTo>
                <a:lnTo>
                  <a:pt x="258" y="32"/>
                </a:lnTo>
                <a:lnTo>
                  <a:pt x="258" y="33"/>
                </a:lnTo>
                <a:lnTo>
                  <a:pt x="259" y="34"/>
                </a:lnTo>
                <a:lnTo>
                  <a:pt x="258" y="34"/>
                </a:lnTo>
                <a:lnTo>
                  <a:pt x="259" y="34"/>
                </a:lnTo>
                <a:lnTo>
                  <a:pt x="259" y="35"/>
                </a:lnTo>
                <a:lnTo>
                  <a:pt x="260" y="35"/>
                </a:lnTo>
                <a:lnTo>
                  <a:pt x="261" y="35"/>
                </a:lnTo>
                <a:lnTo>
                  <a:pt x="262" y="34"/>
                </a:lnTo>
                <a:lnTo>
                  <a:pt x="263" y="34"/>
                </a:lnTo>
                <a:lnTo>
                  <a:pt x="264" y="35"/>
                </a:lnTo>
                <a:lnTo>
                  <a:pt x="265" y="35"/>
                </a:lnTo>
                <a:lnTo>
                  <a:pt x="266" y="36"/>
                </a:lnTo>
                <a:lnTo>
                  <a:pt x="267" y="36"/>
                </a:lnTo>
                <a:lnTo>
                  <a:pt x="268" y="36"/>
                </a:lnTo>
                <a:lnTo>
                  <a:pt x="268" y="37"/>
                </a:lnTo>
                <a:lnTo>
                  <a:pt x="270" y="37"/>
                </a:lnTo>
                <a:lnTo>
                  <a:pt x="271" y="37"/>
                </a:lnTo>
                <a:lnTo>
                  <a:pt x="272" y="37"/>
                </a:lnTo>
                <a:lnTo>
                  <a:pt x="272" y="38"/>
                </a:lnTo>
                <a:lnTo>
                  <a:pt x="273" y="38"/>
                </a:lnTo>
                <a:lnTo>
                  <a:pt x="274" y="39"/>
                </a:lnTo>
                <a:lnTo>
                  <a:pt x="275" y="39"/>
                </a:lnTo>
                <a:lnTo>
                  <a:pt x="276" y="39"/>
                </a:lnTo>
                <a:lnTo>
                  <a:pt x="277" y="39"/>
                </a:lnTo>
                <a:lnTo>
                  <a:pt x="278" y="39"/>
                </a:lnTo>
                <a:lnTo>
                  <a:pt x="279" y="39"/>
                </a:lnTo>
                <a:lnTo>
                  <a:pt x="280" y="40"/>
                </a:lnTo>
                <a:lnTo>
                  <a:pt x="281" y="40"/>
                </a:lnTo>
                <a:lnTo>
                  <a:pt x="284" y="41"/>
                </a:lnTo>
                <a:lnTo>
                  <a:pt x="285" y="40"/>
                </a:lnTo>
                <a:lnTo>
                  <a:pt x="285" y="41"/>
                </a:lnTo>
                <a:lnTo>
                  <a:pt x="284" y="41"/>
                </a:lnTo>
                <a:lnTo>
                  <a:pt x="284" y="42"/>
                </a:lnTo>
                <a:lnTo>
                  <a:pt x="281" y="42"/>
                </a:lnTo>
                <a:lnTo>
                  <a:pt x="282" y="42"/>
                </a:lnTo>
                <a:lnTo>
                  <a:pt x="282" y="43"/>
                </a:lnTo>
                <a:lnTo>
                  <a:pt x="282" y="44"/>
                </a:lnTo>
                <a:lnTo>
                  <a:pt x="281" y="44"/>
                </a:lnTo>
                <a:lnTo>
                  <a:pt x="281" y="43"/>
                </a:lnTo>
                <a:lnTo>
                  <a:pt x="281" y="44"/>
                </a:lnTo>
                <a:lnTo>
                  <a:pt x="280" y="44"/>
                </a:lnTo>
                <a:lnTo>
                  <a:pt x="281" y="45"/>
                </a:lnTo>
                <a:lnTo>
                  <a:pt x="280" y="45"/>
                </a:lnTo>
                <a:lnTo>
                  <a:pt x="279" y="45"/>
                </a:lnTo>
                <a:lnTo>
                  <a:pt x="279" y="46"/>
                </a:lnTo>
                <a:lnTo>
                  <a:pt x="280" y="47"/>
                </a:lnTo>
                <a:lnTo>
                  <a:pt x="282" y="48"/>
                </a:lnTo>
                <a:lnTo>
                  <a:pt x="283" y="49"/>
                </a:lnTo>
                <a:lnTo>
                  <a:pt x="286" y="51"/>
                </a:lnTo>
                <a:lnTo>
                  <a:pt x="286" y="52"/>
                </a:lnTo>
                <a:lnTo>
                  <a:pt x="287" y="51"/>
                </a:lnTo>
                <a:lnTo>
                  <a:pt x="290" y="51"/>
                </a:lnTo>
                <a:lnTo>
                  <a:pt x="289" y="53"/>
                </a:lnTo>
                <a:lnTo>
                  <a:pt x="291" y="53"/>
                </a:lnTo>
                <a:lnTo>
                  <a:pt x="290" y="54"/>
                </a:lnTo>
                <a:lnTo>
                  <a:pt x="291" y="55"/>
                </a:lnTo>
                <a:lnTo>
                  <a:pt x="292" y="55"/>
                </a:lnTo>
                <a:lnTo>
                  <a:pt x="293" y="56"/>
                </a:lnTo>
                <a:lnTo>
                  <a:pt x="295" y="56"/>
                </a:lnTo>
                <a:lnTo>
                  <a:pt x="296" y="57"/>
                </a:lnTo>
                <a:lnTo>
                  <a:pt x="297" y="57"/>
                </a:lnTo>
                <a:lnTo>
                  <a:pt x="297" y="58"/>
                </a:lnTo>
                <a:lnTo>
                  <a:pt x="298" y="58"/>
                </a:lnTo>
                <a:lnTo>
                  <a:pt x="298" y="59"/>
                </a:lnTo>
                <a:lnTo>
                  <a:pt x="298" y="60"/>
                </a:lnTo>
                <a:lnTo>
                  <a:pt x="298" y="62"/>
                </a:lnTo>
                <a:lnTo>
                  <a:pt x="297" y="62"/>
                </a:lnTo>
                <a:lnTo>
                  <a:pt x="299" y="62"/>
                </a:lnTo>
                <a:lnTo>
                  <a:pt x="300" y="62"/>
                </a:lnTo>
                <a:lnTo>
                  <a:pt x="301" y="62"/>
                </a:lnTo>
                <a:lnTo>
                  <a:pt x="301" y="61"/>
                </a:lnTo>
                <a:lnTo>
                  <a:pt x="301" y="62"/>
                </a:lnTo>
                <a:lnTo>
                  <a:pt x="302" y="62"/>
                </a:lnTo>
                <a:lnTo>
                  <a:pt x="302" y="61"/>
                </a:lnTo>
                <a:lnTo>
                  <a:pt x="303" y="61"/>
                </a:lnTo>
                <a:lnTo>
                  <a:pt x="304" y="61"/>
                </a:lnTo>
                <a:lnTo>
                  <a:pt x="305" y="62"/>
                </a:lnTo>
                <a:lnTo>
                  <a:pt x="309" y="64"/>
                </a:lnTo>
                <a:lnTo>
                  <a:pt x="310" y="64"/>
                </a:lnTo>
                <a:lnTo>
                  <a:pt x="311" y="65"/>
                </a:lnTo>
                <a:lnTo>
                  <a:pt x="310" y="65"/>
                </a:lnTo>
                <a:lnTo>
                  <a:pt x="310" y="66"/>
                </a:lnTo>
                <a:lnTo>
                  <a:pt x="311" y="66"/>
                </a:lnTo>
                <a:lnTo>
                  <a:pt x="310" y="67"/>
                </a:lnTo>
                <a:lnTo>
                  <a:pt x="311" y="67"/>
                </a:lnTo>
                <a:lnTo>
                  <a:pt x="312" y="67"/>
                </a:lnTo>
                <a:lnTo>
                  <a:pt x="314" y="67"/>
                </a:lnTo>
                <a:lnTo>
                  <a:pt x="315" y="68"/>
                </a:lnTo>
                <a:lnTo>
                  <a:pt x="316" y="68"/>
                </a:lnTo>
                <a:lnTo>
                  <a:pt x="319" y="68"/>
                </a:lnTo>
                <a:lnTo>
                  <a:pt x="320" y="69"/>
                </a:lnTo>
                <a:lnTo>
                  <a:pt x="321" y="69"/>
                </a:lnTo>
                <a:lnTo>
                  <a:pt x="323" y="69"/>
                </a:lnTo>
                <a:lnTo>
                  <a:pt x="324" y="70"/>
                </a:lnTo>
                <a:lnTo>
                  <a:pt x="325" y="70"/>
                </a:lnTo>
                <a:lnTo>
                  <a:pt x="326" y="70"/>
                </a:lnTo>
                <a:lnTo>
                  <a:pt x="328" y="71"/>
                </a:lnTo>
                <a:lnTo>
                  <a:pt x="329" y="71"/>
                </a:lnTo>
                <a:lnTo>
                  <a:pt x="330" y="72"/>
                </a:lnTo>
                <a:lnTo>
                  <a:pt x="331" y="72"/>
                </a:lnTo>
                <a:lnTo>
                  <a:pt x="332" y="73"/>
                </a:lnTo>
                <a:lnTo>
                  <a:pt x="335" y="74"/>
                </a:lnTo>
                <a:lnTo>
                  <a:pt x="336" y="75"/>
                </a:lnTo>
                <a:lnTo>
                  <a:pt x="337" y="76"/>
                </a:lnTo>
                <a:lnTo>
                  <a:pt x="338" y="76"/>
                </a:lnTo>
                <a:lnTo>
                  <a:pt x="338" y="77"/>
                </a:lnTo>
                <a:lnTo>
                  <a:pt x="339" y="77"/>
                </a:lnTo>
                <a:lnTo>
                  <a:pt x="340" y="77"/>
                </a:lnTo>
                <a:lnTo>
                  <a:pt x="340" y="78"/>
                </a:lnTo>
                <a:lnTo>
                  <a:pt x="341" y="78"/>
                </a:lnTo>
                <a:lnTo>
                  <a:pt x="343" y="79"/>
                </a:lnTo>
                <a:lnTo>
                  <a:pt x="344" y="79"/>
                </a:lnTo>
                <a:lnTo>
                  <a:pt x="345" y="80"/>
                </a:lnTo>
                <a:lnTo>
                  <a:pt x="346" y="80"/>
                </a:lnTo>
                <a:lnTo>
                  <a:pt x="347" y="80"/>
                </a:lnTo>
                <a:lnTo>
                  <a:pt x="347" y="81"/>
                </a:lnTo>
                <a:lnTo>
                  <a:pt x="348" y="81"/>
                </a:lnTo>
                <a:lnTo>
                  <a:pt x="349" y="82"/>
                </a:lnTo>
                <a:lnTo>
                  <a:pt x="351" y="82"/>
                </a:lnTo>
                <a:lnTo>
                  <a:pt x="353" y="83"/>
                </a:lnTo>
                <a:lnTo>
                  <a:pt x="354" y="84"/>
                </a:lnTo>
                <a:lnTo>
                  <a:pt x="355" y="84"/>
                </a:lnTo>
                <a:lnTo>
                  <a:pt x="355" y="85"/>
                </a:lnTo>
                <a:lnTo>
                  <a:pt x="355" y="86"/>
                </a:lnTo>
                <a:lnTo>
                  <a:pt x="354" y="86"/>
                </a:lnTo>
                <a:lnTo>
                  <a:pt x="354" y="87"/>
                </a:lnTo>
                <a:lnTo>
                  <a:pt x="355" y="87"/>
                </a:lnTo>
                <a:lnTo>
                  <a:pt x="355" y="88"/>
                </a:lnTo>
                <a:lnTo>
                  <a:pt x="355" y="89"/>
                </a:lnTo>
                <a:lnTo>
                  <a:pt x="355" y="90"/>
                </a:lnTo>
                <a:lnTo>
                  <a:pt x="355" y="91"/>
                </a:lnTo>
                <a:lnTo>
                  <a:pt x="356" y="91"/>
                </a:lnTo>
                <a:lnTo>
                  <a:pt x="356" y="92"/>
                </a:lnTo>
                <a:lnTo>
                  <a:pt x="356" y="93"/>
                </a:lnTo>
                <a:lnTo>
                  <a:pt x="356" y="94"/>
                </a:lnTo>
                <a:lnTo>
                  <a:pt x="357" y="94"/>
                </a:lnTo>
                <a:lnTo>
                  <a:pt x="356" y="94"/>
                </a:lnTo>
                <a:lnTo>
                  <a:pt x="356" y="95"/>
                </a:lnTo>
                <a:lnTo>
                  <a:pt x="357" y="96"/>
                </a:lnTo>
                <a:lnTo>
                  <a:pt x="357" y="97"/>
                </a:lnTo>
                <a:lnTo>
                  <a:pt x="358" y="99"/>
                </a:lnTo>
                <a:lnTo>
                  <a:pt x="358" y="100"/>
                </a:lnTo>
                <a:lnTo>
                  <a:pt x="358" y="101"/>
                </a:lnTo>
                <a:lnTo>
                  <a:pt x="359" y="101"/>
                </a:lnTo>
                <a:lnTo>
                  <a:pt x="359" y="102"/>
                </a:lnTo>
                <a:lnTo>
                  <a:pt x="359" y="103"/>
                </a:lnTo>
                <a:lnTo>
                  <a:pt x="359" y="104"/>
                </a:lnTo>
                <a:lnTo>
                  <a:pt x="359" y="105"/>
                </a:lnTo>
                <a:lnTo>
                  <a:pt x="360" y="106"/>
                </a:lnTo>
                <a:lnTo>
                  <a:pt x="361" y="107"/>
                </a:lnTo>
                <a:lnTo>
                  <a:pt x="362" y="108"/>
                </a:lnTo>
                <a:lnTo>
                  <a:pt x="362" y="109"/>
                </a:lnTo>
                <a:lnTo>
                  <a:pt x="363" y="110"/>
                </a:lnTo>
                <a:lnTo>
                  <a:pt x="363" y="111"/>
                </a:lnTo>
                <a:lnTo>
                  <a:pt x="364" y="114"/>
                </a:lnTo>
                <a:lnTo>
                  <a:pt x="365" y="114"/>
                </a:lnTo>
                <a:lnTo>
                  <a:pt x="365" y="115"/>
                </a:lnTo>
                <a:lnTo>
                  <a:pt x="365" y="116"/>
                </a:lnTo>
                <a:lnTo>
                  <a:pt x="366" y="117"/>
                </a:lnTo>
                <a:lnTo>
                  <a:pt x="366" y="118"/>
                </a:lnTo>
                <a:lnTo>
                  <a:pt x="366" y="117"/>
                </a:lnTo>
                <a:lnTo>
                  <a:pt x="366" y="118"/>
                </a:lnTo>
                <a:lnTo>
                  <a:pt x="367" y="119"/>
                </a:lnTo>
                <a:lnTo>
                  <a:pt x="367" y="120"/>
                </a:lnTo>
                <a:lnTo>
                  <a:pt x="367" y="121"/>
                </a:lnTo>
                <a:lnTo>
                  <a:pt x="368" y="121"/>
                </a:lnTo>
                <a:lnTo>
                  <a:pt x="368" y="122"/>
                </a:lnTo>
                <a:lnTo>
                  <a:pt x="367" y="122"/>
                </a:lnTo>
                <a:lnTo>
                  <a:pt x="368" y="122"/>
                </a:lnTo>
                <a:lnTo>
                  <a:pt x="368" y="123"/>
                </a:lnTo>
                <a:lnTo>
                  <a:pt x="369" y="124"/>
                </a:lnTo>
                <a:lnTo>
                  <a:pt x="370" y="126"/>
                </a:lnTo>
                <a:lnTo>
                  <a:pt x="371" y="127"/>
                </a:lnTo>
                <a:lnTo>
                  <a:pt x="371" y="128"/>
                </a:lnTo>
                <a:lnTo>
                  <a:pt x="372" y="130"/>
                </a:lnTo>
                <a:lnTo>
                  <a:pt x="373" y="131"/>
                </a:lnTo>
                <a:lnTo>
                  <a:pt x="373" y="132"/>
                </a:lnTo>
                <a:lnTo>
                  <a:pt x="373" y="134"/>
                </a:lnTo>
                <a:lnTo>
                  <a:pt x="372" y="134"/>
                </a:lnTo>
                <a:lnTo>
                  <a:pt x="372" y="135"/>
                </a:lnTo>
                <a:lnTo>
                  <a:pt x="372" y="136"/>
                </a:lnTo>
                <a:lnTo>
                  <a:pt x="373" y="135"/>
                </a:lnTo>
                <a:lnTo>
                  <a:pt x="374" y="135"/>
                </a:lnTo>
                <a:lnTo>
                  <a:pt x="375" y="135"/>
                </a:lnTo>
                <a:lnTo>
                  <a:pt x="376" y="136"/>
                </a:lnTo>
                <a:lnTo>
                  <a:pt x="377" y="138"/>
                </a:lnTo>
                <a:lnTo>
                  <a:pt x="378" y="139"/>
                </a:lnTo>
                <a:lnTo>
                  <a:pt x="378" y="141"/>
                </a:lnTo>
                <a:lnTo>
                  <a:pt x="379" y="142"/>
                </a:lnTo>
                <a:lnTo>
                  <a:pt x="379" y="143"/>
                </a:lnTo>
                <a:lnTo>
                  <a:pt x="380" y="144"/>
                </a:lnTo>
                <a:lnTo>
                  <a:pt x="380" y="145"/>
                </a:lnTo>
                <a:lnTo>
                  <a:pt x="380" y="146"/>
                </a:lnTo>
                <a:lnTo>
                  <a:pt x="381" y="146"/>
                </a:lnTo>
                <a:lnTo>
                  <a:pt x="381" y="147"/>
                </a:lnTo>
                <a:lnTo>
                  <a:pt x="381" y="150"/>
                </a:lnTo>
                <a:lnTo>
                  <a:pt x="382" y="150"/>
                </a:lnTo>
                <a:lnTo>
                  <a:pt x="382" y="151"/>
                </a:lnTo>
                <a:lnTo>
                  <a:pt x="382" y="152"/>
                </a:lnTo>
                <a:lnTo>
                  <a:pt x="381" y="152"/>
                </a:lnTo>
                <a:lnTo>
                  <a:pt x="380" y="153"/>
                </a:lnTo>
                <a:lnTo>
                  <a:pt x="381" y="153"/>
                </a:lnTo>
                <a:lnTo>
                  <a:pt x="382" y="153"/>
                </a:lnTo>
                <a:lnTo>
                  <a:pt x="382" y="154"/>
                </a:lnTo>
                <a:lnTo>
                  <a:pt x="382" y="155"/>
                </a:lnTo>
                <a:lnTo>
                  <a:pt x="382" y="157"/>
                </a:lnTo>
                <a:lnTo>
                  <a:pt x="380" y="158"/>
                </a:lnTo>
                <a:lnTo>
                  <a:pt x="380" y="159"/>
                </a:lnTo>
                <a:lnTo>
                  <a:pt x="379" y="160"/>
                </a:lnTo>
                <a:lnTo>
                  <a:pt x="379" y="161"/>
                </a:lnTo>
                <a:lnTo>
                  <a:pt x="378" y="161"/>
                </a:lnTo>
                <a:lnTo>
                  <a:pt x="379" y="161"/>
                </a:lnTo>
                <a:lnTo>
                  <a:pt x="379" y="162"/>
                </a:lnTo>
                <a:lnTo>
                  <a:pt x="381" y="163"/>
                </a:lnTo>
                <a:lnTo>
                  <a:pt x="383" y="165"/>
                </a:lnTo>
                <a:lnTo>
                  <a:pt x="384" y="165"/>
                </a:lnTo>
                <a:lnTo>
                  <a:pt x="385" y="165"/>
                </a:lnTo>
                <a:lnTo>
                  <a:pt x="386" y="166"/>
                </a:lnTo>
                <a:lnTo>
                  <a:pt x="387" y="166"/>
                </a:lnTo>
                <a:lnTo>
                  <a:pt x="386" y="167"/>
                </a:lnTo>
                <a:lnTo>
                  <a:pt x="387" y="167"/>
                </a:lnTo>
                <a:lnTo>
                  <a:pt x="388" y="166"/>
                </a:lnTo>
                <a:lnTo>
                  <a:pt x="388" y="168"/>
                </a:lnTo>
                <a:lnTo>
                  <a:pt x="389" y="169"/>
                </a:lnTo>
                <a:lnTo>
                  <a:pt x="390" y="169"/>
                </a:lnTo>
                <a:lnTo>
                  <a:pt x="391" y="169"/>
                </a:lnTo>
                <a:lnTo>
                  <a:pt x="391" y="170"/>
                </a:lnTo>
                <a:lnTo>
                  <a:pt x="391" y="171"/>
                </a:lnTo>
                <a:lnTo>
                  <a:pt x="391" y="172"/>
                </a:lnTo>
                <a:lnTo>
                  <a:pt x="392" y="173"/>
                </a:lnTo>
                <a:lnTo>
                  <a:pt x="392" y="174"/>
                </a:lnTo>
                <a:lnTo>
                  <a:pt x="393" y="174"/>
                </a:lnTo>
                <a:lnTo>
                  <a:pt x="394" y="175"/>
                </a:lnTo>
                <a:lnTo>
                  <a:pt x="394" y="177"/>
                </a:lnTo>
                <a:lnTo>
                  <a:pt x="395" y="178"/>
                </a:lnTo>
                <a:lnTo>
                  <a:pt x="394" y="179"/>
                </a:lnTo>
                <a:lnTo>
                  <a:pt x="393" y="179"/>
                </a:lnTo>
                <a:lnTo>
                  <a:pt x="393" y="180"/>
                </a:lnTo>
                <a:lnTo>
                  <a:pt x="394" y="179"/>
                </a:lnTo>
                <a:lnTo>
                  <a:pt x="395" y="181"/>
                </a:lnTo>
                <a:lnTo>
                  <a:pt x="395" y="182"/>
                </a:lnTo>
                <a:lnTo>
                  <a:pt x="394" y="182"/>
                </a:lnTo>
                <a:lnTo>
                  <a:pt x="392" y="183"/>
                </a:lnTo>
                <a:lnTo>
                  <a:pt x="391" y="183"/>
                </a:lnTo>
                <a:lnTo>
                  <a:pt x="390" y="184"/>
                </a:lnTo>
                <a:lnTo>
                  <a:pt x="391" y="184"/>
                </a:lnTo>
                <a:lnTo>
                  <a:pt x="392" y="184"/>
                </a:lnTo>
                <a:lnTo>
                  <a:pt x="393" y="183"/>
                </a:lnTo>
                <a:lnTo>
                  <a:pt x="394" y="182"/>
                </a:lnTo>
                <a:lnTo>
                  <a:pt x="394" y="183"/>
                </a:lnTo>
                <a:lnTo>
                  <a:pt x="394" y="182"/>
                </a:lnTo>
                <a:lnTo>
                  <a:pt x="395" y="182"/>
                </a:lnTo>
                <a:lnTo>
                  <a:pt x="396" y="183"/>
                </a:lnTo>
                <a:lnTo>
                  <a:pt x="396" y="184"/>
                </a:lnTo>
                <a:lnTo>
                  <a:pt x="397" y="183"/>
                </a:lnTo>
                <a:lnTo>
                  <a:pt x="397" y="184"/>
                </a:lnTo>
                <a:lnTo>
                  <a:pt x="397" y="185"/>
                </a:lnTo>
                <a:lnTo>
                  <a:pt x="398" y="187"/>
                </a:lnTo>
                <a:lnTo>
                  <a:pt x="398" y="188"/>
                </a:lnTo>
                <a:lnTo>
                  <a:pt x="399" y="188"/>
                </a:lnTo>
                <a:lnTo>
                  <a:pt x="400" y="189"/>
                </a:lnTo>
                <a:lnTo>
                  <a:pt x="399" y="190"/>
                </a:lnTo>
                <a:lnTo>
                  <a:pt x="400" y="191"/>
                </a:lnTo>
                <a:lnTo>
                  <a:pt x="401" y="194"/>
                </a:lnTo>
                <a:lnTo>
                  <a:pt x="403" y="194"/>
                </a:lnTo>
                <a:lnTo>
                  <a:pt x="404" y="194"/>
                </a:lnTo>
                <a:lnTo>
                  <a:pt x="405" y="195"/>
                </a:lnTo>
                <a:lnTo>
                  <a:pt x="404" y="196"/>
                </a:lnTo>
                <a:lnTo>
                  <a:pt x="405" y="197"/>
                </a:lnTo>
                <a:lnTo>
                  <a:pt x="405" y="198"/>
                </a:lnTo>
                <a:lnTo>
                  <a:pt x="405" y="199"/>
                </a:lnTo>
                <a:lnTo>
                  <a:pt x="404" y="199"/>
                </a:lnTo>
                <a:lnTo>
                  <a:pt x="404" y="200"/>
                </a:lnTo>
                <a:lnTo>
                  <a:pt x="405" y="201"/>
                </a:lnTo>
                <a:lnTo>
                  <a:pt x="405" y="202"/>
                </a:lnTo>
                <a:lnTo>
                  <a:pt x="406" y="202"/>
                </a:lnTo>
                <a:lnTo>
                  <a:pt x="406" y="203"/>
                </a:lnTo>
                <a:lnTo>
                  <a:pt x="406" y="204"/>
                </a:lnTo>
                <a:lnTo>
                  <a:pt x="406" y="205"/>
                </a:lnTo>
                <a:lnTo>
                  <a:pt x="407" y="205"/>
                </a:lnTo>
                <a:lnTo>
                  <a:pt x="407" y="206"/>
                </a:lnTo>
                <a:lnTo>
                  <a:pt x="407" y="207"/>
                </a:lnTo>
                <a:lnTo>
                  <a:pt x="407" y="208"/>
                </a:lnTo>
                <a:lnTo>
                  <a:pt x="407" y="210"/>
                </a:lnTo>
                <a:lnTo>
                  <a:pt x="407" y="211"/>
                </a:lnTo>
                <a:lnTo>
                  <a:pt x="407" y="212"/>
                </a:lnTo>
                <a:lnTo>
                  <a:pt x="404" y="212"/>
                </a:lnTo>
                <a:lnTo>
                  <a:pt x="403" y="213"/>
                </a:lnTo>
                <a:lnTo>
                  <a:pt x="404" y="213"/>
                </a:lnTo>
                <a:lnTo>
                  <a:pt x="407" y="214"/>
                </a:lnTo>
                <a:lnTo>
                  <a:pt x="408" y="215"/>
                </a:lnTo>
                <a:lnTo>
                  <a:pt x="409" y="215"/>
                </a:lnTo>
                <a:lnTo>
                  <a:pt x="410" y="216"/>
                </a:lnTo>
                <a:lnTo>
                  <a:pt x="409" y="216"/>
                </a:lnTo>
                <a:lnTo>
                  <a:pt x="410" y="216"/>
                </a:lnTo>
                <a:lnTo>
                  <a:pt x="411" y="217"/>
                </a:lnTo>
                <a:lnTo>
                  <a:pt x="411" y="221"/>
                </a:lnTo>
                <a:lnTo>
                  <a:pt x="411" y="222"/>
                </a:lnTo>
                <a:lnTo>
                  <a:pt x="410" y="222"/>
                </a:lnTo>
                <a:lnTo>
                  <a:pt x="411" y="222"/>
                </a:lnTo>
                <a:lnTo>
                  <a:pt x="411" y="223"/>
                </a:lnTo>
                <a:lnTo>
                  <a:pt x="412" y="225"/>
                </a:lnTo>
                <a:lnTo>
                  <a:pt x="412" y="226"/>
                </a:lnTo>
                <a:lnTo>
                  <a:pt x="413" y="226"/>
                </a:lnTo>
                <a:lnTo>
                  <a:pt x="413" y="227"/>
                </a:lnTo>
                <a:lnTo>
                  <a:pt x="413" y="228"/>
                </a:lnTo>
                <a:lnTo>
                  <a:pt x="413" y="229"/>
                </a:lnTo>
                <a:lnTo>
                  <a:pt x="412" y="229"/>
                </a:lnTo>
                <a:lnTo>
                  <a:pt x="412" y="230"/>
                </a:lnTo>
                <a:lnTo>
                  <a:pt x="413" y="230"/>
                </a:lnTo>
                <a:lnTo>
                  <a:pt x="415" y="230"/>
                </a:lnTo>
                <a:lnTo>
                  <a:pt x="417" y="230"/>
                </a:lnTo>
                <a:lnTo>
                  <a:pt x="416" y="242"/>
                </a:lnTo>
                <a:lnTo>
                  <a:pt x="415" y="242"/>
                </a:lnTo>
                <a:lnTo>
                  <a:pt x="415" y="246"/>
                </a:lnTo>
                <a:lnTo>
                  <a:pt x="412" y="246"/>
                </a:lnTo>
                <a:lnTo>
                  <a:pt x="411" y="247"/>
                </a:lnTo>
                <a:lnTo>
                  <a:pt x="410" y="248"/>
                </a:lnTo>
                <a:lnTo>
                  <a:pt x="410" y="249"/>
                </a:lnTo>
                <a:lnTo>
                  <a:pt x="411" y="250"/>
                </a:lnTo>
                <a:lnTo>
                  <a:pt x="411" y="249"/>
                </a:lnTo>
                <a:lnTo>
                  <a:pt x="413" y="249"/>
                </a:lnTo>
                <a:lnTo>
                  <a:pt x="414" y="249"/>
                </a:lnTo>
                <a:lnTo>
                  <a:pt x="415" y="249"/>
                </a:lnTo>
                <a:lnTo>
                  <a:pt x="415" y="250"/>
                </a:lnTo>
                <a:lnTo>
                  <a:pt x="416" y="251"/>
                </a:lnTo>
                <a:lnTo>
                  <a:pt x="416" y="252"/>
                </a:lnTo>
                <a:lnTo>
                  <a:pt x="417" y="253"/>
                </a:lnTo>
                <a:lnTo>
                  <a:pt x="417" y="254"/>
                </a:lnTo>
                <a:lnTo>
                  <a:pt x="417" y="255"/>
                </a:lnTo>
                <a:lnTo>
                  <a:pt x="415" y="258"/>
                </a:lnTo>
                <a:lnTo>
                  <a:pt x="415" y="259"/>
                </a:lnTo>
                <a:lnTo>
                  <a:pt x="416" y="259"/>
                </a:lnTo>
                <a:lnTo>
                  <a:pt x="417" y="258"/>
                </a:lnTo>
                <a:lnTo>
                  <a:pt x="417" y="259"/>
                </a:lnTo>
                <a:lnTo>
                  <a:pt x="418" y="259"/>
                </a:lnTo>
                <a:lnTo>
                  <a:pt x="419" y="259"/>
                </a:lnTo>
                <a:lnTo>
                  <a:pt x="421" y="260"/>
                </a:lnTo>
                <a:lnTo>
                  <a:pt x="421" y="259"/>
                </a:lnTo>
                <a:lnTo>
                  <a:pt x="424" y="260"/>
                </a:lnTo>
                <a:lnTo>
                  <a:pt x="423" y="261"/>
                </a:lnTo>
                <a:lnTo>
                  <a:pt x="422" y="263"/>
                </a:lnTo>
                <a:lnTo>
                  <a:pt x="423" y="263"/>
                </a:lnTo>
                <a:lnTo>
                  <a:pt x="424" y="263"/>
                </a:lnTo>
                <a:lnTo>
                  <a:pt x="425" y="264"/>
                </a:lnTo>
                <a:lnTo>
                  <a:pt x="426" y="264"/>
                </a:lnTo>
                <a:lnTo>
                  <a:pt x="427" y="264"/>
                </a:lnTo>
                <a:lnTo>
                  <a:pt x="428" y="265"/>
                </a:lnTo>
                <a:lnTo>
                  <a:pt x="429" y="265"/>
                </a:lnTo>
                <a:lnTo>
                  <a:pt x="430" y="265"/>
                </a:lnTo>
                <a:lnTo>
                  <a:pt x="431" y="266"/>
                </a:lnTo>
                <a:lnTo>
                  <a:pt x="438" y="269"/>
                </a:lnTo>
                <a:lnTo>
                  <a:pt x="438" y="270"/>
                </a:lnTo>
                <a:lnTo>
                  <a:pt x="436" y="273"/>
                </a:lnTo>
                <a:lnTo>
                  <a:pt x="437" y="273"/>
                </a:lnTo>
                <a:lnTo>
                  <a:pt x="437" y="272"/>
                </a:lnTo>
                <a:lnTo>
                  <a:pt x="438" y="272"/>
                </a:lnTo>
                <a:lnTo>
                  <a:pt x="438" y="273"/>
                </a:lnTo>
                <a:lnTo>
                  <a:pt x="440" y="271"/>
                </a:lnTo>
                <a:lnTo>
                  <a:pt x="443" y="272"/>
                </a:lnTo>
                <a:lnTo>
                  <a:pt x="443" y="273"/>
                </a:lnTo>
                <a:lnTo>
                  <a:pt x="445" y="275"/>
                </a:lnTo>
                <a:lnTo>
                  <a:pt x="446" y="274"/>
                </a:lnTo>
                <a:lnTo>
                  <a:pt x="447" y="274"/>
                </a:lnTo>
                <a:lnTo>
                  <a:pt x="449" y="275"/>
                </a:lnTo>
                <a:lnTo>
                  <a:pt x="450" y="275"/>
                </a:lnTo>
                <a:lnTo>
                  <a:pt x="453" y="277"/>
                </a:lnTo>
                <a:lnTo>
                  <a:pt x="454" y="277"/>
                </a:lnTo>
                <a:lnTo>
                  <a:pt x="457" y="279"/>
                </a:lnTo>
                <a:lnTo>
                  <a:pt x="457" y="281"/>
                </a:lnTo>
                <a:lnTo>
                  <a:pt x="457" y="282"/>
                </a:lnTo>
                <a:lnTo>
                  <a:pt x="457" y="284"/>
                </a:lnTo>
                <a:lnTo>
                  <a:pt x="457" y="285"/>
                </a:lnTo>
                <a:lnTo>
                  <a:pt x="457" y="287"/>
                </a:lnTo>
                <a:lnTo>
                  <a:pt x="458" y="288"/>
                </a:lnTo>
                <a:lnTo>
                  <a:pt x="458" y="289"/>
                </a:lnTo>
                <a:lnTo>
                  <a:pt x="459" y="289"/>
                </a:lnTo>
                <a:lnTo>
                  <a:pt x="459" y="291"/>
                </a:lnTo>
                <a:lnTo>
                  <a:pt x="459" y="292"/>
                </a:lnTo>
                <a:lnTo>
                  <a:pt x="460" y="293"/>
                </a:lnTo>
                <a:lnTo>
                  <a:pt x="460" y="294"/>
                </a:lnTo>
                <a:lnTo>
                  <a:pt x="460" y="295"/>
                </a:lnTo>
                <a:lnTo>
                  <a:pt x="461" y="295"/>
                </a:lnTo>
                <a:lnTo>
                  <a:pt x="462" y="296"/>
                </a:lnTo>
                <a:lnTo>
                  <a:pt x="463" y="297"/>
                </a:lnTo>
                <a:lnTo>
                  <a:pt x="463" y="298"/>
                </a:lnTo>
                <a:lnTo>
                  <a:pt x="463" y="299"/>
                </a:lnTo>
                <a:lnTo>
                  <a:pt x="461" y="300"/>
                </a:lnTo>
                <a:lnTo>
                  <a:pt x="460" y="300"/>
                </a:lnTo>
                <a:lnTo>
                  <a:pt x="458" y="299"/>
                </a:lnTo>
                <a:lnTo>
                  <a:pt x="456" y="299"/>
                </a:lnTo>
                <a:lnTo>
                  <a:pt x="456" y="298"/>
                </a:lnTo>
                <a:lnTo>
                  <a:pt x="456" y="299"/>
                </a:lnTo>
                <a:lnTo>
                  <a:pt x="455" y="299"/>
                </a:lnTo>
                <a:lnTo>
                  <a:pt x="454" y="299"/>
                </a:lnTo>
                <a:lnTo>
                  <a:pt x="454" y="300"/>
                </a:lnTo>
                <a:lnTo>
                  <a:pt x="453" y="300"/>
                </a:lnTo>
                <a:lnTo>
                  <a:pt x="453" y="299"/>
                </a:lnTo>
                <a:lnTo>
                  <a:pt x="452" y="299"/>
                </a:lnTo>
                <a:lnTo>
                  <a:pt x="452" y="300"/>
                </a:lnTo>
                <a:lnTo>
                  <a:pt x="453" y="300"/>
                </a:lnTo>
                <a:lnTo>
                  <a:pt x="454" y="300"/>
                </a:lnTo>
                <a:lnTo>
                  <a:pt x="456" y="300"/>
                </a:lnTo>
                <a:lnTo>
                  <a:pt x="457" y="300"/>
                </a:lnTo>
                <a:lnTo>
                  <a:pt x="457" y="301"/>
                </a:lnTo>
                <a:lnTo>
                  <a:pt x="457" y="303"/>
                </a:lnTo>
                <a:lnTo>
                  <a:pt x="458" y="303"/>
                </a:lnTo>
                <a:lnTo>
                  <a:pt x="459" y="304"/>
                </a:lnTo>
                <a:lnTo>
                  <a:pt x="460" y="304"/>
                </a:lnTo>
                <a:lnTo>
                  <a:pt x="461" y="305"/>
                </a:lnTo>
                <a:lnTo>
                  <a:pt x="462" y="304"/>
                </a:lnTo>
                <a:lnTo>
                  <a:pt x="464" y="304"/>
                </a:lnTo>
                <a:lnTo>
                  <a:pt x="464" y="303"/>
                </a:lnTo>
                <a:lnTo>
                  <a:pt x="465" y="304"/>
                </a:lnTo>
                <a:lnTo>
                  <a:pt x="466" y="304"/>
                </a:lnTo>
                <a:lnTo>
                  <a:pt x="466" y="306"/>
                </a:lnTo>
                <a:lnTo>
                  <a:pt x="467" y="307"/>
                </a:lnTo>
                <a:lnTo>
                  <a:pt x="466" y="309"/>
                </a:lnTo>
                <a:lnTo>
                  <a:pt x="467" y="309"/>
                </a:lnTo>
                <a:lnTo>
                  <a:pt x="468" y="310"/>
                </a:lnTo>
                <a:lnTo>
                  <a:pt x="469" y="310"/>
                </a:lnTo>
                <a:lnTo>
                  <a:pt x="470" y="310"/>
                </a:lnTo>
                <a:lnTo>
                  <a:pt x="471" y="311"/>
                </a:lnTo>
                <a:lnTo>
                  <a:pt x="472" y="309"/>
                </a:lnTo>
                <a:lnTo>
                  <a:pt x="474" y="310"/>
                </a:lnTo>
                <a:lnTo>
                  <a:pt x="482" y="313"/>
                </a:lnTo>
                <a:lnTo>
                  <a:pt x="486" y="315"/>
                </a:lnTo>
                <a:lnTo>
                  <a:pt x="488" y="316"/>
                </a:lnTo>
                <a:lnTo>
                  <a:pt x="487" y="317"/>
                </a:lnTo>
                <a:lnTo>
                  <a:pt x="486" y="319"/>
                </a:lnTo>
                <a:lnTo>
                  <a:pt x="487" y="319"/>
                </a:lnTo>
                <a:lnTo>
                  <a:pt x="487" y="320"/>
                </a:lnTo>
                <a:lnTo>
                  <a:pt x="488" y="320"/>
                </a:lnTo>
                <a:lnTo>
                  <a:pt x="489" y="321"/>
                </a:lnTo>
                <a:lnTo>
                  <a:pt x="491" y="322"/>
                </a:lnTo>
                <a:lnTo>
                  <a:pt x="492" y="323"/>
                </a:lnTo>
                <a:lnTo>
                  <a:pt x="492" y="324"/>
                </a:lnTo>
                <a:lnTo>
                  <a:pt x="493" y="324"/>
                </a:lnTo>
                <a:lnTo>
                  <a:pt x="494" y="325"/>
                </a:lnTo>
                <a:lnTo>
                  <a:pt x="498" y="334"/>
                </a:lnTo>
                <a:lnTo>
                  <a:pt x="498" y="335"/>
                </a:lnTo>
                <a:lnTo>
                  <a:pt x="498" y="336"/>
                </a:lnTo>
                <a:lnTo>
                  <a:pt x="498" y="337"/>
                </a:lnTo>
                <a:lnTo>
                  <a:pt x="499" y="337"/>
                </a:lnTo>
                <a:lnTo>
                  <a:pt x="499" y="338"/>
                </a:lnTo>
                <a:lnTo>
                  <a:pt x="499" y="339"/>
                </a:lnTo>
                <a:lnTo>
                  <a:pt x="500" y="339"/>
                </a:lnTo>
                <a:lnTo>
                  <a:pt x="500" y="340"/>
                </a:lnTo>
                <a:lnTo>
                  <a:pt x="501" y="341"/>
                </a:lnTo>
                <a:lnTo>
                  <a:pt x="501" y="342"/>
                </a:lnTo>
                <a:lnTo>
                  <a:pt x="502" y="343"/>
                </a:lnTo>
                <a:lnTo>
                  <a:pt x="502" y="344"/>
                </a:lnTo>
                <a:lnTo>
                  <a:pt x="502" y="345"/>
                </a:lnTo>
                <a:lnTo>
                  <a:pt x="503" y="345"/>
                </a:lnTo>
                <a:lnTo>
                  <a:pt x="503" y="346"/>
                </a:lnTo>
                <a:lnTo>
                  <a:pt x="503" y="347"/>
                </a:lnTo>
                <a:lnTo>
                  <a:pt x="503" y="349"/>
                </a:lnTo>
                <a:lnTo>
                  <a:pt x="502" y="351"/>
                </a:lnTo>
                <a:lnTo>
                  <a:pt x="501" y="351"/>
                </a:lnTo>
                <a:lnTo>
                  <a:pt x="500" y="351"/>
                </a:lnTo>
                <a:lnTo>
                  <a:pt x="499" y="352"/>
                </a:lnTo>
                <a:lnTo>
                  <a:pt x="499" y="355"/>
                </a:lnTo>
                <a:lnTo>
                  <a:pt x="499" y="358"/>
                </a:lnTo>
                <a:lnTo>
                  <a:pt x="498" y="358"/>
                </a:lnTo>
                <a:lnTo>
                  <a:pt x="496" y="357"/>
                </a:lnTo>
                <a:lnTo>
                  <a:pt x="495" y="357"/>
                </a:lnTo>
                <a:lnTo>
                  <a:pt x="494" y="357"/>
                </a:lnTo>
                <a:lnTo>
                  <a:pt x="493" y="357"/>
                </a:lnTo>
                <a:lnTo>
                  <a:pt x="492" y="357"/>
                </a:lnTo>
                <a:lnTo>
                  <a:pt x="491" y="356"/>
                </a:lnTo>
                <a:lnTo>
                  <a:pt x="490" y="356"/>
                </a:lnTo>
                <a:lnTo>
                  <a:pt x="488" y="355"/>
                </a:lnTo>
                <a:lnTo>
                  <a:pt x="487" y="355"/>
                </a:lnTo>
                <a:lnTo>
                  <a:pt x="485" y="354"/>
                </a:lnTo>
                <a:lnTo>
                  <a:pt x="484" y="354"/>
                </a:lnTo>
                <a:lnTo>
                  <a:pt x="482" y="353"/>
                </a:lnTo>
                <a:lnTo>
                  <a:pt x="481" y="353"/>
                </a:lnTo>
                <a:lnTo>
                  <a:pt x="477" y="351"/>
                </a:lnTo>
                <a:lnTo>
                  <a:pt x="477" y="352"/>
                </a:lnTo>
                <a:lnTo>
                  <a:pt x="476" y="351"/>
                </a:lnTo>
                <a:lnTo>
                  <a:pt x="475" y="351"/>
                </a:lnTo>
                <a:lnTo>
                  <a:pt x="474" y="350"/>
                </a:lnTo>
                <a:lnTo>
                  <a:pt x="474" y="351"/>
                </a:lnTo>
                <a:lnTo>
                  <a:pt x="473" y="351"/>
                </a:lnTo>
                <a:lnTo>
                  <a:pt x="473" y="350"/>
                </a:lnTo>
                <a:lnTo>
                  <a:pt x="472" y="350"/>
                </a:lnTo>
                <a:lnTo>
                  <a:pt x="470" y="349"/>
                </a:lnTo>
                <a:lnTo>
                  <a:pt x="469" y="348"/>
                </a:lnTo>
                <a:lnTo>
                  <a:pt x="468" y="348"/>
                </a:lnTo>
                <a:lnTo>
                  <a:pt x="468" y="347"/>
                </a:lnTo>
                <a:lnTo>
                  <a:pt x="467" y="347"/>
                </a:lnTo>
                <a:lnTo>
                  <a:pt x="466" y="347"/>
                </a:lnTo>
                <a:lnTo>
                  <a:pt x="465" y="346"/>
                </a:lnTo>
                <a:lnTo>
                  <a:pt x="464" y="346"/>
                </a:lnTo>
                <a:lnTo>
                  <a:pt x="463" y="346"/>
                </a:lnTo>
                <a:lnTo>
                  <a:pt x="462" y="345"/>
                </a:lnTo>
                <a:lnTo>
                  <a:pt x="461" y="345"/>
                </a:lnTo>
                <a:lnTo>
                  <a:pt x="460" y="345"/>
                </a:lnTo>
                <a:lnTo>
                  <a:pt x="459" y="344"/>
                </a:lnTo>
                <a:lnTo>
                  <a:pt x="458" y="344"/>
                </a:lnTo>
                <a:lnTo>
                  <a:pt x="457" y="343"/>
                </a:lnTo>
                <a:lnTo>
                  <a:pt x="457" y="342"/>
                </a:lnTo>
                <a:lnTo>
                  <a:pt x="456" y="341"/>
                </a:lnTo>
                <a:lnTo>
                  <a:pt x="457" y="341"/>
                </a:lnTo>
                <a:lnTo>
                  <a:pt x="456" y="340"/>
                </a:lnTo>
                <a:lnTo>
                  <a:pt x="455" y="339"/>
                </a:lnTo>
                <a:lnTo>
                  <a:pt x="455" y="338"/>
                </a:lnTo>
                <a:lnTo>
                  <a:pt x="454" y="338"/>
                </a:lnTo>
                <a:lnTo>
                  <a:pt x="453" y="336"/>
                </a:lnTo>
                <a:lnTo>
                  <a:pt x="451" y="335"/>
                </a:lnTo>
                <a:lnTo>
                  <a:pt x="450" y="335"/>
                </a:lnTo>
                <a:lnTo>
                  <a:pt x="449" y="334"/>
                </a:lnTo>
                <a:lnTo>
                  <a:pt x="447" y="334"/>
                </a:lnTo>
                <a:lnTo>
                  <a:pt x="446" y="334"/>
                </a:lnTo>
                <a:lnTo>
                  <a:pt x="445" y="334"/>
                </a:lnTo>
                <a:lnTo>
                  <a:pt x="442" y="335"/>
                </a:lnTo>
                <a:lnTo>
                  <a:pt x="441" y="335"/>
                </a:lnTo>
                <a:lnTo>
                  <a:pt x="440" y="336"/>
                </a:lnTo>
                <a:lnTo>
                  <a:pt x="438" y="337"/>
                </a:lnTo>
                <a:lnTo>
                  <a:pt x="437" y="338"/>
                </a:lnTo>
                <a:lnTo>
                  <a:pt x="436" y="339"/>
                </a:lnTo>
                <a:lnTo>
                  <a:pt x="435" y="339"/>
                </a:lnTo>
                <a:lnTo>
                  <a:pt x="434" y="340"/>
                </a:lnTo>
                <a:lnTo>
                  <a:pt x="433" y="341"/>
                </a:lnTo>
                <a:lnTo>
                  <a:pt x="433" y="342"/>
                </a:lnTo>
                <a:lnTo>
                  <a:pt x="432" y="343"/>
                </a:lnTo>
                <a:lnTo>
                  <a:pt x="431" y="343"/>
                </a:lnTo>
                <a:lnTo>
                  <a:pt x="429" y="344"/>
                </a:lnTo>
                <a:lnTo>
                  <a:pt x="429" y="345"/>
                </a:lnTo>
                <a:lnTo>
                  <a:pt x="429" y="346"/>
                </a:lnTo>
                <a:lnTo>
                  <a:pt x="431" y="347"/>
                </a:lnTo>
                <a:lnTo>
                  <a:pt x="432" y="348"/>
                </a:lnTo>
                <a:lnTo>
                  <a:pt x="433" y="348"/>
                </a:lnTo>
                <a:lnTo>
                  <a:pt x="435" y="350"/>
                </a:lnTo>
                <a:lnTo>
                  <a:pt x="436" y="351"/>
                </a:lnTo>
                <a:lnTo>
                  <a:pt x="437" y="351"/>
                </a:lnTo>
                <a:lnTo>
                  <a:pt x="437" y="352"/>
                </a:lnTo>
                <a:lnTo>
                  <a:pt x="438" y="352"/>
                </a:lnTo>
                <a:lnTo>
                  <a:pt x="439" y="353"/>
                </a:lnTo>
                <a:lnTo>
                  <a:pt x="440" y="354"/>
                </a:lnTo>
                <a:lnTo>
                  <a:pt x="441" y="354"/>
                </a:lnTo>
                <a:lnTo>
                  <a:pt x="441" y="355"/>
                </a:lnTo>
                <a:lnTo>
                  <a:pt x="442" y="356"/>
                </a:lnTo>
                <a:lnTo>
                  <a:pt x="443" y="356"/>
                </a:lnTo>
                <a:lnTo>
                  <a:pt x="444" y="357"/>
                </a:lnTo>
                <a:lnTo>
                  <a:pt x="445" y="359"/>
                </a:lnTo>
                <a:lnTo>
                  <a:pt x="446" y="359"/>
                </a:lnTo>
                <a:lnTo>
                  <a:pt x="446" y="360"/>
                </a:lnTo>
                <a:lnTo>
                  <a:pt x="448" y="362"/>
                </a:lnTo>
                <a:lnTo>
                  <a:pt x="448" y="363"/>
                </a:lnTo>
                <a:lnTo>
                  <a:pt x="449" y="363"/>
                </a:lnTo>
                <a:lnTo>
                  <a:pt x="450" y="364"/>
                </a:lnTo>
                <a:lnTo>
                  <a:pt x="451" y="365"/>
                </a:lnTo>
                <a:lnTo>
                  <a:pt x="453" y="366"/>
                </a:lnTo>
                <a:lnTo>
                  <a:pt x="454" y="366"/>
                </a:lnTo>
                <a:lnTo>
                  <a:pt x="454" y="367"/>
                </a:lnTo>
                <a:lnTo>
                  <a:pt x="453" y="368"/>
                </a:lnTo>
                <a:lnTo>
                  <a:pt x="452" y="369"/>
                </a:lnTo>
                <a:lnTo>
                  <a:pt x="451" y="370"/>
                </a:lnTo>
                <a:lnTo>
                  <a:pt x="449" y="371"/>
                </a:lnTo>
                <a:lnTo>
                  <a:pt x="449" y="372"/>
                </a:lnTo>
                <a:lnTo>
                  <a:pt x="448" y="372"/>
                </a:lnTo>
                <a:lnTo>
                  <a:pt x="448" y="371"/>
                </a:lnTo>
                <a:lnTo>
                  <a:pt x="447" y="371"/>
                </a:lnTo>
                <a:lnTo>
                  <a:pt x="446" y="372"/>
                </a:lnTo>
                <a:lnTo>
                  <a:pt x="447" y="372"/>
                </a:lnTo>
                <a:lnTo>
                  <a:pt x="446" y="373"/>
                </a:lnTo>
                <a:lnTo>
                  <a:pt x="445" y="373"/>
                </a:lnTo>
                <a:lnTo>
                  <a:pt x="444" y="373"/>
                </a:lnTo>
                <a:lnTo>
                  <a:pt x="443" y="373"/>
                </a:lnTo>
                <a:lnTo>
                  <a:pt x="443" y="374"/>
                </a:lnTo>
                <a:lnTo>
                  <a:pt x="442" y="374"/>
                </a:lnTo>
                <a:lnTo>
                  <a:pt x="441" y="373"/>
                </a:lnTo>
                <a:lnTo>
                  <a:pt x="441" y="372"/>
                </a:lnTo>
                <a:lnTo>
                  <a:pt x="440" y="373"/>
                </a:lnTo>
                <a:lnTo>
                  <a:pt x="440" y="374"/>
                </a:lnTo>
                <a:lnTo>
                  <a:pt x="439" y="374"/>
                </a:lnTo>
                <a:lnTo>
                  <a:pt x="438" y="374"/>
                </a:lnTo>
                <a:lnTo>
                  <a:pt x="438" y="375"/>
                </a:lnTo>
                <a:lnTo>
                  <a:pt x="437" y="375"/>
                </a:lnTo>
                <a:lnTo>
                  <a:pt x="436" y="375"/>
                </a:lnTo>
                <a:lnTo>
                  <a:pt x="436" y="376"/>
                </a:lnTo>
                <a:lnTo>
                  <a:pt x="436" y="377"/>
                </a:lnTo>
                <a:lnTo>
                  <a:pt x="435" y="377"/>
                </a:lnTo>
                <a:lnTo>
                  <a:pt x="434" y="377"/>
                </a:lnTo>
                <a:lnTo>
                  <a:pt x="433" y="377"/>
                </a:lnTo>
                <a:lnTo>
                  <a:pt x="433" y="378"/>
                </a:lnTo>
                <a:lnTo>
                  <a:pt x="433" y="379"/>
                </a:lnTo>
                <a:lnTo>
                  <a:pt x="434" y="379"/>
                </a:lnTo>
                <a:lnTo>
                  <a:pt x="433" y="379"/>
                </a:lnTo>
                <a:lnTo>
                  <a:pt x="433" y="380"/>
                </a:lnTo>
                <a:lnTo>
                  <a:pt x="434" y="381"/>
                </a:lnTo>
                <a:lnTo>
                  <a:pt x="433" y="381"/>
                </a:lnTo>
                <a:lnTo>
                  <a:pt x="433" y="382"/>
                </a:lnTo>
                <a:lnTo>
                  <a:pt x="433" y="383"/>
                </a:lnTo>
                <a:lnTo>
                  <a:pt x="432" y="384"/>
                </a:lnTo>
                <a:lnTo>
                  <a:pt x="431" y="384"/>
                </a:lnTo>
                <a:lnTo>
                  <a:pt x="430" y="384"/>
                </a:lnTo>
                <a:lnTo>
                  <a:pt x="430" y="385"/>
                </a:lnTo>
                <a:lnTo>
                  <a:pt x="429" y="385"/>
                </a:lnTo>
                <a:lnTo>
                  <a:pt x="429" y="387"/>
                </a:lnTo>
                <a:lnTo>
                  <a:pt x="430" y="387"/>
                </a:lnTo>
                <a:lnTo>
                  <a:pt x="430" y="388"/>
                </a:lnTo>
                <a:lnTo>
                  <a:pt x="431" y="388"/>
                </a:lnTo>
                <a:lnTo>
                  <a:pt x="431" y="389"/>
                </a:lnTo>
                <a:lnTo>
                  <a:pt x="431" y="390"/>
                </a:lnTo>
                <a:lnTo>
                  <a:pt x="431" y="391"/>
                </a:lnTo>
                <a:lnTo>
                  <a:pt x="431" y="392"/>
                </a:lnTo>
                <a:lnTo>
                  <a:pt x="432" y="392"/>
                </a:lnTo>
                <a:lnTo>
                  <a:pt x="432" y="391"/>
                </a:lnTo>
                <a:lnTo>
                  <a:pt x="433" y="392"/>
                </a:lnTo>
                <a:lnTo>
                  <a:pt x="433" y="393"/>
                </a:lnTo>
                <a:lnTo>
                  <a:pt x="434" y="393"/>
                </a:lnTo>
                <a:lnTo>
                  <a:pt x="434" y="394"/>
                </a:lnTo>
                <a:lnTo>
                  <a:pt x="433" y="394"/>
                </a:lnTo>
                <a:lnTo>
                  <a:pt x="433" y="395"/>
                </a:lnTo>
                <a:lnTo>
                  <a:pt x="432" y="395"/>
                </a:lnTo>
                <a:lnTo>
                  <a:pt x="432" y="394"/>
                </a:lnTo>
                <a:lnTo>
                  <a:pt x="431" y="394"/>
                </a:lnTo>
                <a:lnTo>
                  <a:pt x="430" y="394"/>
                </a:lnTo>
                <a:lnTo>
                  <a:pt x="429" y="394"/>
                </a:lnTo>
                <a:lnTo>
                  <a:pt x="429" y="395"/>
                </a:lnTo>
                <a:lnTo>
                  <a:pt x="428" y="395"/>
                </a:lnTo>
                <a:lnTo>
                  <a:pt x="428" y="394"/>
                </a:lnTo>
                <a:lnTo>
                  <a:pt x="428" y="393"/>
                </a:lnTo>
                <a:lnTo>
                  <a:pt x="427" y="393"/>
                </a:lnTo>
                <a:lnTo>
                  <a:pt x="427" y="394"/>
                </a:lnTo>
                <a:lnTo>
                  <a:pt x="427" y="395"/>
                </a:lnTo>
                <a:lnTo>
                  <a:pt x="426" y="395"/>
                </a:lnTo>
                <a:lnTo>
                  <a:pt x="425" y="395"/>
                </a:lnTo>
                <a:lnTo>
                  <a:pt x="425" y="396"/>
                </a:lnTo>
                <a:lnTo>
                  <a:pt x="425" y="397"/>
                </a:lnTo>
                <a:lnTo>
                  <a:pt x="425" y="398"/>
                </a:lnTo>
                <a:lnTo>
                  <a:pt x="425" y="399"/>
                </a:lnTo>
                <a:lnTo>
                  <a:pt x="425" y="400"/>
                </a:lnTo>
                <a:lnTo>
                  <a:pt x="425" y="401"/>
                </a:lnTo>
                <a:lnTo>
                  <a:pt x="425" y="402"/>
                </a:lnTo>
                <a:lnTo>
                  <a:pt x="426" y="403"/>
                </a:lnTo>
                <a:lnTo>
                  <a:pt x="426" y="404"/>
                </a:lnTo>
                <a:lnTo>
                  <a:pt x="426" y="405"/>
                </a:lnTo>
                <a:lnTo>
                  <a:pt x="426" y="406"/>
                </a:lnTo>
                <a:lnTo>
                  <a:pt x="426" y="407"/>
                </a:lnTo>
                <a:lnTo>
                  <a:pt x="425" y="408"/>
                </a:lnTo>
                <a:lnTo>
                  <a:pt x="425" y="407"/>
                </a:lnTo>
                <a:lnTo>
                  <a:pt x="424" y="407"/>
                </a:lnTo>
                <a:lnTo>
                  <a:pt x="423" y="407"/>
                </a:lnTo>
                <a:lnTo>
                  <a:pt x="423" y="408"/>
                </a:lnTo>
                <a:lnTo>
                  <a:pt x="424" y="408"/>
                </a:lnTo>
                <a:lnTo>
                  <a:pt x="423" y="408"/>
                </a:lnTo>
                <a:lnTo>
                  <a:pt x="423" y="409"/>
                </a:lnTo>
                <a:lnTo>
                  <a:pt x="423" y="408"/>
                </a:lnTo>
                <a:lnTo>
                  <a:pt x="422" y="408"/>
                </a:lnTo>
                <a:lnTo>
                  <a:pt x="421" y="409"/>
                </a:lnTo>
                <a:lnTo>
                  <a:pt x="419" y="409"/>
                </a:lnTo>
                <a:lnTo>
                  <a:pt x="418" y="409"/>
                </a:lnTo>
                <a:lnTo>
                  <a:pt x="417" y="409"/>
                </a:lnTo>
                <a:lnTo>
                  <a:pt x="416" y="409"/>
                </a:lnTo>
                <a:lnTo>
                  <a:pt x="415" y="409"/>
                </a:lnTo>
                <a:lnTo>
                  <a:pt x="415" y="408"/>
                </a:lnTo>
                <a:lnTo>
                  <a:pt x="414" y="408"/>
                </a:lnTo>
                <a:lnTo>
                  <a:pt x="413" y="408"/>
                </a:lnTo>
                <a:lnTo>
                  <a:pt x="412" y="409"/>
                </a:lnTo>
                <a:lnTo>
                  <a:pt x="411" y="409"/>
                </a:lnTo>
                <a:lnTo>
                  <a:pt x="410" y="409"/>
                </a:lnTo>
                <a:lnTo>
                  <a:pt x="409" y="409"/>
                </a:lnTo>
                <a:lnTo>
                  <a:pt x="408" y="410"/>
                </a:lnTo>
                <a:lnTo>
                  <a:pt x="408" y="411"/>
                </a:lnTo>
                <a:lnTo>
                  <a:pt x="407" y="411"/>
                </a:lnTo>
                <a:lnTo>
                  <a:pt x="407" y="412"/>
                </a:lnTo>
                <a:lnTo>
                  <a:pt x="406" y="412"/>
                </a:lnTo>
                <a:lnTo>
                  <a:pt x="407" y="412"/>
                </a:lnTo>
                <a:lnTo>
                  <a:pt x="407" y="413"/>
                </a:lnTo>
                <a:lnTo>
                  <a:pt x="408" y="413"/>
                </a:lnTo>
                <a:lnTo>
                  <a:pt x="408" y="412"/>
                </a:lnTo>
                <a:lnTo>
                  <a:pt x="409" y="413"/>
                </a:lnTo>
                <a:lnTo>
                  <a:pt x="408" y="413"/>
                </a:lnTo>
                <a:lnTo>
                  <a:pt x="410" y="413"/>
                </a:lnTo>
                <a:lnTo>
                  <a:pt x="410" y="414"/>
                </a:lnTo>
                <a:lnTo>
                  <a:pt x="411" y="414"/>
                </a:lnTo>
                <a:lnTo>
                  <a:pt x="411" y="415"/>
                </a:lnTo>
                <a:lnTo>
                  <a:pt x="410" y="415"/>
                </a:lnTo>
                <a:lnTo>
                  <a:pt x="410" y="416"/>
                </a:lnTo>
                <a:lnTo>
                  <a:pt x="410" y="417"/>
                </a:lnTo>
                <a:lnTo>
                  <a:pt x="410" y="418"/>
                </a:lnTo>
                <a:lnTo>
                  <a:pt x="410" y="419"/>
                </a:lnTo>
                <a:lnTo>
                  <a:pt x="411" y="419"/>
                </a:lnTo>
                <a:lnTo>
                  <a:pt x="411" y="421"/>
                </a:lnTo>
                <a:lnTo>
                  <a:pt x="410" y="421"/>
                </a:lnTo>
                <a:lnTo>
                  <a:pt x="410" y="422"/>
                </a:lnTo>
                <a:lnTo>
                  <a:pt x="410" y="423"/>
                </a:lnTo>
                <a:lnTo>
                  <a:pt x="409" y="423"/>
                </a:lnTo>
                <a:lnTo>
                  <a:pt x="408" y="423"/>
                </a:lnTo>
                <a:lnTo>
                  <a:pt x="408" y="424"/>
                </a:lnTo>
                <a:lnTo>
                  <a:pt x="407" y="424"/>
                </a:lnTo>
                <a:lnTo>
                  <a:pt x="406" y="424"/>
                </a:lnTo>
                <a:lnTo>
                  <a:pt x="405" y="424"/>
                </a:lnTo>
                <a:lnTo>
                  <a:pt x="405" y="423"/>
                </a:lnTo>
                <a:lnTo>
                  <a:pt x="403" y="422"/>
                </a:lnTo>
                <a:lnTo>
                  <a:pt x="402" y="422"/>
                </a:lnTo>
                <a:lnTo>
                  <a:pt x="401" y="422"/>
                </a:lnTo>
                <a:lnTo>
                  <a:pt x="400" y="422"/>
                </a:lnTo>
                <a:lnTo>
                  <a:pt x="400" y="423"/>
                </a:lnTo>
                <a:lnTo>
                  <a:pt x="399" y="423"/>
                </a:lnTo>
                <a:lnTo>
                  <a:pt x="398" y="424"/>
                </a:lnTo>
                <a:lnTo>
                  <a:pt x="399" y="425"/>
                </a:lnTo>
                <a:lnTo>
                  <a:pt x="398" y="425"/>
                </a:lnTo>
                <a:lnTo>
                  <a:pt x="397" y="426"/>
                </a:lnTo>
                <a:lnTo>
                  <a:pt x="397" y="427"/>
                </a:lnTo>
                <a:lnTo>
                  <a:pt x="396" y="427"/>
                </a:lnTo>
                <a:lnTo>
                  <a:pt x="396" y="426"/>
                </a:lnTo>
                <a:lnTo>
                  <a:pt x="395" y="426"/>
                </a:lnTo>
                <a:lnTo>
                  <a:pt x="394" y="426"/>
                </a:lnTo>
                <a:lnTo>
                  <a:pt x="393" y="426"/>
                </a:lnTo>
                <a:lnTo>
                  <a:pt x="392" y="426"/>
                </a:lnTo>
                <a:lnTo>
                  <a:pt x="391" y="426"/>
                </a:lnTo>
                <a:lnTo>
                  <a:pt x="391" y="427"/>
                </a:lnTo>
                <a:lnTo>
                  <a:pt x="392" y="428"/>
                </a:lnTo>
                <a:lnTo>
                  <a:pt x="393" y="429"/>
                </a:lnTo>
                <a:lnTo>
                  <a:pt x="393" y="430"/>
                </a:lnTo>
                <a:lnTo>
                  <a:pt x="394" y="431"/>
                </a:lnTo>
                <a:lnTo>
                  <a:pt x="394" y="432"/>
                </a:lnTo>
                <a:lnTo>
                  <a:pt x="393" y="432"/>
                </a:lnTo>
                <a:lnTo>
                  <a:pt x="393" y="433"/>
                </a:lnTo>
                <a:lnTo>
                  <a:pt x="394" y="433"/>
                </a:lnTo>
                <a:lnTo>
                  <a:pt x="394" y="434"/>
                </a:lnTo>
                <a:lnTo>
                  <a:pt x="393" y="435"/>
                </a:lnTo>
                <a:lnTo>
                  <a:pt x="392" y="435"/>
                </a:lnTo>
                <a:lnTo>
                  <a:pt x="393" y="435"/>
                </a:lnTo>
                <a:lnTo>
                  <a:pt x="392" y="436"/>
                </a:lnTo>
                <a:lnTo>
                  <a:pt x="393" y="436"/>
                </a:lnTo>
                <a:lnTo>
                  <a:pt x="392" y="436"/>
                </a:lnTo>
                <a:lnTo>
                  <a:pt x="393" y="436"/>
                </a:lnTo>
                <a:lnTo>
                  <a:pt x="392" y="436"/>
                </a:lnTo>
                <a:lnTo>
                  <a:pt x="391" y="435"/>
                </a:lnTo>
                <a:lnTo>
                  <a:pt x="390" y="435"/>
                </a:lnTo>
                <a:lnTo>
                  <a:pt x="390" y="436"/>
                </a:lnTo>
                <a:lnTo>
                  <a:pt x="390" y="437"/>
                </a:lnTo>
                <a:lnTo>
                  <a:pt x="389" y="437"/>
                </a:lnTo>
                <a:lnTo>
                  <a:pt x="389" y="436"/>
                </a:lnTo>
                <a:lnTo>
                  <a:pt x="389" y="437"/>
                </a:lnTo>
                <a:lnTo>
                  <a:pt x="388" y="437"/>
                </a:lnTo>
                <a:lnTo>
                  <a:pt x="388" y="438"/>
                </a:lnTo>
                <a:lnTo>
                  <a:pt x="387" y="438"/>
                </a:lnTo>
                <a:lnTo>
                  <a:pt x="386" y="437"/>
                </a:lnTo>
                <a:lnTo>
                  <a:pt x="386" y="438"/>
                </a:lnTo>
                <a:lnTo>
                  <a:pt x="385" y="438"/>
                </a:lnTo>
                <a:lnTo>
                  <a:pt x="384" y="438"/>
                </a:lnTo>
                <a:lnTo>
                  <a:pt x="383" y="438"/>
                </a:lnTo>
                <a:lnTo>
                  <a:pt x="383" y="437"/>
                </a:lnTo>
                <a:lnTo>
                  <a:pt x="382" y="437"/>
                </a:lnTo>
                <a:lnTo>
                  <a:pt x="382" y="438"/>
                </a:lnTo>
                <a:lnTo>
                  <a:pt x="382" y="439"/>
                </a:lnTo>
                <a:lnTo>
                  <a:pt x="381" y="439"/>
                </a:lnTo>
                <a:lnTo>
                  <a:pt x="380" y="439"/>
                </a:lnTo>
                <a:lnTo>
                  <a:pt x="380" y="440"/>
                </a:lnTo>
                <a:lnTo>
                  <a:pt x="380" y="439"/>
                </a:lnTo>
                <a:lnTo>
                  <a:pt x="380" y="440"/>
                </a:lnTo>
                <a:lnTo>
                  <a:pt x="379" y="440"/>
                </a:lnTo>
                <a:lnTo>
                  <a:pt x="380" y="440"/>
                </a:lnTo>
                <a:lnTo>
                  <a:pt x="379" y="441"/>
                </a:lnTo>
                <a:lnTo>
                  <a:pt x="379" y="442"/>
                </a:lnTo>
                <a:lnTo>
                  <a:pt x="378" y="443"/>
                </a:lnTo>
                <a:lnTo>
                  <a:pt x="377" y="444"/>
                </a:lnTo>
                <a:lnTo>
                  <a:pt x="377" y="445"/>
                </a:lnTo>
                <a:lnTo>
                  <a:pt x="376" y="445"/>
                </a:lnTo>
                <a:lnTo>
                  <a:pt x="376" y="446"/>
                </a:lnTo>
                <a:lnTo>
                  <a:pt x="375" y="447"/>
                </a:lnTo>
                <a:lnTo>
                  <a:pt x="374" y="447"/>
                </a:lnTo>
                <a:lnTo>
                  <a:pt x="373" y="447"/>
                </a:lnTo>
                <a:lnTo>
                  <a:pt x="373" y="446"/>
                </a:lnTo>
                <a:lnTo>
                  <a:pt x="373" y="445"/>
                </a:lnTo>
                <a:lnTo>
                  <a:pt x="372" y="445"/>
                </a:lnTo>
                <a:lnTo>
                  <a:pt x="372" y="444"/>
                </a:lnTo>
                <a:lnTo>
                  <a:pt x="372" y="443"/>
                </a:lnTo>
                <a:lnTo>
                  <a:pt x="371" y="443"/>
                </a:lnTo>
                <a:lnTo>
                  <a:pt x="371" y="442"/>
                </a:lnTo>
                <a:lnTo>
                  <a:pt x="371" y="441"/>
                </a:lnTo>
                <a:lnTo>
                  <a:pt x="371" y="439"/>
                </a:lnTo>
                <a:lnTo>
                  <a:pt x="370" y="439"/>
                </a:lnTo>
                <a:lnTo>
                  <a:pt x="370" y="438"/>
                </a:lnTo>
                <a:lnTo>
                  <a:pt x="369" y="438"/>
                </a:lnTo>
                <a:lnTo>
                  <a:pt x="369" y="437"/>
                </a:lnTo>
                <a:lnTo>
                  <a:pt x="370" y="436"/>
                </a:lnTo>
                <a:lnTo>
                  <a:pt x="369" y="436"/>
                </a:lnTo>
                <a:lnTo>
                  <a:pt x="369" y="435"/>
                </a:lnTo>
                <a:lnTo>
                  <a:pt x="369" y="434"/>
                </a:lnTo>
                <a:lnTo>
                  <a:pt x="369" y="433"/>
                </a:lnTo>
                <a:lnTo>
                  <a:pt x="368" y="433"/>
                </a:lnTo>
                <a:lnTo>
                  <a:pt x="368" y="432"/>
                </a:lnTo>
                <a:lnTo>
                  <a:pt x="369" y="432"/>
                </a:lnTo>
                <a:lnTo>
                  <a:pt x="369" y="431"/>
                </a:lnTo>
                <a:lnTo>
                  <a:pt x="368" y="430"/>
                </a:lnTo>
                <a:lnTo>
                  <a:pt x="368" y="431"/>
                </a:lnTo>
                <a:lnTo>
                  <a:pt x="368" y="430"/>
                </a:lnTo>
                <a:lnTo>
                  <a:pt x="367" y="430"/>
                </a:lnTo>
                <a:lnTo>
                  <a:pt x="367" y="431"/>
                </a:lnTo>
                <a:lnTo>
                  <a:pt x="367" y="432"/>
                </a:lnTo>
                <a:lnTo>
                  <a:pt x="367" y="433"/>
                </a:lnTo>
                <a:lnTo>
                  <a:pt x="366" y="433"/>
                </a:lnTo>
                <a:lnTo>
                  <a:pt x="366" y="434"/>
                </a:lnTo>
                <a:lnTo>
                  <a:pt x="365" y="434"/>
                </a:lnTo>
                <a:lnTo>
                  <a:pt x="364" y="434"/>
                </a:lnTo>
                <a:lnTo>
                  <a:pt x="363" y="434"/>
                </a:lnTo>
                <a:lnTo>
                  <a:pt x="363" y="435"/>
                </a:lnTo>
                <a:lnTo>
                  <a:pt x="362" y="435"/>
                </a:lnTo>
                <a:lnTo>
                  <a:pt x="362" y="434"/>
                </a:lnTo>
                <a:lnTo>
                  <a:pt x="362" y="433"/>
                </a:lnTo>
                <a:lnTo>
                  <a:pt x="361" y="432"/>
                </a:lnTo>
                <a:lnTo>
                  <a:pt x="362" y="432"/>
                </a:lnTo>
                <a:lnTo>
                  <a:pt x="362" y="431"/>
                </a:lnTo>
                <a:lnTo>
                  <a:pt x="362" y="430"/>
                </a:lnTo>
                <a:lnTo>
                  <a:pt x="362" y="429"/>
                </a:lnTo>
                <a:lnTo>
                  <a:pt x="363" y="429"/>
                </a:lnTo>
                <a:lnTo>
                  <a:pt x="363" y="428"/>
                </a:lnTo>
                <a:lnTo>
                  <a:pt x="362" y="428"/>
                </a:lnTo>
                <a:lnTo>
                  <a:pt x="361" y="429"/>
                </a:lnTo>
                <a:lnTo>
                  <a:pt x="360" y="429"/>
                </a:lnTo>
                <a:lnTo>
                  <a:pt x="359" y="429"/>
                </a:lnTo>
                <a:lnTo>
                  <a:pt x="358" y="429"/>
                </a:lnTo>
                <a:lnTo>
                  <a:pt x="358" y="430"/>
                </a:lnTo>
                <a:lnTo>
                  <a:pt x="357" y="430"/>
                </a:lnTo>
                <a:lnTo>
                  <a:pt x="356" y="430"/>
                </a:lnTo>
                <a:lnTo>
                  <a:pt x="355" y="430"/>
                </a:lnTo>
                <a:lnTo>
                  <a:pt x="354" y="430"/>
                </a:lnTo>
                <a:lnTo>
                  <a:pt x="353" y="430"/>
                </a:lnTo>
                <a:lnTo>
                  <a:pt x="352" y="430"/>
                </a:lnTo>
                <a:lnTo>
                  <a:pt x="349" y="430"/>
                </a:lnTo>
                <a:lnTo>
                  <a:pt x="348" y="430"/>
                </a:lnTo>
                <a:lnTo>
                  <a:pt x="346" y="430"/>
                </a:lnTo>
                <a:lnTo>
                  <a:pt x="345" y="430"/>
                </a:lnTo>
                <a:lnTo>
                  <a:pt x="344" y="429"/>
                </a:lnTo>
                <a:lnTo>
                  <a:pt x="343" y="429"/>
                </a:lnTo>
                <a:lnTo>
                  <a:pt x="341" y="428"/>
                </a:lnTo>
                <a:lnTo>
                  <a:pt x="339" y="427"/>
                </a:lnTo>
                <a:lnTo>
                  <a:pt x="339" y="426"/>
                </a:lnTo>
                <a:lnTo>
                  <a:pt x="338" y="426"/>
                </a:lnTo>
                <a:lnTo>
                  <a:pt x="337" y="424"/>
                </a:lnTo>
                <a:lnTo>
                  <a:pt x="336" y="424"/>
                </a:lnTo>
                <a:lnTo>
                  <a:pt x="335" y="423"/>
                </a:lnTo>
                <a:lnTo>
                  <a:pt x="334" y="422"/>
                </a:lnTo>
                <a:lnTo>
                  <a:pt x="333" y="422"/>
                </a:lnTo>
                <a:lnTo>
                  <a:pt x="332" y="421"/>
                </a:lnTo>
                <a:lnTo>
                  <a:pt x="331" y="421"/>
                </a:lnTo>
                <a:lnTo>
                  <a:pt x="330" y="421"/>
                </a:lnTo>
                <a:lnTo>
                  <a:pt x="330" y="420"/>
                </a:lnTo>
                <a:lnTo>
                  <a:pt x="329" y="420"/>
                </a:lnTo>
                <a:lnTo>
                  <a:pt x="329" y="419"/>
                </a:lnTo>
                <a:lnTo>
                  <a:pt x="328" y="418"/>
                </a:lnTo>
                <a:lnTo>
                  <a:pt x="328" y="417"/>
                </a:lnTo>
                <a:lnTo>
                  <a:pt x="328" y="416"/>
                </a:lnTo>
                <a:lnTo>
                  <a:pt x="327" y="416"/>
                </a:lnTo>
                <a:lnTo>
                  <a:pt x="327" y="415"/>
                </a:lnTo>
                <a:lnTo>
                  <a:pt x="326" y="414"/>
                </a:lnTo>
                <a:lnTo>
                  <a:pt x="325" y="413"/>
                </a:lnTo>
                <a:lnTo>
                  <a:pt x="324" y="412"/>
                </a:lnTo>
                <a:lnTo>
                  <a:pt x="325" y="411"/>
                </a:lnTo>
                <a:lnTo>
                  <a:pt x="324" y="411"/>
                </a:lnTo>
                <a:lnTo>
                  <a:pt x="324" y="409"/>
                </a:lnTo>
                <a:lnTo>
                  <a:pt x="324" y="408"/>
                </a:lnTo>
                <a:lnTo>
                  <a:pt x="322" y="407"/>
                </a:lnTo>
                <a:lnTo>
                  <a:pt x="322" y="406"/>
                </a:lnTo>
                <a:lnTo>
                  <a:pt x="322" y="405"/>
                </a:lnTo>
                <a:lnTo>
                  <a:pt x="321" y="405"/>
                </a:lnTo>
                <a:lnTo>
                  <a:pt x="320" y="406"/>
                </a:lnTo>
                <a:lnTo>
                  <a:pt x="319" y="406"/>
                </a:lnTo>
                <a:lnTo>
                  <a:pt x="318" y="406"/>
                </a:lnTo>
                <a:lnTo>
                  <a:pt x="317" y="406"/>
                </a:lnTo>
                <a:lnTo>
                  <a:pt x="317" y="405"/>
                </a:lnTo>
                <a:lnTo>
                  <a:pt x="317" y="406"/>
                </a:lnTo>
                <a:lnTo>
                  <a:pt x="317" y="405"/>
                </a:lnTo>
                <a:lnTo>
                  <a:pt x="316" y="405"/>
                </a:lnTo>
                <a:lnTo>
                  <a:pt x="316" y="406"/>
                </a:lnTo>
                <a:lnTo>
                  <a:pt x="315" y="406"/>
                </a:lnTo>
                <a:lnTo>
                  <a:pt x="315" y="405"/>
                </a:lnTo>
                <a:lnTo>
                  <a:pt x="314" y="405"/>
                </a:lnTo>
                <a:lnTo>
                  <a:pt x="313" y="405"/>
                </a:lnTo>
                <a:lnTo>
                  <a:pt x="313" y="406"/>
                </a:lnTo>
                <a:lnTo>
                  <a:pt x="314" y="406"/>
                </a:lnTo>
                <a:lnTo>
                  <a:pt x="314" y="407"/>
                </a:lnTo>
                <a:lnTo>
                  <a:pt x="313" y="407"/>
                </a:lnTo>
                <a:lnTo>
                  <a:pt x="312" y="408"/>
                </a:lnTo>
                <a:lnTo>
                  <a:pt x="312" y="407"/>
                </a:lnTo>
                <a:lnTo>
                  <a:pt x="311" y="407"/>
                </a:lnTo>
                <a:lnTo>
                  <a:pt x="310" y="407"/>
                </a:lnTo>
                <a:lnTo>
                  <a:pt x="310" y="406"/>
                </a:lnTo>
                <a:lnTo>
                  <a:pt x="311" y="406"/>
                </a:lnTo>
                <a:lnTo>
                  <a:pt x="311" y="405"/>
                </a:lnTo>
                <a:lnTo>
                  <a:pt x="310" y="405"/>
                </a:lnTo>
                <a:lnTo>
                  <a:pt x="309" y="404"/>
                </a:lnTo>
                <a:lnTo>
                  <a:pt x="309" y="405"/>
                </a:lnTo>
                <a:lnTo>
                  <a:pt x="308" y="404"/>
                </a:lnTo>
                <a:lnTo>
                  <a:pt x="308" y="405"/>
                </a:lnTo>
                <a:lnTo>
                  <a:pt x="307" y="405"/>
                </a:lnTo>
                <a:lnTo>
                  <a:pt x="306" y="405"/>
                </a:lnTo>
                <a:lnTo>
                  <a:pt x="305" y="405"/>
                </a:lnTo>
                <a:lnTo>
                  <a:pt x="304" y="405"/>
                </a:lnTo>
                <a:lnTo>
                  <a:pt x="303" y="406"/>
                </a:lnTo>
                <a:lnTo>
                  <a:pt x="304" y="406"/>
                </a:lnTo>
                <a:lnTo>
                  <a:pt x="303" y="406"/>
                </a:lnTo>
                <a:lnTo>
                  <a:pt x="303" y="407"/>
                </a:lnTo>
                <a:lnTo>
                  <a:pt x="302" y="407"/>
                </a:lnTo>
                <a:lnTo>
                  <a:pt x="301" y="407"/>
                </a:lnTo>
                <a:lnTo>
                  <a:pt x="301" y="406"/>
                </a:lnTo>
                <a:lnTo>
                  <a:pt x="300" y="406"/>
                </a:lnTo>
                <a:lnTo>
                  <a:pt x="299" y="406"/>
                </a:lnTo>
                <a:lnTo>
                  <a:pt x="299" y="407"/>
                </a:lnTo>
                <a:lnTo>
                  <a:pt x="298" y="407"/>
                </a:lnTo>
                <a:lnTo>
                  <a:pt x="297" y="408"/>
                </a:lnTo>
                <a:lnTo>
                  <a:pt x="297" y="409"/>
                </a:lnTo>
                <a:lnTo>
                  <a:pt x="298" y="408"/>
                </a:lnTo>
                <a:lnTo>
                  <a:pt x="298" y="409"/>
                </a:lnTo>
                <a:lnTo>
                  <a:pt x="297" y="409"/>
                </a:lnTo>
                <a:lnTo>
                  <a:pt x="296" y="409"/>
                </a:lnTo>
                <a:lnTo>
                  <a:pt x="296" y="410"/>
                </a:lnTo>
                <a:lnTo>
                  <a:pt x="295" y="410"/>
                </a:lnTo>
                <a:lnTo>
                  <a:pt x="295" y="409"/>
                </a:lnTo>
                <a:lnTo>
                  <a:pt x="294" y="410"/>
                </a:lnTo>
                <a:lnTo>
                  <a:pt x="293" y="411"/>
                </a:lnTo>
                <a:lnTo>
                  <a:pt x="294" y="411"/>
                </a:lnTo>
                <a:lnTo>
                  <a:pt x="294" y="412"/>
                </a:lnTo>
                <a:lnTo>
                  <a:pt x="293" y="411"/>
                </a:lnTo>
                <a:lnTo>
                  <a:pt x="292" y="411"/>
                </a:lnTo>
                <a:lnTo>
                  <a:pt x="293" y="412"/>
                </a:lnTo>
                <a:lnTo>
                  <a:pt x="292" y="412"/>
                </a:lnTo>
                <a:lnTo>
                  <a:pt x="292" y="411"/>
                </a:lnTo>
                <a:lnTo>
                  <a:pt x="292" y="412"/>
                </a:lnTo>
                <a:lnTo>
                  <a:pt x="291" y="412"/>
                </a:lnTo>
                <a:lnTo>
                  <a:pt x="291" y="411"/>
                </a:lnTo>
                <a:lnTo>
                  <a:pt x="291" y="410"/>
                </a:lnTo>
                <a:lnTo>
                  <a:pt x="291" y="409"/>
                </a:lnTo>
                <a:lnTo>
                  <a:pt x="290" y="409"/>
                </a:lnTo>
                <a:lnTo>
                  <a:pt x="290" y="408"/>
                </a:lnTo>
                <a:lnTo>
                  <a:pt x="289" y="408"/>
                </a:lnTo>
                <a:lnTo>
                  <a:pt x="287" y="408"/>
                </a:lnTo>
                <a:lnTo>
                  <a:pt x="287" y="407"/>
                </a:lnTo>
                <a:lnTo>
                  <a:pt x="286" y="407"/>
                </a:lnTo>
                <a:lnTo>
                  <a:pt x="287" y="407"/>
                </a:lnTo>
                <a:lnTo>
                  <a:pt x="286" y="407"/>
                </a:lnTo>
                <a:lnTo>
                  <a:pt x="286" y="406"/>
                </a:lnTo>
                <a:lnTo>
                  <a:pt x="285" y="406"/>
                </a:lnTo>
                <a:lnTo>
                  <a:pt x="285" y="407"/>
                </a:lnTo>
                <a:lnTo>
                  <a:pt x="284" y="407"/>
                </a:lnTo>
                <a:lnTo>
                  <a:pt x="283" y="406"/>
                </a:lnTo>
                <a:lnTo>
                  <a:pt x="282" y="406"/>
                </a:lnTo>
                <a:lnTo>
                  <a:pt x="282" y="407"/>
                </a:lnTo>
                <a:lnTo>
                  <a:pt x="281" y="407"/>
                </a:lnTo>
                <a:lnTo>
                  <a:pt x="280" y="407"/>
                </a:lnTo>
                <a:lnTo>
                  <a:pt x="279" y="406"/>
                </a:lnTo>
                <a:lnTo>
                  <a:pt x="279" y="405"/>
                </a:lnTo>
                <a:lnTo>
                  <a:pt x="278" y="405"/>
                </a:lnTo>
                <a:lnTo>
                  <a:pt x="277" y="405"/>
                </a:lnTo>
                <a:lnTo>
                  <a:pt x="277" y="404"/>
                </a:lnTo>
                <a:lnTo>
                  <a:pt x="276" y="404"/>
                </a:lnTo>
                <a:lnTo>
                  <a:pt x="276" y="405"/>
                </a:lnTo>
                <a:lnTo>
                  <a:pt x="275" y="405"/>
                </a:lnTo>
                <a:lnTo>
                  <a:pt x="275" y="404"/>
                </a:lnTo>
                <a:lnTo>
                  <a:pt x="274" y="405"/>
                </a:lnTo>
                <a:lnTo>
                  <a:pt x="273" y="406"/>
                </a:lnTo>
                <a:lnTo>
                  <a:pt x="273" y="405"/>
                </a:lnTo>
                <a:lnTo>
                  <a:pt x="274" y="404"/>
                </a:lnTo>
                <a:lnTo>
                  <a:pt x="273" y="404"/>
                </a:lnTo>
                <a:lnTo>
                  <a:pt x="274" y="403"/>
                </a:lnTo>
                <a:lnTo>
                  <a:pt x="275" y="403"/>
                </a:lnTo>
                <a:lnTo>
                  <a:pt x="274" y="402"/>
                </a:lnTo>
                <a:lnTo>
                  <a:pt x="274" y="403"/>
                </a:lnTo>
                <a:lnTo>
                  <a:pt x="273" y="403"/>
                </a:lnTo>
                <a:lnTo>
                  <a:pt x="272" y="404"/>
                </a:lnTo>
                <a:lnTo>
                  <a:pt x="272" y="403"/>
                </a:lnTo>
                <a:lnTo>
                  <a:pt x="271" y="403"/>
                </a:lnTo>
                <a:lnTo>
                  <a:pt x="271" y="402"/>
                </a:lnTo>
                <a:lnTo>
                  <a:pt x="271" y="401"/>
                </a:lnTo>
                <a:lnTo>
                  <a:pt x="271" y="400"/>
                </a:lnTo>
                <a:lnTo>
                  <a:pt x="271" y="399"/>
                </a:lnTo>
                <a:lnTo>
                  <a:pt x="271" y="398"/>
                </a:lnTo>
                <a:lnTo>
                  <a:pt x="272" y="398"/>
                </a:lnTo>
                <a:lnTo>
                  <a:pt x="272" y="397"/>
                </a:lnTo>
                <a:lnTo>
                  <a:pt x="272" y="396"/>
                </a:lnTo>
                <a:lnTo>
                  <a:pt x="273" y="396"/>
                </a:lnTo>
                <a:lnTo>
                  <a:pt x="273" y="395"/>
                </a:lnTo>
                <a:lnTo>
                  <a:pt x="272" y="395"/>
                </a:lnTo>
                <a:lnTo>
                  <a:pt x="272" y="394"/>
                </a:lnTo>
                <a:lnTo>
                  <a:pt x="271" y="394"/>
                </a:lnTo>
                <a:lnTo>
                  <a:pt x="271" y="393"/>
                </a:lnTo>
                <a:lnTo>
                  <a:pt x="271" y="392"/>
                </a:lnTo>
                <a:lnTo>
                  <a:pt x="270" y="392"/>
                </a:lnTo>
                <a:lnTo>
                  <a:pt x="269" y="392"/>
                </a:lnTo>
                <a:lnTo>
                  <a:pt x="270" y="392"/>
                </a:lnTo>
                <a:lnTo>
                  <a:pt x="270" y="393"/>
                </a:lnTo>
                <a:lnTo>
                  <a:pt x="269" y="393"/>
                </a:lnTo>
                <a:lnTo>
                  <a:pt x="270" y="393"/>
                </a:lnTo>
                <a:lnTo>
                  <a:pt x="270" y="394"/>
                </a:lnTo>
                <a:lnTo>
                  <a:pt x="269" y="394"/>
                </a:lnTo>
                <a:lnTo>
                  <a:pt x="269" y="395"/>
                </a:lnTo>
                <a:lnTo>
                  <a:pt x="269" y="396"/>
                </a:lnTo>
                <a:lnTo>
                  <a:pt x="270" y="396"/>
                </a:lnTo>
                <a:lnTo>
                  <a:pt x="269" y="396"/>
                </a:lnTo>
                <a:lnTo>
                  <a:pt x="268" y="396"/>
                </a:lnTo>
                <a:lnTo>
                  <a:pt x="267" y="396"/>
                </a:lnTo>
                <a:lnTo>
                  <a:pt x="266" y="396"/>
                </a:lnTo>
                <a:lnTo>
                  <a:pt x="265" y="395"/>
                </a:lnTo>
                <a:lnTo>
                  <a:pt x="265" y="396"/>
                </a:lnTo>
                <a:lnTo>
                  <a:pt x="264" y="396"/>
                </a:lnTo>
                <a:lnTo>
                  <a:pt x="263" y="396"/>
                </a:lnTo>
                <a:lnTo>
                  <a:pt x="263" y="397"/>
                </a:lnTo>
                <a:lnTo>
                  <a:pt x="262" y="397"/>
                </a:lnTo>
                <a:lnTo>
                  <a:pt x="262" y="396"/>
                </a:lnTo>
                <a:lnTo>
                  <a:pt x="261" y="396"/>
                </a:lnTo>
                <a:lnTo>
                  <a:pt x="261" y="397"/>
                </a:lnTo>
                <a:lnTo>
                  <a:pt x="260" y="397"/>
                </a:lnTo>
                <a:lnTo>
                  <a:pt x="259" y="396"/>
                </a:lnTo>
                <a:lnTo>
                  <a:pt x="258" y="396"/>
                </a:lnTo>
                <a:lnTo>
                  <a:pt x="258" y="395"/>
                </a:lnTo>
                <a:lnTo>
                  <a:pt x="257" y="395"/>
                </a:lnTo>
                <a:lnTo>
                  <a:pt x="257" y="396"/>
                </a:lnTo>
                <a:lnTo>
                  <a:pt x="256" y="396"/>
                </a:lnTo>
                <a:lnTo>
                  <a:pt x="256" y="395"/>
                </a:lnTo>
                <a:lnTo>
                  <a:pt x="256" y="394"/>
                </a:lnTo>
                <a:lnTo>
                  <a:pt x="256" y="392"/>
                </a:lnTo>
                <a:lnTo>
                  <a:pt x="255" y="392"/>
                </a:lnTo>
                <a:lnTo>
                  <a:pt x="254" y="392"/>
                </a:lnTo>
                <a:lnTo>
                  <a:pt x="254" y="393"/>
                </a:lnTo>
                <a:lnTo>
                  <a:pt x="253" y="393"/>
                </a:lnTo>
                <a:lnTo>
                  <a:pt x="252" y="393"/>
                </a:lnTo>
                <a:lnTo>
                  <a:pt x="252" y="394"/>
                </a:lnTo>
                <a:lnTo>
                  <a:pt x="251" y="395"/>
                </a:lnTo>
                <a:lnTo>
                  <a:pt x="250" y="396"/>
                </a:lnTo>
                <a:lnTo>
                  <a:pt x="249" y="396"/>
                </a:lnTo>
                <a:lnTo>
                  <a:pt x="248" y="397"/>
                </a:lnTo>
                <a:lnTo>
                  <a:pt x="248" y="399"/>
                </a:lnTo>
                <a:lnTo>
                  <a:pt x="247" y="399"/>
                </a:lnTo>
                <a:lnTo>
                  <a:pt x="247" y="398"/>
                </a:lnTo>
                <a:lnTo>
                  <a:pt x="246" y="398"/>
                </a:lnTo>
                <a:lnTo>
                  <a:pt x="246" y="399"/>
                </a:lnTo>
                <a:lnTo>
                  <a:pt x="245" y="399"/>
                </a:lnTo>
                <a:lnTo>
                  <a:pt x="245" y="398"/>
                </a:lnTo>
                <a:lnTo>
                  <a:pt x="244" y="398"/>
                </a:lnTo>
                <a:lnTo>
                  <a:pt x="243" y="398"/>
                </a:lnTo>
                <a:lnTo>
                  <a:pt x="243" y="399"/>
                </a:lnTo>
                <a:lnTo>
                  <a:pt x="242" y="399"/>
                </a:lnTo>
                <a:lnTo>
                  <a:pt x="242" y="398"/>
                </a:lnTo>
                <a:lnTo>
                  <a:pt x="241" y="399"/>
                </a:lnTo>
                <a:lnTo>
                  <a:pt x="241" y="398"/>
                </a:lnTo>
                <a:lnTo>
                  <a:pt x="240" y="398"/>
                </a:lnTo>
                <a:lnTo>
                  <a:pt x="239" y="398"/>
                </a:lnTo>
                <a:lnTo>
                  <a:pt x="239" y="399"/>
                </a:lnTo>
                <a:lnTo>
                  <a:pt x="238" y="399"/>
                </a:lnTo>
                <a:lnTo>
                  <a:pt x="237" y="399"/>
                </a:lnTo>
                <a:lnTo>
                  <a:pt x="236" y="398"/>
                </a:lnTo>
                <a:lnTo>
                  <a:pt x="236" y="399"/>
                </a:lnTo>
                <a:lnTo>
                  <a:pt x="236" y="398"/>
                </a:lnTo>
                <a:lnTo>
                  <a:pt x="235" y="398"/>
                </a:lnTo>
                <a:lnTo>
                  <a:pt x="235" y="399"/>
                </a:lnTo>
                <a:lnTo>
                  <a:pt x="234" y="399"/>
                </a:lnTo>
                <a:lnTo>
                  <a:pt x="234" y="398"/>
                </a:lnTo>
                <a:lnTo>
                  <a:pt x="234" y="399"/>
                </a:lnTo>
                <a:lnTo>
                  <a:pt x="233" y="399"/>
                </a:lnTo>
                <a:lnTo>
                  <a:pt x="233" y="398"/>
                </a:lnTo>
                <a:lnTo>
                  <a:pt x="232" y="398"/>
                </a:lnTo>
                <a:lnTo>
                  <a:pt x="231" y="398"/>
                </a:lnTo>
                <a:lnTo>
                  <a:pt x="230" y="399"/>
                </a:lnTo>
                <a:lnTo>
                  <a:pt x="229" y="399"/>
                </a:lnTo>
                <a:lnTo>
                  <a:pt x="228" y="399"/>
                </a:lnTo>
                <a:lnTo>
                  <a:pt x="228" y="398"/>
                </a:lnTo>
                <a:lnTo>
                  <a:pt x="227" y="398"/>
                </a:lnTo>
                <a:lnTo>
                  <a:pt x="226" y="398"/>
                </a:lnTo>
                <a:lnTo>
                  <a:pt x="225" y="398"/>
                </a:lnTo>
                <a:lnTo>
                  <a:pt x="224" y="399"/>
                </a:lnTo>
                <a:lnTo>
                  <a:pt x="223" y="399"/>
                </a:lnTo>
                <a:lnTo>
                  <a:pt x="222" y="399"/>
                </a:lnTo>
                <a:lnTo>
                  <a:pt x="221" y="399"/>
                </a:lnTo>
                <a:lnTo>
                  <a:pt x="220" y="399"/>
                </a:lnTo>
                <a:lnTo>
                  <a:pt x="219" y="399"/>
                </a:lnTo>
                <a:lnTo>
                  <a:pt x="219" y="398"/>
                </a:lnTo>
                <a:lnTo>
                  <a:pt x="218" y="398"/>
                </a:lnTo>
                <a:lnTo>
                  <a:pt x="218" y="397"/>
                </a:lnTo>
                <a:lnTo>
                  <a:pt x="218" y="396"/>
                </a:lnTo>
                <a:lnTo>
                  <a:pt x="217" y="395"/>
                </a:lnTo>
                <a:lnTo>
                  <a:pt x="217" y="394"/>
                </a:lnTo>
                <a:lnTo>
                  <a:pt x="216" y="394"/>
                </a:lnTo>
                <a:lnTo>
                  <a:pt x="215" y="394"/>
                </a:lnTo>
                <a:lnTo>
                  <a:pt x="214" y="394"/>
                </a:lnTo>
                <a:lnTo>
                  <a:pt x="213" y="394"/>
                </a:lnTo>
                <a:lnTo>
                  <a:pt x="213" y="393"/>
                </a:lnTo>
                <a:lnTo>
                  <a:pt x="214" y="393"/>
                </a:lnTo>
                <a:lnTo>
                  <a:pt x="213" y="393"/>
                </a:lnTo>
                <a:lnTo>
                  <a:pt x="212" y="393"/>
                </a:lnTo>
                <a:lnTo>
                  <a:pt x="212" y="392"/>
                </a:lnTo>
                <a:lnTo>
                  <a:pt x="211" y="392"/>
                </a:lnTo>
                <a:lnTo>
                  <a:pt x="213" y="392"/>
                </a:lnTo>
                <a:lnTo>
                  <a:pt x="213" y="393"/>
                </a:lnTo>
                <a:lnTo>
                  <a:pt x="213" y="392"/>
                </a:lnTo>
                <a:lnTo>
                  <a:pt x="213" y="390"/>
                </a:lnTo>
                <a:lnTo>
                  <a:pt x="213" y="389"/>
                </a:lnTo>
                <a:lnTo>
                  <a:pt x="214" y="387"/>
                </a:lnTo>
                <a:lnTo>
                  <a:pt x="215" y="385"/>
                </a:lnTo>
                <a:lnTo>
                  <a:pt x="216" y="383"/>
                </a:lnTo>
                <a:lnTo>
                  <a:pt x="217" y="383"/>
                </a:lnTo>
                <a:lnTo>
                  <a:pt x="217" y="384"/>
                </a:lnTo>
                <a:lnTo>
                  <a:pt x="218" y="384"/>
                </a:lnTo>
                <a:lnTo>
                  <a:pt x="218" y="385"/>
                </a:lnTo>
                <a:lnTo>
                  <a:pt x="217" y="385"/>
                </a:lnTo>
                <a:lnTo>
                  <a:pt x="218" y="385"/>
                </a:lnTo>
                <a:lnTo>
                  <a:pt x="219" y="385"/>
                </a:lnTo>
                <a:lnTo>
                  <a:pt x="220" y="385"/>
                </a:lnTo>
                <a:lnTo>
                  <a:pt x="221" y="385"/>
                </a:lnTo>
                <a:lnTo>
                  <a:pt x="222" y="384"/>
                </a:lnTo>
                <a:lnTo>
                  <a:pt x="223" y="384"/>
                </a:lnTo>
                <a:lnTo>
                  <a:pt x="224" y="383"/>
                </a:lnTo>
                <a:lnTo>
                  <a:pt x="223" y="383"/>
                </a:lnTo>
                <a:lnTo>
                  <a:pt x="224" y="383"/>
                </a:lnTo>
                <a:lnTo>
                  <a:pt x="224" y="382"/>
                </a:lnTo>
                <a:lnTo>
                  <a:pt x="225" y="382"/>
                </a:lnTo>
                <a:lnTo>
                  <a:pt x="225" y="381"/>
                </a:lnTo>
                <a:lnTo>
                  <a:pt x="226" y="380"/>
                </a:lnTo>
                <a:lnTo>
                  <a:pt x="226" y="379"/>
                </a:lnTo>
                <a:lnTo>
                  <a:pt x="227" y="379"/>
                </a:lnTo>
                <a:lnTo>
                  <a:pt x="227" y="378"/>
                </a:lnTo>
                <a:lnTo>
                  <a:pt x="228" y="377"/>
                </a:lnTo>
                <a:lnTo>
                  <a:pt x="227" y="374"/>
                </a:lnTo>
                <a:lnTo>
                  <a:pt x="227" y="373"/>
                </a:lnTo>
                <a:lnTo>
                  <a:pt x="228" y="372"/>
                </a:lnTo>
                <a:lnTo>
                  <a:pt x="228" y="371"/>
                </a:lnTo>
                <a:lnTo>
                  <a:pt x="228" y="369"/>
                </a:lnTo>
                <a:lnTo>
                  <a:pt x="228" y="368"/>
                </a:lnTo>
                <a:lnTo>
                  <a:pt x="227" y="368"/>
                </a:lnTo>
                <a:lnTo>
                  <a:pt x="227" y="367"/>
                </a:lnTo>
                <a:lnTo>
                  <a:pt x="227" y="366"/>
                </a:lnTo>
                <a:lnTo>
                  <a:pt x="226" y="366"/>
                </a:lnTo>
                <a:lnTo>
                  <a:pt x="227" y="365"/>
                </a:lnTo>
                <a:lnTo>
                  <a:pt x="228" y="365"/>
                </a:lnTo>
                <a:lnTo>
                  <a:pt x="227" y="365"/>
                </a:lnTo>
                <a:lnTo>
                  <a:pt x="226" y="364"/>
                </a:lnTo>
                <a:lnTo>
                  <a:pt x="227" y="364"/>
                </a:lnTo>
                <a:lnTo>
                  <a:pt x="226" y="364"/>
                </a:lnTo>
                <a:lnTo>
                  <a:pt x="227" y="364"/>
                </a:lnTo>
                <a:lnTo>
                  <a:pt x="227" y="363"/>
                </a:lnTo>
                <a:lnTo>
                  <a:pt x="227" y="362"/>
                </a:lnTo>
                <a:lnTo>
                  <a:pt x="226" y="362"/>
                </a:lnTo>
                <a:lnTo>
                  <a:pt x="227" y="361"/>
                </a:lnTo>
                <a:lnTo>
                  <a:pt x="227" y="360"/>
                </a:lnTo>
                <a:lnTo>
                  <a:pt x="226" y="360"/>
                </a:lnTo>
                <a:lnTo>
                  <a:pt x="226" y="359"/>
                </a:lnTo>
                <a:lnTo>
                  <a:pt x="225" y="359"/>
                </a:lnTo>
                <a:lnTo>
                  <a:pt x="226" y="359"/>
                </a:lnTo>
                <a:lnTo>
                  <a:pt x="225" y="359"/>
                </a:lnTo>
                <a:lnTo>
                  <a:pt x="224" y="359"/>
                </a:lnTo>
                <a:lnTo>
                  <a:pt x="224" y="358"/>
                </a:lnTo>
                <a:lnTo>
                  <a:pt x="223" y="358"/>
                </a:lnTo>
                <a:lnTo>
                  <a:pt x="222" y="358"/>
                </a:lnTo>
                <a:lnTo>
                  <a:pt x="222" y="359"/>
                </a:lnTo>
                <a:lnTo>
                  <a:pt x="221" y="359"/>
                </a:lnTo>
                <a:lnTo>
                  <a:pt x="220" y="359"/>
                </a:lnTo>
                <a:lnTo>
                  <a:pt x="220" y="358"/>
                </a:lnTo>
                <a:lnTo>
                  <a:pt x="219" y="358"/>
                </a:lnTo>
                <a:lnTo>
                  <a:pt x="219" y="357"/>
                </a:lnTo>
                <a:lnTo>
                  <a:pt x="219" y="356"/>
                </a:lnTo>
                <a:lnTo>
                  <a:pt x="219" y="355"/>
                </a:lnTo>
                <a:lnTo>
                  <a:pt x="220" y="355"/>
                </a:lnTo>
                <a:lnTo>
                  <a:pt x="220" y="354"/>
                </a:lnTo>
                <a:lnTo>
                  <a:pt x="219" y="354"/>
                </a:lnTo>
                <a:lnTo>
                  <a:pt x="218" y="354"/>
                </a:lnTo>
                <a:lnTo>
                  <a:pt x="218" y="353"/>
                </a:lnTo>
                <a:lnTo>
                  <a:pt x="217" y="353"/>
                </a:lnTo>
                <a:lnTo>
                  <a:pt x="216" y="353"/>
                </a:lnTo>
                <a:lnTo>
                  <a:pt x="215" y="354"/>
                </a:lnTo>
                <a:lnTo>
                  <a:pt x="215" y="355"/>
                </a:lnTo>
                <a:lnTo>
                  <a:pt x="215" y="356"/>
                </a:lnTo>
                <a:lnTo>
                  <a:pt x="215" y="357"/>
                </a:lnTo>
                <a:lnTo>
                  <a:pt x="214" y="357"/>
                </a:lnTo>
                <a:lnTo>
                  <a:pt x="214" y="358"/>
                </a:lnTo>
                <a:lnTo>
                  <a:pt x="213" y="359"/>
                </a:lnTo>
                <a:lnTo>
                  <a:pt x="213" y="358"/>
                </a:lnTo>
                <a:lnTo>
                  <a:pt x="212" y="358"/>
                </a:lnTo>
                <a:lnTo>
                  <a:pt x="213" y="357"/>
                </a:lnTo>
                <a:lnTo>
                  <a:pt x="212" y="357"/>
                </a:lnTo>
                <a:lnTo>
                  <a:pt x="211" y="357"/>
                </a:lnTo>
                <a:lnTo>
                  <a:pt x="210" y="357"/>
                </a:lnTo>
                <a:lnTo>
                  <a:pt x="210" y="358"/>
                </a:lnTo>
                <a:lnTo>
                  <a:pt x="209" y="357"/>
                </a:lnTo>
                <a:lnTo>
                  <a:pt x="208" y="357"/>
                </a:lnTo>
                <a:lnTo>
                  <a:pt x="207" y="357"/>
                </a:lnTo>
                <a:lnTo>
                  <a:pt x="206" y="356"/>
                </a:lnTo>
                <a:lnTo>
                  <a:pt x="206" y="355"/>
                </a:lnTo>
                <a:lnTo>
                  <a:pt x="206" y="354"/>
                </a:lnTo>
                <a:lnTo>
                  <a:pt x="206" y="353"/>
                </a:lnTo>
                <a:lnTo>
                  <a:pt x="207" y="353"/>
                </a:lnTo>
                <a:lnTo>
                  <a:pt x="208" y="353"/>
                </a:lnTo>
                <a:lnTo>
                  <a:pt x="208" y="352"/>
                </a:lnTo>
                <a:lnTo>
                  <a:pt x="209" y="351"/>
                </a:lnTo>
                <a:lnTo>
                  <a:pt x="210" y="351"/>
                </a:lnTo>
                <a:lnTo>
                  <a:pt x="210" y="350"/>
                </a:lnTo>
                <a:lnTo>
                  <a:pt x="210" y="349"/>
                </a:lnTo>
                <a:lnTo>
                  <a:pt x="210" y="350"/>
                </a:lnTo>
                <a:lnTo>
                  <a:pt x="210" y="349"/>
                </a:lnTo>
                <a:lnTo>
                  <a:pt x="209" y="348"/>
                </a:lnTo>
                <a:lnTo>
                  <a:pt x="208" y="348"/>
                </a:lnTo>
                <a:lnTo>
                  <a:pt x="207" y="348"/>
                </a:lnTo>
                <a:lnTo>
                  <a:pt x="207" y="347"/>
                </a:lnTo>
                <a:lnTo>
                  <a:pt x="206" y="346"/>
                </a:lnTo>
                <a:lnTo>
                  <a:pt x="206" y="345"/>
                </a:lnTo>
                <a:lnTo>
                  <a:pt x="205" y="345"/>
                </a:lnTo>
                <a:lnTo>
                  <a:pt x="204" y="346"/>
                </a:lnTo>
                <a:lnTo>
                  <a:pt x="203" y="346"/>
                </a:lnTo>
                <a:lnTo>
                  <a:pt x="203" y="345"/>
                </a:lnTo>
                <a:lnTo>
                  <a:pt x="202" y="345"/>
                </a:lnTo>
                <a:lnTo>
                  <a:pt x="202" y="346"/>
                </a:lnTo>
                <a:lnTo>
                  <a:pt x="201" y="347"/>
                </a:lnTo>
                <a:lnTo>
                  <a:pt x="200" y="347"/>
                </a:lnTo>
                <a:lnTo>
                  <a:pt x="200" y="346"/>
                </a:lnTo>
                <a:lnTo>
                  <a:pt x="199" y="346"/>
                </a:lnTo>
                <a:lnTo>
                  <a:pt x="199" y="347"/>
                </a:lnTo>
                <a:lnTo>
                  <a:pt x="198" y="348"/>
                </a:lnTo>
                <a:lnTo>
                  <a:pt x="197" y="347"/>
                </a:lnTo>
                <a:lnTo>
                  <a:pt x="197" y="348"/>
                </a:lnTo>
                <a:lnTo>
                  <a:pt x="196" y="347"/>
                </a:lnTo>
                <a:lnTo>
                  <a:pt x="195" y="347"/>
                </a:lnTo>
                <a:lnTo>
                  <a:pt x="195" y="346"/>
                </a:lnTo>
                <a:lnTo>
                  <a:pt x="196" y="346"/>
                </a:lnTo>
                <a:lnTo>
                  <a:pt x="197" y="346"/>
                </a:lnTo>
                <a:lnTo>
                  <a:pt x="196" y="346"/>
                </a:lnTo>
                <a:lnTo>
                  <a:pt x="196" y="345"/>
                </a:lnTo>
                <a:lnTo>
                  <a:pt x="197" y="345"/>
                </a:lnTo>
                <a:lnTo>
                  <a:pt x="196" y="344"/>
                </a:lnTo>
                <a:lnTo>
                  <a:pt x="195" y="345"/>
                </a:lnTo>
                <a:lnTo>
                  <a:pt x="194" y="344"/>
                </a:lnTo>
                <a:lnTo>
                  <a:pt x="193" y="343"/>
                </a:lnTo>
                <a:lnTo>
                  <a:pt x="192" y="343"/>
                </a:lnTo>
                <a:lnTo>
                  <a:pt x="191" y="342"/>
                </a:lnTo>
                <a:lnTo>
                  <a:pt x="192" y="342"/>
                </a:lnTo>
                <a:lnTo>
                  <a:pt x="193" y="338"/>
                </a:lnTo>
                <a:lnTo>
                  <a:pt x="194" y="337"/>
                </a:lnTo>
                <a:lnTo>
                  <a:pt x="193" y="337"/>
                </a:lnTo>
                <a:lnTo>
                  <a:pt x="192" y="337"/>
                </a:lnTo>
                <a:lnTo>
                  <a:pt x="192" y="336"/>
                </a:lnTo>
                <a:lnTo>
                  <a:pt x="191" y="336"/>
                </a:lnTo>
                <a:lnTo>
                  <a:pt x="190" y="335"/>
                </a:lnTo>
                <a:lnTo>
                  <a:pt x="190" y="334"/>
                </a:lnTo>
                <a:lnTo>
                  <a:pt x="191" y="334"/>
                </a:lnTo>
                <a:lnTo>
                  <a:pt x="191" y="333"/>
                </a:lnTo>
                <a:lnTo>
                  <a:pt x="191" y="332"/>
                </a:lnTo>
                <a:lnTo>
                  <a:pt x="189" y="332"/>
                </a:lnTo>
                <a:lnTo>
                  <a:pt x="188" y="332"/>
                </a:lnTo>
                <a:lnTo>
                  <a:pt x="187" y="331"/>
                </a:lnTo>
                <a:lnTo>
                  <a:pt x="186" y="331"/>
                </a:lnTo>
                <a:lnTo>
                  <a:pt x="186" y="332"/>
                </a:lnTo>
                <a:lnTo>
                  <a:pt x="185" y="332"/>
                </a:lnTo>
                <a:lnTo>
                  <a:pt x="185" y="331"/>
                </a:lnTo>
                <a:lnTo>
                  <a:pt x="185" y="330"/>
                </a:lnTo>
                <a:lnTo>
                  <a:pt x="184" y="329"/>
                </a:lnTo>
                <a:lnTo>
                  <a:pt x="183" y="329"/>
                </a:lnTo>
                <a:lnTo>
                  <a:pt x="183" y="330"/>
                </a:lnTo>
                <a:lnTo>
                  <a:pt x="182" y="330"/>
                </a:lnTo>
                <a:lnTo>
                  <a:pt x="182" y="329"/>
                </a:lnTo>
                <a:lnTo>
                  <a:pt x="182" y="328"/>
                </a:lnTo>
                <a:lnTo>
                  <a:pt x="181" y="328"/>
                </a:lnTo>
                <a:lnTo>
                  <a:pt x="180" y="327"/>
                </a:lnTo>
                <a:lnTo>
                  <a:pt x="181" y="327"/>
                </a:lnTo>
                <a:lnTo>
                  <a:pt x="181" y="326"/>
                </a:lnTo>
                <a:lnTo>
                  <a:pt x="181" y="325"/>
                </a:lnTo>
                <a:lnTo>
                  <a:pt x="182" y="325"/>
                </a:lnTo>
                <a:lnTo>
                  <a:pt x="182" y="324"/>
                </a:lnTo>
                <a:lnTo>
                  <a:pt x="181" y="324"/>
                </a:lnTo>
                <a:lnTo>
                  <a:pt x="182" y="324"/>
                </a:lnTo>
                <a:lnTo>
                  <a:pt x="183" y="324"/>
                </a:lnTo>
                <a:lnTo>
                  <a:pt x="182" y="323"/>
                </a:lnTo>
                <a:lnTo>
                  <a:pt x="182" y="322"/>
                </a:lnTo>
                <a:lnTo>
                  <a:pt x="182" y="323"/>
                </a:lnTo>
                <a:lnTo>
                  <a:pt x="183" y="323"/>
                </a:lnTo>
                <a:lnTo>
                  <a:pt x="183" y="322"/>
                </a:lnTo>
                <a:lnTo>
                  <a:pt x="184" y="321"/>
                </a:lnTo>
                <a:lnTo>
                  <a:pt x="183" y="321"/>
                </a:lnTo>
                <a:lnTo>
                  <a:pt x="183" y="320"/>
                </a:lnTo>
                <a:lnTo>
                  <a:pt x="183" y="319"/>
                </a:lnTo>
                <a:lnTo>
                  <a:pt x="183" y="318"/>
                </a:lnTo>
                <a:lnTo>
                  <a:pt x="184" y="319"/>
                </a:lnTo>
                <a:lnTo>
                  <a:pt x="184" y="318"/>
                </a:lnTo>
                <a:lnTo>
                  <a:pt x="183" y="318"/>
                </a:lnTo>
                <a:lnTo>
                  <a:pt x="183" y="317"/>
                </a:lnTo>
                <a:lnTo>
                  <a:pt x="183" y="316"/>
                </a:lnTo>
                <a:lnTo>
                  <a:pt x="183" y="315"/>
                </a:lnTo>
                <a:lnTo>
                  <a:pt x="183" y="314"/>
                </a:lnTo>
                <a:lnTo>
                  <a:pt x="184" y="314"/>
                </a:lnTo>
                <a:lnTo>
                  <a:pt x="184" y="313"/>
                </a:lnTo>
                <a:lnTo>
                  <a:pt x="184" y="312"/>
                </a:lnTo>
                <a:lnTo>
                  <a:pt x="185" y="312"/>
                </a:lnTo>
                <a:lnTo>
                  <a:pt x="186" y="312"/>
                </a:lnTo>
                <a:lnTo>
                  <a:pt x="187" y="312"/>
                </a:lnTo>
                <a:lnTo>
                  <a:pt x="187" y="311"/>
                </a:lnTo>
                <a:lnTo>
                  <a:pt x="188" y="311"/>
                </a:lnTo>
                <a:lnTo>
                  <a:pt x="189" y="311"/>
                </a:lnTo>
                <a:lnTo>
                  <a:pt x="189" y="310"/>
                </a:lnTo>
                <a:lnTo>
                  <a:pt x="190" y="310"/>
                </a:lnTo>
                <a:lnTo>
                  <a:pt x="190" y="309"/>
                </a:lnTo>
                <a:lnTo>
                  <a:pt x="191" y="309"/>
                </a:lnTo>
                <a:lnTo>
                  <a:pt x="191" y="308"/>
                </a:lnTo>
                <a:lnTo>
                  <a:pt x="192" y="308"/>
                </a:lnTo>
                <a:lnTo>
                  <a:pt x="193" y="308"/>
                </a:lnTo>
                <a:lnTo>
                  <a:pt x="193" y="307"/>
                </a:lnTo>
                <a:lnTo>
                  <a:pt x="193" y="306"/>
                </a:lnTo>
                <a:lnTo>
                  <a:pt x="194" y="306"/>
                </a:lnTo>
                <a:lnTo>
                  <a:pt x="193" y="304"/>
                </a:lnTo>
                <a:lnTo>
                  <a:pt x="193" y="302"/>
                </a:lnTo>
                <a:lnTo>
                  <a:pt x="194" y="302"/>
                </a:lnTo>
                <a:lnTo>
                  <a:pt x="194" y="301"/>
                </a:lnTo>
                <a:lnTo>
                  <a:pt x="195" y="301"/>
                </a:lnTo>
                <a:lnTo>
                  <a:pt x="196" y="301"/>
                </a:lnTo>
                <a:lnTo>
                  <a:pt x="196" y="300"/>
                </a:lnTo>
                <a:lnTo>
                  <a:pt x="196" y="301"/>
                </a:lnTo>
                <a:lnTo>
                  <a:pt x="197" y="301"/>
                </a:lnTo>
                <a:lnTo>
                  <a:pt x="198" y="300"/>
                </a:lnTo>
                <a:lnTo>
                  <a:pt x="199" y="300"/>
                </a:lnTo>
                <a:lnTo>
                  <a:pt x="200" y="299"/>
                </a:lnTo>
                <a:lnTo>
                  <a:pt x="200" y="300"/>
                </a:lnTo>
                <a:lnTo>
                  <a:pt x="201" y="300"/>
                </a:lnTo>
                <a:lnTo>
                  <a:pt x="202" y="301"/>
                </a:lnTo>
                <a:lnTo>
                  <a:pt x="202" y="300"/>
                </a:lnTo>
                <a:lnTo>
                  <a:pt x="203" y="300"/>
                </a:lnTo>
                <a:lnTo>
                  <a:pt x="203" y="299"/>
                </a:lnTo>
                <a:lnTo>
                  <a:pt x="204" y="299"/>
                </a:lnTo>
                <a:lnTo>
                  <a:pt x="204" y="300"/>
                </a:lnTo>
                <a:lnTo>
                  <a:pt x="205" y="300"/>
                </a:lnTo>
                <a:lnTo>
                  <a:pt x="205" y="299"/>
                </a:lnTo>
                <a:lnTo>
                  <a:pt x="206" y="299"/>
                </a:lnTo>
                <a:lnTo>
                  <a:pt x="206" y="298"/>
                </a:lnTo>
                <a:lnTo>
                  <a:pt x="207" y="298"/>
                </a:lnTo>
                <a:lnTo>
                  <a:pt x="207" y="297"/>
                </a:lnTo>
                <a:lnTo>
                  <a:pt x="208" y="296"/>
                </a:lnTo>
                <a:lnTo>
                  <a:pt x="209" y="295"/>
                </a:lnTo>
                <a:lnTo>
                  <a:pt x="209" y="294"/>
                </a:lnTo>
                <a:lnTo>
                  <a:pt x="208" y="294"/>
                </a:lnTo>
                <a:lnTo>
                  <a:pt x="208" y="293"/>
                </a:lnTo>
                <a:lnTo>
                  <a:pt x="207" y="293"/>
                </a:lnTo>
                <a:lnTo>
                  <a:pt x="208" y="293"/>
                </a:lnTo>
                <a:lnTo>
                  <a:pt x="208" y="292"/>
                </a:lnTo>
                <a:lnTo>
                  <a:pt x="208" y="291"/>
                </a:lnTo>
                <a:lnTo>
                  <a:pt x="209" y="291"/>
                </a:lnTo>
                <a:lnTo>
                  <a:pt x="208" y="291"/>
                </a:lnTo>
                <a:lnTo>
                  <a:pt x="208" y="290"/>
                </a:lnTo>
                <a:lnTo>
                  <a:pt x="207" y="290"/>
                </a:lnTo>
                <a:lnTo>
                  <a:pt x="207" y="289"/>
                </a:lnTo>
                <a:lnTo>
                  <a:pt x="208" y="289"/>
                </a:lnTo>
                <a:lnTo>
                  <a:pt x="209" y="289"/>
                </a:lnTo>
                <a:lnTo>
                  <a:pt x="209" y="288"/>
                </a:lnTo>
                <a:lnTo>
                  <a:pt x="210" y="287"/>
                </a:lnTo>
                <a:lnTo>
                  <a:pt x="211" y="287"/>
                </a:lnTo>
                <a:lnTo>
                  <a:pt x="212" y="287"/>
                </a:lnTo>
                <a:lnTo>
                  <a:pt x="212" y="286"/>
                </a:lnTo>
                <a:lnTo>
                  <a:pt x="211" y="286"/>
                </a:lnTo>
                <a:lnTo>
                  <a:pt x="211" y="285"/>
                </a:lnTo>
                <a:lnTo>
                  <a:pt x="210" y="284"/>
                </a:lnTo>
                <a:lnTo>
                  <a:pt x="211" y="283"/>
                </a:lnTo>
                <a:lnTo>
                  <a:pt x="211" y="282"/>
                </a:lnTo>
                <a:lnTo>
                  <a:pt x="211" y="281"/>
                </a:lnTo>
                <a:lnTo>
                  <a:pt x="210" y="281"/>
                </a:lnTo>
                <a:lnTo>
                  <a:pt x="209" y="281"/>
                </a:lnTo>
                <a:lnTo>
                  <a:pt x="209" y="280"/>
                </a:lnTo>
                <a:lnTo>
                  <a:pt x="210" y="280"/>
                </a:lnTo>
                <a:lnTo>
                  <a:pt x="210" y="279"/>
                </a:lnTo>
                <a:lnTo>
                  <a:pt x="210" y="278"/>
                </a:lnTo>
                <a:lnTo>
                  <a:pt x="210" y="277"/>
                </a:lnTo>
                <a:lnTo>
                  <a:pt x="210" y="276"/>
                </a:lnTo>
                <a:lnTo>
                  <a:pt x="210" y="275"/>
                </a:lnTo>
                <a:lnTo>
                  <a:pt x="210" y="274"/>
                </a:lnTo>
                <a:lnTo>
                  <a:pt x="210" y="273"/>
                </a:lnTo>
                <a:lnTo>
                  <a:pt x="210" y="272"/>
                </a:lnTo>
                <a:lnTo>
                  <a:pt x="209" y="272"/>
                </a:lnTo>
                <a:lnTo>
                  <a:pt x="208" y="272"/>
                </a:lnTo>
                <a:lnTo>
                  <a:pt x="207" y="272"/>
                </a:lnTo>
                <a:lnTo>
                  <a:pt x="206" y="272"/>
                </a:lnTo>
                <a:lnTo>
                  <a:pt x="205" y="273"/>
                </a:lnTo>
                <a:lnTo>
                  <a:pt x="203" y="272"/>
                </a:lnTo>
                <a:lnTo>
                  <a:pt x="202" y="272"/>
                </a:lnTo>
                <a:lnTo>
                  <a:pt x="202" y="271"/>
                </a:lnTo>
                <a:lnTo>
                  <a:pt x="201" y="271"/>
                </a:lnTo>
                <a:lnTo>
                  <a:pt x="202" y="269"/>
                </a:lnTo>
                <a:lnTo>
                  <a:pt x="203" y="269"/>
                </a:lnTo>
                <a:lnTo>
                  <a:pt x="204" y="268"/>
                </a:lnTo>
                <a:lnTo>
                  <a:pt x="204" y="267"/>
                </a:lnTo>
                <a:lnTo>
                  <a:pt x="203" y="267"/>
                </a:lnTo>
                <a:lnTo>
                  <a:pt x="203" y="266"/>
                </a:lnTo>
                <a:lnTo>
                  <a:pt x="203" y="265"/>
                </a:lnTo>
                <a:lnTo>
                  <a:pt x="202" y="265"/>
                </a:lnTo>
                <a:lnTo>
                  <a:pt x="201" y="264"/>
                </a:lnTo>
                <a:lnTo>
                  <a:pt x="200" y="264"/>
                </a:lnTo>
                <a:lnTo>
                  <a:pt x="199" y="264"/>
                </a:lnTo>
                <a:lnTo>
                  <a:pt x="199" y="263"/>
                </a:lnTo>
                <a:lnTo>
                  <a:pt x="199" y="260"/>
                </a:lnTo>
                <a:lnTo>
                  <a:pt x="200" y="260"/>
                </a:lnTo>
                <a:lnTo>
                  <a:pt x="201" y="259"/>
                </a:lnTo>
                <a:lnTo>
                  <a:pt x="202" y="259"/>
                </a:lnTo>
                <a:lnTo>
                  <a:pt x="203" y="259"/>
                </a:lnTo>
                <a:lnTo>
                  <a:pt x="204" y="260"/>
                </a:lnTo>
                <a:lnTo>
                  <a:pt x="205" y="260"/>
                </a:lnTo>
                <a:lnTo>
                  <a:pt x="205" y="261"/>
                </a:lnTo>
                <a:lnTo>
                  <a:pt x="206" y="261"/>
                </a:lnTo>
                <a:lnTo>
                  <a:pt x="206" y="260"/>
                </a:lnTo>
                <a:lnTo>
                  <a:pt x="207" y="260"/>
                </a:lnTo>
                <a:lnTo>
                  <a:pt x="207" y="259"/>
                </a:lnTo>
                <a:lnTo>
                  <a:pt x="209" y="260"/>
                </a:lnTo>
                <a:lnTo>
                  <a:pt x="210" y="260"/>
                </a:lnTo>
                <a:lnTo>
                  <a:pt x="211" y="260"/>
                </a:lnTo>
                <a:lnTo>
                  <a:pt x="211" y="259"/>
                </a:lnTo>
                <a:lnTo>
                  <a:pt x="211" y="258"/>
                </a:lnTo>
                <a:lnTo>
                  <a:pt x="213" y="258"/>
                </a:lnTo>
                <a:lnTo>
                  <a:pt x="213" y="259"/>
                </a:lnTo>
                <a:lnTo>
                  <a:pt x="214" y="260"/>
                </a:lnTo>
                <a:lnTo>
                  <a:pt x="215" y="260"/>
                </a:lnTo>
                <a:lnTo>
                  <a:pt x="215" y="259"/>
                </a:lnTo>
                <a:lnTo>
                  <a:pt x="216" y="259"/>
                </a:lnTo>
                <a:lnTo>
                  <a:pt x="217" y="259"/>
                </a:lnTo>
                <a:lnTo>
                  <a:pt x="218" y="259"/>
                </a:lnTo>
                <a:lnTo>
                  <a:pt x="218" y="260"/>
                </a:lnTo>
                <a:lnTo>
                  <a:pt x="219" y="261"/>
                </a:lnTo>
                <a:lnTo>
                  <a:pt x="220" y="261"/>
                </a:lnTo>
                <a:lnTo>
                  <a:pt x="221" y="261"/>
                </a:lnTo>
                <a:lnTo>
                  <a:pt x="220" y="260"/>
                </a:lnTo>
                <a:lnTo>
                  <a:pt x="221" y="260"/>
                </a:lnTo>
                <a:lnTo>
                  <a:pt x="221" y="259"/>
                </a:lnTo>
                <a:lnTo>
                  <a:pt x="222" y="259"/>
                </a:lnTo>
                <a:lnTo>
                  <a:pt x="222" y="260"/>
                </a:lnTo>
                <a:lnTo>
                  <a:pt x="222" y="261"/>
                </a:lnTo>
                <a:lnTo>
                  <a:pt x="222" y="262"/>
                </a:lnTo>
                <a:lnTo>
                  <a:pt x="224" y="262"/>
                </a:lnTo>
                <a:lnTo>
                  <a:pt x="226" y="262"/>
                </a:lnTo>
                <a:lnTo>
                  <a:pt x="227" y="261"/>
                </a:lnTo>
                <a:lnTo>
                  <a:pt x="228" y="261"/>
                </a:lnTo>
                <a:lnTo>
                  <a:pt x="228" y="260"/>
                </a:lnTo>
                <a:lnTo>
                  <a:pt x="229" y="260"/>
                </a:lnTo>
                <a:lnTo>
                  <a:pt x="229" y="261"/>
                </a:lnTo>
                <a:lnTo>
                  <a:pt x="229" y="262"/>
                </a:lnTo>
                <a:lnTo>
                  <a:pt x="229" y="263"/>
                </a:lnTo>
                <a:lnTo>
                  <a:pt x="228" y="263"/>
                </a:lnTo>
                <a:lnTo>
                  <a:pt x="228" y="264"/>
                </a:lnTo>
                <a:lnTo>
                  <a:pt x="229" y="264"/>
                </a:lnTo>
                <a:lnTo>
                  <a:pt x="230" y="264"/>
                </a:lnTo>
                <a:lnTo>
                  <a:pt x="231" y="264"/>
                </a:lnTo>
                <a:lnTo>
                  <a:pt x="230" y="264"/>
                </a:lnTo>
                <a:lnTo>
                  <a:pt x="230" y="263"/>
                </a:lnTo>
                <a:lnTo>
                  <a:pt x="231" y="263"/>
                </a:lnTo>
                <a:lnTo>
                  <a:pt x="232" y="263"/>
                </a:lnTo>
                <a:lnTo>
                  <a:pt x="233" y="264"/>
                </a:lnTo>
                <a:lnTo>
                  <a:pt x="234" y="265"/>
                </a:lnTo>
                <a:lnTo>
                  <a:pt x="235" y="266"/>
                </a:lnTo>
                <a:lnTo>
                  <a:pt x="235" y="267"/>
                </a:lnTo>
                <a:lnTo>
                  <a:pt x="235" y="268"/>
                </a:lnTo>
                <a:lnTo>
                  <a:pt x="236" y="269"/>
                </a:lnTo>
                <a:lnTo>
                  <a:pt x="237" y="269"/>
                </a:lnTo>
                <a:lnTo>
                  <a:pt x="238" y="269"/>
                </a:lnTo>
                <a:lnTo>
                  <a:pt x="240" y="268"/>
                </a:lnTo>
                <a:lnTo>
                  <a:pt x="241" y="268"/>
                </a:lnTo>
                <a:lnTo>
                  <a:pt x="242" y="268"/>
                </a:lnTo>
                <a:lnTo>
                  <a:pt x="242" y="270"/>
                </a:lnTo>
                <a:lnTo>
                  <a:pt x="243" y="270"/>
                </a:lnTo>
                <a:lnTo>
                  <a:pt x="244" y="271"/>
                </a:lnTo>
                <a:lnTo>
                  <a:pt x="244" y="272"/>
                </a:lnTo>
                <a:lnTo>
                  <a:pt x="244" y="273"/>
                </a:lnTo>
                <a:lnTo>
                  <a:pt x="245" y="273"/>
                </a:lnTo>
                <a:lnTo>
                  <a:pt x="245" y="274"/>
                </a:lnTo>
                <a:lnTo>
                  <a:pt x="246" y="274"/>
                </a:lnTo>
                <a:lnTo>
                  <a:pt x="246" y="273"/>
                </a:lnTo>
                <a:lnTo>
                  <a:pt x="246" y="272"/>
                </a:lnTo>
                <a:lnTo>
                  <a:pt x="247" y="272"/>
                </a:lnTo>
                <a:lnTo>
                  <a:pt x="249" y="271"/>
                </a:lnTo>
                <a:lnTo>
                  <a:pt x="250" y="270"/>
                </a:lnTo>
                <a:lnTo>
                  <a:pt x="251" y="270"/>
                </a:lnTo>
                <a:lnTo>
                  <a:pt x="252" y="269"/>
                </a:lnTo>
                <a:lnTo>
                  <a:pt x="252" y="268"/>
                </a:lnTo>
                <a:lnTo>
                  <a:pt x="252" y="267"/>
                </a:lnTo>
                <a:lnTo>
                  <a:pt x="252" y="266"/>
                </a:lnTo>
                <a:lnTo>
                  <a:pt x="253" y="266"/>
                </a:lnTo>
                <a:lnTo>
                  <a:pt x="253" y="265"/>
                </a:lnTo>
                <a:lnTo>
                  <a:pt x="252" y="264"/>
                </a:lnTo>
                <a:lnTo>
                  <a:pt x="253" y="263"/>
                </a:lnTo>
                <a:lnTo>
                  <a:pt x="254" y="262"/>
                </a:lnTo>
                <a:lnTo>
                  <a:pt x="254" y="261"/>
                </a:lnTo>
                <a:lnTo>
                  <a:pt x="254" y="260"/>
                </a:lnTo>
                <a:lnTo>
                  <a:pt x="254" y="259"/>
                </a:lnTo>
                <a:lnTo>
                  <a:pt x="255" y="259"/>
                </a:lnTo>
                <a:lnTo>
                  <a:pt x="255" y="260"/>
                </a:lnTo>
                <a:lnTo>
                  <a:pt x="255" y="261"/>
                </a:lnTo>
                <a:lnTo>
                  <a:pt x="256" y="261"/>
                </a:lnTo>
                <a:lnTo>
                  <a:pt x="257" y="262"/>
                </a:lnTo>
                <a:lnTo>
                  <a:pt x="258" y="261"/>
                </a:lnTo>
                <a:lnTo>
                  <a:pt x="258" y="260"/>
                </a:lnTo>
                <a:lnTo>
                  <a:pt x="258" y="259"/>
                </a:lnTo>
                <a:lnTo>
                  <a:pt x="259" y="259"/>
                </a:lnTo>
                <a:lnTo>
                  <a:pt x="259" y="258"/>
                </a:lnTo>
                <a:lnTo>
                  <a:pt x="258" y="258"/>
                </a:lnTo>
                <a:lnTo>
                  <a:pt x="257" y="258"/>
                </a:lnTo>
                <a:lnTo>
                  <a:pt x="257" y="257"/>
                </a:lnTo>
                <a:lnTo>
                  <a:pt x="258" y="255"/>
                </a:lnTo>
                <a:lnTo>
                  <a:pt x="257" y="255"/>
                </a:lnTo>
                <a:lnTo>
                  <a:pt x="257" y="254"/>
                </a:lnTo>
                <a:lnTo>
                  <a:pt x="257" y="251"/>
                </a:lnTo>
                <a:lnTo>
                  <a:pt x="257" y="250"/>
                </a:lnTo>
                <a:lnTo>
                  <a:pt x="257" y="247"/>
                </a:lnTo>
                <a:lnTo>
                  <a:pt x="257" y="245"/>
                </a:lnTo>
                <a:lnTo>
                  <a:pt x="257" y="243"/>
                </a:lnTo>
                <a:lnTo>
                  <a:pt x="256" y="242"/>
                </a:lnTo>
                <a:lnTo>
                  <a:pt x="256" y="241"/>
                </a:lnTo>
                <a:lnTo>
                  <a:pt x="256" y="240"/>
                </a:lnTo>
                <a:lnTo>
                  <a:pt x="256" y="239"/>
                </a:lnTo>
                <a:lnTo>
                  <a:pt x="256" y="238"/>
                </a:lnTo>
                <a:lnTo>
                  <a:pt x="255" y="238"/>
                </a:lnTo>
                <a:lnTo>
                  <a:pt x="255" y="237"/>
                </a:lnTo>
                <a:lnTo>
                  <a:pt x="255" y="236"/>
                </a:lnTo>
                <a:lnTo>
                  <a:pt x="255" y="235"/>
                </a:lnTo>
                <a:lnTo>
                  <a:pt x="254" y="235"/>
                </a:lnTo>
                <a:lnTo>
                  <a:pt x="250" y="235"/>
                </a:lnTo>
                <a:lnTo>
                  <a:pt x="249" y="235"/>
                </a:lnTo>
                <a:lnTo>
                  <a:pt x="248" y="235"/>
                </a:lnTo>
                <a:lnTo>
                  <a:pt x="247" y="234"/>
                </a:lnTo>
                <a:lnTo>
                  <a:pt x="246" y="233"/>
                </a:lnTo>
                <a:lnTo>
                  <a:pt x="246" y="232"/>
                </a:lnTo>
                <a:lnTo>
                  <a:pt x="245" y="232"/>
                </a:lnTo>
                <a:lnTo>
                  <a:pt x="245" y="231"/>
                </a:lnTo>
                <a:lnTo>
                  <a:pt x="244" y="231"/>
                </a:lnTo>
                <a:lnTo>
                  <a:pt x="243" y="231"/>
                </a:lnTo>
                <a:lnTo>
                  <a:pt x="243" y="230"/>
                </a:lnTo>
                <a:lnTo>
                  <a:pt x="243" y="229"/>
                </a:lnTo>
                <a:lnTo>
                  <a:pt x="242" y="228"/>
                </a:lnTo>
                <a:lnTo>
                  <a:pt x="242" y="226"/>
                </a:lnTo>
                <a:lnTo>
                  <a:pt x="242" y="227"/>
                </a:lnTo>
                <a:lnTo>
                  <a:pt x="241" y="227"/>
                </a:lnTo>
                <a:lnTo>
                  <a:pt x="240" y="227"/>
                </a:lnTo>
                <a:lnTo>
                  <a:pt x="239" y="226"/>
                </a:lnTo>
                <a:lnTo>
                  <a:pt x="240" y="225"/>
                </a:lnTo>
                <a:lnTo>
                  <a:pt x="241" y="225"/>
                </a:lnTo>
                <a:lnTo>
                  <a:pt x="241" y="223"/>
                </a:lnTo>
                <a:lnTo>
                  <a:pt x="240" y="223"/>
                </a:lnTo>
                <a:lnTo>
                  <a:pt x="240" y="222"/>
                </a:lnTo>
                <a:lnTo>
                  <a:pt x="239" y="221"/>
                </a:lnTo>
                <a:lnTo>
                  <a:pt x="238" y="221"/>
                </a:lnTo>
                <a:lnTo>
                  <a:pt x="237" y="221"/>
                </a:lnTo>
                <a:lnTo>
                  <a:pt x="237" y="222"/>
                </a:lnTo>
                <a:lnTo>
                  <a:pt x="236" y="222"/>
                </a:lnTo>
                <a:lnTo>
                  <a:pt x="235" y="223"/>
                </a:lnTo>
                <a:lnTo>
                  <a:pt x="233" y="223"/>
                </a:lnTo>
                <a:lnTo>
                  <a:pt x="232" y="224"/>
                </a:lnTo>
                <a:lnTo>
                  <a:pt x="232" y="223"/>
                </a:lnTo>
                <a:lnTo>
                  <a:pt x="231" y="223"/>
                </a:lnTo>
                <a:lnTo>
                  <a:pt x="230" y="223"/>
                </a:lnTo>
                <a:lnTo>
                  <a:pt x="229" y="223"/>
                </a:lnTo>
                <a:lnTo>
                  <a:pt x="228" y="223"/>
                </a:lnTo>
                <a:lnTo>
                  <a:pt x="228" y="222"/>
                </a:lnTo>
                <a:lnTo>
                  <a:pt x="229" y="221"/>
                </a:lnTo>
                <a:lnTo>
                  <a:pt x="226" y="221"/>
                </a:lnTo>
                <a:lnTo>
                  <a:pt x="225" y="221"/>
                </a:lnTo>
                <a:lnTo>
                  <a:pt x="224" y="223"/>
                </a:lnTo>
                <a:lnTo>
                  <a:pt x="224" y="224"/>
                </a:lnTo>
                <a:lnTo>
                  <a:pt x="225" y="224"/>
                </a:lnTo>
                <a:lnTo>
                  <a:pt x="224" y="225"/>
                </a:lnTo>
                <a:lnTo>
                  <a:pt x="223" y="226"/>
                </a:lnTo>
                <a:lnTo>
                  <a:pt x="222" y="225"/>
                </a:lnTo>
                <a:lnTo>
                  <a:pt x="221" y="226"/>
                </a:lnTo>
                <a:lnTo>
                  <a:pt x="221" y="227"/>
                </a:lnTo>
                <a:lnTo>
                  <a:pt x="221" y="229"/>
                </a:lnTo>
                <a:lnTo>
                  <a:pt x="221" y="230"/>
                </a:lnTo>
                <a:lnTo>
                  <a:pt x="221" y="232"/>
                </a:lnTo>
                <a:lnTo>
                  <a:pt x="220" y="232"/>
                </a:lnTo>
                <a:lnTo>
                  <a:pt x="219" y="233"/>
                </a:lnTo>
                <a:lnTo>
                  <a:pt x="218" y="233"/>
                </a:lnTo>
                <a:lnTo>
                  <a:pt x="218" y="232"/>
                </a:lnTo>
                <a:lnTo>
                  <a:pt x="217" y="232"/>
                </a:lnTo>
                <a:lnTo>
                  <a:pt x="216" y="232"/>
                </a:lnTo>
                <a:lnTo>
                  <a:pt x="215" y="232"/>
                </a:lnTo>
                <a:lnTo>
                  <a:pt x="215" y="233"/>
                </a:lnTo>
                <a:lnTo>
                  <a:pt x="215" y="234"/>
                </a:lnTo>
                <a:lnTo>
                  <a:pt x="215" y="235"/>
                </a:lnTo>
                <a:lnTo>
                  <a:pt x="215" y="236"/>
                </a:lnTo>
                <a:lnTo>
                  <a:pt x="215" y="237"/>
                </a:lnTo>
                <a:lnTo>
                  <a:pt x="215" y="238"/>
                </a:lnTo>
                <a:lnTo>
                  <a:pt x="214" y="238"/>
                </a:lnTo>
                <a:lnTo>
                  <a:pt x="214" y="239"/>
                </a:lnTo>
                <a:lnTo>
                  <a:pt x="215" y="239"/>
                </a:lnTo>
                <a:lnTo>
                  <a:pt x="214" y="240"/>
                </a:lnTo>
                <a:lnTo>
                  <a:pt x="214" y="241"/>
                </a:lnTo>
                <a:lnTo>
                  <a:pt x="215" y="241"/>
                </a:lnTo>
                <a:lnTo>
                  <a:pt x="215" y="242"/>
                </a:lnTo>
                <a:lnTo>
                  <a:pt x="216" y="242"/>
                </a:lnTo>
                <a:lnTo>
                  <a:pt x="216" y="243"/>
                </a:lnTo>
                <a:lnTo>
                  <a:pt x="216" y="244"/>
                </a:lnTo>
                <a:lnTo>
                  <a:pt x="217" y="244"/>
                </a:lnTo>
                <a:lnTo>
                  <a:pt x="216" y="244"/>
                </a:lnTo>
                <a:lnTo>
                  <a:pt x="215" y="244"/>
                </a:lnTo>
                <a:lnTo>
                  <a:pt x="214" y="244"/>
                </a:lnTo>
                <a:lnTo>
                  <a:pt x="214" y="245"/>
                </a:lnTo>
                <a:lnTo>
                  <a:pt x="212" y="246"/>
                </a:lnTo>
                <a:lnTo>
                  <a:pt x="211" y="246"/>
                </a:lnTo>
                <a:lnTo>
                  <a:pt x="210" y="245"/>
                </a:lnTo>
                <a:lnTo>
                  <a:pt x="209" y="245"/>
                </a:lnTo>
                <a:lnTo>
                  <a:pt x="207" y="244"/>
                </a:lnTo>
                <a:lnTo>
                  <a:pt x="206" y="243"/>
                </a:lnTo>
                <a:lnTo>
                  <a:pt x="204" y="244"/>
                </a:lnTo>
                <a:lnTo>
                  <a:pt x="203" y="244"/>
                </a:lnTo>
                <a:lnTo>
                  <a:pt x="203" y="245"/>
                </a:lnTo>
                <a:lnTo>
                  <a:pt x="200" y="246"/>
                </a:lnTo>
                <a:lnTo>
                  <a:pt x="199" y="245"/>
                </a:lnTo>
                <a:lnTo>
                  <a:pt x="198" y="245"/>
                </a:lnTo>
                <a:lnTo>
                  <a:pt x="197" y="245"/>
                </a:lnTo>
                <a:lnTo>
                  <a:pt x="196" y="245"/>
                </a:lnTo>
                <a:lnTo>
                  <a:pt x="195" y="245"/>
                </a:lnTo>
                <a:lnTo>
                  <a:pt x="193" y="246"/>
                </a:lnTo>
                <a:lnTo>
                  <a:pt x="192" y="246"/>
                </a:lnTo>
                <a:lnTo>
                  <a:pt x="190" y="246"/>
                </a:lnTo>
                <a:lnTo>
                  <a:pt x="190" y="245"/>
                </a:lnTo>
                <a:lnTo>
                  <a:pt x="189" y="245"/>
                </a:lnTo>
                <a:lnTo>
                  <a:pt x="189" y="244"/>
                </a:lnTo>
                <a:lnTo>
                  <a:pt x="189" y="243"/>
                </a:lnTo>
                <a:lnTo>
                  <a:pt x="189" y="244"/>
                </a:lnTo>
                <a:lnTo>
                  <a:pt x="188" y="244"/>
                </a:lnTo>
                <a:lnTo>
                  <a:pt x="187" y="245"/>
                </a:lnTo>
                <a:lnTo>
                  <a:pt x="187" y="246"/>
                </a:lnTo>
                <a:lnTo>
                  <a:pt x="186" y="246"/>
                </a:lnTo>
                <a:lnTo>
                  <a:pt x="185" y="246"/>
                </a:lnTo>
                <a:lnTo>
                  <a:pt x="184" y="246"/>
                </a:lnTo>
                <a:lnTo>
                  <a:pt x="183" y="246"/>
                </a:lnTo>
                <a:lnTo>
                  <a:pt x="182" y="246"/>
                </a:lnTo>
                <a:lnTo>
                  <a:pt x="181" y="246"/>
                </a:lnTo>
                <a:lnTo>
                  <a:pt x="181" y="245"/>
                </a:lnTo>
                <a:lnTo>
                  <a:pt x="181" y="244"/>
                </a:lnTo>
                <a:lnTo>
                  <a:pt x="182" y="243"/>
                </a:lnTo>
                <a:lnTo>
                  <a:pt x="182" y="242"/>
                </a:lnTo>
                <a:lnTo>
                  <a:pt x="181" y="241"/>
                </a:lnTo>
                <a:lnTo>
                  <a:pt x="181" y="240"/>
                </a:lnTo>
                <a:lnTo>
                  <a:pt x="180" y="240"/>
                </a:lnTo>
                <a:lnTo>
                  <a:pt x="179" y="240"/>
                </a:lnTo>
                <a:lnTo>
                  <a:pt x="179" y="241"/>
                </a:lnTo>
                <a:lnTo>
                  <a:pt x="178" y="241"/>
                </a:lnTo>
                <a:lnTo>
                  <a:pt x="178" y="242"/>
                </a:lnTo>
                <a:lnTo>
                  <a:pt x="177" y="242"/>
                </a:lnTo>
                <a:lnTo>
                  <a:pt x="177" y="241"/>
                </a:lnTo>
                <a:lnTo>
                  <a:pt x="177" y="240"/>
                </a:lnTo>
                <a:lnTo>
                  <a:pt x="176" y="240"/>
                </a:lnTo>
                <a:lnTo>
                  <a:pt x="175" y="240"/>
                </a:lnTo>
                <a:lnTo>
                  <a:pt x="175" y="239"/>
                </a:lnTo>
                <a:lnTo>
                  <a:pt x="175" y="238"/>
                </a:lnTo>
                <a:lnTo>
                  <a:pt x="175" y="237"/>
                </a:lnTo>
                <a:lnTo>
                  <a:pt x="176" y="237"/>
                </a:lnTo>
                <a:lnTo>
                  <a:pt x="176" y="236"/>
                </a:lnTo>
                <a:lnTo>
                  <a:pt x="175" y="234"/>
                </a:lnTo>
                <a:lnTo>
                  <a:pt x="175" y="233"/>
                </a:lnTo>
                <a:lnTo>
                  <a:pt x="174" y="233"/>
                </a:lnTo>
                <a:lnTo>
                  <a:pt x="174" y="232"/>
                </a:lnTo>
                <a:lnTo>
                  <a:pt x="173" y="232"/>
                </a:lnTo>
                <a:lnTo>
                  <a:pt x="172" y="232"/>
                </a:lnTo>
                <a:lnTo>
                  <a:pt x="171" y="232"/>
                </a:lnTo>
                <a:lnTo>
                  <a:pt x="171" y="233"/>
                </a:lnTo>
                <a:lnTo>
                  <a:pt x="170" y="232"/>
                </a:lnTo>
                <a:lnTo>
                  <a:pt x="170" y="230"/>
                </a:lnTo>
                <a:lnTo>
                  <a:pt x="170" y="229"/>
                </a:lnTo>
                <a:lnTo>
                  <a:pt x="169" y="228"/>
                </a:lnTo>
                <a:lnTo>
                  <a:pt x="169" y="227"/>
                </a:lnTo>
                <a:lnTo>
                  <a:pt x="169" y="225"/>
                </a:lnTo>
                <a:lnTo>
                  <a:pt x="169" y="224"/>
                </a:lnTo>
                <a:lnTo>
                  <a:pt x="170" y="224"/>
                </a:lnTo>
                <a:lnTo>
                  <a:pt x="172" y="223"/>
                </a:lnTo>
                <a:lnTo>
                  <a:pt x="173" y="223"/>
                </a:lnTo>
                <a:lnTo>
                  <a:pt x="174" y="223"/>
                </a:lnTo>
                <a:lnTo>
                  <a:pt x="175" y="223"/>
                </a:lnTo>
                <a:lnTo>
                  <a:pt x="175" y="222"/>
                </a:lnTo>
                <a:lnTo>
                  <a:pt x="176" y="221"/>
                </a:lnTo>
                <a:lnTo>
                  <a:pt x="175" y="220"/>
                </a:lnTo>
                <a:lnTo>
                  <a:pt x="173" y="220"/>
                </a:lnTo>
                <a:lnTo>
                  <a:pt x="172" y="220"/>
                </a:lnTo>
                <a:lnTo>
                  <a:pt x="171" y="220"/>
                </a:lnTo>
                <a:lnTo>
                  <a:pt x="171" y="219"/>
                </a:lnTo>
                <a:lnTo>
                  <a:pt x="171" y="218"/>
                </a:lnTo>
                <a:lnTo>
                  <a:pt x="170" y="218"/>
                </a:lnTo>
                <a:lnTo>
                  <a:pt x="170" y="217"/>
                </a:lnTo>
                <a:lnTo>
                  <a:pt x="170" y="214"/>
                </a:lnTo>
                <a:lnTo>
                  <a:pt x="170" y="212"/>
                </a:lnTo>
                <a:lnTo>
                  <a:pt x="169" y="212"/>
                </a:lnTo>
                <a:lnTo>
                  <a:pt x="169" y="211"/>
                </a:lnTo>
                <a:lnTo>
                  <a:pt x="168" y="211"/>
                </a:lnTo>
                <a:lnTo>
                  <a:pt x="167" y="211"/>
                </a:lnTo>
                <a:lnTo>
                  <a:pt x="167" y="210"/>
                </a:lnTo>
                <a:lnTo>
                  <a:pt x="168" y="210"/>
                </a:lnTo>
                <a:lnTo>
                  <a:pt x="169" y="210"/>
                </a:lnTo>
                <a:lnTo>
                  <a:pt x="168" y="209"/>
                </a:lnTo>
                <a:lnTo>
                  <a:pt x="167" y="208"/>
                </a:lnTo>
                <a:lnTo>
                  <a:pt x="168" y="208"/>
                </a:lnTo>
                <a:lnTo>
                  <a:pt x="168" y="207"/>
                </a:lnTo>
                <a:lnTo>
                  <a:pt x="168" y="206"/>
                </a:lnTo>
                <a:lnTo>
                  <a:pt x="167" y="206"/>
                </a:lnTo>
                <a:lnTo>
                  <a:pt x="167" y="207"/>
                </a:lnTo>
                <a:lnTo>
                  <a:pt x="166" y="206"/>
                </a:lnTo>
                <a:lnTo>
                  <a:pt x="167" y="206"/>
                </a:lnTo>
                <a:lnTo>
                  <a:pt x="168" y="206"/>
                </a:lnTo>
                <a:lnTo>
                  <a:pt x="168" y="205"/>
                </a:lnTo>
                <a:lnTo>
                  <a:pt x="168" y="204"/>
                </a:lnTo>
                <a:lnTo>
                  <a:pt x="168" y="203"/>
                </a:lnTo>
                <a:lnTo>
                  <a:pt x="168" y="202"/>
                </a:lnTo>
                <a:lnTo>
                  <a:pt x="168" y="201"/>
                </a:lnTo>
                <a:lnTo>
                  <a:pt x="168" y="200"/>
                </a:lnTo>
                <a:lnTo>
                  <a:pt x="168" y="199"/>
                </a:lnTo>
                <a:lnTo>
                  <a:pt x="168" y="198"/>
                </a:lnTo>
                <a:lnTo>
                  <a:pt x="167" y="197"/>
                </a:lnTo>
                <a:lnTo>
                  <a:pt x="167" y="196"/>
                </a:lnTo>
                <a:lnTo>
                  <a:pt x="166" y="196"/>
                </a:lnTo>
                <a:lnTo>
                  <a:pt x="164" y="195"/>
                </a:lnTo>
                <a:lnTo>
                  <a:pt x="163" y="195"/>
                </a:lnTo>
                <a:lnTo>
                  <a:pt x="163" y="196"/>
                </a:lnTo>
                <a:lnTo>
                  <a:pt x="162" y="197"/>
                </a:lnTo>
                <a:lnTo>
                  <a:pt x="162" y="198"/>
                </a:lnTo>
                <a:lnTo>
                  <a:pt x="162" y="199"/>
                </a:lnTo>
                <a:lnTo>
                  <a:pt x="163" y="199"/>
                </a:lnTo>
                <a:lnTo>
                  <a:pt x="162" y="199"/>
                </a:lnTo>
                <a:lnTo>
                  <a:pt x="162" y="200"/>
                </a:lnTo>
                <a:lnTo>
                  <a:pt x="161" y="200"/>
                </a:lnTo>
                <a:lnTo>
                  <a:pt x="160" y="200"/>
                </a:lnTo>
                <a:lnTo>
                  <a:pt x="159" y="201"/>
                </a:lnTo>
                <a:lnTo>
                  <a:pt x="158" y="201"/>
                </a:lnTo>
                <a:lnTo>
                  <a:pt x="157" y="201"/>
                </a:lnTo>
                <a:lnTo>
                  <a:pt x="156" y="202"/>
                </a:lnTo>
                <a:lnTo>
                  <a:pt x="155" y="202"/>
                </a:lnTo>
                <a:lnTo>
                  <a:pt x="155" y="203"/>
                </a:lnTo>
                <a:lnTo>
                  <a:pt x="154" y="203"/>
                </a:lnTo>
                <a:lnTo>
                  <a:pt x="154" y="202"/>
                </a:lnTo>
                <a:lnTo>
                  <a:pt x="152" y="202"/>
                </a:lnTo>
                <a:lnTo>
                  <a:pt x="152" y="203"/>
                </a:lnTo>
                <a:lnTo>
                  <a:pt x="151" y="203"/>
                </a:lnTo>
                <a:lnTo>
                  <a:pt x="151" y="202"/>
                </a:lnTo>
                <a:lnTo>
                  <a:pt x="151" y="201"/>
                </a:lnTo>
                <a:lnTo>
                  <a:pt x="150" y="201"/>
                </a:lnTo>
                <a:lnTo>
                  <a:pt x="149" y="200"/>
                </a:lnTo>
                <a:lnTo>
                  <a:pt x="148" y="200"/>
                </a:lnTo>
                <a:lnTo>
                  <a:pt x="149" y="200"/>
                </a:lnTo>
                <a:lnTo>
                  <a:pt x="149" y="199"/>
                </a:lnTo>
                <a:lnTo>
                  <a:pt x="148" y="199"/>
                </a:lnTo>
                <a:lnTo>
                  <a:pt x="147" y="199"/>
                </a:lnTo>
                <a:lnTo>
                  <a:pt x="146" y="197"/>
                </a:lnTo>
                <a:lnTo>
                  <a:pt x="147" y="196"/>
                </a:lnTo>
                <a:lnTo>
                  <a:pt x="147" y="195"/>
                </a:lnTo>
                <a:lnTo>
                  <a:pt x="146" y="194"/>
                </a:lnTo>
                <a:lnTo>
                  <a:pt x="145" y="194"/>
                </a:lnTo>
                <a:lnTo>
                  <a:pt x="144" y="194"/>
                </a:lnTo>
                <a:lnTo>
                  <a:pt x="143" y="194"/>
                </a:lnTo>
                <a:lnTo>
                  <a:pt x="143" y="193"/>
                </a:lnTo>
                <a:lnTo>
                  <a:pt x="143" y="192"/>
                </a:lnTo>
                <a:lnTo>
                  <a:pt x="143" y="191"/>
                </a:lnTo>
                <a:lnTo>
                  <a:pt x="143" y="190"/>
                </a:lnTo>
                <a:lnTo>
                  <a:pt x="144" y="190"/>
                </a:lnTo>
                <a:lnTo>
                  <a:pt x="144" y="189"/>
                </a:lnTo>
                <a:lnTo>
                  <a:pt x="145" y="189"/>
                </a:lnTo>
                <a:lnTo>
                  <a:pt x="146" y="189"/>
                </a:lnTo>
                <a:lnTo>
                  <a:pt x="146" y="188"/>
                </a:lnTo>
                <a:lnTo>
                  <a:pt x="146" y="187"/>
                </a:lnTo>
                <a:lnTo>
                  <a:pt x="147" y="187"/>
                </a:lnTo>
                <a:lnTo>
                  <a:pt x="147" y="186"/>
                </a:lnTo>
                <a:lnTo>
                  <a:pt x="147" y="185"/>
                </a:lnTo>
                <a:lnTo>
                  <a:pt x="147" y="184"/>
                </a:lnTo>
                <a:lnTo>
                  <a:pt x="147" y="183"/>
                </a:lnTo>
                <a:lnTo>
                  <a:pt x="146" y="183"/>
                </a:lnTo>
                <a:lnTo>
                  <a:pt x="145" y="182"/>
                </a:lnTo>
                <a:lnTo>
                  <a:pt x="145" y="181"/>
                </a:lnTo>
                <a:lnTo>
                  <a:pt x="147" y="181"/>
                </a:lnTo>
                <a:lnTo>
                  <a:pt x="147" y="182"/>
                </a:lnTo>
                <a:lnTo>
                  <a:pt x="148" y="182"/>
                </a:lnTo>
                <a:lnTo>
                  <a:pt x="149" y="181"/>
                </a:lnTo>
                <a:lnTo>
                  <a:pt x="150" y="180"/>
                </a:lnTo>
                <a:lnTo>
                  <a:pt x="150" y="179"/>
                </a:lnTo>
                <a:lnTo>
                  <a:pt x="151" y="178"/>
                </a:lnTo>
                <a:lnTo>
                  <a:pt x="151" y="177"/>
                </a:lnTo>
                <a:lnTo>
                  <a:pt x="150" y="176"/>
                </a:lnTo>
                <a:lnTo>
                  <a:pt x="150" y="175"/>
                </a:lnTo>
                <a:lnTo>
                  <a:pt x="150" y="174"/>
                </a:lnTo>
                <a:lnTo>
                  <a:pt x="150" y="173"/>
                </a:lnTo>
                <a:lnTo>
                  <a:pt x="150" y="172"/>
                </a:lnTo>
                <a:lnTo>
                  <a:pt x="151" y="170"/>
                </a:lnTo>
                <a:lnTo>
                  <a:pt x="152" y="169"/>
                </a:lnTo>
                <a:lnTo>
                  <a:pt x="152" y="168"/>
                </a:lnTo>
                <a:lnTo>
                  <a:pt x="152" y="167"/>
                </a:lnTo>
                <a:lnTo>
                  <a:pt x="153" y="167"/>
                </a:lnTo>
                <a:lnTo>
                  <a:pt x="154" y="167"/>
                </a:lnTo>
                <a:lnTo>
                  <a:pt x="155" y="168"/>
                </a:lnTo>
                <a:lnTo>
                  <a:pt x="156" y="168"/>
                </a:lnTo>
                <a:lnTo>
                  <a:pt x="157" y="168"/>
                </a:lnTo>
                <a:lnTo>
                  <a:pt x="158" y="169"/>
                </a:lnTo>
                <a:lnTo>
                  <a:pt x="158" y="165"/>
                </a:lnTo>
                <a:lnTo>
                  <a:pt x="158" y="164"/>
                </a:lnTo>
                <a:lnTo>
                  <a:pt x="158" y="162"/>
                </a:lnTo>
                <a:lnTo>
                  <a:pt x="158" y="160"/>
                </a:lnTo>
                <a:lnTo>
                  <a:pt x="158" y="158"/>
                </a:lnTo>
                <a:lnTo>
                  <a:pt x="159" y="157"/>
                </a:lnTo>
                <a:lnTo>
                  <a:pt x="159" y="156"/>
                </a:lnTo>
                <a:lnTo>
                  <a:pt x="159" y="155"/>
                </a:lnTo>
                <a:lnTo>
                  <a:pt x="158" y="155"/>
                </a:lnTo>
                <a:lnTo>
                  <a:pt x="158" y="154"/>
                </a:lnTo>
                <a:lnTo>
                  <a:pt x="159" y="154"/>
                </a:lnTo>
                <a:lnTo>
                  <a:pt x="159" y="153"/>
                </a:lnTo>
                <a:lnTo>
                  <a:pt x="160" y="152"/>
                </a:lnTo>
                <a:lnTo>
                  <a:pt x="161" y="151"/>
                </a:lnTo>
                <a:lnTo>
                  <a:pt x="162" y="151"/>
                </a:lnTo>
                <a:lnTo>
                  <a:pt x="163" y="150"/>
                </a:lnTo>
                <a:lnTo>
                  <a:pt x="163" y="149"/>
                </a:lnTo>
                <a:lnTo>
                  <a:pt x="163" y="148"/>
                </a:lnTo>
                <a:lnTo>
                  <a:pt x="163" y="146"/>
                </a:lnTo>
                <a:lnTo>
                  <a:pt x="163" y="145"/>
                </a:lnTo>
                <a:lnTo>
                  <a:pt x="162" y="143"/>
                </a:lnTo>
                <a:lnTo>
                  <a:pt x="163" y="142"/>
                </a:lnTo>
                <a:lnTo>
                  <a:pt x="164" y="142"/>
                </a:lnTo>
                <a:lnTo>
                  <a:pt x="165" y="142"/>
                </a:lnTo>
                <a:lnTo>
                  <a:pt x="165" y="141"/>
                </a:lnTo>
                <a:lnTo>
                  <a:pt x="164" y="141"/>
                </a:lnTo>
                <a:lnTo>
                  <a:pt x="163" y="141"/>
                </a:lnTo>
                <a:lnTo>
                  <a:pt x="163" y="140"/>
                </a:lnTo>
                <a:lnTo>
                  <a:pt x="162" y="141"/>
                </a:lnTo>
                <a:lnTo>
                  <a:pt x="161" y="141"/>
                </a:lnTo>
                <a:lnTo>
                  <a:pt x="160" y="140"/>
                </a:lnTo>
                <a:lnTo>
                  <a:pt x="159" y="140"/>
                </a:lnTo>
                <a:lnTo>
                  <a:pt x="159" y="139"/>
                </a:lnTo>
                <a:lnTo>
                  <a:pt x="158" y="138"/>
                </a:lnTo>
                <a:lnTo>
                  <a:pt x="158" y="139"/>
                </a:lnTo>
                <a:lnTo>
                  <a:pt x="157" y="139"/>
                </a:lnTo>
                <a:lnTo>
                  <a:pt x="155" y="139"/>
                </a:lnTo>
                <a:lnTo>
                  <a:pt x="154" y="139"/>
                </a:lnTo>
                <a:lnTo>
                  <a:pt x="153" y="140"/>
                </a:lnTo>
                <a:lnTo>
                  <a:pt x="152" y="140"/>
                </a:lnTo>
                <a:lnTo>
                  <a:pt x="152" y="141"/>
                </a:lnTo>
                <a:lnTo>
                  <a:pt x="151" y="141"/>
                </a:lnTo>
                <a:lnTo>
                  <a:pt x="151" y="142"/>
                </a:lnTo>
                <a:lnTo>
                  <a:pt x="150" y="142"/>
                </a:lnTo>
                <a:lnTo>
                  <a:pt x="150" y="141"/>
                </a:lnTo>
                <a:lnTo>
                  <a:pt x="149" y="141"/>
                </a:lnTo>
                <a:lnTo>
                  <a:pt x="148" y="141"/>
                </a:lnTo>
                <a:lnTo>
                  <a:pt x="146" y="141"/>
                </a:lnTo>
                <a:lnTo>
                  <a:pt x="146" y="140"/>
                </a:lnTo>
                <a:lnTo>
                  <a:pt x="145" y="140"/>
                </a:lnTo>
                <a:lnTo>
                  <a:pt x="144" y="139"/>
                </a:lnTo>
                <a:lnTo>
                  <a:pt x="144" y="140"/>
                </a:lnTo>
                <a:lnTo>
                  <a:pt x="144" y="141"/>
                </a:lnTo>
                <a:lnTo>
                  <a:pt x="144" y="142"/>
                </a:lnTo>
                <a:lnTo>
                  <a:pt x="144" y="143"/>
                </a:lnTo>
                <a:lnTo>
                  <a:pt x="142" y="143"/>
                </a:lnTo>
                <a:lnTo>
                  <a:pt x="141" y="143"/>
                </a:lnTo>
                <a:lnTo>
                  <a:pt x="141" y="142"/>
                </a:lnTo>
                <a:lnTo>
                  <a:pt x="140" y="142"/>
                </a:lnTo>
                <a:lnTo>
                  <a:pt x="139" y="142"/>
                </a:lnTo>
                <a:lnTo>
                  <a:pt x="139" y="143"/>
                </a:lnTo>
                <a:lnTo>
                  <a:pt x="138" y="143"/>
                </a:lnTo>
                <a:lnTo>
                  <a:pt x="137" y="143"/>
                </a:lnTo>
                <a:lnTo>
                  <a:pt x="137" y="142"/>
                </a:lnTo>
                <a:lnTo>
                  <a:pt x="134" y="142"/>
                </a:lnTo>
                <a:lnTo>
                  <a:pt x="133" y="142"/>
                </a:lnTo>
                <a:lnTo>
                  <a:pt x="132" y="142"/>
                </a:lnTo>
                <a:lnTo>
                  <a:pt x="131" y="142"/>
                </a:lnTo>
                <a:lnTo>
                  <a:pt x="130" y="142"/>
                </a:lnTo>
                <a:lnTo>
                  <a:pt x="129" y="142"/>
                </a:lnTo>
                <a:lnTo>
                  <a:pt x="129" y="143"/>
                </a:lnTo>
                <a:lnTo>
                  <a:pt x="128" y="143"/>
                </a:lnTo>
                <a:lnTo>
                  <a:pt x="127" y="143"/>
                </a:lnTo>
                <a:lnTo>
                  <a:pt x="127" y="144"/>
                </a:lnTo>
                <a:lnTo>
                  <a:pt x="126" y="144"/>
                </a:lnTo>
                <a:lnTo>
                  <a:pt x="125" y="143"/>
                </a:lnTo>
                <a:lnTo>
                  <a:pt x="124" y="143"/>
                </a:lnTo>
                <a:lnTo>
                  <a:pt x="124" y="142"/>
                </a:lnTo>
                <a:lnTo>
                  <a:pt x="123" y="142"/>
                </a:lnTo>
                <a:lnTo>
                  <a:pt x="123" y="141"/>
                </a:lnTo>
                <a:lnTo>
                  <a:pt x="124" y="141"/>
                </a:lnTo>
                <a:lnTo>
                  <a:pt x="125" y="139"/>
                </a:lnTo>
                <a:lnTo>
                  <a:pt x="125" y="138"/>
                </a:lnTo>
                <a:lnTo>
                  <a:pt x="125" y="137"/>
                </a:lnTo>
                <a:lnTo>
                  <a:pt x="125" y="136"/>
                </a:lnTo>
                <a:lnTo>
                  <a:pt x="126" y="135"/>
                </a:lnTo>
                <a:lnTo>
                  <a:pt x="126" y="134"/>
                </a:lnTo>
                <a:lnTo>
                  <a:pt x="125" y="133"/>
                </a:lnTo>
                <a:lnTo>
                  <a:pt x="126" y="132"/>
                </a:lnTo>
                <a:lnTo>
                  <a:pt x="126" y="131"/>
                </a:lnTo>
                <a:lnTo>
                  <a:pt x="126" y="130"/>
                </a:lnTo>
                <a:lnTo>
                  <a:pt x="126" y="129"/>
                </a:lnTo>
                <a:lnTo>
                  <a:pt x="126" y="128"/>
                </a:lnTo>
                <a:lnTo>
                  <a:pt x="126" y="127"/>
                </a:lnTo>
                <a:lnTo>
                  <a:pt x="126" y="126"/>
                </a:lnTo>
                <a:lnTo>
                  <a:pt x="124" y="126"/>
                </a:lnTo>
                <a:lnTo>
                  <a:pt x="123" y="126"/>
                </a:lnTo>
                <a:lnTo>
                  <a:pt x="123" y="127"/>
                </a:lnTo>
                <a:lnTo>
                  <a:pt x="122" y="127"/>
                </a:lnTo>
                <a:lnTo>
                  <a:pt x="121" y="126"/>
                </a:lnTo>
                <a:lnTo>
                  <a:pt x="121" y="125"/>
                </a:lnTo>
                <a:lnTo>
                  <a:pt x="121" y="124"/>
                </a:lnTo>
                <a:lnTo>
                  <a:pt x="120" y="123"/>
                </a:lnTo>
                <a:lnTo>
                  <a:pt x="120" y="122"/>
                </a:lnTo>
                <a:lnTo>
                  <a:pt x="119" y="122"/>
                </a:lnTo>
                <a:lnTo>
                  <a:pt x="118" y="122"/>
                </a:lnTo>
                <a:lnTo>
                  <a:pt x="118" y="121"/>
                </a:lnTo>
                <a:lnTo>
                  <a:pt x="119" y="121"/>
                </a:lnTo>
                <a:lnTo>
                  <a:pt x="119" y="120"/>
                </a:lnTo>
                <a:lnTo>
                  <a:pt x="118" y="120"/>
                </a:lnTo>
                <a:lnTo>
                  <a:pt x="118" y="119"/>
                </a:lnTo>
                <a:lnTo>
                  <a:pt x="117" y="118"/>
                </a:lnTo>
                <a:lnTo>
                  <a:pt x="118" y="116"/>
                </a:lnTo>
                <a:lnTo>
                  <a:pt x="118" y="115"/>
                </a:lnTo>
                <a:lnTo>
                  <a:pt x="117" y="115"/>
                </a:lnTo>
                <a:lnTo>
                  <a:pt x="117" y="114"/>
                </a:lnTo>
                <a:lnTo>
                  <a:pt x="116" y="114"/>
                </a:lnTo>
                <a:lnTo>
                  <a:pt x="114" y="112"/>
                </a:lnTo>
                <a:lnTo>
                  <a:pt x="113" y="111"/>
                </a:lnTo>
                <a:lnTo>
                  <a:pt x="113" y="112"/>
                </a:lnTo>
                <a:lnTo>
                  <a:pt x="113" y="113"/>
                </a:lnTo>
                <a:lnTo>
                  <a:pt x="114" y="113"/>
                </a:lnTo>
                <a:lnTo>
                  <a:pt x="113" y="113"/>
                </a:lnTo>
                <a:lnTo>
                  <a:pt x="113" y="114"/>
                </a:lnTo>
                <a:lnTo>
                  <a:pt x="113" y="115"/>
                </a:lnTo>
                <a:lnTo>
                  <a:pt x="112" y="115"/>
                </a:lnTo>
                <a:lnTo>
                  <a:pt x="111" y="115"/>
                </a:lnTo>
                <a:lnTo>
                  <a:pt x="111" y="116"/>
                </a:lnTo>
                <a:lnTo>
                  <a:pt x="110" y="117"/>
                </a:lnTo>
                <a:lnTo>
                  <a:pt x="109" y="117"/>
                </a:lnTo>
                <a:lnTo>
                  <a:pt x="109" y="116"/>
                </a:lnTo>
                <a:lnTo>
                  <a:pt x="109" y="115"/>
                </a:lnTo>
                <a:lnTo>
                  <a:pt x="108" y="114"/>
                </a:lnTo>
                <a:lnTo>
                  <a:pt x="107" y="114"/>
                </a:lnTo>
                <a:lnTo>
                  <a:pt x="107" y="113"/>
                </a:lnTo>
                <a:lnTo>
                  <a:pt x="107" y="112"/>
                </a:lnTo>
                <a:lnTo>
                  <a:pt x="107" y="110"/>
                </a:lnTo>
                <a:lnTo>
                  <a:pt x="106" y="110"/>
                </a:lnTo>
                <a:lnTo>
                  <a:pt x="105" y="109"/>
                </a:lnTo>
                <a:lnTo>
                  <a:pt x="104" y="109"/>
                </a:lnTo>
                <a:lnTo>
                  <a:pt x="103" y="110"/>
                </a:lnTo>
                <a:lnTo>
                  <a:pt x="102" y="110"/>
                </a:lnTo>
                <a:lnTo>
                  <a:pt x="101" y="110"/>
                </a:lnTo>
                <a:lnTo>
                  <a:pt x="100" y="111"/>
                </a:lnTo>
                <a:lnTo>
                  <a:pt x="99" y="111"/>
                </a:lnTo>
                <a:lnTo>
                  <a:pt x="99" y="112"/>
                </a:lnTo>
                <a:lnTo>
                  <a:pt x="98" y="112"/>
                </a:lnTo>
                <a:lnTo>
                  <a:pt x="97" y="112"/>
                </a:lnTo>
                <a:lnTo>
                  <a:pt x="97" y="113"/>
                </a:lnTo>
                <a:lnTo>
                  <a:pt x="96" y="113"/>
                </a:lnTo>
                <a:lnTo>
                  <a:pt x="95" y="113"/>
                </a:lnTo>
                <a:lnTo>
                  <a:pt x="95" y="112"/>
                </a:lnTo>
                <a:lnTo>
                  <a:pt x="94" y="112"/>
                </a:lnTo>
                <a:lnTo>
                  <a:pt x="94" y="111"/>
                </a:lnTo>
                <a:lnTo>
                  <a:pt x="94" y="110"/>
                </a:lnTo>
                <a:lnTo>
                  <a:pt x="93" y="110"/>
                </a:lnTo>
                <a:lnTo>
                  <a:pt x="93" y="109"/>
                </a:lnTo>
                <a:lnTo>
                  <a:pt x="92" y="109"/>
                </a:lnTo>
                <a:lnTo>
                  <a:pt x="91" y="109"/>
                </a:lnTo>
                <a:lnTo>
                  <a:pt x="92" y="108"/>
                </a:lnTo>
                <a:lnTo>
                  <a:pt x="92" y="107"/>
                </a:lnTo>
                <a:lnTo>
                  <a:pt x="91" y="107"/>
                </a:lnTo>
                <a:lnTo>
                  <a:pt x="90" y="106"/>
                </a:lnTo>
                <a:lnTo>
                  <a:pt x="88" y="106"/>
                </a:lnTo>
                <a:lnTo>
                  <a:pt x="87" y="106"/>
                </a:lnTo>
                <a:lnTo>
                  <a:pt x="86" y="107"/>
                </a:lnTo>
                <a:lnTo>
                  <a:pt x="86" y="108"/>
                </a:lnTo>
                <a:lnTo>
                  <a:pt x="85" y="108"/>
                </a:lnTo>
                <a:lnTo>
                  <a:pt x="84" y="108"/>
                </a:lnTo>
                <a:lnTo>
                  <a:pt x="84" y="107"/>
                </a:lnTo>
                <a:lnTo>
                  <a:pt x="83" y="107"/>
                </a:lnTo>
                <a:lnTo>
                  <a:pt x="82" y="107"/>
                </a:lnTo>
                <a:lnTo>
                  <a:pt x="81" y="108"/>
                </a:lnTo>
                <a:lnTo>
                  <a:pt x="80" y="108"/>
                </a:lnTo>
                <a:lnTo>
                  <a:pt x="79" y="108"/>
                </a:lnTo>
                <a:lnTo>
                  <a:pt x="78" y="108"/>
                </a:lnTo>
                <a:lnTo>
                  <a:pt x="77" y="108"/>
                </a:lnTo>
                <a:lnTo>
                  <a:pt x="75" y="108"/>
                </a:lnTo>
                <a:lnTo>
                  <a:pt x="74" y="108"/>
                </a:lnTo>
                <a:lnTo>
                  <a:pt x="74" y="107"/>
                </a:lnTo>
                <a:lnTo>
                  <a:pt x="73" y="107"/>
                </a:lnTo>
                <a:lnTo>
                  <a:pt x="71" y="107"/>
                </a:lnTo>
                <a:lnTo>
                  <a:pt x="72" y="106"/>
                </a:lnTo>
                <a:lnTo>
                  <a:pt x="72" y="105"/>
                </a:lnTo>
                <a:lnTo>
                  <a:pt x="71" y="105"/>
                </a:lnTo>
                <a:lnTo>
                  <a:pt x="70" y="105"/>
                </a:lnTo>
                <a:lnTo>
                  <a:pt x="69" y="105"/>
                </a:lnTo>
                <a:lnTo>
                  <a:pt x="69" y="104"/>
                </a:lnTo>
                <a:lnTo>
                  <a:pt x="70" y="104"/>
                </a:lnTo>
                <a:lnTo>
                  <a:pt x="70" y="103"/>
                </a:lnTo>
                <a:lnTo>
                  <a:pt x="70" y="102"/>
                </a:lnTo>
                <a:lnTo>
                  <a:pt x="69" y="102"/>
                </a:lnTo>
                <a:lnTo>
                  <a:pt x="68" y="102"/>
                </a:lnTo>
                <a:lnTo>
                  <a:pt x="67" y="102"/>
                </a:lnTo>
                <a:lnTo>
                  <a:pt x="67" y="101"/>
                </a:lnTo>
                <a:lnTo>
                  <a:pt x="66" y="100"/>
                </a:lnTo>
                <a:lnTo>
                  <a:pt x="65" y="100"/>
                </a:lnTo>
                <a:lnTo>
                  <a:pt x="64" y="100"/>
                </a:lnTo>
                <a:lnTo>
                  <a:pt x="64" y="99"/>
                </a:lnTo>
                <a:lnTo>
                  <a:pt x="62" y="98"/>
                </a:lnTo>
                <a:lnTo>
                  <a:pt x="61" y="98"/>
                </a:lnTo>
                <a:lnTo>
                  <a:pt x="60" y="98"/>
                </a:lnTo>
                <a:lnTo>
                  <a:pt x="60" y="96"/>
                </a:lnTo>
                <a:lnTo>
                  <a:pt x="61" y="96"/>
                </a:lnTo>
                <a:lnTo>
                  <a:pt x="61" y="95"/>
                </a:lnTo>
                <a:lnTo>
                  <a:pt x="62" y="94"/>
                </a:lnTo>
                <a:lnTo>
                  <a:pt x="62" y="92"/>
                </a:lnTo>
                <a:lnTo>
                  <a:pt x="62" y="91"/>
                </a:lnTo>
                <a:lnTo>
                  <a:pt x="62" y="90"/>
                </a:lnTo>
                <a:lnTo>
                  <a:pt x="61" y="90"/>
                </a:lnTo>
                <a:lnTo>
                  <a:pt x="60" y="90"/>
                </a:lnTo>
                <a:lnTo>
                  <a:pt x="60" y="89"/>
                </a:lnTo>
                <a:lnTo>
                  <a:pt x="60" y="88"/>
                </a:lnTo>
                <a:lnTo>
                  <a:pt x="59" y="88"/>
                </a:lnTo>
                <a:lnTo>
                  <a:pt x="59" y="89"/>
                </a:lnTo>
                <a:lnTo>
                  <a:pt x="58" y="89"/>
                </a:lnTo>
                <a:lnTo>
                  <a:pt x="58" y="88"/>
                </a:lnTo>
                <a:lnTo>
                  <a:pt x="57" y="87"/>
                </a:lnTo>
                <a:lnTo>
                  <a:pt x="56" y="87"/>
                </a:lnTo>
                <a:lnTo>
                  <a:pt x="56" y="86"/>
                </a:lnTo>
                <a:lnTo>
                  <a:pt x="55" y="85"/>
                </a:lnTo>
                <a:lnTo>
                  <a:pt x="55" y="84"/>
                </a:lnTo>
                <a:lnTo>
                  <a:pt x="56" y="84"/>
                </a:lnTo>
                <a:lnTo>
                  <a:pt x="56" y="83"/>
                </a:lnTo>
                <a:lnTo>
                  <a:pt x="56" y="82"/>
                </a:lnTo>
                <a:lnTo>
                  <a:pt x="55" y="82"/>
                </a:lnTo>
                <a:lnTo>
                  <a:pt x="55" y="81"/>
                </a:lnTo>
                <a:lnTo>
                  <a:pt x="56" y="81"/>
                </a:lnTo>
                <a:lnTo>
                  <a:pt x="56" y="80"/>
                </a:lnTo>
                <a:lnTo>
                  <a:pt x="56" y="79"/>
                </a:lnTo>
                <a:lnTo>
                  <a:pt x="56" y="78"/>
                </a:lnTo>
                <a:lnTo>
                  <a:pt x="55" y="78"/>
                </a:lnTo>
                <a:lnTo>
                  <a:pt x="54" y="78"/>
                </a:lnTo>
                <a:lnTo>
                  <a:pt x="54" y="77"/>
                </a:lnTo>
                <a:lnTo>
                  <a:pt x="55" y="77"/>
                </a:lnTo>
                <a:lnTo>
                  <a:pt x="55" y="76"/>
                </a:lnTo>
                <a:lnTo>
                  <a:pt x="55" y="75"/>
                </a:lnTo>
                <a:lnTo>
                  <a:pt x="54" y="75"/>
                </a:lnTo>
                <a:lnTo>
                  <a:pt x="52" y="74"/>
                </a:lnTo>
                <a:lnTo>
                  <a:pt x="51" y="74"/>
                </a:lnTo>
                <a:lnTo>
                  <a:pt x="49" y="74"/>
                </a:lnTo>
                <a:lnTo>
                  <a:pt x="48" y="74"/>
                </a:lnTo>
                <a:lnTo>
                  <a:pt x="48" y="73"/>
                </a:lnTo>
                <a:lnTo>
                  <a:pt x="47" y="73"/>
                </a:lnTo>
                <a:lnTo>
                  <a:pt x="46" y="73"/>
                </a:lnTo>
                <a:lnTo>
                  <a:pt x="46" y="74"/>
                </a:lnTo>
                <a:lnTo>
                  <a:pt x="46" y="75"/>
                </a:lnTo>
                <a:lnTo>
                  <a:pt x="46" y="74"/>
                </a:lnTo>
                <a:lnTo>
                  <a:pt x="45" y="74"/>
                </a:lnTo>
                <a:lnTo>
                  <a:pt x="44" y="75"/>
                </a:lnTo>
                <a:lnTo>
                  <a:pt x="43" y="76"/>
                </a:lnTo>
                <a:lnTo>
                  <a:pt x="43" y="75"/>
                </a:lnTo>
                <a:lnTo>
                  <a:pt x="42" y="74"/>
                </a:lnTo>
                <a:lnTo>
                  <a:pt x="41" y="73"/>
                </a:lnTo>
                <a:lnTo>
                  <a:pt x="40" y="73"/>
                </a:lnTo>
                <a:lnTo>
                  <a:pt x="40" y="72"/>
                </a:lnTo>
                <a:lnTo>
                  <a:pt x="39" y="72"/>
                </a:lnTo>
                <a:lnTo>
                  <a:pt x="39" y="71"/>
                </a:lnTo>
                <a:lnTo>
                  <a:pt x="38" y="71"/>
                </a:lnTo>
                <a:lnTo>
                  <a:pt x="38" y="70"/>
                </a:lnTo>
                <a:lnTo>
                  <a:pt x="38" y="69"/>
                </a:lnTo>
                <a:lnTo>
                  <a:pt x="36" y="68"/>
                </a:lnTo>
                <a:lnTo>
                  <a:pt x="35" y="67"/>
                </a:lnTo>
                <a:lnTo>
                  <a:pt x="34" y="67"/>
                </a:lnTo>
                <a:lnTo>
                  <a:pt x="33" y="67"/>
                </a:lnTo>
                <a:lnTo>
                  <a:pt x="32" y="67"/>
                </a:lnTo>
                <a:lnTo>
                  <a:pt x="31" y="67"/>
                </a:lnTo>
                <a:lnTo>
                  <a:pt x="30" y="67"/>
                </a:lnTo>
                <a:lnTo>
                  <a:pt x="27" y="67"/>
                </a:lnTo>
                <a:lnTo>
                  <a:pt x="25" y="66"/>
                </a:lnTo>
                <a:lnTo>
                  <a:pt x="25" y="65"/>
                </a:lnTo>
                <a:lnTo>
                  <a:pt x="24" y="65"/>
                </a:lnTo>
                <a:lnTo>
                  <a:pt x="23" y="65"/>
                </a:lnTo>
                <a:lnTo>
                  <a:pt x="21" y="65"/>
                </a:lnTo>
                <a:lnTo>
                  <a:pt x="20" y="65"/>
                </a:lnTo>
                <a:lnTo>
                  <a:pt x="19" y="65"/>
                </a:lnTo>
                <a:lnTo>
                  <a:pt x="19" y="64"/>
                </a:lnTo>
                <a:lnTo>
                  <a:pt x="20" y="64"/>
                </a:lnTo>
                <a:lnTo>
                  <a:pt x="21" y="64"/>
                </a:lnTo>
                <a:lnTo>
                  <a:pt x="22" y="64"/>
                </a:lnTo>
                <a:lnTo>
                  <a:pt x="22" y="63"/>
                </a:lnTo>
                <a:lnTo>
                  <a:pt x="21" y="63"/>
                </a:lnTo>
                <a:lnTo>
                  <a:pt x="20" y="62"/>
                </a:lnTo>
                <a:lnTo>
                  <a:pt x="20" y="61"/>
                </a:lnTo>
                <a:lnTo>
                  <a:pt x="19" y="61"/>
                </a:lnTo>
                <a:lnTo>
                  <a:pt x="18" y="61"/>
                </a:lnTo>
                <a:lnTo>
                  <a:pt x="18" y="60"/>
                </a:lnTo>
                <a:lnTo>
                  <a:pt x="17" y="60"/>
                </a:lnTo>
                <a:lnTo>
                  <a:pt x="15" y="60"/>
                </a:lnTo>
                <a:lnTo>
                  <a:pt x="15" y="59"/>
                </a:lnTo>
                <a:lnTo>
                  <a:pt x="15" y="58"/>
                </a:lnTo>
                <a:lnTo>
                  <a:pt x="14" y="58"/>
                </a:lnTo>
                <a:lnTo>
                  <a:pt x="12" y="57"/>
                </a:lnTo>
                <a:lnTo>
                  <a:pt x="12" y="56"/>
                </a:lnTo>
                <a:lnTo>
                  <a:pt x="12" y="55"/>
                </a:lnTo>
                <a:lnTo>
                  <a:pt x="13" y="55"/>
                </a:lnTo>
                <a:lnTo>
                  <a:pt x="12" y="55"/>
                </a:lnTo>
                <a:lnTo>
                  <a:pt x="11" y="54"/>
                </a:lnTo>
                <a:lnTo>
                  <a:pt x="11" y="53"/>
                </a:lnTo>
                <a:lnTo>
                  <a:pt x="10" y="53"/>
                </a:lnTo>
                <a:lnTo>
                  <a:pt x="9" y="51"/>
                </a:lnTo>
                <a:lnTo>
                  <a:pt x="8" y="51"/>
                </a:lnTo>
                <a:lnTo>
                  <a:pt x="7" y="51"/>
                </a:lnTo>
                <a:lnTo>
                  <a:pt x="7" y="50"/>
                </a:lnTo>
                <a:lnTo>
                  <a:pt x="7" y="49"/>
                </a:lnTo>
                <a:lnTo>
                  <a:pt x="7" y="48"/>
                </a:lnTo>
                <a:lnTo>
                  <a:pt x="6" y="48"/>
                </a:lnTo>
                <a:lnTo>
                  <a:pt x="5" y="48"/>
                </a:lnTo>
                <a:lnTo>
                  <a:pt x="5" y="49"/>
                </a:lnTo>
                <a:lnTo>
                  <a:pt x="4" y="49"/>
                </a:lnTo>
                <a:lnTo>
                  <a:pt x="3" y="50"/>
                </a:lnTo>
                <a:lnTo>
                  <a:pt x="2" y="50"/>
                </a:lnTo>
                <a:lnTo>
                  <a:pt x="1" y="49"/>
                </a:lnTo>
                <a:lnTo>
                  <a:pt x="1" y="48"/>
                </a:lnTo>
                <a:lnTo>
                  <a:pt x="2" y="48"/>
                </a:lnTo>
                <a:lnTo>
                  <a:pt x="2" y="47"/>
                </a:lnTo>
                <a:lnTo>
                  <a:pt x="2" y="46"/>
                </a:lnTo>
                <a:lnTo>
                  <a:pt x="2" y="45"/>
                </a:lnTo>
                <a:lnTo>
                  <a:pt x="3" y="44"/>
                </a:lnTo>
                <a:lnTo>
                  <a:pt x="3" y="43"/>
                </a:lnTo>
                <a:lnTo>
                  <a:pt x="2" y="42"/>
                </a:lnTo>
                <a:lnTo>
                  <a:pt x="2" y="41"/>
                </a:lnTo>
                <a:lnTo>
                  <a:pt x="2" y="42"/>
                </a:lnTo>
                <a:lnTo>
                  <a:pt x="1" y="42"/>
                </a:lnTo>
                <a:lnTo>
                  <a:pt x="0" y="41"/>
                </a:lnTo>
                <a:lnTo>
                  <a:pt x="1" y="41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9"/>
                </a:lnTo>
                <a:lnTo>
                  <a:pt x="1" y="38"/>
                </a:lnTo>
                <a:lnTo>
                  <a:pt x="2" y="38"/>
                </a:lnTo>
                <a:lnTo>
                  <a:pt x="3" y="38"/>
                </a:lnTo>
                <a:lnTo>
                  <a:pt x="4" y="37"/>
                </a:lnTo>
                <a:lnTo>
                  <a:pt x="4" y="36"/>
                </a:lnTo>
                <a:lnTo>
                  <a:pt x="4" y="35"/>
                </a:lnTo>
                <a:lnTo>
                  <a:pt x="4" y="33"/>
                </a:lnTo>
                <a:lnTo>
                  <a:pt x="4" y="32"/>
                </a:lnTo>
                <a:lnTo>
                  <a:pt x="5" y="32"/>
                </a:lnTo>
                <a:lnTo>
                  <a:pt x="5" y="31"/>
                </a:lnTo>
                <a:lnTo>
                  <a:pt x="4" y="30"/>
                </a:lnTo>
                <a:lnTo>
                  <a:pt x="5" y="30"/>
                </a:lnTo>
                <a:lnTo>
                  <a:pt x="5" y="29"/>
                </a:lnTo>
                <a:lnTo>
                  <a:pt x="5" y="28"/>
                </a:lnTo>
                <a:lnTo>
                  <a:pt x="5" y="27"/>
                </a:lnTo>
                <a:lnTo>
                  <a:pt x="5" y="26"/>
                </a:lnTo>
                <a:lnTo>
                  <a:pt x="6" y="26"/>
                </a:lnTo>
                <a:lnTo>
                  <a:pt x="6" y="25"/>
                </a:lnTo>
                <a:lnTo>
                  <a:pt x="7" y="25"/>
                </a:lnTo>
                <a:lnTo>
                  <a:pt x="8" y="24"/>
                </a:lnTo>
                <a:lnTo>
                  <a:pt x="8" y="23"/>
                </a:lnTo>
                <a:lnTo>
                  <a:pt x="9" y="23"/>
                </a:lnTo>
                <a:lnTo>
                  <a:pt x="10" y="23"/>
                </a:lnTo>
                <a:lnTo>
                  <a:pt x="11" y="23"/>
                </a:lnTo>
                <a:lnTo>
                  <a:pt x="13" y="23"/>
                </a:lnTo>
                <a:lnTo>
                  <a:pt x="13" y="22"/>
                </a:lnTo>
                <a:lnTo>
                  <a:pt x="14" y="22"/>
                </a:lnTo>
                <a:lnTo>
                  <a:pt x="15" y="22"/>
                </a:lnTo>
                <a:lnTo>
                  <a:pt x="15" y="23"/>
                </a:lnTo>
                <a:lnTo>
                  <a:pt x="15" y="22"/>
                </a:lnTo>
                <a:lnTo>
                  <a:pt x="16" y="22"/>
                </a:lnTo>
                <a:lnTo>
                  <a:pt x="17" y="22"/>
                </a:lnTo>
                <a:lnTo>
                  <a:pt x="18" y="22"/>
                </a:lnTo>
                <a:lnTo>
                  <a:pt x="19" y="22"/>
                </a:lnTo>
                <a:lnTo>
                  <a:pt x="20" y="21"/>
                </a:lnTo>
                <a:lnTo>
                  <a:pt x="21" y="21"/>
                </a:lnTo>
                <a:lnTo>
                  <a:pt x="22" y="21"/>
                </a:lnTo>
                <a:lnTo>
                  <a:pt x="23" y="21"/>
                </a:lnTo>
                <a:lnTo>
                  <a:pt x="23" y="20"/>
                </a:lnTo>
                <a:lnTo>
                  <a:pt x="24" y="20"/>
                </a:lnTo>
                <a:lnTo>
                  <a:pt x="24" y="19"/>
                </a:lnTo>
                <a:lnTo>
                  <a:pt x="23" y="19"/>
                </a:lnTo>
                <a:lnTo>
                  <a:pt x="24" y="19"/>
                </a:lnTo>
                <a:lnTo>
                  <a:pt x="25" y="19"/>
                </a:lnTo>
                <a:lnTo>
                  <a:pt x="26" y="20"/>
                </a:lnTo>
                <a:lnTo>
                  <a:pt x="27" y="20"/>
                </a:lnTo>
                <a:lnTo>
                  <a:pt x="29" y="19"/>
                </a:lnTo>
                <a:lnTo>
                  <a:pt x="30" y="19"/>
                </a:lnTo>
                <a:lnTo>
                  <a:pt x="31" y="19"/>
                </a:lnTo>
                <a:lnTo>
                  <a:pt x="31" y="20"/>
                </a:lnTo>
                <a:lnTo>
                  <a:pt x="32" y="20"/>
                </a:lnTo>
                <a:lnTo>
                  <a:pt x="33" y="20"/>
                </a:lnTo>
                <a:lnTo>
                  <a:pt x="34" y="20"/>
                </a:lnTo>
                <a:lnTo>
                  <a:pt x="34" y="21"/>
                </a:lnTo>
                <a:lnTo>
                  <a:pt x="35" y="21"/>
                </a:lnTo>
                <a:lnTo>
                  <a:pt x="36" y="21"/>
                </a:lnTo>
                <a:lnTo>
                  <a:pt x="36" y="22"/>
                </a:lnTo>
                <a:lnTo>
                  <a:pt x="37" y="22"/>
                </a:lnTo>
                <a:lnTo>
                  <a:pt x="37" y="21"/>
                </a:lnTo>
                <a:lnTo>
                  <a:pt x="38" y="21"/>
                </a:lnTo>
                <a:lnTo>
                  <a:pt x="38" y="20"/>
                </a:lnTo>
                <a:lnTo>
                  <a:pt x="39" y="20"/>
                </a:lnTo>
                <a:lnTo>
                  <a:pt x="39" y="19"/>
                </a:lnTo>
                <a:lnTo>
                  <a:pt x="38" y="18"/>
                </a:lnTo>
                <a:lnTo>
                  <a:pt x="38" y="17"/>
                </a:lnTo>
                <a:lnTo>
                  <a:pt x="39" y="16"/>
                </a:lnTo>
                <a:lnTo>
                  <a:pt x="39" y="15"/>
                </a:lnTo>
                <a:lnTo>
                  <a:pt x="40" y="16"/>
                </a:lnTo>
                <a:lnTo>
                  <a:pt x="40" y="17"/>
                </a:lnTo>
                <a:lnTo>
                  <a:pt x="40" y="19"/>
                </a:lnTo>
                <a:lnTo>
                  <a:pt x="40" y="20"/>
                </a:lnTo>
                <a:lnTo>
                  <a:pt x="41" y="20"/>
                </a:lnTo>
                <a:lnTo>
                  <a:pt x="41" y="19"/>
                </a:lnTo>
                <a:lnTo>
                  <a:pt x="40" y="16"/>
                </a:lnTo>
                <a:lnTo>
                  <a:pt x="41" y="16"/>
                </a:lnTo>
                <a:lnTo>
                  <a:pt x="43" y="17"/>
                </a:lnTo>
                <a:lnTo>
                  <a:pt x="43" y="18"/>
                </a:lnTo>
                <a:lnTo>
                  <a:pt x="43" y="20"/>
                </a:lnTo>
                <a:lnTo>
                  <a:pt x="44" y="21"/>
                </a:lnTo>
                <a:lnTo>
                  <a:pt x="45" y="21"/>
                </a:lnTo>
                <a:lnTo>
                  <a:pt x="45" y="20"/>
                </a:lnTo>
                <a:lnTo>
                  <a:pt x="45" y="19"/>
                </a:lnTo>
                <a:lnTo>
                  <a:pt x="44" y="19"/>
                </a:lnTo>
                <a:lnTo>
                  <a:pt x="44" y="20"/>
                </a:lnTo>
                <a:lnTo>
                  <a:pt x="44" y="19"/>
                </a:lnTo>
                <a:lnTo>
                  <a:pt x="43" y="19"/>
                </a:lnTo>
                <a:lnTo>
                  <a:pt x="43" y="18"/>
                </a:lnTo>
                <a:lnTo>
                  <a:pt x="44" y="18"/>
                </a:lnTo>
                <a:lnTo>
                  <a:pt x="45" y="19"/>
                </a:lnTo>
                <a:lnTo>
                  <a:pt x="48" y="21"/>
                </a:lnTo>
                <a:lnTo>
                  <a:pt x="49" y="21"/>
                </a:lnTo>
                <a:lnTo>
                  <a:pt x="49" y="22"/>
                </a:lnTo>
                <a:lnTo>
                  <a:pt x="48" y="22"/>
                </a:lnTo>
                <a:lnTo>
                  <a:pt x="48" y="23"/>
                </a:lnTo>
                <a:lnTo>
                  <a:pt x="49" y="23"/>
                </a:lnTo>
                <a:lnTo>
                  <a:pt x="50" y="23"/>
                </a:lnTo>
                <a:lnTo>
                  <a:pt x="50" y="22"/>
                </a:lnTo>
                <a:lnTo>
                  <a:pt x="49" y="22"/>
                </a:lnTo>
                <a:lnTo>
                  <a:pt x="50" y="22"/>
                </a:lnTo>
                <a:lnTo>
                  <a:pt x="51" y="23"/>
                </a:lnTo>
                <a:lnTo>
                  <a:pt x="51" y="26"/>
                </a:lnTo>
                <a:lnTo>
                  <a:pt x="52" y="25"/>
                </a:lnTo>
                <a:lnTo>
                  <a:pt x="53" y="26"/>
                </a:lnTo>
                <a:lnTo>
                  <a:pt x="54" y="26"/>
                </a:lnTo>
                <a:lnTo>
                  <a:pt x="55" y="26"/>
                </a:lnTo>
                <a:lnTo>
                  <a:pt x="54" y="27"/>
                </a:lnTo>
                <a:lnTo>
                  <a:pt x="53" y="27"/>
                </a:lnTo>
                <a:lnTo>
                  <a:pt x="52" y="27"/>
                </a:lnTo>
                <a:lnTo>
                  <a:pt x="51" y="28"/>
                </a:lnTo>
                <a:lnTo>
                  <a:pt x="51" y="29"/>
                </a:lnTo>
                <a:lnTo>
                  <a:pt x="52" y="29"/>
                </a:lnTo>
                <a:lnTo>
                  <a:pt x="53" y="29"/>
                </a:lnTo>
                <a:lnTo>
                  <a:pt x="54" y="29"/>
                </a:lnTo>
                <a:lnTo>
                  <a:pt x="55" y="29"/>
                </a:lnTo>
                <a:lnTo>
                  <a:pt x="55" y="30"/>
                </a:lnTo>
                <a:lnTo>
                  <a:pt x="56" y="32"/>
                </a:lnTo>
                <a:lnTo>
                  <a:pt x="56" y="33"/>
                </a:lnTo>
                <a:lnTo>
                  <a:pt x="56" y="32"/>
                </a:lnTo>
                <a:lnTo>
                  <a:pt x="55" y="32"/>
                </a:lnTo>
                <a:lnTo>
                  <a:pt x="54" y="32"/>
                </a:lnTo>
                <a:lnTo>
                  <a:pt x="54" y="34"/>
                </a:lnTo>
                <a:lnTo>
                  <a:pt x="55" y="35"/>
                </a:lnTo>
                <a:lnTo>
                  <a:pt x="56" y="35"/>
                </a:lnTo>
                <a:lnTo>
                  <a:pt x="56" y="36"/>
                </a:lnTo>
                <a:lnTo>
                  <a:pt x="56" y="37"/>
                </a:lnTo>
                <a:lnTo>
                  <a:pt x="57" y="37"/>
                </a:lnTo>
                <a:lnTo>
                  <a:pt x="58" y="37"/>
                </a:lnTo>
                <a:lnTo>
                  <a:pt x="59" y="36"/>
                </a:lnTo>
                <a:lnTo>
                  <a:pt x="59" y="37"/>
                </a:lnTo>
                <a:lnTo>
                  <a:pt x="60" y="37"/>
                </a:lnTo>
                <a:lnTo>
                  <a:pt x="60" y="38"/>
                </a:lnTo>
                <a:lnTo>
                  <a:pt x="61" y="39"/>
                </a:lnTo>
                <a:lnTo>
                  <a:pt x="62" y="40"/>
                </a:lnTo>
                <a:lnTo>
                  <a:pt x="63" y="41"/>
                </a:lnTo>
                <a:lnTo>
                  <a:pt x="64" y="42"/>
                </a:lnTo>
                <a:lnTo>
                  <a:pt x="64" y="43"/>
                </a:lnTo>
                <a:lnTo>
                  <a:pt x="65" y="44"/>
                </a:lnTo>
                <a:lnTo>
                  <a:pt x="64" y="44"/>
                </a:lnTo>
                <a:lnTo>
                  <a:pt x="64" y="45"/>
                </a:lnTo>
                <a:lnTo>
                  <a:pt x="65" y="45"/>
                </a:lnTo>
                <a:lnTo>
                  <a:pt x="65" y="46"/>
                </a:lnTo>
                <a:lnTo>
                  <a:pt x="66" y="47"/>
                </a:lnTo>
                <a:lnTo>
                  <a:pt x="65" y="47"/>
                </a:lnTo>
                <a:lnTo>
                  <a:pt x="64" y="47"/>
                </a:lnTo>
                <a:lnTo>
                  <a:pt x="63" y="47"/>
                </a:lnTo>
                <a:lnTo>
                  <a:pt x="63" y="48"/>
                </a:lnTo>
                <a:lnTo>
                  <a:pt x="65" y="48"/>
                </a:lnTo>
                <a:lnTo>
                  <a:pt x="66" y="48"/>
                </a:lnTo>
                <a:lnTo>
                  <a:pt x="65" y="48"/>
                </a:lnTo>
                <a:lnTo>
                  <a:pt x="64" y="49"/>
                </a:lnTo>
                <a:lnTo>
                  <a:pt x="65" y="50"/>
                </a:lnTo>
                <a:lnTo>
                  <a:pt x="65" y="49"/>
                </a:lnTo>
                <a:lnTo>
                  <a:pt x="66" y="49"/>
                </a:lnTo>
                <a:lnTo>
                  <a:pt x="67" y="49"/>
                </a:lnTo>
                <a:lnTo>
                  <a:pt x="68" y="49"/>
                </a:lnTo>
                <a:lnTo>
                  <a:pt x="68" y="50"/>
                </a:lnTo>
                <a:lnTo>
                  <a:pt x="68" y="51"/>
                </a:lnTo>
                <a:lnTo>
                  <a:pt x="69" y="52"/>
                </a:lnTo>
                <a:lnTo>
                  <a:pt x="69" y="53"/>
                </a:lnTo>
                <a:lnTo>
                  <a:pt x="69" y="54"/>
                </a:lnTo>
                <a:lnTo>
                  <a:pt x="70" y="54"/>
                </a:lnTo>
                <a:lnTo>
                  <a:pt x="70" y="55"/>
                </a:lnTo>
                <a:lnTo>
                  <a:pt x="70" y="56"/>
                </a:lnTo>
                <a:lnTo>
                  <a:pt x="71" y="56"/>
                </a:lnTo>
                <a:lnTo>
                  <a:pt x="71" y="57"/>
                </a:lnTo>
                <a:lnTo>
                  <a:pt x="71" y="58"/>
                </a:lnTo>
                <a:lnTo>
                  <a:pt x="71" y="59"/>
                </a:lnTo>
                <a:lnTo>
                  <a:pt x="71" y="60"/>
                </a:lnTo>
                <a:lnTo>
                  <a:pt x="70" y="60"/>
                </a:lnTo>
                <a:lnTo>
                  <a:pt x="70" y="61"/>
                </a:lnTo>
                <a:lnTo>
                  <a:pt x="70" y="62"/>
                </a:lnTo>
                <a:lnTo>
                  <a:pt x="71" y="63"/>
                </a:lnTo>
                <a:lnTo>
                  <a:pt x="71" y="64"/>
                </a:lnTo>
                <a:lnTo>
                  <a:pt x="72" y="65"/>
                </a:lnTo>
                <a:lnTo>
                  <a:pt x="72" y="66"/>
                </a:lnTo>
                <a:lnTo>
                  <a:pt x="72" y="67"/>
                </a:lnTo>
                <a:lnTo>
                  <a:pt x="72" y="68"/>
                </a:lnTo>
                <a:lnTo>
                  <a:pt x="72" y="69"/>
                </a:lnTo>
                <a:lnTo>
                  <a:pt x="73" y="70"/>
                </a:lnTo>
                <a:lnTo>
                  <a:pt x="73" y="71"/>
                </a:lnTo>
                <a:lnTo>
                  <a:pt x="74" y="71"/>
                </a:lnTo>
                <a:lnTo>
                  <a:pt x="75" y="71"/>
                </a:lnTo>
                <a:lnTo>
                  <a:pt x="76" y="71"/>
                </a:lnTo>
                <a:lnTo>
                  <a:pt x="77" y="71"/>
                </a:lnTo>
                <a:lnTo>
                  <a:pt x="77" y="70"/>
                </a:lnTo>
                <a:lnTo>
                  <a:pt x="78" y="69"/>
                </a:lnTo>
                <a:lnTo>
                  <a:pt x="79" y="68"/>
                </a:lnTo>
                <a:lnTo>
                  <a:pt x="79" y="69"/>
                </a:lnTo>
                <a:lnTo>
                  <a:pt x="80" y="70"/>
                </a:lnTo>
                <a:lnTo>
                  <a:pt x="80" y="69"/>
                </a:lnTo>
                <a:lnTo>
                  <a:pt x="81" y="69"/>
                </a:lnTo>
                <a:lnTo>
                  <a:pt x="81" y="68"/>
                </a:lnTo>
                <a:lnTo>
                  <a:pt x="81" y="67"/>
                </a:lnTo>
                <a:lnTo>
                  <a:pt x="82" y="67"/>
                </a:lnTo>
                <a:lnTo>
                  <a:pt x="82" y="66"/>
                </a:lnTo>
                <a:lnTo>
                  <a:pt x="82" y="65"/>
                </a:lnTo>
                <a:lnTo>
                  <a:pt x="81" y="64"/>
                </a:lnTo>
                <a:lnTo>
                  <a:pt x="82" y="64"/>
                </a:lnTo>
                <a:lnTo>
                  <a:pt x="83" y="64"/>
                </a:lnTo>
                <a:lnTo>
                  <a:pt x="83" y="63"/>
                </a:lnTo>
                <a:lnTo>
                  <a:pt x="82" y="63"/>
                </a:lnTo>
                <a:lnTo>
                  <a:pt x="82" y="62"/>
                </a:lnTo>
                <a:lnTo>
                  <a:pt x="83" y="62"/>
                </a:lnTo>
                <a:lnTo>
                  <a:pt x="82" y="61"/>
                </a:lnTo>
                <a:lnTo>
                  <a:pt x="82" y="60"/>
                </a:lnTo>
                <a:lnTo>
                  <a:pt x="84" y="60"/>
                </a:lnTo>
                <a:lnTo>
                  <a:pt x="85" y="60"/>
                </a:lnTo>
                <a:lnTo>
                  <a:pt x="85" y="59"/>
                </a:lnTo>
                <a:lnTo>
                  <a:pt x="84" y="58"/>
                </a:lnTo>
                <a:lnTo>
                  <a:pt x="83" y="58"/>
                </a:lnTo>
                <a:lnTo>
                  <a:pt x="82" y="58"/>
                </a:lnTo>
                <a:lnTo>
                  <a:pt x="83" y="57"/>
                </a:lnTo>
                <a:lnTo>
                  <a:pt x="84" y="57"/>
                </a:lnTo>
                <a:lnTo>
                  <a:pt x="85" y="57"/>
                </a:lnTo>
                <a:lnTo>
                  <a:pt x="85" y="56"/>
                </a:lnTo>
                <a:lnTo>
                  <a:pt x="86" y="56"/>
                </a:lnTo>
                <a:lnTo>
                  <a:pt x="85" y="56"/>
                </a:lnTo>
                <a:lnTo>
                  <a:pt x="85" y="57"/>
                </a:lnTo>
                <a:lnTo>
                  <a:pt x="85" y="58"/>
                </a:lnTo>
                <a:lnTo>
                  <a:pt x="86" y="58"/>
                </a:lnTo>
                <a:lnTo>
                  <a:pt x="87" y="58"/>
                </a:lnTo>
                <a:lnTo>
                  <a:pt x="87" y="57"/>
                </a:lnTo>
                <a:lnTo>
                  <a:pt x="87" y="58"/>
                </a:lnTo>
                <a:lnTo>
                  <a:pt x="88" y="58"/>
                </a:lnTo>
                <a:lnTo>
                  <a:pt x="88" y="57"/>
                </a:lnTo>
                <a:lnTo>
                  <a:pt x="87" y="57"/>
                </a:lnTo>
                <a:lnTo>
                  <a:pt x="86" y="57"/>
                </a:lnTo>
                <a:lnTo>
                  <a:pt x="86" y="56"/>
                </a:lnTo>
                <a:lnTo>
                  <a:pt x="88" y="56"/>
                </a:lnTo>
                <a:lnTo>
                  <a:pt x="89" y="56"/>
                </a:lnTo>
                <a:lnTo>
                  <a:pt x="89" y="55"/>
                </a:lnTo>
                <a:lnTo>
                  <a:pt x="90" y="55"/>
                </a:lnTo>
                <a:lnTo>
                  <a:pt x="91" y="56"/>
                </a:lnTo>
                <a:lnTo>
                  <a:pt x="91" y="55"/>
                </a:lnTo>
                <a:lnTo>
                  <a:pt x="92" y="55"/>
                </a:lnTo>
                <a:lnTo>
                  <a:pt x="93" y="56"/>
                </a:lnTo>
                <a:lnTo>
                  <a:pt x="94" y="57"/>
                </a:lnTo>
                <a:lnTo>
                  <a:pt x="94" y="58"/>
                </a:lnTo>
                <a:lnTo>
                  <a:pt x="94" y="59"/>
                </a:lnTo>
                <a:lnTo>
                  <a:pt x="95" y="60"/>
                </a:lnTo>
                <a:lnTo>
                  <a:pt x="96" y="60"/>
                </a:lnTo>
                <a:lnTo>
                  <a:pt x="97" y="60"/>
                </a:lnTo>
                <a:lnTo>
                  <a:pt x="96" y="61"/>
                </a:lnTo>
                <a:lnTo>
                  <a:pt x="96" y="62"/>
                </a:lnTo>
                <a:lnTo>
                  <a:pt x="97" y="62"/>
                </a:lnTo>
                <a:lnTo>
                  <a:pt x="97" y="61"/>
                </a:lnTo>
                <a:lnTo>
                  <a:pt x="98" y="61"/>
                </a:lnTo>
                <a:lnTo>
                  <a:pt x="98" y="62"/>
                </a:lnTo>
                <a:lnTo>
                  <a:pt x="99" y="63"/>
                </a:lnTo>
                <a:lnTo>
                  <a:pt x="99" y="64"/>
                </a:lnTo>
                <a:lnTo>
                  <a:pt x="100" y="65"/>
                </a:lnTo>
                <a:lnTo>
                  <a:pt x="101" y="65"/>
                </a:lnTo>
                <a:lnTo>
                  <a:pt x="102" y="65"/>
                </a:lnTo>
                <a:lnTo>
                  <a:pt x="102" y="66"/>
                </a:lnTo>
                <a:lnTo>
                  <a:pt x="102" y="67"/>
                </a:lnTo>
                <a:lnTo>
                  <a:pt x="103" y="67"/>
                </a:lnTo>
                <a:lnTo>
                  <a:pt x="104" y="67"/>
                </a:lnTo>
                <a:lnTo>
                  <a:pt x="105" y="67"/>
                </a:lnTo>
                <a:lnTo>
                  <a:pt x="107" y="67"/>
                </a:lnTo>
                <a:lnTo>
                  <a:pt x="107" y="66"/>
                </a:lnTo>
                <a:lnTo>
                  <a:pt x="108" y="66"/>
                </a:lnTo>
                <a:lnTo>
                  <a:pt x="108" y="67"/>
                </a:lnTo>
                <a:lnTo>
                  <a:pt x="109" y="68"/>
                </a:lnTo>
                <a:lnTo>
                  <a:pt x="111" y="68"/>
                </a:lnTo>
                <a:lnTo>
                  <a:pt x="111" y="67"/>
                </a:lnTo>
                <a:lnTo>
                  <a:pt x="112" y="67"/>
                </a:lnTo>
                <a:lnTo>
                  <a:pt x="112" y="66"/>
                </a:lnTo>
                <a:lnTo>
                  <a:pt x="113" y="65"/>
                </a:lnTo>
                <a:lnTo>
                  <a:pt x="114" y="65"/>
                </a:lnTo>
                <a:lnTo>
                  <a:pt x="115" y="65"/>
                </a:lnTo>
                <a:lnTo>
                  <a:pt x="115" y="64"/>
                </a:lnTo>
                <a:lnTo>
                  <a:pt x="116" y="64"/>
                </a:lnTo>
                <a:lnTo>
                  <a:pt x="117" y="64"/>
                </a:lnTo>
                <a:lnTo>
                  <a:pt x="117" y="63"/>
                </a:lnTo>
                <a:lnTo>
                  <a:pt x="118" y="63"/>
                </a:lnTo>
                <a:lnTo>
                  <a:pt x="118" y="62"/>
                </a:lnTo>
                <a:lnTo>
                  <a:pt x="119" y="62"/>
                </a:lnTo>
                <a:lnTo>
                  <a:pt x="119" y="61"/>
                </a:lnTo>
                <a:lnTo>
                  <a:pt x="119" y="60"/>
                </a:lnTo>
                <a:lnTo>
                  <a:pt x="120" y="59"/>
                </a:lnTo>
                <a:lnTo>
                  <a:pt x="121" y="59"/>
                </a:lnTo>
                <a:lnTo>
                  <a:pt x="122" y="59"/>
                </a:lnTo>
                <a:lnTo>
                  <a:pt x="122" y="60"/>
                </a:lnTo>
                <a:lnTo>
                  <a:pt x="123" y="60"/>
                </a:lnTo>
                <a:lnTo>
                  <a:pt x="126" y="60"/>
                </a:lnTo>
                <a:lnTo>
                  <a:pt x="128" y="61"/>
                </a:lnTo>
                <a:lnTo>
                  <a:pt x="129" y="62"/>
                </a:lnTo>
                <a:lnTo>
                  <a:pt x="130" y="62"/>
                </a:lnTo>
                <a:lnTo>
                  <a:pt x="130" y="61"/>
                </a:lnTo>
                <a:lnTo>
                  <a:pt x="130" y="60"/>
                </a:lnTo>
                <a:lnTo>
                  <a:pt x="129" y="59"/>
                </a:lnTo>
                <a:lnTo>
                  <a:pt x="130" y="58"/>
                </a:lnTo>
                <a:lnTo>
                  <a:pt x="129" y="58"/>
                </a:lnTo>
                <a:lnTo>
                  <a:pt x="129" y="57"/>
                </a:lnTo>
                <a:lnTo>
                  <a:pt x="130" y="57"/>
                </a:lnTo>
                <a:lnTo>
                  <a:pt x="129" y="57"/>
                </a:lnTo>
                <a:lnTo>
                  <a:pt x="129" y="56"/>
                </a:lnTo>
                <a:lnTo>
                  <a:pt x="129" y="55"/>
                </a:lnTo>
                <a:lnTo>
                  <a:pt x="129" y="54"/>
                </a:lnTo>
                <a:lnTo>
                  <a:pt x="130" y="52"/>
                </a:lnTo>
                <a:lnTo>
                  <a:pt x="130" y="51"/>
                </a:lnTo>
                <a:lnTo>
                  <a:pt x="130" y="50"/>
                </a:lnTo>
                <a:lnTo>
                  <a:pt x="129" y="49"/>
                </a:lnTo>
                <a:lnTo>
                  <a:pt x="129" y="48"/>
                </a:lnTo>
                <a:lnTo>
                  <a:pt x="130" y="48"/>
                </a:lnTo>
                <a:lnTo>
                  <a:pt x="131" y="49"/>
                </a:lnTo>
                <a:lnTo>
                  <a:pt x="130" y="49"/>
                </a:lnTo>
                <a:lnTo>
                  <a:pt x="131" y="49"/>
                </a:lnTo>
                <a:lnTo>
                  <a:pt x="132" y="48"/>
                </a:lnTo>
                <a:lnTo>
                  <a:pt x="133" y="48"/>
                </a:lnTo>
                <a:lnTo>
                  <a:pt x="134" y="48"/>
                </a:lnTo>
                <a:lnTo>
                  <a:pt x="135" y="49"/>
                </a:lnTo>
                <a:lnTo>
                  <a:pt x="136" y="49"/>
                </a:lnTo>
                <a:lnTo>
                  <a:pt x="136" y="48"/>
                </a:lnTo>
                <a:lnTo>
                  <a:pt x="137" y="48"/>
                </a:lnTo>
                <a:lnTo>
                  <a:pt x="138" y="49"/>
                </a:lnTo>
                <a:lnTo>
                  <a:pt x="139" y="49"/>
                </a:lnTo>
                <a:lnTo>
                  <a:pt x="140" y="48"/>
                </a:lnTo>
                <a:lnTo>
                  <a:pt x="140" y="47"/>
                </a:lnTo>
                <a:lnTo>
                  <a:pt x="140" y="46"/>
                </a:lnTo>
                <a:lnTo>
                  <a:pt x="141" y="47"/>
                </a:lnTo>
                <a:lnTo>
                  <a:pt x="141" y="48"/>
                </a:lnTo>
                <a:lnTo>
                  <a:pt x="142" y="48"/>
                </a:lnTo>
                <a:lnTo>
                  <a:pt x="143" y="47"/>
                </a:lnTo>
                <a:lnTo>
                  <a:pt x="143" y="46"/>
                </a:lnTo>
                <a:lnTo>
                  <a:pt x="144" y="46"/>
                </a:lnTo>
                <a:lnTo>
                  <a:pt x="144" y="45"/>
                </a:lnTo>
                <a:lnTo>
                  <a:pt x="145" y="45"/>
                </a:lnTo>
                <a:lnTo>
                  <a:pt x="145" y="46"/>
                </a:lnTo>
                <a:lnTo>
                  <a:pt x="146" y="46"/>
                </a:lnTo>
                <a:lnTo>
                  <a:pt x="147" y="47"/>
                </a:lnTo>
                <a:lnTo>
                  <a:pt x="149" y="48"/>
                </a:lnTo>
                <a:lnTo>
                  <a:pt x="149" y="49"/>
                </a:lnTo>
                <a:lnTo>
                  <a:pt x="150" y="48"/>
                </a:lnTo>
                <a:lnTo>
                  <a:pt x="151" y="48"/>
                </a:lnTo>
                <a:lnTo>
                  <a:pt x="152" y="48"/>
                </a:lnTo>
                <a:lnTo>
                  <a:pt x="153" y="48"/>
                </a:lnTo>
                <a:lnTo>
                  <a:pt x="155" y="48"/>
                </a:lnTo>
                <a:lnTo>
                  <a:pt x="156" y="48"/>
                </a:lnTo>
                <a:lnTo>
                  <a:pt x="157" y="48"/>
                </a:lnTo>
                <a:lnTo>
                  <a:pt x="157" y="49"/>
                </a:lnTo>
                <a:lnTo>
                  <a:pt x="157" y="50"/>
                </a:lnTo>
                <a:lnTo>
                  <a:pt x="157" y="51"/>
                </a:lnTo>
                <a:lnTo>
                  <a:pt x="158" y="51"/>
                </a:lnTo>
                <a:lnTo>
                  <a:pt x="158" y="52"/>
                </a:lnTo>
                <a:lnTo>
                  <a:pt x="158" y="54"/>
                </a:lnTo>
                <a:lnTo>
                  <a:pt x="157" y="55"/>
                </a:lnTo>
                <a:lnTo>
                  <a:pt x="156" y="55"/>
                </a:lnTo>
                <a:lnTo>
                  <a:pt x="155" y="56"/>
                </a:lnTo>
                <a:lnTo>
                  <a:pt x="155" y="57"/>
                </a:lnTo>
                <a:lnTo>
                  <a:pt x="157" y="57"/>
                </a:lnTo>
                <a:lnTo>
                  <a:pt x="158" y="57"/>
                </a:lnTo>
                <a:lnTo>
                  <a:pt x="158" y="58"/>
                </a:lnTo>
                <a:lnTo>
                  <a:pt x="159" y="58"/>
                </a:lnTo>
                <a:lnTo>
                  <a:pt x="160" y="58"/>
                </a:lnTo>
                <a:lnTo>
                  <a:pt x="161" y="59"/>
                </a:lnTo>
                <a:lnTo>
                  <a:pt x="162" y="59"/>
                </a:lnTo>
                <a:lnTo>
                  <a:pt x="162" y="58"/>
                </a:lnTo>
                <a:lnTo>
                  <a:pt x="163" y="59"/>
                </a:lnTo>
                <a:lnTo>
                  <a:pt x="165" y="59"/>
                </a:lnTo>
                <a:lnTo>
                  <a:pt x="165" y="60"/>
                </a:lnTo>
                <a:lnTo>
                  <a:pt x="164" y="60"/>
                </a:lnTo>
                <a:lnTo>
                  <a:pt x="163" y="61"/>
                </a:lnTo>
                <a:lnTo>
                  <a:pt x="163" y="62"/>
                </a:lnTo>
                <a:lnTo>
                  <a:pt x="163" y="63"/>
                </a:lnTo>
                <a:lnTo>
                  <a:pt x="163" y="64"/>
                </a:lnTo>
                <a:lnTo>
                  <a:pt x="161" y="64"/>
                </a:lnTo>
                <a:lnTo>
                  <a:pt x="160" y="65"/>
                </a:lnTo>
                <a:lnTo>
                  <a:pt x="159" y="65"/>
                </a:lnTo>
                <a:lnTo>
                  <a:pt x="160" y="66"/>
                </a:lnTo>
                <a:lnTo>
                  <a:pt x="161" y="66"/>
                </a:lnTo>
                <a:lnTo>
                  <a:pt x="161" y="67"/>
                </a:lnTo>
                <a:lnTo>
                  <a:pt x="162" y="67"/>
                </a:lnTo>
                <a:lnTo>
                  <a:pt x="163" y="68"/>
                </a:lnTo>
                <a:lnTo>
                  <a:pt x="164" y="68"/>
                </a:lnTo>
                <a:lnTo>
                  <a:pt x="164" y="69"/>
                </a:lnTo>
                <a:lnTo>
                  <a:pt x="165" y="71"/>
                </a:lnTo>
                <a:lnTo>
                  <a:pt x="164" y="72"/>
                </a:lnTo>
                <a:lnTo>
                  <a:pt x="163" y="73"/>
                </a:lnTo>
                <a:lnTo>
                  <a:pt x="164" y="73"/>
                </a:lnTo>
                <a:lnTo>
                  <a:pt x="164" y="74"/>
                </a:lnTo>
                <a:lnTo>
                  <a:pt x="164" y="75"/>
                </a:lnTo>
                <a:lnTo>
                  <a:pt x="163" y="75"/>
                </a:lnTo>
                <a:lnTo>
                  <a:pt x="163" y="76"/>
                </a:lnTo>
                <a:lnTo>
                  <a:pt x="164" y="76"/>
                </a:lnTo>
                <a:lnTo>
                  <a:pt x="164" y="75"/>
                </a:lnTo>
                <a:lnTo>
                  <a:pt x="165" y="75"/>
                </a:lnTo>
                <a:lnTo>
                  <a:pt x="165" y="76"/>
                </a:lnTo>
                <a:lnTo>
                  <a:pt x="167" y="76"/>
                </a:lnTo>
                <a:lnTo>
                  <a:pt x="168" y="76"/>
                </a:lnTo>
                <a:lnTo>
                  <a:pt x="167" y="76"/>
                </a:lnTo>
                <a:lnTo>
                  <a:pt x="168" y="75"/>
                </a:lnTo>
                <a:lnTo>
                  <a:pt x="168" y="74"/>
                </a:lnTo>
                <a:lnTo>
                  <a:pt x="168" y="73"/>
                </a:lnTo>
                <a:lnTo>
                  <a:pt x="168" y="74"/>
                </a:lnTo>
                <a:lnTo>
                  <a:pt x="169" y="74"/>
                </a:lnTo>
                <a:lnTo>
                  <a:pt x="170" y="74"/>
                </a:lnTo>
                <a:lnTo>
                  <a:pt x="170" y="73"/>
                </a:lnTo>
                <a:lnTo>
                  <a:pt x="171" y="73"/>
                </a:lnTo>
                <a:lnTo>
                  <a:pt x="172" y="73"/>
                </a:lnTo>
                <a:lnTo>
                  <a:pt x="172" y="74"/>
                </a:lnTo>
                <a:lnTo>
                  <a:pt x="174" y="73"/>
                </a:lnTo>
                <a:lnTo>
                  <a:pt x="174" y="72"/>
                </a:lnTo>
                <a:lnTo>
                  <a:pt x="175" y="72"/>
                </a:lnTo>
                <a:lnTo>
                  <a:pt x="177" y="72"/>
                </a:lnTo>
                <a:lnTo>
                  <a:pt x="179" y="72"/>
                </a:lnTo>
                <a:lnTo>
                  <a:pt x="180" y="72"/>
                </a:lnTo>
                <a:lnTo>
                  <a:pt x="181" y="72"/>
                </a:lnTo>
                <a:lnTo>
                  <a:pt x="182" y="72"/>
                </a:lnTo>
                <a:lnTo>
                  <a:pt x="182" y="73"/>
                </a:lnTo>
                <a:lnTo>
                  <a:pt x="182" y="72"/>
                </a:lnTo>
                <a:lnTo>
                  <a:pt x="183" y="72"/>
                </a:lnTo>
                <a:lnTo>
                  <a:pt x="183" y="71"/>
                </a:lnTo>
                <a:lnTo>
                  <a:pt x="184" y="71"/>
                </a:lnTo>
                <a:lnTo>
                  <a:pt x="185" y="71"/>
                </a:lnTo>
                <a:lnTo>
                  <a:pt x="185" y="70"/>
                </a:lnTo>
                <a:lnTo>
                  <a:pt x="185" y="69"/>
                </a:lnTo>
                <a:lnTo>
                  <a:pt x="185" y="67"/>
                </a:lnTo>
                <a:lnTo>
                  <a:pt x="186" y="66"/>
                </a:lnTo>
                <a:lnTo>
                  <a:pt x="187" y="65"/>
                </a:lnTo>
                <a:lnTo>
                  <a:pt x="187" y="63"/>
                </a:lnTo>
                <a:lnTo>
                  <a:pt x="188" y="62"/>
                </a:lnTo>
                <a:lnTo>
                  <a:pt x="188" y="61"/>
                </a:lnTo>
                <a:lnTo>
                  <a:pt x="187" y="58"/>
                </a:lnTo>
                <a:lnTo>
                  <a:pt x="186" y="57"/>
                </a:lnTo>
                <a:lnTo>
                  <a:pt x="186" y="56"/>
                </a:lnTo>
                <a:lnTo>
                  <a:pt x="186" y="55"/>
                </a:lnTo>
                <a:lnTo>
                  <a:pt x="186" y="54"/>
                </a:lnTo>
                <a:lnTo>
                  <a:pt x="186" y="53"/>
                </a:lnTo>
                <a:lnTo>
                  <a:pt x="187" y="53"/>
                </a:lnTo>
                <a:lnTo>
                  <a:pt x="187" y="52"/>
                </a:lnTo>
                <a:lnTo>
                  <a:pt x="187" y="51"/>
                </a:lnTo>
                <a:lnTo>
                  <a:pt x="188" y="51"/>
                </a:lnTo>
                <a:lnTo>
                  <a:pt x="189" y="52"/>
                </a:lnTo>
                <a:lnTo>
                  <a:pt x="190" y="51"/>
                </a:lnTo>
                <a:lnTo>
                  <a:pt x="191" y="51"/>
                </a:lnTo>
                <a:lnTo>
                  <a:pt x="191" y="50"/>
                </a:lnTo>
                <a:lnTo>
                  <a:pt x="191" y="49"/>
                </a:lnTo>
                <a:lnTo>
                  <a:pt x="190" y="49"/>
                </a:lnTo>
                <a:lnTo>
                  <a:pt x="190" y="48"/>
                </a:lnTo>
                <a:lnTo>
                  <a:pt x="190" y="47"/>
                </a:lnTo>
                <a:lnTo>
                  <a:pt x="190" y="46"/>
                </a:lnTo>
                <a:lnTo>
                  <a:pt x="191" y="46"/>
                </a:lnTo>
                <a:lnTo>
                  <a:pt x="191" y="47"/>
                </a:lnTo>
                <a:lnTo>
                  <a:pt x="192" y="47"/>
                </a:lnTo>
                <a:lnTo>
                  <a:pt x="193" y="47"/>
                </a:lnTo>
                <a:lnTo>
                  <a:pt x="193" y="46"/>
                </a:lnTo>
                <a:lnTo>
                  <a:pt x="194" y="45"/>
                </a:lnTo>
                <a:lnTo>
                  <a:pt x="194" y="44"/>
                </a:lnTo>
                <a:lnTo>
                  <a:pt x="195" y="45"/>
                </a:lnTo>
                <a:lnTo>
                  <a:pt x="196" y="45"/>
                </a:lnTo>
                <a:lnTo>
                  <a:pt x="196" y="44"/>
                </a:lnTo>
                <a:lnTo>
                  <a:pt x="195" y="43"/>
                </a:lnTo>
                <a:lnTo>
                  <a:pt x="196" y="43"/>
                </a:lnTo>
                <a:lnTo>
                  <a:pt x="196" y="42"/>
                </a:lnTo>
                <a:lnTo>
                  <a:pt x="195" y="42"/>
                </a:lnTo>
                <a:lnTo>
                  <a:pt x="196" y="42"/>
                </a:lnTo>
                <a:lnTo>
                  <a:pt x="197" y="41"/>
                </a:lnTo>
                <a:lnTo>
                  <a:pt x="198" y="42"/>
                </a:lnTo>
                <a:lnTo>
                  <a:pt x="200" y="42"/>
                </a:lnTo>
                <a:lnTo>
                  <a:pt x="202" y="42"/>
                </a:lnTo>
                <a:lnTo>
                  <a:pt x="202" y="41"/>
                </a:lnTo>
                <a:lnTo>
                  <a:pt x="203" y="42"/>
                </a:lnTo>
                <a:lnTo>
                  <a:pt x="203" y="43"/>
                </a:lnTo>
                <a:lnTo>
                  <a:pt x="202" y="43"/>
                </a:lnTo>
                <a:lnTo>
                  <a:pt x="202" y="45"/>
                </a:lnTo>
                <a:lnTo>
                  <a:pt x="203" y="45"/>
                </a:lnTo>
                <a:lnTo>
                  <a:pt x="203" y="44"/>
                </a:lnTo>
                <a:lnTo>
                  <a:pt x="204" y="44"/>
                </a:lnTo>
                <a:lnTo>
                  <a:pt x="205" y="45"/>
                </a:lnTo>
                <a:lnTo>
                  <a:pt x="206" y="45"/>
                </a:lnTo>
                <a:lnTo>
                  <a:pt x="206" y="44"/>
                </a:lnTo>
                <a:lnTo>
                  <a:pt x="209" y="44"/>
                </a:lnTo>
                <a:lnTo>
                  <a:pt x="209" y="45"/>
                </a:lnTo>
                <a:lnTo>
                  <a:pt x="209" y="46"/>
                </a:lnTo>
                <a:lnTo>
                  <a:pt x="210" y="46"/>
                </a:lnTo>
                <a:lnTo>
                  <a:pt x="211" y="45"/>
                </a:lnTo>
                <a:lnTo>
                  <a:pt x="212" y="44"/>
                </a:lnTo>
                <a:lnTo>
                  <a:pt x="213" y="44"/>
                </a:lnTo>
                <a:lnTo>
                  <a:pt x="214" y="44"/>
                </a:lnTo>
                <a:lnTo>
                  <a:pt x="215" y="44"/>
                </a:lnTo>
                <a:lnTo>
                  <a:pt x="216" y="43"/>
                </a:lnTo>
                <a:lnTo>
                  <a:pt x="217" y="43"/>
                </a:lnTo>
                <a:lnTo>
                  <a:pt x="218" y="42"/>
                </a:lnTo>
                <a:lnTo>
                  <a:pt x="218" y="41"/>
                </a:lnTo>
                <a:lnTo>
                  <a:pt x="218" y="40"/>
                </a:lnTo>
                <a:lnTo>
                  <a:pt x="217" y="39"/>
                </a:lnTo>
                <a:lnTo>
                  <a:pt x="216" y="39"/>
                </a:lnTo>
                <a:lnTo>
                  <a:pt x="215" y="40"/>
                </a:lnTo>
                <a:lnTo>
                  <a:pt x="214" y="40"/>
                </a:lnTo>
                <a:lnTo>
                  <a:pt x="214" y="39"/>
                </a:lnTo>
                <a:lnTo>
                  <a:pt x="213" y="39"/>
                </a:lnTo>
                <a:lnTo>
                  <a:pt x="212" y="39"/>
                </a:lnTo>
                <a:lnTo>
                  <a:pt x="212" y="38"/>
                </a:lnTo>
                <a:lnTo>
                  <a:pt x="213" y="37"/>
                </a:lnTo>
                <a:lnTo>
                  <a:pt x="213" y="36"/>
                </a:lnTo>
                <a:lnTo>
                  <a:pt x="214" y="36"/>
                </a:lnTo>
                <a:lnTo>
                  <a:pt x="215" y="36"/>
                </a:lnTo>
                <a:lnTo>
                  <a:pt x="215" y="35"/>
                </a:lnTo>
                <a:lnTo>
                  <a:pt x="214" y="35"/>
                </a:lnTo>
                <a:lnTo>
                  <a:pt x="214" y="34"/>
                </a:lnTo>
                <a:lnTo>
                  <a:pt x="215" y="34"/>
                </a:lnTo>
                <a:lnTo>
                  <a:pt x="216" y="34"/>
                </a:lnTo>
                <a:lnTo>
                  <a:pt x="217" y="34"/>
                </a:lnTo>
                <a:lnTo>
                  <a:pt x="218" y="33"/>
                </a:lnTo>
                <a:lnTo>
                  <a:pt x="218" y="31"/>
                </a:lnTo>
                <a:lnTo>
                  <a:pt x="219" y="31"/>
                </a:lnTo>
                <a:lnTo>
                  <a:pt x="219" y="30"/>
                </a:lnTo>
                <a:lnTo>
                  <a:pt x="217" y="30"/>
                </a:lnTo>
                <a:lnTo>
                  <a:pt x="217" y="29"/>
                </a:lnTo>
                <a:lnTo>
                  <a:pt x="217" y="28"/>
                </a:lnTo>
                <a:lnTo>
                  <a:pt x="218" y="29"/>
                </a:lnTo>
                <a:lnTo>
                  <a:pt x="219" y="29"/>
                </a:lnTo>
                <a:lnTo>
                  <a:pt x="219" y="28"/>
                </a:lnTo>
                <a:lnTo>
                  <a:pt x="218" y="28"/>
                </a:lnTo>
                <a:lnTo>
                  <a:pt x="219" y="28"/>
                </a:lnTo>
                <a:lnTo>
                  <a:pt x="219" y="27"/>
                </a:lnTo>
                <a:lnTo>
                  <a:pt x="219" y="28"/>
                </a:lnTo>
                <a:lnTo>
                  <a:pt x="219" y="29"/>
                </a:lnTo>
                <a:lnTo>
                  <a:pt x="220" y="29"/>
                </a:lnTo>
                <a:lnTo>
                  <a:pt x="221" y="28"/>
                </a:lnTo>
                <a:lnTo>
                  <a:pt x="221" y="26"/>
                </a:lnTo>
                <a:lnTo>
                  <a:pt x="220" y="26"/>
                </a:lnTo>
                <a:lnTo>
                  <a:pt x="220" y="25"/>
                </a:lnTo>
                <a:lnTo>
                  <a:pt x="221" y="25"/>
                </a:lnTo>
                <a:lnTo>
                  <a:pt x="221" y="24"/>
                </a:lnTo>
                <a:lnTo>
                  <a:pt x="222" y="24"/>
                </a:lnTo>
                <a:lnTo>
                  <a:pt x="222" y="23"/>
                </a:lnTo>
                <a:lnTo>
                  <a:pt x="222" y="22"/>
                </a:lnTo>
                <a:lnTo>
                  <a:pt x="224" y="20"/>
                </a:lnTo>
                <a:lnTo>
                  <a:pt x="225" y="20"/>
                </a:lnTo>
                <a:lnTo>
                  <a:pt x="226" y="20"/>
                </a:lnTo>
                <a:lnTo>
                  <a:pt x="225" y="19"/>
                </a:lnTo>
                <a:lnTo>
                  <a:pt x="226" y="18"/>
                </a:lnTo>
                <a:lnTo>
                  <a:pt x="226" y="17"/>
                </a:lnTo>
                <a:lnTo>
                  <a:pt x="225" y="17"/>
                </a:lnTo>
                <a:lnTo>
                  <a:pt x="225" y="16"/>
                </a:lnTo>
                <a:lnTo>
                  <a:pt x="226" y="14"/>
                </a:lnTo>
                <a:lnTo>
                  <a:pt x="226" y="13"/>
                </a:lnTo>
                <a:lnTo>
                  <a:pt x="226" y="12"/>
                </a:lnTo>
                <a:lnTo>
                  <a:pt x="226" y="11"/>
                </a:lnTo>
                <a:lnTo>
                  <a:pt x="225" y="10"/>
                </a:lnTo>
                <a:lnTo>
                  <a:pt x="226" y="9"/>
                </a:lnTo>
                <a:lnTo>
                  <a:pt x="227" y="9"/>
                </a:lnTo>
                <a:lnTo>
                  <a:pt x="228" y="9"/>
                </a:lnTo>
                <a:lnTo>
                  <a:pt x="230" y="8"/>
                </a:lnTo>
                <a:lnTo>
                  <a:pt x="231" y="7"/>
                </a:lnTo>
                <a:lnTo>
                  <a:pt x="232" y="7"/>
                </a:lnTo>
                <a:lnTo>
                  <a:pt x="233" y="8"/>
                </a:lnTo>
                <a:lnTo>
                  <a:pt x="234" y="8"/>
                </a:lnTo>
                <a:lnTo>
                  <a:pt x="235" y="8"/>
                </a:lnTo>
                <a:lnTo>
                  <a:pt x="236" y="8"/>
                </a:lnTo>
                <a:lnTo>
                  <a:pt x="237" y="8"/>
                </a:lnTo>
                <a:lnTo>
                  <a:pt x="239" y="7"/>
                </a:lnTo>
                <a:lnTo>
                  <a:pt x="241" y="7"/>
                </a:lnTo>
                <a:lnTo>
                  <a:pt x="242" y="8"/>
                </a:lnTo>
                <a:lnTo>
                  <a:pt x="243" y="8"/>
                </a:lnTo>
                <a:lnTo>
                  <a:pt x="244" y="7"/>
                </a:lnTo>
                <a:lnTo>
                  <a:pt x="245" y="7"/>
                </a:lnTo>
                <a:lnTo>
                  <a:pt x="247" y="7"/>
                </a:lnTo>
                <a:lnTo>
                  <a:pt x="248" y="7"/>
                </a:lnTo>
                <a:lnTo>
                  <a:pt x="248" y="8"/>
                </a:lnTo>
                <a:lnTo>
                  <a:pt x="249" y="8"/>
                </a:lnTo>
                <a:lnTo>
                  <a:pt x="249" y="7"/>
                </a:lnTo>
                <a:lnTo>
                  <a:pt x="250" y="7"/>
                </a:lnTo>
                <a:lnTo>
                  <a:pt x="249" y="7"/>
                </a:lnTo>
                <a:lnTo>
                  <a:pt x="249" y="6"/>
                </a:lnTo>
                <a:lnTo>
                  <a:pt x="249" y="5"/>
                </a:lnTo>
                <a:lnTo>
                  <a:pt x="250" y="5"/>
                </a:lnTo>
                <a:lnTo>
                  <a:pt x="250" y="4"/>
                </a:lnTo>
                <a:lnTo>
                  <a:pt x="251" y="4"/>
                </a:lnTo>
                <a:lnTo>
                  <a:pt x="250" y="3"/>
                </a:lnTo>
                <a:lnTo>
                  <a:pt x="251" y="3"/>
                </a:lnTo>
                <a:lnTo>
                  <a:pt x="252" y="2"/>
                </a:lnTo>
                <a:lnTo>
                  <a:pt x="253" y="2"/>
                </a:lnTo>
                <a:lnTo>
                  <a:pt x="254" y="2"/>
                </a:lnTo>
                <a:lnTo>
                  <a:pt x="255" y="1"/>
                </a:lnTo>
                <a:lnTo>
                  <a:pt x="256" y="1"/>
                </a:lnTo>
                <a:lnTo>
                  <a:pt x="257" y="2"/>
                </a:lnTo>
                <a:lnTo>
                  <a:pt x="258" y="2"/>
                </a:lnTo>
                <a:lnTo>
                  <a:pt x="259" y="1"/>
                </a:lnTo>
                <a:lnTo>
                  <a:pt x="260" y="0"/>
                </a:lnTo>
                <a:lnTo>
                  <a:pt x="26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9" name=""/>
          <p:cNvSpPr/>
          <p:nvPr/>
        </p:nvSpPr>
        <p:spPr>
          <a:xfrm>
            <a:off x="4602960" y="3854880"/>
            <a:ext cx="3960" cy="1440"/>
          </a:xfrm>
          <a:custGeom>
            <a:avLst/>
            <a:gdLst/>
            <a:ahLst/>
            <a:rect l="0" t="0" r="r" b="b"/>
            <a:pathLst>
              <a:path w="11" h="4">
                <a:moveTo>
                  <a:pt x="7" y="2"/>
                </a:moveTo>
                <a:lnTo>
                  <a:pt x="8" y="2"/>
                </a:lnTo>
                <a:lnTo>
                  <a:pt x="11" y="2"/>
                </a:lnTo>
                <a:lnTo>
                  <a:pt x="11" y="3"/>
                </a:lnTo>
                <a:lnTo>
                  <a:pt x="10" y="3"/>
                </a:lnTo>
                <a:lnTo>
                  <a:pt x="10" y="4"/>
                </a:lnTo>
                <a:lnTo>
                  <a:pt x="8" y="4"/>
                </a:lnTo>
                <a:lnTo>
                  <a:pt x="7" y="3"/>
                </a:lnTo>
                <a:lnTo>
                  <a:pt x="7" y="2"/>
                </a:lnTo>
                <a:lnTo>
                  <a:pt x="6" y="2"/>
                </a:lnTo>
                <a:lnTo>
                  <a:pt x="5" y="0"/>
                </a:lnTo>
                <a:lnTo>
                  <a:pt x="5" y="2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4" y="2"/>
                </a:lnTo>
                <a:lnTo>
                  <a:pt x="5" y="0"/>
                </a:lnTo>
                <a:lnTo>
                  <a:pt x="6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7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0" name=""/>
          <p:cNvSpPr/>
          <p:nvPr/>
        </p:nvSpPr>
        <p:spPr>
          <a:xfrm>
            <a:off x="4638240" y="413496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3"/>
                </a:move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1" name=""/>
          <p:cNvSpPr/>
          <p:nvPr/>
        </p:nvSpPr>
        <p:spPr>
          <a:xfrm>
            <a:off x="4639680" y="413424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3" y="4"/>
                </a:moveTo>
                <a:lnTo>
                  <a:pt x="2" y="4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2" y="3"/>
                </a:lnTo>
                <a:lnTo>
                  <a:pt x="2" y="4"/>
                </a:lnTo>
                <a:lnTo>
                  <a:pt x="2" y="3"/>
                </a:lnTo>
                <a:lnTo>
                  <a:pt x="2" y="4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2" name=""/>
          <p:cNvSpPr/>
          <p:nvPr/>
        </p:nvSpPr>
        <p:spPr>
          <a:xfrm>
            <a:off x="4640760" y="4132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3" name=""/>
          <p:cNvSpPr/>
          <p:nvPr/>
        </p:nvSpPr>
        <p:spPr>
          <a:xfrm>
            <a:off x="4641840" y="41281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4" name=""/>
          <p:cNvSpPr/>
          <p:nvPr/>
        </p:nvSpPr>
        <p:spPr>
          <a:xfrm>
            <a:off x="4657680" y="41248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5" name=""/>
          <p:cNvSpPr/>
          <p:nvPr/>
        </p:nvSpPr>
        <p:spPr>
          <a:xfrm>
            <a:off x="4656960" y="412308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1" y="1"/>
                </a:move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4"/>
                </a:lnTo>
                <a:lnTo>
                  <a:pt x="4" y="4"/>
                </a:lnTo>
                <a:lnTo>
                  <a:pt x="5" y="5"/>
                </a:lnTo>
                <a:lnTo>
                  <a:pt x="1" y="4"/>
                </a:lnTo>
                <a:lnTo>
                  <a:pt x="1" y="5"/>
                </a:lnTo>
                <a:lnTo>
                  <a:pt x="3" y="5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4"/>
                </a:lnTo>
                <a:lnTo>
                  <a:pt x="1" y="2"/>
                </a:lnTo>
                <a:lnTo>
                  <a:pt x="1" y="1"/>
                </a:lnTo>
                <a:lnTo>
                  <a:pt x="1" y="2"/>
                </a:lnTo>
                <a:lnTo>
                  <a:pt x="3" y="2"/>
                </a:lnTo>
                <a:lnTo>
                  <a:pt x="3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6" name=""/>
          <p:cNvSpPr/>
          <p:nvPr/>
        </p:nvSpPr>
        <p:spPr>
          <a:xfrm>
            <a:off x="4658760" y="4123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7" name=""/>
          <p:cNvSpPr/>
          <p:nvPr/>
        </p:nvSpPr>
        <p:spPr>
          <a:xfrm>
            <a:off x="4659480" y="4123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8" name=""/>
          <p:cNvSpPr/>
          <p:nvPr/>
        </p:nvSpPr>
        <p:spPr>
          <a:xfrm>
            <a:off x="4658040" y="4122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9" name=""/>
          <p:cNvSpPr/>
          <p:nvPr/>
        </p:nvSpPr>
        <p:spPr>
          <a:xfrm>
            <a:off x="4662360" y="41184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0" name=""/>
          <p:cNvSpPr/>
          <p:nvPr/>
        </p:nvSpPr>
        <p:spPr>
          <a:xfrm>
            <a:off x="4662000" y="41180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1" name=""/>
          <p:cNvSpPr/>
          <p:nvPr/>
        </p:nvSpPr>
        <p:spPr>
          <a:xfrm>
            <a:off x="4661640" y="41176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0"/>
                </a:move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2" name=""/>
          <p:cNvSpPr/>
          <p:nvPr/>
        </p:nvSpPr>
        <p:spPr>
          <a:xfrm>
            <a:off x="4660560" y="41176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3" name=""/>
          <p:cNvSpPr/>
          <p:nvPr/>
        </p:nvSpPr>
        <p:spPr>
          <a:xfrm>
            <a:off x="4649760" y="41169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4" name=""/>
          <p:cNvSpPr/>
          <p:nvPr/>
        </p:nvSpPr>
        <p:spPr>
          <a:xfrm>
            <a:off x="4654440" y="411624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0" y="5"/>
                </a:move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5" name=""/>
          <p:cNvSpPr/>
          <p:nvPr/>
        </p:nvSpPr>
        <p:spPr>
          <a:xfrm>
            <a:off x="4649760" y="41158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6" name=""/>
          <p:cNvSpPr/>
          <p:nvPr/>
        </p:nvSpPr>
        <p:spPr>
          <a:xfrm>
            <a:off x="4649040" y="411552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1" y="0"/>
                </a:move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7" name=""/>
          <p:cNvSpPr/>
          <p:nvPr/>
        </p:nvSpPr>
        <p:spPr>
          <a:xfrm>
            <a:off x="4652280" y="4115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8" name=""/>
          <p:cNvSpPr/>
          <p:nvPr/>
        </p:nvSpPr>
        <p:spPr>
          <a:xfrm>
            <a:off x="4651560" y="41148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9" name=""/>
          <p:cNvSpPr/>
          <p:nvPr/>
        </p:nvSpPr>
        <p:spPr>
          <a:xfrm>
            <a:off x="4660200" y="41130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90" name=""/>
          <p:cNvSpPr/>
          <p:nvPr/>
        </p:nvSpPr>
        <p:spPr>
          <a:xfrm>
            <a:off x="4659480" y="41130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91" name=""/>
          <p:cNvSpPr/>
          <p:nvPr/>
        </p:nvSpPr>
        <p:spPr>
          <a:xfrm>
            <a:off x="4659480" y="41122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92" name=""/>
          <p:cNvSpPr/>
          <p:nvPr/>
        </p:nvSpPr>
        <p:spPr>
          <a:xfrm>
            <a:off x="4657680" y="41119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93" name=""/>
          <p:cNvSpPr/>
          <p:nvPr/>
        </p:nvSpPr>
        <p:spPr>
          <a:xfrm>
            <a:off x="4659480" y="41108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4"/>
                </a:move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3" y="1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94" name=""/>
          <p:cNvSpPr/>
          <p:nvPr/>
        </p:nvSpPr>
        <p:spPr>
          <a:xfrm>
            <a:off x="4662360" y="41108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95" name=""/>
          <p:cNvSpPr/>
          <p:nvPr/>
        </p:nvSpPr>
        <p:spPr>
          <a:xfrm>
            <a:off x="4658400" y="4109400"/>
            <a:ext cx="3600" cy="2160"/>
          </a:xfrm>
          <a:custGeom>
            <a:avLst/>
            <a:gdLst/>
            <a:ahLst/>
            <a:rect l="0" t="0" r="r" b="b"/>
            <a:pathLst>
              <a:path w="10" h="6">
                <a:moveTo>
                  <a:pt x="10" y="1"/>
                </a:move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8" y="2"/>
                </a:lnTo>
                <a:lnTo>
                  <a:pt x="9" y="2"/>
                </a:lnTo>
                <a:lnTo>
                  <a:pt x="8" y="4"/>
                </a:lnTo>
                <a:lnTo>
                  <a:pt x="8" y="5"/>
                </a:lnTo>
                <a:lnTo>
                  <a:pt x="9" y="5"/>
                </a:lnTo>
                <a:lnTo>
                  <a:pt x="8" y="6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4" y="0"/>
                </a:lnTo>
                <a:lnTo>
                  <a:pt x="6" y="1"/>
                </a:lnTo>
                <a:lnTo>
                  <a:pt x="6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96" name=""/>
          <p:cNvSpPr/>
          <p:nvPr/>
        </p:nvSpPr>
        <p:spPr>
          <a:xfrm>
            <a:off x="4655880" y="4108680"/>
            <a:ext cx="2520" cy="2160"/>
          </a:xfrm>
          <a:custGeom>
            <a:avLst/>
            <a:gdLst/>
            <a:ahLst/>
            <a:rect l="0" t="0" r="r" b="b"/>
            <a:pathLst>
              <a:path w="7" h="6">
                <a:moveTo>
                  <a:pt x="3" y="2"/>
                </a:moveTo>
                <a:lnTo>
                  <a:pt x="4" y="3"/>
                </a:lnTo>
                <a:lnTo>
                  <a:pt x="5" y="3"/>
                </a:lnTo>
                <a:lnTo>
                  <a:pt x="5" y="2"/>
                </a:lnTo>
                <a:lnTo>
                  <a:pt x="7" y="2"/>
                </a:lnTo>
                <a:lnTo>
                  <a:pt x="7" y="3"/>
                </a:lnTo>
                <a:lnTo>
                  <a:pt x="5" y="4"/>
                </a:lnTo>
                <a:lnTo>
                  <a:pt x="4" y="6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97" name=""/>
          <p:cNvSpPr/>
          <p:nvPr/>
        </p:nvSpPr>
        <p:spPr>
          <a:xfrm>
            <a:off x="4660200" y="41090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98" name=""/>
          <p:cNvSpPr/>
          <p:nvPr/>
        </p:nvSpPr>
        <p:spPr>
          <a:xfrm>
            <a:off x="4658760" y="410760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4" y="3"/>
                </a:moveTo>
                <a:lnTo>
                  <a:pt x="0" y="5"/>
                </a:lnTo>
                <a:lnTo>
                  <a:pt x="2" y="3"/>
                </a:lnTo>
                <a:lnTo>
                  <a:pt x="3" y="2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5" y="2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99" name=""/>
          <p:cNvSpPr/>
          <p:nvPr/>
        </p:nvSpPr>
        <p:spPr>
          <a:xfrm>
            <a:off x="4658760" y="41072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0" name=""/>
          <p:cNvSpPr/>
          <p:nvPr/>
        </p:nvSpPr>
        <p:spPr>
          <a:xfrm>
            <a:off x="4656600" y="4104720"/>
            <a:ext cx="3600" cy="2160"/>
          </a:xfrm>
          <a:custGeom>
            <a:avLst/>
            <a:gdLst/>
            <a:ahLst/>
            <a:rect l="0" t="0" r="r" b="b"/>
            <a:pathLst>
              <a:path w="10" h="6">
                <a:moveTo>
                  <a:pt x="7" y="1"/>
                </a:moveTo>
                <a:lnTo>
                  <a:pt x="8" y="0"/>
                </a:lnTo>
                <a:lnTo>
                  <a:pt x="9" y="1"/>
                </a:lnTo>
                <a:lnTo>
                  <a:pt x="9" y="2"/>
                </a:lnTo>
                <a:lnTo>
                  <a:pt x="10" y="2"/>
                </a:lnTo>
                <a:lnTo>
                  <a:pt x="10" y="3"/>
                </a:lnTo>
                <a:lnTo>
                  <a:pt x="10" y="5"/>
                </a:lnTo>
                <a:lnTo>
                  <a:pt x="9" y="5"/>
                </a:lnTo>
                <a:lnTo>
                  <a:pt x="8" y="5"/>
                </a:lnTo>
                <a:lnTo>
                  <a:pt x="7" y="5"/>
                </a:lnTo>
                <a:lnTo>
                  <a:pt x="6" y="6"/>
                </a:lnTo>
                <a:lnTo>
                  <a:pt x="6" y="5"/>
                </a:lnTo>
                <a:lnTo>
                  <a:pt x="3" y="3"/>
                </a:lnTo>
                <a:lnTo>
                  <a:pt x="2" y="3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7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1" name=""/>
          <p:cNvSpPr/>
          <p:nvPr/>
        </p:nvSpPr>
        <p:spPr>
          <a:xfrm>
            <a:off x="4660920" y="410436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5" y="0"/>
                </a:moveTo>
                <a:lnTo>
                  <a:pt x="5" y="2"/>
                </a:lnTo>
                <a:lnTo>
                  <a:pt x="6" y="2"/>
                </a:lnTo>
                <a:lnTo>
                  <a:pt x="6" y="0"/>
                </a:lnTo>
                <a:lnTo>
                  <a:pt x="7" y="0"/>
                </a:lnTo>
                <a:lnTo>
                  <a:pt x="7" y="2"/>
                </a:lnTo>
                <a:lnTo>
                  <a:pt x="5" y="2"/>
                </a:lnTo>
                <a:lnTo>
                  <a:pt x="3" y="3"/>
                </a:lnTo>
                <a:lnTo>
                  <a:pt x="3" y="2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2" name=""/>
          <p:cNvSpPr/>
          <p:nvPr/>
        </p:nvSpPr>
        <p:spPr>
          <a:xfrm>
            <a:off x="4656600" y="410400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5" y="2"/>
                </a:move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2" y="2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3" name=""/>
          <p:cNvSpPr/>
          <p:nvPr/>
        </p:nvSpPr>
        <p:spPr>
          <a:xfrm>
            <a:off x="4660200" y="4103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4" name=""/>
          <p:cNvSpPr/>
          <p:nvPr/>
        </p:nvSpPr>
        <p:spPr>
          <a:xfrm>
            <a:off x="4663440" y="4102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5" name=""/>
          <p:cNvSpPr/>
          <p:nvPr/>
        </p:nvSpPr>
        <p:spPr>
          <a:xfrm>
            <a:off x="4664520" y="4101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6" name=""/>
          <p:cNvSpPr/>
          <p:nvPr/>
        </p:nvSpPr>
        <p:spPr>
          <a:xfrm>
            <a:off x="4660200" y="40978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7" name=""/>
          <p:cNvSpPr/>
          <p:nvPr/>
        </p:nvSpPr>
        <p:spPr>
          <a:xfrm>
            <a:off x="4660200" y="40953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3"/>
                </a:moveTo>
                <a:lnTo>
                  <a:pt x="0" y="1"/>
                </a:lnTo>
                <a:lnTo>
                  <a:pt x="3" y="0"/>
                </a:lnTo>
                <a:lnTo>
                  <a:pt x="4" y="0"/>
                </a:lnTo>
                <a:lnTo>
                  <a:pt x="4" y="3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8" name=""/>
          <p:cNvSpPr/>
          <p:nvPr/>
        </p:nvSpPr>
        <p:spPr>
          <a:xfrm>
            <a:off x="4660560" y="4095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9" name=""/>
          <p:cNvSpPr/>
          <p:nvPr/>
        </p:nvSpPr>
        <p:spPr>
          <a:xfrm>
            <a:off x="4659840" y="40946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0" name=""/>
          <p:cNvSpPr/>
          <p:nvPr/>
        </p:nvSpPr>
        <p:spPr>
          <a:xfrm>
            <a:off x="4660200" y="40942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1" name=""/>
          <p:cNvSpPr/>
          <p:nvPr/>
        </p:nvSpPr>
        <p:spPr>
          <a:xfrm>
            <a:off x="4660920" y="4091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1" y="0"/>
                </a:move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2" name=""/>
          <p:cNvSpPr/>
          <p:nvPr/>
        </p:nvSpPr>
        <p:spPr>
          <a:xfrm>
            <a:off x="4661640" y="409104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2" y="3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3" name=""/>
          <p:cNvSpPr/>
          <p:nvPr/>
        </p:nvSpPr>
        <p:spPr>
          <a:xfrm>
            <a:off x="4559040" y="3987000"/>
            <a:ext cx="133560" cy="148320"/>
          </a:xfrm>
          <a:custGeom>
            <a:avLst/>
            <a:gdLst/>
            <a:ahLst/>
            <a:rect l="0" t="0" r="r" b="b"/>
            <a:pathLst>
              <a:path w="371" h="412">
                <a:moveTo>
                  <a:pt x="160" y="2"/>
                </a:moveTo>
                <a:lnTo>
                  <a:pt x="159" y="2"/>
                </a:lnTo>
                <a:lnTo>
                  <a:pt x="159" y="3"/>
                </a:lnTo>
                <a:lnTo>
                  <a:pt x="160" y="3"/>
                </a:lnTo>
                <a:lnTo>
                  <a:pt x="161" y="3"/>
                </a:lnTo>
                <a:lnTo>
                  <a:pt x="161" y="4"/>
                </a:lnTo>
                <a:lnTo>
                  <a:pt x="162" y="3"/>
                </a:lnTo>
                <a:lnTo>
                  <a:pt x="163" y="3"/>
                </a:lnTo>
                <a:lnTo>
                  <a:pt x="163" y="2"/>
                </a:lnTo>
                <a:lnTo>
                  <a:pt x="162" y="2"/>
                </a:lnTo>
                <a:lnTo>
                  <a:pt x="162" y="1"/>
                </a:lnTo>
                <a:lnTo>
                  <a:pt x="163" y="1"/>
                </a:lnTo>
                <a:lnTo>
                  <a:pt x="164" y="1"/>
                </a:lnTo>
                <a:lnTo>
                  <a:pt x="164" y="2"/>
                </a:lnTo>
                <a:lnTo>
                  <a:pt x="165" y="2"/>
                </a:lnTo>
                <a:lnTo>
                  <a:pt x="165" y="1"/>
                </a:lnTo>
                <a:lnTo>
                  <a:pt x="166" y="1"/>
                </a:lnTo>
                <a:lnTo>
                  <a:pt x="166" y="2"/>
                </a:lnTo>
                <a:lnTo>
                  <a:pt x="166" y="1"/>
                </a:lnTo>
                <a:lnTo>
                  <a:pt x="166" y="2"/>
                </a:lnTo>
                <a:lnTo>
                  <a:pt x="167" y="2"/>
                </a:lnTo>
                <a:lnTo>
                  <a:pt x="168" y="2"/>
                </a:lnTo>
                <a:lnTo>
                  <a:pt x="169" y="2"/>
                </a:lnTo>
                <a:lnTo>
                  <a:pt x="170" y="1"/>
                </a:lnTo>
                <a:lnTo>
                  <a:pt x="171" y="1"/>
                </a:lnTo>
                <a:lnTo>
                  <a:pt x="171" y="2"/>
                </a:lnTo>
                <a:lnTo>
                  <a:pt x="171" y="3"/>
                </a:lnTo>
                <a:lnTo>
                  <a:pt x="173" y="4"/>
                </a:lnTo>
                <a:lnTo>
                  <a:pt x="173" y="5"/>
                </a:lnTo>
                <a:lnTo>
                  <a:pt x="173" y="7"/>
                </a:lnTo>
                <a:lnTo>
                  <a:pt x="174" y="7"/>
                </a:lnTo>
                <a:lnTo>
                  <a:pt x="173" y="8"/>
                </a:lnTo>
                <a:lnTo>
                  <a:pt x="174" y="9"/>
                </a:lnTo>
                <a:lnTo>
                  <a:pt x="175" y="10"/>
                </a:lnTo>
                <a:lnTo>
                  <a:pt x="176" y="11"/>
                </a:lnTo>
                <a:lnTo>
                  <a:pt x="176" y="12"/>
                </a:lnTo>
                <a:lnTo>
                  <a:pt x="177" y="12"/>
                </a:lnTo>
                <a:lnTo>
                  <a:pt x="177" y="13"/>
                </a:lnTo>
                <a:lnTo>
                  <a:pt x="177" y="14"/>
                </a:lnTo>
                <a:lnTo>
                  <a:pt x="178" y="15"/>
                </a:lnTo>
                <a:lnTo>
                  <a:pt x="178" y="16"/>
                </a:lnTo>
                <a:lnTo>
                  <a:pt x="179" y="16"/>
                </a:lnTo>
                <a:lnTo>
                  <a:pt x="179" y="17"/>
                </a:lnTo>
                <a:lnTo>
                  <a:pt x="180" y="17"/>
                </a:lnTo>
                <a:lnTo>
                  <a:pt x="181" y="17"/>
                </a:lnTo>
                <a:lnTo>
                  <a:pt x="182" y="18"/>
                </a:lnTo>
                <a:lnTo>
                  <a:pt x="183" y="18"/>
                </a:lnTo>
                <a:lnTo>
                  <a:pt x="184" y="19"/>
                </a:lnTo>
                <a:lnTo>
                  <a:pt x="185" y="20"/>
                </a:lnTo>
                <a:lnTo>
                  <a:pt x="186" y="20"/>
                </a:lnTo>
                <a:lnTo>
                  <a:pt x="187" y="22"/>
                </a:lnTo>
                <a:lnTo>
                  <a:pt x="188" y="22"/>
                </a:lnTo>
                <a:lnTo>
                  <a:pt x="188" y="23"/>
                </a:lnTo>
                <a:lnTo>
                  <a:pt x="190" y="24"/>
                </a:lnTo>
                <a:lnTo>
                  <a:pt x="192" y="25"/>
                </a:lnTo>
                <a:lnTo>
                  <a:pt x="193" y="25"/>
                </a:lnTo>
                <a:lnTo>
                  <a:pt x="194" y="26"/>
                </a:lnTo>
                <a:lnTo>
                  <a:pt x="195" y="26"/>
                </a:lnTo>
                <a:lnTo>
                  <a:pt x="197" y="26"/>
                </a:lnTo>
                <a:lnTo>
                  <a:pt x="198" y="26"/>
                </a:lnTo>
                <a:lnTo>
                  <a:pt x="201" y="26"/>
                </a:lnTo>
                <a:lnTo>
                  <a:pt x="202" y="26"/>
                </a:lnTo>
                <a:lnTo>
                  <a:pt x="203" y="26"/>
                </a:lnTo>
                <a:lnTo>
                  <a:pt x="204" y="26"/>
                </a:lnTo>
                <a:lnTo>
                  <a:pt x="205" y="26"/>
                </a:lnTo>
                <a:lnTo>
                  <a:pt x="206" y="26"/>
                </a:lnTo>
                <a:lnTo>
                  <a:pt x="207" y="26"/>
                </a:lnTo>
                <a:lnTo>
                  <a:pt x="207" y="25"/>
                </a:lnTo>
                <a:lnTo>
                  <a:pt x="208" y="25"/>
                </a:lnTo>
                <a:lnTo>
                  <a:pt x="209" y="25"/>
                </a:lnTo>
                <a:lnTo>
                  <a:pt x="210" y="25"/>
                </a:lnTo>
                <a:lnTo>
                  <a:pt x="211" y="24"/>
                </a:lnTo>
                <a:lnTo>
                  <a:pt x="212" y="24"/>
                </a:lnTo>
                <a:lnTo>
                  <a:pt x="212" y="25"/>
                </a:lnTo>
                <a:lnTo>
                  <a:pt x="211" y="25"/>
                </a:lnTo>
                <a:lnTo>
                  <a:pt x="211" y="26"/>
                </a:lnTo>
                <a:lnTo>
                  <a:pt x="211" y="27"/>
                </a:lnTo>
                <a:lnTo>
                  <a:pt x="211" y="28"/>
                </a:lnTo>
                <a:lnTo>
                  <a:pt x="210" y="28"/>
                </a:lnTo>
                <a:lnTo>
                  <a:pt x="211" y="29"/>
                </a:lnTo>
                <a:lnTo>
                  <a:pt x="211" y="30"/>
                </a:lnTo>
                <a:lnTo>
                  <a:pt x="211" y="31"/>
                </a:lnTo>
                <a:lnTo>
                  <a:pt x="212" y="31"/>
                </a:lnTo>
                <a:lnTo>
                  <a:pt x="212" y="30"/>
                </a:lnTo>
                <a:lnTo>
                  <a:pt x="213" y="30"/>
                </a:lnTo>
                <a:lnTo>
                  <a:pt x="214" y="30"/>
                </a:lnTo>
                <a:lnTo>
                  <a:pt x="215" y="30"/>
                </a:lnTo>
                <a:lnTo>
                  <a:pt x="215" y="29"/>
                </a:lnTo>
                <a:lnTo>
                  <a:pt x="216" y="29"/>
                </a:lnTo>
                <a:lnTo>
                  <a:pt x="216" y="28"/>
                </a:lnTo>
                <a:lnTo>
                  <a:pt x="216" y="27"/>
                </a:lnTo>
                <a:lnTo>
                  <a:pt x="216" y="26"/>
                </a:lnTo>
                <a:lnTo>
                  <a:pt x="217" y="26"/>
                </a:lnTo>
                <a:lnTo>
                  <a:pt x="217" y="27"/>
                </a:lnTo>
                <a:lnTo>
                  <a:pt x="217" y="26"/>
                </a:lnTo>
                <a:lnTo>
                  <a:pt x="218" y="27"/>
                </a:lnTo>
                <a:lnTo>
                  <a:pt x="218" y="28"/>
                </a:lnTo>
                <a:lnTo>
                  <a:pt x="217" y="28"/>
                </a:lnTo>
                <a:lnTo>
                  <a:pt x="217" y="29"/>
                </a:lnTo>
                <a:lnTo>
                  <a:pt x="218" y="29"/>
                </a:lnTo>
                <a:lnTo>
                  <a:pt x="218" y="30"/>
                </a:lnTo>
                <a:lnTo>
                  <a:pt x="218" y="31"/>
                </a:lnTo>
                <a:lnTo>
                  <a:pt x="218" y="32"/>
                </a:lnTo>
                <a:lnTo>
                  <a:pt x="219" y="32"/>
                </a:lnTo>
                <a:lnTo>
                  <a:pt x="218" y="33"/>
                </a:lnTo>
                <a:lnTo>
                  <a:pt x="218" y="34"/>
                </a:lnTo>
                <a:lnTo>
                  <a:pt x="219" y="34"/>
                </a:lnTo>
                <a:lnTo>
                  <a:pt x="219" y="35"/>
                </a:lnTo>
                <a:lnTo>
                  <a:pt x="220" y="35"/>
                </a:lnTo>
                <a:lnTo>
                  <a:pt x="220" y="37"/>
                </a:lnTo>
                <a:lnTo>
                  <a:pt x="220" y="38"/>
                </a:lnTo>
                <a:lnTo>
                  <a:pt x="220" y="39"/>
                </a:lnTo>
                <a:lnTo>
                  <a:pt x="221" y="39"/>
                </a:lnTo>
                <a:lnTo>
                  <a:pt x="221" y="40"/>
                </a:lnTo>
                <a:lnTo>
                  <a:pt x="221" y="41"/>
                </a:lnTo>
                <a:lnTo>
                  <a:pt x="222" y="41"/>
                </a:lnTo>
                <a:lnTo>
                  <a:pt x="222" y="42"/>
                </a:lnTo>
                <a:lnTo>
                  <a:pt x="222" y="43"/>
                </a:lnTo>
                <a:lnTo>
                  <a:pt x="223" y="43"/>
                </a:lnTo>
                <a:lnTo>
                  <a:pt x="224" y="43"/>
                </a:lnTo>
                <a:lnTo>
                  <a:pt x="225" y="42"/>
                </a:lnTo>
                <a:lnTo>
                  <a:pt x="225" y="41"/>
                </a:lnTo>
                <a:lnTo>
                  <a:pt x="226" y="41"/>
                </a:lnTo>
                <a:lnTo>
                  <a:pt x="226" y="40"/>
                </a:lnTo>
                <a:lnTo>
                  <a:pt x="227" y="39"/>
                </a:lnTo>
                <a:lnTo>
                  <a:pt x="228" y="38"/>
                </a:lnTo>
                <a:lnTo>
                  <a:pt x="228" y="37"/>
                </a:lnTo>
                <a:lnTo>
                  <a:pt x="229" y="36"/>
                </a:lnTo>
                <a:lnTo>
                  <a:pt x="228" y="36"/>
                </a:lnTo>
                <a:lnTo>
                  <a:pt x="229" y="36"/>
                </a:lnTo>
                <a:lnTo>
                  <a:pt x="229" y="35"/>
                </a:lnTo>
                <a:lnTo>
                  <a:pt x="229" y="36"/>
                </a:lnTo>
                <a:lnTo>
                  <a:pt x="229" y="35"/>
                </a:lnTo>
                <a:lnTo>
                  <a:pt x="230" y="35"/>
                </a:lnTo>
                <a:lnTo>
                  <a:pt x="231" y="35"/>
                </a:lnTo>
                <a:lnTo>
                  <a:pt x="231" y="34"/>
                </a:lnTo>
                <a:lnTo>
                  <a:pt x="231" y="33"/>
                </a:lnTo>
                <a:lnTo>
                  <a:pt x="232" y="33"/>
                </a:lnTo>
                <a:lnTo>
                  <a:pt x="232" y="34"/>
                </a:lnTo>
                <a:lnTo>
                  <a:pt x="233" y="34"/>
                </a:lnTo>
                <a:lnTo>
                  <a:pt x="234" y="34"/>
                </a:lnTo>
                <a:lnTo>
                  <a:pt x="235" y="34"/>
                </a:lnTo>
                <a:lnTo>
                  <a:pt x="235" y="33"/>
                </a:lnTo>
                <a:lnTo>
                  <a:pt x="236" y="34"/>
                </a:lnTo>
                <a:lnTo>
                  <a:pt x="237" y="34"/>
                </a:lnTo>
                <a:lnTo>
                  <a:pt x="237" y="33"/>
                </a:lnTo>
                <a:lnTo>
                  <a:pt x="238" y="33"/>
                </a:lnTo>
                <a:lnTo>
                  <a:pt x="238" y="32"/>
                </a:lnTo>
                <a:lnTo>
                  <a:pt x="238" y="33"/>
                </a:lnTo>
                <a:lnTo>
                  <a:pt x="239" y="33"/>
                </a:lnTo>
                <a:lnTo>
                  <a:pt x="239" y="32"/>
                </a:lnTo>
                <a:lnTo>
                  <a:pt x="239" y="31"/>
                </a:lnTo>
                <a:lnTo>
                  <a:pt x="240" y="31"/>
                </a:lnTo>
                <a:lnTo>
                  <a:pt x="241" y="32"/>
                </a:lnTo>
                <a:lnTo>
                  <a:pt x="242" y="32"/>
                </a:lnTo>
                <a:lnTo>
                  <a:pt x="241" y="32"/>
                </a:lnTo>
                <a:lnTo>
                  <a:pt x="242" y="32"/>
                </a:lnTo>
                <a:lnTo>
                  <a:pt x="241" y="32"/>
                </a:lnTo>
                <a:lnTo>
                  <a:pt x="242" y="31"/>
                </a:lnTo>
                <a:lnTo>
                  <a:pt x="241" y="31"/>
                </a:lnTo>
                <a:lnTo>
                  <a:pt x="242" y="31"/>
                </a:lnTo>
                <a:lnTo>
                  <a:pt x="243" y="30"/>
                </a:lnTo>
                <a:lnTo>
                  <a:pt x="243" y="29"/>
                </a:lnTo>
                <a:lnTo>
                  <a:pt x="242" y="29"/>
                </a:lnTo>
                <a:lnTo>
                  <a:pt x="242" y="28"/>
                </a:lnTo>
                <a:lnTo>
                  <a:pt x="243" y="28"/>
                </a:lnTo>
                <a:lnTo>
                  <a:pt x="243" y="27"/>
                </a:lnTo>
                <a:lnTo>
                  <a:pt x="242" y="26"/>
                </a:lnTo>
                <a:lnTo>
                  <a:pt x="242" y="25"/>
                </a:lnTo>
                <a:lnTo>
                  <a:pt x="241" y="24"/>
                </a:lnTo>
                <a:lnTo>
                  <a:pt x="240" y="23"/>
                </a:lnTo>
                <a:lnTo>
                  <a:pt x="240" y="22"/>
                </a:lnTo>
                <a:lnTo>
                  <a:pt x="241" y="22"/>
                </a:lnTo>
                <a:lnTo>
                  <a:pt x="242" y="22"/>
                </a:lnTo>
                <a:lnTo>
                  <a:pt x="243" y="22"/>
                </a:lnTo>
                <a:lnTo>
                  <a:pt x="244" y="22"/>
                </a:lnTo>
                <a:lnTo>
                  <a:pt x="245" y="22"/>
                </a:lnTo>
                <a:lnTo>
                  <a:pt x="245" y="23"/>
                </a:lnTo>
                <a:lnTo>
                  <a:pt x="246" y="23"/>
                </a:lnTo>
                <a:lnTo>
                  <a:pt x="246" y="22"/>
                </a:lnTo>
                <a:lnTo>
                  <a:pt x="247" y="21"/>
                </a:lnTo>
                <a:lnTo>
                  <a:pt x="248" y="21"/>
                </a:lnTo>
                <a:lnTo>
                  <a:pt x="247" y="20"/>
                </a:lnTo>
                <a:lnTo>
                  <a:pt x="248" y="19"/>
                </a:lnTo>
                <a:lnTo>
                  <a:pt x="249" y="19"/>
                </a:lnTo>
                <a:lnTo>
                  <a:pt x="249" y="18"/>
                </a:lnTo>
                <a:lnTo>
                  <a:pt x="250" y="18"/>
                </a:lnTo>
                <a:lnTo>
                  <a:pt x="251" y="18"/>
                </a:lnTo>
                <a:lnTo>
                  <a:pt x="252" y="18"/>
                </a:lnTo>
                <a:lnTo>
                  <a:pt x="254" y="19"/>
                </a:lnTo>
                <a:lnTo>
                  <a:pt x="254" y="20"/>
                </a:lnTo>
                <a:lnTo>
                  <a:pt x="255" y="20"/>
                </a:lnTo>
                <a:lnTo>
                  <a:pt x="256" y="20"/>
                </a:lnTo>
                <a:lnTo>
                  <a:pt x="257" y="20"/>
                </a:lnTo>
                <a:lnTo>
                  <a:pt x="257" y="19"/>
                </a:lnTo>
                <a:lnTo>
                  <a:pt x="258" y="19"/>
                </a:lnTo>
                <a:lnTo>
                  <a:pt x="259" y="19"/>
                </a:lnTo>
                <a:lnTo>
                  <a:pt x="259" y="18"/>
                </a:lnTo>
                <a:lnTo>
                  <a:pt x="259" y="17"/>
                </a:lnTo>
                <a:lnTo>
                  <a:pt x="260" y="17"/>
                </a:lnTo>
                <a:lnTo>
                  <a:pt x="261" y="18"/>
                </a:lnTo>
                <a:lnTo>
                  <a:pt x="261" y="17"/>
                </a:lnTo>
                <a:lnTo>
                  <a:pt x="262" y="17"/>
                </a:lnTo>
                <a:lnTo>
                  <a:pt x="262" y="18"/>
                </a:lnTo>
                <a:lnTo>
                  <a:pt x="263" y="18"/>
                </a:lnTo>
                <a:lnTo>
                  <a:pt x="263" y="17"/>
                </a:lnTo>
                <a:lnTo>
                  <a:pt x="264" y="17"/>
                </a:lnTo>
                <a:lnTo>
                  <a:pt x="264" y="16"/>
                </a:lnTo>
                <a:lnTo>
                  <a:pt x="265" y="16"/>
                </a:lnTo>
                <a:lnTo>
                  <a:pt x="265" y="17"/>
                </a:lnTo>
                <a:lnTo>
                  <a:pt x="266" y="17"/>
                </a:lnTo>
                <a:lnTo>
                  <a:pt x="267" y="17"/>
                </a:lnTo>
                <a:lnTo>
                  <a:pt x="268" y="18"/>
                </a:lnTo>
                <a:lnTo>
                  <a:pt x="268" y="19"/>
                </a:lnTo>
                <a:lnTo>
                  <a:pt x="268" y="20"/>
                </a:lnTo>
                <a:lnTo>
                  <a:pt x="269" y="21"/>
                </a:lnTo>
                <a:lnTo>
                  <a:pt x="268" y="21"/>
                </a:lnTo>
                <a:lnTo>
                  <a:pt x="268" y="22"/>
                </a:lnTo>
                <a:lnTo>
                  <a:pt x="268" y="23"/>
                </a:lnTo>
                <a:lnTo>
                  <a:pt x="268" y="24"/>
                </a:lnTo>
                <a:lnTo>
                  <a:pt x="268" y="25"/>
                </a:lnTo>
                <a:lnTo>
                  <a:pt x="269" y="25"/>
                </a:lnTo>
                <a:lnTo>
                  <a:pt x="268" y="25"/>
                </a:lnTo>
                <a:lnTo>
                  <a:pt x="268" y="28"/>
                </a:lnTo>
                <a:lnTo>
                  <a:pt x="269" y="28"/>
                </a:lnTo>
                <a:lnTo>
                  <a:pt x="268" y="28"/>
                </a:lnTo>
                <a:lnTo>
                  <a:pt x="268" y="29"/>
                </a:lnTo>
                <a:lnTo>
                  <a:pt x="268" y="30"/>
                </a:lnTo>
                <a:lnTo>
                  <a:pt x="269" y="30"/>
                </a:lnTo>
                <a:lnTo>
                  <a:pt x="269" y="31"/>
                </a:lnTo>
                <a:lnTo>
                  <a:pt x="270" y="31"/>
                </a:lnTo>
                <a:lnTo>
                  <a:pt x="270" y="32"/>
                </a:lnTo>
                <a:lnTo>
                  <a:pt x="270" y="33"/>
                </a:lnTo>
                <a:lnTo>
                  <a:pt x="270" y="34"/>
                </a:lnTo>
                <a:lnTo>
                  <a:pt x="269" y="34"/>
                </a:lnTo>
                <a:lnTo>
                  <a:pt x="269" y="35"/>
                </a:lnTo>
                <a:lnTo>
                  <a:pt x="268" y="35"/>
                </a:lnTo>
                <a:lnTo>
                  <a:pt x="267" y="36"/>
                </a:lnTo>
                <a:lnTo>
                  <a:pt x="268" y="37"/>
                </a:lnTo>
                <a:lnTo>
                  <a:pt x="268" y="36"/>
                </a:lnTo>
                <a:lnTo>
                  <a:pt x="269" y="36"/>
                </a:lnTo>
                <a:lnTo>
                  <a:pt x="270" y="36"/>
                </a:lnTo>
                <a:lnTo>
                  <a:pt x="270" y="35"/>
                </a:lnTo>
                <a:lnTo>
                  <a:pt x="270" y="36"/>
                </a:lnTo>
                <a:lnTo>
                  <a:pt x="271" y="36"/>
                </a:lnTo>
                <a:lnTo>
                  <a:pt x="271" y="37"/>
                </a:lnTo>
                <a:lnTo>
                  <a:pt x="272" y="37"/>
                </a:lnTo>
                <a:lnTo>
                  <a:pt x="272" y="38"/>
                </a:lnTo>
                <a:lnTo>
                  <a:pt x="273" y="38"/>
                </a:lnTo>
                <a:lnTo>
                  <a:pt x="272" y="38"/>
                </a:lnTo>
                <a:lnTo>
                  <a:pt x="272" y="37"/>
                </a:lnTo>
                <a:lnTo>
                  <a:pt x="272" y="36"/>
                </a:lnTo>
                <a:lnTo>
                  <a:pt x="273" y="36"/>
                </a:lnTo>
                <a:lnTo>
                  <a:pt x="274" y="35"/>
                </a:lnTo>
                <a:lnTo>
                  <a:pt x="274" y="34"/>
                </a:lnTo>
                <a:lnTo>
                  <a:pt x="276" y="34"/>
                </a:lnTo>
                <a:lnTo>
                  <a:pt x="277" y="33"/>
                </a:lnTo>
                <a:lnTo>
                  <a:pt x="277" y="34"/>
                </a:lnTo>
                <a:lnTo>
                  <a:pt x="278" y="34"/>
                </a:lnTo>
                <a:lnTo>
                  <a:pt x="279" y="34"/>
                </a:lnTo>
                <a:lnTo>
                  <a:pt x="279" y="35"/>
                </a:lnTo>
                <a:lnTo>
                  <a:pt x="280" y="35"/>
                </a:lnTo>
                <a:lnTo>
                  <a:pt x="281" y="36"/>
                </a:lnTo>
                <a:lnTo>
                  <a:pt x="281" y="37"/>
                </a:lnTo>
                <a:lnTo>
                  <a:pt x="280" y="37"/>
                </a:lnTo>
                <a:lnTo>
                  <a:pt x="280" y="38"/>
                </a:lnTo>
                <a:lnTo>
                  <a:pt x="280" y="39"/>
                </a:lnTo>
                <a:lnTo>
                  <a:pt x="280" y="41"/>
                </a:lnTo>
                <a:lnTo>
                  <a:pt x="280" y="42"/>
                </a:lnTo>
                <a:lnTo>
                  <a:pt x="281" y="42"/>
                </a:lnTo>
                <a:lnTo>
                  <a:pt x="281" y="41"/>
                </a:lnTo>
                <a:lnTo>
                  <a:pt x="282" y="41"/>
                </a:lnTo>
                <a:lnTo>
                  <a:pt x="282" y="42"/>
                </a:lnTo>
                <a:lnTo>
                  <a:pt x="283" y="42"/>
                </a:lnTo>
                <a:lnTo>
                  <a:pt x="284" y="42"/>
                </a:lnTo>
                <a:lnTo>
                  <a:pt x="285" y="42"/>
                </a:lnTo>
                <a:lnTo>
                  <a:pt x="285" y="41"/>
                </a:lnTo>
                <a:lnTo>
                  <a:pt x="286" y="41"/>
                </a:lnTo>
                <a:lnTo>
                  <a:pt x="286" y="42"/>
                </a:lnTo>
                <a:lnTo>
                  <a:pt x="286" y="41"/>
                </a:lnTo>
                <a:lnTo>
                  <a:pt x="287" y="41"/>
                </a:lnTo>
                <a:lnTo>
                  <a:pt x="288" y="41"/>
                </a:lnTo>
                <a:lnTo>
                  <a:pt x="289" y="42"/>
                </a:lnTo>
                <a:lnTo>
                  <a:pt x="289" y="43"/>
                </a:lnTo>
                <a:lnTo>
                  <a:pt x="289" y="44"/>
                </a:lnTo>
                <a:lnTo>
                  <a:pt x="290" y="44"/>
                </a:lnTo>
                <a:lnTo>
                  <a:pt x="291" y="45"/>
                </a:lnTo>
                <a:lnTo>
                  <a:pt x="292" y="45"/>
                </a:lnTo>
                <a:lnTo>
                  <a:pt x="292" y="46"/>
                </a:lnTo>
                <a:lnTo>
                  <a:pt x="293" y="46"/>
                </a:lnTo>
                <a:lnTo>
                  <a:pt x="293" y="47"/>
                </a:lnTo>
                <a:lnTo>
                  <a:pt x="293" y="48"/>
                </a:lnTo>
                <a:lnTo>
                  <a:pt x="292" y="48"/>
                </a:lnTo>
                <a:lnTo>
                  <a:pt x="292" y="49"/>
                </a:lnTo>
                <a:lnTo>
                  <a:pt x="293" y="49"/>
                </a:lnTo>
                <a:lnTo>
                  <a:pt x="293" y="50"/>
                </a:lnTo>
                <a:lnTo>
                  <a:pt x="293" y="51"/>
                </a:lnTo>
                <a:lnTo>
                  <a:pt x="292" y="51"/>
                </a:lnTo>
                <a:lnTo>
                  <a:pt x="292" y="53"/>
                </a:lnTo>
                <a:lnTo>
                  <a:pt x="290" y="70"/>
                </a:lnTo>
                <a:lnTo>
                  <a:pt x="290" y="71"/>
                </a:lnTo>
                <a:lnTo>
                  <a:pt x="290" y="75"/>
                </a:lnTo>
                <a:lnTo>
                  <a:pt x="290" y="77"/>
                </a:lnTo>
                <a:lnTo>
                  <a:pt x="289" y="84"/>
                </a:lnTo>
                <a:lnTo>
                  <a:pt x="293" y="83"/>
                </a:lnTo>
                <a:lnTo>
                  <a:pt x="293" y="80"/>
                </a:lnTo>
                <a:lnTo>
                  <a:pt x="296" y="81"/>
                </a:lnTo>
                <a:lnTo>
                  <a:pt x="299" y="82"/>
                </a:lnTo>
                <a:lnTo>
                  <a:pt x="303" y="85"/>
                </a:lnTo>
                <a:lnTo>
                  <a:pt x="302" y="86"/>
                </a:lnTo>
                <a:lnTo>
                  <a:pt x="305" y="88"/>
                </a:lnTo>
                <a:lnTo>
                  <a:pt x="305" y="89"/>
                </a:lnTo>
                <a:lnTo>
                  <a:pt x="306" y="89"/>
                </a:lnTo>
                <a:lnTo>
                  <a:pt x="308" y="91"/>
                </a:lnTo>
                <a:lnTo>
                  <a:pt x="311" y="93"/>
                </a:lnTo>
                <a:lnTo>
                  <a:pt x="312" y="96"/>
                </a:lnTo>
                <a:lnTo>
                  <a:pt x="313" y="96"/>
                </a:lnTo>
                <a:lnTo>
                  <a:pt x="316" y="99"/>
                </a:lnTo>
                <a:lnTo>
                  <a:pt x="317" y="101"/>
                </a:lnTo>
                <a:lnTo>
                  <a:pt x="318" y="104"/>
                </a:lnTo>
                <a:lnTo>
                  <a:pt x="320" y="106"/>
                </a:lnTo>
                <a:lnTo>
                  <a:pt x="322" y="110"/>
                </a:lnTo>
                <a:lnTo>
                  <a:pt x="322" y="111"/>
                </a:lnTo>
                <a:lnTo>
                  <a:pt x="325" y="114"/>
                </a:lnTo>
                <a:lnTo>
                  <a:pt x="325" y="115"/>
                </a:lnTo>
                <a:lnTo>
                  <a:pt x="326" y="116"/>
                </a:lnTo>
                <a:lnTo>
                  <a:pt x="326" y="115"/>
                </a:lnTo>
                <a:lnTo>
                  <a:pt x="327" y="114"/>
                </a:lnTo>
                <a:lnTo>
                  <a:pt x="330" y="120"/>
                </a:lnTo>
                <a:lnTo>
                  <a:pt x="329" y="120"/>
                </a:lnTo>
                <a:lnTo>
                  <a:pt x="329" y="121"/>
                </a:lnTo>
                <a:lnTo>
                  <a:pt x="330" y="121"/>
                </a:lnTo>
                <a:lnTo>
                  <a:pt x="331" y="122"/>
                </a:lnTo>
                <a:lnTo>
                  <a:pt x="332" y="123"/>
                </a:lnTo>
                <a:lnTo>
                  <a:pt x="333" y="123"/>
                </a:lnTo>
                <a:lnTo>
                  <a:pt x="334" y="123"/>
                </a:lnTo>
                <a:lnTo>
                  <a:pt x="335" y="124"/>
                </a:lnTo>
                <a:lnTo>
                  <a:pt x="335" y="123"/>
                </a:lnTo>
                <a:lnTo>
                  <a:pt x="336" y="123"/>
                </a:lnTo>
                <a:lnTo>
                  <a:pt x="337" y="123"/>
                </a:lnTo>
                <a:lnTo>
                  <a:pt x="337" y="124"/>
                </a:lnTo>
                <a:lnTo>
                  <a:pt x="338" y="124"/>
                </a:lnTo>
                <a:lnTo>
                  <a:pt x="341" y="125"/>
                </a:lnTo>
                <a:lnTo>
                  <a:pt x="342" y="126"/>
                </a:lnTo>
                <a:lnTo>
                  <a:pt x="342" y="127"/>
                </a:lnTo>
                <a:lnTo>
                  <a:pt x="343" y="126"/>
                </a:lnTo>
                <a:lnTo>
                  <a:pt x="343" y="127"/>
                </a:lnTo>
                <a:lnTo>
                  <a:pt x="344" y="127"/>
                </a:lnTo>
                <a:lnTo>
                  <a:pt x="345" y="128"/>
                </a:lnTo>
                <a:lnTo>
                  <a:pt x="346" y="128"/>
                </a:lnTo>
                <a:lnTo>
                  <a:pt x="348" y="129"/>
                </a:lnTo>
                <a:lnTo>
                  <a:pt x="349" y="129"/>
                </a:lnTo>
                <a:lnTo>
                  <a:pt x="351" y="129"/>
                </a:lnTo>
                <a:lnTo>
                  <a:pt x="352" y="131"/>
                </a:lnTo>
                <a:lnTo>
                  <a:pt x="353" y="132"/>
                </a:lnTo>
                <a:lnTo>
                  <a:pt x="354" y="132"/>
                </a:lnTo>
                <a:lnTo>
                  <a:pt x="355" y="133"/>
                </a:lnTo>
                <a:lnTo>
                  <a:pt x="356" y="133"/>
                </a:lnTo>
                <a:lnTo>
                  <a:pt x="357" y="132"/>
                </a:lnTo>
                <a:lnTo>
                  <a:pt x="357" y="133"/>
                </a:lnTo>
                <a:lnTo>
                  <a:pt x="358" y="133"/>
                </a:lnTo>
                <a:lnTo>
                  <a:pt x="358" y="132"/>
                </a:lnTo>
                <a:lnTo>
                  <a:pt x="359" y="132"/>
                </a:lnTo>
                <a:lnTo>
                  <a:pt x="360" y="132"/>
                </a:lnTo>
                <a:lnTo>
                  <a:pt x="360" y="133"/>
                </a:lnTo>
                <a:lnTo>
                  <a:pt x="360" y="134"/>
                </a:lnTo>
                <a:lnTo>
                  <a:pt x="361" y="134"/>
                </a:lnTo>
                <a:lnTo>
                  <a:pt x="361" y="133"/>
                </a:lnTo>
                <a:lnTo>
                  <a:pt x="361" y="132"/>
                </a:lnTo>
                <a:lnTo>
                  <a:pt x="362" y="132"/>
                </a:lnTo>
                <a:lnTo>
                  <a:pt x="363" y="133"/>
                </a:lnTo>
                <a:lnTo>
                  <a:pt x="364" y="133"/>
                </a:lnTo>
                <a:lnTo>
                  <a:pt x="365" y="133"/>
                </a:lnTo>
                <a:lnTo>
                  <a:pt x="366" y="132"/>
                </a:lnTo>
                <a:lnTo>
                  <a:pt x="367" y="132"/>
                </a:lnTo>
                <a:lnTo>
                  <a:pt x="368" y="131"/>
                </a:lnTo>
                <a:lnTo>
                  <a:pt x="369" y="131"/>
                </a:lnTo>
                <a:lnTo>
                  <a:pt x="370" y="131"/>
                </a:lnTo>
                <a:lnTo>
                  <a:pt x="371" y="131"/>
                </a:lnTo>
                <a:lnTo>
                  <a:pt x="371" y="132"/>
                </a:lnTo>
                <a:lnTo>
                  <a:pt x="371" y="133"/>
                </a:lnTo>
                <a:lnTo>
                  <a:pt x="371" y="134"/>
                </a:lnTo>
                <a:lnTo>
                  <a:pt x="370" y="134"/>
                </a:lnTo>
                <a:lnTo>
                  <a:pt x="369" y="134"/>
                </a:lnTo>
                <a:lnTo>
                  <a:pt x="368" y="135"/>
                </a:lnTo>
                <a:lnTo>
                  <a:pt x="367" y="136"/>
                </a:lnTo>
                <a:lnTo>
                  <a:pt x="366" y="136"/>
                </a:lnTo>
                <a:lnTo>
                  <a:pt x="365" y="136"/>
                </a:lnTo>
                <a:lnTo>
                  <a:pt x="364" y="137"/>
                </a:lnTo>
                <a:lnTo>
                  <a:pt x="363" y="137"/>
                </a:lnTo>
                <a:lnTo>
                  <a:pt x="364" y="137"/>
                </a:lnTo>
                <a:lnTo>
                  <a:pt x="363" y="138"/>
                </a:lnTo>
                <a:lnTo>
                  <a:pt x="362" y="138"/>
                </a:lnTo>
                <a:lnTo>
                  <a:pt x="361" y="139"/>
                </a:lnTo>
                <a:lnTo>
                  <a:pt x="359" y="139"/>
                </a:lnTo>
                <a:lnTo>
                  <a:pt x="358" y="140"/>
                </a:lnTo>
                <a:lnTo>
                  <a:pt x="357" y="140"/>
                </a:lnTo>
                <a:lnTo>
                  <a:pt x="356" y="141"/>
                </a:lnTo>
                <a:lnTo>
                  <a:pt x="356" y="142"/>
                </a:lnTo>
                <a:lnTo>
                  <a:pt x="354" y="143"/>
                </a:lnTo>
                <a:lnTo>
                  <a:pt x="353" y="143"/>
                </a:lnTo>
                <a:lnTo>
                  <a:pt x="353" y="144"/>
                </a:lnTo>
                <a:lnTo>
                  <a:pt x="352" y="144"/>
                </a:lnTo>
                <a:lnTo>
                  <a:pt x="352" y="145"/>
                </a:lnTo>
                <a:lnTo>
                  <a:pt x="351" y="146"/>
                </a:lnTo>
                <a:lnTo>
                  <a:pt x="350" y="147"/>
                </a:lnTo>
                <a:lnTo>
                  <a:pt x="349" y="148"/>
                </a:lnTo>
                <a:lnTo>
                  <a:pt x="349" y="149"/>
                </a:lnTo>
                <a:lnTo>
                  <a:pt x="349" y="150"/>
                </a:lnTo>
                <a:lnTo>
                  <a:pt x="348" y="151"/>
                </a:lnTo>
                <a:lnTo>
                  <a:pt x="347" y="152"/>
                </a:lnTo>
                <a:lnTo>
                  <a:pt x="346" y="153"/>
                </a:lnTo>
                <a:lnTo>
                  <a:pt x="345" y="153"/>
                </a:lnTo>
                <a:lnTo>
                  <a:pt x="344" y="153"/>
                </a:lnTo>
                <a:lnTo>
                  <a:pt x="344" y="154"/>
                </a:lnTo>
                <a:lnTo>
                  <a:pt x="343" y="154"/>
                </a:lnTo>
                <a:lnTo>
                  <a:pt x="341" y="155"/>
                </a:lnTo>
                <a:lnTo>
                  <a:pt x="340" y="156"/>
                </a:lnTo>
                <a:lnTo>
                  <a:pt x="339" y="156"/>
                </a:lnTo>
                <a:lnTo>
                  <a:pt x="339" y="157"/>
                </a:lnTo>
                <a:lnTo>
                  <a:pt x="338" y="158"/>
                </a:lnTo>
                <a:lnTo>
                  <a:pt x="337" y="159"/>
                </a:lnTo>
                <a:lnTo>
                  <a:pt x="336" y="160"/>
                </a:lnTo>
                <a:lnTo>
                  <a:pt x="336" y="161"/>
                </a:lnTo>
                <a:lnTo>
                  <a:pt x="335" y="162"/>
                </a:lnTo>
                <a:lnTo>
                  <a:pt x="334" y="163"/>
                </a:lnTo>
                <a:lnTo>
                  <a:pt x="333" y="163"/>
                </a:lnTo>
                <a:lnTo>
                  <a:pt x="333" y="165"/>
                </a:lnTo>
                <a:lnTo>
                  <a:pt x="333" y="166"/>
                </a:lnTo>
                <a:lnTo>
                  <a:pt x="332" y="166"/>
                </a:lnTo>
                <a:lnTo>
                  <a:pt x="331" y="166"/>
                </a:lnTo>
                <a:lnTo>
                  <a:pt x="330" y="166"/>
                </a:lnTo>
                <a:lnTo>
                  <a:pt x="329" y="167"/>
                </a:lnTo>
                <a:lnTo>
                  <a:pt x="328" y="167"/>
                </a:lnTo>
                <a:lnTo>
                  <a:pt x="327" y="167"/>
                </a:lnTo>
                <a:lnTo>
                  <a:pt x="327" y="168"/>
                </a:lnTo>
                <a:lnTo>
                  <a:pt x="326" y="168"/>
                </a:lnTo>
                <a:lnTo>
                  <a:pt x="326" y="167"/>
                </a:lnTo>
                <a:lnTo>
                  <a:pt x="325" y="168"/>
                </a:lnTo>
                <a:lnTo>
                  <a:pt x="325" y="167"/>
                </a:lnTo>
                <a:lnTo>
                  <a:pt x="324" y="167"/>
                </a:lnTo>
                <a:lnTo>
                  <a:pt x="324" y="168"/>
                </a:lnTo>
                <a:lnTo>
                  <a:pt x="323" y="168"/>
                </a:lnTo>
                <a:lnTo>
                  <a:pt x="322" y="168"/>
                </a:lnTo>
                <a:lnTo>
                  <a:pt x="321" y="167"/>
                </a:lnTo>
                <a:lnTo>
                  <a:pt x="320" y="167"/>
                </a:lnTo>
                <a:lnTo>
                  <a:pt x="320" y="168"/>
                </a:lnTo>
                <a:lnTo>
                  <a:pt x="319" y="168"/>
                </a:lnTo>
                <a:lnTo>
                  <a:pt x="320" y="168"/>
                </a:lnTo>
                <a:lnTo>
                  <a:pt x="320" y="169"/>
                </a:lnTo>
                <a:lnTo>
                  <a:pt x="319" y="169"/>
                </a:lnTo>
                <a:lnTo>
                  <a:pt x="318" y="169"/>
                </a:lnTo>
                <a:lnTo>
                  <a:pt x="318" y="170"/>
                </a:lnTo>
                <a:lnTo>
                  <a:pt x="317" y="170"/>
                </a:lnTo>
                <a:lnTo>
                  <a:pt x="317" y="171"/>
                </a:lnTo>
                <a:lnTo>
                  <a:pt x="316" y="172"/>
                </a:lnTo>
                <a:lnTo>
                  <a:pt x="315" y="172"/>
                </a:lnTo>
                <a:lnTo>
                  <a:pt x="316" y="171"/>
                </a:lnTo>
                <a:lnTo>
                  <a:pt x="315" y="169"/>
                </a:lnTo>
                <a:lnTo>
                  <a:pt x="312" y="170"/>
                </a:lnTo>
                <a:lnTo>
                  <a:pt x="311" y="170"/>
                </a:lnTo>
                <a:lnTo>
                  <a:pt x="311" y="171"/>
                </a:lnTo>
                <a:lnTo>
                  <a:pt x="310" y="171"/>
                </a:lnTo>
                <a:lnTo>
                  <a:pt x="309" y="172"/>
                </a:lnTo>
                <a:lnTo>
                  <a:pt x="310" y="172"/>
                </a:lnTo>
                <a:lnTo>
                  <a:pt x="310" y="173"/>
                </a:lnTo>
                <a:lnTo>
                  <a:pt x="309" y="175"/>
                </a:lnTo>
                <a:lnTo>
                  <a:pt x="308" y="175"/>
                </a:lnTo>
                <a:lnTo>
                  <a:pt x="307" y="176"/>
                </a:lnTo>
                <a:lnTo>
                  <a:pt x="308" y="177"/>
                </a:lnTo>
                <a:lnTo>
                  <a:pt x="309" y="177"/>
                </a:lnTo>
                <a:lnTo>
                  <a:pt x="309" y="178"/>
                </a:lnTo>
                <a:lnTo>
                  <a:pt x="309" y="179"/>
                </a:lnTo>
                <a:lnTo>
                  <a:pt x="308" y="180"/>
                </a:lnTo>
                <a:lnTo>
                  <a:pt x="309" y="181"/>
                </a:lnTo>
                <a:lnTo>
                  <a:pt x="308" y="181"/>
                </a:lnTo>
                <a:lnTo>
                  <a:pt x="308" y="182"/>
                </a:lnTo>
                <a:lnTo>
                  <a:pt x="309" y="181"/>
                </a:lnTo>
                <a:lnTo>
                  <a:pt x="310" y="181"/>
                </a:lnTo>
                <a:lnTo>
                  <a:pt x="311" y="181"/>
                </a:lnTo>
                <a:lnTo>
                  <a:pt x="311" y="180"/>
                </a:lnTo>
                <a:lnTo>
                  <a:pt x="311" y="179"/>
                </a:lnTo>
                <a:lnTo>
                  <a:pt x="311" y="178"/>
                </a:lnTo>
                <a:lnTo>
                  <a:pt x="311" y="177"/>
                </a:lnTo>
                <a:lnTo>
                  <a:pt x="312" y="177"/>
                </a:lnTo>
                <a:lnTo>
                  <a:pt x="312" y="176"/>
                </a:lnTo>
                <a:lnTo>
                  <a:pt x="312" y="175"/>
                </a:lnTo>
                <a:lnTo>
                  <a:pt x="313" y="175"/>
                </a:lnTo>
                <a:lnTo>
                  <a:pt x="314" y="175"/>
                </a:lnTo>
                <a:lnTo>
                  <a:pt x="314" y="174"/>
                </a:lnTo>
                <a:lnTo>
                  <a:pt x="314" y="173"/>
                </a:lnTo>
                <a:lnTo>
                  <a:pt x="315" y="173"/>
                </a:lnTo>
                <a:lnTo>
                  <a:pt x="316" y="175"/>
                </a:lnTo>
                <a:lnTo>
                  <a:pt x="317" y="176"/>
                </a:lnTo>
                <a:lnTo>
                  <a:pt x="316" y="177"/>
                </a:lnTo>
                <a:lnTo>
                  <a:pt x="316" y="178"/>
                </a:lnTo>
                <a:lnTo>
                  <a:pt x="315" y="178"/>
                </a:lnTo>
                <a:lnTo>
                  <a:pt x="316" y="178"/>
                </a:lnTo>
                <a:lnTo>
                  <a:pt x="315" y="178"/>
                </a:lnTo>
                <a:lnTo>
                  <a:pt x="315" y="179"/>
                </a:lnTo>
                <a:lnTo>
                  <a:pt x="315" y="180"/>
                </a:lnTo>
                <a:lnTo>
                  <a:pt x="315" y="181"/>
                </a:lnTo>
                <a:lnTo>
                  <a:pt x="314" y="181"/>
                </a:lnTo>
                <a:lnTo>
                  <a:pt x="314" y="180"/>
                </a:lnTo>
                <a:lnTo>
                  <a:pt x="313" y="181"/>
                </a:lnTo>
                <a:lnTo>
                  <a:pt x="313" y="182"/>
                </a:lnTo>
                <a:lnTo>
                  <a:pt x="313" y="184"/>
                </a:lnTo>
                <a:lnTo>
                  <a:pt x="313" y="183"/>
                </a:lnTo>
                <a:lnTo>
                  <a:pt x="314" y="183"/>
                </a:lnTo>
                <a:lnTo>
                  <a:pt x="315" y="183"/>
                </a:lnTo>
                <a:lnTo>
                  <a:pt x="316" y="182"/>
                </a:lnTo>
                <a:lnTo>
                  <a:pt x="316" y="181"/>
                </a:lnTo>
                <a:lnTo>
                  <a:pt x="317" y="181"/>
                </a:lnTo>
                <a:lnTo>
                  <a:pt x="317" y="180"/>
                </a:lnTo>
                <a:lnTo>
                  <a:pt x="317" y="179"/>
                </a:lnTo>
                <a:lnTo>
                  <a:pt x="318" y="179"/>
                </a:lnTo>
                <a:lnTo>
                  <a:pt x="318" y="178"/>
                </a:lnTo>
                <a:lnTo>
                  <a:pt x="318" y="177"/>
                </a:lnTo>
                <a:lnTo>
                  <a:pt x="319" y="177"/>
                </a:lnTo>
                <a:lnTo>
                  <a:pt x="319" y="176"/>
                </a:lnTo>
                <a:lnTo>
                  <a:pt x="320" y="176"/>
                </a:lnTo>
                <a:lnTo>
                  <a:pt x="320" y="175"/>
                </a:lnTo>
                <a:lnTo>
                  <a:pt x="322" y="174"/>
                </a:lnTo>
                <a:lnTo>
                  <a:pt x="325" y="173"/>
                </a:lnTo>
                <a:lnTo>
                  <a:pt x="326" y="173"/>
                </a:lnTo>
                <a:lnTo>
                  <a:pt x="327" y="173"/>
                </a:lnTo>
                <a:lnTo>
                  <a:pt x="327" y="172"/>
                </a:lnTo>
                <a:lnTo>
                  <a:pt x="328" y="172"/>
                </a:lnTo>
                <a:lnTo>
                  <a:pt x="329" y="171"/>
                </a:lnTo>
                <a:lnTo>
                  <a:pt x="329" y="170"/>
                </a:lnTo>
                <a:lnTo>
                  <a:pt x="330" y="170"/>
                </a:lnTo>
                <a:lnTo>
                  <a:pt x="331" y="169"/>
                </a:lnTo>
                <a:lnTo>
                  <a:pt x="332" y="169"/>
                </a:lnTo>
                <a:lnTo>
                  <a:pt x="333" y="169"/>
                </a:lnTo>
                <a:lnTo>
                  <a:pt x="333" y="168"/>
                </a:lnTo>
                <a:lnTo>
                  <a:pt x="334" y="168"/>
                </a:lnTo>
                <a:lnTo>
                  <a:pt x="335" y="168"/>
                </a:lnTo>
                <a:lnTo>
                  <a:pt x="335" y="169"/>
                </a:lnTo>
                <a:lnTo>
                  <a:pt x="336" y="169"/>
                </a:lnTo>
                <a:lnTo>
                  <a:pt x="337" y="170"/>
                </a:lnTo>
                <a:lnTo>
                  <a:pt x="337" y="169"/>
                </a:lnTo>
                <a:lnTo>
                  <a:pt x="338" y="169"/>
                </a:lnTo>
                <a:lnTo>
                  <a:pt x="337" y="169"/>
                </a:lnTo>
                <a:lnTo>
                  <a:pt x="338" y="169"/>
                </a:lnTo>
                <a:lnTo>
                  <a:pt x="339" y="169"/>
                </a:lnTo>
                <a:lnTo>
                  <a:pt x="338" y="170"/>
                </a:lnTo>
                <a:lnTo>
                  <a:pt x="338" y="171"/>
                </a:lnTo>
                <a:lnTo>
                  <a:pt x="337" y="171"/>
                </a:lnTo>
                <a:lnTo>
                  <a:pt x="337" y="172"/>
                </a:lnTo>
                <a:lnTo>
                  <a:pt x="337" y="173"/>
                </a:lnTo>
                <a:lnTo>
                  <a:pt x="337" y="174"/>
                </a:lnTo>
                <a:lnTo>
                  <a:pt x="338" y="175"/>
                </a:lnTo>
                <a:lnTo>
                  <a:pt x="339" y="176"/>
                </a:lnTo>
                <a:lnTo>
                  <a:pt x="340" y="175"/>
                </a:lnTo>
                <a:lnTo>
                  <a:pt x="341" y="175"/>
                </a:lnTo>
                <a:lnTo>
                  <a:pt x="341" y="174"/>
                </a:lnTo>
                <a:lnTo>
                  <a:pt x="342" y="174"/>
                </a:lnTo>
                <a:lnTo>
                  <a:pt x="342" y="173"/>
                </a:lnTo>
                <a:lnTo>
                  <a:pt x="343" y="173"/>
                </a:lnTo>
                <a:lnTo>
                  <a:pt x="343" y="172"/>
                </a:lnTo>
                <a:lnTo>
                  <a:pt x="342" y="172"/>
                </a:lnTo>
                <a:lnTo>
                  <a:pt x="343" y="171"/>
                </a:lnTo>
                <a:lnTo>
                  <a:pt x="343" y="170"/>
                </a:lnTo>
                <a:lnTo>
                  <a:pt x="344" y="169"/>
                </a:lnTo>
                <a:lnTo>
                  <a:pt x="345" y="169"/>
                </a:lnTo>
                <a:lnTo>
                  <a:pt x="345" y="168"/>
                </a:lnTo>
                <a:lnTo>
                  <a:pt x="344" y="168"/>
                </a:lnTo>
                <a:lnTo>
                  <a:pt x="343" y="167"/>
                </a:lnTo>
                <a:lnTo>
                  <a:pt x="341" y="167"/>
                </a:lnTo>
                <a:lnTo>
                  <a:pt x="340" y="167"/>
                </a:lnTo>
                <a:lnTo>
                  <a:pt x="340" y="168"/>
                </a:lnTo>
                <a:lnTo>
                  <a:pt x="339" y="168"/>
                </a:lnTo>
                <a:lnTo>
                  <a:pt x="339" y="167"/>
                </a:lnTo>
                <a:lnTo>
                  <a:pt x="338" y="167"/>
                </a:lnTo>
                <a:lnTo>
                  <a:pt x="338" y="168"/>
                </a:lnTo>
                <a:lnTo>
                  <a:pt x="337" y="168"/>
                </a:lnTo>
                <a:lnTo>
                  <a:pt x="336" y="168"/>
                </a:lnTo>
                <a:lnTo>
                  <a:pt x="336" y="167"/>
                </a:lnTo>
                <a:lnTo>
                  <a:pt x="336" y="166"/>
                </a:lnTo>
                <a:lnTo>
                  <a:pt x="337" y="166"/>
                </a:lnTo>
                <a:lnTo>
                  <a:pt x="337" y="165"/>
                </a:lnTo>
                <a:lnTo>
                  <a:pt x="338" y="165"/>
                </a:lnTo>
                <a:lnTo>
                  <a:pt x="339" y="165"/>
                </a:lnTo>
                <a:lnTo>
                  <a:pt x="339" y="164"/>
                </a:lnTo>
                <a:lnTo>
                  <a:pt x="339" y="163"/>
                </a:lnTo>
                <a:lnTo>
                  <a:pt x="340" y="163"/>
                </a:lnTo>
                <a:lnTo>
                  <a:pt x="340" y="162"/>
                </a:lnTo>
                <a:lnTo>
                  <a:pt x="341" y="162"/>
                </a:lnTo>
                <a:lnTo>
                  <a:pt x="343" y="161"/>
                </a:lnTo>
                <a:lnTo>
                  <a:pt x="344" y="160"/>
                </a:lnTo>
                <a:lnTo>
                  <a:pt x="346" y="160"/>
                </a:lnTo>
                <a:lnTo>
                  <a:pt x="347" y="160"/>
                </a:lnTo>
                <a:lnTo>
                  <a:pt x="346" y="160"/>
                </a:lnTo>
                <a:lnTo>
                  <a:pt x="347" y="160"/>
                </a:lnTo>
                <a:lnTo>
                  <a:pt x="348" y="160"/>
                </a:lnTo>
                <a:lnTo>
                  <a:pt x="349" y="160"/>
                </a:lnTo>
                <a:lnTo>
                  <a:pt x="350" y="160"/>
                </a:lnTo>
                <a:lnTo>
                  <a:pt x="351" y="159"/>
                </a:lnTo>
                <a:lnTo>
                  <a:pt x="351" y="158"/>
                </a:lnTo>
                <a:lnTo>
                  <a:pt x="352" y="158"/>
                </a:lnTo>
                <a:lnTo>
                  <a:pt x="353" y="158"/>
                </a:lnTo>
                <a:lnTo>
                  <a:pt x="353" y="159"/>
                </a:lnTo>
                <a:lnTo>
                  <a:pt x="354" y="159"/>
                </a:lnTo>
                <a:lnTo>
                  <a:pt x="354" y="158"/>
                </a:lnTo>
                <a:lnTo>
                  <a:pt x="355" y="159"/>
                </a:lnTo>
                <a:lnTo>
                  <a:pt x="355" y="160"/>
                </a:lnTo>
                <a:lnTo>
                  <a:pt x="356" y="160"/>
                </a:lnTo>
                <a:lnTo>
                  <a:pt x="357" y="161"/>
                </a:lnTo>
                <a:lnTo>
                  <a:pt x="356" y="161"/>
                </a:lnTo>
                <a:lnTo>
                  <a:pt x="357" y="162"/>
                </a:lnTo>
                <a:lnTo>
                  <a:pt x="357" y="163"/>
                </a:lnTo>
                <a:lnTo>
                  <a:pt x="357" y="162"/>
                </a:lnTo>
                <a:lnTo>
                  <a:pt x="358" y="162"/>
                </a:lnTo>
                <a:lnTo>
                  <a:pt x="358" y="163"/>
                </a:lnTo>
                <a:lnTo>
                  <a:pt x="358" y="164"/>
                </a:lnTo>
                <a:lnTo>
                  <a:pt x="357" y="164"/>
                </a:lnTo>
                <a:lnTo>
                  <a:pt x="357" y="165"/>
                </a:lnTo>
                <a:lnTo>
                  <a:pt x="357" y="166"/>
                </a:lnTo>
                <a:lnTo>
                  <a:pt x="357" y="167"/>
                </a:lnTo>
                <a:lnTo>
                  <a:pt x="358" y="167"/>
                </a:lnTo>
                <a:lnTo>
                  <a:pt x="357" y="168"/>
                </a:lnTo>
                <a:lnTo>
                  <a:pt x="355" y="171"/>
                </a:lnTo>
                <a:lnTo>
                  <a:pt x="355" y="172"/>
                </a:lnTo>
                <a:lnTo>
                  <a:pt x="355" y="175"/>
                </a:lnTo>
                <a:lnTo>
                  <a:pt x="356" y="175"/>
                </a:lnTo>
                <a:lnTo>
                  <a:pt x="356" y="176"/>
                </a:lnTo>
                <a:lnTo>
                  <a:pt x="357" y="176"/>
                </a:lnTo>
                <a:lnTo>
                  <a:pt x="358" y="177"/>
                </a:lnTo>
                <a:lnTo>
                  <a:pt x="358" y="178"/>
                </a:lnTo>
                <a:lnTo>
                  <a:pt x="357" y="178"/>
                </a:lnTo>
                <a:lnTo>
                  <a:pt x="357" y="177"/>
                </a:lnTo>
                <a:lnTo>
                  <a:pt x="356" y="178"/>
                </a:lnTo>
                <a:lnTo>
                  <a:pt x="357" y="178"/>
                </a:lnTo>
                <a:lnTo>
                  <a:pt x="357" y="179"/>
                </a:lnTo>
                <a:lnTo>
                  <a:pt x="356" y="179"/>
                </a:lnTo>
                <a:lnTo>
                  <a:pt x="356" y="180"/>
                </a:lnTo>
                <a:lnTo>
                  <a:pt x="355" y="180"/>
                </a:lnTo>
                <a:lnTo>
                  <a:pt x="356" y="180"/>
                </a:lnTo>
                <a:lnTo>
                  <a:pt x="356" y="181"/>
                </a:lnTo>
                <a:lnTo>
                  <a:pt x="353" y="183"/>
                </a:lnTo>
                <a:lnTo>
                  <a:pt x="353" y="184"/>
                </a:lnTo>
                <a:lnTo>
                  <a:pt x="352" y="184"/>
                </a:lnTo>
                <a:lnTo>
                  <a:pt x="352" y="185"/>
                </a:lnTo>
                <a:lnTo>
                  <a:pt x="352" y="186"/>
                </a:lnTo>
                <a:lnTo>
                  <a:pt x="352" y="187"/>
                </a:lnTo>
                <a:lnTo>
                  <a:pt x="353" y="188"/>
                </a:lnTo>
                <a:lnTo>
                  <a:pt x="353" y="189"/>
                </a:lnTo>
                <a:lnTo>
                  <a:pt x="354" y="189"/>
                </a:lnTo>
                <a:lnTo>
                  <a:pt x="353" y="190"/>
                </a:lnTo>
                <a:lnTo>
                  <a:pt x="352" y="191"/>
                </a:lnTo>
                <a:lnTo>
                  <a:pt x="352" y="192"/>
                </a:lnTo>
                <a:lnTo>
                  <a:pt x="352" y="193"/>
                </a:lnTo>
                <a:lnTo>
                  <a:pt x="352" y="194"/>
                </a:lnTo>
                <a:lnTo>
                  <a:pt x="354" y="194"/>
                </a:lnTo>
                <a:lnTo>
                  <a:pt x="355" y="195"/>
                </a:lnTo>
                <a:lnTo>
                  <a:pt x="356" y="195"/>
                </a:lnTo>
                <a:lnTo>
                  <a:pt x="357" y="195"/>
                </a:lnTo>
                <a:lnTo>
                  <a:pt x="357" y="194"/>
                </a:lnTo>
                <a:lnTo>
                  <a:pt x="358" y="194"/>
                </a:lnTo>
                <a:lnTo>
                  <a:pt x="358" y="195"/>
                </a:lnTo>
                <a:lnTo>
                  <a:pt x="358" y="196"/>
                </a:lnTo>
                <a:lnTo>
                  <a:pt x="357" y="196"/>
                </a:lnTo>
                <a:lnTo>
                  <a:pt x="356" y="196"/>
                </a:lnTo>
                <a:lnTo>
                  <a:pt x="356" y="197"/>
                </a:lnTo>
                <a:lnTo>
                  <a:pt x="356" y="198"/>
                </a:lnTo>
                <a:lnTo>
                  <a:pt x="355" y="198"/>
                </a:lnTo>
                <a:lnTo>
                  <a:pt x="355" y="199"/>
                </a:lnTo>
                <a:lnTo>
                  <a:pt x="356" y="199"/>
                </a:lnTo>
                <a:lnTo>
                  <a:pt x="356" y="201"/>
                </a:lnTo>
                <a:lnTo>
                  <a:pt x="356" y="202"/>
                </a:lnTo>
                <a:lnTo>
                  <a:pt x="356" y="203"/>
                </a:lnTo>
                <a:lnTo>
                  <a:pt x="355" y="203"/>
                </a:lnTo>
                <a:lnTo>
                  <a:pt x="355" y="202"/>
                </a:lnTo>
                <a:lnTo>
                  <a:pt x="355" y="201"/>
                </a:lnTo>
                <a:lnTo>
                  <a:pt x="354" y="201"/>
                </a:lnTo>
                <a:lnTo>
                  <a:pt x="354" y="202"/>
                </a:lnTo>
                <a:lnTo>
                  <a:pt x="354" y="203"/>
                </a:lnTo>
                <a:lnTo>
                  <a:pt x="354" y="204"/>
                </a:lnTo>
                <a:lnTo>
                  <a:pt x="353" y="204"/>
                </a:lnTo>
                <a:lnTo>
                  <a:pt x="353" y="205"/>
                </a:lnTo>
                <a:lnTo>
                  <a:pt x="352" y="205"/>
                </a:lnTo>
                <a:lnTo>
                  <a:pt x="351" y="205"/>
                </a:lnTo>
                <a:lnTo>
                  <a:pt x="350" y="205"/>
                </a:lnTo>
                <a:lnTo>
                  <a:pt x="349" y="206"/>
                </a:lnTo>
                <a:lnTo>
                  <a:pt x="348" y="207"/>
                </a:lnTo>
                <a:lnTo>
                  <a:pt x="347" y="207"/>
                </a:lnTo>
                <a:lnTo>
                  <a:pt x="346" y="207"/>
                </a:lnTo>
                <a:lnTo>
                  <a:pt x="346" y="208"/>
                </a:lnTo>
                <a:lnTo>
                  <a:pt x="345" y="208"/>
                </a:lnTo>
                <a:lnTo>
                  <a:pt x="344" y="208"/>
                </a:lnTo>
                <a:lnTo>
                  <a:pt x="343" y="208"/>
                </a:lnTo>
                <a:lnTo>
                  <a:pt x="342" y="208"/>
                </a:lnTo>
                <a:lnTo>
                  <a:pt x="341" y="208"/>
                </a:lnTo>
                <a:lnTo>
                  <a:pt x="340" y="207"/>
                </a:lnTo>
                <a:lnTo>
                  <a:pt x="339" y="207"/>
                </a:lnTo>
                <a:lnTo>
                  <a:pt x="339" y="206"/>
                </a:lnTo>
                <a:lnTo>
                  <a:pt x="340" y="204"/>
                </a:lnTo>
                <a:lnTo>
                  <a:pt x="340" y="201"/>
                </a:lnTo>
                <a:lnTo>
                  <a:pt x="340" y="199"/>
                </a:lnTo>
                <a:lnTo>
                  <a:pt x="341" y="198"/>
                </a:lnTo>
                <a:lnTo>
                  <a:pt x="341" y="197"/>
                </a:lnTo>
                <a:lnTo>
                  <a:pt x="340" y="197"/>
                </a:lnTo>
                <a:lnTo>
                  <a:pt x="340" y="196"/>
                </a:lnTo>
                <a:lnTo>
                  <a:pt x="341" y="194"/>
                </a:lnTo>
                <a:lnTo>
                  <a:pt x="341" y="193"/>
                </a:lnTo>
                <a:lnTo>
                  <a:pt x="341" y="192"/>
                </a:lnTo>
                <a:lnTo>
                  <a:pt x="342" y="192"/>
                </a:lnTo>
                <a:lnTo>
                  <a:pt x="342" y="191"/>
                </a:lnTo>
                <a:lnTo>
                  <a:pt x="342" y="192"/>
                </a:lnTo>
                <a:lnTo>
                  <a:pt x="343" y="192"/>
                </a:lnTo>
                <a:lnTo>
                  <a:pt x="343" y="191"/>
                </a:lnTo>
                <a:lnTo>
                  <a:pt x="344" y="190"/>
                </a:lnTo>
                <a:lnTo>
                  <a:pt x="344" y="191"/>
                </a:lnTo>
                <a:lnTo>
                  <a:pt x="344" y="190"/>
                </a:lnTo>
                <a:lnTo>
                  <a:pt x="343" y="190"/>
                </a:lnTo>
                <a:lnTo>
                  <a:pt x="342" y="189"/>
                </a:lnTo>
                <a:lnTo>
                  <a:pt x="341" y="190"/>
                </a:lnTo>
                <a:lnTo>
                  <a:pt x="341" y="191"/>
                </a:lnTo>
                <a:lnTo>
                  <a:pt x="340" y="191"/>
                </a:lnTo>
                <a:lnTo>
                  <a:pt x="340" y="190"/>
                </a:lnTo>
                <a:lnTo>
                  <a:pt x="340" y="189"/>
                </a:lnTo>
                <a:lnTo>
                  <a:pt x="341" y="189"/>
                </a:lnTo>
                <a:lnTo>
                  <a:pt x="340" y="189"/>
                </a:lnTo>
                <a:lnTo>
                  <a:pt x="340" y="188"/>
                </a:lnTo>
                <a:lnTo>
                  <a:pt x="341" y="188"/>
                </a:lnTo>
                <a:lnTo>
                  <a:pt x="341" y="189"/>
                </a:lnTo>
                <a:lnTo>
                  <a:pt x="341" y="188"/>
                </a:lnTo>
                <a:lnTo>
                  <a:pt x="341" y="187"/>
                </a:lnTo>
                <a:lnTo>
                  <a:pt x="340" y="187"/>
                </a:lnTo>
                <a:lnTo>
                  <a:pt x="340" y="186"/>
                </a:lnTo>
                <a:lnTo>
                  <a:pt x="341" y="186"/>
                </a:lnTo>
                <a:lnTo>
                  <a:pt x="342" y="185"/>
                </a:lnTo>
                <a:lnTo>
                  <a:pt x="341" y="185"/>
                </a:lnTo>
                <a:lnTo>
                  <a:pt x="340" y="186"/>
                </a:lnTo>
                <a:lnTo>
                  <a:pt x="339" y="186"/>
                </a:lnTo>
                <a:lnTo>
                  <a:pt x="338" y="187"/>
                </a:lnTo>
                <a:lnTo>
                  <a:pt x="339" y="187"/>
                </a:lnTo>
                <a:lnTo>
                  <a:pt x="339" y="188"/>
                </a:lnTo>
                <a:lnTo>
                  <a:pt x="340" y="188"/>
                </a:lnTo>
                <a:lnTo>
                  <a:pt x="340" y="189"/>
                </a:lnTo>
                <a:lnTo>
                  <a:pt x="339" y="189"/>
                </a:lnTo>
                <a:lnTo>
                  <a:pt x="339" y="190"/>
                </a:lnTo>
                <a:lnTo>
                  <a:pt x="340" y="191"/>
                </a:lnTo>
                <a:lnTo>
                  <a:pt x="339" y="191"/>
                </a:lnTo>
                <a:lnTo>
                  <a:pt x="339" y="192"/>
                </a:lnTo>
                <a:lnTo>
                  <a:pt x="339" y="193"/>
                </a:lnTo>
                <a:lnTo>
                  <a:pt x="339" y="194"/>
                </a:lnTo>
                <a:lnTo>
                  <a:pt x="339" y="195"/>
                </a:lnTo>
                <a:lnTo>
                  <a:pt x="339" y="196"/>
                </a:lnTo>
                <a:lnTo>
                  <a:pt x="339" y="198"/>
                </a:lnTo>
                <a:lnTo>
                  <a:pt x="338" y="202"/>
                </a:lnTo>
                <a:lnTo>
                  <a:pt x="338" y="203"/>
                </a:lnTo>
                <a:lnTo>
                  <a:pt x="337" y="203"/>
                </a:lnTo>
                <a:lnTo>
                  <a:pt x="337" y="205"/>
                </a:lnTo>
                <a:lnTo>
                  <a:pt x="337" y="206"/>
                </a:lnTo>
                <a:lnTo>
                  <a:pt x="337" y="207"/>
                </a:lnTo>
                <a:lnTo>
                  <a:pt x="337" y="208"/>
                </a:lnTo>
                <a:lnTo>
                  <a:pt x="337" y="209"/>
                </a:lnTo>
                <a:lnTo>
                  <a:pt x="336" y="209"/>
                </a:lnTo>
                <a:lnTo>
                  <a:pt x="335" y="210"/>
                </a:lnTo>
                <a:lnTo>
                  <a:pt x="334" y="210"/>
                </a:lnTo>
                <a:lnTo>
                  <a:pt x="333" y="211"/>
                </a:lnTo>
                <a:lnTo>
                  <a:pt x="332" y="211"/>
                </a:lnTo>
                <a:lnTo>
                  <a:pt x="331" y="211"/>
                </a:lnTo>
                <a:lnTo>
                  <a:pt x="331" y="210"/>
                </a:lnTo>
                <a:lnTo>
                  <a:pt x="330" y="210"/>
                </a:lnTo>
                <a:lnTo>
                  <a:pt x="330" y="209"/>
                </a:lnTo>
                <a:lnTo>
                  <a:pt x="329" y="209"/>
                </a:lnTo>
                <a:lnTo>
                  <a:pt x="329" y="208"/>
                </a:lnTo>
                <a:lnTo>
                  <a:pt x="328" y="208"/>
                </a:lnTo>
                <a:lnTo>
                  <a:pt x="327" y="206"/>
                </a:lnTo>
                <a:lnTo>
                  <a:pt x="326" y="206"/>
                </a:lnTo>
                <a:lnTo>
                  <a:pt x="325" y="205"/>
                </a:lnTo>
                <a:lnTo>
                  <a:pt x="325" y="203"/>
                </a:lnTo>
                <a:lnTo>
                  <a:pt x="324" y="203"/>
                </a:lnTo>
                <a:lnTo>
                  <a:pt x="324" y="201"/>
                </a:lnTo>
                <a:lnTo>
                  <a:pt x="323" y="201"/>
                </a:lnTo>
                <a:lnTo>
                  <a:pt x="323" y="199"/>
                </a:lnTo>
                <a:lnTo>
                  <a:pt x="323" y="198"/>
                </a:lnTo>
                <a:lnTo>
                  <a:pt x="323" y="197"/>
                </a:lnTo>
                <a:lnTo>
                  <a:pt x="323" y="196"/>
                </a:lnTo>
                <a:lnTo>
                  <a:pt x="322" y="196"/>
                </a:lnTo>
                <a:lnTo>
                  <a:pt x="322" y="197"/>
                </a:lnTo>
                <a:lnTo>
                  <a:pt x="321" y="197"/>
                </a:lnTo>
                <a:lnTo>
                  <a:pt x="320" y="197"/>
                </a:lnTo>
                <a:lnTo>
                  <a:pt x="320" y="196"/>
                </a:lnTo>
                <a:lnTo>
                  <a:pt x="319" y="196"/>
                </a:lnTo>
                <a:lnTo>
                  <a:pt x="318" y="195"/>
                </a:lnTo>
                <a:lnTo>
                  <a:pt x="317" y="195"/>
                </a:lnTo>
                <a:lnTo>
                  <a:pt x="316" y="195"/>
                </a:lnTo>
                <a:lnTo>
                  <a:pt x="316" y="196"/>
                </a:lnTo>
                <a:lnTo>
                  <a:pt x="315" y="196"/>
                </a:lnTo>
                <a:lnTo>
                  <a:pt x="316" y="196"/>
                </a:lnTo>
                <a:lnTo>
                  <a:pt x="317" y="196"/>
                </a:lnTo>
                <a:lnTo>
                  <a:pt x="317" y="195"/>
                </a:lnTo>
                <a:lnTo>
                  <a:pt x="318" y="196"/>
                </a:lnTo>
                <a:lnTo>
                  <a:pt x="318" y="197"/>
                </a:lnTo>
                <a:lnTo>
                  <a:pt x="319" y="197"/>
                </a:lnTo>
                <a:lnTo>
                  <a:pt x="320" y="198"/>
                </a:lnTo>
                <a:lnTo>
                  <a:pt x="321" y="198"/>
                </a:lnTo>
                <a:lnTo>
                  <a:pt x="321" y="199"/>
                </a:lnTo>
                <a:lnTo>
                  <a:pt x="321" y="201"/>
                </a:lnTo>
                <a:lnTo>
                  <a:pt x="321" y="202"/>
                </a:lnTo>
                <a:lnTo>
                  <a:pt x="320" y="202"/>
                </a:lnTo>
                <a:lnTo>
                  <a:pt x="320" y="201"/>
                </a:lnTo>
                <a:lnTo>
                  <a:pt x="319" y="201"/>
                </a:lnTo>
                <a:lnTo>
                  <a:pt x="318" y="202"/>
                </a:lnTo>
                <a:lnTo>
                  <a:pt x="317" y="202"/>
                </a:lnTo>
                <a:lnTo>
                  <a:pt x="317" y="203"/>
                </a:lnTo>
                <a:lnTo>
                  <a:pt x="316" y="204"/>
                </a:lnTo>
                <a:lnTo>
                  <a:pt x="316" y="205"/>
                </a:lnTo>
                <a:lnTo>
                  <a:pt x="317" y="205"/>
                </a:lnTo>
                <a:lnTo>
                  <a:pt x="317" y="206"/>
                </a:lnTo>
                <a:lnTo>
                  <a:pt x="318" y="207"/>
                </a:lnTo>
                <a:lnTo>
                  <a:pt x="319" y="207"/>
                </a:lnTo>
                <a:lnTo>
                  <a:pt x="320" y="207"/>
                </a:lnTo>
                <a:lnTo>
                  <a:pt x="321" y="207"/>
                </a:lnTo>
                <a:lnTo>
                  <a:pt x="320" y="208"/>
                </a:lnTo>
                <a:lnTo>
                  <a:pt x="321" y="209"/>
                </a:lnTo>
                <a:lnTo>
                  <a:pt x="322" y="208"/>
                </a:lnTo>
                <a:lnTo>
                  <a:pt x="322" y="209"/>
                </a:lnTo>
                <a:lnTo>
                  <a:pt x="323" y="209"/>
                </a:lnTo>
                <a:lnTo>
                  <a:pt x="323" y="210"/>
                </a:lnTo>
                <a:lnTo>
                  <a:pt x="320" y="211"/>
                </a:lnTo>
                <a:lnTo>
                  <a:pt x="318" y="210"/>
                </a:lnTo>
                <a:lnTo>
                  <a:pt x="317" y="210"/>
                </a:lnTo>
                <a:lnTo>
                  <a:pt x="315" y="209"/>
                </a:lnTo>
                <a:lnTo>
                  <a:pt x="314" y="209"/>
                </a:lnTo>
                <a:lnTo>
                  <a:pt x="314" y="208"/>
                </a:lnTo>
                <a:lnTo>
                  <a:pt x="313" y="208"/>
                </a:lnTo>
                <a:lnTo>
                  <a:pt x="313" y="207"/>
                </a:lnTo>
                <a:lnTo>
                  <a:pt x="313" y="208"/>
                </a:lnTo>
                <a:lnTo>
                  <a:pt x="313" y="207"/>
                </a:lnTo>
                <a:lnTo>
                  <a:pt x="312" y="208"/>
                </a:lnTo>
                <a:lnTo>
                  <a:pt x="312" y="209"/>
                </a:lnTo>
                <a:lnTo>
                  <a:pt x="311" y="208"/>
                </a:lnTo>
                <a:lnTo>
                  <a:pt x="311" y="209"/>
                </a:lnTo>
                <a:lnTo>
                  <a:pt x="310" y="208"/>
                </a:lnTo>
                <a:lnTo>
                  <a:pt x="310" y="207"/>
                </a:lnTo>
                <a:lnTo>
                  <a:pt x="309" y="207"/>
                </a:lnTo>
                <a:lnTo>
                  <a:pt x="308" y="208"/>
                </a:lnTo>
                <a:lnTo>
                  <a:pt x="309" y="208"/>
                </a:lnTo>
                <a:lnTo>
                  <a:pt x="310" y="209"/>
                </a:lnTo>
                <a:lnTo>
                  <a:pt x="310" y="210"/>
                </a:lnTo>
                <a:lnTo>
                  <a:pt x="311" y="210"/>
                </a:lnTo>
                <a:lnTo>
                  <a:pt x="313" y="210"/>
                </a:lnTo>
                <a:lnTo>
                  <a:pt x="314" y="210"/>
                </a:lnTo>
                <a:lnTo>
                  <a:pt x="314" y="212"/>
                </a:lnTo>
                <a:lnTo>
                  <a:pt x="315" y="212"/>
                </a:lnTo>
                <a:lnTo>
                  <a:pt x="316" y="212"/>
                </a:lnTo>
                <a:lnTo>
                  <a:pt x="317" y="212"/>
                </a:lnTo>
                <a:lnTo>
                  <a:pt x="318" y="212"/>
                </a:lnTo>
                <a:lnTo>
                  <a:pt x="319" y="213"/>
                </a:lnTo>
                <a:lnTo>
                  <a:pt x="320" y="213"/>
                </a:lnTo>
                <a:lnTo>
                  <a:pt x="320" y="212"/>
                </a:lnTo>
                <a:lnTo>
                  <a:pt x="321" y="212"/>
                </a:lnTo>
                <a:lnTo>
                  <a:pt x="321" y="213"/>
                </a:lnTo>
                <a:lnTo>
                  <a:pt x="322" y="213"/>
                </a:lnTo>
                <a:lnTo>
                  <a:pt x="323" y="213"/>
                </a:lnTo>
                <a:lnTo>
                  <a:pt x="324" y="214"/>
                </a:lnTo>
                <a:lnTo>
                  <a:pt x="325" y="214"/>
                </a:lnTo>
                <a:lnTo>
                  <a:pt x="326" y="214"/>
                </a:lnTo>
                <a:lnTo>
                  <a:pt x="327" y="214"/>
                </a:lnTo>
                <a:lnTo>
                  <a:pt x="327" y="215"/>
                </a:lnTo>
                <a:lnTo>
                  <a:pt x="326" y="215"/>
                </a:lnTo>
                <a:lnTo>
                  <a:pt x="325" y="216"/>
                </a:lnTo>
                <a:lnTo>
                  <a:pt x="325" y="217"/>
                </a:lnTo>
                <a:lnTo>
                  <a:pt x="326" y="217"/>
                </a:lnTo>
                <a:lnTo>
                  <a:pt x="326" y="218"/>
                </a:lnTo>
                <a:lnTo>
                  <a:pt x="326" y="219"/>
                </a:lnTo>
                <a:lnTo>
                  <a:pt x="326" y="220"/>
                </a:lnTo>
                <a:lnTo>
                  <a:pt x="324" y="220"/>
                </a:lnTo>
                <a:lnTo>
                  <a:pt x="323" y="220"/>
                </a:lnTo>
                <a:lnTo>
                  <a:pt x="322" y="220"/>
                </a:lnTo>
                <a:lnTo>
                  <a:pt x="321" y="219"/>
                </a:lnTo>
                <a:lnTo>
                  <a:pt x="319" y="219"/>
                </a:lnTo>
                <a:lnTo>
                  <a:pt x="318" y="219"/>
                </a:lnTo>
                <a:lnTo>
                  <a:pt x="317" y="220"/>
                </a:lnTo>
                <a:lnTo>
                  <a:pt x="318" y="221"/>
                </a:lnTo>
                <a:lnTo>
                  <a:pt x="317" y="222"/>
                </a:lnTo>
                <a:lnTo>
                  <a:pt x="317" y="223"/>
                </a:lnTo>
                <a:lnTo>
                  <a:pt x="317" y="224"/>
                </a:lnTo>
                <a:lnTo>
                  <a:pt x="319" y="223"/>
                </a:lnTo>
                <a:lnTo>
                  <a:pt x="318" y="222"/>
                </a:lnTo>
                <a:lnTo>
                  <a:pt x="318" y="220"/>
                </a:lnTo>
                <a:lnTo>
                  <a:pt x="319" y="220"/>
                </a:lnTo>
                <a:lnTo>
                  <a:pt x="319" y="219"/>
                </a:lnTo>
                <a:lnTo>
                  <a:pt x="320" y="219"/>
                </a:lnTo>
                <a:lnTo>
                  <a:pt x="321" y="220"/>
                </a:lnTo>
                <a:lnTo>
                  <a:pt x="321" y="221"/>
                </a:lnTo>
                <a:lnTo>
                  <a:pt x="322" y="221"/>
                </a:lnTo>
                <a:lnTo>
                  <a:pt x="323" y="221"/>
                </a:lnTo>
                <a:lnTo>
                  <a:pt x="324" y="220"/>
                </a:lnTo>
                <a:lnTo>
                  <a:pt x="325" y="221"/>
                </a:lnTo>
                <a:lnTo>
                  <a:pt x="326" y="221"/>
                </a:lnTo>
                <a:lnTo>
                  <a:pt x="326" y="220"/>
                </a:lnTo>
                <a:lnTo>
                  <a:pt x="327" y="220"/>
                </a:lnTo>
                <a:lnTo>
                  <a:pt x="327" y="219"/>
                </a:lnTo>
                <a:lnTo>
                  <a:pt x="328" y="219"/>
                </a:lnTo>
                <a:lnTo>
                  <a:pt x="329" y="219"/>
                </a:lnTo>
                <a:lnTo>
                  <a:pt x="329" y="220"/>
                </a:lnTo>
                <a:lnTo>
                  <a:pt x="330" y="220"/>
                </a:lnTo>
                <a:lnTo>
                  <a:pt x="330" y="221"/>
                </a:lnTo>
                <a:lnTo>
                  <a:pt x="330" y="222"/>
                </a:lnTo>
                <a:lnTo>
                  <a:pt x="331" y="222"/>
                </a:lnTo>
                <a:lnTo>
                  <a:pt x="330" y="222"/>
                </a:lnTo>
                <a:lnTo>
                  <a:pt x="331" y="223"/>
                </a:lnTo>
                <a:lnTo>
                  <a:pt x="331" y="222"/>
                </a:lnTo>
                <a:lnTo>
                  <a:pt x="332" y="222"/>
                </a:lnTo>
                <a:lnTo>
                  <a:pt x="332" y="223"/>
                </a:lnTo>
                <a:lnTo>
                  <a:pt x="331" y="223"/>
                </a:lnTo>
                <a:lnTo>
                  <a:pt x="330" y="223"/>
                </a:lnTo>
                <a:lnTo>
                  <a:pt x="330" y="224"/>
                </a:lnTo>
                <a:lnTo>
                  <a:pt x="330" y="226"/>
                </a:lnTo>
                <a:lnTo>
                  <a:pt x="329" y="226"/>
                </a:lnTo>
                <a:lnTo>
                  <a:pt x="329" y="227"/>
                </a:lnTo>
                <a:lnTo>
                  <a:pt x="330" y="228"/>
                </a:lnTo>
                <a:lnTo>
                  <a:pt x="331" y="228"/>
                </a:lnTo>
                <a:lnTo>
                  <a:pt x="331" y="227"/>
                </a:lnTo>
                <a:lnTo>
                  <a:pt x="332" y="228"/>
                </a:lnTo>
                <a:lnTo>
                  <a:pt x="332" y="229"/>
                </a:lnTo>
                <a:lnTo>
                  <a:pt x="333" y="229"/>
                </a:lnTo>
                <a:lnTo>
                  <a:pt x="332" y="229"/>
                </a:lnTo>
                <a:lnTo>
                  <a:pt x="332" y="230"/>
                </a:lnTo>
                <a:lnTo>
                  <a:pt x="333" y="230"/>
                </a:lnTo>
                <a:lnTo>
                  <a:pt x="334" y="230"/>
                </a:lnTo>
                <a:lnTo>
                  <a:pt x="334" y="231"/>
                </a:lnTo>
                <a:lnTo>
                  <a:pt x="333" y="231"/>
                </a:lnTo>
                <a:lnTo>
                  <a:pt x="333" y="232"/>
                </a:lnTo>
                <a:lnTo>
                  <a:pt x="332" y="232"/>
                </a:lnTo>
                <a:lnTo>
                  <a:pt x="332" y="233"/>
                </a:lnTo>
                <a:lnTo>
                  <a:pt x="331" y="233"/>
                </a:lnTo>
                <a:lnTo>
                  <a:pt x="330" y="233"/>
                </a:lnTo>
                <a:lnTo>
                  <a:pt x="330" y="234"/>
                </a:lnTo>
                <a:lnTo>
                  <a:pt x="329" y="234"/>
                </a:lnTo>
                <a:lnTo>
                  <a:pt x="328" y="234"/>
                </a:lnTo>
                <a:lnTo>
                  <a:pt x="327" y="234"/>
                </a:lnTo>
                <a:lnTo>
                  <a:pt x="326" y="234"/>
                </a:lnTo>
                <a:lnTo>
                  <a:pt x="324" y="233"/>
                </a:lnTo>
                <a:lnTo>
                  <a:pt x="323" y="232"/>
                </a:lnTo>
                <a:lnTo>
                  <a:pt x="322" y="232"/>
                </a:lnTo>
                <a:lnTo>
                  <a:pt x="321" y="232"/>
                </a:lnTo>
                <a:lnTo>
                  <a:pt x="320" y="231"/>
                </a:lnTo>
                <a:lnTo>
                  <a:pt x="319" y="231"/>
                </a:lnTo>
                <a:lnTo>
                  <a:pt x="319" y="230"/>
                </a:lnTo>
                <a:lnTo>
                  <a:pt x="318" y="229"/>
                </a:lnTo>
                <a:lnTo>
                  <a:pt x="317" y="229"/>
                </a:lnTo>
                <a:lnTo>
                  <a:pt x="316" y="230"/>
                </a:lnTo>
                <a:lnTo>
                  <a:pt x="315" y="231"/>
                </a:lnTo>
                <a:lnTo>
                  <a:pt x="316" y="231"/>
                </a:lnTo>
                <a:lnTo>
                  <a:pt x="317" y="231"/>
                </a:lnTo>
                <a:lnTo>
                  <a:pt x="318" y="231"/>
                </a:lnTo>
                <a:lnTo>
                  <a:pt x="318" y="232"/>
                </a:lnTo>
                <a:lnTo>
                  <a:pt x="319" y="232"/>
                </a:lnTo>
                <a:lnTo>
                  <a:pt x="318" y="232"/>
                </a:lnTo>
                <a:lnTo>
                  <a:pt x="318" y="234"/>
                </a:lnTo>
                <a:lnTo>
                  <a:pt x="320" y="234"/>
                </a:lnTo>
                <a:lnTo>
                  <a:pt x="321" y="234"/>
                </a:lnTo>
                <a:lnTo>
                  <a:pt x="322" y="234"/>
                </a:lnTo>
                <a:lnTo>
                  <a:pt x="322" y="235"/>
                </a:lnTo>
                <a:lnTo>
                  <a:pt x="323" y="235"/>
                </a:lnTo>
                <a:lnTo>
                  <a:pt x="325" y="235"/>
                </a:lnTo>
                <a:lnTo>
                  <a:pt x="326" y="235"/>
                </a:lnTo>
                <a:lnTo>
                  <a:pt x="326" y="236"/>
                </a:lnTo>
                <a:lnTo>
                  <a:pt x="327" y="236"/>
                </a:lnTo>
                <a:lnTo>
                  <a:pt x="327" y="237"/>
                </a:lnTo>
                <a:lnTo>
                  <a:pt x="327" y="238"/>
                </a:lnTo>
                <a:lnTo>
                  <a:pt x="327" y="239"/>
                </a:lnTo>
                <a:lnTo>
                  <a:pt x="328" y="239"/>
                </a:lnTo>
                <a:lnTo>
                  <a:pt x="329" y="239"/>
                </a:lnTo>
                <a:lnTo>
                  <a:pt x="330" y="239"/>
                </a:lnTo>
                <a:lnTo>
                  <a:pt x="329" y="240"/>
                </a:lnTo>
                <a:lnTo>
                  <a:pt x="329" y="241"/>
                </a:lnTo>
                <a:lnTo>
                  <a:pt x="328" y="241"/>
                </a:lnTo>
                <a:lnTo>
                  <a:pt x="329" y="241"/>
                </a:lnTo>
                <a:lnTo>
                  <a:pt x="329" y="242"/>
                </a:lnTo>
                <a:lnTo>
                  <a:pt x="330" y="242"/>
                </a:lnTo>
                <a:lnTo>
                  <a:pt x="330" y="241"/>
                </a:lnTo>
                <a:lnTo>
                  <a:pt x="330" y="242"/>
                </a:lnTo>
                <a:lnTo>
                  <a:pt x="330" y="243"/>
                </a:lnTo>
                <a:lnTo>
                  <a:pt x="331" y="244"/>
                </a:lnTo>
                <a:lnTo>
                  <a:pt x="330" y="244"/>
                </a:lnTo>
                <a:lnTo>
                  <a:pt x="330" y="245"/>
                </a:lnTo>
                <a:lnTo>
                  <a:pt x="330" y="246"/>
                </a:lnTo>
                <a:lnTo>
                  <a:pt x="330" y="247"/>
                </a:lnTo>
                <a:lnTo>
                  <a:pt x="329" y="252"/>
                </a:lnTo>
                <a:lnTo>
                  <a:pt x="328" y="253"/>
                </a:lnTo>
                <a:lnTo>
                  <a:pt x="328" y="254"/>
                </a:lnTo>
                <a:lnTo>
                  <a:pt x="327" y="254"/>
                </a:lnTo>
                <a:lnTo>
                  <a:pt x="328" y="254"/>
                </a:lnTo>
                <a:lnTo>
                  <a:pt x="327" y="254"/>
                </a:lnTo>
                <a:lnTo>
                  <a:pt x="326" y="254"/>
                </a:lnTo>
                <a:lnTo>
                  <a:pt x="326" y="253"/>
                </a:lnTo>
                <a:lnTo>
                  <a:pt x="325" y="253"/>
                </a:lnTo>
                <a:lnTo>
                  <a:pt x="325" y="254"/>
                </a:lnTo>
                <a:lnTo>
                  <a:pt x="324" y="254"/>
                </a:lnTo>
                <a:lnTo>
                  <a:pt x="324" y="255"/>
                </a:lnTo>
                <a:lnTo>
                  <a:pt x="325" y="255"/>
                </a:lnTo>
                <a:lnTo>
                  <a:pt x="324" y="255"/>
                </a:lnTo>
                <a:lnTo>
                  <a:pt x="323" y="255"/>
                </a:lnTo>
                <a:lnTo>
                  <a:pt x="322" y="255"/>
                </a:lnTo>
                <a:lnTo>
                  <a:pt x="322" y="256"/>
                </a:lnTo>
                <a:lnTo>
                  <a:pt x="321" y="256"/>
                </a:lnTo>
                <a:lnTo>
                  <a:pt x="320" y="256"/>
                </a:lnTo>
                <a:lnTo>
                  <a:pt x="317" y="256"/>
                </a:lnTo>
                <a:lnTo>
                  <a:pt x="316" y="256"/>
                </a:lnTo>
                <a:lnTo>
                  <a:pt x="314" y="256"/>
                </a:lnTo>
                <a:lnTo>
                  <a:pt x="313" y="256"/>
                </a:lnTo>
                <a:lnTo>
                  <a:pt x="313" y="257"/>
                </a:lnTo>
                <a:lnTo>
                  <a:pt x="312" y="258"/>
                </a:lnTo>
                <a:lnTo>
                  <a:pt x="314" y="258"/>
                </a:lnTo>
                <a:lnTo>
                  <a:pt x="314" y="259"/>
                </a:lnTo>
                <a:lnTo>
                  <a:pt x="316" y="259"/>
                </a:lnTo>
                <a:lnTo>
                  <a:pt x="317" y="259"/>
                </a:lnTo>
                <a:lnTo>
                  <a:pt x="318" y="260"/>
                </a:lnTo>
                <a:lnTo>
                  <a:pt x="319" y="261"/>
                </a:lnTo>
                <a:lnTo>
                  <a:pt x="320" y="264"/>
                </a:lnTo>
                <a:lnTo>
                  <a:pt x="320" y="265"/>
                </a:lnTo>
                <a:lnTo>
                  <a:pt x="321" y="266"/>
                </a:lnTo>
                <a:lnTo>
                  <a:pt x="322" y="268"/>
                </a:lnTo>
                <a:lnTo>
                  <a:pt x="323" y="269"/>
                </a:lnTo>
                <a:lnTo>
                  <a:pt x="323" y="270"/>
                </a:lnTo>
                <a:lnTo>
                  <a:pt x="323" y="272"/>
                </a:lnTo>
                <a:lnTo>
                  <a:pt x="323" y="271"/>
                </a:lnTo>
                <a:lnTo>
                  <a:pt x="324" y="271"/>
                </a:lnTo>
                <a:lnTo>
                  <a:pt x="325" y="272"/>
                </a:lnTo>
                <a:lnTo>
                  <a:pt x="325" y="273"/>
                </a:lnTo>
                <a:lnTo>
                  <a:pt x="326" y="274"/>
                </a:lnTo>
                <a:lnTo>
                  <a:pt x="325" y="274"/>
                </a:lnTo>
                <a:lnTo>
                  <a:pt x="324" y="274"/>
                </a:lnTo>
                <a:lnTo>
                  <a:pt x="324" y="275"/>
                </a:lnTo>
                <a:lnTo>
                  <a:pt x="325" y="275"/>
                </a:lnTo>
                <a:lnTo>
                  <a:pt x="324" y="276"/>
                </a:lnTo>
                <a:lnTo>
                  <a:pt x="323" y="276"/>
                </a:lnTo>
                <a:lnTo>
                  <a:pt x="323" y="277"/>
                </a:lnTo>
                <a:lnTo>
                  <a:pt x="322" y="277"/>
                </a:lnTo>
                <a:lnTo>
                  <a:pt x="321" y="276"/>
                </a:lnTo>
                <a:lnTo>
                  <a:pt x="321" y="277"/>
                </a:lnTo>
                <a:lnTo>
                  <a:pt x="322" y="277"/>
                </a:lnTo>
                <a:lnTo>
                  <a:pt x="323" y="278"/>
                </a:lnTo>
                <a:lnTo>
                  <a:pt x="324" y="278"/>
                </a:lnTo>
                <a:lnTo>
                  <a:pt x="324" y="279"/>
                </a:lnTo>
                <a:lnTo>
                  <a:pt x="323" y="279"/>
                </a:lnTo>
                <a:lnTo>
                  <a:pt x="323" y="280"/>
                </a:lnTo>
                <a:lnTo>
                  <a:pt x="322" y="283"/>
                </a:lnTo>
                <a:lnTo>
                  <a:pt x="323" y="283"/>
                </a:lnTo>
                <a:lnTo>
                  <a:pt x="323" y="284"/>
                </a:lnTo>
                <a:lnTo>
                  <a:pt x="324" y="284"/>
                </a:lnTo>
                <a:lnTo>
                  <a:pt x="326" y="285"/>
                </a:lnTo>
                <a:lnTo>
                  <a:pt x="327" y="284"/>
                </a:lnTo>
                <a:lnTo>
                  <a:pt x="328" y="285"/>
                </a:lnTo>
                <a:lnTo>
                  <a:pt x="328" y="286"/>
                </a:lnTo>
                <a:lnTo>
                  <a:pt x="327" y="286"/>
                </a:lnTo>
                <a:lnTo>
                  <a:pt x="326" y="288"/>
                </a:lnTo>
                <a:lnTo>
                  <a:pt x="327" y="288"/>
                </a:lnTo>
                <a:lnTo>
                  <a:pt x="327" y="289"/>
                </a:lnTo>
                <a:lnTo>
                  <a:pt x="326" y="289"/>
                </a:lnTo>
                <a:lnTo>
                  <a:pt x="325" y="290"/>
                </a:lnTo>
                <a:lnTo>
                  <a:pt x="325" y="291"/>
                </a:lnTo>
                <a:lnTo>
                  <a:pt x="325" y="292"/>
                </a:lnTo>
                <a:lnTo>
                  <a:pt x="326" y="292"/>
                </a:lnTo>
                <a:lnTo>
                  <a:pt x="327" y="291"/>
                </a:lnTo>
                <a:lnTo>
                  <a:pt x="328" y="291"/>
                </a:lnTo>
                <a:lnTo>
                  <a:pt x="327" y="291"/>
                </a:lnTo>
                <a:lnTo>
                  <a:pt x="327" y="292"/>
                </a:lnTo>
                <a:lnTo>
                  <a:pt x="328" y="292"/>
                </a:lnTo>
                <a:lnTo>
                  <a:pt x="328" y="291"/>
                </a:lnTo>
                <a:lnTo>
                  <a:pt x="329" y="291"/>
                </a:lnTo>
                <a:lnTo>
                  <a:pt x="328" y="292"/>
                </a:lnTo>
                <a:lnTo>
                  <a:pt x="327" y="293"/>
                </a:lnTo>
                <a:lnTo>
                  <a:pt x="328" y="293"/>
                </a:lnTo>
                <a:lnTo>
                  <a:pt x="328" y="294"/>
                </a:lnTo>
                <a:lnTo>
                  <a:pt x="327" y="294"/>
                </a:lnTo>
                <a:lnTo>
                  <a:pt x="326" y="295"/>
                </a:lnTo>
                <a:lnTo>
                  <a:pt x="327" y="295"/>
                </a:lnTo>
                <a:lnTo>
                  <a:pt x="327" y="296"/>
                </a:lnTo>
                <a:lnTo>
                  <a:pt x="326" y="296"/>
                </a:lnTo>
                <a:lnTo>
                  <a:pt x="326" y="297"/>
                </a:lnTo>
                <a:lnTo>
                  <a:pt x="327" y="297"/>
                </a:lnTo>
                <a:lnTo>
                  <a:pt x="326" y="298"/>
                </a:lnTo>
                <a:lnTo>
                  <a:pt x="326" y="297"/>
                </a:lnTo>
                <a:lnTo>
                  <a:pt x="325" y="298"/>
                </a:lnTo>
                <a:lnTo>
                  <a:pt x="324" y="298"/>
                </a:lnTo>
                <a:lnTo>
                  <a:pt x="324" y="299"/>
                </a:lnTo>
                <a:lnTo>
                  <a:pt x="325" y="299"/>
                </a:lnTo>
                <a:lnTo>
                  <a:pt x="324" y="299"/>
                </a:lnTo>
                <a:lnTo>
                  <a:pt x="324" y="300"/>
                </a:lnTo>
                <a:lnTo>
                  <a:pt x="325" y="300"/>
                </a:lnTo>
                <a:lnTo>
                  <a:pt x="325" y="299"/>
                </a:lnTo>
                <a:lnTo>
                  <a:pt x="325" y="300"/>
                </a:lnTo>
                <a:lnTo>
                  <a:pt x="324" y="301"/>
                </a:lnTo>
                <a:lnTo>
                  <a:pt x="323" y="301"/>
                </a:lnTo>
                <a:lnTo>
                  <a:pt x="322" y="301"/>
                </a:lnTo>
                <a:lnTo>
                  <a:pt x="321" y="301"/>
                </a:lnTo>
                <a:lnTo>
                  <a:pt x="322" y="300"/>
                </a:lnTo>
                <a:lnTo>
                  <a:pt x="322" y="299"/>
                </a:lnTo>
                <a:lnTo>
                  <a:pt x="321" y="299"/>
                </a:lnTo>
                <a:lnTo>
                  <a:pt x="320" y="299"/>
                </a:lnTo>
                <a:lnTo>
                  <a:pt x="321" y="298"/>
                </a:lnTo>
                <a:lnTo>
                  <a:pt x="321" y="297"/>
                </a:lnTo>
                <a:lnTo>
                  <a:pt x="321" y="296"/>
                </a:lnTo>
                <a:lnTo>
                  <a:pt x="320" y="295"/>
                </a:lnTo>
                <a:lnTo>
                  <a:pt x="318" y="295"/>
                </a:lnTo>
                <a:lnTo>
                  <a:pt x="318" y="294"/>
                </a:lnTo>
                <a:lnTo>
                  <a:pt x="316" y="293"/>
                </a:lnTo>
                <a:lnTo>
                  <a:pt x="315" y="293"/>
                </a:lnTo>
                <a:lnTo>
                  <a:pt x="314" y="293"/>
                </a:lnTo>
                <a:lnTo>
                  <a:pt x="313" y="293"/>
                </a:lnTo>
                <a:lnTo>
                  <a:pt x="312" y="293"/>
                </a:lnTo>
                <a:lnTo>
                  <a:pt x="311" y="293"/>
                </a:lnTo>
                <a:lnTo>
                  <a:pt x="310" y="293"/>
                </a:lnTo>
                <a:lnTo>
                  <a:pt x="310" y="294"/>
                </a:lnTo>
                <a:lnTo>
                  <a:pt x="310" y="296"/>
                </a:lnTo>
                <a:lnTo>
                  <a:pt x="310" y="295"/>
                </a:lnTo>
                <a:lnTo>
                  <a:pt x="309" y="295"/>
                </a:lnTo>
                <a:lnTo>
                  <a:pt x="309" y="296"/>
                </a:lnTo>
                <a:lnTo>
                  <a:pt x="309" y="297"/>
                </a:lnTo>
                <a:lnTo>
                  <a:pt x="309" y="298"/>
                </a:lnTo>
                <a:lnTo>
                  <a:pt x="309" y="299"/>
                </a:lnTo>
                <a:lnTo>
                  <a:pt x="308" y="300"/>
                </a:lnTo>
                <a:lnTo>
                  <a:pt x="307" y="300"/>
                </a:lnTo>
                <a:lnTo>
                  <a:pt x="307" y="301"/>
                </a:lnTo>
                <a:lnTo>
                  <a:pt x="307" y="302"/>
                </a:lnTo>
                <a:lnTo>
                  <a:pt x="306" y="303"/>
                </a:lnTo>
                <a:lnTo>
                  <a:pt x="305" y="303"/>
                </a:lnTo>
                <a:lnTo>
                  <a:pt x="305" y="304"/>
                </a:lnTo>
                <a:lnTo>
                  <a:pt x="305" y="305"/>
                </a:lnTo>
                <a:lnTo>
                  <a:pt x="304" y="306"/>
                </a:lnTo>
                <a:lnTo>
                  <a:pt x="304" y="305"/>
                </a:lnTo>
                <a:lnTo>
                  <a:pt x="304" y="304"/>
                </a:lnTo>
                <a:lnTo>
                  <a:pt x="303" y="304"/>
                </a:lnTo>
                <a:lnTo>
                  <a:pt x="302" y="304"/>
                </a:lnTo>
                <a:lnTo>
                  <a:pt x="302" y="305"/>
                </a:lnTo>
                <a:lnTo>
                  <a:pt x="303" y="306"/>
                </a:lnTo>
                <a:lnTo>
                  <a:pt x="303" y="307"/>
                </a:lnTo>
                <a:lnTo>
                  <a:pt x="302" y="307"/>
                </a:lnTo>
                <a:lnTo>
                  <a:pt x="303" y="308"/>
                </a:lnTo>
                <a:lnTo>
                  <a:pt x="304" y="308"/>
                </a:lnTo>
                <a:lnTo>
                  <a:pt x="304" y="307"/>
                </a:lnTo>
                <a:lnTo>
                  <a:pt x="304" y="308"/>
                </a:lnTo>
                <a:lnTo>
                  <a:pt x="304" y="309"/>
                </a:lnTo>
                <a:lnTo>
                  <a:pt x="303" y="309"/>
                </a:lnTo>
                <a:lnTo>
                  <a:pt x="304" y="310"/>
                </a:lnTo>
                <a:lnTo>
                  <a:pt x="303" y="310"/>
                </a:lnTo>
                <a:lnTo>
                  <a:pt x="302" y="310"/>
                </a:lnTo>
                <a:lnTo>
                  <a:pt x="302" y="312"/>
                </a:lnTo>
                <a:lnTo>
                  <a:pt x="301" y="312"/>
                </a:lnTo>
                <a:lnTo>
                  <a:pt x="300" y="312"/>
                </a:lnTo>
                <a:lnTo>
                  <a:pt x="299" y="312"/>
                </a:lnTo>
                <a:lnTo>
                  <a:pt x="299" y="311"/>
                </a:lnTo>
                <a:lnTo>
                  <a:pt x="298" y="311"/>
                </a:lnTo>
                <a:lnTo>
                  <a:pt x="296" y="310"/>
                </a:lnTo>
                <a:lnTo>
                  <a:pt x="295" y="310"/>
                </a:lnTo>
                <a:lnTo>
                  <a:pt x="295" y="311"/>
                </a:lnTo>
                <a:lnTo>
                  <a:pt x="294" y="311"/>
                </a:lnTo>
                <a:lnTo>
                  <a:pt x="294" y="312"/>
                </a:lnTo>
                <a:lnTo>
                  <a:pt x="294" y="313"/>
                </a:lnTo>
                <a:lnTo>
                  <a:pt x="294" y="314"/>
                </a:lnTo>
                <a:lnTo>
                  <a:pt x="293" y="314"/>
                </a:lnTo>
                <a:lnTo>
                  <a:pt x="293" y="315"/>
                </a:lnTo>
                <a:lnTo>
                  <a:pt x="293" y="316"/>
                </a:lnTo>
                <a:lnTo>
                  <a:pt x="294" y="316"/>
                </a:lnTo>
                <a:lnTo>
                  <a:pt x="295" y="316"/>
                </a:lnTo>
                <a:lnTo>
                  <a:pt x="295" y="317"/>
                </a:lnTo>
                <a:lnTo>
                  <a:pt x="295" y="318"/>
                </a:lnTo>
                <a:lnTo>
                  <a:pt x="294" y="318"/>
                </a:lnTo>
                <a:lnTo>
                  <a:pt x="294" y="319"/>
                </a:lnTo>
                <a:lnTo>
                  <a:pt x="295" y="319"/>
                </a:lnTo>
                <a:lnTo>
                  <a:pt x="295" y="320"/>
                </a:lnTo>
                <a:lnTo>
                  <a:pt x="295" y="319"/>
                </a:lnTo>
                <a:lnTo>
                  <a:pt x="294" y="319"/>
                </a:lnTo>
                <a:lnTo>
                  <a:pt x="294" y="320"/>
                </a:lnTo>
                <a:lnTo>
                  <a:pt x="294" y="319"/>
                </a:lnTo>
                <a:lnTo>
                  <a:pt x="293" y="319"/>
                </a:lnTo>
                <a:lnTo>
                  <a:pt x="293" y="320"/>
                </a:lnTo>
                <a:lnTo>
                  <a:pt x="293" y="319"/>
                </a:lnTo>
                <a:lnTo>
                  <a:pt x="293" y="318"/>
                </a:lnTo>
                <a:lnTo>
                  <a:pt x="292" y="318"/>
                </a:lnTo>
                <a:lnTo>
                  <a:pt x="292" y="319"/>
                </a:lnTo>
                <a:lnTo>
                  <a:pt x="292" y="318"/>
                </a:lnTo>
                <a:lnTo>
                  <a:pt x="291" y="318"/>
                </a:lnTo>
                <a:lnTo>
                  <a:pt x="290" y="318"/>
                </a:lnTo>
                <a:lnTo>
                  <a:pt x="290" y="319"/>
                </a:lnTo>
                <a:lnTo>
                  <a:pt x="291" y="319"/>
                </a:lnTo>
                <a:lnTo>
                  <a:pt x="291" y="320"/>
                </a:lnTo>
                <a:lnTo>
                  <a:pt x="291" y="321"/>
                </a:lnTo>
                <a:lnTo>
                  <a:pt x="290" y="321"/>
                </a:lnTo>
                <a:lnTo>
                  <a:pt x="291" y="320"/>
                </a:lnTo>
                <a:lnTo>
                  <a:pt x="290" y="320"/>
                </a:lnTo>
                <a:lnTo>
                  <a:pt x="289" y="320"/>
                </a:lnTo>
                <a:lnTo>
                  <a:pt x="288" y="320"/>
                </a:lnTo>
                <a:lnTo>
                  <a:pt x="288" y="321"/>
                </a:lnTo>
                <a:lnTo>
                  <a:pt x="289" y="321"/>
                </a:lnTo>
                <a:lnTo>
                  <a:pt x="287" y="322"/>
                </a:lnTo>
                <a:lnTo>
                  <a:pt x="287" y="321"/>
                </a:lnTo>
                <a:lnTo>
                  <a:pt x="287" y="322"/>
                </a:lnTo>
                <a:lnTo>
                  <a:pt x="286" y="322"/>
                </a:lnTo>
                <a:lnTo>
                  <a:pt x="285" y="322"/>
                </a:lnTo>
                <a:lnTo>
                  <a:pt x="283" y="323"/>
                </a:lnTo>
                <a:lnTo>
                  <a:pt x="283" y="322"/>
                </a:lnTo>
                <a:lnTo>
                  <a:pt x="283" y="321"/>
                </a:lnTo>
                <a:lnTo>
                  <a:pt x="282" y="321"/>
                </a:lnTo>
                <a:lnTo>
                  <a:pt x="283" y="320"/>
                </a:lnTo>
                <a:lnTo>
                  <a:pt x="283" y="319"/>
                </a:lnTo>
                <a:lnTo>
                  <a:pt x="282" y="318"/>
                </a:lnTo>
                <a:lnTo>
                  <a:pt x="281" y="318"/>
                </a:lnTo>
                <a:lnTo>
                  <a:pt x="281" y="317"/>
                </a:lnTo>
                <a:lnTo>
                  <a:pt x="281" y="315"/>
                </a:lnTo>
                <a:lnTo>
                  <a:pt x="281" y="314"/>
                </a:lnTo>
                <a:lnTo>
                  <a:pt x="281" y="313"/>
                </a:lnTo>
                <a:lnTo>
                  <a:pt x="282" y="312"/>
                </a:lnTo>
                <a:lnTo>
                  <a:pt x="282" y="313"/>
                </a:lnTo>
                <a:lnTo>
                  <a:pt x="283" y="313"/>
                </a:lnTo>
                <a:lnTo>
                  <a:pt x="283" y="312"/>
                </a:lnTo>
                <a:lnTo>
                  <a:pt x="284" y="312"/>
                </a:lnTo>
                <a:lnTo>
                  <a:pt x="285" y="311"/>
                </a:lnTo>
                <a:lnTo>
                  <a:pt x="286" y="310"/>
                </a:lnTo>
                <a:lnTo>
                  <a:pt x="286" y="309"/>
                </a:lnTo>
                <a:lnTo>
                  <a:pt x="287" y="309"/>
                </a:lnTo>
                <a:lnTo>
                  <a:pt x="287" y="308"/>
                </a:lnTo>
                <a:lnTo>
                  <a:pt x="287" y="307"/>
                </a:lnTo>
                <a:lnTo>
                  <a:pt x="288" y="307"/>
                </a:lnTo>
                <a:lnTo>
                  <a:pt x="287" y="306"/>
                </a:lnTo>
                <a:lnTo>
                  <a:pt x="287" y="305"/>
                </a:lnTo>
                <a:lnTo>
                  <a:pt x="286" y="305"/>
                </a:lnTo>
                <a:lnTo>
                  <a:pt x="288" y="300"/>
                </a:lnTo>
                <a:lnTo>
                  <a:pt x="289" y="300"/>
                </a:lnTo>
                <a:lnTo>
                  <a:pt x="290" y="299"/>
                </a:lnTo>
                <a:lnTo>
                  <a:pt x="290" y="298"/>
                </a:lnTo>
                <a:lnTo>
                  <a:pt x="290" y="297"/>
                </a:lnTo>
                <a:lnTo>
                  <a:pt x="291" y="297"/>
                </a:lnTo>
                <a:lnTo>
                  <a:pt x="290" y="297"/>
                </a:lnTo>
                <a:lnTo>
                  <a:pt x="290" y="296"/>
                </a:lnTo>
                <a:lnTo>
                  <a:pt x="290" y="295"/>
                </a:lnTo>
                <a:lnTo>
                  <a:pt x="289" y="295"/>
                </a:lnTo>
                <a:lnTo>
                  <a:pt x="288" y="294"/>
                </a:lnTo>
                <a:lnTo>
                  <a:pt x="288" y="293"/>
                </a:lnTo>
                <a:lnTo>
                  <a:pt x="288" y="292"/>
                </a:lnTo>
                <a:lnTo>
                  <a:pt x="289" y="292"/>
                </a:lnTo>
                <a:lnTo>
                  <a:pt x="290" y="292"/>
                </a:lnTo>
                <a:lnTo>
                  <a:pt x="290" y="291"/>
                </a:lnTo>
                <a:lnTo>
                  <a:pt x="289" y="291"/>
                </a:lnTo>
                <a:lnTo>
                  <a:pt x="288" y="291"/>
                </a:lnTo>
                <a:lnTo>
                  <a:pt x="288" y="290"/>
                </a:lnTo>
                <a:lnTo>
                  <a:pt x="287" y="289"/>
                </a:lnTo>
                <a:lnTo>
                  <a:pt x="287" y="288"/>
                </a:lnTo>
                <a:lnTo>
                  <a:pt x="287" y="287"/>
                </a:lnTo>
                <a:lnTo>
                  <a:pt x="286" y="287"/>
                </a:lnTo>
                <a:lnTo>
                  <a:pt x="285" y="287"/>
                </a:lnTo>
                <a:lnTo>
                  <a:pt x="285" y="288"/>
                </a:lnTo>
                <a:lnTo>
                  <a:pt x="284" y="287"/>
                </a:lnTo>
                <a:lnTo>
                  <a:pt x="285" y="289"/>
                </a:lnTo>
                <a:lnTo>
                  <a:pt x="286" y="289"/>
                </a:lnTo>
                <a:lnTo>
                  <a:pt x="286" y="290"/>
                </a:lnTo>
                <a:lnTo>
                  <a:pt x="285" y="290"/>
                </a:lnTo>
                <a:lnTo>
                  <a:pt x="285" y="291"/>
                </a:lnTo>
                <a:lnTo>
                  <a:pt x="284" y="291"/>
                </a:lnTo>
                <a:lnTo>
                  <a:pt x="283" y="291"/>
                </a:lnTo>
                <a:lnTo>
                  <a:pt x="283" y="292"/>
                </a:lnTo>
                <a:lnTo>
                  <a:pt x="282" y="292"/>
                </a:lnTo>
                <a:lnTo>
                  <a:pt x="282" y="293"/>
                </a:lnTo>
                <a:lnTo>
                  <a:pt x="282" y="294"/>
                </a:lnTo>
                <a:lnTo>
                  <a:pt x="281" y="295"/>
                </a:lnTo>
                <a:lnTo>
                  <a:pt x="280" y="295"/>
                </a:lnTo>
                <a:lnTo>
                  <a:pt x="281" y="296"/>
                </a:lnTo>
                <a:lnTo>
                  <a:pt x="281" y="297"/>
                </a:lnTo>
                <a:lnTo>
                  <a:pt x="280" y="297"/>
                </a:lnTo>
                <a:lnTo>
                  <a:pt x="280" y="298"/>
                </a:lnTo>
                <a:lnTo>
                  <a:pt x="279" y="298"/>
                </a:lnTo>
                <a:lnTo>
                  <a:pt x="278" y="297"/>
                </a:lnTo>
                <a:lnTo>
                  <a:pt x="278" y="298"/>
                </a:lnTo>
                <a:lnTo>
                  <a:pt x="277" y="298"/>
                </a:lnTo>
                <a:lnTo>
                  <a:pt x="276" y="298"/>
                </a:lnTo>
                <a:lnTo>
                  <a:pt x="276" y="297"/>
                </a:lnTo>
                <a:lnTo>
                  <a:pt x="275" y="297"/>
                </a:lnTo>
                <a:lnTo>
                  <a:pt x="275" y="298"/>
                </a:lnTo>
                <a:lnTo>
                  <a:pt x="276" y="298"/>
                </a:lnTo>
                <a:lnTo>
                  <a:pt x="277" y="298"/>
                </a:lnTo>
                <a:lnTo>
                  <a:pt x="278" y="298"/>
                </a:lnTo>
                <a:lnTo>
                  <a:pt x="279" y="298"/>
                </a:lnTo>
                <a:lnTo>
                  <a:pt x="279" y="299"/>
                </a:lnTo>
                <a:lnTo>
                  <a:pt x="280" y="300"/>
                </a:lnTo>
                <a:lnTo>
                  <a:pt x="281" y="301"/>
                </a:lnTo>
                <a:lnTo>
                  <a:pt x="281" y="302"/>
                </a:lnTo>
                <a:lnTo>
                  <a:pt x="280" y="305"/>
                </a:lnTo>
                <a:lnTo>
                  <a:pt x="279" y="305"/>
                </a:lnTo>
                <a:lnTo>
                  <a:pt x="279" y="306"/>
                </a:lnTo>
                <a:lnTo>
                  <a:pt x="278" y="306"/>
                </a:lnTo>
                <a:lnTo>
                  <a:pt x="278" y="307"/>
                </a:lnTo>
                <a:lnTo>
                  <a:pt x="278" y="308"/>
                </a:lnTo>
                <a:lnTo>
                  <a:pt x="278" y="309"/>
                </a:lnTo>
                <a:lnTo>
                  <a:pt x="277" y="310"/>
                </a:lnTo>
                <a:lnTo>
                  <a:pt x="278" y="310"/>
                </a:lnTo>
                <a:lnTo>
                  <a:pt x="277" y="312"/>
                </a:lnTo>
                <a:lnTo>
                  <a:pt x="276" y="311"/>
                </a:lnTo>
                <a:lnTo>
                  <a:pt x="275" y="311"/>
                </a:lnTo>
                <a:lnTo>
                  <a:pt x="275" y="310"/>
                </a:lnTo>
                <a:lnTo>
                  <a:pt x="276" y="311"/>
                </a:lnTo>
                <a:lnTo>
                  <a:pt x="275" y="312"/>
                </a:lnTo>
                <a:lnTo>
                  <a:pt x="271" y="315"/>
                </a:lnTo>
                <a:lnTo>
                  <a:pt x="270" y="315"/>
                </a:lnTo>
                <a:lnTo>
                  <a:pt x="270" y="316"/>
                </a:lnTo>
                <a:lnTo>
                  <a:pt x="269" y="318"/>
                </a:lnTo>
                <a:lnTo>
                  <a:pt x="269" y="317"/>
                </a:lnTo>
                <a:lnTo>
                  <a:pt x="269" y="318"/>
                </a:lnTo>
                <a:lnTo>
                  <a:pt x="270" y="318"/>
                </a:lnTo>
                <a:lnTo>
                  <a:pt x="270" y="320"/>
                </a:lnTo>
                <a:lnTo>
                  <a:pt x="270" y="323"/>
                </a:lnTo>
                <a:lnTo>
                  <a:pt x="269" y="323"/>
                </a:lnTo>
                <a:lnTo>
                  <a:pt x="269" y="324"/>
                </a:lnTo>
                <a:lnTo>
                  <a:pt x="268" y="324"/>
                </a:lnTo>
                <a:lnTo>
                  <a:pt x="269" y="325"/>
                </a:lnTo>
                <a:lnTo>
                  <a:pt x="269" y="326"/>
                </a:lnTo>
                <a:lnTo>
                  <a:pt x="268" y="327"/>
                </a:lnTo>
                <a:lnTo>
                  <a:pt x="267" y="328"/>
                </a:lnTo>
                <a:lnTo>
                  <a:pt x="266" y="328"/>
                </a:lnTo>
                <a:lnTo>
                  <a:pt x="265" y="329"/>
                </a:lnTo>
                <a:lnTo>
                  <a:pt x="265" y="330"/>
                </a:lnTo>
                <a:lnTo>
                  <a:pt x="265" y="331"/>
                </a:lnTo>
                <a:lnTo>
                  <a:pt x="264" y="332"/>
                </a:lnTo>
                <a:lnTo>
                  <a:pt x="266" y="333"/>
                </a:lnTo>
                <a:lnTo>
                  <a:pt x="266" y="334"/>
                </a:lnTo>
                <a:lnTo>
                  <a:pt x="265" y="334"/>
                </a:lnTo>
                <a:lnTo>
                  <a:pt x="265" y="335"/>
                </a:lnTo>
                <a:lnTo>
                  <a:pt x="264" y="335"/>
                </a:lnTo>
                <a:lnTo>
                  <a:pt x="264" y="336"/>
                </a:lnTo>
                <a:lnTo>
                  <a:pt x="263" y="337"/>
                </a:lnTo>
                <a:lnTo>
                  <a:pt x="263" y="336"/>
                </a:lnTo>
                <a:lnTo>
                  <a:pt x="262" y="336"/>
                </a:lnTo>
                <a:lnTo>
                  <a:pt x="262" y="335"/>
                </a:lnTo>
                <a:lnTo>
                  <a:pt x="261" y="335"/>
                </a:lnTo>
                <a:lnTo>
                  <a:pt x="259" y="335"/>
                </a:lnTo>
                <a:lnTo>
                  <a:pt x="258" y="335"/>
                </a:lnTo>
                <a:lnTo>
                  <a:pt x="258" y="336"/>
                </a:lnTo>
                <a:lnTo>
                  <a:pt x="258" y="338"/>
                </a:lnTo>
                <a:lnTo>
                  <a:pt x="257" y="338"/>
                </a:lnTo>
                <a:lnTo>
                  <a:pt x="258" y="338"/>
                </a:lnTo>
                <a:lnTo>
                  <a:pt x="257" y="340"/>
                </a:lnTo>
                <a:lnTo>
                  <a:pt x="255" y="342"/>
                </a:lnTo>
                <a:lnTo>
                  <a:pt x="254" y="343"/>
                </a:lnTo>
                <a:lnTo>
                  <a:pt x="252" y="345"/>
                </a:lnTo>
                <a:lnTo>
                  <a:pt x="251" y="346"/>
                </a:lnTo>
                <a:lnTo>
                  <a:pt x="250" y="347"/>
                </a:lnTo>
                <a:lnTo>
                  <a:pt x="250" y="348"/>
                </a:lnTo>
                <a:lnTo>
                  <a:pt x="249" y="348"/>
                </a:lnTo>
                <a:lnTo>
                  <a:pt x="249" y="347"/>
                </a:lnTo>
                <a:lnTo>
                  <a:pt x="248" y="347"/>
                </a:lnTo>
                <a:lnTo>
                  <a:pt x="248" y="348"/>
                </a:lnTo>
                <a:lnTo>
                  <a:pt x="248" y="347"/>
                </a:lnTo>
                <a:lnTo>
                  <a:pt x="248" y="348"/>
                </a:lnTo>
                <a:lnTo>
                  <a:pt x="247" y="349"/>
                </a:lnTo>
                <a:lnTo>
                  <a:pt x="247" y="350"/>
                </a:lnTo>
                <a:lnTo>
                  <a:pt x="246" y="351"/>
                </a:lnTo>
                <a:lnTo>
                  <a:pt x="246" y="352"/>
                </a:lnTo>
                <a:lnTo>
                  <a:pt x="246" y="353"/>
                </a:lnTo>
                <a:lnTo>
                  <a:pt x="245" y="353"/>
                </a:lnTo>
                <a:lnTo>
                  <a:pt x="247" y="354"/>
                </a:lnTo>
                <a:lnTo>
                  <a:pt x="247" y="355"/>
                </a:lnTo>
                <a:lnTo>
                  <a:pt x="246" y="355"/>
                </a:lnTo>
                <a:lnTo>
                  <a:pt x="245" y="356"/>
                </a:lnTo>
                <a:lnTo>
                  <a:pt x="244" y="357"/>
                </a:lnTo>
                <a:lnTo>
                  <a:pt x="242" y="356"/>
                </a:lnTo>
                <a:lnTo>
                  <a:pt x="241" y="356"/>
                </a:lnTo>
                <a:lnTo>
                  <a:pt x="240" y="357"/>
                </a:lnTo>
                <a:lnTo>
                  <a:pt x="241" y="359"/>
                </a:lnTo>
                <a:lnTo>
                  <a:pt x="241" y="360"/>
                </a:lnTo>
                <a:lnTo>
                  <a:pt x="240" y="363"/>
                </a:lnTo>
                <a:lnTo>
                  <a:pt x="239" y="363"/>
                </a:lnTo>
                <a:lnTo>
                  <a:pt x="240" y="363"/>
                </a:lnTo>
                <a:lnTo>
                  <a:pt x="240" y="364"/>
                </a:lnTo>
                <a:lnTo>
                  <a:pt x="239" y="364"/>
                </a:lnTo>
                <a:lnTo>
                  <a:pt x="238" y="364"/>
                </a:lnTo>
                <a:lnTo>
                  <a:pt x="239" y="365"/>
                </a:lnTo>
                <a:lnTo>
                  <a:pt x="238" y="366"/>
                </a:lnTo>
                <a:lnTo>
                  <a:pt x="237" y="366"/>
                </a:lnTo>
                <a:lnTo>
                  <a:pt x="237" y="367"/>
                </a:lnTo>
                <a:lnTo>
                  <a:pt x="237" y="366"/>
                </a:lnTo>
                <a:lnTo>
                  <a:pt x="236" y="367"/>
                </a:lnTo>
                <a:lnTo>
                  <a:pt x="237" y="367"/>
                </a:lnTo>
                <a:lnTo>
                  <a:pt x="237" y="368"/>
                </a:lnTo>
                <a:lnTo>
                  <a:pt x="237" y="369"/>
                </a:lnTo>
                <a:lnTo>
                  <a:pt x="235" y="369"/>
                </a:lnTo>
                <a:lnTo>
                  <a:pt x="233" y="368"/>
                </a:lnTo>
                <a:lnTo>
                  <a:pt x="232" y="368"/>
                </a:lnTo>
                <a:lnTo>
                  <a:pt x="232" y="369"/>
                </a:lnTo>
                <a:lnTo>
                  <a:pt x="233" y="369"/>
                </a:lnTo>
                <a:lnTo>
                  <a:pt x="233" y="370"/>
                </a:lnTo>
                <a:lnTo>
                  <a:pt x="236" y="372"/>
                </a:lnTo>
                <a:lnTo>
                  <a:pt x="238" y="376"/>
                </a:lnTo>
                <a:lnTo>
                  <a:pt x="238" y="377"/>
                </a:lnTo>
                <a:lnTo>
                  <a:pt x="239" y="377"/>
                </a:lnTo>
                <a:lnTo>
                  <a:pt x="238" y="377"/>
                </a:lnTo>
                <a:lnTo>
                  <a:pt x="237" y="377"/>
                </a:lnTo>
                <a:lnTo>
                  <a:pt x="236" y="377"/>
                </a:lnTo>
                <a:lnTo>
                  <a:pt x="236" y="378"/>
                </a:lnTo>
                <a:lnTo>
                  <a:pt x="236" y="379"/>
                </a:lnTo>
                <a:lnTo>
                  <a:pt x="236" y="378"/>
                </a:lnTo>
                <a:lnTo>
                  <a:pt x="237" y="378"/>
                </a:lnTo>
                <a:lnTo>
                  <a:pt x="239" y="378"/>
                </a:lnTo>
                <a:lnTo>
                  <a:pt x="239" y="379"/>
                </a:lnTo>
                <a:lnTo>
                  <a:pt x="239" y="380"/>
                </a:lnTo>
                <a:lnTo>
                  <a:pt x="240" y="380"/>
                </a:lnTo>
                <a:lnTo>
                  <a:pt x="241" y="380"/>
                </a:lnTo>
                <a:lnTo>
                  <a:pt x="240" y="381"/>
                </a:lnTo>
                <a:lnTo>
                  <a:pt x="239" y="382"/>
                </a:lnTo>
                <a:lnTo>
                  <a:pt x="239" y="383"/>
                </a:lnTo>
                <a:lnTo>
                  <a:pt x="238" y="383"/>
                </a:lnTo>
                <a:lnTo>
                  <a:pt x="239" y="383"/>
                </a:lnTo>
                <a:lnTo>
                  <a:pt x="238" y="383"/>
                </a:lnTo>
                <a:lnTo>
                  <a:pt x="238" y="384"/>
                </a:lnTo>
                <a:lnTo>
                  <a:pt x="238" y="383"/>
                </a:lnTo>
                <a:lnTo>
                  <a:pt x="237" y="383"/>
                </a:lnTo>
                <a:lnTo>
                  <a:pt x="237" y="384"/>
                </a:lnTo>
                <a:lnTo>
                  <a:pt x="237" y="385"/>
                </a:lnTo>
                <a:lnTo>
                  <a:pt x="236" y="385"/>
                </a:lnTo>
                <a:lnTo>
                  <a:pt x="236" y="386"/>
                </a:lnTo>
                <a:lnTo>
                  <a:pt x="237" y="386"/>
                </a:lnTo>
                <a:lnTo>
                  <a:pt x="237" y="387"/>
                </a:lnTo>
                <a:lnTo>
                  <a:pt x="236" y="387"/>
                </a:lnTo>
                <a:lnTo>
                  <a:pt x="236" y="388"/>
                </a:lnTo>
                <a:lnTo>
                  <a:pt x="237" y="388"/>
                </a:lnTo>
                <a:lnTo>
                  <a:pt x="237" y="387"/>
                </a:lnTo>
                <a:lnTo>
                  <a:pt x="237" y="388"/>
                </a:lnTo>
                <a:lnTo>
                  <a:pt x="237" y="389"/>
                </a:lnTo>
                <a:lnTo>
                  <a:pt x="237" y="390"/>
                </a:lnTo>
                <a:lnTo>
                  <a:pt x="237" y="391"/>
                </a:lnTo>
                <a:lnTo>
                  <a:pt x="237" y="392"/>
                </a:lnTo>
                <a:lnTo>
                  <a:pt x="236" y="392"/>
                </a:lnTo>
                <a:lnTo>
                  <a:pt x="236" y="391"/>
                </a:lnTo>
                <a:lnTo>
                  <a:pt x="236" y="392"/>
                </a:lnTo>
                <a:lnTo>
                  <a:pt x="235" y="392"/>
                </a:lnTo>
                <a:lnTo>
                  <a:pt x="234" y="391"/>
                </a:lnTo>
                <a:lnTo>
                  <a:pt x="235" y="391"/>
                </a:lnTo>
                <a:lnTo>
                  <a:pt x="235" y="390"/>
                </a:lnTo>
                <a:lnTo>
                  <a:pt x="234" y="390"/>
                </a:lnTo>
                <a:lnTo>
                  <a:pt x="234" y="389"/>
                </a:lnTo>
                <a:lnTo>
                  <a:pt x="233" y="389"/>
                </a:lnTo>
                <a:lnTo>
                  <a:pt x="233" y="390"/>
                </a:lnTo>
                <a:lnTo>
                  <a:pt x="232" y="390"/>
                </a:lnTo>
                <a:lnTo>
                  <a:pt x="231" y="389"/>
                </a:lnTo>
                <a:lnTo>
                  <a:pt x="230" y="388"/>
                </a:lnTo>
                <a:lnTo>
                  <a:pt x="229" y="388"/>
                </a:lnTo>
                <a:lnTo>
                  <a:pt x="228" y="388"/>
                </a:lnTo>
                <a:lnTo>
                  <a:pt x="227" y="388"/>
                </a:lnTo>
                <a:lnTo>
                  <a:pt x="228" y="389"/>
                </a:lnTo>
                <a:lnTo>
                  <a:pt x="229" y="389"/>
                </a:lnTo>
                <a:lnTo>
                  <a:pt x="228" y="389"/>
                </a:lnTo>
                <a:lnTo>
                  <a:pt x="227" y="389"/>
                </a:lnTo>
                <a:lnTo>
                  <a:pt x="227" y="390"/>
                </a:lnTo>
                <a:lnTo>
                  <a:pt x="228" y="390"/>
                </a:lnTo>
                <a:lnTo>
                  <a:pt x="229" y="390"/>
                </a:lnTo>
                <a:lnTo>
                  <a:pt x="229" y="391"/>
                </a:lnTo>
                <a:lnTo>
                  <a:pt x="228" y="392"/>
                </a:lnTo>
                <a:lnTo>
                  <a:pt x="227" y="392"/>
                </a:lnTo>
                <a:lnTo>
                  <a:pt x="227" y="393"/>
                </a:lnTo>
                <a:lnTo>
                  <a:pt x="226" y="393"/>
                </a:lnTo>
                <a:lnTo>
                  <a:pt x="226" y="394"/>
                </a:lnTo>
                <a:lnTo>
                  <a:pt x="227" y="394"/>
                </a:lnTo>
                <a:lnTo>
                  <a:pt x="226" y="394"/>
                </a:lnTo>
                <a:lnTo>
                  <a:pt x="226" y="395"/>
                </a:lnTo>
                <a:lnTo>
                  <a:pt x="225" y="395"/>
                </a:lnTo>
                <a:lnTo>
                  <a:pt x="225" y="394"/>
                </a:lnTo>
                <a:lnTo>
                  <a:pt x="225" y="395"/>
                </a:lnTo>
                <a:lnTo>
                  <a:pt x="226" y="396"/>
                </a:lnTo>
                <a:lnTo>
                  <a:pt x="227" y="395"/>
                </a:lnTo>
                <a:lnTo>
                  <a:pt x="227" y="396"/>
                </a:lnTo>
                <a:lnTo>
                  <a:pt x="227" y="397"/>
                </a:lnTo>
                <a:lnTo>
                  <a:pt x="228" y="397"/>
                </a:lnTo>
                <a:lnTo>
                  <a:pt x="228" y="396"/>
                </a:lnTo>
                <a:lnTo>
                  <a:pt x="229" y="396"/>
                </a:lnTo>
                <a:lnTo>
                  <a:pt x="229" y="397"/>
                </a:lnTo>
                <a:lnTo>
                  <a:pt x="228" y="398"/>
                </a:lnTo>
                <a:lnTo>
                  <a:pt x="227" y="398"/>
                </a:lnTo>
                <a:lnTo>
                  <a:pt x="227" y="399"/>
                </a:lnTo>
                <a:lnTo>
                  <a:pt x="228" y="398"/>
                </a:lnTo>
                <a:lnTo>
                  <a:pt x="229" y="398"/>
                </a:lnTo>
                <a:lnTo>
                  <a:pt x="229" y="399"/>
                </a:lnTo>
                <a:lnTo>
                  <a:pt x="230" y="399"/>
                </a:lnTo>
                <a:lnTo>
                  <a:pt x="229" y="399"/>
                </a:lnTo>
                <a:lnTo>
                  <a:pt x="228" y="399"/>
                </a:lnTo>
                <a:lnTo>
                  <a:pt x="228" y="400"/>
                </a:lnTo>
                <a:lnTo>
                  <a:pt x="227" y="401"/>
                </a:lnTo>
                <a:lnTo>
                  <a:pt x="226" y="401"/>
                </a:lnTo>
                <a:lnTo>
                  <a:pt x="225" y="401"/>
                </a:lnTo>
                <a:lnTo>
                  <a:pt x="226" y="402"/>
                </a:lnTo>
                <a:lnTo>
                  <a:pt x="225" y="402"/>
                </a:lnTo>
                <a:lnTo>
                  <a:pt x="225" y="403"/>
                </a:lnTo>
                <a:lnTo>
                  <a:pt x="225" y="404"/>
                </a:lnTo>
                <a:lnTo>
                  <a:pt x="226" y="404"/>
                </a:lnTo>
                <a:lnTo>
                  <a:pt x="227" y="404"/>
                </a:lnTo>
                <a:lnTo>
                  <a:pt x="227" y="405"/>
                </a:lnTo>
                <a:lnTo>
                  <a:pt x="226" y="405"/>
                </a:lnTo>
                <a:lnTo>
                  <a:pt x="226" y="406"/>
                </a:lnTo>
                <a:lnTo>
                  <a:pt x="227" y="406"/>
                </a:lnTo>
                <a:lnTo>
                  <a:pt x="226" y="406"/>
                </a:lnTo>
                <a:lnTo>
                  <a:pt x="225" y="406"/>
                </a:lnTo>
                <a:lnTo>
                  <a:pt x="225" y="407"/>
                </a:lnTo>
                <a:lnTo>
                  <a:pt x="225" y="408"/>
                </a:lnTo>
                <a:lnTo>
                  <a:pt x="226" y="408"/>
                </a:lnTo>
                <a:lnTo>
                  <a:pt x="226" y="409"/>
                </a:lnTo>
                <a:lnTo>
                  <a:pt x="225" y="409"/>
                </a:lnTo>
                <a:lnTo>
                  <a:pt x="225" y="410"/>
                </a:lnTo>
                <a:lnTo>
                  <a:pt x="224" y="410"/>
                </a:lnTo>
                <a:lnTo>
                  <a:pt x="223" y="410"/>
                </a:lnTo>
                <a:lnTo>
                  <a:pt x="223" y="411"/>
                </a:lnTo>
                <a:lnTo>
                  <a:pt x="222" y="411"/>
                </a:lnTo>
                <a:lnTo>
                  <a:pt x="222" y="412"/>
                </a:lnTo>
                <a:lnTo>
                  <a:pt x="221" y="412"/>
                </a:lnTo>
                <a:lnTo>
                  <a:pt x="221" y="411"/>
                </a:lnTo>
                <a:lnTo>
                  <a:pt x="220" y="411"/>
                </a:lnTo>
                <a:lnTo>
                  <a:pt x="220" y="410"/>
                </a:lnTo>
                <a:lnTo>
                  <a:pt x="221" y="409"/>
                </a:lnTo>
                <a:lnTo>
                  <a:pt x="220" y="409"/>
                </a:lnTo>
                <a:lnTo>
                  <a:pt x="220" y="407"/>
                </a:lnTo>
                <a:lnTo>
                  <a:pt x="220" y="406"/>
                </a:lnTo>
                <a:lnTo>
                  <a:pt x="219" y="406"/>
                </a:lnTo>
                <a:lnTo>
                  <a:pt x="219" y="407"/>
                </a:lnTo>
                <a:lnTo>
                  <a:pt x="219" y="408"/>
                </a:lnTo>
                <a:lnTo>
                  <a:pt x="219" y="407"/>
                </a:lnTo>
                <a:lnTo>
                  <a:pt x="218" y="407"/>
                </a:lnTo>
                <a:lnTo>
                  <a:pt x="218" y="408"/>
                </a:lnTo>
                <a:lnTo>
                  <a:pt x="217" y="408"/>
                </a:lnTo>
                <a:lnTo>
                  <a:pt x="217" y="409"/>
                </a:lnTo>
                <a:lnTo>
                  <a:pt x="217" y="410"/>
                </a:lnTo>
                <a:lnTo>
                  <a:pt x="218" y="410"/>
                </a:lnTo>
                <a:lnTo>
                  <a:pt x="218" y="411"/>
                </a:lnTo>
                <a:lnTo>
                  <a:pt x="218" y="412"/>
                </a:lnTo>
                <a:lnTo>
                  <a:pt x="217" y="411"/>
                </a:lnTo>
                <a:lnTo>
                  <a:pt x="216" y="411"/>
                </a:lnTo>
                <a:lnTo>
                  <a:pt x="216" y="410"/>
                </a:lnTo>
                <a:lnTo>
                  <a:pt x="216" y="409"/>
                </a:lnTo>
                <a:lnTo>
                  <a:pt x="215" y="408"/>
                </a:lnTo>
                <a:lnTo>
                  <a:pt x="215" y="407"/>
                </a:lnTo>
                <a:lnTo>
                  <a:pt x="215" y="406"/>
                </a:lnTo>
                <a:lnTo>
                  <a:pt x="216" y="405"/>
                </a:lnTo>
                <a:lnTo>
                  <a:pt x="215" y="404"/>
                </a:lnTo>
                <a:lnTo>
                  <a:pt x="214" y="404"/>
                </a:lnTo>
                <a:lnTo>
                  <a:pt x="214" y="403"/>
                </a:lnTo>
                <a:lnTo>
                  <a:pt x="215" y="402"/>
                </a:lnTo>
                <a:lnTo>
                  <a:pt x="216" y="403"/>
                </a:lnTo>
                <a:lnTo>
                  <a:pt x="217" y="403"/>
                </a:lnTo>
                <a:lnTo>
                  <a:pt x="217" y="402"/>
                </a:lnTo>
                <a:lnTo>
                  <a:pt x="217" y="401"/>
                </a:lnTo>
                <a:lnTo>
                  <a:pt x="216" y="401"/>
                </a:lnTo>
                <a:lnTo>
                  <a:pt x="215" y="401"/>
                </a:lnTo>
                <a:lnTo>
                  <a:pt x="215" y="400"/>
                </a:lnTo>
                <a:lnTo>
                  <a:pt x="215" y="399"/>
                </a:lnTo>
                <a:lnTo>
                  <a:pt x="214" y="398"/>
                </a:lnTo>
                <a:lnTo>
                  <a:pt x="214" y="397"/>
                </a:lnTo>
                <a:lnTo>
                  <a:pt x="213" y="397"/>
                </a:lnTo>
                <a:lnTo>
                  <a:pt x="212" y="396"/>
                </a:lnTo>
                <a:lnTo>
                  <a:pt x="212" y="395"/>
                </a:lnTo>
                <a:lnTo>
                  <a:pt x="211" y="395"/>
                </a:lnTo>
                <a:lnTo>
                  <a:pt x="211" y="394"/>
                </a:lnTo>
                <a:lnTo>
                  <a:pt x="210" y="394"/>
                </a:lnTo>
                <a:lnTo>
                  <a:pt x="210" y="393"/>
                </a:lnTo>
                <a:lnTo>
                  <a:pt x="210" y="392"/>
                </a:lnTo>
                <a:lnTo>
                  <a:pt x="209" y="391"/>
                </a:lnTo>
                <a:lnTo>
                  <a:pt x="210" y="391"/>
                </a:lnTo>
                <a:lnTo>
                  <a:pt x="210" y="390"/>
                </a:lnTo>
                <a:lnTo>
                  <a:pt x="210" y="389"/>
                </a:lnTo>
                <a:lnTo>
                  <a:pt x="210" y="388"/>
                </a:lnTo>
                <a:lnTo>
                  <a:pt x="209" y="388"/>
                </a:lnTo>
                <a:lnTo>
                  <a:pt x="208" y="388"/>
                </a:lnTo>
                <a:lnTo>
                  <a:pt x="207" y="388"/>
                </a:lnTo>
                <a:lnTo>
                  <a:pt x="207" y="387"/>
                </a:lnTo>
                <a:lnTo>
                  <a:pt x="207" y="388"/>
                </a:lnTo>
                <a:lnTo>
                  <a:pt x="206" y="388"/>
                </a:lnTo>
                <a:lnTo>
                  <a:pt x="206" y="389"/>
                </a:lnTo>
                <a:lnTo>
                  <a:pt x="205" y="388"/>
                </a:lnTo>
                <a:lnTo>
                  <a:pt x="204" y="388"/>
                </a:lnTo>
                <a:lnTo>
                  <a:pt x="204" y="389"/>
                </a:lnTo>
                <a:lnTo>
                  <a:pt x="203" y="389"/>
                </a:lnTo>
                <a:lnTo>
                  <a:pt x="202" y="388"/>
                </a:lnTo>
                <a:lnTo>
                  <a:pt x="202" y="387"/>
                </a:lnTo>
                <a:lnTo>
                  <a:pt x="201" y="387"/>
                </a:lnTo>
                <a:lnTo>
                  <a:pt x="202" y="386"/>
                </a:lnTo>
                <a:lnTo>
                  <a:pt x="202" y="385"/>
                </a:lnTo>
                <a:lnTo>
                  <a:pt x="202" y="384"/>
                </a:lnTo>
                <a:lnTo>
                  <a:pt x="201" y="384"/>
                </a:lnTo>
                <a:lnTo>
                  <a:pt x="200" y="385"/>
                </a:lnTo>
                <a:lnTo>
                  <a:pt x="199" y="385"/>
                </a:lnTo>
                <a:lnTo>
                  <a:pt x="198" y="386"/>
                </a:lnTo>
                <a:lnTo>
                  <a:pt x="197" y="386"/>
                </a:lnTo>
                <a:lnTo>
                  <a:pt x="197" y="385"/>
                </a:lnTo>
                <a:lnTo>
                  <a:pt x="196" y="385"/>
                </a:lnTo>
                <a:lnTo>
                  <a:pt x="195" y="385"/>
                </a:lnTo>
                <a:lnTo>
                  <a:pt x="195" y="386"/>
                </a:lnTo>
                <a:lnTo>
                  <a:pt x="194" y="386"/>
                </a:lnTo>
                <a:lnTo>
                  <a:pt x="193" y="385"/>
                </a:lnTo>
                <a:lnTo>
                  <a:pt x="192" y="385"/>
                </a:lnTo>
                <a:lnTo>
                  <a:pt x="192" y="386"/>
                </a:lnTo>
                <a:lnTo>
                  <a:pt x="191" y="386"/>
                </a:lnTo>
                <a:lnTo>
                  <a:pt x="190" y="386"/>
                </a:lnTo>
                <a:lnTo>
                  <a:pt x="190" y="387"/>
                </a:lnTo>
                <a:lnTo>
                  <a:pt x="191" y="387"/>
                </a:lnTo>
                <a:lnTo>
                  <a:pt x="191" y="388"/>
                </a:lnTo>
                <a:lnTo>
                  <a:pt x="190" y="389"/>
                </a:lnTo>
                <a:lnTo>
                  <a:pt x="189" y="388"/>
                </a:lnTo>
                <a:lnTo>
                  <a:pt x="188" y="388"/>
                </a:lnTo>
                <a:lnTo>
                  <a:pt x="187" y="389"/>
                </a:lnTo>
                <a:lnTo>
                  <a:pt x="187" y="390"/>
                </a:lnTo>
                <a:lnTo>
                  <a:pt x="186" y="390"/>
                </a:lnTo>
                <a:lnTo>
                  <a:pt x="185" y="391"/>
                </a:lnTo>
                <a:lnTo>
                  <a:pt x="185" y="392"/>
                </a:lnTo>
                <a:lnTo>
                  <a:pt x="184" y="393"/>
                </a:lnTo>
                <a:lnTo>
                  <a:pt x="183" y="393"/>
                </a:lnTo>
                <a:lnTo>
                  <a:pt x="183" y="394"/>
                </a:lnTo>
                <a:lnTo>
                  <a:pt x="182" y="394"/>
                </a:lnTo>
                <a:lnTo>
                  <a:pt x="181" y="394"/>
                </a:lnTo>
                <a:lnTo>
                  <a:pt x="181" y="393"/>
                </a:lnTo>
                <a:lnTo>
                  <a:pt x="180" y="392"/>
                </a:lnTo>
                <a:lnTo>
                  <a:pt x="179" y="391"/>
                </a:lnTo>
                <a:lnTo>
                  <a:pt x="179" y="390"/>
                </a:lnTo>
                <a:lnTo>
                  <a:pt x="178" y="390"/>
                </a:lnTo>
                <a:lnTo>
                  <a:pt x="177" y="390"/>
                </a:lnTo>
                <a:lnTo>
                  <a:pt x="177" y="391"/>
                </a:lnTo>
                <a:lnTo>
                  <a:pt x="176" y="391"/>
                </a:lnTo>
                <a:lnTo>
                  <a:pt x="175" y="391"/>
                </a:lnTo>
                <a:lnTo>
                  <a:pt x="174" y="391"/>
                </a:lnTo>
                <a:lnTo>
                  <a:pt x="174" y="392"/>
                </a:lnTo>
                <a:lnTo>
                  <a:pt x="175" y="392"/>
                </a:lnTo>
                <a:lnTo>
                  <a:pt x="175" y="393"/>
                </a:lnTo>
                <a:lnTo>
                  <a:pt x="174" y="393"/>
                </a:lnTo>
                <a:lnTo>
                  <a:pt x="174" y="394"/>
                </a:lnTo>
                <a:lnTo>
                  <a:pt x="173" y="394"/>
                </a:lnTo>
                <a:lnTo>
                  <a:pt x="173" y="395"/>
                </a:lnTo>
                <a:lnTo>
                  <a:pt x="173" y="396"/>
                </a:lnTo>
                <a:lnTo>
                  <a:pt x="173" y="397"/>
                </a:lnTo>
                <a:lnTo>
                  <a:pt x="173" y="396"/>
                </a:lnTo>
                <a:lnTo>
                  <a:pt x="171" y="396"/>
                </a:lnTo>
                <a:lnTo>
                  <a:pt x="170" y="396"/>
                </a:lnTo>
                <a:lnTo>
                  <a:pt x="169" y="396"/>
                </a:lnTo>
                <a:lnTo>
                  <a:pt x="169" y="397"/>
                </a:lnTo>
                <a:lnTo>
                  <a:pt x="168" y="397"/>
                </a:lnTo>
                <a:lnTo>
                  <a:pt x="167" y="397"/>
                </a:lnTo>
                <a:lnTo>
                  <a:pt x="167" y="398"/>
                </a:lnTo>
                <a:lnTo>
                  <a:pt x="166" y="398"/>
                </a:lnTo>
                <a:lnTo>
                  <a:pt x="166" y="397"/>
                </a:lnTo>
                <a:lnTo>
                  <a:pt x="167" y="397"/>
                </a:lnTo>
                <a:lnTo>
                  <a:pt x="166" y="396"/>
                </a:lnTo>
                <a:lnTo>
                  <a:pt x="165" y="396"/>
                </a:lnTo>
                <a:lnTo>
                  <a:pt x="164" y="396"/>
                </a:lnTo>
                <a:lnTo>
                  <a:pt x="163" y="397"/>
                </a:lnTo>
                <a:lnTo>
                  <a:pt x="164" y="397"/>
                </a:lnTo>
                <a:lnTo>
                  <a:pt x="164" y="398"/>
                </a:lnTo>
                <a:lnTo>
                  <a:pt x="163" y="398"/>
                </a:lnTo>
                <a:lnTo>
                  <a:pt x="162" y="398"/>
                </a:lnTo>
                <a:lnTo>
                  <a:pt x="162" y="399"/>
                </a:lnTo>
                <a:lnTo>
                  <a:pt x="161" y="398"/>
                </a:lnTo>
                <a:lnTo>
                  <a:pt x="161" y="397"/>
                </a:lnTo>
                <a:lnTo>
                  <a:pt x="160" y="397"/>
                </a:lnTo>
                <a:lnTo>
                  <a:pt x="160" y="398"/>
                </a:lnTo>
                <a:lnTo>
                  <a:pt x="159" y="398"/>
                </a:lnTo>
                <a:lnTo>
                  <a:pt x="158" y="398"/>
                </a:lnTo>
                <a:lnTo>
                  <a:pt x="158" y="397"/>
                </a:lnTo>
                <a:lnTo>
                  <a:pt x="158" y="398"/>
                </a:lnTo>
                <a:lnTo>
                  <a:pt x="158" y="397"/>
                </a:lnTo>
                <a:lnTo>
                  <a:pt x="158" y="396"/>
                </a:lnTo>
                <a:lnTo>
                  <a:pt x="158" y="395"/>
                </a:lnTo>
                <a:lnTo>
                  <a:pt x="158" y="396"/>
                </a:lnTo>
                <a:lnTo>
                  <a:pt x="159" y="396"/>
                </a:lnTo>
                <a:lnTo>
                  <a:pt x="159" y="395"/>
                </a:lnTo>
                <a:lnTo>
                  <a:pt x="158" y="395"/>
                </a:lnTo>
                <a:lnTo>
                  <a:pt x="158" y="394"/>
                </a:lnTo>
                <a:lnTo>
                  <a:pt x="157" y="394"/>
                </a:lnTo>
                <a:lnTo>
                  <a:pt x="158" y="394"/>
                </a:lnTo>
                <a:lnTo>
                  <a:pt x="158" y="393"/>
                </a:lnTo>
                <a:lnTo>
                  <a:pt x="157" y="393"/>
                </a:lnTo>
                <a:lnTo>
                  <a:pt x="156" y="393"/>
                </a:lnTo>
                <a:lnTo>
                  <a:pt x="156" y="392"/>
                </a:lnTo>
                <a:lnTo>
                  <a:pt x="155" y="392"/>
                </a:lnTo>
                <a:lnTo>
                  <a:pt x="155" y="391"/>
                </a:lnTo>
                <a:lnTo>
                  <a:pt x="156" y="391"/>
                </a:lnTo>
                <a:lnTo>
                  <a:pt x="156" y="390"/>
                </a:lnTo>
                <a:lnTo>
                  <a:pt x="155" y="390"/>
                </a:lnTo>
                <a:lnTo>
                  <a:pt x="155" y="389"/>
                </a:lnTo>
                <a:lnTo>
                  <a:pt x="154" y="389"/>
                </a:lnTo>
                <a:lnTo>
                  <a:pt x="154" y="388"/>
                </a:lnTo>
                <a:lnTo>
                  <a:pt x="153" y="388"/>
                </a:lnTo>
                <a:lnTo>
                  <a:pt x="153" y="387"/>
                </a:lnTo>
                <a:lnTo>
                  <a:pt x="152" y="388"/>
                </a:lnTo>
                <a:lnTo>
                  <a:pt x="152" y="387"/>
                </a:lnTo>
                <a:lnTo>
                  <a:pt x="152" y="386"/>
                </a:lnTo>
                <a:lnTo>
                  <a:pt x="152" y="385"/>
                </a:lnTo>
                <a:lnTo>
                  <a:pt x="151" y="385"/>
                </a:lnTo>
                <a:lnTo>
                  <a:pt x="150" y="385"/>
                </a:lnTo>
                <a:lnTo>
                  <a:pt x="150" y="384"/>
                </a:lnTo>
                <a:lnTo>
                  <a:pt x="151" y="384"/>
                </a:lnTo>
                <a:lnTo>
                  <a:pt x="152" y="383"/>
                </a:lnTo>
                <a:lnTo>
                  <a:pt x="152" y="382"/>
                </a:lnTo>
                <a:lnTo>
                  <a:pt x="152" y="381"/>
                </a:lnTo>
                <a:lnTo>
                  <a:pt x="152" y="380"/>
                </a:lnTo>
                <a:lnTo>
                  <a:pt x="152" y="379"/>
                </a:lnTo>
                <a:lnTo>
                  <a:pt x="152" y="378"/>
                </a:lnTo>
                <a:lnTo>
                  <a:pt x="152" y="377"/>
                </a:lnTo>
                <a:lnTo>
                  <a:pt x="152" y="376"/>
                </a:lnTo>
                <a:lnTo>
                  <a:pt x="151" y="376"/>
                </a:lnTo>
                <a:lnTo>
                  <a:pt x="151" y="375"/>
                </a:lnTo>
                <a:lnTo>
                  <a:pt x="150" y="374"/>
                </a:lnTo>
                <a:lnTo>
                  <a:pt x="149" y="374"/>
                </a:lnTo>
                <a:lnTo>
                  <a:pt x="148" y="374"/>
                </a:lnTo>
                <a:lnTo>
                  <a:pt x="148" y="373"/>
                </a:lnTo>
                <a:lnTo>
                  <a:pt x="148" y="372"/>
                </a:lnTo>
                <a:lnTo>
                  <a:pt x="149" y="372"/>
                </a:lnTo>
                <a:lnTo>
                  <a:pt x="149" y="371"/>
                </a:lnTo>
                <a:lnTo>
                  <a:pt x="149" y="370"/>
                </a:lnTo>
                <a:lnTo>
                  <a:pt x="148" y="370"/>
                </a:lnTo>
                <a:lnTo>
                  <a:pt x="147" y="370"/>
                </a:lnTo>
                <a:lnTo>
                  <a:pt x="146" y="370"/>
                </a:lnTo>
                <a:lnTo>
                  <a:pt x="146" y="369"/>
                </a:lnTo>
                <a:lnTo>
                  <a:pt x="145" y="369"/>
                </a:lnTo>
                <a:lnTo>
                  <a:pt x="145" y="368"/>
                </a:lnTo>
                <a:lnTo>
                  <a:pt x="145" y="367"/>
                </a:lnTo>
                <a:lnTo>
                  <a:pt x="145" y="366"/>
                </a:lnTo>
                <a:lnTo>
                  <a:pt x="145" y="365"/>
                </a:lnTo>
                <a:lnTo>
                  <a:pt x="146" y="365"/>
                </a:lnTo>
                <a:lnTo>
                  <a:pt x="146" y="364"/>
                </a:lnTo>
                <a:lnTo>
                  <a:pt x="147" y="364"/>
                </a:lnTo>
                <a:lnTo>
                  <a:pt x="147" y="363"/>
                </a:lnTo>
                <a:lnTo>
                  <a:pt x="146" y="363"/>
                </a:lnTo>
                <a:lnTo>
                  <a:pt x="146" y="362"/>
                </a:lnTo>
                <a:lnTo>
                  <a:pt x="146" y="361"/>
                </a:lnTo>
                <a:lnTo>
                  <a:pt x="146" y="360"/>
                </a:lnTo>
                <a:lnTo>
                  <a:pt x="145" y="360"/>
                </a:lnTo>
                <a:lnTo>
                  <a:pt x="144" y="360"/>
                </a:lnTo>
                <a:lnTo>
                  <a:pt x="143" y="360"/>
                </a:lnTo>
                <a:lnTo>
                  <a:pt x="142" y="360"/>
                </a:lnTo>
                <a:lnTo>
                  <a:pt x="142" y="361"/>
                </a:lnTo>
                <a:lnTo>
                  <a:pt x="141" y="361"/>
                </a:lnTo>
                <a:lnTo>
                  <a:pt x="140" y="360"/>
                </a:lnTo>
                <a:lnTo>
                  <a:pt x="140" y="361"/>
                </a:lnTo>
                <a:lnTo>
                  <a:pt x="139" y="361"/>
                </a:lnTo>
                <a:lnTo>
                  <a:pt x="138" y="361"/>
                </a:lnTo>
                <a:lnTo>
                  <a:pt x="138" y="360"/>
                </a:lnTo>
                <a:lnTo>
                  <a:pt x="137" y="360"/>
                </a:lnTo>
                <a:lnTo>
                  <a:pt x="137" y="361"/>
                </a:lnTo>
                <a:lnTo>
                  <a:pt x="136" y="361"/>
                </a:lnTo>
                <a:lnTo>
                  <a:pt x="135" y="361"/>
                </a:lnTo>
                <a:lnTo>
                  <a:pt x="135" y="362"/>
                </a:lnTo>
                <a:lnTo>
                  <a:pt x="134" y="362"/>
                </a:lnTo>
                <a:lnTo>
                  <a:pt x="133" y="362"/>
                </a:lnTo>
                <a:lnTo>
                  <a:pt x="133" y="363"/>
                </a:lnTo>
                <a:lnTo>
                  <a:pt x="133" y="364"/>
                </a:lnTo>
                <a:lnTo>
                  <a:pt x="133" y="365"/>
                </a:lnTo>
                <a:lnTo>
                  <a:pt x="133" y="366"/>
                </a:lnTo>
                <a:lnTo>
                  <a:pt x="134" y="366"/>
                </a:lnTo>
                <a:lnTo>
                  <a:pt x="134" y="367"/>
                </a:lnTo>
                <a:lnTo>
                  <a:pt x="133" y="367"/>
                </a:lnTo>
                <a:lnTo>
                  <a:pt x="132" y="367"/>
                </a:lnTo>
                <a:lnTo>
                  <a:pt x="132" y="368"/>
                </a:lnTo>
                <a:lnTo>
                  <a:pt x="133" y="368"/>
                </a:lnTo>
                <a:lnTo>
                  <a:pt x="133" y="369"/>
                </a:lnTo>
                <a:lnTo>
                  <a:pt x="132" y="369"/>
                </a:lnTo>
                <a:lnTo>
                  <a:pt x="132" y="370"/>
                </a:lnTo>
                <a:lnTo>
                  <a:pt x="132" y="371"/>
                </a:lnTo>
                <a:lnTo>
                  <a:pt x="133" y="371"/>
                </a:lnTo>
                <a:lnTo>
                  <a:pt x="132" y="371"/>
                </a:lnTo>
                <a:lnTo>
                  <a:pt x="132" y="372"/>
                </a:lnTo>
                <a:lnTo>
                  <a:pt x="132" y="373"/>
                </a:lnTo>
                <a:lnTo>
                  <a:pt x="131" y="373"/>
                </a:lnTo>
                <a:lnTo>
                  <a:pt x="131" y="374"/>
                </a:lnTo>
                <a:lnTo>
                  <a:pt x="131" y="375"/>
                </a:lnTo>
                <a:lnTo>
                  <a:pt x="130" y="375"/>
                </a:lnTo>
                <a:lnTo>
                  <a:pt x="130" y="376"/>
                </a:lnTo>
                <a:lnTo>
                  <a:pt x="129" y="376"/>
                </a:lnTo>
                <a:lnTo>
                  <a:pt x="129" y="377"/>
                </a:lnTo>
                <a:lnTo>
                  <a:pt x="128" y="377"/>
                </a:lnTo>
                <a:lnTo>
                  <a:pt x="127" y="377"/>
                </a:lnTo>
                <a:lnTo>
                  <a:pt x="127" y="376"/>
                </a:lnTo>
                <a:lnTo>
                  <a:pt x="127" y="375"/>
                </a:lnTo>
                <a:lnTo>
                  <a:pt x="126" y="374"/>
                </a:lnTo>
                <a:lnTo>
                  <a:pt x="124" y="374"/>
                </a:lnTo>
                <a:lnTo>
                  <a:pt x="123" y="374"/>
                </a:lnTo>
                <a:lnTo>
                  <a:pt x="122" y="375"/>
                </a:lnTo>
                <a:lnTo>
                  <a:pt x="121" y="375"/>
                </a:lnTo>
                <a:lnTo>
                  <a:pt x="120" y="376"/>
                </a:lnTo>
                <a:lnTo>
                  <a:pt x="120" y="375"/>
                </a:lnTo>
                <a:lnTo>
                  <a:pt x="119" y="375"/>
                </a:lnTo>
                <a:lnTo>
                  <a:pt x="119" y="376"/>
                </a:lnTo>
                <a:lnTo>
                  <a:pt x="119" y="377"/>
                </a:lnTo>
                <a:lnTo>
                  <a:pt x="119" y="378"/>
                </a:lnTo>
                <a:lnTo>
                  <a:pt x="119" y="379"/>
                </a:lnTo>
                <a:lnTo>
                  <a:pt x="119" y="380"/>
                </a:lnTo>
                <a:lnTo>
                  <a:pt x="118" y="380"/>
                </a:lnTo>
                <a:lnTo>
                  <a:pt x="117" y="379"/>
                </a:lnTo>
                <a:lnTo>
                  <a:pt x="117" y="380"/>
                </a:lnTo>
                <a:lnTo>
                  <a:pt x="117" y="381"/>
                </a:lnTo>
                <a:lnTo>
                  <a:pt x="116" y="381"/>
                </a:lnTo>
                <a:lnTo>
                  <a:pt x="115" y="381"/>
                </a:lnTo>
                <a:lnTo>
                  <a:pt x="114" y="381"/>
                </a:lnTo>
                <a:lnTo>
                  <a:pt x="114" y="382"/>
                </a:lnTo>
                <a:lnTo>
                  <a:pt x="113" y="382"/>
                </a:lnTo>
                <a:lnTo>
                  <a:pt x="113" y="383"/>
                </a:lnTo>
                <a:lnTo>
                  <a:pt x="113" y="384"/>
                </a:lnTo>
                <a:lnTo>
                  <a:pt x="113" y="385"/>
                </a:lnTo>
                <a:lnTo>
                  <a:pt x="112" y="385"/>
                </a:lnTo>
                <a:lnTo>
                  <a:pt x="112" y="386"/>
                </a:lnTo>
                <a:lnTo>
                  <a:pt x="111" y="386"/>
                </a:lnTo>
                <a:lnTo>
                  <a:pt x="110" y="386"/>
                </a:lnTo>
                <a:lnTo>
                  <a:pt x="111" y="385"/>
                </a:lnTo>
                <a:lnTo>
                  <a:pt x="110" y="385"/>
                </a:lnTo>
                <a:lnTo>
                  <a:pt x="110" y="386"/>
                </a:lnTo>
                <a:lnTo>
                  <a:pt x="109" y="386"/>
                </a:lnTo>
                <a:lnTo>
                  <a:pt x="108" y="386"/>
                </a:lnTo>
                <a:lnTo>
                  <a:pt x="107" y="386"/>
                </a:lnTo>
                <a:lnTo>
                  <a:pt x="106" y="386"/>
                </a:lnTo>
                <a:lnTo>
                  <a:pt x="105" y="385"/>
                </a:lnTo>
                <a:lnTo>
                  <a:pt x="104" y="385"/>
                </a:lnTo>
                <a:lnTo>
                  <a:pt x="102" y="385"/>
                </a:lnTo>
                <a:lnTo>
                  <a:pt x="100" y="385"/>
                </a:lnTo>
                <a:lnTo>
                  <a:pt x="100" y="384"/>
                </a:lnTo>
                <a:lnTo>
                  <a:pt x="99" y="384"/>
                </a:lnTo>
                <a:lnTo>
                  <a:pt x="99" y="385"/>
                </a:lnTo>
                <a:lnTo>
                  <a:pt x="99" y="384"/>
                </a:lnTo>
                <a:lnTo>
                  <a:pt x="98" y="384"/>
                </a:lnTo>
                <a:lnTo>
                  <a:pt x="98" y="383"/>
                </a:lnTo>
                <a:lnTo>
                  <a:pt x="99" y="383"/>
                </a:lnTo>
                <a:lnTo>
                  <a:pt x="99" y="382"/>
                </a:lnTo>
                <a:lnTo>
                  <a:pt x="98" y="382"/>
                </a:lnTo>
                <a:lnTo>
                  <a:pt x="98" y="381"/>
                </a:lnTo>
                <a:lnTo>
                  <a:pt x="99" y="381"/>
                </a:lnTo>
                <a:lnTo>
                  <a:pt x="99" y="382"/>
                </a:lnTo>
                <a:lnTo>
                  <a:pt x="99" y="381"/>
                </a:lnTo>
                <a:lnTo>
                  <a:pt x="99" y="380"/>
                </a:lnTo>
                <a:lnTo>
                  <a:pt x="98" y="379"/>
                </a:lnTo>
                <a:lnTo>
                  <a:pt x="97" y="380"/>
                </a:lnTo>
                <a:lnTo>
                  <a:pt x="96" y="380"/>
                </a:lnTo>
                <a:lnTo>
                  <a:pt x="96" y="381"/>
                </a:lnTo>
                <a:lnTo>
                  <a:pt x="95" y="381"/>
                </a:lnTo>
                <a:lnTo>
                  <a:pt x="94" y="380"/>
                </a:lnTo>
                <a:lnTo>
                  <a:pt x="94" y="381"/>
                </a:lnTo>
                <a:lnTo>
                  <a:pt x="93" y="381"/>
                </a:lnTo>
                <a:lnTo>
                  <a:pt x="92" y="381"/>
                </a:lnTo>
                <a:lnTo>
                  <a:pt x="92" y="380"/>
                </a:lnTo>
                <a:lnTo>
                  <a:pt x="91" y="380"/>
                </a:lnTo>
                <a:lnTo>
                  <a:pt x="91" y="379"/>
                </a:lnTo>
                <a:lnTo>
                  <a:pt x="91" y="380"/>
                </a:lnTo>
                <a:lnTo>
                  <a:pt x="90" y="379"/>
                </a:lnTo>
                <a:lnTo>
                  <a:pt x="90" y="378"/>
                </a:lnTo>
                <a:lnTo>
                  <a:pt x="89" y="378"/>
                </a:lnTo>
                <a:lnTo>
                  <a:pt x="88" y="378"/>
                </a:lnTo>
                <a:lnTo>
                  <a:pt x="87" y="378"/>
                </a:lnTo>
                <a:lnTo>
                  <a:pt x="86" y="378"/>
                </a:lnTo>
                <a:lnTo>
                  <a:pt x="86" y="377"/>
                </a:lnTo>
                <a:lnTo>
                  <a:pt x="86" y="378"/>
                </a:lnTo>
                <a:lnTo>
                  <a:pt x="86" y="379"/>
                </a:lnTo>
                <a:lnTo>
                  <a:pt x="86" y="380"/>
                </a:lnTo>
                <a:lnTo>
                  <a:pt x="85" y="380"/>
                </a:lnTo>
                <a:lnTo>
                  <a:pt x="84" y="380"/>
                </a:lnTo>
                <a:lnTo>
                  <a:pt x="84" y="381"/>
                </a:lnTo>
                <a:lnTo>
                  <a:pt x="84" y="382"/>
                </a:lnTo>
                <a:lnTo>
                  <a:pt x="83" y="383"/>
                </a:lnTo>
                <a:lnTo>
                  <a:pt x="83" y="382"/>
                </a:lnTo>
                <a:lnTo>
                  <a:pt x="82" y="382"/>
                </a:lnTo>
                <a:lnTo>
                  <a:pt x="82" y="381"/>
                </a:lnTo>
                <a:lnTo>
                  <a:pt x="81" y="381"/>
                </a:lnTo>
                <a:lnTo>
                  <a:pt x="80" y="381"/>
                </a:lnTo>
                <a:lnTo>
                  <a:pt x="79" y="382"/>
                </a:lnTo>
                <a:lnTo>
                  <a:pt x="78" y="381"/>
                </a:lnTo>
                <a:lnTo>
                  <a:pt x="79" y="381"/>
                </a:lnTo>
                <a:lnTo>
                  <a:pt x="78" y="380"/>
                </a:lnTo>
                <a:lnTo>
                  <a:pt x="78" y="379"/>
                </a:lnTo>
                <a:lnTo>
                  <a:pt x="77" y="379"/>
                </a:lnTo>
                <a:lnTo>
                  <a:pt x="77" y="378"/>
                </a:lnTo>
                <a:lnTo>
                  <a:pt x="76" y="378"/>
                </a:lnTo>
                <a:lnTo>
                  <a:pt x="76" y="377"/>
                </a:lnTo>
                <a:lnTo>
                  <a:pt x="76" y="376"/>
                </a:lnTo>
                <a:lnTo>
                  <a:pt x="75" y="376"/>
                </a:lnTo>
                <a:lnTo>
                  <a:pt x="74" y="376"/>
                </a:lnTo>
                <a:lnTo>
                  <a:pt x="74" y="375"/>
                </a:lnTo>
                <a:lnTo>
                  <a:pt x="75" y="375"/>
                </a:lnTo>
                <a:lnTo>
                  <a:pt x="75" y="374"/>
                </a:lnTo>
                <a:lnTo>
                  <a:pt x="75" y="373"/>
                </a:lnTo>
                <a:lnTo>
                  <a:pt x="76" y="373"/>
                </a:lnTo>
                <a:lnTo>
                  <a:pt x="76" y="374"/>
                </a:lnTo>
                <a:lnTo>
                  <a:pt x="77" y="374"/>
                </a:lnTo>
                <a:lnTo>
                  <a:pt x="77" y="373"/>
                </a:lnTo>
                <a:lnTo>
                  <a:pt x="78" y="372"/>
                </a:lnTo>
                <a:lnTo>
                  <a:pt x="78" y="371"/>
                </a:lnTo>
                <a:lnTo>
                  <a:pt x="79" y="371"/>
                </a:lnTo>
                <a:lnTo>
                  <a:pt x="79" y="370"/>
                </a:lnTo>
                <a:lnTo>
                  <a:pt x="79" y="369"/>
                </a:lnTo>
                <a:lnTo>
                  <a:pt x="79" y="368"/>
                </a:lnTo>
                <a:lnTo>
                  <a:pt x="79" y="367"/>
                </a:lnTo>
                <a:lnTo>
                  <a:pt x="79" y="366"/>
                </a:lnTo>
                <a:lnTo>
                  <a:pt x="80" y="366"/>
                </a:lnTo>
                <a:lnTo>
                  <a:pt x="79" y="365"/>
                </a:lnTo>
                <a:lnTo>
                  <a:pt x="79" y="364"/>
                </a:lnTo>
                <a:lnTo>
                  <a:pt x="78" y="364"/>
                </a:lnTo>
                <a:lnTo>
                  <a:pt x="79" y="363"/>
                </a:lnTo>
                <a:lnTo>
                  <a:pt x="78" y="363"/>
                </a:lnTo>
                <a:lnTo>
                  <a:pt x="78" y="362"/>
                </a:lnTo>
                <a:lnTo>
                  <a:pt x="78" y="361"/>
                </a:lnTo>
                <a:lnTo>
                  <a:pt x="77" y="361"/>
                </a:lnTo>
                <a:lnTo>
                  <a:pt x="76" y="360"/>
                </a:lnTo>
                <a:lnTo>
                  <a:pt x="76" y="359"/>
                </a:lnTo>
                <a:lnTo>
                  <a:pt x="76" y="358"/>
                </a:lnTo>
                <a:lnTo>
                  <a:pt x="77" y="358"/>
                </a:lnTo>
                <a:lnTo>
                  <a:pt x="76" y="358"/>
                </a:lnTo>
                <a:lnTo>
                  <a:pt x="76" y="357"/>
                </a:lnTo>
                <a:lnTo>
                  <a:pt x="77" y="357"/>
                </a:lnTo>
                <a:lnTo>
                  <a:pt x="78" y="357"/>
                </a:lnTo>
                <a:lnTo>
                  <a:pt x="78" y="356"/>
                </a:lnTo>
                <a:lnTo>
                  <a:pt x="78" y="355"/>
                </a:lnTo>
                <a:lnTo>
                  <a:pt x="77" y="355"/>
                </a:lnTo>
                <a:lnTo>
                  <a:pt x="77" y="354"/>
                </a:lnTo>
                <a:lnTo>
                  <a:pt x="76" y="354"/>
                </a:lnTo>
                <a:lnTo>
                  <a:pt x="75" y="353"/>
                </a:lnTo>
                <a:lnTo>
                  <a:pt x="75" y="352"/>
                </a:lnTo>
                <a:lnTo>
                  <a:pt x="75" y="351"/>
                </a:lnTo>
                <a:lnTo>
                  <a:pt x="74" y="351"/>
                </a:lnTo>
                <a:lnTo>
                  <a:pt x="74" y="349"/>
                </a:lnTo>
                <a:lnTo>
                  <a:pt x="73" y="349"/>
                </a:lnTo>
                <a:lnTo>
                  <a:pt x="73" y="348"/>
                </a:lnTo>
                <a:lnTo>
                  <a:pt x="74" y="348"/>
                </a:lnTo>
                <a:lnTo>
                  <a:pt x="74" y="347"/>
                </a:lnTo>
                <a:lnTo>
                  <a:pt x="73" y="347"/>
                </a:lnTo>
                <a:lnTo>
                  <a:pt x="74" y="347"/>
                </a:lnTo>
                <a:lnTo>
                  <a:pt x="74" y="346"/>
                </a:lnTo>
                <a:lnTo>
                  <a:pt x="74" y="345"/>
                </a:lnTo>
                <a:lnTo>
                  <a:pt x="73" y="345"/>
                </a:lnTo>
                <a:lnTo>
                  <a:pt x="73" y="344"/>
                </a:lnTo>
                <a:lnTo>
                  <a:pt x="72" y="344"/>
                </a:lnTo>
                <a:lnTo>
                  <a:pt x="73" y="344"/>
                </a:lnTo>
                <a:lnTo>
                  <a:pt x="72" y="343"/>
                </a:lnTo>
                <a:lnTo>
                  <a:pt x="72" y="342"/>
                </a:lnTo>
                <a:lnTo>
                  <a:pt x="72" y="341"/>
                </a:lnTo>
                <a:lnTo>
                  <a:pt x="73" y="340"/>
                </a:lnTo>
                <a:lnTo>
                  <a:pt x="72" y="340"/>
                </a:lnTo>
                <a:lnTo>
                  <a:pt x="72" y="339"/>
                </a:lnTo>
                <a:lnTo>
                  <a:pt x="72" y="338"/>
                </a:lnTo>
                <a:lnTo>
                  <a:pt x="71" y="338"/>
                </a:lnTo>
                <a:lnTo>
                  <a:pt x="71" y="337"/>
                </a:lnTo>
                <a:lnTo>
                  <a:pt x="71" y="336"/>
                </a:lnTo>
                <a:lnTo>
                  <a:pt x="71" y="335"/>
                </a:lnTo>
                <a:lnTo>
                  <a:pt x="70" y="335"/>
                </a:lnTo>
                <a:lnTo>
                  <a:pt x="69" y="335"/>
                </a:lnTo>
                <a:lnTo>
                  <a:pt x="69" y="334"/>
                </a:lnTo>
                <a:lnTo>
                  <a:pt x="70" y="334"/>
                </a:lnTo>
                <a:lnTo>
                  <a:pt x="69" y="334"/>
                </a:lnTo>
                <a:lnTo>
                  <a:pt x="68" y="333"/>
                </a:lnTo>
                <a:lnTo>
                  <a:pt x="67" y="333"/>
                </a:lnTo>
                <a:lnTo>
                  <a:pt x="66" y="332"/>
                </a:lnTo>
                <a:lnTo>
                  <a:pt x="65" y="332"/>
                </a:lnTo>
                <a:lnTo>
                  <a:pt x="65" y="331"/>
                </a:lnTo>
                <a:lnTo>
                  <a:pt x="63" y="330"/>
                </a:lnTo>
                <a:lnTo>
                  <a:pt x="63" y="329"/>
                </a:lnTo>
                <a:lnTo>
                  <a:pt x="63" y="328"/>
                </a:lnTo>
                <a:lnTo>
                  <a:pt x="63" y="327"/>
                </a:lnTo>
                <a:lnTo>
                  <a:pt x="63" y="326"/>
                </a:lnTo>
                <a:lnTo>
                  <a:pt x="62" y="325"/>
                </a:lnTo>
                <a:lnTo>
                  <a:pt x="63" y="325"/>
                </a:lnTo>
                <a:lnTo>
                  <a:pt x="63" y="324"/>
                </a:lnTo>
                <a:lnTo>
                  <a:pt x="63" y="323"/>
                </a:lnTo>
                <a:lnTo>
                  <a:pt x="62" y="323"/>
                </a:lnTo>
                <a:lnTo>
                  <a:pt x="62" y="322"/>
                </a:lnTo>
                <a:lnTo>
                  <a:pt x="62" y="321"/>
                </a:lnTo>
                <a:lnTo>
                  <a:pt x="62" y="320"/>
                </a:lnTo>
                <a:lnTo>
                  <a:pt x="63" y="319"/>
                </a:lnTo>
                <a:lnTo>
                  <a:pt x="63" y="318"/>
                </a:lnTo>
                <a:lnTo>
                  <a:pt x="64" y="318"/>
                </a:lnTo>
                <a:lnTo>
                  <a:pt x="64" y="317"/>
                </a:lnTo>
                <a:lnTo>
                  <a:pt x="65" y="317"/>
                </a:lnTo>
                <a:lnTo>
                  <a:pt x="66" y="317"/>
                </a:lnTo>
                <a:lnTo>
                  <a:pt x="66" y="316"/>
                </a:lnTo>
                <a:lnTo>
                  <a:pt x="67" y="315"/>
                </a:lnTo>
                <a:lnTo>
                  <a:pt x="68" y="315"/>
                </a:lnTo>
                <a:lnTo>
                  <a:pt x="69" y="315"/>
                </a:lnTo>
                <a:lnTo>
                  <a:pt x="70" y="314"/>
                </a:lnTo>
                <a:lnTo>
                  <a:pt x="69" y="314"/>
                </a:lnTo>
                <a:lnTo>
                  <a:pt x="69" y="313"/>
                </a:lnTo>
                <a:lnTo>
                  <a:pt x="69" y="312"/>
                </a:lnTo>
                <a:lnTo>
                  <a:pt x="70" y="312"/>
                </a:lnTo>
                <a:lnTo>
                  <a:pt x="70" y="311"/>
                </a:lnTo>
                <a:lnTo>
                  <a:pt x="69" y="310"/>
                </a:lnTo>
                <a:lnTo>
                  <a:pt x="69" y="309"/>
                </a:lnTo>
                <a:lnTo>
                  <a:pt x="68" y="309"/>
                </a:lnTo>
                <a:lnTo>
                  <a:pt x="67" y="309"/>
                </a:lnTo>
                <a:lnTo>
                  <a:pt x="66" y="309"/>
                </a:lnTo>
                <a:lnTo>
                  <a:pt x="66" y="308"/>
                </a:lnTo>
                <a:lnTo>
                  <a:pt x="67" y="307"/>
                </a:lnTo>
                <a:lnTo>
                  <a:pt x="68" y="307"/>
                </a:lnTo>
                <a:lnTo>
                  <a:pt x="68" y="306"/>
                </a:lnTo>
                <a:lnTo>
                  <a:pt x="69" y="305"/>
                </a:lnTo>
                <a:lnTo>
                  <a:pt x="70" y="305"/>
                </a:lnTo>
                <a:lnTo>
                  <a:pt x="70" y="304"/>
                </a:lnTo>
                <a:lnTo>
                  <a:pt x="70" y="303"/>
                </a:lnTo>
                <a:lnTo>
                  <a:pt x="70" y="302"/>
                </a:lnTo>
                <a:lnTo>
                  <a:pt x="69" y="302"/>
                </a:lnTo>
                <a:lnTo>
                  <a:pt x="68" y="302"/>
                </a:lnTo>
                <a:lnTo>
                  <a:pt x="67" y="302"/>
                </a:lnTo>
                <a:lnTo>
                  <a:pt x="66" y="302"/>
                </a:lnTo>
                <a:lnTo>
                  <a:pt x="65" y="301"/>
                </a:lnTo>
                <a:lnTo>
                  <a:pt x="64" y="301"/>
                </a:lnTo>
                <a:lnTo>
                  <a:pt x="64" y="300"/>
                </a:lnTo>
                <a:lnTo>
                  <a:pt x="63" y="300"/>
                </a:lnTo>
                <a:lnTo>
                  <a:pt x="63" y="301"/>
                </a:lnTo>
                <a:lnTo>
                  <a:pt x="63" y="300"/>
                </a:lnTo>
                <a:lnTo>
                  <a:pt x="63" y="299"/>
                </a:lnTo>
                <a:lnTo>
                  <a:pt x="64" y="299"/>
                </a:lnTo>
                <a:lnTo>
                  <a:pt x="64" y="298"/>
                </a:lnTo>
                <a:lnTo>
                  <a:pt x="63" y="298"/>
                </a:lnTo>
                <a:lnTo>
                  <a:pt x="63" y="297"/>
                </a:lnTo>
                <a:lnTo>
                  <a:pt x="63" y="296"/>
                </a:lnTo>
                <a:lnTo>
                  <a:pt x="63" y="295"/>
                </a:lnTo>
                <a:lnTo>
                  <a:pt x="62" y="294"/>
                </a:lnTo>
                <a:lnTo>
                  <a:pt x="62" y="295"/>
                </a:lnTo>
                <a:lnTo>
                  <a:pt x="62" y="294"/>
                </a:lnTo>
                <a:lnTo>
                  <a:pt x="61" y="295"/>
                </a:lnTo>
                <a:lnTo>
                  <a:pt x="60" y="295"/>
                </a:lnTo>
                <a:lnTo>
                  <a:pt x="60" y="296"/>
                </a:lnTo>
                <a:lnTo>
                  <a:pt x="59" y="297"/>
                </a:lnTo>
                <a:lnTo>
                  <a:pt x="59" y="298"/>
                </a:lnTo>
                <a:lnTo>
                  <a:pt x="58" y="299"/>
                </a:lnTo>
                <a:lnTo>
                  <a:pt x="57" y="299"/>
                </a:lnTo>
                <a:lnTo>
                  <a:pt x="56" y="298"/>
                </a:lnTo>
                <a:lnTo>
                  <a:pt x="55" y="298"/>
                </a:lnTo>
                <a:lnTo>
                  <a:pt x="54" y="299"/>
                </a:lnTo>
                <a:lnTo>
                  <a:pt x="54" y="300"/>
                </a:lnTo>
                <a:lnTo>
                  <a:pt x="53" y="300"/>
                </a:lnTo>
                <a:lnTo>
                  <a:pt x="52" y="300"/>
                </a:lnTo>
                <a:lnTo>
                  <a:pt x="52" y="299"/>
                </a:lnTo>
                <a:lnTo>
                  <a:pt x="53" y="299"/>
                </a:lnTo>
                <a:lnTo>
                  <a:pt x="52" y="299"/>
                </a:lnTo>
                <a:lnTo>
                  <a:pt x="52" y="300"/>
                </a:lnTo>
                <a:lnTo>
                  <a:pt x="51" y="301"/>
                </a:lnTo>
                <a:lnTo>
                  <a:pt x="51" y="300"/>
                </a:lnTo>
                <a:lnTo>
                  <a:pt x="51" y="299"/>
                </a:lnTo>
                <a:lnTo>
                  <a:pt x="50" y="298"/>
                </a:lnTo>
                <a:lnTo>
                  <a:pt x="50" y="297"/>
                </a:lnTo>
                <a:lnTo>
                  <a:pt x="49" y="297"/>
                </a:lnTo>
                <a:lnTo>
                  <a:pt x="48" y="297"/>
                </a:lnTo>
                <a:lnTo>
                  <a:pt x="48" y="298"/>
                </a:lnTo>
                <a:lnTo>
                  <a:pt x="47" y="298"/>
                </a:lnTo>
                <a:lnTo>
                  <a:pt x="46" y="298"/>
                </a:lnTo>
                <a:lnTo>
                  <a:pt x="46" y="299"/>
                </a:lnTo>
                <a:lnTo>
                  <a:pt x="45" y="299"/>
                </a:lnTo>
                <a:lnTo>
                  <a:pt x="45" y="298"/>
                </a:lnTo>
                <a:lnTo>
                  <a:pt x="44" y="298"/>
                </a:lnTo>
                <a:lnTo>
                  <a:pt x="44" y="299"/>
                </a:lnTo>
                <a:lnTo>
                  <a:pt x="43" y="299"/>
                </a:lnTo>
                <a:lnTo>
                  <a:pt x="44" y="298"/>
                </a:lnTo>
                <a:lnTo>
                  <a:pt x="43" y="298"/>
                </a:lnTo>
                <a:lnTo>
                  <a:pt x="42" y="298"/>
                </a:lnTo>
                <a:lnTo>
                  <a:pt x="42" y="299"/>
                </a:lnTo>
                <a:lnTo>
                  <a:pt x="41" y="300"/>
                </a:lnTo>
                <a:lnTo>
                  <a:pt x="42" y="300"/>
                </a:lnTo>
                <a:lnTo>
                  <a:pt x="42" y="301"/>
                </a:lnTo>
                <a:lnTo>
                  <a:pt x="42" y="302"/>
                </a:lnTo>
                <a:lnTo>
                  <a:pt x="41" y="302"/>
                </a:lnTo>
                <a:lnTo>
                  <a:pt x="41" y="301"/>
                </a:lnTo>
                <a:lnTo>
                  <a:pt x="40" y="301"/>
                </a:lnTo>
                <a:lnTo>
                  <a:pt x="39" y="301"/>
                </a:lnTo>
                <a:lnTo>
                  <a:pt x="39" y="302"/>
                </a:lnTo>
                <a:lnTo>
                  <a:pt x="38" y="301"/>
                </a:lnTo>
                <a:lnTo>
                  <a:pt x="37" y="301"/>
                </a:lnTo>
                <a:lnTo>
                  <a:pt x="37" y="300"/>
                </a:lnTo>
                <a:lnTo>
                  <a:pt x="38" y="300"/>
                </a:lnTo>
                <a:lnTo>
                  <a:pt x="37" y="300"/>
                </a:lnTo>
                <a:lnTo>
                  <a:pt x="37" y="299"/>
                </a:lnTo>
                <a:lnTo>
                  <a:pt x="36" y="299"/>
                </a:lnTo>
                <a:lnTo>
                  <a:pt x="36" y="298"/>
                </a:lnTo>
                <a:lnTo>
                  <a:pt x="36" y="297"/>
                </a:lnTo>
                <a:lnTo>
                  <a:pt x="37" y="297"/>
                </a:lnTo>
                <a:lnTo>
                  <a:pt x="38" y="296"/>
                </a:lnTo>
                <a:lnTo>
                  <a:pt x="39" y="296"/>
                </a:lnTo>
                <a:lnTo>
                  <a:pt x="39" y="295"/>
                </a:lnTo>
                <a:lnTo>
                  <a:pt x="40" y="294"/>
                </a:lnTo>
                <a:lnTo>
                  <a:pt x="39" y="294"/>
                </a:lnTo>
                <a:lnTo>
                  <a:pt x="40" y="294"/>
                </a:lnTo>
                <a:lnTo>
                  <a:pt x="41" y="293"/>
                </a:lnTo>
                <a:lnTo>
                  <a:pt x="40" y="292"/>
                </a:lnTo>
                <a:lnTo>
                  <a:pt x="40" y="293"/>
                </a:lnTo>
                <a:lnTo>
                  <a:pt x="39" y="293"/>
                </a:lnTo>
                <a:lnTo>
                  <a:pt x="40" y="293"/>
                </a:lnTo>
                <a:lnTo>
                  <a:pt x="40" y="292"/>
                </a:lnTo>
                <a:lnTo>
                  <a:pt x="40" y="293"/>
                </a:lnTo>
                <a:lnTo>
                  <a:pt x="40" y="292"/>
                </a:lnTo>
                <a:lnTo>
                  <a:pt x="39" y="291"/>
                </a:lnTo>
                <a:lnTo>
                  <a:pt x="39" y="290"/>
                </a:lnTo>
                <a:lnTo>
                  <a:pt x="39" y="289"/>
                </a:lnTo>
                <a:lnTo>
                  <a:pt x="38" y="288"/>
                </a:lnTo>
                <a:lnTo>
                  <a:pt x="38" y="287"/>
                </a:lnTo>
                <a:lnTo>
                  <a:pt x="37" y="287"/>
                </a:lnTo>
                <a:lnTo>
                  <a:pt x="37" y="286"/>
                </a:lnTo>
                <a:lnTo>
                  <a:pt x="36" y="286"/>
                </a:lnTo>
                <a:lnTo>
                  <a:pt x="36" y="285"/>
                </a:lnTo>
                <a:lnTo>
                  <a:pt x="37" y="285"/>
                </a:lnTo>
                <a:lnTo>
                  <a:pt x="37" y="284"/>
                </a:lnTo>
                <a:lnTo>
                  <a:pt x="38" y="284"/>
                </a:lnTo>
                <a:lnTo>
                  <a:pt x="38" y="283"/>
                </a:lnTo>
                <a:lnTo>
                  <a:pt x="39" y="282"/>
                </a:lnTo>
                <a:lnTo>
                  <a:pt x="38" y="282"/>
                </a:lnTo>
                <a:lnTo>
                  <a:pt x="39" y="282"/>
                </a:lnTo>
                <a:lnTo>
                  <a:pt x="39" y="281"/>
                </a:lnTo>
                <a:lnTo>
                  <a:pt x="39" y="280"/>
                </a:lnTo>
                <a:lnTo>
                  <a:pt x="39" y="279"/>
                </a:lnTo>
                <a:lnTo>
                  <a:pt x="40" y="279"/>
                </a:lnTo>
                <a:lnTo>
                  <a:pt x="40" y="278"/>
                </a:lnTo>
                <a:lnTo>
                  <a:pt x="41" y="278"/>
                </a:lnTo>
                <a:lnTo>
                  <a:pt x="40" y="278"/>
                </a:lnTo>
                <a:lnTo>
                  <a:pt x="40" y="277"/>
                </a:lnTo>
                <a:lnTo>
                  <a:pt x="39" y="277"/>
                </a:lnTo>
                <a:lnTo>
                  <a:pt x="38" y="278"/>
                </a:lnTo>
                <a:lnTo>
                  <a:pt x="37" y="277"/>
                </a:lnTo>
                <a:lnTo>
                  <a:pt x="37" y="276"/>
                </a:lnTo>
                <a:lnTo>
                  <a:pt x="36" y="276"/>
                </a:lnTo>
                <a:lnTo>
                  <a:pt x="35" y="276"/>
                </a:lnTo>
                <a:lnTo>
                  <a:pt x="34" y="276"/>
                </a:lnTo>
                <a:lnTo>
                  <a:pt x="34" y="275"/>
                </a:lnTo>
                <a:lnTo>
                  <a:pt x="35" y="275"/>
                </a:lnTo>
                <a:lnTo>
                  <a:pt x="36" y="275"/>
                </a:lnTo>
                <a:lnTo>
                  <a:pt x="37" y="275"/>
                </a:lnTo>
                <a:lnTo>
                  <a:pt x="37" y="274"/>
                </a:lnTo>
                <a:lnTo>
                  <a:pt x="37" y="273"/>
                </a:lnTo>
                <a:lnTo>
                  <a:pt x="36" y="273"/>
                </a:lnTo>
                <a:lnTo>
                  <a:pt x="35" y="273"/>
                </a:lnTo>
                <a:lnTo>
                  <a:pt x="35" y="272"/>
                </a:lnTo>
                <a:lnTo>
                  <a:pt x="36" y="272"/>
                </a:lnTo>
                <a:lnTo>
                  <a:pt x="35" y="272"/>
                </a:lnTo>
                <a:lnTo>
                  <a:pt x="35" y="271"/>
                </a:lnTo>
                <a:lnTo>
                  <a:pt x="36" y="271"/>
                </a:lnTo>
                <a:lnTo>
                  <a:pt x="36" y="270"/>
                </a:lnTo>
                <a:lnTo>
                  <a:pt x="35" y="270"/>
                </a:lnTo>
                <a:lnTo>
                  <a:pt x="34" y="270"/>
                </a:lnTo>
                <a:lnTo>
                  <a:pt x="34" y="269"/>
                </a:lnTo>
                <a:lnTo>
                  <a:pt x="34" y="268"/>
                </a:lnTo>
                <a:lnTo>
                  <a:pt x="35" y="268"/>
                </a:lnTo>
                <a:lnTo>
                  <a:pt x="35" y="267"/>
                </a:lnTo>
                <a:lnTo>
                  <a:pt x="35" y="266"/>
                </a:lnTo>
                <a:lnTo>
                  <a:pt x="34" y="266"/>
                </a:lnTo>
                <a:lnTo>
                  <a:pt x="34" y="264"/>
                </a:lnTo>
                <a:lnTo>
                  <a:pt x="35" y="264"/>
                </a:lnTo>
                <a:lnTo>
                  <a:pt x="36" y="263"/>
                </a:lnTo>
                <a:lnTo>
                  <a:pt x="36" y="262"/>
                </a:lnTo>
                <a:lnTo>
                  <a:pt x="35" y="261"/>
                </a:lnTo>
                <a:lnTo>
                  <a:pt x="35" y="260"/>
                </a:lnTo>
                <a:lnTo>
                  <a:pt x="36" y="260"/>
                </a:lnTo>
                <a:lnTo>
                  <a:pt x="36" y="259"/>
                </a:lnTo>
                <a:lnTo>
                  <a:pt x="36" y="258"/>
                </a:lnTo>
                <a:lnTo>
                  <a:pt x="36" y="257"/>
                </a:lnTo>
                <a:lnTo>
                  <a:pt x="36" y="258"/>
                </a:lnTo>
                <a:lnTo>
                  <a:pt x="36" y="257"/>
                </a:lnTo>
                <a:lnTo>
                  <a:pt x="35" y="257"/>
                </a:lnTo>
                <a:lnTo>
                  <a:pt x="34" y="256"/>
                </a:lnTo>
                <a:lnTo>
                  <a:pt x="35" y="256"/>
                </a:lnTo>
                <a:lnTo>
                  <a:pt x="34" y="255"/>
                </a:lnTo>
                <a:lnTo>
                  <a:pt x="33" y="255"/>
                </a:lnTo>
                <a:lnTo>
                  <a:pt x="32" y="255"/>
                </a:lnTo>
                <a:lnTo>
                  <a:pt x="32" y="254"/>
                </a:lnTo>
                <a:lnTo>
                  <a:pt x="33" y="254"/>
                </a:lnTo>
                <a:lnTo>
                  <a:pt x="33" y="253"/>
                </a:lnTo>
                <a:lnTo>
                  <a:pt x="33" y="252"/>
                </a:lnTo>
                <a:lnTo>
                  <a:pt x="33" y="253"/>
                </a:lnTo>
                <a:lnTo>
                  <a:pt x="33" y="252"/>
                </a:lnTo>
                <a:lnTo>
                  <a:pt x="33" y="253"/>
                </a:lnTo>
                <a:lnTo>
                  <a:pt x="33" y="252"/>
                </a:lnTo>
                <a:lnTo>
                  <a:pt x="32" y="252"/>
                </a:lnTo>
                <a:lnTo>
                  <a:pt x="33" y="251"/>
                </a:lnTo>
                <a:lnTo>
                  <a:pt x="32" y="251"/>
                </a:lnTo>
                <a:lnTo>
                  <a:pt x="32" y="250"/>
                </a:lnTo>
                <a:lnTo>
                  <a:pt x="32" y="249"/>
                </a:lnTo>
                <a:lnTo>
                  <a:pt x="32" y="248"/>
                </a:lnTo>
                <a:lnTo>
                  <a:pt x="32" y="247"/>
                </a:lnTo>
                <a:lnTo>
                  <a:pt x="31" y="247"/>
                </a:lnTo>
                <a:lnTo>
                  <a:pt x="31" y="246"/>
                </a:lnTo>
                <a:lnTo>
                  <a:pt x="32" y="246"/>
                </a:lnTo>
                <a:lnTo>
                  <a:pt x="31" y="245"/>
                </a:lnTo>
                <a:lnTo>
                  <a:pt x="31" y="244"/>
                </a:lnTo>
                <a:lnTo>
                  <a:pt x="30" y="244"/>
                </a:lnTo>
                <a:lnTo>
                  <a:pt x="30" y="243"/>
                </a:lnTo>
                <a:lnTo>
                  <a:pt x="29" y="243"/>
                </a:lnTo>
                <a:lnTo>
                  <a:pt x="28" y="243"/>
                </a:lnTo>
                <a:lnTo>
                  <a:pt x="27" y="243"/>
                </a:lnTo>
                <a:lnTo>
                  <a:pt x="26" y="243"/>
                </a:lnTo>
                <a:lnTo>
                  <a:pt x="25" y="243"/>
                </a:lnTo>
                <a:lnTo>
                  <a:pt x="25" y="242"/>
                </a:lnTo>
                <a:lnTo>
                  <a:pt x="24" y="241"/>
                </a:lnTo>
                <a:lnTo>
                  <a:pt x="25" y="241"/>
                </a:lnTo>
                <a:lnTo>
                  <a:pt x="24" y="240"/>
                </a:lnTo>
                <a:lnTo>
                  <a:pt x="24" y="239"/>
                </a:lnTo>
                <a:lnTo>
                  <a:pt x="23" y="238"/>
                </a:lnTo>
                <a:lnTo>
                  <a:pt x="23" y="237"/>
                </a:lnTo>
                <a:lnTo>
                  <a:pt x="23" y="236"/>
                </a:lnTo>
                <a:lnTo>
                  <a:pt x="23" y="235"/>
                </a:lnTo>
                <a:lnTo>
                  <a:pt x="22" y="235"/>
                </a:lnTo>
                <a:lnTo>
                  <a:pt x="22" y="234"/>
                </a:lnTo>
                <a:lnTo>
                  <a:pt x="22" y="233"/>
                </a:lnTo>
                <a:lnTo>
                  <a:pt x="21" y="233"/>
                </a:lnTo>
                <a:lnTo>
                  <a:pt x="21" y="232"/>
                </a:lnTo>
                <a:lnTo>
                  <a:pt x="21" y="233"/>
                </a:lnTo>
                <a:lnTo>
                  <a:pt x="21" y="232"/>
                </a:lnTo>
                <a:lnTo>
                  <a:pt x="20" y="232"/>
                </a:lnTo>
                <a:lnTo>
                  <a:pt x="19" y="232"/>
                </a:lnTo>
                <a:lnTo>
                  <a:pt x="18" y="233"/>
                </a:lnTo>
                <a:lnTo>
                  <a:pt x="17" y="233"/>
                </a:lnTo>
                <a:lnTo>
                  <a:pt x="17" y="234"/>
                </a:lnTo>
                <a:lnTo>
                  <a:pt x="16" y="234"/>
                </a:lnTo>
                <a:lnTo>
                  <a:pt x="15" y="234"/>
                </a:lnTo>
                <a:lnTo>
                  <a:pt x="15" y="233"/>
                </a:lnTo>
                <a:lnTo>
                  <a:pt x="16" y="232"/>
                </a:lnTo>
                <a:lnTo>
                  <a:pt x="16" y="231"/>
                </a:lnTo>
                <a:lnTo>
                  <a:pt x="17" y="231"/>
                </a:lnTo>
                <a:lnTo>
                  <a:pt x="18" y="230"/>
                </a:lnTo>
                <a:lnTo>
                  <a:pt x="17" y="230"/>
                </a:lnTo>
                <a:lnTo>
                  <a:pt x="17" y="229"/>
                </a:lnTo>
                <a:lnTo>
                  <a:pt x="16" y="230"/>
                </a:lnTo>
                <a:lnTo>
                  <a:pt x="16" y="229"/>
                </a:lnTo>
                <a:lnTo>
                  <a:pt x="15" y="229"/>
                </a:lnTo>
                <a:lnTo>
                  <a:pt x="15" y="228"/>
                </a:lnTo>
                <a:lnTo>
                  <a:pt x="14" y="227"/>
                </a:lnTo>
                <a:lnTo>
                  <a:pt x="13" y="226"/>
                </a:lnTo>
                <a:lnTo>
                  <a:pt x="12" y="226"/>
                </a:lnTo>
                <a:lnTo>
                  <a:pt x="11" y="226"/>
                </a:lnTo>
                <a:lnTo>
                  <a:pt x="10" y="226"/>
                </a:lnTo>
                <a:lnTo>
                  <a:pt x="9" y="226"/>
                </a:lnTo>
                <a:lnTo>
                  <a:pt x="8" y="225"/>
                </a:lnTo>
                <a:lnTo>
                  <a:pt x="8" y="224"/>
                </a:lnTo>
                <a:lnTo>
                  <a:pt x="9" y="224"/>
                </a:lnTo>
                <a:lnTo>
                  <a:pt x="9" y="223"/>
                </a:lnTo>
                <a:lnTo>
                  <a:pt x="8" y="223"/>
                </a:lnTo>
                <a:lnTo>
                  <a:pt x="7" y="223"/>
                </a:lnTo>
                <a:lnTo>
                  <a:pt x="7" y="224"/>
                </a:lnTo>
                <a:lnTo>
                  <a:pt x="7" y="225"/>
                </a:lnTo>
                <a:lnTo>
                  <a:pt x="6" y="225"/>
                </a:lnTo>
                <a:lnTo>
                  <a:pt x="7" y="224"/>
                </a:lnTo>
                <a:lnTo>
                  <a:pt x="7" y="223"/>
                </a:lnTo>
                <a:lnTo>
                  <a:pt x="6" y="223"/>
                </a:lnTo>
                <a:lnTo>
                  <a:pt x="6" y="224"/>
                </a:lnTo>
                <a:lnTo>
                  <a:pt x="5" y="224"/>
                </a:lnTo>
                <a:lnTo>
                  <a:pt x="5" y="223"/>
                </a:lnTo>
                <a:lnTo>
                  <a:pt x="5" y="222"/>
                </a:lnTo>
                <a:lnTo>
                  <a:pt x="5" y="221"/>
                </a:lnTo>
                <a:lnTo>
                  <a:pt x="4" y="221"/>
                </a:lnTo>
                <a:lnTo>
                  <a:pt x="4" y="220"/>
                </a:lnTo>
                <a:lnTo>
                  <a:pt x="4" y="221"/>
                </a:lnTo>
                <a:lnTo>
                  <a:pt x="3" y="220"/>
                </a:lnTo>
                <a:lnTo>
                  <a:pt x="4" y="220"/>
                </a:lnTo>
                <a:lnTo>
                  <a:pt x="3" y="220"/>
                </a:lnTo>
                <a:lnTo>
                  <a:pt x="3" y="219"/>
                </a:lnTo>
                <a:lnTo>
                  <a:pt x="4" y="218"/>
                </a:lnTo>
                <a:lnTo>
                  <a:pt x="4" y="217"/>
                </a:lnTo>
                <a:lnTo>
                  <a:pt x="4" y="216"/>
                </a:lnTo>
                <a:lnTo>
                  <a:pt x="3" y="216"/>
                </a:lnTo>
                <a:lnTo>
                  <a:pt x="2" y="216"/>
                </a:lnTo>
                <a:lnTo>
                  <a:pt x="2" y="215"/>
                </a:lnTo>
                <a:lnTo>
                  <a:pt x="1" y="215"/>
                </a:lnTo>
                <a:lnTo>
                  <a:pt x="0" y="215"/>
                </a:lnTo>
                <a:lnTo>
                  <a:pt x="0" y="214"/>
                </a:lnTo>
                <a:lnTo>
                  <a:pt x="1" y="213"/>
                </a:lnTo>
                <a:lnTo>
                  <a:pt x="2" y="213"/>
                </a:lnTo>
                <a:lnTo>
                  <a:pt x="2" y="212"/>
                </a:lnTo>
                <a:lnTo>
                  <a:pt x="1" y="212"/>
                </a:lnTo>
                <a:lnTo>
                  <a:pt x="1" y="211"/>
                </a:lnTo>
                <a:lnTo>
                  <a:pt x="1" y="210"/>
                </a:lnTo>
                <a:lnTo>
                  <a:pt x="1" y="209"/>
                </a:lnTo>
                <a:lnTo>
                  <a:pt x="1" y="208"/>
                </a:lnTo>
                <a:lnTo>
                  <a:pt x="0" y="208"/>
                </a:lnTo>
                <a:lnTo>
                  <a:pt x="0" y="207"/>
                </a:lnTo>
                <a:lnTo>
                  <a:pt x="0" y="206"/>
                </a:lnTo>
                <a:lnTo>
                  <a:pt x="0" y="205"/>
                </a:lnTo>
                <a:lnTo>
                  <a:pt x="1" y="204"/>
                </a:lnTo>
                <a:lnTo>
                  <a:pt x="1" y="203"/>
                </a:lnTo>
                <a:lnTo>
                  <a:pt x="1" y="202"/>
                </a:lnTo>
                <a:lnTo>
                  <a:pt x="2" y="202"/>
                </a:lnTo>
                <a:lnTo>
                  <a:pt x="3" y="202"/>
                </a:lnTo>
                <a:lnTo>
                  <a:pt x="4" y="202"/>
                </a:lnTo>
                <a:lnTo>
                  <a:pt x="5" y="202"/>
                </a:lnTo>
                <a:lnTo>
                  <a:pt x="4" y="202"/>
                </a:lnTo>
                <a:lnTo>
                  <a:pt x="4" y="201"/>
                </a:lnTo>
                <a:lnTo>
                  <a:pt x="4" y="199"/>
                </a:lnTo>
                <a:lnTo>
                  <a:pt x="4" y="198"/>
                </a:lnTo>
                <a:lnTo>
                  <a:pt x="4" y="197"/>
                </a:lnTo>
                <a:lnTo>
                  <a:pt x="4" y="196"/>
                </a:lnTo>
                <a:lnTo>
                  <a:pt x="4" y="195"/>
                </a:lnTo>
                <a:lnTo>
                  <a:pt x="4" y="194"/>
                </a:lnTo>
                <a:lnTo>
                  <a:pt x="5" y="194"/>
                </a:lnTo>
                <a:lnTo>
                  <a:pt x="6" y="194"/>
                </a:lnTo>
                <a:lnTo>
                  <a:pt x="7" y="194"/>
                </a:lnTo>
                <a:lnTo>
                  <a:pt x="7" y="193"/>
                </a:lnTo>
                <a:lnTo>
                  <a:pt x="8" y="193"/>
                </a:lnTo>
                <a:lnTo>
                  <a:pt x="8" y="194"/>
                </a:lnTo>
                <a:lnTo>
                  <a:pt x="9" y="194"/>
                </a:lnTo>
                <a:lnTo>
                  <a:pt x="10" y="194"/>
                </a:lnTo>
                <a:lnTo>
                  <a:pt x="11" y="194"/>
                </a:lnTo>
                <a:lnTo>
                  <a:pt x="12" y="194"/>
                </a:lnTo>
                <a:lnTo>
                  <a:pt x="12" y="195"/>
                </a:lnTo>
                <a:lnTo>
                  <a:pt x="12" y="194"/>
                </a:lnTo>
                <a:lnTo>
                  <a:pt x="12" y="193"/>
                </a:lnTo>
                <a:lnTo>
                  <a:pt x="13" y="193"/>
                </a:lnTo>
                <a:lnTo>
                  <a:pt x="13" y="192"/>
                </a:lnTo>
                <a:lnTo>
                  <a:pt x="12" y="192"/>
                </a:lnTo>
                <a:lnTo>
                  <a:pt x="12" y="191"/>
                </a:lnTo>
                <a:lnTo>
                  <a:pt x="13" y="191"/>
                </a:lnTo>
                <a:lnTo>
                  <a:pt x="13" y="190"/>
                </a:lnTo>
                <a:lnTo>
                  <a:pt x="14" y="190"/>
                </a:lnTo>
                <a:lnTo>
                  <a:pt x="13" y="190"/>
                </a:lnTo>
                <a:lnTo>
                  <a:pt x="14" y="189"/>
                </a:lnTo>
                <a:lnTo>
                  <a:pt x="15" y="188"/>
                </a:lnTo>
                <a:lnTo>
                  <a:pt x="16" y="188"/>
                </a:lnTo>
                <a:lnTo>
                  <a:pt x="16" y="187"/>
                </a:lnTo>
                <a:lnTo>
                  <a:pt x="16" y="186"/>
                </a:lnTo>
                <a:lnTo>
                  <a:pt x="15" y="186"/>
                </a:lnTo>
                <a:lnTo>
                  <a:pt x="16" y="186"/>
                </a:lnTo>
                <a:lnTo>
                  <a:pt x="16" y="185"/>
                </a:lnTo>
                <a:lnTo>
                  <a:pt x="16" y="184"/>
                </a:lnTo>
                <a:lnTo>
                  <a:pt x="15" y="184"/>
                </a:lnTo>
                <a:lnTo>
                  <a:pt x="14" y="183"/>
                </a:lnTo>
                <a:lnTo>
                  <a:pt x="15" y="183"/>
                </a:lnTo>
                <a:lnTo>
                  <a:pt x="16" y="183"/>
                </a:lnTo>
                <a:lnTo>
                  <a:pt x="16" y="182"/>
                </a:lnTo>
                <a:lnTo>
                  <a:pt x="16" y="181"/>
                </a:lnTo>
                <a:lnTo>
                  <a:pt x="16" y="180"/>
                </a:lnTo>
                <a:lnTo>
                  <a:pt x="17" y="180"/>
                </a:lnTo>
                <a:lnTo>
                  <a:pt x="18" y="180"/>
                </a:lnTo>
                <a:lnTo>
                  <a:pt x="19" y="179"/>
                </a:lnTo>
                <a:lnTo>
                  <a:pt x="20" y="179"/>
                </a:lnTo>
                <a:lnTo>
                  <a:pt x="20" y="180"/>
                </a:lnTo>
                <a:lnTo>
                  <a:pt x="21" y="180"/>
                </a:lnTo>
                <a:lnTo>
                  <a:pt x="21" y="179"/>
                </a:lnTo>
                <a:lnTo>
                  <a:pt x="22" y="180"/>
                </a:lnTo>
                <a:lnTo>
                  <a:pt x="23" y="180"/>
                </a:lnTo>
                <a:lnTo>
                  <a:pt x="24" y="180"/>
                </a:lnTo>
                <a:lnTo>
                  <a:pt x="25" y="180"/>
                </a:lnTo>
                <a:lnTo>
                  <a:pt x="26" y="179"/>
                </a:lnTo>
                <a:lnTo>
                  <a:pt x="25" y="179"/>
                </a:lnTo>
                <a:lnTo>
                  <a:pt x="25" y="178"/>
                </a:lnTo>
                <a:lnTo>
                  <a:pt x="26" y="178"/>
                </a:lnTo>
                <a:lnTo>
                  <a:pt x="26" y="177"/>
                </a:lnTo>
                <a:lnTo>
                  <a:pt x="25" y="177"/>
                </a:lnTo>
                <a:lnTo>
                  <a:pt x="25" y="176"/>
                </a:lnTo>
                <a:lnTo>
                  <a:pt x="25" y="175"/>
                </a:lnTo>
                <a:lnTo>
                  <a:pt x="25" y="174"/>
                </a:lnTo>
                <a:lnTo>
                  <a:pt x="25" y="173"/>
                </a:lnTo>
                <a:lnTo>
                  <a:pt x="25" y="172"/>
                </a:lnTo>
                <a:lnTo>
                  <a:pt x="26" y="173"/>
                </a:lnTo>
                <a:lnTo>
                  <a:pt x="26" y="172"/>
                </a:lnTo>
                <a:lnTo>
                  <a:pt x="27" y="173"/>
                </a:lnTo>
                <a:lnTo>
                  <a:pt x="27" y="174"/>
                </a:lnTo>
                <a:lnTo>
                  <a:pt x="28" y="174"/>
                </a:lnTo>
                <a:lnTo>
                  <a:pt x="28" y="175"/>
                </a:lnTo>
                <a:lnTo>
                  <a:pt x="29" y="175"/>
                </a:lnTo>
                <a:lnTo>
                  <a:pt x="29" y="174"/>
                </a:lnTo>
                <a:lnTo>
                  <a:pt x="30" y="174"/>
                </a:lnTo>
                <a:lnTo>
                  <a:pt x="30" y="173"/>
                </a:lnTo>
                <a:lnTo>
                  <a:pt x="31" y="173"/>
                </a:lnTo>
                <a:lnTo>
                  <a:pt x="31" y="172"/>
                </a:lnTo>
                <a:lnTo>
                  <a:pt x="32" y="172"/>
                </a:lnTo>
                <a:lnTo>
                  <a:pt x="31" y="171"/>
                </a:lnTo>
                <a:lnTo>
                  <a:pt x="32" y="171"/>
                </a:lnTo>
                <a:lnTo>
                  <a:pt x="33" y="171"/>
                </a:lnTo>
                <a:lnTo>
                  <a:pt x="34" y="171"/>
                </a:lnTo>
                <a:lnTo>
                  <a:pt x="35" y="171"/>
                </a:lnTo>
                <a:lnTo>
                  <a:pt x="35" y="172"/>
                </a:lnTo>
                <a:lnTo>
                  <a:pt x="36" y="172"/>
                </a:lnTo>
                <a:lnTo>
                  <a:pt x="36" y="171"/>
                </a:lnTo>
                <a:lnTo>
                  <a:pt x="37" y="171"/>
                </a:lnTo>
                <a:lnTo>
                  <a:pt x="38" y="171"/>
                </a:lnTo>
                <a:lnTo>
                  <a:pt x="39" y="171"/>
                </a:lnTo>
                <a:lnTo>
                  <a:pt x="38" y="171"/>
                </a:lnTo>
                <a:lnTo>
                  <a:pt x="39" y="171"/>
                </a:lnTo>
                <a:lnTo>
                  <a:pt x="40" y="171"/>
                </a:lnTo>
                <a:lnTo>
                  <a:pt x="41" y="171"/>
                </a:lnTo>
                <a:lnTo>
                  <a:pt x="41" y="170"/>
                </a:lnTo>
                <a:lnTo>
                  <a:pt x="42" y="170"/>
                </a:lnTo>
                <a:lnTo>
                  <a:pt x="42" y="169"/>
                </a:lnTo>
                <a:lnTo>
                  <a:pt x="42" y="168"/>
                </a:lnTo>
                <a:lnTo>
                  <a:pt x="42" y="167"/>
                </a:lnTo>
                <a:lnTo>
                  <a:pt x="42" y="166"/>
                </a:lnTo>
                <a:lnTo>
                  <a:pt x="42" y="165"/>
                </a:lnTo>
                <a:lnTo>
                  <a:pt x="42" y="164"/>
                </a:lnTo>
                <a:lnTo>
                  <a:pt x="43" y="164"/>
                </a:lnTo>
                <a:lnTo>
                  <a:pt x="44" y="163"/>
                </a:lnTo>
                <a:lnTo>
                  <a:pt x="45" y="163"/>
                </a:lnTo>
                <a:lnTo>
                  <a:pt x="46" y="163"/>
                </a:lnTo>
                <a:lnTo>
                  <a:pt x="46" y="162"/>
                </a:lnTo>
                <a:lnTo>
                  <a:pt x="47" y="160"/>
                </a:lnTo>
                <a:lnTo>
                  <a:pt x="48" y="160"/>
                </a:lnTo>
                <a:lnTo>
                  <a:pt x="48" y="159"/>
                </a:lnTo>
                <a:lnTo>
                  <a:pt x="48" y="158"/>
                </a:lnTo>
                <a:lnTo>
                  <a:pt x="49" y="158"/>
                </a:lnTo>
                <a:lnTo>
                  <a:pt x="50" y="158"/>
                </a:lnTo>
                <a:lnTo>
                  <a:pt x="50" y="157"/>
                </a:lnTo>
                <a:lnTo>
                  <a:pt x="51" y="157"/>
                </a:lnTo>
                <a:lnTo>
                  <a:pt x="52" y="157"/>
                </a:lnTo>
                <a:lnTo>
                  <a:pt x="53" y="157"/>
                </a:lnTo>
                <a:lnTo>
                  <a:pt x="53" y="156"/>
                </a:lnTo>
                <a:lnTo>
                  <a:pt x="54" y="157"/>
                </a:lnTo>
                <a:lnTo>
                  <a:pt x="55" y="157"/>
                </a:lnTo>
                <a:lnTo>
                  <a:pt x="55" y="158"/>
                </a:lnTo>
                <a:lnTo>
                  <a:pt x="55" y="157"/>
                </a:lnTo>
                <a:lnTo>
                  <a:pt x="56" y="157"/>
                </a:lnTo>
                <a:lnTo>
                  <a:pt x="56" y="156"/>
                </a:lnTo>
                <a:lnTo>
                  <a:pt x="57" y="156"/>
                </a:lnTo>
                <a:lnTo>
                  <a:pt x="57" y="155"/>
                </a:lnTo>
                <a:lnTo>
                  <a:pt x="58" y="155"/>
                </a:lnTo>
                <a:lnTo>
                  <a:pt x="58" y="154"/>
                </a:lnTo>
                <a:lnTo>
                  <a:pt x="59" y="154"/>
                </a:lnTo>
                <a:lnTo>
                  <a:pt x="59" y="153"/>
                </a:lnTo>
                <a:lnTo>
                  <a:pt x="59" y="152"/>
                </a:lnTo>
                <a:lnTo>
                  <a:pt x="60" y="151"/>
                </a:lnTo>
                <a:lnTo>
                  <a:pt x="61" y="151"/>
                </a:lnTo>
                <a:lnTo>
                  <a:pt x="62" y="151"/>
                </a:lnTo>
                <a:lnTo>
                  <a:pt x="62" y="150"/>
                </a:lnTo>
                <a:lnTo>
                  <a:pt x="62" y="149"/>
                </a:lnTo>
                <a:lnTo>
                  <a:pt x="63" y="149"/>
                </a:lnTo>
                <a:lnTo>
                  <a:pt x="63" y="148"/>
                </a:lnTo>
                <a:lnTo>
                  <a:pt x="64" y="148"/>
                </a:lnTo>
                <a:lnTo>
                  <a:pt x="64" y="147"/>
                </a:lnTo>
                <a:lnTo>
                  <a:pt x="65" y="147"/>
                </a:lnTo>
                <a:lnTo>
                  <a:pt x="65" y="145"/>
                </a:lnTo>
                <a:lnTo>
                  <a:pt x="64" y="145"/>
                </a:lnTo>
                <a:lnTo>
                  <a:pt x="64" y="144"/>
                </a:lnTo>
                <a:lnTo>
                  <a:pt x="64" y="143"/>
                </a:lnTo>
                <a:lnTo>
                  <a:pt x="63" y="143"/>
                </a:lnTo>
                <a:lnTo>
                  <a:pt x="63" y="142"/>
                </a:lnTo>
                <a:lnTo>
                  <a:pt x="64" y="142"/>
                </a:lnTo>
                <a:lnTo>
                  <a:pt x="64" y="140"/>
                </a:lnTo>
                <a:lnTo>
                  <a:pt x="65" y="140"/>
                </a:lnTo>
                <a:lnTo>
                  <a:pt x="66" y="140"/>
                </a:lnTo>
                <a:lnTo>
                  <a:pt x="66" y="139"/>
                </a:lnTo>
                <a:lnTo>
                  <a:pt x="65" y="138"/>
                </a:lnTo>
                <a:lnTo>
                  <a:pt x="65" y="137"/>
                </a:lnTo>
                <a:lnTo>
                  <a:pt x="66" y="136"/>
                </a:lnTo>
                <a:lnTo>
                  <a:pt x="67" y="137"/>
                </a:lnTo>
                <a:lnTo>
                  <a:pt x="68" y="137"/>
                </a:lnTo>
                <a:lnTo>
                  <a:pt x="68" y="136"/>
                </a:lnTo>
                <a:lnTo>
                  <a:pt x="69" y="136"/>
                </a:lnTo>
                <a:lnTo>
                  <a:pt x="69" y="135"/>
                </a:lnTo>
                <a:lnTo>
                  <a:pt x="70" y="135"/>
                </a:lnTo>
                <a:lnTo>
                  <a:pt x="70" y="134"/>
                </a:lnTo>
                <a:lnTo>
                  <a:pt x="71" y="134"/>
                </a:lnTo>
                <a:lnTo>
                  <a:pt x="71" y="133"/>
                </a:lnTo>
                <a:lnTo>
                  <a:pt x="72" y="133"/>
                </a:lnTo>
                <a:lnTo>
                  <a:pt x="73" y="132"/>
                </a:lnTo>
                <a:lnTo>
                  <a:pt x="73" y="130"/>
                </a:lnTo>
                <a:lnTo>
                  <a:pt x="73" y="129"/>
                </a:lnTo>
                <a:lnTo>
                  <a:pt x="73" y="128"/>
                </a:lnTo>
                <a:lnTo>
                  <a:pt x="74" y="127"/>
                </a:lnTo>
                <a:lnTo>
                  <a:pt x="75" y="127"/>
                </a:lnTo>
                <a:lnTo>
                  <a:pt x="76" y="126"/>
                </a:lnTo>
                <a:lnTo>
                  <a:pt x="76" y="127"/>
                </a:lnTo>
                <a:lnTo>
                  <a:pt x="77" y="127"/>
                </a:lnTo>
                <a:lnTo>
                  <a:pt x="77" y="128"/>
                </a:lnTo>
                <a:lnTo>
                  <a:pt x="78" y="128"/>
                </a:lnTo>
                <a:lnTo>
                  <a:pt x="78" y="127"/>
                </a:lnTo>
                <a:lnTo>
                  <a:pt x="78" y="126"/>
                </a:lnTo>
                <a:lnTo>
                  <a:pt x="77" y="126"/>
                </a:lnTo>
                <a:lnTo>
                  <a:pt x="78" y="126"/>
                </a:lnTo>
                <a:lnTo>
                  <a:pt x="78" y="125"/>
                </a:lnTo>
                <a:lnTo>
                  <a:pt x="77" y="125"/>
                </a:lnTo>
                <a:lnTo>
                  <a:pt x="77" y="124"/>
                </a:lnTo>
                <a:lnTo>
                  <a:pt x="78" y="124"/>
                </a:lnTo>
                <a:lnTo>
                  <a:pt x="78" y="123"/>
                </a:lnTo>
                <a:lnTo>
                  <a:pt x="78" y="122"/>
                </a:lnTo>
                <a:lnTo>
                  <a:pt x="77" y="122"/>
                </a:lnTo>
                <a:lnTo>
                  <a:pt x="77" y="121"/>
                </a:lnTo>
                <a:lnTo>
                  <a:pt x="78" y="121"/>
                </a:lnTo>
                <a:lnTo>
                  <a:pt x="78" y="120"/>
                </a:lnTo>
                <a:lnTo>
                  <a:pt x="78" y="119"/>
                </a:lnTo>
                <a:lnTo>
                  <a:pt x="78" y="118"/>
                </a:lnTo>
                <a:lnTo>
                  <a:pt x="77" y="117"/>
                </a:lnTo>
                <a:lnTo>
                  <a:pt x="78" y="117"/>
                </a:lnTo>
                <a:lnTo>
                  <a:pt x="78" y="115"/>
                </a:lnTo>
                <a:lnTo>
                  <a:pt x="77" y="115"/>
                </a:lnTo>
                <a:lnTo>
                  <a:pt x="78" y="115"/>
                </a:lnTo>
                <a:lnTo>
                  <a:pt x="77" y="114"/>
                </a:lnTo>
                <a:lnTo>
                  <a:pt x="77" y="113"/>
                </a:lnTo>
                <a:lnTo>
                  <a:pt x="77" y="112"/>
                </a:lnTo>
                <a:lnTo>
                  <a:pt x="77" y="111"/>
                </a:lnTo>
                <a:lnTo>
                  <a:pt x="76" y="111"/>
                </a:lnTo>
                <a:lnTo>
                  <a:pt x="75" y="111"/>
                </a:lnTo>
                <a:lnTo>
                  <a:pt x="75" y="110"/>
                </a:lnTo>
                <a:lnTo>
                  <a:pt x="75" y="109"/>
                </a:lnTo>
                <a:lnTo>
                  <a:pt x="74" y="109"/>
                </a:lnTo>
                <a:lnTo>
                  <a:pt x="75" y="108"/>
                </a:lnTo>
                <a:lnTo>
                  <a:pt x="74" y="108"/>
                </a:lnTo>
                <a:lnTo>
                  <a:pt x="75" y="107"/>
                </a:lnTo>
                <a:lnTo>
                  <a:pt x="76" y="108"/>
                </a:lnTo>
                <a:lnTo>
                  <a:pt x="77" y="108"/>
                </a:lnTo>
                <a:lnTo>
                  <a:pt x="78" y="108"/>
                </a:lnTo>
                <a:lnTo>
                  <a:pt x="78" y="107"/>
                </a:lnTo>
                <a:lnTo>
                  <a:pt x="78" y="106"/>
                </a:lnTo>
                <a:lnTo>
                  <a:pt x="77" y="106"/>
                </a:lnTo>
                <a:lnTo>
                  <a:pt x="77" y="107"/>
                </a:lnTo>
                <a:lnTo>
                  <a:pt x="76" y="107"/>
                </a:lnTo>
                <a:lnTo>
                  <a:pt x="75" y="107"/>
                </a:lnTo>
                <a:lnTo>
                  <a:pt x="74" y="107"/>
                </a:lnTo>
                <a:lnTo>
                  <a:pt x="74" y="106"/>
                </a:lnTo>
                <a:lnTo>
                  <a:pt x="74" y="105"/>
                </a:lnTo>
                <a:lnTo>
                  <a:pt x="73" y="105"/>
                </a:lnTo>
                <a:lnTo>
                  <a:pt x="74" y="104"/>
                </a:lnTo>
                <a:lnTo>
                  <a:pt x="75" y="104"/>
                </a:lnTo>
                <a:lnTo>
                  <a:pt x="77" y="103"/>
                </a:lnTo>
                <a:lnTo>
                  <a:pt x="78" y="102"/>
                </a:lnTo>
                <a:lnTo>
                  <a:pt x="78" y="103"/>
                </a:lnTo>
                <a:lnTo>
                  <a:pt x="79" y="102"/>
                </a:lnTo>
                <a:lnTo>
                  <a:pt x="79" y="101"/>
                </a:lnTo>
                <a:lnTo>
                  <a:pt x="80" y="101"/>
                </a:lnTo>
                <a:lnTo>
                  <a:pt x="81" y="100"/>
                </a:lnTo>
                <a:lnTo>
                  <a:pt x="80" y="100"/>
                </a:lnTo>
                <a:lnTo>
                  <a:pt x="80" y="99"/>
                </a:lnTo>
                <a:lnTo>
                  <a:pt x="79" y="99"/>
                </a:lnTo>
                <a:lnTo>
                  <a:pt x="79" y="98"/>
                </a:lnTo>
                <a:lnTo>
                  <a:pt x="78" y="98"/>
                </a:lnTo>
                <a:lnTo>
                  <a:pt x="78" y="97"/>
                </a:lnTo>
                <a:lnTo>
                  <a:pt x="77" y="97"/>
                </a:lnTo>
                <a:lnTo>
                  <a:pt x="77" y="96"/>
                </a:lnTo>
                <a:lnTo>
                  <a:pt x="77" y="95"/>
                </a:lnTo>
                <a:lnTo>
                  <a:pt x="78" y="95"/>
                </a:lnTo>
                <a:lnTo>
                  <a:pt x="78" y="94"/>
                </a:lnTo>
                <a:lnTo>
                  <a:pt x="77" y="94"/>
                </a:lnTo>
                <a:lnTo>
                  <a:pt x="77" y="93"/>
                </a:lnTo>
                <a:lnTo>
                  <a:pt x="77" y="92"/>
                </a:lnTo>
                <a:lnTo>
                  <a:pt x="76" y="92"/>
                </a:lnTo>
                <a:lnTo>
                  <a:pt x="76" y="91"/>
                </a:lnTo>
                <a:lnTo>
                  <a:pt x="77" y="91"/>
                </a:lnTo>
                <a:lnTo>
                  <a:pt x="77" y="90"/>
                </a:lnTo>
                <a:lnTo>
                  <a:pt x="77" y="89"/>
                </a:lnTo>
                <a:lnTo>
                  <a:pt x="76" y="89"/>
                </a:lnTo>
                <a:lnTo>
                  <a:pt x="77" y="89"/>
                </a:lnTo>
                <a:lnTo>
                  <a:pt x="78" y="88"/>
                </a:lnTo>
                <a:lnTo>
                  <a:pt x="79" y="87"/>
                </a:lnTo>
                <a:lnTo>
                  <a:pt x="80" y="87"/>
                </a:lnTo>
                <a:lnTo>
                  <a:pt x="80" y="86"/>
                </a:lnTo>
                <a:lnTo>
                  <a:pt x="81" y="86"/>
                </a:lnTo>
                <a:lnTo>
                  <a:pt x="82" y="86"/>
                </a:lnTo>
                <a:lnTo>
                  <a:pt x="82" y="85"/>
                </a:lnTo>
                <a:lnTo>
                  <a:pt x="83" y="85"/>
                </a:lnTo>
                <a:lnTo>
                  <a:pt x="83" y="84"/>
                </a:lnTo>
                <a:lnTo>
                  <a:pt x="83" y="85"/>
                </a:lnTo>
                <a:lnTo>
                  <a:pt x="84" y="86"/>
                </a:lnTo>
                <a:lnTo>
                  <a:pt x="84" y="85"/>
                </a:lnTo>
                <a:lnTo>
                  <a:pt x="85" y="85"/>
                </a:lnTo>
                <a:lnTo>
                  <a:pt x="85" y="86"/>
                </a:lnTo>
                <a:lnTo>
                  <a:pt x="86" y="86"/>
                </a:lnTo>
                <a:lnTo>
                  <a:pt x="86" y="85"/>
                </a:lnTo>
                <a:lnTo>
                  <a:pt x="86" y="86"/>
                </a:lnTo>
                <a:lnTo>
                  <a:pt x="86" y="87"/>
                </a:lnTo>
                <a:lnTo>
                  <a:pt x="87" y="87"/>
                </a:lnTo>
                <a:lnTo>
                  <a:pt x="88" y="88"/>
                </a:lnTo>
                <a:lnTo>
                  <a:pt x="88" y="87"/>
                </a:lnTo>
                <a:lnTo>
                  <a:pt x="89" y="87"/>
                </a:lnTo>
                <a:lnTo>
                  <a:pt x="90" y="87"/>
                </a:lnTo>
                <a:lnTo>
                  <a:pt x="90" y="88"/>
                </a:lnTo>
                <a:lnTo>
                  <a:pt x="90" y="89"/>
                </a:lnTo>
                <a:lnTo>
                  <a:pt x="91" y="89"/>
                </a:lnTo>
                <a:lnTo>
                  <a:pt x="92" y="89"/>
                </a:lnTo>
                <a:lnTo>
                  <a:pt x="92" y="90"/>
                </a:lnTo>
                <a:lnTo>
                  <a:pt x="93" y="90"/>
                </a:lnTo>
                <a:lnTo>
                  <a:pt x="93" y="89"/>
                </a:lnTo>
                <a:lnTo>
                  <a:pt x="94" y="89"/>
                </a:lnTo>
                <a:lnTo>
                  <a:pt x="94" y="88"/>
                </a:lnTo>
                <a:lnTo>
                  <a:pt x="95" y="88"/>
                </a:lnTo>
                <a:lnTo>
                  <a:pt x="96" y="88"/>
                </a:lnTo>
                <a:lnTo>
                  <a:pt x="96" y="89"/>
                </a:lnTo>
                <a:lnTo>
                  <a:pt x="97" y="89"/>
                </a:lnTo>
                <a:lnTo>
                  <a:pt x="98" y="89"/>
                </a:lnTo>
                <a:lnTo>
                  <a:pt x="98" y="90"/>
                </a:lnTo>
                <a:lnTo>
                  <a:pt x="99" y="90"/>
                </a:lnTo>
                <a:lnTo>
                  <a:pt x="100" y="90"/>
                </a:lnTo>
                <a:lnTo>
                  <a:pt x="102" y="90"/>
                </a:lnTo>
                <a:lnTo>
                  <a:pt x="103" y="90"/>
                </a:lnTo>
                <a:lnTo>
                  <a:pt x="103" y="91"/>
                </a:lnTo>
                <a:lnTo>
                  <a:pt x="103" y="90"/>
                </a:lnTo>
                <a:lnTo>
                  <a:pt x="103" y="91"/>
                </a:lnTo>
                <a:lnTo>
                  <a:pt x="104" y="91"/>
                </a:lnTo>
                <a:lnTo>
                  <a:pt x="105" y="91"/>
                </a:lnTo>
                <a:lnTo>
                  <a:pt x="106" y="91"/>
                </a:lnTo>
                <a:lnTo>
                  <a:pt x="107" y="91"/>
                </a:lnTo>
                <a:lnTo>
                  <a:pt x="107" y="90"/>
                </a:lnTo>
                <a:lnTo>
                  <a:pt x="107" y="91"/>
                </a:lnTo>
                <a:lnTo>
                  <a:pt x="108" y="91"/>
                </a:lnTo>
                <a:lnTo>
                  <a:pt x="108" y="90"/>
                </a:lnTo>
                <a:lnTo>
                  <a:pt x="109" y="91"/>
                </a:lnTo>
                <a:lnTo>
                  <a:pt x="108" y="91"/>
                </a:lnTo>
                <a:lnTo>
                  <a:pt x="109" y="92"/>
                </a:lnTo>
                <a:lnTo>
                  <a:pt x="109" y="91"/>
                </a:lnTo>
                <a:lnTo>
                  <a:pt x="110" y="91"/>
                </a:lnTo>
                <a:lnTo>
                  <a:pt x="110" y="90"/>
                </a:lnTo>
                <a:lnTo>
                  <a:pt x="110" y="89"/>
                </a:lnTo>
                <a:lnTo>
                  <a:pt x="110" y="88"/>
                </a:lnTo>
                <a:lnTo>
                  <a:pt x="110" y="87"/>
                </a:lnTo>
                <a:lnTo>
                  <a:pt x="111" y="86"/>
                </a:lnTo>
                <a:lnTo>
                  <a:pt x="112" y="87"/>
                </a:lnTo>
                <a:lnTo>
                  <a:pt x="112" y="86"/>
                </a:lnTo>
                <a:lnTo>
                  <a:pt x="113" y="86"/>
                </a:lnTo>
                <a:lnTo>
                  <a:pt x="114" y="86"/>
                </a:lnTo>
                <a:lnTo>
                  <a:pt x="114" y="85"/>
                </a:lnTo>
                <a:lnTo>
                  <a:pt x="115" y="85"/>
                </a:lnTo>
                <a:lnTo>
                  <a:pt x="115" y="84"/>
                </a:lnTo>
                <a:lnTo>
                  <a:pt x="116" y="84"/>
                </a:lnTo>
                <a:lnTo>
                  <a:pt x="117" y="83"/>
                </a:lnTo>
                <a:lnTo>
                  <a:pt x="118" y="83"/>
                </a:lnTo>
                <a:lnTo>
                  <a:pt x="118" y="84"/>
                </a:lnTo>
                <a:lnTo>
                  <a:pt x="119" y="84"/>
                </a:lnTo>
                <a:lnTo>
                  <a:pt x="119" y="85"/>
                </a:lnTo>
                <a:lnTo>
                  <a:pt x="120" y="85"/>
                </a:lnTo>
                <a:lnTo>
                  <a:pt x="121" y="85"/>
                </a:lnTo>
                <a:lnTo>
                  <a:pt x="122" y="85"/>
                </a:lnTo>
                <a:lnTo>
                  <a:pt x="123" y="84"/>
                </a:lnTo>
                <a:lnTo>
                  <a:pt x="124" y="84"/>
                </a:lnTo>
                <a:lnTo>
                  <a:pt x="124" y="83"/>
                </a:lnTo>
                <a:lnTo>
                  <a:pt x="125" y="83"/>
                </a:lnTo>
                <a:lnTo>
                  <a:pt x="125" y="82"/>
                </a:lnTo>
                <a:lnTo>
                  <a:pt x="123" y="82"/>
                </a:lnTo>
                <a:lnTo>
                  <a:pt x="122" y="82"/>
                </a:lnTo>
                <a:lnTo>
                  <a:pt x="121" y="82"/>
                </a:lnTo>
                <a:lnTo>
                  <a:pt x="121" y="81"/>
                </a:lnTo>
                <a:lnTo>
                  <a:pt x="121" y="80"/>
                </a:lnTo>
                <a:lnTo>
                  <a:pt x="121" y="81"/>
                </a:lnTo>
                <a:lnTo>
                  <a:pt x="121" y="80"/>
                </a:lnTo>
                <a:lnTo>
                  <a:pt x="120" y="79"/>
                </a:lnTo>
                <a:lnTo>
                  <a:pt x="121" y="79"/>
                </a:lnTo>
                <a:lnTo>
                  <a:pt x="121" y="78"/>
                </a:lnTo>
                <a:lnTo>
                  <a:pt x="120" y="78"/>
                </a:lnTo>
                <a:lnTo>
                  <a:pt x="120" y="77"/>
                </a:lnTo>
                <a:lnTo>
                  <a:pt x="119" y="76"/>
                </a:lnTo>
                <a:lnTo>
                  <a:pt x="118" y="75"/>
                </a:lnTo>
                <a:lnTo>
                  <a:pt x="119" y="75"/>
                </a:lnTo>
                <a:lnTo>
                  <a:pt x="119" y="74"/>
                </a:lnTo>
                <a:lnTo>
                  <a:pt x="118" y="74"/>
                </a:lnTo>
                <a:lnTo>
                  <a:pt x="118" y="73"/>
                </a:lnTo>
                <a:lnTo>
                  <a:pt x="118" y="72"/>
                </a:lnTo>
                <a:lnTo>
                  <a:pt x="118" y="71"/>
                </a:lnTo>
                <a:lnTo>
                  <a:pt x="118" y="70"/>
                </a:lnTo>
                <a:lnTo>
                  <a:pt x="119" y="69"/>
                </a:lnTo>
                <a:lnTo>
                  <a:pt x="118" y="69"/>
                </a:lnTo>
                <a:lnTo>
                  <a:pt x="118" y="68"/>
                </a:lnTo>
                <a:lnTo>
                  <a:pt x="118" y="67"/>
                </a:lnTo>
                <a:lnTo>
                  <a:pt x="118" y="66"/>
                </a:lnTo>
                <a:lnTo>
                  <a:pt x="117" y="66"/>
                </a:lnTo>
                <a:lnTo>
                  <a:pt x="116" y="67"/>
                </a:lnTo>
                <a:lnTo>
                  <a:pt x="115" y="68"/>
                </a:lnTo>
                <a:lnTo>
                  <a:pt x="114" y="68"/>
                </a:lnTo>
                <a:lnTo>
                  <a:pt x="114" y="69"/>
                </a:lnTo>
                <a:lnTo>
                  <a:pt x="113" y="69"/>
                </a:lnTo>
                <a:lnTo>
                  <a:pt x="112" y="68"/>
                </a:lnTo>
                <a:lnTo>
                  <a:pt x="112" y="67"/>
                </a:lnTo>
                <a:lnTo>
                  <a:pt x="111" y="67"/>
                </a:lnTo>
                <a:lnTo>
                  <a:pt x="110" y="67"/>
                </a:lnTo>
                <a:lnTo>
                  <a:pt x="110" y="66"/>
                </a:lnTo>
                <a:lnTo>
                  <a:pt x="110" y="65"/>
                </a:lnTo>
                <a:lnTo>
                  <a:pt x="111" y="64"/>
                </a:lnTo>
                <a:lnTo>
                  <a:pt x="110" y="64"/>
                </a:lnTo>
                <a:lnTo>
                  <a:pt x="111" y="63"/>
                </a:lnTo>
                <a:lnTo>
                  <a:pt x="112" y="63"/>
                </a:lnTo>
                <a:lnTo>
                  <a:pt x="112" y="62"/>
                </a:lnTo>
                <a:lnTo>
                  <a:pt x="112" y="61"/>
                </a:lnTo>
                <a:lnTo>
                  <a:pt x="111" y="61"/>
                </a:lnTo>
                <a:lnTo>
                  <a:pt x="111" y="60"/>
                </a:lnTo>
                <a:lnTo>
                  <a:pt x="110" y="60"/>
                </a:lnTo>
                <a:lnTo>
                  <a:pt x="110" y="59"/>
                </a:lnTo>
                <a:lnTo>
                  <a:pt x="110" y="58"/>
                </a:lnTo>
                <a:lnTo>
                  <a:pt x="111" y="58"/>
                </a:lnTo>
                <a:lnTo>
                  <a:pt x="112" y="58"/>
                </a:lnTo>
                <a:lnTo>
                  <a:pt x="113" y="58"/>
                </a:lnTo>
                <a:lnTo>
                  <a:pt x="114" y="58"/>
                </a:lnTo>
                <a:lnTo>
                  <a:pt x="115" y="58"/>
                </a:lnTo>
                <a:lnTo>
                  <a:pt x="116" y="58"/>
                </a:lnTo>
                <a:lnTo>
                  <a:pt x="116" y="57"/>
                </a:lnTo>
                <a:lnTo>
                  <a:pt x="117" y="57"/>
                </a:lnTo>
                <a:lnTo>
                  <a:pt x="118" y="56"/>
                </a:lnTo>
                <a:lnTo>
                  <a:pt x="118" y="55"/>
                </a:lnTo>
                <a:lnTo>
                  <a:pt x="118" y="54"/>
                </a:lnTo>
                <a:lnTo>
                  <a:pt x="119" y="54"/>
                </a:lnTo>
                <a:lnTo>
                  <a:pt x="119" y="53"/>
                </a:lnTo>
                <a:lnTo>
                  <a:pt x="120" y="53"/>
                </a:lnTo>
                <a:lnTo>
                  <a:pt x="121" y="52"/>
                </a:lnTo>
                <a:lnTo>
                  <a:pt x="122" y="51"/>
                </a:lnTo>
                <a:lnTo>
                  <a:pt x="123" y="51"/>
                </a:lnTo>
                <a:lnTo>
                  <a:pt x="124" y="51"/>
                </a:lnTo>
                <a:lnTo>
                  <a:pt x="124" y="52"/>
                </a:lnTo>
                <a:lnTo>
                  <a:pt x="124" y="53"/>
                </a:lnTo>
                <a:lnTo>
                  <a:pt x="124" y="54"/>
                </a:lnTo>
                <a:lnTo>
                  <a:pt x="125" y="54"/>
                </a:lnTo>
                <a:lnTo>
                  <a:pt x="125" y="55"/>
                </a:lnTo>
                <a:lnTo>
                  <a:pt x="126" y="55"/>
                </a:lnTo>
                <a:lnTo>
                  <a:pt x="127" y="55"/>
                </a:lnTo>
                <a:lnTo>
                  <a:pt x="128" y="55"/>
                </a:lnTo>
                <a:lnTo>
                  <a:pt x="128" y="54"/>
                </a:lnTo>
                <a:lnTo>
                  <a:pt x="128" y="53"/>
                </a:lnTo>
                <a:lnTo>
                  <a:pt x="129" y="52"/>
                </a:lnTo>
                <a:lnTo>
                  <a:pt x="130" y="52"/>
                </a:lnTo>
                <a:lnTo>
                  <a:pt x="130" y="51"/>
                </a:lnTo>
                <a:lnTo>
                  <a:pt x="130" y="50"/>
                </a:lnTo>
                <a:lnTo>
                  <a:pt x="131" y="50"/>
                </a:lnTo>
                <a:lnTo>
                  <a:pt x="131" y="49"/>
                </a:lnTo>
                <a:lnTo>
                  <a:pt x="132" y="49"/>
                </a:lnTo>
                <a:lnTo>
                  <a:pt x="132" y="48"/>
                </a:lnTo>
                <a:lnTo>
                  <a:pt x="132" y="47"/>
                </a:lnTo>
                <a:lnTo>
                  <a:pt x="131" y="46"/>
                </a:lnTo>
                <a:lnTo>
                  <a:pt x="132" y="45"/>
                </a:lnTo>
                <a:lnTo>
                  <a:pt x="132" y="44"/>
                </a:lnTo>
                <a:lnTo>
                  <a:pt x="131" y="44"/>
                </a:lnTo>
                <a:lnTo>
                  <a:pt x="132" y="43"/>
                </a:lnTo>
                <a:lnTo>
                  <a:pt x="131" y="42"/>
                </a:lnTo>
                <a:lnTo>
                  <a:pt x="132" y="42"/>
                </a:lnTo>
                <a:lnTo>
                  <a:pt x="132" y="41"/>
                </a:lnTo>
                <a:lnTo>
                  <a:pt x="133" y="41"/>
                </a:lnTo>
                <a:lnTo>
                  <a:pt x="133" y="42"/>
                </a:lnTo>
                <a:lnTo>
                  <a:pt x="134" y="42"/>
                </a:lnTo>
                <a:lnTo>
                  <a:pt x="135" y="42"/>
                </a:lnTo>
                <a:lnTo>
                  <a:pt x="136" y="42"/>
                </a:lnTo>
                <a:lnTo>
                  <a:pt x="136" y="41"/>
                </a:lnTo>
                <a:lnTo>
                  <a:pt x="136" y="40"/>
                </a:lnTo>
                <a:lnTo>
                  <a:pt x="137" y="39"/>
                </a:lnTo>
                <a:lnTo>
                  <a:pt x="137" y="38"/>
                </a:lnTo>
                <a:lnTo>
                  <a:pt x="138" y="37"/>
                </a:lnTo>
                <a:lnTo>
                  <a:pt x="138" y="36"/>
                </a:lnTo>
                <a:lnTo>
                  <a:pt x="139" y="36"/>
                </a:lnTo>
                <a:lnTo>
                  <a:pt x="140" y="36"/>
                </a:lnTo>
                <a:lnTo>
                  <a:pt x="140" y="35"/>
                </a:lnTo>
                <a:lnTo>
                  <a:pt x="140" y="34"/>
                </a:lnTo>
                <a:lnTo>
                  <a:pt x="140" y="33"/>
                </a:lnTo>
                <a:lnTo>
                  <a:pt x="139" y="33"/>
                </a:lnTo>
                <a:lnTo>
                  <a:pt x="138" y="32"/>
                </a:lnTo>
                <a:lnTo>
                  <a:pt x="139" y="32"/>
                </a:lnTo>
                <a:lnTo>
                  <a:pt x="138" y="32"/>
                </a:lnTo>
                <a:lnTo>
                  <a:pt x="138" y="31"/>
                </a:lnTo>
                <a:lnTo>
                  <a:pt x="138" y="30"/>
                </a:lnTo>
                <a:lnTo>
                  <a:pt x="138" y="29"/>
                </a:lnTo>
                <a:lnTo>
                  <a:pt x="138" y="28"/>
                </a:lnTo>
                <a:lnTo>
                  <a:pt x="139" y="28"/>
                </a:lnTo>
                <a:lnTo>
                  <a:pt x="139" y="27"/>
                </a:lnTo>
                <a:lnTo>
                  <a:pt x="140" y="27"/>
                </a:lnTo>
                <a:lnTo>
                  <a:pt x="140" y="26"/>
                </a:lnTo>
                <a:lnTo>
                  <a:pt x="141" y="26"/>
                </a:lnTo>
                <a:lnTo>
                  <a:pt x="140" y="25"/>
                </a:lnTo>
                <a:lnTo>
                  <a:pt x="141" y="24"/>
                </a:lnTo>
                <a:lnTo>
                  <a:pt x="142" y="24"/>
                </a:lnTo>
                <a:lnTo>
                  <a:pt x="141" y="23"/>
                </a:lnTo>
                <a:lnTo>
                  <a:pt x="140" y="23"/>
                </a:lnTo>
                <a:lnTo>
                  <a:pt x="141" y="22"/>
                </a:lnTo>
                <a:lnTo>
                  <a:pt x="142" y="22"/>
                </a:lnTo>
                <a:lnTo>
                  <a:pt x="142" y="21"/>
                </a:lnTo>
                <a:lnTo>
                  <a:pt x="142" y="20"/>
                </a:lnTo>
                <a:lnTo>
                  <a:pt x="143" y="20"/>
                </a:lnTo>
                <a:lnTo>
                  <a:pt x="143" y="19"/>
                </a:lnTo>
                <a:lnTo>
                  <a:pt x="144" y="19"/>
                </a:lnTo>
                <a:lnTo>
                  <a:pt x="144" y="18"/>
                </a:lnTo>
                <a:lnTo>
                  <a:pt x="145" y="18"/>
                </a:lnTo>
                <a:lnTo>
                  <a:pt x="145" y="17"/>
                </a:lnTo>
                <a:lnTo>
                  <a:pt x="146" y="16"/>
                </a:lnTo>
                <a:lnTo>
                  <a:pt x="145" y="16"/>
                </a:lnTo>
                <a:lnTo>
                  <a:pt x="145" y="15"/>
                </a:lnTo>
                <a:lnTo>
                  <a:pt x="145" y="14"/>
                </a:lnTo>
                <a:lnTo>
                  <a:pt x="145" y="13"/>
                </a:lnTo>
                <a:lnTo>
                  <a:pt x="145" y="12"/>
                </a:lnTo>
                <a:lnTo>
                  <a:pt x="145" y="11"/>
                </a:lnTo>
                <a:lnTo>
                  <a:pt x="145" y="10"/>
                </a:lnTo>
                <a:lnTo>
                  <a:pt x="145" y="9"/>
                </a:lnTo>
                <a:lnTo>
                  <a:pt x="146" y="9"/>
                </a:lnTo>
                <a:lnTo>
                  <a:pt x="146" y="8"/>
                </a:lnTo>
                <a:lnTo>
                  <a:pt x="147" y="8"/>
                </a:lnTo>
                <a:lnTo>
                  <a:pt x="146" y="8"/>
                </a:lnTo>
                <a:lnTo>
                  <a:pt x="145" y="7"/>
                </a:lnTo>
                <a:lnTo>
                  <a:pt x="146" y="7"/>
                </a:lnTo>
                <a:lnTo>
                  <a:pt x="145" y="7"/>
                </a:lnTo>
                <a:lnTo>
                  <a:pt x="144" y="7"/>
                </a:lnTo>
                <a:lnTo>
                  <a:pt x="145" y="7"/>
                </a:lnTo>
                <a:lnTo>
                  <a:pt x="144" y="6"/>
                </a:lnTo>
                <a:lnTo>
                  <a:pt x="145" y="6"/>
                </a:lnTo>
                <a:lnTo>
                  <a:pt x="145" y="5"/>
                </a:lnTo>
                <a:lnTo>
                  <a:pt x="146" y="5"/>
                </a:lnTo>
                <a:lnTo>
                  <a:pt x="147" y="5"/>
                </a:lnTo>
                <a:lnTo>
                  <a:pt x="147" y="4"/>
                </a:lnTo>
                <a:lnTo>
                  <a:pt x="146" y="5"/>
                </a:lnTo>
                <a:lnTo>
                  <a:pt x="146" y="4"/>
                </a:lnTo>
                <a:lnTo>
                  <a:pt x="147" y="3"/>
                </a:lnTo>
                <a:lnTo>
                  <a:pt x="148" y="3"/>
                </a:lnTo>
                <a:lnTo>
                  <a:pt x="148" y="2"/>
                </a:lnTo>
                <a:lnTo>
                  <a:pt x="149" y="2"/>
                </a:lnTo>
                <a:lnTo>
                  <a:pt x="150" y="2"/>
                </a:lnTo>
                <a:lnTo>
                  <a:pt x="150" y="3"/>
                </a:lnTo>
                <a:lnTo>
                  <a:pt x="151" y="3"/>
                </a:lnTo>
                <a:lnTo>
                  <a:pt x="152" y="3"/>
                </a:lnTo>
                <a:lnTo>
                  <a:pt x="152" y="2"/>
                </a:lnTo>
                <a:lnTo>
                  <a:pt x="153" y="2"/>
                </a:lnTo>
                <a:lnTo>
                  <a:pt x="152" y="2"/>
                </a:lnTo>
                <a:lnTo>
                  <a:pt x="153" y="1"/>
                </a:lnTo>
                <a:lnTo>
                  <a:pt x="154" y="1"/>
                </a:lnTo>
                <a:lnTo>
                  <a:pt x="155" y="1"/>
                </a:lnTo>
                <a:lnTo>
                  <a:pt x="156" y="1"/>
                </a:lnTo>
                <a:lnTo>
                  <a:pt x="157" y="1"/>
                </a:lnTo>
                <a:lnTo>
                  <a:pt x="157" y="0"/>
                </a:lnTo>
                <a:lnTo>
                  <a:pt x="158" y="1"/>
                </a:lnTo>
                <a:lnTo>
                  <a:pt x="158" y="0"/>
                </a:lnTo>
                <a:lnTo>
                  <a:pt x="159" y="1"/>
                </a:lnTo>
                <a:lnTo>
                  <a:pt x="160" y="1"/>
                </a:lnTo>
                <a:lnTo>
                  <a:pt x="16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4" name=""/>
          <p:cNvSpPr/>
          <p:nvPr/>
        </p:nvSpPr>
        <p:spPr>
          <a:xfrm>
            <a:off x="4668480" y="41022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5" name=""/>
          <p:cNvSpPr/>
          <p:nvPr/>
        </p:nvSpPr>
        <p:spPr>
          <a:xfrm>
            <a:off x="4671720" y="410040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1" y="2"/>
                </a:moveTo>
                <a:lnTo>
                  <a:pt x="1" y="3"/>
                </a:lnTo>
                <a:lnTo>
                  <a:pt x="0" y="3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6" name=""/>
          <p:cNvSpPr/>
          <p:nvPr/>
        </p:nvSpPr>
        <p:spPr>
          <a:xfrm>
            <a:off x="4668480" y="410040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5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7" name=""/>
          <p:cNvSpPr/>
          <p:nvPr/>
        </p:nvSpPr>
        <p:spPr>
          <a:xfrm>
            <a:off x="4666320" y="410004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0" y="3"/>
                </a:moveTo>
                <a:lnTo>
                  <a:pt x="2" y="3"/>
                </a:lnTo>
                <a:lnTo>
                  <a:pt x="3" y="3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8" name=""/>
          <p:cNvSpPr/>
          <p:nvPr/>
        </p:nvSpPr>
        <p:spPr>
          <a:xfrm>
            <a:off x="4667760" y="40993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9" name=""/>
          <p:cNvSpPr/>
          <p:nvPr/>
        </p:nvSpPr>
        <p:spPr>
          <a:xfrm>
            <a:off x="4675680" y="40957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0" name=""/>
          <p:cNvSpPr/>
          <p:nvPr/>
        </p:nvSpPr>
        <p:spPr>
          <a:xfrm>
            <a:off x="4677120" y="40935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1" name=""/>
          <p:cNvSpPr/>
          <p:nvPr/>
        </p:nvSpPr>
        <p:spPr>
          <a:xfrm>
            <a:off x="4676760" y="40932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2" name=""/>
          <p:cNvSpPr/>
          <p:nvPr/>
        </p:nvSpPr>
        <p:spPr>
          <a:xfrm>
            <a:off x="4676400" y="4093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3" name=""/>
          <p:cNvSpPr/>
          <p:nvPr/>
        </p:nvSpPr>
        <p:spPr>
          <a:xfrm>
            <a:off x="4676040" y="40906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4" name=""/>
          <p:cNvSpPr/>
          <p:nvPr/>
        </p:nvSpPr>
        <p:spPr>
          <a:xfrm>
            <a:off x="4677480" y="4090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5" name=""/>
          <p:cNvSpPr/>
          <p:nvPr/>
        </p:nvSpPr>
        <p:spPr>
          <a:xfrm>
            <a:off x="4678920" y="40899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6" name=""/>
          <p:cNvSpPr/>
          <p:nvPr/>
        </p:nvSpPr>
        <p:spPr>
          <a:xfrm>
            <a:off x="4677480" y="4089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7" name=""/>
          <p:cNvSpPr/>
          <p:nvPr/>
        </p:nvSpPr>
        <p:spPr>
          <a:xfrm>
            <a:off x="4676760" y="4088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8" name=""/>
          <p:cNvSpPr/>
          <p:nvPr/>
        </p:nvSpPr>
        <p:spPr>
          <a:xfrm>
            <a:off x="4677120" y="40888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9" name=""/>
          <p:cNvSpPr/>
          <p:nvPr/>
        </p:nvSpPr>
        <p:spPr>
          <a:xfrm>
            <a:off x="4676400" y="40885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30" name=""/>
          <p:cNvSpPr/>
          <p:nvPr/>
        </p:nvSpPr>
        <p:spPr>
          <a:xfrm>
            <a:off x="4676040" y="4088160"/>
            <a:ext cx="1080" cy="360"/>
          </a:xfrm>
          <a:custGeom>
            <a:avLst/>
            <a:gdLst/>
            <a:ahLst/>
            <a:rect l="0" t="0" r="r" b="b"/>
            <a:pathLst>
              <a:path w="3" h="1">
                <a:moveTo>
                  <a:pt x="3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31" name=""/>
          <p:cNvSpPr/>
          <p:nvPr/>
        </p:nvSpPr>
        <p:spPr>
          <a:xfrm>
            <a:off x="4675320" y="408600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3" y="3"/>
                </a:moveTo>
                <a:lnTo>
                  <a:pt x="3" y="4"/>
                </a:lnTo>
                <a:lnTo>
                  <a:pt x="4" y="4"/>
                </a:lnTo>
                <a:lnTo>
                  <a:pt x="5" y="4"/>
                </a:lnTo>
                <a:lnTo>
                  <a:pt x="5" y="6"/>
                </a:lnTo>
                <a:lnTo>
                  <a:pt x="4" y="6"/>
                </a:lnTo>
                <a:lnTo>
                  <a:pt x="5" y="6"/>
                </a:lnTo>
                <a:lnTo>
                  <a:pt x="4" y="6"/>
                </a:lnTo>
                <a:lnTo>
                  <a:pt x="3" y="6"/>
                </a:lnTo>
                <a:lnTo>
                  <a:pt x="3" y="4"/>
                </a:lnTo>
                <a:lnTo>
                  <a:pt x="3" y="6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2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32" name=""/>
          <p:cNvSpPr/>
          <p:nvPr/>
        </p:nvSpPr>
        <p:spPr>
          <a:xfrm>
            <a:off x="4681440" y="4082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33" name=""/>
          <p:cNvSpPr/>
          <p:nvPr/>
        </p:nvSpPr>
        <p:spPr>
          <a:xfrm>
            <a:off x="4681440" y="40816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34" name=""/>
          <p:cNvSpPr/>
          <p:nvPr/>
        </p:nvSpPr>
        <p:spPr>
          <a:xfrm>
            <a:off x="4680000" y="40780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4" y="3"/>
                </a:moveTo>
                <a:lnTo>
                  <a:pt x="4" y="5"/>
                </a:lnTo>
                <a:lnTo>
                  <a:pt x="3" y="5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lnTo>
                  <a:pt x="1" y="2"/>
                </a:lnTo>
                <a:lnTo>
                  <a:pt x="4" y="3"/>
                </a:lnTo>
                <a:lnTo>
                  <a:pt x="4" y="2"/>
                </a:lnTo>
                <a:lnTo>
                  <a:pt x="5" y="0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35" name=""/>
          <p:cNvSpPr/>
          <p:nvPr/>
        </p:nvSpPr>
        <p:spPr>
          <a:xfrm>
            <a:off x="4682880" y="407664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1" y="2"/>
                </a:moveTo>
                <a:lnTo>
                  <a:pt x="3" y="2"/>
                </a:lnTo>
                <a:lnTo>
                  <a:pt x="3" y="3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4" y="0"/>
                </a:lnTo>
                <a:lnTo>
                  <a:pt x="3" y="2"/>
                </a:lnTo>
                <a:lnTo>
                  <a:pt x="3" y="0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36" name=""/>
          <p:cNvSpPr/>
          <p:nvPr/>
        </p:nvSpPr>
        <p:spPr>
          <a:xfrm>
            <a:off x="4681800" y="40759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37" name=""/>
          <p:cNvSpPr/>
          <p:nvPr/>
        </p:nvSpPr>
        <p:spPr>
          <a:xfrm>
            <a:off x="4682520" y="4074120"/>
            <a:ext cx="1440" cy="2520"/>
          </a:xfrm>
          <a:custGeom>
            <a:avLst/>
            <a:gdLst/>
            <a:ahLst/>
            <a:rect l="0" t="0" r="r" b="b"/>
            <a:pathLst>
              <a:path w="4" h="7">
                <a:moveTo>
                  <a:pt x="2" y="3"/>
                </a:moveTo>
                <a:lnTo>
                  <a:pt x="2" y="4"/>
                </a:lnTo>
                <a:lnTo>
                  <a:pt x="2" y="5"/>
                </a:lnTo>
                <a:lnTo>
                  <a:pt x="0" y="7"/>
                </a:lnTo>
                <a:lnTo>
                  <a:pt x="0" y="5"/>
                </a:lnTo>
                <a:lnTo>
                  <a:pt x="1" y="5"/>
                </a:lnTo>
                <a:lnTo>
                  <a:pt x="2" y="3"/>
                </a:lnTo>
                <a:lnTo>
                  <a:pt x="2" y="2"/>
                </a:lnTo>
                <a:lnTo>
                  <a:pt x="1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38" name=""/>
          <p:cNvSpPr/>
          <p:nvPr/>
        </p:nvSpPr>
        <p:spPr>
          <a:xfrm>
            <a:off x="4676760" y="4070880"/>
            <a:ext cx="2160" cy="1080"/>
          </a:xfrm>
          <a:custGeom>
            <a:avLst/>
            <a:gdLst/>
            <a:ahLst/>
            <a:rect l="0" t="0" r="r" b="b"/>
            <a:pathLst>
              <a:path w="6" h="3">
                <a:moveTo>
                  <a:pt x="2" y="3"/>
                </a:move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2"/>
                </a:lnTo>
                <a:lnTo>
                  <a:pt x="6" y="3"/>
                </a:lnTo>
                <a:lnTo>
                  <a:pt x="4" y="3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39" name=""/>
          <p:cNvSpPr/>
          <p:nvPr/>
        </p:nvSpPr>
        <p:spPr>
          <a:xfrm>
            <a:off x="4676760" y="40651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0" name=""/>
          <p:cNvSpPr/>
          <p:nvPr/>
        </p:nvSpPr>
        <p:spPr>
          <a:xfrm>
            <a:off x="4681080" y="406368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5" y="3"/>
                </a:moveTo>
                <a:lnTo>
                  <a:pt x="4" y="3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1" name=""/>
          <p:cNvSpPr/>
          <p:nvPr/>
        </p:nvSpPr>
        <p:spPr>
          <a:xfrm>
            <a:off x="4677840" y="40640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2" name=""/>
          <p:cNvSpPr/>
          <p:nvPr/>
        </p:nvSpPr>
        <p:spPr>
          <a:xfrm>
            <a:off x="4677480" y="40633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3" name=""/>
          <p:cNvSpPr/>
          <p:nvPr/>
        </p:nvSpPr>
        <p:spPr>
          <a:xfrm>
            <a:off x="4680720" y="4061880"/>
            <a:ext cx="3960" cy="2520"/>
          </a:xfrm>
          <a:custGeom>
            <a:avLst/>
            <a:gdLst/>
            <a:ahLst/>
            <a:rect l="0" t="0" r="r" b="b"/>
            <a:pathLst>
              <a:path w="11" h="7">
                <a:moveTo>
                  <a:pt x="9" y="1"/>
                </a:moveTo>
                <a:lnTo>
                  <a:pt x="9" y="2"/>
                </a:lnTo>
                <a:lnTo>
                  <a:pt x="9" y="3"/>
                </a:lnTo>
                <a:lnTo>
                  <a:pt x="10" y="3"/>
                </a:lnTo>
                <a:lnTo>
                  <a:pt x="11" y="4"/>
                </a:lnTo>
                <a:lnTo>
                  <a:pt x="10" y="4"/>
                </a:lnTo>
                <a:lnTo>
                  <a:pt x="10" y="5"/>
                </a:lnTo>
                <a:lnTo>
                  <a:pt x="9" y="7"/>
                </a:lnTo>
                <a:lnTo>
                  <a:pt x="7" y="7"/>
                </a:lnTo>
                <a:lnTo>
                  <a:pt x="6" y="7"/>
                </a:lnTo>
                <a:lnTo>
                  <a:pt x="5" y="7"/>
                </a:lnTo>
                <a:lnTo>
                  <a:pt x="5" y="5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9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4" name=""/>
          <p:cNvSpPr/>
          <p:nvPr/>
        </p:nvSpPr>
        <p:spPr>
          <a:xfrm>
            <a:off x="4683240" y="40611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5" name=""/>
          <p:cNvSpPr/>
          <p:nvPr/>
        </p:nvSpPr>
        <p:spPr>
          <a:xfrm>
            <a:off x="4674600" y="4060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6" name=""/>
          <p:cNvSpPr/>
          <p:nvPr/>
        </p:nvSpPr>
        <p:spPr>
          <a:xfrm>
            <a:off x="4681080" y="40557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3"/>
                </a:moveTo>
                <a:lnTo>
                  <a:pt x="0" y="2"/>
                </a:lnTo>
                <a:lnTo>
                  <a:pt x="0" y="0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7" name=""/>
          <p:cNvSpPr/>
          <p:nvPr/>
        </p:nvSpPr>
        <p:spPr>
          <a:xfrm>
            <a:off x="4674240" y="404928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8" name=""/>
          <p:cNvSpPr/>
          <p:nvPr/>
        </p:nvSpPr>
        <p:spPr>
          <a:xfrm>
            <a:off x="4674600" y="40485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9" name=""/>
          <p:cNvSpPr/>
          <p:nvPr/>
        </p:nvSpPr>
        <p:spPr>
          <a:xfrm>
            <a:off x="4673520" y="404784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3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0" name=""/>
          <p:cNvSpPr/>
          <p:nvPr/>
        </p:nvSpPr>
        <p:spPr>
          <a:xfrm>
            <a:off x="4674240" y="40474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1" name=""/>
          <p:cNvSpPr/>
          <p:nvPr/>
        </p:nvSpPr>
        <p:spPr>
          <a:xfrm>
            <a:off x="4676760" y="40474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2" name=""/>
          <p:cNvSpPr/>
          <p:nvPr/>
        </p:nvSpPr>
        <p:spPr>
          <a:xfrm>
            <a:off x="4675320" y="40474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3" name=""/>
          <p:cNvSpPr/>
          <p:nvPr/>
        </p:nvSpPr>
        <p:spPr>
          <a:xfrm>
            <a:off x="4677120" y="404712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4" name=""/>
          <p:cNvSpPr/>
          <p:nvPr/>
        </p:nvSpPr>
        <p:spPr>
          <a:xfrm>
            <a:off x="4679280" y="404532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1" y="0"/>
                </a:move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5" name=""/>
          <p:cNvSpPr/>
          <p:nvPr/>
        </p:nvSpPr>
        <p:spPr>
          <a:xfrm>
            <a:off x="4682160" y="402768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6" name=""/>
          <p:cNvSpPr/>
          <p:nvPr/>
        </p:nvSpPr>
        <p:spPr>
          <a:xfrm>
            <a:off x="4683240" y="4026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7" name=""/>
          <p:cNvSpPr/>
          <p:nvPr/>
        </p:nvSpPr>
        <p:spPr>
          <a:xfrm>
            <a:off x="4675320" y="40078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1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8" name=""/>
          <p:cNvSpPr/>
          <p:nvPr/>
        </p:nvSpPr>
        <p:spPr>
          <a:xfrm>
            <a:off x="4685040" y="40896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9" name=""/>
          <p:cNvSpPr/>
          <p:nvPr/>
        </p:nvSpPr>
        <p:spPr>
          <a:xfrm>
            <a:off x="4683600" y="408708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2" y="4"/>
                </a:moveTo>
                <a:lnTo>
                  <a:pt x="1" y="4"/>
                </a:lnTo>
                <a:lnTo>
                  <a:pt x="1" y="6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5" y="2"/>
                </a:lnTo>
                <a:lnTo>
                  <a:pt x="5" y="0"/>
                </a:lnTo>
                <a:lnTo>
                  <a:pt x="6" y="0"/>
                </a:lnTo>
                <a:lnTo>
                  <a:pt x="5" y="2"/>
                </a:lnTo>
                <a:lnTo>
                  <a:pt x="5" y="3"/>
                </a:lnTo>
                <a:lnTo>
                  <a:pt x="3" y="3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0" name=""/>
          <p:cNvSpPr/>
          <p:nvPr/>
        </p:nvSpPr>
        <p:spPr>
          <a:xfrm>
            <a:off x="4683600" y="40852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3" y="1"/>
                </a:moveTo>
                <a:lnTo>
                  <a:pt x="5" y="3"/>
                </a:lnTo>
                <a:lnTo>
                  <a:pt x="3" y="4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3" y="3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1" name=""/>
          <p:cNvSpPr/>
          <p:nvPr/>
        </p:nvSpPr>
        <p:spPr>
          <a:xfrm>
            <a:off x="4685040" y="407772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2" name=""/>
          <p:cNvSpPr/>
          <p:nvPr/>
        </p:nvSpPr>
        <p:spPr>
          <a:xfrm>
            <a:off x="4683960" y="407628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2"/>
                </a:move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3" name=""/>
          <p:cNvSpPr/>
          <p:nvPr/>
        </p:nvSpPr>
        <p:spPr>
          <a:xfrm>
            <a:off x="4685400" y="40658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1" y="0"/>
                </a:moveTo>
                <a:lnTo>
                  <a:pt x="0" y="0"/>
                </a:lnTo>
                <a:lnTo>
                  <a:pt x="3" y="0"/>
                </a:lnTo>
                <a:lnTo>
                  <a:pt x="1" y="0"/>
                </a:lnTo>
                <a:lnTo>
                  <a:pt x="1" y="2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4" name=""/>
          <p:cNvSpPr/>
          <p:nvPr/>
        </p:nvSpPr>
        <p:spPr>
          <a:xfrm>
            <a:off x="4683600" y="4060800"/>
            <a:ext cx="3960" cy="5040"/>
          </a:xfrm>
          <a:custGeom>
            <a:avLst/>
            <a:gdLst/>
            <a:ahLst/>
            <a:rect l="0" t="0" r="r" b="b"/>
            <a:pathLst>
              <a:path w="11" h="14">
                <a:moveTo>
                  <a:pt x="10" y="3"/>
                </a:moveTo>
                <a:lnTo>
                  <a:pt x="10" y="4"/>
                </a:lnTo>
                <a:lnTo>
                  <a:pt x="10" y="5"/>
                </a:lnTo>
                <a:lnTo>
                  <a:pt x="11" y="5"/>
                </a:lnTo>
                <a:lnTo>
                  <a:pt x="11" y="6"/>
                </a:lnTo>
                <a:lnTo>
                  <a:pt x="11" y="7"/>
                </a:lnTo>
                <a:lnTo>
                  <a:pt x="11" y="8"/>
                </a:lnTo>
                <a:lnTo>
                  <a:pt x="10" y="8"/>
                </a:lnTo>
                <a:lnTo>
                  <a:pt x="9" y="9"/>
                </a:lnTo>
                <a:lnTo>
                  <a:pt x="10" y="9"/>
                </a:lnTo>
                <a:lnTo>
                  <a:pt x="11" y="9"/>
                </a:lnTo>
                <a:lnTo>
                  <a:pt x="10" y="10"/>
                </a:lnTo>
                <a:lnTo>
                  <a:pt x="9" y="10"/>
                </a:lnTo>
                <a:lnTo>
                  <a:pt x="10" y="12"/>
                </a:lnTo>
                <a:lnTo>
                  <a:pt x="9" y="12"/>
                </a:lnTo>
                <a:lnTo>
                  <a:pt x="9" y="13"/>
                </a:lnTo>
                <a:lnTo>
                  <a:pt x="9" y="14"/>
                </a:lnTo>
                <a:lnTo>
                  <a:pt x="8" y="14"/>
                </a:lnTo>
                <a:lnTo>
                  <a:pt x="7" y="14"/>
                </a:lnTo>
                <a:lnTo>
                  <a:pt x="6" y="14"/>
                </a:lnTo>
                <a:lnTo>
                  <a:pt x="7" y="13"/>
                </a:lnTo>
                <a:lnTo>
                  <a:pt x="7" y="12"/>
                </a:lnTo>
                <a:lnTo>
                  <a:pt x="6" y="12"/>
                </a:lnTo>
                <a:lnTo>
                  <a:pt x="4" y="10"/>
                </a:lnTo>
                <a:lnTo>
                  <a:pt x="4" y="12"/>
                </a:lnTo>
                <a:lnTo>
                  <a:pt x="3" y="12"/>
                </a:lnTo>
                <a:lnTo>
                  <a:pt x="4" y="10"/>
                </a:lnTo>
                <a:lnTo>
                  <a:pt x="4" y="9"/>
                </a:lnTo>
                <a:lnTo>
                  <a:pt x="3" y="9"/>
                </a:lnTo>
                <a:lnTo>
                  <a:pt x="2" y="7"/>
                </a:lnTo>
                <a:lnTo>
                  <a:pt x="2" y="6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3" y="2"/>
                </a:lnTo>
                <a:lnTo>
                  <a:pt x="4" y="2"/>
                </a:lnTo>
                <a:lnTo>
                  <a:pt x="6" y="1"/>
                </a:lnTo>
                <a:lnTo>
                  <a:pt x="7" y="0"/>
                </a:lnTo>
                <a:lnTo>
                  <a:pt x="8" y="0"/>
                </a:lnTo>
                <a:lnTo>
                  <a:pt x="9" y="1"/>
                </a:lnTo>
                <a:lnTo>
                  <a:pt x="9" y="2"/>
                </a:lnTo>
                <a:lnTo>
                  <a:pt x="10" y="2"/>
                </a:lnTo>
                <a:lnTo>
                  <a:pt x="11" y="3"/>
                </a:lnTo>
                <a:lnTo>
                  <a:pt x="1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5" name=""/>
          <p:cNvSpPr/>
          <p:nvPr/>
        </p:nvSpPr>
        <p:spPr>
          <a:xfrm>
            <a:off x="4683960" y="40611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6" name=""/>
          <p:cNvSpPr/>
          <p:nvPr/>
        </p:nvSpPr>
        <p:spPr>
          <a:xfrm>
            <a:off x="4686120" y="40604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4"/>
                </a:moveTo>
                <a:lnTo>
                  <a:pt x="3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7" name=""/>
          <p:cNvSpPr/>
          <p:nvPr/>
        </p:nvSpPr>
        <p:spPr>
          <a:xfrm>
            <a:off x="4688280" y="4059720"/>
            <a:ext cx="2160" cy="2880"/>
          </a:xfrm>
          <a:custGeom>
            <a:avLst/>
            <a:gdLst/>
            <a:ahLst/>
            <a:rect l="0" t="0" r="r" b="b"/>
            <a:pathLst>
              <a:path w="6" h="8">
                <a:moveTo>
                  <a:pt x="3" y="4"/>
                </a:moveTo>
                <a:lnTo>
                  <a:pt x="3" y="5"/>
                </a:lnTo>
                <a:lnTo>
                  <a:pt x="4" y="5"/>
                </a:lnTo>
                <a:lnTo>
                  <a:pt x="6" y="4"/>
                </a:lnTo>
                <a:lnTo>
                  <a:pt x="6" y="5"/>
                </a:ln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2" y="6"/>
                </a:lnTo>
                <a:lnTo>
                  <a:pt x="2" y="8"/>
                </a:lnTo>
                <a:lnTo>
                  <a:pt x="0" y="8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2" y="2"/>
                </a:lnTo>
                <a:lnTo>
                  <a:pt x="2" y="0"/>
                </a:lnTo>
                <a:lnTo>
                  <a:pt x="3" y="2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8" name=""/>
          <p:cNvSpPr/>
          <p:nvPr/>
        </p:nvSpPr>
        <p:spPr>
          <a:xfrm>
            <a:off x="4686120" y="40593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9" name=""/>
          <p:cNvSpPr/>
          <p:nvPr/>
        </p:nvSpPr>
        <p:spPr>
          <a:xfrm>
            <a:off x="4687200" y="40590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0" name=""/>
          <p:cNvSpPr/>
          <p:nvPr/>
        </p:nvSpPr>
        <p:spPr>
          <a:xfrm>
            <a:off x="4687920" y="40586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1" name=""/>
          <p:cNvSpPr/>
          <p:nvPr/>
        </p:nvSpPr>
        <p:spPr>
          <a:xfrm>
            <a:off x="4686840" y="40546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2" name=""/>
          <p:cNvSpPr/>
          <p:nvPr/>
        </p:nvSpPr>
        <p:spPr>
          <a:xfrm>
            <a:off x="4687920" y="4052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3" name=""/>
          <p:cNvSpPr/>
          <p:nvPr/>
        </p:nvSpPr>
        <p:spPr>
          <a:xfrm>
            <a:off x="4687200" y="40500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4" name=""/>
          <p:cNvSpPr/>
          <p:nvPr/>
        </p:nvSpPr>
        <p:spPr>
          <a:xfrm>
            <a:off x="4686840" y="40485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5" name=""/>
          <p:cNvSpPr/>
          <p:nvPr/>
        </p:nvSpPr>
        <p:spPr>
          <a:xfrm>
            <a:off x="4688280" y="40442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2"/>
                </a:lnTo>
                <a:lnTo>
                  <a:pt x="2" y="4"/>
                </a:lnTo>
                <a:lnTo>
                  <a:pt x="0" y="4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6" name=""/>
          <p:cNvSpPr/>
          <p:nvPr/>
        </p:nvSpPr>
        <p:spPr>
          <a:xfrm>
            <a:off x="4687920" y="40442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7" name=""/>
          <p:cNvSpPr/>
          <p:nvPr/>
        </p:nvSpPr>
        <p:spPr>
          <a:xfrm>
            <a:off x="4688280" y="403956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5"/>
                </a:move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3" y="2"/>
                </a:lnTo>
                <a:lnTo>
                  <a:pt x="1" y="3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8" name=""/>
          <p:cNvSpPr/>
          <p:nvPr/>
        </p:nvSpPr>
        <p:spPr>
          <a:xfrm>
            <a:off x="4685400" y="4037040"/>
            <a:ext cx="3960" cy="3240"/>
          </a:xfrm>
          <a:custGeom>
            <a:avLst/>
            <a:gdLst/>
            <a:ahLst/>
            <a:rect l="0" t="0" r="r" b="b"/>
            <a:pathLst>
              <a:path w="11" h="9">
                <a:moveTo>
                  <a:pt x="8" y="6"/>
                </a:moveTo>
                <a:lnTo>
                  <a:pt x="8" y="7"/>
                </a:lnTo>
                <a:lnTo>
                  <a:pt x="7" y="7"/>
                </a:lnTo>
                <a:lnTo>
                  <a:pt x="0" y="9"/>
                </a:lnTo>
                <a:lnTo>
                  <a:pt x="0" y="8"/>
                </a:lnTo>
                <a:lnTo>
                  <a:pt x="2" y="6"/>
                </a:lnTo>
                <a:lnTo>
                  <a:pt x="5" y="5"/>
                </a:lnTo>
                <a:lnTo>
                  <a:pt x="5" y="3"/>
                </a:lnTo>
                <a:lnTo>
                  <a:pt x="6" y="2"/>
                </a:lnTo>
                <a:lnTo>
                  <a:pt x="7" y="2"/>
                </a:lnTo>
                <a:lnTo>
                  <a:pt x="7" y="1"/>
                </a:lnTo>
                <a:lnTo>
                  <a:pt x="9" y="1"/>
                </a:lnTo>
                <a:lnTo>
                  <a:pt x="9" y="0"/>
                </a:lnTo>
                <a:lnTo>
                  <a:pt x="10" y="0"/>
                </a:lnTo>
                <a:lnTo>
                  <a:pt x="11" y="1"/>
                </a:lnTo>
                <a:lnTo>
                  <a:pt x="11" y="2"/>
                </a:lnTo>
                <a:lnTo>
                  <a:pt x="10" y="2"/>
                </a:lnTo>
                <a:lnTo>
                  <a:pt x="10" y="3"/>
                </a:lnTo>
                <a:lnTo>
                  <a:pt x="9" y="3"/>
                </a:lnTo>
                <a:lnTo>
                  <a:pt x="9" y="6"/>
                </a:lnTo>
                <a:lnTo>
                  <a:pt x="8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9" name=""/>
          <p:cNvSpPr/>
          <p:nvPr/>
        </p:nvSpPr>
        <p:spPr>
          <a:xfrm>
            <a:off x="4688280" y="40345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0" name=""/>
          <p:cNvSpPr/>
          <p:nvPr/>
        </p:nvSpPr>
        <p:spPr>
          <a:xfrm>
            <a:off x="4687560" y="4034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1" name=""/>
          <p:cNvSpPr/>
          <p:nvPr/>
        </p:nvSpPr>
        <p:spPr>
          <a:xfrm>
            <a:off x="4687920" y="4034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2" name=""/>
          <p:cNvSpPr/>
          <p:nvPr/>
        </p:nvSpPr>
        <p:spPr>
          <a:xfrm>
            <a:off x="4687920" y="40338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3" name=""/>
          <p:cNvSpPr/>
          <p:nvPr/>
        </p:nvSpPr>
        <p:spPr>
          <a:xfrm>
            <a:off x="4685400" y="4032360"/>
            <a:ext cx="2880" cy="2520"/>
          </a:xfrm>
          <a:custGeom>
            <a:avLst/>
            <a:gdLst/>
            <a:ahLst/>
            <a:rect l="0" t="0" r="r" b="b"/>
            <a:pathLst>
              <a:path w="8" h="7">
                <a:moveTo>
                  <a:pt x="4" y="7"/>
                </a:moveTo>
                <a:lnTo>
                  <a:pt x="3" y="7"/>
                </a:lnTo>
                <a:lnTo>
                  <a:pt x="1" y="7"/>
                </a:lnTo>
                <a:lnTo>
                  <a:pt x="1" y="6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3" y="1"/>
                </a:lnTo>
                <a:lnTo>
                  <a:pt x="4" y="0"/>
                </a:lnTo>
                <a:lnTo>
                  <a:pt x="5" y="0"/>
                </a:lnTo>
                <a:lnTo>
                  <a:pt x="6" y="1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7" y="5"/>
                </a:lnTo>
                <a:lnTo>
                  <a:pt x="7" y="6"/>
                </a:lnTo>
                <a:lnTo>
                  <a:pt x="6" y="7"/>
                </a:lnTo>
                <a:lnTo>
                  <a:pt x="4" y="7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4" name=""/>
          <p:cNvSpPr/>
          <p:nvPr/>
        </p:nvSpPr>
        <p:spPr>
          <a:xfrm>
            <a:off x="4689720" y="40327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5" name=""/>
          <p:cNvSpPr/>
          <p:nvPr/>
        </p:nvSpPr>
        <p:spPr>
          <a:xfrm>
            <a:off x="4690440" y="403200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2" y="3"/>
                </a:moveTo>
                <a:lnTo>
                  <a:pt x="0" y="3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4" y="3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6" name=""/>
          <p:cNvSpPr/>
          <p:nvPr/>
        </p:nvSpPr>
        <p:spPr>
          <a:xfrm>
            <a:off x="4688640" y="40320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0" y="2"/>
                </a:move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3"/>
                </a:lnTo>
                <a:lnTo>
                  <a:pt x="2" y="4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7" name=""/>
          <p:cNvSpPr/>
          <p:nvPr/>
        </p:nvSpPr>
        <p:spPr>
          <a:xfrm>
            <a:off x="4690080" y="4032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8" name=""/>
          <p:cNvSpPr/>
          <p:nvPr/>
        </p:nvSpPr>
        <p:spPr>
          <a:xfrm>
            <a:off x="4689000" y="40309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9" name=""/>
          <p:cNvSpPr/>
          <p:nvPr/>
        </p:nvSpPr>
        <p:spPr>
          <a:xfrm>
            <a:off x="4690080" y="403056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2" y="3"/>
                </a:moveTo>
                <a:lnTo>
                  <a:pt x="2" y="5"/>
                </a:lnTo>
                <a:lnTo>
                  <a:pt x="0" y="5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2"/>
                </a:lnTo>
                <a:lnTo>
                  <a:pt x="3" y="3"/>
                </a:lnTo>
                <a:lnTo>
                  <a:pt x="3" y="5"/>
                </a:lnTo>
                <a:lnTo>
                  <a:pt x="2" y="5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90" name=""/>
          <p:cNvSpPr/>
          <p:nvPr/>
        </p:nvSpPr>
        <p:spPr>
          <a:xfrm>
            <a:off x="4691160" y="40305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91" name=""/>
          <p:cNvSpPr/>
          <p:nvPr/>
        </p:nvSpPr>
        <p:spPr>
          <a:xfrm>
            <a:off x="4682520" y="4026960"/>
            <a:ext cx="3240" cy="5040"/>
          </a:xfrm>
          <a:custGeom>
            <a:avLst/>
            <a:gdLst/>
            <a:ahLst/>
            <a:rect l="0" t="0" r="r" b="b"/>
            <a:pathLst>
              <a:path w="9" h="14">
                <a:moveTo>
                  <a:pt x="2" y="0"/>
                </a:move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6" y="3"/>
                </a:lnTo>
                <a:lnTo>
                  <a:pt x="6" y="4"/>
                </a:lnTo>
                <a:lnTo>
                  <a:pt x="7" y="5"/>
                </a:lnTo>
                <a:lnTo>
                  <a:pt x="7" y="6"/>
                </a:lnTo>
                <a:lnTo>
                  <a:pt x="8" y="6"/>
                </a:lnTo>
                <a:lnTo>
                  <a:pt x="8" y="5"/>
                </a:lnTo>
                <a:lnTo>
                  <a:pt x="8" y="6"/>
                </a:lnTo>
                <a:lnTo>
                  <a:pt x="9" y="6"/>
                </a:lnTo>
                <a:lnTo>
                  <a:pt x="9" y="7"/>
                </a:lnTo>
                <a:lnTo>
                  <a:pt x="9" y="8"/>
                </a:lnTo>
                <a:lnTo>
                  <a:pt x="9" y="9"/>
                </a:lnTo>
                <a:lnTo>
                  <a:pt x="9" y="10"/>
                </a:lnTo>
                <a:lnTo>
                  <a:pt x="9" y="11"/>
                </a:lnTo>
                <a:lnTo>
                  <a:pt x="9" y="12"/>
                </a:lnTo>
                <a:lnTo>
                  <a:pt x="7" y="13"/>
                </a:lnTo>
                <a:lnTo>
                  <a:pt x="6" y="13"/>
                </a:lnTo>
                <a:lnTo>
                  <a:pt x="4" y="13"/>
                </a:lnTo>
                <a:lnTo>
                  <a:pt x="4" y="14"/>
                </a:lnTo>
                <a:lnTo>
                  <a:pt x="3" y="14"/>
                </a:lnTo>
                <a:lnTo>
                  <a:pt x="2" y="14"/>
                </a:lnTo>
                <a:lnTo>
                  <a:pt x="1" y="14"/>
                </a:lnTo>
                <a:lnTo>
                  <a:pt x="1" y="13"/>
                </a:lnTo>
                <a:lnTo>
                  <a:pt x="1" y="12"/>
                </a:lnTo>
                <a:lnTo>
                  <a:pt x="0" y="12"/>
                </a:lnTo>
                <a:lnTo>
                  <a:pt x="0" y="11"/>
                </a:lnTo>
                <a:lnTo>
                  <a:pt x="1" y="10"/>
                </a:lnTo>
                <a:lnTo>
                  <a:pt x="1" y="8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1" y="5"/>
                </a:lnTo>
                <a:lnTo>
                  <a:pt x="2" y="4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92" name=""/>
          <p:cNvSpPr/>
          <p:nvPr/>
        </p:nvSpPr>
        <p:spPr>
          <a:xfrm>
            <a:off x="4686480" y="40280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1"/>
                </a:move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93" name=""/>
          <p:cNvSpPr/>
          <p:nvPr/>
        </p:nvSpPr>
        <p:spPr>
          <a:xfrm>
            <a:off x="4686840" y="40273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94" name=""/>
          <p:cNvSpPr/>
          <p:nvPr/>
        </p:nvSpPr>
        <p:spPr>
          <a:xfrm>
            <a:off x="4685040" y="402624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3" y="6"/>
                </a:moveTo>
                <a:lnTo>
                  <a:pt x="1" y="6"/>
                </a:lnTo>
                <a:lnTo>
                  <a:pt x="2" y="6"/>
                </a:lnTo>
                <a:lnTo>
                  <a:pt x="2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5" y="1"/>
                </a:lnTo>
                <a:lnTo>
                  <a:pt x="5" y="3"/>
                </a:lnTo>
                <a:lnTo>
                  <a:pt x="5" y="4"/>
                </a:lnTo>
                <a:lnTo>
                  <a:pt x="3" y="5"/>
                </a:lnTo>
                <a:lnTo>
                  <a:pt x="3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95" name=""/>
          <p:cNvSpPr/>
          <p:nvPr/>
        </p:nvSpPr>
        <p:spPr>
          <a:xfrm>
            <a:off x="4686840" y="40269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96" name=""/>
          <p:cNvSpPr/>
          <p:nvPr/>
        </p:nvSpPr>
        <p:spPr>
          <a:xfrm>
            <a:off x="4688280" y="40233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4"/>
                </a:moveTo>
                <a:lnTo>
                  <a:pt x="1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5" y="3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97" name=""/>
          <p:cNvSpPr/>
          <p:nvPr/>
        </p:nvSpPr>
        <p:spPr>
          <a:xfrm>
            <a:off x="4685400" y="4019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98" name=""/>
          <p:cNvSpPr/>
          <p:nvPr/>
        </p:nvSpPr>
        <p:spPr>
          <a:xfrm>
            <a:off x="4686120" y="4017960"/>
            <a:ext cx="1800" cy="2520"/>
          </a:xfrm>
          <a:custGeom>
            <a:avLst/>
            <a:gdLst/>
            <a:ahLst/>
            <a:rect l="0" t="0" r="r" b="b"/>
            <a:pathLst>
              <a:path w="5" h="7">
                <a:moveTo>
                  <a:pt x="3" y="5"/>
                </a:moveTo>
                <a:lnTo>
                  <a:pt x="1" y="7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3" y="4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4" y="0"/>
                </a:lnTo>
                <a:lnTo>
                  <a:pt x="5" y="0"/>
                </a:lnTo>
                <a:lnTo>
                  <a:pt x="4" y="2"/>
                </a:lnTo>
                <a:lnTo>
                  <a:pt x="3" y="3"/>
                </a:lnTo>
                <a:lnTo>
                  <a:pt x="3" y="4"/>
                </a:lnTo>
                <a:lnTo>
                  <a:pt x="3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99" name=""/>
          <p:cNvSpPr/>
          <p:nvPr/>
        </p:nvSpPr>
        <p:spPr>
          <a:xfrm>
            <a:off x="4689720" y="4008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1"/>
                </a:move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3" y="3"/>
                </a:lnTo>
                <a:lnTo>
                  <a:pt x="2" y="4"/>
                </a:lnTo>
                <a:lnTo>
                  <a:pt x="2" y="3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0" name=""/>
          <p:cNvSpPr/>
          <p:nvPr/>
        </p:nvSpPr>
        <p:spPr>
          <a:xfrm>
            <a:off x="4689000" y="400680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7" y="3"/>
                </a:moveTo>
                <a:lnTo>
                  <a:pt x="7" y="5"/>
                </a:lnTo>
                <a:lnTo>
                  <a:pt x="6" y="5"/>
                </a:lnTo>
                <a:lnTo>
                  <a:pt x="3" y="3"/>
                </a:lnTo>
                <a:lnTo>
                  <a:pt x="2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5" y="1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1" name=""/>
          <p:cNvSpPr/>
          <p:nvPr/>
        </p:nvSpPr>
        <p:spPr>
          <a:xfrm>
            <a:off x="4688280" y="40064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2" name=""/>
          <p:cNvSpPr/>
          <p:nvPr/>
        </p:nvSpPr>
        <p:spPr>
          <a:xfrm>
            <a:off x="4695120" y="4072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3" name=""/>
          <p:cNvSpPr/>
          <p:nvPr/>
        </p:nvSpPr>
        <p:spPr>
          <a:xfrm>
            <a:off x="4696200" y="4071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4" name=""/>
          <p:cNvSpPr/>
          <p:nvPr/>
        </p:nvSpPr>
        <p:spPr>
          <a:xfrm>
            <a:off x="4695120" y="4053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5" name=""/>
          <p:cNvSpPr/>
          <p:nvPr/>
        </p:nvSpPr>
        <p:spPr>
          <a:xfrm>
            <a:off x="4693320" y="40525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6" name=""/>
          <p:cNvSpPr/>
          <p:nvPr/>
        </p:nvSpPr>
        <p:spPr>
          <a:xfrm>
            <a:off x="4693680" y="40510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5" y="1"/>
                </a:moveTo>
                <a:lnTo>
                  <a:pt x="3" y="1"/>
                </a:lnTo>
                <a:lnTo>
                  <a:pt x="2" y="1"/>
                </a:lnTo>
                <a:lnTo>
                  <a:pt x="2" y="3"/>
                </a:lnTo>
                <a:lnTo>
                  <a:pt x="1" y="4"/>
                </a:lnTo>
                <a:lnTo>
                  <a:pt x="0" y="4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7" name=""/>
          <p:cNvSpPr/>
          <p:nvPr/>
        </p:nvSpPr>
        <p:spPr>
          <a:xfrm>
            <a:off x="4693680" y="40503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8" name=""/>
          <p:cNvSpPr/>
          <p:nvPr/>
        </p:nvSpPr>
        <p:spPr>
          <a:xfrm>
            <a:off x="4692600" y="40446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9" name=""/>
          <p:cNvSpPr/>
          <p:nvPr/>
        </p:nvSpPr>
        <p:spPr>
          <a:xfrm>
            <a:off x="4694760" y="4043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10" name=""/>
          <p:cNvSpPr/>
          <p:nvPr/>
        </p:nvSpPr>
        <p:spPr>
          <a:xfrm>
            <a:off x="4695120" y="40428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11" name=""/>
          <p:cNvSpPr/>
          <p:nvPr/>
        </p:nvSpPr>
        <p:spPr>
          <a:xfrm>
            <a:off x="4695480" y="40424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12" name=""/>
          <p:cNvSpPr/>
          <p:nvPr/>
        </p:nvSpPr>
        <p:spPr>
          <a:xfrm>
            <a:off x="4694760" y="404208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13" name=""/>
          <p:cNvSpPr/>
          <p:nvPr/>
        </p:nvSpPr>
        <p:spPr>
          <a:xfrm>
            <a:off x="4694400" y="4041000"/>
            <a:ext cx="3240" cy="1800"/>
          </a:xfrm>
          <a:custGeom>
            <a:avLst/>
            <a:gdLst/>
            <a:ahLst/>
            <a:rect l="0" t="0" r="r" b="b"/>
            <a:pathLst>
              <a:path w="9" h="5">
                <a:moveTo>
                  <a:pt x="6" y="4"/>
                </a:moveTo>
                <a:lnTo>
                  <a:pt x="7" y="4"/>
                </a:lnTo>
                <a:lnTo>
                  <a:pt x="9" y="4"/>
                </a:lnTo>
                <a:lnTo>
                  <a:pt x="9" y="5"/>
                </a:lnTo>
                <a:lnTo>
                  <a:pt x="7" y="5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4" y="3"/>
                </a:lnTo>
                <a:lnTo>
                  <a:pt x="5" y="3"/>
                </a:lnTo>
                <a:lnTo>
                  <a:pt x="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14" name=""/>
          <p:cNvSpPr/>
          <p:nvPr/>
        </p:nvSpPr>
        <p:spPr>
          <a:xfrm>
            <a:off x="4689360" y="4038120"/>
            <a:ext cx="6120" cy="5760"/>
          </a:xfrm>
          <a:custGeom>
            <a:avLst/>
            <a:gdLst/>
            <a:ahLst/>
            <a:rect l="0" t="0" r="r" b="b"/>
            <a:pathLst>
              <a:path w="17" h="16">
                <a:moveTo>
                  <a:pt x="9" y="3"/>
                </a:moveTo>
                <a:lnTo>
                  <a:pt x="9" y="5"/>
                </a:lnTo>
                <a:lnTo>
                  <a:pt x="9" y="6"/>
                </a:lnTo>
                <a:lnTo>
                  <a:pt x="10" y="7"/>
                </a:lnTo>
                <a:lnTo>
                  <a:pt x="10" y="8"/>
                </a:lnTo>
                <a:lnTo>
                  <a:pt x="11" y="8"/>
                </a:lnTo>
                <a:lnTo>
                  <a:pt x="12" y="8"/>
                </a:lnTo>
                <a:lnTo>
                  <a:pt x="13" y="9"/>
                </a:lnTo>
                <a:lnTo>
                  <a:pt x="13" y="8"/>
                </a:lnTo>
                <a:lnTo>
                  <a:pt x="12" y="8"/>
                </a:lnTo>
                <a:lnTo>
                  <a:pt x="13" y="8"/>
                </a:lnTo>
                <a:lnTo>
                  <a:pt x="13" y="9"/>
                </a:lnTo>
                <a:lnTo>
                  <a:pt x="14" y="9"/>
                </a:lnTo>
                <a:lnTo>
                  <a:pt x="14" y="10"/>
                </a:lnTo>
                <a:lnTo>
                  <a:pt x="15" y="10"/>
                </a:lnTo>
                <a:lnTo>
                  <a:pt x="15" y="11"/>
                </a:lnTo>
                <a:lnTo>
                  <a:pt x="17" y="12"/>
                </a:lnTo>
                <a:lnTo>
                  <a:pt x="15" y="12"/>
                </a:lnTo>
                <a:lnTo>
                  <a:pt x="14" y="13"/>
                </a:lnTo>
                <a:lnTo>
                  <a:pt x="15" y="13"/>
                </a:lnTo>
                <a:lnTo>
                  <a:pt x="14" y="14"/>
                </a:lnTo>
                <a:lnTo>
                  <a:pt x="13" y="15"/>
                </a:lnTo>
                <a:lnTo>
                  <a:pt x="13" y="16"/>
                </a:lnTo>
                <a:lnTo>
                  <a:pt x="13" y="15"/>
                </a:lnTo>
                <a:lnTo>
                  <a:pt x="13" y="14"/>
                </a:lnTo>
                <a:lnTo>
                  <a:pt x="12" y="14"/>
                </a:lnTo>
                <a:lnTo>
                  <a:pt x="11" y="15"/>
                </a:lnTo>
                <a:lnTo>
                  <a:pt x="10" y="15"/>
                </a:lnTo>
                <a:lnTo>
                  <a:pt x="10" y="14"/>
                </a:lnTo>
                <a:lnTo>
                  <a:pt x="11" y="14"/>
                </a:lnTo>
                <a:lnTo>
                  <a:pt x="10" y="14"/>
                </a:lnTo>
                <a:lnTo>
                  <a:pt x="9" y="15"/>
                </a:lnTo>
                <a:lnTo>
                  <a:pt x="9" y="14"/>
                </a:lnTo>
                <a:lnTo>
                  <a:pt x="9" y="13"/>
                </a:lnTo>
                <a:lnTo>
                  <a:pt x="9" y="14"/>
                </a:lnTo>
                <a:lnTo>
                  <a:pt x="9" y="13"/>
                </a:lnTo>
                <a:lnTo>
                  <a:pt x="8" y="11"/>
                </a:lnTo>
                <a:lnTo>
                  <a:pt x="7" y="11"/>
                </a:lnTo>
                <a:lnTo>
                  <a:pt x="7" y="10"/>
                </a:lnTo>
                <a:lnTo>
                  <a:pt x="6" y="9"/>
                </a:lnTo>
                <a:lnTo>
                  <a:pt x="5" y="8"/>
                </a:lnTo>
                <a:lnTo>
                  <a:pt x="5" y="9"/>
                </a:lnTo>
                <a:lnTo>
                  <a:pt x="3" y="10"/>
                </a:lnTo>
                <a:lnTo>
                  <a:pt x="2" y="9"/>
                </a:lnTo>
                <a:lnTo>
                  <a:pt x="0" y="9"/>
                </a:lnTo>
                <a:lnTo>
                  <a:pt x="2" y="8"/>
                </a:lnTo>
                <a:lnTo>
                  <a:pt x="2" y="7"/>
                </a:lnTo>
                <a:lnTo>
                  <a:pt x="3" y="6"/>
                </a:lnTo>
                <a:lnTo>
                  <a:pt x="3" y="5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  <a:lnTo>
                  <a:pt x="6" y="1"/>
                </a:lnTo>
                <a:lnTo>
                  <a:pt x="7" y="1"/>
                </a:lnTo>
                <a:lnTo>
                  <a:pt x="8" y="0"/>
                </a:lnTo>
                <a:lnTo>
                  <a:pt x="8" y="1"/>
                </a:lnTo>
                <a:lnTo>
                  <a:pt x="9" y="2"/>
                </a:lnTo>
                <a:lnTo>
                  <a:pt x="9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15" name=""/>
          <p:cNvSpPr/>
          <p:nvPr/>
        </p:nvSpPr>
        <p:spPr>
          <a:xfrm>
            <a:off x="4694040" y="4040640"/>
            <a:ext cx="1080" cy="360"/>
          </a:xfrm>
          <a:custGeom>
            <a:avLst/>
            <a:gdLst/>
            <a:ahLst/>
            <a:rect l="0" t="0" r="r" b="b"/>
            <a:pathLst>
              <a:path w="3" h="1">
                <a:moveTo>
                  <a:pt x="1" y="0"/>
                </a:move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16" name=""/>
          <p:cNvSpPr/>
          <p:nvPr/>
        </p:nvSpPr>
        <p:spPr>
          <a:xfrm>
            <a:off x="4695120" y="40402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17" name=""/>
          <p:cNvSpPr/>
          <p:nvPr/>
        </p:nvSpPr>
        <p:spPr>
          <a:xfrm>
            <a:off x="4694760" y="4038480"/>
            <a:ext cx="3600" cy="2520"/>
          </a:xfrm>
          <a:custGeom>
            <a:avLst/>
            <a:gdLst/>
            <a:ahLst/>
            <a:rect l="0" t="0" r="r" b="b"/>
            <a:pathLst>
              <a:path w="10" h="7">
                <a:moveTo>
                  <a:pt x="8" y="4"/>
                </a:moveTo>
                <a:lnTo>
                  <a:pt x="9" y="4"/>
                </a:lnTo>
                <a:lnTo>
                  <a:pt x="10" y="6"/>
                </a:lnTo>
                <a:lnTo>
                  <a:pt x="9" y="6"/>
                </a:lnTo>
                <a:lnTo>
                  <a:pt x="8" y="6"/>
                </a:lnTo>
                <a:lnTo>
                  <a:pt x="7" y="7"/>
                </a:lnTo>
                <a:lnTo>
                  <a:pt x="6" y="6"/>
                </a:lnTo>
                <a:lnTo>
                  <a:pt x="5" y="6"/>
                </a:lnTo>
                <a:lnTo>
                  <a:pt x="4" y="6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5" y="4"/>
                </a:lnTo>
                <a:lnTo>
                  <a:pt x="6" y="4"/>
                </a:lnTo>
                <a:lnTo>
                  <a:pt x="7" y="4"/>
                </a:lnTo>
                <a:lnTo>
                  <a:pt x="8" y="4"/>
                </a:lnTo>
                <a:lnTo>
                  <a:pt x="8" y="6"/>
                </a:lnTo>
                <a:lnTo>
                  <a:pt x="8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18" name=""/>
          <p:cNvSpPr/>
          <p:nvPr/>
        </p:nvSpPr>
        <p:spPr>
          <a:xfrm>
            <a:off x="4694040" y="4039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19" name=""/>
          <p:cNvSpPr/>
          <p:nvPr/>
        </p:nvSpPr>
        <p:spPr>
          <a:xfrm>
            <a:off x="4693320" y="40381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3" y="2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0" name=""/>
          <p:cNvSpPr/>
          <p:nvPr/>
        </p:nvSpPr>
        <p:spPr>
          <a:xfrm>
            <a:off x="4692960" y="40377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1" name=""/>
          <p:cNvSpPr/>
          <p:nvPr/>
        </p:nvSpPr>
        <p:spPr>
          <a:xfrm>
            <a:off x="4695120" y="40377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2" name=""/>
          <p:cNvSpPr/>
          <p:nvPr/>
        </p:nvSpPr>
        <p:spPr>
          <a:xfrm>
            <a:off x="4695120" y="4036320"/>
            <a:ext cx="3600" cy="3240"/>
          </a:xfrm>
          <a:custGeom>
            <a:avLst/>
            <a:gdLst/>
            <a:ahLst/>
            <a:rect l="0" t="0" r="r" b="b"/>
            <a:pathLst>
              <a:path w="10" h="9">
                <a:moveTo>
                  <a:pt x="7" y="0"/>
                </a:moveTo>
                <a:lnTo>
                  <a:pt x="8" y="1"/>
                </a:lnTo>
                <a:lnTo>
                  <a:pt x="9" y="2"/>
                </a:lnTo>
                <a:lnTo>
                  <a:pt x="9" y="1"/>
                </a:lnTo>
                <a:lnTo>
                  <a:pt x="9" y="2"/>
                </a:lnTo>
                <a:lnTo>
                  <a:pt x="10" y="2"/>
                </a:lnTo>
                <a:lnTo>
                  <a:pt x="9" y="3"/>
                </a:lnTo>
                <a:lnTo>
                  <a:pt x="9" y="2"/>
                </a:lnTo>
                <a:lnTo>
                  <a:pt x="8" y="2"/>
                </a:lnTo>
                <a:lnTo>
                  <a:pt x="7" y="3"/>
                </a:lnTo>
                <a:lnTo>
                  <a:pt x="7" y="4"/>
                </a:lnTo>
                <a:lnTo>
                  <a:pt x="8" y="3"/>
                </a:lnTo>
                <a:lnTo>
                  <a:pt x="8" y="4"/>
                </a:lnTo>
                <a:lnTo>
                  <a:pt x="9" y="4"/>
                </a:lnTo>
                <a:lnTo>
                  <a:pt x="8" y="4"/>
                </a:lnTo>
                <a:lnTo>
                  <a:pt x="8" y="5"/>
                </a:lnTo>
                <a:lnTo>
                  <a:pt x="9" y="6"/>
                </a:lnTo>
                <a:lnTo>
                  <a:pt x="10" y="6"/>
                </a:lnTo>
                <a:lnTo>
                  <a:pt x="10" y="7"/>
                </a:lnTo>
                <a:lnTo>
                  <a:pt x="9" y="7"/>
                </a:lnTo>
                <a:lnTo>
                  <a:pt x="9" y="9"/>
                </a:lnTo>
                <a:lnTo>
                  <a:pt x="8" y="7"/>
                </a:lnTo>
                <a:lnTo>
                  <a:pt x="7" y="7"/>
                </a:lnTo>
                <a:lnTo>
                  <a:pt x="6" y="6"/>
                </a:lnTo>
                <a:lnTo>
                  <a:pt x="5" y="5"/>
                </a:ln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1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3" name=""/>
          <p:cNvSpPr/>
          <p:nvPr/>
        </p:nvSpPr>
        <p:spPr>
          <a:xfrm>
            <a:off x="4693680" y="40374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4" name=""/>
          <p:cNvSpPr/>
          <p:nvPr/>
        </p:nvSpPr>
        <p:spPr>
          <a:xfrm>
            <a:off x="4696200" y="40352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0"/>
                </a:moveTo>
                <a:lnTo>
                  <a:pt x="1" y="0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5" name=""/>
          <p:cNvSpPr/>
          <p:nvPr/>
        </p:nvSpPr>
        <p:spPr>
          <a:xfrm>
            <a:off x="4697280" y="40327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6" name=""/>
          <p:cNvSpPr/>
          <p:nvPr/>
        </p:nvSpPr>
        <p:spPr>
          <a:xfrm>
            <a:off x="4694760" y="40320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1" y="2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  <a:lnTo>
                  <a:pt x="4" y="4"/>
                </a:lnTo>
                <a:lnTo>
                  <a:pt x="3" y="2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7" name=""/>
          <p:cNvSpPr/>
          <p:nvPr/>
        </p:nvSpPr>
        <p:spPr>
          <a:xfrm>
            <a:off x="4692240" y="40316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1"/>
                </a:move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8" name=""/>
          <p:cNvSpPr/>
          <p:nvPr/>
        </p:nvSpPr>
        <p:spPr>
          <a:xfrm>
            <a:off x="4691880" y="40316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9" name=""/>
          <p:cNvSpPr/>
          <p:nvPr/>
        </p:nvSpPr>
        <p:spPr>
          <a:xfrm>
            <a:off x="4691160" y="40312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30" name=""/>
          <p:cNvSpPr/>
          <p:nvPr/>
        </p:nvSpPr>
        <p:spPr>
          <a:xfrm>
            <a:off x="4692240" y="403092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6" y="4"/>
                </a:moveTo>
                <a:lnTo>
                  <a:pt x="5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5" y="3"/>
                </a:lnTo>
                <a:lnTo>
                  <a:pt x="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31" name=""/>
          <p:cNvSpPr/>
          <p:nvPr/>
        </p:nvSpPr>
        <p:spPr>
          <a:xfrm>
            <a:off x="4692240" y="4030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32" name=""/>
          <p:cNvSpPr/>
          <p:nvPr/>
        </p:nvSpPr>
        <p:spPr>
          <a:xfrm>
            <a:off x="4685760" y="4023720"/>
            <a:ext cx="13320" cy="9360"/>
          </a:xfrm>
          <a:custGeom>
            <a:avLst/>
            <a:gdLst/>
            <a:ahLst/>
            <a:rect l="0" t="0" r="r" b="b"/>
            <a:pathLst>
              <a:path w="37" h="26">
                <a:moveTo>
                  <a:pt x="5" y="3"/>
                </a:moveTo>
                <a:lnTo>
                  <a:pt x="6" y="3"/>
                </a:lnTo>
                <a:lnTo>
                  <a:pt x="7" y="3"/>
                </a:lnTo>
                <a:lnTo>
                  <a:pt x="8" y="4"/>
                </a:lnTo>
                <a:lnTo>
                  <a:pt x="10" y="4"/>
                </a:lnTo>
                <a:lnTo>
                  <a:pt x="11" y="4"/>
                </a:lnTo>
                <a:lnTo>
                  <a:pt x="12" y="4"/>
                </a:lnTo>
                <a:lnTo>
                  <a:pt x="13" y="3"/>
                </a:lnTo>
                <a:lnTo>
                  <a:pt x="14" y="3"/>
                </a:lnTo>
                <a:lnTo>
                  <a:pt x="15" y="3"/>
                </a:lnTo>
                <a:lnTo>
                  <a:pt x="16" y="4"/>
                </a:lnTo>
                <a:lnTo>
                  <a:pt x="16" y="5"/>
                </a:lnTo>
                <a:lnTo>
                  <a:pt x="17" y="5"/>
                </a:lnTo>
                <a:lnTo>
                  <a:pt x="17" y="6"/>
                </a:lnTo>
                <a:lnTo>
                  <a:pt x="18" y="6"/>
                </a:lnTo>
                <a:lnTo>
                  <a:pt x="18" y="7"/>
                </a:lnTo>
                <a:lnTo>
                  <a:pt x="19" y="7"/>
                </a:lnTo>
                <a:lnTo>
                  <a:pt x="19" y="8"/>
                </a:lnTo>
                <a:lnTo>
                  <a:pt x="21" y="8"/>
                </a:lnTo>
                <a:lnTo>
                  <a:pt x="22" y="8"/>
                </a:lnTo>
                <a:lnTo>
                  <a:pt x="23" y="8"/>
                </a:lnTo>
                <a:lnTo>
                  <a:pt x="25" y="8"/>
                </a:lnTo>
                <a:lnTo>
                  <a:pt x="26" y="8"/>
                </a:lnTo>
                <a:lnTo>
                  <a:pt x="27" y="8"/>
                </a:lnTo>
                <a:lnTo>
                  <a:pt x="28" y="8"/>
                </a:lnTo>
                <a:lnTo>
                  <a:pt x="29" y="9"/>
                </a:lnTo>
                <a:lnTo>
                  <a:pt x="30" y="9"/>
                </a:lnTo>
                <a:lnTo>
                  <a:pt x="31" y="9"/>
                </a:lnTo>
                <a:lnTo>
                  <a:pt x="32" y="9"/>
                </a:lnTo>
                <a:lnTo>
                  <a:pt x="33" y="10"/>
                </a:lnTo>
                <a:lnTo>
                  <a:pt x="33" y="11"/>
                </a:lnTo>
                <a:lnTo>
                  <a:pt x="32" y="11"/>
                </a:lnTo>
                <a:lnTo>
                  <a:pt x="31" y="11"/>
                </a:lnTo>
                <a:lnTo>
                  <a:pt x="30" y="11"/>
                </a:lnTo>
                <a:lnTo>
                  <a:pt x="29" y="11"/>
                </a:lnTo>
                <a:lnTo>
                  <a:pt x="29" y="12"/>
                </a:lnTo>
                <a:lnTo>
                  <a:pt x="28" y="12"/>
                </a:lnTo>
                <a:lnTo>
                  <a:pt x="29" y="12"/>
                </a:lnTo>
                <a:lnTo>
                  <a:pt x="29" y="13"/>
                </a:lnTo>
                <a:lnTo>
                  <a:pt x="30" y="13"/>
                </a:lnTo>
                <a:lnTo>
                  <a:pt x="32" y="13"/>
                </a:lnTo>
                <a:lnTo>
                  <a:pt x="33" y="15"/>
                </a:lnTo>
                <a:lnTo>
                  <a:pt x="34" y="15"/>
                </a:lnTo>
                <a:lnTo>
                  <a:pt x="34" y="16"/>
                </a:lnTo>
                <a:lnTo>
                  <a:pt x="34" y="15"/>
                </a:lnTo>
                <a:lnTo>
                  <a:pt x="36" y="16"/>
                </a:lnTo>
                <a:lnTo>
                  <a:pt x="36" y="17"/>
                </a:lnTo>
                <a:lnTo>
                  <a:pt x="37" y="17"/>
                </a:lnTo>
                <a:lnTo>
                  <a:pt x="37" y="18"/>
                </a:lnTo>
                <a:lnTo>
                  <a:pt x="36" y="20"/>
                </a:lnTo>
                <a:lnTo>
                  <a:pt x="37" y="20"/>
                </a:lnTo>
                <a:lnTo>
                  <a:pt x="36" y="23"/>
                </a:lnTo>
                <a:lnTo>
                  <a:pt x="36" y="24"/>
                </a:lnTo>
                <a:lnTo>
                  <a:pt x="36" y="25"/>
                </a:lnTo>
                <a:lnTo>
                  <a:pt x="34" y="26"/>
                </a:lnTo>
                <a:lnTo>
                  <a:pt x="33" y="26"/>
                </a:lnTo>
                <a:lnTo>
                  <a:pt x="32" y="26"/>
                </a:lnTo>
                <a:lnTo>
                  <a:pt x="31" y="26"/>
                </a:lnTo>
                <a:lnTo>
                  <a:pt x="30" y="26"/>
                </a:lnTo>
                <a:lnTo>
                  <a:pt x="30" y="25"/>
                </a:lnTo>
                <a:lnTo>
                  <a:pt x="29" y="25"/>
                </a:lnTo>
                <a:lnTo>
                  <a:pt x="28" y="24"/>
                </a:lnTo>
                <a:lnTo>
                  <a:pt x="27" y="24"/>
                </a:lnTo>
                <a:lnTo>
                  <a:pt x="27" y="23"/>
                </a:lnTo>
                <a:lnTo>
                  <a:pt x="25" y="23"/>
                </a:lnTo>
                <a:lnTo>
                  <a:pt x="23" y="22"/>
                </a:lnTo>
                <a:lnTo>
                  <a:pt x="22" y="22"/>
                </a:lnTo>
                <a:lnTo>
                  <a:pt x="22" y="21"/>
                </a:lnTo>
                <a:lnTo>
                  <a:pt x="21" y="21"/>
                </a:lnTo>
                <a:lnTo>
                  <a:pt x="20" y="21"/>
                </a:lnTo>
                <a:lnTo>
                  <a:pt x="19" y="21"/>
                </a:lnTo>
                <a:lnTo>
                  <a:pt x="18" y="21"/>
                </a:lnTo>
                <a:lnTo>
                  <a:pt x="17" y="21"/>
                </a:lnTo>
                <a:lnTo>
                  <a:pt x="16" y="21"/>
                </a:lnTo>
                <a:lnTo>
                  <a:pt x="16" y="20"/>
                </a:lnTo>
                <a:lnTo>
                  <a:pt x="15" y="18"/>
                </a:lnTo>
                <a:lnTo>
                  <a:pt x="14" y="18"/>
                </a:lnTo>
                <a:lnTo>
                  <a:pt x="13" y="18"/>
                </a:lnTo>
                <a:lnTo>
                  <a:pt x="12" y="18"/>
                </a:lnTo>
                <a:lnTo>
                  <a:pt x="11" y="18"/>
                </a:lnTo>
                <a:lnTo>
                  <a:pt x="11" y="20"/>
                </a:lnTo>
                <a:lnTo>
                  <a:pt x="10" y="20"/>
                </a:lnTo>
                <a:lnTo>
                  <a:pt x="9" y="20"/>
                </a:lnTo>
                <a:lnTo>
                  <a:pt x="9" y="21"/>
                </a:lnTo>
                <a:lnTo>
                  <a:pt x="8" y="21"/>
                </a:lnTo>
                <a:lnTo>
                  <a:pt x="8" y="20"/>
                </a:lnTo>
                <a:lnTo>
                  <a:pt x="8" y="18"/>
                </a:lnTo>
                <a:lnTo>
                  <a:pt x="7" y="18"/>
                </a:lnTo>
                <a:lnTo>
                  <a:pt x="7" y="17"/>
                </a:lnTo>
                <a:lnTo>
                  <a:pt x="6" y="15"/>
                </a:lnTo>
                <a:lnTo>
                  <a:pt x="5" y="15"/>
                </a:lnTo>
                <a:lnTo>
                  <a:pt x="4" y="14"/>
                </a:lnTo>
                <a:lnTo>
                  <a:pt x="4" y="13"/>
                </a:lnTo>
                <a:lnTo>
                  <a:pt x="4" y="12"/>
                </a:lnTo>
                <a:lnTo>
                  <a:pt x="5" y="12"/>
                </a:lnTo>
                <a:lnTo>
                  <a:pt x="5" y="11"/>
                </a:lnTo>
                <a:lnTo>
                  <a:pt x="5" y="9"/>
                </a:lnTo>
                <a:lnTo>
                  <a:pt x="4" y="8"/>
                </a:lnTo>
                <a:lnTo>
                  <a:pt x="3" y="7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33" name=""/>
          <p:cNvSpPr/>
          <p:nvPr/>
        </p:nvSpPr>
        <p:spPr>
          <a:xfrm>
            <a:off x="4692600" y="4025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34" name=""/>
          <p:cNvSpPr/>
          <p:nvPr/>
        </p:nvSpPr>
        <p:spPr>
          <a:xfrm>
            <a:off x="4692240" y="4023360"/>
            <a:ext cx="3240" cy="2520"/>
          </a:xfrm>
          <a:custGeom>
            <a:avLst/>
            <a:gdLst/>
            <a:ahLst/>
            <a:rect l="0" t="0" r="r" b="b"/>
            <a:pathLst>
              <a:path w="9" h="7">
                <a:moveTo>
                  <a:pt x="6" y="0"/>
                </a:moveTo>
                <a:lnTo>
                  <a:pt x="7" y="1"/>
                </a:lnTo>
                <a:lnTo>
                  <a:pt x="7" y="0"/>
                </a:lnTo>
                <a:lnTo>
                  <a:pt x="7" y="1"/>
                </a:lnTo>
                <a:lnTo>
                  <a:pt x="9" y="1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lnTo>
                  <a:pt x="5" y="3"/>
                </a:lnTo>
                <a:lnTo>
                  <a:pt x="5" y="4"/>
                </a:lnTo>
                <a:lnTo>
                  <a:pt x="4" y="6"/>
                </a:lnTo>
                <a:lnTo>
                  <a:pt x="4" y="7"/>
                </a:lnTo>
                <a:lnTo>
                  <a:pt x="3" y="7"/>
                </a:lnTo>
                <a:lnTo>
                  <a:pt x="2" y="6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2" y="2"/>
                </a:lnTo>
                <a:lnTo>
                  <a:pt x="2" y="1"/>
                </a:lnTo>
                <a:lnTo>
                  <a:pt x="4" y="0"/>
                </a:lnTo>
                <a:lnTo>
                  <a:pt x="5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35" name=""/>
          <p:cNvSpPr/>
          <p:nvPr/>
        </p:nvSpPr>
        <p:spPr>
          <a:xfrm>
            <a:off x="4691880" y="40222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36" name=""/>
          <p:cNvSpPr/>
          <p:nvPr/>
        </p:nvSpPr>
        <p:spPr>
          <a:xfrm>
            <a:off x="4693680" y="402228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37" name=""/>
          <p:cNvSpPr/>
          <p:nvPr/>
        </p:nvSpPr>
        <p:spPr>
          <a:xfrm>
            <a:off x="4695120" y="40219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38" name=""/>
          <p:cNvSpPr/>
          <p:nvPr/>
        </p:nvSpPr>
        <p:spPr>
          <a:xfrm>
            <a:off x="4694400" y="4021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39" name=""/>
          <p:cNvSpPr/>
          <p:nvPr/>
        </p:nvSpPr>
        <p:spPr>
          <a:xfrm>
            <a:off x="4696200" y="402048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6" y="1"/>
                </a:moveTo>
                <a:lnTo>
                  <a:pt x="6" y="2"/>
                </a:lnTo>
                <a:lnTo>
                  <a:pt x="4" y="2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0" name=""/>
          <p:cNvSpPr/>
          <p:nvPr/>
        </p:nvSpPr>
        <p:spPr>
          <a:xfrm>
            <a:off x="4689360" y="4017960"/>
            <a:ext cx="6840" cy="4320"/>
          </a:xfrm>
          <a:custGeom>
            <a:avLst/>
            <a:gdLst/>
            <a:ahLst/>
            <a:rect l="0" t="0" r="r" b="b"/>
            <a:pathLst>
              <a:path w="19" h="12">
                <a:moveTo>
                  <a:pt x="15" y="1"/>
                </a:moveTo>
                <a:lnTo>
                  <a:pt x="17" y="1"/>
                </a:lnTo>
                <a:lnTo>
                  <a:pt x="17" y="2"/>
                </a:lnTo>
                <a:lnTo>
                  <a:pt x="16" y="2"/>
                </a:lnTo>
                <a:lnTo>
                  <a:pt x="17" y="3"/>
                </a:lnTo>
                <a:lnTo>
                  <a:pt x="17" y="4"/>
                </a:lnTo>
                <a:lnTo>
                  <a:pt x="18" y="4"/>
                </a:lnTo>
                <a:lnTo>
                  <a:pt x="19" y="4"/>
                </a:lnTo>
                <a:lnTo>
                  <a:pt x="18" y="5"/>
                </a:lnTo>
                <a:lnTo>
                  <a:pt x="17" y="5"/>
                </a:lnTo>
                <a:lnTo>
                  <a:pt x="18" y="7"/>
                </a:lnTo>
                <a:lnTo>
                  <a:pt x="18" y="8"/>
                </a:lnTo>
                <a:lnTo>
                  <a:pt x="17" y="8"/>
                </a:lnTo>
                <a:lnTo>
                  <a:pt x="17" y="11"/>
                </a:lnTo>
                <a:lnTo>
                  <a:pt x="17" y="12"/>
                </a:lnTo>
                <a:lnTo>
                  <a:pt x="16" y="12"/>
                </a:lnTo>
                <a:lnTo>
                  <a:pt x="15" y="12"/>
                </a:lnTo>
                <a:lnTo>
                  <a:pt x="15" y="11"/>
                </a:lnTo>
                <a:lnTo>
                  <a:pt x="14" y="11"/>
                </a:lnTo>
                <a:lnTo>
                  <a:pt x="13" y="11"/>
                </a:lnTo>
                <a:lnTo>
                  <a:pt x="11" y="11"/>
                </a:lnTo>
                <a:lnTo>
                  <a:pt x="10" y="11"/>
                </a:lnTo>
                <a:lnTo>
                  <a:pt x="9" y="9"/>
                </a:lnTo>
                <a:lnTo>
                  <a:pt x="7" y="7"/>
                </a:lnTo>
                <a:lnTo>
                  <a:pt x="6" y="7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3" y="4"/>
                </a:lnTo>
                <a:lnTo>
                  <a:pt x="4" y="4"/>
                </a:lnTo>
                <a:lnTo>
                  <a:pt x="6" y="4"/>
                </a:lnTo>
                <a:lnTo>
                  <a:pt x="7" y="3"/>
                </a:lnTo>
                <a:lnTo>
                  <a:pt x="8" y="3"/>
                </a:lnTo>
                <a:lnTo>
                  <a:pt x="9" y="3"/>
                </a:lnTo>
                <a:lnTo>
                  <a:pt x="10" y="3"/>
                </a:lnTo>
                <a:lnTo>
                  <a:pt x="11" y="3"/>
                </a:lnTo>
                <a:lnTo>
                  <a:pt x="11" y="2"/>
                </a:lnTo>
                <a:lnTo>
                  <a:pt x="12" y="1"/>
                </a:lnTo>
                <a:lnTo>
                  <a:pt x="13" y="0"/>
                </a:lnTo>
                <a:lnTo>
                  <a:pt x="13" y="1"/>
                </a:lnTo>
                <a:lnTo>
                  <a:pt x="14" y="1"/>
                </a:lnTo>
                <a:lnTo>
                  <a:pt x="14" y="2"/>
                </a:lnTo>
                <a:lnTo>
                  <a:pt x="14" y="1"/>
                </a:lnTo>
                <a:lnTo>
                  <a:pt x="1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1" name=""/>
          <p:cNvSpPr/>
          <p:nvPr/>
        </p:nvSpPr>
        <p:spPr>
          <a:xfrm>
            <a:off x="4697640" y="40122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1" y="0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2" name=""/>
          <p:cNvSpPr/>
          <p:nvPr/>
        </p:nvSpPr>
        <p:spPr>
          <a:xfrm>
            <a:off x="4696200" y="40111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3" name=""/>
          <p:cNvSpPr/>
          <p:nvPr/>
        </p:nvSpPr>
        <p:spPr>
          <a:xfrm>
            <a:off x="4691160" y="40078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0"/>
                </a:move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0" y="4"/>
                </a:lnTo>
                <a:lnTo>
                  <a:pt x="0" y="2"/>
                </a:lnTo>
                <a:lnTo>
                  <a:pt x="1" y="0"/>
                </a:lnTo>
                <a:lnTo>
                  <a:pt x="3" y="2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4" name=""/>
          <p:cNvSpPr/>
          <p:nvPr/>
        </p:nvSpPr>
        <p:spPr>
          <a:xfrm>
            <a:off x="4692240" y="400788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5" name=""/>
          <p:cNvSpPr/>
          <p:nvPr/>
        </p:nvSpPr>
        <p:spPr>
          <a:xfrm>
            <a:off x="4696920" y="40064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6" name=""/>
          <p:cNvSpPr/>
          <p:nvPr/>
        </p:nvSpPr>
        <p:spPr>
          <a:xfrm>
            <a:off x="4698000" y="403632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7" name=""/>
          <p:cNvSpPr/>
          <p:nvPr/>
        </p:nvSpPr>
        <p:spPr>
          <a:xfrm>
            <a:off x="4699440" y="40363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8" name=""/>
          <p:cNvSpPr/>
          <p:nvPr/>
        </p:nvSpPr>
        <p:spPr>
          <a:xfrm>
            <a:off x="4696920" y="4034880"/>
            <a:ext cx="2880" cy="1440"/>
          </a:xfrm>
          <a:custGeom>
            <a:avLst/>
            <a:gdLst/>
            <a:ahLst/>
            <a:rect l="0" t="0" r="r" b="b"/>
            <a:pathLst>
              <a:path w="8" h="4">
                <a:moveTo>
                  <a:pt x="6" y="0"/>
                </a:moveTo>
                <a:lnTo>
                  <a:pt x="8" y="1"/>
                </a:lnTo>
                <a:lnTo>
                  <a:pt x="6" y="1"/>
                </a:ln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9" name=""/>
          <p:cNvSpPr/>
          <p:nvPr/>
        </p:nvSpPr>
        <p:spPr>
          <a:xfrm>
            <a:off x="4698360" y="4032360"/>
            <a:ext cx="3960" cy="4680"/>
          </a:xfrm>
          <a:custGeom>
            <a:avLst/>
            <a:gdLst/>
            <a:ahLst/>
            <a:rect l="0" t="0" r="r" b="b"/>
            <a:pathLst>
              <a:path w="11" h="13">
                <a:moveTo>
                  <a:pt x="5" y="0"/>
                </a:moveTo>
                <a:lnTo>
                  <a:pt x="7" y="2"/>
                </a:lnTo>
                <a:lnTo>
                  <a:pt x="8" y="2"/>
                </a:lnTo>
                <a:lnTo>
                  <a:pt x="9" y="2"/>
                </a:lnTo>
                <a:lnTo>
                  <a:pt x="10" y="0"/>
                </a:lnTo>
                <a:lnTo>
                  <a:pt x="10" y="2"/>
                </a:lnTo>
                <a:lnTo>
                  <a:pt x="9" y="2"/>
                </a:lnTo>
                <a:lnTo>
                  <a:pt x="9" y="3"/>
                </a:lnTo>
                <a:lnTo>
                  <a:pt x="10" y="4"/>
                </a:lnTo>
                <a:lnTo>
                  <a:pt x="9" y="4"/>
                </a:lnTo>
                <a:lnTo>
                  <a:pt x="8" y="4"/>
                </a:lnTo>
                <a:lnTo>
                  <a:pt x="8" y="5"/>
                </a:lnTo>
                <a:lnTo>
                  <a:pt x="9" y="5"/>
                </a:lnTo>
                <a:lnTo>
                  <a:pt x="10" y="5"/>
                </a:lnTo>
                <a:lnTo>
                  <a:pt x="11" y="6"/>
                </a:lnTo>
                <a:lnTo>
                  <a:pt x="10" y="6"/>
                </a:lnTo>
                <a:lnTo>
                  <a:pt x="10" y="7"/>
                </a:lnTo>
                <a:lnTo>
                  <a:pt x="11" y="7"/>
                </a:lnTo>
                <a:lnTo>
                  <a:pt x="11" y="8"/>
                </a:lnTo>
                <a:lnTo>
                  <a:pt x="10" y="8"/>
                </a:lnTo>
                <a:lnTo>
                  <a:pt x="9" y="8"/>
                </a:lnTo>
                <a:lnTo>
                  <a:pt x="9" y="9"/>
                </a:lnTo>
                <a:lnTo>
                  <a:pt x="8" y="9"/>
                </a:lnTo>
                <a:lnTo>
                  <a:pt x="7" y="9"/>
                </a:lnTo>
                <a:lnTo>
                  <a:pt x="7" y="10"/>
                </a:lnTo>
                <a:lnTo>
                  <a:pt x="7" y="11"/>
                </a:lnTo>
                <a:lnTo>
                  <a:pt x="8" y="11"/>
                </a:lnTo>
                <a:lnTo>
                  <a:pt x="9" y="12"/>
                </a:lnTo>
                <a:lnTo>
                  <a:pt x="9" y="13"/>
                </a:lnTo>
                <a:lnTo>
                  <a:pt x="8" y="13"/>
                </a:lnTo>
                <a:lnTo>
                  <a:pt x="7" y="13"/>
                </a:lnTo>
                <a:lnTo>
                  <a:pt x="6" y="13"/>
                </a:lnTo>
                <a:lnTo>
                  <a:pt x="6" y="12"/>
                </a:lnTo>
                <a:lnTo>
                  <a:pt x="6" y="11"/>
                </a:lnTo>
                <a:lnTo>
                  <a:pt x="5" y="11"/>
                </a:lnTo>
                <a:lnTo>
                  <a:pt x="5" y="10"/>
                </a:lnTo>
                <a:lnTo>
                  <a:pt x="6" y="9"/>
                </a:lnTo>
                <a:lnTo>
                  <a:pt x="6" y="8"/>
                </a:lnTo>
                <a:lnTo>
                  <a:pt x="5" y="7"/>
                </a:lnTo>
                <a:lnTo>
                  <a:pt x="5" y="6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1" y="4"/>
                </a:lnTo>
                <a:lnTo>
                  <a:pt x="0" y="3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0" name=""/>
          <p:cNvSpPr/>
          <p:nvPr/>
        </p:nvSpPr>
        <p:spPr>
          <a:xfrm>
            <a:off x="4702320" y="4032360"/>
            <a:ext cx="360" cy="1080"/>
          </a:xfrm>
          <a:custGeom>
            <a:avLst/>
            <a:gdLst/>
            <a:ahLst/>
            <a:rect l="0" t="0" r="r" b="b"/>
            <a:pathLst>
              <a:path w="1" h="3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1" name=""/>
          <p:cNvSpPr/>
          <p:nvPr/>
        </p:nvSpPr>
        <p:spPr>
          <a:xfrm>
            <a:off x="4702320" y="40320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2" name=""/>
          <p:cNvSpPr/>
          <p:nvPr/>
        </p:nvSpPr>
        <p:spPr>
          <a:xfrm>
            <a:off x="4702320" y="40316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3" name=""/>
          <p:cNvSpPr/>
          <p:nvPr/>
        </p:nvSpPr>
        <p:spPr>
          <a:xfrm>
            <a:off x="4699800" y="4029480"/>
            <a:ext cx="1800" cy="2520"/>
          </a:xfrm>
          <a:custGeom>
            <a:avLst/>
            <a:gdLst/>
            <a:ahLst/>
            <a:rect l="0" t="0" r="r" b="b"/>
            <a:pathLst>
              <a:path w="5" h="7">
                <a:moveTo>
                  <a:pt x="5" y="3"/>
                </a:move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2" y="5"/>
                </a:lnTo>
                <a:lnTo>
                  <a:pt x="1" y="7"/>
                </a:lnTo>
                <a:lnTo>
                  <a:pt x="0" y="5"/>
                </a:lnTo>
                <a:lnTo>
                  <a:pt x="0" y="4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2" y="1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5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4" name=""/>
          <p:cNvSpPr/>
          <p:nvPr/>
        </p:nvSpPr>
        <p:spPr>
          <a:xfrm>
            <a:off x="4701600" y="40291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5" name=""/>
          <p:cNvSpPr/>
          <p:nvPr/>
        </p:nvSpPr>
        <p:spPr>
          <a:xfrm>
            <a:off x="4712400" y="40251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3" y="2"/>
                </a:ln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6" name=""/>
          <p:cNvSpPr/>
          <p:nvPr/>
        </p:nvSpPr>
        <p:spPr>
          <a:xfrm>
            <a:off x="4710960" y="40240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7" name=""/>
          <p:cNvSpPr/>
          <p:nvPr/>
        </p:nvSpPr>
        <p:spPr>
          <a:xfrm>
            <a:off x="4709520" y="40230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0"/>
                </a:moveTo>
                <a:lnTo>
                  <a:pt x="2" y="0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4" y="3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8" name=""/>
          <p:cNvSpPr/>
          <p:nvPr/>
        </p:nvSpPr>
        <p:spPr>
          <a:xfrm>
            <a:off x="4710600" y="40230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9" name=""/>
          <p:cNvSpPr/>
          <p:nvPr/>
        </p:nvSpPr>
        <p:spPr>
          <a:xfrm>
            <a:off x="4708440" y="402264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4" y="3"/>
                </a:lnTo>
                <a:lnTo>
                  <a:pt x="4" y="5"/>
                </a:lnTo>
                <a:lnTo>
                  <a:pt x="2" y="5"/>
                </a:lnTo>
                <a:lnTo>
                  <a:pt x="2" y="3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0" name=""/>
          <p:cNvSpPr/>
          <p:nvPr/>
        </p:nvSpPr>
        <p:spPr>
          <a:xfrm>
            <a:off x="4706640" y="4023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1" name=""/>
          <p:cNvSpPr/>
          <p:nvPr/>
        </p:nvSpPr>
        <p:spPr>
          <a:xfrm>
            <a:off x="4703040" y="402192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2"/>
                </a:moveTo>
                <a:lnTo>
                  <a:pt x="2" y="0"/>
                </a:lnTo>
                <a:lnTo>
                  <a:pt x="3" y="2"/>
                </a:lnTo>
                <a:lnTo>
                  <a:pt x="5" y="2"/>
                </a:lnTo>
                <a:lnTo>
                  <a:pt x="5" y="4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2" name=""/>
          <p:cNvSpPr/>
          <p:nvPr/>
        </p:nvSpPr>
        <p:spPr>
          <a:xfrm>
            <a:off x="4698360" y="402228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3" name=""/>
          <p:cNvSpPr/>
          <p:nvPr/>
        </p:nvSpPr>
        <p:spPr>
          <a:xfrm>
            <a:off x="4704480" y="4021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4" name=""/>
          <p:cNvSpPr/>
          <p:nvPr/>
        </p:nvSpPr>
        <p:spPr>
          <a:xfrm>
            <a:off x="4696560" y="4020480"/>
            <a:ext cx="5040" cy="2160"/>
          </a:xfrm>
          <a:custGeom>
            <a:avLst/>
            <a:gdLst/>
            <a:ahLst/>
            <a:rect l="0" t="0" r="r" b="b"/>
            <a:pathLst>
              <a:path w="14" h="6">
                <a:moveTo>
                  <a:pt x="14" y="4"/>
                </a:moveTo>
                <a:lnTo>
                  <a:pt x="14" y="5"/>
                </a:lnTo>
                <a:lnTo>
                  <a:pt x="13" y="5"/>
                </a:lnTo>
                <a:lnTo>
                  <a:pt x="13" y="6"/>
                </a:lnTo>
                <a:lnTo>
                  <a:pt x="12" y="6"/>
                </a:lnTo>
                <a:lnTo>
                  <a:pt x="12" y="5"/>
                </a:lnTo>
                <a:lnTo>
                  <a:pt x="12" y="4"/>
                </a:lnTo>
                <a:lnTo>
                  <a:pt x="11" y="4"/>
                </a:lnTo>
                <a:lnTo>
                  <a:pt x="11" y="5"/>
                </a:lnTo>
                <a:lnTo>
                  <a:pt x="11" y="4"/>
                </a:lnTo>
                <a:lnTo>
                  <a:pt x="11" y="5"/>
                </a:lnTo>
                <a:lnTo>
                  <a:pt x="9" y="5"/>
                </a:lnTo>
                <a:lnTo>
                  <a:pt x="8" y="5"/>
                </a:lnTo>
                <a:lnTo>
                  <a:pt x="7" y="5"/>
                </a:lnTo>
                <a:lnTo>
                  <a:pt x="6" y="5"/>
                </a:lnTo>
                <a:lnTo>
                  <a:pt x="4" y="5"/>
                </a:lnTo>
                <a:lnTo>
                  <a:pt x="4" y="4"/>
                </a:lnTo>
                <a:lnTo>
                  <a:pt x="3" y="5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2" y="6"/>
                </a:lnTo>
                <a:lnTo>
                  <a:pt x="1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4" y="4"/>
                </a:lnTo>
                <a:lnTo>
                  <a:pt x="4" y="3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0"/>
                </a:lnTo>
                <a:lnTo>
                  <a:pt x="11" y="0"/>
                </a:lnTo>
                <a:lnTo>
                  <a:pt x="11" y="1"/>
                </a:lnTo>
                <a:lnTo>
                  <a:pt x="12" y="0"/>
                </a:lnTo>
                <a:lnTo>
                  <a:pt x="13" y="0"/>
                </a:lnTo>
                <a:lnTo>
                  <a:pt x="13" y="1"/>
                </a:lnTo>
                <a:lnTo>
                  <a:pt x="14" y="3"/>
                </a:lnTo>
                <a:lnTo>
                  <a:pt x="1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5" name=""/>
          <p:cNvSpPr/>
          <p:nvPr/>
        </p:nvSpPr>
        <p:spPr>
          <a:xfrm>
            <a:off x="4699440" y="4020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6" name=""/>
          <p:cNvSpPr/>
          <p:nvPr/>
        </p:nvSpPr>
        <p:spPr>
          <a:xfrm>
            <a:off x="4703040" y="4015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7" name=""/>
          <p:cNvSpPr/>
          <p:nvPr/>
        </p:nvSpPr>
        <p:spPr>
          <a:xfrm>
            <a:off x="4702320" y="40143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3"/>
                </a:moveTo>
                <a:lnTo>
                  <a:pt x="4" y="4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  <a:lnTo>
                  <a:pt x="3" y="1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8" name=""/>
          <p:cNvSpPr/>
          <p:nvPr/>
        </p:nvSpPr>
        <p:spPr>
          <a:xfrm>
            <a:off x="4696920" y="4012920"/>
            <a:ext cx="5400" cy="2880"/>
          </a:xfrm>
          <a:custGeom>
            <a:avLst/>
            <a:gdLst/>
            <a:ahLst/>
            <a:rect l="0" t="0" r="r" b="b"/>
            <a:pathLst>
              <a:path w="15" h="8">
                <a:moveTo>
                  <a:pt x="9" y="1"/>
                </a:moveTo>
                <a:lnTo>
                  <a:pt x="9" y="2"/>
                </a:lnTo>
                <a:lnTo>
                  <a:pt x="10" y="3"/>
                </a:lnTo>
                <a:lnTo>
                  <a:pt x="11" y="3"/>
                </a:lnTo>
                <a:lnTo>
                  <a:pt x="12" y="3"/>
                </a:lnTo>
                <a:lnTo>
                  <a:pt x="13" y="3"/>
                </a:lnTo>
                <a:lnTo>
                  <a:pt x="14" y="5"/>
                </a:lnTo>
                <a:lnTo>
                  <a:pt x="14" y="6"/>
                </a:lnTo>
                <a:lnTo>
                  <a:pt x="13" y="6"/>
                </a:lnTo>
                <a:lnTo>
                  <a:pt x="14" y="7"/>
                </a:lnTo>
                <a:lnTo>
                  <a:pt x="15" y="7"/>
                </a:lnTo>
                <a:lnTo>
                  <a:pt x="15" y="8"/>
                </a:lnTo>
                <a:lnTo>
                  <a:pt x="14" y="8"/>
                </a:lnTo>
                <a:lnTo>
                  <a:pt x="13" y="8"/>
                </a:lnTo>
                <a:lnTo>
                  <a:pt x="12" y="7"/>
                </a:lnTo>
                <a:lnTo>
                  <a:pt x="11" y="6"/>
                </a:lnTo>
                <a:lnTo>
                  <a:pt x="10" y="7"/>
                </a:lnTo>
                <a:lnTo>
                  <a:pt x="9" y="7"/>
                </a:lnTo>
                <a:lnTo>
                  <a:pt x="7" y="7"/>
                </a:lnTo>
                <a:lnTo>
                  <a:pt x="7" y="6"/>
                </a:lnTo>
                <a:lnTo>
                  <a:pt x="6" y="6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6" y="8"/>
                </a:lnTo>
                <a:lnTo>
                  <a:pt x="4" y="8"/>
                </a:lnTo>
                <a:lnTo>
                  <a:pt x="3" y="8"/>
                </a:lnTo>
                <a:lnTo>
                  <a:pt x="2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9" y="1"/>
                </a:lnTo>
                <a:lnTo>
                  <a:pt x="9" y="0"/>
                </a:lnTo>
                <a:lnTo>
                  <a:pt x="10" y="1"/>
                </a:lnTo>
                <a:lnTo>
                  <a:pt x="9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9" name=""/>
          <p:cNvSpPr/>
          <p:nvPr/>
        </p:nvSpPr>
        <p:spPr>
          <a:xfrm>
            <a:off x="4698000" y="401112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2" y="3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5" y="3"/>
                </a:lnTo>
                <a:lnTo>
                  <a:pt x="3" y="3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0" name=""/>
          <p:cNvSpPr/>
          <p:nvPr/>
        </p:nvSpPr>
        <p:spPr>
          <a:xfrm>
            <a:off x="4699440" y="40086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1" name=""/>
          <p:cNvSpPr/>
          <p:nvPr/>
        </p:nvSpPr>
        <p:spPr>
          <a:xfrm>
            <a:off x="4698360" y="40086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2" name=""/>
          <p:cNvSpPr/>
          <p:nvPr/>
        </p:nvSpPr>
        <p:spPr>
          <a:xfrm>
            <a:off x="4701600" y="4007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3" name=""/>
          <p:cNvSpPr/>
          <p:nvPr/>
        </p:nvSpPr>
        <p:spPr>
          <a:xfrm>
            <a:off x="4704480" y="40068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4" name=""/>
          <p:cNvSpPr/>
          <p:nvPr/>
        </p:nvSpPr>
        <p:spPr>
          <a:xfrm>
            <a:off x="4705560" y="400572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1"/>
                </a:move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3" y="4"/>
                </a:lnTo>
                <a:lnTo>
                  <a:pt x="1" y="4"/>
                </a:lnTo>
                <a:lnTo>
                  <a:pt x="0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5" name=""/>
          <p:cNvSpPr/>
          <p:nvPr/>
        </p:nvSpPr>
        <p:spPr>
          <a:xfrm>
            <a:off x="4704840" y="40057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6" name=""/>
          <p:cNvSpPr/>
          <p:nvPr/>
        </p:nvSpPr>
        <p:spPr>
          <a:xfrm>
            <a:off x="4700880" y="40053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2"/>
                </a:moveTo>
                <a:lnTo>
                  <a:pt x="3" y="2"/>
                </a:lnTo>
                <a:lnTo>
                  <a:pt x="3" y="4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7" name=""/>
          <p:cNvSpPr/>
          <p:nvPr/>
        </p:nvSpPr>
        <p:spPr>
          <a:xfrm>
            <a:off x="4712400" y="40039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0"/>
                </a:moveTo>
                <a:lnTo>
                  <a:pt x="3" y="2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8" name=""/>
          <p:cNvSpPr/>
          <p:nvPr/>
        </p:nvSpPr>
        <p:spPr>
          <a:xfrm>
            <a:off x="4701600" y="4003200"/>
            <a:ext cx="3960" cy="2520"/>
          </a:xfrm>
          <a:custGeom>
            <a:avLst/>
            <a:gdLst/>
            <a:ahLst/>
            <a:rect l="0" t="0" r="r" b="b"/>
            <a:pathLst>
              <a:path w="11" h="7">
                <a:moveTo>
                  <a:pt x="8" y="3"/>
                </a:moveTo>
                <a:lnTo>
                  <a:pt x="9" y="3"/>
                </a:lnTo>
                <a:lnTo>
                  <a:pt x="9" y="4"/>
                </a:lnTo>
                <a:lnTo>
                  <a:pt x="10" y="4"/>
                </a:lnTo>
                <a:lnTo>
                  <a:pt x="10" y="3"/>
                </a:lnTo>
                <a:lnTo>
                  <a:pt x="11" y="3"/>
                </a:lnTo>
                <a:lnTo>
                  <a:pt x="11" y="4"/>
                </a:lnTo>
                <a:lnTo>
                  <a:pt x="10" y="4"/>
                </a:lnTo>
                <a:lnTo>
                  <a:pt x="10" y="5"/>
                </a:lnTo>
                <a:lnTo>
                  <a:pt x="11" y="5"/>
                </a:lnTo>
                <a:lnTo>
                  <a:pt x="11" y="6"/>
                </a:lnTo>
                <a:lnTo>
                  <a:pt x="10" y="5"/>
                </a:lnTo>
                <a:lnTo>
                  <a:pt x="9" y="5"/>
                </a:lnTo>
                <a:lnTo>
                  <a:pt x="8" y="5"/>
                </a:lnTo>
                <a:lnTo>
                  <a:pt x="7" y="5"/>
                </a:lnTo>
                <a:lnTo>
                  <a:pt x="7" y="6"/>
                </a:lnTo>
                <a:lnTo>
                  <a:pt x="7" y="5"/>
                </a:lnTo>
                <a:lnTo>
                  <a:pt x="6" y="5"/>
                </a:lnTo>
                <a:lnTo>
                  <a:pt x="4" y="5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2"/>
                </a:lnTo>
                <a:lnTo>
                  <a:pt x="4" y="3"/>
                </a:lnTo>
                <a:lnTo>
                  <a:pt x="4" y="4"/>
                </a:lnTo>
                <a:lnTo>
                  <a:pt x="6" y="4"/>
                </a:lnTo>
                <a:lnTo>
                  <a:pt x="7" y="4"/>
                </a:lnTo>
                <a:lnTo>
                  <a:pt x="8" y="4"/>
                </a:lnTo>
                <a:lnTo>
                  <a:pt x="8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9" name=""/>
          <p:cNvSpPr/>
          <p:nvPr/>
        </p:nvSpPr>
        <p:spPr>
          <a:xfrm>
            <a:off x="4713840" y="40035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1"/>
                </a:moveTo>
                <a:lnTo>
                  <a:pt x="5" y="3"/>
                </a:lnTo>
                <a:lnTo>
                  <a:pt x="5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1"/>
                </a:lnTo>
                <a:lnTo>
                  <a:pt x="2" y="0"/>
                </a:lnTo>
                <a:lnTo>
                  <a:pt x="3" y="1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0" name=""/>
          <p:cNvSpPr/>
          <p:nvPr/>
        </p:nvSpPr>
        <p:spPr>
          <a:xfrm>
            <a:off x="4702320" y="40028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4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1" name=""/>
          <p:cNvSpPr/>
          <p:nvPr/>
        </p:nvSpPr>
        <p:spPr>
          <a:xfrm>
            <a:off x="4700160" y="40024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2" name=""/>
          <p:cNvSpPr/>
          <p:nvPr/>
        </p:nvSpPr>
        <p:spPr>
          <a:xfrm>
            <a:off x="4713120" y="40014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3" name=""/>
          <p:cNvSpPr/>
          <p:nvPr/>
        </p:nvSpPr>
        <p:spPr>
          <a:xfrm>
            <a:off x="4712400" y="40014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4" name=""/>
          <p:cNvSpPr/>
          <p:nvPr/>
        </p:nvSpPr>
        <p:spPr>
          <a:xfrm>
            <a:off x="4707720" y="400032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5" name=""/>
          <p:cNvSpPr/>
          <p:nvPr/>
        </p:nvSpPr>
        <p:spPr>
          <a:xfrm>
            <a:off x="4708440" y="39999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6" name=""/>
          <p:cNvSpPr/>
          <p:nvPr/>
        </p:nvSpPr>
        <p:spPr>
          <a:xfrm>
            <a:off x="4709520" y="39988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2"/>
                </a:move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2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7" name=""/>
          <p:cNvSpPr/>
          <p:nvPr/>
        </p:nvSpPr>
        <p:spPr>
          <a:xfrm>
            <a:off x="4456800" y="3859200"/>
            <a:ext cx="155160" cy="194040"/>
          </a:xfrm>
          <a:custGeom>
            <a:avLst/>
            <a:gdLst/>
            <a:ahLst/>
            <a:rect l="0" t="0" r="r" b="b"/>
            <a:pathLst>
              <a:path w="431" h="539">
                <a:moveTo>
                  <a:pt x="378" y="224"/>
                </a:moveTo>
                <a:lnTo>
                  <a:pt x="378" y="223"/>
                </a:lnTo>
                <a:lnTo>
                  <a:pt x="378" y="222"/>
                </a:lnTo>
                <a:lnTo>
                  <a:pt x="377" y="221"/>
                </a:lnTo>
                <a:lnTo>
                  <a:pt x="376" y="221"/>
                </a:lnTo>
                <a:lnTo>
                  <a:pt x="376" y="219"/>
                </a:lnTo>
                <a:lnTo>
                  <a:pt x="375" y="219"/>
                </a:lnTo>
                <a:lnTo>
                  <a:pt x="374" y="219"/>
                </a:lnTo>
                <a:lnTo>
                  <a:pt x="372" y="220"/>
                </a:lnTo>
                <a:lnTo>
                  <a:pt x="371" y="220"/>
                </a:lnTo>
                <a:lnTo>
                  <a:pt x="370" y="220"/>
                </a:lnTo>
                <a:lnTo>
                  <a:pt x="369" y="219"/>
                </a:lnTo>
                <a:lnTo>
                  <a:pt x="369" y="218"/>
                </a:lnTo>
                <a:lnTo>
                  <a:pt x="369" y="217"/>
                </a:lnTo>
                <a:lnTo>
                  <a:pt x="368" y="216"/>
                </a:lnTo>
                <a:lnTo>
                  <a:pt x="367" y="215"/>
                </a:lnTo>
                <a:lnTo>
                  <a:pt x="366" y="214"/>
                </a:lnTo>
                <a:lnTo>
                  <a:pt x="365" y="214"/>
                </a:lnTo>
                <a:lnTo>
                  <a:pt x="364" y="214"/>
                </a:lnTo>
                <a:lnTo>
                  <a:pt x="364" y="215"/>
                </a:lnTo>
                <a:lnTo>
                  <a:pt x="365" y="215"/>
                </a:lnTo>
                <a:lnTo>
                  <a:pt x="364" y="215"/>
                </a:lnTo>
                <a:lnTo>
                  <a:pt x="363" y="215"/>
                </a:lnTo>
                <a:lnTo>
                  <a:pt x="362" y="215"/>
                </a:lnTo>
                <a:lnTo>
                  <a:pt x="362" y="214"/>
                </a:lnTo>
                <a:lnTo>
                  <a:pt x="363" y="214"/>
                </a:lnTo>
                <a:lnTo>
                  <a:pt x="363" y="213"/>
                </a:lnTo>
                <a:lnTo>
                  <a:pt x="363" y="212"/>
                </a:lnTo>
                <a:lnTo>
                  <a:pt x="363" y="211"/>
                </a:lnTo>
                <a:lnTo>
                  <a:pt x="362" y="211"/>
                </a:lnTo>
                <a:lnTo>
                  <a:pt x="362" y="212"/>
                </a:lnTo>
                <a:lnTo>
                  <a:pt x="361" y="212"/>
                </a:lnTo>
                <a:lnTo>
                  <a:pt x="360" y="213"/>
                </a:lnTo>
                <a:lnTo>
                  <a:pt x="358" y="213"/>
                </a:lnTo>
                <a:lnTo>
                  <a:pt x="356" y="213"/>
                </a:lnTo>
                <a:lnTo>
                  <a:pt x="356" y="212"/>
                </a:lnTo>
                <a:lnTo>
                  <a:pt x="356" y="211"/>
                </a:lnTo>
                <a:lnTo>
                  <a:pt x="356" y="210"/>
                </a:lnTo>
                <a:lnTo>
                  <a:pt x="355" y="210"/>
                </a:lnTo>
                <a:lnTo>
                  <a:pt x="355" y="211"/>
                </a:lnTo>
                <a:lnTo>
                  <a:pt x="354" y="211"/>
                </a:lnTo>
                <a:lnTo>
                  <a:pt x="355" y="212"/>
                </a:lnTo>
                <a:lnTo>
                  <a:pt x="354" y="212"/>
                </a:lnTo>
                <a:lnTo>
                  <a:pt x="353" y="212"/>
                </a:lnTo>
                <a:lnTo>
                  <a:pt x="352" y="211"/>
                </a:lnTo>
                <a:lnTo>
                  <a:pt x="352" y="210"/>
                </a:lnTo>
                <a:lnTo>
                  <a:pt x="351" y="210"/>
                </a:lnTo>
                <a:lnTo>
                  <a:pt x="350" y="210"/>
                </a:lnTo>
                <a:lnTo>
                  <a:pt x="349" y="210"/>
                </a:lnTo>
                <a:lnTo>
                  <a:pt x="349" y="211"/>
                </a:lnTo>
                <a:lnTo>
                  <a:pt x="348" y="211"/>
                </a:lnTo>
                <a:lnTo>
                  <a:pt x="347" y="210"/>
                </a:lnTo>
                <a:lnTo>
                  <a:pt x="347" y="209"/>
                </a:lnTo>
                <a:lnTo>
                  <a:pt x="345" y="209"/>
                </a:lnTo>
                <a:lnTo>
                  <a:pt x="345" y="210"/>
                </a:lnTo>
                <a:lnTo>
                  <a:pt x="345" y="211"/>
                </a:lnTo>
                <a:lnTo>
                  <a:pt x="344" y="211"/>
                </a:lnTo>
                <a:lnTo>
                  <a:pt x="343" y="211"/>
                </a:lnTo>
                <a:lnTo>
                  <a:pt x="341" y="210"/>
                </a:lnTo>
                <a:lnTo>
                  <a:pt x="341" y="211"/>
                </a:lnTo>
                <a:lnTo>
                  <a:pt x="340" y="211"/>
                </a:lnTo>
                <a:lnTo>
                  <a:pt x="340" y="212"/>
                </a:lnTo>
                <a:lnTo>
                  <a:pt x="339" y="212"/>
                </a:lnTo>
                <a:lnTo>
                  <a:pt x="339" y="211"/>
                </a:lnTo>
                <a:lnTo>
                  <a:pt x="338" y="211"/>
                </a:lnTo>
                <a:lnTo>
                  <a:pt x="337" y="210"/>
                </a:lnTo>
                <a:lnTo>
                  <a:pt x="336" y="210"/>
                </a:lnTo>
                <a:lnTo>
                  <a:pt x="335" y="210"/>
                </a:lnTo>
                <a:lnTo>
                  <a:pt x="334" y="211"/>
                </a:lnTo>
                <a:lnTo>
                  <a:pt x="333" y="211"/>
                </a:lnTo>
                <a:lnTo>
                  <a:pt x="333" y="214"/>
                </a:lnTo>
                <a:lnTo>
                  <a:pt x="333" y="215"/>
                </a:lnTo>
                <a:lnTo>
                  <a:pt x="334" y="215"/>
                </a:lnTo>
                <a:lnTo>
                  <a:pt x="335" y="215"/>
                </a:lnTo>
                <a:lnTo>
                  <a:pt x="336" y="216"/>
                </a:lnTo>
                <a:lnTo>
                  <a:pt x="337" y="216"/>
                </a:lnTo>
                <a:lnTo>
                  <a:pt x="337" y="217"/>
                </a:lnTo>
                <a:lnTo>
                  <a:pt x="337" y="218"/>
                </a:lnTo>
                <a:lnTo>
                  <a:pt x="338" y="218"/>
                </a:lnTo>
                <a:lnTo>
                  <a:pt x="338" y="219"/>
                </a:lnTo>
                <a:lnTo>
                  <a:pt x="337" y="220"/>
                </a:lnTo>
                <a:lnTo>
                  <a:pt x="336" y="220"/>
                </a:lnTo>
                <a:lnTo>
                  <a:pt x="335" y="222"/>
                </a:lnTo>
                <a:lnTo>
                  <a:pt x="336" y="222"/>
                </a:lnTo>
                <a:lnTo>
                  <a:pt x="336" y="223"/>
                </a:lnTo>
                <a:lnTo>
                  <a:pt x="337" y="223"/>
                </a:lnTo>
                <a:lnTo>
                  <a:pt x="339" y="224"/>
                </a:lnTo>
                <a:lnTo>
                  <a:pt x="340" y="223"/>
                </a:lnTo>
                <a:lnTo>
                  <a:pt x="341" y="223"/>
                </a:lnTo>
                <a:lnTo>
                  <a:pt x="342" y="223"/>
                </a:lnTo>
                <a:lnTo>
                  <a:pt x="343" y="223"/>
                </a:lnTo>
                <a:lnTo>
                  <a:pt x="344" y="223"/>
                </a:lnTo>
                <a:lnTo>
                  <a:pt x="344" y="224"/>
                </a:lnTo>
                <a:lnTo>
                  <a:pt x="344" y="225"/>
                </a:lnTo>
                <a:lnTo>
                  <a:pt x="344" y="226"/>
                </a:lnTo>
                <a:lnTo>
                  <a:pt x="344" y="227"/>
                </a:lnTo>
                <a:lnTo>
                  <a:pt x="344" y="228"/>
                </a:lnTo>
                <a:lnTo>
                  <a:pt x="344" y="229"/>
                </a:lnTo>
                <a:lnTo>
                  <a:pt x="344" y="230"/>
                </a:lnTo>
                <a:lnTo>
                  <a:pt x="344" y="231"/>
                </a:lnTo>
                <a:lnTo>
                  <a:pt x="343" y="231"/>
                </a:lnTo>
                <a:lnTo>
                  <a:pt x="343" y="232"/>
                </a:lnTo>
                <a:lnTo>
                  <a:pt x="344" y="232"/>
                </a:lnTo>
                <a:lnTo>
                  <a:pt x="345" y="232"/>
                </a:lnTo>
                <a:lnTo>
                  <a:pt x="345" y="233"/>
                </a:lnTo>
                <a:lnTo>
                  <a:pt x="345" y="234"/>
                </a:lnTo>
                <a:lnTo>
                  <a:pt x="344" y="235"/>
                </a:lnTo>
                <a:lnTo>
                  <a:pt x="345" y="236"/>
                </a:lnTo>
                <a:lnTo>
                  <a:pt x="345" y="237"/>
                </a:lnTo>
                <a:lnTo>
                  <a:pt x="346" y="237"/>
                </a:lnTo>
                <a:lnTo>
                  <a:pt x="346" y="238"/>
                </a:lnTo>
                <a:lnTo>
                  <a:pt x="345" y="238"/>
                </a:lnTo>
                <a:lnTo>
                  <a:pt x="344" y="238"/>
                </a:lnTo>
                <a:lnTo>
                  <a:pt x="343" y="239"/>
                </a:lnTo>
                <a:lnTo>
                  <a:pt x="343" y="240"/>
                </a:lnTo>
                <a:lnTo>
                  <a:pt x="342" y="240"/>
                </a:lnTo>
                <a:lnTo>
                  <a:pt x="341" y="240"/>
                </a:lnTo>
                <a:lnTo>
                  <a:pt x="341" y="241"/>
                </a:lnTo>
                <a:lnTo>
                  <a:pt x="342" y="241"/>
                </a:lnTo>
                <a:lnTo>
                  <a:pt x="342" y="242"/>
                </a:lnTo>
                <a:lnTo>
                  <a:pt x="343" y="242"/>
                </a:lnTo>
                <a:lnTo>
                  <a:pt x="342" y="242"/>
                </a:lnTo>
                <a:lnTo>
                  <a:pt x="342" y="243"/>
                </a:lnTo>
                <a:lnTo>
                  <a:pt x="342" y="244"/>
                </a:lnTo>
                <a:lnTo>
                  <a:pt x="341" y="244"/>
                </a:lnTo>
                <a:lnTo>
                  <a:pt x="342" y="244"/>
                </a:lnTo>
                <a:lnTo>
                  <a:pt x="342" y="245"/>
                </a:lnTo>
                <a:lnTo>
                  <a:pt x="343" y="245"/>
                </a:lnTo>
                <a:lnTo>
                  <a:pt x="343" y="246"/>
                </a:lnTo>
                <a:lnTo>
                  <a:pt x="342" y="247"/>
                </a:lnTo>
                <a:lnTo>
                  <a:pt x="341" y="248"/>
                </a:lnTo>
                <a:lnTo>
                  <a:pt x="341" y="249"/>
                </a:lnTo>
                <a:lnTo>
                  <a:pt x="340" y="249"/>
                </a:lnTo>
                <a:lnTo>
                  <a:pt x="340" y="250"/>
                </a:lnTo>
                <a:lnTo>
                  <a:pt x="339" y="250"/>
                </a:lnTo>
                <a:lnTo>
                  <a:pt x="339" y="251"/>
                </a:lnTo>
                <a:lnTo>
                  <a:pt x="338" y="251"/>
                </a:lnTo>
                <a:lnTo>
                  <a:pt x="338" y="250"/>
                </a:lnTo>
                <a:lnTo>
                  <a:pt x="337" y="250"/>
                </a:lnTo>
                <a:lnTo>
                  <a:pt x="337" y="251"/>
                </a:lnTo>
                <a:lnTo>
                  <a:pt x="336" y="251"/>
                </a:lnTo>
                <a:lnTo>
                  <a:pt x="336" y="252"/>
                </a:lnTo>
                <a:lnTo>
                  <a:pt x="335" y="251"/>
                </a:lnTo>
                <a:lnTo>
                  <a:pt x="334" y="251"/>
                </a:lnTo>
                <a:lnTo>
                  <a:pt x="334" y="250"/>
                </a:lnTo>
                <a:lnTo>
                  <a:pt x="333" y="251"/>
                </a:lnTo>
                <a:lnTo>
                  <a:pt x="332" y="251"/>
                </a:lnTo>
                <a:lnTo>
                  <a:pt x="331" y="252"/>
                </a:lnTo>
                <a:lnTo>
                  <a:pt x="330" y="252"/>
                </a:lnTo>
                <a:lnTo>
                  <a:pt x="330" y="251"/>
                </a:lnTo>
                <a:lnTo>
                  <a:pt x="330" y="252"/>
                </a:lnTo>
                <a:lnTo>
                  <a:pt x="329" y="252"/>
                </a:lnTo>
                <a:lnTo>
                  <a:pt x="328" y="252"/>
                </a:lnTo>
                <a:lnTo>
                  <a:pt x="328" y="253"/>
                </a:lnTo>
                <a:lnTo>
                  <a:pt x="327" y="253"/>
                </a:lnTo>
                <a:lnTo>
                  <a:pt x="327" y="255"/>
                </a:lnTo>
                <a:lnTo>
                  <a:pt x="328" y="257"/>
                </a:lnTo>
                <a:lnTo>
                  <a:pt x="327" y="257"/>
                </a:lnTo>
                <a:lnTo>
                  <a:pt x="327" y="258"/>
                </a:lnTo>
                <a:lnTo>
                  <a:pt x="327" y="259"/>
                </a:lnTo>
                <a:lnTo>
                  <a:pt x="326" y="259"/>
                </a:lnTo>
                <a:lnTo>
                  <a:pt x="325" y="259"/>
                </a:lnTo>
                <a:lnTo>
                  <a:pt x="325" y="260"/>
                </a:lnTo>
                <a:lnTo>
                  <a:pt x="324" y="260"/>
                </a:lnTo>
                <a:lnTo>
                  <a:pt x="324" y="261"/>
                </a:lnTo>
                <a:lnTo>
                  <a:pt x="323" y="261"/>
                </a:lnTo>
                <a:lnTo>
                  <a:pt x="323" y="262"/>
                </a:lnTo>
                <a:lnTo>
                  <a:pt x="322" y="262"/>
                </a:lnTo>
                <a:lnTo>
                  <a:pt x="321" y="262"/>
                </a:lnTo>
                <a:lnTo>
                  <a:pt x="321" y="263"/>
                </a:lnTo>
                <a:lnTo>
                  <a:pt x="320" y="263"/>
                </a:lnTo>
                <a:lnTo>
                  <a:pt x="319" y="263"/>
                </a:lnTo>
                <a:lnTo>
                  <a:pt x="318" y="263"/>
                </a:lnTo>
                <a:lnTo>
                  <a:pt x="318" y="264"/>
                </a:lnTo>
                <a:lnTo>
                  <a:pt x="318" y="265"/>
                </a:lnTo>
                <a:lnTo>
                  <a:pt x="317" y="265"/>
                </a:lnTo>
                <a:lnTo>
                  <a:pt x="317" y="266"/>
                </a:lnTo>
                <a:lnTo>
                  <a:pt x="317" y="267"/>
                </a:lnTo>
                <a:lnTo>
                  <a:pt x="317" y="268"/>
                </a:lnTo>
                <a:lnTo>
                  <a:pt x="317" y="269"/>
                </a:lnTo>
                <a:lnTo>
                  <a:pt x="318" y="269"/>
                </a:lnTo>
                <a:lnTo>
                  <a:pt x="318" y="270"/>
                </a:lnTo>
                <a:lnTo>
                  <a:pt x="317" y="269"/>
                </a:lnTo>
                <a:lnTo>
                  <a:pt x="317" y="270"/>
                </a:lnTo>
                <a:lnTo>
                  <a:pt x="317" y="271"/>
                </a:lnTo>
                <a:lnTo>
                  <a:pt x="317" y="272"/>
                </a:lnTo>
                <a:lnTo>
                  <a:pt x="318" y="272"/>
                </a:lnTo>
                <a:lnTo>
                  <a:pt x="317" y="273"/>
                </a:lnTo>
                <a:lnTo>
                  <a:pt x="317" y="274"/>
                </a:lnTo>
                <a:lnTo>
                  <a:pt x="316" y="274"/>
                </a:lnTo>
                <a:lnTo>
                  <a:pt x="316" y="273"/>
                </a:lnTo>
                <a:lnTo>
                  <a:pt x="316" y="274"/>
                </a:lnTo>
                <a:lnTo>
                  <a:pt x="317" y="275"/>
                </a:lnTo>
                <a:lnTo>
                  <a:pt x="316" y="275"/>
                </a:lnTo>
                <a:lnTo>
                  <a:pt x="315" y="275"/>
                </a:lnTo>
                <a:lnTo>
                  <a:pt x="316" y="275"/>
                </a:lnTo>
                <a:lnTo>
                  <a:pt x="316" y="276"/>
                </a:lnTo>
                <a:lnTo>
                  <a:pt x="315" y="276"/>
                </a:lnTo>
                <a:lnTo>
                  <a:pt x="315" y="277"/>
                </a:lnTo>
                <a:lnTo>
                  <a:pt x="315" y="278"/>
                </a:lnTo>
                <a:lnTo>
                  <a:pt x="314" y="278"/>
                </a:lnTo>
                <a:lnTo>
                  <a:pt x="315" y="279"/>
                </a:lnTo>
                <a:lnTo>
                  <a:pt x="316" y="279"/>
                </a:lnTo>
                <a:lnTo>
                  <a:pt x="316" y="280"/>
                </a:lnTo>
                <a:lnTo>
                  <a:pt x="316" y="281"/>
                </a:lnTo>
                <a:lnTo>
                  <a:pt x="317" y="281"/>
                </a:lnTo>
                <a:lnTo>
                  <a:pt x="317" y="280"/>
                </a:lnTo>
                <a:lnTo>
                  <a:pt x="318" y="280"/>
                </a:lnTo>
                <a:lnTo>
                  <a:pt x="319" y="281"/>
                </a:lnTo>
                <a:lnTo>
                  <a:pt x="319" y="282"/>
                </a:lnTo>
                <a:lnTo>
                  <a:pt x="319" y="283"/>
                </a:lnTo>
                <a:lnTo>
                  <a:pt x="320" y="283"/>
                </a:lnTo>
                <a:lnTo>
                  <a:pt x="320" y="282"/>
                </a:lnTo>
                <a:lnTo>
                  <a:pt x="321" y="282"/>
                </a:lnTo>
                <a:lnTo>
                  <a:pt x="322" y="283"/>
                </a:lnTo>
                <a:lnTo>
                  <a:pt x="323" y="283"/>
                </a:lnTo>
                <a:lnTo>
                  <a:pt x="325" y="283"/>
                </a:lnTo>
                <a:lnTo>
                  <a:pt x="325" y="284"/>
                </a:lnTo>
                <a:lnTo>
                  <a:pt x="325" y="285"/>
                </a:lnTo>
                <a:lnTo>
                  <a:pt x="324" y="285"/>
                </a:lnTo>
                <a:lnTo>
                  <a:pt x="324" y="286"/>
                </a:lnTo>
                <a:lnTo>
                  <a:pt x="325" y="287"/>
                </a:lnTo>
                <a:lnTo>
                  <a:pt x="326" y="287"/>
                </a:lnTo>
                <a:lnTo>
                  <a:pt x="326" y="288"/>
                </a:lnTo>
                <a:lnTo>
                  <a:pt x="327" y="288"/>
                </a:lnTo>
                <a:lnTo>
                  <a:pt x="328" y="288"/>
                </a:lnTo>
                <a:lnTo>
                  <a:pt x="327" y="290"/>
                </a:lnTo>
                <a:lnTo>
                  <a:pt x="326" y="294"/>
                </a:lnTo>
                <a:lnTo>
                  <a:pt x="325" y="294"/>
                </a:lnTo>
                <a:lnTo>
                  <a:pt x="326" y="295"/>
                </a:lnTo>
                <a:lnTo>
                  <a:pt x="327" y="295"/>
                </a:lnTo>
                <a:lnTo>
                  <a:pt x="328" y="296"/>
                </a:lnTo>
                <a:lnTo>
                  <a:pt x="329" y="297"/>
                </a:lnTo>
                <a:lnTo>
                  <a:pt x="330" y="296"/>
                </a:lnTo>
                <a:lnTo>
                  <a:pt x="331" y="297"/>
                </a:lnTo>
                <a:lnTo>
                  <a:pt x="330" y="297"/>
                </a:lnTo>
                <a:lnTo>
                  <a:pt x="330" y="298"/>
                </a:lnTo>
                <a:lnTo>
                  <a:pt x="331" y="298"/>
                </a:lnTo>
                <a:lnTo>
                  <a:pt x="330" y="298"/>
                </a:lnTo>
                <a:lnTo>
                  <a:pt x="329" y="298"/>
                </a:lnTo>
                <a:lnTo>
                  <a:pt x="329" y="299"/>
                </a:lnTo>
                <a:lnTo>
                  <a:pt x="330" y="299"/>
                </a:lnTo>
                <a:lnTo>
                  <a:pt x="331" y="300"/>
                </a:lnTo>
                <a:lnTo>
                  <a:pt x="331" y="299"/>
                </a:lnTo>
                <a:lnTo>
                  <a:pt x="332" y="300"/>
                </a:lnTo>
                <a:lnTo>
                  <a:pt x="333" y="299"/>
                </a:lnTo>
                <a:lnTo>
                  <a:pt x="333" y="298"/>
                </a:lnTo>
                <a:lnTo>
                  <a:pt x="334" y="298"/>
                </a:lnTo>
                <a:lnTo>
                  <a:pt x="334" y="299"/>
                </a:lnTo>
                <a:lnTo>
                  <a:pt x="335" y="299"/>
                </a:lnTo>
                <a:lnTo>
                  <a:pt x="336" y="298"/>
                </a:lnTo>
                <a:lnTo>
                  <a:pt x="336" y="297"/>
                </a:lnTo>
                <a:lnTo>
                  <a:pt x="337" y="297"/>
                </a:lnTo>
                <a:lnTo>
                  <a:pt x="337" y="298"/>
                </a:lnTo>
                <a:lnTo>
                  <a:pt x="338" y="298"/>
                </a:lnTo>
                <a:lnTo>
                  <a:pt x="339" y="297"/>
                </a:lnTo>
                <a:lnTo>
                  <a:pt x="340" y="297"/>
                </a:lnTo>
                <a:lnTo>
                  <a:pt x="340" y="298"/>
                </a:lnTo>
                <a:lnTo>
                  <a:pt x="341" y="299"/>
                </a:lnTo>
                <a:lnTo>
                  <a:pt x="341" y="300"/>
                </a:lnTo>
                <a:lnTo>
                  <a:pt x="342" y="300"/>
                </a:lnTo>
                <a:lnTo>
                  <a:pt x="343" y="300"/>
                </a:lnTo>
                <a:lnTo>
                  <a:pt x="344" y="301"/>
                </a:lnTo>
                <a:lnTo>
                  <a:pt x="344" y="302"/>
                </a:lnTo>
                <a:lnTo>
                  <a:pt x="344" y="301"/>
                </a:lnTo>
                <a:lnTo>
                  <a:pt x="344" y="302"/>
                </a:lnTo>
                <a:lnTo>
                  <a:pt x="344" y="303"/>
                </a:lnTo>
                <a:lnTo>
                  <a:pt x="343" y="303"/>
                </a:lnTo>
                <a:lnTo>
                  <a:pt x="342" y="304"/>
                </a:lnTo>
                <a:lnTo>
                  <a:pt x="342" y="305"/>
                </a:lnTo>
                <a:lnTo>
                  <a:pt x="341" y="305"/>
                </a:lnTo>
                <a:lnTo>
                  <a:pt x="340" y="305"/>
                </a:lnTo>
                <a:lnTo>
                  <a:pt x="340" y="306"/>
                </a:lnTo>
                <a:lnTo>
                  <a:pt x="340" y="307"/>
                </a:lnTo>
                <a:lnTo>
                  <a:pt x="340" y="308"/>
                </a:lnTo>
                <a:lnTo>
                  <a:pt x="341" y="309"/>
                </a:lnTo>
                <a:lnTo>
                  <a:pt x="342" y="309"/>
                </a:lnTo>
                <a:lnTo>
                  <a:pt x="343" y="309"/>
                </a:lnTo>
                <a:lnTo>
                  <a:pt x="344" y="310"/>
                </a:lnTo>
                <a:lnTo>
                  <a:pt x="344" y="309"/>
                </a:lnTo>
                <a:lnTo>
                  <a:pt x="345" y="309"/>
                </a:lnTo>
                <a:lnTo>
                  <a:pt x="346" y="309"/>
                </a:lnTo>
                <a:lnTo>
                  <a:pt x="347" y="309"/>
                </a:lnTo>
                <a:lnTo>
                  <a:pt x="346" y="310"/>
                </a:lnTo>
                <a:lnTo>
                  <a:pt x="347" y="310"/>
                </a:lnTo>
                <a:lnTo>
                  <a:pt x="347" y="311"/>
                </a:lnTo>
                <a:lnTo>
                  <a:pt x="348" y="310"/>
                </a:lnTo>
                <a:lnTo>
                  <a:pt x="348" y="309"/>
                </a:lnTo>
                <a:lnTo>
                  <a:pt x="349" y="309"/>
                </a:lnTo>
                <a:lnTo>
                  <a:pt x="349" y="308"/>
                </a:lnTo>
                <a:lnTo>
                  <a:pt x="349" y="307"/>
                </a:lnTo>
                <a:lnTo>
                  <a:pt x="349" y="306"/>
                </a:lnTo>
                <a:lnTo>
                  <a:pt x="350" y="305"/>
                </a:lnTo>
                <a:lnTo>
                  <a:pt x="351" y="305"/>
                </a:lnTo>
                <a:lnTo>
                  <a:pt x="352" y="305"/>
                </a:lnTo>
                <a:lnTo>
                  <a:pt x="352" y="306"/>
                </a:lnTo>
                <a:lnTo>
                  <a:pt x="353" y="306"/>
                </a:lnTo>
                <a:lnTo>
                  <a:pt x="354" y="306"/>
                </a:lnTo>
                <a:lnTo>
                  <a:pt x="354" y="307"/>
                </a:lnTo>
                <a:lnTo>
                  <a:pt x="353" y="307"/>
                </a:lnTo>
                <a:lnTo>
                  <a:pt x="353" y="308"/>
                </a:lnTo>
                <a:lnTo>
                  <a:pt x="353" y="309"/>
                </a:lnTo>
                <a:lnTo>
                  <a:pt x="353" y="310"/>
                </a:lnTo>
                <a:lnTo>
                  <a:pt x="354" y="310"/>
                </a:lnTo>
                <a:lnTo>
                  <a:pt x="354" y="311"/>
                </a:lnTo>
                <a:lnTo>
                  <a:pt x="355" y="311"/>
                </a:lnTo>
                <a:lnTo>
                  <a:pt x="356" y="311"/>
                </a:lnTo>
                <a:lnTo>
                  <a:pt x="356" y="310"/>
                </a:lnTo>
                <a:lnTo>
                  <a:pt x="357" y="310"/>
                </a:lnTo>
                <a:lnTo>
                  <a:pt x="358" y="310"/>
                </a:lnTo>
                <a:lnTo>
                  <a:pt x="358" y="311"/>
                </a:lnTo>
                <a:lnTo>
                  <a:pt x="359" y="311"/>
                </a:lnTo>
                <a:lnTo>
                  <a:pt x="360" y="311"/>
                </a:lnTo>
                <a:lnTo>
                  <a:pt x="359" y="311"/>
                </a:lnTo>
                <a:lnTo>
                  <a:pt x="360" y="311"/>
                </a:lnTo>
                <a:lnTo>
                  <a:pt x="360" y="312"/>
                </a:lnTo>
                <a:lnTo>
                  <a:pt x="361" y="312"/>
                </a:lnTo>
                <a:lnTo>
                  <a:pt x="361" y="313"/>
                </a:lnTo>
                <a:lnTo>
                  <a:pt x="360" y="314"/>
                </a:lnTo>
                <a:lnTo>
                  <a:pt x="361" y="314"/>
                </a:lnTo>
                <a:lnTo>
                  <a:pt x="361" y="315"/>
                </a:lnTo>
                <a:lnTo>
                  <a:pt x="361" y="316"/>
                </a:lnTo>
                <a:lnTo>
                  <a:pt x="360" y="316"/>
                </a:lnTo>
                <a:lnTo>
                  <a:pt x="361" y="316"/>
                </a:lnTo>
                <a:lnTo>
                  <a:pt x="360" y="316"/>
                </a:lnTo>
                <a:lnTo>
                  <a:pt x="361" y="317"/>
                </a:lnTo>
                <a:lnTo>
                  <a:pt x="362" y="317"/>
                </a:lnTo>
                <a:lnTo>
                  <a:pt x="361" y="317"/>
                </a:lnTo>
                <a:lnTo>
                  <a:pt x="360" y="318"/>
                </a:lnTo>
                <a:lnTo>
                  <a:pt x="361" y="318"/>
                </a:lnTo>
                <a:lnTo>
                  <a:pt x="361" y="319"/>
                </a:lnTo>
                <a:lnTo>
                  <a:pt x="361" y="320"/>
                </a:lnTo>
                <a:lnTo>
                  <a:pt x="362" y="320"/>
                </a:lnTo>
                <a:lnTo>
                  <a:pt x="362" y="321"/>
                </a:lnTo>
                <a:lnTo>
                  <a:pt x="362" y="323"/>
                </a:lnTo>
                <a:lnTo>
                  <a:pt x="362" y="324"/>
                </a:lnTo>
                <a:lnTo>
                  <a:pt x="361" y="325"/>
                </a:lnTo>
                <a:lnTo>
                  <a:pt x="361" y="326"/>
                </a:lnTo>
                <a:lnTo>
                  <a:pt x="362" y="329"/>
                </a:lnTo>
                <a:lnTo>
                  <a:pt x="361" y="330"/>
                </a:lnTo>
                <a:lnTo>
                  <a:pt x="361" y="331"/>
                </a:lnTo>
                <a:lnTo>
                  <a:pt x="360" y="331"/>
                </a:lnTo>
                <a:lnTo>
                  <a:pt x="360" y="332"/>
                </a:lnTo>
                <a:lnTo>
                  <a:pt x="359" y="333"/>
                </a:lnTo>
                <a:lnTo>
                  <a:pt x="359" y="334"/>
                </a:lnTo>
                <a:lnTo>
                  <a:pt x="358" y="334"/>
                </a:lnTo>
                <a:lnTo>
                  <a:pt x="358" y="335"/>
                </a:lnTo>
                <a:lnTo>
                  <a:pt x="357" y="335"/>
                </a:lnTo>
                <a:lnTo>
                  <a:pt x="358" y="335"/>
                </a:lnTo>
                <a:lnTo>
                  <a:pt x="357" y="336"/>
                </a:lnTo>
                <a:lnTo>
                  <a:pt x="356" y="336"/>
                </a:lnTo>
                <a:lnTo>
                  <a:pt x="355" y="337"/>
                </a:lnTo>
                <a:lnTo>
                  <a:pt x="354" y="337"/>
                </a:lnTo>
                <a:lnTo>
                  <a:pt x="353" y="337"/>
                </a:lnTo>
                <a:lnTo>
                  <a:pt x="352" y="337"/>
                </a:lnTo>
                <a:lnTo>
                  <a:pt x="351" y="337"/>
                </a:lnTo>
                <a:lnTo>
                  <a:pt x="352" y="337"/>
                </a:lnTo>
                <a:lnTo>
                  <a:pt x="352" y="336"/>
                </a:lnTo>
                <a:lnTo>
                  <a:pt x="351" y="336"/>
                </a:lnTo>
                <a:lnTo>
                  <a:pt x="351" y="335"/>
                </a:lnTo>
                <a:lnTo>
                  <a:pt x="350" y="335"/>
                </a:lnTo>
                <a:lnTo>
                  <a:pt x="349" y="337"/>
                </a:lnTo>
                <a:lnTo>
                  <a:pt x="348" y="339"/>
                </a:lnTo>
                <a:lnTo>
                  <a:pt x="347" y="341"/>
                </a:lnTo>
                <a:lnTo>
                  <a:pt x="347" y="342"/>
                </a:lnTo>
                <a:lnTo>
                  <a:pt x="347" y="344"/>
                </a:lnTo>
                <a:lnTo>
                  <a:pt x="347" y="345"/>
                </a:lnTo>
                <a:lnTo>
                  <a:pt x="347" y="344"/>
                </a:lnTo>
                <a:lnTo>
                  <a:pt x="345" y="344"/>
                </a:lnTo>
                <a:lnTo>
                  <a:pt x="346" y="344"/>
                </a:lnTo>
                <a:lnTo>
                  <a:pt x="346" y="345"/>
                </a:lnTo>
                <a:lnTo>
                  <a:pt x="347" y="345"/>
                </a:lnTo>
                <a:lnTo>
                  <a:pt x="348" y="345"/>
                </a:lnTo>
                <a:lnTo>
                  <a:pt x="347" y="345"/>
                </a:lnTo>
                <a:lnTo>
                  <a:pt x="347" y="346"/>
                </a:lnTo>
                <a:lnTo>
                  <a:pt x="348" y="346"/>
                </a:lnTo>
                <a:lnTo>
                  <a:pt x="349" y="346"/>
                </a:lnTo>
                <a:lnTo>
                  <a:pt x="350" y="346"/>
                </a:lnTo>
                <a:lnTo>
                  <a:pt x="351" y="346"/>
                </a:lnTo>
                <a:lnTo>
                  <a:pt x="351" y="347"/>
                </a:lnTo>
                <a:lnTo>
                  <a:pt x="352" y="348"/>
                </a:lnTo>
                <a:lnTo>
                  <a:pt x="352" y="349"/>
                </a:lnTo>
                <a:lnTo>
                  <a:pt x="352" y="350"/>
                </a:lnTo>
                <a:lnTo>
                  <a:pt x="353" y="350"/>
                </a:lnTo>
                <a:lnTo>
                  <a:pt x="353" y="351"/>
                </a:lnTo>
                <a:lnTo>
                  <a:pt x="354" y="351"/>
                </a:lnTo>
                <a:lnTo>
                  <a:pt x="355" y="351"/>
                </a:lnTo>
                <a:lnTo>
                  <a:pt x="356" y="351"/>
                </a:lnTo>
                <a:lnTo>
                  <a:pt x="357" y="351"/>
                </a:lnTo>
                <a:lnTo>
                  <a:pt x="358" y="351"/>
                </a:lnTo>
                <a:lnTo>
                  <a:pt x="359" y="350"/>
                </a:lnTo>
                <a:lnTo>
                  <a:pt x="360" y="350"/>
                </a:lnTo>
                <a:lnTo>
                  <a:pt x="361" y="350"/>
                </a:lnTo>
                <a:lnTo>
                  <a:pt x="362" y="350"/>
                </a:lnTo>
                <a:lnTo>
                  <a:pt x="362" y="351"/>
                </a:lnTo>
                <a:lnTo>
                  <a:pt x="363" y="351"/>
                </a:lnTo>
                <a:lnTo>
                  <a:pt x="364" y="351"/>
                </a:lnTo>
                <a:lnTo>
                  <a:pt x="365" y="350"/>
                </a:lnTo>
                <a:lnTo>
                  <a:pt x="366" y="350"/>
                </a:lnTo>
                <a:lnTo>
                  <a:pt x="367" y="350"/>
                </a:lnTo>
                <a:lnTo>
                  <a:pt x="367" y="351"/>
                </a:lnTo>
                <a:lnTo>
                  <a:pt x="368" y="351"/>
                </a:lnTo>
                <a:lnTo>
                  <a:pt x="368" y="350"/>
                </a:lnTo>
                <a:lnTo>
                  <a:pt x="368" y="351"/>
                </a:lnTo>
                <a:lnTo>
                  <a:pt x="369" y="351"/>
                </a:lnTo>
                <a:lnTo>
                  <a:pt x="369" y="350"/>
                </a:lnTo>
                <a:lnTo>
                  <a:pt x="370" y="350"/>
                </a:lnTo>
                <a:lnTo>
                  <a:pt x="370" y="351"/>
                </a:lnTo>
                <a:lnTo>
                  <a:pt x="370" y="350"/>
                </a:lnTo>
                <a:lnTo>
                  <a:pt x="371" y="351"/>
                </a:lnTo>
                <a:lnTo>
                  <a:pt x="372" y="351"/>
                </a:lnTo>
                <a:lnTo>
                  <a:pt x="373" y="351"/>
                </a:lnTo>
                <a:lnTo>
                  <a:pt x="373" y="350"/>
                </a:lnTo>
                <a:lnTo>
                  <a:pt x="374" y="350"/>
                </a:lnTo>
                <a:lnTo>
                  <a:pt x="375" y="350"/>
                </a:lnTo>
                <a:lnTo>
                  <a:pt x="375" y="351"/>
                </a:lnTo>
                <a:lnTo>
                  <a:pt x="376" y="350"/>
                </a:lnTo>
                <a:lnTo>
                  <a:pt x="376" y="351"/>
                </a:lnTo>
                <a:lnTo>
                  <a:pt x="377" y="351"/>
                </a:lnTo>
                <a:lnTo>
                  <a:pt x="377" y="350"/>
                </a:lnTo>
                <a:lnTo>
                  <a:pt x="378" y="350"/>
                </a:lnTo>
                <a:lnTo>
                  <a:pt x="379" y="350"/>
                </a:lnTo>
                <a:lnTo>
                  <a:pt x="379" y="351"/>
                </a:lnTo>
                <a:lnTo>
                  <a:pt x="380" y="351"/>
                </a:lnTo>
                <a:lnTo>
                  <a:pt x="380" y="350"/>
                </a:lnTo>
                <a:lnTo>
                  <a:pt x="381" y="350"/>
                </a:lnTo>
                <a:lnTo>
                  <a:pt x="381" y="351"/>
                </a:lnTo>
                <a:lnTo>
                  <a:pt x="382" y="351"/>
                </a:lnTo>
                <a:lnTo>
                  <a:pt x="382" y="349"/>
                </a:lnTo>
                <a:lnTo>
                  <a:pt x="383" y="348"/>
                </a:lnTo>
                <a:lnTo>
                  <a:pt x="384" y="348"/>
                </a:lnTo>
                <a:lnTo>
                  <a:pt x="385" y="347"/>
                </a:lnTo>
                <a:lnTo>
                  <a:pt x="386" y="346"/>
                </a:lnTo>
                <a:lnTo>
                  <a:pt x="386" y="345"/>
                </a:lnTo>
                <a:lnTo>
                  <a:pt x="387" y="345"/>
                </a:lnTo>
                <a:lnTo>
                  <a:pt x="388" y="345"/>
                </a:lnTo>
                <a:lnTo>
                  <a:pt x="388" y="344"/>
                </a:lnTo>
                <a:lnTo>
                  <a:pt x="389" y="344"/>
                </a:lnTo>
                <a:lnTo>
                  <a:pt x="390" y="344"/>
                </a:lnTo>
                <a:lnTo>
                  <a:pt x="390" y="346"/>
                </a:lnTo>
                <a:lnTo>
                  <a:pt x="390" y="347"/>
                </a:lnTo>
                <a:lnTo>
                  <a:pt x="390" y="348"/>
                </a:lnTo>
                <a:lnTo>
                  <a:pt x="391" y="348"/>
                </a:lnTo>
                <a:lnTo>
                  <a:pt x="391" y="347"/>
                </a:lnTo>
                <a:lnTo>
                  <a:pt x="392" y="347"/>
                </a:lnTo>
                <a:lnTo>
                  <a:pt x="392" y="348"/>
                </a:lnTo>
                <a:lnTo>
                  <a:pt x="393" y="348"/>
                </a:lnTo>
                <a:lnTo>
                  <a:pt x="394" y="349"/>
                </a:lnTo>
                <a:lnTo>
                  <a:pt x="395" y="349"/>
                </a:lnTo>
                <a:lnTo>
                  <a:pt x="395" y="348"/>
                </a:lnTo>
                <a:lnTo>
                  <a:pt x="396" y="348"/>
                </a:lnTo>
                <a:lnTo>
                  <a:pt x="396" y="349"/>
                </a:lnTo>
                <a:lnTo>
                  <a:pt x="397" y="349"/>
                </a:lnTo>
                <a:lnTo>
                  <a:pt x="397" y="348"/>
                </a:lnTo>
                <a:lnTo>
                  <a:pt x="398" y="348"/>
                </a:lnTo>
                <a:lnTo>
                  <a:pt x="399" y="348"/>
                </a:lnTo>
                <a:lnTo>
                  <a:pt x="399" y="347"/>
                </a:lnTo>
                <a:lnTo>
                  <a:pt x="400" y="348"/>
                </a:lnTo>
                <a:lnTo>
                  <a:pt x="401" y="348"/>
                </a:lnTo>
                <a:lnTo>
                  <a:pt x="402" y="348"/>
                </a:lnTo>
                <a:lnTo>
                  <a:pt x="403" y="348"/>
                </a:lnTo>
                <a:lnTo>
                  <a:pt x="404" y="348"/>
                </a:lnTo>
                <a:lnTo>
                  <a:pt x="403" y="348"/>
                </a:lnTo>
                <a:lnTo>
                  <a:pt x="403" y="347"/>
                </a:lnTo>
                <a:lnTo>
                  <a:pt x="403" y="346"/>
                </a:lnTo>
                <a:lnTo>
                  <a:pt x="404" y="346"/>
                </a:lnTo>
                <a:lnTo>
                  <a:pt x="404" y="345"/>
                </a:lnTo>
                <a:lnTo>
                  <a:pt x="403" y="345"/>
                </a:lnTo>
                <a:lnTo>
                  <a:pt x="404" y="345"/>
                </a:lnTo>
                <a:lnTo>
                  <a:pt x="404" y="344"/>
                </a:lnTo>
                <a:lnTo>
                  <a:pt x="403" y="344"/>
                </a:lnTo>
                <a:lnTo>
                  <a:pt x="404" y="344"/>
                </a:lnTo>
                <a:lnTo>
                  <a:pt x="405" y="344"/>
                </a:lnTo>
                <a:lnTo>
                  <a:pt x="405" y="345"/>
                </a:lnTo>
                <a:lnTo>
                  <a:pt x="405" y="346"/>
                </a:lnTo>
                <a:lnTo>
                  <a:pt x="406" y="346"/>
                </a:lnTo>
                <a:lnTo>
                  <a:pt x="406" y="347"/>
                </a:lnTo>
                <a:lnTo>
                  <a:pt x="407" y="347"/>
                </a:lnTo>
                <a:lnTo>
                  <a:pt x="407" y="348"/>
                </a:lnTo>
                <a:lnTo>
                  <a:pt x="406" y="348"/>
                </a:lnTo>
                <a:lnTo>
                  <a:pt x="406" y="349"/>
                </a:lnTo>
                <a:lnTo>
                  <a:pt x="406" y="350"/>
                </a:lnTo>
                <a:lnTo>
                  <a:pt x="405" y="350"/>
                </a:lnTo>
                <a:lnTo>
                  <a:pt x="405" y="351"/>
                </a:lnTo>
                <a:lnTo>
                  <a:pt x="405" y="352"/>
                </a:lnTo>
                <a:lnTo>
                  <a:pt x="405" y="353"/>
                </a:lnTo>
                <a:lnTo>
                  <a:pt x="405" y="354"/>
                </a:lnTo>
                <a:lnTo>
                  <a:pt x="405" y="355"/>
                </a:lnTo>
                <a:lnTo>
                  <a:pt x="406" y="355"/>
                </a:lnTo>
                <a:lnTo>
                  <a:pt x="406" y="356"/>
                </a:lnTo>
                <a:lnTo>
                  <a:pt x="407" y="355"/>
                </a:lnTo>
                <a:lnTo>
                  <a:pt x="408" y="355"/>
                </a:lnTo>
                <a:lnTo>
                  <a:pt x="408" y="354"/>
                </a:lnTo>
                <a:lnTo>
                  <a:pt x="409" y="355"/>
                </a:lnTo>
                <a:lnTo>
                  <a:pt x="408" y="355"/>
                </a:lnTo>
                <a:lnTo>
                  <a:pt x="407" y="356"/>
                </a:lnTo>
                <a:lnTo>
                  <a:pt x="408" y="356"/>
                </a:lnTo>
                <a:lnTo>
                  <a:pt x="407" y="357"/>
                </a:lnTo>
                <a:lnTo>
                  <a:pt x="407" y="358"/>
                </a:lnTo>
                <a:lnTo>
                  <a:pt x="408" y="357"/>
                </a:lnTo>
                <a:lnTo>
                  <a:pt x="409" y="356"/>
                </a:lnTo>
                <a:lnTo>
                  <a:pt x="409" y="357"/>
                </a:lnTo>
                <a:lnTo>
                  <a:pt x="410" y="357"/>
                </a:lnTo>
                <a:lnTo>
                  <a:pt x="410" y="356"/>
                </a:lnTo>
                <a:lnTo>
                  <a:pt x="411" y="356"/>
                </a:lnTo>
                <a:lnTo>
                  <a:pt x="411" y="357"/>
                </a:lnTo>
                <a:lnTo>
                  <a:pt x="412" y="357"/>
                </a:lnTo>
                <a:lnTo>
                  <a:pt x="413" y="357"/>
                </a:lnTo>
                <a:lnTo>
                  <a:pt x="413" y="358"/>
                </a:lnTo>
                <a:lnTo>
                  <a:pt x="414" y="359"/>
                </a:lnTo>
                <a:lnTo>
                  <a:pt x="415" y="359"/>
                </a:lnTo>
                <a:lnTo>
                  <a:pt x="416" y="359"/>
                </a:lnTo>
                <a:lnTo>
                  <a:pt x="416" y="358"/>
                </a:lnTo>
                <a:lnTo>
                  <a:pt x="417" y="358"/>
                </a:lnTo>
                <a:lnTo>
                  <a:pt x="418" y="359"/>
                </a:lnTo>
                <a:lnTo>
                  <a:pt x="419" y="359"/>
                </a:lnTo>
                <a:lnTo>
                  <a:pt x="419" y="358"/>
                </a:lnTo>
                <a:lnTo>
                  <a:pt x="420" y="358"/>
                </a:lnTo>
                <a:lnTo>
                  <a:pt x="420" y="359"/>
                </a:lnTo>
                <a:lnTo>
                  <a:pt x="421" y="359"/>
                </a:lnTo>
                <a:lnTo>
                  <a:pt x="420" y="359"/>
                </a:lnTo>
                <a:lnTo>
                  <a:pt x="421" y="359"/>
                </a:lnTo>
                <a:lnTo>
                  <a:pt x="421" y="360"/>
                </a:lnTo>
                <a:lnTo>
                  <a:pt x="422" y="360"/>
                </a:lnTo>
                <a:lnTo>
                  <a:pt x="423" y="360"/>
                </a:lnTo>
                <a:lnTo>
                  <a:pt x="423" y="361"/>
                </a:lnTo>
                <a:lnTo>
                  <a:pt x="424" y="361"/>
                </a:lnTo>
                <a:lnTo>
                  <a:pt x="424" y="362"/>
                </a:lnTo>
                <a:lnTo>
                  <a:pt x="424" y="363"/>
                </a:lnTo>
                <a:lnTo>
                  <a:pt x="424" y="364"/>
                </a:lnTo>
                <a:lnTo>
                  <a:pt x="425" y="364"/>
                </a:lnTo>
                <a:lnTo>
                  <a:pt x="425" y="363"/>
                </a:lnTo>
                <a:lnTo>
                  <a:pt x="425" y="364"/>
                </a:lnTo>
                <a:lnTo>
                  <a:pt x="426" y="364"/>
                </a:lnTo>
                <a:lnTo>
                  <a:pt x="425" y="363"/>
                </a:lnTo>
                <a:lnTo>
                  <a:pt x="426" y="363"/>
                </a:lnTo>
                <a:lnTo>
                  <a:pt x="427" y="364"/>
                </a:lnTo>
                <a:lnTo>
                  <a:pt x="427" y="363"/>
                </a:lnTo>
                <a:lnTo>
                  <a:pt x="426" y="363"/>
                </a:lnTo>
                <a:lnTo>
                  <a:pt x="427" y="362"/>
                </a:lnTo>
                <a:lnTo>
                  <a:pt x="428" y="361"/>
                </a:lnTo>
                <a:lnTo>
                  <a:pt x="428" y="362"/>
                </a:lnTo>
                <a:lnTo>
                  <a:pt x="429" y="363"/>
                </a:lnTo>
                <a:lnTo>
                  <a:pt x="428" y="363"/>
                </a:lnTo>
                <a:lnTo>
                  <a:pt x="429" y="363"/>
                </a:lnTo>
                <a:lnTo>
                  <a:pt x="430" y="363"/>
                </a:lnTo>
                <a:lnTo>
                  <a:pt x="429" y="363"/>
                </a:lnTo>
                <a:lnTo>
                  <a:pt x="430" y="364"/>
                </a:lnTo>
                <a:lnTo>
                  <a:pt x="431" y="364"/>
                </a:lnTo>
                <a:lnTo>
                  <a:pt x="430" y="364"/>
                </a:lnTo>
                <a:lnTo>
                  <a:pt x="430" y="365"/>
                </a:lnTo>
                <a:lnTo>
                  <a:pt x="429" y="365"/>
                </a:lnTo>
                <a:lnTo>
                  <a:pt x="429" y="366"/>
                </a:lnTo>
                <a:lnTo>
                  <a:pt x="429" y="367"/>
                </a:lnTo>
                <a:lnTo>
                  <a:pt x="429" y="368"/>
                </a:lnTo>
                <a:lnTo>
                  <a:pt x="429" y="369"/>
                </a:lnTo>
                <a:lnTo>
                  <a:pt x="429" y="370"/>
                </a:lnTo>
                <a:lnTo>
                  <a:pt x="429" y="371"/>
                </a:lnTo>
                <a:lnTo>
                  <a:pt x="429" y="372"/>
                </a:lnTo>
                <a:lnTo>
                  <a:pt x="430" y="372"/>
                </a:lnTo>
                <a:lnTo>
                  <a:pt x="429" y="373"/>
                </a:lnTo>
                <a:lnTo>
                  <a:pt x="429" y="374"/>
                </a:lnTo>
                <a:lnTo>
                  <a:pt x="428" y="374"/>
                </a:lnTo>
                <a:lnTo>
                  <a:pt x="428" y="375"/>
                </a:lnTo>
                <a:lnTo>
                  <a:pt x="427" y="375"/>
                </a:lnTo>
                <a:lnTo>
                  <a:pt x="427" y="376"/>
                </a:lnTo>
                <a:lnTo>
                  <a:pt x="426" y="376"/>
                </a:lnTo>
                <a:lnTo>
                  <a:pt x="426" y="377"/>
                </a:lnTo>
                <a:lnTo>
                  <a:pt x="426" y="378"/>
                </a:lnTo>
                <a:lnTo>
                  <a:pt x="425" y="378"/>
                </a:lnTo>
                <a:lnTo>
                  <a:pt x="424" y="379"/>
                </a:lnTo>
                <a:lnTo>
                  <a:pt x="425" y="379"/>
                </a:lnTo>
                <a:lnTo>
                  <a:pt x="426" y="380"/>
                </a:lnTo>
                <a:lnTo>
                  <a:pt x="425" y="380"/>
                </a:lnTo>
                <a:lnTo>
                  <a:pt x="424" y="381"/>
                </a:lnTo>
                <a:lnTo>
                  <a:pt x="425" y="382"/>
                </a:lnTo>
                <a:lnTo>
                  <a:pt x="424" y="382"/>
                </a:lnTo>
                <a:lnTo>
                  <a:pt x="424" y="383"/>
                </a:lnTo>
                <a:lnTo>
                  <a:pt x="423" y="383"/>
                </a:lnTo>
                <a:lnTo>
                  <a:pt x="423" y="384"/>
                </a:lnTo>
                <a:lnTo>
                  <a:pt x="422" y="384"/>
                </a:lnTo>
                <a:lnTo>
                  <a:pt x="422" y="385"/>
                </a:lnTo>
                <a:lnTo>
                  <a:pt x="422" y="386"/>
                </a:lnTo>
                <a:lnTo>
                  <a:pt x="422" y="387"/>
                </a:lnTo>
                <a:lnTo>
                  <a:pt x="422" y="388"/>
                </a:lnTo>
                <a:lnTo>
                  <a:pt x="423" y="388"/>
                </a:lnTo>
                <a:lnTo>
                  <a:pt x="422" y="388"/>
                </a:lnTo>
                <a:lnTo>
                  <a:pt x="423" y="389"/>
                </a:lnTo>
                <a:lnTo>
                  <a:pt x="424" y="389"/>
                </a:lnTo>
                <a:lnTo>
                  <a:pt x="424" y="390"/>
                </a:lnTo>
                <a:lnTo>
                  <a:pt x="424" y="391"/>
                </a:lnTo>
                <a:lnTo>
                  <a:pt x="424" y="392"/>
                </a:lnTo>
                <a:lnTo>
                  <a:pt x="423" y="392"/>
                </a:lnTo>
                <a:lnTo>
                  <a:pt x="422" y="392"/>
                </a:lnTo>
                <a:lnTo>
                  <a:pt x="422" y="393"/>
                </a:lnTo>
                <a:lnTo>
                  <a:pt x="421" y="394"/>
                </a:lnTo>
                <a:lnTo>
                  <a:pt x="421" y="395"/>
                </a:lnTo>
                <a:lnTo>
                  <a:pt x="420" y="396"/>
                </a:lnTo>
                <a:lnTo>
                  <a:pt x="420" y="397"/>
                </a:lnTo>
                <a:lnTo>
                  <a:pt x="420" y="398"/>
                </a:lnTo>
                <a:lnTo>
                  <a:pt x="419" y="398"/>
                </a:lnTo>
                <a:lnTo>
                  <a:pt x="418" y="398"/>
                </a:lnTo>
                <a:lnTo>
                  <a:pt x="417" y="398"/>
                </a:lnTo>
                <a:lnTo>
                  <a:pt x="417" y="397"/>
                </a:lnTo>
                <a:lnTo>
                  <a:pt x="416" y="397"/>
                </a:lnTo>
                <a:lnTo>
                  <a:pt x="416" y="398"/>
                </a:lnTo>
                <a:lnTo>
                  <a:pt x="415" y="398"/>
                </a:lnTo>
                <a:lnTo>
                  <a:pt x="416" y="399"/>
                </a:lnTo>
                <a:lnTo>
                  <a:pt x="415" y="400"/>
                </a:lnTo>
                <a:lnTo>
                  <a:pt x="416" y="400"/>
                </a:lnTo>
                <a:lnTo>
                  <a:pt x="416" y="401"/>
                </a:lnTo>
                <a:lnTo>
                  <a:pt x="415" y="402"/>
                </a:lnTo>
                <a:lnTo>
                  <a:pt x="416" y="403"/>
                </a:lnTo>
                <a:lnTo>
                  <a:pt x="416" y="404"/>
                </a:lnTo>
                <a:lnTo>
                  <a:pt x="416" y="405"/>
                </a:lnTo>
                <a:lnTo>
                  <a:pt x="415" y="405"/>
                </a:lnTo>
                <a:lnTo>
                  <a:pt x="415" y="406"/>
                </a:lnTo>
                <a:lnTo>
                  <a:pt x="414" y="406"/>
                </a:lnTo>
                <a:lnTo>
                  <a:pt x="414" y="407"/>
                </a:lnTo>
                <a:lnTo>
                  <a:pt x="414" y="408"/>
                </a:lnTo>
                <a:lnTo>
                  <a:pt x="413" y="408"/>
                </a:lnTo>
                <a:lnTo>
                  <a:pt x="412" y="409"/>
                </a:lnTo>
                <a:lnTo>
                  <a:pt x="412" y="410"/>
                </a:lnTo>
                <a:lnTo>
                  <a:pt x="412" y="411"/>
                </a:lnTo>
                <a:lnTo>
                  <a:pt x="411" y="411"/>
                </a:lnTo>
                <a:lnTo>
                  <a:pt x="410" y="411"/>
                </a:lnTo>
                <a:lnTo>
                  <a:pt x="409" y="411"/>
                </a:lnTo>
                <a:lnTo>
                  <a:pt x="409" y="410"/>
                </a:lnTo>
                <a:lnTo>
                  <a:pt x="408" y="410"/>
                </a:lnTo>
                <a:lnTo>
                  <a:pt x="408" y="409"/>
                </a:lnTo>
                <a:lnTo>
                  <a:pt x="408" y="408"/>
                </a:lnTo>
                <a:lnTo>
                  <a:pt x="408" y="407"/>
                </a:lnTo>
                <a:lnTo>
                  <a:pt x="407" y="407"/>
                </a:lnTo>
                <a:lnTo>
                  <a:pt x="406" y="407"/>
                </a:lnTo>
                <a:lnTo>
                  <a:pt x="405" y="408"/>
                </a:lnTo>
                <a:lnTo>
                  <a:pt x="404" y="409"/>
                </a:lnTo>
                <a:lnTo>
                  <a:pt x="403" y="409"/>
                </a:lnTo>
                <a:lnTo>
                  <a:pt x="403" y="410"/>
                </a:lnTo>
                <a:lnTo>
                  <a:pt x="402" y="410"/>
                </a:lnTo>
                <a:lnTo>
                  <a:pt x="402" y="411"/>
                </a:lnTo>
                <a:lnTo>
                  <a:pt x="402" y="412"/>
                </a:lnTo>
                <a:lnTo>
                  <a:pt x="401" y="413"/>
                </a:lnTo>
                <a:lnTo>
                  <a:pt x="400" y="413"/>
                </a:lnTo>
                <a:lnTo>
                  <a:pt x="400" y="414"/>
                </a:lnTo>
                <a:lnTo>
                  <a:pt x="399" y="414"/>
                </a:lnTo>
                <a:lnTo>
                  <a:pt x="398" y="414"/>
                </a:lnTo>
                <a:lnTo>
                  <a:pt x="397" y="414"/>
                </a:lnTo>
                <a:lnTo>
                  <a:pt x="396" y="414"/>
                </a:lnTo>
                <a:lnTo>
                  <a:pt x="395" y="414"/>
                </a:lnTo>
                <a:lnTo>
                  <a:pt x="394" y="414"/>
                </a:lnTo>
                <a:lnTo>
                  <a:pt x="394" y="415"/>
                </a:lnTo>
                <a:lnTo>
                  <a:pt x="394" y="416"/>
                </a:lnTo>
                <a:lnTo>
                  <a:pt x="395" y="416"/>
                </a:lnTo>
                <a:lnTo>
                  <a:pt x="395" y="417"/>
                </a:lnTo>
                <a:lnTo>
                  <a:pt x="396" y="417"/>
                </a:lnTo>
                <a:lnTo>
                  <a:pt x="396" y="418"/>
                </a:lnTo>
                <a:lnTo>
                  <a:pt x="396" y="419"/>
                </a:lnTo>
                <a:lnTo>
                  <a:pt x="395" y="419"/>
                </a:lnTo>
                <a:lnTo>
                  <a:pt x="394" y="420"/>
                </a:lnTo>
                <a:lnTo>
                  <a:pt x="395" y="420"/>
                </a:lnTo>
                <a:lnTo>
                  <a:pt x="394" y="421"/>
                </a:lnTo>
                <a:lnTo>
                  <a:pt x="394" y="422"/>
                </a:lnTo>
                <a:lnTo>
                  <a:pt x="394" y="423"/>
                </a:lnTo>
                <a:lnTo>
                  <a:pt x="395" y="423"/>
                </a:lnTo>
                <a:lnTo>
                  <a:pt x="396" y="423"/>
                </a:lnTo>
                <a:lnTo>
                  <a:pt x="396" y="424"/>
                </a:lnTo>
                <a:lnTo>
                  <a:pt x="397" y="425"/>
                </a:lnTo>
                <a:lnTo>
                  <a:pt x="398" y="425"/>
                </a:lnTo>
                <a:lnTo>
                  <a:pt x="398" y="424"/>
                </a:lnTo>
                <a:lnTo>
                  <a:pt x="399" y="424"/>
                </a:lnTo>
                <a:lnTo>
                  <a:pt x="400" y="423"/>
                </a:lnTo>
                <a:lnTo>
                  <a:pt x="401" y="422"/>
                </a:lnTo>
                <a:lnTo>
                  <a:pt x="402" y="422"/>
                </a:lnTo>
                <a:lnTo>
                  <a:pt x="402" y="423"/>
                </a:lnTo>
                <a:lnTo>
                  <a:pt x="402" y="424"/>
                </a:lnTo>
                <a:lnTo>
                  <a:pt x="402" y="425"/>
                </a:lnTo>
                <a:lnTo>
                  <a:pt x="403" y="425"/>
                </a:lnTo>
                <a:lnTo>
                  <a:pt x="402" y="426"/>
                </a:lnTo>
                <a:lnTo>
                  <a:pt x="402" y="427"/>
                </a:lnTo>
                <a:lnTo>
                  <a:pt x="402" y="428"/>
                </a:lnTo>
                <a:lnTo>
                  <a:pt x="402" y="429"/>
                </a:lnTo>
                <a:lnTo>
                  <a:pt x="402" y="430"/>
                </a:lnTo>
                <a:lnTo>
                  <a:pt x="403" y="430"/>
                </a:lnTo>
                <a:lnTo>
                  <a:pt x="403" y="431"/>
                </a:lnTo>
                <a:lnTo>
                  <a:pt x="402" y="431"/>
                </a:lnTo>
                <a:lnTo>
                  <a:pt x="403" y="432"/>
                </a:lnTo>
                <a:lnTo>
                  <a:pt x="404" y="433"/>
                </a:lnTo>
                <a:lnTo>
                  <a:pt x="404" y="434"/>
                </a:lnTo>
                <a:lnTo>
                  <a:pt x="405" y="434"/>
                </a:lnTo>
                <a:lnTo>
                  <a:pt x="405" y="435"/>
                </a:lnTo>
                <a:lnTo>
                  <a:pt x="404" y="435"/>
                </a:lnTo>
                <a:lnTo>
                  <a:pt x="405" y="436"/>
                </a:lnTo>
                <a:lnTo>
                  <a:pt x="405" y="437"/>
                </a:lnTo>
                <a:lnTo>
                  <a:pt x="405" y="436"/>
                </a:lnTo>
                <a:lnTo>
                  <a:pt x="405" y="437"/>
                </a:lnTo>
                <a:lnTo>
                  <a:pt x="405" y="438"/>
                </a:lnTo>
                <a:lnTo>
                  <a:pt x="406" y="438"/>
                </a:lnTo>
                <a:lnTo>
                  <a:pt x="407" y="438"/>
                </a:lnTo>
                <a:lnTo>
                  <a:pt x="409" y="438"/>
                </a:lnTo>
                <a:lnTo>
                  <a:pt x="409" y="439"/>
                </a:lnTo>
                <a:lnTo>
                  <a:pt x="408" y="439"/>
                </a:lnTo>
                <a:lnTo>
                  <a:pt x="408" y="440"/>
                </a:lnTo>
                <a:lnTo>
                  <a:pt x="407" y="440"/>
                </a:lnTo>
                <a:lnTo>
                  <a:pt x="406" y="441"/>
                </a:lnTo>
                <a:lnTo>
                  <a:pt x="405" y="441"/>
                </a:lnTo>
                <a:lnTo>
                  <a:pt x="404" y="441"/>
                </a:lnTo>
                <a:lnTo>
                  <a:pt x="403" y="441"/>
                </a:lnTo>
                <a:lnTo>
                  <a:pt x="403" y="440"/>
                </a:lnTo>
                <a:lnTo>
                  <a:pt x="402" y="440"/>
                </a:lnTo>
                <a:lnTo>
                  <a:pt x="402" y="439"/>
                </a:lnTo>
                <a:lnTo>
                  <a:pt x="401" y="439"/>
                </a:lnTo>
                <a:lnTo>
                  <a:pt x="400" y="440"/>
                </a:lnTo>
                <a:lnTo>
                  <a:pt x="399" y="440"/>
                </a:lnTo>
                <a:lnTo>
                  <a:pt x="399" y="441"/>
                </a:lnTo>
                <a:lnTo>
                  <a:pt x="398" y="441"/>
                </a:lnTo>
                <a:lnTo>
                  <a:pt x="398" y="442"/>
                </a:lnTo>
                <a:lnTo>
                  <a:pt x="397" y="442"/>
                </a:lnTo>
                <a:lnTo>
                  <a:pt x="396" y="442"/>
                </a:lnTo>
                <a:lnTo>
                  <a:pt x="396" y="443"/>
                </a:lnTo>
                <a:lnTo>
                  <a:pt x="395" y="442"/>
                </a:lnTo>
                <a:lnTo>
                  <a:pt x="394" y="443"/>
                </a:lnTo>
                <a:lnTo>
                  <a:pt x="394" y="444"/>
                </a:lnTo>
                <a:lnTo>
                  <a:pt x="394" y="445"/>
                </a:lnTo>
                <a:lnTo>
                  <a:pt x="394" y="446"/>
                </a:lnTo>
                <a:lnTo>
                  <a:pt x="394" y="447"/>
                </a:lnTo>
                <a:lnTo>
                  <a:pt x="393" y="447"/>
                </a:lnTo>
                <a:lnTo>
                  <a:pt x="393" y="448"/>
                </a:lnTo>
                <a:lnTo>
                  <a:pt x="392" y="447"/>
                </a:lnTo>
                <a:lnTo>
                  <a:pt x="393" y="447"/>
                </a:lnTo>
                <a:lnTo>
                  <a:pt x="392" y="446"/>
                </a:lnTo>
                <a:lnTo>
                  <a:pt x="392" y="447"/>
                </a:lnTo>
                <a:lnTo>
                  <a:pt x="391" y="447"/>
                </a:lnTo>
                <a:lnTo>
                  <a:pt x="391" y="446"/>
                </a:lnTo>
                <a:lnTo>
                  <a:pt x="391" y="447"/>
                </a:lnTo>
                <a:lnTo>
                  <a:pt x="390" y="447"/>
                </a:lnTo>
                <a:lnTo>
                  <a:pt x="389" y="447"/>
                </a:lnTo>
                <a:lnTo>
                  <a:pt x="388" y="447"/>
                </a:lnTo>
                <a:lnTo>
                  <a:pt x="387" y="447"/>
                </a:lnTo>
                <a:lnTo>
                  <a:pt x="387" y="446"/>
                </a:lnTo>
                <a:lnTo>
                  <a:pt x="387" y="447"/>
                </a:lnTo>
                <a:lnTo>
                  <a:pt x="387" y="446"/>
                </a:lnTo>
                <a:lnTo>
                  <a:pt x="386" y="446"/>
                </a:lnTo>
                <a:lnTo>
                  <a:pt x="385" y="446"/>
                </a:lnTo>
                <a:lnTo>
                  <a:pt x="384" y="446"/>
                </a:lnTo>
                <a:lnTo>
                  <a:pt x="383" y="446"/>
                </a:lnTo>
                <a:lnTo>
                  <a:pt x="383" y="445"/>
                </a:lnTo>
                <a:lnTo>
                  <a:pt x="382" y="445"/>
                </a:lnTo>
                <a:lnTo>
                  <a:pt x="381" y="445"/>
                </a:lnTo>
                <a:lnTo>
                  <a:pt x="381" y="444"/>
                </a:lnTo>
                <a:lnTo>
                  <a:pt x="380" y="444"/>
                </a:lnTo>
                <a:lnTo>
                  <a:pt x="379" y="444"/>
                </a:lnTo>
                <a:lnTo>
                  <a:pt x="379" y="445"/>
                </a:lnTo>
                <a:lnTo>
                  <a:pt x="378" y="445"/>
                </a:lnTo>
                <a:lnTo>
                  <a:pt x="378" y="446"/>
                </a:lnTo>
                <a:lnTo>
                  <a:pt x="377" y="446"/>
                </a:lnTo>
                <a:lnTo>
                  <a:pt x="377" y="445"/>
                </a:lnTo>
                <a:lnTo>
                  <a:pt x="376" y="445"/>
                </a:lnTo>
                <a:lnTo>
                  <a:pt x="375" y="445"/>
                </a:lnTo>
                <a:lnTo>
                  <a:pt x="375" y="444"/>
                </a:lnTo>
                <a:lnTo>
                  <a:pt x="375" y="443"/>
                </a:lnTo>
                <a:lnTo>
                  <a:pt x="374" y="443"/>
                </a:lnTo>
                <a:lnTo>
                  <a:pt x="373" y="443"/>
                </a:lnTo>
                <a:lnTo>
                  <a:pt x="373" y="444"/>
                </a:lnTo>
                <a:lnTo>
                  <a:pt x="372" y="443"/>
                </a:lnTo>
                <a:lnTo>
                  <a:pt x="371" y="443"/>
                </a:lnTo>
                <a:lnTo>
                  <a:pt x="371" y="442"/>
                </a:lnTo>
                <a:lnTo>
                  <a:pt x="371" y="441"/>
                </a:lnTo>
                <a:lnTo>
                  <a:pt x="371" y="442"/>
                </a:lnTo>
                <a:lnTo>
                  <a:pt x="370" y="442"/>
                </a:lnTo>
                <a:lnTo>
                  <a:pt x="370" y="441"/>
                </a:lnTo>
                <a:lnTo>
                  <a:pt x="369" y="441"/>
                </a:lnTo>
                <a:lnTo>
                  <a:pt x="369" y="442"/>
                </a:lnTo>
                <a:lnTo>
                  <a:pt x="368" y="441"/>
                </a:lnTo>
                <a:lnTo>
                  <a:pt x="368" y="440"/>
                </a:lnTo>
                <a:lnTo>
                  <a:pt x="368" y="441"/>
                </a:lnTo>
                <a:lnTo>
                  <a:pt x="367" y="441"/>
                </a:lnTo>
                <a:lnTo>
                  <a:pt x="367" y="442"/>
                </a:lnTo>
                <a:lnTo>
                  <a:pt x="366" y="442"/>
                </a:lnTo>
                <a:lnTo>
                  <a:pt x="365" y="442"/>
                </a:lnTo>
                <a:lnTo>
                  <a:pt x="365" y="443"/>
                </a:lnTo>
                <a:lnTo>
                  <a:pt x="364" y="443"/>
                </a:lnTo>
                <a:lnTo>
                  <a:pt x="363" y="444"/>
                </a:lnTo>
                <a:lnTo>
                  <a:pt x="362" y="445"/>
                </a:lnTo>
                <a:lnTo>
                  <a:pt x="361" y="445"/>
                </a:lnTo>
                <a:lnTo>
                  <a:pt x="362" y="445"/>
                </a:lnTo>
                <a:lnTo>
                  <a:pt x="362" y="446"/>
                </a:lnTo>
                <a:lnTo>
                  <a:pt x="362" y="447"/>
                </a:lnTo>
                <a:lnTo>
                  <a:pt x="361" y="447"/>
                </a:lnTo>
                <a:lnTo>
                  <a:pt x="361" y="448"/>
                </a:lnTo>
                <a:lnTo>
                  <a:pt x="362" y="448"/>
                </a:lnTo>
                <a:lnTo>
                  <a:pt x="362" y="449"/>
                </a:lnTo>
                <a:lnTo>
                  <a:pt x="362" y="450"/>
                </a:lnTo>
                <a:lnTo>
                  <a:pt x="363" y="450"/>
                </a:lnTo>
                <a:lnTo>
                  <a:pt x="363" y="451"/>
                </a:lnTo>
                <a:lnTo>
                  <a:pt x="362" y="451"/>
                </a:lnTo>
                <a:lnTo>
                  <a:pt x="362" y="452"/>
                </a:lnTo>
                <a:lnTo>
                  <a:pt x="362" y="453"/>
                </a:lnTo>
                <a:lnTo>
                  <a:pt x="363" y="453"/>
                </a:lnTo>
                <a:lnTo>
                  <a:pt x="363" y="454"/>
                </a:lnTo>
                <a:lnTo>
                  <a:pt x="364" y="454"/>
                </a:lnTo>
                <a:lnTo>
                  <a:pt x="364" y="455"/>
                </a:lnTo>
                <a:lnTo>
                  <a:pt x="365" y="455"/>
                </a:lnTo>
                <a:lnTo>
                  <a:pt x="365" y="456"/>
                </a:lnTo>
                <a:lnTo>
                  <a:pt x="366" y="456"/>
                </a:lnTo>
                <a:lnTo>
                  <a:pt x="365" y="457"/>
                </a:lnTo>
                <a:lnTo>
                  <a:pt x="364" y="457"/>
                </a:lnTo>
                <a:lnTo>
                  <a:pt x="364" y="458"/>
                </a:lnTo>
                <a:lnTo>
                  <a:pt x="363" y="459"/>
                </a:lnTo>
                <a:lnTo>
                  <a:pt x="363" y="458"/>
                </a:lnTo>
                <a:lnTo>
                  <a:pt x="362" y="459"/>
                </a:lnTo>
                <a:lnTo>
                  <a:pt x="360" y="460"/>
                </a:lnTo>
                <a:lnTo>
                  <a:pt x="359" y="460"/>
                </a:lnTo>
                <a:lnTo>
                  <a:pt x="358" y="461"/>
                </a:lnTo>
                <a:lnTo>
                  <a:pt x="359" y="461"/>
                </a:lnTo>
                <a:lnTo>
                  <a:pt x="359" y="462"/>
                </a:lnTo>
                <a:lnTo>
                  <a:pt x="359" y="463"/>
                </a:lnTo>
                <a:lnTo>
                  <a:pt x="360" y="463"/>
                </a:lnTo>
                <a:lnTo>
                  <a:pt x="361" y="463"/>
                </a:lnTo>
                <a:lnTo>
                  <a:pt x="362" y="463"/>
                </a:lnTo>
                <a:lnTo>
                  <a:pt x="362" y="462"/>
                </a:lnTo>
                <a:lnTo>
                  <a:pt x="363" y="462"/>
                </a:lnTo>
                <a:lnTo>
                  <a:pt x="363" y="463"/>
                </a:lnTo>
                <a:lnTo>
                  <a:pt x="363" y="464"/>
                </a:lnTo>
                <a:lnTo>
                  <a:pt x="362" y="464"/>
                </a:lnTo>
                <a:lnTo>
                  <a:pt x="361" y="464"/>
                </a:lnTo>
                <a:lnTo>
                  <a:pt x="360" y="463"/>
                </a:lnTo>
                <a:lnTo>
                  <a:pt x="359" y="464"/>
                </a:lnTo>
                <a:lnTo>
                  <a:pt x="360" y="464"/>
                </a:lnTo>
                <a:lnTo>
                  <a:pt x="359" y="465"/>
                </a:lnTo>
                <a:lnTo>
                  <a:pt x="360" y="465"/>
                </a:lnTo>
                <a:lnTo>
                  <a:pt x="360" y="466"/>
                </a:lnTo>
                <a:lnTo>
                  <a:pt x="360" y="467"/>
                </a:lnTo>
                <a:lnTo>
                  <a:pt x="361" y="467"/>
                </a:lnTo>
                <a:lnTo>
                  <a:pt x="362" y="467"/>
                </a:lnTo>
                <a:lnTo>
                  <a:pt x="362" y="468"/>
                </a:lnTo>
                <a:lnTo>
                  <a:pt x="362" y="469"/>
                </a:lnTo>
                <a:lnTo>
                  <a:pt x="362" y="470"/>
                </a:lnTo>
                <a:lnTo>
                  <a:pt x="363" y="471"/>
                </a:lnTo>
                <a:lnTo>
                  <a:pt x="362" y="471"/>
                </a:lnTo>
                <a:lnTo>
                  <a:pt x="363" y="471"/>
                </a:lnTo>
                <a:lnTo>
                  <a:pt x="363" y="473"/>
                </a:lnTo>
                <a:lnTo>
                  <a:pt x="362" y="473"/>
                </a:lnTo>
                <a:lnTo>
                  <a:pt x="363" y="474"/>
                </a:lnTo>
                <a:lnTo>
                  <a:pt x="363" y="475"/>
                </a:lnTo>
                <a:lnTo>
                  <a:pt x="363" y="476"/>
                </a:lnTo>
                <a:lnTo>
                  <a:pt x="363" y="477"/>
                </a:lnTo>
                <a:lnTo>
                  <a:pt x="362" y="477"/>
                </a:lnTo>
                <a:lnTo>
                  <a:pt x="362" y="478"/>
                </a:lnTo>
                <a:lnTo>
                  <a:pt x="363" y="478"/>
                </a:lnTo>
                <a:lnTo>
                  <a:pt x="363" y="479"/>
                </a:lnTo>
                <a:lnTo>
                  <a:pt x="363" y="480"/>
                </a:lnTo>
                <a:lnTo>
                  <a:pt x="362" y="480"/>
                </a:lnTo>
                <a:lnTo>
                  <a:pt x="362" y="481"/>
                </a:lnTo>
                <a:lnTo>
                  <a:pt x="363" y="481"/>
                </a:lnTo>
                <a:lnTo>
                  <a:pt x="363" y="482"/>
                </a:lnTo>
                <a:lnTo>
                  <a:pt x="362" y="482"/>
                </a:lnTo>
                <a:lnTo>
                  <a:pt x="363" y="482"/>
                </a:lnTo>
                <a:lnTo>
                  <a:pt x="363" y="483"/>
                </a:lnTo>
                <a:lnTo>
                  <a:pt x="363" y="484"/>
                </a:lnTo>
                <a:lnTo>
                  <a:pt x="362" y="484"/>
                </a:lnTo>
                <a:lnTo>
                  <a:pt x="362" y="483"/>
                </a:lnTo>
                <a:lnTo>
                  <a:pt x="361" y="483"/>
                </a:lnTo>
                <a:lnTo>
                  <a:pt x="361" y="482"/>
                </a:lnTo>
                <a:lnTo>
                  <a:pt x="360" y="483"/>
                </a:lnTo>
                <a:lnTo>
                  <a:pt x="359" y="483"/>
                </a:lnTo>
                <a:lnTo>
                  <a:pt x="358" y="484"/>
                </a:lnTo>
                <a:lnTo>
                  <a:pt x="358" y="485"/>
                </a:lnTo>
                <a:lnTo>
                  <a:pt x="358" y="486"/>
                </a:lnTo>
                <a:lnTo>
                  <a:pt x="358" y="488"/>
                </a:lnTo>
                <a:lnTo>
                  <a:pt x="357" y="489"/>
                </a:lnTo>
                <a:lnTo>
                  <a:pt x="356" y="489"/>
                </a:lnTo>
                <a:lnTo>
                  <a:pt x="356" y="490"/>
                </a:lnTo>
                <a:lnTo>
                  <a:pt x="355" y="490"/>
                </a:lnTo>
                <a:lnTo>
                  <a:pt x="355" y="491"/>
                </a:lnTo>
                <a:lnTo>
                  <a:pt x="354" y="491"/>
                </a:lnTo>
                <a:lnTo>
                  <a:pt x="354" y="492"/>
                </a:lnTo>
                <a:lnTo>
                  <a:pt x="353" y="492"/>
                </a:lnTo>
                <a:lnTo>
                  <a:pt x="353" y="493"/>
                </a:lnTo>
                <a:lnTo>
                  <a:pt x="352" y="493"/>
                </a:lnTo>
                <a:lnTo>
                  <a:pt x="351" y="492"/>
                </a:lnTo>
                <a:lnTo>
                  <a:pt x="350" y="493"/>
                </a:lnTo>
                <a:lnTo>
                  <a:pt x="350" y="494"/>
                </a:lnTo>
                <a:lnTo>
                  <a:pt x="351" y="495"/>
                </a:lnTo>
                <a:lnTo>
                  <a:pt x="351" y="496"/>
                </a:lnTo>
                <a:lnTo>
                  <a:pt x="350" y="496"/>
                </a:lnTo>
                <a:lnTo>
                  <a:pt x="349" y="496"/>
                </a:lnTo>
                <a:lnTo>
                  <a:pt x="349" y="498"/>
                </a:lnTo>
                <a:lnTo>
                  <a:pt x="348" y="498"/>
                </a:lnTo>
                <a:lnTo>
                  <a:pt x="348" y="499"/>
                </a:lnTo>
                <a:lnTo>
                  <a:pt x="349" y="499"/>
                </a:lnTo>
                <a:lnTo>
                  <a:pt x="349" y="500"/>
                </a:lnTo>
                <a:lnTo>
                  <a:pt x="349" y="501"/>
                </a:lnTo>
                <a:lnTo>
                  <a:pt x="350" y="501"/>
                </a:lnTo>
                <a:lnTo>
                  <a:pt x="350" y="503"/>
                </a:lnTo>
                <a:lnTo>
                  <a:pt x="349" y="503"/>
                </a:lnTo>
                <a:lnTo>
                  <a:pt x="349" y="504"/>
                </a:lnTo>
                <a:lnTo>
                  <a:pt x="348" y="504"/>
                </a:lnTo>
                <a:lnTo>
                  <a:pt x="348" y="505"/>
                </a:lnTo>
                <a:lnTo>
                  <a:pt x="347" y="505"/>
                </a:lnTo>
                <a:lnTo>
                  <a:pt x="347" y="506"/>
                </a:lnTo>
                <a:lnTo>
                  <a:pt x="347" y="507"/>
                </a:lnTo>
                <a:lnTo>
                  <a:pt x="346" y="507"/>
                </a:lnTo>
                <a:lnTo>
                  <a:pt x="345" y="507"/>
                </a:lnTo>
                <a:lnTo>
                  <a:pt x="344" y="508"/>
                </a:lnTo>
                <a:lnTo>
                  <a:pt x="344" y="509"/>
                </a:lnTo>
                <a:lnTo>
                  <a:pt x="344" y="510"/>
                </a:lnTo>
                <a:lnTo>
                  <a:pt x="343" y="510"/>
                </a:lnTo>
                <a:lnTo>
                  <a:pt x="343" y="511"/>
                </a:lnTo>
                <a:lnTo>
                  <a:pt x="342" y="511"/>
                </a:lnTo>
                <a:lnTo>
                  <a:pt x="342" y="512"/>
                </a:lnTo>
                <a:lnTo>
                  <a:pt x="341" y="512"/>
                </a:lnTo>
                <a:lnTo>
                  <a:pt x="341" y="513"/>
                </a:lnTo>
                <a:lnTo>
                  <a:pt x="340" y="513"/>
                </a:lnTo>
                <a:lnTo>
                  <a:pt x="340" y="514"/>
                </a:lnTo>
                <a:lnTo>
                  <a:pt x="340" y="513"/>
                </a:lnTo>
                <a:lnTo>
                  <a:pt x="339" y="513"/>
                </a:lnTo>
                <a:lnTo>
                  <a:pt x="338" y="512"/>
                </a:lnTo>
                <a:lnTo>
                  <a:pt x="338" y="513"/>
                </a:lnTo>
                <a:lnTo>
                  <a:pt x="337" y="513"/>
                </a:lnTo>
                <a:lnTo>
                  <a:pt x="336" y="513"/>
                </a:lnTo>
                <a:lnTo>
                  <a:pt x="335" y="513"/>
                </a:lnTo>
                <a:lnTo>
                  <a:pt x="335" y="514"/>
                </a:lnTo>
                <a:lnTo>
                  <a:pt x="334" y="514"/>
                </a:lnTo>
                <a:lnTo>
                  <a:pt x="333" y="514"/>
                </a:lnTo>
                <a:lnTo>
                  <a:pt x="333" y="515"/>
                </a:lnTo>
                <a:lnTo>
                  <a:pt x="333" y="516"/>
                </a:lnTo>
                <a:lnTo>
                  <a:pt x="332" y="516"/>
                </a:lnTo>
                <a:lnTo>
                  <a:pt x="331" y="518"/>
                </a:lnTo>
                <a:lnTo>
                  <a:pt x="331" y="519"/>
                </a:lnTo>
                <a:lnTo>
                  <a:pt x="330" y="519"/>
                </a:lnTo>
                <a:lnTo>
                  <a:pt x="329" y="519"/>
                </a:lnTo>
                <a:lnTo>
                  <a:pt x="328" y="520"/>
                </a:lnTo>
                <a:lnTo>
                  <a:pt x="327" y="520"/>
                </a:lnTo>
                <a:lnTo>
                  <a:pt x="327" y="521"/>
                </a:lnTo>
                <a:lnTo>
                  <a:pt x="327" y="522"/>
                </a:lnTo>
                <a:lnTo>
                  <a:pt x="327" y="523"/>
                </a:lnTo>
                <a:lnTo>
                  <a:pt x="327" y="524"/>
                </a:lnTo>
                <a:lnTo>
                  <a:pt x="327" y="525"/>
                </a:lnTo>
                <a:lnTo>
                  <a:pt x="327" y="526"/>
                </a:lnTo>
                <a:lnTo>
                  <a:pt x="326" y="526"/>
                </a:lnTo>
                <a:lnTo>
                  <a:pt x="326" y="527"/>
                </a:lnTo>
                <a:lnTo>
                  <a:pt x="325" y="527"/>
                </a:lnTo>
                <a:lnTo>
                  <a:pt x="324" y="527"/>
                </a:lnTo>
                <a:lnTo>
                  <a:pt x="323" y="527"/>
                </a:lnTo>
                <a:lnTo>
                  <a:pt x="324" y="527"/>
                </a:lnTo>
                <a:lnTo>
                  <a:pt x="323" y="527"/>
                </a:lnTo>
                <a:lnTo>
                  <a:pt x="322" y="527"/>
                </a:lnTo>
                <a:lnTo>
                  <a:pt x="321" y="527"/>
                </a:lnTo>
                <a:lnTo>
                  <a:pt x="321" y="528"/>
                </a:lnTo>
                <a:lnTo>
                  <a:pt x="320" y="528"/>
                </a:lnTo>
                <a:lnTo>
                  <a:pt x="320" y="527"/>
                </a:lnTo>
                <a:lnTo>
                  <a:pt x="319" y="527"/>
                </a:lnTo>
                <a:lnTo>
                  <a:pt x="318" y="527"/>
                </a:lnTo>
                <a:lnTo>
                  <a:pt x="317" y="527"/>
                </a:lnTo>
                <a:lnTo>
                  <a:pt x="316" y="527"/>
                </a:lnTo>
                <a:lnTo>
                  <a:pt x="317" y="528"/>
                </a:lnTo>
                <a:lnTo>
                  <a:pt x="316" y="528"/>
                </a:lnTo>
                <a:lnTo>
                  <a:pt x="316" y="529"/>
                </a:lnTo>
                <a:lnTo>
                  <a:pt x="315" y="529"/>
                </a:lnTo>
                <a:lnTo>
                  <a:pt x="315" y="530"/>
                </a:lnTo>
                <a:lnTo>
                  <a:pt x="314" y="530"/>
                </a:lnTo>
                <a:lnTo>
                  <a:pt x="314" y="531"/>
                </a:lnTo>
                <a:lnTo>
                  <a:pt x="313" y="531"/>
                </a:lnTo>
                <a:lnTo>
                  <a:pt x="313" y="530"/>
                </a:lnTo>
                <a:lnTo>
                  <a:pt x="312" y="530"/>
                </a:lnTo>
                <a:lnTo>
                  <a:pt x="312" y="529"/>
                </a:lnTo>
                <a:lnTo>
                  <a:pt x="311" y="528"/>
                </a:lnTo>
                <a:lnTo>
                  <a:pt x="311" y="529"/>
                </a:lnTo>
                <a:lnTo>
                  <a:pt x="310" y="528"/>
                </a:lnTo>
                <a:lnTo>
                  <a:pt x="310" y="529"/>
                </a:lnTo>
                <a:lnTo>
                  <a:pt x="310" y="530"/>
                </a:lnTo>
                <a:lnTo>
                  <a:pt x="310" y="531"/>
                </a:lnTo>
                <a:lnTo>
                  <a:pt x="310" y="532"/>
                </a:lnTo>
                <a:lnTo>
                  <a:pt x="310" y="533"/>
                </a:lnTo>
                <a:lnTo>
                  <a:pt x="311" y="533"/>
                </a:lnTo>
                <a:lnTo>
                  <a:pt x="311" y="534"/>
                </a:lnTo>
                <a:lnTo>
                  <a:pt x="310" y="534"/>
                </a:lnTo>
                <a:lnTo>
                  <a:pt x="310" y="535"/>
                </a:lnTo>
                <a:lnTo>
                  <a:pt x="311" y="535"/>
                </a:lnTo>
                <a:lnTo>
                  <a:pt x="310" y="536"/>
                </a:lnTo>
                <a:lnTo>
                  <a:pt x="309" y="536"/>
                </a:lnTo>
                <a:lnTo>
                  <a:pt x="308" y="536"/>
                </a:lnTo>
                <a:lnTo>
                  <a:pt x="307" y="536"/>
                </a:lnTo>
                <a:lnTo>
                  <a:pt x="306" y="535"/>
                </a:lnTo>
                <a:lnTo>
                  <a:pt x="306" y="536"/>
                </a:lnTo>
                <a:lnTo>
                  <a:pt x="305" y="536"/>
                </a:lnTo>
                <a:lnTo>
                  <a:pt x="305" y="535"/>
                </a:lnTo>
                <a:lnTo>
                  <a:pt x="304" y="535"/>
                </a:lnTo>
                <a:lnTo>
                  <a:pt x="303" y="536"/>
                </a:lnTo>
                <a:lnTo>
                  <a:pt x="302" y="536"/>
                </a:lnTo>
                <a:lnTo>
                  <a:pt x="301" y="536"/>
                </a:lnTo>
                <a:lnTo>
                  <a:pt x="301" y="537"/>
                </a:lnTo>
                <a:lnTo>
                  <a:pt x="301" y="538"/>
                </a:lnTo>
                <a:lnTo>
                  <a:pt x="301" y="539"/>
                </a:lnTo>
                <a:lnTo>
                  <a:pt x="300" y="539"/>
                </a:lnTo>
                <a:lnTo>
                  <a:pt x="299" y="539"/>
                </a:lnTo>
                <a:lnTo>
                  <a:pt x="300" y="539"/>
                </a:lnTo>
                <a:lnTo>
                  <a:pt x="299" y="538"/>
                </a:lnTo>
                <a:lnTo>
                  <a:pt x="298" y="538"/>
                </a:lnTo>
                <a:lnTo>
                  <a:pt x="297" y="538"/>
                </a:lnTo>
                <a:lnTo>
                  <a:pt x="297" y="537"/>
                </a:lnTo>
                <a:lnTo>
                  <a:pt x="296" y="537"/>
                </a:lnTo>
                <a:lnTo>
                  <a:pt x="295" y="537"/>
                </a:lnTo>
                <a:lnTo>
                  <a:pt x="295" y="536"/>
                </a:lnTo>
                <a:lnTo>
                  <a:pt x="294" y="535"/>
                </a:lnTo>
                <a:lnTo>
                  <a:pt x="294" y="534"/>
                </a:lnTo>
                <a:lnTo>
                  <a:pt x="295" y="534"/>
                </a:lnTo>
                <a:lnTo>
                  <a:pt x="294" y="533"/>
                </a:lnTo>
                <a:lnTo>
                  <a:pt x="294" y="532"/>
                </a:lnTo>
                <a:lnTo>
                  <a:pt x="293" y="532"/>
                </a:lnTo>
                <a:lnTo>
                  <a:pt x="293" y="531"/>
                </a:lnTo>
                <a:lnTo>
                  <a:pt x="294" y="530"/>
                </a:lnTo>
                <a:lnTo>
                  <a:pt x="295" y="529"/>
                </a:lnTo>
                <a:lnTo>
                  <a:pt x="294" y="528"/>
                </a:lnTo>
                <a:lnTo>
                  <a:pt x="294" y="527"/>
                </a:lnTo>
                <a:lnTo>
                  <a:pt x="293" y="527"/>
                </a:lnTo>
                <a:lnTo>
                  <a:pt x="293" y="526"/>
                </a:lnTo>
                <a:lnTo>
                  <a:pt x="292" y="526"/>
                </a:lnTo>
                <a:lnTo>
                  <a:pt x="292" y="525"/>
                </a:lnTo>
                <a:lnTo>
                  <a:pt x="291" y="524"/>
                </a:lnTo>
                <a:lnTo>
                  <a:pt x="290" y="525"/>
                </a:lnTo>
                <a:lnTo>
                  <a:pt x="289" y="524"/>
                </a:lnTo>
                <a:lnTo>
                  <a:pt x="288" y="524"/>
                </a:lnTo>
                <a:lnTo>
                  <a:pt x="287" y="524"/>
                </a:lnTo>
                <a:lnTo>
                  <a:pt x="286" y="523"/>
                </a:lnTo>
                <a:lnTo>
                  <a:pt x="286" y="522"/>
                </a:lnTo>
                <a:lnTo>
                  <a:pt x="286" y="521"/>
                </a:lnTo>
                <a:lnTo>
                  <a:pt x="285" y="521"/>
                </a:lnTo>
                <a:lnTo>
                  <a:pt x="284" y="520"/>
                </a:lnTo>
                <a:lnTo>
                  <a:pt x="282" y="520"/>
                </a:lnTo>
                <a:lnTo>
                  <a:pt x="282" y="521"/>
                </a:lnTo>
                <a:lnTo>
                  <a:pt x="281" y="521"/>
                </a:lnTo>
                <a:lnTo>
                  <a:pt x="281" y="522"/>
                </a:lnTo>
                <a:lnTo>
                  <a:pt x="280" y="522"/>
                </a:lnTo>
                <a:lnTo>
                  <a:pt x="280" y="521"/>
                </a:lnTo>
                <a:lnTo>
                  <a:pt x="278" y="521"/>
                </a:lnTo>
                <a:lnTo>
                  <a:pt x="277" y="522"/>
                </a:lnTo>
                <a:lnTo>
                  <a:pt x="277" y="523"/>
                </a:lnTo>
                <a:lnTo>
                  <a:pt x="275" y="522"/>
                </a:lnTo>
                <a:lnTo>
                  <a:pt x="274" y="522"/>
                </a:lnTo>
                <a:lnTo>
                  <a:pt x="273" y="523"/>
                </a:lnTo>
                <a:lnTo>
                  <a:pt x="272" y="523"/>
                </a:lnTo>
                <a:lnTo>
                  <a:pt x="272" y="524"/>
                </a:lnTo>
                <a:lnTo>
                  <a:pt x="270" y="524"/>
                </a:lnTo>
                <a:lnTo>
                  <a:pt x="270" y="523"/>
                </a:lnTo>
                <a:lnTo>
                  <a:pt x="270" y="522"/>
                </a:lnTo>
                <a:lnTo>
                  <a:pt x="270" y="523"/>
                </a:lnTo>
                <a:lnTo>
                  <a:pt x="269" y="523"/>
                </a:lnTo>
                <a:lnTo>
                  <a:pt x="269" y="522"/>
                </a:lnTo>
                <a:lnTo>
                  <a:pt x="269" y="521"/>
                </a:lnTo>
                <a:lnTo>
                  <a:pt x="268" y="522"/>
                </a:lnTo>
                <a:lnTo>
                  <a:pt x="266" y="522"/>
                </a:lnTo>
                <a:lnTo>
                  <a:pt x="266" y="521"/>
                </a:lnTo>
                <a:lnTo>
                  <a:pt x="265" y="521"/>
                </a:lnTo>
                <a:lnTo>
                  <a:pt x="265" y="520"/>
                </a:lnTo>
                <a:lnTo>
                  <a:pt x="264" y="520"/>
                </a:lnTo>
                <a:lnTo>
                  <a:pt x="264" y="521"/>
                </a:lnTo>
                <a:lnTo>
                  <a:pt x="263" y="521"/>
                </a:lnTo>
                <a:lnTo>
                  <a:pt x="262" y="521"/>
                </a:lnTo>
                <a:lnTo>
                  <a:pt x="262" y="522"/>
                </a:lnTo>
                <a:lnTo>
                  <a:pt x="261" y="522"/>
                </a:lnTo>
                <a:lnTo>
                  <a:pt x="261" y="521"/>
                </a:lnTo>
                <a:lnTo>
                  <a:pt x="260" y="521"/>
                </a:lnTo>
                <a:lnTo>
                  <a:pt x="260" y="522"/>
                </a:lnTo>
                <a:lnTo>
                  <a:pt x="259" y="522"/>
                </a:lnTo>
                <a:lnTo>
                  <a:pt x="258" y="522"/>
                </a:lnTo>
                <a:lnTo>
                  <a:pt x="258" y="523"/>
                </a:lnTo>
                <a:lnTo>
                  <a:pt x="257" y="523"/>
                </a:lnTo>
                <a:lnTo>
                  <a:pt x="256" y="522"/>
                </a:lnTo>
                <a:lnTo>
                  <a:pt x="255" y="522"/>
                </a:lnTo>
                <a:lnTo>
                  <a:pt x="255" y="523"/>
                </a:lnTo>
                <a:lnTo>
                  <a:pt x="254" y="523"/>
                </a:lnTo>
                <a:lnTo>
                  <a:pt x="253" y="523"/>
                </a:lnTo>
                <a:lnTo>
                  <a:pt x="253" y="522"/>
                </a:lnTo>
                <a:lnTo>
                  <a:pt x="252" y="521"/>
                </a:lnTo>
                <a:lnTo>
                  <a:pt x="253" y="521"/>
                </a:lnTo>
                <a:lnTo>
                  <a:pt x="253" y="519"/>
                </a:lnTo>
                <a:lnTo>
                  <a:pt x="252" y="519"/>
                </a:lnTo>
                <a:lnTo>
                  <a:pt x="252" y="518"/>
                </a:lnTo>
                <a:lnTo>
                  <a:pt x="251" y="519"/>
                </a:lnTo>
                <a:lnTo>
                  <a:pt x="251" y="518"/>
                </a:lnTo>
                <a:lnTo>
                  <a:pt x="251" y="517"/>
                </a:lnTo>
                <a:lnTo>
                  <a:pt x="250" y="517"/>
                </a:lnTo>
                <a:lnTo>
                  <a:pt x="249" y="516"/>
                </a:lnTo>
                <a:lnTo>
                  <a:pt x="249" y="517"/>
                </a:lnTo>
                <a:lnTo>
                  <a:pt x="248" y="517"/>
                </a:lnTo>
                <a:lnTo>
                  <a:pt x="247" y="517"/>
                </a:lnTo>
                <a:lnTo>
                  <a:pt x="247" y="518"/>
                </a:lnTo>
                <a:lnTo>
                  <a:pt x="246" y="519"/>
                </a:lnTo>
                <a:lnTo>
                  <a:pt x="245" y="519"/>
                </a:lnTo>
                <a:lnTo>
                  <a:pt x="245" y="520"/>
                </a:lnTo>
                <a:lnTo>
                  <a:pt x="244" y="520"/>
                </a:lnTo>
                <a:lnTo>
                  <a:pt x="244" y="519"/>
                </a:lnTo>
                <a:lnTo>
                  <a:pt x="243" y="519"/>
                </a:lnTo>
                <a:lnTo>
                  <a:pt x="242" y="519"/>
                </a:lnTo>
                <a:lnTo>
                  <a:pt x="241" y="519"/>
                </a:lnTo>
                <a:lnTo>
                  <a:pt x="241" y="518"/>
                </a:lnTo>
                <a:lnTo>
                  <a:pt x="240" y="518"/>
                </a:lnTo>
                <a:lnTo>
                  <a:pt x="240" y="519"/>
                </a:lnTo>
                <a:lnTo>
                  <a:pt x="240" y="518"/>
                </a:lnTo>
                <a:lnTo>
                  <a:pt x="239" y="518"/>
                </a:lnTo>
                <a:lnTo>
                  <a:pt x="239" y="517"/>
                </a:lnTo>
                <a:lnTo>
                  <a:pt x="238" y="516"/>
                </a:lnTo>
                <a:lnTo>
                  <a:pt x="238" y="515"/>
                </a:lnTo>
                <a:lnTo>
                  <a:pt x="238" y="513"/>
                </a:lnTo>
                <a:lnTo>
                  <a:pt x="239" y="513"/>
                </a:lnTo>
                <a:lnTo>
                  <a:pt x="238" y="512"/>
                </a:lnTo>
                <a:lnTo>
                  <a:pt x="237" y="511"/>
                </a:lnTo>
                <a:lnTo>
                  <a:pt x="236" y="511"/>
                </a:lnTo>
                <a:lnTo>
                  <a:pt x="235" y="512"/>
                </a:lnTo>
                <a:lnTo>
                  <a:pt x="235" y="511"/>
                </a:lnTo>
                <a:lnTo>
                  <a:pt x="234" y="511"/>
                </a:lnTo>
                <a:lnTo>
                  <a:pt x="233" y="511"/>
                </a:lnTo>
                <a:lnTo>
                  <a:pt x="234" y="510"/>
                </a:lnTo>
                <a:lnTo>
                  <a:pt x="233" y="509"/>
                </a:lnTo>
                <a:lnTo>
                  <a:pt x="233" y="510"/>
                </a:lnTo>
                <a:lnTo>
                  <a:pt x="232" y="510"/>
                </a:lnTo>
                <a:lnTo>
                  <a:pt x="232" y="509"/>
                </a:lnTo>
                <a:lnTo>
                  <a:pt x="232" y="508"/>
                </a:lnTo>
                <a:lnTo>
                  <a:pt x="231" y="508"/>
                </a:lnTo>
                <a:lnTo>
                  <a:pt x="232" y="507"/>
                </a:lnTo>
                <a:lnTo>
                  <a:pt x="232" y="506"/>
                </a:lnTo>
                <a:lnTo>
                  <a:pt x="232" y="505"/>
                </a:lnTo>
                <a:lnTo>
                  <a:pt x="232" y="504"/>
                </a:lnTo>
                <a:lnTo>
                  <a:pt x="231" y="503"/>
                </a:lnTo>
                <a:lnTo>
                  <a:pt x="231" y="502"/>
                </a:lnTo>
                <a:lnTo>
                  <a:pt x="231" y="501"/>
                </a:lnTo>
                <a:lnTo>
                  <a:pt x="230" y="502"/>
                </a:lnTo>
                <a:lnTo>
                  <a:pt x="230" y="501"/>
                </a:lnTo>
                <a:lnTo>
                  <a:pt x="230" y="500"/>
                </a:lnTo>
                <a:lnTo>
                  <a:pt x="229" y="500"/>
                </a:lnTo>
                <a:lnTo>
                  <a:pt x="229" y="499"/>
                </a:lnTo>
                <a:lnTo>
                  <a:pt x="228" y="499"/>
                </a:lnTo>
                <a:lnTo>
                  <a:pt x="228" y="498"/>
                </a:lnTo>
                <a:lnTo>
                  <a:pt x="228" y="497"/>
                </a:lnTo>
                <a:lnTo>
                  <a:pt x="229" y="497"/>
                </a:lnTo>
                <a:lnTo>
                  <a:pt x="229" y="496"/>
                </a:lnTo>
                <a:lnTo>
                  <a:pt x="229" y="495"/>
                </a:lnTo>
                <a:lnTo>
                  <a:pt x="229" y="494"/>
                </a:lnTo>
                <a:lnTo>
                  <a:pt x="230" y="494"/>
                </a:lnTo>
                <a:lnTo>
                  <a:pt x="230" y="493"/>
                </a:lnTo>
                <a:lnTo>
                  <a:pt x="229" y="492"/>
                </a:lnTo>
                <a:lnTo>
                  <a:pt x="228" y="492"/>
                </a:lnTo>
                <a:lnTo>
                  <a:pt x="226" y="493"/>
                </a:lnTo>
                <a:lnTo>
                  <a:pt x="226" y="494"/>
                </a:lnTo>
                <a:lnTo>
                  <a:pt x="226" y="495"/>
                </a:lnTo>
                <a:lnTo>
                  <a:pt x="225" y="495"/>
                </a:lnTo>
                <a:lnTo>
                  <a:pt x="225" y="496"/>
                </a:lnTo>
                <a:lnTo>
                  <a:pt x="224" y="496"/>
                </a:lnTo>
                <a:lnTo>
                  <a:pt x="223" y="496"/>
                </a:lnTo>
                <a:lnTo>
                  <a:pt x="223" y="495"/>
                </a:lnTo>
                <a:lnTo>
                  <a:pt x="222" y="495"/>
                </a:lnTo>
                <a:lnTo>
                  <a:pt x="222" y="494"/>
                </a:lnTo>
                <a:lnTo>
                  <a:pt x="222" y="493"/>
                </a:lnTo>
                <a:lnTo>
                  <a:pt x="222" y="492"/>
                </a:lnTo>
                <a:lnTo>
                  <a:pt x="221" y="492"/>
                </a:lnTo>
                <a:lnTo>
                  <a:pt x="220" y="493"/>
                </a:lnTo>
                <a:lnTo>
                  <a:pt x="220" y="494"/>
                </a:lnTo>
                <a:lnTo>
                  <a:pt x="219" y="494"/>
                </a:lnTo>
                <a:lnTo>
                  <a:pt x="218" y="493"/>
                </a:lnTo>
                <a:lnTo>
                  <a:pt x="218" y="494"/>
                </a:lnTo>
                <a:lnTo>
                  <a:pt x="217" y="494"/>
                </a:lnTo>
                <a:lnTo>
                  <a:pt x="218" y="495"/>
                </a:lnTo>
                <a:lnTo>
                  <a:pt x="217" y="495"/>
                </a:lnTo>
                <a:lnTo>
                  <a:pt x="216" y="495"/>
                </a:lnTo>
                <a:lnTo>
                  <a:pt x="215" y="494"/>
                </a:lnTo>
                <a:lnTo>
                  <a:pt x="214" y="494"/>
                </a:lnTo>
                <a:lnTo>
                  <a:pt x="213" y="493"/>
                </a:lnTo>
                <a:lnTo>
                  <a:pt x="213" y="492"/>
                </a:lnTo>
                <a:lnTo>
                  <a:pt x="214" y="491"/>
                </a:lnTo>
                <a:lnTo>
                  <a:pt x="214" y="490"/>
                </a:lnTo>
                <a:lnTo>
                  <a:pt x="215" y="489"/>
                </a:lnTo>
                <a:lnTo>
                  <a:pt x="215" y="488"/>
                </a:lnTo>
                <a:lnTo>
                  <a:pt x="214" y="487"/>
                </a:lnTo>
                <a:lnTo>
                  <a:pt x="214" y="486"/>
                </a:lnTo>
                <a:lnTo>
                  <a:pt x="213" y="486"/>
                </a:lnTo>
                <a:lnTo>
                  <a:pt x="212" y="486"/>
                </a:lnTo>
                <a:lnTo>
                  <a:pt x="211" y="485"/>
                </a:lnTo>
                <a:lnTo>
                  <a:pt x="210" y="485"/>
                </a:lnTo>
                <a:lnTo>
                  <a:pt x="210" y="484"/>
                </a:lnTo>
                <a:lnTo>
                  <a:pt x="209" y="485"/>
                </a:lnTo>
                <a:lnTo>
                  <a:pt x="208" y="485"/>
                </a:lnTo>
                <a:lnTo>
                  <a:pt x="207" y="485"/>
                </a:lnTo>
                <a:lnTo>
                  <a:pt x="206" y="485"/>
                </a:lnTo>
                <a:lnTo>
                  <a:pt x="205" y="485"/>
                </a:lnTo>
                <a:lnTo>
                  <a:pt x="204" y="486"/>
                </a:lnTo>
                <a:lnTo>
                  <a:pt x="203" y="487"/>
                </a:lnTo>
                <a:lnTo>
                  <a:pt x="202" y="488"/>
                </a:lnTo>
                <a:lnTo>
                  <a:pt x="202" y="489"/>
                </a:lnTo>
                <a:lnTo>
                  <a:pt x="203" y="489"/>
                </a:lnTo>
                <a:lnTo>
                  <a:pt x="203" y="490"/>
                </a:lnTo>
                <a:lnTo>
                  <a:pt x="203" y="491"/>
                </a:lnTo>
                <a:lnTo>
                  <a:pt x="202" y="491"/>
                </a:lnTo>
                <a:lnTo>
                  <a:pt x="201" y="492"/>
                </a:lnTo>
                <a:lnTo>
                  <a:pt x="200" y="492"/>
                </a:lnTo>
                <a:lnTo>
                  <a:pt x="200" y="493"/>
                </a:lnTo>
                <a:lnTo>
                  <a:pt x="199" y="494"/>
                </a:lnTo>
                <a:lnTo>
                  <a:pt x="198" y="494"/>
                </a:lnTo>
                <a:lnTo>
                  <a:pt x="197" y="495"/>
                </a:lnTo>
                <a:lnTo>
                  <a:pt x="198" y="495"/>
                </a:lnTo>
                <a:lnTo>
                  <a:pt x="199" y="495"/>
                </a:lnTo>
                <a:lnTo>
                  <a:pt x="199" y="496"/>
                </a:lnTo>
                <a:lnTo>
                  <a:pt x="200" y="496"/>
                </a:lnTo>
                <a:lnTo>
                  <a:pt x="200" y="497"/>
                </a:lnTo>
                <a:lnTo>
                  <a:pt x="201" y="498"/>
                </a:lnTo>
                <a:lnTo>
                  <a:pt x="202" y="497"/>
                </a:lnTo>
                <a:lnTo>
                  <a:pt x="202" y="498"/>
                </a:lnTo>
                <a:lnTo>
                  <a:pt x="203" y="499"/>
                </a:lnTo>
                <a:lnTo>
                  <a:pt x="203" y="500"/>
                </a:lnTo>
                <a:lnTo>
                  <a:pt x="202" y="501"/>
                </a:lnTo>
                <a:lnTo>
                  <a:pt x="201" y="501"/>
                </a:lnTo>
                <a:lnTo>
                  <a:pt x="201" y="502"/>
                </a:lnTo>
                <a:lnTo>
                  <a:pt x="200" y="502"/>
                </a:lnTo>
                <a:lnTo>
                  <a:pt x="200" y="503"/>
                </a:lnTo>
                <a:lnTo>
                  <a:pt x="201" y="503"/>
                </a:lnTo>
                <a:lnTo>
                  <a:pt x="201" y="504"/>
                </a:lnTo>
                <a:lnTo>
                  <a:pt x="202" y="505"/>
                </a:lnTo>
                <a:lnTo>
                  <a:pt x="202" y="506"/>
                </a:lnTo>
                <a:lnTo>
                  <a:pt x="201" y="506"/>
                </a:lnTo>
                <a:lnTo>
                  <a:pt x="201" y="507"/>
                </a:lnTo>
                <a:lnTo>
                  <a:pt x="200" y="507"/>
                </a:lnTo>
                <a:lnTo>
                  <a:pt x="199" y="507"/>
                </a:lnTo>
                <a:lnTo>
                  <a:pt x="199" y="508"/>
                </a:lnTo>
                <a:lnTo>
                  <a:pt x="198" y="508"/>
                </a:lnTo>
                <a:lnTo>
                  <a:pt x="197" y="508"/>
                </a:lnTo>
                <a:lnTo>
                  <a:pt x="197" y="509"/>
                </a:lnTo>
                <a:lnTo>
                  <a:pt x="196" y="509"/>
                </a:lnTo>
                <a:lnTo>
                  <a:pt x="195" y="509"/>
                </a:lnTo>
                <a:lnTo>
                  <a:pt x="195" y="510"/>
                </a:lnTo>
                <a:lnTo>
                  <a:pt x="194" y="510"/>
                </a:lnTo>
                <a:lnTo>
                  <a:pt x="194" y="509"/>
                </a:lnTo>
                <a:lnTo>
                  <a:pt x="193" y="509"/>
                </a:lnTo>
                <a:lnTo>
                  <a:pt x="192" y="509"/>
                </a:lnTo>
                <a:lnTo>
                  <a:pt x="191" y="509"/>
                </a:lnTo>
                <a:lnTo>
                  <a:pt x="190" y="510"/>
                </a:lnTo>
                <a:lnTo>
                  <a:pt x="190" y="511"/>
                </a:lnTo>
                <a:lnTo>
                  <a:pt x="189" y="511"/>
                </a:lnTo>
                <a:lnTo>
                  <a:pt x="189" y="513"/>
                </a:lnTo>
                <a:lnTo>
                  <a:pt x="188" y="513"/>
                </a:lnTo>
                <a:lnTo>
                  <a:pt x="188" y="512"/>
                </a:lnTo>
                <a:lnTo>
                  <a:pt x="187" y="513"/>
                </a:lnTo>
                <a:lnTo>
                  <a:pt x="186" y="513"/>
                </a:lnTo>
                <a:lnTo>
                  <a:pt x="185" y="513"/>
                </a:lnTo>
                <a:lnTo>
                  <a:pt x="184" y="513"/>
                </a:lnTo>
                <a:lnTo>
                  <a:pt x="184" y="514"/>
                </a:lnTo>
                <a:lnTo>
                  <a:pt x="183" y="515"/>
                </a:lnTo>
                <a:lnTo>
                  <a:pt x="182" y="516"/>
                </a:lnTo>
                <a:lnTo>
                  <a:pt x="182" y="515"/>
                </a:lnTo>
                <a:lnTo>
                  <a:pt x="182" y="516"/>
                </a:lnTo>
                <a:lnTo>
                  <a:pt x="181" y="516"/>
                </a:lnTo>
                <a:lnTo>
                  <a:pt x="180" y="516"/>
                </a:lnTo>
                <a:lnTo>
                  <a:pt x="180" y="517"/>
                </a:lnTo>
                <a:lnTo>
                  <a:pt x="179" y="518"/>
                </a:lnTo>
                <a:lnTo>
                  <a:pt x="178" y="518"/>
                </a:lnTo>
                <a:lnTo>
                  <a:pt x="178" y="519"/>
                </a:lnTo>
                <a:lnTo>
                  <a:pt x="177" y="520"/>
                </a:lnTo>
                <a:lnTo>
                  <a:pt x="176" y="521"/>
                </a:lnTo>
                <a:lnTo>
                  <a:pt x="175" y="521"/>
                </a:lnTo>
                <a:lnTo>
                  <a:pt x="174" y="521"/>
                </a:lnTo>
                <a:lnTo>
                  <a:pt x="173" y="522"/>
                </a:lnTo>
                <a:lnTo>
                  <a:pt x="172" y="521"/>
                </a:lnTo>
                <a:lnTo>
                  <a:pt x="171" y="521"/>
                </a:lnTo>
                <a:lnTo>
                  <a:pt x="171" y="520"/>
                </a:lnTo>
                <a:lnTo>
                  <a:pt x="172" y="519"/>
                </a:lnTo>
                <a:lnTo>
                  <a:pt x="171" y="518"/>
                </a:lnTo>
                <a:lnTo>
                  <a:pt x="170" y="519"/>
                </a:lnTo>
                <a:lnTo>
                  <a:pt x="170" y="518"/>
                </a:lnTo>
                <a:lnTo>
                  <a:pt x="169" y="518"/>
                </a:lnTo>
                <a:lnTo>
                  <a:pt x="170" y="518"/>
                </a:lnTo>
                <a:lnTo>
                  <a:pt x="170" y="519"/>
                </a:lnTo>
                <a:lnTo>
                  <a:pt x="169" y="519"/>
                </a:lnTo>
                <a:lnTo>
                  <a:pt x="169" y="518"/>
                </a:lnTo>
                <a:lnTo>
                  <a:pt x="168" y="519"/>
                </a:lnTo>
                <a:lnTo>
                  <a:pt x="167" y="519"/>
                </a:lnTo>
                <a:lnTo>
                  <a:pt x="167" y="520"/>
                </a:lnTo>
                <a:lnTo>
                  <a:pt x="167" y="521"/>
                </a:lnTo>
                <a:lnTo>
                  <a:pt x="166" y="521"/>
                </a:lnTo>
                <a:lnTo>
                  <a:pt x="166" y="522"/>
                </a:lnTo>
                <a:lnTo>
                  <a:pt x="166" y="521"/>
                </a:lnTo>
                <a:lnTo>
                  <a:pt x="166" y="520"/>
                </a:lnTo>
                <a:lnTo>
                  <a:pt x="165" y="519"/>
                </a:lnTo>
                <a:lnTo>
                  <a:pt x="164" y="518"/>
                </a:lnTo>
                <a:lnTo>
                  <a:pt x="163" y="518"/>
                </a:lnTo>
                <a:lnTo>
                  <a:pt x="162" y="518"/>
                </a:lnTo>
                <a:lnTo>
                  <a:pt x="162" y="517"/>
                </a:lnTo>
                <a:lnTo>
                  <a:pt x="163" y="517"/>
                </a:lnTo>
                <a:lnTo>
                  <a:pt x="162" y="516"/>
                </a:lnTo>
                <a:lnTo>
                  <a:pt x="161" y="515"/>
                </a:lnTo>
                <a:lnTo>
                  <a:pt x="160" y="514"/>
                </a:lnTo>
                <a:lnTo>
                  <a:pt x="160" y="513"/>
                </a:lnTo>
                <a:lnTo>
                  <a:pt x="160" y="512"/>
                </a:lnTo>
                <a:lnTo>
                  <a:pt x="161" y="511"/>
                </a:lnTo>
                <a:lnTo>
                  <a:pt x="162" y="511"/>
                </a:lnTo>
                <a:lnTo>
                  <a:pt x="163" y="511"/>
                </a:lnTo>
                <a:lnTo>
                  <a:pt x="163" y="510"/>
                </a:lnTo>
                <a:lnTo>
                  <a:pt x="162" y="509"/>
                </a:lnTo>
                <a:lnTo>
                  <a:pt x="161" y="509"/>
                </a:lnTo>
                <a:lnTo>
                  <a:pt x="160" y="509"/>
                </a:lnTo>
                <a:lnTo>
                  <a:pt x="159" y="509"/>
                </a:lnTo>
                <a:lnTo>
                  <a:pt x="159" y="508"/>
                </a:lnTo>
                <a:lnTo>
                  <a:pt x="160" y="508"/>
                </a:lnTo>
                <a:lnTo>
                  <a:pt x="161" y="508"/>
                </a:lnTo>
                <a:lnTo>
                  <a:pt x="161" y="507"/>
                </a:lnTo>
                <a:lnTo>
                  <a:pt x="161" y="506"/>
                </a:lnTo>
                <a:lnTo>
                  <a:pt x="162" y="506"/>
                </a:lnTo>
                <a:lnTo>
                  <a:pt x="162" y="505"/>
                </a:lnTo>
                <a:lnTo>
                  <a:pt x="162" y="504"/>
                </a:lnTo>
                <a:lnTo>
                  <a:pt x="163" y="504"/>
                </a:lnTo>
                <a:lnTo>
                  <a:pt x="164" y="504"/>
                </a:lnTo>
                <a:lnTo>
                  <a:pt x="164" y="503"/>
                </a:lnTo>
                <a:lnTo>
                  <a:pt x="165" y="503"/>
                </a:lnTo>
                <a:lnTo>
                  <a:pt x="165" y="502"/>
                </a:lnTo>
                <a:lnTo>
                  <a:pt x="165" y="501"/>
                </a:lnTo>
                <a:lnTo>
                  <a:pt x="166" y="501"/>
                </a:lnTo>
                <a:lnTo>
                  <a:pt x="166" y="500"/>
                </a:lnTo>
                <a:lnTo>
                  <a:pt x="167" y="500"/>
                </a:lnTo>
                <a:lnTo>
                  <a:pt x="167" y="499"/>
                </a:lnTo>
                <a:lnTo>
                  <a:pt x="168" y="499"/>
                </a:lnTo>
                <a:lnTo>
                  <a:pt x="168" y="498"/>
                </a:lnTo>
                <a:lnTo>
                  <a:pt x="169" y="498"/>
                </a:lnTo>
                <a:lnTo>
                  <a:pt x="169" y="497"/>
                </a:lnTo>
                <a:lnTo>
                  <a:pt x="170" y="497"/>
                </a:lnTo>
                <a:lnTo>
                  <a:pt x="171" y="498"/>
                </a:lnTo>
                <a:lnTo>
                  <a:pt x="172" y="498"/>
                </a:lnTo>
                <a:lnTo>
                  <a:pt x="173" y="497"/>
                </a:lnTo>
                <a:lnTo>
                  <a:pt x="174" y="496"/>
                </a:lnTo>
                <a:lnTo>
                  <a:pt x="175" y="496"/>
                </a:lnTo>
                <a:lnTo>
                  <a:pt x="175" y="495"/>
                </a:lnTo>
                <a:lnTo>
                  <a:pt x="175" y="494"/>
                </a:lnTo>
                <a:lnTo>
                  <a:pt x="176" y="493"/>
                </a:lnTo>
                <a:lnTo>
                  <a:pt x="177" y="493"/>
                </a:lnTo>
                <a:lnTo>
                  <a:pt x="177" y="492"/>
                </a:lnTo>
                <a:lnTo>
                  <a:pt x="178" y="491"/>
                </a:lnTo>
                <a:lnTo>
                  <a:pt x="179" y="490"/>
                </a:lnTo>
                <a:lnTo>
                  <a:pt x="179" y="489"/>
                </a:lnTo>
                <a:lnTo>
                  <a:pt x="180" y="489"/>
                </a:lnTo>
                <a:lnTo>
                  <a:pt x="181" y="488"/>
                </a:lnTo>
                <a:lnTo>
                  <a:pt x="181" y="487"/>
                </a:lnTo>
                <a:lnTo>
                  <a:pt x="181" y="486"/>
                </a:lnTo>
                <a:lnTo>
                  <a:pt x="182" y="486"/>
                </a:lnTo>
                <a:lnTo>
                  <a:pt x="182" y="485"/>
                </a:lnTo>
                <a:lnTo>
                  <a:pt x="181" y="485"/>
                </a:lnTo>
                <a:lnTo>
                  <a:pt x="181" y="484"/>
                </a:lnTo>
                <a:lnTo>
                  <a:pt x="182" y="483"/>
                </a:lnTo>
                <a:lnTo>
                  <a:pt x="182" y="482"/>
                </a:lnTo>
                <a:lnTo>
                  <a:pt x="182" y="481"/>
                </a:lnTo>
                <a:lnTo>
                  <a:pt x="182" y="480"/>
                </a:lnTo>
                <a:lnTo>
                  <a:pt x="181" y="480"/>
                </a:lnTo>
                <a:lnTo>
                  <a:pt x="180" y="480"/>
                </a:lnTo>
                <a:lnTo>
                  <a:pt x="180" y="479"/>
                </a:lnTo>
                <a:lnTo>
                  <a:pt x="179" y="479"/>
                </a:lnTo>
                <a:lnTo>
                  <a:pt x="178" y="480"/>
                </a:lnTo>
                <a:lnTo>
                  <a:pt x="177" y="480"/>
                </a:lnTo>
                <a:lnTo>
                  <a:pt x="176" y="480"/>
                </a:lnTo>
                <a:lnTo>
                  <a:pt x="176" y="481"/>
                </a:lnTo>
                <a:lnTo>
                  <a:pt x="175" y="481"/>
                </a:lnTo>
                <a:lnTo>
                  <a:pt x="175" y="480"/>
                </a:lnTo>
                <a:lnTo>
                  <a:pt x="175" y="479"/>
                </a:lnTo>
                <a:lnTo>
                  <a:pt x="176" y="479"/>
                </a:lnTo>
                <a:lnTo>
                  <a:pt x="176" y="478"/>
                </a:lnTo>
                <a:lnTo>
                  <a:pt x="175" y="478"/>
                </a:lnTo>
                <a:lnTo>
                  <a:pt x="175" y="477"/>
                </a:lnTo>
                <a:lnTo>
                  <a:pt x="176" y="477"/>
                </a:lnTo>
                <a:lnTo>
                  <a:pt x="176" y="476"/>
                </a:lnTo>
                <a:lnTo>
                  <a:pt x="175" y="476"/>
                </a:lnTo>
                <a:lnTo>
                  <a:pt x="175" y="477"/>
                </a:lnTo>
                <a:lnTo>
                  <a:pt x="174" y="477"/>
                </a:lnTo>
                <a:lnTo>
                  <a:pt x="173" y="477"/>
                </a:lnTo>
                <a:lnTo>
                  <a:pt x="172" y="477"/>
                </a:lnTo>
                <a:lnTo>
                  <a:pt x="172" y="476"/>
                </a:lnTo>
                <a:lnTo>
                  <a:pt x="172" y="475"/>
                </a:lnTo>
                <a:lnTo>
                  <a:pt x="171" y="474"/>
                </a:lnTo>
                <a:lnTo>
                  <a:pt x="171" y="473"/>
                </a:lnTo>
                <a:lnTo>
                  <a:pt x="170" y="473"/>
                </a:lnTo>
                <a:lnTo>
                  <a:pt x="170" y="472"/>
                </a:lnTo>
                <a:lnTo>
                  <a:pt x="169" y="472"/>
                </a:lnTo>
                <a:lnTo>
                  <a:pt x="168" y="471"/>
                </a:lnTo>
                <a:lnTo>
                  <a:pt x="167" y="472"/>
                </a:lnTo>
                <a:lnTo>
                  <a:pt x="166" y="471"/>
                </a:lnTo>
                <a:lnTo>
                  <a:pt x="165" y="471"/>
                </a:lnTo>
                <a:lnTo>
                  <a:pt x="164" y="471"/>
                </a:lnTo>
                <a:lnTo>
                  <a:pt x="164" y="470"/>
                </a:lnTo>
                <a:lnTo>
                  <a:pt x="163" y="470"/>
                </a:lnTo>
                <a:lnTo>
                  <a:pt x="162" y="469"/>
                </a:lnTo>
                <a:lnTo>
                  <a:pt x="161" y="469"/>
                </a:lnTo>
                <a:lnTo>
                  <a:pt x="160" y="469"/>
                </a:lnTo>
                <a:lnTo>
                  <a:pt x="159" y="469"/>
                </a:lnTo>
                <a:lnTo>
                  <a:pt x="157" y="469"/>
                </a:lnTo>
                <a:lnTo>
                  <a:pt x="156" y="469"/>
                </a:lnTo>
                <a:lnTo>
                  <a:pt x="156" y="470"/>
                </a:lnTo>
                <a:lnTo>
                  <a:pt x="155" y="470"/>
                </a:lnTo>
                <a:lnTo>
                  <a:pt x="154" y="471"/>
                </a:lnTo>
                <a:lnTo>
                  <a:pt x="154" y="472"/>
                </a:lnTo>
                <a:lnTo>
                  <a:pt x="153" y="474"/>
                </a:lnTo>
                <a:lnTo>
                  <a:pt x="152" y="476"/>
                </a:lnTo>
                <a:lnTo>
                  <a:pt x="152" y="477"/>
                </a:lnTo>
                <a:lnTo>
                  <a:pt x="152" y="478"/>
                </a:lnTo>
                <a:lnTo>
                  <a:pt x="152" y="482"/>
                </a:lnTo>
                <a:lnTo>
                  <a:pt x="151" y="483"/>
                </a:lnTo>
                <a:lnTo>
                  <a:pt x="151" y="484"/>
                </a:lnTo>
                <a:lnTo>
                  <a:pt x="151" y="485"/>
                </a:lnTo>
                <a:lnTo>
                  <a:pt x="151" y="486"/>
                </a:lnTo>
                <a:lnTo>
                  <a:pt x="150" y="487"/>
                </a:lnTo>
                <a:lnTo>
                  <a:pt x="149" y="487"/>
                </a:lnTo>
                <a:lnTo>
                  <a:pt x="148" y="487"/>
                </a:lnTo>
                <a:lnTo>
                  <a:pt x="146" y="487"/>
                </a:lnTo>
                <a:lnTo>
                  <a:pt x="145" y="487"/>
                </a:lnTo>
                <a:lnTo>
                  <a:pt x="144" y="487"/>
                </a:lnTo>
                <a:lnTo>
                  <a:pt x="143" y="487"/>
                </a:lnTo>
                <a:lnTo>
                  <a:pt x="143" y="488"/>
                </a:lnTo>
                <a:lnTo>
                  <a:pt x="142" y="488"/>
                </a:lnTo>
                <a:lnTo>
                  <a:pt x="141" y="489"/>
                </a:lnTo>
                <a:lnTo>
                  <a:pt x="140" y="490"/>
                </a:lnTo>
                <a:lnTo>
                  <a:pt x="139" y="490"/>
                </a:lnTo>
                <a:lnTo>
                  <a:pt x="138" y="491"/>
                </a:lnTo>
                <a:lnTo>
                  <a:pt x="137" y="492"/>
                </a:lnTo>
                <a:lnTo>
                  <a:pt x="136" y="492"/>
                </a:lnTo>
                <a:lnTo>
                  <a:pt x="135" y="492"/>
                </a:lnTo>
                <a:lnTo>
                  <a:pt x="134" y="493"/>
                </a:lnTo>
                <a:lnTo>
                  <a:pt x="133" y="493"/>
                </a:lnTo>
                <a:lnTo>
                  <a:pt x="132" y="494"/>
                </a:lnTo>
                <a:lnTo>
                  <a:pt x="131" y="494"/>
                </a:lnTo>
                <a:lnTo>
                  <a:pt x="131" y="495"/>
                </a:lnTo>
                <a:lnTo>
                  <a:pt x="130" y="495"/>
                </a:lnTo>
                <a:lnTo>
                  <a:pt x="130" y="496"/>
                </a:lnTo>
                <a:lnTo>
                  <a:pt x="129" y="496"/>
                </a:lnTo>
                <a:lnTo>
                  <a:pt x="129" y="497"/>
                </a:lnTo>
                <a:lnTo>
                  <a:pt x="128" y="497"/>
                </a:lnTo>
                <a:lnTo>
                  <a:pt x="127" y="498"/>
                </a:lnTo>
                <a:lnTo>
                  <a:pt x="126" y="498"/>
                </a:lnTo>
                <a:lnTo>
                  <a:pt x="125" y="499"/>
                </a:lnTo>
                <a:lnTo>
                  <a:pt x="124" y="499"/>
                </a:lnTo>
                <a:lnTo>
                  <a:pt x="123" y="498"/>
                </a:lnTo>
                <a:lnTo>
                  <a:pt x="123" y="497"/>
                </a:lnTo>
                <a:lnTo>
                  <a:pt x="122" y="497"/>
                </a:lnTo>
                <a:lnTo>
                  <a:pt x="122" y="496"/>
                </a:lnTo>
                <a:lnTo>
                  <a:pt x="121" y="496"/>
                </a:lnTo>
                <a:lnTo>
                  <a:pt x="121" y="495"/>
                </a:lnTo>
                <a:lnTo>
                  <a:pt x="120" y="495"/>
                </a:lnTo>
                <a:lnTo>
                  <a:pt x="120" y="494"/>
                </a:lnTo>
                <a:lnTo>
                  <a:pt x="115" y="494"/>
                </a:lnTo>
                <a:lnTo>
                  <a:pt x="115" y="495"/>
                </a:lnTo>
                <a:lnTo>
                  <a:pt x="114" y="495"/>
                </a:lnTo>
                <a:lnTo>
                  <a:pt x="113" y="495"/>
                </a:lnTo>
                <a:lnTo>
                  <a:pt x="113" y="494"/>
                </a:lnTo>
                <a:lnTo>
                  <a:pt x="113" y="493"/>
                </a:lnTo>
                <a:lnTo>
                  <a:pt x="113" y="492"/>
                </a:lnTo>
                <a:lnTo>
                  <a:pt x="112" y="491"/>
                </a:lnTo>
                <a:lnTo>
                  <a:pt x="113" y="491"/>
                </a:lnTo>
                <a:lnTo>
                  <a:pt x="113" y="490"/>
                </a:lnTo>
                <a:lnTo>
                  <a:pt x="113" y="489"/>
                </a:lnTo>
                <a:lnTo>
                  <a:pt x="112" y="489"/>
                </a:lnTo>
                <a:lnTo>
                  <a:pt x="112" y="488"/>
                </a:lnTo>
                <a:lnTo>
                  <a:pt x="113" y="488"/>
                </a:lnTo>
                <a:lnTo>
                  <a:pt x="113" y="487"/>
                </a:lnTo>
                <a:lnTo>
                  <a:pt x="113" y="488"/>
                </a:lnTo>
                <a:lnTo>
                  <a:pt x="108" y="481"/>
                </a:lnTo>
                <a:lnTo>
                  <a:pt x="108" y="480"/>
                </a:lnTo>
                <a:lnTo>
                  <a:pt x="108" y="479"/>
                </a:lnTo>
                <a:lnTo>
                  <a:pt x="108" y="478"/>
                </a:lnTo>
                <a:lnTo>
                  <a:pt x="108" y="477"/>
                </a:lnTo>
                <a:lnTo>
                  <a:pt x="108" y="476"/>
                </a:lnTo>
                <a:lnTo>
                  <a:pt x="108" y="475"/>
                </a:lnTo>
                <a:lnTo>
                  <a:pt x="108" y="474"/>
                </a:lnTo>
                <a:lnTo>
                  <a:pt x="109" y="474"/>
                </a:lnTo>
                <a:lnTo>
                  <a:pt x="109" y="473"/>
                </a:lnTo>
                <a:lnTo>
                  <a:pt x="109" y="472"/>
                </a:lnTo>
                <a:lnTo>
                  <a:pt x="108" y="471"/>
                </a:lnTo>
                <a:lnTo>
                  <a:pt x="108" y="470"/>
                </a:lnTo>
                <a:lnTo>
                  <a:pt x="109" y="469"/>
                </a:lnTo>
                <a:lnTo>
                  <a:pt x="108" y="469"/>
                </a:lnTo>
                <a:lnTo>
                  <a:pt x="108" y="468"/>
                </a:lnTo>
                <a:lnTo>
                  <a:pt x="108" y="467"/>
                </a:lnTo>
                <a:lnTo>
                  <a:pt x="109" y="467"/>
                </a:lnTo>
                <a:lnTo>
                  <a:pt x="109" y="466"/>
                </a:lnTo>
                <a:lnTo>
                  <a:pt x="109" y="465"/>
                </a:lnTo>
                <a:lnTo>
                  <a:pt x="108" y="465"/>
                </a:lnTo>
                <a:lnTo>
                  <a:pt x="109" y="465"/>
                </a:lnTo>
                <a:lnTo>
                  <a:pt x="109" y="464"/>
                </a:lnTo>
                <a:lnTo>
                  <a:pt x="108" y="464"/>
                </a:lnTo>
                <a:lnTo>
                  <a:pt x="108" y="463"/>
                </a:lnTo>
                <a:lnTo>
                  <a:pt x="107" y="464"/>
                </a:lnTo>
                <a:lnTo>
                  <a:pt x="107" y="463"/>
                </a:lnTo>
                <a:lnTo>
                  <a:pt x="107" y="462"/>
                </a:lnTo>
                <a:lnTo>
                  <a:pt x="107" y="461"/>
                </a:lnTo>
                <a:lnTo>
                  <a:pt x="106" y="461"/>
                </a:lnTo>
                <a:lnTo>
                  <a:pt x="106" y="460"/>
                </a:lnTo>
                <a:lnTo>
                  <a:pt x="106" y="459"/>
                </a:lnTo>
                <a:lnTo>
                  <a:pt x="106" y="458"/>
                </a:lnTo>
                <a:lnTo>
                  <a:pt x="107" y="457"/>
                </a:lnTo>
                <a:lnTo>
                  <a:pt x="106" y="457"/>
                </a:lnTo>
                <a:lnTo>
                  <a:pt x="106" y="456"/>
                </a:lnTo>
                <a:lnTo>
                  <a:pt x="107" y="456"/>
                </a:lnTo>
                <a:lnTo>
                  <a:pt x="106" y="455"/>
                </a:lnTo>
                <a:lnTo>
                  <a:pt x="105" y="455"/>
                </a:lnTo>
                <a:lnTo>
                  <a:pt x="105" y="454"/>
                </a:lnTo>
                <a:lnTo>
                  <a:pt x="104" y="454"/>
                </a:lnTo>
                <a:lnTo>
                  <a:pt x="104" y="453"/>
                </a:lnTo>
                <a:lnTo>
                  <a:pt x="103" y="453"/>
                </a:lnTo>
                <a:lnTo>
                  <a:pt x="104" y="453"/>
                </a:lnTo>
                <a:lnTo>
                  <a:pt x="103" y="453"/>
                </a:lnTo>
                <a:lnTo>
                  <a:pt x="103" y="452"/>
                </a:lnTo>
                <a:lnTo>
                  <a:pt x="102" y="452"/>
                </a:lnTo>
                <a:lnTo>
                  <a:pt x="102" y="451"/>
                </a:lnTo>
                <a:lnTo>
                  <a:pt x="101" y="451"/>
                </a:lnTo>
                <a:lnTo>
                  <a:pt x="100" y="450"/>
                </a:lnTo>
                <a:lnTo>
                  <a:pt x="100" y="449"/>
                </a:lnTo>
                <a:lnTo>
                  <a:pt x="99" y="449"/>
                </a:lnTo>
                <a:lnTo>
                  <a:pt x="100" y="449"/>
                </a:lnTo>
                <a:lnTo>
                  <a:pt x="100" y="448"/>
                </a:lnTo>
                <a:lnTo>
                  <a:pt x="100" y="447"/>
                </a:lnTo>
                <a:lnTo>
                  <a:pt x="99" y="447"/>
                </a:lnTo>
                <a:lnTo>
                  <a:pt x="99" y="446"/>
                </a:lnTo>
                <a:lnTo>
                  <a:pt x="98" y="446"/>
                </a:lnTo>
                <a:lnTo>
                  <a:pt x="97" y="446"/>
                </a:lnTo>
                <a:lnTo>
                  <a:pt x="97" y="445"/>
                </a:lnTo>
                <a:lnTo>
                  <a:pt x="96" y="445"/>
                </a:lnTo>
                <a:lnTo>
                  <a:pt x="96" y="446"/>
                </a:lnTo>
                <a:lnTo>
                  <a:pt x="95" y="445"/>
                </a:lnTo>
                <a:lnTo>
                  <a:pt x="95" y="446"/>
                </a:lnTo>
                <a:lnTo>
                  <a:pt x="94" y="446"/>
                </a:lnTo>
                <a:lnTo>
                  <a:pt x="93" y="446"/>
                </a:lnTo>
                <a:lnTo>
                  <a:pt x="92" y="445"/>
                </a:lnTo>
                <a:lnTo>
                  <a:pt x="93" y="445"/>
                </a:lnTo>
                <a:lnTo>
                  <a:pt x="93" y="444"/>
                </a:lnTo>
                <a:lnTo>
                  <a:pt x="94" y="444"/>
                </a:lnTo>
                <a:lnTo>
                  <a:pt x="93" y="443"/>
                </a:lnTo>
                <a:lnTo>
                  <a:pt x="93" y="442"/>
                </a:lnTo>
                <a:lnTo>
                  <a:pt x="92" y="442"/>
                </a:lnTo>
                <a:lnTo>
                  <a:pt x="92" y="441"/>
                </a:lnTo>
                <a:lnTo>
                  <a:pt x="91" y="441"/>
                </a:lnTo>
                <a:lnTo>
                  <a:pt x="91" y="440"/>
                </a:lnTo>
                <a:lnTo>
                  <a:pt x="91" y="439"/>
                </a:lnTo>
                <a:lnTo>
                  <a:pt x="90" y="438"/>
                </a:lnTo>
                <a:lnTo>
                  <a:pt x="91" y="438"/>
                </a:lnTo>
                <a:lnTo>
                  <a:pt x="91" y="437"/>
                </a:lnTo>
                <a:lnTo>
                  <a:pt x="92" y="437"/>
                </a:lnTo>
                <a:lnTo>
                  <a:pt x="92" y="436"/>
                </a:lnTo>
                <a:lnTo>
                  <a:pt x="93" y="436"/>
                </a:lnTo>
                <a:lnTo>
                  <a:pt x="93" y="435"/>
                </a:lnTo>
                <a:lnTo>
                  <a:pt x="94" y="435"/>
                </a:lnTo>
                <a:lnTo>
                  <a:pt x="94" y="434"/>
                </a:lnTo>
                <a:lnTo>
                  <a:pt x="95" y="434"/>
                </a:lnTo>
                <a:lnTo>
                  <a:pt x="96" y="434"/>
                </a:lnTo>
                <a:lnTo>
                  <a:pt x="96" y="433"/>
                </a:lnTo>
                <a:lnTo>
                  <a:pt x="95" y="433"/>
                </a:lnTo>
                <a:lnTo>
                  <a:pt x="94" y="433"/>
                </a:lnTo>
                <a:lnTo>
                  <a:pt x="94" y="432"/>
                </a:lnTo>
                <a:lnTo>
                  <a:pt x="93" y="432"/>
                </a:lnTo>
                <a:lnTo>
                  <a:pt x="92" y="431"/>
                </a:lnTo>
                <a:lnTo>
                  <a:pt x="91" y="431"/>
                </a:lnTo>
                <a:lnTo>
                  <a:pt x="91" y="430"/>
                </a:lnTo>
                <a:lnTo>
                  <a:pt x="92" y="430"/>
                </a:lnTo>
                <a:lnTo>
                  <a:pt x="92" y="429"/>
                </a:lnTo>
                <a:lnTo>
                  <a:pt x="92" y="428"/>
                </a:lnTo>
                <a:lnTo>
                  <a:pt x="92" y="427"/>
                </a:lnTo>
                <a:lnTo>
                  <a:pt x="92" y="426"/>
                </a:lnTo>
                <a:lnTo>
                  <a:pt x="93" y="426"/>
                </a:lnTo>
                <a:lnTo>
                  <a:pt x="92" y="426"/>
                </a:lnTo>
                <a:lnTo>
                  <a:pt x="93" y="425"/>
                </a:lnTo>
                <a:lnTo>
                  <a:pt x="94" y="424"/>
                </a:lnTo>
                <a:lnTo>
                  <a:pt x="93" y="424"/>
                </a:lnTo>
                <a:lnTo>
                  <a:pt x="92" y="423"/>
                </a:lnTo>
                <a:lnTo>
                  <a:pt x="92" y="422"/>
                </a:lnTo>
                <a:lnTo>
                  <a:pt x="91" y="422"/>
                </a:lnTo>
                <a:lnTo>
                  <a:pt x="91" y="421"/>
                </a:lnTo>
                <a:lnTo>
                  <a:pt x="90" y="421"/>
                </a:lnTo>
                <a:lnTo>
                  <a:pt x="90" y="420"/>
                </a:lnTo>
                <a:lnTo>
                  <a:pt x="90" y="419"/>
                </a:lnTo>
                <a:lnTo>
                  <a:pt x="90" y="418"/>
                </a:lnTo>
                <a:lnTo>
                  <a:pt x="89" y="417"/>
                </a:lnTo>
                <a:lnTo>
                  <a:pt x="88" y="417"/>
                </a:lnTo>
                <a:lnTo>
                  <a:pt x="88" y="416"/>
                </a:lnTo>
                <a:lnTo>
                  <a:pt x="87" y="416"/>
                </a:lnTo>
                <a:lnTo>
                  <a:pt x="87" y="415"/>
                </a:lnTo>
                <a:lnTo>
                  <a:pt x="87" y="416"/>
                </a:lnTo>
                <a:lnTo>
                  <a:pt x="86" y="416"/>
                </a:lnTo>
                <a:lnTo>
                  <a:pt x="86" y="415"/>
                </a:lnTo>
                <a:lnTo>
                  <a:pt x="85" y="415"/>
                </a:lnTo>
                <a:lnTo>
                  <a:pt x="85" y="416"/>
                </a:lnTo>
                <a:lnTo>
                  <a:pt x="84" y="416"/>
                </a:lnTo>
                <a:lnTo>
                  <a:pt x="84" y="415"/>
                </a:lnTo>
                <a:lnTo>
                  <a:pt x="83" y="414"/>
                </a:lnTo>
                <a:lnTo>
                  <a:pt x="84" y="414"/>
                </a:lnTo>
                <a:lnTo>
                  <a:pt x="84" y="413"/>
                </a:lnTo>
                <a:lnTo>
                  <a:pt x="84" y="412"/>
                </a:lnTo>
                <a:lnTo>
                  <a:pt x="84" y="411"/>
                </a:lnTo>
                <a:lnTo>
                  <a:pt x="83" y="412"/>
                </a:lnTo>
                <a:lnTo>
                  <a:pt x="83" y="411"/>
                </a:lnTo>
                <a:lnTo>
                  <a:pt x="83" y="410"/>
                </a:lnTo>
                <a:lnTo>
                  <a:pt x="82" y="409"/>
                </a:lnTo>
                <a:lnTo>
                  <a:pt x="81" y="409"/>
                </a:lnTo>
                <a:lnTo>
                  <a:pt x="81" y="408"/>
                </a:lnTo>
                <a:lnTo>
                  <a:pt x="80" y="408"/>
                </a:lnTo>
                <a:lnTo>
                  <a:pt x="80" y="407"/>
                </a:lnTo>
                <a:lnTo>
                  <a:pt x="79" y="407"/>
                </a:lnTo>
                <a:lnTo>
                  <a:pt x="80" y="406"/>
                </a:lnTo>
                <a:lnTo>
                  <a:pt x="80" y="404"/>
                </a:lnTo>
                <a:lnTo>
                  <a:pt x="80" y="403"/>
                </a:lnTo>
                <a:lnTo>
                  <a:pt x="81" y="403"/>
                </a:lnTo>
                <a:lnTo>
                  <a:pt x="81" y="402"/>
                </a:lnTo>
                <a:lnTo>
                  <a:pt x="81" y="401"/>
                </a:lnTo>
                <a:lnTo>
                  <a:pt x="82" y="400"/>
                </a:lnTo>
                <a:lnTo>
                  <a:pt x="82" y="399"/>
                </a:lnTo>
                <a:lnTo>
                  <a:pt x="83" y="399"/>
                </a:lnTo>
                <a:lnTo>
                  <a:pt x="84" y="400"/>
                </a:lnTo>
                <a:lnTo>
                  <a:pt x="85" y="400"/>
                </a:lnTo>
                <a:lnTo>
                  <a:pt x="86" y="400"/>
                </a:lnTo>
                <a:lnTo>
                  <a:pt x="87" y="400"/>
                </a:lnTo>
                <a:lnTo>
                  <a:pt x="88" y="399"/>
                </a:lnTo>
                <a:lnTo>
                  <a:pt x="88" y="398"/>
                </a:lnTo>
                <a:lnTo>
                  <a:pt x="89" y="398"/>
                </a:lnTo>
                <a:lnTo>
                  <a:pt x="89" y="397"/>
                </a:lnTo>
                <a:lnTo>
                  <a:pt x="88" y="397"/>
                </a:lnTo>
                <a:lnTo>
                  <a:pt x="88" y="396"/>
                </a:lnTo>
                <a:lnTo>
                  <a:pt x="89" y="396"/>
                </a:lnTo>
                <a:lnTo>
                  <a:pt x="89" y="395"/>
                </a:lnTo>
                <a:lnTo>
                  <a:pt x="88" y="394"/>
                </a:lnTo>
                <a:lnTo>
                  <a:pt x="89" y="394"/>
                </a:lnTo>
                <a:lnTo>
                  <a:pt x="87" y="393"/>
                </a:lnTo>
                <a:lnTo>
                  <a:pt x="87" y="392"/>
                </a:lnTo>
                <a:lnTo>
                  <a:pt x="87" y="391"/>
                </a:lnTo>
                <a:lnTo>
                  <a:pt x="88" y="391"/>
                </a:lnTo>
                <a:lnTo>
                  <a:pt x="88" y="390"/>
                </a:lnTo>
                <a:lnTo>
                  <a:pt x="89" y="390"/>
                </a:lnTo>
                <a:lnTo>
                  <a:pt x="89" y="389"/>
                </a:lnTo>
                <a:lnTo>
                  <a:pt x="89" y="388"/>
                </a:lnTo>
                <a:lnTo>
                  <a:pt x="90" y="388"/>
                </a:lnTo>
                <a:lnTo>
                  <a:pt x="90" y="387"/>
                </a:lnTo>
                <a:lnTo>
                  <a:pt x="91" y="387"/>
                </a:lnTo>
                <a:lnTo>
                  <a:pt x="93" y="387"/>
                </a:lnTo>
                <a:lnTo>
                  <a:pt x="93" y="386"/>
                </a:lnTo>
                <a:lnTo>
                  <a:pt x="92" y="386"/>
                </a:lnTo>
                <a:lnTo>
                  <a:pt x="93" y="386"/>
                </a:lnTo>
                <a:lnTo>
                  <a:pt x="94" y="386"/>
                </a:lnTo>
                <a:lnTo>
                  <a:pt x="94" y="387"/>
                </a:lnTo>
                <a:lnTo>
                  <a:pt x="94" y="386"/>
                </a:lnTo>
                <a:lnTo>
                  <a:pt x="95" y="386"/>
                </a:lnTo>
                <a:lnTo>
                  <a:pt x="95" y="385"/>
                </a:lnTo>
                <a:lnTo>
                  <a:pt x="96" y="385"/>
                </a:lnTo>
                <a:lnTo>
                  <a:pt x="96" y="384"/>
                </a:lnTo>
                <a:lnTo>
                  <a:pt x="97" y="384"/>
                </a:lnTo>
                <a:lnTo>
                  <a:pt x="98" y="383"/>
                </a:lnTo>
                <a:lnTo>
                  <a:pt x="98" y="382"/>
                </a:lnTo>
                <a:lnTo>
                  <a:pt x="99" y="382"/>
                </a:lnTo>
                <a:lnTo>
                  <a:pt x="99" y="381"/>
                </a:lnTo>
                <a:lnTo>
                  <a:pt x="100" y="381"/>
                </a:lnTo>
                <a:lnTo>
                  <a:pt x="100" y="382"/>
                </a:lnTo>
                <a:lnTo>
                  <a:pt x="100" y="381"/>
                </a:lnTo>
                <a:lnTo>
                  <a:pt x="101" y="381"/>
                </a:lnTo>
                <a:lnTo>
                  <a:pt x="101" y="380"/>
                </a:lnTo>
                <a:lnTo>
                  <a:pt x="102" y="380"/>
                </a:lnTo>
                <a:lnTo>
                  <a:pt x="103" y="380"/>
                </a:lnTo>
                <a:lnTo>
                  <a:pt x="103" y="379"/>
                </a:lnTo>
                <a:lnTo>
                  <a:pt x="104" y="380"/>
                </a:lnTo>
                <a:lnTo>
                  <a:pt x="104" y="379"/>
                </a:lnTo>
                <a:lnTo>
                  <a:pt x="105" y="379"/>
                </a:lnTo>
                <a:lnTo>
                  <a:pt x="106" y="379"/>
                </a:lnTo>
                <a:lnTo>
                  <a:pt x="107" y="379"/>
                </a:lnTo>
                <a:lnTo>
                  <a:pt x="108" y="379"/>
                </a:lnTo>
                <a:lnTo>
                  <a:pt x="107" y="379"/>
                </a:lnTo>
                <a:lnTo>
                  <a:pt x="107" y="378"/>
                </a:lnTo>
                <a:lnTo>
                  <a:pt x="107" y="377"/>
                </a:lnTo>
                <a:lnTo>
                  <a:pt x="107" y="376"/>
                </a:lnTo>
                <a:lnTo>
                  <a:pt x="106" y="375"/>
                </a:lnTo>
                <a:lnTo>
                  <a:pt x="106" y="374"/>
                </a:lnTo>
                <a:lnTo>
                  <a:pt x="106" y="373"/>
                </a:lnTo>
                <a:lnTo>
                  <a:pt x="105" y="373"/>
                </a:lnTo>
                <a:lnTo>
                  <a:pt x="104" y="373"/>
                </a:lnTo>
                <a:lnTo>
                  <a:pt x="104" y="374"/>
                </a:lnTo>
                <a:lnTo>
                  <a:pt x="103" y="374"/>
                </a:lnTo>
                <a:lnTo>
                  <a:pt x="103" y="373"/>
                </a:lnTo>
                <a:lnTo>
                  <a:pt x="102" y="373"/>
                </a:lnTo>
                <a:lnTo>
                  <a:pt x="101" y="373"/>
                </a:lnTo>
                <a:lnTo>
                  <a:pt x="102" y="372"/>
                </a:lnTo>
                <a:lnTo>
                  <a:pt x="101" y="371"/>
                </a:lnTo>
                <a:lnTo>
                  <a:pt x="100" y="371"/>
                </a:lnTo>
                <a:lnTo>
                  <a:pt x="99" y="371"/>
                </a:lnTo>
                <a:lnTo>
                  <a:pt x="99" y="370"/>
                </a:lnTo>
                <a:lnTo>
                  <a:pt x="99" y="371"/>
                </a:lnTo>
                <a:lnTo>
                  <a:pt x="98" y="371"/>
                </a:lnTo>
                <a:lnTo>
                  <a:pt x="97" y="371"/>
                </a:lnTo>
                <a:lnTo>
                  <a:pt x="97" y="370"/>
                </a:lnTo>
                <a:lnTo>
                  <a:pt x="96" y="370"/>
                </a:lnTo>
                <a:lnTo>
                  <a:pt x="96" y="371"/>
                </a:lnTo>
                <a:lnTo>
                  <a:pt x="96" y="370"/>
                </a:lnTo>
                <a:lnTo>
                  <a:pt x="95" y="370"/>
                </a:lnTo>
                <a:lnTo>
                  <a:pt x="96" y="369"/>
                </a:lnTo>
                <a:lnTo>
                  <a:pt x="96" y="368"/>
                </a:lnTo>
                <a:lnTo>
                  <a:pt x="95" y="368"/>
                </a:lnTo>
                <a:lnTo>
                  <a:pt x="95" y="367"/>
                </a:lnTo>
                <a:lnTo>
                  <a:pt x="94" y="367"/>
                </a:lnTo>
                <a:lnTo>
                  <a:pt x="94" y="366"/>
                </a:lnTo>
                <a:lnTo>
                  <a:pt x="93" y="365"/>
                </a:lnTo>
                <a:lnTo>
                  <a:pt x="93" y="366"/>
                </a:lnTo>
                <a:lnTo>
                  <a:pt x="92" y="366"/>
                </a:lnTo>
                <a:lnTo>
                  <a:pt x="92" y="365"/>
                </a:lnTo>
                <a:lnTo>
                  <a:pt x="91" y="364"/>
                </a:lnTo>
                <a:lnTo>
                  <a:pt x="91" y="363"/>
                </a:lnTo>
                <a:lnTo>
                  <a:pt x="91" y="362"/>
                </a:lnTo>
                <a:lnTo>
                  <a:pt x="91" y="361"/>
                </a:lnTo>
                <a:lnTo>
                  <a:pt x="90" y="360"/>
                </a:lnTo>
                <a:lnTo>
                  <a:pt x="89" y="360"/>
                </a:lnTo>
                <a:lnTo>
                  <a:pt x="88" y="360"/>
                </a:lnTo>
                <a:lnTo>
                  <a:pt x="88" y="361"/>
                </a:lnTo>
                <a:lnTo>
                  <a:pt x="87" y="361"/>
                </a:lnTo>
                <a:lnTo>
                  <a:pt x="87" y="362"/>
                </a:lnTo>
                <a:lnTo>
                  <a:pt x="85" y="362"/>
                </a:lnTo>
                <a:lnTo>
                  <a:pt x="83" y="362"/>
                </a:lnTo>
                <a:lnTo>
                  <a:pt x="82" y="362"/>
                </a:lnTo>
                <a:lnTo>
                  <a:pt x="82" y="363"/>
                </a:lnTo>
                <a:lnTo>
                  <a:pt x="81" y="364"/>
                </a:lnTo>
                <a:lnTo>
                  <a:pt x="80" y="364"/>
                </a:lnTo>
                <a:lnTo>
                  <a:pt x="80" y="363"/>
                </a:lnTo>
                <a:lnTo>
                  <a:pt x="80" y="362"/>
                </a:lnTo>
                <a:lnTo>
                  <a:pt x="80" y="361"/>
                </a:lnTo>
                <a:lnTo>
                  <a:pt x="79" y="361"/>
                </a:lnTo>
                <a:lnTo>
                  <a:pt x="79" y="360"/>
                </a:lnTo>
                <a:lnTo>
                  <a:pt x="78" y="360"/>
                </a:lnTo>
                <a:lnTo>
                  <a:pt x="78" y="359"/>
                </a:lnTo>
                <a:lnTo>
                  <a:pt x="77" y="359"/>
                </a:lnTo>
                <a:lnTo>
                  <a:pt x="77" y="358"/>
                </a:lnTo>
                <a:lnTo>
                  <a:pt x="77" y="357"/>
                </a:lnTo>
                <a:lnTo>
                  <a:pt x="76" y="356"/>
                </a:lnTo>
                <a:lnTo>
                  <a:pt x="75" y="356"/>
                </a:lnTo>
                <a:lnTo>
                  <a:pt x="75" y="355"/>
                </a:lnTo>
                <a:lnTo>
                  <a:pt x="75" y="354"/>
                </a:lnTo>
                <a:lnTo>
                  <a:pt x="74" y="354"/>
                </a:lnTo>
                <a:lnTo>
                  <a:pt x="73" y="354"/>
                </a:lnTo>
                <a:lnTo>
                  <a:pt x="72" y="354"/>
                </a:lnTo>
                <a:lnTo>
                  <a:pt x="72" y="353"/>
                </a:lnTo>
                <a:lnTo>
                  <a:pt x="71" y="353"/>
                </a:lnTo>
                <a:lnTo>
                  <a:pt x="70" y="353"/>
                </a:lnTo>
                <a:lnTo>
                  <a:pt x="70" y="352"/>
                </a:lnTo>
                <a:lnTo>
                  <a:pt x="69" y="352"/>
                </a:lnTo>
                <a:lnTo>
                  <a:pt x="69" y="353"/>
                </a:lnTo>
                <a:lnTo>
                  <a:pt x="69" y="354"/>
                </a:lnTo>
                <a:lnTo>
                  <a:pt x="68" y="355"/>
                </a:lnTo>
                <a:lnTo>
                  <a:pt x="68" y="356"/>
                </a:lnTo>
                <a:lnTo>
                  <a:pt x="67" y="356"/>
                </a:lnTo>
                <a:lnTo>
                  <a:pt x="66" y="356"/>
                </a:lnTo>
                <a:lnTo>
                  <a:pt x="65" y="357"/>
                </a:lnTo>
                <a:lnTo>
                  <a:pt x="65" y="359"/>
                </a:lnTo>
                <a:lnTo>
                  <a:pt x="65" y="358"/>
                </a:lnTo>
                <a:lnTo>
                  <a:pt x="64" y="358"/>
                </a:lnTo>
                <a:lnTo>
                  <a:pt x="65" y="359"/>
                </a:lnTo>
                <a:lnTo>
                  <a:pt x="64" y="360"/>
                </a:lnTo>
                <a:lnTo>
                  <a:pt x="63" y="360"/>
                </a:lnTo>
                <a:lnTo>
                  <a:pt x="63" y="359"/>
                </a:lnTo>
                <a:lnTo>
                  <a:pt x="62" y="359"/>
                </a:lnTo>
                <a:lnTo>
                  <a:pt x="62" y="358"/>
                </a:lnTo>
                <a:lnTo>
                  <a:pt x="61" y="358"/>
                </a:lnTo>
                <a:lnTo>
                  <a:pt x="61" y="357"/>
                </a:lnTo>
                <a:lnTo>
                  <a:pt x="60" y="356"/>
                </a:lnTo>
                <a:lnTo>
                  <a:pt x="60" y="355"/>
                </a:lnTo>
                <a:lnTo>
                  <a:pt x="59" y="355"/>
                </a:lnTo>
                <a:lnTo>
                  <a:pt x="59" y="354"/>
                </a:lnTo>
                <a:lnTo>
                  <a:pt x="59" y="353"/>
                </a:lnTo>
                <a:lnTo>
                  <a:pt x="59" y="352"/>
                </a:lnTo>
                <a:lnTo>
                  <a:pt x="60" y="352"/>
                </a:lnTo>
                <a:lnTo>
                  <a:pt x="60" y="351"/>
                </a:lnTo>
                <a:lnTo>
                  <a:pt x="59" y="350"/>
                </a:lnTo>
                <a:lnTo>
                  <a:pt x="58" y="349"/>
                </a:lnTo>
                <a:lnTo>
                  <a:pt x="58" y="348"/>
                </a:lnTo>
                <a:lnTo>
                  <a:pt x="57" y="348"/>
                </a:lnTo>
                <a:lnTo>
                  <a:pt x="57" y="347"/>
                </a:lnTo>
                <a:lnTo>
                  <a:pt x="56" y="348"/>
                </a:lnTo>
                <a:lnTo>
                  <a:pt x="54" y="347"/>
                </a:lnTo>
                <a:lnTo>
                  <a:pt x="54" y="348"/>
                </a:lnTo>
                <a:lnTo>
                  <a:pt x="53" y="347"/>
                </a:lnTo>
                <a:lnTo>
                  <a:pt x="53" y="346"/>
                </a:lnTo>
                <a:lnTo>
                  <a:pt x="52" y="346"/>
                </a:lnTo>
                <a:lnTo>
                  <a:pt x="52" y="345"/>
                </a:lnTo>
                <a:lnTo>
                  <a:pt x="52" y="344"/>
                </a:lnTo>
                <a:lnTo>
                  <a:pt x="53" y="343"/>
                </a:lnTo>
                <a:lnTo>
                  <a:pt x="52" y="342"/>
                </a:lnTo>
                <a:lnTo>
                  <a:pt x="52" y="343"/>
                </a:lnTo>
                <a:lnTo>
                  <a:pt x="51" y="343"/>
                </a:lnTo>
                <a:lnTo>
                  <a:pt x="51" y="342"/>
                </a:lnTo>
                <a:lnTo>
                  <a:pt x="51" y="341"/>
                </a:lnTo>
                <a:lnTo>
                  <a:pt x="51" y="340"/>
                </a:lnTo>
                <a:lnTo>
                  <a:pt x="51" y="339"/>
                </a:lnTo>
                <a:lnTo>
                  <a:pt x="50" y="339"/>
                </a:lnTo>
                <a:lnTo>
                  <a:pt x="49" y="339"/>
                </a:lnTo>
                <a:lnTo>
                  <a:pt x="48" y="339"/>
                </a:lnTo>
                <a:lnTo>
                  <a:pt x="48" y="340"/>
                </a:lnTo>
                <a:lnTo>
                  <a:pt x="47" y="340"/>
                </a:lnTo>
                <a:lnTo>
                  <a:pt x="46" y="340"/>
                </a:lnTo>
                <a:lnTo>
                  <a:pt x="45" y="339"/>
                </a:lnTo>
                <a:lnTo>
                  <a:pt x="44" y="339"/>
                </a:lnTo>
                <a:lnTo>
                  <a:pt x="45" y="339"/>
                </a:lnTo>
                <a:lnTo>
                  <a:pt x="45" y="338"/>
                </a:lnTo>
                <a:lnTo>
                  <a:pt x="45" y="337"/>
                </a:lnTo>
                <a:lnTo>
                  <a:pt x="45" y="336"/>
                </a:lnTo>
                <a:lnTo>
                  <a:pt x="46" y="336"/>
                </a:lnTo>
                <a:lnTo>
                  <a:pt x="46" y="335"/>
                </a:lnTo>
                <a:lnTo>
                  <a:pt x="46" y="334"/>
                </a:lnTo>
                <a:lnTo>
                  <a:pt x="45" y="334"/>
                </a:lnTo>
                <a:lnTo>
                  <a:pt x="44" y="333"/>
                </a:lnTo>
                <a:lnTo>
                  <a:pt x="45" y="333"/>
                </a:lnTo>
                <a:lnTo>
                  <a:pt x="45" y="332"/>
                </a:lnTo>
                <a:lnTo>
                  <a:pt x="45" y="331"/>
                </a:lnTo>
                <a:lnTo>
                  <a:pt x="46" y="330"/>
                </a:lnTo>
                <a:lnTo>
                  <a:pt x="45" y="330"/>
                </a:lnTo>
                <a:lnTo>
                  <a:pt x="46" y="330"/>
                </a:lnTo>
                <a:lnTo>
                  <a:pt x="46" y="329"/>
                </a:lnTo>
                <a:lnTo>
                  <a:pt x="46" y="328"/>
                </a:lnTo>
                <a:lnTo>
                  <a:pt x="45" y="328"/>
                </a:lnTo>
                <a:lnTo>
                  <a:pt x="45" y="327"/>
                </a:lnTo>
                <a:lnTo>
                  <a:pt x="45" y="326"/>
                </a:lnTo>
                <a:lnTo>
                  <a:pt x="44" y="326"/>
                </a:lnTo>
                <a:lnTo>
                  <a:pt x="44" y="325"/>
                </a:lnTo>
                <a:lnTo>
                  <a:pt x="45" y="325"/>
                </a:lnTo>
                <a:lnTo>
                  <a:pt x="44" y="325"/>
                </a:lnTo>
                <a:lnTo>
                  <a:pt x="44" y="324"/>
                </a:lnTo>
                <a:lnTo>
                  <a:pt x="45" y="324"/>
                </a:lnTo>
                <a:lnTo>
                  <a:pt x="45" y="323"/>
                </a:lnTo>
                <a:lnTo>
                  <a:pt x="46" y="323"/>
                </a:lnTo>
                <a:lnTo>
                  <a:pt x="47" y="322"/>
                </a:lnTo>
                <a:lnTo>
                  <a:pt x="48" y="322"/>
                </a:lnTo>
                <a:lnTo>
                  <a:pt x="48" y="321"/>
                </a:lnTo>
                <a:lnTo>
                  <a:pt x="49" y="321"/>
                </a:lnTo>
                <a:lnTo>
                  <a:pt x="49" y="320"/>
                </a:lnTo>
                <a:lnTo>
                  <a:pt x="49" y="319"/>
                </a:lnTo>
                <a:lnTo>
                  <a:pt x="49" y="318"/>
                </a:lnTo>
                <a:lnTo>
                  <a:pt x="50" y="318"/>
                </a:lnTo>
                <a:lnTo>
                  <a:pt x="50" y="317"/>
                </a:lnTo>
                <a:lnTo>
                  <a:pt x="49" y="317"/>
                </a:lnTo>
                <a:lnTo>
                  <a:pt x="50" y="317"/>
                </a:lnTo>
                <a:lnTo>
                  <a:pt x="50" y="316"/>
                </a:lnTo>
                <a:lnTo>
                  <a:pt x="51" y="316"/>
                </a:lnTo>
                <a:lnTo>
                  <a:pt x="50" y="315"/>
                </a:lnTo>
                <a:lnTo>
                  <a:pt x="51" y="315"/>
                </a:lnTo>
                <a:lnTo>
                  <a:pt x="51" y="314"/>
                </a:lnTo>
                <a:lnTo>
                  <a:pt x="52" y="314"/>
                </a:lnTo>
                <a:lnTo>
                  <a:pt x="52" y="313"/>
                </a:lnTo>
                <a:lnTo>
                  <a:pt x="53" y="313"/>
                </a:lnTo>
                <a:lnTo>
                  <a:pt x="54" y="313"/>
                </a:lnTo>
                <a:lnTo>
                  <a:pt x="55" y="312"/>
                </a:lnTo>
                <a:lnTo>
                  <a:pt x="55" y="311"/>
                </a:lnTo>
                <a:lnTo>
                  <a:pt x="55" y="310"/>
                </a:lnTo>
                <a:lnTo>
                  <a:pt x="54" y="310"/>
                </a:lnTo>
                <a:lnTo>
                  <a:pt x="54" y="309"/>
                </a:lnTo>
                <a:lnTo>
                  <a:pt x="54" y="308"/>
                </a:lnTo>
                <a:lnTo>
                  <a:pt x="55" y="308"/>
                </a:lnTo>
                <a:lnTo>
                  <a:pt x="54" y="308"/>
                </a:lnTo>
                <a:lnTo>
                  <a:pt x="54" y="307"/>
                </a:lnTo>
                <a:lnTo>
                  <a:pt x="55" y="307"/>
                </a:lnTo>
                <a:lnTo>
                  <a:pt x="55" y="306"/>
                </a:lnTo>
                <a:lnTo>
                  <a:pt x="56" y="306"/>
                </a:lnTo>
                <a:lnTo>
                  <a:pt x="56" y="305"/>
                </a:lnTo>
                <a:lnTo>
                  <a:pt x="57" y="305"/>
                </a:lnTo>
                <a:lnTo>
                  <a:pt x="57" y="304"/>
                </a:lnTo>
                <a:lnTo>
                  <a:pt x="58" y="304"/>
                </a:lnTo>
                <a:lnTo>
                  <a:pt x="58" y="303"/>
                </a:lnTo>
                <a:lnTo>
                  <a:pt x="59" y="303"/>
                </a:lnTo>
                <a:lnTo>
                  <a:pt x="60" y="303"/>
                </a:lnTo>
                <a:lnTo>
                  <a:pt x="60" y="304"/>
                </a:lnTo>
                <a:lnTo>
                  <a:pt x="61" y="304"/>
                </a:lnTo>
                <a:lnTo>
                  <a:pt x="61" y="303"/>
                </a:lnTo>
                <a:lnTo>
                  <a:pt x="62" y="302"/>
                </a:lnTo>
                <a:lnTo>
                  <a:pt x="63" y="302"/>
                </a:lnTo>
                <a:lnTo>
                  <a:pt x="64" y="302"/>
                </a:lnTo>
                <a:lnTo>
                  <a:pt x="64" y="301"/>
                </a:lnTo>
                <a:lnTo>
                  <a:pt x="63" y="301"/>
                </a:lnTo>
                <a:lnTo>
                  <a:pt x="64" y="301"/>
                </a:lnTo>
                <a:lnTo>
                  <a:pt x="64" y="300"/>
                </a:lnTo>
                <a:lnTo>
                  <a:pt x="65" y="300"/>
                </a:lnTo>
                <a:lnTo>
                  <a:pt x="66" y="300"/>
                </a:lnTo>
                <a:lnTo>
                  <a:pt x="66" y="299"/>
                </a:lnTo>
                <a:lnTo>
                  <a:pt x="67" y="299"/>
                </a:lnTo>
                <a:lnTo>
                  <a:pt x="68" y="298"/>
                </a:lnTo>
                <a:lnTo>
                  <a:pt x="68" y="297"/>
                </a:lnTo>
                <a:lnTo>
                  <a:pt x="69" y="297"/>
                </a:lnTo>
                <a:lnTo>
                  <a:pt x="70" y="297"/>
                </a:lnTo>
                <a:lnTo>
                  <a:pt x="71" y="297"/>
                </a:lnTo>
                <a:lnTo>
                  <a:pt x="71" y="296"/>
                </a:lnTo>
                <a:lnTo>
                  <a:pt x="72" y="295"/>
                </a:lnTo>
                <a:lnTo>
                  <a:pt x="73" y="295"/>
                </a:lnTo>
                <a:lnTo>
                  <a:pt x="73" y="296"/>
                </a:lnTo>
                <a:lnTo>
                  <a:pt x="74" y="296"/>
                </a:lnTo>
                <a:lnTo>
                  <a:pt x="75" y="296"/>
                </a:lnTo>
                <a:lnTo>
                  <a:pt x="76" y="297"/>
                </a:lnTo>
                <a:lnTo>
                  <a:pt x="77" y="297"/>
                </a:lnTo>
                <a:lnTo>
                  <a:pt x="77" y="296"/>
                </a:lnTo>
                <a:lnTo>
                  <a:pt x="77" y="295"/>
                </a:lnTo>
                <a:lnTo>
                  <a:pt x="78" y="295"/>
                </a:lnTo>
                <a:lnTo>
                  <a:pt x="79" y="295"/>
                </a:lnTo>
                <a:lnTo>
                  <a:pt x="80" y="295"/>
                </a:lnTo>
                <a:lnTo>
                  <a:pt x="80" y="294"/>
                </a:lnTo>
                <a:lnTo>
                  <a:pt x="82" y="295"/>
                </a:lnTo>
                <a:lnTo>
                  <a:pt x="82" y="296"/>
                </a:lnTo>
                <a:lnTo>
                  <a:pt x="83" y="296"/>
                </a:lnTo>
                <a:lnTo>
                  <a:pt x="84" y="296"/>
                </a:lnTo>
                <a:lnTo>
                  <a:pt x="83" y="296"/>
                </a:lnTo>
                <a:lnTo>
                  <a:pt x="84" y="296"/>
                </a:lnTo>
                <a:lnTo>
                  <a:pt x="84" y="297"/>
                </a:lnTo>
                <a:lnTo>
                  <a:pt x="85" y="296"/>
                </a:lnTo>
                <a:lnTo>
                  <a:pt x="86" y="295"/>
                </a:lnTo>
                <a:lnTo>
                  <a:pt x="86" y="296"/>
                </a:lnTo>
                <a:lnTo>
                  <a:pt x="86" y="295"/>
                </a:lnTo>
                <a:lnTo>
                  <a:pt x="87" y="295"/>
                </a:lnTo>
                <a:lnTo>
                  <a:pt x="87" y="294"/>
                </a:lnTo>
                <a:lnTo>
                  <a:pt x="88" y="295"/>
                </a:lnTo>
                <a:lnTo>
                  <a:pt x="88" y="296"/>
                </a:lnTo>
                <a:lnTo>
                  <a:pt x="89" y="296"/>
                </a:lnTo>
                <a:lnTo>
                  <a:pt x="89" y="295"/>
                </a:lnTo>
                <a:lnTo>
                  <a:pt x="90" y="295"/>
                </a:lnTo>
                <a:lnTo>
                  <a:pt x="91" y="295"/>
                </a:lnTo>
                <a:lnTo>
                  <a:pt x="91" y="294"/>
                </a:lnTo>
                <a:lnTo>
                  <a:pt x="92" y="294"/>
                </a:lnTo>
                <a:lnTo>
                  <a:pt x="93" y="294"/>
                </a:lnTo>
                <a:lnTo>
                  <a:pt x="93" y="293"/>
                </a:lnTo>
                <a:lnTo>
                  <a:pt x="93" y="292"/>
                </a:lnTo>
                <a:lnTo>
                  <a:pt x="93" y="291"/>
                </a:lnTo>
                <a:lnTo>
                  <a:pt x="92" y="290"/>
                </a:lnTo>
                <a:lnTo>
                  <a:pt x="91" y="288"/>
                </a:lnTo>
                <a:lnTo>
                  <a:pt x="91" y="287"/>
                </a:lnTo>
                <a:lnTo>
                  <a:pt x="91" y="286"/>
                </a:lnTo>
                <a:lnTo>
                  <a:pt x="92" y="286"/>
                </a:lnTo>
                <a:lnTo>
                  <a:pt x="91" y="286"/>
                </a:lnTo>
                <a:lnTo>
                  <a:pt x="91" y="285"/>
                </a:lnTo>
                <a:lnTo>
                  <a:pt x="92" y="285"/>
                </a:lnTo>
                <a:lnTo>
                  <a:pt x="91" y="285"/>
                </a:lnTo>
                <a:lnTo>
                  <a:pt x="91" y="284"/>
                </a:lnTo>
                <a:lnTo>
                  <a:pt x="92" y="284"/>
                </a:lnTo>
                <a:lnTo>
                  <a:pt x="92" y="283"/>
                </a:lnTo>
                <a:lnTo>
                  <a:pt x="93" y="283"/>
                </a:lnTo>
                <a:lnTo>
                  <a:pt x="93" y="282"/>
                </a:lnTo>
                <a:lnTo>
                  <a:pt x="93" y="281"/>
                </a:lnTo>
                <a:lnTo>
                  <a:pt x="94" y="281"/>
                </a:lnTo>
                <a:lnTo>
                  <a:pt x="94" y="280"/>
                </a:lnTo>
                <a:lnTo>
                  <a:pt x="94" y="279"/>
                </a:lnTo>
                <a:lnTo>
                  <a:pt x="93" y="279"/>
                </a:lnTo>
                <a:lnTo>
                  <a:pt x="94" y="278"/>
                </a:lnTo>
                <a:lnTo>
                  <a:pt x="93" y="278"/>
                </a:lnTo>
                <a:lnTo>
                  <a:pt x="93" y="277"/>
                </a:lnTo>
                <a:lnTo>
                  <a:pt x="93" y="276"/>
                </a:lnTo>
                <a:lnTo>
                  <a:pt x="93" y="275"/>
                </a:lnTo>
                <a:lnTo>
                  <a:pt x="94" y="274"/>
                </a:lnTo>
                <a:lnTo>
                  <a:pt x="94" y="273"/>
                </a:lnTo>
                <a:lnTo>
                  <a:pt x="94" y="272"/>
                </a:lnTo>
                <a:lnTo>
                  <a:pt x="95" y="272"/>
                </a:lnTo>
                <a:lnTo>
                  <a:pt x="94" y="271"/>
                </a:lnTo>
                <a:lnTo>
                  <a:pt x="94" y="270"/>
                </a:lnTo>
                <a:lnTo>
                  <a:pt x="94" y="269"/>
                </a:lnTo>
                <a:lnTo>
                  <a:pt x="94" y="268"/>
                </a:lnTo>
                <a:lnTo>
                  <a:pt x="94" y="267"/>
                </a:lnTo>
                <a:lnTo>
                  <a:pt x="94" y="266"/>
                </a:lnTo>
                <a:lnTo>
                  <a:pt x="94" y="265"/>
                </a:lnTo>
                <a:lnTo>
                  <a:pt x="95" y="265"/>
                </a:lnTo>
                <a:lnTo>
                  <a:pt x="96" y="264"/>
                </a:lnTo>
                <a:lnTo>
                  <a:pt x="96" y="263"/>
                </a:lnTo>
                <a:lnTo>
                  <a:pt x="95" y="263"/>
                </a:lnTo>
                <a:lnTo>
                  <a:pt x="95" y="262"/>
                </a:lnTo>
                <a:lnTo>
                  <a:pt x="94" y="261"/>
                </a:lnTo>
                <a:lnTo>
                  <a:pt x="94" y="260"/>
                </a:lnTo>
                <a:lnTo>
                  <a:pt x="95" y="260"/>
                </a:lnTo>
                <a:lnTo>
                  <a:pt x="95" y="259"/>
                </a:lnTo>
                <a:lnTo>
                  <a:pt x="95" y="258"/>
                </a:lnTo>
                <a:lnTo>
                  <a:pt x="95" y="257"/>
                </a:lnTo>
                <a:lnTo>
                  <a:pt x="95" y="256"/>
                </a:lnTo>
                <a:lnTo>
                  <a:pt x="95" y="255"/>
                </a:lnTo>
                <a:lnTo>
                  <a:pt x="95" y="254"/>
                </a:lnTo>
                <a:lnTo>
                  <a:pt x="95" y="253"/>
                </a:lnTo>
                <a:lnTo>
                  <a:pt x="94" y="252"/>
                </a:lnTo>
                <a:lnTo>
                  <a:pt x="94" y="251"/>
                </a:lnTo>
                <a:lnTo>
                  <a:pt x="94" y="250"/>
                </a:lnTo>
                <a:lnTo>
                  <a:pt x="93" y="249"/>
                </a:lnTo>
                <a:lnTo>
                  <a:pt x="93" y="248"/>
                </a:lnTo>
                <a:lnTo>
                  <a:pt x="93" y="246"/>
                </a:lnTo>
                <a:lnTo>
                  <a:pt x="93" y="245"/>
                </a:lnTo>
                <a:lnTo>
                  <a:pt x="94" y="245"/>
                </a:lnTo>
                <a:lnTo>
                  <a:pt x="94" y="244"/>
                </a:lnTo>
                <a:lnTo>
                  <a:pt x="93" y="243"/>
                </a:lnTo>
                <a:lnTo>
                  <a:pt x="93" y="242"/>
                </a:lnTo>
                <a:lnTo>
                  <a:pt x="93" y="241"/>
                </a:lnTo>
                <a:lnTo>
                  <a:pt x="92" y="239"/>
                </a:lnTo>
                <a:lnTo>
                  <a:pt x="93" y="238"/>
                </a:lnTo>
                <a:lnTo>
                  <a:pt x="92" y="237"/>
                </a:lnTo>
                <a:lnTo>
                  <a:pt x="92" y="236"/>
                </a:lnTo>
                <a:lnTo>
                  <a:pt x="92" y="235"/>
                </a:lnTo>
                <a:lnTo>
                  <a:pt x="92" y="234"/>
                </a:lnTo>
                <a:lnTo>
                  <a:pt x="92" y="233"/>
                </a:lnTo>
                <a:lnTo>
                  <a:pt x="92" y="231"/>
                </a:lnTo>
                <a:lnTo>
                  <a:pt x="91" y="229"/>
                </a:lnTo>
                <a:lnTo>
                  <a:pt x="90" y="227"/>
                </a:lnTo>
                <a:lnTo>
                  <a:pt x="90" y="226"/>
                </a:lnTo>
                <a:lnTo>
                  <a:pt x="90" y="225"/>
                </a:lnTo>
                <a:lnTo>
                  <a:pt x="89" y="225"/>
                </a:lnTo>
                <a:lnTo>
                  <a:pt x="89" y="224"/>
                </a:lnTo>
                <a:lnTo>
                  <a:pt x="89" y="223"/>
                </a:lnTo>
                <a:lnTo>
                  <a:pt x="90" y="223"/>
                </a:lnTo>
                <a:lnTo>
                  <a:pt x="90" y="222"/>
                </a:lnTo>
                <a:lnTo>
                  <a:pt x="90" y="221"/>
                </a:lnTo>
                <a:lnTo>
                  <a:pt x="89" y="221"/>
                </a:lnTo>
                <a:lnTo>
                  <a:pt x="89" y="220"/>
                </a:lnTo>
                <a:lnTo>
                  <a:pt x="88" y="220"/>
                </a:lnTo>
                <a:lnTo>
                  <a:pt x="87" y="220"/>
                </a:lnTo>
                <a:lnTo>
                  <a:pt x="87" y="219"/>
                </a:lnTo>
                <a:lnTo>
                  <a:pt x="88" y="219"/>
                </a:lnTo>
                <a:lnTo>
                  <a:pt x="89" y="218"/>
                </a:lnTo>
                <a:lnTo>
                  <a:pt x="89" y="217"/>
                </a:lnTo>
                <a:lnTo>
                  <a:pt x="90" y="217"/>
                </a:lnTo>
                <a:lnTo>
                  <a:pt x="90" y="216"/>
                </a:lnTo>
                <a:lnTo>
                  <a:pt x="90" y="215"/>
                </a:lnTo>
                <a:lnTo>
                  <a:pt x="91" y="215"/>
                </a:lnTo>
                <a:lnTo>
                  <a:pt x="92" y="215"/>
                </a:lnTo>
                <a:lnTo>
                  <a:pt x="92" y="214"/>
                </a:lnTo>
                <a:lnTo>
                  <a:pt x="93" y="214"/>
                </a:lnTo>
                <a:lnTo>
                  <a:pt x="93" y="213"/>
                </a:lnTo>
                <a:lnTo>
                  <a:pt x="94" y="214"/>
                </a:lnTo>
                <a:lnTo>
                  <a:pt x="94" y="213"/>
                </a:lnTo>
                <a:lnTo>
                  <a:pt x="93" y="213"/>
                </a:lnTo>
                <a:lnTo>
                  <a:pt x="93" y="212"/>
                </a:lnTo>
                <a:lnTo>
                  <a:pt x="91" y="212"/>
                </a:lnTo>
                <a:lnTo>
                  <a:pt x="91" y="213"/>
                </a:lnTo>
                <a:lnTo>
                  <a:pt x="91" y="214"/>
                </a:lnTo>
                <a:lnTo>
                  <a:pt x="90" y="214"/>
                </a:lnTo>
                <a:lnTo>
                  <a:pt x="89" y="216"/>
                </a:lnTo>
                <a:lnTo>
                  <a:pt x="88" y="217"/>
                </a:lnTo>
                <a:lnTo>
                  <a:pt x="87" y="217"/>
                </a:lnTo>
                <a:lnTo>
                  <a:pt x="86" y="218"/>
                </a:lnTo>
                <a:lnTo>
                  <a:pt x="86" y="219"/>
                </a:lnTo>
                <a:lnTo>
                  <a:pt x="86" y="220"/>
                </a:lnTo>
                <a:lnTo>
                  <a:pt x="87" y="220"/>
                </a:lnTo>
                <a:lnTo>
                  <a:pt x="86" y="220"/>
                </a:lnTo>
                <a:lnTo>
                  <a:pt x="85" y="220"/>
                </a:lnTo>
                <a:lnTo>
                  <a:pt x="85" y="221"/>
                </a:lnTo>
                <a:lnTo>
                  <a:pt x="84" y="221"/>
                </a:lnTo>
                <a:lnTo>
                  <a:pt x="83" y="222"/>
                </a:lnTo>
                <a:lnTo>
                  <a:pt x="82" y="223"/>
                </a:lnTo>
                <a:lnTo>
                  <a:pt x="82" y="224"/>
                </a:lnTo>
                <a:lnTo>
                  <a:pt x="81" y="224"/>
                </a:lnTo>
                <a:lnTo>
                  <a:pt x="81" y="223"/>
                </a:lnTo>
                <a:lnTo>
                  <a:pt x="82" y="223"/>
                </a:lnTo>
                <a:lnTo>
                  <a:pt x="82" y="222"/>
                </a:lnTo>
                <a:lnTo>
                  <a:pt x="82" y="221"/>
                </a:lnTo>
                <a:lnTo>
                  <a:pt x="81" y="221"/>
                </a:lnTo>
                <a:lnTo>
                  <a:pt x="81" y="220"/>
                </a:lnTo>
                <a:lnTo>
                  <a:pt x="80" y="220"/>
                </a:lnTo>
                <a:lnTo>
                  <a:pt x="80" y="221"/>
                </a:lnTo>
                <a:lnTo>
                  <a:pt x="80" y="222"/>
                </a:lnTo>
                <a:lnTo>
                  <a:pt x="79" y="222"/>
                </a:lnTo>
                <a:lnTo>
                  <a:pt x="78" y="223"/>
                </a:lnTo>
                <a:lnTo>
                  <a:pt x="77" y="222"/>
                </a:lnTo>
                <a:lnTo>
                  <a:pt x="76" y="222"/>
                </a:lnTo>
                <a:lnTo>
                  <a:pt x="75" y="222"/>
                </a:lnTo>
                <a:lnTo>
                  <a:pt x="75" y="221"/>
                </a:lnTo>
                <a:lnTo>
                  <a:pt x="74" y="221"/>
                </a:lnTo>
                <a:lnTo>
                  <a:pt x="73" y="221"/>
                </a:lnTo>
                <a:lnTo>
                  <a:pt x="73" y="222"/>
                </a:lnTo>
                <a:lnTo>
                  <a:pt x="73" y="223"/>
                </a:lnTo>
                <a:lnTo>
                  <a:pt x="74" y="223"/>
                </a:lnTo>
                <a:lnTo>
                  <a:pt x="74" y="224"/>
                </a:lnTo>
                <a:lnTo>
                  <a:pt x="73" y="224"/>
                </a:lnTo>
                <a:lnTo>
                  <a:pt x="72" y="224"/>
                </a:lnTo>
                <a:lnTo>
                  <a:pt x="71" y="224"/>
                </a:lnTo>
                <a:lnTo>
                  <a:pt x="72" y="224"/>
                </a:lnTo>
                <a:lnTo>
                  <a:pt x="72" y="225"/>
                </a:lnTo>
                <a:lnTo>
                  <a:pt x="72" y="226"/>
                </a:lnTo>
                <a:lnTo>
                  <a:pt x="71" y="229"/>
                </a:lnTo>
                <a:lnTo>
                  <a:pt x="71" y="230"/>
                </a:lnTo>
                <a:lnTo>
                  <a:pt x="70" y="230"/>
                </a:lnTo>
                <a:lnTo>
                  <a:pt x="70" y="229"/>
                </a:lnTo>
                <a:lnTo>
                  <a:pt x="69" y="228"/>
                </a:lnTo>
                <a:lnTo>
                  <a:pt x="69" y="229"/>
                </a:lnTo>
                <a:lnTo>
                  <a:pt x="68" y="229"/>
                </a:lnTo>
                <a:lnTo>
                  <a:pt x="67" y="230"/>
                </a:lnTo>
                <a:lnTo>
                  <a:pt x="67" y="229"/>
                </a:lnTo>
                <a:lnTo>
                  <a:pt x="66" y="229"/>
                </a:lnTo>
                <a:lnTo>
                  <a:pt x="66" y="228"/>
                </a:lnTo>
                <a:lnTo>
                  <a:pt x="65" y="228"/>
                </a:lnTo>
                <a:lnTo>
                  <a:pt x="64" y="228"/>
                </a:lnTo>
                <a:lnTo>
                  <a:pt x="64" y="229"/>
                </a:lnTo>
                <a:lnTo>
                  <a:pt x="63" y="229"/>
                </a:lnTo>
                <a:lnTo>
                  <a:pt x="62" y="230"/>
                </a:lnTo>
                <a:lnTo>
                  <a:pt x="61" y="230"/>
                </a:lnTo>
                <a:lnTo>
                  <a:pt x="60" y="230"/>
                </a:lnTo>
                <a:lnTo>
                  <a:pt x="60" y="229"/>
                </a:lnTo>
                <a:lnTo>
                  <a:pt x="61" y="229"/>
                </a:lnTo>
                <a:lnTo>
                  <a:pt x="62" y="229"/>
                </a:lnTo>
                <a:lnTo>
                  <a:pt x="62" y="228"/>
                </a:lnTo>
                <a:lnTo>
                  <a:pt x="61" y="228"/>
                </a:lnTo>
                <a:lnTo>
                  <a:pt x="60" y="228"/>
                </a:lnTo>
                <a:lnTo>
                  <a:pt x="60" y="227"/>
                </a:lnTo>
                <a:lnTo>
                  <a:pt x="59" y="227"/>
                </a:lnTo>
                <a:lnTo>
                  <a:pt x="58" y="227"/>
                </a:lnTo>
                <a:lnTo>
                  <a:pt x="58" y="226"/>
                </a:lnTo>
                <a:lnTo>
                  <a:pt x="58" y="225"/>
                </a:lnTo>
                <a:lnTo>
                  <a:pt x="57" y="225"/>
                </a:lnTo>
                <a:lnTo>
                  <a:pt x="57" y="224"/>
                </a:lnTo>
                <a:lnTo>
                  <a:pt x="56" y="222"/>
                </a:lnTo>
                <a:lnTo>
                  <a:pt x="56" y="221"/>
                </a:lnTo>
                <a:lnTo>
                  <a:pt x="55" y="221"/>
                </a:lnTo>
                <a:lnTo>
                  <a:pt x="54" y="219"/>
                </a:lnTo>
                <a:lnTo>
                  <a:pt x="55" y="219"/>
                </a:lnTo>
                <a:lnTo>
                  <a:pt x="54" y="219"/>
                </a:lnTo>
                <a:lnTo>
                  <a:pt x="54" y="218"/>
                </a:lnTo>
                <a:lnTo>
                  <a:pt x="53" y="218"/>
                </a:lnTo>
                <a:lnTo>
                  <a:pt x="52" y="218"/>
                </a:lnTo>
                <a:lnTo>
                  <a:pt x="51" y="218"/>
                </a:lnTo>
                <a:lnTo>
                  <a:pt x="51" y="217"/>
                </a:lnTo>
                <a:lnTo>
                  <a:pt x="50" y="217"/>
                </a:lnTo>
                <a:lnTo>
                  <a:pt x="51" y="216"/>
                </a:lnTo>
                <a:lnTo>
                  <a:pt x="51" y="215"/>
                </a:lnTo>
                <a:lnTo>
                  <a:pt x="50" y="215"/>
                </a:lnTo>
                <a:lnTo>
                  <a:pt x="49" y="215"/>
                </a:lnTo>
                <a:lnTo>
                  <a:pt x="48" y="214"/>
                </a:lnTo>
                <a:lnTo>
                  <a:pt x="48" y="213"/>
                </a:lnTo>
                <a:lnTo>
                  <a:pt x="48" y="212"/>
                </a:lnTo>
                <a:lnTo>
                  <a:pt x="47" y="212"/>
                </a:lnTo>
                <a:lnTo>
                  <a:pt x="47" y="213"/>
                </a:lnTo>
                <a:lnTo>
                  <a:pt x="46" y="213"/>
                </a:lnTo>
                <a:lnTo>
                  <a:pt x="41" y="214"/>
                </a:lnTo>
                <a:lnTo>
                  <a:pt x="40" y="215"/>
                </a:lnTo>
                <a:lnTo>
                  <a:pt x="39" y="215"/>
                </a:lnTo>
                <a:lnTo>
                  <a:pt x="38" y="215"/>
                </a:lnTo>
                <a:lnTo>
                  <a:pt x="38" y="214"/>
                </a:lnTo>
                <a:lnTo>
                  <a:pt x="37" y="214"/>
                </a:lnTo>
                <a:lnTo>
                  <a:pt x="38" y="213"/>
                </a:lnTo>
                <a:lnTo>
                  <a:pt x="38" y="212"/>
                </a:lnTo>
                <a:lnTo>
                  <a:pt x="38" y="211"/>
                </a:lnTo>
                <a:lnTo>
                  <a:pt x="36" y="211"/>
                </a:lnTo>
                <a:lnTo>
                  <a:pt x="36" y="212"/>
                </a:lnTo>
                <a:lnTo>
                  <a:pt x="35" y="212"/>
                </a:lnTo>
                <a:lnTo>
                  <a:pt x="34" y="212"/>
                </a:lnTo>
                <a:lnTo>
                  <a:pt x="34" y="211"/>
                </a:lnTo>
                <a:lnTo>
                  <a:pt x="34" y="210"/>
                </a:lnTo>
                <a:lnTo>
                  <a:pt x="33" y="211"/>
                </a:lnTo>
                <a:lnTo>
                  <a:pt x="32" y="211"/>
                </a:lnTo>
                <a:lnTo>
                  <a:pt x="31" y="211"/>
                </a:lnTo>
                <a:lnTo>
                  <a:pt x="30" y="211"/>
                </a:lnTo>
                <a:lnTo>
                  <a:pt x="29" y="211"/>
                </a:lnTo>
                <a:lnTo>
                  <a:pt x="29" y="210"/>
                </a:lnTo>
                <a:lnTo>
                  <a:pt x="28" y="210"/>
                </a:lnTo>
                <a:lnTo>
                  <a:pt x="28" y="209"/>
                </a:lnTo>
                <a:lnTo>
                  <a:pt x="29" y="209"/>
                </a:lnTo>
                <a:lnTo>
                  <a:pt x="29" y="208"/>
                </a:lnTo>
                <a:lnTo>
                  <a:pt x="29" y="207"/>
                </a:lnTo>
                <a:lnTo>
                  <a:pt x="28" y="207"/>
                </a:lnTo>
                <a:lnTo>
                  <a:pt x="28" y="206"/>
                </a:lnTo>
                <a:lnTo>
                  <a:pt x="29" y="205"/>
                </a:lnTo>
                <a:lnTo>
                  <a:pt x="29" y="204"/>
                </a:lnTo>
                <a:lnTo>
                  <a:pt x="29" y="203"/>
                </a:lnTo>
                <a:lnTo>
                  <a:pt x="28" y="203"/>
                </a:lnTo>
                <a:lnTo>
                  <a:pt x="28" y="204"/>
                </a:lnTo>
                <a:lnTo>
                  <a:pt x="27" y="204"/>
                </a:lnTo>
                <a:lnTo>
                  <a:pt x="27" y="203"/>
                </a:lnTo>
                <a:lnTo>
                  <a:pt x="27" y="202"/>
                </a:lnTo>
                <a:lnTo>
                  <a:pt x="27" y="200"/>
                </a:lnTo>
                <a:lnTo>
                  <a:pt x="27" y="198"/>
                </a:lnTo>
                <a:lnTo>
                  <a:pt x="27" y="197"/>
                </a:lnTo>
                <a:lnTo>
                  <a:pt x="27" y="196"/>
                </a:lnTo>
                <a:lnTo>
                  <a:pt x="28" y="194"/>
                </a:lnTo>
                <a:lnTo>
                  <a:pt x="28" y="193"/>
                </a:lnTo>
                <a:lnTo>
                  <a:pt x="28" y="192"/>
                </a:lnTo>
                <a:lnTo>
                  <a:pt x="27" y="192"/>
                </a:lnTo>
                <a:lnTo>
                  <a:pt x="27" y="191"/>
                </a:lnTo>
                <a:lnTo>
                  <a:pt x="28" y="191"/>
                </a:lnTo>
                <a:lnTo>
                  <a:pt x="29" y="191"/>
                </a:lnTo>
                <a:lnTo>
                  <a:pt x="30" y="191"/>
                </a:lnTo>
                <a:lnTo>
                  <a:pt x="30" y="190"/>
                </a:lnTo>
                <a:lnTo>
                  <a:pt x="29" y="190"/>
                </a:lnTo>
                <a:lnTo>
                  <a:pt x="28" y="189"/>
                </a:lnTo>
                <a:lnTo>
                  <a:pt x="28" y="188"/>
                </a:lnTo>
                <a:lnTo>
                  <a:pt x="28" y="187"/>
                </a:lnTo>
                <a:lnTo>
                  <a:pt x="28" y="186"/>
                </a:lnTo>
                <a:lnTo>
                  <a:pt x="28" y="185"/>
                </a:lnTo>
                <a:lnTo>
                  <a:pt x="29" y="185"/>
                </a:lnTo>
                <a:lnTo>
                  <a:pt x="29" y="186"/>
                </a:lnTo>
                <a:lnTo>
                  <a:pt x="29" y="185"/>
                </a:lnTo>
                <a:lnTo>
                  <a:pt x="29" y="184"/>
                </a:lnTo>
                <a:lnTo>
                  <a:pt x="28" y="184"/>
                </a:lnTo>
                <a:lnTo>
                  <a:pt x="26" y="184"/>
                </a:lnTo>
                <a:lnTo>
                  <a:pt x="25" y="183"/>
                </a:lnTo>
                <a:lnTo>
                  <a:pt x="25" y="182"/>
                </a:lnTo>
                <a:lnTo>
                  <a:pt x="24" y="182"/>
                </a:lnTo>
                <a:lnTo>
                  <a:pt x="24" y="181"/>
                </a:lnTo>
                <a:lnTo>
                  <a:pt x="24" y="180"/>
                </a:lnTo>
                <a:lnTo>
                  <a:pt x="23" y="180"/>
                </a:lnTo>
                <a:lnTo>
                  <a:pt x="21" y="180"/>
                </a:lnTo>
                <a:lnTo>
                  <a:pt x="20" y="180"/>
                </a:lnTo>
                <a:lnTo>
                  <a:pt x="19" y="180"/>
                </a:lnTo>
                <a:lnTo>
                  <a:pt x="19" y="179"/>
                </a:lnTo>
                <a:lnTo>
                  <a:pt x="18" y="179"/>
                </a:lnTo>
                <a:lnTo>
                  <a:pt x="16" y="179"/>
                </a:lnTo>
                <a:lnTo>
                  <a:pt x="15" y="179"/>
                </a:lnTo>
                <a:lnTo>
                  <a:pt x="14" y="179"/>
                </a:lnTo>
                <a:lnTo>
                  <a:pt x="13" y="179"/>
                </a:lnTo>
                <a:lnTo>
                  <a:pt x="13" y="178"/>
                </a:lnTo>
                <a:lnTo>
                  <a:pt x="14" y="178"/>
                </a:lnTo>
                <a:lnTo>
                  <a:pt x="14" y="177"/>
                </a:lnTo>
                <a:lnTo>
                  <a:pt x="15" y="176"/>
                </a:lnTo>
                <a:lnTo>
                  <a:pt x="14" y="176"/>
                </a:lnTo>
                <a:lnTo>
                  <a:pt x="13" y="176"/>
                </a:lnTo>
                <a:lnTo>
                  <a:pt x="12" y="176"/>
                </a:lnTo>
                <a:lnTo>
                  <a:pt x="12" y="175"/>
                </a:lnTo>
                <a:lnTo>
                  <a:pt x="11" y="175"/>
                </a:lnTo>
                <a:lnTo>
                  <a:pt x="9" y="175"/>
                </a:lnTo>
                <a:lnTo>
                  <a:pt x="8" y="175"/>
                </a:lnTo>
                <a:lnTo>
                  <a:pt x="7" y="176"/>
                </a:lnTo>
                <a:lnTo>
                  <a:pt x="6" y="176"/>
                </a:lnTo>
                <a:lnTo>
                  <a:pt x="5" y="176"/>
                </a:lnTo>
                <a:lnTo>
                  <a:pt x="5" y="175"/>
                </a:lnTo>
                <a:lnTo>
                  <a:pt x="5" y="174"/>
                </a:lnTo>
                <a:lnTo>
                  <a:pt x="3" y="172"/>
                </a:lnTo>
                <a:lnTo>
                  <a:pt x="2" y="172"/>
                </a:lnTo>
                <a:lnTo>
                  <a:pt x="1" y="172"/>
                </a:lnTo>
                <a:lnTo>
                  <a:pt x="0" y="172"/>
                </a:lnTo>
                <a:lnTo>
                  <a:pt x="0" y="171"/>
                </a:lnTo>
                <a:lnTo>
                  <a:pt x="0" y="170"/>
                </a:lnTo>
                <a:lnTo>
                  <a:pt x="1" y="169"/>
                </a:lnTo>
                <a:lnTo>
                  <a:pt x="2" y="169"/>
                </a:lnTo>
                <a:lnTo>
                  <a:pt x="2" y="168"/>
                </a:lnTo>
                <a:lnTo>
                  <a:pt x="1" y="168"/>
                </a:lnTo>
                <a:lnTo>
                  <a:pt x="1" y="167"/>
                </a:lnTo>
                <a:lnTo>
                  <a:pt x="2" y="167"/>
                </a:lnTo>
                <a:lnTo>
                  <a:pt x="3" y="167"/>
                </a:lnTo>
                <a:lnTo>
                  <a:pt x="3" y="168"/>
                </a:lnTo>
                <a:lnTo>
                  <a:pt x="4" y="168"/>
                </a:lnTo>
                <a:lnTo>
                  <a:pt x="4" y="167"/>
                </a:lnTo>
                <a:lnTo>
                  <a:pt x="5" y="167"/>
                </a:lnTo>
                <a:lnTo>
                  <a:pt x="4" y="166"/>
                </a:lnTo>
                <a:lnTo>
                  <a:pt x="4" y="165"/>
                </a:lnTo>
                <a:lnTo>
                  <a:pt x="4" y="164"/>
                </a:lnTo>
                <a:lnTo>
                  <a:pt x="4" y="162"/>
                </a:lnTo>
                <a:lnTo>
                  <a:pt x="3" y="162"/>
                </a:lnTo>
                <a:lnTo>
                  <a:pt x="3" y="161"/>
                </a:lnTo>
                <a:lnTo>
                  <a:pt x="2" y="161"/>
                </a:lnTo>
                <a:lnTo>
                  <a:pt x="1" y="159"/>
                </a:lnTo>
                <a:lnTo>
                  <a:pt x="2" y="159"/>
                </a:lnTo>
                <a:lnTo>
                  <a:pt x="2" y="158"/>
                </a:lnTo>
                <a:lnTo>
                  <a:pt x="2" y="157"/>
                </a:lnTo>
                <a:lnTo>
                  <a:pt x="2" y="156"/>
                </a:lnTo>
                <a:lnTo>
                  <a:pt x="2" y="155"/>
                </a:lnTo>
                <a:lnTo>
                  <a:pt x="3" y="155"/>
                </a:lnTo>
                <a:lnTo>
                  <a:pt x="4" y="155"/>
                </a:lnTo>
                <a:lnTo>
                  <a:pt x="5" y="154"/>
                </a:lnTo>
                <a:lnTo>
                  <a:pt x="5" y="153"/>
                </a:lnTo>
                <a:lnTo>
                  <a:pt x="7" y="154"/>
                </a:lnTo>
                <a:lnTo>
                  <a:pt x="8" y="154"/>
                </a:lnTo>
                <a:lnTo>
                  <a:pt x="9" y="154"/>
                </a:lnTo>
                <a:lnTo>
                  <a:pt x="9" y="155"/>
                </a:lnTo>
                <a:lnTo>
                  <a:pt x="8" y="155"/>
                </a:lnTo>
                <a:lnTo>
                  <a:pt x="8" y="156"/>
                </a:lnTo>
                <a:lnTo>
                  <a:pt x="9" y="156"/>
                </a:lnTo>
                <a:lnTo>
                  <a:pt x="9" y="157"/>
                </a:lnTo>
                <a:lnTo>
                  <a:pt x="10" y="157"/>
                </a:lnTo>
                <a:lnTo>
                  <a:pt x="10" y="158"/>
                </a:lnTo>
                <a:lnTo>
                  <a:pt x="10" y="159"/>
                </a:lnTo>
                <a:lnTo>
                  <a:pt x="12" y="159"/>
                </a:lnTo>
                <a:lnTo>
                  <a:pt x="12" y="160"/>
                </a:lnTo>
                <a:lnTo>
                  <a:pt x="13" y="160"/>
                </a:lnTo>
                <a:lnTo>
                  <a:pt x="14" y="160"/>
                </a:lnTo>
                <a:lnTo>
                  <a:pt x="15" y="160"/>
                </a:lnTo>
                <a:lnTo>
                  <a:pt x="16" y="160"/>
                </a:lnTo>
                <a:lnTo>
                  <a:pt x="16" y="161"/>
                </a:lnTo>
                <a:lnTo>
                  <a:pt x="17" y="161"/>
                </a:lnTo>
                <a:lnTo>
                  <a:pt x="17" y="160"/>
                </a:lnTo>
                <a:lnTo>
                  <a:pt x="18" y="160"/>
                </a:lnTo>
                <a:lnTo>
                  <a:pt x="19" y="160"/>
                </a:lnTo>
                <a:lnTo>
                  <a:pt x="19" y="161"/>
                </a:lnTo>
                <a:lnTo>
                  <a:pt x="21" y="161"/>
                </a:lnTo>
                <a:lnTo>
                  <a:pt x="22" y="161"/>
                </a:lnTo>
                <a:lnTo>
                  <a:pt x="23" y="161"/>
                </a:lnTo>
                <a:lnTo>
                  <a:pt x="24" y="161"/>
                </a:lnTo>
                <a:lnTo>
                  <a:pt x="25" y="161"/>
                </a:lnTo>
                <a:lnTo>
                  <a:pt x="26" y="160"/>
                </a:lnTo>
                <a:lnTo>
                  <a:pt x="26" y="159"/>
                </a:lnTo>
                <a:lnTo>
                  <a:pt x="26" y="158"/>
                </a:lnTo>
                <a:lnTo>
                  <a:pt x="27" y="158"/>
                </a:lnTo>
                <a:lnTo>
                  <a:pt x="28" y="157"/>
                </a:lnTo>
                <a:lnTo>
                  <a:pt x="29" y="157"/>
                </a:lnTo>
                <a:lnTo>
                  <a:pt x="32" y="156"/>
                </a:lnTo>
                <a:lnTo>
                  <a:pt x="33" y="156"/>
                </a:lnTo>
                <a:lnTo>
                  <a:pt x="33" y="155"/>
                </a:lnTo>
                <a:lnTo>
                  <a:pt x="34" y="156"/>
                </a:lnTo>
                <a:lnTo>
                  <a:pt x="35" y="155"/>
                </a:lnTo>
                <a:lnTo>
                  <a:pt x="36" y="155"/>
                </a:lnTo>
                <a:lnTo>
                  <a:pt x="36" y="156"/>
                </a:lnTo>
                <a:lnTo>
                  <a:pt x="37" y="156"/>
                </a:lnTo>
                <a:lnTo>
                  <a:pt x="37" y="155"/>
                </a:lnTo>
                <a:lnTo>
                  <a:pt x="38" y="155"/>
                </a:lnTo>
                <a:lnTo>
                  <a:pt x="38" y="154"/>
                </a:lnTo>
                <a:lnTo>
                  <a:pt x="38" y="153"/>
                </a:lnTo>
                <a:lnTo>
                  <a:pt x="38" y="152"/>
                </a:lnTo>
                <a:lnTo>
                  <a:pt x="37" y="150"/>
                </a:lnTo>
                <a:lnTo>
                  <a:pt x="37" y="149"/>
                </a:lnTo>
                <a:lnTo>
                  <a:pt x="38" y="148"/>
                </a:lnTo>
                <a:lnTo>
                  <a:pt x="39" y="148"/>
                </a:lnTo>
                <a:lnTo>
                  <a:pt x="40" y="148"/>
                </a:lnTo>
                <a:lnTo>
                  <a:pt x="40" y="147"/>
                </a:lnTo>
                <a:lnTo>
                  <a:pt x="39" y="147"/>
                </a:lnTo>
                <a:lnTo>
                  <a:pt x="39" y="146"/>
                </a:lnTo>
                <a:lnTo>
                  <a:pt x="40" y="146"/>
                </a:lnTo>
                <a:lnTo>
                  <a:pt x="40" y="145"/>
                </a:lnTo>
                <a:lnTo>
                  <a:pt x="41" y="145"/>
                </a:lnTo>
                <a:lnTo>
                  <a:pt x="40" y="145"/>
                </a:lnTo>
                <a:lnTo>
                  <a:pt x="40" y="144"/>
                </a:lnTo>
                <a:lnTo>
                  <a:pt x="41" y="143"/>
                </a:lnTo>
                <a:lnTo>
                  <a:pt x="42" y="143"/>
                </a:lnTo>
                <a:lnTo>
                  <a:pt x="42" y="142"/>
                </a:lnTo>
                <a:lnTo>
                  <a:pt x="41" y="142"/>
                </a:lnTo>
                <a:lnTo>
                  <a:pt x="41" y="141"/>
                </a:lnTo>
                <a:lnTo>
                  <a:pt x="41" y="140"/>
                </a:lnTo>
                <a:lnTo>
                  <a:pt x="41" y="139"/>
                </a:lnTo>
                <a:lnTo>
                  <a:pt x="41" y="138"/>
                </a:lnTo>
                <a:lnTo>
                  <a:pt x="42" y="138"/>
                </a:lnTo>
                <a:lnTo>
                  <a:pt x="42" y="139"/>
                </a:lnTo>
                <a:lnTo>
                  <a:pt x="43" y="139"/>
                </a:lnTo>
                <a:lnTo>
                  <a:pt x="43" y="137"/>
                </a:lnTo>
                <a:lnTo>
                  <a:pt x="43" y="136"/>
                </a:lnTo>
                <a:lnTo>
                  <a:pt x="44" y="135"/>
                </a:lnTo>
                <a:lnTo>
                  <a:pt x="44" y="134"/>
                </a:lnTo>
                <a:lnTo>
                  <a:pt x="43" y="134"/>
                </a:lnTo>
                <a:lnTo>
                  <a:pt x="42" y="134"/>
                </a:lnTo>
                <a:lnTo>
                  <a:pt x="42" y="133"/>
                </a:lnTo>
                <a:lnTo>
                  <a:pt x="42" y="132"/>
                </a:lnTo>
                <a:lnTo>
                  <a:pt x="41" y="132"/>
                </a:lnTo>
                <a:lnTo>
                  <a:pt x="42" y="132"/>
                </a:lnTo>
                <a:lnTo>
                  <a:pt x="42" y="131"/>
                </a:lnTo>
                <a:lnTo>
                  <a:pt x="41" y="131"/>
                </a:lnTo>
                <a:lnTo>
                  <a:pt x="41" y="132"/>
                </a:lnTo>
                <a:lnTo>
                  <a:pt x="40" y="132"/>
                </a:lnTo>
                <a:lnTo>
                  <a:pt x="39" y="132"/>
                </a:lnTo>
                <a:lnTo>
                  <a:pt x="39" y="131"/>
                </a:lnTo>
                <a:lnTo>
                  <a:pt x="39" y="129"/>
                </a:lnTo>
                <a:lnTo>
                  <a:pt x="40" y="129"/>
                </a:lnTo>
                <a:lnTo>
                  <a:pt x="40" y="128"/>
                </a:lnTo>
                <a:lnTo>
                  <a:pt x="40" y="127"/>
                </a:lnTo>
                <a:lnTo>
                  <a:pt x="39" y="126"/>
                </a:lnTo>
                <a:lnTo>
                  <a:pt x="39" y="125"/>
                </a:lnTo>
                <a:lnTo>
                  <a:pt x="39" y="124"/>
                </a:lnTo>
                <a:lnTo>
                  <a:pt x="40" y="123"/>
                </a:lnTo>
                <a:lnTo>
                  <a:pt x="41" y="123"/>
                </a:lnTo>
                <a:lnTo>
                  <a:pt x="41" y="124"/>
                </a:lnTo>
                <a:lnTo>
                  <a:pt x="42" y="124"/>
                </a:lnTo>
                <a:lnTo>
                  <a:pt x="42" y="123"/>
                </a:lnTo>
                <a:lnTo>
                  <a:pt x="42" y="122"/>
                </a:lnTo>
                <a:lnTo>
                  <a:pt x="42" y="121"/>
                </a:lnTo>
                <a:lnTo>
                  <a:pt x="42" y="120"/>
                </a:lnTo>
                <a:lnTo>
                  <a:pt x="42" y="119"/>
                </a:lnTo>
                <a:lnTo>
                  <a:pt x="42" y="118"/>
                </a:lnTo>
                <a:lnTo>
                  <a:pt x="43" y="117"/>
                </a:lnTo>
                <a:lnTo>
                  <a:pt x="44" y="116"/>
                </a:lnTo>
                <a:lnTo>
                  <a:pt x="45" y="116"/>
                </a:lnTo>
                <a:lnTo>
                  <a:pt x="45" y="117"/>
                </a:lnTo>
                <a:lnTo>
                  <a:pt x="46" y="117"/>
                </a:lnTo>
                <a:lnTo>
                  <a:pt x="46" y="118"/>
                </a:lnTo>
                <a:lnTo>
                  <a:pt x="47" y="118"/>
                </a:lnTo>
                <a:lnTo>
                  <a:pt x="47" y="117"/>
                </a:lnTo>
                <a:lnTo>
                  <a:pt x="47" y="116"/>
                </a:lnTo>
                <a:lnTo>
                  <a:pt x="47" y="115"/>
                </a:lnTo>
                <a:lnTo>
                  <a:pt x="48" y="113"/>
                </a:lnTo>
                <a:lnTo>
                  <a:pt x="48" y="112"/>
                </a:lnTo>
                <a:lnTo>
                  <a:pt x="51" y="112"/>
                </a:lnTo>
                <a:lnTo>
                  <a:pt x="51" y="111"/>
                </a:lnTo>
                <a:lnTo>
                  <a:pt x="52" y="111"/>
                </a:lnTo>
                <a:lnTo>
                  <a:pt x="53" y="112"/>
                </a:lnTo>
                <a:lnTo>
                  <a:pt x="54" y="112"/>
                </a:lnTo>
                <a:lnTo>
                  <a:pt x="55" y="112"/>
                </a:lnTo>
                <a:lnTo>
                  <a:pt x="56" y="111"/>
                </a:lnTo>
                <a:lnTo>
                  <a:pt x="56" y="112"/>
                </a:lnTo>
                <a:lnTo>
                  <a:pt x="57" y="112"/>
                </a:lnTo>
                <a:lnTo>
                  <a:pt x="58" y="112"/>
                </a:lnTo>
                <a:lnTo>
                  <a:pt x="59" y="111"/>
                </a:lnTo>
                <a:lnTo>
                  <a:pt x="60" y="111"/>
                </a:lnTo>
                <a:lnTo>
                  <a:pt x="61" y="112"/>
                </a:lnTo>
                <a:lnTo>
                  <a:pt x="61" y="111"/>
                </a:lnTo>
                <a:lnTo>
                  <a:pt x="61" y="110"/>
                </a:lnTo>
                <a:lnTo>
                  <a:pt x="64" y="110"/>
                </a:lnTo>
                <a:lnTo>
                  <a:pt x="65" y="110"/>
                </a:lnTo>
                <a:lnTo>
                  <a:pt x="66" y="110"/>
                </a:lnTo>
                <a:lnTo>
                  <a:pt x="67" y="110"/>
                </a:lnTo>
                <a:lnTo>
                  <a:pt x="67" y="109"/>
                </a:lnTo>
                <a:lnTo>
                  <a:pt x="68" y="109"/>
                </a:lnTo>
                <a:lnTo>
                  <a:pt x="68" y="110"/>
                </a:lnTo>
                <a:lnTo>
                  <a:pt x="68" y="109"/>
                </a:lnTo>
                <a:lnTo>
                  <a:pt x="68" y="107"/>
                </a:lnTo>
                <a:lnTo>
                  <a:pt x="67" y="105"/>
                </a:lnTo>
                <a:lnTo>
                  <a:pt x="66" y="105"/>
                </a:lnTo>
                <a:lnTo>
                  <a:pt x="66" y="104"/>
                </a:lnTo>
                <a:lnTo>
                  <a:pt x="66" y="103"/>
                </a:lnTo>
                <a:lnTo>
                  <a:pt x="65" y="103"/>
                </a:lnTo>
                <a:lnTo>
                  <a:pt x="65" y="102"/>
                </a:lnTo>
                <a:lnTo>
                  <a:pt x="65" y="101"/>
                </a:lnTo>
                <a:lnTo>
                  <a:pt x="65" y="100"/>
                </a:lnTo>
                <a:lnTo>
                  <a:pt x="64" y="100"/>
                </a:lnTo>
                <a:lnTo>
                  <a:pt x="65" y="99"/>
                </a:lnTo>
                <a:lnTo>
                  <a:pt x="65" y="98"/>
                </a:lnTo>
                <a:lnTo>
                  <a:pt x="64" y="97"/>
                </a:lnTo>
                <a:lnTo>
                  <a:pt x="64" y="96"/>
                </a:lnTo>
                <a:lnTo>
                  <a:pt x="65" y="96"/>
                </a:lnTo>
                <a:lnTo>
                  <a:pt x="65" y="95"/>
                </a:lnTo>
                <a:lnTo>
                  <a:pt x="65" y="94"/>
                </a:lnTo>
                <a:lnTo>
                  <a:pt x="63" y="93"/>
                </a:lnTo>
                <a:lnTo>
                  <a:pt x="63" y="92"/>
                </a:lnTo>
                <a:lnTo>
                  <a:pt x="62" y="91"/>
                </a:lnTo>
                <a:lnTo>
                  <a:pt x="61" y="90"/>
                </a:lnTo>
                <a:lnTo>
                  <a:pt x="62" y="90"/>
                </a:lnTo>
                <a:lnTo>
                  <a:pt x="63" y="89"/>
                </a:lnTo>
                <a:lnTo>
                  <a:pt x="63" y="88"/>
                </a:lnTo>
                <a:lnTo>
                  <a:pt x="63" y="89"/>
                </a:lnTo>
                <a:lnTo>
                  <a:pt x="64" y="89"/>
                </a:lnTo>
                <a:lnTo>
                  <a:pt x="65" y="90"/>
                </a:lnTo>
                <a:lnTo>
                  <a:pt x="66" y="90"/>
                </a:lnTo>
                <a:lnTo>
                  <a:pt x="66" y="89"/>
                </a:lnTo>
                <a:lnTo>
                  <a:pt x="67" y="86"/>
                </a:lnTo>
                <a:lnTo>
                  <a:pt x="66" y="86"/>
                </a:lnTo>
                <a:lnTo>
                  <a:pt x="66" y="85"/>
                </a:lnTo>
                <a:lnTo>
                  <a:pt x="67" y="85"/>
                </a:lnTo>
                <a:lnTo>
                  <a:pt x="67" y="84"/>
                </a:lnTo>
                <a:lnTo>
                  <a:pt x="67" y="83"/>
                </a:lnTo>
                <a:lnTo>
                  <a:pt x="68" y="83"/>
                </a:lnTo>
                <a:lnTo>
                  <a:pt x="68" y="81"/>
                </a:lnTo>
                <a:lnTo>
                  <a:pt x="67" y="80"/>
                </a:lnTo>
                <a:lnTo>
                  <a:pt x="66" y="80"/>
                </a:lnTo>
                <a:lnTo>
                  <a:pt x="65" y="81"/>
                </a:lnTo>
                <a:lnTo>
                  <a:pt x="65" y="80"/>
                </a:lnTo>
                <a:lnTo>
                  <a:pt x="64" y="80"/>
                </a:lnTo>
                <a:lnTo>
                  <a:pt x="63" y="80"/>
                </a:lnTo>
                <a:lnTo>
                  <a:pt x="63" y="79"/>
                </a:lnTo>
                <a:lnTo>
                  <a:pt x="62" y="80"/>
                </a:lnTo>
                <a:lnTo>
                  <a:pt x="61" y="80"/>
                </a:lnTo>
                <a:lnTo>
                  <a:pt x="61" y="79"/>
                </a:lnTo>
                <a:lnTo>
                  <a:pt x="60" y="80"/>
                </a:lnTo>
                <a:lnTo>
                  <a:pt x="60" y="78"/>
                </a:lnTo>
                <a:lnTo>
                  <a:pt x="61" y="77"/>
                </a:lnTo>
                <a:lnTo>
                  <a:pt x="62" y="76"/>
                </a:lnTo>
                <a:lnTo>
                  <a:pt x="61" y="76"/>
                </a:lnTo>
                <a:lnTo>
                  <a:pt x="61" y="75"/>
                </a:lnTo>
                <a:lnTo>
                  <a:pt x="61" y="74"/>
                </a:lnTo>
                <a:lnTo>
                  <a:pt x="62" y="74"/>
                </a:lnTo>
                <a:lnTo>
                  <a:pt x="62" y="73"/>
                </a:lnTo>
                <a:lnTo>
                  <a:pt x="62" y="72"/>
                </a:lnTo>
                <a:lnTo>
                  <a:pt x="63" y="72"/>
                </a:lnTo>
                <a:lnTo>
                  <a:pt x="63" y="71"/>
                </a:lnTo>
                <a:lnTo>
                  <a:pt x="63" y="70"/>
                </a:lnTo>
                <a:lnTo>
                  <a:pt x="63" y="69"/>
                </a:lnTo>
                <a:lnTo>
                  <a:pt x="64" y="69"/>
                </a:lnTo>
                <a:lnTo>
                  <a:pt x="64" y="68"/>
                </a:lnTo>
                <a:lnTo>
                  <a:pt x="63" y="68"/>
                </a:lnTo>
                <a:lnTo>
                  <a:pt x="64" y="66"/>
                </a:lnTo>
                <a:lnTo>
                  <a:pt x="65" y="66"/>
                </a:lnTo>
                <a:lnTo>
                  <a:pt x="65" y="65"/>
                </a:lnTo>
                <a:lnTo>
                  <a:pt x="65" y="64"/>
                </a:lnTo>
                <a:lnTo>
                  <a:pt x="65" y="63"/>
                </a:lnTo>
                <a:lnTo>
                  <a:pt x="66" y="63"/>
                </a:lnTo>
                <a:lnTo>
                  <a:pt x="68" y="63"/>
                </a:lnTo>
                <a:lnTo>
                  <a:pt x="68" y="64"/>
                </a:lnTo>
                <a:lnTo>
                  <a:pt x="69" y="64"/>
                </a:lnTo>
                <a:lnTo>
                  <a:pt x="69" y="63"/>
                </a:lnTo>
                <a:lnTo>
                  <a:pt x="70" y="61"/>
                </a:lnTo>
                <a:lnTo>
                  <a:pt x="69" y="61"/>
                </a:lnTo>
                <a:lnTo>
                  <a:pt x="70" y="60"/>
                </a:lnTo>
                <a:lnTo>
                  <a:pt x="70" y="61"/>
                </a:lnTo>
                <a:lnTo>
                  <a:pt x="71" y="61"/>
                </a:lnTo>
                <a:lnTo>
                  <a:pt x="72" y="61"/>
                </a:lnTo>
                <a:lnTo>
                  <a:pt x="72" y="60"/>
                </a:lnTo>
                <a:lnTo>
                  <a:pt x="74" y="60"/>
                </a:lnTo>
                <a:lnTo>
                  <a:pt x="75" y="61"/>
                </a:lnTo>
                <a:lnTo>
                  <a:pt x="76" y="60"/>
                </a:lnTo>
                <a:lnTo>
                  <a:pt x="77" y="59"/>
                </a:lnTo>
                <a:lnTo>
                  <a:pt x="78" y="59"/>
                </a:lnTo>
                <a:lnTo>
                  <a:pt x="78" y="60"/>
                </a:lnTo>
                <a:lnTo>
                  <a:pt x="79" y="60"/>
                </a:lnTo>
                <a:lnTo>
                  <a:pt x="79" y="61"/>
                </a:lnTo>
                <a:lnTo>
                  <a:pt x="80" y="61"/>
                </a:lnTo>
                <a:lnTo>
                  <a:pt x="81" y="61"/>
                </a:lnTo>
                <a:lnTo>
                  <a:pt x="81" y="60"/>
                </a:lnTo>
                <a:lnTo>
                  <a:pt x="82" y="60"/>
                </a:lnTo>
                <a:lnTo>
                  <a:pt x="84" y="60"/>
                </a:lnTo>
                <a:lnTo>
                  <a:pt x="84" y="61"/>
                </a:lnTo>
                <a:lnTo>
                  <a:pt x="84" y="62"/>
                </a:lnTo>
                <a:lnTo>
                  <a:pt x="85" y="63"/>
                </a:lnTo>
                <a:lnTo>
                  <a:pt x="86" y="64"/>
                </a:lnTo>
                <a:lnTo>
                  <a:pt x="87" y="64"/>
                </a:lnTo>
                <a:lnTo>
                  <a:pt x="88" y="65"/>
                </a:lnTo>
                <a:lnTo>
                  <a:pt x="88" y="66"/>
                </a:lnTo>
                <a:lnTo>
                  <a:pt x="87" y="66"/>
                </a:lnTo>
                <a:lnTo>
                  <a:pt x="88" y="67"/>
                </a:lnTo>
                <a:lnTo>
                  <a:pt x="90" y="67"/>
                </a:lnTo>
                <a:lnTo>
                  <a:pt x="90" y="66"/>
                </a:lnTo>
                <a:lnTo>
                  <a:pt x="90" y="65"/>
                </a:lnTo>
                <a:lnTo>
                  <a:pt x="90" y="64"/>
                </a:lnTo>
                <a:lnTo>
                  <a:pt x="92" y="64"/>
                </a:lnTo>
                <a:lnTo>
                  <a:pt x="92" y="65"/>
                </a:lnTo>
                <a:lnTo>
                  <a:pt x="91" y="65"/>
                </a:lnTo>
                <a:lnTo>
                  <a:pt x="91" y="66"/>
                </a:lnTo>
                <a:lnTo>
                  <a:pt x="92" y="67"/>
                </a:lnTo>
                <a:lnTo>
                  <a:pt x="93" y="67"/>
                </a:lnTo>
                <a:lnTo>
                  <a:pt x="93" y="66"/>
                </a:lnTo>
                <a:lnTo>
                  <a:pt x="94" y="66"/>
                </a:lnTo>
                <a:lnTo>
                  <a:pt x="95" y="66"/>
                </a:lnTo>
                <a:lnTo>
                  <a:pt x="96" y="67"/>
                </a:lnTo>
                <a:lnTo>
                  <a:pt x="97" y="67"/>
                </a:lnTo>
                <a:lnTo>
                  <a:pt x="97" y="66"/>
                </a:lnTo>
                <a:lnTo>
                  <a:pt x="98" y="67"/>
                </a:lnTo>
                <a:lnTo>
                  <a:pt x="99" y="67"/>
                </a:lnTo>
                <a:lnTo>
                  <a:pt x="99" y="68"/>
                </a:lnTo>
                <a:lnTo>
                  <a:pt x="100" y="68"/>
                </a:lnTo>
                <a:lnTo>
                  <a:pt x="100" y="69"/>
                </a:lnTo>
                <a:lnTo>
                  <a:pt x="101" y="70"/>
                </a:lnTo>
                <a:lnTo>
                  <a:pt x="101" y="71"/>
                </a:lnTo>
                <a:lnTo>
                  <a:pt x="100" y="73"/>
                </a:lnTo>
                <a:lnTo>
                  <a:pt x="100" y="74"/>
                </a:lnTo>
                <a:lnTo>
                  <a:pt x="99" y="74"/>
                </a:lnTo>
                <a:lnTo>
                  <a:pt x="99" y="76"/>
                </a:lnTo>
                <a:lnTo>
                  <a:pt x="100" y="77"/>
                </a:lnTo>
                <a:lnTo>
                  <a:pt x="101" y="77"/>
                </a:lnTo>
                <a:lnTo>
                  <a:pt x="102" y="77"/>
                </a:lnTo>
                <a:lnTo>
                  <a:pt x="102" y="78"/>
                </a:lnTo>
                <a:lnTo>
                  <a:pt x="103" y="79"/>
                </a:lnTo>
                <a:lnTo>
                  <a:pt x="104" y="79"/>
                </a:lnTo>
                <a:lnTo>
                  <a:pt x="104" y="80"/>
                </a:lnTo>
                <a:lnTo>
                  <a:pt x="105" y="80"/>
                </a:lnTo>
                <a:lnTo>
                  <a:pt x="106" y="81"/>
                </a:lnTo>
                <a:lnTo>
                  <a:pt x="106" y="82"/>
                </a:lnTo>
                <a:lnTo>
                  <a:pt x="107" y="83"/>
                </a:lnTo>
                <a:lnTo>
                  <a:pt x="106" y="85"/>
                </a:lnTo>
                <a:lnTo>
                  <a:pt x="106" y="84"/>
                </a:lnTo>
                <a:lnTo>
                  <a:pt x="105" y="84"/>
                </a:lnTo>
                <a:lnTo>
                  <a:pt x="105" y="85"/>
                </a:lnTo>
                <a:lnTo>
                  <a:pt x="106" y="85"/>
                </a:lnTo>
                <a:lnTo>
                  <a:pt x="106" y="86"/>
                </a:lnTo>
                <a:lnTo>
                  <a:pt x="106" y="87"/>
                </a:lnTo>
                <a:lnTo>
                  <a:pt x="107" y="88"/>
                </a:lnTo>
                <a:lnTo>
                  <a:pt x="107" y="89"/>
                </a:lnTo>
                <a:lnTo>
                  <a:pt x="108" y="89"/>
                </a:lnTo>
                <a:lnTo>
                  <a:pt x="110" y="89"/>
                </a:lnTo>
                <a:lnTo>
                  <a:pt x="110" y="90"/>
                </a:lnTo>
                <a:lnTo>
                  <a:pt x="110" y="91"/>
                </a:lnTo>
                <a:lnTo>
                  <a:pt x="111" y="92"/>
                </a:lnTo>
                <a:lnTo>
                  <a:pt x="112" y="92"/>
                </a:lnTo>
                <a:lnTo>
                  <a:pt x="113" y="92"/>
                </a:lnTo>
                <a:lnTo>
                  <a:pt x="113" y="93"/>
                </a:lnTo>
                <a:lnTo>
                  <a:pt x="113" y="94"/>
                </a:lnTo>
                <a:lnTo>
                  <a:pt x="114" y="95"/>
                </a:lnTo>
                <a:lnTo>
                  <a:pt x="115" y="96"/>
                </a:lnTo>
                <a:lnTo>
                  <a:pt x="115" y="97"/>
                </a:lnTo>
                <a:lnTo>
                  <a:pt x="117" y="97"/>
                </a:lnTo>
                <a:lnTo>
                  <a:pt x="118" y="97"/>
                </a:lnTo>
                <a:lnTo>
                  <a:pt x="118" y="96"/>
                </a:lnTo>
                <a:lnTo>
                  <a:pt x="118" y="95"/>
                </a:lnTo>
                <a:lnTo>
                  <a:pt x="119" y="95"/>
                </a:lnTo>
                <a:lnTo>
                  <a:pt x="119" y="96"/>
                </a:lnTo>
                <a:lnTo>
                  <a:pt x="120" y="96"/>
                </a:lnTo>
                <a:lnTo>
                  <a:pt x="121" y="95"/>
                </a:lnTo>
                <a:lnTo>
                  <a:pt x="121" y="94"/>
                </a:lnTo>
                <a:lnTo>
                  <a:pt x="122" y="93"/>
                </a:lnTo>
                <a:lnTo>
                  <a:pt x="123" y="93"/>
                </a:lnTo>
                <a:lnTo>
                  <a:pt x="123" y="94"/>
                </a:lnTo>
                <a:lnTo>
                  <a:pt x="124" y="95"/>
                </a:lnTo>
                <a:lnTo>
                  <a:pt x="125" y="95"/>
                </a:lnTo>
                <a:lnTo>
                  <a:pt x="125" y="94"/>
                </a:lnTo>
                <a:lnTo>
                  <a:pt x="125" y="93"/>
                </a:lnTo>
                <a:lnTo>
                  <a:pt x="126" y="92"/>
                </a:lnTo>
                <a:lnTo>
                  <a:pt x="128" y="92"/>
                </a:lnTo>
                <a:lnTo>
                  <a:pt x="129" y="91"/>
                </a:lnTo>
                <a:lnTo>
                  <a:pt x="130" y="91"/>
                </a:lnTo>
                <a:lnTo>
                  <a:pt x="131" y="90"/>
                </a:lnTo>
                <a:lnTo>
                  <a:pt x="131" y="89"/>
                </a:lnTo>
                <a:lnTo>
                  <a:pt x="132" y="89"/>
                </a:lnTo>
                <a:lnTo>
                  <a:pt x="132" y="90"/>
                </a:lnTo>
                <a:lnTo>
                  <a:pt x="134" y="90"/>
                </a:lnTo>
                <a:lnTo>
                  <a:pt x="135" y="90"/>
                </a:lnTo>
                <a:lnTo>
                  <a:pt x="135" y="89"/>
                </a:lnTo>
                <a:lnTo>
                  <a:pt x="136" y="89"/>
                </a:lnTo>
                <a:lnTo>
                  <a:pt x="137" y="88"/>
                </a:lnTo>
                <a:lnTo>
                  <a:pt x="137" y="87"/>
                </a:lnTo>
                <a:lnTo>
                  <a:pt x="138" y="87"/>
                </a:lnTo>
                <a:lnTo>
                  <a:pt x="139" y="88"/>
                </a:lnTo>
                <a:lnTo>
                  <a:pt x="140" y="88"/>
                </a:lnTo>
                <a:lnTo>
                  <a:pt x="140" y="87"/>
                </a:lnTo>
                <a:lnTo>
                  <a:pt x="140" y="86"/>
                </a:lnTo>
                <a:lnTo>
                  <a:pt x="140" y="83"/>
                </a:lnTo>
                <a:lnTo>
                  <a:pt x="141" y="83"/>
                </a:lnTo>
                <a:lnTo>
                  <a:pt x="142" y="82"/>
                </a:lnTo>
                <a:lnTo>
                  <a:pt x="142" y="81"/>
                </a:lnTo>
                <a:lnTo>
                  <a:pt x="143" y="81"/>
                </a:lnTo>
                <a:lnTo>
                  <a:pt x="144" y="81"/>
                </a:lnTo>
                <a:lnTo>
                  <a:pt x="144" y="80"/>
                </a:lnTo>
                <a:lnTo>
                  <a:pt x="145" y="80"/>
                </a:lnTo>
                <a:lnTo>
                  <a:pt x="145" y="81"/>
                </a:lnTo>
                <a:lnTo>
                  <a:pt x="146" y="81"/>
                </a:lnTo>
                <a:lnTo>
                  <a:pt x="147" y="81"/>
                </a:lnTo>
                <a:lnTo>
                  <a:pt x="148" y="80"/>
                </a:lnTo>
                <a:lnTo>
                  <a:pt x="148" y="79"/>
                </a:lnTo>
                <a:lnTo>
                  <a:pt x="149" y="79"/>
                </a:lnTo>
                <a:lnTo>
                  <a:pt x="149" y="80"/>
                </a:lnTo>
                <a:lnTo>
                  <a:pt x="150" y="80"/>
                </a:lnTo>
                <a:lnTo>
                  <a:pt x="151" y="79"/>
                </a:lnTo>
                <a:lnTo>
                  <a:pt x="151" y="78"/>
                </a:lnTo>
                <a:lnTo>
                  <a:pt x="151" y="77"/>
                </a:lnTo>
                <a:lnTo>
                  <a:pt x="151" y="76"/>
                </a:lnTo>
                <a:lnTo>
                  <a:pt x="152" y="76"/>
                </a:lnTo>
                <a:lnTo>
                  <a:pt x="153" y="76"/>
                </a:lnTo>
                <a:lnTo>
                  <a:pt x="153" y="77"/>
                </a:lnTo>
                <a:lnTo>
                  <a:pt x="154" y="77"/>
                </a:lnTo>
                <a:lnTo>
                  <a:pt x="155" y="77"/>
                </a:lnTo>
                <a:lnTo>
                  <a:pt x="155" y="78"/>
                </a:lnTo>
                <a:lnTo>
                  <a:pt x="156" y="78"/>
                </a:lnTo>
                <a:lnTo>
                  <a:pt x="158" y="79"/>
                </a:lnTo>
                <a:lnTo>
                  <a:pt x="159" y="79"/>
                </a:lnTo>
                <a:lnTo>
                  <a:pt x="159" y="77"/>
                </a:lnTo>
                <a:lnTo>
                  <a:pt x="159" y="76"/>
                </a:lnTo>
                <a:lnTo>
                  <a:pt x="159" y="74"/>
                </a:lnTo>
                <a:lnTo>
                  <a:pt x="159" y="73"/>
                </a:lnTo>
                <a:lnTo>
                  <a:pt x="159" y="72"/>
                </a:lnTo>
                <a:lnTo>
                  <a:pt x="159" y="71"/>
                </a:lnTo>
                <a:lnTo>
                  <a:pt x="159" y="70"/>
                </a:lnTo>
                <a:lnTo>
                  <a:pt x="159" y="69"/>
                </a:lnTo>
                <a:lnTo>
                  <a:pt x="158" y="69"/>
                </a:lnTo>
                <a:lnTo>
                  <a:pt x="157" y="69"/>
                </a:lnTo>
                <a:lnTo>
                  <a:pt x="157" y="68"/>
                </a:lnTo>
                <a:lnTo>
                  <a:pt x="156" y="67"/>
                </a:lnTo>
                <a:lnTo>
                  <a:pt x="156" y="66"/>
                </a:lnTo>
                <a:lnTo>
                  <a:pt x="155" y="66"/>
                </a:lnTo>
                <a:lnTo>
                  <a:pt x="155" y="65"/>
                </a:lnTo>
                <a:lnTo>
                  <a:pt x="155" y="64"/>
                </a:lnTo>
                <a:lnTo>
                  <a:pt x="155" y="63"/>
                </a:lnTo>
                <a:lnTo>
                  <a:pt x="154" y="62"/>
                </a:lnTo>
                <a:lnTo>
                  <a:pt x="153" y="61"/>
                </a:lnTo>
                <a:lnTo>
                  <a:pt x="153" y="60"/>
                </a:lnTo>
                <a:lnTo>
                  <a:pt x="152" y="60"/>
                </a:lnTo>
                <a:lnTo>
                  <a:pt x="152" y="59"/>
                </a:lnTo>
                <a:lnTo>
                  <a:pt x="152" y="58"/>
                </a:lnTo>
                <a:lnTo>
                  <a:pt x="151" y="57"/>
                </a:lnTo>
                <a:lnTo>
                  <a:pt x="150" y="57"/>
                </a:lnTo>
                <a:lnTo>
                  <a:pt x="149" y="57"/>
                </a:lnTo>
                <a:lnTo>
                  <a:pt x="150" y="56"/>
                </a:lnTo>
                <a:lnTo>
                  <a:pt x="149" y="55"/>
                </a:lnTo>
                <a:lnTo>
                  <a:pt x="149" y="52"/>
                </a:lnTo>
                <a:lnTo>
                  <a:pt x="150" y="51"/>
                </a:lnTo>
                <a:lnTo>
                  <a:pt x="151" y="50"/>
                </a:lnTo>
                <a:lnTo>
                  <a:pt x="152" y="50"/>
                </a:lnTo>
                <a:lnTo>
                  <a:pt x="152" y="49"/>
                </a:lnTo>
                <a:lnTo>
                  <a:pt x="151" y="49"/>
                </a:lnTo>
                <a:lnTo>
                  <a:pt x="151" y="48"/>
                </a:lnTo>
                <a:lnTo>
                  <a:pt x="150" y="47"/>
                </a:lnTo>
                <a:lnTo>
                  <a:pt x="150" y="46"/>
                </a:lnTo>
                <a:lnTo>
                  <a:pt x="150" y="45"/>
                </a:lnTo>
                <a:lnTo>
                  <a:pt x="150" y="44"/>
                </a:lnTo>
                <a:lnTo>
                  <a:pt x="150" y="43"/>
                </a:lnTo>
                <a:lnTo>
                  <a:pt x="150" y="42"/>
                </a:lnTo>
                <a:lnTo>
                  <a:pt x="151" y="42"/>
                </a:lnTo>
                <a:lnTo>
                  <a:pt x="152" y="41"/>
                </a:lnTo>
                <a:lnTo>
                  <a:pt x="153" y="40"/>
                </a:lnTo>
                <a:lnTo>
                  <a:pt x="153" y="39"/>
                </a:lnTo>
                <a:lnTo>
                  <a:pt x="154" y="39"/>
                </a:lnTo>
                <a:lnTo>
                  <a:pt x="152" y="38"/>
                </a:lnTo>
                <a:lnTo>
                  <a:pt x="151" y="37"/>
                </a:lnTo>
                <a:lnTo>
                  <a:pt x="150" y="37"/>
                </a:lnTo>
                <a:lnTo>
                  <a:pt x="149" y="37"/>
                </a:lnTo>
                <a:lnTo>
                  <a:pt x="148" y="37"/>
                </a:lnTo>
                <a:lnTo>
                  <a:pt x="147" y="37"/>
                </a:lnTo>
                <a:lnTo>
                  <a:pt x="146" y="37"/>
                </a:lnTo>
                <a:lnTo>
                  <a:pt x="144" y="39"/>
                </a:lnTo>
                <a:lnTo>
                  <a:pt x="143" y="39"/>
                </a:lnTo>
                <a:lnTo>
                  <a:pt x="142" y="39"/>
                </a:lnTo>
                <a:lnTo>
                  <a:pt x="141" y="38"/>
                </a:lnTo>
                <a:lnTo>
                  <a:pt x="142" y="38"/>
                </a:lnTo>
                <a:lnTo>
                  <a:pt x="141" y="37"/>
                </a:lnTo>
                <a:lnTo>
                  <a:pt x="141" y="38"/>
                </a:lnTo>
                <a:lnTo>
                  <a:pt x="140" y="38"/>
                </a:lnTo>
                <a:lnTo>
                  <a:pt x="140" y="39"/>
                </a:lnTo>
                <a:lnTo>
                  <a:pt x="139" y="40"/>
                </a:lnTo>
                <a:lnTo>
                  <a:pt x="138" y="40"/>
                </a:lnTo>
                <a:lnTo>
                  <a:pt x="138" y="39"/>
                </a:lnTo>
                <a:lnTo>
                  <a:pt x="137" y="39"/>
                </a:lnTo>
                <a:lnTo>
                  <a:pt x="136" y="39"/>
                </a:lnTo>
                <a:lnTo>
                  <a:pt x="135" y="39"/>
                </a:lnTo>
                <a:lnTo>
                  <a:pt x="134" y="40"/>
                </a:lnTo>
                <a:lnTo>
                  <a:pt x="134" y="39"/>
                </a:lnTo>
                <a:lnTo>
                  <a:pt x="133" y="38"/>
                </a:lnTo>
                <a:lnTo>
                  <a:pt x="134" y="38"/>
                </a:lnTo>
                <a:lnTo>
                  <a:pt x="134" y="37"/>
                </a:lnTo>
                <a:lnTo>
                  <a:pt x="135" y="37"/>
                </a:lnTo>
                <a:lnTo>
                  <a:pt x="135" y="36"/>
                </a:lnTo>
                <a:lnTo>
                  <a:pt x="134" y="35"/>
                </a:lnTo>
                <a:lnTo>
                  <a:pt x="133" y="34"/>
                </a:lnTo>
                <a:lnTo>
                  <a:pt x="132" y="34"/>
                </a:lnTo>
                <a:lnTo>
                  <a:pt x="131" y="34"/>
                </a:lnTo>
                <a:lnTo>
                  <a:pt x="130" y="33"/>
                </a:lnTo>
                <a:lnTo>
                  <a:pt x="129" y="32"/>
                </a:lnTo>
                <a:lnTo>
                  <a:pt x="129" y="33"/>
                </a:lnTo>
                <a:lnTo>
                  <a:pt x="128" y="32"/>
                </a:lnTo>
                <a:lnTo>
                  <a:pt x="128" y="31"/>
                </a:lnTo>
                <a:lnTo>
                  <a:pt x="127" y="30"/>
                </a:lnTo>
                <a:lnTo>
                  <a:pt x="126" y="30"/>
                </a:lnTo>
                <a:lnTo>
                  <a:pt x="125" y="30"/>
                </a:lnTo>
                <a:lnTo>
                  <a:pt x="125" y="29"/>
                </a:lnTo>
                <a:lnTo>
                  <a:pt x="124" y="28"/>
                </a:lnTo>
                <a:lnTo>
                  <a:pt x="123" y="28"/>
                </a:lnTo>
                <a:lnTo>
                  <a:pt x="123" y="29"/>
                </a:lnTo>
                <a:lnTo>
                  <a:pt x="122" y="29"/>
                </a:lnTo>
                <a:lnTo>
                  <a:pt x="120" y="28"/>
                </a:lnTo>
                <a:lnTo>
                  <a:pt x="119" y="28"/>
                </a:lnTo>
                <a:lnTo>
                  <a:pt x="119" y="27"/>
                </a:lnTo>
                <a:lnTo>
                  <a:pt x="120" y="26"/>
                </a:lnTo>
                <a:lnTo>
                  <a:pt x="120" y="25"/>
                </a:lnTo>
                <a:lnTo>
                  <a:pt x="119" y="25"/>
                </a:lnTo>
                <a:lnTo>
                  <a:pt x="119" y="24"/>
                </a:lnTo>
                <a:lnTo>
                  <a:pt x="118" y="24"/>
                </a:lnTo>
                <a:lnTo>
                  <a:pt x="117" y="24"/>
                </a:lnTo>
                <a:lnTo>
                  <a:pt x="117" y="23"/>
                </a:lnTo>
                <a:lnTo>
                  <a:pt x="118" y="23"/>
                </a:lnTo>
                <a:lnTo>
                  <a:pt x="117" y="22"/>
                </a:lnTo>
                <a:lnTo>
                  <a:pt x="116" y="22"/>
                </a:lnTo>
                <a:lnTo>
                  <a:pt x="116" y="21"/>
                </a:lnTo>
                <a:lnTo>
                  <a:pt x="115" y="21"/>
                </a:lnTo>
                <a:lnTo>
                  <a:pt x="115" y="20"/>
                </a:lnTo>
                <a:lnTo>
                  <a:pt x="116" y="20"/>
                </a:lnTo>
                <a:lnTo>
                  <a:pt x="116" y="19"/>
                </a:lnTo>
                <a:lnTo>
                  <a:pt x="117" y="19"/>
                </a:lnTo>
                <a:lnTo>
                  <a:pt x="117" y="18"/>
                </a:lnTo>
                <a:lnTo>
                  <a:pt x="117" y="17"/>
                </a:lnTo>
                <a:lnTo>
                  <a:pt x="118" y="16"/>
                </a:lnTo>
                <a:lnTo>
                  <a:pt x="119" y="15"/>
                </a:lnTo>
                <a:lnTo>
                  <a:pt x="120" y="15"/>
                </a:lnTo>
                <a:lnTo>
                  <a:pt x="120" y="14"/>
                </a:lnTo>
                <a:lnTo>
                  <a:pt x="118" y="13"/>
                </a:lnTo>
                <a:lnTo>
                  <a:pt x="118" y="12"/>
                </a:lnTo>
                <a:lnTo>
                  <a:pt x="119" y="11"/>
                </a:lnTo>
                <a:lnTo>
                  <a:pt x="119" y="10"/>
                </a:lnTo>
                <a:lnTo>
                  <a:pt x="119" y="9"/>
                </a:lnTo>
                <a:lnTo>
                  <a:pt x="119" y="8"/>
                </a:lnTo>
                <a:lnTo>
                  <a:pt x="120" y="8"/>
                </a:lnTo>
                <a:lnTo>
                  <a:pt x="121" y="9"/>
                </a:lnTo>
                <a:lnTo>
                  <a:pt x="121" y="10"/>
                </a:lnTo>
                <a:lnTo>
                  <a:pt x="122" y="10"/>
                </a:lnTo>
                <a:lnTo>
                  <a:pt x="123" y="11"/>
                </a:lnTo>
                <a:lnTo>
                  <a:pt x="123" y="10"/>
                </a:lnTo>
                <a:lnTo>
                  <a:pt x="124" y="9"/>
                </a:lnTo>
                <a:lnTo>
                  <a:pt x="124" y="8"/>
                </a:lnTo>
                <a:lnTo>
                  <a:pt x="125" y="8"/>
                </a:lnTo>
                <a:lnTo>
                  <a:pt x="126" y="8"/>
                </a:lnTo>
                <a:lnTo>
                  <a:pt x="126" y="7"/>
                </a:lnTo>
                <a:lnTo>
                  <a:pt x="126" y="6"/>
                </a:lnTo>
                <a:lnTo>
                  <a:pt x="126" y="5"/>
                </a:lnTo>
                <a:lnTo>
                  <a:pt x="127" y="5"/>
                </a:lnTo>
                <a:lnTo>
                  <a:pt x="128" y="6"/>
                </a:lnTo>
                <a:lnTo>
                  <a:pt x="129" y="6"/>
                </a:lnTo>
                <a:lnTo>
                  <a:pt x="130" y="6"/>
                </a:lnTo>
                <a:lnTo>
                  <a:pt x="130" y="5"/>
                </a:lnTo>
                <a:lnTo>
                  <a:pt x="131" y="5"/>
                </a:lnTo>
                <a:lnTo>
                  <a:pt x="131" y="3"/>
                </a:lnTo>
                <a:lnTo>
                  <a:pt x="132" y="4"/>
                </a:lnTo>
                <a:lnTo>
                  <a:pt x="132" y="3"/>
                </a:lnTo>
                <a:lnTo>
                  <a:pt x="134" y="3"/>
                </a:lnTo>
                <a:lnTo>
                  <a:pt x="134" y="2"/>
                </a:lnTo>
                <a:lnTo>
                  <a:pt x="135" y="2"/>
                </a:lnTo>
                <a:lnTo>
                  <a:pt x="136" y="2"/>
                </a:lnTo>
                <a:lnTo>
                  <a:pt x="137" y="1"/>
                </a:lnTo>
                <a:lnTo>
                  <a:pt x="138" y="1"/>
                </a:lnTo>
                <a:lnTo>
                  <a:pt x="138" y="0"/>
                </a:lnTo>
                <a:lnTo>
                  <a:pt x="139" y="0"/>
                </a:lnTo>
                <a:lnTo>
                  <a:pt x="140" y="0"/>
                </a:lnTo>
                <a:lnTo>
                  <a:pt x="140" y="1"/>
                </a:lnTo>
                <a:lnTo>
                  <a:pt x="140" y="2"/>
                </a:lnTo>
                <a:lnTo>
                  <a:pt x="140" y="3"/>
                </a:lnTo>
                <a:lnTo>
                  <a:pt x="141" y="3"/>
                </a:lnTo>
                <a:lnTo>
                  <a:pt x="142" y="3"/>
                </a:lnTo>
                <a:lnTo>
                  <a:pt x="143" y="5"/>
                </a:lnTo>
                <a:lnTo>
                  <a:pt x="144" y="5"/>
                </a:lnTo>
                <a:lnTo>
                  <a:pt x="144" y="6"/>
                </a:lnTo>
                <a:lnTo>
                  <a:pt x="145" y="7"/>
                </a:lnTo>
                <a:lnTo>
                  <a:pt x="146" y="7"/>
                </a:lnTo>
                <a:lnTo>
                  <a:pt x="145" y="7"/>
                </a:lnTo>
                <a:lnTo>
                  <a:pt x="145" y="8"/>
                </a:lnTo>
                <a:lnTo>
                  <a:pt x="145" y="9"/>
                </a:lnTo>
                <a:lnTo>
                  <a:pt x="147" y="10"/>
                </a:lnTo>
                <a:lnTo>
                  <a:pt x="148" y="10"/>
                </a:lnTo>
                <a:lnTo>
                  <a:pt x="148" y="11"/>
                </a:lnTo>
                <a:lnTo>
                  <a:pt x="148" y="12"/>
                </a:lnTo>
                <a:lnTo>
                  <a:pt x="150" y="12"/>
                </a:lnTo>
                <a:lnTo>
                  <a:pt x="151" y="12"/>
                </a:lnTo>
                <a:lnTo>
                  <a:pt x="151" y="13"/>
                </a:lnTo>
                <a:lnTo>
                  <a:pt x="152" y="13"/>
                </a:lnTo>
                <a:lnTo>
                  <a:pt x="153" y="13"/>
                </a:lnTo>
                <a:lnTo>
                  <a:pt x="153" y="14"/>
                </a:lnTo>
                <a:lnTo>
                  <a:pt x="154" y="15"/>
                </a:lnTo>
                <a:lnTo>
                  <a:pt x="155" y="15"/>
                </a:lnTo>
                <a:lnTo>
                  <a:pt x="155" y="16"/>
                </a:lnTo>
                <a:lnTo>
                  <a:pt x="154" y="16"/>
                </a:lnTo>
                <a:lnTo>
                  <a:pt x="153" y="16"/>
                </a:lnTo>
                <a:lnTo>
                  <a:pt x="152" y="16"/>
                </a:lnTo>
                <a:lnTo>
                  <a:pt x="152" y="17"/>
                </a:lnTo>
                <a:lnTo>
                  <a:pt x="153" y="17"/>
                </a:lnTo>
                <a:lnTo>
                  <a:pt x="154" y="17"/>
                </a:lnTo>
                <a:lnTo>
                  <a:pt x="156" y="17"/>
                </a:lnTo>
                <a:lnTo>
                  <a:pt x="157" y="17"/>
                </a:lnTo>
                <a:lnTo>
                  <a:pt x="158" y="17"/>
                </a:lnTo>
                <a:lnTo>
                  <a:pt x="158" y="18"/>
                </a:lnTo>
                <a:lnTo>
                  <a:pt x="160" y="19"/>
                </a:lnTo>
                <a:lnTo>
                  <a:pt x="163" y="19"/>
                </a:lnTo>
                <a:lnTo>
                  <a:pt x="164" y="19"/>
                </a:lnTo>
                <a:lnTo>
                  <a:pt x="165" y="19"/>
                </a:lnTo>
                <a:lnTo>
                  <a:pt x="166" y="19"/>
                </a:lnTo>
                <a:lnTo>
                  <a:pt x="167" y="19"/>
                </a:lnTo>
                <a:lnTo>
                  <a:pt x="168" y="19"/>
                </a:lnTo>
                <a:lnTo>
                  <a:pt x="169" y="20"/>
                </a:lnTo>
                <a:lnTo>
                  <a:pt x="171" y="21"/>
                </a:lnTo>
                <a:lnTo>
                  <a:pt x="171" y="22"/>
                </a:lnTo>
                <a:lnTo>
                  <a:pt x="171" y="23"/>
                </a:lnTo>
                <a:lnTo>
                  <a:pt x="172" y="23"/>
                </a:lnTo>
                <a:lnTo>
                  <a:pt x="172" y="24"/>
                </a:lnTo>
                <a:lnTo>
                  <a:pt x="173" y="24"/>
                </a:lnTo>
                <a:lnTo>
                  <a:pt x="173" y="25"/>
                </a:lnTo>
                <a:lnTo>
                  <a:pt x="174" y="25"/>
                </a:lnTo>
                <a:lnTo>
                  <a:pt x="175" y="26"/>
                </a:lnTo>
                <a:lnTo>
                  <a:pt x="176" y="27"/>
                </a:lnTo>
                <a:lnTo>
                  <a:pt x="176" y="28"/>
                </a:lnTo>
                <a:lnTo>
                  <a:pt x="177" y="27"/>
                </a:lnTo>
                <a:lnTo>
                  <a:pt x="178" y="26"/>
                </a:lnTo>
                <a:lnTo>
                  <a:pt x="179" y="26"/>
                </a:lnTo>
                <a:lnTo>
                  <a:pt x="179" y="27"/>
                </a:lnTo>
                <a:lnTo>
                  <a:pt x="179" y="26"/>
                </a:lnTo>
                <a:lnTo>
                  <a:pt x="179" y="25"/>
                </a:lnTo>
                <a:lnTo>
                  <a:pt x="180" y="25"/>
                </a:lnTo>
                <a:lnTo>
                  <a:pt x="181" y="25"/>
                </a:lnTo>
                <a:lnTo>
                  <a:pt x="181" y="26"/>
                </a:lnTo>
                <a:lnTo>
                  <a:pt x="182" y="26"/>
                </a:lnTo>
                <a:lnTo>
                  <a:pt x="184" y="26"/>
                </a:lnTo>
                <a:lnTo>
                  <a:pt x="185" y="26"/>
                </a:lnTo>
                <a:lnTo>
                  <a:pt x="187" y="27"/>
                </a:lnTo>
                <a:lnTo>
                  <a:pt x="188" y="27"/>
                </a:lnTo>
                <a:lnTo>
                  <a:pt x="188" y="28"/>
                </a:lnTo>
                <a:lnTo>
                  <a:pt x="188" y="29"/>
                </a:lnTo>
                <a:lnTo>
                  <a:pt x="187" y="29"/>
                </a:lnTo>
                <a:lnTo>
                  <a:pt x="187" y="30"/>
                </a:lnTo>
                <a:lnTo>
                  <a:pt x="188" y="30"/>
                </a:lnTo>
                <a:lnTo>
                  <a:pt x="189" y="30"/>
                </a:lnTo>
                <a:lnTo>
                  <a:pt x="189" y="31"/>
                </a:lnTo>
                <a:lnTo>
                  <a:pt x="189" y="32"/>
                </a:lnTo>
                <a:lnTo>
                  <a:pt x="189" y="33"/>
                </a:lnTo>
                <a:lnTo>
                  <a:pt x="188" y="33"/>
                </a:lnTo>
                <a:lnTo>
                  <a:pt x="188" y="34"/>
                </a:lnTo>
                <a:lnTo>
                  <a:pt x="189" y="34"/>
                </a:lnTo>
                <a:lnTo>
                  <a:pt x="189" y="35"/>
                </a:lnTo>
                <a:lnTo>
                  <a:pt x="189" y="36"/>
                </a:lnTo>
                <a:lnTo>
                  <a:pt x="188" y="36"/>
                </a:lnTo>
                <a:lnTo>
                  <a:pt x="188" y="37"/>
                </a:lnTo>
                <a:lnTo>
                  <a:pt x="189" y="38"/>
                </a:lnTo>
                <a:lnTo>
                  <a:pt x="189" y="39"/>
                </a:lnTo>
                <a:lnTo>
                  <a:pt x="190" y="39"/>
                </a:lnTo>
                <a:lnTo>
                  <a:pt x="191" y="40"/>
                </a:lnTo>
                <a:lnTo>
                  <a:pt x="191" y="41"/>
                </a:lnTo>
                <a:lnTo>
                  <a:pt x="192" y="41"/>
                </a:lnTo>
                <a:lnTo>
                  <a:pt x="192" y="40"/>
                </a:lnTo>
                <a:lnTo>
                  <a:pt x="193" y="40"/>
                </a:lnTo>
                <a:lnTo>
                  <a:pt x="193" y="41"/>
                </a:lnTo>
                <a:lnTo>
                  <a:pt x="193" y="42"/>
                </a:lnTo>
                <a:lnTo>
                  <a:pt x="194" y="42"/>
                </a:lnTo>
                <a:lnTo>
                  <a:pt x="195" y="42"/>
                </a:lnTo>
                <a:lnTo>
                  <a:pt x="195" y="43"/>
                </a:lnTo>
                <a:lnTo>
                  <a:pt x="195" y="44"/>
                </a:lnTo>
                <a:lnTo>
                  <a:pt x="195" y="46"/>
                </a:lnTo>
                <a:lnTo>
                  <a:pt x="194" y="47"/>
                </a:lnTo>
                <a:lnTo>
                  <a:pt x="194" y="48"/>
                </a:lnTo>
                <a:lnTo>
                  <a:pt x="193" y="48"/>
                </a:lnTo>
                <a:lnTo>
                  <a:pt x="193" y="50"/>
                </a:lnTo>
                <a:lnTo>
                  <a:pt x="194" y="50"/>
                </a:lnTo>
                <a:lnTo>
                  <a:pt x="195" y="50"/>
                </a:lnTo>
                <a:lnTo>
                  <a:pt x="197" y="51"/>
                </a:lnTo>
                <a:lnTo>
                  <a:pt x="197" y="52"/>
                </a:lnTo>
                <a:lnTo>
                  <a:pt x="198" y="52"/>
                </a:lnTo>
                <a:lnTo>
                  <a:pt x="199" y="52"/>
                </a:lnTo>
                <a:lnTo>
                  <a:pt x="200" y="53"/>
                </a:lnTo>
                <a:lnTo>
                  <a:pt x="200" y="54"/>
                </a:lnTo>
                <a:lnTo>
                  <a:pt x="201" y="54"/>
                </a:lnTo>
                <a:lnTo>
                  <a:pt x="202" y="54"/>
                </a:lnTo>
                <a:lnTo>
                  <a:pt x="203" y="54"/>
                </a:lnTo>
                <a:lnTo>
                  <a:pt x="203" y="55"/>
                </a:lnTo>
                <a:lnTo>
                  <a:pt x="203" y="56"/>
                </a:lnTo>
                <a:lnTo>
                  <a:pt x="202" y="56"/>
                </a:lnTo>
                <a:lnTo>
                  <a:pt x="202" y="57"/>
                </a:lnTo>
                <a:lnTo>
                  <a:pt x="203" y="57"/>
                </a:lnTo>
                <a:lnTo>
                  <a:pt x="204" y="57"/>
                </a:lnTo>
                <a:lnTo>
                  <a:pt x="205" y="57"/>
                </a:lnTo>
                <a:lnTo>
                  <a:pt x="205" y="58"/>
                </a:lnTo>
                <a:lnTo>
                  <a:pt x="204" y="59"/>
                </a:lnTo>
                <a:lnTo>
                  <a:pt x="206" y="59"/>
                </a:lnTo>
                <a:lnTo>
                  <a:pt x="207" y="59"/>
                </a:lnTo>
                <a:lnTo>
                  <a:pt x="207" y="60"/>
                </a:lnTo>
                <a:lnTo>
                  <a:pt x="208" y="60"/>
                </a:lnTo>
                <a:lnTo>
                  <a:pt x="210" y="60"/>
                </a:lnTo>
                <a:lnTo>
                  <a:pt x="211" y="60"/>
                </a:lnTo>
                <a:lnTo>
                  <a:pt x="212" y="60"/>
                </a:lnTo>
                <a:lnTo>
                  <a:pt x="213" y="60"/>
                </a:lnTo>
                <a:lnTo>
                  <a:pt x="214" y="60"/>
                </a:lnTo>
                <a:lnTo>
                  <a:pt x="215" y="59"/>
                </a:lnTo>
                <a:lnTo>
                  <a:pt x="216" y="59"/>
                </a:lnTo>
                <a:lnTo>
                  <a:pt x="217" y="59"/>
                </a:lnTo>
                <a:lnTo>
                  <a:pt x="217" y="60"/>
                </a:lnTo>
                <a:lnTo>
                  <a:pt x="218" y="60"/>
                </a:lnTo>
                <a:lnTo>
                  <a:pt x="219" y="60"/>
                </a:lnTo>
                <a:lnTo>
                  <a:pt x="219" y="59"/>
                </a:lnTo>
                <a:lnTo>
                  <a:pt x="220" y="58"/>
                </a:lnTo>
                <a:lnTo>
                  <a:pt x="221" y="58"/>
                </a:lnTo>
                <a:lnTo>
                  <a:pt x="223" y="58"/>
                </a:lnTo>
                <a:lnTo>
                  <a:pt x="224" y="59"/>
                </a:lnTo>
                <a:lnTo>
                  <a:pt x="225" y="59"/>
                </a:lnTo>
                <a:lnTo>
                  <a:pt x="225" y="60"/>
                </a:lnTo>
                <a:lnTo>
                  <a:pt x="224" y="61"/>
                </a:lnTo>
                <a:lnTo>
                  <a:pt x="225" y="61"/>
                </a:lnTo>
                <a:lnTo>
                  <a:pt x="226" y="61"/>
                </a:lnTo>
                <a:lnTo>
                  <a:pt x="226" y="62"/>
                </a:lnTo>
                <a:lnTo>
                  <a:pt x="227" y="62"/>
                </a:lnTo>
                <a:lnTo>
                  <a:pt x="227" y="63"/>
                </a:lnTo>
                <a:lnTo>
                  <a:pt x="227" y="64"/>
                </a:lnTo>
                <a:lnTo>
                  <a:pt x="228" y="64"/>
                </a:lnTo>
                <a:lnTo>
                  <a:pt x="228" y="65"/>
                </a:lnTo>
                <a:lnTo>
                  <a:pt x="229" y="65"/>
                </a:lnTo>
                <a:lnTo>
                  <a:pt x="230" y="65"/>
                </a:lnTo>
                <a:lnTo>
                  <a:pt x="230" y="64"/>
                </a:lnTo>
                <a:lnTo>
                  <a:pt x="231" y="64"/>
                </a:lnTo>
                <a:lnTo>
                  <a:pt x="232" y="64"/>
                </a:lnTo>
                <a:lnTo>
                  <a:pt x="232" y="63"/>
                </a:lnTo>
                <a:lnTo>
                  <a:pt x="233" y="63"/>
                </a:lnTo>
                <a:lnTo>
                  <a:pt x="234" y="62"/>
                </a:lnTo>
                <a:lnTo>
                  <a:pt x="235" y="62"/>
                </a:lnTo>
                <a:lnTo>
                  <a:pt x="236" y="62"/>
                </a:lnTo>
                <a:lnTo>
                  <a:pt x="237" y="61"/>
                </a:lnTo>
                <a:lnTo>
                  <a:pt x="238" y="61"/>
                </a:lnTo>
                <a:lnTo>
                  <a:pt x="239" y="62"/>
                </a:lnTo>
                <a:lnTo>
                  <a:pt x="240" y="62"/>
                </a:lnTo>
                <a:lnTo>
                  <a:pt x="240" y="64"/>
                </a:lnTo>
                <a:lnTo>
                  <a:pt x="240" y="65"/>
                </a:lnTo>
                <a:lnTo>
                  <a:pt x="240" y="66"/>
                </a:lnTo>
                <a:lnTo>
                  <a:pt x="241" y="66"/>
                </a:lnTo>
                <a:lnTo>
                  <a:pt x="242" y="67"/>
                </a:lnTo>
                <a:lnTo>
                  <a:pt x="242" y="68"/>
                </a:lnTo>
                <a:lnTo>
                  <a:pt x="242" y="69"/>
                </a:lnTo>
                <a:lnTo>
                  <a:pt x="243" y="69"/>
                </a:lnTo>
                <a:lnTo>
                  <a:pt x="244" y="68"/>
                </a:lnTo>
                <a:lnTo>
                  <a:pt x="244" y="67"/>
                </a:lnTo>
                <a:lnTo>
                  <a:pt x="245" y="67"/>
                </a:lnTo>
                <a:lnTo>
                  <a:pt x="246" y="67"/>
                </a:lnTo>
                <a:lnTo>
                  <a:pt x="246" y="66"/>
                </a:lnTo>
                <a:lnTo>
                  <a:pt x="246" y="65"/>
                </a:lnTo>
                <a:lnTo>
                  <a:pt x="247" y="65"/>
                </a:lnTo>
                <a:lnTo>
                  <a:pt x="246" y="65"/>
                </a:lnTo>
                <a:lnTo>
                  <a:pt x="246" y="64"/>
                </a:lnTo>
                <a:lnTo>
                  <a:pt x="246" y="63"/>
                </a:lnTo>
                <a:lnTo>
                  <a:pt x="247" y="64"/>
                </a:lnTo>
                <a:lnTo>
                  <a:pt x="249" y="66"/>
                </a:lnTo>
                <a:lnTo>
                  <a:pt x="250" y="66"/>
                </a:lnTo>
                <a:lnTo>
                  <a:pt x="250" y="67"/>
                </a:lnTo>
                <a:lnTo>
                  <a:pt x="251" y="67"/>
                </a:lnTo>
                <a:lnTo>
                  <a:pt x="251" y="68"/>
                </a:lnTo>
                <a:lnTo>
                  <a:pt x="250" y="70"/>
                </a:lnTo>
                <a:lnTo>
                  <a:pt x="251" y="71"/>
                </a:lnTo>
                <a:lnTo>
                  <a:pt x="251" y="72"/>
                </a:lnTo>
                <a:lnTo>
                  <a:pt x="252" y="72"/>
                </a:lnTo>
                <a:lnTo>
                  <a:pt x="252" y="73"/>
                </a:lnTo>
                <a:lnTo>
                  <a:pt x="251" y="73"/>
                </a:lnTo>
                <a:lnTo>
                  <a:pt x="251" y="74"/>
                </a:lnTo>
                <a:lnTo>
                  <a:pt x="252" y="74"/>
                </a:lnTo>
                <a:lnTo>
                  <a:pt x="253" y="74"/>
                </a:lnTo>
                <a:lnTo>
                  <a:pt x="253" y="75"/>
                </a:lnTo>
                <a:lnTo>
                  <a:pt x="254" y="76"/>
                </a:lnTo>
                <a:lnTo>
                  <a:pt x="254" y="77"/>
                </a:lnTo>
                <a:lnTo>
                  <a:pt x="254" y="78"/>
                </a:lnTo>
                <a:lnTo>
                  <a:pt x="255" y="79"/>
                </a:lnTo>
                <a:lnTo>
                  <a:pt x="256" y="79"/>
                </a:lnTo>
                <a:lnTo>
                  <a:pt x="256" y="78"/>
                </a:lnTo>
                <a:lnTo>
                  <a:pt x="257" y="78"/>
                </a:lnTo>
                <a:lnTo>
                  <a:pt x="259" y="78"/>
                </a:lnTo>
                <a:lnTo>
                  <a:pt x="259" y="79"/>
                </a:lnTo>
                <a:lnTo>
                  <a:pt x="259" y="80"/>
                </a:lnTo>
                <a:lnTo>
                  <a:pt x="259" y="81"/>
                </a:lnTo>
                <a:lnTo>
                  <a:pt x="259" y="82"/>
                </a:lnTo>
                <a:lnTo>
                  <a:pt x="259" y="83"/>
                </a:lnTo>
                <a:lnTo>
                  <a:pt x="259" y="84"/>
                </a:lnTo>
                <a:lnTo>
                  <a:pt x="258" y="85"/>
                </a:lnTo>
                <a:lnTo>
                  <a:pt x="259" y="86"/>
                </a:lnTo>
                <a:lnTo>
                  <a:pt x="259" y="87"/>
                </a:lnTo>
                <a:lnTo>
                  <a:pt x="258" y="88"/>
                </a:lnTo>
                <a:lnTo>
                  <a:pt x="258" y="89"/>
                </a:lnTo>
                <a:lnTo>
                  <a:pt x="258" y="90"/>
                </a:lnTo>
                <a:lnTo>
                  <a:pt x="258" y="91"/>
                </a:lnTo>
                <a:lnTo>
                  <a:pt x="257" y="93"/>
                </a:lnTo>
                <a:lnTo>
                  <a:pt x="256" y="93"/>
                </a:lnTo>
                <a:lnTo>
                  <a:pt x="256" y="94"/>
                </a:lnTo>
                <a:lnTo>
                  <a:pt x="257" y="94"/>
                </a:lnTo>
                <a:lnTo>
                  <a:pt x="257" y="95"/>
                </a:lnTo>
                <a:lnTo>
                  <a:pt x="258" y="95"/>
                </a:lnTo>
                <a:lnTo>
                  <a:pt x="259" y="96"/>
                </a:lnTo>
                <a:lnTo>
                  <a:pt x="260" y="96"/>
                </a:lnTo>
                <a:lnTo>
                  <a:pt x="260" y="95"/>
                </a:lnTo>
                <a:lnTo>
                  <a:pt x="261" y="95"/>
                </a:lnTo>
                <a:lnTo>
                  <a:pt x="262" y="95"/>
                </a:lnTo>
                <a:lnTo>
                  <a:pt x="262" y="94"/>
                </a:lnTo>
                <a:lnTo>
                  <a:pt x="263" y="94"/>
                </a:lnTo>
                <a:lnTo>
                  <a:pt x="264" y="94"/>
                </a:lnTo>
                <a:lnTo>
                  <a:pt x="265" y="94"/>
                </a:lnTo>
                <a:lnTo>
                  <a:pt x="266" y="94"/>
                </a:lnTo>
                <a:lnTo>
                  <a:pt x="267" y="94"/>
                </a:lnTo>
                <a:lnTo>
                  <a:pt x="270" y="94"/>
                </a:lnTo>
                <a:lnTo>
                  <a:pt x="270" y="95"/>
                </a:lnTo>
                <a:lnTo>
                  <a:pt x="271" y="95"/>
                </a:lnTo>
                <a:lnTo>
                  <a:pt x="272" y="95"/>
                </a:lnTo>
                <a:lnTo>
                  <a:pt x="272" y="94"/>
                </a:lnTo>
                <a:lnTo>
                  <a:pt x="273" y="94"/>
                </a:lnTo>
                <a:lnTo>
                  <a:pt x="274" y="94"/>
                </a:lnTo>
                <a:lnTo>
                  <a:pt x="274" y="95"/>
                </a:lnTo>
                <a:lnTo>
                  <a:pt x="275" y="95"/>
                </a:lnTo>
                <a:lnTo>
                  <a:pt x="278" y="95"/>
                </a:lnTo>
                <a:lnTo>
                  <a:pt x="278" y="94"/>
                </a:lnTo>
                <a:lnTo>
                  <a:pt x="278" y="93"/>
                </a:lnTo>
                <a:lnTo>
                  <a:pt x="278" y="92"/>
                </a:lnTo>
                <a:lnTo>
                  <a:pt x="278" y="91"/>
                </a:lnTo>
                <a:lnTo>
                  <a:pt x="279" y="92"/>
                </a:lnTo>
                <a:lnTo>
                  <a:pt x="280" y="92"/>
                </a:lnTo>
                <a:lnTo>
                  <a:pt x="280" y="93"/>
                </a:lnTo>
                <a:lnTo>
                  <a:pt x="282" y="93"/>
                </a:lnTo>
                <a:lnTo>
                  <a:pt x="283" y="93"/>
                </a:lnTo>
                <a:lnTo>
                  <a:pt x="284" y="93"/>
                </a:lnTo>
                <a:lnTo>
                  <a:pt x="284" y="94"/>
                </a:lnTo>
                <a:lnTo>
                  <a:pt x="285" y="94"/>
                </a:lnTo>
                <a:lnTo>
                  <a:pt x="285" y="93"/>
                </a:lnTo>
                <a:lnTo>
                  <a:pt x="286" y="93"/>
                </a:lnTo>
                <a:lnTo>
                  <a:pt x="286" y="92"/>
                </a:lnTo>
                <a:lnTo>
                  <a:pt x="287" y="92"/>
                </a:lnTo>
                <a:lnTo>
                  <a:pt x="288" y="91"/>
                </a:lnTo>
                <a:lnTo>
                  <a:pt x="289" y="91"/>
                </a:lnTo>
                <a:lnTo>
                  <a:pt x="291" y="91"/>
                </a:lnTo>
                <a:lnTo>
                  <a:pt x="292" y="91"/>
                </a:lnTo>
                <a:lnTo>
                  <a:pt x="292" y="90"/>
                </a:lnTo>
                <a:lnTo>
                  <a:pt x="293" y="91"/>
                </a:lnTo>
                <a:lnTo>
                  <a:pt x="293" y="92"/>
                </a:lnTo>
                <a:lnTo>
                  <a:pt x="294" y="92"/>
                </a:lnTo>
                <a:lnTo>
                  <a:pt x="295" y="93"/>
                </a:lnTo>
                <a:lnTo>
                  <a:pt x="296" y="93"/>
                </a:lnTo>
                <a:lnTo>
                  <a:pt x="297" y="92"/>
                </a:lnTo>
                <a:lnTo>
                  <a:pt x="297" y="93"/>
                </a:lnTo>
                <a:lnTo>
                  <a:pt x="298" y="93"/>
                </a:lnTo>
                <a:lnTo>
                  <a:pt x="299" y="93"/>
                </a:lnTo>
                <a:lnTo>
                  <a:pt x="299" y="94"/>
                </a:lnTo>
                <a:lnTo>
                  <a:pt x="298" y="94"/>
                </a:lnTo>
                <a:lnTo>
                  <a:pt x="297" y="94"/>
                </a:lnTo>
                <a:lnTo>
                  <a:pt x="296" y="95"/>
                </a:lnTo>
                <a:lnTo>
                  <a:pt x="297" y="97"/>
                </a:lnTo>
                <a:lnTo>
                  <a:pt x="297" y="98"/>
                </a:lnTo>
                <a:lnTo>
                  <a:pt x="297" y="100"/>
                </a:lnTo>
                <a:lnTo>
                  <a:pt x="297" y="101"/>
                </a:lnTo>
                <a:lnTo>
                  <a:pt x="297" y="102"/>
                </a:lnTo>
                <a:lnTo>
                  <a:pt x="296" y="103"/>
                </a:lnTo>
                <a:lnTo>
                  <a:pt x="295" y="103"/>
                </a:lnTo>
                <a:lnTo>
                  <a:pt x="294" y="104"/>
                </a:lnTo>
                <a:lnTo>
                  <a:pt x="293" y="105"/>
                </a:lnTo>
                <a:lnTo>
                  <a:pt x="293" y="106"/>
                </a:lnTo>
                <a:lnTo>
                  <a:pt x="292" y="106"/>
                </a:lnTo>
                <a:lnTo>
                  <a:pt x="292" y="107"/>
                </a:lnTo>
                <a:lnTo>
                  <a:pt x="293" y="107"/>
                </a:lnTo>
                <a:lnTo>
                  <a:pt x="293" y="108"/>
                </a:lnTo>
                <a:lnTo>
                  <a:pt x="293" y="109"/>
                </a:lnTo>
                <a:lnTo>
                  <a:pt x="292" y="110"/>
                </a:lnTo>
                <a:lnTo>
                  <a:pt x="292" y="112"/>
                </a:lnTo>
                <a:lnTo>
                  <a:pt x="292" y="114"/>
                </a:lnTo>
                <a:lnTo>
                  <a:pt x="292" y="116"/>
                </a:lnTo>
                <a:lnTo>
                  <a:pt x="292" y="117"/>
                </a:lnTo>
                <a:lnTo>
                  <a:pt x="292" y="121"/>
                </a:lnTo>
                <a:lnTo>
                  <a:pt x="291" y="120"/>
                </a:lnTo>
                <a:lnTo>
                  <a:pt x="290" y="120"/>
                </a:lnTo>
                <a:lnTo>
                  <a:pt x="289" y="120"/>
                </a:lnTo>
                <a:lnTo>
                  <a:pt x="288" y="119"/>
                </a:lnTo>
                <a:lnTo>
                  <a:pt x="287" y="119"/>
                </a:lnTo>
                <a:lnTo>
                  <a:pt x="286" y="119"/>
                </a:lnTo>
                <a:lnTo>
                  <a:pt x="286" y="120"/>
                </a:lnTo>
                <a:lnTo>
                  <a:pt x="286" y="121"/>
                </a:lnTo>
                <a:lnTo>
                  <a:pt x="285" y="122"/>
                </a:lnTo>
                <a:lnTo>
                  <a:pt x="284" y="124"/>
                </a:lnTo>
                <a:lnTo>
                  <a:pt x="284" y="125"/>
                </a:lnTo>
                <a:lnTo>
                  <a:pt x="284" y="126"/>
                </a:lnTo>
                <a:lnTo>
                  <a:pt x="284" y="127"/>
                </a:lnTo>
                <a:lnTo>
                  <a:pt x="284" y="128"/>
                </a:lnTo>
                <a:lnTo>
                  <a:pt x="285" y="129"/>
                </a:lnTo>
                <a:lnTo>
                  <a:pt x="285" y="130"/>
                </a:lnTo>
                <a:lnTo>
                  <a:pt x="284" y="131"/>
                </a:lnTo>
                <a:lnTo>
                  <a:pt x="284" y="132"/>
                </a:lnTo>
                <a:lnTo>
                  <a:pt x="283" y="133"/>
                </a:lnTo>
                <a:lnTo>
                  <a:pt x="282" y="134"/>
                </a:lnTo>
                <a:lnTo>
                  <a:pt x="281" y="134"/>
                </a:lnTo>
                <a:lnTo>
                  <a:pt x="281" y="133"/>
                </a:lnTo>
                <a:lnTo>
                  <a:pt x="279" y="133"/>
                </a:lnTo>
                <a:lnTo>
                  <a:pt x="279" y="134"/>
                </a:lnTo>
                <a:lnTo>
                  <a:pt x="280" y="135"/>
                </a:lnTo>
                <a:lnTo>
                  <a:pt x="281" y="135"/>
                </a:lnTo>
                <a:lnTo>
                  <a:pt x="281" y="136"/>
                </a:lnTo>
                <a:lnTo>
                  <a:pt x="281" y="137"/>
                </a:lnTo>
                <a:lnTo>
                  <a:pt x="281" y="138"/>
                </a:lnTo>
                <a:lnTo>
                  <a:pt x="281" y="139"/>
                </a:lnTo>
                <a:lnTo>
                  <a:pt x="280" y="139"/>
                </a:lnTo>
                <a:lnTo>
                  <a:pt x="280" y="140"/>
                </a:lnTo>
                <a:lnTo>
                  <a:pt x="280" y="141"/>
                </a:lnTo>
                <a:lnTo>
                  <a:pt x="279" y="141"/>
                </a:lnTo>
                <a:lnTo>
                  <a:pt x="278" y="141"/>
                </a:lnTo>
                <a:lnTo>
                  <a:pt x="278" y="142"/>
                </a:lnTo>
                <a:lnTo>
                  <a:pt x="277" y="142"/>
                </a:lnTo>
                <a:lnTo>
                  <a:pt x="277" y="143"/>
                </a:lnTo>
                <a:lnTo>
                  <a:pt x="277" y="144"/>
                </a:lnTo>
                <a:lnTo>
                  <a:pt x="277" y="145"/>
                </a:lnTo>
                <a:lnTo>
                  <a:pt x="277" y="146"/>
                </a:lnTo>
                <a:lnTo>
                  <a:pt x="278" y="146"/>
                </a:lnTo>
                <a:lnTo>
                  <a:pt x="279" y="146"/>
                </a:lnTo>
                <a:lnTo>
                  <a:pt x="280" y="146"/>
                </a:lnTo>
                <a:lnTo>
                  <a:pt x="281" y="147"/>
                </a:lnTo>
                <a:lnTo>
                  <a:pt x="281" y="148"/>
                </a:lnTo>
                <a:lnTo>
                  <a:pt x="280" y="149"/>
                </a:lnTo>
                <a:lnTo>
                  <a:pt x="281" y="151"/>
                </a:lnTo>
                <a:lnTo>
                  <a:pt x="282" y="151"/>
                </a:lnTo>
                <a:lnTo>
                  <a:pt x="283" y="151"/>
                </a:lnTo>
                <a:lnTo>
                  <a:pt x="283" y="152"/>
                </a:lnTo>
                <a:lnTo>
                  <a:pt x="282" y="152"/>
                </a:lnTo>
                <a:lnTo>
                  <a:pt x="283" y="152"/>
                </a:lnTo>
                <a:lnTo>
                  <a:pt x="284" y="153"/>
                </a:lnTo>
                <a:lnTo>
                  <a:pt x="285" y="153"/>
                </a:lnTo>
                <a:lnTo>
                  <a:pt x="285" y="154"/>
                </a:lnTo>
                <a:lnTo>
                  <a:pt x="285" y="155"/>
                </a:lnTo>
                <a:lnTo>
                  <a:pt x="286" y="155"/>
                </a:lnTo>
                <a:lnTo>
                  <a:pt x="286" y="154"/>
                </a:lnTo>
                <a:lnTo>
                  <a:pt x="288" y="154"/>
                </a:lnTo>
                <a:lnTo>
                  <a:pt x="288" y="155"/>
                </a:lnTo>
                <a:lnTo>
                  <a:pt x="289" y="155"/>
                </a:lnTo>
                <a:lnTo>
                  <a:pt x="289" y="154"/>
                </a:lnTo>
                <a:lnTo>
                  <a:pt x="290" y="154"/>
                </a:lnTo>
                <a:lnTo>
                  <a:pt x="291" y="153"/>
                </a:lnTo>
                <a:lnTo>
                  <a:pt x="292" y="153"/>
                </a:lnTo>
                <a:lnTo>
                  <a:pt x="293" y="153"/>
                </a:lnTo>
                <a:lnTo>
                  <a:pt x="294" y="152"/>
                </a:lnTo>
                <a:lnTo>
                  <a:pt x="295" y="152"/>
                </a:lnTo>
                <a:lnTo>
                  <a:pt x="296" y="152"/>
                </a:lnTo>
                <a:lnTo>
                  <a:pt x="296" y="151"/>
                </a:lnTo>
                <a:lnTo>
                  <a:pt x="297" y="151"/>
                </a:lnTo>
                <a:lnTo>
                  <a:pt x="296" y="151"/>
                </a:lnTo>
                <a:lnTo>
                  <a:pt x="296" y="150"/>
                </a:lnTo>
                <a:lnTo>
                  <a:pt x="296" y="149"/>
                </a:lnTo>
                <a:lnTo>
                  <a:pt x="297" y="148"/>
                </a:lnTo>
                <a:lnTo>
                  <a:pt x="297" y="147"/>
                </a:lnTo>
                <a:lnTo>
                  <a:pt x="298" y="147"/>
                </a:lnTo>
                <a:lnTo>
                  <a:pt x="300" y="148"/>
                </a:lnTo>
                <a:lnTo>
                  <a:pt x="301" y="148"/>
                </a:lnTo>
                <a:lnTo>
                  <a:pt x="301" y="149"/>
                </a:lnTo>
                <a:lnTo>
                  <a:pt x="302" y="150"/>
                </a:lnTo>
                <a:lnTo>
                  <a:pt x="302" y="151"/>
                </a:lnTo>
                <a:lnTo>
                  <a:pt x="302" y="152"/>
                </a:lnTo>
                <a:lnTo>
                  <a:pt x="302" y="153"/>
                </a:lnTo>
                <a:lnTo>
                  <a:pt x="302" y="154"/>
                </a:lnTo>
                <a:lnTo>
                  <a:pt x="302" y="155"/>
                </a:lnTo>
                <a:lnTo>
                  <a:pt x="302" y="156"/>
                </a:lnTo>
                <a:lnTo>
                  <a:pt x="302" y="157"/>
                </a:lnTo>
                <a:lnTo>
                  <a:pt x="302" y="158"/>
                </a:lnTo>
                <a:lnTo>
                  <a:pt x="301" y="158"/>
                </a:lnTo>
                <a:lnTo>
                  <a:pt x="300" y="158"/>
                </a:lnTo>
                <a:lnTo>
                  <a:pt x="301" y="159"/>
                </a:lnTo>
                <a:lnTo>
                  <a:pt x="301" y="158"/>
                </a:lnTo>
                <a:lnTo>
                  <a:pt x="302" y="158"/>
                </a:lnTo>
                <a:lnTo>
                  <a:pt x="302" y="159"/>
                </a:lnTo>
                <a:lnTo>
                  <a:pt x="302" y="160"/>
                </a:lnTo>
                <a:lnTo>
                  <a:pt x="301" y="160"/>
                </a:lnTo>
                <a:lnTo>
                  <a:pt x="302" y="161"/>
                </a:lnTo>
                <a:lnTo>
                  <a:pt x="303" y="162"/>
                </a:lnTo>
                <a:lnTo>
                  <a:pt x="302" y="162"/>
                </a:lnTo>
                <a:lnTo>
                  <a:pt x="301" y="162"/>
                </a:lnTo>
                <a:lnTo>
                  <a:pt x="301" y="163"/>
                </a:lnTo>
                <a:lnTo>
                  <a:pt x="302" y="163"/>
                </a:lnTo>
                <a:lnTo>
                  <a:pt x="303" y="163"/>
                </a:lnTo>
                <a:lnTo>
                  <a:pt x="303" y="164"/>
                </a:lnTo>
                <a:lnTo>
                  <a:pt x="304" y="164"/>
                </a:lnTo>
                <a:lnTo>
                  <a:pt x="304" y="166"/>
                </a:lnTo>
                <a:lnTo>
                  <a:pt x="304" y="169"/>
                </a:lnTo>
                <a:lnTo>
                  <a:pt x="304" y="170"/>
                </a:lnTo>
                <a:lnTo>
                  <a:pt x="305" y="170"/>
                </a:lnTo>
                <a:lnTo>
                  <a:pt x="305" y="171"/>
                </a:lnTo>
                <a:lnTo>
                  <a:pt x="305" y="172"/>
                </a:lnTo>
                <a:lnTo>
                  <a:pt x="306" y="172"/>
                </a:lnTo>
                <a:lnTo>
                  <a:pt x="307" y="172"/>
                </a:lnTo>
                <a:lnTo>
                  <a:pt x="309" y="172"/>
                </a:lnTo>
                <a:lnTo>
                  <a:pt x="310" y="173"/>
                </a:lnTo>
                <a:lnTo>
                  <a:pt x="309" y="174"/>
                </a:lnTo>
                <a:lnTo>
                  <a:pt x="309" y="175"/>
                </a:lnTo>
                <a:lnTo>
                  <a:pt x="308" y="175"/>
                </a:lnTo>
                <a:lnTo>
                  <a:pt x="307" y="175"/>
                </a:lnTo>
                <a:lnTo>
                  <a:pt x="306" y="175"/>
                </a:lnTo>
                <a:lnTo>
                  <a:pt x="304" y="176"/>
                </a:lnTo>
                <a:lnTo>
                  <a:pt x="303" y="176"/>
                </a:lnTo>
                <a:lnTo>
                  <a:pt x="303" y="177"/>
                </a:lnTo>
                <a:lnTo>
                  <a:pt x="303" y="179"/>
                </a:lnTo>
                <a:lnTo>
                  <a:pt x="303" y="180"/>
                </a:lnTo>
                <a:lnTo>
                  <a:pt x="304" y="181"/>
                </a:lnTo>
                <a:lnTo>
                  <a:pt x="304" y="182"/>
                </a:lnTo>
                <a:lnTo>
                  <a:pt x="304" y="184"/>
                </a:lnTo>
                <a:lnTo>
                  <a:pt x="305" y="185"/>
                </a:lnTo>
                <a:lnTo>
                  <a:pt x="305" y="184"/>
                </a:lnTo>
                <a:lnTo>
                  <a:pt x="306" y="184"/>
                </a:lnTo>
                <a:lnTo>
                  <a:pt x="307" y="184"/>
                </a:lnTo>
                <a:lnTo>
                  <a:pt x="308" y="184"/>
                </a:lnTo>
                <a:lnTo>
                  <a:pt x="308" y="185"/>
                </a:lnTo>
                <a:lnTo>
                  <a:pt x="309" y="185"/>
                </a:lnTo>
                <a:lnTo>
                  <a:pt x="309" y="186"/>
                </a:lnTo>
                <a:lnTo>
                  <a:pt x="310" y="188"/>
                </a:lnTo>
                <a:lnTo>
                  <a:pt x="310" y="189"/>
                </a:lnTo>
                <a:lnTo>
                  <a:pt x="309" y="189"/>
                </a:lnTo>
                <a:lnTo>
                  <a:pt x="309" y="190"/>
                </a:lnTo>
                <a:lnTo>
                  <a:pt x="309" y="191"/>
                </a:lnTo>
                <a:lnTo>
                  <a:pt x="309" y="192"/>
                </a:lnTo>
                <a:lnTo>
                  <a:pt x="310" y="192"/>
                </a:lnTo>
                <a:lnTo>
                  <a:pt x="311" y="192"/>
                </a:lnTo>
                <a:lnTo>
                  <a:pt x="311" y="193"/>
                </a:lnTo>
                <a:lnTo>
                  <a:pt x="311" y="194"/>
                </a:lnTo>
                <a:lnTo>
                  <a:pt x="312" y="194"/>
                </a:lnTo>
                <a:lnTo>
                  <a:pt x="312" y="193"/>
                </a:lnTo>
                <a:lnTo>
                  <a:pt x="313" y="193"/>
                </a:lnTo>
                <a:lnTo>
                  <a:pt x="313" y="192"/>
                </a:lnTo>
                <a:lnTo>
                  <a:pt x="314" y="192"/>
                </a:lnTo>
                <a:lnTo>
                  <a:pt x="315" y="192"/>
                </a:lnTo>
                <a:lnTo>
                  <a:pt x="315" y="193"/>
                </a:lnTo>
                <a:lnTo>
                  <a:pt x="316" y="194"/>
                </a:lnTo>
                <a:lnTo>
                  <a:pt x="316" y="195"/>
                </a:lnTo>
                <a:lnTo>
                  <a:pt x="315" y="196"/>
                </a:lnTo>
                <a:lnTo>
                  <a:pt x="315" y="197"/>
                </a:lnTo>
                <a:lnTo>
                  <a:pt x="315" y="198"/>
                </a:lnTo>
                <a:lnTo>
                  <a:pt x="316" y="198"/>
                </a:lnTo>
                <a:lnTo>
                  <a:pt x="317" y="198"/>
                </a:lnTo>
                <a:lnTo>
                  <a:pt x="318" y="198"/>
                </a:lnTo>
                <a:lnTo>
                  <a:pt x="319" y="198"/>
                </a:lnTo>
                <a:lnTo>
                  <a:pt x="320" y="198"/>
                </a:lnTo>
                <a:lnTo>
                  <a:pt x="321" y="198"/>
                </a:lnTo>
                <a:lnTo>
                  <a:pt x="321" y="197"/>
                </a:lnTo>
                <a:lnTo>
                  <a:pt x="322" y="196"/>
                </a:lnTo>
                <a:lnTo>
                  <a:pt x="323" y="196"/>
                </a:lnTo>
                <a:lnTo>
                  <a:pt x="323" y="195"/>
                </a:lnTo>
                <a:lnTo>
                  <a:pt x="323" y="196"/>
                </a:lnTo>
                <a:lnTo>
                  <a:pt x="323" y="197"/>
                </a:lnTo>
                <a:lnTo>
                  <a:pt x="324" y="197"/>
                </a:lnTo>
                <a:lnTo>
                  <a:pt x="324" y="198"/>
                </a:lnTo>
                <a:lnTo>
                  <a:pt x="326" y="198"/>
                </a:lnTo>
                <a:lnTo>
                  <a:pt x="327" y="198"/>
                </a:lnTo>
                <a:lnTo>
                  <a:pt x="329" y="197"/>
                </a:lnTo>
                <a:lnTo>
                  <a:pt x="330" y="197"/>
                </a:lnTo>
                <a:lnTo>
                  <a:pt x="331" y="197"/>
                </a:lnTo>
                <a:lnTo>
                  <a:pt x="332" y="197"/>
                </a:lnTo>
                <a:lnTo>
                  <a:pt x="333" y="197"/>
                </a:lnTo>
                <a:lnTo>
                  <a:pt x="334" y="198"/>
                </a:lnTo>
                <a:lnTo>
                  <a:pt x="337" y="197"/>
                </a:lnTo>
                <a:lnTo>
                  <a:pt x="337" y="196"/>
                </a:lnTo>
                <a:lnTo>
                  <a:pt x="338" y="196"/>
                </a:lnTo>
                <a:lnTo>
                  <a:pt x="340" y="195"/>
                </a:lnTo>
                <a:lnTo>
                  <a:pt x="341" y="196"/>
                </a:lnTo>
                <a:lnTo>
                  <a:pt x="343" y="197"/>
                </a:lnTo>
                <a:lnTo>
                  <a:pt x="344" y="197"/>
                </a:lnTo>
                <a:lnTo>
                  <a:pt x="345" y="198"/>
                </a:lnTo>
                <a:lnTo>
                  <a:pt x="346" y="198"/>
                </a:lnTo>
                <a:lnTo>
                  <a:pt x="348" y="197"/>
                </a:lnTo>
                <a:lnTo>
                  <a:pt x="348" y="196"/>
                </a:lnTo>
                <a:lnTo>
                  <a:pt x="349" y="196"/>
                </a:lnTo>
                <a:lnTo>
                  <a:pt x="350" y="196"/>
                </a:lnTo>
                <a:lnTo>
                  <a:pt x="351" y="196"/>
                </a:lnTo>
                <a:lnTo>
                  <a:pt x="350" y="196"/>
                </a:lnTo>
                <a:lnTo>
                  <a:pt x="350" y="195"/>
                </a:lnTo>
                <a:lnTo>
                  <a:pt x="350" y="194"/>
                </a:lnTo>
                <a:lnTo>
                  <a:pt x="349" y="194"/>
                </a:lnTo>
                <a:lnTo>
                  <a:pt x="349" y="193"/>
                </a:lnTo>
                <a:lnTo>
                  <a:pt x="348" y="193"/>
                </a:lnTo>
                <a:lnTo>
                  <a:pt x="348" y="192"/>
                </a:lnTo>
                <a:lnTo>
                  <a:pt x="349" y="191"/>
                </a:lnTo>
                <a:lnTo>
                  <a:pt x="348" y="191"/>
                </a:lnTo>
                <a:lnTo>
                  <a:pt x="348" y="190"/>
                </a:lnTo>
                <a:lnTo>
                  <a:pt x="349" y="190"/>
                </a:lnTo>
                <a:lnTo>
                  <a:pt x="349" y="189"/>
                </a:lnTo>
                <a:lnTo>
                  <a:pt x="349" y="188"/>
                </a:lnTo>
                <a:lnTo>
                  <a:pt x="349" y="187"/>
                </a:lnTo>
                <a:lnTo>
                  <a:pt x="349" y="186"/>
                </a:lnTo>
                <a:lnTo>
                  <a:pt x="349" y="185"/>
                </a:lnTo>
                <a:lnTo>
                  <a:pt x="349" y="184"/>
                </a:lnTo>
                <a:lnTo>
                  <a:pt x="350" y="184"/>
                </a:lnTo>
                <a:lnTo>
                  <a:pt x="351" y="184"/>
                </a:lnTo>
                <a:lnTo>
                  <a:pt x="352" y="184"/>
                </a:lnTo>
                <a:lnTo>
                  <a:pt x="352" y="185"/>
                </a:lnTo>
                <a:lnTo>
                  <a:pt x="353" y="185"/>
                </a:lnTo>
                <a:lnTo>
                  <a:pt x="354" y="184"/>
                </a:lnTo>
                <a:lnTo>
                  <a:pt x="355" y="184"/>
                </a:lnTo>
                <a:lnTo>
                  <a:pt x="355" y="182"/>
                </a:lnTo>
                <a:lnTo>
                  <a:pt x="355" y="181"/>
                </a:lnTo>
                <a:lnTo>
                  <a:pt x="355" y="179"/>
                </a:lnTo>
                <a:lnTo>
                  <a:pt x="355" y="178"/>
                </a:lnTo>
                <a:lnTo>
                  <a:pt x="356" y="177"/>
                </a:lnTo>
                <a:lnTo>
                  <a:pt x="357" y="178"/>
                </a:lnTo>
                <a:lnTo>
                  <a:pt x="358" y="177"/>
                </a:lnTo>
                <a:lnTo>
                  <a:pt x="359" y="176"/>
                </a:lnTo>
                <a:lnTo>
                  <a:pt x="358" y="176"/>
                </a:lnTo>
                <a:lnTo>
                  <a:pt x="358" y="175"/>
                </a:lnTo>
                <a:lnTo>
                  <a:pt x="359" y="173"/>
                </a:lnTo>
                <a:lnTo>
                  <a:pt x="360" y="173"/>
                </a:lnTo>
                <a:lnTo>
                  <a:pt x="363" y="173"/>
                </a:lnTo>
                <a:lnTo>
                  <a:pt x="362" y="174"/>
                </a:lnTo>
                <a:lnTo>
                  <a:pt x="362" y="175"/>
                </a:lnTo>
                <a:lnTo>
                  <a:pt x="363" y="175"/>
                </a:lnTo>
                <a:lnTo>
                  <a:pt x="364" y="175"/>
                </a:lnTo>
                <a:lnTo>
                  <a:pt x="365" y="175"/>
                </a:lnTo>
                <a:lnTo>
                  <a:pt x="366" y="175"/>
                </a:lnTo>
                <a:lnTo>
                  <a:pt x="366" y="176"/>
                </a:lnTo>
                <a:lnTo>
                  <a:pt x="367" y="175"/>
                </a:lnTo>
                <a:lnTo>
                  <a:pt x="369" y="175"/>
                </a:lnTo>
                <a:lnTo>
                  <a:pt x="370" y="174"/>
                </a:lnTo>
                <a:lnTo>
                  <a:pt x="371" y="174"/>
                </a:lnTo>
                <a:lnTo>
                  <a:pt x="371" y="173"/>
                </a:lnTo>
                <a:lnTo>
                  <a:pt x="372" y="173"/>
                </a:lnTo>
                <a:lnTo>
                  <a:pt x="373" y="173"/>
                </a:lnTo>
                <a:lnTo>
                  <a:pt x="374" y="174"/>
                </a:lnTo>
                <a:lnTo>
                  <a:pt x="374" y="175"/>
                </a:lnTo>
                <a:lnTo>
                  <a:pt x="375" y="175"/>
                </a:lnTo>
                <a:lnTo>
                  <a:pt x="375" y="177"/>
                </a:lnTo>
                <a:lnTo>
                  <a:pt x="374" y="177"/>
                </a:lnTo>
                <a:lnTo>
                  <a:pt x="373" y="178"/>
                </a:lnTo>
                <a:lnTo>
                  <a:pt x="374" y="179"/>
                </a:lnTo>
                <a:lnTo>
                  <a:pt x="375" y="179"/>
                </a:lnTo>
                <a:lnTo>
                  <a:pt x="376" y="179"/>
                </a:lnTo>
                <a:lnTo>
                  <a:pt x="376" y="178"/>
                </a:lnTo>
                <a:lnTo>
                  <a:pt x="376" y="180"/>
                </a:lnTo>
                <a:lnTo>
                  <a:pt x="377" y="181"/>
                </a:lnTo>
                <a:lnTo>
                  <a:pt x="377" y="182"/>
                </a:lnTo>
                <a:lnTo>
                  <a:pt x="377" y="183"/>
                </a:lnTo>
                <a:lnTo>
                  <a:pt x="378" y="183"/>
                </a:lnTo>
                <a:lnTo>
                  <a:pt x="379" y="183"/>
                </a:lnTo>
                <a:lnTo>
                  <a:pt x="379" y="184"/>
                </a:lnTo>
                <a:lnTo>
                  <a:pt x="380" y="184"/>
                </a:lnTo>
                <a:lnTo>
                  <a:pt x="380" y="185"/>
                </a:lnTo>
                <a:lnTo>
                  <a:pt x="381" y="186"/>
                </a:lnTo>
                <a:lnTo>
                  <a:pt x="382" y="187"/>
                </a:lnTo>
                <a:lnTo>
                  <a:pt x="383" y="187"/>
                </a:lnTo>
                <a:lnTo>
                  <a:pt x="384" y="187"/>
                </a:lnTo>
                <a:lnTo>
                  <a:pt x="388" y="187"/>
                </a:lnTo>
                <a:lnTo>
                  <a:pt x="389" y="187"/>
                </a:lnTo>
                <a:lnTo>
                  <a:pt x="389" y="188"/>
                </a:lnTo>
                <a:lnTo>
                  <a:pt x="389" y="189"/>
                </a:lnTo>
                <a:lnTo>
                  <a:pt x="389" y="190"/>
                </a:lnTo>
                <a:lnTo>
                  <a:pt x="390" y="190"/>
                </a:lnTo>
                <a:lnTo>
                  <a:pt x="390" y="191"/>
                </a:lnTo>
                <a:lnTo>
                  <a:pt x="390" y="192"/>
                </a:lnTo>
                <a:lnTo>
                  <a:pt x="390" y="193"/>
                </a:lnTo>
                <a:lnTo>
                  <a:pt x="390" y="194"/>
                </a:lnTo>
                <a:lnTo>
                  <a:pt x="391" y="195"/>
                </a:lnTo>
                <a:lnTo>
                  <a:pt x="391" y="197"/>
                </a:lnTo>
                <a:lnTo>
                  <a:pt x="391" y="199"/>
                </a:lnTo>
                <a:lnTo>
                  <a:pt x="391" y="202"/>
                </a:lnTo>
                <a:lnTo>
                  <a:pt x="391" y="203"/>
                </a:lnTo>
                <a:lnTo>
                  <a:pt x="391" y="206"/>
                </a:lnTo>
                <a:lnTo>
                  <a:pt x="391" y="207"/>
                </a:lnTo>
                <a:lnTo>
                  <a:pt x="392" y="207"/>
                </a:lnTo>
                <a:lnTo>
                  <a:pt x="391" y="208"/>
                </a:lnTo>
                <a:lnTo>
                  <a:pt x="391" y="209"/>
                </a:lnTo>
                <a:lnTo>
                  <a:pt x="392" y="209"/>
                </a:lnTo>
                <a:lnTo>
                  <a:pt x="393" y="209"/>
                </a:lnTo>
                <a:lnTo>
                  <a:pt x="393" y="210"/>
                </a:lnTo>
                <a:lnTo>
                  <a:pt x="392" y="210"/>
                </a:lnTo>
                <a:lnTo>
                  <a:pt x="392" y="211"/>
                </a:lnTo>
                <a:lnTo>
                  <a:pt x="392" y="212"/>
                </a:lnTo>
                <a:lnTo>
                  <a:pt x="391" y="213"/>
                </a:lnTo>
                <a:lnTo>
                  <a:pt x="390" y="212"/>
                </a:lnTo>
                <a:lnTo>
                  <a:pt x="389" y="212"/>
                </a:lnTo>
                <a:lnTo>
                  <a:pt x="389" y="211"/>
                </a:lnTo>
                <a:lnTo>
                  <a:pt x="389" y="210"/>
                </a:lnTo>
                <a:lnTo>
                  <a:pt x="388" y="210"/>
                </a:lnTo>
                <a:lnTo>
                  <a:pt x="388" y="211"/>
                </a:lnTo>
                <a:lnTo>
                  <a:pt x="388" y="212"/>
                </a:lnTo>
                <a:lnTo>
                  <a:pt x="388" y="213"/>
                </a:lnTo>
                <a:lnTo>
                  <a:pt x="387" y="214"/>
                </a:lnTo>
                <a:lnTo>
                  <a:pt x="386" y="215"/>
                </a:lnTo>
                <a:lnTo>
                  <a:pt x="387" y="216"/>
                </a:lnTo>
                <a:lnTo>
                  <a:pt x="387" y="217"/>
                </a:lnTo>
                <a:lnTo>
                  <a:pt x="386" y="217"/>
                </a:lnTo>
                <a:lnTo>
                  <a:pt x="386" y="218"/>
                </a:lnTo>
                <a:lnTo>
                  <a:pt x="386" y="219"/>
                </a:lnTo>
                <a:lnTo>
                  <a:pt x="386" y="220"/>
                </a:lnTo>
                <a:lnTo>
                  <a:pt x="385" y="221"/>
                </a:lnTo>
                <a:lnTo>
                  <a:pt x="384" y="221"/>
                </a:lnTo>
                <a:lnTo>
                  <a:pt x="383" y="222"/>
                </a:lnTo>
                <a:lnTo>
                  <a:pt x="381" y="223"/>
                </a:lnTo>
                <a:lnTo>
                  <a:pt x="380" y="223"/>
                </a:lnTo>
                <a:lnTo>
                  <a:pt x="380" y="224"/>
                </a:lnTo>
                <a:lnTo>
                  <a:pt x="380" y="225"/>
                </a:lnTo>
                <a:lnTo>
                  <a:pt x="379" y="225"/>
                </a:lnTo>
                <a:lnTo>
                  <a:pt x="379" y="224"/>
                </a:lnTo>
                <a:lnTo>
                  <a:pt x="378" y="22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8" name=""/>
          <p:cNvSpPr/>
          <p:nvPr/>
        </p:nvSpPr>
        <p:spPr>
          <a:xfrm>
            <a:off x="4534920" y="4266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9" name=""/>
          <p:cNvSpPr/>
          <p:nvPr/>
        </p:nvSpPr>
        <p:spPr>
          <a:xfrm>
            <a:off x="4535640" y="42660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0" name=""/>
          <p:cNvSpPr/>
          <p:nvPr/>
        </p:nvSpPr>
        <p:spPr>
          <a:xfrm>
            <a:off x="4543200" y="42609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1" name=""/>
          <p:cNvSpPr/>
          <p:nvPr/>
        </p:nvSpPr>
        <p:spPr>
          <a:xfrm>
            <a:off x="4548600" y="42595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2" name=""/>
          <p:cNvSpPr/>
          <p:nvPr/>
        </p:nvSpPr>
        <p:spPr>
          <a:xfrm>
            <a:off x="4547880" y="42595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3" name=""/>
          <p:cNvSpPr/>
          <p:nvPr/>
        </p:nvSpPr>
        <p:spPr>
          <a:xfrm>
            <a:off x="4548960" y="4259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4" name=""/>
          <p:cNvSpPr/>
          <p:nvPr/>
        </p:nvSpPr>
        <p:spPr>
          <a:xfrm>
            <a:off x="4547160" y="42588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5" name=""/>
          <p:cNvSpPr/>
          <p:nvPr/>
        </p:nvSpPr>
        <p:spPr>
          <a:xfrm>
            <a:off x="4550040" y="42584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6" name=""/>
          <p:cNvSpPr/>
          <p:nvPr/>
        </p:nvSpPr>
        <p:spPr>
          <a:xfrm>
            <a:off x="4539600" y="4254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7" name=""/>
          <p:cNvSpPr/>
          <p:nvPr/>
        </p:nvSpPr>
        <p:spPr>
          <a:xfrm>
            <a:off x="4562640" y="42390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8" name=""/>
          <p:cNvSpPr/>
          <p:nvPr/>
        </p:nvSpPr>
        <p:spPr>
          <a:xfrm>
            <a:off x="4560120" y="42375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9" name=""/>
          <p:cNvSpPr/>
          <p:nvPr/>
        </p:nvSpPr>
        <p:spPr>
          <a:xfrm>
            <a:off x="4563360" y="42368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0" name=""/>
          <p:cNvSpPr/>
          <p:nvPr/>
        </p:nvSpPr>
        <p:spPr>
          <a:xfrm>
            <a:off x="4555080" y="42364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1" name=""/>
          <p:cNvSpPr/>
          <p:nvPr/>
        </p:nvSpPr>
        <p:spPr>
          <a:xfrm>
            <a:off x="4556160" y="423612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0"/>
                </a:moveTo>
                <a:lnTo>
                  <a:pt x="5" y="2"/>
                </a:lnTo>
                <a:lnTo>
                  <a:pt x="4" y="2"/>
                </a:ln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2" name=""/>
          <p:cNvSpPr/>
          <p:nvPr/>
        </p:nvSpPr>
        <p:spPr>
          <a:xfrm>
            <a:off x="4565160" y="423504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4" y="4"/>
                </a:move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7" y="1"/>
                </a:lnTo>
                <a:lnTo>
                  <a:pt x="5" y="4"/>
                </a:ln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3" name=""/>
          <p:cNvSpPr/>
          <p:nvPr/>
        </p:nvSpPr>
        <p:spPr>
          <a:xfrm>
            <a:off x="4559760" y="42346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4" name=""/>
          <p:cNvSpPr/>
          <p:nvPr/>
        </p:nvSpPr>
        <p:spPr>
          <a:xfrm>
            <a:off x="4567320" y="4232160"/>
            <a:ext cx="6480" cy="5760"/>
          </a:xfrm>
          <a:custGeom>
            <a:avLst/>
            <a:gdLst/>
            <a:ahLst/>
            <a:rect l="0" t="0" r="r" b="b"/>
            <a:pathLst>
              <a:path w="18" h="16">
                <a:moveTo>
                  <a:pt x="16" y="2"/>
                </a:moveTo>
                <a:lnTo>
                  <a:pt x="16" y="3"/>
                </a:lnTo>
                <a:lnTo>
                  <a:pt x="17" y="5"/>
                </a:lnTo>
                <a:lnTo>
                  <a:pt x="17" y="6"/>
                </a:lnTo>
                <a:lnTo>
                  <a:pt x="17" y="7"/>
                </a:lnTo>
                <a:lnTo>
                  <a:pt x="17" y="8"/>
                </a:lnTo>
                <a:lnTo>
                  <a:pt x="18" y="8"/>
                </a:lnTo>
                <a:lnTo>
                  <a:pt x="18" y="9"/>
                </a:lnTo>
                <a:lnTo>
                  <a:pt x="17" y="9"/>
                </a:lnTo>
                <a:lnTo>
                  <a:pt x="17" y="10"/>
                </a:lnTo>
                <a:lnTo>
                  <a:pt x="17" y="12"/>
                </a:lnTo>
                <a:lnTo>
                  <a:pt x="16" y="12"/>
                </a:lnTo>
                <a:lnTo>
                  <a:pt x="15" y="13"/>
                </a:lnTo>
                <a:lnTo>
                  <a:pt x="14" y="13"/>
                </a:lnTo>
                <a:lnTo>
                  <a:pt x="15" y="13"/>
                </a:lnTo>
                <a:lnTo>
                  <a:pt x="14" y="12"/>
                </a:lnTo>
                <a:lnTo>
                  <a:pt x="13" y="10"/>
                </a:lnTo>
                <a:lnTo>
                  <a:pt x="12" y="10"/>
                </a:lnTo>
                <a:lnTo>
                  <a:pt x="12" y="9"/>
                </a:lnTo>
                <a:lnTo>
                  <a:pt x="11" y="9"/>
                </a:lnTo>
                <a:lnTo>
                  <a:pt x="10" y="9"/>
                </a:lnTo>
                <a:lnTo>
                  <a:pt x="9" y="10"/>
                </a:lnTo>
                <a:lnTo>
                  <a:pt x="8" y="10"/>
                </a:lnTo>
                <a:lnTo>
                  <a:pt x="8" y="12"/>
                </a:lnTo>
                <a:lnTo>
                  <a:pt x="7" y="12"/>
                </a:lnTo>
                <a:lnTo>
                  <a:pt x="7" y="13"/>
                </a:lnTo>
                <a:lnTo>
                  <a:pt x="6" y="13"/>
                </a:lnTo>
                <a:lnTo>
                  <a:pt x="6" y="14"/>
                </a:lnTo>
                <a:lnTo>
                  <a:pt x="6" y="15"/>
                </a:lnTo>
                <a:lnTo>
                  <a:pt x="5" y="15"/>
                </a:lnTo>
                <a:lnTo>
                  <a:pt x="5" y="16"/>
                </a:lnTo>
                <a:lnTo>
                  <a:pt x="3" y="16"/>
                </a:lnTo>
                <a:lnTo>
                  <a:pt x="3" y="15"/>
                </a:lnTo>
                <a:lnTo>
                  <a:pt x="2" y="15"/>
                </a:lnTo>
                <a:lnTo>
                  <a:pt x="2" y="14"/>
                </a:lnTo>
                <a:lnTo>
                  <a:pt x="1" y="14"/>
                </a:lnTo>
                <a:lnTo>
                  <a:pt x="0" y="13"/>
                </a:lnTo>
                <a:lnTo>
                  <a:pt x="0" y="12"/>
                </a:lnTo>
                <a:lnTo>
                  <a:pt x="1" y="12"/>
                </a:lnTo>
                <a:lnTo>
                  <a:pt x="2" y="12"/>
                </a:lnTo>
                <a:lnTo>
                  <a:pt x="2" y="10"/>
                </a:lnTo>
                <a:lnTo>
                  <a:pt x="2" y="9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2" y="4"/>
                </a:lnTo>
                <a:lnTo>
                  <a:pt x="3" y="4"/>
                </a:lnTo>
                <a:lnTo>
                  <a:pt x="5" y="5"/>
                </a:lnTo>
                <a:lnTo>
                  <a:pt x="6" y="6"/>
                </a:lnTo>
                <a:lnTo>
                  <a:pt x="7" y="6"/>
                </a:lnTo>
                <a:lnTo>
                  <a:pt x="8" y="7"/>
                </a:lnTo>
                <a:lnTo>
                  <a:pt x="9" y="7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lnTo>
                  <a:pt x="11" y="4"/>
                </a:lnTo>
                <a:lnTo>
                  <a:pt x="11" y="3"/>
                </a:lnTo>
                <a:lnTo>
                  <a:pt x="11" y="2"/>
                </a:lnTo>
                <a:lnTo>
                  <a:pt x="12" y="2"/>
                </a:lnTo>
                <a:lnTo>
                  <a:pt x="13" y="1"/>
                </a:lnTo>
                <a:lnTo>
                  <a:pt x="13" y="0"/>
                </a:lnTo>
                <a:lnTo>
                  <a:pt x="14" y="0"/>
                </a:lnTo>
                <a:lnTo>
                  <a:pt x="14" y="1"/>
                </a:lnTo>
                <a:lnTo>
                  <a:pt x="14" y="2"/>
                </a:lnTo>
                <a:lnTo>
                  <a:pt x="16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5" name=""/>
          <p:cNvSpPr/>
          <p:nvPr/>
        </p:nvSpPr>
        <p:spPr>
          <a:xfrm>
            <a:off x="4555080" y="42339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4" y="2"/>
                </a:ln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6" name=""/>
          <p:cNvSpPr/>
          <p:nvPr/>
        </p:nvSpPr>
        <p:spPr>
          <a:xfrm>
            <a:off x="4560480" y="4231080"/>
            <a:ext cx="4320" cy="5400"/>
          </a:xfrm>
          <a:custGeom>
            <a:avLst/>
            <a:gdLst/>
            <a:ahLst/>
            <a:rect l="0" t="0" r="r" b="b"/>
            <a:pathLst>
              <a:path w="12" h="15">
                <a:moveTo>
                  <a:pt x="9" y="2"/>
                </a:moveTo>
                <a:lnTo>
                  <a:pt x="11" y="2"/>
                </a:lnTo>
                <a:lnTo>
                  <a:pt x="12" y="2"/>
                </a:lnTo>
                <a:lnTo>
                  <a:pt x="12" y="3"/>
                </a:lnTo>
                <a:lnTo>
                  <a:pt x="12" y="5"/>
                </a:lnTo>
                <a:lnTo>
                  <a:pt x="12" y="8"/>
                </a:lnTo>
                <a:lnTo>
                  <a:pt x="12" y="9"/>
                </a:lnTo>
                <a:lnTo>
                  <a:pt x="12" y="10"/>
                </a:lnTo>
                <a:lnTo>
                  <a:pt x="11" y="10"/>
                </a:lnTo>
                <a:lnTo>
                  <a:pt x="9" y="11"/>
                </a:lnTo>
                <a:lnTo>
                  <a:pt x="8" y="12"/>
                </a:lnTo>
                <a:lnTo>
                  <a:pt x="7" y="13"/>
                </a:lnTo>
                <a:lnTo>
                  <a:pt x="6" y="14"/>
                </a:lnTo>
                <a:lnTo>
                  <a:pt x="5" y="15"/>
                </a:lnTo>
                <a:lnTo>
                  <a:pt x="4" y="14"/>
                </a:lnTo>
                <a:lnTo>
                  <a:pt x="3" y="14"/>
                </a:lnTo>
                <a:lnTo>
                  <a:pt x="2" y="13"/>
                </a:lnTo>
                <a:lnTo>
                  <a:pt x="1" y="13"/>
                </a:ln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  <a:lnTo>
                  <a:pt x="0" y="5"/>
                </a:lnTo>
                <a:lnTo>
                  <a:pt x="1" y="4"/>
                </a:lnTo>
                <a:lnTo>
                  <a:pt x="1" y="2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8" y="2"/>
                </a:lnTo>
                <a:lnTo>
                  <a:pt x="9" y="3"/>
                </a:lnTo>
                <a:lnTo>
                  <a:pt x="9" y="4"/>
                </a:lnTo>
                <a:lnTo>
                  <a:pt x="8" y="4"/>
                </a:lnTo>
                <a:lnTo>
                  <a:pt x="9" y="4"/>
                </a:lnTo>
                <a:lnTo>
                  <a:pt x="11" y="3"/>
                </a:lnTo>
                <a:lnTo>
                  <a:pt x="9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7" name=""/>
          <p:cNvSpPr/>
          <p:nvPr/>
        </p:nvSpPr>
        <p:spPr>
          <a:xfrm>
            <a:off x="4567680" y="4230360"/>
            <a:ext cx="2880" cy="1800"/>
          </a:xfrm>
          <a:custGeom>
            <a:avLst/>
            <a:gdLst/>
            <a:ahLst/>
            <a:rect l="0" t="0" r="r" b="b"/>
            <a:pathLst>
              <a:path w="8" h="5">
                <a:moveTo>
                  <a:pt x="4" y="1"/>
                </a:moveTo>
                <a:lnTo>
                  <a:pt x="5" y="1"/>
                </a:lnTo>
                <a:lnTo>
                  <a:pt x="6" y="1"/>
                </a:lnTo>
                <a:lnTo>
                  <a:pt x="8" y="1"/>
                </a:lnTo>
                <a:lnTo>
                  <a:pt x="8" y="2"/>
                </a:lnTo>
                <a:lnTo>
                  <a:pt x="6" y="2"/>
                </a:lnTo>
                <a:lnTo>
                  <a:pt x="5" y="2"/>
                </a:lnTo>
                <a:lnTo>
                  <a:pt x="6" y="2"/>
                </a:lnTo>
                <a:lnTo>
                  <a:pt x="8" y="2"/>
                </a:lnTo>
                <a:lnTo>
                  <a:pt x="6" y="4"/>
                </a:lnTo>
                <a:lnTo>
                  <a:pt x="5" y="5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8" name=""/>
          <p:cNvSpPr/>
          <p:nvPr/>
        </p:nvSpPr>
        <p:spPr>
          <a:xfrm>
            <a:off x="4567680" y="4230360"/>
            <a:ext cx="2880" cy="1800"/>
          </a:xfrm>
          <a:custGeom>
            <a:avLst/>
            <a:gdLst/>
            <a:ahLst/>
            <a:rect l="0" t="0" r="r" b="b"/>
            <a:pathLst>
              <a:path w="8" h="5">
                <a:moveTo>
                  <a:pt x="4" y="1"/>
                </a:moveTo>
                <a:lnTo>
                  <a:pt x="5" y="1"/>
                </a:lnTo>
                <a:lnTo>
                  <a:pt x="6" y="1"/>
                </a:lnTo>
                <a:lnTo>
                  <a:pt x="8" y="1"/>
                </a:lnTo>
                <a:lnTo>
                  <a:pt x="8" y="2"/>
                </a:lnTo>
                <a:lnTo>
                  <a:pt x="6" y="2"/>
                </a:lnTo>
                <a:lnTo>
                  <a:pt x="5" y="2"/>
                </a:lnTo>
                <a:lnTo>
                  <a:pt x="6" y="2"/>
                </a:lnTo>
                <a:lnTo>
                  <a:pt x="8" y="2"/>
                </a:lnTo>
                <a:lnTo>
                  <a:pt x="6" y="4"/>
                </a:lnTo>
                <a:lnTo>
                  <a:pt x="5" y="5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  <a:lnTo>
                  <a:pt x="4" y="1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9" name=""/>
          <p:cNvSpPr/>
          <p:nvPr/>
        </p:nvSpPr>
        <p:spPr>
          <a:xfrm>
            <a:off x="4582800" y="42210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10" name=""/>
          <p:cNvSpPr/>
          <p:nvPr/>
        </p:nvSpPr>
        <p:spPr>
          <a:xfrm>
            <a:off x="4591440" y="421308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11" name=""/>
          <p:cNvSpPr/>
          <p:nvPr/>
        </p:nvSpPr>
        <p:spPr>
          <a:xfrm>
            <a:off x="4591800" y="42116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12" name=""/>
          <p:cNvSpPr/>
          <p:nvPr/>
        </p:nvSpPr>
        <p:spPr>
          <a:xfrm>
            <a:off x="4591080" y="42080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13" name=""/>
          <p:cNvSpPr/>
          <p:nvPr/>
        </p:nvSpPr>
        <p:spPr>
          <a:xfrm>
            <a:off x="4590360" y="42076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1"/>
                </a:move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14" name=""/>
          <p:cNvSpPr/>
          <p:nvPr/>
        </p:nvSpPr>
        <p:spPr>
          <a:xfrm>
            <a:off x="4488120" y="4092480"/>
            <a:ext cx="149400" cy="175320"/>
          </a:xfrm>
          <a:custGeom>
            <a:avLst/>
            <a:gdLst/>
            <a:ahLst/>
            <a:rect l="0" t="0" r="r" b="b"/>
            <a:pathLst>
              <a:path w="415" h="487">
                <a:moveTo>
                  <a:pt x="261" y="2"/>
                </a:moveTo>
                <a:lnTo>
                  <a:pt x="261" y="3"/>
                </a:lnTo>
                <a:lnTo>
                  <a:pt x="261" y="4"/>
                </a:lnTo>
                <a:lnTo>
                  <a:pt x="262" y="4"/>
                </a:lnTo>
                <a:lnTo>
                  <a:pt x="262" y="5"/>
                </a:lnTo>
                <a:lnTo>
                  <a:pt x="261" y="5"/>
                </a:lnTo>
                <a:lnTo>
                  <a:pt x="261" y="6"/>
                </a:lnTo>
                <a:lnTo>
                  <a:pt x="261" y="7"/>
                </a:lnTo>
                <a:lnTo>
                  <a:pt x="261" y="6"/>
                </a:lnTo>
                <a:lnTo>
                  <a:pt x="262" y="6"/>
                </a:lnTo>
                <a:lnTo>
                  <a:pt x="262" y="7"/>
                </a:lnTo>
                <a:lnTo>
                  <a:pt x="263" y="7"/>
                </a:lnTo>
                <a:lnTo>
                  <a:pt x="264" y="8"/>
                </a:lnTo>
                <a:lnTo>
                  <a:pt x="265" y="8"/>
                </a:lnTo>
                <a:lnTo>
                  <a:pt x="266" y="8"/>
                </a:lnTo>
                <a:lnTo>
                  <a:pt x="267" y="8"/>
                </a:lnTo>
                <a:lnTo>
                  <a:pt x="268" y="8"/>
                </a:lnTo>
                <a:lnTo>
                  <a:pt x="268" y="9"/>
                </a:lnTo>
                <a:lnTo>
                  <a:pt x="268" y="10"/>
                </a:lnTo>
                <a:lnTo>
                  <a:pt x="268" y="11"/>
                </a:lnTo>
                <a:lnTo>
                  <a:pt x="267" y="11"/>
                </a:lnTo>
                <a:lnTo>
                  <a:pt x="266" y="12"/>
                </a:lnTo>
                <a:lnTo>
                  <a:pt x="266" y="13"/>
                </a:lnTo>
                <a:lnTo>
                  <a:pt x="265" y="13"/>
                </a:lnTo>
                <a:lnTo>
                  <a:pt x="264" y="14"/>
                </a:lnTo>
                <a:lnTo>
                  <a:pt x="264" y="15"/>
                </a:lnTo>
                <a:lnTo>
                  <a:pt x="265" y="15"/>
                </a:lnTo>
                <a:lnTo>
                  <a:pt x="266" y="15"/>
                </a:lnTo>
                <a:lnTo>
                  <a:pt x="267" y="15"/>
                </a:lnTo>
                <a:lnTo>
                  <a:pt x="267" y="16"/>
                </a:lnTo>
                <a:lnTo>
                  <a:pt x="268" y="17"/>
                </a:lnTo>
                <a:lnTo>
                  <a:pt x="268" y="18"/>
                </a:lnTo>
                <a:lnTo>
                  <a:pt x="267" y="18"/>
                </a:lnTo>
                <a:lnTo>
                  <a:pt x="267" y="19"/>
                </a:lnTo>
                <a:lnTo>
                  <a:pt x="267" y="20"/>
                </a:lnTo>
                <a:lnTo>
                  <a:pt x="268" y="20"/>
                </a:lnTo>
                <a:lnTo>
                  <a:pt x="267" y="21"/>
                </a:lnTo>
                <a:lnTo>
                  <a:pt x="266" y="21"/>
                </a:lnTo>
                <a:lnTo>
                  <a:pt x="265" y="21"/>
                </a:lnTo>
                <a:lnTo>
                  <a:pt x="264" y="22"/>
                </a:lnTo>
                <a:lnTo>
                  <a:pt x="264" y="23"/>
                </a:lnTo>
                <a:lnTo>
                  <a:pt x="263" y="23"/>
                </a:lnTo>
                <a:lnTo>
                  <a:pt x="262" y="23"/>
                </a:lnTo>
                <a:lnTo>
                  <a:pt x="262" y="24"/>
                </a:lnTo>
                <a:lnTo>
                  <a:pt x="261" y="24"/>
                </a:lnTo>
                <a:lnTo>
                  <a:pt x="261" y="25"/>
                </a:lnTo>
                <a:lnTo>
                  <a:pt x="260" y="26"/>
                </a:lnTo>
                <a:lnTo>
                  <a:pt x="260" y="27"/>
                </a:lnTo>
                <a:lnTo>
                  <a:pt x="260" y="28"/>
                </a:lnTo>
                <a:lnTo>
                  <a:pt x="260" y="29"/>
                </a:lnTo>
                <a:lnTo>
                  <a:pt x="261" y="29"/>
                </a:lnTo>
                <a:lnTo>
                  <a:pt x="261" y="31"/>
                </a:lnTo>
                <a:lnTo>
                  <a:pt x="261" y="32"/>
                </a:lnTo>
                <a:lnTo>
                  <a:pt x="260" y="32"/>
                </a:lnTo>
                <a:lnTo>
                  <a:pt x="261" y="33"/>
                </a:lnTo>
                <a:lnTo>
                  <a:pt x="261" y="34"/>
                </a:lnTo>
                <a:lnTo>
                  <a:pt x="261" y="35"/>
                </a:lnTo>
                <a:lnTo>
                  <a:pt x="261" y="36"/>
                </a:lnTo>
                <a:lnTo>
                  <a:pt x="261" y="37"/>
                </a:lnTo>
                <a:lnTo>
                  <a:pt x="263" y="38"/>
                </a:lnTo>
                <a:lnTo>
                  <a:pt x="263" y="39"/>
                </a:lnTo>
                <a:lnTo>
                  <a:pt x="264" y="39"/>
                </a:lnTo>
                <a:lnTo>
                  <a:pt x="265" y="40"/>
                </a:lnTo>
                <a:lnTo>
                  <a:pt x="266" y="40"/>
                </a:lnTo>
                <a:lnTo>
                  <a:pt x="267" y="41"/>
                </a:lnTo>
                <a:lnTo>
                  <a:pt x="268" y="41"/>
                </a:lnTo>
                <a:lnTo>
                  <a:pt x="267" y="41"/>
                </a:lnTo>
                <a:lnTo>
                  <a:pt x="267" y="42"/>
                </a:lnTo>
                <a:lnTo>
                  <a:pt x="268" y="42"/>
                </a:lnTo>
                <a:lnTo>
                  <a:pt x="269" y="42"/>
                </a:lnTo>
                <a:lnTo>
                  <a:pt x="269" y="43"/>
                </a:lnTo>
                <a:lnTo>
                  <a:pt x="269" y="44"/>
                </a:lnTo>
                <a:lnTo>
                  <a:pt x="269" y="45"/>
                </a:lnTo>
                <a:lnTo>
                  <a:pt x="270" y="45"/>
                </a:lnTo>
                <a:lnTo>
                  <a:pt x="270" y="46"/>
                </a:lnTo>
                <a:lnTo>
                  <a:pt x="270" y="47"/>
                </a:lnTo>
                <a:lnTo>
                  <a:pt x="271" y="47"/>
                </a:lnTo>
                <a:lnTo>
                  <a:pt x="270" y="48"/>
                </a:lnTo>
                <a:lnTo>
                  <a:pt x="270" y="49"/>
                </a:lnTo>
                <a:lnTo>
                  <a:pt x="270" y="50"/>
                </a:lnTo>
                <a:lnTo>
                  <a:pt x="271" y="51"/>
                </a:lnTo>
                <a:lnTo>
                  <a:pt x="270" y="51"/>
                </a:lnTo>
                <a:lnTo>
                  <a:pt x="271" y="51"/>
                </a:lnTo>
                <a:lnTo>
                  <a:pt x="271" y="52"/>
                </a:lnTo>
                <a:lnTo>
                  <a:pt x="272" y="52"/>
                </a:lnTo>
                <a:lnTo>
                  <a:pt x="272" y="53"/>
                </a:lnTo>
                <a:lnTo>
                  <a:pt x="272" y="54"/>
                </a:lnTo>
                <a:lnTo>
                  <a:pt x="271" y="54"/>
                </a:lnTo>
                <a:lnTo>
                  <a:pt x="272" y="54"/>
                </a:lnTo>
                <a:lnTo>
                  <a:pt x="272" y="55"/>
                </a:lnTo>
                <a:lnTo>
                  <a:pt x="271" y="55"/>
                </a:lnTo>
                <a:lnTo>
                  <a:pt x="271" y="56"/>
                </a:lnTo>
                <a:lnTo>
                  <a:pt x="272" y="56"/>
                </a:lnTo>
                <a:lnTo>
                  <a:pt x="272" y="58"/>
                </a:lnTo>
                <a:lnTo>
                  <a:pt x="273" y="58"/>
                </a:lnTo>
                <a:lnTo>
                  <a:pt x="273" y="59"/>
                </a:lnTo>
                <a:lnTo>
                  <a:pt x="273" y="60"/>
                </a:lnTo>
                <a:lnTo>
                  <a:pt x="274" y="61"/>
                </a:lnTo>
                <a:lnTo>
                  <a:pt x="275" y="61"/>
                </a:lnTo>
                <a:lnTo>
                  <a:pt x="275" y="62"/>
                </a:lnTo>
                <a:lnTo>
                  <a:pt x="276" y="62"/>
                </a:lnTo>
                <a:lnTo>
                  <a:pt x="276" y="63"/>
                </a:lnTo>
                <a:lnTo>
                  <a:pt x="276" y="64"/>
                </a:lnTo>
                <a:lnTo>
                  <a:pt x="275" y="64"/>
                </a:lnTo>
                <a:lnTo>
                  <a:pt x="274" y="64"/>
                </a:lnTo>
                <a:lnTo>
                  <a:pt x="274" y="65"/>
                </a:lnTo>
                <a:lnTo>
                  <a:pt x="275" y="65"/>
                </a:lnTo>
                <a:lnTo>
                  <a:pt x="274" y="65"/>
                </a:lnTo>
                <a:lnTo>
                  <a:pt x="274" y="66"/>
                </a:lnTo>
                <a:lnTo>
                  <a:pt x="274" y="67"/>
                </a:lnTo>
                <a:lnTo>
                  <a:pt x="275" y="68"/>
                </a:lnTo>
                <a:lnTo>
                  <a:pt x="276" y="68"/>
                </a:lnTo>
                <a:lnTo>
                  <a:pt x="276" y="69"/>
                </a:lnTo>
                <a:lnTo>
                  <a:pt x="276" y="70"/>
                </a:lnTo>
                <a:lnTo>
                  <a:pt x="277" y="70"/>
                </a:lnTo>
                <a:lnTo>
                  <a:pt x="276" y="71"/>
                </a:lnTo>
                <a:lnTo>
                  <a:pt x="277" y="71"/>
                </a:lnTo>
                <a:lnTo>
                  <a:pt x="277" y="72"/>
                </a:lnTo>
                <a:lnTo>
                  <a:pt x="278" y="73"/>
                </a:lnTo>
                <a:lnTo>
                  <a:pt x="277" y="73"/>
                </a:lnTo>
                <a:lnTo>
                  <a:pt x="277" y="74"/>
                </a:lnTo>
                <a:lnTo>
                  <a:pt x="277" y="75"/>
                </a:lnTo>
                <a:lnTo>
                  <a:pt x="277" y="76"/>
                </a:lnTo>
                <a:lnTo>
                  <a:pt x="277" y="77"/>
                </a:lnTo>
                <a:lnTo>
                  <a:pt x="277" y="78"/>
                </a:lnTo>
                <a:lnTo>
                  <a:pt x="276" y="78"/>
                </a:lnTo>
                <a:lnTo>
                  <a:pt x="276" y="79"/>
                </a:lnTo>
                <a:lnTo>
                  <a:pt x="275" y="80"/>
                </a:lnTo>
                <a:lnTo>
                  <a:pt x="275" y="81"/>
                </a:lnTo>
                <a:lnTo>
                  <a:pt x="274" y="81"/>
                </a:lnTo>
                <a:lnTo>
                  <a:pt x="274" y="80"/>
                </a:lnTo>
                <a:lnTo>
                  <a:pt x="273" y="80"/>
                </a:lnTo>
                <a:lnTo>
                  <a:pt x="273" y="81"/>
                </a:lnTo>
                <a:lnTo>
                  <a:pt x="273" y="82"/>
                </a:lnTo>
                <a:lnTo>
                  <a:pt x="272" y="82"/>
                </a:lnTo>
                <a:lnTo>
                  <a:pt x="272" y="83"/>
                </a:lnTo>
                <a:lnTo>
                  <a:pt x="273" y="83"/>
                </a:lnTo>
                <a:lnTo>
                  <a:pt x="274" y="83"/>
                </a:lnTo>
                <a:lnTo>
                  <a:pt x="274" y="84"/>
                </a:lnTo>
                <a:lnTo>
                  <a:pt x="274" y="85"/>
                </a:lnTo>
                <a:lnTo>
                  <a:pt x="275" y="85"/>
                </a:lnTo>
                <a:lnTo>
                  <a:pt x="275" y="86"/>
                </a:lnTo>
                <a:lnTo>
                  <a:pt x="276" y="86"/>
                </a:lnTo>
                <a:lnTo>
                  <a:pt x="276" y="87"/>
                </a:lnTo>
                <a:lnTo>
                  <a:pt x="277" y="88"/>
                </a:lnTo>
                <a:lnTo>
                  <a:pt x="276" y="88"/>
                </a:lnTo>
                <a:lnTo>
                  <a:pt x="277" y="89"/>
                </a:lnTo>
                <a:lnTo>
                  <a:pt x="278" y="88"/>
                </a:lnTo>
                <a:lnTo>
                  <a:pt x="279" y="88"/>
                </a:lnTo>
                <a:lnTo>
                  <a:pt x="280" y="88"/>
                </a:lnTo>
                <a:lnTo>
                  <a:pt x="280" y="89"/>
                </a:lnTo>
                <a:lnTo>
                  <a:pt x="281" y="89"/>
                </a:lnTo>
                <a:lnTo>
                  <a:pt x="281" y="90"/>
                </a:lnTo>
                <a:lnTo>
                  <a:pt x="282" y="89"/>
                </a:lnTo>
                <a:lnTo>
                  <a:pt x="282" y="88"/>
                </a:lnTo>
                <a:lnTo>
                  <a:pt x="282" y="87"/>
                </a:lnTo>
                <a:lnTo>
                  <a:pt x="283" y="87"/>
                </a:lnTo>
                <a:lnTo>
                  <a:pt x="284" y="87"/>
                </a:lnTo>
                <a:lnTo>
                  <a:pt x="284" y="86"/>
                </a:lnTo>
                <a:lnTo>
                  <a:pt x="284" y="85"/>
                </a:lnTo>
                <a:lnTo>
                  <a:pt x="284" y="84"/>
                </a:lnTo>
                <a:lnTo>
                  <a:pt x="284" y="85"/>
                </a:lnTo>
                <a:lnTo>
                  <a:pt x="285" y="85"/>
                </a:lnTo>
                <a:lnTo>
                  <a:pt x="286" y="85"/>
                </a:lnTo>
                <a:lnTo>
                  <a:pt x="287" y="85"/>
                </a:lnTo>
                <a:lnTo>
                  <a:pt x="288" y="85"/>
                </a:lnTo>
                <a:lnTo>
                  <a:pt x="288" y="86"/>
                </a:lnTo>
                <a:lnTo>
                  <a:pt x="289" y="87"/>
                </a:lnTo>
                <a:lnTo>
                  <a:pt x="289" y="86"/>
                </a:lnTo>
                <a:lnTo>
                  <a:pt x="289" y="87"/>
                </a:lnTo>
                <a:lnTo>
                  <a:pt x="290" y="87"/>
                </a:lnTo>
                <a:lnTo>
                  <a:pt x="290" y="88"/>
                </a:lnTo>
                <a:lnTo>
                  <a:pt x="291" y="88"/>
                </a:lnTo>
                <a:lnTo>
                  <a:pt x="292" y="88"/>
                </a:lnTo>
                <a:lnTo>
                  <a:pt x="292" y="87"/>
                </a:lnTo>
                <a:lnTo>
                  <a:pt x="293" y="88"/>
                </a:lnTo>
                <a:lnTo>
                  <a:pt x="294" y="88"/>
                </a:lnTo>
                <a:lnTo>
                  <a:pt x="294" y="87"/>
                </a:lnTo>
                <a:lnTo>
                  <a:pt x="295" y="87"/>
                </a:lnTo>
                <a:lnTo>
                  <a:pt x="296" y="86"/>
                </a:lnTo>
                <a:lnTo>
                  <a:pt x="297" y="87"/>
                </a:lnTo>
                <a:lnTo>
                  <a:pt x="297" y="88"/>
                </a:lnTo>
                <a:lnTo>
                  <a:pt x="297" y="89"/>
                </a:lnTo>
                <a:lnTo>
                  <a:pt x="297" y="88"/>
                </a:lnTo>
                <a:lnTo>
                  <a:pt x="296" y="88"/>
                </a:lnTo>
                <a:lnTo>
                  <a:pt x="296" y="89"/>
                </a:lnTo>
                <a:lnTo>
                  <a:pt x="297" y="89"/>
                </a:lnTo>
                <a:lnTo>
                  <a:pt x="297" y="90"/>
                </a:lnTo>
                <a:lnTo>
                  <a:pt x="296" y="90"/>
                </a:lnTo>
                <a:lnTo>
                  <a:pt x="296" y="91"/>
                </a:lnTo>
                <a:lnTo>
                  <a:pt x="297" y="91"/>
                </a:lnTo>
                <a:lnTo>
                  <a:pt x="297" y="92"/>
                </a:lnTo>
                <a:lnTo>
                  <a:pt x="297" y="91"/>
                </a:lnTo>
                <a:lnTo>
                  <a:pt x="298" y="91"/>
                </a:lnTo>
                <a:lnTo>
                  <a:pt x="298" y="92"/>
                </a:lnTo>
                <a:lnTo>
                  <a:pt x="299" y="92"/>
                </a:lnTo>
                <a:lnTo>
                  <a:pt x="301" y="92"/>
                </a:lnTo>
                <a:lnTo>
                  <a:pt x="302" y="92"/>
                </a:lnTo>
                <a:lnTo>
                  <a:pt x="303" y="93"/>
                </a:lnTo>
                <a:lnTo>
                  <a:pt x="304" y="93"/>
                </a:lnTo>
                <a:lnTo>
                  <a:pt x="305" y="93"/>
                </a:lnTo>
                <a:lnTo>
                  <a:pt x="306" y="93"/>
                </a:lnTo>
                <a:lnTo>
                  <a:pt x="307" y="93"/>
                </a:lnTo>
                <a:lnTo>
                  <a:pt x="307" y="92"/>
                </a:lnTo>
                <a:lnTo>
                  <a:pt x="308" y="92"/>
                </a:lnTo>
                <a:lnTo>
                  <a:pt x="307" y="93"/>
                </a:lnTo>
                <a:lnTo>
                  <a:pt x="308" y="93"/>
                </a:lnTo>
                <a:lnTo>
                  <a:pt x="309" y="93"/>
                </a:lnTo>
                <a:lnTo>
                  <a:pt x="309" y="92"/>
                </a:lnTo>
                <a:lnTo>
                  <a:pt x="310" y="92"/>
                </a:lnTo>
                <a:lnTo>
                  <a:pt x="310" y="91"/>
                </a:lnTo>
                <a:lnTo>
                  <a:pt x="310" y="90"/>
                </a:lnTo>
                <a:lnTo>
                  <a:pt x="310" y="89"/>
                </a:lnTo>
                <a:lnTo>
                  <a:pt x="311" y="89"/>
                </a:lnTo>
                <a:lnTo>
                  <a:pt x="311" y="88"/>
                </a:lnTo>
                <a:lnTo>
                  <a:pt x="312" y="88"/>
                </a:lnTo>
                <a:lnTo>
                  <a:pt x="313" y="88"/>
                </a:lnTo>
                <a:lnTo>
                  <a:pt x="314" y="88"/>
                </a:lnTo>
                <a:lnTo>
                  <a:pt x="314" y="87"/>
                </a:lnTo>
                <a:lnTo>
                  <a:pt x="314" y="86"/>
                </a:lnTo>
                <a:lnTo>
                  <a:pt x="315" y="87"/>
                </a:lnTo>
                <a:lnTo>
                  <a:pt x="316" y="87"/>
                </a:lnTo>
                <a:lnTo>
                  <a:pt x="316" y="86"/>
                </a:lnTo>
                <a:lnTo>
                  <a:pt x="316" y="85"/>
                </a:lnTo>
                <a:lnTo>
                  <a:pt x="316" y="84"/>
                </a:lnTo>
                <a:lnTo>
                  <a:pt x="316" y="83"/>
                </a:lnTo>
                <a:lnTo>
                  <a:pt x="316" y="82"/>
                </a:lnTo>
                <a:lnTo>
                  <a:pt x="317" y="82"/>
                </a:lnTo>
                <a:lnTo>
                  <a:pt x="317" y="83"/>
                </a:lnTo>
                <a:lnTo>
                  <a:pt x="318" y="82"/>
                </a:lnTo>
                <a:lnTo>
                  <a:pt x="319" y="82"/>
                </a:lnTo>
                <a:lnTo>
                  <a:pt x="320" y="81"/>
                </a:lnTo>
                <a:lnTo>
                  <a:pt x="321" y="81"/>
                </a:lnTo>
                <a:lnTo>
                  <a:pt x="323" y="81"/>
                </a:lnTo>
                <a:lnTo>
                  <a:pt x="324" y="82"/>
                </a:lnTo>
                <a:lnTo>
                  <a:pt x="324" y="83"/>
                </a:lnTo>
                <a:lnTo>
                  <a:pt x="324" y="84"/>
                </a:lnTo>
                <a:lnTo>
                  <a:pt x="325" y="84"/>
                </a:lnTo>
                <a:lnTo>
                  <a:pt x="326" y="84"/>
                </a:lnTo>
                <a:lnTo>
                  <a:pt x="326" y="83"/>
                </a:lnTo>
                <a:lnTo>
                  <a:pt x="327" y="83"/>
                </a:lnTo>
                <a:lnTo>
                  <a:pt x="327" y="82"/>
                </a:lnTo>
                <a:lnTo>
                  <a:pt x="328" y="82"/>
                </a:lnTo>
                <a:lnTo>
                  <a:pt x="328" y="81"/>
                </a:lnTo>
                <a:lnTo>
                  <a:pt x="328" y="80"/>
                </a:lnTo>
                <a:lnTo>
                  <a:pt x="329" y="80"/>
                </a:lnTo>
                <a:lnTo>
                  <a:pt x="329" y="79"/>
                </a:lnTo>
                <a:lnTo>
                  <a:pt x="329" y="78"/>
                </a:lnTo>
                <a:lnTo>
                  <a:pt x="330" y="78"/>
                </a:lnTo>
                <a:lnTo>
                  <a:pt x="329" y="78"/>
                </a:lnTo>
                <a:lnTo>
                  <a:pt x="329" y="77"/>
                </a:lnTo>
                <a:lnTo>
                  <a:pt x="329" y="76"/>
                </a:lnTo>
                <a:lnTo>
                  <a:pt x="330" y="76"/>
                </a:lnTo>
                <a:lnTo>
                  <a:pt x="330" y="75"/>
                </a:lnTo>
                <a:lnTo>
                  <a:pt x="329" y="75"/>
                </a:lnTo>
                <a:lnTo>
                  <a:pt x="329" y="74"/>
                </a:lnTo>
                <a:lnTo>
                  <a:pt x="330" y="74"/>
                </a:lnTo>
                <a:lnTo>
                  <a:pt x="331" y="74"/>
                </a:lnTo>
                <a:lnTo>
                  <a:pt x="331" y="73"/>
                </a:lnTo>
                <a:lnTo>
                  <a:pt x="330" y="73"/>
                </a:lnTo>
                <a:lnTo>
                  <a:pt x="330" y="72"/>
                </a:lnTo>
                <a:lnTo>
                  <a:pt x="330" y="71"/>
                </a:lnTo>
                <a:lnTo>
                  <a:pt x="330" y="70"/>
                </a:lnTo>
                <a:lnTo>
                  <a:pt x="330" y="69"/>
                </a:lnTo>
                <a:lnTo>
                  <a:pt x="331" y="69"/>
                </a:lnTo>
                <a:lnTo>
                  <a:pt x="332" y="69"/>
                </a:lnTo>
                <a:lnTo>
                  <a:pt x="332" y="68"/>
                </a:lnTo>
                <a:lnTo>
                  <a:pt x="333" y="68"/>
                </a:lnTo>
                <a:lnTo>
                  <a:pt x="334" y="68"/>
                </a:lnTo>
                <a:lnTo>
                  <a:pt x="334" y="67"/>
                </a:lnTo>
                <a:lnTo>
                  <a:pt x="335" y="67"/>
                </a:lnTo>
                <a:lnTo>
                  <a:pt x="335" y="68"/>
                </a:lnTo>
                <a:lnTo>
                  <a:pt x="336" y="68"/>
                </a:lnTo>
                <a:lnTo>
                  <a:pt x="337" y="68"/>
                </a:lnTo>
                <a:lnTo>
                  <a:pt x="337" y="67"/>
                </a:lnTo>
                <a:lnTo>
                  <a:pt x="338" y="68"/>
                </a:lnTo>
                <a:lnTo>
                  <a:pt x="339" y="68"/>
                </a:lnTo>
                <a:lnTo>
                  <a:pt x="339" y="67"/>
                </a:lnTo>
                <a:lnTo>
                  <a:pt x="340" y="67"/>
                </a:lnTo>
                <a:lnTo>
                  <a:pt x="341" y="67"/>
                </a:lnTo>
                <a:lnTo>
                  <a:pt x="342" y="67"/>
                </a:lnTo>
                <a:lnTo>
                  <a:pt x="343" y="67"/>
                </a:lnTo>
                <a:lnTo>
                  <a:pt x="343" y="68"/>
                </a:lnTo>
                <a:lnTo>
                  <a:pt x="343" y="69"/>
                </a:lnTo>
                <a:lnTo>
                  <a:pt x="343" y="70"/>
                </a:lnTo>
                <a:lnTo>
                  <a:pt x="344" y="70"/>
                </a:lnTo>
                <a:lnTo>
                  <a:pt x="344" y="71"/>
                </a:lnTo>
                <a:lnTo>
                  <a:pt x="343" y="71"/>
                </a:lnTo>
                <a:lnTo>
                  <a:pt x="343" y="72"/>
                </a:lnTo>
                <a:lnTo>
                  <a:pt x="342" y="72"/>
                </a:lnTo>
                <a:lnTo>
                  <a:pt x="342" y="73"/>
                </a:lnTo>
                <a:lnTo>
                  <a:pt x="342" y="74"/>
                </a:lnTo>
                <a:lnTo>
                  <a:pt x="342" y="75"/>
                </a:lnTo>
                <a:lnTo>
                  <a:pt x="342" y="76"/>
                </a:lnTo>
                <a:lnTo>
                  <a:pt x="343" y="76"/>
                </a:lnTo>
                <a:lnTo>
                  <a:pt x="343" y="77"/>
                </a:lnTo>
                <a:lnTo>
                  <a:pt x="344" y="77"/>
                </a:lnTo>
                <a:lnTo>
                  <a:pt x="345" y="77"/>
                </a:lnTo>
                <a:lnTo>
                  <a:pt x="346" y="77"/>
                </a:lnTo>
                <a:lnTo>
                  <a:pt x="346" y="78"/>
                </a:lnTo>
                <a:lnTo>
                  <a:pt x="346" y="79"/>
                </a:lnTo>
                <a:lnTo>
                  <a:pt x="345" y="79"/>
                </a:lnTo>
                <a:lnTo>
                  <a:pt x="345" y="80"/>
                </a:lnTo>
                <a:lnTo>
                  <a:pt x="345" y="81"/>
                </a:lnTo>
                <a:lnTo>
                  <a:pt x="346" y="81"/>
                </a:lnTo>
                <a:lnTo>
                  <a:pt x="347" y="81"/>
                </a:lnTo>
                <a:lnTo>
                  <a:pt x="348" y="82"/>
                </a:lnTo>
                <a:lnTo>
                  <a:pt x="348" y="83"/>
                </a:lnTo>
                <a:lnTo>
                  <a:pt x="349" y="83"/>
                </a:lnTo>
                <a:lnTo>
                  <a:pt x="349" y="84"/>
                </a:lnTo>
                <a:lnTo>
                  <a:pt x="349" y="85"/>
                </a:lnTo>
                <a:lnTo>
                  <a:pt x="349" y="86"/>
                </a:lnTo>
                <a:lnTo>
                  <a:pt x="349" y="87"/>
                </a:lnTo>
                <a:lnTo>
                  <a:pt x="349" y="88"/>
                </a:lnTo>
                <a:lnTo>
                  <a:pt x="349" y="89"/>
                </a:lnTo>
                <a:lnTo>
                  <a:pt x="349" y="90"/>
                </a:lnTo>
                <a:lnTo>
                  <a:pt x="348" y="91"/>
                </a:lnTo>
                <a:lnTo>
                  <a:pt x="347" y="91"/>
                </a:lnTo>
                <a:lnTo>
                  <a:pt x="347" y="92"/>
                </a:lnTo>
                <a:lnTo>
                  <a:pt x="348" y="92"/>
                </a:lnTo>
                <a:lnTo>
                  <a:pt x="349" y="92"/>
                </a:lnTo>
                <a:lnTo>
                  <a:pt x="349" y="93"/>
                </a:lnTo>
                <a:lnTo>
                  <a:pt x="349" y="94"/>
                </a:lnTo>
                <a:lnTo>
                  <a:pt x="349" y="95"/>
                </a:lnTo>
                <a:lnTo>
                  <a:pt x="350" y="94"/>
                </a:lnTo>
                <a:lnTo>
                  <a:pt x="350" y="95"/>
                </a:lnTo>
                <a:lnTo>
                  <a:pt x="351" y="95"/>
                </a:lnTo>
                <a:lnTo>
                  <a:pt x="351" y="96"/>
                </a:lnTo>
                <a:lnTo>
                  <a:pt x="352" y="96"/>
                </a:lnTo>
                <a:lnTo>
                  <a:pt x="352" y="97"/>
                </a:lnTo>
                <a:lnTo>
                  <a:pt x="353" y="97"/>
                </a:lnTo>
                <a:lnTo>
                  <a:pt x="353" y="98"/>
                </a:lnTo>
                <a:lnTo>
                  <a:pt x="352" y="98"/>
                </a:lnTo>
                <a:lnTo>
                  <a:pt x="352" y="99"/>
                </a:lnTo>
                <a:lnTo>
                  <a:pt x="353" y="99"/>
                </a:lnTo>
                <a:lnTo>
                  <a:pt x="353" y="100"/>
                </a:lnTo>
                <a:lnTo>
                  <a:pt x="354" y="100"/>
                </a:lnTo>
                <a:lnTo>
                  <a:pt x="355" y="100"/>
                </a:lnTo>
                <a:lnTo>
                  <a:pt x="355" y="101"/>
                </a:lnTo>
                <a:lnTo>
                  <a:pt x="354" y="101"/>
                </a:lnTo>
                <a:lnTo>
                  <a:pt x="355" y="101"/>
                </a:lnTo>
                <a:lnTo>
                  <a:pt x="355" y="102"/>
                </a:lnTo>
                <a:lnTo>
                  <a:pt x="356" y="102"/>
                </a:lnTo>
                <a:lnTo>
                  <a:pt x="356" y="103"/>
                </a:lnTo>
                <a:lnTo>
                  <a:pt x="355" y="103"/>
                </a:lnTo>
                <a:lnTo>
                  <a:pt x="355" y="102"/>
                </a:lnTo>
                <a:lnTo>
                  <a:pt x="355" y="103"/>
                </a:lnTo>
                <a:lnTo>
                  <a:pt x="355" y="104"/>
                </a:lnTo>
                <a:lnTo>
                  <a:pt x="355" y="105"/>
                </a:lnTo>
                <a:lnTo>
                  <a:pt x="355" y="104"/>
                </a:lnTo>
                <a:lnTo>
                  <a:pt x="355" y="105"/>
                </a:lnTo>
                <a:lnTo>
                  <a:pt x="356" y="105"/>
                </a:lnTo>
                <a:lnTo>
                  <a:pt x="357" y="105"/>
                </a:lnTo>
                <a:lnTo>
                  <a:pt x="357" y="104"/>
                </a:lnTo>
                <a:lnTo>
                  <a:pt x="358" y="104"/>
                </a:lnTo>
                <a:lnTo>
                  <a:pt x="358" y="105"/>
                </a:lnTo>
                <a:lnTo>
                  <a:pt x="359" y="106"/>
                </a:lnTo>
                <a:lnTo>
                  <a:pt x="359" y="105"/>
                </a:lnTo>
                <a:lnTo>
                  <a:pt x="360" y="105"/>
                </a:lnTo>
                <a:lnTo>
                  <a:pt x="361" y="105"/>
                </a:lnTo>
                <a:lnTo>
                  <a:pt x="361" y="104"/>
                </a:lnTo>
                <a:lnTo>
                  <a:pt x="360" y="104"/>
                </a:lnTo>
                <a:lnTo>
                  <a:pt x="361" y="103"/>
                </a:lnTo>
                <a:lnTo>
                  <a:pt x="362" y="103"/>
                </a:lnTo>
                <a:lnTo>
                  <a:pt x="363" y="103"/>
                </a:lnTo>
                <a:lnTo>
                  <a:pt x="364" y="104"/>
                </a:lnTo>
                <a:lnTo>
                  <a:pt x="363" y="104"/>
                </a:lnTo>
                <a:lnTo>
                  <a:pt x="363" y="105"/>
                </a:lnTo>
                <a:lnTo>
                  <a:pt x="364" y="105"/>
                </a:lnTo>
                <a:lnTo>
                  <a:pt x="364" y="104"/>
                </a:lnTo>
                <a:lnTo>
                  <a:pt x="365" y="104"/>
                </a:lnTo>
                <a:lnTo>
                  <a:pt x="366" y="104"/>
                </a:lnTo>
                <a:lnTo>
                  <a:pt x="366" y="103"/>
                </a:lnTo>
                <a:lnTo>
                  <a:pt x="367" y="103"/>
                </a:lnTo>
                <a:lnTo>
                  <a:pt x="368" y="103"/>
                </a:lnTo>
                <a:lnTo>
                  <a:pt x="370" y="103"/>
                </a:lnTo>
                <a:lnTo>
                  <a:pt x="370" y="104"/>
                </a:lnTo>
                <a:lnTo>
                  <a:pt x="370" y="103"/>
                </a:lnTo>
                <a:lnTo>
                  <a:pt x="370" y="102"/>
                </a:lnTo>
                <a:lnTo>
                  <a:pt x="370" y="101"/>
                </a:lnTo>
                <a:lnTo>
                  <a:pt x="371" y="101"/>
                </a:lnTo>
                <a:lnTo>
                  <a:pt x="371" y="100"/>
                </a:lnTo>
                <a:lnTo>
                  <a:pt x="372" y="100"/>
                </a:lnTo>
                <a:lnTo>
                  <a:pt x="372" y="99"/>
                </a:lnTo>
                <a:lnTo>
                  <a:pt x="371" y="99"/>
                </a:lnTo>
                <a:lnTo>
                  <a:pt x="371" y="98"/>
                </a:lnTo>
                <a:lnTo>
                  <a:pt x="372" y="98"/>
                </a:lnTo>
                <a:lnTo>
                  <a:pt x="373" y="98"/>
                </a:lnTo>
                <a:lnTo>
                  <a:pt x="374" y="98"/>
                </a:lnTo>
                <a:lnTo>
                  <a:pt x="374" y="97"/>
                </a:lnTo>
                <a:lnTo>
                  <a:pt x="375" y="97"/>
                </a:lnTo>
                <a:lnTo>
                  <a:pt x="376" y="97"/>
                </a:lnTo>
                <a:lnTo>
                  <a:pt x="376" y="98"/>
                </a:lnTo>
                <a:lnTo>
                  <a:pt x="377" y="99"/>
                </a:lnTo>
                <a:lnTo>
                  <a:pt x="378" y="100"/>
                </a:lnTo>
                <a:lnTo>
                  <a:pt x="378" y="101"/>
                </a:lnTo>
                <a:lnTo>
                  <a:pt x="379" y="101"/>
                </a:lnTo>
                <a:lnTo>
                  <a:pt x="380" y="101"/>
                </a:lnTo>
                <a:lnTo>
                  <a:pt x="380" y="100"/>
                </a:lnTo>
                <a:lnTo>
                  <a:pt x="381" y="100"/>
                </a:lnTo>
                <a:lnTo>
                  <a:pt x="382" y="99"/>
                </a:lnTo>
                <a:lnTo>
                  <a:pt x="382" y="98"/>
                </a:lnTo>
                <a:lnTo>
                  <a:pt x="383" y="97"/>
                </a:lnTo>
                <a:lnTo>
                  <a:pt x="384" y="97"/>
                </a:lnTo>
                <a:lnTo>
                  <a:pt x="384" y="96"/>
                </a:lnTo>
                <a:lnTo>
                  <a:pt x="385" y="95"/>
                </a:lnTo>
                <a:lnTo>
                  <a:pt x="386" y="95"/>
                </a:lnTo>
                <a:lnTo>
                  <a:pt x="387" y="96"/>
                </a:lnTo>
                <a:lnTo>
                  <a:pt x="388" y="95"/>
                </a:lnTo>
                <a:lnTo>
                  <a:pt x="388" y="94"/>
                </a:lnTo>
                <a:lnTo>
                  <a:pt x="387" y="94"/>
                </a:lnTo>
                <a:lnTo>
                  <a:pt x="387" y="93"/>
                </a:lnTo>
                <a:lnTo>
                  <a:pt x="388" y="93"/>
                </a:lnTo>
                <a:lnTo>
                  <a:pt x="389" y="93"/>
                </a:lnTo>
                <a:lnTo>
                  <a:pt x="389" y="92"/>
                </a:lnTo>
                <a:lnTo>
                  <a:pt x="390" y="92"/>
                </a:lnTo>
                <a:lnTo>
                  <a:pt x="391" y="93"/>
                </a:lnTo>
                <a:lnTo>
                  <a:pt x="392" y="93"/>
                </a:lnTo>
                <a:lnTo>
                  <a:pt x="392" y="92"/>
                </a:lnTo>
                <a:lnTo>
                  <a:pt x="393" y="92"/>
                </a:lnTo>
                <a:lnTo>
                  <a:pt x="394" y="92"/>
                </a:lnTo>
                <a:lnTo>
                  <a:pt x="394" y="93"/>
                </a:lnTo>
                <a:lnTo>
                  <a:pt x="395" y="93"/>
                </a:lnTo>
                <a:lnTo>
                  <a:pt x="396" y="92"/>
                </a:lnTo>
                <a:lnTo>
                  <a:pt x="397" y="92"/>
                </a:lnTo>
                <a:lnTo>
                  <a:pt x="398" y="91"/>
                </a:lnTo>
                <a:lnTo>
                  <a:pt x="399" y="91"/>
                </a:lnTo>
                <a:lnTo>
                  <a:pt x="399" y="92"/>
                </a:lnTo>
                <a:lnTo>
                  <a:pt x="399" y="93"/>
                </a:lnTo>
                <a:lnTo>
                  <a:pt x="398" y="94"/>
                </a:lnTo>
                <a:lnTo>
                  <a:pt x="399" y="94"/>
                </a:lnTo>
                <a:lnTo>
                  <a:pt x="399" y="95"/>
                </a:lnTo>
                <a:lnTo>
                  <a:pt x="400" y="96"/>
                </a:lnTo>
                <a:lnTo>
                  <a:pt x="401" y="96"/>
                </a:lnTo>
                <a:lnTo>
                  <a:pt x="401" y="95"/>
                </a:lnTo>
                <a:lnTo>
                  <a:pt x="402" y="95"/>
                </a:lnTo>
                <a:lnTo>
                  <a:pt x="403" y="96"/>
                </a:lnTo>
                <a:lnTo>
                  <a:pt x="403" y="95"/>
                </a:lnTo>
                <a:lnTo>
                  <a:pt x="404" y="95"/>
                </a:lnTo>
                <a:lnTo>
                  <a:pt x="404" y="94"/>
                </a:lnTo>
                <a:lnTo>
                  <a:pt x="404" y="95"/>
                </a:lnTo>
                <a:lnTo>
                  <a:pt x="405" y="95"/>
                </a:lnTo>
                <a:lnTo>
                  <a:pt x="406" y="95"/>
                </a:lnTo>
                <a:lnTo>
                  <a:pt x="407" y="95"/>
                </a:lnTo>
                <a:lnTo>
                  <a:pt x="407" y="96"/>
                </a:lnTo>
                <a:lnTo>
                  <a:pt x="407" y="97"/>
                </a:lnTo>
                <a:lnTo>
                  <a:pt x="407" y="98"/>
                </a:lnTo>
                <a:lnTo>
                  <a:pt x="406" y="98"/>
                </a:lnTo>
                <a:lnTo>
                  <a:pt x="407" y="99"/>
                </a:lnTo>
                <a:lnTo>
                  <a:pt x="407" y="100"/>
                </a:lnTo>
                <a:lnTo>
                  <a:pt x="407" y="101"/>
                </a:lnTo>
                <a:lnTo>
                  <a:pt x="408" y="101"/>
                </a:lnTo>
                <a:lnTo>
                  <a:pt x="408" y="102"/>
                </a:lnTo>
                <a:lnTo>
                  <a:pt x="409" y="102"/>
                </a:lnTo>
                <a:lnTo>
                  <a:pt x="409" y="103"/>
                </a:lnTo>
                <a:lnTo>
                  <a:pt x="410" y="104"/>
                </a:lnTo>
                <a:lnTo>
                  <a:pt x="411" y="104"/>
                </a:lnTo>
                <a:lnTo>
                  <a:pt x="411" y="105"/>
                </a:lnTo>
                <a:lnTo>
                  <a:pt x="412" y="106"/>
                </a:lnTo>
                <a:lnTo>
                  <a:pt x="412" y="107"/>
                </a:lnTo>
                <a:lnTo>
                  <a:pt x="412" y="108"/>
                </a:lnTo>
                <a:lnTo>
                  <a:pt x="413" y="108"/>
                </a:lnTo>
                <a:lnTo>
                  <a:pt x="414" y="108"/>
                </a:lnTo>
                <a:lnTo>
                  <a:pt x="414" y="109"/>
                </a:lnTo>
                <a:lnTo>
                  <a:pt x="414" y="110"/>
                </a:lnTo>
                <a:lnTo>
                  <a:pt x="413" y="110"/>
                </a:lnTo>
                <a:lnTo>
                  <a:pt x="412" y="109"/>
                </a:lnTo>
                <a:lnTo>
                  <a:pt x="411" y="110"/>
                </a:lnTo>
                <a:lnTo>
                  <a:pt x="411" y="111"/>
                </a:lnTo>
                <a:lnTo>
                  <a:pt x="412" y="111"/>
                </a:lnTo>
                <a:lnTo>
                  <a:pt x="413" y="112"/>
                </a:lnTo>
                <a:lnTo>
                  <a:pt x="412" y="113"/>
                </a:lnTo>
                <a:lnTo>
                  <a:pt x="412" y="114"/>
                </a:lnTo>
                <a:lnTo>
                  <a:pt x="411" y="114"/>
                </a:lnTo>
                <a:lnTo>
                  <a:pt x="412" y="113"/>
                </a:lnTo>
                <a:lnTo>
                  <a:pt x="411" y="112"/>
                </a:lnTo>
                <a:lnTo>
                  <a:pt x="410" y="112"/>
                </a:lnTo>
                <a:lnTo>
                  <a:pt x="410" y="111"/>
                </a:lnTo>
                <a:lnTo>
                  <a:pt x="409" y="111"/>
                </a:lnTo>
                <a:lnTo>
                  <a:pt x="408" y="111"/>
                </a:lnTo>
                <a:lnTo>
                  <a:pt x="407" y="111"/>
                </a:lnTo>
                <a:lnTo>
                  <a:pt x="407" y="112"/>
                </a:lnTo>
                <a:lnTo>
                  <a:pt x="406" y="112"/>
                </a:lnTo>
                <a:lnTo>
                  <a:pt x="406" y="111"/>
                </a:lnTo>
                <a:lnTo>
                  <a:pt x="405" y="111"/>
                </a:lnTo>
                <a:lnTo>
                  <a:pt x="405" y="112"/>
                </a:lnTo>
                <a:lnTo>
                  <a:pt x="404" y="112"/>
                </a:lnTo>
                <a:lnTo>
                  <a:pt x="404" y="113"/>
                </a:lnTo>
                <a:lnTo>
                  <a:pt x="403" y="113"/>
                </a:lnTo>
                <a:lnTo>
                  <a:pt x="402" y="111"/>
                </a:lnTo>
                <a:lnTo>
                  <a:pt x="403" y="111"/>
                </a:lnTo>
                <a:lnTo>
                  <a:pt x="403" y="110"/>
                </a:lnTo>
                <a:lnTo>
                  <a:pt x="402" y="110"/>
                </a:lnTo>
                <a:lnTo>
                  <a:pt x="403" y="109"/>
                </a:lnTo>
                <a:lnTo>
                  <a:pt x="403" y="108"/>
                </a:lnTo>
                <a:lnTo>
                  <a:pt x="404" y="108"/>
                </a:lnTo>
                <a:lnTo>
                  <a:pt x="404" y="107"/>
                </a:lnTo>
                <a:lnTo>
                  <a:pt x="405" y="107"/>
                </a:lnTo>
                <a:lnTo>
                  <a:pt x="405" y="106"/>
                </a:lnTo>
                <a:lnTo>
                  <a:pt x="405" y="107"/>
                </a:lnTo>
                <a:lnTo>
                  <a:pt x="404" y="107"/>
                </a:lnTo>
                <a:lnTo>
                  <a:pt x="402" y="108"/>
                </a:lnTo>
                <a:lnTo>
                  <a:pt x="402" y="107"/>
                </a:lnTo>
                <a:lnTo>
                  <a:pt x="402" y="108"/>
                </a:lnTo>
                <a:lnTo>
                  <a:pt x="403" y="107"/>
                </a:lnTo>
                <a:lnTo>
                  <a:pt x="402" y="107"/>
                </a:lnTo>
                <a:lnTo>
                  <a:pt x="402" y="106"/>
                </a:lnTo>
                <a:lnTo>
                  <a:pt x="401" y="106"/>
                </a:lnTo>
                <a:lnTo>
                  <a:pt x="401" y="107"/>
                </a:lnTo>
                <a:lnTo>
                  <a:pt x="401" y="108"/>
                </a:lnTo>
                <a:lnTo>
                  <a:pt x="402" y="108"/>
                </a:lnTo>
                <a:lnTo>
                  <a:pt x="402" y="109"/>
                </a:lnTo>
                <a:lnTo>
                  <a:pt x="401" y="109"/>
                </a:lnTo>
                <a:lnTo>
                  <a:pt x="401" y="110"/>
                </a:lnTo>
                <a:lnTo>
                  <a:pt x="400" y="110"/>
                </a:lnTo>
                <a:lnTo>
                  <a:pt x="400" y="109"/>
                </a:lnTo>
                <a:lnTo>
                  <a:pt x="399" y="109"/>
                </a:lnTo>
                <a:lnTo>
                  <a:pt x="399" y="108"/>
                </a:lnTo>
                <a:lnTo>
                  <a:pt x="400" y="108"/>
                </a:lnTo>
                <a:lnTo>
                  <a:pt x="400" y="107"/>
                </a:lnTo>
                <a:lnTo>
                  <a:pt x="399" y="107"/>
                </a:lnTo>
                <a:lnTo>
                  <a:pt x="399" y="106"/>
                </a:lnTo>
                <a:lnTo>
                  <a:pt x="398" y="105"/>
                </a:lnTo>
                <a:lnTo>
                  <a:pt x="398" y="104"/>
                </a:lnTo>
                <a:lnTo>
                  <a:pt x="397" y="104"/>
                </a:lnTo>
                <a:lnTo>
                  <a:pt x="396" y="104"/>
                </a:lnTo>
                <a:lnTo>
                  <a:pt x="397" y="104"/>
                </a:lnTo>
                <a:lnTo>
                  <a:pt x="397" y="105"/>
                </a:lnTo>
                <a:lnTo>
                  <a:pt x="398" y="105"/>
                </a:lnTo>
                <a:lnTo>
                  <a:pt x="398" y="106"/>
                </a:lnTo>
                <a:lnTo>
                  <a:pt x="398" y="107"/>
                </a:lnTo>
                <a:lnTo>
                  <a:pt x="399" y="107"/>
                </a:lnTo>
                <a:lnTo>
                  <a:pt x="399" y="109"/>
                </a:lnTo>
                <a:lnTo>
                  <a:pt x="398" y="109"/>
                </a:lnTo>
                <a:lnTo>
                  <a:pt x="398" y="110"/>
                </a:lnTo>
                <a:lnTo>
                  <a:pt x="397" y="110"/>
                </a:lnTo>
                <a:lnTo>
                  <a:pt x="396" y="110"/>
                </a:lnTo>
                <a:lnTo>
                  <a:pt x="396" y="109"/>
                </a:lnTo>
                <a:lnTo>
                  <a:pt x="395" y="108"/>
                </a:lnTo>
                <a:lnTo>
                  <a:pt x="395" y="107"/>
                </a:lnTo>
                <a:lnTo>
                  <a:pt x="394" y="106"/>
                </a:lnTo>
                <a:lnTo>
                  <a:pt x="394" y="107"/>
                </a:lnTo>
                <a:lnTo>
                  <a:pt x="394" y="108"/>
                </a:lnTo>
                <a:lnTo>
                  <a:pt x="393" y="108"/>
                </a:lnTo>
                <a:lnTo>
                  <a:pt x="393" y="109"/>
                </a:lnTo>
                <a:lnTo>
                  <a:pt x="394" y="110"/>
                </a:lnTo>
                <a:lnTo>
                  <a:pt x="394" y="111"/>
                </a:lnTo>
                <a:lnTo>
                  <a:pt x="393" y="111"/>
                </a:lnTo>
                <a:lnTo>
                  <a:pt x="393" y="112"/>
                </a:lnTo>
                <a:lnTo>
                  <a:pt x="393" y="113"/>
                </a:lnTo>
                <a:lnTo>
                  <a:pt x="392" y="113"/>
                </a:lnTo>
                <a:lnTo>
                  <a:pt x="392" y="114"/>
                </a:lnTo>
                <a:lnTo>
                  <a:pt x="392" y="115"/>
                </a:lnTo>
                <a:lnTo>
                  <a:pt x="393" y="115"/>
                </a:lnTo>
                <a:lnTo>
                  <a:pt x="393" y="114"/>
                </a:lnTo>
                <a:lnTo>
                  <a:pt x="393" y="115"/>
                </a:lnTo>
                <a:lnTo>
                  <a:pt x="393" y="116"/>
                </a:lnTo>
                <a:lnTo>
                  <a:pt x="393" y="115"/>
                </a:lnTo>
                <a:lnTo>
                  <a:pt x="394" y="115"/>
                </a:lnTo>
                <a:lnTo>
                  <a:pt x="394" y="113"/>
                </a:lnTo>
                <a:lnTo>
                  <a:pt x="395" y="112"/>
                </a:lnTo>
                <a:lnTo>
                  <a:pt x="395" y="111"/>
                </a:lnTo>
                <a:lnTo>
                  <a:pt x="396" y="110"/>
                </a:lnTo>
                <a:lnTo>
                  <a:pt x="396" y="111"/>
                </a:lnTo>
                <a:lnTo>
                  <a:pt x="397" y="111"/>
                </a:lnTo>
                <a:lnTo>
                  <a:pt x="398" y="111"/>
                </a:lnTo>
                <a:lnTo>
                  <a:pt x="398" y="110"/>
                </a:lnTo>
                <a:lnTo>
                  <a:pt x="399" y="110"/>
                </a:lnTo>
                <a:lnTo>
                  <a:pt x="400" y="110"/>
                </a:lnTo>
                <a:lnTo>
                  <a:pt x="400" y="111"/>
                </a:lnTo>
                <a:lnTo>
                  <a:pt x="400" y="112"/>
                </a:lnTo>
                <a:lnTo>
                  <a:pt x="401" y="112"/>
                </a:lnTo>
                <a:lnTo>
                  <a:pt x="401" y="113"/>
                </a:lnTo>
                <a:lnTo>
                  <a:pt x="401" y="112"/>
                </a:lnTo>
                <a:lnTo>
                  <a:pt x="402" y="112"/>
                </a:lnTo>
                <a:lnTo>
                  <a:pt x="402" y="113"/>
                </a:lnTo>
                <a:lnTo>
                  <a:pt x="403" y="113"/>
                </a:lnTo>
                <a:lnTo>
                  <a:pt x="402" y="113"/>
                </a:lnTo>
                <a:lnTo>
                  <a:pt x="402" y="114"/>
                </a:lnTo>
                <a:lnTo>
                  <a:pt x="403" y="114"/>
                </a:lnTo>
                <a:lnTo>
                  <a:pt x="404" y="115"/>
                </a:lnTo>
                <a:lnTo>
                  <a:pt x="405" y="114"/>
                </a:lnTo>
                <a:lnTo>
                  <a:pt x="405" y="113"/>
                </a:lnTo>
                <a:lnTo>
                  <a:pt x="406" y="113"/>
                </a:lnTo>
                <a:lnTo>
                  <a:pt x="407" y="113"/>
                </a:lnTo>
                <a:lnTo>
                  <a:pt x="407" y="112"/>
                </a:lnTo>
                <a:lnTo>
                  <a:pt x="408" y="112"/>
                </a:lnTo>
                <a:lnTo>
                  <a:pt x="409" y="112"/>
                </a:lnTo>
                <a:lnTo>
                  <a:pt x="409" y="113"/>
                </a:lnTo>
                <a:lnTo>
                  <a:pt x="410" y="113"/>
                </a:lnTo>
                <a:lnTo>
                  <a:pt x="410" y="114"/>
                </a:lnTo>
                <a:lnTo>
                  <a:pt x="410" y="116"/>
                </a:lnTo>
                <a:lnTo>
                  <a:pt x="410" y="117"/>
                </a:lnTo>
                <a:lnTo>
                  <a:pt x="411" y="117"/>
                </a:lnTo>
                <a:lnTo>
                  <a:pt x="411" y="118"/>
                </a:lnTo>
                <a:lnTo>
                  <a:pt x="410" y="118"/>
                </a:lnTo>
                <a:lnTo>
                  <a:pt x="411" y="119"/>
                </a:lnTo>
                <a:lnTo>
                  <a:pt x="411" y="118"/>
                </a:lnTo>
                <a:lnTo>
                  <a:pt x="412" y="119"/>
                </a:lnTo>
                <a:lnTo>
                  <a:pt x="412" y="120"/>
                </a:lnTo>
                <a:lnTo>
                  <a:pt x="413" y="121"/>
                </a:lnTo>
                <a:lnTo>
                  <a:pt x="414" y="121"/>
                </a:lnTo>
                <a:lnTo>
                  <a:pt x="415" y="121"/>
                </a:lnTo>
                <a:lnTo>
                  <a:pt x="415" y="120"/>
                </a:lnTo>
                <a:lnTo>
                  <a:pt x="415" y="121"/>
                </a:lnTo>
                <a:lnTo>
                  <a:pt x="415" y="122"/>
                </a:lnTo>
                <a:lnTo>
                  <a:pt x="414" y="122"/>
                </a:lnTo>
                <a:lnTo>
                  <a:pt x="413" y="122"/>
                </a:lnTo>
                <a:lnTo>
                  <a:pt x="413" y="121"/>
                </a:lnTo>
                <a:lnTo>
                  <a:pt x="413" y="122"/>
                </a:lnTo>
                <a:lnTo>
                  <a:pt x="412" y="122"/>
                </a:lnTo>
                <a:lnTo>
                  <a:pt x="411" y="122"/>
                </a:lnTo>
                <a:lnTo>
                  <a:pt x="410" y="122"/>
                </a:lnTo>
                <a:lnTo>
                  <a:pt x="411" y="122"/>
                </a:lnTo>
                <a:lnTo>
                  <a:pt x="411" y="123"/>
                </a:lnTo>
                <a:lnTo>
                  <a:pt x="412" y="123"/>
                </a:lnTo>
                <a:lnTo>
                  <a:pt x="413" y="123"/>
                </a:lnTo>
                <a:lnTo>
                  <a:pt x="413" y="124"/>
                </a:lnTo>
                <a:lnTo>
                  <a:pt x="412" y="124"/>
                </a:lnTo>
                <a:lnTo>
                  <a:pt x="411" y="124"/>
                </a:lnTo>
                <a:lnTo>
                  <a:pt x="410" y="124"/>
                </a:lnTo>
                <a:lnTo>
                  <a:pt x="409" y="124"/>
                </a:lnTo>
                <a:lnTo>
                  <a:pt x="409" y="125"/>
                </a:lnTo>
                <a:lnTo>
                  <a:pt x="410" y="125"/>
                </a:lnTo>
                <a:lnTo>
                  <a:pt x="409" y="125"/>
                </a:lnTo>
                <a:lnTo>
                  <a:pt x="409" y="126"/>
                </a:lnTo>
                <a:lnTo>
                  <a:pt x="409" y="127"/>
                </a:lnTo>
                <a:lnTo>
                  <a:pt x="410" y="127"/>
                </a:lnTo>
                <a:lnTo>
                  <a:pt x="411" y="127"/>
                </a:lnTo>
                <a:lnTo>
                  <a:pt x="411" y="126"/>
                </a:lnTo>
                <a:lnTo>
                  <a:pt x="410" y="127"/>
                </a:lnTo>
                <a:lnTo>
                  <a:pt x="409" y="127"/>
                </a:lnTo>
                <a:lnTo>
                  <a:pt x="408" y="127"/>
                </a:lnTo>
                <a:lnTo>
                  <a:pt x="407" y="127"/>
                </a:lnTo>
                <a:lnTo>
                  <a:pt x="405" y="126"/>
                </a:lnTo>
                <a:lnTo>
                  <a:pt x="404" y="126"/>
                </a:lnTo>
                <a:lnTo>
                  <a:pt x="404" y="125"/>
                </a:lnTo>
                <a:lnTo>
                  <a:pt x="404" y="126"/>
                </a:lnTo>
                <a:lnTo>
                  <a:pt x="403" y="126"/>
                </a:lnTo>
                <a:lnTo>
                  <a:pt x="402" y="126"/>
                </a:lnTo>
                <a:lnTo>
                  <a:pt x="401" y="125"/>
                </a:lnTo>
                <a:lnTo>
                  <a:pt x="401" y="126"/>
                </a:lnTo>
                <a:lnTo>
                  <a:pt x="400" y="126"/>
                </a:lnTo>
                <a:lnTo>
                  <a:pt x="400" y="125"/>
                </a:lnTo>
                <a:lnTo>
                  <a:pt x="399" y="125"/>
                </a:lnTo>
                <a:lnTo>
                  <a:pt x="399" y="126"/>
                </a:lnTo>
                <a:lnTo>
                  <a:pt x="399" y="127"/>
                </a:lnTo>
                <a:lnTo>
                  <a:pt x="400" y="127"/>
                </a:lnTo>
                <a:lnTo>
                  <a:pt x="400" y="126"/>
                </a:lnTo>
                <a:lnTo>
                  <a:pt x="401" y="127"/>
                </a:lnTo>
                <a:lnTo>
                  <a:pt x="401" y="128"/>
                </a:lnTo>
                <a:lnTo>
                  <a:pt x="401" y="129"/>
                </a:lnTo>
                <a:lnTo>
                  <a:pt x="401" y="130"/>
                </a:lnTo>
                <a:lnTo>
                  <a:pt x="401" y="131"/>
                </a:lnTo>
                <a:lnTo>
                  <a:pt x="402" y="131"/>
                </a:lnTo>
                <a:lnTo>
                  <a:pt x="402" y="132"/>
                </a:lnTo>
                <a:lnTo>
                  <a:pt x="401" y="132"/>
                </a:lnTo>
                <a:lnTo>
                  <a:pt x="400" y="131"/>
                </a:lnTo>
                <a:lnTo>
                  <a:pt x="400" y="130"/>
                </a:lnTo>
                <a:lnTo>
                  <a:pt x="399" y="129"/>
                </a:lnTo>
                <a:lnTo>
                  <a:pt x="399" y="130"/>
                </a:lnTo>
                <a:lnTo>
                  <a:pt x="399" y="131"/>
                </a:lnTo>
                <a:lnTo>
                  <a:pt x="398" y="131"/>
                </a:lnTo>
                <a:lnTo>
                  <a:pt x="399" y="132"/>
                </a:lnTo>
                <a:lnTo>
                  <a:pt x="398" y="132"/>
                </a:lnTo>
                <a:lnTo>
                  <a:pt x="397" y="132"/>
                </a:lnTo>
                <a:lnTo>
                  <a:pt x="397" y="133"/>
                </a:lnTo>
                <a:lnTo>
                  <a:pt x="398" y="133"/>
                </a:lnTo>
                <a:lnTo>
                  <a:pt x="399" y="133"/>
                </a:lnTo>
                <a:lnTo>
                  <a:pt x="400" y="133"/>
                </a:lnTo>
                <a:lnTo>
                  <a:pt x="400" y="134"/>
                </a:lnTo>
                <a:lnTo>
                  <a:pt x="400" y="135"/>
                </a:lnTo>
                <a:lnTo>
                  <a:pt x="400" y="136"/>
                </a:lnTo>
                <a:lnTo>
                  <a:pt x="399" y="136"/>
                </a:lnTo>
                <a:lnTo>
                  <a:pt x="400" y="136"/>
                </a:lnTo>
                <a:lnTo>
                  <a:pt x="400" y="137"/>
                </a:lnTo>
                <a:lnTo>
                  <a:pt x="399" y="137"/>
                </a:lnTo>
                <a:lnTo>
                  <a:pt x="398" y="137"/>
                </a:lnTo>
                <a:lnTo>
                  <a:pt x="398" y="138"/>
                </a:lnTo>
                <a:lnTo>
                  <a:pt x="397" y="138"/>
                </a:lnTo>
                <a:lnTo>
                  <a:pt x="396" y="138"/>
                </a:lnTo>
                <a:lnTo>
                  <a:pt x="395" y="139"/>
                </a:lnTo>
                <a:lnTo>
                  <a:pt x="395" y="138"/>
                </a:lnTo>
                <a:lnTo>
                  <a:pt x="394" y="138"/>
                </a:lnTo>
                <a:lnTo>
                  <a:pt x="393" y="138"/>
                </a:lnTo>
                <a:lnTo>
                  <a:pt x="392" y="138"/>
                </a:lnTo>
                <a:lnTo>
                  <a:pt x="393" y="139"/>
                </a:lnTo>
                <a:lnTo>
                  <a:pt x="394" y="139"/>
                </a:lnTo>
                <a:lnTo>
                  <a:pt x="393" y="139"/>
                </a:lnTo>
                <a:lnTo>
                  <a:pt x="393" y="140"/>
                </a:lnTo>
                <a:lnTo>
                  <a:pt x="392" y="140"/>
                </a:lnTo>
                <a:lnTo>
                  <a:pt x="392" y="141"/>
                </a:lnTo>
                <a:lnTo>
                  <a:pt x="393" y="140"/>
                </a:lnTo>
                <a:lnTo>
                  <a:pt x="394" y="140"/>
                </a:lnTo>
                <a:lnTo>
                  <a:pt x="395" y="140"/>
                </a:lnTo>
                <a:lnTo>
                  <a:pt x="396" y="139"/>
                </a:lnTo>
                <a:lnTo>
                  <a:pt x="397" y="139"/>
                </a:lnTo>
                <a:lnTo>
                  <a:pt x="397" y="140"/>
                </a:lnTo>
                <a:lnTo>
                  <a:pt x="398" y="140"/>
                </a:lnTo>
                <a:lnTo>
                  <a:pt x="397" y="140"/>
                </a:lnTo>
                <a:lnTo>
                  <a:pt x="397" y="141"/>
                </a:lnTo>
                <a:lnTo>
                  <a:pt x="397" y="142"/>
                </a:lnTo>
                <a:lnTo>
                  <a:pt x="397" y="144"/>
                </a:lnTo>
                <a:lnTo>
                  <a:pt x="396" y="145"/>
                </a:lnTo>
                <a:lnTo>
                  <a:pt x="396" y="144"/>
                </a:lnTo>
                <a:lnTo>
                  <a:pt x="395" y="144"/>
                </a:lnTo>
                <a:lnTo>
                  <a:pt x="394" y="144"/>
                </a:lnTo>
                <a:lnTo>
                  <a:pt x="393" y="144"/>
                </a:lnTo>
                <a:lnTo>
                  <a:pt x="392" y="144"/>
                </a:lnTo>
                <a:lnTo>
                  <a:pt x="392" y="143"/>
                </a:lnTo>
                <a:lnTo>
                  <a:pt x="391" y="143"/>
                </a:lnTo>
                <a:lnTo>
                  <a:pt x="390" y="143"/>
                </a:lnTo>
                <a:lnTo>
                  <a:pt x="390" y="144"/>
                </a:lnTo>
                <a:lnTo>
                  <a:pt x="389" y="144"/>
                </a:lnTo>
                <a:lnTo>
                  <a:pt x="388" y="144"/>
                </a:lnTo>
                <a:lnTo>
                  <a:pt x="387" y="144"/>
                </a:lnTo>
                <a:lnTo>
                  <a:pt x="387" y="145"/>
                </a:lnTo>
                <a:lnTo>
                  <a:pt x="387" y="144"/>
                </a:lnTo>
                <a:lnTo>
                  <a:pt x="387" y="143"/>
                </a:lnTo>
                <a:lnTo>
                  <a:pt x="386" y="143"/>
                </a:lnTo>
                <a:lnTo>
                  <a:pt x="386" y="144"/>
                </a:lnTo>
                <a:lnTo>
                  <a:pt x="386" y="145"/>
                </a:lnTo>
                <a:lnTo>
                  <a:pt x="385" y="145"/>
                </a:lnTo>
                <a:lnTo>
                  <a:pt x="386" y="145"/>
                </a:lnTo>
                <a:lnTo>
                  <a:pt x="386" y="146"/>
                </a:lnTo>
                <a:lnTo>
                  <a:pt x="386" y="147"/>
                </a:lnTo>
                <a:lnTo>
                  <a:pt x="385" y="148"/>
                </a:lnTo>
                <a:lnTo>
                  <a:pt x="385" y="149"/>
                </a:lnTo>
                <a:lnTo>
                  <a:pt x="384" y="149"/>
                </a:lnTo>
                <a:lnTo>
                  <a:pt x="383" y="148"/>
                </a:lnTo>
                <a:lnTo>
                  <a:pt x="383" y="149"/>
                </a:lnTo>
                <a:lnTo>
                  <a:pt x="383" y="148"/>
                </a:lnTo>
                <a:lnTo>
                  <a:pt x="382" y="148"/>
                </a:lnTo>
                <a:lnTo>
                  <a:pt x="383" y="148"/>
                </a:lnTo>
                <a:lnTo>
                  <a:pt x="383" y="147"/>
                </a:lnTo>
                <a:lnTo>
                  <a:pt x="382" y="147"/>
                </a:lnTo>
                <a:lnTo>
                  <a:pt x="381" y="147"/>
                </a:lnTo>
                <a:lnTo>
                  <a:pt x="380" y="147"/>
                </a:lnTo>
                <a:lnTo>
                  <a:pt x="380" y="148"/>
                </a:lnTo>
                <a:lnTo>
                  <a:pt x="381" y="148"/>
                </a:lnTo>
                <a:lnTo>
                  <a:pt x="382" y="149"/>
                </a:lnTo>
                <a:lnTo>
                  <a:pt x="381" y="149"/>
                </a:lnTo>
                <a:lnTo>
                  <a:pt x="382" y="154"/>
                </a:lnTo>
                <a:lnTo>
                  <a:pt x="383" y="154"/>
                </a:lnTo>
                <a:lnTo>
                  <a:pt x="384" y="155"/>
                </a:lnTo>
                <a:lnTo>
                  <a:pt x="383" y="155"/>
                </a:lnTo>
                <a:lnTo>
                  <a:pt x="383" y="156"/>
                </a:lnTo>
                <a:lnTo>
                  <a:pt x="384" y="156"/>
                </a:lnTo>
                <a:lnTo>
                  <a:pt x="384" y="157"/>
                </a:lnTo>
                <a:lnTo>
                  <a:pt x="385" y="157"/>
                </a:lnTo>
                <a:lnTo>
                  <a:pt x="386" y="157"/>
                </a:lnTo>
                <a:lnTo>
                  <a:pt x="387" y="157"/>
                </a:lnTo>
                <a:lnTo>
                  <a:pt x="388" y="157"/>
                </a:lnTo>
                <a:lnTo>
                  <a:pt x="387" y="158"/>
                </a:lnTo>
                <a:lnTo>
                  <a:pt x="386" y="158"/>
                </a:lnTo>
                <a:lnTo>
                  <a:pt x="386" y="159"/>
                </a:lnTo>
                <a:lnTo>
                  <a:pt x="385" y="160"/>
                </a:lnTo>
                <a:lnTo>
                  <a:pt x="384" y="160"/>
                </a:lnTo>
                <a:lnTo>
                  <a:pt x="384" y="161"/>
                </a:lnTo>
                <a:lnTo>
                  <a:pt x="384" y="162"/>
                </a:lnTo>
                <a:lnTo>
                  <a:pt x="385" y="162"/>
                </a:lnTo>
                <a:lnTo>
                  <a:pt x="385" y="163"/>
                </a:lnTo>
                <a:lnTo>
                  <a:pt x="386" y="164"/>
                </a:lnTo>
                <a:lnTo>
                  <a:pt x="386" y="163"/>
                </a:lnTo>
                <a:lnTo>
                  <a:pt x="387" y="163"/>
                </a:lnTo>
                <a:lnTo>
                  <a:pt x="388" y="163"/>
                </a:lnTo>
                <a:lnTo>
                  <a:pt x="389" y="163"/>
                </a:lnTo>
                <a:lnTo>
                  <a:pt x="388" y="163"/>
                </a:lnTo>
                <a:lnTo>
                  <a:pt x="387" y="164"/>
                </a:lnTo>
                <a:lnTo>
                  <a:pt x="388" y="164"/>
                </a:lnTo>
                <a:lnTo>
                  <a:pt x="389" y="164"/>
                </a:lnTo>
                <a:lnTo>
                  <a:pt x="389" y="165"/>
                </a:lnTo>
                <a:lnTo>
                  <a:pt x="388" y="166"/>
                </a:lnTo>
                <a:lnTo>
                  <a:pt x="388" y="165"/>
                </a:lnTo>
                <a:lnTo>
                  <a:pt x="387" y="166"/>
                </a:lnTo>
                <a:lnTo>
                  <a:pt x="386" y="166"/>
                </a:lnTo>
                <a:lnTo>
                  <a:pt x="385" y="167"/>
                </a:lnTo>
                <a:lnTo>
                  <a:pt x="385" y="168"/>
                </a:lnTo>
                <a:lnTo>
                  <a:pt x="385" y="169"/>
                </a:lnTo>
                <a:lnTo>
                  <a:pt x="385" y="170"/>
                </a:lnTo>
                <a:lnTo>
                  <a:pt x="385" y="171"/>
                </a:lnTo>
                <a:lnTo>
                  <a:pt x="386" y="171"/>
                </a:lnTo>
                <a:lnTo>
                  <a:pt x="386" y="172"/>
                </a:lnTo>
                <a:lnTo>
                  <a:pt x="385" y="172"/>
                </a:lnTo>
                <a:lnTo>
                  <a:pt x="385" y="173"/>
                </a:lnTo>
                <a:lnTo>
                  <a:pt x="386" y="173"/>
                </a:lnTo>
                <a:lnTo>
                  <a:pt x="386" y="172"/>
                </a:lnTo>
                <a:lnTo>
                  <a:pt x="387" y="172"/>
                </a:lnTo>
                <a:lnTo>
                  <a:pt x="388" y="172"/>
                </a:lnTo>
                <a:lnTo>
                  <a:pt x="387" y="173"/>
                </a:lnTo>
                <a:lnTo>
                  <a:pt x="386" y="173"/>
                </a:lnTo>
                <a:lnTo>
                  <a:pt x="385" y="174"/>
                </a:lnTo>
                <a:lnTo>
                  <a:pt x="385" y="175"/>
                </a:lnTo>
                <a:lnTo>
                  <a:pt x="384" y="175"/>
                </a:lnTo>
                <a:lnTo>
                  <a:pt x="383" y="175"/>
                </a:lnTo>
                <a:lnTo>
                  <a:pt x="382" y="174"/>
                </a:lnTo>
                <a:lnTo>
                  <a:pt x="383" y="174"/>
                </a:lnTo>
                <a:lnTo>
                  <a:pt x="384" y="173"/>
                </a:lnTo>
                <a:lnTo>
                  <a:pt x="384" y="172"/>
                </a:lnTo>
                <a:lnTo>
                  <a:pt x="383" y="172"/>
                </a:lnTo>
                <a:lnTo>
                  <a:pt x="382" y="172"/>
                </a:lnTo>
                <a:lnTo>
                  <a:pt x="382" y="173"/>
                </a:lnTo>
                <a:lnTo>
                  <a:pt x="381" y="173"/>
                </a:lnTo>
                <a:lnTo>
                  <a:pt x="381" y="174"/>
                </a:lnTo>
                <a:lnTo>
                  <a:pt x="380" y="174"/>
                </a:lnTo>
                <a:lnTo>
                  <a:pt x="379" y="175"/>
                </a:lnTo>
                <a:lnTo>
                  <a:pt x="377" y="176"/>
                </a:lnTo>
                <a:lnTo>
                  <a:pt x="377" y="177"/>
                </a:lnTo>
                <a:lnTo>
                  <a:pt x="376" y="177"/>
                </a:lnTo>
                <a:lnTo>
                  <a:pt x="376" y="176"/>
                </a:lnTo>
                <a:lnTo>
                  <a:pt x="376" y="177"/>
                </a:lnTo>
                <a:lnTo>
                  <a:pt x="375" y="177"/>
                </a:lnTo>
                <a:lnTo>
                  <a:pt x="374" y="177"/>
                </a:lnTo>
                <a:lnTo>
                  <a:pt x="373" y="177"/>
                </a:lnTo>
                <a:lnTo>
                  <a:pt x="373" y="176"/>
                </a:lnTo>
                <a:lnTo>
                  <a:pt x="372" y="176"/>
                </a:lnTo>
                <a:lnTo>
                  <a:pt x="371" y="176"/>
                </a:lnTo>
                <a:lnTo>
                  <a:pt x="370" y="177"/>
                </a:lnTo>
                <a:lnTo>
                  <a:pt x="370" y="178"/>
                </a:lnTo>
                <a:lnTo>
                  <a:pt x="370" y="179"/>
                </a:lnTo>
                <a:lnTo>
                  <a:pt x="369" y="179"/>
                </a:lnTo>
                <a:lnTo>
                  <a:pt x="371" y="181"/>
                </a:lnTo>
                <a:lnTo>
                  <a:pt x="370" y="181"/>
                </a:lnTo>
                <a:lnTo>
                  <a:pt x="369" y="181"/>
                </a:lnTo>
                <a:lnTo>
                  <a:pt x="370" y="182"/>
                </a:lnTo>
                <a:lnTo>
                  <a:pt x="369" y="182"/>
                </a:lnTo>
                <a:lnTo>
                  <a:pt x="368" y="182"/>
                </a:lnTo>
                <a:lnTo>
                  <a:pt x="367" y="182"/>
                </a:lnTo>
                <a:lnTo>
                  <a:pt x="367" y="183"/>
                </a:lnTo>
                <a:lnTo>
                  <a:pt x="366" y="184"/>
                </a:lnTo>
                <a:lnTo>
                  <a:pt x="366" y="185"/>
                </a:lnTo>
                <a:lnTo>
                  <a:pt x="365" y="185"/>
                </a:lnTo>
                <a:lnTo>
                  <a:pt x="365" y="186"/>
                </a:lnTo>
                <a:lnTo>
                  <a:pt x="364" y="185"/>
                </a:lnTo>
                <a:lnTo>
                  <a:pt x="364" y="186"/>
                </a:lnTo>
                <a:lnTo>
                  <a:pt x="363" y="186"/>
                </a:lnTo>
                <a:lnTo>
                  <a:pt x="363" y="185"/>
                </a:lnTo>
                <a:lnTo>
                  <a:pt x="362" y="185"/>
                </a:lnTo>
                <a:lnTo>
                  <a:pt x="361" y="185"/>
                </a:lnTo>
                <a:lnTo>
                  <a:pt x="361" y="184"/>
                </a:lnTo>
                <a:lnTo>
                  <a:pt x="360" y="184"/>
                </a:lnTo>
                <a:lnTo>
                  <a:pt x="361" y="184"/>
                </a:lnTo>
                <a:lnTo>
                  <a:pt x="361" y="183"/>
                </a:lnTo>
                <a:lnTo>
                  <a:pt x="361" y="182"/>
                </a:lnTo>
                <a:lnTo>
                  <a:pt x="361" y="183"/>
                </a:lnTo>
                <a:lnTo>
                  <a:pt x="360" y="183"/>
                </a:lnTo>
                <a:lnTo>
                  <a:pt x="360" y="182"/>
                </a:lnTo>
                <a:lnTo>
                  <a:pt x="361" y="182"/>
                </a:lnTo>
                <a:lnTo>
                  <a:pt x="362" y="182"/>
                </a:lnTo>
                <a:lnTo>
                  <a:pt x="362" y="181"/>
                </a:lnTo>
                <a:lnTo>
                  <a:pt x="361" y="181"/>
                </a:lnTo>
                <a:lnTo>
                  <a:pt x="361" y="180"/>
                </a:lnTo>
                <a:lnTo>
                  <a:pt x="362" y="180"/>
                </a:lnTo>
                <a:lnTo>
                  <a:pt x="362" y="179"/>
                </a:lnTo>
                <a:lnTo>
                  <a:pt x="363" y="179"/>
                </a:lnTo>
                <a:lnTo>
                  <a:pt x="362" y="179"/>
                </a:lnTo>
                <a:lnTo>
                  <a:pt x="362" y="178"/>
                </a:lnTo>
                <a:lnTo>
                  <a:pt x="363" y="177"/>
                </a:lnTo>
                <a:lnTo>
                  <a:pt x="364" y="177"/>
                </a:lnTo>
                <a:lnTo>
                  <a:pt x="365" y="176"/>
                </a:lnTo>
                <a:lnTo>
                  <a:pt x="367" y="175"/>
                </a:lnTo>
                <a:lnTo>
                  <a:pt x="368" y="175"/>
                </a:lnTo>
                <a:lnTo>
                  <a:pt x="369" y="175"/>
                </a:lnTo>
                <a:lnTo>
                  <a:pt x="370" y="175"/>
                </a:lnTo>
                <a:lnTo>
                  <a:pt x="369" y="174"/>
                </a:lnTo>
                <a:lnTo>
                  <a:pt x="370" y="174"/>
                </a:lnTo>
                <a:lnTo>
                  <a:pt x="370" y="175"/>
                </a:lnTo>
                <a:lnTo>
                  <a:pt x="370" y="176"/>
                </a:lnTo>
                <a:lnTo>
                  <a:pt x="371" y="176"/>
                </a:lnTo>
                <a:lnTo>
                  <a:pt x="371" y="175"/>
                </a:lnTo>
                <a:lnTo>
                  <a:pt x="371" y="174"/>
                </a:lnTo>
                <a:lnTo>
                  <a:pt x="372" y="174"/>
                </a:lnTo>
                <a:lnTo>
                  <a:pt x="372" y="173"/>
                </a:lnTo>
                <a:lnTo>
                  <a:pt x="373" y="173"/>
                </a:lnTo>
                <a:lnTo>
                  <a:pt x="373" y="172"/>
                </a:lnTo>
                <a:lnTo>
                  <a:pt x="372" y="172"/>
                </a:lnTo>
                <a:lnTo>
                  <a:pt x="372" y="171"/>
                </a:lnTo>
                <a:lnTo>
                  <a:pt x="372" y="172"/>
                </a:lnTo>
                <a:lnTo>
                  <a:pt x="373" y="172"/>
                </a:lnTo>
                <a:lnTo>
                  <a:pt x="373" y="171"/>
                </a:lnTo>
                <a:lnTo>
                  <a:pt x="374" y="171"/>
                </a:lnTo>
                <a:lnTo>
                  <a:pt x="374" y="170"/>
                </a:lnTo>
                <a:lnTo>
                  <a:pt x="373" y="170"/>
                </a:lnTo>
                <a:lnTo>
                  <a:pt x="374" y="170"/>
                </a:lnTo>
                <a:lnTo>
                  <a:pt x="374" y="169"/>
                </a:lnTo>
                <a:lnTo>
                  <a:pt x="375" y="169"/>
                </a:lnTo>
                <a:lnTo>
                  <a:pt x="375" y="168"/>
                </a:lnTo>
                <a:lnTo>
                  <a:pt x="374" y="169"/>
                </a:lnTo>
                <a:lnTo>
                  <a:pt x="374" y="168"/>
                </a:lnTo>
                <a:lnTo>
                  <a:pt x="373" y="168"/>
                </a:lnTo>
                <a:lnTo>
                  <a:pt x="374" y="167"/>
                </a:lnTo>
                <a:lnTo>
                  <a:pt x="374" y="166"/>
                </a:lnTo>
                <a:lnTo>
                  <a:pt x="375" y="166"/>
                </a:lnTo>
                <a:lnTo>
                  <a:pt x="376" y="166"/>
                </a:lnTo>
                <a:lnTo>
                  <a:pt x="376" y="165"/>
                </a:lnTo>
                <a:lnTo>
                  <a:pt x="375" y="165"/>
                </a:lnTo>
                <a:lnTo>
                  <a:pt x="376" y="164"/>
                </a:lnTo>
                <a:lnTo>
                  <a:pt x="377" y="164"/>
                </a:lnTo>
                <a:lnTo>
                  <a:pt x="378" y="164"/>
                </a:lnTo>
                <a:lnTo>
                  <a:pt x="378" y="163"/>
                </a:lnTo>
                <a:lnTo>
                  <a:pt x="377" y="164"/>
                </a:lnTo>
                <a:lnTo>
                  <a:pt x="377" y="163"/>
                </a:lnTo>
                <a:lnTo>
                  <a:pt x="378" y="163"/>
                </a:lnTo>
                <a:lnTo>
                  <a:pt x="379" y="163"/>
                </a:lnTo>
                <a:lnTo>
                  <a:pt x="380" y="162"/>
                </a:lnTo>
                <a:lnTo>
                  <a:pt x="380" y="161"/>
                </a:lnTo>
                <a:lnTo>
                  <a:pt x="381" y="161"/>
                </a:lnTo>
                <a:lnTo>
                  <a:pt x="381" y="160"/>
                </a:lnTo>
                <a:lnTo>
                  <a:pt x="382" y="160"/>
                </a:lnTo>
                <a:lnTo>
                  <a:pt x="382" y="159"/>
                </a:lnTo>
                <a:lnTo>
                  <a:pt x="383" y="158"/>
                </a:lnTo>
                <a:lnTo>
                  <a:pt x="383" y="157"/>
                </a:lnTo>
                <a:lnTo>
                  <a:pt x="382" y="157"/>
                </a:lnTo>
                <a:lnTo>
                  <a:pt x="381" y="157"/>
                </a:lnTo>
                <a:lnTo>
                  <a:pt x="380" y="157"/>
                </a:lnTo>
                <a:lnTo>
                  <a:pt x="380" y="158"/>
                </a:lnTo>
                <a:lnTo>
                  <a:pt x="378" y="158"/>
                </a:lnTo>
                <a:lnTo>
                  <a:pt x="377" y="158"/>
                </a:lnTo>
                <a:lnTo>
                  <a:pt x="376" y="158"/>
                </a:lnTo>
                <a:lnTo>
                  <a:pt x="375" y="158"/>
                </a:lnTo>
                <a:lnTo>
                  <a:pt x="373" y="158"/>
                </a:lnTo>
                <a:lnTo>
                  <a:pt x="373" y="159"/>
                </a:lnTo>
                <a:lnTo>
                  <a:pt x="373" y="158"/>
                </a:lnTo>
                <a:lnTo>
                  <a:pt x="373" y="157"/>
                </a:lnTo>
                <a:lnTo>
                  <a:pt x="372" y="157"/>
                </a:lnTo>
                <a:lnTo>
                  <a:pt x="372" y="158"/>
                </a:lnTo>
                <a:lnTo>
                  <a:pt x="371" y="158"/>
                </a:lnTo>
                <a:lnTo>
                  <a:pt x="371" y="157"/>
                </a:lnTo>
                <a:lnTo>
                  <a:pt x="370" y="157"/>
                </a:lnTo>
                <a:lnTo>
                  <a:pt x="370" y="158"/>
                </a:lnTo>
                <a:lnTo>
                  <a:pt x="369" y="158"/>
                </a:lnTo>
                <a:lnTo>
                  <a:pt x="368" y="159"/>
                </a:lnTo>
                <a:lnTo>
                  <a:pt x="368" y="160"/>
                </a:lnTo>
                <a:lnTo>
                  <a:pt x="369" y="160"/>
                </a:lnTo>
                <a:lnTo>
                  <a:pt x="369" y="161"/>
                </a:lnTo>
                <a:lnTo>
                  <a:pt x="369" y="162"/>
                </a:lnTo>
                <a:lnTo>
                  <a:pt x="369" y="163"/>
                </a:lnTo>
                <a:lnTo>
                  <a:pt x="369" y="164"/>
                </a:lnTo>
                <a:lnTo>
                  <a:pt x="367" y="164"/>
                </a:lnTo>
                <a:lnTo>
                  <a:pt x="367" y="165"/>
                </a:lnTo>
                <a:lnTo>
                  <a:pt x="366" y="166"/>
                </a:lnTo>
                <a:lnTo>
                  <a:pt x="366" y="167"/>
                </a:lnTo>
                <a:lnTo>
                  <a:pt x="366" y="168"/>
                </a:lnTo>
                <a:lnTo>
                  <a:pt x="366" y="169"/>
                </a:lnTo>
                <a:lnTo>
                  <a:pt x="365" y="169"/>
                </a:lnTo>
                <a:lnTo>
                  <a:pt x="366" y="169"/>
                </a:lnTo>
                <a:lnTo>
                  <a:pt x="366" y="170"/>
                </a:lnTo>
                <a:lnTo>
                  <a:pt x="367" y="170"/>
                </a:lnTo>
                <a:lnTo>
                  <a:pt x="366" y="171"/>
                </a:lnTo>
                <a:lnTo>
                  <a:pt x="365" y="171"/>
                </a:lnTo>
                <a:lnTo>
                  <a:pt x="365" y="172"/>
                </a:lnTo>
                <a:lnTo>
                  <a:pt x="364" y="172"/>
                </a:lnTo>
                <a:lnTo>
                  <a:pt x="363" y="172"/>
                </a:lnTo>
                <a:lnTo>
                  <a:pt x="363" y="171"/>
                </a:lnTo>
                <a:lnTo>
                  <a:pt x="363" y="170"/>
                </a:lnTo>
                <a:lnTo>
                  <a:pt x="364" y="170"/>
                </a:lnTo>
                <a:lnTo>
                  <a:pt x="364" y="169"/>
                </a:lnTo>
                <a:lnTo>
                  <a:pt x="363" y="168"/>
                </a:lnTo>
                <a:lnTo>
                  <a:pt x="362" y="168"/>
                </a:lnTo>
                <a:lnTo>
                  <a:pt x="361" y="167"/>
                </a:lnTo>
                <a:lnTo>
                  <a:pt x="361" y="166"/>
                </a:lnTo>
                <a:lnTo>
                  <a:pt x="360" y="166"/>
                </a:lnTo>
                <a:lnTo>
                  <a:pt x="360" y="167"/>
                </a:lnTo>
                <a:lnTo>
                  <a:pt x="358" y="167"/>
                </a:lnTo>
                <a:lnTo>
                  <a:pt x="358" y="168"/>
                </a:lnTo>
                <a:lnTo>
                  <a:pt x="357" y="167"/>
                </a:lnTo>
                <a:lnTo>
                  <a:pt x="356" y="166"/>
                </a:lnTo>
                <a:lnTo>
                  <a:pt x="357" y="165"/>
                </a:lnTo>
                <a:lnTo>
                  <a:pt x="358" y="165"/>
                </a:lnTo>
                <a:lnTo>
                  <a:pt x="358" y="164"/>
                </a:lnTo>
                <a:lnTo>
                  <a:pt x="358" y="163"/>
                </a:lnTo>
                <a:lnTo>
                  <a:pt x="358" y="162"/>
                </a:lnTo>
                <a:lnTo>
                  <a:pt x="357" y="162"/>
                </a:lnTo>
                <a:lnTo>
                  <a:pt x="357" y="161"/>
                </a:lnTo>
                <a:lnTo>
                  <a:pt x="358" y="161"/>
                </a:lnTo>
                <a:lnTo>
                  <a:pt x="358" y="160"/>
                </a:lnTo>
                <a:lnTo>
                  <a:pt x="358" y="159"/>
                </a:lnTo>
                <a:lnTo>
                  <a:pt x="359" y="158"/>
                </a:lnTo>
                <a:lnTo>
                  <a:pt x="360" y="159"/>
                </a:lnTo>
                <a:lnTo>
                  <a:pt x="361" y="159"/>
                </a:lnTo>
                <a:lnTo>
                  <a:pt x="362" y="159"/>
                </a:lnTo>
                <a:lnTo>
                  <a:pt x="363" y="159"/>
                </a:lnTo>
                <a:lnTo>
                  <a:pt x="362" y="158"/>
                </a:lnTo>
                <a:lnTo>
                  <a:pt x="362" y="157"/>
                </a:lnTo>
                <a:lnTo>
                  <a:pt x="362" y="156"/>
                </a:lnTo>
                <a:lnTo>
                  <a:pt x="362" y="155"/>
                </a:lnTo>
                <a:lnTo>
                  <a:pt x="361" y="155"/>
                </a:lnTo>
                <a:lnTo>
                  <a:pt x="361" y="156"/>
                </a:lnTo>
                <a:lnTo>
                  <a:pt x="360" y="157"/>
                </a:lnTo>
                <a:lnTo>
                  <a:pt x="359" y="157"/>
                </a:lnTo>
                <a:lnTo>
                  <a:pt x="357" y="157"/>
                </a:lnTo>
                <a:lnTo>
                  <a:pt x="357" y="158"/>
                </a:lnTo>
                <a:lnTo>
                  <a:pt x="356" y="157"/>
                </a:lnTo>
                <a:lnTo>
                  <a:pt x="356" y="156"/>
                </a:lnTo>
                <a:lnTo>
                  <a:pt x="356" y="155"/>
                </a:lnTo>
                <a:lnTo>
                  <a:pt x="358" y="154"/>
                </a:lnTo>
                <a:lnTo>
                  <a:pt x="360" y="154"/>
                </a:lnTo>
                <a:lnTo>
                  <a:pt x="360" y="153"/>
                </a:lnTo>
                <a:lnTo>
                  <a:pt x="361" y="153"/>
                </a:lnTo>
                <a:lnTo>
                  <a:pt x="362" y="152"/>
                </a:lnTo>
                <a:lnTo>
                  <a:pt x="363" y="152"/>
                </a:lnTo>
                <a:lnTo>
                  <a:pt x="363" y="151"/>
                </a:lnTo>
                <a:lnTo>
                  <a:pt x="362" y="151"/>
                </a:lnTo>
                <a:lnTo>
                  <a:pt x="362" y="150"/>
                </a:lnTo>
                <a:lnTo>
                  <a:pt x="361" y="150"/>
                </a:lnTo>
                <a:lnTo>
                  <a:pt x="361" y="151"/>
                </a:lnTo>
                <a:lnTo>
                  <a:pt x="362" y="151"/>
                </a:lnTo>
                <a:lnTo>
                  <a:pt x="361" y="152"/>
                </a:lnTo>
                <a:lnTo>
                  <a:pt x="359" y="153"/>
                </a:lnTo>
                <a:lnTo>
                  <a:pt x="358" y="153"/>
                </a:lnTo>
                <a:lnTo>
                  <a:pt x="358" y="152"/>
                </a:lnTo>
                <a:lnTo>
                  <a:pt x="358" y="151"/>
                </a:lnTo>
                <a:lnTo>
                  <a:pt x="357" y="151"/>
                </a:lnTo>
                <a:lnTo>
                  <a:pt x="357" y="152"/>
                </a:lnTo>
                <a:lnTo>
                  <a:pt x="357" y="153"/>
                </a:lnTo>
                <a:lnTo>
                  <a:pt x="356" y="154"/>
                </a:lnTo>
                <a:lnTo>
                  <a:pt x="355" y="155"/>
                </a:lnTo>
                <a:lnTo>
                  <a:pt x="356" y="155"/>
                </a:lnTo>
                <a:lnTo>
                  <a:pt x="355" y="155"/>
                </a:lnTo>
                <a:lnTo>
                  <a:pt x="355" y="156"/>
                </a:lnTo>
                <a:lnTo>
                  <a:pt x="354" y="156"/>
                </a:lnTo>
                <a:lnTo>
                  <a:pt x="354" y="157"/>
                </a:lnTo>
                <a:lnTo>
                  <a:pt x="354" y="158"/>
                </a:lnTo>
                <a:lnTo>
                  <a:pt x="355" y="159"/>
                </a:lnTo>
                <a:lnTo>
                  <a:pt x="355" y="160"/>
                </a:lnTo>
                <a:lnTo>
                  <a:pt x="354" y="160"/>
                </a:lnTo>
                <a:lnTo>
                  <a:pt x="354" y="161"/>
                </a:lnTo>
                <a:lnTo>
                  <a:pt x="355" y="161"/>
                </a:lnTo>
                <a:lnTo>
                  <a:pt x="354" y="162"/>
                </a:lnTo>
                <a:lnTo>
                  <a:pt x="354" y="163"/>
                </a:lnTo>
                <a:lnTo>
                  <a:pt x="353" y="163"/>
                </a:lnTo>
                <a:lnTo>
                  <a:pt x="352" y="163"/>
                </a:lnTo>
                <a:lnTo>
                  <a:pt x="351" y="163"/>
                </a:lnTo>
                <a:lnTo>
                  <a:pt x="351" y="162"/>
                </a:lnTo>
                <a:lnTo>
                  <a:pt x="351" y="161"/>
                </a:lnTo>
                <a:lnTo>
                  <a:pt x="351" y="160"/>
                </a:lnTo>
                <a:lnTo>
                  <a:pt x="350" y="158"/>
                </a:lnTo>
                <a:lnTo>
                  <a:pt x="350" y="157"/>
                </a:lnTo>
                <a:lnTo>
                  <a:pt x="349" y="155"/>
                </a:lnTo>
                <a:lnTo>
                  <a:pt x="348" y="155"/>
                </a:lnTo>
                <a:lnTo>
                  <a:pt x="348" y="154"/>
                </a:lnTo>
                <a:lnTo>
                  <a:pt x="347" y="155"/>
                </a:lnTo>
                <a:lnTo>
                  <a:pt x="348" y="156"/>
                </a:lnTo>
                <a:lnTo>
                  <a:pt x="348" y="157"/>
                </a:lnTo>
                <a:lnTo>
                  <a:pt x="348" y="158"/>
                </a:lnTo>
                <a:lnTo>
                  <a:pt x="348" y="159"/>
                </a:lnTo>
                <a:lnTo>
                  <a:pt x="347" y="159"/>
                </a:lnTo>
                <a:lnTo>
                  <a:pt x="347" y="160"/>
                </a:lnTo>
                <a:lnTo>
                  <a:pt x="347" y="161"/>
                </a:lnTo>
                <a:lnTo>
                  <a:pt x="348" y="161"/>
                </a:lnTo>
                <a:lnTo>
                  <a:pt x="347" y="161"/>
                </a:lnTo>
                <a:lnTo>
                  <a:pt x="348" y="162"/>
                </a:lnTo>
                <a:lnTo>
                  <a:pt x="349" y="162"/>
                </a:lnTo>
                <a:lnTo>
                  <a:pt x="348" y="162"/>
                </a:lnTo>
                <a:lnTo>
                  <a:pt x="349" y="162"/>
                </a:lnTo>
                <a:lnTo>
                  <a:pt x="349" y="163"/>
                </a:lnTo>
                <a:lnTo>
                  <a:pt x="349" y="162"/>
                </a:lnTo>
                <a:lnTo>
                  <a:pt x="349" y="163"/>
                </a:lnTo>
                <a:lnTo>
                  <a:pt x="350" y="163"/>
                </a:lnTo>
                <a:lnTo>
                  <a:pt x="351" y="163"/>
                </a:lnTo>
                <a:lnTo>
                  <a:pt x="352" y="164"/>
                </a:lnTo>
                <a:lnTo>
                  <a:pt x="352" y="165"/>
                </a:lnTo>
                <a:lnTo>
                  <a:pt x="351" y="165"/>
                </a:lnTo>
                <a:lnTo>
                  <a:pt x="351" y="166"/>
                </a:lnTo>
                <a:lnTo>
                  <a:pt x="350" y="166"/>
                </a:lnTo>
                <a:lnTo>
                  <a:pt x="349" y="166"/>
                </a:lnTo>
                <a:lnTo>
                  <a:pt x="348" y="166"/>
                </a:lnTo>
                <a:lnTo>
                  <a:pt x="347" y="165"/>
                </a:lnTo>
                <a:lnTo>
                  <a:pt x="347" y="164"/>
                </a:lnTo>
                <a:lnTo>
                  <a:pt x="346" y="164"/>
                </a:lnTo>
                <a:lnTo>
                  <a:pt x="345" y="164"/>
                </a:lnTo>
                <a:lnTo>
                  <a:pt x="345" y="163"/>
                </a:lnTo>
                <a:lnTo>
                  <a:pt x="346" y="163"/>
                </a:lnTo>
                <a:lnTo>
                  <a:pt x="345" y="162"/>
                </a:lnTo>
                <a:lnTo>
                  <a:pt x="345" y="161"/>
                </a:lnTo>
                <a:lnTo>
                  <a:pt x="344" y="161"/>
                </a:lnTo>
                <a:lnTo>
                  <a:pt x="343" y="161"/>
                </a:lnTo>
                <a:lnTo>
                  <a:pt x="342" y="161"/>
                </a:lnTo>
                <a:lnTo>
                  <a:pt x="341" y="161"/>
                </a:lnTo>
                <a:lnTo>
                  <a:pt x="341" y="160"/>
                </a:lnTo>
                <a:lnTo>
                  <a:pt x="342" y="158"/>
                </a:lnTo>
                <a:lnTo>
                  <a:pt x="342" y="157"/>
                </a:lnTo>
                <a:lnTo>
                  <a:pt x="341" y="157"/>
                </a:lnTo>
                <a:lnTo>
                  <a:pt x="340" y="158"/>
                </a:lnTo>
                <a:lnTo>
                  <a:pt x="339" y="158"/>
                </a:lnTo>
                <a:lnTo>
                  <a:pt x="338" y="158"/>
                </a:lnTo>
                <a:lnTo>
                  <a:pt x="338" y="157"/>
                </a:lnTo>
                <a:lnTo>
                  <a:pt x="337" y="157"/>
                </a:lnTo>
                <a:lnTo>
                  <a:pt x="338" y="158"/>
                </a:lnTo>
                <a:lnTo>
                  <a:pt x="338" y="159"/>
                </a:lnTo>
                <a:lnTo>
                  <a:pt x="337" y="159"/>
                </a:lnTo>
                <a:lnTo>
                  <a:pt x="336" y="160"/>
                </a:lnTo>
                <a:lnTo>
                  <a:pt x="336" y="161"/>
                </a:lnTo>
                <a:lnTo>
                  <a:pt x="336" y="160"/>
                </a:lnTo>
                <a:lnTo>
                  <a:pt x="335" y="160"/>
                </a:lnTo>
                <a:lnTo>
                  <a:pt x="336" y="161"/>
                </a:lnTo>
                <a:lnTo>
                  <a:pt x="336" y="162"/>
                </a:lnTo>
                <a:lnTo>
                  <a:pt x="336" y="163"/>
                </a:lnTo>
                <a:lnTo>
                  <a:pt x="337" y="163"/>
                </a:lnTo>
                <a:lnTo>
                  <a:pt x="337" y="162"/>
                </a:lnTo>
                <a:lnTo>
                  <a:pt x="339" y="162"/>
                </a:lnTo>
                <a:lnTo>
                  <a:pt x="340" y="162"/>
                </a:lnTo>
                <a:lnTo>
                  <a:pt x="341" y="162"/>
                </a:lnTo>
                <a:lnTo>
                  <a:pt x="342" y="162"/>
                </a:lnTo>
                <a:lnTo>
                  <a:pt x="343" y="162"/>
                </a:lnTo>
                <a:lnTo>
                  <a:pt x="343" y="163"/>
                </a:lnTo>
                <a:lnTo>
                  <a:pt x="344" y="163"/>
                </a:lnTo>
                <a:lnTo>
                  <a:pt x="343" y="164"/>
                </a:lnTo>
                <a:lnTo>
                  <a:pt x="342" y="164"/>
                </a:lnTo>
                <a:lnTo>
                  <a:pt x="342" y="165"/>
                </a:lnTo>
                <a:lnTo>
                  <a:pt x="342" y="164"/>
                </a:lnTo>
                <a:lnTo>
                  <a:pt x="342" y="165"/>
                </a:lnTo>
                <a:lnTo>
                  <a:pt x="342" y="166"/>
                </a:lnTo>
                <a:lnTo>
                  <a:pt x="341" y="166"/>
                </a:lnTo>
                <a:lnTo>
                  <a:pt x="341" y="165"/>
                </a:lnTo>
                <a:lnTo>
                  <a:pt x="340" y="165"/>
                </a:lnTo>
                <a:lnTo>
                  <a:pt x="339" y="165"/>
                </a:lnTo>
                <a:lnTo>
                  <a:pt x="340" y="165"/>
                </a:lnTo>
                <a:lnTo>
                  <a:pt x="341" y="165"/>
                </a:lnTo>
                <a:lnTo>
                  <a:pt x="341" y="166"/>
                </a:lnTo>
                <a:lnTo>
                  <a:pt x="342" y="166"/>
                </a:lnTo>
                <a:lnTo>
                  <a:pt x="342" y="167"/>
                </a:lnTo>
                <a:lnTo>
                  <a:pt x="343" y="168"/>
                </a:lnTo>
                <a:lnTo>
                  <a:pt x="342" y="169"/>
                </a:lnTo>
                <a:lnTo>
                  <a:pt x="342" y="168"/>
                </a:lnTo>
                <a:lnTo>
                  <a:pt x="341" y="168"/>
                </a:lnTo>
                <a:lnTo>
                  <a:pt x="341" y="169"/>
                </a:lnTo>
                <a:lnTo>
                  <a:pt x="341" y="168"/>
                </a:lnTo>
                <a:lnTo>
                  <a:pt x="340" y="168"/>
                </a:lnTo>
                <a:lnTo>
                  <a:pt x="341" y="168"/>
                </a:lnTo>
                <a:lnTo>
                  <a:pt x="340" y="168"/>
                </a:lnTo>
                <a:lnTo>
                  <a:pt x="340" y="169"/>
                </a:lnTo>
                <a:lnTo>
                  <a:pt x="341" y="170"/>
                </a:lnTo>
                <a:lnTo>
                  <a:pt x="342" y="170"/>
                </a:lnTo>
                <a:lnTo>
                  <a:pt x="341" y="171"/>
                </a:lnTo>
                <a:lnTo>
                  <a:pt x="340" y="172"/>
                </a:lnTo>
                <a:lnTo>
                  <a:pt x="339" y="172"/>
                </a:lnTo>
                <a:lnTo>
                  <a:pt x="338" y="171"/>
                </a:lnTo>
                <a:lnTo>
                  <a:pt x="338" y="172"/>
                </a:lnTo>
                <a:lnTo>
                  <a:pt x="337" y="172"/>
                </a:lnTo>
                <a:lnTo>
                  <a:pt x="338" y="172"/>
                </a:lnTo>
                <a:lnTo>
                  <a:pt x="337" y="172"/>
                </a:lnTo>
                <a:lnTo>
                  <a:pt x="337" y="173"/>
                </a:lnTo>
                <a:lnTo>
                  <a:pt x="336" y="174"/>
                </a:lnTo>
                <a:lnTo>
                  <a:pt x="336" y="175"/>
                </a:lnTo>
                <a:lnTo>
                  <a:pt x="337" y="175"/>
                </a:lnTo>
                <a:lnTo>
                  <a:pt x="337" y="176"/>
                </a:lnTo>
                <a:lnTo>
                  <a:pt x="338" y="176"/>
                </a:lnTo>
                <a:lnTo>
                  <a:pt x="339" y="177"/>
                </a:lnTo>
                <a:lnTo>
                  <a:pt x="339" y="178"/>
                </a:lnTo>
                <a:lnTo>
                  <a:pt x="340" y="179"/>
                </a:lnTo>
                <a:lnTo>
                  <a:pt x="340" y="180"/>
                </a:lnTo>
                <a:lnTo>
                  <a:pt x="339" y="180"/>
                </a:lnTo>
                <a:lnTo>
                  <a:pt x="339" y="181"/>
                </a:lnTo>
                <a:lnTo>
                  <a:pt x="340" y="181"/>
                </a:lnTo>
                <a:lnTo>
                  <a:pt x="340" y="180"/>
                </a:lnTo>
                <a:lnTo>
                  <a:pt x="340" y="179"/>
                </a:lnTo>
                <a:lnTo>
                  <a:pt x="341" y="178"/>
                </a:lnTo>
                <a:lnTo>
                  <a:pt x="342" y="178"/>
                </a:lnTo>
                <a:lnTo>
                  <a:pt x="342" y="177"/>
                </a:lnTo>
                <a:lnTo>
                  <a:pt x="343" y="177"/>
                </a:lnTo>
                <a:lnTo>
                  <a:pt x="343" y="176"/>
                </a:lnTo>
                <a:lnTo>
                  <a:pt x="344" y="176"/>
                </a:lnTo>
                <a:lnTo>
                  <a:pt x="345" y="176"/>
                </a:lnTo>
                <a:lnTo>
                  <a:pt x="346" y="175"/>
                </a:lnTo>
                <a:lnTo>
                  <a:pt x="347" y="176"/>
                </a:lnTo>
                <a:lnTo>
                  <a:pt x="349" y="176"/>
                </a:lnTo>
                <a:lnTo>
                  <a:pt x="350" y="176"/>
                </a:lnTo>
                <a:lnTo>
                  <a:pt x="350" y="175"/>
                </a:lnTo>
                <a:lnTo>
                  <a:pt x="351" y="175"/>
                </a:lnTo>
                <a:lnTo>
                  <a:pt x="352" y="176"/>
                </a:lnTo>
                <a:lnTo>
                  <a:pt x="353" y="177"/>
                </a:lnTo>
                <a:lnTo>
                  <a:pt x="354" y="178"/>
                </a:lnTo>
                <a:lnTo>
                  <a:pt x="355" y="178"/>
                </a:lnTo>
                <a:lnTo>
                  <a:pt x="355" y="179"/>
                </a:lnTo>
                <a:lnTo>
                  <a:pt x="356" y="179"/>
                </a:lnTo>
                <a:lnTo>
                  <a:pt x="357" y="179"/>
                </a:lnTo>
                <a:lnTo>
                  <a:pt x="356" y="180"/>
                </a:lnTo>
                <a:lnTo>
                  <a:pt x="357" y="181"/>
                </a:lnTo>
                <a:lnTo>
                  <a:pt x="357" y="182"/>
                </a:lnTo>
                <a:lnTo>
                  <a:pt x="357" y="181"/>
                </a:lnTo>
                <a:lnTo>
                  <a:pt x="355" y="181"/>
                </a:lnTo>
                <a:lnTo>
                  <a:pt x="355" y="180"/>
                </a:lnTo>
                <a:lnTo>
                  <a:pt x="355" y="181"/>
                </a:lnTo>
                <a:lnTo>
                  <a:pt x="355" y="182"/>
                </a:lnTo>
                <a:lnTo>
                  <a:pt x="354" y="182"/>
                </a:lnTo>
                <a:lnTo>
                  <a:pt x="354" y="183"/>
                </a:lnTo>
                <a:lnTo>
                  <a:pt x="355" y="182"/>
                </a:lnTo>
                <a:lnTo>
                  <a:pt x="356" y="183"/>
                </a:lnTo>
                <a:lnTo>
                  <a:pt x="356" y="184"/>
                </a:lnTo>
                <a:lnTo>
                  <a:pt x="356" y="185"/>
                </a:lnTo>
                <a:lnTo>
                  <a:pt x="355" y="185"/>
                </a:lnTo>
                <a:lnTo>
                  <a:pt x="356" y="185"/>
                </a:lnTo>
                <a:lnTo>
                  <a:pt x="357" y="185"/>
                </a:lnTo>
                <a:lnTo>
                  <a:pt x="357" y="186"/>
                </a:lnTo>
                <a:lnTo>
                  <a:pt x="358" y="186"/>
                </a:lnTo>
                <a:lnTo>
                  <a:pt x="358" y="187"/>
                </a:lnTo>
                <a:lnTo>
                  <a:pt x="357" y="187"/>
                </a:lnTo>
                <a:lnTo>
                  <a:pt x="356" y="187"/>
                </a:lnTo>
                <a:lnTo>
                  <a:pt x="355" y="187"/>
                </a:lnTo>
                <a:lnTo>
                  <a:pt x="356" y="188"/>
                </a:lnTo>
                <a:lnTo>
                  <a:pt x="357" y="188"/>
                </a:lnTo>
                <a:lnTo>
                  <a:pt x="358" y="188"/>
                </a:lnTo>
                <a:lnTo>
                  <a:pt x="358" y="189"/>
                </a:lnTo>
                <a:lnTo>
                  <a:pt x="358" y="190"/>
                </a:lnTo>
                <a:lnTo>
                  <a:pt x="357" y="190"/>
                </a:lnTo>
                <a:lnTo>
                  <a:pt x="358" y="190"/>
                </a:lnTo>
                <a:lnTo>
                  <a:pt x="359" y="190"/>
                </a:lnTo>
                <a:lnTo>
                  <a:pt x="358" y="191"/>
                </a:lnTo>
                <a:lnTo>
                  <a:pt x="359" y="191"/>
                </a:lnTo>
                <a:lnTo>
                  <a:pt x="359" y="192"/>
                </a:lnTo>
                <a:lnTo>
                  <a:pt x="360" y="192"/>
                </a:lnTo>
                <a:lnTo>
                  <a:pt x="360" y="193"/>
                </a:lnTo>
                <a:lnTo>
                  <a:pt x="359" y="194"/>
                </a:lnTo>
                <a:lnTo>
                  <a:pt x="358" y="193"/>
                </a:lnTo>
                <a:lnTo>
                  <a:pt x="357" y="194"/>
                </a:lnTo>
                <a:lnTo>
                  <a:pt x="358" y="194"/>
                </a:lnTo>
                <a:lnTo>
                  <a:pt x="357" y="195"/>
                </a:lnTo>
                <a:lnTo>
                  <a:pt x="357" y="196"/>
                </a:lnTo>
                <a:lnTo>
                  <a:pt x="356" y="196"/>
                </a:lnTo>
                <a:lnTo>
                  <a:pt x="355" y="196"/>
                </a:lnTo>
                <a:lnTo>
                  <a:pt x="355" y="197"/>
                </a:lnTo>
                <a:lnTo>
                  <a:pt x="354" y="196"/>
                </a:lnTo>
                <a:lnTo>
                  <a:pt x="355" y="195"/>
                </a:lnTo>
                <a:lnTo>
                  <a:pt x="355" y="194"/>
                </a:lnTo>
                <a:lnTo>
                  <a:pt x="355" y="193"/>
                </a:lnTo>
                <a:lnTo>
                  <a:pt x="354" y="193"/>
                </a:lnTo>
                <a:lnTo>
                  <a:pt x="353" y="192"/>
                </a:lnTo>
                <a:lnTo>
                  <a:pt x="352" y="192"/>
                </a:lnTo>
                <a:lnTo>
                  <a:pt x="352" y="193"/>
                </a:lnTo>
                <a:lnTo>
                  <a:pt x="351" y="193"/>
                </a:lnTo>
                <a:lnTo>
                  <a:pt x="350" y="193"/>
                </a:lnTo>
                <a:lnTo>
                  <a:pt x="349" y="191"/>
                </a:lnTo>
                <a:lnTo>
                  <a:pt x="347" y="191"/>
                </a:lnTo>
                <a:lnTo>
                  <a:pt x="347" y="190"/>
                </a:lnTo>
                <a:lnTo>
                  <a:pt x="346" y="190"/>
                </a:lnTo>
                <a:lnTo>
                  <a:pt x="344" y="189"/>
                </a:lnTo>
                <a:lnTo>
                  <a:pt x="343" y="189"/>
                </a:lnTo>
                <a:lnTo>
                  <a:pt x="342" y="189"/>
                </a:lnTo>
                <a:lnTo>
                  <a:pt x="342" y="190"/>
                </a:lnTo>
                <a:lnTo>
                  <a:pt x="341" y="191"/>
                </a:lnTo>
                <a:lnTo>
                  <a:pt x="341" y="192"/>
                </a:lnTo>
                <a:lnTo>
                  <a:pt x="342" y="192"/>
                </a:lnTo>
                <a:lnTo>
                  <a:pt x="342" y="193"/>
                </a:lnTo>
                <a:lnTo>
                  <a:pt x="343" y="194"/>
                </a:lnTo>
                <a:lnTo>
                  <a:pt x="344" y="193"/>
                </a:lnTo>
                <a:lnTo>
                  <a:pt x="345" y="195"/>
                </a:lnTo>
                <a:lnTo>
                  <a:pt x="345" y="196"/>
                </a:lnTo>
                <a:lnTo>
                  <a:pt x="345" y="197"/>
                </a:lnTo>
                <a:lnTo>
                  <a:pt x="345" y="198"/>
                </a:lnTo>
                <a:lnTo>
                  <a:pt x="345" y="199"/>
                </a:lnTo>
                <a:lnTo>
                  <a:pt x="346" y="199"/>
                </a:lnTo>
                <a:lnTo>
                  <a:pt x="346" y="200"/>
                </a:lnTo>
                <a:lnTo>
                  <a:pt x="345" y="201"/>
                </a:lnTo>
                <a:lnTo>
                  <a:pt x="346" y="202"/>
                </a:lnTo>
                <a:lnTo>
                  <a:pt x="346" y="203"/>
                </a:lnTo>
                <a:lnTo>
                  <a:pt x="347" y="203"/>
                </a:lnTo>
                <a:lnTo>
                  <a:pt x="348" y="203"/>
                </a:lnTo>
                <a:lnTo>
                  <a:pt x="349" y="202"/>
                </a:lnTo>
                <a:lnTo>
                  <a:pt x="350" y="202"/>
                </a:lnTo>
                <a:lnTo>
                  <a:pt x="351" y="202"/>
                </a:lnTo>
                <a:lnTo>
                  <a:pt x="352" y="201"/>
                </a:lnTo>
                <a:lnTo>
                  <a:pt x="352" y="202"/>
                </a:lnTo>
                <a:lnTo>
                  <a:pt x="351" y="202"/>
                </a:lnTo>
                <a:lnTo>
                  <a:pt x="352" y="202"/>
                </a:lnTo>
                <a:lnTo>
                  <a:pt x="353" y="202"/>
                </a:lnTo>
                <a:lnTo>
                  <a:pt x="353" y="200"/>
                </a:lnTo>
                <a:lnTo>
                  <a:pt x="354" y="200"/>
                </a:lnTo>
                <a:lnTo>
                  <a:pt x="355" y="200"/>
                </a:lnTo>
                <a:lnTo>
                  <a:pt x="356" y="200"/>
                </a:lnTo>
                <a:lnTo>
                  <a:pt x="356" y="199"/>
                </a:lnTo>
                <a:lnTo>
                  <a:pt x="356" y="198"/>
                </a:lnTo>
                <a:lnTo>
                  <a:pt x="357" y="198"/>
                </a:lnTo>
                <a:lnTo>
                  <a:pt x="356" y="198"/>
                </a:lnTo>
                <a:lnTo>
                  <a:pt x="357" y="198"/>
                </a:lnTo>
                <a:lnTo>
                  <a:pt x="358" y="198"/>
                </a:lnTo>
                <a:lnTo>
                  <a:pt x="358" y="197"/>
                </a:lnTo>
                <a:lnTo>
                  <a:pt x="359" y="196"/>
                </a:lnTo>
                <a:lnTo>
                  <a:pt x="359" y="195"/>
                </a:lnTo>
                <a:lnTo>
                  <a:pt x="360" y="195"/>
                </a:lnTo>
                <a:lnTo>
                  <a:pt x="361" y="195"/>
                </a:lnTo>
                <a:lnTo>
                  <a:pt x="360" y="196"/>
                </a:lnTo>
                <a:lnTo>
                  <a:pt x="361" y="196"/>
                </a:lnTo>
                <a:lnTo>
                  <a:pt x="362" y="196"/>
                </a:lnTo>
                <a:lnTo>
                  <a:pt x="362" y="197"/>
                </a:lnTo>
                <a:lnTo>
                  <a:pt x="363" y="197"/>
                </a:lnTo>
                <a:lnTo>
                  <a:pt x="363" y="198"/>
                </a:lnTo>
                <a:lnTo>
                  <a:pt x="362" y="198"/>
                </a:lnTo>
                <a:lnTo>
                  <a:pt x="361" y="198"/>
                </a:lnTo>
                <a:lnTo>
                  <a:pt x="361" y="199"/>
                </a:lnTo>
                <a:lnTo>
                  <a:pt x="362" y="199"/>
                </a:lnTo>
                <a:lnTo>
                  <a:pt x="363" y="199"/>
                </a:lnTo>
                <a:lnTo>
                  <a:pt x="364" y="200"/>
                </a:lnTo>
                <a:lnTo>
                  <a:pt x="364" y="201"/>
                </a:lnTo>
                <a:lnTo>
                  <a:pt x="363" y="201"/>
                </a:lnTo>
                <a:lnTo>
                  <a:pt x="363" y="202"/>
                </a:lnTo>
                <a:lnTo>
                  <a:pt x="363" y="203"/>
                </a:lnTo>
                <a:lnTo>
                  <a:pt x="365" y="203"/>
                </a:lnTo>
                <a:lnTo>
                  <a:pt x="365" y="202"/>
                </a:lnTo>
                <a:lnTo>
                  <a:pt x="366" y="202"/>
                </a:lnTo>
                <a:lnTo>
                  <a:pt x="366" y="203"/>
                </a:lnTo>
                <a:lnTo>
                  <a:pt x="367" y="203"/>
                </a:lnTo>
                <a:lnTo>
                  <a:pt x="367" y="202"/>
                </a:lnTo>
                <a:lnTo>
                  <a:pt x="368" y="202"/>
                </a:lnTo>
                <a:lnTo>
                  <a:pt x="369" y="201"/>
                </a:lnTo>
                <a:lnTo>
                  <a:pt x="371" y="200"/>
                </a:lnTo>
                <a:lnTo>
                  <a:pt x="372" y="200"/>
                </a:lnTo>
                <a:lnTo>
                  <a:pt x="371" y="200"/>
                </a:lnTo>
                <a:lnTo>
                  <a:pt x="371" y="201"/>
                </a:lnTo>
                <a:lnTo>
                  <a:pt x="371" y="202"/>
                </a:lnTo>
                <a:lnTo>
                  <a:pt x="370" y="202"/>
                </a:lnTo>
                <a:lnTo>
                  <a:pt x="369" y="203"/>
                </a:lnTo>
                <a:lnTo>
                  <a:pt x="368" y="204"/>
                </a:lnTo>
                <a:lnTo>
                  <a:pt x="367" y="205"/>
                </a:lnTo>
                <a:lnTo>
                  <a:pt x="366" y="205"/>
                </a:lnTo>
                <a:lnTo>
                  <a:pt x="367" y="205"/>
                </a:lnTo>
                <a:lnTo>
                  <a:pt x="367" y="206"/>
                </a:lnTo>
                <a:lnTo>
                  <a:pt x="366" y="206"/>
                </a:lnTo>
                <a:lnTo>
                  <a:pt x="365" y="206"/>
                </a:lnTo>
                <a:lnTo>
                  <a:pt x="365" y="205"/>
                </a:lnTo>
                <a:lnTo>
                  <a:pt x="365" y="206"/>
                </a:lnTo>
                <a:lnTo>
                  <a:pt x="364" y="206"/>
                </a:lnTo>
                <a:lnTo>
                  <a:pt x="363" y="207"/>
                </a:lnTo>
                <a:lnTo>
                  <a:pt x="363" y="206"/>
                </a:lnTo>
                <a:lnTo>
                  <a:pt x="364" y="206"/>
                </a:lnTo>
                <a:lnTo>
                  <a:pt x="363" y="205"/>
                </a:lnTo>
                <a:lnTo>
                  <a:pt x="362" y="205"/>
                </a:lnTo>
                <a:lnTo>
                  <a:pt x="362" y="204"/>
                </a:lnTo>
                <a:lnTo>
                  <a:pt x="361" y="204"/>
                </a:lnTo>
                <a:lnTo>
                  <a:pt x="360" y="205"/>
                </a:lnTo>
                <a:lnTo>
                  <a:pt x="359" y="205"/>
                </a:lnTo>
                <a:lnTo>
                  <a:pt x="357" y="207"/>
                </a:lnTo>
                <a:lnTo>
                  <a:pt x="357" y="208"/>
                </a:lnTo>
                <a:lnTo>
                  <a:pt x="358" y="208"/>
                </a:lnTo>
                <a:lnTo>
                  <a:pt x="359" y="208"/>
                </a:lnTo>
                <a:lnTo>
                  <a:pt x="359" y="209"/>
                </a:lnTo>
                <a:lnTo>
                  <a:pt x="358" y="210"/>
                </a:lnTo>
                <a:lnTo>
                  <a:pt x="357" y="210"/>
                </a:lnTo>
                <a:lnTo>
                  <a:pt x="357" y="209"/>
                </a:lnTo>
                <a:lnTo>
                  <a:pt x="356" y="209"/>
                </a:lnTo>
                <a:lnTo>
                  <a:pt x="356" y="208"/>
                </a:lnTo>
                <a:lnTo>
                  <a:pt x="355" y="208"/>
                </a:lnTo>
                <a:lnTo>
                  <a:pt x="354" y="208"/>
                </a:lnTo>
                <a:lnTo>
                  <a:pt x="353" y="208"/>
                </a:lnTo>
                <a:lnTo>
                  <a:pt x="353" y="209"/>
                </a:lnTo>
                <a:lnTo>
                  <a:pt x="354" y="209"/>
                </a:lnTo>
                <a:lnTo>
                  <a:pt x="353" y="209"/>
                </a:lnTo>
                <a:lnTo>
                  <a:pt x="351" y="209"/>
                </a:lnTo>
                <a:lnTo>
                  <a:pt x="351" y="210"/>
                </a:lnTo>
                <a:lnTo>
                  <a:pt x="350" y="210"/>
                </a:lnTo>
                <a:lnTo>
                  <a:pt x="349" y="210"/>
                </a:lnTo>
                <a:lnTo>
                  <a:pt x="348" y="210"/>
                </a:lnTo>
                <a:lnTo>
                  <a:pt x="347" y="210"/>
                </a:lnTo>
                <a:lnTo>
                  <a:pt x="346" y="211"/>
                </a:lnTo>
                <a:lnTo>
                  <a:pt x="345" y="210"/>
                </a:lnTo>
                <a:lnTo>
                  <a:pt x="344" y="210"/>
                </a:lnTo>
                <a:lnTo>
                  <a:pt x="343" y="211"/>
                </a:lnTo>
                <a:lnTo>
                  <a:pt x="342" y="212"/>
                </a:lnTo>
                <a:lnTo>
                  <a:pt x="343" y="212"/>
                </a:lnTo>
                <a:lnTo>
                  <a:pt x="344" y="212"/>
                </a:lnTo>
                <a:lnTo>
                  <a:pt x="345" y="213"/>
                </a:lnTo>
                <a:lnTo>
                  <a:pt x="344" y="213"/>
                </a:lnTo>
                <a:lnTo>
                  <a:pt x="345" y="213"/>
                </a:lnTo>
                <a:lnTo>
                  <a:pt x="346" y="214"/>
                </a:lnTo>
                <a:lnTo>
                  <a:pt x="346" y="215"/>
                </a:lnTo>
                <a:lnTo>
                  <a:pt x="345" y="215"/>
                </a:lnTo>
                <a:lnTo>
                  <a:pt x="344" y="215"/>
                </a:lnTo>
                <a:lnTo>
                  <a:pt x="345" y="216"/>
                </a:lnTo>
                <a:lnTo>
                  <a:pt x="345" y="217"/>
                </a:lnTo>
                <a:lnTo>
                  <a:pt x="344" y="217"/>
                </a:lnTo>
                <a:lnTo>
                  <a:pt x="344" y="218"/>
                </a:lnTo>
                <a:lnTo>
                  <a:pt x="343" y="218"/>
                </a:lnTo>
                <a:lnTo>
                  <a:pt x="342" y="218"/>
                </a:lnTo>
                <a:lnTo>
                  <a:pt x="342" y="220"/>
                </a:lnTo>
                <a:lnTo>
                  <a:pt x="341" y="220"/>
                </a:lnTo>
                <a:lnTo>
                  <a:pt x="340" y="220"/>
                </a:lnTo>
                <a:lnTo>
                  <a:pt x="340" y="221"/>
                </a:lnTo>
                <a:lnTo>
                  <a:pt x="339" y="221"/>
                </a:lnTo>
                <a:lnTo>
                  <a:pt x="339" y="222"/>
                </a:lnTo>
                <a:lnTo>
                  <a:pt x="340" y="223"/>
                </a:lnTo>
                <a:lnTo>
                  <a:pt x="340" y="224"/>
                </a:lnTo>
                <a:lnTo>
                  <a:pt x="339" y="225"/>
                </a:lnTo>
                <a:lnTo>
                  <a:pt x="338" y="224"/>
                </a:lnTo>
                <a:lnTo>
                  <a:pt x="336" y="225"/>
                </a:lnTo>
                <a:lnTo>
                  <a:pt x="335" y="225"/>
                </a:lnTo>
                <a:lnTo>
                  <a:pt x="335" y="226"/>
                </a:lnTo>
                <a:lnTo>
                  <a:pt x="335" y="227"/>
                </a:lnTo>
                <a:lnTo>
                  <a:pt x="333" y="229"/>
                </a:lnTo>
                <a:lnTo>
                  <a:pt x="332" y="230"/>
                </a:lnTo>
                <a:lnTo>
                  <a:pt x="332" y="231"/>
                </a:lnTo>
                <a:lnTo>
                  <a:pt x="331" y="232"/>
                </a:lnTo>
                <a:lnTo>
                  <a:pt x="331" y="233"/>
                </a:lnTo>
                <a:lnTo>
                  <a:pt x="331" y="235"/>
                </a:lnTo>
                <a:lnTo>
                  <a:pt x="330" y="236"/>
                </a:lnTo>
                <a:lnTo>
                  <a:pt x="329" y="237"/>
                </a:lnTo>
                <a:lnTo>
                  <a:pt x="330" y="237"/>
                </a:lnTo>
                <a:lnTo>
                  <a:pt x="331" y="236"/>
                </a:lnTo>
                <a:lnTo>
                  <a:pt x="331" y="235"/>
                </a:lnTo>
                <a:lnTo>
                  <a:pt x="331" y="234"/>
                </a:lnTo>
                <a:lnTo>
                  <a:pt x="331" y="233"/>
                </a:lnTo>
                <a:lnTo>
                  <a:pt x="332" y="233"/>
                </a:lnTo>
                <a:lnTo>
                  <a:pt x="333" y="232"/>
                </a:lnTo>
                <a:lnTo>
                  <a:pt x="333" y="231"/>
                </a:lnTo>
                <a:lnTo>
                  <a:pt x="334" y="231"/>
                </a:lnTo>
                <a:lnTo>
                  <a:pt x="335" y="231"/>
                </a:lnTo>
                <a:lnTo>
                  <a:pt x="335" y="232"/>
                </a:lnTo>
                <a:lnTo>
                  <a:pt x="336" y="233"/>
                </a:lnTo>
                <a:lnTo>
                  <a:pt x="338" y="234"/>
                </a:lnTo>
                <a:lnTo>
                  <a:pt x="339" y="233"/>
                </a:lnTo>
                <a:lnTo>
                  <a:pt x="339" y="234"/>
                </a:lnTo>
                <a:lnTo>
                  <a:pt x="340" y="234"/>
                </a:lnTo>
                <a:lnTo>
                  <a:pt x="341" y="235"/>
                </a:lnTo>
                <a:lnTo>
                  <a:pt x="342" y="236"/>
                </a:lnTo>
                <a:lnTo>
                  <a:pt x="342" y="235"/>
                </a:lnTo>
                <a:lnTo>
                  <a:pt x="346" y="237"/>
                </a:lnTo>
                <a:lnTo>
                  <a:pt x="346" y="236"/>
                </a:lnTo>
                <a:lnTo>
                  <a:pt x="347" y="236"/>
                </a:lnTo>
                <a:lnTo>
                  <a:pt x="348" y="236"/>
                </a:lnTo>
                <a:lnTo>
                  <a:pt x="349" y="236"/>
                </a:lnTo>
                <a:lnTo>
                  <a:pt x="350" y="237"/>
                </a:lnTo>
                <a:lnTo>
                  <a:pt x="350" y="238"/>
                </a:lnTo>
                <a:lnTo>
                  <a:pt x="349" y="241"/>
                </a:lnTo>
                <a:lnTo>
                  <a:pt x="349" y="242"/>
                </a:lnTo>
                <a:lnTo>
                  <a:pt x="348" y="243"/>
                </a:lnTo>
                <a:lnTo>
                  <a:pt x="348" y="244"/>
                </a:lnTo>
                <a:lnTo>
                  <a:pt x="347" y="245"/>
                </a:lnTo>
                <a:lnTo>
                  <a:pt x="347" y="247"/>
                </a:lnTo>
                <a:lnTo>
                  <a:pt x="347" y="248"/>
                </a:lnTo>
                <a:lnTo>
                  <a:pt x="346" y="248"/>
                </a:lnTo>
                <a:lnTo>
                  <a:pt x="345" y="248"/>
                </a:lnTo>
                <a:lnTo>
                  <a:pt x="344" y="248"/>
                </a:lnTo>
                <a:lnTo>
                  <a:pt x="343" y="248"/>
                </a:lnTo>
                <a:lnTo>
                  <a:pt x="342" y="248"/>
                </a:lnTo>
                <a:lnTo>
                  <a:pt x="342" y="249"/>
                </a:lnTo>
                <a:lnTo>
                  <a:pt x="341" y="250"/>
                </a:lnTo>
                <a:lnTo>
                  <a:pt x="341" y="251"/>
                </a:lnTo>
                <a:lnTo>
                  <a:pt x="341" y="253"/>
                </a:lnTo>
                <a:lnTo>
                  <a:pt x="341" y="254"/>
                </a:lnTo>
                <a:lnTo>
                  <a:pt x="341" y="255"/>
                </a:lnTo>
                <a:lnTo>
                  <a:pt x="340" y="256"/>
                </a:lnTo>
                <a:lnTo>
                  <a:pt x="341" y="257"/>
                </a:lnTo>
                <a:lnTo>
                  <a:pt x="341" y="259"/>
                </a:lnTo>
                <a:lnTo>
                  <a:pt x="341" y="260"/>
                </a:lnTo>
                <a:lnTo>
                  <a:pt x="341" y="261"/>
                </a:lnTo>
                <a:lnTo>
                  <a:pt x="341" y="262"/>
                </a:lnTo>
                <a:lnTo>
                  <a:pt x="342" y="262"/>
                </a:lnTo>
                <a:lnTo>
                  <a:pt x="342" y="263"/>
                </a:lnTo>
                <a:lnTo>
                  <a:pt x="343" y="263"/>
                </a:lnTo>
                <a:lnTo>
                  <a:pt x="343" y="264"/>
                </a:lnTo>
                <a:lnTo>
                  <a:pt x="342" y="264"/>
                </a:lnTo>
                <a:lnTo>
                  <a:pt x="341" y="265"/>
                </a:lnTo>
                <a:lnTo>
                  <a:pt x="340" y="265"/>
                </a:lnTo>
                <a:lnTo>
                  <a:pt x="340" y="266"/>
                </a:lnTo>
                <a:lnTo>
                  <a:pt x="340" y="267"/>
                </a:lnTo>
                <a:lnTo>
                  <a:pt x="339" y="268"/>
                </a:lnTo>
                <a:lnTo>
                  <a:pt x="340" y="269"/>
                </a:lnTo>
                <a:lnTo>
                  <a:pt x="339" y="270"/>
                </a:lnTo>
                <a:lnTo>
                  <a:pt x="338" y="270"/>
                </a:lnTo>
                <a:lnTo>
                  <a:pt x="337" y="270"/>
                </a:lnTo>
                <a:lnTo>
                  <a:pt x="336" y="270"/>
                </a:lnTo>
                <a:lnTo>
                  <a:pt x="335" y="270"/>
                </a:lnTo>
                <a:lnTo>
                  <a:pt x="332" y="270"/>
                </a:lnTo>
                <a:lnTo>
                  <a:pt x="332" y="271"/>
                </a:lnTo>
                <a:lnTo>
                  <a:pt x="331" y="271"/>
                </a:lnTo>
                <a:lnTo>
                  <a:pt x="330" y="271"/>
                </a:lnTo>
                <a:lnTo>
                  <a:pt x="329" y="271"/>
                </a:lnTo>
                <a:lnTo>
                  <a:pt x="329" y="272"/>
                </a:lnTo>
                <a:lnTo>
                  <a:pt x="328" y="272"/>
                </a:lnTo>
                <a:lnTo>
                  <a:pt x="327" y="272"/>
                </a:lnTo>
                <a:lnTo>
                  <a:pt x="327" y="273"/>
                </a:lnTo>
                <a:lnTo>
                  <a:pt x="327" y="274"/>
                </a:lnTo>
                <a:lnTo>
                  <a:pt x="327" y="275"/>
                </a:lnTo>
                <a:lnTo>
                  <a:pt x="328" y="274"/>
                </a:lnTo>
                <a:lnTo>
                  <a:pt x="328" y="275"/>
                </a:lnTo>
                <a:lnTo>
                  <a:pt x="328" y="276"/>
                </a:lnTo>
                <a:lnTo>
                  <a:pt x="329" y="276"/>
                </a:lnTo>
                <a:lnTo>
                  <a:pt x="330" y="277"/>
                </a:lnTo>
                <a:lnTo>
                  <a:pt x="331" y="276"/>
                </a:lnTo>
                <a:lnTo>
                  <a:pt x="333" y="277"/>
                </a:lnTo>
                <a:lnTo>
                  <a:pt x="333" y="276"/>
                </a:lnTo>
                <a:lnTo>
                  <a:pt x="334" y="276"/>
                </a:lnTo>
                <a:lnTo>
                  <a:pt x="334" y="277"/>
                </a:lnTo>
                <a:lnTo>
                  <a:pt x="334" y="278"/>
                </a:lnTo>
                <a:lnTo>
                  <a:pt x="334" y="279"/>
                </a:lnTo>
                <a:lnTo>
                  <a:pt x="333" y="280"/>
                </a:lnTo>
                <a:lnTo>
                  <a:pt x="333" y="281"/>
                </a:lnTo>
                <a:lnTo>
                  <a:pt x="334" y="281"/>
                </a:lnTo>
                <a:lnTo>
                  <a:pt x="335" y="281"/>
                </a:lnTo>
                <a:lnTo>
                  <a:pt x="336" y="281"/>
                </a:lnTo>
                <a:lnTo>
                  <a:pt x="337" y="281"/>
                </a:lnTo>
                <a:lnTo>
                  <a:pt x="338" y="281"/>
                </a:lnTo>
                <a:lnTo>
                  <a:pt x="338" y="280"/>
                </a:lnTo>
                <a:lnTo>
                  <a:pt x="339" y="280"/>
                </a:lnTo>
                <a:lnTo>
                  <a:pt x="339" y="281"/>
                </a:lnTo>
                <a:lnTo>
                  <a:pt x="339" y="282"/>
                </a:lnTo>
                <a:lnTo>
                  <a:pt x="339" y="283"/>
                </a:lnTo>
                <a:lnTo>
                  <a:pt x="340" y="282"/>
                </a:lnTo>
                <a:lnTo>
                  <a:pt x="339" y="282"/>
                </a:lnTo>
                <a:lnTo>
                  <a:pt x="340" y="282"/>
                </a:lnTo>
                <a:lnTo>
                  <a:pt x="340" y="283"/>
                </a:lnTo>
                <a:lnTo>
                  <a:pt x="340" y="284"/>
                </a:lnTo>
                <a:lnTo>
                  <a:pt x="340" y="285"/>
                </a:lnTo>
                <a:lnTo>
                  <a:pt x="341" y="285"/>
                </a:lnTo>
                <a:lnTo>
                  <a:pt x="341" y="286"/>
                </a:lnTo>
                <a:lnTo>
                  <a:pt x="340" y="286"/>
                </a:lnTo>
                <a:lnTo>
                  <a:pt x="339" y="287"/>
                </a:lnTo>
                <a:lnTo>
                  <a:pt x="339" y="288"/>
                </a:lnTo>
                <a:lnTo>
                  <a:pt x="340" y="288"/>
                </a:lnTo>
                <a:lnTo>
                  <a:pt x="340" y="289"/>
                </a:lnTo>
                <a:lnTo>
                  <a:pt x="340" y="290"/>
                </a:lnTo>
                <a:lnTo>
                  <a:pt x="341" y="290"/>
                </a:lnTo>
                <a:lnTo>
                  <a:pt x="341" y="291"/>
                </a:lnTo>
                <a:lnTo>
                  <a:pt x="340" y="291"/>
                </a:lnTo>
                <a:lnTo>
                  <a:pt x="340" y="293"/>
                </a:lnTo>
                <a:lnTo>
                  <a:pt x="341" y="293"/>
                </a:lnTo>
                <a:lnTo>
                  <a:pt x="342" y="293"/>
                </a:lnTo>
                <a:lnTo>
                  <a:pt x="343" y="293"/>
                </a:lnTo>
                <a:lnTo>
                  <a:pt x="343" y="292"/>
                </a:lnTo>
                <a:lnTo>
                  <a:pt x="343" y="293"/>
                </a:lnTo>
                <a:lnTo>
                  <a:pt x="343" y="295"/>
                </a:lnTo>
                <a:lnTo>
                  <a:pt x="342" y="295"/>
                </a:lnTo>
                <a:lnTo>
                  <a:pt x="341" y="295"/>
                </a:lnTo>
                <a:lnTo>
                  <a:pt x="341" y="296"/>
                </a:lnTo>
                <a:lnTo>
                  <a:pt x="340" y="296"/>
                </a:lnTo>
                <a:lnTo>
                  <a:pt x="341" y="297"/>
                </a:lnTo>
                <a:lnTo>
                  <a:pt x="341" y="296"/>
                </a:lnTo>
                <a:lnTo>
                  <a:pt x="342" y="297"/>
                </a:lnTo>
                <a:lnTo>
                  <a:pt x="343" y="296"/>
                </a:lnTo>
                <a:lnTo>
                  <a:pt x="344" y="296"/>
                </a:lnTo>
                <a:lnTo>
                  <a:pt x="344" y="297"/>
                </a:lnTo>
                <a:lnTo>
                  <a:pt x="345" y="298"/>
                </a:lnTo>
                <a:lnTo>
                  <a:pt x="344" y="299"/>
                </a:lnTo>
                <a:lnTo>
                  <a:pt x="344" y="300"/>
                </a:lnTo>
                <a:lnTo>
                  <a:pt x="345" y="301"/>
                </a:lnTo>
                <a:lnTo>
                  <a:pt x="344" y="301"/>
                </a:lnTo>
                <a:lnTo>
                  <a:pt x="344" y="302"/>
                </a:lnTo>
                <a:lnTo>
                  <a:pt x="345" y="302"/>
                </a:lnTo>
                <a:lnTo>
                  <a:pt x="345" y="303"/>
                </a:lnTo>
                <a:lnTo>
                  <a:pt x="344" y="303"/>
                </a:lnTo>
                <a:lnTo>
                  <a:pt x="344" y="302"/>
                </a:lnTo>
                <a:lnTo>
                  <a:pt x="344" y="303"/>
                </a:lnTo>
                <a:lnTo>
                  <a:pt x="343" y="303"/>
                </a:lnTo>
                <a:lnTo>
                  <a:pt x="342" y="304"/>
                </a:lnTo>
                <a:lnTo>
                  <a:pt x="341" y="304"/>
                </a:lnTo>
                <a:lnTo>
                  <a:pt x="342" y="304"/>
                </a:lnTo>
                <a:lnTo>
                  <a:pt x="343" y="304"/>
                </a:lnTo>
                <a:lnTo>
                  <a:pt x="344" y="304"/>
                </a:lnTo>
                <a:lnTo>
                  <a:pt x="345" y="303"/>
                </a:lnTo>
                <a:lnTo>
                  <a:pt x="345" y="304"/>
                </a:lnTo>
                <a:lnTo>
                  <a:pt x="344" y="305"/>
                </a:lnTo>
                <a:lnTo>
                  <a:pt x="343" y="306"/>
                </a:lnTo>
                <a:lnTo>
                  <a:pt x="342" y="306"/>
                </a:lnTo>
                <a:lnTo>
                  <a:pt x="341" y="306"/>
                </a:lnTo>
                <a:lnTo>
                  <a:pt x="341" y="305"/>
                </a:lnTo>
                <a:lnTo>
                  <a:pt x="340" y="305"/>
                </a:lnTo>
                <a:lnTo>
                  <a:pt x="340" y="306"/>
                </a:lnTo>
                <a:lnTo>
                  <a:pt x="339" y="306"/>
                </a:lnTo>
                <a:lnTo>
                  <a:pt x="339" y="305"/>
                </a:lnTo>
                <a:lnTo>
                  <a:pt x="339" y="304"/>
                </a:lnTo>
                <a:lnTo>
                  <a:pt x="339" y="303"/>
                </a:lnTo>
                <a:lnTo>
                  <a:pt x="338" y="302"/>
                </a:lnTo>
                <a:lnTo>
                  <a:pt x="338" y="301"/>
                </a:lnTo>
                <a:lnTo>
                  <a:pt x="339" y="302"/>
                </a:lnTo>
                <a:lnTo>
                  <a:pt x="339" y="301"/>
                </a:lnTo>
                <a:lnTo>
                  <a:pt x="338" y="301"/>
                </a:lnTo>
                <a:lnTo>
                  <a:pt x="339" y="300"/>
                </a:lnTo>
                <a:lnTo>
                  <a:pt x="338" y="300"/>
                </a:lnTo>
                <a:lnTo>
                  <a:pt x="338" y="299"/>
                </a:lnTo>
                <a:lnTo>
                  <a:pt x="338" y="298"/>
                </a:lnTo>
                <a:lnTo>
                  <a:pt x="338" y="297"/>
                </a:lnTo>
                <a:lnTo>
                  <a:pt x="338" y="296"/>
                </a:lnTo>
                <a:lnTo>
                  <a:pt x="338" y="295"/>
                </a:lnTo>
                <a:lnTo>
                  <a:pt x="338" y="294"/>
                </a:lnTo>
                <a:lnTo>
                  <a:pt x="337" y="293"/>
                </a:lnTo>
                <a:lnTo>
                  <a:pt x="336" y="293"/>
                </a:lnTo>
                <a:lnTo>
                  <a:pt x="336" y="294"/>
                </a:lnTo>
                <a:lnTo>
                  <a:pt x="335" y="296"/>
                </a:lnTo>
                <a:lnTo>
                  <a:pt x="335" y="295"/>
                </a:lnTo>
                <a:lnTo>
                  <a:pt x="334" y="295"/>
                </a:lnTo>
                <a:lnTo>
                  <a:pt x="334" y="296"/>
                </a:lnTo>
                <a:lnTo>
                  <a:pt x="333" y="296"/>
                </a:lnTo>
                <a:lnTo>
                  <a:pt x="333" y="297"/>
                </a:lnTo>
                <a:lnTo>
                  <a:pt x="334" y="297"/>
                </a:lnTo>
                <a:lnTo>
                  <a:pt x="335" y="298"/>
                </a:lnTo>
                <a:lnTo>
                  <a:pt x="336" y="297"/>
                </a:lnTo>
                <a:lnTo>
                  <a:pt x="336" y="298"/>
                </a:lnTo>
                <a:lnTo>
                  <a:pt x="337" y="298"/>
                </a:lnTo>
                <a:lnTo>
                  <a:pt x="337" y="299"/>
                </a:lnTo>
                <a:lnTo>
                  <a:pt x="337" y="300"/>
                </a:lnTo>
                <a:lnTo>
                  <a:pt x="336" y="300"/>
                </a:lnTo>
                <a:lnTo>
                  <a:pt x="336" y="301"/>
                </a:lnTo>
                <a:lnTo>
                  <a:pt x="335" y="301"/>
                </a:lnTo>
                <a:lnTo>
                  <a:pt x="335" y="302"/>
                </a:lnTo>
                <a:lnTo>
                  <a:pt x="334" y="302"/>
                </a:lnTo>
                <a:lnTo>
                  <a:pt x="335" y="303"/>
                </a:lnTo>
                <a:lnTo>
                  <a:pt x="334" y="303"/>
                </a:lnTo>
                <a:lnTo>
                  <a:pt x="333" y="304"/>
                </a:lnTo>
                <a:lnTo>
                  <a:pt x="333" y="303"/>
                </a:lnTo>
                <a:lnTo>
                  <a:pt x="334" y="303"/>
                </a:lnTo>
                <a:lnTo>
                  <a:pt x="334" y="302"/>
                </a:lnTo>
                <a:lnTo>
                  <a:pt x="333" y="302"/>
                </a:lnTo>
                <a:lnTo>
                  <a:pt x="332" y="302"/>
                </a:lnTo>
                <a:lnTo>
                  <a:pt x="331" y="302"/>
                </a:lnTo>
                <a:lnTo>
                  <a:pt x="330" y="303"/>
                </a:lnTo>
                <a:lnTo>
                  <a:pt x="329" y="303"/>
                </a:lnTo>
                <a:lnTo>
                  <a:pt x="330" y="302"/>
                </a:lnTo>
                <a:lnTo>
                  <a:pt x="331" y="301"/>
                </a:lnTo>
                <a:lnTo>
                  <a:pt x="332" y="301"/>
                </a:lnTo>
                <a:lnTo>
                  <a:pt x="332" y="300"/>
                </a:lnTo>
                <a:lnTo>
                  <a:pt x="331" y="299"/>
                </a:lnTo>
                <a:lnTo>
                  <a:pt x="331" y="298"/>
                </a:lnTo>
                <a:lnTo>
                  <a:pt x="329" y="297"/>
                </a:lnTo>
                <a:lnTo>
                  <a:pt x="330" y="295"/>
                </a:lnTo>
                <a:lnTo>
                  <a:pt x="330" y="294"/>
                </a:lnTo>
                <a:lnTo>
                  <a:pt x="331" y="294"/>
                </a:lnTo>
                <a:lnTo>
                  <a:pt x="331" y="293"/>
                </a:lnTo>
                <a:lnTo>
                  <a:pt x="330" y="294"/>
                </a:lnTo>
                <a:lnTo>
                  <a:pt x="330" y="293"/>
                </a:lnTo>
                <a:lnTo>
                  <a:pt x="330" y="294"/>
                </a:lnTo>
                <a:lnTo>
                  <a:pt x="329" y="294"/>
                </a:lnTo>
                <a:lnTo>
                  <a:pt x="328" y="294"/>
                </a:lnTo>
                <a:lnTo>
                  <a:pt x="327" y="294"/>
                </a:lnTo>
                <a:lnTo>
                  <a:pt x="327" y="295"/>
                </a:lnTo>
                <a:lnTo>
                  <a:pt x="326" y="295"/>
                </a:lnTo>
                <a:lnTo>
                  <a:pt x="325" y="296"/>
                </a:lnTo>
                <a:lnTo>
                  <a:pt x="325" y="295"/>
                </a:lnTo>
                <a:lnTo>
                  <a:pt x="326" y="295"/>
                </a:lnTo>
                <a:lnTo>
                  <a:pt x="326" y="294"/>
                </a:lnTo>
                <a:lnTo>
                  <a:pt x="326" y="293"/>
                </a:lnTo>
                <a:lnTo>
                  <a:pt x="325" y="292"/>
                </a:lnTo>
                <a:lnTo>
                  <a:pt x="326" y="292"/>
                </a:lnTo>
                <a:lnTo>
                  <a:pt x="327" y="290"/>
                </a:lnTo>
                <a:lnTo>
                  <a:pt x="327" y="289"/>
                </a:lnTo>
                <a:lnTo>
                  <a:pt x="326" y="289"/>
                </a:lnTo>
                <a:lnTo>
                  <a:pt x="325" y="289"/>
                </a:lnTo>
                <a:lnTo>
                  <a:pt x="324" y="289"/>
                </a:lnTo>
                <a:lnTo>
                  <a:pt x="324" y="290"/>
                </a:lnTo>
                <a:lnTo>
                  <a:pt x="321" y="289"/>
                </a:lnTo>
                <a:lnTo>
                  <a:pt x="322" y="288"/>
                </a:lnTo>
                <a:lnTo>
                  <a:pt x="320" y="288"/>
                </a:lnTo>
                <a:lnTo>
                  <a:pt x="320" y="287"/>
                </a:lnTo>
                <a:lnTo>
                  <a:pt x="319" y="287"/>
                </a:lnTo>
                <a:lnTo>
                  <a:pt x="318" y="287"/>
                </a:lnTo>
                <a:lnTo>
                  <a:pt x="318" y="286"/>
                </a:lnTo>
                <a:lnTo>
                  <a:pt x="318" y="285"/>
                </a:lnTo>
                <a:lnTo>
                  <a:pt x="318" y="284"/>
                </a:lnTo>
                <a:lnTo>
                  <a:pt x="317" y="284"/>
                </a:lnTo>
                <a:lnTo>
                  <a:pt x="317" y="285"/>
                </a:lnTo>
                <a:lnTo>
                  <a:pt x="317" y="286"/>
                </a:lnTo>
                <a:lnTo>
                  <a:pt x="317" y="287"/>
                </a:lnTo>
                <a:lnTo>
                  <a:pt x="316" y="288"/>
                </a:lnTo>
                <a:lnTo>
                  <a:pt x="317" y="288"/>
                </a:lnTo>
                <a:lnTo>
                  <a:pt x="316" y="289"/>
                </a:lnTo>
                <a:lnTo>
                  <a:pt x="316" y="290"/>
                </a:lnTo>
                <a:lnTo>
                  <a:pt x="315" y="291"/>
                </a:lnTo>
                <a:lnTo>
                  <a:pt x="315" y="292"/>
                </a:lnTo>
                <a:lnTo>
                  <a:pt x="315" y="293"/>
                </a:lnTo>
                <a:lnTo>
                  <a:pt x="315" y="294"/>
                </a:lnTo>
                <a:lnTo>
                  <a:pt x="316" y="295"/>
                </a:lnTo>
                <a:lnTo>
                  <a:pt x="317" y="296"/>
                </a:lnTo>
                <a:lnTo>
                  <a:pt x="316" y="296"/>
                </a:lnTo>
                <a:lnTo>
                  <a:pt x="315" y="296"/>
                </a:lnTo>
                <a:lnTo>
                  <a:pt x="314" y="298"/>
                </a:lnTo>
                <a:lnTo>
                  <a:pt x="313" y="298"/>
                </a:lnTo>
                <a:lnTo>
                  <a:pt x="312" y="298"/>
                </a:lnTo>
                <a:lnTo>
                  <a:pt x="311" y="298"/>
                </a:lnTo>
                <a:lnTo>
                  <a:pt x="311" y="296"/>
                </a:lnTo>
                <a:lnTo>
                  <a:pt x="310" y="296"/>
                </a:lnTo>
                <a:lnTo>
                  <a:pt x="309" y="295"/>
                </a:lnTo>
                <a:lnTo>
                  <a:pt x="309" y="294"/>
                </a:lnTo>
                <a:lnTo>
                  <a:pt x="309" y="293"/>
                </a:lnTo>
                <a:lnTo>
                  <a:pt x="310" y="293"/>
                </a:lnTo>
                <a:lnTo>
                  <a:pt x="310" y="292"/>
                </a:lnTo>
                <a:lnTo>
                  <a:pt x="311" y="291"/>
                </a:lnTo>
                <a:lnTo>
                  <a:pt x="310" y="291"/>
                </a:lnTo>
                <a:lnTo>
                  <a:pt x="309" y="291"/>
                </a:lnTo>
                <a:lnTo>
                  <a:pt x="309" y="290"/>
                </a:lnTo>
                <a:lnTo>
                  <a:pt x="309" y="289"/>
                </a:lnTo>
                <a:lnTo>
                  <a:pt x="308" y="290"/>
                </a:lnTo>
                <a:lnTo>
                  <a:pt x="307" y="291"/>
                </a:lnTo>
                <a:lnTo>
                  <a:pt x="306" y="292"/>
                </a:lnTo>
                <a:lnTo>
                  <a:pt x="305" y="292"/>
                </a:lnTo>
                <a:lnTo>
                  <a:pt x="304" y="292"/>
                </a:lnTo>
                <a:lnTo>
                  <a:pt x="304" y="293"/>
                </a:lnTo>
                <a:lnTo>
                  <a:pt x="302" y="293"/>
                </a:lnTo>
                <a:lnTo>
                  <a:pt x="303" y="294"/>
                </a:lnTo>
                <a:lnTo>
                  <a:pt x="302" y="294"/>
                </a:lnTo>
                <a:lnTo>
                  <a:pt x="301" y="294"/>
                </a:lnTo>
                <a:lnTo>
                  <a:pt x="300" y="295"/>
                </a:lnTo>
                <a:lnTo>
                  <a:pt x="299" y="295"/>
                </a:lnTo>
                <a:lnTo>
                  <a:pt x="299" y="296"/>
                </a:lnTo>
                <a:lnTo>
                  <a:pt x="298" y="296"/>
                </a:lnTo>
                <a:lnTo>
                  <a:pt x="298" y="297"/>
                </a:lnTo>
                <a:lnTo>
                  <a:pt x="298" y="298"/>
                </a:lnTo>
                <a:lnTo>
                  <a:pt x="298" y="299"/>
                </a:lnTo>
                <a:lnTo>
                  <a:pt x="297" y="299"/>
                </a:lnTo>
                <a:lnTo>
                  <a:pt x="296" y="299"/>
                </a:lnTo>
                <a:lnTo>
                  <a:pt x="297" y="299"/>
                </a:lnTo>
                <a:lnTo>
                  <a:pt x="297" y="300"/>
                </a:lnTo>
                <a:lnTo>
                  <a:pt x="297" y="301"/>
                </a:lnTo>
                <a:lnTo>
                  <a:pt x="298" y="301"/>
                </a:lnTo>
                <a:lnTo>
                  <a:pt x="299" y="302"/>
                </a:lnTo>
                <a:lnTo>
                  <a:pt x="300" y="302"/>
                </a:lnTo>
                <a:lnTo>
                  <a:pt x="302" y="302"/>
                </a:lnTo>
                <a:lnTo>
                  <a:pt x="303" y="303"/>
                </a:lnTo>
                <a:lnTo>
                  <a:pt x="304" y="304"/>
                </a:lnTo>
                <a:lnTo>
                  <a:pt x="304" y="303"/>
                </a:lnTo>
                <a:lnTo>
                  <a:pt x="305" y="304"/>
                </a:lnTo>
                <a:lnTo>
                  <a:pt x="305" y="305"/>
                </a:lnTo>
                <a:lnTo>
                  <a:pt x="305" y="306"/>
                </a:lnTo>
                <a:lnTo>
                  <a:pt x="306" y="306"/>
                </a:lnTo>
                <a:lnTo>
                  <a:pt x="305" y="307"/>
                </a:lnTo>
                <a:lnTo>
                  <a:pt x="306" y="307"/>
                </a:lnTo>
                <a:lnTo>
                  <a:pt x="306" y="308"/>
                </a:lnTo>
                <a:lnTo>
                  <a:pt x="306" y="307"/>
                </a:lnTo>
                <a:lnTo>
                  <a:pt x="307" y="308"/>
                </a:lnTo>
                <a:lnTo>
                  <a:pt x="306" y="309"/>
                </a:lnTo>
                <a:lnTo>
                  <a:pt x="308" y="310"/>
                </a:lnTo>
                <a:lnTo>
                  <a:pt x="308" y="309"/>
                </a:lnTo>
                <a:lnTo>
                  <a:pt x="308" y="308"/>
                </a:lnTo>
                <a:lnTo>
                  <a:pt x="308" y="307"/>
                </a:lnTo>
                <a:lnTo>
                  <a:pt x="309" y="307"/>
                </a:lnTo>
                <a:lnTo>
                  <a:pt x="309" y="308"/>
                </a:lnTo>
                <a:lnTo>
                  <a:pt x="310" y="308"/>
                </a:lnTo>
                <a:lnTo>
                  <a:pt x="311" y="309"/>
                </a:lnTo>
                <a:lnTo>
                  <a:pt x="311" y="308"/>
                </a:lnTo>
                <a:lnTo>
                  <a:pt x="312" y="308"/>
                </a:lnTo>
                <a:lnTo>
                  <a:pt x="311" y="308"/>
                </a:lnTo>
                <a:lnTo>
                  <a:pt x="311" y="307"/>
                </a:lnTo>
                <a:lnTo>
                  <a:pt x="312" y="307"/>
                </a:lnTo>
                <a:lnTo>
                  <a:pt x="312" y="308"/>
                </a:lnTo>
                <a:lnTo>
                  <a:pt x="313" y="308"/>
                </a:lnTo>
                <a:lnTo>
                  <a:pt x="313" y="309"/>
                </a:lnTo>
                <a:lnTo>
                  <a:pt x="313" y="310"/>
                </a:lnTo>
                <a:lnTo>
                  <a:pt x="314" y="310"/>
                </a:lnTo>
                <a:lnTo>
                  <a:pt x="315" y="311"/>
                </a:lnTo>
                <a:lnTo>
                  <a:pt x="316" y="311"/>
                </a:lnTo>
                <a:lnTo>
                  <a:pt x="316" y="312"/>
                </a:lnTo>
                <a:lnTo>
                  <a:pt x="316" y="313"/>
                </a:lnTo>
                <a:lnTo>
                  <a:pt x="317" y="313"/>
                </a:lnTo>
                <a:lnTo>
                  <a:pt x="318" y="313"/>
                </a:lnTo>
                <a:lnTo>
                  <a:pt x="319" y="313"/>
                </a:lnTo>
                <a:lnTo>
                  <a:pt x="319" y="314"/>
                </a:lnTo>
                <a:lnTo>
                  <a:pt x="318" y="315"/>
                </a:lnTo>
                <a:lnTo>
                  <a:pt x="317" y="315"/>
                </a:lnTo>
                <a:lnTo>
                  <a:pt x="315" y="316"/>
                </a:lnTo>
                <a:lnTo>
                  <a:pt x="315" y="317"/>
                </a:lnTo>
                <a:lnTo>
                  <a:pt x="315" y="316"/>
                </a:lnTo>
                <a:lnTo>
                  <a:pt x="314" y="316"/>
                </a:lnTo>
                <a:lnTo>
                  <a:pt x="313" y="316"/>
                </a:lnTo>
                <a:lnTo>
                  <a:pt x="312" y="316"/>
                </a:lnTo>
                <a:lnTo>
                  <a:pt x="311" y="316"/>
                </a:lnTo>
                <a:lnTo>
                  <a:pt x="311" y="317"/>
                </a:lnTo>
                <a:lnTo>
                  <a:pt x="312" y="317"/>
                </a:lnTo>
                <a:lnTo>
                  <a:pt x="312" y="319"/>
                </a:lnTo>
                <a:lnTo>
                  <a:pt x="312" y="320"/>
                </a:lnTo>
                <a:lnTo>
                  <a:pt x="313" y="320"/>
                </a:lnTo>
                <a:lnTo>
                  <a:pt x="313" y="321"/>
                </a:lnTo>
                <a:lnTo>
                  <a:pt x="311" y="322"/>
                </a:lnTo>
                <a:lnTo>
                  <a:pt x="311" y="323"/>
                </a:lnTo>
                <a:lnTo>
                  <a:pt x="310" y="323"/>
                </a:lnTo>
                <a:lnTo>
                  <a:pt x="310" y="322"/>
                </a:lnTo>
                <a:lnTo>
                  <a:pt x="309" y="322"/>
                </a:lnTo>
                <a:lnTo>
                  <a:pt x="308" y="322"/>
                </a:lnTo>
                <a:lnTo>
                  <a:pt x="307" y="321"/>
                </a:lnTo>
                <a:lnTo>
                  <a:pt x="305" y="321"/>
                </a:lnTo>
                <a:lnTo>
                  <a:pt x="304" y="321"/>
                </a:lnTo>
                <a:lnTo>
                  <a:pt x="303" y="322"/>
                </a:lnTo>
                <a:lnTo>
                  <a:pt x="302" y="322"/>
                </a:lnTo>
                <a:lnTo>
                  <a:pt x="301" y="321"/>
                </a:lnTo>
                <a:lnTo>
                  <a:pt x="300" y="320"/>
                </a:lnTo>
                <a:lnTo>
                  <a:pt x="299" y="320"/>
                </a:lnTo>
                <a:lnTo>
                  <a:pt x="299" y="319"/>
                </a:lnTo>
                <a:lnTo>
                  <a:pt x="298" y="318"/>
                </a:lnTo>
                <a:lnTo>
                  <a:pt x="299" y="317"/>
                </a:lnTo>
                <a:lnTo>
                  <a:pt x="298" y="316"/>
                </a:lnTo>
                <a:lnTo>
                  <a:pt x="298" y="317"/>
                </a:lnTo>
                <a:lnTo>
                  <a:pt x="297" y="316"/>
                </a:lnTo>
                <a:lnTo>
                  <a:pt x="297" y="317"/>
                </a:lnTo>
                <a:lnTo>
                  <a:pt x="297" y="318"/>
                </a:lnTo>
                <a:lnTo>
                  <a:pt x="296" y="318"/>
                </a:lnTo>
                <a:lnTo>
                  <a:pt x="296" y="319"/>
                </a:lnTo>
                <a:lnTo>
                  <a:pt x="295" y="319"/>
                </a:lnTo>
                <a:lnTo>
                  <a:pt x="295" y="320"/>
                </a:lnTo>
                <a:lnTo>
                  <a:pt x="296" y="322"/>
                </a:lnTo>
                <a:lnTo>
                  <a:pt x="296" y="323"/>
                </a:lnTo>
                <a:lnTo>
                  <a:pt x="297" y="323"/>
                </a:lnTo>
                <a:lnTo>
                  <a:pt x="298" y="323"/>
                </a:lnTo>
                <a:lnTo>
                  <a:pt x="298" y="324"/>
                </a:lnTo>
                <a:lnTo>
                  <a:pt x="297" y="325"/>
                </a:lnTo>
                <a:lnTo>
                  <a:pt x="298" y="326"/>
                </a:lnTo>
                <a:lnTo>
                  <a:pt x="299" y="326"/>
                </a:lnTo>
                <a:lnTo>
                  <a:pt x="299" y="325"/>
                </a:lnTo>
                <a:lnTo>
                  <a:pt x="300" y="325"/>
                </a:lnTo>
                <a:lnTo>
                  <a:pt x="300" y="326"/>
                </a:lnTo>
                <a:lnTo>
                  <a:pt x="300" y="327"/>
                </a:lnTo>
                <a:lnTo>
                  <a:pt x="300" y="328"/>
                </a:lnTo>
                <a:lnTo>
                  <a:pt x="299" y="328"/>
                </a:lnTo>
                <a:lnTo>
                  <a:pt x="299" y="327"/>
                </a:lnTo>
                <a:lnTo>
                  <a:pt x="295" y="329"/>
                </a:lnTo>
                <a:lnTo>
                  <a:pt x="294" y="329"/>
                </a:lnTo>
                <a:lnTo>
                  <a:pt x="293" y="329"/>
                </a:lnTo>
                <a:lnTo>
                  <a:pt x="292" y="329"/>
                </a:lnTo>
                <a:lnTo>
                  <a:pt x="292" y="330"/>
                </a:lnTo>
                <a:lnTo>
                  <a:pt x="291" y="330"/>
                </a:lnTo>
                <a:lnTo>
                  <a:pt x="292" y="329"/>
                </a:lnTo>
                <a:lnTo>
                  <a:pt x="291" y="329"/>
                </a:lnTo>
                <a:lnTo>
                  <a:pt x="290" y="329"/>
                </a:lnTo>
                <a:lnTo>
                  <a:pt x="290" y="328"/>
                </a:lnTo>
                <a:lnTo>
                  <a:pt x="289" y="328"/>
                </a:lnTo>
                <a:lnTo>
                  <a:pt x="288" y="327"/>
                </a:lnTo>
                <a:lnTo>
                  <a:pt x="288" y="326"/>
                </a:lnTo>
                <a:lnTo>
                  <a:pt x="288" y="325"/>
                </a:lnTo>
                <a:lnTo>
                  <a:pt x="288" y="324"/>
                </a:lnTo>
                <a:lnTo>
                  <a:pt x="289" y="323"/>
                </a:lnTo>
                <a:lnTo>
                  <a:pt x="290" y="324"/>
                </a:lnTo>
                <a:lnTo>
                  <a:pt x="291" y="323"/>
                </a:lnTo>
                <a:lnTo>
                  <a:pt x="292" y="322"/>
                </a:lnTo>
                <a:lnTo>
                  <a:pt x="292" y="321"/>
                </a:lnTo>
                <a:lnTo>
                  <a:pt x="292" y="320"/>
                </a:lnTo>
                <a:lnTo>
                  <a:pt x="292" y="319"/>
                </a:lnTo>
                <a:lnTo>
                  <a:pt x="293" y="318"/>
                </a:lnTo>
                <a:lnTo>
                  <a:pt x="292" y="318"/>
                </a:lnTo>
                <a:lnTo>
                  <a:pt x="293" y="318"/>
                </a:lnTo>
                <a:lnTo>
                  <a:pt x="292" y="318"/>
                </a:lnTo>
                <a:lnTo>
                  <a:pt x="291" y="319"/>
                </a:lnTo>
                <a:lnTo>
                  <a:pt x="291" y="318"/>
                </a:lnTo>
                <a:lnTo>
                  <a:pt x="292" y="318"/>
                </a:lnTo>
                <a:lnTo>
                  <a:pt x="292" y="317"/>
                </a:lnTo>
                <a:lnTo>
                  <a:pt x="291" y="318"/>
                </a:lnTo>
                <a:lnTo>
                  <a:pt x="287" y="319"/>
                </a:lnTo>
                <a:lnTo>
                  <a:pt x="286" y="318"/>
                </a:lnTo>
                <a:lnTo>
                  <a:pt x="287" y="318"/>
                </a:lnTo>
                <a:lnTo>
                  <a:pt x="287" y="317"/>
                </a:lnTo>
                <a:lnTo>
                  <a:pt x="289" y="317"/>
                </a:lnTo>
                <a:lnTo>
                  <a:pt x="291" y="316"/>
                </a:lnTo>
                <a:lnTo>
                  <a:pt x="290" y="316"/>
                </a:lnTo>
                <a:lnTo>
                  <a:pt x="289" y="316"/>
                </a:lnTo>
                <a:lnTo>
                  <a:pt x="289" y="317"/>
                </a:lnTo>
                <a:lnTo>
                  <a:pt x="288" y="317"/>
                </a:lnTo>
                <a:lnTo>
                  <a:pt x="287" y="317"/>
                </a:lnTo>
                <a:lnTo>
                  <a:pt x="286" y="318"/>
                </a:lnTo>
                <a:lnTo>
                  <a:pt x="286" y="319"/>
                </a:lnTo>
                <a:lnTo>
                  <a:pt x="285" y="319"/>
                </a:lnTo>
                <a:lnTo>
                  <a:pt x="284" y="319"/>
                </a:lnTo>
                <a:lnTo>
                  <a:pt x="284" y="318"/>
                </a:lnTo>
                <a:lnTo>
                  <a:pt x="283" y="317"/>
                </a:lnTo>
                <a:lnTo>
                  <a:pt x="284" y="317"/>
                </a:lnTo>
                <a:lnTo>
                  <a:pt x="284" y="316"/>
                </a:lnTo>
                <a:lnTo>
                  <a:pt x="284" y="315"/>
                </a:lnTo>
                <a:lnTo>
                  <a:pt x="285" y="314"/>
                </a:lnTo>
                <a:lnTo>
                  <a:pt x="286" y="314"/>
                </a:lnTo>
                <a:lnTo>
                  <a:pt x="286" y="315"/>
                </a:lnTo>
                <a:lnTo>
                  <a:pt x="287" y="314"/>
                </a:lnTo>
                <a:lnTo>
                  <a:pt x="288" y="314"/>
                </a:lnTo>
                <a:lnTo>
                  <a:pt x="288" y="313"/>
                </a:lnTo>
                <a:lnTo>
                  <a:pt x="288" y="312"/>
                </a:lnTo>
                <a:lnTo>
                  <a:pt x="287" y="311"/>
                </a:lnTo>
                <a:lnTo>
                  <a:pt x="287" y="312"/>
                </a:lnTo>
                <a:lnTo>
                  <a:pt x="286" y="312"/>
                </a:lnTo>
                <a:lnTo>
                  <a:pt x="285" y="312"/>
                </a:lnTo>
                <a:lnTo>
                  <a:pt x="285" y="311"/>
                </a:lnTo>
                <a:lnTo>
                  <a:pt x="284" y="311"/>
                </a:lnTo>
                <a:lnTo>
                  <a:pt x="284" y="312"/>
                </a:lnTo>
                <a:lnTo>
                  <a:pt x="283" y="312"/>
                </a:lnTo>
                <a:lnTo>
                  <a:pt x="282" y="312"/>
                </a:lnTo>
                <a:lnTo>
                  <a:pt x="281" y="312"/>
                </a:lnTo>
                <a:lnTo>
                  <a:pt x="281" y="313"/>
                </a:lnTo>
                <a:lnTo>
                  <a:pt x="278" y="314"/>
                </a:lnTo>
                <a:lnTo>
                  <a:pt x="277" y="314"/>
                </a:lnTo>
                <a:lnTo>
                  <a:pt x="278" y="315"/>
                </a:lnTo>
                <a:lnTo>
                  <a:pt x="277" y="315"/>
                </a:lnTo>
                <a:lnTo>
                  <a:pt x="276" y="315"/>
                </a:lnTo>
                <a:lnTo>
                  <a:pt x="276" y="316"/>
                </a:lnTo>
                <a:lnTo>
                  <a:pt x="275" y="316"/>
                </a:lnTo>
                <a:lnTo>
                  <a:pt x="274" y="316"/>
                </a:lnTo>
                <a:lnTo>
                  <a:pt x="275" y="316"/>
                </a:lnTo>
                <a:lnTo>
                  <a:pt x="276" y="316"/>
                </a:lnTo>
                <a:lnTo>
                  <a:pt x="277" y="316"/>
                </a:lnTo>
                <a:lnTo>
                  <a:pt x="278" y="316"/>
                </a:lnTo>
                <a:lnTo>
                  <a:pt x="278" y="317"/>
                </a:lnTo>
                <a:lnTo>
                  <a:pt x="279" y="317"/>
                </a:lnTo>
                <a:lnTo>
                  <a:pt x="279" y="318"/>
                </a:lnTo>
                <a:lnTo>
                  <a:pt x="280" y="318"/>
                </a:lnTo>
                <a:lnTo>
                  <a:pt x="280" y="319"/>
                </a:lnTo>
                <a:lnTo>
                  <a:pt x="280" y="320"/>
                </a:lnTo>
                <a:lnTo>
                  <a:pt x="281" y="320"/>
                </a:lnTo>
                <a:lnTo>
                  <a:pt x="282" y="320"/>
                </a:lnTo>
                <a:lnTo>
                  <a:pt x="282" y="319"/>
                </a:lnTo>
                <a:lnTo>
                  <a:pt x="283" y="319"/>
                </a:lnTo>
                <a:lnTo>
                  <a:pt x="283" y="320"/>
                </a:lnTo>
                <a:lnTo>
                  <a:pt x="284" y="320"/>
                </a:lnTo>
                <a:lnTo>
                  <a:pt x="283" y="322"/>
                </a:lnTo>
                <a:lnTo>
                  <a:pt x="284" y="322"/>
                </a:lnTo>
                <a:lnTo>
                  <a:pt x="284" y="323"/>
                </a:lnTo>
                <a:lnTo>
                  <a:pt x="283" y="324"/>
                </a:lnTo>
                <a:lnTo>
                  <a:pt x="283" y="323"/>
                </a:lnTo>
                <a:lnTo>
                  <a:pt x="283" y="324"/>
                </a:lnTo>
                <a:lnTo>
                  <a:pt x="282" y="324"/>
                </a:lnTo>
                <a:lnTo>
                  <a:pt x="282" y="325"/>
                </a:lnTo>
                <a:lnTo>
                  <a:pt x="281" y="325"/>
                </a:lnTo>
                <a:lnTo>
                  <a:pt x="280" y="326"/>
                </a:lnTo>
                <a:lnTo>
                  <a:pt x="280" y="327"/>
                </a:lnTo>
                <a:lnTo>
                  <a:pt x="281" y="328"/>
                </a:lnTo>
                <a:lnTo>
                  <a:pt x="282" y="328"/>
                </a:lnTo>
                <a:lnTo>
                  <a:pt x="283" y="328"/>
                </a:lnTo>
                <a:lnTo>
                  <a:pt x="282" y="329"/>
                </a:lnTo>
                <a:lnTo>
                  <a:pt x="281" y="329"/>
                </a:lnTo>
                <a:lnTo>
                  <a:pt x="281" y="330"/>
                </a:lnTo>
                <a:lnTo>
                  <a:pt x="280" y="330"/>
                </a:lnTo>
                <a:lnTo>
                  <a:pt x="277" y="330"/>
                </a:lnTo>
                <a:lnTo>
                  <a:pt x="278" y="330"/>
                </a:lnTo>
                <a:lnTo>
                  <a:pt x="277" y="331"/>
                </a:lnTo>
                <a:lnTo>
                  <a:pt x="276" y="331"/>
                </a:lnTo>
                <a:lnTo>
                  <a:pt x="276" y="330"/>
                </a:lnTo>
                <a:lnTo>
                  <a:pt x="275" y="330"/>
                </a:lnTo>
                <a:lnTo>
                  <a:pt x="274" y="331"/>
                </a:lnTo>
                <a:lnTo>
                  <a:pt x="273" y="331"/>
                </a:lnTo>
                <a:lnTo>
                  <a:pt x="273" y="332"/>
                </a:lnTo>
                <a:lnTo>
                  <a:pt x="274" y="332"/>
                </a:lnTo>
                <a:lnTo>
                  <a:pt x="275" y="332"/>
                </a:lnTo>
                <a:lnTo>
                  <a:pt x="277" y="334"/>
                </a:lnTo>
                <a:lnTo>
                  <a:pt x="279" y="336"/>
                </a:lnTo>
                <a:lnTo>
                  <a:pt x="280" y="336"/>
                </a:lnTo>
                <a:lnTo>
                  <a:pt x="281" y="337"/>
                </a:lnTo>
                <a:lnTo>
                  <a:pt x="282" y="338"/>
                </a:lnTo>
                <a:lnTo>
                  <a:pt x="283" y="338"/>
                </a:lnTo>
                <a:lnTo>
                  <a:pt x="283" y="339"/>
                </a:lnTo>
                <a:lnTo>
                  <a:pt x="284" y="339"/>
                </a:lnTo>
                <a:lnTo>
                  <a:pt x="284" y="338"/>
                </a:lnTo>
                <a:lnTo>
                  <a:pt x="285" y="338"/>
                </a:lnTo>
                <a:lnTo>
                  <a:pt x="285" y="337"/>
                </a:lnTo>
                <a:lnTo>
                  <a:pt x="284" y="337"/>
                </a:lnTo>
                <a:lnTo>
                  <a:pt x="284" y="336"/>
                </a:lnTo>
                <a:lnTo>
                  <a:pt x="285" y="336"/>
                </a:lnTo>
                <a:lnTo>
                  <a:pt x="285" y="335"/>
                </a:lnTo>
                <a:lnTo>
                  <a:pt x="286" y="335"/>
                </a:lnTo>
                <a:lnTo>
                  <a:pt x="287" y="335"/>
                </a:lnTo>
                <a:lnTo>
                  <a:pt x="287" y="336"/>
                </a:lnTo>
                <a:lnTo>
                  <a:pt x="286" y="337"/>
                </a:lnTo>
                <a:lnTo>
                  <a:pt x="286" y="338"/>
                </a:lnTo>
                <a:lnTo>
                  <a:pt x="285" y="340"/>
                </a:lnTo>
                <a:lnTo>
                  <a:pt x="284" y="340"/>
                </a:lnTo>
                <a:lnTo>
                  <a:pt x="284" y="341"/>
                </a:lnTo>
                <a:lnTo>
                  <a:pt x="284" y="342"/>
                </a:lnTo>
                <a:lnTo>
                  <a:pt x="284" y="343"/>
                </a:lnTo>
                <a:lnTo>
                  <a:pt x="285" y="344"/>
                </a:lnTo>
                <a:lnTo>
                  <a:pt x="286" y="343"/>
                </a:lnTo>
                <a:lnTo>
                  <a:pt x="286" y="344"/>
                </a:lnTo>
                <a:lnTo>
                  <a:pt x="286" y="345"/>
                </a:lnTo>
                <a:lnTo>
                  <a:pt x="287" y="344"/>
                </a:lnTo>
                <a:lnTo>
                  <a:pt x="288" y="345"/>
                </a:lnTo>
                <a:lnTo>
                  <a:pt x="287" y="345"/>
                </a:lnTo>
                <a:lnTo>
                  <a:pt x="286" y="346"/>
                </a:lnTo>
                <a:lnTo>
                  <a:pt x="285" y="346"/>
                </a:lnTo>
                <a:lnTo>
                  <a:pt x="284" y="346"/>
                </a:lnTo>
                <a:lnTo>
                  <a:pt x="284" y="345"/>
                </a:lnTo>
                <a:lnTo>
                  <a:pt x="284" y="344"/>
                </a:lnTo>
                <a:lnTo>
                  <a:pt x="283" y="344"/>
                </a:lnTo>
                <a:lnTo>
                  <a:pt x="282" y="344"/>
                </a:lnTo>
                <a:lnTo>
                  <a:pt x="281" y="344"/>
                </a:lnTo>
                <a:lnTo>
                  <a:pt x="281" y="345"/>
                </a:lnTo>
                <a:lnTo>
                  <a:pt x="280" y="345"/>
                </a:lnTo>
                <a:lnTo>
                  <a:pt x="279" y="344"/>
                </a:lnTo>
                <a:lnTo>
                  <a:pt x="278" y="345"/>
                </a:lnTo>
                <a:lnTo>
                  <a:pt x="277" y="346"/>
                </a:lnTo>
                <a:lnTo>
                  <a:pt x="277" y="347"/>
                </a:lnTo>
                <a:lnTo>
                  <a:pt x="277" y="348"/>
                </a:lnTo>
                <a:lnTo>
                  <a:pt x="277" y="349"/>
                </a:lnTo>
                <a:lnTo>
                  <a:pt x="278" y="350"/>
                </a:lnTo>
                <a:lnTo>
                  <a:pt x="279" y="351"/>
                </a:lnTo>
                <a:lnTo>
                  <a:pt x="280" y="351"/>
                </a:lnTo>
                <a:lnTo>
                  <a:pt x="282" y="351"/>
                </a:lnTo>
                <a:lnTo>
                  <a:pt x="283" y="351"/>
                </a:lnTo>
                <a:lnTo>
                  <a:pt x="284" y="351"/>
                </a:lnTo>
                <a:lnTo>
                  <a:pt x="284" y="352"/>
                </a:lnTo>
                <a:lnTo>
                  <a:pt x="284" y="353"/>
                </a:lnTo>
                <a:lnTo>
                  <a:pt x="283" y="353"/>
                </a:lnTo>
                <a:lnTo>
                  <a:pt x="282" y="353"/>
                </a:lnTo>
                <a:lnTo>
                  <a:pt x="281" y="353"/>
                </a:lnTo>
                <a:lnTo>
                  <a:pt x="280" y="353"/>
                </a:lnTo>
                <a:lnTo>
                  <a:pt x="279" y="354"/>
                </a:lnTo>
                <a:lnTo>
                  <a:pt x="277" y="353"/>
                </a:lnTo>
                <a:lnTo>
                  <a:pt x="277" y="352"/>
                </a:lnTo>
                <a:lnTo>
                  <a:pt x="276" y="352"/>
                </a:lnTo>
                <a:lnTo>
                  <a:pt x="276" y="351"/>
                </a:lnTo>
                <a:lnTo>
                  <a:pt x="274" y="351"/>
                </a:lnTo>
                <a:lnTo>
                  <a:pt x="273" y="352"/>
                </a:lnTo>
                <a:lnTo>
                  <a:pt x="272" y="352"/>
                </a:lnTo>
                <a:lnTo>
                  <a:pt x="272" y="353"/>
                </a:lnTo>
                <a:lnTo>
                  <a:pt x="270" y="353"/>
                </a:lnTo>
                <a:lnTo>
                  <a:pt x="270" y="354"/>
                </a:lnTo>
                <a:lnTo>
                  <a:pt x="269" y="353"/>
                </a:lnTo>
                <a:lnTo>
                  <a:pt x="268" y="353"/>
                </a:lnTo>
                <a:lnTo>
                  <a:pt x="268" y="354"/>
                </a:lnTo>
                <a:lnTo>
                  <a:pt x="267" y="354"/>
                </a:lnTo>
                <a:lnTo>
                  <a:pt x="266" y="355"/>
                </a:lnTo>
                <a:lnTo>
                  <a:pt x="265" y="355"/>
                </a:lnTo>
                <a:lnTo>
                  <a:pt x="264" y="355"/>
                </a:lnTo>
                <a:lnTo>
                  <a:pt x="263" y="355"/>
                </a:lnTo>
                <a:lnTo>
                  <a:pt x="263" y="356"/>
                </a:lnTo>
                <a:lnTo>
                  <a:pt x="262" y="356"/>
                </a:lnTo>
                <a:lnTo>
                  <a:pt x="261" y="356"/>
                </a:lnTo>
                <a:lnTo>
                  <a:pt x="260" y="356"/>
                </a:lnTo>
                <a:lnTo>
                  <a:pt x="259" y="356"/>
                </a:lnTo>
                <a:lnTo>
                  <a:pt x="258" y="356"/>
                </a:lnTo>
                <a:lnTo>
                  <a:pt x="258" y="355"/>
                </a:lnTo>
                <a:lnTo>
                  <a:pt x="259" y="355"/>
                </a:lnTo>
                <a:lnTo>
                  <a:pt x="259" y="354"/>
                </a:lnTo>
                <a:lnTo>
                  <a:pt x="259" y="353"/>
                </a:lnTo>
                <a:lnTo>
                  <a:pt x="258" y="353"/>
                </a:lnTo>
                <a:lnTo>
                  <a:pt x="258" y="352"/>
                </a:lnTo>
                <a:lnTo>
                  <a:pt x="258" y="351"/>
                </a:lnTo>
                <a:lnTo>
                  <a:pt x="257" y="351"/>
                </a:lnTo>
                <a:lnTo>
                  <a:pt x="257" y="350"/>
                </a:lnTo>
                <a:lnTo>
                  <a:pt x="257" y="349"/>
                </a:lnTo>
                <a:lnTo>
                  <a:pt x="258" y="349"/>
                </a:lnTo>
                <a:lnTo>
                  <a:pt x="258" y="348"/>
                </a:lnTo>
                <a:lnTo>
                  <a:pt x="259" y="348"/>
                </a:lnTo>
                <a:lnTo>
                  <a:pt x="258" y="347"/>
                </a:lnTo>
                <a:lnTo>
                  <a:pt x="259" y="347"/>
                </a:lnTo>
                <a:lnTo>
                  <a:pt x="258" y="347"/>
                </a:lnTo>
                <a:lnTo>
                  <a:pt x="258" y="346"/>
                </a:lnTo>
                <a:lnTo>
                  <a:pt x="258" y="345"/>
                </a:lnTo>
                <a:lnTo>
                  <a:pt x="257" y="345"/>
                </a:lnTo>
                <a:lnTo>
                  <a:pt x="256" y="345"/>
                </a:lnTo>
                <a:lnTo>
                  <a:pt x="256" y="346"/>
                </a:lnTo>
                <a:lnTo>
                  <a:pt x="257" y="346"/>
                </a:lnTo>
                <a:lnTo>
                  <a:pt x="256" y="346"/>
                </a:lnTo>
                <a:lnTo>
                  <a:pt x="256" y="347"/>
                </a:lnTo>
                <a:lnTo>
                  <a:pt x="256" y="348"/>
                </a:lnTo>
                <a:lnTo>
                  <a:pt x="257" y="348"/>
                </a:lnTo>
                <a:lnTo>
                  <a:pt x="256" y="348"/>
                </a:lnTo>
                <a:lnTo>
                  <a:pt x="255" y="349"/>
                </a:lnTo>
                <a:lnTo>
                  <a:pt x="254" y="350"/>
                </a:lnTo>
                <a:lnTo>
                  <a:pt x="255" y="351"/>
                </a:lnTo>
                <a:lnTo>
                  <a:pt x="256" y="351"/>
                </a:lnTo>
                <a:lnTo>
                  <a:pt x="257" y="352"/>
                </a:lnTo>
                <a:lnTo>
                  <a:pt x="257" y="353"/>
                </a:lnTo>
                <a:lnTo>
                  <a:pt x="257" y="354"/>
                </a:lnTo>
                <a:lnTo>
                  <a:pt x="257" y="355"/>
                </a:lnTo>
                <a:lnTo>
                  <a:pt x="256" y="355"/>
                </a:lnTo>
                <a:lnTo>
                  <a:pt x="254" y="356"/>
                </a:lnTo>
                <a:lnTo>
                  <a:pt x="254" y="355"/>
                </a:lnTo>
                <a:lnTo>
                  <a:pt x="253" y="356"/>
                </a:lnTo>
                <a:lnTo>
                  <a:pt x="253" y="357"/>
                </a:lnTo>
                <a:lnTo>
                  <a:pt x="253" y="358"/>
                </a:lnTo>
                <a:lnTo>
                  <a:pt x="253" y="359"/>
                </a:lnTo>
                <a:lnTo>
                  <a:pt x="254" y="360"/>
                </a:lnTo>
                <a:lnTo>
                  <a:pt x="255" y="361"/>
                </a:lnTo>
                <a:lnTo>
                  <a:pt x="254" y="362"/>
                </a:lnTo>
                <a:lnTo>
                  <a:pt x="255" y="362"/>
                </a:lnTo>
                <a:lnTo>
                  <a:pt x="257" y="361"/>
                </a:lnTo>
                <a:lnTo>
                  <a:pt x="258" y="361"/>
                </a:lnTo>
                <a:lnTo>
                  <a:pt x="258" y="362"/>
                </a:lnTo>
                <a:lnTo>
                  <a:pt x="259" y="362"/>
                </a:lnTo>
                <a:lnTo>
                  <a:pt x="260" y="361"/>
                </a:lnTo>
                <a:lnTo>
                  <a:pt x="260" y="360"/>
                </a:lnTo>
                <a:lnTo>
                  <a:pt x="260" y="359"/>
                </a:lnTo>
                <a:lnTo>
                  <a:pt x="261" y="359"/>
                </a:lnTo>
                <a:lnTo>
                  <a:pt x="261" y="360"/>
                </a:lnTo>
                <a:lnTo>
                  <a:pt x="261" y="361"/>
                </a:lnTo>
                <a:lnTo>
                  <a:pt x="260" y="361"/>
                </a:lnTo>
                <a:lnTo>
                  <a:pt x="260" y="360"/>
                </a:lnTo>
                <a:lnTo>
                  <a:pt x="260" y="361"/>
                </a:lnTo>
                <a:lnTo>
                  <a:pt x="260" y="362"/>
                </a:lnTo>
                <a:lnTo>
                  <a:pt x="261" y="363"/>
                </a:lnTo>
                <a:lnTo>
                  <a:pt x="261" y="364"/>
                </a:lnTo>
                <a:lnTo>
                  <a:pt x="262" y="364"/>
                </a:lnTo>
                <a:lnTo>
                  <a:pt x="263" y="364"/>
                </a:lnTo>
                <a:lnTo>
                  <a:pt x="263" y="363"/>
                </a:lnTo>
                <a:lnTo>
                  <a:pt x="264" y="363"/>
                </a:lnTo>
                <a:lnTo>
                  <a:pt x="264" y="364"/>
                </a:lnTo>
                <a:lnTo>
                  <a:pt x="265" y="364"/>
                </a:lnTo>
                <a:lnTo>
                  <a:pt x="265" y="363"/>
                </a:lnTo>
                <a:lnTo>
                  <a:pt x="266" y="364"/>
                </a:lnTo>
                <a:lnTo>
                  <a:pt x="265" y="364"/>
                </a:lnTo>
                <a:lnTo>
                  <a:pt x="265" y="365"/>
                </a:lnTo>
                <a:lnTo>
                  <a:pt x="265" y="366"/>
                </a:lnTo>
                <a:lnTo>
                  <a:pt x="265" y="367"/>
                </a:lnTo>
                <a:lnTo>
                  <a:pt x="264" y="367"/>
                </a:lnTo>
                <a:lnTo>
                  <a:pt x="264" y="368"/>
                </a:lnTo>
                <a:lnTo>
                  <a:pt x="263" y="369"/>
                </a:lnTo>
                <a:lnTo>
                  <a:pt x="263" y="368"/>
                </a:lnTo>
                <a:lnTo>
                  <a:pt x="262" y="368"/>
                </a:lnTo>
                <a:lnTo>
                  <a:pt x="262" y="369"/>
                </a:lnTo>
                <a:lnTo>
                  <a:pt x="261" y="370"/>
                </a:lnTo>
                <a:lnTo>
                  <a:pt x="261" y="371"/>
                </a:lnTo>
                <a:lnTo>
                  <a:pt x="262" y="371"/>
                </a:lnTo>
                <a:lnTo>
                  <a:pt x="261" y="372"/>
                </a:lnTo>
                <a:lnTo>
                  <a:pt x="260" y="372"/>
                </a:lnTo>
                <a:lnTo>
                  <a:pt x="260" y="373"/>
                </a:lnTo>
                <a:lnTo>
                  <a:pt x="259" y="374"/>
                </a:lnTo>
                <a:lnTo>
                  <a:pt x="258" y="375"/>
                </a:lnTo>
                <a:lnTo>
                  <a:pt x="257" y="375"/>
                </a:lnTo>
                <a:lnTo>
                  <a:pt x="257" y="374"/>
                </a:lnTo>
                <a:lnTo>
                  <a:pt x="256" y="373"/>
                </a:lnTo>
                <a:lnTo>
                  <a:pt x="256" y="372"/>
                </a:lnTo>
                <a:lnTo>
                  <a:pt x="255" y="373"/>
                </a:lnTo>
                <a:lnTo>
                  <a:pt x="254" y="373"/>
                </a:lnTo>
                <a:lnTo>
                  <a:pt x="254" y="374"/>
                </a:lnTo>
                <a:lnTo>
                  <a:pt x="253" y="376"/>
                </a:lnTo>
                <a:lnTo>
                  <a:pt x="253" y="377"/>
                </a:lnTo>
                <a:lnTo>
                  <a:pt x="254" y="377"/>
                </a:lnTo>
                <a:lnTo>
                  <a:pt x="254" y="378"/>
                </a:lnTo>
                <a:lnTo>
                  <a:pt x="254" y="379"/>
                </a:lnTo>
                <a:lnTo>
                  <a:pt x="255" y="379"/>
                </a:lnTo>
                <a:lnTo>
                  <a:pt x="255" y="380"/>
                </a:lnTo>
                <a:lnTo>
                  <a:pt x="256" y="379"/>
                </a:lnTo>
                <a:lnTo>
                  <a:pt x="256" y="378"/>
                </a:lnTo>
                <a:lnTo>
                  <a:pt x="257" y="378"/>
                </a:lnTo>
                <a:lnTo>
                  <a:pt x="257" y="379"/>
                </a:lnTo>
                <a:lnTo>
                  <a:pt x="257" y="380"/>
                </a:lnTo>
                <a:lnTo>
                  <a:pt x="257" y="381"/>
                </a:lnTo>
                <a:lnTo>
                  <a:pt x="256" y="382"/>
                </a:lnTo>
                <a:lnTo>
                  <a:pt x="256" y="383"/>
                </a:lnTo>
                <a:lnTo>
                  <a:pt x="256" y="384"/>
                </a:lnTo>
                <a:lnTo>
                  <a:pt x="255" y="384"/>
                </a:lnTo>
                <a:lnTo>
                  <a:pt x="254" y="385"/>
                </a:lnTo>
                <a:lnTo>
                  <a:pt x="254" y="386"/>
                </a:lnTo>
                <a:lnTo>
                  <a:pt x="253" y="386"/>
                </a:lnTo>
                <a:lnTo>
                  <a:pt x="252" y="386"/>
                </a:lnTo>
                <a:lnTo>
                  <a:pt x="252" y="387"/>
                </a:lnTo>
                <a:lnTo>
                  <a:pt x="251" y="387"/>
                </a:lnTo>
                <a:lnTo>
                  <a:pt x="251" y="388"/>
                </a:lnTo>
                <a:lnTo>
                  <a:pt x="250" y="388"/>
                </a:lnTo>
                <a:lnTo>
                  <a:pt x="250" y="389"/>
                </a:lnTo>
                <a:lnTo>
                  <a:pt x="249" y="389"/>
                </a:lnTo>
                <a:lnTo>
                  <a:pt x="248" y="389"/>
                </a:lnTo>
                <a:lnTo>
                  <a:pt x="247" y="390"/>
                </a:lnTo>
                <a:lnTo>
                  <a:pt x="247" y="391"/>
                </a:lnTo>
                <a:lnTo>
                  <a:pt x="247" y="389"/>
                </a:lnTo>
                <a:lnTo>
                  <a:pt x="247" y="388"/>
                </a:lnTo>
                <a:lnTo>
                  <a:pt x="247" y="387"/>
                </a:lnTo>
                <a:lnTo>
                  <a:pt x="248" y="386"/>
                </a:lnTo>
                <a:lnTo>
                  <a:pt x="247" y="384"/>
                </a:lnTo>
                <a:lnTo>
                  <a:pt x="247" y="383"/>
                </a:lnTo>
                <a:lnTo>
                  <a:pt x="245" y="382"/>
                </a:lnTo>
                <a:lnTo>
                  <a:pt x="244" y="381"/>
                </a:lnTo>
                <a:lnTo>
                  <a:pt x="243" y="381"/>
                </a:lnTo>
                <a:lnTo>
                  <a:pt x="242" y="380"/>
                </a:lnTo>
                <a:lnTo>
                  <a:pt x="241" y="380"/>
                </a:lnTo>
                <a:lnTo>
                  <a:pt x="241" y="379"/>
                </a:lnTo>
                <a:lnTo>
                  <a:pt x="240" y="379"/>
                </a:lnTo>
                <a:lnTo>
                  <a:pt x="239" y="378"/>
                </a:lnTo>
                <a:lnTo>
                  <a:pt x="238" y="378"/>
                </a:lnTo>
                <a:lnTo>
                  <a:pt x="237" y="378"/>
                </a:lnTo>
                <a:lnTo>
                  <a:pt x="236" y="379"/>
                </a:lnTo>
                <a:lnTo>
                  <a:pt x="235" y="379"/>
                </a:lnTo>
                <a:lnTo>
                  <a:pt x="235" y="378"/>
                </a:lnTo>
                <a:lnTo>
                  <a:pt x="236" y="378"/>
                </a:lnTo>
                <a:lnTo>
                  <a:pt x="235" y="377"/>
                </a:lnTo>
                <a:lnTo>
                  <a:pt x="235" y="376"/>
                </a:lnTo>
                <a:lnTo>
                  <a:pt x="236" y="375"/>
                </a:lnTo>
                <a:lnTo>
                  <a:pt x="236" y="374"/>
                </a:lnTo>
                <a:lnTo>
                  <a:pt x="236" y="373"/>
                </a:lnTo>
                <a:lnTo>
                  <a:pt x="235" y="373"/>
                </a:lnTo>
                <a:lnTo>
                  <a:pt x="235" y="372"/>
                </a:lnTo>
                <a:lnTo>
                  <a:pt x="235" y="371"/>
                </a:lnTo>
                <a:lnTo>
                  <a:pt x="235" y="372"/>
                </a:lnTo>
                <a:lnTo>
                  <a:pt x="235" y="373"/>
                </a:lnTo>
                <a:lnTo>
                  <a:pt x="235" y="374"/>
                </a:lnTo>
                <a:lnTo>
                  <a:pt x="235" y="375"/>
                </a:lnTo>
                <a:lnTo>
                  <a:pt x="235" y="374"/>
                </a:lnTo>
                <a:lnTo>
                  <a:pt x="234" y="374"/>
                </a:lnTo>
                <a:lnTo>
                  <a:pt x="234" y="375"/>
                </a:lnTo>
                <a:lnTo>
                  <a:pt x="234" y="376"/>
                </a:lnTo>
                <a:lnTo>
                  <a:pt x="234" y="377"/>
                </a:lnTo>
                <a:lnTo>
                  <a:pt x="234" y="378"/>
                </a:lnTo>
                <a:lnTo>
                  <a:pt x="235" y="379"/>
                </a:lnTo>
                <a:lnTo>
                  <a:pt x="234" y="380"/>
                </a:lnTo>
                <a:lnTo>
                  <a:pt x="233" y="381"/>
                </a:lnTo>
                <a:lnTo>
                  <a:pt x="231" y="382"/>
                </a:lnTo>
                <a:lnTo>
                  <a:pt x="230" y="382"/>
                </a:lnTo>
                <a:lnTo>
                  <a:pt x="229" y="383"/>
                </a:lnTo>
                <a:lnTo>
                  <a:pt x="228" y="384"/>
                </a:lnTo>
                <a:lnTo>
                  <a:pt x="227" y="383"/>
                </a:lnTo>
                <a:lnTo>
                  <a:pt x="226" y="384"/>
                </a:lnTo>
                <a:lnTo>
                  <a:pt x="225" y="384"/>
                </a:lnTo>
                <a:lnTo>
                  <a:pt x="225" y="383"/>
                </a:lnTo>
                <a:lnTo>
                  <a:pt x="224" y="383"/>
                </a:lnTo>
                <a:lnTo>
                  <a:pt x="223" y="384"/>
                </a:lnTo>
                <a:lnTo>
                  <a:pt x="223" y="383"/>
                </a:lnTo>
                <a:lnTo>
                  <a:pt x="222" y="383"/>
                </a:lnTo>
                <a:lnTo>
                  <a:pt x="221" y="384"/>
                </a:lnTo>
                <a:lnTo>
                  <a:pt x="222" y="384"/>
                </a:lnTo>
                <a:lnTo>
                  <a:pt x="221" y="385"/>
                </a:lnTo>
                <a:lnTo>
                  <a:pt x="220" y="386"/>
                </a:lnTo>
                <a:lnTo>
                  <a:pt x="219" y="386"/>
                </a:lnTo>
                <a:lnTo>
                  <a:pt x="218" y="386"/>
                </a:lnTo>
                <a:lnTo>
                  <a:pt x="218" y="387"/>
                </a:lnTo>
                <a:lnTo>
                  <a:pt x="218" y="388"/>
                </a:lnTo>
                <a:lnTo>
                  <a:pt x="217" y="388"/>
                </a:lnTo>
                <a:lnTo>
                  <a:pt x="216" y="388"/>
                </a:lnTo>
                <a:lnTo>
                  <a:pt x="215" y="387"/>
                </a:lnTo>
                <a:lnTo>
                  <a:pt x="214" y="387"/>
                </a:lnTo>
                <a:lnTo>
                  <a:pt x="214" y="386"/>
                </a:lnTo>
                <a:lnTo>
                  <a:pt x="213" y="385"/>
                </a:lnTo>
                <a:lnTo>
                  <a:pt x="213" y="384"/>
                </a:lnTo>
                <a:lnTo>
                  <a:pt x="213" y="382"/>
                </a:lnTo>
                <a:lnTo>
                  <a:pt x="212" y="382"/>
                </a:lnTo>
                <a:lnTo>
                  <a:pt x="213" y="381"/>
                </a:lnTo>
                <a:lnTo>
                  <a:pt x="213" y="379"/>
                </a:lnTo>
                <a:lnTo>
                  <a:pt x="212" y="379"/>
                </a:lnTo>
                <a:lnTo>
                  <a:pt x="212" y="378"/>
                </a:lnTo>
                <a:lnTo>
                  <a:pt x="213" y="378"/>
                </a:lnTo>
                <a:lnTo>
                  <a:pt x="214" y="377"/>
                </a:lnTo>
                <a:lnTo>
                  <a:pt x="214" y="376"/>
                </a:lnTo>
                <a:lnTo>
                  <a:pt x="213" y="376"/>
                </a:lnTo>
                <a:lnTo>
                  <a:pt x="212" y="376"/>
                </a:lnTo>
                <a:lnTo>
                  <a:pt x="212" y="375"/>
                </a:lnTo>
                <a:lnTo>
                  <a:pt x="212" y="376"/>
                </a:lnTo>
                <a:lnTo>
                  <a:pt x="211" y="377"/>
                </a:lnTo>
                <a:lnTo>
                  <a:pt x="211" y="378"/>
                </a:lnTo>
                <a:lnTo>
                  <a:pt x="210" y="378"/>
                </a:lnTo>
                <a:lnTo>
                  <a:pt x="209" y="377"/>
                </a:lnTo>
                <a:lnTo>
                  <a:pt x="209" y="378"/>
                </a:lnTo>
                <a:lnTo>
                  <a:pt x="208" y="379"/>
                </a:lnTo>
                <a:lnTo>
                  <a:pt x="208" y="380"/>
                </a:lnTo>
                <a:lnTo>
                  <a:pt x="208" y="381"/>
                </a:lnTo>
                <a:lnTo>
                  <a:pt x="207" y="382"/>
                </a:lnTo>
                <a:lnTo>
                  <a:pt x="206" y="382"/>
                </a:lnTo>
                <a:lnTo>
                  <a:pt x="206" y="383"/>
                </a:lnTo>
                <a:lnTo>
                  <a:pt x="205" y="384"/>
                </a:lnTo>
                <a:lnTo>
                  <a:pt x="205" y="385"/>
                </a:lnTo>
                <a:lnTo>
                  <a:pt x="204" y="385"/>
                </a:lnTo>
                <a:lnTo>
                  <a:pt x="203" y="385"/>
                </a:lnTo>
                <a:lnTo>
                  <a:pt x="202" y="385"/>
                </a:lnTo>
                <a:lnTo>
                  <a:pt x="201" y="385"/>
                </a:lnTo>
                <a:lnTo>
                  <a:pt x="201" y="386"/>
                </a:lnTo>
                <a:lnTo>
                  <a:pt x="200" y="386"/>
                </a:lnTo>
                <a:lnTo>
                  <a:pt x="198" y="386"/>
                </a:lnTo>
                <a:lnTo>
                  <a:pt x="198" y="387"/>
                </a:lnTo>
                <a:lnTo>
                  <a:pt x="198" y="388"/>
                </a:lnTo>
                <a:lnTo>
                  <a:pt x="199" y="389"/>
                </a:lnTo>
                <a:lnTo>
                  <a:pt x="199" y="388"/>
                </a:lnTo>
                <a:lnTo>
                  <a:pt x="200" y="388"/>
                </a:lnTo>
                <a:lnTo>
                  <a:pt x="202" y="391"/>
                </a:lnTo>
                <a:lnTo>
                  <a:pt x="201" y="392"/>
                </a:lnTo>
                <a:lnTo>
                  <a:pt x="200" y="393"/>
                </a:lnTo>
                <a:lnTo>
                  <a:pt x="199" y="394"/>
                </a:lnTo>
                <a:lnTo>
                  <a:pt x="199" y="395"/>
                </a:lnTo>
                <a:lnTo>
                  <a:pt x="199" y="396"/>
                </a:lnTo>
                <a:lnTo>
                  <a:pt x="199" y="397"/>
                </a:lnTo>
                <a:lnTo>
                  <a:pt x="199" y="398"/>
                </a:lnTo>
                <a:lnTo>
                  <a:pt x="198" y="398"/>
                </a:lnTo>
                <a:lnTo>
                  <a:pt x="197" y="397"/>
                </a:lnTo>
                <a:lnTo>
                  <a:pt x="193" y="397"/>
                </a:lnTo>
                <a:lnTo>
                  <a:pt x="192" y="396"/>
                </a:lnTo>
                <a:lnTo>
                  <a:pt x="191" y="396"/>
                </a:lnTo>
                <a:lnTo>
                  <a:pt x="191" y="395"/>
                </a:lnTo>
                <a:lnTo>
                  <a:pt x="189" y="394"/>
                </a:lnTo>
                <a:lnTo>
                  <a:pt x="188" y="394"/>
                </a:lnTo>
                <a:lnTo>
                  <a:pt x="187" y="394"/>
                </a:lnTo>
                <a:lnTo>
                  <a:pt x="187" y="395"/>
                </a:lnTo>
                <a:lnTo>
                  <a:pt x="188" y="396"/>
                </a:lnTo>
                <a:lnTo>
                  <a:pt x="187" y="397"/>
                </a:lnTo>
                <a:lnTo>
                  <a:pt x="187" y="398"/>
                </a:lnTo>
                <a:lnTo>
                  <a:pt x="186" y="399"/>
                </a:lnTo>
                <a:lnTo>
                  <a:pt x="185" y="399"/>
                </a:lnTo>
                <a:lnTo>
                  <a:pt x="186" y="400"/>
                </a:lnTo>
                <a:lnTo>
                  <a:pt x="187" y="401"/>
                </a:lnTo>
                <a:lnTo>
                  <a:pt x="186" y="401"/>
                </a:lnTo>
                <a:lnTo>
                  <a:pt x="185" y="401"/>
                </a:lnTo>
                <a:lnTo>
                  <a:pt x="187" y="402"/>
                </a:lnTo>
                <a:lnTo>
                  <a:pt x="187" y="403"/>
                </a:lnTo>
                <a:lnTo>
                  <a:pt x="188" y="403"/>
                </a:lnTo>
                <a:lnTo>
                  <a:pt x="190" y="402"/>
                </a:lnTo>
                <a:lnTo>
                  <a:pt x="191" y="402"/>
                </a:lnTo>
                <a:lnTo>
                  <a:pt x="192" y="402"/>
                </a:lnTo>
                <a:lnTo>
                  <a:pt x="194" y="402"/>
                </a:lnTo>
                <a:lnTo>
                  <a:pt x="195" y="401"/>
                </a:lnTo>
                <a:lnTo>
                  <a:pt x="197" y="401"/>
                </a:lnTo>
                <a:lnTo>
                  <a:pt x="199" y="401"/>
                </a:lnTo>
                <a:lnTo>
                  <a:pt x="200" y="401"/>
                </a:lnTo>
                <a:lnTo>
                  <a:pt x="201" y="401"/>
                </a:lnTo>
                <a:lnTo>
                  <a:pt x="202" y="401"/>
                </a:lnTo>
                <a:lnTo>
                  <a:pt x="202" y="402"/>
                </a:lnTo>
                <a:lnTo>
                  <a:pt x="202" y="403"/>
                </a:lnTo>
                <a:lnTo>
                  <a:pt x="201" y="403"/>
                </a:lnTo>
                <a:lnTo>
                  <a:pt x="200" y="403"/>
                </a:lnTo>
                <a:lnTo>
                  <a:pt x="200" y="404"/>
                </a:lnTo>
                <a:lnTo>
                  <a:pt x="200" y="405"/>
                </a:lnTo>
                <a:lnTo>
                  <a:pt x="201" y="405"/>
                </a:lnTo>
                <a:lnTo>
                  <a:pt x="201" y="406"/>
                </a:lnTo>
                <a:lnTo>
                  <a:pt x="200" y="406"/>
                </a:lnTo>
                <a:lnTo>
                  <a:pt x="200" y="407"/>
                </a:lnTo>
                <a:lnTo>
                  <a:pt x="199" y="407"/>
                </a:lnTo>
                <a:lnTo>
                  <a:pt x="199" y="408"/>
                </a:lnTo>
                <a:lnTo>
                  <a:pt x="200" y="407"/>
                </a:lnTo>
                <a:lnTo>
                  <a:pt x="202" y="406"/>
                </a:lnTo>
                <a:lnTo>
                  <a:pt x="203" y="406"/>
                </a:lnTo>
                <a:lnTo>
                  <a:pt x="204" y="406"/>
                </a:lnTo>
                <a:lnTo>
                  <a:pt x="205" y="406"/>
                </a:lnTo>
                <a:lnTo>
                  <a:pt x="205" y="407"/>
                </a:lnTo>
                <a:lnTo>
                  <a:pt x="205" y="408"/>
                </a:lnTo>
                <a:lnTo>
                  <a:pt x="206" y="409"/>
                </a:lnTo>
                <a:lnTo>
                  <a:pt x="206" y="410"/>
                </a:lnTo>
                <a:lnTo>
                  <a:pt x="206" y="411"/>
                </a:lnTo>
                <a:lnTo>
                  <a:pt x="207" y="411"/>
                </a:lnTo>
                <a:lnTo>
                  <a:pt x="208" y="412"/>
                </a:lnTo>
                <a:lnTo>
                  <a:pt x="207" y="412"/>
                </a:lnTo>
                <a:lnTo>
                  <a:pt x="207" y="413"/>
                </a:lnTo>
                <a:lnTo>
                  <a:pt x="207" y="414"/>
                </a:lnTo>
                <a:lnTo>
                  <a:pt x="208" y="415"/>
                </a:lnTo>
                <a:lnTo>
                  <a:pt x="208" y="416"/>
                </a:lnTo>
                <a:lnTo>
                  <a:pt x="207" y="416"/>
                </a:lnTo>
                <a:lnTo>
                  <a:pt x="207" y="415"/>
                </a:lnTo>
                <a:lnTo>
                  <a:pt x="206" y="415"/>
                </a:lnTo>
                <a:lnTo>
                  <a:pt x="205" y="416"/>
                </a:lnTo>
                <a:lnTo>
                  <a:pt x="204" y="417"/>
                </a:lnTo>
                <a:lnTo>
                  <a:pt x="203" y="417"/>
                </a:lnTo>
                <a:lnTo>
                  <a:pt x="202" y="417"/>
                </a:lnTo>
                <a:lnTo>
                  <a:pt x="201" y="418"/>
                </a:lnTo>
                <a:lnTo>
                  <a:pt x="201" y="419"/>
                </a:lnTo>
                <a:lnTo>
                  <a:pt x="200" y="419"/>
                </a:lnTo>
                <a:lnTo>
                  <a:pt x="199" y="419"/>
                </a:lnTo>
                <a:lnTo>
                  <a:pt x="199" y="420"/>
                </a:lnTo>
                <a:lnTo>
                  <a:pt x="199" y="421"/>
                </a:lnTo>
                <a:lnTo>
                  <a:pt x="198" y="421"/>
                </a:lnTo>
                <a:lnTo>
                  <a:pt x="198" y="422"/>
                </a:lnTo>
                <a:lnTo>
                  <a:pt x="197" y="422"/>
                </a:lnTo>
                <a:lnTo>
                  <a:pt x="196" y="422"/>
                </a:lnTo>
                <a:lnTo>
                  <a:pt x="195" y="423"/>
                </a:lnTo>
                <a:lnTo>
                  <a:pt x="195" y="424"/>
                </a:lnTo>
                <a:lnTo>
                  <a:pt x="194" y="424"/>
                </a:lnTo>
                <a:lnTo>
                  <a:pt x="194" y="425"/>
                </a:lnTo>
                <a:lnTo>
                  <a:pt x="194" y="426"/>
                </a:lnTo>
                <a:lnTo>
                  <a:pt x="193" y="427"/>
                </a:lnTo>
                <a:lnTo>
                  <a:pt x="192" y="427"/>
                </a:lnTo>
                <a:lnTo>
                  <a:pt x="192" y="426"/>
                </a:lnTo>
                <a:lnTo>
                  <a:pt x="193" y="426"/>
                </a:lnTo>
                <a:lnTo>
                  <a:pt x="193" y="425"/>
                </a:lnTo>
                <a:lnTo>
                  <a:pt x="193" y="424"/>
                </a:lnTo>
                <a:lnTo>
                  <a:pt x="192" y="424"/>
                </a:lnTo>
                <a:lnTo>
                  <a:pt x="192" y="423"/>
                </a:lnTo>
                <a:lnTo>
                  <a:pt x="191" y="423"/>
                </a:lnTo>
                <a:lnTo>
                  <a:pt x="191" y="422"/>
                </a:lnTo>
                <a:lnTo>
                  <a:pt x="192" y="422"/>
                </a:lnTo>
                <a:lnTo>
                  <a:pt x="191" y="422"/>
                </a:lnTo>
                <a:lnTo>
                  <a:pt x="191" y="423"/>
                </a:lnTo>
                <a:lnTo>
                  <a:pt x="191" y="424"/>
                </a:lnTo>
                <a:lnTo>
                  <a:pt x="192" y="425"/>
                </a:lnTo>
                <a:lnTo>
                  <a:pt x="191" y="425"/>
                </a:lnTo>
                <a:lnTo>
                  <a:pt x="190" y="424"/>
                </a:lnTo>
                <a:lnTo>
                  <a:pt x="190" y="425"/>
                </a:lnTo>
                <a:lnTo>
                  <a:pt x="190" y="424"/>
                </a:lnTo>
                <a:lnTo>
                  <a:pt x="190" y="425"/>
                </a:lnTo>
                <a:lnTo>
                  <a:pt x="189" y="425"/>
                </a:lnTo>
                <a:lnTo>
                  <a:pt x="191" y="426"/>
                </a:lnTo>
                <a:lnTo>
                  <a:pt x="192" y="426"/>
                </a:lnTo>
                <a:lnTo>
                  <a:pt x="191" y="427"/>
                </a:lnTo>
                <a:lnTo>
                  <a:pt x="190" y="428"/>
                </a:lnTo>
                <a:lnTo>
                  <a:pt x="190" y="429"/>
                </a:lnTo>
                <a:lnTo>
                  <a:pt x="189" y="430"/>
                </a:lnTo>
                <a:lnTo>
                  <a:pt x="189" y="431"/>
                </a:lnTo>
                <a:lnTo>
                  <a:pt x="188" y="430"/>
                </a:lnTo>
                <a:lnTo>
                  <a:pt x="188" y="431"/>
                </a:lnTo>
                <a:lnTo>
                  <a:pt x="187" y="431"/>
                </a:lnTo>
                <a:lnTo>
                  <a:pt x="187" y="432"/>
                </a:lnTo>
                <a:lnTo>
                  <a:pt x="186" y="434"/>
                </a:lnTo>
                <a:lnTo>
                  <a:pt x="186" y="438"/>
                </a:lnTo>
                <a:lnTo>
                  <a:pt x="187" y="439"/>
                </a:lnTo>
                <a:lnTo>
                  <a:pt x="186" y="439"/>
                </a:lnTo>
                <a:lnTo>
                  <a:pt x="186" y="440"/>
                </a:lnTo>
                <a:lnTo>
                  <a:pt x="185" y="440"/>
                </a:lnTo>
                <a:lnTo>
                  <a:pt x="184" y="440"/>
                </a:lnTo>
                <a:lnTo>
                  <a:pt x="184" y="439"/>
                </a:lnTo>
                <a:lnTo>
                  <a:pt x="182" y="440"/>
                </a:lnTo>
                <a:lnTo>
                  <a:pt x="181" y="440"/>
                </a:lnTo>
                <a:lnTo>
                  <a:pt x="181" y="441"/>
                </a:lnTo>
                <a:lnTo>
                  <a:pt x="180" y="441"/>
                </a:lnTo>
                <a:lnTo>
                  <a:pt x="180" y="442"/>
                </a:lnTo>
                <a:lnTo>
                  <a:pt x="180" y="443"/>
                </a:lnTo>
                <a:lnTo>
                  <a:pt x="179" y="443"/>
                </a:lnTo>
                <a:lnTo>
                  <a:pt x="178" y="443"/>
                </a:lnTo>
                <a:lnTo>
                  <a:pt x="178" y="444"/>
                </a:lnTo>
                <a:lnTo>
                  <a:pt x="177" y="444"/>
                </a:lnTo>
                <a:lnTo>
                  <a:pt x="177" y="445"/>
                </a:lnTo>
                <a:lnTo>
                  <a:pt x="177" y="446"/>
                </a:lnTo>
                <a:lnTo>
                  <a:pt x="177" y="447"/>
                </a:lnTo>
                <a:lnTo>
                  <a:pt x="176" y="447"/>
                </a:lnTo>
                <a:lnTo>
                  <a:pt x="175" y="447"/>
                </a:lnTo>
                <a:lnTo>
                  <a:pt x="175" y="448"/>
                </a:lnTo>
                <a:lnTo>
                  <a:pt x="175" y="449"/>
                </a:lnTo>
                <a:lnTo>
                  <a:pt x="175" y="450"/>
                </a:lnTo>
                <a:lnTo>
                  <a:pt x="175" y="451"/>
                </a:lnTo>
                <a:lnTo>
                  <a:pt x="174" y="451"/>
                </a:lnTo>
                <a:lnTo>
                  <a:pt x="174" y="452"/>
                </a:lnTo>
                <a:lnTo>
                  <a:pt x="173" y="452"/>
                </a:lnTo>
                <a:lnTo>
                  <a:pt x="172" y="453"/>
                </a:lnTo>
                <a:lnTo>
                  <a:pt x="172" y="452"/>
                </a:lnTo>
                <a:lnTo>
                  <a:pt x="172" y="451"/>
                </a:lnTo>
                <a:lnTo>
                  <a:pt x="172" y="450"/>
                </a:lnTo>
                <a:lnTo>
                  <a:pt x="171" y="450"/>
                </a:lnTo>
                <a:lnTo>
                  <a:pt x="171" y="449"/>
                </a:lnTo>
                <a:lnTo>
                  <a:pt x="172" y="449"/>
                </a:lnTo>
                <a:lnTo>
                  <a:pt x="173" y="448"/>
                </a:lnTo>
                <a:lnTo>
                  <a:pt x="174" y="448"/>
                </a:lnTo>
                <a:lnTo>
                  <a:pt x="173" y="447"/>
                </a:lnTo>
                <a:lnTo>
                  <a:pt x="174" y="447"/>
                </a:lnTo>
                <a:lnTo>
                  <a:pt x="174" y="446"/>
                </a:lnTo>
                <a:lnTo>
                  <a:pt x="175" y="446"/>
                </a:lnTo>
                <a:lnTo>
                  <a:pt x="174" y="445"/>
                </a:lnTo>
                <a:lnTo>
                  <a:pt x="175" y="445"/>
                </a:lnTo>
                <a:lnTo>
                  <a:pt x="175" y="444"/>
                </a:lnTo>
                <a:lnTo>
                  <a:pt x="176" y="444"/>
                </a:lnTo>
                <a:lnTo>
                  <a:pt x="177" y="443"/>
                </a:lnTo>
                <a:lnTo>
                  <a:pt x="176" y="443"/>
                </a:lnTo>
                <a:lnTo>
                  <a:pt x="176" y="444"/>
                </a:lnTo>
                <a:lnTo>
                  <a:pt x="175" y="444"/>
                </a:lnTo>
                <a:lnTo>
                  <a:pt x="175" y="443"/>
                </a:lnTo>
                <a:lnTo>
                  <a:pt x="175" y="442"/>
                </a:lnTo>
                <a:lnTo>
                  <a:pt x="174" y="442"/>
                </a:lnTo>
                <a:lnTo>
                  <a:pt x="174" y="441"/>
                </a:lnTo>
                <a:lnTo>
                  <a:pt x="174" y="440"/>
                </a:lnTo>
                <a:lnTo>
                  <a:pt x="175" y="439"/>
                </a:lnTo>
                <a:lnTo>
                  <a:pt x="174" y="440"/>
                </a:lnTo>
                <a:lnTo>
                  <a:pt x="173" y="441"/>
                </a:lnTo>
                <a:lnTo>
                  <a:pt x="172" y="442"/>
                </a:lnTo>
                <a:lnTo>
                  <a:pt x="172" y="441"/>
                </a:lnTo>
                <a:lnTo>
                  <a:pt x="171" y="441"/>
                </a:lnTo>
                <a:lnTo>
                  <a:pt x="170" y="440"/>
                </a:lnTo>
                <a:lnTo>
                  <a:pt x="170" y="439"/>
                </a:lnTo>
                <a:lnTo>
                  <a:pt x="169" y="439"/>
                </a:lnTo>
                <a:lnTo>
                  <a:pt x="169" y="438"/>
                </a:lnTo>
                <a:lnTo>
                  <a:pt x="168" y="438"/>
                </a:lnTo>
                <a:lnTo>
                  <a:pt x="168" y="439"/>
                </a:lnTo>
                <a:lnTo>
                  <a:pt x="169" y="438"/>
                </a:lnTo>
                <a:lnTo>
                  <a:pt x="169" y="439"/>
                </a:lnTo>
                <a:lnTo>
                  <a:pt x="169" y="440"/>
                </a:lnTo>
                <a:lnTo>
                  <a:pt x="170" y="440"/>
                </a:lnTo>
                <a:lnTo>
                  <a:pt x="170" y="441"/>
                </a:lnTo>
                <a:lnTo>
                  <a:pt x="169" y="441"/>
                </a:lnTo>
                <a:lnTo>
                  <a:pt x="168" y="443"/>
                </a:lnTo>
                <a:lnTo>
                  <a:pt x="168" y="444"/>
                </a:lnTo>
                <a:lnTo>
                  <a:pt x="168" y="445"/>
                </a:lnTo>
                <a:lnTo>
                  <a:pt x="168" y="446"/>
                </a:lnTo>
                <a:lnTo>
                  <a:pt x="169" y="446"/>
                </a:lnTo>
                <a:lnTo>
                  <a:pt x="168" y="446"/>
                </a:lnTo>
                <a:lnTo>
                  <a:pt x="169" y="447"/>
                </a:lnTo>
                <a:lnTo>
                  <a:pt x="169" y="448"/>
                </a:lnTo>
                <a:lnTo>
                  <a:pt x="168" y="448"/>
                </a:lnTo>
                <a:lnTo>
                  <a:pt x="167" y="449"/>
                </a:lnTo>
                <a:lnTo>
                  <a:pt x="166" y="450"/>
                </a:lnTo>
                <a:lnTo>
                  <a:pt x="165" y="451"/>
                </a:lnTo>
                <a:lnTo>
                  <a:pt x="164" y="451"/>
                </a:lnTo>
                <a:lnTo>
                  <a:pt x="163" y="452"/>
                </a:lnTo>
                <a:lnTo>
                  <a:pt x="163" y="454"/>
                </a:lnTo>
                <a:lnTo>
                  <a:pt x="162" y="457"/>
                </a:lnTo>
                <a:lnTo>
                  <a:pt x="162" y="458"/>
                </a:lnTo>
                <a:lnTo>
                  <a:pt x="162" y="459"/>
                </a:lnTo>
                <a:lnTo>
                  <a:pt x="162" y="460"/>
                </a:lnTo>
                <a:lnTo>
                  <a:pt x="162" y="461"/>
                </a:lnTo>
                <a:lnTo>
                  <a:pt x="162" y="462"/>
                </a:lnTo>
                <a:lnTo>
                  <a:pt x="162" y="463"/>
                </a:lnTo>
                <a:lnTo>
                  <a:pt x="163" y="464"/>
                </a:lnTo>
                <a:lnTo>
                  <a:pt x="162" y="466"/>
                </a:lnTo>
                <a:lnTo>
                  <a:pt x="162" y="467"/>
                </a:lnTo>
                <a:lnTo>
                  <a:pt x="161" y="467"/>
                </a:lnTo>
                <a:lnTo>
                  <a:pt x="160" y="468"/>
                </a:lnTo>
                <a:lnTo>
                  <a:pt x="161" y="468"/>
                </a:lnTo>
                <a:lnTo>
                  <a:pt x="160" y="468"/>
                </a:lnTo>
                <a:lnTo>
                  <a:pt x="160" y="469"/>
                </a:lnTo>
                <a:lnTo>
                  <a:pt x="159" y="469"/>
                </a:lnTo>
                <a:lnTo>
                  <a:pt x="159" y="470"/>
                </a:lnTo>
                <a:lnTo>
                  <a:pt x="159" y="471"/>
                </a:lnTo>
                <a:lnTo>
                  <a:pt x="159" y="472"/>
                </a:lnTo>
                <a:lnTo>
                  <a:pt x="158" y="472"/>
                </a:lnTo>
                <a:lnTo>
                  <a:pt x="158" y="471"/>
                </a:lnTo>
                <a:lnTo>
                  <a:pt x="158" y="470"/>
                </a:lnTo>
                <a:lnTo>
                  <a:pt x="158" y="469"/>
                </a:lnTo>
                <a:lnTo>
                  <a:pt x="159" y="469"/>
                </a:lnTo>
                <a:lnTo>
                  <a:pt x="159" y="468"/>
                </a:lnTo>
                <a:lnTo>
                  <a:pt x="158" y="467"/>
                </a:lnTo>
                <a:lnTo>
                  <a:pt x="158" y="466"/>
                </a:lnTo>
                <a:lnTo>
                  <a:pt x="159" y="466"/>
                </a:lnTo>
                <a:lnTo>
                  <a:pt x="159" y="465"/>
                </a:lnTo>
                <a:lnTo>
                  <a:pt x="159" y="464"/>
                </a:lnTo>
                <a:lnTo>
                  <a:pt x="160" y="464"/>
                </a:lnTo>
                <a:lnTo>
                  <a:pt x="161" y="463"/>
                </a:lnTo>
                <a:lnTo>
                  <a:pt x="161" y="462"/>
                </a:lnTo>
                <a:lnTo>
                  <a:pt x="161" y="461"/>
                </a:lnTo>
                <a:lnTo>
                  <a:pt x="160" y="460"/>
                </a:lnTo>
                <a:lnTo>
                  <a:pt x="160" y="459"/>
                </a:lnTo>
                <a:lnTo>
                  <a:pt x="160" y="458"/>
                </a:lnTo>
                <a:lnTo>
                  <a:pt x="159" y="458"/>
                </a:lnTo>
                <a:lnTo>
                  <a:pt x="159" y="457"/>
                </a:lnTo>
                <a:lnTo>
                  <a:pt x="160" y="457"/>
                </a:lnTo>
                <a:lnTo>
                  <a:pt x="159" y="456"/>
                </a:lnTo>
                <a:lnTo>
                  <a:pt x="159" y="455"/>
                </a:lnTo>
                <a:lnTo>
                  <a:pt x="158" y="455"/>
                </a:lnTo>
                <a:lnTo>
                  <a:pt x="157" y="455"/>
                </a:lnTo>
                <a:lnTo>
                  <a:pt x="156" y="455"/>
                </a:lnTo>
                <a:lnTo>
                  <a:pt x="157" y="454"/>
                </a:lnTo>
                <a:lnTo>
                  <a:pt x="157" y="453"/>
                </a:lnTo>
                <a:lnTo>
                  <a:pt x="156" y="453"/>
                </a:lnTo>
                <a:lnTo>
                  <a:pt x="156" y="454"/>
                </a:lnTo>
                <a:lnTo>
                  <a:pt x="155" y="453"/>
                </a:lnTo>
                <a:lnTo>
                  <a:pt x="154" y="453"/>
                </a:lnTo>
                <a:lnTo>
                  <a:pt x="154" y="452"/>
                </a:lnTo>
                <a:lnTo>
                  <a:pt x="153" y="452"/>
                </a:lnTo>
                <a:lnTo>
                  <a:pt x="152" y="452"/>
                </a:lnTo>
                <a:lnTo>
                  <a:pt x="152" y="451"/>
                </a:lnTo>
                <a:lnTo>
                  <a:pt x="151" y="451"/>
                </a:lnTo>
                <a:lnTo>
                  <a:pt x="150" y="451"/>
                </a:lnTo>
                <a:lnTo>
                  <a:pt x="149" y="451"/>
                </a:lnTo>
                <a:lnTo>
                  <a:pt x="148" y="451"/>
                </a:lnTo>
                <a:lnTo>
                  <a:pt x="147" y="451"/>
                </a:lnTo>
                <a:lnTo>
                  <a:pt x="147" y="450"/>
                </a:lnTo>
                <a:lnTo>
                  <a:pt x="147" y="451"/>
                </a:lnTo>
                <a:lnTo>
                  <a:pt x="146" y="450"/>
                </a:lnTo>
                <a:lnTo>
                  <a:pt x="145" y="449"/>
                </a:lnTo>
                <a:lnTo>
                  <a:pt x="144" y="449"/>
                </a:lnTo>
                <a:lnTo>
                  <a:pt x="142" y="449"/>
                </a:lnTo>
                <a:lnTo>
                  <a:pt x="142" y="450"/>
                </a:lnTo>
                <a:lnTo>
                  <a:pt x="143" y="450"/>
                </a:lnTo>
                <a:lnTo>
                  <a:pt x="143" y="451"/>
                </a:lnTo>
                <a:lnTo>
                  <a:pt x="144" y="452"/>
                </a:lnTo>
                <a:lnTo>
                  <a:pt x="145" y="452"/>
                </a:lnTo>
                <a:lnTo>
                  <a:pt x="146" y="452"/>
                </a:lnTo>
                <a:lnTo>
                  <a:pt x="147" y="452"/>
                </a:lnTo>
                <a:lnTo>
                  <a:pt x="148" y="452"/>
                </a:lnTo>
                <a:lnTo>
                  <a:pt x="149" y="452"/>
                </a:lnTo>
                <a:lnTo>
                  <a:pt x="149" y="453"/>
                </a:lnTo>
                <a:lnTo>
                  <a:pt x="150" y="453"/>
                </a:lnTo>
                <a:lnTo>
                  <a:pt x="150" y="454"/>
                </a:lnTo>
                <a:lnTo>
                  <a:pt x="149" y="454"/>
                </a:lnTo>
                <a:lnTo>
                  <a:pt x="149" y="455"/>
                </a:lnTo>
                <a:lnTo>
                  <a:pt x="150" y="455"/>
                </a:lnTo>
                <a:lnTo>
                  <a:pt x="150" y="456"/>
                </a:lnTo>
                <a:lnTo>
                  <a:pt x="151" y="456"/>
                </a:lnTo>
                <a:lnTo>
                  <a:pt x="151" y="457"/>
                </a:lnTo>
                <a:lnTo>
                  <a:pt x="150" y="458"/>
                </a:lnTo>
                <a:lnTo>
                  <a:pt x="150" y="459"/>
                </a:lnTo>
                <a:lnTo>
                  <a:pt x="149" y="459"/>
                </a:lnTo>
                <a:lnTo>
                  <a:pt x="149" y="460"/>
                </a:lnTo>
                <a:lnTo>
                  <a:pt x="150" y="460"/>
                </a:lnTo>
                <a:lnTo>
                  <a:pt x="150" y="461"/>
                </a:lnTo>
                <a:lnTo>
                  <a:pt x="150" y="460"/>
                </a:lnTo>
                <a:lnTo>
                  <a:pt x="149" y="460"/>
                </a:lnTo>
                <a:lnTo>
                  <a:pt x="149" y="461"/>
                </a:lnTo>
                <a:lnTo>
                  <a:pt x="148" y="461"/>
                </a:lnTo>
                <a:lnTo>
                  <a:pt x="148" y="462"/>
                </a:lnTo>
                <a:lnTo>
                  <a:pt x="148" y="463"/>
                </a:lnTo>
                <a:lnTo>
                  <a:pt x="148" y="464"/>
                </a:lnTo>
                <a:lnTo>
                  <a:pt x="147" y="464"/>
                </a:lnTo>
                <a:lnTo>
                  <a:pt x="146" y="465"/>
                </a:lnTo>
                <a:lnTo>
                  <a:pt x="146" y="466"/>
                </a:lnTo>
                <a:lnTo>
                  <a:pt x="145" y="466"/>
                </a:lnTo>
                <a:lnTo>
                  <a:pt x="145" y="467"/>
                </a:lnTo>
                <a:lnTo>
                  <a:pt x="145" y="468"/>
                </a:lnTo>
                <a:lnTo>
                  <a:pt x="144" y="467"/>
                </a:lnTo>
                <a:lnTo>
                  <a:pt x="143" y="466"/>
                </a:lnTo>
                <a:lnTo>
                  <a:pt x="142" y="466"/>
                </a:lnTo>
                <a:lnTo>
                  <a:pt x="143" y="467"/>
                </a:lnTo>
                <a:lnTo>
                  <a:pt x="144" y="467"/>
                </a:lnTo>
                <a:lnTo>
                  <a:pt x="144" y="468"/>
                </a:lnTo>
                <a:lnTo>
                  <a:pt x="144" y="469"/>
                </a:lnTo>
                <a:lnTo>
                  <a:pt x="145" y="469"/>
                </a:lnTo>
                <a:lnTo>
                  <a:pt x="145" y="470"/>
                </a:lnTo>
                <a:lnTo>
                  <a:pt x="146" y="469"/>
                </a:lnTo>
                <a:lnTo>
                  <a:pt x="147" y="469"/>
                </a:lnTo>
                <a:lnTo>
                  <a:pt x="148" y="469"/>
                </a:lnTo>
                <a:lnTo>
                  <a:pt x="147" y="468"/>
                </a:lnTo>
                <a:lnTo>
                  <a:pt x="148" y="468"/>
                </a:lnTo>
                <a:lnTo>
                  <a:pt x="149" y="468"/>
                </a:lnTo>
                <a:lnTo>
                  <a:pt x="149" y="467"/>
                </a:lnTo>
                <a:lnTo>
                  <a:pt x="150" y="467"/>
                </a:lnTo>
                <a:lnTo>
                  <a:pt x="150" y="468"/>
                </a:lnTo>
                <a:lnTo>
                  <a:pt x="151" y="469"/>
                </a:lnTo>
                <a:lnTo>
                  <a:pt x="151" y="468"/>
                </a:lnTo>
                <a:lnTo>
                  <a:pt x="152" y="468"/>
                </a:lnTo>
                <a:lnTo>
                  <a:pt x="152" y="469"/>
                </a:lnTo>
                <a:lnTo>
                  <a:pt x="153" y="469"/>
                </a:lnTo>
                <a:lnTo>
                  <a:pt x="153" y="470"/>
                </a:lnTo>
                <a:lnTo>
                  <a:pt x="154" y="470"/>
                </a:lnTo>
                <a:lnTo>
                  <a:pt x="153" y="470"/>
                </a:lnTo>
                <a:lnTo>
                  <a:pt x="152" y="470"/>
                </a:lnTo>
                <a:lnTo>
                  <a:pt x="152" y="471"/>
                </a:lnTo>
                <a:lnTo>
                  <a:pt x="152" y="472"/>
                </a:lnTo>
                <a:lnTo>
                  <a:pt x="151" y="472"/>
                </a:lnTo>
                <a:lnTo>
                  <a:pt x="151" y="471"/>
                </a:lnTo>
                <a:lnTo>
                  <a:pt x="150" y="471"/>
                </a:lnTo>
                <a:lnTo>
                  <a:pt x="149" y="471"/>
                </a:lnTo>
                <a:lnTo>
                  <a:pt x="149" y="472"/>
                </a:lnTo>
                <a:lnTo>
                  <a:pt x="149" y="473"/>
                </a:lnTo>
                <a:lnTo>
                  <a:pt x="148" y="473"/>
                </a:lnTo>
                <a:lnTo>
                  <a:pt x="148" y="474"/>
                </a:lnTo>
                <a:lnTo>
                  <a:pt x="148" y="475"/>
                </a:lnTo>
                <a:lnTo>
                  <a:pt x="148" y="476"/>
                </a:lnTo>
                <a:lnTo>
                  <a:pt x="148" y="477"/>
                </a:lnTo>
                <a:lnTo>
                  <a:pt x="149" y="477"/>
                </a:lnTo>
                <a:lnTo>
                  <a:pt x="150" y="478"/>
                </a:lnTo>
                <a:lnTo>
                  <a:pt x="149" y="478"/>
                </a:lnTo>
                <a:lnTo>
                  <a:pt x="148" y="478"/>
                </a:lnTo>
                <a:lnTo>
                  <a:pt x="147" y="478"/>
                </a:lnTo>
                <a:lnTo>
                  <a:pt x="147" y="479"/>
                </a:lnTo>
                <a:lnTo>
                  <a:pt x="147" y="478"/>
                </a:lnTo>
                <a:lnTo>
                  <a:pt x="146" y="478"/>
                </a:lnTo>
                <a:lnTo>
                  <a:pt x="146" y="477"/>
                </a:lnTo>
                <a:lnTo>
                  <a:pt x="145" y="477"/>
                </a:lnTo>
                <a:lnTo>
                  <a:pt x="144" y="478"/>
                </a:lnTo>
                <a:lnTo>
                  <a:pt x="143" y="479"/>
                </a:lnTo>
                <a:lnTo>
                  <a:pt x="143" y="481"/>
                </a:lnTo>
                <a:lnTo>
                  <a:pt x="143" y="483"/>
                </a:lnTo>
                <a:lnTo>
                  <a:pt x="143" y="484"/>
                </a:lnTo>
                <a:lnTo>
                  <a:pt x="144" y="485"/>
                </a:lnTo>
                <a:lnTo>
                  <a:pt x="144" y="484"/>
                </a:lnTo>
                <a:lnTo>
                  <a:pt x="145" y="484"/>
                </a:lnTo>
                <a:lnTo>
                  <a:pt x="145" y="485"/>
                </a:lnTo>
                <a:lnTo>
                  <a:pt x="145" y="486"/>
                </a:lnTo>
                <a:lnTo>
                  <a:pt x="144" y="486"/>
                </a:lnTo>
                <a:lnTo>
                  <a:pt x="144" y="485"/>
                </a:lnTo>
                <a:lnTo>
                  <a:pt x="143" y="485"/>
                </a:lnTo>
                <a:lnTo>
                  <a:pt x="142" y="486"/>
                </a:lnTo>
                <a:lnTo>
                  <a:pt x="141" y="486"/>
                </a:lnTo>
                <a:lnTo>
                  <a:pt x="140" y="486"/>
                </a:lnTo>
                <a:lnTo>
                  <a:pt x="139" y="487"/>
                </a:lnTo>
                <a:lnTo>
                  <a:pt x="138" y="487"/>
                </a:lnTo>
                <a:lnTo>
                  <a:pt x="139" y="487"/>
                </a:lnTo>
                <a:lnTo>
                  <a:pt x="139" y="486"/>
                </a:lnTo>
                <a:lnTo>
                  <a:pt x="138" y="486"/>
                </a:lnTo>
                <a:lnTo>
                  <a:pt x="137" y="486"/>
                </a:lnTo>
                <a:lnTo>
                  <a:pt x="136" y="486"/>
                </a:lnTo>
                <a:lnTo>
                  <a:pt x="135" y="486"/>
                </a:lnTo>
                <a:lnTo>
                  <a:pt x="134" y="487"/>
                </a:lnTo>
                <a:lnTo>
                  <a:pt x="134" y="486"/>
                </a:lnTo>
                <a:lnTo>
                  <a:pt x="134" y="485"/>
                </a:lnTo>
                <a:lnTo>
                  <a:pt x="135" y="485"/>
                </a:lnTo>
                <a:lnTo>
                  <a:pt x="136" y="484"/>
                </a:lnTo>
                <a:lnTo>
                  <a:pt x="137" y="483"/>
                </a:lnTo>
                <a:lnTo>
                  <a:pt x="138" y="483"/>
                </a:lnTo>
                <a:lnTo>
                  <a:pt x="138" y="482"/>
                </a:lnTo>
                <a:lnTo>
                  <a:pt x="139" y="480"/>
                </a:lnTo>
                <a:lnTo>
                  <a:pt x="139" y="479"/>
                </a:lnTo>
                <a:lnTo>
                  <a:pt x="138" y="476"/>
                </a:lnTo>
                <a:lnTo>
                  <a:pt x="137" y="476"/>
                </a:lnTo>
                <a:lnTo>
                  <a:pt x="136" y="475"/>
                </a:lnTo>
                <a:lnTo>
                  <a:pt x="136" y="474"/>
                </a:lnTo>
                <a:lnTo>
                  <a:pt x="137" y="474"/>
                </a:lnTo>
                <a:lnTo>
                  <a:pt x="137" y="473"/>
                </a:lnTo>
                <a:lnTo>
                  <a:pt x="138" y="472"/>
                </a:lnTo>
                <a:lnTo>
                  <a:pt x="138" y="471"/>
                </a:lnTo>
                <a:lnTo>
                  <a:pt x="137" y="471"/>
                </a:lnTo>
                <a:lnTo>
                  <a:pt x="137" y="470"/>
                </a:lnTo>
                <a:lnTo>
                  <a:pt x="137" y="469"/>
                </a:lnTo>
                <a:lnTo>
                  <a:pt x="137" y="468"/>
                </a:lnTo>
                <a:lnTo>
                  <a:pt x="138" y="467"/>
                </a:lnTo>
                <a:lnTo>
                  <a:pt x="139" y="467"/>
                </a:lnTo>
                <a:lnTo>
                  <a:pt x="138" y="467"/>
                </a:lnTo>
                <a:lnTo>
                  <a:pt x="139" y="466"/>
                </a:lnTo>
                <a:lnTo>
                  <a:pt x="140" y="465"/>
                </a:lnTo>
                <a:lnTo>
                  <a:pt x="141" y="465"/>
                </a:lnTo>
                <a:lnTo>
                  <a:pt x="141" y="466"/>
                </a:lnTo>
                <a:lnTo>
                  <a:pt x="142" y="466"/>
                </a:lnTo>
                <a:lnTo>
                  <a:pt x="141" y="465"/>
                </a:lnTo>
                <a:lnTo>
                  <a:pt x="140" y="465"/>
                </a:lnTo>
                <a:lnTo>
                  <a:pt x="139" y="466"/>
                </a:lnTo>
                <a:lnTo>
                  <a:pt x="138" y="466"/>
                </a:lnTo>
                <a:lnTo>
                  <a:pt x="138" y="467"/>
                </a:lnTo>
                <a:lnTo>
                  <a:pt x="137" y="467"/>
                </a:lnTo>
                <a:lnTo>
                  <a:pt x="137" y="468"/>
                </a:lnTo>
                <a:lnTo>
                  <a:pt x="136" y="468"/>
                </a:lnTo>
                <a:lnTo>
                  <a:pt x="135" y="468"/>
                </a:lnTo>
                <a:lnTo>
                  <a:pt x="134" y="468"/>
                </a:lnTo>
                <a:lnTo>
                  <a:pt x="133" y="468"/>
                </a:lnTo>
                <a:lnTo>
                  <a:pt x="134" y="468"/>
                </a:lnTo>
                <a:lnTo>
                  <a:pt x="134" y="469"/>
                </a:lnTo>
                <a:lnTo>
                  <a:pt x="133" y="469"/>
                </a:lnTo>
                <a:lnTo>
                  <a:pt x="131" y="470"/>
                </a:lnTo>
                <a:lnTo>
                  <a:pt x="129" y="470"/>
                </a:lnTo>
                <a:lnTo>
                  <a:pt x="129" y="471"/>
                </a:lnTo>
                <a:lnTo>
                  <a:pt x="129" y="472"/>
                </a:lnTo>
                <a:lnTo>
                  <a:pt x="129" y="474"/>
                </a:lnTo>
                <a:lnTo>
                  <a:pt x="129" y="475"/>
                </a:lnTo>
                <a:lnTo>
                  <a:pt x="131" y="476"/>
                </a:lnTo>
                <a:lnTo>
                  <a:pt x="129" y="476"/>
                </a:lnTo>
                <a:lnTo>
                  <a:pt x="128" y="476"/>
                </a:lnTo>
                <a:lnTo>
                  <a:pt x="128" y="477"/>
                </a:lnTo>
                <a:lnTo>
                  <a:pt x="128" y="478"/>
                </a:lnTo>
                <a:lnTo>
                  <a:pt x="129" y="479"/>
                </a:lnTo>
                <a:lnTo>
                  <a:pt x="129" y="480"/>
                </a:lnTo>
                <a:lnTo>
                  <a:pt x="131" y="480"/>
                </a:lnTo>
                <a:lnTo>
                  <a:pt x="131" y="481"/>
                </a:lnTo>
                <a:lnTo>
                  <a:pt x="129" y="481"/>
                </a:lnTo>
                <a:lnTo>
                  <a:pt x="128" y="481"/>
                </a:lnTo>
                <a:lnTo>
                  <a:pt x="127" y="481"/>
                </a:lnTo>
                <a:lnTo>
                  <a:pt x="127" y="482"/>
                </a:lnTo>
                <a:lnTo>
                  <a:pt x="127" y="483"/>
                </a:lnTo>
                <a:lnTo>
                  <a:pt x="126" y="483"/>
                </a:lnTo>
                <a:lnTo>
                  <a:pt x="125" y="484"/>
                </a:lnTo>
                <a:lnTo>
                  <a:pt x="125" y="483"/>
                </a:lnTo>
                <a:lnTo>
                  <a:pt x="125" y="482"/>
                </a:lnTo>
                <a:lnTo>
                  <a:pt x="125" y="481"/>
                </a:lnTo>
                <a:lnTo>
                  <a:pt x="125" y="480"/>
                </a:lnTo>
                <a:lnTo>
                  <a:pt x="126" y="480"/>
                </a:lnTo>
                <a:lnTo>
                  <a:pt x="126" y="479"/>
                </a:lnTo>
                <a:lnTo>
                  <a:pt x="126" y="478"/>
                </a:lnTo>
                <a:lnTo>
                  <a:pt x="126" y="477"/>
                </a:lnTo>
                <a:lnTo>
                  <a:pt x="127" y="476"/>
                </a:lnTo>
                <a:lnTo>
                  <a:pt x="126" y="476"/>
                </a:lnTo>
                <a:lnTo>
                  <a:pt x="126" y="475"/>
                </a:lnTo>
                <a:lnTo>
                  <a:pt x="125" y="475"/>
                </a:lnTo>
                <a:lnTo>
                  <a:pt x="126" y="475"/>
                </a:lnTo>
                <a:lnTo>
                  <a:pt x="126" y="476"/>
                </a:lnTo>
                <a:lnTo>
                  <a:pt x="125" y="476"/>
                </a:lnTo>
                <a:lnTo>
                  <a:pt x="125" y="477"/>
                </a:lnTo>
                <a:lnTo>
                  <a:pt x="125" y="478"/>
                </a:lnTo>
                <a:lnTo>
                  <a:pt x="125" y="477"/>
                </a:lnTo>
                <a:lnTo>
                  <a:pt x="125" y="476"/>
                </a:lnTo>
                <a:lnTo>
                  <a:pt x="124" y="476"/>
                </a:lnTo>
                <a:lnTo>
                  <a:pt x="123" y="475"/>
                </a:lnTo>
                <a:lnTo>
                  <a:pt x="123" y="476"/>
                </a:lnTo>
                <a:lnTo>
                  <a:pt x="124" y="476"/>
                </a:lnTo>
                <a:lnTo>
                  <a:pt x="124" y="477"/>
                </a:lnTo>
                <a:lnTo>
                  <a:pt x="124" y="478"/>
                </a:lnTo>
                <a:lnTo>
                  <a:pt x="123" y="478"/>
                </a:lnTo>
                <a:lnTo>
                  <a:pt x="124" y="478"/>
                </a:lnTo>
                <a:lnTo>
                  <a:pt x="124" y="479"/>
                </a:lnTo>
                <a:lnTo>
                  <a:pt x="125" y="480"/>
                </a:lnTo>
                <a:lnTo>
                  <a:pt x="125" y="481"/>
                </a:lnTo>
                <a:lnTo>
                  <a:pt x="123" y="481"/>
                </a:lnTo>
                <a:lnTo>
                  <a:pt x="122" y="482"/>
                </a:lnTo>
                <a:lnTo>
                  <a:pt x="121" y="482"/>
                </a:lnTo>
                <a:lnTo>
                  <a:pt x="121" y="481"/>
                </a:lnTo>
                <a:lnTo>
                  <a:pt x="120" y="480"/>
                </a:lnTo>
                <a:lnTo>
                  <a:pt x="119" y="480"/>
                </a:lnTo>
                <a:lnTo>
                  <a:pt x="118" y="480"/>
                </a:lnTo>
                <a:lnTo>
                  <a:pt x="118" y="479"/>
                </a:lnTo>
                <a:lnTo>
                  <a:pt x="117" y="478"/>
                </a:lnTo>
                <a:lnTo>
                  <a:pt x="116" y="478"/>
                </a:lnTo>
                <a:lnTo>
                  <a:pt x="116" y="479"/>
                </a:lnTo>
                <a:lnTo>
                  <a:pt x="115" y="479"/>
                </a:lnTo>
                <a:lnTo>
                  <a:pt x="115" y="478"/>
                </a:lnTo>
                <a:lnTo>
                  <a:pt x="113" y="477"/>
                </a:lnTo>
                <a:lnTo>
                  <a:pt x="112" y="477"/>
                </a:lnTo>
                <a:lnTo>
                  <a:pt x="111" y="476"/>
                </a:lnTo>
                <a:lnTo>
                  <a:pt x="112" y="476"/>
                </a:lnTo>
                <a:lnTo>
                  <a:pt x="111" y="476"/>
                </a:lnTo>
                <a:lnTo>
                  <a:pt x="111" y="475"/>
                </a:lnTo>
                <a:lnTo>
                  <a:pt x="111" y="476"/>
                </a:lnTo>
                <a:lnTo>
                  <a:pt x="110" y="475"/>
                </a:lnTo>
                <a:lnTo>
                  <a:pt x="109" y="475"/>
                </a:lnTo>
                <a:lnTo>
                  <a:pt x="108" y="473"/>
                </a:lnTo>
                <a:lnTo>
                  <a:pt x="108" y="472"/>
                </a:lnTo>
                <a:lnTo>
                  <a:pt x="109" y="472"/>
                </a:lnTo>
                <a:lnTo>
                  <a:pt x="108" y="471"/>
                </a:lnTo>
                <a:lnTo>
                  <a:pt x="109" y="470"/>
                </a:lnTo>
                <a:lnTo>
                  <a:pt x="108" y="469"/>
                </a:lnTo>
                <a:lnTo>
                  <a:pt x="108" y="468"/>
                </a:lnTo>
                <a:lnTo>
                  <a:pt x="108" y="466"/>
                </a:lnTo>
                <a:lnTo>
                  <a:pt x="107" y="465"/>
                </a:lnTo>
                <a:lnTo>
                  <a:pt x="107" y="464"/>
                </a:lnTo>
                <a:lnTo>
                  <a:pt x="107" y="463"/>
                </a:lnTo>
                <a:lnTo>
                  <a:pt x="106" y="463"/>
                </a:lnTo>
                <a:lnTo>
                  <a:pt x="106" y="462"/>
                </a:lnTo>
                <a:lnTo>
                  <a:pt x="107" y="462"/>
                </a:lnTo>
                <a:lnTo>
                  <a:pt x="107" y="461"/>
                </a:lnTo>
                <a:lnTo>
                  <a:pt x="107" y="460"/>
                </a:lnTo>
                <a:lnTo>
                  <a:pt x="106" y="460"/>
                </a:lnTo>
                <a:lnTo>
                  <a:pt x="106" y="459"/>
                </a:lnTo>
                <a:lnTo>
                  <a:pt x="105" y="457"/>
                </a:lnTo>
                <a:lnTo>
                  <a:pt x="104" y="457"/>
                </a:lnTo>
                <a:lnTo>
                  <a:pt x="103" y="457"/>
                </a:lnTo>
                <a:lnTo>
                  <a:pt x="102" y="457"/>
                </a:lnTo>
                <a:lnTo>
                  <a:pt x="101" y="457"/>
                </a:lnTo>
                <a:lnTo>
                  <a:pt x="100" y="456"/>
                </a:lnTo>
                <a:lnTo>
                  <a:pt x="102" y="456"/>
                </a:lnTo>
                <a:lnTo>
                  <a:pt x="102" y="455"/>
                </a:lnTo>
                <a:lnTo>
                  <a:pt x="102" y="454"/>
                </a:lnTo>
                <a:lnTo>
                  <a:pt x="102" y="453"/>
                </a:lnTo>
                <a:lnTo>
                  <a:pt x="101" y="453"/>
                </a:lnTo>
                <a:lnTo>
                  <a:pt x="100" y="452"/>
                </a:lnTo>
                <a:lnTo>
                  <a:pt x="100" y="451"/>
                </a:lnTo>
                <a:lnTo>
                  <a:pt x="101" y="451"/>
                </a:lnTo>
                <a:lnTo>
                  <a:pt x="102" y="450"/>
                </a:lnTo>
                <a:lnTo>
                  <a:pt x="102" y="449"/>
                </a:lnTo>
                <a:lnTo>
                  <a:pt x="102" y="447"/>
                </a:lnTo>
                <a:lnTo>
                  <a:pt x="102" y="446"/>
                </a:lnTo>
                <a:lnTo>
                  <a:pt x="101" y="445"/>
                </a:lnTo>
                <a:lnTo>
                  <a:pt x="102" y="444"/>
                </a:lnTo>
                <a:lnTo>
                  <a:pt x="102" y="443"/>
                </a:lnTo>
                <a:lnTo>
                  <a:pt x="102" y="442"/>
                </a:lnTo>
                <a:lnTo>
                  <a:pt x="101" y="442"/>
                </a:lnTo>
                <a:lnTo>
                  <a:pt x="101" y="441"/>
                </a:lnTo>
                <a:lnTo>
                  <a:pt x="100" y="441"/>
                </a:lnTo>
                <a:lnTo>
                  <a:pt x="100" y="442"/>
                </a:lnTo>
                <a:lnTo>
                  <a:pt x="100" y="441"/>
                </a:lnTo>
                <a:lnTo>
                  <a:pt x="100" y="440"/>
                </a:lnTo>
                <a:lnTo>
                  <a:pt x="99" y="440"/>
                </a:lnTo>
                <a:lnTo>
                  <a:pt x="99" y="439"/>
                </a:lnTo>
                <a:lnTo>
                  <a:pt x="100" y="439"/>
                </a:lnTo>
                <a:lnTo>
                  <a:pt x="100" y="437"/>
                </a:lnTo>
                <a:lnTo>
                  <a:pt x="99" y="437"/>
                </a:lnTo>
                <a:lnTo>
                  <a:pt x="98" y="437"/>
                </a:lnTo>
                <a:lnTo>
                  <a:pt x="98" y="436"/>
                </a:lnTo>
                <a:lnTo>
                  <a:pt x="98" y="435"/>
                </a:lnTo>
                <a:lnTo>
                  <a:pt x="98" y="434"/>
                </a:lnTo>
                <a:lnTo>
                  <a:pt x="98" y="433"/>
                </a:lnTo>
                <a:lnTo>
                  <a:pt x="97" y="433"/>
                </a:lnTo>
                <a:lnTo>
                  <a:pt x="97" y="432"/>
                </a:lnTo>
                <a:lnTo>
                  <a:pt x="98" y="432"/>
                </a:lnTo>
                <a:lnTo>
                  <a:pt x="98" y="431"/>
                </a:lnTo>
                <a:lnTo>
                  <a:pt x="98" y="430"/>
                </a:lnTo>
                <a:lnTo>
                  <a:pt x="99" y="429"/>
                </a:lnTo>
                <a:lnTo>
                  <a:pt x="100" y="429"/>
                </a:lnTo>
                <a:lnTo>
                  <a:pt x="100" y="428"/>
                </a:lnTo>
                <a:lnTo>
                  <a:pt x="99" y="428"/>
                </a:lnTo>
                <a:lnTo>
                  <a:pt x="100" y="428"/>
                </a:lnTo>
                <a:lnTo>
                  <a:pt x="100" y="427"/>
                </a:lnTo>
                <a:lnTo>
                  <a:pt x="101" y="427"/>
                </a:lnTo>
                <a:lnTo>
                  <a:pt x="102" y="427"/>
                </a:lnTo>
                <a:lnTo>
                  <a:pt x="102" y="426"/>
                </a:lnTo>
                <a:lnTo>
                  <a:pt x="103" y="425"/>
                </a:lnTo>
                <a:lnTo>
                  <a:pt x="104" y="424"/>
                </a:lnTo>
                <a:lnTo>
                  <a:pt x="103" y="424"/>
                </a:lnTo>
                <a:lnTo>
                  <a:pt x="103" y="423"/>
                </a:lnTo>
                <a:lnTo>
                  <a:pt x="102" y="422"/>
                </a:lnTo>
                <a:lnTo>
                  <a:pt x="101" y="422"/>
                </a:lnTo>
                <a:lnTo>
                  <a:pt x="101" y="421"/>
                </a:lnTo>
                <a:lnTo>
                  <a:pt x="100" y="421"/>
                </a:lnTo>
                <a:lnTo>
                  <a:pt x="100" y="420"/>
                </a:lnTo>
                <a:lnTo>
                  <a:pt x="99" y="420"/>
                </a:lnTo>
                <a:lnTo>
                  <a:pt x="98" y="420"/>
                </a:lnTo>
                <a:lnTo>
                  <a:pt x="98" y="419"/>
                </a:lnTo>
                <a:lnTo>
                  <a:pt x="99" y="418"/>
                </a:lnTo>
                <a:lnTo>
                  <a:pt x="98" y="418"/>
                </a:lnTo>
                <a:lnTo>
                  <a:pt x="98" y="417"/>
                </a:lnTo>
                <a:lnTo>
                  <a:pt x="99" y="417"/>
                </a:lnTo>
                <a:lnTo>
                  <a:pt x="98" y="416"/>
                </a:lnTo>
                <a:lnTo>
                  <a:pt x="99" y="415"/>
                </a:lnTo>
                <a:lnTo>
                  <a:pt x="99" y="414"/>
                </a:lnTo>
                <a:lnTo>
                  <a:pt x="98" y="413"/>
                </a:lnTo>
                <a:lnTo>
                  <a:pt x="97" y="413"/>
                </a:lnTo>
                <a:lnTo>
                  <a:pt x="97" y="414"/>
                </a:lnTo>
                <a:lnTo>
                  <a:pt x="96" y="413"/>
                </a:lnTo>
                <a:lnTo>
                  <a:pt x="97" y="413"/>
                </a:lnTo>
                <a:lnTo>
                  <a:pt x="96" y="413"/>
                </a:lnTo>
                <a:lnTo>
                  <a:pt x="96" y="412"/>
                </a:lnTo>
                <a:lnTo>
                  <a:pt x="96" y="411"/>
                </a:lnTo>
                <a:lnTo>
                  <a:pt x="97" y="410"/>
                </a:lnTo>
                <a:lnTo>
                  <a:pt x="96" y="409"/>
                </a:lnTo>
                <a:lnTo>
                  <a:pt x="96" y="408"/>
                </a:lnTo>
                <a:lnTo>
                  <a:pt x="95" y="407"/>
                </a:lnTo>
                <a:lnTo>
                  <a:pt x="95" y="406"/>
                </a:lnTo>
                <a:lnTo>
                  <a:pt x="95" y="407"/>
                </a:lnTo>
                <a:lnTo>
                  <a:pt x="95" y="406"/>
                </a:lnTo>
                <a:lnTo>
                  <a:pt x="95" y="405"/>
                </a:lnTo>
                <a:lnTo>
                  <a:pt x="95" y="404"/>
                </a:lnTo>
                <a:lnTo>
                  <a:pt x="94" y="403"/>
                </a:lnTo>
                <a:lnTo>
                  <a:pt x="94" y="402"/>
                </a:lnTo>
                <a:lnTo>
                  <a:pt x="93" y="402"/>
                </a:lnTo>
                <a:lnTo>
                  <a:pt x="93" y="403"/>
                </a:lnTo>
                <a:lnTo>
                  <a:pt x="92" y="402"/>
                </a:lnTo>
                <a:lnTo>
                  <a:pt x="92" y="401"/>
                </a:lnTo>
                <a:lnTo>
                  <a:pt x="91" y="400"/>
                </a:lnTo>
                <a:lnTo>
                  <a:pt x="91" y="399"/>
                </a:lnTo>
                <a:lnTo>
                  <a:pt x="90" y="399"/>
                </a:lnTo>
                <a:lnTo>
                  <a:pt x="89" y="397"/>
                </a:lnTo>
                <a:lnTo>
                  <a:pt x="90" y="397"/>
                </a:lnTo>
                <a:lnTo>
                  <a:pt x="90" y="396"/>
                </a:lnTo>
                <a:lnTo>
                  <a:pt x="91" y="396"/>
                </a:lnTo>
                <a:lnTo>
                  <a:pt x="91" y="395"/>
                </a:lnTo>
                <a:lnTo>
                  <a:pt x="91" y="394"/>
                </a:lnTo>
                <a:lnTo>
                  <a:pt x="90" y="393"/>
                </a:lnTo>
                <a:lnTo>
                  <a:pt x="89" y="393"/>
                </a:lnTo>
                <a:lnTo>
                  <a:pt x="89" y="392"/>
                </a:lnTo>
                <a:lnTo>
                  <a:pt x="88" y="392"/>
                </a:lnTo>
                <a:lnTo>
                  <a:pt x="88" y="393"/>
                </a:lnTo>
                <a:lnTo>
                  <a:pt x="87" y="393"/>
                </a:lnTo>
                <a:lnTo>
                  <a:pt x="88" y="393"/>
                </a:lnTo>
                <a:lnTo>
                  <a:pt x="88" y="392"/>
                </a:lnTo>
                <a:lnTo>
                  <a:pt x="87" y="392"/>
                </a:lnTo>
                <a:lnTo>
                  <a:pt x="86" y="392"/>
                </a:lnTo>
                <a:lnTo>
                  <a:pt x="85" y="391"/>
                </a:lnTo>
                <a:lnTo>
                  <a:pt x="85" y="390"/>
                </a:lnTo>
                <a:lnTo>
                  <a:pt x="84" y="389"/>
                </a:lnTo>
                <a:lnTo>
                  <a:pt x="84" y="388"/>
                </a:lnTo>
                <a:lnTo>
                  <a:pt x="83" y="388"/>
                </a:lnTo>
                <a:lnTo>
                  <a:pt x="83" y="387"/>
                </a:lnTo>
                <a:lnTo>
                  <a:pt x="82" y="387"/>
                </a:lnTo>
                <a:lnTo>
                  <a:pt x="82" y="386"/>
                </a:lnTo>
                <a:lnTo>
                  <a:pt x="82" y="385"/>
                </a:lnTo>
                <a:lnTo>
                  <a:pt x="83" y="385"/>
                </a:lnTo>
                <a:lnTo>
                  <a:pt x="83" y="384"/>
                </a:lnTo>
                <a:lnTo>
                  <a:pt x="82" y="383"/>
                </a:lnTo>
                <a:lnTo>
                  <a:pt x="83" y="383"/>
                </a:lnTo>
                <a:lnTo>
                  <a:pt x="83" y="382"/>
                </a:lnTo>
                <a:lnTo>
                  <a:pt x="84" y="382"/>
                </a:lnTo>
                <a:lnTo>
                  <a:pt x="84" y="381"/>
                </a:lnTo>
                <a:lnTo>
                  <a:pt x="85" y="380"/>
                </a:lnTo>
                <a:lnTo>
                  <a:pt x="86" y="379"/>
                </a:lnTo>
                <a:lnTo>
                  <a:pt x="86" y="378"/>
                </a:lnTo>
                <a:lnTo>
                  <a:pt x="86" y="377"/>
                </a:lnTo>
                <a:lnTo>
                  <a:pt x="87" y="377"/>
                </a:lnTo>
                <a:lnTo>
                  <a:pt x="87" y="376"/>
                </a:lnTo>
                <a:lnTo>
                  <a:pt x="87" y="375"/>
                </a:lnTo>
                <a:lnTo>
                  <a:pt x="87" y="374"/>
                </a:lnTo>
                <a:lnTo>
                  <a:pt x="86" y="373"/>
                </a:lnTo>
                <a:lnTo>
                  <a:pt x="85" y="373"/>
                </a:lnTo>
                <a:lnTo>
                  <a:pt x="84" y="373"/>
                </a:lnTo>
                <a:lnTo>
                  <a:pt x="83" y="374"/>
                </a:lnTo>
                <a:lnTo>
                  <a:pt x="82" y="375"/>
                </a:lnTo>
                <a:lnTo>
                  <a:pt x="82" y="376"/>
                </a:lnTo>
                <a:lnTo>
                  <a:pt x="81" y="376"/>
                </a:lnTo>
                <a:lnTo>
                  <a:pt x="81" y="375"/>
                </a:lnTo>
                <a:lnTo>
                  <a:pt x="81" y="374"/>
                </a:lnTo>
                <a:lnTo>
                  <a:pt x="80" y="374"/>
                </a:lnTo>
                <a:lnTo>
                  <a:pt x="79" y="375"/>
                </a:lnTo>
                <a:lnTo>
                  <a:pt x="78" y="375"/>
                </a:lnTo>
                <a:lnTo>
                  <a:pt x="77" y="375"/>
                </a:lnTo>
                <a:lnTo>
                  <a:pt x="77" y="376"/>
                </a:lnTo>
                <a:lnTo>
                  <a:pt x="77" y="375"/>
                </a:lnTo>
                <a:lnTo>
                  <a:pt x="76" y="375"/>
                </a:lnTo>
                <a:lnTo>
                  <a:pt x="75" y="375"/>
                </a:lnTo>
                <a:lnTo>
                  <a:pt x="74" y="375"/>
                </a:lnTo>
                <a:lnTo>
                  <a:pt x="73" y="376"/>
                </a:lnTo>
                <a:lnTo>
                  <a:pt x="72" y="376"/>
                </a:lnTo>
                <a:lnTo>
                  <a:pt x="71" y="376"/>
                </a:lnTo>
                <a:lnTo>
                  <a:pt x="71" y="377"/>
                </a:lnTo>
                <a:lnTo>
                  <a:pt x="70" y="377"/>
                </a:lnTo>
                <a:lnTo>
                  <a:pt x="69" y="376"/>
                </a:lnTo>
                <a:lnTo>
                  <a:pt x="69" y="377"/>
                </a:lnTo>
                <a:lnTo>
                  <a:pt x="68" y="376"/>
                </a:lnTo>
                <a:lnTo>
                  <a:pt x="67" y="376"/>
                </a:lnTo>
                <a:lnTo>
                  <a:pt x="67" y="377"/>
                </a:lnTo>
                <a:lnTo>
                  <a:pt x="67" y="378"/>
                </a:lnTo>
                <a:lnTo>
                  <a:pt x="66" y="378"/>
                </a:lnTo>
                <a:lnTo>
                  <a:pt x="65" y="378"/>
                </a:lnTo>
                <a:lnTo>
                  <a:pt x="65" y="379"/>
                </a:lnTo>
                <a:lnTo>
                  <a:pt x="64" y="380"/>
                </a:lnTo>
                <a:lnTo>
                  <a:pt x="64" y="381"/>
                </a:lnTo>
                <a:lnTo>
                  <a:pt x="63" y="380"/>
                </a:lnTo>
                <a:lnTo>
                  <a:pt x="64" y="380"/>
                </a:lnTo>
                <a:lnTo>
                  <a:pt x="63" y="380"/>
                </a:lnTo>
                <a:lnTo>
                  <a:pt x="62" y="380"/>
                </a:lnTo>
                <a:lnTo>
                  <a:pt x="62" y="381"/>
                </a:lnTo>
                <a:lnTo>
                  <a:pt x="61" y="381"/>
                </a:lnTo>
                <a:lnTo>
                  <a:pt x="61" y="380"/>
                </a:lnTo>
                <a:lnTo>
                  <a:pt x="60" y="380"/>
                </a:lnTo>
                <a:lnTo>
                  <a:pt x="59" y="379"/>
                </a:lnTo>
                <a:lnTo>
                  <a:pt x="60" y="379"/>
                </a:lnTo>
                <a:lnTo>
                  <a:pt x="60" y="378"/>
                </a:lnTo>
                <a:lnTo>
                  <a:pt x="60" y="377"/>
                </a:lnTo>
                <a:lnTo>
                  <a:pt x="60" y="376"/>
                </a:lnTo>
                <a:lnTo>
                  <a:pt x="61" y="376"/>
                </a:lnTo>
                <a:lnTo>
                  <a:pt x="60" y="376"/>
                </a:lnTo>
                <a:lnTo>
                  <a:pt x="60" y="375"/>
                </a:lnTo>
                <a:lnTo>
                  <a:pt x="59" y="374"/>
                </a:lnTo>
                <a:lnTo>
                  <a:pt x="59" y="373"/>
                </a:lnTo>
                <a:lnTo>
                  <a:pt x="59" y="372"/>
                </a:lnTo>
                <a:lnTo>
                  <a:pt x="59" y="371"/>
                </a:lnTo>
                <a:lnTo>
                  <a:pt x="58" y="370"/>
                </a:lnTo>
                <a:lnTo>
                  <a:pt x="58" y="369"/>
                </a:lnTo>
                <a:lnTo>
                  <a:pt x="57" y="369"/>
                </a:lnTo>
                <a:lnTo>
                  <a:pt x="56" y="369"/>
                </a:lnTo>
                <a:lnTo>
                  <a:pt x="55" y="370"/>
                </a:lnTo>
                <a:lnTo>
                  <a:pt x="54" y="370"/>
                </a:lnTo>
                <a:lnTo>
                  <a:pt x="54" y="369"/>
                </a:lnTo>
                <a:lnTo>
                  <a:pt x="54" y="368"/>
                </a:lnTo>
                <a:lnTo>
                  <a:pt x="53" y="368"/>
                </a:lnTo>
                <a:lnTo>
                  <a:pt x="53" y="367"/>
                </a:lnTo>
                <a:lnTo>
                  <a:pt x="53" y="368"/>
                </a:lnTo>
                <a:lnTo>
                  <a:pt x="53" y="367"/>
                </a:lnTo>
                <a:lnTo>
                  <a:pt x="52" y="367"/>
                </a:lnTo>
                <a:lnTo>
                  <a:pt x="51" y="367"/>
                </a:lnTo>
                <a:lnTo>
                  <a:pt x="51" y="366"/>
                </a:lnTo>
                <a:lnTo>
                  <a:pt x="52" y="365"/>
                </a:lnTo>
                <a:lnTo>
                  <a:pt x="52" y="364"/>
                </a:lnTo>
                <a:lnTo>
                  <a:pt x="51" y="364"/>
                </a:lnTo>
                <a:lnTo>
                  <a:pt x="51" y="363"/>
                </a:lnTo>
                <a:lnTo>
                  <a:pt x="50" y="363"/>
                </a:lnTo>
                <a:lnTo>
                  <a:pt x="50" y="362"/>
                </a:lnTo>
                <a:lnTo>
                  <a:pt x="50" y="361"/>
                </a:lnTo>
                <a:lnTo>
                  <a:pt x="49" y="362"/>
                </a:lnTo>
                <a:lnTo>
                  <a:pt x="48" y="362"/>
                </a:lnTo>
                <a:lnTo>
                  <a:pt x="48" y="361"/>
                </a:lnTo>
                <a:lnTo>
                  <a:pt x="49" y="361"/>
                </a:lnTo>
                <a:lnTo>
                  <a:pt x="48" y="361"/>
                </a:lnTo>
                <a:lnTo>
                  <a:pt x="48" y="360"/>
                </a:lnTo>
                <a:lnTo>
                  <a:pt x="48" y="359"/>
                </a:lnTo>
                <a:lnTo>
                  <a:pt x="49" y="358"/>
                </a:lnTo>
                <a:lnTo>
                  <a:pt x="50" y="358"/>
                </a:lnTo>
                <a:lnTo>
                  <a:pt x="51" y="358"/>
                </a:lnTo>
                <a:lnTo>
                  <a:pt x="51" y="357"/>
                </a:lnTo>
                <a:lnTo>
                  <a:pt x="52" y="357"/>
                </a:lnTo>
                <a:lnTo>
                  <a:pt x="51" y="356"/>
                </a:lnTo>
                <a:lnTo>
                  <a:pt x="50" y="355"/>
                </a:lnTo>
                <a:lnTo>
                  <a:pt x="49" y="355"/>
                </a:lnTo>
                <a:lnTo>
                  <a:pt x="49" y="354"/>
                </a:lnTo>
                <a:lnTo>
                  <a:pt x="49" y="353"/>
                </a:lnTo>
                <a:lnTo>
                  <a:pt x="50" y="353"/>
                </a:lnTo>
                <a:lnTo>
                  <a:pt x="49" y="353"/>
                </a:lnTo>
                <a:lnTo>
                  <a:pt x="48" y="353"/>
                </a:lnTo>
                <a:lnTo>
                  <a:pt x="48" y="354"/>
                </a:lnTo>
                <a:lnTo>
                  <a:pt x="47" y="354"/>
                </a:lnTo>
                <a:lnTo>
                  <a:pt x="46" y="354"/>
                </a:lnTo>
                <a:lnTo>
                  <a:pt x="46" y="355"/>
                </a:lnTo>
                <a:lnTo>
                  <a:pt x="45" y="355"/>
                </a:lnTo>
                <a:lnTo>
                  <a:pt x="45" y="356"/>
                </a:lnTo>
                <a:lnTo>
                  <a:pt x="46" y="356"/>
                </a:lnTo>
                <a:lnTo>
                  <a:pt x="45" y="357"/>
                </a:lnTo>
                <a:lnTo>
                  <a:pt x="45" y="358"/>
                </a:lnTo>
                <a:lnTo>
                  <a:pt x="44" y="359"/>
                </a:lnTo>
                <a:lnTo>
                  <a:pt x="44" y="358"/>
                </a:lnTo>
                <a:lnTo>
                  <a:pt x="43" y="359"/>
                </a:lnTo>
                <a:lnTo>
                  <a:pt x="42" y="360"/>
                </a:lnTo>
                <a:lnTo>
                  <a:pt x="41" y="360"/>
                </a:lnTo>
                <a:lnTo>
                  <a:pt x="41" y="361"/>
                </a:lnTo>
                <a:lnTo>
                  <a:pt x="40" y="361"/>
                </a:lnTo>
                <a:lnTo>
                  <a:pt x="39" y="361"/>
                </a:lnTo>
                <a:lnTo>
                  <a:pt x="38" y="361"/>
                </a:lnTo>
                <a:lnTo>
                  <a:pt x="37" y="361"/>
                </a:lnTo>
                <a:lnTo>
                  <a:pt x="37" y="362"/>
                </a:lnTo>
                <a:lnTo>
                  <a:pt x="36" y="362"/>
                </a:lnTo>
                <a:lnTo>
                  <a:pt x="35" y="361"/>
                </a:lnTo>
                <a:lnTo>
                  <a:pt x="36" y="359"/>
                </a:lnTo>
                <a:lnTo>
                  <a:pt x="36" y="358"/>
                </a:lnTo>
                <a:lnTo>
                  <a:pt x="35" y="358"/>
                </a:lnTo>
                <a:lnTo>
                  <a:pt x="34" y="358"/>
                </a:lnTo>
                <a:lnTo>
                  <a:pt x="33" y="357"/>
                </a:lnTo>
                <a:lnTo>
                  <a:pt x="34" y="357"/>
                </a:lnTo>
                <a:lnTo>
                  <a:pt x="34" y="356"/>
                </a:lnTo>
                <a:lnTo>
                  <a:pt x="33" y="356"/>
                </a:lnTo>
                <a:lnTo>
                  <a:pt x="32" y="355"/>
                </a:lnTo>
                <a:lnTo>
                  <a:pt x="32" y="354"/>
                </a:lnTo>
                <a:lnTo>
                  <a:pt x="31" y="354"/>
                </a:lnTo>
                <a:lnTo>
                  <a:pt x="31" y="353"/>
                </a:lnTo>
                <a:lnTo>
                  <a:pt x="30" y="353"/>
                </a:lnTo>
                <a:lnTo>
                  <a:pt x="30" y="354"/>
                </a:lnTo>
                <a:lnTo>
                  <a:pt x="29" y="354"/>
                </a:lnTo>
                <a:lnTo>
                  <a:pt x="29" y="355"/>
                </a:lnTo>
                <a:lnTo>
                  <a:pt x="28" y="356"/>
                </a:lnTo>
                <a:lnTo>
                  <a:pt x="27" y="356"/>
                </a:lnTo>
                <a:lnTo>
                  <a:pt x="26" y="356"/>
                </a:lnTo>
                <a:lnTo>
                  <a:pt x="25" y="356"/>
                </a:lnTo>
                <a:lnTo>
                  <a:pt x="24" y="356"/>
                </a:lnTo>
                <a:lnTo>
                  <a:pt x="23" y="356"/>
                </a:lnTo>
                <a:lnTo>
                  <a:pt x="22" y="356"/>
                </a:lnTo>
                <a:lnTo>
                  <a:pt x="22" y="357"/>
                </a:lnTo>
                <a:lnTo>
                  <a:pt x="22" y="356"/>
                </a:lnTo>
                <a:lnTo>
                  <a:pt x="21" y="355"/>
                </a:lnTo>
                <a:lnTo>
                  <a:pt x="20" y="356"/>
                </a:lnTo>
                <a:lnTo>
                  <a:pt x="20" y="355"/>
                </a:lnTo>
                <a:lnTo>
                  <a:pt x="19" y="355"/>
                </a:lnTo>
                <a:lnTo>
                  <a:pt x="19" y="354"/>
                </a:lnTo>
                <a:lnTo>
                  <a:pt x="18" y="354"/>
                </a:lnTo>
                <a:lnTo>
                  <a:pt x="18" y="353"/>
                </a:lnTo>
                <a:lnTo>
                  <a:pt x="18" y="352"/>
                </a:lnTo>
                <a:lnTo>
                  <a:pt x="17" y="352"/>
                </a:lnTo>
                <a:lnTo>
                  <a:pt x="17" y="351"/>
                </a:lnTo>
                <a:lnTo>
                  <a:pt x="16" y="351"/>
                </a:lnTo>
                <a:lnTo>
                  <a:pt x="16" y="350"/>
                </a:lnTo>
                <a:lnTo>
                  <a:pt x="15" y="350"/>
                </a:lnTo>
                <a:lnTo>
                  <a:pt x="15" y="351"/>
                </a:lnTo>
                <a:lnTo>
                  <a:pt x="14" y="351"/>
                </a:lnTo>
                <a:lnTo>
                  <a:pt x="13" y="351"/>
                </a:lnTo>
                <a:lnTo>
                  <a:pt x="12" y="351"/>
                </a:lnTo>
                <a:lnTo>
                  <a:pt x="12" y="350"/>
                </a:lnTo>
                <a:lnTo>
                  <a:pt x="12" y="349"/>
                </a:lnTo>
                <a:lnTo>
                  <a:pt x="11" y="349"/>
                </a:lnTo>
                <a:lnTo>
                  <a:pt x="9" y="349"/>
                </a:lnTo>
                <a:lnTo>
                  <a:pt x="8" y="349"/>
                </a:lnTo>
                <a:lnTo>
                  <a:pt x="7" y="349"/>
                </a:lnTo>
                <a:lnTo>
                  <a:pt x="7" y="348"/>
                </a:lnTo>
                <a:lnTo>
                  <a:pt x="6" y="348"/>
                </a:lnTo>
                <a:lnTo>
                  <a:pt x="5" y="348"/>
                </a:lnTo>
                <a:lnTo>
                  <a:pt x="5" y="347"/>
                </a:lnTo>
                <a:lnTo>
                  <a:pt x="4" y="347"/>
                </a:lnTo>
                <a:lnTo>
                  <a:pt x="4" y="346"/>
                </a:lnTo>
                <a:lnTo>
                  <a:pt x="3" y="345"/>
                </a:lnTo>
                <a:lnTo>
                  <a:pt x="2" y="345"/>
                </a:lnTo>
                <a:lnTo>
                  <a:pt x="2" y="344"/>
                </a:lnTo>
                <a:lnTo>
                  <a:pt x="2" y="343"/>
                </a:lnTo>
                <a:lnTo>
                  <a:pt x="3" y="343"/>
                </a:lnTo>
                <a:lnTo>
                  <a:pt x="4" y="343"/>
                </a:lnTo>
                <a:lnTo>
                  <a:pt x="4" y="344"/>
                </a:lnTo>
                <a:lnTo>
                  <a:pt x="5" y="344"/>
                </a:lnTo>
                <a:lnTo>
                  <a:pt x="6" y="344"/>
                </a:lnTo>
                <a:lnTo>
                  <a:pt x="6" y="345"/>
                </a:lnTo>
                <a:lnTo>
                  <a:pt x="7" y="344"/>
                </a:lnTo>
                <a:lnTo>
                  <a:pt x="6" y="343"/>
                </a:lnTo>
                <a:lnTo>
                  <a:pt x="6" y="342"/>
                </a:lnTo>
                <a:lnTo>
                  <a:pt x="5" y="342"/>
                </a:lnTo>
                <a:lnTo>
                  <a:pt x="5" y="341"/>
                </a:lnTo>
                <a:lnTo>
                  <a:pt x="4" y="341"/>
                </a:lnTo>
                <a:lnTo>
                  <a:pt x="3" y="341"/>
                </a:lnTo>
                <a:lnTo>
                  <a:pt x="3" y="340"/>
                </a:lnTo>
                <a:lnTo>
                  <a:pt x="3" y="339"/>
                </a:lnTo>
                <a:lnTo>
                  <a:pt x="2" y="338"/>
                </a:lnTo>
                <a:lnTo>
                  <a:pt x="3" y="338"/>
                </a:lnTo>
                <a:lnTo>
                  <a:pt x="4" y="338"/>
                </a:lnTo>
                <a:lnTo>
                  <a:pt x="4" y="337"/>
                </a:lnTo>
                <a:lnTo>
                  <a:pt x="5" y="337"/>
                </a:lnTo>
                <a:lnTo>
                  <a:pt x="5" y="336"/>
                </a:lnTo>
                <a:lnTo>
                  <a:pt x="6" y="336"/>
                </a:lnTo>
                <a:lnTo>
                  <a:pt x="7" y="336"/>
                </a:lnTo>
                <a:lnTo>
                  <a:pt x="7" y="335"/>
                </a:lnTo>
                <a:lnTo>
                  <a:pt x="7" y="334"/>
                </a:lnTo>
                <a:lnTo>
                  <a:pt x="6" y="334"/>
                </a:lnTo>
                <a:lnTo>
                  <a:pt x="6" y="333"/>
                </a:lnTo>
                <a:lnTo>
                  <a:pt x="6" y="332"/>
                </a:lnTo>
                <a:lnTo>
                  <a:pt x="5" y="332"/>
                </a:lnTo>
                <a:lnTo>
                  <a:pt x="5" y="331"/>
                </a:lnTo>
                <a:lnTo>
                  <a:pt x="4" y="331"/>
                </a:lnTo>
                <a:lnTo>
                  <a:pt x="3" y="331"/>
                </a:lnTo>
                <a:lnTo>
                  <a:pt x="3" y="330"/>
                </a:lnTo>
                <a:lnTo>
                  <a:pt x="4" y="330"/>
                </a:lnTo>
                <a:lnTo>
                  <a:pt x="3" y="330"/>
                </a:lnTo>
                <a:lnTo>
                  <a:pt x="3" y="329"/>
                </a:lnTo>
                <a:lnTo>
                  <a:pt x="3" y="328"/>
                </a:lnTo>
                <a:lnTo>
                  <a:pt x="2" y="328"/>
                </a:lnTo>
                <a:lnTo>
                  <a:pt x="3" y="328"/>
                </a:lnTo>
                <a:lnTo>
                  <a:pt x="4" y="327"/>
                </a:lnTo>
                <a:lnTo>
                  <a:pt x="4" y="326"/>
                </a:lnTo>
                <a:lnTo>
                  <a:pt x="3" y="326"/>
                </a:lnTo>
                <a:lnTo>
                  <a:pt x="3" y="325"/>
                </a:lnTo>
                <a:lnTo>
                  <a:pt x="2" y="325"/>
                </a:lnTo>
                <a:lnTo>
                  <a:pt x="1" y="325"/>
                </a:lnTo>
                <a:lnTo>
                  <a:pt x="0" y="324"/>
                </a:lnTo>
                <a:lnTo>
                  <a:pt x="1" y="324"/>
                </a:lnTo>
                <a:lnTo>
                  <a:pt x="1" y="323"/>
                </a:lnTo>
                <a:lnTo>
                  <a:pt x="1" y="322"/>
                </a:lnTo>
                <a:lnTo>
                  <a:pt x="1" y="321"/>
                </a:lnTo>
                <a:lnTo>
                  <a:pt x="1" y="320"/>
                </a:lnTo>
                <a:lnTo>
                  <a:pt x="1" y="319"/>
                </a:lnTo>
                <a:lnTo>
                  <a:pt x="2" y="318"/>
                </a:lnTo>
                <a:lnTo>
                  <a:pt x="3" y="318"/>
                </a:lnTo>
                <a:lnTo>
                  <a:pt x="4" y="318"/>
                </a:lnTo>
                <a:lnTo>
                  <a:pt x="5" y="317"/>
                </a:lnTo>
                <a:lnTo>
                  <a:pt x="6" y="316"/>
                </a:lnTo>
                <a:lnTo>
                  <a:pt x="6" y="317"/>
                </a:lnTo>
                <a:lnTo>
                  <a:pt x="7" y="317"/>
                </a:lnTo>
                <a:lnTo>
                  <a:pt x="7" y="316"/>
                </a:lnTo>
                <a:lnTo>
                  <a:pt x="8" y="316"/>
                </a:lnTo>
                <a:lnTo>
                  <a:pt x="8" y="314"/>
                </a:lnTo>
                <a:lnTo>
                  <a:pt x="9" y="314"/>
                </a:lnTo>
                <a:lnTo>
                  <a:pt x="10" y="313"/>
                </a:lnTo>
                <a:lnTo>
                  <a:pt x="9" y="312"/>
                </a:lnTo>
                <a:lnTo>
                  <a:pt x="9" y="311"/>
                </a:lnTo>
                <a:lnTo>
                  <a:pt x="10" y="310"/>
                </a:lnTo>
                <a:lnTo>
                  <a:pt x="10" y="311"/>
                </a:lnTo>
                <a:lnTo>
                  <a:pt x="11" y="311"/>
                </a:lnTo>
                <a:lnTo>
                  <a:pt x="12" y="311"/>
                </a:lnTo>
                <a:lnTo>
                  <a:pt x="12" y="310"/>
                </a:lnTo>
                <a:lnTo>
                  <a:pt x="13" y="310"/>
                </a:lnTo>
                <a:lnTo>
                  <a:pt x="13" y="311"/>
                </a:lnTo>
                <a:lnTo>
                  <a:pt x="13" y="310"/>
                </a:lnTo>
                <a:lnTo>
                  <a:pt x="14" y="310"/>
                </a:lnTo>
                <a:lnTo>
                  <a:pt x="14" y="309"/>
                </a:lnTo>
                <a:lnTo>
                  <a:pt x="15" y="308"/>
                </a:lnTo>
                <a:lnTo>
                  <a:pt x="15" y="307"/>
                </a:lnTo>
                <a:lnTo>
                  <a:pt x="14" y="307"/>
                </a:lnTo>
                <a:lnTo>
                  <a:pt x="14" y="306"/>
                </a:lnTo>
                <a:lnTo>
                  <a:pt x="14" y="305"/>
                </a:lnTo>
                <a:lnTo>
                  <a:pt x="13" y="305"/>
                </a:lnTo>
                <a:lnTo>
                  <a:pt x="14" y="305"/>
                </a:lnTo>
                <a:lnTo>
                  <a:pt x="14" y="304"/>
                </a:lnTo>
                <a:lnTo>
                  <a:pt x="14" y="303"/>
                </a:lnTo>
                <a:lnTo>
                  <a:pt x="13" y="302"/>
                </a:lnTo>
                <a:lnTo>
                  <a:pt x="14" y="301"/>
                </a:lnTo>
                <a:lnTo>
                  <a:pt x="14" y="300"/>
                </a:lnTo>
                <a:lnTo>
                  <a:pt x="15" y="300"/>
                </a:lnTo>
                <a:lnTo>
                  <a:pt x="14" y="299"/>
                </a:lnTo>
                <a:lnTo>
                  <a:pt x="14" y="298"/>
                </a:lnTo>
                <a:lnTo>
                  <a:pt x="15" y="298"/>
                </a:lnTo>
                <a:lnTo>
                  <a:pt x="16" y="297"/>
                </a:lnTo>
                <a:lnTo>
                  <a:pt x="16" y="296"/>
                </a:lnTo>
                <a:lnTo>
                  <a:pt x="16" y="295"/>
                </a:lnTo>
                <a:lnTo>
                  <a:pt x="15" y="295"/>
                </a:lnTo>
                <a:lnTo>
                  <a:pt x="15" y="294"/>
                </a:lnTo>
                <a:lnTo>
                  <a:pt x="15" y="293"/>
                </a:lnTo>
                <a:lnTo>
                  <a:pt x="15" y="292"/>
                </a:lnTo>
                <a:lnTo>
                  <a:pt x="16" y="292"/>
                </a:lnTo>
                <a:lnTo>
                  <a:pt x="15" y="292"/>
                </a:lnTo>
                <a:lnTo>
                  <a:pt x="14" y="292"/>
                </a:lnTo>
                <a:lnTo>
                  <a:pt x="15" y="291"/>
                </a:lnTo>
                <a:lnTo>
                  <a:pt x="14" y="290"/>
                </a:lnTo>
                <a:lnTo>
                  <a:pt x="15" y="290"/>
                </a:lnTo>
                <a:lnTo>
                  <a:pt x="15" y="289"/>
                </a:lnTo>
                <a:lnTo>
                  <a:pt x="15" y="288"/>
                </a:lnTo>
                <a:lnTo>
                  <a:pt x="16" y="288"/>
                </a:lnTo>
                <a:lnTo>
                  <a:pt x="17" y="288"/>
                </a:lnTo>
                <a:lnTo>
                  <a:pt x="17" y="285"/>
                </a:lnTo>
                <a:lnTo>
                  <a:pt x="17" y="284"/>
                </a:lnTo>
                <a:lnTo>
                  <a:pt x="18" y="284"/>
                </a:lnTo>
                <a:lnTo>
                  <a:pt x="18" y="285"/>
                </a:lnTo>
                <a:lnTo>
                  <a:pt x="19" y="285"/>
                </a:lnTo>
                <a:lnTo>
                  <a:pt x="19" y="284"/>
                </a:lnTo>
                <a:lnTo>
                  <a:pt x="19" y="283"/>
                </a:lnTo>
                <a:lnTo>
                  <a:pt x="20" y="283"/>
                </a:lnTo>
                <a:lnTo>
                  <a:pt x="19" y="283"/>
                </a:lnTo>
                <a:lnTo>
                  <a:pt x="19" y="282"/>
                </a:lnTo>
                <a:lnTo>
                  <a:pt x="19" y="281"/>
                </a:lnTo>
                <a:lnTo>
                  <a:pt x="19" y="280"/>
                </a:lnTo>
                <a:lnTo>
                  <a:pt x="19" y="279"/>
                </a:lnTo>
                <a:lnTo>
                  <a:pt x="18" y="279"/>
                </a:lnTo>
                <a:lnTo>
                  <a:pt x="18" y="278"/>
                </a:lnTo>
                <a:lnTo>
                  <a:pt x="18" y="277"/>
                </a:lnTo>
                <a:lnTo>
                  <a:pt x="18" y="276"/>
                </a:lnTo>
                <a:lnTo>
                  <a:pt x="19" y="276"/>
                </a:lnTo>
                <a:lnTo>
                  <a:pt x="19" y="275"/>
                </a:lnTo>
                <a:lnTo>
                  <a:pt x="20" y="275"/>
                </a:lnTo>
                <a:lnTo>
                  <a:pt x="20" y="274"/>
                </a:lnTo>
                <a:lnTo>
                  <a:pt x="20" y="273"/>
                </a:lnTo>
                <a:lnTo>
                  <a:pt x="19" y="273"/>
                </a:lnTo>
                <a:lnTo>
                  <a:pt x="20" y="272"/>
                </a:lnTo>
                <a:lnTo>
                  <a:pt x="19" y="272"/>
                </a:lnTo>
                <a:lnTo>
                  <a:pt x="20" y="272"/>
                </a:lnTo>
                <a:lnTo>
                  <a:pt x="20" y="271"/>
                </a:lnTo>
                <a:lnTo>
                  <a:pt x="19" y="271"/>
                </a:lnTo>
                <a:lnTo>
                  <a:pt x="19" y="270"/>
                </a:lnTo>
                <a:lnTo>
                  <a:pt x="19" y="269"/>
                </a:lnTo>
                <a:lnTo>
                  <a:pt x="20" y="269"/>
                </a:lnTo>
                <a:lnTo>
                  <a:pt x="20" y="270"/>
                </a:lnTo>
                <a:lnTo>
                  <a:pt x="20" y="269"/>
                </a:lnTo>
                <a:lnTo>
                  <a:pt x="20" y="268"/>
                </a:lnTo>
                <a:lnTo>
                  <a:pt x="21" y="269"/>
                </a:lnTo>
                <a:lnTo>
                  <a:pt x="22" y="269"/>
                </a:lnTo>
                <a:lnTo>
                  <a:pt x="23" y="269"/>
                </a:lnTo>
                <a:lnTo>
                  <a:pt x="24" y="268"/>
                </a:lnTo>
                <a:lnTo>
                  <a:pt x="24" y="267"/>
                </a:lnTo>
                <a:lnTo>
                  <a:pt x="24" y="266"/>
                </a:lnTo>
                <a:lnTo>
                  <a:pt x="25" y="265"/>
                </a:lnTo>
                <a:lnTo>
                  <a:pt x="24" y="265"/>
                </a:lnTo>
                <a:lnTo>
                  <a:pt x="25" y="264"/>
                </a:lnTo>
                <a:lnTo>
                  <a:pt x="25" y="263"/>
                </a:lnTo>
                <a:lnTo>
                  <a:pt x="26" y="262"/>
                </a:lnTo>
                <a:lnTo>
                  <a:pt x="26" y="263"/>
                </a:lnTo>
                <a:lnTo>
                  <a:pt x="27" y="263"/>
                </a:lnTo>
                <a:lnTo>
                  <a:pt x="27" y="262"/>
                </a:lnTo>
                <a:lnTo>
                  <a:pt x="28" y="262"/>
                </a:lnTo>
                <a:lnTo>
                  <a:pt x="29" y="262"/>
                </a:lnTo>
                <a:lnTo>
                  <a:pt x="29" y="263"/>
                </a:lnTo>
                <a:lnTo>
                  <a:pt x="29" y="264"/>
                </a:lnTo>
                <a:lnTo>
                  <a:pt x="30" y="264"/>
                </a:lnTo>
                <a:lnTo>
                  <a:pt x="30" y="263"/>
                </a:lnTo>
                <a:lnTo>
                  <a:pt x="30" y="261"/>
                </a:lnTo>
                <a:lnTo>
                  <a:pt x="30" y="260"/>
                </a:lnTo>
                <a:lnTo>
                  <a:pt x="29" y="259"/>
                </a:lnTo>
                <a:lnTo>
                  <a:pt x="28" y="259"/>
                </a:lnTo>
                <a:lnTo>
                  <a:pt x="28" y="258"/>
                </a:lnTo>
                <a:lnTo>
                  <a:pt x="28" y="257"/>
                </a:lnTo>
                <a:lnTo>
                  <a:pt x="27" y="257"/>
                </a:lnTo>
                <a:lnTo>
                  <a:pt x="27" y="256"/>
                </a:lnTo>
                <a:lnTo>
                  <a:pt x="26" y="256"/>
                </a:lnTo>
                <a:lnTo>
                  <a:pt x="26" y="255"/>
                </a:lnTo>
                <a:lnTo>
                  <a:pt x="26" y="254"/>
                </a:lnTo>
                <a:lnTo>
                  <a:pt x="26" y="253"/>
                </a:lnTo>
                <a:lnTo>
                  <a:pt x="26" y="252"/>
                </a:lnTo>
                <a:lnTo>
                  <a:pt x="27" y="252"/>
                </a:lnTo>
                <a:lnTo>
                  <a:pt x="27" y="251"/>
                </a:lnTo>
                <a:lnTo>
                  <a:pt x="28" y="251"/>
                </a:lnTo>
                <a:lnTo>
                  <a:pt x="28" y="250"/>
                </a:lnTo>
                <a:lnTo>
                  <a:pt x="29" y="250"/>
                </a:lnTo>
                <a:lnTo>
                  <a:pt x="29" y="251"/>
                </a:lnTo>
                <a:lnTo>
                  <a:pt x="29" y="250"/>
                </a:lnTo>
                <a:lnTo>
                  <a:pt x="30" y="250"/>
                </a:lnTo>
                <a:lnTo>
                  <a:pt x="30" y="249"/>
                </a:lnTo>
                <a:lnTo>
                  <a:pt x="31" y="248"/>
                </a:lnTo>
                <a:lnTo>
                  <a:pt x="32" y="248"/>
                </a:lnTo>
                <a:lnTo>
                  <a:pt x="33" y="248"/>
                </a:lnTo>
                <a:lnTo>
                  <a:pt x="34" y="247"/>
                </a:lnTo>
                <a:lnTo>
                  <a:pt x="34" y="248"/>
                </a:lnTo>
                <a:lnTo>
                  <a:pt x="35" y="248"/>
                </a:lnTo>
                <a:lnTo>
                  <a:pt x="36" y="248"/>
                </a:lnTo>
                <a:lnTo>
                  <a:pt x="37" y="248"/>
                </a:lnTo>
                <a:lnTo>
                  <a:pt x="37" y="247"/>
                </a:lnTo>
                <a:lnTo>
                  <a:pt x="38" y="247"/>
                </a:lnTo>
                <a:lnTo>
                  <a:pt x="39" y="247"/>
                </a:lnTo>
                <a:lnTo>
                  <a:pt x="40" y="246"/>
                </a:lnTo>
                <a:lnTo>
                  <a:pt x="41" y="246"/>
                </a:lnTo>
                <a:lnTo>
                  <a:pt x="41" y="245"/>
                </a:lnTo>
                <a:lnTo>
                  <a:pt x="42" y="244"/>
                </a:lnTo>
                <a:lnTo>
                  <a:pt x="43" y="244"/>
                </a:lnTo>
                <a:lnTo>
                  <a:pt x="43" y="243"/>
                </a:lnTo>
                <a:lnTo>
                  <a:pt x="43" y="242"/>
                </a:lnTo>
                <a:lnTo>
                  <a:pt x="44" y="242"/>
                </a:lnTo>
                <a:lnTo>
                  <a:pt x="44" y="243"/>
                </a:lnTo>
                <a:lnTo>
                  <a:pt x="44" y="242"/>
                </a:lnTo>
                <a:lnTo>
                  <a:pt x="45" y="242"/>
                </a:lnTo>
                <a:lnTo>
                  <a:pt x="46" y="242"/>
                </a:lnTo>
                <a:lnTo>
                  <a:pt x="47" y="242"/>
                </a:lnTo>
                <a:lnTo>
                  <a:pt x="47" y="241"/>
                </a:lnTo>
                <a:lnTo>
                  <a:pt x="47" y="240"/>
                </a:lnTo>
                <a:lnTo>
                  <a:pt x="46" y="239"/>
                </a:lnTo>
                <a:lnTo>
                  <a:pt x="46" y="238"/>
                </a:lnTo>
                <a:lnTo>
                  <a:pt x="47" y="238"/>
                </a:lnTo>
                <a:lnTo>
                  <a:pt x="48" y="237"/>
                </a:lnTo>
                <a:lnTo>
                  <a:pt x="48" y="236"/>
                </a:lnTo>
                <a:lnTo>
                  <a:pt x="48" y="235"/>
                </a:lnTo>
                <a:lnTo>
                  <a:pt x="49" y="235"/>
                </a:lnTo>
                <a:lnTo>
                  <a:pt x="49" y="234"/>
                </a:lnTo>
                <a:lnTo>
                  <a:pt x="50" y="234"/>
                </a:lnTo>
                <a:lnTo>
                  <a:pt x="50" y="235"/>
                </a:lnTo>
                <a:lnTo>
                  <a:pt x="50" y="234"/>
                </a:lnTo>
                <a:lnTo>
                  <a:pt x="50" y="233"/>
                </a:lnTo>
                <a:lnTo>
                  <a:pt x="51" y="233"/>
                </a:lnTo>
                <a:lnTo>
                  <a:pt x="50" y="233"/>
                </a:lnTo>
                <a:lnTo>
                  <a:pt x="51" y="233"/>
                </a:lnTo>
                <a:lnTo>
                  <a:pt x="52" y="232"/>
                </a:lnTo>
                <a:lnTo>
                  <a:pt x="52" y="231"/>
                </a:lnTo>
                <a:lnTo>
                  <a:pt x="52" y="230"/>
                </a:lnTo>
                <a:lnTo>
                  <a:pt x="53" y="230"/>
                </a:lnTo>
                <a:lnTo>
                  <a:pt x="53" y="231"/>
                </a:lnTo>
                <a:lnTo>
                  <a:pt x="53" y="230"/>
                </a:lnTo>
                <a:lnTo>
                  <a:pt x="54" y="230"/>
                </a:lnTo>
                <a:lnTo>
                  <a:pt x="55" y="229"/>
                </a:lnTo>
                <a:lnTo>
                  <a:pt x="56" y="229"/>
                </a:lnTo>
                <a:lnTo>
                  <a:pt x="56" y="228"/>
                </a:lnTo>
                <a:lnTo>
                  <a:pt x="57" y="228"/>
                </a:lnTo>
                <a:lnTo>
                  <a:pt x="57" y="227"/>
                </a:lnTo>
                <a:lnTo>
                  <a:pt x="58" y="227"/>
                </a:lnTo>
                <a:lnTo>
                  <a:pt x="58" y="226"/>
                </a:lnTo>
                <a:lnTo>
                  <a:pt x="58" y="224"/>
                </a:lnTo>
                <a:lnTo>
                  <a:pt x="57" y="224"/>
                </a:lnTo>
                <a:lnTo>
                  <a:pt x="57" y="223"/>
                </a:lnTo>
                <a:lnTo>
                  <a:pt x="57" y="222"/>
                </a:lnTo>
                <a:lnTo>
                  <a:pt x="57" y="221"/>
                </a:lnTo>
                <a:lnTo>
                  <a:pt x="57" y="220"/>
                </a:lnTo>
                <a:lnTo>
                  <a:pt x="56" y="220"/>
                </a:lnTo>
                <a:lnTo>
                  <a:pt x="55" y="221"/>
                </a:lnTo>
                <a:lnTo>
                  <a:pt x="54" y="221"/>
                </a:lnTo>
                <a:lnTo>
                  <a:pt x="54" y="222"/>
                </a:lnTo>
                <a:lnTo>
                  <a:pt x="53" y="222"/>
                </a:lnTo>
                <a:lnTo>
                  <a:pt x="52" y="222"/>
                </a:lnTo>
                <a:lnTo>
                  <a:pt x="52" y="221"/>
                </a:lnTo>
                <a:lnTo>
                  <a:pt x="51" y="221"/>
                </a:lnTo>
                <a:lnTo>
                  <a:pt x="52" y="221"/>
                </a:lnTo>
                <a:lnTo>
                  <a:pt x="51" y="222"/>
                </a:lnTo>
                <a:lnTo>
                  <a:pt x="51" y="221"/>
                </a:lnTo>
                <a:lnTo>
                  <a:pt x="50" y="221"/>
                </a:lnTo>
                <a:lnTo>
                  <a:pt x="49" y="221"/>
                </a:lnTo>
                <a:lnTo>
                  <a:pt x="49" y="220"/>
                </a:lnTo>
                <a:lnTo>
                  <a:pt x="50" y="220"/>
                </a:lnTo>
                <a:lnTo>
                  <a:pt x="50" y="219"/>
                </a:lnTo>
                <a:lnTo>
                  <a:pt x="50" y="218"/>
                </a:lnTo>
                <a:lnTo>
                  <a:pt x="49" y="218"/>
                </a:lnTo>
                <a:lnTo>
                  <a:pt x="50" y="217"/>
                </a:lnTo>
                <a:lnTo>
                  <a:pt x="49" y="217"/>
                </a:lnTo>
                <a:lnTo>
                  <a:pt x="48" y="217"/>
                </a:lnTo>
                <a:lnTo>
                  <a:pt x="49" y="217"/>
                </a:lnTo>
                <a:lnTo>
                  <a:pt x="49" y="216"/>
                </a:lnTo>
                <a:lnTo>
                  <a:pt x="49" y="215"/>
                </a:lnTo>
                <a:lnTo>
                  <a:pt x="49" y="214"/>
                </a:lnTo>
                <a:lnTo>
                  <a:pt x="49" y="213"/>
                </a:lnTo>
                <a:lnTo>
                  <a:pt x="50" y="213"/>
                </a:lnTo>
                <a:lnTo>
                  <a:pt x="50" y="212"/>
                </a:lnTo>
                <a:lnTo>
                  <a:pt x="49" y="212"/>
                </a:lnTo>
                <a:lnTo>
                  <a:pt x="49" y="211"/>
                </a:lnTo>
                <a:lnTo>
                  <a:pt x="50" y="211"/>
                </a:lnTo>
                <a:lnTo>
                  <a:pt x="50" y="210"/>
                </a:lnTo>
                <a:lnTo>
                  <a:pt x="51" y="210"/>
                </a:lnTo>
                <a:lnTo>
                  <a:pt x="52" y="210"/>
                </a:lnTo>
                <a:lnTo>
                  <a:pt x="52" y="209"/>
                </a:lnTo>
                <a:lnTo>
                  <a:pt x="52" y="208"/>
                </a:lnTo>
                <a:lnTo>
                  <a:pt x="51" y="208"/>
                </a:lnTo>
                <a:lnTo>
                  <a:pt x="52" y="207"/>
                </a:lnTo>
                <a:lnTo>
                  <a:pt x="53" y="207"/>
                </a:lnTo>
                <a:lnTo>
                  <a:pt x="54" y="206"/>
                </a:lnTo>
                <a:lnTo>
                  <a:pt x="53" y="206"/>
                </a:lnTo>
                <a:lnTo>
                  <a:pt x="54" y="205"/>
                </a:lnTo>
                <a:lnTo>
                  <a:pt x="55" y="204"/>
                </a:lnTo>
                <a:lnTo>
                  <a:pt x="55" y="203"/>
                </a:lnTo>
                <a:lnTo>
                  <a:pt x="56" y="202"/>
                </a:lnTo>
                <a:lnTo>
                  <a:pt x="56" y="203"/>
                </a:lnTo>
                <a:lnTo>
                  <a:pt x="57" y="203"/>
                </a:lnTo>
                <a:lnTo>
                  <a:pt x="57" y="202"/>
                </a:lnTo>
                <a:lnTo>
                  <a:pt x="56" y="202"/>
                </a:lnTo>
                <a:lnTo>
                  <a:pt x="57" y="202"/>
                </a:lnTo>
                <a:lnTo>
                  <a:pt x="58" y="202"/>
                </a:lnTo>
                <a:lnTo>
                  <a:pt x="58" y="201"/>
                </a:lnTo>
                <a:lnTo>
                  <a:pt x="59" y="201"/>
                </a:lnTo>
                <a:lnTo>
                  <a:pt x="59" y="200"/>
                </a:lnTo>
                <a:lnTo>
                  <a:pt x="59" y="201"/>
                </a:lnTo>
                <a:lnTo>
                  <a:pt x="59" y="200"/>
                </a:lnTo>
                <a:lnTo>
                  <a:pt x="58" y="200"/>
                </a:lnTo>
                <a:lnTo>
                  <a:pt x="59" y="200"/>
                </a:lnTo>
                <a:lnTo>
                  <a:pt x="59" y="199"/>
                </a:lnTo>
                <a:lnTo>
                  <a:pt x="59" y="198"/>
                </a:lnTo>
                <a:lnTo>
                  <a:pt x="60" y="198"/>
                </a:lnTo>
                <a:lnTo>
                  <a:pt x="60" y="197"/>
                </a:lnTo>
                <a:lnTo>
                  <a:pt x="61" y="196"/>
                </a:lnTo>
                <a:lnTo>
                  <a:pt x="62" y="196"/>
                </a:lnTo>
                <a:lnTo>
                  <a:pt x="62" y="197"/>
                </a:lnTo>
                <a:lnTo>
                  <a:pt x="63" y="197"/>
                </a:lnTo>
                <a:lnTo>
                  <a:pt x="64" y="197"/>
                </a:lnTo>
                <a:lnTo>
                  <a:pt x="64" y="198"/>
                </a:lnTo>
                <a:lnTo>
                  <a:pt x="64" y="199"/>
                </a:lnTo>
                <a:lnTo>
                  <a:pt x="64" y="200"/>
                </a:lnTo>
                <a:lnTo>
                  <a:pt x="64" y="201"/>
                </a:lnTo>
                <a:lnTo>
                  <a:pt x="65" y="200"/>
                </a:lnTo>
                <a:lnTo>
                  <a:pt x="66" y="200"/>
                </a:lnTo>
                <a:lnTo>
                  <a:pt x="66" y="201"/>
                </a:lnTo>
                <a:lnTo>
                  <a:pt x="67" y="201"/>
                </a:lnTo>
                <a:lnTo>
                  <a:pt x="67" y="200"/>
                </a:lnTo>
                <a:lnTo>
                  <a:pt x="68" y="200"/>
                </a:lnTo>
                <a:lnTo>
                  <a:pt x="68" y="199"/>
                </a:lnTo>
                <a:lnTo>
                  <a:pt x="69" y="199"/>
                </a:lnTo>
                <a:lnTo>
                  <a:pt x="69" y="198"/>
                </a:lnTo>
                <a:lnTo>
                  <a:pt x="69" y="197"/>
                </a:lnTo>
                <a:lnTo>
                  <a:pt x="68" y="196"/>
                </a:lnTo>
                <a:lnTo>
                  <a:pt x="68" y="195"/>
                </a:lnTo>
                <a:lnTo>
                  <a:pt x="69" y="195"/>
                </a:lnTo>
                <a:lnTo>
                  <a:pt x="69" y="194"/>
                </a:lnTo>
                <a:lnTo>
                  <a:pt x="70" y="193"/>
                </a:lnTo>
                <a:lnTo>
                  <a:pt x="71" y="192"/>
                </a:lnTo>
                <a:lnTo>
                  <a:pt x="71" y="191"/>
                </a:lnTo>
                <a:lnTo>
                  <a:pt x="71" y="190"/>
                </a:lnTo>
                <a:lnTo>
                  <a:pt x="72" y="190"/>
                </a:lnTo>
                <a:lnTo>
                  <a:pt x="73" y="190"/>
                </a:lnTo>
                <a:lnTo>
                  <a:pt x="72" y="190"/>
                </a:lnTo>
                <a:lnTo>
                  <a:pt x="71" y="190"/>
                </a:lnTo>
                <a:lnTo>
                  <a:pt x="71" y="189"/>
                </a:lnTo>
                <a:lnTo>
                  <a:pt x="72" y="189"/>
                </a:lnTo>
                <a:lnTo>
                  <a:pt x="71" y="189"/>
                </a:lnTo>
                <a:lnTo>
                  <a:pt x="70" y="189"/>
                </a:lnTo>
                <a:lnTo>
                  <a:pt x="69" y="189"/>
                </a:lnTo>
                <a:lnTo>
                  <a:pt x="68" y="188"/>
                </a:lnTo>
                <a:lnTo>
                  <a:pt x="68" y="189"/>
                </a:lnTo>
                <a:lnTo>
                  <a:pt x="68" y="188"/>
                </a:lnTo>
                <a:lnTo>
                  <a:pt x="67" y="187"/>
                </a:lnTo>
                <a:lnTo>
                  <a:pt x="68" y="187"/>
                </a:lnTo>
                <a:lnTo>
                  <a:pt x="68" y="186"/>
                </a:lnTo>
                <a:lnTo>
                  <a:pt x="67" y="186"/>
                </a:lnTo>
                <a:lnTo>
                  <a:pt x="67" y="185"/>
                </a:lnTo>
                <a:lnTo>
                  <a:pt x="66" y="185"/>
                </a:lnTo>
                <a:lnTo>
                  <a:pt x="66" y="184"/>
                </a:lnTo>
                <a:lnTo>
                  <a:pt x="66" y="183"/>
                </a:lnTo>
                <a:lnTo>
                  <a:pt x="65" y="183"/>
                </a:lnTo>
                <a:lnTo>
                  <a:pt x="65" y="182"/>
                </a:lnTo>
                <a:lnTo>
                  <a:pt x="64" y="182"/>
                </a:lnTo>
                <a:lnTo>
                  <a:pt x="63" y="182"/>
                </a:lnTo>
                <a:lnTo>
                  <a:pt x="63" y="181"/>
                </a:lnTo>
                <a:lnTo>
                  <a:pt x="62" y="181"/>
                </a:lnTo>
                <a:lnTo>
                  <a:pt x="62" y="180"/>
                </a:lnTo>
                <a:lnTo>
                  <a:pt x="63" y="180"/>
                </a:lnTo>
                <a:lnTo>
                  <a:pt x="63" y="179"/>
                </a:lnTo>
                <a:lnTo>
                  <a:pt x="64" y="178"/>
                </a:lnTo>
                <a:lnTo>
                  <a:pt x="65" y="176"/>
                </a:lnTo>
                <a:lnTo>
                  <a:pt x="65" y="175"/>
                </a:lnTo>
                <a:lnTo>
                  <a:pt x="65" y="174"/>
                </a:lnTo>
                <a:lnTo>
                  <a:pt x="65" y="173"/>
                </a:lnTo>
                <a:lnTo>
                  <a:pt x="64" y="172"/>
                </a:lnTo>
                <a:lnTo>
                  <a:pt x="63" y="172"/>
                </a:lnTo>
                <a:lnTo>
                  <a:pt x="64" y="171"/>
                </a:lnTo>
                <a:lnTo>
                  <a:pt x="63" y="170"/>
                </a:lnTo>
                <a:lnTo>
                  <a:pt x="62" y="170"/>
                </a:lnTo>
                <a:lnTo>
                  <a:pt x="62" y="169"/>
                </a:lnTo>
                <a:lnTo>
                  <a:pt x="61" y="169"/>
                </a:lnTo>
                <a:lnTo>
                  <a:pt x="60" y="168"/>
                </a:lnTo>
                <a:lnTo>
                  <a:pt x="60" y="167"/>
                </a:lnTo>
                <a:lnTo>
                  <a:pt x="60" y="166"/>
                </a:lnTo>
                <a:lnTo>
                  <a:pt x="60" y="165"/>
                </a:lnTo>
                <a:lnTo>
                  <a:pt x="61" y="164"/>
                </a:lnTo>
                <a:lnTo>
                  <a:pt x="61" y="163"/>
                </a:lnTo>
                <a:lnTo>
                  <a:pt x="62" y="163"/>
                </a:lnTo>
                <a:lnTo>
                  <a:pt x="62" y="162"/>
                </a:lnTo>
                <a:lnTo>
                  <a:pt x="63" y="162"/>
                </a:lnTo>
                <a:lnTo>
                  <a:pt x="64" y="161"/>
                </a:lnTo>
                <a:lnTo>
                  <a:pt x="65" y="161"/>
                </a:lnTo>
                <a:lnTo>
                  <a:pt x="65" y="160"/>
                </a:lnTo>
                <a:lnTo>
                  <a:pt x="64" y="159"/>
                </a:lnTo>
                <a:lnTo>
                  <a:pt x="64" y="158"/>
                </a:lnTo>
                <a:lnTo>
                  <a:pt x="64" y="157"/>
                </a:lnTo>
                <a:lnTo>
                  <a:pt x="63" y="157"/>
                </a:lnTo>
                <a:lnTo>
                  <a:pt x="63" y="156"/>
                </a:lnTo>
                <a:lnTo>
                  <a:pt x="63" y="155"/>
                </a:lnTo>
                <a:lnTo>
                  <a:pt x="63" y="154"/>
                </a:lnTo>
                <a:lnTo>
                  <a:pt x="63" y="153"/>
                </a:lnTo>
                <a:lnTo>
                  <a:pt x="63" y="152"/>
                </a:lnTo>
                <a:lnTo>
                  <a:pt x="64" y="152"/>
                </a:lnTo>
                <a:lnTo>
                  <a:pt x="64" y="151"/>
                </a:lnTo>
                <a:lnTo>
                  <a:pt x="65" y="150"/>
                </a:lnTo>
                <a:lnTo>
                  <a:pt x="65" y="149"/>
                </a:lnTo>
                <a:lnTo>
                  <a:pt x="66" y="149"/>
                </a:lnTo>
                <a:lnTo>
                  <a:pt x="66" y="150"/>
                </a:lnTo>
                <a:lnTo>
                  <a:pt x="67" y="149"/>
                </a:lnTo>
                <a:lnTo>
                  <a:pt x="67" y="148"/>
                </a:lnTo>
                <a:lnTo>
                  <a:pt x="67" y="147"/>
                </a:lnTo>
                <a:lnTo>
                  <a:pt x="68" y="147"/>
                </a:lnTo>
                <a:lnTo>
                  <a:pt x="69" y="146"/>
                </a:lnTo>
                <a:lnTo>
                  <a:pt x="69" y="145"/>
                </a:lnTo>
                <a:lnTo>
                  <a:pt x="70" y="145"/>
                </a:lnTo>
                <a:lnTo>
                  <a:pt x="70" y="144"/>
                </a:lnTo>
                <a:lnTo>
                  <a:pt x="70" y="143"/>
                </a:lnTo>
                <a:lnTo>
                  <a:pt x="71" y="143"/>
                </a:lnTo>
                <a:lnTo>
                  <a:pt x="71" y="142"/>
                </a:lnTo>
                <a:lnTo>
                  <a:pt x="72" y="142"/>
                </a:lnTo>
                <a:lnTo>
                  <a:pt x="73" y="141"/>
                </a:lnTo>
                <a:lnTo>
                  <a:pt x="73" y="140"/>
                </a:lnTo>
                <a:lnTo>
                  <a:pt x="74" y="140"/>
                </a:lnTo>
                <a:lnTo>
                  <a:pt x="74" y="139"/>
                </a:lnTo>
                <a:lnTo>
                  <a:pt x="75" y="139"/>
                </a:lnTo>
                <a:lnTo>
                  <a:pt x="75" y="138"/>
                </a:lnTo>
                <a:lnTo>
                  <a:pt x="76" y="138"/>
                </a:lnTo>
                <a:lnTo>
                  <a:pt x="77" y="137"/>
                </a:lnTo>
                <a:lnTo>
                  <a:pt x="78" y="137"/>
                </a:lnTo>
                <a:lnTo>
                  <a:pt x="79" y="137"/>
                </a:lnTo>
                <a:lnTo>
                  <a:pt x="80" y="136"/>
                </a:lnTo>
                <a:lnTo>
                  <a:pt x="81" y="136"/>
                </a:lnTo>
                <a:lnTo>
                  <a:pt x="81" y="137"/>
                </a:lnTo>
                <a:lnTo>
                  <a:pt x="82" y="138"/>
                </a:lnTo>
                <a:lnTo>
                  <a:pt x="83" y="137"/>
                </a:lnTo>
                <a:lnTo>
                  <a:pt x="82" y="137"/>
                </a:lnTo>
                <a:lnTo>
                  <a:pt x="83" y="137"/>
                </a:lnTo>
                <a:lnTo>
                  <a:pt x="83" y="136"/>
                </a:lnTo>
                <a:lnTo>
                  <a:pt x="84" y="136"/>
                </a:lnTo>
                <a:lnTo>
                  <a:pt x="85" y="135"/>
                </a:lnTo>
                <a:lnTo>
                  <a:pt x="86" y="135"/>
                </a:lnTo>
                <a:lnTo>
                  <a:pt x="87" y="135"/>
                </a:lnTo>
                <a:lnTo>
                  <a:pt x="88" y="134"/>
                </a:lnTo>
                <a:lnTo>
                  <a:pt x="89" y="134"/>
                </a:lnTo>
                <a:lnTo>
                  <a:pt x="90" y="135"/>
                </a:lnTo>
                <a:lnTo>
                  <a:pt x="92" y="135"/>
                </a:lnTo>
                <a:lnTo>
                  <a:pt x="92" y="134"/>
                </a:lnTo>
                <a:lnTo>
                  <a:pt x="92" y="133"/>
                </a:lnTo>
                <a:lnTo>
                  <a:pt x="92" y="134"/>
                </a:lnTo>
                <a:lnTo>
                  <a:pt x="93" y="134"/>
                </a:lnTo>
                <a:lnTo>
                  <a:pt x="94" y="133"/>
                </a:lnTo>
                <a:lnTo>
                  <a:pt x="94" y="132"/>
                </a:lnTo>
                <a:lnTo>
                  <a:pt x="95" y="132"/>
                </a:lnTo>
                <a:lnTo>
                  <a:pt x="96" y="132"/>
                </a:lnTo>
                <a:lnTo>
                  <a:pt x="97" y="132"/>
                </a:lnTo>
                <a:lnTo>
                  <a:pt x="97" y="133"/>
                </a:lnTo>
                <a:lnTo>
                  <a:pt x="98" y="133"/>
                </a:lnTo>
                <a:lnTo>
                  <a:pt x="98" y="134"/>
                </a:lnTo>
                <a:lnTo>
                  <a:pt x="99" y="134"/>
                </a:lnTo>
                <a:lnTo>
                  <a:pt x="99" y="133"/>
                </a:lnTo>
                <a:lnTo>
                  <a:pt x="100" y="132"/>
                </a:lnTo>
                <a:lnTo>
                  <a:pt x="100" y="131"/>
                </a:lnTo>
                <a:lnTo>
                  <a:pt x="101" y="130"/>
                </a:lnTo>
                <a:lnTo>
                  <a:pt x="102" y="130"/>
                </a:lnTo>
                <a:lnTo>
                  <a:pt x="102" y="129"/>
                </a:lnTo>
                <a:lnTo>
                  <a:pt x="103" y="129"/>
                </a:lnTo>
                <a:lnTo>
                  <a:pt x="104" y="128"/>
                </a:lnTo>
                <a:lnTo>
                  <a:pt x="104" y="127"/>
                </a:lnTo>
                <a:lnTo>
                  <a:pt x="105" y="127"/>
                </a:lnTo>
                <a:lnTo>
                  <a:pt x="106" y="127"/>
                </a:lnTo>
                <a:lnTo>
                  <a:pt x="107" y="127"/>
                </a:lnTo>
                <a:lnTo>
                  <a:pt x="107" y="126"/>
                </a:lnTo>
                <a:lnTo>
                  <a:pt x="108" y="126"/>
                </a:lnTo>
                <a:lnTo>
                  <a:pt x="109" y="125"/>
                </a:lnTo>
                <a:lnTo>
                  <a:pt x="108" y="125"/>
                </a:lnTo>
                <a:lnTo>
                  <a:pt x="108" y="124"/>
                </a:lnTo>
                <a:lnTo>
                  <a:pt x="108" y="123"/>
                </a:lnTo>
                <a:lnTo>
                  <a:pt x="108" y="122"/>
                </a:lnTo>
                <a:lnTo>
                  <a:pt x="108" y="121"/>
                </a:lnTo>
                <a:lnTo>
                  <a:pt x="108" y="120"/>
                </a:lnTo>
                <a:lnTo>
                  <a:pt x="109" y="119"/>
                </a:lnTo>
                <a:lnTo>
                  <a:pt x="110" y="118"/>
                </a:lnTo>
                <a:lnTo>
                  <a:pt x="111" y="117"/>
                </a:lnTo>
                <a:lnTo>
                  <a:pt x="112" y="117"/>
                </a:lnTo>
                <a:lnTo>
                  <a:pt x="112" y="116"/>
                </a:lnTo>
                <a:lnTo>
                  <a:pt x="112" y="115"/>
                </a:lnTo>
                <a:lnTo>
                  <a:pt x="113" y="115"/>
                </a:lnTo>
                <a:lnTo>
                  <a:pt x="113" y="114"/>
                </a:lnTo>
                <a:lnTo>
                  <a:pt x="113" y="115"/>
                </a:lnTo>
                <a:lnTo>
                  <a:pt x="114" y="115"/>
                </a:lnTo>
                <a:lnTo>
                  <a:pt x="115" y="114"/>
                </a:lnTo>
                <a:lnTo>
                  <a:pt x="115" y="113"/>
                </a:lnTo>
                <a:lnTo>
                  <a:pt x="116" y="113"/>
                </a:lnTo>
                <a:lnTo>
                  <a:pt x="116" y="112"/>
                </a:lnTo>
                <a:lnTo>
                  <a:pt x="117" y="112"/>
                </a:lnTo>
                <a:lnTo>
                  <a:pt x="117" y="111"/>
                </a:lnTo>
                <a:lnTo>
                  <a:pt x="117" y="110"/>
                </a:lnTo>
                <a:lnTo>
                  <a:pt x="118" y="110"/>
                </a:lnTo>
                <a:lnTo>
                  <a:pt x="118" y="109"/>
                </a:lnTo>
                <a:lnTo>
                  <a:pt x="119" y="109"/>
                </a:lnTo>
                <a:lnTo>
                  <a:pt x="119" y="108"/>
                </a:lnTo>
                <a:lnTo>
                  <a:pt x="119" y="107"/>
                </a:lnTo>
                <a:lnTo>
                  <a:pt x="120" y="106"/>
                </a:lnTo>
                <a:lnTo>
                  <a:pt x="119" y="106"/>
                </a:lnTo>
                <a:lnTo>
                  <a:pt x="118" y="106"/>
                </a:lnTo>
                <a:lnTo>
                  <a:pt x="118" y="105"/>
                </a:lnTo>
                <a:lnTo>
                  <a:pt x="117" y="105"/>
                </a:lnTo>
                <a:lnTo>
                  <a:pt x="116" y="105"/>
                </a:lnTo>
                <a:lnTo>
                  <a:pt x="116" y="104"/>
                </a:lnTo>
                <a:lnTo>
                  <a:pt x="117" y="104"/>
                </a:lnTo>
                <a:lnTo>
                  <a:pt x="117" y="103"/>
                </a:lnTo>
                <a:lnTo>
                  <a:pt x="116" y="103"/>
                </a:lnTo>
                <a:lnTo>
                  <a:pt x="115" y="103"/>
                </a:lnTo>
                <a:lnTo>
                  <a:pt x="115" y="102"/>
                </a:lnTo>
                <a:lnTo>
                  <a:pt x="114" y="102"/>
                </a:lnTo>
                <a:lnTo>
                  <a:pt x="113" y="102"/>
                </a:lnTo>
                <a:lnTo>
                  <a:pt x="113" y="101"/>
                </a:lnTo>
                <a:lnTo>
                  <a:pt x="113" y="99"/>
                </a:lnTo>
                <a:lnTo>
                  <a:pt x="113" y="98"/>
                </a:lnTo>
                <a:lnTo>
                  <a:pt x="113" y="97"/>
                </a:lnTo>
                <a:lnTo>
                  <a:pt x="114" y="96"/>
                </a:lnTo>
                <a:lnTo>
                  <a:pt x="113" y="96"/>
                </a:lnTo>
                <a:lnTo>
                  <a:pt x="114" y="95"/>
                </a:lnTo>
                <a:lnTo>
                  <a:pt x="115" y="95"/>
                </a:lnTo>
                <a:lnTo>
                  <a:pt x="115" y="94"/>
                </a:lnTo>
                <a:lnTo>
                  <a:pt x="116" y="94"/>
                </a:lnTo>
                <a:lnTo>
                  <a:pt x="116" y="93"/>
                </a:lnTo>
                <a:lnTo>
                  <a:pt x="116" y="92"/>
                </a:lnTo>
                <a:lnTo>
                  <a:pt x="115" y="92"/>
                </a:lnTo>
                <a:lnTo>
                  <a:pt x="115" y="91"/>
                </a:lnTo>
                <a:lnTo>
                  <a:pt x="115" y="90"/>
                </a:lnTo>
                <a:lnTo>
                  <a:pt x="114" y="89"/>
                </a:lnTo>
                <a:lnTo>
                  <a:pt x="114" y="88"/>
                </a:lnTo>
                <a:lnTo>
                  <a:pt x="114" y="87"/>
                </a:lnTo>
                <a:lnTo>
                  <a:pt x="113" y="87"/>
                </a:lnTo>
                <a:lnTo>
                  <a:pt x="113" y="86"/>
                </a:lnTo>
                <a:lnTo>
                  <a:pt x="114" y="85"/>
                </a:lnTo>
                <a:lnTo>
                  <a:pt x="114" y="84"/>
                </a:lnTo>
                <a:lnTo>
                  <a:pt x="113" y="84"/>
                </a:lnTo>
                <a:lnTo>
                  <a:pt x="113" y="83"/>
                </a:lnTo>
                <a:lnTo>
                  <a:pt x="113" y="82"/>
                </a:lnTo>
                <a:lnTo>
                  <a:pt x="113" y="81"/>
                </a:lnTo>
                <a:lnTo>
                  <a:pt x="113" y="80"/>
                </a:lnTo>
                <a:lnTo>
                  <a:pt x="112" y="80"/>
                </a:lnTo>
                <a:lnTo>
                  <a:pt x="112" y="79"/>
                </a:lnTo>
                <a:lnTo>
                  <a:pt x="111" y="78"/>
                </a:lnTo>
                <a:lnTo>
                  <a:pt x="111" y="79"/>
                </a:lnTo>
                <a:lnTo>
                  <a:pt x="110" y="79"/>
                </a:lnTo>
                <a:lnTo>
                  <a:pt x="110" y="80"/>
                </a:lnTo>
                <a:lnTo>
                  <a:pt x="109" y="80"/>
                </a:lnTo>
                <a:lnTo>
                  <a:pt x="108" y="79"/>
                </a:lnTo>
                <a:lnTo>
                  <a:pt x="108" y="80"/>
                </a:lnTo>
                <a:lnTo>
                  <a:pt x="107" y="79"/>
                </a:lnTo>
                <a:lnTo>
                  <a:pt x="106" y="79"/>
                </a:lnTo>
                <a:lnTo>
                  <a:pt x="106" y="78"/>
                </a:lnTo>
                <a:lnTo>
                  <a:pt x="105" y="78"/>
                </a:lnTo>
                <a:lnTo>
                  <a:pt x="106" y="78"/>
                </a:lnTo>
                <a:lnTo>
                  <a:pt x="106" y="77"/>
                </a:lnTo>
                <a:lnTo>
                  <a:pt x="106" y="76"/>
                </a:lnTo>
                <a:lnTo>
                  <a:pt x="106" y="75"/>
                </a:lnTo>
                <a:lnTo>
                  <a:pt x="106" y="74"/>
                </a:lnTo>
                <a:lnTo>
                  <a:pt x="105" y="74"/>
                </a:lnTo>
                <a:lnTo>
                  <a:pt x="105" y="73"/>
                </a:lnTo>
                <a:lnTo>
                  <a:pt x="106" y="73"/>
                </a:lnTo>
                <a:lnTo>
                  <a:pt x="105" y="73"/>
                </a:lnTo>
                <a:lnTo>
                  <a:pt x="104" y="72"/>
                </a:lnTo>
                <a:lnTo>
                  <a:pt x="105" y="71"/>
                </a:lnTo>
                <a:lnTo>
                  <a:pt x="106" y="71"/>
                </a:lnTo>
                <a:lnTo>
                  <a:pt x="106" y="70"/>
                </a:lnTo>
                <a:lnTo>
                  <a:pt x="106" y="69"/>
                </a:lnTo>
                <a:lnTo>
                  <a:pt x="107" y="68"/>
                </a:lnTo>
                <a:lnTo>
                  <a:pt x="108" y="67"/>
                </a:lnTo>
                <a:lnTo>
                  <a:pt x="109" y="67"/>
                </a:lnTo>
                <a:lnTo>
                  <a:pt x="110" y="68"/>
                </a:lnTo>
                <a:lnTo>
                  <a:pt x="110" y="69"/>
                </a:lnTo>
                <a:lnTo>
                  <a:pt x="111" y="69"/>
                </a:lnTo>
                <a:lnTo>
                  <a:pt x="111" y="70"/>
                </a:lnTo>
                <a:lnTo>
                  <a:pt x="111" y="71"/>
                </a:lnTo>
                <a:lnTo>
                  <a:pt x="112" y="71"/>
                </a:lnTo>
                <a:lnTo>
                  <a:pt x="112" y="72"/>
                </a:lnTo>
                <a:lnTo>
                  <a:pt x="113" y="72"/>
                </a:lnTo>
                <a:lnTo>
                  <a:pt x="114" y="71"/>
                </a:lnTo>
                <a:lnTo>
                  <a:pt x="113" y="71"/>
                </a:lnTo>
                <a:lnTo>
                  <a:pt x="113" y="70"/>
                </a:lnTo>
                <a:lnTo>
                  <a:pt x="114" y="70"/>
                </a:lnTo>
                <a:lnTo>
                  <a:pt x="114" y="69"/>
                </a:lnTo>
                <a:lnTo>
                  <a:pt x="113" y="69"/>
                </a:lnTo>
                <a:lnTo>
                  <a:pt x="113" y="68"/>
                </a:lnTo>
                <a:lnTo>
                  <a:pt x="113" y="67"/>
                </a:lnTo>
                <a:lnTo>
                  <a:pt x="113" y="66"/>
                </a:lnTo>
                <a:lnTo>
                  <a:pt x="114" y="66"/>
                </a:lnTo>
                <a:lnTo>
                  <a:pt x="114" y="65"/>
                </a:lnTo>
                <a:lnTo>
                  <a:pt x="115" y="65"/>
                </a:lnTo>
                <a:lnTo>
                  <a:pt x="116" y="65"/>
                </a:lnTo>
                <a:lnTo>
                  <a:pt x="116" y="66"/>
                </a:lnTo>
                <a:lnTo>
                  <a:pt x="116" y="65"/>
                </a:lnTo>
                <a:lnTo>
                  <a:pt x="117" y="65"/>
                </a:lnTo>
                <a:lnTo>
                  <a:pt x="117" y="66"/>
                </a:lnTo>
                <a:lnTo>
                  <a:pt x="118" y="66"/>
                </a:lnTo>
                <a:lnTo>
                  <a:pt x="119" y="66"/>
                </a:lnTo>
                <a:lnTo>
                  <a:pt x="120" y="66"/>
                </a:lnTo>
                <a:lnTo>
                  <a:pt x="121" y="66"/>
                </a:lnTo>
                <a:lnTo>
                  <a:pt x="122" y="66"/>
                </a:lnTo>
                <a:lnTo>
                  <a:pt x="122" y="65"/>
                </a:lnTo>
                <a:lnTo>
                  <a:pt x="123" y="65"/>
                </a:lnTo>
                <a:lnTo>
                  <a:pt x="123" y="64"/>
                </a:lnTo>
                <a:lnTo>
                  <a:pt x="122" y="64"/>
                </a:lnTo>
                <a:lnTo>
                  <a:pt x="122" y="63"/>
                </a:lnTo>
                <a:lnTo>
                  <a:pt x="123" y="62"/>
                </a:lnTo>
                <a:lnTo>
                  <a:pt x="123" y="63"/>
                </a:lnTo>
                <a:lnTo>
                  <a:pt x="124" y="62"/>
                </a:lnTo>
                <a:lnTo>
                  <a:pt x="125" y="62"/>
                </a:lnTo>
                <a:lnTo>
                  <a:pt x="126" y="62"/>
                </a:lnTo>
                <a:lnTo>
                  <a:pt x="127" y="61"/>
                </a:lnTo>
                <a:lnTo>
                  <a:pt x="127" y="62"/>
                </a:lnTo>
                <a:lnTo>
                  <a:pt x="128" y="61"/>
                </a:lnTo>
                <a:lnTo>
                  <a:pt x="128" y="60"/>
                </a:lnTo>
                <a:lnTo>
                  <a:pt x="129" y="59"/>
                </a:lnTo>
                <a:lnTo>
                  <a:pt x="129" y="58"/>
                </a:lnTo>
                <a:lnTo>
                  <a:pt x="129" y="57"/>
                </a:lnTo>
                <a:lnTo>
                  <a:pt x="129" y="58"/>
                </a:lnTo>
                <a:lnTo>
                  <a:pt x="131" y="58"/>
                </a:lnTo>
                <a:lnTo>
                  <a:pt x="132" y="58"/>
                </a:lnTo>
                <a:lnTo>
                  <a:pt x="132" y="57"/>
                </a:lnTo>
                <a:lnTo>
                  <a:pt x="133" y="56"/>
                </a:lnTo>
                <a:lnTo>
                  <a:pt x="132" y="56"/>
                </a:lnTo>
                <a:lnTo>
                  <a:pt x="132" y="55"/>
                </a:lnTo>
                <a:lnTo>
                  <a:pt x="132" y="54"/>
                </a:lnTo>
                <a:lnTo>
                  <a:pt x="132" y="53"/>
                </a:lnTo>
                <a:lnTo>
                  <a:pt x="132" y="52"/>
                </a:lnTo>
                <a:lnTo>
                  <a:pt x="132" y="51"/>
                </a:lnTo>
                <a:lnTo>
                  <a:pt x="132" y="50"/>
                </a:lnTo>
                <a:lnTo>
                  <a:pt x="131" y="49"/>
                </a:lnTo>
                <a:lnTo>
                  <a:pt x="131" y="50"/>
                </a:lnTo>
                <a:lnTo>
                  <a:pt x="129" y="49"/>
                </a:lnTo>
                <a:lnTo>
                  <a:pt x="129" y="48"/>
                </a:lnTo>
                <a:lnTo>
                  <a:pt x="129" y="47"/>
                </a:lnTo>
                <a:lnTo>
                  <a:pt x="131" y="47"/>
                </a:lnTo>
                <a:lnTo>
                  <a:pt x="132" y="47"/>
                </a:lnTo>
                <a:lnTo>
                  <a:pt x="133" y="46"/>
                </a:lnTo>
                <a:lnTo>
                  <a:pt x="133" y="45"/>
                </a:lnTo>
                <a:lnTo>
                  <a:pt x="134" y="44"/>
                </a:lnTo>
                <a:lnTo>
                  <a:pt x="135" y="45"/>
                </a:lnTo>
                <a:lnTo>
                  <a:pt x="135" y="46"/>
                </a:lnTo>
                <a:lnTo>
                  <a:pt x="135" y="47"/>
                </a:lnTo>
                <a:lnTo>
                  <a:pt x="135" y="48"/>
                </a:lnTo>
                <a:lnTo>
                  <a:pt x="136" y="48"/>
                </a:lnTo>
                <a:lnTo>
                  <a:pt x="137" y="48"/>
                </a:lnTo>
                <a:lnTo>
                  <a:pt x="137" y="47"/>
                </a:lnTo>
                <a:lnTo>
                  <a:pt x="138" y="46"/>
                </a:lnTo>
                <a:lnTo>
                  <a:pt x="138" y="45"/>
                </a:lnTo>
                <a:lnTo>
                  <a:pt x="139" y="45"/>
                </a:lnTo>
                <a:lnTo>
                  <a:pt x="140" y="45"/>
                </a:lnTo>
                <a:lnTo>
                  <a:pt x="141" y="44"/>
                </a:lnTo>
                <a:lnTo>
                  <a:pt x="142" y="44"/>
                </a:lnTo>
                <a:lnTo>
                  <a:pt x="143" y="43"/>
                </a:lnTo>
                <a:lnTo>
                  <a:pt x="144" y="43"/>
                </a:lnTo>
                <a:lnTo>
                  <a:pt x="144" y="42"/>
                </a:lnTo>
                <a:lnTo>
                  <a:pt x="145" y="41"/>
                </a:lnTo>
                <a:lnTo>
                  <a:pt x="145" y="40"/>
                </a:lnTo>
                <a:lnTo>
                  <a:pt x="146" y="40"/>
                </a:lnTo>
                <a:lnTo>
                  <a:pt x="146" y="39"/>
                </a:lnTo>
                <a:lnTo>
                  <a:pt x="147" y="39"/>
                </a:lnTo>
                <a:lnTo>
                  <a:pt x="147" y="40"/>
                </a:lnTo>
                <a:lnTo>
                  <a:pt x="148" y="41"/>
                </a:lnTo>
                <a:lnTo>
                  <a:pt x="148" y="40"/>
                </a:lnTo>
                <a:lnTo>
                  <a:pt x="150" y="39"/>
                </a:lnTo>
                <a:lnTo>
                  <a:pt x="150" y="38"/>
                </a:lnTo>
                <a:lnTo>
                  <a:pt x="151" y="38"/>
                </a:lnTo>
                <a:lnTo>
                  <a:pt x="151" y="37"/>
                </a:lnTo>
                <a:lnTo>
                  <a:pt x="151" y="36"/>
                </a:lnTo>
                <a:lnTo>
                  <a:pt x="152" y="36"/>
                </a:lnTo>
                <a:lnTo>
                  <a:pt x="152" y="35"/>
                </a:lnTo>
                <a:lnTo>
                  <a:pt x="153" y="35"/>
                </a:lnTo>
                <a:lnTo>
                  <a:pt x="153" y="36"/>
                </a:lnTo>
                <a:lnTo>
                  <a:pt x="153" y="37"/>
                </a:lnTo>
                <a:lnTo>
                  <a:pt x="153" y="36"/>
                </a:lnTo>
                <a:lnTo>
                  <a:pt x="154" y="36"/>
                </a:lnTo>
                <a:lnTo>
                  <a:pt x="154" y="37"/>
                </a:lnTo>
                <a:lnTo>
                  <a:pt x="155" y="37"/>
                </a:lnTo>
                <a:lnTo>
                  <a:pt x="155" y="36"/>
                </a:lnTo>
                <a:lnTo>
                  <a:pt x="155" y="37"/>
                </a:lnTo>
                <a:lnTo>
                  <a:pt x="156" y="38"/>
                </a:lnTo>
                <a:lnTo>
                  <a:pt x="156" y="39"/>
                </a:lnTo>
                <a:lnTo>
                  <a:pt x="155" y="39"/>
                </a:lnTo>
                <a:lnTo>
                  <a:pt x="156" y="40"/>
                </a:lnTo>
                <a:lnTo>
                  <a:pt x="157" y="39"/>
                </a:lnTo>
                <a:lnTo>
                  <a:pt x="158" y="39"/>
                </a:lnTo>
                <a:lnTo>
                  <a:pt x="158" y="40"/>
                </a:lnTo>
                <a:lnTo>
                  <a:pt x="158" y="41"/>
                </a:lnTo>
                <a:lnTo>
                  <a:pt x="158" y="42"/>
                </a:lnTo>
                <a:lnTo>
                  <a:pt x="158" y="43"/>
                </a:lnTo>
                <a:lnTo>
                  <a:pt x="159" y="44"/>
                </a:lnTo>
                <a:lnTo>
                  <a:pt x="159" y="45"/>
                </a:lnTo>
                <a:lnTo>
                  <a:pt x="159" y="46"/>
                </a:lnTo>
                <a:lnTo>
                  <a:pt x="159" y="47"/>
                </a:lnTo>
                <a:lnTo>
                  <a:pt x="160" y="47"/>
                </a:lnTo>
                <a:lnTo>
                  <a:pt x="161" y="47"/>
                </a:lnTo>
                <a:lnTo>
                  <a:pt x="161" y="48"/>
                </a:lnTo>
                <a:lnTo>
                  <a:pt x="162" y="48"/>
                </a:lnTo>
                <a:lnTo>
                  <a:pt x="163" y="48"/>
                </a:lnTo>
                <a:lnTo>
                  <a:pt x="164" y="49"/>
                </a:lnTo>
                <a:lnTo>
                  <a:pt x="165" y="49"/>
                </a:lnTo>
                <a:lnTo>
                  <a:pt x="165" y="50"/>
                </a:lnTo>
                <a:lnTo>
                  <a:pt x="166" y="51"/>
                </a:lnTo>
                <a:lnTo>
                  <a:pt x="166" y="52"/>
                </a:lnTo>
                <a:lnTo>
                  <a:pt x="166" y="51"/>
                </a:lnTo>
                <a:lnTo>
                  <a:pt x="167" y="51"/>
                </a:lnTo>
                <a:lnTo>
                  <a:pt x="168" y="51"/>
                </a:lnTo>
                <a:lnTo>
                  <a:pt x="169" y="51"/>
                </a:lnTo>
                <a:lnTo>
                  <a:pt x="169" y="52"/>
                </a:lnTo>
                <a:lnTo>
                  <a:pt x="170" y="53"/>
                </a:lnTo>
                <a:lnTo>
                  <a:pt x="171" y="53"/>
                </a:lnTo>
                <a:lnTo>
                  <a:pt x="171" y="54"/>
                </a:lnTo>
                <a:lnTo>
                  <a:pt x="172" y="54"/>
                </a:lnTo>
                <a:lnTo>
                  <a:pt x="172" y="53"/>
                </a:lnTo>
                <a:lnTo>
                  <a:pt x="173" y="53"/>
                </a:lnTo>
                <a:lnTo>
                  <a:pt x="173" y="52"/>
                </a:lnTo>
                <a:lnTo>
                  <a:pt x="173" y="51"/>
                </a:lnTo>
                <a:lnTo>
                  <a:pt x="174" y="51"/>
                </a:lnTo>
                <a:lnTo>
                  <a:pt x="174" y="50"/>
                </a:lnTo>
                <a:lnTo>
                  <a:pt x="175" y="50"/>
                </a:lnTo>
                <a:lnTo>
                  <a:pt x="175" y="49"/>
                </a:lnTo>
                <a:lnTo>
                  <a:pt x="176" y="49"/>
                </a:lnTo>
                <a:lnTo>
                  <a:pt x="176" y="48"/>
                </a:lnTo>
                <a:lnTo>
                  <a:pt x="175" y="48"/>
                </a:lnTo>
                <a:lnTo>
                  <a:pt x="175" y="47"/>
                </a:lnTo>
                <a:lnTo>
                  <a:pt x="176" y="47"/>
                </a:lnTo>
                <a:lnTo>
                  <a:pt x="176" y="46"/>
                </a:lnTo>
                <a:lnTo>
                  <a:pt x="176" y="45"/>
                </a:lnTo>
                <a:lnTo>
                  <a:pt x="176" y="44"/>
                </a:lnTo>
                <a:lnTo>
                  <a:pt x="177" y="44"/>
                </a:lnTo>
                <a:lnTo>
                  <a:pt x="177" y="43"/>
                </a:lnTo>
                <a:lnTo>
                  <a:pt x="178" y="43"/>
                </a:lnTo>
                <a:lnTo>
                  <a:pt x="178" y="42"/>
                </a:lnTo>
                <a:lnTo>
                  <a:pt x="179" y="41"/>
                </a:lnTo>
                <a:lnTo>
                  <a:pt x="180" y="41"/>
                </a:lnTo>
                <a:lnTo>
                  <a:pt x="182" y="39"/>
                </a:lnTo>
                <a:lnTo>
                  <a:pt x="183" y="39"/>
                </a:lnTo>
                <a:lnTo>
                  <a:pt x="183" y="40"/>
                </a:lnTo>
                <a:lnTo>
                  <a:pt x="184" y="39"/>
                </a:lnTo>
                <a:lnTo>
                  <a:pt x="185" y="39"/>
                </a:lnTo>
                <a:lnTo>
                  <a:pt x="186" y="39"/>
                </a:lnTo>
                <a:lnTo>
                  <a:pt x="187" y="39"/>
                </a:lnTo>
                <a:lnTo>
                  <a:pt x="188" y="38"/>
                </a:lnTo>
                <a:lnTo>
                  <a:pt x="188" y="37"/>
                </a:lnTo>
                <a:lnTo>
                  <a:pt x="189" y="37"/>
                </a:lnTo>
                <a:lnTo>
                  <a:pt x="189" y="36"/>
                </a:lnTo>
                <a:lnTo>
                  <a:pt x="190" y="36"/>
                </a:lnTo>
                <a:lnTo>
                  <a:pt x="191" y="36"/>
                </a:lnTo>
                <a:lnTo>
                  <a:pt x="191" y="37"/>
                </a:lnTo>
                <a:lnTo>
                  <a:pt x="192" y="37"/>
                </a:lnTo>
                <a:lnTo>
                  <a:pt x="193" y="37"/>
                </a:lnTo>
                <a:lnTo>
                  <a:pt x="194" y="36"/>
                </a:lnTo>
                <a:lnTo>
                  <a:pt x="194" y="35"/>
                </a:lnTo>
                <a:lnTo>
                  <a:pt x="195" y="35"/>
                </a:lnTo>
                <a:lnTo>
                  <a:pt x="195" y="34"/>
                </a:lnTo>
                <a:lnTo>
                  <a:pt x="195" y="35"/>
                </a:lnTo>
                <a:lnTo>
                  <a:pt x="196" y="35"/>
                </a:lnTo>
                <a:lnTo>
                  <a:pt x="197" y="35"/>
                </a:lnTo>
                <a:lnTo>
                  <a:pt x="198" y="35"/>
                </a:lnTo>
                <a:lnTo>
                  <a:pt x="199" y="35"/>
                </a:lnTo>
                <a:lnTo>
                  <a:pt x="199" y="36"/>
                </a:lnTo>
                <a:lnTo>
                  <a:pt x="200" y="35"/>
                </a:lnTo>
                <a:lnTo>
                  <a:pt x="201" y="35"/>
                </a:lnTo>
                <a:lnTo>
                  <a:pt x="201" y="36"/>
                </a:lnTo>
                <a:lnTo>
                  <a:pt x="202" y="37"/>
                </a:lnTo>
                <a:lnTo>
                  <a:pt x="201" y="37"/>
                </a:lnTo>
                <a:lnTo>
                  <a:pt x="202" y="37"/>
                </a:lnTo>
                <a:lnTo>
                  <a:pt x="203" y="37"/>
                </a:lnTo>
                <a:lnTo>
                  <a:pt x="204" y="37"/>
                </a:lnTo>
                <a:lnTo>
                  <a:pt x="204" y="36"/>
                </a:lnTo>
                <a:lnTo>
                  <a:pt x="203" y="36"/>
                </a:lnTo>
                <a:lnTo>
                  <a:pt x="203" y="35"/>
                </a:lnTo>
                <a:lnTo>
                  <a:pt x="203" y="34"/>
                </a:lnTo>
                <a:lnTo>
                  <a:pt x="204" y="33"/>
                </a:lnTo>
                <a:lnTo>
                  <a:pt x="204" y="32"/>
                </a:lnTo>
                <a:lnTo>
                  <a:pt x="205" y="32"/>
                </a:lnTo>
                <a:lnTo>
                  <a:pt x="206" y="32"/>
                </a:lnTo>
                <a:lnTo>
                  <a:pt x="207" y="32"/>
                </a:lnTo>
                <a:lnTo>
                  <a:pt x="207" y="31"/>
                </a:lnTo>
                <a:lnTo>
                  <a:pt x="206" y="31"/>
                </a:lnTo>
                <a:lnTo>
                  <a:pt x="206" y="29"/>
                </a:lnTo>
                <a:lnTo>
                  <a:pt x="206" y="28"/>
                </a:lnTo>
                <a:lnTo>
                  <a:pt x="207" y="28"/>
                </a:lnTo>
                <a:lnTo>
                  <a:pt x="207" y="27"/>
                </a:lnTo>
                <a:lnTo>
                  <a:pt x="208" y="27"/>
                </a:lnTo>
                <a:lnTo>
                  <a:pt x="209" y="26"/>
                </a:lnTo>
                <a:lnTo>
                  <a:pt x="210" y="27"/>
                </a:lnTo>
                <a:lnTo>
                  <a:pt x="211" y="27"/>
                </a:lnTo>
                <a:lnTo>
                  <a:pt x="212" y="27"/>
                </a:lnTo>
                <a:lnTo>
                  <a:pt x="213" y="27"/>
                </a:lnTo>
                <a:lnTo>
                  <a:pt x="214" y="27"/>
                </a:lnTo>
                <a:lnTo>
                  <a:pt x="215" y="27"/>
                </a:lnTo>
                <a:lnTo>
                  <a:pt x="215" y="26"/>
                </a:lnTo>
                <a:lnTo>
                  <a:pt x="215" y="27"/>
                </a:lnTo>
                <a:lnTo>
                  <a:pt x="216" y="26"/>
                </a:lnTo>
                <a:lnTo>
                  <a:pt x="217" y="25"/>
                </a:lnTo>
                <a:lnTo>
                  <a:pt x="218" y="26"/>
                </a:lnTo>
                <a:lnTo>
                  <a:pt x="218" y="25"/>
                </a:lnTo>
                <a:lnTo>
                  <a:pt x="219" y="24"/>
                </a:lnTo>
                <a:lnTo>
                  <a:pt x="220" y="24"/>
                </a:lnTo>
                <a:lnTo>
                  <a:pt x="221" y="24"/>
                </a:lnTo>
                <a:lnTo>
                  <a:pt x="222" y="24"/>
                </a:lnTo>
                <a:lnTo>
                  <a:pt x="222" y="23"/>
                </a:lnTo>
                <a:lnTo>
                  <a:pt x="223" y="23"/>
                </a:lnTo>
                <a:lnTo>
                  <a:pt x="224" y="24"/>
                </a:lnTo>
                <a:lnTo>
                  <a:pt x="224" y="23"/>
                </a:lnTo>
                <a:lnTo>
                  <a:pt x="225" y="24"/>
                </a:lnTo>
                <a:lnTo>
                  <a:pt x="226" y="24"/>
                </a:lnTo>
                <a:lnTo>
                  <a:pt x="227" y="24"/>
                </a:lnTo>
                <a:lnTo>
                  <a:pt x="227" y="23"/>
                </a:lnTo>
                <a:lnTo>
                  <a:pt x="227" y="22"/>
                </a:lnTo>
                <a:lnTo>
                  <a:pt x="227" y="21"/>
                </a:lnTo>
                <a:lnTo>
                  <a:pt x="227" y="20"/>
                </a:lnTo>
                <a:lnTo>
                  <a:pt x="228" y="19"/>
                </a:lnTo>
                <a:lnTo>
                  <a:pt x="228" y="18"/>
                </a:lnTo>
                <a:lnTo>
                  <a:pt x="227" y="17"/>
                </a:lnTo>
                <a:lnTo>
                  <a:pt x="228" y="17"/>
                </a:lnTo>
                <a:lnTo>
                  <a:pt x="228" y="16"/>
                </a:lnTo>
                <a:lnTo>
                  <a:pt x="229" y="16"/>
                </a:lnTo>
                <a:lnTo>
                  <a:pt x="229" y="15"/>
                </a:lnTo>
                <a:lnTo>
                  <a:pt x="229" y="14"/>
                </a:lnTo>
                <a:lnTo>
                  <a:pt x="229" y="13"/>
                </a:lnTo>
                <a:lnTo>
                  <a:pt x="228" y="13"/>
                </a:lnTo>
                <a:lnTo>
                  <a:pt x="227" y="13"/>
                </a:lnTo>
                <a:lnTo>
                  <a:pt x="226" y="13"/>
                </a:lnTo>
                <a:lnTo>
                  <a:pt x="225" y="13"/>
                </a:lnTo>
                <a:lnTo>
                  <a:pt x="225" y="12"/>
                </a:lnTo>
                <a:lnTo>
                  <a:pt x="225" y="11"/>
                </a:lnTo>
                <a:lnTo>
                  <a:pt x="224" y="11"/>
                </a:lnTo>
                <a:lnTo>
                  <a:pt x="224" y="10"/>
                </a:lnTo>
                <a:lnTo>
                  <a:pt x="223" y="10"/>
                </a:lnTo>
                <a:lnTo>
                  <a:pt x="224" y="10"/>
                </a:lnTo>
                <a:lnTo>
                  <a:pt x="224" y="9"/>
                </a:lnTo>
                <a:lnTo>
                  <a:pt x="225" y="9"/>
                </a:lnTo>
                <a:lnTo>
                  <a:pt x="225" y="8"/>
                </a:lnTo>
                <a:lnTo>
                  <a:pt x="226" y="8"/>
                </a:lnTo>
                <a:lnTo>
                  <a:pt x="226" y="9"/>
                </a:lnTo>
                <a:lnTo>
                  <a:pt x="226" y="8"/>
                </a:lnTo>
                <a:lnTo>
                  <a:pt x="227" y="7"/>
                </a:lnTo>
                <a:lnTo>
                  <a:pt x="228" y="7"/>
                </a:lnTo>
                <a:lnTo>
                  <a:pt x="228" y="6"/>
                </a:lnTo>
                <a:lnTo>
                  <a:pt x="229" y="5"/>
                </a:lnTo>
                <a:lnTo>
                  <a:pt x="229" y="6"/>
                </a:lnTo>
                <a:lnTo>
                  <a:pt x="229" y="5"/>
                </a:lnTo>
                <a:lnTo>
                  <a:pt x="230" y="5"/>
                </a:lnTo>
                <a:lnTo>
                  <a:pt x="231" y="4"/>
                </a:lnTo>
                <a:lnTo>
                  <a:pt x="232" y="3"/>
                </a:lnTo>
                <a:lnTo>
                  <a:pt x="233" y="3"/>
                </a:lnTo>
                <a:lnTo>
                  <a:pt x="234" y="3"/>
                </a:lnTo>
                <a:lnTo>
                  <a:pt x="234" y="4"/>
                </a:lnTo>
                <a:lnTo>
                  <a:pt x="234" y="5"/>
                </a:lnTo>
                <a:lnTo>
                  <a:pt x="235" y="5"/>
                </a:lnTo>
                <a:lnTo>
                  <a:pt x="235" y="6"/>
                </a:lnTo>
                <a:lnTo>
                  <a:pt x="236" y="6"/>
                </a:lnTo>
                <a:lnTo>
                  <a:pt x="235" y="6"/>
                </a:lnTo>
                <a:lnTo>
                  <a:pt x="235" y="7"/>
                </a:lnTo>
                <a:lnTo>
                  <a:pt x="236" y="7"/>
                </a:lnTo>
                <a:lnTo>
                  <a:pt x="237" y="8"/>
                </a:lnTo>
                <a:lnTo>
                  <a:pt x="237" y="7"/>
                </a:lnTo>
                <a:lnTo>
                  <a:pt x="238" y="7"/>
                </a:lnTo>
                <a:lnTo>
                  <a:pt x="239" y="7"/>
                </a:lnTo>
                <a:lnTo>
                  <a:pt x="239" y="8"/>
                </a:lnTo>
                <a:lnTo>
                  <a:pt x="240" y="8"/>
                </a:lnTo>
                <a:lnTo>
                  <a:pt x="240" y="7"/>
                </a:lnTo>
                <a:lnTo>
                  <a:pt x="240" y="6"/>
                </a:lnTo>
                <a:lnTo>
                  <a:pt x="239" y="6"/>
                </a:lnTo>
                <a:lnTo>
                  <a:pt x="240" y="5"/>
                </a:lnTo>
                <a:lnTo>
                  <a:pt x="240" y="4"/>
                </a:lnTo>
                <a:lnTo>
                  <a:pt x="241" y="4"/>
                </a:lnTo>
                <a:lnTo>
                  <a:pt x="242" y="4"/>
                </a:lnTo>
                <a:lnTo>
                  <a:pt x="241" y="5"/>
                </a:lnTo>
                <a:lnTo>
                  <a:pt x="242" y="5"/>
                </a:lnTo>
                <a:lnTo>
                  <a:pt x="242" y="4"/>
                </a:lnTo>
                <a:lnTo>
                  <a:pt x="243" y="4"/>
                </a:lnTo>
                <a:lnTo>
                  <a:pt x="243" y="5"/>
                </a:lnTo>
                <a:lnTo>
                  <a:pt x="244" y="5"/>
                </a:lnTo>
                <a:lnTo>
                  <a:pt x="244" y="4"/>
                </a:lnTo>
                <a:lnTo>
                  <a:pt x="245" y="4"/>
                </a:lnTo>
                <a:lnTo>
                  <a:pt x="246" y="4"/>
                </a:lnTo>
                <a:lnTo>
                  <a:pt x="246" y="3"/>
                </a:lnTo>
                <a:lnTo>
                  <a:pt x="247" y="3"/>
                </a:lnTo>
                <a:lnTo>
                  <a:pt x="248" y="3"/>
                </a:lnTo>
                <a:lnTo>
                  <a:pt x="248" y="4"/>
                </a:lnTo>
                <a:lnTo>
                  <a:pt x="249" y="5"/>
                </a:lnTo>
                <a:lnTo>
                  <a:pt x="249" y="6"/>
                </a:lnTo>
                <a:lnTo>
                  <a:pt x="249" y="7"/>
                </a:lnTo>
                <a:lnTo>
                  <a:pt x="250" y="6"/>
                </a:lnTo>
                <a:lnTo>
                  <a:pt x="250" y="5"/>
                </a:lnTo>
                <a:lnTo>
                  <a:pt x="251" y="5"/>
                </a:lnTo>
                <a:lnTo>
                  <a:pt x="250" y="5"/>
                </a:lnTo>
                <a:lnTo>
                  <a:pt x="250" y="6"/>
                </a:lnTo>
                <a:lnTo>
                  <a:pt x="251" y="6"/>
                </a:lnTo>
                <a:lnTo>
                  <a:pt x="252" y="6"/>
                </a:lnTo>
                <a:lnTo>
                  <a:pt x="252" y="5"/>
                </a:lnTo>
                <a:lnTo>
                  <a:pt x="253" y="4"/>
                </a:lnTo>
                <a:lnTo>
                  <a:pt x="254" y="4"/>
                </a:lnTo>
                <a:lnTo>
                  <a:pt x="255" y="5"/>
                </a:lnTo>
                <a:lnTo>
                  <a:pt x="256" y="5"/>
                </a:lnTo>
                <a:lnTo>
                  <a:pt x="257" y="4"/>
                </a:lnTo>
                <a:lnTo>
                  <a:pt x="257" y="3"/>
                </a:lnTo>
                <a:lnTo>
                  <a:pt x="258" y="2"/>
                </a:lnTo>
                <a:lnTo>
                  <a:pt x="258" y="1"/>
                </a:lnTo>
                <a:lnTo>
                  <a:pt x="259" y="1"/>
                </a:lnTo>
                <a:lnTo>
                  <a:pt x="260" y="0"/>
                </a:lnTo>
                <a:lnTo>
                  <a:pt x="260" y="1"/>
                </a:lnTo>
                <a:lnTo>
                  <a:pt x="260" y="0"/>
                </a:lnTo>
                <a:lnTo>
                  <a:pt x="261" y="1"/>
                </a:lnTo>
                <a:lnTo>
                  <a:pt x="26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15" name=""/>
          <p:cNvSpPr/>
          <p:nvPr/>
        </p:nvSpPr>
        <p:spPr>
          <a:xfrm>
            <a:off x="4605120" y="4214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16" name=""/>
          <p:cNvSpPr/>
          <p:nvPr/>
        </p:nvSpPr>
        <p:spPr>
          <a:xfrm>
            <a:off x="4593600" y="4210920"/>
            <a:ext cx="2160" cy="3240"/>
          </a:xfrm>
          <a:custGeom>
            <a:avLst/>
            <a:gdLst/>
            <a:ahLst/>
            <a:rect l="0" t="0" r="r" b="b"/>
            <a:pathLst>
              <a:path w="6" h="9">
                <a:moveTo>
                  <a:pt x="6" y="1"/>
                </a:moveTo>
                <a:lnTo>
                  <a:pt x="5" y="2"/>
                </a:lnTo>
                <a:lnTo>
                  <a:pt x="4" y="2"/>
                </a:lnTo>
                <a:lnTo>
                  <a:pt x="4" y="4"/>
                </a:lnTo>
                <a:lnTo>
                  <a:pt x="4" y="5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4" y="7"/>
                </a:lnTo>
                <a:lnTo>
                  <a:pt x="4" y="8"/>
                </a:lnTo>
                <a:lnTo>
                  <a:pt x="2" y="8"/>
                </a:lnTo>
                <a:lnTo>
                  <a:pt x="2" y="9"/>
                </a:lnTo>
                <a:lnTo>
                  <a:pt x="4" y="9"/>
                </a:lnTo>
                <a:lnTo>
                  <a:pt x="2" y="9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2" y="7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17" name=""/>
          <p:cNvSpPr/>
          <p:nvPr/>
        </p:nvSpPr>
        <p:spPr>
          <a:xfrm>
            <a:off x="4602240" y="4209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18" name=""/>
          <p:cNvSpPr/>
          <p:nvPr/>
        </p:nvSpPr>
        <p:spPr>
          <a:xfrm>
            <a:off x="4609800" y="42073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19" name=""/>
          <p:cNvSpPr/>
          <p:nvPr/>
        </p:nvSpPr>
        <p:spPr>
          <a:xfrm>
            <a:off x="4604760" y="4205160"/>
            <a:ext cx="4680" cy="3960"/>
          </a:xfrm>
          <a:custGeom>
            <a:avLst/>
            <a:gdLst/>
            <a:ahLst/>
            <a:rect l="0" t="0" r="r" b="b"/>
            <a:pathLst>
              <a:path w="13" h="11">
                <a:moveTo>
                  <a:pt x="4" y="2"/>
                </a:moveTo>
                <a:lnTo>
                  <a:pt x="4" y="1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6" y="5"/>
                </a:lnTo>
                <a:lnTo>
                  <a:pt x="7" y="5"/>
                </a:lnTo>
                <a:lnTo>
                  <a:pt x="9" y="7"/>
                </a:lnTo>
                <a:lnTo>
                  <a:pt x="10" y="7"/>
                </a:lnTo>
                <a:lnTo>
                  <a:pt x="10" y="5"/>
                </a:lnTo>
                <a:lnTo>
                  <a:pt x="11" y="5"/>
                </a:lnTo>
                <a:lnTo>
                  <a:pt x="11" y="7"/>
                </a:lnTo>
                <a:lnTo>
                  <a:pt x="12" y="7"/>
                </a:lnTo>
                <a:lnTo>
                  <a:pt x="12" y="5"/>
                </a:lnTo>
                <a:lnTo>
                  <a:pt x="13" y="5"/>
                </a:lnTo>
                <a:lnTo>
                  <a:pt x="12" y="7"/>
                </a:lnTo>
                <a:lnTo>
                  <a:pt x="13" y="7"/>
                </a:lnTo>
                <a:lnTo>
                  <a:pt x="12" y="7"/>
                </a:lnTo>
                <a:lnTo>
                  <a:pt x="11" y="7"/>
                </a:lnTo>
                <a:lnTo>
                  <a:pt x="11" y="8"/>
                </a:lnTo>
                <a:lnTo>
                  <a:pt x="10" y="9"/>
                </a:lnTo>
                <a:lnTo>
                  <a:pt x="11" y="9"/>
                </a:lnTo>
                <a:lnTo>
                  <a:pt x="11" y="10"/>
                </a:lnTo>
                <a:lnTo>
                  <a:pt x="11" y="11"/>
                </a:lnTo>
                <a:lnTo>
                  <a:pt x="10" y="11"/>
                </a:lnTo>
                <a:lnTo>
                  <a:pt x="9" y="10"/>
                </a:lnTo>
                <a:lnTo>
                  <a:pt x="7" y="10"/>
                </a:lnTo>
                <a:lnTo>
                  <a:pt x="6" y="9"/>
                </a:lnTo>
                <a:lnTo>
                  <a:pt x="4" y="8"/>
                </a:lnTo>
                <a:lnTo>
                  <a:pt x="3" y="7"/>
                </a:lnTo>
                <a:lnTo>
                  <a:pt x="2" y="7"/>
                </a:lnTo>
                <a:lnTo>
                  <a:pt x="1" y="7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2" y="1"/>
                </a:lnTo>
                <a:lnTo>
                  <a:pt x="3" y="0"/>
                </a:lnTo>
                <a:lnTo>
                  <a:pt x="3" y="1"/>
                </a:lnTo>
                <a:lnTo>
                  <a:pt x="3" y="2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0" name=""/>
          <p:cNvSpPr/>
          <p:nvPr/>
        </p:nvSpPr>
        <p:spPr>
          <a:xfrm>
            <a:off x="4611240" y="42062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1" name=""/>
          <p:cNvSpPr/>
          <p:nvPr/>
        </p:nvSpPr>
        <p:spPr>
          <a:xfrm>
            <a:off x="4609440" y="420588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2" name=""/>
          <p:cNvSpPr/>
          <p:nvPr/>
        </p:nvSpPr>
        <p:spPr>
          <a:xfrm>
            <a:off x="4609080" y="4205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3" name=""/>
          <p:cNvSpPr/>
          <p:nvPr/>
        </p:nvSpPr>
        <p:spPr>
          <a:xfrm>
            <a:off x="4610880" y="4205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4" name=""/>
          <p:cNvSpPr/>
          <p:nvPr/>
        </p:nvSpPr>
        <p:spPr>
          <a:xfrm>
            <a:off x="4609080" y="4204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5" name=""/>
          <p:cNvSpPr/>
          <p:nvPr/>
        </p:nvSpPr>
        <p:spPr>
          <a:xfrm>
            <a:off x="4606920" y="42044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6" name=""/>
          <p:cNvSpPr/>
          <p:nvPr/>
        </p:nvSpPr>
        <p:spPr>
          <a:xfrm>
            <a:off x="4602240" y="4202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7" name=""/>
          <p:cNvSpPr/>
          <p:nvPr/>
        </p:nvSpPr>
        <p:spPr>
          <a:xfrm>
            <a:off x="4605480" y="42015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4" y="3"/>
                </a:lnTo>
                <a:lnTo>
                  <a:pt x="2" y="3"/>
                </a:lnTo>
                <a:lnTo>
                  <a:pt x="0" y="3"/>
                </a:lnTo>
                <a:lnTo>
                  <a:pt x="2" y="1"/>
                </a:lnTo>
                <a:lnTo>
                  <a:pt x="4" y="0"/>
                </a:lnTo>
                <a:lnTo>
                  <a:pt x="4" y="3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8" name=""/>
          <p:cNvSpPr/>
          <p:nvPr/>
        </p:nvSpPr>
        <p:spPr>
          <a:xfrm>
            <a:off x="4598640" y="4201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9" name=""/>
          <p:cNvSpPr/>
          <p:nvPr/>
        </p:nvSpPr>
        <p:spPr>
          <a:xfrm>
            <a:off x="4602960" y="4198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0" name=""/>
          <p:cNvSpPr/>
          <p:nvPr/>
        </p:nvSpPr>
        <p:spPr>
          <a:xfrm>
            <a:off x="4608720" y="418968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3" y="6"/>
                </a:move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2" y="6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4" y="2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6" y="1"/>
                </a:lnTo>
                <a:lnTo>
                  <a:pt x="5" y="2"/>
                </a:lnTo>
                <a:lnTo>
                  <a:pt x="4" y="4"/>
                </a:lnTo>
                <a:lnTo>
                  <a:pt x="3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1" name=""/>
          <p:cNvSpPr/>
          <p:nvPr/>
        </p:nvSpPr>
        <p:spPr>
          <a:xfrm>
            <a:off x="4611600" y="419004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0" y="1"/>
                </a:move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1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2" name=""/>
          <p:cNvSpPr/>
          <p:nvPr/>
        </p:nvSpPr>
        <p:spPr>
          <a:xfrm>
            <a:off x="4609080" y="41896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3" name=""/>
          <p:cNvSpPr/>
          <p:nvPr/>
        </p:nvSpPr>
        <p:spPr>
          <a:xfrm>
            <a:off x="4611240" y="41896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4" name=""/>
          <p:cNvSpPr/>
          <p:nvPr/>
        </p:nvSpPr>
        <p:spPr>
          <a:xfrm>
            <a:off x="4608000" y="4173120"/>
            <a:ext cx="3960" cy="2880"/>
          </a:xfrm>
          <a:custGeom>
            <a:avLst/>
            <a:gdLst/>
            <a:ahLst/>
            <a:rect l="0" t="0" r="r" b="b"/>
            <a:pathLst>
              <a:path w="11" h="8">
                <a:moveTo>
                  <a:pt x="10" y="2"/>
                </a:moveTo>
                <a:lnTo>
                  <a:pt x="10" y="5"/>
                </a:lnTo>
                <a:lnTo>
                  <a:pt x="11" y="5"/>
                </a:lnTo>
                <a:lnTo>
                  <a:pt x="11" y="7"/>
                </a:lnTo>
                <a:lnTo>
                  <a:pt x="10" y="8"/>
                </a:lnTo>
                <a:lnTo>
                  <a:pt x="9" y="8"/>
                </a:lnTo>
                <a:lnTo>
                  <a:pt x="8" y="8"/>
                </a:lnTo>
                <a:lnTo>
                  <a:pt x="6" y="8"/>
                </a:lnTo>
                <a:lnTo>
                  <a:pt x="5" y="8"/>
                </a:lnTo>
                <a:lnTo>
                  <a:pt x="4" y="8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0" y="6"/>
                </a:lnTo>
                <a:lnTo>
                  <a:pt x="2" y="3"/>
                </a:lnTo>
                <a:lnTo>
                  <a:pt x="4" y="1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9" y="1"/>
                </a:lnTo>
                <a:lnTo>
                  <a:pt x="1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5" name=""/>
          <p:cNvSpPr/>
          <p:nvPr/>
        </p:nvSpPr>
        <p:spPr>
          <a:xfrm>
            <a:off x="4610880" y="41734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6" name=""/>
          <p:cNvSpPr/>
          <p:nvPr/>
        </p:nvSpPr>
        <p:spPr>
          <a:xfrm>
            <a:off x="4610160" y="417168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6" y="1"/>
                </a:moveTo>
                <a:lnTo>
                  <a:pt x="5" y="3"/>
                </a:lnTo>
                <a:lnTo>
                  <a:pt x="5" y="4"/>
                </a:lnTo>
                <a:lnTo>
                  <a:pt x="4" y="5"/>
                </a:lnTo>
                <a:lnTo>
                  <a:pt x="4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7" name=""/>
          <p:cNvSpPr/>
          <p:nvPr/>
        </p:nvSpPr>
        <p:spPr>
          <a:xfrm>
            <a:off x="4610880" y="415080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2" y="3"/>
                </a:moveTo>
                <a:lnTo>
                  <a:pt x="3" y="3"/>
                </a:lnTo>
                <a:lnTo>
                  <a:pt x="4" y="3"/>
                </a:lnTo>
                <a:lnTo>
                  <a:pt x="3" y="5"/>
                </a:lnTo>
                <a:lnTo>
                  <a:pt x="2" y="5"/>
                </a:lnTo>
                <a:lnTo>
                  <a:pt x="2" y="3"/>
                </a:lnTo>
                <a:lnTo>
                  <a:pt x="2" y="5"/>
                </a:lnTo>
                <a:lnTo>
                  <a:pt x="2" y="3"/>
                </a:lnTo>
                <a:lnTo>
                  <a:pt x="0" y="3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8" name=""/>
          <p:cNvSpPr/>
          <p:nvPr/>
        </p:nvSpPr>
        <p:spPr>
          <a:xfrm>
            <a:off x="4611240" y="4150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9" name=""/>
          <p:cNvSpPr/>
          <p:nvPr/>
        </p:nvSpPr>
        <p:spPr>
          <a:xfrm>
            <a:off x="4611240" y="4150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0" name=""/>
          <p:cNvSpPr/>
          <p:nvPr/>
        </p:nvSpPr>
        <p:spPr>
          <a:xfrm>
            <a:off x="4609440" y="414936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3" y="2"/>
                </a:move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1" name=""/>
          <p:cNvSpPr/>
          <p:nvPr/>
        </p:nvSpPr>
        <p:spPr>
          <a:xfrm>
            <a:off x="4615200" y="420336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2" name=""/>
          <p:cNvSpPr/>
          <p:nvPr/>
        </p:nvSpPr>
        <p:spPr>
          <a:xfrm>
            <a:off x="4612680" y="420192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1" y="2"/>
                </a:moveTo>
                <a:lnTo>
                  <a:pt x="1" y="4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3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3" name=""/>
          <p:cNvSpPr/>
          <p:nvPr/>
        </p:nvSpPr>
        <p:spPr>
          <a:xfrm>
            <a:off x="4613040" y="4200840"/>
            <a:ext cx="2160" cy="1080"/>
          </a:xfrm>
          <a:custGeom>
            <a:avLst/>
            <a:gdLst/>
            <a:ahLst/>
            <a:rect l="0" t="0" r="r" b="b"/>
            <a:pathLst>
              <a:path w="6" h="3">
                <a:moveTo>
                  <a:pt x="4" y="0"/>
                </a:moveTo>
                <a:lnTo>
                  <a:pt x="4" y="1"/>
                </a:lnTo>
                <a:lnTo>
                  <a:pt x="6" y="1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4" name=""/>
          <p:cNvSpPr/>
          <p:nvPr/>
        </p:nvSpPr>
        <p:spPr>
          <a:xfrm>
            <a:off x="4611960" y="41990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5" name=""/>
          <p:cNvSpPr/>
          <p:nvPr/>
        </p:nvSpPr>
        <p:spPr>
          <a:xfrm>
            <a:off x="4616640" y="4198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6" name=""/>
          <p:cNvSpPr/>
          <p:nvPr/>
        </p:nvSpPr>
        <p:spPr>
          <a:xfrm>
            <a:off x="4612320" y="4190400"/>
            <a:ext cx="7200" cy="10080"/>
          </a:xfrm>
          <a:custGeom>
            <a:avLst/>
            <a:gdLst/>
            <a:ahLst/>
            <a:rect l="0" t="0" r="r" b="b"/>
            <a:pathLst>
              <a:path w="20" h="28">
                <a:moveTo>
                  <a:pt x="10" y="3"/>
                </a:moveTo>
                <a:lnTo>
                  <a:pt x="10" y="4"/>
                </a:lnTo>
                <a:lnTo>
                  <a:pt x="11" y="5"/>
                </a:lnTo>
                <a:lnTo>
                  <a:pt x="12" y="5"/>
                </a:lnTo>
                <a:lnTo>
                  <a:pt x="13" y="4"/>
                </a:lnTo>
                <a:lnTo>
                  <a:pt x="14" y="4"/>
                </a:lnTo>
                <a:lnTo>
                  <a:pt x="14" y="5"/>
                </a:lnTo>
                <a:lnTo>
                  <a:pt x="16" y="6"/>
                </a:lnTo>
                <a:lnTo>
                  <a:pt x="16" y="7"/>
                </a:lnTo>
                <a:lnTo>
                  <a:pt x="15" y="8"/>
                </a:lnTo>
                <a:lnTo>
                  <a:pt x="16" y="9"/>
                </a:lnTo>
                <a:lnTo>
                  <a:pt x="17" y="10"/>
                </a:lnTo>
                <a:lnTo>
                  <a:pt x="18" y="10"/>
                </a:lnTo>
                <a:lnTo>
                  <a:pt x="19" y="10"/>
                </a:lnTo>
                <a:lnTo>
                  <a:pt x="20" y="10"/>
                </a:lnTo>
                <a:lnTo>
                  <a:pt x="20" y="9"/>
                </a:lnTo>
                <a:lnTo>
                  <a:pt x="20" y="10"/>
                </a:lnTo>
                <a:lnTo>
                  <a:pt x="19" y="13"/>
                </a:lnTo>
                <a:lnTo>
                  <a:pt x="18" y="13"/>
                </a:lnTo>
                <a:lnTo>
                  <a:pt x="18" y="14"/>
                </a:lnTo>
                <a:lnTo>
                  <a:pt x="18" y="13"/>
                </a:lnTo>
                <a:lnTo>
                  <a:pt x="17" y="12"/>
                </a:lnTo>
                <a:lnTo>
                  <a:pt x="16" y="12"/>
                </a:lnTo>
                <a:lnTo>
                  <a:pt x="15" y="13"/>
                </a:lnTo>
                <a:lnTo>
                  <a:pt x="14" y="13"/>
                </a:lnTo>
                <a:lnTo>
                  <a:pt x="13" y="14"/>
                </a:lnTo>
                <a:lnTo>
                  <a:pt x="13" y="15"/>
                </a:lnTo>
                <a:lnTo>
                  <a:pt x="13" y="16"/>
                </a:lnTo>
                <a:lnTo>
                  <a:pt x="13" y="17"/>
                </a:lnTo>
                <a:lnTo>
                  <a:pt x="13" y="18"/>
                </a:lnTo>
                <a:lnTo>
                  <a:pt x="14" y="18"/>
                </a:lnTo>
                <a:lnTo>
                  <a:pt x="15" y="18"/>
                </a:lnTo>
                <a:lnTo>
                  <a:pt x="15" y="19"/>
                </a:lnTo>
                <a:lnTo>
                  <a:pt x="16" y="20"/>
                </a:lnTo>
                <a:lnTo>
                  <a:pt x="16" y="19"/>
                </a:lnTo>
                <a:lnTo>
                  <a:pt x="17" y="19"/>
                </a:lnTo>
                <a:lnTo>
                  <a:pt x="18" y="19"/>
                </a:lnTo>
                <a:lnTo>
                  <a:pt x="18" y="20"/>
                </a:lnTo>
                <a:lnTo>
                  <a:pt x="18" y="21"/>
                </a:lnTo>
                <a:lnTo>
                  <a:pt x="17" y="21"/>
                </a:lnTo>
                <a:lnTo>
                  <a:pt x="17" y="22"/>
                </a:lnTo>
                <a:lnTo>
                  <a:pt x="17" y="21"/>
                </a:lnTo>
                <a:lnTo>
                  <a:pt x="16" y="21"/>
                </a:lnTo>
                <a:lnTo>
                  <a:pt x="15" y="20"/>
                </a:lnTo>
                <a:lnTo>
                  <a:pt x="14" y="21"/>
                </a:lnTo>
                <a:lnTo>
                  <a:pt x="13" y="21"/>
                </a:lnTo>
                <a:lnTo>
                  <a:pt x="13" y="22"/>
                </a:lnTo>
                <a:lnTo>
                  <a:pt x="12" y="22"/>
                </a:lnTo>
                <a:lnTo>
                  <a:pt x="11" y="23"/>
                </a:lnTo>
                <a:lnTo>
                  <a:pt x="10" y="23"/>
                </a:lnTo>
                <a:lnTo>
                  <a:pt x="9" y="24"/>
                </a:lnTo>
                <a:lnTo>
                  <a:pt x="8" y="25"/>
                </a:lnTo>
                <a:lnTo>
                  <a:pt x="8" y="26"/>
                </a:lnTo>
                <a:lnTo>
                  <a:pt x="9" y="26"/>
                </a:lnTo>
                <a:lnTo>
                  <a:pt x="10" y="26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1" y="27"/>
                </a:lnTo>
                <a:lnTo>
                  <a:pt x="10" y="27"/>
                </a:lnTo>
                <a:lnTo>
                  <a:pt x="10" y="28"/>
                </a:lnTo>
                <a:lnTo>
                  <a:pt x="8" y="27"/>
                </a:lnTo>
                <a:lnTo>
                  <a:pt x="7" y="26"/>
                </a:lnTo>
                <a:lnTo>
                  <a:pt x="5" y="25"/>
                </a:lnTo>
                <a:lnTo>
                  <a:pt x="3" y="24"/>
                </a:lnTo>
                <a:lnTo>
                  <a:pt x="3" y="23"/>
                </a:lnTo>
                <a:lnTo>
                  <a:pt x="3" y="22"/>
                </a:lnTo>
                <a:lnTo>
                  <a:pt x="2" y="23"/>
                </a:lnTo>
                <a:lnTo>
                  <a:pt x="1" y="23"/>
                </a:lnTo>
                <a:lnTo>
                  <a:pt x="1" y="22"/>
                </a:lnTo>
                <a:lnTo>
                  <a:pt x="1" y="21"/>
                </a:lnTo>
                <a:lnTo>
                  <a:pt x="2" y="21"/>
                </a:lnTo>
                <a:lnTo>
                  <a:pt x="2" y="20"/>
                </a:lnTo>
                <a:lnTo>
                  <a:pt x="2" y="21"/>
                </a:lnTo>
                <a:lnTo>
                  <a:pt x="2" y="20"/>
                </a:lnTo>
                <a:lnTo>
                  <a:pt x="2" y="19"/>
                </a:lnTo>
                <a:lnTo>
                  <a:pt x="2" y="20"/>
                </a:lnTo>
                <a:lnTo>
                  <a:pt x="1" y="20"/>
                </a:lnTo>
                <a:lnTo>
                  <a:pt x="1" y="21"/>
                </a:lnTo>
                <a:lnTo>
                  <a:pt x="0" y="21"/>
                </a:lnTo>
                <a:lnTo>
                  <a:pt x="0" y="20"/>
                </a:lnTo>
                <a:lnTo>
                  <a:pt x="1" y="19"/>
                </a:lnTo>
                <a:lnTo>
                  <a:pt x="1" y="18"/>
                </a:lnTo>
                <a:lnTo>
                  <a:pt x="0" y="18"/>
                </a:lnTo>
                <a:lnTo>
                  <a:pt x="1" y="18"/>
                </a:lnTo>
                <a:lnTo>
                  <a:pt x="1" y="17"/>
                </a:lnTo>
                <a:lnTo>
                  <a:pt x="2" y="17"/>
                </a:lnTo>
                <a:lnTo>
                  <a:pt x="2" y="16"/>
                </a:lnTo>
                <a:lnTo>
                  <a:pt x="3" y="16"/>
                </a:lnTo>
                <a:lnTo>
                  <a:pt x="5" y="17"/>
                </a:lnTo>
                <a:lnTo>
                  <a:pt x="6" y="16"/>
                </a:lnTo>
                <a:lnTo>
                  <a:pt x="7" y="17"/>
                </a:lnTo>
                <a:lnTo>
                  <a:pt x="7" y="16"/>
                </a:lnTo>
                <a:lnTo>
                  <a:pt x="6" y="16"/>
                </a:lnTo>
                <a:lnTo>
                  <a:pt x="5" y="15"/>
                </a:lnTo>
                <a:lnTo>
                  <a:pt x="5" y="14"/>
                </a:lnTo>
                <a:lnTo>
                  <a:pt x="5" y="12"/>
                </a:lnTo>
                <a:lnTo>
                  <a:pt x="5" y="10"/>
                </a:lnTo>
                <a:lnTo>
                  <a:pt x="3" y="9"/>
                </a:lnTo>
                <a:lnTo>
                  <a:pt x="3" y="8"/>
                </a:lnTo>
                <a:lnTo>
                  <a:pt x="2" y="8"/>
                </a:lnTo>
                <a:lnTo>
                  <a:pt x="2" y="7"/>
                </a:lnTo>
                <a:lnTo>
                  <a:pt x="1" y="6"/>
                </a:lnTo>
                <a:lnTo>
                  <a:pt x="2" y="6"/>
                </a:lnTo>
                <a:lnTo>
                  <a:pt x="3" y="4"/>
                </a:lnTo>
                <a:lnTo>
                  <a:pt x="5" y="4"/>
                </a:lnTo>
                <a:lnTo>
                  <a:pt x="6" y="3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2" y="0"/>
                </a:lnTo>
                <a:lnTo>
                  <a:pt x="11" y="1"/>
                </a:lnTo>
                <a:lnTo>
                  <a:pt x="10" y="1"/>
                </a:lnTo>
                <a:lnTo>
                  <a:pt x="10" y="2"/>
                </a:lnTo>
                <a:lnTo>
                  <a:pt x="1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7" name=""/>
          <p:cNvSpPr/>
          <p:nvPr/>
        </p:nvSpPr>
        <p:spPr>
          <a:xfrm>
            <a:off x="4618800" y="41922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4"/>
                </a:move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1"/>
                </a:lnTo>
                <a:lnTo>
                  <a:pt x="3" y="1"/>
                </a:lnTo>
                <a:lnTo>
                  <a:pt x="3" y="3"/>
                </a:lnTo>
                <a:lnTo>
                  <a:pt x="3" y="1"/>
                </a:lnTo>
                <a:lnTo>
                  <a:pt x="3" y="0"/>
                </a:lnTo>
                <a:lnTo>
                  <a:pt x="5" y="3"/>
                </a:ln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8" name=""/>
          <p:cNvSpPr/>
          <p:nvPr/>
        </p:nvSpPr>
        <p:spPr>
          <a:xfrm>
            <a:off x="4611960" y="419040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6" y="3"/>
                </a:move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6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9" name=""/>
          <p:cNvSpPr/>
          <p:nvPr/>
        </p:nvSpPr>
        <p:spPr>
          <a:xfrm>
            <a:off x="4612320" y="4186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0" name=""/>
          <p:cNvSpPr/>
          <p:nvPr/>
        </p:nvSpPr>
        <p:spPr>
          <a:xfrm>
            <a:off x="4621680" y="41788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5" y="2"/>
                </a:moveTo>
                <a:lnTo>
                  <a:pt x="3" y="2"/>
                </a:lnTo>
                <a:lnTo>
                  <a:pt x="3" y="3"/>
                </a:lnTo>
                <a:lnTo>
                  <a:pt x="0" y="5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0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1" name=""/>
          <p:cNvSpPr/>
          <p:nvPr/>
        </p:nvSpPr>
        <p:spPr>
          <a:xfrm>
            <a:off x="4620600" y="41785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0" y="0"/>
                </a:lnTo>
                <a:lnTo>
                  <a:pt x="3" y="0"/>
                </a:lnTo>
                <a:lnTo>
                  <a:pt x="3" y="2"/>
                </a:lnTo>
                <a:lnTo>
                  <a:pt x="1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2" name=""/>
          <p:cNvSpPr/>
          <p:nvPr/>
        </p:nvSpPr>
        <p:spPr>
          <a:xfrm>
            <a:off x="4611960" y="417276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1" y="1"/>
                </a:move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3" name=""/>
          <p:cNvSpPr/>
          <p:nvPr/>
        </p:nvSpPr>
        <p:spPr>
          <a:xfrm>
            <a:off x="4620240" y="417132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1" y="3"/>
                </a:moveTo>
                <a:lnTo>
                  <a:pt x="2" y="3"/>
                </a:lnTo>
                <a:lnTo>
                  <a:pt x="2" y="4"/>
                </a:lnTo>
                <a:lnTo>
                  <a:pt x="3" y="3"/>
                </a:lnTo>
                <a:lnTo>
                  <a:pt x="3" y="2"/>
                </a:lnTo>
                <a:lnTo>
                  <a:pt x="5" y="2"/>
                </a:lnTo>
                <a:lnTo>
                  <a:pt x="6" y="2"/>
                </a:lnTo>
                <a:lnTo>
                  <a:pt x="5" y="3"/>
                </a:lnTo>
                <a:lnTo>
                  <a:pt x="5" y="4"/>
                </a:lnTo>
                <a:lnTo>
                  <a:pt x="2" y="6"/>
                </a:lnTo>
                <a:lnTo>
                  <a:pt x="2" y="4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2"/>
                </a:lnTo>
                <a:lnTo>
                  <a:pt x="1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4" name=""/>
          <p:cNvSpPr/>
          <p:nvPr/>
        </p:nvSpPr>
        <p:spPr>
          <a:xfrm>
            <a:off x="4622040" y="4169160"/>
            <a:ext cx="1800" cy="2520"/>
          </a:xfrm>
          <a:custGeom>
            <a:avLst/>
            <a:gdLst/>
            <a:ahLst/>
            <a:rect l="0" t="0" r="r" b="b"/>
            <a:pathLst>
              <a:path w="5" h="7">
                <a:moveTo>
                  <a:pt x="4" y="2"/>
                </a:move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5" name=""/>
          <p:cNvSpPr/>
          <p:nvPr/>
        </p:nvSpPr>
        <p:spPr>
          <a:xfrm>
            <a:off x="4622400" y="41673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6" name=""/>
          <p:cNvSpPr/>
          <p:nvPr/>
        </p:nvSpPr>
        <p:spPr>
          <a:xfrm>
            <a:off x="4619880" y="41623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7" name=""/>
          <p:cNvSpPr/>
          <p:nvPr/>
        </p:nvSpPr>
        <p:spPr>
          <a:xfrm>
            <a:off x="4619160" y="4162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8" name=""/>
          <p:cNvSpPr/>
          <p:nvPr/>
        </p:nvSpPr>
        <p:spPr>
          <a:xfrm>
            <a:off x="4622760" y="41576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9" name=""/>
          <p:cNvSpPr/>
          <p:nvPr/>
        </p:nvSpPr>
        <p:spPr>
          <a:xfrm>
            <a:off x="4616640" y="41565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0" name=""/>
          <p:cNvSpPr/>
          <p:nvPr/>
        </p:nvSpPr>
        <p:spPr>
          <a:xfrm>
            <a:off x="4616280" y="41554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1" name=""/>
          <p:cNvSpPr/>
          <p:nvPr/>
        </p:nvSpPr>
        <p:spPr>
          <a:xfrm>
            <a:off x="4615200" y="415476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1" y="4"/>
                </a:move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4" y="0"/>
                </a:lnTo>
                <a:lnTo>
                  <a:pt x="5" y="0"/>
                </a:lnTo>
                <a:lnTo>
                  <a:pt x="6" y="1"/>
                </a:lnTo>
                <a:lnTo>
                  <a:pt x="5" y="1"/>
                </a:lnTo>
                <a:lnTo>
                  <a:pt x="5" y="3"/>
                </a:lnTo>
                <a:lnTo>
                  <a:pt x="5" y="1"/>
                </a:lnTo>
                <a:lnTo>
                  <a:pt x="4" y="1"/>
                </a:lnTo>
                <a:lnTo>
                  <a:pt x="1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2" name=""/>
          <p:cNvSpPr/>
          <p:nvPr/>
        </p:nvSpPr>
        <p:spPr>
          <a:xfrm>
            <a:off x="4620240" y="4154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3" name=""/>
          <p:cNvSpPr/>
          <p:nvPr/>
        </p:nvSpPr>
        <p:spPr>
          <a:xfrm>
            <a:off x="4611600" y="4152960"/>
            <a:ext cx="3960" cy="1800"/>
          </a:xfrm>
          <a:custGeom>
            <a:avLst/>
            <a:gdLst/>
            <a:ahLst/>
            <a:rect l="0" t="0" r="r" b="b"/>
            <a:pathLst>
              <a:path w="11" h="5">
                <a:moveTo>
                  <a:pt x="8" y="3"/>
                </a:moveTo>
                <a:lnTo>
                  <a:pt x="7" y="4"/>
                </a:lnTo>
                <a:lnTo>
                  <a:pt x="7" y="5"/>
                </a:lnTo>
                <a:lnTo>
                  <a:pt x="5" y="5"/>
                </a:lnTo>
                <a:lnTo>
                  <a:pt x="3" y="5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1" y="1"/>
                </a:lnTo>
                <a:lnTo>
                  <a:pt x="3" y="0"/>
                </a:lnTo>
                <a:lnTo>
                  <a:pt x="4" y="1"/>
                </a:lnTo>
                <a:lnTo>
                  <a:pt x="6" y="1"/>
                </a:lnTo>
                <a:lnTo>
                  <a:pt x="8" y="1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lnTo>
                  <a:pt x="10" y="1"/>
                </a:lnTo>
                <a:lnTo>
                  <a:pt x="10" y="3"/>
                </a:lnTo>
                <a:lnTo>
                  <a:pt x="9" y="3"/>
                </a:lnTo>
                <a:lnTo>
                  <a:pt x="8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4" name=""/>
          <p:cNvSpPr/>
          <p:nvPr/>
        </p:nvSpPr>
        <p:spPr>
          <a:xfrm>
            <a:off x="4616280" y="4152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2"/>
                </a:move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2"/>
                </a:lnTo>
                <a:lnTo>
                  <a:pt x="4" y="2"/>
                </a:lnTo>
                <a:lnTo>
                  <a:pt x="3" y="4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5" name=""/>
          <p:cNvSpPr/>
          <p:nvPr/>
        </p:nvSpPr>
        <p:spPr>
          <a:xfrm>
            <a:off x="4619880" y="41522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1"/>
                </a:moveTo>
                <a:lnTo>
                  <a:pt x="4" y="1"/>
                </a:lnTo>
                <a:lnTo>
                  <a:pt x="4" y="2"/>
                </a:lnTo>
                <a:lnTo>
                  <a:pt x="4" y="4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2" y="2"/>
                </a:lnTo>
                <a:lnTo>
                  <a:pt x="0" y="1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6" name=""/>
          <p:cNvSpPr/>
          <p:nvPr/>
        </p:nvSpPr>
        <p:spPr>
          <a:xfrm>
            <a:off x="4615560" y="41526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7" name=""/>
          <p:cNvSpPr/>
          <p:nvPr/>
        </p:nvSpPr>
        <p:spPr>
          <a:xfrm>
            <a:off x="4622760" y="4168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8" name=""/>
          <p:cNvSpPr/>
          <p:nvPr/>
        </p:nvSpPr>
        <p:spPr>
          <a:xfrm>
            <a:off x="4638240" y="416376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3"/>
                </a:moveTo>
                <a:lnTo>
                  <a:pt x="2" y="2"/>
                </a:lnTo>
                <a:lnTo>
                  <a:pt x="4" y="2"/>
                </a:lnTo>
                <a:lnTo>
                  <a:pt x="5" y="3"/>
                </a:lnTo>
                <a:lnTo>
                  <a:pt x="4" y="3"/>
                </a:lnTo>
                <a:lnTo>
                  <a:pt x="2" y="5"/>
                </a:lnTo>
                <a:lnTo>
                  <a:pt x="1" y="5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9" name=""/>
          <p:cNvSpPr/>
          <p:nvPr/>
        </p:nvSpPr>
        <p:spPr>
          <a:xfrm>
            <a:off x="4627080" y="41594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0" name=""/>
          <p:cNvSpPr/>
          <p:nvPr/>
        </p:nvSpPr>
        <p:spPr>
          <a:xfrm>
            <a:off x="4623840" y="415836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4" y="4"/>
                </a:moveTo>
                <a:lnTo>
                  <a:pt x="3" y="4"/>
                </a:lnTo>
                <a:lnTo>
                  <a:pt x="2" y="4"/>
                </a:ln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4" y="3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6" y="2"/>
                </a:lnTo>
                <a:lnTo>
                  <a:pt x="6" y="3"/>
                </a:lnTo>
                <a:lnTo>
                  <a:pt x="4" y="3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1" name=""/>
          <p:cNvSpPr/>
          <p:nvPr/>
        </p:nvSpPr>
        <p:spPr>
          <a:xfrm>
            <a:off x="4627440" y="41580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2" name=""/>
          <p:cNvSpPr/>
          <p:nvPr/>
        </p:nvSpPr>
        <p:spPr>
          <a:xfrm>
            <a:off x="4627800" y="4157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3" name=""/>
          <p:cNvSpPr/>
          <p:nvPr/>
        </p:nvSpPr>
        <p:spPr>
          <a:xfrm>
            <a:off x="4626720" y="415548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4" y="3"/>
                </a:moveTo>
                <a:lnTo>
                  <a:pt x="4" y="4"/>
                </a:lnTo>
                <a:lnTo>
                  <a:pt x="4" y="6"/>
                </a:lnTo>
                <a:lnTo>
                  <a:pt x="3" y="6"/>
                </a:lnTo>
                <a:lnTo>
                  <a:pt x="3" y="7"/>
                </a:lnTo>
                <a:lnTo>
                  <a:pt x="1" y="7"/>
                </a:lnTo>
                <a:lnTo>
                  <a:pt x="1" y="6"/>
                </a:lnTo>
                <a:lnTo>
                  <a:pt x="0" y="4"/>
                </a:lnTo>
                <a:lnTo>
                  <a:pt x="1" y="3"/>
                </a:lnTo>
                <a:lnTo>
                  <a:pt x="3" y="3"/>
                </a:lnTo>
                <a:lnTo>
                  <a:pt x="3" y="2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6" y="1"/>
                </a:lnTo>
                <a:lnTo>
                  <a:pt x="6" y="2"/>
                </a:lnTo>
                <a:lnTo>
                  <a:pt x="5" y="3"/>
                </a:lnTo>
                <a:lnTo>
                  <a:pt x="4" y="4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4" name=""/>
          <p:cNvSpPr/>
          <p:nvPr/>
        </p:nvSpPr>
        <p:spPr>
          <a:xfrm>
            <a:off x="4634280" y="41540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5" name=""/>
          <p:cNvSpPr/>
          <p:nvPr/>
        </p:nvSpPr>
        <p:spPr>
          <a:xfrm>
            <a:off x="4633200" y="4153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6" name=""/>
          <p:cNvSpPr/>
          <p:nvPr/>
        </p:nvSpPr>
        <p:spPr>
          <a:xfrm>
            <a:off x="4635360" y="4152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7" name=""/>
          <p:cNvSpPr/>
          <p:nvPr/>
        </p:nvSpPr>
        <p:spPr>
          <a:xfrm>
            <a:off x="4626720" y="41522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8" name=""/>
          <p:cNvSpPr/>
          <p:nvPr/>
        </p:nvSpPr>
        <p:spPr>
          <a:xfrm>
            <a:off x="4633920" y="415188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9" name=""/>
          <p:cNvSpPr/>
          <p:nvPr/>
        </p:nvSpPr>
        <p:spPr>
          <a:xfrm>
            <a:off x="4627440" y="414828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0" name=""/>
          <p:cNvSpPr/>
          <p:nvPr/>
        </p:nvSpPr>
        <p:spPr>
          <a:xfrm>
            <a:off x="4626720" y="4147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1" name=""/>
          <p:cNvSpPr/>
          <p:nvPr/>
        </p:nvSpPr>
        <p:spPr>
          <a:xfrm>
            <a:off x="4629960" y="41450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2" name=""/>
          <p:cNvSpPr/>
          <p:nvPr/>
        </p:nvSpPr>
        <p:spPr>
          <a:xfrm>
            <a:off x="4631040" y="414324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1"/>
                </a:moveTo>
                <a:lnTo>
                  <a:pt x="2" y="1"/>
                </a:ln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2" y="1"/>
                </a:lnTo>
                <a:lnTo>
                  <a:pt x="4" y="0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3" name=""/>
          <p:cNvSpPr/>
          <p:nvPr/>
        </p:nvSpPr>
        <p:spPr>
          <a:xfrm>
            <a:off x="4632120" y="41432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4" name=""/>
          <p:cNvSpPr/>
          <p:nvPr/>
        </p:nvSpPr>
        <p:spPr>
          <a:xfrm>
            <a:off x="4633200" y="4142160"/>
            <a:ext cx="2880" cy="2160"/>
          </a:xfrm>
          <a:custGeom>
            <a:avLst/>
            <a:gdLst/>
            <a:ahLst/>
            <a:rect l="0" t="0" r="r" b="b"/>
            <a:pathLst>
              <a:path w="8" h="6">
                <a:moveTo>
                  <a:pt x="5" y="1"/>
                </a:moveTo>
                <a:lnTo>
                  <a:pt x="6" y="1"/>
                </a:lnTo>
                <a:lnTo>
                  <a:pt x="6" y="2"/>
                </a:lnTo>
                <a:lnTo>
                  <a:pt x="6" y="3"/>
                </a:lnTo>
                <a:lnTo>
                  <a:pt x="7" y="5"/>
                </a:lnTo>
                <a:lnTo>
                  <a:pt x="8" y="5"/>
                </a:lnTo>
                <a:lnTo>
                  <a:pt x="7" y="5"/>
                </a:lnTo>
                <a:lnTo>
                  <a:pt x="6" y="5"/>
                </a:lnTo>
                <a:lnTo>
                  <a:pt x="6" y="6"/>
                </a:lnTo>
                <a:lnTo>
                  <a:pt x="5" y="6"/>
                </a:lnTo>
                <a:lnTo>
                  <a:pt x="4" y="6"/>
                </a:lnTo>
                <a:lnTo>
                  <a:pt x="2" y="6"/>
                </a:lnTo>
                <a:lnTo>
                  <a:pt x="2" y="5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5" y="0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5" name=""/>
          <p:cNvSpPr/>
          <p:nvPr/>
        </p:nvSpPr>
        <p:spPr>
          <a:xfrm>
            <a:off x="4635000" y="414252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6" name=""/>
          <p:cNvSpPr/>
          <p:nvPr/>
        </p:nvSpPr>
        <p:spPr>
          <a:xfrm>
            <a:off x="4635000" y="414252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7" name=""/>
          <p:cNvSpPr/>
          <p:nvPr/>
        </p:nvSpPr>
        <p:spPr>
          <a:xfrm>
            <a:off x="4646160" y="41414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8" name=""/>
          <p:cNvSpPr/>
          <p:nvPr/>
        </p:nvSpPr>
        <p:spPr>
          <a:xfrm>
            <a:off x="4645440" y="41407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9" name=""/>
          <p:cNvSpPr/>
          <p:nvPr/>
        </p:nvSpPr>
        <p:spPr>
          <a:xfrm>
            <a:off x="4636080" y="41371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90" name=""/>
          <p:cNvSpPr/>
          <p:nvPr/>
        </p:nvSpPr>
        <p:spPr>
          <a:xfrm>
            <a:off x="4635360" y="413316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3" y="0"/>
                </a:moveTo>
                <a:lnTo>
                  <a:pt x="3" y="1"/>
                </a:lnTo>
                <a:lnTo>
                  <a:pt x="4" y="3"/>
                </a:lnTo>
                <a:lnTo>
                  <a:pt x="4" y="4"/>
                </a:lnTo>
                <a:lnTo>
                  <a:pt x="4" y="5"/>
                </a:lnTo>
                <a:lnTo>
                  <a:pt x="5" y="5"/>
                </a:lnTo>
                <a:lnTo>
                  <a:pt x="6" y="6"/>
                </a:lnTo>
                <a:lnTo>
                  <a:pt x="5" y="6"/>
                </a:lnTo>
                <a:lnTo>
                  <a:pt x="5" y="7"/>
                </a:lnTo>
                <a:lnTo>
                  <a:pt x="4" y="7"/>
                </a:lnTo>
                <a:lnTo>
                  <a:pt x="4" y="6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91" name=""/>
          <p:cNvSpPr/>
          <p:nvPr/>
        </p:nvSpPr>
        <p:spPr>
          <a:xfrm>
            <a:off x="4632120" y="413208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92" name=""/>
          <p:cNvSpPr/>
          <p:nvPr/>
        </p:nvSpPr>
        <p:spPr>
          <a:xfrm>
            <a:off x="4414680" y="4027680"/>
            <a:ext cx="159480" cy="206280"/>
          </a:xfrm>
          <a:custGeom>
            <a:avLst/>
            <a:gdLst/>
            <a:ahLst/>
            <a:rect l="0" t="0" r="r" b="b"/>
            <a:pathLst>
              <a:path w="443" h="573">
                <a:moveTo>
                  <a:pt x="280" y="1"/>
                </a:moveTo>
                <a:lnTo>
                  <a:pt x="281" y="1"/>
                </a:lnTo>
                <a:lnTo>
                  <a:pt x="281" y="2"/>
                </a:lnTo>
                <a:lnTo>
                  <a:pt x="282" y="2"/>
                </a:lnTo>
                <a:lnTo>
                  <a:pt x="283" y="2"/>
                </a:lnTo>
                <a:lnTo>
                  <a:pt x="284" y="3"/>
                </a:lnTo>
                <a:lnTo>
                  <a:pt x="285" y="2"/>
                </a:lnTo>
                <a:lnTo>
                  <a:pt x="286" y="3"/>
                </a:lnTo>
                <a:lnTo>
                  <a:pt x="287" y="3"/>
                </a:lnTo>
                <a:lnTo>
                  <a:pt x="287" y="4"/>
                </a:lnTo>
                <a:lnTo>
                  <a:pt x="288" y="4"/>
                </a:lnTo>
                <a:lnTo>
                  <a:pt x="288" y="5"/>
                </a:lnTo>
                <a:lnTo>
                  <a:pt x="289" y="6"/>
                </a:lnTo>
                <a:lnTo>
                  <a:pt x="289" y="7"/>
                </a:lnTo>
                <a:lnTo>
                  <a:pt x="289" y="8"/>
                </a:lnTo>
                <a:lnTo>
                  <a:pt x="290" y="8"/>
                </a:lnTo>
                <a:lnTo>
                  <a:pt x="291" y="8"/>
                </a:lnTo>
                <a:lnTo>
                  <a:pt x="292" y="8"/>
                </a:lnTo>
                <a:lnTo>
                  <a:pt x="292" y="7"/>
                </a:lnTo>
                <a:lnTo>
                  <a:pt x="293" y="7"/>
                </a:lnTo>
                <a:lnTo>
                  <a:pt x="293" y="8"/>
                </a:lnTo>
                <a:lnTo>
                  <a:pt x="292" y="8"/>
                </a:lnTo>
                <a:lnTo>
                  <a:pt x="292" y="9"/>
                </a:lnTo>
                <a:lnTo>
                  <a:pt x="293" y="9"/>
                </a:lnTo>
                <a:lnTo>
                  <a:pt x="293" y="10"/>
                </a:lnTo>
                <a:lnTo>
                  <a:pt x="292" y="10"/>
                </a:lnTo>
                <a:lnTo>
                  <a:pt x="292" y="11"/>
                </a:lnTo>
                <a:lnTo>
                  <a:pt x="292" y="12"/>
                </a:lnTo>
                <a:lnTo>
                  <a:pt x="293" y="12"/>
                </a:lnTo>
                <a:lnTo>
                  <a:pt x="293" y="11"/>
                </a:lnTo>
                <a:lnTo>
                  <a:pt x="294" y="11"/>
                </a:lnTo>
                <a:lnTo>
                  <a:pt x="295" y="11"/>
                </a:lnTo>
                <a:lnTo>
                  <a:pt x="296" y="10"/>
                </a:lnTo>
                <a:lnTo>
                  <a:pt x="297" y="10"/>
                </a:lnTo>
                <a:lnTo>
                  <a:pt x="297" y="11"/>
                </a:lnTo>
                <a:lnTo>
                  <a:pt x="298" y="11"/>
                </a:lnTo>
                <a:lnTo>
                  <a:pt x="299" y="11"/>
                </a:lnTo>
                <a:lnTo>
                  <a:pt x="299" y="12"/>
                </a:lnTo>
                <a:lnTo>
                  <a:pt x="299" y="13"/>
                </a:lnTo>
                <a:lnTo>
                  <a:pt x="299" y="14"/>
                </a:lnTo>
                <a:lnTo>
                  <a:pt x="298" y="15"/>
                </a:lnTo>
                <a:lnTo>
                  <a:pt x="298" y="16"/>
                </a:lnTo>
                <a:lnTo>
                  <a:pt x="299" y="16"/>
                </a:lnTo>
                <a:lnTo>
                  <a:pt x="299" y="17"/>
                </a:lnTo>
                <a:lnTo>
                  <a:pt x="298" y="17"/>
                </a:lnTo>
                <a:lnTo>
                  <a:pt x="298" y="18"/>
                </a:lnTo>
                <a:lnTo>
                  <a:pt x="298" y="19"/>
                </a:lnTo>
                <a:lnTo>
                  <a:pt x="297" y="20"/>
                </a:lnTo>
                <a:lnTo>
                  <a:pt x="296" y="20"/>
                </a:lnTo>
                <a:lnTo>
                  <a:pt x="296" y="21"/>
                </a:lnTo>
                <a:lnTo>
                  <a:pt x="295" y="22"/>
                </a:lnTo>
                <a:lnTo>
                  <a:pt x="294" y="23"/>
                </a:lnTo>
                <a:lnTo>
                  <a:pt x="294" y="24"/>
                </a:lnTo>
                <a:lnTo>
                  <a:pt x="293" y="24"/>
                </a:lnTo>
                <a:lnTo>
                  <a:pt x="292" y="25"/>
                </a:lnTo>
                <a:lnTo>
                  <a:pt x="292" y="26"/>
                </a:lnTo>
                <a:lnTo>
                  <a:pt x="292" y="27"/>
                </a:lnTo>
                <a:lnTo>
                  <a:pt x="291" y="27"/>
                </a:lnTo>
                <a:lnTo>
                  <a:pt x="290" y="28"/>
                </a:lnTo>
                <a:lnTo>
                  <a:pt x="289" y="29"/>
                </a:lnTo>
                <a:lnTo>
                  <a:pt x="288" y="29"/>
                </a:lnTo>
                <a:lnTo>
                  <a:pt x="287" y="28"/>
                </a:lnTo>
                <a:lnTo>
                  <a:pt x="286" y="28"/>
                </a:lnTo>
                <a:lnTo>
                  <a:pt x="286" y="29"/>
                </a:lnTo>
                <a:lnTo>
                  <a:pt x="285" y="29"/>
                </a:lnTo>
                <a:lnTo>
                  <a:pt x="285" y="30"/>
                </a:lnTo>
                <a:lnTo>
                  <a:pt x="284" y="30"/>
                </a:lnTo>
                <a:lnTo>
                  <a:pt x="284" y="31"/>
                </a:lnTo>
                <a:lnTo>
                  <a:pt x="283" y="31"/>
                </a:lnTo>
                <a:lnTo>
                  <a:pt x="283" y="32"/>
                </a:lnTo>
                <a:lnTo>
                  <a:pt x="282" y="32"/>
                </a:lnTo>
                <a:lnTo>
                  <a:pt x="282" y="33"/>
                </a:lnTo>
                <a:lnTo>
                  <a:pt x="282" y="34"/>
                </a:lnTo>
                <a:lnTo>
                  <a:pt x="281" y="34"/>
                </a:lnTo>
                <a:lnTo>
                  <a:pt x="281" y="35"/>
                </a:lnTo>
                <a:lnTo>
                  <a:pt x="280" y="35"/>
                </a:lnTo>
                <a:lnTo>
                  <a:pt x="279" y="35"/>
                </a:lnTo>
                <a:lnTo>
                  <a:pt x="279" y="36"/>
                </a:lnTo>
                <a:lnTo>
                  <a:pt x="279" y="37"/>
                </a:lnTo>
                <a:lnTo>
                  <a:pt x="278" y="37"/>
                </a:lnTo>
                <a:lnTo>
                  <a:pt x="278" y="38"/>
                </a:lnTo>
                <a:lnTo>
                  <a:pt x="278" y="39"/>
                </a:lnTo>
                <a:lnTo>
                  <a:pt x="277" y="39"/>
                </a:lnTo>
                <a:lnTo>
                  <a:pt x="276" y="39"/>
                </a:lnTo>
                <a:lnTo>
                  <a:pt x="276" y="40"/>
                </a:lnTo>
                <a:lnTo>
                  <a:pt x="277" y="40"/>
                </a:lnTo>
                <a:lnTo>
                  <a:pt x="278" y="40"/>
                </a:lnTo>
                <a:lnTo>
                  <a:pt x="279" y="40"/>
                </a:lnTo>
                <a:lnTo>
                  <a:pt x="280" y="41"/>
                </a:lnTo>
                <a:lnTo>
                  <a:pt x="280" y="42"/>
                </a:lnTo>
                <a:lnTo>
                  <a:pt x="279" y="42"/>
                </a:lnTo>
                <a:lnTo>
                  <a:pt x="278" y="42"/>
                </a:lnTo>
                <a:lnTo>
                  <a:pt x="277" y="43"/>
                </a:lnTo>
                <a:lnTo>
                  <a:pt x="277" y="44"/>
                </a:lnTo>
                <a:lnTo>
                  <a:pt x="277" y="45"/>
                </a:lnTo>
                <a:lnTo>
                  <a:pt x="278" y="46"/>
                </a:lnTo>
                <a:lnTo>
                  <a:pt x="279" y="47"/>
                </a:lnTo>
                <a:lnTo>
                  <a:pt x="280" y="48"/>
                </a:lnTo>
                <a:lnTo>
                  <a:pt x="279" y="48"/>
                </a:lnTo>
                <a:lnTo>
                  <a:pt x="279" y="49"/>
                </a:lnTo>
                <a:lnTo>
                  <a:pt x="280" y="49"/>
                </a:lnTo>
                <a:lnTo>
                  <a:pt x="281" y="49"/>
                </a:lnTo>
                <a:lnTo>
                  <a:pt x="282" y="50"/>
                </a:lnTo>
                <a:lnTo>
                  <a:pt x="283" y="51"/>
                </a:lnTo>
                <a:lnTo>
                  <a:pt x="283" y="52"/>
                </a:lnTo>
                <a:lnTo>
                  <a:pt x="283" y="53"/>
                </a:lnTo>
                <a:lnTo>
                  <a:pt x="283" y="52"/>
                </a:lnTo>
                <a:lnTo>
                  <a:pt x="284" y="52"/>
                </a:lnTo>
                <a:lnTo>
                  <a:pt x="284" y="51"/>
                </a:lnTo>
                <a:lnTo>
                  <a:pt x="284" y="50"/>
                </a:lnTo>
                <a:lnTo>
                  <a:pt x="285" y="50"/>
                </a:lnTo>
                <a:lnTo>
                  <a:pt x="286" y="49"/>
                </a:lnTo>
                <a:lnTo>
                  <a:pt x="286" y="50"/>
                </a:lnTo>
                <a:lnTo>
                  <a:pt x="287" y="50"/>
                </a:lnTo>
                <a:lnTo>
                  <a:pt x="287" y="49"/>
                </a:lnTo>
                <a:lnTo>
                  <a:pt x="286" y="49"/>
                </a:lnTo>
                <a:lnTo>
                  <a:pt x="287" y="49"/>
                </a:lnTo>
                <a:lnTo>
                  <a:pt x="287" y="50"/>
                </a:lnTo>
                <a:lnTo>
                  <a:pt x="288" y="49"/>
                </a:lnTo>
                <a:lnTo>
                  <a:pt x="289" y="50"/>
                </a:lnTo>
                <a:lnTo>
                  <a:pt x="288" y="51"/>
                </a:lnTo>
                <a:lnTo>
                  <a:pt x="288" y="52"/>
                </a:lnTo>
                <a:lnTo>
                  <a:pt x="289" y="52"/>
                </a:lnTo>
                <a:lnTo>
                  <a:pt x="290" y="53"/>
                </a:lnTo>
                <a:lnTo>
                  <a:pt x="291" y="52"/>
                </a:lnTo>
                <a:lnTo>
                  <a:pt x="292" y="52"/>
                </a:lnTo>
                <a:lnTo>
                  <a:pt x="293" y="52"/>
                </a:lnTo>
                <a:lnTo>
                  <a:pt x="294" y="51"/>
                </a:lnTo>
                <a:lnTo>
                  <a:pt x="295" y="50"/>
                </a:lnTo>
                <a:lnTo>
                  <a:pt x="295" y="49"/>
                </a:lnTo>
                <a:lnTo>
                  <a:pt x="296" y="49"/>
                </a:lnTo>
                <a:lnTo>
                  <a:pt x="297" y="48"/>
                </a:lnTo>
                <a:lnTo>
                  <a:pt x="297" y="47"/>
                </a:lnTo>
                <a:lnTo>
                  <a:pt x="298" y="47"/>
                </a:lnTo>
                <a:lnTo>
                  <a:pt x="299" y="47"/>
                </a:lnTo>
                <a:lnTo>
                  <a:pt x="299" y="46"/>
                </a:lnTo>
                <a:lnTo>
                  <a:pt x="299" y="47"/>
                </a:lnTo>
                <a:lnTo>
                  <a:pt x="300" y="46"/>
                </a:lnTo>
                <a:lnTo>
                  <a:pt x="301" y="45"/>
                </a:lnTo>
                <a:lnTo>
                  <a:pt x="301" y="44"/>
                </a:lnTo>
                <a:lnTo>
                  <a:pt x="302" y="44"/>
                </a:lnTo>
                <a:lnTo>
                  <a:pt x="303" y="44"/>
                </a:lnTo>
                <a:lnTo>
                  <a:pt x="304" y="44"/>
                </a:lnTo>
                <a:lnTo>
                  <a:pt x="305" y="43"/>
                </a:lnTo>
                <a:lnTo>
                  <a:pt x="305" y="44"/>
                </a:lnTo>
                <a:lnTo>
                  <a:pt x="306" y="44"/>
                </a:lnTo>
                <a:lnTo>
                  <a:pt x="306" y="42"/>
                </a:lnTo>
                <a:lnTo>
                  <a:pt x="307" y="42"/>
                </a:lnTo>
                <a:lnTo>
                  <a:pt x="307" y="41"/>
                </a:lnTo>
                <a:lnTo>
                  <a:pt x="308" y="40"/>
                </a:lnTo>
                <a:lnTo>
                  <a:pt x="309" y="40"/>
                </a:lnTo>
                <a:lnTo>
                  <a:pt x="310" y="40"/>
                </a:lnTo>
                <a:lnTo>
                  <a:pt x="311" y="40"/>
                </a:lnTo>
                <a:lnTo>
                  <a:pt x="311" y="41"/>
                </a:lnTo>
                <a:lnTo>
                  <a:pt x="312" y="41"/>
                </a:lnTo>
                <a:lnTo>
                  <a:pt x="312" y="40"/>
                </a:lnTo>
                <a:lnTo>
                  <a:pt x="313" y="40"/>
                </a:lnTo>
                <a:lnTo>
                  <a:pt x="314" y="40"/>
                </a:lnTo>
                <a:lnTo>
                  <a:pt x="314" y="39"/>
                </a:lnTo>
                <a:lnTo>
                  <a:pt x="315" y="39"/>
                </a:lnTo>
                <a:lnTo>
                  <a:pt x="316" y="39"/>
                </a:lnTo>
                <a:lnTo>
                  <a:pt x="316" y="38"/>
                </a:lnTo>
                <a:lnTo>
                  <a:pt x="317" y="38"/>
                </a:lnTo>
                <a:lnTo>
                  <a:pt x="318" y="38"/>
                </a:lnTo>
                <a:lnTo>
                  <a:pt x="318" y="37"/>
                </a:lnTo>
                <a:lnTo>
                  <a:pt x="319" y="37"/>
                </a:lnTo>
                <a:lnTo>
                  <a:pt x="319" y="36"/>
                </a:lnTo>
                <a:lnTo>
                  <a:pt x="318" y="35"/>
                </a:lnTo>
                <a:lnTo>
                  <a:pt x="318" y="34"/>
                </a:lnTo>
                <a:lnTo>
                  <a:pt x="317" y="34"/>
                </a:lnTo>
                <a:lnTo>
                  <a:pt x="317" y="33"/>
                </a:lnTo>
                <a:lnTo>
                  <a:pt x="318" y="33"/>
                </a:lnTo>
                <a:lnTo>
                  <a:pt x="318" y="32"/>
                </a:lnTo>
                <a:lnTo>
                  <a:pt x="319" y="32"/>
                </a:lnTo>
                <a:lnTo>
                  <a:pt x="320" y="31"/>
                </a:lnTo>
                <a:lnTo>
                  <a:pt x="320" y="30"/>
                </a:lnTo>
                <a:lnTo>
                  <a:pt x="319" y="29"/>
                </a:lnTo>
                <a:lnTo>
                  <a:pt x="319" y="28"/>
                </a:lnTo>
                <a:lnTo>
                  <a:pt x="318" y="29"/>
                </a:lnTo>
                <a:lnTo>
                  <a:pt x="317" y="28"/>
                </a:lnTo>
                <a:lnTo>
                  <a:pt x="317" y="27"/>
                </a:lnTo>
                <a:lnTo>
                  <a:pt x="316" y="27"/>
                </a:lnTo>
                <a:lnTo>
                  <a:pt x="316" y="26"/>
                </a:lnTo>
                <a:lnTo>
                  <a:pt x="315" y="26"/>
                </a:lnTo>
                <a:lnTo>
                  <a:pt x="314" y="26"/>
                </a:lnTo>
                <a:lnTo>
                  <a:pt x="315" y="25"/>
                </a:lnTo>
                <a:lnTo>
                  <a:pt x="316" y="25"/>
                </a:lnTo>
                <a:lnTo>
                  <a:pt x="317" y="24"/>
                </a:lnTo>
                <a:lnTo>
                  <a:pt x="317" y="23"/>
                </a:lnTo>
                <a:lnTo>
                  <a:pt x="318" y="23"/>
                </a:lnTo>
                <a:lnTo>
                  <a:pt x="319" y="22"/>
                </a:lnTo>
                <a:lnTo>
                  <a:pt x="320" y="22"/>
                </a:lnTo>
                <a:lnTo>
                  <a:pt x="320" y="21"/>
                </a:lnTo>
                <a:lnTo>
                  <a:pt x="320" y="20"/>
                </a:lnTo>
                <a:lnTo>
                  <a:pt x="319" y="20"/>
                </a:lnTo>
                <a:lnTo>
                  <a:pt x="319" y="19"/>
                </a:lnTo>
                <a:lnTo>
                  <a:pt x="320" y="18"/>
                </a:lnTo>
                <a:lnTo>
                  <a:pt x="321" y="17"/>
                </a:lnTo>
                <a:lnTo>
                  <a:pt x="322" y="16"/>
                </a:lnTo>
                <a:lnTo>
                  <a:pt x="323" y="16"/>
                </a:lnTo>
                <a:lnTo>
                  <a:pt x="324" y="16"/>
                </a:lnTo>
                <a:lnTo>
                  <a:pt x="325" y="16"/>
                </a:lnTo>
                <a:lnTo>
                  <a:pt x="326" y="16"/>
                </a:lnTo>
                <a:lnTo>
                  <a:pt x="327" y="15"/>
                </a:lnTo>
                <a:lnTo>
                  <a:pt x="327" y="16"/>
                </a:lnTo>
                <a:lnTo>
                  <a:pt x="328" y="16"/>
                </a:lnTo>
                <a:lnTo>
                  <a:pt x="329" y="17"/>
                </a:lnTo>
                <a:lnTo>
                  <a:pt x="330" y="17"/>
                </a:lnTo>
                <a:lnTo>
                  <a:pt x="331" y="17"/>
                </a:lnTo>
                <a:lnTo>
                  <a:pt x="331" y="18"/>
                </a:lnTo>
                <a:lnTo>
                  <a:pt x="332" y="19"/>
                </a:lnTo>
                <a:lnTo>
                  <a:pt x="332" y="20"/>
                </a:lnTo>
                <a:lnTo>
                  <a:pt x="331" y="21"/>
                </a:lnTo>
                <a:lnTo>
                  <a:pt x="331" y="22"/>
                </a:lnTo>
                <a:lnTo>
                  <a:pt x="330" y="23"/>
                </a:lnTo>
                <a:lnTo>
                  <a:pt x="330" y="24"/>
                </a:lnTo>
                <a:lnTo>
                  <a:pt x="331" y="25"/>
                </a:lnTo>
                <a:lnTo>
                  <a:pt x="332" y="25"/>
                </a:lnTo>
                <a:lnTo>
                  <a:pt x="333" y="26"/>
                </a:lnTo>
                <a:lnTo>
                  <a:pt x="335" y="26"/>
                </a:lnTo>
                <a:lnTo>
                  <a:pt x="336" y="26"/>
                </a:lnTo>
                <a:lnTo>
                  <a:pt x="335" y="25"/>
                </a:lnTo>
                <a:lnTo>
                  <a:pt x="336" y="25"/>
                </a:lnTo>
                <a:lnTo>
                  <a:pt x="336" y="24"/>
                </a:lnTo>
                <a:lnTo>
                  <a:pt x="337" y="25"/>
                </a:lnTo>
                <a:lnTo>
                  <a:pt x="338" y="25"/>
                </a:lnTo>
                <a:lnTo>
                  <a:pt x="338" y="24"/>
                </a:lnTo>
                <a:lnTo>
                  <a:pt x="339" y="23"/>
                </a:lnTo>
                <a:lnTo>
                  <a:pt x="340" y="23"/>
                </a:lnTo>
                <a:lnTo>
                  <a:pt x="340" y="24"/>
                </a:lnTo>
                <a:lnTo>
                  <a:pt x="340" y="25"/>
                </a:lnTo>
                <a:lnTo>
                  <a:pt x="340" y="26"/>
                </a:lnTo>
                <a:lnTo>
                  <a:pt x="341" y="26"/>
                </a:lnTo>
                <a:lnTo>
                  <a:pt x="341" y="27"/>
                </a:lnTo>
                <a:lnTo>
                  <a:pt x="342" y="27"/>
                </a:lnTo>
                <a:lnTo>
                  <a:pt x="343" y="27"/>
                </a:lnTo>
                <a:lnTo>
                  <a:pt x="343" y="26"/>
                </a:lnTo>
                <a:lnTo>
                  <a:pt x="344" y="26"/>
                </a:lnTo>
                <a:lnTo>
                  <a:pt x="344" y="25"/>
                </a:lnTo>
                <a:lnTo>
                  <a:pt x="344" y="24"/>
                </a:lnTo>
                <a:lnTo>
                  <a:pt x="346" y="23"/>
                </a:lnTo>
                <a:lnTo>
                  <a:pt x="347" y="23"/>
                </a:lnTo>
                <a:lnTo>
                  <a:pt x="348" y="24"/>
                </a:lnTo>
                <a:lnTo>
                  <a:pt x="348" y="25"/>
                </a:lnTo>
                <a:lnTo>
                  <a:pt x="347" y="25"/>
                </a:lnTo>
                <a:lnTo>
                  <a:pt x="347" y="26"/>
                </a:lnTo>
                <a:lnTo>
                  <a:pt x="347" y="27"/>
                </a:lnTo>
                <a:lnTo>
                  <a:pt x="347" y="28"/>
                </a:lnTo>
                <a:lnTo>
                  <a:pt x="346" y="28"/>
                </a:lnTo>
                <a:lnTo>
                  <a:pt x="346" y="29"/>
                </a:lnTo>
                <a:lnTo>
                  <a:pt x="346" y="30"/>
                </a:lnTo>
                <a:lnTo>
                  <a:pt x="347" y="30"/>
                </a:lnTo>
                <a:lnTo>
                  <a:pt x="347" y="31"/>
                </a:lnTo>
                <a:lnTo>
                  <a:pt x="348" y="31"/>
                </a:lnTo>
                <a:lnTo>
                  <a:pt x="348" y="32"/>
                </a:lnTo>
                <a:lnTo>
                  <a:pt x="348" y="33"/>
                </a:lnTo>
                <a:lnTo>
                  <a:pt x="349" y="32"/>
                </a:lnTo>
                <a:lnTo>
                  <a:pt x="349" y="33"/>
                </a:lnTo>
                <a:lnTo>
                  <a:pt x="349" y="34"/>
                </a:lnTo>
                <a:lnTo>
                  <a:pt x="350" y="35"/>
                </a:lnTo>
                <a:lnTo>
                  <a:pt x="350" y="36"/>
                </a:lnTo>
                <a:lnTo>
                  <a:pt x="350" y="37"/>
                </a:lnTo>
                <a:lnTo>
                  <a:pt x="350" y="38"/>
                </a:lnTo>
                <a:lnTo>
                  <a:pt x="349" y="39"/>
                </a:lnTo>
                <a:lnTo>
                  <a:pt x="350" y="39"/>
                </a:lnTo>
                <a:lnTo>
                  <a:pt x="350" y="40"/>
                </a:lnTo>
                <a:lnTo>
                  <a:pt x="350" y="41"/>
                </a:lnTo>
                <a:lnTo>
                  <a:pt x="351" y="41"/>
                </a:lnTo>
                <a:lnTo>
                  <a:pt x="351" y="40"/>
                </a:lnTo>
                <a:lnTo>
                  <a:pt x="352" y="41"/>
                </a:lnTo>
                <a:lnTo>
                  <a:pt x="351" y="42"/>
                </a:lnTo>
                <a:lnTo>
                  <a:pt x="352" y="42"/>
                </a:lnTo>
                <a:lnTo>
                  <a:pt x="353" y="42"/>
                </a:lnTo>
                <a:lnTo>
                  <a:pt x="353" y="43"/>
                </a:lnTo>
                <a:lnTo>
                  <a:pt x="354" y="42"/>
                </a:lnTo>
                <a:lnTo>
                  <a:pt x="355" y="42"/>
                </a:lnTo>
                <a:lnTo>
                  <a:pt x="356" y="43"/>
                </a:lnTo>
                <a:lnTo>
                  <a:pt x="357" y="44"/>
                </a:lnTo>
                <a:lnTo>
                  <a:pt x="356" y="44"/>
                </a:lnTo>
                <a:lnTo>
                  <a:pt x="356" y="46"/>
                </a:lnTo>
                <a:lnTo>
                  <a:pt x="356" y="47"/>
                </a:lnTo>
                <a:lnTo>
                  <a:pt x="357" y="48"/>
                </a:lnTo>
                <a:lnTo>
                  <a:pt x="357" y="49"/>
                </a:lnTo>
                <a:lnTo>
                  <a:pt x="358" y="49"/>
                </a:lnTo>
                <a:lnTo>
                  <a:pt x="358" y="50"/>
                </a:lnTo>
                <a:lnTo>
                  <a:pt x="358" y="49"/>
                </a:lnTo>
                <a:lnTo>
                  <a:pt x="359" y="49"/>
                </a:lnTo>
                <a:lnTo>
                  <a:pt x="359" y="50"/>
                </a:lnTo>
                <a:lnTo>
                  <a:pt x="360" y="50"/>
                </a:lnTo>
                <a:lnTo>
                  <a:pt x="361" y="50"/>
                </a:lnTo>
                <a:lnTo>
                  <a:pt x="362" y="50"/>
                </a:lnTo>
                <a:lnTo>
                  <a:pt x="362" y="51"/>
                </a:lnTo>
                <a:lnTo>
                  <a:pt x="363" y="51"/>
                </a:lnTo>
                <a:lnTo>
                  <a:pt x="363" y="50"/>
                </a:lnTo>
                <a:lnTo>
                  <a:pt x="364" y="50"/>
                </a:lnTo>
                <a:lnTo>
                  <a:pt x="365" y="49"/>
                </a:lnTo>
                <a:lnTo>
                  <a:pt x="365" y="48"/>
                </a:lnTo>
                <a:lnTo>
                  <a:pt x="366" y="48"/>
                </a:lnTo>
                <a:lnTo>
                  <a:pt x="367" y="48"/>
                </a:lnTo>
                <a:lnTo>
                  <a:pt x="367" y="47"/>
                </a:lnTo>
                <a:lnTo>
                  <a:pt x="368" y="48"/>
                </a:lnTo>
                <a:lnTo>
                  <a:pt x="369" y="48"/>
                </a:lnTo>
                <a:lnTo>
                  <a:pt x="369" y="49"/>
                </a:lnTo>
                <a:lnTo>
                  <a:pt x="369" y="50"/>
                </a:lnTo>
                <a:lnTo>
                  <a:pt x="370" y="49"/>
                </a:lnTo>
                <a:lnTo>
                  <a:pt x="370" y="50"/>
                </a:lnTo>
                <a:lnTo>
                  <a:pt x="371" y="50"/>
                </a:lnTo>
                <a:lnTo>
                  <a:pt x="371" y="52"/>
                </a:lnTo>
                <a:lnTo>
                  <a:pt x="370" y="52"/>
                </a:lnTo>
                <a:lnTo>
                  <a:pt x="371" y="53"/>
                </a:lnTo>
                <a:lnTo>
                  <a:pt x="371" y="54"/>
                </a:lnTo>
                <a:lnTo>
                  <a:pt x="372" y="54"/>
                </a:lnTo>
                <a:lnTo>
                  <a:pt x="373" y="54"/>
                </a:lnTo>
                <a:lnTo>
                  <a:pt x="373" y="53"/>
                </a:lnTo>
                <a:lnTo>
                  <a:pt x="374" y="53"/>
                </a:lnTo>
                <a:lnTo>
                  <a:pt x="375" y="54"/>
                </a:lnTo>
                <a:lnTo>
                  <a:pt x="376" y="54"/>
                </a:lnTo>
                <a:lnTo>
                  <a:pt x="376" y="53"/>
                </a:lnTo>
                <a:lnTo>
                  <a:pt x="377" y="53"/>
                </a:lnTo>
                <a:lnTo>
                  <a:pt x="378" y="53"/>
                </a:lnTo>
                <a:lnTo>
                  <a:pt x="378" y="52"/>
                </a:lnTo>
                <a:lnTo>
                  <a:pt x="379" y="52"/>
                </a:lnTo>
                <a:lnTo>
                  <a:pt x="379" y="53"/>
                </a:lnTo>
                <a:lnTo>
                  <a:pt x="380" y="53"/>
                </a:lnTo>
                <a:lnTo>
                  <a:pt x="380" y="52"/>
                </a:lnTo>
                <a:lnTo>
                  <a:pt x="381" y="52"/>
                </a:lnTo>
                <a:lnTo>
                  <a:pt x="382" y="52"/>
                </a:lnTo>
                <a:lnTo>
                  <a:pt x="382" y="51"/>
                </a:lnTo>
                <a:lnTo>
                  <a:pt x="383" y="51"/>
                </a:lnTo>
                <a:lnTo>
                  <a:pt x="383" y="52"/>
                </a:lnTo>
                <a:lnTo>
                  <a:pt x="384" y="52"/>
                </a:lnTo>
                <a:lnTo>
                  <a:pt x="384" y="53"/>
                </a:lnTo>
                <a:lnTo>
                  <a:pt x="386" y="53"/>
                </a:lnTo>
                <a:lnTo>
                  <a:pt x="387" y="52"/>
                </a:lnTo>
                <a:lnTo>
                  <a:pt x="387" y="53"/>
                </a:lnTo>
                <a:lnTo>
                  <a:pt x="387" y="54"/>
                </a:lnTo>
                <a:lnTo>
                  <a:pt x="388" y="54"/>
                </a:lnTo>
                <a:lnTo>
                  <a:pt x="388" y="53"/>
                </a:lnTo>
                <a:lnTo>
                  <a:pt x="388" y="54"/>
                </a:lnTo>
                <a:lnTo>
                  <a:pt x="388" y="55"/>
                </a:lnTo>
                <a:lnTo>
                  <a:pt x="390" y="55"/>
                </a:lnTo>
                <a:lnTo>
                  <a:pt x="390" y="54"/>
                </a:lnTo>
                <a:lnTo>
                  <a:pt x="391" y="54"/>
                </a:lnTo>
                <a:lnTo>
                  <a:pt x="392" y="53"/>
                </a:lnTo>
                <a:lnTo>
                  <a:pt x="393" y="53"/>
                </a:lnTo>
                <a:lnTo>
                  <a:pt x="394" y="54"/>
                </a:lnTo>
                <a:lnTo>
                  <a:pt x="394" y="53"/>
                </a:lnTo>
                <a:lnTo>
                  <a:pt x="395" y="52"/>
                </a:lnTo>
                <a:lnTo>
                  <a:pt x="397" y="52"/>
                </a:lnTo>
                <a:lnTo>
                  <a:pt x="397" y="53"/>
                </a:lnTo>
                <a:lnTo>
                  <a:pt x="398" y="53"/>
                </a:lnTo>
                <a:lnTo>
                  <a:pt x="398" y="52"/>
                </a:lnTo>
                <a:lnTo>
                  <a:pt x="399" y="52"/>
                </a:lnTo>
                <a:lnTo>
                  <a:pt x="399" y="51"/>
                </a:lnTo>
                <a:lnTo>
                  <a:pt x="401" y="51"/>
                </a:lnTo>
                <a:lnTo>
                  <a:pt x="402" y="52"/>
                </a:lnTo>
                <a:lnTo>
                  <a:pt x="403" y="52"/>
                </a:lnTo>
                <a:lnTo>
                  <a:pt x="403" y="53"/>
                </a:lnTo>
                <a:lnTo>
                  <a:pt x="403" y="54"/>
                </a:lnTo>
                <a:lnTo>
                  <a:pt x="404" y="55"/>
                </a:lnTo>
                <a:lnTo>
                  <a:pt x="405" y="55"/>
                </a:lnTo>
                <a:lnTo>
                  <a:pt x="406" y="55"/>
                </a:lnTo>
                <a:lnTo>
                  <a:pt x="407" y="56"/>
                </a:lnTo>
                <a:lnTo>
                  <a:pt x="408" y="55"/>
                </a:lnTo>
                <a:lnTo>
                  <a:pt x="409" y="56"/>
                </a:lnTo>
                <a:lnTo>
                  <a:pt x="409" y="57"/>
                </a:lnTo>
                <a:lnTo>
                  <a:pt x="410" y="57"/>
                </a:lnTo>
                <a:lnTo>
                  <a:pt x="410" y="58"/>
                </a:lnTo>
                <a:lnTo>
                  <a:pt x="411" y="58"/>
                </a:lnTo>
                <a:lnTo>
                  <a:pt x="411" y="59"/>
                </a:lnTo>
                <a:lnTo>
                  <a:pt x="412" y="60"/>
                </a:lnTo>
                <a:lnTo>
                  <a:pt x="411" y="61"/>
                </a:lnTo>
                <a:lnTo>
                  <a:pt x="410" y="62"/>
                </a:lnTo>
                <a:lnTo>
                  <a:pt x="410" y="63"/>
                </a:lnTo>
                <a:lnTo>
                  <a:pt x="411" y="63"/>
                </a:lnTo>
                <a:lnTo>
                  <a:pt x="411" y="64"/>
                </a:lnTo>
                <a:lnTo>
                  <a:pt x="412" y="65"/>
                </a:lnTo>
                <a:lnTo>
                  <a:pt x="411" y="65"/>
                </a:lnTo>
                <a:lnTo>
                  <a:pt x="411" y="66"/>
                </a:lnTo>
                <a:lnTo>
                  <a:pt x="412" y="67"/>
                </a:lnTo>
                <a:lnTo>
                  <a:pt x="412" y="68"/>
                </a:lnTo>
                <a:lnTo>
                  <a:pt x="413" y="68"/>
                </a:lnTo>
                <a:lnTo>
                  <a:pt x="414" y="68"/>
                </a:lnTo>
                <a:lnTo>
                  <a:pt x="414" y="69"/>
                </a:lnTo>
                <a:lnTo>
                  <a:pt x="415" y="69"/>
                </a:lnTo>
                <a:lnTo>
                  <a:pt x="416" y="69"/>
                </a:lnTo>
                <a:lnTo>
                  <a:pt x="417" y="70"/>
                </a:lnTo>
                <a:lnTo>
                  <a:pt x="416" y="70"/>
                </a:lnTo>
                <a:lnTo>
                  <a:pt x="417" y="71"/>
                </a:lnTo>
                <a:lnTo>
                  <a:pt x="418" y="71"/>
                </a:lnTo>
                <a:lnTo>
                  <a:pt x="418" y="72"/>
                </a:lnTo>
                <a:lnTo>
                  <a:pt x="418" y="73"/>
                </a:lnTo>
                <a:lnTo>
                  <a:pt x="417" y="73"/>
                </a:lnTo>
                <a:lnTo>
                  <a:pt x="418" y="73"/>
                </a:lnTo>
                <a:lnTo>
                  <a:pt x="418" y="74"/>
                </a:lnTo>
                <a:lnTo>
                  <a:pt x="418" y="75"/>
                </a:lnTo>
                <a:lnTo>
                  <a:pt x="417" y="75"/>
                </a:lnTo>
                <a:lnTo>
                  <a:pt x="416" y="76"/>
                </a:lnTo>
                <a:lnTo>
                  <a:pt x="415" y="77"/>
                </a:lnTo>
                <a:lnTo>
                  <a:pt x="416" y="77"/>
                </a:lnTo>
                <a:lnTo>
                  <a:pt x="415" y="77"/>
                </a:lnTo>
                <a:lnTo>
                  <a:pt x="415" y="78"/>
                </a:lnTo>
                <a:lnTo>
                  <a:pt x="414" y="78"/>
                </a:lnTo>
                <a:lnTo>
                  <a:pt x="414" y="79"/>
                </a:lnTo>
                <a:lnTo>
                  <a:pt x="415" y="79"/>
                </a:lnTo>
                <a:lnTo>
                  <a:pt x="415" y="80"/>
                </a:lnTo>
                <a:lnTo>
                  <a:pt x="414" y="80"/>
                </a:lnTo>
                <a:lnTo>
                  <a:pt x="414" y="81"/>
                </a:lnTo>
                <a:lnTo>
                  <a:pt x="414" y="82"/>
                </a:lnTo>
                <a:lnTo>
                  <a:pt x="414" y="81"/>
                </a:lnTo>
                <a:lnTo>
                  <a:pt x="413" y="81"/>
                </a:lnTo>
                <a:lnTo>
                  <a:pt x="412" y="81"/>
                </a:lnTo>
                <a:lnTo>
                  <a:pt x="411" y="81"/>
                </a:lnTo>
                <a:lnTo>
                  <a:pt x="410" y="81"/>
                </a:lnTo>
                <a:lnTo>
                  <a:pt x="410" y="80"/>
                </a:lnTo>
                <a:lnTo>
                  <a:pt x="409" y="80"/>
                </a:lnTo>
                <a:lnTo>
                  <a:pt x="409" y="81"/>
                </a:lnTo>
                <a:lnTo>
                  <a:pt x="408" y="81"/>
                </a:lnTo>
                <a:lnTo>
                  <a:pt x="407" y="81"/>
                </a:lnTo>
                <a:lnTo>
                  <a:pt x="406" y="81"/>
                </a:lnTo>
                <a:lnTo>
                  <a:pt x="406" y="82"/>
                </a:lnTo>
                <a:lnTo>
                  <a:pt x="406" y="83"/>
                </a:lnTo>
                <a:lnTo>
                  <a:pt x="406" y="84"/>
                </a:lnTo>
                <a:lnTo>
                  <a:pt x="406" y="85"/>
                </a:lnTo>
                <a:lnTo>
                  <a:pt x="406" y="86"/>
                </a:lnTo>
                <a:lnTo>
                  <a:pt x="406" y="87"/>
                </a:lnTo>
                <a:lnTo>
                  <a:pt x="406" y="88"/>
                </a:lnTo>
                <a:lnTo>
                  <a:pt x="407" y="88"/>
                </a:lnTo>
                <a:lnTo>
                  <a:pt x="406" y="88"/>
                </a:lnTo>
                <a:lnTo>
                  <a:pt x="405" y="88"/>
                </a:lnTo>
                <a:lnTo>
                  <a:pt x="404" y="88"/>
                </a:lnTo>
                <a:lnTo>
                  <a:pt x="403" y="88"/>
                </a:lnTo>
                <a:lnTo>
                  <a:pt x="403" y="89"/>
                </a:lnTo>
                <a:lnTo>
                  <a:pt x="403" y="90"/>
                </a:lnTo>
                <a:lnTo>
                  <a:pt x="402" y="91"/>
                </a:lnTo>
                <a:lnTo>
                  <a:pt x="402" y="92"/>
                </a:lnTo>
                <a:lnTo>
                  <a:pt x="402" y="93"/>
                </a:lnTo>
                <a:lnTo>
                  <a:pt x="402" y="94"/>
                </a:lnTo>
                <a:lnTo>
                  <a:pt x="403" y="94"/>
                </a:lnTo>
                <a:lnTo>
                  <a:pt x="403" y="95"/>
                </a:lnTo>
                <a:lnTo>
                  <a:pt x="403" y="96"/>
                </a:lnTo>
                <a:lnTo>
                  <a:pt x="403" y="97"/>
                </a:lnTo>
                <a:lnTo>
                  <a:pt x="403" y="98"/>
                </a:lnTo>
                <a:lnTo>
                  <a:pt x="404" y="98"/>
                </a:lnTo>
                <a:lnTo>
                  <a:pt x="404" y="99"/>
                </a:lnTo>
                <a:lnTo>
                  <a:pt x="403" y="99"/>
                </a:lnTo>
                <a:lnTo>
                  <a:pt x="402" y="100"/>
                </a:lnTo>
                <a:lnTo>
                  <a:pt x="402" y="101"/>
                </a:lnTo>
                <a:lnTo>
                  <a:pt x="403" y="101"/>
                </a:lnTo>
                <a:lnTo>
                  <a:pt x="404" y="101"/>
                </a:lnTo>
                <a:lnTo>
                  <a:pt x="404" y="102"/>
                </a:lnTo>
                <a:lnTo>
                  <a:pt x="405" y="102"/>
                </a:lnTo>
                <a:lnTo>
                  <a:pt x="406" y="102"/>
                </a:lnTo>
                <a:lnTo>
                  <a:pt x="406" y="103"/>
                </a:lnTo>
                <a:lnTo>
                  <a:pt x="406" y="104"/>
                </a:lnTo>
                <a:lnTo>
                  <a:pt x="405" y="105"/>
                </a:lnTo>
                <a:lnTo>
                  <a:pt x="405" y="106"/>
                </a:lnTo>
                <a:lnTo>
                  <a:pt x="406" y="106"/>
                </a:lnTo>
                <a:lnTo>
                  <a:pt x="405" y="106"/>
                </a:lnTo>
                <a:lnTo>
                  <a:pt x="406" y="107"/>
                </a:lnTo>
                <a:lnTo>
                  <a:pt x="406" y="106"/>
                </a:lnTo>
                <a:lnTo>
                  <a:pt x="406" y="107"/>
                </a:lnTo>
                <a:lnTo>
                  <a:pt x="407" y="107"/>
                </a:lnTo>
                <a:lnTo>
                  <a:pt x="407" y="108"/>
                </a:lnTo>
                <a:lnTo>
                  <a:pt x="407" y="109"/>
                </a:lnTo>
                <a:lnTo>
                  <a:pt x="407" y="110"/>
                </a:lnTo>
                <a:lnTo>
                  <a:pt x="408" y="110"/>
                </a:lnTo>
                <a:lnTo>
                  <a:pt x="408" y="109"/>
                </a:lnTo>
                <a:lnTo>
                  <a:pt x="409" y="109"/>
                </a:lnTo>
                <a:lnTo>
                  <a:pt x="409" y="110"/>
                </a:lnTo>
                <a:lnTo>
                  <a:pt x="408" y="111"/>
                </a:lnTo>
                <a:lnTo>
                  <a:pt x="409" y="111"/>
                </a:lnTo>
                <a:lnTo>
                  <a:pt x="409" y="110"/>
                </a:lnTo>
                <a:lnTo>
                  <a:pt x="409" y="109"/>
                </a:lnTo>
                <a:lnTo>
                  <a:pt x="410" y="109"/>
                </a:lnTo>
                <a:lnTo>
                  <a:pt x="411" y="109"/>
                </a:lnTo>
                <a:lnTo>
                  <a:pt x="411" y="110"/>
                </a:lnTo>
                <a:lnTo>
                  <a:pt x="410" y="110"/>
                </a:lnTo>
                <a:lnTo>
                  <a:pt x="410" y="111"/>
                </a:lnTo>
                <a:lnTo>
                  <a:pt x="411" y="112"/>
                </a:lnTo>
                <a:lnTo>
                  <a:pt x="412" y="112"/>
                </a:lnTo>
                <a:lnTo>
                  <a:pt x="413" y="112"/>
                </a:lnTo>
                <a:lnTo>
                  <a:pt x="414" y="112"/>
                </a:lnTo>
                <a:lnTo>
                  <a:pt x="415" y="112"/>
                </a:lnTo>
                <a:lnTo>
                  <a:pt x="416" y="113"/>
                </a:lnTo>
                <a:lnTo>
                  <a:pt x="417" y="114"/>
                </a:lnTo>
                <a:lnTo>
                  <a:pt x="417" y="115"/>
                </a:lnTo>
                <a:lnTo>
                  <a:pt x="418" y="115"/>
                </a:lnTo>
                <a:lnTo>
                  <a:pt x="418" y="116"/>
                </a:lnTo>
                <a:lnTo>
                  <a:pt x="419" y="115"/>
                </a:lnTo>
                <a:lnTo>
                  <a:pt x="419" y="116"/>
                </a:lnTo>
                <a:lnTo>
                  <a:pt x="420" y="116"/>
                </a:lnTo>
                <a:lnTo>
                  <a:pt x="419" y="117"/>
                </a:lnTo>
                <a:lnTo>
                  <a:pt x="418" y="117"/>
                </a:lnTo>
                <a:lnTo>
                  <a:pt x="418" y="118"/>
                </a:lnTo>
                <a:lnTo>
                  <a:pt x="417" y="119"/>
                </a:lnTo>
                <a:lnTo>
                  <a:pt x="417" y="120"/>
                </a:lnTo>
                <a:lnTo>
                  <a:pt x="418" y="120"/>
                </a:lnTo>
                <a:lnTo>
                  <a:pt x="419" y="120"/>
                </a:lnTo>
                <a:lnTo>
                  <a:pt x="419" y="119"/>
                </a:lnTo>
                <a:lnTo>
                  <a:pt x="420" y="119"/>
                </a:lnTo>
                <a:lnTo>
                  <a:pt x="421" y="118"/>
                </a:lnTo>
                <a:lnTo>
                  <a:pt x="422" y="118"/>
                </a:lnTo>
                <a:lnTo>
                  <a:pt x="423" y="118"/>
                </a:lnTo>
                <a:lnTo>
                  <a:pt x="423" y="119"/>
                </a:lnTo>
                <a:lnTo>
                  <a:pt x="423" y="118"/>
                </a:lnTo>
                <a:lnTo>
                  <a:pt x="423" y="119"/>
                </a:lnTo>
                <a:lnTo>
                  <a:pt x="424" y="119"/>
                </a:lnTo>
                <a:lnTo>
                  <a:pt x="424" y="120"/>
                </a:lnTo>
                <a:lnTo>
                  <a:pt x="424" y="121"/>
                </a:lnTo>
                <a:lnTo>
                  <a:pt x="425" y="121"/>
                </a:lnTo>
                <a:lnTo>
                  <a:pt x="425" y="122"/>
                </a:lnTo>
                <a:lnTo>
                  <a:pt x="425" y="123"/>
                </a:lnTo>
                <a:lnTo>
                  <a:pt x="425" y="124"/>
                </a:lnTo>
                <a:lnTo>
                  <a:pt x="426" y="125"/>
                </a:lnTo>
                <a:lnTo>
                  <a:pt x="426" y="126"/>
                </a:lnTo>
                <a:lnTo>
                  <a:pt x="427" y="127"/>
                </a:lnTo>
                <a:lnTo>
                  <a:pt x="426" y="127"/>
                </a:lnTo>
                <a:lnTo>
                  <a:pt x="427" y="128"/>
                </a:lnTo>
                <a:lnTo>
                  <a:pt x="427" y="129"/>
                </a:lnTo>
                <a:lnTo>
                  <a:pt x="428" y="129"/>
                </a:lnTo>
                <a:lnTo>
                  <a:pt x="429" y="129"/>
                </a:lnTo>
                <a:lnTo>
                  <a:pt x="430" y="129"/>
                </a:lnTo>
                <a:lnTo>
                  <a:pt x="431" y="129"/>
                </a:lnTo>
                <a:lnTo>
                  <a:pt x="432" y="129"/>
                </a:lnTo>
                <a:lnTo>
                  <a:pt x="432" y="130"/>
                </a:lnTo>
                <a:lnTo>
                  <a:pt x="433" y="130"/>
                </a:lnTo>
                <a:lnTo>
                  <a:pt x="433" y="131"/>
                </a:lnTo>
                <a:lnTo>
                  <a:pt x="434" y="132"/>
                </a:lnTo>
                <a:lnTo>
                  <a:pt x="433" y="132"/>
                </a:lnTo>
                <a:lnTo>
                  <a:pt x="433" y="133"/>
                </a:lnTo>
                <a:lnTo>
                  <a:pt x="434" y="133"/>
                </a:lnTo>
                <a:lnTo>
                  <a:pt x="434" y="134"/>
                </a:lnTo>
                <a:lnTo>
                  <a:pt x="434" y="135"/>
                </a:lnTo>
                <a:lnTo>
                  <a:pt x="434" y="136"/>
                </a:lnTo>
                <a:lnTo>
                  <a:pt x="434" y="137"/>
                </a:lnTo>
                <a:lnTo>
                  <a:pt x="435" y="137"/>
                </a:lnTo>
                <a:lnTo>
                  <a:pt x="434" y="138"/>
                </a:lnTo>
                <a:lnTo>
                  <a:pt x="435" y="138"/>
                </a:lnTo>
                <a:lnTo>
                  <a:pt x="435" y="139"/>
                </a:lnTo>
                <a:lnTo>
                  <a:pt x="435" y="138"/>
                </a:lnTo>
                <a:lnTo>
                  <a:pt x="435" y="139"/>
                </a:lnTo>
                <a:lnTo>
                  <a:pt x="435" y="138"/>
                </a:lnTo>
                <a:lnTo>
                  <a:pt x="435" y="139"/>
                </a:lnTo>
                <a:lnTo>
                  <a:pt x="435" y="140"/>
                </a:lnTo>
                <a:lnTo>
                  <a:pt x="434" y="140"/>
                </a:lnTo>
                <a:lnTo>
                  <a:pt x="434" y="141"/>
                </a:lnTo>
                <a:lnTo>
                  <a:pt x="435" y="141"/>
                </a:lnTo>
                <a:lnTo>
                  <a:pt x="436" y="141"/>
                </a:lnTo>
                <a:lnTo>
                  <a:pt x="437" y="142"/>
                </a:lnTo>
                <a:lnTo>
                  <a:pt x="436" y="142"/>
                </a:lnTo>
                <a:lnTo>
                  <a:pt x="437" y="143"/>
                </a:lnTo>
                <a:lnTo>
                  <a:pt x="438" y="143"/>
                </a:lnTo>
                <a:lnTo>
                  <a:pt x="438" y="144"/>
                </a:lnTo>
                <a:lnTo>
                  <a:pt x="438" y="143"/>
                </a:lnTo>
                <a:lnTo>
                  <a:pt x="438" y="144"/>
                </a:lnTo>
                <a:lnTo>
                  <a:pt x="438" y="145"/>
                </a:lnTo>
                <a:lnTo>
                  <a:pt x="438" y="146"/>
                </a:lnTo>
                <a:lnTo>
                  <a:pt x="437" y="146"/>
                </a:lnTo>
                <a:lnTo>
                  <a:pt x="437" y="147"/>
                </a:lnTo>
                <a:lnTo>
                  <a:pt x="438" y="148"/>
                </a:lnTo>
                <a:lnTo>
                  <a:pt x="438" y="149"/>
                </a:lnTo>
                <a:lnTo>
                  <a:pt x="437" y="150"/>
                </a:lnTo>
                <a:lnTo>
                  <a:pt x="436" y="150"/>
                </a:lnTo>
                <a:lnTo>
                  <a:pt x="436" y="152"/>
                </a:lnTo>
                <a:lnTo>
                  <a:pt x="437" y="152"/>
                </a:lnTo>
                <a:lnTo>
                  <a:pt x="437" y="153"/>
                </a:lnTo>
                <a:lnTo>
                  <a:pt x="437" y="154"/>
                </a:lnTo>
                <a:lnTo>
                  <a:pt x="436" y="154"/>
                </a:lnTo>
                <a:lnTo>
                  <a:pt x="436" y="155"/>
                </a:lnTo>
                <a:lnTo>
                  <a:pt x="436" y="156"/>
                </a:lnTo>
                <a:lnTo>
                  <a:pt x="437" y="156"/>
                </a:lnTo>
                <a:lnTo>
                  <a:pt x="438" y="156"/>
                </a:lnTo>
                <a:lnTo>
                  <a:pt x="438" y="157"/>
                </a:lnTo>
                <a:lnTo>
                  <a:pt x="437" y="157"/>
                </a:lnTo>
                <a:lnTo>
                  <a:pt x="437" y="158"/>
                </a:lnTo>
                <a:lnTo>
                  <a:pt x="438" y="158"/>
                </a:lnTo>
                <a:lnTo>
                  <a:pt x="437" y="158"/>
                </a:lnTo>
                <a:lnTo>
                  <a:pt x="437" y="159"/>
                </a:lnTo>
                <a:lnTo>
                  <a:pt x="438" y="159"/>
                </a:lnTo>
                <a:lnTo>
                  <a:pt x="439" y="159"/>
                </a:lnTo>
                <a:lnTo>
                  <a:pt x="439" y="160"/>
                </a:lnTo>
                <a:lnTo>
                  <a:pt x="439" y="161"/>
                </a:lnTo>
                <a:lnTo>
                  <a:pt x="438" y="161"/>
                </a:lnTo>
                <a:lnTo>
                  <a:pt x="437" y="161"/>
                </a:lnTo>
                <a:lnTo>
                  <a:pt x="436" y="161"/>
                </a:lnTo>
                <a:lnTo>
                  <a:pt x="436" y="162"/>
                </a:lnTo>
                <a:lnTo>
                  <a:pt x="437" y="162"/>
                </a:lnTo>
                <a:lnTo>
                  <a:pt x="438" y="162"/>
                </a:lnTo>
                <a:lnTo>
                  <a:pt x="439" y="162"/>
                </a:lnTo>
                <a:lnTo>
                  <a:pt x="439" y="163"/>
                </a:lnTo>
                <a:lnTo>
                  <a:pt x="440" y="164"/>
                </a:lnTo>
                <a:lnTo>
                  <a:pt x="441" y="163"/>
                </a:lnTo>
                <a:lnTo>
                  <a:pt x="442" y="163"/>
                </a:lnTo>
                <a:lnTo>
                  <a:pt x="442" y="164"/>
                </a:lnTo>
                <a:lnTo>
                  <a:pt x="443" y="164"/>
                </a:lnTo>
                <a:lnTo>
                  <a:pt x="442" y="164"/>
                </a:lnTo>
                <a:lnTo>
                  <a:pt x="442" y="165"/>
                </a:lnTo>
                <a:lnTo>
                  <a:pt x="441" y="165"/>
                </a:lnTo>
                <a:lnTo>
                  <a:pt x="441" y="166"/>
                </a:lnTo>
                <a:lnTo>
                  <a:pt x="441" y="167"/>
                </a:lnTo>
                <a:lnTo>
                  <a:pt x="441" y="168"/>
                </a:lnTo>
                <a:lnTo>
                  <a:pt x="440" y="168"/>
                </a:lnTo>
                <a:lnTo>
                  <a:pt x="441" y="168"/>
                </a:lnTo>
                <a:lnTo>
                  <a:pt x="440" y="169"/>
                </a:lnTo>
                <a:lnTo>
                  <a:pt x="440" y="170"/>
                </a:lnTo>
                <a:lnTo>
                  <a:pt x="439" y="170"/>
                </a:lnTo>
                <a:lnTo>
                  <a:pt x="439" y="171"/>
                </a:lnTo>
                <a:lnTo>
                  <a:pt x="438" y="171"/>
                </a:lnTo>
                <a:lnTo>
                  <a:pt x="438" y="172"/>
                </a:lnTo>
                <a:lnTo>
                  <a:pt x="439" y="172"/>
                </a:lnTo>
                <a:lnTo>
                  <a:pt x="439" y="173"/>
                </a:lnTo>
                <a:lnTo>
                  <a:pt x="440" y="173"/>
                </a:lnTo>
                <a:lnTo>
                  <a:pt x="440" y="174"/>
                </a:lnTo>
                <a:lnTo>
                  <a:pt x="441" y="175"/>
                </a:lnTo>
                <a:lnTo>
                  <a:pt x="441" y="176"/>
                </a:lnTo>
                <a:lnTo>
                  <a:pt x="441" y="177"/>
                </a:lnTo>
                <a:lnTo>
                  <a:pt x="442" y="178"/>
                </a:lnTo>
                <a:lnTo>
                  <a:pt x="442" y="179"/>
                </a:lnTo>
                <a:lnTo>
                  <a:pt x="442" y="178"/>
                </a:lnTo>
                <a:lnTo>
                  <a:pt x="442" y="179"/>
                </a:lnTo>
                <a:lnTo>
                  <a:pt x="441" y="179"/>
                </a:lnTo>
                <a:lnTo>
                  <a:pt x="442" y="179"/>
                </a:lnTo>
                <a:lnTo>
                  <a:pt x="442" y="178"/>
                </a:lnTo>
                <a:lnTo>
                  <a:pt x="443" y="179"/>
                </a:lnTo>
                <a:lnTo>
                  <a:pt x="442" y="180"/>
                </a:lnTo>
                <a:lnTo>
                  <a:pt x="441" y="180"/>
                </a:lnTo>
                <a:lnTo>
                  <a:pt x="442" y="180"/>
                </a:lnTo>
                <a:lnTo>
                  <a:pt x="441" y="181"/>
                </a:lnTo>
                <a:lnTo>
                  <a:pt x="441" y="182"/>
                </a:lnTo>
                <a:lnTo>
                  <a:pt x="440" y="182"/>
                </a:lnTo>
                <a:lnTo>
                  <a:pt x="439" y="183"/>
                </a:lnTo>
                <a:lnTo>
                  <a:pt x="438" y="183"/>
                </a:lnTo>
                <a:lnTo>
                  <a:pt x="437" y="183"/>
                </a:lnTo>
                <a:lnTo>
                  <a:pt x="436" y="183"/>
                </a:lnTo>
                <a:lnTo>
                  <a:pt x="435" y="184"/>
                </a:lnTo>
                <a:lnTo>
                  <a:pt x="434" y="185"/>
                </a:lnTo>
                <a:lnTo>
                  <a:pt x="433" y="185"/>
                </a:lnTo>
                <a:lnTo>
                  <a:pt x="433" y="186"/>
                </a:lnTo>
                <a:lnTo>
                  <a:pt x="433" y="185"/>
                </a:lnTo>
                <a:lnTo>
                  <a:pt x="432" y="186"/>
                </a:lnTo>
                <a:lnTo>
                  <a:pt x="432" y="187"/>
                </a:lnTo>
                <a:lnTo>
                  <a:pt x="431" y="187"/>
                </a:lnTo>
                <a:lnTo>
                  <a:pt x="430" y="188"/>
                </a:lnTo>
                <a:lnTo>
                  <a:pt x="430" y="189"/>
                </a:lnTo>
                <a:lnTo>
                  <a:pt x="430" y="188"/>
                </a:lnTo>
                <a:lnTo>
                  <a:pt x="429" y="188"/>
                </a:lnTo>
                <a:lnTo>
                  <a:pt x="429" y="189"/>
                </a:lnTo>
                <a:lnTo>
                  <a:pt x="428" y="189"/>
                </a:lnTo>
                <a:lnTo>
                  <a:pt x="428" y="190"/>
                </a:lnTo>
                <a:lnTo>
                  <a:pt x="427" y="190"/>
                </a:lnTo>
                <a:lnTo>
                  <a:pt x="428" y="190"/>
                </a:lnTo>
                <a:lnTo>
                  <a:pt x="428" y="191"/>
                </a:lnTo>
                <a:lnTo>
                  <a:pt x="429" y="191"/>
                </a:lnTo>
                <a:lnTo>
                  <a:pt x="429" y="192"/>
                </a:lnTo>
                <a:lnTo>
                  <a:pt x="429" y="193"/>
                </a:lnTo>
                <a:lnTo>
                  <a:pt x="430" y="193"/>
                </a:lnTo>
                <a:lnTo>
                  <a:pt x="431" y="193"/>
                </a:lnTo>
                <a:lnTo>
                  <a:pt x="432" y="193"/>
                </a:lnTo>
                <a:lnTo>
                  <a:pt x="433" y="193"/>
                </a:lnTo>
                <a:lnTo>
                  <a:pt x="433" y="194"/>
                </a:lnTo>
                <a:lnTo>
                  <a:pt x="433" y="195"/>
                </a:lnTo>
                <a:lnTo>
                  <a:pt x="433" y="196"/>
                </a:lnTo>
                <a:lnTo>
                  <a:pt x="432" y="196"/>
                </a:lnTo>
                <a:lnTo>
                  <a:pt x="432" y="197"/>
                </a:lnTo>
                <a:lnTo>
                  <a:pt x="431" y="197"/>
                </a:lnTo>
                <a:lnTo>
                  <a:pt x="432" y="198"/>
                </a:lnTo>
                <a:lnTo>
                  <a:pt x="432" y="199"/>
                </a:lnTo>
                <a:lnTo>
                  <a:pt x="431" y="200"/>
                </a:lnTo>
                <a:lnTo>
                  <a:pt x="431" y="201"/>
                </a:lnTo>
                <a:lnTo>
                  <a:pt x="431" y="202"/>
                </a:lnTo>
                <a:lnTo>
                  <a:pt x="431" y="203"/>
                </a:lnTo>
                <a:lnTo>
                  <a:pt x="431" y="204"/>
                </a:lnTo>
                <a:lnTo>
                  <a:pt x="430" y="204"/>
                </a:lnTo>
                <a:lnTo>
                  <a:pt x="429" y="204"/>
                </a:lnTo>
                <a:lnTo>
                  <a:pt x="428" y="203"/>
                </a:lnTo>
                <a:lnTo>
                  <a:pt x="428" y="204"/>
                </a:lnTo>
                <a:lnTo>
                  <a:pt x="427" y="203"/>
                </a:lnTo>
                <a:lnTo>
                  <a:pt x="426" y="203"/>
                </a:lnTo>
                <a:lnTo>
                  <a:pt x="426" y="204"/>
                </a:lnTo>
                <a:lnTo>
                  <a:pt x="425" y="204"/>
                </a:lnTo>
                <a:lnTo>
                  <a:pt x="424" y="204"/>
                </a:lnTo>
                <a:lnTo>
                  <a:pt x="423" y="204"/>
                </a:lnTo>
                <a:lnTo>
                  <a:pt x="422" y="205"/>
                </a:lnTo>
                <a:lnTo>
                  <a:pt x="422" y="206"/>
                </a:lnTo>
                <a:lnTo>
                  <a:pt x="421" y="205"/>
                </a:lnTo>
                <a:lnTo>
                  <a:pt x="420" y="206"/>
                </a:lnTo>
                <a:lnTo>
                  <a:pt x="419" y="207"/>
                </a:lnTo>
                <a:lnTo>
                  <a:pt x="419" y="206"/>
                </a:lnTo>
                <a:lnTo>
                  <a:pt x="419" y="207"/>
                </a:lnTo>
                <a:lnTo>
                  <a:pt x="418" y="207"/>
                </a:lnTo>
                <a:lnTo>
                  <a:pt x="417" y="207"/>
                </a:lnTo>
                <a:lnTo>
                  <a:pt x="416" y="207"/>
                </a:lnTo>
                <a:lnTo>
                  <a:pt x="415" y="207"/>
                </a:lnTo>
                <a:lnTo>
                  <a:pt x="414" y="207"/>
                </a:lnTo>
                <a:lnTo>
                  <a:pt x="413" y="206"/>
                </a:lnTo>
                <a:lnTo>
                  <a:pt x="412" y="207"/>
                </a:lnTo>
                <a:lnTo>
                  <a:pt x="411" y="207"/>
                </a:lnTo>
                <a:lnTo>
                  <a:pt x="411" y="208"/>
                </a:lnTo>
                <a:lnTo>
                  <a:pt x="410" y="208"/>
                </a:lnTo>
                <a:lnTo>
                  <a:pt x="410" y="209"/>
                </a:lnTo>
                <a:lnTo>
                  <a:pt x="410" y="210"/>
                </a:lnTo>
                <a:lnTo>
                  <a:pt x="411" y="210"/>
                </a:lnTo>
                <a:lnTo>
                  <a:pt x="411" y="211"/>
                </a:lnTo>
                <a:lnTo>
                  <a:pt x="410" y="211"/>
                </a:lnTo>
                <a:lnTo>
                  <a:pt x="409" y="211"/>
                </a:lnTo>
                <a:lnTo>
                  <a:pt x="408" y="211"/>
                </a:lnTo>
                <a:lnTo>
                  <a:pt x="408" y="212"/>
                </a:lnTo>
                <a:lnTo>
                  <a:pt x="407" y="213"/>
                </a:lnTo>
                <a:lnTo>
                  <a:pt x="407" y="214"/>
                </a:lnTo>
                <a:lnTo>
                  <a:pt x="407" y="215"/>
                </a:lnTo>
                <a:lnTo>
                  <a:pt x="408" y="215"/>
                </a:lnTo>
                <a:lnTo>
                  <a:pt x="408" y="216"/>
                </a:lnTo>
                <a:lnTo>
                  <a:pt x="407" y="216"/>
                </a:lnTo>
                <a:lnTo>
                  <a:pt x="406" y="216"/>
                </a:lnTo>
                <a:lnTo>
                  <a:pt x="405" y="216"/>
                </a:lnTo>
                <a:lnTo>
                  <a:pt x="406" y="216"/>
                </a:lnTo>
                <a:lnTo>
                  <a:pt x="405" y="215"/>
                </a:lnTo>
                <a:lnTo>
                  <a:pt x="405" y="214"/>
                </a:lnTo>
                <a:lnTo>
                  <a:pt x="404" y="214"/>
                </a:lnTo>
                <a:lnTo>
                  <a:pt x="403" y="215"/>
                </a:lnTo>
                <a:lnTo>
                  <a:pt x="403" y="214"/>
                </a:lnTo>
                <a:lnTo>
                  <a:pt x="402" y="214"/>
                </a:lnTo>
                <a:lnTo>
                  <a:pt x="401" y="214"/>
                </a:lnTo>
                <a:lnTo>
                  <a:pt x="400" y="214"/>
                </a:lnTo>
                <a:lnTo>
                  <a:pt x="399" y="214"/>
                </a:lnTo>
                <a:lnTo>
                  <a:pt x="399" y="213"/>
                </a:lnTo>
                <a:lnTo>
                  <a:pt x="399" y="214"/>
                </a:lnTo>
                <a:lnTo>
                  <a:pt x="398" y="214"/>
                </a:lnTo>
                <a:lnTo>
                  <a:pt x="398" y="215"/>
                </a:lnTo>
                <a:lnTo>
                  <a:pt x="397" y="216"/>
                </a:lnTo>
                <a:lnTo>
                  <a:pt x="396" y="216"/>
                </a:lnTo>
                <a:lnTo>
                  <a:pt x="395" y="216"/>
                </a:lnTo>
                <a:lnTo>
                  <a:pt x="395" y="215"/>
                </a:lnTo>
                <a:lnTo>
                  <a:pt x="394" y="215"/>
                </a:lnTo>
                <a:lnTo>
                  <a:pt x="393" y="215"/>
                </a:lnTo>
                <a:lnTo>
                  <a:pt x="393" y="216"/>
                </a:lnTo>
                <a:lnTo>
                  <a:pt x="392" y="216"/>
                </a:lnTo>
                <a:lnTo>
                  <a:pt x="392" y="217"/>
                </a:lnTo>
                <a:lnTo>
                  <a:pt x="391" y="218"/>
                </a:lnTo>
                <a:lnTo>
                  <a:pt x="390" y="218"/>
                </a:lnTo>
                <a:lnTo>
                  <a:pt x="389" y="218"/>
                </a:lnTo>
                <a:lnTo>
                  <a:pt x="388" y="218"/>
                </a:lnTo>
                <a:lnTo>
                  <a:pt x="387" y="219"/>
                </a:lnTo>
                <a:lnTo>
                  <a:pt x="387" y="218"/>
                </a:lnTo>
                <a:lnTo>
                  <a:pt x="386" y="218"/>
                </a:lnTo>
                <a:lnTo>
                  <a:pt x="384" y="220"/>
                </a:lnTo>
                <a:lnTo>
                  <a:pt x="383" y="220"/>
                </a:lnTo>
                <a:lnTo>
                  <a:pt x="382" y="221"/>
                </a:lnTo>
                <a:lnTo>
                  <a:pt x="382" y="222"/>
                </a:lnTo>
                <a:lnTo>
                  <a:pt x="381" y="222"/>
                </a:lnTo>
                <a:lnTo>
                  <a:pt x="381" y="223"/>
                </a:lnTo>
                <a:lnTo>
                  <a:pt x="380" y="223"/>
                </a:lnTo>
                <a:lnTo>
                  <a:pt x="380" y="224"/>
                </a:lnTo>
                <a:lnTo>
                  <a:pt x="380" y="225"/>
                </a:lnTo>
                <a:lnTo>
                  <a:pt x="380" y="226"/>
                </a:lnTo>
                <a:lnTo>
                  <a:pt x="379" y="226"/>
                </a:lnTo>
                <a:lnTo>
                  <a:pt x="379" y="227"/>
                </a:lnTo>
                <a:lnTo>
                  <a:pt x="380" y="227"/>
                </a:lnTo>
                <a:lnTo>
                  <a:pt x="380" y="228"/>
                </a:lnTo>
                <a:lnTo>
                  <a:pt x="379" y="228"/>
                </a:lnTo>
                <a:lnTo>
                  <a:pt x="379" y="229"/>
                </a:lnTo>
                <a:lnTo>
                  <a:pt x="378" y="229"/>
                </a:lnTo>
                <a:lnTo>
                  <a:pt x="378" y="230"/>
                </a:lnTo>
                <a:lnTo>
                  <a:pt x="377" y="230"/>
                </a:lnTo>
                <a:lnTo>
                  <a:pt x="377" y="231"/>
                </a:lnTo>
                <a:lnTo>
                  <a:pt x="377" y="232"/>
                </a:lnTo>
                <a:lnTo>
                  <a:pt x="376" y="232"/>
                </a:lnTo>
                <a:lnTo>
                  <a:pt x="376" y="233"/>
                </a:lnTo>
                <a:lnTo>
                  <a:pt x="375" y="233"/>
                </a:lnTo>
                <a:lnTo>
                  <a:pt x="375" y="232"/>
                </a:lnTo>
                <a:lnTo>
                  <a:pt x="374" y="232"/>
                </a:lnTo>
                <a:lnTo>
                  <a:pt x="373" y="231"/>
                </a:lnTo>
                <a:lnTo>
                  <a:pt x="373" y="230"/>
                </a:lnTo>
                <a:lnTo>
                  <a:pt x="372" y="230"/>
                </a:lnTo>
                <a:lnTo>
                  <a:pt x="371" y="230"/>
                </a:lnTo>
                <a:lnTo>
                  <a:pt x="370" y="230"/>
                </a:lnTo>
                <a:lnTo>
                  <a:pt x="370" y="231"/>
                </a:lnTo>
                <a:lnTo>
                  <a:pt x="370" y="230"/>
                </a:lnTo>
                <a:lnTo>
                  <a:pt x="369" y="229"/>
                </a:lnTo>
                <a:lnTo>
                  <a:pt x="369" y="228"/>
                </a:lnTo>
                <a:lnTo>
                  <a:pt x="368" y="228"/>
                </a:lnTo>
                <a:lnTo>
                  <a:pt x="367" y="227"/>
                </a:lnTo>
                <a:lnTo>
                  <a:pt x="366" y="227"/>
                </a:lnTo>
                <a:lnTo>
                  <a:pt x="365" y="227"/>
                </a:lnTo>
                <a:lnTo>
                  <a:pt x="365" y="226"/>
                </a:lnTo>
                <a:lnTo>
                  <a:pt x="364" y="226"/>
                </a:lnTo>
                <a:lnTo>
                  <a:pt x="363" y="226"/>
                </a:lnTo>
                <a:lnTo>
                  <a:pt x="363" y="225"/>
                </a:lnTo>
                <a:lnTo>
                  <a:pt x="363" y="224"/>
                </a:lnTo>
                <a:lnTo>
                  <a:pt x="363" y="223"/>
                </a:lnTo>
                <a:lnTo>
                  <a:pt x="362" y="222"/>
                </a:lnTo>
                <a:lnTo>
                  <a:pt x="362" y="221"/>
                </a:lnTo>
                <a:lnTo>
                  <a:pt x="362" y="220"/>
                </a:lnTo>
                <a:lnTo>
                  <a:pt x="362" y="219"/>
                </a:lnTo>
                <a:lnTo>
                  <a:pt x="362" y="218"/>
                </a:lnTo>
                <a:lnTo>
                  <a:pt x="361" y="218"/>
                </a:lnTo>
                <a:lnTo>
                  <a:pt x="360" y="219"/>
                </a:lnTo>
                <a:lnTo>
                  <a:pt x="359" y="218"/>
                </a:lnTo>
                <a:lnTo>
                  <a:pt x="360" y="218"/>
                </a:lnTo>
                <a:lnTo>
                  <a:pt x="360" y="217"/>
                </a:lnTo>
                <a:lnTo>
                  <a:pt x="359" y="216"/>
                </a:lnTo>
                <a:lnTo>
                  <a:pt x="359" y="215"/>
                </a:lnTo>
                <a:lnTo>
                  <a:pt x="359" y="216"/>
                </a:lnTo>
                <a:lnTo>
                  <a:pt x="358" y="216"/>
                </a:lnTo>
                <a:lnTo>
                  <a:pt x="358" y="215"/>
                </a:lnTo>
                <a:lnTo>
                  <a:pt x="357" y="215"/>
                </a:lnTo>
                <a:lnTo>
                  <a:pt x="357" y="216"/>
                </a:lnTo>
                <a:lnTo>
                  <a:pt x="357" y="215"/>
                </a:lnTo>
                <a:lnTo>
                  <a:pt x="357" y="214"/>
                </a:lnTo>
                <a:lnTo>
                  <a:pt x="356" y="214"/>
                </a:lnTo>
                <a:lnTo>
                  <a:pt x="356" y="215"/>
                </a:lnTo>
                <a:lnTo>
                  <a:pt x="355" y="215"/>
                </a:lnTo>
                <a:lnTo>
                  <a:pt x="355" y="216"/>
                </a:lnTo>
                <a:lnTo>
                  <a:pt x="355" y="217"/>
                </a:lnTo>
                <a:lnTo>
                  <a:pt x="354" y="217"/>
                </a:lnTo>
                <a:lnTo>
                  <a:pt x="354" y="218"/>
                </a:lnTo>
                <a:lnTo>
                  <a:pt x="352" y="219"/>
                </a:lnTo>
                <a:lnTo>
                  <a:pt x="352" y="220"/>
                </a:lnTo>
                <a:lnTo>
                  <a:pt x="351" y="219"/>
                </a:lnTo>
                <a:lnTo>
                  <a:pt x="351" y="218"/>
                </a:lnTo>
                <a:lnTo>
                  <a:pt x="350" y="218"/>
                </a:lnTo>
                <a:lnTo>
                  <a:pt x="350" y="219"/>
                </a:lnTo>
                <a:lnTo>
                  <a:pt x="349" y="219"/>
                </a:lnTo>
                <a:lnTo>
                  <a:pt x="349" y="220"/>
                </a:lnTo>
                <a:lnTo>
                  <a:pt x="348" y="221"/>
                </a:lnTo>
                <a:lnTo>
                  <a:pt x="348" y="222"/>
                </a:lnTo>
                <a:lnTo>
                  <a:pt x="347" y="222"/>
                </a:lnTo>
                <a:lnTo>
                  <a:pt x="346" y="223"/>
                </a:lnTo>
                <a:lnTo>
                  <a:pt x="345" y="223"/>
                </a:lnTo>
                <a:lnTo>
                  <a:pt x="344" y="224"/>
                </a:lnTo>
                <a:lnTo>
                  <a:pt x="343" y="224"/>
                </a:lnTo>
                <a:lnTo>
                  <a:pt x="342" y="224"/>
                </a:lnTo>
                <a:lnTo>
                  <a:pt x="342" y="225"/>
                </a:lnTo>
                <a:lnTo>
                  <a:pt x="341" y="226"/>
                </a:lnTo>
                <a:lnTo>
                  <a:pt x="341" y="227"/>
                </a:lnTo>
                <a:lnTo>
                  <a:pt x="340" y="227"/>
                </a:lnTo>
                <a:lnTo>
                  <a:pt x="339" y="227"/>
                </a:lnTo>
                <a:lnTo>
                  <a:pt x="339" y="226"/>
                </a:lnTo>
                <a:lnTo>
                  <a:pt x="339" y="225"/>
                </a:lnTo>
                <a:lnTo>
                  <a:pt x="339" y="224"/>
                </a:lnTo>
                <a:lnTo>
                  <a:pt x="338" y="223"/>
                </a:lnTo>
                <a:lnTo>
                  <a:pt x="337" y="224"/>
                </a:lnTo>
                <a:lnTo>
                  <a:pt x="337" y="225"/>
                </a:lnTo>
                <a:lnTo>
                  <a:pt x="336" y="226"/>
                </a:lnTo>
                <a:lnTo>
                  <a:pt x="335" y="226"/>
                </a:lnTo>
                <a:lnTo>
                  <a:pt x="333" y="226"/>
                </a:lnTo>
                <a:lnTo>
                  <a:pt x="333" y="227"/>
                </a:lnTo>
                <a:lnTo>
                  <a:pt x="333" y="228"/>
                </a:lnTo>
                <a:lnTo>
                  <a:pt x="335" y="229"/>
                </a:lnTo>
                <a:lnTo>
                  <a:pt x="335" y="228"/>
                </a:lnTo>
                <a:lnTo>
                  <a:pt x="336" y="229"/>
                </a:lnTo>
                <a:lnTo>
                  <a:pt x="336" y="230"/>
                </a:lnTo>
                <a:lnTo>
                  <a:pt x="336" y="231"/>
                </a:lnTo>
                <a:lnTo>
                  <a:pt x="336" y="232"/>
                </a:lnTo>
                <a:lnTo>
                  <a:pt x="336" y="233"/>
                </a:lnTo>
                <a:lnTo>
                  <a:pt x="336" y="234"/>
                </a:lnTo>
                <a:lnTo>
                  <a:pt x="336" y="235"/>
                </a:lnTo>
                <a:lnTo>
                  <a:pt x="337" y="235"/>
                </a:lnTo>
                <a:lnTo>
                  <a:pt x="336" y="236"/>
                </a:lnTo>
                <a:lnTo>
                  <a:pt x="336" y="237"/>
                </a:lnTo>
                <a:lnTo>
                  <a:pt x="335" y="237"/>
                </a:lnTo>
                <a:lnTo>
                  <a:pt x="333" y="237"/>
                </a:lnTo>
                <a:lnTo>
                  <a:pt x="333" y="236"/>
                </a:lnTo>
                <a:lnTo>
                  <a:pt x="333" y="237"/>
                </a:lnTo>
                <a:lnTo>
                  <a:pt x="333" y="238"/>
                </a:lnTo>
                <a:lnTo>
                  <a:pt x="332" y="239"/>
                </a:lnTo>
                <a:lnTo>
                  <a:pt x="332" y="240"/>
                </a:lnTo>
                <a:lnTo>
                  <a:pt x="331" y="241"/>
                </a:lnTo>
                <a:lnTo>
                  <a:pt x="331" y="240"/>
                </a:lnTo>
                <a:lnTo>
                  <a:pt x="330" y="241"/>
                </a:lnTo>
                <a:lnTo>
                  <a:pt x="329" y="241"/>
                </a:lnTo>
                <a:lnTo>
                  <a:pt x="328" y="241"/>
                </a:lnTo>
                <a:lnTo>
                  <a:pt x="327" y="242"/>
                </a:lnTo>
                <a:lnTo>
                  <a:pt x="327" y="241"/>
                </a:lnTo>
                <a:lnTo>
                  <a:pt x="326" y="242"/>
                </a:lnTo>
                <a:lnTo>
                  <a:pt x="326" y="243"/>
                </a:lnTo>
                <a:lnTo>
                  <a:pt x="327" y="243"/>
                </a:lnTo>
                <a:lnTo>
                  <a:pt x="327" y="244"/>
                </a:lnTo>
                <a:lnTo>
                  <a:pt x="326" y="244"/>
                </a:lnTo>
                <a:lnTo>
                  <a:pt x="326" y="245"/>
                </a:lnTo>
                <a:lnTo>
                  <a:pt x="325" y="245"/>
                </a:lnTo>
                <a:lnTo>
                  <a:pt x="324" y="245"/>
                </a:lnTo>
                <a:lnTo>
                  <a:pt x="323" y="245"/>
                </a:lnTo>
                <a:lnTo>
                  <a:pt x="322" y="245"/>
                </a:lnTo>
                <a:lnTo>
                  <a:pt x="321" y="245"/>
                </a:lnTo>
                <a:lnTo>
                  <a:pt x="321" y="244"/>
                </a:lnTo>
                <a:lnTo>
                  <a:pt x="320" y="244"/>
                </a:lnTo>
                <a:lnTo>
                  <a:pt x="320" y="245"/>
                </a:lnTo>
                <a:lnTo>
                  <a:pt x="320" y="244"/>
                </a:lnTo>
                <a:lnTo>
                  <a:pt x="319" y="244"/>
                </a:lnTo>
                <a:lnTo>
                  <a:pt x="318" y="244"/>
                </a:lnTo>
                <a:lnTo>
                  <a:pt x="318" y="245"/>
                </a:lnTo>
                <a:lnTo>
                  <a:pt x="317" y="245"/>
                </a:lnTo>
                <a:lnTo>
                  <a:pt x="317" y="246"/>
                </a:lnTo>
                <a:lnTo>
                  <a:pt x="317" y="247"/>
                </a:lnTo>
                <a:lnTo>
                  <a:pt x="317" y="248"/>
                </a:lnTo>
                <a:lnTo>
                  <a:pt x="318" y="248"/>
                </a:lnTo>
                <a:lnTo>
                  <a:pt x="318" y="249"/>
                </a:lnTo>
                <a:lnTo>
                  <a:pt x="317" y="249"/>
                </a:lnTo>
                <a:lnTo>
                  <a:pt x="317" y="250"/>
                </a:lnTo>
                <a:lnTo>
                  <a:pt x="318" y="250"/>
                </a:lnTo>
                <a:lnTo>
                  <a:pt x="317" y="251"/>
                </a:lnTo>
                <a:lnTo>
                  <a:pt x="316" y="251"/>
                </a:lnTo>
                <a:lnTo>
                  <a:pt x="316" y="250"/>
                </a:lnTo>
                <a:lnTo>
                  <a:pt x="315" y="250"/>
                </a:lnTo>
                <a:lnTo>
                  <a:pt x="315" y="249"/>
                </a:lnTo>
                <a:lnTo>
                  <a:pt x="315" y="248"/>
                </a:lnTo>
                <a:lnTo>
                  <a:pt x="314" y="248"/>
                </a:lnTo>
                <a:lnTo>
                  <a:pt x="314" y="247"/>
                </a:lnTo>
                <a:lnTo>
                  <a:pt x="313" y="246"/>
                </a:lnTo>
                <a:lnTo>
                  <a:pt x="312" y="246"/>
                </a:lnTo>
                <a:lnTo>
                  <a:pt x="311" y="247"/>
                </a:lnTo>
                <a:lnTo>
                  <a:pt x="310" y="248"/>
                </a:lnTo>
                <a:lnTo>
                  <a:pt x="310" y="249"/>
                </a:lnTo>
                <a:lnTo>
                  <a:pt x="310" y="250"/>
                </a:lnTo>
                <a:lnTo>
                  <a:pt x="309" y="250"/>
                </a:lnTo>
                <a:lnTo>
                  <a:pt x="308" y="251"/>
                </a:lnTo>
                <a:lnTo>
                  <a:pt x="309" y="252"/>
                </a:lnTo>
                <a:lnTo>
                  <a:pt x="310" y="252"/>
                </a:lnTo>
                <a:lnTo>
                  <a:pt x="309" y="252"/>
                </a:lnTo>
                <a:lnTo>
                  <a:pt x="309" y="253"/>
                </a:lnTo>
                <a:lnTo>
                  <a:pt x="310" y="253"/>
                </a:lnTo>
                <a:lnTo>
                  <a:pt x="310" y="254"/>
                </a:lnTo>
                <a:lnTo>
                  <a:pt x="310" y="255"/>
                </a:lnTo>
                <a:lnTo>
                  <a:pt x="310" y="256"/>
                </a:lnTo>
                <a:lnTo>
                  <a:pt x="310" y="257"/>
                </a:lnTo>
                <a:lnTo>
                  <a:pt x="309" y="257"/>
                </a:lnTo>
                <a:lnTo>
                  <a:pt x="310" y="257"/>
                </a:lnTo>
                <a:lnTo>
                  <a:pt x="310" y="258"/>
                </a:lnTo>
                <a:lnTo>
                  <a:pt x="311" y="258"/>
                </a:lnTo>
                <a:lnTo>
                  <a:pt x="312" y="259"/>
                </a:lnTo>
                <a:lnTo>
                  <a:pt x="312" y="258"/>
                </a:lnTo>
                <a:lnTo>
                  <a:pt x="313" y="259"/>
                </a:lnTo>
                <a:lnTo>
                  <a:pt x="314" y="259"/>
                </a:lnTo>
                <a:lnTo>
                  <a:pt x="314" y="258"/>
                </a:lnTo>
                <a:lnTo>
                  <a:pt x="315" y="258"/>
                </a:lnTo>
                <a:lnTo>
                  <a:pt x="315" y="257"/>
                </a:lnTo>
                <a:lnTo>
                  <a:pt x="316" y="258"/>
                </a:lnTo>
                <a:lnTo>
                  <a:pt x="316" y="259"/>
                </a:lnTo>
                <a:lnTo>
                  <a:pt x="317" y="259"/>
                </a:lnTo>
                <a:lnTo>
                  <a:pt x="317" y="260"/>
                </a:lnTo>
                <a:lnTo>
                  <a:pt x="317" y="261"/>
                </a:lnTo>
                <a:lnTo>
                  <a:pt x="317" y="262"/>
                </a:lnTo>
                <a:lnTo>
                  <a:pt x="317" y="263"/>
                </a:lnTo>
                <a:lnTo>
                  <a:pt x="318" y="263"/>
                </a:lnTo>
                <a:lnTo>
                  <a:pt x="318" y="264"/>
                </a:lnTo>
                <a:lnTo>
                  <a:pt x="317" y="265"/>
                </a:lnTo>
                <a:lnTo>
                  <a:pt x="317" y="266"/>
                </a:lnTo>
                <a:lnTo>
                  <a:pt x="318" y="266"/>
                </a:lnTo>
                <a:lnTo>
                  <a:pt x="318" y="267"/>
                </a:lnTo>
                <a:lnTo>
                  <a:pt x="318" y="268"/>
                </a:lnTo>
                <a:lnTo>
                  <a:pt x="319" y="269"/>
                </a:lnTo>
                <a:lnTo>
                  <a:pt x="319" y="270"/>
                </a:lnTo>
                <a:lnTo>
                  <a:pt x="319" y="271"/>
                </a:lnTo>
                <a:lnTo>
                  <a:pt x="320" y="271"/>
                </a:lnTo>
                <a:lnTo>
                  <a:pt x="320" y="272"/>
                </a:lnTo>
                <a:lnTo>
                  <a:pt x="320" y="273"/>
                </a:lnTo>
                <a:lnTo>
                  <a:pt x="319" y="273"/>
                </a:lnTo>
                <a:lnTo>
                  <a:pt x="319" y="274"/>
                </a:lnTo>
                <a:lnTo>
                  <a:pt x="318" y="274"/>
                </a:lnTo>
                <a:lnTo>
                  <a:pt x="317" y="275"/>
                </a:lnTo>
                <a:lnTo>
                  <a:pt x="318" y="275"/>
                </a:lnTo>
                <a:lnTo>
                  <a:pt x="317" y="276"/>
                </a:lnTo>
                <a:lnTo>
                  <a:pt x="317" y="277"/>
                </a:lnTo>
                <a:lnTo>
                  <a:pt x="317" y="278"/>
                </a:lnTo>
                <a:lnTo>
                  <a:pt x="317" y="280"/>
                </a:lnTo>
                <a:lnTo>
                  <a:pt x="317" y="281"/>
                </a:lnTo>
                <a:lnTo>
                  <a:pt x="318" y="281"/>
                </a:lnTo>
                <a:lnTo>
                  <a:pt x="319" y="281"/>
                </a:lnTo>
                <a:lnTo>
                  <a:pt x="319" y="282"/>
                </a:lnTo>
                <a:lnTo>
                  <a:pt x="320" y="282"/>
                </a:lnTo>
                <a:lnTo>
                  <a:pt x="321" y="282"/>
                </a:lnTo>
                <a:lnTo>
                  <a:pt x="321" y="283"/>
                </a:lnTo>
                <a:lnTo>
                  <a:pt x="320" y="283"/>
                </a:lnTo>
                <a:lnTo>
                  <a:pt x="320" y="284"/>
                </a:lnTo>
                <a:lnTo>
                  <a:pt x="321" y="284"/>
                </a:lnTo>
                <a:lnTo>
                  <a:pt x="322" y="284"/>
                </a:lnTo>
                <a:lnTo>
                  <a:pt x="322" y="285"/>
                </a:lnTo>
                <a:lnTo>
                  <a:pt x="323" y="285"/>
                </a:lnTo>
                <a:lnTo>
                  <a:pt x="324" y="285"/>
                </a:lnTo>
                <a:lnTo>
                  <a:pt x="323" y="286"/>
                </a:lnTo>
                <a:lnTo>
                  <a:pt x="323" y="287"/>
                </a:lnTo>
                <a:lnTo>
                  <a:pt x="323" y="288"/>
                </a:lnTo>
                <a:lnTo>
                  <a:pt x="322" y="288"/>
                </a:lnTo>
                <a:lnTo>
                  <a:pt x="322" y="289"/>
                </a:lnTo>
                <a:lnTo>
                  <a:pt x="321" y="289"/>
                </a:lnTo>
                <a:lnTo>
                  <a:pt x="321" y="290"/>
                </a:lnTo>
                <a:lnTo>
                  <a:pt x="321" y="291"/>
                </a:lnTo>
                <a:lnTo>
                  <a:pt x="320" y="291"/>
                </a:lnTo>
                <a:lnTo>
                  <a:pt x="320" y="292"/>
                </a:lnTo>
                <a:lnTo>
                  <a:pt x="319" y="292"/>
                </a:lnTo>
                <a:lnTo>
                  <a:pt x="319" y="293"/>
                </a:lnTo>
                <a:lnTo>
                  <a:pt x="318" y="294"/>
                </a:lnTo>
                <a:lnTo>
                  <a:pt x="317" y="294"/>
                </a:lnTo>
                <a:lnTo>
                  <a:pt x="317" y="293"/>
                </a:lnTo>
                <a:lnTo>
                  <a:pt x="317" y="294"/>
                </a:lnTo>
                <a:lnTo>
                  <a:pt x="316" y="294"/>
                </a:lnTo>
                <a:lnTo>
                  <a:pt x="316" y="295"/>
                </a:lnTo>
                <a:lnTo>
                  <a:pt x="316" y="296"/>
                </a:lnTo>
                <a:lnTo>
                  <a:pt x="315" y="296"/>
                </a:lnTo>
                <a:lnTo>
                  <a:pt x="314" y="297"/>
                </a:lnTo>
                <a:lnTo>
                  <a:pt x="313" y="298"/>
                </a:lnTo>
                <a:lnTo>
                  <a:pt x="312" y="299"/>
                </a:lnTo>
                <a:lnTo>
                  <a:pt x="312" y="300"/>
                </a:lnTo>
                <a:lnTo>
                  <a:pt x="312" y="301"/>
                </a:lnTo>
                <a:lnTo>
                  <a:pt x="312" y="302"/>
                </a:lnTo>
                <a:lnTo>
                  <a:pt x="312" y="303"/>
                </a:lnTo>
                <a:lnTo>
                  <a:pt x="312" y="304"/>
                </a:lnTo>
                <a:lnTo>
                  <a:pt x="313" y="304"/>
                </a:lnTo>
                <a:lnTo>
                  <a:pt x="312" y="305"/>
                </a:lnTo>
                <a:lnTo>
                  <a:pt x="311" y="305"/>
                </a:lnTo>
                <a:lnTo>
                  <a:pt x="311" y="306"/>
                </a:lnTo>
                <a:lnTo>
                  <a:pt x="310" y="306"/>
                </a:lnTo>
                <a:lnTo>
                  <a:pt x="309" y="306"/>
                </a:lnTo>
                <a:lnTo>
                  <a:pt x="308" y="306"/>
                </a:lnTo>
                <a:lnTo>
                  <a:pt x="308" y="307"/>
                </a:lnTo>
                <a:lnTo>
                  <a:pt x="307" y="308"/>
                </a:lnTo>
                <a:lnTo>
                  <a:pt x="306" y="308"/>
                </a:lnTo>
                <a:lnTo>
                  <a:pt x="306" y="309"/>
                </a:lnTo>
                <a:lnTo>
                  <a:pt x="305" y="309"/>
                </a:lnTo>
                <a:lnTo>
                  <a:pt x="304" y="310"/>
                </a:lnTo>
                <a:lnTo>
                  <a:pt x="304" y="311"/>
                </a:lnTo>
                <a:lnTo>
                  <a:pt x="303" y="312"/>
                </a:lnTo>
                <a:lnTo>
                  <a:pt x="303" y="313"/>
                </a:lnTo>
                <a:lnTo>
                  <a:pt x="302" y="313"/>
                </a:lnTo>
                <a:lnTo>
                  <a:pt x="302" y="312"/>
                </a:lnTo>
                <a:lnTo>
                  <a:pt x="301" y="312"/>
                </a:lnTo>
                <a:lnTo>
                  <a:pt x="301" y="311"/>
                </a:lnTo>
                <a:lnTo>
                  <a:pt x="300" y="311"/>
                </a:lnTo>
                <a:lnTo>
                  <a:pt x="299" y="311"/>
                </a:lnTo>
                <a:lnTo>
                  <a:pt x="298" y="311"/>
                </a:lnTo>
                <a:lnTo>
                  <a:pt x="298" y="312"/>
                </a:lnTo>
                <a:lnTo>
                  <a:pt x="297" y="313"/>
                </a:lnTo>
                <a:lnTo>
                  <a:pt x="296" y="313"/>
                </a:lnTo>
                <a:lnTo>
                  <a:pt x="296" y="312"/>
                </a:lnTo>
                <a:lnTo>
                  <a:pt x="296" y="313"/>
                </a:lnTo>
                <a:lnTo>
                  <a:pt x="296" y="314"/>
                </a:lnTo>
                <a:lnTo>
                  <a:pt x="294" y="314"/>
                </a:lnTo>
                <a:lnTo>
                  <a:pt x="293" y="313"/>
                </a:lnTo>
                <a:lnTo>
                  <a:pt x="292" y="313"/>
                </a:lnTo>
                <a:lnTo>
                  <a:pt x="291" y="314"/>
                </a:lnTo>
                <a:lnTo>
                  <a:pt x="290" y="314"/>
                </a:lnTo>
                <a:lnTo>
                  <a:pt x="289" y="314"/>
                </a:lnTo>
                <a:lnTo>
                  <a:pt x="288" y="315"/>
                </a:lnTo>
                <a:lnTo>
                  <a:pt x="287" y="315"/>
                </a:lnTo>
                <a:lnTo>
                  <a:pt x="287" y="316"/>
                </a:lnTo>
                <a:lnTo>
                  <a:pt x="286" y="316"/>
                </a:lnTo>
                <a:lnTo>
                  <a:pt x="287" y="316"/>
                </a:lnTo>
                <a:lnTo>
                  <a:pt x="286" y="317"/>
                </a:lnTo>
                <a:lnTo>
                  <a:pt x="285" y="316"/>
                </a:lnTo>
                <a:lnTo>
                  <a:pt x="285" y="315"/>
                </a:lnTo>
                <a:lnTo>
                  <a:pt x="284" y="315"/>
                </a:lnTo>
                <a:lnTo>
                  <a:pt x="283" y="316"/>
                </a:lnTo>
                <a:lnTo>
                  <a:pt x="282" y="316"/>
                </a:lnTo>
                <a:lnTo>
                  <a:pt x="281" y="316"/>
                </a:lnTo>
                <a:lnTo>
                  <a:pt x="280" y="317"/>
                </a:lnTo>
                <a:lnTo>
                  <a:pt x="279" y="317"/>
                </a:lnTo>
                <a:lnTo>
                  <a:pt x="279" y="318"/>
                </a:lnTo>
                <a:lnTo>
                  <a:pt x="278" y="318"/>
                </a:lnTo>
                <a:lnTo>
                  <a:pt x="278" y="319"/>
                </a:lnTo>
                <a:lnTo>
                  <a:pt x="277" y="319"/>
                </a:lnTo>
                <a:lnTo>
                  <a:pt x="277" y="320"/>
                </a:lnTo>
                <a:lnTo>
                  <a:pt x="276" y="321"/>
                </a:lnTo>
                <a:lnTo>
                  <a:pt x="275" y="321"/>
                </a:lnTo>
                <a:lnTo>
                  <a:pt x="275" y="322"/>
                </a:lnTo>
                <a:lnTo>
                  <a:pt x="274" y="322"/>
                </a:lnTo>
                <a:lnTo>
                  <a:pt x="274" y="323"/>
                </a:lnTo>
                <a:lnTo>
                  <a:pt x="274" y="324"/>
                </a:lnTo>
                <a:lnTo>
                  <a:pt x="273" y="324"/>
                </a:lnTo>
                <a:lnTo>
                  <a:pt x="273" y="325"/>
                </a:lnTo>
                <a:lnTo>
                  <a:pt x="272" y="326"/>
                </a:lnTo>
                <a:lnTo>
                  <a:pt x="271" y="326"/>
                </a:lnTo>
                <a:lnTo>
                  <a:pt x="271" y="327"/>
                </a:lnTo>
                <a:lnTo>
                  <a:pt x="271" y="328"/>
                </a:lnTo>
                <a:lnTo>
                  <a:pt x="270" y="329"/>
                </a:lnTo>
                <a:lnTo>
                  <a:pt x="270" y="328"/>
                </a:lnTo>
                <a:lnTo>
                  <a:pt x="269" y="328"/>
                </a:lnTo>
                <a:lnTo>
                  <a:pt x="269" y="329"/>
                </a:lnTo>
                <a:lnTo>
                  <a:pt x="268" y="330"/>
                </a:lnTo>
                <a:lnTo>
                  <a:pt x="268" y="331"/>
                </a:lnTo>
                <a:lnTo>
                  <a:pt x="267" y="331"/>
                </a:lnTo>
                <a:lnTo>
                  <a:pt x="267" y="332"/>
                </a:lnTo>
                <a:lnTo>
                  <a:pt x="267" y="333"/>
                </a:lnTo>
                <a:lnTo>
                  <a:pt x="267" y="334"/>
                </a:lnTo>
                <a:lnTo>
                  <a:pt x="267" y="335"/>
                </a:lnTo>
                <a:lnTo>
                  <a:pt x="267" y="336"/>
                </a:lnTo>
                <a:lnTo>
                  <a:pt x="268" y="336"/>
                </a:lnTo>
                <a:lnTo>
                  <a:pt x="268" y="337"/>
                </a:lnTo>
                <a:lnTo>
                  <a:pt x="268" y="338"/>
                </a:lnTo>
                <a:lnTo>
                  <a:pt x="269" y="339"/>
                </a:lnTo>
                <a:lnTo>
                  <a:pt x="269" y="340"/>
                </a:lnTo>
                <a:lnTo>
                  <a:pt x="268" y="340"/>
                </a:lnTo>
                <a:lnTo>
                  <a:pt x="267" y="341"/>
                </a:lnTo>
                <a:lnTo>
                  <a:pt x="266" y="341"/>
                </a:lnTo>
                <a:lnTo>
                  <a:pt x="266" y="342"/>
                </a:lnTo>
                <a:lnTo>
                  <a:pt x="265" y="342"/>
                </a:lnTo>
                <a:lnTo>
                  <a:pt x="265" y="343"/>
                </a:lnTo>
                <a:lnTo>
                  <a:pt x="264" y="344"/>
                </a:lnTo>
                <a:lnTo>
                  <a:pt x="264" y="345"/>
                </a:lnTo>
                <a:lnTo>
                  <a:pt x="264" y="346"/>
                </a:lnTo>
                <a:lnTo>
                  <a:pt x="264" y="347"/>
                </a:lnTo>
                <a:lnTo>
                  <a:pt x="265" y="348"/>
                </a:lnTo>
                <a:lnTo>
                  <a:pt x="266" y="348"/>
                </a:lnTo>
                <a:lnTo>
                  <a:pt x="266" y="349"/>
                </a:lnTo>
                <a:lnTo>
                  <a:pt x="267" y="349"/>
                </a:lnTo>
                <a:lnTo>
                  <a:pt x="268" y="350"/>
                </a:lnTo>
                <a:lnTo>
                  <a:pt x="267" y="351"/>
                </a:lnTo>
                <a:lnTo>
                  <a:pt x="268" y="351"/>
                </a:lnTo>
                <a:lnTo>
                  <a:pt x="269" y="352"/>
                </a:lnTo>
                <a:lnTo>
                  <a:pt x="269" y="353"/>
                </a:lnTo>
                <a:lnTo>
                  <a:pt x="269" y="354"/>
                </a:lnTo>
                <a:lnTo>
                  <a:pt x="269" y="355"/>
                </a:lnTo>
                <a:lnTo>
                  <a:pt x="268" y="357"/>
                </a:lnTo>
                <a:lnTo>
                  <a:pt x="267" y="358"/>
                </a:lnTo>
                <a:lnTo>
                  <a:pt x="267" y="359"/>
                </a:lnTo>
                <a:lnTo>
                  <a:pt x="266" y="359"/>
                </a:lnTo>
                <a:lnTo>
                  <a:pt x="266" y="360"/>
                </a:lnTo>
                <a:lnTo>
                  <a:pt x="267" y="360"/>
                </a:lnTo>
                <a:lnTo>
                  <a:pt x="267" y="361"/>
                </a:lnTo>
                <a:lnTo>
                  <a:pt x="268" y="361"/>
                </a:lnTo>
                <a:lnTo>
                  <a:pt x="269" y="361"/>
                </a:lnTo>
                <a:lnTo>
                  <a:pt x="269" y="362"/>
                </a:lnTo>
                <a:lnTo>
                  <a:pt x="270" y="362"/>
                </a:lnTo>
                <a:lnTo>
                  <a:pt x="270" y="363"/>
                </a:lnTo>
                <a:lnTo>
                  <a:pt x="270" y="364"/>
                </a:lnTo>
                <a:lnTo>
                  <a:pt x="271" y="364"/>
                </a:lnTo>
                <a:lnTo>
                  <a:pt x="271" y="365"/>
                </a:lnTo>
                <a:lnTo>
                  <a:pt x="272" y="365"/>
                </a:lnTo>
                <a:lnTo>
                  <a:pt x="272" y="366"/>
                </a:lnTo>
                <a:lnTo>
                  <a:pt x="271" y="366"/>
                </a:lnTo>
                <a:lnTo>
                  <a:pt x="272" y="367"/>
                </a:lnTo>
                <a:lnTo>
                  <a:pt x="272" y="368"/>
                </a:lnTo>
                <a:lnTo>
                  <a:pt x="272" y="367"/>
                </a:lnTo>
                <a:lnTo>
                  <a:pt x="273" y="368"/>
                </a:lnTo>
                <a:lnTo>
                  <a:pt x="274" y="368"/>
                </a:lnTo>
                <a:lnTo>
                  <a:pt x="275" y="368"/>
                </a:lnTo>
                <a:lnTo>
                  <a:pt x="276" y="368"/>
                </a:lnTo>
                <a:lnTo>
                  <a:pt x="275" y="368"/>
                </a:lnTo>
                <a:lnTo>
                  <a:pt x="275" y="369"/>
                </a:lnTo>
                <a:lnTo>
                  <a:pt x="276" y="369"/>
                </a:lnTo>
                <a:lnTo>
                  <a:pt x="277" y="369"/>
                </a:lnTo>
                <a:lnTo>
                  <a:pt x="276" y="369"/>
                </a:lnTo>
                <a:lnTo>
                  <a:pt x="275" y="369"/>
                </a:lnTo>
                <a:lnTo>
                  <a:pt x="275" y="370"/>
                </a:lnTo>
                <a:lnTo>
                  <a:pt x="275" y="371"/>
                </a:lnTo>
                <a:lnTo>
                  <a:pt x="274" y="372"/>
                </a:lnTo>
                <a:lnTo>
                  <a:pt x="273" y="373"/>
                </a:lnTo>
                <a:lnTo>
                  <a:pt x="273" y="374"/>
                </a:lnTo>
                <a:lnTo>
                  <a:pt x="272" y="374"/>
                </a:lnTo>
                <a:lnTo>
                  <a:pt x="272" y="375"/>
                </a:lnTo>
                <a:lnTo>
                  <a:pt x="273" y="376"/>
                </a:lnTo>
                <a:lnTo>
                  <a:pt x="273" y="377"/>
                </a:lnTo>
                <a:lnTo>
                  <a:pt x="273" y="378"/>
                </a:lnTo>
                <a:lnTo>
                  <a:pt x="272" y="378"/>
                </a:lnTo>
                <a:lnTo>
                  <a:pt x="272" y="379"/>
                </a:lnTo>
                <a:lnTo>
                  <a:pt x="271" y="379"/>
                </a:lnTo>
                <a:lnTo>
                  <a:pt x="271" y="380"/>
                </a:lnTo>
                <a:lnTo>
                  <a:pt x="270" y="380"/>
                </a:lnTo>
                <a:lnTo>
                  <a:pt x="270" y="379"/>
                </a:lnTo>
                <a:lnTo>
                  <a:pt x="269" y="379"/>
                </a:lnTo>
                <a:lnTo>
                  <a:pt x="268" y="380"/>
                </a:lnTo>
                <a:lnTo>
                  <a:pt x="268" y="379"/>
                </a:lnTo>
                <a:lnTo>
                  <a:pt x="268" y="378"/>
                </a:lnTo>
                <a:lnTo>
                  <a:pt x="268" y="377"/>
                </a:lnTo>
                <a:lnTo>
                  <a:pt x="268" y="376"/>
                </a:lnTo>
                <a:lnTo>
                  <a:pt x="267" y="376"/>
                </a:lnTo>
                <a:lnTo>
                  <a:pt x="266" y="376"/>
                </a:lnTo>
                <a:lnTo>
                  <a:pt x="266" y="375"/>
                </a:lnTo>
                <a:lnTo>
                  <a:pt x="265" y="375"/>
                </a:lnTo>
                <a:lnTo>
                  <a:pt x="264" y="376"/>
                </a:lnTo>
                <a:lnTo>
                  <a:pt x="264" y="377"/>
                </a:lnTo>
                <a:lnTo>
                  <a:pt x="263" y="377"/>
                </a:lnTo>
                <a:lnTo>
                  <a:pt x="263" y="378"/>
                </a:lnTo>
                <a:lnTo>
                  <a:pt x="263" y="379"/>
                </a:lnTo>
                <a:lnTo>
                  <a:pt x="262" y="379"/>
                </a:lnTo>
                <a:lnTo>
                  <a:pt x="263" y="379"/>
                </a:lnTo>
                <a:lnTo>
                  <a:pt x="263" y="380"/>
                </a:lnTo>
                <a:lnTo>
                  <a:pt x="263" y="379"/>
                </a:lnTo>
                <a:lnTo>
                  <a:pt x="263" y="380"/>
                </a:lnTo>
                <a:lnTo>
                  <a:pt x="262" y="380"/>
                </a:lnTo>
                <a:lnTo>
                  <a:pt x="262" y="381"/>
                </a:lnTo>
                <a:lnTo>
                  <a:pt x="261" y="381"/>
                </a:lnTo>
                <a:lnTo>
                  <a:pt x="260" y="381"/>
                </a:lnTo>
                <a:lnTo>
                  <a:pt x="261" y="381"/>
                </a:lnTo>
                <a:lnTo>
                  <a:pt x="261" y="382"/>
                </a:lnTo>
                <a:lnTo>
                  <a:pt x="260" y="382"/>
                </a:lnTo>
                <a:lnTo>
                  <a:pt x="260" y="381"/>
                </a:lnTo>
                <a:lnTo>
                  <a:pt x="259" y="382"/>
                </a:lnTo>
                <a:lnTo>
                  <a:pt x="259" y="383"/>
                </a:lnTo>
                <a:lnTo>
                  <a:pt x="258" y="384"/>
                </a:lnTo>
                <a:lnTo>
                  <a:pt x="257" y="385"/>
                </a:lnTo>
                <a:lnTo>
                  <a:pt x="258" y="385"/>
                </a:lnTo>
                <a:lnTo>
                  <a:pt x="257" y="386"/>
                </a:lnTo>
                <a:lnTo>
                  <a:pt x="256" y="386"/>
                </a:lnTo>
                <a:lnTo>
                  <a:pt x="255" y="387"/>
                </a:lnTo>
                <a:lnTo>
                  <a:pt x="256" y="387"/>
                </a:lnTo>
                <a:lnTo>
                  <a:pt x="256" y="388"/>
                </a:lnTo>
                <a:lnTo>
                  <a:pt x="256" y="389"/>
                </a:lnTo>
                <a:lnTo>
                  <a:pt x="255" y="389"/>
                </a:lnTo>
                <a:lnTo>
                  <a:pt x="254" y="389"/>
                </a:lnTo>
                <a:lnTo>
                  <a:pt x="254" y="390"/>
                </a:lnTo>
                <a:lnTo>
                  <a:pt x="253" y="390"/>
                </a:lnTo>
                <a:lnTo>
                  <a:pt x="253" y="391"/>
                </a:lnTo>
                <a:lnTo>
                  <a:pt x="254" y="391"/>
                </a:lnTo>
                <a:lnTo>
                  <a:pt x="254" y="392"/>
                </a:lnTo>
                <a:lnTo>
                  <a:pt x="253" y="392"/>
                </a:lnTo>
                <a:lnTo>
                  <a:pt x="253" y="393"/>
                </a:lnTo>
                <a:lnTo>
                  <a:pt x="253" y="394"/>
                </a:lnTo>
                <a:lnTo>
                  <a:pt x="253" y="395"/>
                </a:lnTo>
                <a:lnTo>
                  <a:pt x="253" y="396"/>
                </a:lnTo>
                <a:lnTo>
                  <a:pt x="252" y="396"/>
                </a:lnTo>
                <a:lnTo>
                  <a:pt x="253" y="396"/>
                </a:lnTo>
                <a:lnTo>
                  <a:pt x="254" y="396"/>
                </a:lnTo>
                <a:lnTo>
                  <a:pt x="253" y="397"/>
                </a:lnTo>
                <a:lnTo>
                  <a:pt x="254" y="397"/>
                </a:lnTo>
                <a:lnTo>
                  <a:pt x="254" y="398"/>
                </a:lnTo>
                <a:lnTo>
                  <a:pt x="254" y="399"/>
                </a:lnTo>
                <a:lnTo>
                  <a:pt x="253" y="399"/>
                </a:lnTo>
                <a:lnTo>
                  <a:pt x="253" y="400"/>
                </a:lnTo>
                <a:lnTo>
                  <a:pt x="254" y="400"/>
                </a:lnTo>
                <a:lnTo>
                  <a:pt x="255" y="400"/>
                </a:lnTo>
                <a:lnTo>
                  <a:pt x="255" y="401"/>
                </a:lnTo>
                <a:lnTo>
                  <a:pt x="256" y="400"/>
                </a:lnTo>
                <a:lnTo>
                  <a:pt x="255" y="400"/>
                </a:lnTo>
                <a:lnTo>
                  <a:pt x="256" y="400"/>
                </a:lnTo>
                <a:lnTo>
                  <a:pt x="256" y="401"/>
                </a:lnTo>
                <a:lnTo>
                  <a:pt x="257" y="401"/>
                </a:lnTo>
                <a:lnTo>
                  <a:pt x="258" y="401"/>
                </a:lnTo>
                <a:lnTo>
                  <a:pt x="258" y="400"/>
                </a:lnTo>
                <a:lnTo>
                  <a:pt x="259" y="400"/>
                </a:lnTo>
                <a:lnTo>
                  <a:pt x="260" y="399"/>
                </a:lnTo>
                <a:lnTo>
                  <a:pt x="261" y="399"/>
                </a:lnTo>
                <a:lnTo>
                  <a:pt x="261" y="400"/>
                </a:lnTo>
                <a:lnTo>
                  <a:pt x="261" y="401"/>
                </a:lnTo>
                <a:lnTo>
                  <a:pt x="261" y="402"/>
                </a:lnTo>
                <a:lnTo>
                  <a:pt x="261" y="403"/>
                </a:lnTo>
                <a:lnTo>
                  <a:pt x="262" y="403"/>
                </a:lnTo>
                <a:lnTo>
                  <a:pt x="262" y="405"/>
                </a:lnTo>
                <a:lnTo>
                  <a:pt x="262" y="406"/>
                </a:lnTo>
                <a:lnTo>
                  <a:pt x="261" y="406"/>
                </a:lnTo>
                <a:lnTo>
                  <a:pt x="261" y="407"/>
                </a:lnTo>
                <a:lnTo>
                  <a:pt x="260" y="407"/>
                </a:lnTo>
                <a:lnTo>
                  <a:pt x="260" y="408"/>
                </a:lnTo>
                <a:lnTo>
                  <a:pt x="259" y="408"/>
                </a:lnTo>
                <a:lnTo>
                  <a:pt x="258" y="409"/>
                </a:lnTo>
                <a:lnTo>
                  <a:pt x="257" y="409"/>
                </a:lnTo>
                <a:lnTo>
                  <a:pt x="257" y="410"/>
                </a:lnTo>
                <a:lnTo>
                  <a:pt x="257" y="409"/>
                </a:lnTo>
                <a:lnTo>
                  <a:pt x="256" y="409"/>
                </a:lnTo>
                <a:lnTo>
                  <a:pt x="256" y="410"/>
                </a:lnTo>
                <a:lnTo>
                  <a:pt x="256" y="411"/>
                </a:lnTo>
                <a:lnTo>
                  <a:pt x="255" y="412"/>
                </a:lnTo>
                <a:lnTo>
                  <a:pt x="254" y="412"/>
                </a:lnTo>
                <a:lnTo>
                  <a:pt x="255" y="412"/>
                </a:lnTo>
                <a:lnTo>
                  <a:pt x="254" y="412"/>
                </a:lnTo>
                <a:lnTo>
                  <a:pt x="254" y="413"/>
                </a:lnTo>
                <a:lnTo>
                  <a:pt x="254" y="414"/>
                </a:lnTo>
                <a:lnTo>
                  <a:pt x="254" y="413"/>
                </a:lnTo>
                <a:lnTo>
                  <a:pt x="253" y="413"/>
                </a:lnTo>
                <a:lnTo>
                  <a:pt x="253" y="414"/>
                </a:lnTo>
                <a:lnTo>
                  <a:pt x="252" y="414"/>
                </a:lnTo>
                <a:lnTo>
                  <a:pt x="252" y="415"/>
                </a:lnTo>
                <a:lnTo>
                  <a:pt x="252" y="416"/>
                </a:lnTo>
                <a:lnTo>
                  <a:pt x="251" y="417"/>
                </a:lnTo>
                <a:lnTo>
                  <a:pt x="250" y="417"/>
                </a:lnTo>
                <a:lnTo>
                  <a:pt x="250" y="418"/>
                </a:lnTo>
                <a:lnTo>
                  <a:pt x="251" y="419"/>
                </a:lnTo>
                <a:lnTo>
                  <a:pt x="251" y="420"/>
                </a:lnTo>
                <a:lnTo>
                  <a:pt x="251" y="421"/>
                </a:lnTo>
                <a:lnTo>
                  <a:pt x="250" y="421"/>
                </a:lnTo>
                <a:lnTo>
                  <a:pt x="249" y="421"/>
                </a:lnTo>
                <a:lnTo>
                  <a:pt x="248" y="421"/>
                </a:lnTo>
                <a:lnTo>
                  <a:pt x="248" y="422"/>
                </a:lnTo>
                <a:lnTo>
                  <a:pt x="248" y="421"/>
                </a:lnTo>
                <a:lnTo>
                  <a:pt x="247" y="421"/>
                </a:lnTo>
                <a:lnTo>
                  <a:pt x="247" y="422"/>
                </a:lnTo>
                <a:lnTo>
                  <a:pt x="247" y="423"/>
                </a:lnTo>
                <a:lnTo>
                  <a:pt x="246" y="423"/>
                </a:lnTo>
                <a:lnTo>
                  <a:pt x="245" y="424"/>
                </a:lnTo>
                <a:lnTo>
                  <a:pt x="245" y="425"/>
                </a:lnTo>
                <a:lnTo>
                  <a:pt x="244" y="425"/>
                </a:lnTo>
                <a:lnTo>
                  <a:pt x="243" y="426"/>
                </a:lnTo>
                <a:lnTo>
                  <a:pt x="242" y="426"/>
                </a:lnTo>
                <a:lnTo>
                  <a:pt x="241" y="426"/>
                </a:lnTo>
                <a:lnTo>
                  <a:pt x="241" y="427"/>
                </a:lnTo>
                <a:lnTo>
                  <a:pt x="240" y="427"/>
                </a:lnTo>
                <a:lnTo>
                  <a:pt x="239" y="427"/>
                </a:lnTo>
                <a:lnTo>
                  <a:pt x="238" y="427"/>
                </a:lnTo>
                <a:lnTo>
                  <a:pt x="238" y="426"/>
                </a:lnTo>
                <a:lnTo>
                  <a:pt x="237" y="427"/>
                </a:lnTo>
                <a:lnTo>
                  <a:pt x="236" y="427"/>
                </a:lnTo>
                <a:lnTo>
                  <a:pt x="235" y="427"/>
                </a:lnTo>
                <a:lnTo>
                  <a:pt x="234" y="428"/>
                </a:lnTo>
                <a:lnTo>
                  <a:pt x="234" y="429"/>
                </a:lnTo>
                <a:lnTo>
                  <a:pt x="233" y="429"/>
                </a:lnTo>
                <a:lnTo>
                  <a:pt x="233" y="430"/>
                </a:lnTo>
                <a:lnTo>
                  <a:pt x="233" y="429"/>
                </a:lnTo>
                <a:lnTo>
                  <a:pt x="232" y="429"/>
                </a:lnTo>
                <a:lnTo>
                  <a:pt x="232" y="430"/>
                </a:lnTo>
                <a:lnTo>
                  <a:pt x="231" y="430"/>
                </a:lnTo>
                <a:lnTo>
                  <a:pt x="231" y="431"/>
                </a:lnTo>
                <a:lnTo>
                  <a:pt x="230" y="431"/>
                </a:lnTo>
                <a:lnTo>
                  <a:pt x="230" y="432"/>
                </a:lnTo>
                <a:lnTo>
                  <a:pt x="230" y="433"/>
                </a:lnTo>
                <a:lnTo>
                  <a:pt x="230" y="434"/>
                </a:lnTo>
                <a:lnTo>
                  <a:pt x="230" y="435"/>
                </a:lnTo>
                <a:lnTo>
                  <a:pt x="231" y="435"/>
                </a:lnTo>
                <a:lnTo>
                  <a:pt x="231" y="436"/>
                </a:lnTo>
                <a:lnTo>
                  <a:pt x="232" y="436"/>
                </a:lnTo>
                <a:lnTo>
                  <a:pt x="232" y="437"/>
                </a:lnTo>
                <a:lnTo>
                  <a:pt x="232" y="438"/>
                </a:lnTo>
                <a:lnTo>
                  <a:pt x="233" y="438"/>
                </a:lnTo>
                <a:lnTo>
                  <a:pt x="234" y="439"/>
                </a:lnTo>
                <a:lnTo>
                  <a:pt x="234" y="440"/>
                </a:lnTo>
                <a:lnTo>
                  <a:pt x="234" y="442"/>
                </a:lnTo>
                <a:lnTo>
                  <a:pt x="234" y="443"/>
                </a:lnTo>
                <a:lnTo>
                  <a:pt x="233" y="443"/>
                </a:lnTo>
                <a:lnTo>
                  <a:pt x="233" y="442"/>
                </a:lnTo>
                <a:lnTo>
                  <a:pt x="233" y="441"/>
                </a:lnTo>
                <a:lnTo>
                  <a:pt x="232" y="441"/>
                </a:lnTo>
                <a:lnTo>
                  <a:pt x="231" y="441"/>
                </a:lnTo>
                <a:lnTo>
                  <a:pt x="231" y="442"/>
                </a:lnTo>
                <a:lnTo>
                  <a:pt x="230" y="442"/>
                </a:lnTo>
                <a:lnTo>
                  <a:pt x="230" y="441"/>
                </a:lnTo>
                <a:lnTo>
                  <a:pt x="229" y="442"/>
                </a:lnTo>
                <a:lnTo>
                  <a:pt x="229" y="443"/>
                </a:lnTo>
                <a:lnTo>
                  <a:pt x="228" y="444"/>
                </a:lnTo>
                <a:lnTo>
                  <a:pt x="229" y="444"/>
                </a:lnTo>
                <a:lnTo>
                  <a:pt x="228" y="445"/>
                </a:lnTo>
                <a:lnTo>
                  <a:pt x="228" y="446"/>
                </a:lnTo>
                <a:lnTo>
                  <a:pt x="228" y="447"/>
                </a:lnTo>
                <a:lnTo>
                  <a:pt x="227" y="448"/>
                </a:lnTo>
                <a:lnTo>
                  <a:pt x="226" y="448"/>
                </a:lnTo>
                <a:lnTo>
                  <a:pt x="225" y="448"/>
                </a:lnTo>
                <a:lnTo>
                  <a:pt x="224" y="447"/>
                </a:lnTo>
                <a:lnTo>
                  <a:pt x="224" y="448"/>
                </a:lnTo>
                <a:lnTo>
                  <a:pt x="224" y="449"/>
                </a:lnTo>
                <a:lnTo>
                  <a:pt x="224" y="448"/>
                </a:lnTo>
                <a:lnTo>
                  <a:pt x="223" y="448"/>
                </a:lnTo>
                <a:lnTo>
                  <a:pt x="223" y="449"/>
                </a:lnTo>
                <a:lnTo>
                  <a:pt x="223" y="450"/>
                </a:lnTo>
                <a:lnTo>
                  <a:pt x="224" y="450"/>
                </a:lnTo>
                <a:lnTo>
                  <a:pt x="224" y="451"/>
                </a:lnTo>
                <a:lnTo>
                  <a:pt x="223" y="451"/>
                </a:lnTo>
                <a:lnTo>
                  <a:pt x="224" y="451"/>
                </a:lnTo>
                <a:lnTo>
                  <a:pt x="223" y="452"/>
                </a:lnTo>
                <a:lnTo>
                  <a:pt x="224" y="452"/>
                </a:lnTo>
                <a:lnTo>
                  <a:pt x="224" y="453"/>
                </a:lnTo>
                <a:lnTo>
                  <a:pt x="224" y="454"/>
                </a:lnTo>
                <a:lnTo>
                  <a:pt x="223" y="454"/>
                </a:lnTo>
                <a:lnTo>
                  <a:pt x="223" y="455"/>
                </a:lnTo>
                <a:lnTo>
                  <a:pt x="222" y="455"/>
                </a:lnTo>
                <a:lnTo>
                  <a:pt x="222" y="456"/>
                </a:lnTo>
                <a:lnTo>
                  <a:pt x="222" y="457"/>
                </a:lnTo>
                <a:lnTo>
                  <a:pt x="222" y="458"/>
                </a:lnTo>
                <a:lnTo>
                  <a:pt x="223" y="458"/>
                </a:lnTo>
                <a:lnTo>
                  <a:pt x="223" y="459"/>
                </a:lnTo>
                <a:lnTo>
                  <a:pt x="223" y="460"/>
                </a:lnTo>
                <a:lnTo>
                  <a:pt x="223" y="461"/>
                </a:lnTo>
                <a:lnTo>
                  <a:pt x="223" y="462"/>
                </a:lnTo>
                <a:lnTo>
                  <a:pt x="224" y="462"/>
                </a:lnTo>
                <a:lnTo>
                  <a:pt x="223" y="462"/>
                </a:lnTo>
                <a:lnTo>
                  <a:pt x="223" y="463"/>
                </a:lnTo>
                <a:lnTo>
                  <a:pt x="223" y="464"/>
                </a:lnTo>
                <a:lnTo>
                  <a:pt x="222" y="464"/>
                </a:lnTo>
                <a:lnTo>
                  <a:pt x="222" y="463"/>
                </a:lnTo>
                <a:lnTo>
                  <a:pt x="221" y="463"/>
                </a:lnTo>
                <a:lnTo>
                  <a:pt x="221" y="464"/>
                </a:lnTo>
                <a:lnTo>
                  <a:pt x="221" y="467"/>
                </a:lnTo>
                <a:lnTo>
                  <a:pt x="220" y="467"/>
                </a:lnTo>
                <a:lnTo>
                  <a:pt x="219" y="467"/>
                </a:lnTo>
                <a:lnTo>
                  <a:pt x="219" y="468"/>
                </a:lnTo>
                <a:lnTo>
                  <a:pt x="219" y="469"/>
                </a:lnTo>
                <a:lnTo>
                  <a:pt x="218" y="469"/>
                </a:lnTo>
                <a:lnTo>
                  <a:pt x="219" y="470"/>
                </a:lnTo>
                <a:lnTo>
                  <a:pt x="218" y="471"/>
                </a:lnTo>
                <a:lnTo>
                  <a:pt x="219" y="471"/>
                </a:lnTo>
                <a:lnTo>
                  <a:pt x="220" y="471"/>
                </a:lnTo>
                <a:lnTo>
                  <a:pt x="219" y="471"/>
                </a:lnTo>
                <a:lnTo>
                  <a:pt x="219" y="472"/>
                </a:lnTo>
                <a:lnTo>
                  <a:pt x="219" y="473"/>
                </a:lnTo>
                <a:lnTo>
                  <a:pt x="219" y="474"/>
                </a:lnTo>
                <a:lnTo>
                  <a:pt x="220" y="474"/>
                </a:lnTo>
                <a:lnTo>
                  <a:pt x="220" y="475"/>
                </a:lnTo>
                <a:lnTo>
                  <a:pt x="220" y="476"/>
                </a:lnTo>
                <a:lnTo>
                  <a:pt x="219" y="477"/>
                </a:lnTo>
                <a:lnTo>
                  <a:pt x="218" y="477"/>
                </a:lnTo>
                <a:lnTo>
                  <a:pt x="218" y="478"/>
                </a:lnTo>
                <a:lnTo>
                  <a:pt x="219" y="479"/>
                </a:lnTo>
                <a:lnTo>
                  <a:pt x="218" y="479"/>
                </a:lnTo>
                <a:lnTo>
                  <a:pt x="218" y="480"/>
                </a:lnTo>
                <a:lnTo>
                  <a:pt x="217" y="481"/>
                </a:lnTo>
                <a:lnTo>
                  <a:pt x="218" y="482"/>
                </a:lnTo>
                <a:lnTo>
                  <a:pt x="218" y="483"/>
                </a:lnTo>
                <a:lnTo>
                  <a:pt x="218" y="484"/>
                </a:lnTo>
                <a:lnTo>
                  <a:pt x="217" y="484"/>
                </a:lnTo>
                <a:lnTo>
                  <a:pt x="218" y="484"/>
                </a:lnTo>
                <a:lnTo>
                  <a:pt x="218" y="485"/>
                </a:lnTo>
                <a:lnTo>
                  <a:pt x="218" y="486"/>
                </a:lnTo>
                <a:lnTo>
                  <a:pt x="219" y="486"/>
                </a:lnTo>
                <a:lnTo>
                  <a:pt x="219" y="487"/>
                </a:lnTo>
                <a:lnTo>
                  <a:pt x="218" y="488"/>
                </a:lnTo>
                <a:lnTo>
                  <a:pt x="218" y="489"/>
                </a:lnTo>
                <a:lnTo>
                  <a:pt x="217" y="489"/>
                </a:lnTo>
                <a:lnTo>
                  <a:pt x="217" y="490"/>
                </a:lnTo>
                <a:lnTo>
                  <a:pt x="217" y="489"/>
                </a:lnTo>
                <a:lnTo>
                  <a:pt x="216" y="489"/>
                </a:lnTo>
                <a:lnTo>
                  <a:pt x="216" y="490"/>
                </a:lnTo>
                <a:lnTo>
                  <a:pt x="215" y="490"/>
                </a:lnTo>
                <a:lnTo>
                  <a:pt x="214" y="490"/>
                </a:lnTo>
                <a:lnTo>
                  <a:pt x="214" y="489"/>
                </a:lnTo>
                <a:lnTo>
                  <a:pt x="213" y="490"/>
                </a:lnTo>
                <a:lnTo>
                  <a:pt x="213" y="491"/>
                </a:lnTo>
                <a:lnTo>
                  <a:pt x="214" y="492"/>
                </a:lnTo>
                <a:lnTo>
                  <a:pt x="213" y="493"/>
                </a:lnTo>
                <a:lnTo>
                  <a:pt x="212" y="493"/>
                </a:lnTo>
                <a:lnTo>
                  <a:pt x="212" y="495"/>
                </a:lnTo>
                <a:lnTo>
                  <a:pt x="211" y="495"/>
                </a:lnTo>
                <a:lnTo>
                  <a:pt x="211" y="496"/>
                </a:lnTo>
                <a:lnTo>
                  <a:pt x="210" y="496"/>
                </a:lnTo>
                <a:lnTo>
                  <a:pt x="210" y="495"/>
                </a:lnTo>
                <a:lnTo>
                  <a:pt x="209" y="496"/>
                </a:lnTo>
                <a:lnTo>
                  <a:pt x="208" y="497"/>
                </a:lnTo>
                <a:lnTo>
                  <a:pt x="207" y="497"/>
                </a:lnTo>
                <a:lnTo>
                  <a:pt x="206" y="497"/>
                </a:lnTo>
                <a:lnTo>
                  <a:pt x="205" y="498"/>
                </a:lnTo>
                <a:lnTo>
                  <a:pt x="205" y="499"/>
                </a:lnTo>
                <a:lnTo>
                  <a:pt x="205" y="500"/>
                </a:lnTo>
                <a:lnTo>
                  <a:pt x="205" y="501"/>
                </a:lnTo>
                <a:lnTo>
                  <a:pt x="205" y="502"/>
                </a:lnTo>
                <a:lnTo>
                  <a:pt x="205" y="503"/>
                </a:lnTo>
                <a:lnTo>
                  <a:pt x="204" y="503"/>
                </a:lnTo>
                <a:lnTo>
                  <a:pt x="205" y="504"/>
                </a:lnTo>
                <a:lnTo>
                  <a:pt x="206" y="504"/>
                </a:lnTo>
                <a:lnTo>
                  <a:pt x="207" y="504"/>
                </a:lnTo>
                <a:lnTo>
                  <a:pt x="207" y="505"/>
                </a:lnTo>
                <a:lnTo>
                  <a:pt x="208" y="505"/>
                </a:lnTo>
                <a:lnTo>
                  <a:pt x="208" y="506"/>
                </a:lnTo>
                <a:lnTo>
                  <a:pt x="207" y="507"/>
                </a:lnTo>
                <a:lnTo>
                  <a:pt x="206" y="507"/>
                </a:lnTo>
                <a:lnTo>
                  <a:pt x="207" y="507"/>
                </a:lnTo>
                <a:lnTo>
                  <a:pt x="207" y="508"/>
                </a:lnTo>
                <a:lnTo>
                  <a:pt x="207" y="509"/>
                </a:lnTo>
                <a:lnTo>
                  <a:pt x="208" y="509"/>
                </a:lnTo>
                <a:lnTo>
                  <a:pt x="207" y="509"/>
                </a:lnTo>
                <a:lnTo>
                  <a:pt x="207" y="510"/>
                </a:lnTo>
                <a:lnTo>
                  <a:pt x="208" y="510"/>
                </a:lnTo>
                <a:lnTo>
                  <a:pt x="209" y="510"/>
                </a:lnTo>
                <a:lnTo>
                  <a:pt x="209" y="511"/>
                </a:lnTo>
                <a:lnTo>
                  <a:pt x="210" y="511"/>
                </a:lnTo>
                <a:lnTo>
                  <a:pt x="210" y="512"/>
                </a:lnTo>
                <a:lnTo>
                  <a:pt x="210" y="513"/>
                </a:lnTo>
                <a:lnTo>
                  <a:pt x="211" y="513"/>
                </a:lnTo>
                <a:lnTo>
                  <a:pt x="211" y="514"/>
                </a:lnTo>
                <a:lnTo>
                  <a:pt x="211" y="515"/>
                </a:lnTo>
                <a:lnTo>
                  <a:pt x="210" y="515"/>
                </a:lnTo>
                <a:lnTo>
                  <a:pt x="209" y="515"/>
                </a:lnTo>
                <a:lnTo>
                  <a:pt x="209" y="516"/>
                </a:lnTo>
                <a:lnTo>
                  <a:pt x="208" y="516"/>
                </a:lnTo>
                <a:lnTo>
                  <a:pt x="208" y="517"/>
                </a:lnTo>
                <a:lnTo>
                  <a:pt x="207" y="517"/>
                </a:lnTo>
                <a:lnTo>
                  <a:pt x="206" y="517"/>
                </a:lnTo>
                <a:lnTo>
                  <a:pt x="207" y="518"/>
                </a:lnTo>
                <a:lnTo>
                  <a:pt x="207" y="519"/>
                </a:lnTo>
                <a:lnTo>
                  <a:pt x="207" y="520"/>
                </a:lnTo>
                <a:lnTo>
                  <a:pt x="208" y="520"/>
                </a:lnTo>
                <a:lnTo>
                  <a:pt x="209" y="520"/>
                </a:lnTo>
                <a:lnTo>
                  <a:pt x="209" y="521"/>
                </a:lnTo>
                <a:lnTo>
                  <a:pt x="210" y="521"/>
                </a:lnTo>
                <a:lnTo>
                  <a:pt x="210" y="522"/>
                </a:lnTo>
                <a:lnTo>
                  <a:pt x="211" y="523"/>
                </a:lnTo>
                <a:lnTo>
                  <a:pt x="210" y="524"/>
                </a:lnTo>
                <a:lnTo>
                  <a:pt x="210" y="523"/>
                </a:lnTo>
                <a:lnTo>
                  <a:pt x="209" y="523"/>
                </a:lnTo>
                <a:lnTo>
                  <a:pt x="208" y="523"/>
                </a:lnTo>
                <a:lnTo>
                  <a:pt x="208" y="522"/>
                </a:lnTo>
                <a:lnTo>
                  <a:pt x="207" y="522"/>
                </a:lnTo>
                <a:lnTo>
                  <a:pt x="206" y="522"/>
                </a:lnTo>
                <a:lnTo>
                  <a:pt x="206" y="523"/>
                </a:lnTo>
                <a:lnTo>
                  <a:pt x="206" y="524"/>
                </a:lnTo>
                <a:lnTo>
                  <a:pt x="207" y="524"/>
                </a:lnTo>
                <a:lnTo>
                  <a:pt x="208" y="525"/>
                </a:lnTo>
                <a:lnTo>
                  <a:pt x="208" y="526"/>
                </a:lnTo>
                <a:lnTo>
                  <a:pt x="207" y="526"/>
                </a:lnTo>
                <a:lnTo>
                  <a:pt x="207" y="527"/>
                </a:lnTo>
                <a:lnTo>
                  <a:pt x="208" y="528"/>
                </a:lnTo>
                <a:lnTo>
                  <a:pt x="207" y="528"/>
                </a:lnTo>
                <a:lnTo>
                  <a:pt x="207" y="529"/>
                </a:lnTo>
                <a:lnTo>
                  <a:pt x="207" y="530"/>
                </a:lnTo>
                <a:lnTo>
                  <a:pt x="208" y="530"/>
                </a:lnTo>
                <a:lnTo>
                  <a:pt x="209" y="531"/>
                </a:lnTo>
                <a:lnTo>
                  <a:pt x="210" y="531"/>
                </a:lnTo>
                <a:lnTo>
                  <a:pt x="210" y="532"/>
                </a:lnTo>
                <a:lnTo>
                  <a:pt x="209" y="532"/>
                </a:lnTo>
                <a:lnTo>
                  <a:pt x="208" y="532"/>
                </a:lnTo>
                <a:lnTo>
                  <a:pt x="208" y="533"/>
                </a:lnTo>
                <a:lnTo>
                  <a:pt x="207" y="533"/>
                </a:lnTo>
                <a:lnTo>
                  <a:pt x="206" y="533"/>
                </a:lnTo>
                <a:lnTo>
                  <a:pt x="205" y="533"/>
                </a:lnTo>
                <a:lnTo>
                  <a:pt x="205" y="532"/>
                </a:lnTo>
                <a:lnTo>
                  <a:pt x="206" y="532"/>
                </a:lnTo>
                <a:lnTo>
                  <a:pt x="205" y="532"/>
                </a:lnTo>
                <a:lnTo>
                  <a:pt x="206" y="531"/>
                </a:lnTo>
                <a:lnTo>
                  <a:pt x="206" y="530"/>
                </a:lnTo>
                <a:lnTo>
                  <a:pt x="205" y="530"/>
                </a:lnTo>
                <a:lnTo>
                  <a:pt x="205" y="531"/>
                </a:lnTo>
                <a:lnTo>
                  <a:pt x="205" y="530"/>
                </a:lnTo>
                <a:lnTo>
                  <a:pt x="204" y="530"/>
                </a:lnTo>
                <a:lnTo>
                  <a:pt x="204" y="529"/>
                </a:lnTo>
                <a:lnTo>
                  <a:pt x="203" y="529"/>
                </a:lnTo>
                <a:lnTo>
                  <a:pt x="202" y="529"/>
                </a:lnTo>
                <a:lnTo>
                  <a:pt x="201" y="529"/>
                </a:lnTo>
                <a:lnTo>
                  <a:pt x="201" y="530"/>
                </a:lnTo>
                <a:lnTo>
                  <a:pt x="201" y="531"/>
                </a:lnTo>
                <a:lnTo>
                  <a:pt x="200" y="531"/>
                </a:lnTo>
                <a:lnTo>
                  <a:pt x="200" y="532"/>
                </a:lnTo>
                <a:lnTo>
                  <a:pt x="200" y="533"/>
                </a:lnTo>
                <a:lnTo>
                  <a:pt x="201" y="533"/>
                </a:lnTo>
                <a:lnTo>
                  <a:pt x="201" y="534"/>
                </a:lnTo>
                <a:lnTo>
                  <a:pt x="200" y="534"/>
                </a:lnTo>
                <a:lnTo>
                  <a:pt x="199" y="534"/>
                </a:lnTo>
                <a:lnTo>
                  <a:pt x="199" y="533"/>
                </a:lnTo>
                <a:lnTo>
                  <a:pt x="198" y="533"/>
                </a:lnTo>
                <a:lnTo>
                  <a:pt x="198" y="534"/>
                </a:lnTo>
                <a:lnTo>
                  <a:pt x="199" y="534"/>
                </a:lnTo>
                <a:lnTo>
                  <a:pt x="198" y="535"/>
                </a:lnTo>
                <a:lnTo>
                  <a:pt x="199" y="536"/>
                </a:lnTo>
                <a:lnTo>
                  <a:pt x="199" y="537"/>
                </a:lnTo>
                <a:lnTo>
                  <a:pt x="198" y="536"/>
                </a:lnTo>
                <a:lnTo>
                  <a:pt x="198" y="537"/>
                </a:lnTo>
                <a:lnTo>
                  <a:pt x="198" y="538"/>
                </a:lnTo>
                <a:lnTo>
                  <a:pt x="197" y="538"/>
                </a:lnTo>
                <a:lnTo>
                  <a:pt x="197" y="541"/>
                </a:lnTo>
                <a:lnTo>
                  <a:pt x="197" y="542"/>
                </a:lnTo>
                <a:lnTo>
                  <a:pt x="197" y="543"/>
                </a:lnTo>
                <a:lnTo>
                  <a:pt x="198" y="543"/>
                </a:lnTo>
                <a:lnTo>
                  <a:pt x="198" y="544"/>
                </a:lnTo>
                <a:lnTo>
                  <a:pt x="197" y="544"/>
                </a:lnTo>
                <a:lnTo>
                  <a:pt x="197" y="545"/>
                </a:lnTo>
                <a:lnTo>
                  <a:pt x="196" y="546"/>
                </a:lnTo>
                <a:lnTo>
                  <a:pt x="196" y="548"/>
                </a:lnTo>
                <a:lnTo>
                  <a:pt x="197" y="548"/>
                </a:lnTo>
                <a:lnTo>
                  <a:pt x="197" y="549"/>
                </a:lnTo>
                <a:lnTo>
                  <a:pt x="197" y="550"/>
                </a:lnTo>
                <a:lnTo>
                  <a:pt x="198" y="550"/>
                </a:lnTo>
                <a:lnTo>
                  <a:pt x="198" y="551"/>
                </a:lnTo>
                <a:lnTo>
                  <a:pt x="199" y="551"/>
                </a:lnTo>
                <a:lnTo>
                  <a:pt x="200" y="551"/>
                </a:lnTo>
                <a:lnTo>
                  <a:pt x="200" y="550"/>
                </a:lnTo>
                <a:lnTo>
                  <a:pt x="200" y="551"/>
                </a:lnTo>
                <a:lnTo>
                  <a:pt x="201" y="551"/>
                </a:lnTo>
                <a:lnTo>
                  <a:pt x="200" y="552"/>
                </a:lnTo>
                <a:lnTo>
                  <a:pt x="200" y="553"/>
                </a:lnTo>
                <a:lnTo>
                  <a:pt x="200" y="554"/>
                </a:lnTo>
                <a:lnTo>
                  <a:pt x="199" y="554"/>
                </a:lnTo>
                <a:lnTo>
                  <a:pt x="198" y="553"/>
                </a:lnTo>
                <a:lnTo>
                  <a:pt x="198" y="554"/>
                </a:lnTo>
                <a:lnTo>
                  <a:pt x="197" y="554"/>
                </a:lnTo>
                <a:lnTo>
                  <a:pt x="196" y="554"/>
                </a:lnTo>
                <a:lnTo>
                  <a:pt x="197" y="555"/>
                </a:lnTo>
                <a:lnTo>
                  <a:pt x="198" y="555"/>
                </a:lnTo>
                <a:lnTo>
                  <a:pt x="198" y="556"/>
                </a:lnTo>
                <a:lnTo>
                  <a:pt x="199" y="556"/>
                </a:lnTo>
                <a:lnTo>
                  <a:pt x="199" y="557"/>
                </a:lnTo>
                <a:lnTo>
                  <a:pt x="199" y="558"/>
                </a:lnTo>
                <a:lnTo>
                  <a:pt x="200" y="558"/>
                </a:lnTo>
                <a:lnTo>
                  <a:pt x="200" y="559"/>
                </a:lnTo>
                <a:lnTo>
                  <a:pt x="200" y="560"/>
                </a:lnTo>
                <a:lnTo>
                  <a:pt x="201" y="560"/>
                </a:lnTo>
                <a:lnTo>
                  <a:pt x="201" y="561"/>
                </a:lnTo>
                <a:lnTo>
                  <a:pt x="202" y="561"/>
                </a:lnTo>
                <a:lnTo>
                  <a:pt x="202" y="562"/>
                </a:lnTo>
                <a:lnTo>
                  <a:pt x="203" y="562"/>
                </a:lnTo>
                <a:lnTo>
                  <a:pt x="203" y="563"/>
                </a:lnTo>
                <a:lnTo>
                  <a:pt x="204" y="563"/>
                </a:lnTo>
                <a:lnTo>
                  <a:pt x="203" y="563"/>
                </a:lnTo>
                <a:lnTo>
                  <a:pt x="203" y="564"/>
                </a:lnTo>
                <a:lnTo>
                  <a:pt x="204" y="564"/>
                </a:lnTo>
                <a:lnTo>
                  <a:pt x="205" y="565"/>
                </a:lnTo>
                <a:lnTo>
                  <a:pt x="204" y="565"/>
                </a:lnTo>
                <a:lnTo>
                  <a:pt x="203" y="565"/>
                </a:lnTo>
                <a:lnTo>
                  <a:pt x="202" y="566"/>
                </a:lnTo>
                <a:lnTo>
                  <a:pt x="202" y="565"/>
                </a:lnTo>
                <a:lnTo>
                  <a:pt x="201" y="565"/>
                </a:lnTo>
                <a:lnTo>
                  <a:pt x="201" y="566"/>
                </a:lnTo>
                <a:lnTo>
                  <a:pt x="200" y="565"/>
                </a:lnTo>
                <a:lnTo>
                  <a:pt x="199" y="565"/>
                </a:lnTo>
                <a:lnTo>
                  <a:pt x="199" y="564"/>
                </a:lnTo>
                <a:lnTo>
                  <a:pt x="198" y="565"/>
                </a:lnTo>
                <a:lnTo>
                  <a:pt x="197" y="565"/>
                </a:lnTo>
                <a:lnTo>
                  <a:pt x="197" y="566"/>
                </a:lnTo>
                <a:lnTo>
                  <a:pt x="196" y="566"/>
                </a:lnTo>
                <a:lnTo>
                  <a:pt x="196" y="567"/>
                </a:lnTo>
                <a:lnTo>
                  <a:pt x="195" y="567"/>
                </a:lnTo>
                <a:lnTo>
                  <a:pt x="194" y="567"/>
                </a:lnTo>
                <a:lnTo>
                  <a:pt x="192" y="567"/>
                </a:lnTo>
                <a:lnTo>
                  <a:pt x="192" y="568"/>
                </a:lnTo>
                <a:lnTo>
                  <a:pt x="192" y="567"/>
                </a:lnTo>
                <a:lnTo>
                  <a:pt x="191" y="567"/>
                </a:lnTo>
                <a:lnTo>
                  <a:pt x="190" y="567"/>
                </a:lnTo>
                <a:lnTo>
                  <a:pt x="189" y="567"/>
                </a:lnTo>
                <a:lnTo>
                  <a:pt x="189" y="566"/>
                </a:lnTo>
                <a:lnTo>
                  <a:pt x="189" y="565"/>
                </a:lnTo>
                <a:lnTo>
                  <a:pt x="189" y="564"/>
                </a:lnTo>
                <a:lnTo>
                  <a:pt x="190" y="564"/>
                </a:lnTo>
                <a:lnTo>
                  <a:pt x="190" y="563"/>
                </a:lnTo>
                <a:lnTo>
                  <a:pt x="189" y="562"/>
                </a:lnTo>
                <a:lnTo>
                  <a:pt x="189" y="561"/>
                </a:lnTo>
                <a:lnTo>
                  <a:pt x="188" y="561"/>
                </a:lnTo>
                <a:lnTo>
                  <a:pt x="187" y="561"/>
                </a:lnTo>
                <a:lnTo>
                  <a:pt x="187" y="560"/>
                </a:lnTo>
                <a:lnTo>
                  <a:pt x="186" y="560"/>
                </a:lnTo>
                <a:lnTo>
                  <a:pt x="185" y="560"/>
                </a:lnTo>
                <a:lnTo>
                  <a:pt x="185" y="559"/>
                </a:lnTo>
                <a:lnTo>
                  <a:pt x="184" y="559"/>
                </a:lnTo>
                <a:lnTo>
                  <a:pt x="183" y="559"/>
                </a:lnTo>
                <a:lnTo>
                  <a:pt x="182" y="559"/>
                </a:lnTo>
                <a:lnTo>
                  <a:pt x="182" y="560"/>
                </a:lnTo>
                <a:lnTo>
                  <a:pt x="181" y="560"/>
                </a:lnTo>
                <a:lnTo>
                  <a:pt x="181" y="559"/>
                </a:lnTo>
                <a:lnTo>
                  <a:pt x="180" y="560"/>
                </a:lnTo>
                <a:lnTo>
                  <a:pt x="179" y="559"/>
                </a:lnTo>
                <a:lnTo>
                  <a:pt x="179" y="558"/>
                </a:lnTo>
                <a:lnTo>
                  <a:pt x="178" y="557"/>
                </a:lnTo>
                <a:lnTo>
                  <a:pt x="178" y="556"/>
                </a:lnTo>
                <a:lnTo>
                  <a:pt x="178" y="555"/>
                </a:lnTo>
                <a:lnTo>
                  <a:pt x="178" y="554"/>
                </a:lnTo>
                <a:lnTo>
                  <a:pt x="178" y="553"/>
                </a:lnTo>
                <a:lnTo>
                  <a:pt x="177" y="553"/>
                </a:lnTo>
                <a:lnTo>
                  <a:pt x="177" y="552"/>
                </a:lnTo>
                <a:lnTo>
                  <a:pt x="176" y="552"/>
                </a:lnTo>
                <a:lnTo>
                  <a:pt x="176" y="551"/>
                </a:lnTo>
                <a:lnTo>
                  <a:pt x="175" y="551"/>
                </a:lnTo>
                <a:lnTo>
                  <a:pt x="175" y="550"/>
                </a:lnTo>
                <a:lnTo>
                  <a:pt x="176" y="550"/>
                </a:lnTo>
                <a:lnTo>
                  <a:pt x="175" y="549"/>
                </a:lnTo>
                <a:lnTo>
                  <a:pt x="174" y="549"/>
                </a:lnTo>
                <a:lnTo>
                  <a:pt x="174" y="550"/>
                </a:lnTo>
                <a:lnTo>
                  <a:pt x="174" y="549"/>
                </a:lnTo>
                <a:lnTo>
                  <a:pt x="173" y="549"/>
                </a:lnTo>
                <a:lnTo>
                  <a:pt x="173" y="548"/>
                </a:lnTo>
                <a:lnTo>
                  <a:pt x="172" y="548"/>
                </a:lnTo>
                <a:lnTo>
                  <a:pt x="173" y="547"/>
                </a:lnTo>
                <a:lnTo>
                  <a:pt x="172" y="546"/>
                </a:lnTo>
                <a:lnTo>
                  <a:pt x="171" y="546"/>
                </a:lnTo>
                <a:lnTo>
                  <a:pt x="171" y="545"/>
                </a:lnTo>
                <a:lnTo>
                  <a:pt x="170" y="545"/>
                </a:lnTo>
                <a:lnTo>
                  <a:pt x="170" y="544"/>
                </a:lnTo>
                <a:lnTo>
                  <a:pt x="169" y="544"/>
                </a:lnTo>
                <a:lnTo>
                  <a:pt x="169" y="545"/>
                </a:lnTo>
                <a:lnTo>
                  <a:pt x="169" y="544"/>
                </a:lnTo>
                <a:lnTo>
                  <a:pt x="168" y="544"/>
                </a:lnTo>
                <a:lnTo>
                  <a:pt x="167" y="543"/>
                </a:lnTo>
                <a:lnTo>
                  <a:pt x="166" y="542"/>
                </a:lnTo>
                <a:lnTo>
                  <a:pt x="165" y="542"/>
                </a:lnTo>
                <a:lnTo>
                  <a:pt x="165" y="541"/>
                </a:lnTo>
                <a:lnTo>
                  <a:pt x="164" y="541"/>
                </a:lnTo>
                <a:lnTo>
                  <a:pt x="164" y="542"/>
                </a:lnTo>
                <a:lnTo>
                  <a:pt x="163" y="543"/>
                </a:lnTo>
                <a:lnTo>
                  <a:pt x="163" y="544"/>
                </a:lnTo>
                <a:lnTo>
                  <a:pt x="162" y="544"/>
                </a:lnTo>
                <a:lnTo>
                  <a:pt x="161" y="543"/>
                </a:lnTo>
                <a:lnTo>
                  <a:pt x="161" y="544"/>
                </a:lnTo>
                <a:lnTo>
                  <a:pt x="160" y="545"/>
                </a:lnTo>
                <a:lnTo>
                  <a:pt x="160" y="546"/>
                </a:lnTo>
                <a:lnTo>
                  <a:pt x="161" y="546"/>
                </a:lnTo>
                <a:lnTo>
                  <a:pt x="161" y="547"/>
                </a:lnTo>
                <a:lnTo>
                  <a:pt x="160" y="547"/>
                </a:lnTo>
                <a:lnTo>
                  <a:pt x="160" y="548"/>
                </a:lnTo>
                <a:lnTo>
                  <a:pt x="160" y="547"/>
                </a:lnTo>
                <a:lnTo>
                  <a:pt x="159" y="547"/>
                </a:lnTo>
                <a:lnTo>
                  <a:pt x="158" y="546"/>
                </a:lnTo>
                <a:lnTo>
                  <a:pt x="157" y="546"/>
                </a:lnTo>
                <a:lnTo>
                  <a:pt x="156" y="546"/>
                </a:lnTo>
                <a:lnTo>
                  <a:pt x="156" y="545"/>
                </a:lnTo>
                <a:lnTo>
                  <a:pt x="154" y="545"/>
                </a:lnTo>
                <a:lnTo>
                  <a:pt x="153" y="545"/>
                </a:lnTo>
                <a:lnTo>
                  <a:pt x="153" y="546"/>
                </a:lnTo>
                <a:lnTo>
                  <a:pt x="152" y="546"/>
                </a:lnTo>
                <a:lnTo>
                  <a:pt x="152" y="547"/>
                </a:lnTo>
                <a:lnTo>
                  <a:pt x="152" y="548"/>
                </a:lnTo>
                <a:lnTo>
                  <a:pt x="151" y="548"/>
                </a:lnTo>
                <a:lnTo>
                  <a:pt x="150" y="548"/>
                </a:lnTo>
                <a:lnTo>
                  <a:pt x="149" y="548"/>
                </a:lnTo>
                <a:lnTo>
                  <a:pt x="149" y="549"/>
                </a:lnTo>
                <a:lnTo>
                  <a:pt x="148" y="548"/>
                </a:lnTo>
                <a:lnTo>
                  <a:pt x="148" y="549"/>
                </a:lnTo>
                <a:lnTo>
                  <a:pt x="146" y="550"/>
                </a:lnTo>
                <a:lnTo>
                  <a:pt x="145" y="550"/>
                </a:lnTo>
                <a:lnTo>
                  <a:pt x="145" y="551"/>
                </a:lnTo>
                <a:lnTo>
                  <a:pt x="145" y="552"/>
                </a:lnTo>
                <a:lnTo>
                  <a:pt x="145" y="551"/>
                </a:lnTo>
                <a:lnTo>
                  <a:pt x="145" y="552"/>
                </a:lnTo>
                <a:lnTo>
                  <a:pt x="144" y="552"/>
                </a:lnTo>
                <a:lnTo>
                  <a:pt x="144" y="551"/>
                </a:lnTo>
                <a:lnTo>
                  <a:pt x="143" y="551"/>
                </a:lnTo>
                <a:lnTo>
                  <a:pt x="143" y="552"/>
                </a:lnTo>
                <a:lnTo>
                  <a:pt x="142" y="552"/>
                </a:lnTo>
                <a:lnTo>
                  <a:pt x="141" y="552"/>
                </a:lnTo>
                <a:lnTo>
                  <a:pt x="141" y="553"/>
                </a:lnTo>
                <a:lnTo>
                  <a:pt x="140" y="553"/>
                </a:lnTo>
                <a:lnTo>
                  <a:pt x="139" y="553"/>
                </a:lnTo>
                <a:lnTo>
                  <a:pt x="139" y="554"/>
                </a:lnTo>
                <a:lnTo>
                  <a:pt x="139" y="555"/>
                </a:lnTo>
                <a:lnTo>
                  <a:pt x="138" y="555"/>
                </a:lnTo>
                <a:lnTo>
                  <a:pt x="139" y="554"/>
                </a:lnTo>
                <a:lnTo>
                  <a:pt x="138" y="554"/>
                </a:lnTo>
                <a:lnTo>
                  <a:pt x="137" y="554"/>
                </a:lnTo>
                <a:lnTo>
                  <a:pt x="136" y="554"/>
                </a:lnTo>
                <a:lnTo>
                  <a:pt x="136" y="552"/>
                </a:lnTo>
                <a:lnTo>
                  <a:pt x="134" y="551"/>
                </a:lnTo>
                <a:lnTo>
                  <a:pt x="133" y="551"/>
                </a:lnTo>
                <a:lnTo>
                  <a:pt x="133" y="550"/>
                </a:lnTo>
                <a:lnTo>
                  <a:pt x="132" y="550"/>
                </a:lnTo>
                <a:lnTo>
                  <a:pt x="133" y="551"/>
                </a:lnTo>
                <a:lnTo>
                  <a:pt x="132" y="551"/>
                </a:lnTo>
                <a:lnTo>
                  <a:pt x="132" y="552"/>
                </a:lnTo>
                <a:lnTo>
                  <a:pt x="131" y="553"/>
                </a:lnTo>
                <a:lnTo>
                  <a:pt x="130" y="553"/>
                </a:lnTo>
                <a:lnTo>
                  <a:pt x="130" y="554"/>
                </a:lnTo>
                <a:lnTo>
                  <a:pt x="129" y="554"/>
                </a:lnTo>
                <a:lnTo>
                  <a:pt x="128" y="554"/>
                </a:lnTo>
                <a:lnTo>
                  <a:pt x="129" y="554"/>
                </a:lnTo>
                <a:lnTo>
                  <a:pt x="128" y="553"/>
                </a:lnTo>
                <a:lnTo>
                  <a:pt x="128" y="554"/>
                </a:lnTo>
                <a:lnTo>
                  <a:pt x="127" y="554"/>
                </a:lnTo>
                <a:lnTo>
                  <a:pt x="126" y="554"/>
                </a:lnTo>
                <a:lnTo>
                  <a:pt x="125" y="554"/>
                </a:lnTo>
                <a:lnTo>
                  <a:pt x="124" y="555"/>
                </a:lnTo>
                <a:lnTo>
                  <a:pt x="124" y="556"/>
                </a:lnTo>
                <a:lnTo>
                  <a:pt x="123" y="556"/>
                </a:lnTo>
                <a:lnTo>
                  <a:pt x="122" y="556"/>
                </a:lnTo>
                <a:lnTo>
                  <a:pt x="122" y="555"/>
                </a:lnTo>
                <a:lnTo>
                  <a:pt x="122" y="554"/>
                </a:lnTo>
                <a:lnTo>
                  <a:pt x="120" y="554"/>
                </a:lnTo>
                <a:lnTo>
                  <a:pt x="120" y="555"/>
                </a:lnTo>
                <a:lnTo>
                  <a:pt x="120" y="557"/>
                </a:lnTo>
                <a:lnTo>
                  <a:pt x="119" y="557"/>
                </a:lnTo>
                <a:lnTo>
                  <a:pt x="119" y="558"/>
                </a:lnTo>
                <a:lnTo>
                  <a:pt x="119" y="559"/>
                </a:lnTo>
                <a:lnTo>
                  <a:pt x="119" y="560"/>
                </a:lnTo>
                <a:lnTo>
                  <a:pt x="119" y="561"/>
                </a:lnTo>
                <a:lnTo>
                  <a:pt x="118" y="561"/>
                </a:lnTo>
                <a:lnTo>
                  <a:pt x="118" y="562"/>
                </a:lnTo>
                <a:lnTo>
                  <a:pt x="118" y="563"/>
                </a:lnTo>
                <a:lnTo>
                  <a:pt x="117" y="563"/>
                </a:lnTo>
                <a:lnTo>
                  <a:pt x="117" y="564"/>
                </a:lnTo>
                <a:lnTo>
                  <a:pt x="117" y="565"/>
                </a:lnTo>
                <a:lnTo>
                  <a:pt x="116" y="565"/>
                </a:lnTo>
                <a:lnTo>
                  <a:pt x="115" y="565"/>
                </a:lnTo>
                <a:lnTo>
                  <a:pt x="115" y="564"/>
                </a:lnTo>
                <a:lnTo>
                  <a:pt x="115" y="563"/>
                </a:lnTo>
                <a:lnTo>
                  <a:pt x="115" y="562"/>
                </a:lnTo>
                <a:lnTo>
                  <a:pt x="115" y="561"/>
                </a:lnTo>
                <a:lnTo>
                  <a:pt x="114" y="561"/>
                </a:lnTo>
                <a:lnTo>
                  <a:pt x="113" y="561"/>
                </a:lnTo>
                <a:lnTo>
                  <a:pt x="112" y="562"/>
                </a:lnTo>
                <a:lnTo>
                  <a:pt x="111" y="562"/>
                </a:lnTo>
                <a:lnTo>
                  <a:pt x="110" y="561"/>
                </a:lnTo>
                <a:lnTo>
                  <a:pt x="109" y="561"/>
                </a:lnTo>
                <a:lnTo>
                  <a:pt x="109" y="560"/>
                </a:lnTo>
                <a:lnTo>
                  <a:pt x="108" y="560"/>
                </a:lnTo>
                <a:lnTo>
                  <a:pt x="108" y="561"/>
                </a:lnTo>
                <a:lnTo>
                  <a:pt x="107" y="561"/>
                </a:lnTo>
                <a:lnTo>
                  <a:pt x="106" y="560"/>
                </a:lnTo>
                <a:lnTo>
                  <a:pt x="105" y="559"/>
                </a:lnTo>
                <a:lnTo>
                  <a:pt x="105" y="560"/>
                </a:lnTo>
                <a:lnTo>
                  <a:pt x="104" y="560"/>
                </a:lnTo>
                <a:lnTo>
                  <a:pt x="103" y="560"/>
                </a:lnTo>
                <a:lnTo>
                  <a:pt x="103" y="561"/>
                </a:lnTo>
                <a:lnTo>
                  <a:pt x="104" y="561"/>
                </a:lnTo>
                <a:lnTo>
                  <a:pt x="104" y="562"/>
                </a:lnTo>
                <a:lnTo>
                  <a:pt x="103" y="562"/>
                </a:lnTo>
                <a:lnTo>
                  <a:pt x="104" y="563"/>
                </a:lnTo>
                <a:lnTo>
                  <a:pt x="104" y="564"/>
                </a:lnTo>
                <a:lnTo>
                  <a:pt x="104" y="565"/>
                </a:lnTo>
                <a:lnTo>
                  <a:pt x="104" y="566"/>
                </a:lnTo>
                <a:lnTo>
                  <a:pt x="103" y="566"/>
                </a:lnTo>
                <a:lnTo>
                  <a:pt x="102" y="566"/>
                </a:lnTo>
                <a:lnTo>
                  <a:pt x="102" y="567"/>
                </a:lnTo>
                <a:lnTo>
                  <a:pt x="102" y="568"/>
                </a:lnTo>
                <a:lnTo>
                  <a:pt x="101" y="569"/>
                </a:lnTo>
                <a:lnTo>
                  <a:pt x="101" y="568"/>
                </a:lnTo>
                <a:lnTo>
                  <a:pt x="100" y="568"/>
                </a:lnTo>
                <a:lnTo>
                  <a:pt x="99" y="567"/>
                </a:lnTo>
                <a:lnTo>
                  <a:pt x="99" y="566"/>
                </a:lnTo>
                <a:lnTo>
                  <a:pt x="98" y="565"/>
                </a:lnTo>
                <a:lnTo>
                  <a:pt x="98" y="564"/>
                </a:lnTo>
                <a:lnTo>
                  <a:pt x="98" y="563"/>
                </a:lnTo>
                <a:lnTo>
                  <a:pt x="97" y="563"/>
                </a:lnTo>
                <a:lnTo>
                  <a:pt x="96" y="564"/>
                </a:lnTo>
                <a:lnTo>
                  <a:pt x="95" y="564"/>
                </a:lnTo>
                <a:lnTo>
                  <a:pt x="94" y="564"/>
                </a:lnTo>
                <a:lnTo>
                  <a:pt x="93" y="564"/>
                </a:lnTo>
                <a:lnTo>
                  <a:pt x="93" y="565"/>
                </a:lnTo>
                <a:lnTo>
                  <a:pt x="92" y="566"/>
                </a:lnTo>
                <a:lnTo>
                  <a:pt x="91" y="567"/>
                </a:lnTo>
                <a:lnTo>
                  <a:pt x="91" y="568"/>
                </a:lnTo>
                <a:lnTo>
                  <a:pt x="90" y="567"/>
                </a:lnTo>
                <a:lnTo>
                  <a:pt x="89" y="567"/>
                </a:lnTo>
                <a:lnTo>
                  <a:pt x="89" y="568"/>
                </a:lnTo>
                <a:lnTo>
                  <a:pt x="87" y="567"/>
                </a:lnTo>
                <a:lnTo>
                  <a:pt x="86" y="566"/>
                </a:lnTo>
                <a:lnTo>
                  <a:pt x="85" y="566"/>
                </a:lnTo>
                <a:lnTo>
                  <a:pt x="85" y="567"/>
                </a:lnTo>
                <a:lnTo>
                  <a:pt x="84" y="567"/>
                </a:lnTo>
                <a:lnTo>
                  <a:pt x="83" y="567"/>
                </a:lnTo>
                <a:lnTo>
                  <a:pt x="83" y="568"/>
                </a:lnTo>
                <a:lnTo>
                  <a:pt x="82" y="568"/>
                </a:lnTo>
                <a:lnTo>
                  <a:pt x="81" y="569"/>
                </a:lnTo>
                <a:lnTo>
                  <a:pt x="81" y="568"/>
                </a:lnTo>
                <a:lnTo>
                  <a:pt x="81" y="569"/>
                </a:lnTo>
                <a:lnTo>
                  <a:pt x="80" y="570"/>
                </a:lnTo>
                <a:lnTo>
                  <a:pt x="80" y="571"/>
                </a:lnTo>
                <a:lnTo>
                  <a:pt x="79" y="571"/>
                </a:lnTo>
                <a:lnTo>
                  <a:pt x="78" y="572"/>
                </a:lnTo>
                <a:lnTo>
                  <a:pt x="77" y="572"/>
                </a:lnTo>
                <a:lnTo>
                  <a:pt x="77" y="573"/>
                </a:lnTo>
                <a:lnTo>
                  <a:pt x="76" y="573"/>
                </a:lnTo>
                <a:lnTo>
                  <a:pt x="76" y="572"/>
                </a:lnTo>
                <a:lnTo>
                  <a:pt x="75" y="572"/>
                </a:lnTo>
                <a:lnTo>
                  <a:pt x="75" y="571"/>
                </a:lnTo>
                <a:lnTo>
                  <a:pt x="74" y="571"/>
                </a:lnTo>
                <a:lnTo>
                  <a:pt x="74" y="572"/>
                </a:lnTo>
                <a:lnTo>
                  <a:pt x="74" y="571"/>
                </a:lnTo>
                <a:lnTo>
                  <a:pt x="74" y="570"/>
                </a:lnTo>
                <a:lnTo>
                  <a:pt x="74" y="569"/>
                </a:lnTo>
                <a:lnTo>
                  <a:pt x="73" y="568"/>
                </a:lnTo>
                <a:lnTo>
                  <a:pt x="73" y="567"/>
                </a:lnTo>
                <a:lnTo>
                  <a:pt x="72" y="567"/>
                </a:lnTo>
                <a:lnTo>
                  <a:pt x="73" y="566"/>
                </a:lnTo>
                <a:lnTo>
                  <a:pt x="73" y="565"/>
                </a:lnTo>
                <a:lnTo>
                  <a:pt x="72" y="565"/>
                </a:lnTo>
                <a:lnTo>
                  <a:pt x="72" y="564"/>
                </a:lnTo>
                <a:lnTo>
                  <a:pt x="71" y="564"/>
                </a:lnTo>
                <a:lnTo>
                  <a:pt x="70" y="563"/>
                </a:lnTo>
                <a:lnTo>
                  <a:pt x="70" y="562"/>
                </a:lnTo>
                <a:lnTo>
                  <a:pt x="69" y="563"/>
                </a:lnTo>
                <a:lnTo>
                  <a:pt x="69" y="564"/>
                </a:lnTo>
                <a:lnTo>
                  <a:pt x="69" y="563"/>
                </a:lnTo>
                <a:lnTo>
                  <a:pt x="68" y="563"/>
                </a:lnTo>
                <a:lnTo>
                  <a:pt x="68" y="564"/>
                </a:lnTo>
                <a:lnTo>
                  <a:pt x="67" y="564"/>
                </a:lnTo>
                <a:lnTo>
                  <a:pt x="67" y="563"/>
                </a:lnTo>
                <a:lnTo>
                  <a:pt x="66" y="564"/>
                </a:lnTo>
                <a:lnTo>
                  <a:pt x="65" y="564"/>
                </a:lnTo>
                <a:lnTo>
                  <a:pt x="65" y="563"/>
                </a:lnTo>
                <a:lnTo>
                  <a:pt x="65" y="562"/>
                </a:lnTo>
                <a:lnTo>
                  <a:pt x="64" y="562"/>
                </a:lnTo>
                <a:lnTo>
                  <a:pt x="64" y="561"/>
                </a:lnTo>
                <a:lnTo>
                  <a:pt x="64" y="559"/>
                </a:lnTo>
                <a:lnTo>
                  <a:pt x="63" y="559"/>
                </a:lnTo>
                <a:lnTo>
                  <a:pt x="63" y="558"/>
                </a:lnTo>
                <a:lnTo>
                  <a:pt x="62" y="558"/>
                </a:lnTo>
                <a:lnTo>
                  <a:pt x="61" y="558"/>
                </a:lnTo>
                <a:lnTo>
                  <a:pt x="61" y="557"/>
                </a:lnTo>
                <a:lnTo>
                  <a:pt x="60" y="557"/>
                </a:lnTo>
                <a:lnTo>
                  <a:pt x="59" y="557"/>
                </a:lnTo>
                <a:lnTo>
                  <a:pt x="58" y="557"/>
                </a:lnTo>
                <a:lnTo>
                  <a:pt x="57" y="557"/>
                </a:lnTo>
                <a:lnTo>
                  <a:pt x="56" y="556"/>
                </a:lnTo>
                <a:lnTo>
                  <a:pt x="55" y="556"/>
                </a:lnTo>
                <a:lnTo>
                  <a:pt x="54" y="556"/>
                </a:lnTo>
                <a:lnTo>
                  <a:pt x="54" y="557"/>
                </a:lnTo>
                <a:lnTo>
                  <a:pt x="53" y="557"/>
                </a:lnTo>
                <a:lnTo>
                  <a:pt x="53" y="556"/>
                </a:lnTo>
                <a:lnTo>
                  <a:pt x="54" y="555"/>
                </a:lnTo>
                <a:lnTo>
                  <a:pt x="54" y="556"/>
                </a:lnTo>
                <a:lnTo>
                  <a:pt x="55" y="556"/>
                </a:lnTo>
                <a:lnTo>
                  <a:pt x="55" y="555"/>
                </a:lnTo>
                <a:lnTo>
                  <a:pt x="54" y="555"/>
                </a:lnTo>
                <a:lnTo>
                  <a:pt x="54" y="554"/>
                </a:lnTo>
                <a:lnTo>
                  <a:pt x="53" y="553"/>
                </a:lnTo>
                <a:lnTo>
                  <a:pt x="53" y="552"/>
                </a:lnTo>
                <a:lnTo>
                  <a:pt x="54" y="552"/>
                </a:lnTo>
                <a:lnTo>
                  <a:pt x="55" y="552"/>
                </a:lnTo>
                <a:lnTo>
                  <a:pt x="56" y="552"/>
                </a:lnTo>
                <a:lnTo>
                  <a:pt x="57" y="552"/>
                </a:lnTo>
                <a:lnTo>
                  <a:pt x="58" y="551"/>
                </a:lnTo>
                <a:lnTo>
                  <a:pt x="59" y="551"/>
                </a:lnTo>
                <a:lnTo>
                  <a:pt x="60" y="551"/>
                </a:lnTo>
                <a:lnTo>
                  <a:pt x="61" y="551"/>
                </a:lnTo>
                <a:lnTo>
                  <a:pt x="62" y="551"/>
                </a:lnTo>
                <a:lnTo>
                  <a:pt x="63" y="551"/>
                </a:lnTo>
                <a:lnTo>
                  <a:pt x="63" y="550"/>
                </a:lnTo>
                <a:lnTo>
                  <a:pt x="62" y="550"/>
                </a:lnTo>
                <a:lnTo>
                  <a:pt x="63" y="550"/>
                </a:lnTo>
                <a:lnTo>
                  <a:pt x="63" y="549"/>
                </a:lnTo>
                <a:lnTo>
                  <a:pt x="63" y="548"/>
                </a:lnTo>
                <a:lnTo>
                  <a:pt x="64" y="548"/>
                </a:lnTo>
                <a:lnTo>
                  <a:pt x="66" y="548"/>
                </a:lnTo>
                <a:lnTo>
                  <a:pt x="66" y="547"/>
                </a:lnTo>
                <a:lnTo>
                  <a:pt x="67" y="547"/>
                </a:lnTo>
                <a:lnTo>
                  <a:pt x="67" y="546"/>
                </a:lnTo>
                <a:lnTo>
                  <a:pt x="68" y="546"/>
                </a:lnTo>
                <a:lnTo>
                  <a:pt x="68" y="545"/>
                </a:lnTo>
                <a:lnTo>
                  <a:pt x="69" y="545"/>
                </a:lnTo>
                <a:lnTo>
                  <a:pt x="69" y="544"/>
                </a:lnTo>
                <a:lnTo>
                  <a:pt x="68" y="544"/>
                </a:lnTo>
                <a:lnTo>
                  <a:pt x="68" y="543"/>
                </a:lnTo>
                <a:lnTo>
                  <a:pt x="67" y="543"/>
                </a:lnTo>
                <a:lnTo>
                  <a:pt x="67" y="542"/>
                </a:lnTo>
                <a:lnTo>
                  <a:pt x="68" y="542"/>
                </a:lnTo>
                <a:lnTo>
                  <a:pt x="69" y="542"/>
                </a:lnTo>
                <a:lnTo>
                  <a:pt x="69" y="541"/>
                </a:lnTo>
                <a:lnTo>
                  <a:pt x="69" y="540"/>
                </a:lnTo>
                <a:lnTo>
                  <a:pt x="68" y="540"/>
                </a:lnTo>
                <a:lnTo>
                  <a:pt x="69" y="538"/>
                </a:lnTo>
                <a:lnTo>
                  <a:pt x="70" y="538"/>
                </a:lnTo>
                <a:lnTo>
                  <a:pt x="70" y="537"/>
                </a:lnTo>
                <a:lnTo>
                  <a:pt x="70" y="536"/>
                </a:lnTo>
                <a:lnTo>
                  <a:pt x="70" y="535"/>
                </a:lnTo>
                <a:lnTo>
                  <a:pt x="71" y="535"/>
                </a:lnTo>
                <a:lnTo>
                  <a:pt x="71" y="534"/>
                </a:lnTo>
                <a:lnTo>
                  <a:pt x="72" y="534"/>
                </a:lnTo>
                <a:lnTo>
                  <a:pt x="72" y="533"/>
                </a:lnTo>
                <a:lnTo>
                  <a:pt x="73" y="533"/>
                </a:lnTo>
                <a:lnTo>
                  <a:pt x="74" y="533"/>
                </a:lnTo>
                <a:lnTo>
                  <a:pt x="74" y="532"/>
                </a:lnTo>
                <a:lnTo>
                  <a:pt x="74" y="531"/>
                </a:lnTo>
                <a:lnTo>
                  <a:pt x="74" y="530"/>
                </a:lnTo>
                <a:lnTo>
                  <a:pt x="74" y="529"/>
                </a:lnTo>
                <a:lnTo>
                  <a:pt x="73" y="529"/>
                </a:lnTo>
                <a:lnTo>
                  <a:pt x="73" y="528"/>
                </a:lnTo>
                <a:lnTo>
                  <a:pt x="74" y="528"/>
                </a:lnTo>
                <a:lnTo>
                  <a:pt x="74" y="527"/>
                </a:lnTo>
                <a:lnTo>
                  <a:pt x="74" y="526"/>
                </a:lnTo>
                <a:lnTo>
                  <a:pt x="73" y="526"/>
                </a:lnTo>
                <a:lnTo>
                  <a:pt x="74" y="526"/>
                </a:lnTo>
                <a:lnTo>
                  <a:pt x="74" y="525"/>
                </a:lnTo>
                <a:lnTo>
                  <a:pt x="73" y="525"/>
                </a:lnTo>
                <a:lnTo>
                  <a:pt x="73" y="524"/>
                </a:lnTo>
                <a:lnTo>
                  <a:pt x="74" y="524"/>
                </a:lnTo>
                <a:lnTo>
                  <a:pt x="75" y="524"/>
                </a:lnTo>
                <a:lnTo>
                  <a:pt x="76" y="524"/>
                </a:lnTo>
                <a:lnTo>
                  <a:pt x="76" y="523"/>
                </a:lnTo>
                <a:lnTo>
                  <a:pt x="75" y="523"/>
                </a:lnTo>
                <a:lnTo>
                  <a:pt x="75" y="522"/>
                </a:lnTo>
                <a:lnTo>
                  <a:pt x="76" y="522"/>
                </a:lnTo>
                <a:lnTo>
                  <a:pt x="77" y="522"/>
                </a:lnTo>
                <a:lnTo>
                  <a:pt x="78" y="522"/>
                </a:lnTo>
                <a:lnTo>
                  <a:pt x="79" y="522"/>
                </a:lnTo>
                <a:lnTo>
                  <a:pt x="79" y="521"/>
                </a:lnTo>
                <a:lnTo>
                  <a:pt x="79" y="520"/>
                </a:lnTo>
                <a:lnTo>
                  <a:pt x="80" y="519"/>
                </a:lnTo>
                <a:lnTo>
                  <a:pt x="81" y="519"/>
                </a:lnTo>
                <a:lnTo>
                  <a:pt x="82" y="519"/>
                </a:lnTo>
                <a:lnTo>
                  <a:pt x="84" y="519"/>
                </a:lnTo>
                <a:lnTo>
                  <a:pt x="84" y="518"/>
                </a:lnTo>
                <a:lnTo>
                  <a:pt x="84" y="517"/>
                </a:lnTo>
                <a:lnTo>
                  <a:pt x="85" y="517"/>
                </a:lnTo>
                <a:lnTo>
                  <a:pt x="86" y="517"/>
                </a:lnTo>
                <a:lnTo>
                  <a:pt x="86" y="516"/>
                </a:lnTo>
                <a:lnTo>
                  <a:pt x="86" y="515"/>
                </a:lnTo>
                <a:lnTo>
                  <a:pt x="87" y="515"/>
                </a:lnTo>
                <a:lnTo>
                  <a:pt x="86" y="515"/>
                </a:lnTo>
                <a:lnTo>
                  <a:pt x="86" y="514"/>
                </a:lnTo>
                <a:lnTo>
                  <a:pt x="87" y="514"/>
                </a:lnTo>
                <a:lnTo>
                  <a:pt x="87" y="513"/>
                </a:lnTo>
                <a:lnTo>
                  <a:pt x="88" y="513"/>
                </a:lnTo>
                <a:lnTo>
                  <a:pt x="88" y="512"/>
                </a:lnTo>
                <a:lnTo>
                  <a:pt x="88" y="511"/>
                </a:lnTo>
                <a:lnTo>
                  <a:pt x="89" y="511"/>
                </a:lnTo>
                <a:lnTo>
                  <a:pt x="90" y="511"/>
                </a:lnTo>
                <a:lnTo>
                  <a:pt x="91" y="511"/>
                </a:lnTo>
                <a:lnTo>
                  <a:pt x="91" y="512"/>
                </a:lnTo>
                <a:lnTo>
                  <a:pt x="92" y="511"/>
                </a:lnTo>
                <a:lnTo>
                  <a:pt x="93" y="511"/>
                </a:lnTo>
                <a:lnTo>
                  <a:pt x="93" y="512"/>
                </a:lnTo>
                <a:lnTo>
                  <a:pt x="94" y="512"/>
                </a:lnTo>
                <a:lnTo>
                  <a:pt x="95" y="512"/>
                </a:lnTo>
                <a:lnTo>
                  <a:pt x="96" y="512"/>
                </a:lnTo>
                <a:lnTo>
                  <a:pt x="96" y="511"/>
                </a:lnTo>
                <a:lnTo>
                  <a:pt x="97" y="511"/>
                </a:lnTo>
                <a:lnTo>
                  <a:pt x="97" y="510"/>
                </a:lnTo>
                <a:lnTo>
                  <a:pt x="98" y="510"/>
                </a:lnTo>
                <a:lnTo>
                  <a:pt x="98" y="509"/>
                </a:lnTo>
                <a:lnTo>
                  <a:pt x="99" y="508"/>
                </a:lnTo>
                <a:lnTo>
                  <a:pt x="100" y="508"/>
                </a:lnTo>
                <a:lnTo>
                  <a:pt x="100" y="509"/>
                </a:lnTo>
                <a:lnTo>
                  <a:pt x="101" y="509"/>
                </a:lnTo>
                <a:lnTo>
                  <a:pt x="101" y="508"/>
                </a:lnTo>
                <a:lnTo>
                  <a:pt x="102" y="508"/>
                </a:lnTo>
                <a:lnTo>
                  <a:pt x="103" y="507"/>
                </a:lnTo>
                <a:lnTo>
                  <a:pt x="103" y="508"/>
                </a:lnTo>
                <a:lnTo>
                  <a:pt x="104" y="507"/>
                </a:lnTo>
                <a:lnTo>
                  <a:pt x="104" y="506"/>
                </a:lnTo>
                <a:lnTo>
                  <a:pt x="104" y="505"/>
                </a:lnTo>
                <a:lnTo>
                  <a:pt x="104" y="504"/>
                </a:lnTo>
                <a:lnTo>
                  <a:pt x="104" y="503"/>
                </a:lnTo>
                <a:lnTo>
                  <a:pt x="104" y="504"/>
                </a:lnTo>
                <a:lnTo>
                  <a:pt x="103" y="503"/>
                </a:lnTo>
                <a:lnTo>
                  <a:pt x="102" y="503"/>
                </a:lnTo>
                <a:lnTo>
                  <a:pt x="101" y="503"/>
                </a:lnTo>
                <a:lnTo>
                  <a:pt x="101" y="502"/>
                </a:lnTo>
                <a:lnTo>
                  <a:pt x="100" y="502"/>
                </a:lnTo>
                <a:lnTo>
                  <a:pt x="99" y="502"/>
                </a:lnTo>
                <a:lnTo>
                  <a:pt x="99" y="501"/>
                </a:lnTo>
                <a:lnTo>
                  <a:pt x="100" y="501"/>
                </a:lnTo>
                <a:lnTo>
                  <a:pt x="100" y="500"/>
                </a:lnTo>
                <a:lnTo>
                  <a:pt x="99" y="500"/>
                </a:lnTo>
                <a:lnTo>
                  <a:pt x="99" y="499"/>
                </a:lnTo>
                <a:lnTo>
                  <a:pt x="100" y="499"/>
                </a:lnTo>
                <a:lnTo>
                  <a:pt x="101" y="499"/>
                </a:lnTo>
                <a:lnTo>
                  <a:pt x="100" y="498"/>
                </a:lnTo>
                <a:lnTo>
                  <a:pt x="101" y="498"/>
                </a:lnTo>
                <a:lnTo>
                  <a:pt x="101" y="497"/>
                </a:lnTo>
                <a:lnTo>
                  <a:pt x="102" y="497"/>
                </a:lnTo>
                <a:lnTo>
                  <a:pt x="102" y="496"/>
                </a:lnTo>
                <a:lnTo>
                  <a:pt x="103" y="496"/>
                </a:lnTo>
                <a:lnTo>
                  <a:pt x="103" y="495"/>
                </a:lnTo>
                <a:lnTo>
                  <a:pt x="103" y="496"/>
                </a:lnTo>
                <a:lnTo>
                  <a:pt x="104" y="496"/>
                </a:lnTo>
                <a:lnTo>
                  <a:pt x="105" y="496"/>
                </a:lnTo>
                <a:lnTo>
                  <a:pt x="105" y="495"/>
                </a:lnTo>
                <a:lnTo>
                  <a:pt x="105" y="496"/>
                </a:lnTo>
                <a:lnTo>
                  <a:pt x="104" y="496"/>
                </a:lnTo>
                <a:lnTo>
                  <a:pt x="104" y="495"/>
                </a:lnTo>
                <a:lnTo>
                  <a:pt x="105" y="495"/>
                </a:lnTo>
                <a:lnTo>
                  <a:pt x="105" y="494"/>
                </a:lnTo>
                <a:lnTo>
                  <a:pt x="105" y="493"/>
                </a:lnTo>
                <a:lnTo>
                  <a:pt x="105" y="492"/>
                </a:lnTo>
                <a:lnTo>
                  <a:pt x="105" y="491"/>
                </a:lnTo>
                <a:lnTo>
                  <a:pt x="104" y="491"/>
                </a:lnTo>
                <a:lnTo>
                  <a:pt x="104" y="490"/>
                </a:lnTo>
                <a:lnTo>
                  <a:pt x="103" y="490"/>
                </a:lnTo>
                <a:lnTo>
                  <a:pt x="103" y="489"/>
                </a:lnTo>
                <a:lnTo>
                  <a:pt x="103" y="488"/>
                </a:lnTo>
                <a:lnTo>
                  <a:pt x="102" y="488"/>
                </a:lnTo>
                <a:lnTo>
                  <a:pt x="102" y="487"/>
                </a:lnTo>
                <a:lnTo>
                  <a:pt x="101" y="487"/>
                </a:lnTo>
                <a:lnTo>
                  <a:pt x="100" y="486"/>
                </a:lnTo>
                <a:lnTo>
                  <a:pt x="100" y="487"/>
                </a:lnTo>
                <a:lnTo>
                  <a:pt x="99" y="487"/>
                </a:lnTo>
                <a:lnTo>
                  <a:pt x="98" y="487"/>
                </a:lnTo>
                <a:lnTo>
                  <a:pt x="98" y="486"/>
                </a:lnTo>
                <a:lnTo>
                  <a:pt x="97" y="486"/>
                </a:lnTo>
                <a:lnTo>
                  <a:pt x="96" y="486"/>
                </a:lnTo>
                <a:lnTo>
                  <a:pt x="95" y="486"/>
                </a:lnTo>
                <a:lnTo>
                  <a:pt x="94" y="486"/>
                </a:lnTo>
                <a:lnTo>
                  <a:pt x="94" y="485"/>
                </a:lnTo>
                <a:lnTo>
                  <a:pt x="93" y="484"/>
                </a:lnTo>
                <a:lnTo>
                  <a:pt x="93" y="483"/>
                </a:lnTo>
                <a:lnTo>
                  <a:pt x="92" y="483"/>
                </a:lnTo>
                <a:lnTo>
                  <a:pt x="92" y="482"/>
                </a:lnTo>
                <a:lnTo>
                  <a:pt x="91" y="482"/>
                </a:lnTo>
                <a:lnTo>
                  <a:pt x="91" y="481"/>
                </a:lnTo>
                <a:lnTo>
                  <a:pt x="92" y="481"/>
                </a:lnTo>
                <a:lnTo>
                  <a:pt x="92" y="480"/>
                </a:lnTo>
                <a:lnTo>
                  <a:pt x="91" y="480"/>
                </a:lnTo>
                <a:lnTo>
                  <a:pt x="91" y="479"/>
                </a:lnTo>
                <a:lnTo>
                  <a:pt x="90" y="479"/>
                </a:lnTo>
                <a:lnTo>
                  <a:pt x="90" y="480"/>
                </a:lnTo>
                <a:lnTo>
                  <a:pt x="89" y="480"/>
                </a:lnTo>
                <a:lnTo>
                  <a:pt x="89" y="479"/>
                </a:lnTo>
                <a:lnTo>
                  <a:pt x="90" y="479"/>
                </a:lnTo>
                <a:lnTo>
                  <a:pt x="90" y="478"/>
                </a:lnTo>
                <a:lnTo>
                  <a:pt x="89" y="478"/>
                </a:lnTo>
                <a:lnTo>
                  <a:pt x="88" y="478"/>
                </a:lnTo>
                <a:lnTo>
                  <a:pt x="87" y="477"/>
                </a:lnTo>
                <a:lnTo>
                  <a:pt x="86" y="477"/>
                </a:lnTo>
                <a:lnTo>
                  <a:pt x="85" y="477"/>
                </a:lnTo>
                <a:lnTo>
                  <a:pt x="85" y="478"/>
                </a:lnTo>
                <a:lnTo>
                  <a:pt x="84" y="478"/>
                </a:lnTo>
                <a:lnTo>
                  <a:pt x="83" y="478"/>
                </a:lnTo>
                <a:lnTo>
                  <a:pt x="83" y="479"/>
                </a:lnTo>
                <a:lnTo>
                  <a:pt x="84" y="479"/>
                </a:lnTo>
                <a:lnTo>
                  <a:pt x="84" y="480"/>
                </a:lnTo>
                <a:lnTo>
                  <a:pt x="83" y="480"/>
                </a:lnTo>
                <a:lnTo>
                  <a:pt x="82" y="481"/>
                </a:lnTo>
                <a:lnTo>
                  <a:pt x="81" y="481"/>
                </a:lnTo>
                <a:lnTo>
                  <a:pt x="81" y="482"/>
                </a:lnTo>
                <a:lnTo>
                  <a:pt x="81" y="481"/>
                </a:lnTo>
                <a:lnTo>
                  <a:pt x="80" y="481"/>
                </a:lnTo>
                <a:lnTo>
                  <a:pt x="79" y="480"/>
                </a:lnTo>
                <a:lnTo>
                  <a:pt x="80" y="480"/>
                </a:lnTo>
                <a:lnTo>
                  <a:pt x="79" y="480"/>
                </a:lnTo>
                <a:lnTo>
                  <a:pt x="78" y="480"/>
                </a:lnTo>
                <a:lnTo>
                  <a:pt x="77" y="481"/>
                </a:lnTo>
                <a:lnTo>
                  <a:pt x="77" y="482"/>
                </a:lnTo>
                <a:lnTo>
                  <a:pt x="77" y="483"/>
                </a:lnTo>
                <a:lnTo>
                  <a:pt x="76" y="484"/>
                </a:lnTo>
                <a:lnTo>
                  <a:pt x="76" y="485"/>
                </a:lnTo>
                <a:lnTo>
                  <a:pt x="75" y="485"/>
                </a:lnTo>
                <a:lnTo>
                  <a:pt x="74" y="485"/>
                </a:lnTo>
                <a:lnTo>
                  <a:pt x="74" y="486"/>
                </a:lnTo>
                <a:lnTo>
                  <a:pt x="73" y="486"/>
                </a:lnTo>
                <a:lnTo>
                  <a:pt x="72" y="487"/>
                </a:lnTo>
                <a:lnTo>
                  <a:pt x="71" y="487"/>
                </a:lnTo>
                <a:lnTo>
                  <a:pt x="71" y="486"/>
                </a:lnTo>
                <a:lnTo>
                  <a:pt x="70" y="486"/>
                </a:lnTo>
                <a:lnTo>
                  <a:pt x="69" y="486"/>
                </a:lnTo>
                <a:lnTo>
                  <a:pt x="68" y="485"/>
                </a:lnTo>
                <a:lnTo>
                  <a:pt x="67" y="485"/>
                </a:lnTo>
                <a:lnTo>
                  <a:pt x="66" y="485"/>
                </a:lnTo>
                <a:lnTo>
                  <a:pt x="65" y="485"/>
                </a:lnTo>
                <a:lnTo>
                  <a:pt x="65" y="486"/>
                </a:lnTo>
                <a:lnTo>
                  <a:pt x="65" y="487"/>
                </a:lnTo>
                <a:lnTo>
                  <a:pt x="66" y="487"/>
                </a:lnTo>
                <a:lnTo>
                  <a:pt x="66" y="488"/>
                </a:lnTo>
                <a:lnTo>
                  <a:pt x="65" y="488"/>
                </a:lnTo>
                <a:lnTo>
                  <a:pt x="64" y="489"/>
                </a:lnTo>
                <a:lnTo>
                  <a:pt x="65" y="489"/>
                </a:lnTo>
                <a:lnTo>
                  <a:pt x="65" y="490"/>
                </a:lnTo>
                <a:lnTo>
                  <a:pt x="64" y="490"/>
                </a:lnTo>
                <a:lnTo>
                  <a:pt x="64" y="489"/>
                </a:lnTo>
                <a:lnTo>
                  <a:pt x="63" y="489"/>
                </a:lnTo>
                <a:lnTo>
                  <a:pt x="62" y="488"/>
                </a:lnTo>
                <a:lnTo>
                  <a:pt x="62" y="489"/>
                </a:lnTo>
                <a:lnTo>
                  <a:pt x="61" y="490"/>
                </a:lnTo>
                <a:lnTo>
                  <a:pt x="60" y="489"/>
                </a:lnTo>
                <a:lnTo>
                  <a:pt x="59" y="489"/>
                </a:lnTo>
                <a:lnTo>
                  <a:pt x="58" y="489"/>
                </a:lnTo>
                <a:lnTo>
                  <a:pt x="57" y="489"/>
                </a:lnTo>
                <a:lnTo>
                  <a:pt x="56" y="489"/>
                </a:lnTo>
                <a:lnTo>
                  <a:pt x="56" y="488"/>
                </a:lnTo>
                <a:lnTo>
                  <a:pt x="56" y="487"/>
                </a:lnTo>
                <a:lnTo>
                  <a:pt x="55" y="487"/>
                </a:lnTo>
                <a:lnTo>
                  <a:pt x="54" y="487"/>
                </a:lnTo>
                <a:lnTo>
                  <a:pt x="54" y="488"/>
                </a:lnTo>
                <a:lnTo>
                  <a:pt x="53" y="488"/>
                </a:lnTo>
                <a:lnTo>
                  <a:pt x="53" y="487"/>
                </a:lnTo>
                <a:lnTo>
                  <a:pt x="52" y="487"/>
                </a:lnTo>
                <a:lnTo>
                  <a:pt x="51" y="487"/>
                </a:lnTo>
                <a:lnTo>
                  <a:pt x="51" y="488"/>
                </a:lnTo>
                <a:lnTo>
                  <a:pt x="50" y="487"/>
                </a:lnTo>
                <a:lnTo>
                  <a:pt x="49" y="488"/>
                </a:lnTo>
                <a:lnTo>
                  <a:pt x="49" y="489"/>
                </a:lnTo>
                <a:lnTo>
                  <a:pt x="48" y="489"/>
                </a:lnTo>
                <a:lnTo>
                  <a:pt x="48" y="488"/>
                </a:lnTo>
                <a:lnTo>
                  <a:pt x="48" y="489"/>
                </a:lnTo>
                <a:lnTo>
                  <a:pt x="47" y="489"/>
                </a:lnTo>
                <a:lnTo>
                  <a:pt x="47" y="490"/>
                </a:lnTo>
                <a:lnTo>
                  <a:pt x="46" y="491"/>
                </a:lnTo>
                <a:lnTo>
                  <a:pt x="45" y="491"/>
                </a:lnTo>
                <a:lnTo>
                  <a:pt x="44" y="491"/>
                </a:lnTo>
                <a:lnTo>
                  <a:pt x="43" y="491"/>
                </a:lnTo>
                <a:lnTo>
                  <a:pt x="42" y="491"/>
                </a:lnTo>
                <a:lnTo>
                  <a:pt x="42" y="492"/>
                </a:lnTo>
                <a:lnTo>
                  <a:pt x="42" y="493"/>
                </a:lnTo>
                <a:lnTo>
                  <a:pt x="41" y="494"/>
                </a:lnTo>
                <a:lnTo>
                  <a:pt x="40" y="493"/>
                </a:lnTo>
                <a:lnTo>
                  <a:pt x="40" y="492"/>
                </a:lnTo>
                <a:lnTo>
                  <a:pt x="39" y="492"/>
                </a:lnTo>
                <a:lnTo>
                  <a:pt x="39" y="491"/>
                </a:lnTo>
                <a:lnTo>
                  <a:pt x="40" y="490"/>
                </a:lnTo>
                <a:lnTo>
                  <a:pt x="40" y="489"/>
                </a:lnTo>
                <a:lnTo>
                  <a:pt x="40" y="488"/>
                </a:lnTo>
                <a:lnTo>
                  <a:pt x="41" y="488"/>
                </a:lnTo>
                <a:lnTo>
                  <a:pt x="42" y="488"/>
                </a:lnTo>
                <a:lnTo>
                  <a:pt x="43" y="487"/>
                </a:lnTo>
                <a:lnTo>
                  <a:pt x="42" y="487"/>
                </a:lnTo>
                <a:lnTo>
                  <a:pt x="41" y="487"/>
                </a:lnTo>
                <a:lnTo>
                  <a:pt x="40" y="486"/>
                </a:lnTo>
                <a:lnTo>
                  <a:pt x="40" y="485"/>
                </a:lnTo>
                <a:lnTo>
                  <a:pt x="41" y="485"/>
                </a:lnTo>
                <a:lnTo>
                  <a:pt x="41" y="484"/>
                </a:lnTo>
                <a:lnTo>
                  <a:pt x="41" y="483"/>
                </a:lnTo>
                <a:lnTo>
                  <a:pt x="42" y="483"/>
                </a:lnTo>
                <a:lnTo>
                  <a:pt x="41" y="483"/>
                </a:lnTo>
                <a:lnTo>
                  <a:pt x="41" y="482"/>
                </a:lnTo>
                <a:lnTo>
                  <a:pt x="40" y="481"/>
                </a:lnTo>
                <a:lnTo>
                  <a:pt x="41" y="480"/>
                </a:lnTo>
                <a:lnTo>
                  <a:pt x="42" y="479"/>
                </a:lnTo>
                <a:lnTo>
                  <a:pt x="41" y="479"/>
                </a:lnTo>
                <a:lnTo>
                  <a:pt x="40" y="480"/>
                </a:lnTo>
                <a:lnTo>
                  <a:pt x="39" y="480"/>
                </a:lnTo>
                <a:lnTo>
                  <a:pt x="39" y="479"/>
                </a:lnTo>
                <a:lnTo>
                  <a:pt x="38" y="479"/>
                </a:lnTo>
                <a:lnTo>
                  <a:pt x="37" y="478"/>
                </a:lnTo>
                <a:lnTo>
                  <a:pt x="36" y="478"/>
                </a:lnTo>
                <a:lnTo>
                  <a:pt x="36" y="477"/>
                </a:lnTo>
                <a:lnTo>
                  <a:pt x="36" y="476"/>
                </a:lnTo>
                <a:lnTo>
                  <a:pt x="37" y="476"/>
                </a:lnTo>
                <a:lnTo>
                  <a:pt x="38" y="475"/>
                </a:lnTo>
                <a:lnTo>
                  <a:pt x="38" y="474"/>
                </a:lnTo>
                <a:lnTo>
                  <a:pt x="37" y="474"/>
                </a:lnTo>
                <a:lnTo>
                  <a:pt x="36" y="474"/>
                </a:lnTo>
                <a:lnTo>
                  <a:pt x="36" y="473"/>
                </a:lnTo>
                <a:lnTo>
                  <a:pt x="34" y="473"/>
                </a:lnTo>
                <a:lnTo>
                  <a:pt x="33" y="474"/>
                </a:lnTo>
                <a:lnTo>
                  <a:pt x="32" y="473"/>
                </a:lnTo>
                <a:lnTo>
                  <a:pt x="32" y="472"/>
                </a:lnTo>
                <a:lnTo>
                  <a:pt x="33" y="471"/>
                </a:lnTo>
                <a:lnTo>
                  <a:pt x="34" y="471"/>
                </a:lnTo>
                <a:lnTo>
                  <a:pt x="34" y="470"/>
                </a:lnTo>
                <a:lnTo>
                  <a:pt x="33" y="470"/>
                </a:lnTo>
                <a:lnTo>
                  <a:pt x="33" y="468"/>
                </a:lnTo>
                <a:lnTo>
                  <a:pt x="34" y="467"/>
                </a:lnTo>
                <a:lnTo>
                  <a:pt x="34" y="466"/>
                </a:lnTo>
                <a:lnTo>
                  <a:pt x="34" y="465"/>
                </a:lnTo>
                <a:lnTo>
                  <a:pt x="35" y="465"/>
                </a:lnTo>
                <a:lnTo>
                  <a:pt x="36" y="465"/>
                </a:lnTo>
                <a:lnTo>
                  <a:pt x="37" y="465"/>
                </a:lnTo>
                <a:lnTo>
                  <a:pt x="36" y="465"/>
                </a:lnTo>
                <a:lnTo>
                  <a:pt x="36" y="464"/>
                </a:lnTo>
                <a:lnTo>
                  <a:pt x="37" y="463"/>
                </a:lnTo>
                <a:lnTo>
                  <a:pt x="37" y="462"/>
                </a:lnTo>
                <a:lnTo>
                  <a:pt x="36" y="461"/>
                </a:lnTo>
                <a:lnTo>
                  <a:pt x="36" y="460"/>
                </a:lnTo>
                <a:lnTo>
                  <a:pt x="35" y="460"/>
                </a:lnTo>
                <a:lnTo>
                  <a:pt x="36" y="460"/>
                </a:lnTo>
                <a:lnTo>
                  <a:pt x="36" y="458"/>
                </a:lnTo>
                <a:lnTo>
                  <a:pt x="35" y="457"/>
                </a:lnTo>
                <a:lnTo>
                  <a:pt x="34" y="457"/>
                </a:lnTo>
                <a:lnTo>
                  <a:pt x="33" y="456"/>
                </a:lnTo>
                <a:lnTo>
                  <a:pt x="33" y="455"/>
                </a:lnTo>
                <a:lnTo>
                  <a:pt x="33" y="454"/>
                </a:lnTo>
                <a:lnTo>
                  <a:pt x="32" y="453"/>
                </a:lnTo>
                <a:lnTo>
                  <a:pt x="32" y="452"/>
                </a:lnTo>
                <a:lnTo>
                  <a:pt x="31" y="451"/>
                </a:lnTo>
                <a:lnTo>
                  <a:pt x="31" y="450"/>
                </a:lnTo>
                <a:lnTo>
                  <a:pt x="31" y="449"/>
                </a:lnTo>
                <a:lnTo>
                  <a:pt x="31" y="448"/>
                </a:lnTo>
                <a:lnTo>
                  <a:pt x="30" y="448"/>
                </a:lnTo>
                <a:lnTo>
                  <a:pt x="30" y="447"/>
                </a:lnTo>
                <a:lnTo>
                  <a:pt x="30" y="446"/>
                </a:lnTo>
                <a:lnTo>
                  <a:pt x="30" y="445"/>
                </a:lnTo>
                <a:lnTo>
                  <a:pt x="30" y="444"/>
                </a:lnTo>
                <a:lnTo>
                  <a:pt x="31" y="443"/>
                </a:lnTo>
                <a:lnTo>
                  <a:pt x="33" y="441"/>
                </a:lnTo>
                <a:lnTo>
                  <a:pt x="34" y="441"/>
                </a:lnTo>
                <a:lnTo>
                  <a:pt x="34" y="440"/>
                </a:lnTo>
                <a:lnTo>
                  <a:pt x="34" y="439"/>
                </a:lnTo>
                <a:lnTo>
                  <a:pt x="34" y="438"/>
                </a:lnTo>
                <a:lnTo>
                  <a:pt x="34" y="437"/>
                </a:lnTo>
                <a:lnTo>
                  <a:pt x="35" y="437"/>
                </a:lnTo>
                <a:lnTo>
                  <a:pt x="35" y="436"/>
                </a:lnTo>
                <a:lnTo>
                  <a:pt x="35" y="435"/>
                </a:lnTo>
                <a:lnTo>
                  <a:pt x="35" y="434"/>
                </a:lnTo>
                <a:lnTo>
                  <a:pt x="36" y="432"/>
                </a:lnTo>
                <a:lnTo>
                  <a:pt x="37" y="431"/>
                </a:lnTo>
                <a:lnTo>
                  <a:pt x="38" y="431"/>
                </a:lnTo>
                <a:lnTo>
                  <a:pt x="38" y="430"/>
                </a:lnTo>
                <a:lnTo>
                  <a:pt x="38" y="431"/>
                </a:lnTo>
                <a:lnTo>
                  <a:pt x="38" y="430"/>
                </a:lnTo>
                <a:lnTo>
                  <a:pt x="39" y="430"/>
                </a:lnTo>
                <a:lnTo>
                  <a:pt x="39" y="429"/>
                </a:lnTo>
                <a:lnTo>
                  <a:pt x="40" y="428"/>
                </a:lnTo>
                <a:lnTo>
                  <a:pt x="40" y="427"/>
                </a:lnTo>
                <a:lnTo>
                  <a:pt x="40" y="426"/>
                </a:lnTo>
                <a:lnTo>
                  <a:pt x="40" y="425"/>
                </a:lnTo>
                <a:lnTo>
                  <a:pt x="39" y="425"/>
                </a:lnTo>
                <a:lnTo>
                  <a:pt x="40" y="425"/>
                </a:lnTo>
                <a:lnTo>
                  <a:pt x="40" y="424"/>
                </a:lnTo>
                <a:lnTo>
                  <a:pt x="40" y="423"/>
                </a:lnTo>
                <a:lnTo>
                  <a:pt x="40" y="422"/>
                </a:lnTo>
                <a:lnTo>
                  <a:pt x="39" y="422"/>
                </a:lnTo>
                <a:lnTo>
                  <a:pt x="40" y="422"/>
                </a:lnTo>
                <a:lnTo>
                  <a:pt x="40" y="421"/>
                </a:lnTo>
                <a:lnTo>
                  <a:pt x="39" y="421"/>
                </a:lnTo>
                <a:lnTo>
                  <a:pt x="39" y="420"/>
                </a:lnTo>
                <a:lnTo>
                  <a:pt x="40" y="420"/>
                </a:lnTo>
                <a:lnTo>
                  <a:pt x="39" y="420"/>
                </a:lnTo>
                <a:lnTo>
                  <a:pt x="39" y="419"/>
                </a:lnTo>
                <a:lnTo>
                  <a:pt x="40" y="419"/>
                </a:lnTo>
                <a:lnTo>
                  <a:pt x="40" y="418"/>
                </a:lnTo>
                <a:lnTo>
                  <a:pt x="39" y="418"/>
                </a:lnTo>
                <a:lnTo>
                  <a:pt x="39" y="417"/>
                </a:lnTo>
                <a:lnTo>
                  <a:pt x="38" y="416"/>
                </a:lnTo>
                <a:lnTo>
                  <a:pt x="39" y="415"/>
                </a:lnTo>
                <a:lnTo>
                  <a:pt x="39" y="414"/>
                </a:lnTo>
                <a:lnTo>
                  <a:pt x="40" y="414"/>
                </a:lnTo>
                <a:lnTo>
                  <a:pt x="41" y="413"/>
                </a:lnTo>
                <a:lnTo>
                  <a:pt x="41" y="412"/>
                </a:lnTo>
                <a:lnTo>
                  <a:pt x="41" y="411"/>
                </a:lnTo>
                <a:lnTo>
                  <a:pt x="41" y="410"/>
                </a:lnTo>
                <a:lnTo>
                  <a:pt x="42" y="409"/>
                </a:lnTo>
                <a:lnTo>
                  <a:pt x="43" y="409"/>
                </a:lnTo>
                <a:lnTo>
                  <a:pt x="44" y="409"/>
                </a:lnTo>
                <a:lnTo>
                  <a:pt x="45" y="410"/>
                </a:lnTo>
                <a:lnTo>
                  <a:pt x="46" y="410"/>
                </a:lnTo>
                <a:lnTo>
                  <a:pt x="47" y="410"/>
                </a:lnTo>
                <a:lnTo>
                  <a:pt x="48" y="409"/>
                </a:lnTo>
                <a:lnTo>
                  <a:pt x="49" y="408"/>
                </a:lnTo>
                <a:lnTo>
                  <a:pt x="48" y="408"/>
                </a:lnTo>
                <a:lnTo>
                  <a:pt x="47" y="408"/>
                </a:lnTo>
                <a:lnTo>
                  <a:pt x="47" y="407"/>
                </a:lnTo>
                <a:lnTo>
                  <a:pt x="48" y="407"/>
                </a:lnTo>
                <a:lnTo>
                  <a:pt x="49" y="406"/>
                </a:lnTo>
                <a:lnTo>
                  <a:pt x="50" y="406"/>
                </a:lnTo>
                <a:lnTo>
                  <a:pt x="51" y="405"/>
                </a:lnTo>
                <a:lnTo>
                  <a:pt x="52" y="405"/>
                </a:lnTo>
                <a:lnTo>
                  <a:pt x="53" y="404"/>
                </a:lnTo>
                <a:lnTo>
                  <a:pt x="53" y="405"/>
                </a:lnTo>
                <a:lnTo>
                  <a:pt x="55" y="405"/>
                </a:lnTo>
                <a:lnTo>
                  <a:pt x="56" y="404"/>
                </a:lnTo>
                <a:lnTo>
                  <a:pt x="57" y="403"/>
                </a:lnTo>
                <a:lnTo>
                  <a:pt x="58" y="402"/>
                </a:lnTo>
                <a:lnTo>
                  <a:pt x="59" y="401"/>
                </a:lnTo>
                <a:lnTo>
                  <a:pt x="58" y="401"/>
                </a:lnTo>
                <a:lnTo>
                  <a:pt x="57" y="400"/>
                </a:lnTo>
                <a:lnTo>
                  <a:pt x="58" y="399"/>
                </a:lnTo>
                <a:lnTo>
                  <a:pt x="59" y="398"/>
                </a:lnTo>
                <a:lnTo>
                  <a:pt x="58" y="398"/>
                </a:lnTo>
                <a:lnTo>
                  <a:pt x="57" y="398"/>
                </a:lnTo>
                <a:lnTo>
                  <a:pt x="57" y="397"/>
                </a:lnTo>
                <a:lnTo>
                  <a:pt x="58" y="397"/>
                </a:lnTo>
                <a:lnTo>
                  <a:pt x="57" y="396"/>
                </a:lnTo>
                <a:lnTo>
                  <a:pt x="56" y="396"/>
                </a:lnTo>
                <a:lnTo>
                  <a:pt x="56" y="397"/>
                </a:lnTo>
                <a:lnTo>
                  <a:pt x="55" y="397"/>
                </a:lnTo>
                <a:lnTo>
                  <a:pt x="54" y="397"/>
                </a:lnTo>
                <a:lnTo>
                  <a:pt x="54" y="396"/>
                </a:lnTo>
                <a:lnTo>
                  <a:pt x="54" y="395"/>
                </a:lnTo>
                <a:lnTo>
                  <a:pt x="53" y="395"/>
                </a:lnTo>
                <a:lnTo>
                  <a:pt x="52" y="396"/>
                </a:lnTo>
                <a:lnTo>
                  <a:pt x="51" y="396"/>
                </a:lnTo>
                <a:lnTo>
                  <a:pt x="50" y="397"/>
                </a:lnTo>
                <a:lnTo>
                  <a:pt x="49" y="397"/>
                </a:lnTo>
                <a:lnTo>
                  <a:pt x="47" y="398"/>
                </a:lnTo>
                <a:lnTo>
                  <a:pt x="47" y="399"/>
                </a:lnTo>
                <a:lnTo>
                  <a:pt x="46" y="399"/>
                </a:lnTo>
                <a:lnTo>
                  <a:pt x="46" y="400"/>
                </a:lnTo>
                <a:lnTo>
                  <a:pt x="45" y="400"/>
                </a:lnTo>
                <a:lnTo>
                  <a:pt x="44" y="400"/>
                </a:lnTo>
                <a:lnTo>
                  <a:pt x="43" y="400"/>
                </a:lnTo>
                <a:lnTo>
                  <a:pt x="43" y="399"/>
                </a:lnTo>
                <a:lnTo>
                  <a:pt x="43" y="398"/>
                </a:lnTo>
                <a:lnTo>
                  <a:pt x="42" y="398"/>
                </a:lnTo>
                <a:lnTo>
                  <a:pt x="42" y="399"/>
                </a:lnTo>
                <a:lnTo>
                  <a:pt x="42" y="398"/>
                </a:lnTo>
                <a:lnTo>
                  <a:pt x="41" y="398"/>
                </a:lnTo>
                <a:lnTo>
                  <a:pt x="40" y="398"/>
                </a:lnTo>
                <a:lnTo>
                  <a:pt x="40" y="399"/>
                </a:lnTo>
                <a:lnTo>
                  <a:pt x="39" y="398"/>
                </a:lnTo>
                <a:lnTo>
                  <a:pt x="38" y="399"/>
                </a:lnTo>
                <a:lnTo>
                  <a:pt x="37" y="400"/>
                </a:lnTo>
                <a:lnTo>
                  <a:pt x="36" y="400"/>
                </a:lnTo>
                <a:lnTo>
                  <a:pt x="36" y="401"/>
                </a:lnTo>
                <a:lnTo>
                  <a:pt x="34" y="401"/>
                </a:lnTo>
                <a:lnTo>
                  <a:pt x="34" y="402"/>
                </a:lnTo>
                <a:lnTo>
                  <a:pt x="34" y="401"/>
                </a:lnTo>
                <a:lnTo>
                  <a:pt x="33" y="401"/>
                </a:lnTo>
                <a:lnTo>
                  <a:pt x="33" y="400"/>
                </a:lnTo>
                <a:lnTo>
                  <a:pt x="32" y="400"/>
                </a:lnTo>
                <a:lnTo>
                  <a:pt x="33" y="400"/>
                </a:lnTo>
                <a:lnTo>
                  <a:pt x="34" y="400"/>
                </a:lnTo>
                <a:lnTo>
                  <a:pt x="34" y="399"/>
                </a:lnTo>
                <a:lnTo>
                  <a:pt x="33" y="399"/>
                </a:lnTo>
                <a:lnTo>
                  <a:pt x="33" y="398"/>
                </a:lnTo>
                <a:lnTo>
                  <a:pt x="33" y="397"/>
                </a:lnTo>
                <a:lnTo>
                  <a:pt x="34" y="397"/>
                </a:lnTo>
                <a:lnTo>
                  <a:pt x="35" y="397"/>
                </a:lnTo>
                <a:lnTo>
                  <a:pt x="35" y="396"/>
                </a:lnTo>
                <a:lnTo>
                  <a:pt x="36" y="393"/>
                </a:lnTo>
                <a:lnTo>
                  <a:pt x="36" y="392"/>
                </a:lnTo>
                <a:lnTo>
                  <a:pt x="37" y="392"/>
                </a:lnTo>
                <a:lnTo>
                  <a:pt x="38" y="391"/>
                </a:lnTo>
                <a:lnTo>
                  <a:pt x="40" y="390"/>
                </a:lnTo>
                <a:lnTo>
                  <a:pt x="40" y="389"/>
                </a:lnTo>
                <a:lnTo>
                  <a:pt x="39" y="388"/>
                </a:lnTo>
                <a:lnTo>
                  <a:pt x="39" y="387"/>
                </a:lnTo>
                <a:lnTo>
                  <a:pt x="40" y="387"/>
                </a:lnTo>
                <a:lnTo>
                  <a:pt x="41" y="386"/>
                </a:lnTo>
                <a:lnTo>
                  <a:pt x="41" y="385"/>
                </a:lnTo>
                <a:lnTo>
                  <a:pt x="41" y="384"/>
                </a:lnTo>
                <a:lnTo>
                  <a:pt x="41" y="383"/>
                </a:lnTo>
                <a:lnTo>
                  <a:pt x="42" y="383"/>
                </a:lnTo>
                <a:lnTo>
                  <a:pt x="42" y="382"/>
                </a:lnTo>
                <a:lnTo>
                  <a:pt x="41" y="382"/>
                </a:lnTo>
                <a:lnTo>
                  <a:pt x="41" y="381"/>
                </a:lnTo>
                <a:lnTo>
                  <a:pt x="41" y="380"/>
                </a:lnTo>
                <a:lnTo>
                  <a:pt x="41" y="379"/>
                </a:lnTo>
                <a:lnTo>
                  <a:pt x="40" y="379"/>
                </a:lnTo>
                <a:lnTo>
                  <a:pt x="41" y="379"/>
                </a:lnTo>
                <a:lnTo>
                  <a:pt x="41" y="378"/>
                </a:lnTo>
                <a:lnTo>
                  <a:pt x="41" y="377"/>
                </a:lnTo>
                <a:lnTo>
                  <a:pt x="42" y="377"/>
                </a:lnTo>
                <a:lnTo>
                  <a:pt x="43" y="376"/>
                </a:lnTo>
                <a:lnTo>
                  <a:pt x="43" y="375"/>
                </a:lnTo>
                <a:lnTo>
                  <a:pt x="44" y="375"/>
                </a:lnTo>
                <a:lnTo>
                  <a:pt x="45" y="376"/>
                </a:lnTo>
                <a:lnTo>
                  <a:pt x="45" y="375"/>
                </a:lnTo>
                <a:lnTo>
                  <a:pt x="46" y="375"/>
                </a:lnTo>
                <a:lnTo>
                  <a:pt x="46" y="374"/>
                </a:lnTo>
                <a:lnTo>
                  <a:pt x="45" y="374"/>
                </a:lnTo>
                <a:lnTo>
                  <a:pt x="46" y="373"/>
                </a:lnTo>
                <a:lnTo>
                  <a:pt x="46" y="372"/>
                </a:lnTo>
                <a:lnTo>
                  <a:pt x="46" y="371"/>
                </a:lnTo>
                <a:lnTo>
                  <a:pt x="46" y="370"/>
                </a:lnTo>
                <a:lnTo>
                  <a:pt x="47" y="370"/>
                </a:lnTo>
                <a:lnTo>
                  <a:pt x="47" y="369"/>
                </a:lnTo>
                <a:lnTo>
                  <a:pt x="47" y="368"/>
                </a:lnTo>
                <a:lnTo>
                  <a:pt x="46" y="368"/>
                </a:lnTo>
                <a:lnTo>
                  <a:pt x="45" y="368"/>
                </a:lnTo>
                <a:lnTo>
                  <a:pt x="44" y="368"/>
                </a:lnTo>
                <a:lnTo>
                  <a:pt x="44" y="367"/>
                </a:lnTo>
                <a:lnTo>
                  <a:pt x="45" y="366"/>
                </a:lnTo>
                <a:lnTo>
                  <a:pt x="45" y="365"/>
                </a:lnTo>
                <a:lnTo>
                  <a:pt x="45" y="364"/>
                </a:lnTo>
                <a:lnTo>
                  <a:pt x="46" y="363"/>
                </a:lnTo>
                <a:lnTo>
                  <a:pt x="46" y="362"/>
                </a:lnTo>
                <a:lnTo>
                  <a:pt x="46" y="361"/>
                </a:lnTo>
                <a:lnTo>
                  <a:pt x="47" y="361"/>
                </a:lnTo>
                <a:lnTo>
                  <a:pt x="47" y="360"/>
                </a:lnTo>
                <a:lnTo>
                  <a:pt x="47" y="359"/>
                </a:lnTo>
                <a:lnTo>
                  <a:pt x="47" y="358"/>
                </a:lnTo>
                <a:lnTo>
                  <a:pt x="46" y="358"/>
                </a:lnTo>
                <a:lnTo>
                  <a:pt x="45" y="358"/>
                </a:lnTo>
                <a:lnTo>
                  <a:pt x="44" y="358"/>
                </a:lnTo>
                <a:lnTo>
                  <a:pt x="43" y="358"/>
                </a:lnTo>
                <a:lnTo>
                  <a:pt x="41" y="358"/>
                </a:lnTo>
                <a:lnTo>
                  <a:pt x="41" y="357"/>
                </a:lnTo>
                <a:lnTo>
                  <a:pt x="40" y="357"/>
                </a:lnTo>
                <a:lnTo>
                  <a:pt x="39" y="357"/>
                </a:lnTo>
                <a:lnTo>
                  <a:pt x="39" y="356"/>
                </a:lnTo>
                <a:lnTo>
                  <a:pt x="39" y="355"/>
                </a:lnTo>
                <a:lnTo>
                  <a:pt x="38" y="355"/>
                </a:lnTo>
                <a:lnTo>
                  <a:pt x="38" y="354"/>
                </a:lnTo>
                <a:lnTo>
                  <a:pt x="37" y="354"/>
                </a:lnTo>
                <a:lnTo>
                  <a:pt x="36" y="354"/>
                </a:lnTo>
                <a:lnTo>
                  <a:pt x="35" y="354"/>
                </a:lnTo>
                <a:lnTo>
                  <a:pt x="34" y="354"/>
                </a:lnTo>
                <a:lnTo>
                  <a:pt x="33" y="354"/>
                </a:lnTo>
                <a:lnTo>
                  <a:pt x="32" y="354"/>
                </a:lnTo>
                <a:lnTo>
                  <a:pt x="30" y="354"/>
                </a:lnTo>
                <a:lnTo>
                  <a:pt x="29" y="354"/>
                </a:lnTo>
                <a:lnTo>
                  <a:pt x="29" y="353"/>
                </a:lnTo>
                <a:lnTo>
                  <a:pt x="28" y="352"/>
                </a:lnTo>
                <a:lnTo>
                  <a:pt x="27" y="352"/>
                </a:lnTo>
                <a:lnTo>
                  <a:pt x="27" y="351"/>
                </a:lnTo>
                <a:lnTo>
                  <a:pt x="27" y="350"/>
                </a:lnTo>
                <a:lnTo>
                  <a:pt x="26" y="350"/>
                </a:lnTo>
                <a:lnTo>
                  <a:pt x="25" y="350"/>
                </a:lnTo>
                <a:lnTo>
                  <a:pt x="25" y="349"/>
                </a:lnTo>
                <a:lnTo>
                  <a:pt x="25" y="348"/>
                </a:lnTo>
                <a:lnTo>
                  <a:pt x="25" y="345"/>
                </a:lnTo>
                <a:lnTo>
                  <a:pt x="25" y="344"/>
                </a:lnTo>
                <a:lnTo>
                  <a:pt x="24" y="343"/>
                </a:lnTo>
                <a:lnTo>
                  <a:pt x="24" y="341"/>
                </a:lnTo>
                <a:lnTo>
                  <a:pt x="24" y="340"/>
                </a:lnTo>
                <a:lnTo>
                  <a:pt x="24" y="339"/>
                </a:lnTo>
                <a:lnTo>
                  <a:pt x="24" y="338"/>
                </a:lnTo>
                <a:lnTo>
                  <a:pt x="24" y="337"/>
                </a:lnTo>
                <a:lnTo>
                  <a:pt x="24" y="336"/>
                </a:lnTo>
                <a:lnTo>
                  <a:pt x="23" y="336"/>
                </a:lnTo>
                <a:lnTo>
                  <a:pt x="23" y="335"/>
                </a:lnTo>
                <a:lnTo>
                  <a:pt x="23" y="334"/>
                </a:lnTo>
                <a:lnTo>
                  <a:pt x="24" y="334"/>
                </a:lnTo>
                <a:lnTo>
                  <a:pt x="24" y="333"/>
                </a:lnTo>
                <a:lnTo>
                  <a:pt x="25" y="333"/>
                </a:lnTo>
                <a:lnTo>
                  <a:pt x="25" y="332"/>
                </a:lnTo>
                <a:lnTo>
                  <a:pt x="25" y="331"/>
                </a:lnTo>
                <a:lnTo>
                  <a:pt x="26" y="329"/>
                </a:lnTo>
                <a:lnTo>
                  <a:pt x="27" y="329"/>
                </a:lnTo>
                <a:lnTo>
                  <a:pt x="28" y="329"/>
                </a:lnTo>
                <a:lnTo>
                  <a:pt x="28" y="328"/>
                </a:lnTo>
                <a:lnTo>
                  <a:pt x="28" y="326"/>
                </a:lnTo>
                <a:lnTo>
                  <a:pt x="28" y="325"/>
                </a:lnTo>
                <a:lnTo>
                  <a:pt x="29" y="324"/>
                </a:lnTo>
                <a:lnTo>
                  <a:pt x="29" y="323"/>
                </a:lnTo>
                <a:lnTo>
                  <a:pt x="29" y="322"/>
                </a:lnTo>
                <a:lnTo>
                  <a:pt x="30" y="321"/>
                </a:lnTo>
                <a:lnTo>
                  <a:pt x="31" y="320"/>
                </a:lnTo>
                <a:lnTo>
                  <a:pt x="31" y="319"/>
                </a:lnTo>
                <a:lnTo>
                  <a:pt x="29" y="319"/>
                </a:lnTo>
                <a:lnTo>
                  <a:pt x="28" y="319"/>
                </a:lnTo>
                <a:lnTo>
                  <a:pt x="28" y="318"/>
                </a:lnTo>
                <a:lnTo>
                  <a:pt x="27" y="318"/>
                </a:lnTo>
                <a:lnTo>
                  <a:pt x="27" y="317"/>
                </a:lnTo>
                <a:lnTo>
                  <a:pt x="26" y="316"/>
                </a:lnTo>
                <a:lnTo>
                  <a:pt x="26" y="315"/>
                </a:lnTo>
                <a:lnTo>
                  <a:pt x="25" y="315"/>
                </a:lnTo>
                <a:lnTo>
                  <a:pt x="25" y="314"/>
                </a:lnTo>
                <a:lnTo>
                  <a:pt x="25" y="313"/>
                </a:lnTo>
                <a:lnTo>
                  <a:pt x="24" y="313"/>
                </a:lnTo>
                <a:lnTo>
                  <a:pt x="24" y="312"/>
                </a:lnTo>
                <a:lnTo>
                  <a:pt x="23" y="312"/>
                </a:lnTo>
                <a:lnTo>
                  <a:pt x="22" y="310"/>
                </a:lnTo>
                <a:lnTo>
                  <a:pt x="21" y="310"/>
                </a:lnTo>
                <a:lnTo>
                  <a:pt x="21" y="309"/>
                </a:lnTo>
                <a:lnTo>
                  <a:pt x="21" y="308"/>
                </a:lnTo>
                <a:lnTo>
                  <a:pt x="20" y="307"/>
                </a:lnTo>
                <a:lnTo>
                  <a:pt x="20" y="306"/>
                </a:lnTo>
                <a:lnTo>
                  <a:pt x="20" y="305"/>
                </a:lnTo>
                <a:lnTo>
                  <a:pt x="19" y="305"/>
                </a:lnTo>
                <a:lnTo>
                  <a:pt x="18" y="306"/>
                </a:lnTo>
                <a:lnTo>
                  <a:pt x="17" y="305"/>
                </a:lnTo>
                <a:lnTo>
                  <a:pt x="17" y="304"/>
                </a:lnTo>
                <a:lnTo>
                  <a:pt x="17" y="303"/>
                </a:lnTo>
                <a:lnTo>
                  <a:pt x="17" y="302"/>
                </a:lnTo>
                <a:lnTo>
                  <a:pt x="17" y="301"/>
                </a:lnTo>
                <a:lnTo>
                  <a:pt x="18" y="300"/>
                </a:lnTo>
                <a:lnTo>
                  <a:pt x="19" y="300"/>
                </a:lnTo>
                <a:lnTo>
                  <a:pt x="19" y="299"/>
                </a:lnTo>
                <a:lnTo>
                  <a:pt x="20" y="298"/>
                </a:lnTo>
                <a:lnTo>
                  <a:pt x="21" y="297"/>
                </a:lnTo>
                <a:lnTo>
                  <a:pt x="22" y="295"/>
                </a:lnTo>
                <a:lnTo>
                  <a:pt x="22" y="293"/>
                </a:lnTo>
                <a:lnTo>
                  <a:pt x="23" y="293"/>
                </a:lnTo>
                <a:lnTo>
                  <a:pt x="23" y="292"/>
                </a:lnTo>
                <a:lnTo>
                  <a:pt x="24" y="291"/>
                </a:lnTo>
                <a:lnTo>
                  <a:pt x="24" y="290"/>
                </a:lnTo>
                <a:lnTo>
                  <a:pt x="25" y="287"/>
                </a:lnTo>
                <a:lnTo>
                  <a:pt x="26" y="286"/>
                </a:lnTo>
                <a:lnTo>
                  <a:pt x="26" y="285"/>
                </a:lnTo>
                <a:lnTo>
                  <a:pt x="25" y="285"/>
                </a:lnTo>
                <a:lnTo>
                  <a:pt x="24" y="285"/>
                </a:lnTo>
                <a:lnTo>
                  <a:pt x="24" y="283"/>
                </a:lnTo>
                <a:lnTo>
                  <a:pt x="24" y="282"/>
                </a:lnTo>
                <a:lnTo>
                  <a:pt x="25" y="281"/>
                </a:lnTo>
                <a:lnTo>
                  <a:pt x="26" y="280"/>
                </a:lnTo>
                <a:lnTo>
                  <a:pt x="26" y="279"/>
                </a:lnTo>
                <a:lnTo>
                  <a:pt x="26" y="278"/>
                </a:lnTo>
                <a:lnTo>
                  <a:pt x="26" y="277"/>
                </a:lnTo>
                <a:lnTo>
                  <a:pt x="26" y="276"/>
                </a:lnTo>
                <a:lnTo>
                  <a:pt x="25" y="277"/>
                </a:lnTo>
                <a:lnTo>
                  <a:pt x="24" y="277"/>
                </a:lnTo>
                <a:lnTo>
                  <a:pt x="23" y="276"/>
                </a:lnTo>
                <a:lnTo>
                  <a:pt x="22" y="277"/>
                </a:lnTo>
                <a:lnTo>
                  <a:pt x="22" y="278"/>
                </a:lnTo>
                <a:lnTo>
                  <a:pt x="21" y="278"/>
                </a:lnTo>
                <a:lnTo>
                  <a:pt x="21" y="277"/>
                </a:lnTo>
                <a:lnTo>
                  <a:pt x="19" y="277"/>
                </a:lnTo>
                <a:lnTo>
                  <a:pt x="19" y="278"/>
                </a:lnTo>
                <a:lnTo>
                  <a:pt x="17" y="278"/>
                </a:lnTo>
                <a:lnTo>
                  <a:pt x="15" y="278"/>
                </a:lnTo>
                <a:lnTo>
                  <a:pt x="14" y="279"/>
                </a:lnTo>
                <a:lnTo>
                  <a:pt x="14" y="280"/>
                </a:lnTo>
                <a:lnTo>
                  <a:pt x="13" y="280"/>
                </a:lnTo>
                <a:lnTo>
                  <a:pt x="13" y="279"/>
                </a:lnTo>
                <a:lnTo>
                  <a:pt x="12" y="279"/>
                </a:lnTo>
                <a:lnTo>
                  <a:pt x="12" y="280"/>
                </a:lnTo>
                <a:lnTo>
                  <a:pt x="11" y="281"/>
                </a:lnTo>
                <a:lnTo>
                  <a:pt x="10" y="281"/>
                </a:lnTo>
                <a:lnTo>
                  <a:pt x="8" y="281"/>
                </a:lnTo>
                <a:lnTo>
                  <a:pt x="8" y="280"/>
                </a:lnTo>
                <a:lnTo>
                  <a:pt x="7" y="279"/>
                </a:lnTo>
                <a:lnTo>
                  <a:pt x="6" y="279"/>
                </a:lnTo>
                <a:lnTo>
                  <a:pt x="5" y="279"/>
                </a:lnTo>
                <a:lnTo>
                  <a:pt x="4" y="279"/>
                </a:lnTo>
                <a:lnTo>
                  <a:pt x="3" y="279"/>
                </a:lnTo>
                <a:lnTo>
                  <a:pt x="2" y="279"/>
                </a:lnTo>
                <a:lnTo>
                  <a:pt x="2" y="278"/>
                </a:lnTo>
                <a:lnTo>
                  <a:pt x="2" y="277"/>
                </a:lnTo>
                <a:lnTo>
                  <a:pt x="2" y="276"/>
                </a:lnTo>
                <a:lnTo>
                  <a:pt x="1" y="276"/>
                </a:lnTo>
                <a:lnTo>
                  <a:pt x="1" y="275"/>
                </a:lnTo>
                <a:lnTo>
                  <a:pt x="2" y="275"/>
                </a:lnTo>
                <a:lnTo>
                  <a:pt x="3" y="275"/>
                </a:lnTo>
                <a:lnTo>
                  <a:pt x="3" y="274"/>
                </a:lnTo>
                <a:lnTo>
                  <a:pt x="4" y="274"/>
                </a:lnTo>
                <a:lnTo>
                  <a:pt x="4" y="273"/>
                </a:lnTo>
                <a:lnTo>
                  <a:pt x="4" y="272"/>
                </a:lnTo>
                <a:lnTo>
                  <a:pt x="3" y="272"/>
                </a:lnTo>
                <a:lnTo>
                  <a:pt x="2" y="272"/>
                </a:lnTo>
                <a:lnTo>
                  <a:pt x="1" y="271"/>
                </a:lnTo>
                <a:lnTo>
                  <a:pt x="2" y="270"/>
                </a:lnTo>
                <a:lnTo>
                  <a:pt x="1" y="269"/>
                </a:lnTo>
                <a:lnTo>
                  <a:pt x="1" y="268"/>
                </a:lnTo>
                <a:lnTo>
                  <a:pt x="1" y="267"/>
                </a:lnTo>
                <a:lnTo>
                  <a:pt x="3" y="266"/>
                </a:lnTo>
                <a:lnTo>
                  <a:pt x="4" y="263"/>
                </a:lnTo>
                <a:lnTo>
                  <a:pt x="4" y="262"/>
                </a:lnTo>
                <a:lnTo>
                  <a:pt x="4" y="261"/>
                </a:lnTo>
                <a:lnTo>
                  <a:pt x="3" y="261"/>
                </a:lnTo>
                <a:lnTo>
                  <a:pt x="3" y="262"/>
                </a:lnTo>
                <a:lnTo>
                  <a:pt x="2" y="262"/>
                </a:lnTo>
                <a:lnTo>
                  <a:pt x="1" y="262"/>
                </a:lnTo>
                <a:lnTo>
                  <a:pt x="1" y="261"/>
                </a:lnTo>
                <a:lnTo>
                  <a:pt x="0" y="261"/>
                </a:lnTo>
                <a:lnTo>
                  <a:pt x="0" y="260"/>
                </a:lnTo>
                <a:lnTo>
                  <a:pt x="0" y="259"/>
                </a:lnTo>
                <a:lnTo>
                  <a:pt x="0" y="258"/>
                </a:lnTo>
                <a:lnTo>
                  <a:pt x="1" y="258"/>
                </a:lnTo>
                <a:lnTo>
                  <a:pt x="1" y="257"/>
                </a:lnTo>
                <a:lnTo>
                  <a:pt x="1" y="256"/>
                </a:lnTo>
                <a:lnTo>
                  <a:pt x="2" y="255"/>
                </a:lnTo>
                <a:lnTo>
                  <a:pt x="2" y="254"/>
                </a:lnTo>
                <a:lnTo>
                  <a:pt x="2" y="252"/>
                </a:lnTo>
                <a:lnTo>
                  <a:pt x="2" y="251"/>
                </a:lnTo>
                <a:lnTo>
                  <a:pt x="2" y="250"/>
                </a:lnTo>
                <a:lnTo>
                  <a:pt x="3" y="249"/>
                </a:lnTo>
                <a:lnTo>
                  <a:pt x="3" y="250"/>
                </a:lnTo>
                <a:lnTo>
                  <a:pt x="4" y="249"/>
                </a:lnTo>
                <a:lnTo>
                  <a:pt x="6" y="248"/>
                </a:lnTo>
                <a:lnTo>
                  <a:pt x="6" y="247"/>
                </a:lnTo>
                <a:lnTo>
                  <a:pt x="7" y="247"/>
                </a:lnTo>
                <a:lnTo>
                  <a:pt x="7" y="246"/>
                </a:lnTo>
                <a:lnTo>
                  <a:pt x="7" y="245"/>
                </a:lnTo>
                <a:lnTo>
                  <a:pt x="8" y="244"/>
                </a:lnTo>
                <a:lnTo>
                  <a:pt x="8" y="243"/>
                </a:lnTo>
                <a:lnTo>
                  <a:pt x="10" y="242"/>
                </a:lnTo>
                <a:lnTo>
                  <a:pt x="10" y="241"/>
                </a:lnTo>
                <a:lnTo>
                  <a:pt x="11" y="241"/>
                </a:lnTo>
                <a:lnTo>
                  <a:pt x="11" y="240"/>
                </a:lnTo>
                <a:lnTo>
                  <a:pt x="10" y="239"/>
                </a:lnTo>
                <a:lnTo>
                  <a:pt x="12" y="238"/>
                </a:lnTo>
                <a:lnTo>
                  <a:pt x="13" y="236"/>
                </a:lnTo>
                <a:lnTo>
                  <a:pt x="14" y="236"/>
                </a:lnTo>
                <a:lnTo>
                  <a:pt x="14" y="235"/>
                </a:lnTo>
                <a:lnTo>
                  <a:pt x="15" y="235"/>
                </a:lnTo>
                <a:lnTo>
                  <a:pt x="16" y="233"/>
                </a:lnTo>
                <a:lnTo>
                  <a:pt x="16" y="232"/>
                </a:lnTo>
                <a:lnTo>
                  <a:pt x="17" y="231"/>
                </a:lnTo>
                <a:lnTo>
                  <a:pt x="16" y="229"/>
                </a:lnTo>
                <a:lnTo>
                  <a:pt x="16" y="228"/>
                </a:lnTo>
                <a:lnTo>
                  <a:pt x="16" y="227"/>
                </a:lnTo>
                <a:lnTo>
                  <a:pt x="15" y="226"/>
                </a:lnTo>
                <a:lnTo>
                  <a:pt x="14" y="226"/>
                </a:lnTo>
                <a:lnTo>
                  <a:pt x="13" y="226"/>
                </a:lnTo>
                <a:lnTo>
                  <a:pt x="13" y="225"/>
                </a:lnTo>
                <a:lnTo>
                  <a:pt x="13" y="224"/>
                </a:lnTo>
                <a:lnTo>
                  <a:pt x="14" y="222"/>
                </a:lnTo>
                <a:lnTo>
                  <a:pt x="15" y="221"/>
                </a:lnTo>
                <a:lnTo>
                  <a:pt x="15" y="220"/>
                </a:lnTo>
                <a:lnTo>
                  <a:pt x="15" y="219"/>
                </a:lnTo>
                <a:lnTo>
                  <a:pt x="17" y="218"/>
                </a:lnTo>
                <a:lnTo>
                  <a:pt x="18" y="217"/>
                </a:lnTo>
                <a:lnTo>
                  <a:pt x="18" y="218"/>
                </a:lnTo>
                <a:lnTo>
                  <a:pt x="19" y="217"/>
                </a:lnTo>
                <a:lnTo>
                  <a:pt x="19" y="216"/>
                </a:lnTo>
                <a:lnTo>
                  <a:pt x="20" y="215"/>
                </a:lnTo>
                <a:lnTo>
                  <a:pt x="21" y="214"/>
                </a:lnTo>
                <a:lnTo>
                  <a:pt x="22" y="214"/>
                </a:lnTo>
                <a:lnTo>
                  <a:pt x="22" y="215"/>
                </a:lnTo>
                <a:lnTo>
                  <a:pt x="24" y="216"/>
                </a:lnTo>
                <a:lnTo>
                  <a:pt x="24" y="215"/>
                </a:lnTo>
                <a:lnTo>
                  <a:pt x="24" y="214"/>
                </a:lnTo>
                <a:lnTo>
                  <a:pt x="25" y="213"/>
                </a:lnTo>
                <a:lnTo>
                  <a:pt x="25" y="212"/>
                </a:lnTo>
                <a:lnTo>
                  <a:pt x="26" y="212"/>
                </a:lnTo>
                <a:lnTo>
                  <a:pt x="26" y="213"/>
                </a:lnTo>
                <a:lnTo>
                  <a:pt x="27" y="213"/>
                </a:lnTo>
                <a:lnTo>
                  <a:pt x="28" y="214"/>
                </a:lnTo>
                <a:lnTo>
                  <a:pt x="29" y="214"/>
                </a:lnTo>
                <a:lnTo>
                  <a:pt x="30" y="214"/>
                </a:lnTo>
                <a:lnTo>
                  <a:pt x="30" y="213"/>
                </a:lnTo>
                <a:lnTo>
                  <a:pt x="30" y="212"/>
                </a:lnTo>
                <a:lnTo>
                  <a:pt x="31" y="212"/>
                </a:lnTo>
                <a:lnTo>
                  <a:pt x="31" y="211"/>
                </a:lnTo>
                <a:lnTo>
                  <a:pt x="32" y="211"/>
                </a:lnTo>
                <a:lnTo>
                  <a:pt x="32" y="210"/>
                </a:lnTo>
                <a:lnTo>
                  <a:pt x="32" y="211"/>
                </a:lnTo>
                <a:lnTo>
                  <a:pt x="33" y="211"/>
                </a:lnTo>
                <a:lnTo>
                  <a:pt x="34" y="211"/>
                </a:lnTo>
                <a:lnTo>
                  <a:pt x="35" y="210"/>
                </a:lnTo>
                <a:lnTo>
                  <a:pt x="34" y="210"/>
                </a:lnTo>
                <a:lnTo>
                  <a:pt x="34" y="209"/>
                </a:lnTo>
                <a:lnTo>
                  <a:pt x="35" y="208"/>
                </a:lnTo>
                <a:lnTo>
                  <a:pt x="36" y="208"/>
                </a:lnTo>
                <a:lnTo>
                  <a:pt x="36" y="209"/>
                </a:lnTo>
                <a:lnTo>
                  <a:pt x="36" y="208"/>
                </a:lnTo>
                <a:lnTo>
                  <a:pt x="37" y="208"/>
                </a:lnTo>
                <a:lnTo>
                  <a:pt x="38" y="208"/>
                </a:lnTo>
                <a:lnTo>
                  <a:pt x="38" y="209"/>
                </a:lnTo>
                <a:lnTo>
                  <a:pt x="39" y="209"/>
                </a:lnTo>
                <a:lnTo>
                  <a:pt x="40" y="209"/>
                </a:lnTo>
                <a:lnTo>
                  <a:pt x="40" y="208"/>
                </a:lnTo>
                <a:lnTo>
                  <a:pt x="41" y="208"/>
                </a:lnTo>
                <a:lnTo>
                  <a:pt x="41" y="207"/>
                </a:lnTo>
                <a:lnTo>
                  <a:pt x="42" y="207"/>
                </a:lnTo>
                <a:lnTo>
                  <a:pt x="42" y="206"/>
                </a:lnTo>
                <a:lnTo>
                  <a:pt x="41" y="206"/>
                </a:lnTo>
                <a:lnTo>
                  <a:pt x="41" y="205"/>
                </a:lnTo>
                <a:lnTo>
                  <a:pt x="41" y="204"/>
                </a:lnTo>
                <a:lnTo>
                  <a:pt x="40" y="204"/>
                </a:lnTo>
                <a:lnTo>
                  <a:pt x="39" y="204"/>
                </a:lnTo>
                <a:lnTo>
                  <a:pt x="40" y="204"/>
                </a:lnTo>
                <a:lnTo>
                  <a:pt x="40" y="203"/>
                </a:lnTo>
                <a:lnTo>
                  <a:pt x="39" y="202"/>
                </a:lnTo>
                <a:lnTo>
                  <a:pt x="39" y="201"/>
                </a:lnTo>
                <a:lnTo>
                  <a:pt x="39" y="200"/>
                </a:lnTo>
                <a:lnTo>
                  <a:pt x="38" y="200"/>
                </a:lnTo>
                <a:lnTo>
                  <a:pt x="38" y="199"/>
                </a:lnTo>
                <a:lnTo>
                  <a:pt x="38" y="198"/>
                </a:lnTo>
                <a:lnTo>
                  <a:pt x="38" y="197"/>
                </a:lnTo>
                <a:lnTo>
                  <a:pt x="37" y="197"/>
                </a:lnTo>
                <a:lnTo>
                  <a:pt x="37" y="196"/>
                </a:lnTo>
                <a:lnTo>
                  <a:pt x="37" y="195"/>
                </a:lnTo>
                <a:lnTo>
                  <a:pt x="38" y="195"/>
                </a:lnTo>
                <a:lnTo>
                  <a:pt x="38" y="196"/>
                </a:lnTo>
                <a:lnTo>
                  <a:pt x="38" y="195"/>
                </a:lnTo>
                <a:lnTo>
                  <a:pt x="39" y="195"/>
                </a:lnTo>
                <a:lnTo>
                  <a:pt x="40" y="195"/>
                </a:lnTo>
                <a:lnTo>
                  <a:pt x="41" y="195"/>
                </a:lnTo>
                <a:lnTo>
                  <a:pt x="42" y="195"/>
                </a:lnTo>
                <a:lnTo>
                  <a:pt x="42" y="194"/>
                </a:lnTo>
                <a:lnTo>
                  <a:pt x="42" y="195"/>
                </a:lnTo>
                <a:lnTo>
                  <a:pt x="43" y="195"/>
                </a:lnTo>
                <a:lnTo>
                  <a:pt x="44" y="195"/>
                </a:lnTo>
                <a:lnTo>
                  <a:pt x="45" y="195"/>
                </a:lnTo>
                <a:lnTo>
                  <a:pt x="45" y="194"/>
                </a:lnTo>
                <a:lnTo>
                  <a:pt x="46" y="194"/>
                </a:lnTo>
                <a:lnTo>
                  <a:pt x="47" y="194"/>
                </a:lnTo>
                <a:lnTo>
                  <a:pt x="47" y="193"/>
                </a:lnTo>
                <a:lnTo>
                  <a:pt x="47" y="192"/>
                </a:lnTo>
                <a:lnTo>
                  <a:pt x="48" y="191"/>
                </a:lnTo>
                <a:lnTo>
                  <a:pt x="49" y="190"/>
                </a:lnTo>
                <a:lnTo>
                  <a:pt x="49" y="189"/>
                </a:lnTo>
                <a:lnTo>
                  <a:pt x="50" y="189"/>
                </a:lnTo>
                <a:lnTo>
                  <a:pt x="51" y="188"/>
                </a:lnTo>
                <a:lnTo>
                  <a:pt x="51" y="187"/>
                </a:lnTo>
                <a:lnTo>
                  <a:pt x="52" y="187"/>
                </a:lnTo>
                <a:lnTo>
                  <a:pt x="53" y="187"/>
                </a:lnTo>
                <a:lnTo>
                  <a:pt x="54" y="187"/>
                </a:lnTo>
                <a:lnTo>
                  <a:pt x="54" y="186"/>
                </a:lnTo>
                <a:lnTo>
                  <a:pt x="54" y="185"/>
                </a:lnTo>
                <a:lnTo>
                  <a:pt x="55" y="185"/>
                </a:lnTo>
                <a:lnTo>
                  <a:pt x="55" y="184"/>
                </a:lnTo>
                <a:lnTo>
                  <a:pt x="55" y="183"/>
                </a:lnTo>
                <a:lnTo>
                  <a:pt x="56" y="183"/>
                </a:lnTo>
                <a:lnTo>
                  <a:pt x="57" y="183"/>
                </a:lnTo>
                <a:lnTo>
                  <a:pt x="57" y="182"/>
                </a:lnTo>
                <a:lnTo>
                  <a:pt x="58" y="182"/>
                </a:lnTo>
                <a:lnTo>
                  <a:pt x="58" y="181"/>
                </a:lnTo>
                <a:lnTo>
                  <a:pt x="59" y="181"/>
                </a:lnTo>
                <a:lnTo>
                  <a:pt x="59" y="180"/>
                </a:lnTo>
                <a:lnTo>
                  <a:pt x="60" y="180"/>
                </a:lnTo>
                <a:lnTo>
                  <a:pt x="61" y="180"/>
                </a:lnTo>
                <a:lnTo>
                  <a:pt x="61" y="179"/>
                </a:lnTo>
                <a:lnTo>
                  <a:pt x="60" y="178"/>
                </a:lnTo>
                <a:lnTo>
                  <a:pt x="59" y="178"/>
                </a:lnTo>
                <a:lnTo>
                  <a:pt x="59" y="177"/>
                </a:lnTo>
                <a:lnTo>
                  <a:pt x="60" y="177"/>
                </a:lnTo>
                <a:lnTo>
                  <a:pt x="60" y="178"/>
                </a:lnTo>
                <a:lnTo>
                  <a:pt x="60" y="177"/>
                </a:lnTo>
                <a:lnTo>
                  <a:pt x="61" y="177"/>
                </a:lnTo>
                <a:lnTo>
                  <a:pt x="61" y="176"/>
                </a:lnTo>
                <a:lnTo>
                  <a:pt x="60" y="175"/>
                </a:lnTo>
                <a:lnTo>
                  <a:pt x="61" y="175"/>
                </a:lnTo>
                <a:lnTo>
                  <a:pt x="61" y="174"/>
                </a:lnTo>
                <a:lnTo>
                  <a:pt x="61" y="173"/>
                </a:lnTo>
                <a:lnTo>
                  <a:pt x="61" y="172"/>
                </a:lnTo>
                <a:lnTo>
                  <a:pt x="60" y="172"/>
                </a:lnTo>
                <a:lnTo>
                  <a:pt x="59" y="172"/>
                </a:lnTo>
                <a:lnTo>
                  <a:pt x="58" y="172"/>
                </a:lnTo>
                <a:lnTo>
                  <a:pt x="58" y="171"/>
                </a:lnTo>
                <a:lnTo>
                  <a:pt x="57" y="171"/>
                </a:lnTo>
                <a:lnTo>
                  <a:pt x="57" y="172"/>
                </a:lnTo>
                <a:lnTo>
                  <a:pt x="57" y="171"/>
                </a:lnTo>
                <a:lnTo>
                  <a:pt x="56" y="170"/>
                </a:lnTo>
                <a:lnTo>
                  <a:pt x="55" y="169"/>
                </a:lnTo>
                <a:lnTo>
                  <a:pt x="55" y="168"/>
                </a:lnTo>
                <a:lnTo>
                  <a:pt x="54" y="168"/>
                </a:lnTo>
                <a:lnTo>
                  <a:pt x="55" y="168"/>
                </a:lnTo>
                <a:lnTo>
                  <a:pt x="55" y="167"/>
                </a:lnTo>
                <a:lnTo>
                  <a:pt x="56" y="166"/>
                </a:lnTo>
                <a:lnTo>
                  <a:pt x="57" y="165"/>
                </a:lnTo>
                <a:lnTo>
                  <a:pt x="57" y="164"/>
                </a:lnTo>
                <a:lnTo>
                  <a:pt x="58" y="164"/>
                </a:lnTo>
                <a:lnTo>
                  <a:pt x="57" y="163"/>
                </a:lnTo>
                <a:lnTo>
                  <a:pt x="56" y="163"/>
                </a:lnTo>
                <a:lnTo>
                  <a:pt x="56" y="162"/>
                </a:lnTo>
                <a:lnTo>
                  <a:pt x="55" y="162"/>
                </a:lnTo>
                <a:lnTo>
                  <a:pt x="55" y="161"/>
                </a:lnTo>
                <a:lnTo>
                  <a:pt x="55" y="162"/>
                </a:lnTo>
                <a:lnTo>
                  <a:pt x="54" y="162"/>
                </a:lnTo>
                <a:lnTo>
                  <a:pt x="53" y="162"/>
                </a:lnTo>
                <a:lnTo>
                  <a:pt x="52" y="161"/>
                </a:lnTo>
                <a:lnTo>
                  <a:pt x="51" y="160"/>
                </a:lnTo>
                <a:lnTo>
                  <a:pt x="51" y="159"/>
                </a:lnTo>
                <a:lnTo>
                  <a:pt x="50" y="159"/>
                </a:lnTo>
                <a:lnTo>
                  <a:pt x="50" y="158"/>
                </a:lnTo>
                <a:lnTo>
                  <a:pt x="49" y="158"/>
                </a:lnTo>
                <a:lnTo>
                  <a:pt x="49" y="157"/>
                </a:lnTo>
                <a:lnTo>
                  <a:pt x="48" y="157"/>
                </a:lnTo>
                <a:lnTo>
                  <a:pt x="47" y="157"/>
                </a:lnTo>
                <a:lnTo>
                  <a:pt x="46" y="157"/>
                </a:lnTo>
                <a:lnTo>
                  <a:pt x="46" y="156"/>
                </a:lnTo>
                <a:lnTo>
                  <a:pt x="45" y="155"/>
                </a:lnTo>
                <a:lnTo>
                  <a:pt x="46" y="155"/>
                </a:lnTo>
                <a:lnTo>
                  <a:pt x="46" y="154"/>
                </a:lnTo>
                <a:lnTo>
                  <a:pt x="47" y="154"/>
                </a:lnTo>
                <a:lnTo>
                  <a:pt x="47" y="153"/>
                </a:lnTo>
                <a:lnTo>
                  <a:pt x="48" y="153"/>
                </a:lnTo>
                <a:lnTo>
                  <a:pt x="48" y="152"/>
                </a:lnTo>
                <a:lnTo>
                  <a:pt x="49" y="152"/>
                </a:lnTo>
                <a:lnTo>
                  <a:pt x="49" y="151"/>
                </a:lnTo>
                <a:lnTo>
                  <a:pt x="50" y="150"/>
                </a:lnTo>
                <a:lnTo>
                  <a:pt x="49" y="150"/>
                </a:lnTo>
                <a:lnTo>
                  <a:pt x="49" y="149"/>
                </a:lnTo>
                <a:lnTo>
                  <a:pt x="49" y="148"/>
                </a:lnTo>
                <a:lnTo>
                  <a:pt x="50" y="147"/>
                </a:lnTo>
                <a:lnTo>
                  <a:pt x="49" y="146"/>
                </a:lnTo>
                <a:lnTo>
                  <a:pt x="50" y="146"/>
                </a:lnTo>
                <a:lnTo>
                  <a:pt x="50" y="145"/>
                </a:lnTo>
                <a:lnTo>
                  <a:pt x="49" y="145"/>
                </a:lnTo>
                <a:lnTo>
                  <a:pt x="50" y="144"/>
                </a:lnTo>
                <a:lnTo>
                  <a:pt x="49" y="143"/>
                </a:lnTo>
                <a:lnTo>
                  <a:pt x="49" y="142"/>
                </a:lnTo>
                <a:lnTo>
                  <a:pt x="49" y="141"/>
                </a:lnTo>
                <a:lnTo>
                  <a:pt x="50" y="140"/>
                </a:lnTo>
                <a:lnTo>
                  <a:pt x="50" y="141"/>
                </a:lnTo>
                <a:lnTo>
                  <a:pt x="50" y="140"/>
                </a:lnTo>
                <a:lnTo>
                  <a:pt x="51" y="140"/>
                </a:lnTo>
                <a:lnTo>
                  <a:pt x="51" y="139"/>
                </a:lnTo>
                <a:lnTo>
                  <a:pt x="51" y="138"/>
                </a:lnTo>
                <a:lnTo>
                  <a:pt x="51" y="137"/>
                </a:lnTo>
                <a:lnTo>
                  <a:pt x="51" y="136"/>
                </a:lnTo>
                <a:lnTo>
                  <a:pt x="52" y="135"/>
                </a:lnTo>
                <a:lnTo>
                  <a:pt x="52" y="134"/>
                </a:lnTo>
                <a:lnTo>
                  <a:pt x="51" y="133"/>
                </a:lnTo>
                <a:lnTo>
                  <a:pt x="50" y="133"/>
                </a:lnTo>
                <a:lnTo>
                  <a:pt x="50" y="132"/>
                </a:lnTo>
                <a:lnTo>
                  <a:pt x="51" y="131"/>
                </a:lnTo>
                <a:lnTo>
                  <a:pt x="51" y="130"/>
                </a:lnTo>
                <a:lnTo>
                  <a:pt x="52" y="129"/>
                </a:lnTo>
                <a:lnTo>
                  <a:pt x="51" y="129"/>
                </a:lnTo>
                <a:lnTo>
                  <a:pt x="51" y="128"/>
                </a:lnTo>
                <a:lnTo>
                  <a:pt x="51" y="127"/>
                </a:lnTo>
                <a:lnTo>
                  <a:pt x="51" y="128"/>
                </a:lnTo>
                <a:lnTo>
                  <a:pt x="50" y="128"/>
                </a:lnTo>
                <a:lnTo>
                  <a:pt x="49" y="127"/>
                </a:lnTo>
                <a:lnTo>
                  <a:pt x="49" y="126"/>
                </a:lnTo>
                <a:lnTo>
                  <a:pt x="48" y="126"/>
                </a:lnTo>
                <a:lnTo>
                  <a:pt x="48" y="127"/>
                </a:lnTo>
                <a:lnTo>
                  <a:pt x="47" y="127"/>
                </a:lnTo>
                <a:lnTo>
                  <a:pt x="46" y="127"/>
                </a:lnTo>
                <a:lnTo>
                  <a:pt x="45" y="127"/>
                </a:lnTo>
                <a:lnTo>
                  <a:pt x="44" y="127"/>
                </a:lnTo>
                <a:lnTo>
                  <a:pt x="44" y="126"/>
                </a:lnTo>
                <a:lnTo>
                  <a:pt x="43" y="126"/>
                </a:lnTo>
                <a:lnTo>
                  <a:pt x="43" y="125"/>
                </a:lnTo>
                <a:lnTo>
                  <a:pt x="43" y="124"/>
                </a:lnTo>
                <a:lnTo>
                  <a:pt x="43" y="123"/>
                </a:lnTo>
                <a:lnTo>
                  <a:pt x="43" y="122"/>
                </a:lnTo>
                <a:lnTo>
                  <a:pt x="44" y="122"/>
                </a:lnTo>
                <a:lnTo>
                  <a:pt x="44" y="121"/>
                </a:lnTo>
                <a:lnTo>
                  <a:pt x="43" y="120"/>
                </a:lnTo>
                <a:lnTo>
                  <a:pt x="42" y="120"/>
                </a:lnTo>
                <a:lnTo>
                  <a:pt x="41" y="120"/>
                </a:lnTo>
                <a:lnTo>
                  <a:pt x="41" y="121"/>
                </a:lnTo>
                <a:lnTo>
                  <a:pt x="40" y="121"/>
                </a:lnTo>
                <a:lnTo>
                  <a:pt x="40" y="122"/>
                </a:lnTo>
                <a:lnTo>
                  <a:pt x="40" y="121"/>
                </a:lnTo>
                <a:lnTo>
                  <a:pt x="40" y="120"/>
                </a:lnTo>
                <a:lnTo>
                  <a:pt x="39" y="119"/>
                </a:lnTo>
                <a:lnTo>
                  <a:pt x="38" y="119"/>
                </a:lnTo>
                <a:lnTo>
                  <a:pt x="38" y="118"/>
                </a:lnTo>
                <a:lnTo>
                  <a:pt x="38" y="117"/>
                </a:lnTo>
                <a:lnTo>
                  <a:pt x="38" y="116"/>
                </a:lnTo>
                <a:lnTo>
                  <a:pt x="39" y="116"/>
                </a:lnTo>
                <a:lnTo>
                  <a:pt x="38" y="115"/>
                </a:lnTo>
                <a:lnTo>
                  <a:pt x="37" y="115"/>
                </a:lnTo>
                <a:lnTo>
                  <a:pt x="36" y="115"/>
                </a:lnTo>
                <a:lnTo>
                  <a:pt x="36" y="116"/>
                </a:lnTo>
                <a:lnTo>
                  <a:pt x="35" y="116"/>
                </a:lnTo>
                <a:lnTo>
                  <a:pt x="35" y="117"/>
                </a:lnTo>
                <a:lnTo>
                  <a:pt x="35" y="116"/>
                </a:lnTo>
                <a:lnTo>
                  <a:pt x="34" y="116"/>
                </a:lnTo>
                <a:lnTo>
                  <a:pt x="34" y="115"/>
                </a:lnTo>
                <a:lnTo>
                  <a:pt x="34" y="114"/>
                </a:lnTo>
                <a:lnTo>
                  <a:pt x="34" y="113"/>
                </a:lnTo>
                <a:lnTo>
                  <a:pt x="34" y="112"/>
                </a:lnTo>
                <a:lnTo>
                  <a:pt x="34" y="111"/>
                </a:lnTo>
                <a:lnTo>
                  <a:pt x="34" y="110"/>
                </a:lnTo>
                <a:lnTo>
                  <a:pt x="34" y="109"/>
                </a:lnTo>
                <a:lnTo>
                  <a:pt x="33" y="109"/>
                </a:lnTo>
                <a:lnTo>
                  <a:pt x="33" y="108"/>
                </a:lnTo>
                <a:lnTo>
                  <a:pt x="33" y="107"/>
                </a:lnTo>
                <a:lnTo>
                  <a:pt x="33" y="106"/>
                </a:lnTo>
                <a:lnTo>
                  <a:pt x="33" y="105"/>
                </a:lnTo>
                <a:lnTo>
                  <a:pt x="33" y="104"/>
                </a:lnTo>
                <a:lnTo>
                  <a:pt x="33" y="103"/>
                </a:lnTo>
                <a:lnTo>
                  <a:pt x="33" y="102"/>
                </a:lnTo>
                <a:lnTo>
                  <a:pt x="33" y="100"/>
                </a:lnTo>
                <a:lnTo>
                  <a:pt x="34" y="100"/>
                </a:lnTo>
                <a:lnTo>
                  <a:pt x="35" y="100"/>
                </a:lnTo>
                <a:lnTo>
                  <a:pt x="35" y="99"/>
                </a:lnTo>
                <a:lnTo>
                  <a:pt x="36" y="99"/>
                </a:lnTo>
                <a:lnTo>
                  <a:pt x="36" y="98"/>
                </a:lnTo>
                <a:lnTo>
                  <a:pt x="36" y="97"/>
                </a:lnTo>
                <a:lnTo>
                  <a:pt x="37" y="97"/>
                </a:lnTo>
                <a:lnTo>
                  <a:pt x="38" y="97"/>
                </a:lnTo>
                <a:lnTo>
                  <a:pt x="38" y="96"/>
                </a:lnTo>
                <a:lnTo>
                  <a:pt x="39" y="96"/>
                </a:lnTo>
                <a:lnTo>
                  <a:pt x="40" y="95"/>
                </a:lnTo>
                <a:lnTo>
                  <a:pt x="41" y="94"/>
                </a:lnTo>
                <a:lnTo>
                  <a:pt x="41" y="93"/>
                </a:lnTo>
                <a:lnTo>
                  <a:pt x="42" y="93"/>
                </a:lnTo>
                <a:lnTo>
                  <a:pt x="42" y="92"/>
                </a:lnTo>
                <a:lnTo>
                  <a:pt x="43" y="92"/>
                </a:lnTo>
                <a:lnTo>
                  <a:pt x="43" y="91"/>
                </a:lnTo>
                <a:lnTo>
                  <a:pt x="44" y="91"/>
                </a:lnTo>
                <a:lnTo>
                  <a:pt x="44" y="90"/>
                </a:lnTo>
                <a:lnTo>
                  <a:pt x="44" y="89"/>
                </a:lnTo>
                <a:lnTo>
                  <a:pt x="45" y="89"/>
                </a:lnTo>
                <a:lnTo>
                  <a:pt x="46" y="89"/>
                </a:lnTo>
                <a:lnTo>
                  <a:pt x="47" y="89"/>
                </a:lnTo>
                <a:lnTo>
                  <a:pt x="48" y="88"/>
                </a:lnTo>
                <a:lnTo>
                  <a:pt x="48" y="89"/>
                </a:lnTo>
                <a:lnTo>
                  <a:pt x="49" y="89"/>
                </a:lnTo>
                <a:lnTo>
                  <a:pt x="49" y="88"/>
                </a:lnTo>
                <a:lnTo>
                  <a:pt x="50" y="89"/>
                </a:lnTo>
                <a:lnTo>
                  <a:pt x="51" y="89"/>
                </a:lnTo>
                <a:lnTo>
                  <a:pt x="51" y="88"/>
                </a:lnTo>
                <a:lnTo>
                  <a:pt x="52" y="88"/>
                </a:lnTo>
                <a:lnTo>
                  <a:pt x="53" y="88"/>
                </a:lnTo>
                <a:lnTo>
                  <a:pt x="54" y="89"/>
                </a:lnTo>
                <a:lnTo>
                  <a:pt x="55" y="88"/>
                </a:lnTo>
                <a:lnTo>
                  <a:pt x="55" y="87"/>
                </a:lnTo>
                <a:lnTo>
                  <a:pt x="56" y="87"/>
                </a:lnTo>
                <a:lnTo>
                  <a:pt x="57" y="87"/>
                </a:lnTo>
                <a:lnTo>
                  <a:pt x="57" y="86"/>
                </a:lnTo>
                <a:lnTo>
                  <a:pt x="58" y="86"/>
                </a:lnTo>
                <a:lnTo>
                  <a:pt x="59" y="86"/>
                </a:lnTo>
                <a:lnTo>
                  <a:pt x="59" y="87"/>
                </a:lnTo>
                <a:lnTo>
                  <a:pt x="60" y="87"/>
                </a:lnTo>
                <a:lnTo>
                  <a:pt x="60" y="86"/>
                </a:lnTo>
                <a:lnTo>
                  <a:pt x="61" y="86"/>
                </a:lnTo>
                <a:lnTo>
                  <a:pt x="61" y="85"/>
                </a:lnTo>
                <a:lnTo>
                  <a:pt x="60" y="85"/>
                </a:lnTo>
                <a:lnTo>
                  <a:pt x="60" y="84"/>
                </a:lnTo>
                <a:lnTo>
                  <a:pt x="60" y="83"/>
                </a:lnTo>
                <a:lnTo>
                  <a:pt x="61" y="83"/>
                </a:lnTo>
                <a:lnTo>
                  <a:pt x="61" y="82"/>
                </a:lnTo>
                <a:lnTo>
                  <a:pt x="60" y="82"/>
                </a:lnTo>
                <a:lnTo>
                  <a:pt x="61" y="82"/>
                </a:lnTo>
                <a:lnTo>
                  <a:pt x="61" y="81"/>
                </a:lnTo>
                <a:lnTo>
                  <a:pt x="61" y="80"/>
                </a:lnTo>
                <a:lnTo>
                  <a:pt x="60" y="79"/>
                </a:lnTo>
                <a:lnTo>
                  <a:pt x="61" y="78"/>
                </a:lnTo>
                <a:lnTo>
                  <a:pt x="61" y="77"/>
                </a:lnTo>
                <a:lnTo>
                  <a:pt x="61" y="76"/>
                </a:lnTo>
                <a:lnTo>
                  <a:pt x="61" y="75"/>
                </a:lnTo>
                <a:lnTo>
                  <a:pt x="62" y="75"/>
                </a:lnTo>
                <a:lnTo>
                  <a:pt x="62" y="74"/>
                </a:lnTo>
                <a:lnTo>
                  <a:pt x="63" y="74"/>
                </a:lnTo>
                <a:lnTo>
                  <a:pt x="64" y="74"/>
                </a:lnTo>
                <a:lnTo>
                  <a:pt x="65" y="73"/>
                </a:lnTo>
                <a:lnTo>
                  <a:pt x="66" y="73"/>
                </a:lnTo>
                <a:lnTo>
                  <a:pt x="67" y="74"/>
                </a:lnTo>
                <a:lnTo>
                  <a:pt x="67" y="75"/>
                </a:lnTo>
                <a:lnTo>
                  <a:pt x="68" y="76"/>
                </a:lnTo>
                <a:lnTo>
                  <a:pt x="69" y="77"/>
                </a:lnTo>
                <a:lnTo>
                  <a:pt x="70" y="77"/>
                </a:lnTo>
                <a:lnTo>
                  <a:pt x="71" y="77"/>
                </a:lnTo>
                <a:lnTo>
                  <a:pt x="71" y="78"/>
                </a:lnTo>
                <a:lnTo>
                  <a:pt x="71" y="77"/>
                </a:lnTo>
                <a:lnTo>
                  <a:pt x="72" y="77"/>
                </a:lnTo>
                <a:lnTo>
                  <a:pt x="73" y="76"/>
                </a:lnTo>
                <a:lnTo>
                  <a:pt x="74" y="76"/>
                </a:lnTo>
                <a:lnTo>
                  <a:pt x="75" y="76"/>
                </a:lnTo>
                <a:lnTo>
                  <a:pt x="76" y="76"/>
                </a:lnTo>
                <a:lnTo>
                  <a:pt x="77" y="76"/>
                </a:lnTo>
                <a:lnTo>
                  <a:pt x="77" y="75"/>
                </a:lnTo>
                <a:lnTo>
                  <a:pt x="78" y="75"/>
                </a:lnTo>
                <a:lnTo>
                  <a:pt x="78" y="76"/>
                </a:lnTo>
                <a:lnTo>
                  <a:pt x="79" y="76"/>
                </a:lnTo>
                <a:lnTo>
                  <a:pt x="79" y="77"/>
                </a:lnTo>
                <a:lnTo>
                  <a:pt x="80" y="77"/>
                </a:lnTo>
                <a:lnTo>
                  <a:pt x="81" y="77"/>
                </a:lnTo>
                <a:lnTo>
                  <a:pt x="82" y="77"/>
                </a:lnTo>
                <a:lnTo>
                  <a:pt x="83" y="77"/>
                </a:lnTo>
                <a:lnTo>
                  <a:pt x="84" y="77"/>
                </a:lnTo>
                <a:lnTo>
                  <a:pt x="85" y="77"/>
                </a:lnTo>
                <a:lnTo>
                  <a:pt x="86" y="76"/>
                </a:lnTo>
                <a:lnTo>
                  <a:pt x="87" y="76"/>
                </a:lnTo>
                <a:lnTo>
                  <a:pt x="88" y="75"/>
                </a:lnTo>
                <a:lnTo>
                  <a:pt x="89" y="75"/>
                </a:lnTo>
                <a:lnTo>
                  <a:pt x="90" y="74"/>
                </a:lnTo>
                <a:lnTo>
                  <a:pt x="91" y="74"/>
                </a:lnTo>
                <a:lnTo>
                  <a:pt x="92" y="74"/>
                </a:lnTo>
                <a:lnTo>
                  <a:pt x="92" y="73"/>
                </a:lnTo>
                <a:lnTo>
                  <a:pt x="93" y="73"/>
                </a:lnTo>
                <a:lnTo>
                  <a:pt x="93" y="72"/>
                </a:lnTo>
                <a:lnTo>
                  <a:pt x="93" y="71"/>
                </a:lnTo>
                <a:lnTo>
                  <a:pt x="94" y="71"/>
                </a:lnTo>
                <a:lnTo>
                  <a:pt x="95" y="71"/>
                </a:lnTo>
                <a:lnTo>
                  <a:pt x="96" y="71"/>
                </a:lnTo>
                <a:lnTo>
                  <a:pt x="97" y="70"/>
                </a:lnTo>
                <a:lnTo>
                  <a:pt x="98" y="70"/>
                </a:lnTo>
                <a:lnTo>
                  <a:pt x="99" y="70"/>
                </a:lnTo>
                <a:lnTo>
                  <a:pt x="99" y="71"/>
                </a:lnTo>
                <a:lnTo>
                  <a:pt x="100" y="71"/>
                </a:lnTo>
                <a:lnTo>
                  <a:pt x="101" y="70"/>
                </a:lnTo>
                <a:lnTo>
                  <a:pt x="102" y="70"/>
                </a:lnTo>
                <a:lnTo>
                  <a:pt x="104" y="70"/>
                </a:lnTo>
                <a:lnTo>
                  <a:pt x="105" y="71"/>
                </a:lnTo>
                <a:lnTo>
                  <a:pt x="104" y="72"/>
                </a:lnTo>
                <a:lnTo>
                  <a:pt x="104" y="73"/>
                </a:lnTo>
                <a:lnTo>
                  <a:pt x="105" y="73"/>
                </a:lnTo>
                <a:lnTo>
                  <a:pt x="106" y="73"/>
                </a:lnTo>
                <a:lnTo>
                  <a:pt x="106" y="72"/>
                </a:lnTo>
                <a:lnTo>
                  <a:pt x="107" y="72"/>
                </a:lnTo>
                <a:lnTo>
                  <a:pt x="108" y="72"/>
                </a:lnTo>
                <a:lnTo>
                  <a:pt x="108" y="71"/>
                </a:lnTo>
                <a:lnTo>
                  <a:pt x="109" y="71"/>
                </a:lnTo>
                <a:lnTo>
                  <a:pt x="110" y="71"/>
                </a:lnTo>
                <a:lnTo>
                  <a:pt x="110" y="72"/>
                </a:lnTo>
                <a:lnTo>
                  <a:pt x="111" y="71"/>
                </a:lnTo>
                <a:lnTo>
                  <a:pt x="112" y="70"/>
                </a:lnTo>
                <a:lnTo>
                  <a:pt x="113" y="70"/>
                </a:lnTo>
                <a:lnTo>
                  <a:pt x="114" y="70"/>
                </a:lnTo>
                <a:lnTo>
                  <a:pt x="114" y="69"/>
                </a:lnTo>
                <a:lnTo>
                  <a:pt x="115" y="69"/>
                </a:lnTo>
                <a:lnTo>
                  <a:pt x="116" y="69"/>
                </a:lnTo>
                <a:lnTo>
                  <a:pt x="117" y="69"/>
                </a:lnTo>
                <a:lnTo>
                  <a:pt x="117" y="70"/>
                </a:lnTo>
                <a:lnTo>
                  <a:pt x="118" y="70"/>
                </a:lnTo>
                <a:lnTo>
                  <a:pt x="119" y="69"/>
                </a:lnTo>
                <a:lnTo>
                  <a:pt x="119" y="68"/>
                </a:lnTo>
                <a:lnTo>
                  <a:pt x="120" y="67"/>
                </a:lnTo>
                <a:lnTo>
                  <a:pt x="121" y="67"/>
                </a:lnTo>
                <a:lnTo>
                  <a:pt x="121" y="68"/>
                </a:lnTo>
                <a:lnTo>
                  <a:pt x="122" y="67"/>
                </a:lnTo>
                <a:lnTo>
                  <a:pt x="122" y="66"/>
                </a:lnTo>
                <a:lnTo>
                  <a:pt x="121" y="65"/>
                </a:lnTo>
                <a:lnTo>
                  <a:pt x="122" y="64"/>
                </a:lnTo>
                <a:lnTo>
                  <a:pt x="122" y="63"/>
                </a:lnTo>
                <a:lnTo>
                  <a:pt x="123" y="63"/>
                </a:lnTo>
                <a:lnTo>
                  <a:pt x="122" y="63"/>
                </a:lnTo>
                <a:lnTo>
                  <a:pt x="122" y="62"/>
                </a:lnTo>
                <a:lnTo>
                  <a:pt x="122" y="61"/>
                </a:lnTo>
                <a:lnTo>
                  <a:pt x="122" y="60"/>
                </a:lnTo>
                <a:lnTo>
                  <a:pt x="121" y="60"/>
                </a:lnTo>
                <a:lnTo>
                  <a:pt x="121" y="61"/>
                </a:lnTo>
                <a:lnTo>
                  <a:pt x="120" y="61"/>
                </a:lnTo>
                <a:lnTo>
                  <a:pt x="120" y="62"/>
                </a:lnTo>
                <a:lnTo>
                  <a:pt x="119" y="62"/>
                </a:lnTo>
                <a:lnTo>
                  <a:pt x="120" y="63"/>
                </a:lnTo>
                <a:lnTo>
                  <a:pt x="121" y="63"/>
                </a:lnTo>
                <a:lnTo>
                  <a:pt x="120" y="64"/>
                </a:lnTo>
                <a:lnTo>
                  <a:pt x="119" y="64"/>
                </a:lnTo>
                <a:lnTo>
                  <a:pt x="119" y="65"/>
                </a:lnTo>
                <a:lnTo>
                  <a:pt x="118" y="65"/>
                </a:lnTo>
                <a:lnTo>
                  <a:pt x="117" y="66"/>
                </a:lnTo>
                <a:lnTo>
                  <a:pt x="117" y="65"/>
                </a:lnTo>
                <a:lnTo>
                  <a:pt x="117" y="64"/>
                </a:lnTo>
                <a:lnTo>
                  <a:pt x="117" y="63"/>
                </a:lnTo>
                <a:lnTo>
                  <a:pt x="117" y="62"/>
                </a:lnTo>
                <a:lnTo>
                  <a:pt x="116" y="62"/>
                </a:lnTo>
                <a:lnTo>
                  <a:pt x="116" y="63"/>
                </a:lnTo>
                <a:lnTo>
                  <a:pt x="115" y="63"/>
                </a:lnTo>
                <a:lnTo>
                  <a:pt x="115" y="62"/>
                </a:lnTo>
                <a:lnTo>
                  <a:pt x="115" y="61"/>
                </a:lnTo>
                <a:lnTo>
                  <a:pt x="116" y="61"/>
                </a:lnTo>
                <a:lnTo>
                  <a:pt x="117" y="61"/>
                </a:lnTo>
                <a:lnTo>
                  <a:pt x="117" y="60"/>
                </a:lnTo>
                <a:lnTo>
                  <a:pt x="117" y="59"/>
                </a:lnTo>
                <a:lnTo>
                  <a:pt x="118" y="59"/>
                </a:lnTo>
                <a:lnTo>
                  <a:pt x="118" y="58"/>
                </a:lnTo>
                <a:lnTo>
                  <a:pt x="118" y="56"/>
                </a:lnTo>
                <a:lnTo>
                  <a:pt x="119" y="56"/>
                </a:lnTo>
                <a:lnTo>
                  <a:pt x="119" y="57"/>
                </a:lnTo>
                <a:lnTo>
                  <a:pt x="120" y="57"/>
                </a:lnTo>
                <a:lnTo>
                  <a:pt x="119" y="57"/>
                </a:lnTo>
                <a:lnTo>
                  <a:pt x="119" y="58"/>
                </a:lnTo>
                <a:lnTo>
                  <a:pt x="120" y="58"/>
                </a:lnTo>
                <a:lnTo>
                  <a:pt x="121" y="58"/>
                </a:lnTo>
                <a:lnTo>
                  <a:pt x="121" y="57"/>
                </a:lnTo>
                <a:lnTo>
                  <a:pt x="121" y="58"/>
                </a:lnTo>
                <a:lnTo>
                  <a:pt x="121" y="59"/>
                </a:lnTo>
                <a:lnTo>
                  <a:pt x="122" y="59"/>
                </a:lnTo>
                <a:lnTo>
                  <a:pt x="122" y="60"/>
                </a:lnTo>
                <a:lnTo>
                  <a:pt x="123" y="59"/>
                </a:lnTo>
                <a:lnTo>
                  <a:pt x="124" y="59"/>
                </a:lnTo>
                <a:lnTo>
                  <a:pt x="125" y="59"/>
                </a:lnTo>
                <a:lnTo>
                  <a:pt x="124" y="58"/>
                </a:lnTo>
                <a:lnTo>
                  <a:pt x="125" y="58"/>
                </a:lnTo>
                <a:lnTo>
                  <a:pt x="125" y="57"/>
                </a:lnTo>
                <a:lnTo>
                  <a:pt x="125" y="56"/>
                </a:lnTo>
                <a:lnTo>
                  <a:pt x="124" y="56"/>
                </a:lnTo>
                <a:lnTo>
                  <a:pt x="124" y="57"/>
                </a:lnTo>
                <a:lnTo>
                  <a:pt x="123" y="57"/>
                </a:lnTo>
                <a:lnTo>
                  <a:pt x="123" y="56"/>
                </a:lnTo>
                <a:lnTo>
                  <a:pt x="123" y="55"/>
                </a:lnTo>
                <a:lnTo>
                  <a:pt x="124" y="55"/>
                </a:lnTo>
                <a:lnTo>
                  <a:pt x="124" y="54"/>
                </a:lnTo>
                <a:lnTo>
                  <a:pt x="125" y="54"/>
                </a:lnTo>
                <a:lnTo>
                  <a:pt x="125" y="53"/>
                </a:lnTo>
                <a:lnTo>
                  <a:pt x="126" y="53"/>
                </a:lnTo>
                <a:lnTo>
                  <a:pt x="127" y="53"/>
                </a:lnTo>
                <a:lnTo>
                  <a:pt x="128" y="52"/>
                </a:lnTo>
                <a:lnTo>
                  <a:pt x="129" y="52"/>
                </a:lnTo>
                <a:lnTo>
                  <a:pt x="129" y="53"/>
                </a:lnTo>
                <a:lnTo>
                  <a:pt x="129" y="54"/>
                </a:lnTo>
                <a:lnTo>
                  <a:pt x="130" y="54"/>
                </a:lnTo>
                <a:lnTo>
                  <a:pt x="130" y="53"/>
                </a:lnTo>
                <a:lnTo>
                  <a:pt x="130" y="54"/>
                </a:lnTo>
                <a:lnTo>
                  <a:pt x="131" y="54"/>
                </a:lnTo>
                <a:lnTo>
                  <a:pt x="132" y="54"/>
                </a:lnTo>
                <a:lnTo>
                  <a:pt x="133" y="54"/>
                </a:lnTo>
                <a:lnTo>
                  <a:pt x="134" y="53"/>
                </a:lnTo>
                <a:lnTo>
                  <a:pt x="135" y="53"/>
                </a:lnTo>
                <a:lnTo>
                  <a:pt x="136" y="53"/>
                </a:lnTo>
                <a:lnTo>
                  <a:pt x="136" y="54"/>
                </a:lnTo>
                <a:lnTo>
                  <a:pt x="137" y="54"/>
                </a:lnTo>
                <a:lnTo>
                  <a:pt x="136" y="55"/>
                </a:lnTo>
                <a:lnTo>
                  <a:pt x="136" y="56"/>
                </a:lnTo>
                <a:lnTo>
                  <a:pt x="135" y="56"/>
                </a:lnTo>
                <a:lnTo>
                  <a:pt x="136" y="57"/>
                </a:lnTo>
                <a:lnTo>
                  <a:pt x="137" y="57"/>
                </a:lnTo>
                <a:lnTo>
                  <a:pt x="138" y="58"/>
                </a:lnTo>
                <a:lnTo>
                  <a:pt x="139" y="58"/>
                </a:lnTo>
                <a:lnTo>
                  <a:pt x="140" y="58"/>
                </a:lnTo>
                <a:lnTo>
                  <a:pt x="141" y="58"/>
                </a:lnTo>
                <a:lnTo>
                  <a:pt x="142" y="58"/>
                </a:lnTo>
                <a:lnTo>
                  <a:pt x="142" y="57"/>
                </a:lnTo>
                <a:lnTo>
                  <a:pt x="142" y="56"/>
                </a:lnTo>
                <a:lnTo>
                  <a:pt x="141" y="56"/>
                </a:lnTo>
                <a:lnTo>
                  <a:pt x="142" y="55"/>
                </a:lnTo>
                <a:lnTo>
                  <a:pt x="141" y="54"/>
                </a:lnTo>
                <a:lnTo>
                  <a:pt x="142" y="54"/>
                </a:lnTo>
                <a:lnTo>
                  <a:pt x="141" y="53"/>
                </a:lnTo>
                <a:lnTo>
                  <a:pt x="142" y="53"/>
                </a:lnTo>
                <a:lnTo>
                  <a:pt x="142" y="52"/>
                </a:lnTo>
                <a:lnTo>
                  <a:pt x="142" y="51"/>
                </a:lnTo>
                <a:lnTo>
                  <a:pt x="143" y="50"/>
                </a:lnTo>
                <a:lnTo>
                  <a:pt x="144" y="50"/>
                </a:lnTo>
                <a:lnTo>
                  <a:pt x="144" y="49"/>
                </a:lnTo>
                <a:lnTo>
                  <a:pt x="142" y="49"/>
                </a:lnTo>
                <a:lnTo>
                  <a:pt x="141" y="49"/>
                </a:lnTo>
                <a:lnTo>
                  <a:pt x="140" y="49"/>
                </a:lnTo>
                <a:lnTo>
                  <a:pt x="140" y="50"/>
                </a:lnTo>
                <a:lnTo>
                  <a:pt x="139" y="50"/>
                </a:lnTo>
                <a:lnTo>
                  <a:pt x="139" y="49"/>
                </a:lnTo>
                <a:lnTo>
                  <a:pt x="138" y="49"/>
                </a:lnTo>
                <a:lnTo>
                  <a:pt x="139" y="49"/>
                </a:lnTo>
                <a:lnTo>
                  <a:pt x="139" y="48"/>
                </a:lnTo>
                <a:lnTo>
                  <a:pt x="140" y="48"/>
                </a:lnTo>
                <a:lnTo>
                  <a:pt x="140" y="47"/>
                </a:lnTo>
                <a:lnTo>
                  <a:pt x="140" y="46"/>
                </a:lnTo>
                <a:lnTo>
                  <a:pt x="140" y="45"/>
                </a:lnTo>
                <a:lnTo>
                  <a:pt x="141" y="45"/>
                </a:lnTo>
                <a:lnTo>
                  <a:pt x="140" y="44"/>
                </a:lnTo>
                <a:lnTo>
                  <a:pt x="139" y="44"/>
                </a:lnTo>
                <a:lnTo>
                  <a:pt x="138" y="43"/>
                </a:lnTo>
                <a:lnTo>
                  <a:pt x="137" y="43"/>
                </a:lnTo>
                <a:lnTo>
                  <a:pt x="137" y="42"/>
                </a:lnTo>
                <a:lnTo>
                  <a:pt x="138" y="42"/>
                </a:lnTo>
                <a:lnTo>
                  <a:pt x="138" y="41"/>
                </a:lnTo>
                <a:lnTo>
                  <a:pt x="138" y="40"/>
                </a:lnTo>
                <a:lnTo>
                  <a:pt x="139" y="41"/>
                </a:lnTo>
                <a:lnTo>
                  <a:pt x="140" y="41"/>
                </a:lnTo>
                <a:lnTo>
                  <a:pt x="140" y="42"/>
                </a:lnTo>
                <a:lnTo>
                  <a:pt x="141" y="42"/>
                </a:lnTo>
                <a:lnTo>
                  <a:pt x="141" y="43"/>
                </a:lnTo>
                <a:lnTo>
                  <a:pt x="142" y="43"/>
                </a:lnTo>
                <a:lnTo>
                  <a:pt x="143" y="43"/>
                </a:lnTo>
                <a:lnTo>
                  <a:pt x="144" y="43"/>
                </a:lnTo>
                <a:lnTo>
                  <a:pt x="145" y="43"/>
                </a:lnTo>
                <a:lnTo>
                  <a:pt x="146" y="43"/>
                </a:lnTo>
                <a:lnTo>
                  <a:pt x="147" y="44"/>
                </a:lnTo>
                <a:lnTo>
                  <a:pt x="148" y="43"/>
                </a:lnTo>
                <a:lnTo>
                  <a:pt x="148" y="44"/>
                </a:lnTo>
                <a:lnTo>
                  <a:pt x="149" y="44"/>
                </a:lnTo>
                <a:lnTo>
                  <a:pt x="149" y="43"/>
                </a:lnTo>
                <a:lnTo>
                  <a:pt x="150" y="43"/>
                </a:lnTo>
                <a:lnTo>
                  <a:pt x="151" y="43"/>
                </a:lnTo>
                <a:lnTo>
                  <a:pt x="152" y="43"/>
                </a:lnTo>
                <a:lnTo>
                  <a:pt x="152" y="44"/>
                </a:lnTo>
                <a:lnTo>
                  <a:pt x="151" y="44"/>
                </a:lnTo>
                <a:lnTo>
                  <a:pt x="151" y="45"/>
                </a:lnTo>
                <a:lnTo>
                  <a:pt x="152" y="46"/>
                </a:lnTo>
                <a:lnTo>
                  <a:pt x="152" y="47"/>
                </a:lnTo>
                <a:lnTo>
                  <a:pt x="153" y="47"/>
                </a:lnTo>
                <a:lnTo>
                  <a:pt x="154" y="47"/>
                </a:lnTo>
                <a:lnTo>
                  <a:pt x="154" y="46"/>
                </a:lnTo>
                <a:lnTo>
                  <a:pt x="155" y="46"/>
                </a:lnTo>
                <a:lnTo>
                  <a:pt x="155" y="45"/>
                </a:lnTo>
                <a:lnTo>
                  <a:pt x="156" y="45"/>
                </a:lnTo>
                <a:lnTo>
                  <a:pt x="157" y="45"/>
                </a:lnTo>
                <a:lnTo>
                  <a:pt x="157" y="44"/>
                </a:lnTo>
                <a:lnTo>
                  <a:pt x="158" y="44"/>
                </a:lnTo>
                <a:lnTo>
                  <a:pt x="159" y="44"/>
                </a:lnTo>
                <a:lnTo>
                  <a:pt x="160" y="44"/>
                </a:lnTo>
                <a:lnTo>
                  <a:pt x="160" y="43"/>
                </a:lnTo>
                <a:lnTo>
                  <a:pt x="161" y="43"/>
                </a:lnTo>
                <a:lnTo>
                  <a:pt x="161" y="42"/>
                </a:lnTo>
                <a:lnTo>
                  <a:pt x="162" y="42"/>
                </a:lnTo>
                <a:lnTo>
                  <a:pt x="163" y="41"/>
                </a:lnTo>
                <a:lnTo>
                  <a:pt x="164" y="41"/>
                </a:lnTo>
                <a:lnTo>
                  <a:pt x="165" y="41"/>
                </a:lnTo>
                <a:lnTo>
                  <a:pt x="165" y="40"/>
                </a:lnTo>
                <a:lnTo>
                  <a:pt x="165" y="39"/>
                </a:lnTo>
                <a:lnTo>
                  <a:pt x="166" y="38"/>
                </a:lnTo>
                <a:lnTo>
                  <a:pt x="167" y="38"/>
                </a:lnTo>
                <a:lnTo>
                  <a:pt x="167" y="37"/>
                </a:lnTo>
                <a:lnTo>
                  <a:pt x="168" y="36"/>
                </a:lnTo>
                <a:lnTo>
                  <a:pt x="169" y="36"/>
                </a:lnTo>
                <a:lnTo>
                  <a:pt x="169" y="35"/>
                </a:lnTo>
                <a:lnTo>
                  <a:pt x="170" y="35"/>
                </a:lnTo>
                <a:lnTo>
                  <a:pt x="171" y="34"/>
                </a:lnTo>
                <a:lnTo>
                  <a:pt x="171" y="33"/>
                </a:lnTo>
                <a:lnTo>
                  <a:pt x="170" y="33"/>
                </a:lnTo>
                <a:lnTo>
                  <a:pt x="170" y="32"/>
                </a:lnTo>
                <a:lnTo>
                  <a:pt x="170" y="31"/>
                </a:lnTo>
                <a:lnTo>
                  <a:pt x="171" y="31"/>
                </a:lnTo>
                <a:lnTo>
                  <a:pt x="170" y="30"/>
                </a:lnTo>
                <a:lnTo>
                  <a:pt x="171" y="30"/>
                </a:lnTo>
                <a:lnTo>
                  <a:pt x="171" y="29"/>
                </a:lnTo>
                <a:lnTo>
                  <a:pt x="171" y="28"/>
                </a:lnTo>
                <a:lnTo>
                  <a:pt x="170" y="28"/>
                </a:lnTo>
                <a:lnTo>
                  <a:pt x="171" y="28"/>
                </a:lnTo>
                <a:lnTo>
                  <a:pt x="171" y="27"/>
                </a:lnTo>
                <a:lnTo>
                  <a:pt x="172" y="27"/>
                </a:lnTo>
                <a:lnTo>
                  <a:pt x="173" y="26"/>
                </a:lnTo>
                <a:lnTo>
                  <a:pt x="173" y="25"/>
                </a:lnTo>
                <a:lnTo>
                  <a:pt x="174" y="24"/>
                </a:lnTo>
                <a:lnTo>
                  <a:pt x="175" y="25"/>
                </a:lnTo>
                <a:lnTo>
                  <a:pt x="178" y="25"/>
                </a:lnTo>
                <a:lnTo>
                  <a:pt x="179" y="25"/>
                </a:lnTo>
                <a:lnTo>
                  <a:pt x="181" y="25"/>
                </a:lnTo>
                <a:lnTo>
                  <a:pt x="182" y="25"/>
                </a:lnTo>
                <a:lnTo>
                  <a:pt x="183" y="25"/>
                </a:lnTo>
                <a:lnTo>
                  <a:pt x="184" y="25"/>
                </a:lnTo>
                <a:lnTo>
                  <a:pt x="185" y="25"/>
                </a:lnTo>
                <a:lnTo>
                  <a:pt x="187" y="24"/>
                </a:lnTo>
                <a:lnTo>
                  <a:pt x="188" y="24"/>
                </a:lnTo>
                <a:lnTo>
                  <a:pt x="189" y="24"/>
                </a:lnTo>
                <a:lnTo>
                  <a:pt x="190" y="24"/>
                </a:lnTo>
                <a:lnTo>
                  <a:pt x="191" y="24"/>
                </a:lnTo>
                <a:lnTo>
                  <a:pt x="192" y="25"/>
                </a:lnTo>
                <a:lnTo>
                  <a:pt x="193" y="26"/>
                </a:lnTo>
                <a:lnTo>
                  <a:pt x="195" y="27"/>
                </a:lnTo>
                <a:lnTo>
                  <a:pt x="195" y="28"/>
                </a:lnTo>
                <a:lnTo>
                  <a:pt x="196" y="28"/>
                </a:lnTo>
                <a:lnTo>
                  <a:pt x="197" y="29"/>
                </a:lnTo>
                <a:lnTo>
                  <a:pt x="198" y="30"/>
                </a:lnTo>
                <a:lnTo>
                  <a:pt x="199" y="31"/>
                </a:lnTo>
                <a:lnTo>
                  <a:pt x="200" y="31"/>
                </a:lnTo>
                <a:lnTo>
                  <a:pt x="201" y="32"/>
                </a:lnTo>
                <a:lnTo>
                  <a:pt x="202" y="33"/>
                </a:lnTo>
                <a:lnTo>
                  <a:pt x="203" y="34"/>
                </a:lnTo>
                <a:lnTo>
                  <a:pt x="204" y="34"/>
                </a:lnTo>
                <a:lnTo>
                  <a:pt x="207" y="35"/>
                </a:lnTo>
                <a:lnTo>
                  <a:pt x="208" y="36"/>
                </a:lnTo>
                <a:lnTo>
                  <a:pt x="209" y="36"/>
                </a:lnTo>
                <a:lnTo>
                  <a:pt x="211" y="36"/>
                </a:lnTo>
                <a:lnTo>
                  <a:pt x="212" y="37"/>
                </a:lnTo>
                <a:lnTo>
                  <a:pt x="212" y="36"/>
                </a:lnTo>
                <a:lnTo>
                  <a:pt x="214" y="36"/>
                </a:lnTo>
                <a:lnTo>
                  <a:pt x="215" y="36"/>
                </a:lnTo>
                <a:lnTo>
                  <a:pt x="218" y="35"/>
                </a:lnTo>
                <a:lnTo>
                  <a:pt x="220" y="34"/>
                </a:lnTo>
                <a:lnTo>
                  <a:pt x="221" y="34"/>
                </a:lnTo>
                <a:lnTo>
                  <a:pt x="221" y="33"/>
                </a:lnTo>
                <a:lnTo>
                  <a:pt x="222" y="33"/>
                </a:lnTo>
                <a:lnTo>
                  <a:pt x="223" y="33"/>
                </a:lnTo>
                <a:lnTo>
                  <a:pt x="223" y="32"/>
                </a:lnTo>
                <a:lnTo>
                  <a:pt x="223" y="31"/>
                </a:lnTo>
                <a:lnTo>
                  <a:pt x="224" y="31"/>
                </a:lnTo>
                <a:lnTo>
                  <a:pt x="224" y="30"/>
                </a:lnTo>
                <a:lnTo>
                  <a:pt x="225" y="30"/>
                </a:lnTo>
                <a:lnTo>
                  <a:pt x="225" y="29"/>
                </a:lnTo>
                <a:lnTo>
                  <a:pt x="226" y="29"/>
                </a:lnTo>
                <a:lnTo>
                  <a:pt x="227" y="28"/>
                </a:lnTo>
                <a:lnTo>
                  <a:pt x="228" y="27"/>
                </a:lnTo>
                <a:lnTo>
                  <a:pt x="229" y="27"/>
                </a:lnTo>
                <a:lnTo>
                  <a:pt x="229" y="26"/>
                </a:lnTo>
                <a:lnTo>
                  <a:pt x="230" y="26"/>
                </a:lnTo>
                <a:lnTo>
                  <a:pt x="231" y="26"/>
                </a:lnTo>
                <a:lnTo>
                  <a:pt x="232" y="26"/>
                </a:lnTo>
                <a:lnTo>
                  <a:pt x="232" y="25"/>
                </a:lnTo>
                <a:lnTo>
                  <a:pt x="237" y="25"/>
                </a:lnTo>
                <a:lnTo>
                  <a:pt x="237" y="26"/>
                </a:lnTo>
                <a:lnTo>
                  <a:pt x="238" y="26"/>
                </a:lnTo>
                <a:lnTo>
                  <a:pt x="238" y="27"/>
                </a:lnTo>
                <a:lnTo>
                  <a:pt x="239" y="27"/>
                </a:lnTo>
                <a:lnTo>
                  <a:pt x="239" y="28"/>
                </a:lnTo>
                <a:lnTo>
                  <a:pt x="240" y="28"/>
                </a:lnTo>
                <a:lnTo>
                  <a:pt x="240" y="29"/>
                </a:lnTo>
                <a:lnTo>
                  <a:pt x="241" y="30"/>
                </a:lnTo>
                <a:lnTo>
                  <a:pt x="242" y="30"/>
                </a:lnTo>
                <a:lnTo>
                  <a:pt x="243" y="29"/>
                </a:lnTo>
                <a:lnTo>
                  <a:pt x="244" y="29"/>
                </a:lnTo>
                <a:lnTo>
                  <a:pt x="245" y="28"/>
                </a:lnTo>
                <a:lnTo>
                  <a:pt x="246" y="28"/>
                </a:lnTo>
                <a:lnTo>
                  <a:pt x="246" y="27"/>
                </a:lnTo>
                <a:lnTo>
                  <a:pt x="247" y="27"/>
                </a:lnTo>
                <a:lnTo>
                  <a:pt x="247" y="26"/>
                </a:lnTo>
                <a:lnTo>
                  <a:pt x="248" y="26"/>
                </a:lnTo>
                <a:lnTo>
                  <a:pt x="248" y="25"/>
                </a:lnTo>
                <a:lnTo>
                  <a:pt x="249" y="25"/>
                </a:lnTo>
                <a:lnTo>
                  <a:pt x="250" y="24"/>
                </a:lnTo>
                <a:lnTo>
                  <a:pt x="251" y="24"/>
                </a:lnTo>
                <a:lnTo>
                  <a:pt x="252" y="23"/>
                </a:lnTo>
                <a:lnTo>
                  <a:pt x="253" y="23"/>
                </a:lnTo>
                <a:lnTo>
                  <a:pt x="254" y="23"/>
                </a:lnTo>
                <a:lnTo>
                  <a:pt x="255" y="22"/>
                </a:lnTo>
                <a:lnTo>
                  <a:pt x="256" y="21"/>
                </a:lnTo>
                <a:lnTo>
                  <a:pt x="257" y="21"/>
                </a:lnTo>
                <a:lnTo>
                  <a:pt x="258" y="20"/>
                </a:lnTo>
                <a:lnTo>
                  <a:pt x="259" y="19"/>
                </a:lnTo>
                <a:lnTo>
                  <a:pt x="260" y="19"/>
                </a:lnTo>
                <a:lnTo>
                  <a:pt x="260" y="18"/>
                </a:lnTo>
                <a:lnTo>
                  <a:pt x="261" y="18"/>
                </a:lnTo>
                <a:lnTo>
                  <a:pt x="262" y="18"/>
                </a:lnTo>
                <a:lnTo>
                  <a:pt x="263" y="18"/>
                </a:lnTo>
                <a:lnTo>
                  <a:pt x="265" y="18"/>
                </a:lnTo>
                <a:lnTo>
                  <a:pt x="266" y="18"/>
                </a:lnTo>
                <a:lnTo>
                  <a:pt x="267" y="18"/>
                </a:lnTo>
                <a:lnTo>
                  <a:pt x="268" y="17"/>
                </a:lnTo>
                <a:lnTo>
                  <a:pt x="268" y="16"/>
                </a:lnTo>
                <a:lnTo>
                  <a:pt x="268" y="15"/>
                </a:lnTo>
                <a:lnTo>
                  <a:pt x="268" y="14"/>
                </a:lnTo>
                <a:lnTo>
                  <a:pt x="269" y="13"/>
                </a:lnTo>
                <a:lnTo>
                  <a:pt x="269" y="9"/>
                </a:lnTo>
                <a:lnTo>
                  <a:pt x="269" y="8"/>
                </a:lnTo>
                <a:lnTo>
                  <a:pt x="269" y="7"/>
                </a:lnTo>
                <a:lnTo>
                  <a:pt x="270" y="5"/>
                </a:lnTo>
                <a:lnTo>
                  <a:pt x="271" y="3"/>
                </a:lnTo>
                <a:lnTo>
                  <a:pt x="271" y="2"/>
                </a:lnTo>
                <a:lnTo>
                  <a:pt x="272" y="1"/>
                </a:lnTo>
                <a:lnTo>
                  <a:pt x="273" y="1"/>
                </a:lnTo>
                <a:lnTo>
                  <a:pt x="273" y="0"/>
                </a:lnTo>
                <a:lnTo>
                  <a:pt x="274" y="0"/>
                </a:lnTo>
                <a:lnTo>
                  <a:pt x="276" y="0"/>
                </a:lnTo>
                <a:lnTo>
                  <a:pt x="277" y="0"/>
                </a:lnTo>
                <a:lnTo>
                  <a:pt x="278" y="0"/>
                </a:lnTo>
                <a:lnTo>
                  <a:pt x="279" y="0"/>
                </a:lnTo>
                <a:lnTo>
                  <a:pt x="28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93" name=""/>
          <p:cNvSpPr/>
          <p:nvPr/>
        </p:nvSpPr>
        <p:spPr>
          <a:xfrm>
            <a:off x="4620600" y="38232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94" name=""/>
          <p:cNvSpPr/>
          <p:nvPr/>
        </p:nvSpPr>
        <p:spPr>
          <a:xfrm>
            <a:off x="4627800" y="381744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1" y="6"/>
                </a:move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3" y="3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3" y="1"/>
                </a:lnTo>
                <a:lnTo>
                  <a:pt x="4" y="4"/>
                </a:lnTo>
                <a:lnTo>
                  <a:pt x="5" y="4"/>
                </a:lnTo>
                <a:lnTo>
                  <a:pt x="4" y="5"/>
                </a:lnTo>
                <a:lnTo>
                  <a:pt x="3" y="6"/>
                </a:lnTo>
                <a:lnTo>
                  <a:pt x="1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95" name=""/>
          <p:cNvSpPr/>
          <p:nvPr/>
        </p:nvSpPr>
        <p:spPr>
          <a:xfrm>
            <a:off x="4632840" y="3811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96" name=""/>
          <p:cNvSpPr/>
          <p:nvPr/>
        </p:nvSpPr>
        <p:spPr>
          <a:xfrm>
            <a:off x="4638960" y="38109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97" name=""/>
          <p:cNvSpPr/>
          <p:nvPr/>
        </p:nvSpPr>
        <p:spPr>
          <a:xfrm>
            <a:off x="4641840" y="3805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98" name=""/>
          <p:cNvSpPr/>
          <p:nvPr/>
        </p:nvSpPr>
        <p:spPr>
          <a:xfrm>
            <a:off x="4454640" y="3726000"/>
            <a:ext cx="256320" cy="143640"/>
          </a:xfrm>
          <a:custGeom>
            <a:avLst/>
            <a:gdLst/>
            <a:ahLst/>
            <a:rect l="0" t="0" r="r" b="b"/>
            <a:pathLst>
              <a:path w="712" h="399">
                <a:moveTo>
                  <a:pt x="275" y="1"/>
                </a:moveTo>
                <a:lnTo>
                  <a:pt x="276" y="1"/>
                </a:lnTo>
                <a:lnTo>
                  <a:pt x="277" y="1"/>
                </a:lnTo>
                <a:lnTo>
                  <a:pt x="277" y="2"/>
                </a:lnTo>
                <a:lnTo>
                  <a:pt x="277" y="3"/>
                </a:lnTo>
                <a:lnTo>
                  <a:pt x="278" y="3"/>
                </a:lnTo>
                <a:lnTo>
                  <a:pt x="278" y="2"/>
                </a:lnTo>
                <a:lnTo>
                  <a:pt x="279" y="2"/>
                </a:lnTo>
                <a:lnTo>
                  <a:pt x="280" y="3"/>
                </a:lnTo>
                <a:lnTo>
                  <a:pt x="281" y="3"/>
                </a:lnTo>
                <a:lnTo>
                  <a:pt x="282" y="3"/>
                </a:lnTo>
                <a:lnTo>
                  <a:pt x="282" y="4"/>
                </a:lnTo>
                <a:lnTo>
                  <a:pt x="283" y="4"/>
                </a:lnTo>
                <a:lnTo>
                  <a:pt x="284" y="5"/>
                </a:lnTo>
                <a:lnTo>
                  <a:pt x="284" y="6"/>
                </a:lnTo>
                <a:lnTo>
                  <a:pt x="285" y="6"/>
                </a:lnTo>
                <a:lnTo>
                  <a:pt x="285" y="7"/>
                </a:lnTo>
                <a:lnTo>
                  <a:pt x="286" y="7"/>
                </a:lnTo>
                <a:lnTo>
                  <a:pt x="285" y="8"/>
                </a:lnTo>
                <a:lnTo>
                  <a:pt x="287" y="9"/>
                </a:lnTo>
                <a:lnTo>
                  <a:pt x="287" y="8"/>
                </a:lnTo>
                <a:lnTo>
                  <a:pt x="288" y="8"/>
                </a:lnTo>
                <a:lnTo>
                  <a:pt x="289" y="8"/>
                </a:lnTo>
                <a:lnTo>
                  <a:pt x="290" y="8"/>
                </a:lnTo>
                <a:lnTo>
                  <a:pt x="292" y="9"/>
                </a:lnTo>
                <a:lnTo>
                  <a:pt x="292" y="10"/>
                </a:lnTo>
                <a:lnTo>
                  <a:pt x="293" y="10"/>
                </a:lnTo>
                <a:lnTo>
                  <a:pt x="294" y="11"/>
                </a:lnTo>
                <a:lnTo>
                  <a:pt x="295" y="11"/>
                </a:lnTo>
                <a:lnTo>
                  <a:pt x="295" y="12"/>
                </a:lnTo>
                <a:lnTo>
                  <a:pt x="295" y="13"/>
                </a:lnTo>
                <a:lnTo>
                  <a:pt x="294" y="14"/>
                </a:lnTo>
                <a:lnTo>
                  <a:pt x="295" y="14"/>
                </a:lnTo>
                <a:lnTo>
                  <a:pt x="297" y="13"/>
                </a:lnTo>
                <a:lnTo>
                  <a:pt x="298" y="13"/>
                </a:lnTo>
                <a:lnTo>
                  <a:pt x="299" y="13"/>
                </a:lnTo>
                <a:lnTo>
                  <a:pt x="300" y="13"/>
                </a:lnTo>
                <a:lnTo>
                  <a:pt x="302" y="13"/>
                </a:lnTo>
                <a:lnTo>
                  <a:pt x="302" y="14"/>
                </a:lnTo>
                <a:lnTo>
                  <a:pt x="303" y="14"/>
                </a:lnTo>
                <a:lnTo>
                  <a:pt x="304" y="14"/>
                </a:lnTo>
                <a:lnTo>
                  <a:pt x="305" y="14"/>
                </a:lnTo>
                <a:lnTo>
                  <a:pt x="306" y="14"/>
                </a:lnTo>
                <a:lnTo>
                  <a:pt x="307" y="14"/>
                </a:lnTo>
                <a:lnTo>
                  <a:pt x="308" y="14"/>
                </a:lnTo>
                <a:lnTo>
                  <a:pt x="309" y="14"/>
                </a:lnTo>
                <a:lnTo>
                  <a:pt x="309" y="15"/>
                </a:lnTo>
                <a:lnTo>
                  <a:pt x="310" y="15"/>
                </a:lnTo>
                <a:lnTo>
                  <a:pt x="311" y="15"/>
                </a:lnTo>
                <a:lnTo>
                  <a:pt x="311" y="16"/>
                </a:lnTo>
                <a:lnTo>
                  <a:pt x="312" y="16"/>
                </a:lnTo>
                <a:lnTo>
                  <a:pt x="313" y="16"/>
                </a:lnTo>
                <a:lnTo>
                  <a:pt x="313" y="15"/>
                </a:lnTo>
                <a:lnTo>
                  <a:pt x="314" y="15"/>
                </a:lnTo>
                <a:lnTo>
                  <a:pt x="314" y="16"/>
                </a:lnTo>
                <a:lnTo>
                  <a:pt x="315" y="15"/>
                </a:lnTo>
                <a:lnTo>
                  <a:pt x="315" y="16"/>
                </a:lnTo>
                <a:lnTo>
                  <a:pt x="315" y="17"/>
                </a:lnTo>
                <a:lnTo>
                  <a:pt x="316" y="16"/>
                </a:lnTo>
                <a:lnTo>
                  <a:pt x="317" y="16"/>
                </a:lnTo>
                <a:lnTo>
                  <a:pt x="318" y="16"/>
                </a:lnTo>
                <a:lnTo>
                  <a:pt x="317" y="16"/>
                </a:lnTo>
                <a:lnTo>
                  <a:pt x="316" y="17"/>
                </a:lnTo>
                <a:lnTo>
                  <a:pt x="317" y="17"/>
                </a:lnTo>
                <a:lnTo>
                  <a:pt x="318" y="17"/>
                </a:lnTo>
                <a:lnTo>
                  <a:pt x="319" y="17"/>
                </a:lnTo>
                <a:lnTo>
                  <a:pt x="319" y="19"/>
                </a:lnTo>
                <a:lnTo>
                  <a:pt x="319" y="20"/>
                </a:lnTo>
                <a:lnTo>
                  <a:pt x="320" y="20"/>
                </a:lnTo>
                <a:lnTo>
                  <a:pt x="320" y="19"/>
                </a:lnTo>
                <a:lnTo>
                  <a:pt x="319" y="18"/>
                </a:lnTo>
                <a:lnTo>
                  <a:pt x="319" y="17"/>
                </a:lnTo>
                <a:lnTo>
                  <a:pt x="320" y="17"/>
                </a:lnTo>
                <a:lnTo>
                  <a:pt x="323" y="17"/>
                </a:lnTo>
                <a:lnTo>
                  <a:pt x="326" y="17"/>
                </a:lnTo>
                <a:lnTo>
                  <a:pt x="326" y="18"/>
                </a:lnTo>
                <a:lnTo>
                  <a:pt x="325" y="19"/>
                </a:lnTo>
                <a:lnTo>
                  <a:pt x="325" y="20"/>
                </a:lnTo>
                <a:lnTo>
                  <a:pt x="325" y="19"/>
                </a:lnTo>
                <a:lnTo>
                  <a:pt x="326" y="20"/>
                </a:lnTo>
                <a:lnTo>
                  <a:pt x="326" y="19"/>
                </a:lnTo>
                <a:lnTo>
                  <a:pt x="326" y="18"/>
                </a:lnTo>
                <a:lnTo>
                  <a:pt x="328" y="18"/>
                </a:lnTo>
                <a:lnTo>
                  <a:pt x="329" y="18"/>
                </a:lnTo>
                <a:lnTo>
                  <a:pt x="330" y="18"/>
                </a:lnTo>
                <a:lnTo>
                  <a:pt x="331" y="18"/>
                </a:lnTo>
                <a:lnTo>
                  <a:pt x="332" y="18"/>
                </a:lnTo>
                <a:lnTo>
                  <a:pt x="333" y="18"/>
                </a:lnTo>
                <a:lnTo>
                  <a:pt x="334" y="19"/>
                </a:lnTo>
                <a:lnTo>
                  <a:pt x="334" y="21"/>
                </a:lnTo>
                <a:lnTo>
                  <a:pt x="334" y="23"/>
                </a:lnTo>
                <a:lnTo>
                  <a:pt x="335" y="23"/>
                </a:lnTo>
                <a:lnTo>
                  <a:pt x="336" y="23"/>
                </a:lnTo>
                <a:lnTo>
                  <a:pt x="336" y="24"/>
                </a:lnTo>
                <a:lnTo>
                  <a:pt x="337" y="24"/>
                </a:lnTo>
                <a:lnTo>
                  <a:pt x="337" y="23"/>
                </a:lnTo>
                <a:lnTo>
                  <a:pt x="338" y="23"/>
                </a:lnTo>
                <a:lnTo>
                  <a:pt x="339" y="23"/>
                </a:lnTo>
                <a:lnTo>
                  <a:pt x="341" y="23"/>
                </a:lnTo>
                <a:lnTo>
                  <a:pt x="342" y="23"/>
                </a:lnTo>
                <a:lnTo>
                  <a:pt x="342" y="24"/>
                </a:lnTo>
                <a:lnTo>
                  <a:pt x="343" y="24"/>
                </a:lnTo>
                <a:lnTo>
                  <a:pt x="344" y="23"/>
                </a:lnTo>
                <a:lnTo>
                  <a:pt x="343" y="23"/>
                </a:lnTo>
                <a:lnTo>
                  <a:pt x="342" y="22"/>
                </a:lnTo>
                <a:lnTo>
                  <a:pt x="342" y="21"/>
                </a:lnTo>
                <a:lnTo>
                  <a:pt x="343" y="20"/>
                </a:lnTo>
                <a:lnTo>
                  <a:pt x="342" y="20"/>
                </a:lnTo>
                <a:lnTo>
                  <a:pt x="343" y="20"/>
                </a:lnTo>
                <a:lnTo>
                  <a:pt x="344" y="19"/>
                </a:lnTo>
                <a:lnTo>
                  <a:pt x="344" y="20"/>
                </a:lnTo>
                <a:lnTo>
                  <a:pt x="346" y="20"/>
                </a:lnTo>
                <a:lnTo>
                  <a:pt x="346" y="19"/>
                </a:lnTo>
                <a:lnTo>
                  <a:pt x="345" y="19"/>
                </a:lnTo>
                <a:lnTo>
                  <a:pt x="346" y="19"/>
                </a:lnTo>
                <a:lnTo>
                  <a:pt x="347" y="19"/>
                </a:lnTo>
                <a:lnTo>
                  <a:pt x="347" y="18"/>
                </a:lnTo>
                <a:lnTo>
                  <a:pt x="347" y="17"/>
                </a:lnTo>
                <a:lnTo>
                  <a:pt x="346" y="17"/>
                </a:lnTo>
                <a:lnTo>
                  <a:pt x="346" y="18"/>
                </a:lnTo>
                <a:lnTo>
                  <a:pt x="346" y="17"/>
                </a:lnTo>
                <a:lnTo>
                  <a:pt x="346" y="16"/>
                </a:lnTo>
                <a:lnTo>
                  <a:pt x="347" y="16"/>
                </a:lnTo>
                <a:lnTo>
                  <a:pt x="349" y="16"/>
                </a:lnTo>
                <a:lnTo>
                  <a:pt x="349" y="17"/>
                </a:lnTo>
                <a:lnTo>
                  <a:pt x="349" y="18"/>
                </a:lnTo>
                <a:lnTo>
                  <a:pt x="349" y="17"/>
                </a:lnTo>
                <a:lnTo>
                  <a:pt x="350" y="17"/>
                </a:lnTo>
                <a:lnTo>
                  <a:pt x="351" y="17"/>
                </a:lnTo>
                <a:lnTo>
                  <a:pt x="352" y="17"/>
                </a:lnTo>
                <a:lnTo>
                  <a:pt x="351" y="17"/>
                </a:lnTo>
                <a:lnTo>
                  <a:pt x="351" y="18"/>
                </a:lnTo>
                <a:lnTo>
                  <a:pt x="352" y="18"/>
                </a:lnTo>
                <a:lnTo>
                  <a:pt x="352" y="17"/>
                </a:lnTo>
                <a:lnTo>
                  <a:pt x="353" y="18"/>
                </a:lnTo>
                <a:lnTo>
                  <a:pt x="353" y="19"/>
                </a:lnTo>
                <a:lnTo>
                  <a:pt x="354" y="19"/>
                </a:lnTo>
                <a:lnTo>
                  <a:pt x="354" y="20"/>
                </a:lnTo>
                <a:lnTo>
                  <a:pt x="355" y="20"/>
                </a:lnTo>
                <a:lnTo>
                  <a:pt x="356" y="20"/>
                </a:lnTo>
                <a:lnTo>
                  <a:pt x="357" y="20"/>
                </a:lnTo>
                <a:lnTo>
                  <a:pt x="358" y="20"/>
                </a:lnTo>
                <a:lnTo>
                  <a:pt x="360" y="20"/>
                </a:lnTo>
                <a:lnTo>
                  <a:pt x="361" y="20"/>
                </a:lnTo>
                <a:lnTo>
                  <a:pt x="361" y="19"/>
                </a:lnTo>
                <a:lnTo>
                  <a:pt x="361" y="17"/>
                </a:lnTo>
                <a:lnTo>
                  <a:pt x="360" y="16"/>
                </a:lnTo>
                <a:lnTo>
                  <a:pt x="361" y="16"/>
                </a:lnTo>
                <a:lnTo>
                  <a:pt x="361" y="15"/>
                </a:lnTo>
                <a:lnTo>
                  <a:pt x="361" y="13"/>
                </a:lnTo>
                <a:lnTo>
                  <a:pt x="362" y="13"/>
                </a:lnTo>
                <a:lnTo>
                  <a:pt x="365" y="13"/>
                </a:lnTo>
                <a:lnTo>
                  <a:pt x="365" y="16"/>
                </a:lnTo>
                <a:lnTo>
                  <a:pt x="367" y="15"/>
                </a:lnTo>
                <a:lnTo>
                  <a:pt x="367" y="16"/>
                </a:lnTo>
                <a:lnTo>
                  <a:pt x="368" y="16"/>
                </a:lnTo>
                <a:lnTo>
                  <a:pt x="368" y="15"/>
                </a:lnTo>
                <a:lnTo>
                  <a:pt x="368" y="14"/>
                </a:lnTo>
                <a:lnTo>
                  <a:pt x="369" y="15"/>
                </a:lnTo>
                <a:lnTo>
                  <a:pt x="374" y="18"/>
                </a:lnTo>
                <a:lnTo>
                  <a:pt x="374" y="19"/>
                </a:lnTo>
                <a:lnTo>
                  <a:pt x="373" y="20"/>
                </a:lnTo>
                <a:lnTo>
                  <a:pt x="372" y="20"/>
                </a:lnTo>
                <a:lnTo>
                  <a:pt x="373" y="20"/>
                </a:lnTo>
                <a:lnTo>
                  <a:pt x="374" y="20"/>
                </a:lnTo>
                <a:lnTo>
                  <a:pt x="375" y="20"/>
                </a:lnTo>
                <a:lnTo>
                  <a:pt x="375" y="22"/>
                </a:lnTo>
                <a:lnTo>
                  <a:pt x="376" y="22"/>
                </a:lnTo>
                <a:lnTo>
                  <a:pt x="376" y="23"/>
                </a:lnTo>
                <a:lnTo>
                  <a:pt x="376" y="24"/>
                </a:lnTo>
                <a:lnTo>
                  <a:pt x="377" y="24"/>
                </a:lnTo>
                <a:lnTo>
                  <a:pt x="377" y="25"/>
                </a:lnTo>
                <a:lnTo>
                  <a:pt x="376" y="25"/>
                </a:lnTo>
                <a:lnTo>
                  <a:pt x="376" y="27"/>
                </a:lnTo>
                <a:lnTo>
                  <a:pt x="376" y="28"/>
                </a:lnTo>
                <a:lnTo>
                  <a:pt x="377" y="29"/>
                </a:lnTo>
                <a:lnTo>
                  <a:pt x="377" y="30"/>
                </a:lnTo>
                <a:lnTo>
                  <a:pt x="378" y="30"/>
                </a:lnTo>
                <a:lnTo>
                  <a:pt x="379" y="33"/>
                </a:lnTo>
                <a:lnTo>
                  <a:pt x="381" y="33"/>
                </a:lnTo>
                <a:lnTo>
                  <a:pt x="383" y="34"/>
                </a:lnTo>
                <a:lnTo>
                  <a:pt x="384" y="35"/>
                </a:lnTo>
                <a:lnTo>
                  <a:pt x="385" y="35"/>
                </a:lnTo>
                <a:lnTo>
                  <a:pt x="385" y="36"/>
                </a:lnTo>
                <a:lnTo>
                  <a:pt x="386" y="36"/>
                </a:lnTo>
                <a:lnTo>
                  <a:pt x="387" y="37"/>
                </a:lnTo>
                <a:lnTo>
                  <a:pt x="387" y="40"/>
                </a:lnTo>
                <a:lnTo>
                  <a:pt x="387" y="43"/>
                </a:lnTo>
                <a:lnTo>
                  <a:pt x="386" y="45"/>
                </a:lnTo>
                <a:lnTo>
                  <a:pt x="385" y="45"/>
                </a:lnTo>
                <a:lnTo>
                  <a:pt x="385" y="46"/>
                </a:lnTo>
                <a:lnTo>
                  <a:pt x="385" y="47"/>
                </a:lnTo>
                <a:lnTo>
                  <a:pt x="386" y="47"/>
                </a:lnTo>
                <a:lnTo>
                  <a:pt x="387" y="47"/>
                </a:lnTo>
                <a:lnTo>
                  <a:pt x="388" y="48"/>
                </a:lnTo>
                <a:lnTo>
                  <a:pt x="387" y="48"/>
                </a:lnTo>
                <a:lnTo>
                  <a:pt x="387" y="49"/>
                </a:lnTo>
                <a:lnTo>
                  <a:pt x="386" y="49"/>
                </a:lnTo>
                <a:lnTo>
                  <a:pt x="386" y="51"/>
                </a:lnTo>
                <a:lnTo>
                  <a:pt x="387" y="50"/>
                </a:lnTo>
                <a:lnTo>
                  <a:pt x="389" y="51"/>
                </a:lnTo>
                <a:lnTo>
                  <a:pt x="390" y="50"/>
                </a:lnTo>
                <a:lnTo>
                  <a:pt x="393" y="50"/>
                </a:lnTo>
                <a:lnTo>
                  <a:pt x="393" y="51"/>
                </a:lnTo>
                <a:lnTo>
                  <a:pt x="393" y="52"/>
                </a:lnTo>
                <a:lnTo>
                  <a:pt x="394" y="51"/>
                </a:lnTo>
                <a:lnTo>
                  <a:pt x="395" y="50"/>
                </a:lnTo>
                <a:lnTo>
                  <a:pt x="396" y="49"/>
                </a:lnTo>
                <a:lnTo>
                  <a:pt x="396" y="48"/>
                </a:lnTo>
                <a:lnTo>
                  <a:pt x="397" y="48"/>
                </a:lnTo>
                <a:lnTo>
                  <a:pt x="397" y="49"/>
                </a:lnTo>
                <a:lnTo>
                  <a:pt x="398" y="50"/>
                </a:lnTo>
                <a:lnTo>
                  <a:pt x="399" y="51"/>
                </a:lnTo>
                <a:lnTo>
                  <a:pt x="400" y="50"/>
                </a:lnTo>
                <a:lnTo>
                  <a:pt x="401" y="50"/>
                </a:lnTo>
                <a:lnTo>
                  <a:pt x="401" y="49"/>
                </a:lnTo>
                <a:lnTo>
                  <a:pt x="402" y="49"/>
                </a:lnTo>
                <a:lnTo>
                  <a:pt x="403" y="49"/>
                </a:lnTo>
                <a:lnTo>
                  <a:pt x="403" y="48"/>
                </a:lnTo>
                <a:lnTo>
                  <a:pt x="404" y="48"/>
                </a:lnTo>
                <a:lnTo>
                  <a:pt x="405" y="48"/>
                </a:lnTo>
                <a:lnTo>
                  <a:pt x="405" y="49"/>
                </a:lnTo>
                <a:lnTo>
                  <a:pt x="405" y="50"/>
                </a:lnTo>
                <a:lnTo>
                  <a:pt x="406" y="50"/>
                </a:lnTo>
                <a:lnTo>
                  <a:pt x="406" y="51"/>
                </a:lnTo>
                <a:lnTo>
                  <a:pt x="405" y="51"/>
                </a:lnTo>
                <a:lnTo>
                  <a:pt x="404" y="51"/>
                </a:lnTo>
                <a:lnTo>
                  <a:pt x="403" y="51"/>
                </a:lnTo>
                <a:lnTo>
                  <a:pt x="402" y="52"/>
                </a:lnTo>
                <a:lnTo>
                  <a:pt x="401" y="53"/>
                </a:lnTo>
                <a:lnTo>
                  <a:pt x="400" y="53"/>
                </a:lnTo>
                <a:lnTo>
                  <a:pt x="399" y="53"/>
                </a:lnTo>
                <a:lnTo>
                  <a:pt x="398" y="53"/>
                </a:lnTo>
                <a:lnTo>
                  <a:pt x="397" y="52"/>
                </a:lnTo>
                <a:lnTo>
                  <a:pt x="396" y="52"/>
                </a:lnTo>
                <a:lnTo>
                  <a:pt x="396" y="53"/>
                </a:lnTo>
                <a:lnTo>
                  <a:pt x="395" y="53"/>
                </a:lnTo>
                <a:lnTo>
                  <a:pt x="395" y="54"/>
                </a:lnTo>
                <a:lnTo>
                  <a:pt x="396" y="54"/>
                </a:lnTo>
                <a:lnTo>
                  <a:pt x="397" y="55"/>
                </a:lnTo>
                <a:lnTo>
                  <a:pt x="398" y="56"/>
                </a:lnTo>
                <a:lnTo>
                  <a:pt x="399" y="57"/>
                </a:lnTo>
                <a:lnTo>
                  <a:pt x="401" y="58"/>
                </a:lnTo>
                <a:lnTo>
                  <a:pt x="402" y="59"/>
                </a:lnTo>
                <a:lnTo>
                  <a:pt x="403" y="60"/>
                </a:lnTo>
                <a:lnTo>
                  <a:pt x="403" y="61"/>
                </a:lnTo>
                <a:lnTo>
                  <a:pt x="399" y="58"/>
                </a:lnTo>
                <a:lnTo>
                  <a:pt x="396" y="56"/>
                </a:lnTo>
                <a:lnTo>
                  <a:pt x="398" y="58"/>
                </a:lnTo>
                <a:lnTo>
                  <a:pt x="401" y="60"/>
                </a:lnTo>
                <a:lnTo>
                  <a:pt x="402" y="63"/>
                </a:lnTo>
                <a:lnTo>
                  <a:pt x="401" y="63"/>
                </a:lnTo>
                <a:lnTo>
                  <a:pt x="401" y="62"/>
                </a:lnTo>
                <a:lnTo>
                  <a:pt x="400" y="60"/>
                </a:lnTo>
                <a:lnTo>
                  <a:pt x="399" y="60"/>
                </a:lnTo>
                <a:lnTo>
                  <a:pt x="396" y="58"/>
                </a:lnTo>
                <a:lnTo>
                  <a:pt x="395" y="57"/>
                </a:lnTo>
                <a:lnTo>
                  <a:pt x="394" y="57"/>
                </a:lnTo>
                <a:lnTo>
                  <a:pt x="393" y="57"/>
                </a:lnTo>
                <a:lnTo>
                  <a:pt x="391" y="57"/>
                </a:lnTo>
                <a:lnTo>
                  <a:pt x="390" y="57"/>
                </a:lnTo>
                <a:lnTo>
                  <a:pt x="390" y="56"/>
                </a:lnTo>
                <a:lnTo>
                  <a:pt x="389" y="56"/>
                </a:lnTo>
                <a:lnTo>
                  <a:pt x="389" y="57"/>
                </a:lnTo>
                <a:lnTo>
                  <a:pt x="388" y="58"/>
                </a:lnTo>
                <a:lnTo>
                  <a:pt x="387" y="58"/>
                </a:lnTo>
                <a:lnTo>
                  <a:pt x="386" y="57"/>
                </a:lnTo>
                <a:lnTo>
                  <a:pt x="384" y="56"/>
                </a:lnTo>
                <a:lnTo>
                  <a:pt x="383" y="56"/>
                </a:lnTo>
                <a:lnTo>
                  <a:pt x="382" y="56"/>
                </a:lnTo>
                <a:lnTo>
                  <a:pt x="381" y="56"/>
                </a:lnTo>
                <a:lnTo>
                  <a:pt x="381" y="57"/>
                </a:lnTo>
                <a:lnTo>
                  <a:pt x="381" y="58"/>
                </a:lnTo>
                <a:lnTo>
                  <a:pt x="382" y="59"/>
                </a:lnTo>
                <a:lnTo>
                  <a:pt x="381" y="59"/>
                </a:lnTo>
                <a:lnTo>
                  <a:pt x="381" y="60"/>
                </a:lnTo>
                <a:lnTo>
                  <a:pt x="382" y="60"/>
                </a:lnTo>
                <a:lnTo>
                  <a:pt x="381" y="62"/>
                </a:lnTo>
                <a:lnTo>
                  <a:pt x="380" y="62"/>
                </a:lnTo>
                <a:lnTo>
                  <a:pt x="380" y="63"/>
                </a:lnTo>
                <a:lnTo>
                  <a:pt x="379" y="63"/>
                </a:lnTo>
                <a:lnTo>
                  <a:pt x="379" y="64"/>
                </a:lnTo>
                <a:lnTo>
                  <a:pt x="378" y="64"/>
                </a:lnTo>
                <a:lnTo>
                  <a:pt x="377" y="65"/>
                </a:lnTo>
                <a:lnTo>
                  <a:pt x="376" y="66"/>
                </a:lnTo>
                <a:lnTo>
                  <a:pt x="376" y="67"/>
                </a:lnTo>
                <a:lnTo>
                  <a:pt x="375" y="67"/>
                </a:lnTo>
                <a:lnTo>
                  <a:pt x="374" y="69"/>
                </a:lnTo>
                <a:lnTo>
                  <a:pt x="375" y="69"/>
                </a:lnTo>
                <a:lnTo>
                  <a:pt x="375" y="70"/>
                </a:lnTo>
                <a:lnTo>
                  <a:pt x="374" y="70"/>
                </a:lnTo>
                <a:lnTo>
                  <a:pt x="374" y="71"/>
                </a:lnTo>
                <a:lnTo>
                  <a:pt x="373" y="73"/>
                </a:lnTo>
                <a:lnTo>
                  <a:pt x="372" y="74"/>
                </a:lnTo>
                <a:lnTo>
                  <a:pt x="372" y="75"/>
                </a:lnTo>
                <a:lnTo>
                  <a:pt x="371" y="76"/>
                </a:lnTo>
                <a:lnTo>
                  <a:pt x="370" y="76"/>
                </a:lnTo>
                <a:lnTo>
                  <a:pt x="369" y="76"/>
                </a:lnTo>
                <a:lnTo>
                  <a:pt x="369" y="77"/>
                </a:lnTo>
                <a:lnTo>
                  <a:pt x="370" y="77"/>
                </a:lnTo>
                <a:lnTo>
                  <a:pt x="370" y="78"/>
                </a:lnTo>
                <a:lnTo>
                  <a:pt x="371" y="80"/>
                </a:lnTo>
                <a:lnTo>
                  <a:pt x="372" y="80"/>
                </a:lnTo>
                <a:lnTo>
                  <a:pt x="372" y="81"/>
                </a:lnTo>
                <a:lnTo>
                  <a:pt x="372" y="82"/>
                </a:lnTo>
                <a:lnTo>
                  <a:pt x="372" y="83"/>
                </a:lnTo>
                <a:lnTo>
                  <a:pt x="372" y="84"/>
                </a:lnTo>
                <a:lnTo>
                  <a:pt x="371" y="85"/>
                </a:lnTo>
                <a:lnTo>
                  <a:pt x="371" y="86"/>
                </a:lnTo>
                <a:lnTo>
                  <a:pt x="371" y="87"/>
                </a:lnTo>
                <a:lnTo>
                  <a:pt x="371" y="88"/>
                </a:lnTo>
                <a:lnTo>
                  <a:pt x="372" y="90"/>
                </a:lnTo>
                <a:lnTo>
                  <a:pt x="371" y="91"/>
                </a:lnTo>
                <a:lnTo>
                  <a:pt x="372" y="92"/>
                </a:lnTo>
                <a:lnTo>
                  <a:pt x="373" y="92"/>
                </a:lnTo>
                <a:lnTo>
                  <a:pt x="373" y="94"/>
                </a:lnTo>
                <a:lnTo>
                  <a:pt x="372" y="94"/>
                </a:lnTo>
                <a:lnTo>
                  <a:pt x="371" y="94"/>
                </a:lnTo>
                <a:lnTo>
                  <a:pt x="370" y="94"/>
                </a:lnTo>
                <a:lnTo>
                  <a:pt x="369" y="93"/>
                </a:lnTo>
                <a:lnTo>
                  <a:pt x="369" y="92"/>
                </a:lnTo>
                <a:lnTo>
                  <a:pt x="368" y="92"/>
                </a:lnTo>
                <a:lnTo>
                  <a:pt x="368" y="94"/>
                </a:lnTo>
                <a:lnTo>
                  <a:pt x="368" y="93"/>
                </a:lnTo>
                <a:lnTo>
                  <a:pt x="369" y="93"/>
                </a:lnTo>
                <a:lnTo>
                  <a:pt x="369" y="94"/>
                </a:lnTo>
                <a:lnTo>
                  <a:pt x="369" y="95"/>
                </a:lnTo>
                <a:lnTo>
                  <a:pt x="368" y="95"/>
                </a:lnTo>
                <a:lnTo>
                  <a:pt x="367" y="95"/>
                </a:lnTo>
                <a:lnTo>
                  <a:pt x="367" y="97"/>
                </a:lnTo>
                <a:lnTo>
                  <a:pt x="368" y="97"/>
                </a:lnTo>
                <a:lnTo>
                  <a:pt x="368" y="96"/>
                </a:lnTo>
                <a:lnTo>
                  <a:pt x="369" y="96"/>
                </a:lnTo>
                <a:lnTo>
                  <a:pt x="370" y="95"/>
                </a:lnTo>
                <a:lnTo>
                  <a:pt x="371" y="95"/>
                </a:lnTo>
                <a:lnTo>
                  <a:pt x="372" y="95"/>
                </a:lnTo>
                <a:lnTo>
                  <a:pt x="373" y="95"/>
                </a:lnTo>
                <a:lnTo>
                  <a:pt x="374" y="96"/>
                </a:lnTo>
                <a:lnTo>
                  <a:pt x="374" y="97"/>
                </a:lnTo>
                <a:lnTo>
                  <a:pt x="374" y="98"/>
                </a:lnTo>
                <a:lnTo>
                  <a:pt x="375" y="99"/>
                </a:lnTo>
                <a:lnTo>
                  <a:pt x="376" y="99"/>
                </a:lnTo>
                <a:lnTo>
                  <a:pt x="376" y="100"/>
                </a:lnTo>
                <a:lnTo>
                  <a:pt x="376" y="101"/>
                </a:lnTo>
                <a:lnTo>
                  <a:pt x="375" y="102"/>
                </a:lnTo>
                <a:lnTo>
                  <a:pt x="376" y="102"/>
                </a:lnTo>
                <a:lnTo>
                  <a:pt x="377" y="102"/>
                </a:lnTo>
                <a:lnTo>
                  <a:pt x="378" y="102"/>
                </a:lnTo>
                <a:lnTo>
                  <a:pt x="378" y="103"/>
                </a:lnTo>
                <a:lnTo>
                  <a:pt x="381" y="103"/>
                </a:lnTo>
                <a:lnTo>
                  <a:pt x="382" y="104"/>
                </a:lnTo>
                <a:lnTo>
                  <a:pt x="382" y="105"/>
                </a:lnTo>
                <a:lnTo>
                  <a:pt x="383" y="105"/>
                </a:lnTo>
                <a:lnTo>
                  <a:pt x="384" y="106"/>
                </a:lnTo>
                <a:lnTo>
                  <a:pt x="385" y="106"/>
                </a:lnTo>
                <a:lnTo>
                  <a:pt x="385" y="107"/>
                </a:lnTo>
                <a:lnTo>
                  <a:pt x="386" y="107"/>
                </a:lnTo>
                <a:lnTo>
                  <a:pt x="387" y="108"/>
                </a:lnTo>
                <a:lnTo>
                  <a:pt x="388" y="109"/>
                </a:lnTo>
                <a:lnTo>
                  <a:pt x="389" y="108"/>
                </a:lnTo>
                <a:lnTo>
                  <a:pt x="390" y="108"/>
                </a:lnTo>
                <a:lnTo>
                  <a:pt x="390" y="109"/>
                </a:lnTo>
                <a:lnTo>
                  <a:pt x="391" y="107"/>
                </a:lnTo>
                <a:lnTo>
                  <a:pt x="391" y="106"/>
                </a:lnTo>
                <a:lnTo>
                  <a:pt x="392" y="107"/>
                </a:lnTo>
                <a:lnTo>
                  <a:pt x="393" y="107"/>
                </a:lnTo>
                <a:lnTo>
                  <a:pt x="395" y="108"/>
                </a:lnTo>
                <a:lnTo>
                  <a:pt x="395" y="111"/>
                </a:lnTo>
                <a:lnTo>
                  <a:pt x="397" y="111"/>
                </a:lnTo>
                <a:lnTo>
                  <a:pt x="397" y="109"/>
                </a:lnTo>
                <a:lnTo>
                  <a:pt x="397" y="108"/>
                </a:lnTo>
                <a:lnTo>
                  <a:pt x="399" y="108"/>
                </a:lnTo>
                <a:lnTo>
                  <a:pt x="401" y="110"/>
                </a:lnTo>
                <a:lnTo>
                  <a:pt x="402" y="110"/>
                </a:lnTo>
                <a:lnTo>
                  <a:pt x="403" y="109"/>
                </a:lnTo>
                <a:lnTo>
                  <a:pt x="404" y="109"/>
                </a:lnTo>
                <a:lnTo>
                  <a:pt x="404" y="110"/>
                </a:lnTo>
                <a:lnTo>
                  <a:pt x="404" y="111"/>
                </a:lnTo>
                <a:lnTo>
                  <a:pt x="404" y="114"/>
                </a:lnTo>
                <a:lnTo>
                  <a:pt x="405" y="114"/>
                </a:lnTo>
                <a:lnTo>
                  <a:pt x="405" y="115"/>
                </a:lnTo>
                <a:lnTo>
                  <a:pt x="401" y="121"/>
                </a:lnTo>
                <a:lnTo>
                  <a:pt x="402" y="121"/>
                </a:lnTo>
                <a:lnTo>
                  <a:pt x="403" y="121"/>
                </a:lnTo>
                <a:lnTo>
                  <a:pt x="403" y="120"/>
                </a:lnTo>
                <a:lnTo>
                  <a:pt x="404" y="120"/>
                </a:lnTo>
                <a:lnTo>
                  <a:pt x="404" y="121"/>
                </a:lnTo>
                <a:lnTo>
                  <a:pt x="405" y="121"/>
                </a:lnTo>
                <a:lnTo>
                  <a:pt x="405" y="120"/>
                </a:lnTo>
                <a:lnTo>
                  <a:pt x="406" y="120"/>
                </a:lnTo>
                <a:lnTo>
                  <a:pt x="407" y="120"/>
                </a:lnTo>
                <a:lnTo>
                  <a:pt x="407" y="121"/>
                </a:lnTo>
                <a:lnTo>
                  <a:pt x="408" y="122"/>
                </a:lnTo>
                <a:lnTo>
                  <a:pt x="408" y="123"/>
                </a:lnTo>
                <a:lnTo>
                  <a:pt x="409" y="123"/>
                </a:lnTo>
                <a:lnTo>
                  <a:pt x="409" y="122"/>
                </a:lnTo>
                <a:lnTo>
                  <a:pt x="409" y="121"/>
                </a:lnTo>
                <a:lnTo>
                  <a:pt x="409" y="120"/>
                </a:lnTo>
                <a:lnTo>
                  <a:pt x="410" y="120"/>
                </a:lnTo>
                <a:lnTo>
                  <a:pt x="411" y="120"/>
                </a:lnTo>
                <a:lnTo>
                  <a:pt x="412" y="120"/>
                </a:lnTo>
                <a:lnTo>
                  <a:pt x="412" y="119"/>
                </a:lnTo>
                <a:lnTo>
                  <a:pt x="412" y="118"/>
                </a:lnTo>
                <a:lnTo>
                  <a:pt x="413" y="118"/>
                </a:lnTo>
                <a:lnTo>
                  <a:pt x="414" y="118"/>
                </a:lnTo>
                <a:lnTo>
                  <a:pt x="417" y="118"/>
                </a:lnTo>
                <a:lnTo>
                  <a:pt x="421" y="118"/>
                </a:lnTo>
                <a:lnTo>
                  <a:pt x="421" y="119"/>
                </a:lnTo>
                <a:lnTo>
                  <a:pt x="420" y="120"/>
                </a:lnTo>
                <a:lnTo>
                  <a:pt x="421" y="120"/>
                </a:lnTo>
                <a:lnTo>
                  <a:pt x="421" y="121"/>
                </a:lnTo>
                <a:lnTo>
                  <a:pt x="422" y="121"/>
                </a:lnTo>
                <a:lnTo>
                  <a:pt x="422" y="120"/>
                </a:lnTo>
                <a:lnTo>
                  <a:pt x="423" y="120"/>
                </a:lnTo>
                <a:lnTo>
                  <a:pt x="423" y="118"/>
                </a:lnTo>
                <a:lnTo>
                  <a:pt x="424" y="118"/>
                </a:lnTo>
                <a:lnTo>
                  <a:pt x="428" y="117"/>
                </a:lnTo>
                <a:lnTo>
                  <a:pt x="428" y="119"/>
                </a:lnTo>
                <a:lnTo>
                  <a:pt x="428" y="121"/>
                </a:lnTo>
                <a:lnTo>
                  <a:pt x="428" y="122"/>
                </a:lnTo>
                <a:lnTo>
                  <a:pt x="428" y="123"/>
                </a:lnTo>
                <a:lnTo>
                  <a:pt x="428" y="124"/>
                </a:lnTo>
                <a:lnTo>
                  <a:pt x="428" y="125"/>
                </a:lnTo>
                <a:lnTo>
                  <a:pt x="429" y="125"/>
                </a:lnTo>
                <a:lnTo>
                  <a:pt x="429" y="124"/>
                </a:lnTo>
                <a:lnTo>
                  <a:pt x="429" y="123"/>
                </a:lnTo>
                <a:lnTo>
                  <a:pt x="429" y="122"/>
                </a:lnTo>
                <a:lnTo>
                  <a:pt x="430" y="121"/>
                </a:lnTo>
                <a:lnTo>
                  <a:pt x="431" y="121"/>
                </a:lnTo>
                <a:lnTo>
                  <a:pt x="431" y="120"/>
                </a:lnTo>
                <a:lnTo>
                  <a:pt x="430" y="120"/>
                </a:lnTo>
                <a:lnTo>
                  <a:pt x="431" y="120"/>
                </a:lnTo>
                <a:lnTo>
                  <a:pt x="431" y="119"/>
                </a:lnTo>
                <a:lnTo>
                  <a:pt x="432" y="119"/>
                </a:lnTo>
                <a:lnTo>
                  <a:pt x="432" y="118"/>
                </a:lnTo>
                <a:lnTo>
                  <a:pt x="433" y="117"/>
                </a:lnTo>
                <a:lnTo>
                  <a:pt x="434" y="116"/>
                </a:lnTo>
                <a:lnTo>
                  <a:pt x="435" y="116"/>
                </a:lnTo>
                <a:lnTo>
                  <a:pt x="435" y="117"/>
                </a:lnTo>
                <a:lnTo>
                  <a:pt x="439" y="116"/>
                </a:lnTo>
                <a:lnTo>
                  <a:pt x="439" y="117"/>
                </a:lnTo>
                <a:lnTo>
                  <a:pt x="439" y="118"/>
                </a:lnTo>
                <a:lnTo>
                  <a:pt x="442" y="118"/>
                </a:lnTo>
                <a:lnTo>
                  <a:pt x="442" y="117"/>
                </a:lnTo>
                <a:lnTo>
                  <a:pt x="442" y="116"/>
                </a:lnTo>
                <a:lnTo>
                  <a:pt x="444" y="116"/>
                </a:lnTo>
                <a:lnTo>
                  <a:pt x="444" y="117"/>
                </a:lnTo>
                <a:lnTo>
                  <a:pt x="444" y="118"/>
                </a:lnTo>
                <a:lnTo>
                  <a:pt x="445" y="118"/>
                </a:lnTo>
                <a:lnTo>
                  <a:pt x="446" y="118"/>
                </a:lnTo>
                <a:lnTo>
                  <a:pt x="446" y="116"/>
                </a:lnTo>
                <a:lnTo>
                  <a:pt x="447" y="115"/>
                </a:lnTo>
                <a:lnTo>
                  <a:pt x="448" y="114"/>
                </a:lnTo>
                <a:lnTo>
                  <a:pt x="449" y="114"/>
                </a:lnTo>
                <a:lnTo>
                  <a:pt x="449" y="113"/>
                </a:lnTo>
                <a:lnTo>
                  <a:pt x="449" y="112"/>
                </a:lnTo>
                <a:lnTo>
                  <a:pt x="450" y="112"/>
                </a:lnTo>
                <a:lnTo>
                  <a:pt x="451" y="111"/>
                </a:lnTo>
                <a:lnTo>
                  <a:pt x="452" y="111"/>
                </a:lnTo>
                <a:lnTo>
                  <a:pt x="454" y="110"/>
                </a:lnTo>
                <a:lnTo>
                  <a:pt x="454" y="109"/>
                </a:lnTo>
                <a:lnTo>
                  <a:pt x="455" y="109"/>
                </a:lnTo>
                <a:lnTo>
                  <a:pt x="453" y="108"/>
                </a:lnTo>
                <a:lnTo>
                  <a:pt x="454" y="108"/>
                </a:lnTo>
                <a:lnTo>
                  <a:pt x="455" y="109"/>
                </a:lnTo>
                <a:lnTo>
                  <a:pt x="456" y="108"/>
                </a:lnTo>
                <a:lnTo>
                  <a:pt x="456" y="107"/>
                </a:lnTo>
                <a:lnTo>
                  <a:pt x="457" y="107"/>
                </a:lnTo>
                <a:lnTo>
                  <a:pt x="457" y="106"/>
                </a:lnTo>
                <a:lnTo>
                  <a:pt x="458" y="106"/>
                </a:lnTo>
                <a:lnTo>
                  <a:pt x="459" y="105"/>
                </a:lnTo>
                <a:lnTo>
                  <a:pt x="459" y="104"/>
                </a:lnTo>
                <a:lnTo>
                  <a:pt x="458" y="104"/>
                </a:lnTo>
                <a:lnTo>
                  <a:pt x="458" y="103"/>
                </a:lnTo>
                <a:lnTo>
                  <a:pt x="459" y="104"/>
                </a:lnTo>
                <a:lnTo>
                  <a:pt x="459" y="103"/>
                </a:lnTo>
                <a:lnTo>
                  <a:pt x="460" y="103"/>
                </a:lnTo>
                <a:lnTo>
                  <a:pt x="460" y="102"/>
                </a:lnTo>
                <a:lnTo>
                  <a:pt x="459" y="102"/>
                </a:lnTo>
                <a:lnTo>
                  <a:pt x="458" y="101"/>
                </a:lnTo>
                <a:lnTo>
                  <a:pt x="459" y="100"/>
                </a:lnTo>
                <a:lnTo>
                  <a:pt x="459" y="101"/>
                </a:lnTo>
                <a:lnTo>
                  <a:pt x="460" y="101"/>
                </a:lnTo>
                <a:lnTo>
                  <a:pt x="460" y="100"/>
                </a:lnTo>
                <a:lnTo>
                  <a:pt x="460" y="99"/>
                </a:lnTo>
                <a:lnTo>
                  <a:pt x="459" y="99"/>
                </a:lnTo>
                <a:lnTo>
                  <a:pt x="458" y="99"/>
                </a:lnTo>
                <a:lnTo>
                  <a:pt x="458" y="98"/>
                </a:lnTo>
                <a:lnTo>
                  <a:pt x="458" y="97"/>
                </a:lnTo>
                <a:lnTo>
                  <a:pt x="458" y="96"/>
                </a:lnTo>
                <a:lnTo>
                  <a:pt x="457" y="97"/>
                </a:lnTo>
                <a:lnTo>
                  <a:pt x="456" y="97"/>
                </a:lnTo>
                <a:lnTo>
                  <a:pt x="455" y="96"/>
                </a:lnTo>
                <a:lnTo>
                  <a:pt x="454" y="95"/>
                </a:lnTo>
                <a:lnTo>
                  <a:pt x="454" y="94"/>
                </a:lnTo>
                <a:lnTo>
                  <a:pt x="455" y="93"/>
                </a:lnTo>
                <a:lnTo>
                  <a:pt x="454" y="93"/>
                </a:lnTo>
                <a:lnTo>
                  <a:pt x="454" y="92"/>
                </a:lnTo>
                <a:lnTo>
                  <a:pt x="455" y="92"/>
                </a:lnTo>
                <a:lnTo>
                  <a:pt x="456" y="92"/>
                </a:lnTo>
                <a:lnTo>
                  <a:pt x="457" y="92"/>
                </a:lnTo>
                <a:lnTo>
                  <a:pt x="457" y="91"/>
                </a:lnTo>
                <a:lnTo>
                  <a:pt x="458" y="91"/>
                </a:lnTo>
                <a:lnTo>
                  <a:pt x="460" y="91"/>
                </a:lnTo>
                <a:lnTo>
                  <a:pt x="462" y="91"/>
                </a:lnTo>
                <a:lnTo>
                  <a:pt x="463" y="91"/>
                </a:lnTo>
                <a:lnTo>
                  <a:pt x="463" y="90"/>
                </a:lnTo>
                <a:lnTo>
                  <a:pt x="464" y="90"/>
                </a:lnTo>
                <a:lnTo>
                  <a:pt x="464" y="89"/>
                </a:lnTo>
                <a:lnTo>
                  <a:pt x="463" y="89"/>
                </a:lnTo>
                <a:lnTo>
                  <a:pt x="463" y="88"/>
                </a:lnTo>
                <a:lnTo>
                  <a:pt x="464" y="88"/>
                </a:lnTo>
                <a:lnTo>
                  <a:pt x="464" y="87"/>
                </a:lnTo>
                <a:lnTo>
                  <a:pt x="466" y="87"/>
                </a:lnTo>
                <a:lnTo>
                  <a:pt x="466" y="88"/>
                </a:lnTo>
                <a:lnTo>
                  <a:pt x="468" y="87"/>
                </a:lnTo>
                <a:lnTo>
                  <a:pt x="469" y="87"/>
                </a:lnTo>
                <a:lnTo>
                  <a:pt x="470" y="87"/>
                </a:lnTo>
                <a:lnTo>
                  <a:pt x="470" y="86"/>
                </a:lnTo>
                <a:lnTo>
                  <a:pt x="471" y="86"/>
                </a:lnTo>
                <a:lnTo>
                  <a:pt x="472" y="86"/>
                </a:lnTo>
                <a:lnTo>
                  <a:pt x="474" y="86"/>
                </a:lnTo>
                <a:lnTo>
                  <a:pt x="476" y="85"/>
                </a:lnTo>
                <a:lnTo>
                  <a:pt x="477" y="85"/>
                </a:lnTo>
                <a:lnTo>
                  <a:pt x="477" y="84"/>
                </a:lnTo>
                <a:lnTo>
                  <a:pt x="477" y="83"/>
                </a:lnTo>
                <a:lnTo>
                  <a:pt x="478" y="83"/>
                </a:lnTo>
                <a:lnTo>
                  <a:pt x="479" y="83"/>
                </a:lnTo>
                <a:lnTo>
                  <a:pt x="480" y="82"/>
                </a:lnTo>
                <a:lnTo>
                  <a:pt x="481" y="82"/>
                </a:lnTo>
                <a:lnTo>
                  <a:pt x="482" y="82"/>
                </a:lnTo>
                <a:lnTo>
                  <a:pt x="483" y="81"/>
                </a:lnTo>
                <a:lnTo>
                  <a:pt x="484" y="80"/>
                </a:lnTo>
                <a:lnTo>
                  <a:pt x="486" y="78"/>
                </a:lnTo>
                <a:lnTo>
                  <a:pt x="488" y="77"/>
                </a:lnTo>
                <a:lnTo>
                  <a:pt x="489" y="76"/>
                </a:lnTo>
                <a:lnTo>
                  <a:pt x="489" y="75"/>
                </a:lnTo>
                <a:lnTo>
                  <a:pt x="490" y="75"/>
                </a:lnTo>
                <a:lnTo>
                  <a:pt x="491" y="74"/>
                </a:lnTo>
                <a:lnTo>
                  <a:pt x="491" y="73"/>
                </a:lnTo>
                <a:lnTo>
                  <a:pt x="490" y="73"/>
                </a:lnTo>
                <a:lnTo>
                  <a:pt x="487" y="70"/>
                </a:lnTo>
                <a:lnTo>
                  <a:pt x="489" y="69"/>
                </a:lnTo>
                <a:lnTo>
                  <a:pt x="490" y="68"/>
                </a:lnTo>
                <a:lnTo>
                  <a:pt x="490" y="67"/>
                </a:lnTo>
                <a:lnTo>
                  <a:pt x="491" y="67"/>
                </a:lnTo>
                <a:lnTo>
                  <a:pt x="497" y="67"/>
                </a:lnTo>
                <a:lnTo>
                  <a:pt x="497" y="66"/>
                </a:lnTo>
                <a:lnTo>
                  <a:pt x="497" y="65"/>
                </a:lnTo>
                <a:lnTo>
                  <a:pt x="498" y="65"/>
                </a:lnTo>
                <a:lnTo>
                  <a:pt x="498" y="64"/>
                </a:lnTo>
                <a:lnTo>
                  <a:pt x="498" y="63"/>
                </a:lnTo>
                <a:lnTo>
                  <a:pt x="497" y="62"/>
                </a:lnTo>
                <a:lnTo>
                  <a:pt x="496" y="63"/>
                </a:lnTo>
                <a:lnTo>
                  <a:pt x="496" y="64"/>
                </a:lnTo>
                <a:lnTo>
                  <a:pt x="495" y="64"/>
                </a:lnTo>
                <a:lnTo>
                  <a:pt x="494" y="64"/>
                </a:lnTo>
                <a:lnTo>
                  <a:pt x="495" y="63"/>
                </a:lnTo>
                <a:lnTo>
                  <a:pt x="494" y="63"/>
                </a:lnTo>
                <a:lnTo>
                  <a:pt x="495" y="62"/>
                </a:lnTo>
                <a:lnTo>
                  <a:pt x="496" y="62"/>
                </a:lnTo>
                <a:lnTo>
                  <a:pt x="496" y="61"/>
                </a:lnTo>
                <a:lnTo>
                  <a:pt x="495" y="62"/>
                </a:lnTo>
                <a:lnTo>
                  <a:pt x="494" y="62"/>
                </a:lnTo>
                <a:lnTo>
                  <a:pt x="493" y="62"/>
                </a:lnTo>
                <a:lnTo>
                  <a:pt x="493" y="61"/>
                </a:lnTo>
                <a:lnTo>
                  <a:pt x="492" y="61"/>
                </a:lnTo>
                <a:lnTo>
                  <a:pt x="492" y="62"/>
                </a:lnTo>
                <a:lnTo>
                  <a:pt x="491" y="62"/>
                </a:lnTo>
                <a:lnTo>
                  <a:pt x="489" y="61"/>
                </a:lnTo>
                <a:lnTo>
                  <a:pt x="488" y="61"/>
                </a:lnTo>
                <a:lnTo>
                  <a:pt x="488" y="60"/>
                </a:lnTo>
                <a:lnTo>
                  <a:pt x="489" y="60"/>
                </a:lnTo>
                <a:lnTo>
                  <a:pt x="490" y="60"/>
                </a:lnTo>
                <a:lnTo>
                  <a:pt x="491" y="60"/>
                </a:lnTo>
                <a:lnTo>
                  <a:pt x="496" y="60"/>
                </a:lnTo>
                <a:lnTo>
                  <a:pt x="498" y="60"/>
                </a:lnTo>
                <a:lnTo>
                  <a:pt x="499" y="60"/>
                </a:lnTo>
                <a:lnTo>
                  <a:pt x="500" y="60"/>
                </a:lnTo>
                <a:lnTo>
                  <a:pt x="500" y="59"/>
                </a:lnTo>
                <a:lnTo>
                  <a:pt x="501" y="59"/>
                </a:lnTo>
                <a:lnTo>
                  <a:pt x="502" y="59"/>
                </a:lnTo>
                <a:lnTo>
                  <a:pt x="503" y="59"/>
                </a:lnTo>
                <a:lnTo>
                  <a:pt x="504" y="58"/>
                </a:lnTo>
                <a:lnTo>
                  <a:pt x="505" y="57"/>
                </a:lnTo>
                <a:lnTo>
                  <a:pt x="506" y="57"/>
                </a:lnTo>
                <a:lnTo>
                  <a:pt x="506" y="56"/>
                </a:lnTo>
                <a:lnTo>
                  <a:pt x="507" y="56"/>
                </a:lnTo>
                <a:lnTo>
                  <a:pt x="507" y="55"/>
                </a:lnTo>
                <a:lnTo>
                  <a:pt x="508" y="55"/>
                </a:lnTo>
                <a:lnTo>
                  <a:pt x="509" y="54"/>
                </a:lnTo>
                <a:lnTo>
                  <a:pt x="510" y="54"/>
                </a:lnTo>
                <a:lnTo>
                  <a:pt x="511" y="54"/>
                </a:lnTo>
                <a:lnTo>
                  <a:pt x="512" y="54"/>
                </a:lnTo>
                <a:lnTo>
                  <a:pt x="513" y="54"/>
                </a:lnTo>
                <a:lnTo>
                  <a:pt x="514" y="54"/>
                </a:lnTo>
                <a:lnTo>
                  <a:pt x="515" y="54"/>
                </a:lnTo>
                <a:lnTo>
                  <a:pt x="516" y="54"/>
                </a:lnTo>
                <a:lnTo>
                  <a:pt x="517" y="54"/>
                </a:lnTo>
                <a:lnTo>
                  <a:pt x="518" y="53"/>
                </a:lnTo>
                <a:lnTo>
                  <a:pt x="519" y="53"/>
                </a:lnTo>
                <a:lnTo>
                  <a:pt x="520" y="53"/>
                </a:lnTo>
                <a:lnTo>
                  <a:pt x="521" y="53"/>
                </a:lnTo>
                <a:lnTo>
                  <a:pt x="522" y="52"/>
                </a:lnTo>
                <a:lnTo>
                  <a:pt x="523" y="52"/>
                </a:lnTo>
                <a:lnTo>
                  <a:pt x="524" y="51"/>
                </a:lnTo>
                <a:lnTo>
                  <a:pt x="524" y="50"/>
                </a:lnTo>
                <a:lnTo>
                  <a:pt x="525" y="50"/>
                </a:lnTo>
                <a:lnTo>
                  <a:pt x="525" y="51"/>
                </a:lnTo>
                <a:lnTo>
                  <a:pt x="526" y="51"/>
                </a:lnTo>
                <a:lnTo>
                  <a:pt x="527" y="50"/>
                </a:lnTo>
                <a:lnTo>
                  <a:pt x="528" y="49"/>
                </a:lnTo>
                <a:lnTo>
                  <a:pt x="528" y="50"/>
                </a:lnTo>
                <a:lnTo>
                  <a:pt x="529" y="50"/>
                </a:lnTo>
                <a:lnTo>
                  <a:pt x="529" y="49"/>
                </a:lnTo>
                <a:lnTo>
                  <a:pt x="530" y="49"/>
                </a:lnTo>
                <a:lnTo>
                  <a:pt x="531" y="48"/>
                </a:lnTo>
                <a:lnTo>
                  <a:pt x="533" y="47"/>
                </a:lnTo>
                <a:lnTo>
                  <a:pt x="533" y="46"/>
                </a:lnTo>
                <a:lnTo>
                  <a:pt x="534" y="46"/>
                </a:lnTo>
                <a:lnTo>
                  <a:pt x="535" y="46"/>
                </a:lnTo>
                <a:lnTo>
                  <a:pt x="536" y="46"/>
                </a:lnTo>
                <a:lnTo>
                  <a:pt x="537" y="46"/>
                </a:lnTo>
                <a:lnTo>
                  <a:pt x="538" y="46"/>
                </a:lnTo>
                <a:lnTo>
                  <a:pt x="539" y="46"/>
                </a:lnTo>
                <a:lnTo>
                  <a:pt x="540" y="46"/>
                </a:lnTo>
                <a:lnTo>
                  <a:pt x="540" y="47"/>
                </a:lnTo>
                <a:lnTo>
                  <a:pt x="541" y="47"/>
                </a:lnTo>
                <a:lnTo>
                  <a:pt x="543" y="47"/>
                </a:lnTo>
                <a:lnTo>
                  <a:pt x="544" y="47"/>
                </a:lnTo>
                <a:lnTo>
                  <a:pt x="545" y="47"/>
                </a:lnTo>
                <a:lnTo>
                  <a:pt x="545" y="46"/>
                </a:lnTo>
                <a:lnTo>
                  <a:pt x="546" y="46"/>
                </a:lnTo>
                <a:lnTo>
                  <a:pt x="548" y="45"/>
                </a:lnTo>
                <a:lnTo>
                  <a:pt x="549" y="46"/>
                </a:lnTo>
                <a:lnTo>
                  <a:pt x="550" y="46"/>
                </a:lnTo>
                <a:lnTo>
                  <a:pt x="551" y="46"/>
                </a:lnTo>
                <a:lnTo>
                  <a:pt x="551" y="47"/>
                </a:lnTo>
                <a:lnTo>
                  <a:pt x="552" y="47"/>
                </a:lnTo>
                <a:lnTo>
                  <a:pt x="553" y="47"/>
                </a:lnTo>
                <a:lnTo>
                  <a:pt x="554" y="47"/>
                </a:lnTo>
                <a:lnTo>
                  <a:pt x="554" y="48"/>
                </a:lnTo>
                <a:lnTo>
                  <a:pt x="553" y="48"/>
                </a:lnTo>
                <a:lnTo>
                  <a:pt x="553" y="49"/>
                </a:lnTo>
                <a:lnTo>
                  <a:pt x="552" y="49"/>
                </a:lnTo>
                <a:lnTo>
                  <a:pt x="552" y="50"/>
                </a:lnTo>
                <a:lnTo>
                  <a:pt x="553" y="51"/>
                </a:lnTo>
                <a:lnTo>
                  <a:pt x="554" y="51"/>
                </a:lnTo>
                <a:lnTo>
                  <a:pt x="555" y="52"/>
                </a:lnTo>
                <a:lnTo>
                  <a:pt x="556" y="53"/>
                </a:lnTo>
                <a:lnTo>
                  <a:pt x="557" y="53"/>
                </a:lnTo>
                <a:lnTo>
                  <a:pt x="558" y="53"/>
                </a:lnTo>
                <a:lnTo>
                  <a:pt x="559" y="54"/>
                </a:lnTo>
                <a:lnTo>
                  <a:pt x="559" y="55"/>
                </a:lnTo>
                <a:lnTo>
                  <a:pt x="559" y="56"/>
                </a:lnTo>
                <a:lnTo>
                  <a:pt x="560" y="57"/>
                </a:lnTo>
                <a:lnTo>
                  <a:pt x="561" y="57"/>
                </a:lnTo>
                <a:lnTo>
                  <a:pt x="563" y="58"/>
                </a:lnTo>
                <a:lnTo>
                  <a:pt x="564" y="58"/>
                </a:lnTo>
                <a:lnTo>
                  <a:pt x="564" y="57"/>
                </a:lnTo>
                <a:lnTo>
                  <a:pt x="565" y="57"/>
                </a:lnTo>
                <a:lnTo>
                  <a:pt x="566" y="58"/>
                </a:lnTo>
                <a:lnTo>
                  <a:pt x="567" y="58"/>
                </a:lnTo>
                <a:lnTo>
                  <a:pt x="568" y="57"/>
                </a:lnTo>
                <a:lnTo>
                  <a:pt x="568" y="58"/>
                </a:lnTo>
                <a:lnTo>
                  <a:pt x="569" y="58"/>
                </a:lnTo>
                <a:lnTo>
                  <a:pt x="569" y="57"/>
                </a:lnTo>
                <a:lnTo>
                  <a:pt x="571" y="57"/>
                </a:lnTo>
                <a:lnTo>
                  <a:pt x="571" y="58"/>
                </a:lnTo>
                <a:lnTo>
                  <a:pt x="572" y="59"/>
                </a:lnTo>
                <a:lnTo>
                  <a:pt x="571" y="59"/>
                </a:lnTo>
                <a:lnTo>
                  <a:pt x="571" y="60"/>
                </a:lnTo>
                <a:lnTo>
                  <a:pt x="571" y="61"/>
                </a:lnTo>
                <a:lnTo>
                  <a:pt x="570" y="61"/>
                </a:lnTo>
                <a:lnTo>
                  <a:pt x="570" y="62"/>
                </a:lnTo>
                <a:lnTo>
                  <a:pt x="570" y="63"/>
                </a:lnTo>
                <a:lnTo>
                  <a:pt x="571" y="63"/>
                </a:lnTo>
                <a:lnTo>
                  <a:pt x="572" y="63"/>
                </a:lnTo>
                <a:lnTo>
                  <a:pt x="572" y="64"/>
                </a:lnTo>
                <a:lnTo>
                  <a:pt x="573" y="64"/>
                </a:lnTo>
                <a:lnTo>
                  <a:pt x="572" y="65"/>
                </a:lnTo>
                <a:lnTo>
                  <a:pt x="571" y="65"/>
                </a:lnTo>
                <a:lnTo>
                  <a:pt x="571" y="66"/>
                </a:lnTo>
                <a:lnTo>
                  <a:pt x="572" y="67"/>
                </a:lnTo>
                <a:lnTo>
                  <a:pt x="571" y="67"/>
                </a:lnTo>
                <a:lnTo>
                  <a:pt x="571" y="68"/>
                </a:lnTo>
                <a:lnTo>
                  <a:pt x="572" y="69"/>
                </a:lnTo>
                <a:lnTo>
                  <a:pt x="573" y="70"/>
                </a:lnTo>
                <a:lnTo>
                  <a:pt x="574" y="70"/>
                </a:lnTo>
                <a:lnTo>
                  <a:pt x="575" y="70"/>
                </a:lnTo>
                <a:lnTo>
                  <a:pt x="575" y="71"/>
                </a:lnTo>
                <a:lnTo>
                  <a:pt x="576" y="71"/>
                </a:lnTo>
                <a:lnTo>
                  <a:pt x="577" y="71"/>
                </a:lnTo>
                <a:lnTo>
                  <a:pt x="578" y="71"/>
                </a:lnTo>
                <a:lnTo>
                  <a:pt x="580" y="72"/>
                </a:lnTo>
                <a:lnTo>
                  <a:pt x="581" y="72"/>
                </a:lnTo>
                <a:lnTo>
                  <a:pt x="583" y="71"/>
                </a:lnTo>
                <a:lnTo>
                  <a:pt x="584" y="71"/>
                </a:lnTo>
                <a:lnTo>
                  <a:pt x="586" y="71"/>
                </a:lnTo>
                <a:lnTo>
                  <a:pt x="587" y="71"/>
                </a:lnTo>
                <a:lnTo>
                  <a:pt x="588" y="71"/>
                </a:lnTo>
                <a:lnTo>
                  <a:pt x="589" y="71"/>
                </a:lnTo>
                <a:lnTo>
                  <a:pt x="590" y="70"/>
                </a:lnTo>
                <a:lnTo>
                  <a:pt x="591" y="69"/>
                </a:lnTo>
                <a:lnTo>
                  <a:pt x="592" y="68"/>
                </a:lnTo>
                <a:lnTo>
                  <a:pt x="591" y="67"/>
                </a:lnTo>
                <a:lnTo>
                  <a:pt x="590" y="66"/>
                </a:lnTo>
                <a:lnTo>
                  <a:pt x="591" y="66"/>
                </a:lnTo>
                <a:lnTo>
                  <a:pt x="592" y="67"/>
                </a:lnTo>
                <a:lnTo>
                  <a:pt x="593" y="67"/>
                </a:lnTo>
                <a:lnTo>
                  <a:pt x="594" y="67"/>
                </a:lnTo>
                <a:lnTo>
                  <a:pt x="594" y="68"/>
                </a:lnTo>
                <a:lnTo>
                  <a:pt x="595" y="68"/>
                </a:lnTo>
                <a:lnTo>
                  <a:pt x="596" y="68"/>
                </a:lnTo>
                <a:lnTo>
                  <a:pt x="596" y="69"/>
                </a:lnTo>
                <a:lnTo>
                  <a:pt x="597" y="69"/>
                </a:lnTo>
                <a:lnTo>
                  <a:pt x="598" y="69"/>
                </a:lnTo>
                <a:lnTo>
                  <a:pt x="598" y="70"/>
                </a:lnTo>
                <a:lnTo>
                  <a:pt x="596" y="70"/>
                </a:lnTo>
                <a:lnTo>
                  <a:pt x="595" y="69"/>
                </a:lnTo>
                <a:lnTo>
                  <a:pt x="594" y="69"/>
                </a:lnTo>
                <a:lnTo>
                  <a:pt x="593" y="69"/>
                </a:lnTo>
                <a:lnTo>
                  <a:pt x="592" y="70"/>
                </a:lnTo>
                <a:lnTo>
                  <a:pt x="593" y="70"/>
                </a:lnTo>
                <a:lnTo>
                  <a:pt x="593" y="71"/>
                </a:lnTo>
                <a:lnTo>
                  <a:pt x="594" y="71"/>
                </a:lnTo>
                <a:lnTo>
                  <a:pt x="594" y="72"/>
                </a:lnTo>
                <a:lnTo>
                  <a:pt x="593" y="72"/>
                </a:lnTo>
                <a:lnTo>
                  <a:pt x="592" y="73"/>
                </a:lnTo>
                <a:lnTo>
                  <a:pt x="592" y="74"/>
                </a:lnTo>
                <a:lnTo>
                  <a:pt x="593" y="74"/>
                </a:lnTo>
                <a:lnTo>
                  <a:pt x="594" y="75"/>
                </a:lnTo>
                <a:lnTo>
                  <a:pt x="595" y="75"/>
                </a:lnTo>
                <a:lnTo>
                  <a:pt x="596" y="75"/>
                </a:lnTo>
                <a:lnTo>
                  <a:pt x="597" y="75"/>
                </a:lnTo>
                <a:lnTo>
                  <a:pt x="598" y="76"/>
                </a:lnTo>
                <a:lnTo>
                  <a:pt x="598" y="77"/>
                </a:lnTo>
                <a:lnTo>
                  <a:pt x="599" y="77"/>
                </a:lnTo>
                <a:lnTo>
                  <a:pt x="599" y="78"/>
                </a:lnTo>
                <a:lnTo>
                  <a:pt x="599" y="79"/>
                </a:lnTo>
                <a:lnTo>
                  <a:pt x="599" y="80"/>
                </a:lnTo>
                <a:lnTo>
                  <a:pt x="599" y="81"/>
                </a:lnTo>
                <a:lnTo>
                  <a:pt x="600" y="81"/>
                </a:lnTo>
                <a:lnTo>
                  <a:pt x="601" y="82"/>
                </a:lnTo>
                <a:lnTo>
                  <a:pt x="602" y="82"/>
                </a:lnTo>
                <a:lnTo>
                  <a:pt x="602" y="83"/>
                </a:lnTo>
                <a:lnTo>
                  <a:pt x="603" y="83"/>
                </a:lnTo>
                <a:lnTo>
                  <a:pt x="604" y="84"/>
                </a:lnTo>
                <a:lnTo>
                  <a:pt x="605" y="84"/>
                </a:lnTo>
                <a:lnTo>
                  <a:pt x="606" y="84"/>
                </a:lnTo>
                <a:lnTo>
                  <a:pt x="607" y="84"/>
                </a:lnTo>
                <a:lnTo>
                  <a:pt x="607" y="85"/>
                </a:lnTo>
                <a:lnTo>
                  <a:pt x="608" y="85"/>
                </a:lnTo>
                <a:lnTo>
                  <a:pt x="609" y="85"/>
                </a:lnTo>
                <a:lnTo>
                  <a:pt x="610" y="85"/>
                </a:lnTo>
                <a:lnTo>
                  <a:pt x="611" y="85"/>
                </a:lnTo>
                <a:lnTo>
                  <a:pt x="613" y="85"/>
                </a:lnTo>
                <a:lnTo>
                  <a:pt x="613" y="86"/>
                </a:lnTo>
                <a:lnTo>
                  <a:pt x="614" y="86"/>
                </a:lnTo>
                <a:lnTo>
                  <a:pt x="614" y="85"/>
                </a:lnTo>
                <a:lnTo>
                  <a:pt x="616" y="83"/>
                </a:lnTo>
                <a:lnTo>
                  <a:pt x="616" y="85"/>
                </a:lnTo>
                <a:lnTo>
                  <a:pt x="617" y="85"/>
                </a:lnTo>
                <a:lnTo>
                  <a:pt x="618" y="85"/>
                </a:lnTo>
                <a:lnTo>
                  <a:pt x="617" y="84"/>
                </a:lnTo>
                <a:lnTo>
                  <a:pt x="617" y="83"/>
                </a:lnTo>
                <a:lnTo>
                  <a:pt x="617" y="82"/>
                </a:lnTo>
                <a:lnTo>
                  <a:pt x="618" y="83"/>
                </a:lnTo>
                <a:lnTo>
                  <a:pt x="619" y="83"/>
                </a:lnTo>
                <a:lnTo>
                  <a:pt x="620" y="83"/>
                </a:lnTo>
                <a:lnTo>
                  <a:pt x="622" y="84"/>
                </a:lnTo>
                <a:lnTo>
                  <a:pt x="624" y="84"/>
                </a:lnTo>
                <a:lnTo>
                  <a:pt x="625" y="84"/>
                </a:lnTo>
                <a:lnTo>
                  <a:pt x="626" y="84"/>
                </a:lnTo>
                <a:lnTo>
                  <a:pt x="627" y="85"/>
                </a:lnTo>
                <a:lnTo>
                  <a:pt x="627" y="86"/>
                </a:lnTo>
                <a:lnTo>
                  <a:pt x="628" y="87"/>
                </a:lnTo>
                <a:lnTo>
                  <a:pt x="628" y="86"/>
                </a:lnTo>
                <a:lnTo>
                  <a:pt x="627" y="85"/>
                </a:lnTo>
                <a:lnTo>
                  <a:pt x="627" y="84"/>
                </a:lnTo>
                <a:lnTo>
                  <a:pt x="628" y="84"/>
                </a:lnTo>
                <a:lnTo>
                  <a:pt x="631" y="83"/>
                </a:lnTo>
                <a:lnTo>
                  <a:pt x="633" y="83"/>
                </a:lnTo>
                <a:lnTo>
                  <a:pt x="634" y="83"/>
                </a:lnTo>
                <a:lnTo>
                  <a:pt x="635" y="83"/>
                </a:lnTo>
                <a:lnTo>
                  <a:pt x="636" y="83"/>
                </a:lnTo>
                <a:lnTo>
                  <a:pt x="638" y="83"/>
                </a:lnTo>
                <a:lnTo>
                  <a:pt x="639" y="83"/>
                </a:lnTo>
                <a:lnTo>
                  <a:pt x="640" y="82"/>
                </a:lnTo>
                <a:lnTo>
                  <a:pt x="641" y="82"/>
                </a:lnTo>
                <a:lnTo>
                  <a:pt x="642" y="82"/>
                </a:lnTo>
                <a:lnTo>
                  <a:pt x="643" y="82"/>
                </a:lnTo>
                <a:lnTo>
                  <a:pt x="644" y="82"/>
                </a:lnTo>
                <a:lnTo>
                  <a:pt x="645" y="81"/>
                </a:lnTo>
                <a:lnTo>
                  <a:pt x="645" y="82"/>
                </a:lnTo>
                <a:lnTo>
                  <a:pt x="645" y="84"/>
                </a:lnTo>
                <a:lnTo>
                  <a:pt x="646" y="84"/>
                </a:lnTo>
                <a:lnTo>
                  <a:pt x="645" y="85"/>
                </a:lnTo>
                <a:lnTo>
                  <a:pt x="646" y="85"/>
                </a:lnTo>
                <a:lnTo>
                  <a:pt x="647" y="85"/>
                </a:lnTo>
                <a:lnTo>
                  <a:pt x="647" y="84"/>
                </a:lnTo>
                <a:lnTo>
                  <a:pt x="646" y="84"/>
                </a:lnTo>
                <a:lnTo>
                  <a:pt x="646" y="83"/>
                </a:lnTo>
                <a:lnTo>
                  <a:pt x="646" y="82"/>
                </a:lnTo>
                <a:lnTo>
                  <a:pt x="646" y="81"/>
                </a:lnTo>
                <a:lnTo>
                  <a:pt x="647" y="80"/>
                </a:lnTo>
                <a:lnTo>
                  <a:pt x="648" y="80"/>
                </a:lnTo>
                <a:lnTo>
                  <a:pt x="649" y="80"/>
                </a:lnTo>
                <a:lnTo>
                  <a:pt x="649" y="79"/>
                </a:lnTo>
                <a:lnTo>
                  <a:pt x="650" y="79"/>
                </a:lnTo>
                <a:lnTo>
                  <a:pt x="650" y="78"/>
                </a:lnTo>
                <a:lnTo>
                  <a:pt x="651" y="77"/>
                </a:lnTo>
                <a:lnTo>
                  <a:pt x="650" y="77"/>
                </a:lnTo>
                <a:lnTo>
                  <a:pt x="650" y="76"/>
                </a:lnTo>
                <a:lnTo>
                  <a:pt x="651" y="76"/>
                </a:lnTo>
                <a:lnTo>
                  <a:pt x="651" y="77"/>
                </a:lnTo>
                <a:lnTo>
                  <a:pt x="652" y="76"/>
                </a:lnTo>
                <a:lnTo>
                  <a:pt x="653" y="76"/>
                </a:lnTo>
                <a:lnTo>
                  <a:pt x="653" y="75"/>
                </a:lnTo>
                <a:lnTo>
                  <a:pt x="654" y="75"/>
                </a:lnTo>
                <a:lnTo>
                  <a:pt x="654" y="76"/>
                </a:lnTo>
                <a:lnTo>
                  <a:pt x="655" y="76"/>
                </a:lnTo>
                <a:lnTo>
                  <a:pt x="655" y="75"/>
                </a:lnTo>
                <a:lnTo>
                  <a:pt x="656" y="75"/>
                </a:lnTo>
                <a:lnTo>
                  <a:pt x="655" y="74"/>
                </a:lnTo>
                <a:lnTo>
                  <a:pt x="655" y="73"/>
                </a:lnTo>
                <a:lnTo>
                  <a:pt x="656" y="73"/>
                </a:lnTo>
                <a:lnTo>
                  <a:pt x="656" y="74"/>
                </a:lnTo>
                <a:lnTo>
                  <a:pt x="657" y="75"/>
                </a:lnTo>
                <a:lnTo>
                  <a:pt x="658" y="75"/>
                </a:lnTo>
                <a:lnTo>
                  <a:pt x="660" y="74"/>
                </a:lnTo>
                <a:lnTo>
                  <a:pt x="660" y="73"/>
                </a:lnTo>
                <a:lnTo>
                  <a:pt x="659" y="73"/>
                </a:lnTo>
                <a:lnTo>
                  <a:pt x="660" y="72"/>
                </a:lnTo>
                <a:lnTo>
                  <a:pt x="660" y="73"/>
                </a:lnTo>
                <a:lnTo>
                  <a:pt x="661" y="74"/>
                </a:lnTo>
                <a:lnTo>
                  <a:pt x="661" y="73"/>
                </a:lnTo>
                <a:lnTo>
                  <a:pt x="662" y="73"/>
                </a:lnTo>
                <a:lnTo>
                  <a:pt x="662" y="74"/>
                </a:lnTo>
                <a:lnTo>
                  <a:pt x="661" y="74"/>
                </a:lnTo>
                <a:lnTo>
                  <a:pt x="661" y="75"/>
                </a:lnTo>
                <a:lnTo>
                  <a:pt x="662" y="75"/>
                </a:lnTo>
                <a:lnTo>
                  <a:pt x="663" y="75"/>
                </a:lnTo>
                <a:lnTo>
                  <a:pt x="663" y="76"/>
                </a:lnTo>
                <a:lnTo>
                  <a:pt x="663" y="77"/>
                </a:lnTo>
                <a:lnTo>
                  <a:pt x="662" y="77"/>
                </a:lnTo>
                <a:lnTo>
                  <a:pt x="662" y="78"/>
                </a:lnTo>
                <a:lnTo>
                  <a:pt x="661" y="78"/>
                </a:lnTo>
                <a:lnTo>
                  <a:pt x="660" y="78"/>
                </a:lnTo>
                <a:lnTo>
                  <a:pt x="660" y="79"/>
                </a:lnTo>
                <a:lnTo>
                  <a:pt x="661" y="80"/>
                </a:lnTo>
                <a:lnTo>
                  <a:pt x="662" y="80"/>
                </a:lnTo>
                <a:lnTo>
                  <a:pt x="661" y="80"/>
                </a:lnTo>
                <a:lnTo>
                  <a:pt x="661" y="81"/>
                </a:lnTo>
                <a:lnTo>
                  <a:pt x="661" y="82"/>
                </a:lnTo>
                <a:lnTo>
                  <a:pt x="661" y="81"/>
                </a:lnTo>
                <a:lnTo>
                  <a:pt x="661" y="82"/>
                </a:lnTo>
                <a:lnTo>
                  <a:pt x="662" y="83"/>
                </a:lnTo>
                <a:lnTo>
                  <a:pt x="662" y="84"/>
                </a:lnTo>
                <a:lnTo>
                  <a:pt x="663" y="84"/>
                </a:lnTo>
                <a:lnTo>
                  <a:pt x="663" y="85"/>
                </a:lnTo>
                <a:lnTo>
                  <a:pt x="663" y="86"/>
                </a:lnTo>
                <a:lnTo>
                  <a:pt x="664" y="86"/>
                </a:lnTo>
                <a:lnTo>
                  <a:pt x="665" y="87"/>
                </a:lnTo>
                <a:lnTo>
                  <a:pt x="666" y="86"/>
                </a:lnTo>
                <a:lnTo>
                  <a:pt x="666" y="85"/>
                </a:lnTo>
                <a:lnTo>
                  <a:pt x="666" y="84"/>
                </a:lnTo>
                <a:lnTo>
                  <a:pt x="667" y="84"/>
                </a:lnTo>
                <a:lnTo>
                  <a:pt x="669" y="84"/>
                </a:lnTo>
                <a:lnTo>
                  <a:pt x="669" y="83"/>
                </a:lnTo>
                <a:lnTo>
                  <a:pt x="670" y="83"/>
                </a:lnTo>
                <a:lnTo>
                  <a:pt x="671" y="83"/>
                </a:lnTo>
                <a:lnTo>
                  <a:pt x="672" y="83"/>
                </a:lnTo>
                <a:lnTo>
                  <a:pt x="672" y="84"/>
                </a:lnTo>
                <a:lnTo>
                  <a:pt x="673" y="84"/>
                </a:lnTo>
                <a:lnTo>
                  <a:pt x="674" y="84"/>
                </a:lnTo>
                <a:lnTo>
                  <a:pt x="674" y="85"/>
                </a:lnTo>
                <a:lnTo>
                  <a:pt x="673" y="85"/>
                </a:lnTo>
                <a:lnTo>
                  <a:pt x="673" y="86"/>
                </a:lnTo>
                <a:lnTo>
                  <a:pt x="674" y="87"/>
                </a:lnTo>
                <a:lnTo>
                  <a:pt x="675" y="87"/>
                </a:lnTo>
                <a:lnTo>
                  <a:pt x="676" y="88"/>
                </a:lnTo>
                <a:lnTo>
                  <a:pt x="677" y="88"/>
                </a:lnTo>
                <a:lnTo>
                  <a:pt x="678" y="88"/>
                </a:lnTo>
                <a:lnTo>
                  <a:pt x="679" y="88"/>
                </a:lnTo>
                <a:lnTo>
                  <a:pt x="681" y="88"/>
                </a:lnTo>
                <a:lnTo>
                  <a:pt x="682" y="88"/>
                </a:lnTo>
                <a:lnTo>
                  <a:pt x="683" y="88"/>
                </a:lnTo>
                <a:lnTo>
                  <a:pt x="684" y="88"/>
                </a:lnTo>
                <a:lnTo>
                  <a:pt x="687" y="88"/>
                </a:lnTo>
                <a:lnTo>
                  <a:pt x="688" y="88"/>
                </a:lnTo>
                <a:lnTo>
                  <a:pt x="689" y="88"/>
                </a:lnTo>
                <a:lnTo>
                  <a:pt x="690" y="88"/>
                </a:lnTo>
                <a:lnTo>
                  <a:pt x="691" y="87"/>
                </a:lnTo>
                <a:lnTo>
                  <a:pt x="692" y="87"/>
                </a:lnTo>
                <a:lnTo>
                  <a:pt x="693" y="88"/>
                </a:lnTo>
                <a:lnTo>
                  <a:pt x="693" y="89"/>
                </a:lnTo>
                <a:lnTo>
                  <a:pt x="692" y="89"/>
                </a:lnTo>
                <a:lnTo>
                  <a:pt x="692" y="90"/>
                </a:lnTo>
                <a:lnTo>
                  <a:pt x="693" y="89"/>
                </a:lnTo>
                <a:lnTo>
                  <a:pt x="693" y="91"/>
                </a:lnTo>
                <a:lnTo>
                  <a:pt x="692" y="91"/>
                </a:lnTo>
                <a:lnTo>
                  <a:pt x="693" y="91"/>
                </a:lnTo>
                <a:lnTo>
                  <a:pt x="694" y="91"/>
                </a:lnTo>
                <a:lnTo>
                  <a:pt x="694" y="90"/>
                </a:lnTo>
                <a:lnTo>
                  <a:pt x="693" y="90"/>
                </a:lnTo>
                <a:lnTo>
                  <a:pt x="693" y="89"/>
                </a:lnTo>
                <a:lnTo>
                  <a:pt x="694" y="89"/>
                </a:lnTo>
                <a:lnTo>
                  <a:pt x="695" y="89"/>
                </a:lnTo>
                <a:lnTo>
                  <a:pt x="696" y="89"/>
                </a:lnTo>
                <a:lnTo>
                  <a:pt x="697" y="89"/>
                </a:lnTo>
                <a:lnTo>
                  <a:pt x="698" y="89"/>
                </a:lnTo>
                <a:lnTo>
                  <a:pt x="700" y="89"/>
                </a:lnTo>
                <a:lnTo>
                  <a:pt x="701" y="89"/>
                </a:lnTo>
                <a:lnTo>
                  <a:pt x="702" y="89"/>
                </a:lnTo>
                <a:lnTo>
                  <a:pt x="702" y="88"/>
                </a:lnTo>
                <a:lnTo>
                  <a:pt x="703" y="88"/>
                </a:lnTo>
                <a:lnTo>
                  <a:pt x="704" y="87"/>
                </a:lnTo>
                <a:lnTo>
                  <a:pt x="705" y="87"/>
                </a:lnTo>
                <a:lnTo>
                  <a:pt x="706" y="87"/>
                </a:lnTo>
                <a:lnTo>
                  <a:pt x="706" y="88"/>
                </a:lnTo>
                <a:lnTo>
                  <a:pt x="707" y="88"/>
                </a:lnTo>
                <a:lnTo>
                  <a:pt x="707" y="87"/>
                </a:lnTo>
                <a:lnTo>
                  <a:pt x="708" y="87"/>
                </a:lnTo>
                <a:lnTo>
                  <a:pt x="708" y="88"/>
                </a:lnTo>
                <a:lnTo>
                  <a:pt x="709" y="88"/>
                </a:lnTo>
                <a:lnTo>
                  <a:pt x="710" y="88"/>
                </a:lnTo>
                <a:lnTo>
                  <a:pt x="710" y="87"/>
                </a:lnTo>
                <a:lnTo>
                  <a:pt x="709" y="87"/>
                </a:lnTo>
                <a:lnTo>
                  <a:pt x="710" y="87"/>
                </a:lnTo>
                <a:lnTo>
                  <a:pt x="711" y="87"/>
                </a:lnTo>
                <a:lnTo>
                  <a:pt x="711" y="88"/>
                </a:lnTo>
                <a:lnTo>
                  <a:pt x="712" y="88"/>
                </a:lnTo>
                <a:lnTo>
                  <a:pt x="712" y="89"/>
                </a:lnTo>
                <a:lnTo>
                  <a:pt x="711" y="89"/>
                </a:lnTo>
                <a:lnTo>
                  <a:pt x="712" y="89"/>
                </a:lnTo>
                <a:lnTo>
                  <a:pt x="712" y="90"/>
                </a:lnTo>
                <a:lnTo>
                  <a:pt x="711" y="90"/>
                </a:lnTo>
                <a:lnTo>
                  <a:pt x="711" y="91"/>
                </a:lnTo>
                <a:lnTo>
                  <a:pt x="710" y="92"/>
                </a:lnTo>
                <a:lnTo>
                  <a:pt x="710" y="91"/>
                </a:lnTo>
                <a:lnTo>
                  <a:pt x="710" y="90"/>
                </a:lnTo>
                <a:lnTo>
                  <a:pt x="709" y="90"/>
                </a:lnTo>
                <a:lnTo>
                  <a:pt x="708" y="90"/>
                </a:lnTo>
                <a:lnTo>
                  <a:pt x="707" y="90"/>
                </a:lnTo>
                <a:lnTo>
                  <a:pt x="706" y="91"/>
                </a:lnTo>
                <a:lnTo>
                  <a:pt x="705" y="91"/>
                </a:lnTo>
                <a:lnTo>
                  <a:pt x="704" y="92"/>
                </a:lnTo>
                <a:lnTo>
                  <a:pt x="703" y="92"/>
                </a:lnTo>
                <a:lnTo>
                  <a:pt x="702" y="93"/>
                </a:lnTo>
                <a:lnTo>
                  <a:pt x="702" y="94"/>
                </a:lnTo>
                <a:lnTo>
                  <a:pt x="701" y="94"/>
                </a:lnTo>
                <a:lnTo>
                  <a:pt x="701" y="95"/>
                </a:lnTo>
                <a:lnTo>
                  <a:pt x="701" y="96"/>
                </a:lnTo>
                <a:lnTo>
                  <a:pt x="702" y="96"/>
                </a:lnTo>
                <a:lnTo>
                  <a:pt x="702" y="97"/>
                </a:lnTo>
                <a:lnTo>
                  <a:pt x="702" y="98"/>
                </a:lnTo>
                <a:lnTo>
                  <a:pt x="701" y="98"/>
                </a:lnTo>
                <a:lnTo>
                  <a:pt x="701" y="99"/>
                </a:lnTo>
                <a:lnTo>
                  <a:pt x="700" y="99"/>
                </a:lnTo>
                <a:lnTo>
                  <a:pt x="700" y="98"/>
                </a:lnTo>
                <a:lnTo>
                  <a:pt x="699" y="98"/>
                </a:lnTo>
                <a:lnTo>
                  <a:pt x="699" y="99"/>
                </a:lnTo>
                <a:lnTo>
                  <a:pt x="700" y="99"/>
                </a:lnTo>
                <a:lnTo>
                  <a:pt x="700" y="100"/>
                </a:lnTo>
                <a:lnTo>
                  <a:pt x="699" y="100"/>
                </a:lnTo>
                <a:lnTo>
                  <a:pt x="699" y="101"/>
                </a:lnTo>
                <a:lnTo>
                  <a:pt x="700" y="101"/>
                </a:lnTo>
                <a:lnTo>
                  <a:pt x="699" y="101"/>
                </a:lnTo>
                <a:lnTo>
                  <a:pt x="698" y="101"/>
                </a:lnTo>
                <a:lnTo>
                  <a:pt x="698" y="102"/>
                </a:lnTo>
                <a:lnTo>
                  <a:pt x="699" y="102"/>
                </a:lnTo>
                <a:lnTo>
                  <a:pt x="700" y="102"/>
                </a:lnTo>
                <a:lnTo>
                  <a:pt x="700" y="103"/>
                </a:lnTo>
                <a:lnTo>
                  <a:pt x="699" y="103"/>
                </a:lnTo>
                <a:lnTo>
                  <a:pt x="699" y="104"/>
                </a:lnTo>
                <a:lnTo>
                  <a:pt x="700" y="104"/>
                </a:lnTo>
                <a:lnTo>
                  <a:pt x="701" y="104"/>
                </a:lnTo>
                <a:lnTo>
                  <a:pt x="702" y="105"/>
                </a:lnTo>
                <a:lnTo>
                  <a:pt x="702" y="106"/>
                </a:lnTo>
                <a:lnTo>
                  <a:pt x="702" y="107"/>
                </a:lnTo>
                <a:lnTo>
                  <a:pt x="702" y="108"/>
                </a:lnTo>
                <a:lnTo>
                  <a:pt x="703" y="108"/>
                </a:lnTo>
                <a:lnTo>
                  <a:pt x="704" y="109"/>
                </a:lnTo>
                <a:lnTo>
                  <a:pt x="705" y="110"/>
                </a:lnTo>
                <a:lnTo>
                  <a:pt x="704" y="110"/>
                </a:lnTo>
                <a:lnTo>
                  <a:pt x="703" y="110"/>
                </a:lnTo>
                <a:lnTo>
                  <a:pt x="702" y="111"/>
                </a:lnTo>
                <a:lnTo>
                  <a:pt x="701" y="111"/>
                </a:lnTo>
                <a:lnTo>
                  <a:pt x="700" y="111"/>
                </a:lnTo>
                <a:lnTo>
                  <a:pt x="699" y="112"/>
                </a:lnTo>
                <a:lnTo>
                  <a:pt x="699" y="113"/>
                </a:lnTo>
                <a:lnTo>
                  <a:pt x="700" y="113"/>
                </a:lnTo>
                <a:lnTo>
                  <a:pt x="701" y="113"/>
                </a:lnTo>
                <a:lnTo>
                  <a:pt x="701" y="114"/>
                </a:lnTo>
                <a:lnTo>
                  <a:pt x="701" y="115"/>
                </a:lnTo>
                <a:lnTo>
                  <a:pt x="700" y="115"/>
                </a:lnTo>
                <a:lnTo>
                  <a:pt x="699" y="115"/>
                </a:lnTo>
                <a:lnTo>
                  <a:pt x="698" y="115"/>
                </a:lnTo>
                <a:lnTo>
                  <a:pt x="698" y="114"/>
                </a:lnTo>
                <a:lnTo>
                  <a:pt x="697" y="114"/>
                </a:lnTo>
                <a:lnTo>
                  <a:pt x="696" y="114"/>
                </a:lnTo>
                <a:lnTo>
                  <a:pt x="695" y="114"/>
                </a:lnTo>
                <a:lnTo>
                  <a:pt x="694" y="114"/>
                </a:lnTo>
                <a:lnTo>
                  <a:pt x="693" y="114"/>
                </a:lnTo>
                <a:lnTo>
                  <a:pt x="692" y="115"/>
                </a:lnTo>
                <a:lnTo>
                  <a:pt x="692" y="116"/>
                </a:lnTo>
                <a:lnTo>
                  <a:pt x="691" y="117"/>
                </a:lnTo>
                <a:lnTo>
                  <a:pt x="691" y="118"/>
                </a:lnTo>
                <a:lnTo>
                  <a:pt x="691" y="119"/>
                </a:lnTo>
                <a:lnTo>
                  <a:pt x="691" y="118"/>
                </a:lnTo>
                <a:lnTo>
                  <a:pt x="690" y="118"/>
                </a:lnTo>
                <a:lnTo>
                  <a:pt x="689" y="118"/>
                </a:lnTo>
                <a:lnTo>
                  <a:pt x="689" y="119"/>
                </a:lnTo>
                <a:lnTo>
                  <a:pt x="690" y="119"/>
                </a:lnTo>
                <a:lnTo>
                  <a:pt x="690" y="120"/>
                </a:lnTo>
                <a:lnTo>
                  <a:pt x="690" y="121"/>
                </a:lnTo>
                <a:lnTo>
                  <a:pt x="691" y="122"/>
                </a:lnTo>
                <a:lnTo>
                  <a:pt x="691" y="123"/>
                </a:lnTo>
                <a:lnTo>
                  <a:pt x="691" y="124"/>
                </a:lnTo>
                <a:lnTo>
                  <a:pt x="689" y="124"/>
                </a:lnTo>
                <a:lnTo>
                  <a:pt x="688" y="125"/>
                </a:lnTo>
                <a:lnTo>
                  <a:pt x="687" y="126"/>
                </a:lnTo>
                <a:lnTo>
                  <a:pt x="688" y="127"/>
                </a:lnTo>
                <a:lnTo>
                  <a:pt x="688" y="128"/>
                </a:lnTo>
                <a:lnTo>
                  <a:pt x="689" y="128"/>
                </a:lnTo>
                <a:lnTo>
                  <a:pt x="689" y="127"/>
                </a:lnTo>
                <a:lnTo>
                  <a:pt x="690" y="127"/>
                </a:lnTo>
                <a:lnTo>
                  <a:pt x="691" y="127"/>
                </a:lnTo>
                <a:lnTo>
                  <a:pt x="692" y="127"/>
                </a:lnTo>
                <a:lnTo>
                  <a:pt x="693" y="128"/>
                </a:lnTo>
                <a:lnTo>
                  <a:pt x="694" y="128"/>
                </a:lnTo>
                <a:lnTo>
                  <a:pt x="695" y="127"/>
                </a:lnTo>
                <a:lnTo>
                  <a:pt x="696" y="127"/>
                </a:lnTo>
                <a:lnTo>
                  <a:pt x="699" y="126"/>
                </a:lnTo>
                <a:lnTo>
                  <a:pt x="700" y="126"/>
                </a:lnTo>
                <a:lnTo>
                  <a:pt x="701" y="126"/>
                </a:lnTo>
                <a:lnTo>
                  <a:pt x="700" y="126"/>
                </a:lnTo>
                <a:lnTo>
                  <a:pt x="699" y="127"/>
                </a:lnTo>
                <a:lnTo>
                  <a:pt x="698" y="127"/>
                </a:lnTo>
                <a:lnTo>
                  <a:pt x="697" y="128"/>
                </a:lnTo>
                <a:lnTo>
                  <a:pt x="697" y="129"/>
                </a:lnTo>
                <a:lnTo>
                  <a:pt x="697" y="130"/>
                </a:lnTo>
                <a:lnTo>
                  <a:pt x="697" y="131"/>
                </a:lnTo>
                <a:lnTo>
                  <a:pt x="697" y="132"/>
                </a:lnTo>
                <a:lnTo>
                  <a:pt x="698" y="132"/>
                </a:lnTo>
                <a:lnTo>
                  <a:pt x="697" y="133"/>
                </a:lnTo>
                <a:lnTo>
                  <a:pt x="697" y="134"/>
                </a:lnTo>
                <a:lnTo>
                  <a:pt x="696" y="134"/>
                </a:lnTo>
                <a:lnTo>
                  <a:pt x="696" y="135"/>
                </a:lnTo>
                <a:lnTo>
                  <a:pt x="696" y="136"/>
                </a:lnTo>
                <a:lnTo>
                  <a:pt x="696" y="137"/>
                </a:lnTo>
                <a:lnTo>
                  <a:pt x="696" y="138"/>
                </a:lnTo>
                <a:lnTo>
                  <a:pt x="697" y="138"/>
                </a:lnTo>
                <a:lnTo>
                  <a:pt x="696" y="139"/>
                </a:lnTo>
                <a:lnTo>
                  <a:pt x="696" y="140"/>
                </a:lnTo>
                <a:lnTo>
                  <a:pt x="695" y="140"/>
                </a:lnTo>
                <a:lnTo>
                  <a:pt x="694" y="140"/>
                </a:lnTo>
                <a:lnTo>
                  <a:pt x="694" y="141"/>
                </a:lnTo>
                <a:lnTo>
                  <a:pt x="693" y="141"/>
                </a:lnTo>
                <a:lnTo>
                  <a:pt x="693" y="140"/>
                </a:lnTo>
                <a:lnTo>
                  <a:pt x="694" y="139"/>
                </a:lnTo>
                <a:lnTo>
                  <a:pt x="695" y="138"/>
                </a:lnTo>
                <a:lnTo>
                  <a:pt x="694" y="138"/>
                </a:lnTo>
                <a:lnTo>
                  <a:pt x="694" y="137"/>
                </a:lnTo>
                <a:lnTo>
                  <a:pt x="693" y="137"/>
                </a:lnTo>
                <a:lnTo>
                  <a:pt x="692" y="137"/>
                </a:lnTo>
                <a:lnTo>
                  <a:pt x="692" y="138"/>
                </a:lnTo>
                <a:lnTo>
                  <a:pt x="691" y="138"/>
                </a:lnTo>
                <a:lnTo>
                  <a:pt x="691" y="137"/>
                </a:lnTo>
                <a:lnTo>
                  <a:pt x="690" y="137"/>
                </a:lnTo>
                <a:lnTo>
                  <a:pt x="690" y="138"/>
                </a:lnTo>
                <a:lnTo>
                  <a:pt x="689" y="138"/>
                </a:lnTo>
                <a:lnTo>
                  <a:pt x="688" y="138"/>
                </a:lnTo>
                <a:lnTo>
                  <a:pt x="687" y="138"/>
                </a:lnTo>
                <a:lnTo>
                  <a:pt x="687" y="139"/>
                </a:lnTo>
                <a:lnTo>
                  <a:pt x="686" y="139"/>
                </a:lnTo>
                <a:lnTo>
                  <a:pt x="686" y="140"/>
                </a:lnTo>
                <a:lnTo>
                  <a:pt x="687" y="140"/>
                </a:lnTo>
                <a:lnTo>
                  <a:pt x="687" y="141"/>
                </a:lnTo>
                <a:lnTo>
                  <a:pt x="687" y="142"/>
                </a:lnTo>
                <a:lnTo>
                  <a:pt x="688" y="142"/>
                </a:lnTo>
                <a:lnTo>
                  <a:pt x="688" y="141"/>
                </a:lnTo>
                <a:lnTo>
                  <a:pt x="689" y="141"/>
                </a:lnTo>
                <a:lnTo>
                  <a:pt x="689" y="142"/>
                </a:lnTo>
                <a:lnTo>
                  <a:pt x="689" y="143"/>
                </a:lnTo>
                <a:lnTo>
                  <a:pt x="688" y="143"/>
                </a:lnTo>
                <a:lnTo>
                  <a:pt x="687" y="143"/>
                </a:lnTo>
                <a:lnTo>
                  <a:pt x="687" y="144"/>
                </a:lnTo>
                <a:lnTo>
                  <a:pt x="686" y="144"/>
                </a:lnTo>
                <a:lnTo>
                  <a:pt x="685" y="144"/>
                </a:lnTo>
                <a:lnTo>
                  <a:pt x="684" y="144"/>
                </a:lnTo>
                <a:lnTo>
                  <a:pt x="683" y="144"/>
                </a:lnTo>
                <a:lnTo>
                  <a:pt x="682" y="145"/>
                </a:lnTo>
                <a:lnTo>
                  <a:pt x="683" y="145"/>
                </a:lnTo>
                <a:lnTo>
                  <a:pt x="683" y="146"/>
                </a:lnTo>
                <a:lnTo>
                  <a:pt x="682" y="146"/>
                </a:lnTo>
                <a:lnTo>
                  <a:pt x="681" y="147"/>
                </a:lnTo>
                <a:lnTo>
                  <a:pt x="681" y="146"/>
                </a:lnTo>
                <a:lnTo>
                  <a:pt x="680" y="147"/>
                </a:lnTo>
                <a:lnTo>
                  <a:pt x="680" y="148"/>
                </a:lnTo>
                <a:lnTo>
                  <a:pt x="680" y="147"/>
                </a:lnTo>
                <a:lnTo>
                  <a:pt x="679" y="147"/>
                </a:lnTo>
                <a:lnTo>
                  <a:pt x="678" y="147"/>
                </a:lnTo>
                <a:lnTo>
                  <a:pt x="677" y="147"/>
                </a:lnTo>
                <a:lnTo>
                  <a:pt x="676" y="147"/>
                </a:lnTo>
                <a:lnTo>
                  <a:pt x="675" y="147"/>
                </a:lnTo>
                <a:lnTo>
                  <a:pt x="674" y="146"/>
                </a:lnTo>
                <a:lnTo>
                  <a:pt x="673" y="146"/>
                </a:lnTo>
                <a:lnTo>
                  <a:pt x="672" y="146"/>
                </a:lnTo>
                <a:lnTo>
                  <a:pt x="671" y="146"/>
                </a:lnTo>
                <a:lnTo>
                  <a:pt x="670" y="146"/>
                </a:lnTo>
                <a:lnTo>
                  <a:pt x="669" y="146"/>
                </a:lnTo>
                <a:lnTo>
                  <a:pt x="669" y="145"/>
                </a:lnTo>
                <a:lnTo>
                  <a:pt x="668" y="145"/>
                </a:lnTo>
                <a:lnTo>
                  <a:pt x="668" y="146"/>
                </a:lnTo>
                <a:lnTo>
                  <a:pt x="667" y="146"/>
                </a:lnTo>
                <a:lnTo>
                  <a:pt x="666" y="146"/>
                </a:lnTo>
                <a:lnTo>
                  <a:pt x="665" y="146"/>
                </a:lnTo>
                <a:lnTo>
                  <a:pt x="666" y="145"/>
                </a:lnTo>
                <a:lnTo>
                  <a:pt x="666" y="144"/>
                </a:lnTo>
                <a:lnTo>
                  <a:pt x="666" y="145"/>
                </a:lnTo>
                <a:lnTo>
                  <a:pt x="666" y="144"/>
                </a:lnTo>
                <a:lnTo>
                  <a:pt x="666" y="143"/>
                </a:lnTo>
                <a:lnTo>
                  <a:pt x="665" y="143"/>
                </a:lnTo>
                <a:lnTo>
                  <a:pt x="665" y="142"/>
                </a:lnTo>
                <a:lnTo>
                  <a:pt x="666" y="141"/>
                </a:lnTo>
                <a:lnTo>
                  <a:pt x="666" y="140"/>
                </a:lnTo>
                <a:lnTo>
                  <a:pt x="667" y="140"/>
                </a:lnTo>
                <a:lnTo>
                  <a:pt x="668" y="140"/>
                </a:lnTo>
                <a:lnTo>
                  <a:pt x="669" y="140"/>
                </a:lnTo>
                <a:lnTo>
                  <a:pt x="670" y="140"/>
                </a:lnTo>
                <a:lnTo>
                  <a:pt x="671" y="140"/>
                </a:lnTo>
                <a:lnTo>
                  <a:pt x="672" y="140"/>
                </a:lnTo>
                <a:lnTo>
                  <a:pt x="671" y="140"/>
                </a:lnTo>
                <a:lnTo>
                  <a:pt x="670" y="140"/>
                </a:lnTo>
                <a:lnTo>
                  <a:pt x="669" y="139"/>
                </a:lnTo>
                <a:lnTo>
                  <a:pt x="668" y="140"/>
                </a:lnTo>
                <a:lnTo>
                  <a:pt x="667" y="139"/>
                </a:lnTo>
                <a:lnTo>
                  <a:pt x="666" y="139"/>
                </a:lnTo>
                <a:lnTo>
                  <a:pt x="666" y="138"/>
                </a:lnTo>
                <a:lnTo>
                  <a:pt x="666" y="139"/>
                </a:lnTo>
                <a:lnTo>
                  <a:pt x="665" y="139"/>
                </a:lnTo>
                <a:lnTo>
                  <a:pt x="664" y="139"/>
                </a:lnTo>
                <a:lnTo>
                  <a:pt x="663" y="139"/>
                </a:lnTo>
                <a:lnTo>
                  <a:pt x="663" y="138"/>
                </a:lnTo>
                <a:lnTo>
                  <a:pt x="663" y="137"/>
                </a:lnTo>
                <a:lnTo>
                  <a:pt x="664" y="137"/>
                </a:lnTo>
                <a:lnTo>
                  <a:pt x="663" y="137"/>
                </a:lnTo>
                <a:lnTo>
                  <a:pt x="662" y="137"/>
                </a:lnTo>
                <a:lnTo>
                  <a:pt x="662" y="136"/>
                </a:lnTo>
                <a:lnTo>
                  <a:pt x="662" y="135"/>
                </a:lnTo>
                <a:lnTo>
                  <a:pt x="663" y="135"/>
                </a:lnTo>
                <a:lnTo>
                  <a:pt x="664" y="134"/>
                </a:lnTo>
                <a:lnTo>
                  <a:pt x="664" y="133"/>
                </a:lnTo>
                <a:lnTo>
                  <a:pt x="664" y="132"/>
                </a:lnTo>
                <a:lnTo>
                  <a:pt x="665" y="131"/>
                </a:lnTo>
                <a:lnTo>
                  <a:pt x="665" y="130"/>
                </a:lnTo>
                <a:lnTo>
                  <a:pt x="666" y="130"/>
                </a:lnTo>
                <a:lnTo>
                  <a:pt x="667" y="129"/>
                </a:lnTo>
                <a:lnTo>
                  <a:pt x="667" y="128"/>
                </a:lnTo>
                <a:lnTo>
                  <a:pt x="668" y="128"/>
                </a:lnTo>
                <a:lnTo>
                  <a:pt x="668" y="127"/>
                </a:lnTo>
                <a:lnTo>
                  <a:pt x="669" y="127"/>
                </a:lnTo>
                <a:lnTo>
                  <a:pt x="669" y="126"/>
                </a:lnTo>
                <a:lnTo>
                  <a:pt x="668" y="127"/>
                </a:lnTo>
                <a:lnTo>
                  <a:pt x="667" y="128"/>
                </a:lnTo>
                <a:lnTo>
                  <a:pt x="667" y="127"/>
                </a:lnTo>
                <a:lnTo>
                  <a:pt x="667" y="126"/>
                </a:lnTo>
                <a:lnTo>
                  <a:pt x="666" y="125"/>
                </a:lnTo>
                <a:lnTo>
                  <a:pt x="667" y="126"/>
                </a:lnTo>
                <a:lnTo>
                  <a:pt x="667" y="127"/>
                </a:lnTo>
                <a:lnTo>
                  <a:pt x="667" y="128"/>
                </a:lnTo>
                <a:lnTo>
                  <a:pt x="666" y="128"/>
                </a:lnTo>
                <a:lnTo>
                  <a:pt x="666" y="129"/>
                </a:lnTo>
                <a:lnTo>
                  <a:pt x="665" y="129"/>
                </a:lnTo>
                <a:lnTo>
                  <a:pt x="664" y="129"/>
                </a:lnTo>
                <a:lnTo>
                  <a:pt x="663" y="129"/>
                </a:lnTo>
                <a:lnTo>
                  <a:pt x="663" y="130"/>
                </a:lnTo>
                <a:lnTo>
                  <a:pt x="663" y="131"/>
                </a:lnTo>
                <a:lnTo>
                  <a:pt x="663" y="132"/>
                </a:lnTo>
                <a:lnTo>
                  <a:pt x="662" y="132"/>
                </a:lnTo>
                <a:lnTo>
                  <a:pt x="662" y="133"/>
                </a:lnTo>
                <a:lnTo>
                  <a:pt x="662" y="135"/>
                </a:lnTo>
                <a:lnTo>
                  <a:pt x="662" y="136"/>
                </a:lnTo>
                <a:lnTo>
                  <a:pt x="661" y="135"/>
                </a:lnTo>
                <a:lnTo>
                  <a:pt x="660" y="135"/>
                </a:lnTo>
                <a:lnTo>
                  <a:pt x="659" y="135"/>
                </a:lnTo>
                <a:lnTo>
                  <a:pt x="658" y="135"/>
                </a:lnTo>
                <a:lnTo>
                  <a:pt x="657" y="137"/>
                </a:lnTo>
                <a:lnTo>
                  <a:pt x="657" y="138"/>
                </a:lnTo>
                <a:lnTo>
                  <a:pt x="656" y="138"/>
                </a:lnTo>
                <a:lnTo>
                  <a:pt x="655" y="139"/>
                </a:lnTo>
                <a:lnTo>
                  <a:pt x="654" y="139"/>
                </a:lnTo>
                <a:lnTo>
                  <a:pt x="653" y="139"/>
                </a:lnTo>
                <a:lnTo>
                  <a:pt x="653" y="140"/>
                </a:lnTo>
                <a:lnTo>
                  <a:pt x="652" y="140"/>
                </a:lnTo>
                <a:lnTo>
                  <a:pt x="651" y="140"/>
                </a:lnTo>
                <a:lnTo>
                  <a:pt x="651" y="139"/>
                </a:lnTo>
                <a:lnTo>
                  <a:pt x="651" y="138"/>
                </a:lnTo>
                <a:lnTo>
                  <a:pt x="652" y="138"/>
                </a:lnTo>
                <a:lnTo>
                  <a:pt x="652" y="136"/>
                </a:lnTo>
                <a:lnTo>
                  <a:pt x="651" y="136"/>
                </a:lnTo>
                <a:lnTo>
                  <a:pt x="650" y="135"/>
                </a:lnTo>
                <a:lnTo>
                  <a:pt x="651" y="135"/>
                </a:lnTo>
                <a:lnTo>
                  <a:pt x="650" y="134"/>
                </a:lnTo>
                <a:lnTo>
                  <a:pt x="650" y="133"/>
                </a:lnTo>
                <a:lnTo>
                  <a:pt x="649" y="133"/>
                </a:lnTo>
                <a:lnTo>
                  <a:pt x="649" y="132"/>
                </a:lnTo>
                <a:lnTo>
                  <a:pt x="649" y="131"/>
                </a:lnTo>
                <a:lnTo>
                  <a:pt x="649" y="132"/>
                </a:lnTo>
                <a:lnTo>
                  <a:pt x="648" y="133"/>
                </a:lnTo>
                <a:lnTo>
                  <a:pt x="649" y="134"/>
                </a:lnTo>
                <a:lnTo>
                  <a:pt x="647" y="134"/>
                </a:lnTo>
                <a:lnTo>
                  <a:pt x="646" y="133"/>
                </a:lnTo>
                <a:lnTo>
                  <a:pt x="645" y="132"/>
                </a:lnTo>
                <a:lnTo>
                  <a:pt x="644" y="132"/>
                </a:lnTo>
                <a:lnTo>
                  <a:pt x="644" y="131"/>
                </a:lnTo>
                <a:lnTo>
                  <a:pt x="644" y="132"/>
                </a:lnTo>
                <a:lnTo>
                  <a:pt x="644" y="133"/>
                </a:lnTo>
                <a:lnTo>
                  <a:pt x="645" y="133"/>
                </a:lnTo>
                <a:lnTo>
                  <a:pt x="646" y="133"/>
                </a:lnTo>
                <a:lnTo>
                  <a:pt x="646" y="134"/>
                </a:lnTo>
                <a:lnTo>
                  <a:pt x="645" y="134"/>
                </a:lnTo>
                <a:lnTo>
                  <a:pt x="646" y="134"/>
                </a:lnTo>
                <a:lnTo>
                  <a:pt x="646" y="135"/>
                </a:lnTo>
                <a:lnTo>
                  <a:pt x="646" y="136"/>
                </a:lnTo>
                <a:lnTo>
                  <a:pt x="645" y="136"/>
                </a:lnTo>
                <a:lnTo>
                  <a:pt x="642" y="137"/>
                </a:lnTo>
                <a:lnTo>
                  <a:pt x="641" y="137"/>
                </a:lnTo>
                <a:lnTo>
                  <a:pt x="640" y="137"/>
                </a:lnTo>
                <a:lnTo>
                  <a:pt x="640" y="138"/>
                </a:lnTo>
                <a:lnTo>
                  <a:pt x="639" y="138"/>
                </a:lnTo>
                <a:lnTo>
                  <a:pt x="638" y="138"/>
                </a:lnTo>
                <a:lnTo>
                  <a:pt x="637" y="138"/>
                </a:lnTo>
                <a:lnTo>
                  <a:pt x="637" y="139"/>
                </a:lnTo>
                <a:lnTo>
                  <a:pt x="636" y="139"/>
                </a:lnTo>
                <a:lnTo>
                  <a:pt x="635" y="139"/>
                </a:lnTo>
                <a:lnTo>
                  <a:pt x="635" y="140"/>
                </a:lnTo>
                <a:lnTo>
                  <a:pt x="634" y="140"/>
                </a:lnTo>
                <a:lnTo>
                  <a:pt x="633" y="140"/>
                </a:lnTo>
                <a:lnTo>
                  <a:pt x="632" y="140"/>
                </a:lnTo>
                <a:lnTo>
                  <a:pt x="632" y="141"/>
                </a:lnTo>
                <a:lnTo>
                  <a:pt x="631" y="141"/>
                </a:lnTo>
                <a:lnTo>
                  <a:pt x="630" y="141"/>
                </a:lnTo>
                <a:lnTo>
                  <a:pt x="629" y="142"/>
                </a:lnTo>
                <a:lnTo>
                  <a:pt x="628" y="142"/>
                </a:lnTo>
                <a:lnTo>
                  <a:pt x="627" y="143"/>
                </a:lnTo>
                <a:lnTo>
                  <a:pt x="627" y="144"/>
                </a:lnTo>
                <a:lnTo>
                  <a:pt x="626" y="145"/>
                </a:lnTo>
                <a:lnTo>
                  <a:pt x="627" y="145"/>
                </a:lnTo>
                <a:lnTo>
                  <a:pt x="627" y="146"/>
                </a:lnTo>
                <a:lnTo>
                  <a:pt x="626" y="146"/>
                </a:lnTo>
                <a:lnTo>
                  <a:pt x="625" y="147"/>
                </a:lnTo>
                <a:lnTo>
                  <a:pt x="624" y="147"/>
                </a:lnTo>
                <a:lnTo>
                  <a:pt x="624" y="148"/>
                </a:lnTo>
                <a:lnTo>
                  <a:pt x="624" y="147"/>
                </a:lnTo>
                <a:lnTo>
                  <a:pt x="623" y="147"/>
                </a:lnTo>
                <a:lnTo>
                  <a:pt x="622" y="148"/>
                </a:lnTo>
                <a:lnTo>
                  <a:pt x="620" y="148"/>
                </a:lnTo>
                <a:lnTo>
                  <a:pt x="619" y="148"/>
                </a:lnTo>
                <a:lnTo>
                  <a:pt x="618" y="148"/>
                </a:lnTo>
                <a:lnTo>
                  <a:pt x="618" y="149"/>
                </a:lnTo>
                <a:lnTo>
                  <a:pt x="616" y="149"/>
                </a:lnTo>
                <a:lnTo>
                  <a:pt x="616" y="150"/>
                </a:lnTo>
                <a:lnTo>
                  <a:pt x="615" y="150"/>
                </a:lnTo>
                <a:lnTo>
                  <a:pt x="615" y="149"/>
                </a:lnTo>
                <a:lnTo>
                  <a:pt x="616" y="148"/>
                </a:lnTo>
                <a:lnTo>
                  <a:pt x="617" y="148"/>
                </a:lnTo>
                <a:lnTo>
                  <a:pt x="618" y="148"/>
                </a:lnTo>
                <a:lnTo>
                  <a:pt x="617" y="148"/>
                </a:lnTo>
                <a:lnTo>
                  <a:pt x="616" y="148"/>
                </a:lnTo>
                <a:lnTo>
                  <a:pt x="615" y="148"/>
                </a:lnTo>
                <a:lnTo>
                  <a:pt x="615" y="149"/>
                </a:lnTo>
                <a:lnTo>
                  <a:pt x="615" y="150"/>
                </a:lnTo>
                <a:lnTo>
                  <a:pt x="615" y="151"/>
                </a:lnTo>
                <a:lnTo>
                  <a:pt x="615" y="152"/>
                </a:lnTo>
                <a:lnTo>
                  <a:pt x="615" y="153"/>
                </a:lnTo>
                <a:lnTo>
                  <a:pt x="615" y="154"/>
                </a:lnTo>
                <a:lnTo>
                  <a:pt x="615" y="155"/>
                </a:lnTo>
                <a:lnTo>
                  <a:pt x="616" y="155"/>
                </a:lnTo>
                <a:lnTo>
                  <a:pt x="616" y="156"/>
                </a:lnTo>
                <a:lnTo>
                  <a:pt x="616" y="157"/>
                </a:lnTo>
                <a:lnTo>
                  <a:pt x="617" y="157"/>
                </a:lnTo>
                <a:lnTo>
                  <a:pt x="616" y="157"/>
                </a:lnTo>
                <a:lnTo>
                  <a:pt x="615" y="157"/>
                </a:lnTo>
                <a:lnTo>
                  <a:pt x="614" y="157"/>
                </a:lnTo>
                <a:lnTo>
                  <a:pt x="613" y="156"/>
                </a:lnTo>
                <a:lnTo>
                  <a:pt x="613" y="155"/>
                </a:lnTo>
                <a:lnTo>
                  <a:pt x="613" y="154"/>
                </a:lnTo>
                <a:lnTo>
                  <a:pt x="612" y="154"/>
                </a:lnTo>
                <a:lnTo>
                  <a:pt x="611" y="154"/>
                </a:lnTo>
                <a:lnTo>
                  <a:pt x="611" y="155"/>
                </a:lnTo>
                <a:lnTo>
                  <a:pt x="611" y="154"/>
                </a:lnTo>
                <a:lnTo>
                  <a:pt x="610" y="154"/>
                </a:lnTo>
                <a:lnTo>
                  <a:pt x="609" y="154"/>
                </a:lnTo>
                <a:lnTo>
                  <a:pt x="608" y="154"/>
                </a:lnTo>
                <a:lnTo>
                  <a:pt x="609" y="155"/>
                </a:lnTo>
                <a:lnTo>
                  <a:pt x="610" y="155"/>
                </a:lnTo>
                <a:lnTo>
                  <a:pt x="610" y="156"/>
                </a:lnTo>
                <a:lnTo>
                  <a:pt x="610" y="157"/>
                </a:lnTo>
                <a:lnTo>
                  <a:pt x="609" y="158"/>
                </a:lnTo>
                <a:lnTo>
                  <a:pt x="609" y="157"/>
                </a:lnTo>
                <a:lnTo>
                  <a:pt x="608" y="157"/>
                </a:lnTo>
                <a:lnTo>
                  <a:pt x="608" y="156"/>
                </a:lnTo>
                <a:lnTo>
                  <a:pt x="607" y="155"/>
                </a:lnTo>
                <a:lnTo>
                  <a:pt x="606" y="155"/>
                </a:lnTo>
                <a:lnTo>
                  <a:pt x="605" y="154"/>
                </a:lnTo>
                <a:lnTo>
                  <a:pt x="605" y="155"/>
                </a:lnTo>
                <a:lnTo>
                  <a:pt x="604" y="155"/>
                </a:lnTo>
                <a:lnTo>
                  <a:pt x="604" y="154"/>
                </a:lnTo>
                <a:lnTo>
                  <a:pt x="604" y="153"/>
                </a:lnTo>
                <a:lnTo>
                  <a:pt x="603" y="153"/>
                </a:lnTo>
                <a:lnTo>
                  <a:pt x="602" y="153"/>
                </a:lnTo>
                <a:lnTo>
                  <a:pt x="603" y="152"/>
                </a:lnTo>
                <a:lnTo>
                  <a:pt x="604" y="152"/>
                </a:lnTo>
                <a:lnTo>
                  <a:pt x="605" y="151"/>
                </a:lnTo>
                <a:lnTo>
                  <a:pt x="606" y="151"/>
                </a:lnTo>
                <a:lnTo>
                  <a:pt x="606" y="150"/>
                </a:lnTo>
                <a:lnTo>
                  <a:pt x="607" y="150"/>
                </a:lnTo>
                <a:lnTo>
                  <a:pt x="607" y="151"/>
                </a:lnTo>
                <a:lnTo>
                  <a:pt x="608" y="151"/>
                </a:lnTo>
                <a:lnTo>
                  <a:pt x="609" y="150"/>
                </a:lnTo>
                <a:lnTo>
                  <a:pt x="608" y="150"/>
                </a:lnTo>
                <a:lnTo>
                  <a:pt x="609" y="149"/>
                </a:lnTo>
                <a:lnTo>
                  <a:pt x="610" y="148"/>
                </a:lnTo>
                <a:lnTo>
                  <a:pt x="611" y="148"/>
                </a:lnTo>
                <a:lnTo>
                  <a:pt x="611" y="146"/>
                </a:lnTo>
                <a:lnTo>
                  <a:pt x="612" y="146"/>
                </a:lnTo>
                <a:lnTo>
                  <a:pt x="613" y="145"/>
                </a:lnTo>
                <a:lnTo>
                  <a:pt x="613" y="146"/>
                </a:lnTo>
                <a:lnTo>
                  <a:pt x="614" y="146"/>
                </a:lnTo>
                <a:lnTo>
                  <a:pt x="613" y="146"/>
                </a:lnTo>
                <a:lnTo>
                  <a:pt x="613" y="145"/>
                </a:lnTo>
                <a:lnTo>
                  <a:pt x="612" y="145"/>
                </a:lnTo>
                <a:lnTo>
                  <a:pt x="611" y="146"/>
                </a:lnTo>
                <a:lnTo>
                  <a:pt x="610" y="146"/>
                </a:lnTo>
                <a:lnTo>
                  <a:pt x="609" y="147"/>
                </a:lnTo>
                <a:lnTo>
                  <a:pt x="608" y="148"/>
                </a:lnTo>
                <a:lnTo>
                  <a:pt x="607" y="148"/>
                </a:lnTo>
                <a:lnTo>
                  <a:pt x="606" y="148"/>
                </a:lnTo>
                <a:lnTo>
                  <a:pt x="606" y="149"/>
                </a:lnTo>
                <a:lnTo>
                  <a:pt x="605" y="150"/>
                </a:lnTo>
                <a:lnTo>
                  <a:pt x="604" y="150"/>
                </a:lnTo>
                <a:lnTo>
                  <a:pt x="603" y="151"/>
                </a:lnTo>
                <a:lnTo>
                  <a:pt x="603" y="150"/>
                </a:lnTo>
                <a:lnTo>
                  <a:pt x="603" y="149"/>
                </a:lnTo>
                <a:lnTo>
                  <a:pt x="602" y="148"/>
                </a:lnTo>
                <a:lnTo>
                  <a:pt x="601" y="148"/>
                </a:lnTo>
                <a:lnTo>
                  <a:pt x="601" y="149"/>
                </a:lnTo>
                <a:lnTo>
                  <a:pt x="602" y="150"/>
                </a:lnTo>
                <a:lnTo>
                  <a:pt x="601" y="151"/>
                </a:lnTo>
                <a:lnTo>
                  <a:pt x="601" y="152"/>
                </a:lnTo>
                <a:lnTo>
                  <a:pt x="601" y="153"/>
                </a:lnTo>
                <a:lnTo>
                  <a:pt x="601" y="154"/>
                </a:lnTo>
                <a:lnTo>
                  <a:pt x="600" y="154"/>
                </a:lnTo>
                <a:lnTo>
                  <a:pt x="600" y="155"/>
                </a:lnTo>
                <a:lnTo>
                  <a:pt x="598" y="155"/>
                </a:lnTo>
                <a:lnTo>
                  <a:pt x="597" y="155"/>
                </a:lnTo>
                <a:lnTo>
                  <a:pt x="596" y="155"/>
                </a:lnTo>
                <a:lnTo>
                  <a:pt x="595" y="155"/>
                </a:lnTo>
                <a:lnTo>
                  <a:pt x="594" y="156"/>
                </a:lnTo>
                <a:lnTo>
                  <a:pt x="593" y="157"/>
                </a:lnTo>
                <a:lnTo>
                  <a:pt x="593" y="158"/>
                </a:lnTo>
                <a:lnTo>
                  <a:pt x="593" y="159"/>
                </a:lnTo>
                <a:lnTo>
                  <a:pt x="594" y="159"/>
                </a:lnTo>
                <a:lnTo>
                  <a:pt x="595" y="160"/>
                </a:lnTo>
                <a:lnTo>
                  <a:pt x="594" y="160"/>
                </a:lnTo>
                <a:lnTo>
                  <a:pt x="593" y="161"/>
                </a:lnTo>
                <a:lnTo>
                  <a:pt x="592" y="161"/>
                </a:lnTo>
                <a:lnTo>
                  <a:pt x="592" y="160"/>
                </a:lnTo>
                <a:lnTo>
                  <a:pt x="592" y="159"/>
                </a:lnTo>
                <a:lnTo>
                  <a:pt x="591" y="159"/>
                </a:lnTo>
                <a:lnTo>
                  <a:pt x="590" y="159"/>
                </a:lnTo>
                <a:lnTo>
                  <a:pt x="589" y="159"/>
                </a:lnTo>
                <a:lnTo>
                  <a:pt x="588" y="159"/>
                </a:lnTo>
                <a:lnTo>
                  <a:pt x="587" y="160"/>
                </a:lnTo>
                <a:lnTo>
                  <a:pt x="586" y="160"/>
                </a:lnTo>
                <a:lnTo>
                  <a:pt x="585" y="160"/>
                </a:lnTo>
                <a:lnTo>
                  <a:pt x="584" y="160"/>
                </a:lnTo>
                <a:lnTo>
                  <a:pt x="583" y="160"/>
                </a:lnTo>
                <a:lnTo>
                  <a:pt x="582" y="161"/>
                </a:lnTo>
                <a:lnTo>
                  <a:pt x="581" y="161"/>
                </a:lnTo>
                <a:lnTo>
                  <a:pt x="581" y="162"/>
                </a:lnTo>
                <a:lnTo>
                  <a:pt x="581" y="164"/>
                </a:lnTo>
                <a:lnTo>
                  <a:pt x="580" y="164"/>
                </a:lnTo>
                <a:lnTo>
                  <a:pt x="580" y="163"/>
                </a:lnTo>
                <a:lnTo>
                  <a:pt x="580" y="162"/>
                </a:lnTo>
                <a:lnTo>
                  <a:pt x="580" y="161"/>
                </a:lnTo>
                <a:lnTo>
                  <a:pt x="578" y="161"/>
                </a:lnTo>
                <a:lnTo>
                  <a:pt x="577" y="162"/>
                </a:lnTo>
                <a:lnTo>
                  <a:pt x="576" y="162"/>
                </a:lnTo>
                <a:lnTo>
                  <a:pt x="576" y="163"/>
                </a:lnTo>
                <a:lnTo>
                  <a:pt x="575" y="163"/>
                </a:lnTo>
                <a:lnTo>
                  <a:pt x="574" y="163"/>
                </a:lnTo>
                <a:lnTo>
                  <a:pt x="573" y="164"/>
                </a:lnTo>
                <a:lnTo>
                  <a:pt x="572" y="164"/>
                </a:lnTo>
                <a:lnTo>
                  <a:pt x="572" y="165"/>
                </a:lnTo>
                <a:lnTo>
                  <a:pt x="570" y="165"/>
                </a:lnTo>
                <a:lnTo>
                  <a:pt x="569" y="167"/>
                </a:lnTo>
                <a:lnTo>
                  <a:pt x="568" y="167"/>
                </a:lnTo>
                <a:lnTo>
                  <a:pt x="568" y="168"/>
                </a:lnTo>
                <a:lnTo>
                  <a:pt x="567" y="168"/>
                </a:lnTo>
                <a:lnTo>
                  <a:pt x="566" y="169"/>
                </a:lnTo>
                <a:lnTo>
                  <a:pt x="565" y="169"/>
                </a:lnTo>
                <a:lnTo>
                  <a:pt x="564" y="169"/>
                </a:lnTo>
                <a:lnTo>
                  <a:pt x="563" y="169"/>
                </a:lnTo>
                <a:lnTo>
                  <a:pt x="564" y="168"/>
                </a:lnTo>
                <a:lnTo>
                  <a:pt x="564" y="167"/>
                </a:lnTo>
                <a:lnTo>
                  <a:pt x="563" y="167"/>
                </a:lnTo>
                <a:lnTo>
                  <a:pt x="563" y="170"/>
                </a:lnTo>
                <a:lnTo>
                  <a:pt x="562" y="171"/>
                </a:lnTo>
                <a:lnTo>
                  <a:pt x="563" y="172"/>
                </a:lnTo>
                <a:lnTo>
                  <a:pt x="562" y="172"/>
                </a:lnTo>
                <a:lnTo>
                  <a:pt x="561" y="172"/>
                </a:lnTo>
                <a:lnTo>
                  <a:pt x="561" y="173"/>
                </a:lnTo>
                <a:lnTo>
                  <a:pt x="560" y="173"/>
                </a:lnTo>
                <a:lnTo>
                  <a:pt x="559" y="173"/>
                </a:lnTo>
                <a:lnTo>
                  <a:pt x="558" y="173"/>
                </a:lnTo>
                <a:lnTo>
                  <a:pt x="557" y="173"/>
                </a:lnTo>
                <a:lnTo>
                  <a:pt x="557" y="174"/>
                </a:lnTo>
                <a:lnTo>
                  <a:pt x="556" y="174"/>
                </a:lnTo>
                <a:lnTo>
                  <a:pt x="556" y="173"/>
                </a:lnTo>
                <a:lnTo>
                  <a:pt x="555" y="172"/>
                </a:lnTo>
                <a:lnTo>
                  <a:pt x="555" y="173"/>
                </a:lnTo>
                <a:lnTo>
                  <a:pt x="554" y="173"/>
                </a:lnTo>
                <a:lnTo>
                  <a:pt x="554" y="172"/>
                </a:lnTo>
                <a:lnTo>
                  <a:pt x="553" y="172"/>
                </a:lnTo>
                <a:lnTo>
                  <a:pt x="552" y="172"/>
                </a:lnTo>
                <a:lnTo>
                  <a:pt x="552" y="171"/>
                </a:lnTo>
                <a:lnTo>
                  <a:pt x="553" y="170"/>
                </a:lnTo>
                <a:lnTo>
                  <a:pt x="553" y="169"/>
                </a:lnTo>
                <a:lnTo>
                  <a:pt x="553" y="168"/>
                </a:lnTo>
                <a:lnTo>
                  <a:pt x="554" y="168"/>
                </a:lnTo>
                <a:lnTo>
                  <a:pt x="553" y="168"/>
                </a:lnTo>
                <a:lnTo>
                  <a:pt x="552" y="169"/>
                </a:lnTo>
                <a:lnTo>
                  <a:pt x="551" y="168"/>
                </a:lnTo>
                <a:lnTo>
                  <a:pt x="550" y="168"/>
                </a:lnTo>
                <a:lnTo>
                  <a:pt x="550" y="167"/>
                </a:lnTo>
                <a:lnTo>
                  <a:pt x="550" y="166"/>
                </a:lnTo>
                <a:lnTo>
                  <a:pt x="549" y="165"/>
                </a:lnTo>
                <a:lnTo>
                  <a:pt x="549" y="166"/>
                </a:lnTo>
                <a:lnTo>
                  <a:pt x="549" y="167"/>
                </a:lnTo>
                <a:lnTo>
                  <a:pt x="549" y="168"/>
                </a:lnTo>
                <a:lnTo>
                  <a:pt x="549" y="169"/>
                </a:lnTo>
                <a:lnTo>
                  <a:pt x="548" y="168"/>
                </a:lnTo>
                <a:lnTo>
                  <a:pt x="548" y="167"/>
                </a:lnTo>
                <a:lnTo>
                  <a:pt x="547" y="166"/>
                </a:lnTo>
                <a:lnTo>
                  <a:pt x="546" y="166"/>
                </a:lnTo>
                <a:lnTo>
                  <a:pt x="547" y="167"/>
                </a:lnTo>
                <a:lnTo>
                  <a:pt x="547" y="168"/>
                </a:lnTo>
                <a:lnTo>
                  <a:pt x="546" y="168"/>
                </a:lnTo>
                <a:lnTo>
                  <a:pt x="546" y="169"/>
                </a:lnTo>
                <a:lnTo>
                  <a:pt x="545" y="169"/>
                </a:lnTo>
                <a:lnTo>
                  <a:pt x="545" y="170"/>
                </a:lnTo>
                <a:lnTo>
                  <a:pt x="544" y="170"/>
                </a:lnTo>
                <a:lnTo>
                  <a:pt x="543" y="170"/>
                </a:lnTo>
                <a:lnTo>
                  <a:pt x="542" y="170"/>
                </a:lnTo>
                <a:lnTo>
                  <a:pt x="541" y="170"/>
                </a:lnTo>
                <a:lnTo>
                  <a:pt x="540" y="170"/>
                </a:lnTo>
                <a:lnTo>
                  <a:pt x="540" y="169"/>
                </a:lnTo>
                <a:lnTo>
                  <a:pt x="539" y="168"/>
                </a:lnTo>
                <a:lnTo>
                  <a:pt x="539" y="169"/>
                </a:lnTo>
                <a:lnTo>
                  <a:pt x="540" y="169"/>
                </a:lnTo>
                <a:lnTo>
                  <a:pt x="540" y="170"/>
                </a:lnTo>
                <a:lnTo>
                  <a:pt x="541" y="171"/>
                </a:lnTo>
                <a:lnTo>
                  <a:pt x="541" y="172"/>
                </a:lnTo>
                <a:lnTo>
                  <a:pt x="540" y="172"/>
                </a:lnTo>
                <a:lnTo>
                  <a:pt x="538" y="172"/>
                </a:lnTo>
                <a:lnTo>
                  <a:pt x="538" y="173"/>
                </a:lnTo>
                <a:lnTo>
                  <a:pt x="538" y="172"/>
                </a:lnTo>
                <a:lnTo>
                  <a:pt x="539" y="172"/>
                </a:lnTo>
                <a:lnTo>
                  <a:pt x="540" y="173"/>
                </a:lnTo>
                <a:lnTo>
                  <a:pt x="541" y="173"/>
                </a:lnTo>
                <a:lnTo>
                  <a:pt x="542" y="172"/>
                </a:lnTo>
                <a:lnTo>
                  <a:pt x="543" y="171"/>
                </a:lnTo>
                <a:lnTo>
                  <a:pt x="544" y="171"/>
                </a:lnTo>
                <a:lnTo>
                  <a:pt x="545" y="170"/>
                </a:lnTo>
                <a:lnTo>
                  <a:pt x="546" y="170"/>
                </a:lnTo>
                <a:lnTo>
                  <a:pt x="546" y="171"/>
                </a:lnTo>
                <a:lnTo>
                  <a:pt x="547" y="171"/>
                </a:lnTo>
                <a:lnTo>
                  <a:pt x="548" y="171"/>
                </a:lnTo>
                <a:lnTo>
                  <a:pt x="548" y="172"/>
                </a:lnTo>
                <a:lnTo>
                  <a:pt x="548" y="173"/>
                </a:lnTo>
                <a:lnTo>
                  <a:pt x="549" y="174"/>
                </a:lnTo>
                <a:lnTo>
                  <a:pt x="550" y="174"/>
                </a:lnTo>
                <a:lnTo>
                  <a:pt x="550" y="175"/>
                </a:lnTo>
                <a:lnTo>
                  <a:pt x="551" y="174"/>
                </a:lnTo>
                <a:lnTo>
                  <a:pt x="552" y="174"/>
                </a:lnTo>
                <a:lnTo>
                  <a:pt x="552" y="175"/>
                </a:lnTo>
                <a:lnTo>
                  <a:pt x="555" y="175"/>
                </a:lnTo>
                <a:lnTo>
                  <a:pt x="556" y="176"/>
                </a:lnTo>
                <a:lnTo>
                  <a:pt x="557" y="176"/>
                </a:lnTo>
                <a:lnTo>
                  <a:pt x="557" y="177"/>
                </a:lnTo>
                <a:lnTo>
                  <a:pt x="556" y="177"/>
                </a:lnTo>
                <a:lnTo>
                  <a:pt x="556" y="178"/>
                </a:lnTo>
                <a:lnTo>
                  <a:pt x="555" y="179"/>
                </a:lnTo>
                <a:lnTo>
                  <a:pt x="554" y="180"/>
                </a:lnTo>
                <a:lnTo>
                  <a:pt x="554" y="181"/>
                </a:lnTo>
                <a:lnTo>
                  <a:pt x="554" y="182"/>
                </a:lnTo>
                <a:lnTo>
                  <a:pt x="554" y="183"/>
                </a:lnTo>
                <a:lnTo>
                  <a:pt x="555" y="183"/>
                </a:lnTo>
                <a:lnTo>
                  <a:pt x="555" y="184"/>
                </a:lnTo>
                <a:lnTo>
                  <a:pt x="555" y="185"/>
                </a:lnTo>
                <a:lnTo>
                  <a:pt x="555" y="184"/>
                </a:lnTo>
                <a:lnTo>
                  <a:pt x="555" y="185"/>
                </a:lnTo>
                <a:lnTo>
                  <a:pt x="554" y="185"/>
                </a:lnTo>
                <a:lnTo>
                  <a:pt x="554" y="186"/>
                </a:lnTo>
                <a:lnTo>
                  <a:pt x="553" y="186"/>
                </a:lnTo>
                <a:lnTo>
                  <a:pt x="552" y="186"/>
                </a:lnTo>
                <a:lnTo>
                  <a:pt x="550" y="186"/>
                </a:lnTo>
                <a:lnTo>
                  <a:pt x="550" y="187"/>
                </a:lnTo>
                <a:lnTo>
                  <a:pt x="550" y="188"/>
                </a:lnTo>
                <a:lnTo>
                  <a:pt x="551" y="188"/>
                </a:lnTo>
                <a:lnTo>
                  <a:pt x="551" y="189"/>
                </a:lnTo>
                <a:lnTo>
                  <a:pt x="551" y="190"/>
                </a:lnTo>
                <a:lnTo>
                  <a:pt x="550" y="190"/>
                </a:lnTo>
                <a:lnTo>
                  <a:pt x="550" y="191"/>
                </a:lnTo>
                <a:lnTo>
                  <a:pt x="549" y="191"/>
                </a:lnTo>
                <a:lnTo>
                  <a:pt x="549" y="192"/>
                </a:lnTo>
                <a:lnTo>
                  <a:pt x="548" y="193"/>
                </a:lnTo>
                <a:lnTo>
                  <a:pt x="549" y="193"/>
                </a:lnTo>
                <a:lnTo>
                  <a:pt x="549" y="194"/>
                </a:lnTo>
                <a:lnTo>
                  <a:pt x="548" y="194"/>
                </a:lnTo>
                <a:lnTo>
                  <a:pt x="548" y="195"/>
                </a:lnTo>
                <a:lnTo>
                  <a:pt x="547" y="195"/>
                </a:lnTo>
                <a:lnTo>
                  <a:pt x="547" y="194"/>
                </a:lnTo>
                <a:lnTo>
                  <a:pt x="546" y="194"/>
                </a:lnTo>
                <a:lnTo>
                  <a:pt x="546" y="193"/>
                </a:lnTo>
                <a:lnTo>
                  <a:pt x="545" y="193"/>
                </a:lnTo>
                <a:lnTo>
                  <a:pt x="546" y="193"/>
                </a:lnTo>
                <a:lnTo>
                  <a:pt x="546" y="192"/>
                </a:lnTo>
                <a:lnTo>
                  <a:pt x="545" y="192"/>
                </a:lnTo>
                <a:lnTo>
                  <a:pt x="546" y="191"/>
                </a:lnTo>
                <a:lnTo>
                  <a:pt x="546" y="190"/>
                </a:lnTo>
                <a:lnTo>
                  <a:pt x="546" y="189"/>
                </a:lnTo>
                <a:lnTo>
                  <a:pt x="545" y="189"/>
                </a:lnTo>
                <a:lnTo>
                  <a:pt x="545" y="188"/>
                </a:lnTo>
                <a:lnTo>
                  <a:pt x="544" y="188"/>
                </a:lnTo>
                <a:lnTo>
                  <a:pt x="544" y="187"/>
                </a:lnTo>
                <a:lnTo>
                  <a:pt x="545" y="186"/>
                </a:lnTo>
                <a:lnTo>
                  <a:pt x="544" y="185"/>
                </a:lnTo>
                <a:lnTo>
                  <a:pt x="543" y="184"/>
                </a:lnTo>
                <a:lnTo>
                  <a:pt x="542" y="184"/>
                </a:lnTo>
                <a:lnTo>
                  <a:pt x="542" y="185"/>
                </a:lnTo>
                <a:lnTo>
                  <a:pt x="540" y="185"/>
                </a:lnTo>
                <a:lnTo>
                  <a:pt x="537" y="185"/>
                </a:lnTo>
                <a:lnTo>
                  <a:pt x="536" y="185"/>
                </a:lnTo>
                <a:lnTo>
                  <a:pt x="536" y="186"/>
                </a:lnTo>
                <a:lnTo>
                  <a:pt x="537" y="186"/>
                </a:lnTo>
                <a:lnTo>
                  <a:pt x="536" y="187"/>
                </a:lnTo>
                <a:lnTo>
                  <a:pt x="537" y="187"/>
                </a:lnTo>
                <a:lnTo>
                  <a:pt x="537" y="188"/>
                </a:lnTo>
                <a:lnTo>
                  <a:pt x="536" y="188"/>
                </a:lnTo>
                <a:lnTo>
                  <a:pt x="535" y="188"/>
                </a:lnTo>
                <a:lnTo>
                  <a:pt x="534" y="188"/>
                </a:lnTo>
                <a:lnTo>
                  <a:pt x="533" y="189"/>
                </a:lnTo>
                <a:lnTo>
                  <a:pt x="534" y="189"/>
                </a:lnTo>
                <a:lnTo>
                  <a:pt x="534" y="190"/>
                </a:lnTo>
                <a:lnTo>
                  <a:pt x="533" y="190"/>
                </a:lnTo>
                <a:lnTo>
                  <a:pt x="532" y="190"/>
                </a:lnTo>
                <a:lnTo>
                  <a:pt x="532" y="191"/>
                </a:lnTo>
                <a:lnTo>
                  <a:pt x="532" y="192"/>
                </a:lnTo>
                <a:lnTo>
                  <a:pt x="531" y="192"/>
                </a:lnTo>
                <a:lnTo>
                  <a:pt x="531" y="193"/>
                </a:lnTo>
                <a:lnTo>
                  <a:pt x="531" y="195"/>
                </a:lnTo>
                <a:lnTo>
                  <a:pt x="532" y="195"/>
                </a:lnTo>
                <a:lnTo>
                  <a:pt x="533" y="195"/>
                </a:lnTo>
                <a:lnTo>
                  <a:pt x="533" y="196"/>
                </a:lnTo>
                <a:lnTo>
                  <a:pt x="534" y="196"/>
                </a:lnTo>
                <a:lnTo>
                  <a:pt x="534" y="198"/>
                </a:lnTo>
                <a:lnTo>
                  <a:pt x="535" y="199"/>
                </a:lnTo>
                <a:lnTo>
                  <a:pt x="534" y="200"/>
                </a:lnTo>
                <a:lnTo>
                  <a:pt x="533" y="200"/>
                </a:lnTo>
                <a:lnTo>
                  <a:pt x="533" y="199"/>
                </a:lnTo>
                <a:lnTo>
                  <a:pt x="532" y="199"/>
                </a:lnTo>
                <a:lnTo>
                  <a:pt x="531" y="200"/>
                </a:lnTo>
                <a:lnTo>
                  <a:pt x="530" y="200"/>
                </a:lnTo>
                <a:lnTo>
                  <a:pt x="530" y="199"/>
                </a:lnTo>
                <a:lnTo>
                  <a:pt x="529" y="199"/>
                </a:lnTo>
                <a:lnTo>
                  <a:pt x="528" y="199"/>
                </a:lnTo>
                <a:lnTo>
                  <a:pt x="527" y="199"/>
                </a:lnTo>
                <a:lnTo>
                  <a:pt x="528" y="200"/>
                </a:lnTo>
                <a:lnTo>
                  <a:pt x="527" y="200"/>
                </a:lnTo>
                <a:lnTo>
                  <a:pt x="528" y="201"/>
                </a:lnTo>
                <a:lnTo>
                  <a:pt x="528" y="202"/>
                </a:lnTo>
                <a:lnTo>
                  <a:pt x="528" y="203"/>
                </a:lnTo>
                <a:lnTo>
                  <a:pt x="527" y="203"/>
                </a:lnTo>
                <a:lnTo>
                  <a:pt x="527" y="204"/>
                </a:lnTo>
                <a:lnTo>
                  <a:pt x="527" y="205"/>
                </a:lnTo>
                <a:lnTo>
                  <a:pt x="527" y="206"/>
                </a:lnTo>
                <a:lnTo>
                  <a:pt x="528" y="206"/>
                </a:lnTo>
                <a:lnTo>
                  <a:pt x="529" y="205"/>
                </a:lnTo>
                <a:lnTo>
                  <a:pt x="530" y="205"/>
                </a:lnTo>
                <a:lnTo>
                  <a:pt x="530" y="206"/>
                </a:lnTo>
                <a:lnTo>
                  <a:pt x="529" y="207"/>
                </a:lnTo>
                <a:lnTo>
                  <a:pt x="530" y="208"/>
                </a:lnTo>
                <a:lnTo>
                  <a:pt x="529" y="208"/>
                </a:lnTo>
                <a:lnTo>
                  <a:pt x="529" y="209"/>
                </a:lnTo>
                <a:lnTo>
                  <a:pt x="530" y="210"/>
                </a:lnTo>
                <a:lnTo>
                  <a:pt x="530" y="211"/>
                </a:lnTo>
                <a:lnTo>
                  <a:pt x="530" y="212"/>
                </a:lnTo>
                <a:lnTo>
                  <a:pt x="531" y="212"/>
                </a:lnTo>
                <a:lnTo>
                  <a:pt x="531" y="213"/>
                </a:lnTo>
                <a:lnTo>
                  <a:pt x="530" y="213"/>
                </a:lnTo>
                <a:lnTo>
                  <a:pt x="530" y="214"/>
                </a:lnTo>
                <a:lnTo>
                  <a:pt x="531" y="215"/>
                </a:lnTo>
                <a:lnTo>
                  <a:pt x="530" y="215"/>
                </a:lnTo>
                <a:lnTo>
                  <a:pt x="530" y="216"/>
                </a:lnTo>
                <a:lnTo>
                  <a:pt x="531" y="217"/>
                </a:lnTo>
                <a:lnTo>
                  <a:pt x="531" y="218"/>
                </a:lnTo>
                <a:lnTo>
                  <a:pt x="532" y="218"/>
                </a:lnTo>
                <a:lnTo>
                  <a:pt x="532" y="219"/>
                </a:lnTo>
                <a:lnTo>
                  <a:pt x="531" y="219"/>
                </a:lnTo>
                <a:lnTo>
                  <a:pt x="532" y="219"/>
                </a:lnTo>
                <a:lnTo>
                  <a:pt x="533" y="219"/>
                </a:lnTo>
                <a:lnTo>
                  <a:pt x="533" y="220"/>
                </a:lnTo>
                <a:lnTo>
                  <a:pt x="532" y="220"/>
                </a:lnTo>
                <a:lnTo>
                  <a:pt x="531" y="220"/>
                </a:lnTo>
                <a:lnTo>
                  <a:pt x="530" y="220"/>
                </a:lnTo>
                <a:lnTo>
                  <a:pt x="529" y="220"/>
                </a:lnTo>
                <a:lnTo>
                  <a:pt x="528" y="220"/>
                </a:lnTo>
                <a:lnTo>
                  <a:pt x="527" y="221"/>
                </a:lnTo>
                <a:lnTo>
                  <a:pt x="526" y="221"/>
                </a:lnTo>
                <a:lnTo>
                  <a:pt x="525" y="221"/>
                </a:lnTo>
                <a:lnTo>
                  <a:pt x="524" y="221"/>
                </a:lnTo>
                <a:lnTo>
                  <a:pt x="523" y="221"/>
                </a:lnTo>
                <a:lnTo>
                  <a:pt x="523" y="222"/>
                </a:lnTo>
                <a:lnTo>
                  <a:pt x="523" y="223"/>
                </a:lnTo>
                <a:lnTo>
                  <a:pt x="522" y="223"/>
                </a:lnTo>
                <a:lnTo>
                  <a:pt x="521" y="223"/>
                </a:lnTo>
                <a:lnTo>
                  <a:pt x="521" y="222"/>
                </a:lnTo>
                <a:lnTo>
                  <a:pt x="520" y="222"/>
                </a:lnTo>
                <a:lnTo>
                  <a:pt x="519" y="222"/>
                </a:lnTo>
                <a:lnTo>
                  <a:pt x="518" y="222"/>
                </a:lnTo>
                <a:lnTo>
                  <a:pt x="517" y="222"/>
                </a:lnTo>
                <a:lnTo>
                  <a:pt x="517" y="223"/>
                </a:lnTo>
                <a:lnTo>
                  <a:pt x="518" y="223"/>
                </a:lnTo>
                <a:lnTo>
                  <a:pt x="518" y="224"/>
                </a:lnTo>
                <a:lnTo>
                  <a:pt x="516" y="224"/>
                </a:lnTo>
                <a:lnTo>
                  <a:pt x="516" y="223"/>
                </a:lnTo>
                <a:lnTo>
                  <a:pt x="515" y="224"/>
                </a:lnTo>
                <a:lnTo>
                  <a:pt x="513" y="224"/>
                </a:lnTo>
                <a:lnTo>
                  <a:pt x="512" y="224"/>
                </a:lnTo>
                <a:lnTo>
                  <a:pt x="511" y="224"/>
                </a:lnTo>
                <a:lnTo>
                  <a:pt x="510" y="224"/>
                </a:lnTo>
                <a:lnTo>
                  <a:pt x="510" y="225"/>
                </a:lnTo>
                <a:lnTo>
                  <a:pt x="509" y="225"/>
                </a:lnTo>
                <a:lnTo>
                  <a:pt x="509" y="226"/>
                </a:lnTo>
                <a:lnTo>
                  <a:pt x="508" y="227"/>
                </a:lnTo>
                <a:lnTo>
                  <a:pt x="507" y="227"/>
                </a:lnTo>
                <a:lnTo>
                  <a:pt x="507" y="228"/>
                </a:lnTo>
                <a:lnTo>
                  <a:pt x="506" y="228"/>
                </a:lnTo>
                <a:lnTo>
                  <a:pt x="505" y="228"/>
                </a:lnTo>
                <a:lnTo>
                  <a:pt x="504" y="228"/>
                </a:lnTo>
                <a:lnTo>
                  <a:pt x="504" y="227"/>
                </a:lnTo>
                <a:lnTo>
                  <a:pt x="503" y="227"/>
                </a:lnTo>
                <a:lnTo>
                  <a:pt x="502" y="228"/>
                </a:lnTo>
                <a:lnTo>
                  <a:pt x="501" y="228"/>
                </a:lnTo>
                <a:lnTo>
                  <a:pt x="500" y="228"/>
                </a:lnTo>
                <a:lnTo>
                  <a:pt x="499" y="228"/>
                </a:lnTo>
                <a:lnTo>
                  <a:pt x="499" y="227"/>
                </a:lnTo>
                <a:lnTo>
                  <a:pt x="498" y="228"/>
                </a:lnTo>
                <a:lnTo>
                  <a:pt x="498" y="227"/>
                </a:lnTo>
                <a:lnTo>
                  <a:pt x="497" y="227"/>
                </a:lnTo>
                <a:lnTo>
                  <a:pt x="496" y="228"/>
                </a:lnTo>
                <a:lnTo>
                  <a:pt x="495" y="228"/>
                </a:lnTo>
                <a:lnTo>
                  <a:pt x="494" y="227"/>
                </a:lnTo>
                <a:lnTo>
                  <a:pt x="496" y="226"/>
                </a:lnTo>
                <a:lnTo>
                  <a:pt x="497" y="225"/>
                </a:lnTo>
                <a:lnTo>
                  <a:pt x="497" y="224"/>
                </a:lnTo>
                <a:lnTo>
                  <a:pt x="498" y="224"/>
                </a:lnTo>
                <a:lnTo>
                  <a:pt x="498" y="223"/>
                </a:lnTo>
                <a:lnTo>
                  <a:pt x="497" y="224"/>
                </a:lnTo>
                <a:lnTo>
                  <a:pt x="496" y="223"/>
                </a:lnTo>
                <a:lnTo>
                  <a:pt x="497" y="223"/>
                </a:lnTo>
                <a:lnTo>
                  <a:pt x="497" y="222"/>
                </a:lnTo>
                <a:lnTo>
                  <a:pt x="498" y="222"/>
                </a:lnTo>
                <a:lnTo>
                  <a:pt x="498" y="221"/>
                </a:lnTo>
                <a:lnTo>
                  <a:pt x="499" y="220"/>
                </a:lnTo>
                <a:lnTo>
                  <a:pt x="499" y="219"/>
                </a:lnTo>
                <a:lnTo>
                  <a:pt x="499" y="218"/>
                </a:lnTo>
                <a:lnTo>
                  <a:pt x="500" y="217"/>
                </a:lnTo>
                <a:lnTo>
                  <a:pt x="501" y="218"/>
                </a:lnTo>
                <a:lnTo>
                  <a:pt x="502" y="218"/>
                </a:lnTo>
                <a:lnTo>
                  <a:pt x="501" y="217"/>
                </a:lnTo>
                <a:lnTo>
                  <a:pt x="500" y="216"/>
                </a:lnTo>
                <a:lnTo>
                  <a:pt x="501" y="216"/>
                </a:lnTo>
                <a:lnTo>
                  <a:pt x="502" y="216"/>
                </a:lnTo>
                <a:lnTo>
                  <a:pt x="502" y="215"/>
                </a:lnTo>
                <a:lnTo>
                  <a:pt x="502" y="214"/>
                </a:lnTo>
                <a:lnTo>
                  <a:pt x="501" y="213"/>
                </a:lnTo>
                <a:lnTo>
                  <a:pt x="500" y="213"/>
                </a:lnTo>
                <a:lnTo>
                  <a:pt x="500" y="212"/>
                </a:lnTo>
                <a:lnTo>
                  <a:pt x="499" y="212"/>
                </a:lnTo>
                <a:lnTo>
                  <a:pt x="499" y="211"/>
                </a:lnTo>
                <a:lnTo>
                  <a:pt x="498" y="211"/>
                </a:lnTo>
                <a:lnTo>
                  <a:pt x="498" y="210"/>
                </a:lnTo>
                <a:lnTo>
                  <a:pt x="497" y="209"/>
                </a:lnTo>
                <a:lnTo>
                  <a:pt x="497" y="208"/>
                </a:lnTo>
                <a:lnTo>
                  <a:pt x="497" y="207"/>
                </a:lnTo>
                <a:lnTo>
                  <a:pt x="497" y="208"/>
                </a:lnTo>
                <a:lnTo>
                  <a:pt x="495" y="208"/>
                </a:lnTo>
                <a:lnTo>
                  <a:pt x="496" y="209"/>
                </a:lnTo>
                <a:lnTo>
                  <a:pt x="495" y="210"/>
                </a:lnTo>
                <a:lnTo>
                  <a:pt x="494" y="211"/>
                </a:lnTo>
                <a:lnTo>
                  <a:pt x="494" y="212"/>
                </a:lnTo>
                <a:lnTo>
                  <a:pt x="495" y="213"/>
                </a:lnTo>
                <a:lnTo>
                  <a:pt x="496" y="213"/>
                </a:lnTo>
                <a:lnTo>
                  <a:pt x="496" y="214"/>
                </a:lnTo>
                <a:lnTo>
                  <a:pt x="493" y="214"/>
                </a:lnTo>
                <a:lnTo>
                  <a:pt x="493" y="215"/>
                </a:lnTo>
                <a:lnTo>
                  <a:pt x="492" y="215"/>
                </a:lnTo>
                <a:lnTo>
                  <a:pt x="492" y="214"/>
                </a:lnTo>
                <a:lnTo>
                  <a:pt x="492" y="213"/>
                </a:lnTo>
                <a:lnTo>
                  <a:pt x="491" y="213"/>
                </a:lnTo>
                <a:lnTo>
                  <a:pt x="490" y="213"/>
                </a:lnTo>
                <a:lnTo>
                  <a:pt x="490" y="214"/>
                </a:lnTo>
                <a:lnTo>
                  <a:pt x="489" y="214"/>
                </a:lnTo>
                <a:lnTo>
                  <a:pt x="489" y="212"/>
                </a:lnTo>
                <a:lnTo>
                  <a:pt x="488" y="212"/>
                </a:lnTo>
                <a:lnTo>
                  <a:pt x="488" y="211"/>
                </a:lnTo>
                <a:lnTo>
                  <a:pt x="487" y="212"/>
                </a:lnTo>
                <a:lnTo>
                  <a:pt x="486" y="212"/>
                </a:lnTo>
                <a:lnTo>
                  <a:pt x="485" y="212"/>
                </a:lnTo>
                <a:lnTo>
                  <a:pt x="484" y="213"/>
                </a:lnTo>
                <a:lnTo>
                  <a:pt x="483" y="213"/>
                </a:lnTo>
                <a:lnTo>
                  <a:pt x="483" y="214"/>
                </a:lnTo>
                <a:lnTo>
                  <a:pt x="482" y="214"/>
                </a:lnTo>
                <a:lnTo>
                  <a:pt x="481" y="215"/>
                </a:lnTo>
                <a:lnTo>
                  <a:pt x="480" y="215"/>
                </a:lnTo>
                <a:lnTo>
                  <a:pt x="480" y="214"/>
                </a:lnTo>
                <a:lnTo>
                  <a:pt x="479" y="214"/>
                </a:lnTo>
                <a:lnTo>
                  <a:pt x="480" y="214"/>
                </a:lnTo>
                <a:lnTo>
                  <a:pt x="480" y="213"/>
                </a:lnTo>
                <a:lnTo>
                  <a:pt x="479" y="213"/>
                </a:lnTo>
                <a:lnTo>
                  <a:pt x="479" y="214"/>
                </a:lnTo>
                <a:lnTo>
                  <a:pt x="480" y="215"/>
                </a:lnTo>
                <a:lnTo>
                  <a:pt x="480" y="216"/>
                </a:lnTo>
                <a:lnTo>
                  <a:pt x="480" y="217"/>
                </a:lnTo>
                <a:lnTo>
                  <a:pt x="480" y="218"/>
                </a:lnTo>
                <a:lnTo>
                  <a:pt x="481" y="218"/>
                </a:lnTo>
                <a:lnTo>
                  <a:pt x="480" y="219"/>
                </a:lnTo>
                <a:lnTo>
                  <a:pt x="479" y="220"/>
                </a:lnTo>
                <a:lnTo>
                  <a:pt x="478" y="220"/>
                </a:lnTo>
                <a:lnTo>
                  <a:pt x="477" y="220"/>
                </a:lnTo>
                <a:lnTo>
                  <a:pt x="476" y="220"/>
                </a:lnTo>
                <a:lnTo>
                  <a:pt x="477" y="221"/>
                </a:lnTo>
                <a:lnTo>
                  <a:pt x="478" y="221"/>
                </a:lnTo>
                <a:lnTo>
                  <a:pt x="479" y="222"/>
                </a:lnTo>
                <a:lnTo>
                  <a:pt x="479" y="223"/>
                </a:lnTo>
                <a:lnTo>
                  <a:pt x="478" y="223"/>
                </a:lnTo>
                <a:lnTo>
                  <a:pt x="479" y="223"/>
                </a:lnTo>
                <a:lnTo>
                  <a:pt x="479" y="224"/>
                </a:lnTo>
                <a:lnTo>
                  <a:pt x="480" y="224"/>
                </a:lnTo>
                <a:lnTo>
                  <a:pt x="481" y="224"/>
                </a:lnTo>
                <a:lnTo>
                  <a:pt x="482" y="224"/>
                </a:lnTo>
                <a:lnTo>
                  <a:pt x="482" y="225"/>
                </a:lnTo>
                <a:lnTo>
                  <a:pt x="483" y="225"/>
                </a:lnTo>
                <a:lnTo>
                  <a:pt x="484" y="226"/>
                </a:lnTo>
                <a:lnTo>
                  <a:pt x="483" y="226"/>
                </a:lnTo>
                <a:lnTo>
                  <a:pt x="484" y="227"/>
                </a:lnTo>
                <a:lnTo>
                  <a:pt x="485" y="227"/>
                </a:lnTo>
                <a:lnTo>
                  <a:pt x="486" y="227"/>
                </a:lnTo>
                <a:lnTo>
                  <a:pt x="487" y="227"/>
                </a:lnTo>
                <a:lnTo>
                  <a:pt x="488" y="227"/>
                </a:lnTo>
                <a:lnTo>
                  <a:pt x="489" y="227"/>
                </a:lnTo>
                <a:lnTo>
                  <a:pt x="490" y="227"/>
                </a:lnTo>
                <a:lnTo>
                  <a:pt x="490" y="228"/>
                </a:lnTo>
                <a:lnTo>
                  <a:pt x="490" y="229"/>
                </a:lnTo>
                <a:lnTo>
                  <a:pt x="489" y="229"/>
                </a:lnTo>
                <a:lnTo>
                  <a:pt x="489" y="230"/>
                </a:lnTo>
                <a:lnTo>
                  <a:pt x="489" y="231"/>
                </a:lnTo>
                <a:lnTo>
                  <a:pt x="488" y="232"/>
                </a:lnTo>
                <a:lnTo>
                  <a:pt x="486" y="234"/>
                </a:lnTo>
                <a:lnTo>
                  <a:pt x="486" y="233"/>
                </a:lnTo>
                <a:lnTo>
                  <a:pt x="486" y="234"/>
                </a:lnTo>
                <a:lnTo>
                  <a:pt x="487" y="234"/>
                </a:lnTo>
                <a:lnTo>
                  <a:pt x="488" y="234"/>
                </a:lnTo>
                <a:lnTo>
                  <a:pt x="490" y="232"/>
                </a:lnTo>
                <a:lnTo>
                  <a:pt x="490" y="233"/>
                </a:lnTo>
                <a:lnTo>
                  <a:pt x="490" y="232"/>
                </a:lnTo>
                <a:lnTo>
                  <a:pt x="491" y="232"/>
                </a:lnTo>
                <a:lnTo>
                  <a:pt x="491" y="233"/>
                </a:lnTo>
                <a:lnTo>
                  <a:pt x="490" y="234"/>
                </a:lnTo>
                <a:lnTo>
                  <a:pt x="491" y="234"/>
                </a:lnTo>
                <a:lnTo>
                  <a:pt x="491" y="235"/>
                </a:lnTo>
                <a:lnTo>
                  <a:pt x="490" y="236"/>
                </a:lnTo>
                <a:lnTo>
                  <a:pt x="491" y="236"/>
                </a:lnTo>
                <a:lnTo>
                  <a:pt x="491" y="235"/>
                </a:lnTo>
                <a:lnTo>
                  <a:pt x="492" y="235"/>
                </a:lnTo>
                <a:lnTo>
                  <a:pt x="492" y="234"/>
                </a:lnTo>
                <a:lnTo>
                  <a:pt x="493" y="234"/>
                </a:lnTo>
                <a:lnTo>
                  <a:pt x="493" y="235"/>
                </a:lnTo>
                <a:lnTo>
                  <a:pt x="494" y="235"/>
                </a:lnTo>
                <a:lnTo>
                  <a:pt x="494" y="234"/>
                </a:lnTo>
                <a:lnTo>
                  <a:pt x="493" y="234"/>
                </a:lnTo>
                <a:lnTo>
                  <a:pt x="493" y="233"/>
                </a:lnTo>
                <a:lnTo>
                  <a:pt x="494" y="232"/>
                </a:lnTo>
                <a:lnTo>
                  <a:pt x="495" y="232"/>
                </a:lnTo>
                <a:lnTo>
                  <a:pt x="496" y="232"/>
                </a:lnTo>
                <a:lnTo>
                  <a:pt x="497" y="233"/>
                </a:lnTo>
                <a:lnTo>
                  <a:pt x="496" y="234"/>
                </a:lnTo>
                <a:lnTo>
                  <a:pt x="496" y="235"/>
                </a:lnTo>
                <a:lnTo>
                  <a:pt x="495" y="236"/>
                </a:lnTo>
                <a:lnTo>
                  <a:pt x="495" y="237"/>
                </a:lnTo>
                <a:lnTo>
                  <a:pt x="494" y="237"/>
                </a:lnTo>
                <a:lnTo>
                  <a:pt x="493" y="237"/>
                </a:lnTo>
                <a:lnTo>
                  <a:pt x="492" y="237"/>
                </a:lnTo>
                <a:lnTo>
                  <a:pt x="491" y="237"/>
                </a:lnTo>
                <a:lnTo>
                  <a:pt x="490" y="239"/>
                </a:lnTo>
                <a:lnTo>
                  <a:pt x="489" y="239"/>
                </a:lnTo>
                <a:lnTo>
                  <a:pt x="488" y="240"/>
                </a:lnTo>
                <a:lnTo>
                  <a:pt x="487" y="241"/>
                </a:lnTo>
                <a:lnTo>
                  <a:pt x="487" y="242"/>
                </a:lnTo>
                <a:lnTo>
                  <a:pt x="486" y="242"/>
                </a:lnTo>
                <a:lnTo>
                  <a:pt x="486" y="243"/>
                </a:lnTo>
                <a:lnTo>
                  <a:pt x="486" y="244"/>
                </a:lnTo>
                <a:lnTo>
                  <a:pt x="485" y="244"/>
                </a:lnTo>
                <a:lnTo>
                  <a:pt x="485" y="245"/>
                </a:lnTo>
                <a:lnTo>
                  <a:pt x="484" y="245"/>
                </a:lnTo>
                <a:lnTo>
                  <a:pt x="484" y="244"/>
                </a:lnTo>
                <a:lnTo>
                  <a:pt x="484" y="243"/>
                </a:lnTo>
                <a:lnTo>
                  <a:pt x="485" y="243"/>
                </a:lnTo>
                <a:lnTo>
                  <a:pt x="485" y="242"/>
                </a:lnTo>
                <a:lnTo>
                  <a:pt x="486" y="242"/>
                </a:lnTo>
                <a:lnTo>
                  <a:pt x="486" y="241"/>
                </a:lnTo>
                <a:lnTo>
                  <a:pt x="486" y="240"/>
                </a:lnTo>
                <a:lnTo>
                  <a:pt x="487" y="240"/>
                </a:lnTo>
                <a:lnTo>
                  <a:pt x="488" y="240"/>
                </a:lnTo>
                <a:lnTo>
                  <a:pt x="488" y="239"/>
                </a:lnTo>
                <a:lnTo>
                  <a:pt x="487" y="239"/>
                </a:lnTo>
                <a:lnTo>
                  <a:pt x="486" y="239"/>
                </a:lnTo>
                <a:lnTo>
                  <a:pt x="485" y="239"/>
                </a:lnTo>
                <a:lnTo>
                  <a:pt x="484" y="240"/>
                </a:lnTo>
                <a:lnTo>
                  <a:pt x="484" y="241"/>
                </a:lnTo>
                <a:lnTo>
                  <a:pt x="483" y="241"/>
                </a:lnTo>
                <a:lnTo>
                  <a:pt x="483" y="242"/>
                </a:lnTo>
                <a:lnTo>
                  <a:pt x="482" y="243"/>
                </a:lnTo>
                <a:lnTo>
                  <a:pt x="481" y="242"/>
                </a:lnTo>
                <a:lnTo>
                  <a:pt x="480" y="242"/>
                </a:lnTo>
                <a:lnTo>
                  <a:pt x="481" y="242"/>
                </a:lnTo>
                <a:lnTo>
                  <a:pt x="481" y="243"/>
                </a:lnTo>
                <a:lnTo>
                  <a:pt x="480" y="243"/>
                </a:lnTo>
                <a:lnTo>
                  <a:pt x="480" y="242"/>
                </a:lnTo>
                <a:lnTo>
                  <a:pt x="479" y="242"/>
                </a:lnTo>
                <a:lnTo>
                  <a:pt x="479" y="243"/>
                </a:lnTo>
                <a:lnTo>
                  <a:pt x="478" y="243"/>
                </a:lnTo>
                <a:lnTo>
                  <a:pt x="477" y="244"/>
                </a:lnTo>
                <a:lnTo>
                  <a:pt x="476" y="245"/>
                </a:lnTo>
                <a:lnTo>
                  <a:pt x="475" y="245"/>
                </a:lnTo>
                <a:lnTo>
                  <a:pt x="474" y="246"/>
                </a:lnTo>
                <a:lnTo>
                  <a:pt x="474" y="247"/>
                </a:lnTo>
                <a:lnTo>
                  <a:pt x="473" y="248"/>
                </a:lnTo>
                <a:lnTo>
                  <a:pt x="473" y="249"/>
                </a:lnTo>
                <a:lnTo>
                  <a:pt x="472" y="249"/>
                </a:lnTo>
                <a:lnTo>
                  <a:pt x="472" y="250"/>
                </a:lnTo>
                <a:lnTo>
                  <a:pt x="471" y="251"/>
                </a:lnTo>
                <a:lnTo>
                  <a:pt x="471" y="252"/>
                </a:lnTo>
                <a:lnTo>
                  <a:pt x="471" y="253"/>
                </a:lnTo>
                <a:lnTo>
                  <a:pt x="471" y="254"/>
                </a:lnTo>
                <a:lnTo>
                  <a:pt x="472" y="254"/>
                </a:lnTo>
                <a:lnTo>
                  <a:pt x="472" y="255"/>
                </a:lnTo>
                <a:lnTo>
                  <a:pt x="472" y="256"/>
                </a:lnTo>
                <a:lnTo>
                  <a:pt x="472" y="257"/>
                </a:lnTo>
                <a:lnTo>
                  <a:pt x="471" y="258"/>
                </a:lnTo>
                <a:lnTo>
                  <a:pt x="471" y="259"/>
                </a:lnTo>
                <a:lnTo>
                  <a:pt x="470" y="259"/>
                </a:lnTo>
                <a:lnTo>
                  <a:pt x="470" y="260"/>
                </a:lnTo>
                <a:lnTo>
                  <a:pt x="471" y="261"/>
                </a:lnTo>
                <a:lnTo>
                  <a:pt x="470" y="261"/>
                </a:lnTo>
                <a:lnTo>
                  <a:pt x="470" y="262"/>
                </a:lnTo>
                <a:lnTo>
                  <a:pt x="469" y="262"/>
                </a:lnTo>
                <a:lnTo>
                  <a:pt x="468" y="262"/>
                </a:lnTo>
                <a:lnTo>
                  <a:pt x="467" y="261"/>
                </a:lnTo>
                <a:lnTo>
                  <a:pt x="467" y="260"/>
                </a:lnTo>
                <a:lnTo>
                  <a:pt x="466" y="260"/>
                </a:lnTo>
                <a:lnTo>
                  <a:pt x="465" y="260"/>
                </a:lnTo>
                <a:lnTo>
                  <a:pt x="466" y="260"/>
                </a:lnTo>
                <a:lnTo>
                  <a:pt x="466" y="259"/>
                </a:lnTo>
                <a:lnTo>
                  <a:pt x="465" y="258"/>
                </a:lnTo>
                <a:lnTo>
                  <a:pt x="464" y="258"/>
                </a:lnTo>
                <a:lnTo>
                  <a:pt x="463" y="257"/>
                </a:lnTo>
                <a:lnTo>
                  <a:pt x="462" y="257"/>
                </a:lnTo>
                <a:lnTo>
                  <a:pt x="462" y="258"/>
                </a:lnTo>
                <a:lnTo>
                  <a:pt x="461" y="258"/>
                </a:lnTo>
                <a:lnTo>
                  <a:pt x="460" y="259"/>
                </a:lnTo>
                <a:lnTo>
                  <a:pt x="460" y="260"/>
                </a:lnTo>
                <a:lnTo>
                  <a:pt x="461" y="260"/>
                </a:lnTo>
                <a:lnTo>
                  <a:pt x="461" y="261"/>
                </a:lnTo>
                <a:lnTo>
                  <a:pt x="462" y="262"/>
                </a:lnTo>
                <a:lnTo>
                  <a:pt x="463" y="262"/>
                </a:lnTo>
                <a:lnTo>
                  <a:pt x="464" y="262"/>
                </a:lnTo>
                <a:lnTo>
                  <a:pt x="464" y="263"/>
                </a:lnTo>
                <a:lnTo>
                  <a:pt x="463" y="263"/>
                </a:lnTo>
                <a:lnTo>
                  <a:pt x="462" y="264"/>
                </a:lnTo>
                <a:lnTo>
                  <a:pt x="461" y="264"/>
                </a:lnTo>
                <a:lnTo>
                  <a:pt x="461" y="265"/>
                </a:lnTo>
                <a:lnTo>
                  <a:pt x="460" y="266"/>
                </a:lnTo>
                <a:lnTo>
                  <a:pt x="460" y="267"/>
                </a:lnTo>
                <a:lnTo>
                  <a:pt x="460" y="268"/>
                </a:lnTo>
                <a:lnTo>
                  <a:pt x="461" y="269"/>
                </a:lnTo>
                <a:lnTo>
                  <a:pt x="462" y="269"/>
                </a:lnTo>
                <a:lnTo>
                  <a:pt x="462" y="270"/>
                </a:lnTo>
                <a:lnTo>
                  <a:pt x="461" y="271"/>
                </a:lnTo>
                <a:lnTo>
                  <a:pt x="460" y="271"/>
                </a:lnTo>
                <a:lnTo>
                  <a:pt x="460" y="270"/>
                </a:lnTo>
                <a:lnTo>
                  <a:pt x="459" y="271"/>
                </a:lnTo>
                <a:lnTo>
                  <a:pt x="458" y="272"/>
                </a:lnTo>
                <a:lnTo>
                  <a:pt x="457" y="273"/>
                </a:lnTo>
                <a:lnTo>
                  <a:pt x="456" y="273"/>
                </a:lnTo>
                <a:lnTo>
                  <a:pt x="456" y="272"/>
                </a:lnTo>
                <a:lnTo>
                  <a:pt x="455" y="272"/>
                </a:lnTo>
                <a:lnTo>
                  <a:pt x="456" y="272"/>
                </a:lnTo>
                <a:lnTo>
                  <a:pt x="456" y="271"/>
                </a:lnTo>
                <a:lnTo>
                  <a:pt x="455" y="271"/>
                </a:lnTo>
                <a:lnTo>
                  <a:pt x="454" y="272"/>
                </a:lnTo>
                <a:lnTo>
                  <a:pt x="453" y="272"/>
                </a:lnTo>
                <a:lnTo>
                  <a:pt x="453" y="271"/>
                </a:lnTo>
                <a:lnTo>
                  <a:pt x="453" y="270"/>
                </a:lnTo>
                <a:lnTo>
                  <a:pt x="454" y="270"/>
                </a:lnTo>
                <a:lnTo>
                  <a:pt x="453" y="270"/>
                </a:lnTo>
                <a:lnTo>
                  <a:pt x="452" y="269"/>
                </a:lnTo>
                <a:lnTo>
                  <a:pt x="452" y="270"/>
                </a:lnTo>
                <a:lnTo>
                  <a:pt x="451" y="270"/>
                </a:lnTo>
                <a:lnTo>
                  <a:pt x="451" y="271"/>
                </a:lnTo>
                <a:lnTo>
                  <a:pt x="450" y="271"/>
                </a:lnTo>
                <a:lnTo>
                  <a:pt x="450" y="272"/>
                </a:lnTo>
                <a:lnTo>
                  <a:pt x="449" y="272"/>
                </a:lnTo>
                <a:lnTo>
                  <a:pt x="449" y="273"/>
                </a:lnTo>
                <a:lnTo>
                  <a:pt x="451" y="273"/>
                </a:lnTo>
                <a:lnTo>
                  <a:pt x="451" y="274"/>
                </a:lnTo>
                <a:lnTo>
                  <a:pt x="449" y="274"/>
                </a:lnTo>
                <a:lnTo>
                  <a:pt x="450" y="275"/>
                </a:lnTo>
                <a:lnTo>
                  <a:pt x="449" y="275"/>
                </a:lnTo>
                <a:lnTo>
                  <a:pt x="450" y="276"/>
                </a:lnTo>
                <a:lnTo>
                  <a:pt x="449" y="277"/>
                </a:lnTo>
                <a:lnTo>
                  <a:pt x="449" y="276"/>
                </a:lnTo>
                <a:lnTo>
                  <a:pt x="448" y="276"/>
                </a:lnTo>
                <a:lnTo>
                  <a:pt x="447" y="276"/>
                </a:lnTo>
                <a:lnTo>
                  <a:pt x="446" y="276"/>
                </a:lnTo>
                <a:lnTo>
                  <a:pt x="446" y="272"/>
                </a:lnTo>
                <a:lnTo>
                  <a:pt x="445" y="271"/>
                </a:lnTo>
                <a:lnTo>
                  <a:pt x="445" y="270"/>
                </a:lnTo>
                <a:lnTo>
                  <a:pt x="445" y="271"/>
                </a:lnTo>
                <a:lnTo>
                  <a:pt x="445" y="272"/>
                </a:lnTo>
                <a:lnTo>
                  <a:pt x="444" y="272"/>
                </a:lnTo>
                <a:lnTo>
                  <a:pt x="443" y="272"/>
                </a:lnTo>
                <a:lnTo>
                  <a:pt x="443" y="273"/>
                </a:lnTo>
                <a:lnTo>
                  <a:pt x="442" y="273"/>
                </a:lnTo>
                <a:lnTo>
                  <a:pt x="441" y="274"/>
                </a:lnTo>
                <a:lnTo>
                  <a:pt x="440" y="274"/>
                </a:lnTo>
                <a:lnTo>
                  <a:pt x="440" y="275"/>
                </a:lnTo>
                <a:lnTo>
                  <a:pt x="439" y="275"/>
                </a:lnTo>
                <a:lnTo>
                  <a:pt x="438" y="275"/>
                </a:lnTo>
                <a:lnTo>
                  <a:pt x="437" y="274"/>
                </a:lnTo>
                <a:lnTo>
                  <a:pt x="436" y="273"/>
                </a:lnTo>
                <a:lnTo>
                  <a:pt x="436" y="274"/>
                </a:lnTo>
                <a:lnTo>
                  <a:pt x="437" y="274"/>
                </a:lnTo>
                <a:lnTo>
                  <a:pt x="437" y="275"/>
                </a:lnTo>
                <a:lnTo>
                  <a:pt x="438" y="275"/>
                </a:lnTo>
                <a:lnTo>
                  <a:pt x="437" y="275"/>
                </a:lnTo>
                <a:lnTo>
                  <a:pt x="436" y="275"/>
                </a:lnTo>
                <a:lnTo>
                  <a:pt x="437" y="276"/>
                </a:lnTo>
                <a:lnTo>
                  <a:pt x="438" y="276"/>
                </a:lnTo>
                <a:lnTo>
                  <a:pt x="438" y="277"/>
                </a:lnTo>
                <a:lnTo>
                  <a:pt x="438" y="278"/>
                </a:lnTo>
                <a:lnTo>
                  <a:pt x="437" y="278"/>
                </a:lnTo>
                <a:lnTo>
                  <a:pt x="436" y="278"/>
                </a:lnTo>
                <a:lnTo>
                  <a:pt x="435" y="278"/>
                </a:lnTo>
                <a:lnTo>
                  <a:pt x="436" y="278"/>
                </a:lnTo>
                <a:lnTo>
                  <a:pt x="435" y="278"/>
                </a:lnTo>
                <a:lnTo>
                  <a:pt x="435" y="279"/>
                </a:lnTo>
                <a:lnTo>
                  <a:pt x="437" y="278"/>
                </a:lnTo>
                <a:lnTo>
                  <a:pt x="436" y="279"/>
                </a:lnTo>
                <a:lnTo>
                  <a:pt x="435" y="281"/>
                </a:lnTo>
                <a:lnTo>
                  <a:pt x="435" y="282"/>
                </a:lnTo>
                <a:lnTo>
                  <a:pt x="435" y="283"/>
                </a:lnTo>
                <a:lnTo>
                  <a:pt x="435" y="284"/>
                </a:lnTo>
                <a:lnTo>
                  <a:pt x="434" y="284"/>
                </a:lnTo>
                <a:lnTo>
                  <a:pt x="433" y="285"/>
                </a:lnTo>
                <a:lnTo>
                  <a:pt x="433" y="286"/>
                </a:lnTo>
                <a:lnTo>
                  <a:pt x="433" y="287"/>
                </a:lnTo>
                <a:lnTo>
                  <a:pt x="433" y="288"/>
                </a:lnTo>
                <a:lnTo>
                  <a:pt x="432" y="289"/>
                </a:lnTo>
                <a:lnTo>
                  <a:pt x="431" y="289"/>
                </a:lnTo>
                <a:lnTo>
                  <a:pt x="431" y="290"/>
                </a:lnTo>
                <a:lnTo>
                  <a:pt x="431" y="291"/>
                </a:lnTo>
                <a:lnTo>
                  <a:pt x="430" y="291"/>
                </a:lnTo>
                <a:lnTo>
                  <a:pt x="430" y="292"/>
                </a:lnTo>
                <a:lnTo>
                  <a:pt x="430" y="293"/>
                </a:lnTo>
                <a:lnTo>
                  <a:pt x="429" y="293"/>
                </a:lnTo>
                <a:lnTo>
                  <a:pt x="429" y="294"/>
                </a:lnTo>
                <a:lnTo>
                  <a:pt x="429" y="295"/>
                </a:lnTo>
                <a:lnTo>
                  <a:pt x="429" y="294"/>
                </a:lnTo>
                <a:lnTo>
                  <a:pt x="428" y="294"/>
                </a:lnTo>
                <a:lnTo>
                  <a:pt x="429" y="295"/>
                </a:lnTo>
                <a:lnTo>
                  <a:pt x="429" y="296"/>
                </a:lnTo>
                <a:lnTo>
                  <a:pt x="429" y="297"/>
                </a:lnTo>
                <a:lnTo>
                  <a:pt x="429" y="298"/>
                </a:lnTo>
                <a:lnTo>
                  <a:pt x="428" y="299"/>
                </a:lnTo>
                <a:lnTo>
                  <a:pt x="428" y="300"/>
                </a:lnTo>
                <a:lnTo>
                  <a:pt x="428" y="299"/>
                </a:lnTo>
                <a:lnTo>
                  <a:pt x="428" y="298"/>
                </a:lnTo>
                <a:lnTo>
                  <a:pt x="428" y="297"/>
                </a:lnTo>
                <a:lnTo>
                  <a:pt x="427" y="297"/>
                </a:lnTo>
                <a:lnTo>
                  <a:pt x="427" y="298"/>
                </a:lnTo>
                <a:lnTo>
                  <a:pt x="427" y="302"/>
                </a:lnTo>
                <a:lnTo>
                  <a:pt x="426" y="302"/>
                </a:lnTo>
                <a:lnTo>
                  <a:pt x="426" y="305"/>
                </a:lnTo>
                <a:lnTo>
                  <a:pt x="425" y="305"/>
                </a:lnTo>
                <a:lnTo>
                  <a:pt x="425" y="301"/>
                </a:lnTo>
                <a:lnTo>
                  <a:pt x="424" y="301"/>
                </a:lnTo>
                <a:lnTo>
                  <a:pt x="423" y="301"/>
                </a:lnTo>
                <a:lnTo>
                  <a:pt x="423" y="302"/>
                </a:lnTo>
                <a:lnTo>
                  <a:pt x="421" y="302"/>
                </a:lnTo>
                <a:lnTo>
                  <a:pt x="422" y="303"/>
                </a:lnTo>
                <a:lnTo>
                  <a:pt x="421" y="304"/>
                </a:lnTo>
                <a:lnTo>
                  <a:pt x="420" y="303"/>
                </a:lnTo>
                <a:lnTo>
                  <a:pt x="419" y="304"/>
                </a:lnTo>
                <a:lnTo>
                  <a:pt x="419" y="305"/>
                </a:lnTo>
                <a:lnTo>
                  <a:pt x="419" y="304"/>
                </a:lnTo>
                <a:lnTo>
                  <a:pt x="418" y="304"/>
                </a:lnTo>
                <a:lnTo>
                  <a:pt x="418" y="305"/>
                </a:lnTo>
                <a:lnTo>
                  <a:pt x="418" y="306"/>
                </a:lnTo>
                <a:lnTo>
                  <a:pt x="418" y="307"/>
                </a:lnTo>
                <a:lnTo>
                  <a:pt x="417" y="306"/>
                </a:lnTo>
                <a:lnTo>
                  <a:pt x="417" y="307"/>
                </a:lnTo>
                <a:lnTo>
                  <a:pt x="416" y="308"/>
                </a:lnTo>
                <a:lnTo>
                  <a:pt x="415" y="308"/>
                </a:lnTo>
                <a:lnTo>
                  <a:pt x="415" y="309"/>
                </a:lnTo>
                <a:lnTo>
                  <a:pt x="415" y="310"/>
                </a:lnTo>
                <a:lnTo>
                  <a:pt x="415" y="311"/>
                </a:lnTo>
                <a:lnTo>
                  <a:pt x="415" y="312"/>
                </a:lnTo>
                <a:lnTo>
                  <a:pt x="415" y="313"/>
                </a:lnTo>
                <a:lnTo>
                  <a:pt x="414" y="313"/>
                </a:lnTo>
                <a:lnTo>
                  <a:pt x="414" y="315"/>
                </a:lnTo>
                <a:lnTo>
                  <a:pt x="413" y="317"/>
                </a:lnTo>
                <a:lnTo>
                  <a:pt x="413" y="318"/>
                </a:lnTo>
                <a:lnTo>
                  <a:pt x="413" y="319"/>
                </a:lnTo>
                <a:lnTo>
                  <a:pt x="413" y="320"/>
                </a:lnTo>
                <a:lnTo>
                  <a:pt x="413" y="322"/>
                </a:lnTo>
                <a:lnTo>
                  <a:pt x="414" y="323"/>
                </a:lnTo>
                <a:lnTo>
                  <a:pt x="413" y="324"/>
                </a:lnTo>
                <a:lnTo>
                  <a:pt x="413" y="325"/>
                </a:lnTo>
                <a:lnTo>
                  <a:pt x="413" y="324"/>
                </a:lnTo>
                <a:lnTo>
                  <a:pt x="412" y="324"/>
                </a:lnTo>
                <a:lnTo>
                  <a:pt x="412" y="325"/>
                </a:lnTo>
                <a:lnTo>
                  <a:pt x="413" y="325"/>
                </a:lnTo>
                <a:lnTo>
                  <a:pt x="413" y="326"/>
                </a:lnTo>
                <a:lnTo>
                  <a:pt x="414" y="326"/>
                </a:lnTo>
                <a:lnTo>
                  <a:pt x="413" y="326"/>
                </a:lnTo>
                <a:lnTo>
                  <a:pt x="413" y="327"/>
                </a:lnTo>
                <a:lnTo>
                  <a:pt x="412" y="327"/>
                </a:lnTo>
                <a:lnTo>
                  <a:pt x="412" y="326"/>
                </a:lnTo>
                <a:lnTo>
                  <a:pt x="411" y="326"/>
                </a:lnTo>
                <a:lnTo>
                  <a:pt x="411" y="328"/>
                </a:lnTo>
                <a:lnTo>
                  <a:pt x="410" y="328"/>
                </a:lnTo>
                <a:lnTo>
                  <a:pt x="410" y="327"/>
                </a:lnTo>
                <a:lnTo>
                  <a:pt x="411" y="327"/>
                </a:lnTo>
                <a:lnTo>
                  <a:pt x="411" y="326"/>
                </a:lnTo>
                <a:lnTo>
                  <a:pt x="410" y="326"/>
                </a:lnTo>
                <a:lnTo>
                  <a:pt x="410" y="327"/>
                </a:lnTo>
                <a:lnTo>
                  <a:pt x="409" y="327"/>
                </a:lnTo>
                <a:lnTo>
                  <a:pt x="408" y="327"/>
                </a:lnTo>
                <a:lnTo>
                  <a:pt x="407" y="327"/>
                </a:lnTo>
                <a:lnTo>
                  <a:pt x="406" y="328"/>
                </a:lnTo>
                <a:lnTo>
                  <a:pt x="405" y="326"/>
                </a:lnTo>
                <a:lnTo>
                  <a:pt x="405" y="327"/>
                </a:lnTo>
                <a:lnTo>
                  <a:pt x="405" y="326"/>
                </a:lnTo>
                <a:lnTo>
                  <a:pt x="404" y="325"/>
                </a:lnTo>
                <a:lnTo>
                  <a:pt x="404" y="324"/>
                </a:lnTo>
                <a:lnTo>
                  <a:pt x="403" y="324"/>
                </a:lnTo>
                <a:lnTo>
                  <a:pt x="402" y="324"/>
                </a:lnTo>
                <a:lnTo>
                  <a:pt x="401" y="323"/>
                </a:lnTo>
                <a:lnTo>
                  <a:pt x="400" y="323"/>
                </a:lnTo>
                <a:lnTo>
                  <a:pt x="399" y="324"/>
                </a:lnTo>
                <a:lnTo>
                  <a:pt x="398" y="325"/>
                </a:lnTo>
                <a:lnTo>
                  <a:pt x="397" y="325"/>
                </a:lnTo>
                <a:lnTo>
                  <a:pt x="396" y="324"/>
                </a:lnTo>
                <a:lnTo>
                  <a:pt x="395" y="324"/>
                </a:lnTo>
                <a:lnTo>
                  <a:pt x="394" y="325"/>
                </a:lnTo>
                <a:lnTo>
                  <a:pt x="393" y="325"/>
                </a:lnTo>
                <a:lnTo>
                  <a:pt x="392" y="325"/>
                </a:lnTo>
                <a:lnTo>
                  <a:pt x="391" y="326"/>
                </a:lnTo>
                <a:lnTo>
                  <a:pt x="390" y="326"/>
                </a:lnTo>
                <a:lnTo>
                  <a:pt x="391" y="327"/>
                </a:lnTo>
                <a:lnTo>
                  <a:pt x="390" y="327"/>
                </a:lnTo>
                <a:lnTo>
                  <a:pt x="390" y="328"/>
                </a:lnTo>
                <a:lnTo>
                  <a:pt x="389" y="328"/>
                </a:lnTo>
                <a:lnTo>
                  <a:pt x="389" y="329"/>
                </a:lnTo>
                <a:lnTo>
                  <a:pt x="389" y="330"/>
                </a:lnTo>
                <a:lnTo>
                  <a:pt x="390" y="330"/>
                </a:lnTo>
                <a:lnTo>
                  <a:pt x="389" y="330"/>
                </a:lnTo>
                <a:lnTo>
                  <a:pt x="389" y="331"/>
                </a:lnTo>
                <a:lnTo>
                  <a:pt x="388" y="331"/>
                </a:lnTo>
                <a:lnTo>
                  <a:pt x="388" y="330"/>
                </a:lnTo>
                <a:lnTo>
                  <a:pt x="387" y="330"/>
                </a:lnTo>
                <a:lnTo>
                  <a:pt x="385" y="330"/>
                </a:lnTo>
                <a:lnTo>
                  <a:pt x="384" y="330"/>
                </a:lnTo>
                <a:lnTo>
                  <a:pt x="383" y="331"/>
                </a:lnTo>
                <a:lnTo>
                  <a:pt x="382" y="331"/>
                </a:lnTo>
                <a:lnTo>
                  <a:pt x="381" y="330"/>
                </a:lnTo>
                <a:lnTo>
                  <a:pt x="379" y="330"/>
                </a:lnTo>
                <a:lnTo>
                  <a:pt x="377" y="331"/>
                </a:lnTo>
                <a:lnTo>
                  <a:pt x="376" y="331"/>
                </a:lnTo>
                <a:lnTo>
                  <a:pt x="375" y="331"/>
                </a:lnTo>
                <a:lnTo>
                  <a:pt x="374" y="331"/>
                </a:lnTo>
                <a:lnTo>
                  <a:pt x="373" y="331"/>
                </a:lnTo>
                <a:lnTo>
                  <a:pt x="372" y="330"/>
                </a:lnTo>
                <a:lnTo>
                  <a:pt x="371" y="330"/>
                </a:lnTo>
                <a:lnTo>
                  <a:pt x="370" y="331"/>
                </a:lnTo>
                <a:lnTo>
                  <a:pt x="368" y="332"/>
                </a:lnTo>
                <a:lnTo>
                  <a:pt x="367" y="332"/>
                </a:lnTo>
                <a:lnTo>
                  <a:pt x="366" y="332"/>
                </a:lnTo>
                <a:lnTo>
                  <a:pt x="365" y="333"/>
                </a:lnTo>
                <a:lnTo>
                  <a:pt x="366" y="334"/>
                </a:lnTo>
                <a:lnTo>
                  <a:pt x="366" y="335"/>
                </a:lnTo>
                <a:lnTo>
                  <a:pt x="366" y="336"/>
                </a:lnTo>
                <a:lnTo>
                  <a:pt x="366" y="337"/>
                </a:lnTo>
                <a:lnTo>
                  <a:pt x="365" y="339"/>
                </a:lnTo>
                <a:lnTo>
                  <a:pt x="365" y="340"/>
                </a:lnTo>
                <a:lnTo>
                  <a:pt x="366" y="340"/>
                </a:lnTo>
                <a:lnTo>
                  <a:pt x="366" y="341"/>
                </a:lnTo>
                <a:lnTo>
                  <a:pt x="365" y="342"/>
                </a:lnTo>
                <a:lnTo>
                  <a:pt x="366" y="343"/>
                </a:lnTo>
                <a:lnTo>
                  <a:pt x="365" y="343"/>
                </a:lnTo>
                <a:lnTo>
                  <a:pt x="364" y="343"/>
                </a:lnTo>
                <a:lnTo>
                  <a:pt x="362" y="345"/>
                </a:lnTo>
                <a:lnTo>
                  <a:pt x="362" y="346"/>
                </a:lnTo>
                <a:lnTo>
                  <a:pt x="362" y="347"/>
                </a:lnTo>
                <a:lnTo>
                  <a:pt x="361" y="347"/>
                </a:lnTo>
                <a:lnTo>
                  <a:pt x="361" y="348"/>
                </a:lnTo>
                <a:lnTo>
                  <a:pt x="360" y="348"/>
                </a:lnTo>
                <a:lnTo>
                  <a:pt x="360" y="349"/>
                </a:lnTo>
                <a:lnTo>
                  <a:pt x="361" y="349"/>
                </a:lnTo>
                <a:lnTo>
                  <a:pt x="361" y="351"/>
                </a:lnTo>
                <a:lnTo>
                  <a:pt x="360" y="352"/>
                </a:lnTo>
                <a:lnTo>
                  <a:pt x="359" y="352"/>
                </a:lnTo>
                <a:lnTo>
                  <a:pt x="359" y="351"/>
                </a:lnTo>
                <a:lnTo>
                  <a:pt x="359" y="350"/>
                </a:lnTo>
                <a:lnTo>
                  <a:pt x="359" y="351"/>
                </a:lnTo>
                <a:lnTo>
                  <a:pt x="358" y="351"/>
                </a:lnTo>
                <a:lnTo>
                  <a:pt x="359" y="351"/>
                </a:lnTo>
                <a:lnTo>
                  <a:pt x="359" y="352"/>
                </a:lnTo>
                <a:lnTo>
                  <a:pt x="358" y="352"/>
                </a:lnTo>
                <a:lnTo>
                  <a:pt x="357" y="351"/>
                </a:lnTo>
                <a:lnTo>
                  <a:pt x="357" y="352"/>
                </a:lnTo>
                <a:lnTo>
                  <a:pt x="357" y="353"/>
                </a:lnTo>
                <a:lnTo>
                  <a:pt x="359" y="353"/>
                </a:lnTo>
                <a:lnTo>
                  <a:pt x="359" y="354"/>
                </a:lnTo>
                <a:lnTo>
                  <a:pt x="358" y="354"/>
                </a:lnTo>
                <a:lnTo>
                  <a:pt x="358" y="356"/>
                </a:lnTo>
                <a:lnTo>
                  <a:pt x="357" y="357"/>
                </a:lnTo>
                <a:lnTo>
                  <a:pt x="356" y="357"/>
                </a:lnTo>
                <a:lnTo>
                  <a:pt x="355" y="357"/>
                </a:lnTo>
                <a:lnTo>
                  <a:pt x="354" y="357"/>
                </a:lnTo>
                <a:lnTo>
                  <a:pt x="354" y="358"/>
                </a:lnTo>
                <a:lnTo>
                  <a:pt x="355" y="358"/>
                </a:lnTo>
                <a:lnTo>
                  <a:pt x="355" y="359"/>
                </a:lnTo>
                <a:lnTo>
                  <a:pt x="354" y="359"/>
                </a:lnTo>
                <a:lnTo>
                  <a:pt x="353" y="359"/>
                </a:lnTo>
                <a:lnTo>
                  <a:pt x="353" y="360"/>
                </a:lnTo>
                <a:lnTo>
                  <a:pt x="352" y="361"/>
                </a:lnTo>
                <a:lnTo>
                  <a:pt x="352" y="362"/>
                </a:lnTo>
                <a:lnTo>
                  <a:pt x="353" y="362"/>
                </a:lnTo>
                <a:lnTo>
                  <a:pt x="354" y="362"/>
                </a:lnTo>
                <a:lnTo>
                  <a:pt x="354" y="363"/>
                </a:lnTo>
                <a:lnTo>
                  <a:pt x="355" y="363"/>
                </a:lnTo>
                <a:lnTo>
                  <a:pt x="356" y="362"/>
                </a:lnTo>
                <a:lnTo>
                  <a:pt x="357" y="362"/>
                </a:lnTo>
                <a:lnTo>
                  <a:pt x="358" y="363"/>
                </a:lnTo>
                <a:lnTo>
                  <a:pt x="358" y="364"/>
                </a:lnTo>
                <a:lnTo>
                  <a:pt x="358" y="365"/>
                </a:lnTo>
                <a:lnTo>
                  <a:pt x="357" y="366"/>
                </a:lnTo>
                <a:lnTo>
                  <a:pt x="356" y="366"/>
                </a:lnTo>
                <a:lnTo>
                  <a:pt x="355" y="367"/>
                </a:lnTo>
                <a:lnTo>
                  <a:pt x="354" y="367"/>
                </a:lnTo>
                <a:lnTo>
                  <a:pt x="353" y="367"/>
                </a:lnTo>
                <a:lnTo>
                  <a:pt x="352" y="367"/>
                </a:lnTo>
                <a:lnTo>
                  <a:pt x="351" y="368"/>
                </a:lnTo>
                <a:lnTo>
                  <a:pt x="350" y="369"/>
                </a:lnTo>
                <a:lnTo>
                  <a:pt x="349" y="369"/>
                </a:lnTo>
                <a:lnTo>
                  <a:pt x="349" y="368"/>
                </a:lnTo>
                <a:lnTo>
                  <a:pt x="349" y="367"/>
                </a:lnTo>
                <a:lnTo>
                  <a:pt x="346" y="367"/>
                </a:lnTo>
                <a:lnTo>
                  <a:pt x="346" y="368"/>
                </a:lnTo>
                <a:lnTo>
                  <a:pt x="345" y="368"/>
                </a:lnTo>
                <a:lnTo>
                  <a:pt x="344" y="367"/>
                </a:lnTo>
                <a:lnTo>
                  <a:pt x="343" y="367"/>
                </a:lnTo>
                <a:lnTo>
                  <a:pt x="343" y="368"/>
                </a:lnTo>
                <a:lnTo>
                  <a:pt x="342" y="368"/>
                </a:lnTo>
                <a:lnTo>
                  <a:pt x="342" y="366"/>
                </a:lnTo>
                <a:lnTo>
                  <a:pt x="343" y="366"/>
                </a:lnTo>
                <a:lnTo>
                  <a:pt x="343" y="365"/>
                </a:lnTo>
                <a:lnTo>
                  <a:pt x="342" y="364"/>
                </a:lnTo>
                <a:lnTo>
                  <a:pt x="342" y="365"/>
                </a:lnTo>
                <a:lnTo>
                  <a:pt x="340" y="365"/>
                </a:lnTo>
                <a:lnTo>
                  <a:pt x="338" y="365"/>
                </a:lnTo>
                <a:lnTo>
                  <a:pt x="337" y="364"/>
                </a:lnTo>
                <a:lnTo>
                  <a:pt x="336" y="365"/>
                </a:lnTo>
                <a:lnTo>
                  <a:pt x="335" y="365"/>
                </a:lnTo>
                <a:lnTo>
                  <a:pt x="336" y="365"/>
                </a:lnTo>
                <a:lnTo>
                  <a:pt x="336" y="366"/>
                </a:lnTo>
                <a:lnTo>
                  <a:pt x="335" y="366"/>
                </a:lnTo>
                <a:lnTo>
                  <a:pt x="336" y="367"/>
                </a:lnTo>
                <a:lnTo>
                  <a:pt x="336" y="368"/>
                </a:lnTo>
                <a:lnTo>
                  <a:pt x="335" y="368"/>
                </a:lnTo>
                <a:lnTo>
                  <a:pt x="334" y="367"/>
                </a:lnTo>
                <a:lnTo>
                  <a:pt x="334" y="368"/>
                </a:lnTo>
                <a:lnTo>
                  <a:pt x="333" y="369"/>
                </a:lnTo>
                <a:lnTo>
                  <a:pt x="333" y="370"/>
                </a:lnTo>
                <a:lnTo>
                  <a:pt x="332" y="370"/>
                </a:lnTo>
                <a:lnTo>
                  <a:pt x="331" y="370"/>
                </a:lnTo>
                <a:lnTo>
                  <a:pt x="331" y="369"/>
                </a:lnTo>
                <a:lnTo>
                  <a:pt x="330" y="369"/>
                </a:lnTo>
                <a:lnTo>
                  <a:pt x="330" y="370"/>
                </a:lnTo>
                <a:lnTo>
                  <a:pt x="330" y="371"/>
                </a:lnTo>
                <a:lnTo>
                  <a:pt x="330" y="372"/>
                </a:lnTo>
                <a:lnTo>
                  <a:pt x="331" y="372"/>
                </a:lnTo>
                <a:lnTo>
                  <a:pt x="331" y="373"/>
                </a:lnTo>
                <a:lnTo>
                  <a:pt x="331" y="374"/>
                </a:lnTo>
                <a:lnTo>
                  <a:pt x="330" y="374"/>
                </a:lnTo>
                <a:lnTo>
                  <a:pt x="329" y="375"/>
                </a:lnTo>
                <a:lnTo>
                  <a:pt x="328" y="374"/>
                </a:lnTo>
                <a:lnTo>
                  <a:pt x="327" y="374"/>
                </a:lnTo>
                <a:lnTo>
                  <a:pt x="327" y="375"/>
                </a:lnTo>
                <a:lnTo>
                  <a:pt x="327" y="376"/>
                </a:lnTo>
                <a:lnTo>
                  <a:pt x="326" y="376"/>
                </a:lnTo>
                <a:lnTo>
                  <a:pt x="326" y="377"/>
                </a:lnTo>
                <a:lnTo>
                  <a:pt x="326" y="378"/>
                </a:lnTo>
                <a:lnTo>
                  <a:pt x="326" y="379"/>
                </a:lnTo>
                <a:lnTo>
                  <a:pt x="326" y="380"/>
                </a:lnTo>
                <a:lnTo>
                  <a:pt x="327" y="381"/>
                </a:lnTo>
                <a:lnTo>
                  <a:pt x="328" y="384"/>
                </a:lnTo>
                <a:lnTo>
                  <a:pt x="328" y="385"/>
                </a:lnTo>
                <a:lnTo>
                  <a:pt x="327" y="386"/>
                </a:lnTo>
                <a:lnTo>
                  <a:pt x="327" y="388"/>
                </a:lnTo>
                <a:lnTo>
                  <a:pt x="326" y="389"/>
                </a:lnTo>
                <a:lnTo>
                  <a:pt x="325" y="390"/>
                </a:lnTo>
                <a:lnTo>
                  <a:pt x="325" y="392"/>
                </a:lnTo>
                <a:lnTo>
                  <a:pt x="325" y="393"/>
                </a:lnTo>
                <a:lnTo>
                  <a:pt x="325" y="394"/>
                </a:lnTo>
                <a:lnTo>
                  <a:pt x="324" y="394"/>
                </a:lnTo>
                <a:lnTo>
                  <a:pt x="323" y="394"/>
                </a:lnTo>
                <a:lnTo>
                  <a:pt x="323" y="395"/>
                </a:lnTo>
                <a:lnTo>
                  <a:pt x="322" y="395"/>
                </a:lnTo>
                <a:lnTo>
                  <a:pt x="322" y="396"/>
                </a:lnTo>
                <a:lnTo>
                  <a:pt x="322" y="395"/>
                </a:lnTo>
                <a:lnTo>
                  <a:pt x="321" y="395"/>
                </a:lnTo>
                <a:lnTo>
                  <a:pt x="320" y="395"/>
                </a:lnTo>
                <a:lnTo>
                  <a:pt x="319" y="395"/>
                </a:lnTo>
                <a:lnTo>
                  <a:pt x="317" y="395"/>
                </a:lnTo>
                <a:lnTo>
                  <a:pt x="315" y="395"/>
                </a:lnTo>
                <a:lnTo>
                  <a:pt x="314" y="395"/>
                </a:lnTo>
                <a:lnTo>
                  <a:pt x="314" y="396"/>
                </a:lnTo>
                <a:lnTo>
                  <a:pt x="312" y="397"/>
                </a:lnTo>
                <a:lnTo>
                  <a:pt x="312" y="396"/>
                </a:lnTo>
                <a:lnTo>
                  <a:pt x="311" y="396"/>
                </a:lnTo>
                <a:lnTo>
                  <a:pt x="310" y="396"/>
                </a:lnTo>
                <a:lnTo>
                  <a:pt x="310" y="397"/>
                </a:lnTo>
                <a:lnTo>
                  <a:pt x="309" y="397"/>
                </a:lnTo>
                <a:lnTo>
                  <a:pt x="308" y="397"/>
                </a:lnTo>
                <a:lnTo>
                  <a:pt x="308" y="396"/>
                </a:lnTo>
                <a:lnTo>
                  <a:pt x="308" y="397"/>
                </a:lnTo>
                <a:lnTo>
                  <a:pt x="308" y="398"/>
                </a:lnTo>
                <a:lnTo>
                  <a:pt x="307" y="399"/>
                </a:lnTo>
                <a:lnTo>
                  <a:pt x="308" y="399"/>
                </a:lnTo>
                <a:lnTo>
                  <a:pt x="307" y="399"/>
                </a:lnTo>
                <a:lnTo>
                  <a:pt x="305" y="399"/>
                </a:lnTo>
                <a:lnTo>
                  <a:pt x="305" y="398"/>
                </a:lnTo>
                <a:lnTo>
                  <a:pt x="304" y="398"/>
                </a:lnTo>
                <a:lnTo>
                  <a:pt x="304" y="399"/>
                </a:lnTo>
                <a:lnTo>
                  <a:pt x="303" y="399"/>
                </a:lnTo>
                <a:lnTo>
                  <a:pt x="303" y="398"/>
                </a:lnTo>
                <a:lnTo>
                  <a:pt x="304" y="398"/>
                </a:lnTo>
                <a:lnTo>
                  <a:pt x="304" y="397"/>
                </a:lnTo>
                <a:lnTo>
                  <a:pt x="304" y="396"/>
                </a:lnTo>
                <a:lnTo>
                  <a:pt x="303" y="396"/>
                </a:lnTo>
                <a:lnTo>
                  <a:pt x="304" y="395"/>
                </a:lnTo>
                <a:lnTo>
                  <a:pt x="305" y="394"/>
                </a:lnTo>
                <a:lnTo>
                  <a:pt x="304" y="392"/>
                </a:lnTo>
                <a:lnTo>
                  <a:pt x="304" y="391"/>
                </a:lnTo>
                <a:lnTo>
                  <a:pt x="303" y="391"/>
                </a:lnTo>
                <a:lnTo>
                  <a:pt x="302" y="390"/>
                </a:lnTo>
                <a:lnTo>
                  <a:pt x="301" y="390"/>
                </a:lnTo>
                <a:lnTo>
                  <a:pt x="301" y="389"/>
                </a:lnTo>
                <a:lnTo>
                  <a:pt x="300" y="389"/>
                </a:lnTo>
                <a:lnTo>
                  <a:pt x="299" y="388"/>
                </a:lnTo>
                <a:lnTo>
                  <a:pt x="300" y="388"/>
                </a:lnTo>
                <a:lnTo>
                  <a:pt x="301" y="387"/>
                </a:lnTo>
                <a:lnTo>
                  <a:pt x="303" y="387"/>
                </a:lnTo>
                <a:lnTo>
                  <a:pt x="303" y="386"/>
                </a:lnTo>
                <a:lnTo>
                  <a:pt x="303" y="385"/>
                </a:lnTo>
                <a:lnTo>
                  <a:pt x="303" y="384"/>
                </a:lnTo>
                <a:lnTo>
                  <a:pt x="304" y="383"/>
                </a:lnTo>
                <a:lnTo>
                  <a:pt x="305" y="383"/>
                </a:lnTo>
                <a:lnTo>
                  <a:pt x="305" y="382"/>
                </a:lnTo>
                <a:lnTo>
                  <a:pt x="303" y="382"/>
                </a:lnTo>
                <a:lnTo>
                  <a:pt x="302" y="381"/>
                </a:lnTo>
                <a:lnTo>
                  <a:pt x="302" y="382"/>
                </a:lnTo>
                <a:lnTo>
                  <a:pt x="301" y="382"/>
                </a:lnTo>
                <a:lnTo>
                  <a:pt x="300" y="381"/>
                </a:lnTo>
                <a:lnTo>
                  <a:pt x="299" y="381"/>
                </a:lnTo>
                <a:lnTo>
                  <a:pt x="298" y="381"/>
                </a:lnTo>
                <a:lnTo>
                  <a:pt x="298" y="380"/>
                </a:lnTo>
                <a:lnTo>
                  <a:pt x="297" y="380"/>
                </a:lnTo>
                <a:lnTo>
                  <a:pt x="295" y="380"/>
                </a:lnTo>
                <a:lnTo>
                  <a:pt x="295" y="379"/>
                </a:lnTo>
                <a:lnTo>
                  <a:pt x="296" y="378"/>
                </a:lnTo>
                <a:lnTo>
                  <a:pt x="297" y="378"/>
                </a:lnTo>
                <a:lnTo>
                  <a:pt x="298" y="377"/>
                </a:lnTo>
                <a:lnTo>
                  <a:pt x="298" y="375"/>
                </a:lnTo>
                <a:lnTo>
                  <a:pt x="298" y="374"/>
                </a:lnTo>
                <a:lnTo>
                  <a:pt x="297" y="374"/>
                </a:lnTo>
                <a:lnTo>
                  <a:pt x="297" y="373"/>
                </a:lnTo>
                <a:lnTo>
                  <a:pt x="297" y="372"/>
                </a:lnTo>
                <a:lnTo>
                  <a:pt x="297" y="371"/>
                </a:lnTo>
                <a:lnTo>
                  <a:pt x="296" y="371"/>
                </a:lnTo>
                <a:lnTo>
                  <a:pt x="295" y="371"/>
                </a:lnTo>
                <a:lnTo>
                  <a:pt x="293" y="371"/>
                </a:lnTo>
                <a:lnTo>
                  <a:pt x="292" y="371"/>
                </a:lnTo>
                <a:lnTo>
                  <a:pt x="291" y="371"/>
                </a:lnTo>
                <a:lnTo>
                  <a:pt x="290" y="371"/>
                </a:lnTo>
                <a:lnTo>
                  <a:pt x="289" y="372"/>
                </a:lnTo>
                <a:lnTo>
                  <a:pt x="289" y="371"/>
                </a:lnTo>
                <a:lnTo>
                  <a:pt x="287" y="370"/>
                </a:lnTo>
                <a:lnTo>
                  <a:pt x="286" y="369"/>
                </a:lnTo>
                <a:lnTo>
                  <a:pt x="285" y="369"/>
                </a:lnTo>
                <a:lnTo>
                  <a:pt x="285" y="368"/>
                </a:lnTo>
                <a:lnTo>
                  <a:pt x="284" y="368"/>
                </a:lnTo>
                <a:lnTo>
                  <a:pt x="284" y="369"/>
                </a:lnTo>
                <a:lnTo>
                  <a:pt x="283" y="369"/>
                </a:lnTo>
                <a:lnTo>
                  <a:pt x="283" y="370"/>
                </a:lnTo>
                <a:lnTo>
                  <a:pt x="282" y="371"/>
                </a:lnTo>
                <a:lnTo>
                  <a:pt x="281" y="371"/>
                </a:lnTo>
                <a:lnTo>
                  <a:pt x="281" y="370"/>
                </a:lnTo>
                <a:lnTo>
                  <a:pt x="280" y="369"/>
                </a:lnTo>
                <a:lnTo>
                  <a:pt x="280" y="370"/>
                </a:lnTo>
                <a:lnTo>
                  <a:pt x="280" y="371"/>
                </a:lnTo>
                <a:lnTo>
                  <a:pt x="279" y="372"/>
                </a:lnTo>
                <a:lnTo>
                  <a:pt x="278" y="372"/>
                </a:lnTo>
                <a:lnTo>
                  <a:pt x="277" y="371"/>
                </a:lnTo>
                <a:lnTo>
                  <a:pt x="276" y="371"/>
                </a:lnTo>
                <a:lnTo>
                  <a:pt x="276" y="372"/>
                </a:lnTo>
                <a:lnTo>
                  <a:pt x="275" y="372"/>
                </a:lnTo>
                <a:lnTo>
                  <a:pt x="274" y="371"/>
                </a:lnTo>
                <a:lnTo>
                  <a:pt x="273" y="371"/>
                </a:lnTo>
                <a:lnTo>
                  <a:pt x="272" y="371"/>
                </a:lnTo>
                <a:lnTo>
                  <a:pt x="271" y="372"/>
                </a:lnTo>
                <a:lnTo>
                  <a:pt x="270" y="372"/>
                </a:lnTo>
                <a:lnTo>
                  <a:pt x="271" y="372"/>
                </a:lnTo>
                <a:lnTo>
                  <a:pt x="270" y="371"/>
                </a:lnTo>
                <a:lnTo>
                  <a:pt x="269" y="371"/>
                </a:lnTo>
                <a:lnTo>
                  <a:pt x="269" y="372"/>
                </a:lnTo>
                <a:lnTo>
                  <a:pt x="270" y="373"/>
                </a:lnTo>
                <a:lnTo>
                  <a:pt x="270" y="374"/>
                </a:lnTo>
                <a:lnTo>
                  <a:pt x="270" y="375"/>
                </a:lnTo>
                <a:lnTo>
                  <a:pt x="269" y="377"/>
                </a:lnTo>
                <a:lnTo>
                  <a:pt x="269" y="378"/>
                </a:lnTo>
                <a:lnTo>
                  <a:pt x="269" y="379"/>
                </a:lnTo>
                <a:lnTo>
                  <a:pt x="269" y="380"/>
                </a:lnTo>
                <a:lnTo>
                  <a:pt x="270" y="380"/>
                </a:lnTo>
                <a:lnTo>
                  <a:pt x="269" y="380"/>
                </a:lnTo>
                <a:lnTo>
                  <a:pt x="269" y="381"/>
                </a:lnTo>
                <a:lnTo>
                  <a:pt x="270" y="381"/>
                </a:lnTo>
                <a:lnTo>
                  <a:pt x="269" y="382"/>
                </a:lnTo>
                <a:lnTo>
                  <a:pt x="270" y="383"/>
                </a:lnTo>
                <a:lnTo>
                  <a:pt x="270" y="384"/>
                </a:lnTo>
                <a:lnTo>
                  <a:pt x="270" y="385"/>
                </a:lnTo>
                <a:lnTo>
                  <a:pt x="269" y="385"/>
                </a:lnTo>
                <a:lnTo>
                  <a:pt x="268" y="384"/>
                </a:lnTo>
                <a:lnTo>
                  <a:pt x="266" y="383"/>
                </a:lnTo>
                <a:lnTo>
                  <a:pt x="263" y="383"/>
                </a:lnTo>
                <a:lnTo>
                  <a:pt x="262" y="383"/>
                </a:lnTo>
                <a:lnTo>
                  <a:pt x="262" y="382"/>
                </a:lnTo>
                <a:lnTo>
                  <a:pt x="261" y="382"/>
                </a:lnTo>
                <a:lnTo>
                  <a:pt x="260" y="382"/>
                </a:lnTo>
                <a:lnTo>
                  <a:pt x="259" y="383"/>
                </a:lnTo>
                <a:lnTo>
                  <a:pt x="259" y="384"/>
                </a:lnTo>
                <a:lnTo>
                  <a:pt x="259" y="385"/>
                </a:lnTo>
                <a:lnTo>
                  <a:pt x="258" y="385"/>
                </a:lnTo>
                <a:lnTo>
                  <a:pt x="258" y="386"/>
                </a:lnTo>
                <a:lnTo>
                  <a:pt x="257" y="386"/>
                </a:lnTo>
                <a:lnTo>
                  <a:pt x="257" y="387"/>
                </a:lnTo>
                <a:lnTo>
                  <a:pt x="256" y="387"/>
                </a:lnTo>
                <a:lnTo>
                  <a:pt x="255" y="387"/>
                </a:lnTo>
                <a:lnTo>
                  <a:pt x="255" y="388"/>
                </a:lnTo>
                <a:lnTo>
                  <a:pt x="254" y="388"/>
                </a:lnTo>
                <a:lnTo>
                  <a:pt x="253" y="388"/>
                </a:lnTo>
                <a:lnTo>
                  <a:pt x="252" y="389"/>
                </a:lnTo>
                <a:lnTo>
                  <a:pt x="252" y="390"/>
                </a:lnTo>
                <a:lnTo>
                  <a:pt x="251" y="390"/>
                </a:lnTo>
                <a:lnTo>
                  <a:pt x="251" y="391"/>
                </a:lnTo>
                <a:lnTo>
                  <a:pt x="249" y="391"/>
                </a:lnTo>
                <a:lnTo>
                  <a:pt x="248" y="390"/>
                </a:lnTo>
                <a:lnTo>
                  <a:pt x="248" y="389"/>
                </a:lnTo>
                <a:lnTo>
                  <a:pt x="247" y="389"/>
                </a:lnTo>
                <a:lnTo>
                  <a:pt x="247" y="390"/>
                </a:lnTo>
                <a:lnTo>
                  <a:pt x="245" y="390"/>
                </a:lnTo>
                <a:lnTo>
                  <a:pt x="244" y="390"/>
                </a:lnTo>
                <a:lnTo>
                  <a:pt x="243" y="390"/>
                </a:lnTo>
                <a:lnTo>
                  <a:pt x="242" y="390"/>
                </a:lnTo>
                <a:lnTo>
                  <a:pt x="242" y="389"/>
                </a:lnTo>
                <a:lnTo>
                  <a:pt x="242" y="388"/>
                </a:lnTo>
                <a:lnTo>
                  <a:pt x="241" y="388"/>
                </a:lnTo>
                <a:lnTo>
                  <a:pt x="240" y="388"/>
                </a:lnTo>
                <a:lnTo>
                  <a:pt x="239" y="387"/>
                </a:lnTo>
                <a:lnTo>
                  <a:pt x="239" y="386"/>
                </a:lnTo>
                <a:lnTo>
                  <a:pt x="238" y="385"/>
                </a:lnTo>
                <a:lnTo>
                  <a:pt x="238" y="384"/>
                </a:lnTo>
                <a:lnTo>
                  <a:pt x="237" y="384"/>
                </a:lnTo>
                <a:lnTo>
                  <a:pt x="237" y="385"/>
                </a:lnTo>
                <a:lnTo>
                  <a:pt x="236" y="385"/>
                </a:lnTo>
                <a:lnTo>
                  <a:pt x="236" y="384"/>
                </a:lnTo>
                <a:lnTo>
                  <a:pt x="237" y="383"/>
                </a:lnTo>
                <a:lnTo>
                  <a:pt x="236" y="383"/>
                </a:lnTo>
                <a:lnTo>
                  <a:pt x="235" y="383"/>
                </a:lnTo>
                <a:lnTo>
                  <a:pt x="234" y="382"/>
                </a:lnTo>
                <a:lnTo>
                  <a:pt x="234" y="381"/>
                </a:lnTo>
                <a:lnTo>
                  <a:pt x="234" y="380"/>
                </a:lnTo>
                <a:lnTo>
                  <a:pt x="233" y="379"/>
                </a:lnTo>
                <a:lnTo>
                  <a:pt x="232" y="378"/>
                </a:lnTo>
                <a:lnTo>
                  <a:pt x="231" y="378"/>
                </a:lnTo>
                <a:lnTo>
                  <a:pt x="231" y="379"/>
                </a:lnTo>
                <a:lnTo>
                  <a:pt x="230" y="378"/>
                </a:lnTo>
                <a:lnTo>
                  <a:pt x="229" y="378"/>
                </a:lnTo>
                <a:lnTo>
                  <a:pt x="229" y="379"/>
                </a:lnTo>
                <a:lnTo>
                  <a:pt x="228" y="379"/>
                </a:lnTo>
                <a:lnTo>
                  <a:pt x="226" y="379"/>
                </a:lnTo>
                <a:lnTo>
                  <a:pt x="226" y="380"/>
                </a:lnTo>
                <a:lnTo>
                  <a:pt x="227" y="380"/>
                </a:lnTo>
                <a:lnTo>
                  <a:pt x="228" y="380"/>
                </a:lnTo>
                <a:lnTo>
                  <a:pt x="228" y="381"/>
                </a:lnTo>
                <a:lnTo>
                  <a:pt x="227" y="381"/>
                </a:lnTo>
                <a:lnTo>
                  <a:pt x="227" y="380"/>
                </a:lnTo>
                <a:lnTo>
                  <a:pt x="227" y="381"/>
                </a:lnTo>
                <a:lnTo>
                  <a:pt x="226" y="381"/>
                </a:lnTo>
                <a:lnTo>
                  <a:pt x="225" y="381"/>
                </a:lnTo>
                <a:lnTo>
                  <a:pt x="225" y="380"/>
                </a:lnTo>
                <a:lnTo>
                  <a:pt x="225" y="379"/>
                </a:lnTo>
                <a:lnTo>
                  <a:pt x="226" y="379"/>
                </a:lnTo>
                <a:lnTo>
                  <a:pt x="225" y="379"/>
                </a:lnTo>
                <a:lnTo>
                  <a:pt x="225" y="380"/>
                </a:lnTo>
                <a:lnTo>
                  <a:pt x="224" y="380"/>
                </a:lnTo>
                <a:lnTo>
                  <a:pt x="223" y="380"/>
                </a:lnTo>
                <a:lnTo>
                  <a:pt x="222" y="381"/>
                </a:lnTo>
                <a:lnTo>
                  <a:pt x="223" y="381"/>
                </a:lnTo>
                <a:lnTo>
                  <a:pt x="224" y="381"/>
                </a:lnTo>
                <a:lnTo>
                  <a:pt x="225" y="382"/>
                </a:lnTo>
                <a:lnTo>
                  <a:pt x="225" y="383"/>
                </a:lnTo>
                <a:lnTo>
                  <a:pt x="224" y="383"/>
                </a:lnTo>
                <a:lnTo>
                  <a:pt x="222" y="383"/>
                </a:lnTo>
                <a:lnTo>
                  <a:pt x="222" y="384"/>
                </a:lnTo>
                <a:lnTo>
                  <a:pt x="223" y="385"/>
                </a:lnTo>
                <a:lnTo>
                  <a:pt x="222" y="385"/>
                </a:lnTo>
                <a:lnTo>
                  <a:pt x="222" y="386"/>
                </a:lnTo>
                <a:lnTo>
                  <a:pt x="223" y="386"/>
                </a:lnTo>
                <a:lnTo>
                  <a:pt x="223" y="387"/>
                </a:lnTo>
                <a:lnTo>
                  <a:pt x="222" y="387"/>
                </a:lnTo>
                <a:lnTo>
                  <a:pt x="221" y="387"/>
                </a:lnTo>
                <a:lnTo>
                  <a:pt x="222" y="388"/>
                </a:lnTo>
                <a:lnTo>
                  <a:pt x="222" y="389"/>
                </a:lnTo>
                <a:lnTo>
                  <a:pt x="222" y="390"/>
                </a:lnTo>
                <a:lnTo>
                  <a:pt x="221" y="390"/>
                </a:lnTo>
                <a:lnTo>
                  <a:pt x="221" y="391"/>
                </a:lnTo>
                <a:lnTo>
                  <a:pt x="221" y="392"/>
                </a:lnTo>
                <a:lnTo>
                  <a:pt x="220" y="392"/>
                </a:lnTo>
                <a:lnTo>
                  <a:pt x="220" y="393"/>
                </a:lnTo>
                <a:lnTo>
                  <a:pt x="219" y="392"/>
                </a:lnTo>
                <a:lnTo>
                  <a:pt x="219" y="391"/>
                </a:lnTo>
                <a:lnTo>
                  <a:pt x="218" y="392"/>
                </a:lnTo>
                <a:lnTo>
                  <a:pt x="217" y="393"/>
                </a:lnTo>
                <a:lnTo>
                  <a:pt x="217" y="394"/>
                </a:lnTo>
                <a:lnTo>
                  <a:pt x="216" y="394"/>
                </a:lnTo>
                <a:lnTo>
                  <a:pt x="215" y="394"/>
                </a:lnTo>
                <a:lnTo>
                  <a:pt x="214" y="394"/>
                </a:lnTo>
                <a:lnTo>
                  <a:pt x="213" y="394"/>
                </a:lnTo>
                <a:lnTo>
                  <a:pt x="213" y="393"/>
                </a:lnTo>
                <a:lnTo>
                  <a:pt x="212" y="392"/>
                </a:lnTo>
                <a:lnTo>
                  <a:pt x="212" y="391"/>
                </a:lnTo>
                <a:lnTo>
                  <a:pt x="212" y="390"/>
                </a:lnTo>
                <a:lnTo>
                  <a:pt x="212" y="389"/>
                </a:lnTo>
                <a:lnTo>
                  <a:pt x="212" y="388"/>
                </a:lnTo>
                <a:lnTo>
                  <a:pt x="211" y="387"/>
                </a:lnTo>
                <a:lnTo>
                  <a:pt x="211" y="386"/>
                </a:lnTo>
                <a:lnTo>
                  <a:pt x="210" y="385"/>
                </a:lnTo>
                <a:lnTo>
                  <a:pt x="210" y="384"/>
                </a:lnTo>
                <a:lnTo>
                  <a:pt x="210" y="383"/>
                </a:lnTo>
                <a:lnTo>
                  <a:pt x="211" y="383"/>
                </a:lnTo>
                <a:lnTo>
                  <a:pt x="211" y="382"/>
                </a:lnTo>
                <a:lnTo>
                  <a:pt x="211" y="381"/>
                </a:lnTo>
                <a:lnTo>
                  <a:pt x="211" y="380"/>
                </a:lnTo>
                <a:lnTo>
                  <a:pt x="211" y="379"/>
                </a:lnTo>
                <a:lnTo>
                  <a:pt x="210" y="379"/>
                </a:lnTo>
                <a:lnTo>
                  <a:pt x="210" y="378"/>
                </a:lnTo>
                <a:lnTo>
                  <a:pt x="210" y="377"/>
                </a:lnTo>
                <a:lnTo>
                  <a:pt x="209" y="377"/>
                </a:lnTo>
                <a:lnTo>
                  <a:pt x="209" y="376"/>
                </a:lnTo>
                <a:lnTo>
                  <a:pt x="209" y="375"/>
                </a:lnTo>
                <a:lnTo>
                  <a:pt x="208" y="374"/>
                </a:lnTo>
                <a:lnTo>
                  <a:pt x="208" y="373"/>
                </a:lnTo>
                <a:lnTo>
                  <a:pt x="208" y="372"/>
                </a:lnTo>
                <a:lnTo>
                  <a:pt x="207" y="372"/>
                </a:lnTo>
                <a:lnTo>
                  <a:pt x="206" y="372"/>
                </a:lnTo>
                <a:lnTo>
                  <a:pt x="205" y="372"/>
                </a:lnTo>
                <a:lnTo>
                  <a:pt x="205" y="373"/>
                </a:lnTo>
                <a:lnTo>
                  <a:pt x="204" y="372"/>
                </a:lnTo>
                <a:lnTo>
                  <a:pt x="205" y="371"/>
                </a:lnTo>
                <a:lnTo>
                  <a:pt x="206" y="371"/>
                </a:lnTo>
                <a:lnTo>
                  <a:pt x="205" y="371"/>
                </a:lnTo>
                <a:lnTo>
                  <a:pt x="203" y="371"/>
                </a:lnTo>
                <a:lnTo>
                  <a:pt x="203" y="370"/>
                </a:lnTo>
                <a:lnTo>
                  <a:pt x="204" y="370"/>
                </a:lnTo>
                <a:lnTo>
                  <a:pt x="205" y="370"/>
                </a:lnTo>
                <a:lnTo>
                  <a:pt x="206" y="370"/>
                </a:lnTo>
                <a:lnTo>
                  <a:pt x="205" y="369"/>
                </a:lnTo>
                <a:lnTo>
                  <a:pt x="205" y="368"/>
                </a:lnTo>
                <a:lnTo>
                  <a:pt x="204" y="368"/>
                </a:lnTo>
                <a:lnTo>
                  <a:pt x="204" y="367"/>
                </a:lnTo>
                <a:lnTo>
                  <a:pt x="205" y="367"/>
                </a:lnTo>
                <a:lnTo>
                  <a:pt x="204" y="366"/>
                </a:lnTo>
                <a:lnTo>
                  <a:pt x="204" y="365"/>
                </a:lnTo>
                <a:lnTo>
                  <a:pt x="203" y="364"/>
                </a:lnTo>
                <a:lnTo>
                  <a:pt x="202" y="363"/>
                </a:lnTo>
                <a:lnTo>
                  <a:pt x="201" y="362"/>
                </a:lnTo>
                <a:lnTo>
                  <a:pt x="200" y="361"/>
                </a:lnTo>
                <a:lnTo>
                  <a:pt x="200" y="360"/>
                </a:lnTo>
                <a:lnTo>
                  <a:pt x="199" y="360"/>
                </a:lnTo>
                <a:lnTo>
                  <a:pt x="199" y="359"/>
                </a:lnTo>
                <a:lnTo>
                  <a:pt x="198" y="360"/>
                </a:lnTo>
                <a:lnTo>
                  <a:pt x="197" y="360"/>
                </a:lnTo>
                <a:lnTo>
                  <a:pt x="196" y="360"/>
                </a:lnTo>
                <a:lnTo>
                  <a:pt x="196" y="359"/>
                </a:lnTo>
                <a:lnTo>
                  <a:pt x="196" y="358"/>
                </a:lnTo>
                <a:lnTo>
                  <a:pt x="195" y="358"/>
                </a:lnTo>
                <a:lnTo>
                  <a:pt x="194" y="357"/>
                </a:lnTo>
                <a:lnTo>
                  <a:pt x="194" y="355"/>
                </a:lnTo>
                <a:lnTo>
                  <a:pt x="195" y="355"/>
                </a:lnTo>
                <a:lnTo>
                  <a:pt x="196" y="355"/>
                </a:lnTo>
                <a:lnTo>
                  <a:pt x="196" y="356"/>
                </a:lnTo>
                <a:lnTo>
                  <a:pt x="196" y="355"/>
                </a:lnTo>
                <a:lnTo>
                  <a:pt x="195" y="353"/>
                </a:lnTo>
                <a:lnTo>
                  <a:pt x="195" y="352"/>
                </a:lnTo>
                <a:lnTo>
                  <a:pt x="194" y="352"/>
                </a:lnTo>
                <a:lnTo>
                  <a:pt x="193" y="352"/>
                </a:lnTo>
                <a:lnTo>
                  <a:pt x="192" y="352"/>
                </a:lnTo>
                <a:lnTo>
                  <a:pt x="191" y="352"/>
                </a:lnTo>
                <a:lnTo>
                  <a:pt x="191" y="351"/>
                </a:lnTo>
                <a:lnTo>
                  <a:pt x="192" y="350"/>
                </a:lnTo>
                <a:lnTo>
                  <a:pt x="193" y="350"/>
                </a:lnTo>
                <a:lnTo>
                  <a:pt x="194" y="350"/>
                </a:lnTo>
                <a:lnTo>
                  <a:pt x="195" y="349"/>
                </a:lnTo>
                <a:lnTo>
                  <a:pt x="194" y="349"/>
                </a:lnTo>
                <a:lnTo>
                  <a:pt x="193" y="349"/>
                </a:lnTo>
                <a:lnTo>
                  <a:pt x="192" y="348"/>
                </a:lnTo>
                <a:lnTo>
                  <a:pt x="191" y="349"/>
                </a:lnTo>
                <a:lnTo>
                  <a:pt x="191" y="346"/>
                </a:lnTo>
                <a:lnTo>
                  <a:pt x="190" y="345"/>
                </a:lnTo>
                <a:lnTo>
                  <a:pt x="189" y="345"/>
                </a:lnTo>
                <a:lnTo>
                  <a:pt x="190" y="345"/>
                </a:lnTo>
                <a:lnTo>
                  <a:pt x="190" y="346"/>
                </a:lnTo>
                <a:lnTo>
                  <a:pt x="189" y="346"/>
                </a:lnTo>
                <a:lnTo>
                  <a:pt x="188" y="346"/>
                </a:lnTo>
                <a:lnTo>
                  <a:pt x="188" y="345"/>
                </a:lnTo>
                <a:lnTo>
                  <a:pt x="189" y="345"/>
                </a:lnTo>
                <a:lnTo>
                  <a:pt x="189" y="344"/>
                </a:lnTo>
                <a:lnTo>
                  <a:pt x="188" y="344"/>
                </a:lnTo>
                <a:lnTo>
                  <a:pt x="185" y="342"/>
                </a:lnTo>
                <a:lnTo>
                  <a:pt x="184" y="341"/>
                </a:lnTo>
                <a:lnTo>
                  <a:pt x="183" y="341"/>
                </a:lnTo>
                <a:lnTo>
                  <a:pt x="183" y="342"/>
                </a:lnTo>
                <a:lnTo>
                  <a:pt x="184" y="342"/>
                </a:lnTo>
                <a:lnTo>
                  <a:pt x="184" y="343"/>
                </a:lnTo>
                <a:lnTo>
                  <a:pt x="184" y="342"/>
                </a:lnTo>
                <a:lnTo>
                  <a:pt x="185" y="342"/>
                </a:lnTo>
                <a:lnTo>
                  <a:pt x="185" y="343"/>
                </a:lnTo>
                <a:lnTo>
                  <a:pt x="185" y="344"/>
                </a:lnTo>
                <a:lnTo>
                  <a:pt x="184" y="344"/>
                </a:lnTo>
                <a:lnTo>
                  <a:pt x="183" y="343"/>
                </a:lnTo>
                <a:lnTo>
                  <a:pt x="183" y="341"/>
                </a:lnTo>
                <a:lnTo>
                  <a:pt x="183" y="340"/>
                </a:lnTo>
                <a:lnTo>
                  <a:pt x="181" y="339"/>
                </a:lnTo>
                <a:lnTo>
                  <a:pt x="180" y="339"/>
                </a:lnTo>
                <a:lnTo>
                  <a:pt x="181" y="342"/>
                </a:lnTo>
                <a:lnTo>
                  <a:pt x="181" y="343"/>
                </a:lnTo>
                <a:lnTo>
                  <a:pt x="180" y="343"/>
                </a:lnTo>
                <a:lnTo>
                  <a:pt x="180" y="342"/>
                </a:lnTo>
                <a:lnTo>
                  <a:pt x="180" y="340"/>
                </a:lnTo>
                <a:lnTo>
                  <a:pt x="180" y="339"/>
                </a:lnTo>
                <a:lnTo>
                  <a:pt x="179" y="338"/>
                </a:lnTo>
                <a:lnTo>
                  <a:pt x="179" y="339"/>
                </a:lnTo>
                <a:lnTo>
                  <a:pt x="178" y="340"/>
                </a:lnTo>
                <a:lnTo>
                  <a:pt x="178" y="341"/>
                </a:lnTo>
                <a:lnTo>
                  <a:pt x="179" y="342"/>
                </a:lnTo>
                <a:lnTo>
                  <a:pt x="179" y="343"/>
                </a:lnTo>
                <a:lnTo>
                  <a:pt x="178" y="343"/>
                </a:lnTo>
                <a:lnTo>
                  <a:pt x="178" y="344"/>
                </a:lnTo>
                <a:lnTo>
                  <a:pt x="177" y="344"/>
                </a:lnTo>
                <a:lnTo>
                  <a:pt x="177" y="345"/>
                </a:lnTo>
                <a:lnTo>
                  <a:pt x="176" y="345"/>
                </a:lnTo>
                <a:lnTo>
                  <a:pt x="176" y="344"/>
                </a:lnTo>
                <a:lnTo>
                  <a:pt x="175" y="344"/>
                </a:lnTo>
                <a:lnTo>
                  <a:pt x="174" y="344"/>
                </a:lnTo>
                <a:lnTo>
                  <a:pt x="174" y="343"/>
                </a:lnTo>
                <a:lnTo>
                  <a:pt x="173" y="343"/>
                </a:lnTo>
                <a:lnTo>
                  <a:pt x="172" y="343"/>
                </a:lnTo>
                <a:lnTo>
                  <a:pt x="171" y="343"/>
                </a:lnTo>
                <a:lnTo>
                  <a:pt x="171" y="342"/>
                </a:lnTo>
                <a:lnTo>
                  <a:pt x="170" y="342"/>
                </a:lnTo>
                <a:lnTo>
                  <a:pt x="169" y="342"/>
                </a:lnTo>
                <a:lnTo>
                  <a:pt x="167" y="343"/>
                </a:lnTo>
                <a:lnTo>
                  <a:pt x="166" y="343"/>
                </a:lnTo>
                <a:lnTo>
                  <a:pt x="165" y="342"/>
                </a:lnTo>
                <a:lnTo>
                  <a:pt x="164" y="342"/>
                </a:lnTo>
                <a:lnTo>
                  <a:pt x="163" y="342"/>
                </a:lnTo>
                <a:lnTo>
                  <a:pt x="164" y="342"/>
                </a:lnTo>
                <a:lnTo>
                  <a:pt x="164" y="343"/>
                </a:lnTo>
                <a:lnTo>
                  <a:pt x="163" y="343"/>
                </a:lnTo>
                <a:lnTo>
                  <a:pt x="163" y="344"/>
                </a:lnTo>
                <a:lnTo>
                  <a:pt x="162" y="344"/>
                </a:lnTo>
                <a:lnTo>
                  <a:pt x="161" y="344"/>
                </a:lnTo>
                <a:lnTo>
                  <a:pt x="160" y="344"/>
                </a:lnTo>
                <a:lnTo>
                  <a:pt x="159" y="345"/>
                </a:lnTo>
                <a:lnTo>
                  <a:pt x="158" y="345"/>
                </a:lnTo>
                <a:lnTo>
                  <a:pt x="157" y="345"/>
                </a:lnTo>
                <a:lnTo>
                  <a:pt x="156" y="345"/>
                </a:lnTo>
                <a:lnTo>
                  <a:pt x="155" y="345"/>
                </a:lnTo>
                <a:lnTo>
                  <a:pt x="155" y="346"/>
                </a:lnTo>
                <a:lnTo>
                  <a:pt x="155" y="345"/>
                </a:lnTo>
                <a:lnTo>
                  <a:pt x="154" y="345"/>
                </a:lnTo>
                <a:lnTo>
                  <a:pt x="153" y="345"/>
                </a:lnTo>
                <a:lnTo>
                  <a:pt x="153" y="346"/>
                </a:lnTo>
                <a:lnTo>
                  <a:pt x="151" y="346"/>
                </a:lnTo>
                <a:lnTo>
                  <a:pt x="150" y="346"/>
                </a:lnTo>
                <a:lnTo>
                  <a:pt x="149" y="346"/>
                </a:lnTo>
                <a:lnTo>
                  <a:pt x="148" y="346"/>
                </a:lnTo>
                <a:lnTo>
                  <a:pt x="148" y="347"/>
                </a:lnTo>
                <a:lnTo>
                  <a:pt x="147" y="348"/>
                </a:lnTo>
                <a:lnTo>
                  <a:pt x="146" y="348"/>
                </a:lnTo>
                <a:lnTo>
                  <a:pt x="146" y="349"/>
                </a:lnTo>
                <a:lnTo>
                  <a:pt x="145" y="349"/>
                </a:lnTo>
                <a:lnTo>
                  <a:pt x="145" y="350"/>
                </a:lnTo>
                <a:lnTo>
                  <a:pt x="145" y="351"/>
                </a:lnTo>
                <a:lnTo>
                  <a:pt x="145" y="352"/>
                </a:lnTo>
                <a:lnTo>
                  <a:pt x="145" y="353"/>
                </a:lnTo>
                <a:lnTo>
                  <a:pt x="144" y="353"/>
                </a:lnTo>
                <a:lnTo>
                  <a:pt x="145" y="354"/>
                </a:lnTo>
                <a:lnTo>
                  <a:pt x="145" y="355"/>
                </a:lnTo>
                <a:lnTo>
                  <a:pt x="144" y="355"/>
                </a:lnTo>
                <a:lnTo>
                  <a:pt x="144" y="356"/>
                </a:lnTo>
                <a:lnTo>
                  <a:pt x="144" y="358"/>
                </a:lnTo>
                <a:lnTo>
                  <a:pt x="144" y="359"/>
                </a:lnTo>
                <a:lnTo>
                  <a:pt x="144" y="360"/>
                </a:lnTo>
                <a:lnTo>
                  <a:pt x="143" y="361"/>
                </a:lnTo>
                <a:lnTo>
                  <a:pt x="142" y="361"/>
                </a:lnTo>
                <a:lnTo>
                  <a:pt x="141" y="361"/>
                </a:lnTo>
                <a:lnTo>
                  <a:pt x="141" y="362"/>
                </a:lnTo>
                <a:lnTo>
                  <a:pt x="140" y="362"/>
                </a:lnTo>
                <a:lnTo>
                  <a:pt x="140" y="363"/>
                </a:lnTo>
                <a:lnTo>
                  <a:pt x="141" y="363"/>
                </a:lnTo>
                <a:lnTo>
                  <a:pt x="141" y="364"/>
                </a:lnTo>
                <a:lnTo>
                  <a:pt x="140" y="364"/>
                </a:lnTo>
                <a:lnTo>
                  <a:pt x="141" y="365"/>
                </a:lnTo>
                <a:lnTo>
                  <a:pt x="142" y="365"/>
                </a:lnTo>
                <a:lnTo>
                  <a:pt x="142" y="364"/>
                </a:lnTo>
                <a:lnTo>
                  <a:pt x="142" y="365"/>
                </a:lnTo>
                <a:lnTo>
                  <a:pt x="143" y="366"/>
                </a:lnTo>
                <a:lnTo>
                  <a:pt x="143" y="367"/>
                </a:lnTo>
                <a:lnTo>
                  <a:pt x="142" y="368"/>
                </a:lnTo>
                <a:lnTo>
                  <a:pt x="142" y="369"/>
                </a:lnTo>
                <a:lnTo>
                  <a:pt x="142" y="370"/>
                </a:lnTo>
                <a:lnTo>
                  <a:pt x="142" y="371"/>
                </a:lnTo>
                <a:lnTo>
                  <a:pt x="141" y="371"/>
                </a:lnTo>
                <a:lnTo>
                  <a:pt x="141" y="372"/>
                </a:lnTo>
                <a:lnTo>
                  <a:pt x="142" y="373"/>
                </a:lnTo>
                <a:lnTo>
                  <a:pt x="141" y="373"/>
                </a:lnTo>
                <a:lnTo>
                  <a:pt x="141" y="374"/>
                </a:lnTo>
                <a:lnTo>
                  <a:pt x="139" y="374"/>
                </a:lnTo>
                <a:lnTo>
                  <a:pt x="139" y="375"/>
                </a:lnTo>
                <a:lnTo>
                  <a:pt x="138" y="374"/>
                </a:lnTo>
                <a:lnTo>
                  <a:pt x="138" y="376"/>
                </a:lnTo>
                <a:lnTo>
                  <a:pt x="137" y="376"/>
                </a:lnTo>
                <a:lnTo>
                  <a:pt x="137" y="377"/>
                </a:lnTo>
                <a:lnTo>
                  <a:pt x="136" y="377"/>
                </a:lnTo>
                <a:lnTo>
                  <a:pt x="135" y="377"/>
                </a:lnTo>
                <a:lnTo>
                  <a:pt x="134" y="376"/>
                </a:lnTo>
                <a:lnTo>
                  <a:pt x="133" y="376"/>
                </a:lnTo>
                <a:lnTo>
                  <a:pt x="133" y="377"/>
                </a:lnTo>
                <a:lnTo>
                  <a:pt x="133" y="378"/>
                </a:lnTo>
                <a:lnTo>
                  <a:pt x="133" y="379"/>
                </a:lnTo>
                <a:lnTo>
                  <a:pt x="132" y="379"/>
                </a:lnTo>
                <a:lnTo>
                  <a:pt x="131" y="379"/>
                </a:lnTo>
                <a:lnTo>
                  <a:pt x="131" y="380"/>
                </a:lnTo>
                <a:lnTo>
                  <a:pt x="130" y="381"/>
                </a:lnTo>
                <a:lnTo>
                  <a:pt x="130" y="382"/>
                </a:lnTo>
                <a:lnTo>
                  <a:pt x="129" y="381"/>
                </a:lnTo>
                <a:lnTo>
                  <a:pt x="128" y="381"/>
                </a:lnTo>
                <a:lnTo>
                  <a:pt x="128" y="380"/>
                </a:lnTo>
                <a:lnTo>
                  <a:pt x="127" y="379"/>
                </a:lnTo>
                <a:lnTo>
                  <a:pt x="126" y="379"/>
                </a:lnTo>
                <a:lnTo>
                  <a:pt x="126" y="380"/>
                </a:lnTo>
                <a:lnTo>
                  <a:pt x="125" y="380"/>
                </a:lnTo>
                <a:lnTo>
                  <a:pt x="124" y="380"/>
                </a:lnTo>
                <a:lnTo>
                  <a:pt x="123" y="380"/>
                </a:lnTo>
                <a:lnTo>
                  <a:pt x="122" y="381"/>
                </a:lnTo>
                <a:lnTo>
                  <a:pt x="121" y="381"/>
                </a:lnTo>
                <a:lnTo>
                  <a:pt x="120" y="380"/>
                </a:lnTo>
                <a:lnTo>
                  <a:pt x="120" y="379"/>
                </a:lnTo>
                <a:lnTo>
                  <a:pt x="119" y="379"/>
                </a:lnTo>
                <a:lnTo>
                  <a:pt x="118" y="378"/>
                </a:lnTo>
                <a:lnTo>
                  <a:pt x="117" y="377"/>
                </a:lnTo>
                <a:lnTo>
                  <a:pt x="115" y="377"/>
                </a:lnTo>
                <a:lnTo>
                  <a:pt x="114" y="377"/>
                </a:lnTo>
                <a:lnTo>
                  <a:pt x="113" y="377"/>
                </a:lnTo>
                <a:lnTo>
                  <a:pt x="112" y="377"/>
                </a:lnTo>
                <a:lnTo>
                  <a:pt x="109" y="376"/>
                </a:lnTo>
                <a:lnTo>
                  <a:pt x="109" y="375"/>
                </a:lnTo>
                <a:lnTo>
                  <a:pt x="108" y="375"/>
                </a:lnTo>
                <a:lnTo>
                  <a:pt x="107" y="375"/>
                </a:lnTo>
                <a:lnTo>
                  <a:pt x="107" y="376"/>
                </a:lnTo>
                <a:lnTo>
                  <a:pt x="107" y="377"/>
                </a:lnTo>
                <a:lnTo>
                  <a:pt x="106" y="378"/>
                </a:lnTo>
                <a:lnTo>
                  <a:pt x="106" y="379"/>
                </a:lnTo>
                <a:lnTo>
                  <a:pt x="105" y="379"/>
                </a:lnTo>
                <a:lnTo>
                  <a:pt x="104" y="379"/>
                </a:lnTo>
                <a:lnTo>
                  <a:pt x="103" y="379"/>
                </a:lnTo>
                <a:lnTo>
                  <a:pt x="102" y="379"/>
                </a:lnTo>
                <a:lnTo>
                  <a:pt x="101" y="379"/>
                </a:lnTo>
                <a:lnTo>
                  <a:pt x="98" y="380"/>
                </a:lnTo>
                <a:lnTo>
                  <a:pt x="97" y="380"/>
                </a:lnTo>
                <a:lnTo>
                  <a:pt x="94" y="380"/>
                </a:lnTo>
                <a:lnTo>
                  <a:pt x="93" y="381"/>
                </a:lnTo>
                <a:lnTo>
                  <a:pt x="92" y="381"/>
                </a:lnTo>
                <a:lnTo>
                  <a:pt x="91" y="380"/>
                </a:lnTo>
                <a:lnTo>
                  <a:pt x="90" y="380"/>
                </a:lnTo>
                <a:lnTo>
                  <a:pt x="90" y="379"/>
                </a:lnTo>
                <a:lnTo>
                  <a:pt x="89" y="379"/>
                </a:lnTo>
                <a:lnTo>
                  <a:pt x="88" y="379"/>
                </a:lnTo>
                <a:lnTo>
                  <a:pt x="88" y="378"/>
                </a:lnTo>
                <a:lnTo>
                  <a:pt x="87" y="378"/>
                </a:lnTo>
                <a:lnTo>
                  <a:pt x="86" y="378"/>
                </a:lnTo>
                <a:lnTo>
                  <a:pt x="85" y="378"/>
                </a:lnTo>
                <a:lnTo>
                  <a:pt x="84" y="378"/>
                </a:lnTo>
                <a:lnTo>
                  <a:pt x="83" y="378"/>
                </a:lnTo>
                <a:lnTo>
                  <a:pt x="82" y="377"/>
                </a:lnTo>
                <a:lnTo>
                  <a:pt x="81" y="377"/>
                </a:lnTo>
                <a:lnTo>
                  <a:pt x="80" y="378"/>
                </a:lnTo>
                <a:lnTo>
                  <a:pt x="80" y="379"/>
                </a:lnTo>
                <a:lnTo>
                  <a:pt x="81" y="379"/>
                </a:lnTo>
                <a:lnTo>
                  <a:pt x="81" y="380"/>
                </a:lnTo>
                <a:lnTo>
                  <a:pt x="80" y="380"/>
                </a:lnTo>
                <a:lnTo>
                  <a:pt x="80" y="381"/>
                </a:lnTo>
                <a:lnTo>
                  <a:pt x="79" y="381"/>
                </a:lnTo>
                <a:lnTo>
                  <a:pt x="78" y="381"/>
                </a:lnTo>
                <a:lnTo>
                  <a:pt x="77" y="381"/>
                </a:lnTo>
                <a:lnTo>
                  <a:pt x="77" y="380"/>
                </a:lnTo>
                <a:lnTo>
                  <a:pt x="76" y="380"/>
                </a:lnTo>
                <a:lnTo>
                  <a:pt x="75" y="380"/>
                </a:lnTo>
                <a:lnTo>
                  <a:pt x="75" y="379"/>
                </a:lnTo>
                <a:lnTo>
                  <a:pt x="74" y="379"/>
                </a:lnTo>
                <a:lnTo>
                  <a:pt x="73" y="379"/>
                </a:lnTo>
                <a:lnTo>
                  <a:pt x="72" y="379"/>
                </a:lnTo>
                <a:lnTo>
                  <a:pt x="71" y="379"/>
                </a:lnTo>
                <a:lnTo>
                  <a:pt x="68" y="379"/>
                </a:lnTo>
                <a:lnTo>
                  <a:pt x="67" y="379"/>
                </a:lnTo>
                <a:lnTo>
                  <a:pt x="66" y="379"/>
                </a:lnTo>
                <a:lnTo>
                  <a:pt x="65" y="379"/>
                </a:lnTo>
                <a:lnTo>
                  <a:pt x="64" y="379"/>
                </a:lnTo>
                <a:lnTo>
                  <a:pt x="63" y="378"/>
                </a:lnTo>
                <a:lnTo>
                  <a:pt x="62" y="377"/>
                </a:lnTo>
                <a:lnTo>
                  <a:pt x="62" y="376"/>
                </a:lnTo>
                <a:lnTo>
                  <a:pt x="61" y="376"/>
                </a:lnTo>
                <a:lnTo>
                  <a:pt x="61" y="375"/>
                </a:lnTo>
                <a:lnTo>
                  <a:pt x="60" y="375"/>
                </a:lnTo>
                <a:lnTo>
                  <a:pt x="60" y="374"/>
                </a:lnTo>
                <a:lnTo>
                  <a:pt x="60" y="373"/>
                </a:lnTo>
                <a:lnTo>
                  <a:pt x="59" y="373"/>
                </a:lnTo>
                <a:lnTo>
                  <a:pt x="58" y="373"/>
                </a:lnTo>
                <a:lnTo>
                  <a:pt x="58" y="372"/>
                </a:lnTo>
                <a:lnTo>
                  <a:pt x="58" y="371"/>
                </a:lnTo>
                <a:lnTo>
                  <a:pt x="58" y="370"/>
                </a:lnTo>
                <a:lnTo>
                  <a:pt x="58" y="371"/>
                </a:lnTo>
                <a:lnTo>
                  <a:pt x="57" y="370"/>
                </a:lnTo>
                <a:lnTo>
                  <a:pt x="57" y="369"/>
                </a:lnTo>
                <a:lnTo>
                  <a:pt x="57" y="367"/>
                </a:lnTo>
                <a:lnTo>
                  <a:pt x="57" y="365"/>
                </a:lnTo>
                <a:lnTo>
                  <a:pt x="57" y="364"/>
                </a:lnTo>
                <a:lnTo>
                  <a:pt x="56" y="364"/>
                </a:lnTo>
                <a:lnTo>
                  <a:pt x="55" y="364"/>
                </a:lnTo>
                <a:lnTo>
                  <a:pt x="55" y="363"/>
                </a:lnTo>
                <a:lnTo>
                  <a:pt x="56" y="363"/>
                </a:lnTo>
                <a:lnTo>
                  <a:pt x="57" y="363"/>
                </a:lnTo>
                <a:lnTo>
                  <a:pt x="57" y="362"/>
                </a:lnTo>
                <a:lnTo>
                  <a:pt x="57" y="361"/>
                </a:lnTo>
                <a:lnTo>
                  <a:pt x="56" y="359"/>
                </a:lnTo>
                <a:lnTo>
                  <a:pt x="56" y="358"/>
                </a:lnTo>
                <a:lnTo>
                  <a:pt x="55" y="357"/>
                </a:lnTo>
                <a:lnTo>
                  <a:pt x="55" y="356"/>
                </a:lnTo>
                <a:lnTo>
                  <a:pt x="56" y="356"/>
                </a:lnTo>
                <a:lnTo>
                  <a:pt x="55" y="356"/>
                </a:lnTo>
                <a:lnTo>
                  <a:pt x="55" y="355"/>
                </a:lnTo>
                <a:lnTo>
                  <a:pt x="54" y="355"/>
                </a:lnTo>
                <a:lnTo>
                  <a:pt x="54" y="354"/>
                </a:lnTo>
                <a:lnTo>
                  <a:pt x="53" y="354"/>
                </a:lnTo>
                <a:lnTo>
                  <a:pt x="53" y="353"/>
                </a:lnTo>
                <a:lnTo>
                  <a:pt x="51" y="353"/>
                </a:lnTo>
                <a:lnTo>
                  <a:pt x="50" y="353"/>
                </a:lnTo>
                <a:lnTo>
                  <a:pt x="49" y="352"/>
                </a:lnTo>
                <a:lnTo>
                  <a:pt x="48" y="352"/>
                </a:lnTo>
                <a:lnTo>
                  <a:pt x="47" y="351"/>
                </a:lnTo>
                <a:lnTo>
                  <a:pt x="46" y="351"/>
                </a:lnTo>
                <a:lnTo>
                  <a:pt x="46" y="350"/>
                </a:lnTo>
                <a:lnTo>
                  <a:pt x="45" y="350"/>
                </a:lnTo>
                <a:lnTo>
                  <a:pt x="44" y="350"/>
                </a:lnTo>
                <a:lnTo>
                  <a:pt x="43" y="350"/>
                </a:lnTo>
                <a:lnTo>
                  <a:pt x="43" y="351"/>
                </a:lnTo>
                <a:lnTo>
                  <a:pt x="43" y="352"/>
                </a:lnTo>
                <a:lnTo>
                  <a:pt x="42" y="352"/>
                </a:lnTo>
                <a:lnTo>
                  <a:pt x="42" y="351"/>
                </a:lnTo>
                <a:lnTo>
                  <a:pt x="41" y="350"/>
                </a:lnTo>
                <a:lnTo>
                  <a:pt x="41" y="351"/>
                </a:lnTo>
                <a:lnTo>
                  <a:pt x="40" y="352"/>
                </a:lnTo>
                <a:lnTo>
                  <a:pt x="39" y="352"/>
                </a:lnTo>
                <a:lnTo>
                  <a:pt x="39" y="351"/>
                </a:lnTo>
                <a:lnTo>
                  <a:pt x="39" y="350"/>
                </a:lnTo>
                <a:lnTo>
                  <a:pt x="38" y="349"/>
                </a:lnTo>
                <a:lnTo>
                  <a:pt x="38" y="348"/>
                </a:lnTo>
                <a:lnTo>
                  <a:pt x="38" y="347"/>
                </a:lnTo>
                <a:lnTo>
                  <a:pt x="39" y="347"/>
                </a:lnTo>
                <a:lnTo>
                  <a:pt x="40" y="346"/>
                </a:lnTo>
                <a:lnTo>
                  <a:pt x="40" y="345"/>
                </a:lnTo>
                <a:lnTo>
                  <a:pt x="38" y="344"/>
                </a:lnTo>
                <a:lnTo>
                  <a:pt x="37" y="344"/>
                </a:lnTo>
                <a:lnTo>
                  <a:pt x="36" y="345"/>
                </a:lnTo>
                <a:lnTo>
                  <a:pt x="36" y="346"/>
                </a:lnTo>
                <a:lnTo>
                  <a:pt x="36" y="345"/>
                </a:lnTo>
                <a:lnTo>
                  <a:pt x="35" y="345"/>
                </a:lnTo>
                <a:lnTo>
                  <a:pt x="34" y="344"/>
                </a:lnTo>
                <a:lnTo>
                  <a:pt x="34" y="343"/>
                </a:lnTo>
                <a:lnTo>
                  <a:pt x="35" y="343"/>
                </a:lnTo>
                <a:lnTo>
                  <a:pt x="36" y="341"/>
                </a:lnTo>
                <a:lnTo>
                  <a:pt x="36" y="342"/>
                </a:lnTo>
                <a:lnTo>
                  <a:pt x="37" y="342"/>
                </a:lnTo>
                <a:lnTo>
                  <a:pt x="37" y="341"/>
                </a:lnTo>
                <a:lnTo>
                  <a:pt x="37" y="340"/>
                </a:lnTo>
                <a:lnTo>
                  <a:pt x="36" y="340"/>
                </a:lnTo>
                <a:lnTo>
                  <a:pt x="35" y="340"/>
                </a:lnTo>
                <a:lnTo>
                  <a:pt x="35" y="341"/>
                </a:lnTo>
                <a:lnTo>
                  <a:pt x="34" y="341"/>
                </a:lnTo>
                <a:lnTo>
                  <a:pt x="34" y="340"/>
                </a:lnTo>
                <a:lnTo>
                  <a:pt x="32" y="340"/>
                </a:lnTo>
                <a:lnTo>
                  <a:pt x="31" y="340"/>
                </a:lnTo>
                <a:lnTo>
                  <a:pt x="31" y="339"/>
                </a:lnTo>
                <a:lnTo>
                  <a:pt x="30" y="339"/>
                </a:lnTo>
                <a:lnTo>
                  <a:pt x="29" y="338"/>
                </a:lnTo>
                <a:lnTo>
                  <a:pt x="28" y="337"/>
                </a:lnTo>
                <a:lnTo>
                  <a:pt x="29" y="336"/>
                </a:lnTo>
                <a:lnTo>
                  <a:pt x="28" y="335"/>
                </a:lnTo>
                <a:lnTo>
                  <a:pt x="27" y="335"/>
                </a:lnTo>
                <a:lnTo>
                  <a:pt x="27" y="336"/>
                </a:lnTo>
                <a:lnTo>
                  <a:pt x="26" y="336"/>
                </a:lnTo>
                <a:lnTo>
                  <a:pt x="25" y="336"/>
                </a:lnTo>
                <a:lnTo>
                  <a:pt x="22" y="336"/>
                </a:lnTo>
                <a:lnTo>
                  <a:pt x="22" y="337"/>
                </a:lnTo>
                <a:lnTo>
                  <a:pt x="21" y="338"/>
                </a:lnTo>
                <a:lnTo>
                  <a:pt x="20" y="338"/>
                </a:lnTo>
                <a:lnTo>
                  <a:pt x="20" y="339"/>
                </a:lnTo>
                <a:lnTo>
                  <a:pt x="19" y="339"/>
                </a:lnTo>
                <a:lnTo>
                  <a:pt x="18" y="338"/>
                </a:lnTo>
                <a:lnTo>
                  <a:pt x="18" y="337"/>
                </a:lnTo>
                <a:lnTo>
                  <a:pt x="17" y="337"/>
                </a:lnTo>
                <a:lnTo>
                  <a:pt x="16" y="336"/>
                </a:lnTo>
                <a:lnTo>
                  <a:pt x="16" y="337"/>
                </a:lnTo>
                <a:lnTo>
                  <a:pt x="15" y="337"/>
                </a:lnTo>
                <a:lnTo>
                  <a:pt x="14" y="336"/>
                </a:lnTo>
                <a:lnTo>
                  <a:pt x="13" y="336"/>
                </a:lnTo>
                <a:lnTo>
                  <a:pt x="12" y="337"/>
                </a:lnTo>
                <a:lnTo>
                  <a:pt x="11" y="338"/>
                </a:lnTo>
                <a:lnTo>
                  <a:pt x="10" y="339"/>
                </a:lnTo>
                <a:lnTo>
                  <a:pt x="9" y="339"/>
                </a:lnTo>
                <a:lnTo>
                  <a:pt x="8" y="338"/>
                </a:lnTo>
                <a:lnTo>
                  <a:pt x="8" y="337"/>
                </a:lnTo>
                <a:lnTo>
                  <a:pt x="6" y="336"/>
                </a:lnTo>
                <a:lnTo>
                  <a:pt x="6" y="335"/>
                </a:lnTo>
                <a:lnTo>
                  <a:pt x="6" y="334"/>
                </a:lnTo>
                <a:lnTo>
                  <a:pt x="6" y="333"/>
                </a:lnTo>
                <a:lnTo>
                  <a:pt x="5" y="333"/>
                </a:lnTo>
                <a:lnTo>
                  <a:pt x="4" y="335"/>
                </a:lnTo>
                <a:lnTo>
                  <a:pt x="4" y="336"/>
                </a:lnTo>
                <a:lnTo>
                  <a:pt x="3" y="335"/>
                </a:lnTo>
                <a:lnTo>
                  <a:pt x="1" y="335"/>
                </a:lnTo>
                <a:lnTo>
                  <a:pt x="0" y="335"/>
                </a:lnTo>
                <a:lnTo>
                  <a:pt x="1" y="334"/>
                </a:lnTo>
                <a:lnTo>
                  <a:pt x="2" y="334"/>
                </a:lnTo>
                <a:lnTo>
                  <a:pt x="3" y="333"/>
                </a:lnTo>
                <a:lnTo>
                  <a:pt x="4" y="333"/>
                </a:lnTo>
                <a:lnTo>
                  <a:pt x="4" y="332"/>
                </a:lnTo>
                <a:lnTo>
                  <a:pt x="3" y="332"/>
                </a:lnTo>
                <a:lnTo>
                  <a:pt x="3" y="331"/>
                </a:lnTo>
                <a:lnTo>
                  <a:pt x="2" y="331"/>
                </a:lnTo>
                <a:lnTo>
                  <a:pt x="1" y="331"/>
                </a:lnTo>
                <a:lnTo>
                  <a:pt x="0" y="331"/>
                </a:lnTo>
                <a:lnTo>
                  <a:pt x="0" y="330"/>
                </a:lnTo>
                <a:lnTo>
                  <a:pt x="0" y="329"/>
                </a:lnTo>
                <a:lnTo>
                  <a:pt x="0" y="328"/>
                </a:lnTo>
                <a:lnTo>
                  <a:pt x="1" y="328"/>
                </a:lnTo>
                <a:lnTo>
                  <a:pt x="2" y="328"/>
                </a:lnTo>
                <a:lnTo>
                  <a:pt x="3" y="327"/>
                </a:lnTo>
                <a:lnTo>
                  <a:pt x="4" y="327"/>
                </a:lnTo>
                <a:lnTo>
                  <a:pt x="5" y="327"/>
                </a:lnTo>
                <a:lnTo>
                  <a:pt x="6" y="327"/>
                </a:lnTo>
                <a:lnTo>
                  <a:pt x="6" y="326"/>
                </a:lnTo>
                <a:lnTo>
                  <a:pt x="6" y="325"/>
                </a:lnTo>
                <a:lnTo>
                  <a:pt x="6" y="324"/>
                </a:lnTo>
                <a:lnTo>
                  <a:pt x="5" y="323"/>
                </a:lnTo>
                <a:lnTo>
                  <a:pt x="5" y="322"/>
                </a:lnTo>
                <a:lnTo>
                  <a:pt x="4" y="321"/>
                </a:lnTo>
                <a:lnTo>
                  <a:pt x="3" y="320"/>
                </a:lnTo>
                <a:lnTo>
                  <a:pt x="3" y="319"/>
                </a:lnTo>
                <a:lnTo>
                  <a:pt x="3" y="318"/>
                </a:lnTo>
                <a:lnTo>
                  <a:pt x="4" y="318"/>
                </a:lnTo>
                <a:lnTo>
                  <a:pt x="4" y="317"/>
                </a:lnTo>
                <a:lnTo>
                  <a:pt x="5" y="317"/>
                </a:lnTo>
                <a:lnTo>
                  <a:pt x="6" y="316"/>
                </a:lnTo>
                <a:lnTo>
                  <a:pt x="7" y="316"/>
                </a:lnTo>
                <a:lnTo>
                  <a:pt x="8" y="316"/>
                </a:lnTo>
                <a:lnTo>
                  <a:pt x="10" y="316"/>
                </a:lnTo>
                <a:lnTo>
                  <a:pt x="11" y="316"/>
                </a:lnTo>
                <a:lnTo>
                  <a:pt x="11" y="313"/>
                </a:lnTo>
                <a:lnTo>
                  <a:pt x="10" y="313"/>
                </a:lnTo>
                <a:lnTo>
                  <a:pt x="10" y="311"/>
                </a:lnTo>
                <a:lnTo>
                  <a:pt x="10" y="310"/>
                </a:lnTo>
                <a:lnTo>
                  <a:pt x="11" y="310"/>
                </a:lnTo>
                <a:lnTo>
                  <a:pt x="12" y="310"/>
                </a:lnTo>
                <a:lnTo>
                  <a:pt x="13" y="308"/>
                </a:lnTo>
                <a:lnTo>
                  <a:pt x="14" y="308"/>
                </a:lnTo>
                <a:lnTo>
                  <a:pt x="14" y="307"/>
                </a:lnTo>
                <a:lnTo>
                  <a:pt x="14" y="306"/>
                </a:lnTo>
                <a:lnTo>
                  <a:pt x="14" y="307"/>
                </a:lnTo>
                <a:lnTo>
                  <a:pt x="15" y="307"/>
                </a:lnTo>
                <a:lnTo>
                  <a:pt x="15" y="306"/>
                </a:lnTo>
                <a:lnTo>
                  <a:pt x="15" y="305"/>
                </a:lnTo>
                <a:lnTo>
                  <a:pt x="16" y="304"/>
                </a:lnTo>
                <a:lnTo>
                  <a:pt x="17" y="303"/>
                </a:lnTo>
                <a:lnTo>
                  <a:pt x="18" y="302"/>
                </a:lnTo>
                <a:lnTo>
                  <a:pt x="18" y="303"/>
                </a:lnTo>
                <a:lnTo>
                  <a:pt x="19" y="303"/>
                </a:lnTo>
                <a:lnTo>
                  <a:pt x="19" y="302"/>
                </a:lnTo>
                <a:lnTo>
                  <a:pt x="19" y="301"/>
                </a:lnTo>
                <a:lnTo>
                  <a:pt x="18" y="301"/>
                </a:lnTo>
                <a:lnTo>
                  <a:pt x="18" y="300"/>
                </a:lnTo>
                <a:lnTo>
                  <a:pt x="18" y="299"/>
                </a:lnTo>
                <a:lnTo>
                  <a:pt x="18" y="298"/>
                </a:lnTo>
                <a:lnTo>
                  <a:pt x="19" y="298"/>
                </a:lnTo>
                <a:lnTo>
                  <a:pt x="20" y="298"/>
                </a:lnTo>
                <a:lnTo>
                  <a:pt x="20" y="297"/>
                </a:lnTo>
                <a:lnTo>
                  <a:pt x="23" y="297"/>
                </a:lnTo>
                <a:lnTo>
                  <a:pt x="24" y="297"/>
                </a:lnTo>
                <a:lnTo>
                  <a:pt x="24" y="296"/>
                </a:lnTo>
                <a:lnTo>
                  <a:pt x="25" y="296"/>
                </a:lnTo>
                <a:lnTo>
                  <a:pt x="25" y="295"/>
                </a:lnTo>
                <a:lnTo>
                  <a:pt x="24" y="294"/>
                </a:lnTo>
                <a:lnTo>
                  <a:pt x="25" y="293"/>
                </a:lnTo>
                <a:lnTo>
                  <a:pt x="25" y="294"/>
                </a:lnTo>
                <a:lnTo>
                  <a:pt x="26" y="294"/>
                </a:lnTo>
                <a:lnTo>
                  <a:pt x="27" y="294"/>
                </a:lnTo>
                <a:lnTo>
                  <a:pt x="27" y="295"/>
                </a:lnTo>
                <a:lnTo>
                  <a:pt x="28" y="295"/>
                </a:lnTo>
                <a:lnTo>
                  <a:pt x="28" y="294"/>
                </a:lnTo>
                <a:lnTo>
                  <a:pt x="28" y="293"/>
                </a:lnTo>
                <a:lnTo>
                  <a:pt x="29" y="293"/>
                </a:lnTo>
                <a:lnTo>
                  <a:pt x="29" y="292"/>
                </a:lnTo>
                <a:lnTo>
                  <a:pt x="30" y="292"/>
                </a:lnTo>
                <a:lnTo>
                  <a:pt x="31" y="292"/>
                </a:lnTo>
                <a:lnTo>
                  <a:pt x="32" y="292"/>
                </a:lnTo>
                <a:lnTo>
                  <a:pt x="33" y="293"/>
                </a:lnTo>
                <a:lnTo>
                  <a:pt x="34" y="293"/>
                </a:lnTo>
                <a:lnTo>
                  <a:pt x="35" y="293"/>
                </a:lnTo>
                <a:lnTo>
                  <a:pt x="36" y="293"/>
                </a:lnTo>
                <a:lnTo>
                  <a:pt x="37" y="293"/>
                </a:lnTo>
                <a:lnTo>
                  <a:pt x="38" y="292"/>
                </a:lnTo>
                <a:lnTo>
                  <a:pt x="39" y="292"/>
                </a:lnTo>
                <a:lnTo>
                  <a:pt x="40" y="291"/>
                </a:lnTo>
                <a:lnTo>
                  <a:pt x="41" y="290"/>
                </a:lnTo>
                <a:lnTo>
                  <a:pt x="41" y="289"/>
                </a:lnTo>
                <a:lnTo>
                  <a:pt x="42" y="289"/>
                </a:lnTo>
                <a:lnTo>
                  <a:pt x="42" y="288"/>
                </a:lnTo>
                <a:lnTo>
                  <a:pt x="43" y="288"/>
                </a:lnTo>
                <a:lnTo>
                  <a:pt x="44" y="288"/>
                </a:lnTo>
                <a:lnTo>
                  <a:pt x="45" y="287"/>
                </a:lnTo>
                <a:lnTo>
                  <a:pt x="46" y="287"/>
                </a:lnTo>
                <a:lnTo>
                  <a:pt x="46" y="286"/>
                </a:lnTo>
                <a:lnTo>
                  <a:pt x="47" y="286"/>
                </a:lnTo>
                <a:lnTo>
                  <a:pt x="48" y="286"/>
                </a:lnTo>
                <a:lnTo>
                  <a:pt x="49" y="285"/>
                </a:lnTo>
                <a:lnTo>
                  <a:pt x="49" y="284"/>
                </a:lnTo>
                <a:lnTo>
                  <a:pt x="49" y="283"/>
                </a:lnTo>
                <a:lnTo>
                  <a:pt x="48" y="282"/>
                </a:lnTo>
                <a:lnTo>
                  <a:pt x="48" y="281"/>
                </a:lnTo>
                <a:lnTo>
                  <a:pt x="48" y="280"/>
                </a:lnTo>
                <a:lnTo>
                  <a:pt x="48" y="279"/>
                </a:lnTo>
                <a:lnTo>
                  <a:pt x="49" y="279"/>
                </a:lnTo>
                <a:lnTo>
                  <a:pt x="50" y="278"/>
                </a:lnTo>
                <a:lnTo>
                  <a:pt x="51" y="278"/>
                </a:lnTo>
                <a:lnTo>
                  <a:pt x="52" y="277"/>
                </a:lnTo>
                <a:lnTo>
                  <a:pt x="52" y="276"/>
                </a:lnTo>
                <a:lnTo>
                  <a:pt x="53" y="275"/>
                </a:lnTo>
                <a:lnTo>
                  <a:pt x="53" y="274"/>
                </a:lnTo>
                <a:lnTo>
                  <a:pt x="54" y="274"/>
                </a:lnTo>
                <a:lnTo>
                  <a:pt x="54" y="273"/>
                </a:lnTo>
                <a:lnTo>
                  <a:pt x="54" y="272"/>
                </a:lnTo>
                <a:lnTo>
                  <a:pt x="55" y="272"/>
                </a:lnTo>
                <a:lnTo>
                  <a:pt x="56" y="269"/>
                </a:lnTo>
                <a:lnTo>
                  <a:pt x="57" y="269"/>
                </a:lnTo>
                <a:lnTo>
                  <a:pt x="55" y="269"/>
                </a:lnTo>
                <a:lnTo>
                  <a:pt x="56" y="269"/>
                </a:lnTo>
                <a:lnTo>
                  <a:pt x="57" y="269"/>
                </a:lnTo>
                <a:lnTo>
                  <a:pt x="58" y="268"/>
                </a:lnTo>
                <a:lnTo>
                  <a:pt x="59" y="268"/>
                </a:lnTo>
                <a:lnTo>
                  <a:pt x="58" y="267"/>
                </a:lnTo>
                <a:lnTo>
                  <a:pt x="59" y="267"/>
                </a:lnTo>
                <a:lnTo>
                  <a:pt x="60" y="265"/>
                </a:lnTo>
                <a:lnTo>
                  <a:pt x="60" y="264"/>
                </a:lnTo>
                <a:lnTo>
                  <a:pt x="61" y="263"/>
                </a:lnTo>
                <a:lnTo>
                  <a:pt x="62" y="263"/>
                </a:lnTo>
                <a:lnTo>
                  <a:pt x="62" y="262"/>
                </a:lnTo>
                <a:lnTo>
                  <a:pt x="63" y="262"/>
                </a:lnTo>
                <a:lnTo>
                  <a:pt x="64" y="261"/>
                </a:lnTo>
                <a:lnTo>
                  <a:pt x="66" y="261"/>
                </a:lnTo>
                <a:lnTo>
                  <a:pt x="67" y="261"/>
                </a:lnTo>
                <a:lnTo>
                  <a:pt x="68" y="261"/>
                </a:lnTo>
                <a:lnTo>
                  <a:pt x="70" y="261"/>
                </a:lnTo>
                <a:lnTo>
                  <a:pt x="71" y="261"/>
                </a:lnTo>
                <a:lnTo>
                  <a:pt x="71" y="260"/>
                </a:lnTo>
                <a:lnTo>
                  <a:pt x="72" y="260"/>
                </a:lnTo>
                <a:lnTo>
                  <a:pt x="74" y="260"/>
                </a:lnTo>
                <a:lnTo>
                  <a:pt x="76" y="260"/>
                </a:lnTo>
                <a:lnTo>
                  <a:pt x="77" y="259"/>
                </a:lnTo>
                <a:lnTo>
                  <a:pt x="78" y="259"/>
                </a:lnTo>
                <a:lnTo>
                  <a:pt x="79" y="259"/>
                </a:lnTo>
                <a:lnTo>
                  <a:pt x="80" y="259"/>
                </a:lnTo>
                <a:lnTo>
                  <a:pt x="81" y="257"/>
                </a:lnTo>
                <a:lnTo>
                  <a:pt x="81" y="256"/>
                </a:lnTo>
                <a:lnTo>
                  <a:pt x="80" y="256"/>
                </a:lnTo>
                <a:lnTo>
                  <a:pt x="80" y="255"/>
                </a:lnTo>
                <a:lnTo>
                  <a:pt x="81" y="255"/>
                </a:lnTo>
                <a:lnTo>
                  <a:pt x="81" y="254"/>
                </a:lnTo>
                <a:lnTo>
                  <a:pt x="81" y="253"/>
                </a:lnTo>
                <a:lnTo>
                  <a:pt x="82" y="253"/>
                </a:lnTo>
                <a:lnTo>
                  <a:pt x="82" y="254"/>
                </a:lnTo>
                <a:lnTo>
                  <a:pt x="83" y="252"/>
                </a:lnTo>
                <a:lnTo>
                  <a:pt x="84" y="251"/>
                </a:lnTo>
                <a:lnTo>
                  <a:pt x="86" y="251"/>
                </a:lnTo>
                <a:lnTo>
                  <a:pt x="86" y="250"/>
                </a:lnTo>
                <a:lnTo>
                  <a:pt x="87" y="249"/>
                </a:lnTo>
                <a:lnTo>
                  <a:pt x="87" y="248"/>
                </a:lnTo>
                <a:lnTo>
                  <a:pt x="91" y="249"/>
                </a:lnTo>
                <a:lnTo>
                  <a:pt x="92" y="249"/>
                </a:lnTo>
                <a:lnTo>
                  <a:pt x="93" y="249"/>
                </a:lnTo>
                <a:lnTo>
                  <a:pt x="93" y="248"/>
                </a:lnTo>
                <a:lnTo>
                  <a:pt x="95" y="248"/>
                </a:lnTo>
                <a:lnTo>
                  <a:pt x="96" y="248"/>
                </a:lnTo>
                <a:lnTo>
                  <a:pt x="96" y="247"/>
                </a:lnTo>
                <a:lnTo>
                  <a:pt x="96" y="246"/>
                </a:lnTo>
                <a:lnTo>
                  <a:pt x="96" y="247"/>
                </a:lnTo>
                <a:lnTo>
                  <a:pt x="96" y="248"/>
                </a:lnTo>
                <a:lnTo>
                  <a:pt x="97" y="247"/>
                </a:lnTo>
                <a:lnTo>
                  <a:pt x="97" y="246"/>
                </a:lnTo>
                <a:lnTo>
                  <a:pt x="97" y="244"/>
                </a:lnTo>
                <a:lnTo>
                  <a:pt x="98" y="244"/>
                </a:lnTo>
                <a:lnTo>
                  <a:pt x="97" y="243"/>
                </a:lnTo>
                <a:lnTo>
                  <a:pt x="96" y="243"/>
                </a:lnTo>
                <a:lnTo>
                  <a:pt x="96" y="242"/>
                </a:lnTo>
                <a:lnTo>
                  <a:pt x="97" y="242"/>
                </a:lnTo>
                <a:lnTo>
                  <a:pt x="97" y="241"/>
                </a:lnTo>
                <a:lnTo>
                  <a:pt x="98" y="241"/>
                </a:lnTo>
                <a:lnTo>
                  <a:pt x="99" y="241"/>
                </a:lnTo>
                <a:lnTo>
                  <a:pt x="100" y="241"/>
                </a:lnTo>
                <a:lnTo>
                  <a:pt x="100" y="240"/>
                </a:lnTo>
                <a:lnTo>
                  <a:pt x="99" y="239"/>
                </a:lnTo>
                <a:lnTo>
                  <a:pt x="100" y="238"/>
                </a:lnTo>
                <a:lnTo>
                  <a:pt x="100" y="237"/>
                </a:lnTo>
                <a:lnTo>
                  <a:pt x="102" y="237"/>
                </a:lnTo>
                <a:lnTo>
                  <a:pt x="103" y="237"/>
                </a:lnTo>
                <a:lnTo>
                  <a:pt x="105" y="237"/>
                </a:lnTo>
                <a:lnTo>
                  <a:pt x="106" y="236"/>
                </a:lnTo>
                <a:lnTo>
                  <a:pt x="108" y="236"/>
                </a:lnTo>
                <a:lnTo>
                  <a:pt x="109" y="237"/>
                </a:lnTo>
                <a:lnTo>
                  <a:pt x="110" y="237"/>
                </a:lnTo>
                <a:lnTo>
                  <a:pt x="111" y="237"/>
                </a:lnTo>
                <a:lnTo>
                  <a:pt x="112" y="237"/>
                </a:lnTo>
                <a:lnTo>
                  <a:pt x="112" y="236"/>
                </a:lnTo>
                <a:lnTo>
                  <a:pt x="112" y="235"/>
                </a:lnTo>
                <a:lnTo>
                  <a:pt x="113" y="234"/>
                </a:lnTo>
                <a:lnTo>
                  <a:pt x="113" y="233"/>
                </a:lnTo>
                <a:lnTo>
                  <a:pt x="113" y="232"/>
                </a:lnTo>
                <a:lnTo>
                  <a:pt x="113" y="231"/>
                </a:lnTo>
                <a:lnTo>
                  <a:pt x="114" y="231"/>
                </a:lnTo>
                <a:lnTo>
                  <a:pt x="115" y="230"/>
                </a:lnTo>
                <a:lnTo>
                  <a:pt x="115" y="229"/>
                </a:lnTo>
                <a:lnTo>
                  <a:pt x="115" y="228"/>
                </a:lnTo>
                <a:lnTo>
                  <a:pt x="116" y="228"/>
                </a:lnTo>
                <a:lnTo>
                  <a:pt x="115" y="227"/>
                </a:lnTo>
                <a:lnTo>
                  <a:pt x="116" y="227"/>
                </a:lnTo>
                <a:lnTo>
                  <a:pt x="116" y="226"/>
                </a:lnTo>
                <a:lnTo>
                  <a:pt x="116" y="225"/>
                </a:lnTo>
                <a:lnTo>
                  <a:pt x="116" y="224"/>
                </a:lnTo>
                <a:lnTo>
                  <a:pt x="117" y="223"/>
                </a:lnTo>
                <a:lnTo>
                  <a:pt x="117" y="222"/>
                </a:lnTo>
                <a:lnTo>
                  <a:pt x="116" y="222"/>
                </a:lnTo>
                <a:lnTo>
                  <a:pt x="115" y="222"/>
                </a:lnTo>
                <a:lnTo>
                  <a:pt x="114" y="223"/>
                </a:lnTo>
                <a:lnTo>
                  <a:pt x="113" y="223"/>
                </a:lnTo>
                <a:lnTo>
                  <a:pt x="112" y="224"/>
                </a:lnTo>
                <a:lnTo>
                  <a:pt x="111" y="225"/>
                </a:lnTo>
                <a:lnTo>
                  <a:pt x="110" y="226"/>
                </a:lnTo>
                <a:lnTo>
                  <a:pt x="109" y="227"/>
                </a:lnTo>
                <a:lnTo>
                  <a:pt x="108" y="228"/>
                </a:lnTo>
                <a:lnTo>
                  <a:pt x="107" y="228"/>
                </a:lnTo>
                <a:lnTo>
                  <a:pt x="107" y="229"/>
                </a:lnTo>
                <a:lnTo>
                  <a:pt x="106" y="229"/>
                </a:lnTo>
                <a:lnTo>
                  <a:pt x="105" y="229"/>
                </a:lnTo>
                <a:lnTo>
                  <a:pt x="104" y="229"/>
                </a:lnTo>
                <a:lnTo>
                  <a:pt x="102" y="230"/>
                </a:lnTo>
                <a:lnTo>
                  <a:pt x="101" y="231"/>
                </a:lnTo>
                <a:lnTo>
                  <a:pt x="100" y="231"/>
                </a:lnTo>
                <a:lnTo>
                  <a:pt x="99" y="231"/>
                </a:lnTo>
                <a:lnTo>
                  <a:pt x="98" y="231"/>
                </a:lnTo>
                <a:lnTo>
                  <a:pt x="97" y="231"/>
                </a:lnTo>
                <a:lnTo>
                  <a:pt x="96" y="232"/>
                </a:lnTo>
                <a:lnTo>
                  <a:pt x="96" y="233"/>
                </a:lnTo>
                <a:lnTo>
                  <a:pt x="95" y="233"/>
                </a:lnTo>
                <a:lnTo>
                  <a:pt x="94" y="233"/>
                </a:lnTo>
                <a:lnTo>
                  <a:pt x="93" y="232"/>
                </a:lnTo>
                <a:lnTo>
                  <a:pt x="92" y="232"/>
                </a:lnTo>
                <a:lnTo>
                  <a:pt x="91" y="232"/>
                </a:lnTo>
                <a:lnTo>
                  <a:pt x="90" y="233"/>
                </a:lnTo>
                <a:lnTo>
                  <a:pt x="89" y="233"/>
                </a:lnTo>
                <a:lnTo>
                  <a:pt x="89" y="234"/>
                </a:lnTo>
                <a:lnTo>
                  <a:pt x="88" y="234"/>
                </a:lnTo>
                <a:lnTo>
                  <a:pt x="88" y="235"/>
                </a:lnTo>
                <a:lnTo>
                  <a:pt x="88" y="236"/>
                </a:lnTo>
                <a:lnTo>
                  <a:pt x="87" y="236"/>
                </a:lnTo>
                <a:lnTo>
                  <a:pt x="86" y="236"/>
                </a:lnTo>
                <a:lnTo>
                  <a:pt x="84" y="237"/>
                </a:lnTo>
                <a:lnTo>
                  <a:pt x="83" y="237"/>
                </a:lnTo>
                <a:lnTo>
                  <a:pt x="82" y="236"/>
                </a:lnTo>
                <a:lnTo>
                  <a:pt x="82" y="237"/>
                </a:lnTo>
                <a:lnTo>
                  <a:pt x="81" y="237"/>
                </a:lnTo>
                <a:lnTo>
                  <a:pt x="80" y="237"/>
                </a:lnTo>
                <a:lnTo>
                  <a:pt x="80" y="238"/>
                </a:lnTo>
                <a:lnTo>
                  <a:pt x="79" y="239"/>
                </a:lnTo>
                <a:lnTo>
                  <a:pt x="79" y="240"/>
                </a:lnTo>
                <a:lnTo>
                  <a:pt x="78" y="240"/>
                </a:lnTo>
                <a:lnTo>
                  <a:pt x="77" y="240"/>
                </a:lnTo>
                <a:lnTo>
                  <a:pt x="76" y="241"/>
                </a:lnTo>
                <a:lnTo>
                  <a:pt x="76" y="242"/>
                </a:lnTo>
                <a:lnTo>
                  <a:pt x="74" y="241"/>
                </a:lnTo>
                <a:lnTo>
                  <a:pt x="73" y="241"/>
                </a:lnTo>
                <a:lnTo>
                  <a:pt x="72" y="241"/>
                </a:lnTo>
                <a:lnTo>
                  <a:pt x="71" y="241"/>
                </a:lnTo>
                <a:lnTo>
                  <a:pt x="70" y="242"/>
                </a:lnTo>
                <a:lnTo>
                  <a:pt x="68" y="242"/>
                </a:lnTo>
                <a:lnTo>
                  <a:pt x="68" y="243"/>
                </a:lnTo>
                <a:lnTo>
                  <a:pt x="67" y="243"/>
                </a:lnTo>
                <a:lnTo>
                  <a:pt x="66" y="244"/>
                </a:lnTo>
                <a:lnTo>
                  <a:pt x="65" y="244"/>
                </a:lnTo>
                <a:lnTo>
                  <a:pt x="64" y="245"/>
                </a:lnTo>
                <a:lnTo>
                  <a:pt x="63" y="245"/>
                </a:lnTo>
                <a:lnTo>
                  <a:pt x="62" y="245"/>
                </a:lnTo>
                <a:lnTo>
                  <a:pt x="61" y="245"/>
                </a:lnTo>
                <a:lnTo>
                  <a:pt x="61" y="246"/>
                </a:lnTo>
                <a:lnTo>
                  <a:pt x="60" y="246"/>
                </a:lnTo>
                <a:lnTo>
                  <a:pt x="59" y="246"/>
                </a:lnTo>
                <a:lnTo>
                  <a:pt x="59" y="247"/>
                </a:lnTo>
                <a:lnTo>
                  <a:pt x="58" y="247"/>
                </a:lnTo>
                <a:lnTo>
                  <a:pt x="57" y="247"/>
                </a:lnTo>
                <a:lnTo>
                  <a:pt x="57" y="248"/>
                </a:lnTo>
                <a:lnTo>
                  <a:pt x="55" y="250"/>
                </a:lnTo>
                <a:lnTo>
                  <a:pt x="54" y="252"/>
                </a:lnTo>
                <a:lnTo>
                  <a:pt x="53" y="252"/>
                </a:lnTo>
                <a:lnTo>
                  <a:pt x="53" y="253"/>
                </a:lnTo>
                <a:lnTo>
                  <a:pt x="52" y="254"/>
                </a:lnTo>
                <a:lnTo>
                  <a:pt x="51" y="254"/>
                </a:lnTo>
                <a:lnTo>
                  <a:pt x="50" y="255"/>
                </a:lnTo>
                <a:lnTo>
                  <a:pt x="49" y="256"/>
                </a:lnTo>
                <a:lnTo>
                  <a:pt x="48" y="255"/>
                </a:lnTo>
                <a:lnTo>
                  <a:pt x="47" y="254"/>
                </a:lnTo>
                <a:lnTo>
                  <a:pt x="47" y="253"/>
                </a:lnTo>
                <a:lnTo>
                  <a:pt x="47" y="252"/>
                </a:lnTo>
                <a:lnTo>
                  <a:pt x="47" y="251"/>
                </a:lnTo>
                <a:lnTo>
                  <a:pt x="48" y="251"/>
                </a:lnTo>
                <a:lnTo>
                  <a:pt x="47" y="250"/>
                </a:lnTo>
                <a:lnTo>
                  <a:pt x="48" y="250"/>
                </a:lnTo>
                <a:lnTo>
                  <a:pt x="48" y="249"/>
                </a:lnTo>
                <a:lnTo>
                  <a:pt x="48" y="248"/>
                </a:lnTo>
                <a:lnTo>
                  <a:pt x="48" y="247"/>
                </a:lnTo>
                <a:lnTo>
                  <a:pt x="47" y="247"/>
                </a:lnTo>
                <a:lnTo>
                  <a:pt x="48" y="247"/>
                </a:lnTo>
                <a:lnTo>
                  <a:pt x="49" y="247"/>
                </a:lnTo>
                <a:lnTo>
                  <a:pt x="49" y="246"/>
                </a:lnTo>
                <a:lnTo>
                  <a:pt x="50" y="244"/>
                </a:lnTo>
                <a:lnTo>
                  <a:pt x="49" y="241"/>
                </a:lnTo>
                <a:lnTo>
                  <a:pt x="49" y="240"/>
                </a:lnTo>
                <a:lnTo>
                  <a:pt x="48" y="239"/>
                </a:lnTo>
                <a:lnTo>
                  <a:pt x="49" y="239"/>
                </a:lnTo>
                <a:lnTo>
                  <a:pt x="49" y="238"/>
                </a:lnTo>
                <a:lnTo>
                  <a:pt x="49" y="237"/>
                </a:lnTo>
                <a:lnTo>
                  <a:pt x="49" y="236"/>
                </a:lnTo>
                <a:lnTo>
                  <a:pt x="51" y="236"/>
                </a:lnTo>
                <a:lnTo>
                  <a:pt x="52" y="236"/>
                </a:lnTo>
                <a:lnTo>
                  <a:pt x="52" y="235"/>
                </a:lnTo>
                <a:lnTo>
                  <a:pt x="52" y="234"/>
                </a:lnTo>
                <a:lnTo>
                  <a:pt x="53" y="234"/>
                </a:lnTo>
                <a:lnTo>
                  <a:pt x="54" y="234"/>
                </a:lnTo>
                <a:lnTo>
                  <a:pt x="54" y="233"/>
                </a:lnTo>
                <a:lnTo>
                  <a:pt x="55" y="233"/>
                </a:lnTo>
                <a:lnTo>
                  <a:pt x="56" y="233"/>
                </a:lnTo>
                <a:lnTo>
                  <a:pt x="57" y="233"/>
                </a:lnTo>
                <a:lnTo>
                  <a:pt x="57" y="232"/>
                </a:lnTo>
                <a:lnTo>
                  <a:pt x="57" y="231"/>
                </a:lnTo>
                <a:lnTo>
                  <a:pt x="57" y="230"/>
                </a:lnTo>
                <a:lnTo>
                  <a:pt x="57" y="227"/>
                </a:lnTo>
                <a:lnTo>
                  <a:pt x="58" y="225"/>
                </a:lnTo>
                <a:lnTo>
                  <a:pt x="59" y="224"/>
                </a:lnTo>
                <a:lnTo>
                  <a:pt x="59" y="223"/>
                </a:lnTo>
                <a:lnTo>
                  <a:pt x="60" y="223"/>
                </a:lnTo>
                <a:lnTo>
                  <a:pt x="60" y="222"/>
                </a:lnTo>
                <a:lnTo>
                  <a:pt x="60" y="221"/>
                </a:lnTo>
                <a:lnTo>
                  <a:pt x="61" y="220"/>
                </a:lnTo>
                <a:lnTo>
                  <a:pt x="60" y="220"/>
                </a:lnTo>
                <a:lnTo>
                  <a:pt x="60" y="219"/>
                </a:lnTo>
                <a:lnTo>
                  <a:pt x="60" y="218"/>
                </a:lnTo>
                <a:lnTo>
                  <a:pt x="61" y="218"/>
                </a:lnTo>
                <a:lnTo>
                  <a:pt x="60" y="218"/>
                </a:lnTo>
                <a:lnTo>
                  <a:pt x="60" y="217"/>
                </a:lnTo>
                <a:lnTo>
                  <a:pt x="60" y="216"/>
                </a:lnTo>
                <a:lnTo>
                  <a:pt x="60" y="215"/>
                </a:lnTo>
                <a:lnTo>
                  <a:pt x="60" y="214"/>
                </a:lnTo>
                <a:lnTo>
                  <a:pt x="59" y="214"/>
                </a:lnTo>
                <a:lnTo>
                  <a:pt x="60" y="213"/>
                </a:lnTo>
                <a:lnTo>
                  <a:pt x="60" y="212"/>
                </a:lnTo>
                <a:lnTo>
                  <a:pt x="59" y="212"/>
                </a:lnTo>
                <a:lnTo>
                  <a:pt x="59" y="211"/>
                </a:lnTo>
                <a:lnTo>
                  <a:pt x="60" y="211"/>
                </a:lnTo>
                <a:lnTo>
                  <a:pt x="60" y="210"/>
                </a:lnTo>
                <a:lnTo>
                  <a:pt x="60" y="209"/>
                </a:lnTo>
                <a:lnTo>
                  <a:pt x="60" y="208"/>
                </a:lnTo>
                <a:lnTo>
                  <a:pt x="59" y="208"/>
                </a:lnTo>
                <a:lnTo>
                  <a:pt x="59" y="207"/>
                </a:lnTo>
                <a:lnTo>
                  <a:pt x="59" y="206"/>
                </a:lnTo>
                <a:lnTo>
                  <a:pt x="58" y="205"/>
                </a:lnTo>
                <a:lnTo>
                  <a:pt x="57" y="205"/>
                </a:lnTo>
                <a:lnTo>
                  <a:pt x="56" y="205"/>
                </a:lnTo>
                <a:lnTo>
                  <a:pt x="55" y="205"/>
                </a:lnTo>
                <a:lnTo>
                  <a:pt x="56" y="205"/>
                </a:lnTo>
                <a:lnTo>
                  <a:pt x="56" y="204"/>
                </a:lnTo>
                <a:lnTo>
                  <a:pt x="55" y="204"/>
                </a:lnTo>
                <a:lnTo>
                  <a:pt x="54" y="204"/>
                </a:lnTo>
                <a:lnTo>
                  <a:pt x="54" y="203"/>
                </a:lnTo>
                <a:lnTo>
                  <a:pt x="55" y="203"/>
                </a:lnTo>
                <a:lnTo>
                  <a:pt x="55" y="202"/>
                </a:lnTo>
                <a:lnTo>
                  <a:pt x="55" y="201"/>
                </a:lnTo>
                <a:lnTo>
                  <a:pt x="55" y="200"/>
                </a:lnTo>
                <a:lnTo>
                  <a:pt x="54" y="200"/>
                </a:lnTo>
                <a:lnTo>
                  <a:pt x="53" y="200"/>
                </a:lnTo>
                <a:lnTo>
                  <a:pt x="53" y="201"/>
                </a:lnTo>
                <a:lnTo>
                  <a:pt x="52" y="201"/>
                </a:lnTo>
                <a:lnTo>
                  <a:pt x="51" y="201"/>
                </a:lnTo>
                <a:lnTo>
                  <a:pt x="50" y="202"/>
                </a:lnTo>
                <a:lnTo>
                  <a:pt x="49" y="202"/>
                </a:lnTo>
                <a:lnTo>
                  <a:pt x="48" y="202"/>
                </a:lnTo>
                <a:lnTo>
                  <a:pt x="48" y="201"/>
                </a:lnTo>
                <a:lnTo>
                  <a:pt x="49" y="201"/>
                </a:lnTo>
                <a:lnTo>
                  <a:pt x="50" y="200"/>
                </a:lnTo>
                <a:lnTo>
                  <a:pt x="50" y="198"/>
                </a:lnTo>
                <a:lnTo>
                  <a:pt x="49" y="198"/>
                </a:lnTo>
                <a:lnTo>
                  <a:pt x="49" y="196"/>
                </a:lnTo>
                <a:lnTo>
                  <a:pt x="49" y="198"/>
                </a:lnTo>
                <a:lnTo>
                  <a:pt x="48" y="198"/>
                </a:lnTo>
                <a:lnTo>
                  <a:pt x="48" y="196"/>
                </a:lnTo>
                <a:lnTo>
                  <a:pt x="48" y="195"/>
                </a:lnTo>
                <a:lnTo>
                  <a:pt x="47" y="195"/>
                </a:lnTo>
                <a:lnTo>
                  <a:pt x="47" y="194"/>
                </a:lnTo>
                <a:lnTo>
                  <a:pt x="47" y="193"/>
                </a:lnTo>
                <a:lnTo>
                  <a:pt x="48" y="193"/>
                </a:lnTo>
                <a:lnTo>
                  <a:pt x="48" y="192"/>
                </a:lnTo>
                <a:lnTo>
                  <a:pt x="47" y="192"/>
                </a:lnTo>
                <a:lnTo>
                  <a:pt x="46" y="192"/>
                </a:lnTo>
                <a:lnTo>
                  <a:pt x="46" y="191"/>
                </a:lnTo>
                <a:lnTo>
                  <a:pt x="45" y="191"/>
                </a:lnTo>
                <a:lnTo>
                  <a:pt x="44" y="191"/>
                </a:lnTo>
                <a:lnTo>
                  <a:pt x="43" y="190"/>
                </a:lnTo>
                <a:lnTo>
                  <a:pt x="44" y="190"/>
                </a:lnTo>
                <a:lnTo>
                  <a:pt x="44" y="189"/>
                </a:lnTo>
                <a:lnTo>
                  <a:pt x="45" y="188"/>
                </a:lnTo>
                <a:lnTo>
                  <a:pt x="45" y="187"/>
                </a:lnTo>
                <a:lnTo>
                  <a:pt x="45" y="186"/>
                </a:lnTo>
                <a:lnTo>
                  <a:pt x="44" y="185"/>
                </a:lnTo>
                <a:lnTo>
                  <a:pt x="43" y="186"/>
                </a:lnTo>
                <a:lnTo>
                  <a:pt x="43" y="185"/>
                </a:lnTo>
                <a:lnTo>
                  <a:pt x="43" y="184"/>
                </a:lnTo>
                <a:lnTo>
                  <a:pt x="42" y="184"/>
                </a:lnTo>
                <a:lnTo>
                  <a:pt x="42" y="183"/>
                </a:lnTo>
                <a:lnTo>
                  <a:pt x="42" y="182"/>
                </a:lnTo>
                <a:lnTo>
                  <a:pt x="43" y="182"/>
                </a:lnTo>
                <a:lnTo>
                  <a:pt x="43" y="181"/>
                </a:lnTo>
                <a:lnTo>
                  <a:pt x="43" y="180"/>
                </a:lnTo>
                <a:lnTo>
                  <a:pt x="44" y="179"/>
                </a:lnTo>
                <a:lnTo>
                  <a:pt x="45" y="178"/>
                </a:lnTo>
                <a:lnTo>
                  <a:pt x="46" y="177"/>
                </a:lnTo>
                <a:lnTo>
                  <a:pt x="47" y="176"/>
                </a:lnTo>
                <a:lnTo>
                  <a:pt x="47" y="175"/>
                </a:lnTo>
                <a:lnTo>
                  <a:pt x="47" y="174"/>
                </a:lnTo>
                <a:lnTo>
                  <a:pt x="47" y="173"/>
                </a:lnTo>
                <a:lnTo>
                  <a:pt x="47" y="172"/>
                </a:lnTo>
                <a:lnTo>
                  <a:pt x="47" y="171"/>
                </a:lnTo>
                <a:lnTo>
                  <a:pt x="48" y="171"/>
                </a:lnTo>
                <a:lnTo>
                  <a:pt x="48" y="170"/>
                </a:lnTo>
                <a:lnTo>
                  <a:pt x="48" y="169"/>
                </a:lnTo>
                <a:lnTo>
                  <a:pt x="48" y="168"/>
                </a:lnTo>
                <a:lnTo>
                  <a:pt x="49" y="168"/>
                </a:lnTo>
                <a:lnTo>
                  <a:pt x="49" y="169"/>
                </a:lnTo>
                <a:lnTo>
                  <a:pt x="50" y="169"/>
                </a:lnTo>
                <a:lnTo>
                  <a:pt x="50" y="168"/>
                </a:lnTo>
                <a:lnTo>
                  <a:pt x="51" y="168"/>
                </a:lnTo>
                <a:lnTo>
                  <a:pt x="52" y="167"/>
                </a:lnTo>
                <a:lnTo>
                  <a:pt x="52" y="166"/>
                </a:lnTo>
                <a:lnTo>
                  <a:pt x="51" y="166"/>
                </a:lnTo>
                <a:lnTo>
                  <a:pt x="52" y="165"/>
                </a:lnTo>
                <a:lnTo>
                  <a:pt x="53" y="165"/>
                </a:lnTo>
                <a:lnTo>
                  <a:pt x="54" y="164"/>
                </a:lnTo>
                <a:lnTo>
                  <a:pt x="53" y="164"/>
                </a:lnTo>
                <a:lnTo>
                  <a:pt x="54" y="164"/>
                </a:lnTo>
                <a:lnTo>
                  <a:pt x="54" y="163"/>
                </a:lnTo>
                <a:lnTo>
                  <a:pt x="55" y="163"/>
                </a:lnTo>
                <a:lnTo>
                  <a:pt x="54" y="163"/>
                </a:lnTo>
                <a:lnTo>
                  <a:pt x="55" y="162"/>
                </a:lnTo>
                <a:lnTo>
                  <a:pt x="56" y="162"/>
                </a:lnTo>
                <a:lnTo>
                  <a:pt x="57" y="162"/>
                </a:lnTo>
                <a:lnTo>
                  <a:pt x="57" y="161"/>
                </a:lnTo>
                <a:lnTo>
                  <a:pt x="57" y="160"/>
                </a:lnTo>
                <a:lnTo>
                  <a:pt x="58" y="159"/>
                </a:lnTo>
                <a:lnTo>
                  <a:pt x="58" y="158"/>
                </a:lnTo>
                <a:lnTo>
                  <a:pt x="59" y="157"/>
                </a:lnTo>
                <a:lnTo>
                  <a:pt x="60" y="156"/>
                </a:lnTo>
                <a:lnTo>
                  <a:pt x="60" y="155"/>
                </a:lnTo>
                <a:lnTo>
                  <a:pt x="61" y="155"/>
                </a:lnTo>
                <a:lnTo>
                  <a:pt x="63" y="154"/>
                </a:lnTo>
                <a:lnTo>
                  <a:pt x="64" y="154"/>
                </a:lnTo>
                <a:lnTo>
                  <a:pt x="64" y="153"/>
                </a:lnTo>
                <a:lnTo>
                  <a:pt x="65" y="154"/>
                </a:lnTo>
                <a:lnTo>
                  <a:pt x="65" y="153"/>
                </a:lnTo>
                <a:lnTo>
                  <a:pt x="67" y="153"/>
                </a:lnTo>
                <a:lnTo>
                  <a:pt x="68" y="153"/>
                </a:lnTo>
                <a:lnTo>
                  <a:pt x="70" y="153"/>
                </a:lnTo>
                <a:lnTo>
                  <a:pt x="71" y="152"/>
                </a:lnTo>
                <a:lnTo>
                  <a:pt x="72" y="152"/>
                </a:lnTo>
                <a:lnTo>
                  <a:pt x="73" y="152"/>
                </a:lnTo>
                <a:lnTo>
                  <a:pt x="74" y="152"/>
                </a:lnTo>
                <a:lnTo>
                  <a:pt x="74" y="151"/>
                </a:lnTo>
                <a:lnTo>
                  <a:pt x="75" y="151"/>
                </a:lnTo>
                <a:lnTo>
                  <a:pt x="76" y="150"/>
                </a:lnTo>
                <a:lnTo>
                  <a:pt x="77" y="150"/>
                </a:lnTo>
                <a:lnTo>
                  <a:pt x="78" y="149"/>
                </a:lnTo>
                <a:lnTo>
                  <a:pt x="78" y="150"/>
                </a:lnTo>
                <a:lnTo>
                  <a:pt x="79" y="150"/>
                </a:lnTo>
                <a:lnTo>
                  <a:pt x="79" y="149"/>
                </a:lnTo>
                <a:lnTo>
                  <a:pt x="80" y="149"/>
                </a:lnTo>
                <a:lnTo>
                  <a:pt x="80" y="148"/>
                </a:lnTo>
                <a:lnTo>
                  <a:pt x="80" y="147"/>
                </a:lnTo>
                <a:lnTo>
                  <a:pt x="80" y="146"/>
                </a:lnTo>
                <a:lnTo>
                  <a:pt x="81" y="144"/>
                </a:lnTo>
                <a:lnTo>
                  <a:pt x="81" y="143"/>
                </a:lnTo>
                <a:lnTo>
                  <a:pt x="82" y="142"/>
                </a:lnTo>
                <a:lnTo>
                  <a:pt x="83" y="141"/>
                </a:lnTo>
                <a:lnTo>
                  <a:pt x="84" y="141"/>
                </a:lnTo>
                <a:lnTo>
                  <a:pt x="84" y="140"/>
                </a:lnTo>
                <a:lnTo>
                  <a:pt x="85" y="140"/>
                </a:lnTo>
                <a:lnTo>
                  <a:pt x="86" y="140"/>
                </a:lnTo>
                <a:lnTo>
                  <a:pt x="87" y="140"/>
                </a:lnTo>
                <a:lnTo>
                  <a:pt x="87" y="139"/>
                </a:lnTo>
                <a:lnTo>
                  <a:pt x="87" y="138"/>
                </a:lnTo>
                <a:lnTo>
                  <a:pt x="86" y="138"/>
                </a:lnTo>
                <a:lnTo>
                  <a:pt x="87" y="138"/>
                </a:lnTo>
                <a:lnTo>
                  <a:pt x="87" y="137"/>
                </a:lnTo>
                <a:lnTo>
                  <a:pt x="86" y="137"/>
                </a:lnTo>
                <a:lnTo>
                  <a:pt x="87" y="136"/>
                </a:lnTo>
                <a:lnTo>
                  <a:pt x="87" y="137"/>
                </a:lnTo>
                <a:lnTo>
                  <a:pt x="88" y="136"/>
                </a:lnTo>
                <a:lnTo>
                  <a:pt x="89" y="135"/>
                </a:lnTo>
                <a:lnTo>
                  <a:pt x="89" y="134"/>
                </a:lnTo>
                <a:lnTo>
                  <a:pt x="89" y="133"/>
                </a:lnTo>
                <a:lnTo>
                  <a:pt x="88" y="133"/>
                </a:lnTo>
                <a:lnTo>
                  <a:pt x="88" y="132"/>
                </a:lnTo>
                <a:lnTo>
                  <a:pt x="89" y="132"/>
                </a:lnTo>
                <a:lnTo>
                  <a:pt x="88" y="132"/>
                </a:lnTo>
                <a:lnTo>
                  <a:pt x="88" y="131"/>
                </a:lnTo>
                <a:lnTo>
                  <a:pt x="89" y="130"/>
                </a:lnTo>
                <a:lnTo>
                  <a:pt x="90" y="130"/>
                </a:lnTo>
                <a:lnTo>
                  <a:pt x="91" y="129"/>
                </a:lnTo>
                <a:lnTo>
                  <a:pt x="90" y="129"/>
                </a:lnTo>
                <a:lnTo>
                  <a:pt x="90" y="128"/>
                </a:lnTo>
                <a:lnTo>
                  <a:pt x="91" y="128"/>
                </a:lnTo>
                <a:lnTo>
                  <a:pt x="91" y="127"/>
                </a:lnTo>
                <a:lnTo>
                  <a:pt x="92" y="127"/>
                </a:lnTo>
                <a:lnTo>
                  <a:pt x="93" y="126"/>
                </a:lnTo>
                <a:lnTo>
                  <a:pt x="93" y="125"/>
                </a:lnTo>
                <a:lnTo>
                  <a:pt x="94" y="125"/>
                </a:lnTo>
                <a:lnTo>
                  <a:pt x="94" y="124"/>
                </a:lnTo>
                <a:lnTo>
                  <a:pt x="95" y="124"/>
                </a:lnTo>
                <a:lnTo>
                  <a:pt x="96" y="123"/>
                </a:lnTo>
                <a:lnTo>
                  <a:pt x="96" y="122"/>
                </a:lnTo>
                <a:lnTo>
                  <a:pt x="96" y="121"/>
                </a:lnTo>
                <a:lnTo>
                  <a:pt x="97" y="120"/>
                </a:lnTo>
                <a:lnTo>
                  <a:pt x="97" y="119"/>
                </a:lnTo>
                <a:lnTo>
                  <a:pt x="97" y="118"/>
                </a:lnTo>
                <a:lnTo>
                  <a:pt x="97" y="117"/>
                </a:lnTo>
                <a:lnTo>
                  <a:pt x="97" y="116"/>
                </a:lnTo>
                <a:lnTo>
                  <a:pt x="97" y="115"/>
                </a:lnTo>
                <a:lnTo>
                  <a:pt x="98" y="114"/>
                </a:lnTo>
                <a:lnTo>
                  <a:pt x="99" y="113"/>
                </a:lnTo>
                <a:lnTo>
                  <a:pt x="100" y="112"/>
                </a:lnTo>
                <a:lnTo>
                  <a:pt x="99" y="111"/>
                </a:lnTo>
                <a:lnTo>
                  <a:pt x="100" y="110"/>
                </a:lnTo>
                <a:lnTo>
                  <a:pt x="100" y="109"/>
                </a:lnTo>
                <a:lnTo>
                  <a:pt x="101" y="108"/>
                </a:lnTo>
                <a:lnTo>
                  <a:pt x="102" y="107"/>
                </a:lnTo>
                <a:lnTo>
                  <a:pt x="103" y="107"/>
                </a:lnTo>
                <a:lnTo>
                  <a:pt x="104" y="107"/>
                </a:lnTo>
                <a:lnTo>
                  <a:pt x="105" y="106"/>
                </a:lnTo>
                <a:lnTo>
                  <a:pt x="105" y="105"/>
                </a:lnTo>
                <a:lnTo>
                  <a:pt x="105" y="104"/>
                </a:lnTo>
                <a:lnTo>
                  <a:pt x="106" y="103"/>
                </a:lnTo>
                <a:lnTo>
                  <a:pt x="106" y="102"/>
                </a:lnTo>
                <a:lnTo>
                  <a:pt x="105" y="101"/>
                </a:lnTo>
                <a:lnTo>
                  <a:pt x="105" y="100"/>
                </a:lnTo>
                <a:lnTo>
                  <a:pt x="106" y="100"/>
                </a:lnTo>
                <a:lnTo>
                  <a:pt x="106" y="99"/>
                </a:lnTo>
                <a:lnTo>
                  <a:pt x="106" y="98"/>
                </a:lnTo>
                <a:lnTo>
                  <a:pt x="106" y="97"/>
                </a:lnTo>
                <a:lnTo>
                  <a:pt x="106" y="96"/>
                </a:lnTo>
                <a:lnTo>
                  <a:pt x="107" y="95"/>
                </a:lnTo>
                <a:lnTo>
                  <a:pt x="109" y="95"/>
                </a:lnTo>
                <a:lnTo>
                  <a:pt x="109" y="94"/>
                </a:lnTo>
                <a:lnTo>
                  <a:pt x="111" y="94"/>
                </a:lnTo>
                <a:lnTo>
                  <a:pt x="112" y="94"/>
                </a:lnTo>
                <a:lnTo>
                  <a:pt x="113" y="94"/>
                </a:lnTo>
                <a:lnTo>
                  <a:pt x="113" y="93"/>
                </a:lnTo>
                <a:lnTo>
                  <a:pt x="114" y="93"/>
                </a:lnTo>
                <a:lnTo>
                  <a:pt x="115" y="92"/>
                </a:lnTo>
                <a:lnTo>
                  <a:pt x="116" y="92"/>
                </a:lnTo>
                <a:lnTo>
                  <a:pt x="117" y="93"/>
                </a:lnTo>
                <a:lnTo>
                  <a:pt x="118" y="93"/>
                </a:lnTo>
                <a:lnTo>
                  <a:pt x="118" y="92"/>
                </a:lnTo>
                <a:lnTo>
                  <a:pt x="119" y="92"/>
                </a:lnTo>
                <a:lnTo>
                  <a:pt x="121" y="92"/>
                </a:lnTo>
                <a:lnTo>
                  <a:pt x="122" y="91"/>
                </a:lnTo>
                <a:lnTo>
                  <a:pt x="123" y="91"/>
                </a:lnTo>
                <a:lnTo>
                  <a:pt x="124" y="92"/>
                </a:lnTo>
                <a:lnTo>
                  <a:pt x="125" y="93"/>
                </a:lnTo>
                <a:lnTo>
                  <a:pt x="127" y="93"/>
                </a:lnTo>
                <a:lnTo>
                  <a:pt x="128" y="93"/>
                </a:lnTo>
                <a:lnTo>
                  <a:pt x="129" y="93"/>
                </a:lnTo>
                <a:lnTo>
                  <a:pt x="130" y="93"/>
                </a:lnTo>
                <a:lnTo>
                  <a:pt x="130" y="92"/>
                </a:lnTo>
                <a:lnTo>
                  <a:pt x="131" y="92"/>
                </a:lnTo>
                <a:lnTo>
                  <a:pt x="131" y="91"/>
                </a:lnTo>
                <a:lnTo>
                  <a:pt x="131" y="90"/>
                </a:lnTo>
                <a:lnTo>
                  <a:pt x="132" y="90"/>
                </a:lnTo>
                <a:lnTo>
                  <a:pt x="133" y="89"/>
                </a:lnTo>
                <a:lnTo>
                  <a:pt x="134" y="89"/>
                </a:lnTo>
                <a:lnTo>
                  <a:pt x="133" y="89"/>
                </a:lnTo>
                <a:lnTo>
                  <a:pt x="132" y="88"/>
                </a:lnTo>
                <a:lnTo>
                  <a:pt x="133" y="88"/>
                </a:lnTo>
                <a:lnTo>
                  <a:pt x="133" y="87"/>
                </a:lnTo>
                <a:lnTo>
                  <a:pt x="132" y="87"/>
                </a:lnTo>
                <a:lnTo>
                  <a:pt x="131" y="87"/>
                </a:lnTo>
                <a:lnTo>
                  <a:pt x="132" y="87"/>
                </a:lnTo>
                <a:lnTo>
                  <a:pt x="132" y="86"/>
                </a:lnTo>
                <a:lnTo>
                  <a:pt x="132" y="87"/>
                </a:lnTo>
                <a:lnTo>
                  <a:pt x="131" y="87"/>
                </a:lnTo>
                <a:lnTo>
                  <a:pt x="130" y="87"/>
                </a:lnTo>
                <a:lnTo>
                  <a:pt x="129" y="87"/>
                </a:lnTo>
                <a:lnTo>
                  <a:pt x="128" y="87"/>
                </a:lnTo>
                <a:lnTo>
                  <a:pt x="128" y="86"/>
                </a:lnTo>
                <a:lnTo>
                  <a:pt x="129" y="85"/>
                </a:lnTo>
                <a:lnTo>
                  <a:pt x="130" y="85"/>
                </a:lnTo>
                <a:lnTo>
                  <a:pt x="130" y="84"/>
                </a:lnTo>
                <a:lnTo>
                  <a:pt x="129" y="83"/>
                </a:lnTo>
                <a:lnTo>
                  <a:pt x="128" y="83"/>
                </a:lnTo>
                <a:lnTo>
                  <a:pt x="128" y="82"/>
                </a:lnTo>
                <a:lnTo>
                  <a:pt x="128" y="81"/>
                </a:lnTo>
                <a:lnTo>
                  <a:pt x="129" y="81"/>
                </a:lnTo>
                <a:lnTo>
                  <a:pt x="129" y="80"/>
                </a:lnTo>
                <a:lnTo>
                  <a:pt x="130" y="80"/>
                </a:lnTo>
                <a:lnTo>
                  <a:pt x="131" y="81"/>
                </a:lnTo>
                <a:lnTo>
                  <a:pt x="132" y="81"/>
                </a:lnTo>
                <a:lnTo>
                  <a:pt x="132" y="82"/>
                </a:lnTo>
                <a:lnTo>
                  <a:pt x="132" y="83"/>
                </a:lnTo>
                <a:lnTo>
                  <a:pt x="133" y="83"/>
                </a:lnTo>
                <a:lnTo>
                  <a:pt x="133" y="82"/>
                </a:lnTo>
                <a:lnTo>
                  <a:pt x="132" y="82"/>
                </a:lnTo>
                <a:lnTo>
                  <a:pt x="132" y="81"/>
                </a:lnTo>
                <a:lnTo>
                  <a:pt x="133" y="81"/>
                </a:lnTo>
                <a:lnTo>
                  <a:pt x="134" y="81"/>
                </a:lnTo>
                <a:lnTo>
                  <a:pt x="134" y="80"/>
                </a:lnTo>
                <a:lnTo>
                  <a:pt x="133" y="80"/>
                </a:lnTo>
                <a:lnTo>
                  <a:pt x="134" y="80"/>
                </a:lnTo>
                <a:lnTo>
                  <a:pt x="134" y="79"/>
                </a:lnTo>
                <a:lnTo>
                  <a:pt x="133" y="79"/>
                </a:lnTo>
                <a:lnTo>
                  <a:pt x="134" y="79"/>
                </a:lnTo>
                <a:lnTo>
                  <a:pt x="134" y="78"/>
                </a:lnTo>
                <a:lnTo>
                  <a:pt x="133" y="78"/>
                </a:lnTo>
                <a:lnTo>
                  <a:pt x="133" y="77"/>
                </a:lnTo>
                <a:lnTo>
                  <a:pt x="134" y="77"/>
                </a:lnTo>
                <a:lnTo>
                  <a:pt x="134" y="76"/>
                </a:lnTo>
                <a:lnTo>
                  <a:pt x="134" y="75"/>
                </a:lnTo>
                <a:lnTo>
                  <a:pt x="134" y="74"/>
                </a:lnTo>
                <a:lnTo>
                  <a:pt x="134" y="73"/>
                </a:lnTo>
                <a:lnTo>
                  <a:pt x="135" y="73"/>
                </a:lnTo>
                <a:lnTo>
                  <a:pt x="135" y="72"/>
                </a:lnTo>
                <a:lnTo>
                  <a:pt x="135" y="73"/>
                </a:lnTo>
                <a:lnTo>
                  <a:pt x="136" y="72"/>
                </a:lnTo>
                <a:lnTo>
                  <a:pt x="137" y="72"/>
                </a:lnTo>
                <a:lnTo>
                  <a:pt x="138" y="72"/>
                </a:lnTo>
                <a:lnTo>
                  <a:pt x="138" y="71"/>
                </a:lnTo>
                <a:lnTo>
                  <a:pt x="137" y="71"/>
                </a:lnTo>
                <a:lnTo>
                  <a:pt x="138" y="71"/>
                </a:lnTo>
                <a:lnTo>
                  <a:pt x="139" y="71"/>
                </a:lnTo>
                <a:lnTo>
                  <a:pt x="139" y="72"/>
                </a:lnTo>
                <a:lnTo>
                  <a:pt x="139" y="73"/>
                </a:lnTo>
                <a:lnTo>
                  <a:pt x="140" y="73"/>
                </a:lnTo>
                <a:lnTo>
                  <a:pt x="140" y="72"/>
                </a:lnTo>
                <a:lnTo>
                  <a:pt x="141" y="72"/>
                </a:lnTo>
                <a:lnTo>
                  <a:pt x="141" y="73"/>
                </a:lnTo>
                <a:lnTo>
                  <a:pt x="142" y="73"/>
                </a:lnTo>
                <a:lnTo>
                  <a:pt x="142" y="74"/>
                </a:lnTo>
                <a:lnTo>
                  <a:pt x="142" y="75"/>
                </a:lnTo>
                <a:lnTo>
                  <a:pt x="141" y="75"/>
                </a:lnTo>
                <a:lnTo>
                  <a:pt x="141" y="76"/>
                </a:lnTo>
                <a:lnTo>
                  <a:pt x="142" y="77"/>
                </a:lnTo>
                <a:lnTo>
                  <a:pt x="143" y="77"/>
                </a:lnTo>
                <a:lnTo>
                  <a:pt x="143" y="78"/>
                </a:lnTo>
                <a:lnTo>
                  <a:pt x="142" y="78"/>
                </a:lnTo>
                <a:lnTo>
                  <a:pt x="143" y="78"/>
                </a:lnTo>
                <a:lnTo>
                  <a:pt x="144" y="78"/>
                </a:lnTo>
                <a:lnTo>
                  <a:pt x="145" y="79"/>
                </a:lnTo>
                <a:lnTo>
                  <a:pt x="145" y="80"/>
                </a:lnTo>
                <a:lnTo>
                  <a:pt x="146" y="81"/>
                </a:lnTo>
                <a:lnTo>
                  <a:pt x="147" y="81"/>
                </a:lnTo>
                <a:lnTo>
                  <a:pt x="147" y="82"/>
                </a:lnTo>
                <a:lnTo>
                  <a:pt x="148" y="81"/>
                </a:lnTo>
                <a:lnTo>
                  <a:pt x="148" y="79"/>
                </a:lnTo>
                <a:lnTo>
                  <a:pt x="148" y="78"/>
                </a:lnTo>
                <a:lnTo>
                  <a:pt x="149" y="78"/>
                </a:lnTo>
                <a:lnTo>
                  <a:pt x="150" y="77"/>
                </a:lnTo>
                <a:lnTo>
                  <a:pt x="151" y="77"/>
                </a:lnTo>
                <a:lnTo>
                  <a:pt x="152" y="77"/>
                </a:lnTo>
                <a:lnTo>
                  <a:pt x="152" y="76"/>
                </a:lnTo>
                <a:lnTo>
                  <a:pt x="153" y="75"/>
                </a:lnTo>
                <a:lnTo>
                  <a:pt x="154" y="75"/>
                </a:lnTo>
                <a:lnTo>
                  <a:pt x="154" y="74"/>
                </a:lnTo>
                <a:lnTo>
                  <a:pt x="154" y="73"/>
                </a:lnTo>
                <a:lnTo>
                  <a:pt x="155" y="73"/>
                </a:lnTo>
                <a:lnTo>
                  <a:pt x="157" y="72"/>
                </a:lnTo>
                <a:lnTo>
                  <a:pt x="157" y="71"/>
                </a:lnTo>
                <a:lnTo>
                  <a:pt x="158" y="70"/>
                </a:lnTo>
                <a:lnTo>
                  <a:pt x="159" y="69"/>
                </a:lnTo>
                <a:lnTo>
                  <a:pt x="159" y="68"/>
                </a:lnTo>
                <a:lnTo>
                  <a:pt x="160" y="68"/>
                </a:lnTo>
                <a:lnTo>
                  <a:pt x="161" y="67"/>
                </a:lnTo>
                <a:lnTo>
                  <a:pt x="162" y="67"/>
                </a:lnTo>
                <a:lnTo>
                  <a:pt x="162" y="66"/>
                </a:lnTo>
                <a:lnTo>
                  <a:pt x="163" y="66"/>
                </a:lnTo>
                <a:lnTo>
                  <a:pt x="163" y="65"/>
                </a:lnTo>
                <a:lnTo>
                  <a:pt x="164" y="64"/>
                </a:lnTo>
                <a:lnTo>
                  <a:pt x="165" y="63"/>
                </a:lnTo>
                <a:lnTo>
                  <a:pt x="166" y="62"/>
                </a:lnTo>
                <a:lnTo>
                  <a:pt x="165" y="62"/>
                </a:lnTo>
                <a:lnTo>
                  <a:pt x="165" y="61"/>
                </a:lnTo>
                <a:lnTo>
                  <a:pt x="166" y="60"/>
                </a:lnTo>
                <a:lnTo>
                  <a:pt x="166" y="61"/>
                </a:lnTo>
                <a:lnTo>
                  <a:pt x="167" y="61"/>
                </a:lnTo>
                <a:lnTo>
                  <a:pt x="167" y="60"/>
                </a:lnTo>
                <a:lnTo>
                  <a:pt x="168" y="60"/>
                </a:lnTo>
                <a:lnTo>
                  <a:pt x="168" y="59"/>
                </a:lnTo>
                <a:lnTo>
                  <a:pt x="169" y="57"/>
                </a:lnTo>
                <a:lnTo>
                  <a:pt x="169" y="56"/>
                </a:lnTo>
                <a:lnTo>
                  <a:pt x="170" y="56"/>
                </a:lnTo>
                <a:lnTo>
                  <a:pt x="171" y="55"/>
                </a:lnTo>
                <a:lnTo>
                  <a:pt x="172" y="55"/>
                </a:lnTo>
                <a:lnTo>
                  <a:pt x="173" y="55"/>
                </a:lnTo>
                <a:lnTo>
                  <a:pt x="173" y="54"/>
                </a:lnTo>
                <a:lnTo>
                  <a:pt x="173" y="53"/>
                </a:lnTo>
                <a:lnTo>
                  <a:pt x="173" y="52"/>
                </a:lnTo>
                <a:lnTo>
                  <a:pt x="174" y="52"/>
                </a:lnTo>
                <a:lnTo>
                  <a:pt x="174" y="53"/>
                </a:lnTo>
                <a:lnTo>
                  <a:pt x="175" y="53"/>
                </a:lnTo>
                <a:lnTo>
                  <a:pt x="175" y="52"/>
                </a:lnTo>
                <a:lnTo>
                  <a:pt x="176" y="52"/>
                </a:lnTo>
                <a:lnTo>
                  <a:pt x="176" y="50"/>
                </a:lnTo>
                <a:lnTo>
                  <a:pt x="176" y="49"/>
                </a:lnTo>
                <a:lnTo>
                  <a:pt x="176" y="48"/>
                </a:lnTo>
                <a:lnTo>
                  <a:pt x="177" y="47"/>
                </a:lnTo>
                <a:lnTo>
                  <a:pt x="178" y="47"/>
                </a:lnTo>
                <a:lnTo>
                  <a:pt x="178" y="46"/>
                </a:lnTo>
                <a:lnTo>
                  <a:pt x="179" y="46"/>
                </a:lnTo>
                <a:lnTo>
                  <a:pt x="179" y="45"/>
                </a:lnTo>
                <a:lnTo>
                  <a:pt x="179" y="44"/>
                </a:lnTo>
                <a:lnTo>
                  <a:pt x="180" y="44"/>
                </a:lnTo>
                <a:lnTo>
                  <a:pt x="180" y="43"/>
                </a:lnTo>
                <a:lnTo>
                  <a:pt x="181" y="43"/>
                </a:lnTo>
                <a:lnTo>
                  <a:pt x="181" y="44"/>
                </a:lnTo>
                <a:lnTo>
                  <a:pt x="182" y="44"/>
                </a:lnTo>
                <a:lnTo>
                  <a:pt x="183" y="44"/>
                </a:lnTo>
                <a:lnTo>
                  <a:pt x="183" y="45"/>
                </a:lnTo>
                <a:lnTo>
                  <a:pt x="184" y="45"/>
                </a:lnTo>
                <a:lnTo>
                  <a:pt x="187" y="44"/>
                </a:lnTo>
                <a:lnTo>
                  <a:pt x="188" y="44"/>
                </a:lnTo>
                <a:lnTo>
                  <a:pt x="189" y="44"/>
                </a:lnTo>
                <a:lnTo>
                  <a:pt x="190" y="44"/>
                </a:lnTo>
                <a:lnTo>
                  <a:pt x="191" y="44"/>
                </a:lnTo>
                <a:lnTo>
                  <a:pt x="193" y="44"/>
                </a:lnTo>
                <a:lnTo>
                  <a:pt x="193" y="45"/>
                </a:lnTo>
                <a:lnTo>
                  <a:pt x="193" y="44"/>
                </a:lnTo>
                <a:lnTo>
                  <a:pt x="194" y="44"/>
                </a:lnTo>
                <a:lnTo>
                  <a:pt x="194" y="45"/>
                </a:lnTo>
                <a:lnTo>
                  <a:pt x="194" y="44"/>
                </a:lnTo>
                <a:lnTo>
                  <a:pt x="196" y="44"/>
                </a:lnTo>
                <a:lnTo>
                  <a:pt x="197" y="44"/>
                </a:lnTo>
                <a:lnTo>
                  <a:pt x="198" y="45"/>
                </a:lnTo>
                <a:lnTo>
                  <a:pt x="200" y="45"/>
                </a:lnTo>
                <a:lnTo>
                  <a:pt x="201" y="45"/>
                </a:lnTo>
                <a:lnTo>
                  <a:pt x="202" y="44"/>
                </a:lnTo>
                <a:lnTo>
                  <a:pt x="203" y="44"/>
                </a:lnTo>
                <a:lnTo>
                  <a:pt x="204" y="43"/>
                </a:lnTo>
                <a:lnTo>
                  <a:pt x="206" y="43"/>
                </a:lnTo>
                <a:lnTo>
                  <a:pt x="207" y="44"/>
                </a:lnTo>
                <a:lnTo>
                  <a:pt x="208" y="44"/>
                </a:lnTo>
                <a:lnTo>
                  <a:pt x="210" y="44"/>
                </a:lnTo>
                <a:lnTo>
                  <a:pt x="211" y="44"/>
                </a:lnTo>
                <a:lnTo>
                  <a:pt x="212" y="44"/>
                </a:lnTo>
                <a:lnTo>
                  <a:pt x="213" y="44"/>
                </a:lnTo>
                <a:lnTo>
                  <a:pt x="214" y="44"/>
                </a:lnTo>
                <a:lnTo>
                  <a:pt x="215" y="43"/>
                </a:lnTo>
                <a:lnTo>
                  <a:pt x="215" y="44"/>
                </a:lnTo>
                <a:lnTo>
                  <a:pt x="216" y="44"/>
                </a:lnTo>
                <a:lnTo>
                  <a:pt x="219" y="44"/>
                </a:lnTo>
                <a:lnTo>
                  <a:pt x="220" y="44"/>
                </a:lnTo>
                <a:lnTo>
                  <a:pt x="221" y="44"/>
                </a:lnTo>
                <a:lnTo>
                  <a:pt x="221" y="45"/>
                </a:lnTo>
                <a:lnTo>
                  <a:pt x="222" y="44"/>
                </a:lnTo>
                <a:lnTo>
                  <a:pt x="223" y="44"/>
                </a:lnTo>
                <a:lnTo>
                  <a:pt x="224" y="44"/>
                </a:lnTo>
                <a:lnTo>
                  <a:pt x="225" y="43"/>
                </a:lnTo>
                <a:lnTo>
                  <a:pt x="226" y="43"/>
                </a:lnTo>
                <a:lnTo>
                  <a:pt x="226" y="42"/>
                </a:lnTo>
                <a:lnTo>
                  <a:pt x="227" y="42"/>
                </a:lnTo>
                <a:lnTo>
                  <a:pt x="229" y="42"/>
                </a:lnTo>
                <a:lnTo>
                  <a:pt x="230" y="42"/>
                </a:lnTo>
                <a:lnTo>
                  <a:pt x="230" y="43"/>
                </a:lnTo>
                <a:lnTo>
                  <a:pt x="231" y="43"/>
                </a:lnTo>
                <a:lnTo>
                  <a:pt x="232" y="43"/>
                </a:lnTo>
                <a:lnTo>
                  <a:pt x="233" y="43"/>
                </a:lnTo>
                <a:lnTo>
                  <a:pt x="234" y="44"/>
                </a:lnTo>
                <a:lnTo>
                  <a:pt x="235" y="44"/>
                </a:lnTo>
                <a:lnTo>
                  <a:pt x="236" y="44"/>
                </a:lnTo>
                <a:lnTo>
                  <a:pt x="237" y="43"/>
                </a:lnTo>
                <a:lnTo>
                  <a:pt x="240" y="39"/>
                </a:lnTo>
                <a:lnTo>
                  <a:pt x="240" y="38"/>
                </a:lnTo>
                <a:lnTo>
                  <a:pt x="241" y="37"/>
                </a:lnTo>
                <a:lnTo>
                  <a:pt x="242" y="35"/>
                </a:lnTo>
                <a:lnTo>
                  <a:pt x="243" y="35"/>
                </a:lnTo>
                <a:lnTo>
                  <a:pt x="244" y="34"/>
                </a:lnTo>
                <a:lnTo>
                  <a:pt x="244" y="33"/>
                </a:lnTo>
                <a:lnTo>
                  <a:pt x="245" y="32"/>
                </a:lnTo>
                <a:lnTo>
                  <a:pt x="245" y="30"/>
                </a:lnTo>
                <a:lnTo>
                  <a:pt x="245" y="29"/>
                </a:lnTo>
                <a:lnTo>
                  <a:pt x="245" y="28"/>
                </a:lnTo>
                <a:lnTo>
                  <a:pt x="246" y="28"/>
                </a:lnTo>
                <a:lnTo>
                  <a:pt x="247" y="27"/>
                </a:lnTo>
                <a:lnTo>
                  <a:pt x="247" y="26"/>
                </a:lnTo>
                <a:lnTo>
                  <a:pt x="247" y="25"/>
                </a:lnTo>
                <a:lnTo>
                  <a:pt x="248" y="24"/>
                </a:lnTo>
                <a:lnTo>
                  <a:pt x="248" y="23"/>
                </a:lnTo>
                <a:lnTo>
                  <a:pt x="248" y="22"/>
                </a:lnTo>
                <a:lnTo>
                  <a:pt x="249" y="22"/>
                </a:lnTo>
                <a:lnTo>
                  <a:pt x="249" y="21"/>
                </a:lnTo>
                <a:lnTo>
                  <a:pt x="250" y="21"/>
                </a:lnTo>
                <a:lnTo>
                  <a:pt x="251" y="21"/>
                </a:lnTo>
                <a:lnTo>
                  <a:pt x="252" y="20"/>
                </a:lnTo>
                <a:lnTo>
                  <a:pt x="253" y="21"/>
                </a:lnTo>
                <a:lnTo>
                  <a:pt x="254" y="21"/>
                </a:lnTo>
                <a:lnTo>
                  <a:pt x="255" y="21"/>
                </a:lnTo>
                <a:lnTo>
                  <a:pt x="256" y="21"/>
                </a:lnTo>
                <a:lnTo>
                  <a:pt x="256" y="20"/>
                </a:lnTo>
                <a:lnTo>
                  <a:pt x="257" y="21"/>
                </a:lnTo>
                <a:lnTo>
                  <a:pt x="258" y="21"/>
                </a:lnTo>
                <a:lnTo>
                  <a:pt x="258" y="20"/>
                </a:lnTo>
                <a:lnTo>
                  <a:pt x="259" y="20"/>
                </a:lnTo>
                <a:lnTo>
                  <a:pt x="260" y="20"/>
                </a:lnTo>
                <a:lnTo>
                  <a:pt x="261" y="20"/>
                </a:lnTo>
                <a:lnTo>
                  <a:pt x="262" y="20"/>
                </a:lnTo>
                <a:lnTo>
                  <a:pt x="262" y="19"/>
                </a:lnTo>
                <a:lnTo>
                  <a:pt x="263" y="19"/>
                </a:lnTo>
                <a:lnTo>
                  <a:pt x="264" y="19"/>
                </a:lnTo>
                <a:lnTo>
                  <a:pt x="264" y="18"/>
                </a:lnTo>
                <a:lnTo>
                  <a:pt x="264" y="17"/>
                </a:lnTo>
                <a:lnTo>
                  <a:pt x="264" y="16"/>
                </a:lnTo>
                <a:lnTo>
                  <a:pt x="265" y="15"/>
                </a:lnTo>
                <a:lnTo>
                  <a:pt x="266" y="15"/>
                </a:lnTo>
                <a:lnTo>
                  <a:pt x="267" y="15"/>
                </a:lnTo>
                <a:lnTo>
                  <a:pt x="267" y="14"/>
                </a:lnTo>
                <a:lnTo>
                  <a:pt x="268" y="14"/>
                </a:lnTo>
                <a:lnTo>
                  <a:pt x="267" y="14"/>
                </a:lnTo>
                <a:lnTo>
                  <a:pt x="267" y="13"/>
                </a:lnTo>
                <a:lnTo>
                  <a:pt x="267" y="12"/>
                </a:lnTo>
                <a:lnTo>
                  <a:pt x="267" y="11"/>
                </a:lnTo>
                <a:lnTo>
                  <a:pt x="268" y="11"/>
                </a:lnTo>
                <a:lnTo>
                  <a:pt x="269" y="11"/>
                </a:lnTo>
                <a:lnTo>
                  <a:pt x="270" y="10"/>
                </a:lnTo>
                <a:lnTo>
                  <a:pt x="269" y="10"/>
                </a:lnTo>
                <a:lnTo>
                  <a:pt x="269" y="9"/>
                </a:lnTo>
                <a:lnTo>
                  <a:pt x="270" y="8"/>
                </a:lnTo>
                <a:lnTo>
                  <a:pt x="269" y="7"/>
                </a:lnTo>
                <a:lnTo>
                  <a:pt x="270" y="7"/>
                </a:lnTo>
                <a:lnTo>
                  <a:pt x="271" y="6"/>
                </a:lnTo>
                <a:lnTo>
                  <a:pt x="271" y="5"/>
                </a:lnTo>
                <a:lnTo>
                  <a:pt x="270" y="5"/>
                </a:lnTo>
                <a:lnTo>
                  <a:pt x="271" y="5"/>
                </a:lnTo>
                <a:lnTo>
                  <a:pt x="271" y="4"/>
                </a:lnTo>
                <a:lnTo>
                  <a:pt x="271" y="3"/>
                </a:lnTo>
                <a:lnTo>
                  <a:pt x="270" y="1"/>
                </a:lnTo>
                <a:lnTo>
                  <a:pt x="269" y="1"/>
                </a:lnTo>
                <a:lnTo>
                  <a:pt x="270" y="1"/>
                </a:lnTo>
                <a:lnTo>
                  <a:pt x="270" y="0"/>
                </a:lnTo>
                <a:lnTo>
                  <a:pt x="271" y="0"/>
                </a:lnTo>
                <a:lnTo>
                  <a:pt x="272" y="1"/>
                </a:lnTo>
                <a:lnTo>
                  <a:pt x="273" y="1"/>
                </a:lnTo>
                <a:lnTo>
                  <a:pt x="274" y="1"/>
                </a:lnTo>
                <a:lnTo>
                  <a:pt x="27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99" name=""/>
          <p:cNvSpPr/>
          <p:nvPr/>
        </p:nvSpPr>
        <p:spPr>
          <a:xfrm>
            <a:off x="4617000" y="37612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0" name=""/>
          <p:cNvSpPr/>
          <p:nvPr/>
        </p:nvSpPr>
        <p:spPr>
          <a:xfrm>
            <a:off x="4637160" y="374400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1" name=""/>
          <p:cNvSpPr/>
          <p:nvPr/>
        </p:nvSpPr>
        <p:spPr>
          <a:xfrm>
            <a:off x="4597560" y="37440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2" name=""/>
          <p:cNvSpPr/>
          <p:nvPr/>
        </p:nvSpPr>
        <p:spPr>
          <a:xfrm>
            <a:off x="4598640" y="37429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3" name=""/>
          <p:cNvSpPr/>
          <p:nvPr/>
        </p:nvSpPr>
        <p:spPr>
          <a:xfrm>
            <a:off x="4644720" y="37378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2" y="3"/>
                </a:move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4" name=""/>
          <p:cNvSpPr/>
          <p:nvPr/>
        </p:nvSpPr>
        <p:spPr>
          <a:xfrm>
            <a:off x="4645080" y="3736080"/>
            <a:ext cx="2880" cy="4320"/>
          </a:xfrm>
          <a:custGeom>
            <a:avLst/>
            <a:gdLst/>
            <a:ahLst/>
            <a:rect l="0" t="0" r="r" b="b"/>
            <a:pathLst>
              <a:path w="8" h="12">
                <a:moveTo>
                  <a:pt x="5" y="4"/>
                </a:moveTo>
                <a:lnTo>
                  <a:pt x="5" y="5"/>
                </a:lnTo>
                <a:lnTo>
                  <a:pt x="6" y="5"/>
                </a:lnTo>
                <a:lnTo>
                  <a:pt x="7" y="5"/>
                </a:lnTo>
                <a:lnTo>
                  <a:pt x="7" y="6"/>
                </a:lnTo>
                <a:lnTo>
                  <a:pt x="8" y="9"/>
                </a:lnTo>
                <a:lnTo>
                  <a:pt x="8" y="10"/>
                </a:lnTo>
                <a:lnTo>
                  <a:pt x="8" y="11"/>
                </a:lnTo>
                <a:lnTo>
                  <a:pt x="8" y="12"/>
                </a:lnTo>
                <a:lnTo>
                  <a:pt x="7" y="12"/>
                </a:lnTo>
                <a:lnTo>
                  <a:pt x="7" y="11"/>
                </a:lnTo>
                <a:lnTo>
                  <a:pt x="6" y="11"/>
                </a:lnTo>
                <a:lnTo>
                  <a:pt x="6" y="10"/>
                </a:lnTo>
                <a:lnTo>
                  <a:pt x="5" y="10"/>
                </a:lnTo>
                <a:lnTo>
                  <a:pt x="4" y="10"/>
                </a:lnTo>
                <a:lnTo>
                  <a:pt x="4" y="9"/>
                </a:lnTo>
                <a:lnTo>
                  <a:pt x="5" y="9"/>
                </a:lnTo>
                <a:lnTo>
                  <a:pt x="5" y="8"/>
                </a:lnTo>
                <a:lnTo>
                  <a:pt x="5" y="6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1" y="3"/>
                </a:lnTo>
                <a:lnTo>
                  <a:pt x="1" y="2"/>
                </a:lnTo>
                <a:lnTo>
                  <a:pt x="0" y="1"/>
                </a:lnTo>
                <a:lnTo>
                  <a:pt x="1" y="0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  <a:lnTo>
                  <a:pt x="5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5" name=""/>
          <p:cNvSpPr/>
          <p:nvPr/>
        </p:nvSpPr>
        <p:spPr>
          <a:xfrm>
            <a:off x="4642200" y="37368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0"/>
                </a:move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1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6" name=""/>
          <p:cNvSpPr/>
          <p:nvPr/>
        </p:nvSpPr>
        <p:spPr>
          <a:xfrm>
            <a:off x="4643640" y="37368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7" name=""/>
          <p:cNvSpPr/>
          <p:nvPr/>
        </p:nvSpPr>
        <p:spPr>
          <a:xfrm>
            <a:off x="4643640" y="3730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8" name=""/>
          <p:cNvSpPr/>
          <p:nvPr/>
        </p:nvSpPr>
        <p:spPr>
          <a:xfrm>
            <a:off x="4647960" y="380088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9" name=""/>
          <p:cNvSpPr/>
          <p:nvPr/>
        </p:nvSpPr>
        <p:spPr>
          <a:xfrm>
            <a:off x="4653000" y="3794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0" name=""/>
          <p:cNvSpPr/>
          <p:nvPr/>
        </p:nvSpPr>
        <p:spPr>
          <a:xfrm>
            <a:off x="4653720" y="3794040"/>
            <a:ext cx="1080" cy="360"/>
          </a:xfrm>
          <a:custGeom>
            <a:avLst/>
            <a:gdLst/>
            <a:ahLst/>
            <a:rect l="0" t="0" r="r" b="b"/>
            <a:pathLst>
              <a:path w="3" h="1">
                <a:moveTo>
                  <a:pt x="3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1" name=""/>
          <p:cNvSpPr/>
          <p:nvPr/>
        </p:nvSpPr>
        <p:spPr>
          <a:xfrm>
            <a:off x="4675320" y="37828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2" name=""/>
          <p:cNvSpPr/>
          <p:nvPr/>
        </p:nvSpPr>
        <p:spPr>
          <a:xfrm>
            <a:off x="4695840" y="37818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3" name=""/>
          <p:cNvSpPr/>
          <p:nvPr/>
        </p:nvSpPr>
        <p:spPr>
          <a:xfrm>
            <a:off x="4674240" y="3754800"/>
            <a:ext cx="2520" cy="2160"/>
          </a:xfrm>
          <a:custGeom>
            <a:avLst/>
            <a:gdLst/>
            <a:ahLst/>
            <a:rect l="0" t="0" r="r" b="b"/>
            <a:pathLst>
              <a:path w="7" h="6">
                <a:moveTo>
                  <a:pt x="2" y="5"/>
                </a:moveTo>
                <a:lnTo>
                  <a:pt x="1" y="5"/>
                </a:lnTo>
                <a:lnTo>
                  <a:pt x="0" y="6"/>
                </a:lnTo>
                <a:lnTo>
                  <a:pt x="0" y="5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4" y="2"/>
                </a:lnTo>
                <a:lnTo>
                  <a:pt x="5" y="2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7" y="2"/>
                </a:lnTo>
                <a:lnTo>
                  <a:pt x="5" y="3"/>
                </a:lnTo>
                <a:lnTo>
                  <a:pt x="4" y="3"/>
                </a:lnTo>
                <a:lnTo>
                  <a:pt x="2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4" name=""/>
          <p:cNvSpPr/>
          <p:nvPr/>
        </p:nvSpPr>
        <p:spPr>
          <a:xfrm>
            <a:off x="4693320" y="375408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2" y="0"/>
                </a:move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5" name=""/>
          <p:cNvSpPr/>
          <p:nvPr/>
        </p:nvSpPr>
        <p:spPr>
          <a:xfrm>
            <a:off x="4671720" y="37519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6" name=""/>
          <p:cNvSpPr/>
          <p:nvPr/>
        </p:nvSpPr>
        <p:spPr>
          <a:xfrm>
            <a:off x="4653000" y="37346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0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7" name=""/>
          <p:cNvSpPr/>
          <p:nvPr/>
        </p:nvSpPr>
        <p:spPr>
          <a:xfrm>
            <a:off x="4646880" y="37288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2"/>
                </a:move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lnTo>
                  <a:pt x="5" y="5"/>
                </a:lnTo>
                <a:lnTo>
                  <a:pt x="4" y="5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8" name=""/>
          <p:cNvSpPr/>
          <p:nvPr/>
        </p:nvSpPr>
        <p:spPr>
          <a:xfrm>
            <a:off x="4648680" y="372456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4" y="1"/>
                </a:moveTo>
                <a:lnTo>
                  <a:pt x="3" y="1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7" y="0"/>
                </a:lnTo>
                <a:lnTo>
                  <a:pt x="5" y="0"/>
                </a:lnTo>
                <a:lnTo>
                  <a:pt x="5" y="1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9" name=""/>
          <p:cNvSpPr/>
          <p:nvPr/>
        </p:nvSpPr>
        <p:spPr>
          <a:xfrm>
            <a:off x="4650120" y="372312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2"/>
                </a:moveTo>
                <a:lnTo>
                  <a:pt x="0" y="2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0" name=""/>
          <p:cNvSpPr/>
          <p:nvPr/>
        </p:nvSpPr>
        <p:spPr>
          <a:xfrm>
            <a:off x="4651920" y="372240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2" y="2"/>
                </a:moveTo>
                <a:lnTo>
                  <a:pt x="3" y="2"/>
                </a:lnTo>
                <a:lnTo>
                  <a:pt x="2" y="2"/>
                </a:lnTo>
                <a:lnTo>
                  <a:pt x="2" y="3"/>
                </a:lnTo>
                <a:lnTo>
                  <a:pt x="3" y="3"/>
                </a:lnTo>
                <a:lnTo>
                  <a:pt x="3" y="5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1" name=""/>
          <p:cNvSpPr/>
          <p:nvPr/>
        </p:nvSpPr>
        <p:spPr>
          <a:xfrm>
            <a:off x="4651920" y="37213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4" y="4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2" name=""/>
          <p:cNvSpPr/>
          <p:nvPr/>
        </p:nvSpPr>
        <p:spPr>
          <a:xfrm>
            <a:off x="4310280" y="3796200"/>
            <a:ext cx="204120" cy="183960"/>
          </a:xfrm>
          <a:custGeom>
            <a:avLst/>
            <a:gdLst/>
            <a:ahLst/>
            <a:rect l="0" t="0" r="r" b="b"/>
            <a:pathLst>
              <a:path w="567" h="511">
                <a:moveTo>
                  <a:pt x="306" y="0"/>
                </a:moveTo>
                <a:lnTo>
                  <a:pt x="307" y="1"/>
                </a:lnTo>
                <a:lnTo>
                  <a:pt x="308" y="2"/>
                </a:lnTo>
                <a:lnTo>
                  <a:pt x="309" y="2"/>
                </a:lnTo>
                <a:lnTo>
                  <a:pt x="310" y="2"/>
                </a:lnTo>
                <a:lnTo>
                  <a:pt x="311" y="2"/>
                </a:lnTo>
                <a:lnTo>
                  <a:pt x="311" y="3"/>
                </a:lnTo>
                <a:lnTo>
                  <a:pt x="312" y="4"/>
                </a:lnTo>
                <a:lnTo>
                  <a:pt x="313" y="4"/>
                </a:lnTo>
                <a:lnTo>
                  <a:pt x="314" y="3"/>
                </a:lnTo>
                <a:lnTo>
                  <a:pt x="315" y="3"/>
                </a:lnTo>
                <a:lnTo>
                  <a:pt x="315" y="4"/>
                </a:lnTo>
                <a:lnTo>
                  <a:pt x="316" y="4"/>
                </a:lnTo>
                <a:lnTo>
                  <a:pt x="316" y="3"/>
                </a:lnTo>
                <a:lnTo>
                  <a:pt x="315" y="3"/>
                </a:lnTo>
                <a:lnTo>
                  <a:pt x="315" y="2"/>
                </a:lnTo>
                <a:lnTo>
                  <a:pt x="316" y="1"/>
                </a:lnTo>
                <a:lnTo>
                  <a:pt x="317" y="1"/>
                </a:lnTo>
                <a:lnTo>
                  <a:pt x="318" y="1"/>
                </a:lnTo>
                <a:lnTo>
                  <a:pt x="319" y="2"/>
                </a:lnTo>
                <a:lnTo>
                  <a:pt x="320" y="5"/>
                </a:lnTo>
                <a:lnTo>
                  <a:pt x="321" y="5"/>
                </a:lnTo>
                <a:lnTo>
                  <a:pt x="323" y="5"/>
                </a:lnTo>
                <a:lnTo>
                  <a:pt x="323" y="4"/>
                </a:lnTo>
                <a:lnTo>
                  <a:pt x="323" y="3"/>
                </a:lnTo>
                <a:lnTo>
                  <a:pt x="324" y="3"/>
                </a:lnTo>
                <a:lnTo>
                  <a:pt x="325" y="3"/>
                </a:lnTo>
                <a:lnTo>
                  <a:pt x="325" y="2"/>
                </a:lnTo>
                <a:lnTo>
                  <a:pt x="324" y="2"/>
                </a:lnTo>
                <a:lnTo>
                  <a:pt x="324" y="1"/>
                </a:lnTo>
                <a:lnTo>
                  <a:pt x="325" y="1"/>
                </a:lnTo>
                <a:lnTo>
                  <a:pt x="326" y="3"/>
                </a:lnTo>
                <a:lnTo>
                  <a:pt x="327" y="4"/>
                </a:lnTo>
                <a:lnTo>
                  <a:pt x="327" y="5"/>
                </a:lnTo>
                <a:lnTo>
                  <a:pt x="328" y="5"/>
                </a:lnTo>
                <a:lnTo>
                  <a:pt x="329" y="4"/>
                </a:lnTo>
                <a:lnTo>
                  <a:pt x="329" y="3"/>
                </a:lnTo>
                <a:lnTo>
                  <a:pt x="328" y="2"/>
                </a:lnTo>
                <a:lnTo>
                  <a:pt x="327" y="2"/>
                </a:lnTo>
                <a:lnTo>
                  <a:pt x="326" y="2"/>
                </a:lnTo>
                <a:lnTo>
                  <a:pt x="326" y="1"/>
                </a:lnTo>
                <a:lnTo>
                  <a:pt x="327" y="1"/>
                </a:lnTo>
                <a:lnTo>
                  <a:pt x="328" y="1"/>
                </a:lnTo>
                <a:lnTo>
                  <a:pt x="329" y="2"/>
                </a:lnTo>
                <a:lnTo>
                  <a:pt x="330" y="2"/>
                </a:lnTo>
                <a:lnTo>
                  <a:pt x="330" y="1"/>
                </a:lnTo>
                <a:lnTo>
                  <a:pt x="331" y="1"/>
                </a:lnTo>
                <a:lnTo>
                  <a:pt x="332" y="2"/>
                </a:lnTo>
                <a:lnTo>
                  <a:pt x="331" y="2"/>
                </a:lnTo>
                <a:lnTo>
                  <a:pt x="331" y="3"/>
                </a:lnTo>
                <a:lnTo>
                  <a:pt x="331" y="4"/>
                </a:lnTo>
                <a:lnTo>
                  <a:pt x="333" y="4"/>
                </a:lnTo>
                <a:lnTo>
                  <a:pt x="334" y="4"/>
                </a:lnTo>
                <a:lnTo>
                  <a:pt x="334" y="5"/>
                </a:lnTo>
                <a:lnTo>
                  <a:pt x="333" y="5"/>
                </a:lnTo>
                <a:lnTo>
                  <a:pt x="333" y="6"/>
                </a:lnTo>
                <a:lnTo>
                  <a:pt x="332" y="6"/>
                </a:lnTo>
                <a:lnTo>
                  <a:pt x="332" y="7"/>
                </a:lnTo>
                <a:lnTo>
                  <a:pt x="333" y="7"/>
                </a:lnTo>
                <a:lnTo>
                  <a:pt x="333" y="8"/>
                </a:lnTo>
                <a:lnTo>
                  <a:pt x="334" y="8"/>
                </a:lnTo>
                <a:lnTo>
                  <a:pt x="334" y="9"/>
                </a:lnTo>
                <a:lnTo>
                  <a:pt x="334" y="10"/>
                </a:lnTo>
                <a:lnTo>
                  <a:pt x="336" y="10"/>
                </a:lnTo>
                <a:lnTo>
                  <a:pt x="337" y="10"/>
                </a:lnTo>
                <a:lnTo>
                  <a:pt x="337" y="9"/>
                </a:lnTo>
                <a:lnTo>
                  <a:pt x="338" y="9"/>
                </a:lnTo>
                <a:lnTo>
                  <a:pt x="338" y="10"/>
                </a:lnTo>
                <a:lnTo>
                  <a:pt x="339" y="10"/>
                </a:lnTo>
                <a:lnTo>
                  <a:pt x="339" y="9"/>
                </a:lnTo>
                <a:lnTo>
                  <a:pt x="339" y="10"/>
                </a:lnTo>
                <a:lnTo>
                  <a:pt x="340" y="10"/>
                </a:lnTo>
                <a:lnTo>
                  <a:pt x="340" y="9"/>
                </a:lnTo>
                <a:lnTo>
                  <a:pt x="341" y="9"/>
                </a:lnTo>
                <a:lnTo>
                  <a:pt x="342" y="9"/>
                </a:lnTo>
                <a:lnTo>
                  <a:pt x="342" y="10"/>
                </a:lnTo>
                <a:lnTo>
                  <a:pt x="343" y="10"/>
                </a:lnTo>
                <a:lnTo>
                  <a:pt x="344" y="10"/>
                </a:lnTo>
                <a:lnTo>
                  <a:pt x="344" y="11"/>
                </a:lnTo>
                <a:lnTo>
                  <a:pt x="344" y="12"/>
                </a:lnTo>
                <a:lnTo>
                  <a:pt x="344" y="13"/>
                </a:lnTo>
                <a:lnTo>
                  <a:pt x="345" y="13"/>
                </a:lnTo>
                <a:lnTo>
                  <a:pt x="345" y="12"/>
                </a:lnTo>
                <a:lnTo>
                  <a:pt x="346" y="12"/>
                </a:lnTo>
                <a:lnTo>
                  <a:pt x="347" y="12"/>
                </a:lnTo>
                <a:lnTo>
                  <a:pt x="347" y="11"/>
                </a:lnTo>
                <a:lnTo>
                  <a:pt x="347" y="10"/>
                </a:lnTo>
                <a:lnTo>
                  <a:pt x="348" y="10"/>
                </a:lnTo>
                <a:lnTo>
                  <a:pt x="349" y="10"/>
                </a:lnTo>
                <a:lnTo>
                  <a:pt x="349" y="11"/>
                </a:lnTo>
                <a:lnTo>
                  <a:pt x="350" y="12"/>
                </a:lnTo>
                <a:lnTo>
                  <a:pt x="351" y="11"/>
                </a:lnTo>
                <a:lnTo>
                  <a:pt x="352" y="11"/>
                </a:lnTo>
                <a:lnTo>
                  <a:pt x="353" y="11"/>
                </a:lnTo>
                <a:lnTo>
                  <a:pt x="355" y="12"/>
                </a:lnTo>
                <a:lnTo>
                  <a:pt x="356" y="12"/>
                </a:lnTo>
                <a:lnTo>
                  <a:pt x="357" y="12"/>
                </a:lnTo>
                <a:lnTo>
                  <a:pt x="358" y="12"/>
                </a:lnTo>
                <a:lnTo>
                  <a:pt x="358" y="11"/>
                </a:lnTo>
                <a:lnTo>
                  <a:pt x="359" y="11"/>
                </a:lnTo>
                <a:lnTo>
                  <a:pt x="360" y="11"/>
                </a:lnTo>
                <a:lnTo>
                  <a:pt x="360" y="12"/>
                </a:lnTo>
                <a:lnTo>
                  <a:pt x="360" y="13"/>
                </a:lnTo>
                <a:lnTo>
                  <a:pt x="361" y="13"/>
                </a:lnTo>
                <a:lnTo>
                  <a:pt x="361" y="14"/>
                </a:lnTo>
                <a:lnTo>
                  <a:pt x="362" y="14"/>
                </a:lnTo>
                <a:lnTo>
                  <a:pt x="362" y="15"/>
                </a:lnTo>
                <a:lnTo>
                  <a:pt x="363" y="15"/>
                </a:lnTo>
                <a:lnTo>
                  <a:pt x="364" y="15"/>
                </a:lnTo>
                <a:lnTo>
                  <a:pt x="365" y="15"/>
                </a:lnTo>
                <a:lnTo>
                  <a:pt x="365" y="14"/>
                </a:lnTo>
                <a:lnTo>
                  <a:pt x="366" y="15"/>
                </a:lnTo>
                <a:lnTo>
                  <a:pt x="366" y="16"/>
                </a:lnTo>
                <a:lnTo>
                  <a:pt x="366" y="17"/>
                </a:lnTo>
                <a:lnTo>
                  <a:pt x="366" y="16"/>
                </a:lnTo>
                <a:lnTo>
                  <a:pt x="367" y="16"/>
                </a:lnTo>
                <a:lnTo>
                  <a:pt x="367" y="17"/>
                </a:lnTo>
                <a:lnTo>
                  <a:pt x="368" y="17"/>
                </a:lnTo>
                <a:lnTo>
                  <a:pt x="369" y="16"/>
                </a:lnTo>
                <a:lnTo>
                  <a:pt x="370" y="16"/>
                </a:lnTo>
                <a:lnTo>
                  <a:pt x="370" y="17"/>
                </a:lnTo>
                <a:lnTo>
                  <a:pt x="370" y="18"/>
                </a:lnTo>
                <a:lnTo>
                  <a:pt x="371" y="18"/>
                </a:lnTo>
                <a:lnTo>
                  <a:pt x="371" y="19"/>
                </a:lnTo>
                <a:lnTo>
                  <a:pt x="372" y="19"/>
                </a:lnTo>
                <a:lnTo>
                  <a:pt x="373" y="19"/>
                </a:lnTo>
                <a:lnTo>
                  <a:pt x="374" y="19"/>
                </a:lnTo>
                <a:lnTo>
                  <a:pt x="375" y="20"/>
                </a:lnTo>
                <a:lnTo>
                  <a:pt x="376" y="20"/>
                </a:lnTo>
                <a:lnTo>
                  <a:pt x="377" y="20"/>
                </a:lnTo>
                <a:lnTo>
                  <a:pt x="377" y="21"/>
                </a:lnTo>
                <a:lnTo>
                  <a:pt x="378" y="21"/>
                </a:lnTo>
                <a:lnTo>
                  <a:pt x="378" y="22"/>
                </a:lnTo>
                <a:lnTo>
                  <a:pt x="379" y="22"/>
                </a:lnTo>
                <a:lnTo>
                  <a:pt x="380" y="22"/>
                </a:lnTo>
                <a:lnTo>
                  <a:pt x="380" y="23"/>
                </a:lnTo>
                <a:lnTo>
                  <a:pt x="381" y="23"/>
                </a:lnTo>
                <a:lnTo>
                  <a:pt x="381" y="24"/>
                </a:lnTo>
                <a:lnTo>
                  <a:pt x="382" y="24"/>
                </a:lnTo>
                <a:lnTo>
                  <a:pt x="381" y="24"/>
                </a:lnTo>
                <a:lnTo>
                  <a:pt x="381" y="25"/>
                </a:lnTo>
                <a:lnTo>
                  <a:pt x="381" y="26"/>
                </a:lnTo>
                <a:lnTo>
                  <a:pt x="382" y="26"/>
                </a:lnTo>
                <a:lnTo>
                  <a:pt x="382" y="25"/>
                </a:lnTo>
                <a:lnTo>
                  <a:pt x="383" y="25"/>
                </a:lnTo>
                <a:lnTo>
                  <a:pt x="383" y="24"/>
                </a:lnTo>
                <a:lnTo>
                  <a:pt x="384" y="24"/>
                </a:lnTo>
                <a:lnTo>
                  <a:pt x="384" y="25"/>
                </a:lnTo>
                <a:lnTo>
                  <a:pt x="385" y="25"/>
                </a:lnTo>
                <a:lnTo>
                  <a:pt x="385" y="24"/>
                </a:lnTo>
                <a:lnTo>
                  <a:pt x="386" y="24"/>
                </a:lnTo>
                <a:lnTo>
                  <a:pt x="387" y="24"/>
                </a:lnTo>
                <a:lnTo>
                  <a:pt x="387" y="23"/>
                </a:lnTo>
                <a:lnTo>
                  <a:pt x="388" y="23"/>
                </a:lnTo>
                <a:lnTo>
                  <a:pt x="390" y="23"/>
                </a:lnTo>
                <a:lnTo>
                  <a:pt x="391" y="23"/>
                </a:lnTo>
                <a:lnTo>
                  <a:pt x="392" y="23"/>
                </a:lnTo>
                <a:lnTo>
                  <a:pt x="393" y="23"/>
                </a:lnTo>
                <a:lnTo>
                  <a:pt x="394" y="23"/>
                </a:lnTo>
                <a:lnTo>
                  <a:pt x="394" y="22"/>
                </a:lnTo>
                <a:lnTo>
                  <a:pt x="395" y="22"/>
                </a:lnTo>
                <a:lnTo>
                  <a:pt x="396" y="22"/>
                </a:lnTo>
                <a:lnTo>
                  <a:pt x="396" y="23"/>
                </a:lnTo>
                <a:lnTo>
                  <a:pt x="397" y="23"/>
                </a:lnTo>
                <a:lnTo>
                  <a:pt x="397" y="24"/>
                </a:lnTo>
                <a:lnTo>
                  <a:pt x="398" y="24"/>
                </a:lnTo>
                <a:lnTo>
                  <a:pt x="397" y="24"/>
                </a:lnTo>
                <a:lnTo>
                  <a:pt x="397" y="25"/>
                </a:lnTo>
                <a:lnTo>
                  <a:pt x="398" y="25"/>
                </a:lnTo>
                <a:lnTo>
                  <a:pt x="398" y="24"/>
                </a:lnTo>
                <a:lnTo>
                  <a:pt x="399" y="24"/>
                </a:lnTo>
                <a:lnTo>
                  <a:pt x="400" y="24"/>
                </a:lnTo>
                <a:lnTo>
                  <a:pt x="401" y="24"/>
                </a:lnTo>
                <a:lnTo>
                  <a:pt x="402" y="24"/>
                </a:lnTo>
                <a:lnTo>
                  <a:pt x="402" y="25"/>
                </a:lnTo>
                <a:lnTo>
                  <a:pt x="403" y="25"/>
                </a:lnTo>
                <a:lnTo>
                  <a:pt x="403" y="24"/>
                </a:lnTo>
                <a:lnTo>
                  <a:pt x="404" y="24"/>
                </a:lnTo>
                <a:lnTo>
                  <a:pt x="405" y="24"/>
                </a:lnTo>
                <a:lnTo>
                  <a:pt x="406" y="24"/>
                </a:lnTo>
                <a:lnTo>
                  <a:pt x="406" y="23"/>
                </a:lnTo>
                <a:lnTo>
                  <a:pt x="407" y="23"/>
                </a:lnTo>
                <a:lnTo>
                  <a:pt x="408" y="23"/>
                </a:lnTo>
                <a:lnTo>
                  <a:pt x="409" y="23"/>
                </a:lnTo>
                <a:lnTo>
                  <a:pt x="410" y="23"/>
                </a:lnTo>
                <a:lnTo>
                  <a:pt x="411" y="23"/>
                </a:lnTo>
                <a:lnTo>
                  <a:pt x="411" y="24"/>
                </a:lnTo>
                <a:lnTo>
                  <a:pt x="410" y="25"/>
                </a:lnTo>
                <a:lnTo>
                  <a:pt x="410" y="26"/>
                </a:lnTo>
                <a:lnTo>
                  <a:pt x="411" y="26"/>
                </a:lnTo>
                <a:lnTo>
                  <a:pt x="411" y="27"/>
                </a:lnTo>
                <a:lnTo>
                  <a:pt x="412" y="27"/>
                </a:lnTo>
                <a:lnTo>
                  <a:pt x="412" y="28"/>
                </a:lnTo>
                <a:lnTo>
                  <a:pt x="412" y="29"/>
                </a:lnTo>
                <a:lnTo>
                  <a:pt x="412" y="30"/>
                </a:lnTo>
                <a:lnTo>
                  <a:pt x="411" y="31"/>
                </a:lnTo>
                <a:lnTo>
                  <a:pt x="411" y="32"/>
                </a:lnTo>
                <a:lnTo>
                  <a:pt x="412" y="32"/>
                </a:lnTo>
                <a:lnTo>
                  <a:pt x="412" y="31"/>
                </a:lnTo>
                <a:lnTo>
                  <a:pt x="413" y="31"/>
                </a:lnTo>
                <a:lnTo>
                  <a:pt x="413" y="32"/>
                </a:lnTo>
                <a:lnTo>
                  <a:pt x="414" y="31"/>
                </a:lnTo>
                <a:lnTo>
                  <a:pt x="415" y="31"/>
                </a:lnTo>
                <a:lnTo>
                  <a:pt x="416" y="30"/>
                </a:lnTo>
                <a:lnTo>
                  <a:pt x="416" y="31"/>
                </a:lnTo>
                <a:lnTo>
                  <a:pt x="417" y="31"/>
                </a:lnTo>
                <a:lnTo>
                  <a:pt x="418" y="31"/>
                </a:lnTo>
                <a:lnTo>
                  <a:pt x="419" y="31"/>
                </a:lnTo>
                <a:lnTo>
                  <a:pt x="420" y="30"/>
                </a:lnTo>
                <a:lnTo>
                  <a:pt x="419" y="30"/>
                </a:lnTo>
                <a:lnTo>
                  <a:pt x="420" y="29"/>
                </a:lnTo>
                <a:lnTo>
                  <a:pt x="421" y="27"/>
                </a:lnTo>
                <a:lnTo>
                  <a:pt x="422" y="27"/>
                </a:lnTo>
                <a:lnTo>
                  <a:pt x="423" y="26"/>
                </a:lnTo>
                <a:lnTo>
                  <a:pt x="423" y="25"/>
                </a:lnTo>
                <a:lnTo>
                  <a:pt x="423" y="24"/>
                </a:lnTo>
                <a:lnTo>
                  <a:pt x="423" y="23"/>
                </a:lnTo>
                <a:lnTo>
                  <a:pt x="423" y="22"/>
                </a:lnTo>
                <a:lnTo>
                  <a:pt x="423" y="21"/>
                </a:lnTo>
                <a:lnTo>
                  <a:pt x="424" y="20"/>
                </a:lnTo>
                <a:lnTo>
                  <a:pt x="424" y="19"/>
                </a:lnTo>
                <a:lnTo>
                  <a:pt x="425" y="19"/>
                </a:lnTo>
                <a:lnTo>
                  <a:pt x="426" y="19"/>
                </a:lnTo>
                <a:lnTo>
                  <a:pt x="426" y="20"/>
                </a:lnTo>
                <a:lnTo>
                  <a:pt x="427" y="20"/>
                </a:lnTo>
                <a:lnTo>
                  <a:pt x="428" y="20"/>
                </a:lnTo>
                <a:lnTo>
                  <a:pt x="428" y="19"/>
                </a:lnTo>
                <a:lnTo>
                  <a:pt x="427" y="19"/>
                </a:lnTo>
                <a:lnTo>
                  <a:pt x="428" y="18"/>
                </a:lnTo>
                <a:lnTo>
                  <a:pt x="428" y="17"/>
                </a:lnTo>
                <a:lnTo>
                  <a:pt x="429" y="17"/>
                </a:lnTo>
                <a:lnTo>
                  <a:pt x="429" y="16"/>
                </a:lnTo>
                <a:lnTo>
                  <a:pt x="430" y="16"/>
                </a:lnTo>
                <a:lnTo>
                  <a:pt x="431" y="16"/>
                </a:lnTo>
                <a:lnTo>
                  <a:pt x="432" y="16"/>
                </a:lnTo>
                <a:lnTo>
                  <a:pt x="432" y="17"/>
                </a:lnTo>
                <a:lnTo>
                  <a:pt x="433" y="17"/>
                </a:lnTo>
                <a:lnTo>
                  <a:pt x="434" y="18"/>
                </a:lnTo>
                <a:lnTo>
                  <a:pt x="433" y="18"/>
                </a:lnTo>
                <a:lnTo>
                  <a:pt x="434" y="18"/>
                </a:lnTo>
                <a:lnTo>
                  <a:pt x="435" y="18"/>
                </a:lnTo>
                <a:lnTo>
                  <a:pt x="436" y="17"/>
                </a:lnTo>
                <a:lnTo>
                  <a:pt x="437" y="16"/>
                </a:lnTo>
                <a:lnTo>
                  <a:pt x="436" y="16"/>
                </a:lnTo>
                <a:lnTo>
                  <a:pt x="437" y="16"/>
                </a:lnTo>
                <a:lnTo>
                  <a:pt x="437" y="17"/>
                </a:lnTo>
                <a:lnTo>
                  <a:pt x="438" y="17"/>
                </a:lnTo>
                <a:lnTo>
                  <a:pt x="439" y="17"/>
                </a:lnTo>
                <a:lnTo>
                  <a:pt x="439" y="18"/>
                </a:lnTo>
                <a:lnTo>
                  <a:pt x="439" y="17"/>
                </a:lnTo>
                <a:lnTo>
                  <a:pt x="440" y="17"/>
                </a:lnTo>
                <a:lnTo>
                  <a:pt x="440" y="18"/>
                </a:lnTo>
                <a:lnTo>
                  <a:pt x="441" y="18"/>
                </a:lnTo>
                <a:lnTo>
                  <a:pt x="441" y="19"/>
                </a:lnTo>
                <a:lnTo>
                  <a:pt x="442" y="19"/>
                </a:lnTo>
                <a:lnTo>
                  <a:pt x="442" y="20"/>
                </a:lnTo>
                <a:lnTo>
                  <a:pt x="442" y="21"/>
                </a:lnTo>
                <a:lnTo>
                  <a:pt x="443" y="22"/>
                </a:lnTo>
                <a:lnTo>
                  <a:pt x="443" y="23"/>
                </a:lnTo>
                <a:lnTo>
                  <a:pt x="444" y="24"/>
                </a:lnTo>
                <a:lnTo>
                  <a:pt x="445" y="24"/>
                </a:lnTo>
                <a:lnTo>
                  <a:pt x="446" y="24"/>
                </a:lnTo>
                <a:lnTo>
                  <a:pt x="446" y="25"/>
                </a:lnTo>
                <a:lnTo>
                  <a:pt x="446" y="26"/>
                </a:lnTo>
                <a:lnTo>
                  <a:pt x="445" y="26"/>
                </a:lnTo>
                <a:lnTo>
                  <a:pt x="445" y="27"/>
                </a:lnTo>
                <a:lnTo>
                  <a:pt x="446" y="27"/>
                </a:lnTo>
                <a:lnTo>
                  <a:pt x="446" y="28"/>
                </a:lnTo>
                <a:lnTo>
                  <a:pt x="447" y="29"/>
                </a:lnTo>
                <a:lnTo>
                  <a:pt x="448" y="29"/>
                </a:lnTo>
                <a:lnTo>
                  <a:pt x="448" y="28"/>
                </a:lnTo>
                <a:lnTo>
                  <a:pt x="449" y="28"/>
                </a:lnTo>
                <a:lnTo>
                  <a:pt x="449" y="29"/>
                </a:lnTo>
                <a:lnTo>
                  <a:pt x="450" y="29"/>
                </a:lnTo>
                <a:lnTo>
                  <a:pt x="451" y="28"/>
                </a:lnTo>
                <a:lnTo>
                  <a:pt x="452" y="27"/>
                </a:lnTo>
                <a:lnTo>
                  <a:pt x="452" y="26"/>
                </a:lnTo>
                <a:lnTo>
                  <a:pt x="453" y="26"/>
                </a:lnTo>
                <a:lnTo>
                  <a:pt x="452" y="25"/>
                </a:lnTo>
                <a:lnTo>
                  <a:pt x="452" y="24"/>
                </a:lnTo>
                <a:lnTo>
                  <a:pt x="453" y="24"/>
                </a:lnTo>
                <a:lnTo>
                  <a:pt x="454" y="24"/>
                </a:lnTo>
                <a:lnTo>
                  <a:pt x="455" y="24"/>
                </a:lnTo>
                <a:lnTo>
                  <a:pt x="455" y="23"/>
                </a:lnTo>
                <a:lnTo>
                  <a:pt x="455" y="22"/>
                </a:lnTo>
                <a:lnTo>
                  <a:pt x="455" y="21"/>
                </a:lnTo>
                <a:lnTo>
                  <a:pt x="455" y="22"/>
                </a:lnTo>
                <a:lnTo>
                  <a:pt x="455" y="23"/>
                </a:lnTo>
                <a:lnTo>
                  <a:pt x="456" y="24"/>
                </a:lnTo>
                <a:lnTo>
                  <a:pt x="457" y="23"/>
                </a:lnTo>
                <a:lnTo>
                  <a:pt x="458" y="22"/>
                </a:lnTo>
                <a:lnTo>
                  <a:pt x="459" y="23"/>
                </a:lnTo>
                <a:lnTo>
                  <a:pt x="459" y="22"/>
                </a:lnTo>
                <a:lnTo>
                  <a:pt x="459" y="21"/>
                </a:lnTo>
                <a:lnTo>
                  <a:pt x="459" y="20"/>
                </a:lnTo>
                <a:lnTo>
                  <a:pt x="460" y="19"/>
                </a:lnTo>
                <a:lnTo>
                  <a:pt x="460" y="20"/>
                </a:lnTo>
                <a:lnTo>
                  <a:pt x="461" y="20"/>
                </a:lnTo>
                <a:lnTo>
                  <a:pt x="461" y="21"/>
                </a:lnTo>
                <a:lnTo>
                  <a:pt x="461" y="22"/>
                </a:lnTo>
                <a:lnTo>
                  <a:pt x="462" y="22"/>
                </a:lnTo>
                <a:lnTo>
                  <a:pt x="462" y="23"/>
                </a:lnTo>
                <a:lnTo>
                  <a:pt x="462" y="24"/>
                </a:lnTo>
                <a:lnTo>
                  <a:pt x="463" y="24"/>
                </a:lnTo>
                <a:lnTo>
                  <a:pt x="462" y="25"/>
                </a:lnTo>
                <a:lnTo>
                  <a:pt x="462" y="26"/>
                </a:lnTo>
                <a:lnTo>
                  <a:pt x="462" y="27"/>
                </a:lnTo>
                <a:lnTo>
                  <a:pt x="461" y="27"/>
                </a:lnTo>
                <a:lnTo>
                  <a:pt x="461" y="28"/>
                </a:lnTo>
                <a:lnTo>
                  <a:pt x="460" y="29"/>
                </a:lnTo>
                <a:lnTo>
                  <a:pt x="459" y="31"/>
                </a:lnTo>
                <a:lnTo>
                  <a:pt x="459" y="34"/>
                </a:lnTo>
                <a:lnTo>
                  <a:pt x="459" y="35"/>
                </a:lnTo>
                <a:lnTo>
                  <a:pt x="459" y="36"/>
                </a:lnTo>
                <a:lnTo>
                  <a:pt x="459" y="37"/>
                </a:lnTo>
                <a:lnTo>
                  <a:pt x="458" y="37"/>
                </a:lnTo>
                <a:lnTo>
                  <a:pt x="457" y="37"/>
                </a:lnTo>
                <a:lnTo>
                  <a:pt x="456" y="37"/>
                </a:lnTo>
                <a:lnTo>
                  <a:pt x="456" y="38"/>
                </a:lnTo>
                <a:lnTo>
                  <a:pt x="455" y="38"/>
                </a:lnTo>
                <a:lnTo>
                  <a:pt x="454" y="38"/>
                </a:lnTo>
                <a:lnTo>
                  <a:pt x="454" y="39"/>
                </a:lnTo>
                <a:lnTo>
                  <a:pt x="454" y="40"/>
                </a:lnTo>
                <a:lnTo>
                  <a:pt x="453" y="40"/>
                </a:lnTo>
                <a:lnTo>
                  <a:pt x="451" y="40"/>
                </a:lnTo>
                <a:lnTo>
                  <a:pt x="451" y="41"/>
                </a:lnTo>
                <a:lnTo>
                  <a:pt x="451" y="42"/>
                </a:lnTo>
                <a:lnTo>
                  <a:pt x="451" y="43"/>
                </a:lnTo>
                <a:lnTo>
                  <a:pt x="450" y="43"/>
                </a:lnTo>
                <a:lnTo>
                  <a:pt x="451" y="44"/>
                </a:lnTo>
                <a:lnTo>
                  <a:pt x="451" y="45"/>
                </a:lnTo>
                <a:lnTo>
                  <a:pt x="452" y="48"/>
                </a:lnTo>
                <a:lnTo>
                  <a:pt x="451" y="50"/>
                </a:lnTo>
                <a:lnTo>
                  <a:pt x="451" y="51"/>
                </a:lnTo>
                <a:lnTo>
                  <a:pt x="450" y="51"/>
                </a:lnTo>
                <a:lnTo>
                  <a:pt x="449" y="51"/>
                </a:lnTo>
                <a:lnTo>
                  <a:pt x="450" y="51"/>
                </a:lnTo>
                <a:lnTo>
                  <a:pt x="450" y="52"/>
                </a:lnTo>
                <a:lnTo>
                  <a:pt x="450" y="53"/>
                </a:lnTo>
                <a:lnTo>
                  <a:pt x="450" y="54"/>
                </a:lnTo>
                <a:lnTo>
                  <a:pt x="449" y="54"/>
                </a:lnTo>
                <a:lnTo>
                  <a:pt x="450" y="55"/>
                </a:lnTo>
                <a:lnTo>
                  <a:pt x="449" y="55"/>
                </a:lnTo>
                <a:lnTo>
                  <a:pt x="449" y="56"/>
                </a:lnTo>
                <a:lnTo>
                  <a:pt x="449" y="57"/>
                </a:lnTo>
                <a:lnTo>
                  <a:pt x="449" y="58"/>
                </a:lnTo>
                <a:lnTo>
                  <a:pt x="450" y="59"/>
                </a:lnTo>
                <a:lnTo>
                  <a:pt x="451" y="60"/>
                </a:lnTo>
                <a:lnTo>
                  <a:pt x="452" y="59"/>
                </a:lnTo>
                <a:lnTo>
                  <a:pt x="453" y="58"/>
                </a:lnTo>
                <a:lnTo>
                  <a:pt x="454" y="58"/>
                </a:lnTo>
                <a:lnTo>
                  <a:pt x="455" y="57"/>
                </a:lnTo>
                <a:lnTo>
                  <a:pt x="455" y="56"/>
                </a:lnTo>
                <a:lnTo>
                  <a:pt x="456" y="56"/>
                </a:lnTo>
                <a:lnTo>
                  <a:pt x="457" y="54"/>
                </a:lnTo>
                <a:lnTo>
                  <a:pt x="459" y="52"/>
                </a:lnTo>
                <a:lnTo>
                  <a:pt x="459" y="51"/>
                </a:lnTo>
                <a:lnTo>
                  <a:pt x="460" y="51"/>
                </a:lnTo>
                <a:lnTo>
                  <a:pt x="461" y="51"/>
                </a:lnTo>
                <a:lnTo>
                  <a:pt x="461" y="50"/>
                </a:lnTo>
                <a:lnTo>
                  <a:pt x="462" y="50"/>
                </a:lnTo>
                <a:lnTo>
                  <a:pt x="463" y="50"/>
                </a:lnTo>
                <a:lnTo>
                  <a:pt x="463" y="49"/>
                </a:lnTo>
                <a:lnTo>
                  <a:pt x="464" y="49"/>
                </a:lnTo>
                <a:lnTo>
                  <a:pt x="465" y="49"/>
                </a:lnTo>
                <a:lnTo>
                  <a:pt x="466" y="49"/>
                </a:lnTo>
                <a:lnTo>
                  <a:pt x="467" y="48"/>
                </a:lnTo>
                <a:lnTo>
                  <a:pt x="468" y="48"/>
                </a:lnTo>
                <a:lnTo>
                  <a:pt x="469" y="47"/>
                </a:lnTo>
                <a:lnTo>
                  <a:pt x="470" y="47"/>
                </a:lnTo>
                <a:lnTo>
                  <a:pt x="470" y="46"/>
                </a:lnTo>
                <a:lnTo>
                  <a:pt x="471" y="46"/>
                </a:lnTo>
                <a:lnTo>
                  <a:pt x="472" y="45"/>
                </a:lnTo>
                <a:lnTo>
                  <a:pt x="473" y="45"/>
                </a:lnTo>
                <a:lnTo>
                  <a:pt x="474" y="45"/>
                </a:lnTo>
                <a:lnTo>
                  <a:pt x="475" y="45"/>
                </a:lnTo>
                <a:lnTo>
                  <a:pt x="477" y="46"/>
                </a:lnTo>
                <a:lnTo>
                  <a:pt x="477" y="45"/>
                </a:lnTo>
                <a:lnTo>
                  <a:pt x="478" y="44"/>
                </a:lnTo>
                <a:lnTo>
                  <a:pt x="479" y="44"/>
                </a:lnTo>
                <a:lnTo>
                  <a:pt x="480" y="44"/>
                </a:lnTo>
                <a:lnTo>
                  <a:pt x="480" y="43"/>
                </a:lnTo>
                <a:lnTo>
                  <a:pt x="481" y="42"/>
                </a:lnTo>
                <a:lnTo>
                  <a:pt x="481" y="41"/>
                </a:lnTo>
                <a:lnTo>
                  <a:pt x="482" y="41"/>
                </a:lnTo>
                <a:lnTo>
                  <a:pt x="483" y="41"/>
                </a:lnTo>
                <a:lnTo>
                  <a:pt x="483" y="40"/>
                </a:lnTo>
                <a:lnTo>
                  <a:pt x="484" y="41"/>
                </a:lnTo>
                <a:lnTo>
                  <a:pt x="485" y="41"/>
                </a:lnTo>
                <a:lnTo>
                  <a:pt x="487" y="40"/>
                </a:lnTo>
                <a:lnTo>
                  <a:pt x="488" y="40"/>
                </a:lnTo>
                <a:lnTo>
                  <a:pt x="489" y="40"/>
                </a:lnTo>
                <a:lnTo>
                  <a:pt x="489" y="39"/>
                </a:lnTo>
                <a:lnTo>
                  <a:pt x="489" y="38"/>
                </a:lnTo>
                <a:lnTo>
                  <a:pt x="490" y="38"/>
                </a:lnTo>
                <a:lnTo>
                  <a:pt x="490" y="37"/>
                </a:lnTo>
                <a:lnTo>
                  <a:pt x="491" y="37"/>
                </a:lnTo>
                <a:lnTo>
                  <a:pt x="492" y="36"/>
                </a:lnTo>
                <a:lnTo>
                  <a:pt x="493" y="36"/>
                </a:lnTo>
                <a:lnTo>
                  <a:pt x="494" y="36"/>
                </a:lnTo>
                <a:lnTo>
                  <a:pt x="495" y="37"/>
                </a:lnTo>
                <a:lnTo>
                  <a:pt x="496" y="37"/>
                </a:lnTo>
                <a:lnTo>
                  <a:pt x="497" y="37"/>
                </a:lnTo>
                <a:lnTo>
                  <a:pt x="497" y="36"/>
                </a:lnTo>
                <a:lnTo>
                  <a:pt x="498" y="35"/>
                </a:lnTo>
                <a:lnTo>
                  <a:pt x="499" y="35"/>
                </a:lnTo>
                <a:lnTo>
                  <a:pt x="500" y="35"/>
                </a:lnTo>
                <a:lnTo>
                  <a:pt x="501" y="35"/>
                </a:lnTo>
                <a:lnTo>
                  <a:pt x="502" y="35"/>
                </a:lnTo>
                <a:lnTo>
                  <a:pt x="503" y="34"/>
                </a:lnTo>
                <a:lnTo>
                  <a:pt x="505" y="33"/>
                </a:lnTo>
                <a:lnTo>
                  <a:pt x="506" y="33"/>
                </a:lnTo>
                <a:lnTo>
                  <a:pt x="507" y="33"/>
                </a:lnTo>
                <a:lnTo>
                  <a:pt x="508" y="33"/>
                </a:lnTo>
                <a:lnTo>
                  <a:pt x="508" y="32"/>
                </a:lnTo>
                <a:lnTo>
                  <a:pt x="509" y="32"/>
                </a:lnTo>
                <a:lnTo>
                  <a:pt x="510" y="31"/>
                </a:lnTo>
                <a:lnTo>
                  <a:pt x="511" y="30"/>
                </a:lnTo>
                <a:lnTo>
                  <a:pt x="512" y="29"/>
                </a:lnTo>
                <a:lnTo>
                  <a:pt x="513" y="28"/>
                </a:lnTo>
                <a:lnTo>
                  <a:pt x="514" y="27"/>
                </a:lnTo>
                <a:lnTo>
                  <a:pt x="515" y="27"/>
                </a:lnTo>
                <a:lnTo>
                  <a:pt x="516" y="26"/>
                </a:lnTo>
                <a:lnTo>
                  <a:pt x="517" y="26"/>
                </a:lnTo>
                <a:lnTo>
                  <a:pt x="518" y="26"/>
                </a:lnTo>
                <a:lnTo>
                  <a:pt x="518" y="27"/>
                </a:lnTo>
                <a:lnTo>
                  <a:pt x="517" y="28"/>
                </a:lnTo>
                <a:lnTo>
                  <a:pt x="517" y="29"/>
                </a:lnTo>
                <a:lnTo>
                  <a:pt x="517" y="30"/>
                </a:lnTo>
                <a:lnTo>
                  <a:pt x="517" y="31"/>
                </a:lnTo>
                <a:lnTo>
                  <a:pt x="516" y="31"/>
                </a:lnTo>
                <a:lnTo>
                  <a:pt x="517" y="32"/>
                </a:lnTo>
                <a:lnTo>
                  <a:pt x="516" y="32"/>
                </a:lnTo>
                <a:lnTo>
                  <a:pt x="516" y="33"/>
                </a:lnTo>
                <a:lnTo>
                  <a:pt x="516" y="34"/>
                </a:lnTo>
                <a:lnTo>
                  <a:pt x="515" y="35"/>
                </a:lnTo>
                <a:lnTo>
                  <a:pt x="514" y="35"/>
                </a:lnTo>
                <a:lnTo>
                  <a:pt x="514" y="36"/>
                </a:lnTo>
                <a:lnTo>
                  <a:pt x="514" y="37"/>
                </a:lnTo>
                <a:lnTo>
                  <a:pt x="514" y="38"/>
                </a:lnTo>
                <a:lnTo>
                  <a:pt x="513" y="39"/>
                </a:lnTo>
                <a:lnTo>
                  <a:pt x="513" y="40"/>
                </a:lnTo>
                <a:lnTo>
                  <a:pt x="513" y="41"/>
                </a:lnTo>
                <a:lnTo>
                  <a:pt x="512" y="41"/>
                </a:lnTo>
                <a:lnTo>
                  <a:pt x="511" y="41"/>
                </a:lnTo>
                <a:lnTo>
                  <a:pt x="510" y="41"/>
                </a:lnTo>
                <a:lnTo>
                  <a:pt x="509" y="40"/>
                </a:lnTo>
                <a:lnTo>
                  <a:pt x="507" y="40"/>
                </a:lnTo>
                <a:lnTo>
                  <a:pt x="506" y="41"/>
                </a:lnTo>
                <a:lnTo>
                  <a:pt x="504" y="41"/>
                </a:lnTo>
                <a:lnTo>
                  <a:pt x="503" y="41"/>
                </a:lnTo>
                <a:lnTo>
                  <a:pt x="501" y="41"/>
                </a:lnTo>
                <a:lnTo>
                  <a:pt x="501" y="42"/>
                </a:lnTo>
                <a:lnTo>
                  <a:pt x="500" y="43"/>
                </a:lnTo>
                <a:lnTo>
                  <a:pt x="501" y="44"/>
                </a:lnTo>
                <a:lnTo>
                  <a:pt x="501" y="45"/>
                </a:lnTo>
                <a:lnTo>
                  <a:pt x="500" y="45"/>
                </a:lnTo>
                <a:lnTo>
                  <a:pt x="499" y="45"/>
                </a:lnTo>
                <a:lnTo>
                  <a:pt x="498" y="45"/>
                </a:lnTo>
                <a:lnTo>
                  <a:pt x="498" y="46"/>
                </a:lnTo>
                <a:lnTo>
                  <a:pt x="497" y="46"/>
                </a:lnTo>
                <a:lnTo>
                  <a:pt x="497" y="47"/>
                </a:lnTo>
                <a:lnTo>
                  <a:pt x="498" y="47"/>
                </a:lnTo>
                <a:lnTo>
                  <a:pt x="499" y="48"/>
                </a:lnTo>
                <a:lnTo>
                  <a:pt x="498" y="48"/>
                </a:lnTo>
                <a:lnTo>
                  <a:pt x="498" y="50"/>
                </a:lnTo>
                <a:lnTo>
                  <a:pt x="498" y="51"/>
                </a:lnTo>
                <a:lnTo>
                  <a:pt x="497" y="52"/>
                </a:lnTo>
                <a:lnTo>
                  <a:pt x="497" y="51"/>
                </a:lnTo>
                <a:lnTo>
                  <a:pt x="497" y="50"/>
                </a:lnTo>
                <a:lnTo>
                  <a:pt x="497" y="51"/>
                </a:lnTo>
                <a:lnTo>
                  <a:pt x="497" y="52"/>
                </a:lnTo>
                <a:lnTo>
                  <a:pt x="496" y="52"/>
                </a:lnTo>
                <a:lnTo>
                  <a:pt x="494" y="52"/>
                </a:lnTo>
                <a:lnTo>
                  <a:pt x="494" y="53"/>
                </a:lnTo>
                <a:lnTo>
                  <a:pt x="493" y="53"/>
                </a:lnTo>
                <a:lnTo>
                  <a:pt x="492" y="53"/>
                </a:lnTo>
                <a:lnTo>
                  <a:pt x="488" y="52"/>
                </a:lnTo>
                <a:lnTo>
                  <a:pt x="488" y="53"/>
                </a:lnTo>
                <a:lnTo>
                  <a:pt x="487" y="54"/>
                </a:lnTo>
                <a:lnTo>
                  <a:pt x="487" y="55"/>
                </a:lnTo>
                <a:lnTo>
                  <a:pt x="485" y="55"/>
                </a:lnTo>
                <a:lnTo>
                  <a:pt x="484" y="56"/>
                </a:lnTo>
                <a:lnTo>
                  <a:pt x="483" y="58"/>
                </a:lnTo>
                <a:lnTo>
                  <a:pt x="483" y="57"/>
                </a:lnTo>
                <a:lnTo>
                  <a:pt x="482" y="57"/>
                </a:lnTo>
                <a:lnTo>
                  <a:pt x="482" y="58"/>
                </a:lnTo>
                <a:lnTo>
                  <a:pt x="482" y="59"/>
                </a:lnTo>
                <a:lnTo>
                  <a:pt x="481" y="59"/>
                </a:lnTo>
                <a:lnTo>
                  <a:pt x="481" y="60"/>
                </a:lnTo>
                <a:lnTo>
                  <a:pt x="482" y="60"/>
                </a:lnTo>
                <a:lnTo>
                  <a:pt x="482" y="61"/>
                </a:lnTo>
                <a:lnTo>
                  <a:pt x="481" y="63"/>
                </a:lnTo>
                <a:lnTo>
                  <a:pt x="480" y="63"/>
                </a:lnTo>
                <a:lnTo>
                  <a:pt x="479" y="63"/>
                </a:lnTo>
                <a:lnTo>
                  <a:pt x="478" y="63"/>
                </a:lnTo>
                <a:lnTo>
                  <a:pt x="477" y="64"/>
                </a:lnTo>
                <a:lnTo>
                  <a:pt x="475" y="64"/>
                </a:lnTo>
                <a:lnTo>
                  <a:pt x="473" y="64"/>
                </a:lnTo>
                <a:lnTo>
                  <a:pt x="472" y="64"/>
                </a:lnTo>
                <a:lnTo>
                  <a:pt x="472" y="65"/>
                </a:lnTo>
                <a:lnTo>
                  <a:pt x="471" y="65"/>
                </a:lnTo>
                <a:lnTo>
                  <a:pt x="470" y="65"/>
                </a:lnTo>
                <a:lnTo>
                  <a:pt x="469" y="65"/>
                </a:lnTo>
                <a:lnTo>
                  <a:pt x="468" y="65"/>
                </a:lnTo>
                <a:lnTo>
                  <a:pt x="466" y="65"/>
                </a:lnTo>
                <a:lnTo>
                  <a:pt x="465" y="66"/>
                </a:lnTo>
                <a:lnTo>
                  <a:pt x="464" y="66"/>
                </a:lnTo>
                <a:lnTo>
                  <a:pt x="464" y="67"/>
                </a:lnTo>
                <a:lnTo>
                  <a:pt x="463" y="67"/>
                </a:lnTo>
                <a:lnTo>
                  <a:pt x="462" y="68"/>
                </a:lnTo>
                <a:lnTo>
                  <a:pt x="462" y="69"/>
                </a:lnTo>
                <a:lnTo>
                  <a:pt x="461" y="71"/>
                </a:lnTo>
                <a:lnTo>
                  <a:pt x="460" y="71"/>
                </a:lnTo>
                <a:lnTo>
                  <a:pt x="461" y="72"/>
                </a:lnTo>
                <a:lnTo>
                  <a:pt x="460" y="72"/>
                </a:lnTo>
                <a:lnTo>
                  <a:pt x="459" y="73"/>
                </a:lnTo>
                <a:lnTo>
                  <a:pt x="458" y="73"/>
                </a:lnTo>
                <a:lnTo>
                  <a:pt x="457" y="73"/>
                </a:lnTo>
                <a:lnTo>
                  <a:pt x="459" y="73"/>
                </a:lnTo>
                <a:lnTo>
                  <a:pt x="458" y="73"/>
                </a:lnTo>
                <a:lnTo>
                  <a:pt x="457" y="76"/>
                </a:lnTo>
                <a:lnTo>
                  <a:pt x="456" y="76"/>
                </a:lnTo>
                <a:lnTo>
                  <a:pt x="456" y="77"/>
                </a:lnTo>
                <a:lnTo>
                  <a:pt x="456" y="78"/>
                </a:lnTo>
                <a:lnTo>
                  <a:pt x="455" y="78"/>
                </a:lnTo>
                <a:lnTo>
                  <a:pt x="455" y="79"/>
                </a:lnTo>
                <a:lnTo>
                  <a:pt x="454" y="80"/>
                </a:lnTo>
                <a:lnTo>
                  <a:pt x="454" y="81"/>
                </a:lnTo>
                <a:lnTo>
                  <a:pt x="453" y="82"/>
                </a:lnTo>
                <a:lnTo>
                  <a:pt x="452" y="82"/>
                </a:lnTo>
                <a:lnTo>
                  <a:pt x="451" y="83"/>
                </a:lnTo>
                <a:lnTo>
                  <a:pt x="450" y="83"/>
                </a:lnTo>
                <a:lnTo>
                  <a:pt x="450" y="84"/>
                </a:lnTo>
                <a:lnTo>
                  <a:pt x="450" y="85"/>
                </a:lnTo>
                <a:lnTo>
                  <a:pt x="450" y="86"/>
                </a:lnTo>
                <a:lnTo>
                  <a:pt x="451" y="87"/>
                </a:lnTo>
                <a:lnTo>
                  <a:pt x="451" y="88"/>
                </a:lnTo>
                <a:lnTo>
                  <a:pt x="451" y="89"/>
                </a:lnTo>
                <a:lnTo>
                  <a:pt x="450" y="90"/>
                </a:lnTo>
                <a:lnTo>
                  <a:pt x="449" y="90"/>
                </a:lnTo>
                <a:lnTo>
                  <a:pt x="448" y="90"/>
                </a:lnTo>
                <a:lnTo>
                  <a:pt x="448" y="91"/>
                </a:lnTo>
                <a:lnTo>
                  <a:pt x="447" y="91"/>
                </a:lnTo>
                <a:lnTo>
                  <a:pt x="446" y="92"/>
                </a:lnTo>
                <a:lnTo>
                  <a:pt x="445" y="92"/>
                </a:lnTo>
                <a:lnTo>
                  <a:pt x="444" y="92"/>
                </a:lnTo>
                <a:lnTo>
                  <a:pt x="444" y="93"/>
                </a:lnTo>
                <a:lnTo>
                  <a:pt x="443" y="93"/>
                </a:lnTo>
                <a:lnTo>
                  <a:pt x="443" y="94"/>
                </a:lnTo>
                <a:lnTo>
                  <a:pt x="442" y="95"/>
                </a:lnTo>
                <a:lnTo>
                  <a:pt x="441" y="96"/>
                </a:lnTo>
                <a:lnTo>
                  <a:pt x="440" y="96"/>
                </a:lnTo>
                <a:lnTo>
                  <a:pt x="439" y="97"/>
                </a:lnTo>
                <a:lnTo>
                  <a:pt x="438" y="97"/>
                </a:lnTo>
                <a:lnTo>
                  <a:pt x="437" y="97"/>
                </a:lnTo>
                <a:lnTo>
                  <a:pt x="436" y="97"/>
                </a:lnTo>
                <a:lnTo>
                  <a:pt x="435" y="97"/>
                </a:lnTo>
                <a:lnTo>
                  <a:pt x="434" y="96"/>
                </a:lnTo>
                <a:lnTo>
                  <a:pt x="433" y="96"/>
                </a:lnTo>
                <a:lnTo>
                  <a:pt x="432" y="96"/>
                </a:lnTo>
                <a:lnTo>
                  <a:pt x="431" y="96"/>
                </a:lnTo>
                <a:lnTo>
                  <a:pt x="431" y="97"/>
                </a:lnTo>
                <a:lnTo>
                  <a:pt x="430" y="97"/>
                </a:lnTo>
                <a:lnTo>
                  <a:pt x="430" y="98"/>
                </a:lnTo>
                <a:lnTo>
                  <a:pt x="430" y="99"/>
                </a:lnTo>
                <a:lnTo>
                  <a:pt x="429" y="99"/>
                </a:lnTo>
                <a:lnTo>
                  <a:pt x="429" y="98"/>
                </a:lnTo>
                <a:lnTo>
                  <a:pt x="428" y="98"/>
                </a:lnTo>
                <a:lnTo>
                  <a:pt x="427" y="98"/>
                </a:lnTo>
                <a:lnTo>
                  <a:pt x="427" y="97"/>
                </a:lnTo>
                <a:lnTo>
                  <a:pt x="426" y="98"/>
                </a:lnTo>
                <a:lnTo>
                  <a:pt x="427" y="99"/>
                </a:lnTo>
                <a:lnTo>
                  <a:pt x="427" y="100"/>
                </a:lnTo>
                <a:lnTo>
                  <a:pt x="426" y="100"/>
                </a:lnTo>
                <a:lnTo>
                  <a:pt x="426" y="101"/>
                </a:lnTo>
                <a:lnTo>
                  <a:pt x="425" y="101"/>
                </a:lnTo>
                <a:lnTo>
                  <a:pt x="422" y="101"/>
                </a:lnTo>
                <a:lnTo>
                  <a:pt x="422" y="102"/>
                </a:lnTo>
                <a:lnTo>
                  <a:pt x="421" y="102"/>
                </a:lnTo>
                <a:lnTo>
                  <a:pt x="420" y="102"/>
                </a:lnTo>
                <a:lnTo>
                  <a:pt x="420" y="103"/>
                </a:lnTo>
                <a:lnTo>
                  <a:pt x="420" y="104"/>
                </a:lnTo>
                <a:lnTo>
                  <a:pt x="420" y="105"/>
                </a:lnTo>
                <a:lnTo>
                  <a:pt x="421" y="105"/>
                </a:lnTo>
                <a:lnTo>
                  <a:pt x="421" y="106"/>
                </a:lnTo>
                <a:lnTo>
                  <a:pt x="421" y="107"/>
                </a:lnTo>
                <a:lnTo>
                  <a:pt x="420" y="107"/>
                </a:lnTo>
                <a:lnTo>
                  <a:pt x="420" y="106"/>
                </a:lnTo>
                <a:lnTo>
                  <a:pt x="419" y="107"/>
                </a:lnTo>
                <a:lnTo>
                  <a:pt x="418" y="108"/>
                </a:lnTo>
                <a:lnTo>
                  <a:pt x="417" y="109"/>
                </a:lnTo>
                <a:lnTo>
                  <a:pt x="417" y="110"/>
                </a:lnTo>
                <a:lnTo>
                  <a:pt x="417" y="111"/>
                </a:lnTo>
                <a:lnTo>
                  <a:pt x="416" y="111"/>
                </a:lnTo>
                <a:lnTo>
                  <a:pt x="416" y="110"/>
                </a:lnTo>
                <a:lnTo>
                  <a:pt x="416" y="111"/>
                </a:lnTo>
                <a:lnTo>
                  <a:pt x="416" y="112"/>
                </a:lnTo>
                <a:lnTo>
                  <a:pt x="415" y="112"/>
                </a:lnTo>
                <a:lnTo>
                  <a:pt x="414" y="114"/>
                </a:lnTo>
                <a:lnTo>
                  <a:pt x="413" y="114"/>
                </a:lnTo>
                <a:lnTo>
                  <a:pt x="412" y="114"/>
                </a:lnTo>
                <a:lnTo>
                  <a:pt x="412" y="115"/>
                </a:lnTo>
                <a:lnTo>
                  <a:pt x="412" y="117"/>
                </a:lnTo>
                <a:lnTo>
                  <a:pt x="413" y="117"/>
                </a:lnTo>
                <a:lnTo>
                  <a:pt x="413" y="120"/>
                </a:lnTo>
                <a:lnTo>
                  <a:pt x="412" y="120"/>
                </a:lnTo>
                <a:lnTo>
                  <a:pt x="410" y="120"/>
                </a:lnTo>
                <a:lnTo>
                  <a:pt x="409" y="120"/>
                </a:lnTo>
                <a:lnTo>
                  <a:pt x="408" y="120"/>
                </a:lnTo>
                <a:lnTo>
                  <a:pt x="407" y="121"/>
                </a:lnTo>
                <a:lnTo>
                  <a:pt x="406" y="121"/>
                </a:lnTo>
                <a:lnTo>
                  <a:pt x="406" y="122"/>
                </a:lnTo>
                <a:lnTo>
                  <a:pt x="405" y="122"/>
                </a:lnTo>
                <a:lnTo>
                  <a:pt x="405" y="123"/>
                </a:lnTo>
                <a:lnTo>
                  <a:pt x="405" y="124"/>
                </a:lnTo>
                <a:lnTo>
                  <a:pt x="406" y="125"/>
                </a:lnTo>
                <a:lnTo>
                  <a:pt x="407" y="126"/>
                </a:lnTo>
                <a:lnTo>
                  <a:pt x="407" y="127"/>
                </a:lnTo>
                <a:lnTo>
                  <a:pt x="408" y="128"/>
                </a:lnTo>
                <a:lnTo>
                  <a:pt x="408" y="129"/>
                </a:lnTo>
                <a:lnTo>
                  <a:pt x="408" y="130"/>
                </a:lnTo>
                <a:lnTo>
                  <a:pt x="408" y="131"/>
                </a:lnTo>
                <a:lnTo>
                  <a:pt x="407" y="131"/>
                </a:lnTo>
                <a:lnTo>
                  <a:pt x="406" y="131"/>
                </a:lnTo>
                <a:lnTo>
                  <a:pt x="405" y="131"/>
                </a:lnTo>
                <a:lnTo>
                  <a:pt x="404" y="132"/>
                </a:lnTo>
                <a:lnTo>
                  <a:pt x="403" y="132"/>
                </a:lnTo>
                <a:lnTo>
                  <a:pt x="402" y="132"/>
                </a:lnTo>
                <a:lnTo>
                  <a:pt x="402" y="133"/>
                </a:lnTo>
                <a:lnTo>
                  <a:pt x="402" y="134"/>
                </a:lnTo>
                <a:lnTo>
                  <a:pt x="402" y="135"/>
                </a:lnTo>
                <a:lnTo>
                  <a:pt x="403" y="135"/>
                </a:lnTo>
                <a:lnTo>
                  <a:pt x="404" y="135"/>
                </a:lnTo>
                <a:lnTo>
                  <a:pt x="405" y="135"/>
                </a:lnTo>
                <a:lnTo>
                  <a:pt x="405" y="136"/>
                </a:lnTo>
                <a:lnTo>
                  <a:pt x="406" y="136"/>
                </a:lnTo>
                <a:lnTo>
                  <a:pt x="406" y="137"/>
                </a:lnTo>
                <a:lnTo>
                  <a:pt x="405" y="137"/>
                </a:lnTo>
                <a:lnTo>
                  <a:pt x="404" y="138"/>
                </a:lnTo>
                <a:lnTo>
                  <a:pt x="403" y="138"/>
                </a:lnTo>
                <a:lnTo>
                  <a:pt x="402" y="139"/>
                </a:lnTo>
                <a:lnTo>
                  <a:pt x="403" y="139"/>
                </a:lnTo>
                <a:lnTo>
                  <a:pt x="405" y="139"/>
                </a:lnTo>
                <a:lnTo>
                  <a:pt x="406" y="140"/>
                </a:lnTo>
                <a:lnTo>
                  <a:pt x="406" y="139"/>
                </a:lnTo>
                <a:lnTo>
                  <a:pt x="407" y="137"/>
                </a:lnTo>
                <a:lnTo>
                  <a:pt x="408" y="137"/>
                </a:lnTo>
                <a:lnTo>
                  <a:pt x="408" y="138"/>
                </a:lnTo>
                <a:lnTo>
                  <a:pt x="408" y="139"/>
                </a:lnTo>
                <a:lnTo>
                  <a:pt x="408" y="140"/>
                </a:lnTo>
                <a:lnTo>
                  <a:pt x="410" y="141"/>
                </a:lnTo>
                <a:lnTo>
                  <a:pt x="410" y="142"/>
                </a:lnTo>
                <a:lnTo>
                  <a:pt x="411" y="143"/>
                </a:lnTo>
                <a:lnTo>
                  <a:pt x="412" y="143"/>
                </a:lnTo>
                <a:lnTo>
                  <a:pt x="413" y="142"/>
                </a:lnTo>
                <a:lnTo>
                  <a:pt x="414" y="141"/>
                </a:lnTo>
                <a:lnTo>
                  <a:pt x="415" y="140"/>
                </a:lnTo>
                <a:lnTo>
                  <a:pt x="416" y="140"/>
                </a:lnTo>
                <a:lnTo>
                  <a:pt x="417" y="141"/>
                </a:lnTo>
                <a:lnTo>
                  <a:pt x="418" y="141"/>
                </a:lnTo>
                <a:lnTo>
                  <a:pt x="418" y="140"/>
                </a:lnTo>
                <a:lnTo>
                  <a:pt x="419" y="141"/>
                </a:lnTo>
                <a:lnTo>
                  <a:pt x="420" y="141"/>
                </a:lnTo>
                <a:lnTo>
                  <a:pt x="420" y="142"/>
                </a:lnTo>
                <a:lnTo>
                  <a:pt x="421" y="143"/>
                </a:lnTo>
                <a:lnTo>
                  <a:pt x="422" y="143"/>
                </a:lnTo>
                <a:lnTo>
                  <a:pt x="422" y="142"/>
                </a:lnTo>
                <a:lnTo>
                  <a:pt x="423" y="142"/>
                </a:lnTo>
                <a:lnTo>
                  <a:pt x="424" y="141"/>
                </a:lnTo>
                <a:lnTo>
                  <a:pt x="424" y="140"/>
                </a:lnTo>
                <a:lnTo>
                  <a:pt x="427" y="140"/>
                </a:lnTo>
                <a:lnTo>
                  <a:pt x="428" y="140"/>
                </a:lnTo>
                <a:lnTo>
                  <a:pt x="429" y="140"/>
                </a:lnTo>
                <a:lnTo>
                  <a:pt x="429" y="139"/>
                </a:lnTo>
                <a:lnTo>
                  <a:pt x="430" y="139"/>
                </a:lnTo>
                <a:lnTo>
                  <a:pt x="431" y="140"/>
                </a:lnTo>
                <a:lnTo>
                  <a:pt x="430" y="141"/>
                </a:lnTo>
                <a:lnTo>
                  <a:pt x="431" y="142"/>
                </a:lnTo>
                <a:lnTo>
                  <a:pt x="432" y="143"/>
                </a:lnTo>
                <a:lnTo>
                  <a:pt x="433" y="143"/>
                </a:lnTo>
                <a:lnTo>
                  <a:pt x="433" y="144"/>
                </a:lnTo>
                <a:lnTo>
                  <a:pt x="434" y="144"/>
                </a:lnTo>
                <a:lnTo>
                  <a:pt x="436" y="144"/>
                </a:lnTo>
                <a:lnTo>
                  <a:pt x="436" y="145"/>
                </a:lnTo>
                <a:lnTo>
                  <a:pt x="437" y="145"/>
                </a:lnTo>
                <a:lnTo>
                  <a:pt x="437" y="144"/>
                </a:lnTo>
                <a:lnTo>
                  <a:pt x="438" y="144"/>
                </a:lnTo>
                <a:lnTo>
                  <a:pt x="439" y="144"/>
                </a:lnTo>
                <a:lnTo>
                  <a:pt x="439" y="145"/>
                </a:lnTo>
                <a:lnTo>
                  <a:pt x="439" y="146"/>
                </a:lnTo>
                <a:lnTo>
                  <a:pt x="438" y="146"/>
                </a:lnTo>
                <a:lnTo>
                  <a:pt x="438" y="145"/>
                </a:lnTo>
                <a:lnTo>
                  <a:pt x="437" y="147"/>
                </a:lnTo>
                <a:lnTo>
                  <a:pt x="436" y="147"/>
                </a:lnTo>
                <a:lnTo>
                  <a:pt x="436" y="148"/>
                </a:lnTo>
                <a:lnTo>
                  <a:pt x="437" y="149"/>
                </a:lnTo>
                <a:lnTo>
                  <a:pt x="438" y="149"/>
                </a:lnTo>
                <a:lnTo>
                  <a:pt x="438" y="150"/>
                </a:lnTo>
                <a:lnTo>
                  <a:pt x="438" y="149"/>
                </a:lnTo>
                <a:lnTo>
                  <a:pt x="439" y="148"/>
                </a:lnTo>
                <a:lnTo>
                  <a:pt x="440" y="148"/>
                </a:lnTo>
                <a:lnTo>
                  <a:pt x="442" y="149"/>
                </a:lnTo>
                <a:lnTo>
                  <a:pt x="442" y="150"/>
                </a:lnTo>
                <a:lnTo>
                  <a:pt x="441" y="151"/>
                </a:lnTo>
                <a:lnTo>
                  <a:pt x="440" y="151"/>
                </a:lnTo>
                <a:lnTo>
                  <a:pt x="440" y="152"/>
                </a:lnTo>
                <a:lnTo>
                  <a:pt x="440" y="153"/>
                </a:lnTo>
                <a:lnTo>
                  <a:pt x="441" y="154"/>
                </a:lnTo>
                <a:lnTo>
                  <a:pt x="441" y="155"/>
                </a:lnTo>
                <a:lnTo>
                  <a:pt x="441" y="156"/>
                </a:lnTo>
                <a:lnTo>
                  <a:pt x="442" y="156"/>
                </a:lnTo>
                <a:lnTo>
                  <a:pt x="443" y="155"/>
                </a:lnTo>
                <a:lnTo>
                  <a:pt x="443" y="154"/>
                </a:lnTo>
                <a:lnTo>
                  <a:pt x="444" y="155"/>
                </a:lnTo>
                <a:lnTo>
                  <a:pt x="444" y="156"/>
                </a:lnTo>
                <a:lnTo>
                  <a:pt x="445" y="156"/>
                </a:lnTo>
                <a:lnTo>
                  <a:pt x="445" y="155"/>
                </a:lnTo>
                <a:lnTo>
                  <a:pt x="445" y="154"/>
                </a:lnTo>
                <a:lnTo>
                  <a:pt x="446" y="154"/>
                </a:lnTo>
                <a:lnTo>
                  <a:pt x="447" y="154"/>
                </a:lnTo>
                <a:lnTo>
                  <a:pt x="448" y="154"/>
                </a:lnTo>
                <a:lnTo>
                  <a:pt x="448" y="155"/>
                </a:lnTo>
                <a:lnTo>
                  <a:pt x="449" y="155"/>
                </a:lnTo>
                <a:lnTo>
                  <a:pt x="450" y="156"/>
                </a:lnTo>
                <a:lnTo>
                  <a:pt x="451" y="156"/>
                </a:lnTo>
                <a:lnTo>
                  <a:pt x="452" y="157"/>
                </a:lnTo>
                <a:lnTo>
                  <a:pt x="453" y="157"/>
                </a:lnTo>
                <a:lnTo>
                  <a:pt x="455" y="157"/>
                </a:lnTo>
                <a:lnTo>
                  <a:pt x="455" y="158"/>
                </a:lnTo>
                <a:lnTo>
                  <a:pt x="456" y="158"/>
                </a:lnTo>
                <a:lnTo>
                  <a:pt x="456" y="159"/>
                </a:lnTo>
                <a:lnTo>
                  <a:pt x="457" y="159"/>
                </a:lnTo>
                <a:lnTo>
                  <a:pt x="457" y="160"/>
                </a:lnTo>
                <a:lnTo>
                  <a:pt x="458" y="160"/>
                </a:lnTo>
                <a:lnTo>
                  <a:pt x="457" y="160"/>
                </a:lnTo>
                <a:lnTo>
                  <a:pt x="457" y="161"/>
                </a:lnTo>
                <a:lnTo>
                  <a:pt x="458" y="162"/>
                </a:lnTo>
                <a:lnTo>
                  <a:pt x="458" y="163"/>
                </a:lnTo>
                <a:lnTo>
                  <a:pt x="459" y="165"/>
                </a:lnTo>
                <a:lnTo>
                  <a:pt x="459" y="166"/>
                </a:lnTo>
                <a:lnTo>
                  <a:pt x="459" y="167"/>
                </a:lnTo>
                <a:lnTo>
                  <a:pt x="458" y="167"/>
                </a:lnTo>
                <a:lnTo>
                  <a:pt x="457" y="167"/>
                </a:lnTo>
                <a:lnTo>
                  <a:pt x="457" y="168"/>
                </a:lnTo>
                <a:lnTo>
                  <a:pt x="458" y="168"/>
                </a:lnTo>
                <a:lnTo>
                  <a:pt x="459" y="168"/>
                </a:lnTo>
                <a:lnTo>
                  <a:pt x="459" y="169"/>
                </a:lnTo>
                <a:lnTo>
                  <a:pt x="459" y="171"/>
                </a:lnTo>
                <a:lnTo>
                  <a:pt x="459" y="173"/>
                </a:lnTo>
                <a:lnTo>
                  <a:pt x="459" y="174"/>
                </a:lnTo>
                <a:lnTo>
                  <a:pt x="460" y="175"/>
                </a:lnTo>
                <a:lnTo>
                  <a:pt x="460" y="174"/>
                </a:lnTo>
                <a:lnTo>
                  <a:pt x="460" y="175"/>
                </a:lnTo>
                <a:lnTo>
                  <a:pt x="460" y="176"/>
                </a:lnTo>
                <a:lnTo>
                  <a:pt x="460" y="177"/>
                </a:lnTo>
                <a:lnTo>
                  <a:pt x="461" y="177"/>
                </a:lnTo>
                <a:lnTo>
                  <a:pt x="462" y="177"/>
                </a:lnTo>
                <a:lnTo>
                  <a:pt x="462" y="178"/>
                </a:lnTo>
                <a:lnTo>
                  <a:pt x="462" y="179"/>
                </a:lnTo>
                <a:lnTo>
                  <a:pt x="463" y="179"/>
                </a:lnTo>
                <a:lnTo>
                  <a:pt x="463" y="180"/>
                </a:lnTo>
                <a:lnTo>
                  <a:pt x="464" y="180"/>
                </a:lnTo>
                <a:lnTo>
                  <a:pt x="464" y="181"/>
                </a:lnTo>
                <a:lnTo>
                  <a:pt x="465" y="182"/>
                </a:lnTo>
                <a:lnTo>
                  <a:pt x="466" y="183"/>
                </a:lnTo>
                <a:lnTo>
                  <a:pt x="467" y="183"/>
                </a:lnTo>
                <a:lnTo>
                  <a:pt x="468" y="183"/>
                </a:lnTo>
                <a:lnTo>
                  <a:pt x="469" y="183"/>
                </a:lnTo>
                <a:lnTo>
                  <a:pt x="470" y="183"/>
                </a:lnTo>
                <a:lnTo>
                  <a:pt x="472" y="183"/>
                </a:lnTo>
                <a:lnTo>
                  <a:pt x="473" y="183"/>
                </a:lnTo>
                <a:lnTo>
                  <a:pt x="474" y="183"/>
                </a:lnTo>
                <a:lnTo>
                  <a:pt x="475" y="183"/>
                </a:lnTo>
                <a:lnTo>
                  <a:pt x="476" y="183"/>
                </a:lnTo>
                <a:lnTo>
                  <a:pt x="476" y="184"/>
                </a:lnTo>
                <a:lnTo>
                  <a:pt x="477" y="184"/>
                </a:lnTo>
                <a:lnTo>
                  <a:pt x="478" y="184"/>
                </a:lnTo>
                <a:lnTo>
                  <a:pt x="478" y="185"/>
                </a:lnTo>
                <a:lnTo>
                  <a:pt x="479" y="185"/>
                </a:lnTo>
                <a:lnTo>
                  <a:pt x="480" y="185"/>
                </a:lnTo>
                <a:lnTo>
                  <a:pt x="481" y="185"/>
                </a:lnTo>
                <a:lnTo>
                  <a:pt x="481" y="184"/>
                </a:lnTo>
                <a:lnTo>
                  <a:pt x="482" y="184"/>
                </a:lnTo>
                <a:lnTo>
                  <a:pt x="482" y="183"/>
                </a:lnTo>
                <a:lnTo>
                  <a:pt x="481" y="183"/>
                </a:lnTo>
                <a:lnTo>
                  <a:pt x="481" y="182"/>
                </a:lnTo>
                <a:lnTo>
                  <a:pt x="482" y="181"/>
                </a:lnTo>
                <a:lnTo>
                  <a:pt x="483" y="181"/>
                </a:lnTo>
                <a:lnTo>
                  <a:pt x="484" y="182"/>
                </a:lnTo>
                <a:lnTo>
                  <a:pt x="485" y="182"/>
                </a:lnTo>
                <a:lnTo>
                  <a:pt x="486" y="182"/>
                </a:lnTo>
                <a:lnTo>
                  <a:pt x="487" y="182"/>
                </a:lnTo>
                <a:lnTo>
                  <a:pt x="488" y="182"/>
                </a:lnTo>
                <a:lnTo>
                  <a:pt x="489" y="182"/>
                </a:lnTo>
                <a:lnTo>
                  <a:pt x="489" y="183"/>
                </a:lnTo>
                <a:lnTo>
                  <a:pt x="490" y="183"/>
                </a:lnTo>
                <a:lnTo>
                  <a:pt x="491" y="183"/>
                </a:lnTo>
                <a:lnTo>
                  <a:pt x="491" y="184"/>
                </a:lnTo>
                <a:lnTo>
                  <a:pt x="492" y="184"/>
                </a:lnTo>
                <a:lnTo>
                  <a:pt x="493" y="185"/>
                </a:lnTo>
                <a:lnTo>
                  <a:pt x="494" y="185"/>
                </a:lnTo>
                <a:lnTo>
                  <a:pt x="495" y="184"/>
                </a:lnTo>
                <a:lnTo>
                  <a:pt x="498" y="184"/>
                </a:lnTo>
                <a:lnTo>
                  <a:pt x="499" y="184"/>
                </a:lnTo>
                <a:lnTo>
                  <a:pt x="502" y="183"/>
                </a:lnTo>
                <a:lnTo>
                  <a:pt x="503" y="183"/>
                </a:lnTo>
                <a:lnTo>
                  <a:pt x="504" y="183"/>
                </a:lnTo>
                <a:lnTo>
                  <a:pt x="505" y="183"/>
                </a:lnTo>
                <a:lnTo>
                  <a:pt x="506" y="183"/>
                </a:lnTo>
                <a:lnTo>
                  <a:pt x="507" y="183"/>
                </a:lnTo>
                <a:lnTo>
                  <a:pt x="507" y="182"/>
                </a:lnTo>
                <a:lnTo>
                  <a:pt x="508" y="181"/>
                </a:lnTo>
                <a:lnTo>
                  <a:pt x="508" y="180"/>
                </a:lnTo>
                <a:lnTo>
                  <a:pt x="508" y="179"/>
                </a:lnTo>
                <a:lnTo>
                  <a:pt x="509" y="179"/>
                </a:lnTo>
                <a:lnTo>
                  <a:pt x="510" y="179"/>
                </a:lnTo>
                <a:lnTo>
                  <a:pt x="510" y="180"/>
                </a:lnTo>
                <a:lnTo>
                  <a:pt x="513" y="181"/>
                </a:lnTo>
                <a:lnTo>
                  <a:pt x="514" y="181"/>
                </a:lnTo>
                <a:lnTo>
                  <a:pt x="515" y="181"/>
                </a:lnTo>
                <a:lnTo>
                  <a:pt x="516" y="181"/>
                </a:lnTo>
                <a:lnTo>
                  <a:pt x="518" y="181"/>
                </a:lnTo>
                <a:lnTo>
                  <a:pt x="519" y="182"/>
                </a:lnTo>
                <a:lnTo>
                  <a:pt x="520" y="183"/>
                </a:lnTo>
                <a:lnTo>
                  <a:pt x="521" y="183"/>
                </a:lnTo>
                <a:lnTo>
                  <a:pt x="521" y="184"/>
                </a:lnTo>
                <a:lnTo>
                  <a:pt x="522" y="185"/>
                </a:lnTo>
                <a:lnTo>
                  <a:pt x="523" y="185"/>
                </a:lnTo>
                <a:lnTo>
                  <a:pt x="524" y="184"/>
                </a:lnTo>
                <a:lnTo>
                  <a:pt x="525" y="184"/>
                </a:lnTo>
                <a:lnTo>
                  <a:pt x="526" y="184"/>
                </a:lnTo>
                <a:lnTo>
                  <a:pt x="527" y="184"/>
                </a:lnTo>
                <a:lnTo>
                  <a:pt x="527" y="185"/>
                </a:lnTo>
                <a:lnTo>
                  <a:pt x="527" y="186"/>
                </a:lnTo>
                <a:lnTo>
                  <a:pt x="526" y="187"/>
                </a:lnTo>
                <a:lnTo>
                  <a:pt x="526" y="188"/>
                </a:lnTo>
                <a:lnTo>
                  <a:pt x="528" y="189"/>
                </a:lnTo>
                <a:lnTo>
                  <a:pt x="528" y="190"/>
                </a:lnTo>
                <a:lnTo>
                  <a:pt x="527" y="190"/>
                </a:lnTo>
                <a:lnTo>
                  <a:pt x="526" y="191"/>
                </a:lnTo>
                <a:lnTo>
                  <a:pt x="525" y="192"/>
                </a:lnTo>
                <a:lnTo>
                  <a:pt x="525" y="193"/>
                </a:lnTo>
                <a:lnTo>
                  <a:pt x="525" y="194"/>
                </a:lnTo>
                <a:lnTo>
                  <a:pt x="524" y="194"/>
                </a:lnTo>
                <a:lnTo>
                  <a:pt x="524" y="195"/>
                </a:lnTo>
                <a:lnTo>
                  <a:pt x="523" y="195"/>
                </a:lnTo>
                <a:lnTo>
                  <a:pt x="523" y="196"/>
                </a:lnTo>
                <a:lnTo>
                  <a:pt x="524" y="196"/>
                </a:lnTo>
                <a:lnTo>
                  <a:pt x="524" y="197"/>
                </a:lnTo>
                <a:lnTo>
                  <a:pt x="525" y="197"/>
                </a:lnTo>
                <a:lnTo>
                  <a:pt x="526" y="198"/>
                </a:lnTo>
                <a:lnTo>
                  <a:pt x="525" y="198"/>
                </a:lnTo>
                <a:lnTo>
                  <a:pt x="525" y="199"/>
                </a:lnTo>
                <a:lnTo>
                  <a:pt x="526" y="199"/>
                </a:lnTo>
                <a:lnTo>
                  <a:pt x="527" y="199"/>
                </a:lnTo>
                <a:lnTo>
                  <a:pt x="527" y="200"/>
                </a:lnTo>
                <a:lnTo>
                  <a:pt x="528" y="200"/>
                </a:lnTo>
                <a:lnTo>
                  <a:pt x="528" y="201"/>
                </a:lnTo>
                <a:lnTo>
                  <a:pt x="527" y="202"/>
                </a:lnTo>
                <a:lnTo>
                  <a:pt x="527" y="203"/>
                </a:lnTo>
                <a:lnTo>
                  <a:pt x="528" y="203"/>
                </a:lnTo>
                <a:lnTo>
                  <a:pt x="530" y="204"/>
                </a:lnTo>
                <a:lnTo>
                  <a:pt x="531" y="204"/>
                </a:lnTo>
                <a:lnTo>
                  <a:pt x="531" y="203"/>
                </a:lnTo>
                <a:lnTo>
                  <a:pt x="532" y="203"/>
                </a:lnTo>
                <a:lnTo>
                  <a:pt x="533" y="204"/>
                </a:lnTo>
                <a:lnTo>
                  <a:pt x="533" y="205"/>
                </a:lnTo>
                <a:lnTo>
                  <a:pt x="534" y="205"/>
                </a:lnTo>
                <a:lnTo>
                  <a:pt x="535" y="205"/>
                </a:lnTo>
                <a:lnTo>
                  <a:pt x="536" y="206"/>
                </a:lnTo>
                <a:lnTo>
                  <a:pt x="536" y="207"/>
                </a:lnTo>
                <a:lnTo>
                  <a:pt x="537" y="208"/>
                </a:lnTo>
                <a:lnTo>
                  <a:pt x="537" y="207"/>
                </a:lnTo>
                <a:lnTo>
                  <a:pt x="538" y="208"/>
                </a:lnTo>
                <a:lnTo>
                  <a:pt x="539" y="209"/>
                </a:lnTo>
                <a:lnTo>
                  <a:pt x="540" y="209"/>
                </a:lnTo>
                <a:lnTo>
                  <a:pt x="541" y="209"/>
                </a:lnTo>
                <a:lnTo>
                  <a:pt x="542" y="210"/>
                </a:lnTo>
                <a:lnTo>
                  <a:pt x="543" y="211"/>
                </a:lnTo>
                <a:lnTo>
                  <a:pt x="543" y="212"/>
                </a:lnTo>
                <a:lnTo>
                  <a:pt x="542" y="212"/>
                </a:lnTo>
                <a:lnTo>
                  <a:pt x="542" y="213"/>
                </a:lnTo>
                <a:lnTo>
                  <a:pt x="541" y="213"/>
                </a:lnTo>
                <a:lnTo>
                  <a:pt x="542" y="214"/>
                </a:lnTo>
                <a:lnTo>
                  <a:pt x="542" y="215"/>
                </a:lnTo>
                <a:lnTo>
                  <a:pt x="543" y="214"/>
                </a:lnTo>
                <a:lnTo>
                  <a:pt x="544" y="214"/>
                </a:lnTo>
                <a:lnTo>
                  <a:pt x="545" y="214"/>
                </a:lnTo>
                <a:lnTo>
                  <a:pt x="546" y="214"/>
                </a:lnTo>
                <a:lnTo>
                  <a:pt x="546" y="215"/>
                </a:lnTo>
                <a:lnTo>
                  <a:pt x="547" y="215"/>
                </a:lnTo>
                <a:lnTo>
                  <a:pt x="548" y="214"/>
                </a:lnTo>
                <a:lnTo>
                  <a:pt x="548" y="213"/>
                </a:lnTo>
                <a:lnTo>
                  <a:pt x="549" y="213"/>
                </a:lnTo>
                <a:lnTo>
                  <a:pt x="549" y="212"/>
                </a:lnTo>
                <a:lnTo>
                  <a:pt x="550" y="213"/>
                </a:lnTo>
                <a:lnTo>
                  <a:pt x="549" y="213"/>
                </a:lnTo>
                <a:lnTo>
                  <a:pt x="550" y="214"/>
                </a:lnTo>
                <a:lnTo>
                  <a:pt x="551" y="214"/>
                </a:lnTo>
                <a:lnTo>
                  <a:pt x="552" y="214"/>
                </a:lnTo>
                <a:lnTo>
                  <a:pt x="554" y="212"/>
                </a:lnTo>
                <a:lnTo>
                  <a:pt x="555" y="212"/>
                </a:lnTo>
                <a:lnTo>
                  <a:pt x="556" y="212"/>
                </a:lnTo>
                <a:lnTo>
                  <a:pt x="557" y="212"/>
                </a:lnTo>
                <a:lnTo>
                  <a:pt x="558" y="212"/>
                </a:lnTo>
                <a:lnTo>
                  <a:pt x="559" y="212"/>
                </a:lnTo>
                <a:lnTo>
                  <a:pt x="560" y="213"/>
                </a:lnTo>
                <a:lnTo>
                  <a:pt x="562" y="214"/>
                </a:lnTo>
                <a:lnTo>
                  <a:pt x="561" y="214"/>
                </a:lnTo>
                <a:lnTo>
                  <a:pt x="561" y="215"/>
                </a:lnTo>
                <a:lnTo>
                  <a:pt x="560" y="216"/>
                </a:lnTo>
                <a:lnTo>
                  <a:pt x="559" y="217"/>
                </a:lnTo>
                <a:lnTo>
                  <a:pt x="558" y="217"/>
                </a:lnTo>
                <a:lnTo>
                  <a:pt x="558" y="218"/>
                </a:lnTo>
                <a:lnTo>
                  <a:pt x="558" y="219"/>
                </a:lnTo>
                <a:lnTo>
                  <a:pt x="558" y="220"/>
                </a:lnTo>
                <a:lnTo>
                  <a:pt x="558" y="221"/>
                </a:lnTo>
                <a:lnTo>
                  <a:pt x="558" y="222"/>
                </a:lnTo>
                <a:lnTo>
                  <a:pt x="559" y="223"/>
                </a:lnTo>
                <a:lnTo>
                  <a:pt x="559" y="224"/>
                </a:lnTo>
                <a:lnTo>
                  <a:pt x="560" y="224"/>
                </a:lnTo>
                <a:lnTo>
                  <a:pt x="560" y="225"/>
                </a:lnTo>
                <a:lnTo>
                  <a:pt x="559" y="225"/>
                </a:lnTo>
                <a:lnTo>
                  <a:pt x="558" y="226"/>
                </a:lnTo>
                <a:lnTo>
                  <a:pt x="557" y="227"/>
                </a:lnTo>
                <a:lnTo>
                  <a:pt x="557" y="230"/>
                </a:lnTo>
                <a:lnTo>
                  <a:pt x="558" y="231"/>
                </a:lnTo>
                <a:lnTo>
                  <a:pt x="557" y="232"/>
                </a:lnTo>
                <a:lnTo>
                  <a:pt x="558" y="232"/>
                </a:lnTo>
                <a:lnTo>
                  <a:pt x="559" y="232"/>
                </a:lnTo>
                <a:lnTo>
                  <a:pt x="560" y="233"/>
                </a:lnTo>
                <a:lnTo>
                  <a:pt x="560" y="234"/>
                </a:lnTo>
                <a:lnTo>
                  <a:pt x="560" y="235"/>
                </a:lnTo>
                <a:lnTo>
                  <a:pt x="561" y="235"/>
                </a:lnTo>
                <a:lnTo>
                  <a:pt x="561" y="236"/>
                </a:lnTo>
                <a:lnTo>
                  <a:pt x="562" y="237"/>
                </a:lnTo>
                <a:lnTo>
                  <a:pt x="563" y="238"/>
                </a:lnTo>
                <a:lnTo>
                  <a:pt x="563" y="239"/>
                </a:lnTo>
                <a:lnTo>
                  <a:pt x="563" y="240"/>
                </a:lnTo>
                <a:lnTo>
                  <a:pt x="563" y="241"/>
                </a:lnTo>
                <a:lnTo>
                  <a:pt x="564" y="241"/>
                </a:lnTo>
                <a:lnTo>
                  <a:pt x="564" y="242"/>
                </a:lnTo>
                <a:lnTo>
                  <a:pt x="565" y="243"/>
                </a:lnTo>
                <a:lnTo>
                  <a:pt x="565" y="244"/>
                </a:lnTo>
                <a:lnTo>
                  <a:pt x="566" y="244"/>
                </a:lnTo>
                <a:lnTo>
                  <a:pt x="567" y="244"/>
                </a:lnTo>
                <a:lnTo>
                  <a:pt x="567" y="245"/>
                </a:lnTo>
                <a:lnTo>
                  <a:pt x="567" y="246"/>
                </a:lnTo>
                <a:lnTo>
                  <a:pt x="567" y="247"/>
                </a:lnTo>
                <a:lnTo>
                  <a:pt x="567" y="248"/>
                </a:lnTo>
                <a:lnTo>
                  <a:pt x="567" y="249"/>
                </a:lnTo>
                <a:lnTo>
                  <a:pt x="567" y="251"/>
                </a:lnTo>
                <a:lnTo>
                  <a:pt x="567" y="252"/>
                </a:lnTo>
                <a:lnTo>
                  <a:pt x="567" y="254"/>
                </a:lnTo>
                <a:lnTo>
                  <a:pt x="566" y="254"/>
                </a:lnTo>
                <a:lnTo>
                  <a:pt x="564" y="253"/>
                </a:lnTo>
                <a:lnTo>
                  <a:pt x="563" y="253"/>
                </a:lnTo>
                <a:lnTo>
                  <a:pt x="563" y="252"/>
                </a:lnTo>
                <a:lnTo>
                  <a:pt x="562" y="252"/>
                </a:lnTo>
                <a:lnTo>
                  <a:pt x="561" y="252"/>
                </a:lnTo>
                <a:lnTo>
                  <a:pt x="561" y="251"/>
                </a:lnTo>
                <a:lnTo>
                  <a:pt x="560" y="251"/>
                </a:lnTo>
                <a:lnTo>
                  <a:pt x="559" y="251"/>
                </a:lnTo>
                <a:lnTo>
                  <a:pt x="559" y="252"/>
                </a:lnTo>
                <a:lnTo>
                  <a:pt x="559" y="253"/>
                </a:lnTo>
                <a:lnTo>
                  <a:pt x="559" y="254"/>
                </a:lnTo>
                <a:lnTo>
                  <a:pt x="558" y="255"/>
                </a:lnTo>
                <a:lnTo>
                  <a:pt x="557" y="255"/>
                </a:lnTo>
                <a:lnTo>
                  <a:pt x="557" y="254"/>
                </a:lnTo>
                <a:lnTo>
                  <a:pt x="556" y="254"/>
                </a:lnTo>
                <a:lnTo>
                  <a:pt x="556" y="255"/>
                </a:lnTo>
                <a:lnTo>
                  <a:pt x="555" y="256"/>
                </a:lnTo>
                <a:lnTo>
                  <a:pt x="554" y="256"/>
                </a:lnTo>
                <a:lnTo>
                  <a:pt x="553" y="256"/>
                </a:lnTo>
                <a:lnTo>
                  <a:pt x="553" y="255"/>
                </a:lnTo>
                <a:lnTo>
                  <a:pt x="552" y="255"/>
                </a:lnTo>
                <a:lnTo>
                  <a:pt x="552" y="256"/>
                </a:lnTo>
                <a:lnTo>
                  <a:pt x="551" y="256"/>
                </a:lnTo>
                <a:lnTo>
                  <a:pt x="550" y="256"/>
                </a:lnTo>
                <a:lnTo>
                  <a:pt x="550" y="257"/>
                </a:lnTo>
                <a:lnTo>
                  <a:pt x="549" y="258"/>
                </a:lnTo>
                <a:lnTo>
                  <a:pt x="548" y="258"/>
                </a:lnTo>
                <a:lnTo>
                  <a:pt x="548" y="261"/>
                </a:lnTo>
                <a:lnTo>
                  <a:pt x="548" y="262"/>
                </a:lnTo>
                <a:lnTo>
                  <a:pt x="548" y="263"/>
                </a:lnTo>
                <a:lnTo>
                  <a:pt x="547" y="263"/>
                </a:lnTo>
                <a:lnTo>
                  <a:pt x="546" y="262"/>
                </a:lnTo>
                <a:lnTo>
                  <a:pt x="545" y="262"/>
                </a:lnTo>
                <a:lnTo>
                  <a:pt x="545" y="263"/>
                </a:lnTo>
                <a:lnTo>
                  <a:pt x="544" y="264"/>
                </a:lnTo>
                <a:lnTo>
                  <a:pt x="543" y="264"/>
                </a:lnTo>
                <a:lnTo>
                  <a:pt x="543" y="265"/>
                </a:lnTo>
                <a:lnTo>
                  <a:pt x="542" y="265"/>
                </a:lnTo>
                <a:lnTo>
                  <a:pt x="540" y="265"/>
                </a:lnTo>
                <a:lnTo>
                  <a:pt x="540" y="264"/>
                </a:lnTo>
                <a:lnTo>
                  <a:pt x="539" y="264"/>
                </a:lnTo>
                <a:lnTo>
                  <a:pt x="539" y="265"/>
                </a:lnTo>
                <a:lnTo>
                  <a:pt x="538" y="266"/>
                </a:lnTo>
                <a:lnTo>
                  <a:pt x="537" y="266"/>
                </a:lnTo>
                <a:lnTo>
                  <a:pt x="536" y="267"/>
                </a:lnTo>
                <a:lnTo>
                  <a:pt x="534" y="267"/>
                </a:lnTo>
                <a:lnTo>
                  <a:pt x="533" y="268"/>
                </a:lnTo>
                <a:lnTo>
                  <a:pt x="533" y="269"/>
                </a:lnTo>
                <a:lnTo>
                  <a:pt x="533" y="270"/>
                </a:lnTo>
                <a:lnTo>
                  <a:pt x="532" y="270"/>
                </a:lnTo>
                <a:lnTo>
                  <a:pt x="531" y="269"/>
                </a:lnTo>
                <a:lnTo>
                  <a:pt x="531" y="268"/>
                </a:lnTo>
                <a:lnTo>
                  <a:pt x="530" y="268"/>
                </a:lnTo>
                <a:lnTo>
                  <a:pt x="529" y="269"/>
                </a:lnTo>
                <a:lnTo>
                  <a:pt x="529" y="270"/>
                </a:lnTo>
                <a:lnTo>
                  <a:pt x="528" y="271"/>
                </a:lnTo>
                <a:lnTo>
                  <a:pt x="527" y="271"/>
                </a:lnTo>
                <a:lnTo>
                  <a:pt x="527" y="270"/>
                </a:lnTo>
                <a:lnTo>
                  <a:pt x="526" y="270"/>
                </a:lnTo>
                <a:lnTo>
                  <a:pt x="526" y="271"/>
                </a:lnTo>
                <a:lnTo>
                  <a:pt x="526" y="272"/>
                </a:lnTo>
                <a:lnTo>
                  <a:pt x="525" y="272"/>
                </a:lnTo>
                <a:lnTo>
                  <a:pt x="523" y="272"/>
                </a:lnTo>
                <a:lnTo>
                  <a:pt x="523" y="271"/>
                </a:lnTo>
                <a:lnTo>
                  <a:pt x="522" y="270"/>
                </a:lnTo>
                <a:lnTo>
                  <a:pt x="521" y="269"/>
                </a:lnTo>
                <a:lnTo>
                  <a:pt x="521" y="268"/>
                </a:lnTo>
                <a:lnTo>
                  <a:pt x="521" y="267"/>
                </a:lnTo>
                <a:lnTo>
                  <a:pt x="520" y="267"/>
                </a:lnTo>
                <a:lnTo>
                  <a:pt x="519" y="267"/>
                </a:lnTo>
                <a:lnTo>
                  <a:pt x="518" y="266"/>
                </a:lnTo>
                <a:lnTo>
                  <a:pt x="518" y="265"/>
                </a:lnTo>
                <a:lnTo>
                  <a:pt x="518" y="264"/>
                </a:lnTo>
                <a:lnTo>
                  <a:pt x="516" y="264"/>
                </a:lnTo>
                <a:lnTo>
                  <a:pt x="515" y="264"/>
                </a:lnTo>
                <a:lnTo>
                  <a:pt x="515" y="263"/>
                </a:lnTo>
                <a:lnTo>
                  <a:pt x="514" y="262"/>
                </a:lnTo>
                <a:lnTo>
                  <a:pt x="514" y="261"/>
                </a:lnTo>
                <a:lnTo>
                  <a:pt x="514" y="260"/>
                </a:lnTo>
                <a:lnTo>
                  <a:pt x="513" y="260"/>
                </a:lnTo>
                <a:lnTo>
                  <a:pt x="513" y="259"/>
                </a:lnTo>
                <a:lnTo>
                  <a:pt x="514" y="259"/>
                </a:lnTo>
                <a:lnTo>
                  <a:pt x="514" y="260"/>
                </a:lnTo>
                <a:lnTo>
                  <a:pt x="515" y="258"/>
                </a:lnTo>
                <a:lnTo>
                  <a:pt x="514" y="257"/>
                </a:lnTo>
                <a:lnTo>
                  <a:pt x="514" y="256"/>
                </a:lnTo>
                <a:lnTo>
                  <a:pt x="513" y="255"/>
                </a:lnTo>
                <a:lnTo>
                  <a:pt x="512" y="255"/>
                </a:lnTo>
                <a:lnTo>
                  <a:pt x="512" y="254"/>
                </a:lnTo>
                <a:lnTo>
                  <a:pt x="511" y="254"/>
                </a:lnTo>
                <a:lnTo>
                  <a:pt x="510" y="253"/>
                </a:lnTo>
                <a:lnTo>
                  <a:pt x="510" y="252"/>
                </a:lnTo>
                <a:lnTo>
                  <a:pt x="509" y="252"/>
                </a:lnTo>
                <a:lnTo>
                  <a:pt x="508" y="252"/>
                </a:lnTo>
                <a:lnTo>
                  <a:pt x="507" y="251"/>
                </a:lnTo>
                <a:lnTo>
                  <a:pt x="507" y="249"/>
                </a:lnTo>
                <a:lnTo>
                  <a:pt x="508" y="249"/>
                </a:lnTo>
                <a:lnTo>
                  <a:pt x="508" y="248"/>
                </a:lnTo>
                <a:lnTo>
                  <a:pt x="509" y="246"/>
                </a:lnTo>
                <a:lnTo>
                  <a:pt x="509" y="245"/>
                </a:lnTo>
                <a:lnTo>
                  <a:pt x="508" y="244"/>
                </a:lnTo>
                <a:lnTo>
                  <a:pt x="508" y="243"/>
                </a:lnTo>
                <a:lnTo>
                  <a:pt x="507" y="243"/>
                </a:lnTo>
                <a:lnTo>
                  <a:pt x="507" y="242"/>
                </a:lnTo>
                <a:lnTo>
                  <a:pt x="506" y="242"/>
                </a:lnTo>
                <a:lnTo>
                  <a:pt x="505" y="241"/>
                </a:lnTo>
                <a:lnTo>
                  <a:pt x="505" y="242"/>
                </a:lnTo>
                <a:lnTo>
                  <a:pt x="504" y="242"/>
                </a:lnTo>
                <a:lnTo>
                  <a:pt x="503" y="241"/>
                </a:lnTo>
                <a:lnTo>
                  <a:pt x="502" y="241"/>
                </a:lnTo>
                <a:lnTo>
                  <a:pt x="501" y="241"/>
                </a:lnTo>
                <a:lnTo>
                  <a:pt x="501" y="242"/>
                </a:lnTo>
                <a:lnTo>
                  <a:pt x="500" y="242"/>
                </a:lnTo>
                <a:lnTo>
                  <a:pt x="499" y="241"/>
                </a:lnTo>
                <a:lnTo>
                  <a:pt x="499" y="240"/>
                </a:lnTo>
                <a:lnTo>
                  <a:pt x="500" y="240"/>
                </a:lnTo>
                <a:lnTo>
                  <a:pt x="500" y="239"/>
                </a:lnTo>
                <a:lnTo>
                  <a:pt x="498" y="239"/>
                </a:lnTo>
                <a:lnTo>
                  <a:pt x="498" y="240"/>
                </a:lnTo>
                <a:lnTo>
                  <a:pt x="498" y="241"/>
                </a:lnTo>
                <a:lnTo>
                  <a:pt x="498" y="242"/>
                </a:lnTo>
                <a:lnTo>
                  <a:pt x="496" y="242"/>
                </a:lnTo>
                <a:lnTo>
                  <a:pt x="495" y="241"/>
                </a:lnTo>
                <a:lnTo>
                  <a:pt x="496" y="241"/>
                </a:lnTo>
                <a:lnTo>
                  <a:pt x="496" y="240"/>
                </a:lnTo>
                <a:lnTo>
                  <a:pt x="495" y="239"/>
                </a:lnTo>
                <a:lnTo>
                  <a:pt x="494" y="239"/>
                </a:lnTo>
                <a:lnTo>
                  <a:pt x="493" y="238"/>
                </a:lnTo>
                <a:lnTo>
                  <a:pt x="492" y="237"/>
                </a:lnTo>
                <a:lnTo>
                  <a:pt x="492" y="236"/>
                </a:lnTo>
                <a:lnTo>
                  <a:pt x="492" y="235"/>
                </a:lnTo>
                <a:lnTo>
                  <a:pt x="490" y="235"/>
                </a:lnTo>
                <a:lnTo>
                  <a:pt x="489" y="235"/>
                </a:lnTo>
                <a:lnTo>
                  <a:pt x="489" y="236"/>
                </a:lnTo>
                <a:lnTo>
                  <a:pt x="488" y="236"/>
                </a:lnTo>
                <a:lnTo>
                  <a:pt x="487" y="236"/>
                </a:lnTo>
                <a:lnTo>
                  <a:pt x="487" y="235"/>
                </a:lnTo>
                <a:lnTo>
                  <a:pt x="486" y="235"/>
                </a:lnTo>
                <a:lnTo>
                  <a:pt x="486" y="234"/>
                </a:lnTo>
                <a:lnTo>
                  <a:pt x="485" y="234"/>
                </a:lnTo>
                <a:lnTo>
                  <a:pt x="484" y="235"/>
                </a:lnTo>
                <a:lnTo>
                  <a:pt x="483" y="236"/>
                </a:lnTo>
                <a:lnTo>
                  <a:pt x="482" y="235"/>
                </a:lnTo>
                <a:lnTo>
                  <a:pt x="480" y="235"/>
                </a:lnTo>
                <a:lnTo>
                  <a:pt x="480" y="236"/>
                </a:lnTo>
                <a:lnTo>
                  <a:pt x="479" y="236"/>
                </a:lnTo>
                <a:lnTo>
                  <a:pt x="478" y="236"/>
                </a:lnTo>
                <a:lnTo>
                  <a:pt x="478" y="235"/>
                </a:lnTo>
                <a:lnTo>
                  <a:pt x="477" y="236"/>
                </a:lnTo>
                <a:lnTo>
                  <a:pt x="478" y="236"/>
                </a:lnTo>
                <a:lnTo>
                  <a:pt x="477" y="238"/>
                </a:lnTo>
                <a:lnTo>
                  <a:pt x="477" y="239"/>
                </a:lnTo>
                <a:lnTo>
                  <a:pt x="476" y="239"/>
                </a:lnTo>
                <a:lnTo>
                  <a:pt x="476" y="238"/>
                </a:lnTo>
                <a:lnTo>
                  <a:pt x="474" y="238"/>
                </a:lnTo>
                <a:lnTo>
                  <a:pt x="473" y="238"/>
                </a:lnTo>
                <a:lnTo>
                  <a:pt x="473" y="239"/>
                </a:lnTo>
                <a:lnTo>
                  <a:pt x="473" y="240"/>
                </a:lnTo>
                <a:lnTo>
                  <a:pt x="473" y="241"/>
                </a:lnTo>
                <a:lnTo>
                  <a:pt x="472" y="241"/>
                </a:lnTo>
                <a:lnTo>
                  <a:pt x="471" y="243"/>
                </a:lnTo>
                <a:lnTo>
                  <a:pt x="472" y="243"/>
                </a:lnTo>
                <a:lnTo>
                  <a:pt x="472" y="244"/>
                </a:lnTo>
                <a:lnTo>
                  <a:pt x="471" y="244"/>
                </a:lnTo>
                <a:lnTo>
                  <a:pt x="471" y="245"/>
                </a:lnTo>
                <a:lnTo>
                  <a:pt x="471" y="246"/>
                </a:lnTo>
                <a:lnTo>
                  <a:pt x="471" y="247"/>
                </a:lnTo>
                <a:lnTo>
                  <a:pt x="470" y="247"/>
                </a:lnTo>
                <a:lnTo>
                  <a:pt x="470" y="248"/>
                </a:lnTo>
                <a:lnTo>
                  <a:pt x="470" y="249"/>
                </a:lnTo>
                <a:lnTo>
                  <a:pt x="469" y="249"/>
                </a:lnTo>
                <a:lnTo>
                  <a:pt x="469" y="250"/>
                </a:lnTo>
                <a:lnTo>
                  <a:pt x="469" y="251"/>
                </a:lnTo>
                <a:lnTo>
                  <a:pt x="470" y="251"/>
                </a:lnTo>
                <a:lnTo>
                  <a:pt x="469" y="252"/>
                </a:lnTo>
                <a:lnTo>
                  <a:pt x="468" y="253"/>
                </a:lnTo>
                <a:lnTo>
                  <a:pt x="468" y="255"/>
                </a:lnTo>
                <a:lnTo>
                  <a:pt x="469" y="254"/>
                </a:lnTo>
                <a:lnTo>
                  <a:pt x="469" y="255"/>
                </a:lnTo>
                <a:lnTo>
                  <a:pt x="470" y="255"/>
                </a:lnTo>
                <a:lnTo>
                  <a:pt x="471" y="254"/>
                </a:lnTo>
                <a:lnTo>
                  <a:pt x="471" y="255"/>
                </a:lnTo>
                <a:lnTo>
                  <a:pt x="472" y="255"/>
                </a:lnTo>
                <a:lnTo>
                  <a:pt x="473" y="255"/>
                </a:lnTo>
                <a:lnTo>
                  <a:pt x="473" y="256"/>
                </a:lnTo>
                <a:lnTo>
                  <a:pt x="474" y="255"/>
                </a:lnTo>
                <a:lnTo>
                  <a:pt x="475" y="255"/>
                </a:lnTo>
                <a:lnTo>
                  <a:pt x="476" y="256"/>
                </a:lnTo>
                <a:lnTo>
                  <a:pt x="476" y="258"/>
                </a:lnTo>
                <a:lnTo>
                  <a:pt x="475" y="258"/>
                </a:lnTo>
                <a:lnTo>
                  <a:pt x="475" y="259"/>
                </a:lnTo>
                <a:lnTo>
                  <a:pt x="475" y="260"/>
                </a:lnTo>
                <a:lnTo>
                  <a:pt x="474" y="260"/>
                </a:lnTo>
                <a:lnTo>
                  <a:pt x="474" y="261"/>
                </a:lnTo>
                <a:lnTo>
                  <a:pt x="475" y="261"/>
                </a:lnTo>
                <a:lnTo>
                  <a:pt x="474" y="264"/>
                </a:lnTo>
                <a:lnTo>
                  <a:pt x="474" y="265"/>
                </a:lnTo>
                <a:lnTo>
                  <a:pt x="473" y="265"/>
                </a:lnTo>
                <a:lnTo>
                  <a:pt x="472" y="264"/>
                </a:lnTo>
                <a:lnTo>
                  <a:pt x="471" y="264"/>
                </a:lnTo>
                <a:lnTo>
                  <a:pt x="471" y="263"/>
                </a:lnTo>
                <a:lnTo>
                  <a:pt x="471" y="264"/>
                </a:lnTo>
                <a:lnTo>
                  <a:pt x="470" y="265"/>
                </a:lnTo>
                <a:lnTo>
                  <a:pt x="469" y="265"/>
                </a:lnTo>
                <a:lnTo>
                  <a:pt x="470" y="266"/>
                </a:lnTo>
                <a:lnTo>
                  <a:pt x="471" y="267"/>
                </a:lnTo>
                <a:lnTo>
                  <a:pt x="471" y="268"/>
                </a:lnTo>
                <a:lnTo>
                  <a:pt x="473" y="269"/>
                </a:lnTo>
                <a:lnTo>
                  <a:pt x="473" y="270"/>
                </a:lnTo>
                <a:lnTo>
                  <a:pt x="473" y="271"/>
                </a:lnTo>
                <a:lnTo>
                  <a:pt x="472" y="271"/>
                </a:lnTo>
                <a:lnTo>
                  <a:pt x="472" y="272"/>
                </a:lnTo>
                <a:lnTo>
                  <a:pt x="473" y="273"/>
                </a:lnTo>
                <a:lnTo>
                  <a:pt x="473" y="274"/>
                </a:lnTo>
                <a:lnTo>
                  <a:pt x="472" y="275"/>
                </a:lnTo>
                <a:lnTo>
                  <a:pt x="473" y="275"/>
                </a:lnTo>
                <a:lnTo>
                  <a:pt x="473" y="276"/>
                </a:lnTo>
                <a:lnTo>
                  <a:pt x="473" y="277"/>
                </a:lnTo>
                <a:lnTo>
                  <a:pt x="473" y="278"/>
                </a:lnTo>
                <a:lnTo>
                  <a:pt x="474" y="278"/>
                </a:lnTo>
                <a:lnTo>
                  <a:pt x="474" y="279"/>
                </a:lnTo>
                <a:lnTo>
                  <a:pt x="474" y="280"/>
                </a:lnTo>
                <a:lnTo>
                  <a:pt x="475" y="280"/>
                </a:lnTo>
                <a:lnTo>
                  <a:pt x="476" y="282"/>
                </a:lnTo>
                <a:lnTo>
                  <a:pt x="476" y="284"/>
                </a:lnTo>
                <a:lnTo>
                  <a:pt x="476" y="285"/>
                </a:lnTo>
                <a:lnTo>
                  <a:pt x="476" y="284"/>
                </a:lnTo>
                <a:lnTo>
                  <a:pt x="475" y="284"/>
                </a:lnTo>
                <a:lnTo>
                  <a:pt x="475" y="285"/>
                </a:lnTo>
                <a:lnTo>
                  <a:pt x="474" y="285"/>
                </a:lnTo>
                <a:lnTo>
                  <a:pt x="473" y="285"/>
                </a:lnTo>
                <a:lnTo>
                  <a:pt x="472" y="285"/>
                </a:lnTo>
                <a:lnTo>
                  <a:pt x="469" y="285"/>
                </a:lnTo>
                <a:lnTo>
                  <a:pt x="469" y="286"/>
                </a:lnTo>
                <a:lnTo>
                  <a:pt x="469" y="287"/>
                </a:lnTo>
                <a:lnTo>
                  <a:pt x="468" y="286"/>
                </a:lnTo>
                <a:lnTo>
                  <a:pt x="467" y="286"/>
                </a:lnTo>
                <a:lnTo>
                  <a:pt x="466" y="287"/>
                </a:lnTo>
                <a:lnTo>
                  <a:pt x="465" y="287"/>
                </a:lnTo>
                <a:lnTo>
                  <a:pt x="464" y="287"/>
                </a:lnTo>
                <a:lnTo>
                  <a:pt x="464" y="286"/>
                </a:lnTo>
                <a:lnTo>
                  <a:pt x="463" y="287"/>
                </a:lnTo>
                <a:lnTo>
                  <a:pt x="462" y="287"/>
                </a:lnTo>
                <a:lnTo>
                  <a:pt x="461" y="287"/>
                </a:lnTo>
                <a:lnTo>
                  <a:pt x="460" y="286"/>
                </a:lnTo>
                <a:lnTo>
                  <a:pt x="459" y="286"/>
                </a:lnTo>
                <a:lnTo>
                  <a:pt x="459" y="287"/>
                </a:lnTo>
                <a:lnTo>
                  <a:pt x="456" y="287"/>
                </a:lnTo>
                <a:lnTo>
                  <a:pt x="456" y="288"/>
                </a:lnTo>
                <a:lnTo>
                  <a:pt x="455" y="290"/>
                </a:lnTo>
                <a:lnTo>
                  <a:pt x="455" y="291"/>
                </a:lnTo>
                <a:lnTo>
                  <a:pt x="455" y="292"/>
                </a:lnTo>
                <a:lnTo>
                  <a:pt x="455" y="293"/>
                </a:lnTo>
                <a:lnTo>
                  <a:pt x="454" y="293"/>
                </a:lnTo>
                <a:lnTo>
                  <a:pt x="454" y="292"/>
                </a:lnTo>
                <a:lnTo>
                  <a:pt x="453" y="292"/>
                </a:lnTo>
                <a:lnTo>
                  <a:pt x="453" y="291"/>
                </a:lnTo>
                <a:lnTo>
                  <a:pt x="452" y="291"/>
                </a:lnTo>
                <a:lnTo>
                  <a:pt x="451" y="292"/>
                </a:lnTo>
                <a:lnTo>
                  <a:pt x="450" y="293"/>
                </a:lnTo>
                <a:lnTo>
                  <a:pt x="450" y="294"/>
                </a:lnTo>
                <a:lnTo>
                  <a:pt x="450" y="295"/>
                </a:lnTo>
                <a:lnTo>
                  <a:pt x="450" y="296"/>
                </a:lnTo>
                <a:lnTo>
                  <a:pt x="450" y="297"/>
                </a:lnTo>
                <a:lnTo>
                  <a:pt x="450" y="298"/>
                </a:lnTo>
                <a:lnTo>
                  <a:pt x="450" y="299"/>
                </a:lnTo>
                <a:lnTo>
                  <a:pt x="449" y="299"/>
                </a:lnTo>
                <a:lnTo>
                  <a:pt x="449" y="298"/>
                </a:lnTo>
                <a:lnTo>
                  <a:pt x="448" y="298"/>
                </a:lnTo>
                <a:lnTo>
                  <a:pt x="447" y="299"/>
                </a:lnTo>
                <a:lnTo>
                  <a:pt x="447" y="300"/>
                </a:lnTo>
                <a:lnTo>
                  <a:pt x="447" y="301"/>
                </a:lnTo>
                <a:lnTo>
                  <a:pt x="448" y="302"/>
                </a:lnTo>
                <a:lnTo>
                  <a:pt x="448" y="303"/>
                </a:lnTo>
                <a:lnTo>
                  <a:pt x="448" y="304"/>
                </a:lnTo>
                <a:lnTo>
                  <a:pt x="447" y="304"/>
                </a:lnTo>
                <a:lnTo>
                  <a:pt x="447" y="306"/>
                </a:lnTo>
                <a:lnTo>
                  <a:pt x="447" y="307"/>
                </a:lnTo>
                <a:lnTo>
                  <a:pt x="448" y="307"/>
                </a:lnTo>
                <a:lnTo>
                  <a:pt x="449" y="307"/>
                </a:lnTo>
                <a:lnTo>
                  <a:pt x="449" y="306"/>
                </a:lnTo>
                <a:lnTo>
                  <a:pt x="450" y="306"/>
                </a:lnTo>
                <a:lnTo>
                  <a:pt x="450" y="307"/>
                </a:lnTo>
                <a:lnTo>
                  <a:pt x="449" y="307"/>
                </a:lnTo>
                <a:lnTo>
                  <a:pt x="450" y="307"/>
                </a:lnTo>
                <a:lnTo>
                  <a:pt x="450" y="308"/>
                </a:lnTo>
                <a:lnTo>
                  <a:pt x="450" y="309"/>
                </a:lnTo>
                <a:lnTo>
                  <a:pt x="451" y="309"/>
                </a:lnTo>
                <a:lnTo>
                  <a:pt x="452" y="309"/>
                </a:lnTo>
                <a:lnTo>
                  <a:pt x="452" y="310"/>
                </a:lnTo>
                <a:lnTo>
                  <a:pt x="451" y="311"/>
                </a:lnTo>
                <a:lnTo>
                  <a:pt x="451" y="312"/>
                </a:lnTo>
                <a:lnTo>
                  <a:pt x="451" y="314"/>
                </a:lnTo>
                <a:lnTo>
                  <a:pt x="450" y="314"/>
                </a:lnTo>
                <a:lnTo>
                  <a:pt x="450" y="313"/>
                </a:lnTo>
                <a:lnTo>
                  <a:pt x="449" y="313"/>
                </a:lnTo>
                <a:lnTo>
                  <a:pt x="449" y="314"/>
                </a:lnTo>
                <a:lnTo>
                  <a:pt x="449" y="315"/>
                </a:lnTo>
                <a:lnTo>
                  <a:pt x="449" y="316"/>
                </a:lnTo>
                <a:lnTo>
                  <a:pt x="449" y="317"/>
                </a:lnTo>
                <a:lnTo>
                  <a:pt x="450" y="317"/>
                </a:lnTo>
                <a:lnTo>
                  <a:pt x="450" y="318"/>
                </a:lnTo>
                <a:lnTo>
                  <a:pt x="449" y="318"/>
                </a:lnTo>
                <a:lnTo>
                  <a:pt x="448" y="319"/>
                </a:lnTo>
                <a:lnTo>
                  <a:pt x="448" y="320"/>
                </a:lnTo>
                <a:lnTo>
                  <a:pt x="449" y="320"/>
                </a:lnTo>
                <a:lnTo>
                  <a:pt x="448" y="320"/>
                </a:lnTo>
                <a:lnTo>
                  <a:pt x="448" y="321"/>
                </a:lnTo>
                <a:lnTo>
                  <a:pt x="447" y="321"/>
                </a:lnTo>
                <a:lnTo>
                  <a:pt x="447" y="322"/>
                </a:lnTo>
                <a:lnTo>
                  <a:pt x="448" y="322"/>
                </a:lnTo>
                <a:lnTo>
                  <a:pt x="448" y="323"/>
                </a:lnTo>
                <a:lnTo>
                  <a:pt x="447" y="323"/>
                </a:lnTo>
                <a:lnTo>
                  <a:pt x="446" y="323"/>
                </a:lnTo>
                <a:lnTo>
                  <a:pt x="445" y="324"/>
                </a:lnTo>
                <a:lnTo>
                  <a:pt x="445" y="325"/>
                </a:lnTo>
                <a:lnTo>
                  <a:pt x="446" y="327"/>
                </a:lnTo>
                <a:lnTo>
                  <a:pt x="446" y="328"/>
                </a:lnTo>
                <a:lnTo>
                  <a:pt x="446" y="329"/>
                </a:lnTo>
                <a:lnTo>
                  <a:pt x="446" y="330"/>
                </a:lnTo>
                <a:lnTo>
                  <a:pt x="445" y="330"/>
                </a:lnTo>
                <a:lnTo>
                  <a:pt x="445" y="331"/>
                </a:lnTo>
                <a:lnTo>
                  <a:pt x="444" y="331"/>
                </a:lnTo>
                <a:lnTo>
                  <a:pt x="444" y="330"/>
                </a:lnTo>
                <a:lnTo>
                  <a:pt x="443" y="330"/>
                </a:lnTo>
                <a:lnTo>
                  <a:pt x="442" y="331"/>
                </a:lnTo>
                <a:lnTo>
                  <a:pt x="441" y="330"/>
                </a:lnTo>
                <a:lnTo>
                  <a:pt x="441" y="331"/>
                </a:lnTo>
                <a:lnTo>
                  <a:pt x="440" y="331"/>
                </a:lnTo>
                <a:lnTo>
                  <a:pt x="437" y="332"/>
                </a:lnTo>
                <a:lnTo>
                  <a:pt x="436" y="332"/>
                </a:lnTo>
                <a:lnTo>
                  <a:pt x="435" y="333"/>
                </a:lnTo>
                <a:lnTo>
                  <a:pt x="434" y="333"/>
                </a:lnTo>
                <a:lnTo>
                  <a:pt x="434" y="334"/>
                </a:lnTo>
                <a:lnTo>
                  <a:pt x="434" y="335"/>
                </a:lnTo>
                <a:lnTo>
                  <a:pt x="433" y="336"/>
                </a:lnTo>
                <a:lnTo>
                  <a:pt x="432" y="336"/>
                </a:lnTo>
                <a:lnTo>
                  <a:pt x="431" y="336"/>
                </a:lnTo>
                <a:lnTo>
                  <a:pt x="430" y="336"/>
                </a:lnTo>
                <a:lnTo>
                  <a:pt x="429" y="336"/>
                </a:lnTo>
                <a:lnTo>
                  <a:pt x="427" y="336"/>
                </a:lnTo>
                <a:lnTo>
                  <a:pt x="427" y="335"/>
                </a:lnTo>
                <a:lnTo>
                  <a:pt x="426" y="335"/>
                </a:lnTo>
                <a:lnTo>
                  <a:pt x="425" y="335"/>
                </a:lnTo>
                <a:lnTo>
                  <a:pt x="425" y="336"/>
                </a:lnTo>
                <a:lnTo>
                  <a:pt x="424" y="336"/>
                </a:lnTo>
                <a:lnTo>
                  <a:pt x="424" y="335"/>
                </a:lnTo>
                <a:lnTo>
                  <a:pt x="423" y="335"/>
                </a:lnTo>
                <a:lnTo>
                  <a:pt x="422" y="335"/>
                </a:lnTo>
                <a:lnTo>
                  <a:pt x="421" y="335"/>
                </a:lnTo>
                <a:lnTo>
                  <a:pt x="420" y="335"/>
                </a:lnTo>
                <a:lnTo>
                  <a:pt x="420" y="334"/>
                </a:lnTo>
                <a:lnTo>
                  <a:pt x="418" y="334"/>
                </a:lnTo>
                <a:lnTo>
                  <a:pt x="418" y="333"/>
                </a:lnTo>
                <a:lnTo>
                  <a:pt x="418" y="332"/>
                </a:lnTo>
                <a:lnTo>
                  <a:pt x="417" y="332"/>
                </a:lnTo>
                <a:lnTo>
                  <a:pt x="417" y="331"/>
                </a:lnTo>
                <a:lnTo>
                  <a:pt x="416" y="331"/>
                </a:lnTo>
                <a:lnTo>
                  <a:pt x="416" y="330"/>
                </a:lnTo>
                <a:lnTo>
                  <a:pt x="417" y="330"/>
                </a:lnTo>
                <a:lnTo>
                  <a:pt x="417" y="329"/>
                </a:lnTo>
                <a:lnTo>
                  <a:pt x="416" y="329"/>
                </a:lnTo>
                <a:lnTo>
                  <a:pt x="415" y="329"/>
                </a:lnTo>
                <a:lnTo>
                  <a:pt x="413" y="328"/>
                </a:lnTo>
                <a:lnTo>
                  <a:pt x="413" y="329"/>
                </a:lnTo>
                <a:lnTo>
                  <a:pt x="412" y="330"/>
                </a:lnTo>
                <a:lnTo>
                  <a:pt x="411" y="330"/>
                </a:lnTo>
                <a:lnTo>
                  <a:pt x="410" y="330"/>
                </a:lnTo>
                <a:lnTo>
                  <a:pt x="410" y="331"/>
                </a:lnTo>
                <a:lnTo>
                  <a:pt x="410" y="332"/>
                </a:lnTo>
                <a:lnTo>
                  <a:pt x="410" y="333"/>
                </a:lnTo>
                <a:lnTo>
                  <a:pt x="410" y="334"/>
                </a:lnTo>
                <a:lnTo>
                  <a:pt x="409" y="334"/>
                </a:lnTo>
                <a:lnTo>
                  <a:pt x="410" y="336"/>
                </a:lnTo>
                <a:lnTo>
                  <a:pt x="411" y="336"/>
                </a:lnTo>
                <a:lnTo>
                  <a:pt x="411" y="337"/>
                </a:lnTo>
                <a:lnTo>
                  <a:pt x="412" y="337"/>
                </a:lnTo>
                <a:lnTo>
                  <a:pt x="412" y="339"/>
                </a:lnTo>
                <a:lnTo>
                  <a:pt x="412" y="340"/>
                </a:lnTo>
                <a:lnTo>
                  <a:pt x="412" y="341"/>
                </a:lnTo>
                <a:lnTo>
                  <a:pt x="413" y="342"/>
                </a:lnTo>
                <a:lnTo>
                  <a:pt x="412" y="342"/>
                </a:lnTo>
                <a:lnTo>
                  <a:pt x="412" y="343"/>
                </a:lnTo>
                <a:lnTo>
                  <a:pt x="411" y="343"/>
                </a:lnTo>
                <a:lnTo>
                  <a:pt x="411" y="342"/>
                </a:lnTo>
                <a:lnTo>
                  <a:pt x="410" y="342"/>
                </a:lnTo>
                <a:lnTo>
                  <a:pt x="409" y="342"/>
                </a:lnTo>
                <a:lnTo>
                  <a:pt x="409" y="343"/>
                </a:lnTo>
                <a:lnTo>
                  <a:pt x="410" y="343"/>
                </a:lnTo>
                <a:lnTo>
                  <a:pt x="410" y="344"/>
                </a:lnTo>
                <a:lnTo>
                  <a:pt x="409" y="344"/>
                </a:lnTo>
                <a:lnTo>
                  <a:pt x="408" y="345"/>
                </a:lnTo>
                <a:lnTo>
                  <a:pt x="408" y="346"/>
                </a:lnTo>
                <a:lnTo>
                  <a:pt x="408" y="347"/>
                </a:lnTo>
                <a:lnTo>
                  <a:pt x="409" y="347"/>
                </a:lnTo>
                <a:lnTo>
                  <a:pt x="410" y="347"/>
                </a:lnTo>
                <a:lnTo>
                  <a:pt x="411" y="347"/>
                </a:lnTo>
                <a:lnTo>
                  <a:pt x="413" y="349"/>
                </a:lnTo>
                <a:lnTo>
                  <a:pt x="413" y="350"/>
                </a:lnTo>
                <a:lnTo>
                  <a:pt x="413" y="351"/>
                </a:lnTo>
                <a:lnTo>
                  <a:pt x="414" y="351"/>
                </a:lnTo>
                <a:lnTo>
                  <a:pt x="415" y="351"/>
                </a:lnTo>
                <a:lnTo>
                  <a:pt x="416" y="350"/>
                </a:lnTo>
                <a:lnTo>
                  <a:pt x="417" y="350"/>
                </a:lnTo>
                <a:lnTo>
                  <a:pt x="419" y="350"/>
                </a:lnTo>
                <a:lnTo>
                  <a:pt x="420" y="350"/>
                </a:lnTo>
                <a:lnTo>
                  <a:pt x="420" y="351"/>
                </a:lnTo>
                <a:lnTo>
                  <a:pt x="421" y="351"/>
                </a:lnTo>
                <a:lnTo>
                  <a:pt x="422" y="351"/>
                </a:lnTo>
                <a:lnTo>
                  <a:pt x="423" y="351"/>
                </a:lnTo>
                <a:lnTo>
                  <a:pt x="422" y="352"/>
                </a:lnTo>
                <a:lnTo>
                  <a:pt x="422" y="353"/>
                </a:lnTo>
                <a:lnTo>
                  <a:pt x="421" y="353"/>
                </a:lnTo>
                <a:lnTo>
                  <a:pt x="421" y="354"/>
                </a:lnTo>
                <a:lnTo>
                  <a:pt x="422" y="354"/>
                </a:lnTo>
                <a:lnTo>
                  <a:pt x="423" y="354"/>
                </a:lnTo>
                <a:lnTo>
                  <a:pt x="424" y="354"/>
                </a:lnTo>
                <a:lnTo>
                  <a:pt x="426" y="354"/>
                </a:lnTo>
                <a:lnTo>
                  <a:pt x="427" y="354"/>
                </a:lnTo>
                <a:lnTo>
                  <a:pt x="427" y="355"/>
                </a:lnTo>
                <a:lnTo>
                  <a:pt x="428" y="355"/>
                </a:lnTo>
                <a:lnTo>
                  <a:pt x="429" y="355"/>
                </a:lnTo>
                <a:lnTo>
                  <a:pt x="431" y="355"/>
                </a:lnTo>
                <a:lnTo>
                  <a:pt x="432" y="355"/>
                </a:lnTo>
                <a:lnTo>
                  <a:pt x="432" y="356"/>
                </a:lnTo>
                <a:lnTo>
                  <a:pt x="432" y="357"/>
                </a:lnTo>
                <a:lnTo>
                  <a:pt x="433" y="357"/>
                </a:lnTo>
                <a:lnTo>
                  <a:pt x="433" y="358"/>
                </a:lnTo>
                <a:lnTo>
                  <a:pt x="434" y="359"/>
                </a:lnTo>
                <a:lnTo>
                  <a:pt x="436" y="359"/>
                </a:lnTo>
                <a:lnTo>
                  <a:pt x="437" y="359"/>
                </a:lnTo>
                <a:lnTo>
                  <a:pt x="437" y="360"/>
                </a:lnTo>
                <a:lnTo>
                  <a:pt x="437" y="361"/>
                </a:lnTo>
                <a:lnTo>
                  <a:pt x="437" y="360"/>
                </a:lnTo>
                <a:lnTo>
                  <a:pt x="436" y="360"/>
                </a:lnTo>
                <a:lnTo>
                  <a:pt x="436" y="361"/>
                </a:lnTo>
                <a:lnTo>
                  <a:pt x="436" y="362"/>
                </a:lnTo>
                <a:lnTo>
                  <a:pt x="436" y="363"/>
                </a:lnTo>
                <a:lnTo>
                  <a:pt x="436" y="364"/>
                </a:lnTo>
                <a:lnTo>
                  <a:pt x="437" y="365"/>
                </a:lnTo>
                <a:lnTo>
                  <a:pt x="438" y="365"/>
                </a:lnTo>
                <a:lnTo>
                  <a:pt x="438" y="366"/>
                </a:lnTo>
                <a:lnTo>
                  <a:pt x="437" y="366"/>
                </a:lnTo>
                <a:lnTo>
                  <a:pt x="436" y="366"/>
                </a:lnTo>
                <a:lnTo>
                  <a:pt x="435" y="366"/>
                </a:lnTo>
                <a:lnTo>
                  <a:pt x="435" y="367"/>
                </a:lnTo>
                <a:lnTo>
                  <a:pt x="436" y="367"/>
                </a:lnTo>
                <a:lnTo>
                  <a:pt x="436" y="368"/>
                </a:lnTo>
                <a:lnTo>
                  <a:pt x="436" y="369"/>
                </a:lnTo>
                <a:lnTo>
                  <a:pt x="435" y="371"/>
                </a:lnTo>
                <a:lnTo>
                  <a:pt x="435" y="372"/>
                </a:lnTo>
                <a:lnTo>
                  <a:pt x="435" y="373"/>
                </a:lnTo>
                <a:lnTo>
                  <a:pt x="435" y="375"/>
                </a:lnTo>
                <a:lnTo>
                  <a:pt x="435" y="377"/>
                </a:lnTo>
                <a:lnTo>
                  <a:pt x="435" y="378"/>
                </a:lnTo>
                <a:lnTo>
                  <a:pt x="435" y="379"/>
                </a:lnTo>
                <a:lnTo>
                  <a:pt x="436" y="379"/>
                </a:lnTo>
                <a:lnTo>
                  <a:pt x="436" y="378"/>
                </a:lnTo>
                <a:lnTo>
                  <a:pt x="437" y="378"/>
                </a:lnTo>
                <a:lnTo>
                  <a:pt x="437" y="379"/>
                </a:lnTo>
                <a:lnTo>
                  <a:pt x="437" y="380"/>
                </a:lnTo>
                <a:lnTo>
                  <a:pt x="436" y="381"/>
                </a:lnTo>
                <a:lnTo>
                  <a:pt x="436" y="382"/>
                </a:lnTo>
                <a:lnTo>
                  <a:pt x="437" y="382"/>
                </a:lnTo>
                <a:lnTo>
                  <a:pt x="437" y="383"/>
                </a:lnTo>
                <a:lnTo>
                  <a:pt x="437" y="384"/>
                </a:lnTo>
                <a:lnTo>
                  <a:pt x="436" y="384"/>
                </a:lnTo>
                <a:lnTo>
                  <a:pt x="436" y="385"/>
                </a:lnTo>
                <a:lnTo>
                  <a:pt x="437" y="385"/>
                </a:lnTo>
                <a:lnTo>
                  <a:pt x="437" y="386"/>
                </a:lnTo>
                <a:lnTo>
                  <a:pt x="438" y="386"/>
                </a:lnTo>
                <a:lnTo>
                  <a:pt x="439" y="386"/>
                </a:lnTo>
                <a:lnTo>
                  <a:pt x="440" y="386"/>
                </a:lnTo>
                <a:lnTo>
                  <a:pt x="441" y="386"/>
                </a:lnTo>
                <a:lnTo>
                  <a:pt x="442" y="385"/>
                </a:lnTo>
                <a:lnTo>
                  <a:pt x="442" y="386"/>
                </a:lnTo>
                <a:lnTo>
                  <a:pt x="442" y="387"/>
                </a:lnTo>
                <a:lnTo>
                  <a:pt x="443" y="387"/>
                </a:lnTo>
                <a:lnTo>
                  <a:pt x="444" y="387"/>
                </a:lnTo>
                <a:lnTo>
                  <a:pt x="444" y="386"/>
                </a:lnTo>
                <a:lnTo>
                  <a:pt x="446" y="386"/>
                </a:lnTo>
                <a:lnTo>
                  <a:pt x="446" y="387"/>
                </a:lnTo>
                <a:lnTo>
                  <a:pt x="446" y="388"/>
                </a:lnTo>
                <a:lnTo>
                  <a:pt x="445" y="389"/>
                </a:lnTo>
                <a:lnTo>
                  <a:pt x="446" y="389"/>
                </a:lnTo>
                <a:lnTo>
                  <a:pt x="446" y="390"/>
                </a:lnTo>
                <a:lnTo>
                  <a:pt x="447" y="390"/>
                </a:lnTo>
                <a:lnTo>
                  <a:pt x="448" y="390"/>
                </a:lnTo>
                <a:lnTo>
                  <a:pt x="449" y="389"/>
                </a:lnTo>
                <a:lnTo>
                  <a:pt x="454" y="388"/>
                </a:lnTo>
                <a:lnTo>
                  <a:pt x="455" y="388"/>
                </a:lnTo>
                <a:lnTo>
                  <a:pt x="455" y="387"/>
                </a:lnTo>
                <a:lnTo>
                  <a:pt x="456" y="387"/>
                </a:lnTo>
                <a:lnTo>
                  <a:pt x="456" y="388"/>
                </a:lnTo>
                <a:lnTo>
                  <a:pt x="456" y="389"/>
                </a:lnTo>
                <a:lnTo>
                  <a:pt x="457" y="390"/>
                </a:lnTo>
                <a:lnTo>
                  <a:pt x="458" y="390"/>
                </a:lnTo>
                <a:lnTo>
                  <a:pt x="459" y="390"/>
                </a:lnTo>
                <a:lnTo>
                  <a:pt x="459" y="391"/>
                </a:lnTo>
                <a:lnTo>
                  <a:pt x="458" y="392"/>
                </a:lnTo>
                <a:lnTo>
                  <a:pt x="459" y="392"/>
                </a:lnTo>
                <a:lnTo>
                  <a:pt x="459" y="393"/>
                </a:lnTo>
                <a:lnTo>
                  <a:pt x="460" y="393"/>
                </a:lnTo>
                <a:lnTo>
                  <a:pt x="461" y="393"/>
                </a:lnTo>
                <a:lnTo>
                  <a:pt x="462" y="393"/>
                </a:lnTo>
                <a:lnTo>
                  <a:pt x="462" y="394"/>
                </a:lnTo>
                <a:lnTo>
                  <a:pt x="463" y="394"/>
                </a:lnTo>
                <a:lnTo>
                  <a:pt x="462" y="394"/>
                </a:lnTo>
                <a:lnTo>
                  <a:pt x="463" y="396"/>
                </a:lnTo>
                <a:lnTo>
                  <a:pt x="464" y="396"/>
                </a:lnTo>
                <a:lnTo>
                  <a:pt x="464" y="397"/>
                </a:lnTo>
                <a:lnTo>
                  <a:pt x="465" y="400"/>
                </a:lnTo>
                <a:lnTo>
                  <a:pt x="465" y="401"/>
                </a:lnTo>
                <a:lnTo>
                  <a:pt x="466" y="401"/>
                </a:lnTo>
                <a:lnTo>
                  <a:pt x="466" y="402"/>
                </a:lnTo>
                <a:lnTo>
                  <a:pt x="466" y="403"/>
                </a:lnTo>
                <a:lnTo>
                  <a:pt x="467" y="403"/>
                </a:lnTo>
                <a:lnTo>
                  <a:pt x="468" y="403"/>
                </a:lnTo>
                <a:lnTo>
                  <a:pt x="468" y="404"/>
                </a:lnTo>
                <a:lnTo>
                  <a:pt x="469" y="404"/>
                </a:lnTo>
                <a:lnTo>
                  <a:pt x="470" y="404"/>
                </a:lnTo>
                <a:lnTo>
                  <a:pt x="470" y="405"/>
                </a:lnTo>
                <a:lnTo>
                  <a:pt x="469" y="405"/>
                </a:lnTo>
                <a:lnTo>
                  <a:pt x="468" y="405"/>
                </a:lnTo>
                <a:lnTo>
                  <a:pt x="468" y="406"/>
                </a:lnTo>
                <a:lnTo>
                  <a:pt x="469" y="406"/>
                </a:lnTo>
                <a:lnTo>
                  <a:pt x="470" y="406"/>
                </a:lnTo>
                <a:lnTo>
                  <a:pt x="471" y="405"/>
                </a:lnTo>
                <a:lnTo>
                  <a:pt x="472" y="405"/>
                </a:lnTo>
                <a:lnTo>
                  <a:pt x="472" y="404"/>
                </a:lnTo>
                <a:lnTo>
                  <a:pt x="473" y="404"/>
                </a:lnTo>
                <a:lnTo>
                  <a:pt x="474" y="404"/>
                </a:lnTo>
                <a:lnTo>
                  <a:pt x="474" y="405"/>
                </a:lnTo>
                <a:lnTo>
                  <a:pt x="475" y="405"/>
                </a:lnTo>
                <a:lnTo>
                  <a:pt x="475" y="406"/>
                </a:lnTo>
                <a:lnTo>
                  <a:pt x="476" y="405"/>
                </a:lnTo>
                <a:lnTo>
                  <a:pt x="477" y="405"/>
                </a:lnTo>
                <a:lnTo>
                  <a:pt x="477" y="404"/>
                </a:lnTo>
                <a:lnTo>
                  <a:pt x="478" y="405"/>
                </a:lnTo>
                <a:lnTo>
                  <a:pt x="478" y="406"/>
                </a:lnTo>
                <a:lnTo>
                  <a:pt x="479" y="406"/>
                </a:lnTo>
                <a:lnTo>
                  <a:pt x="479" y="405"/>
                </a:lnTo>
                <a:lnTo>
                  <a:pt x="480" y="402"/>
                </a:lnTo>
                <a:lnTo>
                  <a:pt x="480" y="401"/>
                </a:lnTo>
                <a:lnTo>
                  <a:pt x="480" y="400"/>
                </a:lnTo>
                <a:lnTo>
                  <a:pt x="479" y="400"/>
                </a:lnTo>
                <a:lnTo>
                  <a:pt x="480" y="400"/>
                </a:lnTo>
                <a:lnTo>
                  <a:pt x="481" y="400"/>
                </a:lnTo>
                <a:lnTo>
                  <a:pt x="482" y="400"/>
                </a:lnTo>
                <a:lnTo>
                  <a:pt x="482" y="398"/>
                </a:lnTo>
                <a:lnTo>
                  <a:pt x="481" y="398"/>
                </a:lnTo>
                <a:lnTo>
                  <a:pt x="481" y="397"/>
                </a:lnTo>
                <a:lnTo>
                  <a:pt x="481" y="396"/>
                </a:lnTo>
                <a:lnTo>
                  <a:pt x="482" y="396"/>
                </a:lnTo>
                <a:lnTo>
                  <a:pt x="483" y="396"/>
                </a:lnTo>
                <a:lnTo>
                  <a:pt x="483" y="397"/>
                </a:lnTo>
                <a:lnTo>
                  <a:pt x="484" y="397"/>
                </a:lnTo>
                <a:lnTo>
                  <a:pt x="485" y="397"/>
                </a:lnTo>
                <a:lnTo>
                  <a:pt x="486" y="398"/>
                </a:lnTo>
                <a:lnTo>
                  <a:pt x="487" y="397"/>
                </a:lnTo>
                <a:lnTo>
                  <a:pt x="488" y="397"/>
                </a:lnTo>
                <a:lnTo>
                  <a:pt x="488" y="396"/>
                </a:lnTo>
                <a:lnTo>
                  <a:pt x="488" y="395"/>
                </a:lnTo>
                <a:lnTo>
                  <a:pt x="489" y="395"/>
                </a:lnTo>
                <a:lnTo>
                  <a:pt x="489" y="396"/>
                </a:lnTo>
                <a:lnTo>
                  <a:pt x="490" y="396"/>
                </a:lnTo>
                <a:lnTo>
                  <a:pt x="490" y="397"/>
                </a:lnTo>
                <a:lnTo>
                  <a:pt x="490" y="398"/>
                </a:lnTo>
                <a:lnTo>
                  <a:pt x="489" y="398"/>
                </a:lnTo>
                <a:lnTo>
                  <a:pt x="489" y="400"/>
                </a:lnTo>
                <a:lnTo>
                  <a:pt x="490" y="400"/>
                </a:lnTo>
                <a:lnTo>
                  <a:pt x="490" y="398"/>
                </a:lnTo>
                <a:lnTo>
                  <a:pt x="491" y="397"/>
                </a:lnTo>
                <a:lnTo>
                  <a:pt x="492" y="396"/>
                </a:lnTo>
                <a:lnTo>
                  <a:pt x="493" y="396"/>
                </a:lnTo>
                <a:lnTo>
                  <a:pt x="493" y="395"/>
                </a:lnTo>
                <a:lnTo>
                  <a:pt x="494" y="395"/>
                </a:lnTo>
                <a:lnTo>
                  <a:pt x="495" y="395"/>
                </a:lnTo>
                <a:lnTo>
                  <a:pt x="494" y="395"/>
                </a:lnTo>
                <a:lnTo>
                  <a:pt x="494" y="394"/>
                </a:lnTo>
                <a:lnTo>
                  <a:pt x="494" y="393"/>
                </a:lnTo>
                <a:lnTo>
                  <a:pt x="495" y="392"/>
                </a:lnTo>
                <a:lnTo>
                  <a:pt x="496" y="392"/>
                </a:lnTo>
                <a:lnTo>
                  <a:pt x="497" y="391"/>
                </a:lnTo>
                <a:lnTo>
                  <a:pt x="498" y="389"/>
                </a:lnTo>
                <a:lnTo>
                  <a:pt x="499" y="389"/>
                </a:lnTo>
                <a:lnTo>
                  <a:pt x="499" y="388"/>
                </a:lnTo>
                <a:lnTo>
                  <a:pt x="499" y="387"/>
                </a:lnTo>
                <a:lnTo>
                  <a:pt x="501" y="387"/>
                </a:lnTo>
                <a:lnTo>
                  <a:pt x="501" y="388"/>
                </a:lnTo>
                <a:lnTo>
                  <a:pt x="502" y="388"/>
                </a:lnTo>
                <a:lnTo>
                  <a:pt x="502" y="389"/>
                </a:lnTo>
                <a:lnTo>
                  <a:pt x="501" y="388"/>
                </a:lnTo>
                <a:lnTo>
                  <a:pt x="501" y="389"/>
                </a:lnTo>
                <a:lnTo>
                  <a:pt x="500" y="389"/>
                </a:lnTo>
                <a:lnTo>
                  <a:pt x="500" y="390"/>
                </a:lnTo>
                <a:lnTo>
                  <a:pt x="499" y="390"/>
                </a:lnTo>
                <a:lnTo>
                  <a:pt x="498" y="390"/>
                </a:lnTo>
                <a:lnTo>
                  <a:pt x="498" y="391"/>
                </a:lnTo>
                <a:lnTo>
                  <a:pt x="498" y="392"/>
                </a:lnTo>
                <a:lnTo>
                  <a:pt x="497" y="392"/>
                </a:lnTo>
                <a:lnTo>
                  <a:pt x="497" y="393"/>
                </a:lnTo>
                <a:lnTo>
                  <a:pt x="496" y="394"/>
                </a:lnTo>
                <a:lnTo>
                  <a:pt x="495" y="394"/>
                </a:lnTo>
                <a:lnTo>
                  <a:pt x="495" y="395"/>
                </a:lnTo>
                <a:lnTo>
                  <a:pt x="496" y="395"/>
                </a:lnTo>
                <a:lnTo>
                  <a:pt x="497" y="395"/>
                </a:lnTo>
                <a:lnTo>
                  <a:pt x="497" y="396"/>
                </a:lnTo>
                <a:lnTo>
                  <a:pt x="498" y="396"/>
                </a:lnTo>
                <a:lnTo>
                  <a:pt x="498" y="397"/>
                </a:lnTo>
                <a:lnTo>
                  <a:pt x="498" y="398"/>
                </a:lnTo>
                <a:lnTo>
                  <a:pt x="497" y="398"/>
                </a:lnTo>
                <a:lnTo>
                  <a:pt x="497" y="400"/>
                </a:lnTo>
                <a:lnTo>
                  <a:pt x="497" y="401"/>
                </a:lnTo>
                <a:lnTo>
                  <a:pt x="498" y="401"/>
                </a:lnTo>
                <a:lnTo>
                  <a:pt x="498" y="402"/>
                </a:lnTo>
                <a:lnTo>
                  <a:pt x="498" y="403"/>
                </a:lnTo>
                <a:lnTo>
                  <a:pt x="499" y="405"/>
                </a:lnTo>
                <a:lnTo>
                  <a:pt x="500" y="407"/>
                </a:lnTo>
                <a:lnTo>
                  <a:pt x="500" y="409"/>
                </a:lnTo>
                <a:lnTo>
                  <a:pt x="500" y="410"/>
                </a:lnTo>
                <a:lnTo>
                  <a:pt x="500" y="411"/>
                </a:lnTo>
                <a:lnTo>
                  <a:pt x="500" y="412"/>
                </a:lnTo>
                <a:lnTo>
                  <a:pt x="500" y="413"/>
                </a:lnTo>
                <a:lnTo>
                  <a:pt x="501" y="414"/>
                </a:lnTo>
                <a:lnTo>
                  <a:pt x="500" y="415"/>
                </a:lnTo>
                <a:lnTo>
                  <a:pt x="501" y="417"/>
                </a:lnTo>
                <a:lnTo>
                  <a:pt x="501" y="418"/>
                </a:lnTo>
                <a:lnTo>
                  <a:pt x="501" y="419"/>
                </a:lnTo>
                <a:lnTo>
                  <a:pt x="502" y="420"/>
                </a:lnTo>
                <a:lnTo>
                  <a:pt x="502" y="421"/>
                </a:lnTo>
                <a:lnTo>
                  <a:pt x="501" y="421"/>
                </a:lnTo>
                <a:lnTo>
                  <a:pt x="501" y="422"/>
                </a:lnTo>
                <a:lnTo>
                  <a:pt x="501" y="424"/>
                </a:lnTo>
                <a:lnTo>
                  <a:pt x="501" y="425"/>
                </a:lnTo>
                <a:lnTo>
                  <a:pt x="502" y="426"/>
                </a:lnTo>
                <a:lnTo>
                  <a:pt x="502" y="427"/>
                </a:lnTo>
                <a:lnTo>
                  <a:pt x="502" y="428"/>
                </a:lnTo>
                <a:lnTo>
                  <a:pt x="503" y="429"/>
                </a:lnTo>
                <a:lnTo>
                  <a:pt x="503" y="430"/>
                </a:lnTo>
                <a:lnTo>
                  <a:pt x="503" y="431"/>
                </a:lnTo>
                <a:lnTo>
                  <a:pt x="503" y="432"/>
                </a:lnTo>
                <a:lnTo>
                  <a:pt x="503" y="433"/>
                </a:lnTo>
                <a:lnTo>
                  <a:pt x="503" y="434"/>
                </a:lnTo>
                <a:lnTo>
                  <a:pt x="503" y="435"/>
                </a:lnTo>
                <a:lnTo>
                  <a:pt x="503" y="436"/>
                </a:lnTo>
                <a:lnTo>
                  <a:pt x="502" y="436"/>
                </a:lnTo>
                <a:lnTo>
                  <a:pt x="502" y="437"/>
                </a:lnTo>
                <a:lnTo>
                  <a:pt x="503" y="438"/>
                </a:lnTo>
                <a:lnTo>
                  <a:pt x="503" y="439"/>
                </a:lnTo>
                <a:lnTo>
                  <a:pt x="504" y="439"/>
                </a:lnTo>
                <a:lnTo>
                  <a:pt x="504" y="440"/>
                </a:lnTo>
                <a:lnTo>
                  <a:pt x="503" y="441"/>
                </a:lnTo>
                <a:lnTo>
                  <a:pt x="502" y="441"/>
                </a:lnTo>
                <a:lnTo>
                  <a:pt x="502" y="442"/>
                </a:lnTo>
                <a:lnTo>
                  <a:pt x="502" y="443"/>
                </a:lnTo>
                <a:lnTo>
                  <a:pt x="502" y="444"/>
                </a:lnTo>
                <a:lnTo>
                  <a:pt x="502" y="445"/>
                </a:lnTo>
                <a:lnTo>
                  <a:pt x="502" y="446"/>
                </a:lnTo>
                <a:lnTo>
                  <a:pt x="502" y="447"/>
                </a:lnTo>
                <a:lnTo>
                  <a:pt x="503" y="448"/>
                </a:lnTo>
                <a:lnTo>
                  <a:pt x="502" y="448"/>
                </a:lnTo>
                <a:lnTo>
                  <a:pt x="502" y="449"/>
                </a:lnTo>
                <a:lnTo>
                  <a:pt x="502" y="450"/>
                </a:lnTo>
                <a:lnTo>
                  <a:pt x="501" y="451"/>
                </a:lnTo>
                <a:lnTo>
                  <a:pt x="501" y="452"/>
                </a:lnTo>
                <a:lnTo>
                  <a:pt x="501" y="453"/>
                </a:lnTo>
                <a:lnTo>
                  <a:pt x="501" y="454"/>
                </a:lnTo>
                <a:lnTo>
                  <a:pt x="502" y="454"/>
                </a:lnTo>
                <a:lnTo>
                  <a:pt x="501" y="455"/>
                </a:lnTo>
                <a:lnTo>
                  <a:pt x="502" y="455"/>
                </a:lnTo>
                <a:lnTo>
                  <a:pt x="502" y="456"/>
                </a:lnTo>
                <a:lnTo>
                  <a:pt x="502" y="457"/>
                </a:lnTo>
                <a:lnTo>
                  <a:pt x="501" y="457"/>
                </a:lnTo>
                <a:lnTo>
                  <a:pt x="501" y="458"/>
                </a:lnTo>
                <a:lnTo>
                  <a:pt x="501" y="459"/>
                </a:lnTo>
                <a:lnTo>
                  <a:pt x="500" y="459"/>
                </a:lnTo>
                <a:lnTo>
                  <a:pt x="500" y="460"/>
                </a:lnTo>
                <a:lnTo>
                  <a:pt x="499" y="460"/>
                </a:lnTo>
                <a:lnTo>
                  <a:pt x="499" y="461"/>
                </a:lnTo>
                <a:lnTo>
                  <a:pt x="500" y="461"/>
                </a:lnTo>
                <a:lnTo>
                  <a:pt x="499" y="461"/>
                </a:lnTo>
                <a:lnTo>
                  <a:pt x="499" y="462"/>
                </a:lnTo>
                <a:lnTo>
                  <a:pt x="500" y="462"/>
                </a:lnTo>
                <a:lnTo>
                  <a:pt x="499" y="462"/>
                </a:lnTo>
                <a:lnTo>
                  <a:pt x="499" y="463"/>
                </a:lnTo>
                <a:lnTo>
                  <a:pt x="499" y="464"/>
                </a:lnTo>
                <a:lnTo>
                  <a:pt x="500" y="465"/>
                </a:lnTo>
                <a:lnTo>
                  <a:pt x="501" y="466"/>
                </a:lnTo>
                <a:lnTo>
                  <a:pt x="501" y="467"/>
                </a:lnTo>
                <a:lnTo>
                  <a:pt x="501" y="468"/>
                </a:lnTo>
                <a:lnTo>
                  <a:pt x="501" y="469"/>
                </a:lnTo>
                <a:lnTo>
                  <a:pt x="500" y="469"/>
                </a:lnTo>
                <a:lnTo>
                  <a:pt x="499" y="469"/>
                </a:lnTo>
                <a:lnTo>
                  <a:pt x="499" y="470"/>
                </a:lnTo>
                <a:lnTo>
                  <a:pt x="498" y="470"/>
                </a:lnTo>
                <a:lnTo>
                  <a:pt x="497" y="470"/>
                </a:lnTo>
                <a:lnTo>
                  <a:pt x="497" y="471"/>
                </a:lnTo>
                <a:lnTo>
                  <a:pt x="496" y="471"/>
                </a:lnTo>
                <a:lnTo>
                  <a:pt x="496" y="470"/>
                </a:lnTo>
                <a:lnTo>
                  <a:pt x="495" y="469"/>
                </a:lnTo>
                <a:lnTo>
                  <a:pt x="495" y="470"/>
                </a:lnTo>
                <a:lnTo>
                  <a:pt x="494" y="470"/>
                </a:lnTo>
                <a:lnTo>
                  <a:pt x="494" y="471"/>
                </a:lnTo>
                <a:lnTo>
                  <a:pt x="494" y="470"/>
                </a:lnTo>
                <a:lnTo>
                  <a:pt x="493" y="471"/>
                </a:lnTo>
                <a:lnTo>
                  <a:pt x="492" y="472"/>
                </a:lnTo>
                <a:lnTo>
                  <a:pt x="492" y="471"/>
                </a:lnTo>
                <a:lnTo>
                  <a:pt x="491" y="471"/>
                </a:lnTo>
                <a:lnTo>
                  <a:pt x="492" y="471"/>
                </a:lnTo>
                <a:lnTo>
                  <a:pt x="491" y="471"/>
                </a:lnTo>
                <a:lnTo>
                  <a:pt x="490" y="471"/>
                </a:lnTo>
                <a:lnTo>
                  <a:pt x="490" y="470"/>
                </a:lnTo>
                <a:lnTo>
                  <a:pt x="488" y="469"/>
                </a:lnTo>
                <a:lnTo>
                  <a:pt x="488" y="470"/>
                </a:lnTo>
                <a:lnTo>
                  <a:pt x="487" y="470"/>
                </a:lnTo>
                <a:lnTo>
                  <a:pt x="486" y="470"/>
                </a:lnTo>
                <a:lnTo>
                  <a:pt x="485" y="470"/>
                </a:lnTo>
                <a:lnTo>
                  <a:pt x="485" y="471"/>
                </a:lnTo>
                <a:lnTo>
                  <a:pt x="485" y="472"/>
                </a:lnTo>
                <a:lnTo>
                  <a:pt x="484" y="472"/>
                </a:lnTo>
                <a:lnTo>
                  <a:pt x="483" y="471"/>
                </a:lnTo>
                <a:lnTo>
                  <a:pt x="482" y="471"/>
                </a:lnTo>
                <a:lnTo>
                  <a:pt x="481" y="471"/>
                </a:lnTo>
                <a:lnTo>
                  <a:pt x="481" y="470"/>
                </a:lnTo>
                <a:lnTo>
                  <a:pt x="480" y="470"/>
                </a:lnTo>
                <a:lnTo>
                  <a:pt x="479" y="471"/>
                </a:lnTo>
                <a:lnTo>
                  <a:pt x="479" y="472"/>
                </a:lnTo>
                <a:lnTo>
                  <a:pt x="478" y="472"/>
                </a:lnTo>
                <a:lnTo>
                  <a:pt x="477" y="472"/>
                </a:lnTo>
                <a:lnTo>
                  <a:pt x="476" y="472"/>
                </a:lnTo>
                <a:lnTo>
                  <a:pt x="476" y="473"/>
                </a:lnTo>
                <a:lnTo>
                  <a:pt x="475" y="474"/>
                </a:lnTo>
                <a:lnTo>
                  <a:pt x="474" y="474"/>
                </a:lnTo>
                <a:lnTo>
                  <a:pt x="474" y="475"/>
                </a:lnTo>
                <a:lnTo>
                  <a:pt x="473" y="475"/>
                </a:lnTo>
                <a:lnTo>
                  <a:pt x="472" y="475"/>
                </a:lnTo>
                <a:lnTo>
                  <a:pt x="472" y="476"/>
                </a:lnTo>
                <a:lnTo>
                  <a:pt x="471" y="476"/>
                </a:lnTo>
                <a:lnTo>
                  <a:pt x="472" y="476"/>
                </a:lnTo>
                <a:lnTo>
                  <a:pt x="472" y="477"/>
                </a:lnTo>
                <a:lnTo>
                  <a:pt x="471" y="477"/>
                </a:lnTo>
                <a:lnTo>
                  <a:pt x="470" y="477"/>
                </a:lnTo>
                <a:lnTo>
                  <a:pt x="469" y="478"/>
                </a:lnTo>
                <a:lnTo>
                  <a:pt x="469" y="479"/>
                </a:lnTo>
                <a:lnTo>
                  <a:pt x="468" y="479"/>
                </a:lnTo>
                <a:lnTo>
                  <a:pt x="468" y="478"/>
                </a:lnTo>
                <a:lnTo>
                  <a:pt x="467" y="478"/>
                </a:lnTo>
                <a:lnTo>
                  <a:pt x="466" y="478"/>
                </a:lnTo>
                <a:lnTo>
                  <a:pt x="466" y="479"/>
                </a:lnTo>
                <a:lnTo>
                  <a:pt x="465" y="479"/>
                </a:lnTo>
                <a:lnTo>
                  <a:pt x="465" y="480"/>
                </a:lnTo>
                <a:lnTo>
                  <a:pt x="464" y="480"/>
                </a:lnTo>
                <a:lnTo>
                  <a:pt x="464" y="481"/>
                </a:lnTo>
                <a:lnTo>
                  <a:pt x="463" y="481"/>
                </a:lnTo>
                <a:lnTo>
                  <a:pt x="463" y="482"/>
                </a:lnTo>
                <a:lnTo>
                  <a:pt x="462" y="482"/>
                </a:lnTo>
                <a:lnTo>
                  <a:pt x="462" y="483"/>
                </a:lnTo>
                <a:lnTo>
                  <a:pt x="463" y="483"/>
                </a:lnTo>
                <a:lnTo>
                  <a:pt x="462" y="483"/>
                </a:lnTo>
                <a:lnTo>
                  <a:pt x="462" y="484"/>
                </a:lnTo>
                <a:lnTo>
                  <a:pt x="462" y="485"/>
                </a:lnTo>
                <a:lnTo>
                  <a:pt x="463" y="485"/>
                </a:lnTo>
                <a:lnTo>
                  <a:pt x="463" y="486"/>
                </a:lnTo>
                <a:lnTo>
                  <a:pt x="463" y="487"/>
                </a:lnTo>
                <a:lnTo>
                  <a:pt x="462" y="488"/>
                </a:lnTo>
                <a:lnTo>
                  <a:pt x="461" y="488"/>
                </a:lnTo>
                <a:lnTo>
                  <a:pt x="460" y="488"/>
                </a:lnTo>
                <a:lnTo>
                  <a:pt x="460" y="489"/>
                </a:lnTo>
                <a:lnTo>
                  <a:pt x="459" y="489"/>
                </a:lnTo>
                <a:lnTo>
                  <a:pt x="459" y="490"/>
                </a:lnTo>
                <a:lnTo>
                  <a:pt x="458" y="490"/>
                </a:lnTo>
                <a:lnTo>
                  <a:pt x="459" y="491"/>
                </a:lnTo>
                <a:lnTo>
                  <a:pt x="458" y="491"/>
                </a:lnTo>
                <a:lnTo>
                  <a:pt x="458" y="492"/>
                </a:lnTo>
                <a:lnTo>
                  <a:pt x="457" y="492"/>
                </a:lnTo>
                <a:lnTo>
                  <a:pt x="458" y="492"/>
                </a:lnTo>
                <a:lnTo>
                  <a:pt x="458" y="493"/>
                </a:lnTo>
                <a:lnTo>
                  <a:pt x="457" y="493"/>
                </a:lnTo>
                <a:lnTo>
                  <a:pt x="457" y="494"/>
                </a:lnTo>
                <a:lnTo>
                  <a:pt x="457" y="495"/>
                </a:lnTo>
                <a:lnTo>
                  <a:pt x="457" y="496"/>
                </a:lnTo>
                <a:lnTo>
                  <a:pt x="456" y="496"/>
                </a:lnTo>
                <a:lnTo>
                  <a:pt x="456" y="497"/>
                </a:lnTo>
                <a:lnTo>
                  <a:pt x="455" y="497"/>
                </a:lnTo>
                <a:lnTo>
                  <a:pt x="454" y="498"/>
                </a:lnTo>
                <a:lnTo>
                  <a:pt x="453" y="498"/>
                </a:lnTo>
                <a:lnTo>
                  <a:pt x="453" y="499"/>
                </a:lnTo>
                <a:lnTo>
                  <a:pt x="452" y="499"/>
                </a:lnTo>
                <a:lnTo>
                  <a:pt x="452" y="500"/>
                </a:lnTo>
                <a:lnTo>
                  <a:pt x="453" y="500"/>
                </a:lnTo>
                <a:lnTo>
                  <a:pt x="452" y="500"/>
                </a:lnTo>
                <a:lnTo>
                  <a:pt x="452" y="501"/>
                </a:lnTo>
                <a:lnTo>
                  <a:pt x="453" y="501"/>
                </a:lnTo>
                <a:lnTo>
                  <a:pt x="453" y="502"/>
                </a:lnTo>
                <a:lnTo>
                  <a:pt x="453" y="503"/>
                </a:lnTo>
                <a:lnTo>
                  <a:pt x="454" y="503"/>
                </a:lnTo>
                <a:lnTo>
                  <a:pt x="454" y="504"/>
                </a:lnTo>
                <a:lnTo>
                  <a:pt x="454" y="505"/>
                </a:lnTo>
                <a:lnTo>
                  <a:pt x="453" y="505"/>
                </a:lnTo>
                <a:lnTo>
                  <a:pt x="454" y="505"/>
                </a:lnTo>
                <a:lnTo>
                  <a:pt x="453" y="506"/>
                </a:lnTo>
                <a:lnTo>
                  <a:pt x="453" y="507"/>
                </a:lnTo>
                <a:lnTo>
                  <a:pt x="453" y="508"/>
                </a:lnTo>
                <a:lnTo>
                  <a:pt x="452" y="508"/>
                </a:lnTo>
                <a:lnTo>
                  <a:pt x="451" y="509"/>
                </a:lnTo>
                <a:lnTo>
                  <a:pt x="450" y="509"/>
                </a:lnTo>
                <a:lnTo>
                  <a:pt x="449" y="509"/>
                </a:lnTo>
                <a:lnTo>
                  <a:pt x="448" y="509"/>
                </a:lnTo>
                <a:lnTo>
                  <a:pt x="448" y="510"/>
                </a:lnTo>
                <a:lnTo>
                  <a:pt x="447" y="510"/>
                </a:lnTo>
                <a:lnTo>
                  <a:pt x="447" y="511"/>
                </a:lnTo>
                <a:lnTo>
                  <a:pt x="446" y="511"/>
                </a:lnTo>
                <a:lnTo>
                  <a:pt x="446" y="510"/>
                </a:lnTo>
                <a:lnTo>
                  <a:pt x="446" y="509"/>
                </a:lnTo>
                <a:lnTo>
                  <a:pt x="445" y="509"/>
                </a:lnTo>
                <a:lnTo>
                  <a:pt x="444" y="509"/>
                </a:lnTo>
                <a:lnTo>
                  <a:pt x="443" y="509"/>
                </a:lnTo>
                <a:lnTo>
                  <a:pt x="443" y="510"/>
                </a:lnTo>
                <a:lnTo>
                  <a:pt x="442" y="510"/>
                </a:lnTo>
                <a:lnTo>
                  <a:pt x="441" y="510"/>
                </a:lnTo>
                <a:lnTo>
                  <a:pt x="441" y="509"/>
                </a:lnTo>
                <a:lnTo>
                  <a:pt x="442" y="509"/>
                </a:lnTo>
                <a:lnTo>
                  <a:pt x="442" y="508"/>
                </a:lnTo>
                <a:lnTo>
                  <a:pt x="442" y="507"/>
                </a:lnTo>
                <a:lnTo>
                  <a:pt x="441" y="507"/>
                </a:lnTo>
                <a:lnTo>
                  <a:pt x="440" y="507"/>
                </a:lnTo>
                <a:lnTo>
                  <a:pt x="440" y="506"/>
                </a:lnTo>
                <a:lnTo>
                  <a:pt x="439" y="506"/>
                </a:lnTo>
                <a:lnTo>
                  <a:pt x="438" y="505"/>
                </a:lnTo>
                <a:lnTo>
                  <a:pt x="438" y="504"/>
                </a:lnTo>
                <a:lnTo>
                  <a:pt x="437" y="504"/>
                </a:lnTo>
                <a:lnTo>
                  <a:pt x="438" y="504"/>
                </a:lnTo>
                <a:lnTo>
                  <a:pt x="438" y="503"/>
                </a:lnTo>
                <a:lnTo>
                  <a:pt x="438" y="502"/>
                </a:lnTo>
                <a:lnTo>
                  <a:pt x="439" y="502"/>
                </a:lnTo>
                <a:lnTo>
                  <a:pt x="439" y="501"/>
                </a:lnTo>
                <a:lnTo>
                  <a:pt x="438" y="501"/>
                </a:lnTo>
                <a:lnTo>
                  <a:pt x="438" y="500"/>
                </a:lnTo>
                <a:lnTo>
                  <a:pt x="438" y="499"/>
                </a:lnTo>
                <a:lnTo>
                  <a:pt x="439" y="498"/>
                </a:lnTo>
                <a:lnTo>
                  <a:pt x="438" y="498"/>
                </a:lnTo>
                <a:lnTo>
                  <a:pt x="438" y="497"/>
                </a:lnTo>
                <a:lnTo>
                  <a:pt x="439" y="497"/>
                </a:lnTo>
                <a:lnTo>
                  <a:pt x="439" y="496"/>
                </a:lnTo>
                <a:lnTo>
                  <a:pt x="439" y="495"/>
                </a:lnTo>
                <a:lnTo>
                  <a:pt x="440" y="495"/>
                </a:lnTo>
                <a:lnTo>
                  <a:pt x="439" y="494"/>
                </a:lnTo>
                <a:lnTo>
                  <a:pt x="440" y="494"/>
                </a:lnTo>
                <a:lnTo>
                  <a:pt x="440" y="493"/>
                </a:lnTo>
                <a:lnTo>
                  <a:pt x="439" y="493"/>
                </a:lnTo>
                <a:lnTo>
                  <a:pt x="438" y="493"/>
                </a:lnTo>
                <a:lnTo>
                  <a:pt x="438" y="492"/>
                </a:lnTo>
                <a:lnTo>
                  <a:pt x="437" y="492"/>
                </a:lnTo>
                <a:lnTo>
                  <a:pt x="436" y="492"/>
                </a:lnTo>
                <a:lnTo>
                  <a:pt x="436" y="491"/>
                </a:lnTo>
                <a:lnTo>
                  <a:pt x="435" y="491"/>
                </a:lnTo>
                <a:lnTo>
                  <a:pt x="435" y="490"/>
                </a:lnTo>
                <a:lnTo>
                  <a:pt x="435" y="489"/>
                </a:lnTo>
                <a:lnTo>
                  <a:pt x="434" y="488"/>
                </a:lnTo>
                <a:lnTo>
                  <a:pt x="433" y="488"/>
                </a:lnTo>
                <a:lnTo>
                  <a:pt x="432" y="488"/>
                </a:lnTo>
                <a:lnTo>
                  <a:pt x="431" y="488"/>
                </a:lnTo>
                <a:lnTo>
                  <a:pt x="430" y="488"/>
                </a:lnTo>
                <a:lnTo>
                  <a:pt x="430" y="489"/>
                </a:lnTo>
                <a:lnTo>
                  <a:pt x="430" y="490"/>
                </a:lnTo>
                <a:lnTo>
                  <a:pt x="430" y="491"/>
                </a:lnTo>
                <a:lnTo>
                  <a:pt x="429" y="491"/>
                </a:lnTo>
                <a:lnTo>
                  <a:pt x="429" y="492"/>
                </a:lnTo>
                <a:lnTo>
                  <a:pt x="428" y="492"/>
                </a:lnTo>
                <a:lnTo>
                  <a:pt x="428" y="493"/>
                </a:lnTo>
                <a:lnTo>
                  <a:pt x="429" y="493"/>
                </a:lnTo>
                <a:lnTo>
                  <a:pt x="428" y="494"/>
                </a:lnTo>
                <a:lnTo>
                  <a:pt x="428" y="495"/>
                </a:lnTo>
                <a:lnTo>
                  <a:pt x="429" y="495"/>
                </a:lnTo>
                <a:lnTo>
                  <a:pt x="429" y="496"/>
                </a:lnTo>
                <a:lnTo>
                  <a:pt x="428" y="496"/>
                </a:lnTo>
                <a:lnTo>
                  <a:pt x="427" y="497"/>
                </a:lnTo>
                <a:lnTo>
                  <a:pt x="428" y="497"/>
                </a:lnTo>
                <a:lnTo>
                  <a:pt x="427" y="497"/>
                </a:lnTo>
                <a:lnTo>
                  <a:pt x="427" y="498"/>
                </a:lnTo>
                <a:lnTo>
                  <a:pt x="426" y="498"/>
                </a:lnTo>
                <a:lnTo>
                  <a:pt x="425" y="497"/>
                </a:lnTo>
                <a:lnTo>
                  <a:pt x="424" y="497"/>
                </a:lnTo>
                <a:lnTo>
                  <a:pt x="423" y="497"/>
                </a:lnTo>
                <a:lnTo>
                  <a:pt x="422" y="497"/>
                </a:lnTo>
                <a:lnTo>
                  <a:pt x="422" y="496"/>
                </a:lnTo>
                <a:lnTo>
                  <a:pt x="421" y="496"/>
                </a:lnTo>
                <a:lnTo>
                  <a:pt x="422" y="496"/>
                </a:lnTo>
                <a:lnTo>
                  <a:pt x="421" y="496"/>
                </a:lnTo>
                <a:lnTo>
                  <a:pt x="420" y="497"/>
                </a:lnTo>
                <a:lnTo>
                  <a:pt x="420" y="498"/>
                </a:lnTo>
                <a:lnTo>
                  <a:pt x="419" y="498"/>
                </a:lnTo>
                <a:lnTo>
                  <a:pt x="419" y="499"/>
                </a:lnTo>
                <a:lnTo>
                  <a:pt x="420" y="500"/>
                </a:lnTo>
                <a:lnTo>
                  <a:pt x="419" y="500"/>
                </a:lnTo>
                <a:lnTo>
                  <a:pt x="419" y="501"/>
                </a:lnTo>
                <a:lnTo>
                  <a:pt x="419" y="502"/>
                </a:lnTo>
                <a:lnTo>
                  <a:pt x="418" y="502"/>
                </a:lnTo>
                <a:lnTo>
                  <a:pt x="418" y="501"/>
                </a:lnTo>
                <a:lnTo>
                  <a:pt x="417" y="501"/>
                </a:lnTo>
                <a:lnTo>
                  <a:pt x="417" y="500"/>
                </a:lnTo>
                <a:lnTo>
                  <a:pt x="417" y="499"/>
                </a:lnTo>
                <a:lnTo>
                  <a:pt x="416" y="499"/>
                </a:lnTo>
                <a:lnTo>
                  <a:pt x="415" y="499"/>
                </a:lnTo>
                <a:lnTo>
                  <a:pt x="415" y="500"/>
                </a:lnTo>
                <a:lnTo>
                  <a:pt x="414" y="500"/>
                </a:lnTo>
                <a:lnTo>
                  <a:pt x="414" y="501"/>
                </a:lnTo>
                <a:lnTo>
                  <a:pt x="413" y="501"/>
                </a:lnTo>
                <a:lnTo>
                  <a:pt x="413" y="502"/>
                </a:lnTo>
                <a:lnTo>
                  <a:pt x="413" y="501"/>
                </a:lnTo>
                <a:lnTo>
                  <a:pt x="412" y="501"/>
                </a:lnTo>
                <a:lnTo>
                  <a:pt x="412" y="500"/>
                </a:lnTo>
                <a:lnTo>
                  <a:pt x="411" y="501"/>
                </a:lnTo>
                <a:lnTo>
                  <a:pt x="410" y="501"/>
                </a:lnTo>
                <a:lnTo>
                  <a:pt x="409" y="501"/>
                </a:lnTo>
                <a:lnTo>
                  <a:pt x="409" y="502"/>
                </a:lnTo>
                <a:lnTo>
                  <a:pt x="408" y="502"/>
                </a:lnTo>
                <a:lnTo>
                  <a:pt x="408" y="501"/>
                </a:lnTo>
                <a:lnTo>
                  <a:pt x="407" y="501"/>
                </a:lnTo>
                <a:lnTo>
                  <a:pt x="406" y="501"/>
                </a:lnTo>
                <a:lnTo>
                  <a:pt x="405" y="501"/>
                </a:lnTo>
                <a:lnTo>
                  <a:pt x="405" y="502"/>
                </a:lnTo>
                <a:lnTo>
                  <a:pt x="404" y="503"/>
                </a:lnTo>
                <a:lnTo>
                  <a:pt x="403" y="503"/>
                </a:lnTo>
                <a:lnTo>
                  <a:pt x="404" y="503"/>
                </a:lnTo>
                <a:lnTo>
                  <a:pt x="403" y="502"/>
                </a:lnTo>
                <a:lnTo>
                  <a:pt x="403" y="501"/>
                </a:lnTo>
                <a:lnTo>
                  <a:pt x="402" y="501"/>
                </a:lnTo>
                <a:lnTo>
                  <a:pt x="401" y="501"/>
                </a:lnTo>
                <a:lnTo>
                  <a:pt x="400" y="501"/>
                </a:lnTo>
                <a:lnTo>
                  <a:pt x="400" y="500"/>
                </a:lnTo>
                <a:lnTo>
                  <a:pt x="399" y="500"/>
                </a:lnTo>
                <a:lnTo>
                  <a:pt x="399" y="499"/>
                </a:lnTo>
                <a:lnTo>
                  <a:pt x="398" y="499"/>
                </a:lnTo>
                <a:lnTo>
                  <a:pt x="398" y="498"/>
                </a:lnTo>
                <a:lnTo>
                  <a:pt x="399" y="498"/>
                </a:lnTo>
                <a:lnTo>
                  <a:pt x="398" y="497"/>
                </a:lnTo>
                <a:lnTo>
                  <a:pt x="399" y="497"/>
                </a:lnTo>
                <a:lnTo>
                  <a:pt x="399" y="496"/>
                </a:lnTo>
                <a:lnTo>
                  <a:pt x="399" y="497"/>
                </a:lnTo>
                <a:lnTo>
                  <a:pt x="400" y="497"/>
                </a:lnTo>
                <a:lnTo>
                  <a:pt x="400" y="496"/>
                </a:lnTo>
                <a:lnTo>
                  <a:pt x="399" y="496"/>
                </a:lnTo>
                <a:lnTo>
                  <a:pt x="398" y="497"/>
                </a:lnTo>
                <a:lnTo>
                  <a:pt x="398" y="496"/>
                </a:lnTo>
                <a:lnTo>
                  <a:pt x="397" y="496"/>
                </a:lnTo>
                <a:lnTo>
                  <a:pt x="396" y="496"/>
                </a:lnTo>
                <a:lnTo>
                  <a:pt x="395" y="496"/>
                </a:lnTo>
                <a:lnTo>
                  <a:pt x="394" y="496"/>
                </a:lnTo>
                <a:lnTo>
                  <a:pt x="394" y="497"/>
                </a:lnTo>
                <a:lnTo>
                  <a:pt x="393" y="496"/>
                </a:lnTo>
                <a:lnTo>
                  <a:pt x="392" y="496"/>
                </a:lnTo>
                <a:lnTo>
                  <a:pt x="391" y="496"/>
                </a:lnTo>
                <a:lnTo>
                  <a:pt x="391" y="495"/>
                </a:lnTo>
                <a:lnTo>
                  <a:pt x="392" y="495"/>
                </a:lnTo>
                <a:lnTo>
                  <a:pt x="392" y="494"/>
                </a:lnTo>
                <a:lnTo>
                  <a:pt x="391" y="494"/>
                </a:lnTo>
                <a:lnTo>
                  <a:pt x="390" y="494"/>
                </a:lnTo>
                <a:lnTo>
                  <a:pt x="389" y="494"/>
                </a:lnTo>
                <a:lnTo>
                  <a:pt x="389" y="493"/>
                </a:lnTo>
                <a:lnTo>
                  <a:pt x="388" y="493"/>
                </a:lnTo>
                <a:lnTo>
                  <a:pt x="388" y="492"/>
                </a:lnTo>
                <a:lnTo>
                  <a:pt x="388" y="491"/>
                </a:lnTo>
                <a:lnTo>
                  <a:pt x="387" y="491"/>
                </a:lnTo>
                <a:lnTo>
                  <a:pt x="387" y="490"/>
                </a:lnTo>
                <a:lnTo>
                  <a:pt x="386" y="490"/>
                </a:lnTo>
                <a:lnTo>
                  <a:pt x="385" y="490"/>
                </a:lnTo>
                <a:lnTo>
                  <a:pt x="384" y="490"/>
                </a:lnTo>
                <a:lnTo>
                  <a:pt x="384" y="491"/>
                </a:lnTo>
                <a:lnTo>
                  <a:pt x="383" y="491"/>
                </a:lnTo>
                <a:lnTo>
                  <a:pt x="382" y="491"/>
                </a:lnTo>
                <a:lnTo>
                  <a:pt x="382" y="492"/>
                </a:lnTo>
                <a:lnTo>
                  <a:pt x="381" y="492"/>
                </a:lnTo>
                <a:lnTo>
                  <a:pt x="380" y="492"/>
                </a:lnTo>
                <a:lnTo>
                  <a:pt x="380" y="493"/>
                </a:lnTo>
                <a:lnTo>
                  <a:pt x="379" y="492"/>
                </a:lnTo>
                <a:lnTo>
                  <a:pt x="379" y="491"/>
                </a:lnTo>
                <a:lnTo>
                  <a:pt x="379" y="490"/>
                </a:lnTo>
                <a:lnTo>
                  <a:pt x="379" y="489"/>
                </a:lnTo>
                <a:lnTo>
                  <a:pt x="379" y="488"/>
                </a:lnTo>
                <a:lnTo>
                  <a:pt x="378" y="488"/>
                </a:lnTo>
                <a:lnTo>
                  <a:pt x="378" y="487"/>
                </a:lnTo>
                <a:lnTo>
                  <a:pt x="378" y="486"/>
                </a:lnTo>
                <a:lnTo>
                  <a:pt x="378" y="485"/>
                </a:lnTo>
                <a:lnTo>
                  <a:pt x="378" y="484"/>
                </a:lnTo>
                <a:lnTo>
                  <a:pt x="379" y="484"/>
                </a:lnTo>
                <a:lnTo>
                  <a:pt x="379" y="483"/>
                </a:lnTo>
                <a:lnTo>
                  <a:pt x="379" y="482"/>
                </a:lnTo>
                <a:lnTo>
                  <a:pt x="380" y="482"/>
                </a:lnTo>
                <a:lnTo>
                  <a:pt x="380" y="481"/>
                </a:lnTo>
                <a:lnTo>
                  <a:pt x="380" y="480"/>
                </a:lnTo>
                <a:lnTo>
                  <a:pt x="381" y="479"/>
                </a:lnTo>
                <a:lnTo>
                  <a:pt x="382" y="479"/>
                </a:lnTo>
                <a:lnTo>
                  <a:pt x="382" y="478"/>
                </a:lnTo>
                <a:lnTo>
                  <a:pt x="381" y="478"/>
                </a:lnTo>
                <a:lnTo>
                  <a:pt x="381" y="477"/>
                </a:lnTo>
                <a:lnTo>
                  <a:pt x="381" y="476"/>
                </a:lnTo>
                <a:lnTo>
                  <a:pt x="381" y="475"/>
                </a:lnTo>
                <a:lnTo>
                  <a:pt x="381" y="474"/>
                </a:lnTo>
                <a:lnTo>
                  <a:pt x="381" y="473"/>
                </a:lnTo>
                <a:lnTo>
                  <a:pt x="382" y="473"/>
                </a:lnTo>
                <a:lnTo>
                  <a:pt x="381" y="472"/>
                </a:lnTo>
                <a:lnTo>
                  <a:pt x="381" y="471"/>
                </a:lnTo>
                <a:lnTo>
                  <a:pt x="381" y="472"/>
                </a:lnTo>
                <a:lnTo>
                  <a:pt x="380" y="472"/>
                </a:lnTo>
                <a:lnTo>
                  <a:pt x="380" y="471"/>
                </a:lnTo>
                <a:lnTo>
                  <a:pt x="379" y="471"/>
                </a:lnTo>
                <a:lnTo>
                  <a:pt x="378" y="471"/>
                </a:lnTo>
                <a:lnTo>
                  <a:pt x="378" y="472"/>
                </a:lnTo>
                <a:lnTo>
                  <a:pt x="379" y="472"/>
                </a:lnTo>
                <a:lnTo>
                  <a:pt x="378" y="472"/>
                </a:lnTo>
                <a:lnTo>
                  <a:pt x="378" y="473"/>
                </a:lnTo>
                <a:lnTo>
                  <a:pt x="377" y="474"/>
                </a:lnTo>
                <a:lnTo>
                  <a:pt x="376" y="473"/>
                </a:lnTo>
                <a:lnTo>
                  <a:pt x="377" y="473"/>
                </a:lnTo>
                <a:lnTo>
                  <a:pt x="376" y="473"/>
                </a:lnTo>
                <a:lnTo>
                  <a:pt x="376" y="472"/>
                </a:lnTo>
                <a:lnTo>
                  <a:pt x="375" y="471"/>
                </a:lnTo>
                <a:lnTo>
                  <a:pt x="374" y="471"/>
                </a:lnTo>
                <a:lnTo>
                  <a:pt x="374" y="472"/>
                </a:lnTo>
                <a:lnTo>
                  <a:pt x="374" y="473"/>
                </a:lnTo>
                <a:lnTo>
                  <a:pt x="373" y="473"/>
                </a:lnTo>
                <a:lnTo>
                  <a:pt x="374" y="473"/>
                </a:lnTo>
                <a:lnTo>
                  <a:pt x="375" y="473"/>
                </a:lnTo>
                <a:lnTo>
                  <a:pt x="375" y="474"/>
                </a:lnTo>
                <a:lnTo>
                  <a:pt x="374" y="474"/>
                </a:lnTo>
                <a:lnTo>
                  <a:pt x="373" y="474"/>
                </a:lnTo>
                <a:lnTo>
                  <a:pt x="372" y="474"/>
                </a:lnTo>
                <a:lnTo>
                  <a:pt x="371" y="474"/>
                </a:lnTo>
                <a:lnTo>
                  <a:pt x="371" y="475"/>
                </a:lnTo>
                <a:lnTo>
                  <a:pt x="370" y="475"/>
                </a:lnTo>
                <a:lnTo>
                  <a:pt x="370" y="474"/>
                </a:lnTo>
                <a:lnTo>
                  <a:pt x="369" y="474"/>
                </a:lnTo>
                <a:lnTo>
                  <a:pt x="369" y="475"/>
                </a:lnTo>
                <a:lnTo>
                  <a:pt x="368" y="475"/>
                </a:lnTo>
                <a:lnTo>
                  <a:pt x="368" y="474"/>
                </a:lnTo>
                <a:lnTo>
                  <a:pt x="367" y="474"/>
                </a:lnTo>
                <a:lnTo>
                  <a:pt x="367" y="475"/>
                </a:lnTo>
                <a:lnTo>
                  <a:pt x="366" y="475"/>
                </a:lnTo>
                <a:lnTo>
                  <a:pt x="367" y="474"/>
                </a:lnTo>
                <a:lnTo>
                  <a:pt x="366" y="474"/>
                </a:lnTo>
                <a:lnTo>
                  <a:pt x="365" y="473"/>
                </a:lnTo>
                <a:lnTo>
                  <a:pt x="364" y="474"/>
                </a:lnTo>
                <a:lnTo>
                  <a:pt x="363" y="474"/>
                </a:lnTo>
                <a:lnTo>
                  <a:pt x="362" y="473"/>
                </a:lnTo>
                <a:lnTo>
                  <a:pt x="361" y="473"/>
                </a:lnTo>
                <a:lnTo>
                  <a:pt x="360" y="472"/>
                </a:lnTo>
                <a:lnTo>
                  <a:pt x="359" y="473"/>
                </a:lnTo>
                <a:lnTo>
                  <a:pt x="358" y="473"/>
                </a:lnTo>
                <a:lnTo>
                  <a:pt x="357" y="473"/>
                </a:lnTo>
                <a:lnTo>
                  <a:pt x="356" y="473"/>
                </a:lnTo>
                <a:lnTo>
                  <a:pt x="355" y="473"/>
                </a:lnTo>
                <a:lnTo>
                  <a:pt x="355" y="472"/>
                </a:lnTo>
                <a:lnTo>
                  <a:pt x="354" y="471"/>
                </a:lnTo>
                <a:lnTo>
                  <a:pt x="353" y="471"/>
                </a:lnTo>
                <a:lnTo>
                  <a:pt x="353" y="470"/>
                </a:lnTo>
                <a:lnTo>
                  <a:pt x="352" y="469"/>
                </a:lnTo>
                <a:lnTo>
                  <a:pt x="352" y="468"/>
                </a:lnTo>
                <a:lnTo>
                  <a:pt x="352" y="467"/>
                </a:lnTo>
                <a:lnTo>
                  <a:pt x="351" y="467"/>
                </a:lnTo>
                <a:lnTo>
                  <a:pt x="351" y="466"/>
                </a:lnTo>
                <a:lnTo>
                  <a:pt x="350" y="466"/>
                </a:lnTo>
                <a:lnTo>
                  <a:pt x="350" y="465"/>
                </a:lnTo>
                <a:lnTo>
                  <a:pt x="350" y="464"/>
                </a:lnTo>
                <a:lnTo>
                  <a:pt x="349" y="464"/>
                </a:lnTo>
                <a:lnTo>
                  <a:pt x="349" y="465"/>
                </a:lnTo>
                <a:lnTo>
                  <a:pt x="348" y="465"/>
                </a:lnTo>
                <a:lnTo>
                  <a:pt x="348" y="464"/>
                </a:lnTo>
                <a:lnTo>
                  <a:pt x="347" y="463"/>
                </a:lnTo>
                <a:lnTo>
                  <a:pt x="346" y="463"/>
                </a:lnTo>
                <a:lnTo>
                  <a:pt x="345" y="462"/>
                </a:lnTo>
                <a:lnTo>
                  <a:pt x="344" y="462"/>
                </a:lnTo>
                <a:lnTo>
                  <a:pt x="344" y="463"/>
                </a:lnTo>
                <a:lnTo>
                  <a:pt x="343" y="463"/>
                </a:lnTo>
                <a:lnTo>
                  <a:pt x="343" y="464"/>
                </a:lnTo>
                <a:lnTo>
                  <a:pt x="342" y="464"/>
                </a:lnTo>
                <a:lnTo>
                  <a:pt x="341" y="464"/>
                </a:lnTo>
                <a:lnTo>
                  <a:pt x="341" y="463"/>
                </a:lnTo>
                <a:lnTo>
                  <a:pt x="341" y="464"/>
                </a:lnTo>
                <a:lnTo>
                  <a:pt x="340" y="464"/>
                </a:lnTo>
                <a:lnTo>
                  <a:pt x="340" y="465"/>
                </a:lnTo>
                <a:lnTo>
                  <a:pt x="340" y="466"/>
                </a:lnTo>
                <a:lnTo>
                  <a:pt x="339" y="466"/>
                </a:lnTo>
                <a:lnTo>
                  <a:pt x="339" y="467"/>
                </a:lnTo>
                <a:lnTo>
                  <a:pt x="338" y="467"/>
                </a:lnTo>
                <a:lnTo>
                  <a:pt x="338" y="468"/>
                </a:lnTo>
                <a:lnTo>
                  <a:pt x="337" y="468"/>
                </a:lnTo>
                <a:lnTo>
                  <a:pt x="337" y="469"/>
                </a:lnTo>
                <a:lnTo>
                  <a:pt x="337" y="470"/>
                </a:lnTo>
                <a:lnTo>
                  <a:pt x="336" y="470"/>
                </a:lnTo>
                <a:lnTo>
                  <a:pt x="335" y="470"/>
                </a:lnTo>
                <a:lnTo>
                  <a:pt x="334" y="470"/>
                </a:lnTo>
                <a:lnTo>
                  <a:pt x="334" y="471"/>
                </a:lnTo>
                <a:lnTo>
                  <a:pt x="333" y="471"/>
                </a:lnTo>
                <a:lnTo>
                  <a:pt x="332" y="471"/>
                </a:lnTo>
                <a:lnTo>
                  <a:pt x="331" y="471"/>
                </a:lnTo>
                <a:lnTo>
                  <a:pt x="330" y="471"/>
                </a:lnTo>
                <a:lnTo>
                  <a:pt x="329" y="472"/>
                </a:lnTo>
                <a:lnTo>
                  <a:pt x="328" y="473"/>
                </a:lnTo>
                <a:lnTo>
                  <a:pt x="327" y="473"/>
                </a:lnTo>
                <a:lnTo>
                  <a:pt x="326" y="472"/>
                </a:lnTo>
                <a:lnTo>
                  <a:pt x="326" y="471"/>
                </a:lnTo>
                <a:lnTo>
                  <a:pt x="326" y="470"/>
                </a:lnTo>
                <a:lnTo>
                  <a:pt x="325" y="469"/>
                </a:lnTo>
                <a:lnTo>
                  <a:pt x="324" y="469"/>
                </a:lnTo>
                <a:lnTo>
                  <a:pt x="324" y="467"/>
                </a:lnTo>
                <a:lnTo>
                  <a:pt x="324" y="466"/>
                </a:lnTo>
                <a:lnTo>
                  <a:pt x="324" y="464"/>
                </a:lnTo>
                <a:lnTo>
                  <a:pt x="325" y="464"/>
                </a:lnTo>
                <a:lnTo>
                  <a:pt x="325" y="463"/>
                </a:lnTo>
                <a:lnTo>
                  <a:pt x="325" y="462"/>
                </a:lnTo>
                <a:lnTo>
                  <a:pt x="324" y="462"/>
                </a:lnTo>
                <a:lnTo>
                  <a:pt x="323" y="461"/>
                </a:lnTo>
                <a:lnTo>
                  <a:pt x="323" y="460"/>
                </a:lnTo>
                <a:lnTo>
                  <a:pt x="322" y="460"/>
                </a:lnTo>
                <a:lnTo>
                  <a:pt x="321" y="460"/>
                </a:lnTo>
                <a:lnTo>
                  <a:pt x="320" y="461"/>
                </a:lnTo>
                <a:lnTo>
                  <a:pt x="319" y="463"/>
                </a:lnTo>
                <a:lnTo>
                  <a:pt x="318" y="463"/>
                </a:lnTo>
                <a:lnTo>
                  <a:pt x="318" y="464"/>
                </a:lnTo>
                <a:lnTo>
                  <a:pt x="317" y="464"/>
                </a:lnTo>
                <a:lnTo>
                  <a:pt x="317" y="463"/>
                </a:lnTo>
                <a:lnTo>
                  <a:pt x="316" y="463"/>
                </a:lnTo>
                <a:lnTo>
                  <a:pt x="316" y="464"/>
                </a:lnTo>
                <a:lnTo>
                  <a:pt x="315" y="463"/>
                </a:lnTo>
                <a:lnTo>
                  <a:pt x="314" y="463"/>
                </a:lnTo>
                <a:lnTo>
                  <a:pt x="314" y="462"/>
                </a:lnTo>
                <a:lnTo>
                  <a:pt x="314" y="461"/>
                </a:lnTo>
                <a:lnTo>
                  <a:pt x="313" y="460"/>
                </a:lnTo>
                <a:lnTo>
                  <a:pt x="314" y="459"/>
                </a:lnTo>
                <a:lnTo>
                  <a:pt x="314" y="458"/>
                </a:lnTo>
                <a:lnTo>
                  <a:pt x="314" y="457"/>
                </a:lnTo>
                <a:lnTo>
                  <a:pt x="314" y="456"/>
                </a:lnTo>
                <a:lnTo>
                  <a:pt x="313" y="456"/>
                </a:lnTo>
                <a:lnTo>
                  <a:pt x="312" y="455"/>
                </a:lnTo>
                <a:lnTo>
                  <a:pt x="311" y="455"/>
                </a:lnTo>
                <a:lnTo>
                  <a:pt x="311" y="454"/>
                </a:lnTo>
                <a:lnTo>
                  <a:pt x="311" y="453"/>
                </a:lnTo>
                <a:lnTo>
                  <a:pt x="311" y="452"/>
                </a:lnTo>
                <a:lnTo>
                  <a:pt x="312" y="452"/>
                </a:lnTo>
                <a:lnTo>
                  <a:pt x="312" y="451"/>
                </a:lnTo>
                <a:lnTo>
                  <a:pt x="311" y="450"/>
                </a:lnTo>
                <a:lnTo>
                  <a:pt x="310" y="450"/>
                </a:lnTo>
                <a:lnTo>
                  <a:pt x="309" y="450"/>
                </a:lnTo>
                <a:lnTo>
                  <a:pt x="308" y="450"/>
                </a:lnTo>
                <a:lnTo>
                  <a:pt x="307" y="449"/>
                </a:lnTo>
                <a:lnTo>
                  <a:pt x="307" y="448"/>
                </a:lnTo>
                <a:lnTo>
                  <a:pt x="307" y="447"/>
                </a:lnTo>
                <a:lnTo>
                  <a:pt x="307" y="446"/>
                </a:lnTo>
                <a:lnTo>
                  <a:pt x="308" y="446"/>
                </a:lnTo>
                <a:lnTo>
                  <a:pt x="309" y="446"/>
                </a:lnTo>
                <a:lnTo>
                  <a:pt x="310" y="444"/>
                </a:lnTo>
                <a:lnTo>
                  <a:pt x="309" y="443"/>
                </a:lnTo>
                <a:lnTo>
                  <a:pt x="309" y="442"/>
                </a:lnTo>
                <a:lnTo>
                  <a:pt x="308" y="442"/>
                </a:lnTo>
                <a:lnTo>
                  <a:pt x="307" y="442"/>
                </a:lnTo>
                <a:lnTo>
                  <a:pt x="306" y="441"/>
                </a:lnTo>
                <a:lnTo>
                  <a:pt x="306" y="440"/>
                </a:lnTo>
                <a:lnTo>
                  <a:pt x="305" y="440"/>
                </a:lnTo>
                <a:lnTo>
                  <a:pt x="305" y="439"/>
                </a:lnTo>
                <a:lnTo>
                  <a:pt x="304" y="439"/>
                </a:lnTo>
                <a:lnTo>
                  <a:pt x="304" y="438"/>
                </a:lnTo>
                <a:lnTo>
                  <a:pt x="304" y="437"/>
                </a:lnTo>
                <a:lnTo>
                  <a:pt x="304" y="436"/>
                </a:lnTo>
                <a:lnTo>
                  <a:pt x="304" y="435"/>
                </a:lnTo>
                <a:lnTo>
                  <a:pt x="303" y="435"/>
                </a:lnTo>
                <a:lnTo>
                  <a:pt x="304" y="435"/>
                </a:lnTo>
                <a:lnTo>
                  <a:pt x="305" y="435"/>
                </a:lnTo>
                <a:lnTo>
                  <a:pt x="305" y="436"/>
                </a:lnTo>
                <a:lnTo>
                  <a:pt x="306" y="436"/>
                </a:lnTo>
                <a:lnTo>
                  <a:pt x="307" y="435"/>
                </a:lnTo>
                <a:lnTo>
                  <a:pt x="307" y="434"/>
                </a:lnTo>
                <a:lnTo>
                  <a:pt x="307" y="432"/>
                </a:lnTo>
                <a:lnTo>
                  <a:pt x="307" y="431"/>
                </a:lnTo>
                <a:lnTo>
                  <a:pt x="308" y="430"/>
                </a:lnTo>
                <a:lnTo>
                  <a:pt x="308" y="429"/>
                </a:lnTo>
                <a:lnTo>
                  <a:pt x="309" y="429"/>
                </a:lnTo>
                <a:lnTo>
                  <a:pt x="309" y="428"/>
                </a:lnTo>
                <a:lnTo>
                  <a:pt x="309" y="427"/>
                </a:lnTo>
                <a:lnTo>
                  <a:pt x="309" y="426"/>
                </a:lnTo>
                <a:lnTo>
                  <a:pt x="308" y="426"/>
                </a:lnTo>
                <a:lnTo>
                  <a:pt x="308" y="427"/>
                </a:lnTo>
                <a:lnTo>
                  <a:pt x="307" y="427"/>
                </a:lnTo>
                <a:lnTo>
                  <a:pt x="306" y="426"/>
                </a:lnTo>
                <a:lnTo>
                  <a:pt x="306" y="425"/>
                </a:lnTo>
                <a:lnTo>
                  <a:pt x="306" y="424"/>
                </a:lnTo>
                <a:lnTo>
                  <a:pt x="306" y="423"/>
                </a:lnTo>
                <a:lnTo>
                  <a:pt x="305" y="422"/>
                </a:lnTo>
                <a:lnTo>
                  <a:pt x="305" y="421"/>
                </a:lnTo>
                <a:lnTo>
                  <a:pt x="306" y="421"/>
                </a:lnTo>
                <a:lnTo>
                  <a:pt x="306" y="420"/>
                </a:lnTo>
                <a:lnTo>
                  <a:pt x="306" y="419"/>
                </a:lnTo>
                <a:lnTo>
                  <a:pt x="305" y="419"/>
                </a:lnTo>
                <a:lnTo>
                  <a:pt x="306" y="418"/>
                </a:lnTo>
                <a:lnTo>
                  <a:pt x="307" y="417"/>
                </a:lnTo>
                <a:lnTo>
                  <a:pt x="308" y="417"/>
                </a:lnTo>
                <a:lnTo>
                  <a:pt x="308" y="416"/>
                </a:lnTo>
                <a:lnTo>
                  <a:pt x="308" y="415"/>
                </a:lnTo>
                <a:lnTo>
                  <a:pt x="307" y="415"/>
                </a:lnTo>
                <a:lnTo>
                  <a:pt x="306" y="414"/>
                </a:lnTo>
                <a:lnTo>
                  <a:pt x="306" y="412"/>
                </a:lnTo>
                <a:lnTo>
                  <a:pt x="307" y="412"/>
                </a:lnTo>
                <a:lnTo>
                  <a:pt x="307" y="411"/>
                </a:lnTo>
                <a:lnTo>
                  <a:pt x="308" y="411"/>
                </a:lnTo>
                <a:lnTo>
                  <a:pt x="308" y="410"/>
                </a:lnTo>
                <a:lnTo>
                  <a:pt x="307" y="410"/>
                </a:lnTo>
                <a:lnTo>
                  <a:pt x="306" y="410"/>
                </a:lnTo>
                <a:lnTo>
                  <a:pt x="306" y="411"/>
                </a:lnTo>
                <a:lnTo>
                  <a:pt x="306" y="410"/>
                </a:lnTo>
                <a:lnTo>
                  <a:pt x="305" y="410"/>
                </a:lnTo>
                <a:lnTo>
                  <a:pt x="305" y="409"/>
                </a:lnTo>
                <a:lnTo>
                  <a:pt x="306" y="409"/>
                </a:lnTo>
                <a:lnTo>
                  <a:pt x="306" y="408"/>
                </a:lnTo>
                <a:lnTo>
                  <a:pt x="306" y="407"/>
                </a:lnTo>
                <a:lnTo>
                  <a:pt x="305" y="407"/>
                </a:lnTo>
                <a:lnTo>
                  <a:pt x="305" y="406"/>
                </a:lnTo>
                <a:lnTo>
                  <a:pt x="305" y="405"/>
                </a:lnTo>
                <a:lnTo>
                  <a:pt x="304" y="405"/>
                </a:lnTo>
                <a:lnTo>
                  <a:pt x="303" y="405"/>
                </a:lnTo>
                <a:lnTo>
                  <a:pt x="302" y="406"/>
                </a:lnTo>
                <a:lnTo>
                  <a:pt x="302" y="405"/>
                </a:lnTo>
                <a:lnTo>
                  <a:pt x="302" y="404"/>
                </a:lnTo>
                <a:lnTo>
                  <a:pt x="301" y="404"/>
                </a:lnTo>
                <a:lnTo>
                  <a:pt x="301" y="405"/>
                </a:lnTo>
                <a:lnTo>
                  <a:pt x="300" y="405"/>
                </a:lnTo>
                <a:lnTo>
                  <a:pt x="300" y="404"/>
                </a:lnTo>
                <a:lnTo>
                  <a:pt x="299" y="405"/>
                </a:lnTo>
                <a:lnTo>
                  <a:pt x="299" y="404"/>
                </a:lnTo>
                <a:lnTo>
                  <a:pt x="298" y="405"/>
                </a:lnTo>
                <a:lnTo>
                  <a:pt x="297" y="405"/>
                </a:lnTo>
                <a:lnTo>
                  <a:pt x="297" y="406"/>
                </a:lnTo>
                <a:lnTo>
                  <a:pt x="296" y="406"/>
                </a:lnTo>
                <a:lnTo>
                  <a:pt x="296" y="408"/>
                </a:lnTo>
                <a:lnTo>
                  <a:pt x="295" y="408"/>
                </a:lnTo>
                <a:lnTo>
                  <a:pt x="295" y="409"/>
                </a:lnTo>
                <a:lnTo>
                  <a:pt x="295" y="410"/>
                </a:lnTo>
                <a:lnTo>
                  <a:pt x="295" y="411"/>
                </a:lnTo>
                <a:lnTo>
                  <a:pt x="294" y="411"/>
                </a:lnTo>
                <a:lnTo>
                  <a:pt x="293" y="410"/>
                </a:lnTo>
                <a:lnTo>
                  <a:pt x="292" y="410"/>
                </a:lnTo>
                <a:lnTo>
                  <a:pt x="292" y="411"/>
                </a:lnTo>
                <a:lnTo>
                  <a:pt x="293" y="411"/>
                </a:lnTo>
                <a:lnTo>
                  <a:pt x="293" y="412"/>
                </a:lnTo>
                <a:lnTo>
                  <a:pt x="292" y="412"/>
                </a:lnTo>
                <a:lnTo>
                  <a:pt x="291" y="412"/>
                </a:lnTo>
                <a:lnTo>
                  <a:pt x="291" y="413"/>
                </a:lnTo>
                <a:lnTo>
                  <a:pt x="290" y="413"/>
                </a:lnTo>
                <a:lnTo>
                  <a:pt x="289" y="413"/>
                </a:lnTo>
                <a:lnTo>
                  <a:pt x="288" y="414"/>
                </a:lnTo>
                <a:lnTo>
                  <a:pt x="289" y="414"/>
                </a:lnTo>
                <a:lnTo>
                  <a:pt x="289" y="415"/>
                </a:lnTo>
                <a:lnTo>
                  <a:pt x="289" y="416"/>
                </a:lnTo>
                <a:lnTo>
                  <a:pt x="290" y="416"/>
                </a:lnTo>
                <a:lnTo>
                  <a:pt x="290" y="417"/>
                </a:lnTo>
                <a:lnTo>
                  <a:pt x="289" y="417"/>
                </a:lnTo>
                <a:lnTo>
                  <a:pt x="288" y="416"/>
                </a:lnTo>
                <a:lnTo>
                  <a:pt x="288" y="415"/>
                </a:lnTo>
                <a:lnTo>
                  <a:pt x="288" y="414"/>
                </a:lnTo>
                <a:lnTo>
                  <a:pt x="287" y="414"/>
                </a:lnTo>
                <a:lnTo>
                  <a:pt x="286" y="414"/>
                </a:lnTo>
                <a:lnTo>
                  <a:pt x="285" y="415"/>
                </a:lnTo>
                <a:lnTo>
                  <a:pt x="284" y="415"/>
                </a:lnTo>
                <a:lnTo>
                  <a:pt x="283" y="416"/>
                </a:lnTo>
                <a:lnTo>
                  <a:pt x="282" y="417"/>
                </a:lnTo>
                <a:lnTo>
                  <a:pt x="281" y="417"/>
                </a:lnTo>
                <a:lnTo>
                  <a:pt x="280" y="417"/>
                </a:lnTo>
                <a:lnTo>
                  <a:pt x="281" y="417"/>
                </a:lnTo>
                <a:lnTo>
                  <a:pt x="280" y="417"/>
                </a:lnTo>
                <a:lnTo>
                  <a:pt x="280" y="418"/>
                </a:lnTo>
                <a:lnTo>
                  <a:pt x="279" y="418"/>
                </a:lnTo>
                <a:lnTo>
                  <a:pt x="278" y="419"/>
                </a:lnTo>
                <a:lnTo>
                  <a:pt x="277" y="420"/>
                </a:lnTo>
                <a:lnTo>
                  <a:pt x="276" y="420"/>
                </a:lnTo>
                <a:lnTo>
                  <a:pt x="276" y="419"/>
                </a:lnTo>
                <a:lnTo>
                  <a:pt x="275" y="419"/>
                </a:lnTo>
                <a:lnTo>
                  <a:pt x="274" y="419"/>
                </a:lnTo>
                <a:lnTo>
                  <a:pt x="274" y="418"/>
                </a:lnTo>
                <a:lnTo>
                  <a:pt x="273" y="417"/>
                </a:lnTo>
                <a:lnTo>
                  <a:pt x="272" y="417"/>
                </a:lnTo>
                <a:lnTo>
                  <a:pt x="271" y="417"/>
                </a:lnTo>
                <a:lnTo>
                  <a:pt x="270" y="417"/>
                </a:lnTo>
                <a:lnTo>
                  <a:pt x="270" y="416"/>
                </a:lnTo>
                <a:lnTo>
                  <a:pt x="269" y="416"/>
                </a:lnTo>
                <a:lnTo>
                  <a:pt x="269" y="415"/>
                </a:lnTo>
                <a:lnTo>
                  <a:pt x="268" y="415"/>
                </a:lnTo>
                <a:lnTo>
                  <a:pt x="267" y="415"/>
                </a:lnTo>
                <a:lnTo>
                  <a:pt x="267" y="414"/>
                </a:lnTo>
                <a:lnTo>
                  <a:pt x="268" y="414"/>
                </a:lnTo>
                <a:lnTo>
                  <a:pt x="268" y="413"/>
                </a:lnTo>
                <a:lnTo>
                  <a:pt x="269" y="413"/>
                </a:lnTo>
                <a:lnTo>
                  <a:pt x="268" y="413"/>
                </a:lnTo>
                <a:lnTo>
                  <a:pt x="268" y="412"/>
                </a:lnTo>
                <a:lnTo>
                  <a:pt x="267" y="412"/>
                </a:lnTo>
                <a:lnTo>
                  <a:pt x="266" y="412"/>
                </a:lnTo>
                <a:lnTo>
                  <a:pt x="265" y="411"/>
                </a:lnTo>
                <a:lnTo>
                  <a:pt x="265" y="410"/>
                </a:lnTo>
                <a:lnTo>
                  <a:pt x="265" y="409"/>
                </a:lnTo>
                <a:lnTo>
                  <a:pt x="264" y="409"/>
                </a:lnTo>
                <a:lnTo>
                  <a:pt x="263" y="409"/>
                </a:lnTo>
                <a:lnTo>
                  <a:pt x="263" y="408"/>
                </a:lnTo>
                <a:lnTo>
                  <a:pt x="262" y="408"/>
                </a:lnTo>
                <a:lnTo>
                  <a:pt x="261" y="407"/>
                </a:lnTo>
                <a:lnTo>
                  <a:pt x="260" y="406"/>
                </a:lnTo>
                <a:lnTo>
                  <a:pt x="259" y="406"/>
                </a:lnTo>
                <a:lnTo>
                  <a:pt x="259" y="404"/>
                </a:lnTo>
                <a:lnTo>
                  <a:pt x="258" y="403"/>
                </a:lnTo>
                <a:lnTo>
                  <a:pt x="257" y="403"/>
                </a:lnTo>
                <a:lnTo>
                  <a:pt x="256" y="404"/>
                </a:lnTo>
                <a:lnTo>
                  <a:pt x="255" y="404"/>
                </a:lnTo>
                <a:lnTo>
                  <a:pt x="254" y="404"/>
                </a:lnTo>
                <a:lnTo>
                  <a:pt x="253" y="405"/>
                </a:lnTo>
                <a:lnTo>
                  <a:pt x="253" y="406"/>
                </a:lnTo>
                <a:lnTo>
                  <a:pt x="253" y="407"/>
                </a:lnTo>
                <a:lnTo>
                  <a:pt x="252" y="407"/>
                </a:lnTo>
                <a:lnTo>
                  <a:pt x="252" y="408"/>
                </a:lnTo>
                <a:lnTo>
                  <a:pt x="253" y="409"/>
                </a:lnTo>
                <a:lnTo>
                  <a:pt x="252" y="409"/>
                </a:lnTo>
                <a:lnTo>
                  <a:pt x="251" y="409"/>
                </a:lnTo>
                <a:lnTo>
                  <a:pt x="250" y="409"/>
                </a:lnTo>
                <a:lnTo>
                  <a:pt x="249" y="409"/>
                </a:lnTo>
                <a:lnTo>
                  <a:pt x="249" y="408"/>
                </a:lnTo>
                <a:lnTo>
                  <a:pt x="249" y="407"/>
                </a:lnTo>
                <a:lnTo>
                  <a:pt x="248" y="407"/>
                </a:lnTo>
                <a:lnTo>
                  <a:pt x="247" y="407"/>
                </a:lnTo>
                <a:lnTo>
                  <a:pt x="246" y="407"/>
                </a:lnTo>
                <a:lnTo>
                  <a:pt x="245" y="407"/>
                </a:lnTo>
                <a:lnTo>
                  <a:pt x="244" y="406"/>
                </a:lnTo>
                <a:lnTo>
                  <a:pt x="244" y="405"/>
                </a:lnTo>
                <a:lnTo>
                  <a:pt x="243" y="405"/>
                </a:lnTo>
                <a:lnTo>
                  <a:pt x="243" y="404"/>
                </a:lnTo>
                <a:lnTo>
                  <a:pt x="242" y="404"/>
                </a:lnTo>
                <a:lnTo>
                  <a:pt x="241" y="404"/>
                </a:lnTo>
                <a:lnTo>
                  <a:pt x="240" y="404"/>
                </a:lnTo>
                <a:lnTo>
                  <a:pt x="240" y="405"/>
                </a:lnTo>
                <a:lnTo>
                  <a:pt x="239" y="405"/>
                </a:lnTo>
                <a:lnTo>
                  <a:pt x="238" y="405"/>
                </a:lnTo>
                <a:lnTo>
                  <a:pt x="238" y="406"/>
                </a:lnTo>
                <a:lnTo>
                  <a:pt x="238" y="407"/>
                </a:lnTo>
                <a:lnTo>
                  <a:pt x="238" y="408"/>
                </a:lnTo>
                <a:lnTo>
                  <a:pt x="238" y="409"/>
                </a:lnTo>
                <a:lnTo>
                  <a:pt x="238" y="410"/>
                </a:lnTo>
                <a:lnTo>
                  <a:pt x="237" y="410"/>
                </a:lnTo>
                <a:lnTo>
                  <a:pt x="236" y="410"/>
                </a:lnTo>
                <a:lnTo>
                  <a:pt x="236" y="409"/>
                </a:lnTo>
                <a:lnTo>
                  <a:pt x="235" y="409"/>
                </a:lnTo>
                <a:lnTo>
                  <a:pt x="235" y="408"/>
                </a:lnTo>
                <a:lnTo>
                  <a:pt x="236" y="408"/>
                </a:lnTo>
                <a:lnTo>
                  <a:pt x="236" y="407"/>
                </a:lnTo>
                <a:lnTo>
                  <a:pt x="235" y="407"/>
                </a:lnTo>
                <a:lnTo>
                  <a:pt x="234" y="407"/>
                </a:lnTo>
                <a:lnTo>
                  <a:pt x="234" y="408"/>
                </a:lnTo>
                <a:lnTo>
                  <a:pt x="234" y="409"/>
                </a:lnTo>
                <a:lnTo>
                  <a:pt x="234" y="408"/>
                </a:lnTo>
                <a:lnTo>
                  <a:pt x="233" y="408"/>
                </a:lnTo>
                <a:lnTo>
                  <a:pt x="232" y="408"/>
                </a:lnTo>
                <a:lnTo>
                  <a:pt x="231" y="407"/>
                </a:lnTo>
                <a:lnTo>
                  <a:pt x="230" y="407"/>
                </a:lnTo>
                <a:lnTo>
                  <a:pt x="229" y="408"/>
                </a:lnTo>
                <a:lnTo>
                  <a:pt x="229" y="409"/>
                </a:lnTo>
                <a:lnTo>
                  <a:pt x="228" y="409"/>
                </a:lnTo>
                <a:lnTo>
                  <a:pt x="227" y="409"/>
                </a:lnTo>
                <a:lnTo>
                  <a:pt x="228" y="408"/>
                </a:lnTo>
                <a:lnTo>
                  <a:pt x="227" y="407"/>
                </a:lnTo>
                <a:lnTo>
                  <a:pt x="226" y="407"/>
                </a:lnTo>
                <a:lnTo>
                  <a:pt x="226" y="408"/>
                </a:lnTo>
                <a:lnTo>
                  <a:pt x="225" y="408"/>
                </a:lnTo>
                <a:lnTo>
                  <a:pt x="225" y="409"/>
                </a:lnTo>
                <a:lnTo>
                  <a:pt x="224" y="409"/>
                </a:lnTo>
                <a:lnTo>
                  <a:pt x="223" y="409"/>
                </a:lnTo>
                <a:lnTo>
                  <a:pt x="222" y="410"/>
                </a:lnTo>
                <a:lnTo>
                  <a:pt x="221" y="410"/>
                </a:lnTo>
                <a:lnTo>
                  <a:pt x="220" y="410"/>
                </a:lnTo>
                <a:lnTo>
                  <a:pt x="220" y="411"/>
                </a:lnTo>
                <a:lnTo>
                  <a:pt x="219" y="411"/>
                </a:lnTo>
                <a:lnTo>
                  <a:pt x="218" y="411"/>
                </a:lnTo>
                <a:lnTo>
                  <a:pt x="218" y="412"/>
                </a:lnTo>
                <a:lnTo>
                  <a:pt x="216" y="412"/>
                </a:lnTo>
                <a:lnTo>
                  <a:pt x="215" y="412"/>
                </a:lnTo>
                <a:lnTo>
                  <a:pt x="215" y="411"/>
                </a:lnTo>
                <a:lnTo>
                  <a:pt x="215" y="410"/>
                </a:lnTo>
                <a:lnTo>
                  <a:pt x="214" y="410"/>
                </a:lnTo>
                <a:lnTo>
                  <a:pt x="213" y="410"/>
                </a:lnTo>
                <a:lnTo>
                  <a:pt x="213" y="411"/>
                </a:lnTo>
                <a:lnTo>
                  <a:pt x="212" y="411"/>
                </a:lnTo>
                <a:lnTo>
                  <a:pt x="211" y="411"/>
                </a:lnTo>
                <a:lnTo>
                  <a:pt x="210" y="411"/>
                </a:lnTo>
                <a:lnTo>
                  <a:pt x="210" y="410"/>
                </a:lnTo>
                <a:lnTo>
                  <a:pt x="209" y="410"/>
                </a:lnTo>
                <a:lnTo>
                  <a:pt x="208" y="410"/>
                </a:lnTo>
                <a:lnTo>
                  <a:pt x="208" y="409"/>
                </a:lnTo>
                <a:lnTo>
                  <a:pt x="207" y="409"/>
                </a:lnTo>
                <a:lnTo>
                  <a:pt x="206" y="409"/>
                </a:lnTo>
                <a:lnTo>
                  <a:pt x="206" y="410"/>
                </a:lnTo>
                <a:lnTo>
                  <a:pt x="205" y="409"/>
                </a:lnTo>
                <a:lnTo>
                  <a:pt x="204" y="409"/>
                </a:lnTo>
                <a:lnTo>
                  <a:pt x="204" y="408"/>
                </a:lnTo>
                <a:lnTo>
                  <a:pt x="203" y="408"/>
                </a:lnTo>
                <a:lnTo>
                  <a:pt x="202" y="408"/>
                </a:lnTo>
                <a:lnTo>
                  <a:pt x="201" y="408"/>
                </a:lnTo>
                <a:lnTo>
                  <a:pt x="200" y="407"/>
                </a:lnTo>
                <a:lnTo>
                  <a:pt x="199" y="407"/>
                </a:lnTo>
                <a:lnTo>
                  <a:pt x="198" y="406"/>
                </a:lnTo>
                <a:lnTo>
                  <a:pt x="197" y="406"/>
                </a:lnTo>
                <a:lnTo>
                  <a:pt x="197" y="407"/>
                </a:lnTo>
                <a:lnTo>
                  <a:pt x="198" y="407"/>
                </a:lnTo>
                <a:lnTo>
                  <a:pt x="197" y="408"/>
                </a:lnTo>
                <a:lnTo>
                  <a:pt x="197" y="409"/>
                </a:lnTo>
                <a:lnTo>
                  <a:pt x="195" y="409"/>
                </a:lnTo>
                <a:lnTo>
                  <a:pt x="194" y="408"/>
                </a:lnTo>
                <a:lnTo>
                  <a:pt x="193" y="408"/>
                </a:lnTo>
                <a:lnTo>
                  <a:pt x="192" y="409"/>
                </a:lnTo>
                <a:lnTo>
                  <a:pt x="191" y="409"/>
                </a:lnTo>
                <a:lnTo>
                  <a:pt x="191" y="408"/>
                </a:lnTo>
                <a:lnTo>
                  <a:pt x="190" y="408"/>
                </a:lnTo>
                <a:lnTo>
                  <a:pt x="190" y="409"/>
                </a:lnTo>
                <a:lnTo>
                  <a:pt x="190" y="410"/>
                </a:lnTo>
                <a:lnTo>
                  <a:pt x="189" y="410"/>
                </a:lnTo>
                <a:lnTo>
                  <a:pt x="188" y="411"/>
                </a:lnTo>
                <a:lnTo>
                  <a:pt x="188" y="412"/>
                </a:lnTo>
                <a:lnTo>
                  <a:pt x="187" y="412"/>
                </a:lnTo>
                <a:lnTo>
                  <a:pt x="186" y="412"/>
                </a:lnTo>
                <a:lnTo>
                  <a:pt x="186" y="411"/>
                </a:lnTo>
                <a:lnTo>
                  <a:pt x="185" y="411"/>
                </a:lnTo>
                <a:lnTo>
                  <a:pt x="185" y="410"/>
                </a:lnTo>
                <a:lnTo>
                  <a:pt x="184" y="410"/>
                </a:lnTo>
                <a:lnTo>
                  <a:pt x="183" y="410"/>
                </a:lnTo>
                <a:lnTo>
                  <a:pt x="182" y="410"/>
                </a:lnTo>
                <a:lnTo>
                  <a:pt x="181" y="410"/>
                </a:lnTo>
                <a:lnTo>
                  <a:pt x="180" y="410"/>
                </a:lnTo>
                <a:lnTo>
                  <a:pt x="179" y="411"/>
                </a:lnTo>
                <a:lnTo>
                  <a:pt x="179" y="412"/>
                </a:lnTo>
                <a:lnTo>
                  <a:pt x="178" y="412"/>
                </a:lnTo>
                <a:lnTo>
                  <a:pt x="177" y="413"/>
                </a:lnTo>
                <a:lnTo>
                  <a:pt x="177" y="414"/>
                </a:lnTo>
                <a:lnTo>
                  <a:pt x="176" y="414"/>
                </a:lnTo>
                <a:lnTo>
                  <a:pt x="175" y="414"/>
                </a:lnTo>
                <a:lnTo>
                  <a:pt x="175" y="413"/>
                </a:lnTo>
                <a:lnTo>
                  <a:pt x="174" y="413"/>
                </a:lnTo>
                <a:lnTo>
                  <a:pt x="173" y="412"/>
                </a:lnTo>
                <a:lnTo>
                  <a:pt x="171" y="411"/>
                </a:lnTo>
                <a:lnTo>
                  <a:pt x="170" y="411"/>
                </a:lnTo>
                <a:lnTo>
                  <a:pt x="170" y="410"/>
                </a:lnTo>
                <a:lnTo>
                  <a:pt x="169" y="409"/>
                </a:lnTo>
                <a:lnTo>
                  <a:pt x="169" y="410"/>
                </a:lnTo>
                <a:lnTo>
                  <a:pt x="169" y="409"/>
                </a:lnTo>
                <a:lnTo>
                  <a:pt x="168" y="409"/>
                </a:lnTo>
                <a:lnTo>
                  <a:pt x="168" y="408"/>
                </a:lnTo>
                <a:lnTo>
                  <a:pt x="167" y="408"/>
                </a:lnTo>
                <a:lnTo>
                  <a:pt x="166" y="407"/>
                </a:lnTo>
                <a:lnTo>
                  <a:pt x="166" y="408"/>
                </a:lnTo>
                <a:lnTo>
                  <a:pt x="165" y="407"/>
                </a:lnTo>
                <a:lnTo>
                  <a:pt x="164" y="407"/>
                </a:lnTo>
                <a:lnTo>
                  <a:pt x="164" y="408"/>
                </a:lnTo>
                <a:lnTo>
                  <a:pt x="163" y="408"/>
                </a:lnTo>
                <a:lnTo>
                  <a:pt x="163" y="407"/>
                </a:lnTo>
                <a:lnTo>
                  <a:pt x="163" y="406"/>
                </a:lnTo>
                <a:lnTo>
                  <a:pt x="162" y="405"/>
                </a:lnTo>
                <a:lnTo>
                  <a:pt x="161" y="405"/>
                </a:lnTo>
                <a:lnTo>
                  <a:pt x="161" y="406"/>
                </a:lnTo>
                <a:lnTo>
                  <a:pt x="160" y="406"/>
                </a:lnTo>
                <a:lnTo>
                  <a:pt x="161" y="406"/>
                </a:lnTo>
                <a:lnTo>
                  <a:pt x="162" y="406"/>
                </a:lnTo>
                <a:lnTo>
                  <a:pt x="162" y="407"/>
                </a:lnTo>
                <a:lnTo>
                  <a:pt x="161" y="408"/>
                </a:lnTo>
                <a:lnTo>
                  <a:pt x="162" y="408"/>
                </a:lnTo>
                <a:lnTo>
                  <a:pt x="162" y="409"/>
                </a:lnTo>
                <a:lnTo>
                  <a:pt x="161" y="409"/>
                </a:lnTo>
                <a:lnTo>
                  <a:pt x="160" y="408"/>
                </a:lnTo>
                <a:lnTo>
                  <a:pt x="159" y="407"/>
                </a:lnTo>
                <a:lnTo>
                  <a:pt x="159" y="406"/>
                </a:lnTo>
                <a:lnTo>
                  <a:pt x="159" y="407"/>
                </a:lnTo>
                <a:lnTo>
                  <a:pt x="158" y="407"/>
                </a:lnTo>
                <a:lnTo>
                  <a:pt x="158" y="406"/>
                </a:lnTo>
                <a:lnTo>
                  <a:pt x="157" y="406"/>
                </a:lnTo>
                <a:lnTo>
                  <a:pt x="157" y="405"/>
                </a:lnTo>
                <a:lnTo>
                  <a:pt x="156" y="405"/>
                </a:lnTo>
                <a:lnTo>
                  <a:pt x="155" y="405"/>
                </a:lnTo>
                <a:lnTo>
                  <a:pt x="155" y="404"/>
                </a:lnTo>
                <a:lnTo>
                  <a:pt x="155" y="403"/>
                </a:lnTo>
                <a:lnTo>
                  <a:pt x="154" y="403"/>
                </a:lnTo>
                <a:lnTo>
                  <a:pt x="153" y="403"/>
                </a:lnTo>
                <a:lnTo>
                  <a:pt x="153" y="402"/>
                </a:lnTo>
                <a:lnTo>
                  <a:pt x="153" y="401"/>
                </a:lnTo>
                <a:lnTo>
                  <a:pt x="154" y="401"/>
                </a:lnTo>
                <a:lnTo>
                  <a:pt x="154" y="400"/>
                </a:lnTo>
                <a:lnTo>
                  <a:pt x="153" y="400"/>
                </a:lnTo>
                <a:lnTo>
                  <a:pt x="153" y="398"/>
                </a:lnTo>
                <a:lnTo>
                  <a:pt x="152" y="398"/>
                </a:lnTo>
                <a:lnTo>
                  <a:pt x="151" y="398"/>
                </a:lnTo>
                <a:lnTo>
                  <a:pt x="150" y="400"/>
                </a:lnTo>
                <a:lnTo>
                  <a:pt x="150" y="401"/>
                </a:lnTo>
                <a:lnTo>
                  <a:pt x="149" y="401"/>
                </a:lnTo>
                <a:lnTo>
                  <a:pt x="148" y="401"/>
                </a:lnTo>
                <a:lnTo>
                  <a:pt x="148" y="400"/>
                </a:lnTo>
                <a:lnTo>
                  <a:pt x="147" y="400"/>
                </a:lnTo>
                <a:lnTo>
                  <a:pt x="147" y="401"/>
                </a:lnTo>
                <a:lnTo>
                  <a:pt x="146" y="401"/>
                </a:lnTo>
                <a:lnTo>
                  <a:pt x="146" y="400"/>
                </a:lnTo>
                <a:lnTo>
                  <a:pt x="147" y="400"/>
                </a:lnTo>
                <a:lnTo>
                  <a:pt x="147" y="398"/>
                </a:lnTo>
                <a:lnTo>
                  <a:pt x="146" y="398"/>
                </a:lnTo>
                <a:lnTo>
                  <a:pt x="145" y="398"/>
                </a:lnTo>
                <a:lnTo>
                  <a:pt x="145" y="397"/>
                </a:lnTo>
                <a:lnTo>
                  <a:pt x="145" y="396"/>
                </a:lnTo>
                <a:lnTo>
                  <a:pt x="144" y="396"/>
                </a:lnTo>
                <a:lnTo>
                  <a:pt x="144" y="395"/>
                </a:lnTo>
                <a:lnTo>
                  <a:pt x="144" y="394"/>
                </a:lnTo>
                <a:lnTo>
                  <a:pt x="143" y="394"/>
                </a:lnTo>
                <a:lnTo>
                  <a:pt x="142" y="393"/>
                </a:lnTo>
                <a:lnTo>
                  <a:pt x="142" y="394"/>
                </a:lnTo>
                <a:lnTo>
                  <a:pt x="141" y="394"/>
                </a:lnTo>
                <a:lnTo>
                  <a:pt x="140" y="395"/>
                </a:lnTo>
                <a:lnTo>
                  <a:pt x="139" y="395"/>
                </a:lnTo>
                <a:lnTo>
                  <a:pt x="138" y="395"/>
                </a:lnTo>
                <a:lnTo>
                  <a:pt x="137" y="395"/>
                </a:lnTo>
                <a:lnTo>
                  <a:pt x="136" y="395"/>
                </a:lnTo>
                <a:lnTo>
                  <a:pt x="136" y="394"/>
                </a:lnTo>
                <a:lnTo>
                  <a:pt x="135" y="394"/>
                </a:lnTo>
                <a:lnTo>
                  <a:pt x="135" y="393"/>
                </a:lnTo>
                <a:lnTo>
                  <a:pt x="135" y="392"/>
                </a:lnTo>
                <a:lnTo>
                  <a:pt x="132" y="392"/>
                </a:lnTo>
                <a:lnTo>
                  <a:pt x="131" y="391"/>
                </a:lnTo>
                <a:lnTo>
                  <a:pt x="131" y="392"/>
                </a:lnTo>
                <a:lnTo>
                  <a:pt x="130" y="392"/>
                </a:lnTo>
                <a:lnTo>
                  <a:pt x="130" y="391"/>
                </a:lnTo>
                <a:lnTo>
                  <a:pt x="129" y="391"/>
                </a:lnTo>
                <a:lnTo>
                  <a:pt x="128" y="391"/>
                </a:lnTo>
                <a:lnTo>
                  <a:pt x="128" y="390"/>
                </a:lnTo>
                <a:lnTo>
                  <a:pt x="128" y="389"/>
                </a:lnTo>
                <a:lnTo>
                  <a:pt x="127" y="389"/>
                </a:lnTo>
                <a:lnTo>
                  <a:pt x="126" y="389"/>
                </a:lnTo>
                <a:lnTo>
                  <a:pt x="125" y="388"/>
                </a:lnTo>
                <a:lnTo>
                  <a:pt x="125" y="387"/>
                </a:lnTo>
                <a:lnTo>
                  <a:pt x="124" y="387"/>
                </a:lnTo>
                <a:lnTo>
                  <a:pt x="124" y="386"/>
                </a:lnTo>
                <a:lnTo>
                  <a:pt x="123" y="386"/>
                </a:lnTo>
                <a:lnTo>
                  <a:pt x="123" y="385"/>
                </a:lnTo>
                <a:lnTo>
                  <a:pt x="122" y="385"/>
                </a:lnTo>
                <a:lnTo>
                  <a:pt x="122" y="384"/>
                </a:lnTo>
                <a:lnTo>
                  <a:pt x="121" y="384"/>
                </a:lnTo>
                <a:lnTo>
                  <a:pt x="120" y="384"/>
                </a:lnTo>
                <a:lnTo>
                  <a:pt x="119" y="384"/>
                </a:lnTo>
                <a:lnTo>
                  <a:pt x="118" y="384"/>
                </a:lnTo>
                <a:lnTo>
                  <a:pt x="117" y="384"/>
                </a:lnTo>
                <a:lnTo>
                  <a:pt x="117" y="383"/>
                </a:lnTo>
                <a:lnTo>
                  <a:pt x="116" y="383"/>
                </a:lnTo>
                <a:lnTo>
                  <a:pt x="116" y="384"/>
                </a:lnTo>
                <a:lnTo>
                  <a:pt x="116" y="385"/>
                </a:lnTo>
                <a:lnTo>
                  <a:pt x="115" y="385"/>
                </a:lnTo>
                <a:lnTo>
                  <a:pt x="115" y="384"/>
                </a:lnTo>
                <a:lnTo>
                  <a:pt x="115" y="383"/>
                </a:lnTo>
                <a:lnTo>
                  <a:pt x="115" y="382"/>
                </a:lnTo>
                <a:lnTo>
                  <a:pt x="113" y="382"/>
                </a:lnTo>
                <a:lnTo>
                  <a:pt x="113" y="383"/>
                </a:lnTo>
                <a:lnTo>
                  <a:pt x="113" y="384"/>
                </a:lnTo>
                <a:lnTo>
                  <a:pt x="112" y="384"/>
                </a:lnTo>
                <a:lnTo>
                  <a:pt x="111" y="385"/>
                </a:lnTo>
                <a:lnTo>
                  <a:pt x="110" y="385"/>
                </a:lnTo>
                <a:lnTo>
                  <a:pt x="110" y="386"/>
                </a:lnTo>
                <a:lnTo>
                  <a:pt x="109" y="386"/>
                </a:lnTo>
                <a:lnTo>
                  <a:pt x="108" y="386"/>
                </a:lnTo>
                <a:lnTo>
                  <a:pt x="108" y="385"/>
                </a:lnTo>
                <a:lnTo>
                  <a:pt x="107" y="384"/>
                </a:lnTo>
                <a:lnTo>
                  <a:pt x="106" y="384"/>
                </a:lnTo>
                <a:lnTo>
                  <a:pt x="105" y="383"/>
                </a:lnTo>
                <a:lnTo>
                  <a:pt x="106" y="383"/>
                </a:lnTo>
                <a:lnTo>
                  <a:pt x="106" y="382"/>
                </a:lnTo>
                <a:lnTo>
                  <a:pt x="105" y="382"/>
                </a:lnTo>
                <a:lnTo>
                  <a:pt x="105" y="381"/>
                </a:lnTo>
                <a:lnTo>
                  <a:pt x="104" y="381"/>
                </a:lnTo>
                <a:lnTo>
                  <a:pt x="105" y="381"/>
                </a:lnTo>
                <a:lnTo>
                  <a:pt x="105" y="380"/>
                </a:lnTo>
                <a:lnTo>
                  <a:pt x="104" y="379"/>
                </a:lnTo>
                <a:lnTo>
                  <a:pt x="104" y="378"/>
                </a:lnTo>
                <a:lnTo>
                  <a:pt x="103" y="378"/>
                </a:lnTo>
                <a:lnTo>
                  <a:pt x="103" y="377"/>
                </a:lnTo>
                <a:lnTo>
                  <a:pt x="102" y="377"/>
                </a:lnTo>
                <a:lnTo>
                  <a:pt x="102" y="376"/>
                </a:lnTo>
                <a:lnTo>
                  <a:pt x="101" y="376"/>
                </a:lnTo>
                <a:lnTo>
                  <a:pt x="100" y="375"/>
                </a:lnTo>
                <a:lnTo>
                  <a:pt x="100" y="374"/>
                </a:lnTo>
                <a:lnTo>
                  <a:pt x="100" y="373"/>
                </a:lnTo>
                <a:lnTo>
                  <a:pt x="99" y="372"/>
                </a:lnTo>
                <a:lnTo>
                  <a:pt x="99" y="373"/>
                </a:lnTo>
                <a:lnTo>
                  <a:pt x="98" y="373"/>
                </a:lnTo>
                <a:lnTo>
                  <a:pt x="97" y="372"/>
                </a:lnTo>
                <a:lnTo>
                  <a:pt x="96" y="372"/>
                </a:lnTo>
                <a:lnTo>
                  <a:pt x="96" y="371"/>
                </a:lnTo>
                <a:lnTo>
                  <a:pt x="95" y="371"/>
                </a:lnTo>
                <a:lnTo>
                  <a:pt x="96" y="371"/>
                </a:lnTo>
                <a:lnTo>
                  <a:pt x="96" y="372"/>
                </a:lnTo>
                <a:lnTo>
                  <a:pt x="97" y="372"/>
                </a:lnTo>
                <a:lnTo>
                  <a:pt x="99" y="372"/>
                </a:lnTo>
                <a:lnTo>
                  <a:pt x="99" y="371"/>
                </a:lnTo>
                <a:lnTo>
                  <a:pt x="100" y="370"/>
                </a:lnTo>
                <a:lnTo>
                  <a:pt x="100" y="369"/>
                </a:lnTo>
                <a:lnTo>
                  <a:pt x="99" y="368"/>
                </a:lnTo>
                <a:lnTo>
                  <a:pt x="99" y="367"/>
                </a:lnTo>
                <a:lnTo>
                  <a:pt x="99" y="368"/>
                </a:lnTo>
                <a:lnTo>
                  <a:pt x="99" y="369"/>
                </a:lnTo>
                <a:lnTo>
                  <a:pt x="98" y="369"/>
                </a:lnTo>
                <a:lnTo>
                  <a:pt x="97" y="369"/>
                </a:lnTo>
                <a:lnTo>
                  <a:pt x="98" y="369"/>
                </a:lnTo>
                <a:lnTo>
                  <a:pt x="97" y="370"/>
                </a:lnTo>
                <a:lnTo>
                  <a:pt x="96" y="370"/>
                </a:lnTo>
                <a:lnTo>
                  <a:pt x="95" y="370"/>
                </a:lnTo>
                <a:lnTo>
                  <a:pt x="95" y="369"/>
                </a:lnTo>
                <a:lnTo>
                  <a:pt x="94" y="368"/>
                </a:lnTo>
                <a:lnTo>
                  <a:pt x="94" y="367"/>
                </a:lnTo>
                <a:lnTo>
                  <a:pt x="94" y="366"/>
                </a:lnTo>
                <a:lnTo>
                  <a:pt x="93" y="366"/>
                </a:lnTo>
                <a:lnTo>
                  <a:pt x="93" y="365"/>
                </a:lnTo>
                <a:lnTo>
                  <a:pt x="92" y="365"/>
                </a:lnTo>
                <a:lnTo>
                  <a:pt x="93" y="365"/>
                </a:lnTo>
                <a:lnTo>
                  <a:pt x="93" y="364"/>
                </a:lnTo>
                <a:lnTo>
                  <a:pt x="92" y="363"/>
                </a:lnTo>
                <a:lnTo>
                  <a:pt x="91" y="363"/>
                </a:lnTo>
                <a:lnTo>
                  <a:pt x="91" y="362"/>
                </a:lnTo>
                <a:lnTo>
                  <a:pt x="90" y="361"/>
                </a:lnTo>
                <a:lnTo>
                  <a:pt x="89" y="361"/>
                </a:lnTo>
                <a:lnTo>
                  <a:pt x="88" y="361"/>
                </a:lnTo>
                <a:lnTo>
                  <a:pt x="87" y="361"/>
                </a:lnTo>
                <a:lnTo>
                  <a:pt x="86" y="360"/>
                </a:lnTo>
                <a:lnTo>
                  <a:pt x="84" y="359"/>
                </a:lnTo>
                <a:lnTo>
                  <a:pt x="83" y="359"/>
                </a:lnTo>
                <a:lnTo>
                  <a:pt x="83" y="357"/>
                </a:lnTo>
                <a:lnTo>
                  <a:pt x="84" y="357"/>
                </a:lnTo>
                <a:lnTo>
                  <a:pt x="84" y="356"/>
                </a:lnTo>
                <a:lnTo>
                  <a:pt x="84" y="355"/>
                </a:lnTo>
                <a:lnTo>
                  <a:pt x="83" y="355"/>
                </a:lnTo>
                <a:lnTo>
                  <a:pt x="82" y="355"/>
                </a:lnTo>
                <a:lnTo>
                  <a:pt x="81" y="355"/>
                </a:lnTo>
                <a:lnTo>
                  <a:pt x="81" y="356"/>
                </a:lnTo>
                <a:lnTo>
                  <a:pt x="80" y="356"/>
                </a:lnTo>
                <a:lnTo>
                  <a:pt x="79" y="356"/>
                </a:lnTo>
                <a:lnTo>
                  <a:pt x="79" y="355"/>
                </a:lnTo>
                <a:lnTo>
                  <a:pt x="80" y="355"/>
                </a:lnTo>
                <a:lnTo>
                  <a:pt x="80" y="354"/>
                </a:lnTo>
                <a:lnTo>
                  <a:pt x="80" y="353"/>
                </a:lnTo>
                <a:lnTo>
                  <a:pt x="79" y="353"/>
                </a:lnTo>
                <a:lnTo>
                  <a:pt x="79" y="351"/>
                </a:lnTo>
                <a:lnTo>
                  <a:pt x="80" y="350"/>
                </a:lnTo>
                <a:lnTo>
                  <a:pt x="80" y="349"/>
                </a:lnTo>
                <a:lnTo>
                  <a:pt x="81" y="349"/>
                </a:lnTo>
                <a:lnTo>
                  <a:pt x="82" y="348"/>
                </a:lnTo>
                <a:lnTo>
                  <a:pt x="82" y="347"/>
                </a:lnTo>
                <a:lnTo>
                  <a:pt x="82" y="346"/>
                </a:lnTo>
                <a:lnTo>
                  <a:pt x="82" y="345"/>
                </a:lnTo>
                <a:lnTo>
                  <a:pt x="81" y="345"/>
                </a:lnTo>
                <a:lnTo>
                  <a:pt x="81" y="344"/>
                </a:lnTo>
                <a:lnTo>
                  <a:pt x="81" y="343"/>
                </a:lnTo>
                <a:lnTo>
                  <a:pt x="80" y="343"/>
                </a:lnTo>
                <a:lnTo>
                  <a:pt x="80" y="342"/>
                </a:lnTo>
                <a:lnTo>
                  <a:pt x="80" y="341"/>
                </a:lnTo>
                <a:lnTo>
                  <a:pt x="79" y="340"/>
                </a:lnTo>
                <a:lnTo>
                  <a:pt x="78" y="340"/>
                </a:lnTo>
                <a:lnTo>
                  <a:pt x="77" y="340"/>
                </a:lnTo>
                <a:lnTo>
                  <a:pt x="76" y="340"/>
                </a:lnTo>
                <a:lnTo>
                  <a:pt x="75" y="340"/>
                </a:lnTo>
                <a:lnTo>
                  <a:pt x="74" y="340"/>
                </a:lnTo>
                <a:lnTo>
                  <a:pt x="73" y="339"/>
                </a:lnTo>
                <a:lnTo>
                  <a:pt x="72" y="339"/>
                </a:lnTo>
                <a:lnTo>
                  <a:pt x="72" y="340"/>
                </a:lnTo>
                <a:lnTo>
                  <a:pt x="71" y="340"/>
                </a:lnTo>
                <a:lnTo>
                  <a:pt x="71" y="339"/>
                </a:lnTo>
                <a:lnTo>
                  <a:pt x="72" y="338"/>
                </a:lnTo>
                <a:lnTo>
                  <a:pt x="73" y="338"/>
                </a:lnTo>
                <a:lnTo>
                  <a:pt x="74" y="338"/>
                </a:lnTo>
                <a:lnTo>
                  <a:pt x="75" y="337"/>
                </a:lnTo>
                <a:lnTo>
                  <a:pt x="75" y="336"/>
                </a:lnTo>
                <a:lnTo>
                  <a:pt x="75" y="335"/>
                </a:lnTo>
                <a:lnTo>
                  <a:pt x="74" y="335"/>
                </a:lnTo>
                <a:lnTo>
                  <a:pt x="73" y="335"/>
                </a:lnTo>
                <a:lnTo>
                  <a:pt x="73" y="333"/>
                </a:lnTo>
                <a:lnTo>
                  <a:pt x="74" y="333"/>
                </a:lnTo>
                <a:lnTo>
                  <a:pt x="74" y="332"/>
                </a:lnTo>
                <a:lnTo>
                  <a:pt x="73" y="332"/>
                </a:lnTo>
                <a:lnTo>
                  <a:pt x="72" y="332"/>
                </a:lnTo>
                <a:lnTo>
                  <a:pt x="72" y="331"/>
                </a:lnTo>
                <a:lnTo>
                  <a:pt x="71" y="332"/>
                </a:lnTo>
                <a:lnTo>
                  <a:pt x="70" y="331"/>
                </a:lnTo>
                <a:lnTo>
                  <a:pt x="70" y="330"/>
                </a:lnTo>
                <a:lnTo>
                  <a:pt x="69" y="330"/>
                </a:lnTo>
                <a:lnTo>
                  <a:pt x="69" y="329"/>
                </a:lnTo>
                <a:lnTo>
                  <a:pt x="69" y="328"/>
                </a:lnTo>
                <a:lnTo>
                  <a:pt x="68" y="328"/>
                </a:lnTo>
                <a:lnTo>
                  <a:pt x="68" y="327"/>
                </a:lnTo>
                <a:lnTo>
                  <a:pt x="67" y="327"/>
                </a:lnTo>
                <a:lnTo>
                  <a:pt x="66" y="327"/>
                </a:lnTo>
                <a:lnTo>
                  <a:pt x="65" y="327"/>
                </a:lnTo>
                <a:lnTo>
                  <a:pt x="66" y="326"/>
                </a:lnTo>
                <a:lnTo>
                  <a:pt x="65" y="325"/>
                </a:lnTo>
                <a:lnTo>
                  <a:pt x="65" y="326"/>
                </a:lnTo>
                <a:lnTo>
                  <a:pt x="64" y="326"/>
                </a:lnTo>
                <a:lnTo>
                  <a:pt x="63" y="326"/>
                </a:lnTo>
                <a:lnTo>
                  <a:pt x="63" y="327"/>
                </a:lnTo>
                <a:lnTo>
                  <a:pt x="62" y="328"/>
                </a:lnTo>
                <a:lnTo>
                  <a:pt x="61" y="328"/>
                </a:lnTo>
                <a:lnTo>
                  <a:pt x="61" y="327"/>
                </a:lnTo>
                <a:lnTo>
                  <a:pt x="62" y="327"/>
                </a:lnTo>
                <a:lnTo>
                  <a:pt x="62" y="326"/>
                </a:lnTo>
                <a:lnTo>
                  <a:pt x="63" y="326"/>
                </a:lnTo>
                <a:lnTo>
                  <a:pt x="63" y="325"/>
                </a:lnTo>
                <a:lnTo>
                  <a:pt x="63" y="324"/>
                </a:lnTo>
                <a:lnTo>
                  <a:pt x="62" y="324"/>
                </a:lnTo>
                <a:lnTo>
                  <a:pt x="61" y="323"/>
                </a:lnTo>
                <a:lnTo>
                  <a:pt x="60" y="323"/>
                </a:lnTo>
                <a:lnTo>
                  <a:pt x="59" y="322"/>
                </a:lnTo>
                <a:lnTo>
                  <a:pt x="59" y="321"/>
                </a:lnTo>
                <a:lnTo>
                  <a:pt x="58" y="321"/>
                </a:lnTo>
                <a:lnTo>
                  <a:pt x="58" y="320"/>
                </a:lnTo>
                <a:lnTo>
                  <a:pt x="57" y="320"/>
                </a:lnTo>
                <a:lnTo>
                  <a:pt x="57" y="319"/>
                </a:lnTo>
                <a:lnTo>
                  <a:pt x="57" y="318"/>
                </a:lnTo>
                <a:lnTo>
                  <a:pt x="56" y="318"/>
                </a:lnTo>
                <a:lnTo>
                  <a:pt x="56" y="317"/>
                </a:lnTo>
                <a:lnTo>
                  <a:pt x="56" y="316"/>
                </a:lnTo>
                <a:lnTo>
                  <a:pt x="57" y="316"/>
                </a:lnTo>
                <a:lnTo>
                  <a:pt x="57" y="315"/>
                </a:lnTo>
                <a:lnTo>
                  <a:pt x="57" y="314"/>
                </a:lnTo>
                <a:lnTo>
                  <a:pt x="57" y="313"/>
                </a:lnTo>
                <a:lnTo>
                  <a:pt x="58" y="313"/>
                </a:lnTo>
                <a:lnTo>
                  <a:pt x="58" y="312"/>
                </a:lnTo>
                <a:lnTo>
                  <a:pt x="58" y="311"/>
                </a:lnTo>
                <a:lnTo>
                  <a:pt x="60" y="311"/>
                </a:lnTo>
                <a:lnTo>
                  <a:pt x="60" y="310"/>
                </a:lnTo>
                <a:lnTo>
                  <a:pt x="60" y="309"/>
                </a:lnTo>
                <a:lnTo>
                  <a:pt x="60" y="308"/>
                </a:lnTo>
                <a:lnTo>
                  <a:pt x="60" y="307"/>
                </a:lnTo>
                <a:lnTo>
                  <a:pt x="61" y="307"/>
                </a:lnTo>
                <a:lnTo>
                  <a:pt x="61" y="306"/>
                </a:lnTo>
                <a:lnTo>
                  <a:pt x="60" y="306"/>
                </a:lnTo>
                <a:lnTo>
                  <a:pt x="60" y="305"/>
                </a:lnTo>
                <a:lnTo>
                  <a:pt x="59" y="304"/>
                </a:lnTo>
                <a:lnTo>
                  <a:pt x="58" y="303"/>
                </a:lnTo>
                <a:lnTo>
                  <a:pt x="58" y="302"/>
                </a:lnTo>
                <a:lnTo>
                  <a:pt x="58" y="301"/>
                </a:lnTo>
                <a:lnTo>
                  <a:pt x="57" y="300"/>
                </a:lnTo>
                <a:lnTo>
                  <a:pt x="57" y="299"/>
                </a:lnTo>
                <a:lnTo>
                  <a:pt x="58" y="299"/>
                </a:lnTo>
                <a:lnTo>
                  <a:pt x="58" y="300"/>
                </a:lnTo>
                <a:lnTo>
                  <a:pt x="59" y="300"/>
                </a:lnTo>
                <a:lnTo>
                  <a:pt x="59" y="299"/>
                </a:lnTo>
                <a:lnTo>
                  <a:pt x="59" y="298"/>
                </a:lnTo>
                <a:lnTo>
                  <a:pt x="60" y="297"/>
                </a:lnTo>
                <a:lnTo>
                  <a:pt x="60" y="296"/>
                </a:lnTo>
                <a:lnTo>
                  <a:pt x="59" y="296"/>
                </a:lnTo>
                <a:lnTo>
                  <a:pt x="60" y="295"/>
                </a:lnTo>
                <a:lnTo>
                  <a:pt x="60" y="294"/>
                </a:lnTo>
                <a:lnTo>
                  <a:pt x="60" y="293"/>
                </a:lnTo>
                <a:lnTo>
                  <a:pt x="60" y="292"/>
                </a:lnTo>
                <a:lnTo>
                  <a:pt x="59" y="292"/>
                </a:lnTo>
                <a:lnTo>
                  <a:pt x="59" y="291"/>
                </a:lnTo>
                <a:lnTo>
                  <a:pt x="59" y="290"/>
                </a:lnTo>
                <a:lnTo>
                  <a:pt x="58" y="290"/>
                </a:lnTo>
                <a:lnTo>
                  <a:pt x="57" y="290"/>
                </a:lnTo>
                <a:lnTo>
                  <a:pt x="58" y="289"/>
                </a:lnTo>
                <a:lnTo>
                  <a:pt x="58" y="288"/>
                </a:lnTo>
                <a:lnTo>
                  <a:pt x="58" y="287"/>
                </a:lnTo>
                <a:lnTo>
                  <a:pt x="58" y="286"/>
                </a:lnTo>
                <a:lnTo>
                  <a:pt x="58" y="285"/>
                </a:lnTo>
                <a:lnTo>
                  <a:pt x="57" y="284"/>
                </a:lnTo>
                <a:lnTo>
                  <a:pt x="56" y="284"/>
                </a:lnTo>
                <a:lnTo>
                  <a:pt x="56" y="283"/>
                </a:lnTo>
                <a:lnTo>
                  <a:pt x="55" y="283"/>
                </a:lnTo>
                <a:lnTo>
                  <a:pt x="55" y="282"/>
                </a:lnTo>
                <a:lnTo>
                  <a:pt x="54" y="282"/>
                </a:lnTo>
                <a:lnTo>
                  <a:pt x="53" y="282"/>
                </a:lnTo>
                <a:lnTo>
                  <a:pt x="52" y="282"/>
                </a:lnTo>
                <a:lnTo>
                  <a:pt x="52" y="281"/>
                </a:lnTo>
                <a:lnTo>
                  <a:pt x="51" y="280"/>
                </a:lnTo>
                <a:lnTo>
                  <a:pt x="50" y="280"/>
                </a:lnTo>
                <a:lnTo>
                  <a:pt x="49" y="280"/>
                </a:lnTo>
                <a:lnTo>
                  <a:pt x="48" y="280"/>
                </a:lnTo>
                <a:lnTo>
                  <a:pt x="48" y="279"/>
                </a:lnTo>
                <a:lnTo>
                  <a:pt x="47" y="280"/>
                </a:lnTo>
                <a:lnTo>
                  <a:pt x="46" y="280"/>
                </a:lnTo>
                <a:lnTo>
                  <a:pt x="46" y="279"/>
                </a:lnTo>
                <a:lnTo>
                  <a:pt x="45" y="278"/>
                </a:lnTo>
                <a:lnTo>
                  <a:pt x="45" y="277"/>
                </a:lnTo>
                <a:lnTo>
                  <a:pt x="44" y="277"/>
                </a:lnTo>
                <a:lnTo>
                  <a:pt x="43" y="277"/>
                </a:lnTo>
                <a:lnTo>
                  <a:pt x="43" y="276"/>
                </a:lnTo>
                <a:lnTo>
                  <a:pt x="42" y="276"/>
                </a:lnTo>
                <a:lnTo>
                  <a:pt x="42" y="275"/>
                </a:lnTo>
                <a:lnTo>
                  <a:pt x="41" y="274"/>
                </a:lnTo>
                <a:lnTo>
                  <a:pt x="41" y="273"/>
                </a:lnTo>
                <a:lnTo>
                  <a:pt x="42" y="272"/>
                </a:lnTo>
                <a:lnTo>
                  <a:pt x="42" y="271"/>
                </a:lnTo>
                <a:lnTo>
                  <a:pt x="41" y="270"/>
                </a:lnTo>
                <a:lnTo>
                  <a:pt x="41" y="269"/>
                </a:lnTo>
                <a:lnTo>
                  <a:pt x="41" y="267"/>
                </a:lnTo>
                <a:lnTo>
                  <a:pt x="40" y="267"/>
                </a:lnTo>
                <a:lnTo>
                  <a:pt x="40" y="266"/>
                </a:lnTo>
                <a:lnTo>
                  <a:pt x="39" y="266"/>
                </a:lnTo>
                <a:lnTo>
                  <a:pt x="39" y="265"/>
                </a:lnTo>
                <a:lnTo>
                  <a:pt x="38" y="265"/>
                </a:lnTo>
                <a:lnTo>
                  <a:pt x="38" y="264"/>
                </a:lnTo>
                <a:lnTo>
                  <a:pt x="38" y="263"/>
                </a:lnTo>
                <a:lnTo>
                  <a:pt x="37" y="263"/>
                </a:lnTo>
                <a:lnTo>
                  <a:pt x="36" y="263"/>
                </a:lnTo>
                <a:lnTo>
                  <a:pt x="35" y="263"/>
                </a:lnTo>
                <a:lnTo>
                  <a:pt x="34" y="263"/>
                </a:lnTo>
                <a:lnTo>
                  <a:pt x="34" y="262"/>
                </a:lnTo>
                <a:lnTo>
                  <a:pt x="33" y="262"/>
                </a:lnTo>
                <a:lnTo>
                  <a:pt x="33" y="261"/>
                </a:lnTo>
                <a:lnTo>
                  <a:pt x="32" y="261"/>
                </a:lnTo>
                <a:lnTo>
                  <a:pt x="32" y="260"/>
                </a:lnTo>
                <a:lnTo>
                  <a:pt x="31" y="259"/>
                </a:lnTo>
                <a:lnTo>
                  <a:pt x="30" y="259"/>
                </a:lnTo>
                <a:lnTo>
                  <a:pt x="29" y="258"/>
                </a:lnTo>
                <a:lnTo>
                  <a:pt x="28" y="258"/>
                </a:lnTo>
                <a:lnTo>
                  <a:pt x="27" y="257"/>
                </a:lnTo>
                <a:lnTo>
                  <a:pt x="26" y="257"/>
                </a:lnTo>
                <a:lnTo>
                  <a:pt x="25" y="258"/>
                </a:lnTo>
                <a:lnTo>
                  <a:pt x="24" y="258"/>
                </a:lnTo>
                <a:lnTo>
                  <a:pt x="23" y="257"/>
                </a:lnTo>
                <a:lnTo>
                  <a:pt x="22" y="257"/>
                </a:lnTo>
                <a:lnTo>
                  <a:pt x="22" y="256"/>
                </a:lnTo>
                <a:lnTo>
                  <a:pt x="22" y="255"/>
                </a:lnTo>
                <a:lnTo>
                  <a:pt x="21" y="255"/>
                </a:lnTo>
                <a:lnTo>
                  <a:pt x="21" y="254"/>
                </a:lnTo>
                <a:lnTo>
                  <a:pt x="20" y="254"/>
                </a:lnTo>
                <a:lnTo>
                  <a:pt x="20" y="253"/>
                </a:lnTo>
                <a:lnTo>
                  <a:pt x="20" y="252"/>
                </a:lnTo>
                <a:lnTo>
                  <a:pt x="21" y="252"/>
                </a:lnTo>
                <a:lnTo>
                  <a:pt x="22" y="252"/>
                </a:lnTo>
                <a:lnTo>
                  <a:pt x="22" y="251"/>
                </a:lnTo>
                <a:lnTo>
                  <a:pt x="23" y="251"/>
                </a:lnTo>
                <a:lnTo>
                  <a:pt x="24" y="251"/>
                </a:lnTo>
                <a:lnTo>
                  <a:pt x="23" y="250"/>
                </a:lnTo>
                <a:lnTo>
                  <a:pt x="24" y="249"/>
                </a:lnTo>
                <a:lnTo>
                  <a:pt x="24" y="250"/>
                </a:lnTo>
                <a:lnTo>
                  <a:pt x="25" y="249"/>
                </a:lnTo>
                <a:lnTo>
                  <a:pt x="25" y="248"/>
                </a:lnTo>
                <a:lnTo>
                  <a:pt x="26" y="248"/>
                </a:lnTo>
                <a:lnTo>
                  <a:pt x="27" y="248"/>
                </a:lnTo>
                <a:lnTo>
                  <a:pt x="28" y="248"/>
                </a:lnTo>
                <a:lnTo>
                  <a:pt x="28" y="247"/>
                </a:lnTo>
                <a:lnTo>
                  <a:pt x="28" y="246"/>
                </a:lnTo>
                <a:lnTo>
                  <a:pt x="27" y="245"/>
                </a:lnTo>
                <a:lnTo>
                  <a:pt x="26" y="245"/>
                </a:lnTo>
                <a:lnTo>
                  <a:pt x="26" y="244"/>
                </a:lnTo>
                <a:lnTo>
                  <a:pt x="26" y="243"/>
                </a:lnTo>
                <a:lnTo>
                  <a:pt x="26" y="242"/>
                </a:lnTo>
                <a:lnTo>
                  <a:pt x="25" y="242"/>
                </a:lnTo>
                <a:lnTo>
                  <a:pt x="25" y="241"/>
                </a:lnTo>
                <a:lnTo>
                  <a:pt x="25" y="240"/>
                </a:lnTo>
                <a:lnTo>
                  <a:pt x="24" y="240"/>
                </a:lnTo>
                <a:lnTo>
                  <a:pt x="24" y="239"/>
                </a:lnTo>
                <a:lnTo>
                  <a:pt x="24" y="238"/>
                </a:lnTo>
                <a:lnTo>
                  <a:pt x="23" y="238"/>
                </a:lnTo>
                <a:lnTo>
                  <a:pt x="22" y="239"/>
                </a:lnTo>
                <a:lnTo>
                  <a:pt x="23" y="239"/>
                </a:lnTo>
                <a:lnTo>
                  <a:pt x="22" y="239"/>
                </a:lnTo>
                <a:lnTo>
                  <a:pt x="22" y="240"/>
                </a:lnTo>
                <a:lnTo>
                  <a:pt x="21" y="240"/>
                </a:lnTo>
                <a:lnTo>
                  <a:pt x="21" y="239"/>
                </a:lnTo>
                <a:lnTo>
                  <a:pt x="20" y="239"/>
                </a:lnTo>
                <a:lnTo>
                  <a:pt x="20" y="240"/>
                </a:lnTo>
                <a:lnTo>
                  <a:pt x="20" y="239"/>
                </a:lnTo>
                <a:lnTo>
                  <a:pt x="20" y="238"/>
                </a:lnTo>
                <a:lnTo>
                  <a:pt x="21" y="237"/>
                </a:lnTo>
                <a:lnTo>
                  <a:pt x="20" y="237"/>
                </a:lnTo>
                <a:lnTo>
                  <a:pt x="20" y="236"/>
                </a:lnTo>
                <a:lnTo>
                  <a:pt x="21" y="236"/>
                </a:lnTo>
                <a:lnTo>
                  <a:pt x="21" y="235"/>
                </a:lnTo>
                <a:lnTo>
                  <a:pt x="21" y="233"/>
                </a:lnTo>
                <a:lnTo>
                  <a:pt x="21" y="232"/>
                </a:lnTo>
                <a:lnTo>
                  <a:pt x="20" y="232"/>
                </a:lnTo>
                <a:lnTo>
                  <a:pt x="21" y="231"/>
                </a:lnTo>
                <a:lnTo>
                  <a:pt x="22" y="231"/>
                </a:lnTo>
                <a:lnTo>
                  <a:pt x="22" y="230"/>
                </a:lnTo>
                <a:lnTo>
                  <a:pt x="23" y="230"/>
                </a:lnTo>
                <a:lnTo>
                  <a:pt x="23" y="229"/>
                </a:lnTo>
                <a:lnTo>
                  <a:pt x="24" y="229"/>
                </a:lnTo>
                <a:lnTo>
                  <a:pt x="24" y="228"/>
                </a:lnTo>
                <a:lnTo>
                  <a:pt x="25" y="226"/>
                </a:lnTo>
                <a:lnTo>
                  <a:pt x="25" y="225"/>
                </a:lnTo>
                <a:lnTo>
                  <a:pt x="24" y="225"/>
                </a:lnTo>
                <a:lnTo>
                  <a:pt x="23" y="224"/>
                </a:lnTo>
                <a:lnTo>
                  <a:pt x="22" y="224"/>
                </a:lnTo>
                <a:lnTo>
                  <a:pt x="21" y="224"/>
                </a:lnTo>
                <a:lnTo>
                  <a:pt x="20" y="224"/>
                </a:lnTo>
                <a:lnTo>
                  <a:pt x="20" y="223"/>
                </a:lnTo>
                <a:lnTo>
                  <a:pt x="21" y="223"/>
                </a:lnTo>
                <a:lnTo>
                  <a:pt x="20" y="223"/>
                </a:lnTo>
                <a:lnTo>
                  <a:pt x="19" y="222"/>
                </a:lnTo>
                <a:lnTo>
                  <a:pt x="18" y="222"/>
                </a:lnTo>
                <a:lnTo>
                  <a:pt x="17" y="222"/>
                </a:lnTo>
                <a:lnTo>
                  <a:pt x="17" y="221"/>
                </a:lnTo>
                <a:lnTo>
                  <a:pt x="17" y="220"/>
                </a:lnTo>
                <a:lnTo>
                  <a:pt x="16" y="220"/>
                </a:lnTo>
                <a:lnTo>
                  <a:pt x="15" y="220"/>
                </a:lnTo>
                <a:lnTo>
                  <a:pt x="14" y="220"/>
                </a:lnTo>
                <a:lnTo>
                  <a:pt x="14" y="219"/>
                </a:lnTo>
                <a:lnTo>
                  <a:pt x="14" y="220"/>
                </a:lnTo>
                <a:lnTo>
                  <a:pt x="13" y="220"/>
                </a:lnTo>
                <a:lnTo>
                  <a:pt x="13" y="219"/>
                </a:lnTo>
                <a:lnTo>
                  <a:pt x="12" y="219"/>
                </a:lnTo>
                <a:lnTo>
                  <a:pt x="11" y="218"/>
                </a:lnTo>
                <a:lnTo>
                  <a:pt x="10" y="218"/>
                </a:lnTo>
                <a:lnTo>
                  <a:pt x="9" y="218"/>
                </a:lnTo>
                <a:lnTo>
                  <a:pt x="8" y="217"/>
                </a:lnTo>
                <a:lnTo>
                  <a:pt x="7" y="217"/>
                </a:lnTo>
                <a:lnTo>
                  <a:pt x="7" y="216"/>
                </a:lnTo>
                <a:lnTo>
                  <a:pt x="6" y="214"/>
                </a:lnTo>
                <a:lnTo>
                  <a:pt x="6" y="213"/>
                </a:lnTo>
                <a:lnTo>
                  <a:pt x="6" y="212"/>
                </a:lnTo>
                <a:lnTo>
                  <a:pt x="7" y="212"/>
                </a:lnTo>
                <a:lnTo>
                  <a:pt x="8" y="212"/>
                </a:lnTo>
                <a:lnTo>
                  <a:pt x="8" y="211"/>
                </a:lnTo>
                <a:lnTo>
                  <a:pt x="9" y="211"/>
                </a:lnTo>
                <a:lnTo>
                  <a:pt x="10" y="210"/>
                </a:lnTo>
                <a:lnTo>
                  <a:pt x="10" y="209"/>
                </a:lnTo>
                <a:lnTo>
                  <a:pt x="11" y="209"/>
                </a:lnTo>
                <a:lnTo>
                  <a:pt x="12" y="209"/>
                </a:lnTo>
                <a:lnTo>
                  <a:pt x="13" y="208"/>
                </a:lnTo>
                <a:lnTo>
                  <a:pt x="13" y="207"/>
                </a:lnTo>
                <a:lnTo>
                  <a:pt x="12" y="206"/>
                </a:lnTo>
                <a:lnTo>
                  <a:pt x="11" y="206"/>
                </a:lnTo>
                <a:lnTo>
                  <a:pt x="11" y="205"/>
                </a:lnTo>
                <a:lnTo>
                  <a:pt x="11" y="204"/>
                </a:lnTo>
                <a:lnTo>
                  <a:pt x="11" y="203"/>
                </a:lnTo>
                <a:lnTo>
                  <a:pt x="10" y="203"/>
                </a:lnTo>
                <a:lnTo>
                  <a:pt x="10" y="202"/>
                </a:lnTo>
                <a:lnTo>
                  <a:pt x="10" y="201"/>
                </a:lnTo>
                <a:lnTo>
                  <a:pt x="10" y="200"/>
                </a:lnTo>
                <a:lnTo>
                  <a:pt x="9" y="200"/>
                </a:lnTo>
                <a:lnTo>
                  <a:pt x="9" y="201"/>
                </a:lnTo>
                <a:lnTo>
                  <a:pt x="8" y="201"/>
                </a:lnTo>
                <a:lnTo>
                  <a:pt x="7" y="201"/>
                </a:lnTo>
                <a:lnTo>
                  <a:pt x="7" y="200"/>
                </a:lnTo>
                <a:lnTo>
                  <a:pt x="6" y="200"/>
                </a:lnTo>
                <a:lnTo>
                  <a:pt x="5" y="200"/>
                </a:lnTo>
                <a:lnTo>
                  <a:pt x="5" y="199"/>
                </a:lnTo>
                <a:lnTo>
                  <a:pt x="4" y="199"/>
                </a:lnTo>
                <a:lnTo>
                  <a:pt x="4" y="198"/>
                </a:lnTo>
                <a:lnTo>
                  <a:pt x="4" y="197"/>
                </a:lnTo>
                <a:lnTo>
                  <a:pt x="3" y="197"/>
                </a:lnTo>
                <a:lnTo>
                  <a:pt x="3" y="196"/>
                </a:lnTo>
                <a:lnTo>
                  <a:pt x="3" y="195"/>
                </a:lnTo>
                <a:lnTo>
                  <a:pt x="3" y="194"/>
                </a:lnTo>
                <a:lnTo>
                  <a:pt x="2" y="194"/>
                </a:lnTo>
                <a:lnTo>
                  <a:pt x="1" y="193"/>
                </a:lnTo>
                <a:lnTo>
                  <a:pt x="1" y="192"/>
                </a:lnTo>
                <a:lnTo>
                  <a:pt x="1" y="191"/>
                </a:lnTo>
                <a:lnTo>
                  <a:pt x="0" y="191"/>
                </a:lnTo>
                <a:lnTo>
                  <a:pt x="0" y="190"/>
                </a:lnTo>
                <a:lnTo>
                  <a:pt x="0" y="189"/>
                </a:lnTo>
                <a:lnTo>
                  <a:pt x="0" y="188"/>
                </a:lnTo>
                <a:lnTo>
                  <a:pt x="0" y="187"/>
                </a:lnTo>
                <a:lnTo>
                  <a:pt x="1" y="186"/>
                </a:lnTo>
                <a:lnTo>
                  <a:pt x="2" y="185"/>
                </a:lnTo>
                <a:lnTo>
                  <a:pt x="3" y="185"/>
                </a:lnTo>
                <a:lnTo>
                  <a:pt x="4" y="185"/>
                </a:lnTo>
                <a:lnTo>
                  <a:pt x="3" y="184"/>
                </a:lnTo>
                <a:lnTo>
                  <a:pt x="1" y="184"/>
                </a:lnTo>
                <a:lnTo>
                  <a:pt x="0" y="184"/>
                </a:lnTo>
                <a:lnTo>
                  <a:pt x="0" y="183"/>
                </a:lnTo>
                <a:lnTo>
                  <a:pt x="1" y="183"/>
                </a:lnTo>
                <a:lnTo>
                  <a:pt x="1" y="182"/>
                </a:lnTo>
                <a:lnTo>
                  <a:pt x="0" y="182"/>
                </a:lnTo>
                <a:lnTo>
                  <a:pt x="1" y="181"/>
                </a:lnTo>
                <a:lnTo>
                  <a:pt x="2" y="181"/>
                </a:lnTo>
                <a:lnTo>
                  <a:pt x="3" y="181"/>
                </a:lnTo>
                <a:lnTo>
                  <a:pt x="4" y="181"/>
                </a:lnTo>
                <a:lnTo>
                  <a:pt x="4" y="182"/>
                </a:lnTo>
                <a:lnTo>
                  <a:pt x="5" y="182"/>
                </a:lnTo>
                <a:lnTo>
                  <a:pt x="5" y="181"/>
                </a:lnTo>
                <a:lnTo>
                  <a:pt x="6" y="181"/>
                </a:lnTo>
                <a:lnTo>
                  <a:pt x="7" y="181"/>
                </a:lnTo>
                <a:lnTo>
                  <a:pt x="7" y="180"/>
                </a:lnTo>
                <a:lnTo>
                  <a:pt x="8" y="180"/>
                </a:lnTo>
                <a:lnTo>
                  <a:pt x="9" y="179"/>
                </a:lnTo>
                <a:lnTo>
                  <a:pt x="10" y="179"/>
                </a:lnTo>
                <a:lnTo>
                  <a:pt x="11" y="179"/>
                </a:lnTo>
                <a:lnTo>
                  <a:pt x="11" y="180"/>
                </a:lnTo>
                <a:lnTo>
                  <a:pt x="12" y="180"/>
                </a:lnTo>
                <a:lnTo>
                  <a:pt x="13" y="180"/>
                </a:lnTo>
                <a:lnTo>
                  <a:pt x="13" y="181"/>
                </a:lnTo>
                <a:lnTo>
                  <a:pt x="14" y="181"/>
                </a:lnTo>
                <a:lnTo>
                  <a:pt x="14" y="182"/>
                </a:lnTo>
                <a:lnTo>
                  <a:pt x="15" y="182"/>
                </a:lnTo>
                <a:lnTo>
                  <a:pt x="16" y="182"/>
                </a:lnTo>
                <a:lnTo>
                  <a:pt x="17" y="182"/>
                </a:lnTo>
                <a:lnTo>
                  <a:pt x="18" y="182"/>
                </a:lnTo>
                <a:lnTo>
                  <a:pt x="19" y="182"/>
                </a:lnTo>
                <a:lnTo>
                  <a:pt x="19" y="181"/>
                </a:lnTo>
                <a:lnTo>
                  <a:pt x="20" y="181"/>
                </a:lnTo>
                <a:lnTo>
                  <a:pt x="21" y="181"/>
                </a:lnTo>
                <a:lnTo>
                  <a:pt x="21" y="180"/>
                </a:lnTo>
                <a:lnTo>
                  <a:pt x="22" y="180"/>
                </a:lnTo>
                <a:lnTo>
                  <a:pt x="22" y="179"/>
                </a:lnTo>
                <a:lnTo>
                  <a:pt x="23" y="179"/>
                </a:lnTo>
                <a:lnTo>
                  <a:pt x="23" y="180"/>
                </a:lnTo>
                <a:lnTo>
                  <a:pt x="24" y="180"/>
                </a:lnTo>
                <a:lnTo>
                  <a:pt x="25" y="180"/>
                </a:lnTo>
                <a:lnTo>
                  <a:pt x="25" y="181"/>
                </a:lnTo>
                <a:lnTo>
                  <a:pt x="26" y="181"/>
                </a:lnTo>
                <a:lnTo>
                  <a:pt x="26" y="182"/>
                </a:lnTo>
                <a:lnTo>
                  <a:pt x="27" y="182"/>
                </a:lnTo>
                <a:lnTo>
                  <a:pt x="28" y="182"/>
                </a:lnTo>
                <a:lnTo>
                  <a:pt x="28" y="181"/>
                </a:lnTo>
                <a:lnTo>
                  <a:pt x="29" y="181"/>
                </a:lnTo>
                <a:lnTo>
                  <a:pt x="29" y="180"/>
                </a:lnTo>
                <a:lnTo>
                  <a:pt x="30" y="180"/>
                </a:lnTo>
                <a:lnTo>
                  <a:pt x="30" y="179"/>
                </a:lnTo>
                <a:lnTo>
                  <a:pt x="30" y="180"/>
                </a:lnTo>
                <a:lnTo>
                  <a:pt x="31" y="180"/>
                </a:lnTo>
                <a:lnTo>
                  <a:pt x="32" y="179"/>
                </a:lnTo>
                <a:lnTo>
                  <a:pt x="32" y="178"/>
                </a:lnTo>
                <a:lnTo>
                  <a:pt x="33" y="177"/>
                </a:lnTo>
                <a:lnTo>
                  <a:pt x="34" y="177"/>
                </a:lnTo>
                <a:lnTo>
                  <a:pt x="34" y="176"/>
                </a:lnTo>
                <a:lnTo>
                  <a:pt x="34" y="175"/>
                </a:lnTo>
                <a:lnTo>
                  <a:pt x="35" y="175"/>
                </a:lnTo>
                <a:lnTo>
                  <a:pt x="37" y="175"/>
                </a:lnTo>
                <a:lnTo>
                  <a:pt x="38" y="175"/>
                </a:lnTo>
                <a:lnTo>
                  <a:pt x="39" y="175"/>
                </a:lnTo>
                <a:lnTo>
                  <a:pt x="39" y="176"/>
                </a:lnTo>
                <a:lnTo>
                  <a:pt x="40" y="177"/>
                </a:lnTo>
                <a:lnTo>
                  <a:pt x="40" y="178"/>
                </a:lnTo>
                <a:lnTo>
                  <a:pt x="41" y="178"/>
                </a:lnTo>
                <a:lnTo>
                  <a:pt x="41" y="179"/>
                </a:lnTo>
                <a:lnTo>
                  <a:pt x="42" y="179"/>
                </a:lnTo>
                <a:lnTo>
                  <a:pt x="43" y="179"/>
                </a:lnTo>
                <a:lnTo>
                  <a:pt x="43" y="178"/>
                </a:lnTo>
                <a:lnTo>
                  <a:pt x="43" y="177"/>
                </a:lnTo>
                <a:lnTo>
                  <a:pt x="44" y="177"/>
                </a:lnTo>
                <a:lnTo>
                  <a:pt x="45" y="177"/>
                </a:lnTo>
                <a:lnTo>
                  <a:pt x="46" y="177"/>
                </a:lnTo>
                <a:lnTo>
                  <a:pt x="47" y="176"/>
                </a:lnTo>
                <a:lnTo>
                  <a:pt x="47" y="175"/>
                </a:lnTo>
                <a:lnTo>
                  <a:pt x="48" y="174"/>
                </a:lnTo>
                <a:lnTo>
                  <a:pt x="49" y="173"/>
                </a:lnTo>
                <a:lnTo>
                  <a:pt x="49" y="172"/>
                </a:lnTo>
                <a:lnTo>
                  <a:pt x="49" y="170"/>
                </a:lnTo>
                <a:lnTo>
                  <a:pt x="50" y="170"/>
                </a:lnTo>
                <a:lnTo>
                  <a:pt x="50" y="169"/>
                </a:lnTo>
                <a:lnTo>
                  <a:pt x="50" y="168"/>
                </a:lnTo>
                <a:lnTo>
                  <a:pt x="50" y="167"/>
                </a:lnTo>
                <a:lnTo>
                  <a:pt x="51" y="167"/>
                </a:lnTo>
                <a:lnTo>
                  <a:pt x="52" y="167"/>
                </a:lnTo>
                <a:lnTo>
                  <a:pt x="52" y="168"/>
                </a:lnTo>
                <a:lnTo>
                  <a:pt x="53" y="168"/>
                </a:lnTo>
                <a:lnTo>
                  <a:pt x="54" y="169"/>
                </a:lnTo>
                <a:lnTo>
                  <a:pt x="54" y="170"/>
                </a:lnTo>
                <a:lnTo>
                  <a:pt x="55" y="170"/>
                </a:lnTo>
                <a:lnTo>
                  <a:pt x="56" y="169"/>
                </a:lnTo>
                <a:lnTo>
                  <a:pt x="57" y="168"/>
                </a:lnTo>
                <a:lnTo>
                  <a:pt x="58" y="168"/>
                </a:lnTo>
                <a:lnTo>
                  <a:pt x="59" y="167"/>
                </a:lnTo>
                <a:lnTo>
                  <a:pt x="60" y="167"/>
                </a:lnTo>
                <a:lnTo>
                  <a:pt x="60" y="166"/>
                </a:lnTo>
                <a:lnTo>
                  <a:pt x="62" y="166"/>
                </a:lnTo>
                <a:lnTo>
                  <a:pt x="62" y="165"/>
                </a:lnTo>
                <a:lnTo>
                  <a:pt x="63" y="165"/>
                </a:lnTo>
                <a:lnTo>
                  <a:pt x="64" y="165"/>
                </a:lnTo>
                <a:lnTo>
                  <a:pt x="65" y="165"/>
                </a:lnTo>
                <a:lnTo>
                  <a:pt x="66" y="165"/>
                </a:lnTo>
                <a:lnTo>
                  <a:pt x="67" y="165"/>
                </a:lnTo>
                <a:lnTo>
                  <a:pt x="68" y="164"/>
                </a:lnTo>
                <a:lnTo>
                  <a:pt x="69" y="163"/>
                </a:lnTo>
                <a:lnTo>
                  <a:pt x="69" y="162"/>
                </a:lnTo>
                <a:lnTo>
                  <a:pt x="69" y="161"/>
                </a:lnTo>
                <a:lnTo>
                  <a:pt x="70" y="161"/>
                </a:lnTo>
                <a:lnTo>
                  <a:pt x="71" y="159"/>
                </a:lnTo>
                <a:lnTo>
                  <a:pt x="72" y="159"/>
                </a:lnTo>
                <a:lnTo>
                  <a:pt x="73" y="159"/>
                </a:lnTo>
                <a:lnTo>
                  <a:pt x="73" y="160"/>
                </a:lnTo>
                <a:lnTo>
                  <a:pt x="74" y="160"/>
                </a:lnTo>
                <a:lnTo>
                  <a:pt x="76" y="160"/>
                </a:lnTo>
                <a:lnTo>
                  <a:pt x="77" y="161"/>
                </a:lnTo>
                <a:lnTo>
                  <a:pt x="78" y="161"/>
                </a:lnTo>
                <a:lnTo>
                  <a:pt x="79" y="161"/>
                </a:lnTo>
                <a:lnTo>
                  <a:pt x="79" y="160"/>
                </a:lnTo>
                <a:lnTo>
                  <a:pt x="80" y="159"/>
                </a:lnTo>
                <a:lnTo>
                  <a:pt x="80" y="158"/>
                </a:lnTo>
                <a:lnTo>
                  <a:pt x="81" y="158"/>
                </a:lnTo>
                <a:lnTo>
                  <a:pt x="81" y="159"/>
                </a:lnTo>
                <a:lnTo>
                  <a:pt x="82" y="159"/>
                </a:lnTo>
                <a:lnTo>
                  <a:pt x="83" y="159"/>
                </a:lnTo>
                <a:lnTo>
                  <a:pt x="83" y="160"/>
                </a:lnTo>
                <a:lnTo>
                  <a:pt x="84" y="159"/>
                </a:lnTo>
                <a:lnTo>
                  <a:pt x="85" y="159"/>
                </a:lnTo>
                <a:lnTo>
                  <a:pt x="86" y="158"/>
                </a:lnTo>
                <a:lnTo>
                  <a:pt x="87" y="158"/>
                </a:lnTo>
                <a:lnTo>
                  <a:pt x="87" y="157"/>
                </a:lnTo>
                <a:lnTo>
                  <a:pt x="88" y="157"/>
                </a:lnTo>
                <a:lnTo>
                  <a:pt x="89" y="157"/>
                </a:lnTo>
                <a:lnTo>
                  <a:pt x="89" y="158"/>
                </a:lnTo>
                <a:lnTo>
                  <a:pt x="90" y="158"/>
                </a:lnTo>
                <a:lnTo>
                  <a:pt x="91" y="158"/>
                </a:lnTo>
                <a:lnTo>
                  <a:pt x="92" y="158"/>
                </a:lnTo>
                <a:lnTo>
                  <a:pt x="92" y="159"/>
                </a:lnTo>
                <a:lnTo>
                  <a:pt x="93" y="159"/>
                </a:lnTo>
                <a:lnTo>
                  <a:pt x="93" y="158"/>
                </a:lnTo>
                <a:lnTo>
                  <a:pt x="94" y="158"/>
                </a:lnTo>
                <a:lnTo>
                  <a:pt x="95" y="157"/>
                </a:lnTo>
                <a:lnTo>
                  <a:pt x="96" y="157"/>
                </a:lnTo>
                <a:lnTo>
                  <a:pt x="97" y="156"/>
                </a:lnTo>
                <a:lnTo>
                  <a:pt x="98" y="156"/>
                </a:lnTo>
                <a:lnTo>
                  <a:pt x="98" y="157"/>
                </a:lnTo>
                <a:lnTo>
                  <a:pt x="99" y="157"/>
                </a:lnTo>
                <a:lnTo>
                  <a:pt x="100" y="157"/>
                </a:lnTo>
                <a:lnTo>
                  <a:pt x="100" y="158"/>
                </a:lnTo>
                <a:lnTo>
                  <a:pt x="100" y="157"/>
                </a:lnTo>
                <a:lnTo>
                  <a:pt x="101" y="157"/>
                </a:lnTo>
                <a:lnTo>
                  <a:pt x="102" y="157"/>
                </a:lnTo>
                <a:lnTo>
                  <a:pt x="103" y="157"/>
                </a:lnTo>
                <a:lnTo>
                  <a:pt x="103" y="156"/>
                </a:lnTo>
                <a:lnTo>
                  <a:pt x="104" y="155"/>
                </a:lnTo>
                <a:lnTo>
                  <a:pt x="105" y="155"/>
                </a:lnTo>
                <a:lnTo>
                  <a:pt x="106" y="155"/>
                </a:lnTo>
                <a:lnTo>
                  <a:pt x="107" y="155"/>
                </a:lnTo>
                <a:lnTo>
                  <a:pt x="108" y="155"/>
                </a:lnTo>
                <a:lnTo>
                  <a:pt x="108" y="156"/>
                </a:lnTo>
                <a:lnTo>
                  <a:pt x="109" y="156"/>
                </a:lnTo>
                <a:lnTo>
                  <a:pt x="110" y="155"/>
                </a:lnTo>
                <a:lnTo>
                  <a:pt x="110" y="154"/>
                </a:lnTo>
                <a:lnTo>
                  <a:pt x="110" y="153"/>
                </a:lnTo>
                <a:lnTo>
                  <a:pt x="111" y="153"/>
                </a:lnTo>
                <a:lnTo>
                  <a:pt x="111" y="152"/>
                </a:lnTo>
                <a:lnTo>
                  <a:pt x="111" y="151"/>
                </a:lnTo>
                <a:lnTo>
                  <a:pt x="112" y="151"/>
                </a:lnTo>
                <a:lnTo>
                  <a:pt x="113" y="151"/>
                </a:lnTo>
                <a:lnTo>
                  <a:pt x="113" y="150"/>
                </a:lnTo>
                <a:lnTo>
                  <a:pt x="113" y="149"/>
                </a:lnTo>
                <a:lnTo>
                  <a:pt x="113" y="148"/>
                </a:lnTo>
                <a:lnTo>
                  <a:pt x="114" y="147"/>
                </a:lnTo>
                <a:lnTo>
                  <a:pt x="115" y="147"/>
                </a:lnTo>
                <a:lnTo>
                  <a:pt x="115" y="146"/>
                </a:lnTo>
                <a:lnTo>
                  <a:pt x="116" y="146"/>
                </a:lnTo>
                <a:lnTo>
                  <a:pt x="117" y="146"/>
                </a:lnTo>
                <a:lnTo>
                  <a:pt x="118" y="145"/>
                </a:lnTo>
                <a:lnTo>
                  <a:pt x="119" y="145"/>
                </a:lnTo>
                <a:lnTo>
                  <a:pt x="119" y="144"/>
                </a:lnTo>
                <a:lnTo>
                  <a:pt x="118" y="143"/>
                </a:lnTo>
                <a:lnTo>
                  <a:pt x="118" y="142"/>
                </a:lnTo>
                <a:lnTo>
                  <a:pt x="117" y="142"/>
                </a:lnTo>
                <a:lnTo>
                  <a:pt x="117" y="141"/>
                </a:lnTo>
                <a:lnTo>
                  <a:pt x="119" y="141"/>
                </a:lnTo>
                <a:lnTo>
                  <a:pt x="119" y="140"/>
                </a:lnTo>
                <a:lnTo>
                  <a:pt x="120" y="140"/>
                </a:lnTo>
                <a:lnTo>
                  <a:pt x="121" y="140"/>
                </a:lnTo>
                <a:lnTo>
                  <a:pt x="122" y="139"/>
                </a:lnTo>
                <a:lnTo>
                  <a:pt x="123" y="139"/>
                </a:lnTo>
                <a:lnTo>
                  <a:pt x="124" y="139"/>
                </a:lnTo>
                <a:lnTo>
                  <a:pt x="124" y="138"/>
                </a:lnTo>
                <a:lnTo>
                  <a:pt x="125" y="138"/>
                </a:lnTo>
                <a:lnTo>
                  <a:pt x="126" y="138"/>
                </a:lnTo>
                <a:lnTo>
                  <a:pt x="127" y="138"/>
                </a:lnTo>
                <a:lnTo>
                  <a:pt x="127" y="137"/>
                </a:lnTo>
                <a:lnTo>
                  <a:pt x="128" y="137"/>
                </a:lnTo>
                <a:lnTo>
                  <a:pt x="129" y="137"/>
                </a:lnTo>
                <a:lnTo>
                  <a:pt x="130" y="137"/>
                </a:lnTo>
                <a:lnTo>
                  <a:pt x="130" y="136"/>
                </a:lnTo>
                <a:lnTo>
                  <a:pt x="130" y="135"/>
                </a:lnTo>
                <a:lnTo>
                  <a:pt x="130" y="134"/>
                </a:lnTo>
                <a:lnTo>
                  <a:pt x="130" y="133"/>
                </a:lnTo>
                <a:lnTo>
                  <a:pt x="131" y="133"/>
                </a:lnTo>
                <a:lnTo>
                  <a:pt x="132" y="133"/>
                </a:lnTo>
                <a:lnTo>
                  <a:pt x="133" y="132"/>
                </a:lnTo>
                <a:lnTo>
                  <a:pt x="134" y="132"/>
                </a:lnTo>
                <a:lnTo>
                  <a:pt x="135" y="132"/>
                </a:lnTo>
                <a:lnTo>
                  <a:pt x="136" y="132"/>
                </a:lnTo>
                <a:lnTo>
                  <a:pt x="137" y="132"/>
                </a:lnTo>
                <a:lnTo>
                  <a:pt x="137" y="133"/>
                </a:lnTo>
                <a:lnTo>
                  <a:pt x="138" y="132"/>
                </a:lnTo>
                <a:lnTo>
                  <a:pt x="139" y="132"/>
                </a:lnTo>
                <a:lnTo>
                  <a:pt x="140" y="132"/>
                </a:lnTo>
                <a:lnTo>
                  <a:pt x="141" y="132"/>
                </a:lnTo>
                <a:lnTo>
                  <a:pt x="141" y="131"/>
                </a:lnTo>
                <a:lnTo>
                  <a:pt x="142" y="131"/>
                </a:lnTo>
                <a:lnTo>
                  <a:pt x="143" y="131"/>
                </a:lnTo>
                <a:lnTo>
                  <a:pt x="144" y="131"/>
                </a:lnTo>
                <a:lnTo>
                  <a:pt x="144" y="132"/>
                </a:lnTo>
                <a:lnTo>
                  <a:pt x="145" y="132"/>
                </a:lnTo>
                <a:lnTo>
                  <a:pt x="145" y="133"/>
                </a:lnTo>
                <a:lnTo>
                  <a:pt x="146" y="133"/>
                </a:lnTo>
                <a:lnTo>
                  <a:pt x="147" y="133"/>
                </a:lnTo>
                <a:lnTo>
                  <a:pt x="148" y="133"/>
                </a:lnTo>
                <a:lnTo>
                  <a:pt x="149" y="133"/>
                </a:lnTo>
                <a:lnTo>
                  <a:pt x="150" y="133"/>
                </a:lnTo>
                <a:lnTo>
                  <a:pt x="150" y="134"/>
                </a:lnTo>
                <a:lnTo>
                  <a:pt x="151" y="134"/>
                </a:lnTo>
                <a:lnTo>
                  <a:pt x="151" y="135"/>
                </a:lnTo>
                <a:lnTo>
                  <a:pt x="152" y="135"/>
                </a:lnTo>
                <a:lnTo>
                  <a:pt x="153" y="134"/>
                </a:lnTo>
                <a:lnTo>
                  <a:pt x="153" y="132"/>
                </a:lnTo>
                <a:lnTo>
                  <a:pt x="153" y="131"/>
                </a:lnTo>
                <a:lnTo>
                  <a:pt x="152" y="131"/>
                </a:lnTo>
                <a:lnTo>
                  <a:pt x="152" y="130"/>
                </a:lnTo>
                <a:lnTo>
                  <a:pt x="153" y="129"/>
                </a:lnTo>
                <a:lnTo>
                  <a:pt x="153" y="128"/>
                </a:lnTo>
                <a:lnTo>
                  <a:pt x="153" y="127"/>
                </a:lnTo>
                <a:lnTo>
                  <a:pt x="153" y="126"/>
                </a:lnTo>
                <a:lnTo>
                  <a:pt x="153" y="125"/>
                </a:lnTo>
                <a:lnTo>
                  <a:pt x="153" y="124"/>
                </a:lnTo>
                <a:lnTo>
                  <a:pt x="153" y="123"/>
                </a:lnTo>
                <a:lnTo>
                  <a:pt x="153" y="122"/>
                </a:lnTo>
                <a:lnTo>
                  <a:pt x="152" y="122"/>
                </a:lnTo>
                <a:lnTo>
                  <a:pt x="151" y="121"/>
                </a:lnTo>
                <a:lnTo>
                  <a:pt x="151" y="120"/>
                </a:lnTo>
                <a:lnTo>
                  <a:pt x="151" y="119"/>
                </a:lnTo>
                <a:lnTo>
                  <a:pt x="152" y="119"/>
                </a:lnTo>
                <a:lnTo>
                  <a:pt x="153" y="118"/>
                </a:lnTo>
                <a:lnTo>
                  <a:pt x="154" y="118"/>
                </a:lnTo>
                <a:lnTo>
                  <a:pt x="154" y="117"/>
                </a:lnTo>
                <a:lnTo>
                  <a:pt x="155" y="117"/>
                </a:lnTo>
                <a:lnTo>
                  <a:pt x="154" y="116"/>
                </a:lnTo>
                <a:lnTo>
                  <a:pt x="154" y="115"/>
                </a:lnTo>
                <a:lnTo>
                  <a:pt x="154" y="114"/>
                </a:lnTo>
                <a:lnTo>
                  <a:pt x="153" y="113"/>
                </a:lnTo>
                <a:lnTo>
                  <a:pt x="152" y="112"/>
                </a:lnTo>
                <a:lnTo>
                  <a:pt x="152" y="111"/>
                </a:lnTo>
                <a:lnTo>
                  <a:pt x="153" y="111"/>
                </a:lnTo>
                <a:lnTo>
                  <a:pt x="154" y="111"/>
                </a:lnTo>
                <a:lnTo>
                  <a:pt x="156" y="111"/>
                </a:lnTo>
                <a:lnTo>
                  <a:pt x="156" y="112"/>
                </a:lnTo>
                <a:lnTo>
                  <a:pt x="157" y="112"/>
                </a:lnTo>
                <a:lnTo>
                  <a:pt x="158" y="112"/>
                </a:lnTo>
                <a:lnTo>
                  <a:pt x="157" y="112"/>
                </a:lnTo>
                <a:lnTo>
                  <a:pt x="158" y="113"/>
                </a:lnTo>
                <a:lnTo>
                  <a:pt x="159" y="112"/>
                </a:lnTo>
                <a:lnTo>
                  <a:pt x="160" y="112"/>
                </a:lnTo>
                <a:lnTo>
                  <a:pt x="161" y="112"/>
                </a:lnTo>
                <a:lnTo>
                  <a:pt x="162" y="113"/>
                </a:lnTo>
                <a:lnTo>
                  <a:pt x="163" y="113"/>
                </a:lnTo>
                <a:lnTo>
                  <a:pt x="165" y="114"/>
                </a:lnTo>
                <a:lnTo>
                  <a:pt x="166" y="114"/>
                </a:lnTo>
                <a:lnTo>
                  <a:pt x="166" y="115"/>
                </a:lnTo>
                <a:lnTo>
                  <a:pt x="167" y="115"/>
                </a:lnTo>
                <a:lnTo>
                  <a:pt x="168" y="115"/>
                </a:lnTo>
                <a:lnTo>
                  <a:pt x="169" y="116"/>
                </a:lnTo>
                <a:lnTo>
                  <a:pt x="170" y="116"/>
                </a:lnTo>
                <a:lnTo>
                  <a:pt x="170" y="115"/>
                </a:lnTo>
                <a:lnTo>
                  <a:pt x="171" y="115"/>
                </a:lnTo>
                <a:lnTo>
                  <a:pt x="171" y="114"/>
                </a:lnTo>
                <a:lnTo>
                  <a:pt x="172" y="114"/>
                </a:lnTo>
                <a:lnTo>
                  <a:pt x="173" y="114"/>
                </a:lnTo>
                <a:lnTo>
                  <a:pt x="174" y="114"/>
                </a:lnTo>
                <a:lnTo>
                  <a:pt x="175" y="114"/>
                </a:lnTo>
                <a:lnTo>
                  <a:pt x="175" y="115"/>
                </a:lnTo>
                <a:lnTo>
                  <a:pt x="174" y="115"/>
                </a:lnTo>
                <a:lnTo>
                  <a:pt x="174" y="116"/>
                </a:lnTo>
                <a:lnTo>
                  <a:pt x="173" y="117"/>
                </a:lnTo>
                <a:lnTo>
                  <a:pt x="174" y="117"/>
                </a:lnTo>
                <a:lnTo>
                  <a:pt x="175" y="117"/>
                </a:lnTo>
                <a:lnTo>
                  <a:pt x="176" y="117"/>
                </a:lnTo>
                <a:lnTo>
                  <a:pt x="178" y="117"/>
                </a:lnTo>
                <a:lnTo>
                  <a:pt x="180" y="117"/>
                </a:lnTo>
                <a:lnTo>
                  <a:pt x="182" y="116"/>
                </a:lnTo>
                <a:lnTo>
                  <a:pt x="182" y="115"/>
                </a:lnTo>
                <a:lnTo>
                  <a:pt x="183" y="115"/>
                </a:lnTo>
                <a:lnTo>
                  <a:pt x="184" y="115"/>
                </a:lnTo>
                <a:lnTo>
                  <a:pt x="185" y="115"/>
                </a:lnTo>
                <a:lnTo>
                  <a:pt x="186" y="115"/>
                </a:lnTo>
                <a:lnTo>
                  <a:pt x="186" y="116"/>
                </a:lnTo>
                <a:lnTo>
                  <a:pt x="188" y="116"/>
                </a:lnTo>
                <a:lnTo>
                  <a:pt x="189" y="116"/>
                </a:lnTo>
                <a:lnTo>
                  <a:pt x="190" y="116"/>
                </a:lnTo>
                <a:lnTo>
                  <a:pt x="190" y="117"/>
                </a:lnTo>
                <a:lnTo>
                  <a:pt x="191" y="117"/>
                </a:lnTo>
                <a:lnTo>
                  <a:pt x="191" y="116"/>
                </a:lnTo>
                <a:lnTo>
                  <a:pt x="192" y="116"/>
                </a:lnTo>
                <a:lnTo>
                  <a:pt x="192" y="117"/>
                </a:lnTo>
                <a:lnTo>
                  <a:pt x="193" y="117"/>
                </a:lnTo>
                <a:lnTo>
                  <a:pt x="194" y="117"/>
                </a:lnTo>
                <a:lnTo>
                  <a:pt x="195" y="117"/>
                </a:lnTo>
                <a:lnTo>
                  <a:pt x="197" y="117"/>
                </a:lnTo>
                <a:lnTo>
                  <a:pt x="198" y="117"/>
                </a:lnTo>
                <a:lnTo>
                  <a:pt x="198" y="118"/>
                </a:lnTo>
                <a:lnTo>
                  <a:pt x="199" y="118"/>
                </a:lnTo>
                <a:lnTo>
                  <a:pt x="200" y="117"/>
                </a:lnTo>
                <a:lnTo>
                  <a:pt x="202" y="117"/>
                </a:lnTo>
                <a:lnTo>
                  <a:pt x="203" y="117"/>
                </a:lnTo>
                <a:lnTo>
                  <a:pt x="204" y="117"/>
                </a:lnTo>
                <a:lnTo>
                  <a:pt x="205" y="117"/>
                </a:lnTo>
                <a:lnTo>
                  <a:pt x="205" y="116"/>
                </a:lnTo>
                <a:lnTo>
                  <a:pt x="206" y="116"/>
                </a:lnTo>
                <a:lnTo>
                  <a:pt x="206" y="115"/>
                </a:lnTo>
                <a:lnTo>
                  <a:pt x="205" y="115"/>
                </a:lnTo>
                <a:lnTo>
                  <a:pt x="204" y="115"/>
                </a:lnTo>
                <a:lnTo>
                  <a:pt x="204" y="114"/>
                </a:lnTo>
                <a:lnTo>
                  <a:pt x="204" y="113"/>
                </a:lnTo>
                <a:lnTo>
                  <a:pt x="205" y="113"/>
                </a:lnTo>
                <a:lnTo>
                  <a:pt x="205" y="112"/>
                </a:lnTo>
                <a:lnTo>
                  <a:pt x="206" y="113"/>
                </a:lnTo>
                <a:lnTo>
                  <a:pt x="207" y="113"/>
                </a:lnTo>
                <a:lnTo>
                  <a:pt x="207" y="114"/>
                </a:lnTo>
                <a:lnTo>
                  <a:pt x="207" y="115"/>
                </a:lnTo>
                <a:lnTo>
                  <a:pt x="208" y="115"/>
                </a:lnTo>
                <a:lnTo>
                  <a:pt x="209" y="116"/>
                </a:lnTo>
                <a:lnTo>
                  <a:pt x="210" y="116"/>
                </a:lnTo>
                <a:lnTo>
                  <a:pt x="210" y="117"/>
                </a:lnTo>
                <a:lnTo>
                  <a:pt x="211" y="117"/>
                </a:lnTo>
                <a:lnTo>
                  <a:pt x="212" y="117"/>
                </a:lnTo>
                <a:lnTo>
                  <a:pt x="212" y="118"/>
                </a:lnTo>
                <a:lnTo>
                  <a:pt x="212" y="119"/>
                </a:lnTo>
                <a:lnTo>
                  <a:pt x="212" y="120"/>
                </a:lnTo>
                <a:lnTo>
                  <a:pt x="212" y="121"/>
                </a:lnTo>
                <a:lnTo>
                  <a:pt x="213" y="121"/>
                </a:lnTo>
                <a:lnTo>
                  <a:pt x="213" y="120"/>
                </a:lnTo>
                <a:lnTo>
                  <a:pt x="213" y="119"/>
                </a:lnTo>
                <a:lnTo>
                  <a:pt x="214" y="118"/>
                </a:lnTo>
                <a:lnTo>
                  <a:pt x="215" y="118"/>
                </a:lnTo>
                <a:lnTo>
                  <a:pt x="215" y="119"/>
                </a:lnTo>
                <a:lnTo>
                  <a:pt x="216" y="119"/>
                </a:lnTo>
                <a:lnTo>
                  <a:pt x="217" y="119"/>
                </a:lnTo>
                <a:lnTo>
                  <a:pt x="217" y="118"/>
                </a:lnTo>
                <a:lnTo>
                  <a:pt x="218" y="117"/>
                </a:lnTo>
                <a:lnTo>
                  <a:pt x="219" y="117"/>
                </a:lnTo>
                <a:lnTo>
                  <a:pt x="219" y="116"/>
                </a:lnTo>
                <a:lnTo>
                  <a:pt x="218" y="116"/>
                </a:lnTo>
                <a:lnTo>
                  <a:pt x="218" y="115"/>
                </a:lnTo>
                <a:lnTo>
                  <a:pt x="219" y="115"/>
                </a:lnTo>
                <a:lnTo>
                  <a:pt x="220" y="115"/>
                </a:lnTo>
                <a:lnTo>
                  <a:pt x="220" y="116"/>
                </a:lnTo>
                <a:lnTo>
                  <a:pt x="221" y="116"/>
                </a:lnTo>
                <a:lnTo>
                  <a:pt x="221" y="115"/>
                </a:lnTo>
                <a:lnTo>
                  <a:pt x="222" y="115"/>
                </a:lnTo>
                <a:lnTo>
                  <a:pt x="222" y="114"/>
                </a:lnTo>
                <a:lnTo>
                  <a:pt x="223" y="114"/>
                </a:lnTo>
                <a:lnTo>
                  <a:pt x="224" y="114"/>
                </a:lnTo>
                <a:lnTo>
                  <a:pt x="225" y="114"/>
                </a:lnTo>
                <a:lnTo>
                  <a:pt x="226" y="114"/>
                </a:lnTo>
                <a:lnTo>
                  <a:pt x="226" y="115"/>
                </a:lnTo>
                <a:lnTo>
                  <a:pt x="227" y="115"/>
                </a:lnTo>
                <a:lnTo>
                  <a:pt x="228" y="115"/>
                </a:lnTo>
                <a:lnTo>
                  <a:pt x="230" y="115"/>
                </a:lnTo>
                <a:lnTo>
                  <a:pt x="231" y="114"/>
                </a:lnTo>
                <a:lnTo>
                  <a:pt x="232" y="114"/>
                </a:lnTo>
                <a:lnTo>
                  <a:pt x="233" y="113"/>
                </a:lnTo>
                <a:lnTo>
                  <a:pt x="233" y="112"/>
                </a:lnTo>
                <a:lnTo>
                  <a:pt x="233" y="111"/>
                </a:lnTo>
                <a:lnTo>
                  <a:pt x="232" y="111"/>
                </a:lnTo>
                <a:lnTo>
                  <a:pt x="233" y="111"/>
                </a:lnTo>
                <a:lnTo>
                  <a:pt x="234" y="111"/>
                </a:lnTo>
                <a:lnTo>
                  <a:pt x="234" y="110"/>
                </a:lnTo>
                <a:lnTo>
                  <a:pt x="235" y="110"/>
                </a:lnTo>
                <a:lnTo>
                  <a:pt x="236" y="110"/>
                </a:lnTo>
                <a:lnTo>
                  <a:pt x="237" y="111"/>
                </a:lnTo>
                <a:lnTo>
                  <a:pt x="237" y="110"/>
                </a:lnTo>
                <a:lnTo>
                  <a:pt x="238" y="110"/>
                </a:lnTo>
                <a:lnTo>
                  <a:pt x="238" y="109"/>
                </a:lnTo>
                <a:lnTo>
                  <a:pt x="237" y="108"/>
                </a:lnTo>
                <a:lnTo>
                  <a:pt x="237" y="105"/>
                </a:lnTo>
                <a:lnTo>
                  <a:pt x="238" y="104"/>
                </a:lnTo>
                <a:lnTo>
                  <a:pt x="237" y="103"/>
                </a:lnTo>
                <a:lnTo>
                  <a:pt x="238" y="103"/>
                </a:lnTo>
                <a:lnTo>
                  <a:pt x="239" y="103"/>
                </a:lnTo>
                <a:lnTo>
                  <a:pt x="240" y="103"/>
                </a:lnTo>
                <a:lnTo>
                  <a:pt x="241" y="103"/>
                </a:lnTo>
                <a:lnTo>
                  <a:pt x="242" y="103"/>
                </a:lnTo>
                <a:lnTo>
                  <a:pt x="243" y="104"/>
                </a:lnTo>
                <a:lnTo>
                  <a:pt x="244" y="104"/>
                </a:lnTo>
                <a:lnTo>
                  <a:pt x="245" y="104"/>
                </a:lnTo>
                <a:lnTo>
                  <a:pt x="246" y="105"/>
                </a:lnTo>
                <a:lnTo>
                  <a:pt x="247" y="105"/>
                </a:lnTo>
                <a:lnTo>
                  <a:pt x="248" y="105"/>
                </a:lnTo>
                <a:lnTo>
                  <a:pt x="249" y="105"/>
                </a:lnTo>
                <a:lnTo>
                  <a:pt x="249" y="106"/>
                </a:lnTo>
                <a:lnTo>
                  <a:pt x="250" y="106"/>
                </a:lnTo>
                <a:lnTo>
                  <a:pt x="251" y="106"/>
                </a:lnTo>
                <a:lnTo>
                  <a:pt x="251" y="105"/>
                </a:lnTo>
                <a:lnTo>
                  <a:pt x="251" y="104"/>
                </a:lnTo>
                <a:lnTo>
                  <a:pt x="252" y="104"/>
                </a:lnTo>
                <a:lnTo>
                  <a:pt x="252" y="103"/>
                </a:lnTo>
                <a:lnTo>
                  <a:pt x="252" y="102"/>
                </a:lnTo>
                <a:lnTo>
                  <a:pt x="252" y="101"/>
                </a:lnTo>
                <a:lnTo>
                  <a:pt x="253" y="101"/>
                </a:lnTo>
                <a:lnTo>
                  <a:pt x="253" y="100"/>
                </a:lnTo>
                <a:lnTo>
                  <a:pt x="254" y="100"/>
                </a:lnTo>
                <a:lnTo>
                  <a:pt x="254" y="99"/>
                </a:lnTo>
                <a:lnTo>
                  <a:pt x="254" y="98"/>
                </a:lnTo>
                <a:lnTo>
                  <a:pt x="253" y="98"/>
                </a:lnTo>
                <a:lnTo>
                  <a:pt x="253" y="97"/>
                </a:lnTo>
                <a:lnTo>
                  <a:pt x="254" y="97"/>
                </a:lnTo>
                <a:lnTo>
                  <a:pt x="255" y="98"/>
                </a:lnTo>
                <a:lnTo>
                  <a:pt x="255" y="97"/>
                </a:lnTo>
                <a:lnTo>
                  <a:pt x="255" y="96"/>
                </a:lnTo>
                <a:lnTo>
                  <a:pt x="256" y="96"/>
                </a:lnTo>
                <a:lnTo>
                  <a:pt x="256" y="95"/>
                </a:lnTo>
                <a:lnTo>
                  <a:pt x="255" y="95"/>
                </a:lnTo>
                <a:lnTo>
                  <a:pt x="256" y="94"/>
                </a:lnTo>
                <a:lnTo>
                  <a:pt x="257" y="94"/>
                </a:lnTo>
                <a:lnTo>
                  <a:pt x="258" y="94"/>
                </a:lnTo>
                <a:lnTo>
                  <a:pt x="259" y="93"/>
                </a:lnTo>
                <a:lnTo>
                  <a:pt x="260" y="93"/>
                </a:lnTo>
                <a:lnTo>
                  <a:pt x="260" y="94"/>
                </a:lnTo>
                <a:lnTo>
                  <a:pt x="261" y="95"/>
                </a:lnTo>
                <a:lnTo>
                  <a:pt x="262" y="95"/>
                </a:lnTo>
                <a:lnTo>
                  <a:pt x="263" y="95"/>
                </a:lnTo>
                <a:lnTo>
                  <a:pt x="264" y="95"/>
                </a:lnTo>
                <a:lnTo>
                  <a:pt x="264" y="96"/>
                </a:lnTo>
                <a:lnTo>
                  <a:pt x="265" y="96"/>
                </a:lnTo>
                <a:lnTo>
                  <a:pt x="266" y="96"/>
                </a:lnTo>
                <a:lnTo>
                  <a:pt x="265" y="95"/>
                </a:lnTo>
                <a:lnTo>
                  <a:pt x="265" y="94"/>
                </a:lnTo>
                <a:lnTo>
                  <a:pt x="266" y="94"/>
                </a:lnTo>
                <a:lnTo>
                  <a:pt x="266" y="93"/>
                </a:lnTo>
                <a:lnTo>
                  <a:pt x="267" y="93"/>
                </a:lnTo>
                <a:lnTo>
                  <a:pt x="267" y="94"/>
                </a:lnTo>
                <a:lnTo>
                  <a:pt x="268" y="93"/>
                </a:lnTo>
                <a:lnTo>
                  <a:pt x="267" y="92"/>
                </a:lnTo>
                <a:lnTo>
                  <a:pt x="266" y="92"/>
                </a:lnTo>
                <a:lnTo>
                  <a:pt x="265" y="92"/>
                </a:lnTo>
                <a:lnTo>
                  <a:pt x="265" y="91"/>
                </a:lnTo>
                <a:lnTo>
                  <a:pt x="266" y="91"/>
                </a:lnTo>
                <a:lnTo>
                  <a:pt x="266" y="90"/>
                </a:lnTo>
                <a:lnTo>
                  <a:pt x="267" y="90"/>
                </a:lnTo>
                <a:lnTo>
                  <a:pt x="267" y="91"/>
                </a:lnTo>
                <a:lnTo>
                  <a:pt x="268" y="91"/>
                </a:lnTo>
                <a:lnTo>
                  <a:pt x="268" y="92"/>
                </a:lnTo>
                <a:lnTo>
                  <a:pt x="269" y="92"/>
                </a:lnTo>
                <a:lnTo>
                  <a:pt x="270" y="92"/>
                </a:lnTo>
                <a:lnTo>
                  <a:pt x="270" y="91"/>
                </a:lnTo>
                <a:lnTo>
                  <a:pt x="271" y="91"/>
                </a:lnTo>
                <a:lnTo>
                  <a:pt x="272" y="90"/>
                </a:lnTo>
                <a:lnTo>
                  <a:pt x="273" y="90"/>
                </a:lnTo>
                <a:lnTo>
                  <a:pt x="273" y="89"/>
                </a:lnTo>
                <a:lnTo>
                  <a:pt x="273" y="88"/>
                </a:lnTo>
                <a:lnTo>
                  <a:pt x="274" y="88"/>
                </a:lnTo>
                <a:lnTo>
                  <a:pt x="275" y="88"/>
                </a:lnTo>
                <a:lnTo>
                  <a:pt x="275" y="87"/>
                </a:lnTo>
                <a:lnTo>
                  <a:pt x="275" y="88"/>
                </a:lnTo>
                <a:lnTo>
                  <a:pt x="276" y="88"/>
                </a:lnTo>
                <a:lnTo>
                  <a:pt x="277" y="88"/>
                </a:lnTo>
                <a:lnTo>
                  <a:pt x="278" y="88"/>
                </a:lnTo>
                <a:lnTo>
                  <a:pt x="279" y="88"/>
                </a:lnTo>
                <a:lnTo>
                  <a:pt x="279" y="87"/>
                </a:lnTo>
                <a:lnTo>
                  <a:pt x="280" y="87"/>
                </a:lnTo>
                <a:lnTo>
                  <a:pt x="281" y="87"/>
                </a:lnTo>
                <a:lnTo>
                  <a:pt x="281" y="88"/>
                </a:lnTo>
                <a:lnTo>
                  <a:pt x="282" y="87"/>
                </a:lnTo>
                <a:lnTo>
                  <a:pt x="281" y="87"/>
                </a:lnTo>
                <a:lnTo>
                  <a:pt x="282" y="87"/>
                </a:lnTo>
                <a:lnTo>
                  <a:pt x="282" y="86"/>
                </a:lnTo>
                <a:lnTo>
                  <a:pt x="283" y="86"/>
                </a:lnTo>
                <a:lnTo>
                  <a:pt x="283" y="87"/>
                </a:lnTo>
                <a:lnTo>
                  <a:pt x="284" y="87"/>
                </a:lnTo>
                <a:lnTo>
                  <a:pt x="284" y="86"/>
                </a:lnTo>
                <a:lnTo>
                  <a:pt x="283" y="86"/>
                </a:lnTo>
                <a:lnTo>
                  <a:pt x="283" y="85"/>
                </a:lnTo>
                <a:lnTo>
                  <a:pt x="283" y="84"/>
                </a:lnTo>
                <a:lnTo>
                  <a:pt x="283" y="83"/>
                </a:lnTo>
                <a:lnTo>
                  <a:pt x="284" y="83"/>
                </a:lnTo>
                <a:lnTo>
                  <a:pt x="284" y="82"/>
                </a:lnTo>
                <a:lnTo>
                  <a:pt x="284" y="81"/>
                </a:lnTo>
                <a:lnTo>
                  <a:pt x="285" y="81"/>
                </a:lnTo>
                <a:lnTo>
                  <a:pt x="285" y="80"/>
                </a:lnTo>
                <a:lnTo>
                  <a:pt x="286" y="79"/>
                </a:lnTo>
                <a:lnTo>
                  <a:pt x="287" y="79"/>
                </a:lnTo>
                <a:lnTo>
                  <a:pt x="287" y="78"/>
                </a:lnTo>
                <a:lnTo>
                  <a:pt x="288" y="77"/>
                </a:lnTo>
                <a:lnTo>
                  <a:pt x="288" y="76"/>
                </a:lnTo>
                <a:lnTo>
                  <a:pt x="289" y="76"/>
                </a:lnTo>
                <a:lnTo>
                  <a:pt x="288" y="76"/>
                </a:lnTo>
                <a:lnTo>
                  <a:pt x="288" y="75"/>
                </a:lnTo>
                <a:lnTo>
                  <a:pt x="288" y="74"/>
                </a:lnTo>
                <a:lnTo>
                  <a:pt x="288" y="73"/>
                </a:lnTo>
                <a:lnTo>
                  <a:pt x="289" y="73"/>
                </a:lnTo>
                <a:lnTo>
                  <a:pt x="289" y="74"/>
                </a:lnTo>
                <a:lnTo>
                  <a:pt x="290" y="74"/>
                </a:lnTo>
                <a:lnTo>
                  <a:pt x="290" y="75"/>
                </a:lnTo>
                <a:lnTo>
                  <a:pt x="291" y="75"/>
                </a:lnTo>
                <a:lnTo>
                  <a:pt x="292" y="75"/>
                </a:lnTo>
                <a:lnTo>
                  <a:pt x="293" y="75"/>
                </a:lnTo>
                <a:lnTo>
                  <a:pt x="294" y="75"/>
                </a:lnTo>
                <a:lnTo>
                  <a:pt x="295" y="75"/>
                </a:lnTo>
                <a:lnTo>
                  <a:pt x="295" y="74"/>
                </a:lnTo>
                <a:lnTo>
                  <a:pt x="295" y="73"/>
                </a:lnTo>
                <a:lnTo>
                  <a:pt x="295" y="72"/>
                </a:lnTo>
                <a:lnTo>
                  <a:pt x="294" y="72"/>
                </a:lnTo>
                <a:lnTo>
                  <a:pt x="294" y="71"/>
                </a:lnTo>
                <a:lnTo>
                  <a:pt x="295" y="71"/>
                </a:lnTo>
                <a:lnTo>
                  <a:pt x="294" y="70"/>
                </a:lnTo>
                <a:lnTo>
                  <a:pt x="293" y="70"/>
                </a:lnTo>
                <a:lnTo>
                  <a:pt x="292" y="69"/>
                </a:lnTo>
                <a:lnTo>
                  <a:pt x="292" y="68"/>
                </a:lnTo>
                <a:lnTo>
                  <a:pt x="293" y="68"/>
                </a:lnTo>
                <a:lnTo>
                  <a:pt x="293" y="67"/>
                </a:lnTo>
                <a:lnTo>
                  <a:pt x="292" y="67"/>
                </a:lnTo>
                <a:lnTo>
                  <a:pt x="293" y="67"/>
                </a:lnTo>
                <a:lnTo>
                  <a:pt x="293" y="66"/>
                </a:lnTo>
                <a:lnTo>
                  <a:pt x="292" y="66"/>
                </a:lnTo>
                <a:lnTo>
                  <a:pt x="292" y="65"/>
                </a:lnTo>
                <a:lnTo>
                  <a:pt x="292" y="64"/>
                </a:lnTo>
                <a:lnTo>
                  <a:pt x="292" y="63"/>
                </a:lnTo>
                <a:lnTo>
                  <a:pt x="293" y="62"/>
                </a:lnTo>
                <a:lnTo>
                  <a:pt x="293" y="61"/>
                </a:lnTo>
                <a:lnTo>
                  <a:pt x="292" y="60"/>
                </a:lnTo>
                <a:lnTo>
                  <a:pt x="291" y="59"/>
                </a:lnTo>
                <a:lnTo>
                  <a:pt x="292" y="59"/>
                </a:lnTo>
                <a:lnTo>
                  <a:pt x="293" y="59"/>
                </a:lnTo>
                <a:lnTo>
                  <a:pt x="293" y="58"/>
                </a:lnTo>
                <a:lnTo>
                  <a:pt x="292" y="58"/>
                </a:lnTo>
                <a:lnTo>
                  <a:pt x="292" y="57"/>
                </a:lnTo>
                <a:lnTo>
                  <a:pt x="291" y="57"/>
                </a:lnTo>
                <a:lnTo>
                  <a:pt x="292" y="57"/>
                </a:lnTo>
                <a:lnTo>
                  <a:pt x="292" y="56"/>
                </a:lnTo>
                <a:lnTo>
                  <a:pt x="291" y="56"/>
                </a:lnTo>
                <a:lnTo>
                  <a:pt x="291" y="55"/>
                </a:lnTo>
                <a:lnTo>
                  <a:pt x="292" y="55"/>
                </a:lnTo>
                <a:lnTo>
                  <a:pt x="292" y="56"/>
                </a:lnTo>
                <a:lnTo>
                  <a:pt x="293" y="56"/>
                </a:lnTo>
                <a:lnTo>
                  <a:pt x="293" y="55"/>
                </a:lnTo>
                <a:lnTo>
                  <a:pt x="294" y="55"/>
                </a:lnTo>
                <a:lnTo>
                  <a:pt x="294" y="54"/>
                </a:lnTo>
                <a:lnTo>
                  <a:pt x="295" y="54"/>
                </a:lnTo>
                <a:lnTo>
                  <a:pt x="295" y="55"/>
                </a:lnTo>
                <a:lnTo>
                  <a:pt x="296" y="55"/>
                </a:lnTo>
                <a:lnTo>
                  <a:pt x="296" y="56"/>
                </a:lnTo>
                <a:lnTo>
                  <a:pt x="297" y="55"/>
                </a:lnTo>
                <a:lnTo>
                  <a:pt x="298" y="55"/>
                </a:lnTo>
                <a:lnTo>
                  <a:pt x="298" y="54"/>
                </a:lnTo>
                <a:lnTo>
                  <a:pt x="298" y="53"/>
                </a:lnTo>
                <a:lnTo>
                  <a:pt x="298" y="52"/>
                </a:lnTo>
                <a:lnTo>
                  <a:pt x="297" y="52"/>
                </a:lnTo>
                <a:lnTo>
                  <a:pt x="297" y="53"/>
                </a:lnTo>
                <a:lnTo>
                  <a:pt x="297" y="52"/>
                </a:lnTo>
                <a:lnTo>
                  <a:pt x="296" y="52"/>
                </a:lnTo>
                <a:lnTo>
                  <a:pt x="296" y="51"/>
                </a:lnTo>
                <a:lnTo>
                  <a:pt x="296" y="50"/>
                </a:lnTo>
                <a:lnTo>
                  <a:pt x="297" y="49"/>
                </a:lnTo>
                <a:lnTo>
                  <a:pt x="297" y="48"/>
                </a:lnTo>
                <a:lnTo>
                  <a:pt x="297" y="47"/>
                </a:lnTo>
                <a:lnTo>
                  <a:pt x="297" y="46"/>
                </a:lnTo>
                <a:lnTo>
                  <a:pt x="296" y="46"/>
                </a:lnTo>
                <a:lnTo>
                  <a:pt x="296" y="45"/>
                </a:lnTo>
                <a:lnTo>
                  <a:pt x="297" y="45"/>
                </a:lnTo>
                <a:lnTo>
                  <a:pt x="297" y="44"/>
                </a:lnTo>
                <a:lnTo>
                  <a:pt x="298" y="44"/>
                </a:lnTo>
                <a:lnTo>
                  <a:pt x="298" y="43"/>
                </a:lnTo>
                <a:lnTo>
                  <a:pt x="297" y="43"/>
                </a:lnTo>
                <a:lnTo>
                  <a:pt x="297" y="42"/>
                </a:lnTo>
                <a:lnTo>
                  <a:pt x="297" y="41"/>
                </a:lnTo>
                <a:lnTo>
                  <a:pt x="296" y="40"/>
                </a:lnTo>
                <a:lnTo>
                  <a:pt x="295" y="39"/>
                </a:lnTo>
                <a:lnTo>
                  <a:pt x="296" y="39"/>
                </a:lnTo>
                <a:lnTo>
                  <a:pt x="297" y="39"/>
                </a:lnTo>
                <a:lnTo>
                  <a:pt x="297" y="38"/>
                </a:lnTo>
                <a:lnTo>
                  <a:pt x="298" y="39"/>
                </a:lnTo>
                <a:lnTo>
                  <a:pt x="299" y="39"/>
                </a:lnTo>
                <a:lnTo>
                  <a:pt x="300" y="39"/>
                </a:lnTo>
                <a:lnTo>
                  <a:pt x="301" y="39"/>
                </a:lnTo>
                <a:lnTo>
                  <a:pt x="302" y="39"/>
                </a:lnTo>
                <a:lnTo>
                  <a:pt x="302" y="38"/>
                </a:lnTo>
                <a:lnTo>
                  <a:pt x="301" y="37"/>
                </a:lnTo>
                <a:lnTo>
                  <a:pt x="302" y="36"/>
                </a:lnTo>
                <a:lnTo>
                  <a:pt x="302" y="35"/>
                </a:lnTo>
                <a:lnTo>
                  <a:pt x="301" y="35"/>
                </a:lnTo>
                <a:lnTo>
                  <a:pt x="300" y="35"/>
                </a:lnTo>
                <a:lnTo>
                  <a:pt x="299" y="35"/>
                </a:lnTo>
                <a:lnTo>
                  <a:pt x="298" y="35"/>
                </a:lnTo>
                <a:lnTo>
                  <a:pt x="298" y="34"/>
                </a:lnTo>
                <a:lnTo>
                  <a:pt x="298" y="33"/>
                </a:lnTo>
                <a:lnTo>
                  <a:pt x="299" y="32"/>
                </a:lnTo>
                <a:lnTo>
                  <a:pt x="300" y="32"/>
                </a:lnTo>
                <a:lnTo>
                  <a:pt x="300" y="31"/>
                </a:lnTo>
                <a:lnTo>
                  <a:pt x="300" y="30"/>
                </a:lnTo>
                <a:lnTo>
                  <a:pt x="300" y="28"/>
                </a:lnTo>
                <a:lnTo>
                  <a:pt x="299" y="26"/>
                </a:lnTo>
                <a:lnTo>
                  <a:pt x="299" y="25"/>
                </a:lnTo>
                <a:lnTo>
                  <a:pt x="301" y="25"/>
                </a:lnTo>
                <a:lnTo>
                  <a:pt x="302" y="25"/>
                </a:lnTo>
                <a:lnTo>
                  <a:pt x="303" y="24"/>
                </a:lnTo>
                <a:lnTo>
                  <a:pt x="302" y="22"/>
                </a:lnTo>
                <a:lnTo>
                  <a:pt x="301" y="22"/>
                </a:lnTo>
                <a:lnTo>
                  <a:pt x="300" y="21"/>
                </a:lnTo>
                <a:lnTo>
                  <a:pt x="299" y="21"/>
                </a:lnTo>
                <a:lnTo>
                  <a:pt x="298" y="21"/>
                </a:lnTo>
                <a:lnTo>
                  <a:pt x="297" y="20"/>
                </a:lnTo>
                <a:lnTo>
                  <a:pt x="298" y="20"/>
                </a:lnTo>
                <a:lnTo>
                  <a:pt x="298" y="19"/>
                </a:lnTo>
                <a:lnTo>
                  <a:pt x="299" y="19"/>
                </a:lnTo>
                <a:lnTo>
                  <a:pt x="301" y="19"/>
                </a:lnTo>
                <a:lnTo>
                  <a:pt x="301" y="18"/>
                </a:lnTo>
                <a:lnTo>
                  <a:pt x="300" y="18"/>
                </a:lnTo>
                <a:lnTo>
                  <a:pt x="300" y="17"/>
                </a:lnTo>
                <a:lnTo>
                  <a:pt x="301" y="17"/>
                </a:lnTo>
                <a:lnTo>
                  <a:pt x="302" y="17"/>
                </a:lnTo>
                <a:lnTo>
                  <a:pt x="302" y="16"/>
                </a:lnTo>
                <a:lnTo>
                  <a:pt x="301" y="16"/>
                </a:lnTo>
                <a:lnTo>
                  <a:pt x="301" y="14"/>
                </a:lnTo>
                <a:lnTo>
                  <a:pt x="302" y="12"/>
                </a:lnTo>
                <a:lnTo>
                  <a:pt x="301" y="12"/>
                </a:lnTo>
                <a:lnTo>
                  <a:pt x="302" y="11"/>
                </a:lnTo>
                <a:lnTo>
                  <a:pt x="303" y="11"/>
                </a:lnTo>
                <a:lnTo>
                  <a:pt x="303" y="10"/>
                </a:lnTo>
                <a:lnTo>
                  <a:pt x="303" y="9"/>
                </a:lnTo>
                <a:lnTo>
                  <a:pt x="302" y="7"/>
                </a:lnTo>
                <a:lnTo>
                  <a:pt x="303" y="7"/>
                </a:lnTo>
                <a:lnTo>
                  <a:pt x="303" y="6"/>
                </a:lnTo>
                <a:lnTo>
                  <a:pt x="303" y="7"/>
                </a:lnTo>
                <a:lnTo>
                  <a:pt x="304" y="6"/>
                </a:lnTo>
                <a:lnTo>
                  <a:pt x="305" y="5"/>
                </a:lnTo>
                <a:lnTo>
                  <a:pt x="305" y="4"/>
                </a:lnTo>
                <a:lnTo>
                  <a:pt x="304" y="3"/>
                </a:lnTo>
                <a:lnTo>
                  <a:pt x="305" y="1"/>
                </a:lnTo>
                <a:lnTo>
                  <a:pt x="305" y="0"/>
                </a:lnTo>
                <a:lnTo>
                  <a:pt x="30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3" name=""/>
          <p:cNvSpPr/>
          <p:nvPr/>
        </p:nvSpPr>
        <p:spPr>
          <a:xfrm>
            <a:off x="4245480" y="3909960"/>
            <a:ext cx="252360" cy="156600"/>
          </a:xfrm>
          <a:custGeom>
            <a:avLst/>
            <a:gdLst/>
            <a:ahLst/>
            <a:rect l="0" t="0" r="r" b="b"/>
            <a:pathLst>
              <a:path w="701" h="435">
                <a:moveTo>
                  <a:pt x="115" y="1"/>
                </a:moveTo>
                <a:lnTo>
                  <a:pt x="115" y="2"/>
                </a:lnTo>
                <a:lnTo>
                  <a:pt x="116" y="2"/>
                </a:lnTo>
                <a:lnTo>
                  <a:pt x="116" y="3"/>
                </a:lnTo>
                <a:lnTo>
                  <a:pt x="117" y="3"/>
                </a:lnTo>
                <a:lnTo>
                  <a:pt x="117" y="2"/>
                </a:lnTo>
                <a:lnTo>
                  <a:pt x="118" y="2"/>
                </a:lnTo>
                <a:lnTo>
                  <a:pt x="119" y="2"/>
                </a:lnTo>
                <a:lnTo>
                  <a:pt x="120" y="2"/>
                </a:lnTo>
                <a:lnTo>
                  <a:pt x="121" y="3"/>
                </a:lnTo>
                <a:lnTo>
                  <a:pt x="121" y="4"/>
                </a:lnTo>
                <a:lnTo>
                  <a:pt x="122" y="4"/>
                </a:lnTo>
                <a:lnTo>
                  <a:pt x="123" y="4"/>
                </a:lnTo>
                <a:lnTo>
                  <a:pt x="124" y="4"/>
                </a:lnTo>
                <a:lnTo>
                  <a:pt x="126" y="4"/>
                </a:lnTo>
                <a:lnTo>
                  <a:pt x="127" y="4"/>
                </a:lnTo>
                <a:lnTo>
                  <a:pt x="128" y="4"/>
                </a:lnTo>
                <a:lnTo>
                  <a:pt x="130" y="4"/>
                </a:lnTo>
                <a:lnTo>
                  <a:pt x="131" y="4"/>
                </a:lnTo>
                <a:lnTo>
                  <a:pt x="132" y="3"/>
                </a:lnTo>
                <a:lnTo>
                  <a:pt x="133" y="3"/>
                </a:lnTo>
                <a:lnTo>
                  <a:pt x="134" y="3"/>
                </a:lnTo>
                <a:lnTo>
                  <a:pt x="136" y="3"/>
                </a:lnTo>
                <a:lnTo>
                  <a:pt x="137" y="4"/>
                </a:lnTo>
                <a:lnTo>
                  <a:pt x="138" y="4"/>
                </a:lnTo>
                <a:lnTo>
                  <a:pt x="139" y="4"/>
                </a:lnTo>
                <a:lnTo>
                  <a:pt x="139" y="5"/>
                </a:lnTo>
                <a:lnTo>
                  <a:pt x="140" y="5"/>
                </a:lnTo>
                <a:lnTo>
                  <a:pt x="141" y="5"/>
                </a:lnTo>
                <a:lnTo>
                  <a:pt x="142" y="6"/>
                </a:lnTo>
                <a:lnTo>
                  <a:pt x="143" y="6"/>
                </a:lnTo>
                <a:lnTo>
                  <a:pt x="144" y="7"/>
                </a:lnTo>
                <a:lnTo>
                  <a:pt x="145" y="7"/>
                </a:lnTo>
                <a:lnTo>
                  <a:pt x="146" y="8"/>
                </a:lnTo>
                <a:lnTo>
                  <a:pt x="147" y="8"/>
                </a:lnTo>
                <a:lnTo>
                  <a:pt x="147" y="7"/>
                </a:lnTo>
                <a:lnTo>
                  <a:pt x="148" y="7"/>
                </a:lnTo>
                <a:lnTo>
                  <a:pt x="149" y="7"/>
                </a:lnTo>
                <a:lnTo>
                  <a:pt x="150" y="8"/>
                </a:lnTo>
                <a:lnTo>
                  <a:pt x="151" y="8"/>
                </a:lnTo>
                <a:lnTo>
                  <a:pt x="152" y="8"/>
                </a:lnTo>
                <a:lnTo>
                  <a:pt x="152" y="9"/>
                </a:lnTo>
                <a:lnTo>
                  <a:pt x="153" y="8"/>
                </a:lnTo>
                <a:lnTo>
                  <a:pt x="153" y="7"/>
                </a:lnTo>
                <a:lnTo>
                  <a:pt x="154" y="7"/>
                </a:lnTo>
                <a:lnTo>
                  <a:pt x="154" y="8"/>
                </a:lnTo>
                <a:lnTo>
                  <a:pt x="155" y="8"/>
                </a:lnTo>
                <a:lnTo>
                  <a:pt x="156" y="7"/>
                </a:lnTo>
                <a:lnTo>
                  <a:pt x="157" y="7"/>
                </a:lnTo>
                <a:lnTo>
                  <a:pt x="157" y="8"/>
                </a:lnTo>
                <a:lnTo>
                  <a:pt x="158" y="8"/>
                </a:lnTo>
                <a:lnTo>
                  <a:pt x="159" y="7"/>
                </a:lnTo>
                <a:lnTo>
                  <a:pt x="160" y="7"/>
                </a:lnTo>
                <a:lnTo>
                  <a:pt x="161" y="7"/>
                </a:lnTo>
                <a:lnTo>
                  <a:pt x="162" y="7"/>
                </a:lnTo>
                <a:lnTo>
                  <a:pt x="163" y="7"/>
                </a:lnTo>
                <a:lnTo>
                  <a:pt x="163" y="8"/>
                </a:lnTo>
                <a:lnTo>
                  <a:pt x="163" y="9"/>
                </a:lnTo>
                <a:lnTo>
                  <a:pt x="164" y="9"/>
                </a:lnTo>
                <a:lnTo>
                  <a:pt x="165" y="9"/>
                </a:lnTo>
                <a:lnTo>
                  <a:pt x="165" y="10"/>
                </a:lnTo>
                <a:lnTo>
                  <a:pt x="166" y="10"/>
                </a:lnTo>
                <a:lnTo>
                  <a:pt x="166" y="11"/>
                </a:lnTo>
                <a:lnTo>
                  <a:pt x="167" y="12"/>
                </a:lnTo>
                <a:lnTo>
                  <a:pt x="168" y="12"/>
                </a:lnTo>
                <a:lnTo>
                  <a:pt x="169" y="11"/>
                </a:lnTo>
                <a:lnTo>
                  <a:pt x="170" y="11"/>
                </a:lnTo>
                <a:lnTo>
                  <a:pt x="170" y="12"/>
                </a:lnTo>
                <a:lnTo>
                  <a:pt x="171" y="12"/>
                </a:lnTo>
                <a:lnTo>
                  <a:pt x="171" y="11"/>
                </a:lnTo>
                <a:lnTo>
                  <a:pt x="173" y="11"/>
                </a:lnTo>
                <a:lnTo>
                  <a:pt x="174" y="11"/>
                </a:lnTo>
                <a:lnTo>
                  <a:pt x="175" y="11"/>
                </a:lnTo>
                <a:lnTo>
                  <a:pt x="176" y="11"/>
                </a:lnTo>
                <a:lnTo>
                  <a:pt x="177" y="11"/>
                </a:lnTo>
                <a:lnTo>
                  <a:pt x="177" y="12"/>
                </a:lnTo>
                <a:lnTo>
                  <a:pt x="178" y="12"/>
                </a:lnTo>
                <a:lnTo>
                  <a:pt x="178" y="11"/>
                </a:lnTo>
                <a:lnTo>
                  <a:pt x="178" y="10"/>
                </a:lnTo>
                <a:lnTo>
                  <a:pt x="179" y="10"/>
                </a:lnTo>
                <a:lnTo>
                  <a:pt x="180" y="10"/>
                </a:lnTo>
                <a:lnTo>
                  <a:pt x="180" y="9"/>
                </a:lnTo>
                <a:lnTo>
                  <a:pt x="181" y="9"/>
                </a:lnTo>
                <a:lnTo>
                  <a:pt x="181" y="10"/>
                </a:lnTo>
                <a:lnTo>
                  <a:pt x="182" y="10"/>
                </a:lnTo>
                <a:lnTo>
                  <a:pt x="183" y="10"/>
                </a:lnTo>
                <a:lnTo>
                  <a:pt x="184" y="10"/>
                </a:lnTo>
                <a:lnTo>
                  <a:pt x="185" y="11"/>
                </a:lnTo>
                <a:lnTo>
                  <a:pt x="186" y="11"/>
                </a:lnTo>
                <a:lnTo>
                  <a:pt x="186" y="10"/>
                </a:lnTo>
                <a:lnTo>
                  <a:pt x="187" y="10"/>
                </a:lnTo>
                <a:lnTo>
                  <a:pt x="188" y="10"/>
                </a:lnTo>
                <a:lnTo>
                  <a:pt x="189" y="10"/>
                </a:lnTo>
                <a:lnTo>
                  <a:pt x="190" y="11"/>
                </a:lnTo>
                <a:lnTo>
                  <a:pt x="190" y="10"/>
                </a:lnTo>
                <a:lnTo>
                  <a:pt x="190" y="9"/>
                </a:lnTo>
                <a:lnTo>
                  <a:pt x="191" y="9"/>
                </a:lnTo>
                <a:lnTo>
                  <a:pt x="191" y="8"/>
                </a:lnTo>
                <a:lnTo>
                  <a:pt x="192" y="8"/>
                </a:lnTo>
                <a:lnTo>
                  <a:pt x="192" y="7"/>
                </a:lnTo>
                <a:lnTo>
                  <a:pt x="193" y="6"/>
                </a:lnTo>
                <a:lnTo>
                  <a:pt x="193" y="5"/>
                </a:lnTo>
                <a:lnTo>
                  <a:pt x="194" y="4"/>
                </a:lnTo>
                <a:lnTo>
                  <a:pt x="194" y="5"/>
                </a:lnTo>
                <a:lnTo>
                  <a:pt x="195" y="5"/>
                </a:lnTo>
                <a:lnTo>
                  <a:pt x="196" y="4"/>
                </a:lnTo>
                <a:lnTo>
                  <a:pt x="196" y="3"/>
                </a:lnTo>
                <a:lnTo>
                  <a:pt x="195" y="3"/>
                </a:lnTo>
                <a:lnTo>
                  <a:pt x="195" y="2"/>
                </a:lnTo>
                <a:lnTo>
                  <a:pt x="196" y="2"/>
                </a:lnTo>
                <a:lnTo>
                  <a:pt x="197" y="2"/>
                </a:lnTo>
                <a:lnTo>
                  <a:pt x="198" y="2"/>
                </a:lnTo>
                <a:lnTo>
                  <a:pt x="198" y="3"/>
                </a:lnTo>
                <a:lnTo>
                  <a:pt x="199" y="3"/>
                </a:lnTo>
                <a:lnTo>
                  <a:pt x="200" y="3"/>
                </a:lnTo>
                <a:lnTo>
                  <a:pt x="200" y="4"/>
                </a:lnTo>
                <a:lnTo>
                  <a:pt x="200" y="5"/>
                </a:lnTo>
                <a:lnTo>
                  <a:pt x="200" y="6"/>
                </a:lnTo>
                <a:lnTo>
                  <a:pt x="201" y="6"/>
                </a:lnTo>
                <a:lnTo>
                  <a:pt x="201" y="7"/>
                </a:lnTo>
                <a:lnTo>
                  <a:pt x="201" y="8"/>
                </a:lnTo>
                <a:lnTo>
                  <a:pt x="201" y="10"/>
                </a:lnTo>
                <a:lnTo>
                  <a:pt x="201" y="11"/>
                </a:lnTo>
                <a:lnTo>
                  <a:pt x="201" y="12"/>
                </a:lnTo>
                <a:lnTo>
                  <a:pt x="201" y="13"/>
                </a:lnTo>
                <a:lnTo>
                  <a:pt x="202" y="13"/>
                </a:lnTo>
                <a:lnTo>
                  <a:pt x="203" y="13"/>
                </a:lnTo>
                <a:lnTo>
                  <a:pt x="203" y="14"/>
                </a:lnTo>
                <a:lnTo>
                  <a:pt x="204" y="14"/>
                </a:lnTo>
                <a:lnTo>
                  <a:pt x="205" y="13"/>
                </a:lnTo>
                <a:lnTo>
                  <a:pt x="205" y="12"/>
                </a:lnTo>
                <a:lnTo>
                  <a:pt x="205" y="11"/>
                </a:lnTo>
                <a:lnTo>
                  <a:pt x="206" y="12"/>
                </a:lnTo>
                <a:lnTo>
                  <a:pt x="206" y="13"/>
                </a:lnTo>
                <a:lnTo>
                  <a:pt x="207" y="14"/>
                </a:lnTo>
                <a:lnTo>
                  <a:pt x="208" y="14"/>
                </a:lnTo>
                <a:lnTo>
                  <a:pt x="208" y="15"/>
                </a:lnTo>
                <a:lnTo>
                  <a:pt x="208" y="16"/>
                </a:lnTo>
                <a:lnTo>
                  <a:pt x="209" y="16"/>
                </a:lnTo>
                <a:lnTo>
                  <a:pt x="210" y="17"/>
                </a:lnTo>
                <a:lnTo>
                  <a:pt x="210" y="18"/>
                </a:lnTo>
                <a:lnTo>
                  <a:pt x="211" y="19"/>
                </a:lnTo>
                <a:lnTo>
                  <a:pt x="212" y="18"/>
                </a:lnTo>
                <a:lnTo>
                  <a:pt x="212" y="16"/>
                </a:lnTo>
                <a:lnTo>
                  <a:pt x="212" y="15"/>
                </a:lnTo>
                <a:lnTo>
                  <a:pt x="213" y="15"/>
                </a:lnTo>
                <a:lnTo>
                  <a:pt x="214" y="14"/>
                </a:lnTo>
                <a:lnTo>
                  <a:pt x="215" y="14"/>
                </a:lnTo>
                <a:lnTo>
                  <a:pt x="215" y="13"/>
                </a:lnTo>
                <a:lnTo>
                  <a:pt x="216" y="13"/>
                </a:lnTo>
                <a:lnTo>
                  <a:pt x="217" y="13"/>
                </a:lnTo>
                <a:lnTo>
                  <a:pt x="218" y="13"/>
                </a:lnTo>
                <a:lnTo>
                  <a:pt x="219" y="13"/>
                </a:lnTo>
                <a:lnTo>
                  <a:pt x="219" y="12"/>
                </a:lnTo>
                <a:lnTo>
                  <a:pt x="220" y="12"/>
                </a:lnTo>
                <a:lnTo>
                  <a:pt x="220" y="13"/>
                </a:lnTo>
                <a:lnTo>
                  <a:pt x="221" y="13"/>
                </a:lnTo>
                <a:lnTo>
                  <a:pt x="221" y="12"/>
                </a:lnTo>
                <a:lnTo>
                  <a:pt x="221" y="11"/>
                </a:lnTo>
                <a:lnTo>
                  <a:pt x="221" y="10"/>
                </a:lnTo>
                <a:lnTo>
                  <a:pt x="221" y="9"/>
                </a:lnTo>
                <a:lnTo>
                  <a:pt x="221" y="8"/>
                </a:lnTo>
                <a:lnTo>
                  <a:pt x="222" y="8"/>
                </a:lnTo>
                <a:lnTo>
                  <a:pt x="223" y="7"/>
                </a:lnTo>
                <a:lnTo>
                  <a:pt x="224" y="7"/>
                </a:lnTo>
                <a:lnTo>
                  <a:pt x="225" y="7"/>
                </a:lnTo>
                <a:lnTo>
                  <a:pt x="225" y="6"/>
                </a:lnTo>
                <a:lnTo>
                  <a:pt x="226" y="6"/>
                </a:lnTo>
                <a:lnTo>
                  <a:pt x="226" y="7"/>
                </a:lnTo>
                <a:lnTo>
                  <a:pt x="227" y="7"/>
                </a:lnTo>
                <a:lnTo>
                  <a:pt x="228" y="7"/>
                </a:lnTo>
                <a:lnTo>
                  <a:pt x="228" y="8"/>
                </a:lnTo>
                <a:lnTo>
                  <a:pt x="229" y="8"/>
                </a:lnTo>
                <a:lnTo>
                  <a:pt x="229" y="7"/>
                </a:lnTo>
                <a:lnTo>
                  <a:pt x="230" y="6"/>
                </a:lnTo>
                <a:lnTo>
                  <a:pt x="230" y="7"/>
                </a:lnTo>
                <a:lnTo>
                  <a:pt x="229" y="7"/>
                </a:lnTo>
                <a:lnTo>
                  <a:pt x="230" y="7"/>
                </a:lnTo>
                <a:lnTo>
                  <a:pt x="230" y="8"/>
                </a:lnTo>
                <a:lnTo>
                  <a:pt x="230" y="7"/>
                </a:lnTo>
                <a:lnTo>
                  <a:pt x="231" y="6"/>
                </a:lnTo>
                <a:lnTo>
                  <a:pt x="232" y="6"/>
                </a:lnTo>
                <a:lnTo>
                  <a:pt x="232" y="5"/>
                </a:lnTo>
                <a:lnTo>
                  <a:pt x="232" y="4"/>
                </a:lnTo>
                <a:lnTo>
                  <a:pt x="233" y="4"/>
                </a:lnTo>
                <a:lnTo>
                  <a:pt x="233" y="3"/>
                </a:lnTo>
                <a:lnTo>
                  <a:pt x="234" y="3"/>
                </a:lnTo>
                <a:lnTo>
                  <a:pt x="234" y="2"/>
                </a:lnTo>
                <a:lnTo>
                  <a:pt x="235" y="2"/>
                </a:lnTo>
                <a:lnTo>
                  <a:pt x="236" y="2"/>
                </a:lnTo>
                <a:lnTo>
                  <a:pt x="237" y="2"/>
                </a:lnTo>
                <a:lnTo>
                  <a:pt x="237" y="3"/>
                </a:lnTo>
                <a:lnTo>
                  <a:pt x="237" y="4"/>
                </a:lnTo>
                <a:lnTo>
                  <a:pt x="238" y="4"/>
                </a:lnTo>
                <a:lnTo>
                  <a:pt x="238" y="5"/>
                </a:lnTo>
                <a:lnTo>
                  <a:pt x="239" y="5"/>
                </a:lnTo>
                <a:lnTo>
                  <a:pt x="239" y="6"/>
                </a:lnTo>
                <a:lnTo>
                  <a:pt x="240" y="7"/>
                </a:lnTo>
                <a:lnTo>
                  <a:pt x="241" y="7"/>
                </a:lnTo>
                <a:lnTo>
                  <a:pt x="242" y="8"/>
                </a:lnTo>
                <a:lnTo>
                  <a:pt x="243" y="8"/>
                </a:lnTo>
                <a:lnTo>
                  <a:pt x="243" y="9"/>
                </a:lnTo>
                <a:lnTo>
                  <a:pt x="243" y="10"/>
                </a:lnTo>
                <a:lnTo>
                  <a:pt x="242" y="10"/>
                </a:lnTo>
                <a:lnTo>
                  <a:pt x="242" y="11"/>
                </a:lnTo>
                <a:lnTo>
                  <a:pt x="241" y="11"/>
                </a:lnTo>
                <a:lnTo>
                  <a:pt x="241" y="12"/>
                </a:lnTo>
                <a:lnTo>
                  <a:pt x="242" y="12"/>
                </a:lnTo>
                <a:lnTo>
                  <a:pt x="243" y="11"/>
                </a:lnTo>
                <a:lnTo>
                  <a:pt x="243" y="10"/>
                </a:lnTo>
                <a:lnTo>
                  <a:pt x="244" y="10"/>
                </a:lnTo>
                <a:lnTo>
                  <a:pt x="245" y="10"/>
                </a:lnTo>
                <a:lnTo>
                  <a:pt x="245" y="9"/>
                </a:lnTo>
                <a:lnTo>
                  <a:pt x="246" y="10"/>
                </a:lnTo>
                <a:lnTo>
                  <a:pt x="245" y="11"/>
                </a:lnTo>
                <a:lnTo>
                  <a:pt x="246" y="11"/>
                </a:lnTo>
                <a:lnTo>
                  <a:pt x="247" y="11"/>
                </a:lnTo>
                <a:lnTo>
                  <a:pt x="248" y="11"/>
                </a:lnTo>
                <a:lnTo>
                  <a:pt x="248" y="12"/>
                </a:lnTo>
                <a:lnTo>
                  <a:pt x="249" y="12"/>
                </a:lnTo>
                <a:lnTo>
                  <a:pt x="249" y="13"/>
                </a:lnTo>
                <a:lnTo>
                  <a:pt x="249" y="14"/>
                </a:lnTo>
                <a:lnTo>
                  <a:pt x="250" y="14"/>
                </a:lnTo>
                <a:lnTo>
                  <a:pt x="250" y="15"/>
                </a:lnTo>
                <a:lnTo>
                  <a:pt x="251" y="16"/>
                </a:lnTo>
                <a:lnTo>
                  <a:pt x="252" y="15"/>
                </a:lnTo>
                <a:lnTo>
                  <a:pt x="252" y="16"/>
                </a:lnTo>
                <a:lnTo>
                  <a:pt x="253" y="16"/>
                </a:lnTo>
                <a:lnTo>
                  <a:pt x="254" y="16"/>
                </a:lnTo>
                <a:lnTo>
                  <a:pt x="254" y="17"/>
                </a:lnTo>
                <a:lnTo>
                  <a:pt x="253" y="17"/>
                </a:lnTo>
                <a:lnTo>
                  <a:pt x="253" y="19"/>
                </a:lnTo>
                <a:lnTo>
                  <a:pt x="254" y="19"/>
                </a:lnTo>
                <a:lnTo>
                  <a:pt x="255" y="19"/>
                </a:lnTo>
                <a:lnTo>
                  <a:pt x="255" y="20"/>
                </a:lnTo>
                <a:lnTo>
                  <a:pt x="255" y="21"/>
                </a:lnTo>
                <a:lnTo>
                  <a:pt x="254" y="22"/>
                </a:lnTo>
                <a:lnTo>
                  <a:pt x="253" y="22"/>
                </a:lnTo>
                <a:lnTo>
                  <a:pt x="252" y="22"/>
                </a:lnTo>
                <a:lnTo>
                  <a:pt x="251" y="23"/>
                </a:lnTo>
                <a:lnTo>
                  <a:pt x="251" y="24"/>
                </a:lnTo>
                <a:lnTo>
                  <a:pt x="252" y="24"/>
                </a:lnTo>
                <a:lnTo>
                  <a:pt x="252" y="23"/>
                </a:lnTo>
                <a:lnTo>
                  <a:pt x="253" y="23"/>
                </a:lnTo>
                <a:lnTo>
                  <a:pt x="254" y="24"/>
                </a:lnTo>
                <a:lnTo>
                  <a:pt x="255" y="24"/>
                </a:lnTo>
                <a:lnTo>
                  <a:pt x="256" y="24"/>
                </a:lnTo>
                <a:lnTo>
                  <a:pt x="257" y="24"/>
                </a:lnTo>
                <a:lnTo>
                  <a:pt x="258" y="24"/>
                </a:lnTo>
                <a:lnTo>
                  <a:pt x="259" y="24"/>
                </a:lnTo>
                <a:lnTo>
                  <a:pt x="260" y="25"/>
                </a:lnTo>
                <a:lnTo>
                  <a:pt x="260" y="26"/>
                </a:lnTo>
                <a:lnTo>
                  <a:pt x="260" y="27"/>
                </a:lnTo>
                <a:lnTo>
                  <a:pt x="261" y="27"/>
                </a:lnTo>
                <a:lnTo>
                  <a:pt x="261" y="28"/>
                </a:lnTo>
                <a:lnTo>
                  <a:pt x="261" y="29"/>
                </a:lnTo>
                <a:lnTo>
                  <a:pt x="262" y="29"/>
                </a:lnTo>
                <a:lnTo>
                  <a:pt x="262" y="30"/>
                </a:lnTo>
                <a:lnTo>
                  <a:pt x="262" y="31"/>
                </a:lnTo>
                <a:lnTo>
                  <a:pt x="262" y="32"/>
                </a:lnTo>
                <a:lnTo>
                  <a:pt x="261" y="33"/>
                </a:lnTo>
                <a:lnTo>
                  <a:pt x="260" y="33"/>
                </a:lnTo>
                <a:lnTo>
                  <a:pt x="260" y="34"/>
                </a:lnTo>
                <a:lnTo>
                  <a:pt x="259" y="35"/>
                </a:lnTo>
                <a:lnTo>
                  <a:pt x="259" y="37"/>
                </a:lnTo>
                <a:lnTo>
                  <a:pt x="260" y="37"/>
                </a:lnTo>
                <a:lnTo>
                  <a:pt x="260" y="38"/>
                </a:lnTo>
                <a:lnTo>
                  <a:pt x="260" y="39"/>
                </a:lnTo>
                <a:lnTo>
                  <a:pt x="259" y="39"/>
                </a:lnTo>
                <a:lnTo>
                  <a:pt x="259" y="40"/>
                </a:lnTo>
                <a:lnTo>
                  <a:pt x="260" y="40"/>
                </a:lnTo>
                <a:lnTo>
                  <a:pt x="261" y="40"/>
                </a:lnTo>
                <a:lnTo>
                  <a:pt x="261" y="39"/>
                </a:lnTo>
                <a:lnTo>
                  <a:pt x="262" y="39"/>
                </a:lnTo>
                <a:lnTo>
                  <a:pt x="263" y="39"/>
                </a:lnTo>
                <a:lnTo>
                  <a:pt x="264" y="39"/>
                </a:lnTo>
                <a:lnTo>
                  <a:pt x="264" y="40"/>
                </a:lnTo>
                <a:lnTo>
                  <a:pt x="264" y="41"/>
                </a:lnTo>
                <a:lnTo>
                  <a:pt x="263" y="41"/>
                </a:lnTo>
                <a:lnTo>
                  <a:pt x="263" y="43"/>
                </a:lnTo>
                <a:lnTo>
                  <a:pt x="264" y="43"/>
                </a:lnTo>
                <a:lnTo>
                  <a:pt x="266" y="44"/>
                </a:lnTo>
                <a:lnTo>
                  <a:pt x="267" y="45"/>
                </a:lnTo>
                <a:lnTo>
                  <a:pt x="268" y="45"/>
                </a:lnTo>
                <a:lnTo>
                  <a:pt x="269" y="45"/>
                </a:lnTo>
                <a:lnTo>
                  <a:pt x="270" y="45"/>
                </a:lnTo>
                <a:lnTo>
                  <a:pt x="271" y="46"/>
                </a:lnTo>
                <a:lnTo>
                  <a:pt x="271" y="47"/>
                </a:lnTo>
                <a:lnTo>
                  <a:pt x="272" y="47"/>
                </a:lnTo>
                <a:lnTo>
                  <a:pt x="273" y="48"/>
                </a:lnTo>
                <a:lnTo>
                  <a:pt x="273" y="49"/>
                </a:lnTo>
                <a:lnTo>
                  <a:pt x="272" y="49"/>
                </a:lnTo>
                <a:lnTo>
                  <a:pt x="273" y="49"/>
                </a:lnTo>
                <a:lnTo>
                  <a:pt x="273" y="50"/>
                </a:lnTo>
                <a:lnTo>
                  <a:pt x="274" y="50"/>
                </a:lnTo>
                <a:lnTo>
                  <a:pt x="274" y="51"/>
                </a:lnTo>
                <a:lnTo>
                  <a:pt x="274" y="52"/>
                </a:lnTo>
                <a:lnTo>
                  <a:pt x="275" y="53"/>
                </a:lnTo>
                <a:lnTo>
                  <a:pt x="275" y="54"/>
                </a:lnTo>
                <a:lnTo>
                  <a:pt x="276" y="54"/>
                </a:lnTo>
                <a:lnTo>
                  <a:pt x="277" y="54"/>
                </a:lnTo>
                <a:lnTo>
                  <a:pt x="278" y="53"/>
                </a:lnTo>
                <a:lnTo>
                  <a:pt x="277" y="53"/>
                </a:lnTo>
                <a:lnTo>
                  <a:pt x="278" y="53"/>
                </a:lnTo>
                <a:lnTo>
                  <a:pt x="279" y="53"/>
                </a:lnTo>
                <a:lnTo>
                  <a:pt x="279" y="52"/>
                </a:lnTo>
                <a:lnTo>
                  <a:pt x="279" y="51"/>
                </a:lnTo>
                <a:lnTo>
                  <a:pt x="279" y="52"/>
                </a:lnTo>
                <a:lnTo>
                  <a:pt x="280" y="53"/>
                </a:lnTo>
                <a:lnTo>
                  <a:pt x="280" y="54"/>
                </a:lnTo>
                <a:lnTo>
                  <a:pt x="279" y="55"/>
                </a:lnTo>
                <a:lnTo>
                  <a:pt x="279" y="56"/>
                </a:lnTo>
                <a:lnTo>
                  <a:pt x="277" y="56"/>
                </a:lnTo>
                <a:lnTo>
                  <a:pt x="276" y="56"/>
                </a:lnTo>
                <a:lnTo>
                  <a:pt x="276" y="55"/>
                </a:lnTo>
                <a:lnTo>
                  <a:pt x="275" y="55"/>
                </a:lnTo>
                <a:lnTo>
                  <a:pt x="276" y="55"/>
                </a:lnTo>
                <a:lnTo>
                  <a:pt x="276" y="56"/>
                </a:lnTo>
                <a:lnTo>
                  <a:pt x="277" y="56"/>
                </a:lnTo>
                <a:lnTo>
                  <a:pt x="278" y="57"/>
                </a:lnTo>
                <a:lnTo>
                  <a:pt x="279" y="57"/>
                </a:lnTo>
                <a:lnTo>
                  <a:pt x="279" y="56"/>
                </a:lnTo>
                <a:lnTo>
                  <a:pt x="280" y="57"/>
                </a:lnTo>
                <a:lnTo>
                  <a:pt x="280" y="58"/>
                </a:lnTo>
                <a:lnTo>
                  <a:pt x="280" y="59"/>
                </a:lnTo>
                <a:lnTo>
                  <a:pt x="281" y="60"/>
                </a:lnTo>
                <a:lnTo>
                  <a:pt x="282" y="60"/>
                </a:lnTo>
                <a:lnTo>
                  <a:pt x="282" y="61"/>
                </a:lnTo>
                <a:lnTo>
                  <a:pt x="283" y="61"/>
                </a:lnTo>
                <a:lnTo>
                  <a:pt x="283" y="62"/>
                </a:lnTo>
                <a:lnTo>
                  <a:pt x="284" y="62"/>
                </a:lnTo>
                <a:lnTo>
                  <a:pt x="284" y="63"/>
                </a:lnTo>
                <a:lnTo>
                  <a:pt x="285" y="64"/>
                </a:lnTo>
                <a:lnTo>
                  <a:pt x="285" y="65"/>
                </a:lnTo>
                <a:lnTo>
                  <a:pt x="284" y="65"/>
                </a:lnTo>
                <a:lnTo>
                  <a:pt x="285" y="65"/>
                </a:lnTo>
                <a:lnTo>
                  <a:pt x="285" y="66"/>
                </a:lnTo>
                <a:lnTo>
                  <a:pt x="286" y="66"/>
                </a:lnTo>
                <a:lnTo>
                  <a:pt x="286" y="67"/>
                </a:lnTo>
                <a:lnTo>
                  <a:pt x="285" y="67"/>
                </a:lnTo>
                <a:lnTo>
                  <a:pt x="286" y="68"/>
                </a:lnTo>
                <a:lnTo>
                  <a:pt x="287" y="68"/>
                </a:lnTo>
                <a:lnTo>
                  <a:pt x="288" y="69"/>
                </a:lnTo>
                <a:lnTo>
                  <a:pt x="288" y="70"/>
                </a:lnTo>
                <a:lnTo>
                  <a:pt x="289" y="70"/>
                </a:lnTo>
                <a:lnTo>
                  <a:pt x="290" y="70"/>
                </a:lnTo>
                <a:lnTo>
                  <a:pt x="290" y="69"/>
                </a:lnTo>
                <a:lnTo>
                  <a:pt x="291" y="69"/>
                </a:lnTo>
                <a:lnTo>
                  <a:pt x="292" y="68"/>
                </a:lnTo>
                <a:lnTo>
                  <a:pt x="293" y="68"/>
                </a:lnTo>
                <a:lnTo>
                  <a:pt x="293" y="67"/>
                </a:lnTo>
                <a:lnTo>
                  <a:pt x="293" y="66"/>
                </a:lnTo>
                <a:lnTo>
                  <a:pt x="295" y="66"/>
                </a:lnTo>
                <a:lnTo>
                  <a:pt x="295" y="67"/>
                </a:lnTo>
                <a:lnTo>
                  <a:pt x="295" y="68"/>
                </a:lnTo>
                <a:lnTo>
                  <a:pt x="295" y="69"/>
                </a:lnTo>
                <a:lnTo>
                  <a:pt x="296" y="69"/>
                </a:lnTo>
                <a:lnTo>
                  <a:pt x="296" y="68"/>
                </a:lnTo>
                <a:lnTo>
                  <a:pt x="296" y="67"/>
                </a:lnTo>
                <a:lnTo>
                  <a:pt x="297" y="67"/>
                </a:lnTo>
                <a:lnTo>
                  <a:pt x="297" y="68"/>
                </a:lnTo>
                <a:lnTo>
                  <a:pt x="298" y="68"/>
                </a:lnTo>
                <a:lnTo>
                  <a:pt x="299" y="68"/>
                </a:lnTo>
                <a:lnTo>
                  <a:pt x="300" y="68"/>
                </a:lnTo>
                <a:lnTo>
                  <a:pt x="301" y="68"/>
                </a:lnTo>
                <a:lnTo>
                  <a:pt x="302" y="68"/>
                </a:lnTo>
                <a:lnTo>
                  <a:pt x="302" y="69"/>
                </a:lnTo>
                <a:lnTo>
                  <a:pt x="303" y="69"/>
                </a:lnTo>
                <a:lnTo>
                  <a:pt x="303" y="70"/>
                </a:lnTo>
                <a:lnTo>
                  <a:pt x="304" y="70"/>
                </a:lnTo>
                <a:lnTo>
                  <a:pt x="304" y="71"/>
                </a:lnTo>
                <a:lnTo>
                  <a:pt x="305" y="71"/>
                </a:lnTo>
                <a:lnTo>
                  <a:pt x="305" y="72"/>
                </a:lnTo>
                <a:lnTo>
                  <a:pt x="306" y="73"/>
                </a:lnTo>
                <a:lnTo>
                  <a:pt x="307" y="73"/>
                </a:lnTo>
                <a:lnTo>
                  <a:pt x="308" y="73"/>
                </a:lnTo>
                <a:lnTo>
                  <a:pt x="308" y="74"/>
                </a:lnTo>
                <a:lnTo>
                  <a:pt x="308" y="75"/>
                </a:lnTo>
                <a:lnTo>
                  <a:pt x="309" y="75"/>
                </a:lnTo>
                <a:lnTo>
                  <a:pt x="310" y="75"/>
                </a:lnTo>
                <a:lnTo>
                  <a:pt x="310" y="76"/>
                </a:lnTo>
                <a:lnTo>
                  <a:pt x="311" y="76"/>
                </a:lnTo>
                <a:lnTo>
                  <a:pt x="311" y="75"/>
                </a:lnTo>
                <a:lnTo>
                  <a:pt x="312" y="76"/>
                </a:lnTo>
                <a:lnTo>
                  <a:pt x="315" y="76"/>
                </a:lnTo>
                <a:lnTo>
                  <a:pt x="315" y="77"/>
                </a:lnTo>
                <a:lnTo>
                  <a:pt x="315" y="78"/>
                </a:lnTo>
                <a:lnTo>
                  <a:pt x="316" y="78"/>
                </a:lnTo>
                <a:lnTo>
                  <a:pt x="316" y="79"/>
                </a:lnTo>
                <a:lnTo>
                  <a:pt x="317" y="79"/>
                </a:lnTo>
                <a:lnTo>
                  <a:pt x="318" y="79"/>
                </a:lnTo>
                <a:lnTo>
                  <a:pt x="319" y="79"/>
                </a:lnTo>
                <a:lnTo>
                  <a:pt x="320" y="79"/>
                </a:lnTo>
                <a:lnTo>
                  <a:pt x="321" y="78"/>
                </a:lnTo>
                <a:lnTo>
                  <a:pt x="322" y="78"/>
                </a:lnTo>
                <a:lnTo>
                  <a:pt x="322" y="77"/>
                </a:lnTo>
                <a:lnTo>
                  <a:pt x="323" y="78"/>
                </a:lnTo>
                <a:lnTo>
                  <a:pt x="324" y="78"/>
                </a:lnTo>
                <a:lnTo>
                  <a:pt x="324" y="79"/>
                </a:lnTo>
                <a:lnTo>
                  <a:pt x="324" y="80"/>
                </a:lnTo>
                <a:lnTo>
                  <a:pt x="325" y="80"/>
                </a:lnTo>
                <a:lnTo>
                  <a:pt x="325" y="81"/>
                </a:lnTo>
                <a:lnTo>
                  <a:pt x="325" y="82"/>
                </a:lnTo>
                <a:lnTo>
                  <a:pt x="326" y="82"/>
                </a:lnTo>
                <a:lnTo>
                  <a:pt x="327" y="82"/>
                </a:lnTo>
                <a:lnTo>
                  <a:pt x="327" y="83"/>
                </a:lnTo>
                <a:lnTo>
                  <a:pt x="326" y="83"/>
                </a:lnTo>
                <a:lnTo>
                  <a:pt x="326" y="84"/>
                </a:lnTo>
                <a:lnTo>
                  <a:pt x="327" y="84"/>
                </a:lnTo>
                <a:lnTo>
                  <a:pt x="327" y="83"/>
                </a:lnTo>
                <a:lnTo>
                  <a:pt x="328" y="83"/>
                </a:lnTo>
                <a:lnTo>
                  <a:pt x="328" y="84"/>
                </a:lnTo>
                <a:lnTo>
                  <a:pt x="329" y="84"/>
                </a:lnTo>
                <a:lnTo>
                  <a:pt x="330" y="84"/>
                </a:lnTo>
                <a:lnTo>
                  <a:pt x="330" y="83"/>
                </a:lnTo>
                <a:lnTo>
                  <a:pt x="331" y="82"/>
                </a:lnTo>
                <a:lnTo>
                  <a:pt x="332" y="82"/>
                </a:lnTo>
                <a:lnTo>
                  <a:pt x="333" y="82"/>
                </a:lnTo>
                <a:lnTo>
                  <a:pt x="333" y="83"/>
                </a:lnTo>
                <a:lnTo>
                  <a:pt x="334" y="83"/>
                </a:lnTo>
                <a:lnTo>
                  <a:pt x="334" y="84"/>
                </a:lnTo>
                <a:lnTo>
                  <a:pt x="333" y="84"/>
                </a:lnTo>
                <a:lnTo>
                  <a:pt x="333" y="85"/>
                </a:lnTo>
                <a:lnTo>
                  <a:pt x="333" y="86"/>
                </a:lnTo>
                <a:lnTo>
                  <a:pt x="334" y="86"/>
                </a:lnTo>
                <a:lnTo>
                  <a:pt x="335" y="86"/>
                </a:lnTo>
                <a:lnTo>
                  <a:pt x="335" y="87"/>
                </a:lnTo>
                <a:lnTo>
                  <a:pt x="335" y="88"/>
                </a:lnTo>
                <a:lnTo>
                  <a:pt x="336" y="88"/>
                </a:lnTo>
                <a:lnTo>
                  <a:pt x="337" y="88"/>
                </a:lnTo>
                <a:lnTo>
                  <a:pt x="337" y="89"/>
                </a:lnTo>
                <a:lnTo>
                  <a:pt x="338" y="89"/>
                </a:lnTo>
                <a:lnTo>
                  <a:pt x="338" y="90"/>
                </a:lnTo>
                <a:lnTo>
                  <a:pt x="339" y="90"/>
                </a:lnTo>
                <a:lnTo>
                  <a:pt x="339" y="89"/>
                </a:lnTo>
                <a:lnTo>
                  <a:pt x="339" y="90"/>
                </a:lnTo>
                <a:lnTo>
                  <a:pt x="340" y="91"/>
                </a:lnTo>
                <a:lnTo>
                  <a:pt x="341" y="92"/>
                </a:lnTo>
                <a:lnTo>
                  <a:pt x="342" y="92"/>
                </a:lnTo>
                <a:lnTo>
                  <a:pt x="342" y="91"/>
                </a:lnTo>
                <a:lnTo>
                  <a:pt x="341" y="91"/>
                </a:lnTo>
                <a:lnTo>
                  <a:pt x="342" y="90"/>
                </a:lnTo>
                <a:lnTo>
                  <a:pt x="342" y="89"/>
                </a:lnTo>
                <a:lnTo>
                  <a:pt x="341" y="89"/>
                </a:lnTo>
                <a:lnTo>
                  <a:pt x="340" y="89"/>
                </a:lnTo>
                <a:lnTo>
                  <a:pt x="341" y="89"/>
                </a:lnTo>
                <a:lnTo>
                  <a:pt x="341" y="88"/>
                </a:lnTo>
                <a:lnTo>
                  <a:pt x="342" y="88"/>
                </a:lnTo>
                <a:lnTo>
                  <a:pt x="343" y="89"/>
                </a:lnTo>
                <a:lnTo>
                  <a:pt x="343" y="90"/>
                </a:lnTo>
                <a:lnTo>
                  <a:pt x="343" y="91"/>
                </a:lnTo>
                <a:lnTo>
                  <a:pt x="344" y="91"/>
                </a:lnTo>
                <a:lnTo>
                  <a:pt x="344" y="90"/>
                </a:lnTo>
                <a:lnTo>
                  <a:pt x="345" y="90"/>
                </a:lnTo>
                <a:lnTo>
                  <a:pt x="346" y="91"/>
                </a:lnTo>
                <a:lnTo>
                  <a:pt x="346" y="90"/>
                </a:lnTo>
                <a:lnTo>
                  <a:pt x="347" y="91"/>
                </a:lnTo>
                <a:lnTo>
                  <a:pt x="348" y="91"/>
                </a:lnTo>
                <a:lnTo>
                  <a:pt x="348" y="92"/>
                </a:lnTo>
                <a:lnTo>
                  <a:pt x="349" y="92"/>
                </a:lnTo>
                <a:lnTo>
                  <a:pt x="349" y="93"/>
                </a:lnTo>
                <a:lnTo>
                  <a:pt x="349" y="92"/>
                </a:lnTo>
                <a:lnTo>
                  <a:pt x="350" y="93"/>
                </a:lnTo>
                <a:lnTo>
                  <a:pt x="350" y="94"/>
                </a:lnTo>
                <a:lnTo>
                  <a:pt x="351" y="94"/>
                </a:lnTo>
                <a:lnTo>
                  <a:pt x="353" y="95"/>
                </a:lnTo>
                <a:lnTo>
                  <a:pt x="354" y="96"/>
                </a:lnTo>
                <a:lnTo>
                  <a:pt x="355" y="96"/>
                </a:lnTo>
                <a:lnTo>
                  <a:pt x="355" y="97"/>
                </a:lnTo>
                <a:lnTo>
                  <a:pt x="356" y="97"/>
                </a:lnTo>
                <a:lnTo>
                  <a:pt x="357" y="97"/>
                </a:lnTo>
                <a:lnTo>
                  <a:pt x="357" y="96"/>
                </a:lnTo>
                <a:lnTo>
                  <a:pt x="358" y="95"/>
                </a:lnTo>
                <a:lnTo>
                  <a:pt x="359" y="95"/>
                </a:lnTo>
                <a:lnTo>
                  <a:pt x="359" y="94"/>
                </a:lnTo>
                <a:lnTo>
                  <a:pt x="360" y="93"/>
                </a:lnTo>
                <a:lnTo>
                  <a:pt x="361" y="93"/>
                </a:lnTo>
                <a:lnTo>
                  <a:pt x="362" y="93"/>
                </a:lnTo>
                <a:lnTo>
                  <a:pt x="363" y="93"/>
                </a:lnTo>
                <a:lnTo>
                  <a:pt x="364" y="93"/>
                </a:lnTo>
                <a:lnTo>
                  <a:pt x="365" y="93"/>
                </a:lnTo>
                <a:lnTo>
                  <a:pt x="365" y="94"/>
                </a:lnTo>
                <a:lnTo>
                  <a:pt x="366" y="94"/>
                </a:lnTo>
                <a:lnTo>
                  <a:pt x="366" y="95"/>
                </a:lnTo>
                <a:lnTo>
                  <a:pt x="367" y="95"/>
                </a:lnTo>
                <a:lnTo>
                  <a:pt x="368" y="95"/>
                </a:lnTo>
                <a:lnTo>
                  <a:pt x="368" y="94"/>
                </a:lnTo>
                <a:lnTo>
                  <a:pt x="369" y="93"/>
                </a:lnTo>
                <a:lnTo>
                  <a:pt x="370" y="93"/>
                </a:lnTo>
                <a:lnTo>
                  <a:pt x="370" y="92"/>
                </a:lnTo>
                <a:lnTo>
                  <a:pt x="370" y="91"/>
                </a:lnTo>
                <a:lnTo>
                  <a:pt x="371" y="91"/>
                </a:lnTo>
                <a:lnTo>
                  <a:pt x="371" y="92"/>
                </a:lnTo>
                <a:lnTo>
                  <a:pt x="372" y="92"/>
                </a:lnTo>
                <a:lnTo>
                  <a:pt x="373" y="91"/>
                </a:lnTo>
                <a:lnTo>
                  <a:pt x="374" y="91"/>
                </a:lnTo>
                <a:lnTo>
                  <a:pt x="375" y="92"/>
                </a:lnTo>
                <a:lnTo>
                  <a:pt x="376" y="92"/>
                </a:lnTo>
                <a:lnTo>
                  <a:pt x="376" y="91"/>
                </a:lnTo>
                <a:lnTo>
                  <a:pt x="377" y="90"/>
                </a:lnTo>
                <a:lnTo>
                  <a:pt x="376" y="90"/>
                </a:lnTo>
                <a:lnTo>
                  <a:pt x="376" y="89"/>
                </a:lnTo>
                <a:lnTo>
                  <a:pt x="377" y="89"/>
                </a:lnTo>
                <a:lnTo>
                  <a:pt x="378" y="90"/>
                </a:lnTo>
                <a:lnTo>
                  <a:pt x="379" y="90"/>
                </a:lnTo>
                <a:lnTo>
                  <a:pt x="380" y="91"/>
                </a:lnTo>
                <a:lnTo>
                  <a:pt x="381" y="91"/>
                </a:lnTo>
                <a:lnTo>
                  <a:pt x="382" y="91"/>
                </a:lnTo>
                <a:lnTo>
                  <a:pt x="383" y="91"/>
                </a:lnTo>
                <a:lnTo>
                  <a:pt x="383" y="92"/>
                </a:lnTo>
                <a:lnTo>
                  <a:pt x="384" y="92"/>
                </a:lnTo>
                <a:lnTo>
                  <a:pt x="385" y="93"/>
                </a:lnTo>
                <a:lnTo>
                  <a:pt x="385" y="92"/>
                </a:lnTo>
                <a:lnTo>
                  <a:pt x="386" y="92"/>
                </a:lnTo>
                <a:lnTo>
                  <a:pt x="387" y="92"/>
                </a:lnTo>
                <a:lnTo>
                  <a:pt x="387" y="93"/>
                </a:lnTo>
                <a:lnTo>
                  <a:pt x="388" y="93"/>
                </a:lnTo>
                <a:lnTo>
                  <a:pt x="389" y="93"/>
                </a:lnTo>
                <a:lnTo>
                  <a:pt x="389" y="94"/>
                </a:lnTo>
                <a:lnTo>
                  <a:pt x="390" y="94"/>
                </a:lnTo>
                <a:lnTo>
                  <a:pt x="391" y="94"/>
                </a:lnTo>
                <a:lnTo>
                  <a:pt x="392" y="94"/>
                </a:lnTo>
                <a:lnTo>
                  <a:pt x="392" y="93"/>
                </a:lnTo>
                <a:lnTo>
                  <a:pt x="393" y="93"/>
                </a:lnTo>
                <a:lnTo>
                  <a:pt x="394" y="93"/>
                </a:lnTo>
                <a:lnTo>
                  <a:pt x="394" y="94"/>
                </a:lnTo>
                <a:lnTo>
                  <a:pt x="394" y="95"/>
                </a:lnTo>
                <a:lnTo>
                  <a:pt x="395" y="95"/>
                </a:lnTo>
                <a:lnTo>
                  <a:pt x="397" y="95"/>
                </a:lnTo>
                <a:lnTo>
                  <a:pt x="397" y="94"/>
                </a:lnTo>
                <a:lnTo>
                  <a:pt x="398" y="94"/>
                </a:lnTo>
                <a:lnTo>
                  <a:pt x="399" y="94"/>
                </a:lnTo>
                <a:lnTo>
                  <a:pt x="399" y="93"/>
                </a:lnTo>
                <a:lnTo>
                  <a:pt x="400" y="93"/>
                </a:lnTo>
                <a:lnTo>
                  <a:pt x="401" y="93"/>
                </a:lnTo>
                <a:lnTo>
                  <a:pt x="402" y="92"/>
                </a:lnTo>
                <a:lnTo>
                  <a:pt x="403" y="92"/>
                </a:lnTo>
                <a:lnTo>
                  <a:pt x="404" y="92"/>
                </a:lnTo>
                <a:lnTo>
                  <a:pt x="404" y="91"/>
                </a:lnTo>
                <a:lnTo>
                  <a:pt x="405" y="91"/>
                </a:lnTo>
                <a:lnTo>
                  <a:pt x="405" y="90"/>
                </a:lnTo>
                <a:lnTo>
                  <a:pt x="406" y="90"/>
                </a:lnTo>
                <a:lnTo>
                  <a:pt x="407" y="91"/>
                </a:lnTo>
                <a:lnTo>
                  <a:pt x="406" y="92"/>
                </a:lnTo>
                <a:lnTo>
                  <a:pt x="407" y="92"/>
                </a:lnTo>
                <a:lnTo>
                  <a:pt x="408" y="92"/>
                </a:lnTo>
                <a:lnTo>
                  <a:pt x="408" y="91"/>
                </a:lnTo>
                <a:lnTo>
                  <a:pt x="409" y="90"/>
                </a:lnTo>
                <a:lnTo>
                  <a:pt x="410" y="90"/>
                </a:lnTo>
                <a:lnTo>
                  <a:pt x="411" y="91"/>
                </a:lnTo>
                <a:lnTo>
                  <a:pt x="412" y="91"/>
                </a:lnTo>
                <a:lnTo>
                  <a:pt x="413" y="91"/>
                </a:lnTo>
                <a:lnTo>
                  <a:pt x="413" y="92"/>
                </a:lnTo>
                <a:lnTo>
                  <a:pt x="413" y="91"/>
                </a:lnTo>
                <a:lnTo>
                  <a:pt x="413" y="90"/>
                </a:lnTo>
                <a:lnTo>
                  <a:pt x="414" y="90"/>
                </a:lnTo>
                <a:lnTo>
                  <a:pt x="415" y="90"/>
                </a:lnTo>
                <a:lnTo>
                  <a:pt x="415" y="91"/>
                </a:lnTo>
                <a:lnTo>
                  <a:pt x="414" y="91"/>
                </a:lnTo>
                <a:lnTo>
                  <a:pt x="414" y="92"/>
                </a:lnTo>
                <a:lnTo>
                  <a:pt x="415" y="92"/>
                </a:lnTo>
                <a:lnTo>
                  <a:pt x="415" y="93"/>
                </a:lnTo>
                <a:lnTo>
                  <a:pt x="416" y="93"/>
                </a:lnTo>
                <a:lnTo>
                  <a:pt x="417" y="93"/>
                </a:lnTo>
                <a:lnTo>
                  <a:pt x="417" y="92"/>
                </a:lnTo>
                <a:lnTo>
                  <a:pt x="417" y="91"/>
                </a:lnTo>
                <a:lnTo>
                  <a:pt x="417" y="90"/>
                </a:lnTo>
                <a:lnTo>
                  <a:pt x="417" y="89"/>
                </a:lnTo>
                <a:lnTo>
                  <a:pt x="417" y="88"/>
                </a:lnTo>
                <a:lnTo>
                  <a:pt x="418" y="88"/>
                </a:lnTo>
                <a:lnTo>
                  <a:pt x="419" y="88"/>
                </a:lnTo>
                <a:lnTo>
                  <a:pt x="419" y="87"/>
                </a:lnTo>
                <a:lnTo>
                  <a:pt x="420" y="87"/>
                </a:lnTo>
                <a:lnTo>
                  <a:pt x="421" y="87"/>
                </a:lnTo>
                <a:lnTo>
                  <a:pt x="422" y="87"/>
                </a:lnTo>
                <a:lnTo>
                  <a:pt x="422" y="88"/>
                </a:lnTo>
                <a:lnTo>
                  <a:pt x="423" y="88"/>
                </a:lnTo>
                <a:lnTo>
                  <a:pt x="423" y="89"/>
                </a:lnTo>
                <a:lnTo>
                  <a:pt x="424" y="90"/>
                </a:lnTo>
                <a:lnTo>
                  <a:pt x="425" y="90"/>
                </a:lnTo>
                <a:lnTo>
                  <a:pt x="426" y="90"/>
                </a:lnTo>
                <a:lnTo>
                  <a:pt x="427" y="90"/>
                </a:lnTo>
                <a:lnTo>
                  <a:pt x="428" y="90"/>
                </a:lnTo>
                <a:lnTo>
                  <a:pt x="428" y="91"/>
                </a:lnTo>
                <a:lnTo>
                  <a:pt x="428" y="92"/>
                </a:lnTo>
                <a:lnTo>
                  <a:pt x="429" y="92"/>
                </a:lnTo>
                <a:lnTo>
                  <a:pt x="430" y="92"/>
                </a:lnTo>
                <a:lnTo>
                  <a:pt x="431" y="92"/>
                </a:lnTo>
                <a:lnTo>
                  <a:pt x="432" y="92"/>
                </a:lnTo>
                <a:lnTo>
                  <a:pt x="431" y="91"/>
                </a:lnTo>
                <a:lnTo>
                  <a:pt x="431" y="90"/>
                </a:lnTo>
                <a:lnTo>
                  <a:pt x="432" y="90"/>
                </a:lnTo>
                <a:lnTo>
                  <a:pt x="432" y="89"/>
                </a:lnTo>
                <a:lnTo>
                  <a:pt x="432" y="88"/>
                </a:lnTo>
                <a:lnTo>
                  <a:pt x="433" y="87"/>
                </a:lnTo>
                <a:lnTo>
                  <a:pt x="434" y="87"/>
                </a:lnTo>
                <a:lnTo>
                  <a:pt x="435" y="87"/>
                </a:lnTo>
                <a:lnTo>
                  <a:pt x="436" y="86"/>
                </a:lnTo>
                <a:lnTo>
                  <a:pt x="437" y="86"/>
                </a:lnTo>
                <a:lnTo>
                  <a:pt x="438" y="87"/>
                </a:lnTo>
                <a:lnTo>
                  <a:pt x="438" y="89"/>
                </a:lnTo>
                <a:lnTo>
                  <a:pt x="439" y="89"/>
                </a:lnTo>
                <a:lnTo>
                  <a:pt x="440" y="90"/>
                </a:lnTo>
                <a:lnTo>
                  <a:pt x="441" y="91"/>
                </a:lnTo>
                <a:lnTo>
                  <a:pt x="442" y="91"/>
                </a:lnTo>
                <a:lnTo>
                  <a:pt x="442" y="92"/>
                </a:lnTo>
                <a:lnTo>
                  <a:pt x="443" y="92"/>
                </a:lnTo>
                <a:lnTo>
                  <a:pt x="444" y="92"/>
                </a:lnTo>
                <a:lnTo>
                  <a:pt x="444" y="93"/>
                </a:lnTo>
                <a:lnTo>
                  <a:pt x="444" y="94"/>
                </a:lnTo>
                <a:lnTo>
                  <a:pt x="445" y="95"/>
                </a:lnTo>
                <a:lnTo>
                  <a:pt x="446" y="95"/>
                </a:lnTo>
                <a:lnTo>
                  <a:pt x="447" y="95"/>
                </a:lnTo>
                <a:lnTo>
                  <a:pt x="447" y="96"/>
                </a:lnTo>
                <a:lnTo>
                  <a:pt x="448" y="96"/>
                </a:lnTo>
                <a:lnTo>
                  <a:pt x="447" y="96"/>
                </a:lnTo>
                <a:lnTo>
                  <a:pt x="447" y="97"/>
                </a:lnTo>
                <a:lnTo>
                  <a:pt x="446" y="97"/>
                </a:lnTo>
                <a:lnTo>
                  <a:pt x="446" y="98"/>
                </a:lnTo>
                <a:lnTo>
                  <a:pt x="447" y="98"/>
                </a:lnTo>
                <a:lnTo>
                  <a:pt x="448" y="98"/>
                </a:lnTo>
                <a:lnTo>
                  <a:pt x="448" y="99"/>
                </a:lnTo>
                <a:lnTo>
                  <a:pt x="449" y="99"/>
                </a:lnTo>
                <a:lnTo>
                  <a:pt x="449" y="100"/>
                </a:lnTo>
                <a:lnTo>
                  <a:pt x="450" y="100"/>
                </a:lnTo>
                <a:lnTo>
                  <a:pt x="451" y="100"/>
                </a:lnTo>
                <a:lnTo>
                  <a:pt x="452" y="100"/>
                </a:lnTo>
                <a:lnTo>
                  <a:pt x="453" y="101"/>
                </a:lnTo>
                <a:lnTo>
                  <a:pt x="453" y="102"/>
                </a:lnTo>
                <a:lnTo>
                  <a:pt x="454" y="102"/>
                </a:lnTo>
                <a:lnTo>
                  <a:pt x="455" y="102"/>
                </a:lnTo>
                <a:lnTo>
                  <a:pt x="455" y="103"/>
                </a:lnTo>
                <a:lnTo>
                  <a:pt x="456" y="103"/>
                </a:lnTo>
                <a:lnTo>
                  <a:pt x="457" y="102"/>
                </a:lnTo>
                <a:lnTo>
                  <a:pt x="459" y="101"/>
                </a:lnTo>
                <a:lnTo>
                  <a:pt x="460" y="101"/>
                </a:lnTo>
                <a:lnTo>
                  <a:pt x="460" y="100"/>
                </a:lnTo>
                <a:lnTo>
                  <a:pt x="461" y="100"/>
                </a:lnTo>
                <a:lnTo>
                  <a:pt x="460" y="100"/>
                </a:lnTo>
                <a:lnTo>
                  <a:pt x="461" y="100"/>
                </a:lnTo>
                <a:lnTo>
                  <a:pt x="462" y="100"/>
                </a:lnTo>
                <a:lnTo>
                  <a:pt x="463" y="99"/>
                </a:lnTo>
                <a:lnTo>
                  <a:pt x="464" y="98"/>
                </a:lnTo>
                <a:lnTo>
                  <a:pt x="465" y="98"/>
                </a:lnTo>
                <a:lnTo>
                  <a:pt x="466" y="97"/>
                </a:lnTo>
                <a:lnTo>
                  <a:pt x="467" y="97"/>
                </a:lnTo>
                <a:lnTo>
                  <a:pt x="468" y="97"/>
                </a:lnTo>
                <a:lnTo>
                  <a:pt x="468" y="98"/>
                </a:lnTo>
                <a:lnTo>
                  <a:pt x="468" y="99"/>
                </a:lnTo>
                <a:lnTo>
                  <a:pt x="469" y="100"/>
                </a:lnTo>
                <a:lnTo>
                  <a:pt x="470" y="100"/>
                </a:lnTo>
                <a:lnTo>
                  <a:pt x="470" y="99"/>
                </a:lnTo>
                <a:lnTo>
                  <a:pt x="469" y="99"/>
                </a:lnTo>
                <a:lnTo>
                  <a:pt x="469" y="98"/>
                </a:lnTo>
                <a:lnTo>
                  <a:pt x="469" y="97"/>
                </a:lnTo>
                <a:lnTo>
                  <a:pt x="468" y="97"/>
                </a:lnTo>
                <a:lnTo>
                  <a:pt x="469" y="96"/>
                </a:lnTo>
                <a:lnTo>
                  <a:pt x="470" y="96"/>
                </a:lnTo>
                <a:lnTo>
                  <a:pt x="471" y="96"/>
                </a:lnTo>
                <a:lnTo>
                  <a:pt x="471" y="95"/>
                </a:lnTo>
                <a:lnTo>
                  <a:pt x="472" y="95"/>
                </a:lnTo>
                <a:lnTo>
                  <a:pt x="473" y="95"/>
                </a:lnTo>
                <a:lnTo>
                  <a:pt x="473" y="94"/>
                </a:lnTo>
                <a:lnTo>
                  <a:pt x="472" y="94"/>
                </a:lnTo>
                <a:lnTo>
                  <a:pt x="472" y="93"/>
                </a:lnTo>
                <a:lnTo>
                  <a:pt x="473" y="93"/>
                </a:lnTo>
                <a:lnTo>
                  <a:pt x="474" y="94"/>
                </a:lnTo>
                <a:lnTo>
                  <a:pt x="475" y="94"/>
                </a:lnTo>
                <a:lnTo>
                  <a:pt x="475" y="93"/>
                </a:lnTo>
                <a:lnTo>
                  <a:pt x="475" y="92"/>
                </a:lnTo>
                <a:lnTo>
                  <a:pt x="475" y="91"/>
                </a:lnTo>
                <a:lnTo>
                  <a:pt x="476" y="91"/>
                </a:lnTo>
                <a:lnTo>
                  <a:pt x="476" y="89"/>
                </a:lnTo>
                <a:lnTo>
                  <a:pt x="477" y="89"/>
                </a:lnTo>
                <a:lnTo>
                  <a:pt x="477" y="88"/>
                </a:lnTo>
                <a:lnTo>
                  <a:pt x="478" y="88"/>
                </a:lnTo>
                <a:lnTo>
                  <a:pt x="479" y="87"/>
                </a:lnTo>
                <a:lnTo>
                  <a:pt x="479" y="88"/>
                </a:lnTo>
                <a:lnTo>
                  <a:pt x="480" y="87"/>
                </a:lnTo>
                <a:lnTo>
                  <a:pt x="480" y="88"/>
                </a:lnTo>
                <a:lnTo>
                  <a:pt x="481" y="88"/>
                </a:lnTo>
                <a:lnTo>
                  <a:pt x="481" y="87"/>
                </a:lnTo>
                <a:lnTo>
                  <a:pt x="482" y="87"/>
                </a:lnTo>
                <a:lnTo>
                  <a:pt x="482" y="88"/>
                </a:lnTo>
                <a:lnTo>
                  <a:pt x="482" y="89"/>
                </a:lnTo>
                <a:lnTo>
                  <a:pt x="483" y="88"/>
                </a:lnTo>
                <a:lnTo>
                  <a:pt x="484" y="88"/>
                </a:lnTo>
                <a:lnTo>
                  <a:pt x="485" y="88"/>
                </a:lnTo>
                <a:lnTo>
                  <a:pt x="485" y="89"/>
                </a:lnTo>
                <a:lnTo>
                  <a:pt x="485" y="90"/>
                </a:lnTo>
                <a:lnTo>
                  <a:pt x="486" y="90"/>
                </a:lnTo>
                <a:lnTo>
                  <a:pt x="486" y="91"/>
                </a:lnTo>
                <a:lnTo>
                  <a:pt x="486" y="92"/>
                </a:lnTo>
                <a:lnTo>
                  <a:pt x="485" y="92"/>
                </a:lnTo>
                <a:lnTo>
                  <a:pt x="485" y="93"/>
                </a:lnTo>
                <a:lnTo>
                  <a:pt x="486" y="93"/>
                </a:lnTo>
                <a:lnTo>
                  <a:pt x="486" y="94"/>
                </a:lnTo>
                <a:lnTo>
                  <a:pt x="486" y="93"/>
                </a:lnTo>
                <a:lnTo>
                  <a:pt x="487" y="93"/>
                </a:lnTo>
                <a:lnTo>
                  <a:pt x="488" y="93"/>
                </a:lnTo>
                <a:lnTo>
                  <a:pt x="488" y="94"/>
                </a:lnTo>
                <a:lnTo>
                  <a:pt x="487" y="94"/>
                </a:lnTo>
                <a:lnTo>
                  <a:pt x="487" y="95"/>
                </a:lnTo>
                <a:lnTo>
                  <a:pt x="486" y="95"/>
                </a:lnTo>
                <a:lnTo>
                  <a:pt x="486" y="97"/>
                </a:lnTo>
                <a:lnTo>
                  <a:pt x="487" y="98"/>
                </a:lnTo>
                <a:lnTo>
                  <a:pt x="488" y="98"/>
                </a:lnTo>
                <a:lnTo>
                  <a:pt x="488" y="99"/>
                </a:lnTo>
                <a:lnTo>
                  <a:pt x="488" y="100"/>
                </a:lnTo>
                <a:lnTo>
                  <a:pt x="487" y="100"/>
                </a:lnTo>
                <a:lnTo>
                  <a:pt x="486" y="101"/>
                </a:lnTo>
                <a:lnTo>
                  <a:pt x="485" y="102"/>
                </a:lnTo>
                <a:lnTo>
                  <a:pt x="486" y="102"/>
                </a:lnTo>
                <a:lnTo>
                  <a:pt x="486" y="103"/>
                </a:lnTo>
                <a:lnTo>
                  <a:pt x="486" y="104"/>
                </a:lnTo>
                <a:lnTo>
                  <a:pt x="485" y="104"/>
                </a:lnTo>
                <a:lnTo>
                  <a:pt x="485" y="105"/>
                </a:lnTo>
                <a:lnTo>
                  <a:pt x="486" y="106"/>
                </a:lnTo>
                <a:lnTo>
                  <a:pt x="486" y="107"/>
                </a:lnTo>
                <a:lnTo>
                  <a:pt x="486" y="108"/>
                </a:lnTo>
                <a:lnTo>
                  <a:pt x="486" y="109"/>
                </a:lnTo>
                <a:lnTo>
                  <a:pt x="487" y="110"/>
                </a:lnTo>
                <a:lnTo>
                  <a:pt x="488" y="110"/>
                </a:lnTo>
                <a:lnTo>
                  <a:pt x="488" y="109"/>
                </a:lnTo>
                <a:lnTo>
                  <a:pt x="489" y="109"/>
                </a:lnTo>
                <a:lnTo>
                  <a:pt x="489" y="110"/>
                </a:lnTo>
                <a:lnTo>
                  <a:pt x="489" y="111"/>
                </a:lnTo>
                <a:lnTo>
                  <a:pt x="489" y="112"/>
                </a:lnTo>
                <a:lnTo>
                  <a:pt x="488" y="112"/>
                </a:lnTo>
                <a:lnTo>
                  <a:pt x="488" y="113"/>
                </a:lnTo>
                <a:lnTo>
                  <a:pt x="487" y="114"/>
                </a:lnTo>
                <a:lnTo>
                  <a:pt x="487" y="115"/>
                </a:lnTo>
                <a:lnTo>
                  <a:pt x="487" y="117"/>
                </a:lnTo>
                <a:lnTo>
                  <a:pt x="487" y="118"/>
                </a:lnTo>
                <a:lnTo>
                  <a:pt x="486" y="119"/>
                </a:lnTo>
                <a:lnTo>
                  <a:pt x="485" y="119"/>
                </a:lnTo>
                <a:lnTo>
                  <a:pt x="485" y="118"/>
                </a:lnTo>
                <a:lnTo>
                  <a:pt x="484" y="118"/>
                </a:lnTo>
                <a:lnTo>
                  <a:pt x="483" y="118"/>
                </a:lnTo>
                <a:lnTo>
                  <a:pt x="484" y="118"/>
                </a:lnTo>
                <a:lnTo>
                  <a:pt x="484" y="119"/>
                </a:lnTo>
                <a:lnTo>
                  <a:pt x="484" y="120"/>
                </a:lnTo>
                <a:lnTo>
                  <a:pt x="484" y="121"/>
                </a:lnTo>
                <a:lnTo>
                  <a:pt x="484" y="122"/>
                </a:lnTo>
                <a:lnTo>
                  <a:pt x="485" y="122"/>
                </a:lnTo>
                <a:lnTo>
                  <a:pt x="485" y="123"/>
                </a:lnTo>
                <a:lnTo>
                  <a:pt x="486" y="123"/>
                </a:lnTo>
                <a:lnTo>
                  <a:pt x="486" y="124"/>
                </a:lnTo>
                <a:lnTo>
                  <a:pt x="487" y="125"/>
                </a:lnTo>
                <a:lnTo>
                  <a:pt x="488" y="125"/>
                </a:lnTo>
                <a:lnTo>
                  <a:pt x="489" y="125"/>
                </a:lnTo>
                <a:lnTo>
                  <a:pt x="489" y="126"/>
                </a:lnTo>
                <a:lnTo>
                  <a:pt x="490" y="127"/>
                </a:lnTo>
                <a:lnTo>
                  <a:pt x="489" y="129"/>
                </a:lnTo>
                <a:lnTo>
                  <a:pt x="488" y="129"/>
                </a:lnTo>
                <a:lnTo>
                  <a:pt x="487" y="129"/>
                </a:lnTo>
                <a:lnTo>
                  <a:pt x="487" y="130"/>
                </a:lnTo>
                <a:lnTo>
                  <a:pt x="487" y="131"/>
                </a:lnTo>
                <a:lnTo>
                  <a:pt x="487" y="132"/>
                </a:lnTo>
                <a:lnTo>
                  <a:pt x="488" y="133"/>
                </a:lnTo>
                <a:lnTo>
                  <a:pt x="489" y="133"/>
                </a:lnTo>
                <a:lnTo>
                  <a:pt x="490" y="133"/>
                </a:lnTo>
                <a:lnTo>
                  <a:pt x="491" y="133"/>
                </a:lnTo>
                <a:lnTo>
                  <a:pt x="492" y="134"/>
                </a:lnTo>
                <a:lnTo>
                  <a:pt x="492" y="135"/>
                </a:lnTo>
                <a:lnTo>
                  <a:pt x="491" y="135"/>
                </a:lnTo>
                <a:lnTo>
                  <a:pt x="491" y="136"/>
                </a:lnTo>
                <a:lnTo>
                  <a:pt x="491" y="137"/>
                </a:lnTo>
                <a:lnTo>
                  <a:pt x="491" y="138"/>
                </a:lnTo>
                <a:lnTo>
                  <a:pt x="492" y="138"/>
                </a:lnTo>
                <a:lnTo>
                  <a:pt x="493" y="139"/>
                </a:lnTo>
                <a:lnTo>
                  <a:pt x="494" y="139"/>
                </a:lnTo>
                <a:lnTo>
                  <a:pt x="494" y="140"/>
                </a:lnTo>
                <a:lnTo>
                  <a:pt x="494" y="141"/>
                </a:lnTo>
                <a:lnTo>
                  <a:pt x="494" y="142"/>
                </a:lnTo>
                <a:lnTo>
                  <a:pt x="493" y="143"/>
                </a:lnTo>
                <a:lnTo>
                  <a:pt x="494" y="144"/>
                </a:lnTo>
                <a:lnTo>
                  <a:pt x="494" y="145"/>
                </a:lnTo>
                <a:lnTo>
                  <a:pt x="494" y="146"/>
                </a:lnTo>
                <a:lnTo>
                  <a:pt x="495" y="146"/>
                </a:lnTo>
                <a:lnTo>
                  <a:pt x="496" y="147"/>
                </a:lnTo>
                <a:lnTo>
                  <a:pt x="496" y="146"/>
                </a:lnTo>
                <a:lnTo>
                  <a:pt x="497" y="146"/>
                </a:lnTo>
                <a:lnTo>
                  <a:pt x="497" y="147"/>
                </a:lnTo>
                <a:lnTo>
                  <a:pt x="498" y="147"/>
                </a:lnTo>
                <a:lnTo>
                  <a:pt x="498" y="146"/>
                </a:lnTo>
                <a:lnTo>
                  <a:pt x="499" y="146"/>
                </a:lnTo>
                <a:lnTo>
                  <a:pt x="500" y="144"/>
                </a:lnTo>
                <a:lnTo>
                  <a:pt x="501" y="143"/>
                </a:lnTo>
                <a:lnTo>
                  <a:pt x="502" y="143"/>
                </a:lnTo>
                <a:lnTo>
                  <a:pt x="503" y="143"/>
                </a:lnTo>
                <a:lnTo>
                  <a:pt x="503" y="144"/>
                </a:lnTo>
                <a:lnTo>
                  <a:pt x="504" y="145"/>
                </a:lnTo>
                <a:lnTo>
                  <a:pt x="505" y="145"/>
                </a:lnTo>
                <a:lnTo>
                  <a:pt x="505" y="146"/>
                </a:lnTo>
                <a:lnTo>
                  <a:pt x="505" y="147"/>
                </a:lnTo>
                <a:lnTo>
                  <a:pt x="504" y="147"/>
                </a:lnTo>
                <a:lnTo>
                  <a:pt x="504" y="149"/>
                </a:lnTo>
                <a:lnTo>
                  <a:pt x="504" y="150"/>
                </a:lnTo>
                <a:lnTo>
                  <a:pt x="504" y="152"/>
                </a:lnTo>
                <a:lnTo>
                  <a:pt x="505" y="152"/>
                </a:lnTo>
                <a:lnTo>
                  <a:pt x="506" y="153"/>
                </a:lnTo>
                <a:lnTo>
                  <a:pt x="506" y="154"/>
                </a:lnTo>
                <a:lnTo>
                  <a:pt x="506" y="155"/>
                </a:lnTo>
                <a:lnTo>
                  <a:pt x="507" y="156"/>
                </a:lnTo>
                <a:lnTo>
                  <a:pt x="508" y="156"/>
                </a:lnTo>
                <a:lnTo>
                  <a:pt x="509" y="155"/>
                </a:lnTo>
                <a:lnTo>
                  <a:pt x="510" y="154"/>
                </a:lnTo>
                <a:lnTo>
                  <a:pt x="511" y="154"/>
                </a:lnTo>
                <a:lnTo>
                  <a:pt x="512" y="154"/>
                </a:lnTo>
                <a:lnTo>
                  <a:pt x="513" y="154"/>
                </a:lnTo>
                <a:lnTo>
                  <a:pt x="514" y="154"/>
                </a:lnTo>
                <a:lnTo>
                  <a:pt x="514" y="153"/>
                </a:lnTo>
                <a:lnTo>
                  <a:pt x="515" y="153"/>
                </a:lnTo>
                <a:lnTo>
                  <a:pt x="516" y="153"/>
                </a:lnTo>
                <a:lnTo>
                  <a:pt x="517" y="153"/>
                </a:lnTo>
                <a:lnTo>
                  <a:pt x="517" y="152"/>
                </a:lnTo>
                <a:lnTo>
                  <a:pt x="517" y="151"/>
                </a:lnTo>
                <a:lnTo>
                  <a:pt x="518" y="151"/>
                </a:lnTo>
                <a:lnTo>
                  <a:pt x="518" y="150"/>
                </a:lnTo>
                <a:lnTo>
                  <a:pt x="519" y="150"/>
                </a:lnTo>
                <a:lnTo>
                  <a:pt x="519" y="149"/>
                </a:lnTo>
                <a:lnTo>
                  <a:pt x="520" y="149"/>
                </a:lnTo>
                <a:lnTo>
                  <a:pt x="520" y="148"/>
                </a:lnTo>
                <a:lnTo>
                  <a:pt x="520" y="147"/>
                </a:lnTo>
                <a:lnTo>
                  <a:pt x="521" y="147"/>
                </a:lnTo>
                <a:lnTo>
                  <a:pt x="521" y="146"/>
                </a:lnTo>
                <a:lnTo>
                  <a:pt x="521" y="147"/>
                </a:lnTo>
                <a:lnTo>
                  <a:pt x="522" y="147"/>
                </a:lnTo>
                <a:lnTo>
                  <a:pt x="523" y="147"/>
                </a:lnTo>
                <a:lnTo>
                  <a:pt x="523" y="146"/>
                </a:lnTo>
                <a:lnTo>
                  <a:pt x="524" y="146"/>
                </a:lnTo>
                <a:lnTo>
                  <a:pt x="524" y="145"/>
                </a:lnTo>
                <a:lnTo>
                  <a:pt x="525" y="145"/>
                </a:lnTo>
                <a:lnTo>
                  <a:pt x="526" y="146"/>
                </a:lnTo>
                <a:lnTo>
                  <a:pt x="527" y="146"/>
                </a:lnTo>
                <a:lnTo>
                  <a:pt x="528" y="147"/>
                </a:lnTo>
                <a:lnTo>
                  <a:pt x="528" y="148"/>
                </a:lnTo>
                <a:lnTo>
                  <a:pt x="529" y="148"/>
                </a:lnTo>
                <a:lnTo>
                  <a:pt x="529" y="147"/>
                </a:lnTo>
                <a:lnTo>
                  <a:pt x="530" y="147"/>
                </a:lnTo>
                <a:lnTo>
                  <a:pt x="530" y="148"/>
                </a:lnTo>
                <a:lnTo>
                  <a:pt x="530" y="149"/>
                </a:lnTo>
                <a:lnTo>
                  <a:pt x="531" y="149"/>
                </a:lnTo>
                <a:lnTo>
                  <a:pt x="531" y="150"/>
                </a:lnTo>
                <a:lnTo>
                  <a:pt x="532" y="150"/>
                </a:lnTo>
                <a:lnTo>
                  <a:pt x="532" y="151"/>
                </a:lnTo>
                <a:lnTo>
                  <a:pt x="532" y="152"/>
                </a:lnTo>
                <a:lnTo>
                  <a:pt x="533" y="153"/>
                </a:lnTo>
                <a:lnTo>
                  <a:pt x="533" y="154"/>
                </a:lnTo>
                <a:lnTo>
                  <a:pt x="534" y="154"/>
                </a:lnTo>
                <a:lnTo>
                  <a:pt x="535" y="155"/>
                </a:lnTo>
                <a:lnTo>
                  <a:pt x="535" y="156"/>
                </a:lnTo>
                <a:lnTo>
                  <a:pt x="536" y="156"/>
                </a:lnTo>
                <a:lnTo>
                  <a:pt x="537" y="156"/>
                </a:lnTo>
                <a:lnTo>
                  <a:pt x="538" y="156"/>
                </a:lnTo>
                <a:lnTo>
                  <a:pt x="539" y="156"/>
                </a:lnTo>
                <a:lnTo>
                  <a:pt x="540" y="155"/>
                </a:lnTo>
                <a:lnTo>
                  <a:pt x="541" y="156"/>
                </a:lnTo>
                <a:lnTo>
                  <a:pt x="542" y="156"/>
                </a:lnTo>
                <a:lnTo>
                  <a:pt x="543" y="157"/>
                </a:lnTo>
                <a:lnTo>
                  <a:pt x="544" y="157"/>
                </a:lnTo>
                <a:lnTo>
                  <a:pt x="545" y="156"/>
                </a:lnTo>
                <a:lnTo>
                  <a:pt x="546" y="157"/>
                </a:lnTo>
                <a:lnTo>
                  <a:pt x="547" y="157"/>
                </a:lnTo>
                <a:lnTo>
                  <a:pt x="546" y="158"/>
                </a:lnTo>
                <a:lnTo>
                  <a:pt x="547" y="158"/>
                </a:lnTo>
                <a:lnTo>
                  <a:pt x="547" y="157"/>
                </a:lnTo>
                <a:lnTo>
                  <a:pt x="548" y="157"/>
                </a:lnTo>
                <a:lnTo>
                  <a:pt x="548" y="158"/>
                </a:lnTo>
                <a:lnTo>
                  <a:pt x="549" y="158"/>
                </a:lnTo>
                <a:lnTo>
                  <a:pt x="549" y="157"/>
                </a:lnTo>
                <a:lnTo>
                  <a:pt x="550" y="157"/>
                </a:lnTo>
                <a:lnTo>
                  <a:pt x="550" y="158"/>
                </a:lnTo>
                <a:lnTo>
                  <a:pt x="551" y="158"/>
                </a:lnTo>
                <a:lnTo>
                  <a:pt x="551" y="157"/>
                </a:lnTo>
                <a:lnTo>
                  <a:pt x="552" y="157"/>
                </a:lnTo>
                <a:lnTo>
                  <a:pt x="553" y="157"/>
                </a:lnTo>
                <a:lnTo>
                  <a:pt x="554" y="157"/>
                </a:lnTo>
                <a:lnTo>
                  <a:pt x="555" y="157"/>
                </a:lnTo>
                <a:lnTo>
                  <a:pt x="555" y="156"/>
                </a:lnTo>
                <a:lnTo>
                  <a:pt x="554" y="156"/>
                </a:lnTo>
                <a:lnTo>
                  <a:pt x="553" y="156"/>
                </a:lnTo>
                <a:lnTo>
                  <a:pt x="554" y="156"/>
                </a:lnTo>
                <a:lnTo>
                  <a:pt x="554" y="155"/>
                </a:lnTo>
                <a:lnTo>
                  <a:pt x="554" y="154"/>
                </a:lnTo>
                <a:lnTo>
                  <a:pt x="555" y="154"/>
                </a:lnTo>
                <a:lnTo>
                  <a:pt x="556" y="155"/>
                </a:lnTo>
                <a:lnTo>
                  <a:pt x="556" y="156"/>
                </a:lnTo>
                <a:lnTo>
                  <a:pt x="557" y="156"/>
                </a:lnTo>
                <a:lnTo>
                  <a:pt x="556" y="156"/>
                </a:lnTo>
                <a:lnTo>
                  <a:pt x="557" y="157"/>
                </a:lnTo>
                <a:lnTo>
                  <a:pt x="558" y="156"/>
                </a:lnTo>
                <a:lnTo>
                  <a:pt x="558" y="155"/>
                </a:lnTo>
                <a:lnTo>
                  <a:pt x="559" y="155"/>
                </a:lnTo>
                <a:lnTo>
                  <a:pt x="558" y="155"/>
                </a:lnTo>
                <a:lnTo>
                  <a:pt x="558" y="154"/>
                </a:lnTo>
                <a:lnTo>
                  <a:pt x="559" y="154"/>
                </a:lnTo>
                <a:lnTo>
                  <a:pt x="560" y="154"/>
                </a:lnTo>
                <a:lnTo>
                  <a:pt x="560" y="155"/>
                </a:lnTo>
                <a:lnTo>
                  <a:pt x="561" y="155"/>
                </a:lnTo>
                <a:lnTo>
                  <a:pt x="561" y="154"/>
                </a:lnTo>
                <a:lnTo>
                  <a:pt x="561" y="155"/>
                </a:lnTo>
                <a:lnTo>
                  <a:pt x="562" y="156"/>
                </a:lnTo>
                <a:lnTo>
                  <a:pt x="561" y="156"/>
                </a:lnTo>
                <a:lnTo>
                  <a:pt x="561" y="157"/>
                </a:lnTo>
                <a:lnTo>
                  <a:pt x="561" y="158"/>
                </a:lnTo>
                <a:lnTo>
                  <a:pt x="561" y="159"/>
                </a:lnTo>
                <a:lnTo>
                  <a:pt x="561" y="160"/>
                </a:lnTo>
                <a:lnTo>
                  <a:pt x="561" y="161"/>
                </a:lnTo>
                <a:lnTo>
                  <a:pt x="562" y="161"/>
                </a:lnTo>
                <a:lnTo>
                  <a:pt x="562" y="162"/>
                </a:lnTo>
                <a:lnTo>
                  <a:pt x="561" y="162"/>
                </a:lnTo>
                <a:lnTo>
                  <a:pt x="560" y="163"/>
                </a:lnTo>
                <a:lnTo>
                  <a:pt x="560" y="164"/>
                </a:lnTo>
                <a:lnTo>
                  <a:pt x="560" y="165"/>
                </a:lnTo>
                <a:lnTo>
                  <a:pt x="559" y="165"/>
                </a:lnTo>
                <a:lnTo>
                  <a:pt x="559" y="166"/>
                </a:lnTo>
                <a:lnTo>
                  <a:pt x="559" y="167"/>
                </a:lnTo>
                <a:lnTo>
                  <a:pt x="558" y="167"/>
                </a:lnTo>
                <a:lnTo>
                  <a:pt x="558" y="168"/>
                </a:lnTo>
                <a:lnTo>
                  <a:pt x="558" y="169"/>
                </a:lnTo>
                <a:lnTo>
                  <a:pt x="558" y="170"/>
                </a:lnTo>
                <a:lnTo>
                  <a:pt x="558" y="171"/>
                </a:lnTo>
                <a:lnTo>
                  <a:pt x="559" y="171"/>
                </a:lnTo>
                <a:lnTo>
                  <a:pt x="559" y="172"/>
                </a:lnTo>
                <a:lnTo>
                  <a:pt x="559" y="173"/>
                </a:lnTo>
                <a:lnTo>
                  <a:pt x="559" y="174"/>
                </a:lnTo>
                <a:lnTo>
                  <a:pt x="559" y="175"/>
                </a:lnTo>
                <a:lnTo>
                  <a:pt x="560" y="176"/>
                </a:lnTo>
                <a:lnTo>
                  <a:pt x="560" y="175"/>
                </a:lnTo>
                <a:lnTo>
                  <a:pt x="561" y="175"/>
                </a:lnTo>
                <a:lnTo>
                  <a:pt x="562" y="175"/>
                </a:lnTo>
                <a:lnTo>
                  <a:pt x="562" y="174"/>
                </a:lnTo>
                <a:lnTo>
                  <a:pt x="563" y="174"/>
                </a:lnTo>
                <a:lnTo>
                  <a:pt x="564" y="174"/>
                </a:lnTo>
                <a:lnTo>
                  <a:pt x="564" y="173"/>
                </a:lnTo>
                <a:lnTo>
                  <a:pt x="565" y="173"/>
                </a:lnTo>
                <a:lnTo>
                  <a:pt x="566" y="173"/>
                </a:lnTo>
                <a:lnTo>
                  <a:pt x="567" y="173"/>
                </a:lnTo>
                <a:lnTo>
                  <a:pt x="567" y="174"/>
                </a:lnTo>
                <a:lnTo>
                  <a:pt x="568" y="174"/>
                </a:lnTo>
                <a:lnTo>
                  <a:pt x="568" y="175"/>
                </a:lnTo>
                <a:lnTo>
                  <a:pt x="568" y="176"/>
                </a:lnTo>
                <a:lnTo>
                  <a:pt x="569" y="176"/>
                </a:lnTo>
                <a:lnTo>
                  <a:pt x="569" y="177"/>
                </a:lnTo>
                <a:lnTo>
                  <a:pt x="570" y="177"/>
                </a:lnTo>
                <a:lnTo>
                  <a:pt x="571" y="177"/>
                </a:lnTo>
                <a:lnTo>
                  <a:pt x="572" y="177"/>
                </a:lnTo>
                <a:lnTo>
                  <a:pt x="572" y="178"/>
                </a:lnTo>
                <a:lnTo>
                  <a:pt x="571" y="178"/>
                </a:lnTo>
                <a:lnTo>
                  <a:pt x="571" y="179"/>
                </a:lnTo>
                <a:lnTo>
                  <a:pt x="572" y="179"/>
                </a:lnTo>
                <a:lnTo>
                  <a:pt x="573" y="179"/>
                </a:lnTo>
                <a:lnTo>
                  <a:pt x="574" y="180"/>
                </a:lnTo>
                <a:lnTo>
                  <a:pt x="574" y="179"/>
                </a:lnTo>
                <a:lnTo>
                  <a:pt x="575" y="179"/>
                </a:lnTo>
                <a:lnTo>
                  <a:pt x="576" y="179"/>
                </a:lnTo>
                <a:lnTo>
                  <a:pt x="577" y="179"/>
                </a:lnTo>
                <a:lnTo>
                  <a:pt x="578" y="179"/>
                </a:lnTo>
                <a:lnTo>
                  <a:pt x="578" y="180"/>
                </a:lnTo>
                <a:lnTo>
                  <a:pt x="579" y="179"/>
                </a:lnTo>
                <a:lnTo>
                  <a:pt x="580" y="179"/>
                </a:lnTo>
                <a:lnTo>
                  <a:pt x="580" y="180"/>
                </a:lnTo>
                <a:lnTo>
                  <a:pt x="579" y="180"/>
                </a:lnTo>
                <a:lnTo>
                  <a:pt x="579" y="179"/>
                </a:lnTo>
                <a:lnTo>
                  <a:pt x="579" y="180"/>
                </a:lnTo>
                <a:lnTo>
                  <a:pt x="578" y="180"/>
                </a:lnTo>
                <a:lnTo>
                  <a:pt x="579" y="182"/>
                </a:lnTo>
                <a:lnTo>
                  <a:pt x="578" y="182"/>
                </a:lnTo>
                <a:lnTo>
                  <a:pt x="578" y="183"/>
                </a:lnTo>
                <a:lnTo>
                  <a:pt x="579" y="183"/>
                </a:lnTo>
                <a:lnTo>
                  <a:pt x="579" y="184"/>
                </a:lnTo>
                <a:lnTo>
                  <a:pt x="580" y="184"/>
                </a:lnTo>
                <a:lnTo>
                  <a:pt x="580" y="185"/>
                </a:lnTo>
                <a:lnTo>
                  <a:pt x="581" y="185"/>
                </a:lnTo>
                <a:lnTo>
                  <a:pt x="582" y="185"/>
                </a:lnTo>
                <a:lnTo>
                  <a:pt x="583" y="185"/>
                </a:lnTo>
                <a:lnTo>
                  <a:pt x="583" y="186"/>
                </a:lnTo>
                <a:lnTo>
                  <a:pt x="584" y="187"/>
                </a:lnTo>
                <a:lnTo>
                  <a:pt x="583" y="187"/>
                </a:lnTo>
                <a:lnTo>
                  <a:pt x="584" y="187"/>
                </a:lnTo>
                <a:lnTo>
                  <a:pt x="585" y="186"/>
                </a:lnTo>
                <a:lnTo>
                  <a:pt x="585" y="185"/>
                </a:lnTo>
                <a:lnTo>
                  <a:pt x="586" y="185"/>
                </a:lnTo>
                <a:lnTo>
                  <a:pt x="587" y="185"/>
                </a:lnTo>
                <a:lnTo>
                  <a:pt x="588" y="185"/>
                </a:lnTo>
                <a:lnTo>
                  <a:pt x="588" y="186"/>
                </a:lnTo>
                <a:lnTo>
                  <a:pt x="589" y="186"/>
                </a:lnTo>
                <a:lnTo>
                  <a:pt x="589" y="185"/>
                </a:lnTo>
                <a:lnTo>
                  <a:pt x="590" y="185"/>
                </a:lnTo>
                <a:lnTo>
                  <a:pt x="591" y="185"/>
                </a:lnTo>
                <a:lnTo>
                  <a:pt x="592" y="184"/>
                </a:lnTo>
                <a:lnTo>
                  <a:pt x="592" y="185"/>
                </a:lnTo>
                <a:lnTo>
                  <a:pt x="593" y="185"/>
                </a:lnTo>
                <a:lnTo>
                  <a:pt x="593" y="186"/>
                </a:lnTo>
                <a:lnTo>
                  <a:pt x="593" y="185"/>
                </a:lnTo>
                <a:lnTo>
                  <a:pt x="594" y="185"/>
                </a:lnTo>
                <a:lnTo>
                  <a:pt x="594" y="184"/>
                </a:lnTo>
                <a:lnTo>
                  <a:pt x="595" y="184"/>
                </a:lnTo>
                <a:lnTo>
                  <a:pt x="595" y="183"/>
                </a:lnTo>
                <a:lnTo>
                  <a:pt x="596" y="183"/>
                </a:lnTo>
                <a:lnTo>
                  <a:pt x="597" y="183"/>
                </a:lnTo>
                <a:lnTo>
                  <a:pt x="597" y="184"/>
                </a:lnTo>
                <a:lnTo>
                  <a:pt x="597" y="185"/>
                </a:lnTo>
                <a:lnTo>
                  <a:pt x="598" y="185"/>
                </a:lnTo>
                <a:lnTo>
                  <a:pt x="598" y="186"/>
                </a:lnTo>
                <a:lnTo>
                  <a:pt x="599" y="186"/>
                </a:lnTo>
                <a:lnTo>
                  <a:pt x="599" y="185"/>
                </a:lnTo>
                <a:lnTo>
                  <a:pt x="599" y="184"/>
                </a:lnTo>
                <a:lnTo>
                  <a:pt x="600" y="184"/>
                </a:lnTo>
                <a:lnTo>
                  <a:pt x="599" y="183"/>
                </a:lnTo>
                <a:lnTo>
                  <a:pt x="599" y="182"/>
                </a:lnTo>
                <a:lnTo>
                  <a:pt x="600" y="182"/>
                </a:lnTo>
                <a:lnTo>
                  <a:pt x="600" y="180"/>
                </a:lnTo>
                <a:lnTo>
                  <a:pt x="601" y="179"/>
                </a:lnTo>
                <a:lnTo>
                  <a:pt x="602" y="179"/>
                </a:lnTo>
                <a:lnTo>
                  <a:pt x="601" y="179"/>
                </a:lnTo>
                <a:lnTo>
                  <a:pt x="602" y="179"/>
                </a:lnTo>
                <a:lnTo>
                  <a:pt x="602" y="180"/>
                </a:lnTo>
                <a:lnTo>
                  <a:pt x="603" y="180"/>
                </a:lnTo>
                <a:lnTo>
                  <a:pt x="604" y="180"/>
                </a:lnTo>
                <a:lnTo>
                  <a:pt x="605" y="180"/>
                </a:lnTo>
                <a:lnTo>
                  <a:pt x="606" y="182"/>
                </a:lnTo>
                <a:lnTo>
                  <a:pt x="607" y="182"/>
                </a:lnTo>
                <a:lnTo>
                  <a:pt x="607" y="180"/>
                </a:lnTo>
                <a:lnTo>
                  <a:pt x="608" y="180"/>
                </a:lnTo>
                <a:lnTo>
                  <a:pt x="607" y="180"/>
                </a:lnTo>
                <a:lnTo>
                  <a:pt x="608" y="179"/>
                </a:lnTo>
                <a:lnTo>
                  <a:pt x="609" y="179"/>
                </a:lnTo>
                <a:lnTo>
                  <a:pt x="609" y="178"/>
                </a:lnTo>
                <a:lnTo>
                  <a:pt x="608" y="178"/>
                </a:lnTo>
                <a:lnTo>
                  <a:pt x="608" y="177"/>
                </a:lnTo>
                <a:lnTo>
                  <a:pt x="609" y="176"/>
                </a:lnTo>
                <a:lnTo>
                  <a:pt x="608" y="176"/>
                </a:lnTo>
                <a:lnTo>
                  <a:pt x="608" y="175"/>
                </a:lnTo>
                <a:lnTo>
                  <a:pt x="609" y="175"/>
                </a:lnTo>
                <a:lnTo>
                  <a:pt x="609" y="174"/>
                </a:lnTo>
                <a:lnTo>
                  <a:pt x="610" y="174"/>
                </a:lnTo>
                <a:lnTo>
                  <a:pt x="610" y="173"/>
                </a:lnTo>
                <a:lnTo>
                  <a:pt x="610" y="172"/>
                </a:lnTo>
                <a:lnTo>
                  <a:pt x="610" y="171"/>
                </a:lnTo>
                <a:lnTo>
                  <a:pt x="611" y="171"/>
                </a:lnTo>
                <a:lnTo>
                  <a:pt x="612" y="171"/>
                </a:lnTo>
                <a:lnTo>
                  <a:pt x="613" y="171"/>
                </a:lnTo>
                <a:lnTo>
                  <a:pt x="614" y="171"/>
                </a:lnTo>
                <a:lnTo>
                  <a:pt x="615" y="172"/>
                </a:lnTo>
                <a:lnTo>
                  <a:pt x="615" y="173"/>
                </a:lnTo>
                <a:lnTo>
                  <a:pt x="615" y="174"/>
                </a:lnTo>
                <a:lnTo>
                  <a:pt x="616" y="174"/>
                </a:lnTo>
                <a:lnTo>
                  <a:pt x="616" y="175"/>
                </a:lnTo>
                <a:lnTo>
                  <a:pt x="617" y="175"/>
                </a:lnTo>
                <a:lnTo>
                  <a:pt x="618" y="175"/>
                </a:lnTo>
                <a:lnTo>
                  <a:pt x="618" y="176"/>
                </a:lnTo>
                <a:lnTo>
                  <a:pt x="619" y="176"/>
                </a:lnTo>
                <a:lnTo>
                  <a:pt x="620" y="176"/>
                </a:lnTo>
                <a:lnTo>
                  <a:pt x="620" y="177"/>
                </a:lnTo>
                <a:lnTo>
                  <a:pt x="619" y="177"/>
                </a:lnTo>
                <a:lnTo>
                  <a:pt x="620" y="178"/>
                </a:lnTo>
                <a:lnTo>
                  <a:pt x="619" y="178"/>
                </a:lnTo>
                <a:lnTo>
                  <a:pt x="619" y="179"/>
                </a:lnTo>
                <a:lnTo>
                  <a:pt x="619" y="180"/>
                </a:lnTo>
                <a:lnTo>
                  <a:pt x="618" y="180"/>
                </a:lnTo>
                <a:lnTo>
                  <a:pt x="618" y="182"/>
                </a:lnTo>
                <a:lnTo>
                  <a:pt x="619" y="182"/>
                </a:lnTo>
                <a:lnTo>
                  <a:pt x="618" y="183"/>
                </a:lnTo>
                <a:lnTo>
                  <a:pt x="618" y="184"/>
                </a:lnTo>
                <a:lnTo>
                  <a:pt x="618" y="185"/>
                </a:lnTo>
                <a:lnTo>
                  <a:pt x="619" y="185"/>
                </a:lnTo>
                <a:lnTo>
                  <a:pt x="619" y="186"/>
                </a:lnTo>
                <a:lnTo>
                  <a:pt x="618" y="186"/>
                </a:lnTo>
                <a:lnTo>
                  <a:pt x="618" y="187"/>
                </a:lnTo>
                <a:lnTo>
                  <a:pt x="618" y="188"/>
                </a:lnTo>
                <a:lnTo>
                  <a:pt x="617" y="188"/>
                </a:lnTo>
                <a:lnTo>
                  <a:pt x="618" y="188"/>
                </a:lnTo>
                <a:lnTo>
                  <a:pt x="618" y="189"/>
                </a:lnTo>
                <a:lnTo>
                  <a:pt x="619" y="190"/>
                </a:lnTo>
                <a:lnTo>
                  <a:pt x="620" y="190"/>
                </a:lnTo>
                <a:lnTo>
                  <a:pt x="620" y="191"/>
                </a:lnTo>
                <a:lnTo>
                  <a:pt x="621" y="191"/>
                </a:lnTo>
                <a:lnTo>
                  <a:pt x="622" y="191"/>
                </a:lnTo>
                <a:lnTo>
                  <a:pt x="622" y="192"/>
                </a:lnTo>
                <a:lnTo>
                  <a:pt x="622" y="193"/>
                </a:lnTo>
                <a:lnTo>
                  <a:pt x="621" y="193"/>
                </a:lnTo>
                <a:lnTo>
                  <a:pt x="621" y="194"/>
                </a:lnTo>
                <a:lnTo>
                  <a:pt x="622" y="194"/>
                </a:lnTo>
                <a:lnTo>
                  <a:pt x="623" y="194"/>
                </a:lnTo>
                <a:lnTo>
                  <a:pt x="623" y="193"/>
                </a:lnTo>
                <a:lnTo>
                  <a:pt x="624" y="193"/>
                </a:lnTo>
                <a:lnTo>
                  <a:pt x="625" y="193"/>
                </a:lnTo>
                <a:lnTo>
                  <a:pt x="626" y="193"/>
                </a:lnTo>
                <a:lnTo>
                  <a:pt x="626" y="194"/>
                </a:lnTo>
                <a:lnTo>
                  <a:pt x="626" y="195"/>
                </a:lnTo>
                <a:lnTo>
                  <a:pt x="627" y="195"/>
                </a:lnTo>
                <a:lnTo>
                  <a:pt x="627" y="194"/>
                </a:lnTo>
                <a:lnTo>
                  <a:pt x="628" y="194"/>
                </a:lnTo>
                <a:lnTo>
                  <a:pt x="628" y="193"/>
                </a:lnTo>
                <a:lnTo>
                  <a:pt x="629" y="193"/>
                </a:lnTo>
                <a:lnTo>
                  <a:pt x="630" y="193"/>
                </a:lnTo>
                <a:lnTo>
                  <a:pt x="631" y="193"/>
                </a:lnTo>
                <a:lnTo>
                  <a:pt x="632" y="192"/>
                </a:lnTo>
                <a:lnTo>
                  <a:pt x="633" y="193"/>
                </a:lnTo>
                <a:lnTo>
                  <a:pt x="634" y="193"/>
                </a:lnTo>
                <a:lnTo>
                  <a:pt x="634" y="194"/>
                </a:lnTo>
                <a:lnTo>
                  <a:pt x="634" y="195"/>
                </a:lnTo>
                <a:lnTo>
                  <a:pt x="633" y="195"/>
                </a:lnTo>
                <a:lnTo>
                  <a:pt x="633" y="196"/>
                </a:lnTo>
                <a:lnTo>
                  <a:pt x="633" y="197"/>
                </a:lnTo>
                <a:lnTo>
                  <a:pt x="633" y="198"/>
                </a:lnTo>
                <a:lnTo>
                  <a:pt x="632" y="198"/>
                </a:lnTo>
                <a:lnTo>
                  <a:pt x="633" y="198"/>
                </a:lnTo>
                <a:lnTo>
                  <a:pt x="634" y="199"/>
                </a:lnTo>
                <a:lnTo>
                  <a:pt x="635" y="199"/>
                </a:lnTo>
                <a:lnTo>
                  <a:pt x="636" y="199"/>
                </a:lnTo>
                <a:lnTo>
                  <a:pt x="636" y="198"/>
                </a:lnTo>
                <a:lnTo>
                  <a:pt x="637" y="198"/>
                </a:lnTo>
                <a:lnTo>
                  <a:pt x="638" y="198"/>
                </a:lnTo>
                <a:lnTo>
                  <a:pt x="639" y="198"/>
                </a:lnTo>
                <a:lnTo>
                  <a:pt x="639" y="199"/>
                </a:lnTo>
                <a:lnTo>
                  <a:pt x="639" y="200"/>
                </a:lnTo>
                <a:lnTo>
                  <a:pt x="639" y="201"/>
                </a:lnTo>
                <a:lnTo>
                  <a:pt x="639" y="202"/>
                </a:lnTo>
                <a:lnTo>
                  <a:pt x="640" y="202"/>
                </a:lnTo>
                <a:lnTo>
                  <a:pt x="640" y="201"/>
                </a:lnTo>
                <a:lnTo>
                  <a:pt x="641" y="202"/>
                </a:lnTo>
                <a:lnTo>
                  <a:pt x="640" y="203"/>
                </a:lnTo>
                <a:lnTo>
                  <a:pt x="640" y="204"/>
                </a:lnTo>
                <a:lnTo>
                  <a:pt x="640" y="205"/>
                </a:lnTo>
                <a:lnTo>
                  <a:pt x="641" y="205"/>
                </a:lnTo>
                <a:lnTo>
                  <a:pt x="641" y="206"/>
                </a:lnTo>
                <a:lnTo>
                  <a:pt x="642" y="207"/>
                </a:lnTo>
                <a:lnTo>
                  <a:pt x="642" y="206"/>
                </a:lnTo>
                <a:lnTo>
                  <a:pt x="644" y="207"/>
                </a:lnTo>
                <a:lnTo>
                  <a:pt x="645" y="206"/>
                </a:lnTo>
                <a:lnTo>
                  <a:pt x="645" y="207"/>
                </a:lnTo>
                <a:lnTo>
                  <a:pt x="646" y="207"/>
                </a:lnTo>
                <a:lnTo>
                  <a:pt x="646" y="208"/>
                </a:lnTo>
                <a:lnTo>
                  <a:pt x="647" y="209"/>
                </a:lnTo>
                <a:lnTo>
                  <a:pt x="648" y="210"/>
                </a:lnTo>
                <a:lnTo>
                  <a:pt x="648" y="211"/>
                </a:lnTo>
                <a:lnTo>
                  <a:pt x="647" y="211"/>
                </a:lnTo>
                <a:lnTo>
                  <a:pt x="647" y="212"/>
                </a:lnTo>
                <a:lnTo>
                  <a:pt x="647" y="213"/>
                </a:lnTo>
                <a:lnTo>
                  <a:pt x="647" y="214"/>
                </a:lnTo>
                <a:lnTo>
                  <a:pt x="648" y="214"/>
                </a:lnTo>
                <a:lnTo>
                  <a:pt x="648" y="215"/>
                </a:lnTo>
                <a:lnTo>
                  <a:pt x="649" y="216"/>
                </a:lnTo>
                <a:lnTo>
                  <a:pt x="649" y="217"/>
                </a:lnTo>
                <a:lnTo>
                  <a:pt x="650" y="217"/>
                </a:lnTo>
                <a:lnTo>
                  <a:pt x="650" y="218"/>
                </a:lnTo>
                <a:lnTo>
                  <a:pt x="651" y="218"/>
                </a:lnTo>
                <a:lnTo>
                  <a:pt x="651" y="219"/>
                </a:lnTo>
                <a:lnTo>
                  <a:pt x="652" y="219"/>
                </a:lnTo>
                <a:lnTo>
                  <a:pt x="653" y="218"/>
                </a:lnTo>
                <a:lnTo>
                  <a:pt x="652" y="217"/>
                </a:lnTo>
                <a:lnTo>
                  <a:pt x="653" y="217"/>
                </a:lnTo>
                <a:lnTo>
                  <a:pt x="653" y="218"/>
                </a:lnTo>
                <a:lnTo>
                  <a:pt x="653" y="216"/>
                </a:lnTo>
                <a:lnTo>
                  <a:pt x="654" y="215"/>
                </a:lnTo>
                <a:lnTo>
                  <a:pt x="655" y="215"/>
                </a:lnTo>
                <a:lnTo>
                  <a:pt x="656" y="215"/>
                </a:lnTo>
                <a:lnTo>
                  <a:pt x="656" y="214"/>
                </a:lnTo>
                <a:lnTo>
                  <a:pt x="657" y="213"/>
                </a:lnTo>
                <a:lnTo>
                  <a:pt x="657" y="212"/>
                </a:lnTo>
                <a:lnTo>
                  <a:pt x="657" y="211"/>
                </a:lnTo>
                <a:lnTo>
                  <a:pt x="658" y="211"/>
                </a:lnTo>
                <a:lnTo>
                  <a:pt x="658" y="212"/>
                </a:lnTo>
                <a:lnTo>
                  <a:pt x="659" y="212"/>
                </a:lnTo>
                <a:lnTo>
                  <a:pt x="660" y="212"/>
                </a:lnTo>
                <a:lnTo>
                  <a:pt x="660" y="213"/>
                </a:lnTo>
                <a:lnTo>
                  <a:pt x="661" y="213"/>
                </a:lnTo>
                <a:lnTo>
                  <a:pt x="662" y="213"/>
                </a:lnTo>
                <a:lnTo>
                  <a:pt x="663" y="213"/>
                </a:lnTo>
                <a:lnTo>
                  <a:pt x="663" y="214"/>
                </a:lnTo>
                <a:lnTo>
                  <a:pt x="663" y="215"/>
                </a:lnTo>
                <a:lnTo>
                  <a:pt x="664" y="215"/>
                </a:lnTo>
                <a:lnTo>
                  <a:pt x="665" y="216"/>
                </a:lnTo>
                <a:lnTo>
                  <a:pt x="665" y="217"/>
                </a:lnTo>
                <a:lnTo>
                  <a:pt x="665" y="218"/>
                </a:lnTo>
                <a:lnTo>
                  <a:pt x="666" y="218"/>
                </a:lnTo>
                <a:lnTo>
                  <a:pt x="666" y="219"/>
                </a:lnTo>
                <a:lnTo>
                  <a:pt x="667" y="219"/>
                </a:lnTo>
                <a:lnTo>
                  <a:pt x="667" y="220"/>
                </a:lnTo>
                <a:lnTo>
                  <a:pt x="668" y="220"/>
                </a:lnTo>
                <a:lnTo>
                  <a:pt x="668" y="221"/>
                </a:lnTo>
                <a:lnTo>
                  <a:pt x="668" y="222"/>
                </a:lnTo>
                <a:lnTo>
                  <a:pt x="668" y="223"/>
                </a:lnTo>
                <a:lnTo>
                  <a:pt x="669" y="223"/>
                </a:lnTo>
                <a:lnTo>
                  <a:pt x="670" y="222"/>
                </a:lnTo>
                <a:lnTo>
                  <a:pt x="670" y="221"/>
                </a:lnTo>
                <a:lnTo>
                  <a:pt x="671" y="221"/>
                </a:lnTo>
                <a:lnTo>
                  <a:pt x="673" y="221"/>
                </a:lnTo>
                <a:lnTo>
                  <a:pt x="675" y="221"/>
                </a:lnTo>
                <a:lnTo>
                  <a:pt x="675" y="220"/>
                </a:lnTo>
                <a:lnTo>
                  <a:pt x="676" y="220"/>
                </a:lnTo>
                <a:lnTo>
                  <a:pt x="676" y="219"/>
                </a:lnTo>
                <a:lnTo>
                  <a:pt x="677" y="219"/>
                </a:lnTo>
                <a:lnTo>
                  <a:pt x="678" y="219"/>
                </a:lnTo>
                <a:lnTo>
                  <a:pt x="679" y="220"/>
                </a:lnTo>
                <a:lnTo>
                  <a:pt x="679" y="221"/>
                </a:lnTo>
                <a:lnTo>
                  <a:pt x="679" y="222"/>
                </a:lnTo>
                <a:lnTo>
                  <a:pt x="679" y="223"/>
                </a:lnTo>
                <a:lnTo>
                  <a:pt x="680" y="224"/>
                </a:lnTo>
                <a:lnTo>
                  <a:pt x="680" y="225"/>
                </a:lnTo>
                <a:lnTo>
                  <a:pt x="681" y="225"/>
                </a:lnTo>
                <a:lnTo>
                  <a:pt x="681" y="224"/>
                </a:lnTo>
                <a:lnTo>
                  <a:pt x="682" y="225"/>
                </a:lnTo>
                <a:lnTo>
                  <a:pt x="682" y="226"/>
                </a:lnTo>
                <a:lnTo>
                  <a:pt x="683" y="226"/>
                </a:lnTo>
                <a:lnTo>
                  <a:pt x="683" y="227"/>
                </a:lnTo>
                <a:lnTo>
                  <a:pt x="684" y="227"/>
                </a:lnTo>
                <a:lnTo>
                  <a:pt x="684" y="228"/>
                </a:lnTo>
                <a:lnTo>
                  <a:pt x="683" y="229"/>
                </a:lnTo>
                <a:lnTo>
                  <a:pt x="684" y="229"/>
                </a:lnTo>
                <a:lnTo>
                  <a:pt x="684" y="230"/>
                </a:lnTo>
                <a:lnTo>
                  <a:pt x="684" y="229"/>
                </a:lnTo>
                <a:lnTo>
                  <a:pt x="685" y="229"/>
                </a:lnTo>
                <a:lnTo>
                  <a:pt x="685" y="230"/>
                </a:lnTo>
                <a:lnTo>
                  <a:pt x="686" y="230"/>
                </a:lnTo>
                <a:lnTo>
                  <a:pt x="687" y="230"/>
                </a:lnTo>
                <a:lnTo>
                  <a:pt x="687" y="229"/>
                </a:lnTo>
                <a:lnTo>
                  <a:pt x="687" y="230"/>
                </a:lnTo>
                <a:lnTo>
                  <a:pt x="688" y="230"/>
                </a:lnTo>
                <a:lnTo>
                  <a:pt x="689" y="230"/>
                </a:lnTo>
                <a:lnTo>
                  <a:pt x="690" y="231"/>
                </a:lnTo>
                <a:lnTo>
                  <a:pt x="689" y="232"/>
                </a:lnTo>
                <a:lnTo>
                  <a:pt x="690" y="232"/>
                </a:lnTo>
                <a:lnTo>
                  <a:pt x="691" y="232"/>
                </a:lnTo>
                <a:lnTo>
                  <a:pt x="691" y="233"/>
                </a:lnTo>
                <a:lnTo>
                  <a:pt x="692" y="233"/>
                </a:lnTo>
                <a:lnTo>
                  <a:pt x="692" y="232"/>
                </a:lnTo>
                <a:lnTo>
                  <a:pt x="693" y="232"/>
                </a:lnTo>
                <a:lnTo>
                  <a:pt x="694" y="232"/>
                </a:lnTo>
                <a:lnTo>
                  <a:pt x="694" y="233"/>
                </a:lnTo>
                <a:lnTo>
                  <a:pt x="694" y="234"/>
                </a:lnTo>
                <a:lnTo>
                  <a:pt x="695" y="235"/>
                </a:lnTo>
                <a:lnTo>
                  <a:pt x="695" y="236"/>
                </a:lnTo>
                <a:lnTo>
                  <a:pt x="695" y="237"/>
                </a:lnTo>
                <a:lnTo>
                  <a:pt x="695" y="238"/>
                </a:lnTo>
                <a:lnTo>
                  <a:pt x="696" y="238"/>
                </a:lnTo>
                <a:lnTo>
                  <a:pt x="695" y="238"/>
                </a:lnTo>
                <a:lnTo>
                  <a:pt x="694" y="238"/>
                </a:lnTo>
                <a:lnTo>
                  <a:pt x="693" y="238"/>
                </a:lnTo>
                <a:lnTo>
                  <a:pt x="692" y="238"/>
                </a:lnTo>
                <a:lnTo>
                  <a:pt x="692" y="239"/>
                </a:lnTo>
                <a:lnTo>
                  <a:pt x="691" y="238"/>
                </a:lnTo>
                <a:lnTo>
                  <a:pt x="691" y="239"/>
                </a:lnTo>
                <a:lnTo>
                  <a:pt x="690" y="239"/>
                </a:lnTo>
                <a:lnTo>
                  <a:pt x="689" y="239"/>
                </a:lnTo>
                <a:lnTo>
                  <a:pt x="689" y="240"/>
                </a:lnTo>
                <a:lnTo>
                  <a:pt x="688" y="240"/>
                </a:lnTo>
                <a:lnTo>
                  <a:pt x="688" y="241"/>
                </a:lnTo>
                <a:lnTo>
                  <a:pt x="688" y="240"/>
                </a:lnTo>
                <a:lnTo>
                  <a:pt x="687" y="240"/>
                </a:lnTo>
                <a:lnTo>
                  <a:pt x="687" y="241"/>
                </a:lnTo>
                <a:lnTo>
                  <a:pt x="686" y="241"/>
                </a:lnTo>
                <a:lnTo>
                  <a:pt x="686" y="242"/>
                </a:lnTo>
                <a:lnTo>
                  <a:pt x="685" y="243"/>
                </a:lnTo>
                <a:lnTo>
                  <a:pt x="684" y="243"/>
                </a:lnTo>
                <a:lnTo>
                  <a:pt x="684" y="244"/>
                </a:lnTo>
                <a:lnTo>
                  <a:pt x="683" y="244"/>
                </a:lnTo>
                <a:lnTo>
                  <a:pt x="683" y="245"/>
                </a:lnTo>
                <a:lnTo>
                  <a:pt x="682" y="245"/>
                </a:lnTo>
                <a:lnTo>
                  <a:pt x="682" y="246"/>
                </a:lnTo>
                <a:lnTo>
                  <a:pt x="682" y="245"/>
                </a:lnTo>
                <a:lnTo>
                  <a:pt x="681" y="245"/>
                </a:lnTo>
                <a:lnTo>
                  <a:pt x="680" y="245"/>
                </a:lnTo>
                <a:lnTo>
                  <a:pt x="681" y="245"/>
                </a:lnTo>
                <a:lnTo>
                  <a:pt x="681" y="246"/>
                </a:lnTo>
                <a:lnTo>
                  <a:pt x="679" y="246"/>
                </a:lnTo>
                <a:lnTo>
                  <a:pt x="678" y="246"/>
                </a:lnTo>
                <a:lnTo>
                  <a:pt x="678" y="247"/>
                </a:lnTo>
                <a:lnTo>
                  <a:pt x="677" y="247"/>
                </a:lnTo>
                <a:lnTo>
                  <a:pt x="677" y="248"/>
                </a:lnTo>
                <a:lnTo>
                  <a:pt x="677" y="249"/>
                </a:lnTo>
                <a:lnTo>
                  <a:pt x="676" y="249"/>
                </a:lnTo>
                <a:lnTo>
                  <a:pt x="676" y="250"/>
                </a:lnTo>
                <a:lnTo>
                  <a:pt x="675" y="250"/>
                </a:lnTo>
                <a:lnTo>
                  <a:pt x="675" y="251"/>
                </a:lnTo>
                <a:lnTo>
                  <a:pt x="675" y="252"/>
                </a:lnTo>
                <a:lnTo>
                  <a:pt x="677" y="253"/>
                </a:lnTo>
                <a:lnTo>
                  <a:pt x="676" y="253"/>
                </a:lnTo>
                <a:lnTo>
                  <a:pt x="677" y="254"/>
                </a:lnTo>
                <a:lnTo>
                  <a:pt x="677" y="255"/>
                </a:lnTo>
                <a:lnTo>
                  <a:pt x="676" y="255"/>
                </a:lnTo>
                <a:lnTo>
                  <a:pt x="676" y="256"/>
                </a:lnTo>
                <a:lnTo>
                  <a:pt x="677" y="256"/>
                </a:lnTo>
                <a:lnTo>
                  <a:pt x="677" y="257"/>
                </a:lnTo>
                <a:lnTo>
                  <a:pt x="676" y="257"/>
                </a:lnTo>
                <a:lnTo>
                  <a:pt x="676" y="258"/>
                </a:lnTo>
                <a:lnTo>
                  <a:pt x="675" y="259"/>
                </a:lnTo>
                <a:lnTo>
                  <a:pt x="674" y="259"/>
                </a:lnTo>
                <a:lnTo>
                  <a:pt x="673" y="259"/>
                </a:lnTo>
                <a:lnTo>
                  <a:pt x="672" y="259"/>
                </a:lnTo>
                <a:lnTo>
                  <a:pt x="671" y="258"/>
                </a:lnTo>
                <a:lnTo>
                  <a:pt x="670" y="258"/>
                </a:lnTo>
                <a:lnTo>
                  <a:pt x="670" y="259"/>
                </a:lnTo>
                <a:lnTo>
                  <a:pt x="669" y="260"/>
                </a:lnTo>
                <a:lnTo>
                  <a:pt x="669" y="261"/>
                </a:lnTo>
                <a:lnTo>
                  <a:pt x="669" y="262"/>
                </a:lnTo>
                <a:lnTo>
                  <a:pt x="668" y="262"/>
                </a:lnTo>
                <a:lnTo>
                  <a:pt x="668" y="263"/>
                </a:lnTo>
                <a:lnTo>
                  <a:pt x="668" y="265"/>
                </a:lnTo>
                <a:lnTo>
                  <a:pt x="667" y="266"/>
                </a:lnTo>
                <a:lnTo>
                  <a:pt x="668" y="266"/>
                </a:lnTo>
                <a:lnTo>
                  <a:pt x="668" y="267"/>
                </a:lnTo>
                <a:lnTo>
                  <a:pt x="669" y="267"/>
                </a:lnTo>
                <a:lnTo>
                  <a:pt x="669" y="268"/>
                </a:lnTo>
                <a:lnTo>
                  <a:pt x="670" y="268"/>
                </a:lnTo>
                <a:lnTo>
                  <a:pt x="671" y="269"/>
                </a:lnTo>
                <a:lnTo>
                  <a:pt x="671" y="270"/>
                </a:lnTo>
                <a:lnTo>
                  <a:pt x="671" y="271"/>
                </a:lnTo>
                <a:lnTo>
                  <a:pt x="672" y="270"/>
                </a:lnTo>
                <a:lnTo>
                  <a:pt x="672" y="271"/>
                </a:lnTo>
                <a:lnTo>
                  <a:pt x="672" y="272"/>
                </a:lnTo>
                <a:lnTo>
                  <a:pt x="672" y="273"/>
                </a:lnTo>
                <a:lnTo>
                  <a:pt x="671" y="273"/>
                </a:lnTo>
                <a:lnTo>
                  <a:pt x="672" y="274"/>
                </a:lnTo>
                <a:lnTo>
                  <a:pt x="672" y="275"/>
                </a:lnTo>
                <a:lnTo>
                  <a:pt x="673" y="275"/>
                </a:lnTo>
                <a:lnTo>
                  <a:pt x="673" y="274"/>
                </a:lnTo>
                <a:lnTo>
                  <a:pt x="674" y="274"/>
                </a:lnTo>
                <a:lnTo>
                  <a:pt x="674" y="275"/>
                </a:lnTo>
                <a:lnTo>
                  <a:pt x="675" y="275"/>
                </a:lnTo>
                <a:lnTo>
                  <a:pt x="675" y="274"/>
                </a:lnTo>
                <a:lnTo>
                  <a:pt x="675" y="275"/>
                </a:lnTo>
                <a:lnTo>
                  <a:pt x="676" y="275"/>
                </a:lnTo>
                <a:lnTo>
                  <a:pt x="676" y="276"/>
                </a:lnTo>
                <a:lnTo>
                  <a:pt x="677" y="276"/>
                </a:lnTo>
                <a:lnTo>
                  <a:pt x="678" y="277"/>
                </a:lnTo>
                <a:lnTo>
                  <a:pt x="678" y="278"/>
                </a:lnTo>
                <a:lnTo>
                  <a:pt x="678" y="279"/>
                </a:lnTo>
                <a:lnTo>
                  <a:pt x="678" y="280"/>
                </a:lnTo>
                <a:lnTo>
                  <a:pt x="679" y="280"/>
                </a:lnTo>
                <a:lnTo>
                  <a:pt x="679" y="281"/>
                </a:lnTo>
                <a:lnTo>
                  <a:pt x="680" y="281"/>
                </a:lnTo>
                <a:lnTo>
                  <a:pt x="680" y="282"/>
                </a:lnTo>
                <a:lnTo>
                  <a:pt x="681" y="283"/>
                </a:lnTo>
                <a:lnTo>
                  <a:pt x="682" y="283"/>
                </a:lnTo>
                <a:lnTo>
                  <a:pt x="681" y="284"/>
                </a:lnTo>
                <a:lnTo>
                  <a:pt x="680" y="285"/>
                </a:lnTo>
                <a:lnTo>
                  <a:pt x="681" y="285"/>
                </a:lnTo>
                <a:lnTo>
                  <a:pt x="680" y="285"/>
                </a:lnTo>
                <a:lnTo>
                  <a:pt x="680" y="286"/>
                </a:lnTo>
                <a:lnTo>
                  <a:pt x="680" y="287"/>
                </a:lnTo>
                <a:lnTo>
                  <a:pt x="680" y="288"/>
                </a:lnTo>
                <a:lnTo>
                  <a:pt x="680" y="289"/>
                </a:lnTo>
                <a:lnTo>
                  <a:pt x="679" y="289"/>
                </a:lnTo>
                <a:lnTo>
                  <a:pt x="679" y="290"/>
                </a:lnTo>
                <a:lnTo>
                  <a:pt x="680" y="290"/>
                </a:lnTo>
                <a:lnTo>
                  <a:pt x="681" y="291"/>
                </a:lnTo>
                <a:lnTo>
                  <a:pt x="682" y="291"/>
                </a:lnTo>
                <a:lnTo>
                  <a:pt x="682" y="292"/>
                </a:lnTo>
                <a:lnTo>
                  <a:pt x="683" y="292"/>
                </a:lnTo>
                <a:lnTo>
                  <a:pt x="684" y="292"/>
                </a:lnTo>
                <a:lnTo>
                  <a:pt x="684" y="293"/>
                </a:lnTo>
                <a:lnTo>
                  <a:pt x="683" y="293"/>
                </a:lnTo>
                <a:lnTo>
                  <a:pt x="682" y="293"/>
                </a:lnTo>
                <a:lnTo>
                  <a:pt x="682" y="294"/>
                </a:lnTo>
                <a:lnTo>
                  <a:pt x="681" y="294"/>
                </a:lnTo>
                <a:lnTo>
                  <a:pt x="681" y="295"/>
                </a:lnTo>
                <a:lnTo>
                  <a:pt x="680" y="295"/>
                </a:lnTo>
                <a:lnTo>
                  <a:pt x="680" y="296"/>
                </a:lnTo>
                <a:lnTo>
                  <a:pt x="679" y="296"/>
                </a:lnTo>
                <a:lnTo>
                  <a:pt x="679" y="297"/>
                </a:lnTo>
                <a:lnTo>
                  <a:pt x="678" y="297"/>
                </a:lnTo>
                <a:lnTo>
                  <a:pt x="679" y="298"/>
                </a:lnTo>
                <a:lnTo>
                  <a:pt x="679" y="299"/>
                </a:lnTo>
                <a:lnTo>
                  <a:pt x="679" y="300"/>
                </a:lnTo>
                <a:lnTo>
                  <a:pt x="680" y="300"/>
                </a:lnTo>
                <a:lnTo>
                  <a:pt x="680" y="301"/>
                </a:lnTo>
                <a:lnTo>
                  <a:pt x="681" y="301"/>
                </a:lnTo>
                <a:lnTo>
                  <a:pt x="681" y="302"/>
                </a:lnTo>
                <a:lnTo>
                  <a:pt x="682" y="303"/>
                </a:lnTo>
                <a:lnTo>
                  <a:pt x="681" y="303"/>
                </a:lnTo>
                <a:lnTo>
                  <a:pt x="681" y="304"/>
                </a:lnTo>
                <a:lnTo>
                  <a:pt x="680" y="304"/>
                </a:lnTo>
                <a:lnTo>
                  <a:pt x="681" y="305"/>
                </a:lnTo>
                <a:lnTo>
                  <a:pt x="682" y="305"/>
                </a:lnTo>
                <a:lnTo>
                  <a:pt x="683" y="305"/>
                </a:lnTo>
                <a:lnTo>
                  <a:pt x="683" y="304"/>
                </a:lnTo>
                <a:lnTo>
                  <a:pt x="684" y="305"/>
                </a:lnTo>
                <a:lnTo>
                  <a:pt x="684" y="304"/>
                </a:lnTo>
                <a:lnTo>
                  <a:pt x="685" y="304"/>
                </a:lnTo>
                <a:lnTo>
                  <a:pt x="685" y="305"/>
                </a:lnTo>
                <a:lnTo>
                  <a:pt x="686" y="305"/>
                </a:lnTo>
                <a:lnTo>
                  <a:pt x="687" y="305"/>
                </a:lnTo>
                <a:lnTo>
                  <a:pt x="687" y="306"/>
                </a:lnTo>
                <a:lnTo>
                  <a:pt x="688" y="306"/>
                </a:lnTo>
                <a:lnTo>
                  <a:pt x="688" y="307"/>
                </a:lnTo>
                <a:lnTo>
                  <a:pt x="688" y="308"/>
                </a:lnTo>
                <a:lnTo>
                  <a:pt x="687" y="308"/>
                </a:lnTo>
                <a:lnTo>
                  <a:pt x="688" y="308"/>
                </a:lnTo>
                <a:lnTo>
                  <a:pt x="688" y="309"/>
                </a:lnTo>
                <a:lnTo>
                  <a:pt x="689" y="310"/>
                </a:lnTo>
                <a:lnTo>
                  <a:pt x="690" y="310"/>
                </a:lnTo>
                <a:lnTo>
                  <a:pt x="690" y="311"/>
                </a:lnTo>
                <a:lnTo>
                  <a:pt x="691" y="311"/>
                </a:lnTo>
                <a:lnTo>
                  <a:pt x="691" y="312"/>
                </a:lnTo>
                <a:lnTo>
                  <a:pt x="692" y="312"/>
                </a:lnTo>
                <a:lnTo>
                  <a:pt x="691" y="312"/>
                </a:lnTo>
                <a:lnTo>
                  <a:pt x="692" y="312"/>
                </a:lnTo>
                <a:lnTo>
                  <a:pt x="692" y="313"/>
                </a:lnTo>
                <a:lnTo>
                  <a:pt x="693" y="313"/>
                </a:lnTo>
                <a:lnTo>
                  <a:pt x="693" y="314"/>
                </a:lnTo>
                <a:lnTo>
                  <a:pt x="694" y="314"/>
                </a:lnTo>
                <a:lnTo>
                  <a:pt x="695" y="315"/>
                </a:lnTo>
                <a:lnTo>
                  <a:pt x="694" y="315"/>
                </a:lnTo>
                <a:lnTo>
                  <a:pt x="694" y="316"/>
                </a:lnTo>
                <a:lnTo>
                  <a:pt x="695" y="316"/>
                </a:lnTo>
                <a:lnTo>
                  <a:pt x="694" y="317"/>
                </a:lnTo>
                <a:lnTo>
                  <a:pt x="694" y="318"/>
                </a:lnTo>
                <a:lnTo>
                  <a:pt x="694" y="319"/>
                </a:lnTo>
                <a:lnTo>
                  <a:pt x="694" y="320"/>
                </a:lnTo>
                <a:lnTo>
                  <a:pt x="695" y="320"/>
                </a:lnTo>
                <a:lnTo>
                  <a:pt x="695" y="321"/>
                </a:lnTo>
                <a:lnTo>
                  <a:pt x="695" y="322"/>
                </a:lnTo>
                <a:lnTo>
                  <a:pt x="695" y="323"/>
                </a:lnTo>
                <a:lnTo>
                  <a:pt x="696" y="322"/>
                </a:lnTo>
                <a:lnTo>
                  <a:pt x="696" y="323"/>
                </a:lnTo>
                <a:lnTo>
                  <a:pt x="697" y="323"/>
                </a:lnTo>
                <a:lnTo>
                  <a:pt x="697" y="324"/>
                </a:lnTo>
                <a:lnTo>
                  <a:pt x="696" y="324"/>
                </a:lnTo>
                <a:lnTo>
                  <a:pt x="697" y="324"/>
                </a:lnTo>
                <a:lnTo>
                  <a:pt x="697" y="325"/>
                </a:lnTo>
                <a:lnTo>
                  <a:pt x="697" y="326"/>
                </a:lnTo>
                <a:lnTo>
                  <a:pt x="696" y="326"/>
                </a:lnTo>
                <a:lnTo>
                  <a:pt x="696" y="327"/>
                </a:lnTo>
                <a:lnTo>
                  <a:pt x="696" y="328"/>
                </a:lnTo>
                <a:lnTo>
                  <a:pt x="697" y="328"/>
                </a:lnTo>
                <a:lnTo>
                  <a:pt x="696" y="329"/>
                </a:lnTo>
                <a:lnTo>
                  <a:pt x="696" y="330"/>
                </a:lnTo>
                <a:lnTo>
                  <a:pt x="697" y="331"/>
                </a:lnTo>
                <a:lnTo>
                  <a:pt x="697" y="332"/>
                </a:lnTo>
                <a:lnTo>
                  <a:pt x="697" y="333"/>
                </a:lnTo>
                <a:lnTo>
                  <a:pt x="696" y="333"/>
                </a:lnTo>
                <a:lnTo>
                  <a:pt x="696" y="334"/>
                </a:lnTo>
                <a:lnTo>
                  <a:pt x="696" y="335"/>
                </a:lnTo>
                <a:lnTo>
                  <a:pt x="696" y="336"/>
                </a:lnTo>
                <a:lnTo>
                  <a:pt x="696" y="337"/>
                </a:lnTo>
                <a:lnTo>
                  <a:pt x="696" y="338"/>
                </a:lnTo>
                <a:lnTo>
                  <a:pt x="696" y="339"/>
                </a:lnTo>
                <a:lnTo>
                  <a:pt x="696" y="340"/>
                </a:lnTo>
                <a:lnTo>
                  <a:pt x="701" y="347"/>
                </a:lnTo>
                <a:lnTo>
                  <a:pt x="701" y="346"/>
                </a:lnTo>
                <a:lnTo>
                  <a:pt x="701" y="347"/>
                </a:lnTo>
                <a:lnTo>
                  <a:pt x="700" y="347"/>
                </a:lnTo>
                <a:lnTo>
                  <a:pt x="700" y="348"/>
                </a:lnTo>
                <a:lnTo>
                  <a:pt x="701" y="348"/>
                </a:lnTo>
                <a:lnTo>
                  <a:pt x="701" y="349"/>
                </a:lnTo>
                <a:lnTo>
                  <a:pt x="701" y="350"/>
                </a:lnTo>
                <a:lnTo>
                  <a:pt x="700" y="350"/>
                </a:lnTo>
                <a:lnTo>
                  <a:pt x="701" y="351"/>
                </a:lnTo>
                <a:lnTo>
                  <a:pt x="701" y="352"/>
                </a:lnTo>
                <a:lnTo>
                  <a:pt x="701" y="353"/>
                </a:lnTo>
                <a:lnTo>
                  <a:pt x="701" y="354"/>
                </a:lnTo>
                <a:lnTo>
                  <a:pt x="700" y="354"/>
                </a:lnTo>
                <a:lnTo>
                  <a:pt x="700" y="355"/>
                </a:lnTo>
                <a:lnTo>
                  <a:pt x="699" y="355"/>
                </a:lnTo>
                <a:lnTo>
                  <a:pt x="698" y="356"/>
                </a:lnTo>
                <a:lnTo>
                  <a:pt x="697" y="357"/>
                </a:lnTo>
                <a:lnTo>
                  <a:pt x="696" y="357"/>
                </a:lnTo>
                <a:lnTo>
                  <a:pt x="696" y="358"/>
                </a:lnTo>
                <a:lnTo>
                  <a:pt x="695" y="358"/>
                </a:lnTo>
                <a:lnTo>
                  <a:pt x="695" y="359"/>
                </a:lnTo>
                <a:lnTo>
                  <a:pt x="694" y="359"/>
                </a:lnTo>
                <a:lnTo>
                  <a:pt x="694" y="360"/>
                </a:lnTo>
                <a:lnTo>
                  <a:pt x="694" y="361"/>
                </a:lnTo>
                <a:lnTo>
                  <a:pt x="693" y="361"/>
                </a:lnTo>
                <a:lnTo>
                  <a:pt x="692" y="361"/>
                </a:lnTo>
                <a:lnTo>
                  <a:pt x="692" y="362"/>
                </a:lnTo>
                <a:lnTo>
                  <a:pt x="691" y="362"/>
                </a:lnTo>
                <a:lnTo>
                  <a:pt x="689" y="363"/>
                </a:lnTo>
                <a:lnTo>
                  <a:pt x="686" y="364"/>
                </a:lnTo>
                <a:lnTo>
                  <a:pt x="685" y="364"/>
                </a:lnTo>
                <a:lnTo>
                  <a:pt x="683" y="364"/>
                </a:lnTo>
                <a:lnTo>
                  <a:pt x="683" y="365"/>
                </a:lnTo>
                <a:lnTo>
                  <a:pt x="682" y="364"/>
                </a:lnTo>
                <a:lnTo>
                  <a:pt x="680" y="364"/>
                </a:lnTo>
                <a:lnTo>
                  <a:pt x="679" y="364"/>
                </a:lnTo>
                <a:lnTo>
                  <a:pt x="678" y="363"/>
                </a:lnTo>
                <a:lnTo>
                  <a:pt x="675" y="362"/>
                </a:lnTo>
                <a:lnTo>
                  <a:pt x="674" y="362"/>
                </a:lnTo>
                <a:lnTo>
                  <a:pt x="673" y="361"/>
                </a:lnTo>
                <a:lnTo>
                  <a:pt x="672" y="360"/>
                </a:lnTo>
                <a:lnTo>
                  <a:pt x="671" y="359"/>
                </a:lnTo>
                <a:lnTo>
                  <a:pt x="670" y="359"/>
                </a:lnTo>
                <a:lnTo>
                  <a:pt x="669" y="358"/>
                </a:lnTo>
                <a:lnTo>
                  <a:pt x="668" y="357"/>
                </a:lnTo>
                <a:lnTo>
                  <a:pt x="667" y="356"/>
                </a:lnTo>
                <a:lnTo>
                  <a:pt x="666" y="356"/>
                </a:lnTo>
                <a:lnTo>
                  <a:pt x="666" y="355"/>
                </a:lnTo>
                <a:lnTo>
                  <a:pt x="664" y="354"/>
                </a:lnTo>
                <a:lnTo>
                  <a:pt x="663" y="353"/>
                </a:lnTo>
                <a:lnTo>
                  <a:pt x="662" y="352"/>
                </a:lnTo>
                <a:lnTo>
                  <a:pt x="661" y="352"/>
                </a:lnTo>
                <a:lnTo>
                  <a:pt x="660" y="352"/>
                </a:lnTo>
                <a:lnTo>
                  <a:pt x="659" y="352"/>
                </a:lnTo>
                <a:lnTo>
                  <a:pt x="658" y="352"/>
                </a:lnTo>
                <a:lnTo>
                  <a:pt x="656" y="353"/>
                </a:lnTo>
                <a:lnTo>
                  <a:pt x="655" y="353"/>
                </a:lnTo>
                <a:lnTo>
                  <a:pt x="654" y="353"/>
                </a:lnTo>
                <a:lnTo>
                  <a:pt x="653" y="353"/>
                </a:lnTo>
                <a:lnTo>
                  <a:pt x="652" y="353"/>
                </a:lnTo>
                <a:lnTo>
                  <a:pt x="650" y="353"/>
                </a:lnTo>
                <a:lnTo>
                  <a:pt x="649" y="353"/>
                </a:lnTo>
                <a:lnTo>
                  <a:pt x="646" y="353"/>
                </a:lnTo>
                <a:lnTo>
                  <a:pt x="645" y="352"/>
                </a:lnTo>
                <a:lnTo>
                  <a:pt x="644" y="353"/>
                </a:lnTo>
                <a:lnTo>
                  <a:pt x="644" y="354"/>
                </a:lnTo>
                <a:lnTo>
                  <a:pt x="643" y="355"/>
                </a:lnTo>
                <a:lnTo>
                  <a:pt x="642" y="355"/>
                </a:lnTo>
                <a:lnTo>
                  <a:pt x="642" y="356"/>
                </a:lnTo>
                <a:lnTo>
                  <a:pt x="641" y="356"/>
                </a:lnTo>
                <a:lnTo>
                  <a:pt x="642" y="356"/>
                </a:lnTo>
                <a:lnTo>
                  <a:pt x="642" y="357"/>
                </a:lnTo>
                <a:lnTo>
                  <a:pt x="642" y="358"/>
                </a:lnTo>
                <a:lnTo>
                  <a:pt x="641" y="358"/>
                </a:lnTo>
                <a:lnTo>
                  <a:pt x="642" y="359"/>
                </a:lnTo>
                <a:lnTo>
                  <a:pt x="641" y="359"/>
                </a:lnTo>
                <a:lnTo>
                  <a:pt x="641" y="360"/>
                </a:lnTo>
                <a:lnTo>
                  <a:pt x="641" y="361"/>
                </a:lnTo>
                <a:lnTo>
                  <a:pt x="642" y="361"/>
                </a:lnTo>
                <a:lnTo>
                  <a:pt x="642" y="362"/>
                </a:lnTo>
                <a:lnTo>
                  <a:pt x="641" y="363"/>
                </a:lnTo>
                <a:lnTo>
                  <a:pt x="640" y="363"/>
                </a:lnTo>
                <a:lnTo>
                  <a:pt x="640" y="364"/>
                </a:lnTo>
                <a:lnTo>
                  <a:pt x="639" y="364"/>
                </a:lnTo>
                <a:lnTo>
                  <a:pt x="638" y="365"/>
                </a:lnTo>
                <a:lnTo>
                  <a:pt x="638" y="366"/>
                </a:lnTo>
                <a:lnTo>
                  <a:pt x="637" y="366"/>
                </a:lnTo>
                <a:lnTo>
                  <a:pt x="636" y="367"/>
                </a:lnTo>
                <a:lnTo>
                  <a:pt x="636" y="368"/>
                </a:lnTo>
                <a:lnTo>
                  <a:pt x="636" y="369"/>
                </a:lnTo>
                <a:lnTo>
                  <a:pt x="635" y="369"/>
                </a:lnTo>
                <a:lnTo>
                  <a:pt x="634" y="369"/>
                </a:lnTo>
                <a:lnTo>
                  <a:pt x="633" y="370"/>
                </a:lnTo>
                <a:lnTo>
                  <a:pt x="632" y="370"/>
                </a:lnTo>
                <a:lnTo>
                  <a:pt x="632" y="371"/>
                </a:lnTo>
                <a:lnTo>
                  <a:pt x="631" y="371"/>
                </a:lnTo>
                <a:lnTo>
                  <a:pt x="631" y="372"/>
                </a:lnTo>
                <a:lnTo>
                  <a:pt x="630" y="372"/>
                </a:lnTo>
                <a:lnTo>
                  <a:pt x="629" y="372"/>
                </a:lnTo>
                <a:lnTo>
                  <a:pt x="628" y="372"/>
                </a:lnTo>
                <a:lnTo>
                  <a:pt x="628" y="373"/>
                </a:lnTo>
                <a:lnTo>
                  <a:pt x="627" y="373"/>
                </a:lnTo>
                <a:lnTo>
                  <a:pt x="626" y="373"/>
                </a:lnTo>
                <a:lnTo>
                  <a:pt x="626" y="374"/>
                </a:lnTo>
                <a:lnTo>
                  <a:pt x="625" y="374"/>
                </a:lnTo>
                <a:lnTo>
                  <a:pt x="625" y="375"/>
                </a:lnTo>
                <a:lnTo>
                  <a:pt x="624" y="375"/>
                </a:lnTo>
                <a:lnTo>
                  <a:pt x="623" y="375"/>
                </a:lnTo>
                <a:lnTo>
                  <a:pt x="623" y="374"/>
                </a:lnTo>
                <a:lnTo>
                  <a:pt x="622" y="373"/>
                </a:lnTo>
                <a:lnTo>
                  <a:pt x="622" y="372"/>
                </a:lnTo>
                <a:lnTo>
                  <a:pt x="623" y="372"/>
                </a:lnTo>
                <a:lnTo>
                  <a:pt x="623" y="371"/>
                </a:lnTo>
                <a:lnTo>
                  <a:pt x="622" y="371"/>
                </a:lnTo>
                <a:lnTo>
                  <a:pt x="621" y="371"/>
                </a:lnTo>
                <a:lnTo>
                  <a:pt x="620" y="371"/>
                </a:lnTo>
                <a:lnTo>
                  <a:pt x="620" y="372"/>
                </a:lnTo>
                <a:lnTo>
                  <a:pt x="619" y="372"/>
                </a:lnTo>
                <a:lnTo>
                  <a:pt x="619" y="371"/>
                </a:lnTo>
                <a:lnTo>
                  <a:pt x="618" y="372"/>
                </a:lnTo>
                <a:lnTo>
                  <a:pt x="617" y="371"/>
                </a:lnTo>
                <a:lnTo>
                  <a:pt x="616" y="371"/>
                </a:lnTo>
                <a:lnTo>
                  <a:pt x="615" y="371"/>
                </a:lnTo>
                <a:lnTo>
                  <a:pt x="614" y="371"/>
                </a:lnTo>
                <a:lnTo>
                  <a:pt x="613" y="371"/>
                </a:lnTo>
                <a:lnTo>
                  <a:pt x="612" y="371"/>
                </a:lnTo>
                <a:lnTo>
                  <a:pt x="612" y="370"/>
                </a:lnTo>
                <a:lnTo>
                  <a:pt x="611" y="370"/>
                </a:lnTo>
                <a:lnTo>
                  <a:pt x="611" y="369"/>
                </a:lnTo>
                <a:lnTo>
                  <a:pt x="610" y="369"/>
                </a:lnTo>
                <a:lnTo>
                  <a:pt x="609" y="368"/>
                </a:lnTo>
                <a:lnTo>
                  <a:pt x="609" y="369"/>
                </a:lnTo>
                <a:lnTo>
                  <a:pt x="609" y="370"/>
                </a:lnTo>
                <a:lnTo>
                  <a:pt x="608" y="370"/>
                </a:lnTo>
                <a:lnTo>
                  <a:pt x="608" y="371"/>
                </a:lnTo>
                <a:lnTo>
                  <a:pt x="609" y="371"/>
                </a:lnTo>
                <a:lnTo>
                  <a:pt x="610" y="372"/>
                </a:lnTo>
                <a:lnTo>
                  <a:pt x="611" y="372"/>
                </a:lnTo>
                <a:lnTo>
                  <a:pt x="612" y="373"/>
                </a:lnTo>
                <a:lnTo>
                  <a:pt x="611" y="373"/>
                </a:lnTo>
                <a:lnTo>
                  <a:pt x="611" y="374"/>
                </a:lnTo>
                <a:lnTo>
                  <a:pt x="611" y="375"/>
                </a:lnTo>
                <a:lnTo>
                  <a:pt x="611" y="376"/>
                </a:lnTo>
                <a:lnTo>
                  <a:pt x="610" y="376"/>
                </a:lnTo>
                <a:lnTo>
                  <a:pt x="610" y="377"/>
                </a:lnTo>
                <a:lnTo>
                  <a:pt x="609" y="377"/>
                </a:lnTo>
                <a:lnTo>
                  <a:pt x="610" y="377"/>
                </a:lnTo>
                <a:lnTo>
                  <a:pt x="610" y="378"/>
                </a:lnTo>
                <a:lnTo>
                  <a:pt x="611" y="378"/>
                </a:lnTo>
                <a:lnTo>
                  <a:pt x="611" y="377"/>
                </a:lnTo>
                <a:lnTo>
                  <a:pt x="612" y="377"/>
                </a:lnTo>
                <a:lnTo>
                  <a:pt x="613" y="377"/>
                </a:lnTo>
                <a:lnTo>
                  <a:pt x="615" y="377"/>
                </a:lnTo>
                <a:lnTo>
                  <a:pt x="615" y="378"/>
                </a:lnTo>
                <a:lnTo>
                  <a:pt x="614" y="378"/>
                </a:lnTo>
                <a:lnTo>
                  <a:pt x="613" y="379"/>
                </a:lnTo>
                <a:lnTo>
                  <a:pt x="613" y="380"/>
                </a:lnTo>
                <a:lnTo>
                  <a:pt x="613" y="381"/>
                </a:lnTo>
                <a:lnTo>
                  <a:pt x="612" y="381"/>
                </a:lnTo>
                <a:lnTo>
                  <a:pt x="613" y="382"/>
                </a:lnTo>
                <a:lnTo>
                  <a:pt x="612" y="382"/>
                </a:lnTo>
                <a:lnTo>
                  <a:pt x="613" y="383"/>
                </a:lnTo>
                <a:lnTo>
                  <a:pt x="612" y="384"/>
                </a:lnTo>
                <a:lnTo>
                  <a:pt x="613" y="384"/>
                </a:lnTo>
                <a:lnTo>
                  <a:pt x="613" y="385"/>
                </a:lnTo>
                <a:lnTo>
                  <a:pt x="613" y="386"/>
                </a:lnTo>
                <a:lnTo>
                  <a:pt x="612" y="386"/>
                </a:lnTo>
                <a:lnTo>
                  <a:pt x="611" y="386"/>
                </a:lnTo>
                <a:lnTo>
                  <a:pt x="610" y="386"/>
                </a:lnTo>
                <a:lnTo>
                  <a:pt x="609" y="386"/>
                </a:lnTo>
                <a:lnTo>
                  <a:pt x="608" y="385"/>
                </a:lnTo>
                <a:lnTo>
                  <a:pt x="607" y="385"/>
                </a:lnTo>
                <a:lnTo>
                  <a:pt x="606" y="384"/>
                </a:lnTo>
                <a:lnTo>
                  <a:pt x="607" y="384"/>
                </a:lnTo>
                <a:lnTo>
                  <a:pt x="607" y="383"/>
                </a:lnTo>
                <a:lnTo>
                  <a:pt x="608" y="382"/>
                </a:lnTo>
                <a:lnTo>
                  <a:pt x="607" y="382"/>
                </a:lnTo>
                <a:lnTo>
                  <a:pt x="607" y="381"/>
                </a:lnTo>
                <a:lnTo>
                  <a:pt x="606" y="381"/>
                </a:lnTo>
                <a:lnTo>
                  <a:pt x="605" y="381"/>
                </a:lnTo>
                <a:lnTo>
                  <a:pt x="604" y="382"/>
                </a:lnTo>
                <a:lnTo>
                  <a:pt x="603" y="382"/>
                </a:lnTo>
                <a:lnTo>
                  <a:pt x="602" y="382"/>
                </a:lnTo>
                <a:lnTo>
                  <a:pt x="601" y="382"/>
                </a:lnTo>
                <a:lnTo>
                  <a:pt x="601" y="381"/>
                </a:lnTo>
                <a:lnTo>
                  <a:pt x="601" y="382"/>
                </a:lnTo>
                <a:lnTo>
                  <a:pt x="600" y="382"/>
                </a:lnTo>
                <a:lnTo>
                  <a:pt x="600" y="381"/>
                </a:lnTo>
                <a:lnTo>
                  <a:pt x="600" y="380"/>
                </a:lnTo>
                <a:lnTo>
                  <a:pt x="599" y="380"/>
                </a:lnTo>
                <a:lnTo>
                  <a:pt x="598" y="381"/>
                </a:lnTo>
                <a:lnTo>
                  <a:pt x="597" y="381"/>
                </a:lnTo>
                <a:lnTo>
                  <a:pt x="596" y="381"/>
                </a:lnTo>
                <a:lnTo>
                  <a:pt x="596" y="382"/>
                </a:lnTo>
                <a:lnTo>
                  <a:pt x="595" y="382"/>
                </a:lnTo>
                <a:lnTo>
                  <a:pt x="595" y="383"/>
                </a:lnTo>
                <a:lnTo>
                  <a:pt x="594" y="383"/>
                </a:lnTo>
                <a:lnTo>
                  <a:pt x="594" y="384"/>
                </a:lnTo>
                <a:lnTo>
                  <a:pt x="594" y="385"/>
                </a:lnTo>
                <a:lnTo>
                  <a:pt x="595" y="385"/>
                </a:lnTo>
                <a:lnTo>
                  <a:pt x="595" y="384"/>
                </a:lnTo>
                <a:lnTo>
                  <a:pt x="596" y="384"/>
                </a:lnTo>
                <a:lnTo>
                  <a:pt x="596" y="385"/>
                </a:lnTo>
                <a:lnTo>
                  <a:pt x="596" y="386"/>
                </a:lnTo>
                <a:lnTo>
                  <a:pt x="595" y="386"/>
                </a:lnTo>
                <a:lnTo>
                  <a:pt x="596" y="387"/>
                </a:lnTo>
                <a:lnTo>
                  <a:pt x="595" y="387"/>
                </a:lnTo>
                <a:lnTo>
                  <a:pt x="594" y="387"/>
                </a:lnTo>
                <a:lnTo>
                  <a:pt x="593" y="388"/>
                </a:lnTo>
                <a:lnTo>
                  <a:pt x="593" y="387"/>
                </a:lnTo>
                <a:lnTo>
                  <a:pt x="592" y="387"/>
                </a:lnTo>
                <a:lnTo>
                  <a:pt x="592" y="386"/>
                </a:lnTo>
                <a:lnTo>
                  <a:pt x="592" y="385"/>
                </a:lnTo>
                <a:lnTo>
                  <a:pt x="592" y="386"/>
                </a:lnTo>
                <a:lnTo>
                  <a:pt x="591" y="386"/>
                </a:lnTo>
                <a:lnTo>
                  <a:pt x="590" y="386"/>
                </a:lnTo>
                <a:lnTo>
                  <a:pt x="590" y="385"/>
                </a:lnTo>
                <a:lnTo>
                  <a:pt x="591" y="385"/>
                </a:lnTo>
                <a:lnTo>
                  <a:pt x="590" y="385"/>
                </a:lnTo>
                <a:lnTo>
                  <a:pt x="590" y="384"/>
                </a:lnTo>
                <a:lnTo>
                  <a:pt x="589" y="384"/>
                </a:lnTo>
                <a:lnTo>
                  <a:pt x="589" y="386"/>
                </a:lnTo>
                <a:lnTo>
                  <a:pt x="589" y="387"/>
                </a:lnTo>
                <a:lnTo>
                  <a:pt x="588" y="387"/>
                </a:lnTo>
                <a:lnTo>
                  <a:pt x="588" y="388"/>
                </a:lnTo>
                <a:lnTo>
                  <a:pt x="588" y="389"/>
                </a:lnTo>
                <a:lnTo>
                  <a:pt x="587" y="389"/>
                </a:lnTo>
                <a:lnTo>
                  <a:pt x="586" y="389"/>
                </a:lnTo>
                <a:lnTo>
                  <a:pt x="586" y="390"/>
                </a:lnTo>
                <a:lnTo>
                  <a:pt x="586" y="391"/>
                </a:lnTo>
                <a:lnTo>
                  <a:pt x="587" y="391"/>
                </a:lnTo>
                <a:lnTo>
                  <a:pt x="587" y="390"/>
                </a:lnTo>
                <a:lnTo>
                  <a:pt x="588" y="390"/>
                </a:lnTo>
                <a:lnTo>
                  <a:pt x="588" y="391"/>
                </a:lnTo>
                <a:lnTo>
                  <a:pt x="588" y="392"/>
                </a:lnTo>
                <a:lnTo>
                  <a:pt x="588" y="393"/>
                </a:lnTo>
                <a:lnTo>
                  <a:pt x="588" y="394"/>
                </a:lnTo>
                <a:lnTo>
                  <a:pt x="589" y="393"/>
                </a:lnTo>
                <a:lnTo>
                  <a:pt x="590" y="393"/>
                </a:lnTo>
                <a:lnTo>
                  <a:pt x="590" y="392"/>
                </a:lnTo>
                <a:lnTo>
                  <a:pt x="591" y="392"/>
                </a:lnTo>
                <a:lnTo>
                  <a:pt x="592" y="391"/>
                </a:lnTo>
                <a:lnTo>
                  <a:pt x="591" y="391"/>
                </a:lnTo>
                <a:lnTo>
                  <a:pt x="590" y="390"/>
                </a:lnTo>
                <a:lnTo>
                  <a:pt x="591" y="390"/>
                </a:lnTo>
                <a:lnTo>
                  <a:pt x="591" y="389"/>
                </a:lnTo>
                <a:lnTo>
                  <a:pt x="592" y="389"/>
                </a:lnTo>
                <a:lnTo>
                  <a:pt x="592" y="388"/>
                </a:lnTo>
                <a:lnTo>
                  <a:pt x="593" y="388"/>
                </a:lnTo>
                <a:lnTo>
                  <a:pt x="593" y="389"/>
                </a:lnTo>
                <a:lnTo>
                  <a:pt x="593" y="390"/>
                </a:lnTo>
                <a:lnTo>
                  <a:pt x="593" y="391"/>
                </a:lnTo>
                <a:lnTo>
                  <a:pt x="594" y="391"/>
                </a:lnTo>
                <a:lnTo>
                  <a:pt x="593" y="391"/>
                </a:lnTo>
                <a:lnTo>
                  <a:pt x="593" y="392"/>
                </a:lnTo>
                <a:lnTo>
                  <a:pt x="592" y="393"/>
                </a:lnTo>
                <a:lnTo>
                  <a:pt x="593" y="394"/>
                </a:lnTo>
                <a:lnTo>
                  <a:pt x="593" y="395"/>
                </a:lnTo>
                <a:lnTo>
                  <a:pt x="592" y="396"/>
                </a:lnTo>
                <a:lnTo>
                  <a:pt x="592" y="395"/>
                </a:lnTo>
                <a:lnTo>
                  <a:pt x="591" y="395"/>
                </a:lnTo>
                <a:lnTo>
                  <a:pt x="590" y="396"/>
                </a:lnTo>
                <a:lnTo>
                  <a:pt x="590" y="397"/>
                </a:lnTo>
                <a:lnTo>
                  <a:pt x="589" y="398"/>
                </a:lnTo>
                <a:lnTo>
                  <a:pt x="588" y="398"/>
                </a:lnTo>
                <a:lnTo>
                  <a:pt x="588" y="397"/>
                </a:lnTo>
                <a:lnTo>
                  <a:pt x="587" y="397"/>
                </a:lnTo>
                <a:lnTo>
                  <a:pt x="586" y="397"/>
                </a:lnTo>
                <a:lnTo>
                  <a:pt x="585" y="397"/>
                </a:lnTo>
                <a:lnTo>
                  <a:pt x="585" y="398"/>
                </a:lnTo>
                <a:lnTo>
                  <a:pt x="584" y="398"/>
                </a:lnTo>
                <a:lnTo>
                  <a:pt x="583" y="398"/>
                </a:lnTo>
                <a:lnTo>
                  <a:pt x="582" y="399"/>
                </a:lnTo>
                <a:lnTo>
                  <a:pt x="581" y="400"/>
                </a:lnTo>
                <a:lnTo>
                  <a:pt x="581" y="399"/>
                </a:lnTo>
                <a:lnTo>
                  <a:pt x="580" y="399"/>
                </a:lnTo>
                <a:lnTo>
                  <a:pt x="579" y="399"/>
                </a:lnTo>
                <a:lnTo>
                  <a:pt x="579" y="400"/>
                </a:lnTo>
                <a:lnTo>
                  <a:pt x="578" y="400"/>
                </a:lnTo>
                <a:lnTo>
                  <a:pt x="577" y="400"/>
                </a:lnTo>
                <a:lnTo>
                  <a:pt x="577" y="401"/>
                </a:lnTo>
                <a:lnTo>
                  <a:pt x="576" y="401"/>
                </a:lnTo>
                <a:lnTo>
                  <a:pt x="575" y="401"/>
                </a:lnTo>
                <a:lnTo>
                  <a:pt x="575" y="400"/>
                </a:lnTo>
                <a:lnTo>
                  <a:pt x="576" y="399"/>
                </a:lnTo>
                <a:lnTo>
                  <a:pt x="575" y="398"/>
                </a:lnTo>
                <a:lnTo>
                  <a:pt x="573" y="398"/>
                </a:lnTo>
                <a:lnTo>
                  <a:pt x="572" y="398"/>
                </a:lnTo>
                <a:lnTo>
                  <a:pt x="571" y="399"/>
                </a:lnTo>
                <a:lnTo>
                  <a:pt x="570" y="399"/>
                </a:lnTo>
                <a:lnTo>
                  <a:pt x="570" y="398"/>
                </a:lnTo>
                <a:lnTo>
                  <a:pt x="569" y="398"/>
                </a:lnTo>
                <a:lnTo>
                  <a:pt x="568" y="398"/>
                </a:lnTo>
                <a:lnTo>
                  <a:pt x="567" y="399"/>
                </a:lnTo>
                <a:lnTo>
                  <a:pt x="566" y="399"/>
                </a:lnTo>
                <a:lnTo>
                  <a:pt x="565" y="399"/>
                </a:lnTo>
                <a:lnTo>
                  <a:pt x="564" y="399"/>
                </a:lnTo>
                <a:lnTo>
                  <a:pt x="564" y="400"/>
                </a:lnTo>
                <a:lnTo>
                  <a:pt x="564" y="401"/>
                </a:lnTo>
                <a:lnTo>
                  <a:pt x="563" y="401"/>
                </a:lnTo>
                <a:lnTo>
                  <a:pt x="563" y="402"/>
                </a:lnTo>
                <a:lnTo>
                  <a:pt x="562" y="402"/>
                </a:lnTo>
                <a:lnTo>
                  <a:pt x="561" y="402"/>
                </a:lnTo>
                <a:lnTo>
                  <a:pt x="560" y="403"/>
                </a:lnTo>
                <a:lnTo>
                  <a:pt x="559" y="403"/>
                </a:lnTo>
                <a:lnTo>
                  <a:pt x="558" y="404"/>
                </a:lnTo>
                <a:lnTo>
                  <a:pt x="557" y="404"/>
                </a:lnTo>
                <a:lnTo>
                  <a:pt x="556" y="405"/>
                </a:lnTo>
                <a:lnTo>
                  <a:pt x="555" y="405"/>
                </a:lnTo>
                <a:lnTo>
                  <a:pt x="554" y="405"/>
                </a:lnTo>
                <a:lnTo>
                  <a:pt x="553" y="405"/>
                </a:lnTo>
                <a:lnTo>
                  <a:pt x="552" y="405"/>
                </a:lnTo>
                <a:lnTo>
                  <a:pt x="551" y="405"/>
                </a:lnTo>
                <a:lnTo>
                  <a:pt x="550" y="405"/>
                </a:lnTo>
                <a:lnTo>
                  <a:pt x="550" y="404"/>
                </a:lnTo>
                <a:lnTo>
                  <a:pt x="549" y="404"/>
                </a:lnTo>
                <a:lnTo>
                  <a:pt x="549" y="403"/>
                </a:lnTo>
                <a:lnTo>
                  <a:pt x="548" y="403"/>
                </a:lnTo>
                <a:lnTo>
                  <a:pt x="548" y="404"/>
                </a:lnTo>
                <a:lnTo>
                  <a:pt x="547" y="404"/>
                </a:lnTo>
                <a:lnTo>
                  <a:pt x="546" y="404"/>
                </a:lnTo>
                <a:lnTo>
                  <a:pt x="545" y="404"/>
                </a:lnTo>
                <a:lnTo>
                  <a:pt x="544" y="404"/>
                </a:lnTo>
                <a:lnTo>
                  <a:pt x="543" y="405"/>
                </a:lnTo>
                <a:lnTo>
                  <a:pt x="542" y="405"/>
                </a:lnTo>
                <a:lnTo>
                  <a:pt x="542" y="406"/>
                </a:lnTo>
                <a:lnTo>
                  <a:pt x="542" y="405"/>
                </a:lnTo>
                <a:lnTo>
                  <a:pt x="541" y="405"/>
                </a:lnTo>
                <a:lnTo>
                  <a:pt x="540" y="405"/>
                </a:lnTo>
                <a:lnTo>
                  <a:pt x="539" y="404"/>
                </a:lnTo>
                <a:lnTo>
                  <a:pt x="538" y="403"/>
                </a:lnTo>
                <a:lnTo>
                  <a:pt x="538" y="402"/>
                </a:lnTo>
                <a:lnTo>
                  <a:pt x="537" y="401"/>
                </a:lnTo>
                <a:lnTo>
                  <a:pt x="536" y="401"/>
                </a:lnTo>
                <a:lnTo>
                  <a:pt x="535" y="402"/>
                </a:lnTo>
                <a:lnTo>
                  <a:pt x="534" y="402"/>
                </a:lnTo>
                <a:lnTo>
                  <a:pt x="533" y="402"/>
                </a:lnTo>
                <a:lnTo>
                  <a:pt x="533" y="403"/>
                </a:lnTo>
                <a:lnTo>
                  <a:pt x="532" y="403"/>
                </a:lnTo>
                <a:lnTo>
                  <a:pt x="532" y="404"/>
                </a:lnTo>
                <a:lnTo>
                  <a:pt x="532" y="405"/>
                </a:lnTo>
                <a:lnTo>
                  <a:pt x="532" y="406"/>
                </a:lnTo>
                <a:lnTo>
                  <a:pt x="531" y="407"/>
                </a:lnTo>
                <a:lnTo>
                  <a:pt x="532" y="408"/>
                </a:lnTo>
                <a:lnTo>
                  <a:pt x="532" y="409"/>
                </a:lnTo>
                <a:lnTo>
                  <a:pt x="532" y="410"/>
                </a:lnTo>
                <a:lnTo>
                  <a:pt x="531" y="410"/>
                </a:lnTo>
                <a:lnTo>
                  <a:pt x="532" y="410"/>
                </a:lnTo>
                <a:lnTo>
                  <a:pt x="532" y="411"/>
                </a:lnTo>
                <a:lnTo>
                  <a:pt x="531" y="411"/>
                </a:lnTo>
                <a:lnTo>
                  <a:pt x="531" y="412"/>
                </a:lnTo>
                <a:lnTo>
                  <a:pt x="531" y="413"/>
                </a:lnTo>
                <a:lnTo>
                  <a:pt x="532" y="413"/>
                </a:lnTo>
                <a:lnTo>
                  <a:pt x="532" y="414"/>
                </a:lnTo>
                <a:lnTo>
                  <a:pt x="531" y="414"/>
                </a:lnTo>
                <a:lnTo>
                  <a:pt x="531" y="415"/>
                </a:lnTo>
                <a:lnTo>
                  <a:pt x="530" y="415"/>
                </a:lnTo>
                <a:lnTo>
                  <a:pt x="530" y="414"/>
                </a:lnTo>
                <a:lnTo>
                  <a:pt x="529" y="414"/>
                </a:lnTo>
                <a:lnTo>
                  <a:pt x="528" y="414"/>
                </a:lnTo>
                <a:lnTo>
                  <a:pt x="528" y="415"/>
                </a:lnTo>
                <a:lnTo>
                  <a:pt x="527" y="415"/>
                </a:lnTo>
                <a:lnTo>
                  <a:pt x="526" y="415"/>
                </a:lnTo>
                <a:lnTo>
                  <a:pt x="526" y="416"/>
                </a:lnTo>
                <a:lnTo>
                  <a:pt x="525" y="417"/>
                </a:lnTo>
                <a:lnTo>
                  <a:pt x="524" y="416"/>
                </a:lnTo>
                <a:lnTo>
                  <a:pt x="523" y="416"/>
                </a:lnTo>
                <a:lnTo>
                  <a:pt x="522" y="416"/>
                </a:lnTo>
                <a:lnTo>
                  <a:pt x="522" y="417"/>
                </a:lnTo>
                <a:lnTo>
                  <a:pt x="521" y="417"/>
                </a:lnTo>
                <a:lnTo>
                  <a:pt x="520" y="416"/>
                </a:lnTo>
                <a:lnTo>
                  <a:pt x="520" y="417"/>
                </a:lnTo>
                <a:lnTo>
                  <a:pt x="519" y="417"/>
                </a:lnTo>
                <a:lnTo>
                  <a:pt x="519" y="416"/>
                </a:lnTo>
                <a:lnTo>
                  <a:pt x="518" y="417"/>
                </a:lnTo>
                <a:lnTo>
                  <a:pt x="517" y="417"/>
                </a:lnTo>
                <a:lnTo>
                  <a:pt x="516" y="417"/>
                </a:lnTo>
                <a:lnTo>
                  <a:pt x="515" y="417"/>
                </a:lnTo>
                <a:lnTo>
                  <a:pt x="515" y="418"/>
                </a:lnTo>
                <a:lnTo>
                  <a:pt x="515" y="419"/>
                </a:lnTo>
                <a:lnTo>
                  <a:pt x="514" y="419"/>
                </a:lnTo>
                <a:lnTo>
                  <a:pt x="514" y="420"/>
                </a:lnTo>
                <a:lnTo>
                  <a:pt x="513" y="420"/>
                </a:lnTo>
                <a:lnTo>
                  <a:pt x="513" y="421"/>
                </a:lnTo>
                <a:lnTo>
                  <a:pt x="512" y="421"/>
                </a:lnTo>
                <a:lnTo>
                  <a:pt x="512" y="422"/>
                </a:lnTo>
                <a:lnTo>
                  <a:pt x="511" y="423"/>
                </a:lnTo>
                <a:lnTo>
                  <a:pt x="510" y="424"/>
                </a:lnTo>
                <a:lnTo>
                  <a:pt x="509" y="424"/>
                </a:lnTo>
                <a:lnTo>
                  <a:pt x="509" y="425"/>
                </a:lnTo>
                <a:lnTo>
                  <a:pt x="508" y="425"/>
                </a:lnTo>
                <a:lnTo>
                  <a:pt x="507" y="425"/>
                </a:lnTo>
                <a:lnTo>
                  <a:pt x="507" y="426"/>
                </a:lnTo>
                <a:lnTo>
                  <a:pt x="507" y="427"/>
                </a:lnTo>
                <a:lnTo>
                  <a:pt x="506" y="427"/>
                </a:lnTo>
                <a:lnTo>
                  <a:pt x="506" y="428"/>
                </a:lnTo>
                <a:lnTo>
                  <a:pt x="505" y="428"/>
                </a:lnTo>
                <a:lnTo>
                  <a:pt x="504" y="428"/>
                </a:lnTo>
                <a:lnTo>
                  <a:pt x="504" y="430"/>
                </a:lnTo>
                <a:lnTo>
                  <a:pt x="504" y="431"/>
                </a:lnTo>
                <a:lnTo>
                  <a:pt x="504" y="432"/>
                </a:lnTo>
                <a:lnTo>
                  <a:pt x="504" y="433"/>
                </a:lnTo>
                <a:lnTo>
                  <a:pt x="504" y="434"/>
                </a:lnTo>
                <a:lnTo>
                  <a:pt x="503" y="434"/>
                </a:lnTo>
                <a:lnTo>
                  <a:pt x="503" y="433"/>
                </a:lnTo>
                <a:lnTo>
                  <a:pt x="503" y="434"/>
                </a:lnTo>
                <a:lnTo>
                  <a:pt x="502" y="434"/>
                </a:lnTo>
                <a:lnTo>
                  <a:pt x="501" y="434"/>
                </a:lnTo>
                <a:lnTo>
                  <a:pt x="501" y="435"/>
                </a:lnTo>
                <a:lnTo>
                  <a:pt x="500" y="435"/>
                </a:lnTo>
                <a:lnTo>
                  <a:pt x="499" y="435"/>
                </a:lnTo>
                <a:lnTo>
                  <a:pt x="498" y="435"/>
                </a:lnTo>
                <a:lnTo>
                  <a:pt x="497" y="435"/>
                </a:lnTo>
                <a:lnTo>
                  <a:pt x="497" y="434"/>
                </a:lnTo>
                <a:lnTo>
                  <a:pt x="498" y="434"/>
                </a:lnTo>
                <a:lnTo>
                  <a:pt x="497" y="434"/>
                </a:lnTo>
                <a:lnTo>
                  <a:pt x="497" y="433"/>
                </a:lnTo>
                <a:lnTo>
                  <a:pt x="498" y="433"/>
                </a:lnTo>
                <a:lnTo>
                  <a:pt x="498" y="432"/>
                </a:lnTo>
                <a:lnTo>
                  <a:pt x="497" y="432"/>
                </a:lnTo>
                <a:lnTo>
                  <a:pt x="496" y="432"/>
                </a:lnTo>
                <a:lnTo>
                  <a:pt x="495" y="432"/>
                </a:lnTo>
                <a:lnTo>
                  <a:pt x="494" y="432"/>
                </a:lnTo>
                <a:lnTo>
                  <a:pt x="494" y="431"/>
                </a:lnTo>
                <a:lnTo>
                  <a:pt x="494" y="430"/>
                </a:lnTo>
                <a:lnTo>
                  <a:pt x="494" y="429"/>
                </a:lnTo>
                <a:lnTo>
                  <a:pt x="494" y="428"/>
                </a:lnTo>
                <a:lnTo>
                  <a:pt x="493" y="428"/>
                </a:lnTo>
                <a:lnTo>
                  <a:pt x="492" y="428"/>
                </a:lnTo>
                <a:lnTo>
                  <a:pt x="491" y="428"/>
                </a:lnTo>
                <a:lnTo>
                  <a:pt x="490" y="428"/>
                </a:lnTo>
                <a:lnTo>
                  <a:pt x="489" y="428"/>
                </a:lnTo>
                <a:lnTo>
                  <a:pt x="489" y="429"/>
                </a:lnTo>
                <a:lnTo>
                  <a:pt x="488" y="429"/>
                </a:lnTo>
                <a:lnTo>
                  <a:pt x="488" y="430"/>
                </a:lnTo>
                <a:lnTo>
                  <a:pt x="487" y="430"/>
                </a:lnTo>
                <a:lnTo>
                  <a:pt x="487" y="431"/>
                </a:lnTo>
                <a:lnTo>
                  <a:pt x="486" y="431"/>
                </a:lnTo>
                <a:lnTo>
                  <a:pt x="486" y="432"/>
                </a:lnTo>
                <a:lnTo>
                  <a:pt x="486" y="433"/>
                </a:lnTo>
                <a:lnTo>
                  <a:pt x="485" y="433"/>
                </a:lnTo>
                <a:lnTo>
                  <a:pt x="485" y="432"/>
                </a:lnTo>
                <a:lnTo>
                  <a:pt x="484" y="432"/>
                </a:lnTo>
                <a:lnTo>
                  <a:pt x="484" y="431"/>
                </a:lnTo>
                <a:lnTo>
                  <a:pt x="484" y="430"/>
                </a:lnTo>
                <a:lnTo>
                  <a:pt x="484" y="429"/>
                </a:lnTo>
                <a:lnTo>
                  <a:pt x="484" y="428"/>
                </a:lnTo>
                <a:lnTo>
                  <a:pt x="484" y="427"/>
                </a:lnTo>
                <a:lnTo>
                  <a:pt x="483" y="427"/>
                </a:lnTo>
                <a:lnTo>
                  <a:pt x="483" y="428"/>
                </a:lnTo>
                <a:lnTo>
                  <a:pt x="483" y="429"/>
                </a:lnTo>
                <a:lnTo>
                  <a:pt x="482" y="429"/>
                </a:lnTo>
                <a:lnTo>
                  <a:pt x="482" y="430"/>
                </a:lnTo>
                <a:lnTo>
                  <a:pt x="481" y="430"/>
                </a:lnTo>
                <a:lnTo>
                  <a:pt x="480" y="430"/>
                </a:lnTo>
                <a:lnTo>
                  <a:pt x="480" y="429"/>
                </a:lnTo>
                <a:lnTo>
                  <a:pt x="480" y="428"/>
                </a:lnTo>
                <a:lnTo>
                  <a:pt x="481" y="427"/>
                </a:lnTo>
                <a:lnTo>
                  <a:pt x="480" y="427"/>
                </a:lnTo>
                <a:lnTo>
                  <a:pt x="480" y="426"/>
                </a:lnTo>
                <a:lnTo>
                  <a:pt x="480" y="425"/>
                </a:lnTo>
                <a:lnTo>
                  <a:pt x="479" y="425"/>
                </a:lnTo>
                <a:lnTo>
                  <a:pt x="479" y="424"/>
                </a:lnTo>
                <a:lnTo>
                  <a:pt x="479" y="423"/>
                </a:lnTo>
                <a:lnTo>
                  <a:pt x="479" y="422"/>
                </a:lnTo>
                <a:lnTo>
                  <a:pt x="478" y="422"/>
                </a:lnTo>
                <a:lnTo>
                  <a:pt x="478" y="421"/>
                </a:lnTo>
                <a:lnTo>
                  <a:pt x="479" y="421"/>
                </a:lnTo>
                <a:lnTo>
                  <a:pt x="479" y="420"/>
                </a:lnTo>
                <a:lnTo>
                  <a:pt x="480" y="420"/>
                </a:lnTo>
                <a:lnTo>
                  <a:pt x="480" y="419"/>
                </a:lnTo>
                <a:lnTo>
                  <a:pt x="481" y="419"/>
                </a:lnTo>
                <a:lnTo>
                  <a:pt x="481" y="418"/>
                </a:lnTo>
                <a:lnTo>
                  <a:pt x="481" y="417"/>
                </a:lnTo>
                <a:lnTo>
                  <a:pt x="481" y="416"/>
                </a:lnTo>
                <a:lnTo>
                  <a:pt x="481" y="415"/>
                </a:lnTo>
                <a:lnTo>
                  <a:pt x="481" y="414"/>
                </a:lnTo>
                <a:lnTo>
                  <a:pt x="480" y="414"/>
                </a:lnTo>
                <a:lnTo>
                  <a:pt x="479" y="414"/>
                </a:lnTo>
                <a:lnTo>
                  <a:pt x="479" y="415"/>
                </a:lnTo>
                <a:lnTo>
                  <a:pt x="479" y="416"/>
                </a:lnTo>
                <a:lnTo>
                  <a:pt x="478" y="416"/>
                </a:lnTo>
                <a:lnTo>
                  <a:pt x="478" y="415"/>
                </a:lnTo>
                <a:lnTo>
                  <a:pt x="477" y="415"/>
                </a:lnTo>
                <a:lnTo>
                  <a:pt x="477" y="414"/>
                </a:lnTo>
                <a:lnTo>
                  <a:pt x="476" y="414"/>
                </a:lnTo>
                <a:lnTo>
                  <a:pt x="476" y="413"/>
                </a:lnTo>
                <a:lnTo>
                  <a:pt x="475" y="413"/>
                </a:lnTo>
                <a:lnTo>
                  <a:pt x="475" y="412"/>
                </a:lnTo>
                <a:lnTo>
                  <a:pt x="475" y="413"/>
                </a:lnTo>
                <a:lnTo>
                  <a:pt x="474" y="413"/>
                </a:lnTo>
                <a:lnTo>
                  <a:pt x="474" y="412"/>
                </a:lnTo>
                <a:lnTo>
                  <a:pt x="473" y="412"/>
                </a:lnTo>
                <a:lnTo>
                  <a:pt x="473" y="411"/>
                </a:lnTo>
                <a:lnTo>
                  <a:pt x="473" y="410"/>
                </a:lnTo>
                <a:lnTo>
                  <a:pt x="474" y="410"/>
                </a:lnTo>
                <a:lnTo>
                  <a:pt x="474" y="409"/>
                </a:lnTo>
                <a:lnTo>
                  <a:pt x="475" y="409"/>
                </a:lnTo>
                <a:lnTo>
                  <a:pt x="475" y="408"/>
                </a:lnTo>
                <a:lnTo>
                  <a:pt x="475" y="407"/>
                </a:lnTo>
                <a:lnTo>
                  <a:pt x="475" y="406"/>
                </a:lnTo>
                <a:lnTo>
                  <a:pt x="476" y="405"/>
                </a:lnTo>
                <a:lnTo>
                  <a:pt x="477" y="405"/>
                </a:lnTo>
                <a:lnTo>
                  <a:pt x="477" y="404"/>
                </a:lnTo>
                <a:lnTo>
                  <a:pt x="478" y="404"/>
                </a:lnTo>
                <a:lnTo>
                  <a:pt x="478" y="403"/>
                </a:lnTo>
                <a:lnTo>
                  <a:pt x="479" y="403"/>
                </a:lnTo>
                <a:lnTo>
                  <a:pt x="478" y="403"/>
                </a:lnTo>
                <a:lnTo>
                  <a:pt x="478" y="402"/>
                </a:lnTo>
                <a:lnTo>
                  <a:pt x="478" y="401"/>
                </a:lnTo>
                <a:lnTo>
                  <a:pt x="478" y="400"/>
                </a:lnTo>
                <a:lnTo>
                  <a:pt x="478" y="399"/>
                </a:lnTo>
                <a:lnTo>
                  <a:pt x="479" y="399"/>
                </a:lnTo>
                <a:lnTo>
                  <a:pt x="479" y="398"/>
                </a:lnTo>
                <a:lnTo>
                  <a:pt x="480" y="398"/>
                </a:lnTo>
                <a:lnTo>
                  <a:pt x="481" y="398"/>
                </a:lnTo>
                <a:lnTo>
                  <a:pt x="482" y="398"/>
                </a:lnTo>
                <a:lnTo>
                  <a:pt x="483" y="398"/>
                </a:lnTo>
                <a:lnTo>
                  <a:pt x="484" y="398"/>
                </a:lnTo>
                <a:lnTo>
                  <a:pt x="485" y="398"/>
                </a:lnTo>
                <a:lnTo>
                  <a:pt x="485" y="397"/>
                </a:lnTo>
                <a:lnTo>
                  <a:pt x="485" y="396"/>
                </a:lnTo>
                <a:lnTo>
                  <a:pt x="485" y="395"/>
                </a:lnTo>
                <a:lnTo>
                  <a:pt x="485" y="394"/>
                </a:lnTo>
                <a:lnTo>
                  <a:pt x="486" y="394"/>
                </a:lnTo>
                <a:lnTo>
                  <a:pt x="486" y="393"/>
                </a:lnTo>
                <a:lnTo>
                  <a:pt x="486" y="392"/>
                </a:lnTo>
                <a:lnTo>
                  <a:pt x="486" y="391"/>
                </a:lnTo>
                <a:lnTo>
                  <a:pt x="485" y="391"/>
                </a:lnTo>
                <a:lnTo>
                  <a:pt x="485" y="390"/>
                </a:lnTo>
                <a:lnTo>
                  <a:pt x="484" y="390"/>
                </a:lnTo>
                <a:lnTo>
                  <a:pt x="483" y="390"/>
                </a:lnTo>
                <a:lnTo>
                  <a:pt x="483" y="389"/>
                </a:lnTo>
                <a:lnTo>
                  <a:pt x="482" y="389"/>
                </a:lnTo>
                <a:lnTo>
                  <a:pt x="482" y="388"/>
                </a:lnTo>
                <a:lnTo>
                  <a:pt x="481" y="387"/>
                </a:lnTo>
                <a:lnTo>
                  <a:pt x="481" y="386"/>
                </a:lnTo>
                <a:lnTo>
                  <a:pt x="480" y="386"/>
                </a:lnTo>
                <a:lnTo>
                  <a:pt x="479" y="386"/>
                </a:lnTo>
                <a:lnTo>
                  <a:pt x="478" y="386"/>
                </a:lnTo>
                <a:lnTo>
                  <a:pt x="477" y="386"/>
                </a:lnTo>
                <a:lnTo>
                  <a:pt x="476" y="386"/>
                </a:lnTo>
                <a:lnTo>
                  <a:pt x="476" y="385"/>
                </a:lnTo>
                <a:lnTo>
                  <a:pt x="475" y="385"/>
                </a:lnTo>
                <a:lnTo>
                  <a:pt x="476" y="385"/>
                </a:lnTo>
                <a:lnTo>
                  <a:pt x="476" y="384"/>
                </a:lnTo>
                <a:lnTo>
                  <a:pt x="477" y="384"/>
                </a:lnTo>
                <a:lnTo>
                  <a:pt x="478" y="384"/>
                </a:lnTo>
                <a:lnTo>
                  <a:pt x="478" y="383"/>
                </a:lnTo>
                <a:lnTo>
                  <a:pt x="479" y="383"/>
                </a:lnTo>
                <a:lnTo>
                  <a:pt x="480" y="383"/>
                </a:lnTo>
                <a:lnTo>
                  <a:pt x="480" y="382"/>
                </a:lnTo>
                <a:lnTo>
                  <a:pt x="481" y="382"/>
                </a:lnTo>
                <a:lnTo>
                  <a:pt x="482" y="382"/>
                </a:lnTo>
                <a:lnTo>
                  <a:pt x="483" y="382"/>
                </a:lnTo>
                <a:lnTo>
                  <a:pt x="483" y="381"/>
                </a:lnTo>
                <a:lnTo>
                  <a:pt x="482" y="381"/>
                </a:lnTo>
                <a:lnTo>
                  <a:pt x="483" y="380"/>
                </a:lnTo>
                <a:lnTo>
                  <a:pt x="484" y="380"/>
                </a:lnTo>
                <a:lnTo>
                  <a:pt x="484" y="379"/>
                </a:lnTo>
                <a:lnTo>
                  <a:pt x="485" y="379"/>
                </a:lnTo>
                <a:lnTo>
                  <a:pt x="485" y="378"/>
                </a:lnTo>
                <a:lnTo>
                  <a:pt x="484" y="377"/>
                </a:lnTo>
                <a:lnTo>
                  <a:pt x="484" y="376"/>
                </a:lnTo>
                <a:lnTo>
                  <a:pt x="483" y="376"/>
                </a:lnTo>
                <a:lnTo>
                  <a:pt x="482" y="376"/>
                </a:lnTo>
                <a:lnTo>
                  <a:pt x="482" y="375"/>
                </a:lnTo>
                <a:lnTo>
                  <a:pt x="482" y="374"/>
                </a:lnTo>
                <a:lnTo>
                  <a:pt x="482" y="373"/>
                </a:lnTo>
                <a:lnTo>
                  <a:pt x="482" y="374"/>
                </a:lnTo>
                <a:lnTo>
                  <a:pt x="481" y="374"/>
                </a:lnTo>
                <a:lnTo>
                  <a:pt x="481" y="373"/>
                </a:lnTo>
                <a:lnTo>
                  <a:pt x="480" y="373"/>
                </a:lnTo>
                <a:lnTo>
                  <a:pt x="479" y="373"/>
                </a:lnTo>
                <a:lnTo>
                  <a:pt x="480" y="373"/>
                </a:lnTo>
                <a:lnTo>
                  <a:pt x="480" y="372"/>
                </a:lnTo>
                <a:lnTo>
                  <a:pt x="479" y="372"/>
                </a:lnTo>
                <a:lnTo>
                  <a:pt x="479" y="371"/>
                </a:lnTo>
                <a:lnTo>
                  <a:pt x="479" y="370"/>
                </a:lnTo>
                <a:lnTo>
                  <a:pt x="479" y="369"/>
                </a:lnTo>
                <a:lnTo>
                  <a:pt x="478" y="369"/>
                </a:lnTo>
                <a:lnTo>
                  <a:pt x="478" y="368"/>
                </a:lnTo>
                <a:lnTo>
                  <a:pt x="477" y="368"/>
                </a:lnTo>
                <a:lnTo>
                  <a:pt x="477" y="369"/>
                </a:lnTo>
                <a:lnTo>
                  <a:pt x="477" y="370"/>
                </a:lnTo>
                <a:lnTo>
                  <a:pt x="476" y="370"/>
                </a:lnTo>
                <a:lnTo>
                  <a:pt x="475" y="370"/>
                </a:lnTo>
                <a:lnTo>
                  <a:pt x="474" y="370"/>
                </a:lnTo>
                <a:lnTo>
                  <a:pt x="473" y="370"/>
                </a:lnTo>
                <a:lnTo>
                  <a:pt x="472" y="370"/>
                </a:lnTo>
                <a:lnTo>
                  <a:pt x="471" y="369"/>
                </a:lnTo>
                <a:lnTo>
                  <a:pt x="470" y="369"/>
                </a:lnTo>
                <a:lnTo>
                  <a:pt x="469" y="370"/>
                </a:lnTo>
                <a:lnTo>
                  <a:pt x="469" y="369"/>
                </a:lnTo>
                <a:lnTo>
                  <a:pt x="468" y="369"/>
                </a:lnTo>
                <a:lnTo>
                  <a:pt x="467" y="368"/>
                </a:lnTo>
                <a:lnTo>
                  <a:pt x="467" y="367"/>
                </a:lnTo>
                <a:lnTo>
                  <a:pt x="467" y="366"/>
                </a:lnTo>
                <a:lnTo>
                  <a:pt x="468" y="365"/>
                </a:lnTo>
                <a:lnTo>
                  <a:pt x="468" y="364"/>
                </a:lnTo>
                <a:lnTo>
                  <a:pt x="468" y="363"/>
                </a:lnTo>
                <a:lnTo>
                  <a:pt x="468" y="362"/>
                </a:lnTo>
                <a:lnTo>
                  <a:pt x="468" y="360"/>
                </a:lnTo>
                <a:lnTo>
                  <a:pt x="469" y="360"/>
                </a:lnTo>
                <a:lnTo>
                  <a:pt x="468" y="360"/>
                </a:lnTo>
                <a:lnTo>
                  <a:pt x="468" y="359"/>
                </a:lnTo>
                <a:lnTo>
                  <a:pt x="469" y="359"/>
                </a:lnTo>
                <a:lnTo>
                  <a:pt x="469" y="358"/>
                </a:lnTo>
                <a:lnTo>
                  <a:pt x="470" y="358"/>
                </a:lnTo>
                <a:lnTo>
                  <a:pt x="469" y="357"/>
                </a:lnTo>
                <a:lnTo>
                  <a:pt x="469" y="356"/>
                </a:lnTo>
                <a:lnTo>
                  <a:pt x="470" y="356"/>
                </a:lnTo>
                <a:lnTo>
                  <a:pt x="470" y="355"/>
                </a:lnTo>
                <a:lnTo>
                  <a:pt x="470" y="356"/>
                </a:lnTo>
                <a:lnTo>
                  <a:pt x="470" y="355"/>
                </a:lnTo>
                <a:lnTo>
                  <a:pt x="469" y="355"/>
                </a:lnTo>
                <a:lnTo>
                  <a:pt x="470" y="355"/>
                </a:lnTo>
                <a:lnTo>
                  <a:pt x="471" y="355"/>
                </a:lnTo>
                <a:lnTo>
                  <a:pt x="471" y="354"/>
                </a:lnTo>
                <a:lnTo>
                  <a:pt x="470" y="354"/>
                </a:lnTo>
                <a:lnTo>
                  <a:pt x="471" y="354"/>
                </a:lnTo>
                <a:lnTo>
                  <a:pt x="471" y="353"/>
                </a:lnTo>
                <a:lnTo>
                  <a:pt x="471" y="352"/>
                </a:lnTo>
                <a:lnTo>
                  <a:pt x="470" y="352"/>
                </a:lnTo>
                <a:lnTo>
                  <a:pt x="470" y="351"/>
                </a:lnTo>
                <a:lnTo>
                  <a:pt x="470" y="352"/>
                </a:lnTo>
                <a:lnTo>
                  <a:pt x="469" y="352"/>
                </a:lnTo>
                <a:lnTo>
                  <a:pt x="468" y="353"/>
                </a:lnTo>
                <a:lnTo>
                  <a:pt x="467" y="353"/>
                </a:lnTo>
                <a:lnTo>
                  <a:pt x="467" y="354"/>
                </a:lnTo>
                <a:lnTo>
                  <a:pt x="466" y="354"/>
                </a:lnTo>
                <a:lnTo>
                  <a:pt x="466" y="355"/>
                </a:lnTo>
                <a:lnTo>
                  <a:pt x="465" y="355"/>
                </a:lnTo>
                <a:lnTo>
                  <a:pt x="465" y="356"/>
                </a:lnTo>
                <a:lnTo>
                  <a:pt x="464" y="356"/>
                </a:lnTo>
                <a:lnTo>
                  <a:pt x="464" y="357"/>
                </a:lnTo>
                <a:lnTo>
                  <a:pt x="463" y="357"/>
                </a:lnTo>
                <a:lnTo>
                  <a:pt x="463" y="358"/>
                </a:lnTo>
                <a:lnTo>
                  <a:pt x="462" y="359"/>
                </a:lnTo>
                <a:lnTo>
                  <a:pt x="461" y="359"/>
                </a:lnTo>
                <a:lnTo>
                  <a:pt x="460" y="360"/>
                </a:lnTo>
                <a:lnTo>
                  <a:pt x="459" y="361"/>
                </a:lnTo>
                <a:lnTo>
                  <a:pt x="457" y="361"/>
                </a:lnTo>
                <a:lnTo>
                  <a:pt x="457" y="362"/>
                </a:lnTo>
                <a:lnTo>
                  <a:pt x="456" y="362"/>
                </a:lnTo>
                <a:lnTo>
                  <a:pt x="456" y="363"/>
                </a:lnTo>
                <a:lnTo>
                  <a:pt x="455" y="363"/>
                </a:lnTo>
                <a:lnTo>
                  <a:pt x="455" y="364"/>
                </a:lnTo>
                <a:lnTo>
                  <a:pt x="454" y="364"/>
                </a:lnTo>
                <a:lnTo>
                  <a:pt x="453" y="365"/>
                </a:lnTo>
                <a:lnTo>
                  <a:pt x="450" y="368"/>
                </a:lnTo>
                <a:lnTo>
                  <a:pt x="449" y="369"/>
                </a:lnTo>
                <a:lnTo>
                  <a:pt x="448" y="370"/>
                </a:lnTo>
                <a:lnTo>
                  <a:pt x="447" y="371"/>
                </a:lnTo>
                <a:lnTo>
                  <a:pt x="447" y="372"/>
                </a:lnTo>
                <a:lnTo>
                  <a:pt x="446" y="373"/>
                </a:lnTo>
                <a:lnTo>
                  <a:pt x="445" y="374"/>
                </a:lnTo>
                <a:lnTo>
                  <a:pt x="445" y="375"/>
                </a:lnTo>
                <a:lnTo>
                  <a:pt x="444" y="376"/>
                </a:lnTo>
                <a:lnTo>
                  <a:pt x="443" y="377"/>
                </a:lnTo>
                <a:lnTo>
                  <a:pt x="442" y="378"/>
                </a:lnTo>
                <a:lnTo>
                  <a:pt x="442" y="379"/>
                </a:lnTo>
                <a:lnTo>
                  <a:pt x="441" y="380"/>
                </a:lnTo>
                <a:lnTo>
                  <a:pt x="441" y="381"/>
                </a:lnTo>
                <a:lnTo>
                  <a:pt x="440" y="381"/>
                </a:lnTo>
                <a:lnTo>
                  <a:pt x="439" y="382"/>
                </a:lnTo>
                <a:lnTo>
                  <a:pt x="438" y="383"/>
                </a:lnTo>
                <a:lnTo>
                  <a:pt x="437" y="383"/>
                </a:lnTo>
                <a:lnTo>
                  <a:pt x="437" y="384"/>
                </a:lnTo>
                <a:lnTo>
                  <a:pt x="437" y="385"/>
                </a:lnTo>
                <a:lnTo>
                  <a:pt x="436" y="385"/>
                </a:lnTo>
                <a:lnTo>
                  <a:pt x="436" y="386"/>
                </a:lnTo>
                <a:lnTo>
                  <a:pt x="435" y="387"/>
                </a:lnTo>
                <a:lnTo>
                  <a:pt x="434" y="388"/>
                </a:lnTo>
                <a:lnTo>
                  <a:pt x="434" y="389"/>
                </a:lnTo>
                <a:lnTo>
                  <a:pt x="433" y="390"/>
                </a:lnTo>
                <a:lnTo>
                  <a:pt x="432" y="391"/>
                </a:lnTo>
                <a:lnTo>
                  <a:pt x="431" y="392"/>
                </a:lnTo>
                <a:lnTo>
                  <a:pt x="430" y="392"/>
                </a:lnTo>
                <a:lnTo>
                  <a:pt x="430" y="391"/>
                </a:lnTo>
                <a:lnTo>
                  <a:pt x="429" y="391"/>
                </a:lnTo>
                <a:lnTo>
                  <a:pt x="429" y="392"/>
                </a:lnTo>
                <a:lnTo>
                  <a:pt x="428" y="392"/>
                </a:lnTo>
                <a:lnTo>
                  <a:pt x="427" y="391"/>
                </a:lnTo>
                <a:lnTo>
                  <a:pt x="427" y="392"/>
                </a:lnTo>
                <a:lnTo>
                  <a:pt x="427" y="393"/>
                </a:lnTo>
                <a:lnTo>
                  <a:pt x="427" y="394"/>
                </a:lnTo>
                <a:lnTo>
                  <a:pt x="426" y="394"/>
                </a:lnTo>
                <a:lnTo>
                  <a:pt x="425" y="394"/>
                </a:lnTo>
                <a:lnTo>
                  <a:pt x="425" y="393"/>
                </a:lnTo>
                <a:lnTo>
                  <a:pt x="424" y="393"/>
                </a:lnTo>
                <a:lnTo>
                  <a:pt x="424" y="392"/>
                </a:lnTo>
                <a:lnTo>
                  <a:pt x="424" y="391"/>
                </a:lnTo>
                <a:lnTo>
                  <a:pt x="424" y="389"/>
                </a:lnTo>
                <a:lnTo>
                  <a:pt x="424" y="388"/>
                </a:lnTo>
                <a:lnTo>
                  <a:pt x="424" y="387"/>
                </a:lnTo>
                <a:lnTo>
                  <a:pt x="424" y="386"/>
                </a:lnTo>
                <a:lnTo>
                  <a:pt x="423" y="386"/>
                </a:lnTo>
                <a:lnTo>
                  <a:pt x="423" y="385"/>
                </a:lnTo>
                <a:lnTo>
                  <a:pt x="422" y="385"/>
                </a:lnTo>
                <a:lnTo>
                  <a:pt x="422" y="384"/>
                </a:lnTo>
                <a:lnTo>
                  <a:pt x="421" y="384"/>
                </a:lnTo>
                <a:lnTo>
                  <a:pt x="421" y="385"/>
                </a:lnTo>
                <a:lnTo>
                  <a:pt x="420" y="385"/>
                </a:lnTo>
                <a:lnTo>
                  <a:pt x="419" y="385"/>
                </a:lnTo>
                <a:lnTo>
                  <a:pt x="418" y="386"/>
                </a:lnTo>
                <a:lnTo>
                  <a:pt x="417" y="387"/>
                </a:lnTo>
                <a:lnTo>
                  <a:pt x="416" y="388"/>
                </a:lnTo>
                <a:lnTo>
                  <a:pt x="416" y="389"/>
                </a:lnTo>
                <a:lnTo>
                  <a:pt x="415" y="389"/>
                </a:lnTo>
                <a:lnTo>
                  <a:pt x="415" y="390"/>
                </a:lnTo>
                <a:lnTo>
                  <a:pt x="414" y="391"/>
                </a:lnTo>
                <a:lnTo>
                  <a:pt x="413" y="390"/>
                </a:lnTo>
                <a:lnTo>
                  <a:pt x="413" y="389"/>
                </a:lnTo>
                <a:lnTo>
                  <a:pt x="412" y="389"/>
                </a:lnTo>
                <a:lnTo>
                  <a:pt x="412" y="388"/>
                </a:lnTo>
                <a:lnTo>
                  <a:pt x="412" y="387"/>
                </a:lnTo>
                <a:lnTo>
                  <a:pt x="412" y="385"/>
                </a:lnTo>
                <a:lnTo>
                  <a:pt x="412" y="384"/>
                </a:lnTo>
                <a:lnTo>
                  <a:pt x="411" y="383"/>
                </a:lnTo>
                <a:lnTo>
                  <a:pt x="411" y="382"/>
                </a:lnTo>
                <a:lnTo>
                  <a:pt x="411" y="380"/>
                </a:lnTo>
                <a:lnTo>
                  <a:pt x="410" y="378"/>
                </a:lnTo>
                <a:lnTo>
                  <a:pt x="410" y="377"/>
                </a:lnTo>
                <a:lnTo>
                  <a:pt x="410" y="376"/>
                </a:lnTo>
                <a:lnTo>
                  <a:pt x="410" y="375"/>
                </a:lnTo>
                <a:lnTo>
                  <a:pt x="411" y="374"/>
                </a:lnTo>
                <a:lnTo>
                  <a:pt x="412" y="373"/>
                </a:lnTo>
                <a:lnTo>
                  <a:pt x="412" y="372"/>
                </a:lnTo>
                <a:lnTo>
                  <a:pt x="413" y="372"/>
                </a:lnTo>
                <a:lnTo>
                  <a:pt x="414" y="371"/>
                </a:lnTo>
                <a:lnTo>
                  <a:pt x="414" y="370"/>
                </a:lnTo>
                <a:lnTo>
                  <a:pt x="415" y="370"/>
                </a:lnTo>
                <a:lnTo>
                  <a:pt x="416" y="369"/>
                </a:lnTo>
                <a:lnTo>
                  <a:pt x="417" y="369"/>
                </a:lnTo>
                <a:lnTo>
                  <a:pt x="417" y="368"/>
                </a:lnTo>
                <a:lnTo>
                  <a:pt x="418" y="367"/>
                </a:lnTo>
                <a:lnTo>
                  <a:pt x="418" y="366"/>
                </a:lnTo>
                <a:lnTo>
                  <a:pt x="419" y="365"/>
                </a:lnTo>
                <a:lnTo>
                  <a:pt x="419" y="364"/>
                </a:lnTo>
                <a:lnTo>
                  <a:pt x="419" y="363"/>
                </a:lnTo>
                <a:lnTo>
                  <a:pt x="420" y="362"/>
                </a:lnTo>
                <a:lnTo>
                  <a:pt x="420" y="361"/>
                </a:lnTo>
                <a:lnTo>
                  <a:pt x="420" y="360"/>
                </a:lnTo>
                <a:lnTo>
                  <a:pt x="420" y="359"/>
                </a:lnTo>
                <a:lnTo>
                  <a:pt x="419" y="360"/>
                </a:lnTo>
                <a:lnTo>
                  <a:pt x="418" y="361"/>
                </a:lnTo>
                <a:lnTo>
                  <a:pt x="418" y="362"/>
                </a:lnTo>
                <a:lnTo>
                  <a:pt x="417" y="363"/>
                </a:lnTo>
                <a:lnTo>
                  <a:pt x="416" y="364"/>
                </a:lnTo>
                <a:lnTo>
                  <a:pt x="415" y="365"/>
                </a:lnTo>
                <a:lnTo>
                  <a:pt x="415" y="366"/>
                </a:lnTo>
                <a:lnTo>
                  <a:pt x="414" y="367"/>
                </a:lnTo>
                <a:lnTo>
                  <a:pt x="413" y="368"/>
                </a:lnTo>
                <a:lnTo>
                  <a:pt x="412" y="369"/>
                </a:lnTo>
                <a:lnTo>
                  <a:pt x="411" y="368"/>
                </a:lnTo>
                <a:lnTo>
                  <a:pt x="411" y="367"/>
                </a:lnTo>
                <a:lnTo>
                  <a:pt x="411" y="366"/>
                </a:lnTo>
                <a:lnTo>
                  <a:pt x="411" y="365"/>
                </a:lnTo>
                <a:lnTo>
                  <a:pt x="412" y="363"/>
                </a:lnTo>
                <a:lnTo>
                  <a:pt x="412" y="362"/>
                </a:lnTo>
                <a:lnTo>
                  <a:pt x="411" y="361"/>
                </a:lnTo>
                <a:lnTo>
                  <a:pt x="411" y="360"/>
                </a:lnTo>
                <a:lnTo>
                  <a:pt x="411" y="359"/>
                </a:lnTo>
                <a:lnTo>
                  <a:pt x="410" y="359"/>
                </a:lnTo>
                <a:lnTo>
                  <a:pt x="407" y="357"/>
                </a:lnTo>
                <a:lnTo>
                  <a:pt x="406" y="357"/>
                </a:lnTo>
                <a:lnTo>
                  <a:pt x="405" y="358"/>
                </a:lnTo>
                <a:lnTo>
                  <a:pt x="404" y="359"/>
                </a:lnTo>
                <a:lnTo>
                  <a:pt x="403" y="360"/>
                </a:lnTo>
                <a:lnTo>
                  <a:pt x="402" y="361"/>
                </a:lnTo>
                <a:lnTo>
                  <a:pt x="401" y="362"/>
                </a:lnTo>
                <a:lnTo>
                  <a:pt x="400" y="362"/>
                </a:lnTo>
                <a:lnTo>
                  <a:pt x="400" y="363"/>
                </a:lnTo>
                <a:lnTo>
                  <a:pt x="399" y="363"/>
                </a:lnTo>
                <a:lnTo>
                  <a:pt x="399" y="364"/>
                </a:lnTo>
                <a:lnTo>
                  <a:pt x="400" y="364"/>
                </a:lnTo>
                <a:lnTo>
                  <a:pt x="400" y="365"/>
                </a:lnTo>
                <a:lnTo>
                  <a:pt x="399" y="365"/>
                </a:lnTo>
                <a:lnTo>
                  <a:pt x="399" y="366"/>
                </a:lnTo>
                <a:lnTo>
                  <a:pt x="399" y="367"/>
                </a:lnTo>
                <a:lnTo>
                  <a:pt x="398" y="367"/>
                </a:lnTo>
                <a:lnTo>
                  <a:pt x="398" y="368"/>
                </a:lnTo>
                <a:lnTo>
                  <a:pt x="398" y="369"/>
                </a:lnTo>
                <a:lnTo>
                  <a:pt x="399" y="369"/>
                </a:lnTo>
                <a:lnTo>
                  <a:pt x="398" y="369"/>
                </a:lnTo>
                <a:lnTo>
                  <a:pt x="397" y="369"/>
                </a:lnTo>
                <a:lnTo>
                  <a:pt x="396" y="369"/>
                </a:lnTo>
                <a:lnTo>
                  <a:pt x="396" y="370"/>
                </a:lnTo>
                <a:lnTo>
                  <a:pt x="396" y="371"/>
                </a:lnTo>
                <a:lnTo>
                  <a:pt x="395" y="371"/>
                </a:lnTo>
                <a:lnTo>
                  <a:pt x="394" y="371"/>
                </a:lnTo>
                <a:lnTo>
                  <a:pt x="394" y="372"/>
                </a:lnTo>
                <a:lnTo>
                  <a:pt x="393" y="372"/>
                </a:lnTo>
                <a:lnTo>
                  <a:pt x="393" y="371"/>
                </a:lnTo>
                <a:lnTo>
                  <a:pt x="392" y="371"/>
                </a:lnTo>
                <a:lnTo>
                  <a:pt x="392" y="372"/>
                </a:lnTo>
                <a:lnTo>
                  <a:pt x="392" y="373"/>
                </a:lnTo>
                <a:lnTo>
                  <a:pt x="391" y="374"/>
                </a:lnTo>
                <a:lnTo>
                  <a:pt x="391" y="375"/>
                </a:lnTo>
                <a:lnTo>
                  <a:pt x="390" y="375"/>
                </a:lnTo>
                <a:lnTo>
                  <a:pt x="390" y="376"/>
                </a:lnTo>
                <a:lnTo>
                  <a:pt x="390" y="377"/>
                </a:lnTo>
                <a:lnTo>
                  <a:pt x="389" y="377"/>
                </a:lnTo>
                <a:lnTo>
                  <a:pt x="389" y="378"/>
                </a:lnTo>
                <a:lnTo>
                  <a:pt x="388" y="378"/>
                </a:lnTo>
                <a:lnTo>
                  <a:pt x="388" y="377"/>
                </a:lnTo>
                <a:lnTo>
                  <a:pt x="387" y="377"/>
                </a:lnTo>
                <a:lnTo>
                  <a:pt x="386" y="377"/>
                </a:lnTo>
                <a:lnTo>
                  <a:pt x="386" y="378"/>
                </a:lnTo>
                <a:lnTo>
                  <a:pt x="386" y="377"/>
                </a:lnTo>
                <a:lnTo>
                  <a:pt x="385" y="377"/>
                </a:lnTo>
                <a:lnTo>
                  <a:pt x="385" y="376"/>
                </a:lnTo>
                <a:lnTo>
                  <a:pt x="384" y="375"/>
                </a:lnTo>
                <a:lnTo>
                  <a:pt x="383" y="376"/>
                </a:lnTo>
                <a:lnTo>
                  <a:pt x="382" y="376"/>
                </a:lnTo>
                <a:lnTo>
                  <a:pt x="382" y="375"/>
                </a:lnTo>
                <a:lnTo>
                  <a:pt x="381" y="375"/>
                </a:lnTo>
                <a:lnTo>
                  <a:pt x="380" y="375"/>
                </a:lnTo>
                <a:lnTo>
                  <a:pt x="380" y="374"/>
                </a:lnTo>
                <a:lnTo>
                  <a:pt x="379" y="374"/>
                </a:lnTo>
                <a:lnTo>
                  <a:pt x="379" y="375"/>
                </a:lnTo>
                <a:lnTo>
                  <a:pt x="378" y="375"/>
                </a:lnTo>
                <a:lnTo>
                  <a:pt x="377" y="375"/>
                </a:lnTo>
                <a:lnTo>
                  <a:pt x="377" y="376"/>
                </a:lnTo>
                <a:lnTo>
                  <a:pt x="376" y="377"/>
                </a:lnTo>
                <a:lnTo>
                  <a:pt x="375" y="377"/>
                </a:lnTo>
                <a:lnTo>
                  <a:pt x="375" y="376"/>
                </a:lnTo>
                <a:lnTo>
                  <a:pt x="374" y="376"/>
                </a:lnTo>
                <a:lnTo>
                  <a:pt x="373" y="376"/>
                </a:lnTo>
                <a:lnTo>
                  <a:pt x="373" y="375"/>
                </a:lnTo>
                <a:lnTo>
                  <a:pt x="373" y="374"/>
                </a:lnTo>
                <a:lnTo>
                  <a:pt x="371" y="374"/>
                </a:lnTo>
                <a:lnTo>
                  <a:pt x="370" y="374"/>
                </a:lnTo>
                <a:lnTo>
                  <a:pt x="369" y="373"/>
                </a:lnTo>
                <a:lnTo>
                  <a:pt x="368" y="373"/>
                </a:lnTo>
                <a:lnTo>
                  <a:pt x="368" y="374"/>
                </a:lnTo>
                <a:lnTo>
                  <a:pt x="367" y="374"/>
                </a:lnTo>
                <a:lnTo>
                  <a:pt x="367" y="373"/>
                </a:lnTo>
                <a:lnTo>
                  <a:pt x="367" y="374"/>
                </a:lnTo>
                <a:lnTo>
                  <a:pt x="366" y="375"/>
                </a:lnTo>
                <a:lnTo>
                  <a:pt x="366" y="376"/>
                </a:lnTo>
                <a:lnTo>
                  <a:pt x="366" y="377"/>
                </a:lnTo>
                <a:lnTo>
                  <a:pt x="365" y="378"/>
                </a:lnTo>
                <a:lnTo>
                  <a:pt x="365" y="379"/>
                </a:lnTo>
                <a:lnTo>
                  <a:pt x="364" y="379"/>
                </a:lnTo>
                <a:lnTo>
                  <a:pt x="364" y="380"/>
                </a:lnTo>
                <a:lnTo>
                  <a:pt x="363" y="380"/>
                </a:lnTo>
                <a:lnTo>
                  <a:pt x="363" y="381"/>
                </a:lnTo>
                <a:lnTo>
                  <a:pt x="363" y="380"/>
                </a:lnTo>
                <a:lnTo>
                  <a:pt x="362" y="381"/>
                </a:lnTo>
                <a:lnTo>
                  <a:pt x="361" y="382"/>
                </a:lnTo>
                <a:lnTo>
                  <a:pt x="361" y="383"/>
                </a:lnTo>
                <a:lnTo>
                  <a:pt x="360" y="383"/>
                </a:lnTo>
                <a:lnTo>
                  <a:pt x="359" y="383"/>
                </a:lnTo>
                <a:lnTo>
                  <a:pt x="358" y="383"/>
                </a:lnTo>
                <a:lnTo>
                  <a:pt x="357" y="383"/>
                </a:lnTo>
                <a:lnTo>
                  <a:pt x="356" y="383"/>
                </a:lnTo>
                <a:lnTo>
                  <a:pt x="356" y="384"/>
                </a:lnTo>
                <a:lnTo>
                  <a:pt x="356" y="385"/>
                </a:lnTo>
                <a:lnTo>
                  <a:pt x="355" y="385"/>
                </a:lnTo>
                <a:lnTo>
                  <a:pt x="354" y="385"/>
                </a:lnTo>
                <a:lnTo>
                  <a:pt x="353" y="386"/>
                </a:lnTo>
                <a:lnTo>
                  <a:pt x="353" y="387"/>
                </a:lnTo>
                <a:lnTo>
                  <a:pt x="353" y="386"/>
                </a:lnTo>
                <a:lnTo>
                  <a:pt x="353" y="384"/>
                </a:lnTo>
                <a:lnTo>
                  <a:pt x="353" y="383"/>
                </a:lnTo>
                <a:lnTo>
                  <a:pt x="354" y="383"/>
                </a:lnTo>
                <a:lnTo>
                  <a:pt x="354" y="382"/>
                </a:lnTo>
                <a:lnTo>
                  <a:pt x="354" y="381"/>
                </a:lnTo>
                <a:lnTo>
                  <a:pt x="355" y="381"/>
                </a:lnTo>
                <a:lnTo>
                  <a:pt x="355" y="380"/>
                </a:lnTo>
                <a:lnTo>
                  <a:pt x="355" y="379"/>
                </a:lnTo>
                <a:lnTo>
                  <a:pt x="355" y="378"/>
                </a:lnTo>
                <a:lnTo>
                  <a:pt x="354" y="378"/>
                </a:lnTo>
                <a:lnTo>
                  <a:pt x="354" y="377"/>
                </a:lnTo>
                <a:lnTo>
                  <a:pt x="353" y="377"/>
                </a:lnTo>
                <a:lnTo>
                  <a:pt x="352" y="377"/>
                </a:lnTo>
                <a:lnTo>
                  <a:pt x="351" y="377"/>
                </a:lnTo>
                <a:lnTo>
                  <a:pt x="351" y="376"/>
                </a:lnTo>
                <a:lnTo>
                  <a:pt x="350" y="376"/>
                </a:lnTo>
                <a:lnTo>
                  <a:pt x="349" y="376"/>
                </a:lnTo>
                <a:lnTo>
                  <a:pt x="349" y="375"/>
                </a:lnTo>
                <a:lnTo>
                  <a:pt x="348" y="375"/>
                </a:lnTo>
                <a:lnTo>
                  <a:pt x="348" y="374"/>
                </a:lnTo>
                <a:lnTo>
                  <a:pt x="348" y="373"/>
                </a:lnTo>
                <a:lnTo>
                  <a:pt x="349" y="372"/>
                </a:lnTo>
                <a:lnTo>
                  <a:pt x="349" y="371"/>
                </a:lnTo>
                <a:lnTo>
                  <a:pt x="348" y="371"/>
                </a:lnTo>
                <a:lnTo>
                  <a:pt x="348" y="372"/>
                </a:lnTo>
                <a:lnTo>
                  <a:pt x="347" y="372"/>
                </a:lnTo>
                <a:lnTo>
                  <a:pt x="347" y="373"/>
                </a:lnTo>
                <a:lnTo>
                  <a:pt x="346" y="373"/>
                </a:lnTo>
                <a:lnTo>
                  <a:pt x="345" y="374"/>
                </a:lnTo>
                <a:lnTo>
                  <a:pt x="345" y="375"/>
                </a:lnTo>
                <a:lnTo>
                  <a:pt x="345" y="374"/>
                </a:lnTo>
                <a:lnTo>
                  <a:pt x="344" y="374"/>
                </a:lnTo>
                <a:lnTo>
                  <a:pt x="344" y="373"/>
                </a:lnTo>
                <a:lnTo>
                  <a:pt x="344" y="372"/>
                </a:lnTo>
                <a:lnTo>
                  <a:pt x="344" y="371"/>
                </a:lnTo>
                <a:lnTo>
                  <a:pt x="343" y="371"/>
                </a:lnTo>
                <a:lnTo>
                  <a:pt x="342" y="371"/>
                </a:lnTo>
                <a:lnTo>
                  <a:pt x="342" y="370"/>
                </a:lnTo>
                <a:lnTo>
                  <a:pt x="342" y="371"/>
                </a:lnTo>
                <a:lnTo>
                  <a:pt x="341" y="371"/>
                </a:lnTo>
                <a:lnTo>
                  <a:pt x="340" y="371"/>
                </a:lnTo>
                <a:lnTo>
                  <a:pt x="339" y="371"/>
                </a:lnTo>
                <a:lnTo>
                  <a:pt x="338" y="371"/>
                </a:lnTo>
                <a:lnTo>
                  <a:pt x="338" y="370"/>
                </a:lnTo>
                <a:lnTo>
                  <a:pt x="338" y="371"/>
                </a:lnTo>
                <a:lnTo>
                  <a:pt x="337" y="371"/>
                </a:lnTo>
                <a:lnTo>
                  <a:pt x="337" y="370"/>
                </a:lnTo>
                <a:lnTo>
                  <a:pt x="337" y="369"/>
                </a:lnTo>
                <a:lnTo>
                  <a:pt x="336" y="369"/>
                </a:lnTo>
                <a:lnTo>
                  <a:pt x="336" y="368"/>
                </a:lnTo>
                <a:lnTo>
                  <a:pt x="335" y="368"/>
                </a:lnTo>
                <a:lnTo>
                  <a:pt x="335" y="369"/>
                </a:lnTo>
                <a:lnTo>
                  <a:pt x="334" y="369"/>
                </a:lnTo>
                <a:lnTo>
                  <a:pt x="333" y="369"/>
                </a:lnTo>
                <a:lnTo>
                  <a:pt x="333" y="368"/>
                </a:lnTo>
                <a:lnTo>
                  <a:pt x="333" y="367"/>
                </a:lnTo>
                <a:lnTo>
                  <a:pt x="333" y="366"/>
                </a:lnTo>
                <a:lnTo>
                  <a:pt x="334" y="366"/>
                </a:lnTo>
                <a:lnTo>
                  <a:pt x="334" y="365"/>
                </a:lnTo>
                <a:lnTo>
                  <a:pt x="334" y="363"/>
                </a:lnTo>
                <a:lnTo>
                  <a:pt x="334" y="362"/>
                </a:lnTo>
                <a:lnTo>
                  <a:pt x="334" y="361"/>
                </a:lnTo>
                <a:lnTo>
                  <a:pt x="333" y="361"/>
                </a:lnTo>
                <a:lnTo>
                  <a:pt x="333" y="360"/>
                </a:lnTo>
                <a:lnTo>
                  <a:pt x="332" y="360"/>
                </a:lnTo>
                <a:lnTo>
                  <a:pt x="332" y="361"/>
                </a:lnTo>
                <a:lnTo>
                  <a:pt x="333" y="361"/>
                </a:lnTo>
                <a:lnTo>
                  <a:pt x="333" y="362"/>
                </a:lnTo>
                <a:lnTo>
                  <a:pt x="332" y="362"/>
                </a:lnTo>
                <a:lnTo>
                  <a:pt x="332" y="361"/>
                </a:lnTo>
                <a:lnTo>
                  <a:pt x="331" y="361"/>
                </a:lnTo>
                <a:lnTo>
                  <a:pt x="331" y="360"/>
                </a:lnTo>
                <a:lnTo>
                  <a:pt x="331" y="361"/>
                </a:lnTo>
                <a:lnTo>
                  <a:pt x="330" y="361"/>
                </a:lnTo>
                <a:lnTo>
                  <a:pt x="330" y="360"/>
                </a:lnTo>
                <a:lnTo>
                  <a:pt x="329" y="359"/>
                </a:lnTo>
                <a:lnTo>
                  <a:pt x="328" y="359"/>
                </a:lnTo>
                <a:lnTo>
                  <a:pt x="327" y="359"/>
                </a:lnTo>
                <a:lnTo>
                  <a:pt x="327" y="358"/>
                </a:lnTo>
                <a:lnTo>
                  <a:pt x="326" y="358"/>
                </a:lnTo>
                <a:lnTo>
                  <a:pt x="326" y="357"/>
                </a:lnTo>
                <a:lnTo>
                  <a:pt x="325" y="357"/>
                </a:lnTo>
                <a:lnTo>
                  <a:pt x="324" y="357"/>
                </a:lnTo>
                <a:lnTo>
                  <a:pt x="323" y="357"/>
                </a:lnTo>
                <a:lnTo>
                  <a:pt x="323" y="356"/>
                </a:lnTo>
                <a:lnTo>
                  <a:pt x="323" y="355"/>
                </a:lnTo>
                <a:lnTo>
                  <a:pt x="324" y="353"/>
                </a:lnTo>
                <a:lnTo>
                  <a:pt x="324" y="352"/>
                </a:lnTo>
                <a:lnTo>
                  <a:pt x="323" y="352"/>
                </a:lnTo>
                <a:lnTo>
                  <a:pt x="323" y="353"/>
                </a:lnTo>
                <a:lnTo>
                  <a:pt x="322" y="353"/>
                </a:lnTo>
                <a:lnTo>
                  <a:pt x="321" y="353"/>
                </a:lnTo>
                <a:lnTo>
                  <a:pt x="321" y="352"/>
                </a:lnTo>
                <a:lnTo>
                  <a:pt x="320" y="352"/>
                </a:lnTo>
                <a:lnTo>
                  <a:pt x="320" y="351"/>
                </a:lnTo>
                <a:lnTo>
                  <a:pt x="319" y="351"/>
                </a:lnTo>
                <a:lnTo>
                  <a:pt x="318" y="351"/>
                </a:lnTo>
                <a:lnTo>
                  <a:pt x="318" y="350"/>
                </a:lnTo>
                <a:lnTo>
                  <a:pt x="317" y="350"/>
                </a:lnTo>
                <a:lnTo>
                  <a:pt x="317" y="351"/>
                </a:lnTo>
                <a:lnTo>
                  <a:pt x="317" y="350"/>
                </a:lnTo>
                <a:lnTo>
                  <a:pt x="316" y="349"/>
                </a:lnTo>
                <a:lnTo>
                  <a:pt x="316" y="350"/>
                </a:lnTo>
                <a:lnTo>
                  <a:pt x="316" y="351"/>
                </a:lnTo>
                <a:lnTo>
                  <a:pt x="316" y="350"/>
                </a:lnTo>
                <a:lnTo>
                  <a:pt x="315" y="350"/>
                </a:lnTo>
                <a:lnTo>
                  <a:pt x="315" y="349"/>
                </a:lnTo>
                <a:lnTo>
                  <a:pt x="314" y="349"/>
                </a:lnTo>
                <a:lnTo>
                  <a:pt x="313" y="349"/>
                </a:lnTo>
                <a:lnTo>
                  <a:pt x="312" y="349"/>
                </a:lnTo>
                <a:lnTo>
                  <a:pt x="312" y="348"/>
                </a:lnTo>
                <a:lnTo>
                  <a:pt x="312" y="347"/>
                </a:lnTo>
                <a:lnTo>
                  <a:pt x="311" y="347"/>
                </a:lnTo>
                <a:lnTo>
                  <a:pt x="310" y="347"/>
                </a:lnTo>
                <a:lnTo>
                  <a:pt x="310" y="346"/>
                </a:lnTo>
                <a:lnTo>
                  <a:pt x="309" y="346"/>
                </a:lnTo>
                <a:lnTo>
                  <a:pt x="309" y="345"/>
                </a:lnTo>
                <a:lnTo>
                  <a:pt x="308" y="345"/>
                </a:lnTo>
                <a:lnTo>
                  <a:pt x="307" y="345"/>
                </a:lnTo>
                <a:lnTo>
                  <a:pt x="307" y="346"/>
                </a:lnTo>
                <a:lnTo>
                  <a:pt x="307" y="345"/>
                </a:lnTo>
                <a:lnTo>
                  <a:pt x="306" y="345"/>
                </a:lnTo>
                <a:lnTo>
                  <a:pt x="306" y="344"/>
                </a:lnTo>
                <a:lnTo>
                  <a:pt x="305" y="344"/>
                </a:lnTo>
                <a:lnTo>
                  <a:pt x="304" y="344"/>
                </a:lnTo>
                <a:lnTo>
                  <a:pt x="303" y="344"/>
                </a:lnTo>
                <a:lnTo>
                  <a:pt x="303" y="345"/>
                </a:lnTo>
                <a:lnTo>
                  <a:pt x="303" y="346"/>
                </a:lnTo>
                <a:lnTo>
                  <a:pt x="302" y="346"/>
                </a:lnTo>
                <a:lnTo>
                  <a:pt x="301" y="347"/>
                </a:lnTo>
                <a:lnTo>
                  <a:pt x="301" y="346"/>
                </a:lnTo>
                <a:lnTo>
                  <a:pt x="301" y="347"/>
                </a:lnTo>
                <a:lnTo>
                  <a:pt x="300" y="347"/>
                </a:lnTo>
                <a:lnTo>
                  <a:pt x="299" y="347"/>
                </a:lnTo>
                <a:lnTo>
                  <a:pt x="299" y="348"/>
                </a:lnTo>
                <a:lnTo>
                  <a:pt x="298" y="348"/>
                </a:lnTo>
                <a:lnTo>
                  <a:pt x="298" y="347"/>
                </a:lnTo>
                <a:lnTo>
                  <a:pt x="298" y="348"/>
                </a:lnTo>
                <a:lnTo>
                  <a:pt x="298" y="347"/>
                </a:lnTo>
                <a:lnTo>
                  <a:pt x="297" y="347"/>
                </a:lnTo>
                <a:lnTo>
                  <a:pt x="297" y="348"/>
                </a:lnTo>
                <a:lnTo>
                  <a:pt x="297" y="347"/>
                </a:lnTo>
                <a:lnTo>
                  <a:pt x="296" y="347"/>
                </a:lnTo>
                <a:lnTo>
                  <a:pt x="295" y="347"/>
                </a:lnTo>
                <a:lnTo>
                  <a:pt x="294" y="347"/>
                </a:lnTo>
                <a:lnTo>
                  <a:pt x="293" y="347"/>
                </a:lnTo>
                <a:lnTo>
                  <a:pt x="292" y="347"/>
                </a:lnTo>
                <a:lnTo>
                  <a:pt x="291" y="347"/>
                </a:lnTo>
                <a:lnTo>
                  <a:pt x="290" y="347"/>
                </a:lnTo>
                <a:lnTo>
                  <a:pt x="290" y="346"/>
                </a:lnTo>
                <a:lnTo>
                  <a:pt x="290" y="347"/>
                </a:lnTo>
                <a:lnTo>
                  <a:pt x="289" y="347"/>
                </a:lnTo>
                <a:lnTo>
                  <a:pt x="288" y="346"/>
                </a:lnTo>
                <a:lnTo>
                  <a:pt x="288" y="347"/>
                </a:lnTo>
                <a:lnTo>
                  <a:pt x="287" y="347"/>
                </a:lnTo>
                <a:lnTo>
                  <a:pt x="287" y="346"/>
                </a:lnTo>
                <a:lnTo>
                  <a:pt x="286" y="346"/>
                </a:lnTo>
                <a:lnTo>
                  <a:pt x="286" y="345"/>
                </a:lnTo>
                <a:lnTo>
                  <a:pt x="285" y="345"/>
                </a:lnTo>
                <a:lnTo>
                  <a:pt x="286" y="345"/>
                </a:lnTo>
                <a:lnTo>
                  <a:pt x="285" y="345"/>
                </a:lnTo>
                <a:lnTo>
                  <a:pt x="285" y="344"/>
                </a:lnTo>
                <a:lnTo>
                  <a:pt x="285" y="343"/>
                </a:lnTo>
                <a:lnTo>
                  <a:pt x="284" y="343"/>
                </a:lnTo>
                <a:lnTo>
                  <a:pt x="283" y="344"/>
                </a:lnTo>
                <a:lnTo>
                  <a:pt x="282" y="344"/>
                </a:lnTo>
                <a:lnTo>
                  <a:pt x="281" y="344"/>
                </a:lnTo>
                <a:lnTo>
                  <a:pt x="280" y="344"/>
                </a:lnTo>
                <a:lnTo>
                  <a:pt x="279" y="344"/>
                </a:lnTo>
                <a:lnTo>
                  <a:pt x="279" y="343"/>
                </a:lnTo>
                <a:lnTo>
                  <a:pt x="278" y="343"/>
                </a:lnTo>
                <a:lnTo>
                  <a:pt x="278" y="344"/>
                </a:lnTo>
                <a:lnTo>
                  <a:pt x="277" y="344"/>
                </a:lnTo>
                <a:lnTo>
                  <a:pt x="277" y="343"/>
                </a:lnTo>
                <a:lnTo>
                  <a:pt x="276" y="344"/>
                </a:lnTo>
                <a:lnTo>
                  <a:pt x="275" y="344"/>
                </a:lnTo>
                <a:lnTo>
                  <a:pt x="275" y="345"/>
                </a:lnTo>
                <a:lnTo>
                  <a:pt x="274" y="345"/>
                </a:lnTo>
                <a:lnTo>
                  <a:pt x="273" y="345"/>
                </a:lnTo>
                <a:lnTo>
                  <a:pt x="272" y="345"/>
                </a:lnTo>
                <a:lnTo>
                  <a:pt x="272" y="344"/>
                </a:lnTo>
                <a:lnTo>
                  <a:pt x="272" y="343"/>
                </a:lnTo>
                <a:lnTo>
                  <a:pt x="272" y="342"/>
                </a:lnTo>
                <a:lnTo>
                  <a:pt x="272" y="343"/>
                </a:lnTo>
                <a:lnTo>
                  <a:pt x="271" y="343"/>
                </a:lnTo>
                <a:lnTo>
                  <a:pt x="271" y="342"/>
                </a:lnTo>
                <a:lnTo>
                  <a:pt x="272" y="342"/>
                </a:lnTo>
                <a:lnTo>
                  <a:pt x="272" y="341"/>
                </a:lnTo>
                <a:lnTo>
                  <a:pt x="271" y="341"/>
                </a:lnTo>
                <a:lnTo>
                  <a:pt x="270" y="341"/>
                </a:lnTo>
                <a:lnTo>
                  <a:pt x="269" y="341"/>
                </a:lnTo>
                <a:lnTo>
                  <a:pt x="269" y="342"/>
                </a:lnTo>
                <a:lnTo>
                  <a:pt x="268" y="342"/>
                </a:lnTo>
                <a:lnTo>
                  <a:pt x="268" y="341"/>
                </a:lnTo>
                <a:lnTo>
                  <a:pt x="268" y="340"/>
                </a:lnTo>
                <a:lnTo>
                  <a:pt x="267" y="340"/>
                </a:lnTo>
                <a:lnTo>
                  <a:pt x="267" y="339"/>
                </a:lnTo>
                <a:lnTo>
                  <a:pt x="267" y="338"/>
                </a:lnTo>
                <a:lnTo>
                  <a:pt x="266" y="338"/>
                </a:lnTo>
                <a:lnTo>
                  <a:pt x="266" y="339"/>
                </a:lnTo>
                <a:lnTo>
                  <a:pt x="266" y="338"/>
                </a:lnTo>
                <a:lnTo>
                  <a:pt x="265" y="338"/>
                </a:lnTo>
                <a:lnTo>
                  <a:pt x="264" y="338"/>
                </a:lnTo>
                <a:lnTo>
                  <a:pt x="264" y="337"/>
                </a:lnTo>
                <a:lnTo>
                  <a:pt x="264" y="336"/>
                </a:lnTo>
                <a:lnTo>
                  <a:pt x="264" y="335"/>
                </a:lnTo>
                <a:lnTo>
                  <a:pt x="263" y="335"/>
                </a:lnTo>
                <a:lnTo>
                  <a:pt x="262" y="335"/>
                </a:lnTo>
                <a:lnTo>
                  <a:pt x="261" y="335"/>
                </a:lnTo>
                <a:lnTo>
                  <a:pt x="261" y="334"/>
                </a:lnTo>
                <a:lnTo>
                  <a:pt x="261" y="333"/>
                </a:lnTo>
                <a:lnTo>
                  <a:pt x="260" y="333"/>
                </a:lnTo>
                <a:lnTo>
                  <a:pt x="260" y="332"/>
                </a:lnTo>
                <a:lnTo>
                  <a:pt x="259" y="332"/>
                </a:lnTo>
                <a:lnTo>
                  <a:pt x="257" y="332"/>
                </a:lnTo>
                <a:lnTo>
                  <a:pt x="256" y="332"/>
                </a:lnTo>
                <a:lnTo>
                  <a:pt x="255" y="332"/>
                </a:lnTo>
                <a:lnTo>
                  <a:pt x="254" y="332"/>
                </a:lnTo>
                <a:lnTo>
                  <a:pt x="253" y="332"/>
                </a:lnTo>
                <a:lnTo>
                  <a:pt x="252" y="332"/>
                </a:lnTo>
                <a:lnTo>
                  <a:pt x="251" y="332"/>
                </a:lnTo>
                <a:lnTo>
                  <a:pt x="251" y="331"/>
                </a:lnTo>
                <a:lnTo>
                  <a:pt x="250" y="331"/>
                </a:lnTo>
                <a:lnTo>
                  <a:pt x="249" y="331"/>
                </a:lnTo>
                <a:lnTo>
                  <a:pt x="248" y="331"/>
                </a:lnTo>
                <a:lnTo>
                  <a:pt x="247" y="331"/>
                </a:lnTo>
                <a:lnTo>
                  <a:pt x="246" y="331"/>
                </a:lnTo>
                <a:lnTo>
                  <a:pt x="243" y="331"/>
                </a:lnTo>
                <a:lnTo>
                  <a:pt x="240" y="331"/>
                </a:lnTo>
                <a:lnTo>
                  <a:pt x="239" y="331"/>
                </a:lnTo>
                <a:lnTo>
                  <a:pt x="238" y="331"/>
                </a:lnTo>
                <a:lnTo>
                  <a:pt x="238" y="330"/>
                </a:lnTo>
                <a:lnTo>
                  <a:pt x="237" y="330"/>
                </a:lnTo>
                <a:lnTo>
                  <a:pt x="236" y="330"/>
                </a:lnTo>
                <a:lnTo>
                  <a:pt x="235" y="330"/>
                </a:lnTo>
                <a:lnTo>
                  <a:pt x="234" y="330"/>
                </a:lnTo>
                <a:lnTo>
                  <a:pt x="233" y="330"/>
                </a:lnTo>
                <a:lnTo>
                  <a:pt x="232" y="330"/>
                </a:lnTo>
                <a:lnTo>
                  <a:pt x="231" y="330"/>
                </a:lnTo>
                <a:lnTo>
                  <a:pt x="231" y="329"/>
                </a:lnTo>
                <a:lnTo>
                  <a:pt x="230" y="329"/>
                </a:lnTo>
                <a:lnTo>
                  <a:pt x="231" y="329"/>
                </a:lnTo>
                <a:lnTo>
                  <a:pt x="231" y="328"/>
                </a:lnTo>
                <a:lnTo>
                  <a:pt x="230" y="328"/>
                </a:lnTo>
                <a:lnTo>
                  <a:pt x="230" y="327"/>
                </a:lnTo>
                <a:lnTo>
                  <a:pt x="231" y="327"/>
                </a:lnTo>
                <a:lnTo>
                  <a:pt x="231" y="326"/>
                </a:lnTo>
                <a:lnTo>
                  <a:pt x="230" y="326"/>
                </a:lnTo>
                <a:lnTo>
                  <a:pt x="230" y="325"/>
                </a:lnTo>
                <a:lnTo>
                  <a:pt x="231" y="325"/>
                </a:lnTo>
                <a:lnTo>
                  <a:pt x="230" y="325"/>
                </a:lnTo>
                <a:lnTo>
                  <a:pt x="230" y="324"/>
                </a:lnTo>
                <a:lnTo>
                  <a:pt x="229" y="324"/>
                </a:lnTo>
                <a:lnTo>
                  <a:pt x="229" y="325"/>
                </a:lnTo>
                <a:lnTo>
                  <a:pt x="228" y="325"/>
                </a:lnTo>
                <a:lnTo>
                  <a:pt x="227" y="324"/>
                </a:lnTo>
                <a:lnTo>
                  <a:pt x="226" y="324"/>
                </a:lnTo>
                <a:lnTo>
                  <a:pt x="225" y="324"/>
                </a:lnTo>
                <a:lnTo>
                  <a:pt x="224" y="324"/>
                </a:lnTo>
                <a:lnTo>
                  <a:pt x="224" y="323"/>
                </a:lnTo>
                <a:lnTo>
                  <a:pt x="223" y="323"/>
                </a:lnTo>
                <a:lnTo>
                  <a:pt x="223" y="324"/>
                </a:lnTo>
                <a:lnTo>
                  <a:pt x="222" y="324"/>
                </a:lnTo>
                <a:lnTo>
                  <a:pt x="222" y="323"/>
                </a:lnTo>
                <a:lnTo>
                  <a:pt x="221" y="323"/>
                </a:lnTo>
                <a:lnTo>
                  <a:pt x="220" y="324"/>
                </a:lnTo>
                <a:lnTo>
                  <a:pt x="219" y="324"/>
                </a:lnTo>
                <a:lnTo>
                  <a:pt x="218" y="324"/>
                </a:lnTo>
                <a:lnTo>
                  <a:pt x="217" y="324"/>
                </a:lnTo>
                <a:lnTo>
                  <a:pt x="216" y="324"/>
                </a:lnTo>
                <a:lnTo>
                  <a:pt x="215" y="324"/>
                </a:lnTo>
                <a:lnTo>
                  <a:pt x="214" y="324"/>
                </a:lnTo>
                <a:lnTo>
                  <a:pt x="214" y="325"/>
                </a:lnTo>
                <a:lnTo>
                  <a:pt x="215" y="325"/>
                </a:lnTo>
                <a:lnTo>
                  <a:pt x="215" y="326"/>
                </a:lnTo>
                <a:lnTo>
                  <a:pt x="215" y="327"/>
                </a:lnTo>
                <a:lnTo>
                  <a:pt x="215" y="328"/>
                </a:lnTo>
                <a:lnTo>
                  <a:pt x="215" y="327"/>
                </a:lnTo>
                <a:lnTo>
                  <a:pt x="215" y="328"/>
                </a:lnTo>
                <a:lnTo>
                  <a:pt x="215" y="329"/>
                </a:lnTo>
                <a:lnTo>
                  <a:pt x="215" y="330"/>
                </a:lnTo>
                <a:lnTo>
                  <a:pt x="215" y="331"/>
                </a:lnTo>
                <a:lnTo>
                  <a:pt x="214" y="331"/>
                </a:lnTo>
                <a:lnTo>
                  <a:pt x="214" y="332"/>
                </a:lnTo>
                <a:lnTo>
                  <a:pt x="213" y="332"/>
                </a:lnTo>
                <a:lnTo>
                  <a:pt x="212" y="332"/>
                </a:lnTo>
                <a:lnTo>
                  <a:pt x="212" y="333"/>
                </a:lnTo>
                <a:lnTo>
                  <a:pt x="211" y="333"/>
                </a:lnTo>
                <a:lnTo>
                  <a:pt x="211" y="332"/>
                </a:lnTo>
                <a:lnTo>
                  <a:pt x="210" y="332"/>
                </a:lnTo>
                <a:lnTo>
                  <a:pt x="209" y="332"/>
                </a:lnTo>
                <a:lnTo>
                  <a:pt x="209" y="330"/>
                </a:lnTo>
                <a:lnTo>
                  <a:pt x="209" y="329"/>
                </a:lnTo>
                <a:lnTo>
                  <a:pt x="208" y="330"/>
                </a:lnTo>
                <a:lnTo>
                  <a:pt x="208" y="329"/>
                </a:lnTo>
                <a:lnTo>
                  <a:pt x="207" y="329"/>
                </a:lnTo>
                <a:lnTo>
                  <a:pt x="207" y="328"/>
                </a:lnTo>
                <a:lnTo>
                  <a:pt x="206" y="328"/>
                </a:lnTo>
                <a:lnTo>
                  <a:pt x="205" y="328"/>
                </a:lnTo>
                <a:lnTo>
                  <a:pt x="205" y="329"/>
                </a:lnTo>
                <a:lnTo>
                  <a:pt x="204" y="329"/>
                </a:lnTo>
                <a:lnTo>
                  <a:pt x="203" y="330"/>
                </a:lnTo>
                <a:lnTo>
                  <a:pt x="202" y="330"/>
                </a:lnTo>
                <a:lnTo>
                  <a:pt x="201" y="330"/>
                </a:lnTo>
                <a:lnTo>
                  <a:pt x="200" y="330"/>
                </a:lnTo>
                <a:lnTo>
                  <a:pt x="199" y="330"/>
                </a:lnTo>
                <a:lnTo>
                  <a:pt x="198" y="330"/>
                </a:lnTo>
                <a:lnTo>
                  <a:pt x="198" y="331"/>
                </a:lnTo>
                <a:lnTo>
                  <a:pt x="198" y="330"/>
                </a:lnTo>
                <a:lnTo>
                  <a:pt x="197" y="330"/>
                </a:lnTo>
                <a:lnTo>
                  <a:pt x="197" y="331"/>
                </a:lnTo>
                <a:lnTo>
                  <a:pt x="197" y="330"/>
                </a:lnTo>
                <a:lnTo>
                  <a:pt x="196" y="330"/>
                </a:lnTo>
                <a:lnTo>
                  <a:pt x="196" y="329"/>
                </a:lnTo>
                <a:lnTo>
                  <a:pt x="195" y="329"/>
                </a:lnTo>
                <a:lnTo>
                  <a:pt x="195" y="330"/>
                </a:lnTo>
                <a:lnTo>
                  <a:pt x="194" y="330"/>
                </a:lnTo>
                <a:lnTo>
                  <a:pt x="194" y="331"/>
                </a:lnTo>
                <a:lnTo>
                  <a:pt x="193" y="331"/>
                </a:lnTo>
                <a:lnTo>
                  <a:pt x="193" y="330"/>
                </a:lnTo>
                <a:lnTo>
                  <a:pt x="192" y="330"/>
                </a:lnTo>
                <a:lnTo>
                  <a:pt x="192" y="331"/>
                </a:lnTo>
                <a:lnTo>
                  <a:pt x="192" y="332"/>
                </a:lnTo>
                <a:lnTo>
                  <a:pt x="192" y="333"/>
                </a:lnTo>
                <a:lnTo>
                  <a:pt x="192" y="334"/>
                </a:lnTo>
                <a:lnTo>
                  <a:pt x="192" y="335"/>
                </a:lnTo>
                <a:lnTo>
                  <a:pt x="193" y="335"/>
                </a:lnTo>
                <a:lnTo>
                  <a:pt x="194" y="335"/>
                </a:lnTo>
                <a:lnTo>
                  <a:pt x="194" y="336"/>
                </a:lnTo>
                <a:lnTo>
                  <a:pt x="195" y="336"/>
                </a:lnTo>
                <a:lnTo>
                  <a:pt x="196" y="336"/>
                </a:lnTo>
                <a:lnTo>
                  <a:pt x="197" y="336"/>
                </a:lnTo>
                <a:lnTo>
                  <a:pt x="197" y="337"/>
                </a:lnTo>
                <a:lnTo>
                  <a:pt x="198" y="337"/>
                </a:lnTo>
                <a:lnTo>
                  <a:pt x="197" y="338"/>
                </a:lnTo>
                <a:lnTo>
                  <a:pt x="196" y="338"/>
                </a:lnTo>
                <a:lnTo>
                  <a:pt x="195" y="339"/>
                </a:lnTo>
                <a:lnTo>
                  <a:pt x="194" y="339"/>
                </a:lnTo>
                <a:lnTo>
                  <a:pt x="194" y="340"/>
                </a:lnTo>
                <a:lnTo>
                  <a:pt x="194" y="341"/>
                </a:lnTo>
                <a:lnTo>
                  <a:pt x="193" y="341"/>
                </a:lnTo>
                <a:lnTo>
                  <a:pt x="193" y="342"/>
                </a:lnTo>
                <a:lnTo>
                  <a:pt x="193" y="343"/>
                </a:lnTo>
                <a:lnTo>
                  <a:pt x="193" y="344"/>
                </a:lnTo>
                <a:lnTo>
                  <a:pt x="193" y="345"/>
                </a:lnTo>
                <a:lnTo>
                  <a:pt x="194" y="345"/>
                </a:lnTo>
                <a:lnTo>
                  <a:pt x="194" y="346"/>
                </a:lnTo>
                <a:lnTo>
                  <a:pt x="195" y="346"/>
                </a:lnTo>
                <a:lnTo>
                  <a:pt x="196" y="346"/>
                </a:lnTo>
                <a:lnTo>
                  <a:pt x="196" y="347"/>
                </a:lnTo>
                <a:lnTo>
                  <a:pt x="196" y="348"/>
                </a:lnTo>
                <a:lnTo>
                  <a:pt x="195" y="348"/>
                </a:lnTo>
                <a:lnTo>
                  <a:pt x="195" y="349"/>
                </a:lnTo>
                <a:lnTo>
                  <a:pt x="196" y="349"/>
                </a:lnTo>
                <a:lnTo>
                  <a:pt x="197" y="350"/>
                </a:lnTo>
                <a:lnTo>
                  <a:pt x="197" y="351"/>
                </a:lnTo>
                <a:lnTo>
                  <a:pt x="197" y="352"/>
                </a:lnTo>
                <a:lnTo>
                  <a:pt x="198" y="352"/>
                </a:lnTo>
                <a:lnTo>
                  <a:pt x="199" y="352"/>
                </a:lnTo>
                <a:lnTo>
                  <a:pt x="200" y="353"/>
                </a:lnTo>
                <a:lnTo>
                  <a:pt x="201" y="353"/>
                </a:lnTo>
                <a:lnTo>
                  <a:pt x="202" y="353"/>
                </a:lnTo>
                <a:lnTo>
                  <a:pt x="202" y="352"/>
                </a:lnTo>
                <a:lnTo>
                  <a:pt x="202" y="353"/>
                </a:lnTo>
                <a:lnTo>
                  <a:pt x="203" y="353"/>
                </a:lnTo>
                <a:lnTo>
                  <a:pt x="203" y="354"/>
                </a:lnTo>
                <a:lnTo>
                  <a:pt x="203" y="355"/>
                </a:lnTo>
                <a:lnTo>
                  <a:pt x="204" y="355"/>
                </a:lnTo>
                <a:lnTo>
                  <a:pt x="204" y="356"/>
                </a:lnTo>
                <a:lnTo>
                  <a:pt x="204" y="357"/>
                </a:lnTo>
                <a:lnTo>
                  <a:pt x="205" y="358"/>
                </a:lnTo>
                <a:lnTo>
                  <a:pt x="205" y="359"/>
                </a:lnTo>
                <a:lnTo>
                  <a:pt x="205" y="360"/>
                </a:lnTo>
                <a:lnTo>
                  <a:pt x="204" y="360"/>
                </a:lnTo>
                <a:lnTo>
                  <a:pt x="204" y="361"/>
                </a:lnTo>
                <a:lnTo>
                  <a:pt x="203" y="361"/>
                </a:lnTo>
                <a:lnTo>
                  <a:pt x="203" y="362"/>
                </a:lnTo>
                <a:lnTo>
                  <a:pt x="202" y="362"/>
                </a:lnTo>
                <a:lnTo>
                  <a:pt x="201" y="363"/>
                </a:lnTo>
                <a:lnTo>
                  <a:pt x="200" y="363"/>
                </a:lnTo>
                <a:lnTo>
                  <a:pt x="201" y="363"/>
                </a:lnTo>
                <a:lnTo>
                  <a:pt x="200" y="363"/>
                </a:lnTo>
                <a:lnTo>
                  <a:pt x="200" y="364"/>
                </a:lnTo>
                <a:lnTo>
                  <a:pt x="200" y="363"/>
                </a:lnTo>
                <a:lnTo>
                  <a:pt x="199" y="364"/>
                </a:lnTo>
                <a:lnTo>
                  <a:pt x="199" y="365"/>
                </a:lnTo>
                <a:lnTo>
                  <a:pt x="198" y="365"/>
                </a:lnTo>
                <a:lnTo>
                  <a:pt x="197" y="366"/>
                </a:lnTo>
                <a:lnTo>
                  <a:pt x="197" y="365"/>
                </a:lnTo>
                <a:lnTo>
                  <a:pt x="197" y="366"/>
                </a:lnTo>
                <a:lnTo>
                  <a:pt x="196" y="366"/>
                </a:lnTo>
                <a:lnTo>
                  <a:pt x="196" y="367"/>
                </a:lnTo>
                <a:lnTo>
                  <a:pt x="195" y="367"/>
                </a:lnTo>
                <a:lnTo>
                  <a:pt x="194" y="367"/>
                </a:lnTo>
                <a:lnTo>
                  <a:pt x="193" y="367"/>
                </a:lnTo>
                <a:lnTo>
                  <a:pt x="194" y="367"/>
                </a:lnTo>
                <a:lnTo>
                  <a:pt x="193" y="367"/>
                </a:lnTo>
                <a:lnTo>
                  <a:pt x="192" y="367"/>
                </a:lnTo>
                <a:lnTo>
                  <a:pt x="191" y="366"/>
                </a:lnTo>
                <a:lnTo>
                  <a:pt x="190" y="366"/>
                </a:lnTo>
                <a:lnTo>
                  <a:pt x="190" y="365"/>
                </a:lnTo>
                <a:lnTo>
                  <a:pt x="189" y="365"/>
                </a:lnTo>
                <a:lnTo>
                  <a:pt x="189" y="366"/>
                </a:lnTo>
                <a:lnTo>
                  <a:pt x="188" y="367"/>
                </a:lnTo>
                <a:lnTo>
                  <a:pt x="188" y="369"/>
                </a:lnTo>
                <a:lnTo>
                  <a:pt x="188" y="370"/>
                </a:lnTo>
                <a:lnTo>
                  <a:pt x="187" y="370"/>
                </a:lnTo>
                <a:lnTo>
                  <a:pt x="187" y="371"/>
                </a:lnTo>
                <a:lnTo>
                  <a:pt x="187" y="370"/>
                </a:lnTo>
                <a:lnTo>
                  <a:pt x="186" y="370"/>
                </a:lnTo>
                <a:lnTo>
                  <a:pt x="186" y="371"/>
                </a:lnTo>
                <a:lnTo>
                  <a:pt x="185" y="371"/>
                </a:lnTo>
                <a:lnTo>
                  <a:pt x="185" y="370"/>
                </a:lnTo>
                <a:lnTo>
                  <a:pt x="185" y="371"/>
                </a:lnTo>
                <a:lnTo>
                  <a:pt x="184" y="371"/>
                </a:lnTo>
                <a:lnTo>
                  <a:pt x="183" y="372"/>
                </a:lnTo>
                <a:lnTo>
                  <a:pt x="182" y="372"/>
                </a:lnTo>
                <a:lnTo>
                  <a:pt x="182" y="373"/>
                </a:lnTo>
                <a:lnTo>
                  <a:pt x="181" y="373"/>
                </a:lnTo>
                <a:lnTo>
                  <a:pt x="181" y="374"/>
                </a:lnTo>
                <a:lnTo>
                  <a:pt x="181" y="373"/>
                </a:lnTo>
                <a:lnTo>
                  <a:pt x="180" y="373"/>
                </a:lnTo>
                <a:lnTo>
                  <a:pt x="179" y="373"/>
                </a:lnTo>
                <a:lnTo>
                  <a:pt x="179" y="372"/>
                </a:lnTo>
                <a:lnTo>
                  <a:pt x="179" y="371"/>
                </a:lnTo>
                <a:lnTo>
                  <a:pt x="178" y="370"/>
                </a:lnTo>
                <a:lnTo>
                  <a:pt x="177" y="370"/>
                </a:lnTo>
                <a:lnTo>
                  <a:pt x="176" y="370"/>
                </a:lnTo>
                <a:lnTo>
                  <a:pt x="175" y="370"/>
                </a:lnTo>
                <a:lnTo>
                  <a:pt x="175" y="371"/>
                </a:lnTo>
                <a:lnTo>
                  <a:pt x="174" y="370"/>
                </a:lnTo>
                <a:lnTo>
                  <a:pt x="174" y="369"/>
                </a:lnTo>
                <a:lnTo>
                  <a:pt x="173" y="369"/>
                </a:lnTo>
                <a:lnTo>
                  <a:pt x="173" y="368"/>
                </a:lnTo>
                <a:lnTo>
                  <a:pt x="174" y="368"/>
                </a:lnTo>
                <a:lnTo>
                  <a:pt x="174" y="367"/>
                </a:lnTo>
                <a:lnTo>
                  <a:pt x="173" y="367"/>
                </a:lnTo>
                <a:lnTo>
                  <a:pt x="173" y="366"/>
                </a:lnTo>
                <a:lnTo>
                  <a:pt x="172" y="365"/>
                </a:lnTo>
                <a:lnTo>
                  <a:pt x="171" y="365"/>
                </a:lnTo>
                <a:lnTo>
                  <a:pt x="170" y="365"/>
                </a:lnTo>
                <a:lnTo>
                  <a:pt x="170" y="364"/>
                </a:lnTo>
                <a:lnTo>
                  <a:pt x="170" y="363"/>
                </a:lnTo>
                <a:lnTo>
                  <a:pt x="169" y="363"/>
                </a:lnTo>
                <a:lnTo>
                  <a:pt x="168" y="363"/>
                </a:lnTo>
                <a:lnTo>
                  <a:pt x="167" y="363"/>
                </a:lnTo>
                <a:lnTo>
                  <a:pt x="167" y="362"/>
                </a:lnTo>
                <a:lnTo>
                  <a:pt x="166" y="362"/>
                </a:lnTo>
                <a:lnTo>
                  <a:pt x="166" y="361"/>
                </a:lnTo>
                <a:lnTo>
                  <a:pt x="165" y="360"/>
                </a:lnTo>
                <a:lnTo>
                  <a:pt x="164" y="360"/>
                </a:lnTo>
                <a:lnTo>
                  <a:pt x="162" y="361"/>
                </a:lnTo>
                <a:lnTo>
                  <a:pt x="162" y="362"/>
                </a:lnTo>
                <a:lnTo>
                  <a:pt x="162" y="361"/>
                </a:lnTo>
                <a:lnTo>
                  <a:pt x="161" y="360"/>
                </a:lnTo>
                <a:lnTo>
                  <a:pt x="161" y="359"/>
                </a:lnTo>
                <a:lnTo>
                  <a:pt x="160" y="359"/>
                </a:lnTo>
                <a:lnTo>
                  <a:pt x="159" y="359"/>
                </a:lnTo>
                <a:lnTo>
                  <a:pt x="159" y="358"/>
                </a:lnTo>
                <a:lnTo>
                  <a:pt x="159" y="357"/>
                </a:lnTo>
                <a:lnTo>
                  <a:pt x="159" y="358"/>
                </a:lnTo>
                <a:lnTo>
                  <a:pt x="158" y="358"/>
                </a:lnTo>
                <a:lnTo>
                  <a:pt x="157" y="358"/>
                </a:lnTo>
                <a:lnTo>
                  <a:pt x="157" y="357"/>
                </a:lnTo>
                <a:lnTo>
                  <a:pt x="156" y="357"/>
                </a:lnTo>
                <a:lnTo>
                  <a:pt x="155" y="357"/>
                </a:lnTo>
                <a:lnTo>
                  <a:pt x="154" y="357"/>
                </a:lnTo>
                <a:lnTo>
                  <a:pt x="153" y="357"/>
                </a:lnTo>
                <a:lnTo>
                  <a:pt x="153" y="358"/>
                </a:lnTo>
                <a:lnTo>
                  <a:pt x="152" y="358"/>
                </a:lnTo>
                <a:lnTo>
                  <a:pt x="151" y="358"/>
                </a:lnTo>
                <a:lnTo>
                  <a:pt x="151" y="359"/>
                </a:lnTo>
                <a:lnTo>
                  <a:pt x="151" y="358"/>
                </a:lnTo>
                <a:lnTo>
                  <a:pt x="150" y="358"/>
                </a:lnTo>
                <a:lnTo>
                  <a:pt x="150" y="359"/>
                </a:lnTo>
                <a:lnTo>
                  <a:pt x="149" y="359"/>
                </a:lnTo>
                <a:lnTo>
                  <a:pt x="148" y="359"/>
                </a:lnTo>
                <a:lnTo>
                  <a:pt x="147" y="359"/>
                </a:lnTo>
                <a:lnTo>
                  <a:pt x="146" y="359"/>
                </a:lnTo>
                <a:lnTo>
                  <a:pt x="146" y="360"/>
                </a:lnTo>
                <a:lnTo>
                  <a:pt x="145" y="360"/>
                </a:lnTo>
                <a:lnTo>
                  <a:pt x="145" y="359"/>
                </a:lnTo>
                <a:lnTo>
                  <a:pt x="145" y="358"/>
                </a:lnTo>
                <a:lnTo>
                  <a:pt x="144" y="358"/>
                </a:lnTo>
                <a:lnTo>
                  <a:pt x="144" y="359"/>
                </a:lnTo>
                <a:lnTo>
                  <a:pt x="143" y="359"/>
                </a:lnTo>
                <a:lnTo>
                  <a:pt x="142" y="359"/>
                </a:lnTo>
                <a:lnTo>
                  <a:pt x="141" y="359"/>
                </a:lnTo>
                <a:lnTo>
                  <a:pt x="140" y="359"/>
                </a:lnTo>
                <a:lnTo>
                  <a:pt x="139" y="360"/>
                </a:lnTo>
                <a:lnTo>
                  <a:pt x="138" y="360"/>
                </a:lnTo>
                <a:lnTo>
                  <a:pt x="137" y="360"/>
                </a:lnTo>
                <a:lnTo>
                  <a:pt x="136" y="359"/>
                </a:lnTo>
                <a:lnTo>
                  <a:pt x="135" y="359"/>
                </a:lnTo>
                <a:lnTo>
                  <a:pt x="134" y="359"/>
                </a:lnTo>
                <a:lnTo>
                  <a:pt x="134" y="360"/>
                </a:lnTo>
                <a:lnTo>
                  <a:pt x="133" y="359"/>
                </a:lnTo>
                <a:lnTo>
                  <a:pt x="132" y="359"/>
                </a:lnTo>
                <a:lnTo>
                  <a:pt x="131" y="359"/>
                </a:lnTo>
                <a:lnTo>
                  <a:pt x="130" y="359"/>
                </a:lnTo>
                <a:lnTo>
                  <a:pt x="130" y="360"/>
                </a:lnTo>
                <a:lnTo>
                  <a:pt x="129" y="360"/>
                </a:lnTo>
                <a:lnTo>
                  <a:pt x="128" y="360"/>
                </a:lnTo>
                <a:lnTo>
                  <a:pt x="128" y="361"/>
                </a:lnTo>
                <a:lnTo>
                  <a:pt x="127" y="361"/>
                </a:lnTo>
                <a:lnTo>
                  <a:pt x="127" y="362"/>
                </a:lnTo>
                <a:lnTo>
                  <a:pt x="126" y="362"/>
                </a:lnTo>
                <a:lnTo>
                  <a:pt x="125" y="363"/>
                </a:lnTo>
                <a:lnTo>
                  <a:pt x="126" y="363"/>
                </a:lnTo>
                <a:lnTo>
                  <a:pt x="126" y="364"/>
                </a:lnTo>
                <a:lnTo>
                  <a:pt x="127" y="364"/>
                </a:lnTo>
                <a:lnTo>
                  <a:pt x="126" y="364"/>
                </a:lnTo>
                <a:lnTo>
                  <a:pt x="126" y="365"/>
                </a:lnTo>
                <a:lnTo>
                  <a:pt x="125" y="365"/>
                </a:lnTo>
                <a:lnTo>
                  <a:pt x="125" y="366"/>
                </a:lnTo>
                <a:lnTo>
                  <a:pt x="126" y="366"/>
                </a:lnTo>
                <a:lnTo>
                  <a:pt x="126" y="367"/>
                </a:lnTo>
                <a:lnTo>
                  <a:pt x="125" y="368"/>
                </a:lnTo>
                <a:lnTo>
                  <a:pt x="124" y="368"/>
                </a:lnTo>
                <a:lnTo>
                  <a:pt x="124" y="369"/>
                </a:lnTo>
                <a:lnTo>
                  <a:pt x="123" y="369"/>
                </a:lnTo>
                <a:lnTo>
                  <a:pt x="122" y="369"/>
                </a:lnTo>
                <a:lnTo>
                  <a:pt x="121" y="369"/>
                </a:lnTo>
                <a:lnTo>
                  <a:pt x="121" y="370"/>
                </a:lnTo>
                <a:lnTo>
                  <a:pt x="122" y="370"/>
                </a:lnTo>
                <a:lnTo>
                  <a:pt x="122" y="371"/>
                </a:lnTo>
                <a:lnTo>
                  <a:pt x="121" y="372"/>
                </a:lnTo>
                <a:lnTo>
                  <a:pt x="121" y="373"/>
                </a:lnTo>
                <a:lnTo>
                  <a:pt x="120" y="373"/>
                </a:lnTo>
                <a:lnTo>
                  <a:pt x="120" y="374"/>
                </a:lnTo>
                <a:lnTo>
                  <a:pt x="120" y="373"/>
                </a:lnTo>
                <a:lnTo>
                  <a:pt x="121" y="373"/>
                </a:lnTo>
                <a:lnTo>
                  <a:pt x="121" y="374"/>
                </a:lnTo>
                <a:lnTo>
                  <a:pt x="121" y="375"/>
                </a:lnTo>
                <a:lnTo>
                  <a:pt x="122" y="375"/>
                </a:lnTo>
                <a:lnTo>
                  <a:pt x="121" y="376"/>
                </a:lnTo>
                <a:lnTo>
                  <a:pt x="120" y="376"/>
                </a:lnTo>
                <a:lnTo>
                  <a:pt x="119" y="376"/>
                </a:lnTo>
                <a:lnTo>
                  <a:pt x="119" y="377"/>
                </a:lnTo>
                <a:lnTo>
                  <a:pt x="118" y="377"/>
                </a:lnTo>
                <a:lnTo>
                  <a:pt x="118" y="376"/>
                </a:lnTo>
                <a:lnTo>
                  <a:pt x="118" y="377"/>
                </a:lnTo>
                <a:lnTo>
                  <a:pt x="117" y="377"/>
                </a:lnTo>
                <a:lnTo>
                  <a:pt x="116" y="377"/>
                </a:lnTo>
                <a:lnTo>
                  <a:pt x="116" y="376"/>
                </a:lnTo>
                <a:lnTo>
                  <a:pt x="116" y="375"/>
                </a:lnTo>
                <a:lnTo>
                  <a:pt x="115" y="375"/>
                </a:lnTo>
                <a:lnTo>
                  <a:pt x="115" y="374"/>
                </a:lnTo>
                <a:lnTo>
                  <a:pt x="114" y="374"/>
                </a:lnTo>
                <a:lnTo>
                  <a:pt x="113" y="374"/>
                </a:lnTo>
                <a:lnTo>
                  <a:pt x="112" y="374"/>
                </a:lnTo>
                <a:lnTo>
                  <a:pt x="112" y="373"/>
                </a:lnTo>
                <a:lnTo>
                  <a:pt x="112" y="374"/>
                </a:lnTo>
                <a:lnTo>
                  <a:pt x="111" y="374"/>
                </a:lnTo>
                <a:lnTo>
                  <a:pt x="111" y="373"/>
                </a:lnTo>
                <a:lnTo>
                  <a:pt x="111" y="374"/>
                </a:lnTo>
                <a:lnTo>
                  <a:pt x="110" y="374"/>
                </a:lnTo>
                <a:lnTo>
                  <a:pt x="109" y="374"/>
                </a:lnTo>
                <a:lnTo>
                  <a:pt x="109" y="375"/>
                </a:lnTo>
                <a:lnTo>
                  <a:pt x="108" y="375"/>
                </a:lnTo>
                <a:lnTo>
                  <a:pt x="108" y="376"/>
                </a:lnTo>
                <a:lnTo>
                  <a:pt x="107" y="376"/>
                </a:lnTo>
                <a:lnTo>
                  <a:pt x="107" y="375"/>
                </a:lnTo>
                <a:lnTo>
                  <a:pt x="106" y="375"/>
                </a:lnTo>
                <a:lnTo>
                  <a:pt x="105" y="375"/>
                </a:lnTo>
                <a:lnTo>
                  <a:pt x="105" y="374"/>
                </a:lnTo>
                <a:lnTo>
                  <a:pt x="104" y="374"/>
                </a:lnTo>
                <a:lnTo>
                  <a:pt x="104" y="375"/>
                </a:lnTo>
                <a:lnTo>
                  <a:pt x="103" y="375"/>
                </a:lnTo>
                <a:lnTo>
                  <a:pt x="104" y="375"/>
                </a:lnTo>
                <a:lnTo>
                  <a:pt x="104" y="376"/>
                </a:lnTo>
                <a:lnTo>
                  <a:pt x="104" y="377"/>
                </a:lnTo>
                <a:lnTo>
                  <a:pt x="103" y="377"/>
                </a:lnTo>
                <a:lnTo>
                  <a:pt x="103" y="376"/>
                </a:lnTo>
                <a:lnTo>
                  <a:pt x="102" y="376"/>
                </a:lnTo>
                <a:lnTo>
                  <a:pt x="102" y="377"/>
                </a:lnTo>
                <a:lnTo>
                  <a:pt x="102" y="378"/>
                </a:lnTo>
                <a:lnTo>
                  <a:pt x="103" y="378"/>
                </a:lnTo>
                <a:lnTo>
                  <a:pt x="103" y="379"/>
                </a:lnTo>
                <a:lnTo>
                  <a:pt x="102" y="379"/>
                </a:lnTo>
                <a:lnTo>
                  <a:pt x="102" y="380"/>
                </a:lnTo>
                <a:lnTo>
                  <a:pt x="101" y="380"/>
                </a:lnTo>
                <a:lnTo>
                  <a:pt x="101" y="381"/>
                </a:lnTo>
                <a:lnTo>
                  <a:pt x="102" y="381"/>
                </a:lnTo>
                <a:lnTo>
                  <a:pt x="101" y="381"/>
                </a:lnTo>
                <a:lnTo>
                  <a:pt x="101" y="382"/>
                </a:lnTo>
                <a:lnTo>
                  <a:pt x="100" y="382"/>
                </a:lnTo>
                <a:lnTo>
                  <a:pt x="100" y="381"/>
                </a:lnTo>
                <a:lnTo>
                  <a:pt x="99" y="381"/>
                </a:lnTo>
                <a:lnTo>
                  <a:pt x="99" y="382"/>
                </a:lnTo>
                <a:lnTo>
                  <a:pt x="99" y="384"/>
                </a:lnTo>
                <a:lnTo>
                  <a:pt x="98" y="384"/>
                </a:lnTo>
                <a:lnTo>
                  <a:pt x="99" y="384"/>
                </a:lnTo>
                <a:lnTo>
                  <a:pt x="99" y="385"/>
                </a:lnTo>
                <a:lnTo>
                  <a:pt x="99" y="386"/>
                </a:lnTo>
                <a:lnTo>
                  <a:pt x="98" y="386"/>
                </a:lnTo>
                <a:lnTo>
                  <a:pt x="98" y="385"/>
                </a:lnTo>
                <a:lnTo>
                  <a:pt x="97" y="385"/>
                </a:lnTo>
                <a:lnTo>
                  <a:pt x="97" y="384"/>
                </a:lnTo>
                <a:lnTo>
                  <a:pt x="96" y="384"/>
                </a:lnTo>
                <a:lnTo>
                  <a:pt x="96" y="385"/>
                </a:lnTo>
                <a:lnTo>
                  <a:pt x="96" y="387"/>
                </a:lnTo>
                <a:lnTo>
                  <a:pt x="97" y="387"/>
                </a:lnTo>
                <a:lnTo>
                  <a:pt x="97" y="388"/>
                </a:lnTo>
                <a:lnTo>
                  <a:pt x="96" y="388"/>
                </a:lnTo>
                <a:lnTo>
                  <a:pt x="95" y="388"/>
                </a:lnTo>
                <a:lnTo>
                  <a:pt x="95" y="387"/>
                </a:lnTo>
                <a:lnTo>
                  <a:pt x="94" y="388"/>
                </a:lnTo>
                <a:lnTo>
                  <a:pt x="94" y="389"/>
                </a:lnTo>
                <a:lnTo>
                  <a:pt x="94" y="390"/>
                </a:lnTo>
                <a:lnTo>
                  <a:pt x="94" y="391"/>
                </a:lnTo>
                <a:lnTo>
                  <a:pt x="95" y="392"/>
                </a:lnTo>
                <a:lnTo>
                  <a:pt x="94" y="392"/>
                </a:lnTo>
                <a:lnTo>
                  <a:pt x="94" y="393"/>
                </a:lnTo>
                <a:lnTo>
                  <a:pt x="93" y="393"/>
                </a:lnTo>
                <a:lnTo>
                  <a:pt x="94" y="393"/>
                </a:lnTo>
                <a:lnTo>
                  <a:pt x="94" y="394"/>
                </a:lnTo>
                <a:lnTo>
                  <a:pt x="93" y="394"/>
                </a:lnTo>
                <a:lnTo>
                  <a:pt x="93" y="393"/>
                </a:lnTo>
                <a:lnTo>
                  <a:pt x="92" y="393"/>
                </a:lnTo>
                <a:lnTo>
                  <a:pt x="92" y="394"/>
                </a:lnTo>
                <a:lnTo>
                  <a:pt x="91" y="395"/>
                </a:lnTo>
                <a:lnTo>
                  <a:pt x="91" y="396"/>
                </a:lnTo>
                <a:lnTo>
                  <a:pt x="90" y="396"/>
                </a:lnTo>
                <a:lnTo>
                  <a:pt x="91" y="396"/>
                </a:lnTo>
                <a:lnTo>
                  <a:pt x="91" y="397"/>
                </a:lnTo>
                <a:lnTo>
                  <a:pt x="92" y="398"/>
                </a:lnTo>
                <a:lnTo>
                  <a:pt x="92" y="399"/>
                </a:lnTo>
                <a:lnTo>
                  <a:pt x="93" y="400"/>
                </a:lnTo>
                <a:lnTo>
                  <a:pt x="92" y="400"/>
                </a:lnTo>
                <a:lnTo>
                  <a:pt x="91" y="400"/>
                </a:lnTo>
                <a:lnTo>
                  <a:pt x="91" y="399"/>
                </a:lnTo>
                <a:lnTo>
                  <a:pt x="90" y="399"/>
                </a:lnTo>
                <a:lnTo>
                  <a:pt x="89" y="399"/>
                </a:lnTo>
                <a:lnTo>
                  <a:pt x="89" y="400"/>
                </a:lnTo>
                <a:lnTo>
                  <a:pt x="88" y="400"/>
                </a:lnTo>
                <a:lnTo>
                  <a:pt x="88" y="401"/>
                </a:lnTo>
                <a:lnTo>
                  <a:pt x="88" y="402"/>
                </a:lnTo>
                <a:lnTo>
                  <a:pt x="88" y="403"/>
                </a:lnTo>
                <a:lnTo>
                  <a:pt x="88" y="404"/>
                </a:lnTo>
                <a:lnTo>
                  <a:pt x="87" y="404"/>
                </a:lnTo>
                <a:lnTo>
                  <a:pt x="87" y="405"/>
                </a:lnTo>
                <a:lnTo>
                  <a:pt x="88" y="405"/>
                </a:lnTo>
                <a:lnTo>
                  <a:pt x="88" y="406"/>
                </a:lnTo>
                <a:lnTo>
                  <a:pt x="88" y="407"/>
                </a:lnTo>
                <a:lnTo>
                  <a:pt x="89" y="407"/>
                </a:lnTo>
                <a:lnTo>
                  <a:pt x="89" y="408"/>
                </a:lnTo>
                <a:lnTo>
                  <a:pt x="89" y="409"/>
                </a:lnTo>
                <a:lnTo>
                  <a:pt x="88" y="410"/>
                </a:lnTo>
                <a:lnTo>
                  <a:pt x="88" y="411"/>
                </a:lnTo>
                <a:lnTo>
                  <a:pt x="87" y="411"/>
                </a:lnTo>
                <a:lnTo>
                  <a:pt x="87" y="412"/>
                </a:lnTo>
                <a:lnTo>
                  <a:pt x="86" y="412"/>
                </a:lnTo>
                <a:lnTo>
                  <a:pt x="85" y="413"/>
                </a:lnTo>
                <a:lnTo>
                  <a:pt x="84" y="413"/>
                </a:lnTo>
                <a:lnTo>
                  <a:pt x="83" y="413"/>
                </a:lnTo>
                <a:lnTo>
                  <a:pt x="83" y="414"/>
                </a:lnTo>
                <a:lnTo>
                  <a:pt x="82" y="415"/>
                </a:lnTo>
                <a:lnTo>
                  <a:pt x="81" y="415"/>
                </a:lnTo>
                <a:lnTo>
                  <a:pt x="81" y="416"/>
                </a:lnTo>
                <a:lnTo>
                  <a:pt x="81" y="417"/>
                </a:lnTo>
                <a:lnTo>
                  <a:pt x="82" y="417"/>
                </a:lnTo>
                <a:lnTo>
                  <a:pt x="82" y="418"/>
                </a:lnTo>
                <a:lnTo>
                  <a:pt x="82" y="419"/>
                </a:lnTo>
                <a:lnTo>
                  <a:pt x="82" y="420"/>
                </a:lnTo>
                <a:lnTo>
                  <a:pt x="82" y="421"/>
                </a:lnTo>
                <a:lnTo>
                  <a:pt x="81" y="421"/>
                </a:lnTo>
                <a:lnTo>
                  <a:pt x="81" y="422"/>
                </a:lnTo>
                <a:lnTo>
                  <a:pt x="81" y="423"/>
                </a:lnTo>
                <a:lnTo>
                  <a:pt x="81" y="424"/>
                </a:lnTo>
                <a:lnTo>
                  <a:pt x="82" y="424"/>
                </a:lnTo>
                <a:lnTo>
                  <a:pt x="82" y="425"/>
                </a:lnTo>
                <a:lnTo>
                  <a:pt x="82" y="426"/>
                </a:lnTo>
                <a:lnTo>
                  <a:pt x="81" y="426"/>
                </a:lnTo>
                <a:lnTo>
                  <a:pt x="80" y="426"/>
                </a:lnTo>
                <a:lnTo>
                  <a:pt x="80" y="425"/>
                </a:lnTo>
                <a:lnTo>
                  <a:pt x="80" y="426"/>
                </a:lnTo>
                <a:lnTo>
                  <a:pt x="79" y="426"/>
                </a:lnTo>
                <a:lnTo>
                  <a:pt x="79" y="427"/>
                </a:lnTo>
                <a:lnTo>
                  <a:pt x="78" y="427"/>
                </a:lnTo>
                <a:lnTo>
                  <a:pt x="78" y="426"/>
                </a:lnTo>
                <a:lnTo>
                  <a:pt x="78" y="425"/>
                </a:lnTo>
                <a:lnTo>
                  <a:pt x="77" y="425"/>
                </a:lnTo>
                <a:lnTo>
                  <a:pt x="77" y="424"/>
                </a:lnTo>
                <a:lnTo>
                  <a:pt x="77" y="423"/>
                </a:lnTo>
                <a:lnTo>
                  <a:pt x="76" y="423"/>
                </a:lnTo>
                <a:lnTo>
                  <a:pt x="76" y="422"/>
                </a:lnTo>
                <a:lnTo>
                  <a:pt x="75" y="422"/>
                </a:lnTo>
                <a:lnTo>
                  <a:pt x="74" y="422"/>
                </a:lnTo>
                <a:lnTo>
                  <a:pt x="74" y="421"/>
                </a:lnTo>
                <a:lnTo>
                  <a:pt x="73" y="421"/>
                </a:lnTo>
                <a:lnTo>
                  <a:pt x="73" y="420"/>
                </a:lnTo>
                <a:lnTo>
                  <a:pt x="72" y="420"/>
                </a:lnTo>
                <a:lnTo>
                  <a:pt x="71" y="420"/>
                </a:lnTo>
                <a:lnTo>
                  <a:pt x="72" y="421"/>
                </a:lnTo>
                <a:lnTo>
                  <a:pt x="71" y="421"/>
                </a:lnTo>
                <a:lnTo>
                  <a:pt x="70" y="421"/>
                </a:lnTo>
                <a:lnTo>
                  <a:pt x="69" y="420"/>
                </a:lnTo>
                <a:lnTo>
                  <a:pt x="69" y="419"/>
                </a:lnTo>
                <a:lnTo>
                  <a:pt x="68" y="419"/>
                </a:lnTo>
                <a:lnTo>
                  <a:pt x="68" y="418"/>
                </a:lnTo>
                <a:lnTo>
                  <a:pt x="68" y="417"/>
                </a:lnTo>
                <a:lnTo>
                  <a:pt x="67" y="417"/>
                </a:lnTo>
                <a:lnTo>
                  <a:pt x="67" y="416"/>
                </a:lnTo>
                <a:lnTo>
                  <a:pt x="67" y="415"/>
                </a:lnTo>
                <a:lnTo>
                  <a:pt x="68" y="414"/>
                </a:lnTo>
                <a:lnTo>
                  <a:pt x="68" y="413"/>
                </a:lnTo>
                <a:lnTo>
                  <a:pt x="69" y="412"/>
                </a:lnTo>
                <a:lnTo>
                  <a:pt x="69" y="411"/>
                </a:lnTo>
                <a:lnTo>
                  <a:pt x="70" y="411"/>
                </a:lnTo>
                <a:lnTo>
                  <a:pt x="70" y="410"/>
                </a:lnTo>
                <a:lnTo>
                  <a:pt x="69" y="410"/>
                </a:lnTo>
                <a:lnTo>
                  <a:pt x="68" y="409"/>
                </a:lnTo>
                <a:lnTo>
                  <a:pt x="67" y="409"/>
                </a:lnTo>
                <a:lnTo>
                  <a:pt x="67" y="408"/>
                </a:lnTo>
                <a:lnTo>
                  <a:pt x="67" y="407"/>
                </a:lnTo>
                <a:lnTo>
                  <a:pt x="68" y="406"/>
                </a:lnTo>
                <a:lnTo>
                  <a:pt x="67" y="406"/>
                </a:lnTo>
                <a:lnTo>
                  <a:pt x="67" y="405"/>
                </a:lnTo>
                <a:lnTo>
                  <a:pt x="68" y="404"/>
                </a:lnTo>
                <a:lnTo>
                  <a:pt x="67" y="404"/>
                </a:lnTo>
                <a:lnTo>
                  <a:pt x="67" y="403"/>
                </a:lnTo>
                <a:lnTo>
                  <a:pt x="67" y="402"/>
                </a:lnTo>
                <a:lnTo>
                  <a:pt x="68" y="402"/>
                </a:lnTo>
                <a:lnTo>
                  <a:pt x="67" y="402"/>
                </a:lnTo>
                <a:lnTo>
                  <a:pt x="67" y="401"/>
                </a:lnTo>
                <a:lnTo>
                  <a:pt x="66" y="400"/>
                </a:lnTo>
                <a:lnTo>
                  <a:pt x="65" y="399"/>
                </a:lnTo>
                <a:lnTo>
                  <a:pt x="65" y="398"/>
                </a:lnTo>
                <a:lnTo>
                  <a:pt x="64" y="398"/>
                </a:lnTo>
                <a:lnTo>
                  <a:pt x="63" y="398"/>
                </a:lnTo>
                <a:lnTo>
                  <a:pt x="62" y="397"/>
                </a:lnTo>
                <a:lnTo>
                  <a:pt x="62" y="398"/>
                </a:lnTo>
                <a:lnTo>
                  <a:pt x="61" y="398"/>
                </a:lnTo>
                <a:lnTo>
                  <a:pt x="61" y="399"/>
                </a:lnTo>
                <a:lnTo>
                  <a:pt x="60" y="399"/>
                </a:lnTo>
                <a:lnTo>
                  <a:pt x="60" y="400"/>
                </a:lnTo>
                <a:lnTo>
                  <a:pt x="61" y="400"/>
                </a:lnTo>
                <a:lnTo>
                  <a:pt x="60" y="401"/>
                </a:lnTo>
                <a:lnTo>
                  <a:pt x="58" y="401"/>
                </a:lnTo>
                <a:lnTo>
                  <a:pt x="58" y="402"/>
                </a:lnTo>
                <a:lnTo>
                  <a:pt x="58" y="401"/>
                </a:lnTo>
                <a:lnTo>
                  <a:pt x="57" y="401"/>
                </a:lnTo>
                <a:lnTo>
                  <a:pt x="57" y="402"/>
                </a:lnTo>
                <a:lnTo>
                  <a:pt x="56" y="402"/>
                </a:lnTo>
                <a:lnTo>
                  <a:pt x="56" y="403"/>
                </a:lnTo>
                <a:lnTo>
                  <a:pt x="56" y="404"/>
                </a:lnTo>
                <a:lnTo>
                  <a:pt x="55" y="405"/>
                </a:lnTo>
                <a:lnTo>
                  <a:pt x="54" y="405"/>
                </a:lnTo>
                <a:lnTo>
                  <a:pt x="53" y="404"/>
                </a:lnTo>
                <a:lnTo>
                  <a:pt x="52" y="405"/>
                </a:lnTo>
                <a:lnTo>
                  <a:pt x="50" y="405"/>
                </a:lnTo>
                <a:lnTo>
                  <a:pt x="50" y="404"/>
                </a:lnTo>
                <a:lnTo>
                  <a:pt x="50" y="403"/>
                </a:lnTo>
                <a:lnTo>
                  <a:pt x="50" y="402"/>
                </a:lnTo>
                <a:lnTo>
                  <a:pt x="51" y="402"/>
                </a:lnTo>
                <a:lnTo>
                  <a:pt x="51" y="401"/>
                </a:lnTo>
                <a:lnTo>
                  <a:pt x="51" y="400"/>
                </a:lnTo>
                <a:lnTo>
                  <a:pt x="51" y="399"/>
                </a:lnTo>
                <a:lnTo>
                  <a:pt x="51" y="398"/>
                </a:lnTo>
                <a:lnTo>
                  <a:pt x="51" y="397"/>
                </a:lnTo>
                <a:lnTo>
                  <a:pt x="52" y="397"/>
                </a:lnTo>
                <a:lnTo>
                  <a:pt x="52" y="396"/>
                </a:lnTo>
                <a:lnTo>
                  <a:pt x="52" y="395"/>
                </a:lnTo>
                <a:lnTo>
                  <a:pt x="51" y="395"/>
                </a:lnTo>
                <a:lnTo>
                  <a:pt x="52" y="394"/>
                </a:lnTo>
                <a:lnTo>
                  <a:pt x="51" y="394"/>
                </a:lnTo>
                <a:lnTo>
                  <a:pt x="50" y="394"/>
                </a:lnTo>
                <a:lnTo>
                  <a:pt x="49" y="394"/>
                </a:lnTo>
                <a:lnTo>
                  <a:pt x="49" y="393"/>
                </a:lnTo>
                <a:lnTo>
                  <a:pt x="48" y="393"/>
                </a:lnTo>
                <a:lnTo>
                  <a:pt x="48" y="394"/>
                </a:lnTo>
                <a:lnTo>
                  <a:pt x="47" y="394"/>
                </a:lnTo>
                <a:lnTo>
                  <a:pt x="47" y="393"/>
                </a:lnTo>
                <a:lnTo>
                  <a:pt x="46" y="392"/>
                </a:lnTo>
                <a:lnTo>
                  <a:pt x="46" y="391"/>
                </a:lnTo>
                <a:lnTo>
                  <a:pt x="46" y="390"/>
                </a:lnTo>
                <a:lnTo>
                  <a:pt x="45" y="390"/>
                </a:lnTo>
                <a:lnTo>
                  <a:pt x="45" y="389"/>
                </a:lnTo>
                <a:lnTo>
                  <a:pt x="46" y="388"/>
                </a:lnTo>
                <a:lnTo>
                  <a:pt x="47" y="388"/>
                </a:lnTo>
                <a:lnTo>
                  <a:pt x="47" y="387"/>
                </a:lnTo>
                <a:lnTo>
                  <a:pt x="47" y="386"/>
                </a:lnTo>
                <a:lnTo>
                  <a:pt x="47" y="385"/>
                </a:lnTo>
                <a:lnTo>
                  <a:pt x="47" y="384"/>
                </a:lnTo>
                <a:lnTo>
                  <a:pt x="46" y="384"/>
                </a:lnTo>
                <a:lnTo>
                  <a:pt x="46" y="383"/>
                </a:lnTo>
                <a:lnTo>
                  <a:pt x="47" y="382"/>
                </a:lnTo>
                <a:lnTo>
                  <a:pt x="47" y="381"/>
                </a:lnTo>
                <a:lnTo>
                  <a:pt x="48" y="381"/>
                </a:lnTo>
                <a:lnTo>
                  <a:pt x="49" y="380"/>
                </a:lnTo>
                <a:lnTo>
                  <a:pt x="49" y="379"/>
                </a:lnTo>
                <a:lnTo>
                  <a:pt x="48" y="379"/>
                </a:lnTo>
                <a:lnTo>
                  <a:pt x="48" y="378"/>
                </a:lnTo>
                <a:lnTo>
                  <a:pt x="49" y="378"/>
                </a:lnTo>
                <a:lnTo>
                  <a:pt x="49" y="377"/>
                </a:lnTo>
                <a:lnTo>
                  <a:pt x="48" y="377"/>
                </a:lnTo>
                <a:lnTo>
                  <a:pt x="47" y="378"/>
                </a:lnTo>
                <a:lnTo>
                  <a:pt x="46" y="378"/>
                </a:lnTo>
                <a:lnTo>
                  <a:pt x="46" y="377"/>
                </a:lnTo>
                <a:lnTo>
                  <a:pt x="45" y="377"/>
                </a:lnTo>
                <a:lnTo>
                  <a:pt x="45" y="376"/>
                </a:lnTo>
                <a:lnTo>
                  <a:pt x="46" y="376"/>
                </a:lnTo>
                <a:lnTo>
                  <a:pt x="46" y="377"/>
                </a:lnTo>
                <a:lnTo>
                  <a:pt x="46" y="376"/>
                </a:lnTo>
                <a:lnTo>
                  <a:pt x="46" y="375"/>
                </a:lnTo>
                <a:lnTo>
                  <a:pt x="47" y="375"/>
                </a:lnTo>
                <a:lnTo>
                  <a:pt x="47" y="374"/>
                </a:lnTo>
                <a:lnTo>
                  <a:pt x="47" y="373"/>
                </a:lnTo>
                <a:lnTo>
                  <a:pt x="46" y="373"/>
                </a:lnTo>
                <a:lnTo>
                  <a:pt x="46" y="372"/>
                </a:lnTo>
                <a:lnTo>
                  <a:pt x="46" y="373"/>
                </a:lnTo>
                <a:lnTo>
                  <a:pt x="45" y="373"/>
                </a:lnTo>
                <a:lnTo>
                  <a:pt x="44" y="373"/>
                </a:lnTo>
                <a:lnTo>
                  <a:pt x="44" y="372"/>
                </a:lnTo>
                <a:lnTo>
                  <a:pt x="44" y="371"/>
                </a:lnTo>
                <a:lnTo>
                  <a:pt x="43" y="371"/>
                </a:lnTo>
                <a:lnTo>
                  <a:pt x="42" y="372"/>
                </a:lnTo>
                <a:lnTo>
                  <a:pt x="42" y="371"/>
                </a:lnTo>
                <a:lnTo>
                  <a:pt x="42" y="370"/>
                </a:lnTo>
                <a:lnTo>
                  <a:pt x="41" y="371"/>
                </a:lnTo>
                <a:lnTo>
                  <a:pt x="41" y="372"/>
                </a:lnTo>
                <a:lnTo>
                  <a:pt x="41" y="373"/>
                </a:lnTo>
                <a:lnTo>
                  <a:pt x="41" y="374"/>
                </a:lnTo>
                <a:lnTo>
                  <a:pt x="40" y="374"/>
                </a:lnTo>
                <a:lnTo>
                  <a:pt x="40" y="373"/>
                </a:lnTo>
                <a:lnTo>
                  <a:pt x="39" y="373"/>
                </a:lnTo>
                <a:lnTo>
                  <a:pt x="38" y="373"/>
                </a:lnTo>
                <a:lnTo>
                  <a:pt x="37" y="372"/>
                </a:lnTo>
                <a:lnTo>
                  <a:pt x="38" y="372"/>
                </a:lnTo>
                <a:lnTo>
                  <a:pt x="39" y="371"/>
                </a:lnTo>
                <a:lnTo>
                  <a:pt x="39" y="370"/>
                </a:lnTo>
                <a:lnTo>
                  <a:pt x="38" y="370"/>
                </a:lnTo>
                <a:lnTo>
                  <a:pt x="38" y="369"/>
                </a:lnTo>
                <a:lnTo>
                  <a:pt x="38" y="368"/>
                </a:lnTo>
                <a:lnTo>
                  <a:pt x="38" y="367"/>
                </a:lnTo>
                <a:lnTo>
                  <a:pt x="37" y="367"/>
                </a:lnTo>
                <a:lnTo>
                  <a:pt x="36" y="367"/>
                </a:lnTo>
                <a:lnTo>
                  <a:pt x="35" y="368"/>
                </a:lnTo>
                <a:lnTo>
                  <a:pt x="35" y="369"/>
                </a:lnTo>
                <a:lnTo>
                  <a:pt x="36" y="369"/>
                </a:lnTo>
                <a:lnTo>
                  <a:pt x="36" y="368"/>
                </a:lnTo>
                <a:lnTo>
                  <a:pt x="36" y="369"/>
                </a:lnTo>
                <a:lnTo>
                  <a:pt x="37" y="369"/>
                </a:lnTo>
                <a:lnTo>
                  <a:pt x="37" y="370"/>
                </a:lnTo>
                <a:lnTo>
                  <a:pt x="37" y="371"/>
                </a:lnTo>
                <a:lnTo>
                  <a:pt x="38" y="371"/>
                </a:lnTo>
                <a:lnTo>
                  <a:pt x="38" y="372"/>
                </a:lnTo>
                <a:lnTo>
                  <a:pt x="37" y="372"/>
                </a:lnTo>
                <a:lnTo>
                  <a:pt x="37" y="371"/>
                </a:lnTo>
                <a:lnTo>
                  <a:pt x="36" y="371"/>
                </a:lnTo>
                <a:lnTo>
                  <a:pt x="36" y="370"/>
                </a:lnTo>
                <a:lnTo>
                  <a:pt x="36" y="371"/>
                </a:lnTo>
                <a:lnTo>
                  <a:pt x="35" y="371"/>
                </a:lnTo>
                <a:lnTo>
                  <a:pt x="36" y="371"/>
                </a:lnTo>
                <a:lnTo>
                  <a:pt x="36" y="373"/>
                </a:lnTo>
                <a:lnTo>
                  <a:pt x="35" y="372"/>
                </a:lnTo>
                <a:lnTo>
                  <a:pt x="34" y="371"/>
                </a:lnTo>
                <a:lnTo>
                  <a:pt x="34" y="370"/>
                </a:lnTo>
                <a:lnTo>
                  <a:pt x="33" y="369"/>
                </a:lnTo>
                <a:lnTo>
                  <a:pt x="32" y="369"/>
                </a:lnTo>
                <a:lnTo>
                  <a:pt x="31" y="369"/>
                </a:lnTo>
                <a:lnTo>
                  <a:pt x="31" y="368"/>
                </a:lnTo>
                <a:lnTo>
                  <a:pt x="32" y="368"/>
                </a:lnTo>
                <a:lnTo>
                  <a:pt x="32" y="367"/>
                </a:lnTo>
                <a:lnTo>
                  <a:pt x="31" y="367"/>
                </a:lnTo>
                <a:lnTo>
                  <a:pt x="30" y="367"/>
                </a:lnTo>
                <a:lnTo>
                  <a:pt x="29" y="367"/>
                </a:lnTo>
                <a:lnTo>
                  <a:pt x="30" y="367"/>
                </a:lnTo>
                <a:lnTo>
                  <a:pt x="30" y="366"/>
                </a:lnTo>
                <a:lnTo>
                  <a:pt x="29" y="366"/>
                </a:lnTo>
                <a:lnTo>
                  <a:pt x="29" y="365"/>
                </a:lnTo>
                <a:lnTo>
                  <a:pt x="29" y="364"/>
                </a:lnTo>
                <a:lnTo>
                  <a:pt x="28" y="364"/>
                </a:lnTo>
                <a:lnTo>
                  <a:pt x="29" y="363"/>
                </a:lnTo>
                <a:lnTo>
                  <a:pt x="29" y="362"/>
                </a:lnTo>
                <a:lnTo>
                  <a:pt x="28" y="362"/>
                </a:lnTo>
                <a:lnTo>
                  <a:pt x="28" y="361"/>
                </a:lnTo>
                <a:lnTo>
                  <a:pt x="28" y="360"/>
                </a:lnTo>
                <a:lnTo>
                  <a:pt x="28" y="359"/>
                </a:lnTo>
                <a:lnTo>
                  <a:pt x="28" y="358"/>
                </a:lnTo>
                <a:lnTo>
                  <a:pt x="28" y="357"/>
                </a:lnTo>
                <a:lnTo>
                  <a:pt x="28" y="356"/>
                </a:lnTo>
                <a:lnTo>
                  <a:pt x="28" y="355"/>
                </a:lnTo>
                <a:lnTo>
                  <a:pt x="27" y="355"/>
                </a:lnTo>
                <a:lnTo>
                  <a:pt x="26" y="355"/>
                </a:lnTo>
                <a:lnTo>
                  <a:pt x="26" y="354"/>
                </a:lnTo>
                <a:lnTo>
                  <a:pt x="27" y="354"/>
                </a:lnTo>
                <a:lnTo>
                  <a:pt x="27" y="355"/>
                </a:lnTo>
                <a:lnTo>
                  <a:pt x="27" y="354"/>
                </a:lnTo>
                <a:lnTo>
                  <a:pt x="28" y="354"/>
                </a:lnTo>
                <a:lnTo>
                  <a:pt x="27" y="353"/>
                </a:lnTo>
                <a:lnTo>
                  <a:pt x="27" y="354"/>
                </a:lnTo>
                <a:lnTo>
                  <a:pt x="27" y="353"/>
                </a:lnTo>
                <a:lnTo>
                  <a:pt x="27" y="352"/>
                </a:lnTo>
                <a:lnTo>
                  <a:pt x="27" y="351"/>
                </a:lnTo>
                <a:lnTo>
                  <a:pt x="26" y="351"/>
                </a:lnTo>
                <a:lnTo>
                  <a:pt x="25" y="351"/>
                </a:lnTo>
                <a:lnTo>
                  <a:pt x="24" y="351"/>
                </a:lnTo>
                <a:lnTo>
                  <a:pt x="24" y="350"/>
                </a:lnTo>
                <a:lnTo>
                  <a:pt x="23" y="350"/>
                </a:lnTo>
                <a:lnTo>
                  <a:pt x="22" y="350"/>
                </a:lnTo>
                <a:lnTo>
                  <a:pt x="21" y="350"/>
                </a:lnTo>
                <a:lnTo>
                  <a:pt x="20" y="351"/>
                </a:lnTo>
                <a:lnTo>
                  <a:pt x="21" y="351"/>
                </a:lnTo>
                <a:lnTo>
                  <a:pt x="20" y="351"/>
                </a:lnTo>
                <a:lnTo>
                  <a:pt x="20" y="352"/>
                </a:lnTo>
                <a:lnTo>
                  <a:pt x="19" y="352"/>
                </a:lnTo>
                <a:lnTo>
                  <a:pt x="19" y="353"/>
                </a:lnTo>
                <a:lnTo>
                  <a:pt x="19" y="354"/>
                </a:lnTo>
                <a:lnTo>
                  <a:pt x="18" y="354"/>
                </a:lnTo>
                <a:lnTo>
                  <a:pt x="18" y="355"/>
                </a:lnTo>
                <a:lnTo>
                  <a:pt x="17" y="355"/>
                </a:lnTo>
                <a:lnTo>
                  <a:pt x="17" y="356"/>
                </a:lnTo>
                <a:lnTo>
                  <a:pt x="16" y="356"/>
                </a:lnTo>
                <a:lnTo>
                  <a:pt x="15" y="357"/>
                </a:lnTo>
                <a:lnTo>
                  <a:pt x="16" y="357"/>
                </a:lnTo>
                <a:lnTo>
                  <a:pt x="16" y="358"/>
                </a:lnTo>
                <a:lnTo>
                  <a:pt x="15" y="358"/>
                </a:lnTo>
                <a:lnTo>
                  <a:pt x="14" y="359"/>
                </a:lnTo>
                <a:lnTo>
                  <a:pt x="14" y="360"/>
                </a:lnTo>
                <a:lnTo>
                  <a:pt x="15" y="361"/>
                </a:lnTo>
                <a:lnTo>
                  <a:pt x="16" y="361"/>
                </a:lnTo>
                <a:lnTo>
                  <a:pt x="17" y="361"/>
                </a:lnTo>
                <a:lnTo>
                  <a:pt x="17" y="362"/>
                </a:lnTo>
                <a:lnTo>
                  <a:pt x="16" y="362"/>
                </a:lnTo>
                <a:lnTo>
                  <a:pt x="16" y="363"/>
                </a:lnTo>
                <a:lnTo>
                  <a:pt x="16" y="362"/>
                </a:lnTo>
                <a:lnTo>
                  <a:pt x="15" y="363"/>
                </a:lnTo>
                <a:lnTo>
                  <a:pt x="14" y="363"/>
                </a:lnTo>
                <a:lnTo>
                  <a:pt x="13" y="363"/>
                </a:lnTo>
                <a:lnTo>
                  <a:pt x="12" y="363"/>
                </a:lnTo>
                <a:lnTo>
                  <a:pt x="12" y="364"/>
                </a:lnTo>
                <a:lnTo>
                  <a:pt x="13" y="364"/>
                </a:lnTo>
                <a:lnTo>
                  <a:pt x="13" y="365"/>
                </a:lnTo>
                <a:lnTo>
                  <a:pt x="13" y="366"/>
                </a:lnTo>
                <a:lnTo>
                  <a:pt x="12" y="366"/>
                </a:lnTo>
                <a:lnTo>
                  <a:pt x="11" y="365"/>
                </a:lnTo>
                <a:lnTo>
                  <a:pt x="11" y="364"/>
                </a:lnTo>
                <a:lnTo>
                  <a:pt x="10" y="364"/>
                </a:lnTo>
                <a:lnTo>
                  <a:pt x="9" y="364"/>
                </a:lnTo>
                <a:lnTo>
                  <a:pt x="9" y="363"/>
                </a:lnTo>
                <a:lnTo>
                  <a:pt x="8" y="363"/>
                </a:lnTo>
                <a:lnTo>
                  <a:pt x="7" y="363"/>
                </a:lnTo>
                <a:lnTo>
                  <a:pt x="6" y="363"/>
                </a:lnTo>
                <a:lnTo>
                  <a:pt x="6" y="362"/>
                </a:lnTo>
                <a:lnTo>
                  <a:pt x="7" y="362"/>
                </a:lnTo>
                <a:lnTo>
                  <a:pt x="7" y="361"/>
                </a:lnTo>
                <a:lnTo>
                  <a:pt x="7" y="360"/>
                </a:lnTo>
                <a:lnTo>
                  <a:pt x="7" y="359"/>
                </a:lnTo>
                <a:lnTo>
                  <a:pt x="6" y="359"/>
                </a:lnTo>
                <a:lnTo>
                  <a:pt x="5" y="359"/>
                </a:lnTo>
                <a:lnTo>
                  <a:pt x="5" y="358"/>
                </a:lnTo>
                <a:lnTo>
                  <a:pt x="5" y="357"/>
                </a:lnTo>
                <a:lnTo>
                  <a:pt x="5" y="356"/>
                </a:lnTo>
                <a:lnTo>
                  <a:pt x="6" y="356"/>
                </a:lnTo>
                <a:lnTo>
                  <a:pt x="5" y="355"/>
                </a:lnTo>
                <a:lnTo>
                  <a:pt x="4" y="355"/>
                </a:lnTo>
                <a:lnTo>
                  <a:pt x="4" y="354"/>
                </a:lnTo>
                <a:lnTo>
                  <a:pt x="4" y="353"/>
                </a:lnTo>
                <a:lnTo>
                  <a:pt x="3" y="353"/>
                </a:lnTo>
                <a:lnTo>
                  <a:pt x="3" y="354"/>
                </a:lnTo>
                <a:lnTo>
                  <a:pt x="3" y="355"/>
                </a:lnTo>
                <a:lnTo>
                  <a:pt x="2" y="355"/>
                </a:lnTo>
                <a:lnTo>
                  <a:pt x="1" y="355"/>
                </a:lnTo>
                <a:lnTo>
                  <a:pt x="0" y="355"/>
                </a:lnTo>
                <a:lnTo>
                  <a:pt x="0" y="354"/>
                </a:lnTo>
                <a:lnTo>
                  <a:pt x="0" y="353"/>
                </a:lnTo>
                <a:lnTo>
                  <a:pt x="1" y="353"/>
                </a:lnTo>
                <a:lnTo>
                  <a:pt x="1" y="352"/>
                </a:lnTo>
                <a:lnTo>
                  <a:pt x="2" y="351"/>
                </a:lnTo>
                <a:lnTo>
                  <a:pt x="2" y="350"/>
                </a:lnTo>
                <a:lnTo>
                  <a:pt x="3" y="350"/>
                </a:lnTo>
                <a:lnTo>
                  <a:pt x="3" y="351"/>
                </a:lnTo>
                <a:lnTo>
                  <a:pt x="4" y="351"/>
                </a:lnTo>
                <a:lnTo>
                  <a:pt x="4" y="350"/>
                </a:lnTo>
                <a:lnTo>
                  <a:pt x="5" y="350"/>
                </a:lnTo>
                <a:lnTo>
                  <a:pt x="5" y="349"/>
                </a:lnTo>
                <a:lnTo>
                  <a:pt x="6" y="349"/>
                </a:lnTo>
                <a:lnTo>
                  <a:pt x="5" y="349"/>
                </a:lnTo>
                <a:lnTo>
                  <a:pt x="5" y="348"/>
                </a:lnTo>
                <a:lnTo>
                  <a:pt x="6" y="348"/>
                </a:lnTo>
                <a:lnTo>
                  <a:pt x="7" y="348"/>
                </a:lnTo>
                <a:lnTo>
                  <a:pt x="7" y="349"/>
                </a:lnTo>
                <a:lnTo>
                  <a:pt x="8" y="349"/>
                </a:lnTo>
                <a:lnTo>
                  <a:pt x="8" y="350"/>
                </a:lnTo>
                <a:lnTo>
                  <a:pt x="9" y="350"/>
                </a:lnTo>
                <a:lnTo>
                  <a:pt x="10" y="350"/>
                </a:lnTo>
                <a:lnTo>
                  <a:pt x="11" y="349"/>
                </a:lnTo>
                <a:lnTo>
                  <a:pt x="11" y="350"/>
                </a:lnTo>
                <a:lnTo>
                  <a:pt x="12" y="349"/>
                </a:lnTo>
                <a:lnTo>
                  <a:pt x="12" y="348"/>
                </a:lnTo>
                <a:lnTo>
                  <a:pt x="13" y="348"/>
                </a:lnTo>
                <a:lnTo>
                  <a:pt x="13" y="349"/>
                </a:lnTo>
                <a:lnTo>
                  <a:pt x="14" y="350"/>
                </a:lnTo>
                <a:lnTo>
                  <a:pt x="14" y="349"/>
                </a:lnTo>
                <a:lnTo>
                  <a:pt x="14" y="348"/>
                </a:lnTo>
                <a:lnTo>
                  <a:pt x="14" y="347"/>
                </a:lnTo>
                <a:lnTo>
                  <a:pt x="14" y="346"/>
                </a:lnTo>
                <a:lnTo>
                  <a:pt x="14" y="345"/>
                </a:lnTo>
                <a:lnTo>
                  <a:pt x="14" y="344"/>
                </a:lnTo>
                <a:lnTo>
                  <a:pt x="14" y="343"/>
                </a:lnTo>
                <a:lnTo>
                  <a:pt x="14" y="342"/>
                </a:lnTo>
                <a:lnTo>
                  <a:pt x="14" y="341"/>
                </a:lnTo>
                <a:lnTo>
                  <a:pt x="15" y="340"/>
                </a:lnTo>
                <a:lnTo>
                  <a:pt x="15" y="339"/>
                </a:lnTo>
                <a:lnTo>
                  <a:pt x="15" y="338"/>
                </a:lnTo>
                <a:lnTo>
                  <a:pt x="16" y="338"/>
                </a:lnTo>
                <a:lnTo>
                  <a:pt x="16" y="337"/>
                </a:lnTo>
                <a:lnTo>
                  <a:pt x="16" y="338"/>
                </a:lnTo>
                <a:lnTo>
                  <a:pt x="17" y="338"/>
                </a:lnTo>
                <a:lnTo>
                  <a:pt x="16" y="338"/>
                </a:lnTo>
                <a:lnTo>
                  <a:pt x="16" y="337"/>
                </a:lnTo>
                <a:lnTo>
                  <a:pt x="16" y="336"/>
                </a:lnTo>
                <a:lnTo>
                  <a:pt x="15" y="336"/>
                </a:lnTo>
                <a:lnTo>
                  <a:pt x="15" y="335"/>
                </a:lnTo>
                <a:lnTo>
                  <a:pt x="15" y="333"/>
                </a:lnTo>
                <a:lnTo>
                  <a:pt x="15" y="332"/>
                </a:lnTo>
                <a:lnTo>
                  <a:pt x="15" y="331"/>
                </a:lnTo>
                <a:lnTo>
                  <a:pt x="15" y="330"/>
                </a:lnTo>
                <a:lnTo>
                  <a:pt x="14" y="330"/>
                </a:lnTo>
                <a:lnTo>
                  <a:pt x="14" y="331"/>
                </a:lnTo>
                <a:lnTo>
                  <a:pt x="13" y="330"/>
                </a:lnTo>
                <a:lnTo>
                  <a:pt x="14" y="329"/>
                </a:lnTo>
                <a:lnTo>
                  <a:pt x="14" y="328"/>
                </a:lnTo>
                <a:lnTo>
                  <a:pt x="15" y="328"/>
                </a:lnTo>
                <a:lnTo>
                  <a:pt x="15" y="329"/>
                </a:lnTo>
                <a:lnTo>
                  <a:pt x="15" y="328"/>
                </a:lnTo>
                <a:lnTo>
                  <a:pt x="15" y="327"/>
                </a:lnTo>
                <a:lnTo>
                  <a:pt x="16" y="327"/>
                </a:lnTo>
                <a:lnTo>
                  <a:pt x="16" y="326"/>
                </a:lnTo>
                <a:lnTo>
                  <a:pt x="16" y="325"/>
                </a:lnTo>
                <a:lnTo>
                  <a:pt x="16" y="324"/>
                </a:lnTo>
                <a:lnTo>
                  <a:pt x="17" y="323"/>
                </a:lnTo>
                <a:lnTo>
                  <a:pt x="18" y="321"/>
                </a:lnTo>
                <a:lnTo>
                  <a:pt x="18" y="320"/>
                </a:lnTo>
                <a:lnTo>
                  <a:pt x="17" y="319"/>
                </a:lnTo>
                <a:lnTo>
                  <a:pt x="17" y="318"/>
                </a:lnTo>
                <a:lnTo>
                  <a:pt x="17" y="317"/>
                </a:lnTo>
                <a:lnTo>
                  <a:pt x="18" y="316"/>
                </a:lnTo>
                <a:lnTo>
                  <a:pt x="18" y="315"/>
                </a:lnTo>
                <a:lnTo>
                  <a:pt x="18" y="314"/>
                </a:lnTo>
                <a:lnTo>
                  <a:pt x="18" y="313"/>
                </a:lnTo>
                <a:lnTo>
                  <a:pt x="18" y="312"/>
                </a:lnTo>
                <a:lnTo>
                  <a:pt x="19" y="312"/>
                </a:lnTo>
                <a:lnTo>
                  <a:pt x="19" y="311"/>
                </a:lnTo>
                <a:lnTo>
                  <a:pt x="20" y="310"/>
                </a:lnTo>
                <a:lnTo>
                  <a:pt x="19" y="310"/>
                </a:lnTo>
                <a:lnTo>
                  <a:pt x="18" y="310"/>
                </a:lnTo>
                <a:lnTo>
                  <a:pt x="18" y="309"/>
                </a:lnTo>
                <a:lnTo>
                  <a:pt x="17" y="309"/>
                </a:lnTo>
                <a:lnTo>
                  <a:pt x="16" y="308"/>
                </a:lnTo>
                <a:lnTo>
                  <a:pt x="16" y="307"/>
                </a:lnTo>
                <a:lnTo>
                  <a:pt x="16" y="308"/>
                </a:lnTo>
                <a:lnTo>
                  <a:pt x="16" y="307"/>
                </a:lnTo>
                <a:lnTo>
                  <a:pt x="15" y="307"/>
                </a:lnTo>
                <a:lnTo>
                  <a:pt x="15" y="306"/>
                </a:lnTo>
                <a:lnTo>
                  <a:pt x="14" y="306"/>
                </a:lnTo>
                <a:lnTo>
                  <a:pt x="14" y="305"/>
                </a:lnTo>
                <a:lnTo>
                  <a:pt x="15" y="305"/>
                </a:lnTo>
                <a:lnTo>
                  <a:pt x="14" y="304"/>
                </a:lnTo>
                <a:lnTo>
                  <a:pt x="13" y="304"/>
                </a:lnTo>
                <a:lnTo>
                  <a:pt x="12" y="304"/>
                </a:lnTo>
                <a:lnTo>
                  <a:pt x="12" y="303"/>
                </a:lnTo>
                <a:lnTo>
                  <a:pt x="11" y="302"/>
                </a:lnTo>
                <a:lnTo>
                  <a:pt x="10" y="301"/>
                </a:lnTo>
                <a:lnTo>
                  <a:pt x="9" y="301"/>
                </a:lnTo>
                <a:lnTo>
                  <a:pt x="9" y="300"/>
                </a:lnTo>
                <a:lnTo>
                  <a:pt x="9" y="299"/>
                </a:lnTo>
                <a:lnTo>
                  <a:pt x="8" y="299"/>
                </a:lnTo>
                <a:lnTo>
                  <a:pt x="7" y="300"/>
                </a:lnTo>
                <a:lnTo>
                  <a:pt x="6" y="300"/>
                </a:lnTo>
                <a:lnTo>
                  <a:pt x="6" y="299"/>
                </a:lnTo>
                <a:lnTo>
                  <a:pt x="5" y="299"/>
                </a:lnTo>
                <a:lnTo>
                  <a:pt x="5" y="298"/>
                </a:lnTo>
                <a:lnTo>
                  <a:pt x="3" y="298"/>
                </a:lnTo>
                <a:lnTo>
                  <a:pt x="3" y="297"/>
                </a:lnTo>
                <a:lnTo>
                  <a:pt x="3" y="296"/>
                </a:lnTo>
                <a:lnTo>
                  <a:pt x="4" y="296"/>
                </a:lnTo>
                <a:lnTo>
                  <a:pt x="5" y="296"/>
                </a:lnTo>
                <a:lnTo>
                  <a:pt x="5" y="295"/>
                </a:lnTo>
                <a:lnTo>
                  <a:pt x="5" y="294"/>
                </a:lnTo>
                <a:lnTo>
                  <a:pt x="6" y="294"/>
                </a:lnTo>
                <a:lnTo>
                  <a:pt x="6" y="293"/>
                </a:lnTo>
                <a:lnTo>
                  <a:pt x="5" y="292"/>
                </a:lnTo>
                <a:lnTo>
                  <a:pt x="4" y="292"/>
                </a:lnTo>
                <a:lnTo>
                  <a:pt x="4" y="291"/>
                </a:lnTo>
                <a:lnTo>
                  <a:pt x="4" y="290"/>
                </a:lnTo>
                <a:lnTo>
                  <a:pt x="5" y="290"/>
                </a:lnTo>
                <a:lnTo>
                  <a:pt x="5" y="289"/>
                </a:lnTo>
                <a:lnTo>
                  <a:pt x="5" y="288"/>
                </a:lnTo>
                <a:lnTo>
                  <a:pt x="4" y="287"/>
                </a:lnTo>
                <a:lnTo>
                  <a:pt x="5" y="286"/>
                </a:lnTo>
                <a:lnTo>
                  <a:pt x="6" y="286"/>
                </a:lnTo>
                <a:lnTo>
                  <a:pt x="7" y="286"/>
                </a:lnTo>
                <a:lnTo>
                  <a:pt x="8" y="285"/>
                </a:lnTo>
                <a:lnTo>
                  <a:pt x="8" y="286"/>
                </a:lnTo>
                <a:lnTo>
                  <a:pt x="9" y="286"/>
                </a:lnTo>
                <a:lnTo>
                  <a:pt x="9" y="287"/>
                </a:lnTo>
                <a:lnTo>
                  <a:pt x="10" y="286"/>
                </a:lnTo>
                <a:lnTo>
                  <a:pt x="11" y="286"/>
                </a:lnTo>
                <a:lnTo>
                  <a:pt x="11" y="285"/>
                </a:lnTo>
                <a:lnTo>
                  <a:pt x="13" y="285"/>
                </a:lnTo>
                <a:lnTo>
                  <a:pt x="14" y="285"/>
                </a:lnTo>
                <a:lnTo>
                  <a:pt x="14" y="286"/>
                </a:lnTo>
                <a:lnTo>
                  <a:pt x="15" y="286"/>
                </a:lnTo>
                <a:lnTo>
                  <a:pt x="16" y="286"/>
                </a:lnTo>
                <a:lnTo>
                  <a:pt x="15" y="286"/>
                </a:lnTo>
                <a:lnTo>
                  <a:pt x="16" y="286"/>
                </a:lnTo>
                <a:lnTo>
                  <a:pt x="17" y="286"/>
                </a:lnTo>
                <a:lnTo>
                  <a:pt x="17" y="287"/>
                </a:lnTo>
                <a:lnTo>
                  <a:pt x="18" y="287"/>
                </a:lnTo>
                <a:lnTo>
                  <a:pt x="18" y="288"/>
                </a:lnTo>
                <a:lnTo>
                  <a:pt x="19" y="287"/>
                </a:lnTo>
                <a:lnTo>
                  <a:pt x="19" y="286"/>
                </a:lnTo>
                <a:lnTo>
                  <a:pt x="20" y="286"/>
                </a:lnTo>
                <a:lnTo>
                  <a:pt x="20" y="285"/>
                </a:lnTo>
                <a:lnTo>
                  <a:pt x="21" y="285"/>
                </a:lnTo>
                <a:lnTo>
                  <a:pt x="22" y="285"/>
                </a:lnTo>
                <a:lnTo>
                  <a:pt x="22" y="284"/>
                </a:lnTo>
                <a:lnTo>
                  <a:pt x="23" y="283"/>
                </a:lnTo>
                <a:lnTo>
                  <a:pt x="23" y="282"/>
                </a:lnTo>
                <a:lnTo>
                  <a:pt x="24" y="282"/>
                </a:lnTo>
                <a:lnTo>
                  <a:pt x="24" y="281"/>
                </a:lnTo>
                <a:lnTo>
                  <a:pt x="25" y="281"/>
                </a:lnTo>
                <a:lnTo>
                  <a:pt x="25" y="282"/>
                </a:lnTo>
                <a:lnTo>
                  <a:pt x="25" y="283"/>
                </a:lnTo>
                <a:lnTo>
                  <a:pt x="25" y="282"/>
                </a:lnTo>
                <a:lnTo>
                  <a:pt x="25" y="281"/>
                </a:lnTo>
                <a:lnTo>
                  <a:pt x="26" y="281"/>
                </a:lnTo>
                <a:lnTo>
                  <a:pt x="26" y="280"/>
                </a:lnTo>
                <a:lnTo>
                  <a:pt x="26" y="279"/>
                </a:lnTo>
                <a:lnTo>
                  <a:pt x="25" y="279"/>
                </a:lnTo>
                <a:lnTo>
                  <a:pt x="25" y="278"/>
                </a:lnTo>
                <a:lnTo>
                  <a:pt x="25" y="277"/>
                </a:lnTo>
                <a:lnTo>
                  <a:pt x="26" y="276"/>
                </a:lnTo>
                <a:lnTo>
                  <a:pt x="27" y="276"/>
                </a:lnTo>
                <a:lnTo>
                  <a:pt x="29" y="276"/>
                </a:lnTo>
                <a:lnTo>
                  <a:pt x="30" y="276"/>
                </a:lnTo>
                <a:lnTo>
                  <a:pt x="30" y="277"/>
                </a:lnTo>
                <a:lnTo>
                  <a:pt x="30" y="278"/>
                </a:lnTo>
                <a:lnTo>
                  <a:pt x="30" y="279"/>
                </a:lnTo>
                <a:lnTo>
                  <a:pt x="30" y="280"/>
                </a:lnTo>
                <a:lnTo>
                  <a:pt x="31" y="281"/>
                </a:lnTo>
                <a:lnTo>
                  <a:pt x="32" y="282"/>
                </a:lnTo>
                <a:lnTo>
                  <a:pt x="31" y="282"/>
                </a:lnTo>
                <a:lnTo>
                  <a:pt x="31" y="283"/>
                </a:lnTo>
                <a:lnTo>
                  <a:pt x="32" y="283"/>
                </a:lnTo>
                <a:lnTo>
                  <a:pt x="33" y="283"/>
                </a:lnTo>
                <a:lnTo>
                  <a:pt x="32" y="284"/>
                </a:lnTo>
                <a:lnTo>
                  <a:pt x="33" y="284"/>
                </a:lnTo>
                <a:lnTo>
                  <a:pt x="34" y="285"/>
                </a:lnTo>
                <a:lnTo>
                  <a:pt x="35" y="285"/>
                </a:lnTo>
                <a:lnTo>
                  <a:pt x="35" y="284"/>
                </a:lnTo>
                <a:lnTo>
                  <a:pt x="36" y="284"/>
                </a:lnTo>
                <a:lnTo>
                  <a:pt x="37" y="285"/>
                </a:lnTo>
                <a:lnTo>
                  <a:pt x="38" y="284"/>
                </a:lnTo>
                <a:lnTo>
                  <a:pt x="38" y="283"/>
                </a:lnTo>
                <a:lnTo>
                  <a:pt x="38" y="284"/>
                </a:lnTo>
                <a:lnTo>
                  <a:pt x="39" y="284"/>
                </a:lnTo>
                <a:lnTo>
                  <a:pt x="39" y="285"/>
                </a:lnTo>
                <a:lnTo>
                  <a:pt x="40" y="285"/>
                </a:lnTo>
                <a:lnTo>
                  <a:pt x="40" y="286"/>
                </a:lnTo>
                <a:lnTo>
                  <a:pt x="41" y="285"/>
                </a:lnTo>
                <a:lnTo>
                  <a:pt x="42" y="285"/>
                </a:lnTo>
                <a:lnTo>
                  <a:pt x="43" y="285"/>
                </a:lnTo>
                <a:lnTo>
                  <a:pt x="44" y="284"/>
                </a:lnTo>
                <a:lnTo>
                  <a:pt x="44" y="283"/>
                </a:lnTo>
                <a:lnTo>
                  <a:pt x="45" y="282"/>
                </a:lnTo>
                <a:lnTo>
                  <a:pt x="46" y="281"/>
                </a:lnTo>
                <a:lnTo>
                  <a:pt x="46" y="280"/>
                </a:lnTo>
                <a:lnTo>
                  <a:pt x="47" y="280"/>
                </a:lnTo>
                <a:lnTo>
                  <a:pt x="47" y="279"/>
                </a:lnTo>
                <a:lnTo>
                  <a:pt x="48" y="279"/>
                </a:lnTo>
                <a:lnTo>
                  <a:pt x="48" y="278"/>
                </a:lnTo>
                <a:lnTo>
                  <a:pt x="49" y="277"/>
                </a:lnTo>
                <a:lnTo>
                  <a:pt x="50" y="276"/>
                </a:lnTo>
                <a:lnTo>
                  <a:pt x="51" y="275"/>
                </a:lnTo>
                <a:lnTo>
                  <a:pt x="52" y="275"/>
                </a:lnTo>
                <a:lnTo>
                  <a:pt x="52" y="274"/>
                </a:lnTo>
                <a:lnTo>
                  <a:pt x="53" y="273"/>
                </a:lnTo>
                <a:lnTo>
                  <a:pt x="54" y="272"/>
                </a:lnTo>
                <a:lnTo>
                  <a:pt x="55" y="272"/>
                </a:lnTo>
                <a:lnTo>
                  <a:pt x="56" y="272"/>
                </a:lnTo>
                <a:lnTo>
                  <a:pt x="57" y="272"/>
                </a:lnTo>
                <a:lnTo>
                  <a:pt x="57" y="271"/>
                </a:lnTo>
                <a:lnTo>
                  <a:pt x="58" y="272"/>
                </a:lnTo>
                <a:lnTo>
                  <a:pt x="58" y="271"/>
                </a:lnTo>
                <a:lnTo>
                  <a:pt x="59" y="270"/>
                </a:lnTo>
                <a:lnTo>
                  <a:pt x="60" y="270"/>
                </a:lnTo>
                <a:lnTo>
                  <a:pt x="60" y="269"/>
                </a:lnTo>
                <a:lnTo>
                  <a:pt x="61" y="269"/>
                </a:lnTo>
                <a:lnTo>
                  <a:pt x="62" y="270"/>
                </a:lnTo>
                <a:lnTo>
                  <a:pt x="63" y="270"/>
                </a:lnTo>
                <a:lnTo>
                  <a:pt x="64" y="270"/>
                </a:lnTo>
                <a:lnTo>
                  <a:pt x="65" y="270"/>
                </a:lnTo>
                <a:lnTo>
                  <a:pt x="66" y="270"/>
                </a:lnTo>
                <a:lnTo>
                  <a:pt x="68" y="270"/>
                </a:lnTo>
                <a:lnTo>
                  <a:pt x="68" y="271"/>
                </a:lnTo>
                <a:lnTo>
                  <a:pt x="68" y="272"/>
                </a:lnTo>
                <a:lnTo>
                  <a:pt x="67" y="273"/>
                </a:lnTo>
                <a:lnTo>
                  <a:pt x="67" y="274"/>
                </a:lnTo>
                <a:lnTo>
                  <a:pt x="66" y="274"/>
                </a:lnTo>
                <a:lnTo>
                  <a:pt x="66" y="273"/>
                </a:lnTo>
                <a:lnTo>
                  <a:pt x="66" y="274"/>
                </a:lnTo>
                <a:lnTo>
                  <a:pt x="65" y="274"/>
                </a:lnTo>
                <a:lnTo>
                  <a:pt x="64" y="275"/>
                </a:lnTo>
                <a:lnTo>
                  <a:pt x="65" y="275"/>
                </a:lnTo>
                <a:lnTo>
                  <a:pt x="65" y="276"/>
                </a:lnTo>
                <a:lnTo>
                  <a:pt x="66" y="277"/>
                </a:lnTo>
                <a:lnTo>
                  <a:pt x="65" y="277"/>
                </a:lnTo>
                <a:lnTo>
                  <a:pt x="65" y="278"/>
                </a:lnTo>
                <a:lnTo>
                  <a:pt x="66" y="278"/>
                </a:lnTo>
                <a:lnTo>
                  <a:pt x="67" y="279"/>
                </a:lnTo>
                <a:lnTo>
                  <a:pt x="67" y="280"/>
                </a:lnTo>
                <a:lnTo>
                  <a:pt x="68" y="281"/>
                </a:lnTo>
                <a:lnTo>
                  <a:pt x="68" y="282"/>
                </a:lnTo>
                <a:lnTo>
                  <a:pt x="69" y="282"/>
                </a:lnTo>
                <a:lnTo>
                  <a:pt x="69" y="281"/>
                </a:lnTo>
                <a:lnTo>
                  <a:pt x="70" y="281"/>
                </a:lnTo>
                <a:lnTo>
                  <a:pt x="70" y="282"/>
                </a:lnTo>
                <a:lnTo>
                  <a:pt x="70" y="283"/>
                </a:lnTo>
                <a:lnTo>
                  <a:pt x="71" y="282"/>
                </a:lnTo>
                <a:lnTo>
                  <a:pt x="72" y="281"/>
                </a:lnTo>
                <a:lnTo>
                  <a:pt x="72" y="280"/>
                </a:lnTo>
                <a:lnTo>
                  <a:pt x="73" y="280"/>
                </a:lnTo>
                <a:lnTo>
                  <a:pt x="74" y="280"/>
                </a:lnTo>
                <a:lnTo>
                  <a:pt x="75" y="280"/>
                </a:lnTo>
                <a:lnTo>
                  <a:pt x="75" y="279"/>
                </a:lnTo>
                <a:lnTo>
                  <a:pt x="76" y="279"/>
                </a:lnTo>
                <a:lnTo>
                  <a:pt x="76" y="278"/>
                </a:lnTo>
                <a:lnTo>
                  <a:pt x="76" y="279"/>
                </a:lnTo>
                <a:lnTo>
                  <a:pt x="77" y="279"/>
                </a:lnTo>
                <a:lnTo>
                  <a:pt x="77" y="278"/>
                </a:lnTo>
                <a:lnTo>
                  <a:pt x="78" y="277"/>
                </a:lnTo>
                <a:lnTo>
                  <a:pt x="79" y="277"/>
                </a:lnTo>
                <a:lnTo>
                  <a:pt x="79" y="276"/>
                </a:lnTo>
                <a:lnTo>
                  <a:pt x="78" y="276"/>
                </a:lnTo>
                <a:lnTo>
                  <a:pt x="78" y="277"/>
                </a:lnTo>
                <a:lnTo>
                  <a:pt x="78" y="276"/>
                </a:lnTo>
                <a:lnTo>
                  <a:pt x="79" y="275"/>
                </a:lnTo>
                <a:lnTo>
                  <a:pt x="80" y="275"/>
                </a:lnTo>
                <a:lnTo>
                  <a:pt x="80" y="274"/>
                </a:lnTo>
                <a:lnTo>
                  <a:pt x="81" y="274"/>
                </a:lnTo>
                <a:lnTo>
                  <a:pt x="82" y="274"/>
                </a:lnTo>
                <a:lnTo>
                  <a:pt x="83" y="273"/>
                </a:lnTo>
                <a:lnTo>
                  <a:pt x="83" y="272"/>
                </a:lnTo>
                <a:lnTo>
                  <a:pt x="84" y="272"/>
                </a:lnTo>
                <a:lnTo>
                  <a:pt x="84" y="271"/>
                </a:lnTo>
                <a:lnTo>
                  <a:pt x="84" y="272"/>
                </a:lnTo>
                <a:lnTo>
                  <a:pt x="85" y="272"/>
                </a:lnTo>
                <a:lnTo>
                  <a:pt x="85" y="273"/>
                </a:lnTo>
                <a:lnTo>
                  <a:pt x="85" y="274"/>
                </a:lnTo>
                <a:lnTo>
                  <a:pt x="86" y="273"/>
                </a:lnTo>
                <a:lnTo>
                  <a:pt x="87" y="273"/>
                </a:lnTo>
                <a:lnTo>
                  <a:pt x="87" y="274"/>
                </a:lnTo>
                <a:lnTo>
                  <a:pt x="86" y="274"/>
                </a:lnTo>
                <a:lnTo>
                  <a:pt x="85" y="274"/>
                </a:lnTo>
                <a:lnTo>
                  <a:pt x="85" y="275"/>
                </a:lnTo>
                <a:lnTo>
                  <a:pt x="86" y="275"/>
                </a:lnTo>
                <a:lnTo>
                  <a:pt x="87" y="276"/>
                </a:lnTo>
                <a:lnTo>
                  <a:pt x="88" y="277"/>
                </a:lnTo>
                <a:lnTo>
                  <a:pt x="89" y="278"/>
                </a:lnTo>
                <a:lnTo>
                  <a:pt x="89" y="279"/>
                </a:lnTo>
                <a:lnTo>
                  <a:pt x="90" y="279"/>
                </a:lnTo>
                <a:lnTo>
                  <a:pt x="90" y="280"/>
                </a:lnTo>
                <a:lnTo>
                  <a:pt x="89" y="280"/>
                </a:lnTo>
                <a:lnTo>
                  <a:pt x="88" y="281"/>
                </a:lnTo>
                <a:lnTo>
                  <a:pt x="88" y="282"/>
                </a:lnTo>
                <a:lnTo>
                  <a:pt x="88" y="283"/>
                </a:lnTo>
                <a:lnTo>
                  <a:pt x="88" y="284"/>
                </a:lnTo>
                <a:lnTo>
                  <a:pt x="88" y="285"/>
                </a:lnTo>
                <a:lnTo>
                  <a:pt x="89" y="286"/>
                </a:lnTo>
                <a:lnTo>
                  <a:pt x="90" y="286"/>
                </a:lnTo>
                <a:lnTo>
                  <a:pt x="90" y="285"/>
                </a:lnTo>
                <a:lnTo>
                  <a:pt x="91" y="285"/>
                </a:lnTo>
                <a:lnTo>
                  <a:pt x="91" y="284"/>
                </a:lnTo>
                <a:lnTo>
                  <a:pt x="91" y="283"/>
                </a:lnTo>
                <a:lnTo>
                  <a:pt x="92" y="283"/>
                </a:lnTo>
                <a:lnTo>
                  <a:pt x="92" y="282"/>
                </a:lnTo>
                <a:lnTo>
                  <a:pt x="93" y="282"/>
                </a:lnTo>
                <a:lnTo>
                  <a:pt x="93" y="281"/>
                </a:lnTo>
                <a:lnTo>
                  <a:pt x="94" y="280"/>
                </a:lnTo>
                <a:lnTo>
                  <a:pt x="94" y="279"/>
                </a:lnTo>
                <a:lnTo>
                  <a:pt x="95" y="279"/>
                </a:lnTo>
                <a:lnTo>
                  <a:pt x="95" y="278"/>
                </a:lnTo>
                <a:lnTo>
                  <a:pt x="96" y="278"/>
                </a:lnTo>
                <a:lnTo>
                  <a:pt x="96" y="276"/>
                </a:lnTo>
                <a:lnTo>
                  <a:pt x="96" y="275"/>
                </a:lnTo>
                <a:lnTo>
                  <a:pt x="97" y="275"/>
                </a:lnTo>
                <a:lnTo>
                  <a:pt x="97" y="274"/>
                </a:lnTo>
                <a:lnTo>
                  <a:pt x="98" y="274"/>
                </a:lnTo>
                <a:lnTo>
                  <a:pt x="98" y="273"/>
                </a:lnTo>
                <a:lnTo>
                  <a:pt x="99" y="273"/>
                </a:lnTo>
                <a:lnTo>
                  <a:pt x="100" y="272"/>
                </a:lnTo>
                <a:lnTo>
                  <a:pt x="101" y="272"/>
                </a:lnTo>
                <a:lnTo>
                  <a:pt x="101" y="271"/>
                </a:lnTo>
                <a:lnTo>
                  <a:pt x="102" y="271"/>
                </a:lnTo>
                <a:lnTo>
                  <a:pt x="102" y="270"/>
                </a:lnTo>
                <a:lnTo>
                  <a:pt x="103" y="270"/>
                </a:lnTo>
                <a:lnTo>
                  <a:pt x="103" y="269"/>
                </a:lnTo>
                <a:lnTo>
                  <a:pt x="104" y="269"/>
                </a:lnTo>
                <a:lnTo>
                  <a:pt x="105" y="268"/>
                </a:lnTo>
                <a:lnTo>
                  <a:pt x="106" y="269"/>
                </a:lnTo>
                <a:lnTo>
                  <a:pt x="106" y="270"/>
                </a:lnTo>
                <a:lnTo>
                  <a:pt x="105" y="270"/>
                </a:lnTo>
                <a:lnTo>
                  <a:pt x="105" y="271"/>
                </a:lnTo>
                <a:lnTo>
                  <a:pt x="106" y="271"/>
                </a:lnTo>
                <a:lnTo>
                  <a:pt x="106" y="270"/>
                </a:lnTo>
                <a:lnTo>
                  <a:pt x="107" y="270"/>
                </a:lnTo>
                <a:lnTo>
                  <a:pt x="108" y="270"/>
                </a:lnTo>
                <a:lnTo>
                  <a:pt x="109" y="270"/>
                </a:lnTo>
                <a:lnTo>
                  <a:pt x="109" y="269"/>
                </a:lnTo>
                <a:lnTo>
                  <a:pt x="109" y="268"/>
                </a:lnTo>
                <a:lnTo>
                  <a:pt x="110" y="268"/>
                </a:lnTo>
                <a:lnTo>
                  <a:pt x="110" y="267"/>
                </a:lnTo>
                <a:lnTo>
                  <a:pt x="109" y="267"/>
                </a:lnTo>
                <a:lnTo>
                  <a:pt x="110" y="267"/>
                </a:lnTo>
                <a:lnTo>
                  <a:pt x="110" y="266"/>
                </a:lnTo>
                <a:lnTo>
                  <a:pt x="110" y="265"/>
                </a:lnTo>
                <a:lnTo>
                  <a:pt x="111" y="265"/>
                </a:lnTo>
                <a:lnTo>
                  <a:pt x="112" y="265"/>
                </a:lnTo>
                <a:lnTo>
                  <a:pt x="112" y="264"/>
                </a:lnTo>
                <a:lnTo>
                  <a:pt x="113" y="264"/>
                </a:lnTo>
                <a:lnTo>
                  <a:pt x="114" y="264"/>
                </a:lnTo>
                <a:lnTo>
                  <a:pt x="115" y="263"/>
                </a:lnTo>
                <a:lnTo>
                  <a:pt x="116" y="262"/>
                </a:lnTo>
                <a:lnTo>
                  <a:pt x="117" y="261"/>
                </a:lnTo>
                <a:lnTo>
                  <a:pt x="117" y="260"/>
                </a:lnTo>
                <a:lnTo>
                  <a:pt x="116" y="259"/>
                </a:lnTo>
                <a:lnTo>
                  <a:pt x="116" y="258"/>
                </a:lnTo>
                <a:lnTo>
                  <a:pt x="117" y="258"/>
                </a:lnTo>
                <a:lnTo>
                  <a:pt x="118" y="258"/>
                </a:lnTo>
                <a:lnTo>
                  <a:pt x="119" y="257"/>
                </a:lnTo>
                <a:lnTo>
                  <a:pt x="120" y="256"/>
                </a:lnTo>
                <a:lnTo>
                  <a:pt x="121" y="256"/>
                </a:lnTo>
                <a:lnTo>
                  <a:pt x="120" y="257"/>
                </a:lnTo>
                <a:lnTo>
                  <a:pt x="121" y="257"/>
                </a:lnTo>
                <a:lnTo>
                  <a:pt x="122" y="256"/>
                </a:lnTo>
                <a:lnTo>
                  <a:pt x="121" y="255"/>
                </a:lnTo>
                <a:lnTo>
                  <a:pt x="122" y="255"/>
                </a:lnTo>
                <a:lnTo>
                  <a:pt x="122" y="254"/>
                </a:lnTo>
                <a:lnTo>
                  <a:pt x="122" y="253"/>
                </a:lnTo>
                <a:lnTo>
                  <a:pt x="123" y="253"/>
                </a:lnTo>
                <a:lnTo>
                  <a:pt x="124" y="252"/>
                </a:lnTo>
                <a:lnTo>
                  <a:pt x="125" y="251"/>
                </a:lnTo>
                <a:lnTo>
                  <a:pt x="126" y="250"/>
                </a:lnTo>
                <a:lnTo>
                  <a:pt x="127" y="250"/>
                </a:lnTo>
                <a:lnTo>
                  <a:pt x="127" y="249"/>
                </a:lnTo>
                <a:lnTo>
                  <a:pt x="128" y="249"/>
                </a:lnTo>
                <a:lnTo>
                  <a:pt x="129" y="248"/>
                </a:lnTo>
                <a:lnTo>
                  <a:pt x="130" y="248"/>
                </a:lnTo>
                <a:lnTo>
                  <a:pt x="131" y="248"/>
                </a:lnTo>
                <a:lnTo>
                  <a:pt x="132" y="247"/>
                </a:lnTo>
                <a:lnTo>
                  <a:pt x="133" y="247"/>
                </a:lnTo>
                <a:lnTo>
                  <a:pt x="133" y="246"/>
                </a:lnTo>
                <a:lnTo>
                  <a:pt x="134" y="246"/>
                </a:lnTo>
                <a:lnTo>
                  <a:pt x="135" y="246"/>
                </a:lnTo>
                <a:lnTo>
                  <a:pt x="136" y="245"/>
                </a:lnTo>
                <a:lnTo>
                  <a:pt x="137" y="245"/>
                </a:lnTo>
                <a:lnTo>
                  <a:pt x="137" y="244"/>
                </a:lnTo>
                <a:lnTo>
                  <a:pt x="138" y="244"/>
                </a:lnTo>
                <a:lnTo>
                  <a:pt x="139" y="244"/>
                </a:lnTo>
                <a:lnTo>
                  <a:pt x="140" y="245"/>
                </a:lnTo>
                <a:lnTo>
                  <a:pt x="141" y="245"/>
                </a:lnTo>
                <a:lnTo>
                  <a:pt x="142" y="245"/>
                </a:lnTo>
                <a:lnTo>
                  <a:pt x="142" y="246"/>
                </a:lnTo>
                <a:lnTo>
                  <a:pt x="143" y="246"/>
                </a:lnTo>
                <a:lnTo>
                  <a:pt x="144" y="246"/>
                </a:lnTo>
                <a:lnTo>
                  <a:pt x="145" y="245"/>
                </a:lnTo>
                <a:lnTo>
                  <a:pt x="146" y="245"/>
                </a:lnTo>
                <a:lnTo>
                  <a:pt x="147" y="245"/>
                </a:lnTo>
                <a:lnTo>
                  <a:pt x="147" y="246"/>
                </a:lnTo>
                <a:lnTo>
                  <a:pt x="147" y="245"/>
                </a:lnTo>
                <a:lnTo>
                  <a:pt x="148" y="245"/>
                </a:lnTo>
                <a:lnTo>
                  <a:pt x="148" y="246"/>
                </a:lnTo>
                <a:lnTo>
                  <a:pt x="148" y="247"/>
                </a:lnTo>
                <a:lnTo>
                  <a:pt x="148" y="248"/>
                </a:lnTo>
                <a:lnTo>
                  <a:pt x="149" y="248"/>
                </a:lnTo>
                <a:lnTo>
                  <a:pt x="149" y="249"/>
                </a:lnTo>
                <a:lnTo>
                  <a:pt x="149" y="250"/>
                </a:lnTo>
                <a:lnTo>
                  <a:pt x="149" y="251"/>
                </a:lnTo>
                <a:lnTo>
                  <a:pt x="150" y="252"/>
                </a:lnTo>
                <a:lnTo>
                  <a:pt x="151" y="252"/>
                </a:lnTo>
                <a:lnTo>
                  <a:pt x="151" y="253"/>
                </a:lnTo>
                <a:lnTo>
                  <a:pt x="151" y="254"/>
                </a:lnTo>
                <a:lnTo>
                  <a:pt x="152" y="254"/>
                </a:lnTo>
                <a:lnTo>
                  <a:pt x="153" y="254"/>
                </a:lnTo>
                <a:lnTo>
                  <a:pt x="155" y="254"/>
                </a:lnTo>
                <a:lnTo>
                  <a:pt x="155" y="253"/>
                </a:lnTo>
                <a:lnTo>
                  <a:pt x="156" y="251"/>
                </a:lnTo>
                <a:lnTo>
                  <a:pt x="157" y="250"/>
                </a:lnTo>
                <a:lnTo>
                  <a:pt x="158" y="250"/>
                </a:lnTo>
                <a:lnTo>
                  <a:pt x="158" y="249"/>
                </a:lnTo>
                <a:lnTo>
                  <a:pt x="158" y="248"/>
                </a:lnTo>
                <a:lnTo>
                  <a:pt x="159" y="247"/>
                </a:lnTo>
                <a:lnTo>
                  <a:pt x="159" y="246"/>
                </a:lnTo>
                <a:lnTo>
                  <a:pt x="159" y="245"/>
                </a:lnTo>
                <a:lnTo>
                  <a:pt x="160" y="244"/>
                </a:lnTo>
                <a:lnTo>
                  <a:pt x="161" y="243"/>
                </a:lnTo>
                <a:lnTo>
                  <a:pt x="161" y="242"/>
                </a:lnTo>
                <a:lnTo>
                  <a:pt x="160" y="242"/>
                </a:lnTo>
                <a:lnTo>
                  <a:pt x="160" y="241"/>
                </a:lnTo>
                <a:lnTo>
                  <a:pt x="161" y="240"/>
                </a:lnTo>
                <a:lnTo>
                  <a:pt x="161" y="239"/>
                </a:lnTo>
                <a:lnTo>
                  <a:pt x="161" y="238"/>
                </a:lnTo>
                <a:lnTo>
                  <a:pt x="162" y="238"/>
                </a:lnTo>
                <a:lnTo>
                  <a:pt x="162" y="237"/>
                </a:lnTo>
                <a:lnTo>
                  <a:pt x="162" y="236"/>
                </a:lnTo>
                <a:lnTo>
                  <a:pt x="163" y="236"/>
                </a:lnTo>
                <a:lnTo>
                  <a:pt x="163" y="235"/>
                </a:lnTo>
                <a:lnTo>
                  <a:pt x="162" y="235"/>
                </a:lnTo>
                <a:lnTo>
                  <a:pt x="160" y="235"/>
                </a:lnTo>
                <a:lnTo>
                  <a:pt x="159" y="235"/>
                </a:lnTo>
                <a:lnTo>
                  <a:pt x="160" y="235"/>
                </a:lnTo>
                <a:lnTo>
                  <a:pt x="160" y="234"/>
                </a:lnTo>
                <a:lnTo>
                  <a:pt x="160" y="233"/>
                </a:lnTo>
                <a:lnTo>
                  <a:pt x="160" y="232"/>
                </a:lnTo>
                <a:lnTo>
                  <a:pt x="160" y="231"/>
                </a:lnTo>
                <a:lnTo>
                  <a:pt x="159" y="231"/>
                </a:lnTo>
                <a:lnTo>
                  <a:pt x="158" y="231"/>
                </a:lnTo>
                <a:lnTo>
                  <a:pt x="158" y="230"/>
                </a:lnTo>
                <a:lnTo>
                  <a:pt x="159" y="230"/>
                </a:lnTo>
                <a:lnTo>
                  <a:pt x="159" y="229"/>
                </a:lnTo>
                <a:lnTo>
                  <a:pt x="159" y="228"/>
                </a:lnTo>
                <a:lnTo>
                  <a:pt x="159" y="227"/>
                </a:lnTo>
                <a:lnTo>
                  <a:pt x="158" y="226"/>
                </a:lnTo>
                <a:lnTo>
                  <a:pt x="158" y="225"/>
                </a:lnTo>
                <a:lnTo>
                  <a:pt x="159" y="225"/>
                </a:lnTo>
                <a:lnTo>
                  <a:pt x="159" y="224"/>
                </a:lnTo>
                <a:lnTo>
                  <a:pt x="159" y="223"/>
                </a:lnTo>
                <a:lnTo>
                  <a:pt x="160" y="223"/>
                </a:lnTo>
                <a:lnTo>
                  <a:pt x="160" y="222"/>
                </a:lnTo>
                <a:lnTo>
                  <a:pt x="161" y="222"/>
                </a:lnTo>
                <a:lnTo>
                  <a:pt x="162" y="222"/>
                </a:lnTo>
                <a:lnTo>
                  <a:pt x="162" y="221"/>
                </a:lnTo>
                <a:lnTo>
                  <a:pt x="163" y="221"/>
                </a:lnTo>
                <a:lnTo>
                  <a:pt x="164" y="221"/>
                </a:lnTo>
                <a:lnTo>
                  <a:pt x="164" y="220"/>
                </a:lnTo>
                <a:lnTo>
                  <a:pt x="164" y="219"/>
                </a:lnTo>
                <a:lnTo>
                  <a:pt x="165" y="219"/>
                </a:lnTo>
                <a:lnTo>
                  <a:pt x="165" y="218"/>
                </a:lnTo>
                <a:lnTo>
                  <a:pt x="165" y="217"/>
                </a:lnTo>
                <a:lnTo>
                  <a:pt x="164" y="216"/>
                </a:lnTo>
                <a:lnTo>
                  <a:pt x="163" y="216"/>
                </a:lnTo>
                <a:lnTo>
                  <a:pt x="163" y="214"/>
                </a:lnTo>
                <a:lnTo>
                  <a:pt x="163" y="213"/>
                </a:lnTo>
                <a:lnTo>
                  <a:pt x="163" y="212"/>
                </a:lnTo>
                <a:lnTo>
                  <a:pt x="163" y="211"/>
                </a:lnTo>
                <a:lnTo>
                  <a:pt x="162" y="211"/>
                </a:lnTo>
                <a:lnTo>
                  <a:pt x="163" y="210"/>
                </a:lnTo>
                <a:lnTo>
                  <a:pt x="163" y="209"/>
                </a:lnTo>
                <a:lnTo>
                  <a:pt x="163" y="208"/>
                </a:lnTo>
                <a:lnTo>
                  <a:pt x="162" y="208"/>
                </a:lnTo>
                <a:lnTo>
                  <a:pt x="162" y="207"/>
                </a:lnTo>
                <a:lnTo>
                  <a:pt x="161" y="206"/>
                </a:lnTo>
                <a:lnTo>
                  <a:pt x="161" y="205"/>
                </a:lnTo>
                <a:lnTo>
                  <a:pt x="161" y="204"/>
                </a:lnTo>
                <a:lnTo>
                  <a:pt x="162" y="204"/>
                </a:lnTo>
                <a:lnTo>
                  <a:pt x="162" y="203"/>
                </a:lnTo>
                <a:lnTo>
                  <a:pt x="162" y="202"/>
                </a:lnTo>
                <a:lnTo>
                  <a:pt x="161" y="202"/>
                </a:lnTo>
                <a:lnTo>
                  <a:pt x="161" y="201"/>
                </a:lnTo>
                <a:lnTo>
                  <a:pt x="161" y="200"/>
                </a:lnTo>
                <a:lnTo>
                  <a:pt x="161" y="199"/>
                </a:lnTo>
                <a:lnTo>
                  <a:pt x="161" y="198"/>
                </a:lnTo>
                <a:lnTo>
                  <a:pt x="160" y="198"/>
                </a:lnTo>
                <a:lnTo>
                  <a:pt x="161" y="198"/>
                </a:lnTo>
                <a:lnTo>
                  <a:pt x="161" y="197"/>
                </a:lnTo>
                <a:lnTo>
                  <a:pt x="160" y="197"/>
                </a:lnTo>
                <a:lnTo>
                  <a:pt x="160" y="196"/>
                </a:lnTo>
                <a:lnTo>
                  <a:pt x="160" y="195"/>
                </a:lnTo>
                <a:lnTo>
                  <a:pt x="160" y="194"/>
                </a:lnTo>
                <a:lnTo>
                  <a:pt x="159" y="194"/>
                </a:lnTo>
                <a:lnTo>
                  <a:pt x="159" y="193"/>
                </a:lnTo>
                <a:lnTo>
                  <a:pt x="158" y="193"/>
                </a:lnTo>
                <a:lnTo>
                  <a:pt x="158" y="192"/>
                </a:lnTo>
                <a:lnTo>
                  <a:pt x="158" y="191"/>
                </a:lnTo>
                <a:lnTo>
                  <a:pt x="158" y="192"/>
                </a:lnTo>
                <a:lnTo>
                  <a:pt x="157" y="192"/>
                </a:lnTo>
                <a:lnTo>
                  <a:pt x="156" y="192"/>
                </a:lnTo>
                <a:lnTo>
                  <a:pt x="155" y="192"/>
                </a:lnTo>
                <a:lnTo>
                  <a:pt x="154" y="192"/>
                </a:lnTo>
                <a:lnTo>
                  <a:pt x="152" y="192"/>
                </a:lnTo>
                <a:lnTo>
                  <a:pt x="151" y="191"/>
                </a:lnTo>
                <a:lnTo>
                  <a:pt x="151" y="190"/>
                </a:lnTo>
                <a:lnTo>
                  <a:pt x="150" y="190"/>
                </a:lnTo>
                <a:lnTo>
                  <a:pt x="150" y="189"/>
                </a:lnTo>
                <a:lnTo>
                  <a:pt x="151" y="189"/>
                </a:lnTo>
                <a:lnTo>
                  <a:pt x="150" y="189"/>
                </a:lnTo>
                <a:lnTo>
                  <a:pt x="149" y="189"/>
                </a:lnTo>
                <a:lnTo>
                  <a:pt x="148" y="188"/>
                </a:lnTo>
                <a:lnTo>
                  <a:pt x="147" y="188"/>
                </a:lnTo>
                <a:lnTo>
                  <a:pt x="147" y="187"/>
                </a:lnTo>
                <a:lnTo>
                  <a:pt x="148" y="187"/>
                </a:lnTo>
                <a:lnTo>
                  <a:pt x="147" y="187"/>
                </a:lnTo>
                <a:lnTo>
                  <a:pt x="147" y="186"/>
                </a:lnTo>
                <a:lnTo>
                  <a:pt x="147" y="185"/>
                </a:lnTo>
                <a:lnTo>
                  <a:pt x="146" y="185"/>
                </a:lnTo>
                <a:lnTo>
                  <a:pt x="145" y="185"/>
                </a:lnTo>
                <a:lnTo>
                  <a:pt x="144" y="185"/>
                </a:lnTo>
                <a:lnTo>
                  <a:pt x="144" y="186"/>
                </a:lnTo>
                <a:lnTo>
                  <a:pt x="143" y="186"/>
                </a:lnTo>
                <a:lnTo>
                  <a:pt x="142" y="186"/>
                </a:lnTo>
                <a:lnTo>
                  <a:pt x="142" y="185"/>
                </a:lnTo>
                <a:lnTo>
                  <a:pt x="142" y="184"/>
                </a:lnTo>
                <a:lnTo>
                  <a:pt x="143" y="184"/>
                </a:lnTo>
                <a:lnTo>
                  <a:pt x="144" y="184"/>
                </a:lnTo>
                <a:lnTo>
                  <a:pt x="144" y="183"/>
                </a:lnTo>
                <a:lnTo>
                  <a:pt x="144" y="182"/>
                </a:lnTo>
                <a:lnTo>
                  <a:pt x="145" y="182"/>
                </a:lnTo>
                <a:lnTo>
                  <a:pt x="146" y="180"/>
                </a:lnTo>
                <a:lnTo>
                  <a:pt x="145" y="180"/>
                </a:lnTo>
                <a:lnTo>
                  <a:pt x="145" y="182"/>
                </a:lnTo>
                <a:lnTo>
                  <a:pt x="144" y="182"/>
                </a:lnTo>
                <a:lnTo>
                  <a:pt x="143" y="182"/>
                </a:lnTo>
                <a:lnTo>
                  <a:pt x="142" y="182"/>
                </a:lnTo>
                <a:lnTo>
                  <a:pt x="142" y="180"/>
                </a:lnTo>
                <a:lnTo>
                  <a:pt x="141" y="180"/>
                </a:lnTo>
                <a:lnTo>
                  <a:pt x="141" y="179"/>
                </a:lnTo>
                <a:lnTo>
                  <a:pt x="140" y="179"/>
                </a:lnTo>
                <a:lnTo>
                  <a:pt x="139" y="180"/>
                </a:lnTo>
                <a:lnTo>
                  <a:pt x="138" y="180"/>
                </a:lnTo>
                <a:lnTo>
                  <a:pt x="137" y="179"/>
                </a:lnTo>
                <a:lnTo>
                  <a:pt x="136" y="179"/>
                </a:lnTo>
                <a:lnTo>
                  <a:pt x="136" y="178"/>
                </a:lnTo>
                <a:lnTo>
                  <a:pt x="136" y="179"/>
                </a:lnTo>
                <a:lnTo>
                  <a:pt x="135" y="178"/>
                </a:lnTo>
                <a:lnTo>
                  <a:pt x="135" y="177"/>
                </a:lnTo>
                <a:lnTo>
                  <a:pt x="134" y="177"/>
                </a:lnTo>
                <a:lnTo>
                  <a:pt x="134" y="176"/>
                </a:lnTo>
                <a:lnTo>
                  <a:pt x="133" y="176"/>
                </a:lnTo>
                <a:lnTo>
                  <a:pt x="132" y="176"/>
                </a:lnTo>
                <a:lnTo>
                  <a:pt x="131" y="176"/>
                </a:lnTo>
                <a:lnTo>
                  <a:pt x="129" y="177"/>
                </a:lnTo>
                <a:lnTo>
                  <a:pt x="129" y="176"/>
                </a:lnTo>
                <a:lnTo>
                  <a:pt x="128" y="176"/>
                </a:lnTo>
                <a:lnTo>
                  <a:pt x="127" y="177"/>
                </a:lnTo>
                <a:lnTo>
                  <a:pt x="126" y="177"/>
                </a:lnTo>
                <a:lnTo>
                  <a:pt x="126" y="176"/>
                </a:lnTo>
                <a:lnTo>
                  <a:pt x="126" y="177"/>
                </a:lnTo>
                <a:lnTo>
                  <a:pt x="125" y="177"/>
                </a:lnTo>
                <a:lnTo>
                  <a:pt x="124" y="177"/>
                </a:lnTo>
                <a:lnTo>
                  <a:pt x="123" y="177"/>
                </a:lnTo>
                <a:lnTo>
                  <a:pt x="122" y="176"/>
                </a:lnTo>
                <a:lnTo>
                  <a:pt x="122" y="175"/>
                </a:lnTo>
                <a:lnTo>
                  <a:pt x="123" y="175"/>
                </a:lnTo>
                <a:lnTo>
                  <a:pt x="123" y="174"/>
                </a:lnTo>
                <a:lnTo>
                  <a:pt x="124" y="174"/>
                </a:lnTo>
                <a:lnTo>
                  <a:pt x="125" y="174"/>
                </a:lnTo>
                <a:lnTo>
                  <a:pt x="125" y="173"/>
                </a:lnTo>
                <a:lnTo>
                  <a:pt x="124" y="173"/>
                </a:lnTo>
                <a:lnTo>
                  <a:pt x="124" y="172"/>
                </a:lnTo>
                <a:lnTo>
                  <a:pt x="124" y="171"/>
                </a:lnTo>
                <a:lnTo>
                  <a:pt x="125" y="171"/>
                </a:lnTo>
                <a:lnTo>
                  <a:pt x="126" y="171"/>
                </a:lnTo>
                <a:lnTo>
                  <a:pt x="125" y="170"/>
                </a:lnTo>
                <a:lnTo>
                  <a:pt x="124" y="169"/>
                </a:lnTo>
                <a:lnTo>
                  <a:pt x="124" y="168"/>
                </a:lnTo>
                <a:lnTo>
                  <a:pt x="124" y="167"/>
                </a:lnTo>
                <a:lnTo>
                  <a:pt x="124" y="166"/>
                </a:lnTo>
                <a:lnTo>
                  <a:pt x="124" y="165"/>
                </a:lnTo>
                <a:lnTo>
                  <a:pt x="123" y="164"/>
                </a:lnTo>
                <a:lnTo>
                  <a:pt x="123" y="163"/>
                </a:lnTo>
                <a:lnTo>
                  <a:pt x="123" y="162"/>
                </a:lnTo>
                <a:lnTo>
                  <a:pt x="123" y="161"/>
                </a:lnTo>
                <a:lnTo>
                  <a:pt x="122" y="161"/>
                </a:lnTo>
                <a:lnTo>
                  <a:pt x="121" y="161"/>
                </a:lnTo>
                <a:lnTo>
                  <a:pt x="120" y="160"/>
                </a:lnTo>
                <a:lnTo>
                  <a:pt x="119" y="160"/>
                </a:lnTo>
                <a:lnTo>
                  <a:pt x="119" y="159"/>
                </a:lnTo>
                <a:lnTo>
                  <a:pt x="118" y="159"/>
                </a:lnTo>
                <a:lnTo>
                  <a:pt x="117" y="159"/>
                </a:lnTo>
                <a:lnTo>
                  <a:pt x="116" y="159"/>
                </a:lnTo>
                <a:lnTo>
                  <a:pt x="115" y="159"/>
                </a:lnTo>
                <a:lnTo>
                  <a:pt x="114" y="159"/>
                </a:lnTo>
                <a:lnTo>
                  <a:pt x="114" y="160"/>
                </a:lnTo>
                <a:lnTo>
                  <a:pt x="113" y="160"/>
                </a:lnTo>
                <a:lnTo>
                  <a:pt x="112" y="160"/>
                </a:lnTo>
                <a:lnTo>
                  <a:pt x="111" y="159"/>
                </a:lnTo>
                <a:lnTo>
                  <a:pt x="110" y="159"/>
                </a:lnTo>
                <a:lnTo>
                  <a:pt x="110" y="158"/>
                </a:lnTo>
                <a:lnTo>
                  <a:pt x="111" y="158"/>
                </a:lnTo>
                <a:lnTo>
                  <a:pt x="111" y="157"/>
                </a:lnTo>
                <a:lnTo>
                  <a:pt x="112" y="157"/>
                </a:lnTo>
                <a:lnTo>
                  <a:pt x="112" y="156"/>
                </a:lnTo>
                <a:lnTo>
                  <a:pt x="111" y="156"/>
                </a:lnTo>
                <a:lnTo>
                  <a:pt x="111" y="155"/>
                </a:lnTo>
                <a:lnTo>
                  <a:pt x="111" y="154"/>
                </a:lnTo>
                <a:lnTo>
                  <a:pt x="111" y="153"/>
                </a:lnTo>
                <a:lnTo>
                  <a:pt x="110" y="153"/>
                </a:lnTo>
                <a:lnTo>
                  <a:pt x="111" y="153"/>
                </a:lnTo>
                <a:lnTo>
                  <a:pt x="111" y="152"/>
                </a:lnTo>
                <a:lnTo>
                  <a:pt x="112" y="152"/>
                </a:lnTo>
                <a:lnTo>
                  <a:pt x="112" y="151"/>
                </a:lnTo>
                <a:lnTo>
                  <a:pt x="111" y="151"/>
                </a:lnTo>
                <a:lnTo>
                  <a:pt x="112" y="151"/>
                </a:lnTo>
                <a:lnTo>
                  <a:pt x="112" y="150"/>
                </a:lnTo>
                <a:lnTo>
                  <a:pt x="113" y="150"/>
                </a:lnTo>
                <a:lnTo>
                  <a:pt x="113" y="151"/>
                </a:lnTo>
                <a:lnTo>
                  <a:pt x="114" y="151"/>
                </a:lnTo>
                <a:lnTo>
                  <a:pt x="115" y="150"/>
                </a:lnTo>
                <a:lnTo>
                  <a:pt x="115" y="149"/>
                </a:lnTo>
                <a:lnTo>
                  <a:pt x="114" y="149"/>
                </a:lnTo>
                <a:lnTo>
                  <a:pt x="114" y="148"/>
                </a:lnTo>
                <a:lnTo>
                  <a:pt x="114" y="147"/>
                </a:lnTo>
                <a:lnTo>
                  <a:pt x="113" y="147"/>
                </a:lnTo>
                <a:lnTo>
                  <a:pt x="113" y="146"/>
                </a:lnTo>
                <a:lnTo>
                  <a:pt x="113" y="145"/>
                </a:lnTo>
                <a:lnTo>
                  <a:pt x="112" y="145"/>
                </a:lnTo>
                <a:lnTo>
                  <a:pt x="113" y="145"/>
                </a:lnTo>
                <a:lnTo>
                  <a:pt x="113" y="144"/>
                </a:lnTo>
                <a:lnTo>
                  <a:pt x="112" y="143"/>
                </a:lnTo>
                <a:lnTo>
                  <a:pt x="112" y="142"/>
                </a:lnTo>
                <a:lnTo>
                  <a:pt x="112" y="143"/>
                </a:lnTo>
                <a:lnTo>
                  <a:pt x="111" y="142"/>
                </a:lnTo>
                <a:lnTo>
                  <a:pt x="110" y="141"/>
                </a:lnTo>
                <a:lnTo>
                  <a:pt x="110" y="140"/>
                </a:lnTo>
                <a:lnTo>
                  <a:pt x="111" y="139"/>
                </a:lnTo>
                <a:lnTo>
                  <a:pt x="111" y="138"/>
                </a:lnTo>
                <a:lnTo>
                  <a:pt x="112" y="138"/>
                </a:lnTo>
                <a:lnTo>
                  <a:pt x="112" y="139"/>
                </a:lnTo>
                <a:lnTo>
                  <a:pt x="113" y="139"/>
                </a:lnTo>
                <a:lnTo>
                  <a:pt x="113" y="138"/>
                </a:lnTo>
                <a:lnTo>
                  <a:pt x="114" y="137"/>
                </a:lnTo>
                <a:lnTo>
                  <a:pt x="114" y="136"/>
                </a:lnTo>
                <a:lnTo>
                  <a:pt x="114" y="135"/>
                </a:lnTo>
                <a:lnTo>
                  <a:pt x="114" y="134"/>
                </a:lnTo>
                <a:lnTo>
                  <a:pt x="113" y="134"/>
                </a:lnTo>
                <a:lnTo>
                  <a:pt x="114" y="134"/>
                </a:lnTo>
                <a:lnTo>
                  <a:pt x="113" y="133"/>
                </a:lnTo>
                <a:lnTo>
                  <a:pt x="112" y="132"/>
                </a:lnTo>
                <a:lnTo>
                  <a:pt x="111" y="132"/>
                </a:lnTo>
                <a:lnTo>
                  <a:pt x="111" y="131"/>
                </a:lnTo>
                <a:lnTo>
                  <a:pt x="110" y="131"/>
                </a:lnTo>
                <a:lnTo>
                  <a:pt x="110" y="130"/>
                </a:lnTo>
                <a:lnTo>
                  <a:pt x="110" y="128"/>
                </a:lnTo>
                <a:lnTo>
                  <a:pt x="110" y="127"/>
                </a:lnTo>
                <a:lnTo>
                  <a:pt x="111" y="126"/>
                </a:lnTo>
                <a:lnTo>
                  <a:pt x="110" y="126"/>
                </a:lnTo>
                <a:lnTo>
                  <a:pt x="110" y="125"/>
                </a:lnTo>
                <a:lnTo>
                  <a:pt x="111" y="124"/>
                </a:lnTo>
                <a:lnTo>
                  <a:pt x="112" y="124"/>
                </a:lnTo>
                <a:lnTo>
                  <a:pt x="112" y="123"/>
                </a:lnTo>
                <a:lnTo>
                  <a:pt x="113" y="123"/>
                </a:lnTo>
                <a:lnTo>
                  <a:pt x="113" y="122"/>
                </a:lnTo>
                <a:lnTo>
                  <a:pt x="112" y="122"/>
                </a:lnTo>
                <a:lnTo>
                  <a:pt x="112" y="121"/>
                </a:lnTo>
                <a:lnTo>
                  <a:pt x="113" y="121"/>
                </a:lnTo>
                <a:lnTo>
                  <a:pt x="113" y="120"/>
                </a:lnTo>
                <a:lnTo>
                  <a:pt x="113" y="119"/>
                </a:lnTo>
                <a:lnTo>
                  <a:pt x="112" y="118"/>
                </a:lnTo>
                <a:lnTo>
                  <a:pt x="111" y="118"/>
                </a:lnTo>
                <a:lnTo>
                  <a:pt x="111" y="117"/>
                </a:lnTo>
                <a:lnTo>
                  <a:pt x="111" y="116"/>
                </a:lnTo>
                <a:lnTo>
                  <a:pt x="110" y="115"/>
                </a:lnTo>
                <a:lnTo>
                  <a:pt x="110" y="114"/>
                </a:lnTo>
                <a:lnTo>
                  <a:pt x="110" y="113"/>
                </a:lnTo>
                <a:lnTo>
                  <a:pt x="111" y="113"/>
                </a:lnTo>
                <a:lnTo>
                  <a:pt x="111" y="112"/>
                </a:lnTo>
                <a:lnTo>
                  <a:pt x="111" y="111"/>
                </a:lnTo>
                <a:lnTo>
                  <a:pt x="111" y="110"/>
                </a:lnTo>
                <a:lnTo>
                  <a:pt x="112" y="110"/>
                </a:lnTo>
                <a:lnTo>
                  <a:pt x="112" y="109"/>
                </a:lnTo>
                <a:lnTo>
                  <a:pt x="111" y="109"/>
                </a:lnTo>
                <a:lnTo>
                  <a:pt x="110" y="109"/>
                </a:lnTo>
                <a:lnTo>
                  <a:pt x="109" y="108"/>
                </a:lnTo>
                <a:lnTo>
                  <a:pt x="108" y="108"/>
                </a:lnTo>
                <a:lnTo>
                  <a:pt x="107" y="108"/>
                </a:lnTo>
                <a:lnTo>
                  <a:pt x="107" y="107"/>
                </a:lnTo>
                <a:lnTo>
                  <a:pt x="106" y="106"/>
                </a:lnTo>
                <a:lnTo>
                  <a:pt x="106" y="105"/>
                </a:lnTo>
                <a:lnTo>
                  <a:pt x="105" y="104"/>
                </a:lnTo>
                <a:lnTo>
                  <a:pt x="105" y="103"/>
                </a:lnTo>
                <a:lnTo>
                  <a:pt x="104" y="103"/>
                </a:lnTo>
                <a:lnTo>
                  <a:pt x="104" y="102"/>
                </a:lnTo>
                <a:lnTo>
                  <a:pt x="103" y="101"/>
                </a:lnTo>
                <a:lnTo>
                  <a:pt x="102" y="101"/>
                </a:lnTo>
                <a:lnTo>
                  <a:pt x="101" y="101"/>
                </a:lnTo>
                <a:lnTo>
                  <a:pt x="101" y="100"/>
                </a:lnTo>
                <a:lnTo>
                  <a:pt x="102" y="100"/>
                </a:lnTo>
                <a:lnTo>
                  <a:pt x="102" y="99"/>
                </a:lnTo>
                <a:lnTo>
                  <a:pt x="103" y="98"/>
                </a:lnTo>
                <a:lnTo>
                  <a:pt x="103" y="97"/>
                </a:lnTo>
                <a:lnTo>
                  <a:pt x="104" y="97"/>
                </a:lnTo>
                <a:lnTo>
                  <a:pt x="104" y="96"/>
                </a:lnTo>
                <a:lnTo>
                  <a:pt x="103" y="95"/>
                </a:lnTo>
                <a:lnTo>
                  <a:pt x="103" y="94"/>
                </a:lnTo>
                <a:lnTo>
                  <a:pt x="103" y="93"/>
                </a:lnTo>
                <a:lnTo>
                  <a:pt x="103" y="92"/>
                </a:lnTo>
                <a:lnTo>
                  <a:pt x="102" y="91"/>
                </a:lnTo>
                <a:lnTo>
                  <a:pt x="102" y="90"/>
                </a:lnTo>
                <a:lnTo>
                  <a:pt x="103" y="90"/>
                </a:lnTo>
                <a:lnTo>
                  <a:pt x="104" y="90"/>
                </a:lnTo>
                <a:lnTo>
                  <a:pt x="105" y="90"/>
                </a:lnTo>
                <a:lnTo>
                  <a:pt x="105" y="89"/>
                </a:lnTo>
                <a:lnTo>
                  <a:pt x="105" y="88"/>
                </a:lnTo>
                <a:lnTo>
                  <a:pt x="104" y="88"/>
                </a:lnTo>
                <a:lnTo>
                  <a:pt x="104" y="87"/>
                </a:lnTo>
                <a:lnTo>
                  <a:pt x="105" y="86"/>
                </a:lnTo>
                <a:lnTo>
                  <a:pt x="106" y="85"/>
                </a:lnTo>
                <a:lnTo>
                  <a:pt x="107" y="84"/>
                </a:lnTo>
                <a:lnTo>
                  <a:pt x="107" y="83"/>
                </a:lnTo>
                <a:lnTo>
                  <a:pt x="107" y="82"/>
                </a:lnTo>
                <a:lnTo>
                  <a:pt x="107" y="81"/>
                </a:lnTo>
                <a:lnTo>
                  <a:pt x="108" y="81"/>
                </a:lnTo>
                <a:lnTo>
                  <a:pt x="109" y="81"/>
                </a:lnTo>
                <a:lnTo>
                  <a:pt x="109" y="80"/>
                </a:lnTo>
                <a:lnTo>
                  <a:pt x="109" y="79"/>
                </a:lnTo>
                <a:lnTo>
                  <a:pt x="110" y="78"/>
                </a:lnTo>
                <a:lnTo>
                  <a:pt x="112" y="77"/>
                </a:lnTo>
                <a:lnTo>
                  <a:pt x="113" y="77"/>
                </a:lnTo>
                <a:lnTo>
                  <a:pt x="113" y="76"/>
                </a:lnTo>
                <a:lnTo>
                  <a:pt x="114" y="76"/>
                </a:lnTo>
                <a:lnTo>
                  <a:pt x="115" y="76"/>
                </a:lnTo>
                <a:lnTo>
                  <a:pt x="115" y="75"/>
                </a:lnTo>
                <a:lnTo>
                  <a:pt x="115" y="74"/>
                </a:lnTo>
                <a:lnTo>
                  <a:pt x="114" y="74"/>
                </a:lnTo>
                <a:lnTo>
                  <a:pt x="114" y="73"/>
                </a:lnTo>
                <a:lnTo>
                  <a:pt x="113" y="73"/>
                </a:lnTo>
                <a:lnTo>
                  <a:pt x="113" y="74"/>
                </a:lnTo>
                <a:lnTo>
                  <a:pt x="113" y="73"/>
                </a:lnTo>
                <a:lnTo>
                  <a:pt x="113" y="72"/>
                </a:lnTo>
                <a:lnTo>
                  <a:pt x="114" y="72"/>
                </a:lnTo>
                <a:lnTo>
                  <a:pt x="114" y="71"/>
                </a:lnTo>
                <a:lnTo>
                  <a:pt x="113" y="71"/>
                </a:lnTo>
                <a:lnTo>
                  <a:pt x="113" y="70"/>
                </a:lnTo>
                <a:lnTo>
                  <a:pt x="114" y="69"/>
                </a:lnTo>
                <a:lnTo>
                  <a:pt x="115" y="69"/>
                </a:lnTo>
                <a:lnTo>
                  <a:pt x="116" y="69"/>
                </a:lnTo>
                <a:lnTo>
                  <a:pt x="117" y="69"/>
                </a:lnTo>
                <a:lnTo>
                  <a:pt x="118" y="69"/>
                </a:lnTo>
                <a:lnTo>
                  <a:pt x="119" y="69"/>
                </a:lnTo>
                <a:lnTo>
                  <a:pt x="119" y="70"/>
                </a:lnTo>
                <a:lnTo>
                  <a:pt x="120" y="70"/>
                </a:lnTo>
                <a:lnTo>
                  <a:pt x="120" y="69"/>
                </a:lnTo>
                <a:lnTo>
                  <a:pt x="121" y="69"/>
                </a:lnTo>
                <a:lnTo>
                  <a:pt x="122" y="69"/>
                </a:lnTo>
                <a:lnTo>
                  <a:pt x="123" y="69"/>
                </a:lnTo>
                <a:lnTo>
                  <a:pt x="124" y="70"/>
                </a:lnTo>
                <a:lnTo>
                  <a:pt x="125" y="70"/>
                </a:lnTo>
                <a:lnTo>
                  <a:pt x="125" y="71"/>
                </a:lnTo>
                <a:lnTo>
                  <a:pt x="126" y="71"/>
                </a:lnTo>
                <a:lnTo>
                  <a:pt x="127" y="71"/>
                </a:lnTo>
                <a:lnTo>
                  <a:pt x="127" y="70"/>
                </a:lnTo>
                <a:lnTo>
                  <a:pt x="127" y="71"/>
                </a:lnTo>
                <a:lnTo>
                  <a:pt x="128" y="71"/>
                </a:lnTo>
                <a:lnTo>
                  <a:pt x="129" y="71"/>
                </a:lnTo>
                <a:lnTo>
                  <a:pt x="130" y="71"/>
                </a:lnTo>
                <a:lnTo>
                  <a:pt x="131" y="71"/>
                </a:lnTo>
                <a:lnTo>
                  <a:pt x="131" y="72"/>
                </a:lnTo>
                <a:lnTo>
                  <a:pt x="132" y="72"/>
                </a:lnTo>
                <a:lnTo>
                  <a:pt x="132" y="71"/>
                </a:lnTo>
                <a:lnTo>
                  <a:pt x="133" y="71"/>
                </a:lnTo>
                <a:lnTo>
                  <a:pt x="134" y="71"/>
                </a:lnTo>
                <a:lnTo>
                  <a:pt x="135" y="71"/>
                </a:lnTo>
                <a:lnTo>
                  <a:pt x="136" y="70"/>
                </a:lnTo>
                <a:lnTo>
                  <a:pt x="137" y="70"/>
                </a:lnTo>
                <a:lnTo>
                  <a:pt x="138" y="70"/>
                </a:lnTo>
                <a:lnTo>
                  <a:pt x="137" y="70"/>
                </a:lnTo>
                <a:lnTo>
                  <a:pt x="138" y="70"/>
                </a:lnTo>
                <a:lnTo>
                  <a:pt x="139" y="70"/>
                </a:lnTo>
                <a:lnTo>
                  <a:pt x="140" y="70"/>
                </a:lnTo>
                <a:lnTo>
                  <a:pt x="141" y="70"/>
                </a:lnTo>
                <a:lnTo>
                  <a:pt x="142" y="71"/>
                </a:lnTo>
                <a:lnTo>
                  <a:pt x="142" y="72"/>
                </a:lnTo>
                <a:lnTo>
                  <a:pt x="143" y="72"/>
                </a:lnTo>
                <a:lnTo>
                  <a:pt x="144" y="72"/>
                </a:lnTo>
                <a:lnTo>
                  <a:pt x="145" y="72"/>
                </a:lnTo>
                <a:lnTo>
                  <a:pt x="145" y="73"/>
                </a:lnTo>
                <a:lnTo>
                  <a:pt x="146" y="74"/>
                </a:lnTo>
                <a:lnTo>
                  <a:pt x="147" y="74"/>
                </a:lnTo>
                <a:lnTo>
                  <a:pt x="148" y="74"/>
                </a:lnTo>
                <a:lnTo>
                  <a:pt x="148" y="75"/>
                </a:lnTo>
                <a:lnTo>
                  <a:pt x="149" y="75"/>
                </a:lnTo>
                <a:lnTo>
                  <a:pt x="150" y="75"/>
                </a:lnTo>
                <a:lnTo>
                  <a:pt x="151" y="74"/>
                </a:lnTo>
                <a:lnTo>
                  <a:pt x="152" y="73"/>
                </a:lnTo>
                <a:lnTo>
                  <a:pt x="153" y="73"/>
                </a:lnTo>
                <a:lnTo>
                  <a:pt x="153" y="72"/>
                </a:lnTo>
                <a:lnTo>
                  <a:pt x="154" y="71"/>
                </a:lnTo>
                <a:lnTo>
                  <a:pt x="155" y="71"/>
                </a:lnTo>
                <a:lnTo>
                  <a:pt x="156" y="71"/>
                </a:lnTo>
                <a:lnTo>
                  <a:pt x="156" y="70"/>
                </a:lnTo>
                <a:lnTo>
                  <a:pt x="155" y="70"/>
                </a:lnTo>
                <a:lnTo>
                  <a:pt x="155" y="69"/>
                </a:lnTo>
                <a:lnTo>
                  <a:pt x="155" y="68"/>
                </a:lnTo>
                <a:lnTo>
                  <a:pt x="155" y="67"/>
                </a:lnTo>
                <a:lnTo>
                  <a:pt x="156" y="67"/>
                </a:lnTo>
                <a:lnTo>
                  <a:pt x="157" y="67"/>
                </a:lnTo>
                <a:lnTo>
                  <a:pt x="159" y="67"/>
                </a:lnTo>
                <a:lnTo>
                  <a:pt x="159" y="68"/>
                </a:lnTo>
                <a:lnTo>
                  <a:pt x="159" y="69"/>
                </a:lnTo>
                <a:lnTo>
                  <a:pt x="160" y="69"/>
                </a:lnTo>
                <a:lnTo>
                  <a:pt x="160" y="70"/>
                </a:lnTo>
                <a:lnTo>
                  <a:pt x="161" y="70"/>
                </a:lnTo>
                <a:lnTo>
                  <a:pt x="162" y="70"/>
                </a:lnTo>
                <a:lnTo>
                  <a:pt x="162" y="69"/>
                </a:lnTo>
                <a:lnTo>
                  <a:pt x="163" y="69"/>
                </a:lnTo>
                <a:lnTo>
                  <a:pt x="163" y="68"/>
                </a:lnTo>
                <a:lnTo>
                  <a:pt x="164" y="67"/>
                </a:lnTo>
                <a:lnTo>
                  <a:pt x="164" y="68"/>
                </a:lnTo>
                <a:lnTo>
                  <a:pt x="164" y="67"/>
                </a:lnTo>
                <a:lnTo>
                  <a:pt x="165" y="67"/>
                </a:lnTo>
                <a:lnTo>
                  <a:pt x="165" y="66"/>
                </a:lnTo>
                <a:lnTo>
                  <a:pt x="166" y="66"/>
                </a:lnTo>
                <a:lnTo>
                  <a:pt x="166" y="65"/>
                </a:lnTo>
                <a:lnTo>
                  <a:pt x="165" y="65"/>
                </a:lnTo>
                <a:lnTo>
                  <a:pt x="164" y="64"/>
                </a:lnTo>
                <a:lnTo>
                  <a:pt x="164" y="63"/>
                </a:lnTo>
                <a:lnTo>
                  <a:pt x="163" y="63"/>
                </a:lnTo>
                <a:lnTo>
                  <a:pt x="163" y="62"/>
                </a:lnTo>
                <a:lnTo>
                  <a:pt x="161" y="61"/>
                </a:lnTo>
                <a:lnTo>
                  <a:pt x="161" y="60"/>
                </a:lnTo>
                <a:lnTo>
                  <a:pt x="162" y="60"/>
                </a:lnTo>
                <a:lnTo>
                  <a:pt x="162" y="58"/>
                </a:lnTo>
                <a:lnTo>
                  <a:pt x="163" y="57"/>
                </a:lnTo>
                <a:lnTo>
                  <a:pt x="162" y="56"/>
                </a:lnTo>
                <a:lnTo>
                  <a:pt x="162" y="55"/>
                </a:lnTo>
                <a:lnTo>
                  <a:pt x="162" y="54"/>
                </a:lnTo>
                <a:lnTo>
                  <a:pt x="162" y="53"/>
                </a:lnTo>
                <a:lnTo>
                  <a:pt x="162" y="52"/>
                </a:lnTo>
                <a:lnTo>
                  <a:pt x="161" y="52"/>
                </a:lnTo>
                <a:lnTo>
                  <a:pt x="160" y="52"/>
                </a:lnTo>
                <a:lnTo>
                  <a:pt x="159" y="51"/>
                </a:lnTo>
                <a:lnTo>
                  <a:pt x="159" y="50"/>
                </a:lnTo>
                <a:lnTo>
                  <a:pt x="160" y="50"/>
                </a:lnTo>
                <a:lnTo>
                  <a:pt x="160" y="49"/>
                </a:lnTo>
                <a:lnTo>
                  <a:pt x="160" y="48"/>
                </a:lnTo>
                <a:lnTo>
                  <a:pt x="159" y="48"/>
                </a:lnTo>
                <a:lnTo>
                  <a:pt x="158" y="48"/>
                </a:lnTo>
                <a:lnTo>
                  <a:pt x="158" y="47"/>
                </a:lnTo>
                <a:lnTo>
                  <a:pt x="158" y="46"/>
                </a:lnTo>
                <a:lnTo>
                  <a:pt x="157" y="45"/>
                </a:lnTo>
                <a:lnTo>
                  <a:pt x="156" y="45"/>
                </a:lnTo>
                <a:lnTo>
                  <a:pt x="155" y="45"/>
                </a:lnTo>
                <a:lnTo>
                  <a:pt x="155" y="44"/>
                </a:lnTo>
                <a:lnTo>
                  <a:pt x="154" y="44"/>
                </a:lnTo>
                <a:lnTo>
                  <a:pt x="153" y="44"/>
                </a:lnTo>
                <a:lnTo>
                  <a:pt x="152" y="44"/>
                </a:lnTo>
                <a:lnTo>
                  <a:pt x="152" y="43"/>
                </a:lnTo>
                <a:lnTo>
                  <a:pt x="151" y="43"/>
                </a:lnTo>
                <a:lnTo>
                  <a:pt x="150" y="43"/>
                </a:lnTo>
                <a:lnTo>
                  <a:pt x="150" y="42"/>
                </a:lnTo>
                <a:lnTo>
                  <a:pt x="150" y="41"/>
                </a:lnTo>
                <a:lnTo>
                  <a:pt x="149" y="41"/>
                </a:lnTo>
                <a:lnTo>
                  <a:pt x="148" y="41"/>
                </a:lnTo>
                <a:lnTo>
                  <a:pt x="147" y="41"/>
                </a:lnTo>
                <a:lnTo>
                  <a:pt x="147" y="40"/>
                </a:lnTo>
                <a:lnTo>
                  <a:pt x="146" y="40"/>
                </a:lnTo>
                <a:lnTo>
                  <a:pt x="145" y="40"/>
                </a:lnTo>
                <a:lnTo>
                  <a:pt x="144" y="40"/>
                </a:lnTo>
                <a:lnTo>
                  <a:pt x="143" y="40"/>
                </a:lnTo>
                <a:lnTo>
                  <a:pt x="142" y="40"/>
                </a:lnTo>
                <a:lnTo>
                  <a:pt x="141" y="40"/>
                </a:lnTo>
                <a:lnTo>
                  <a:pt x="141" y="39"/>
                </a:lnTo>
                <a:lnTo>
                  <a:pt x="140" y="39"/>
                </a:lnTo>
                <a:lnTo>
                  <a:pt x="140" y="38"/>
                </a:lnTo>
                <a:lnTo>
                  <a:pt x="139" y="38"/>
                </a:lnTo>
                <a:lnTo>
                  <a:pt x="138" y="38"/>
                </a:lnTo>
                <a:lnTo>
                  <a:pt x="137" y="38"/>
                </a:lnTo>
                <a:lnTo>
                  <a:pt x="136" y="37"/>
                </a:lnTo>
                <a:lnTo>
                  <a:pt x="135" y="37"/>
                </a:lnTo>
                <a:lnTo>
                  <a:pt x="134" y="37"/>
                </a:lnTo>
                <a:lnTo>
                  <a:pt x="134" y="38"/>
                </a:lnTo>
                <a:lnTo>
                  <a:pt x="134" y="39"/>
                </a:lnTo>
                <a:lnTo>
                  <a:pt x="133" y="39"/>
                </a:lnTo>
                <a:lnTo>
                  <a:pt x="132" y="39"/>
                </a:lnTo>
                <a:lnTo>
                  <a:pt x="131" y="39"/>
                </a:lnTo>
                <a:lnTo>
                  <a:pt x="131" y="40"/>
                </a:lnTo>
                <a:lnTo>
                  <a:pt x="130" y="40"/>
                </a:lnTo>
                <a:lnTo>
                  <a:pt x="130" y="41"/>
                </a:lnTo>
                <a:lnTo>
                  <a:pt x="129" y="41"/>
                </a:lnTo>
                <a:lnTo>
                  <a:pt x="128" y="40"/>
                </a:lnTo>
                <a:lnTo>
                  <a:pt x="128" y="39"/>
                </a:lnTo>
                <a:lnTo>
                  <a:pt x="127" y="39"/>
                </a:lnTo>
                <a:lnTo>
                  <a:pt x="127" y="38"/>
                </a:lnTo>
                <a:lnTo>
                  <a:pt x="126" y="38"/>
                </a:lnTo>
                <a:lnTo>
                  <a:pt x="126" y="36"/>
                </a:lnTo>
                <a:lnTo>
                  <a:pt x="127" y="36"/>
                </a:lnTo>
                <a:lnTo>
                  <a:pt x="127" y="35"/>
                </a:lnTo>
                <a:lnTo>
                  <a:pt x="127" y="34"/>
                </a:lnTo>
                <a:lnTo>
                  <a:pt x="127" y="33"/>
                </a:lnTo>
                <a:lnTo>
                  <a:pt x="127" y="32"/>
                </a:lnTo>
                <a:lnTo>
                  <a:pt x="128" y="32"/>
                </a:lnTo>
                <a:lnTo>
                  <a:pt x="128" y="31"/>
                </a:lnTo>
                <a:lnTo>
                  <a:pt x="128" y="30"/>
                </a:lnTo>
                <a:lnTo>
                  <a:pt x="128" y="29"/>
                </a:lnTo>
                <a:lnTo>
                  <a:pt x="128" y="28"/>
                </a:lnTo>
                <a:lnTo>
                  <a:pt x="128" y="27"/>
                </a:lnTo>
                <a:lnTo>
                  <a:pt x="129" y="27"/>
                </a:lnTo>
                <a:lnTo>
                  <a:pt x="129" y="26"/>
                </a:lnTo>
                <a:lnTo>
                  <a:pt x="128" y="26"/>
                </a:lnTo>
                <a:lnTo>
                  <a:pt x="128" y="25"/>
                </a:lnTo>
                <a:lnTo>
                  <a:pt x="129" y="25"/>
                </a:lnTo>
                <a:lnTo>
                  <a:pt x="129" y="24"/>
                </a:lnTo>
                <a:lnTo>
                  <a:pt x="129" y="23"/>
                </a:lnTo>
                <a:lnTo>
                  <a:pt x="129" y="22"/>
                </a:lnTo>
                <a:lnTo>
                  <a:pt x="129" y="21"/>
                </a:lnTo>
                <a:lnTo>
                  <a:pt x="128" y="21"/>
                </a:lnTo>
                <a:lnTo>
                  <a:pt x="127" y="21"/>
                </a:lnTo>
                <a:lnTo>
                  <a:pt x="126" y="21"/>
                </a:lnTo>
                <a:lnTo>
                  <a:pt x="126" y="20"/>
                </a:lnTo>
                <a:lnTo>
                  <a:pt x="125" y="20"/>
                </a:lnTo>
                <a:lnTo>
                  <a:pt x="124" y="19"/>
                </a:lnTo>
                <a:lnTo>
                  <a:pt x="123" y="19"/>
                </a:lnTo>
                <a:lnTo>
                  <a:pt x="122" y="18"/>
                </a:lnTo>
                <a:lnTo>
                  <a:pt x="121" y="18"/>
                </a:lnTo>
                <a:lnTo>
                  <a:pt x="120" y="17"/>
                </a:lnTo>
                <a:lnTo>
                  <a:pt x="119" y="16"/>
                </a:lnTo>
                <a:lnTo>
                  <a:pt x="118" y="16"/>
                </a:lnTo>
                <a:lnTo>
                  <a:pt x="118" y="17"/>
                </a:lnTo>
                <a:lnTo>
                  <a:pt x="117" y="17"/>
                </a:lnTo>
                <a:lnTo>
                  <a:pt x="116" y="17"/>
                </a:lnTo>
                <a:lnTo>
                  <a:pt x="115" y="17"/>
                </a:lnTo>
                <a:lnTo>
                  <a:pt x="114" y="17"/>
                </a:lnTo>
                <a:lnTo>
                  <a:pt x="113" y="17"/>
                </a:lnTo>
                <a:lnTo>
                  <a:pt x="112" y="18"/>
                </a:lnTo>
                <a:lnTo>
                  <a:pt x="112" y="17"/>
                </a:lnTo>
                <a:lnTo>
                  <a:pt x="111" y="17"/>
                </a:lnTo>
                <a:lnTo>
                  <a:pt x="111" y="16"/>
                </a:lnTo>
                <a:lnTo>
                  <a:pt x="110" y="16"/>
                </a:lnTo>
                <a:lnTo>
                  <a:pt x="109" y="16"/>
                </a:lnTo>
                <a:lnTo>
                  <a:pt x="108" y="16"/>
                </a:lnTo>
                <a:lnTo>
                  <a:pt x="109" y="16"/>
                </a:lnTo>
                <a:lnTo>
                  <a:pt x="109" y="15"/>
                </a:lnTo>
                <a:lnTo>
                  <a:pt x="108" y="15"/>
                </a:lnTo>
                <a:lnTo>
                  <a:pt x="108" y="16"/>
                </a:lnTo>
                <a:lnTo>
                  <a:pt x="107" y="16"/>
                </a:lnTo>
                <a:lnTo>
                  <a:pt x="107" y="15"/>
                </a:lnTo>
                <a:lnTo>
                  <a:pt x="106" y="15"/>
                </a:lnTo>
                <a:lnTo>
                  <a:pt x="105" y="15"/>
                </a:lnTo>
                <a:lnTo>
                  <a:pt x="104" y="15"/>
                </a:lnTo>
                <a:lnTo>
                  <a:pt x="104" y="14"/>
                </a:lnTo>
                <a:lnTo>
                  <a:pt x="103" y="14"/>
                </a:lnTo>
                <a:lnTo>
                  <a:pt x="102" y="14"/>
                </a:lnTo>
                <a:lnTo>
                  <a:pt x="101" y="14"/>
                </a:lnTo>
                <a:lnTo>
                  <a:pt x="99" y="14"/>
                </a:lnTo>
                <a:lnTo>
                  <a:pt x="98" y="13"/>
                </a:lnTo>
                <a:lnTo>
                  <a:pt x="97" y="13"/>
                </a:lnTo>
                <a:lnTo>
                  <a:pt x="98" y="12"/>
                </a:lnTo>
                <a:lnTo>
                  <a:pt x="98" y="11"/>
                </a:lnTo>
                <a:lnTo>
                  <a:pt x="99" y="10"/>
                </a:lnTo>
                <a:lnTo>
                  <a:pt x="100" y="10"/>
                </a:lnTo>
                <a:lnTo>
                  <a:pt x="100" y="9"/>
                </a:lnTo>
                <a:lnTo>
                  <a:pt x="101" y="9"/>
                </a:lnTo>
                <a:lnTo>
                  <a:pt x="101" y="8"/>
                </a:lnTo>
                <a:lnTo>
                  <a:pt x="100" y="8"/>
                </a:lnTo>
                <a:lnTo>
                  <a:pt x="101" y="8"/>
                </a:lnTo>
                <a:lnTo>
                  <a:pt x="101" y="7"/>
                </a:lnTo>
                <a:lnTo>
                  <a:pt x="102" y="7"/>
                </a:lnTo>
                <a:lnTo>
                  <a:pt x="103" y="7"/>
                </a:lnTo>
                <a:lnTo>
                  <a:pt x="103" y="6"/>
                </a:lnTo>
                <a:lnTo>
                  <a:pt x="103" y="5"/>
                </a:lnTo>
                <a:lnTo>
                  <a:pt x="104" y="4"/>
                </a:lnTo>
                <a:lnTo>
                  <a:pt x="104" y="3"/>
                </a:lnTo>
                <a:lnTo>
                  <a:pt x="105" y="3"/>
                </a:lnTo>
                <a:lnTo>
                  <a:pt x="105" y="4"/>
                </a:lnTo>
                <a:lnTo>
                  <a:pt x="106" y="4"/>
                </a:lnTo>
                <a:lnTo>
                  <a:pt x="106" y="3"/>
                </a:lnTo>
                <a:lnTo>
                  <a:pt x="107" y="4"/>
                </a:lnTo>
                <a:lnTo>
                  <a:pt x="108" y="4"/>
                </a:lnTo>
                <a:lnTo>
                  <a:pt x="109" y="4"/>
                </a:lnTo>
                <a:lnTo>
                  <a:pt x="110" y="5"/>
                </a:lnTo>
                <a:lnTo>
                  <a:pt x="111" y="5"/>
                </a:lnTo>
                <a:lnTo>
                  <a:pt x="111" y="4"/>
                </a:lnTo>
                <a:lnTo>
                  <a:pt x="112" y="4"/>
                </a:lnTo>
                <a:lnTo>
                  <a:pt x="112" y="5"/>
                </a:lnTo>
                <a:lnTo>
                  <a:pt x="112" y="4"/>
                </a:lnTo>
                <a:lnTo>
                  <a:pt x="112" y="3"/>
                </a:lnTo>
                <a:lnTo>
                  <a:pt x="112" y="2"/>
                </a:lnTo>
                <a:lnTo>
                  <a:pt x="113" y="1"/>
                </a:lnTo>
                <a:lnTo>
                  <a:pt x="113" y="0"/>
                </a:lnTo>
                <a:lnTo>
                  <a:pt x="114" y="0"/>
                </a:lnTo>
                <a:lnTo>
                  <a:pt x="114" y="1"/>
                </a:lnTo>
                <a:lnTo>
                  <a:pt x="11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4" name=""/>
          <p:cNvSpPr/>
          <p:nvPr/>
        </p:nvSpPr>
        <p:spPr>
          <a:xfrm>
            <a:off x="4259160" y="4025880"/>
            <a:ext cx="177840" cy="202320"/>
          </a:xfrm>
          <a:custGeom>
            <a:avLst/>
            <a:gdLst/>
            <a:ahLst/>
            <a:rect l="0" t="0" r="r" b="b"/>
            <a:pathLst>
              <a:path w="494" h="562">
                <a:moveTo>
                  <a:pt x="186" y="0"/>
                </a:moveTo>
                <a:lnTo>
                  <a:pt x="186" y="1"/>
                </a:lnTo>
                <a:lnTo>
                  <a:pt x="187" y="1"/>
                </a:lnTo>
                <a:lnTo>
                  <a:pt x="188" y="1"/>
                </a:lnTo>
                <a:lnTo>
                  <a:pt x="189" y="1"/>
                </a:lnTo>
                <a:lnTo>
                  <a:pt x="190" y="2"/>
                </a:lnTo>
                <a:lnTo>
                  <a:pt x="191" y="2"/>
                </a:lnTo>
                <a:lnTo>
                  <a:pt x="191" y="1"/>
                </a:lnTo>
                <a:lnTo>
                  <a:pt x="192" y="1"/>
                </a:lnTo>
                <a:lnTo>
                  <a:pt x="192" y="2"/>
                </a:lnTo>
                <a:lnTo>
                  <a:pt x="193" y="2"/>
                </a:lnTo>
                <a:lnTo>
                  <a:pt x="192" y="2"/>
                </a:lnTo>
                <a:lnTo>
                  <a:pt x="192" y="3"/>
                </a:lnTo>
                <a:lnTo>
                  <a:pt x="193" y="3"/>
                </a:lnTo>
                <a:lnTo>
                  <a:pt x="193" y="4"/>
                </a:lnTo>
                <a:lnTo>
                  <a:pt x="192" y="4"/>
                </a:lnTo>
                <a:lnTo>
                  <a:pt x="192" y="5"/>
                </a:lnTo>
                <a:lnTo>
                  <a:pt x="193" y="5"/>
                </a:lnTo>
                <a:lnTo>
                  <a:pt x="193" y="6"/>
                </a:lnTo>
                <a:lnTo>
                  <a:pt x="192" y="6"/>
                </a:lnTo>
                <a:lnTo>
                  <a:pt x="193" y="6"/>
                </a:lnTo>
                <a:lnTo>
                  <a:pt x="193" y="7"/>
                </a:lnTo>
                <a:lnTo>
                  <a:pt x="194" y="7"/>
                </a:lnTo>
                <a:lnTo>
                  <a:pt x="195" y="7"/>
                </a:lnTo>
                <a:lnTo>
                  <a:pt x="196" y="7"/>
                </a:lnTo>
                <a:lnTo>
                  <a:pt x="197" y="7"/>
                </a:lnTo>
                <a:lnTo>
                  <a:pt x="198" y="7"/>
                </a:lnTo>
                <a:lnTo>
                  <a:pt x="199" y="7"/>
                </a:lnTo>
                <a:lnTo>
                  <a:pt x="200" y="7"/>
                </a:lnTo>
                <a:lnTo>
                  <a:pt x="200" y="8"/>
                </a:lnTo>
                <a:lnTo>
                  <a:pt x="201" y="8"/>
                </a:lnTo>
                <a:lnTo>
                  <a:pt x="202" y="8"/>
                </a:lnTo>
                <a:lnTo>
                  <a:pt x="205" y="8"/>
                </a:lnTo>
                <a:lnTo>
                  <a:pt x="208" y="8"/>
                </a:lnTo>
                <a:lnTo>
                  <a:pt x="209" y="8"/>
                </a:lnTo>
                <a:lnTo>
                  <a:pt x="210" y="8"/>
                </a:lnTo>
                <a:lnTo>
                  <a:pt x="211" y="8"/>
                </a:lnTo>
                <a:lnTo>
                  <a:pt x="212" y="8"/>
                </a:lnTo>
                <a:lnTo>
                  <a:pt x="213" y="8"/>
                </a:lnTo>
                <a:lnTo>
                  <a:pt x="213" y="9"/>
                </a:lnTo>
                <a:lnTo>
                  <a:pt x="214" y="9"/>
                </a:lnTo>
                <a:lnTo>
                  <a:pt x="215" y="9"/>
                </a:lnTo>
                <a:lnTo>
                  <a:pt x="216" y="9"/>
                </a:lnTo>
                <a:lnTo>
                  <a:pt x="217" y="9"/>
                </a:lnTo>
                <a:lnTo>
                  <a:pt x="218" y="9"/>
                </a:lnTo>
                <a:lnTo>
                  <a:pt x="219" y="9"/>
                </a:lnTo>
                <a:lnTo>
                  <a:pt x="221" y="9"/>
                </a:lnTo>
                <a:lnTo>
                  <a:pt x="222" y="9"/>
                </a:lnTo>
                <a:lnTo>
                  <a:pt x="222" y="10"/>
                </a:lnTo>
                <a:lnTo>
                  <a:pt x="224" y="10"/>
                </a:lnTo>
                <a:lnTo>
                  <a:pt x="224" y="11"/>
                </a:lnTo>
                <a:lnTo>
                  <a:pt x="224" y="12"/>
                </a:lnTo>
                <a:lnTo>
                  <a:pt x="225" y="12"/>
                </a:lnTo>
                <a:lnTo>
                  <a:pt x="226" y="12"/>
                </a:lnTo>
                <a:lnTo>
                  <a:pt x="227" y="12"/>
                </a:lnTo>
                <a:lnTo>
                  <a:pt x="227" y="13"/>
                </a:lnTo>
                <a:lnTo>
                  <a:pt x="227" y="14"/>
                </a:lnTo>
                <a:lnTo>
                  <a:pt x="227" y="15"/>
                </a:lnTo>
                <a:lnTo>
                  <a:pt x="228" y="15"/>
                </a:lnTo>
                <a:lnTo>
                  <a:pt x="229" y="15"/>
                </a:lnTo>
                <a:lnTo>
                  <a:pt x="229" y="16"/>
                </a:lnTo>
                <a:lnTo>
                  <a:pt x="229" y="15"/>
                </a:lnTo>
                <a:lnTo>
                  <a:pt x="230" y="15"/>
                </a:lnTo>
                <a:lnTo>
                  <a:pt x="230" y="16"/>
                </a:lnTo>
                <a:lnTo>
                  <a:pt x="230" y="17"/>
                </a:lnTo>
                <a:lnTo>
                  <a:pt x="231" y="17"/>
                </a:lnTo>
                <a:lnTo>
                  <a:pt x="231" y="18"/>
                </a:lnTo>
                <a:lnTo>
                  <a:pt x="231" y="19"/>
                </a:lnTo>
                <a:lnTo>
                  <a:pt x="232" y="19"/>
                </a:lnTo>
                <a:lnTo>
                  <a:pt x="232" y="18"/>
                </a:lnTo>
                <a:lnTo>
                  <a:pt x="233" y="18"/>
                </a:lnTo>
                <a:lnTo>
                  <a:pt x="234" y="18"/>
                </a:lnTo>
                <a:lnTo>
                  <a:pt x="235" y="18"/>
                </a:lnTo>
                <a:lnTo>
                  <a:pt x="235" y="19"/>
                </a:lnTo>
                <a:lnTo>
                  <a:pt x="234" y="19"/>
                </a:lnTo>
                <a:lnTo>
                  <a:pt x="234" y="20"/>
                </a:lnTo>
                <a:lnTo>
                  <a:pt x="235" y="20"/>
                </a:lnTo>
                <a:lnTo>
                  <a:pt x="235" y="19"/>
                </a:lnTo>
                <a:lnTo>
                  <a:pt x="235" y="20"/>
                </a:lnTo>
                <a:lnTo>
                  <a:pt x="235" y="21"/>
                </a:lnTo>
                <a:lnTo>
                  <a:pt x="235" y="22"/>
                </a:lnTo>
                <a:lnTo>
                  <a:pt x="236" y="22"/>
                </a:lnTo>
                <a:lnTo>
                  <a:pt x="237" y="22"/>
                </a:lnTo>
                <a:lnTo>
                  <a:pt x="238" y="22"/>
                </a:lnTo>
                <a:lnTo>
                  <a:pt x="238" y="21"/>
                </a:lnTo>
                <a:lnTo>
                  <a:pt x="239" y="21"/>
                </a:lnTo>
                <a:lnTo>
                  <a:pt x="240" y="20"/>
                </a:lnTo>
                <a:lnTo>
                  <a:pt x="240" y="21"/>
                </a:lnTo>
                <a:lnTo>
                  <a:pt x="241" y="21"/>
                </a:lnTo>
                <a:lnTo>
                  <a:pt x="241" y="20"/>
                </a:lnTo>
                <a:lnTo>
                  <a:pt x="242" y="20"/>
                </a:lnTo>
                <a:lnTo>
                  <a:pt x="242" y="21"/>
                </a:lnTo>
                <a:lnTo>
                  <a:pt x="243" y="21"/>
                </a:lnTo>
                <a:lnTo>
                  <a:pt x="244" y="21"/>
                </a:lnTo>
                <a:lnTo>
                  <a:pt x="245" y="21"/>
                </a:lnTo>
                <a:lnTo>
                  <a:pt x="246" y="21"/>
                </a:lnTo>
                <a:lnTo>
                  <a:pt x="247" y="20"/>
                </a:lnTo>
                <a:lnTo>
                  <a:pt x="248" y="20"/>
                </a:lnTo>
                <a:lnTo>
                  <a:pt x="248" y="21"/>
                </a:lnTo>
                <a:lnTo>
                  <a:pt x="248" y="22"/>
                </a:lnTo>
                <a:lnTo>
                  <a:pt x="249" y="22"/>
                </a:lnTo>
                <a:lnTo>
                  <a:pt x="248" y="22"/>
                </a:lnTo>
                <a:lnTo>
                  <a:pt x="249" y="22"/>
                </a:lnTo>
                <a:lnTo>
                  <a:pt x="249" y="23"/>
                </a:lnTo>
                <a:lnTo>
                  <a:pt x="250" y="23"/>
                </a:lnTo>
                <a:lnTo>
                  <a:pt x="250" y="24"/>
                </a:lnTo>
                <a:lnTo>
                  <a:pt x="251" y="24"/>
                </a:lnTo>
                <a:lnTo>
                  <a:pt x="251" y="23"/>
                </a:lnTo>
                <a:lnTo>
                  <a:pt x="252" y="24"/>
                </a:lnTo>
                <a:lnTo>
                  <a:pt x="253" y="24"/>
                </a:lnTo>
                <a:lnTo>
                  <a:pt x="253" y="23"/>
                </a:lnTo>
                <a:lnTo>
                  <a:pt x="253" y="24"/>
                </a:lnTo>
                <a:lnTo>
                  <a:pt x="254" y="24"/>
                </a:lnTo>
                <a:lnTo>
                  <a:pt x="255" y="24"/>
                </a:lnTo>
                <a:lnTo>
                  <a:pt x="256" y="24"/>
                </a:lnTo>
                <a:lnTo>
                  <a:pt x="257" y="24"/>
                </a:lnTo>
                <a:lnTo>
                  <a:pt x="258" y="24"/>
                </a:lnTo>
                <a:lnTo>
                  <a:pt x="259" y="24"/>
                </a:lnTo>
                <a:lnTo>
                  <a:pt x="260" y="24"/>
                </a:lnTo>
                <a:lnTo>
                  <a:pt x="260" y="25"/>
                </a:lnTo>
                <a:lnTo>
                  <a:pt x="260" y="24"/>
                </a:lnTo>
                <a:lnTo>
                  <a:pt x="261" y="24"/>
                </a:lnTo>
                <a:lnTo>
                  <a:pt x="261" y="25"/>
                </a:lnTo>
                <a:lnTo>
                  <a:pt x="261" y="24"/>
                </a:lnTo>
                <a:lnTo>
                  <a:pt x="261" y="25"/>
                </a:lnTo>
                <a:lnTo>
                  <a:pt x="262" y="25"/>
                </a:lnTo>
                <a:lnTo>
                  <a:pt x="262" y="24"/>
                </a:lnTo>
                <a:lnTo>
                  <a:pt x="263" y="24"/>
                </a:lnTo>
                <a:lnTo>
                  <a:pt x="264" y="24"/>
                </a:lnTo>
                <a:lnTo>
                  <a:pt x="264" y="23"/>
                </a:lnTo>
                <a:lnTo>
                  <a:pt x="264" y="24"/>
                </a:lnTo>
                <a:lnTo>
                  <a:pt x="265" y="23"/>
                </a:lnTo>
                <a:lnTo>
                  <a:pt x="266" y="23"/>
                </a:lnTo>
                <a:lnTo>
                  <a:pt x="266" y="22"/>
                </a:lnTo>
                <a:lnTo>
                  <a:pt x="266" y="21"/>
                </a:lnTo>
                <a:lnTo>
                  <a:pt x="267" y="21"/>
                </a:lnTo>
                <a:lnTo>
                  <a:pt x="268" y="21"/>
                </a:lnTo>
                <a:lnTo>
                  <a:pt x="269" y="21"/>
                </a:lnTo>
                <a:lnTo>
                  <a:pt x="269" y="22"/>
                </a:lnTo>
                <a:lnTo>
                  <a:pt x="270" y="22"/>
                </a:lnTo>
                <a:lnTo>
                  <a:pt x="270" y="23"/>
                </a:lnTo>
                <a:lnTo>
                  <a:pt x="270" y="22"/>
                </a:lnTo>
                <a:lnTo>
                  <a:pt x="271" y="22"/>
                </a:lnTo>
                <a:lnTo>
                  <a:pt x="272" y="22"/>
                </a:lnTo>
                <a:lnTo>
                  <a:pt x="272" y="23"/>
                </a:lnTo>
                <a:lnTo>
                  <a:pt x="273" y="23"/>
                </a:lnTo>
                <a:lnTo>
                  <a:pt x="273" y="24"/>
                </a:lnTo>
                <a:lnTo>
                  <a:pt x="274" y="24"/>
                </a:lnTo>
                <a:lnTo>
                  <a:pt x="275" y="24"/>
                </a:lnTo>
                <a:lnTo>
                  <a:pt x="275" y="25"/>
                </a:lnTo>
                <a:lnTo>
                  <a:pt x="275" y="26"/>
                </a:lnTo>
                <a:lnTo>
                  <a:pt x="276" y="26"/>
                </a:lnTo>
                <a:lnTo>
                  <a:pt x="277" y="26"/>
                </a:lnTo>
                <a:lnTo>
                  <a:pt x="278" y="26"/>
                </a:lnTo>
                <a:lnTo>
                  <a:pt x="278" y="27"/>
                </a:lnTo>
                <a:lnTo>
                  <a:pt x="279" y="27"/>
                </a:lnTo>
                <a:lnTo>
                  <a:pt x="279" y="28"/>
                </a:lnTo>
                <a:lnTo>
                  <a:pt x="279" y="27"/>
                </a:lnTo>
                <a:lnTo>
                  <a:pt x="279" y="26"/>
                </a:lnTo>
                <a:lnTo>
                  <a:pt x="280" y="27"/>
                </a:lnTo>
                <a:lnTo>
                  <a:pt x="280" y="28"/>
                </a:lnTo>
                <a:lnTo>
                  <a:pt x="280" y="27"/>
                </a:lnTo>
                <a:lnTo>
                  <a:pt x="281" y="27"/>
                </a:lnTo>
                <a:lnTo>
                  <a:pt x="281" y="28"/>
                </a:lnTo>
                <a:lnTo>
                  <a:pt x="282" y="28"/>
                </a:lnTo>
                <a:lnTo>
                  <a:pt x="283" y="28"/>
                </a:lnTo>
                <a:lnTo>
                  <a:pt x="283" y="29"/>
                </a:lnTo>
                <a:lnTo>
                  <a:pt x="284" y="29"/>
                </a:lnTo>
                <a:lnTo>
                  <a:pt x="284" y="30"/>
                </a:lnTo>
                <a:lnTo>
                  <a:pt x="285" y="30"/>
                </a:lnTo>
                <a:lnTo>
                  <a:pt x="286" y="30"/>
                </a:lnTo>
                <a:lnTo>
                  <a:pt x="286" y="29"/>
                </a:lnTo>
                <a:lnTo>
                  <a:pt x="287" y="29"/>
                </a:lnTo>
                <a:lnTo>
                  <a:pt x="287" y="30"/>
                </a:lnTo>
                <a:lnTo>
                  <a:pt x="286" y="32"/>
                </a:lnTo>
                <a:lnTo>
                  <a:pt x="286" y="33"/>
                </a:lnTo>
                <a:lnTo>
                  <a:pt x="286" y="34"/>
                </a:lnTo>
                <a:lnTo>
                  <a:pt x="287" y="34"/>
                </a:lnTo>
                <a:lnTo>
                  <a:pt x="288" y="34"/>
                </a:lnTo>
                <a:lnTo>
                  <a:pt x="289" y="34"/>
                </a:lnTo>
                <a:lnTo>
                  <a:pt x="289" y="35"/>
                </a:lnTo>
                <a:lnTo>
                  <a:pt x="290" y="35"/>
                </a:lnTo>
                <a:lnTo>
                  <a:pt x="290" y="36"/>
                </a:lnTo>
                <a:lnTo>
                  <a:pt x="291" y="36"/>
                </a:lnTo>
                <a:lnTo>
                  <a:pt x="292" y="36"/>
                </a:lnTo>
                <a:lnTo>
                  <a:pt x="293" y="37"/>
                </a:lnTo>
                <a:lnTo>
                  <a:pt x="293" y="38"/>
                </a:lnTo>
                <a:lnTo>
                  <a:pt x="294" y="38"/>
                </a:lnTo>
                <a:lnTo>
                  <a:pt x="294" y="37"/>
                </a:lnTo>
                <a:lnTo>
                  <a:pt x="294" y="38"/>
                </a:lnTo>
                <a:lnTo>
                  <a:pt x="295" y="38"/>
                </a:lnTo>
                <a:lnTo>
                  <a:pt x="295" y="39"/>
                </a:lnTo>
                <a:lnTo>
                  <a:pt x="296" y="39"/>
                </a:lnTo>
                <a:lnTo>
                  <a:pt x="296" y="38"/>
                </a:lnTo>
                <a:lnTo>
                  <a:pt x="295" y="38"/>
                </a:lnTo>
                <a:lnTo>
                  <a:pt x="295" y="37"/>
                </a:lnTo>
                <a:lnTo>
                  <a:pt x="296" y="37"/>
                </a:lnTo>
                <a:lnTo>
                  <a:pt x="296" y="38"/>
                </a:lnTo>
                <a:lnTo>
                  <a:pt x="297" y="38"/>
                </a:lnTo>
                <a:lnTo>
                  <a:pt x="297" y="39"/>
                </a:lnTo>
                <a:lnTo>
                  <a:pt x="297" y="40"/>
                </a:lnTo>
                <a:lnTo>
                  <a:pt x="297" y="42"/>
                </a:lnTo>
                <a:lnTo>
                  <a:pt x="297" y="43"/>
                </a:lnTo>
                <a:lnTo>
                  <a:pt x="296" y="43"/>
                </a:lnTo>
                <a:lnTo>
                  <a:pt x="296" y="44"/>
                </a:lnTo>
                <a:lnTo>
                  <a:pt x="296" y="45"/>
                </a:lnTo>
                <a:lnTo>
                  <a:pt x="296" y="46"/>
                </a:lnTo>
                <a:lnTo>
                  <a:pt x="297" y="46"/>
                </a:lnTo>
                <a:lnTo>
                  <a:pt x="298" y="46"/>
                </a:lnTo>
                <a:lnTo>
                  <a:pt x="298" y="45"/>
                </a:lnTo>
                <a:lnTo>
                  <a:pt x="299" y="45"/>
                </a:lnTo>
                <a:lnTo>
                  <a:pt x="299" y="46"/>
                </a:lnTo>
                <a:lnTo>
                  <a:pt x="300" y="46"/>
                </a:lnTo>
                <a:lnTo>
                  <a:pt x="300" y="47"/>
                </a:lnTo>
                <a:lnTo>
                  <a:pt x="300" y="48"/>
                </a:lnTo>
                <a:lnTo>
                  <a:pt x="301" y="48"/>
                </a:lnTo>
                <a:lnTo>
                  <a:pt x="301" y="47"/>
                </a:lnTo>
                <a:lnTo>
                  <a:pt x="301" y="48"/>
                </a:lnTo>
                <a:lnTo>
                  <a:pt x="302" y="48"/>
                </a:lnTo>
                <a:lnTo>
                  <a:pt x="303" y="48"/>
                </a:lnTo>
                <a:lnTo>
                  <a:pt x="304" y="48"/>
                </a:lnTo>
                <a:lnTo>
                  <a:pt x="305" y="48"/>
                </a:lnTo>
                <a:lnTo>
                  <a:pt x="305" y="47"/>
                </a:lnTo>
                <a:lnTo>
                  <a:pt x="305" y="48"/>
                </a:lnTo>
                <a:lnTo>
                  <a:pt x="306" y="48"/>
                </a:lnTo>
                <a:lnTo>
                  <a:pt x="307" y="48"/>
                </a:lnTo>
                <a:lnTo>
                  <a:pt x="307" y="49"/>
                </a:lnTo>
                <a:lnTo>
                  <a:pt x="307" y="50"/>
                </a:lnTo>
                <a:lnTo>
                  <a:pt x="307" y="51"/>
                </a:lnTo>
                <a:lnTo>
                  <a:pt x="308" y="51"/>
                </a:lnTo>
                <a:lnTo>
                  <a:pt x="308" y="52"/>
                </a:lnTo>
                <a:lnTo>
                  <a:pt x="308" y="51"/>
                </a:lnTo>
                <a:lnTo>
                  <a:pt x="309" y="50"/>
                </a:lnTo>
                <a:lnTo>
                  <a:pt x="310" y="50"/>
                </a:lnTo>
                <a:lnTo>
                  <a:pt x="310" y="49"/>
                </a:lnTo>
                <a:lnTo>
                  <a:pt x="311" y="49"/>
                </a:lnTo>
                <a:lnTo>
                  <a:pt x="311" y="48"/>
                </a:lnTo>
                <a:lnTo>
                  <a:pt x="312" y="48"/>
                </a:lnTo>
                <a:lnTo>
                  <a:pt x="312" y="49"/>
                </a:lnTo>
                <a:lnTo>
                  <a:pt x="311" y="50"/>
                </a:lnTo>
                <a:lnTo>
                  <a:pt x="311" y="51"/>
                </a:lnTo>
                <a:lnTo>
                  <a:pt x="311" y="52"/>
                </a:lnTo>
                <a:lnTo>
                  <a:pt x="312" y="52"/>
                </a:lnTo>
                <a:lnTo>
                  <a:pt x="312" y="53"/>
                </a:lnTo>
                <a:lnTo>
                  <a:pt x="313" y="53"/>
                </a:lnTo>
                <a:lnTo>
                  <a:pt x="314" y="53"/>
                </a:lnTo>
                <a:lnTo>
                  <a:pt x="314" y="54"/>
                </a:lnTo>
                <a:lnTo>
                  <a:pt x="315" y="54"/>
                </a:lnTo>
                <a:lnTo>
                  <a:pt x="316" y="54"/>
                </a:lnTo>
                <a:lnTo>
                  <a:pt x="317" y="54"/>
                </a:lnTo>
                <a:lnTo>
                  <a:pt x="317" y="55"/>
                </a:lnTo>
                <a:lnTo>
                  <a:pt x="318" y="55"/>
                </a:lnTo>
                <a:lnTo>
                  <a:pt x="318" y="56"/>
                </a:lnTo>
                <a:lnTo>
                  <a:pt x="318" y="57"/>
                </a:lnTo>
                <a:lnTo>
                  <a:pt x="318" y="58"/>
                </a:lnTo>
                <a:lnTo>
                  <a:pt x="317" y="58"/>
                </a:lnTo>
                <a:lnTo>
                  <a:pt x="317" y="59"/>
                </a:lnTo>
                <a:lnTo>
                  <a:pt x="317" y="60"/>
                </a:lnTo>
                <a:lnTo>
                  <a:pt x="316" y="60"/>
                </a:lnTo>
                <a:lnTo>
                  <a:pt x="316" y="61"/>
                </a:lnTo>
                <a:lnTo>
                  <a:pt x="316" y="63"/>
                </a:lnTo>
                <a:lnTo>
                  <a:pt x="316" y="64"/>
                </a:lnTo>
                <a:lnTo>
                  <a:pt x="316" y="63"/>
                </a:lnTo>
                <a:lnTo>
                  <a:pt x="317" y="62"/>
                </a:lnTo>
                <a:lnTo>
                  <a:pt x="318" y="62"/>
                </a:lnTo>
                <a:lnTo>
                  <a:pt x="319" y="62"/>
                </a:lnTo>
                <a:lnTo>
                  <a:pt x="319" y="61"/>
                </a:lnTo>
                <a:lnTo>
                  <a:pt x="319" y="60"/>
                </a:lnTo>
                <a:lnTo>
                  <a:pt x="320" y="60"/>
                </a:lnTo>
                <a:lnTo>
                  <a:pt x="321" y="60"/>
                </a:lnTo>
                <a:lnTo>
                  <a:pt x="322" y="60"/>
                </a:lnTo>
                <a:lnTo>
                  <a:pt x="323" y="60"/>
                </a:lnTo>
                <a:lnTo>
                  <a:pt x="324" y="60"/>
                </a:lnTo>
                <a:lnTo>
                  <a:pt x="324" y="59"/>
                </a:lnTo>
                <a:lnTo>
                  <a:pt x="325" y="58"/>
                </a:lnTo>
                <a:lnTo>
                  <a:pt x="326" y="57"/>
                </a:lnTo>
                <a:lnTo>
                  <a:pt x="326" y="58"/>
                </a:lnTo>
                <a:lnTo>
                  <a:pt x="326" y="57"/>
                </a:lnTo>
                <a:lnTo>
                  <a:pt x="327" y="57"/>
                </a:lnTo>
                <a:lnTo>
                  <a:pt x="327" y="56"/>
                </a:lnTo>
                <a:lnTo>
                  <a:pt x="328" y="56"/>
                </a:lnTo>
                <a:lnTo>
                  <a:pt x="328" y="55"/>
                </a:lnTo>
                <a:lnTo>
                  <a:pt x="329" y="54"/>
                </a:lnTo>
                <a:lnTo>
                  <a:pt x="329" y="53"/>
                </a:lnTo>
                <a:lnTo>
                  <a:pt x="329" y="52"/>
                </a:lnTo>
                <a:lnTo>
                  <a:pt x="330" y="51"/>
                </a:lnTo>
                <a:lnTo>
                  <a:pt x="330" y="50"/>
                </a:lnTo>
                <a:lnTo>
                  <a:pt x="330" y="51"/>
                </a:lnTo>
                <a:lnTo>
                  <a:pt x="331" y="51"/>
                </a:lnTo>
                <a:lnTo>
                  <a:pt x="331" y="50"/>
                </a:lnTo>
                <a:lnTo>
                  <a:pt x="332" y="50"/>
                </a:lnTo>
                <a:lnTo>
                  <a:pt x="333" y="51"/>
                </a:lnTo>
                <a:lnTo>
                  <a:pt x="334" y="51"/>
                </a:lnTo>
                <a:lnTo>
                  <a:pt x="336" y="51"/>
                </a:lnTo>
                <a:lnTo>
                  <a:pt x="336" y="52"/>
                </a:lnTo>
                <a:lnTo>
                  <a:pt x="336" y="53"/>
                </a:lnTo>
                <a:lnTo>
                  <a:pt x="337" y="53"/>
                </a:lnTo>
                <a:lnTo>
                  <a:pt x="338" y="53"/>
                </a:lnTo>
                <a:lnTo>
                  <a:pt x="338" y="54"/>
                </a:lnTo>
                <a:lnTo>
                  <a:pt x="339" y="54"/>
                </a:lnTo>
                <a:lnTo>
                  <a:pt x="340" y="53"/>
                </a:lnTo>
                <a:lnTo>
                  <a:pt x="340" y="52"/>
                </a:lnTo>
                <a:lnTo>
                  <a:pt x="341" y="52"/>
                </a:lnTo>
                <a:lnTo>
                  <a:pt x="342" y="52"/>
                </a:lnTo>
                <a:lnTo>
                  <a:pt x="342" y="51"/>
                </a:lnTo>
                <a:lnTo>
                  <a:pt x="343" y="51"/>
                </a:lnTo>
                <a:lnTo>
                  <a:pt x="343" y="52"/>
                </a:lnTo>
                <a:lnTo>
                  <a:pt x="344" y="52"/>
                </a:lnTo>
                <a:lnTo>
                  <a:pt x="345" y="52"/>
                </a:lnTo>
                <a:lnTo>
                  <a:pt x="345" y="53"/>
                </a:lnTo>
                <a:lnTo>
                  <a:pt x="346" y="53"/>
                </a:lnTo>
                <a:lnTo>
                  <a:pt x="347" y="52"/>
                </a:lnTo>
                <a:lnTo>
                  <a:pt x="348" y="53"/>
                </a:lnTo>
                <a:lnTo>
                  <a:pt x="348" y="54"/>
                </a:lnTo>
                <a:lnTo>
                  <a:pt x="349" y="54"/>
                </a:lnTo>
                <a:lnTo>
                  <a:pt x="349" y="55"/>
                </a:lnTo>
                <a:lnTo>
                  <a:pt x="349" y="54"/>
                </a:lnTo>
                <a:lnTo>
                  <a:pt x="350" y="54"/>
                </a:lnTo>
                <a:lnTo>
                  <a:pt x="351" y="54"/>
                </a:lnTo>
                <a:lnTo>
                  <a:pt x="351" y="55"/>
                </a:lnTo>
                <a:lnTo>
                  <a:pt x="352" y="55"/>
                </a:lnTo>
                <a:lnTo>
                  <a:pt x="352" y="54"/>
                </a:lnTo>
                <a:lnTo>
                  <a:pt x="353" y="54"/>
                </a:lnTo>
                <a:lnTo>
                  <a:pt x="353" y="53"/>
                </a:lnTo>
                <a:lnTo>
                  <a:pt x="353" y="52"/>
                </a:lnTo>
                <a:lnTo>
                  <a:pt x="354" y="52"/>
                </a:lnTo>
                <a:lnTo>
                  <a:pt x="354" y="51"/>
                </a:lnTo>
                <a:lnTo>
                  <a:pt x="355" y="50"/>
                </a:lnTo>
                <a:lnTo>
                  <a:pt x="355" y="49"/>
                </a:lnTo>
                <a:lnTo>
                  <a:pt x="355" y="48"/>
                </a:lnTo>
                <a:lnTo>
                  <a:pt x="356" y="48"/>
                </a:lnTo>
                <a:lnTo>
                  <a:pt x="356" y="49"/>
                </a:lnTo>
                <a:lnTo>
                  <a:pt x="357" y="49"/>
                </a:lnTo>
                <a:lnTo>
                  <a:pt x="357" y="48"/>
                </a:lnTo>
                <a:lnTo>
                  <a:pt x="358" y="48"/>
                </a:lnTo>
                <a:lnTo>
                  <a:pt x="359" y="48"/>
                </a:lnTo>
                <a:lnTo>
                  <a:pt x="359" y="47"/>
                </a:lnTo>
                <a:lnTo>
                  <a:pt x="359" y="46"/>
                </a:lnTo>
                <a:lnTo>
                  <a:pt x="360" y="46"/>
                </a:lnTo>
                <a:lnTo>
                  <a:pt x="361" y="46"/>
                </a:lnTo>
                <a:lnTo>
                  <a:pt x="362" y="46"/>
                </a:lnTo>
                <a:lnTo>
                  <a:pt x="361" y="46"/>
                </a:lnTo>
                <a:lnTo>
                  <a:pt x="361" y="45"/>
                </a:lnTo>
                <a:lnTo>
                  <a:pt x="361" y="44"/>
                </a:lnTo>
                <a:lnTo>
                  <a:pt x="362" y="44"/>
                </a:lnTo>
                <a:lnTo>
                  <a:pt x="362" y="43"/>
                </a:lnTo>
                <a:lnTo>
                  <a:pt x="362" y="42"/>
                </a:lnTo>
                <a:lnTo>
                  <a:pt x="363" y="42"/>
                </a:lnTo>
                <a:lnTo>
                  <a:pt x="363" y="41"/>
                </a:lnTo>
                <a:lnTo>
                  <a:pt x="362" y="41"/>
                </a:lnTo>
                <a:lnTo>
                  <a:pt x="362" y="40"/>
                </a:lnTo>
                <a:lnTo>
                  <a:pt x="363" y="40"/>
                </a:lnTo>
                <a:lnTo>
                  <a:pt x="363" y="39"/>
                </a:lnTo>
                <a:lnTo>
                  <a:pt x="364" y="39"/>
                </a:lnTo>
                <a:lnTo>
                  <a:pt x="365" y="38"/>
                </a:lnTo>
                <a:lnTo>
                  <a:pt x="366" y="37"/>
                </a:lnTo>
                <a:lnTo>
                  <a:pt x="367" y="36"/>
                </a:lnTo>
                <a:lnTo>
                  <a:pt x="368" y="35"/>
                </a:lnTo>
                <a:lnTo>
                  <a:pt x="369" y="34"/>
                </a:lnTo>
                <a:lnTo>
                  <a:pt x="370" y="34"/>
                </a:lnTo>
                <a:lnTo>
                  <a:pt x="373" y="36"/>
                </a:lnTo>
                <a:lnTo>
                  <a:pt x="374" y="36"/>
                </a:lnTo>
                <a:lnTo>
                  <a:pt x="374" y="37"/>
                </a:lnTo>
                <a:lnTo>
                  <a:pt x="374" y="38"/>
                </a:lnTo>
                <a:lnTo>
                  <a:pt x="375" y="39"/>
                </a:lnTo>
                <a:lnTo>
                  <a:pt x="375" y="40"/>
                </a:lnTo>
                <a:lnTo>
                  <a:pt x="374" y="42"/>
                </a:lnTo>
                <a:lnTo>
                  <a:pt x="374" y="43"/>
                </a:lnTo>
                <a:lnTo>
                  <a:pt x="374" y="44"/>
                </a:lnTo>
                <a:lnTo>
                  <a:pt x="374" y="45"/>
                </a:lnTo>
                <a:lnTo>
                  <a:pt x="375" y="46"/>
                </a:lnTo>
                <a:lnTo>
                  <a:pt x="376" y="45"/>
                </a:lnTo>
                <a:lnTo>
                  <a:pt x="377" y="44"/>
                </a:lnTo>
                <a:lnTo>
                  <a:pt x="378" y="43"/>
                </a:lnTo>
                <a:lnTo>
                  <a:pt x="378" y="42"/>
                </a:lnTo>
                <a:lnTo>
                  <a:pt x="379" y="41"/>
                </a:lnTo>
                <a:lnTo>
                  <a:pt x="380" y="40"/>
                </a:lnTo>
                <a:lnTo>
                  <a:pt x="381" y="39"/>
                </a:lnTo>
                <a:lnTo>
                  <a:pt x="381" y="38"/>
                </a:lnTo>
                <a:lnTo>
                  <a:pt x="382" y="37"/>
                </a:lnTo>
                <a:lnTo>
                  <a:pt x="383" y="36"/>
                </a:lnTo>
                <a:lnTo>
                  <a:pt x="383" y="37"/>
                </a:lnTo>
                <a:lnTo>
                  <a:pt x="383" y="38"/>
                </a:lnTo>
                <a:lnTo>
                  <a:pt x="383" y="39"/>
                </a:lnTo>
                <a:lnTo>
                  <a:pt x="382" y="40"/>
                </a:lnTo>
                <a:lnTo>
                  <a:pt x="382" y="41"/>
                </a:lnTo>
                <a:lnTo>
                  <a:pt x="382" y="42"/>
                </a:lnTo>
                <a:lnTo>
                  <a:pt x="381" y="43"/>
                </a:lnTo>
                <a:lnTo>
                  <a:pt x="381" y="44"/>
                </a:lnTo>
                <a:lnTo>
                  <a:pt x="380" y="45"/>
                </a:lnTo>
                <a:lnTo>
                  <a:pt x="380" y="46"/>
                </a:lnTo>
                <a:lnTo>
                  <a:pt x="379" y="46"/>
                </a:lnTo>
                <a:lnTo>
                  <a:pt x="378" y="47"/>
                </a:lnTo>
                <a:lnTo>
                  <a:pt x="377" y="47"/>
                </a:lnTo>
                <a:lnTo>
                  <a:pt x="377" y="48"/>
                </a:lnTo>
                <a:lnTo>
                  <a:pt x="376" y="49"/>
                </a:lnTo>
                <a:lnTo>
                  <a:pt x="375" y="49"/>
                </a:lnTo>
                <a:lnTo>
                  <a:pt x="375" y="50"/>
                </a:lnTo>
                <a:lnTo>
                  <a:pt x="374" y="51"/>
                </a:lnTo>
                <a:lnTo>
                  <a:pt x="373" y="52"/>
                </a:lnTo>
                <a:lnTo>
                  <a:pt x="373" y="53"/>
                </a:lnTo>
                <a:lnTo>
                  <a:pt x="373" y="54"/>
                </a:lnTo>
                <a:lnTo>
                  <a:pt x="373" y="55"/>
                </a:lnTo>
                <a:lnTo>
                  <a:pt x="374" y="57"/>
                </a:lnTo>
                <a:lnTo>
                  <a:pt x="374" y="59"/>
                </a:lnTo>
                <a:lnTo>
                  <a:pt x="374" y="60"/>
                </a:lnTo>
                <a:lnTo>
                  <a:pt x="375" y="61"/>
                </a:lnTo>
                <a:lnTo>
                  <a:pt x="375" y="62"/>
                </a:lnTo>
                <a:lnTo>
                  <a:pt x="375" y="64"/>
                </a:lnTo>
                <a:lnTo>
                  <a:pt x="375" y="65"/>
                </a:lnTo>
                <a:lnTo>
                  <a:pt x="375" y="66"/>
                </a:lnTo>
                <a:lnTo>
                  <a:pt x="376" y="66"/>
                </a:lnTo>
                <a:lnTo>
                  <a:pt x="376" y="67"/>
                </a:lnTo>
                <a:lnTo>
                  <a:pt x="377" y="68"/>
                </a:lnTo>
                <a:lnTo>
                  <a:pt x="378" y="67"/>
                </a:lnTo>
                <a:lnTo>
                  <a:pt x="378" y="66"/>
                </a:lnTo>
                <a:lnTo>
                  <a:pt x="379" y="66"/>
                </a:lnTo>
                <a:lnTo>
                  <a:pt x="379" y="65"/>
                </a:lnTo>
                <a:lnTo>
                  <a:pt x="380" y="64"/>
                </a:lnTo>
                <a:lnTo>
                  <a:pt x="381" y="63"/>
                </a:lnTo>
                <a:lnTo>
                  <a:pt x="382" y="62"/>
                </a:lnTo>
                <a:lnTo>
                  <a:pt x="383" y="62"/>
                </a:lnTo>
                <a:lnTo>
                  <a:pt x="384" y="62"/>
                </a:lnTo>
                <a:lnTo>
                  <a:pt x="384" y="61"/>
                </a:lnTo>
                <a:lnTo>
                  <a:pt x="385" y="61"/>
                </a:lnTo>
                <a:lnTo>
                  <a:pt x="385" y="62"/>
                </a:lnTo>
                <a:lnTo>
                  <a:pt x="386" y="62"/>
                </a:lnTo>
                <a:lnTo>
                  <a:pt x="386" y="63"/>
                </a:lnTo>
                <a:lnTo>
                  <a:pt x="387" y="63"/>
                </a:lnTo>
                <a:lnTo>
                  <a:pt x="387" y="64"/>
                </a:lnTo>
                <a:lnTo>
                  <a:pt x="387" y="65"/>
                </a:lnTo>
                <a:lnTo>
                  <a:pt x="387" y="66"/>
                </a:lnTo>
                <a:lnTo>
                  <a:pt x="387" y="68"/>
                </a:lnTo>
                <a:lnTo>
                  <a:pt x="387" y="69"/>
                </a:lnTo>
                <a:lnTo>
                  <a:pt x="387" y="70"/>
                </a:lnTo>
                <a:lnTo>
                  <a:pt x="388" y="70"/>
                </a:lnTo>
                <a:lnTo>
                  <a:pt x="388" y="71"/>
                </a:lnTo>
                <a:lnTo>
                  <a:pt x="389" y="71"/>
                </a:lnTo>
                <a:lnTo>
                  <a:pt x="390" y="71"/>
                </a:lnTo>
                <a:lnTo>
                  <a:pt x="390" y="70"/>
                </a:lnTo>
                <a:lnTo>
                  <a:pt x="390" y="69"/>
                </a:lnTo>
                <a:lnTo>
                  <a:pt x="390" y="68"/>
                </a:lnTo>
                <a:lnTo>
                  <a:pt x="391" y="69"/>
                </a:lnTo>
                <a:lnTo>
                  <a:pt x="392" y="69"/>
                </a:lnTo>
                <a:lnTo>
                  <a:pt x="392" y="68"/>
                </a:lnTo>
                <a:lnTo>
                  <a:pt x="393" y="68"/>
                </a:lnTo>
                <a:lnTo>
                  <a:pt x="393" y="69"/>
                </a:lnTo>
                <a:lnTo>
                  <a:pt x="394" y="69"/>
                </a:lnTo>
                <a:lnTo>
                  <a:pt x="395" y="68"/>
                </a:lnTo>
                <a:lnTo>
                  <a:pt x="396" y="67"/>
                </a:lnTo>
                <a:lnTo>
                  <a:pt x="397" y="66"/>
                </a:lnTo>
                <a:lnTo>
                  <a:pt x="397" y="65"/>
                </a:lnTo>
                <a:lnTo>
                  <a:pt x="398" y="64"/>
                </a:lnTo>
                <a:lnTo>
                  <a:pt x="399" y="63"/>
                </a:lnTo>
                <a:lnTo>
                  <a:pt x="399" y="62"/>
                </a:lnTo>
                <a:lnTo>
                  <a:pt x="400" y="62"/>
                </a:lnTo>
                <a:lnTo>
                  <a:pt x="400" y="61"/>
                </a:lnTo>
                <a:lnTo>
                  <a:pt x="400" y="60"/>
                </a:lnTo>
                <a:lnTo>
                  <a:pt x="401" y="60"/>
                </a:lnTo>
                <a:lnTo>
                  <a:pt x="402" y="59"/>
                </a:lnTo>
                <a:lnTo>
                  <a:pt x="403" y="58"/>
                </a:lnTo>
                <a:lnTo>
                  <a:pt x="404" y="58"/>
                </a:lnTo>
                <a:lnTo>
                  <a:pt x="404" y="57"/>
                </a:lnTo>
                <a:lnTo>
                  <a:pt x="405" y="56"/>
                </a:lnTo>
                <a:lnTo>
                  <a:pt x="405" y="55"/>
                </a:lnTo>
                <a:lnTo>
                  <a:pt x="406" y="54"/>
                </a:lnTo>
                <a:lnTo>
                  <a:pt x="407" y="53"/>
                </a:lnTo>
                <a:lnTo>
                  <a:pt x="408" y="52"/>
                </a:lnTo>
                <a:lnTo>
                  <a:pt x="408" y="51"/>
                </a:lnTo>
                <a:lnTo>
                  <a:pt x="409" y="50"/>
                </a:lnTo>
                <a:lnTo>
                  <a:pt x="410" y="49"/>
                </a:lnTo>
                <a:lnTo>
                  <a:pt x="410" y="48"/>
                </a:lnTo>
                <a:lnTo>
                  <a:pt x="411" y="47"/>
                </a:lnTo>
                <a:lnTo>
                  <a:pt x="412" y="46"/>
                </a:lnTo>
                <a:lnTo>
                  <a:pt x="413" y="45"/>
                </a:lnTo>
                <a:lnTo>
                  <a:pt x="416" y="42"/>
                </a:lnTo>
                <a:lnTo>
                  <a:pt x="417" y="41"/>
                </a:lnTo>
                <a:lnTo>
                  <a:pt x="418" y="41"/>
                </a:lnTo>
                <a:lnTo>
                  <a:pt x="418" y="40"/>
                </a:lnTo>
                <a:lnTo>
                  <a:pt x="419" y="40"/>
                </a:lnTo>
                <a:lnTo>
                  <a:pt x="419" y="39"/>
                </a:lnTo>
                <a:lnTo>
                  <a:pt x="420" y="39"/>
                </a:lnTo>
                <a:lnTo>
                  <a:pt x="420" y="38"/>
                </a:lnTo>
                <a:lnTo>
                  <a:pt x="421" y="38"/>
                </a:lnTo>
                <a:lnTo>
                  <a:pt x="422" y="37"/>
                </a:lnTo>
                <a:lnTo>
                  <a:pt x="423" y="36"/>
                </a:lnTo>
                <a:lnTo>
                  <a:pt x="424" y="36"/>
                </a:lnTo>
                <a:lnTo>
                  <a:pt x="425" y="35"/>
                </a:lnTo>
                <a:lnTo>
                  <a:pt x="425" y="34"/>
                </a:lnTo>
                <a:lnTo>
                  <a:pt x="426" y="34"/>
                </a:lnTo>
                <a:lnTo>
                  <a:pt x="426" y="33"/>
                </a:lnTo>
                <a:lnTo>
                  <a:pt x="427" y="33"/>
                </a:lnTo>
                <a:lnTo>
                  <a:pt x="427" y="32"/>
                </a:lnTo>
                <a:lnTo>
                  <a:pt x="428" y="32"/>
                </a:lnTo>
                <a:lnTo>
                  <a:pt x="428" y="31"/>
                </a:lnTo>
                <a:lnTo>
                  <a:pt x="429" y="31"/>
                </a:lnTo>
                <a:lnTo>
                  <a:pt x="429" y="30"/>
                </a:lnTo>
                <a:lnTo>
                  <a:pt x="430" y="30"/>
                </a:lnTo>
                <a:lnTo>
                  <a:pt x="431" y="29"/>
                </a:lnTo>
                <a:lnTo>
                  <a:pt x="432" y="29"/>
                </a:lnTo>
                <a:lnTo>
                  <a:pt x="432" y="28"/>
                </a:lnTo>
                <a:lnTo>
                  <a:pt x="432" y="29"/>
                </a:lnTo>
                <a:lnTo>
                  <a:pt x="433" y="29"/>
                </a:lnTo>
                <a:lnTo>
                  <a:pt x="433" y="30"/>
                </a:lnTo>
                <a:lnTo>
                  <a:pt x="433" y="31"/>
                </a:lnTo>
                <a:lnTo>
                  <a:pt x="432" y="31"/>
                </a:lnTo>
                <a:lnTo>
                  <a:pt x="433" y="31"/>
                </a:lnTo>
                <a:lnTo>
                  <a:pt x="433" y="32"/>
                </a:lnTo>
                <a:lnTo>
                  <a:pt x="432" y="32"/>
                </a:lnTo>
                <a:lnTo>
                  <a:pt x="431" y="32"/>
                </a:lnTo>
                <a:lnTo>
                  <a:pt x="432" y="32"/>
                </a:lnTo>
                <a:lnTo>
                  <a:pt x="432" y="33"/>
                </a:lnTo>
                <a:lnTo>
                  <a:pt x="432" y="32"/>
                </a:lnTo>
                <a:lnTo>
                  <a:pt x="432" y="33"/>
                </a:lnTo>
                <a:lnTo>
                  <a:pt x="431" y="33"/>
                </a:lnTo>
                <a:lnTo>
                  <a:pt x="431" y="34"/>
                </a:lnTo>
                <a:lnTo>
                  <a:pt x="432" y="35"/>
                </a:lnTo>
                <a:lnTo>
                  <a:pt x="431" y="35"/>
                </a:lnTo>
                <a:lnTo>
                  <a:pt x="431" y="36"/>
                </a:lnTo>
                <a:lnTo>
                  <a:pt x="430" y="36"/>
                </a:lnTo>
                <a:lnTo>
                  <a:pt x="430" y="37"/>
                </a:lnTo>
                <a:lnTo>
                  <a:pt x="431" y="37"/>
                </a:lnTo>
                <a:lnTo>
                  <a:pt x="430" y="37"/>
                </a:lnTo>
                <a:lnTo>
                  <a:pt x="430" y="39"/>
                </a:lnTo>
                <a:lnTo>
                  <a:pt x="430" y="40"/>
                </a:lnTo>
                <a:lnTo>
                  <a:pt x="430" y="41"/>
                </a:lnTo>
                <a:lnTo>
                  <a:pt x="430" y="42"/>
                </a:lnTo>
                <a:lnTo>
                  <a:pt x="429" y="43"/>
                </a:lnTo>
                <a:lnTo>
                  <a:pt x="429" y="44"/>
                </a:lnTo>
                <a:lnTo>
                  <a:pt x="429" y="45"/>
                </a:lnTo>
                <a:lnTo>
                  <a:pt x="430" y="46"/>
                </a:lnTo>
                <a:lnTo>
                  <a:pt x="431" y="46"/>
                </a:lnTo>
                <a:lnTo>
                  <a:pt x="431" y="47"/>
                </a:lnTo>
                <a:lnTo>
                  <a:pt x="432" y="46"/>
                </a:lnTo>
                <a:lnTo>
                  <a:pt x="433" y="46"/>
                </a:lnTo>
                <a:lnTo>
                  <a:pt x="434" y="47"/>
                </a:lnTo>
                <a:lnTo>
                  <a:pt x="435" y="47"/>
                </a:lnTo>
                <a:lnTo>
                  <a:pt x="436" y="47"/>
                </a:lnTo>
                <a:lnTo>
                  <a:pt x="437" y="47"/>
                </a:lnTo>
                <a:lnTo>
                  <a:pt x="438" y="47"/>
                </a:lnTo>
                <a:lnTo>
                  <a:pt x="439" y="47"/>
                </a:lnTo>
                <a:lnTo>
                  <a:pt x="439" y="46"/>
                </a:lnTo>
                <a:lnTo>
                  <a:pt x="439" y="45"/>
                </a:lnTo>
                <a:lnTo>
                  <a:pt x="440" y="45"/>
                </a:lnTo>
                <a:lnTo>
                  <a:pt x="440" y="46"/>
                </a:lnTo>
                <a:lnTo>
                  <a:pt x="441" y="46"/>
                </a:lnTo>
                <a:lnTo>
                  <a:pt x="441" y="47"/>
                </a:lnTo>
                <a:lnTo>
                  <a:pt x="441" y="48"/>
                </a:lnTo>
                <a:lnTo>
                  <a:pt x="441" y="49"/>
                </a:lnTo>
                <a:lnTo>
                  <a:pt x="442" y="49"/>
                </a:lnTo>
                <a:lnTo>
                  <a:pt x="442" y="50"/>
                </a:lnTo>
                <a:lnTo>
                  <a:pt x="441" y="50"/>
                </a:lnTo>
                <a:lnTo>
                  <a:pt x="442" y="50"/>
                </a:lnTo>
                <a:lnTo>
                  <a:pt x="443" y="50"/>
                </a:lnTo>
                <a:lnTo>
                  <a:pt x="443" y="51"/>
                </a:lnTo>
                <a:lnTo>
                  <a:pt x="444" y="51"/>
                </a:lnTo>
                <a:lnTo>
                  <a:pt x="444" y="50"/>
                </a:lnTo>
                <a:lnTo>
                  <a:pt x="444" y="51"/>
                </a:lnTo>
                <a:lnTo>
                  <a:pt x="444" y="52"/>
                </a:lnTo>
                <a:lnTo>
                  <a:pt x="444" y="53"/>
                </a:lnTo>
                <a:lnTo>
                  <a:pt x="445" y="53"/>
                </a:lnTo>
                <a:lnTo>
                  <a:pt x="446" y="53"/>
                </a:lnTo>
                <a:lnTo>
                  <a:pt x="446" y="54"/>
                </a:lnTo>
                <a:lnTo>
                  <a:pt x="447" y="55"/>
                </a:lnTo>
                <a:lnTo>
                  <a:pt x="447" y="56"/>
                </a:lnTo>
                <a:lnTo>
                  <a:pt x="446" y="56"/>
                </a:lnTo>
                <a:lnTo>
                  <a:pt x="446" y="57"/>
                </a:lnTo>
                <a:lnTo>
                  <a:pt x="445" y="57"/>
                </a:lnTo>
                <a:lnTo>
                  <a:pt x="444" y="58"/>
                </a:lnTo>
                <a:lnTo>
                  <a:pt x="445" y="58"/>
                </a:lnTo>
                <a:lnTo>
                  <a:pt x="445" y="59"/>
                </a:lnTo>
                <a:lnTo>
                  <a:pt x="444" y="59"/>
                </a:lnTo>
                <a:lnTo>
                  <a:pt x="443" y="59"/>
                </a:lnTo>
                <a:lnTo>
                  <a:pt x="442" y="59"/>
                </a:lnTo>
                <a:lnTo>
                  <a:pt x="442" y="60"/>
                </a:lnTo>
                <a:lnTo>
                  <a:pt x="441" y="60"/>
                </a:lnTo>
                <a:lnTo>
                  <a:pt x="440" y="60"/>
                </a:lnTo>
                <a:lnTo>
                  <a:pt x="440" y="61"/>
                </a:lnTo>
                <a:lnTo>
                  <a:pt x="439" y="61"/>
                </a:lnTo>
                <a:lnTo>
                  <a:pt x="438" y="61"/>
                </a:lnTo>
                <a:lnTo>
                  <a:pt x="438" y="62"/>
                </a:lnTo>
                <a:lnTo>
                  <a:pt x="437" y="62"/>
                </a:lnTo>
                <a:lnTo>
                  <a:pt x="438" y="62"/>
                </a:lnTo>
                <a:lnTo>
                  <a:pt x="438" y="63"/>
                </a:lnTo>
                <a:lnTo>
                  <a:pt x="439" y="63"/>
                </a:lnTo>
                <a:lnTo>
                  <a:pt x="440" y="63"/>
                </a:lnTo>
                <a:lnTo>
                  <a:pt x="441" y="63"/>
                </a:lnTo>
                <a:lnTo>
                  <a:pt x="442" y="63"/>
                </a:lnTo>
                <a:lnTo>
                  <a:pt x="443" y="63"/>
                </a:lnTo>
                <a:lnTo>
                  <a:pt x="443" y="64"/>
                </a:lnTo>
                <a:lnTo>
                  <a:pt x="444" y="65"/>
                </a:lnTo>
                <a:lnTo>
                  <a:pt x="444" y="66"/>
                </a:lnTo>
                <a:lnTo>
                  <a:pt x="445" y="66"/>
                </a:lnTo>
                <a:lnTo>
                  <a:pt x="445" y="67"/>
                </a:lnTo>
                <a:lnTo>
                  <a:pt x="446" y="67"/>
                </a:lnTo>
                <a:lnTo>
                  <a:pt x="447" y="67"/>
                </a:lnTo>
                <a:lnTo>
                  <a:pt x="447" y="68"/>
                </a:lnTo>
                <a:lnTo>
                  <a:pt x="448" y="68"/>
                </a:lnTo>
                <a:lnTo>
                  <a:pt x="448" y="69"/>
                </a:lnTo>
                <a:lnTo>
                  <a:pt x="448" y="70"/>
                </a:lnTo>
                <a:lnTo>
                  <a:pt x="448" y="71"/>
                </a:lnTo>
                <a:lnTo>
                  <a:pt x="447" y="71"/>
                </a:lnTo>
                <a:lnTo>
                  <a:pt x="447" y="72"/>
                </a:lnTo>
                <a:lnTo>
                  <a:pt x="447" y="73"/>
                </a:lnTo>
                <a:lnTo>
                  <a:pt x="447" y="74"/>
                </a:lnTo>
                <a:lnTo>
                  <a:pt x="447" y="75"/>
                </a:lnTo>
                <a:lnTo>
                  <a:pt x="446" y="75"/>
                </a:lnTo>
                <a:lnTo>
                  <a:pt x="445" y="75"/>
                </a:lnTo>
                <a:lnTo>
                  <a:pt x="444" y="75"/>
                </a:lnTo>
                <a:lnTo>
                  <a:pt x="443" y="75"/>
                </a:lnTo>
                <a:lnTo>
                  <a:pt x="442" y="75"/>
                </a:lnTo>
                <a:lnTo>
                  <a:pt x="441" y="75"/>
                </a:lnTo>
                <a:lnTo>
                  <a:pt x="441" y="76"/>
                </a:lnTo>
                <a:lnTo>
                  <a:pt x="440" y="76"/>
                </a:lnTo>
                <a:lnTo>
                  <a:pt x="440" y="77"/>
                </a:lnTo>
                <a:lnTo>
                  <a:pt x="440" y="78"/>
                </a:lnTo>
                <a:lnTo>
                  <a:pt x="440" y="79"/>
                </a:lnTo>
                <a:lnTo>
                  <a:pt x="440" y="80"/>
                </a:lnTo>
                <a:lnTo>
                  <a:pt x="441" y="80"/>
                </a:lnTo>
                <a:lnTo>
                  <a:pt x="440" y="80"/>
                </a:lnTo>
                <a:lnTo>
                  <a:pt x="440" y="81"/>
                </a:lnTo>
                <a:lnTo>
                  <a:pt x="439" y="81"/>
                </a:lnTo>
                <a:lnTo>
                  <a:pt x="439" y="82"/>
                </a:lnTo>
                <a:lnTo>
                  <a:pt x="438" y="82"/>
                </a:lnTo>
                <a:lnTo>
                  <a:pt x="437" y="83"/>
                </a:lnTo>
                <a:lnTo>
                  <a:pt x="437" y="84"/>
                </a:lnTo>
                <a:lnTo>
                  <a:pt x="437" y="85"/>
                </a:lnTo>
                <a:lnTo>
                  <a:pt x="437" y="86"/>
                </a:lnTo>
                <a:lnTo>
                  <a:pt x="436" y="86"/>
                </a:lnTo>
                <a:lnTo>
                  <a:pt x="436" y="87"/>
                </a:lnTo>
                <a:lnTo>
                  <a:pt x="435" y="87"/>
                </a:lnTo>
                <a:lnTo>
                  <a:pt x="435" y="88"/>
                </a:lnTo>
                <a:lnTo>
                  <a:pt x="435" y="89"/>
                </a:lnTo>
                <a:lnTo>
                  <a:pt x="436" y="89"/>
                </a:lnTo>
                <a:lnTo>
                  <a:pt x="436" y="90"/>
                </a:lnTo>
                <a:lnTo>
                  <a:pt x="437" y="90"/>
                </a:lnTo>
                <a:lnTo>
                  <a:pt x="437" y="89"/>
                </a:lnTo>
                <a:lnTo>
                  <a:pt x="437" y="90"/>
                </a:lnTo>
                <a:lnTo>
                  <a:pt x="438" y="90"/>
                </a:lnTo>
                <a:lnTo>
                  <a:pt x="438" y="91"/>
                </a:lnTo>
                <a:lnTo>
                  <a:pt x="439" y="91"/>
                </a:lnTo>
                <a:lnTo>
                  <a:pt x="439" y="92"/>
                </a:lnTo>
                <a:lnTo>
                  <a:pt x="440" y="92"/>
                </a:lnTo>
                <a:lnTo>
                  <a:pt x="440" y="93"/>
                </a:lnTo>
                <a:lnTo>
                  <a:pt x="441" y="93"/>
                </a:lnTo>
                <a:lnTo>
                  <a:pt x="441" y="92"/>
                </a:lnTo>
                <a:lnTo>
                  <a:pt x="441" y="91"/>
                </a:lnTo>
                <a:lnTo>
                  <a:pt x="442" y="91"/>
                </a:lnTo>
                <a:lnTo>
                  <a:pt x="443" y="91"/>
                </a:lnTo>
                <a:lnTo>
                  <a:pt x="443" y="92"/>
                </a:lnTo>
                <a:lnTo>
                  <a:pt x="443" y="93"/>
                </a:lnTo>
                <a:lnTo>
                  <a:pt x="443" y="94"/>
                </a:lnTo>
                <a:lnTo>
                  <a:pt x="443" y="95"/>
                </a:lnTo>
                <a:lnTo>
                  <a:pt x="443" y="96"/>
                </a:lnTo>
                <a:lnTo>
                  <a:pt x="442" y="96"/>
                </a:lnTo>
                <a:lnTo>
                  <a:pt x="442" y="97"/>
                </a:lnTo>
                <a:lnTo>
                  <a:pt x="441" y="97"/>
                </a:lnTo>
                <a:lnTo>
                  <a:pt x="441" y="98"/>
                </a:lnTo>
                <a:lnTo>
                  <a:pt x="440" y="98"/>
                </a:lnTo>
                <a:lnTo>
                  <a:pt x="440" y="99"/>
                </a:lnTo>
                <a:lnTo>
                  <a:pt x="441" y="99"/>
                </a:lnTo>
                <a:lnTo>
                  <a:pt x="441" y="100"/>
                </a:lnTo>
                <a:lnTo>
                  <a:pt x="441" y="101"/>
                </a:lnTo>
                <a:lnTo>
                  <a:pt x="441" y="102"/>
                </a:lnTo>
                <a:lnTo>
                  <a:pt x="442" y="102"/>
                </a:lnTo>
                <a:lnTo>
                  <a:pt x="442" y="103"/>
                </a:lnTo>
                <a:lnTo>
                  <a:pt x="442" y="104"/>
                </a:lnTo>
                <a:lnTo>
                  <a:pt x="443" y="104"/>
                </a:lnTo>
                <a:lnTo>
                  <a:pt x="442" y="105"/>
                </a:lnTo>
                <a:lnTo>
                  <a:pt x="442" y="106"/>
                </a:lnTo>
                <a:lnTo>
                  <a:pt x="442" y="107"/>
                </a:lnTo>
                <a:lnTo>
                  <a:pt x="443" y="107"/>
                </a:lnTo>
                <a:lnTo>
                  <a:pt x="444" y="107"/>
                </a:lnTo>
                <a:lnTo>
                  <a:pt x="444" y="106"/>
                </a:lnTo>
                <a:lnTo>
                  <a:pt x="445" y="106"/>
                </a:lnTo>
                <a:lnTo>
                  <a:pt x="445" y="105"/>
                </a:lnTo>
                <a:lnTo>
                  <a:pt x="445" y="104"/>
                </a:lnTo>
                <a:lnTo>
                  <a:pt x="446" y="104"/>
                </a:lnTo>
                <a:lnTo>
                  <a:pt x="446" y="105"/>
                </a:lnTo>
                <a:lnTo>
                  <a:pt x="446" y="106"/>
                </a:lnTo>
                <a:lnTo>
                  <a:pt x="446" y="107"/>
                </a:lnTo>
                <a:lnTo>
                  <a:pt x="446" y="108"/>
                </a:lnTo>
                <a:lnTo>
                  <a:pt x="446" y="109"/>
                </a:lnTo>
                <a:lnTo>
                  <a:pt x="447" y="109"/>
                </a:lnTo>
                <a:lnTo>
                  <a:pt x="447" y="110"/>
                </a:lnTo>
                <a:lnTo>
                  <a:pt x="448" y="110"/>
                </a:lnTo>
                <a:lnTo>
                  <a:pt x="448" y="109"/>
                </a:lnTo>
                <a:lnTo>
                  <a:pt x="448" y="108"/>
                </a:lnTo>
                <a:lnTo>
                  <a:pt x="449" y="108"/>
                </a:lnTo>
                <a:lnTo>
                  <a:pt x="449" y="107"/>
                </a:lnTo>
                <a:lnTo>
                  <a:pt x="450" y="107"/>
                </a:lnTo>
                <a:lnTo>
                  <a:pt x="450" y="106"/>
                </a:lnTo>
                <a:lnTo>
                  <a:pt x="451" y="106"/>
                </a:lnTo>
                <a:lnTo>
                  <a:pt x="451" y="105"/>
                </a:lnTo>
                <a:lnTo>
                  <a:pt x="452" y="105"/>
                </a:lnTo>
                <a:lnTo>
                  <a:pt x="453" y="105"/>
                </a:lnTo>
                <a:lnTo>
                  <a:pt x="454" y="105"/>
                </a:lnTo>
                <a:lnTo>
                  <a:pt x="455" y="105"/>
                </a:lnTo>
                <a:lnTo>
                  <a:pt x="456" y="105"/>
                </a:lnTo>
                <a:lnTo>
                  <a:pt x="456" y="106"/>
                </a:lnTo>
                <a:lnTo>
                  <a:pt x="456" y="107"/>
                </a:lnTo>
                <a:lnTo>
                  <a:pt x="456" y="108"/>
                </a:lnTo>
                <a:lnTo>
                  <a:pt x="456" y="109"/>
                </a:lnTo>
                <a:lnTo>
                  <a:pt x="457" y="109"/>
                </a:lnTo>
                <a:lnTo>
                  <a:pt x="458" y="109"/>
                </a:lnTo>
                <a:lnTo>
                  <a:pt x="459" y="109"/>
                </a:lnTo>
                <a:lnTo>
                  <a:pt x="460" y="109"/>
                </a:lnTo>
                <a:lnTo>
                  <a:pt x="460" y="110"/>
                </a:lnTo>
                <a:lnTo>
                  <a:pt x="459" y="110"/>
                </a:lnTo>
                <a:lnTo>
                  <a:pt x="459" y="111"/>
                </a:lnTo>
                <a:lnTo>
                  <a:pt x="460" y="111"/>
                </a:lnTo>
                <a:lnTo>
                  <a:pt x="459" y="111"/>
                </a:lnTo>
                <a:lnTo>
                  <a:pt x="459" y="112"/>
                </a:lnTo>
                <a:lnTo>
                  <a:pt x="460" y="112"/>
                </a:lnTo>
                <a:lnTo>
                  <a:pt x="461" y="112"/>
                </a:lnTo>
                <a:lnTo>
                  <a:pt x="462" y="112"/>
                </a:lnTo>
                <a:lnTo>
                  <a:pt x="463" y="112"/>
                </a:lnTo>
                <a:lnTo>
                  <a:pt x="463" y="111"/>
                </a:lnTo>
                <a:lnTo>
                  <a:pt x="464" y="111"/>
                </a:lnTo>
                <a:lnTo>
                  <a:pt x="465" y="111"/>
                </a:lnTo>
                <a:lnTo>
                  <a:pt x="465" y="110"/>
                </a:lnTo>
                <a:lnTo>
                  <a:pt x="465" y="111"/>
                </a:lnTo>
                <a:lnTo>
                  <a:pt x="466" y="111"/>
                </a:lnTo>
                <a:lnTo>
                  <a:pt x="466" y="112"/>
                </a:lnTo>
                <a:lnTo>
                  <a:pt x="466" y="113"/>
                </a:lnTo>
                <a:lnTo>
                  <a:pt x="466" y="114"/>
                </a:lnTo>
                <a:lnTo>
                  <a:pt x="467" y="114"/>
                </a:lnTo>
                <a:lnTo>
                  <a:pt x="467" y="115"/>
                </a:lnTo>
                <a:lnTo>
                  <a:pt x="467" y="116"/>
                </a:lnTo>
                <a:lnTo>
                  <a:pt x="467" y="117"/>
                </a:lnTo>
                <a:lnTo>
                  <a:pt x="467" y="118"/>
                </a:lnTo>
                <a:lnTo>
                  <a:pt x="467" y="119"/>
                </a:lnTo>
                <a:lnTo>
                  <a:pt x="467" y="120"/>
                </a:lnTo>
                <a:lnTo>
                  <a:pt x="467" y="121"/>
                </a:lnTo>
                <a:lnTo>
                  <a:pt x="468" y="121"/>
                </a:lnTo>
                <a:lnTo>
                  <a:pt x="468" y="122"/>
                </a:lnTo>
                <a:lnTo>
                  <a:pt x="468" y="121"/>
                </a:lnTo>
                <a:lnTo>
                  <a:pt x="469" y="121"/>
                </a:lnTo>
                <a:lnTo>
                  <a:pt x="469" y="120"/>
                </a:lnTo>
                <a:lnTo>
                  <a:pt x="470" y="120"/>
                </a:lnTo>
                <a:lnTo>
                  <a:pt x="471" y="120"/>
                </a:lnTo>
                <a:lnTo>
                  <a:pt x="472" y="121"/>
                </a:lnTo>
                <a:lnTo>
                  <a:pt x="471" y="121"/>
                </a:lnTo>
                <a:lnTo>
                  <a:pt x="471" y="122"/>
                </a:lnTo>
                <a:lnTo>
                  <a:pt x="471" y="123"/>
                </a:lnTo>
                <a:lnTo>
                  <a:pt x="471" y="124"/>
                </a:lnTo>
                <a:lnTo>
                  <a:pt x="472" y="124"/>
                </a:lnTo>
                <a:lnTo>
                  <a:pt x="473" y="125"/>
                </a:lnTo>
                <a:lnTo>
                  <a:pt x="473" y="126"/>
                </a:lnTo>
                <a:lnTo>
                  <a:pt x="473" y="127"/>
                </a:lnTo>
                <a:lnTo>
                  <a:pt x="473" y="126"/>
                </a:lnTo>
                <a:lnTo>
                  <a:pt x="474" y="126"/>
                </a:lnTo>
                <a:lnTo>
                  <a:pt x="474" y="125"/>
                </a:lnTo>
                <a:lnTo>
                  <a:pt x="475" y="125"/>
                </a:lnTo>
                <a:lnTo>
                  <a:pt x="476" y="125"/>
                </a:lnTo>
                <a:lnTo>
                  <a:pt x="477" y="126"/>
                </a:lnTo>
                <a:lnTo>
                  <a:pt x="477" y="127"/>
                </a:lnTo>
                <a:lnTo>
                  <a:pt x="476" y="127"/>
                </a:lnTo>
                <a:lnTo>
                  <a:pt x="476" y="128"/>
                </a:lnTo>
                <a:lnTo>
                  <a:pt x="476" y="129"/>
                </a:lnTo>
                <a:lnTo>
                  <a:pt x="476" y="130"/>
                </a:lnTo>
                <a:lnTo>
                  <a:pt x="476" y="131"/>
                </a:lnTo>
                <a:lnTo>
                  <a:pt x="477" y="131"/>
                </a:lnTo>
                <a:lnTo>
                  <a:pt x="477" y="132"/>
                </a:lnTo>
                <a:lnTo>
                  <a:pt x="478" y="132"/>
                </a:lnTo>
                <a:lnTo>
                  <a:pt x="479" y="132"/>
                </a:lnTo>
                <a:lnTo>
                  <a:pt x="480" y="132"/>
                </a:lnTo>
                <a:lnTo>
                  <a:pt x="481" y="132"/>
                </a:lnTo>
                <a:lnTo>
                  <a:pt x="481" y="131"/>
                </a:lnTo>
                <a:lnTo>
                  <a:pt x="482" y="131"/>
                </a:lnTo>
                <a:lnTo>
                  <a:pt x="482" y="132"/>
                </a:lnTo>
                <a:lnTo>
                  <a:pt x="483" y="133"/>
                </a:lnTo>
                <a:lnTo>
                  <a:pt x="484" y="133"/>
                </a:lnTo>
                <a:lnTo>
                  <a:pt x="484" y="132"/>
                </a:lnTo>
                <a:lnTo>
                  <a:pt x="484" y="133"/>
                </a:lnTo>
                <a:lnTo>
                  <a:pt x="484" y="134"/>
                </a:lnTo>
                <a:lnTo>
                  <a:pt x="485" y="134"/>
                </a:lnTo>
                <a:lnTo>
                  <a:pt x="484" y="135"/>
                </a:lnTo>
                <a:lnTo>
                  <a:pt x="484" y="136"/>
                </a:lnTo>
                <a:lnTo>
                  <a:pt x="483" y="137"/>
                </a:lnTo>
                <a:lnTo>
                  <a:pt x="483" y="138"/>
                </a:lnTo>
                <a:lnTo>
                  <a:pt x="484" y="138"/>
                </a:lnTo>
                <a:lnTo>
                  <a:pt x="485" y="139"/>
                </a:lnTo>
                <a:lnTo>
                  <a:pt x="485" y="140"/>
                </a:lnTo>
                <a:lnTo>
                  <a:pt x="484" y="141"/>
                </a:lnTo>
                <a:lnTo>
                  <a:pt x="484" y="142"/>
                </a:lnTo>
                <a:lnTo>
                  <a:pt x="484" y="143"/>
                </a:lnTo>
                <a:lnTo>
                  <a:pt x="484" y="144"/>
                </a:lnTo>
                <a:lnTo>
                  <a:pt x="484" y="145"/>
                </a:lnTo>
                <a:lnTo>
                  <a:pt x="483" y="145"/>
                </a:lnTo>
                <a:lnTo>
                  <a:pt x="483" y="146"/>
                </a:lnTo>
                <a:lnTo>
                  <a:pt x="483" y="145"/>
                </a:lnTo>
                <a:lnTo>
                  <a:pt x="482" y="146"/>
                </a:lnTo>
                <a:lnTo>
                  <a:pt x="482" y="147"/>
                </a:lnTo>
                <a:lnTo>
                  <a:pt x="482" y="148"/>
                </a:lnTo>
                <a:lnTo>
                  <a:pt x="483" y="149"/>
                </a:lnTo>
                <a:lnTo>
                  <a:pt x="482" y="150"/>
                </a:lnTo>
                <a:lnTo>
                  <a:pt x="483" y="150"/>
                </a:lnTo>
                <a:lnTo>
                  <a:pt x="483" y="151"/>
                </a:lnTo>
                <a:lnTo>
                  <a:pt x="482" y="151"/>
                </a:lnTo>
                <a:lnTo>
                  <a:pt x="483" y="152"/>
                </a:lnTo>
                <a:lnTo>
                  <a:pt x="482" y="153"/>
                </a:lnTo>
                <a:lnTo>
                  <a:pt x="482" y="154"/>
                </a:lnTo>
                <a:lnTo>
                  <a:pt x="482" y="155"/>
                </a:lnTo>
                <a:lnTo>
                  <a:pt x="483" y="155"/>
                </a:lnTo>
                <a:lnTo>
                  <a:pt x="482" y="156"/>
                </a:lnTo>
                <a:lnTo>
                  <a:pt x="482" y="157"/>
                </a:lnTo>
                <a:lnTo>
                  <a:pt x="481" y="157"/>
                </a:lnTo>
                <a:lnTo>
                  <a:pt x="481" y="158"/>
                </a:lnTo>
                <a:lnTo>
                  <a:pt x="480" y="158"/>
                </a:lnTo>
                <a:lnTo>
                  <a:pt x="480" y="159"/>
                </a:lnTo>
                <a:lnTo>
                  <a:pt x="479" y="159"/>
                </a:lnTo>
                <a:lnTo>
                  <a:pt x="479" y="160"/>
                </a:lnTo>
                <a:lnTo>
                  <a:pt x="478" y="160"/>
                </a:lnTo>
                <a:lnTo>
                  <a:pt x="479" y="161"/>
                </a:lnTo>
                <a:lnTo>
                  <a:pt x="479" y="162"/>
                </a:lnTo>
                <a:lnTo>
                  <a:pt x="480" y="162"/>
                </a:lnTo>
                <a:lnTo>
                  <a:pt x="481" y="162"/>
                </a:lnTo>
                <a:lnTo>
                  <a:pt x="482" y="162"/>
                </a:lnTo>
                <a:lnTo>
                  <a:pt x="482" y="163"/>
                </a:lnTo>
                <a:lnTo>
                  <a:pt x="483" y="163"/>
                </a:lnTo>
                <a:lnTo>
                  <a:pt x="483" y="164"/>
                </a:lnTo>
                <a:lnTo>
                  <a:pt x="484" y="164"/>
                </a:lnTo>
                <a:lnTo>
                  <a:pt x="484" y="165"/>
                </a:lnTo>
                <a:lnTo>
                  <a:pt x="485" y="166"/>
                </a:lnTo>
                <a:lnTo>
                  <a:pt x="486" y="167"/>
                </a:lnTo>
                <a:lnTo>
                  <a:pt x="487" y="167"/>
                </a:lnTo>
                <a:lnTo>
                  <a:pt x="488" y="167"/>
                </a:lnTo>
                <a:lnTo>
                  <a:pt x="488" y="166"/>
                </a:lnTo>
                <a:lnTo>
                  <a:pt x="488" y="167"/>
                </a:lnTo>
                <a:lnTo>
                  <a:pt x="489" y="167"/>
                </a:lnTo>
                <a:lnTo>
                  <a:pt x="489" y="168"/>
                </a:lnTo>
                <a:lnTo>
                  <a:pt x="490" y="168"/>
                </a:lnTo>
                <a:lnTo>
                  <a:pt x="491" y="169"/>
                </a:lnTo>
                <a:lnTo>
                  <a:pt x="490" y="169"/>
                </a:lnTo>
                <a:lnTo>
                  <a:pt x="490" y="170"/>
                </a:lnTo>
                <a:lnTo>
                  <a:pt x="489" y="171"/>
                </a:lnTo>
                <a:lnTo>
                  <a:pt x="488" y="172"/>
                </a:lnTo>
                <a:lnTo>
                  <a:pt x="488" y="173"/>
                </a:lnTo>
                <a:lnTo>
                  <a:pt x="487" y="173"/>
                </a:lnTo>
                <a:lnTo>
                  <a:pt x="488" y="173"/>
                </a:lnTo>
                <a:lnTo>
                  <a:pt x="488" y="174"/>
                </a:lnTo>
                <a:lnTo>
                  <a:pt x="489" y="175"/>
                </a:lnTo>
                <a:lnTo>
                  <a:pt x="490" y="176"/>
                </a:lnTo>
                <a:lnTo>
                  <a:pt x="490" y="177"/>
                </a:lnTo>
                <a:lnTo>
                  <a:pt x="490" y="176"/>
                </a:lnTo>
                <a:lnTo>
                  <a:pt x="491" y="176"/>
                </a:lnTo>
                <a:lnTo>
                  <a:pt x="491" y="177"/>
                </a:lnTo>
                <a:lnTo>
                  <a:pt x="492" y="177"/>
                </a:lnTo>
                <a:lnTo>
                  <a:pt x="493" y="177"/>
                </a:lnTo>
                <a:lnTo>
                  <a:pt x="494" y="177"/>
                </a:lnTo>
                <a:lnTo>
                  <a:pt x="494" y="178"/>
                </a:lnTo>
                <a:lnTo>
                  <a:pt x="494" y="179"/>
                </a:lnTo>
                <a:lnTo>
                  <a:pt x="494" y="180"/>
                </a:lnTo>
                <a:lnTo>
                  <a:pt x="493" y="180"/>
                </a:lnTo>
                <a:lnTo>
                  <a:pt x="494" y="181"/>
                </a:lnTo>
                <a:lnTo>
                  <a:pt x="494" y="182"/>
                </a:lnTo>
                <a:lnTo>
                  <a:pt x="493" y="182"/>
                </a:lnTo>
                <a:lnTo>
                  <a:pt x="493" y="183"/>
                </a:lnTo>
                <a:lnTo>
                  <a:pt x="493" y="182"/>
                </a:lnTo>
                <a:lnTo>
                  <a:pt x="492" y="182"/>
                </a:lnTo>
                <a:lnTo>
                  <a:pt x="492" y="183"/>
                </a:lnTo>
                <a:lnTo>
                  <a:pt x="493" y="183"/>
                </a:lnTo>
                <a:lnTo>
                  <a:pt x="494" y="184"/>
                </a:lnTo>
                <a:lnTo>
                  <a:pt x="494" y="185"/>
                </a:lnTo>
                <a:lnTo>
                  <a:pt x="493" y="185"/>
                </a:lnTo>
                <a:lnTo>
                  <a:pt x="492" y="185"/>
                </a:lnTo>
                <a:lnTo>
                  <a:pt x="492" y="186"/>
                </a:lnTo>
                <a:lnTo>
                  <a:pt x="491" y="186"/>
                </a:lnTo>
                <a:lnTo>
                  <a:pt x="491" y="187"/>
                </a:lnTo>
                <a:lnTo>
                  <a:pt x="490" y="187"/>
                </a:lnTo>
                <a:lnTo>
                  <a:pt x="490" y="188"/>
                </a:lnTo>
                <a:lnTo>
                  <a:pt x="489" y="188"/>
                </a:lnTo>
                <a:lnTo>
                  <a:pt x="488" y="188"/>
                </a:lnTo>
                <a:lnTo>
                  <a:pt x="488" y="189"/>
                </a:lnTo>
                <a:lnTo>
                  <a:pt x="488" y="190"/>
                </a:lnTo>
                <a:lnTo>
                  <a:pt x="487" y="190"/>
                </a:lnTo>
                <a:lnTo>
                  <a:pt x="487" y="191"/>
                </a:lnTo>
                <a:lnTo>
                  <a:pt x="487" y="192"/>
                </a:lnTo>
                <a:lnTo>
                  <a:pt x="486" y="192"/>
                </a:lnTo>
                <a:lnTo>
                  <a:pt x="485" y="192"/>
                </a:lnTo>
                <a:lnTo>
                  <a:pt x="484" y="192"/>
                </a:lnTo>
                <a:lnTo>
                  <a:pt x="484" y="193"/>
                </a:lnTo>
                <a:lnTo>
                  <a:pt x="483" y="194"/>
                </a:lnTo>
                <a:lnTo>
                  <a:pt x="482" y="194"/>
                </a:lnTo>
                <a:lnTo>
                  <a:pt x="482" y="195"/>
                </a:lnTo>
                <a:lnTo>
                  <a:pt x="481" y="196"/>
                </a:lnTo>
                <a:lnTo>
                  <a:pt x="480" y="197"/>
                </a:lnTo>
                <a:lnTo>
                  <a:pt x="480" y="198"/>
                </a:lnTo>
                <a:lnTo>
                  <a:pt x="480" y="199"/>
                </a:lnTo>
                <a:lnTo>
                  <a:pt x="479" y="199"/>
                </a:lnTo>
                <a:lnTo>
                  <a:pt x="478" y="199"/>
                </a:lnTo>
                <a:lnTo>
                  <a:pt x="478" y="200"/>
                </a:lnTo>
                <a:lnTo>
                  <a:pt x="477" y="200"/>
                </a:lnTo>
                <a:lnTo>
                  <a:pt x="476" y="200"/>
                </a:lnTo>
                <a:lnTo>
                  <a:pt x="475" y="200"/>
                </a:lnTo>
                <a:lnTo>
                  <a:pt x="475" y="199"/>
                </a:lnTo>
                <a:lnTo>
                  <a:pt x="475" y="200"/>
                </a:lnTo>
                <a:lnTo>
                  <a:pt x="474" y="200"/>
                </a:lnTo>
                <a:lnTo>
                  <a:pt x="473" y="200"/>
                </a:lnTo>
                <a:lnTo>
                  <a:pt x="472" y="200"/>
                </a:lnTo>
                <a:lnTo>
                  <a:pt x="471" y="200"/>
                </a:lnTo>
                <a:lnTo>
                  <a:pt x="471" y="201"/>
                </a:lnTo>
                <a:lnTo>
                  <a:pt x="471" y="200"/>
                </a:lnTo>
                <a:lnTo>
                  <a:pt x="470" y="200"/>
                </a:lnTo>
                <a:lnTo>
                  <a:pt x="470" y="201"/>
                </a:lnTo>
                <a:lnTo>
                  <a:pt x="470" y="202"/>
                </a:lnTo>
                <a:lnTo>
                  <a:pt x="471" y="202"/>
                </a:lnTo>
                <a:lnTo>
                  <a:pt x="471" y="203"/>
                </a:lnTo>
                <a:lnTo>
                  <a:pt x="471" y="204"/>
                </a:lnTo>
                <a:lnTo>
                  <a:pt x="471" y="205"/>
                </a:lnTo>
                <a:lnTo>
                  <a:pt x="472" y="205"/>
                </a:lnTo>
                <a:lnTo>
                  <a:pt x="472" y="206"/>
                </a:lnTo>
                <a:lnTo>
                  <a:pt x="472" y="207"/>
                </a:lnTo>
                <a:lnTo>
                  <a:pt x="473" y="208"/>
                </a:lnTo>
                <a:lnTo>
                  <a:pt x="473" y="209"/>
                </a:lnTo>
                <a:lnTo>
                  <a:pt x="472" y="209"/>
                </a:lnTo>
                <a:lnTo>
                  <a:pt x="473" y="209"/>
                </a:lnTo>
                <a:lnTo>
                  <a:pt x="474" y="209"/>
                </a:lnTo>
                <a:lnTo>
                  <a:pt x="474" y="210"/>
                </a:lnTo>
                <a:lnTo>
                  <a:pt x="474" y="211"/>
                </a:lnTo>
                <a:lnTo>
                  <a:pt x="475" y="211"/>
                </a:lnTo>
                <a:lnTo>
                  <a:pt x="475" y="212"/>
                </a:lnTo>
                <a:lnTo>
                  <a:pt x="474" y="212"/>
                </a:lnTo>
                <a:lnTo>
                  <a:pt x="474" y="213"/>
                </a:lnTo>
                <a:lnTo>
                  <a:pt x="473" y="213"/>
                </a:lnTo>
                <a:lnTo>
                  <a:pt x="473" y="214"/>
                </a:lnTo>
                <a:lnTo>
                  <a:pt x="472" y="214"/>
                </a:lnTo>
                <a:lnTo>
                  <a:pt x="471" y="214"/>
                </a:lnTo>
                <a:lnTo>
                  <a:pt x="471" y="213"/>
                </a:lnTo>
                <a:lnTo>
                  <a:pt x="470" y="213"/>
                </a:lnTo>
                <a:lnTo>
                  <a:pt x="469" y="213"/>
                </a:lnTo>
                <a:lnTo>
                  <a:pt x="469" y="214"/>
                </a:lnTo>
                <a:lnTo>
                  <a:pt x="469" y="213"/>
                </a:lnTo>
                <a:lnTo>
                  <a:pt x="468" y="213"/>
                </a:lnTo>
                <a:lnTo>
                  <a:pt x="467" y="214"/>
                </a:lnTo>
                <a:lnTo>
                  <a:pt x="467" y="215"/>
                </a:lnTo>
                <a:lnTo>
                  <a:pt x="468" y="215"/>
                </a:lnTo>
                <a:lnTo>
                  <a:pt x="467" y="216"/>
                </a:lnTo>
                <a:lnTo>
                  <a:pt x="466" y="216"/>
                </a:lnTo>
                <a:lnTo>
                  <a:pt x="465" y="216"/>
                </a:lnTo>
                <a:lnTo>
                  <a:pt x="465" y="215"/>
                </a:lnTo>
                <a:lnTo>
                  <a:pt x="465" y="216"/>
                </a:lnTo>
                <a:lnTo>
                  <a:pt x="464" y="216"/>
                </a:lnTo>
                <a:lnTo>
                  <a:pt x="464" y="217"/>
                </a:lnTo>
                <a:lnTo>
                  <a:pt x="463" y="217"/>
                </a:lnTo>
                <a:lnTo>
                  <a:pt x="463" y="218"/>
                </a:lnTo>
                <a:lnTo>
                  <a:pt x="463" y="219"/>
                </a:lnTo>
                <a:lnTo>
                  <a:pt x="462" y="219"/>
                </a:lnTo>
                <a:lnTo>
                  <a:pt x="461" y="219"/>
                </a:lnTo>
                <a:lnTo>
                  <a:pt x="460" y="218"/>
                </a:lnTo>
                <a:lnTo>
                  <a:pt x="459" y="218"/>
                </a:lnTo>
                <a:lnTo>
                  <a:pt x="459" y="217"/>
                </a:lnTo>
                <a:lnTo>
                  <a:pt x="458" y="217"/>
                </a:lnTo>
                <a:lnTo>
                  <a:pt x="458" y="218"/>
                </a:lnTo>
                <a:lnTo>
                  <a:pt x="457" y="219"/>
                </a:lnTo>
                <a:lnTo>
                  <a:pt x="457" y="220"/>
                </a:lnTo>
                <a:lnTo>
                  <a:pt x="457" y="221"/>
                </a:lnTo>
                <a:lnTo>
                  <a:pt x="455" y="220"/>
                </a:lnTo>
                <a:lnTo>
                  <a:pt x="455" y="219"/>
                </a:lnTo>
                <a:lnTo>
                  <a:pt x="454" y="219"/>
                </a:lnTo>
                <a:lnTo>
                  <a:pt x="453" y="220"/>
                </a:lnTo>
                <a:lnTo>
                  <a:pt x="452" y="221"/>
                </a:lnTo>
                <a:lnTo>
                  <a:pt x="452" y="222"/>
                </a:lnTo>
                <a:lnTo>
                  <a:pt x="451" y="223"/>
                </a:lnTo>
                <a:lnTo>
                  <a:pt x="451" y="222"/>
                </a:lnTo>
                <a:lnTo>
                  <a:pt x="450" y="223"/>
                </a:lnTo>
                <a:lnTo>
                  <a:pt x="448" y="224"/>
                </a:lnTo>
                <a:lnTo>
                  <a:pt x="448" y="225"/>
                </a:lnTo>
                <a:lnTo>
                  <a:pt x="448" y="226"/>
                </a:lnTo>
                <a:lnTo>
                  <a:pt x="447" y="227"/>
                </a:lnTo>
                <a:lnTo>
                  <a:pt x="446" y="229"/>
                </a:lnTo>
                <a:lnTo>
                  <a:pt x="446" y="230"/>
                </a:lnTo>
                <a:lnTo>
                  <a:pt x="446" y="231"/>
                </a:lnTo>
                <a:lnTo>
                  <a:pt x="447" y="231"/>
                </a:lnTo>
                <a:lnTo>
                  <a:pt x="448" y="231"/>
                </a:lnTo>
                <a:lnTo>
                  <a:pt x="449" y="232"/>
                </a:lnTo>
                <a:lnTo>
                  <a:pt x="449" y="233"/>
                </a:lnTo>
                <a:lnTo>
                  <a:pt x="449" y="234"/>
                </a:lnTo>
                <a:lnTo>
                  <a:pt x="450" y="236"/>
                </a:lnTo>
                <a:lnTo>
                  <a:pt x="449" y="237"/>
                </a:lnTo>
                <a:lnTo>
                  <a:pt x="449" y="238"/>
                </a:lnTo>
                <a:lnTo>
                  <a:pt x="448" y="240"/>
                </a:lnTo>
                <a:lnTo>
                  <a:pt x="447" y="240"/>
                </a:lnTo>
                <a:lnTo>
                  <a:pt x="447" y="241"/>
                </a:lnTo>
                <a:lnTo>
                  <a:pt x="446" y="241"/>
                </a:lnTo>
                <a:lnTo>
                  <a:pt x="445" y="243"/>
                </a:lnTo>
                <a:lnTo>
                  <a:pt x="443" y="244"/>
                </a:lnTo>
                <a:lnTo>
                  <a:pt x="444" y="245"/>
                </a:lnTo>
                <a:lnTo>
                  <a:pt x="444" y="246"/>
                </a:lnTo>
                <a:lnTo>
                  <a:pt x="443" y="246"/>
                </a:lnTo>
                <a:lnTo>
                  <a:pt x="443" y="247"/>
                </a:lnTo>
                <a:lnTo>
                  <a:pt x="441" y="248"/>
                </a:lnTo>
                <a:lnTo>
                  <a:pt x="441" y="249"/>
                </a:lnTo>
                <a:lnTo>
                  <a:pt x="440" y="250"/>
                </a:lnTo>
                <a:lnTo>
                  <a:pt x="440" y="251"/>
                </a:lnTo>
                <a:lnTo>
                  <a:pt x="440" y="252"/>
                </a:lnTo>
                <a:lnTo>
                  <a:pt x="439" y="252"/>
                </a:lnTo>
                <a:lnTo>
                  <a:pt x="439" y="253"/>
                </a:lnTo>
                <a:lnTo>
                  <a:pt x="437" y="254"/>
                </a:lnTo>
                <a:lnTo>
                  <a:pt x="436" y="255"/>
                </a:lnTo>
                <a:lnTo>
                  <a:pt x="436" y="254"/>
                </a:lnTo>
                <a:lnTo>
                  <a:pt x="435" y="255"/>
                </a:lnTo>
                <a:lnTo>
                  <a:pt x="435" y="256"/>
                </a:lnTo>
                <a:lnTo>
                  <a:pt x="435" y="257"/>
                </a:lnTo>
                <a:lnTo>
                  <a:pt x="435" y="259"/>
                </a:lnTo>
                <a:lnTo>
                  <a:pt x="435" y="260"/>
                </a:lnTo>
                <a:lnTo>
                  <a:pt x="434" y="261"/>
                </a:lnTo>
                <a:lnTo>
                  <a:pt x="434" y="262"/>
                </a:lnTo>
                <a:lnTo>
                  <a:pt x="434" y="263"/>
                </a:lnTo>
                <a:lnTo>
                  <a:pt x="433" y="263"/>
                </a:lnTo>
                <a:lnTo>
                  <a:pt x="433" y="264"/>
                </a:lnTo>
                <a:lnTo>
                  <a:pt x="433" y="265"/>
                </a:lnTo>
                <a:lnTo>
                  <a:pt x="433" y="266"/>
                </a:lnTo>
                <a:lnTo>
                  <a:pt x="434" y="266"/>
                </a:lnTo>
                <a:lnTo>
                  <a:pt x="434" y="267"/>
                </a:lnTo>
                <a:lnTo>
                  <a:pt x="435" y="267"/>
                </a:lnTo>
                <a:lnTo>
                  <a:pt x="436" y="267"/>
                </a:lnTo>
                <a:lnTo>
                  <a:pt x="436" y="266"/>
                </a:lnTo>
                <a:lnTo>
                  <a:pt x="437" y="266"/>
                </a:lnTo>
                <a:lnTo>
                  <a:pt x="437" y="267"/>
                </a:lnTo>
                <a:lnTo>
                  <a:pt x="437" y="268"/>
                </a:lnTo>
                <a:lnTo>
                  <a:pt x="436" y="271"/>
                </a:lnTo>
                <a:lnTo>
                  <a:pt x="434" y="272"/>
                </a:lnTo>
                <a:lnTo>
                  <a:pt x="434" y="273"/>
                </a:lnTo>
                <a:lnTo>
                  <a:pt x="434" y="274"/>
                </a:lnTo>
                <a:lnTo>
                  <a:pt x="435" y="275"/>
                </a:lnTo>
                <a:lnTo>
                  <a:pt x="434" y="276"/>
                </a:lnTo>
                <a:lnTo>
                  <a:pt x="435" y="277"/>
                </a:lnTo>
                <a:lnTo>
                  <a:pt x="436" y="277"/>
                </a:lnTo>
                <a:lnTo>
                  <a:pt x="437" y="277"/>
                </a:lnTo>
                <a:lnTo>
                  <a:pt x="437" y="278"/>
                </a:lnTo>
                <a:lnTo>
                  <a:pt x="437" y="279"/>
                </a:lnTo>
                <a:lnTo>
                  <a:pt x="436" y="279"/>
                </a:lnTo>
                <a:lnTo>
                  <a:pt x="436" y="280"/>
                </a:lnTo>
                <a:lnTo>
                  <a:pt x="435" y="280"/>
                </a:lnTo>
                <a:lnTo>
                  <a:pt x="434" y="280"/>
                </a:lnTo>
                <a:lnTo>
                  <a:pt x="434" y="281"/>
                </a:lnTo>
                <a:lnTo>
                  <a:pt x="435" y="281"/>
                </a:lnTo>
                <a:lnTo>
                  <a:pt x="435" y="282"/>
                </a:lnTo>
                <a:lnTo>
                  <a:pt x="435" y="283"/>
                </a:lnTo>
                <a:lnTo>
                  <a:pt x="435" y="284"/>
                </a:lnTo>
                <a:lnTo>
                  <a:pt x="436" y="284"/>
                </a:lnTo>
                <a:lnTo>
                  <a:pt x="437" y="284"/>
                </a:lnTo>
                <a:lnTo>
                  <a:pt x="438" y="284"/>
                </a:lnTo>
                <a:lnTo>
                  <a:pt x="439" y="284"/>
                </a:lnTo>
                <a:lnTo>
                  <a:pt x="440" y="284"/>
                </a:lnTo>
                <a:lnTo>
                  <a:pt x="441" y="285"/>
                </a:lnTo>
                <a:lnTo>
                  <a:pt x="441" y="286"/>
                </a:lnTo>
                <a:lnTo>
                  <a:pt x="443" y="286"/>
                </a:lnTo>
                <a:lnTo>
                  <a:pt x="444" y="286"/>
                </a:lnTo>
                <a:lnTo>
                  <a:pt x="445" y="285"/>
                </a:lnTo>
                <a:lnTo>
                  <a:pt x="445" y="284"/>
                </a:lnTo>
                <a:lnTo>
                  <a:pt x="446" y="284"/>
                </a:lnTo>
                <a:lnTo>
                  <a:pt x="446" y="285"/>
                </a:lnTo>
                <a:lnTo>
                  <a:pt x="447" y="285"/>
                </a:lnTo>
                <a:lnTo>
                  <a:pt x="447" y="284"/>
                </a:lnTo>
                <a:lnTo>
                  <a:pt x="448" y="283"/>
                </a:lnTo>
                <a:lnTo>
                  <a:pt x="450" y="283"/>
                </a:lnTo>
                <a:lnTo>
                  <a:pt x="452" y="283"/>
                </a:lnTo>
                <a:lnTo>
                  <a:pt x="452" y="282"/>
                </a:lnTo>
                <a:lnTo>
                  <a:pt x="454" y="282"/>
                </a:lnTo>
                <a:lnTo>
                  <a:pt x="454" y="283"/>
                </a:lnTo>
                <a:lnTo>
                  <a:pt x="455" y="283"/>
                </a:lnTo>
                <a:lnTo>
                  <a:pt x="455" y="282"/>
                </a:lnTo>
                <a:lnTo>
                  <a:pt x="456" y="281"/>
                </a:lnTo>
                <a:lnTo>
                  <a:pt x="457" y="282"/>
                </a:lnTo>
                <a:lnTo>
                  <a:pt x="458" y="282"/>
                </a:lnTo>
                <a:lnTo>
                  <a:pt x="459" y="281"/>
                </a:lnTo>
                <a:lnTo>
                  <a:pt x="459" y="282"/>
                </a:lnTo>
                <a:lnTo>
                  <a:pt x="459" y="283"/>
                </a:lnTo>
                <a:lnTo>
                  <a:pt x="459" y="284"/>
                </a:lnTo>
                <a:lnTo>
                  <a:pt x="459" y="285"/>
                </a:lnTo>
                <a:lnTo>
                  <a:pt x="458" y="286"/>
                </a:lnTo>
                <a:lnTo>
                  <a:pt x="457" y="287"/>
                </a:lnTo>
                <a:lnTo>
                  <a:pt x="457" y="288"/>
                </a:lnTo>
                <a:lnTo>
                  <a:pt x="457" y="290"/>
                </a:lnTo>
                <a:lnTo>
                  <a:pt x="458" y="290"/>
                </a:lnTo>
                <a:lnTo>
                  <a:pt x="459" y="290"/>
                </a:lnTo>
                <a:lnTo>
                  <a:pt x="459" y="291"/>
                </a:lnTo>
                <a:lnTo>
                  <a:pt x="458" y="292"/>
                </a:lnTo>
                <a:lnTo>
                  <a:pt x="457" y="295"/>
                </a:lnTo>
                <a:lnTo>
                  <a:pt x="457" y="296"/>
                </a:lnTo>
                <a:lnTo>
                  <a:pt x="456" y="297"/>
                </a:lnTo>
                <a:lnTo>
                  <a:pt x="456" y="298"/>
                </a:lnTo>
                <a:lnTo>
                  <a:pt x="455" y="298"/>
                </a:lnTo>
                <a:lnTo>
                  <a:pt x="455" y="300"/>
                </a:lnTo>
                <a:lnTo>
                  <a:pt x="454" y="302"/>
                </a:lnTo>
                <a:lnTo>
                  <a:pt x="453" y="303"/>
                </a:lnTo>
                <a:lnTo>
                  <a:pt x="452" y="304"/>
                </a:lnTo>
                <a:lnTo>
                  <a:pt x="452" y="305"/>
                </a:lnTo>
                <a:lnTo>
                  <a:pt x="451" y="305"/>
                </a:lnTo>
                <a:lnTo>
                  <a:pt x="450" y="306"/>
                </a:lnTo>
                <a:lnTo>
                  <a:pt x="450" y="307"/>
                </a:lnTo>
                <a:lnTo>
                  <a:pt x="450" y="308"/>
                </a:lnTo>
                <a:lnTo>
                  <a:pt x="450" y="309"/>
                </a:lnTo>
                <a:lnTo>
                  <a:pt x="450" y="310"/>
                </a:lnTo>
                <a:lnTo>
                  <a:pt x="451" y="311"/>
                </a:lnTo>
                <a:lnTo>
                  <a:pt x="452" y="310"/>
                </a:lnTo>
                <a:lnTo>
                  <a:pt x="453" y="310"/>
                </a:lnTo>
                <a:lnTo>
                  <a:pt x="453" y="311"/>
                </a:lnTo>
                <a:lnTo>
                  <a:pt x="453" y="312"/>
                </a:lnTo>
                <a:lnTo>
                  <a:pt x="454" y="313"/>
                </a:lnTo>
                <a:lnTo>
                  <a:pt x="454" y="314"/>
                </a:lnTo>
                <a:lnTo>
                  <a:pt x="454" y="315"/>
                </a:lnTo>
                <a:lnTo>
                  <a:pt x="455" y="315"/>
                </a:lnTo>
                <a:lnTo>
                  <a:pt x="456" y="317"/>
                </a:lnTo>
                <a:lnTo>
                  <a:pt x="457" y="317"/>
                </a:lnTo>
                <a:lnTo>
                  <a:pt x="457" y="319"/>
                </a:lnTo>
                <a:lnTo>
                  <a:pt x="458" y="319"/>
                </a:lnTo>
                <a:lnTo>
                  <a:pt x="458" y="320"/>
                </a:lnTo>
                <a:lnTo>
                  <a:pt x="458" y="321"/>
                </a:lnTo>
                <a:lnTo>
                  <a:pt x="459" y="321"/>
                </a:lnTo>
                <a:lnTo>
                  <a:pt x="459" y="322"/>
                </a:lnTo>
                <a:lnTo>
                  <a:pt x="460" y="323"/>
                </a:lnTo>
                <a:lnTo>
                  <a:pt x="460" y="324"/>
                </a:lnTo>
                <a:lnTo>
                  <a:pt x="461" y="324"/>
                </a:lnTo>
                <a:lnTo>
                  <a:pt x="461" y="325"/>
                </a:lnTo>
                <a:lnTo>
                  <a:pt x="462" y="325"/>
                </a:lnTo>
                <a:lnTo>
                  <a:pt x="464" y="325"/>
                </a:lnTo>
                <a:lnTo>
                  <a:pt x="464" y="326"/>
                </a:lnTo>
                <a:lnTo>
                  <a:pt x="463" y="327"/>
                </a:lnTo>
                <a:lnTo>
                  <a:pt x="462" y="328"/>
                </a:lnTo>
                <a:lnTo>
                  <a:pt x="462" y="329"/>
                </a:lnTo>
                <a:lnTo>
                  <a:pt x="462" y="330"/>
                </a:lnTo>
                <a:lnTo>
                  <a:pt x="461" y="331"/>
                </a:lnTo>
                <a:lnTo>
                  <a:pt x="461" y="332"/>
                </a:lnTo>
                <a:lnTo>
                  <a:pt x="461" y="334"/>
                </a:lnTo>
                <a:lnTo>
                  <a:pt x="461" y="335"/>
                </a:lnTo>
                <a:lnTo>
                  <a:pt x="460" y="335"/>
                </a:lnTo>
                <a:lnTo>
                  <a:pt x="459" y="335"/>
                </a:lnTo>
                <a:lnTo>
                  <a:pt x="458" y="337"/>
                </a:lnTo>
                <a:lnTo>
                  <a:pt x="458" y="338"/>
                </a:lnTo>
                <a:lnTo>
                  <a:pt x="458" y="339"/>
                </a:lnTo>
                <a:lnTo>
                  <a:pt x="457" y="339"/>
                </a:lnTo>
                <a:lnTo>
                  <a:pt x="457" y="340"/>
                </a:lnTo>
                <a:lnTo>
                  <a:pt x="456" y="340"/>
                </a:lnTo>
                <a:lnTo>
                  <a:pt x="456" y="341"/>
                </a:lnTo>
                <a:lnTo>
                  <a:pt x="456" y="342"/>
                </a:lnTo>
                <a:lnTo>
                  <a:pt x="457" y="342"/>
                </a:lnTo>
                <a:lnTo>
                  <a:pt x="457" y="343"/>
                </a:lnTo>
                <a:lnTo>
                  <a:pt x="457" y="344"/>
                </a:lnTo>
                <a:lnTo>
                  <a:pt x="457" y="345"/>
                </a:lnTo>
                <a:lnTo>
                  <a:pt x="457" y="346"/>
                </a:lnTo>
                <a:lnTo>
                  <a:pt x="457" y="347"/>
                </a:lnTo>
                <a:lnTo>
                  <a:pt x="457" y="349"/>
                </a:lnTo>
                <a:lnTo>
                  <a:pt x="458" y="350"/>
                </a:lnTo>
                <a:lnTo>
                  <a:pt x="458" y="351"/>
                </a:lnTo>
                <a:lnTo>
                  <a:pt x="458" y="354"/>
                </a:lnTo>
                <a:lnTo>
                  <a:pt x="458" y="355"/>
                </a:lnTo>
                <a:lnTo>
                  <a:pt x="458" y="356"/>
                </a:lnTo>
                <a:lnTo>
                  <a:pt x="459" y="356"/>
                </a:lnTo>
                <a:lnTo>
                  <a:pt x="460" y="356"/>
                </a:lnTo>
                <a:lnTo>
                  <a:pt x="460" y="357"/>
                </a:lnTo>
                <a:lnTo>
                  <a:pt x="460" y="358"/>
                </a:lnTo>
                <a:lnTo>
                  <a:pt x="461" y="358"/>
                </a:lnTo>
                <a:lnTo>
                  <a:pt x="462" y="359"/>
                </a:lnTo>
                <a:lnTo>
                  <a:pt x="462" y="360"/>
                </a:lnTo>
                <a:lnTo>
                  <a:pt x="463" y="360"/>
                </a:lnTo>
                <a:lnTo>
                  <a:pt x="465" y="360"/>
                </a:lnTo>
                <a:lnTo>
                  <a:pt x="466" y="360"/>
                </a:lnTo>
                <a:lnTo>
                  <a:pt x="467" y="360"/>
                </a:lnTo>
                <a:lnTo>
                  <a:pt x="468" y="360"/>
                </a:lnTo>
                <a:lnTo>
                  <a:pt x="469" y="360"/>
                </a:lnTo>
                <a:lnTo>
                  <a:pt x="470" y="360"/>
                </a:lnTo>
                <a:lnTo>
                  <a:pt x="471" y="360"/>
                </a:lnTo>
                <a:lnTo>
                  <a:pt x="471" y="361"/>
                </a:lnTo>
                <a:lnTo>
                  <a:pt x="472" y="361"/>
                </a:lnTo>
                <a:lnTo>
                  <a:pt x="472" y="362"/>
                </a:lnTo>
                <a:lnTo>
                  <a:pt x="472" y="363"/>
                </a:lnTo>
                <a:lnTo>
                  <a:pt x="473" y="363"/>
                </a:lnTo>
                <a:lnTo>
                  <a:pt x="474" y="363"/>
                </a:lnTo>
                <a:lnTo>
                  <a:pt x="474" y="364"/>
                </a:lnTo>
                <a:lnTo>
                  <a:pt x="476" y="364"/>
                </a:lnTo>
                <a:lnTo>
                  <a:pt x="477" y="364"/>
                </a:lnTo>
                <a:lnTo>
                  <a:pt x="478" y="364"/>
                </a:lnTo>
                <a:lnTo>
                  <a:pt x="479" y="364"/>
                </a:lnTo>
                <a:lnTo>
                  <a:pt x="480" y="364"/>
                </a:lnTo>
                <a:lnTo>
                  <a:pt x="480" y="365"/>
                </a:lnTo>
                <a:lnTo>
                  <a:pt x="480" y="366"/>
                </a:lnTo>
                <a:lnTo>
                  <a:pt x="480" y="367"/>
                </a:lnTo>
                <a:lnTo>
                  <a:pt x="479" y="367"/>
                </a:lnTo>
                <a:lnTo>
                  <a:pt x="479" y="368"/>
                </a:lnTo>
                <a:lnTo>
                  <a:pt x="479" y="369"/>
                </a:lnTo>
                <a:lnTo>
                  <a:pt x="478" y="370"/>
                </a:lnTo>
                <a:lnTo>
                  <a:pt x="478" y="371"/>
                </a:lnTo>
                <a:lnTo>
                  <a:pt x="478" y="372"/>
                </a:lnTo>
                <a:lnTo>
                  <a:pt x="477" y="373"/>
                </a:lnTo>
                <a:lnTo>
                  <a:pt x="477" y="374"/>
                </a:lnTo>
                <a:lnTo>
                  <a:pt x="478" y="374"/>
                </a:lnTo>
                <a:lnTo>
                  <a:pt x="479" y="374"/>
                </a:lnTo>
                <a:lnTo>
                  <a:pt x="480" y="374"/>
                </a:lnTo>
                <a:lnTo>
                  <a:pt x="480" y="375"/>
                </a:lnTo>
                <a:lnTo>
                  <a:pt x="480" y="376"/>
                </a:lnTo>
                <a:lnTo>
                  <a:pt x="479" y="376"/>
                </a:lnTo>
                <a:lnTo>
                  <a:pt x="479" y="377"/>
                </a:lnTo>
                <a:lnTo>
                  <a:pt x="479" y="378"/>
                </a:lnTo>
                <a:lnTo>
                  <a:pt x="479" y="379"/>
                </a:lnTo>
                <a:lnTo>
                  <a:pt x="478" y="380"/>
                </a:lnTo>
                <a:lnTo>
                  <a:pt x="479" y="380"/>
                </a:lnTo>
                <a:lnTo>
                  <a:pt x="479" y="381"/>
                </a:lnTo>
                <a:lnTo>
                  <a:pt x="478" y="381"/>
                </a:lnTo>
                <a:lnTo>
                  <a:pt x="478" y="382"/>
                </a:lnTo>
                <a:lnTo>
                  <a:pt x="477" y="381"/>
                </a:lnTo>
                <a:lnTo>
                  <a:pt x="476" y="381"/>
                </a:lnTo>
                <a:lnTo>
                  <a:pt x="476" y="382"/>
                </a:lnTo>
                <a:lnTo>
                  <a:pt x="475" y="383"/>
                </a:lnTo>
                <a:lnTo>
                  <a:pt x="474" y="383"/>
                </a:lnTo>
                <a:lnTo>
                  <a:pt x="474" y="384"/>
                </a:lnTo>
                <a:lnTo>
                  <a:pt x="474" y="385"/>
                </a:lnTo>
                <a:lnTo>
                  <a:pt x="473" y="385"/>
                </a:lnTo>
                <a:lnTo>
                  <a:pt x="474" y="385"/>
                </a:lnTo>
                <a:lnTo>
                  <a:pt x="474" y="386"/>
                </a:lnTo>
                <a:lnTo>
                  <a:pt x="474" y="387"/>
                </a:lnTo>
                <a:lnTo>
                  <a:pt x="474" y="388"/>
                </a:lnTo>
                <a:lnTo>
                  <a:pt x="475" y="388"/>
                </a:lnTo>
                <a:lnTo>
                  <a:pt x="475" y="389"/>
                </a:lnTo>
                <a:lnTo>
                  <a:pt x="474" y="389"/>
                </a:lnTo>
                <a:lnTo>
                  <a:pt x="474" y="390"/>
                </a:lnTo>
                <a:lnTo>
                  <a:pt x="474" y="391"/>
                </a:lnTo>
                <a:lnTo>
                  <a:pt x="474" y="392"/>
                </a:lnTo>
                <a:lnTo>
                  <a:pt x="473" y="393"/>
                </a:lnTo>
                <a:lnTo>
                  <a:pt x="472" y="393"/>
                </a:lnTo>
                <a:lnTo>
                  <a:pt x="472" y="394"/>
                </a:lnTo>
                <a:lnTo>
                  <a:pt x="473" y="395"/>
                </a:lnTo>
                <a:lnTo>
                  <a:pt x="473" y="396"/>
                </a:lnTo>
                <a:lnTo>
                  <a:pt x="471" y="397"/>
                </a:lnTo>
                <a:lnTo>
                  <a:pt x="470" y="398"/>
                </a:lnTo>
                <a:lnTo>
                  <a:pt x="469" y="398"/>
                </a:lnTo>
                <a:lnTo>
                  <a:pt x="469" y="399"/>
                </a:lnTo>
                <a:lnTo>
                  <a:pt x="468" y="402"/>
                </a:lnTo>
                <a:lnTo>
                  <a:pt x="468" y="403"/>
                </a:lnTo>
                <a:lnTo>
                  <a:pt x="467" y="403"/>
                </a:lnTo>
                <a:lnTo>
                  <a:pt x="466" y="403"/>
                </a:lnTo>
                <a:lnTo>
                  <a:pt x="466" y="404"/>
                </a:lnTo>
                <a:lnTo>
                  <a:pt x="466" y="405"/>
                </a:lnTo>
                <a:lnTo>
                  <a:pt x="467" y="405"/>
                </a:lnTo>
                <a:lnTo>
                  <a:pt x="467" y="406"/>
                </a:lnTo>
                <a:lnTo>
                  <a:pt x="466" y="406"/>
                </a:lnTo>
                <a:lnTo>
                  <a:pt x="465" y="406"/>
                </a:lnTo>
                <a:lnTo>
                  <a:pt x="466" y="406"/>
                </a:lnTo>
                <a:lnTo>
                  <a:pt x="466" y="407"/>
                </a:lnTo>
                <a:lnTo>
                  <a:pt x="467" y="407"/>
                </a:lnTo>
                <a:lnTo>
                  <a:pt x="467" y="408"/>
                </a:lnTo>
                <a:lnTo>
                  <a:pt x="467" y="407"/>
                </a:lnTo>
                <a:lnTo>
                  <a:pt x="469" y="407"/>
                </a:lnTo>
                <a:lnTo>
                  <a:pt x="469" y="406"/>
                </a:lnTo>
                <a:lnTo>
                  <a:pt x="470" y="406"/>
                </a:lnTo>
                <a:lnTo>
                  <a:pt x="471" y="405"/>
                </a:lnTo>
                <a:lnTo>
                  <a:pt x="472" y="404"/>
                </a:lnTo>
                <a:lnTo>
                  <a:pt x="473" y="405"/>
                </a:lnTo>
                <a:lnTo>
                  <a:pt x="473" y="404"/>
                </a:lnTo>
                <a:lnTo>
                  <a:pt x="474" y="404"/>
                </a:lnTo>
                <a:lnTo>
                  <a:pt x="475" y="404"/>
                </a:lnTo>
                <a:lnTo>
                  <a:pt x="475" y="405"/>
                </a:lnTo>
                <a:lnTo>
                  <a:pt x="475" y="404"/>
                </a:lnTo>
                <a:lnTo>
                  <a:pt x="476" y="404"/>
                </a:lnTo>
                <a:lnTo>
                  <a:pt x="476" y="405"/>
                </a:lnTo>
                <a:lnTo>
                  <a:pt x="476" y="406"/>
                </a:lnTo>
                <a:lnTo>
                  <a:pt x="477" y="406"/>
                </a:lnTo>
                <a:lnTo>
                  <a:pt x="478" y="406"/>
                </a:lnTo>
                <a:lnTo>
                  <a:pt x="479" y="406"/>
                </a:lnTo>
                <a:lnTo>
                  <a:pt x="479" y="405"/>
                </a:lnTo>
                <a:lnTo>
                  <a:pt x="480" y="405"/>
                </a:lnTo>
                <a:lnTo>
                  <a:pt x="480" y="404"/>
                </a:lnTo>
                <a:lnTo>
                  <a:pt x="482" y="403"/>
                </a:lnTo>
                <a:lnTo>
                  <a:pt x="483" y="403"/>
                </a:lnTo>
                <a:lnTo>
                  <a:pt x="484" y="402"/>
                </a:lnTo>
                <a:lnTo>
                  <a:pt x="485" y="402"/>
                </a:lnTo>
                <a:lnTo>
                  <a:pt x="486" y="401"/>
                </a:lnTo>
                <a:lnTo>
                  <a:pt x="487" y="401"/>
                </a:lnTo>
                <a:lnTo>
                  <a:pt x="487" y="402"/>
                </a:lnTo>
                <a:lnTo>
                  <a:pt x="487" y="403"/>
                </a:lnTo>
                <a:lnTo>
                  <a:pt x="488" y="403"/>
                </a:lnTo>
                <a:lnTo>
                  <a:pt x="489" y="403"/>
                </a:lnTo>
                <a:lnTo>
                  <a:pt x="489" y="402"/>
                </a:lnTo>
                <a:lnTo>
                  <a:pt x="490" y="402"/>
                </a:lnTo>
                <a:lnTo>
                  <a:pt x="491" y="403"/>
                </a:lnTo>
                <a:lnTo>
                  <a:pt x="490" y="403"/>
                </a:lnTo>
                <a:lnTo>
                  <a:pt x="490" y="404"/>
                </a:lnTo>
                <a:lnTo>
                  <a:pt x="491" y="404"/>
                </a:lnTo>
                <a:lnTo>
                  <a:pt x="492" y="404"/>
                </a:lnTo>
                <a:lnTo>
                  <a:pt x="491" y="405"/>
                </a:lnTo>
                <a:lnTo>
                  <a:pt x="490" y="406"/>
                </a:lnTo>
                <a:lnTo>
                  <a:pt x="491" y="407"/>
                </a:lnTo>
                <a:lnTo>
                  <a:pt x="492" y="407"/>
                </a:lnTo>
                <a:lnTo>
                  <a:pt x="491" y="408"/>
                </a:lnTo>
                <a:lnTo>
                  <a:pt x="490" y="409"/>
                </a:lnTo>
                <a:lnTo>
                  <a:pt x="489" y="410"/>
                </a:lnTo>
                <a:lnTo>
                  <a:pt x="488" y="411"/>
                </a:lnTo>
                <a:lnTo>
                  <a:pt x="486" y="411"/>
                </a:lnTo>
                <a:lnTo>
                  <a:pt x="486" y="410"/>
                </a:lnTo>
                <a:lnTo>
                  <a:pt x="485" y="411"/>
                </a:lnTo>
                <a:lnTo>
                  <a:pt x="484" y="411"/>
                </a:lnTo>
                <a:lnTo>
                  <a:pt x="483" y="412"/>
                </a:lnTo>
                <a:lnTo>
                  <a:pt x="482" y="412"/>
                </a:lnTo>
                <a:lnTo>
                  <a:pt x="481" y="413"/>
                </a:lnTo>
                <a:lnTo>
                  <a:pt x="480" y="413"/>
                </a:lnTo>
                <a:lnTo>
                  <a:pt x="480" y="414"/>
                </a:lnTo>
                <a:lnTo>
                  <a:pt x="481" y="414"/>
                </a:lnTo>
                <a:lnTo>
                  <a:pt x="482" y="414"/>
                </a:lnTo>
                <a:lnTo>
                  <a:pt x="481" y="415"/>
                </a:lnTo>
                <a:lnTo>
                  <a:pt x="480" y="416"/>
                </a:lnTo>
                <a:lnTo>
                  <a:pt x="479" y="416"/>
                </a:lnTo>
                <a:lnTo>
                  <a:pt x="478" y="416"/>
                </a:lnTo>
                <a:lnTo>
                  <a:pt x="477" y="415"/>
                </a:lnTo>
                <a:lnTo>
                  <a:pt x="476" y="415"/>
                </a:lnTo>
                <a:lnTo>
                  <a:pt x="475" y="415"/>
                </a:lnTo>
                <a:lnTo>
                  <a:pt x="474" y="416"/>
                </a:lnTo>
                <a:lnTo>
                  <a:pt x="474" y="417"/>
                </a:lnTo>
                <a:lnTo>
                  <a:pt x="474" y="418"/>
                </a:lnTo>
                <a:lnTo>
                  <a:pt x="474" y="419"/>
                </a:lnTo>
                <a:lnTo>
                  <a:pt x="473" y="420"/>
                </a:lnTo>
                <a:lnTo>
                  <a:pt x="472" y="420"/>
                </a:lnTo>
                <a:lnTo>
                  <a:pt x="472" y="421"/>
                </a:lnTo>
                <a:lnTo>
                  <a:pt x="471" y="422"/>
                </a:lnTo>
                <a:lnTo>
                  <a:pt x="472" y="423"/>
                </a:lnTo>
                <a:lnTo>
                  <a:pt x="472" y="424"/>
                </a:lnTo>
                <a:lnTo>
                  <a:pt x="473" y="424"/>
                </a:lnTo>
                <a:lnTo>
                  <a:pt x="473" y="425"/>
                </a:lnTo>
                <a:lnTo>
                  <a:pt x="472" y="425"/>
                </a:lnTo>
                <a:lnTo>
                  <a:pt x="472" y="426"/>
                </a:lnTo>
                <a:lnTo>
                  <a:pt x="473" y="426"/>
                </a:lnTo>
                <a:lnTo>
                  <a:pt x="472" y="426"/>
                </a:lnTo>
                <a:lnTo>
                  <a:pt x="472" y="427"/>
                </a:lnTo>
                <a:lnTo>
                  <a:pt x="473" y="427"/>
                </a:lnTo>
                <a:lnTo>
                  <a:pt x="473" y="428"/>
                </a:lnTo>
                <a:lnTo>
                  <a:pt x="472" y="428"/>
                </a:lnTo>
                <a:lnTo>
                  <a:pt x="473" y="428"/>
                </a:lnTo>
                <a:lnTo>
                  <a:pt x="473" y="429"/>
                </a:lnTo>
                <a:lnTo>
                  <a:pt x="473" y="430"/>
                </a:lnTo>
                <a:lnTo>
                  <a:pt x="473" y="431"/>
                </a:lnTo>
                <a:lnTo>
                  <a:pt x="472" y="431"/>
                </a:lnTo>
                <a:lnTo>
                  <a:pt x="473" y="431"/>
                </a:lnTo>
                <a:lnTo>
                  <a:pt x="473" y="432"/>
                </a:lnTo>
                <a:lnTo>
                  <a:pt x="473" y="433"/>
                </a:lnTo>
                <a:lnTo>
                  <a:pt x="473" y="434"/>
                </a:lnTo>
                <a:lnTo>
                  <a:pt x="472" y="435"/>
                </a:lnTo>
                <a:lnTo>
                  <a:pt x="472" y="436"/>
                </a:lnTo>
                <a:lnTo>
                  <a:pt x="471" y="436"/>
                </a:lnTo>
                <a:lnTo>
                  <a:pt x="471" y="437"/>
                </a:lnTo>
                <a:lnTo>
                  <a:pt x="471" y="436"/>
                </a:lnTo>
                <a:lnTo>
                  <a:pt x="471" y="437"/>
                </a:lnTo>
                <a:lnTo>
                  <a:pt x="470" y="437"/>
                </a:lnTo>
                <a:lnTo>
                  <a:pt x="469" y="438"/>
                </a:lnTo>
                <a:lnTo>
                  <a:pt x="468" y="440"/>
                </a:lnTo>
                <a:lnTo>
                  <a:pt x="468" y="441"/>
                </a:lnTo>
                <a:lnTo>
                  <a:pt x="468" y="442"/>
                </a:lnTo>
                <a:lnTo>
                  <a:pt x="468" y="443"/>
                </a:lnTo>
                <a:lnTo>
                  <a:pt x="467" y="443"/>
                </a:lnTo>
                <a:lnTo>
                  <a:pt x="467" y="444"/>
                </a:lnTo>
                <a:lnTo>
                  <a:pt x="467" y="445"/>
                </a:lnTo>
                <a:lnTo>
                  <a:pt x="467" y="446"/>
                </a:lnTo>
                <a:lnTo>
                  <a:pt x="467" y="447"/>
                </a:lnTo>
                <a:lnTo>
                  <a:pt x="466" y="447"/>
                </a:lnTo>
                <a:lnTo>
                  <a:pt x="464" y="449"/>
                </a:lnTo>
                <a:lnTo>
                  <a:pt x="463" y="450"/>
                </a:lnTo>
                <a:lnTo>
                  <a:pt x="463" y="451"/>
                </a:lnTo>
                <a:lnTo>
                  <a:pt x="463" y="452"/>
                </a:lnTo>
                <a:lnTo>
                  <a:pt x="463" y="453"/>
                </a:lnTo>
                <a:lnTo>
                  <a:pt x="463" y="454"/>
                </a:lnTo>
                <a:lnTo>
                  <a:pt x="464" y="454"/>
                </a:lnTo>
                <a:lnTo>
                  <a:pt x="464" y="455"/>
                </a:lnTo>
                <a:lnTo>
                  <a:pt x="464" y="456"/>
                </a:lnTo>
                <a:lnTo>
                  <a:pt x="464" y="457"/>
                </a:lnTo>
                <a:lnTo>
                  <a:pt x="465" y="458"/>
                </a:lnTo>
                <a:lnTo>
                  <a:pt x="465" y="459"/>
                </a:lnTo>
                <a:lnTo>
                  <a:pt x="466" y="460"/>
                </a:lnTo>
                <a:lnTo>
                  <a:pt x="466" y="461"/>
                </a:lnTo>
                <a:lnTo>
                  <a:pt x="466" y="462"/>
                </a:lnTo>
                <a:lnTo>
                  <a:pt x="467" y="463"/>
                </a:lnTo>
                <a:lnTo>
                  <a:pt x="468" y="463"/>
                </a:lnTo>
                <a:lnTo>
                  <a:pt x="469" y="464"/>
                </a:lnTo>
                <a:lnTo>
                  <a:pt x="469" y="466"/>
                </a:lnTo>
                <a:lnTo>
                  <a:pt x="468" y="466"/>
                </a:lnTo>
                <a:lnTo>
                  <a:pt x="469" y="466"/>
                </a:lnTo>
                <a:lnTo>
                  <a:pt x="469" y="467"/>
                </a:lnTo>
                <a:lnTo>
                  <a:pt x="470" y="468"/>
                </a:lnTo>
                <a:lnTo>
                  <a:pt x="470" y="469"/>
                </a:lnTo>
                <a:lnTo>
                  <a:pt x="469" y="470"/>
                </a:lnTo>
                <a:lnTo>
                  <a:pt x="469" y="471"/>
                </a:lnTo>
                <a:lnTo>
                  <a:pt x="470" y="471"/>
                </a:lnTo>
                <a:lnTo>
                  <a:pt x="469" y="471"/>
                </a:lnTo>
                <a:lnTo>
                  <a:pt x="468" y="471"/>
                </a:lnTo>
                <a:lnTo>
                  <a:pt x="467" y="471"/>
                </a:lnTo>
                <a:lnTo>
                  <a:pt x="467" y="472"/>
                </a:lnTo>
                <a:lnTo>
                  <a:pt x="467" y="473"/>
                </a:lnTo>
                <a:lnTo>
                  <a:pt x="466" y="474"/>
                </a:lnTo>
                <a:lnTo>
                  <a:pt x="466" y="476"/>
                </a:lnTo>
                <a:lnTo>
                  <a:pt x="467" y="476"/>
                </a:lnTo>
                <a:lnTo>
                  <a:pt x="467" y="477"/>
                </a:lnTo>
                <a:lnTo>
                  <a:pt x="466" y="477"/>
                </a:lnTo>
                <a:lnTo>
                  <a:pt x="465" y="478"/>
                </a:lnTo>
                <a:lnTo>
                  <a:pt x="465" y="479"/>
                </a:lnTo>
                <a:lnTo>
                  <a:pt x="466" y="480"/>
                </a:lnTo>
                <a:lnTo>
                  <a:pt x="465" y="480"/>
                </a:lnTo>
                <a:lnTo>
                  <a:pt x="465" y="481"/>
                </a:lnTo>
                <a:lnTo>
                  <a:pt x="464" y="480"/>
                </a:lnTo>
                <a:lnTo>
                  <a:pt x="463" y="480"/>
                </a:lnTo>
                <a:lnTo>
                  <a:pt x="460" y="481"/>
                </a:lnTo>
                <a:lnTo>
                  <a:pt x="460" y="482"/>
                </a:lnTo>
                <a:lnTo>
                  <a:pt x="461" y="483"/>
                </a:lnTo>
                <a:lnTo>
                  <a:pt x="459" y="487"/>
                </a:lnTo>
                <a:lnTo>
                  <a:pt x="459" y="488"/>
                </a:lnTo>
                <a:lnTo>
                  <a:pt x="458" y="488"/>
                </a:lnTo>
                <a:lnTo>
                  <a:pt x="456" y="488"/>
                </a:lnTo>
                <a:lnTo>
                  <a:pt x="456" y="489"/>
                </a:lnTo>
                <a:lnTo>
                  <a:pt x="455" y="490"/>
                </a:lnTo>
                <a:lnTo>
                  <a:pt x="455" y="492"/>
                </a:lnTo>
                <a:lnTo>
                  <a:pt x="454" y="492"/>
                </a:lnTo>
                <a:lnTo>
                  <a:pt x="453" y="492"/>
                </a:lnTo>
                <a:lnTo>
                  <a:pt x="452" y="491"/>
                </a:lnTo>
                <a:lnTo>
                  <a:pt x="451" y="491"/>
                </a:lnTo>
                <a:lnTo>
                  <a:pt x="450" y="491"/>
                </a:lnTo>
                <a:lnTo>
                  <a:pt x="449" y="492"/>
                </a:lnTo>
                <a:lnTo>
                  <a:pt x="449" y="491"/>
                </a:lnTo>
                <a:lnTo>
                  <a:pt x="449" y="490"/>
                </a:lnTo>
                <a:lnTo>
                  <a:pt x="448" y="489"/>
                </a:lnTo>
                <a:lnTo>
                  <a:pt x="448" y="488"/>
                </a:lnTo>
                <a:lnTo>
                  <a:pt x="447" y="488"/>
                </a:lnTo>
                <a:lnTo>
                  <a:pt x="447" y="489"/>
                </a:lnTo>
                <a:lnTo>
                  <a:pt x="446" y="489"/>
                </a:lnTo>
                <a:lnTo>
                  <a:pt x="444" y="489"/>
                </a:lnTo>
                <a:lnTo>
                  <a:pt x="445" y="489"/>
                </a:lnTo>
                <a:lnTo>
                  <a:pt x="444" y="489"/>
                </a:lnTo>
                <a:lnTo>
                  <a:pt x="443" y="489"/>
                </a:lnTo>
                <a:lnTo>
                  <a:pt x="442" y="489"/>
                </a:lnTo>
                <a:lnTo>
                  <a:pt x="442" y="490"/>
                </a:lnTo>
                <a:lnTo>
                  <a:pt x="442" y="491"/>
                </a:lnTo>
                <a:lnTo>
                  <a:pt x="441" y="491"/>
                </a:lnTo>
                <a:lnTo>
                  <a:pt x="440" y="491"/>
                </a:lnTo>
                <a:lnTo>
                  <a:pt x="440" y="492"/>
                </a:lnTo>
                <a:lnTo>
                  <a:pt x="439" y="492"/>
                </a:lnTo>
                <a:lnTo>
                  <a:pt x="438" y="492"/>
                </a:lnTo>
                <a:lnTo>
                  <a:pt x="437" y="492"/>
                </a:lnTo>
                <a:lnTo>
                  <a:pt x="436" y="492"/>
                </a:lnTo>
                <a:lnTo>
                  <a:pt x="434" y="493"/>
                </a:lnTo>
                <a:lnTo>
                  <a:pt x="433" y="493"/>
                </a:lnTo>
                <a:lnTo>
                  <a:pt x="433" y="492"/>
                </a:lnTo>
                <a:lnTo>
                  <a:pt x="433" y="491"/>
                </a:lnTo>
                <a:lnTo>
                  <a:pt x="433" y="490"/>
                </a:lnTo>
                <a:lnTo>
                  <a:pt x="432" y="490"/>
                </a:lnTo>
                <a:lnTo>
                  <a:pt x="431" y="490"/>
                </a:lnTo>
                <a:lnTo>
                  <a:pt x="431" y="489"/>
                </a:lnTo>
                <a:lnTo>
                  <a:pt x="430" y="489"/>
                </a:lnTo>
                <a:lnTo>
                  <a:pt x="430" y="488"/>
                </a:lnTo>
                <a:lnTo>
                  <a:pt x="429" y="488"/>
                </a:lnTo>
                <a:lnTo>
                  <a:pt x="428" y="488"/>
                </a:lnTo>
                <a:lnTo>
                  <a:pt x="428" y="489"/>
                </a:lnTo>
                <a:lnTo>
                  <a:pt x="427" y="489"/>
                </a:lnTo>
                <a:lnTo>
                  <a:pt x="427" y="488"/>
                </a:lnTo>
                <a:lnTo>
                  <a:pt x="426" y="487"/>
                </a:lnTo>
                <a:lnTo>
                  <a:pt x="424" y="487"/>
                </a:lnTo>
                <a:lnTo>
                  <a:pt x="423" y="488"/>
                </a:lnTo>
                <a:lnTo>
                  <a:pt x="422" y="488"/>
                </a:lnTo>
                <a:lnTo>
                  <a:pt x="421" y="488"/>
                </a:lnTo>
                <a:lnTo>
                  <a:pt x="421" y="489"/>
                </a:lnTo>
                <a:lnTo>
                  <a:pt x="420" y="488"/>
                </a:lnTo>
                <a:lnTo>
                  <a:pt x="419" y="487"/>
                </a:lnTo>
                <a:lnTo>
                  <a:pt x="419" y="485"/>
                </a:lnTo>
                <a:lnTo>
                  <a:pt x="418" y="485"/>
                </a:lnTo>
                <a:lnTo>
                  <a:pt x="417" y="484"/>
                </a:lnTo>
                <a:lnTo>
                  <a:pt x="417" y="485"/>
                </a:lnTo>
                <a:lnTo>
                  <a:pt x="416" y="485"/>
                </a:lnTo>
                <a:lnTo>
                  <a:pt x="416" y="484"/>
                </a:lnTo>
                <a:lnTo>
                  <a:pt x="415" y="484"/>
                </a:lnTo>
                <a:lnTo>
                  <a:pt x="414" y="484"/>
                </a:lnTo>
                <a:lnTo>
                  <a:pt x="414" y="483"/>
                </a:lnTo>
                <a:lnTo>
                  <a:pt x="414" y="482"/>
                </a:lnTo>
                <a:lnTo>
                  <a:pt x="413" y="481"/>
                </a:lnTo>
                <a:lnTo>
                  <a:pt x="412" y="481"/>
                </a:lnTo>
                <a:lnTo>
                  <a:pt x="411" y="479"/>
                </a:lnTo>
                <a:lnTo>
                  <a:pt x="410" y="479"/>
                </a:lnTo>
                <a:lnTo>
                  <a:pt x="410" y="480"/>
                </a:lnTo>
                <a:lnTo>
                  <a:pt x="409" y="480"/>
                </a:lnTo>
                <a:lnTo>
                  <a:pt x="409" y="479"/>
                </a:lnTo>
                <a:lnTo>
                  <a:pt x="409" y="478"/>
                </a:lnTo>
                <a:lnTo>
                  <a:pt x="409" y="477"/>
                </a:lnTo>
                <a:lnTo>
                  <a:pt x="408" y="475"/>
                </a:lnTo>
                <a:lnTo>
                  <a:pt x="408" y="474"/>
                </a:lnTo>
                <a:lnTo>
                  <a:pt x="407" y="474"/>
                </a:lnTo>
                <a:lnTo>
                  <a:pt x="407" y="473"/>
                </a:lnTo>
                <a:lnTo>
                  <a:pt x="408" y="473"/>
                </a:lnTo>
                <a:lnTo>
                  <a:pt x="407" y="473"/>
                </a:lnTo>
                <a:lnTo>
                  <a:pt x="406" y="473"/>
                </a:lnTo>
                <a:lnTo>
                  <a:pt x="407" y="473"/>
                </a:lnTo>
                <a:lnTo>
                  <a:pt x="407" y="474"/>
                </a:lnTo>
                <a:lnTo>
                  <a:pt x="407" y="475"/>
                </a:lnTo>
                <a:lnTo>
                  <a:pt x="406" y="475"/>
                </a:lnTo>
                <a:lnTo>
                  <a:pt x="405" y="474"/>
                </a:lnTo>
                <a:lnTo>
                  <a:pt x="404" y="474"/>
                </a:lnTo>
                <a:lnTo>
                  <a:pt x="405" y="474"/>
                </a:lnTo>
                <a:lnTo>
                  <a:pt x="404" y="474"/>
                </a:lnTo>
                <a:lnTo>
                  <a:pt x="403" y="474"/>
                </a:lnTo>
                <a:lnTo>
                  <a:pt x="403" y="473"/>
                </a:lnTo>
                <a:lnTo>
                  <a:pt x="402" y="473"/>
                </a:lnTo>
                <a:lnTo>
                  <a:pt x="401" y="473"/>
                </a:lnTo>
                <a:lnTo>
                  <a:pt x="400" y="474"/>
                </a:lnTo>
                <a:lnTo>
                  <a:pt x="399" y="474"/>
                </a:lnTo>
                <a:lnTo>
                  <a:pt x="399" y="475"/>
                </a:lnTo>
                <a:lnTo>
                  <a:pt x="399" y="476"/>
                </a:lnTo>
                <a:lnTo>
                  <a:pt x="399" y="477"/>
                </a:lnTo>
                <a:lnTo>
                  <a:pt x="398" y="477"/>
                </a:lnTo>
                <a:lnTo>
                  <a:pt x="397" y="478"/>
                </a:lnTo>
                <a:lnTo>
                  <a:pt x="396" y="477"/>
                </a:lnTo>
                <a:lnTo>
                  <a:pt x="396" y="476"/>
                </a:lnTo>
                <a:lnTo>
                  <a:pt x="396" y="475"/>
                </a:lnTo>
                <a:lnTo>
                  <a:pt x="395" y="475"/>
                </a:lnTo>
                <a:lnTo>
                  <a:pt x="394" y="475"/>
                </a:lnTo>
                <a:lnTo>
                  <a:pt x="394" y="476"/>
                </a:lnTo>
                <a:lnTo>
                  <a:pt x="393" y="477"/>
                </a:lnTo>
                <a:lnTo>
                  <a:pt x="394" y="477"/>
                </a:lnTo>
                <a:lnTo>
                  <a:pt x="394" y="478"/>
                </a:lnTo>
                <a:lnTo>
                  <a:pt x="392" y="478"/>
                </a:lnTo>
                <a:lnTo>
                  <a:pt x="392" y="479"/>
                </a:lnTo>
                <a:lnTo>
                  <a:pt x="391" y="479"/>
                </a:lnTo>
                <a:lnTo>
                  <a:pt x="391" y="480"/>
                </a:lnTo>
                <a:lnTo>
                  <a:pt x="392" y="480"/>
                </a:lnTo>
                <a:lnTo>
                  <a:pt x="392" y="481"/>
                </a:lnTo>
                <a:lnTo>
                  <a:pt x="392" y="482"/>
                </a:lnTo>
                <a:lnTo>
                  <a:pt x="392" y="483"/>
                </a:lnTo>
                <a:lnTo>
                  <a:pt x="391" y="483"/>
                </a:lnTo>
                <a:lnTo>
                  <a:pt x="390" y="482"/>
                </a:lnTo>
                <a:lnTo>
                  <a:pt x="389" y="483"/>
                </a:lnTo>
                <a:lnTo>
                  <a:pt x="389" y="485"/>
                </a:lnTo>
                <a:lnTo>
                  <a:pt x="388" y="485"/>
                </a:lnTo>
                <a:lnTo>
                  <a:pt x="388" y="486"/>
                </a:lnTo>
                <a:lnTo>
                  <a:pt x="387" y="486"/>
                </a:lnTo>
                <a:lnTo>
                  <a:pt x="386" y="487"/>
                </a:lnTo>
                <a:lnTo>
                  <a:pt x="384" y="488"/>
                </a:lnTo>
                <a:lnTo>
                  <a:pt x="383" y="489"/>
                </a:lnTo>
                <a:lnTo>
                  <a:pt x="383" y="490"/>
                </a:lnTo>
                <a:lnTo>
                  <a:pt x="382" y="490"/>
                </a:lnTo>
                <a:lnTo>
                  <a:pt x="381" y="490"/>
                </a:lnTo>
                <a:lnTo>
                  <a:pt x="380" y="490"/>
                </a:lnTo>
                <a:lnTo>
                  <a:pt x="379" y="489"/>
                </a:lnTo>
                <a:lnTo>
                  <a:pt x="378" y="489"/>
                </a:lnTo>
                <a:lnTo>
                  <a:pt x="378" y="490"/>
                </a:lnTo>
                <a:lnTo>
                  <a:pt x="377" y="491"/>
                </a:lnTo>
                <a:lnTo>
                  <a:pt x="376" y="491"/>
                </a:lnTo>
                <a:lnTo>
                  <a:pt x="375" y="492"/>
                </a:lnTo>
                <a:lnTo>
                  <a:pt x="374" y="492"/>
                </a:lnTo>
                <a:lnTo>
                  <a:pt x="374" y="494"/>
                </a:lnTo>
                <a:lnTo>
                  <a:pt x="374" y="495"/>
                </a:lnTo>
                <a:lnTo>
                  <a:pt x="372" y="495"/>
                </a:lnTo>
                <a:lnTo>
                  <a:pt x="372" y="494"/>
                </a:lnTo>
                <a:lnTo>
                  <a:pt x="371" y="493"/>
                </a:lnTo>
                <a:lnTo>
                  <a:pt x="371" y="492"/>
                </a:lnTo>
                <a:lnTo>
                  <a:pt x="371" y="491"/>
                </a:lnTo>
                <a:lnTo>
                  <a:pt x="369" y="491"/>
                </a:lnTo>
                <a:lnTo>
                  <a:pt x="369" y="492"/>
                </a:lnTo>
                <a:lnTo>
                  <a:pt x="368" y="491"/>
                </a:lnTo>
                <a:lnTo>
                  <a:pt x="367" y="491"/>
                </a:lnTo>
                <a:lnTo>
                  <a:pt x="367" y="492"/>
                </a:lnTo>
                <a:lnTo>
                  <a:pt x="368" y="493"/>
                </a:lnTo>
                <a:lnTo>
                  <a:pt x="367" y="494"/>
                </a:lnTo>
                <a:lnTo>
                  <a:pt x="368" y="495"/>
                </a:lnTo>
                <a:lnTo>
                  <a:pt x="368" y="496"/>
                </a:lnTo>
                <a:lnTo>
                  <a:pt x="368" y="497"/>
                </a:lnTo>
                <a:lnTo>
                  <a:pt x="369" y="497"/>
                </a:lnTo>
                <a:lnTo>
                  <a:pt x="369" y="498"/>
                </a:lnTo>
                <a:lnTo>
                  <a:pt x="368" y="499"/>
                </a:lnTo>
                <a:lnTo>
                  <a:pt x="368" y="500"/>
                </a:lnTo>
                <a:lnTo>
                  <a:pt x="369" y="500"/>
                </a:lnTo>
                <a:lnTo>
                  <a:pt x="370" y="500"/>
                </a:lnTo>
                <a:lnTo>
                  <a:pt x="371" y="500"/>
                </a:lnTo>
                <a:lnTo>
                  <a:pt x="371" y="501"/>
                </a:lnTo>
                <a:lnTo>
                  <a:pt x="372" y="501"/>
                </a:lnTo>
                <a:lnTo>
                  <a:pt x="372" y="500"/>
                </a:lnTo>
                <a:lnTo>
                  <a:pt x="373" y="500"/>
                </a:lnTo>
                <a:lnTo>
                  <a:pt x="374" y="500"/>
                </a:lnTo>
                <a:lnTo>
                  <a:pt x="374" y="501"/>
                </a:lnTo>
                <a:lnTo>
                  <a:pt x="375" y="501"/>
                </a:lnTo>
                <a:lnTo>
                  <a:pt x="375" y="500"/>
                </a:lnTo>
                <a:lnTo>
                  <a:pt x="374" y="500"/>
                </a:lnTo>
                <a:lnTo>
                  <a:pt x="375" y="500"/>
                </a:lnTo>
                <a:lnTo>
                  <a:pt x="376" y="500"/>
                </a:lnTo>
                <a:lnTo>
                  <a:pt x="377" y="500"/>
                </a:lnTo>
                <a:lnTo>
                  <a:pt x="378" y="500"/>
                </a:lnTo>
                <a:lnTo>
                  <a:pt x="379" y="500"/>
                </a:lnTo>
                <a:lnTo>
                  <a:pt x="380" y="500"/>
                </a:lnTo>
                <a:lnTo>
                  <a:pt x="380" y="501"/>
                </a:lnTo>
                <a:lnTo>
                  <a:pt x="381" y="501"/>
                </a:lnTo>
                <a:lnTo>
                  <a:pt x="381" y="502"/>
                </a:lnTo>
                <a:lnTo>
                  <a:pt x="382" y="502"/>
                </a:lnTo>
                <a:lnTo>
                  <a:pt x="382" y="503"/>
                </a:lnTo>
                <a:lnTo>
                  <a:pt x="382" y="504"/>
                </a:lnTo>
                <a:lnTo>
                  <a:pt x="383" y="504"/>
                </a:lnTo>
                <a:lnTo>
                  <a:pt x="384" y="504"/>
                </a:lnTo>
                <a:lnTo>
                  <a:pt x="384" y="505"/>
                </a:lnTo>
                <a:lnTo>
                  <a:pt x="383" y="506"/>
                </a:lnTo>
                <a:lnTo>
                  <a:pt x="382" y="506"/>
                </a:lnTo>
                <a:lnTo>
                  <a:pt x="381" y="506"/>
                </a:lnTo>
                <a:lnTo>
                  <a:pt x="380" y="507"/>
                </a:lnTo>
                <a:lnTo>
                  <a:pt x="379" y="508"/>
                </a:lnTo>
                <a:lnTo>
                  <a:pt x="378" y="508"/>
                </a:lnTo>
                <a:lnTo>
                  <a:pt x="378" y="509"/>
                </a:lnTo>
                <a:lnTo>
                  <a:pt x="377" y="511"/>
                </a:lnTo>
                <a:lnTo>
                  <a:pt x="378" y="512"/>
                </a:lnTo>
                <a:lnTo>
                  <a:pt x="379" y="513"/>
                </a:lnTo>
                <a:lnTo>
                  <a:pt x="381" y="516"/>
                </a:lnTo>
                <a:lnTo>
                  <a:pt x="382" y="517"/>
                </a:lnTo>
                <a:lnTo>
                  <a:pt x="381" y="518"/>
                </a:lnTo>
                <a:lnTo>
                  <a:pt x="380" y="519"/>
                </a:lnTo>
                <a:lnTo>
                  <a:pt x="381" y="519"/>
                </a:lnTo>
                <a:lnTo>
                  <a:pt x="380" y="520"/>
                </a:lnTo>
                <a:lnTo>
                  <a:pt x="379" y="521"/>
                </a:lnTo>
                <a:lnTo>
                  <a:pt x="379" y="522"/>
                </a:lnTo>
                <a:lnTo>
                  <a:pt x="379" y="523"/>
                </a:lnTo>
                <a:lnTo>
                  <a:pt x="380" y="524"/>
                </a:lnTo>
                <a:lnTo>
                  <a:pt x="380" y="525"/>
                </a:lnTo>
                <a:lnTo>
                  <a:pt x="379" y="525"/>
                </a:lnTo>
                <a:lnTo>
                  <a:pt x="380" y="526"/>
                </a:lnTo>
                <a:lnTo>
                  <a:pt x="381" y="527"/>
                </a:lnTo>
                <a:lnTo>
                  <a:pt x="381" y="528"/>
                </a:lnTo>
                <a:lnTo>
                  <a:pt x="381" y="529"/>
                </a:lnTo>
                <a:lnTo>
                  <a:pt x="381" y="530"/>
                </a:lnTo>
                <a:lnTo>
                  <a:pt x="382" y="530"/>
                </a:lnTo>
                <a:lnTo>
                  <a:pt x="382" y="531"/>
                </a:lnTo>
                <a:lnTo>
                  <a:pt x="381" y="531"/>
                </a:lnTo>
                <a:lnTo>
                  <a:pt x="380" y="531"/>
                </a:lnTo>
                <a:lnTo>
                  <a:pt x="380" y="532"/>
                </a:lnTo>
                <a:lnTo>
                  <a:pt x="380" y="533"/>
                </a:lnTo>
                <a:lnTo>
                  <a:pt x="379" y="533"/>
                </a:lnTo>
                <a:lnTo>
                  <a:pt x="378" y="534"/>
                </a:lnTo>
                <a:lnTo>
                  <a:pt x="377" y="534"/>
                </a:lnTo>
                <a:lnTo>
                  <a:pt x="377" y="533"/>
                </a:lnTo>
                <a:lnTo>
                  <a:pt x="376" y="534"/>
                </a:lnTo>
                <a:lnTo>
                  <a:pt x="375" y="534"/>
                </a:lnTo>
                <a:lnTo>
                  <a:pt x="375" y="533"/>
                </a:lnTo>
                <a:lnTo>
                  <a:pt x="374" y="533"/>
                </a:lnTo>
                <a:lnTo>
                  <a:pt x="372" y="533"/>
                </a:lnTo>
                <a:lnTo>
                  <a:pt x="372" y="534"/>
                </a:lnTo>
                <a:lnTo>
                  <a:pt x="370" y="534"/>
                </a:lnTo>
                <a:lnTo>
                  <a:pt x="369" y="535"/>
                </a:lnTo>
                <a:lnTo>
                  <a:pt x="369" y="536"/>
                </a:lnTo>
                <a:lnTo>
                  <a:pt x="368" y="536"/>
                </a:lnTo>
                <a:lnTo>
                  <a:pt x="367" y="536"/>
                </a:lnTo>
                <a:lnTo>
                  <a:pt x="366" y="536"/>
                </a:lnTo>
                <a:lnTo>
                  <a:pt x="365" y="536"/>
                </a:lnTo>
                <a:lnTo>
                  <a:pt x="364" y="536"/>
                </a:lnTo>
                <a:lnTo>
                  <a:pt x="363" y="536"/>
                </a:lnTo>
                <a:lnTo>
                  <a:pt x="363" y="537"/>
                </a:lnTo>
                <a:lnTo>
                  <a:pt x="362" y="537"/>
                </a:lnTo>
                <a:lnTo>
                  <a:pt x="361" y="536"/>
                </a:lnTo>
                <a:lnTo>
                  <a:pt x="361" y="535"/>
                </a:lnTo>
                <a:lnTo>
                  <a:pt x="361" y="534"/>
                </a:lnTo>
                <a:lnTo>
                  <a:pt x="361" y="533"/>
                </a:lnTo>
                <a:lnTo>
                  <a:pt x="361" y="532"/>
                </a:lnTo>
                <a:lnTo>
                  <a:pt x="361" y="531"/>
                </a:lnTo>
                <a:lnTo>
                  <a:pt x="360" y="530"/>
                </a:lnTo>
                <a:lnTo>
                  <a:pt x="359" y="530"/>
                </a:lnTo>
                <a:lnTo>
                  <a:pt x="358" y="530"/>
                </a:lnTo>
                <a:lnTo>
                  <a:pt x="357" y="530"/>
                </a:lnTo>
                <a:lnTo>
                  <a:pt x="357" y="528"/>
                </a:lnTo>
                <a:lnTo>
                  <a:pt x="358" y="527"/>
                </a:lnTo>
                <a:lnTo>
                  <a:pt x="357" y="526"/>
                </a:lnTo>
                <a:lnTo>
                  <a:pt x="356" y="525"/>
                </a:lnTo>
                <a:lnTo>
                  <a:pt x="356" y="524"/>
                </a:lnTo>
                <a:lnTo>
                  <a:pt x="355" y="523"/>
                </a:lnTo>
                <a:lnTo>
                  <a:pt x="355" y="521"/>
                </a:lnTo>
                <a:lnTo>
                  <a:pt x="356" y="520"/>
                </a:lnTo>
                <a:lnTo>
                  <a:pt x="355" y="518"/>
                </a:lnTo>
                <a:lnTo>
                  <a:pt x="355" y="517"/>
                </a:lnTo>
                <a:lnTo>
                  <a:pt x="354" y="517"/>
                </a:lnTo>
                <a:lnTo>
                  <a:pt x="353" y="516"/>
                </a:lnTo>
                <a:lnTo>
                  <a:pt x="352" y="515"/>
                </a:lnTo>
                <a:lnTo>
                  <a:pt x="352" y="514"/>
                </a:lnTo>
                <a:lnTo>
                  <a:pt x="351" y="514"/>
                </a:lnTo>
                <a:lnTo>
                  <a:pt x="350" y="512"/>
                </a:lnTo>
                <a:lnTo>
                  <a:pt x="348" y="511"/>
                </a:lnTo>
                <a:lnTo>
                  <a:pt x="347" y="511"/>
                </a:lnTo>
                <a:lnTo>
                  <a:pt x="346" y="512"/>
                </a:lnTo>
                <a:lnTo>
                  <a:pt x="344" y="513"/>
                </a:lnTo>
                <a:lnTo>
                  <a:pt x="341" y="513"/>
                </a:lnTo>
                <a:lnTo>
                  <a:pt x="340" y="513"/>
                </a:lnTo>
                <a:lnTo>
                  <a:pt x="340" y="512"/>
                </a:lnTo>
                <a:lnTo>
                  <a:pt x="339" y="512"/>
                </a:lnTo>
                <a:lnTo>
                  <a:pt x="337" y="511"/>
                </a:lnTo>
                <a:lnTo>
                  <a:pt x="336" y="511"/>
                </a:lnTo>
                <a:lnTo>
                  <a:pt x="335" y="511"/>
                </a:lnTo>
                <a:lnTo>
                  <a:pt x="335" y="510"/>
                </a:lnTo>
                <a:lnTo>
                  <a:pt x="333" y="510"/>
                </a:lnTo>
                <a:lnTo>
                  <a:pt x="332" y="510"/>
                </a:lnTo>
                <a:lnTo>
                  <a:pt x="331" y="509"/>
                </a:lnTo>
                <a:lnTo>
                  <a:pt x="331" y="508"/>
                </a:lnTo>
                <a:lnTo>
                  <a:pt x="332" y="508"/>
                </a:lnTo>
                <a:lnTo>
                  <a:pt x="331" y="507"/>
                </a:lnTo>
                <a:lnTo>
                  <a:pt x="330" y="506"/>
                </a:lnTo>
                <a:lnTo>
                  <a:pt x="329" y="507"/>
                </a:lnTo>
                <a:lnTo>
                  <a:pt x="329" y="508"/>
                </a:lnTo>
                <a:lnTo>
                  <a:pt x="329" y="509"/>
                </a:lnTo>
                <a:lnTo>
                  <a:pt x="329" y="510"/>
                </a:lnTo>
                <a:lnTo>
                  <a:pt x="328" y="511"/>
                </a:lnTo>
                <a:lnTo>
                  <a:pt x="327" y="511"/>
                </a:lnTo>
                <a:lnTo>
                  <a:pt x="326" y="510"/>
                </a:lnTo>
                <a:lnTo>
                  <a:pt x="325" y="510"/>
                </a:lnTo>
                <a:lnTo>
                  <a:pt x="325" y="509"/>
                </a:lnTo>
                <a:lnTo>
                  <a:pt x="326" y="509"/>
                </a:lnTo>
                <a:lnTo>
                  <a:pt x="325" y="508"/>
                </a:lnTo>
                <a:lnTo>
                  <a:pt x="324" y="508"/>
                </a:lnTo>
                <a:lnTo>
                  <a:pt x="324" y="507"/>
                </a:lnTo>
                <a:lnTo>
                  <a:pt x="323" y="506"/>
                </a:lnTo>
                <a:lnTo>
                  <a:pt x="322" y="506"/>
                </a:lnTo>
                <a:lnTo>
                  <a:pt x="322" y="507"/>
                </a:lnTo>
                <a:lnTo>
                  <a:pt x="321" y="507"/>
                </a:lnTo>
                <a:lnTo>
                  <a:pt x="320" y="507"/>
                </a:lnTo>
                <a:lnTo>
                  <a:pt x="320" y="508"/>
                </a:lnTo>
                <a:lnTo>
                  <a:pt x="319" y="507"/>
                </a:lnTo>
                <a:lnTo>
                  <a:pt x="318" y="508"/>
                </a:lnTo>
                <a:lnTo>
                  <a:pt x="318" y="509"/>
                </a:lnTo>
                <a:lnTo>
                  <a:pt x="317" y="509"/>
                </a:lnTo>
                <a:lnTo>
                  <a:pt x="316" y="509"/>
                </a:lnTo>
                <a:lnTo>
                  <a:pt x="315" y="508"/>
                </a:lnTo>
                <a:lnTo>
                  <a:pt x="315" y="509"/>
                </a:lnTo>
                <a:lnTo>
                  <a:pt x="314" y="509"/>
                </a:lnTo>
                <a:lnTo>
                  <a:pt x="313" y="509"/>
                </a:lnTo>
                <a:lnTo>
                  <a:pt x="313" y="508"/>
                </a:lnTo>
                <a:lnTo>
                  <a:pt x="313" y="506"/>
                </a:lnTo>
                <a:lnTo>
                  <a:pt x="311" y="506"/>
                </a:lnTo>
                <a:lnTo>
                  <a:pt x="310" y="507"/>
                </a:lnTo>
                <a:lnTo>
                  <a:pt x="308" y="506"/>
                </a:lnTo>
                <a:lnTo>
                  <a:pt x="307" y="507"/>
                </a:lnTo>
                <a:lnTo>
                  <a:pt x="307" y="508"/>
                </a:lnTo>
                <a:lnTo>
                  <a:pt x="307" y="509"/>
                </a:lnTo>
                <a:lnTo>
                  <a:pt x="306" y="510"/>
                </a:lnTo>
                <a:lnTo>
                  <a:pt x="306" y="512"/>
                </a:lnTo>
                <a:lnTo>
                  <a:pt x="306" y="513"/>
                </a:lnTo>
                <a:lnTo>
                  <a:pt x="305" y="516"/>
                </a:lnTo>
                <a:lnTo>
                  <a:pt x="305" y="518"/>
                </a:lnTo>
                <a:lnTo>
                  <a:pt x="304" y="519"/>
                </a:lnTo>
                <a:lnTo>
                  <a:pt x="304" y="520"/>
                </a:lnTo>
                <a:lnTo>
                  <a:pt x="304" y="521"/>
                </a:lnTo>
                <a:lnTo>
                  <a:pt x="304" y="522"/>
                </a:lnTo>
                <a:lnTo>
                  <a:pt x="304" y="523"/>
                </a:lnTo>
                <a:lnTo>
                  <a:pt x="303" y="524"/>
                </a:lnTo>
                <a:lnTo>
                  <a:pt x="302" y="526"/>
                </a:lnTo>
                <a:lnTo>
                  <a:pt x="301" y="526"/>
                </a:lnTo>
                <a:lnTo>
                  <a:pt x="301" y="529"/>
                </a:lnTo>
                <a:lnTo>
                  <a:pt x="301" y="530"/>
                </a:lnTo>
                <a:lnTo>
                  <a:pt x="302" y="530"/>
                </a:lnTo>
                <a:lnTo>
                  <a:pt x="303" y="531"/>
                </a:lnTo>
                <a:lnTo>
                  <a:pt x="303" y="532"/>
                </a:lnTo>
                <a:lnTo>
                  <a:pt x="304" y="532"/>
                </a:lnTo>
                <a:lnTo>
                  <a:pt x="305" y="532"/>
                </a:lnTo>
                <a:lnTo>
                  <a:pt x="306" y="533"/>
                </a:lnTo>
                <a:lnTo>
                  <a:pt x="306" y="535"/>
                </a:lnTo>
                <a:lnTo>
                  <a:pt x="306" y="536"/>
                </a:lnTo>
                <a:lnTo>
                  <a:pt x="305" y="536"/>
                </a:lnTo>
                <a:lnTo>
                  <a:pt x="305" y="537"/>
                </a:lnTo>
                <a:lnTo>
                  <a:pt x="305" y="538"/>
                </a:lnTo>
                <a:lnTo>
                  <a:pt x="306" y="539"/>
                </a:lnTo>
                <a:lnTo>
                  <a:pt x="305" y="541"/>
                </a:lnTo>
                <a:lnTo>
                  <a:pt x="304" y="542"/>
                </a:lnTo>
                <a:lnTo>
                  <a:pt x="303" y="542"/>
                </a:lnTo>
                <a:lnTo>
                  <a:pt x="303" y="541"/>
                </a:lnTo>
                <a:lnTo>
                  <a:pt x="302" y="542"/>
                </a:lnTo>
                <a:lnTo>
                  <a:pt x="301" y="543"/>
                </a:lnTo>
                <a:lnTo>
                  <a:pt x="300" y="543"/>
                </a:lnTo>
                <a:lnTo>
                  <a:pt x="299" y="544"/>
                </a:lnTo>
                <a:lnTo>
                  <a:pt x="298" y="545"/>
                </a:lnTo>
                <a:lnTo>
                  <a:pt x="297" y="545"/>
                </a:lnTo>
                <a:lnTo>
                  <a:pt x="297" y="546"/>
                </a:lnTo>
                <a:lnTo>
                  <a:pt x="296" y="546"/>
                </a:lnTo>
                <a:lnTo>
                  <a:pt x="295" y="548"/>
                </a:lnTo>
                <a:lnTo>
                  <a:pt x="294" y="548"/>
                </a:lnTo>
                <a:lnTo>
                  <a:pt x="293" y="549"/>
                </a:lnTo>
                <a:lnTo>
                  <a:pt x="293" y="550"/>
                </a:lnTo>
                <a:lnTo>
                  <a:pt x="293" y="551"/>
                </a:lnTo>
                <a:lnTo>
                  <a:pt x="293" y="552"/>
                </a:lnTo>
                <a:lnTo>
                  <a:pt x="292" y="551"/>
                </a:lnTo>
                <a:lnTo>
                  <a:pt x="290" y="550"/>
                </a:lnTo>
                <a:lnTo>
                  <a:pt x="289" y="549"/>
                </a:lnTo>
                <a:lnTo>
                  <a:pt x="289" y="550"/>
                </a:lnTo>
                <a:lnTo>
                  <a:pt x="288" y="550"/>
                </a:lnTo>
                <a:lnTo>
                  <a:pt x="287" y="549"/>
                </a:lnTo>
                <a:lnTo>
                  <a:pt x="286" y="549"/>
                </a:lnTo>
                <a:lnTo>
                  <a:pt x="285" y="549"/>
                </a:lnTo>
                <a:lnTo>
                  <a:pt x="285" y="550"/>
                </a:lnTo>
                <a:lnTo>
                  <a:pt x="284" y="550"/>
                </a:lnTo>
                <a:lnTo>
                  <a:pt x="284" y="549"/>
                </a:lnTo>
                <a:lnTo>
                  <a:pt x="283" y="549"/>
                </a:lnTo>
                <a:lnTo>
                  <a:pt x="281" y="549"/>
                </a:lnTo>
                <a:lnTo>
                  <a:pt x="281" y="550"/>
                </a:lnTo>
                <a:lnTo>
                  <a:pt x="280" y="550"/>
                </a:lnTo>
                <a:lnTo>
                  <a:pt x="279" y="550"/>
                </a:lnTo>
                <a:lnTo>
                  <a:pt x="279" y="549"/>
                </a:lnTo>
                <a:lnTo>
                  <a:pt x="279" y="548"/>
                </a:lnTo>
                <a:lnTo>
                  <a:pt x="277" y="548"/>
                </a:lnTo>
                <a:lnTo>
                  <a:pt x="276" y="548"/>
                </a:lnTo>
                <a:lnTo>
                  <a:pt x="275" y="548"/>
                </a:lnTo>
                <a:lnTo>
                  <a:pt x="274" y="548"/>
                </a:lnTo>
                <a:lnTo>
                  <a:pt x="273" y="548"/>
                </a:lnTo>
                <a:lnTo>
                  <a:pt x="271" y="548"/>
                </a:lnTo>
                <a:lnTo>
                  <a:pt x="271" y="547"/>
                </a:lnTo>
                <a:lnTo>
                  <a:pt x="271" y="546"/>
                </a:lnTo>
                <a:lnTo>
                  <a:pt x="270" y="547"/>
                </a:lnTo>
                <a:lnTo>
                  <a:pt x="269" y="547"/>
                </a:lnTo>
                <a:lnTo>
                  <a:pt x="269" y="548"/>
                </a:lnTo>
                <a:lnTo>
                  <a:pt x="267" y="548"/>
                </a:lnTo>
                <a:lnTo>
                  <a:pt x="266" y="548"/>
                </a:lnTo>
                <a:lnTo>
                  <a:pt x="266" y="547"/>
                </a:lnTo>
                <a:lnTo>
                  <a:pt x="265" y="547"/>
                </a:lnTo>
                <a:lnTo>
                  <a:pt x="264" y="547"/>
                </a:lnTo>
                <a:lnTo>
                  <a:pt x="263" y="547"/>
                </a:lnTo>
                <a:lnTo>
                  <a:pt x="262" y="548"/>
                </a:lnTo>
                <a:lnTo>
                  <a:pt x="261" y="549"/>
                </a:lnTo>
                <a:lnTo>
                  <a:pt x="260" y="550"/>
                </a:lnTo>
                <a:lnTo>
                  <a:pt x="260" y="551"/>
                </a:lnTo>
                <a:lnTo>
                  <a:pt x="259" y="552"/>
                </a:lnTo>
                <a:lnTo>
                  <a:pt x="259" y="553"/>
                </a:lnTo>
                <a:lnTo>
                  <a:pt x="258" y="553"/>
                </a:lnTo>
                <a:lnTo>
                  <a:pt x="258" y="554"/>
                </a:lnTo>
                <a:lnTo>
                  <a:pt x="258" y="555"/>
                </a:lnTo>
                <a:lnTo>
                  <a:pt x="259" y="555"/>
                </a:lnTo>
                <a:lnTo>
                  <a:pt x="259" y="556"/>
                </a:lnTo>
                <a:lnTo>
                  <a:pt x="258" y="557"/>
                </a:lnTo>
                <a:lnTo>
                  <a:pt x="257" y="557"/>
                </a:lnTo>
                <a:lnTo>
                  <a:pt x="255" y="557"/>
                </a:lnTo>
                <a:lnTo>
                  <a:pt x="255" y="556"/>
                </a:lnTo>
                <a:lnTo>
                  <a:pt x="254" y="556"/>
                </a:lnTo>
                <a:lnTo>
                  <a:pt x="253" y="557"/>
                </a:lnTo>
                <a:lnTo>
                  <a:pt x="253" y="558"/>
                </a:lnTo>
                <a:lnTo>
                  <a:pt x="253" y="559"/>
                </a:lnTo>
                <a:lnTo>
                  <a:pt x="252" y="561"/>
                </a:lnTo>
                <a:lnTo>
                  <a:pt x="252" y="562"/>
                </a:lnTo>
                <a:lnTo>
                  <a:pt x="251" y="562"/>
                </a:lnTo>
                <a:lnTo>
                  <a:pt x="250" y="562"/>
                </a:lnTo>
                <a:lnTo>
                  <a:pt x="250" y="561"/>
                </a:lnTo>
                <a:lnTo>
                  <a:pt x="249" y="562"/>
                </a:lnTo>
                <a:lnTo>
                  <a:pt x="248" y="562"/>
                </a:lnTo>
                <a:lnTo>
                  <a:pt x="247" y="562"/>
                </a:lnTo>
                <a:lnTo>
                  <a:pt x="247" y="561"/>
                </a:lnTo>
                <a:lnTo>
                  <a:pt x="246" y="560"/>
                </a:lnTo>
                <a:lnTo>
                  <a:pt x="245" y="560"/>
                </a:lnTo>
                <a:lnTo>
                  <a:pt x="245" y="559"/>
                </a:lnTo>
                <a:lnTo>
                  <a:pt x="244" y="559"/>
                </a:lnTo>
                <a:lnTo>
                  <a:pt x="243" y="559"/>
                </a:lnTo>
                <a:lnTo>
                  <a:pt x="241" y="560"/>
                </a:lnTo>
                <a:lnTo>
                  <a:pt x="241" y="559"/>
                </a:lnTo>
                <a:lnTo>
                  <a:pt x="241" y="558"/>
                </a:lnTo>
                <a:lnTo>
                  <a:pt x="240" y="558"/>
                </a:lnTo>
                <a:lnTo>
                  <a:pt x="239" y="558"/>
                </a:lnTo>
                <a:lnTo>
                  <a:pt x="239" y="557"/>
                </a:lnTo>
                <a:lnTo>
                  <a:pt x="240" y="556"/>
                </a:lnTo>
                <a:lnTo>
                  <a:pt x="240" y="555"/>
                </a:lnTo>
                <a:lnTo>
                  <a:pt x="241" y="555"/>
                </a:lnTo>
                <a:lnTo>
                  <a:pt x="241" y="554"/>
                </a:lnTo>
                <a:lnTo>
                  <a:pt x="241" y="553"/>
                </a:lnTo>
                <a:lnTo>
                  <a:pt x="242" y="553"/>
                </a:lnTo>
                <a:lnTo>
                  <a:pt x="242" y="552"/>
                </a:lnTo>
                <a:lnTo>
                  <a:pt x="242" y="551"/>
                </a:lnTo>
                <a:lnTo>
                  <a:pt x="243" y="549"/>
                </a:lnTo>
                <a:lnTo>
                  <a:pt x="244" y="548"/>
                </a:lnTo>
                <a:lnTo>
                  <a:pt x="244" y="547"/>
                </a:lnTo>
                <a:lnTo>
                  <a:pt x="244" y="546"/>
                </a:lnTo>
                <a:lnTo>
                  <a:pt x="244" y="545"/>
                </a:lnTo>
                <a:lnTo>
                  <a:pt x="243" y="544"/>
                </a:lnTo>
                <a:lnTo>
                  <a:pt x="243" y="543"/>
                </a:lnTo>
                <a:lnTo>
                  <a:pt x="242" y="542"/>
                </a:lnTo>
                <a:lnTo>
                  <a:pt x="241" y="541"/>
                </a:lnTo>
                <a:lnTo>
                  <a:pt x="241" y="540"/>
                </a:lnTo>
                <a:lnTo>
                  <a:pt x="242" y="538"/>
                </a:lnTo>
                <a:lnTo>
                  <a:pt x="242" y="537"/>
                </a:lnTo>
                <a:lnTo>
                  <a:pt x="241" y="536"/>
                </a:lnTo>
                <a:lnTo>
                  <a:pt x="242" y="534"/>
                </a:lnTo>
                <a:lnTo>
                  <a:pt x="242" y="533"/>
                </a:lnTo>
                <a:lnTo>
                  <a:pt x="242" y="532"/>
                </a:lnTo>
                <a:lnTo>
                  <a:pt x="242" y="531"/>
                </a:lnTo>
                <a:lnTo>
                  <a:pt x="241" y="531"/>
                </a:lnTo>
                <a:lnTo>
                  <a:pt x="240" y="530"/>
                </a:lnTo>
                <a:lnTo>
                  <a:pt x="240" y="529"/>
                </a:lnTo>
                <a:lnTo>
                  <a:pt x="239" y="529"/>
                </a:lnTo>
                <a:lnTo>
                  <a:pt x="240" y="528"/>
                </a:lnTo>
                <a:lnTo>
                  <a:pt x="240" y="527"/>
                </a:lnTo>
                <a:lnTo>
                  <a:pt x="240" y="526"/>
                </a:lnTo>
                <a:lnTo>
                  <a:pt x="241" y="526"/>
                </a:lnTo>
                <a:lnTo>
                  <a:pt x="242" y="526"/>
                </a:lnTo>
                <a:lnTo>
                  <a:pt x="242" y="525"/>
                </a:lnTo>
                <a:lnTo>
                  <a:pt x="243" y="523"/>
                </a:lnTo>
                <a:lnTo>
                  <a:pt x="242" y="523"/>
                </a:lnTo>
                <a:lnTo>
                  <a:pt x="243" y="523"/>
                </a:lnTo>
                <a:lnTo>
                  <a:pt x="243" y="522"/>
                </a:lnTo>
                <a:lnTo>
                  <a:pt x="242" y="522"/>
                </a:lnTo>
                <a:lnTo>
                  <a:pt x="241" y="522"/>
                </a:lnTo>
                <a:lnTo>
                  <a:pt x="240" y="522"/>
                </a:lnTo>
                <a:lnTo>
                  <a:pt x="238" y="522"/>
                </a:lnTo>
                <a:lnTo>
                  <a:pt x="238" y="521"/>
                </a:lnTo>
                <a:lnTo>
                  <a:pt x="238" y="520"/>
                </a:lnTo>
                <a:lnTo>
                  <a:pt x="239" y="519"/>
                </a:lnTo>
                <a:lnTo>
                  <a:pt x="239" y="518"/>
                </a:lnTo>
                <a:lnTo>
                  <a:pt x="238" y="517"/>
                </a:lnTo>
                <a:lnTo>
                  <a:pt x="239" y="516"/>
                </a:lnTo>
                <a:lnTo>
                  <a:pt x="239" y="515"/>
                </a:lnTo>
                <a:lnTo>
                  <a:pt x="238" y="515"/>
                </a:lnTo>
                <a:lnTo>
                  <a:pt x="237" y="515"/>
                </a:lnTo>
                <a:lnTo>
                  <a:pt x="237" y="514"/>
                </a:lnTo>
                <a:lnTo>
                  <a:pt x="237" y="513"/>
                </a:lnTo>
                <a:lnTo>
                  <a:pt x="236" y="512"/>
                </a:lnTo>
                <a:lnTo>
                  <a:pt x="235" y="512"/>
                </a:lnTo>
                <a:lnTo>
                  <a:pt x="234" y="513"/>
                </a:lnTo>
                <a:lnTo>
                  <a:pt x="234" y="514"/>
                </a:lnTo>
                <a:lnTo>
                  <a:pt x="233" y="515"/>
                </a:lnTo>
                <a:lnTo>
                  <a:pt x="232" y="515"/>
                </a:lnTo>
                <a:lnTo>
                  <a:pt x="231" y="515"/>
                </a:lnTo>
                <a:lnTo>
                  <a:pt x="229" y="515"/>
                </a:lnTo>
                <a:lnTo>
                  <a:pt x="229" y="514"/>
                </a:lnTo>
                <a:lnTo>
                  <a:pt x="227" y="513"/>
                </a:lnTo>
                <a:lnTo>
                  <a:pt x="226" y="511"/>
                </a:lnTo>
                <a:lnTo>
                  <a:pt x="226" y="510"/>
                </a:lnTo>
                <a:lnTo>
                  <a:pt x="225" y="510"/>
                </a:lnTo>
                <a:lnTo>
                  <a:pt x="224" y="510"/>
                </a:lnTo>
                <a:lnTo>
                  <a:pt x="224" y="511"/>
                </a:lnTo>
                <a:lnTo>
                  <a:pt x="224" y="512"/>
                </a:lnTo>
                <a:lnTo>
                  <a:pt x="222" y="513"/>
                </a:lnTo>
                <a:lnTo>
                  <a:pt x="221" y="513"/>
                </a:lnTo>
                <a:lnTo>
                  <a:pt x="220" y="513"/>
                </a:lnTo>
                <a:lnTo>
                  <a:pt x="220" y="514"/>
                </a:lnTo>
                <a:lnTo>
                  <a:pt x="220" y="515"/>
                </a:lnTo>
                <a:lnTo>
                  <a:pt x="218" y="516"/>
                </a:lnTo>
                <a:lnTo>
                  <a:pt x="218" y="517"/>
                </a:lnTo>
                <a:lnTo>
                  <a:pt x="218" y="518"/>
                </a:lnTo>
                <a:lnTo>
                  <a:pt x="217" y="518"/>
                </a:lnTo>
                <a:lnTo>
                  <a:pt x="215" y="519"/>
                </a:lnTo>
                <a:lnTo>
                  <a:pt x="213" y="520"/>
                </a:lnTo>
                <a:lnTo>
                  <a:pt x="213" y="521"/>
                </a:lnTo>
                <a:lnTo>
                  <a:pt x="212" y="521"/>
                </a:lnTo>
                <a:lnTo>
                  <a:pt x="211" y="521"/>
                </a:lnTo>
                <a:lnTo>
                  <a:pt x="210" y="521"/>
                </a:lnTo>
                <a:lnTo>
                  <a:pt x="209" y="521"/>
                </a:lnTo>
                <a:lnTo>
                  <a:pt x="209" y="522"/>
                </a:lnTo>
                <a:lnTo>
                  <a:pt x="209" y="524"/>
                </a:lnTo>
                <a:lnTo>
                  <a:pt x="209" y="525"/>
                </a:lnTo>
                <a:lnTo>
                  <a:pt x="209" y="526"/>
                </a:lnTo>
                <a:lnTo>
                  <a:pt x="209" y="527"/>
                </a:lnTo>
                <a:lnTo>
                  <a:pt x="208" y="527"/>
                </a:lnTo>
                <a:lnTo>
                  <a:pt x="208" y="528"/>
                </a:lnTo>
                <a:lnTo>
                  <a:pt x="208" y="529"/>
                </a:lnTo>
                <a:lnTo>
                  <a:pt x="208" y="530"/>
                </a:lnTo>
                <a:lnTo>
                  <a:pt x="208" y="531"/>
                </a:lnTo>
                <a:lnTo>
                  <a:pt x="208" y="532"/>
                </a:lnTo>
                <a:lnTo>
                  <a:pt x="208" y="531"/>
                </a:lnTo>
                <a:lnTo>
                  <a:pt x="207" y="531"/>
                </a:lnTo>
                <a:lnTo>
                  <a:pt x="206" y="532"/>
                </a:lnTo>
                <a:lnTo>
                  <a:pt x="204" y="533"/>
                </a:lnTo>
                <a:lnTo>
                  <a:pt x="203" y="533"/>
                </a:lnTo>
                <a:lnTo>
                  <a:pt x="202" y="533"/>
                </a:lnTo>
                <a:lnTo>
                  <a:pt x="202" y="532"/>
                </a:lnTo>
                <a:lnTo>
                  <a:pt x="201" y="532"/>
                </a:lnTo>
                <a:lnTo>
                  <a:pt x="201" y="533"/>
                </a:lnTo>
                <a:lnTo>
                  <a:pt x="200" y="533"/>
                </a:lnTo>
                <a:lnTo>
                  <a:pt x="200" y="534"/>
                </a:lnTo>
                <a:lnTo>
                  <a:pt x="200" y="533"/>
                </a:lnTo>
                <a:lnTo>
                  <a:pt x="199" y="533"/>
                </a:lnTo>
                <a:lnTo>
                  <a:pt x="199" y="534"/>
                </a:lnTo>
                <a:lnTo>
                  <a:pt x="198" y="534"/>
                </a:lnTo>
                <a:lnTo>
                  <a:pt x="198" y="533"/>
                </a:lnTo>
                <a:lnTo>
                  <a:pt x="198" y="532"/>
                </a:lnTo>
                <a:lnTo>
                  <a:pt x="198" y="531"/>
                </a:lnTo>
                <a:lnTo>
                  <a:pt x="199" y="530"/>
                </a:lnTo>
                <a:lnTo>
                  <a:pt x="199" y="529"/>
                </a:lnTo>
                <a:lnTo>
                  <a:pt x="198" y="529"/>
                </a:lnTo>
                <a:lnTo>
                  <a:pt x="197" y="529"/>
                </a:lnTo>
                <a:lnTo>
                  <a:pt x="196" y="528"/>
                </a:lnTo>
                <a:lnTo>
                  <a:pt x="197" y="528"/>
                </a:lnTo>
                <a:lnTo>
                  <a:pt x="197" y="527"/>
                </a:lnTo>
                <a:lnTo>
                  <a:pt x="197" y="526"/>
                </a:lnTo>
                <a:lnTo>
                  <a:pt x="196" y="526"/>
                </a:lnTo>
                <a:lnTo>
                  <a:pt x="196" y="525"/>
                </a:lnTo>
                <a:lnTo>
                  <a:pt x="195" y="524"/>
                </a:lnTo>
                <a:lnTo>
                  <a:pt x="195" y="523"/>
                </a:lnTo>
                <a:lnTo>
                  <a:pt x="195" y="522"/>
                </a:lnTo>
                <a:lnTo>
                  <a:pt x="195" y="521"/>
                </a:lnTo>
                <a:lnTo>
                  <a:pt x="195" y="520"/>
                </a:lnTo>
                <a:lnTo>
                  <a:pt x="196" y="519"/>
                </a:lnTo>
                <a:lnTo>
                  <a:pt x="196" y="518"/>
                </a:lnTo>
                <a:lnTo>
                  <a:pt x="196" y="517"/>
                </a:lnTo>
                <a:lnTo>
                  <a:pt x="197" y="516"/>
                </a:lnTo>
                <a:lnTo>
                  <a:pt x="198" y="515"/>
                </a:lnTo>
                <a:lnTo>
                  <a:pt x="198" y="514"/>
                </a:lnTo>
                <a:lnTo>
                  <a:pt x="197" y="514"/>
                </a:lnTo>
                <a:lnTo>
                  <a:pt x="198" y="513"/>
                </a:lnTo>
                <a:lnTo>
                  <a:pt x="198" y="512"/>
                </a:lnTo>
                <a:lnTo>
                  <a:pt x="199" y="510"/>
                </a:lnTo>
                <a:lnTo>
                  <a:pt x="199" y="509"/>
                </a:lnTo>
                <a:lnTo>
                  <a:pt x="199" y="508"/>
                </a:lnTo>
                <a:lnTo>
                  <a:pt x="200" y="508"/>
                </a:lnTo>
                <a:lnTo>
                  <a:pt x="201" y="508"/>
                </a:lnTo>
                <a:lnTo>
                  <a:pt x="202" y="507"/>
                </a:lnTo>
                <a:lnTo>
                  <a:pt x="203" y="507"/>
                </a:lnTo>
                <a:lnTo>
                  <a:pt x="204" y="506"/>
                </a:lnTo>
                <a:lnTo>
                  <a:pt x="206" y="506"/>
                </a:lnTo>
                <a:lnTo>
                  <a:pt x="206" y="505"/>
                </a:lnTo>
                <a:lnTo>
                  <a:pt x="207" y="504"/>
                </a:lnTo>
                <a:lnTo>
                  <a:pt x="208" y="504"/>
                </a:lnTo>
                <a:lnTo>
                  <a:pt x="209" y="504"/>
                </a:lnTo>
                <a:lnTo>
                  <a:pt x="209" y="503"/>
                </a:lnTo>
                <a:lnTo>
                  <a:pt x="210" y="503"/>
                </a:lnTo>
                <a:lnTo>
                  <a:pt x="210" y="501"/>
                </a:lnTo>
                <a:lnTo>
                  <a:pt x="209" y="500"/>
                </a:lnTo>
                <a:lnTo>
                  <a:pt x="209" y="499"/>
                </a:lnTo>
                <a:lnTo>
                  <a:pt x="209" y="498"/>
                </a:lnTo>
                <a:lnTo>
                  <a:pt x="209" y="497"/>
                </a:lnTo>
                <a:lnTo>
                  <a:pt x="209" y="496"/>
                </a:lnTo>
                <a:lnTo>
                  <a:pt x="210" y="496"/>
                </a:lnTo>
                <a:lnTo>
                  <a:pt x="211" y="495"/>
                </a:lnTo>
                <a:lnTo>
                  <a:pt x="212" y="495"/>
                </a:lnTo>
                <a:lnTo>
                  <a:pt x="212" y="494"/>
                </a:lnTo>
                <a:lnTo>
                  <a:pt x="213" y="492"/>
                </a:lnTo>
                <a:lnTo>
                  <a:pt x="214" y="492"/>
                </a:lnTo>
                <a:lnTo>
                  <a:pt x="214" y="490"/>
                </a:lnTo>
                <a:lnTo>
                  <a:pt x="215" y="489"/>
                </a:lnTo>
                <a:lnTo>
                  <a:pt x="216" y="488"/>
                </a:lnTo>
                <a:lnTo>
                  <a:pt x="218" y="488"/>
                </a:lnTo>
                <a:lnTo>
                  <a:pt x="219" y="488"/>
                </a:lnTo>
                <a:lnTo>
                  <a:pt x="220" y="487"/>
                </a:lnTo>
                <a:lnTo>
                  <a:pt x="221" y="487"/>
                </a:lnTo>
                <a:lnTo>
                  <a:pt x="222" y="485"/>
                </a:lnTo>
                <a:lnTo>
                  <a:pt x="224" y="483"/>
                </a:lnTo>
                <a:lnTo>
                  <a:pt x="224" y="482"/>
                </a:lnTo>
                <a:lnTo>
                  <a:pt x="225" y="482"/>
                </a:lnTo>
                <a:lnTo>
                  <a:pt x="226" y="481"/>
                </a:lnTo>
                <a:lnTo>
                  <a:pt x="227" y="481"/>
                </a:lnTo>
                <a:lnTo>
                  <a:pt x="227" y="480"/>
                </a:lnTo>
                <a:lnTo>
                  <a:pt x="227" y="479"/>
                </a:lnTo>
                <a:lnTo>
                  <a:pt x="228" y="479"/>
                </a:lnTo>
                <a:lnTo>
                  <a:pt x="227" y="479"/>
                </a:lnTo>
                <a:lnTo>
                  <a:pt x="227" y="478"/>
                </a:lnTo>
                <a:lnTo>
                  <a:pt x="228" y="477"/>
                </a:lnTo>
                <a:lnTo>
                  <a:pt x="229" y="476"/>
                </a:lnTo>
                <a:lnTo>
                  <a:pt x="229" y="475"/>
                </a:lnTo>
                <a:lnTo>
                  <a:pt x="229" y="474"/>
                </a:lnTo>
                <a:lnTo>
                  <a:pt x="230" y="472"/>
                </a:lnTo>
                <a:lnTo>
                  <a:pt x="230" y="471"/>
                </a:lnTo>
                <a:lnTo>
                  <a:pt x="230" y="470"/>
                </a:lnTo>
                <a:lnTo>
                  <a:pt x="229" y="469"/>
                </a:lnTo>
                <a:lnTo>
                  <a:pt x="230" y="468"/>
                </a:lnTo>
                <a:lnTo>
                  <a:pt x="230" y="466"/>
                </a:lnTo>
                <a:lnTo>
                  <a:pt x="231" y="465"/>
                </a:lnTo>
                <a:lnTo>
                  <a:pt x="231" y="464"/>
                </a:lnTo>
                <a:lnTo>
                  <a:pt x="231" y="463"/>
                </a:lnTo>
                <a:lnTo>
                  <a:pt x="230" y="462"/>
                </a:lnTo>
                <a:lnTo>
                  <a:pt x="229" y="461"/>
                </a:lnTo>
                <a:lnTo>
                  <a:pt x="228" y="460"/>
                </a:lnTo>
                <a:lnTo>
                  <a:pt x="228" y="459"/>
                </a:lnTo>
                <a:lnTo>
                  <a:pt x="228" y="458"/>
                </a:lnTo>
                <a:lnTo>
                  <a:pt x="229" y="457"/>
                </a:lnTo>
                <a:lnTo>
                  <a:pt x="229" y="455"/>
                </a:lnTo>
                <a:lnTo>
                  <a:pt x="228" y="455"/>
                </a:lnTo>
                <a:lnTo>
                  <a:pt x="228" y="453"/>
                </a:lnTo>
                <a:lnTo>
                  <a:pt x="228" y="452"/>
                </a:lnTo>
                <a:lnTo>
                  <a:pt x="229" y="451"/>
                </a:lnTo>
                <a:lnTo>
                  <a:pt x="230" y="450"/>
                </a:lnTo>
                <a:lnTo>
                  <a:pt x="230" y="451"/>
                </a:lnTo>
                <a:lnTo>
                  <a:pt x="231" y="451"/>
                </a:lnTo>
                <a:lnTo>
                  <a:pt x="232" y="451"/>
                </a:lnTo>
                <a:lnTo>
                  <a:pt x="233" y="450"/>
                </a:lnTo>
                <a:lnTo>
                  <a:pt x="234" y="450"/>
                </a:lnTo>
                <a:lnTo>
                  <a:pt x="235" y="450"/>
                </a:lnTo>
                <a:lnTo>
                  <a:pt x="236" y="449"/>
                </a:lnTo>
                <a:lnTo>
                  <a:pt x="237" y="449"/>
                </a:lnTo>
                <a:lnTo>
                  <a:pt x="237" y="448"/>
                </a:lnTo>
                <a:lnTo>
                  <a:pt x="238" y="447"/>
                </a:lnTo>
                <a:lnTo>
                  <a:pt x="240" y="447"/>
                </a:lnTo>
                <a:lnTo>
                  <a:pt x="240" y="445"/>
                </a:lnTo>
                <a:lnTo>
                  <a:pt x="240" y="444"/>
                </a:lnTo>
                <a:lnTo>
                  <a:pt x="240" y="443"/>
                </a:lnTo>
                <a:lnTo>
                  <a:pt x="240" y="442"/>
                </a:lnTo>
                <a:lnTo>
                  <a:pt x="239" y="442"/>
                </a:lnTo>
                <a:lnTo>
                  <a:pt x="239" y="441"/>
                </a:lnTo>
                <a:lnTo>
                  <a:pt x="239" y="440"/>
                </a:lnTo>
                <a:lnTo>
                  <a:pt x="240" y="439"/>
                </a:lnTo>
                <a:lnTo>
                  <a:pt x="241" y="439"/>
                </a:lnTo>
                <a:lnTo>
                  <a:pt x="242" y="439"/>
                </a:lnTo>
                <a:lnTo>
                  <a:pt x="242" y="438"/>
                </a:lnTo>
                <a:lnTo>
                  <a:pt x="243" y="438"/>
                </a:lnTo>
                <a:lnTo>
                  <a:pt x="244" y="438"/>
                </a:lnTo>
                <a:lnTo>
                  <a:pt x="244" y="437"/>
                </a:lnTo>
                <a:lnTo>
                  <a:pt x="245" y="437"/>
                </a:lnTo>
                <a:lnTo>
                  <a:pt x="245" y="436"/>
                </a:lnTo>
                <a:lnTo>
                  <a:pt x="243" y="436"/>
                </a:lnTo>
                <a:lnTo>
                  <a:pt x="242" y="436"/>
                </a:lnTo>
                <a:lnTo>
                  <a:pt x="242" y="435"/>
                </a:lnTo>
                <a:lnTo>
                  <a:pt x="241" y="435"/>
                </a:lnTo>
                <a:lnTo>
                  <a:pt x="240" y="435"/>
                </a:lnTo>
                <a:lnTo>
                  <a:pt x="239" y="435"/>
                </a:lnTo>
                <a:lnTo>
                  <a:pt x="238" y="435"/>
                </a:lnTo>
                <a:lnTo>
                  <a:pt x="238" y="436"/>
                </a:lnTo>
                <a:lnTo>
                  <a:pt x="237" y="435"/>
                </a:lnTo>
                <a:lnTo>
                  <a:pt x="236" y="435"/>
                </a:lnTo>
                <a:lnTo>
                  <a:pt x="235" y="435"/>
                </a:lnTo>
                <a:lnTo>
                  <a:pt x="235" y="434"/>
                </a:lnTo>
                <a:lnTo>
                  <a:pt x="234" y="434"/>
                </a:lnTo>
                <a:lnTo>
                  <a:pt x="235" y="434"/>
                </a:lnTo>
                <a:lnTo>
                  <a:pt x="234" y="433"/>
                </a:lnTo>
                <a:lnTo>
                  <a:pt x="233" y="433"/>
                </a:lnTo>
                <a:lnTo>
                  <a:pt x="233" y="434"/>
                </a:lnTo>
                <a:lnTo>
                  <a:pt x="232" y="434"/>
                </a:lnTo>
                <a:lnTo>
                  <a:pt x="231" y="433"/>
                </a:lnTo>
                <a:lnTo>
                  <a:pt x="231" y="432"/>
                </a:lnTo>
                <a:lnTo>
                  <a:pt x="230" y="433"/>
                </a:lnTo>
                <a:lnTo>
                  <a:pt x="229" y="434"/>
                </a:lnTo>
                <a:lnTo>
                  <a:pt x="228" y="434"/>
                </a:lnTo>
                <a:lnTo>
                  <a:pt x="228" y="435"/>
                </a:lnTo>
                <a:lnTo>
                  <a:pt x="227" y="436"/>
                </a:lnTo>
                <a:lnTo>
                  <a:pt x="227" y="437"/>
                </a:lnTo>
                <a:lnTo>
                  <a:pt x="226" y="437"/>
                </a:lnTo>
                <a:lnTo>
                  <a:pt x="227" y="437"/>
                </a:lnTo>
                <a:lnTo>
                  <a:pt x="227" y="438"/>
                </a:lnTo>
                <a:lnTo>
                  <a:pt x="226" y="438"/>
                </a:lnTo>
                <a:lnTo>
                  <a:pt x="226" y="437"/>
                </a:lnTo>
                <a:lnTo>
                  <a:pt x="225" y="437"/>
                </a:lnTo>
                <a:lnTo>
                  <a:pt x="224" y="437"/>
                </a:lnTo>
                <a:lnTo>
                  <a:pt x="222" y="437"/>
                </a:lnTo>
                <a:lnTo>
                  <a:pt x="222" y="436"/>
                </a:lnTo>
                <a:lnTo>
                  <a:pt x="222" y="435"/>
                </a:lnTo>
                <a:lnTo>
                  <a:pt x="221" y="434"/>
                </a:lnTo>
                <a:lnTo>
                  <a:pt x="220" y="434"/>
                </a:lnTo>
                <a:lnTo>
                  <a:pt x="220" y="433"/>
                </a:lnTo>
                <a:lnTo>
                  <a:pt x="220" y="432"/>
                </a:lnTo>
                <a:lnTo>
                  <a:pt x="220" y="431"/>
                </a:lnTo>
                <a:lnTo>
                  <a:pt x="219" y="430"/>
                </a:lnTo>
                <a:lnTo>
                  <a:pt x="219" y="429"/>
                </a:lnTo>
                <a:lnTo>
                  <a:pt x="218" y="429"/>
                </a:lnTo>
                <a:lnTo>
                  <a:pt x="218" y="428"/>
                </a:lnTo>
                <a:lnTo>
                  <a:pt x="217" y="428"/>
                </a:lnTo>
                <a:lnTo>
                  <a:pt x="217" y="426"/>
                </a:lnTo>
                <a:lnTo>
                  <a:pt x="218" y="426"/>
                </a:lnTo>
                <a:lnTo>
                  <a:pt x="218" y="425"/>
                </a:lnTo>
                <a:lnTo>
                  <a:pt x="218" y="423"/>
                </a:lnTo>
                <a:lnTo>
                  <a:pt x="218" y="422"/>
                </a:lnTo>
                <a:lnTo>
                  <a:pt x="219" y="422"/>
                </a:lnTo>
                <a:lnTo>
                  <a:pt x="219" y="421"/>
                </a:lnTo>
                <a:lnTo>
                  <a:pt x="220" y="420"/>
                </a:lnTo>
                <a:lnTo>
                  <a:pt x="220" y="418"/>
                </a:lnTo>
                <a:lnTo>
                  <a:pt x="221" y="418"/>
                </a:lnTo>
                <a:lnTo>
                  <a:pt x="222" y="418"/>
                </a:lnTo>
                <a:lnTo>
                  <a:pt x="224" y="418"/>
                </a:lnTo>
                <a:lnTo>
                  <a:pt x="224" y="417"/>
                </a:lnTo>
                <a:lnTo>
                  <a:pt x="224" y="416"/>
                </a:lnTo>
                <a:lnTo>
                  <a:pt x="222" y="416"/>
                </a:lnTo>
                <a:lnTo>
                  <a:pt x="222" y="415"/>
                </a:lnTo>
                <a:lnTo>
                  <a:pt x="222" y="413"/>
                </a:lnTo>
                <a:lnTo>
                  <a:pt x="222" y="412"/>
                </a:lnTo>
                <a:lnTo>
                  <a:pt x="224" y="412"/>
                </a:lnTo>
                <a:lnTo>
                  <a:pt x="225" y="411"/>
                </a:lnTo>
                <a:lnTo>
                  <a:pt x="224" y="411"/>
                </a:lnTo>
                <a:lnTo>
                  <a:pt x="224" y="410"/>
                </a:lnTo>
                <a:lnTo>
                  <a:pt x="225" y="410"/>
                </a:lnTo>
                <a:lnTo>
                  <a:pt x="224" y="409"/>
                </a:lnTo>
                <a:lnTo>
                  <a:pt x="222" y="409"/>
                </a:lnTo>
                <a:lnTo>
                  <a:pt x="222" y="408"/>
                </a:lnTo>
                <a:lnTo>
                  <a:pt x="224" y="407"/>
                </a:lnTo>
                <a:lnTo>
                  <a:pt x="224" y="406"/>
                </a:lnTo>
                <a:lnTo>
                  <a:pt x="225" y="406"/>
                </a:lnTo>
                <a:lnTo>
                  <a:pt x="225" y="404"/>
                </a:lnTo>
                <a:lnTo>
                  <a:pt x="225" y="402"/>
                </a:lnTo>
                <a:lnTo>
                  <a:pt x="225" y="401"/>
                </a:lnTo>
                <a:lnTo>
                  <a:pt x="226" y="401"/>
                </a:lnTo>
                <a:lnTo>
                  <a:pt x="226" y="400"/>
                </a:lnTo>
                <a:lnTo>
                  <a:pt x="226" y="399"/>
                </a:lnTo>
                <a:lnTo>
                  <a:pt x="227" y="399"/>
                </a:lnTo>
                <a:lnTo>
                  <a:pt x="226" y="397"/>
                </a:lnTo>
                <a:lnTo>
                  <a:pt x="226" y="395"/>
                </a:lnTo>
                <a:lnTo>
                  <a:pt x="225" y="395"/>
                </a:lnTo>
                <a:lnTo>
                  <a:pt x="224" y="395"/>
                </a:lnTo>
                <a:lnTo>
                  <a:pt x="222" y="396"/>
                </a:lnTo>
                <a:lnTo>
                  <a:pt x="220" y="396"/>
                </a:lnTo>
                <a:lnTo>
                  <a:pt x="219" y="395"/>
                </a:lnTo>
                <a:lnTo>
                  <a:pt x="219" y="396"/>
                </a:lnTo>
                <a:lnTo>
                  <a:pt x="218" y="396"/>
                </a:lnTo>
                <a:lnTo>
                  <a:pt x="218" y="395"/>
                </a:lnTo>
                <a:lnTo>
                  <a:pt x="218" y="394"/>
                </a:lnTo>
                <a:lnTo>
                  <a:pt x="218" y="393"/>
                </a:lnTo>
                <a:lnTo>
                  <a:pt x="218" y="392"/>
                </a:lnTo>
                <a:lnTo>
                  <a:pt x="217" y="392"/>
                </a:lnTo>
                <a:lnTo>
                  <a:pt x="216" y="392"/>
                </a:lnTo>
                <a:lnTo>
                  <a:pt x="215" y="392"/>
                </a:lnTo>
                <a:lnTo>
                  <a:pt x="215" y="391"/>
                </a:lnTo>
                <a:lnTo>
                  <a:pt x="214" y="392"/>
                </a:lnTo>
                <a:lnTo>
                  <a:pt x="212" y="392"/>
                </a:lnTo>
                <a:lnTo>
                  <a:pt x="211" y="392"/>
                </a:lnTo>
                <a:lnTo>
                  <a:pt x="210" y="392"/>
                </a:lnTo>
                <a:lnTo>
                  <a:pt x="209" y="392"/>
                </a:lnTo>
                <a:lnTo>
                  <a:pt x="208" y="392"/>
                </a:lnTo>
                <a:lnTo>
                  <a:pt x="207" y="392"/>
                </a:lnTo>
                <a:lnTo>
                  <a:pt x="207" y="391"/>
                </a:lnTo>
                <a:lnTo>
                  <a:pt x="206" y="391"/>
                </a:lnTo>
                <a:lnTo>
                  <a:pt x="206" y="390"/>
                </a:lnTo>
                <a:lnTo>
                  <a:pt x="205" y="390"/>
                </a:lnTo>
                <a:lnTo>
                  <a:pt x="204" y="390"/>
                </a:lnTo>
                <a:lnTo>
                  <a:pt x="203" y="390"/>
                </a:lnTo>
                <a:lnTo>
                  <a:pt x="203" y="389"/>
                </a:lnTo>
                <a:lnTo>
                  <a:pt x="202" y="389"/>
                </a:lnTo>
                <a:lnTo>
                  <a:pt x="201" y="388"/>
                </a:lnTo>
                <a:lnTo>
                  <a:pt x="201" y="389"/>
                </a:lnTo>
                <a:lnTo>
                  <a:pt x="200" y="389"/>
                </a:lnTo>
                <a:lnTo>
                  <a:pt x="200" y="388"/>
                </a:lnTo>
                <a:lnTo>
                  <a:pt x="199" y="388"/>
                </a:lnTo>
                <a:lnTo>
                  <a:pt x="200" y="387"/>
                </a:lnTo>
                <a:lnTo>
                  <a:pt x="200" y="386"/>
                </a:lnTo>
                <a:lnTo>
                  <a:pt x="199" y="386"/>
                </a:lnTo>
                <a:lnTo>
                  <a:pt x="198" y="386"/>
                </a:lnTo>
                <a:lnTo>
                  <a:pt x="198" y="385"/>
                </a:lnTo>
                <a:lnTo>
                  <a:pt x="198" y="384"/>
                </a:lnTo>
                <a:lnTo>
                  <a:pt x="197" y="384"/>
                </a:lnTo>
                <a:lnTo>
                  <a:pt x="196" y="384"/>
                </a:lnTo>
                <a:lnTo>
                  <a:pt x="195" y="384"/>
                </a:lnTo>
                <a:lnTo>
                  <a:pt x="194" y="385"/>
                </a:lnTo>
                <a:lnTo>
                  <a:pt x="195" y="385"/>
                </a:lnTo>
                <a:lnTo>
                  <a:pt x="195" y="386"/>
                </a:lnTo>
                <a:lnTo>
                  <a:pt x="195" y="387"/>
                </a:lnTo>
                <a:lnTo>
                  <a:pt x="195" y="388"/>
                </a:lnTo>
                <a:lnTo>
                  <a:pt x="195" y="389"/>
                </a:lnTo>
                <a:lnTo>
                  <a:pt x="194" y="390"/>
                </a:lnTo>
                <a:lnTo>
                  <a:pt x="193" y="390"/>
                </a:lnTo>
                <a:lnTo>
                  <a:pt x="193" y="391"/>
                </a:lnTo>
                <a:lnTo>
                  <a:pt x="194" y="392"/>
                </a:lnTo>
                <a:lnTo>
                  <a:pt x="194" y="394"/>
                </a:lnTo>
                <a:lnTo>
                  <a:pt x="194" y="395"/>
                </a:lnTo>
                <a:lnTo>
                  <a:pt x="193" y="396"/>
                </a:lnTo>
                <a:lnTo>
                  <a:pt x="193" y="397"/>
                </a:lnTo>
                <a:lnTo>
                  <a:pt x="192" y="397"/>
                </a:lnTo>
                <a:lnTo>
                  <a:pt x="193" y="396"/>
                </a:lnTo>
                <a:lnTo>
                  <a:pt x="192" y="395"/>
                </a:lnTo>
                <a:lnTo>
                  <a:pt x="191" y="395"/>
                </a:lnTo>
                <a:lnTo>
                  <a:pt x="189" y="395"/>
                </a:lnTo>
                <a:lnTo>
                  <a:pt x="188" y="395"/>
                </a:lnTo>
                <a:lnTo>
                  <a:pt x="187" y="395"/>
                </a:lnTo>
                <a:lnTo>
                  <a:pt x="186" y="396"/>
                </a:lnTo>
                <a:lnTo>
                  <a:pt x="185" y="397"/>
                </a:lnTo>
                <a:lnTo>
                  <a:pt x="184" y="397"/>
                </a:lnTo>
                <a:lnTo>
                  <a:pt x="183" y="396"/>
                </a:lnTo>
                <a:lnTo>
                  <a:pt x="183" y="397"/>
                </a:lnTo>
                <a:lnTo>
                  <a:pt x="181" y="396"/>
                </a:lnTo>
                <a:lnTo>
                  <a:pt x="179" y="396"/>
                </a:lnTo>
                <a:lnTo>
                  <a:pt x="179" y="397"/>
                </a:lnTo>
                <a:lnTo>
                  <a:pt x="178" y="398"/>
                </a:lnTo>
                <a:lnTo>
                  <a:pt x="176" y="396"/>
                </a:lnTo>
                <a:lnTo>
                  <a:pt x="176" y="395"/>
                </a:lnTo>
                <a:lnTo>
                  <a:pt x="176" y="394"/>
                </a:lnTo>
                <a:lnTo>
                  <a:pt x="177" y="393"/>
                </a:lnTo>
                <a:lnTo>
                  <a:pt x="177" y="392"/>
                </a:lnTo>
                <a:lnTo>
                  <a:pt x="177" y="391"/>
                </a:lnTo>
                <a:lnTo>
                  <a:pt x="176" y="390"/>
                </a:lnTo>
                <a:lnTo>
                  <a:pt x="176" y="391"/>
                </a:lnTo>
                <a:lnTo>
                  <a:pt x="175" y="392"/>
                </a:lnTo>
                <a:lnTo>
                  <a:pt x="175" y="393"/>
                </a:lnTo>
                <a:lnTo>
                  <a:pt x="173" y="393"/>
                </a:lnTo>
                <a:lnTo>
                  <a:pt x="173" y="392"/>
                </a:lnTo>
                <a:lnTo>
                  <a:pt x="171" y="391"/>
                </a:lnTo>
                <a:lnTo>
                  <a:pt x="170" y="390"/>
                </a:lnTo>
                <a:lnTo>
                  <a:pt x="169" y="390"/>
                </a:lnTo>
                <a:lnTo>
                  <a:pt x="169" y="391"/>
                </a:lnTo>
                <a:lnTo>
                  <a:pt x="168" y="391"/>
                </a:lnTo>
                <a:lnTo>
                  <a:pt x="168" y="392"/>
                </a:lnTo>
                <a:lnTo>
                  <a:pt x="167" y="392"/>
                </a:lnTo>
                <a:lnTo>
                  <a:pt x="167" y="391"/>
                </a:lnTo>
                <a:lnTo>
                  <a:pt x="166" y="391"/>
                </a:lnTo>
                <a:lnTo>
                  <a:pt x="166" y="390"/>
                </a:lnTo>
                <a:lnTo>
                  <a:pt x="165" y="390"/>
                </a:lnTo>
                <a:lnTo>
                  <a:pt x="165" y="389"/>
                </a:lnTo>
                <a:lnTo>
                  <a:pt x="163" y="391"/>
                </a:lnTo>
                <a:lnTo>
                  <a:pt x="162" y="392"/>
                </a:lnTo>
                <a:lnTo>
                  <a:pt x="162" y="393"/>
                </a:lnTo>
                <a:lnTo>
                  <a:pt x="161" y="393"/>
                </a:lnTo>
                <a:lnTo>
                  <a:pt x="160" y="393"/>
                </a:lnTo>
                <a:lnTo>
                  <a:pt x="159" y="394"/>
                </a:lnTo>
                <a:lnTo>
                  <a:pt x="159" y="395"/>
                </a:lnTo>
                <a:lnTo>
                  <a:pt x="159" y="396"/>
                </a:lnTo>
                <a:lnTo>
                  <a:pt x="159" y="397"/>
                </a:lnTo>
                <a:lnTo>
                  <a:pt x="159" y="398"/>
                </a:lnTo>
                <a:lnTo>
                  <a:pt x="159" y="399"/>
                </a:lnTo>
                <a:lnTo>
                  <a:pt x="158" y="400"/>
                </a:lnTo>
                <a:lnTo>
                  <a:pt x="158" y="401"/>
                </a:lnTo>
                <a:lnTo>
                  <a:pt x="157" y="402"/>
                </a:lnTo>
                <a:lnTo>
                  <a:pt x="157" y="403"/>
                </a:lnTo>
                <a:lnTo>
                  <a:pt x="156" y="404"/>
                </a:lnTo>
                <a:lnTo>
                  <a:pt x="155" y="404"/>
                </a:lnTo>
                <a:lnTo>
                  <a:pt x="155" y="405"/>
                </a:lnTo>
                <a:lnTo>
                  <a:pt x="155" y="406"/>
                </a:lnTo>
                <a:lnTo>
                  <a:pt x="154" y="406"/>
                </a:lnTo>
                <a:lnTo>
                  <a:pt x="153" y="405"/>
                </a:lnTo>
                <a:lnTo>
                  <a:pt x="153" y="404"/>
                </a:lnTo>
                <a:lnTo>
                  <a:pt x="152" y="404"/>
                </a:lnTo>
                <a:lnTo>
                  <a:pt x="152" y="405"/>
                </a:lnTo>
                <a:lnTo>
                  <a:pt x="150" y="407"/>
                </a:lnTo>
                <a:lnTo>
                  <a:pt x="149" y="407"/>
                </a:lnTo>
                <a:lnTo>
                  <a:pt x="148" y="408"/>
                </a:lnTo>
                <a:lnTo>
                  <a:pt x="147" y="409"/>
                </a:lnTo>
                <a:lnTo>
                  <a:pt x="147" y="410"/>
                </a:lnTo>
                <a:lnTo>
                  <a:pt x="146" y="411"/>
                </a:lnTo>
                <a:lnTo>
                  <a:pt x="145" y="411"/>
                </a:lnTo>
                <a:lnTo>
                  <a:pt x="144" y="412"/>
                </a:lnTo>
                <a:lnTo>
                  <a:pt x="144" y="413"/>
                </a:lnTo>
                <a:lnTo>
                  <a:pt x="143" y="413"/>
                </a:lnTo>
                <a:lnTo>
                  <a:pt x="143" y="415"/>
                </a:lnTo>
                <a:lnTo>
                  <a:pt x="143" y="416"/>
                </a:lnTo>
                <a:lnTo>
                  <a:pt x="143" y="415"/>
                </a:lnTo>
                <a:lnTo>
                  <a:pt x="142" y="415"/>
                </a:lnTo>
                <a:lnTo>
                  <a:pt x="141" y="416"/>
                </a:lnTo>
                <a:lnTo>
                  <a:pt x="141" y="417"/>
                </a:lnTo>
                <a:lnTo>
                  <a:pt x="142" y="418"/>
                </a:lnTo>
                <a:lnTo>
                  <a:pt x="142" y="419"/>
                </a:lnTo>
                <a:lnTo>
                  <a:pt x="141" y="419"/>
                </a:lnTo>
                <a:lnTo>
                  <a:pt x="141" y="421"/>
                </a:lnTo>
                <a:lnTo>
                  <a:pt x="140" y="422"/>
                </a:lnTo>
                <a:lnTo>
                  <a:pt x="140" y="423"/>
                </a:lnTo>
                <a:lnTo>
                  <a:pt x="140" y="424"/>
                </a:lnTo>
                <a:lnTo>
                  <a:pt x="139" y="425"/>
                </a:lnTo>
                <a:lnTo>
                  <a:pt x="138" y="426"/>
                </a:lnTo>
                <a:lnTo>
                  <a:pt x="137" y="426"/>
                </a:lnTo>
                <a:lnTo>
                  <a:pt x="136" y="427"/>
                </a:lnTo>
                <a:lnTo>
                  <a:pt x="135" y="426"/>
                </a:lnTo>
                <a:lnTo>
                  <a:pt x="134" y="426"/>
                </a:lnTo>
                <a:lnTo>
                  <a:pt x="134" y="427"/>
                </a:lnTo>
                <a:lnTo>
                  <a:pt x="133" y="427"/>
                </a:lnTo>
                <a:lnTo>
                  <a:pt x="132" y="426"/>
                </a:lnTo>
                <a:lnTo>
                  <a:pt x="132" y="425"/>
                </a:lnTo>
                <a:lnTo>
                  <a:pt x="132" y="424"/>
                </a:lnTo>
                <a:lnTo>
                  <a:pt x="132" y="423"/>
                </a:lnTo>
                <a:lnTo>
                  <a:pt x="131" y="423"/>
                </a:lnTo>
                <a:lnTo>
                  <a:pt x="132" y="422"/>
                </a:lnTo>
                <a:lnTo>
                  <a:pt x="132" y="421"/>
                </a:lnTo>
                <a:lnTo>
                  <a:pt x="131" y="421"/>
                </a:lnTo>
                <a:lnTo>
                  <a:pt x="131" y="419"/>
                </a:lnTo>
                <a:lnTo>
                  <a:pt x="129" y="419"/>
                </a:lnTo>
                <a:lnTo>
                  <a:pt x="128" y="419"/>
                </a:lnTo>
                <a:lnTo>
                  <a:pt x="128" y="418"/>
                </a:lnTo>
                <a:lnTo>
                  <a:pt x="128" y="417"/>
                </a:lnTo>
                <a:lnTo>
                  <a:pt x="127" y="416"/>
                </a:lnTo>
                <a:lnTo>
                  <a:pt x="126" y="416"/>
                </a:lnTo>
                <a:lnTo>
                  <a:pt x="126" y="417"/>
                </a:lnTo>
                <a:lnTo>
                  <a:pt x="125" y="418"/>
                </a:lnTo>
                <a:lnTo>
                  <a:pt x="124" y="419"/>
                </a:lnTo>
                <a:lnTo>
                  <a:pt x="124" y="420"/>
                </a:lnTo>
                <a:lnTo>
                  <a:pt x="124" y="421"/>
                </a:lnTo>
                <a:lnTo>
                  <a:pt x="123" y="421"/>
                </a:lnTo>
                <a:lnTo>
                  <a:pt x="122" y="421"/>
                </a:lnTo>
                <a:lnTo>
                  <a:pt x="122" y="420"/>
                </a:lnTo>
                <a:lnTo>
                  <a:pt x="121" y="420"/>
                </a:lnTo>
                <a:lnTo>
                  <a:pt x="121" y="419"/>
                </a:lnTo>
                <a:lnTo>
                  <a:pt x="120" y="419"/>
                </a:lnTo>
                <a:lnTo>
                  <a:pt x="120" y="420"/>
                </a:lnTo>
                <a:lnTo>
                  <a:pt x="119" y="420"/>
                </a:lnTo>
                <a:lnTo>
                  <a:pt x="119" y="421"/>
                </a:lnTo>
                <a:lnTo>
                  <a:pt x="118" y="421"/>
                </a:lnTo>
                <a:lnTo>
                  <a:pt x="118" y="420"/>
                </a:lnTo>
                <a:lnTo>
                  <a:pt x="118" y="419"/>
                </a:lnTo>
                <a:lnTo>
                  <a:pt x="117" y="419"/>
                </a:lnTo>
                <a:lnTo>
                  <a:pt x="115" y="419"/>
                </a:lnTo>
                <a:lnTo>
                  <a:pt x="116" y="418"/>
                </a:lnTo>
                <a:lnTo>
                  <a:pt x="116" y="417"/>
                </a:lnTo>
                <a:lnTo>
                  <a:pt x="116" y="416"/>
                </a:lnTo>
                <a:lnTo>
                  <a:pt x="116" y="415"/>
                </a:lnTo>
                <a:lnTo>
                  <a:pt x="116" y="414"/>
                </a:lnTo>
                <a:lnTo>
                  <a:pt x="116" y="413"/>
                </a:lnTo>
                <a:lnTo>
                  <a:pt x="117" y="413"/>
                </a:lnTo>
                <a:lnTo>
                  <a:pt x="117" y="412"/>
                </a:lnTo>
                <a:lnTo>
                  <a:pt x="118" y="411"/>
                </a:lnTo>
                <a:lnTo>
                  <a:pt x="118" y="410"/>
                </a:lnTo>
                <a:lnTo>
                  <a:pt x="118" y="409"/>
                </a:lnTo>
                <a:lnTo>
                  <a:pt x="118" y="408"/>
                </a:lnTo>
                <a:lnTo>
                  <a:pt x="117" y="408"/>
                </a:lnTo>
                <a:lnTo>
                  <a:pt x="118" y="408"/>
                </a:lnTo>
                <a:lnTo>
                  <a:pt x="118" y="407"/>
                </a:lnTo>
                <a:lnTo>
                  <a:pt x="118" y="406"/>
                </a:lnTo>
                <a:lnTo>
                  <a:pt x="117" y="405"/>
                </a:lnTo>
                <a:lnTo>
                  <a:pt x="117" y="406"/>
                </a:lnTo>
                <a:lnTo>
                  <a:pt x="116" y="406"/>
                </a:lnTo>
                <a:lnTo>
                  <a:pt x="115" y="406"/>
                </a:lnTo>
                <a:lnTo>
                  <a:pt x="114" y="405"/>
                </a:lnTo>
                <a:lnTo>
                  <a:pt x="114" y="406"/>
                </a:lnTo>
                <a:lnTo>
                  <a:pt x="113" y="406"/>
                </a:lnTo>
                <a:lnTo>
                  <a:pt x="112" y="406"/>
                </a:lnTo>
                <a:lnTo>
                  <a:pt x="111" y="405"/>
                </a:lnTo>
                <a:lnTo>
                  <a:pt x="111" y="404"/>
                </a:lnTo>
                <a:lnTo>
                  <a:pt x="110" y="404"/>
                </a:lnTo>
                <a:lnTo>
                  <a:pt x="109" y="404"/>
                </a:lnTo>
                <a:lnTo>
                  <a:pt x="108" y="404"/>
                </a:lnTo>
                <a:lnTo>
                  <a:pt x="108" y="403"/>
                </a:lnTo>
                <a:lnTo>
                  <a:pt x="107" y="403"/>
                </a:lnTo>
                <a:lnTo>
                  <a:pt x="106" y="403"/>
                </a:lnTo>
                <a:lnTo>
                  <a:pt x="105" y="404"/>
                </a:lnTo>
                <a:lnTo>
                  <a:pt x="105" y="405"/>
                </a:lnTo>
                <a:lnTo>
                  <a:pt x="103" y="407"/>
                </a:lnTo>
                <a:lnTo>
                  <a:pt x="101" y="407"/>
                </a:lnTo>
                <a:lnTo>
                  <a:pt x="101" y="410"/>
                </a:lnTo>
                <a:lnTo>
                  <a:pt x="101" y="412"/>
                </a:lnTo>
                <a:lnTo>
                  <a:pt x="100" y="413"/>
                </a:lnTo>
                <a:lnTo>
                  <a:pt x="99" y="416"/>
                </a:lnTo>
                <a:lnTo>
                  <a:pt x="99" y="417"/>
                </a:lnTo>
                <a:lnTo>
                  <a:pt x="99" y="418"/>
                </a:lnTo>
                <a:lnTo>
                  <a:pt x="99" y="419"/>
                </a:lnTo>
                <a:lnTo>
                  <a:pt x="98" y="420"/>
                </a:lnTo>
                <a:lnTo>
                  <a:pt x="97" y="420"/>
                </a:lnTo>
                <a:lnTo>
                  <a:pt x="95" y="420"/>
                </a:lnTo>
                <a:lnTo>
                  <a:pt x="94" y="419"/>
                </a:lnTo>
                <a:lnTo>
                  <a:pt x="93" y="419"/>
                </a:lnTo>
                <a:lnTo>
                  <a:pt x="92" y="419"/>
                </a:lnTo>
                <a:lnTo>
                  <a:pt x="91" y="420"/>
                </a:lnTo>
                <a:lnTo>
                  <a:pt x="91" y="421"/>
                </a:lnTo>
                <a:lnTo>
                  <a:pt x="91" y="422"/>
                </a:lnTo>
                <a:lnTo>
                  <a:pt x="90" y="422"/>
                </a:lnTo>
                <a:lnTo>
                  <a:pt x="90" y="424"/>
                </a:lnTo>
                <a:lnTo>
                  <a:pt x="90" y="425"/>
                </a:lnTo>
                <a:lnTo>
                  <a:pt x="91" y="425"/>
                </a:lnTo>
                <a:lnTo>
                  <a:pt x="92" y="425"/>
                </a:lnTo>
                <a:lnTo>
                  <a:pt x="93" y="426"/>
                </a:lnTo>
                <a:lnTo>
                  <a:pt x="92" y="426"/>
                </a:lnTo>
                <a:lnTo>
                  <a:pt x="92" y="428"/>
                </a:lnTo>
                <a:lnTo>
                  <a:pt x="93" y="429"/>
                </a:lnTo>
                <a:lnTo>
                  <a:pt x="93" y="430"/>
                </a:lnTo>
                <a:lnTo>
                  <a:pt x="94" y="431"/>
                </a:lnTo>
                <a:lnTo>
                  <a:pt x="94" y="432"/>
                </a:lnTo>
                <a:lnTo>
                  <a:pt x="94" y="433"/>
                </a:lnTo>
                <a:lnTo>
                  <a:pt x="93" y="433"/>
                </a:lnTo>
                <a:lnTo>
                  <a:pt x="93" y="434"/>
                </a:lnTo>
                <a:lnTo>
                  <a:pt x="93" y="435"/>
                </a:lnTo>
                <a:lnTo>
                  <a:pt x="92" y="435"/>
                </a:lnTo>
                <a:lnTo>
                  <a:pt x="90" y="436"/>
                </a:lnTo>
                <a:lnTo>
                  <a:pt x="89" y="436"/>
                </a:lnTo>
                <a:lnTo>
                  <a:pt x="88" y="436"/>
                </a:lnTo>
                <a:lnTo>
                  <a:pt x="88" y="435"/>
                </a:lnTo>
                <a:lnTo>
                  <a:pt x="88" y="434"/>
                </a:lnTo>
                <a:lnTo>
                  <a:pt x="86" y="434"/>
                </a:lnTo>
                <a:lnTo>
                  <a:pt x="86" y="435"/>
                </a:lnTo>
                <a:lnTo>
                  <a:pt x="84" y="435"/>
                </a:lnTo>
                <a:lnTo>
                  <a:pt x="83" y="435"/>
                </a:lnTo>
                <a:lnTo>
                  <a:pt x="82" y="435"/>
                </a:lnTo>
                <a:lnTo>
                  <a:pt x="81" y="435"/>
                </a:lnTo>
                <a:lnTo>
                  <a:pt x="80" y="434"/>
                </a:lnTo>
                <a:lnTo>
                  <a:pt x="81" y="433"/>
                </a:lnTo>
                <a:lnTo>
                  <a:pt x="82" y="433"/>
                </a:lnTo>
                <a:lnTo>
                  <a:pt x="82" y="432"/>
                </a:lnTo>
                <a:lnTo>
                  <a:pt x="81" y="432"/>
                </a:lnTo>
                <a:lnTo>
                  <a:pt x="80" y="431"/>
                </a:lnTo>
                <a:lnTo>
                  <a:pt x="81" y="430"/>
                </a:lnTo>
                <a:lnTo>
                  <a:pt x="81" y="429"/>
                </a:lnTo>
                <a:lnTo>
                  <a:pt x="82" y="428"/>
                </a:lnTo>
                <a:lnTo>
                  <a:pt x="82" y="427"/>
                </a:lnTo>
                <a:lnTo>
                  <a:pt x="82" y="428"/>
                </a:lnTo>
                <a:lnTo>
                  <a:pt x="83" y="428"/>
                </a:lnTo>
                <a:lnTo>
                  <a:pt x="84" y="427"/>
                </a:lnTo>
                <a:lnTo>
                  <a:pt x="84" y="426"/>
                </a:lnTo>
                <a:lnTo>
                  <a:pt x="85" y="424"/>
                </a:lnTo>
                <a:lnTo>
                  <a:pt x="84" y="423"/>
                </a:lnTo>
                <a:lnTo>
                  <a:pt x="83" y="422"/>
                </a:lnTo>
                <a:lnTo>
                  <a:pt x="82" y="422"/>
                </a:lnTo>
                <a:lnTo>
                  <a:pt x="82" y="423"/>
                </a:lnTo>
                <a:lnTo>
                  <a:pt x="83" y="423"/>
                </a:lnTo>
                <a:lnTo>
                  <a:pt x="82" y="423"/>
                </a:lnTo>
                <a:lnTo>
                  <a:pt x="81" y="423"/>
                </a:lnTo>
                <a:lnTo>
                  <a:pt x="81" y="422"/>
                </a:lnTo>
                <a:lnTo>
                  <a:pt x="81" y="421"/>
                </a:lnTo>
                <a:lnTo>
                  <a:pt x="80" y="421"/>
                </a:lnTo>
                <a:lnTo>
                  <a:pt x="80" y="422"/>
                </a:lnTo>
                <a:lnTo>
                  <a:pt x="79" y="422"/>
                </a:lnTo>
                <a:lnTo>
                  <a:pt x="78" y="422"/>
                </a:lnTo>
                <a:lnTo>
                  <a:pt x="78" y="421"/>
                </a:lnTo>
                <a:lnTo>
                  <a:pt x="78" y="420"/>
                </a:lnTo>
                <a:lnTo>
                  <a:pt x="78" y="419"/>
                </a:lnTo>
                <a:lnTo>
                  <a:pt x="78" y="418"/>
                </a:lnTo>
                <a:lnTo>
                  <a:pt x="77" y="418"/>
                </a:lnTo>
                <a:lnTo>
                  <a:pt x="76" y="418"/>
                </a:lnTo>
                <a:lnTo>
                  <a:pt x="75" y="419"/>
                </a:lnTo>
                <a:lnTo>
                  <a:pt x="74" y="419"/>
                </a:lnTo>
                <a:lnTo>
                  <a:pt x="74" y="420"/>
                </a:lnTo>
                <a:lnTo>
                  <a:pt x="73" y="421"/>
                </a:lnTo>
                <a:lnTo>
                  <a:pt x="72" y="421"/>
                </a:lnTo>
                <a:lnTo>
                  <a:pt x="71" y="422"/>
                </a:lnTo>
                <a:lnTo>
                  <a:pt x="71" y="421"/>
                </a:lnTo>
                <a:lnTo>
                  <a:pt x="70" y="421"/>
                </a:lnTo>
                <a:lnTo>
                  <a:pt x="69" y="421"/>
                </a:lnTo>
                <a:lnTo>
                  <a:pt x="68" y="421"/>
                </a:lnTo>
                <a:lnTo>
                  <a:pt x="68" y="422"/>
                </a:lnTo>
                <a:lnTo>
                  <a:pt x="69" y="423"/>
                </a:lnTo>
                <a:lnTo>
                  <a:pt x="68" y="423"/>
                </a:lnTo>
                <a:lnTo>
                  <a:pt x="68" y="424"/>
                </a:lnTo>
                <a:lnTo>
                  <a:pt x="66" y="423"/>
                </a:lnTo>
                <a:lnTo>
                  <a:pt x="65" y="423"/>
                </a:lnTo>
                <a:lnTo>
                  <a:pt x="65" y="422"/>
                </a:lnTo>
                <a:lnTo>
                  <a:pt x="65" y="421"/>
                </a:lnTo>
                <a:lnTo>
                  <a:pt x="64" y="421"/>
                </a:lnTo>
                <a:lnTo>
                  <a:pt x="64" y="420"/>
                </a:lnTo>
                <a:lnTo>
                  <a:pt x="63" y="420"/>
                </a:lnTo>
                <a:lnTo>
                  <a:pt x="62" y="420"/>
                </a:lnTo>
                <a:lnTo>
                  <a:pt x="62" y="419"/>
                </a:lnTo>
                <a:lnTo>
                  <a:pt x="62" y="418"/>
                </a:lnTo>
                <a:lnTo>
                  <a:pt x="61" y="418"/>
                </a:lnTo>
                <a:lnTo>
                  <a:pt x="60" y="418"/>
                </a:lnTo>
                <a:lnTo>
                  <a:pt x="60" y="417"/>
                </a:lnTo>
                <a:lnTo>
                  <a:pt x="60" y="416"/>
                </a:lnTo>
                <a:lnTo>
                  <a:pt x="60" y="415"/>
                </a:lnTo>
                <a:lnTo>
                  <a:pt x="60" y="414"/>
                </a:lnTo>
                <a:lnTo>
                  <a:pt x="60" y="413"/>
                </a:lnTo>
                <a:lnTo>
                  <a:pt x="61" y="414"/>
                </a:lnTo>
                <a:lnTo>
                  <a:pt x="62" y="413"/>
                </a:lnTo>
                <a:lnTo>
                  <a:pt x="63" y="413"/>
                </a:lnTo>
                <a:lnTo>
                  <a:pt x="64" y="413"/>
                </a:lnTo>
                <a:lnTo>
                  <a:pt x="65" y="413"/>
                </a:lnTo>
                <a:lnTo>
                  <a:pt x="65" y="411"/>
                </a:lnTo>
                <a:lnTo>
                  <a:pt x="66" y="410"/>
                </a:lnTo>
                <a:lnTo>
                  <a:pt x="65" y="410"/>
                </a:lnTo>
                <a:lnTo>
                  <a:pt x="65" y="409"/>
                </a:lnTo>
                <a:lnTo>
                  <a:pt x="64" y="408"/>
                </a:lnTo>
                <a:lnTo>
                  <a:pt x="63" y="408"/>
                </a:lnTo>
                <a:lnTo>
                  <a:pt x="62" y="408"/>
                </a:lnTo>
                <a:lnTo>
                  <a:pt x="61" y="407"/>
                </a:lnTo>
                <a:lnTo>
                  <a:pt x="61" y="406"/>
                </a:lnTo>
                <a:lnTo>
                  <a:pt x="62" y="406"/>
                </a:lnTo>
                <a:lnTo>
                  <a:pt x="61" y="405"/>
                </a:lnTo>
                <a:lnTo>
                  <a:pt x="61" y="404"/>
                </a:lnTo>
                <a:lnTo>
                  <a:pt x="61" y="403"/>
                </a:lnTo>
                <a:lnTo>
                  <a:pt x="62" y="403"/>
                </a:lnTo>
                <a:lnTo>
                  <a:pt x="62" y="402"/>
                </a:lnTo>
                <a:lnTo>
                  <a:pt x="61" y="401"/>
                </a:lnTo>
                <a:lnTo>
                  <a:pt x="61" y="402"/>
                </a:lnTo>
                <a:lnTo>
                  <a:pt x="60" y="402"/>
                </a:lnTo>
                <a:lnTo>
                  <a:pt x="60" y="401"/>
                </a:lnTo>
                <a:lnTo>
                  <a:pt x="60" y="400"/>
                </a:lnTo>
                <a:lnTo>
                  <a:pt x="60" y="399"/>
                </a:lnTo>
                <a:lnTo>
                  <a:pt x="59" y="399"/>
                </a:lnTo>
                <a:lnTo>
                  <a:pt x="59" y="398"/>
                </a:lnTo>
                <a:lnTo>
                  <a:pt x="58" y="398"/>
                </a:lnTo>
                <a:lnTo>
                  <a:pt x="59" y="398"/>
                </a:lnTo>
                <a:lnTo>
                  <a:pt x="59" y="397"/>
                </a:lnTo>
                <a:lnTo>
                  <a:pt x="60" y="397"/>
                </a:lnTo>
                <a:lnTo>
                  <a:pt x="60" y="396"/>
                </a:lnTo>
                <a:lnTo>
                  <a:pt x="60" y="395"/>
                </a:lnTo>
                <a:lnTo>
                  <a:pt x="60" y="394"/>
                </a:lnTo>
                <a:lnTo>
                  <a:pt x="61" y="394"/>
                </a:lnTo>
                <a:lnTo>
                  <a:pt x="61" y="393"/>
                </a:lnTo>
                <a:lnTo>
                  <a:pt x="62" y="393"/>
                </a:lnTo>
                <a:lnTo>
                  <a:pt x="62" y="392"/>
                </a:lnTo>
                <a:lnTo>
                  <a:pt x="61" y="391"/>
                </a:lnTo>
                <a:lnTo>
                  <a:pt x="60" y="392"/>
                </a:lnTo>
                <a:lnTo>
                  <a:pt x="59" y="392"/>
                </a:lnTo>
                <a:lnTo>
                  <a:pt x="59" y="393"/>
                </a:lnTo>
                <a:lnTo>
                  <a:pt x="58" y="394"/>
                </a:lnTo>
                <a:lnTo>
                  <a:pt x="57" y="394"/>
                </a:lnTo>
                <a:lnTo>
                  <a:pt x="54" y="394"/>
                </a:lnTo>
                <a:lnTo>
                  <a:pt x="53" y="395"/>
                </a:lnTo>
                <a:lnTo>
                  <a:pt x="52" y="395"/>
                </a:lnTo>
                <a:lnTo>
                  <a:pt x="51" y="396"/>
                </a:lnTo>
                <a:lnTo>
                  <a:pt x="50" y="396"/>
                </a:lnTo>
                <a:lnTo>
                  <a:pt x="50" y="395"/>
                </a:lnTo>
                <a:lnTo>
                  <a:pt x="49" y="393"/>
                </a:lnTo>
                <a:lnTo>
                  <a:pt x="48" y="393"/>
                </a:lnTo>
                <a:lnTo>
                  <a:pt x="47" y="393"/>
                </a:lnTo>
                <a:lnTo>
                  <a:pt x="46" y="393"/>
                </a:lnTo>
                <a:lnTo>
                  <a:pt x="45" y="393"/>
                </a:lnTo>
                <a:lnTo>
                  <a:pt x="44" y="393"/>
                </a:lnTo>
                <a:lnTo>
                  <a:pt x="44" y="392"/>
                </a:lnTo>
                <a:lnTo>
                  <a:pt x="45" y="392"/>
                </a:lnTo>
                <a:lnTo>
                  <a:pt x="44" y="391"/>
                </a:lnTo>
                <a:lnTo>
                  <a:pt x="44" y="390"/>
                </a:lnTo>
                <a:lnTo>
                  <a:pt x="44" y="389"/>
                </a:lnTo>
                <a:lnTo>
                  <a:pt x="44" y="388"/>
                </a:lnTo>
                <a:lnTo>
                  <a:pt x="45" y="388"/>
                </a:lnTo>
                <a:lnTo>
                  <a:pt x="46" y="388"/>
                </a:lnTo>
                <a:lnTo>
                  <a:pt x="46" y="387"/>
                </a:lnTo>
                <a:lnTo>
                  <a:pt x="46" y="386"/>
                </a:lnTo>
                <a:lnTo>
                  <a:pt x="46" y="385"/>
                </a:lnTo>
                <a:lnTo>
                  <a:pt x="46" y="383"/>
                </a:lnTo>
                <a:lnTo>
                  <a:pt x="47" y="383"/>
                </a:lnTo>
                <a:lnTo>
                  <a:pt x="48" y="382"/>
                </a:lnTo>
                <a:lnTo>
                  <a:pt x="48" y="381"/>
                </a:lnTo>
                <a:lnTo>
                  <a:pt x="48" y="380"/>
                </a:lnTo>
                <a:lnTo>
                  <a:pt x="49" y="380"/>
                </a:lnTo>
                <a:lnTo>
                  <a:pt x="49" y="379"/>
                </a:lnTo>
                <a:lnTo>
                  <a:pt x="50" y="379"/>
                </a:lnTo>
                <a:lnTo>
                  <a:pt x="50" y="378"/>
                </a:lnTo>
                <a:lnTo>
                  <a:pt x="51" y="377"/>
                </a:lnTo>
                <a:lnTo>
                  <a:pt x="52" y="377"/>
                </a:lnTo>
                <a:lnTo>
                  <a:pt x="53" y="376"/>
                </a:lnTo>
                <a:lnTo>
                  <a:pt x="54" y="376"/>
                </a:lnTo>
                <a:lnTo>
                  <a:pt x="53" y="375"/>
                </a:lnTo>
                <a:lnTo>
                  <a:pt x="52" y="375"/>
                </a:lnTo>
                <a:lnTo>
                  <a:pt x="52" y="374"/>
                </a:lnTo>
                <a:lnTo>
                  <a:pt x="53" y="373"/>
                </a:lnTo>
                <a:lnTo>
                  <a:pt x="54" y="373"/>
                </a:lnTo>
                <a:lnTo>
                  <a:pt x="55" y="372"/>
                </a:lnTo>
                <a:lnTo>
                  <a:pt x="54" y="371"/>
                </a:lnTo>
                <a:lnTo>
                  <a:pt x="53" y="370"/>
                </a:lnTo>
                <a:lnTo>
                  <a:pt x="54" y="370"/>
                </a:lnTo>
                <a:lnTo>
                  <a:pt x="54" y="369"/>
                </a:lnTo>
                <a:lnTo>
                  <a:pt x="55" y="369"/>
                </a:lnTo>
                <a:lnTo>
                  <a:pt x="56" y="369"/>
                </a:lnTo>
                <a:lnTo>
                  <a:pt x="56" y="368"/>
                </a:lnTo>
                <a:lnTo>
                  <a:pt x="56" y="367"/>
                </a:lnTo>
                <a:lnTo>
                  <a:pt x="55" y="366"/>
                </a:lnTo>
                <a:lnTo>
                  <a:pt x="55" y="365"/>
                </a:lnTo>
                <a:lnTo>
                  <a:pt x="55" y="364"/>
                </a:lnTo>
                <a:lnTo>
                  <a:pt x="55" y="365"/>
                </a:lnTo>
                <a:lnTo>
                  <a:pt x="54" y="365"/>
                </a:lnTo>
                <a:lnTo>
                  <a:pt x="54" y="363"/>
                </a:lnTo>
                <a:lnTo>
                  <a:pt x="54" y="362"/>
                </a:lnTo>
                <a:lnTo>
                  <a:pt x="55" y="362"/>
                </a:lnTo>
                <a:lnTo>
                  <a:pt x="54" y="361"/>
                </a:lnTo>
                <a:lnTo>
                  <a:pt x="53" y="359"/>
                </a:lnTo>
                <a:lnTo>
                  <a:pt x="52" y="358"/>
                </a:lnTo>
                <a:lnTo>
                  <a:pt x="52" y="357"/>
                </a:lnTo>
                <a:lnTo>
                  <a:pt x="51" y="356"/>
                </a:lnTo>
                <a:lnTo>
                  <a:pt x="50" y="357"/>
                </a:lnTo>
                <a:lnTo>
                  <a:pt x="49" y="357"/>
                </a:lnTo>
                <a:lnTo>
                  <a:pt x="49" y="356"/>
                </a:lnTo>
                <a:lnTo>
                  <a:pt x="47" y="356"/>
                </a:lnTo>
                <a:lnTo>
                  <a:pt x="46" y="355"/>
                </a:lnTo>
                <a:lnTo>
                  <a:pt x="46" y="354"/>
                </a:lnTo>
                <a:lnTo>
                  <a:pt x="46" y="353"/>
                </a:lnTo>
                <a:lnTo>
                  <a:pt x="45" y="352"/>
                </a:lnTo>
                <a:lnTo>
                  <a:pt x="45" y="351"/>
                </a:lnTo>
                <a:lnTo>
                  <a:pt x="47" y="351"/>
                </a:lnTo>
                <a:lnTo>
                  <a:pt x="47" y="350"/>
                </a:lnTo>
                <a:lnTo>
                  <a:pt x="48" y="351"/>
                </a:lnTo>
                <a:lnTo>
                  <a:pt x="49" y="351"/>
                </a:lnTo>
                <a:lnTo>
                  <a:pt x="50" y="351"/>
                </a:lnTo>
                <a:lnTo>
                  <a:pt x="52" y="351"/>
                </a:lnTo>
                <a:lnTo>
                  <a:pt x="53" y="351"/>
                </a:lnTo>
                <a:lnTo>
                  <a:pt x="54" y="350"/>
                </a:lnTo>
                <a:lnTo>
                  <a:pt x="55" y="350"/>
                </a:lnTo>
                <a:lnTo>
                  <a:pt x="55" y="349"/>
                </a:lnTo>
                <a:lnTo>
                  <a:pt x="54" y="349"/>
                </a:lnTo>
                <a:lnTo>
                  <a:pt x="54" y="348"/>
                </a:lnTo>
                <a:lnTo>
                  <a:pt x="55" y="348"/>
                </a:lnTo>
                <a:lnTo>
                  <a:pt x="55" y="349"/>
                </a:lnTo>
                <a:lnTo>
                  <a:pt x="56" y="349"/>
                </a:lnTo>
                <a:lnTo>
                  <a:pt x="57" y="349"/>
                </a:lnTo>
                <a:lnTo>
                  <a:pt x="57" y="348"/>
                </a:lnTo>
                <a:lnTo>
                  <a:pt x="56" y="348"/>
                </a:lnTo>
                <a:lnTo>
                  <a:pt x="56" y="347"/>
                </a:lnTo>
                <a:lnTo>
                  <a:pt x="58" y="347"/>
                </a:lnTo>
                <a:lnTo>
                  <a:pt x="58" y="346"/>
                </a:lnTo>
                <a:lnTo>
                  <a:pt x="59" y="345"/>
                </a:lnTo>
                <a:lnTo>
                  <a:pt x="61" y="345"/>
                </a:lnTo>
                <a:lnTo>
                  <a:pt x="62" y="344"/>
                </a:lnTo>
                <a:lnTo>
                  <a:pt x="62" y="345"/>
                </a:lnTo>
                <a:lnTo>
                  <a:pt x="63" y="345"/>
                </a:lnTo>
                <a:lnTo>
                  <a:pt x="64" y="345"/>
                </a:lnTo>
                <a:lnTo>
                  <a:pt x="65" y="345"/>
                </a:lnTo>
                <a:lnTo>
                  <a:pt x="65" y="346"/>
                </a:lnTo>
                <a:lnTo>
                  <a:pt x="65" y="347"/>
                </a:lnTo>
                <a:lnTo>
                  <a:pt x="66" y="347"/>
                </a:lnTo>
                <a:lnTo>
                  <a:pt x="66" y="346"/>
                </a:lnTo>
                <a:lnTo>
                  <a:pt x="66" y="345"/>
                </a:lnTo>
                <a:lnTo>
                  <a:pt x="66" y="344"/>
                </a:lnTo>
                <a:lnTo>
                  <a:pt x="66" y="343"/>
                </a:lnTo>
                <a:lnTo>
                  <a:pt x="66" y="341"/>
                </a:lnTo>
                <a:lnTo>
                  <a:pt x="64" y="340"/>
                </a:lnTo>
                <a:lnTo>
                  <a:pt x="64" y="339"/>
                </a:lnTo>
                <a:lnTo>
                  <a:pt x="65" y="338"/>
                </a:lnTo>
                <a:lnTo>
                  <a:pt x="66" y="337"/>
                </a:lnTo>
                <a:lnTo>
                  <a:pt x="66" y="336"/>
                </a:lnTo>
                <a:lnTo>
                  <a:pt x="66" y="335"/>
                </a:lnTo>
                <a:lnTo>
                  <a:pt x="65" y="335"/>
                </a:lnTo>
                <a:lnTo>
                  <a:pt x="65" y="334"/>
                </a:lnTo>
                <a:lnTo>
                  <a:pt x="66" y="334"/>
                </a:lnTo>
                <a:lnTo>
                  <a:pt x="66" y="333"/>
                </a:lnTo>
                <a:lnTo>
                  <a:pt x="65" y="333"/>
                </a:lnTo>
                <a:lnTo>
                  <a:pt x="64" y="333"/>
                </a:lnTo>
                <a:lnTo>
                  <a:pt x="63" y="332"/>
                </a:lnTo>
                <a:lnTo>
                  <a:pt x="63" y="331"/>
                </a:lnTo>
                <a:lnTo>
                  <a:pt x="62" y="331"/>
                </a:lnTo>
                <a:lnTo>
                  <a:pt x="62" y="332"/>
                </a:lnTo>
                <a:lnTo>
                  <a:pt x="61" y="333"/>
                </a:lnTo>
                <a:lnTo>
                  <a:pt x="60" y="334"/>
                </a:lnTo>
                <a:lnTo>
                  <a:pt x="60" y="335"/>
                </a:lnTo>
                <a:lnTo>
                  <a:pt x="59" y="335"/>
                </a:lnTo>
                <a:lnTo>
                  <a:pt x="58" y="335"/>
                </a:lnTo>
                <a:lnTo>
                  <a:pt x="59" y="333"/>
                </a:lnTo>
                <a:lnTo>
                  <a:pt x="59" y="332"/>
                </a:lnTo>
                <a:lnTo>
                  <a:pt x="61" y="331"/>
                </a:lnTo>
                <a:lnTo>
                  <a:pt x="62" y="330"/>
                </a:lnTo>
                <a:lnTo>
                  <a:pt x="63" y="330"/>
                </a:lnTo>
                <a:lnTo>
                  <a:pt x="63" y="329"/>
                </a:lnTo>
                <a:lnTo>
                  <a:pt x="64" y="329"/>
                </a:lnTo>
                <a:lnTo>
                  <a:pt x="65" y="328"/>
                </a:lnTo>
                <a:lnTo>
                  <a:pt x="66" y="328"/>
                </a:lnTo>
                <a:lnTo>
                  <a:pt x="67" y="329"/>
                </a:lnTo>
                <a:lnTo>
                  <a:pt x="68" y="328"/>
                </a:lnTo>
                <a:lnTo>
                  <a:pt x="67" y="328"/>
                </a:lnTo>
                <a:lnTo>
                  <a:pt x="67" y="327"/>
                </a:lnTo>
                <a:lnTo>
                  <a:pt x="68" y="327"/>
                </a:lnTo>
                <a:lnTo>
                  <a:pt x="69" y="326"/>
                </a:lnTo>
                <a:lnTo>
                  <a:pt x="69" y="327"/>
                </a:lnTo>
                <a:lnTo>
                  <a:pt x="69" y="326"/>
                </a:lnTo>
                <a:lnTo>
                  <a:pt x="70" y="326"/>
                </a:lnTo>
                <a:lnTo>
                  <a:pt x="70" y="325"/>
                </a:lnTo>
                <a:lnTo>
                  <a:pt x="69" y="325"/>
                </a:lnTo>
                <a:lnTo>
                  <a:pt x="69" y="324"/>
                </a:lnTo>
                <a:lnTo>
                  <a:pt x="68" y="323"/>
                </a:lnTo>
                <a:lnTo>
                  <a:pt x="67" y="323"/>
                </a:lnTo>
                <a:lnTo>
                  <a:pt x="67" y="322"/>
                </a:lnTo>
                <a:lnTo>
                  <a:pt x="68" y="322"/>
                </a:lnTo>
                <a:lnTo>
                  <a:pt x="68" y="321"/>
                </a:lnTo>
                <a:lnTo>
                  <a:pt x="68" y="320"/>
                </a:lnTo>
                <a:lnTo>
                  <a:pt x="68" y="319"/>
                </a:lnTo>
                <a:lnTo>
                  <a:pt x="67" y="317"/>
                </a:lnTo>
                <a:lnTo>
                  <a:pt x="66" y="317"/>
                </a:lnTo>
                <a:lnTo>
                  <a:pt x="66" y="315"/>
                </a:lnTo>
                <a:lnTo>
                  <a:pt x="66" y="313"/>
                </a:lnTo>
                <a:lnTo>
                  <a:pt x="64" y="312"/>
                </a:lnTo>
                <a:lnTo>
                  <a:pt x="63" y="312"/>
                </a:lnTo>
                <a:lnTo>
                  <a:pt x="63" y="313"/>
                </a:lnTo>
                <a:lnTo>
                  <a:pt x="64" y="313"/>
                </a:lnTo>
                <a:lnTo>
                  <a:pt x="64" y="314"/>
                </a:lnTo>
                <a:lnTo>
                  <a:pt x="63" y="314"/>
                </a:lnTo>
                <a:lnTo>
                  <a:pt x="61" y="313"/>
                </a:lnTo>
                <a:lnTo>
                  <a:pt x="60" y="313"/>
                </a:lnTo>
                <a:lnTo>
                  <a:pt x="61" y="313"/>
                </a:lnTo>
                <a:lnTo>
                  <a:pt x="62" y="313"/>
                </a:lnTo>
                <a:lnTo>
                  <a:pt x="63" y="313"/>
                </a:lnTo>
                <a:lnTo>
                  <a:pt x="63" y="312"/>
                </a:lnTo>
                <a:lnTo>
                  <a:pt x="62" y="312"/>
                </a:lnTo>
                <a:lnTo>
                  <a:pt x="62" y="311"/>
                </a:lnTo>
                <a:lnTo>
                  <a:pt x="61" y="311"/>
                </a:lnTo>
                <a:lnTo>
                  <a:pt x="61" y="312"/>
                </a:lnTo>
                <a:lnTo>
                  <a:pt x="61" y="311"/>
                </a:lnTo>
                <a:lnTo>
                  <a:pt x="60" y="311"/>
                </a:lnTo>
                <a:lnTo>
                  <a:pt x="61" y="310"/>
                </a:lnTo>
                <a:lnTo>
                  <a:pt x="61" y="308"/>
                </a:lnTo>
                <a:lnTo>
                  <a:pt x="62" y="308"/>
                </a:lnTo>
                <a:lnTo>
                  <a:pt x="62" y="306"/>
                </a:lnTo>
                <a:lnTo>
                  <a:pt x="61" y="306"/>
                </a:lnTo>
                <a:lnTo>
                  <a:pt x="61" y="307"/>
                </a:lnTo>
                <a:lnTo>
                  <a:pt x="60" y="307"/>
                </a:lnTo>
                <a:lnTo>
                  <a:pt x="59" y="307"/>
                </a:lnTo>
                <a:lnTo>
                  <a:pt x="58" y="307"/>
                </a:lnTo>
                <a:lnTo>
                  <a:pt x="57" y="305"/>
                </a:lnTo>
                <a:lnTo>
                  <a:pt x="57" y="304"/>
                </a:lnTo>
                <a:lnTo>
                  <a:pt x="56" y="304"/>
                </a:lnTo>
                <a:lnTo>
                  <a:pt x="55" y="304"/>
                </a:lnTo>
                <a:lnTo>
                  <a:pt x="55" y="303"/>
                </a:lnTo>
                <a:lnTo>
                  <a:pt x="55" y="304"/>
                </a:lnTo>
                <a:lnTo>
                  <a:pt x="55" y="305"/>
                </a:lnTo>
                <a:lnTo>
                  <a:pt x="54" y="305"/>
                </a:lnTo>
                <a:lnTo>
                  <a:pt x="54" y="304"/>
                </a:lnTo>
                <a:lnTo>
                  <a:pt x="53" y="304"/>
                </a:lnTo>
                <a:lnTo>
                  <a:pt x="53" y="305"/>
                </a:lnTo>
                <a:lnTo>
                  <a:pt x="52" y="305"/>
                </a:lnTo>
                <a:lnTo>
                  <a:pt x="52" y="304"/>
                </a:lnTo>
                <a:lnTo>
                  <a:pt x="51" y="304"/>
                </a:lnTo>
                <a:lnTo>
                  <a:pt x="49" y="304"/>
                </a:lnTo>
                <a:lnTo>
                  <a:pt x="49" y="305"/>
                </a:lnTo>
                <a:lnTo>
                  <a:pt x="50" y="306"/>
                </a:lnTo>
                <a:lnTo>
                  <a:pt x="49" y="306"/>
                </a:lnTo>
                <a:lnTo>
                  <a:pt x="48" y="306"/>
                </a:lnTo>
                <a:lnTo>
                  <a:pt x="47" y="306"/>
                </a:lnTo>
                <a:lnTo>
                  <a:pt x="46" y="306"/>
                </a:lnTo>
                <a:lnTo>
                  <a:pt x="45" y="306"/>
                </a:lnTo>
                <a:lnTo>
                  <a:pt x="44" y="306"/>
                </a:lnTo>
                <a:lnTo>
                  <a:pt x="44" y="307"/>
                </a:lnTo>
                <a:lnTo>
                  <a:pt x="43" y="307"/>
                </a:lnTo>
                <a:lnTo>
                  <a:pt x="42" y="306"/>
                </a:lnTo>
                <a:lnTo>
                  <a:pt x="42" y="305"/>
                </a:lnTo>
                <a:lnTo>
                  <a:pt x="42" y="304"/>
                </a:lnTo>
                <a:lnTo>
                  <a:pt x="41" y="305"/>
                </a:lnTo>
                <a:lnTo>
                  <a:pt x="41" y="306"/>
                </a:lnTo>
                <a:lnTo>
                  <a:pt x="40" y="306"/>
                </a:lnTo>
                <a:lnTo>
                  <a:pt x="40" y="307"/>
                </a:lnTo>
                <a:lnTo>
                  <a:pt x="39" y="307"/>
                </a:lnTo>
                <a:lnTo>
                  <a:pt x="39" y="308"/>
                </a:lnTo>
                <a:lnTo>
                  <a:pt x="38" y="308"/>
                </a:lnTo>
                <a:lnTo>
                  <a:pt x="38" y="309"/>
                </a:lnTo>
                <a:lnTo>
                  <a:pt x="38" y="310"/>
                </a:lnTo>
                <a:lnTo>
                  <a:pt x="37" y="311"/>
                </a:lnTo>
                <a:lnTo>
                  <a:pt x="36" y="311"/>
                </a:lnTo>
                <a:lnTo>
                  <a:pt x="35" y="311"/>
                </a:lnTo>
                <a:lnTo>
                  <a:pt x="35" y="312"/>
                </a:lnTo>
                <a:lnTo>
                  <a:pt x="34" y="313"/>
                </a:lnTo>
                <a:lnTo>
                  <a:pt x="33" y="313"/>
                </a:lnTo>
                <a:lnTo>
                  <a:pt x="33" y="312"/>
                </a:lnTo>
                <a:lnTo>
                  <a:pt x="32" y="312"/>
                </a:lnTo>
                <a:lnTo>
                  <a:pt x="31" y="313"/>
                </a:lnTo>
                <a:lnTo>
                  <a:pt x="29" y="313"/>
                </a:lnTo>
                <a:lnTo>
                  <a:pt x="28" y="312"/>
                </a:lnTo>
                <a:lnTo>
                  <a:pt x="29" y="310"/>
                </a:lnTo>
                <a:lnTo>
                  <a:pt x="30" y="309"/>
                </a:lnTo>
                <a:lnTo>
                  <a:pt x="31" y="309"/>
                </a:lnTo>
                <a:lnTo>
                  <a:pt x="31" y="308"/>
                </a:lnTo>
                <a:lnTo>
                  <a:pt x="31" y="307"/>
                </a:lnTo>
                <a:lnTo>
                  <a:pt x="30" y="307"/>
                </a:lnTo>
                <a:lnTo>
                  <a:pt x="29" y="307"/>
                </a:lnTo>
                <a:lnTo>
                  <a:pt x="28" y="308"/>
                </a:lnTo>
                <a:lnTo>
                  <a:pt x="27" y="308"/>
                </a:lnTo>
                <a:lnTo>
                  <a:pt x="26" y="308"/>
                </a:lnTo>
                <a:lnTo>
                  <a:pt x="25" y="309"/>
                </a:lnTo>
                <a:lnTo>
                  <a:pt x="24" y="309"/>
                </a:lnTo>
                <a:lnTo>
                  <a:pt x="24" y="310"/>
                </a:lnTo>
                <a:lnTo>
                  <a:pt x="23" y="310"/>
                </a:lnTo>
                <a:lnTo>
                  <a:pt x="22" y="310"/>
                </a:lnTo>
                <a:lnTo>
                  <a:pt x="22" y="309"/>
                </a:lnTo>
                <a:lnTo>
                  <a:pt x="21" y="309"/>
                </a:lnTo>
                <a:lnTo>
                  <a:pt x="20" y="311"/>
                </a:lnTo>
                <a:lnTo>
                  <a:pt x="20" y="312"/>
                </a:lnTo>
                <a:lnTo>
                  <a:pt x="19" y="312"/>
                </a:lnTo>
                <a:lnTo>
                  <a:pt x="18" y="313"/>
                </a:lnTo>
                <a:lnTo>
                  <a:pt x="17" y="313"/>
                </a:lnTo>
                <a:lnTo>
                  <a:pt x="17" y="314"/>
                </a:lnTo>
                <a:lnTo>
                  <a:pt x="16" y="315"/>
                </a:lnTo>
                <a:lnTo>
                  <a:pt x="15" y="315"/>
                </a:lnTo>
                <a:lnTo>
                  <a:pt x="14" y="315"/>
                </a:lnTo>
                <a:lnTo>
                  <a:pt x="14" y="316"/>
                </a:lnTo>
                <a:lnTo>
                  <a:pt x="15" y="316"/>
                </a:lnTo>
                <a:lnTo>
                  <a:pt x="15" y="319"/>
                </a:lnTo>
                <a:lnTo>
                  <a:pt x="14" y="319"/>
                </a:lnTo>
                <a:lnTo>
                  <a:pt x="12" y="320"/>
                </a:lnTo>
                <a:lnTo>
                  <a:pt x="12" y="319"/>
                </a:lnTo>
                <a:lnTo>
                  <a:pt x="12" y="317"/>
                </a:lnTo>
                <a:lnTo>
                  <a:pt x="11" y="317"/>
                </a:lnTo>
                <a:lnTo>
                  <a:pt x="12" y="317"/>
                </a:lnTo>
                <a:lnTo>
                  <a:pt x="12" y="319"/>
                </a:lnTo>
                <a:lnTo>
                  <a:pt x="11" y="319"/>
                </a:lnTo>
                <a:lnTo>
                  <a:pt x="10" y="319"/>
                </a:lnTo>
                <a:lnTo>
                  <a:pt x="10" y="320"/>
                </a:lnTo>
                <a:lnTo>
                  <a:pt x="9" y="320"/>
                </a:lnTo>
                <a:lnTo>
                  <a:pt x="9" y="321"/>
                </a:lnTo>
                <a:lnTo>
                  <a:pt x="8" y="321"/>
                </a:lnTo>
                <a:lnTo>
                  <a:pt x="8" y="320"/>
                </a:lnTo>
                <a:lnTo>
                  <a:pt x="8" y="319"/>
                </a:lnTo>
                <a:lnTo>
                  <a:pt x="8" y="317"/>
                </a:lnTo>
                <a:lnTo>
                  <a:pt x="7" y="316"/>
                </a:lnTo>
                <a:lnTo>
                  <a:pt x="6" y="316"/>
                </a:lnTo>
                <a:lnTo>
                  <a:pt x="5" y="316"/>
                </a:lnTo>
                <a:lnTo>
                  <a:pt x="5" y="315"/>
                </a:lnTo>
                <a:lnTo>
                  <a:pt x="5" y="314"/>
                </a:lnTo>
                <a:lnTo>
                  <a:pt x="5" y="313"/>
                </a:lnTo>
                <a:lnTo>
                  <a:pt x="5" y="314"/>
                </a:lnTo>
                <a:lnTo>
                  <a:pt x="4" y="314"/>
                </a:lnTo>
                <a:lnTo>
                  <a:pt x="3" y="313"/>
                </a:lnTo>
                <a:lnTo>
                  <a:pt x="2" y="312"/>
                </a:lnTo>
                <a:lnTo>
                  <a:pt x="1" y="312"/>
                </a:lnTo>
                <a:lnTo>
                  <a:pt x="0" y="311"/>
                </a:lnTo>
                <a:lnTo>
                  <a:pt x="1" y="311"/>
                </a:lnTo>
                <a:lnTo>
                  <a:pt x="2" y="310"/>
                </a:lnTo>
                <a:lnTo>
                  <a:pt x="3" y="310"/>
                </a:lnTo>
                <a:lnTo>
                  <a:pt x="3" y="311"/>
                </a:lnTo>
                <a:lnTo>
                  <a:pt x="4" y="311"/>
                </a:lnTo>
                <a:lnTo>
                  <a:pt x="4" y="310"/>
                </a:lnTo>
                <a:lnTo>
                  <a:pt x="5" y="310"/>
                </a:lnTo>
                <a:lnTo>
                  <a:pt x="6" y="309"/>
                </a:lnTo>
                <a:lnTo>
                  <a:pt x="7" y="308"/>
                </a:lnTo>
                <a:lnTo>
                  <a:pt x="8" y="308"/>
                </a:lnTo>
                <a:lnTo>
                  <a:pt x="8" y="309"/>
                </a:lnTo>
                <a:lnTo>
                  <a:pt x="9" y="309"/>
                </a:lnTo>
                <a:lnTo>
                  <a:pt x="9" y="308"/>
                </a:lnTo>
                <a:lnTo>
                  <a:pt x="9" y="307"/>
                </a:lnTo>
                <a:lnTo>
                  <a:pt x="10" y="306"/>
                </a:lnTo>
                <a:lnTo>
                  <a:pt x="11" y="306"/>
                </a:lnTo>
                <a:lnTo>
                  <a:pt x="12" y="304"/>
                </a:lnTo>
                <a:lnTo>
                  <a:pt x="13" y="303"/>
                </a:lnTo>
                <a:lnTo>
                  <a:pt x="13" y="301"/>
                </a:lnTo>
                <a:lnTo>
                  <a:pt x="12" y="300"/>
                </a:lnTo>
                <a:lnTo>
                  <a:pt x="12" y="299"/>
                </a:lnTo>
                <a:lnTo>
                  <a:pt x="11" y="299"/>
                </a:lnTo>
                <a:lnTo>
                  <a:pt x="11" y="298"/>
                </a:lnTo>
                <a:lnTo>
                  <a:pt x="13" y="297"/>
                </a:lnTo>
                <a:lnTo>
                  <a:pt x="14" y="297"/>
                </a:lnTo>
                <a:lnTo>
                  <a:pt x="15" y="297"/>
                </a:lnTo>
                <a:lnTo>
                  <a:pt x="15" y="296"/>
                </a:lnTo>
                <a:lnTo>
                  <a:pt x="16" y="296"/>
                </a:lnTo>
                <a:lnTo>
                  <a:pt x="16" y="295"/>
                </a:lnTo>
                <a:lnTo>
                  <a:pt x="17" y="294"/>
                </a:lnTo>
                <a:lnTo>
                  <a:pt x="18" y="293"/>
                </a:lnTo>
                <a:lnTo>
                  <a:pt x="18" y="292"/>
                </a:lnTo>
                <a:lnTo>
                  <a:pt x="19" y="292"/>
                </a:lnTo>
                <a:lnTo>
                  <a:pt x="20" y="292"/>
                </a:lnTo>
                <a:lnTo>
                  <a:pt x="21" y="291"/>
                </a:lnTo>
                <a:lnTo>
                  <a:pt x="22" y="291"/>
                </a:lnTo>
                <a:lnTo>
                  <a:pt x="23" y="291"/>
                </a:lnTo>
                <a:lnTo>
                  <a:pt x="23" y="290"/>
                </a:lnTo>
                <a:lnTo>
                  <a:pt x="24" y="290"/>
                </a:lnTo>
                <a:lnTo>
                  <a:pt x="24" y="289"/>
                </a:lnTo>
                <a:lnTo>
                  <a:pt x="24" y="288"/>
                </a:lnTo>
                <a:lnTo>
                  <a:pt x="24" y="286"/>
                </a:lnTo>
                <a:lnTo>
                  <a:pt x="23" y="286"/>
                </a:lnTo>
                <a:lnTo>
                  <a:pt x="23" y="285"/>
                </a:lnTo>
                <a:lnTo>
                  <a:pt x="24" y="285"/>
                </a:lnTo>
                <a:lnTo>
                  <a:pt x="24" y="286"/>
                </a:lnTo>
                <a:lnTo>
                  <a:pt x="25" y="286"/>
                </a:lnTo>
                <a:lnTo>
                  <a:pt x="25" y="287"/>
                </a:lnTo>
                <a:lnTo>
                  <a:pt x="26" y="287"/>
                </a:lnTo>
                <a:lnTo>
                  <a:pt x="26" y="286"/>
                </a:lnTo>
                <a:lnTo>
                  <a:pt x="26" y="285"/>
                </a:lnTo>
                <a:lnTo>
                  <a:pt x="27" y="286"/>
                </a:lnTo>
                <a:lnTo>
                  <a:pt x="28" y="285"/>
                </a:lnTo>
                <a:lnTo>
                  <a:pt x="29" y="285"/>
                </a:lnTo>
                <a:lnTo>
                  <a:pt x="28" y="285"/>
                </a:lnTo>
                <a:lnTo>
                  <a:pt x="28" y="284"/>
                </a:lnTo>
                <a:lnTo>
                  <a:pt x="29" y="283"/>
                </a:lnTo>
                <a:lnTo>
                  <a:pt x="29" y="284"/>
                </a:lnTo>
                <a:lnTo>
                  <a:pt x="30" y="284"/>
                </a:lnTo>
                <a:lnTo>
                  <a:pt x="30" y="283"/>
                </a:lnTo>
                <a:lnTo>
                  <a:pt x="30" y="282"/>
                </a:lnTo>
                <a:lnTo>
                  <a:pt x="29" y="282"/>
                </a:lnTo>
                <a:lnTo>
                  <a:pt x="30" y="282"/>
                </a:lnTo>
                <a:lnTo>
                  <a:pt x="30" y="281"/>
                </a:lnTo>
                <a:lnTo>
                  <a:pt x="30" y="280"/>
                </a:lnTo>
                <a:lnTo>
                  <a:pt x="30" y="279"/>
                </a:lnTo>
                <a:lnTo>
                  <a:pt x="31" y="278"/>
                </a:lnTo>
                <a:lnTo>
                  <a:pt x="32" y="277"/>
                </a:lnTo>
                <a:lnTo>
                  <a:pt x="32" y="276"/>
                </a:lnTo>
                <a:lnTo>
                  <a:pt x="31" y="276"/>
                </a:lnTo>
                <a:lnTo>
                  <a:pt x="31" y="277"/>
                </a:lnTo>
                <a:lnTo>
                  <a:pt x="30" y="277"/>
                </a:lnTo>
                <a:lnTo>
                  <a:pt x="30" y="278"/>
                </a:lnTo>
                <a:lnTo>
                  <a:pt x="29" y="278"/>
                </a:lnTo>
                <a:lnTo>
                  <a:pt x="29" y="277"/>
                </a:lnTo>
                <a:lnTo>
                  <a:pt x="29" y="276"/>
                </a:lnTo>
                <a:lnTo>
                  <a:pt x="30" y="276"/>
                </a:lnTo>
                <a:lnTo>
                  <a:pt x="31" y="275"/>
                </a:lnTo>
                <a:lnTo>
                  <a:pt x="32" y="274"/>
                </a:lnTo>
                <a:lnTo>
                  <a:pt x="33" y="274"/>
                </a:lnTo>
                <a:lnTo>
                  <a:pt x="34" y="275"/>
                </a:lnTo>
                <a:lnTo>
                  <a:pt x="34" y="276"/>
                </a:lnTo>
                <a:lnTo>
                  <a:pt x="33" y="277"/>
                </a:lnTo>
                <a:lnTo>
                  <a:pt x="33" y="278"/>
                </a:lnTo>
                <a:lnTo>
                  <a:pt x="34" y="277"/>
                </a:lnTo>
                <a:lnTo>
                  <a:pt x="35" y="276"/>
                </a:lnTo>
                <a:lnTo>
                  <a:pt x="36" y="275"/>
                </a:lnTo>
                <a:lnTo>
                  <a:pt x="37" y="274"/>
                </a:lnTo>
                <a:lnTo>
                  <a:pt x="38" y="274"/>
                </a:lnTo>
                <a:lnTo>
                  <a:pt x="38" y="273"/>
                </a:lnTo>
                <a:lnTo>
                  <a:pt x="39" y="274"/>
                </a:lnTo>
                <a:lnTo>
                  <a:pt x="39" y="275"/>
                </a:lnTo>
                <a:lnTo>
                  <a:pt x="41" y="275"/>
                </a:lnTo>
                <a:lnTo>
                  <a:pt x="42" y="275"/>
                </a:lnTo>
                <a:lnTo>
                  <a:pt x="42" y="276"/>
                </a:lnTo>
                <a:lnTo>
                  <a:pt x="41" y="276"/>
                </a:lnTo>
                <a:lnTo>
                  <a:pt x="41" y="277"/>
                </a:lnTo>
                <a:lnTo>
                  <a:pt x="42" y="277"/>
                </a:lnTo>
                <a:lnTo>
                  <a:pt x="43" y="276"/>
                </a:lnTo>
                <a:lnTo>
                  <a:pt x="44" y="276"/>
                </a:lnTo>
                <a:lnTo>
                  <a:pt x="45" y="277"/>
                </a:lnTo>
                <a:lnTo>
                  <a:pt x="46" y="277"/>
                </a:lnTo>
                <a:lnTo>
                  <a:pt x="46" y="276"/>
                </a:lnTo>
                <a:lnTo>
                  <a:pt x="46" y="275"/>
                </a:lnTo>
                <a:lnTo>
                  <a:pt x="47" y="274"/>
                </a:lnTo>
                <a:lnTo>
                  <a:pt x="47" y="273"/>
                </a:lnTo>
                <a:lnTo>
                  <a:pt x="46" y="271"/>
                </a:lnTo>
                <a:lnTo>
                  <a:pt x="47" y="271"/>
                </a:lnTo>
                <a:lnTo>
                  <a:pt x="48" y="270"/>
                </a:lnTo>
                <a:lnTo>
                  <a:pt x="48" y="269"/>
                </a:lnTo>
                <a:lnTo>
                  <a:pt x="49" y="269"/>
                </a:lnTo>
                <a:lnTo>
                  <a:pt x="50" y="269"/>
                </a:lnTo>
                <a:lnTo>
                  <a:pt x="51" y="267"/>
                </a:lnTo>
                <a:lnTo>
                  <a:pt x="52" y="267"/>
                </a:lnTo>
                <a:lnTo>
                  <a:pt x="52" y="266"/>
                </a:lnTo>
                <a:lnTo>
                  <a:pt x="53" y="266"/>
                </a:lnTo>
                <a:lnTo>
                  <a:pt x="53" y="265"/>
                </a:lnTo>
                <a:lnTo>
                  <a:pt x="54" y="265"/>
                </a:lnTo>
                <a:lnTo>
                  <a:pt x="55" y="264"/>
                </a:lnTo>
                <a:lnTo>
                  <a:pt x="57" y="263"/>
                </a:lnTo>
                <a:lnTo>
                  <a:pt x="57" y="264"/>
                </a:lnTo>
                <a:lnTo>
                  <a:pt x="58" y="264"/>
                </a:lnTo>
                <a:lnTo>
                  <a:pt x="58" y="263"/>
                </a:lnTo>
                <a:lnTo>
                  <a:pt x="59" y="262"/>
                </a:lnTo>
                <a:lnTo>
                  <a:pt x="60" y="262"/>
                </a:lnTo>
                <a:lnTo>
                  <a:pt x="61" y="262"/>
                </a:lnTo>
                <a:lnTo>
                  <a:pt x="60" y="261"/>
                </a:lnTo>
                <a:lnTo>
                  <a:pt x="60" y="260"/>
                </a:lnTo>
                <a:lnTo>
                  <a:pt x="60" y="258"/>
                </a:lnTo>
                <a:lnTo>
                  <a:pt x="61" y="258"/>
                </a:lnTo>
                <a:lnTo>
                  <a:pt x="62" y="256"/>
                </a:lnTo>
                <a:lnTo>
                  <a:pt x="62" y="255"/>
                </a:lnTo>
                <a:lnTo>
                  <a:pt x="62" y="254"/>
                </a:lnTo>
                <a:lnTo>
                  <a:pt x="61" y="254"/>
                </a:lnTo>
                <a:lnTo>
                  <a:pt x="61" y="253"/>
                </a:lnTo>
                <a:lnTo>
                  <a:pt x="61" y="252"/>
                </a:lnTo>
                <a:lnTo>
                  <a:pt x="61" y="251"/>
                </a:lnTo>
                <a:lnTo>
                  <a:pt x="61" y="250"/>
                </a:lnTo>
                <a:lnTo>
                  <a:pt x="60" y="249"/>
                </a:lnTo>
                <a:lnTo>
                  <a:pt x="59" y="249"/>
                </a:lnTo>
                <a:lnTo>
                  <a:pt x="59" y="248"/>
                </a:lnTo>
                <a:lnTo>
                  <a:pt x="58" y="248"/>
                </a:lnTo>
                <a:lnTo>
                  <a:pt x="57" y="247"/>
                </a:lnTo>
                <a:lnTo>
                  <a:pt x="57" y="246"/>
                </a:lnTo>
                <a:lnTo>
                  <a:pt x="56" y="246"/>
                </a:lnTo>
                <a:lnTo>
                  <a:pt x="55" y="246"/>
                </a:lnTo>
                <a:lnTo>
                  <a:pt x="54" y="246"/>
                </a:lnTo>
                <a:lnTo>
                  <a:pt x="53" y="246"/>
                </a:lnTo>
                <a:lnTo>
                  <a:pt x="52" y="245"/>
                </a:lnTo>
                <a:lnTo>
                  <a:pt x="53" y="245"/>
                </a:lnTo>
                <a:lnTo>
                  <a:pt x="53" y="244"/>
                </a:lnTo>
                <a:lnTo>
                  <a:pt x="52" y="243"/>
                </a:lnTo>
                <a:lnTo>
                  <a:pt x="51" y="241"/>
                </a:lnTo>
                <a:lnTo>
                  <a:pt x="50" y="241"/>
                </a:lnTo>
                <a:lnTo>
                  <a:pt x="49" y="241"/>
                </a:lnTo>
                <a:lnTo>
                  <a:pt x="49" y="240"/>
                </a:lnTo>
                <a:lnTo>
                  <a:pt x="49" y="239"/>
                </a:lnTo>
                <a:lnTo>
                  <a:pt x="50" y="238"/>
                </a:lnTo>
                <a:lnTo>
                  <a:pt x="49" y="238"/>
                </a:lnTo>
                <a:lnTo>
                  <a:pt x="50" y="238"/>
                </a:lnTo>
                <a:lnTo>
                  <a:pt x="50" y="237"/>
                </a:lnTo>
                <a:lnTo>
                  <a:pt x="50" y="236"/>
                </a:lnTo>
                <a:lnTo>
                  <a:pt x="50" y="235"/>
                </a:lnTo>
                <a:lnTo>
                  <a:pt x="50" y="234"/>
                </a:lnTo>
                <a:lnTo>
                  <a:pt x="51" y="234"/>
                </a:lnTo>
                <a:lnTo>
                  <a:pt x="50" y="233"/>
                </a:lnTo>
                <a:lnTo>
                  <a:pt x="49" y="233"/>
                </a:lnTo>
                <a:lnTo>
                  <a:pt x="48" y="232"/>
                </a:lnTo>
                <a:lnTo>
                  <a:pt x="49" y="231"/>
                </a:lnTo>
                <a:lnTo>
                  <a:pt x="50" y="231"/>
                </a:lnTo>
                <a:lnTo>
                  <a:pt x="49" y="231"/>
                </a:lnTo>
                <a:lnTo>
                  <a:pt x="48" y="230"/>
                </a:lnTo>
                <a:lnTo>
                  <a:pt x="48" y="229"/>
                </a:lnTo>
                <a:lnTo>
                  <a:pt x="48" y="228"/>
                </a:lnTo>
                <a:lnTo>
                  <a:pt x="47" y="226"/>
                </a:lnTo>
                <a:lnTo>
                  <a:pt x="48" y="226"/>
                </a:lnTo>
                <a:lnTo>
                  <a:pt x="47" y="224"/>
                </a:lnTo>
                <a:lnTo>
                  <a:pt x="47" y="223"/>
                </a:lnTo>
                <a:lnTo>
                  <a:pt x="46" y="222"/>
                </a:lnTo>
                <a:lnTo>
                  <a:pt x="47" y="221"/>
                </a:lnTo>
                <a:lnTo>
                  <a:pt x="48" y="221"/>
                </a:lnTo>
                <a:lnTo>
                  <a:pt x="48" y="220"/>
                </a:lnTo>
                <a:lnTo>
                  <a:pt x="48" y="221"/>
                </a:lnTo>
                <a:lnTo>
                  <a:pt x="48" y="220"/>
                </a:lnTo>
                <a:lnTo>
                  <a:pt x="48" y="219"/>
                </a:lnTo>
                <a:lnTo>
                  <a:pt x="48" y="218"/>
                </a:lnTo>
                <a:lnTo>
                  <a:pt x="49" y="218"/>
                </a:lnTo>
                <a:lnTo>
                  <a:pt x="50" y="217"/>
                </a:lnTo>
                <a:lnTo>
                  <a:pt x="52" y="217"/>
                </a:lnTo>
                <a:lnTo>
                  <a:pt x="52" y="216"/>
                </a:lnTo>
                <a:lnTo>
                  <a:pt x="52" y="215"/>
                </a:lnTo>
                <a:lnTo>
                  <a:pt x="53" y="215"/>
                </a:lnTo>
                <a:lnTo>
                  <a:pt x="53" y="214"/>
                </a:lnTo>
                <a:lnTo>
                  <a:pt x="53" y="213"/>
                </a:lnTo>
                <a:lnTo>
                  <a:pt x="52" y="213"/>
                </a:lnTo>
                <a:lnTo>
                  <a:pt x="52" y="212"/>
                </a:lnTo>
                <a:lnTo>
                  <a:pt x="51" y="212"/>
                </a:lnTo>
                <a:lnTo>
                  <a:pt x="50" y="212"/>
                </a:lnTo>
                <a:lnTo>
                  <a:pt x="50" y="211"/>
                </a:lnTo>
                <a:lnTo>
                  <a:pt x="49" y="211"/>
                </a:lnTo>
                <a:lnTo>
                  <a:pt x="49" y="212"/>
                </a:lnTo>
                <a:lnTo>
                  <a:pt x="49" y="213"/>
                </a:lnTo>
                <a:lnTo>
                  <a:pt x="48" y="213"/>
                </a:lnTo>
                <a:lnTo>
                  <a:pt x="47" y="213"/>
                </a:lnTo>
                <a:lnTo>
                  <a:pt x="47" y="214"/>
                </a:lnTo>
                <a:lnTo>
                  <a:pt x="47" y="215"/>
                </a:lnTo>
                <a:lnTo>
                  <a:pt x="46" y="215"/>
                </a:lnTo>
                <a:lnTo>
                  <a:pt x="46" y="214"/>
                </a:lnTo>
                <a:lnTo>
                  <a:pt x="46" y="213"/>
                </a:lnTo>
                <a:lnTo>
                  <a:pt x="46" y="212"/>
                </a:lnTo>
                <a:lnTo>
                  <a:pt x="47" y="211"/>
                </a:lnTo>
                <a:lnTo>
                  <a:pt x="46" y="211"/>
                </a:lnTo>
                <a:lnTo>
                  <a:pt x="46" y="210"/>
                </a:lnTo>
                <a:lnTo>
                  <a:pt x="47" y="209"/>
                </a:lnTo>
                <a:lnTo>
                  <a:pt x="47" y="208"/>
                </a:lnTo>
                <a:lnTo>
                  <a:pt x="47" y="207"/>
                </a:lnTo>
                <a:lnTo>
                  <a:pt x="48" y="207"/>
                </a:lnTo>
                <a:lnTo>
                  <a:pt x="49" y="206"/>
                </a:lnTo>
                <a:lnTo>
                  <a:pt x="49" y="205"/>
                </a:lnTo>
                <a:lnTo>
                  <a:pt x="49" y="204"/>
                </a:lnTo>
                <a:lnTo>
                  <a:pt x="50" y="203"/>
                </a:lnTo>
                <a:lnTo>
                  <a:pt x="50" y="202"/>
                </a:lnTo>
                <a:lnTo>
                  <a:pt x="49" y="202"/>
                </a:lnTo>
                <a:lnTo>
                  <a:pt x="49" y="201"/>
                </a:lnTo>
                <a:lnTo>
                  <a:pt x="50" y="201"/>
                </a:lnTo>
                <a:lnTo>
                  <a:pt x="50" y="200"/>
                </a:lnTo>
                <a:lnTo>
                  <a:pt x="50" y="199"/>
                </a:lnTo>
                <a:lnTo>
                  <a:pt x="50" y="197"/>
                </a:lnTo>
                <a:lnTo>
                  <a:pt x="50" y="196"/>
                </a:lnTo>
                <a:lnTo>
                  <a:pt x="52" y="195"/>
                </a:lnTo>
                <a:lnTo>
                  <a:pt x="52" y="194"/>
                </a:lnTo>
                <a:lnTo>
                  <a:pt x="51" y="194"/>
                </a:lnTo>
                <a:lnTo>
                  <a:pt x="52" y="194"/>
                </a:lnTo>
                <a:lnTo>
                  <a:pt x="52" y="193"/>
                </a:lnTo>
                <a:lnTo>
                  <a:pt x="52" y="192"/>
                </a:lnTo>
                <a:lnTo>
                  <a:pt x="53" y="192"/>
                </a:lnTo>
                <a:lnTo>
                  <a:pt x="52" y="192"/>
                </a:lnTo>
                <a:lnTo>
                  <a:pt x="52" y="191"/>
                </a:lnTo>
                <a:lnTo>
                  <a:pt x="53" y="191"/>
                </a:lnTo>
                <a:lnTo>
                  <a:pt x="54" y="191"/>
                </a:lnTo>
                <a:lnTo>
                  <a:pt x="55" y="190"/>
                </a:lnTo>
                <a:lnTo>
                  <a:pt x="54" y="190"/>
                </a:lnTo>
                <a:lnTo>
                  <a:pt x="53" y="189"/>
                </a:lnTo>
                <a:lnTo>
                  <a:pt x="52" y="190"/>
                </a:lnTo>
                <a:lnTo>
                  <a:pt x="51" y="190"/>
                </a:lnTo>
                <a:lnTo>
                  <a:pt x="51" y="191"/>
                </a:lnTo>
                <a:lnTo>
                  <a:pt x="51" y="190"/>
                </a:lnTo>
                <a:lnTo>
                  <a:pt x="51" y="191"/>
                </a:lnTo>
                <a:lnTo>
                  <a:pt x="51" y="190"/>
                </a:lnTo>
                <a:lnTo>
                  <a:pt x="51" y="189"/>
                </a:lnTo>
                <a:lnTo>
                  <a:pt x="52" y="189"/>
                </a:lnTo>
                <a:lnTo>
                  <a:pt x="52" y="188"/>
                </a:lnTo>
                <a:lnTo>
                  <a:pt x="51" y="188"/>
                </a:lnTo>
                <a:lnTo>
                  <a:pt x="50" y="188"/>
                </a:lnTo>
                <a:lnTo>
                  <a:pt x="50" y="187"/>
                </a:lnTo>
                <a:lnTo>
                  <a:pt x="49" y="188"/>
                </a:lnTo>
                <a:lnTo>
                  <a:pt x="48" y="189"/>
                </a:lnTo>
                <a:lnTo>
                  <a:pt x="47" y="189"/>
                </a:lnTo>
                <a:lnTo>
                  <a:pt x="47" y="190"/>
                </a:lnTo>
                <a:lnTo>
                  <a:pt x="47" y="189"/>
                </a:lnTo>
                <a:lnTo>
                  <a:pt x="46" y="189"/>
                </a:lnTo>
                <a:lnTo>
                  <a:pt x="46" y="188"/>
                </a:lnTo>
                <a:lnTo>
                  <a:pt x="46" y="187"/>
                </a:lnTo>
                <a:lnTo>
                  <a:pt x="45" y="187"/>
                </a:lnTo>
                <a:lnTo>
                  <a:pt x="45" y="186"/>
                </a:lnTo>
                <a:lnTo>
                  <a:pt x="44" y="186"/>
                </a:lnTo>
                <a:lnTo>
                  <a:pt x="44" y="185"/>
                </a:lnTo>
                <a:lnTo>
                  <a:pt x="44" y="184"/>
                </a:lnTo>
                <a:lnTo>
                  <a:pt x="43" y="184"/>
                </a:lnTo>
                <a:lnTo>
                  <a:pt x="43" y="183"/>
                </a:lnTo>
                <a:lnTo>
                  <a:pt x="44" y="182"/>
                </a:lnTo>
                <a:lnTo>
                  <a:pt x="45" y="181"/>
                </a:lnTo>
                <a:lnTo>
                  <a:pt x="45" y="180"/>
                </a:lnTo>
                <a:lnTo>
                  <a:pt x="45" y="179"/>
                </a:lnTo>
                <a:lnTo>
                  <a:pt x="44" y="179"/>
                </a:lnTo>
                <a:lnTo>
                  <a:pt x="44" y="178"/>
                </a:lnTo>
                <a:lnTo>
                  <a:pt x="43" y="178"/>
                </a:lnTo>
                <a:lnTo>
                  <a:pt x="43" y="177"/>
                </a:lnTo>
                <a:lnTo>
                  <a:pt x="43" y="176"/>
                </a:lnTo>
                <a:lnTo>
                  <a:pt x="43" y="174"/>
                </a:lnTo>
                <a:lnTo>
                  <a:pt x="42" y="173"/>
                </a:lnTo>
                <a:lnTo>
                  <a:pt x="43" y="172"/>
                </a:lnTo>
                <a:lnTo>
                  <a:pt x="43" y="171"/>
                </a:lnTo>
                <a:lnTo>
                  <a:pt x="43" y="170"/>
                </a:lnTo>
                <a:lnTo>
                  <a:pt x="43" y="168"/>
                </a:lnTo>
                <a:lnTo>
                  <a:pt x="44" y="168"/>
                </a:lnTo>
                <a:lnTo>
                  <a:pt x="44" y="167"/>
                </a:lnTo>
                <a:lnTo>
                  <a:pt x="44" y="166"/>
                </a:lnTo>
                <a:lnTo>
                  <a:pt x="44" y="165"/>
                </a:lnTo>
                <a:lnTo>
                  <a:pt x="44" y="164"/>
                </a:lnTo>
                <a:lnTo>
                  <a:pt x="44" y="163"/>
                </a:lnTo>
                <a:lnTo>
                  <a:pt x="44" y="162"/>
                </a:lnTo>
                <a:lnTo>
                  <a:pt x="45" y="162"/>
                </a:lnTo>
                <a:lnTo>
                  <a:pt x="45" y="161"/>
                </a:lnTo>
                <a:lnTo>
                  <a:pt x="46" y="160"/>
                </a:lnTo>
                <a:lnTo>
                  <a:pt x="46" y="159"/>
                </a:lnTo>
                <a:lnTo>
                  <a:pt x="46" y="158"/>
                </a:lnTo>
                <a:lnTo>
                  <a:pt x="47" y="158"/>
                </a:lnTo>
                <a:lnTo>
                  <a:pt x="48" y="158"/>
                </a:lnTo>
                <a:lnTo>
                  <a:pt x="48" y="157"/>
                </a:lnTo>
                <a:lnTo>
                  <a:pt x="47" y="157"/>
                </a:lnTo>
                <a:lnTo>
                  <a:pt x="47" y="156"/>
                </a:lnTo>
                <a:lnTo>
                  <a:pt x="46" y="156"/>
                </a:lnTo>
                <a:lnTo>
                  <a:pt x="47" y="156"/>
                </a:lnTo>
                <a:lnTo>
                  <a:pt x="47" y="155"/>
                </a:lnTo>
                <a:lnTo>
                  <a:pt x="47" y="154"/>
                </a:lnTo>
                <a:lnTo>
                  <a:pt x="46" y="153"/>
                </a:lnTo>
                <a:lnTo>
                  <a:pt x="45" y="153"/>
                </a:lnTo>
                <a:lnTo>
                  <a:pt x="45" y="154"/>
                </a:lnTo>
                <a:lnTo>
                  <a:pt x="44" y="154"/>
                </a:lnTo>
                <a:lnTo>
                  <a:pt x="44" y="155"/>
                </a:lnTo>
                <a:lnTo>
                  <a:pt x="43" y="155"/>
                </a:lnTo>
                <a:lnTo>
                  <a:pt x="42" y="155"/>
                </a:lnTo>
                <a:lnTo>
                  <a:pt x="41" y="154"/>
                </a:lnTo>
                <a:lnTo>
                  <a:pt x="40" y="154"/>
                </a:lnTo>
                <a:lnTo>
                  <a:pt x="39" y="155"/>
                </a:lnTo>
                <a:lnTo>
                  <a:pt x="38" y="156"/>
                </a:lnTo>
                <a:lnTo>
                  <a:pt x="37" y="156"/>
                </a:lnTo>
                <a:lnTo>
                  <a:pt x="37" y="155"/>
                </a:lnTo>
                <a:lnTo>
                  <a:pt x="36" y="155"/>
                </a:lnTo>
                <a:lnTo>
                  <a:pt x="36" y="154"/>
                </a:lnTo>
                <a:lnTo>
                  <a:pt x="35" y="154"/>
                </a:lnTo>
                <a:lnTo>
                  <a:pt x="36" y="154"/>
                </a:lnTo>
                <a:lnTo>
                  <a:pt x="36" y="153"/>
                </a:lnTo>
                <a:lnTo>
                  <a:pt x="37" y="153"/>
                </a:lnTo>
                <a:lnTo>
                  <a:pt x="37" y="152"/>
                </a:lnTo>
                <a:lnTo>
                  <a:pt x="38" y="152"/>
                </a:lnTo>
                <a:lnTo>
                  <a:pt x="39" y="151"/>
                </a:lnTo>
                <a:lnTo>
                  <a:pt x="40" y="151"/>
                </a:lnTo>
                <a:lnTo>
                  <a:pt x="41" y="150"/>
                </a:lnTo>
                <a:lnTo>
                  <a:pt x="42" y="150"/>
                </a:lnTo>
                <a:lnTo>
                  <a:pt x="43" y="149"/>
                </a:lnTo>
                <a:lnTo>
                  <a:pt x="44" y="149"/>
                </a:lnTo>
                <a:lnTo>
                  <a:pt x="44" y="148"/>
                </a:lnTo>
                <a:lnTo>
                  <a:pt x="43" y="148"/>
                </a:lnTo>
                <a:lnTo>
                  <a:pt x="42" y="148"/>
                </a:lnTo>
                <a:lnTo>
                  <a:pt x="42" y="147"/>
                </a:lnTo>
                <a:lnTo>
                  <a:pt x="42" y="146"/>
                </a:lnTo>
                <a:lnTo>
                  <a:pt x="43" y="146"/>
                </a:lnTo>
                <a:lnTo>
                  <a:pt x="44" y="146"/>
                </a:lnTo>
                <a:lnTo>
                  <a:pt x="44" y="145"/>
                </a:lnTo>
                <a:lnTo>
                  <a:pt x="45" y="144"/>
                </a:lnTo>
                <a:lnTo>
                  <a:pt x="46" y="144"/>
                </a:lnTo>
                <a:lnTo>
                  <a:pt x="45" y="143"/>
                </a:lnTo>
                <a:lnTo>
                  <a:pt x="46" y="143"/>
                </a:lnTo>
                <a:lnTo>
                  <a:pt x="46" y="142"/>
                </a:lnTo>
                <a:lnTo>
                  <a:pt x="46" y="141"/>
                </a:lnTo>
                <a:lnTo>
                  <a:pt x="44" y="141"/>
                </a:lnTo>
                <a:lnTo>
                  <a:pt x="44" y="140"/>
                </a:lnTo>
                <a:lnTo>
                  <a:pt x="43" y="140"/>
                </a:lnTo>
                <a:lnTo>
                  <a:pt x="43" y="139"/>
                </a:lnTo>
                <a:lnTo>
                  <a:pt x="42" y="139"/>
                </a:lnTo>
                <a:lnTo>
                  <a:pt x="43" y="139"/>
                </a:lnTo>
                <a:lnTo>
                  <a:pt x="43" y="138"/>
                </a:lnTo>
                <a:lnTo>
                  <a:pt x="42" y="138"/>
                </a:lnTo>
                <a:lnTo>
                  <a:pt x="41" y="138"/>
                </a:lnTo>
                <a:lnTo>
                  <a:pt x="41" y="137"/>
                </a:lnTo>
                <a:lnTo>
                  <a:pt x="41" y="136"/>
                </a:lnTo>
                <a:lnTo>
                  <a:pt x="41" y="135"/>
                </a:lnTo>
                <a:lnTo>
                  <a:pt x="41" y="134"/>
                </a:lnTo>
                <a:lnTo>
                  <a:pt x="41" y="133"/>
                </a:lnTo>
                <a:lnTo>
                  <a:pt x="41" y="132"/>
                </a:lnTo>
                <a:lnTo>
                  <a:pt x="41" y="130"/>
                </a:lnTo>
                <a:lnTo>
                  <a:pt x="41" y="129"/>
                </a:lnTo>
                <a:lnTo>
                  <a:pt x="40" y="129"/>
                </a:lnTo>
                <a:lnTo>
                  <a:pt x="40" y="127"/>
                </a:lnTo>
                <a:lnTo>
                  <a:pt x="41" y="127"/>
                </a:lnTo>
                <a:lnTo>
                  <a:pt x="41" y="126"/>
                </a:lnTo>
                <a:lnTo>
                  <a:pt x="42" y="126"/>
                </a:lnTo>
                <a:lnTo>
                  <a:pt x="42" y="125"/>
                </a:lnTo>
                <a:lnTo>
                  <a:pt x="42" y="123"/>
                </a:lnTo>
                <a:lnTo>
                  <a:pt x="42" y="122"/>
                </a:lnTo>
                <a:lnTo>
                  <a:pt x="43" y="120"/>
                </a:lnTo>
                <a:lnTo>
                  <a:pt x="43" y="119"/>
                </a:lnTo>
                <a:lnTo>
                  <a:pt x="44" y="118"/>
                </a:lnTo>
                <a:lnTo>
                  <a:pt x="45" y="118"/>
                </a:lnTo>
                <a:lnTo>
                  <a:pt x="45" y="117"/>
                </a:lnTo>
                <a:lnTo>
                  <a:pt x="46" y="116"/>
                </a:lnTo>
                <a:lnTo>
                  <a:pt x="45" y="116"/>
                </a:lnTo>
                <a:lnTo>
                  <a:pt x="45" y="115"/>
                </a:lnTo>
                <a:lnTo>
                  <a:pt x="46" y="114"/>
                </a:lnTo>
                <a:lnTo>
                  <a:pt x="46" y="113"/>
                </a:lnTo>
                <a:lnTo>
                  <a:pt x="47" y="112"/>
                </a:lnTo>
                <a:lnTo>
                  <a:pt x="47" y="111"/>
                </a:lnTo>
                <a:lnTo>
                  <a:pt x="48" y="111"/>
                </a:lnTo>
                <a:lnTo>
                  <a:pt x="48" y="110"/>
                </a:lnTo>
                <a:lnTo>
                  <a:pt x="47" y="110"/>
                </a:lnTo>
                <a:lnTo>
                  <a:pt x="47" y="109"/>
                </a:lnTo>
                <a:lnTo>
                  <a:pt x="47" y="108"/>
                </a:lnTo>
                <a:lnTo>
                  <a:pt x="46" y="108"/>
                </a:lnTo>
                <a:lnTo>
                  <a:pt x="45" y="108"/>
                </a:lnTo>
                <a:lnTo>
                  <a:pt x="44" y="108"/>
                </a:lnTo>
                <a:lnTo>
                  <a:pt x="44" y="107"/>
                </a:lnTo>
                <a:lnTo>
                  <a:pt x="43" y="107"/>
                </a:lnTo>
                <a:lnTo>
                  <a:pt x="43" y="106"/>
                </a:lnTo>
                <a:lnTo>
                  <a:pt x="42" y="106"/>
                </a:lnTo>
                <a:lnTo>
                  <a:pt x="41" y="106"/>
                </a:lnTo>
                <a:lnTo>
                  <a:pt x="41" y="107"/>
                </a:lnTo>
                <a:lnTo>
                  <a:pt x="41" y="106"/>
                </a:lnTo>
                <a:lnTo>
                  <a:pt x="40" y="106"/>
                </a:lnTo>
                <a:lnTo>
                  <a:pt x="40" y="105"/>
                </a:lnTo>
                <a:lnTo>
                  <a:pt x="40" y="104"/>
                </a:lnTo>
                <a:lnTo>
                  <a:pt x="39" y="104"/>
                </a:lnTo>
                <a:lnTo>
                  <a:pt x="40" y="104"/>
                </a:lnTo>
                <a:lnTo>
                  <a:pt x="40" y="103"/>
                </a:lnTo>
                <a:lnTo>
                  <a:pt x="40" y="104"/>
                </a:lnTo>
                <a:lnTo>
                  <a:pt x="41" y="104"/>
                </a:lnTo>
                <a:lnTo>
                  <a:pt x="41" y="103"/>
                </a:lnTo>
                <a:lnTo>
                  <a:pt x="42" y="103"/>
                </a:lnTo>
                <a:lnTo>
                  <a:pt x="42" y="102"/>
                </a:lnTo>
                <a:lnTo>
                  <a:pt x="42" y="103"/>
                </a:lnTo>
                <a:lnTo>
                  <a:pt x="43" y="103"/>
                </a:lnTo>
                <a:lnTo>
                  <a:pt x="44" y="103"/>
                </a:lnTo>
                <a:lnTo>
                  <a:pt x="44" y="102"/>
                </a:lnTo>
                <a:lnTo>
                  <a:pt x="44" y="101"/>
                </a:lnTo>
                <a:lnTo>
                  <a:pt x="43" y="101"/>
                </a:lnTo>
                <a:lnTo>
                  <a:pt x="43" y="100"/>
                </a:lnTo>
                <a:lnTo>
                  <a:pt x="43" y="99"/>
                </a:lnTo>
                <a:lnTo>
                  <a:pt x="43" y="98"/>
                </a:lnTo>
                <a:lnTo>
                  <a:pt x="44" y="98"/>
                </a:lnTo>
                <a:lnTo>
                  <a:pt x="44" y="97"/>
                </a:lnTo>
                <a:lnTo>
                  <a:pt x="44" y="96"/>
                </a:lnTo>
                <a:lnTo>
                  <a:pt x="44" y="95"/>
                </a:lnTo>
                <a:lnTo>
                  <a:pt x="44" y="94"/>
                </a:lnTo>
                <a:lnTo>
                  <a:pt x="43" y="94"/>
                </a:lnTo>
                <a:lnTo>
                  <a:pt x="43" y="93"/>
                </a:lnTo>
                <a:lnTo>
                  <a:pt x="43" y="92"/>
                </a:lnTo>
                <a:lnTo>
                  <a:pt x="44" y="92"/>
                </a:lnTo>
                <a:lnTo>
                  <a:pt x="45" y="91"/>
                </a:lnTo>
                <a:lnTo>
                  <a:pt x="45" y="90"/>
                </a:lnTo>
                <a:lnTo>
                  <a:pt x="46" y="90"/>
                </a:lnTo>
                <a:lnTo>
                  <a:pt x="47" y="90"/>
                </a:lnTo>
                <a:lnTo>
                  <a:pt x="48" y="89"/>
                </a:lnTo>
                <a:lnTo>
                  <a:pt x="49" y="89"/>
                </a:lnTo>
                <a:lnTo>
                  <a:pt x="49" y="88"/>
                </a:lnTo>
                <a:lnTo>
                  <a:pt x="50" y="88"/>
                </a:lnTo>
                <a:lnTo>
                  <a:pt x="50" y="87"/>
                </a:lnTo>
                <a:lnTo>
                  <a:pt x="51" y="86"/>
                </a:lnTo>
                <a:lnTo>
                  <a:pt x="51" y="85"/>
                </a:lnTo>
                <a:lnTo>
                  <a:pt x="51" y="84"/>
                </a:lnTo>
                <a:lnTo>
                  <a:pt x="50" y="84"/>
                </a:lnTo>
                <a:lnTo>
                  <a:pt x="50" y="83"/>
                </a:lnTo>
                <a:lnTo>
                  <a:pt x="50" y="82"/>
                </a:lnTo>
                <a:lnTo>
                  <a:pt x="49" y="82"/>
                </a:lnTo>
                <a:lnTo>
                  <a:pt x="49" y="81"/>
                </a:lnTo>
                <a:lnTo>
                  <a:pt x="50" y="81"/>
                </a:lnTo>
                <a:lnTo>
                  <a:pt x="50" y="80"/>
                </a:lnTo>
                <a:lnTo>
                  <a:pt x="50" y="79"/>
                </a:lnTo>
                <a:lnTo>
                  <a:pt x="50" y="78"/>
                </a:lnTo>
                <a:lnTo>
                  <a:pt x="50" y="77"/>
                </a:lnTo>
                <a:lnTo>
                  <a:pt x="51" y="77"/>
                </a:lnTo>
                <a:lnTo>
                  <a:pt x="51" y="76"/>
                </a:lnTo>
                <a:lnTo>
                  <a:pt x="52" y="76"/>
                </a:lnTo>
                <a:lnTo>
                  <a:pt x="53" y="76"/>
                </a:lnTo>
                <a:lnTo>
                  <a:pt x="53" y="77"/>
                </a:lnTo>
                <a:lnTo>
                  <a:pt x="54" y="77"/>
                </a:lnTo>
                <a:lnTo>
                  <a:pt x="55" y="77"/>
                </a:lnTo>
                <a:lnTo>
                  <a:pt x="54" y="76"/>
                </a:lnTo>
                <a:lnTo>
                  <a:pt x="54" y="75"/>
                </a:lnTo>
                <a:lnTo>
                  <a:pt x="53" y="74"/>
                </a:lnTo>
                <a:lnTo>
                  <a:pt x="53" y="73"/>
                </a:lnTo>
                <a:lnTo>
                  <a:pt x="52" y="73"/>
                </a:lnTo>
                <a:lnTo>
                  <a:pt x="53" y="73"/>
                </a:lnTo>
                <a:lnTo>
                  <a:pt x="53" y="72"/>
                </a:lnTo>
                <a:lnTo>
                  <a:pt x="54" y="71"/>
                </a:lnTo>
                <a:lnTo>
                  <a:pt x="54" y="70"/>
                </a:lnTo>
                <a:lnTo>
                  <a:pt x="55" y="70"/>
                </a:lnTo>
                <a:lnTo>
                  <a:pt x="55" y="71"/>
                </a:lnTo>
                <a:lnTo>
                  <a:pt x="56" y="71"/>
                </a:lnTo>
                <a:lnTo>
                  <a:pt x="56" y="70"/>
                </a:lnTo>
                <a:lnTo>
                  <a:pt x="55" y="70"/>
                </a:lnTo>
                <a:lnTo>
                  <a:pt x="56" y="70"/>
                </a:lnTo>
                <a:lnTo>
                  <a:pt x="56" y="69"/>
                </a:lnTo>
                <a:lnTo>
                  <a:pt x="57" y="69"/>
                </a:lnTo>
                <a:lnTo>
                  <a:pt x="56" y="68"/>
                </a:lnTo>
                <a:lnTo>
                  <a:pt x="56" y="67"/>
                </a:lnTo>
                <a:lnTo>
                  <a:pt x="56" y="66"/>
                </a:lnTo>
                <a:lnTo>
                  <a:pt x="56" y="65"/>
                </a:lnTo>
                <a:lnTo>
                  <a:pt x="57" y="64"/>
                </a:lnTo>
                <a:lnTo>
                  <a:pt x="57" y="65"/>
                </a:lnTo>
                <a:lnTo>
                  <a:pt x="58" y="65"/>
                </a:lnTo>
                <a:lnTo>
                  <a:pt x="59" y="65"/>
                </a:lnTo>
                <a:lnTo>
                  <a:pt x="59" y="64"/>
                </a:lnTo>
                <a:lnTo>
                  <a:pt x="58" y="64"/>
                </a:lnTo>
                <a:lnTo>
                  <a:pt x="58" y="62"/>
                </a:lnTo>
                <a:lnTo>
                  <a:pt x="58" y="61"/>
                </a:lnTo>
                <a:lnTo>
                  <a:pt x="59" y="61"/>
                </a:lnTo>
                <a:lnTo>
                  <a:pt x="59" y="62"/>
                </a:lnTo>
                <a:lnTo>
                  <a:pt x="60" y="62"/>
                </a:lnTo>
                <a:lnTo>
                  <a:pt x="60" y="63"/>
                </a:lnTo>
                <a:lnTo>
                  <a:pt x="61" y="63"/>
                </a:lnTo>
                <a:lnTo>
                  <a:pt x="61" y="62"/>
                </a:lnTo>
                <a:lnTo>
                  <a:pt x="61" y="61"/>
                </a:lnTo>
                <a:lnTo>
                  <a:pt x="60" y="61"/>
                </a:lnTo>
                <a:lnTo>
                  <a:pt x="61" y="61"/>
                </a:lnTo>
                <a:lnTo>
                  <a:pt x="61" y="59"/>
                </a:lnTo>
                <a:lnTo>
                  <a:pt x="61" y="58"/>
                </a:lnTo>
                <a:lnTo>
                  <a:pt x="62" y="58"/>
                </a:lnTo>
                <a:lnTo>
                  <a:pt x="62" y="59"/>
                </a:lnTo>
                <a:lnTo>
                  <a:pt x="63" y="59"/>
                </a:lnTo>
                <a:lnTo>
                  <a:pt x="63" y="58"/>
                </a:lnTo>
                <a:lnTo>
                  <a:pt x="64" y="58"/>
                </a:lnTo>
                <a:lnTo>
                  <a:pt x="63" y="58"/>
                </a:lnTo>
                <a:lnTo>
                  <a:pt x="63" y="57"/>
                </a:lnTo>
                <a:lnTo>
                  <a:pt x="64" y="57"/>
                </a:lnTo>
                <a:lnTo>
                  <a:pt x="64" y="56"/>
                </a:lnTo>
                <a:lnTo>
                  <a:pt x="65" y="56"/>
                </a:lnTo>
                <a:lnTo>
                  <a:pt x="65" y="55"/>
                </a:lnTo>
                <a:lnTo>
                  <a:pt x="64" y="55"/>
                </a:lnTo>
                <a:lnTo>
                  <a:pt x="64" y="54"/>
                </a:lnTo>
                <a:lnTo>
                  <a:pt x="64" y="53"/>
                </a:lnTo>
                <a:lnTo>
                  <a:pt x="65" y="53"/>
                </a:lnTo>
                <a:lnTo>
                  <a:pt x="65" y="54"/>
                </a:lnTo>
                <a:lnTo>
                  <a:pt x="66" y="54"/>
                </a:lnTo>
                <a:lnTo>
                  <a:pt x="66" y="53"/>
                </a:lnTo>
                <a:lnTo>
                  <a:pt x="66" y="52"/>
                </a:lnTo>
                <a:lnTo>
                  <a:pt x="65" y="52"/>
                </a:lnTo>
                <a:lnTo>
                  <a:pt x="66" y="52"/>
                </a:lnTo>
                <a:lnTo>
                  <a:pt x="66" y="51"/>
                </a:lnTo>
                <a:lnTo>
                  <a:pt x="67" y="51"/>
                </a:lnTo>
                <a:lnTo>
                  <a:pt x="67" y="52"/>
                </a:lnTo>
                <a:lnTo>
                  <a:pt x="68" y="52"/>
                </a:lnTo>
                <a:lnTo>
                  <a:pt x="69" y="52"/>
                </a:lnTo>
                <a:lnTo>
                  <a:pt x="69" y="53"/>
                </a:lnTo>
                <a:lnTo>
                  <a:pt x="70" y="53"/>
                </a:lnTo>
                <a:lnTo>
                  <a:pt x="70" y="52"/>
                </a:lnTo>
                <a:lnTo>
                  <a:pt x="71" y="52"/>
                </a:lnTo>
                <a:lnTo>
                  <a:pt x="71" y="51"/>
                </a:lnTo>
                <a:lnTo>
                  <a:pt x="72" y="51"/>
                </a:lnTo>
                <a:lnTo>
                  <a:pt x="73" y="51"/>
                </a:lnTo>
                <a:lnTo>
                  <a:pt x="73" y="50"/>
                </a:lnTo>
                <a:lnTo>
                  <a:pt x="73" y="51"/>
                </a:lnTo>
                <a:lnTo>
                  <a:pt x="74" y="51"/>
                </a:lnTo>
                <a:lnTo>
                  <a:pt x="74" y="50"/>
                </a:lnTo>
                <a:lnTo>
                  <a:pt x="74" y="51"/>
                </a:lnTo>
                <a:lnTo>
                  <a:pt x="75" y="51"/>
                </a:lnTo>
                <a:lnTo>
                  <a:pt x="76" y="51"/>
                </a:lnTo>
                <a:lnTo>
                  <a:pt x="77" y="51"/>
                </a:lnTo>
                <a:lnTo>
                  <a:pt x="77" y="52"/>
                </a:lnTo>
                <a:lnTo>
                  <a:pt x="78" y="52"/>
                </a:lnTo>
                <a:lnTo>
                  <a:pt x="78" y="53"/>
                </a:lnTo>
                <a:lnTo>
                  <a:pt x="78" y="54"/>
                </a:lnTo>
                <a:lnTo>
                  <a:pt x="79" y="54"/>
                </a:lnTo>
                <a:lnTo>
                  <a:pt x="80" y="54"/>
                </a:lnTo>
                <a:lnTo>
                  <a:pt x="80" y="53"/>
                </a:lnTo>
                <a:lnTo>
                  <a:pt x="80" y="54"/>
                </a:lnTo>
                <a:lnTo>
                  <a:pt x="81" y="54"/>
                </a:lnTo>
                <a:lnTo>
                  <a:pt x="81" y="53"/>
                </a:lnTo>
                <a:lnTo>
                  <a:pt x="82" y="53"/>
                </a:lnTo>
                <a:lnTo>
                  <a:pt x="83" y="53"/>
                </a:lnTo>
                <a:lnTo>
                  <a:pt x="84" y="52"/>
                </a:lnTo>
                <a:lnTo>
                  <a:pt x="83" y="52"/>
                </a:lnTo>
                <a:lnTo>
                  <a:pt x="83" y="51"/>
                </a:lnTo>
                <a:lnTo>
                  <a:pt x="83" y="50"/>
                </a:lnTo>
                <a:lnTo>
                  <a:pt x="82" y="50"/>
                </a:lnTo>
                <a:lnTo>
                  <a:pt x="82" y="51"/>
                </a:lnTo>
                <a:lnTo>
                  <a:pt x="82" y="50"/>
                </a:lnTo>
                <a:lnTo>
                  <a:pt x="83" y="50"/>
                </a:lnTo>
                <a:lnTo>
                  <a:pt x="83" y="49"/>
                </a:lnTo>
                <a:lnTo>
                  <a:pt x="84" y="48"/>
                </a:lnTo>
                <a:lnTo>
                  <a:pt x="84" y="47"/>
                </a:lnTo>
                <a:lnTo>
                  <a:pt x="83" y="47"/>
                </a:lnTo>
                <a:lnTo>
                  <a:pt x="83" y="46"/>
                </a:lnTo>
                <a:lnTo>
                  <a:pt x="84" y="46"/>
                </a:lnTo>
                <a:lnTo>
                  <a:pt x="85" y="46"/>
                </a:lnTo>
                <a:lnTo>
                  <a:pt x="86" y="46"/>
                </a:lnTo>
                <a:lnTo>
                  <a:pt x="86" y="45"/>
                </a:lnTo>
                <a:lnTo>
                  <a:pt x="87" y="45"/>
                </a:lnTo>
                <a:lnTo>
                  <a:pt x="88" y="44"/>
                </a:lnTo>
                <a:lnTo>
                  <a:pt x="88" y="43"/>
                </a:lnTo>
                <a:lnTo>
                  <a:pt x="87" y="43"/>
                </a:lnTo>
                <a:lnTo>
                  <a:pt x="87" y="42"/>
                </a:lnTo>
                <a:lnTo>
                  <a:pt x="88" y="42"/>
                </a:lnTo>
                <a:lnTo>
                  <a:pt x="88" y="41"/>
                </a:lnTo>
                <a:lnTo>
                  <a:pt x="89" y="41"/>
                </a:lnTo>
                <a:lnTo>
                  <a:pt x="88" y="41"/>
                </a:lnTo>
                <a:lnTo>
                  <a:pt x="88" y="40"/>
                </a:lnTo>
                <a:lnTo>
                  <a:pt x="87" y="40"/>
                </a:lnTo>
                <a:lnTo>
                  <a:pt x="88" y="39"/>
                </a:lnTo>
                <a:lnTo>
                  <a:pt x="89" y="39"/>
                </a:lnTo>
                <a:lnTo>
                  <a:pt x="89" y="38"/>
                </a:lnTo>
                <a:lnTo>
                  <a:pt x="90" y="38"/>
                </a:lnTo>
                <a:lnTo>
                  <a:pt x="90" y="37"/>
                </a:lnTo>
                <a:lnTo>
                  <a:pt x="91" y="37"/>
                </a:lnTo>
                <a:lnTo>
                  <a:pt x="92" y="37"/>
                </a:lnTo>
                <a:lnTo>
                  <a:pt x="92" y="36"/>
                </a:lnTo>
                <a:lnTo>
                  <a:pt x="93" y="36"/>
                </a:lnTo>
                <a:lnTo>
                  <a:pt x="94" y="36"/>
                </a:lnTo>
                <a:lnTo>
                  <a:pt x="95" y="36"/>
                </a:lnTo>
                <a:lnTo>
                  <a:pt x="96" y="37"/>
                </a:lnTo>
                <a:lnTo>
                  <a:pt x="96" y="36"/>
                </a:lnTo>
                <a:lnTo>
                  <a:pt x="97" y="36"/>
                </a:lnTo>
                <a:lnTo>
                  <a:pt x="98" y="36"/>
                </a:lnTo>
                <a:lnTo>
                  <a:pt x="99" y="37"/>
                </a:lnTo>
                <a:lnTo>
                  <a:pt x="100" y="37"/>
                </a:lnTo>
                <a:lnTo>
                  <a:pt x="101" y="37"/>
                </a:lnTo>
                <a:lnTo>
                  <a:pt x="102" y="36"/>
                </a:lnTo>
                <a:lnTo>
                  <a:pt x="103" y="36"/>
                </a:lnTo>
                <a:lnTo>
                  <a:pt x="104" y="36"/>
                </a:lnTo>
                <a:lnTo>
                  <a:pt x="105" y="36"/>
                </a:lnTo>
                <a:lnTo>
                  <a:pt x="106" y="36"/>
                </a:lnTo>
                <a:lnTo>
                  <a:pt x="106" y="35"/>
                </a:lnTo>
                <a:lnTo>
                  <a:pt x="107" y="35"/>
                </a:lnTo>
                <a:lnTo>
                  <a:pt x="107" y="36"/>
                </a:lnTo>
                <a:lnTo>
                  <a:pt x="107" y="37"/>
                </a:lnTo>
                <a:lnTo>
                  <a:pt x="108" y="37"/>
                </a:lnTo>
                <a:lnTo>
                  <a:pt x="108" y="36"/>
                </a:lnTo>
                <a:lnTo>
                  <a:pt x="109" y="36"/>
                </a:lnTo>
                <a:lnTo>
                  <a:pt x="110" y="36"/>
                </a:lnTo>
                <a:lnTo>
                  <a:pt x="111" y="36"/>
                </a:lnTo>
                <a:lnTo>
                  <a:pt x="112" y="36"/>
                </a:lnTo>
                <a:lnTo>
                  <a:pt x="112" y="35"/>
                </a:lnTo>
                <a:lnTo>
                  <a:pt x="113" y="35"/>
                </a:lnTo>
                <a:lnTo>
                  <a:pt x="113" y="36"/>
                </a:lnTo>
                <a:lnTo>
                  <a:pt x="113" y="35"/>
                </a:lnTo>
                <a:lnTo>
                  <a:pt x="114" y="35"/>
                </a:lnTo>
                <a:lnTo>
                  <a:pt x="115" y="35"/>
                </a:lnTo>
                <a:lnTo>
                  <a:pt x="115" y="34"/>
                </a:lnTo>
                <a:lnTo>
                  <a:pt x="116" y="34"/>
                </a:lnTo>
                <a:lnTo>
                  <a:pt x="117" y="34"/>
                </a:lnTo>
                <a:lnTo>
                  <a:pt x="118" y="34"/>
                </a:lnTo>
                <a:lnTo>
                  <a:pt x="119" y="34"/>
                </a:lnTo>
                <a:lnTo>
                  <a:pt x="119" y="35"/>
                </a:lnTo>
                <a:lnTo>
                  <a:pt x="120" y="35"/>
                </a:lnTo>
                <a:lnTo>
                  <a:pt x="121" y="35"/>
                </a:lnTo>
                <a:lnTo>
                  <a:pt x="121" y="34"/>
                </a:lnTo>
                <a:lnTo>
                  <a:pt x="121" y="35"/>
                </a:lnTo>
                <a:lnTo>
                  <a:pt x="121" y="36"/>
                </a:lnTo>
                <a:lnTo>
                  <a:pt x="122" y="36"/>
                </a:lnTo>
                <a:lnTo>
                  <a:pt x="123" y="36"/>
                </a:lnTo>
                <a:lnTo>
                  <a:pt x="123" y="37"/>
                </a:lnTo>
                <a:lnTo>
                  <a:pt x="124" y="38"/>
                </a:lnTo>
                <a:lnTo>
                  <a:pt x="124" y="39"/>
                </a:lnTo>
                <a:lnTo>
                  <a:pt x="124" y="38"/>
                </a:lnTo>
                <a:lnTo>
                  <a:pt x="126" y="37"/>
                </a:lnTo>
                <a:lnTo>
                  <a:pt x="127" y="37"/>
                </a:lnTo>
                <a:lnTo>
                  <a:pt x="128" y="38"/>
                </a:lnTo>
                <a:lnTo>
                  <a:pt x="128" y="39"/>
                </a:lnTo>
                <a:lnTo>
                  <a:pt x="129" y="39"/>
                </a:lnTo>
                <a:lnTo>
                  <a:pt x="129" y="40"/>
                </a:lnTo>
                <a:lnTo>
                  <a:pt x="130" y="40"/>
                </a:lnTo>
                <a:lnTo>
                  <a:pt x="131" y="40"/>
                </a:lnTo>
                <a:lnTo>
                  <a:pt x="132" y="40"/>
                </a:lnTo>
                <a:lnTo>
                  <a:pt x="132" y="41"/>
                </a:lnTo>
                <a:lnTo>
                  <a:pt x="132" y="42"/>
                </a:lnTo>
                <a:lnTo>
                  <a:pt x="133" y="42"/>
                </a:lnTo>
                <a:lnTo>
                  <a:pt x="134" y="42"/>
                </a:lnTo>
                <a:lnTo>
                  <a:pt x="135" y="43"/>
                </a:lnTo>
                <a:lnTo>
                  <a:pt x="135" y="44"/>
                </a:lnTo>
                <a:lnTo>
                  <a:pt x="136" y="44"/>
                </a:lnTo>
                <a:lnTo>
                  <a:pt x="136" y="45"/>
                </a:lnTo>
                <a:lnTo>
                  <a:pt x="135" y="45"/>
                </a:lnTo>
                <a:lnTo>
                  <a:pt x="135" y="46"/>
                </a:lnTo>
                <a:lnTo>
                  <a:pt x="136" y="46"/>
                </a:lnTo>
                <a:lnTo>
                  <a:pt x="136" y="47"/>
                </a:lnTo>
                <a:lnTo>
                  <a:pt x="137" y="48"/>
                </a:lnTo>
                <a:lnTo>
                  <a:pt x="137" y="47"/>
                </a:lnTo>
                <a:lnTo>
                  <a:pt x="138" y="47"/>
                </a:lnTo>
                <a:lnTo>
                  <a:pt x="139" y="47"/>
                </a:lnTo>
                <a:lnTo>
                  <a:pt x="140" y="47"/>
                </a:lnTo>
                <a:lnTo>
                  <a:pt x="141" y="48"/>
                </a:lnTo>
                <a:lnTo>
                  <a:pt x="141" y="49"/>
                </a:lnTo>
                <a:lnTo>
                  <a:pt x="141" y="50"/>
                </a:lnTo>
                <a:lnTo>
                  <a:pt x="142" y="50"/>
                </a:lnTo>
                <a:lnTo>
                  <a:pt x="143" y="50"/>
                </a:lnTo>
                <a:lnTo>
                  <a:pt x="143" y="51"/>
                </a:lnTo>
                <a:lnTo>
                  <a:pt x="143" y="50"/>
                </a:lnTo>
                <a:lnTo>
                  <a:pt x="144" y="50"/>
                </a:lnTo>
                <a:lnTo>
                  <a:pt x="144" y="49"/>
                </a:lnTo>
                <a:lnTo>
                  <a:pt x="145" y="49"/>
                </a:lnTo>
                <a:lnTo>
                  <a:pt x="146" y="48"/>
                </a:lnTo>
                <a:lnTo>
                  <a:pt x="147" y="48"/>
                </a:lnTo>
                <a:lnTo>
                  <a:pt x="147" y="47"/>
                </a:lnTo>
                <a:lnTo>
                  <a:pt x="147" y="48"/>
                </a:lnTo>
                <a:lnTo>
                  <a:pt x="148" y="48"/>
                </a:lnTo>
                <a:lnTo>
                  <a:pt x="148" y="47"/>
                </a:lnTo>
                <a:lnTo>
                  <a:pt x="149" y="47"/>
                </a:lnTo>
                <a:lnTo>
                  <a:pt x="149" y="48"/>
                </a:lnTo>
                <a:lnTo>
                  <a:pt x="149" y="47"/>
                </a:lnTo>
                <a:lnTo>
                  <a:pt x="150" y="47"/>
                </a:lnTo>
                <a:lnTo>
                  <a:pt x="150" y="46"/>
                </a:lnTo>
                <a:lnTo>
                  <a:pt x="150" y="44"/>
                </a:lnTo>
                <a:lnTo>
                  <a:pt x="151" y="43"/>
                </a:lnTo>
                <a:lnTo>
                  <a:pt x="151" y="42"/>
                </a:lnTo>
                <a:lnTo>
                  <a:pt x="152" y="42"/>
                </a:lnTo>
                <a:lnTo>
                  <a:pt x="152" y="43"/>
                </a:lnTo>
                <a:lnTo>
                  <a:pt x="153" y="43"/>
                </a:lnTo>
                <a:lnTo>
                  <a:pt x="154" y="44"/>
                </a:lnTo>
                <a:lnTo>
                  <a:pt x="155" y="44"/>
                </a:lnTo>
                <a:lnTo>
                  <a:pt x="156" y="44"/>
                </a:lnTo>
                <a:lnTo>
                  <a:pt x="155" y="44"/>
                </a:lnTo>
                <a:lnTo>
                  <a:pt x="156" y="44"/>
                </a:lnTo>
                <a:lnTo>
                  <a:pt x="157" y="44"/>
                </a:lnTo>
                <a:lnTo>
                  <a:pt x="158" y="44"/>
                </a:lnTo>
                <a:lnTo>
                  <a:pt x="158" y="43"/>
                </a:lnTo>
                <a:lnTo>
                  <a:pt x="159" y="43"/>
                </a:lnTo>
                <a:lnTo>
                  <a:pt x="159" y="42"/>
                </a:lnTo>
                <a:lnTo>
                  <a:pt x="159" y="43"/>
                </a:lnTo>
                <a:lnTo>
                  <a:pt x="160" y="42"/>
                </a:lnTo>
                <a:lnTo>
                  <a:pt x="161" y="42"/>
                </a:lnTo>
                <a:lnTo>
                  <a:pt x="161" y="41"/>
                </a:lnTo>
                <a:lnTo>
                  <a:pt x="162" y="40"/>
                </a:lnTo>
                <a:lnTo>
                  <a:pt x="162" y="41"/>
                </a:lnTo>
                <a:lnTo>
                  <a:pt x="162" y="40"/>
                </a:lnTo>
                <a:lnTo>
                  <a:pt x="163" y="40"/>
                </a:lnTo>
                <a:lnTo>
                  <a:pt x="162" y="40"/>
                </a:lnTo>
                <a:lnTo>
                  <a:pt x="163" y="40"/>
                </a:lnTo>
                <a:lnTo>
                  <a:pt x="164" y="39"/>
                </a:lnTo>
                <a:lnTo>
                  <a:pt x="165" y="39"/>
                </a:lnTo>
                <a:lnTo>
                  <a:pt x="165" y="38"/>
                </a:lnTo>
                <a:lnTo>
                  <a:pt x="166" y="38"/>
                </a:lnTo>
                <a:lnTo>
                  <a:pt x="166" y="37"/>
                </a:lnTo>
                <a:lnTo>
                  <a:pt x="167" y="37"/>
                </a:lnTo>
                <a:lnTo>
                  <a:pt x="167" y="36"/>
                </a:lnTo>
                <a:lnTo>
                  <a:pt x="167" y="35"/>
                </a:lnTo>
                <a:lnTo>
                  <a:pt x="166" y="34"/>
                </a:lnTo>
                <a:lnTo>
                  <a:pt x="166" y="33"/>
                </a:lnTo>
                <a:lnTo>
                  <a:pt x="166" y="32"/>
                </a:lnTo>
                <a:lnTo>
                  <a:pt x="165" y="32"/>
                </a:lnTo>
                <a:lnTo>
                  <a:pt x="165" y="31"/>
                </a:lnTo>
                <a:lnTo>
                  <a:pt x="165" y="30"/>
                </a:lnTo>
                <a:lnTo>
                  <a:pt x="164" y="30"/>
                </a:lnTo>
                <a:lnTo>
                  <a:pt x="164" y="29"/>
                </a:lnTo>
                <a:lnTo>
                  <a:pt x="164" y="30"/>
                </a:lnTo>
                <a:lnTo>
                  <a:pt x="163" y="30"/>
                </a:lnTo>
                <a:lnTo>
                  <a:pt x="162" y="30"/>
                </a:lnTo>
                <a:lnTo>
                  <a:pt x="161" y="29"/>
                </a:lnTo>
                <a:lnTo>
                  <a:pt x="160" y="29"/>
                </a:lnTo>
                <a:lnTo>
                  <a:pt x="159" y="29"/>
                </a:lnTo>
                <a:lnTo>
                  <a:pt x="159" y="28"/>
                </a:lnTo>
                <a:lnTo>
                  <a:pt x="159" y="27"/>
                </a:lnTo>
                <a:lnTo>
                  <a:pt x="158" y="26"/>
                </a:lnTo>
                <a:lnTo>
                  <a:pt x="157" y="26"/>
                </a:lnTo>
                <a:lnTo>
                  <a:pt x="157" y="25"/>
                </a:lnTo>
                <a:lnTo>
                  <a:pt x="158" y="25"/>
                </a:lnTo>
                <a:lnTo>
                  <a:pt x="158" y="24"/>
                </a:lnTo>
                <a:lnTo>
                  <a:pt x="158" y="23"/>
                </a:lnTo>
                <a:lnTo>
                  <a:pt x="157" y="23"/>
                </a:lnTo>
                <a:lnTo>
                  <a:pt x="156" y="23"/>
                </a:lnTo>
                <a:lnTo>
                  <a:pt x="156" y="22"/>
                </a:lnTo>
                <a:lnTo>
                  <a:pt x="155" y="22"/>
                </a:lnTo>
                <a:lnTo>
                  <a:pt x="155" y="21"/>
                </a:lnTo>
                <a:lnTo>
                  <a:pt x="155" y="20"/>
                </a:lnTo>
                <a:lnTo>
                  <a:pt x="155" y="19"/>
                </a:lnTo>
                <a:lnTo>
                  <a:pt x="155" y="18"/>
                </a:lnTo>
                <a:lnTo>
                  <a:pt x="156" y="18"/>
                </a:lnTo>
                <a:lnTo>
                  <a:pt x="156" y="17"/>
                </a:lnTo>
                <a:lnTo>
                  <a:pt x="156" y="16"/>
                </a:lnTo>
                <a:lnTo>
                  <a:pt x="157" y="16"/>
                </a:lnTo>
                <a:lnTo>
                  <a:pt x="158" y="15"/>
                </a:lnTo>
                <a:lnTo>
                  <a:pt x="159" y="15"/>
                </a:lnTo>
                <a:lnTo>
                  <a:pt x="160" y="14"/>
                </a:lnTo>
                <a:lnTo>
                  <a:pt x="159" y="14"/>
                </a:lnTo>
                <a:lnTo>
                  <a:pt x="159" y="13"/>
                </a:lnTo>
                <a:lnTo>
                  <a:pt x="158" y="13"/>
                </a:lnTo>
                <a:lnTo>
                  <a:pt x="157" y="13"/>
                </a:lnTo>
                <a:lnTo>
                  <a:pt x="156" y="13"/>
                </a:lnTo>
                <a:lnTo>
                  <a:pt x="156" y="12"/>
                </a:lnTo>
                <a:lnTo>
                  <a:pt x="155" y="12"/>
                </a:lnTo>
                <a:lnTo>
                  <a:pt x="154" y="12"/>
                </a:lnTo>
                <a:lnTo>
                  <a:pt x="154" y="11"/>
                </a:lnTo>
                <a:lnTo>
                  <a:pt x="154" y="10"/>
                </a:lnTo>
                <a:lnTo>
                  <a:pt x="154" y="9"/>
                </a:lnTo>
                <a:lnTo>
                  <a:pt x="154" y="8"/>
                </a:lnTo>
                <a:lnTo>
                  <a:pt x="154" y="7"/>
                </a:lnTo>
                <a:lnTo>
                  <a:pt x="155" y="7"/>
                </a:lnTo>
                <a:lnTo>
                  <a:pt x="155" y="8"/>
                </a:lnTo>
                <a:lnTo>
                  <a:pt x="156" y="8"/>
                </a:lnTo>
                <a:lnTo>
                  <a:pt x="156" y="7"/>
                </a:lnTo>
                <a:lnTo>
                  <a:pt x="157" y="7"/>
                </a:lnTo>
                <a:lnTo>
                  <a:pt x="157" y="6"/>
                </a:lnTo>
                <a:lnTo>
                  <a:pt x="158" y="6"/>
                </a:lnTo>
                <a:lnTo>
                  <a:pt x="158" y="7"/>
                </a:lnTo>
                <a:lnTo>
                  <a:pt x="159" y="7"/>
                </a:lnTo>
                <a:lnTo>
                  <a:pt x="159" y="8"/>
                </a:lnTo>
                <a:lnTo>
                  <a:pt x="159" y="7"/>
                </a:lnTo>
                <a:lnTo>
                  <a:pt x="160" y="7"/>
                </a:lnTo>
                <a:lnTo>
                  <a:pt x="160" y="8"/>
                </a:lnTo>
                <a:lnTo>
                  <a:pt x="160" y="7"/>
                </a:lnTo>
                <a:lnTo>
                  <a:pt x="161" y="7"/>
                </a:lnTo>
                <a:lnTo>
                  <a:pt x="162" y="7"/>
                </a:lnTo>
                <a:lnTo>
                  <a:pt x="163" y="7"/>
                </a:lnTo>
                <a:lnTo>
                  <a:pt x="164" y="7"/>
                </a:lnTo>
                <a:lnTo>
                  <a:pt x="165" y="7"/>
                </a:lnTo>
                <a:lnTo>
                  <a:pt x="166" y="6"/>
                </a:lnTo>
                <a:lnTo>
                  <a:pt x="167" y="6"/>
                </a:lnTo>
                <a:lnTo>
                  <a:pt x="167" y="5"/>
                </a:lnTo>
                <a:lnTo>
                  <a:pt x="168" y="5"/>
                </a:lnTo>
                <a:lnTo>
                  <a:pt x="169" y="5"/>
                </a:lnTo>
                <a:lnTo>
                  <a:pt x="169" y="6"/>
                </a:lnTo>
                <a:lnTo>
                  <a:pt x="170" y="6"/>
                </a:lnTo>
                <a:lnTo>
                  <a:pt x="170" y="7"/>
                </a:lnTo>
                <a:lnTo>
                  <a:pt x="171" y="6"/>
                </a:lnTo>
                <a:lnTo>
                  <a:pt x="171" y="7"/>
                </a:lnTo>
                <a:lnTo>
                  <a:pt x="171" y="9"/>
                </a:lnTo>
                <a:lnTo>
                  <a:pt x="172" y="9"/>
                </a:lnTo>
                <a:lnTo>
                  <a:pt x="173" y="9"/>
                </a:lnTo>
                <a:lnTo>
                  <a:pt x="173" y="10"/>
                </a:lnTo>
                <a:lnTo>
                  <a:pt x="174" y="10"/>
                </a:lnTo>
                <a:lnTo>
                  <a:pt x="174" y="9"/>
                </a:lnTo>
                <a:lnTo>
                  <a:pt x="175" y="9"/>
                </a:lnTo>
                <a:lnTo>
                  <a:pt x="176" y="9"/>
                </a:lnTo>
                <a:lnTo>
                  <a:pt x="176" y="8"/>
                </a:lnTo>
                <a:lnTo>
                  <a:pt x="177" y="8"/>
                </a:lnTo>
                <a:lnTo>
                  <a:pt x="177" y="7"/>
                </a:lnTo>
                <a:lnTo>
                  <a:pt x="177" y="6"/>
                </a:lnTo>
                <a:lnTo>
                  <a:pt x="177" y="5"/>
                </a:lnTo>
                <a:lnTo>
                  <a:pt x="177" y="4"/>
                </a:lnTo>
                <a:lnTo>
                  <a:pt x="177" y="5"/>
                </a:lnTo>
                <a:lnTo>
                  <a:pt x="177" y="4"/>
                </a:lnTo>
                <a:lnTo>
                  <a:pt x="177" y="3"/>
                </a:lnTo>
                <a:lnTo>
                  <a:pt x="177" y="2"/>
                </a:lnTo>
                <a:lnTo>
                  <a:pt x="176" y="2"/>
                </a:lnTo>
                <a:lnTo>
                  <a:pt x="176" y="1"/>
                </a:lnTo>
                <a:lnTo>
                  <a:pt x="177" y="1"/>
                </a:lnTo>
                <a:lnTo>
                  <a:pt x="178" y="1"/>
                </a:lnTo>
                <a:lnTo>
                  <a:pt x="179" y="1"/>
                </a:lnTo>
                <a:lnTo>
                  <a:pt x="180" y="1"/>
                </a:lnTo>
                <a:lnTo>
                  <a:pt x="181" y="1"/>
                </a:lnTo>
                <a:lnTo>
                  <a:pt x="182" y="1"/>
                </a:lnTo>
                <a:lnTo>
                  <a:pt x="183" y="0"/>
                </a:lnTo>
                <a:lnTo>
                  <a:pt x="184" y="0"/>
                </a:lnTo>
                <a:lnTo>
                  <a:pt x="184" y="1"/>
                </a:lnTo>
                <a:lnTo>
                  <a:pt x="185" y="1"/>
                </a:lnTo>
                <a:lnTo>
                  <a:pt x="185" y="0"/>
                </a:lnTo>
                <a:lnTo>
                  <a:pt x="18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5" name=""/>
          <p:cNvSpPr/>
          <p:nvPr/>
        </p:nvSpPr>
        <p:spPr>
          <a:xfrm>
            <a:off x="4316760" y="438480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3" y="3"/>
                </a:moveTo>
                <a:lnTo>
                  <a:pt x="3" y="4"/>
                </a:lnTo>
                <a:lnTo>
                  <a:pt x="1" y="6"/>
                </a:lnTo>
                <a:lnTo>
                  <a:pt x="0" y="6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6" name=""/>
          <p:cNvSpPr/>
          <p:nvPr/>
        </p:nvSpPr>
        <p:spPr>
          <a:xfrm>
            <a:off x="4316400" y="437832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1"/>
                </a:move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7" name=""/>
          <p:cNvSpPr/>
          <p:nvPr/>
        </p:nvSpPr>
        <p:spPr>
          <a:xfrm>
            <a:off x="4312080" y="437616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0" y="2"/>
                </a:move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8" name=""/>
          <p:cNvSpPr/>
          <p:nvPr/>
        </p:nvSpPr>
        <p:spPr>
          <a:xfrm>
            <a:off x="4309920" y="437364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0" y="0"/>
                </a:move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9" name=""/>
          <p:cNvSpPr/>
          <p:nvPr/>
        </p:nvSpPr>
        <p:spPr>
          <a:xfrm>
            <a:off x="4311720" y="437256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3" y="1"/>
                </a:moveTo>
                <a:lnTo>
                  <a:pt x="3" y="2"/>
                </a:lnTo>
                <a:lnTo>
                  <a:pt x="3" y="4"/>
                </a:lnTo>
                <a:lnTo>
                  <a:pt x="3" y="5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0" name=""/>
          <p:cNvSpPr/>
          <p:nvPr/>
        </p:nvSpPr>
        <p:spPr>
          <a:xfrm>
            <a:off x="4290120" y="436968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1"/>
                </a:move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1" name=""/>
          <p:cNvSpPr/>
          <p:nvPr/>
        </p:nvSpPr>
        <p:spPr>
          <a:xfrm>
            <a:off x="4316400" y="4363920"/>
            <a:ext cx="3240" cy="3600"/>
          </a:xfrm>
          <a:custGeom>
            <a:avLst/>
            <a:gdLst/>
            <a:ahLst/>
            <a:rect l="0" t="0" r="r" b="b"/>
            <a:pathLst>
              <a:path w="9" h="10">
                <a:moveTo>
                  <a:pt x="4" y="0"/>
                </a:moveTo>
                <a:lnTo>
                  <a:pt x="6" y="0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3"/>
                </a:lnTo>
                <a:lnTo>
                  <a:pt x="9" y="1"/>
                </a:lnTo>
                <a:lnTo>
                  <a:pt x="9" y="3"/>
                </a:lnTo>
                <a:lnTo>
                  <a:pt x="9" y="4"/>
                </a:lnTo>
                <a:lnTo>
                  <a:pt x="9" y="5"/>
                </a:lnTo>
                <a:lnTo>
                  <a:pt x="8" y="5"/>
                </a:lnTo>
                <a:lnTo>
                  <a:pt x="8" y="6"/>
                </a:lnTo>
                <a:lnTo>
                  <a:pt x="8" y="7"/>
                </a:lnTo>
                <a:lnTo>
                  <a:pt x="7" y="7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6" y="8"/>
                </a:lnTo>
                <a:lnTo>
                  <a:pt x="6" y="9"/>
                </a:lnTo>
                <a:lnTo>
                  <a:pt x="4" y="9"/>
                </a:lnTo>
                <a:lnTo>
                  <a:pt x="4" y="10"/>
                </a:lnTo>
                <a:lnTo>
                  <a:pt x="4" y="9"/>
                </a:lnTo>
                <a:lnTo>
                  <a:pt x="4" y="10"/>
                </a:lnTo>
                <a:lnTo>
                  <a:pt x="3" y="10"/>
                </a:lnTo>
                <a:lnTo>
                  <a:pt x="3" y="9"/>
                </a:lnTo>
                <a:lnTo>
                  <a:pt x="2" y="9"/>
                </a:lnTo>
                <a:lnTo>
                  <a:pt x="1" y="9"/>
                </a:lnTo>
                <a:lnTo>
                  <a:pt x="1" y="8"/>
                </a:lnTo>
                <a:lnTo>
                  <a:pt x="1" y="7"/>
                </a:lnTo>
                <a:lnTo>
                  <a:pt x="1" y="8"/>
                </a:lnTo>
                <a:lnTo>
                  <a:pt x="1" y="7"/>
                </a:lnTo>
                <a:lnTo>
                  <a:pt x="1" y="8"/>
                </a:lnTo>
                <a:lnTo>
                  <a:pt x="1" y="7"/>
                </a:lnTo>
                <a:lnTo>
                  <a:pt x="2" y="7"/>
                </a:lnTo>
                <a:lnTo>
                  <a:pt x="1" y="7"/>
                </a:lnTo>
                <a:lnTo>
                  <a:pt x="0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3" y="1"/>
                </a:lnTo>
                <a:lnTo>
                  <a:pt x="3" y="3"/>
                </a:lnTo>
                <a:lnTo>
                  <a:pt x="4" y="3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2" name=""/>
          <p:cNvSpPr/>
          <p:nvPr/>
        </p:nvSpPr>
        <p:spPr>
          <a:xfrm>
            <a:off x="4314240" y="43646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3" name=""/>
          <p:cNvSpPr/>
          <p:nvPr/>
        </p:nvSpPr>
        <p:spPr>
          <a:xfrm>
            <a:off x="4305240" y="436284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5" y="2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4" name=""/>
          <p:cNvSpPr/>
          <p:nvPr/>
        </p:nvSpPr>
        <p:spPr>
          <a:xfrm>
            <a:off x="4306680" y="4358520"/>
            <a:ext cx="10080" cy="6840"/>
          </a:xfrm>
          <a:custGeom>
            <a:avLst/>
            <a:gdLst/>
            <a:ahLst/>
            <a:rect l="0" t="0" r="r" b="b"/>
            <a:pathLst>
              <a:path w="28" h="19">
                <a:moveTo>
                  <a:pt x="16" y="4"/>
                </a:moveTo>
                <a:lnTo>
                  <a:pt x="17" y="4"/>
                </a:lnTo>
                <a:lnTo>
                  <a:pt x="18" y="4"/>
                </a:lnTo>
                <a:lnTo>
                  <a:pt x="19" y="4"/>
                </a:lnTo>
                <a:lnTo>
                  <a:pt x="20" y="4"/>
                </a:lnTo>
                <a:lnTo>
                  <a:pt x="21" y="4"/>
                </a:lnTo>
                <a:lnTo>
                  <a:pt x="22" y="4"/>
                </a:lnTo>
                <a:lnTo>
                  <a:pt x="22" y="3"/>
                </a:lnTo>
                <a:lnTo>
                  <a:pt x="23" y="3"/>
                </a:lnTo>
                <a:lnTo>
                  <a:pt x="24" y="2"/>
                </a:lnTo>
                <a:lnTo>
                  <a:pt x="25" y="2"/>
                </a:lnTo>
                <a:lnTo>
                  <a:pt x="26" y="2"/>
                </a:lnTo>
                <a:lnTo>
                  <a:pt x="26" y="3"/>
                </a:lnTo>
                <a:lnTo>
                  <a:pt x="27" y="3"/>
                </a:lnTo>
                <a:lnTo>
                  <a:pt x="28" y="3"/>
                </a:lnTo>
                <a:lnTo>
                  <a:pt x="28" y="4"/>
                </a:lnTo>
                <a:lnTo>
                  <a:pt x="28" y="5"/>
                </a:lnTo>
                <a:lnTo>
                  <a:pt x="28" y="7"/>
                </a:lnTo>
                <a:lnTo>
                  <a:pt x="28" y="8"/>
                </a:lnTo>
                <a:lnTo>
                  <a:pt x="27" y="8"/>
                </a:lnTo>
                <a:lnTo>
                  <a:pt x="27" y="9"/>
                </a:lnTo>
                <a:lnTo>
                  <a:pt x="27" y="11"/>
                </a:lnTo>
                <a:lnTo>
                  <a:pt x="26" y="11"/>
                </a:lnTo>
                <a:lnTo>
                  <a:pt x="26" y="12"/>
                </a:lnTo>
                <a:lnTo>
                  <a:pt x="26" y="13"/>
                </a:lnTo>
                <a:lnTo>
                  <a:pt x="26" y="14"/>
                </a:lnTo>
                <a:lnTo>
                  <a:pt x="26" y="15"/>
                </a:lnTo>
                <a:lnTo>
                  <a:pt x="26" y="16"/>
                </a:lnTo>
                <a:lnTo>
                  <a:pt x="26" y="18"/>
                </a:lnTo>
                <a:lnTo>
                  <a:pt x="25" y="19"/>
                </a:lnTo>
                <a:lnTo>
                  <a:pt x="24" y="18"/>
                </a:lnTo>
                <a:lnTo>
                  <a:pt x="24" y="17"/>
                </a:lnTo>
                <a:lnTo>
                  <a:pt x="24" y="16"/>
                </a:lnTo>
                <a:lnTo>
                  <a:pt x="24" y="15"/>
                </a:lnTo>
                <a:lnTo>
                  <a:pt x="23" y="15"/>
                </a:lnTo>
                <a:lnTo>
                  <a:pt x="22" y="13"/>
                </a:lnTo>
                <a:lnTo>
                  <a:pt x="21" y="12"/>
                </a:lnTo>
                <a:lnTo>
                  <a:pt x="21" y="11"/>
                </a:lnTo>
                <a:lnTo>
                  <a:pt x="20" y="11"/>
                </a:lnTo>
                <a:lnTo>
                  <a:pt x="19" y="11"/>
                </a:lnTo>
                <a:lnTo>
                  <a:pt x="18" y="11"/>
                </a:lnTo>
                <a:lnTo>
                  <a:pt x="17" y="11"/>
                </a:lnTo>
                <a:lnTo>
                  <a:pt x="16" y="11"/>
                </a:lnTo>
                <a:lnTo>
                  <a:pt x="15" y="11"/>
                </a:lnTo>
                <a:lnTo>
                  <a:pt x="14" y="11"/>
                </a:lnTo>
                <a:lnTo>
                  <a:pt x="13" y="11"/>
                </a:lnTo>
                <a:lnTo>
                  <a:pt x="12" y="11"/>
                </a:lnTo>
                <a:lnTo>
                  <a:pt x="11" y="11"/>
                </a:lnTo>
                <a:lnTo>
                  <a:pt x="9" y="11"/>
                </a:lnTo>
                <a:lnTo>
                  <a:pt x="8" y="11"/>
                </a:lnTo>
                <a:lnTo>
                  <a:pt x="8" y="12"/>
                </a:lnTo>
                <a:lnTo>
                  <a:pt x="7" y="12"/>
                </a:lnTo>
                <a:lnTo>
                  <a:pt x="7" y="13"/>
                </a:lnTo>
                <a:lnTo>
                  <a:pt x="6" y="13"/>
                </a:lnTo>
                <a:lnTo>
                  <a:pt x="5" y="14"/>
                </a:lnTo>
                <a:lnTo>
                  <a:pt x="4" y="14"/>
                </a:lnTo>
                <a:lnTo>
                  <a:pt x="3" y="14"/>
                </a:lnTo>
                <a:lnTo>
                  <a:pt x="2" y="14"/>
                </a:lnTo>
                <a:lnTo>
                  <a:pt x="2" y="15"/>
                </a:lnTo>
                <a:lnTo>
                  <a:pt x="1" y="15"/>
                </a:lnTo>
                <a:lnTo>
                  <a:pt x="0" y="15"/>
                </a:lnTo>
                <a:lnTo>
                  <a:pt x="0" y="14"/>
                </a:lnTo>
                <a:lnTo>
                  <a:pt x="1" y="14"/>
                </a:lnTo>
                <a:lnTo>
                  <a:pt x="1" y="13"/>
                </a:lnTo>
                <a:lnTo>
                  <a:pt x="2" y="12"/>
                </a:lnTo>
                <a:lnTo>
                  <a:pt x="2" y="11"/>
                </a:lnTo>
                <a:lnTo>
                  <a:pt x="3" y="11"/>
                </a:lnTo>
                <a:lnTo>
                  <a:pt x="3" y="10"/>
                </a:lnTo>
                <a:lnTo>
                  <a:pt x="3" y="9"/>
                </a:lnTo>
                <a:lnTo>
                  <a:pt x="4" y="8"/>
                </a:lnTo>
                <a:lnTo>
                  <a:pt x="5" y="7"/>
                </a:lnTo>
                <a:lnTo>
                  <a:pt x="5" y="8"/>
                </a:lnTo>
                <a:lnTo>
                  <a:pt x="6" y="8"/>
                </a:lnTo>
                <a:lnTo>
                  <a:pt x="7" y="8"/>
                </a:lnTo>
                <a:lnTo>
                  <a:pt x="6" y="7"/>
                </a:lnTo>
                <a:lnTo>
                  <a:pt x="6" y="5"/>
                </a:lnTo>
                <a:lnTo>
                  <a:pt x="6" y="4"/>
                </a:lnTo>
                <a:lnTo>
                  <a:pt x="6" y="5"/>
                </a:lnTo>
                <a:lnTo>
                  <a:pt x="7" y="4"/>
                </a:lnTo>
                <a:lnTo>
                  <a:pt x="6" y="4"/>
                </a:lnTo>
                <a:lnTo>
                  <a:pt x="6" y="3"/>
                </a:lnTo>
                <a:lnTo>
                  <a:pt x="5" y="3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8" y="2"/>
                </a:lnTo>
                <a:lnTo>
                  <a:pt x="9" y="2"/>
                </a:lnTo>
                <a:lnTo>
                  <a:pt x="11" y="2"/>
                </a:lnTo>
                <a:lnTo>
                  <a:pt x="12" y="2"/>
                </a:lnTo>
                <a:lnTo>
                  <a:pt x="12" y="1"/>
                </a:lnTo>
                <a:lnTo>
                  <a:pt x="13" y="1"/>
                </a:lnTo>
                <a:lnTo>
                  <a:pt x="14" y="1"/>
                </a:lnTo>
                <a:lnTo>
                  <a:pt x="14" y="0"/>
                </a:lnTo>
                <a:lnTo>
                  <a:pt x="15" y="1"/>
                </a:lnTo>
                <a:lnTo>
                  <a:pt x="16" y="1"/>
                </a:lnTo>
                <a:lnTo>
                  <a:pt x="16" y="2"/>
                </a:lnTo>
                <a:lnTo>
                  <a:pt x="16" y="3"/>
                </a:lnTo>
                <a:lnTo>
                  <a:pt x="1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5" name=""/>
          <p:cNvSpPr/>
          <p:nvPr/>
        </p:nvSpPr>
        <p:spPr>
          <a:xfrm>
            <a:off x="4312440" y="43592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2"/>
                </a:moveTo>
                <a:lnTo>
                  <a:pt x="0" y="0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6" name=""/>
          <p:cNvSpPr/>
          <p:nvPr/>
        </p:nvSpPr>
        <p:spPr>
          <a:xfrm>
            <a:off x="4311360" y="43578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3" y="4"/>
                </a:move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5" y="4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7" name=""/>
          <p:cNvSpPr/>
          <p:nvPr/>
        </p:nvSpPr>
        <p:spPr>
          <a:xfrm>
            <a:off x="4312440" y="4354200"/>
            <a:ext cx="6840" cy="5040"/>
          </a:xfrm>
          <a:custGeom>
            <a:avLst/>
            <a:gdLst/>
            <a:ahLst/>
            <a:rect l="0" t="0" r="r" b="b"/>
            <a:pathLst>
              <a:path w="19" h="14">
                <a:moveTo>
                  <a:pt x="8" y="3"/>
                </a:moveTo>
                <a:lnTo>
                  <a:pt x="7" y="3"/>
                </a:lnTo>
                <a:lnTo>
                  <a:pt x="8" y="3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1" y="1"/>
                </a:lnTo>
                <a:lnTo>
                  <a:pt x="12" y="1"/>
                </a:lnTo>
                <a:lnTo>
                  <a:pt x="14" y="1"/>
                </a:lnTo>
                <a:lnTo>
                  <a:pt x="14" y="2"/>
                </a:lnTo>
                <a:lnTo>
                  <a:pt x="16" y="2"/>
                </a:lnTo>
                <a:lnTo>
                  <a:pt x="17" y="2"/>
                </a:lnTo>
                <a:lnTo>
                  <a:pt x="17" y="1"/>
                </a:lnTo>
                <a:lnTo>
                  <a:pt x="18" y="1"/>
                </a:lnTo>
                <a:lnTo>
                  <a:pt x="18" y="0"/>
                </a:lnTo>
                <a:lnTo>
                  <a:pt x="19" y="0"/>
                </a:lnTo>
                <a:lnTo>
                  <a:pt x="19" y="1"/>
                </a:lnTo>
                <a:lnTo>
                  <a:pt x="18" y="1"/>
                </a:lnTo>
                <a:lnTo>
                  <a:pt x="19" y="1"/>
                </a:lnTo>
                <a:lnTo>
                  <a:pt x="19" y="2"/>
                </a:lnTo>
                <a:lnTo>
                  <a:pt x="18" y="2"/>
                </a:lnTo>
                <a:lnTo>
                  <a:pt x="18" y="3"/>
                </a:lnTo>
                <a:lnTo>
                  <a:pt x="17" y="5"/>
                </a:lnTo>
                <a:lnTo>
                  <a:pt x="16" y="6"/>
                </a:lnTo>
                <a:lnTo>
                  <a:pt x="16" y="8"/>
                </a:lnTo>
                <a:lnTo>
                  <a:pt x="16" y="9"/>
                </a:lnTo>
                <a:lnTo>
                  <a:pt x="14" y="10"/>
                </a:lnTo>
                <a:lnTo>
                  <a:pt x="14" y="11"/>
                </a:lnTo>
                <a:lnTo>
                  <a:pt x="14" y="12"/>
                </a:lnTo>
                <a:lnTo>
                  <a:pt x="13" y="12"/>
                </a:lnTo>
                <a:lnTo>
                  <a:pt x="13" y="13"/>
                </a:lnTo>
                <a:lnTo>
                  <a:pt x="12" y="13"/>
                </a:lnTo>
                <a:lnTo>
                  <a:pt x="11" y="14"/>
                </a:lnTo>
                <a:lnTo>
                  <a:pt x="10" y="14"/>
                </a:lnTo>
                <a:lnTo>
                  <a:pt x="10" y="13"/>
                </a:lnTo>
                <a:lnTo>
                  <a:pt x="9" y="13"/>
                </a:lnTo>
                <a:lnTo>
                  <a:pt x="9" y="12"/>
                </a:lnTo>
                <a:lnTo>
                  <a:pt x="10" y="12"/>
                </a:lnTo>
                <a:lnTo>
                  <a:pt x="10" y="11"/>
                </a:lnTo>
                <a:lnTo>
                  <a:pt x="9" y="11"/>
                </a:lnTo>
                <a:lnTo>
                  <a:pt x="9" y="10"/>
                </a:lnTo>
                <a:lnTo>
                  <a:pt x="9" y="11"/>
                </a:lnTo>
                <a:lnTo>
                  <a:pt x="8" y="11"/>
                </a:lnTo>
                <a:lnTo>
                  <a:pt x="8" y="10"/>
                </a:lnTo>
                <a:lnTo>
                  <a:pt x="8" y="9"/>
                </a:lnTo>
                <a:lnTo>
                  <a:pt x="8" y="8"/>
                </a:lnTo>
                <a:lnTo>
                  <a:pt x="8" y="6"/>
                </a:lnTo>
                <a:lnTo>
                  <a:pt x="8" y="5"/>
                </a:lnTo>
                <a:lnTo>
                  <a:pt x="8" y="6"/>
                </a:lnTo>
                <a:lnTo>
                  <a:pt x="8" y="8"/>
                </a:lnTo>
                <a:lnTo>
                  <a:pt x="7" y="8"/>
                </a:lnTo>
                <a:lnTo>
                  <a:pt x="6" y="6"/>
                </a:lnTo>
                <a:lnTo>
                  <a:pt x="6" y="8"/>
                </a:lnTo>
                <a:lnTo>
                  <a:pt x="5" y="8"/>
                </a:lnTo>
                <a:lnTo>
                  <a:pt x="6" y="8"/>
                </a:lnTo>
                <a:lnTo>
                  <a:pt x="5" y="8"/>
                </a:lnTo>
                <a:lnTo>
                  <a:pt x="4" y="8"/>
                </a:lnTo>
                <a:lnTo>
                  <a:pt x="4" y="6"/>
                </a:lnTo>
                <a:lnTo>
                  <a:pt x="3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8" y="2"/>
                </a:lnTo>
                <a:lnTo>
                  <a:pt x="8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8" name=""/>
          <p:cNvSpPr/>
          <p:nvPr/>
        </p:nvSpPr>
        <p:spPr>
          <a:xfrm>
            <a:off x="4312080" y="435600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2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9" name=""/>
          <p:cNvSpPr/>
          <p:nvPr/>
        </p:nvSpPr>
        <p:spPr>
          <a:xfrm>
            <a:off x="4314960" y="4354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0" name=""/>
          <p:cNvSpPr/>
          <p:nvPr/>
        </p:nvSpPr>
        <p:spPr>
          <a:xfrm>
            <a:off x="4336920" y="43477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1" name=""/>
          <p:cNvSpPr/>
          <p:nvPr/>
        </p:nvSpPr>
        <p:spPr>
          <a:xfrm>
            <a:off x="4332240" y="4343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2" name=""/>
          <p:cNvSpPr/>
          <p:nvPr/>
        </p:nvSpPr>
        <p:spPr>
          <a:xfrm>
            <a:off x="4368960" y="43412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4"/>
                </a:move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5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3" name=""/>
          <p:cNvSpPr/>
          <p:nvPr/>
        </p:nvSpPr>
        <p:spPr>
          <a:xfrm>
            <a:off x="4367880" y="4339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4" name=""/>
          <p:cNvSpPr/>
          <p:nvPr/>
        </p:nvSpPr>
        <p:spPr>
          <a:xfrm>
            <a:off x="4357080" y="4337640"/>
            <a:ext cx="7560" cy="4320"/>
          </a:xfrm>
          <a:custGeom>
            <a:avLst/>
            <a:gdLst/>
            <a:ahLst/>
            <a:rect l="0" t="0" r="r" b="b"/>
            <a:pathLst>
              <a:path w="21" h="12">
                <a:moveTo>
                  <a:pt x="14" y="1"/>
                </a:moveTo>
                <a:lnTo>
                  <a:pt x="15" y="3"/>
                </a:lnTo>
                <a:lnTo>
                  <a:pt x="15" y="1"/>
                </a:lnTo>
                <a:lnTo>
                  <a:pt x="15" y="0"/>
                </a:lnTo>
                <a:lnTo>
                  <a:pt x="16" y="1"/>
                </a:lnTo>
                <a:lnTo>
                  <a:pt x="16" y="3"/>
                </a:lnTo>
                <a:lnTo>
                  <a:pt x="17" y="3"/>
                </a:lnTo>
                <a:lnTo>
                  <a:pt x="17" y="1"/>
                </a:lnTo>
                <a:lnTo>
                  <a:pt x="18" y="1"/>
                </a:lnTo>
                <a:lnTo>
                  <a:pt x="19" y="1"/>
                </a:lnTo>
                <a:lnTo>
                  <a:pt x="19" y="3"/>
                </a:lnTo>
                <a:lnTo>
                  <a:pt x="20" y="3"/>
                </a:lnTo>
                <a:lnTo>
                  <a:pt x="21" y="3"/>
                </a:lnTo>
                <a:lnTo>
                  <a:pt x="21" y="4"/>
                </a:lnTo>
                <a:lnTo>
                  <a:pt x="20" y="4"/>
                </a:lnTo>
                <a:lnTo>
                  <a:pt x="20" y="5"/>
                </a:lnTo>
                <a:lnTo>
                  <a:pt x="19" y="5"/>
                </a:lnTo>
                <a:lnTo>
                  <a:pt x="18" y="5"/>
                </a:lnTo>
                <a:lnTo>
                  <a:pt x="17" y="5"/>
                </a:lnTo>
                <a:lnTo>
                  <a:pt x="17" y="6"/>
                </a:lnTo>
                <a:lnTo>
                  <a:pt x="16" y="6"/>
                </a:lnTo>
                <a:lnTo>
                  <a:pt x="16" y="7"/>
                </a:lnTo>
                <a:lnTo>
                  <a:pt x="15" y="7"/>
                </a:lnTo>
                <a:lnTo>
                  <a:pt x="15" y="6"/>
                </a:lnTo>
                <a:lnTo>
                  <a:pt x="15" y="7"/>
                </a:lnTo>
                <a:lnTo>
                  <a:pt x="14" y="7"/>
                </a:lnTo>
                <a:lnTo>
                  <a:pt x="14" y="6"/>
                </a:lnTo>
                <a:lnTo>
                  <a:pt x="13" y="6"/>
                </a:lnTo>
                <a:lnTo>
                  <a:pt x="12" y="7"/>
                </a:lnTo>
                <a:lnTo>
                  <a:pt x="11" y="7"/>
                </a:lnTo>
                <a:lnTo>
                  <a:pt x="9" y="8"/>
                </a:lnTo>
                <a:lnTo>
                  <a:pt x="8" y="9"/>
                </a:lnTo>
                <a:lnTo>
                  <a:pt x="7" y="9"/>
                </a:lnTo>
                <a:lnTo>
                  <a:pt x="7" y="10"/>
                </a:lnTo>
                <a:lnTo>
                  <a:pt x="6" y="10"/>
                </a:lnTo>
                <a:lnTo>
                  <a:pt x="6" y="11"/>
                </a:lnTo>
                <a:lnTo>
                  <a:pt x="5" y="11"/>
                </a:lnTo>
                <a:lnTo>
                  <a:pt x="5" y="10"/>
                </a:lnTo>
                <a:lnTo>
                  <a:pt x="4" y="10"/>
                </a:lnTo>
                <a:lnTo>
                  <a:pt x="3" y="10"/>
                </a:lnTo>
                <a:lnTo>
                  <a:pt x="3" y="11"/>
                </a:lnTo>
                <a:lnTo>
                  <a:pt x="2" y="11"/>
                </a:lnTo>
                <a:lnTo>
                  <a:pt x="1" y="11"/>
                </a:lnTo>
                <a:lnTo>
                  <a:pt x="1" y="12"/>
                </a:lnTo>
                <a:lnTo>
                  <a:pt x="0" y="12"/>
                </a:lnTo>
                <a:lnTo>
                  <a:pt x="0" y="11"/>
                </a:lnTo>
                <a:lnTo>
                  <a:pt x="1" y="11"/>
                </a:lnTo>
                <a:lnTo>
                  <a:pt x="1" y="10"/>
                </a:lnTo>
                <a:lnTo>
                  <a:pt x="1" y="11"/>
                </a:lnTo>
                <a:lnTo>
                  <a:pt x="1" y="10"/>
                </a:lnTo>
                <a:lnTo>
                  <a:pt x="2" y="10"/>
                </a:lnTo>
                <a:lnTo>
                  <a:pt x="3" y="9"/>
                </a:lnTo>
                <a:lnTo>
                  <a:pt x="2" y="9"/>
                </a:lnTo>
                <a:lnTo>
                  <a:pt x="2" y="8"/>
                </a:lnTo>
                <a:lnTo>
                  <a:pt x="3" y="8"/>
                </a:lnTo>
                <a:lnTo>
                  <a:pt x="3" y="7"/>
                </a:lnTo>
                <a:lnTo>
                  <a:pt x="4" y="7"/>
                </a:lnTo>
                <a:lnTo>
                  <a:pt x="5" y="6"/>
                </a:lnTo>
                <a:lnTo>
                  <a:pt x="5" y="5"/>
                </a:lnTo>
                <a:lnTo>
                  <a:pt x="4" y="4"/>
                </a:lnTo>
                <a:lnTo>
                  <a:pt x="3" y="3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6" y="3"/>
                </a:lnTo>
                <a:lnTo>
                  <a:pt x="7" y="3"/>
                </a:lnTo>
                <a:lnTo>
                  <a:pt x="8" y="3"/>
                </a:lnTo>
                <a:lnTo>
                  <a:pt x="9" y="1"/>
                </a:lnTo>
                <a:lnTo>
                  <a:pt x="9" y="0"/>
                </a:lnTo>
                <a:lnTo>
                  <a:pt x="11" y="1"/>
                </a:lnTo>
                <a:lnTo>
                  <a:pt x="11" y="0"/>
                </a:lnTo>
                <a:lnTo>
                  <a:pt x="12" y="0"/>
                </a:lnTo>
                <a:lnTo>
                  <a:pt x="13" y="0"/>
                </a:lnTo>
                <a:lnTo>
                  <a:pt x="13" y="1"/>
                </a:lnTo>
                <a:lnTo>
                  <a:pt x="13" y="3"/>
                </a:lnTo>
                <a:lnTo>
                  <a:pt x="14" y="3"/>
                </a:lnTo>
                <a:lnTo>
                  <a:pt x="1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5" name=""/>
          <p:cNvSpPr/>
          <p:nvPr/>
        </p:nvSpPr>
        <p:spPr>
          <a:xfrm>
            <a:off x="4367160" y="43383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6" name=""/>
          <p:cNvSpPr/>
          <p:nvPr/>
        </p:nvSpPr>
        <p:spPr>
          <a:xfrm>
            <a:off x="4357800" y="433620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7" name=""/>
          <p:cNvSpPr/>
          <p:nvPr/>
        </p:nvSpPr>
        <p:spPr>
          <a:xfrm>
            <a:off x="4356720" y="43362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2" y="1"/>
                </a:move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2" y="0"/>
                </a:lnTo>
                <a:lnTo>
                  <a:pt x="4" y="1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8" name=""/>
          <p:cNvSpPr/>
          <p:nvPr/>
        </p:nvSpPr>
        <p:spPr>
          <a:xfrm>
            <a:off x="4357440" y="4335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9" name=""/>
          <p:cNvSpPr/>
          <p:nvPr/>
        </p:nvSpPr>
        <p:spPr>
          <a:xfrm>
            <a:off x="4357440" y="433476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0" name=""/>
          <p:cNvSpPr/>
          <p:nvPr/>
        </p:nvSpPr>
        <p:spPr>
          <a:xfrm>
            <a:off x="4389120" y="43405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2" y="2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1" name=""/>
          <p:cNvSpPr/>
          <p:nvPr/>
        </p:nvSpPr>
        <p:spPr>
          <a:xfrm>
            <a:off x="4382280" y="433980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2"/>
                </a:moveTo>
                <a:lnTo>
                  <a:pt x="0" y="0"/>
                </a:lnTo>
                <a:lnTo>
                  <a:pt x="1" y="0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2" name=""/>
          <p:cNvSpPr/>
          <p:nvPr/>
        </p:nvSpPr>
        <p:spPr>
          <a:xfrm>
            <a:off x="4384440" y="43394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3" name=""/>
          <p:cNvSpPr/>
          <p:nvPr/>
        </p:nvSpPr>
        <p:spPr>
          <a:xfrm>
            <a:off x="4391280" y="43394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2"/>
                </a:move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4" name=""/>
          <p:cNvSpPr/>
          <p:nvPr/>
        </p:nvSpPr>
        <p:spPr>
          <a:xfrm>
            <a:off x="4384800" y="4339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5" name=""/>
          <p:cNvSpPr/>
          <p:nvPr/>
        </p:nvSpPr>
        <p:spPr>
          <a:xfrm>
            <a:off x="4380480" y="4335480"/>
            <a:ext cx="5040" cy="5400"/>
          </a:xfrm>
          <a:custGeom>
            <a:avLst/>
            <a:gdLst/>
            <a:ahLst/>
            <a:rect l="0" t="0" r="r" b="b"/>
            <a:pathLst>
              <a:path w="14" h="15">
                <a:moveTo>
                  <a:pt x="13" y="1"/>
                </a:moveTo>
                <a:lnTo>
                  <a:pt x="13" y="3"/>
                </a:lnTo>
                <a:lnTo>
                  <a:pt x="14" y="3"/>
                </a:lnTo>
                <a:lnTo>
                  <a:pt x="14" y="4"/>
                </a:lnTo>
                <a:lnTo>
                  <a:pt x="13" y="5"/>
                </a:lnTo>
                <a:lnTo>
                  <a:pt x="12" y="5"/>
                </a:lnTo>
                <a:lnTo>
                  <a:pt x="11" y="6"/>
                </a:lnTo>
                <a:lnTo>
                  <a:pt x="11" y="7"/>
                </a:lnTo>
                <a:lnTo>
                  <a:pt x="11" y="8"/>
                </a:lnTo>
                <a:lnTo>
                  <a:pt x="12" y="8"/>
                </a:lnTo>
                <a:lnTo>
                  <a:pt x="11" y="8"/>
                </a:lnTo>
                <a:lnTo>
                  <a:pt x="11" y="9"/>
                </a:lnTo>
                <a:lnTo>
                  <a:pt x="12" y="9"/>
                </a:lnTo>
                <a:lnTo>
                  <a:pt x="13" y="9"/>
                </a:lnTo>
                <a:lnTo>
                  <a:pt x="13" y="10"/>
                </a:lnTo>
                <a:lnTo>
                  <a:pt x="12" y="10"/>
                </a:lnTo>
                <a:lnTo>
                  <a:pt x="11" y="10"/>
                </a:lnTo>
                <a:lnTo>
                  <a:pt x="10" y="10"/>
                </a:lnTo>
                <a:lnTo>
                  <a:pt x="10" y="11"/>
                </a:lnTo>
                <a:lnTo>
                  <a:pt x="9" y="11"/>
                </a:lnTo>
                <a:lnTo>
                  <a:pt x="9" y="12"/>
                </a:lnTo>
                <a:lnTo>
                  <a:pt x="8" y="12"/>
                </a:lnTo>
                <a:lnTo>
                  <a:pt x="8" y="13"/>
                </a:lnTo>
                <a:lnTo>
                  <a:pt x="8" y="12"/>
                </a:lnTo>
                <a:lnTo>
                  <a:pt x="6" y="12"/>
                </a:lnTo>
                <a:lnTo>
                  <a:pt x="5" y="12"/>
                </a:lnTo>
                <a:lnTo>
                  <a:pt x="5" y="11"/>
                </a:lnTo>
                <a:lnTo>
                  <a:pt x="4" y="11"/>
                </a:lnTo>
                <a:lnTo>
                  <a:pt x="3" y="11"/>
                </a:lnTo>
                <a:lnTo>
                  <a:pt x="3" y="12"/>
                </a:lnTo>
                <a:lnTo>
                  <a:pt x="2" y="12"/>
                </a:lnTo>
                <a:lnTo>
                  <a:pt x="1" y="12"/>
                </a:lnTo>
                <a:lnTo>
                  <a:pt x="1" y="13"/>
                </a:lnTo>
                <a:lnTo>
                  <a:pt x="2" y="14"/>
                </a:lnTo>
                <a:lnTo>
                  <a:pt x="3" y="14"/>
                </a:lnTo>
                <a:lnTo>
                  <a:pt x="2" y="14"/>
                </a:lnTo>
                <a:lnTo>
                  <a:pt x="1" y="14"/>
                </a:lnTo>
                <a:lnTo>
                  <a:pt x="0" y="15"/>
                </a:lnTo>
                <a:lnTo>
                  <a:pt x="0" y="14"/>
                </a:lnTo>
                <a:lnTo>
                  <a:pt x="1" y="14"/>
                </a:lnTo>
                <a:lnTo>
                  <a:pt x="1" y="13"/>
                </a:lnTo>
                <a:lnTo>
                  <a:pt x="0" y="13"/>
                </a:lnTo>
                <a:lnTo>
                  <a:pt x="0" y="12"/>
                </a:lnTo>
                <a:lnTo>
                  <a:pt x="1" y="12"/>
                </a:lnTo>
                <a:lnTo>
                  <a:pt x="0" y="12"/>
                </a:lnTo>
                <a:lnTo>
                  <a:pt x="1" y="11"/>
                </a:lnTo>
                <a:lnTo>
                  <a:pt x="1" y="10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3" y="9"/>
                </a:lnTo>
                <a:lnTo>
                  <a:pt x="4" y="9"/>
                </a:lnTo>
                <a:lnTo>
                  <a:pt x="4" y="8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3" y="7"/>
                </a:lnTo>
                <a:lnTo>
                  <a:pt x="4" y="7"/>
                </a:lnTo>
                <a:lnTo>
                  <a:pt x="4" y="6"/>
                </a:lnTo>
                <a:lnTo>
                  <a:pt x="5" y="6"/>
                </a:lnTo>
                <a:lnTo>
                  <a:pt x="6" y="6"/>
                </a:lnTo>
                <a:lnTo>
                  <a:pt x="6" y="5"/>
                </a:lnTo>
                <a:lnTo>
                  <a:pt x="6" y="4"/>
                </a:lnTo>
                <a:lnTo>
                  <a:pt x="8" y="3"/>
                </a:lnTo>
                <a:lnTo>
                  <a:pt x="9" y="3"/>
                </a:lnTo>
                <a:lnTo>
                  <a:pt x="10" y="3"/>
                </a:lnTo>
                <a:lnTo>
                  <a:pt x="10" y="1"/>
                </a:lnTo>
                <a:lnTo>
                  <a:pt x="11" y="1"/>
                </a:lnTo>
                <a:lnTo>
                  <a:pt x="12" y="1"/>
                </a:lnTo>
                <a:lnTo>
                  <a:pt x="12" y="0"/>
                </a:lnTo>
                <a:lnTo>
                  <a:pt x="12" y="1"/>
                </a:lnTo>
                <a:lnTo>
                  <a:pt x="1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6" name=""/>
          <p:cNvSpPr/>
          <p:nvPr/>
        </p:nvSpPr>
        <p:spPr>
          <a:xfrm>
            <a:off x="4377600" y="433656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3" y="3"/>
                </a:move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3" y="2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7" name=""/>
          <p:cNvSpPr/>
          <p:nvPr/>
        </p:nvSpPr>
        <p:spPr>
          <a:xfrm>
            <a:off x="4386240" y="4333320"/>
            <a:ext cx="6120" cy="8280"/>
          </a:xfrm>
          <a:custGeom>
            <a:avLst/>
            <a:gdLst/>
            <a:ahLst/>
            <a:rect l="0" t="0" r="r" b="b"/>
            <a:pathLst>
              <a:path w="17" h="23">
                <a:moveTo>
                  <a:pt x="16" y="1"/>
                </a:moveTo>
                <a:lnTo>
                  <a:pt x="17" y="1"/>
                </a:lnTo>
                <a:lnTo>
                  <a:pt x="16" y="1"/>
                </a:lnTo>
                <a:lnTo>
                  <a:pt x="16" y="2"/>
                </a:lnTo>
                <a:lnTo>
                  <a:pt x="17" y="2"/>
                </a:lnTo>
                <a:lnTo>
                  <a:pt x="16" y="3"/>
                </a:lnTo>
                <a:lnTo>
                  <a:pt x="15" y="4"/>
                </a:lnTo>
                <a:lnTo>
                  <a:pt x="14" y="4"/>
                </a:lnTo>
                <a:lnTo>
                  <a:pt x="13" y="4"/>
                </a:lnTo>
                <a:lnTo>
                  <a:pt x="12" y="4"/>
                </a:lnTo>
                <a:lnTo>
                  <a:pt x="12" y="5"/>
                </a:lnTo>
                <a:lnTo>
                  <a:pt x="11" y="6"/>
                </a:lnTo>
                <a:lnTo>
                  <a:pt x="11" y="8"/>
                </a:lnTo>
                <a:lnTo>
                  <a:pt x="10" y="8"/>
                </a:lnTo>
                <a:lnTo>
                  <a:pt x="10" y="9"/>
                </a:lnTo>
                <a:lnTo>
                  <a:pt x="10" y="10"/>
                </a:lnTo>
                <a:lnTo>
                  <a:pt x="10" y="11"/>
                </a:lnTo>
                <a:lnTo>
                  <a:pt x="11" y="12"/>
                </a:lnTo>
                <a:lnTo>
                  <a:pt x="11" y="13"/>
                </a:lnTo>
                <a:lnTo>
                  <a:pt x="11" y="14"/>
                </a:lnTo>
                <a:lnTo>
                  <a:pt x="10" y="15"/>
                </a:lnTo>
                <a:lnTo>
                  <a:pt x="10" y="16"/>
                </a:lnTo>
                <a:lnTo>
                  <a:pt x="9" y="17"/>
                </a:lnTo>
                <a:lnTo>
                  <a:pt x="9" y="18"/>
                </a:lnTo>
                <a:lnTo>
                  <a:pt x="10" y="19"/>
                </a:lnTo>
                <a:lnTo>
                  <a:pt x="10" y="20"/>
                </a:lnTo>
                <a:lnTo>
                  <a:pt x="10" y="19"/>
                </a:lnTo>
                <a:lnTo>
                  <a:pt x="11" y="20"/>
                </a:lnTo>
                <a:lnTo>
                  <a:pt x="10" y="21"/>
                </a:lnTo>
                <a:lnTo>
                  <a:pt x="9" y="22"/>
                </a:lnTo>
                <a:lnTo>
                  <a:pt x="8" y="22"/>
                </a:lnTo>
                <a:lnTo>
                  <a:pt x="8" y="23"/>
                </a:lnTo>
                <a:lnTo>
                  <a:pt x="7" y="23"/>
                </a:lnTo>
                <a:lnTo>
                  <a:pt x="7" y="22"/>
                </a:lnTo>
                <a:lnTo>
                  <a:pt x="6" y="22"/>
                </a:lnTo>
                <a:lnTo>
                  <a:pt x="7" y="21"/>
                </a:lnTo>
                <a:lnTo>
                  <a:pt x="7" y="20"/>
                </a:lnTo>
                <a:lnTo>
                  <a:pt x="6" y="20"/>
                </a:lnTo>
                <a:lnTo>
                  <a:pt x="6" y="21"/>
                </a:lnTo>
                <a:lnTo>
                  <a:pt x="5" y="21"/>
                </a:lnTo>
                <a:lnTo>
                  <a:pt x="5" y="20"/>
                </a:lnTo>
                <a:lnTo>
                  <a:pt x="6" y="20"/>
                </a:lnTo>
                <a:lnTo>
                  <a:pt x="6" y="19"/>
                </a:lnTo>
                <a:lnTo>
                  <a:pt x="6" y="18"/>
                </a:lnTo>
                <a:lnTo>
                  <a:pt x="7" y="18"/>
                </a:lnTo>
                <a:lnTo>
                  <a:pt x="6" y="18"/>
                </a:lnTo>
                <a:lnTo>
                  <a:pt x="6" y="17"/>
                </a:lnTo>
                <a:lnTo>
                  <a:pt x="5" y="18"/>
                </a:lnTo>
                <a:lnTo>
                  <a:pt x="5" y="19"/>
                </a:lnTo>
                <a:lnTo>
                  <a:pt x="3" y="19"/>
                </a:lnTo>
                <a:lnTo>
                  <a:pt x="2" y="18"/>
                </a:lnTo>
                <a:lnTo>
                  <a:pt x="3" y="17"/>
                </a:lnTo>
                <a:lnTo>
                  <a:pt x="3" y="16"/>
                </a:lnTo>
                <a:lnTo>
                  <a:pt x="5" y="16"/>
                </a:lnTo>
                <a:lnTo>
                  <a:pt x="5" y="15"/>
                </a:lnTo>
                <a:lnTo>
                  <a:pt x="5" y="14"/>
                </a:lnTo>
                <a:lnTo>
                  <a:pt x="6" y="14"/>
                </a:lnTo>
                <a:lnTo>
                  <a:pt x="7" y="14"/>
                </a:lnTo>
                <a:lnTo>
                  <a:pt x="7" y="15"/>
                </a:lnTo>
                <a:lnTo>
                  <a:pt x="6" y="15"/>
                </a:lnTo>
                <a:lnTo>
                  <a:pt x="7" y="15"/>
                </a:lnTo>
                <a:lnTo>
                  <a:pt x="7" y="14"/>
                </a:lnTo>
                <a:lnTo>
                  <a:pt x="8" y="15"/>
                </a:lnTo>
                <a:lnTo>
                  <a:pt x="8" y="14"/>
                </a:lnTo>
                <a:lnTo>
                  <a:pt x="8" y="13"/>
                </a:lnTo>
                <a:lnTo>
                  <a:pt x="9" y="13"/>
                </a:lnTo>
                <a:lnTo>
                  <a:pt x="8" y="12"/>
                </a:lnTo>
                <a:lnTo>
                  <a:pt x="8" y="11"/>
                </a:lnTo>
                <a:lnTo>
                  <a:pt x="9" y="12"/>
                </a:lnTo>
                <a:lnTo>
                  <a:pt x="9" y="11"/>
                </a:lnTo>
                <a:lnTo>
                  <a:pt x="8" y="11"/>
                </a:lnTo>
                <a:lnTo>
                  <a:pt x="7" y="11"/>
                </a:lnTo>
                <a:lnTo>
                  <a:pt x="6" y="10"/>
                </a:lnTo>
                <a:lnTo>
                  <a:pt x="6" y="11"/>
                </a:lnTo>
                <a:lnTo>
                  <a:pt x="5" y="11"/>
                </a:lnTo>
                <a:lnTo>
                  <a:pt x="5" y="12"/>
                </a:lnTo>
                <a:lnTo>
                  <a:pt x="3" y="12"/>
                </a:lnTo>
                <a:lnTo>
                  <a:pt x="2" y="12"/>
                </a:lnTo>
                <a:lnTo>
                  <a:pt x="2" y="11"/>
                </a:lnTo>
                <a:lnTo>
                  <a:pt x="1" y="12"/>
                </a:lnTo>
                <a:lnTo>
                  <a:pt x="1" y="11"/>
                </a:lnTo>
                <a:lnTo>
                  <a:pt x="0" y="11"/>
                </a:lnTo>
                <a:lnTo>
                  <a:pt x="1" y="11"/>
                </a:lnTo>
                <a:lnTo>
                  <a:pt x="1" y="10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0" y="9"/>
                </a:lnTo>
                <a:lnTo>
                  <a:pt x="1" y="8"/>
                </a:lnTo>
                <a:lnTo>
                  <a:pt x="2" y="8"/>
                </a:lnTo>
                <a:lnTo>
                  <a:pt x="2" y="6"/>
                </a:lnTo>
                <a:lnTo>
                  <a:pt x="3" y="5"/>
                </a:lnTo>
                <a:lnTo>
                  <a:pt x="5" y="5"/>
                </a:lnTo>
                <a:lnTo>
                  <a:pt x="5" y="6"/>
                </a:lnTo>
                <a:lnTo>
                  <a:pt x="5" y="5"/>
                </a:lnTo>
                <a:lnTo>
                  <a:pt x="6" y="5"/>
                </a:lnTo>
                <a:lnTo>
                  <a:pt x="6" y="6"/>
                </a:lnTo>
                <a:lnTo>
                  <a:pt x="6" y="8"/>
                </a:lnTo>
                <a:lnTo>
                  <a:pt x="6" y="6"/>
                </a:lnTo>
                <a:lnTo>
                  <a:pt x="7" y="6"/>
                </a:lnTo>
                <a:lnTo>
                  <a:pt x="7" y="5"/>
                </a:lnTo>
                <a:lnTo>
                  <a:pt x="8" y="5"/>
                </a:lnTo>
                <a:lnTo>
                  <a:pt x="8" y="4"/>
                </a:lnTo>
                <a:lnTo>
                  <a:pt x="8" y="3"/>
                </a:lnTo>
                <a:lnTo>
                  <a:pt x="8" y="2"/>
                </a:lnTo>
                <a:lnTo>
                  <a:pt x="8" y="1"/>
                </a:lnTo>
                <a:lnTo>
                  <a:pt x="8" y="2"/>
                </a:lnTo>
                <a:lnTo>
                  <a:pt x="9" y="2"/>
                </a:lnTo>
                <a:lnTo>
                  <a:pt x="10" y="2"/>
                </a:lnTo>
                <a:lnTo>
                  <a:pt x="10" y="1"/>
                </a:lnTo>
                <a:lnTo>
                  <a:pt x="11" y="1"/>
                </a:lnTo>
                <a:lnTo>
                  <a:pt x="12" y="1"/>
                </a:lnTo>
                <a:lnTo>
                  <a:pt x="12" y="0"/>
                </a:lnTo>
                <a:lnTo>
                  <a:pt x="13" y="0"/>
                </a:lnTo>
                <a:lnTo>
                  <a:pt x="14" y="0"/>
                </a:lnTo>
                <a:lnTo>
                  <a:pt x="14" y="1"/>
                </a:lnTo>
                <a:lnTo>
                  <a:pt x="15" y="1"/>
                </a:lnTo>
                <a:lnTo>
                  <a:pt x="1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8" name=""/>
          <p:cNvSpPr/>
          <p:nvPr/>
        </p:nvSpPr>
        <p:spPr>
          <a:xfrm>
            <a:off x="4385160" y="43358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9" name=""/>
          <p:cNvSpPr/>
          <p:nvPr/>
        </p:nvSpPr>
        <p:spPr>
          <a:xfrm>
            <a:off x="4400280" y="432972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5" y="2"/>
                </a:moveTo>
                <a:lnTo>
                  <a:pt x="6" y="1"/>
                </a:lnTo>
                <a:lnTo>
                  <a:pt x="6" y="0"/>
                </a:lnTo>
                <a:lnTo>
                  <a:pt x="7" y="1"/>
                </a:lnTo>
                <a:lnTo>
                  <a:pt x="6" y="2"/>
                </a:lnTo>
                <a:lnTo>
                  <a:pt x="5" y="2"/>
                </a:lnTo>
                <a:lnTo>
                  <a:pt x="5" y="4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0" name=""/>
          <p:cNvSpPr/>
          <p:nvPr/>
        </p:nvSpPr>
        <p:spPr>
          <a:xfrm>
            <a:off x="4395960" y="432936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4" y="4"/>
                </a:move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6" y="0"/>
                </a:lnTo>
                <a:lnTo>
                  <a:pt x="6" y="1"/>
                </a:lnTo>
                <a:lnTo>
                  <a:pt x="6" y="2"/>
                </a:lnTo>
                <a:lnTo>
                  <a:pt x="6" y="4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1" name=""/>
          <p:cNvSpPr/>
          <p:nvPr/>
        </p:nvSpPr>
        <p:spPr>
          <a:xfrm>
            <a:off x="4399920" y="432756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3"/>
                </a:move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2" name=""/>
          <p:cNvSpPr/>
          <p:nvPr/>
        </p:nvSpPr>
        <p:spPr>
          <a:xfrm>
            <a:off x="4401000" y="4326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3" name=""/>
          <p:cNvSpPr/>
          <p:nvPr/>
        </p:nvSpPr>
        <p:spPr>
          <a:xfrm>
            <a:off x="4375440" y="43250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4" name=""/>
          <p:cNvSpPr/>
          <p:nvPr/>
        </p:nvSpPr>
        <p:spPr>
          <a:xfrm>
            <a:off x="4417560" y="432360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5" name=""/>
          <p:cNvSpPr/>
          <p:nvPr/>
        </p:nvSpPr>
        <p:spPr>
          <a:xfrm>
            <a:off x="4376520" y="43232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6" name=""/>
          <p:cNvSpPr/>
          <p:nvPr/>
        </p:nvSpPr>
        <p:spPr>
          <a:xfrm>
            <a:off x="4410000" y="43225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2"/>
                </a:move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7" name=""/>
          <p:cNvSpPr/>
          <p:nvPr/>
        </p:nvSpPr>
        <p:spPr>
          <a:xfrm>
            <a:off x="4411440" y="43221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8" name=""/>
          <p:cNvSpPr/>
          <p:nvPr/>
        </p:nvSpPr>
        <p:spPr>
          <a:xfrm>
            <a:off x="4409640" y="4322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9" name=""/>
          <p:cNvSpPr/>
          <p:nvPr/>
        </p:nvSpPr>
        <p:spPr>
          <a:xfrm>
            <a:off x="4415400" y="43160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70" name=""/>
          <p:cNvSpPr/>
          <p:nvPr/>
        </p:nvSpPr>
        <p:spPr>
          <a:xfrm>
            <a:off x="4414680" y="4314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71" name=""/>
          <p:cNvSpPr/>
          <p:nvPr/>
        </p:nvSpPr>
        <p:spPr>
          <a:xfrm>
            <a:off x="4415760" y="430920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6" y="0"/>
                </a:moveTo>
                <a:lnTo>
                  <a:pt x="5" y="1"/>
                </a:lnTo>
                <a:lnTo>
                  <a:pt x="5" y="2"/>
                </a:lnTo>
                <a:lnTo>
                  <a:pt x="3" y="2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2" y="6"/>
                </a:lnTo>
                <a:lnTo>
                  <a:pt x="1" y="6"/>
                </a:lnTo>
                <a:lnTo>
                  <a:pt x="0" y="5"/>
                </a:lnTo>
                <a:lnTo>
                  <a:pt x="0" y="4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72" name=""/>
          <p:cNvSpPr/>
          <p:nvPr/>
        </p:nvSpPr>
        <p:spPr>
          <a:xfrm>
            <a:off x="4416120" y="43034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1"/>
                </a:moveTo>
                <a:lnTo>
                  <a:pt x="3" y="0"/>
                </a:lnTo>
                <a:lnTo>
                  <a:pt x="4" y="1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1" y="1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73" name=""/>
          <p:cNvSpPr/>
          <p:nvPr/>
        </p:nvSpPr>
        <p:spPr>
          <a:xfrm>
            <a:off x="4415040" y="4298400"/>
            <a:ext cx="3960" cy="6120"/>
          </a:xfrm>
          <a:custGeom>
            <a:avLst/>
            <a:gdLst/>
            <a:ahLst/>
            <a:rect l="0" t="0" r="r" b="b"/>
            <a:pathLst>
              <a:path w="11" h="17">
                <a:moveTo>
                  <a:pt x="6" y="2"/>
                </a:moveTo>
                <a:lnTo>
                  <a:pt x="6" y="3"/>
                </a:lnTo>
                <a:lnTo>
                  <a:pt x="7" y="3"/>
                </a:lnTo>
                <a:lnTo>
                  <a:pt x="7" y="4"/>
                </a:lnTo>
                <a:lnTo>
                  <a:pt x="8" y="5"/>
                </a:lnTo>
                <a:lnTo>
                  <a:pt x="8" y="6"/>
                </a:lnTo>
                <a:lnTo>
                  <a:pt x="9" y="6"/>
                </a:lnTo>
                <a:lnTo>
                  <a:pt x="9" y="7"/>
                </a:lnTo>
                <a:lnTo>
                  <a:pt x="8" y="7"/>
                </a:lnTo>
                <a:lnTo>
                  <a:pt x="9" y="7"/>
                </a:lnTo>
                <a:lnTo>
                  <a:pt x="9" y="9"/>
                </a:lnTo>
                <a:lnTo>
                  <a:pt x="10" y="11"/>
                </a:lnTo>
                <a:lnTo>
                  <a:pt x="10" y="14"/>
                </a:lnTo>
                <a:lnTo>
                  <a:pt x="11" y="15"/>
                </a:lnTo>
                <a:lnTo>
                  <a:pt x="11" y="16"/>
                </a:lnTo>
                <a:lnTo>
                  <a:pt x="11" y="17"/>
                </a:lnTo>
                <a:lnTo>
                  <a:pt x="10" y="16"/>
                </a:lnTo>
                <a:lnTo>
                  <a:pt x="10" y="15"/>
                </a:lnTo>
                <a:lnTo>
                  <a:pt x="9" y="14"/>
                </a:lnTo>
                <a:lnTo>
                  <a:pt x="8" y="13"/>
                </a:lnTo>
                <a:lnTo>
                  <a:pt x="8" y="11"/>
                </a:lnTo>
                <a:lnTo>
                  <a:pt x="8" y="10"/>
                </a:lnTo>
                <a:lnTo>
                  <a:pt x="7" y="10"/>
                </a:lnTo>
                <a:lnTo>
                  <a:pt x="7" y="9"/>
                </a:lnTo>
                <a:lnTo>
                  <a:pt x="8" y="7"/>
                </a:lnTo>
                <a:lnTo>
                  <a:pt x="7" y="9"/>
                </a:lnTo>
                <a:lnTo>
                  <a:pt x="6" y="7"/>
                </a:lnTo>
                <a:lnTo>
                  <a:pt x="5" y="6"/>
                </a:lnTo>
                <a:lnTo>
                  <a:pt x="5" y="5"/>
                </a:lnTo>
                <a:lnTo>
                  <a:pt x="4" y="5"/>
                </a:lnTo>
                <a:lnTo>
                  <a:pt x="4" y="4"/>
                </a:lnTo>
                <a:lnTo>
                  <a:pt x="3" y="3"/>
                </a:lnTo>
                <a:lnTo>
                  <a:pt x="2" y="3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5" y="1"/>
                </a:lnTo>
                <a:lnTo>
                  <a:pt x="6" y="2"/>
                </a:lnTo>
                <a:lnTo>
                  <a:pt x="6" y="1"/>
                </a:lnTo>
                <a:lnTo>
                  <a:pt x="6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74" name=""/>
          <p:cNvSpPr/>
          <p:nvPr/>
        </p:nvSpPr>
        <p:spPr>
          <a:xfrm>
            <a:off x="4287600" y="4195800"/>
            <a:ext cx="244440" cy="195120"/>
          </a:xfrm>
          <a:custGeom>
            <a:avLst/>
            <a:gdLst/>
            <a:ahLst/>
            <a:rect l="0" t="0" r="r" b="b"/>
            <a:pathLst>
              <a:path w="679" h="542">
                <a:moveTo>
                  <a:pt x="329" y="5"/>
                </a:moveTo>
                <a:lnTo>
                  <a:pt x="329" y="6"/>
                </a:lnTo>
                <a:lnTo>
                  <a:pt x="329" y="7"/>
                </a:lnTo>
                <a:lnTo>
                  <a:pt x="330" y="7"/>
                </a:lnTo>
                <a:lnTo>
                  <a:pt x="330" y="6"/>
                </a:lnTo>
                <a:lnTo>
                  <a:pt x="331" y="6"/>
                </a:lnTo>
                <a:lnTo>
                  <a:pt x="332" y="8"/>
                </a:lnTo>
                <a:lnTo>
                  <a:pt x="333" y="8"/>
                </a:lnTo>
                <a:lnTo>
                  <a:pt x="334" y="9"/>
                </a:lnTo>
                <a:lnTo>
                  <a:pt x="334" y="10"/>
                </a:lnTo>
                <a:lnTo>
                  <a:pt x="334" y="11"/>
                </a:lnTo>
                <a:lnTo>
                  <a:pt x="335" y="11"/>
                </a:lnTo>
                <a:lnTo>
                  <a:pt x="336" y="11"/>
                </a:lnTo>
                <a:lnTo>
                  <a:pt x="336" y="12"/>
                </a:lnTo>
                <a:lnTo>
                  <a:pt x="337" y="12"/>
                </a:lnTo>
                <a:lnTo>
                  <a:pt x="337" y="11"/>
                </a:lnTo>
                <a:lnTo>
                  <a:pt x="338" y="12"/>
                </a:lnTo>
                <a:lnTo>
                  <a:pt x="339" y="12"/>
                </a:lnTo>
                <a:lnTo>
                  <a:pt x="339" y="14"/>
                </a:lnTo>
                <a:lnTo>
                  <a:pt x="340" y="15"/>
                </a:lnTo>
                <a:lnTo>
                  <a:pt x="341" y="16"/>
                </a:lnTo>
                <a:lnTo>
                  <a:pt x="341" y="15"/>
                </a:lnTo>
                <a:lnTo>
                  <a:pt x="342" y="15"/>
                </a:lnTo>
                <a:lnTo>
                  <a:pt x="343" y="15"/>
                </a:lnTo>
                <a:lnTo>
                  <a:pt x="344" y="14"/>
                </a:lnTo>
                <a:lnTo>
                  <a:pt x="346" y="14"/>
                </a:lnTo>
                <a:lnTo>
                  <a:pt x="347" y="15"/>
                </a:lnTo>
                <a:lnTo>
                  <a:pt x="347" y="16"/>
                </a:lnTo>
                <a:lnTo>
                  <a:pt x="348" y="16"/>
                </a:lnTo>
                <a:lnTo>
                  <a:pt x="348" y="15"/>
                </a:lnTo>
                <a:lnTo>
                  <a:pt x="349" y="15"/>
                </a:lnTo>
                <a:lnTo>
                  <a:pt x="350" y="15"/>
                </a:lnTo>
                <a:lnTo>
                  <a:pt x="350" y="16"/>
                </a:lnTo>
                <a:lnTo>
                  <a:pt x="351" y="16"/>
                </a:lnTo>
                <a:lnTo>
                  <a:pt x="351" y="17"/>
                </a:lnTo>
                <a:lnTo>
                  <a:pt x="352" y="17"/>
                </a:lnTo>
                <a:lnTo>
                  <a:pt x="353" y="17"/>
                </a:lnTo>
                <a:lnTo>
                  <a:pt x="353" y="18"/>
                </a:lnTo>
                <a:lnTo>
                  <a:pt x="353" y="19"/>
                </a:lnTo>
                <a:lnTo>
                  <a:pt x="353" y="20"/>
                </a:lnTo>
                <a:lnTo>
                  <a:pt x="354" y="20"/>
                </a:lnTo>
                <a:lnTo>
                  <a:pt x="356" y="19"/>
                </a:lnTo>
                <a:lnTo>
                  <a:pt x="357" y="19"/>
                </a:lnTo>
                <a:lnTo>
                  <a:pt x="358" y="19"/>
                </a:lnTo>
                <a:lnTo>
                  <a:pt x="359" y="19"/>
                </a:lnTo>
                <a:lnTo>
                  <a:pt x="360" y="19"/>
                </a:lnTo>
                <a:lnTo>
                  <a:pt x="360" y="18"/>
                </a:lnTo>
                <a:lnTo>
                  <a:pt x="361" y="18"/>
                </a:lnTo>
                <a:lnTo>
                  <a:pt x="362" y="18"/>
                </a:lnTo>
                <a:lnTo>
                  <a:pt x="362" y="17"/>
                </a:lnTo>
                <a:lnTo>
                  <a:pt x="362" y="16"/>
                </a:lnTo>
                <a:lnTo>
                  <a:pt x="363" y="16"/>
                </a:lnTo>
                <a:lnTo>
                  <a:pt x="364" y="16"/>
                </a:lnTo>
                <a:lnTo>
                  <a:pt x="365" y="16"/>
                </a:lnTo>
                <a:lnTo>
                  <a:pt x="364" y="16"/>
                </a:lnTo>
                <a:lnTo>
                  <a:pt x="366" y="16"/>
                </a:lnTo>
                <a:lnTo>
                  <a:pt x="367" y="16"/>
                </a:lnTo>
                <a:lnTo>
                  <a:pt x="367" y="15"/>
                </a:lnTo>
                <a:lnTo>
                  <a:pt x="368" y="15"/>
                </a:lnTo>
                <a:lnTo>
                  <a:pt x="368" y="16"/>
                </a:lnTo>
                <a:lnTo>
                  <a:pt x="369" y="17"/>
                </a:lnTo>
                <a:lnTo>
                  <a:pt x="369" y="18"/>
                </a:lnTo>
                <a:lnTo>
                  <a:pt x="369" y="19"/>
                </a:lnTo>
                <a:lnTo>
                  <a:pt x="370" y="18"/>
                </a:lnTo>
                <a:lnTo>
                  <a:pt x="371" y="18"/>
                </a:lnTo>
                <a:lnTo>
                  <a:pt x="372" y="18"/>
                </a:lnTo>
                <a:lnTo>
                  <a:pt x="373" y="19"/>
                </a:lnTo>
                <a:lnTo>
                  <a:pt x="374" y="19"/>
                </a:lnTo>
                <a:lnTo>
                  <a:pt x="375" y="19"/>
                </a:lnTo>
                <a:lnTo>
                  <a:pt x="375" y="17"/>
                </a:lnTo>
                <a:lnTo>
                  <a:pt x="376" y="16"/>
                </a:lnTo>
                <a:lnTo>
                  <a:pt x="376" y="15"/>
                </a:lnTo>
                <a:lnTo>
                  <a:pt x="378" y="15"/>
                </a:lnTo>
                <a:lnTo>
                  <a:pt x="379" y="15"/>
                </a:lnTo>
                <a:lnTo>
                  <a:pt x="379" y="14"/>
                </a:lnTo>
                <a:lnTo>
                  <a:pt x="381" y="10"/>
                </a:lnTo>
                <a:lnTo>
                  <a:pt x="380" y="9"/>
                </a:lnTo>
                <a:lnTo>
                  <a:pt x="380" y="8"/>
                </a:lnTo>
                <a:lnTo>
                  <a:pt x="383" y="7"/>
                </a:lnTo>
                <a:lnTo>
                  <a:pt x="384" y="7"/>
                </a:lnTo>
                <a:lnTo>
                  <a:pt x="385" y="8"/>
                </a:lnTo>
                <a:lnTo>
                  <a:pt x="385" y="7"/>
                </a:lnTo>
                <a:lnTo>
                  <a:pt x="386" y="7"/>
                </a:lnTo>
                <a:lnTo>
                  <a:pt x="387" y="6"/>
                </a:lnTo>
                <a:lnTo>
                  <a:pt x="389" y="6"/>
                </a:lnTo>
                <a:lnTo>
                  <a:pt x="389" y="7"/>
                </a:lnTo>
                <a:lnTo>
                  <a:pt x="390" y="7"/>
                </a:lnTo>
                <a:lnTo>
                  <a:pt x="391" y="7"/>
                </a:lnTo>
                <a:lnTo>
                  <a:pt x="391" y="8"/>
                </a:lnTo>
                <a:lnTo>
                  <a:pt x="390" y="9"/>
                </a:lnTo>
                <a:lnTo>
                  <a:pt x="389" y="9"/>
                </a:lnTo>
                <a:lnTo>
                  <a:pt x="389" y="10"/>
                </a:lnTo>
                <a:lnTo>
                  <a:pt x="389" y="11"/>
                </a:lnTo>
                <a:lnTo>
                  <a:pt x="390" y="11"/>
                </a:lnTo>
                <a:lnTo>
                  <a:pt x="391" y="12"/>
                </a:lnTo>
                <a:lnTo>
                  <a:pt x="392" y="12"/>
                </a:lnTo>
                <a:lnTo>
                  <a:pt x="392" y="13"/>
                </a:lnTo>
                <a:lnTo>
                  <a:pt x="393" y="13"/>
                </a:lnTo>
                <a:lnTo>
                  <a:pt x="394" y="12"/>
                </a:lnTo>
                <a:lnTo>
                  <a:pt x="395" y="12"/>
                </a:lnTo>
                <a:lnTo>
                  <a:pt x="394" y="13"/>
                </a:lnTo>
                <a:lnTo>
                  <a:pt x="393" y="14"/>
                </a:lnTo>
                <a:lnTo>
                  <a:pt x="394" y="15"/>
                </a:lnTo>
                <a:lnTo>
                  <a:pt x="394" y="16"/>
                </a:lnTo>
                <a:lnTo>
                  <a:pt x="395" y="16"/>
                </a:lnTo>
                <a:lnTo>
                  <a:pt x="394" y="16"/>
                </a:lnTo>
                <a:lnTo>
                  <a:pt x="394" y="17"/>
                </a:lnTo>
                <a:lnTo>
                  <a:pt x="394" y="18"/>
                </a:lnTo>
                <a:lnTo>
                  <a:pt x="393" y="18"/>
                </a:lnTo>
                <a:lnTo>
                  <a:pt x="393" y="19"/>
                </a:lnTo>
                <a:lnTo>
                  <a:pt x="394" y="20"/>
                </a:lnTo>
                <a:lnTo>
                  <a:pt x="395" y="20"/>
                </a:lnTo>
                <a:lnTo>
                  <a:pt x="396" y="20"/>
                </a:lnTo>
                <a:lnTo>
                  <a:pt x="395" y="21"/>
                </a:lnTo>
                <a:lnTo>
                  <a:pt x="394" y="21"/>
                </a:lnTo>
                <a:lnTo>
                  <a:pt x="393" y="21"/>
                </a:lnTo>
                <a:lnTo>
                  <a:pt x="393" y="22"/>
                </a:lnTo>
                <a:lnTo>
                  <a:pt x="393" y="23"/>
                </a:lnTo>
                <a:lnTo>
                  <a:pt x="392" y="24"/>
                </a:lnTo>
                <a:lnTo>
                  <a:pt x="392" y="25"/>
                </a:lnTo>
                <a:lnTo>
                  <a:pt x="393" y="25"/>
                </a:lnTo>
                <a:lnTo>
                  <a:pt x="393" y="26"/>
                </a:lnTo>
                <a:lnTo>
                  <a:pt x="394" y="27"/>
                </a:lnTo>
                <a:lnTo>
                  <a:pt x="395" y="26"/>
                </a:lnTo>
                <a:lnTo>
                  <a:pt x="395" y="25"/>
                </a:lnTo>
                <a:lnTo>
                  <a:pt x="395" y="24"/>
                </a:lnTo>
                <a:lnTo>
                  <a:pt x="396" y="24"/>
                </a:lnTo>
                <a:lnTo>
                  <a:pt x="397" y="24"/>
                </a:lnTo>
                <a:lnTo>
                  <a:pt x="398" y="24"/>
                </a:lnTo>
                <a:lnTo>
                  <a:pt x="399" y="24"/>
                </a:lnTo>
                <a:lnTo>
                  <a:pt x="400" y="23"/>
                </a:lnTo>
                <a:lnTo>
                  <a:pt x="400" y="22"/>
                </a:lnTo>
                <a:lnTo>
                  <a:pt x="401" y="22"/>
                </a:lnTo>
                <a:lnTo>
                  <a:pt x="401" y="21"/>
                </a:lnTo>
                <a:lnTo>
                  <a:pt x="401" y="22"/>
                </a:lnTo>
                <a:lnTo>
                  <a:pt x="402" y="22"/>
                </a:lnTo>
                <a:lnTo>
                  <a:pt x="402" y="21"/>
                </a:lnTo>
                <a:lnTo>
                  <a:pt x="403" y="20"/>
                </a:lnTo>
                <a:lnTo>
                  <a:pt x="404" y="21"/>
                </a:lnTo>
                <a:lnTo>
                  <a:pt x="404" y="20"/>
                </a:lnTo>
                <a:lnTo>
                  <a:pt x="405" y="20"/>
                </a:lnTo>
                <a:lnTo>
                  <a:pt x="406" y="20"/>
                </a:lnTo>
                <a:lnTo>
                  <a:pt x="406" y="21"/>
                </a:lnTo>
                <a:lnTo>
                  <a:pt x="407" y="21"/>
                </a:lnTo>
                <a:lnTo>
                  <a:pt x="407" y="20"/>
                </a:lnTo>
                <a:lnTo>
                  <a:pt x="408" y="20"/>
                </a:lnTo>
                <a:lnTo>
                  <a:pt x="409" y="20"/>
                </a:lnTo>
                <a:lnTo>
                  <a:pt x="409" y="21"/>
                </a:lnTo>
                <a:lnTo>
                  <a:pt x="409" y="22"/>
                </a:lnTo>
                <a:lnTo>
                  <a:pt x="410" y="22"/>
                </a:lnTo>
                <a:lnTo>
                  <a:pt x="411" y="22"/>
                </a:lnTo>
                <a:lnTo>
                  <a:pt x="412" y="22"/>
                </a:lnTo>
                <a:lnTo>
                  <a:pt x="413" y="22"/>
                </a:lnTo>
                <a:lnTo>
                  <a:pt x="414" y="23"/>
                </a:lnTo>
                <a:lnTo>
                  <a:pt x="415" y="22"/>
                </a:lnTo>
                <a:lnTo>
                  <a:pt x="415" y="21"/>
                </a:lnTo>
                <a:lnTo>
                  <a:pt x="416" y="22"/>
                </a:lnTo>
                <a:lnTo>
                  <a:pt x="417" y="22"/>
                </a:lnTo>
                <a:lnTo>
                  <a:pt x="417" y="23"/>
                </a:lnTo>
                <a:lnTo>
                  <a:pt x="418" y="23"/>
                </a:lnTo>
                <a:lnTo>
                  <a:pt x="418" y="22"/>
                </a:lnTo>
                <a:lnTo>
                  <a:pt x="417" y="22"/>
                </a:lnTo>
                <a:lnTo>
                  <a:pt x="418" y="21"/>
                </a:lnTo>
                <a:lnTo>
                  <a:pt x="419" y="21"/>
                </a:lnTo>
                <a:lnTo>
                  <a:pt x="419" y="20"/>
                </a:lnTo>
                <a:lnTo>
                  <a:pt x="418" y="20"/>
                </a:lnTo>
                <a:lnTo>
                  <a:pt x="418" y="19"/>
                </a:lnTo>
                <a:lnTo>
                  <a:pt x="418" y="18"/>
                </a:lnTo>
                <a:lnTo>
                  <a:pt x="419" y="18"/>
                </a:lnTo>
                <a:lnTo>
                  <a:pt x="420" y="18"/>
                </a:lnTo>
                <a:lnTo>
                  <a:pt x="421" y="18"/>
                </a:lnTo>
                <a:lnTo>
                  <a:pt x="422" y="19"/>
                </a:lnTo>
                <a:lnTo>
                  <a:pt x="423" y="19"/>
                </a:lnTo>
                <a:lnTo>
                  <a:pt x="424" y="19"/>
                </a:lnTo>
                <a:lnTo>
                  <a:pt x="424" y="20"/>
                </a:lnTo>
                <a:lnTo>
                  <a:pt x="425" y="20"/>
                </a:lnTo>
                <a:lnTo>
                  <a:pt x="426" y="19"/>
                </a:lnTo>
                <a:lnTo>
                  <a:pt x="427" y="19"/>
                </a:lnTo>
                <a:lnTo>
                  <a:pt x="427" y="18"/>
                </a:lnTo>
                <a:lnTo>
                  <a:pt x="428" y="18"/>
                </a:lnTo>
                <a:lnTo>
                  <a:pt x="429" y="18"/>
                </a:lnTo>
                <a:lnTo>
                  <a:pt x="429" y="17"/>
                </a:lnTo>
                <a:lnTo>
                  <a:pt x="430" y="16"/>
                </a:lnTo>
                <a:lnTo>
                  <a:pt x="430" y="15"/>
                </a:lnTo>
                <a:lnTo>
                  <a:pt x="430" y="14"/>
                </a:lnTo>
                <a:lnTo>
                  <a:pt x="431" y="13"/>
                </a:lnTo>
                <a:lnTo>
                  <a:pt x="432" y="13"/>
                </a:lnTo>
                <a:lnTo>
                  <a:pt x="433" y="13"/>
                </a:lnTo>
                <a:lnTo>
                  <a:pt x="432" y="13"/>
                </a:lnTo>
                <a:lnTo>
                  <a:pt x="433" y="14"/>
                </a:lnTo>
                <a:lnTo>
                  <a:pt x="434" y="14"/>
                </a:lnTo>
                <a:lnTo>
                  <a:pt x="434" y="15"/>
                </a:lnTo>
                <a:lnTo>
                  <a:pt x="434" y="14"/>
                </a:lnTo>
                <a:lnTo>
                  <a:pt x="435" y="14"/>
                </a:lnTo>
                <a:lnTo>
                  <a:pt x="436" y="13"/>
                </a:lnTo>
                <a:lnTo>
                  <a:pt x="437" y="13"/>
                </a:lnTo>
                <a:lnTo>
                  <a:pt x="437" y="12"/>
                </a:lnTo>
                <a:lnTo>
                  <a:pt x="436" y="12"/>
                </a:lnTo>
                <a:lnTo>
                  <a:pt x="436" y="11"/>
                </a:lnTo>
                <a:lnTo>
                  <a:pt x="437" y="11"/>
                </a:lnTo>
                <a:lnTo>
                  <a:pt x="438" y="11"/>
                </a:lnTo>
                <a:lnTo>
                  <a:pt x="438" y="10"/>
                </a:lnTo>
                <a:lnTo>
                  <a:pt x="439" y="10"/>
                </a:lnTo>
                <a:lnTo>
                  <a:pt x="440" y="10"/>
                </a:lnTo>
                <a:lnTo>
                  <a:pt x="441" y="11"/>
                </a:lnTo>
                <a:lnTo>
                  <a:pt x="442" y="11"/>
                </a:lnTo>
                <a:lnTo>
                  <a:pt x="443" y="11"/>
                </a:lnTo>
                <a:lnTo>
                  <a:pt x="443" y="12"/>
                </a:lnTo>
                <a:lnTo>
                  <a:pt x="442" y="12"/>
                </a:lnTo>
                <a:lnTo>
                  <a:pt x="442" y="13"/>
                </a:lnTo>
                <a:lnTo>
                  <a:pt x="443" y="13"/>
                </a:lnTo>
                <a:lnTo>
                  <a:pt x="443" y="12"/>
                </a:lnTo>
                <a:lnTo>
                  <a:pt x="444" y="12"/>
                </a:lnTo>
                <a:lnTo>
                  <a:pt x="444" y="13"/>
                </a:lnTo>
                <a:lnTo>
                  <a:pt x="445" y="13"/>
                </a:lnTo>
                <a:lnTo>
                  <a:pt x="445" y="14"/>
                </a:lnTo>
                <a:lnTo>
                  <a:pt x="444" y="14"/>
                </a:lnTo>
                <a:lnTo>
                  <a:pt x="444" y="15"/>
                </a:lnTo>
                <a:lnTo>
                  <a:pt x="445" y="15"/>
                </a:lnTo>
                <a:lnTo>
                  <a:pt x="445" y="16"/>
                </a:lnTo>
                <a:lnTo>
                  <a:pt x="446" y="16"/>
                </a:lnTo>
                <a:lnTo>
                  <a:pt x="446" y="17"/>
                </a:lnTo>
                <a:lnTo>
                  <a:pt x="447" y="18"/>
                </a:lnTo>
                <a:lnTo>
                  <a:pt x="447" y="19"/>
                </a:lnTo>
                <a:lnTo>
                  <a:pt x="448" y="19"/>
                </a:lnTo>
                <a:lnTo>
                  <a:pt x="449" y="19"/>
                </a:lnTo>
                <a:lnTo>
                  <a:pt x="450" y="19"/>
                </a:lnTo>
                <a:lnTo>
                  <a:pt x="451" y="19"/>
                </a:lnTo>
                <a:lnTo>
                  <a:pt x="451" y="20"/>
                </a:lnTo>
                <a:lnTo>
                  <a:pt x="452" y="20"/>
                </a:lnTo>
                <a:lnTo>
                  <a:pt x="453" y="20"/>
                </a:lnTo>
                <a:lnTo>
                  <a:pt x="453" y="19"/>
                </a:lnTo>
                <a:lnTo>
                  <a:pt x="454" y="20"/>
                </a:lnTo>
                <a:lnTo>
                  <a:pt x="455" y="20"/>
                </a:lnTo>
                <a:lnTo>
                  <a:pt x="455" y="21"/>
                </a:lnTo>
                <a:lnTo>
                  <a:pt x="456" y="21"/>
                </a:lnTo>
                <a:lnTo>
                  <a:pt x="456" y="22"/>
                </a:lnTo>
                <a:lnTo>
                  <a:pt x="456" y="23"/>
                </a:lnTo>
                <a:lnTo>
                  <a:pt x="457" y="23"/>
                </a:lnTo>
                <a:lnTo>
                  <a:pt x="457" y="24"/>
                </a:lnTo>
                <a:lnTo>
                  <a:pt x="458" y="24"/>
                </a:lnTo>
                <a:lnTo>
                  <a:pt x="458" y="25"/>
                </a:lnTo>
                <a:lnTo>
                  <a:pt x="458" y="26"/>
                </a:lnTo>
                <a:lnTo>
                  <a:pt x="458" y="27"/>
                </a:lnTo>
                <a:lnTo>
                  <a:pt x="458" y="28"/>
                </a:lnTo>
                <a:lnTo>
                  <a:pt x="457" y="28"/>
                </a:lnTo>
                <a:lnTo>
                  <a:pt x="457" y="29"/>
                </a:lnTo>
                <a:lnTo>
                  <a:pt x="458" y="29"/>
                </a:lnTo>
                <a:lnTo>
                  <a:pt x="458" y="28"/>
                </a:lnTo>
                <a:lnTo>
                  <a:pt x="458" y="29"/>
                </a:lnTo>
                <a:lnTo>
                  <a:pt x="457" y="29"/>
                </a:lnTo>
                <a:lnTo>
                  <a:pt x="456" y="29"/>
                </a:lnTo>
                <a:lnTo>
                  <a:pt x="456" y="28"/>
                </a:lnTo>
                <a:lnTo>
                  <a:pt x="456" y="29"/>
                </a:lnTo>
                <a:lnTo>
                  <a:pt x="455" y="29"/>
                </a:lnTo>
                <a:lnTo>
                  <a:pt x="455" y="30"/>
                </a:lnTo>
                <a:lnTo>
                  <a:pt x="454" y="30"/>
                </a:lnTo>
                <a:lnTo>
                  <a:pt x="454" y="31"/>
                </a:lnTo>
                <a:lnTo>
                  <a:pt x="453" y="31"/>
                </a:lnTo>
                <a:lnTo>
                  <a:pt x="454" y="32"/>
                </a:lnTo>
                <a:lnTo>
                  <a:pt x="453" y="32"/>
                </a:lnTo>
                <a:lnTo>
                  <a:pt x="452" y="32"/>
                </a:lnTo>
                <a:lnTo>
                  <a:pt x="452" y="33"/>
                </a:lnTo>
                <a:lnTo>
                  <a:pt x="453" y="33"/>
                </a:lnTo>
                <a:lnTo>
                  <a:pt x="453" y="34"/>
                </a:lnTo>
                <a:lnTo>
                  <a:pt x="452" y="34"/>
                </a:lnTo>
                <a:lnTo>
                  <a:pt x="452" y="35"/>
                </a:lnTo>
                <a:lnTo>
                  <a:pt x="453" y="35"/>
                </a:lnTo>
                <a:lnTo>
                  <a:pt x="454" y="35"/>
                </a:lnTo>
                <a:lnTo>
                  <a:pt x="454" y="36"/>
                </a:lnTo>
                <a:lnTo>
                  <a:pt x="455" y="36"/>
                </a:lnTo>
                <a:lnTo>
                  <a:pt x="456" y="36"/>
                </a:lnTo>
                <a:lnTo>
                  <a:pt x="457" y="37"/>
                </a:lnTo>
                <a:lnTo>
                  <a:pt x="457" y="36"/>
                </a:lnTo>
                <a:lnTo>
                  <a:pt x="457" y="37"/>
                </a:lnTo>
                <a:lnTo>
                  <a:pt x="457" y="38"/>
                </a:lnTo>
                <a:lnTo>
                  <a:pt x="457" y="39"/>
                </a:lnTo>
                <a:lnTo>
                  <a:pt x="457" y="40"/>
                </a:lnTo>
                <a:lnTo>
                  <a:pt x="456" y="41"/>
                </a:lnTo>
                <a:lnTo>
                  <a:pt x="456" y="40"/>
                </a:lnTo>
                <a:lnTo>
                  <a:pt x="455" y="41"/>
                </a:lnTo>
                <a:lnTo>
                  <a:pt x="454" y="41"/>
                </a:lnTo>
                <a:lnTo>
                  <a:pt x="454" y="42"/>
                </a:lnTo>
                <a:lnTo>
                  <a:pt x="453" y="42"/>
                </a:lnTo>
                <a:lnTo>
                  <a:pt x="453" y="41"/>
                </a:lnTo>
                <a:lnTo>
                  <a:pt x="452" y="41"/>
                </a:lnTo>
                <a:lnTo>
                  <a:pt x="451" y="42"/>
                </a:lnTo>
                <a:lnTo>
                  <a:pt x="451" y="43"/>
                </a:lnTo>
                <a:lnTo>
                  <a:pt x="450" y="43"/>
                </a:lnTo>
                <a:lnTo>
                  <a:pt x="450" y="44"/>
                </a:lnTo>
                <a:lnTo>
                  <a:pt x="449" y="44"/>
                </a:lnTo>
                <a:lnTo>
                  <a:pt x="449" y="45"/>
                </a:lnTo>
                <a:lnTo>
                  <a:pt x="448" y="45"/>
                </a:lnTo>
                <a:lnTo>
                  <a:pt x="447" y="45"/>
                </a:lnTo>
                <a:lnTo>
                  <a:pt x="446" y="45"/>
                </a:lnTo>
                <a:lnTo>
                  <a:pt x="446" y="44"/>
                </a:lnTo>
                <a:lnTo>
                  <a:pt x="445" y="44"/>
                </a:lnTo>
                <a:lnTo>
                  <a:pt x="444" y="45"/>
                </a:lnTo>
                <a:lnTo>
                  <a:pt x="444" y="44"/>
                </a:lnTo>
                <a:lnTo>
                  <a:pt x="443" y="44"/>
                </a:lnTo>
                <a:lnTo>
                  <a:pt x="442" y="44"/>
                </a:lnTo>
                <a:lnTo>
                  <a:pt x="441" y="44"/>
                </a:lnTo>
                <a:lnTo>
                  <a:pt x="441" y="45"/>
                </a:lnTo>
                <a:lnTo>
                  <a:pt x="441" y="46"/>
                </a:lnTo>
                <a:lnTo>
                  <a:pt x="440" y="46"/>
                </a:lnTo>
                <a:lnTo>
                  <a:pt x="440" y="47"/>
                </a:lnTo>
                <a:lnTo>
                  <a:pt x="439" y="47"/>
                </a:lnTo>
                <a:lnTo>
                  <a:pt x="439" y="48"/>
                </a:lnTo>
                <a:lnTo>
                  <a:pt x="440" y="48"/>
                </a:lnTo>
                <a:lnTo>
                  <a:pt x="439" y="48"/>
                </a:lnTo>
                <a:lnTo>
                  <a:pt x="439" y="49"/>
                </a:lnTo>
                <a:lnTo>
                  <a:pt x="439" y="50"/>
                </a:lnTo>
                <a:lnTo>
                  <a:pt x="438" y="50"/>
                </a:lnTo>
                <a:lnTo>
                  <a:pt x="437" y="50"/>
                </a:lnTo>
                <a:lnTo>
                  <a:pt x="437" y="51"/>
                </a:lnTo>
                <a:lnTo>
                  <a:pt x="437" y="52"/>
                </a:lnTo>
                <a:lnTo>
                  <a:pt x="435" y="52"/>
                </a:lnTo>
                <a:lnTo>
                  <a:pt x="434" y="52"/>
                </a:lnTo>
                <a:lnTo>
                  <a:pt x="433" y="52"/>
                </a:lnTo>
                <a:lnTo>
                  <a:pt x="432" y="53"/>
                </a:lnTo>
                <a:lnTo>
                  <a:pt x="432" y="54"/>
                </a:lnTo>
                <a:lnTo>
                  <a:pt x="432" y="55"/>
                </a:lnTo>
                <a:lnTo>
                  <a:pt x="431" y="55"/>
                </a:lnTo>
                <a:lnTo>
                  <a:pt x="430" y="55"/>
                </a:lnTo>
                <a:lnTo>
                  <a:pt x="429" y="55"/>
                </a:lnTo>
                <a:lnTo>
                  <a:pt x="428" y="55"/>
                </a:lnTo>
                <a:lnTo>
                  <a:pt x="428" y="56"/>
                </a:lnTo>
                <a:lnTo>
                  <a:pt x="429" y="56"/>
                </a:lnTo>
                <a:lnTo>
                  <a:pt x="429" y="57"/>
                </a:lnTo>
                <a:lnTo>
                  <a:pt x="428" y="57"/>
                </a:lnTo>
                <a:lnTo>
                  <a:pt x="427" y="57"/>
                </a:lnTo>
                <a:lnTo>
                  <a:pt x="426" y="57"/>
                </a:lnTo>
                <a:lnTo>
                  <a:pt x="426" y="58"/>
                </a:lnTo>
                <a:lnTo>
                  <a:pt x="427" y="58"/>
                </a:lnTo>
                <a:lnTo>
                  <a:pt x="427" y="59"/>
                </a:lnTo>
                <a:lnTo>
                  <a:pt x="426" y="59"/>
                </a:lnTo>
                <a:lnTo>
                  <a:pt x="427" y="59"/>
                </a:lnTo>
                <a:lnTo>
                  <a:pt x="427" y="60"/>
                </a:lnTo>
                <a:lnTo>
                  <a:pt x="427" y="61"/>
                </a:lnTo>
                <a:lnTo>
                  <a:pt x="426" y="61"/>
                </a:lnTo>
                <a:lnTo>
                  <a:pt x="426" y="62"/>
                </a:lnTo>
                <a:lnTo>
                  <a:pt x="427" y="62"/>
                </a:lnTo>
                <a:lnTo>
                  <a:pt x="427" y="63"/>
                </a:lnTo>
                <a:lnTo>
                  <a:pt x="427" y="64"/>
                </a:lnTo>
                <a:lnTo>
                  <a:pt x="427" y="65"/>
                </a:lnTo>
                <a:lnTo>
                  <a:pt x="427" y="66"/>
                </a:lnTo>
                <a:lnTo>
                  <a:pt x="426" y="66"/>
                </a:lnTo>
                <a:lnTo>
                  <a:pt x="425" y="66"/>
                </a:lnTo>
                <a:lnTo>
                  <a:pt x="425" y="67"/>
                </a:lnTo>
                <a:lnTo>
                  <a:pt x="424" y="67"/>
                </a:lnTo>
                <a:lnTo>
                  <a:pt x="424" y="68"/>
                </a:lnTo>
                <a:lnTo>
                  <a:pt x="423" y="68"/>
                </a:lnTo>
                <a:lnTo>
                  <a:pt x="423" y="69"/>
                </a:lnTo>
                <a:lnTo>
                  <a:pt x="423" y="70"/>
                </a:lnTo>
                <a:lnTo>
                  <a:pt x="423" y="71"/>
                </a:lnTo>
                <a:lnTo>
                  <a:pt x="422" y="71"/>
                </a:lnTo>
                <a:lnTo>
                  <a:pt x="421" y="72"/>
                </a:lnTo>
                <a:lnTo>
                  <a:pt x="422" y="72"/>
                </a:lnTo>
                <a:lnTo>
                  <a:pt x="422" y="73"/>
                </a:lnTo>
                <a:lnTo>
                  <a:pt x="422" y="74"/>
                </a:lnTo>
                <a:lnTo>
                  <a:pt x="421" y="74"/>
                </a:lnTo>
                <a:lnTo>
                  <a:pt x="420" y="74"/>
                </a:lnTo>
                <a:lnTo>
                  <a:pt x="420" y="75"/>
                </a:lnTo>
                <a:lnTo>
                  <a:pt x="421" y="75"/>
                </a:lnTo>
                <a:lnTo>
                  <a:pt x="421" y="76"/>
                </a:lnTo>
                <a:lnTo>
                  <a:pt x="422" y="76"/>
                </a:lnTo>
                <a:lnTo>
                  <a:pt x="422" y="77"/>
                </a:lnTo>
                <a:lnTo>
                  <a:pt x="421" y="77"/>
                </a:lnTo>
                <a:lnTo>
                  <a:pt x="421" y="78"/>
                </a:lnTo>
                <a:lnTo>
                  <a:pt x="420" y="78"/>
                </a:lnTo>
                <a:lnTo>
                  <a:pt x="420" y="79"/>
                </a:lnTo>
                <a:lnTo>
                  <a:pt x="419" y="79"/>
                </a:lnTo>
                <a:lnTo>
                  <a:pt x="419" y="80"/>
                </a:lnTo>
                <a:lnTo>
                  <a:pt x="417" y="80"/>
                </a:lnTo>
                <a:lnTo>
                  <a:pt x="416" y="80"/>
                </a:lnTo>
                <a:lnTo>
                  <a:pt x="416" y="81"/>
                </a:lnTo>
                <a:lnTo>
                  <a:pt x="416" y="82"/>
                </a:lnTo>
                <a:lnTo>
                  <a:pt x="415" y="82"/>
                </a:lnTo>
                <a:lnTo>
                  <a:pt x="416" y="82"/>
                </a:lnTo>
                <a:lnTo>
                  <a:pt x="416" y="83"/>
                </a:lnTo>
                <a:lnTo>
                  <a:pt x="415" y="83"/>
                </a:lnTo>
                <a:lnTo>
                  <a:pt x="414" y="83"/>
                </a:lnTo>
                <a:lnTo>
                  <a:pt x="413" y="83"/>
                </a:lnTo>
                <a:lnTo>
                  <a:pt x="412" y="83"/>
                </a:lnTo>
                <a:lnTo>
                  <a:pt x="411" y="83"/>
                </a:lnTo>
                <a:lnTo>
                  <a:pt x="410" y="84"/>
                </a:lnTo>
                <a:lnTo>
                  <a:pt x="409" y="84"/>
                </a:lnTo>
                <a:lnTo>
                  <a:pt x="408" y="84"/>
                </a:lnTo>
                <a:lnTo>
                  <a:pt x="407" y="84"/>
                </a:lnTo>
                <a:lnTo>
                  <a:pt x="406" y="84"/>
                </a:lnTo>
                <a:lnTo>
                  <a:pt x="406" y="85"/>
                </a:lnTo>
                <a:lnTo>
                  <a:pt x="407" y="86"/>
                </a:lnTo>
                <a:lnTo>
                  <a:pt x="407" y="87"/>
                </a:lnTo>
                <a:lnTo>
                  <a:pt x="408" y="87"/>
                </a:lnTo>
                <a:lnTo>
                  <a:pt x="408" y="88"/>
                </a:lnTo>
                <a:lnTo>
                  <a:pt x="407" y="88"/>
                </a:lnTo>
                <a:lnTo>
                  <a:pt x="407" y="87"/>
                </a:lnTo>
                <a:lnTo>
                  <a:pt x="406" y="88"/>
                </a:lnTo>
                <a:lnTo>
                  <a:pt x="406" y="89"/>
                </a:lnTo>
                <a:lnTo>
                  <a:pt x="407" y="89"/>
                </a:lnTo>
                <a:lnTo>
                  <a:pt x="407" y="88"/>
                </a:lnTo>
                <a:lnTo>
                  <a:pt x="408" y="88"/>
                </a:lnTo>
                <a:lnTo>
                  <a:pt x="409" y="88"/>
                </a:lnTo>
                <a:lnTo>
                  <a:pt x="410" y="89"/>
                </a:lnTo>
                <a:lnTo>
                  <a:pt x="411" y="89"/>
                </a:lnTo>
                <a:lnTo>
                  <a:pt x="412" y="89"/>
                </a:lnTo>
                <a:lnTo>
                  <a:pt x="413" y="89"/>
                </a:lnTo>
                <a:lnTo>
                  <a:pt x="414" y="89"/>
                </a:lnTo>
                <a:lnTo>
                  <a:pt x="414" y="90"/>
                </a:lnTo>
                <a:lnTo>
                  <a:pt x="415" y="90"/>
                </a:lnTo>
                <a:lnTo>
                  <a:pt x="416" y="90"/>
                </a:lnTo>
                <a:lnTo>
                  <a:pt x="416" y="91"/>
                </a:lnTo>
                <a:lnTo>
                  <a:pt x="417" y="91"/>
                </a:lnTo>
                <a:lnTo>
                  <a:pt x="417" y="93"/>
                </a:lnTo>
                <a:lnTo>
                  <a:pt x="417" y="94"/>
                </a:lnTo>
                <a:lnTo>
                  <a:pt x="418" y="94"/>
                </a:lnTo>
                <a:lnTo>
                  <a:pt x="418" y="95"/>
                </a:lnTo>
                <a:lnTo>
                  <a:pt x="418" y="96"/>
                </a:lnTo>
                <a:lnTo>
                  <a:pt x="419" y="96"/>
                </a:lnTo>
                <a:lnTo>
                  <a:pt x="420" y="95"/>
                </a:lnTo>
                <a:lnTo>
                  <a:pt x="420" y="96"/>
                </a:lnTo>
                <a:lnTo>
                  <a:pt x="421" y="96"/>
                </a:lnTo>
                <a:lnTo>
                  <a:pt x="421" y="95"/>
                </a:lnTo>
                <a:lnTo>
                  <a:pt x="422" y="95"/>
                </a:lnTo>
                <a:lnTo>
                  <a:pt x="422" y="96"/>
                </a:lnTo>
                <a:lnTo>
                  <a:pt x="422" y="95"/>
                </a:lnTo>
                <a:lnTo>
                  <a:pt x="423" y="94"/>
                </a:lnTo>
                <a:lnTo>
                  <a:pt x="423" y="95"/>
                </a:lnTo>
                <a:lnTo>
                  <a:pt x="424" y="96"/>
                </a:lnTo>
                <a:lnTo>
                  <a:pt x="425" y="96"/>
                </a:lnTo>
                <a:lnTo>
                  <a:pt x="425" y="97"/>
                </a:lnTo>
                <a:lnTo>
                  <a:pt x="426" y="97"/>
                </a:lnTo>
                <a:lnTo>
                  <a:pt x="426" y="98"/>
                </a:lnTo>
                <a:lnTo>
                  <a:pt x="425" y="99"/>
                </a:lnTo>
                <a:lnTo>
                  <a:pt x="426" y="99"/>
                </a:lnTo>
                <a:lnTo>
                  <a:pt x="426" y="100"/>
                </a:lnTo>
                <a:lnTo>
                  <a:pt x="427" y="101"/>
                </a:lnTo>
                <a:lnTo>
                  <a:pt x="427" y="102"/>
                </a:lnTo>
                <a:lnTo>
                  <a:pt x="427" y="103"/>
                </a:lnTo>
                <a:lnTo>
                  <a:pt x="427" y="104"/>
                </a:lnTo>
                <a:lnTo>
                  <a:pt x="427" y="103"/>
                </a:lnTo>
                <a:lnTo>
                  <a:pt x="428" y="103"/>
                </a:lnTo>
                <a:lnTo>
                  <a:pt x="428" y="104"/>
                </a:lnTo>
                <a:lnTo>
                  <a:pt x="429" y="104"/>
                </a:lnTo>
                <a:lnTo>
                  <a:pt x="429" y="105"/>
                </a:lnTo>
                <a:lnTo>
                  <a:pt x="430" y="105"/>
                </a:lnTo>
                <a:lnTo>
                  <a:pt x="430" y="104"/>
                </a:lnTo>
                <a:lnTo>
                  <a:pt x="431" y="104"/>
                </a:lnTo>
                <a:lnTo>
                  <a:pt x="432" y="103"/>
                </a:lnTo>
                <a:lnTo>
                  <a:pt x="433" y="103"/>
                </a:lnTo>
                <a:lnTo>
                  <a:pt x="433" y="102"/>
                </a:lnTo>
                <a:lnTo>
                  <a:pt x="434" y="101"/>
                </a:lnTo>
                <a:lnTo>
                  <a:pt x="434" y="100"/>
                </a:lnTo>
                <a:lnTo>
                  <a:pt x="434" y="101"/>
                </a:lnTo>
                <a:lnTo>
                  <a:pt x="435" y="100"/>
                </a:lnTo>
                <a:lnTo>
                  <a:pt x="436" y="100"/>
                </a:lnTo>
                <a:lnTo>
                  <a:pt x="436" y="99"/>
                </a:lnTo>
                <a:lnTo>
                  <a:pt x="437" y="99"/>
                </a:lnTo>
                <a:lnTo>
                  <a:pt x="438" y="99"/>
                </a:lnTo>
                <a:lnTo>
                  <a:pt x="438" y="98"/>
                </a:lnTo>
                <a:lnTo>
                  <a:pt x="439" y="98"/>
                </a:lnTo>
                <a:lnTo>
                  <a:pt x="440" y="99"/>
                </a:lnTo>
                <a:lnTo>
                  <a:pt x="442" y="100"/>
                </a:lnTo>
                <a:lnTo>
                  <a:pt x="442" y="99"/>
                </a:lnTo>
                <a:lnTo>
                  <a:pt x="443" y="99"/>
                </a:lnTo>
                <a:lnTo>
                  <a:pt x="444" y="100"/>
                </a:lnTo>
                <a:lnTo>
                  <a:pt x="444" y="99"/>
                </a:lnTo>
                <a:lnTo>
                  <a:pt x="445" y="98"/>
                </a:lnTo>
                <a:lnTo>
                  <a:pt x="446" y="97"/>
                </a:lnTo>
                <a:lnTo>
                  <a:pt x="446" y="96"/>
                </a:lnTo>
                <a:lnTo>
                  <a:pt x="447" y="96"/>
                </a:lnTo>
                <a:lnTo>
                  <a:pt x="448" y="96"/>
                </a:lnTo>
                <a:lnTo>
                  <a:pt x="449" y="96"/>
                </a:lnTo>
                <a:lnTo>
                  <a:pt x="450" y="95"/>
                </a:lnTo>
                <a:lnTo>
                  <a:pt x="451" y="95"/>
                </a:lnTo>
                <a:lnTo>
                  <a:pt x="451" y="96"/>
                </a:lnTo>
                <a:lnTo>
                  <a:pt x="451" y="97"/>
                </a:lnTo>
                <a:lnTo>
                  <a:pt x="452" y="98"/>
                </a:lnTo>
                <a:lnTo>
                  <a:pt x="452" y="99"/>
                </a:lnTo>
                <a:lnTo>
                  <a:pt x="453" y="100"/>
                </a:lnTo>
                <a:lnTo>
                  <a:pt x="454" y="100"/>
                </a:lnTo>
                <a:lnTo>
                  <a:pt x="454" y="101"/>
                </a:lnTo>
                <a:lnTo>
                  <a:pt x="455" y="100"/>
                </a:lnTo>
                <a:lnTo>
                  <a:pt x="455" y="99"/>
                </a:lnTo>
                <a:lnTo>
                  <a:pt x="455" y="98"/>
                </a:lnTo>
                <a:lnTo>
                  <a:pt x="456" y="98"/>
                </a:lnTo>
                <a:lnTo>
                  <a:pt x="457" y="98"/>
                </a:lnTo>
                <a:lnTo>
                  <a:pt x="457" y="97"/>
                </a:lnTo>
                <a:lnTo>
                  <a:pt x="457" y="96"/>
                </a:lnTo>
                <a:lnTo>
                  <a:pt x="457" y="95"/>
                </a:lnTo>
                <a:lnTo>
                  <a:pt x="456" y="94"/>
                </a:lnTo>
                <a:lnTo>
                  <a:pt x="457" y="94"/>
                </a:lnTo>
                <a:lnTo>
                  <a:pt x="457" y="93"/>
                </a:lnTo>
                <a:lnTo>
                  <a:pt x="456" y="93"/>
                </a:lnTo>
                <a:lnTo>
                  <a:pt x="456" y="92"/>
                </a:lnTo>
                <a:lnTo>
                  <a:pt x="457" y="92"/>
                </a:lnTo>
                <a:lnTo>
                  <a:pt x="458" y="92"/>
                </a:lnTo>
                <a:lnTo>
                  <a:pt x="458" y="91"/>
                </a:lnTo>
                <a:lnTo>
                  <a:pt x="459" y="92"/>
                </a:lnTo>
                <a:lnTo>
                  <a:pt x="460" y="93"/>
                </a:lnTo>
                <a:lnTo>
                  <a:pt x="461" y="93"/>
                </a:lnTo>
                <a:lnTo>
                  <a:pt x="461" y="92"/>
                </a:lnTo>
                <a:lnTo>
                  <a:pt x="462" y="92"/>
                </a:lnTo>
                <a:lnTo>
                  <a:pt x="462" y="93"/>
                </a:lnTo>
                <a:lnTo>
                  <a:pt x="463" y="93"/>
                </a:lnTo>
                <a:lnTo>
                  <a:pt x="464" y="94"/>
                </a:lnTo>
                <a:lnTo>
                  <a:pt x="465" y="94"/>
                </a:lnTo>
                <a:lnTo>
                  <a:pt x="466" y="93"/>
                </a:lnTo>
                <a:lnTo>
                  <a:pt x="467" y="93"/>
                </a:lnTo>
                <a:lnTo>
                  <a:pt x="468" y="93"/>
                </a:lnTo>
                <a:lnTo>
                  <a:pt x="468" y="94"/>
                </a:lnTo>
                <a:lnTo>
                  <a:pt x="468" y="95"/>
                </a:lnTo>
                <a:lnTo>
                  <a:pt x="468" y="96"/>
                </a:lnTo>
                <a:lnTo>
                  <a:pt x="468" y="97"/>
                </a:lnTo>
                <a:lnTo>
                  <a:pt x="469" y="97"/>
                </a:lnTo>
                <a:lnTo>
                  <a:pt x="470" y="97"/>
                </a:lnTo>
                <a:lnTo>
                  <a:pt x="470" y="96"/>
                </a:lnTo>
                <a:lnTo>
                  <a:pt x="470" y="95"/>
                </a:lnTo>
                <a:lnTo>
                  <a:pt x="471" y="95"/>
                </a:lnTo>
                <a:lnTo>
                  <a:pt x="471" y="94"/>
                </a:lnTo>
                <a:lnTo>
                  <a:pt x="471" y="93"/>
                </a:lnTo>
                <a:lnTo>
                  <a:pt x="472" y="93"/>
                </a:lnTo>
                <a:lnTo>
                  <a:pt x="472" y="92"/>
                </a:lnTo>
                <a:lnTo>
                  <a:pt x="472" y="91"/>
                </a:lnTo>
                <a:lnTo>
                  <a:pt x="472" y="90"/>
                </a:lnTo>
                <a:lnTo>
                  <a:pt x="472" y="89"/>
                </a:lnTo>
                <a:lnTo>
                  <a:pt x="473" y="89"/>
                </a:lnTo>
                <a:lnTo>
                  <a:pt x="473" y="87"/>
                </a:lnTo>
                <a:lnTo>
                  <a:pt x="473" y="86"/>
                </a:lnTo>
                <a:lnTo>
                  <a:pt x="475" y="86"/>
                </a:lnTo>
                <a:lnTo>
                  <a:pt x="475" y="87"/>
                </a:lnTo>
                <a:lnTo>
                  <a:pt x="475" y="88"/>
                </a:lnTo>
                <a:lnTo>
                  <a:pt x="476" y="88"/>
                </a:lnTo>
                <a:lnTo>
                  <a:pt x="477" y="88"/>
                </a:lnTo>
                <a:lnTo>
                  <a:pt x="477" y="87"/>
                </a:lnTo>
                <a:lnTo>
                  <a:pt x="478" y="86"/>
                </a:lnTo>
                <a:lnTo>
                  <a:pt x="479" y="86"/>
                </a:lnTo>
                <a:lnTo>
                  <a:pt x="480" y="86"/>
                </a:lnTo>
                <a:lnTo>
                  <a:pt x="481" y="86"/>
                </a:lnTo>
                <a:lnTo>
                  <a:pt x="481" y="85"/>
                </a:lnTo>
                <a:lnTo>
                  <a:pt x="482" y="86"/>
                </a:lnTo>
                <a:lnTo>
                  <a:pt x="481" y="86"/>
                </a:lnTo>
                <a:lnTo>
                  <a:pt x="482" y="86"/>
                </a:lnTo>
                <a:lnTo>
                  <a:pt x="483" y="86"/>
                </a:lnTo>
                <a:lnTo>
                  <a:pt x="483" y="85"/>
                </a:lnTo>
                <a:lnTo>
                  <a:pt x="484" y="85"/>
                </a:lnTo>
                <a:lnTo>
                  <a:pt x="485" y="84"/>
                </a:lnTo>
                <a:lnTo>
                  <a:pt x="485" y="83"/>
                </a:lnTo>
                <a:lnTo>
                  <a:pt x="486" y="83"/>
                </a:lnTo>
                <a:lnTo>
                  <a:pt x="485" y="82"/>
                </a:lnTo>
                <a:lnTo>
                  <a:pt x="486" y="82"/>
                </a:lnTo>
                <a:lnTo>
                  <a:pt x="486" y="83"/>
                </a:lnTo>
                <a:lnTo>
                  <a:pt x="487" y="83"/>
                </a:lnTo>
                <a:lnTo>
                  <a:pt x="489" y="84"/>
                </a:lnTo>
                <a:lnTo>
                  <a:pt x="489" y="86"/>
                </a:lnTo>
                <a:lnTo>
                  <a:pt x="490" y="86"/>
                </a:lnTo>
                <a:lnTo>
                  <a:pt x="491" y="86"/>
                </a:lnTo>
                <a:lnTo>
                  <a:pt x="492" y="86"/>
                </a:lnTo>
                <a:lnTo>
                  <a:pt x="491" y="87"/>
                </a:lnTo>
                <a:lnTo>
                  <a:pt x="492" y="87"/>
                </a:lnTo>
                <a:lnTo>
                  <a:pt x="492" y="86"/>
                </a:lnTo>
                <a:lnTo>
                  <a:pt x="492" y="85"/>
                </a:lnTo>
                <a:lnTo>
                  <a:pt x="493" y="85"/>
                </a:lnTo>
                <a:lnTo>
                  <a:pt x="494" y="85"/>
                </a:lnTo>
                <a:lnTo>
                  <a:pt x="494" y="84"/>
                </a:lnTo>
                <a:lnTo>
                  <a:pt x="495" y="84"/>
                </a:lnTo>
                <a:lnTo>
                  <a:pt x="496" y="84"/>
                </a:lnTo>
                <a:lnTo>
                  <a:pt x="496" y="83"/>
                </a:lnTo>
                <a:lnTo>
                  <a:pt x="497" y="83"/>
                </a:lnTo>
                <a:lnTo>
                  <a:pt x="497" y="84"/>
                </a:lnTo>
                <a:lnTo>
                  <a:pt x="498" y="84"/>
                </a:lnTo>
                <a:lnTo>
                  <a:pt x="498" y="83"/>
                </a:lnTo>
                <a:lnTo>
                  <a:pt x="498" y="84"/>
                </a:lnTo>
                <a:lnTo>
                  <a:pt x="498" y="83"/>
                </a:lnTo>
                <a:lnTo>
                  <a:pt x="498" y="82"/>
                </a:lnTo>
                <a:lnTo>
                  <a:pt x="499" y="82"/>
                </a:lnTo>
                <a:lnTo>
                  <a:pt x="501" y="81"/>
                </a:lnTo>
                <a:lnTo>
                  <a:pt x="501" y="80"/>
                </a:lnTo>
                <a:lnTo>
                  <a:pt x="502" y="81"/>
                </a:lnTo>
                <a:lnTo>
                  <a:pt x="502" y="80"/>
                </a:lnTo>
                <a:lnTo>
                  <a:pt x="503" y="80"/>
                </a:lnTo>
                <a:lnTo>
                  <a:pt x="504" y="80"/>
                </a:lnTo>
                <a:lnTo>
                  <a:pt x="505" y="80"/>
                </a:lnTo>
                <a:lnTo>
                  <a:pt x="505" y="79"/>
                </a:lnTo>
                <a:lnTo>
                  <a:pt x="505" y="78"/>
                </a:lnTo>
                <a:lnTo>
                  <a:pt x="506" y="78"/>
                </a:lnTo>
                <a:lnTo>
                  <a:pt x="506" y="77"/>
                </a:lnTo>
                <a:lnTo>
                  <a:pt x="507" y="77"/>
                </a:lnTo>
                <a:lnTo>
                  <a:pt x="509" y="77"/>
                </a:lnTo>
                <a:lnTo>
                  <a:pt x="509" y="78"/>
                </a:lnTo>
                <a:lnTo>
                  <a:pt x="510" y="78"/>
                </a:lnTo>
                <a:lnTo>
                  <a:pt x="511" y="78"/>
                </a:lnTo>
                <a:lnTo>
                  <a:pt x="512" y="79"/>
                </a:lnTo>
                <a:lnTo>
                  <a:pt x="513" y="79"/>
                </a:lnTo>
                <a:lnTo>
                  <a:pt x="513" y="80"/>
                </a:lnTo>
                <a:lnTo>
                  <a:pt x="513" y="79"/>
                </a:lnTo>
                <a:lnTo>
                  <a:pt x="514" y="79"/>
                </a:lnTo>
                <a:lnTo>
                  <a:pt x="514" y="78"/>
                </a:lnTo>
                <a:lnTo>
                  <a:pt x="513" y="78"/>
                </a:lnTo>
                <a:lnTo>
                  <a:pt x="513" y="77"/>
                </a:lnTo>
                <a:lnTo>
                  <a:pt x="514" y="76"/>
                </a:lnTo>
                <a:lnTo>
                  <a:pt x="514" y="75"/>
                </a:lnTo>
                <a:lnTo>
                  <a:pt x="515" y="76"/>
                </a:lnTo>
                <a:lnTo>
                  <a:pt x="516" y="76"/>
                </a:lnTo>
                <a:lnTo>
                  <a:pt x="516" y="75"/>
                </a:lnTo>
                <a:lnTo>
                  <a:pt x="517" y="74"/>
                </a:lnTo>
                <a:lnTo>
                  <a:pt x="517" y="73"/>
                </a:lnTo>
                <a:lnTo>
                  <a:pt x="518" y="73"/>
                </a:lnTo>
                <a:lnTo>
                  <a:pt x="518" y="74"/>
                </a:lnTo>
                <a:lnTo>
                  <a:pt x="519" y="74"/>
                </a:lnTo>
                <a:lnTo>
                  <a:pt x="520" y="75"/>
                </a:lnTo>
                <a:lnTo>
                  <a:pt x="521" y="76"/>
                </a:lnTo>
                <a:lnTo>
                  <a:pt x="522" y="76"/>
                </a:lnTo>
                <a:lnTo>
                  <a:pt x="522" y="77"/>
                </a:lnTo>
                <a:lnTo>
                  <a:pt x="522" y="76"/>
                </a:lnTo>
                <a:lnTo>
                  <a:pt x="523" y="76"/>
                </a:lnTo>
                <a:lnTo>
                  <a:pt x="523" y="77"/>
                </a:lnTo>
                <a:lnTo>
                  <a:pt x="524" y="77"/>
                </a:lnTo>
                <a:lnTo>
                  <a:pt x="524" y="78"/>
                </a:lnTo>
                <a:lnTo>
                  <a:pt x="525" y="78"/>
                </a:lnTo>
                <a:lnTo>
                  <a:pt x="526" y="79"/>
                </a:lnTo>
                <a:lnTo>
                  <a:pt x="525" y="80"/>
                </a:lnTo>
                <a:lnTo>
                  <a:pt x="526" y="80"/>
                </a:lnTo>
                <a:lnTo>
                  <a:pt x="526" y="81"/>
                </a:lnTo>
                <a:lnTo>
                  <a:pt x="527" y="81"/>
                </a:lnTo>
                <a:lnTo>
                  <a:pt x="527" y="82"/>
                </a:lnTo>
                <a:lnTo>
                  <a:pt x="527" y="81"/>
                </a:lnTo>
                <a:lnTo>
                  <a:pt x="528" y="81"/>
                </a:lnTo>
                <a:lnTo>
                  <a:pt x="529" y="82"/>
                </a:lnTo>
                <a:lnTo>
                  <a:pt x="528" y="82"/>
                </a:lnTo>
                <a:lnTo>
                  <a:pt x="528" y="83"/>
                </a:lnTo>
                <a:lnTo>
                  <a:pt x="529" y="83"/>
                </a:lnTo>
                <a:lnTo>
                  <a:pt x="529" y="84"/>
                </a:lnTo>
                <a:lnTo>
                  <a:pt x="530" y="84"/>
                </a:lnTo>
                <a:lnTo>
                  <a:pt x="530" y="85"/>
                </a:lnTo>
                <a:lnTo>
                  <a:pt x="531" y="85"/>
                </a:lnTo>
                <a:lnTo>
                  <a:pt x="531" y="86"/>
                </a:lnTo>
                <a:lnTo>
                  <a:pt x="531" y="87"/>
                </a:lnTo>
                <a:lnTo>
                  <a:pt x="531" y="88"/>
                </a:lnTo>
                <a:lnTo>
                  <a:pt x="531" y="89"/>
                </a:lnTo>
                <a:lnTo>
                  <a:pt x="532" y="90"/>
                </a:lnTo>
                <a:lnTo>
                  <a:pt x="532" y="91"/>
                </a:lnTo>
                <a:lnTo>
                  <a:pt x="533" y="92"/>
                </a:lnTo>
                <a:lnTo>
                  <a:pt x="534" y="91"/>
                </a:lnTo>
                <a:lnTo>
                  <a:pt x="534" y="92"/>
                </a:lnTo>
                <a:lnTo>
                  <a:pt x="535" y="92"/>
                </a:lnTo>
                <a:lnTo>
                  <a:pt x="535" y="91"/>
                </a:lnTo>
                <a:lnTo>
                  <a:pt x="536" y="91"/>
                </a:lnTo>
                <a:lnTo>
                  <a:pt x="537" y="91"/>
                </a:lnTo>
                <a:lnTo>
                  <a:pt x="538" y="91"/>
                </a:lnTo>
                <a:lnTo>
                  <a:pt x="538" y="92"/>
                </a:lnTo>
                <a:lnTo>
                  <a:pt x="539" y="92"/>
                </a:lnTo>
                <a:lnTo>
                  <a:pt x="540" y="92"/>
                </a:lnTo>
                <a:lnTo>
                  <a:pt x="540" y="93"/>
                </a:lnTo>
                <a:lnTo>
                  <a:pt x="541" y="93"/>
                </a:lnTo>
                <a:lnTo>
                  <a:pt x="542" y="93"/>
                </a:lnTo>
                <a:lnTo>
                  <a:pt x="542" y="94"/>
                </a:lnTo>
                <a:lnTo>
                  <a:pt x="543" y="95"/>
                </a:lnTo>
                <a:lnTo>
                  <a:pt x="543" y="96"/>
                </a:lnTo>
                <a:lnTo>
                  <a:pt x="542" y="96"/>
                </a:lnTo>
                <a:lnTo>
                  <a:pt x="542" y="97"/>
                </a:lnTo>
                <a:lnTo>
                  <a:pt x="542" y="98"/>
                </a:lnTo>
                <a:lnTo>
                  <a:pt x="542" y="99"/>
                </a:lnTo>
                <a:lnTo>
                  <a:pt x="543" y="99"/>
                </a:lnTo>
                <a:lnTo>
                  <a:pt x="544" y="99"/>
                </a:lnTo>
                <a:lnTo>
                  <a:pt x="545" y="99"/>
                </a:lnTo>
                <a:lnTo>
                  <a:pt x="545" y="100"/>
                </a:lnTo>
                <a:lnTo>
                  <a:pt x="545" y="99"/>
                </a:lnTo>
                <a:lnTo>
                  <a:pt x="547" y="99"/>
                </a:lnTo>
                <a:lnTo>
                  <a:pt x="548" y="99"/>
                </a:lnTo>
                <a:lnTo>
                  <a:pt x="549" y="99"/>
                </a:lnTo>
                <a:lnTo>
                  <a:pt x="549" y="98"/>
                </a:lnTo>
                <a:lnTo>
                  <a:pt x="550" y="98"/>
                </a:lnTo>
                <a:lnTo>
                  <a:pt x="550" y="97"/>
                </a:lnTo>
                <a:lnTo>
                  <a:pt x="551" y="97"/>
                </a:lnTo>
                <a:lnTo>
                  <a:pt x="552" y="96"/>
                </a:lnTo>
                <a:lnTo>
                  <a:pt x="552" y="97"/>
                </a:lnTo>
                <a:lnTo>
                  <a:pt x="553" y="97"/>
                </a:lnTo>
                <a:lnTo>
                  <a:pt x="554" y="98"/>
                </a:lnTo>
                <a:lnTo>
                  <a:pt x="554" y="97"/>
                </a:lnTo>
                <a:lnTo>
                  <a:pt x="555" y="97"/>
                </a:lnTo>
                <a:lnTo>
                  <a:pt x="555" y="98"/>
                </a:lnTo>
                <a:lnTo>
                  <a:pt x="556" y="97"/>
                </a:lnTo>
                <a:lnTo>
                  <a:pt x="557" y="97"/>
                </a:lnTo>
                <a:lnTo>
                  <a:pt x="558" y="97"/>
                </a:lnTo>
                <a:lnTo>
                  <a:pt x="557" y="96"/>
                </a:lnTo>
                <a:lnTo>
                  <a:pt x="556" y="96"/>
                </a:lnTo>
                <a:lnTo>
                  <a:pt x="556" y="95"/>
                </a:lnTo>
                <a:lnTo>
                  <a:pt x="557" y="95"/>
                </a:lnTo>
                <a:lnTo>
                  <a:pt x="556" y="95"/>
                </a:lnTo>
                <a:lnTo>
                  <a:pt x="556" y="94"/>
                </a:lnTo>
                <a:lnTo>
                  <a:pt x="555" y="94"/>
                </a:lnTo>
                <a:lnTo>
                  <a:pt x="555" y="93"/>
                </a:lnTo>
                <a:lnTo>
                  <a:pt x="554" y="93"/>
                </a:lnTo>
                <a:lnTo>
                  <a:pt x="554" y="92"/>
                </a:lnTo>
                <a:lnTo>
                  <a:pt x="553" y="92"/>
                </a:lnTo>
                <a:lnTo>
                  <a:pt x="553" y="91"/>
                </a:lnTo>
                <a:lnTo>
                  <a:pt x="553" y="90"/>
                </a:lnTo>
                <a:lnTo>
                  <a:pt x="552" y="90"/>
                </a:lnTo>
                <a:lnTo>
                  <a:pt x="552" y="89"/>
                </a:lnTo>
                <a:lnTo>
                  <a:pt x="552" y="88"/>
                </a:lnTo>
                <a:lnTo>
                  <a:pt x="551" y="88"/>
                </a:lnTo>
                <a:lnTo>
                  <a:pt x="551" y="87"/>
                </a:lnTo>
                <a:lnTo>
                  <a:pt x="550" y="87"/>
                </a:lnTo>
                <a:lnTo>
                  <a:pt x="549" y="86"/>
                </a:lnTo>
                <a:lnTo>
                  <a:pt x="550" y="86"/>
                </a:lnTo>
                <a:lnTo>
                  <a:pt x="551" y="86"/>
                </a:lnTo>
                <a:lnTo>
                  <a:pt x="551" y="85"/>
                </a:lnTo>
                <a:lnTo>
                  <a:pt x="552" y="86"/>
                </a:lnTo>
                <a:lnTo>
                  <a:pt x="553" y="86"/>
                </a:lnTo>
                <a:lnTo>
                  <a:pt x="553" y="85"/>
                </a:lnTo>
                <a:lnTo>
                  <a:pt x="553" y="84"/>
                </a:lnTo>
                <a:lnTo>
                  <a:pt x="554" y="83"/>
                </a:lnTo>
                <a:lnTo>
                  <a:pt x="553" y="83"/>
                </a:lnTo>
                <a:lnTo>
                  <a:pt x="553" y="82"/>
                </a:lnTo>
                <a:lnTo>
                  <a:pt x="553" y="83"/>
                </a:lnTo>
                <a:lnTo>
                  <a:pt x="552" y="83"/>
                </a:lnTo>
                <a:lnTo>
                  <a:pt x="551" y="83"/>
                </a:lnTo>
                <a:lnTo>
                  <a:pt x="551" y="82"/>
                </a:lnTo>
                <a:lnTo>
                  <a:pt x="550" y="82"/>
                </a:lnTo>
                <a:lnTo>
                  <a:pt x="550" y="81"/>
                </a:lnTo>
                <a:lnTo>
                  <a:pt x="550" y="80"/>
                </a:lnTo>
                <a:lnTo>
                  <a:pt x="549" y="80"/>
                </a:lnTo>
                <a:lnTo>
                  <a:pt x="549" y="78"/>
                </a:lnTo>
                <a:lnTo>
                  <a:pt x="550" y="77"/>
                </a:lnTo>
                <a:lnTo>
                  <a:pt x="550" y="76"/>
                </a:lnTo>
                <a:lnTo>
                  <a:pt x="551" y="76"/>
                </a:lnTo>
                <a:lnTo>
                  <a:pt x="551" y="75"/>
                </a:lnTo>
                <a:lnTo>
                  <a:pt x="550" y="75"/>
                </a:lnTo>
                <a:lnTo>
                  <a:pt x="550" y="74"/>
                </a:lnTo>
                <a:lnTo>
                  <a:pt x="550" y="73"/>
                </a:lnTo>
                <a:lnTo>
                  <a:pt x="550" y="71"/>
                </a:lnTo>
                <a:lnTo>
                  <a:pt x="551" y="71"/>
                </a:lnTo>
                <a:lnTo>
                  <a:pt x="551" y="70"/>
                </a:lnTo>
                <a:lnTo>
                  <a:pt x="551" y="69"/>
                </a:lnTo>
                <a:lnTo>
                  <a:pt x="552" y="70"/>
                </a:lnTo>
                <a:lnTo>
                  <a:pt x="552" y="69"/>
                </a:lnTo>
                <a:lnTo>
                  <a:pt x="551" y="68"/>
                </a:lnTo>
                <a:lnTo>
                  <a:pt x="552" y="67"/>
                </a:lnTo>
                <a:lnTo>
                  <a:pt x="551" y="67"/>
                </a:lnTo>
                <a:lnTo>
                  <a:pt x="551" y="66"/>
                </a:lnTo>
                <a:lnTo>
                  <a:pt x="552" y="66"/>
                </a:lnTo>
                <a:lnTo>
                  <a:pt x="552" y="67"/>
                </a:lnTo>
                <a:lnTo>
                  <a:pt x="553" y="67"/>
                </a:lnTo>
                <a:lnTo>
                  <a:pt x="554" y="67"/>
                </a:lnTo>
                <a:lnTo>
                  <a:pt x="554" y="66"/>
                </a:lnTo>
                <a:lnTo>
                  <a:pt x="553" y="66"/>
                </a:lnTo>
                <a:lnTo>
                  <a:pt x="553" y="65"/>
                </a:lnTo>
                <a:lnTo>
                  <a:pt x="553" y="64"/>
                </a:lnTo>
                <a:lnTo>
                  <a:pt x="554" y="64"/>
                </a:lnTo>
                <a:lnTo>
                  <a:pt x="554" y="63"/>
                </a:lnTo>
                <a:lnTo>
                  <a:pt x="554" y="62"/>
                </a:lnTo>
                <a:lnTo>
                  <a:pt x="555" y="62"/>
                </a:lnTo>
                <a:lnTo>
                  <a:pt x="556" y="62"/>
                </a:lnTo>
                <a:lnTo>
                  <a:pt x="557" y="62"/>
                </a:lnTo>
                <a:lnTo>
                  <a:pt x="557" y="63"/>
                </a:lnTo>
                <a:lnTo>
                  <a:pt x="558" y="63"/>
                </a:lnTo>
                <a:lnTo>
                  <a:pt x="558" y="64"/>
                </a:lnTo>
                <a:lnTo>
                  <a:pt x="558" y="63"/>
                </a:lnTo>
                <a:lnTo>
                  <a:pt x="559" y="63"/>
                </a:lnTo>
                <a:lnTo>
                  <a:pt x="559" y="64"/>
                </a:lnTo>
                <a:lnTo>
                  <a:pt x="558" y="65"/>
                </a:lnTo>
                <a:lnTo>
                  <a:pt x="559" y="65"/>
                </a:lnTo>
                <a:lnTo>
                  <a:pt x="558" y="65"/>
                </a:lnTo>
                <a:lnTo>
                  <a:pt x="558" y="66"/>
                </a:lnTo>
                <a:lnTo>
                  <a:pt x="559" y="66"/>
                </a:lnTo>
                <a:lnTo>
                  <a:pt x="560" y="66"/>
                </a:lnTo>
                <a:lnTo>
                  <a:pt x="561" y="66"/>
                </a:lnTo>
                <a:lnTo>
                  <a:pt x="561" y="65"/>
                </a:lnTo>
                <a:lnTo>
                  <a:pt x="562" y="65"/>
                </a:lnTo>
                <a:lnTo>
                  <a:pt x="563" y="65"/>
                </a:lnTo>
                <a:lnTo>
                  <a:pt x="563" y="64"/>
                </a:lnTo>
                <a:lnTo>
                  <a:pt x="562" y="64"/>
                </a:lnTo>
                <a:lnTo>
                  <a:pt x="561" y="63"/>
                </a:lnTo>
                <a:lnTo>
                  <a:pt x="560" y="63"/>
                </a:lnTo>
                <a:lnTo>
                  <a:pt x="560" y="62"/>
                </a:lnTo>
                <a:lnTo>
                  <a:pt x="560" y="61"/>
                </a:lnTo>
                <a:lnTo>
                  <a:pt x="561" y="61"/>
                </a:lnTo>
                <a:lnTo>
                  <a:pt x="560" y="60"/>
                </a:lnTo>
                <a:lnTo>
                  <a:pt x="560" y="59"/>
                </a:lnTo>
                <a:lnTo>
                  <a:pt x="561" y="59"/>
                </a:lnTo>
                <a:lnTo>
                  <a:pt x="562" y="59"/>
                </a:lnTo>
                <a:lnTo>
                  <a:pt x="562" y="60"/>
                </a:lnTo>
                <a:lnTo>
                  <a:pt x="563" y="60"/>
                </a:lnTo>
                <a:lnTo>
                  <a:pt x="564" y="60"/>
                </a:lnTo>
                <a:lnTo>
                  <a:pt x="564" y="61"/>
                </a:lnTo>
                <a:lnTo>
                  <a:pt x="565" y="61"/>
                </a:lnTo>
                <a:lnTo>
                  <a:pt x="566" y="61"/>
                </a:lnTo>
                <a:lnTo>
                  <a:pt x="568" y="61"/>
                </a:lnTo>
                <a:lnTo>
                  <a:pt x="569" y="61"/>
                </a:lnTo>
                <a:lnTo>
                  <a:pt x="569" y="62"/>
                </a:lnTo>
                <a:lnTo>
                  <a:pt x="569" y="63"/>
                </a:lnTo>
                <a:lnTo>
                  <a:pt x="570" y="63"/>
                </a:lnTo>
                <a:lnTo>
                  <a:pt x="571" y="63"/>
                </a:lnTo>
                <a:lnTo>
                  <a:pt x="572" y="63"/>
                </a:lnTo>
                <a:lnTo>
                  <a:pt x="572" y="62"/>
                </a:lnTo>
                <a:lnTo>
                  <a:pt x="573" y="62"/>
                </a:lnTo>
                <a:lnTo>
                  <a:pt x="573" y="63"/>
                </a:lnTo>
                <a:lnTo>
                  <a:pt x="574" y="63"/>
                </a:lnTo>
                <a:lnTo>
                  <a:pt x="574" y="64"/>
                </a:lnTo>
                <a:lnTo>
                  <a:pt x="575" y="64"/>
                </a:lnTo>
                <a:lnTo>
                  <a:pt x="575" y="65"/>
                </a:lnTo>
                <a:lnTo>
                  <a:pt x="575" y="66"/>
                </a:lnTo>
                <a:lnTo>
                  <a:pt x="576" y="66"/>
                </a:lnTo>
                <a:lnTo>
                  <a:pt x="576" y="67"/>
                </a:lnTo>
                <a:lnTo>
                  <a:pt x="577" y="67"/>
                </a:lnTo>
                <a:lnTo>
                  <a:pt x="577" y="68"/>
                </a:lnTo>
                <a:lnTo>
                  <a:pt x="578" y="67"/>
                </a:lnTo>
                <a:lnTo>
                  <a:pt x="579" y="68"/>
                </a:lnTo>
                <a:lnTo>
                  <a:pt x="579" y="69"/>
                </a:lnTo>
                <a:lnTo>
                  <a:pt x="579" y="68"/>
                </a:lnTo>
                <a:lnTo>
                  <a:pt x="580" y="68"/>
                </a:lnTo>
                <a:lnTo>
                  <a:pt x="581" y="68"/>
                </a:lnTo>
                <a:lnTo>
                  <a:pt x="582" y="68"/>
                </a:lnTo>
                <a:lnTo>
                  <a:pt x="583" y="68"/>
                </a:lnTo>
                <a:lnTo>
                  <a:pt x="584" y="68"/>
                </a:lnTo>
                <a:lnTo>
                  <a:pt x="585" y="68"/>
                </a:lnTo>
                <a:lnTo>
                  <a:pt x="586" y="67"/>
                </a:lnTo>
                <a:lnTo>
                  <a:pt x="586" y="66"/>
                </a:lnTo>
                <a:lnTo>
                  <a:pt x="587" y="66"/>
                </a:lnTo>
                <a:lnTo>
                  <a:pt x="587" y="65"/>
                </a:lnTo>
                <a:lnTo>
                  <a:pt x="588" y="65"/>
                </a:lnTo>
                <a:lnTo>
                  <a:pt x="588" y="66"/>
                </a:lnTo>
                <a:lnTo>
                  <a:pt x="589" y="66"/>
                </a:lnTo>
                <a:lnTo>
                  <a:pt x="589" y="67"/>
                </a:lnTo>
                <a:lnTo>
                  <a:pt x="590" y="68"/>
                </a:lnTo>
                <a:lnTo>
                  <a:pt x="591" y="68"/>
                </a:lnTo>
                <a:lnTo>
                  <a:pt x="591" y="69"/>
                </a:lnTo>
                <a:lnTo>
                  <a:pt x="590" y="69"/>
                </a:lnTo>
                <a:lnTo>
                  <a:pt x="591" y="70"/>
                </a:lnTo>
                <a:lnTo>
                  <a:pt x="592" y="70"/>
                </a:lnTo>
                <a:lnTo>
                  <a:pt x="593" y="70"/>
                </a:lnTo>
                <a:lnTo>
                  <a:pt x="593" y="71"/>
                </a:lnTo>
                <a:lnTo>
                  <a:pt x="592" y="73"/>
                </a:lnTo>
                <a:lnTo>
                  <a:pt x="593" y="74"/>
                </a:lnTo>
                <a:lnTo>
                  <a:pt x="594" y="74"/>
                </a:lnTo>
                <a:lnTo>
                  <a:pt x="594" y="73"/>
                </a:lnTo>
                <a:lnTo>
                  <a:pt x="595" y="73"/>
                </a:lnTo>
                <a:lnTo>
                  <a:pt x="596" y="73"/>
                </a:lnTo>
                <a:lnTo>
                  <a:pt x="597" y="73"/>
                </a:lnTo>
                <a:lnTo>
                  <a:pt x="598" y="73"/>
                </a:lnTo>
                <a:lnTo>
                  <a:pt x="598" y="72"/>
                </a:lnTo>
                <a:lnTo>
                  <a:pt x="599" y="72"/>
                </a:lnTo>
                <a:lnTo>
                  <a:pt x="600" y="71"/>
                </a:lnTo>
                <a:lnTo>
                  <a:pt x="601" y="70"/>
                </a:lnTo>
                <a:lnTo>
                  <a:pt x="601" y="71"/>
                </a:lnTo>
                <a:lnTo>
                  <a:pt x="602" y="70"/>
                </a:lnTo>
                <a:lnTo>
                  <a:pt x="602" y="69"/>
                </a:lnTo>
                <a:lnTo>
                  <a:pt x="603" y="68"/>
                </a:lnTo>
                <a:lnTo>
                  <a:pt x="602" y="68"/>
                </a:lnTo>
                <a:lnTo>
                  <a:pt x="602" y="67"/>
                </a:lnTo>
                <a:lnTo>
                  <a:pt x="603" y="67"/>
                </a:lnTo>
                <a:lnTo>
                  <a:pt x="603" y="66"/>
                </a:lnTo>
                <a:lnTo>
                  <a:pt x="604" y="66"/>
                </a:lnTo>
                <a:lnTo>
                  <a:pt x="605" y="66"/>
                </a:lnTo>
                <a:lnTo>
                  <a:pt x="605" y="65"/>
                </a:lnTo>
                <a:lnTo>
                  <a:pt x="606" y="65"/>
                </a:lnTo>
                <a:lnTo>
                  <a:pt x="607" y="65"/>
                </a:lnTo>
                <a:lnTo>
                  <a:pt x="606" y="65"/>
                </a:lnTo>
                <a:lnTo>
                  <a:pt x="606" y="66"/>
                </a:lnTo>
                <a:lnTo>
                  <a:pt x="606" y="67"/>
                </a:lnTo>
                <a:lnTo>
                  <a:pt x="607" y="67"/>
                </a:lnTo>
                <a:lnTo>
                  <a:pt x="608" y="68"/>
                </a:lnTo>
                <a:lnTo>
                  <a:pt x="609" y="69"/>
                </a:lnTo>
                <a:lnTo>
                  <a:pt x="608" y="69"/>
                </a:lnTo>
                <a:lnTo>
                  <a:pt x="608" y="70"/>
                </a:lnTo>
                <a:lnTo>
                  <a:pt x="607" y="70"/>
                </a:lnTo>
                <a:lnTo>
                  <a:pt x="606" y="70"/>
                </a:lnTo>
                <a:lnTo>
                  <a:pt x="605" y="71"/>
                </a:lnTo>
                <a:lnTo>
                  <a:pt x="605" y="72"/>
                </a:lnTo>
                <a:lnTo>
                  <a:pt x="605" y="73"/>
                </a:lnTo>
                <a:lnTo>
                  <a:pt x="606" y="73"/>
                </a:lnTo>
                <a:lnTo>
                  <a:pt x="605" y="73"/>
                </a:lnTo>
                <a:lnTo>
                  <a:pt x="605" y="74"/>
                </a:lnTo>
                <a:lnTo>
                  <a:pt x="606" y="74"/>
                </a:lnTo>
                <a:lnTo>
                  <a:pt x="607" y="73"/>
                </a:lnTo>
                <a:lnTo>
                  <a:pt x="607" y="74"/>
                </a:lnTo>
                <a:lnTo>
                  <a:pt x="607" y="75"/>
                </a:lnTo>
                <a:lnTo>
                  <a:pt x="608" y="75"/>
                </a:lnTo>
                <a:lnTo>
                  <a:pt x="608" y="76"/>
                </a:lnTo>
                <a:lnTo>
                  <a:pt x="609" y="76"/>
                </a:lnTo>
                <a:lnTo>
                  <a:pt x="609" y="77"/>
                </a:lnTo>
                <a:lnTo>
                  <a:pt x="608" y="78"/>
                </a:lnTo>
                <a:lnTo>
                  <a:pt x="608" y="79"/>
                </a:lnTo>
                <a:lnTo>
                  <a:pt x="609" y="79"/>
                </a:lnTo>
                <a:lnTo>
                  <a:pt x="610" y="79"/>
                </a:lnTo>
                <a:lnTo>
                  <a:pt x="610" y="80"/>
                </a:lnTo>
                <a:lnTo>
                  <a:pt x="610" y="79"/>
                </a:lnTo>
                <a:lnTo>
                  <a:pt x="610" y="80"/>
                </a:lnTo>
                <a:lnTo>
                  <a:pt x="611" y="80"/>
                </a:lnTo>
                <a:lnTo>
                  <a:pt x="611" y="81"/>
                </a:lnTo>
                <a:lnTo>
                  <a:pt x="611" y="82"/>
                </a:lnTo>
                <a:lnTo>
                  <a:pt x="612" y="82"/>
                </a:lnTo>
                <a:lnTo>
                  <a:pt x="613" y="81"/>
                </a:lnTo>
                <a:lnTo>
                  <a:pt x="614" y="81"/>
                </a:lnTo>
                <a:lnTo>
                  <a:pt x="615" y="81"/>
                </a:lnTo>
                <a:lnTo>
                  <a:pt x="615" y="82"/>
                </a:lnTo>
                <a:lnTo>
                  <a:pt x="616" y="83"/>
                </a:lnTo>
                <a:lnTo>
                  <a:pt x="616" y="84"/>
                </a:lnTo>
                <a:lnTo>
                  <a:pt x="616" y="85"/>
                </a:lnTo>
                <a:lnTo>
                  <a:pt x="616" y="86"/>
                </a:lnTo>
                <a:lnTo>
                  <a:pt x="617" y="87"/>
                </a:lnTo>
                <a:lnTo>
                  <a:pt x="617" y="88"/>
                </a:lnTo>
                <a:lnTo>
                  <a:pt x="618" y="88"/>
                </a:lnTo>
                <a:lnTo>
                  <a:pt x="617" y="88"/>
                </a:lnTo>
                <a:lnTo>
                  <a:pt x="617" y="89"/>
                </a:lnTo>
                <a:lnTo>
                  <a:pt x="617" y="90"/>
                </a:lnTo>
                <a:lnTo>
                  <a:pt x="617" y="91"/>
                </a:lnTo>
                <a:lnTo>
                  <a:pt x="616" y="91"/>
                </a:lnTo>
                <a:lnTo>
                  <a:pt x="617" y="92"/>
                </a:lnTo>
                <a:lnTo>
                  <a:pt x="618" y="92"/>
                </a:lnTo>
                <a:lnTo>
                  <a:pt x="618" y="93"/>
                </a:lnTo>
                <a:lnTo>
                  <a:pt x="619" y="93"/>
                </a:lnTo>
                <a:lnTo>
                  <a:pt x="619" y="92"/>
                </a:lnTo>
                <a:lnTo>
                  <a:pt x="620" y="92"/>
                </a:lnTo>
                <a:lnTo>
                  <a:pt x="621" y="92"/>
                </a:lnTo>
                <a:lnTo>
                  <a:pt x="620" y="92"/>
                </a:lnTo>
                <a:lnTo>
                  <a:pt x="621" y="93"/>
                </a:lnTo>
                <a:lnTo>
                  <a:pt x="621" y="92"/>
                </a:lnTo>
                <a:lnTo>
                  <a:pt x="622" y="91"/>
                </a:lnTo>
                <a:lnTo>
                  <a:pt x="622" y="90"/>
                </a:lnTo>
                <a:lnTo>
                  <a:pt x="623" y="90"/>
                </a:lnTo>
                <a:lnTo>
                  <a:pt x="624" y="90"/>
                </a:lnTo>
                <a:lnTo>
                  <a:pt x="624" y="89"/>
                </a:lnTo>
                <a:lnTo>
                  <a:pt x="624" y="88"/>
                </a:lnTo>
                <a:lnTo>
                  <a:pt x="625" y="88"/>
                </a:lnTo>
                <a:lnTo>
                  <a:pt x="626" y="89"/>
                </a:lnTo>
                <a:lnTo>
                  <a:pt x="626" y="88"/>
                </a:lnTo>
                <a:lnTo>
                  <a:pt x="627" y="89"/>
                </a:lnTo>
                <a:lnTo>
                  <a:pt x="628" y="89"/>
                </a:lnTo>
                <a:lnTo>
                  <a:pt x="628" y="88"/>
                </a:lnTo>
                <a:lnTo>
                  <a:pt x="629" y="88"/>
                </a:lnTo>
                <a:lnTo>
                  <a:pt x="630" y="88"/>
                </a:lnTo>
                <a:lnTo>
                  <a:pt x="631" y="87"/>
                </a:lnTo>
                <a:lnTo>
                  <a:pt x="632" y="87"/>
                </a:lnTo>
                <a:lnTo>
                  <a:pt x="634" y="87"/>
                </a:lnTo>
                <a:lnTo>
                  <a:pt x="635" y="87"/>
                </a:lnTo>
                <a:lnTo>
                  <a:pt x="635" y="88"/>
                </a:lnTo>
                <a:lnTo>
                  <a:pt x="635" y="87"/>
                </a:lnTo>
                <a:lnTo>
                  <a:pt x="636" y="87"/>
                </a:lnTo>
                <a:lnTo>
                  <a:pt x="637" y="87"/>
                </a:lnTo>
                <a:lnTo>
                  <a:pt x="638" y="86"/>
                </a:lnTo>
                <a:lnTo>
                  <a:pt x="639" y="86"/>
                </a:lnTo>
                <a:lnTo>
                  <a:pt x="639" y="87"/>
                </a:lnTo>
                <a:lnTo>
                  <a:pt x="639" y="88"/>
                </a:lnTo>
                <a:lnTo>
                  <a:pt x="640" y="88"/>
                </a:lnTo>
                <a:lnTo>
                  <a:pt x="640" y="87"/>
                </a:lnTo>
                <a:lnTo>
                  <a:pt x="641" y="86"/>
                </a:lnTo>
                <a:lnTo>
                  <a:pt x="642" y="85"/>
                </a:lnTo>
                <a:lnTo>
                  <a:pt x="643" y="85"/>
                </a:lnTo>
                <a:lnTo>
                  <a:pt x="644" y="85"/>
                </a:lnTo>
                <a:lnTo>
                  <a:pt x="645" y="86"/>
                </a:lnTo>
                <a:lnTo>
                  <a:pt x="645" y="87"/>
                </a:lnTo>
                <a:lnTo>
                  <a:pt x="645" y="88"/>
                </a:lnTo>
                <a:lnTo>
                  <a:pt x="645" y="89"/>
                </a:lnTo>
                <a:lnTo>
                  <a:pt x="644" y="89"/>
                </a:lnTo>
                <a:lnTo>
                  <a:pt x="644" y="90"/>
                </a:lnTo>
                <a:lnTo>
                  <a:pt x="644" y="91"/>
                </a:lnTo>
                <a:lnTo>
                  <a:pt x="643" y="92"/>
                </a:lnTo>
                <a:lnTo>
                  <a:pt x="642" y="93"/>
                </a:lnTo>
                <a:lnTo>
                  <a:pt x="642" y="94"/>
                </a:lnTo>
                <a:lnTo>
                  <a:pt x="641" y="94"/>
                </a:lnTo>
                <a:lnTo>
                  <a:pt x="641" y="95"/>
                </a:lnTo>
                <a:lnTo>
                  <a:pt x="640" y="95"/>
                </a:lnTo>
                <a:lnTo>
                  <a:pt x="641" y="96"/>
                </a:lnTo>
                <a:lnTo>
                  <a:pt x="641" y="97"/>
                </a:lnTo>
                <a:lnTo>
                  <a:pt x="640" y="97"/>
                </a:lnTo>
                <a:lnTo>
                  <a:pt x="640" y="98"/>
                </a:lnTo>
                <a:lnTo>
                  <a:pt x="640" y="99"/>
                </a:lnTo>
                <a:lnTo>
                  <a:pt x="641" y="99"/>
                </a:lnTo>
                <a:lnTo>
                  <a:pt x="641" y="100"/>
                </a:lnTo>
                <a:lnTo>
                  <a:pt x="642" y="100"/>
                </a:lnTo>
                <a:lnTo>
                  <a:pt x="642" y="101"/>
                </a:lnTo>
                <a:lnTo>
                  <a:pt x="643" y="102"/>
                </a:lnTo>
                <a:lnTo>
                  <a:pt x="643" y="103"/>
                </a:lnTo>
                <a:lnTo>
                  <a:pt x="644" y="104"/>
                </a:lnTo>
                <a:lnTo>
                  <a:pt x="645" y="104"/>
                </a:lnTo>
                <a:lnTo>
                  <a:pt x="646" y="104"/>
                </a:lnTo>
                <a:lnTo>
                  <a:pt x="646" y="105"/>
                </a:lnTo>
                <a:lnTo>
                  <a:pt x="645" y="105"/>
                </a:lnTo>
                <a:lnTo>
                  <a:pt x="646" y="105"/>
                </a:lnTo>
                <a:lnTo>
                  <a:pt x="646" y="104"/>
                </a:lnTo>
                <a:lnTo>
                  <a:pt x="647" y="104"/>
                </a:lnTo>
                <a:lnTo>
                  <a:pt x="647" y="105"/>
                </a:lnTo>
                <a:lnTo>
                  <a:pt x="648" y="105"/>
                </a:lnTo>
                <a:lnTo>
                  <a:pt x="649" y="106"/>
                </a:lnTo>
                <a:lnTo>
                  <a:pt x="649" y="107"/>
                </a:lnTo>
                <a:lnTo>
                  <a:pt x="649" y="108"/>
                </a:lnTo>
                <a:lnTo>
                  <a:pt x="648" y="108"/>
                </a:lnTo>
                <a:lnTo>
                  <a:pt x="648" y="109"/>
                </a:lnTo>
                <a:lnTo>
                  <a:pt x="647" y="109"/>
                </a:lnTo>
                <a:lnTo>
                  <a:pt x="648" y="111"/>
                </a:lnTo>
                <a:lnTo>
                  <a:pt x="649" y="111"/>
                </a:lnTo>
                <a:lnTo>
                  <a:pt x="649" y="112"/>
                </a:lnTo>
                <a:lnTo>
                  <a:pt x="650" y="113"/>
                </a:lnTo>
                <a:lnTo>
                  <a:pt x="650" y="114"/>
                </a:lnTo>
                <a:lnTo>
                  <a:pt x="651" y="115"/>
                </a:lnTo>
                <a:lnTo>
                  <a:pt x="651" y="114"/>
                </a:lnTo>
                <a:lnTo>
                  <a:pt x="652" y="114"/>
                </a:lnTo>
                <a:lnTo>
                  <a:pt x="652" y="115"/>
                </a:lnTo>
                <a:lnTo>
                  <a:pt x="653" y="116"/>
                </a:lnTo>
                <a:lnTo>
                  <a:pt x="653" y="117"/>
                </a:lnTo>
                <a:lnTo>
                  <a:pt x="653" y="118"/>
                </a:lnTo>
                <a:lnTo>
                  <a:pt x="653" y="119"/>
                </a:lnTo>
                <a:lnTo>
                  <a:pt x="653" y="118"/>
                </a:lnTo>
                <a:lnTo>
                  <a:pt x="653" y="119"/>
                </a:lnTo>
                <a:lnTo>
                  <a:pt x="654" y="120"/>
                </a:lnTo>
                <a:lnTo>
                  <a:pt x="654" y="121"/>
                </a:lnTo>
                <a:lnTo>
                  <a:pt x="655" y="122"/>
                </a:lnTo>
                <a:lnTo>
                  <a:pt x="654" y="123"/>
                </a:lnTo>
                <a:lnTo>
                  <a:pt x="654" y="124"/>
                </a:lnTo>
                <a:lnTo>
                  <a:pt x="654" y="125"/>
                </a:lnTo>
                <a:lnTo>
                  <a:pt x="655" y="125"/>
                </a:lnTo>
                <a:lnTo>
                  <a:pt x="654" y="125"/>
                </a:lnTo>
                <a:lnTo>
                  <a:pt x="655" y="126"/>
                </a:lnTo>
                <a:lnTo>
                  <a:pt x="655" y="125"/>
                </a:lnTo>
                <a:lnTo>
                  <a:pt x="656" y="125"/>
                </a:lnTo>
                <a:lnTo>
                  <a:pt x="657" y="126"/>
                </a:lnTo>
                <a:lnTo>
                  <a:pt x="657" y="127"/>
                </a:lnTo>
                <a:lnTo>
                  <a:pt x="656" y="128"/>
                </a:lnTo>
                <a:lnTo>
                  <a:pt x="657" y="129"/>
                </a:lnTo>
                <a:lnTo>
                  <a:pt x="656" y="129"/>
                </a:lnTo>
                <a:lnTo>
                  <a:pt x="656" y="130"/>
                </a:lnTo>
                <a:lnTo>
                  <a:pt x="657" y="130"/>
                </a:lnTo>
                <a:lnTo>
                  <a:pt x="656" y="131"/>
                </a:lnTo>
                <a:lnTo>
                  <a:pt x="656" y="132"/>
                </a:lnTo>
                <a:lnTo>
                  <a:pt x="657" y="132"/>
                </a:lnTo>
                <a:lnTo>
                  <a:pt x="658" y="132"/>
                </a:lnTo>
                <a:lnTo>
                  <a:pt x="658" y="133"/>
                </a:lnTo>
                <a:lnTo>
                  <a:pt x="659" y="133"/>
                </a:lnTo>
                <a:lnTo>
                  <a:pt x="659" y="134"/>
                </a:lnTo>
                <a:lnTo>
                  <a:pt x="660" y="134"/>
                </a:lnTo>
                <a:lnTo>
                  <a:pt x="661" y="135"/>
                </a:lnTo>
                <a:lnTo>
                  <a:pt x="661" y="136"/>
                </a:lnTo>
                <a:lnTo>
                  <a:pt x="662" y="136"/>
                </a:lnTo>
                <a:lnTo>
                  <a:pt x="661" y="137"/>
                </a:lnTo>
                <a:lnTo>
                  <a:pt x="660" y="138"/>
                </a:lnTo>
                <a:lnTo>
                  <a:pt x="660" y="139"/>
                </a:lnTo>
                <a:lnTo>
                  <a:pt x="659" y="139"/>
                </a:lnTo>
                <a:lnTo>
                  <a:pt x="658" y="139"/>
                </a:lnTo>
                <a:lnTo>
                  <a:pt x="658" y="140"/>
                </a:lnTo>
                <a:lnTo>
                  <a:pt x="657" y="140"/>
                </a:lnTo>
                <a:lnTo>
                  <a:pt x="658" y="140"/>
                </a:lnTo>
                <a:lnTo>
                  <a:pt x="658" y="141"/>
                </a:lnTo>
                <a:lnTo>
                  <a:pt x="657" y="141"/>
                </a:lnTo>
                <a:lnTo>
                  <a:pt x="656" y="142"/>
                </a:lnTo>
                <a:lnTo>
                  <a:pt x="656" y="143"/>
                </a:lnTo>
                <a:lnTo>
                  <a:pt x="656" y="144"/>
                </a:lnTo>
                <a:lnTo>
                  <a:pt x="655" y="144"/>
                </a:lnTo>
                <a:lnTo>
                  <a:pt x="655" y="145"/>
                </a:lnTo>
                <a:lnTo>
                  <a:pt x="656" y="145"/>
                </a:lnTo>
                <a:lnTo>
                  <a:pt x="656" y="146"/>
                </a:lnTo>
                <a:lnTo>
                  <a:pt x="656" y="147"/>
                </a:lnTo>
                <a:lnTo>
                  <a:pt x="656" y="148"/>
                </a:lnTo>
                <a:lnTo>
                  <a:pt x="656" y="149"/>
                </a:lnTo>
                <a:lnTo>
                  <a:pt x="657" y="149"/>
                </a:lnTo>
                <a:lnTo>
                  <a:pt x="658" y="149"/>
                </a:lnTo>
                <a:lnTo>
                  <a:pt x="658" y="151"/>
                </a:lnTo>
                <a:lnTo>
                  <a:pt x="657" y="151"/>
                </a:lnTo>
                <a:lnTo>
                  <a:pt x="657" y="152"/>
                </a:lnTo>
                <a:lnTo>
                  <a:pt x="658" y="152"/>
                </a:lnTo>
                <a:lnTo>
                  <a:pt x="658" y="153"/>
                </a:lnTo>
                <a:lnTo>
                  <a:pt x="658" y="154"/>
                </a:lnTo>
                <a:lnTo>
                  <a:pt x="658" y="153"/>
                </a:lnTo>
                <a:lnTo>
                  <a:pt x="659" y="153"/>
                </a:lnTo>
                <a:lnTo>
                  <a:pt x="659" y="154"/>
                </a:lnTo>
                <a:lnTo>
                  <a:pt x="660" y="154"/>
                </a:lnTo>
                <a:lnTo>
                  <a:pt x="660" y="155"/>
                </a:lnTo>
                <a:lnTo>
                  <a:pt x="660" y="156"/>
                </a:lnTo>
                <a:lnTo>
                  <a:pt x="659" y="157"/>
                </a:lnTo>
                <a:lnTo>
                  <a:pt x="660" y="158"/>
                </a:lnTo>
                <a:lnTo>
                  <a:pt x="660" y="159"/>
                </a:lnTo>
                <a:lnTo>
                  <a:pt x="660" y="161"/>
                </a:lnTo>
                <a:lnTo>
                  <a:pt x="660" y="162"/>
                </a:lnTo>
                <a:lnTo>
                  <a:pt x="659" y="163"/>
                </a:lnTo>
                <a:lnTo>
                  <a:pt x="658" y="163"/>
                </a:lnTo>
                <a:lnTo>
                  <a:pt x="658" y="164"/>
                </a:lnTo>
                <a:lnTo>
                  <a:pt x="659" y="165"/>
                </a:lnTo>
                <a:lnTo>
                  <a:pt x="660" y="165"/>
                </a:lnTo>
                <a:lnTo>
                  <a:pt x="660" y="166"/>
                </a:lnTo>
                <a:lnTo>
                  <a:pt x="660" y="167"/>
                </a:lnTo>
                <a:lnTo>
                  <a:pt x="660" y="168"/>
                </a:lnTo>
                <a:lnTo>
                  <a:pt x="658" y="168"/>
                </a:lnTo>
                <a:lnTo>
                  <a:pt x="659" y="169"/>
                </a:lnTo>
                <a:lnTo>
                  <a:pt x="660" y="169"/>
                </a:lnTo>
                <a:lnTo>
                  <a:pt x="661" y="169"/>
                </a:lnTo>
                <a:lnTo>
                  <a:pt x="662" y="169"/>
                </a:lnTo>
                <a:lnTo>
                  <a:pt x="663" y="169"/>
                </a:lnTo>
                <a:lnTo>
                  <a:pt x="664" y="171"/>
                </a:lnTo>
                <a:lnTo>
                  <a:pt x="664" y="172"/>
                </a:lnTo>
                <a:lnTo>
                  <a:pt x="665" y="172"/>
                </a:lnTo>
                <a:lnTo>
                  <a:pt x="665" y="173"/>
                </a:lnTo>
                <a:lnTo>
                  <a:pt x="665" y="174"/>
                </a:lnTo>
                <a:lnTo>
                  <a:pt x="664" y="174"/>
                </a:lnTo>
                <a:lnTo>
                  <a:pt x="664" y="175"/>
                </a:lnTo>
                <a:lnTo>
                  <a:pt x="665" y="175"/>
                </a:lnTo>
                <a:lnTo>
                  <a:pt x="665" y="176"/>
                </a:lnTo>
                <a:lnTo>
                  <a:pt x="665" y="177"/>
                </a:lnTo>
                <a:lnTo>
                  <a:pt x="666" y="178"/>
                </a:lnTo>
                <a:lnTo>
                  <a:pt x="666" y="180"/>
                </a:lnTo>
                <a:lnTo>
                  <a:pt x="666" y="181"/>
                </a:lnTo>
                <a:lnTo>
                  <a:pt x="667" y="182"/>
                </a:lnTo>
                <a:lnTo>
                  <a:pt x="666" y="183"/>
                </a:lnTo>
                <a:lnTo>
                  <a:pt x="667" y="184"/>
                </a:lnTo>
                <a:lnTo>
                  <a:pt x="666" y="184"/>
                </a:lnTo>
                <a:lnTo>
                  <a:pt x="666" y="185"/>
                </a:lnTo>
                <a:lnTo>
                  <a:pt x="667" y="187"/>
                </a:lnTo>
                <a:lnTo>
                  <a:pt x="668" y="187"/>
                </a:lnTo>
                <a:lnTo>
                  <a:pt x="669" y="188"/>
                </a:lnTo>
                <a:lnTo>
                  <a:pt x="669" y="187"/>
                </a:lnTo>
                <a:lnTo>
                  <a:pt x="669" y="188"/>
                </a:lnTo>
                <a:lnTo>
                  <a:pt x="670" y="188"/>
                </a:lnTo>
                <a:lnTo>
                  <a:pt x="669" y="188"/>
                </a:lnTo>
                <a:lnTo>
                  <a:pt x="670" y="189"/>
                </a:lnTo>
                <a:lnTo>
                  <a:pt x="671" y="189"/>
                </a:lnTo>
                <a:lnTo>
                  <a:pt x="673" y="190"/>
                </a:lnTo>
                <a:lnTo>
                  <a:pt x="673" y="191"/>
                </a:lnTo>
                <a:lnTo>
                  <a:pt x="674" y="191"/>
                </a:lnTo>
                <a:lnTo>
                  <a:pt x="674" y="190"/>
                </a:lnTo>
                <a:lnTo>
                  <a:pt x="675" y="190"/>
                </a:lnTo>
                <a:lnTo>
                  <a:pt x="676" y="191"/>
                </a:lnTo>
                <a:lnTo>
                  <a:pt x="676" y="192"/>
                </a:lnTo>
                <a:lnTo>
                  <a:pt x="677" y="192"/>
                </a:lnTo>
                <a:lnTo>
                  <a:pt x="678" y="192"/>
                </a:lnTo>
                <a:lnTo>
                  <a:pt x="679" y="193"/>
                </a:lnTo>
                <a:lnTo>
                  <a:pt x="679" y="194"/>
                </a:lnTo>
                <a:lnTo>
                  <a:pt x="677" y="195"/>
                </a:lnTo>
                <a:lnTo>
                  <a:pt x="676" y="196"/>
                </a:lnTo>
                <a:lnTo>
                  <a:pt x="675" y="197"/>
                </a:lnTo>
                <a:lnTo>
                  <a:pt x="674" y="198"/>
                </a:lnTo>
                <a:lnTo>
                  <a:pt x="674" y="199"/>
                </a:lnTo>
                <a:lnTo>
                  <a:pt x="673" y="199"/>
                </a:lnTo>
                <a:lnTo>
                  <a:pt x="672" y="199"/>
                </a:lnTo>
                <a:lnTo>
                  <a:pt x="671" y="200"/>
                </a:lnTo>
                <a:lnTo>
                  <a:pt x="670" y="201"/>
                </a:lnTo>
                <a:lnTo>
                  <a:pt x="670" y="202"/>
                </a:lnTo>
                <a:lnTo>
                  <a:pt x="670" y="201"/>
                </a:lnTo>
                <a:lnTo>
                  <a:pt x="669" y="201"/>
                </a:lnTo>
                <a:lnTo>
                  <a:pt x="669" y="200"/>
                </a:lnTo>
                <a:lnTo>
                  <a:pt x="670" y="200"/>
                </a:lnTo>
                <a:lnTo>
                  <a:pt x="670" y="199"/>
                </a:lnTo>
                <a:lnTo>
                  <a:pt x="669" y="198"/>
                </a:lnTo>
                <a:lnTo>
                  <a:pt x="670" y="198"/>
                </a:lnTo>
                <a:lnTo>
                  <a:pt x="670" y="197"/>
                </a:lnTo>
                <a:lnTo>
                  <a:pt x="669" y="196"/>
                </a:lnTo>
                <a:lnTo>
                  <a:pt x="669" y="195"/>
                </a:lnTo>
                <a:lnTo>
                  <a:pt x="669" y="194"/>
                </a:lnTo>
                <a:lnTo>
                  <a:pt x="667" y="194"/>
                </a:lnTo>
                <a:lnTo>
                  <a:pt x="666" y="194"/>
                </a:lnTo>
                <a:lnTo>
                  <a:pt x="665" y="194"/>
                </a:lnTo>
                <a:lnTo>
                  <a:pt x="665" y="193"/>
                </a:lnTo>
                <a:lnTo>
                  <a:pt x="665" y="194"/>
                </a:lnTo>
                <a:lnTo>
                  <a:pt x="664" y="194"/>
                </a:lnTo>
                <a:lnTo>
                  <a:pt x="663" y="194"/>
                </a:lnTo>
                <a:lnTo>
                  <a:pt x="662" y="193"/>
                </a:lnTo>
                <a:lnTo>
                  <a:pt x="661" y="193"/>
                </a:lnTo>
                <a:lnTo>
                  <a:pt x="660" y="194"/>
                </a:lnTo>
                <a:lnTo>
                  <a:pt x="659" y="195"/>
                </a:lnTo>
                <a:lnTo>
                  <a:pt x="659" y="196"/>
                </a:lnTo>
                <a:lnTo>
                  <a:pt x="660" y="196"/>
                </a:lnTo>
                <a:lnTo>
                  <a:pt x="660" y="197"/>
                </a:lnTo>
                <a:lnTo>
                  <a:pt x="660" y="198"/>
                </a:lnTo>
                <a:lnTo>
                  <a:pt x="659" y="198"/>
                </a:lnTo>
                <a:lnTo>
                  <a:pt x="659" y="199"/>
                </a:lnTo>
                <a:lnTo>
                  <a:pt x="659" y="200"/>
                </a:lnTo>
                <a:lnTo>
                  <a:pt x="659" y="201"/>
                </a:lnTo>
                <a:lnTo>
                  <a:pt x="660" y="201"/>
                </a:lnTo>
                <a:lnTo>
                  <a:pt x="660" y="200"/>
                </a:lnTo>
                <a:lnTo>
                  <a:pt x="661" y="200"/>
                </a:lnTo>
                <a:lnTo>
                  <a:pt x="662" y="200"/>
                </a:lnTo>
                <a:lnTo>
                  <a:pt x="662" y="199"/>
                </a:lnTo>
                <a:lnTo>
                  <a:pt x="663" y="199"/>
                </a:lnTo>
                <a:lnTo>
                  <a:pt x="664" y="199"/>
                </a:lnTo>
                <a:lnTo>
                  <a:pt x="664" y="200"/>
                </a:lnTo>
                <a:lnTo>
                  <a:pt x="664" y="201"/>
                </a:lnTo>
                <a:lnTo>
                  <a:pt x="663" y="201"/>
                </a:lnTo>
                <a:lnTo>
                  <a:pt x="662" y="201"/>
                </a:lnTo>
                <a:lnTo>
                  <a:pt x="662" y="202"/>
                </a:lnTo>
                <a:lnTo>
                  <a:pt x="662" y="203"/>
                </a:lnTo>
                <a:lnTo>
                  <a:pt x="662" y="204"/>
                </a:lnTo>
                <a:lnTo>
                  <a:pt x="662" y="205"/>
                </a:lnTo>
                <a:lnTo>
                  <a:pt x="661" y="205"/>
                </a:lnTo>
                <a:lnTo>
                  <a:pt x="660" y="205"/>
                </a:lnTo>
                <a:lnTo>
                  <a:pt x="659" y="205"/>
                </a:lnTo>
                <a:lnTo>
                  <a:pt x="659" y="204"/>
                </a:lnTo>
                <a:lnTo>
                  <a:pt x="658" y="204"/>
                </a:lnTo>
                <a:lnTo>
                  <a:pt x="657" y="204"/>
                </a:lnTo>
                <a:lnTo>
                  <a:pt x="656" y="203"/>
                </a:lnTo>
                <a:lnTo>
                  <a:pt x="656" y="202"/>
                </a:lnTo>
                <a:lnTo>
                  <a:pt x="657" y="202"/>
                </a:lnTo>
                <a:lnTo>
                  <a:pt x="658" y="202"/>
                </a:lnTo>
                <a:lnTo>
                  <a:pt x="659" y="202"/>
                </a:lnTo>
                <a:lnTo>
                  <a:pt x="658" y="202"/>
                </a:lnTo>
                <a:lnTo>
                  <a:pt x="657" y="202"/>
                </a:lnTo>
                <a:lnTo>
                  <a:pt x="657" y="201"/>
                </a:lnTo>
                <a:lnTo>
                  <a:pt x="657" y="202"/>
                </a:lnTo>
                <a:lnTo>
                  <a:pt x="656" y="202"/>
                </a:lnTo>
                <a:lnTo>
                  <a:pt x="655" y="202"/>
                </a:lnTo>
                <a:lnTo>
                  <a:pt x="655" y="201"/>
                </a:lnTo>
                <a:lnTo>
                  <a:pt x="653" y="200"/>
                </a:lnTo>
                <a:lnTo>
                  <a:pt x="652" y="200"/>
                </a:lnTo>
                <a:lnTo>
                  <a:pt x="651" y="201"/>
                </a:lnTo>
                <a:lnTo>
                  <a:pt x="652" y="201"/>
                </a:lnTo>
                <a:lnTo>
                  <a:pt x="653" y="202"/>
                </a:lnTo>
                <a:lnTo>
                  <a:pt x="652" y="203"/>
                </a:lnTo>
                <a:lnTo>
                  <a:pt x="651" y="206"/>
                </a:lnTo>
                <a:lnTo>
                  <a:pt x="650" y="206"/>
                </a:lnTo>
                <a:lnTo>
                  <a:pt x="650" y="207"/>
                </a:lnTo>
                <a:lnTo>
                  <a:pt x="650" y="208"/>
                </a:lnTo>
                <a:lnTo>
                  <a:pt x="650" y="209"/>
                </a:lnTo>
                <a:lnTo>
                  <a:pt x="651" y="209"/>
                </a:lnTo>
                <a:lnTo>
                  <a:pt x="651" y="210"/>
                </a:lnTo>
                <a:lnTo>
                  <a:pt x="650" y="210"/>
                </a:lnTo>
                <a:lnTo>
                  <a:pt x="649" y="210"/>
                </a:lnTo>
                <a:lnTo>
                  <a:pt x="648" y="210"/>
                </a:lnTo>
                <a:lnTo>
                  <a:pt x="647" y="210"/>
                </a:lnTo>
                <a:lnTo>
                  <a:pt x="647" y="211"/>
                </a:lnTo>
                <a:lnTo>
                  <a:pt x="646" y="210"/>
                </a:lnTo>
                <a:lnTo>
                  <a:pt x="646" y="211"/>
                </a:lnTo>
                <a:lnTo>
                  <a:pt x="647" y="211"/>
                </a:lnTo>
                <a:lnTo>
                  <a:pt x="648" y="211"/>
                </a:lnTo>
                <a:lnTo>
                  <a:pt x="649" y="211"/>
                </a:lnTo>
                <a:lnTo>
                  <a:pt x="650" y="212"/>
                </a:lnTo>
                <a:lnTo>
                  <a:pt x="650" y="213"/>
                </a:lnTo>
                <a:lnTo>
                  <a:pt x="650" y="214"/>
                </a:lnTo>
                <a:lnTo>
                  <a:pt x="650" y="215"/>
                </a:lnTo>
                <a:lnTo>
                  <a:pt x="650" y="214"/>
                </a:lnTo>
                <a:lnTo>
                  <a:pt x="650" y="215"/>
                </a:lnTo>
                <a:lnTo>
                  <a:pt x="649" y="215"/>
                </a:lnTo>
                <a:lnTo>
                  <a:pt x="648" y="215"/>
                </a:lnTo>
                <a:lnTo>
                  <a:pt x="648" y="216"/>
                </a:lnTo>
                <a:lnTo>
                  <a:pt x="647" y="217"/>
                </a:lnTo>
                <a:lnTo>
                  <a:pt x="647" y="218"/>
                </a:lnTo>
                <a:lnTo>
                  <a:pt x="646" y="217"/>
                </a:lnTo>
                <a:lnTo>
                  <a:pt x="646" y="216"/>
                </a:lnTo>
                <a:lnTo>
                  <a:pt x="645" y="216"/>
                </a:lnTo>
                <a:lnTo>
                  <a:pt x="645" y="217"/>
                </a:lnTo>
                <a:lnTo>
                  <a:pt x="645" y="218"/>
                </a:lnTo>
                <a:lnTo>
                  <a:pt x="646" y="219"/>
                </a:lnTo>
                <a:lnTo>
                  <a:pt x="645" y="220"/>
                </a:lnTo>
                <a:lnTo>
                  <a:pt x="644" y="221"/>
                </a:lnTo>
                <a:lnTo>
                  <a:pt x="644" y="222"/>
                </a:lnTo>
                <a:lnTo>
                  <a:pt x="643" y="223"/>
                </a:lnTo>
                <a:lnTo>
                  <a:pt x="643" y="224"/>
                </a:lnTo>
                <a:lnTo>
                  <a:pt x="642" y="224"/>
                </a:lnTo>
                <a:lnTo>
                  <a:pt x="641" y="223"/>
                </a:lnTo>
                <a:lnTo>
                  <a:pt x="641" y="224"/>
                </a:lnTo>
                <a:lnTo>
                  <a:pt x="641" y="225"/>
                </a:lnTo>
                <a:lnTo>
                  <a:pt x="641" y="226"/>
                </a:lnTo>
                <a:lnTo>
                  <a:pt x="640" y="226"/>
                </a:lnTo>
                <a:lnTo>
                  <a:pt x="641" y="226"/>
                </a:lnTo>
                <a:lnTo>
                  <a:pt x="642" y="227"/>
                </a:lnTo>
                <a:lnTo>
                  <a:pt x="642" y="230"/>
                </a:lnTo>
                <a:lnTo>
                  <a:pt x="642" y="231"/>
                </a:lnTo>
                <a:lnTo>
                  <a:pt x="642" y="232"/>
                </a:lnTo>
                <a:lnTo>
                  <a:pt x="643" y="232"/>
                </a:lnTo>
                <a:lnTo>
                  <a:pt x="643" y="233"/>
                </a:lnTo>
                <a:lnTo>
                  <a:pt x="644" y="233"/>
                </a:lnTo>
                <a:lnTo>
                  <a:pt x="645" y="233"/>
                </a:lnTo>
                <a:lnTo>
                  <a:pt x="644" y="233"/>
                </a:lnTo>
                <a:lnTo>
                  <a:pt x="644" y="234"/>
                </a:lnTo>
                <a:lnTo>
                  <a:pt x="644" y="235"/>
                </a:lnTo>
                <a:lnTo>
                  <a:pt x="644" y="236"/>
                </a:lnTo>
                <a:lnTo>
                  <a:pt x="643" y="236"/>
                </a:lnTo>
                <a:lnTo>
                  <a:pt x="643" y="235"/>
                </a:lnTo>
                <a:lnTo>
                  <a:pt x="642" y="235"/>
                </a:lnTo>
                <a:lnTo>
                  <a:pt x="642" y="234"/>
                </a:lnTo>
                <a:lnTo>
                  <a:pt x="641" y="234"/>
                </a:lnTo>
                <a:lnTo>
                  <a:pt x="640" y="233"/>
                </a:lnTo>
                <a:lnTo>
                  <a:pt x="640" y="232"/>
                </a:lnTo>
                <a:lnTo>
                  <a:pt x="640" y="231"/>
                </a:lnTo>
                <a:lnTo>
                  <a:pt x="639" y="231"/>
                </a:lnTo>
                <a:lnTo>
                  <a:pt x="638" y="230"/>
                </a:lnTo>
                <a:lnTo>
                  <a:pt x="637" y="230"/>
                </a:lnTo>
                <a:lnTo>
                  <a:pt x="637" y="231"/>
                </a:lnTo>
                <a:lnTo>
                  <a:pt x="638" y="231"/>
                </a:lnTo>
                <a:lnTo>
                  <a:pt x="639" y="231"/>
                </a:lnTo>
                <a:lnTo>
                  <a:pt x="639" y="232"/>
                </a:lnTo>
                <a:lnTo>
                  <a:pt x="638" y="232"/>
                </a:lnTo>
                <a:lnTo>
                  <a:pt x="637" y="232"/>
                </a:lnTo>
                <a:lnTo>
                  <a:pt x="636" y="233"/>
                </a:lnTo>
                <a:lnTo>
                  <a:pt x="635" y="233"/>
                </a:lnTo>
                <a:lnTo>
                  <a:pt x="634" y="234"/>
                </a:lnTo>
                <a:lnTo>
                  <a:pt x="632" y="235"/>
                </a:lnTo>
                <a:lnTo>
                  <a:pt x="631" y="236"/>
                </a:lnTo>
                <a:lnTo>
                  <a:pt x="631" y="237"/>
                </a:lnTo>
                <a:lnTo>
                  <a:pt x="631" y="238"/>
                </a:lnTo>
                <a:lnTo>
                  <a:pt x="630" y="240"/>
                </a:lnTo>
                <a:lnTo>
                  <a:pt x="629" y="240"/>
                </a:lnTo>
                <a:lnTo>
                  <a:pt x="628" y="239"/>
                </a:lnTo>
                <a:lnTo>
                  <a:pt x="627" y="238"/>
                </a:lnTo>
                <a:lnTo>
                  <a:pt x="627" y="239"/>
                </a:lnTo>
                <a:lnTo>
                  <a:pt x="626" y="239"/>
                </a:lnTo>
                <a:lnTo>
                  <a:pt x="626" y="238"/>
                </a:lnTo>
                <a:lnTo>
                  <a:pt x="626" y="237"/>
                </a:lnTo>
                <a:lnTo>
                  <a:pt x="627" y="237"/>
                </a:lnTo>
                <a:lnTo>
                  <a:pt x="627" y="235"/>
                </a:lnTo>
                <a:lnTo>
                  <a:pt x="626" y="235"/>
                </a:lnTo>
                <a:lnTo>
                  <a:pt x="627" y="235"/>
                </a:lnTo>
                <a:lnTo>
                  <a:pt x="627" y="236"/>
                </a:lnTo>
                <a:lnTo>
                  <a:pt x="626" y="236"/>
                </a:lnTo>
                <a:lnTo>
                  <a:pt x="626" y="237"/>
                </a:lnTo>
                <a:lnTo>
                  <a:pt x="625" y="238"/>
                </a:lnTo>
                <a:lnTo>
                  <a:pt x="624" y="238"/>
                </a:lnTo>
                <a:lnTo>
                  <a:pt x="623" y="238"/>
                </a:lnTo>
                <a:lnTo>
                  <a:pt x="622" y="240"/>
                </a:lnTo>
                <a:lnTo>
                  <a:pt x="621" y="241"/>
                </a:lnTo>
                <a:lnTo>
                  <a:pt x="621" y="242"/>
                </a:lnTo>
                <a:lnTo>
                  <a:pt x="620" y="242"/>
                </a:lnTo>
                <a:lnTo>
                  <a:pt x="620" y="243"/>
                </a:lnTo>
                <a:lnTo>
                  <a:pt x="620" y="244"/>
                </a:lnTo>
                <a:lnTo>
                  <a:pt x="620" y="245"/>
                </a:lnTo>
                <a:lnTo>
                  <a:pt x="619" y="245"/>
                </a:lnTo>
                <a:lnTo>
                  <a:pt x="619" y="246"/>
                </a:lnTo>
                <a:lnTo>
                  <a:pt x="620" y="247"/>
                </a:lnTo>
                <a:lnTo>
                  <a:pt x="621" y="248"/>
                </a:lnTo>
                <a:lnTo>
                  <a:pt x="621" y="249"/>
                </a:lnTo>
                <a:lnTo>
                  <a:pt x="621" y="250"/>
                </a:lnTo>
                <a:lnTo>
                  <a:pt x="621" y="251"/>
                </a:lnTo>
                <a:lnTo>
                  <a:pt x="621" y="252"/>
                </a:lnTo>
                <a:lnTo>
                  <a:pt x="621" y="253"/>
                </a:lnTo>
                <a:lnTo>
                  <a:pt x="621" y="254"/>
                </a:lnTo>
                <a:lnTo>
                  <a:pt x="622" y="255"/>
                </a:lnTo>
                <a:lnTo>
                  <a:pt x="622" y="256"/>
                </a:lnTo>
                <a:lnTo>
                  <a:pt x="621" y="256"/>
                </a:lnTo>
                <a:lnTo>
                  <a:pt x="622" y="257"/>
                </a:lnTo>
                <a:lnTo>
                  <a:pt x="621" y="257"/>
                </a:lnTo>
                <a:lnTo>
                  <a:pt x="620" y="257"/>
                </a:lnTo>
                <a:lnTo>
                  <a:pt x="619" y="257"/>
                </a:lnTo>
                <a:lnTo>
                  <a:pt x="618" y="257"/>
                </a:lnTo>
                <a:lnTo>
                  <a:pt x="618" y="258"/>
                </a:lnTo>
                <a:lnTo>
                  <a:pt x="618" y="259"/>
                </a:lnTo>
                <a:lnTo>
                  <a:pt x="618" y="260"/>
                </a:lnTo>
                <a:lnTo>
                  <a:pt x="618" y="261"/>
                </a:lnTo>
                <a:lnTo>
                  <a:pt x="617" y="261"/>
                </a:lnTo>
                <a:lnTo>
                  <a:pt x="617" y="262"/>
                </a:lnTo>
                <a:lnTo>
                  <a:pt x="617" y="263"/>
                </a:lnTo>
                <a:lnTo>
                  <a:pt x="616" y="263"/>
                </a:lnTo>
                <a:lnTo>
                  <a:pt x="616" y="264"/>
                </a:lnTo>
                <a:lnTo>
                  <a:pt x="615" y="264"/>
                </a:lnTo>
                <a:lnTo>
                  <a:pt x="615" y="263"/>
                </a:lnTo>
                <a:lnTo>
                  <a:pt x="614" y="263"/>
                </a:lnTo>
                <a:lnTo>
                  <a:pt x="613" y="263"/>
                </a:lnTo>
                <a:lnTo>
                  <a:pt x="613" y="262"/>
                </a:lnTo>
                <a:lnTo>
                  <a:pt x="612" y="262"/>
                </a:lnTo>
                <a:lnTo>
                  <a:pt x="611" y="263"/>
                </a:lnTo>
                <a:lnTo>
                  <a:pt x="610" y="264"/>
                </a:lnTo>
                <a:lnTo>
                  <a:pt x="609" y="264"/>
                </a:lnTo>
                <a:lnTo>
                  <a:pt x="608" y="264"/>
                </a:lnTo>
                <a:lnTo>
                  <a:pt x="607" y="264"/>
                </a:lnTo>
                <a:lnTo>
                  <a:pt x="606" y="264"/>
                </a:lnTo>
                <a:lnTo>
                  <a:pt x="606" y="265"/>
                </a:lnTo>
                <a:lnTo>
                  <a:pt x="605" y="264"/>
                </a:lnTo>
                <a:lnTo>
                  <a:pt x="604" y="264"/>
                </a:lnTo>
                <a:lnTo>
                  <a:pt x="603" y="264"/>
                </a:lnTo>
                <a:lnTo>
                  <a:pt x="603" y="263"/>
                </a:lnTo>
                <a:lnTo>
                  <a:pt x="602" y="263"/>
                </a:lnTo>
                <a:lnTo>
                  <a:pt x="601" y="263"/>
                </a:lnTo>
                <a:lnTo>
                  <a:pt x="601" y="262"/>
                </a:lnTo>
                <a:lnTo>
                  <a:pt x="600" y="261"/>
                </a:lnTo>
                <a:lnTo>
                  <a:pt x="599" y="261"/>
                </a:lnTo>
                <a:lnTo>
                  <a:pt x="598" y="261"/>
                </a:lnTo>
                <a:lnTo>
                  <a:pt x="597" y="262"/>
                </a:lnTo>
                <a:lnTo>
                  <a:pt x="596" y="262"/>
                </a:lnTo>
                <a:lnTo>
                  <a:pt x="595" y="263"/>
                </a:lnTo>
                <a:lnTo>
                  <a:pt x="594" y="263"/>
                </a:lnTo>
                <a:lnTo>
                  <a:pt x="594" y="264"/>
                </a:lnTo>
                <a:lnTo>
                  <a:pt x="593" y="264"/>
                </a:lnTo>
                <a:lnTo>
                  <a:pt x="592" y="265"/>
                </a:lnTo>
                <a:lnTo>
                  <a:pt x="590" y="266"/>
                </a:lnTo>
                <a:lnTo>
                  <a:pt x="590" y="267"/>
                </a:lnTo>
                <a:lnTo>
                  <a:pt x="589" y="268"/>
                </a:lnTo>
                <a:lnTo>
                  <a:pt x="588" y="270"/>
                </a:lnTo>
                <a:lnTo>
                  <a:pt x="587" y="270"/>
                </a:lnTo>
                <a:lnTo>
                  <a:pt x="587" y="271"/>
                </a:lnTo>
                <a:lnTo>
                  <a:pt x="584" y="273"/>
                </a:lnTo>
                <a:lnTo>
                  <a:pt x="584" y="274"/>
                </a:lnTo>
                <a:lnTo>
                  <a:pt x="583" y="274"/>
                </a:lnTo>
                <a:lnTo>
                  <a:pt x="582" y="274"/>
                </a:lnTo>
                <a:lnTo>
                  <a:pt x="581" y="274"/>
                </a:lnTo>
                <a:lnTo>
                  <a:pt x="581" y="275"/>
                </a:lnTo>
                <a:lnTo>
                  <a:pt x="580" y="275"/>
                </a:lnTo>
                <a:lnTo>
                  <a:pt x="580" y="276"/>
                </a:lnTo>
                <a:lnTo>
                  <a:pt x="579" y="275"/>
                </a:lnTo>
                <a:lnTo>
                  <a:pt x="579" y="274"/>
                </a:lnTo>
                <a:lnTo>
                  <a:pt x="579" y="273"/>
                </a:lnTo>
                <a:lnTo>
                  <a:pt x="578" y="273"/>
                </a:lnTo>
                <a:lnTo>
                  <a:pt x="577" y="273"/>
                </a:lnTo>
                <a:lnTo>
                  <a:pt x="575" y="273"/>
                </a:lnTo>
                <a:lnTo>
                  <a:pt x="574" y="273"/>
                </a:lnTo>
                <a:lnTo>
                  <a:pt x="573" y="273"/>
                </a:lnTo>
                <a:lnTo>
                  <a:pt x="573" y="274"/>
                </a:lnTo>
                <a:lnTo>
                  <a:pt x="572" y="274"/>
                </a:lnTo>
                <a:lnTo>
                  <a:pt x="571" y="274"/>
                </a:lnTo>
                <a:lnTo>
                  <a:pt x="570" y="274"/>
                </a:lnTo>
                <a:lnTo>
                  <a:pt x="570" y="275"/>
                </a:lnTo>
                <a:lnTo>
                  <a:pt x="569" y="275"/>
                </a:lnTo>
                <a:lnTo>
                  <a:pt x="569" y="276"/>
                </a:lnTo>
                <a:lnTo>
                  <a:pt x="568" y="276"/>
                </a:lnTo>
                <a:lnTo>
                  <a:pt x="568" y="277"/>
                </a:lnTo>
                <a:lnTo>
                  <a:pt x="567" y="277"/>
                </a:lnTo>
                <a:lnTo>
                  <a:pt x="567" y="276"/>
                </a:lnTo>
                <a:lnTo>
                  <a:pt x="566" y="277"/>
                </a:lnTo>
                <a:lnTo>
                  <a:pt x="565" y="277"/>
                </a:lnTo>
                <a:lnTo>
                  <a:pt x="564" y="277"/>
                </a:lnTo>
                <a:lnTo>
                  <a:pt x="564" y="278"/>
                </a:lnTo>
                <a:lnTo>
                  <a:pt x="563" y="278"/>
                </a:lnTo>
                <a:lnTo>
                  <a:pt x="563" y="279"/>
                </a:lnTo>
                <a:lnTo>
                  <a:pt x="562" y="279"/>
                </a:lnTo>
                <a:lnTo>
                  <a:pt x="562" y="278"/>
                </a:lnTo>
                <a:lnTo>
                  <a:pt x="561" y="278"/>
                </a:lnTo>
                <a:lnTo>
                  <a:pt x="560" y="278"/>
                </a:lnTo>
                <a:lnTo>
                  <a:pt x="559" y="279"/>
                </a:lnTo>
                <a:lnTo>
                  <a:pt x="558" y="279"/>
                </a:lnTo>
                <a:lnTo>
                  <a:pt x="558" y="280"/>
                </a:lnTo>
                <a:lnTo>
                  <a:pt x="557" y="280"/>
                </a:lnTo>
                <a:lnTo>
                  <a:pt x="556" y="282"/>
                </a:lnTo>
                <a:lnTo>
                  <a:pt x="555" y="284"/>
                </a:lnTo>
                <a:lnTo>
                  <a:pt x="554" y="284"/>
                </a:lnTo>
                <a:lnTo>
                  <a:pt x="554" y="283"/>
                </a:lnTo>
                <a:lnTo>
                  <a:pt x="553" y="283"/>
                </a:lnTo>
                <a:lnTo>
                  <a:pt x="553" y="282"/>
                </a:lnTo>
                <a:lnTo>
                  <a:pt x="553" y="281"/>
                </a:lnTo>
                <a:lnTo>
                  <a:pt x="553" y="280"/>
                </a:lnTo>
                <a:lnTo>
                  <a:pt x="553" y="279"/>
                </a:lnTo>
                <a:lnTo>
                  <a:pt x="554" y="279"/>
                </a:lnTo>
                <a:lnTo>
                  <a:pt x="554" y="278"/>
                </a:lnTo>
                <a:lnTo>
                  <a:pt x="553" y="278"/>
                </a:lnTo>
                <a:lnTo>
                  <a:pt x="553" y="277"/>
                </a:lnTo>
                <a:lnTo>
                  <a:pt x="553" y="276"/>
                </a:lnTo>
                <a:lnTo>
                  <a:pt x="552" y="276"/>
                </a:lnTo>
                <a:lnTo>
                  <a:pt x="553" y="276"/>
                </a:lnTo>
                <a:lnTo>
                  <a:pt x="554" y="276"/>
                </a:lnTo>
                <a:lnTo>
                  <a:pt x="554" y="277"/>
                </a:lnTo>
                <a:lnTo>
                  <a:pt x="555" y="277"/>
                </a:lnTo>
                <a:lnTo>
                  <a:pt x="554" y="276"/>
                </a:lnTo>
                <a:lnTo>
                  <a:pt x="553" y="276"/>
                </a:lnTo>
                <a:lnTo>
                  <a:pt x="553" y="275"/>
                </a:lnTo>
                <a:lnTo>
                  <a:pt x="552" y="275"/>
                </a:lnTo>
                <a:lnTo>
                  <a:pt x="551" y="274"/>
                </a:lnTo>
                <a:lnTo>
                  <a:pt x="549" y="273"/>
                </a:lnTo>
                <a:lnTo>
                  <a:pt x="548" y="273"/>
                </a:lnTo>
                <a:lnTo>
                  <a:pt x="547" y="273"/>
                </a:lnTo>
                <a:lnTo>
                  <a:pt x="547" y="272"/>
                </a:lnTo>
                <a:lnTo>
                  <a:pt x="546" y="272"/>
                </a:lnTo>
                <a:lnTo>
                  <a:pt x="545" y="273"/>
                </a:lnTo>
                <a:lnTo>
                  <a:pt x="544" y="273"/>
                </a:lnTo>
                <a:lnTo>
                  <a:pt x="544" y="272"/>
                </a:lnTo>
                <a:lnTo>
                  <a:pt x="544" y="271"/>
                </a:lnTo>
                <a:lnTo>
                  <a:pt x="544" y="270"/>
                </a:lnTo>
                <a:lnTo>
                  <a:pt x="543" y="270"/>
                </a:lnTo>
                <a:lnTo>
                  <a:pt x="542" y="270"/>
                </a:lnTo>
                <a:lnTo>
                  <a:pt x="541" y="270"/>
                </a:lnTo>
                <a:lnTo>
                  <a:pt x="540" y="270"/>
                </a:lnTo>
                <a:lnTo>
                  <a:pt x="538" y="271"/>
                </a:lnTo>
                <a:lnTo>
                  <a:pt x="537" y="271"/>
                </a:lnTo>
                <a:lnTo>
                  <a:pt x="536" y="271"/>
                </a:lnTo>
                <a:lnTo>
                  <a:pt x="537" y="271"/>
                </a:lnTo>
                <a:lnTo>
                  <a:pt x="536" y="271"/>
                </a:lnTo>
                <a:lnTo>
                  <a:pt x="536" y="272"/>
                </a:lnTo>
                <a:lnTo>
                  <a:pt x="535" y="272"/>
                </a:lnTo>
                <a:lnTo>
                  <a:pt x="535" y="273"/>
                </a:lnTo>
                <a:lnTo>
                  <a:pt x="534" y="273"/>
                </a:lnTo>
                <a:lnTo>
                  <a:pt x="533" y="274"/>
                </a:lnTo>
                <a:lnTo>
                  <a:pt x="532" y="275"/>
                </a:lnTo>
                <a:lnTo>
                  <a:pt x="532" y="276"/>
                </a:lnTo>
                <a:lnTo>
                  <a:pt x="531" y="276"/>
                </a:lnTo>
                <a:lnTo>
                  <a:pt x="532" y="277"/>
                </a:lnTo>
                <a:lnTo>
                  <a:pt x="531" y="278"/>
                </a:lnTo>
                <a:lnTo>
                  <a:pt x="530" y="278"/>
                </a:lnTo>
                <a:lnTo>
                  <a:pt x="530" y="279"/>
                </a:lnTo>
                <a:lnTo>
                  <a:pt x="530" y="280"/>
                </a:lnTo>
                <a:lnTo>
                  <a:pt x="529" y="280"/>
                </a:lnTo>
                <a:lnTo>
                  <a:pt x="529" y="281"/>
                </a:lnTo>
                <a:lnTo>
                  <a:pt x="529" y="282"/>
                </a:lnTo>
                <a:lnTo>
                  <a:pt x="528" y="282"/>
                </a:lnTo>
                <a:lnTo>
                  <a:pt x="528" y="283"/>
                </a:lnTo>
                <a:lnTo>
                  <a:pt x="529" y="283"/>
                </a:lnTo>
                <a:lnTo>
                  <a:pt x="529" y="284"/>
                </a:lnTo>
                <a:lnTo>
                  <a:pt x="529" y="285"/>
                </a:lnTo>
                <a:lnTo>
                  <a:pt x="530" y="286"/>
                </a:lnTo>
                <a:lnTo>
                  <a:pt x="531" y="286"/>
                </a:lnTo>
                <a:lnTo>
                  <a:pt x="531" y="285"/>
                </a:lnTo>
                <a:lnTo>
                  <a:pt x="532" y="284"/>
                </a:lnTo>
                <a:lnTo>
                  <a:pt x="531" y="283"/>
                </a:lnTo>
                <a:lnTo>
                  <a:pt x="531" y="284"/>
                </a:lnTo>
                <a:lnTo>
                  <a:pt x="531" y="283"/>
                </a:lnTo>
                <a:lnTo>
                  <a:pt x="532" y="282"/>
                </a:lnTo>
                <a:lnTo>
                  <a:pt x="532" y="283"/>
                </a:lnTo>
                <a:lnTo>
                  <a:pt x="533" y="283"/>
                </a:lnTo>
                <a:lnTo>
                  <a:pt x="533" y="284"/>
                </a:lnTo>
                <a:lnTo>
                  <a:pt x="534" y="284"/>
                </a:lnTo>
                <a:lnTo>
                  <a:pt x="534" y="283"/>
                </a:lnTo>
                <a:lnTo>
                  <a:pt x="535" y="283"/>
                </a:lnTo>
                <a:lnTo>
                  <a:pt x="535" y="282"/>
                </a:lnTo>
                <a:lnTo>
                  <a:pt x="535" y="283"/>
                </a:lnTo>
                <a:lnTo>
                  <a:pt x="535" y="284"/>
                </a:lnTo>
                <a:lnTo>
                  <a:pt x="534" y="285"/>
                </a:lnTo>
                <a:lnTo>
                  <a:pt x="533" y="286"/>
                </a:lnTo>
                <a:lnTo>
                  <a:pt x="532" y="287"/>
                </a:lnTo>
                <a:lnTo>
                  <a:pt x="532" y="288"/>
                </a:lnTo>
                <a:lnTo>
                  <a:pt x="531" y="289"/>
                </a:lnTo>
                <a:lnTo>
                  <a:pt x="532" y="289"/>
                </a:lnTo>
                <a:lnTo>
                  <a:pt x="532" y="290"/>
                </a:lnTo>
                <a:lnTo>
                  <a:pt x="533" y="290"/>
                </a:lnTo>
                <a:lnTo>
                  <a:pt x="533" y="291"/>
                </a:lnTo>
                <a:lnTo>
                  <a:pt x="532" y="291"/>
                </a:lnTo>
                <a:lnTo>
                  <a:pt x="532" y="292"/>
                </a:lnTo>
                <a:lnTo>
                  <a:pt x="533" y="292"/>
                </a:lnTo>
                <a:lnTo>
                  <a:pt x="533" y="293"/>
                </a:lnTo>
                <a:lnTo>
                  <a:pt x="532" y="292"/>
                </a:lnTo>
                <a:lnTo>
                  <a:pt x="532" y="291"/>
                </a:lnTo>
                <a:lnTo>
                  <a:pt x="531" y="291"/>
                </a:lnTo>
                <a:lnTo>
                  <a:pt x="530" y="291"/>
                </a:lnTo>
                <a:lnTo>
                  <a:pt x="529" y="291"/>
                </a:lnTo>
                <a:lnTo>
                  <a:pt x="529" y="290"/>
                </a:lnTo>
                <a:lnTo>
                  <a:pt x="529" y="291"/>
                </a:lnTo>
                <a:lnTo>
                  <a:pt x="528" y="290"/>
                </a:lnTo>
                <a:lnTo>
                  <a:pt x="528" y="289"/>
                </a:lnTo>
                <a:lnTo>
                  <a:pt x="527" y="289"/>
                </a:lnTo>
                <a:lnTo>
                  <a:pt x="526" y="289"/>
                </a:lnTo>
                <a:lnTo>
                  <a:pt x="525" y="289"/>
                </a:lnTo>
                <a:lnTo>
                  <a:pt x="524" y="288"/>
                </a:lnTo>
                <a:lnTo>
                  <a:pt x="523" y="288"/>
                </a:lnTo>
                <a:lnTo>
                  <a:pt x="522" y="288"/>
                </a:lnTo>
                <a:lnTo>
                  <a:pt x="521" y="288"/>
                </a:lnTo>
                <a:lnTo>
                  <a:pt x="520" y="288"/>
                </a:lnTo>
                <a:lnTo>
                  <a:pt x="519" y="289"/>
                </a:lnTo>
                <a:lnTo>
                  <a:pt x="518" y="289"/>
                </a:lnTo>
                <a:lnTo>
                  <a:pt x="517" y="289"/>
                </a:lnTo>
                <a:lnTo>
                  <a:pt x="516" y="289"/>
                </a:lnTo>
                <a:lnTo>
                  <a:pt x="515" y="289"/>
                </a:lnTo>
                <a:lnTo>
                  <a:pt x="515" y="288"/>
                </a:lnTo>
                <a:lnTo>
                  <a:pt x="514" y="288"/>
                </a:lnTo>
                <a:lnTo>
                  <a:pt x="514" y="287"/>
                </a:lnTo>
                <a:lnTo>
                  <a:pt x="513" y="287"/>
                </a:lnTo>
                <a:lnTo>
                  <a:pt x="513" y="286"/>
                </a:lnTo>
                <a:lnTo>
                  <a:pt x="512" y="286"/>
                </a:lnTo>
                <a:lnTo>
                  <a:pt x="512" y="285"/>
                </a:lnTo>
                <a:lnTo>
                  <a:pt x="512" y="284"/>
                </a:lnTo>
                <a:lnTo>
                  <a:pt x="513" y="284"/>
                </a:lnTo>
                <a:lnTo>
                  <a:pt x="513" y="283"/>
                </a:lnTo>
                <a:lnTo>
                  <a:pt x="512" y="282"/>
                </a:lnTo>
                <a:lnTo>
                  <a:pt x="513" y="282"/>
                </a:lnTo>
                <a:lnTo>
                  <a:pt x="514" y="282"/>
                </a:lnTo>
                <a:lnTo>
                  <a:pt x="515" y="283"/>
                </a:lnTo>
                <a:lnTo>
                  <a:pt x="516" y="283"/>
                </a:lnTo>
                <a:lnTo>
                  <a:pt x="517" y="283"/>
                </a:lnTo>
                <a:lnTo>
                  <a:pt x="518" y="283"/>
                </a:lnTo>
                <a:lnTo>
                  <a:pt x="519" y="282"/>
                </a:lnTo>
                <a:lnTo>
                  <a:pt x="520" y="282"/>
                </a:lnTo>
                <a:lnTo>
                  <a:pt x="520" y="281"/>
                </a:lnTo>
                <a:lnTo>
                  <a:pt x="519" y="281"/>
                </a:lnTo>
                <a:lnTo>
                  <a:pt x="519" y="280"/>
                </a:lnTo>
                <a:lnTo>
                  <a:pt x="519" y="279"/>
                </a:lnTo>
                <a:lnTo>
                  <a:pt x="518" y="279"/>
                </a:lnTo>
                <a:lnTo>
                  <a:pt x="517" y="279"/>
                </a:lnTo>
                <a:lnTo>
                  <a:pt x="516" y="279"/>
                </a:lnTo>
                <a:lnTo>
                  <a:pt x="516" y="280"/>
                </a:lnTo>
                <a:lnTo>
                  <a:pt x="515" y="280"/>
                </a:lnTo>
                <a:lnTo>
                  <a:pt x="514" y="280"/>
                </a:lnTo>
                <a:lnTo>
                  <a:pt x="514" y="281"/>
                </a:lnTo>
                <a:lnTo>
                  <a:pt x="515" y="281"/>
                </a:lnTo>
                <a:lnTo>
                  <a:pt x="514" y="281"/>
                </a:lnTo>
                <a:lnTo>
                  <a:pt x="513" y="281"/>
                </a:lnTo>
                <a:lnTo>
                  <a:pt x="513" y="280"/>
                </a:lnTo>
                <a:lnTo>
                  <a:pt x="512" y="280"/>
                </a:lnTo>
                <a:lnTo>
                  <a:pt x="512" y="279"/>
                </a:lnTo>
                <a:lnTo>
                  <a:pt x="510" y="278"/>
                </a:lnTo>
                <a:lnTo>
                  <a:pt x="509" y="278"/>
                </a:lnTo>
                <a:lnTo>
                  <a:pt x="507" y="278"/>
                </a:lnTo>
                <a:lnTo>
                  <a:pt x="506" y="278"/>
                </a:lnTo>
                <a:lnTo>
                  <a:pt x="506" y="279"/>
                </a:lnTo>
                <a:lnTo>
                  <a:pt x="505" y="279"/>
                </a:lnTo>
                <a:lnTo>
                  <a:pt x="504" y="279"/>
                </a:lnTo>
                <a:lnTo>
                  <a:pt x="503" y="279"/>
                </a:lnTo>
                <a:lnTo>
                  <a:pt x="502" y="279"/>
                </a:lnTo>
                <a:lnTo>
                  <a:pt x="502" y="280"/>
                </a:lnTo>
                <a:lnTo>
                  <a:pt x="502" y="279"/>
                </a:lnTo>
                <a:lnTo>
                  <a:pt x="503" y="279"/>
                </a:lnTo>
                <a:lnTo>
                  <a:pt x="503" y="278"/>
                </a:lnTo>
                <a:lnTo>
                  <a:pt x="502" y="278"/>
                </a:lnTo>
                <a:lnTo>
                  <a:pt x="502" y="277"/>
                </a:lnTo>
                <a:lnTo>
                  <a:pt x="503" y="277"/>
                </a:lnTo>
                <a:lnTo>
                  <a:pt x="504" y="276"/>
                </a:lnTo>
                <a:lnTo>
                  <a:pt x="505" y="276"/>
                </a:lnTo>
                <a:lnTo>
                  <a:pt x="505" y="275"/>
                </a:lnTo>
                <a:lnTo>
                  <a:pt x="506" y="274"/>
                </a:lnTo>
                <a:lnTo>
                  <a:pt x="507" y="274"/>
                </a:lnTo>
                <a:lnTo>
                  <a:pt x="507" y="275"/>
                </a:lnTo>
                <a:lnTo>
                  <a:pt x="507" y="274"/>
                </a:lnTo>
                <a:lnTo>
                  <a:pt x="507" y="272"/>
                </a:lnTo>
                <a:lnTo>
                  <a:pt x="508" y="272"/>
                </a:lnTo>
                <a:lnTo>
                  <a:pt x="508" y="273"/>
                </a:lnTo>
                <a:lnTo>
                  <a:pt x="508" y="272"/>
                </a:lnTo>
                <a:lnTo>
                  <a:pt x="509" y="272"/>
                </a:lnTo>
                <a:lnTo>
                  <a:pt x="509" y="271"/>
                </a:lnTo>
                <a:lnTo>
                  <a:pt x="510" y="271"/>
                </a:lnTo>
                <a:lnTo>
                  <a:pt x="510" y="269"/>
                </a:lnTo>
                <a:lnTo>
                  <a:pt x="510" y="268"/>
                </a:lnTo>
                <a:lnTo>
                  <a:pt x="510" y="267"/>
                </a:lnTo>
                <a:lnTo>
                  <a:pt x="511" y="266"/>
                </a:lnTo>
                <a:lnTo>
                  <a:pt x="510" y="266"/>
                </a:lnTo>
                <a:lnTo>
                  <a:pt x="510" y="267"/>
                </a:lnTo>
                <a:lnTo>
                  <a:pt x="509" y="267"/>
                </a:lnTo>
                <a:lnTo>
                  <a:pt x="509" y="268"/>
                </a:lnTo>
                <a:lnTo>
                  <a:pt x="509" y="269"/>
                </a:lnTo>
                <a:lnTo>
                  <a:pt x="509" y="270"/>
                </a:lnTo>
                <a:lnTo>
                  <a:pt x="509" y="271"/>
                </a:lnTo>
                <a:lnTo>
                  <a:pt x="508" y="271"/>
                </a:lnTo>
                <a:lnTo>
                  <a:pt x="507" y="271"/>
                </a:lnTo>
                <a:lnTo>
                  <a:pt x="507" y="272"/>
                </a:lnTo>
                <a:lnTo>
                  <a:pt x="506" y="273"/>
                </a:lnTo>
                <a:lnTo>
                  <a:pt x="506" y="274"/>
                </a:lnTo>
                <a:lnTo>
                  <a:pt x="505" y="274"/>
                </a:lnTo>
                <a:lnTo>
                  <a:pt x="505" y="275"/>
                </a:lnTo>
                <a:lnTo>
                  <a:pt x="504" y="275"/>
                </a:lnTo>
                <a:lnTo>
                  <a:pt x="503" y="275"/>
                </a:lnTo>
                <a:lnTo>
                  <a:pt x="502" y="274"/>
                </a:lnTo>
                <a:lnTo>
                  <a:pt x="501" y="274"/>
                </a:lnTo>
                <a:lnTo>
                  <a:pt x="500" y="274"/>
                </a:lnTo>
                <a:lnTo>
                  <a:pt x="499" y="274"/>
                </a:lnTo>
                <a:lnTo>
                  <a:pt x="498" y="275"/>
                </a:lnTo>
                <a:lnTo>
                  <a:pt x="497" y="275"/>
                </a:lnTo>
                <a:lnTo>
                  <a:pt x="497" y="276"/>
                </a:lnTo>
                <a:lnTo>
                  <a:pt x="497" y="277"/>
                </a:lnTo>
                <a:lnTo>
                  <a:pt x="496" y="277"/>
                </a:lnTo>
                <a:lnTo>
                  <a:pt x="496" y="278"/>
                </a:lnTo>
                <a:lnTo>
                  <a:pt x="497" y="278"/>
                </a:lnTo>
                <a:lnTo>
                  <a:pt x="498" y="278"/>
                </a:lnTo>
                <a:lnTo>
                  <a:pt x="498" y="279"/>
                </a:lnTo>
                <a:lnTo>
                  <a:pt x="498" y="280"/>
                </a:lnTo>
                <a:lnTo>
                  <a:pt x="497" y="280"/>
                </a:lnTo>
                <a:lnTo>
                  <a:pt x="497" y="279"/>
                </a:lnTo>
                <a:lnTo>
                  <a:pt x="496" y="279"/>
                </a:lnTo>
                <a:lnTo>
                  <a:pt x="495" y="278"/>
                </a:lnTo>
                <a:lnTo>
                  <a:pt x="495" y="277"/>
                </a:lnTo>
                <a:lnTo>
                  <a:pt x="496" y="277"/>
                </a:lnTo>
                <a:lnTo>
                  <a:pt x="495" y="277"/>
                </a:lnTo>
                <a:lnTo>
                  <a:pt x="495" y="276"/>
                </a:lnTo>
                <a:lnTo>
                  <a:pt x="493" y="276"/>
                </a:lnTo>
                <a:lnTo>
                  <a:pt x="493" y="277"/>
                </a:lnTo>
                <a:lnTo>
                  <a:pt x="492" y="277"/>
                </a:lnTo>
                <a:lnTo>
                  <a:pt x="491" y="277"/>
                </a:lnTo>
                <a:lnTo>
                  <a:pt x="490" y="278"/>
                </a:lnTo>
                <a:lnTo>
                  <a:pt x="489" y="278"/>
                </a:lnTo>
                <a:lnTo>
                  <a:pt x="488" y="278"/>
                </a:lnTo>
                <a:lnTo>
                  <a:pt x="486" y="279"/>
                </a:lnTo>
                <a:lnTo>
                  <a:pt x="486" y="278"/>
                </a:lnTo>
                <a:lnTo>
                  <a:pt x="486" y="279"/>
                </a:lnTo>
                <a:lnTo>
                  <a:pt x="485" y="279"/>
                </a:lnTo>
                <a:lnTo>
                  <a:pt x="485" y="280"/>
                </a:lnTo>
                <a:lnTo>
                  <a:pt x="485" y="282"/>
                </a:lnTo>
                <a:lnTo>
                  <a:pt x="485" y="283"/>
                </a:lnTo>
                <a:lnTo>
                  <a:pt x="484" y="283"/>
                </a:lnTo>
                <a:lnTo>
                  <a:pt x="483" y="284"/>
                </a:lnTo>
                <a:lnTo>
                  <a:pt x="483" y="285"/>
                </a:lnTo>
                <a:lnTo>
                  <a:pt x="484" y="285"/>
                </a:lnTo>
                <a:lnTo>
                  <a:pt x="484" y="286"/>
                </a:lnTo>
                <a:lnTo>
                  <a:pt x="484" y="287"/>
                </a:lnTo>
                <a:lnTo>
                  <a:pt x="483" y="287"/>
                </a:lnTo>
                <a:lnTo>
                  <a:pt x="482" y="287"/>
                </a:lnTo>
                <a:lnTo>
                  <a:pt x="481" y="288"/>
                </a:lnTo>
                <a:lnTo>
                  <a:pt x="480" y="288"/>
                </a:lnTo>
                <a:lnTo>
                  <a:pt x="480" y="289"/>
                </a:lnTo>
                <a:lnTo>
                  <a:pt x="479" y="289"/>
                </a:lnTo>
                <a:lnTo>
                  <a:pt x="479" y="288"/>
                </a:lnTo>
                <a:lnTo>
                  <a:pt x="478" y="288"/>
                </a:lnTo>
                <a:lnTo>
                  <a:pt x="477" y="288"/>
                </a:lnTo>
                <a:lnTo>
                  <a:pt x="477" y="287"/>
                </a:lnTo>
                <a:lnTo>
                  <a:pt x="477" y="286"/>
                </a:lnTo>
                <a:lnTo>
                  <a:pt x="477" y="285"/>
                </a:lnTo>
                <a:lnTo>
                  <a:pt x="477" y="284"/>
                </a:lnTo>
                <a:lnTo>
                  <a:pt x="476" y="283"/>
                </a:lnTo>
                <a:lnTo>
                  <a:pt x="475" y="283"/>
                </a:lnTo>
                <a:lnTo>
                  <a:pt x="474" y="283"/>
                </a:lnTo>
                <a:lnTo>
                  <a:pt x="473" y="283"/>
                </a:lnTo>
                <a:lnTo>
                  <a:pt x="472" y="283"/>
                </a:lnTo>
                <a:lnTo>
                  <a:pt x="471" y="282"/>
                </a:lnTo>
                <a:lnTo>
                  <a:pt x="471" y="281"/>
                </a:lnTo>
                <a:lnTo>
                  <a:pt x="470" y="281"/>
                </a:lnTo>
                <a:lnTo>
                  <a:pt x="470" y="282"/>
                </a:lnTo>
                <a:lnTo>
                  <a:pt x="469" y="282"/>
                </a:lnTo>
                <a:lnTo>
                  <a:pt x="470" y="283"/>
                </a:lnTo>
                <a:lnTo>
                  <a:pt x="471" y="283"/>
                </a:lnTo>
                <a:lnTo>
                  <a:pt x="471" y="284"/>
                </a:lnTo>
                <a:lnTo>
                  <a:pt x="471" y="285"/>
                </a:lnTo>
                <a:lnTo>
                  <a:pt x="470" y="285"/>
                </a:lnTo>
                <a:lnTo>
                  <a:pt x="471" y="285"/>
                </a:lnTo>
                <a:lnTo>
                  <a:pt x="472" y="285"/>
                </a:lnTo>
                <a:lnTo>
                  <a:pt x="472" y="286"/>
                </a:lnTo>
                <a:lnTo>
                  <a:pt x="473" y="286"/>
                </a:lnTo>
                <a:lnTo>
                  <a:pt x="474" y="285"/>
                </a:lnTo>
                <a:lnTo>
                  <a:pt x="474" y="286"/>
                </a:lnTo>
                <a:lnTo>
                  <a:pt x="475" y="287"/>
                </a:lnTo>
                <a:lnTo>
                  <a:pt x="476" y="287"/>
                </a:lnTo>
                <a:lnTo>
                  <a:pt x="477" y="288"/>
                </a:lnTo>
                <a:lnTo>
                  <a:pt x="478" y="289"/>
                </a:lnTo>
                <a:lnTo>
                  <a:pt x="478" y="290"/>
                </a:lnTo>
                <a:lnTo>
                  <a:pt x="477" y="291"/>
                </a:lnTo>
                <a:lnTo>
                  <a:pt x="476" y="292"/>
                </a:lnTo>
                <a:lnTo>
                  <a:pt x="475" y="293"/>
                </a:lnTo>
                <a:lnTo>
                  <a:pt x="475" y="294"/>
                </a:lnTo>
                <a:lnTo>
                  <a:pt x="474" y="295"/>
                </a:lnTo>
                <a:lnTo>
                  <a:pt x="473" y="297"/>
                </a:lnTo>
                <a:lnTo>
                  <a:pt x="472" y="299"/>
                </a:lnTo>
                <a:lnTo>
                  <a:pt x="472" y="300"/>
                </a:lnTo>
                <a:lnTo>
                  <a:pt x="472" y="301"/>
                </a:lnTo>
                <a:lnTo>
                  <a:pt x="473" y="301"/>
                </a:lnTo>
                <a:lnTo>
                  <a:pt x="474" y="302"/>
                </a:lnTo>
                <a:lnTo>
                  <a:pt x="473" y="303"/>
                </a:lnTo>
                <a:lnTo>
                  <a:pt x="472" y="303"/>
                </a:lnTo>
                <a:lnTo>
                  <a:pt x="471" y="303"/>
                </a:lnTo>
                <a:lnTo>
                  <a:pt x="471" y="304"/>
                </a:lnTo>
                <a:lnTo>
                  <a:pt x="470" y="304"/>
                </a:lnTo>
                <a:lnTo>
                  <a:pt x="470" y="303"/>
                </a:lnTo>
                <a:lnTo>
                  <a:pt x="471" y="303"/>
                </a:lnTo>
                <a:lnTo>
                  <a:pt x="471" y="302"/>
                </a:lnTo>
                <a:lnTo>
                  <a:pt x="471" y="301"/>
                </a:lnTo>
                <a:lnTo>
                  <a:pt x="471" y="300"/>
                </a:lnTo>
                <a:lnTo>
                  <a:pt x="471" y="299"/>
                </a:lnTo>
                <a:lnTo>
                  <a:pt x="470" y="298"/>
                </a:lnTo>
                <a:lnTo>
                  <a:pt x="469" y="298"/>
                </a:lnTo>
                <a:lnTo>
                  <a:pt x="468" y="298"/>
                </a:lnTo>
                <a:lnTo>
                  <a:pt x="467" y="298"/>
                </a:lnTo>
                <a:lnTo>
                  <a:pt x="466" y="298"/>
                </a:lnTo>
                <a:lnTo>
                  <a:pt x="465" y="298"/>
                </a:lnTo>
                <a:lnTo>
                  <a:pt x="465" y="299"/>
                </a:lnTo>
                <a:lnTo>
                  <a:pt x="464" y="299"/>
                </a:lnTo>
                <a:lnTo>
                  <a:pt x="463" y="299"/>
                </a:lnTo>
                <a:lnTo>
                  <a:pt x="463" y="298"/>
                </a:lnTo>
                <a:lnTo>
                  <a:pt x="462" y="298"/>
                </a:lnTo>
                <a:lnTo>
                  <a:pt x="461" y="298"/>
                </a:lnTo>
                <a:lnTo>
                  <a:pt x="461" y="299"/>
                </a:lnTo>
                <a:lnTo>
                  <a:pt x="460" y="298"/>
                </a:lnTo>
                <a:lnTo>
                  <a:pt x="460" y="299"/>
                </a:lnTo>
                <a:lnTo>
                  <a:pt x="459" y="299"/>
                </a:lnTo>
                <a:lnTo>
                  <a:pt x="459" y="298"/>
                </a:lnTo>
                <a:lnTo>
                  <a:pt x="458" y="298"/>
                </a:lnTo>
                <a:lnTo>
                  <a:pt x="457" y="297"/>
                </a:lnTo>
                <a:lnTo>
                  <a:pt x="458" y="297"/>
                </a:lnTo>
                <a:lnTo>
                  <a:pt x="458" y="296"/>
                </a:lnTo>
                <a:lnTo>
                  <a:pt x="458" y="295"/>
                </a:lnTo>
                <a:lnTo>
                  <a:pt x="458" y="294"/>
                </a:lnTo>
                <a:lnTo>
                  <a:pt x="458" y="293"/>
                </a:lnTo>
                <a:lnTo>
                  <a:pt x="457" y="293"/>
                </a:lnTo>
                <a:lnTo>
                  <a:pt x="457" y="292"/>
                </a:lnTo>
                <a:lnTo>
                  <a:pt x="458" y="291"/>
                </a:lnTo>
                <a:lnTo>
                  <a:pt x="458" y="290"/>
                </a:lnTo>
                <a:lnTo>
                  <a:pt x="459" y="290"/>
                </a:lnTo>
                <a:lnTo>
                  <a:pt x="459" y="289"/>
                </a:lnTo>
                <a:lnTo>
                  <a:pt x="459" y="288"/>
                </a:lnTo>
                <a:lnTo>
                  <a:pt x="458" y="288"/>
                </a:lnTo>
                <a:lnTo>
                  <a:pt x="458" y="287"/>
                </a:lnTo>
                <a:lnTo>
                  <a:pt x="458" y="286"/>
                </a:lnTo>
                <a:lnTo>
                  <a:pt x="458" y="285"/>
                </a:lnTo>
                <a:lnTo>
                  <a:pt x="458" y="284"/>
                </a:lnTo>
                <a:lnTo>
                  <a:pt x="458" y="283"/>
                </a:lnTo>
                <a:lnTo>
                  <a:pt x="459" y="283"/>
                </a:lnTo>
                <a:lnTo>
                  <a:pt x="459" y="282"/>
                </a:lnTo>
                <a:lnTo>
                  <a:pt x="460" y="282"/>
                </a:lnTo>
                <a:lnTo>
                  <a:pt x="461" y="282"/>
                </a:lnTo>
                <a:lnTo>
                  <a:pt x="462" y="280"/>
                </a:lnTo>
                <a:lnTo>
                  <a:pt x="464" y="280"/>
                </a:lnTo>
                <a:lnTo>
                  <a:pt x="465" y="280"/>
                </a:lnTo>
                <a:lnTo>
                  <a:pt x="465" y="279"/>
                </a:lnTo>
                <a:lnTo>
                  <a:pt x="466" y="278"/>
                </a:lnTo>
                <a:lnTo>
                  <a:pt x="465" y="278"/>
                </a:lnTo>
                <a:lnTo>
                  <a:pt x="464" y="277"/>
                </a:lnTo>
                <a:lnTo>
                  <a:pt x="463" y="276"/>
                </a:lnTo>
                <a:lnTo>
                  <a:pt x="463" y="275"/>
                </a:lnTo>
                <a:lnTo>
                  <a:pt x="462" y="275"/>
                </a:lnTo>
                <a:lnTo>
                  <a:pt x="462" y="274"/>
                </a:lnTo>
                <a:lnTo>
                  <a:pt x="461" y="274"/>
                </a:lnTo>
                <a:lnTo>
                  <a:pt x="462" y="274"/>
                </a:lnTo>
                <a:lnTo>
                  <a:pt x="462" y="275"/>
                </a:lnTo>
                <a:lnTo>
                  <a:pt x="462" y="276"/>
                </a:lnTo>
                <a:lnTo>
                  <a:pt x="461" y="275"/>
                </a:lnTo>
                <a:lnTo>
                  <a:pt x="461" y="274"/>
                </a:lnTo>
                <a:lnTo>
                  <a:pt x="460" y="274"/>
                </a:lnTo>
                <a:lnTo>
                  <a:pt x="460" y="275"/>
                </a:lnTo>
                <a:lnTo>
                  <a:pt x="461" y="275"/>
                </a:lnTo>
                <a:lnTo>
                  <a:pt x="461" y="276"/>
                </a:lnTo>
                <a:lnTo>
                  <a:pt x="461" y="277"/>
                </a:lnTo>
                <a:lnTo>
                  <a:pt x="461" y="278"/>
                </a:lnTo>
                <a:lnTo>
                  <a:pt x="460" y="279"/>
                </a:lnTo>
                <a:lnTo>
                  <a:pt x="459" y="279"/>
                </a:lnTo>
                <a:lnTo>
                  <a:pt x="458" y="280"/>
                </a:lnTo>
                <a:lnTo>
                  <a:pt x="457" y="280"/>
                </a:lnTo>
                <a:lnTo>
                  <a:pt x="457" y="279"/>
                </a:lnTo>
                <a:lnTo>
                  <a:pt x="456" y="279"/>
                </a:lnTo>
                <a:lnTo>
                  <a:pt x="456" y="278"/>
                </a:lnTo>
                <a:lnTo>
                  <a:pt x="455" y="278"/>
                </a:lnTo>
                <a:lnTo>
                  <a:pt x="455" y="279"/>
                </a:lnTo>
                <a:lnTo>
                  <a:pt x="455" y="278"/>
                </a:lnTo>
                <a:lnTo>
                  <a:pt x="453" y="278"/>
                </a:lnTo>
                <a:lnTo>
                  <a:pt x="453" y="279"/>
                </a:lnTo>
                <a:lnTo>
                  <a:pt x="453" y="280"/>
                </a:lnTo>
                <a:lnTo>
                  <a:pt x="452" y="280"/>
                </a:lnTo>
                <a:lnTo>
                  <a:pt x="451" y="280"/>
                </a:lnTo>
                <a:lnTo>
                  <a:pt x="450" y="281"/>
                </a:lnTo>
                <a:lnTo>
                  <a:pt x="449" y="281"/>
                </a:lnTo>
                <a:lnTo>
                  <a:pt x="449" y="282"/>
                </a:lnTo>
                <a:lnTo>
                  <a:pt x="448" y="283"/>
                </a:lnTo>
                <a:lnTo>
                  <a:pt x="446" y="284"/>
                </a:lnTo>
                <a:lnTo>
                  <a:pt x="444" y="284"/>
                </a:lnTo>
                <a:lnTo>
                  <a:pt x="443" y="285"/>
                </a:lnTo>
                <a:lnTo>
                  <a:pt x="442" y="285"/>
                </a:lnTo>
                <a:lnTo>
                  <a:pt x="442" y="286"/>
                </a:lnTo>
                <a:lnTo>
                  <a:pt x="443" y="287"/>
                </a:lnTo>
                <a:lnTo>
                  <a:pt x="443" y="288"/>
                </a:lnTo>
                <a:lnTo>
                  <a:pt x="443" y="289"/>
                </a:lnTo>
                <a:lnTo>
                  <a:pt x="442" y="289"/>
                </a:lnTo>
                <a:lnTo>
                  <a:pt x="441" y="288"/>
                </a:lnTo>
                <a:lnTo>
                  <a:pt x="441" y="287"/>
                </a:lnTo>
                <a:lnTo>
                  <a:pt x="440" y="287"/>
                </a:lnTo>
                <a:lnTo>
                  <a:pt x="439" y="287"/>
                </a:lnTo>
                <a:lnTo>
                  <a:pt x="439" y="288"/>
                </a:lnTo>
                <a:lnTo>
                  <a:pt x="440" y="289"/>
                </a:lnTo>
                <a:lnTo>
                  <a:pt x="439" y="289"/>
                </a:lnTo>
                <a:lnTo>
                  <a:pt x="439" y="290"/>
                </a:lnTo>
                <a:lnTo>
                  <a:pt x="438" y="290"/>
                </a:lnTo>
                <a:lnTo>
                  <a:pt x="437" y="289"/>
                </a:lnTo>
                <a:lnTo>
                  <a:pt x="437" y="290"/>
                </a:lnTo>
                <a:lnTo>
                  <a:pt x="437" y="291"/>
                </a:lnTo>
                <a:lnTo>
                  <a:pt x="436" y="292"/>
                </a:lnTo>
                <a:lnTo>
                  <a:pt x="436" y="293"/>
                </a:lnTo>
                <a:lnTo>
                  <a:pt x="437" y="293"/>
                </a:lnTo>
                <a:lnTo>
                  <a:pt x="438" y="293"/>
                </a:lnTo>
                <a:lnTo>
                  <a:pt x="439" y="293"/>
                </a:lnTo>
                <a:lnTo>
                  <a:pt x="440" y="293"/>
                </a:lnTo>
                <a:lnTo>
                  <a:pt x="441" y="293"/>
                </a:lnTo>
                <a:lnTo>
                  <a:pt x="442" y="293"/>
                </a:lnTo>
                <a:lnTo>
                  <a:pt x="443" y="293"/>
                </a:lnTo>
                <a:lnTo>
                  <a:pt x="443" y="292"/>
                </a:lnTo>
                <a:lnTo>
                  <a:pt x="444" y="292"/>
                </a:lnTo>
                <a:lnTo>
                  <a:pt x="445" y="293"/>
                </a:lnTo>
                <a:lnTo>
                  <a:pt x="444" y="293"/>
                </a:lnTo>
                <a:lnTo>
                  <a:pt x="444" y="294"/>
                </a:lnTo>
                <a:lnTo>
                  <a:pt x="443" y="295"/>
                </a:lnTo>
                <a:lnTo>
                  <a:pt x="443" y="296"/>
                </a:lnTo>
                <a:lnTo>
                  <a:pt x="443" y="297"/>
                </a:lnTo>
                <a:lnTo>
                  <a:pt x="442" y="297"/>
                </a:lnTo>
                <a:lnTo>
                  <a:pt x="441" y="298"/>
                </a:lnTo>
                <a:lnTo>
                  <a:pt x="440" y="299"/>
                </a:lnTo>
                <a:lnTo>
                  <a:pt x="439" y="299"/>
                </a:lnTo>
                <a:lnTo>
                  <a:pt x="438" y="299"/>
                </a:lnTo>
                <a:lnTo>
                  <a:pt x="437" y="299"/>
                </a:lnTo>
                <a:lnTo>
                  <a:pt x="436" y="300"/>
                </a:lnTo>
                <a:lnTo>
                  <a:pt x="436" y="301"/>
                </a:lnTo>
                <a:lnTo>
                  <a:pt x="436" y="302"/>
                </a:lnTo>
                <a:lnTo>
                  <a:pt x="436" y="303"/>
                </a:lnTo>
                <a:lnTo>
                  <a:pt x="438" y="303"/>
                </a:lnTo>
                <a:lnTo>
                  <a:pt x="439" y="302"/>
                </a:lnTo>
                <a:lnTo>
                  <a:pt x="438" y="302"/>
                </a:lnTo>
                <a:lnTo>
                  <a:pt x="438" y="301"/>
                </a:lnTo>
                <a:lnTo>
                  <a:pt x="439" y="301"/>
                </a:lnTo>
                <a:lnTo>
                  <a:pt x="440" y="301"/>
                </a:lnTo>
                <a:lnTo>
                  <a:pt x="441" y="301"/>
                </a:lnTo>
                <a:lnTo>
                  <a:pt x="441" y="302"/>
                </a:lnTo>
                <a:lnTo>
                  <a:pt x="442" y="303"/>
                </a:lnTo>
                <a:lnTo>
                  <a:pt x="442" y="304"/>
                </a:lnTo>
                <a:lnTo>
                  <a:pt x="443" y="304"/>
                </a:lnTo>
                <a:lnTo>
                  <a:pt x="444" y="304"/>
                </a:lnTo>
                <a:lnTo>
                  <a:pt x="445" y="304"/>
                </a:lnTo>
                <a:lnTo>
                  <a:pt x="446" y="304"/>
                </a:lnTo>
                <a:lnTo>
                  <a:pt x="446" y="305"/>
                </a:lnTo>
                <a:lnTo>
                  <a:pt x="445" y="305"/>
                </a:lnTo>
                <a:lnTo>
                  <a:pt x="446" y="305"/>
                </a:lnTo>
                <a:lnTo>
                  <a:pt x="446" y="306"/>
                </a:lnTo>
                <a:lnTo>
                  <a:pt x="447" y="306"/>
                </a:lnTo>
                <a:lnTo>
                  <a:pt x="447" y="307"/>
                </a:lnTo>
                <a:lnTo>
                  <a:pt x="447" y="308"/>
                </a:lnTo>
                <a:lnTo>
                  <a:pt x="446" y="308"/>
                </a:lnTo>
                <a:lnTo>
                  <a:pt x="446" y="309"/>
                </a:lnTo>
                <a:lnTo>
                  <a:pt x="446" y="308"/>
                </a:lnTo>
                <a:lnTo>
                  <a:pt x="445" y="309"/>
                </a:lnTo>
                <a:lnTo>
                  <a:pt x="444" y="309"/>
                </a:lnTo>
                <a:lnTo>
                  <a:pt x="443" y="309"/>
                </a:lnTo>
                <a:lnTo>
                  <a:pt x="443" y="310"/>
                </a:lnTo>
                <a:lnTo>
                  <a:pt x="442" y="310"/>
                </a:lnTo>
                <a:lnTo>
                  <a:pt x="441" y="311"/>
                </a:lnTo>
                <a:lnTo>
                  <a:pt x="440" y="310"/>
                </a:lnTo>
                <a:lnTo>
                  <a:pt x="439" y="310"/>
                </a:lnTo>
                <a:lnTo>
                  <a:pt x="439" y="311"/>
                </a:lnTo>
                <a:lnTo>
                  <a:pt x="439" y="312"/>
                </a:lnTo>
                <a:lnTo>
                  <a:pt x="438" y="312"/>
                </a:lnTo>
                <a:lnTo>
                  <a:pt x="438" y="313"/>
                </a:lnTo>
                <a:lnTo>
                  <a:pt x="436" y="313"/>
                </a:lnTo>
                <a:lnTo>
                  <a:pt x="436" y="312"/>
                </a:lnTo>
                <a:lnTo>
                  <a:pt x="435" y="312"/>
                </a:lnTo>
                <a:lnTo>
                  <a:pt x="435" y="311"/>
                </a:lnTo>
                <a:lnTo>
                  <a:pt x="435" y="310"/>
                </a:lnTo>
                <a:lnTo>
                  <a:pt x="435" y="309"/>
                </a:lnTo>
                <a:lnTo>
                  <a:pt x="434" y="309"/>
                </a:lnTo>
                <a:lnTo>
                  <a:pt x="434" y="308"/>
                </a:lnTo>
                <a:lnTo>
                  <a:pt x="434" y="307"/>
                </a:lnTo>
                <a:lnTo>
                  <a:pt x="435" y="307"/>
                </a:lnTo>
                <a:lnTo>
                  <a:pt x="435" y="306"/>
                </a:lnTo>
                <a:lnTo>
                  <a:pt x="435" y="305"/>
                </a:lnTo>
                <a:lnTo>
                  <a:pt x="435" y="304"/>
                </a:lnTo>
                <a:lnTo>
                  <a:pt x="434" y="304"/>
                </a:lnTo>
                <a:lnTo>
                  <a:pt x="434" y="303"/>
                </a:lnTo>
                <a:lnTo>
                  <a:pt x="433" y="303"/>
                </a:lnTo>
                <a:lnTo>
                  <a:pt x="433" y="302"/>
                </a:lnTo>
                <a:lnTo>
                  <a:pt x="432" y="301"/>
                </a:lnTo>
                <a:lnTo>
                  <a:pt x="431" y="301"/>
                </a:lnTo>
                <a:lnTo>
                  <a:pt x="430" y="300"/>
                </a:lnTo>
                <a:lnTo>
                  <a:pt x="430" y="299"/>
                </a:lnTo>
                <a:lnTo>
                  <a:pt x="430" y="298"/>
                </a:lnTo>
                <a:lnTo>
                  <a:pt x="429" y="298"/>
                </a:lnTo>
                <a:lnTo>
                  <a:pt x="428" y="298"/>
                </a:lnTo>
                <a:lnTo>
                  <a:pt x="428" y="297"/>
                </a:lnTo>
                <a:lnTo>
                  <a:pt x="427" y="297"/>
                </a:lnTo>
                <a:lnTo>
                  <a:pt x="426" y="297"/>
                </a:lnTo>
                <a:lnTo>
                  <a:pt x="425" y="297"/>
                </a:lnTo>
                <a:lnTo>
                  <a:pt x="424" y="297"/>
                </a:lnTo>
                <a:lnTo>
                  <a:pt x="423" y="298"/>
                </a:lnTo>
                <a:lnTo>
                  <a:pt x="422" y="298"/>
                </a:lnTo>
                <a:lnTo>
                  <a:pt x="421" y="298"/>
                </a:lnTo>
                <a:lnTo>
                  <a:pt x="420" y="298"/>
                </a:lnTo>
                <a:lnTo>
                  <a:pt x="419" y="298"/>
                </a:lnTo>
                <a:lnTo>
                  <a:pt x="418" y="299"/>
                </a:lnTo>
                <a:lnTo>
                  <a:pt x="418" y="300"/>
                </a:lnTo>
                <a:lnTo>
                  <a:pt x="418" y="301"/>
                </a:lnTo>
                <a:lnTo>
                  <a:pt x="417" y="300"/>
                </a:lnTo>
                <a:lnTo>
                  <a:pt x="416" y="299"/>
                </a:lnTo>
                <a:lnTo>
                  <a:pt x="413" y="302"/>
                </a:lnTo>
                <a:lnTo>
                  <a:pt x="412" y="303"/>
                </a:lnTo>
                <a:lnTo>
                  <a:pt x="412" y="304"/>
                </a:lnTo>
                <a:lnTo>
                  <a:pt x="411" y="304"/>
                </a:lnTo>
                <a:lnTo>
                  <a:pt x="411" y="303"/>
                </a:lnTo>
                <a:lnTo>
                  <a:pt x="409" y="303"/>
                </a:lnTo>
                <a:lnTo>
                  <a:pt x="408" y="303"/>
                </a:lnTo>
                <a:lnTo>
                  <a:pt x="407" y="303"/>
                </a:lnTo>
                <a:lnTo>
                  <a:pt x="407" y="302"/>
                </a:lnTo>
                <a:lnTo>
                  <a:pt x="406" y="302"/>
                </a:lnTo>
                <a:lnTo>
                  <a:pt x="405" y="302"/>
                </a:lnTo>
                <a:lnTo>
                  <a:pt x="405" y="303"/>
                </a:lnTo>
                <a:lnTo>
                  <a:pt x="405" y="304"/>
                </a:lnTo>
                <a:lnTo>
                  <a:pt x="404" y="304"/>
                </a:lnTo>
                <a:lnTo>
                  <a:pt x="403" y="304"/>
                </a:lnTo>
                <a:lnTo>
                  <a:pt x="402" y="304"/>
                </a:lnTo>
                <a:lnTo>
                  <a:pt x="402" y="305"/>
                </a:lnTo>
                <a:lnTo>
                  <a:pt x="401" y="305"/>
                </a:lnTo>
                <a:lnTo>
                  <a:pt x="400" y="305"/>
                </a:lnTo>
                <a:lnTo>
                  <a:pt x="399" y="305"/>
                </a:lnTo>
                <a:lnTo>
                  <a:pt x="398" y="305"/>
                </a:lnTo>
                <a:lnTo>
                  <a:pt x="398" y="306"/>
                </a:lnTo>
                <a:lnTo>
                  <a:pt x="399" y="306"/>
                </a:lnTo>
                <a:lnTo>
                  <a:pt x="399" y="307"/>
                </a:lnTo>
                <a:lnTo>
                  <a:pt x="398" y="307"/>
                </a:lnTo>
                <a:lnTo>
                  <a:pt x="397" y="307"/>
                </a:lnTo>
                <a:lnTo>
                  <a:pt x="396" y="307"/>
                </a:lnTo>
                <a:lnTo>
                  <a:pt x="396" y="308"/>
                </a:lnTo>
                <a:lnTo>
                  <a:pt x="395" y="308"/>
                </a:lnTo>
                <a:lnTo>
                  <a:pt x="394" y="308"/>
                </a:lnTo>
                <a:lnTo>
                  <a:pt x="394" y="307"/>
                </a:lnTo>
                <a:lnTo>
                  <a:pt x="393" y="306"/>
                </a:lnTo>
                <a:lnTo>
                  <a:pt x="392" y="306"/>
                </a:lnTo>
                <a:lnTo>
                  <a:pt x="392" y="305"/>
                </a:lnTo>
                <a:lnTo>
                  <a:pt x="391" y="305"/>
                </a:lnTo>
                <a:lnTo>
                  <a:pt x="391" y="306"/>
                </a:lnTo>
                <a:lnTo>
                  <a:pt x="387" y="306"/>
                </a:lnTo>
                <a:lnTo>
                  <a:pt x="386" y="309"/>
                </a:lnTo>
                <a:lnTo>
                  <a:pt x="385" y="310"/>
                </a:lnTo>
                <a:lnTo>
                  <a:pt x="384" y="310"/>
                </a:lnTo>
                <a:lnTo>
                  <a:pt x="383" y="311"/>
                </a:lnTo>
                <a:lnTo>
                  <a:pt x="382" y="311"/>
                </a:lnTo>
                <a:lnTo>
                  <a:pt x="382" y="312"/>
                </a:lnTo>
                <a:lnTo>
                  <a:pt x="382" y="313"/>
                </a:lnTo>
                <a:lnTo>
                  <a:pt x="381" y="314"/>
                </a:lnTo>
                <a:lnTo>
                  <a:pt x="380" y="312"/>
                </a:lnTo>
                <a:lnTo>
                  <a:pt x="380" y="311"/>
                </a:lnTo>
                <a:lnTo>
                  <a:pt x="379" y="310"/>
                </a:lnTo>
                <a:lnTo>
                  <a:pt x="379" y="308"/>
                </a:lnTo>
                <a:lnTo>
                  <a:pt x="379" y="307"/>
                </a:lnTo>
                <a:lnTo>
                  <a:pt x="379" y="306"/>
                </a:lnTo>
                <a:lnTo>
                  <a:pt x="380" y="306"/>
                </a:lnTo>
                <a:lnTo>
                  <a:pt x="381" y="305"/>
                </a:lnTo>
                <a:lnTo>
                  <a:pt x="381" y="304"/>
                </a:lnTo>
                <a:lnTo>
                  <a:pt x="380" y="304"/>
                </a:lnTo>
                <a:lnTo>
                  <a:pt x="379" y="303"/>
                </a:lnTo>
                <a:lnTo>
                  <a:pt x="379" y="305"/>
                </a:lnTo>
                <a:lnTo>
                  <a:pt x="378" y="306"/>
                </a:lnTo>
                <a:lnTo>
                  <a:pt x="377" y="303"/>
                </a:lnTo>
                <a:lnTo>
                  <a:pt x="377" y="302"/>
                </a:lnTo>
                <a:lnTo>
                  <a:pt x="376" y="301"/>
                </a:lnTo>
                <a:lnTo>
                  <a:pt x="377" y="301"/>
                </a:lnTo>
                <a:lnTo>
                  <a:pt x="376" y="300"/>
                </a:lnTo>
                <a:lnTo>
                  <a:pt x="375" y="297"/>
                </a:lnTo>
                <a:lnTo>
                  <a:pt x="374" y="298"/>
                </a:lnTo>
                <a:lnTo>
                  <a:pt x="373" y="296"/>
                </a:lnTo>
                <a:lnTo>
                  <a:pt x="372" y="293"/>
                </a:lnTo>
                <a:lnTo>
                  <a:pt x="370" y="291"/>
                </a:lnTo>
                <a:lnTo>
                  <a:pt x="370" y="290"/>
                </a:lnTo>
                <a:lnTo>
                  <a:pt x="369" y="290"/>
                </a:lnTo>
                <a:lnTo>
                  <a:pt x="369" y="289"/>
                </a:lnTo>
                <a:lnTo>
                  <a:pt x="369" y="288"/>
                </a:lnTo>
                <a:lnTo>
                  <a:pt x="369" y="286"/>
                </a:lnTo>
                <a:lnTo>
                  <a:pt x="369" y="285"/>
                </a:lnTo>
                <a:lnTo>
                  <a:pt x="369" y="284"/>
                </a:lnTo>
                <a:lnTo>
                  <a:pt x="370" y="284"/>
                </a:lnTo>
                <a:lnTo>
                  <a:pt x="370" y="283"/>
                </a:lnTo>
                <a:lnTo>
                  <a:pt x="369" y="284"/>
                </a:lnTo>
                <a:lnTo>
                  <a:pt x="368" y="284"/>
                </a:lnTo>
                <a:lnTo>
                  <a:pt x="367" y="283"/>
                </a:lnTo>
                <a:lnTo>
                  <a:pt x="366" y="283"/>
                </a:lnTo>
                <a:lnTo>
                  <a:pt x="365" y="283"/>
                </a:lnTo>
                <a:lnTo>
                  <a:pt x="365" y="282"/>
                </a:lnTo>
                <a:lnTo>
                  <a:pt x="365" y="283"/>
                </a:lnTo>
                <a:lnTo>
                  <a:pt x="365" y="284"/>
                </a:lnTo>
                <a:lnTo>
                  <a:pt x="362" y="283"/>
                </a:lnTo>
                <a:lnTo>
                  <a:pt x="361" y="283"/>
                </a:lnTo>
                <a:lnTo>
                  <a:pt x="361" y="282"/>
                </a:lnTo>
                <a:lnTo>
                  <a:pt x="360" y="282"/>
                </a:lnTo>
                <a:lnTo>
                  <a:pt x="359" y="282"/>
                </a:lnTo>
                <a:lnTo>
                  <a:pt x="357" y="282"/>
                </a:lnTo>
                <a:lnTo>
                  <a:pt x="356" y="283"/>
                </a:lnTo>
                <a:lnTo>
                  <a:pt x="355" y="284"/>
                </a:lnTo>
                <a:lnTo>
                  <a:pt x="354" y="284"/>
                </a:lnTo>
                <a:lnTo>
                  <a:pt x="353" y="284"/>
                </a:lnTo>
                <a:lnTo>
                  <a:pt x="352" y="283"/>
                </a:lnTo>
                <a:lnTo>
                  <a:pt x="351" y="283"/>
                </a:lnTo>
                <a:lnTo>
                  <a:pt x="351" y="284"/>
                </a:lnTo>
                <a:lnTo>
                  <a:pt x="352" y="285"/>
                </a:lnTo>
                <a:lnTo>
                  <a:pt x="353" y="286"/>
                </a:lnTo>
                <a:lnTo>
                  <a:pt x="354" y="288"/>
                </a:lnTo>
                <a:lnTo>
                  <a:pt x="354" y="289"/>
                </a:lnTo>
                <a:lnTo>
                  <a:pt x="355" y="289"/>
                </a:lnTo>
                <a:lnTo>
                  <a:pt x="356" y="289"/>
                </a:lnTo>
                <a:lnTo>
                  <a:pt x="356" y="290"/>
                </a:lnTo>
                <a:lnTo>
                  <a:pt x="357" y="291"/>
                </a:lnTo>
                <a:lnTo>
                  <a:pt x="357" y="292"/>
                </a:lnTo>
                <a:lnTo>
                  <a:pt x="358" y="292"/>
                </a:lnTo>
                <a:lnTo>
                  <a:pt x="358" y="293"/>
                </a:lnTo>
                <a:lnTo>
                  <a:pt x="359" y="294"/>
                </a:lnTo>
                <a:lnTo>
                  <a:pt x="359" y="295"/>
                </a:lnTo>
                <a:lnTo>
                  <a:pt x="359" y="296"/>
                </a:lnTo>
                <a:lnTo>
                  <a:pt x="360" y="297"/>
                </a:lnTo>
                <a:lnTo>
                  <a:pt x="360" y="298"/>
                </a:lnTo>
                <a:lnTo>
                  <a:pt x="359" y="299"/>
                </a:lnTo>
                <a:lnTo>
                  <a:pt x="357" y="301"/>
                </a:lnTo>
                <a:lnTo>
                  <a:pt x="357" y="300"/>
                </a:lnTo>
                <a:lnTo>
                  <a:pt x="356" y="299"/>
                </a:lnTo>
                <a:lnTo>
                  <a:pt x="355" y="298"/>
                </a:lnTo>
                <a:lnTo>
                  <a:pt x="355" y="297"/>
                </a:lnTo>
                <a:lnTo>
                  <a:pt x="354" y="297"/>
                </a:lnTo>
                <a:lnTo>
                  <a:pt x="354" y="298"/>
                </a:lnTo>
                <a:lnTo>
                  <a:pt x="353" y="298"/>
                </a:lnTo>
                <a:lnTo>
                  <a:pt x="353" y="299"/>
                </a:lnTo>
                <a:lnTo>
                  <a:pt x="353" y="298"/>
                </a:lnTo>
                <a:lnTo>
                  <a:pt x="353" y="299"/>
                </a:lnTo>
                <a:lnTo>
                  <a:pt x="352" y="300"/>
                </a:lnTo>
                <a:lnTo>
                  <a:pt x="351" y="300"/>
                </a:lnTo>
                <a:lnTo>
                  <a:pt x="352" y="300"/>
                </a:lnTo>
                <a:lnTo>
                  <a:pt x="354" y="300"/>
                </a:lnTo>
                <a:lnTo>
                  <a:pt x="355" y="300"/>
                </a:lnTo>
                <a:lnTo>
                  <a:pt x="356" y="300"/>
                </a:lnTo>
                <a:lnTo>
                  <a:pt x="356" y="301"/>
                </a:lnTo>
                <a:lnTo>
                  <a:pt x="357" y="302"/>
                </a:lnTo>
                <a:lnTo>
                  <a:pt x="357" y="303"/>
                </a:lnTo>
                <a:lnTo>
                  <a:pt x="357" y="306"/>
                </a:lnTo>
                <a:lnTo>
                  <a:pt x="357" y="307"/>
                </a:lnTo>
                <a:lnTo>
                  <a:pt x="357" y="308"/>
                </a:lnTo>
                <a:lnTo>
                  <a:pt x="356" y="308"/>
                </a:lnTo>
                <a:lnTo>
                  <a:pt x="355" y="308"/>
                </a:lnTo>
                <a:lnTo>
                  <a:pt x="354" y="308"/>
                </a:lnTo>
                <a:lnTo>
                  <a:pt x="354" y="307"/>
                </a:lnTo>
                <a:lnTo>
                  <a:pt x="354" y="306"/>
                </a:lnTo>
                <a:lnTo>
                  <a:pt x="354" y="305"/>
                </a:lnTo>
                <a:lnTo>
                  <a:pt x="354" y="304"/>
                </a:lnTo>
                <a:lnTo>
                  <a:pt x="354" y="303"/>
                </a:lnTo>
                <a:lnTo>
                  <a:pt x="352" y="302"/>
                </a:lnTo>
                <a:lnTo>
                  <a:pt x="353" y="302"/>
                </a:lnTo>
                <a:lnTo>
                  <a:pt x="353" y="303"/>
                </a:lnTo>
                <a:lnTo>
                  <a:pt x="353" y="304"/>
                </a:lnTo>
                <a:lnTo>
                  <a:pt x="353" y="306"/>
                </a:lnTo>
                <a:lnTo>
                  <a:pt x="354" y="308"/>
                </a:lnTo>
                <a:lnTo>
                  <a:pt x="354" y="309"/>
                </a:lnTo>
                <a:lnTo>
                  <a:pt x="354" y="310"/>
                </a:lnTo>
                <a:lnTo>
                  <a:pt x="353" y="310"/>
                </a:lnTo>
                <a:lnTo>
                  <a:pt x="352" y="312"/>
                </a:lnTo>
                <a:lnTo>
                  <a:pt x="353" y="312"/>
                </a:lnTo>
                <a:lnTo>
                  <a:pt x="353" y="315"/>
                </a:lnTo>
                <a:lnTo>
                  <a:pt x="353" y="316"/>
                </a:lnTo>
                <a:lnTo>
                  <a:pt x="352" y="317"/>
                </a:lnTo>
                <a:lnTo>
                  <a:pt x="352" y="318"/>
                </a:lnTo>
                <a:lnTo>
                  <a:pt x="352" y="319"/>
                </a:lnTo>
                <a:lnTo>
                  <a:pt x="352" y="320"/>
                </a:lnTo>
                <a:lnTo>
                  <a:pt x="353" y="320"/>
                </a:lnTo>
                <a:lnTo>
                  <a:pt x="353" y="319"/>
                </a:lnTo>
                <a:lnTo>
                  <a:pt x="354" y="320"/>
                </a:lnTo>
                <a:lnTo>
                  <a:pt x="355" y="320"/>
                </a:lnTo>
                <a:lnTo>
                  <a:pt x="356" y="320"/>
                </a:lnTo>
                <a:lnTo>
                  <a:pt x="356" y="321"/>
                </a:lnTo>
                <a:lnTo>
                  <a:pt x="357" y="321"/>
                </a:lnTo>
                <a:lnTo>
                  <a:pt x="357" y="322"/>
                </a:lnTo>
                <a:lnTo>
                  <a:pt x="357" y="323"/>
                </a:lnTo>
                <a:lnTo>
                  <a:pt x="357" y="324"/>
                </a:lnTo>
                <a:lnTo>
                  <a:pt x="356" y="324"/>
                </a:lnTo>
                <a:lnTo>
                  <a:pt x="355" y="324"/>
                </a:lnTo>
                <a:lnTo>
                  <a:pt x="354" y="324"/>
                </a:lnTo>
                <a:lnTo>
                  <a:pt x="354" y="325"/>
                </a:lnTo>
                <a:lnTo>
                  <a:pt x="355" y="326"/>
                </a:lnTo>
                <a:lnTo>
                  <a:pt x="355" y="327"/>
                </a:lnTo>
                <a:lnTo>
                  <a:pt x="356" y="327"/>
                </a:lnTo>
                <a:lnTo>
                  <a:pt x="355" y="327"/>
                </a:lnTo>
                <a:lnTo>
                  <a:pt x="354" y="327"/>
                </a:lnTo>
                <a:lnTo>
                  <a:pt x="353" y="328"/>
                </a:lnTo>
                <a:lnTo>
                  <a:pt x="353" y="329"/>
                </a:lnTo>
                <a:lnTo>
                  <a:pt x="353" y="330"/>
                </a:lnTo>
                <a:lnTo>
                  <a:pt x="353" y="331"/>
                </a:lnTo>
                <a:lnTo>
                  <a:pt x="353" y="332"/>
                </a:lnTo>
                <a:lnTo>
                  <a:pt x="354" y="333"/>
                </a:lnTo>
                <a:lnTo>
                  <a:pt x="354" y="334"/>
                </a:lnTo>
                <a:lnTo>
                  <a:pt x="354" y="335"/>
                </a:lnTo>
                <a:lnTo>
                  <a:pt x="354" y="336"/>
                </a:lnTo>
                <a:lnTo>
                  <a:pt x="353" y="335"/>
                </a:lnTo>
                <a:lnTo>
                  <a:pt x="352" y="336"/>
                </a:lnTo>
                <a:lnTo>
                  <a:pt x="351" y="336"/>
                </a:lnTo>
                <a:lnTo>
                  <a:pt x="351" y="337"/>
                </a:lnTo>
                <a:lnTo>
                  <a:pt x="350" y="337"/>
                </a:lnTo>
                <a:lnTo>
                  <a:pt x="349" y="338"/>
                </a:lnTo>
                <a:lnTo>
                  <a:pt x="349" y="339"/>
                </a:lnTo>
                <a:lnTo>
                  <a:pt x="349" y="340"/>
                </a:lnTo>
                <a:lnTo>
                  <a:pt x="348" y="340"/>
                </a:lnTo>
                <a:lnTo>
                  <a:pt x="348" y="342"/>
                </a:lnTo>
                <a:lnTo>
                  <a:pt x="349" y="342"/>
                </a:lnTo>
                <a:lnTo>
                  <a:pt x="349" y="343"/>
                </a:lnTo>
                <a:lnTo>
                  <a:pt x="350" y="344"/>
                </a:lnTo>
                <a:lnTo>
                  <a:pt x="350" y="345"/>
                </a:lnTo>
                <a:lnTo>
                  <a:pt x="350" y="346"/>
                </a:lnTo>
                <a:lnTo>
                  <a:pt x="350" y="348"/>
                </a:lnTo>
                <a:lnTo>
                  <a:pt x="350" y="349"/>
                </a:lnTo>
                <a:lnTo>
                  <a:pt x="350" y="350"/>
                </a:lnTo>
                <a:lnTo>
                  <a:pt x="351" y="350"/>
                </a:lnTo>
                <a:lnTo>
                  <a:pt x="351" y="351"/>
                </a:lnTo>
                <a:lnTo>
                  <a:pt x="351" y="352"/>
                </a:lnTo>
                <a:lnTo>
                  <a:pt x="350" y="352"/>
                </a:lnTo>
                <a:lnTo>
                  <a:pt x="350" y="351"/>
                </a:lnTo>
                <a:lnTo>
                  <a:pt x="349" y="351"/>
                </a:lnTo>
                <a:lnTo>
                  <a:pt x="348" y="351"/>
                </a:lnTo>
                <a:lnTo>
                  <a:pt x="346" y="352"/>
                </a:lnTo>
                <a:lnTo>
                  <a:pt x="346" y="351"/>
                </a:lnTo>
                <a:lnTo>
                  <a:pt x="345" y="351"/>
                </a:lnTo>
                <a:lnTo>
                  <a:pt x="344" y="351"/>
                </a:lnTo>
                <a:lnTo>
                  <a:pt x="343" y="350"/>
                </a:lnTo>
                <a:lnTo>
                  <a:pt x="343" y="349"/>
                </a:lnTo>
                <a:lnTo>
                  <a:pt x="342" y="348"/>
                </a:lnTo>
                <a:lnTo>
                  <a:pt x="342" y="347"/>
                </a:lnTo>
                <a:lnTo>
                  <a:pt x="341" y="345"/>
                </a:lnTo>
                <a:lnTo>
                  <a:pt x="340" y="342"/>
                </a:lnTo>
                <a:lnTo>
                  <a:pt x="338" y="342"/>
                </a:lnTo>
                <a:lnTo>
                  <a:pt x="338" y="343"/>
                </a:lnTo>
                <a:lnTo>
                  <a:pt x="337" y="344"/>
                </a:lnTo>
                <a:lnTo>
                  <a:pt x="337" y="345"/>
                </a:lnTo>
                <a:lnTo>
                  <a:pt x="335" y="346"/>
                </a:lnTo>
                <a:lnTo>
                  <a:pt x="334" y="345"/>
                </a:lnTo>
                <a:lnTo>
                  <a:pt x="334" y="344"/>
                </a:lnTo>
                <a:lnTo>
                  <a:pt x="334" y="345"/>
                </a:lnTo>
                <a:lnTo>
                  <a:pt x="334" y="347"/>
                </a:lnTo>
                <a:lnTo>
                  <a:pt x="334" y="348"/>
                </a:lnTo>
                <a:lnTo>
                  <a:pt x="335" y="349"/>
                </a:lnTo>
                <a:lnTo>
                  <a:pt x="335" y="350"/>
                </a:lnTo>
                <a:lnTo>
                  <a:pt x="336" y="351"/>
                </a:lnTo>
                <a:lnTo>
                  <a:pt x="337" y="352"/>
                </a:lnTo>
                <a:lnTo>
                  <a:pt x="337" y="351"/>
                </a:lnTo>
                <a:lnTo>
                  <a:pt x="338" y="351"/>
                </a:lnTo>
                <a:lnTo>
                  <a:pt x="338" y="352"/>
                </a:lnTo>
                <a:lnTo>
                  <a:pt x="338" y="353"/>
                </a:lnTo>
                <a:lnTo>
                  <a:pt x="338" y="354"/>
                </a:lnTo>
                <a:lnTo>
                  <a:pt x="337" y="355"/>
                </a:lnTo>
                <a:lnTo>
                  <a:pt x="337" y="356"/>
                </a:lnTo>
                <a:lnTo>
                  <a:pt x="336" y="356"/>
                </a:lnTo>
                <a:lnTo>
                  <a:pt x="336" y="357"/>
                </a:lnTo>
                <a:lnTo>
                  <a:pt x="336" y="358"/>
                </a:lnTo>
                <a:lnTo>
                  <a:pt x="337" y="358"/>
                </a:lnTo>
                <a:lnTo>
                  <a:pt x="338" y="358"/>
                </a:lnTo>
                <a:lnTo>
                  <a:pt x="338" y="359"/>
                </a:lnTo>
                <a:lnTo>
                  <a:pt x="337" y="359"/>
                </a:lnTo>
                <a:lnTo>
                  <a:pt x="336" y="359"/>
                </a:lnTo>
                <a:lnTo>
                  <a:pt x="335" y="359"/>
                </a:lnTo>
                <a:lnTo>
                  <a:pt x="335" y="360"/>
                </a:lnTo>
                <a:lnTo>
                  <a:pt x="334" y="361"/>
                </a:lnTo>
                <a:lnTo>
                  <a:pt x="333" y="361"/>
                </a:lnTo>
                <a:lnTo>
                  <a:pt x="333" y="360"/>
                </a:lnTo>
                <a:lnTo>
                  <a:pt x="332" y="359"/>
                </a:lnTo>
                <a:lnTo>
                  <a:pt x="331" y="359"/>
                </a:lnTo>
                <a:lnTo>
                  <a:pt x="330" y="359"/>
                </a:lnTo>
                <a:lnTo>
                  <a:pt x="329" y="359"/>
                </a:lnTo>
                <a:lnTo>
                  <a:pt x="328" y="359"/>
                </a:lnTo>
                <a:lnTo>
                  <a:pt x="327" y="359"/>
                </a:lnTo>
                <a:lnTo>
                  <a:pt x="327" y="358"/>
                </a:lnTo>
                <a:lnTo>
                  <a:pt x="327" y="357"/>
                </a:lnTo>
                <a:lnTo>
                  <a:pt x="328" y="357"/>
                </a:lnTo>
                <a:lnTo>
                  <a:pt x="327" y="357"/>
                </a:lnTo>
                <a:lnTo>
                  <a:pt x="327" y="356"/>
                </a:lnTo>
                <a:lnTo>
                  <a:pt x="326" y="356"/>
                </a:lnTo>
                <a:lnTo>
                  <a:pt x="326" y="355"/>
                </a:lnTo>
                <a:lnTo>
                  <a:pt x="326" y="354"/>
                </a:lnTo>
                <a:lnTo>
                  <a:pt x="326" y="353"/>
                </a:lnTo>
                <a:lnTo>
                  <a:pt x="326" y="352"/>
                </a:lnTo>
                <a:lnTo>
                  <a:pt x="325" y="351"/>
                </a:lnTo>
                <a:lnTo>
                  <a:pt x="325" y="352"/>
                </a:lnTo>
                <a:lnTo>
                  <a:pt x="325" y="353"/>
                </a:lnTo>
                <a:lnTo>
                  <a:pt x="325" y="355"/>
                </a:lnTo>
                <a:lnTo>
                  <a:pt x="324" y="355"/>
                </a:lnTo>
                <a:lnTo>
                  <a:pt x="324" y="356"/>
                </a:lnTo>
                <a:lnTo>
                  <a:pt x="323" y="357"/>
                </a:lnTo>
                <a:lnTo>
                  <a:pt x="322" y="357"/>
                </a:lnTo>
                <a:lnTo>
                  <a:pt x="323" y="358"/>
                </a:lnTo>
                <a:lnTo>
                  <a:pt x="324" y="358"/>
                </a:lnTo>
                <a:lnTo>
                  <a:pt x="324" y="359"/>
                </a:lnTo>
                <a:lnTo>
                  <a:pt x="323" y="359"/>
                </a:lnTo>
                <a:lnTo>
                  <a:pt x="324" y="360"/>
                </a:lnTo>
                <a:lnTo>
                  <a:pt x="325" y="364"/>
                </a:lnTo>
                <a:lnTo>
                  <a:pt x="326" y="365"/>
                </a:lnTo>
                <a:lnTo>
                  <a:pt x="326" y="366"/>
                </a:lnTo>
                <a:lnTo>
                  <a:pt x="326" y="367"/>
                </a:lnTo>
                <a:lnTo>
                  <a:pt x="327" y="367"/>
                </a:lnTo>
                <a:lnTo>
                  <a:pt x="328" y="367"/>
                </a:lnTo>
                <a:lnTo>
                  <a:pt x="328" y="368"/>
                </a:lnTo>
                <a:lnTo>
                  <a:pt x="327" y="368"/>
                </a:lnTo>
                <a:lnTo>
                  <a:pt x="326" y="368"/>
                </a:lnTo>
                <a:lnTo>
                  <a:pt x="326" y="369"/>
                </a:lnTo>
                <a:lnTo>
                  <a:pt x="327" y="370"/>
                </a:lnTo>
                <a:lnTo>
                  <a:pt x="326" y="370"/>
                </a:lnTo>
                <a:lnTo>
                  <a:pt x="326" y="371"/>
                </a:lnTo>
                <a:lnTo>
                  <a:pt x="325" y="371"/>
                </a:lnTo>
                <a:lnTo>
                  <a:pt x="325" y="372"/>
                </a:lnTo>
                <a:lnTo>
                  <a:pt x="324" y="371"/>
                </a:lnTo>
                <a:lnTo>
                  <a:pt x="322" y="371"/>
                </a:lnTo>
                <a:lnTo>
                  <a:pt x="322" y="370"/>
                </a:lnTo>
                <a:lnTo>
                  <a:pt x="322" y="369"/>
                </a:lnTo>
                <a:lnTo>
                  <a:pt x="321" y="370"/>
                </a:lnTo>
                <a:lnTo>
                  <a:pt x="321" y="369"/>
                </a:lnTo>
                <a:lnTo>
                  <a:pt x="320" y="367"/>
                </a:lnTo>
                <a:lnTo>
                  <a:pt x="321" y="366"/>
                </a:lnTo>
                <a:lnTo>
                  <a:pt x="322" y="365"/>
                </a:lnTo>
                <a:lnTo>
                  <a:pt x="321" y="365"/>
                </a:lnTo>
                <a:lnTo>
                  <a:pt x="321" y="366"/>
                </a:lnTo>
                <a:lnTo>
                  <a:pt x="320" y="366"/>
                </a:lnTo>
                <a:lnTo>
                  <a:pt x="319" y="366"/>
                </a:lnTo>
                <a:lnTo>
                  <a:pt x="319" y="365"/>
                </a:lnTo>
                <a:lnTo>
                  <a:pt x="320" y="365"/>
                </a:lnTo>
                <a:lnTo>
                  <a:pt x="320" y="364"/>
                </a:lnTo>
                <a:lnTo>
                  <a:pt x="320" y="363"/>
                </a:lnTo>
                <a:lnTo>
                  <a:pt x="320" y="364"/>
                </a:lnTo>
                <a:lnTo>
                  <a:pt x="319" y="364"/>
                </a:lnTo>
                <a:lnTo>
                  <a:pt x="319" y="365"/>
                </a:lnTo>
                <a:lnTo>
                  <a:pt x="319" y="364"/>
                </a:lnTo>
                <a:lnTo>
                  <a:pt x="318" y="364"/>
                </a:lnTo>
                <a:lnTo>
                  <a:pt x="318" y="363"/>
                </a:lnTo>
                <a:lnTo>
                  <a:pt x="317" y="363"/>
                </a:lnTo>
                <a:lnTo>
                  <a:pt x="316" y="363"/>
                </a:lnTo>
                <a:lnTo>
                  <a:pt x="315" y="361"/>
                </a:lnTo>
                <a:lnTo>
                  <a:pt x="315" y="360"/>
                </a:lnTo>
                <a:lnTo>
                  <a:pt x="315" y="359"/>
                </a:lnTo>
                <a:lnTo>
                  <a:pt x="314" y="358"/>
                </a:lnTo>
                <a:lnTo>
                  <a:pt x="313" y="356"/>
                </a:lnTo>
                <a:lnTo>
                  <a:pt x="312" y="356"/>
                </a:lnTo>
                <a:lnTo>
                  <a:pt x="312" y="355"/>
                </a:lnTo>
                <a:lnTo>
                  <a:pt x="311" y="354"/>
                </a:lnTo>
                <a:lnTo>
                  <a:pt x="311" y="352"/>
                </a:lnTo>
                <a:lnTo>
                  <a:pt x="310" y="352"/>
                </a:lnTo>
                <a:lnTo>
                  <a:pt x="310" y="351"/>
                </a:lnTo>
                <a:lnTo>
                  <a:pt x="310" y="350"/>
                </a:lnTo>
                <a:lnTo>
                  <a:pt x="311" y="349"/>
                </a:lnTo>
                <a:lnTo>
                  <a:pt x="311" y="348"/>
                </a:lnTo>
                <a:lnTo>
                  <a:pt x="311" y="347"/>
                </a:lnTo>
                <a:lnTo>
                  <a:pt x="311" y="344"/>
                </a:lnTo>
                <a:lnTo>
                  <a:pt x="311" y="342"/>
                </a:lnTo>
                <a:lnTo>
                  <a:pt x="310" y="341"/>
                </a:lnTo>
                <a:lnTo>
                  <a:pt x="310" y="340"/>
                </a:lnTo>
                <a:lnTo>
                  <a:pt x="310" y="339"/>
                </a:lnTo>
                <a:lnTo>
                  <a:pt x="311" y="339"/>
                </a:lnTo>
                <a:lnTo>
                  <a:pt x="311" y="338"/>
                </a:lnTo>
                <a:lnTo>
                  <a:pt x="312" y="338"/>
                </a:lnTo>
                <a:lnTo>
                  <a:pt x="312" y="337"/>
                </a:lnTo>
                <a:lnTo>
                  <a:pt x="311" y="337"/>
                </a:lnTo>
                <a:lnTo>
                  <a:pt x="311" y="338"/>
                </a:lnTo>
                <a:lnTo>
                  <a:pt x="310" y="339"/>
                </a:lnTo>
                <a:lnTo>
                  <a:pt x="310" y="338"/>
                </a:lnTo>
                <a:lnTo>
                  <a:pt x="309" y="337"/>
                </a:lnTo>
                <a:lnTo>
                  <a:pt x="309" y="336"/>
                </a:lnTo>
                <a:lnTo>
                  <a:pt x="308" y="336"/>
                </a:lnTo>
                <a:lnTo>
                  <a:pt x="308" y="337"/>
                </a:lnTo>
                <a:lnTo>
                  <a:pt x="309" y="337"/>
                </a:lnTo>
                <a:lnTo>
                  <a:pt x="309" y="338"/>
                </a:lnTo>
                <a:lnTo>
                  <a:pt x="309" y="339"/>
                </a:lnTo>
                <a:lnTo>
                  <a:pt x="308" y="340"/>
                </a:lnTo>
                <a:lnTo>
                  <a:pt x="309" y="340"/>
                </a:lnTo>
                <a:lnTo>
                  <a:pt x="309" y="342"/>
                </a:lnTo>
                <a:lnTo>
                  <a:pt x="308" y="343"/>
                </a:lnTo>
                <a:lnTo>
                  <a:pt x="307" y="344"/>
                </a:lnTo>
                <a:lnTo>
                  <a:pt x="309" y="345"/>
                </a:lnTo>
                <a:lnTo>
                  <a:pt x="308" y="345"/>
                </a:lnTo>
                <a:lnTo>
                  <a:pt x="307" y="346"/>
                </a:lnTo>
                <a:lnTo>
                  <a:pt x="307" y="347"/>
                </a:lnTo>
                <a:lnTo>
                  <a:pt x="306" y="347"/>
                </a:lnTo>
                <a:lnTo>
                  <a:pt x="304" y="345"/>
                </a:lnTo>
                <a:lnTo>
                  <a:pt x="304" y="346"/>
                </a:lnTo>
                <a:lnTo>
                  <a:pt x="302" y="347"/>
                </a:lnTo>
                <a:lnTo>
                  <a:pt x="303" y="348"/>
                </a:lnTo>
                <a:lnTo>
                  <a:pt x="303" y="349"/>
                </a:lnTo>
                <a:lnTo>
                  <a:pt x="303" y="350"/>
                </a:lnTo>
                <a:lnTo>
                  <a:pt x="303" y="351"/>
                </a:lnTo>
                <a:lnTo>
                  <a:pt x="302" y="351"/>
                </a:lnTo>
                <a:lnTo>
                  <a:pt x="302" y="352"/>
                </a:lnTo>
                <a:lnTo>
                  <a:pt x="302" y="355"/>
                </a:lnTo>
                <a:lnTo>
                  <a:pt x="302" y="356"/>
                </a:lnTo>
                <a:lnTo>
                  <a:pt x="302" y="357"/>
                </a:lnTo>
                <a:lnTo>
                  <a:pt x="303" y="357"/>
                </a:lnTo>
                <a:lnTo>
                  <a:pt x="302" y="357"/>
                </a:lnTo>
                <a:lnTo>
                  <a:pt x="303" y="357"/>
                </a:lnTo>
                <a:lnTo>
                  <a:pt x="303" y="359"/>
                </a:lnTo>
                <a:lnTo>
                  <a:pt x="303" y="360"/>
                </a:lnTo>
                <a:lnTo>
                  <a:pt x="303" y="361"/>
                </a:lnTo>
                <a:lnTo>
                  <a:pt x="303" y="362"/>
                </a:lnTo>
                <a:lnTo>
                  <a:pt x="303" y="363"/>
                </a:lnTo>
                <a:lnTo>
                  <a:pt x="304" y="363"/>
                </a:lnTo>
                <a:lnTo>
                  <a:pt x="304" y="364"/>
                </a:lnTo>
                <a:lnTo>
                  <a:pt x="304" y="365"/>
                </a:lnTo>
                <a:lnTo>
                  <a:pt x="303" y="365"/>
                </a:lnTo>
                <a:lnTo>
                  <a:pt x="303" y="366"/>
                </a:lnTo>
                <a:lnTo>
                  <a:pt x="302" y="366"/>
                </a:lnTo>
                <a:lnTo>
                  <a:pt x="301" y="366"/>
                </a:lnTo>
                <a:lnTo>
                  <a:pt x="301" y="367"/>
                </a:lnTo>
                <a:lnTo>
                  <a:pt x="300" y="368"/>
                </a:lnTo>
                <a:lnTo>
                  <a:pt x="300" y="369"/>
                </a:lnTo>
                <a:lnTo>
                  <a:pt x="300" y="370"/>
                </a:lnTo>
                <a:lnTo>
                  <a:pt x="299" y="370"/>
                </a:lnTo>
                <a:lnTo>
                  <a:pt x="299" y="371"/>
                </a:lnTo>
                <a:lnTo>
                  <a:pt x="298" y="371"/>
                </a:lnTo>
                <a:lnTo>
                  <a:pt x="297" y="372"/>
                </a:lnTo>
                <a:lnTo>
                  <a:pt x="297" y="373"/>
                </a:lnTo>
                <a:lnTo>
                  <a:pt x="296" y="373"/>
                </a:lnTo>
                <a:lnTo>
                  <a:pt x="295" y="373"/>
                </a:lnTo>
                <a:lnTo>
                  <a:pt x="295" y="374"/>
                </a:lnTo>
                <a:lnTo>
                  <a:pt x="294" y="374"/>
                </a:lnTo>
                <a:lnTo>
                  <a:pt x="293" y="375"/>
                </a:lnTo>
                <a:lnTo>
                  <a:pt x="292" y="374"/>
                </a:lnTo>
                <a:lnTo>
                  <a:pt x="291" y="374"/>
                </a:lnTo>
                <a:lnTo>
                  <a:pt x="291" y="373"/>
                </a:lnTo>
                <a:lnTo>
                  <a:pt x="291" y="372"/>
                </a:lnTo>
                <a:lnTo>
                  <a:pt x="291" y="371"/>
                </a:lnTo>
                <a:lnTo>
                  <a:pt x="290" y="371"/>
                </a:lnTo>
                <a:lnTo>
                  <a:pt x="289" y="371"/>
                </a:lnTo>
                <a:lnTo>
                  <a:pt x="289" y="370"/>
                </a:lnTo>
                <a:lnTo>
                  <a:pt x="289" y="369"/>
                </a:lnTo>
                <a:lnTo>
                  <a:pt x="288" y="368"/>
                </a:lnTo>
                <a:lnTo>
                  <a:pt x="288" y="367"/>
                </a:lnTo>
                <a:lnTo>
                  <a:pt x="288" y="366"/>
                </a:lnTo>
                <a:lnTo>
                  <a:pt x="287" y="365"/>
                </a:lnTo>
                <a:lnTo>
                  <a:pt x="286" y="364"/>
                </a:lnTo>
                <a:lnTo>
                  <a:pt x="285" y="363"/>
                </a:lnTo>
                <a:lnTo>
                  <a:pt x="285" y="364"/>
                </a:lnTo>
                <a:lnTo>
                  <a:pt x="285" y="365"/>
                </a:lnTo>
                <a:lnTo>
                  <a:pt x="284" y="365"/>
                </a:lnTo>
                <a:lnTo>
                  <a:pt x="283" y="365"/>
                </a:lnTo>
                <a:lnTo>
                  <a:pt x="282" y="365"/>
                </a:lnTo>
                <a:lnTo>
                  <a:pt x="281" y="365"/>
                </a:lnTo>
                <a:lnTo>
                  <a:pt x="281" y="366"/>
                </a:lnTo>
                <a:lnTo>
                  <a:pt x="280" y="366"/>
                </a:lnTo>
                <a:lnTo>
                  <a:pt x="279" y="367"/>
                </a:lnTo>
                <a:lnTo>
                  <a:pt x="279" y="368"/>
                </a:lnTo>
                <a:lnTo>
                  <a:pt x="278" y="368"/>
                </a:lnTo>
                <a:lnTo>
                  <a:pt x="278" y="369"/>
                </a:lnTo>
                <a:lnTo>
                  <a:pt x="278" y="370"/>
                </a:lnTo>
                <a:lnTo>
                  <a:pt x="278" y="371"/>
                </a:lnTo>
                <a:lnTo>
                  <a:pt x="277" y="371"/>
                </a:lnTo>
                <a:lnTo>
                  <a:pt x="277" y="370"/>
                </a:lnTo>
                <a:lnTo>
                  <a:pt x="277" y="371"/>
                </a:lnTo>
                <a:lnTo>
                  <a:pt x="276" y="371"/>
                </a:lnTo>
                <a:lnTo>
                  <a:pt x="275" y="371"/>
                </a:lnTo>
                <a:lnTo>
                  <a:pt x="274" y="371"/>
                </a:lnTo>
                <a:lnTo>
                  <a:pt x="274" y="372"/>
                </a:lnTo>
                <a:lnTo>
                  <a:pt x="273" y="373"/>
                </a:lnTo>
                <a:lnTo>
                  <a:pt x="273" y="374"/>
                </a:lnTo>
                <a:lnTo>
                  <a:pt x="273" y="375"/>
                </a:lnTo>
                <a:lnTo>
                  <a:pt x="272" y="375"/>
                </a:lnTo>
                <a:lnTo>
                  <a:pt x="271" y="375"/>
                </a:lnTo>
                <a:lnTo>
                  <a:pt x="271" y="376"/>
                </a:lnTo>
                <a:lnTo>
                  <a:pt x="270" y="376"/>
                </a:lnTo>
                <a:lnTo>
                  <a:pt x="270" y="377"/>
                </a:lnTo>
                <a:lnTo>
                  <a:pt x="270" y="378"/>
                </a:lnTo>
                <a:lnTo>
                  <a:pt x="269" y="378"/>
                </a:lnTo>
                <a:lnTo>
                  <a:pt x="269" y="379"/>
                </a:lnTo>
                <a:lnTo>
                  <a:pt x="269" y="380"/>
                </a:lnTo>
                <a:lnTo>
                  <a:pt x="269" y="381"/>
                </a:lnTo>
                <a:lnTo>
                  <a:pt x="269" y="382"/>
                </a:lnTo>
                <a:lnTo>
                  <a:pt x="269" y="381"/>
                </a:lnTo>
                <a:lnTo>
                  <a:pt x="268" y="381"/>
                </a:lnTo>
                <a:lnTo>
                  <a:pt x="267" y="381"/>
                </a:lnTo>
                <a:lnTo>
                  <a:pt x="267" y="382"/>
                </a:lnTo>
                <a:lnTo>
                  <a:pt x="267" y="383"/>
                </a:lnTo>
                <a:lnTo>
                  <a:pt x="267" y="382"/>
                </a:lnTo>
                <a:lnTo>
                  <a:pt x="266" y="382"/>
                </a:lnTo>
                <a:lnTo>
                  <a:pt x="266" y="383"/>
                </a:lnTo>
                <a:lnTo>
                  <a:pt x="265" y="383"/>
                </a:lnTo>
                <a:lnTo>
                  <a:pt x="265" y="384"/>
                </a:lnTo>
                <a:lnTo>
                  <a:pt x="264" y="384"/>
                </a:lnTo>
                <a:lnTo>
                  <a:pt x="263" y="384"/>
                </a:lnTo>
                <a:lnTo>
                  <a:pt x="262" y="384"/>
                </a:lnTo>
                <a:lnTo>
                  <a:pt x="262" y="385"/>
                </a:lnTo>
                <a:lnTo>
                  <a:pt x="261" y="384"/>
                </a:lnTo>
                <a:lnTo>
                  <a:pt x="260" y="384"/>
                </a:lnTo>
                <a:lnTo>
                  <a:pt x="260" y="383"/>
                </a:lnTo>
                <a:lnTo>
                  <a:pt x="260" y="382"/>
                </a:lnTo>
                <a:lnTo>
                  <a:pt x="259" y="382"/>
                </a:lnTo>
                <a:lnTo>
                  <a:pt x="259" y="383"/>
                </a:lnTo>
                <a:lnTo>
                  <a:pt x="258" y="383"/>
                </a:lnTo>
                <a:lnTo>
                  <a:pt x="257" y="382"/>
                </a:lnTo>
                <a:lnTo>
                  <a:pt x="256" y="382"/>
                </a:lnTo>
                <a:lnTo>
                  <a:pt x="256" y="381"/>
                </a:lnTo>
                <a:lnTo>
                  <a:pt x="255" y="381"/>
                </a:lnTo>
                <a:lnTo>
                  <a:pt x="254" y="380"/>
                </a:lnTo>
                <a:lnTo>
                  <a:pt x="253" y="379"/>
                </a:lnTo>
                <a:lnTo>
                  <a:pt x="252" y="379"/>
                </a:lnTo>
                <a:lnTo>
                  <a:pt x="251" y="379"/>
                </a:lnTo>
                <a:lnTo>
                  <a:pt x="250" y="379"/>
                </a:lnTo>
                <a:lnTo>
                  <a:pt x="250" y="378"/>
                </a:lnTo>
                <a:lnTo>
                  <a:pt x="249" y="378"/>
                </a:lnTo>
                <a:lnTo>
                  <a:pt x="249" y="377"/>
                </a:lnTo>
                <a:lnTo>
                  <a:pt x="249" y="376"/>
                </a:lnTo>
                <a:lnTo>
                  <a:pt x="249" y="375"/>
                </a:lnTo>
                <a:lnTo>
                  <a:pt x="248" y="375"/>
                </a:lnTo>
                <a:lnTo>
                  <a:pt x="248" y="373"/>
                </a:lnTo>
                <a:lnTo>
                  <a:pt x="249" y="373"/>
                </a:lnTo>
                <a:lnTo>
                  <a:pt x="248" y="371"/>
                </a:lnTo>
                <a:lnTo>
                  <a:pt x="248" y="370"/>
                </a:lnTo>
                <a:lnTo>
                  <a:pt x="249" y="369"/>
                </a:lnTo>
                <a:lnTo>
                  <a:pt x="249" y="368"/>
                </a:lnTo>
                <a:lnTo>
                  <a:pt x="250" y="367"/>
                </a:lnTo>
                <a:lnTo>
                  <a:pt x="251" y="367"/>
                </a:lnTo>
                <a:lnTo>
                  <a:pt x="251" y="366"/>
                </a:lnTo>
                <a:lnTo>
                  <a:pt x="252" y="366"/>
                </a:lnTo>
                <a:lnTo>
                  <a:pt x="253" y="366"/>
                </a:lnTo>
                <a:lnTo>
                  <a:pt x="254" y="366"/>
                </a:lnTo>
                <a:lnTo>
                  <a:pt x="255" y="366"/>
                </a:lnTo>
                <a:lnTo>
                  <a:pt x="256" y="366"/>
                </a:lnTo>
                <a:lnTo>
                  <a:pt x="256" y="365"/>
                </a:lnTo>
                <a:lnTo>
                  <a:pt x="257" y="365"/>
                </a:lnTo>
                <a:lnTo>
                  <a:pt x="256" y="365"/>
                </a:lnTo>
                <a:lnTo>
                  <a:pt x="256" y="364"/>
                </a:lnTo>
                <a:lnTo>
                  <a:pt x="256" y="365"/>
                </a:lnTo>
                <a:lnTo>
                  <a:pt x="255" y="365"/>
                </a:lnTo>
                <a:lnTo>
                  <a:pt x="254" y="365"/>
                </a:lnTo>
                <a:lnTo>
                  <a:pt x="253" y="364"/>
                </a:lnTo>
                <a:lnTo>
                  <a:pt x="252" y="364"/>
                </a:lnTo>
                <a:lnTo>
                  <a:pt x="252" y="365"/>
                </a:lnTo>
                <a:lnTo>
                  <a:pt x="252" y="366"/>
                </a:lnTo>
                <a:lnTo>
                  <a:pt x="251" y="366"/>
                </a:lnTo>
                <a:lnTo>
                  <a:pt x="250" y="367"/>
                </a:lnTo>
                <a:lnTo>
                  <a:pt x="249" y="367"/>
                </a:lnTo>
                <a:lnTo>
                  <a:pt x="248" y="368"/>
                </a:lnTo>
                <a:lnTo>
                  <a:pt x="248" y="369"/>
                </a:lnTo>
                <a:lnTo>
                  <a:pt x="248" y="368"/>
                </a:lnTo>
                <a:lnTo>
                  <a:pt x="248" y="369"/>
                </a:lnTo>
                <a:lnTo>
                  <a:pt x="248" y="368"/>
                </a:lnTo>
                <a:lnTo>
                  <a:pt x="247" y="368"/>
                </a:lnTo>
                <a:lnTo>
                  <a:pt x="247" y="367"/>
                </a:lnTo>
                <a:lnTo>
                  <a:pt x="247" y="366"/>
                </a:lnTo>
                <a:lnTo>
                  <a:pt x="246" y="365"/>
                </a:lnTo>
                <a:lnTo>
                  <a:pt x="246" y="364"/>
                </a:lnTo>
                <a:lnTo>
                  <a:pt x="245" y="363"/>
                </a:lnTo>
                <a:lnTo>
                  <a:pt x="245" y="362"/>
                </a:lnTo>
                <a:lnTo>
                  <a:pt x="245" y="361"/>
                </a:lnTo>
                <a:lnTo>
                  <a:pt x="244" y="361"/>
                </a:lnTo>
                <a:lnTo>
                  <a:pt x="244" y="360"/>
                </a:lnTo>
                <a:lnTo>
                  <a:pt x="244" y="359"/>
                </a:lnTo>
                <a:lnTo>
                  <a:pt x="245" y="359"/>
                </a:lnTo>
                <a:lnTo>
                  <a:pt x="245" y="358"/>
                </a:lnTo>
                <a:lnTo>
                  <a:pt x="246" y="358"/>
                </a:lnTo>
                <a:lnTo>
                  <a:pt x="245" y="358"/>
                </a:lnTo>
                <a:lnTo>
                  <a:pt x="245" y="357"/>
                </a:lnTo>
                <a:lnTo>
                  <a:pt x="246" y="357"/>
                </a:lnTo>
                <a:lnTo>
                  <a:pt x="247" y="357"/>
                </a:lnTo>
                <a:lnTo>
                  <a:pt x="247" y="356"/>
                </a:lnTo>
                <a:lnTo>
                  <a:pt x="247" y="355"/>
                </a:lnTo>
                <a:lnTo>
                  <a:pt x="247" y="354"/>
                </a:lnTo>
                <a:lnTo>
                  <a:pt x="247" y="353"/>
                </a:lnTo>
                <a:lnTo>
                  <a:pt x="246" y="353"/>
                </a:lnTo>
                <a:lnTo>
                  <a:pt x="247" y="354"/>
                </a:lnTo>
                <a:lnTo>
                  <a:pt x="247" y="355"/>
                </a:lnTo>
                <a:lnTo>
                  <a:pt x="246" y="355"/>
                </a:lnTo>
                <a:lnTo>
                  <a:pt x="247" y="355"/>
                </a:lnTo>
                <a:lnTo>
                  <a:pt x="246" y="355"/>
                </a:lnTo>
                <a:lnTo>
                  <a:pt x="246" y="356"/>
                </a:lnTo>
                <a:lnTo>
                  <a:pt x="245" y="356"/>
                </a:lnTo>
                <a:lnTo>
                  <a:pt x="245" y="357"/>
                </a:lnTo>
                <a:lnTo>
                  <a:pt x="244" y="357"/>
                </a:lnTo>
                <a:lnTo>
                  <a:pt x="245" y="357"/>
                </a:lnTo>
                <a:lnTo>
                  <a:pt x="245" y="358"/>
                </a:lnTo>
                <a:lnTo>
                  <a:pt x="244" y="358"/>
                </a:lnTo>
                <a:lnTo>
                  <a:pt x="244" y="359"/>
                </a:lnTo>
                <a:lnTo>
                  <a:pt x="244" y="361"/>
                </a:lnTo>
                <a:lnTo>
                  <a:pt x="245" y="361"/>
                </a:lnTo>
                <a:lnTo>
                  <a:pt x="245" y="362"/>
                </a:lnTo>
                <a:lnTo>
                  <a:pt x="245" y="363"/>
                </a:lnTo>
                <a:lnTo>
                  <a:pt x="245" y="364"/>
                </a:lnTo>
                <a:lnTo>
                  <a:pt x="245" y="365"/>
                </a:lnTo>
                <a:lnTo>
                  <a:pt x="246" y="365"/>
                </a:lnTo>
                <a:lnTo>
                  <a:pt x="246" y="366"/>
                </a:lnTo>
                <a:lnTo>
                  <a:pt x="246" y="367"/>
                </a:lnTo>
                <a:lnTo>
                  <a:pt x="246" y="368"/>
                </a:lnTo>
                <a:lnTo>
                  <a:pt x="247" y="369"/>
                </a:lnTo>
                <a:lnTo>
                  <a:pt x="246" y="369"/>
                </a:lnTo>
                <a:lnTo>
                  <a:pt x="247" y="369"/>
                </a:lnTo>
                <a:lnTo>
                  <a:pt x="247" y="370"/>
                </a:lnTo>
                <a:lnTo>
                  <a:pt x="247" y="371"/>
                </a:lnTo>
                <a:lnTo>
                  <a:pt x="247" y="372"/>
                </a:lnTo>
                <a:lnTo>
                  <a:pt x="247" y="375"/>
                </a:lnTo>
                <a:lnTo>
                  <a:pt x="248" y="376"/>
                </a:lnTo>
                <a:lnTo>
                  <a:pt x="248" y="377"/>
                </a:lnTo>
                <a:lnTo>
                  <a:pt x="248" y="378"/>
                </a:lnTo>
                <a:lnTo>
                  <a:pt x="248" y="379"/>
                </a:lnTo>
                <a:lnTo>
                  <a:pt x="248" y="380"/>
                </a:lnTo>
                <a:lnTo>
                  <a:pt x="248" y="381"/>
                </a:lnTo>
                <a:lnTo>
                  <a:pt x="248" y="382"/>
                </a:lnTo>
                <a:lnTo>
                  <a:pt x="248" y="383"/>
                </a:lnTo>
                <a:lnTo>
                  <a:pt x="248" y="384"/>
                </a:lnTo>
                <a:lnTo>
                  <a:pt x="248" y="385"/>
                </a:lnTo>
                <a:lnTo>
                  <a:pt x="247" y="385"/>
                </a:lnTo>
                <a:lnTo>
                  <a:pt x="247" y="386"/>
                </a:lnTo>
                <a:lnTo>
                  <a:pt x="248" y="386"/>
                </a:lnTo>
                <a:lnTo>
                  <a:pt x="247" y="387"/>
                </a:lnTo>
                <a:lnTo>
                  <a:pt x="246" y="387"/>
                </a:lnTo>
                <a:lnTo>
                  <a:pt x="245" y="387"/>
                </a:lnTo>
                <a:lnTo>
                  <a:pt x="244" y="387"/>
                </a:lnTo>
                <a:lnTo>
                  <a:pt x="243" y="387"/>
                </a:lnTo>
                <a:lnTo>
                  <a:pt x="243" y="388"/>
                </a:lnTo>
                <a:lnTo>
                  <a:pt x="242" y="388"/>
                </a:lnTo>
                <a:lnTo>
                  <a:pt x="242" y="389"/>
                </a:lnTo>
                <a:lnTo>
                  <a:pt x="242" y="388"/>
                </a:lnTo>
                <a:lnTo>
                  <a:pt x="241" y="388"/>
                </a:lnTo>
                <a:lnTo>
                  <a:pt x="240" y="388"/>
                </a:lnTo>
                <a:lnTo>
                  <a:pt x="240" y="389"/>
                </a:lnTo>
                <a:lnTo>
                  <a:pt x="239" y="389"/>
                </a:lnTo>
                <a:lnTo>
                  <a:pt x="239" y="390"/>
                </a:lnTo>
                <a:lnTo>
                  <a:pt x="239" y="389"/>
                </a:lnTo>
                <a:lnTo>
                  <a:pt x="238" y="389"/>
                </a:lnTo>
                <a:lnTo>
                  <a:pt x="238" y="390"/>
                </a:lnTo>
                <a:lnTo>
                  <a:pt x="237" y="390"/>
                </a:lnTo>
                <a:lnTo>
                  <a:pt x="236" y="390"/>
                </a:lnTo>
                <a:lnTo>
                  <a:pt x="235" y="390"/>
                </a:lnTo>
                <a:lnTo>
                  <a:pt x="234" y="390"/>
                </a:lnTo>
                <a:lnTo>
                  <a:pt x="233" y="390"/>
                </a:lnTo>
                <a:lnTo>
                  <a:pt x="232" y="390"/>
                </a:lnTo>
                <a:lnTo>
                  <a:pt x="232" y="389"/>
                </a:lnTo>
                <a:lnTo>
                  <a:pt x="233" y="389"/>
                </a:lnTo>
                <a:lnTo>
                  <a:pt x="233" y="388"/>
                </a:lnTo>
                <a:lnTo>
                  <a:pt x="233" y="387"/>
                </a:lnTo>
                <a:lnTo>
                  <a:pt x="232" y="387"/>
                </a:lnTo>
                <a:lnTo>
                  <a:pt x="232" y="386"/>
                </a:lnTo>
                <a:lnTo>
                  <a:pt x="231" y="386"/>
                </a:lnTo>
                <a:lnTo>
                  <a:pt x="230" y="387"/>
                </a:lnTo>
                <a:lnTo>
                  <a:pt x="230" y="386"/>
                </a:lnTo>
                <a:lnTo>
                  <a:pt x="229" y="386"/>
                </a:lnTo>
                <a:lnTo>
                  <a:pt x="229" y="385"/>
                </a:lnTo>
                <a:lnTo>
                  <a:pt x="228" y="384"/>
                </a:lnTo>
                <a:lnTo>
                  <a:pt x="229" y="384"/>
                </a:lnTo>
                <a:lnTo>
                  <a:pt x="229" y="383"/>
                </a:lnTo>
                <a:lnTo>
                  <a:pt x="229" y="382"/>
                </a:lnTo>
                <a:lnTo>
                  <a:pt x="229" y="381"/>
                </a:lnTo>
                <a:lnTo>
                  <a:pt x="228" y="380"/>
                </a:lnTo>
                <a:lnTo>
                  <a:pt x="227" y="379"/>
                </a:lnTo>
                <a:lnTo>
                  <a:pt x="225" y="379"/>
                </a:lnTo>
                <a:lnTo>
                  <a:pt x="224" y="379"/>
                </a:lnTo>
                <a:lnTo>
                  <a:pt x="223" y="380"/>
                </a:lnTo>
                <a:lnTo>
                  <a:pt x="221" y="380"/>
                </a:lnTo>
                <a:lnTo>
                  <a:pt x="220" y="381"/>
                </a:lnTo>
                <a:lnTo>
                  <a:pt x="219" y="381"/>
                </a:lnTo>
                <a:lnTo>
                  <a:pt x="218" y="381"/>
                </a:lnTo>
                <a:lnTo>
                  <a:pt x="218" y="382"/>
                </a:lnTo>
                <a:lnTo>
                  <a:pt x="217" y="382"/>
                </a:lnTo>
                <a:lnTo>
                  <a:pt x="216" y="382"/>
                </a:lnTo>
                <a:lnTo>
                  <a:pt x="216" y="381"/>
                </a:lnTo>
                <a:lnTo>
                  <a:pt x="215" y="381"/>
                </a:lnTo>
                <a:lnTo>
                  <a:pt x="214" y="381"/>
                </a:lnTo>
                <a:lnTo>
                  <a:pt x="213" y="381"/>
                </a:lnTo>
                <a:lnTo>
                  <a:pt x="214" y="382"/>
                </a:lnTo>
                <a:lnTo>
                  <a:pt x="215" y="382"/>
                </a:lnTo>
                <a:lnTo>
                  <a:pt x="216" y="382"/>
                </a:lnTo>
                <a:lnTo>
                  <a:pt x="216" y="383"/>
                </a:lnTo>
                <a:lnTo>
                  <a:pt x="215" y="383"/>
                </a:lnTo>
                <a:lnTo>
                  <a:pt x="214" y="383"/>
                </a:lnTo>
                <a:lnTo>
                  <a:pt x="213" y="383"/>
                </a:lnTo>
                <a:lnTo>
                  <a:pt x="213" y="384"/>
                </a:lnTo>
                <a:lnTo>
                  <a:pt x="212" y="384"/>
                </a:lnTo>
                <a:lnTo>
                  <a:pt x="211" y="384"/>
                </a:lnTo>
                <a:lnTo>
                  <a:pt x="210" y="385"/>
                </a:lnTo>
                <a:lnTo>
                  <a:pt x="209" y="386"/>
                </a:lnTo>
                <a:lnTo>
                  <a:pt x="208" y="386"/>
                </a:lnTo>
                <a:lnTo>
                  <a:pt x="208" y="387"/>
                </a:lnTo>
                <a:lnTo>
                  <a:pt x="207" y="387"/>
                </a:lnTo>
                <a:lnTo>
                  <a:pt x="207" y="386"/>
                </a:lnTo>
                <a:lnTo>
                  <a:pt x="208" y="386"/>
                </a:lnTo>
                <a:lnTo>
                  <a:pt x="209" y="386"/>
                </a:lnTo>
                <a:lnTo>
                  <a:pt x="209" y="385"/>
                </a:lnTo>
                <a:lnTo>
                  <a:pt x="208" y="385"/>
                </a:lnTo>
                <a:lnTo>
                  <a:pt x="208" y="386"/>
                </a:lnTo>
                <a:lnTo>
                  <a:pt x="207" y="386"/>
                </a:lnTo>
                <a:lnTo>
                  <a:pt x="207" y="387"/>
                </a:lnTo>
                <a:lnTo>
                  <a:pt x="206" y="387"/>
                </a:lnTo>
                <a:lnTo>
                  <a:pt x="206" y="388"/>
                </a:lnTo>
                <a:lnTo>
                  <a:pt x="205" y="388"/>
                </a:lnTo>
                <a:lnTo>
                  <a:pt x="206" y="388"/>
                </a:lnTo>
                <a:lnTo>
                  <a:pt x="205" y="388"/>
                </a:lnTo>
                <a:lnTo>
                  <a:pt x="205" y="387"/>
                </a:lnTo>
                <a:lnTo>
                  <a:pt x="205" y="388"/>
                </a:lnTo>
                <a:lnTo>
                  <a:pt x="205" y="389"/>
                </a:lnTo>
                <a:lnTo>
                  <a:pt x="204" y="390"/>
                </a:lnTo>
                <a:lnTo>
                  <a:pt x="203" y="390"/>
                </a:lnTo>
                <a:lnTo>
                  <a:pt x="202" y="390"/>
                </a:lnTo>
                <a:lnTo>
                  <a:pt x="202" y="391"/>
                </a:lnTo>
                <a:lnTo>
                  <a:pt x="201" y="391"/>
                </a:lnTo>
                <a:lnTo>
                  <a:pt x="200" y="391"/>
                </a:lnTo>
                <a:lnTo>
                  <a:pt x="200" y="392"/>
                </a:lnTo>
                <a:lnTo>
                  <a:pt x="199" y="392"/>
                </a:lnTo>
                <a:lnTo>
                  <a:pt x="198" y="392"/>
                </a:lnTo>
                <a:lnTo>
                  <a:pt x="197" y="392"/>
                </a:lnTo>
                <a:lnTo>
                  <a:pt x="196" y="392"/>
                </a:lnTo>
                <a:lnTo>
                  <a:pt x="196" y="391"/>
                </a:lnTo>
                <a:lnTo>
                  <a:pt x="196" y="390"/>
                </a:lnTo>
                <a:lnTo>
                  <a:pt x="196" y="389"/>
                </a:lnTo>
                <a:lnTo>
                  <a:pt x="196" y="388"/>
                </a:lnTo>
                <a:lnTo>
                  <a:pt x="196" y="389"/>
                </a:lnTo>
                <a:lnTo>
                  <a:pt x="195" y="389"/>
                </a:lnTo>
                <a:lnTo>
                  <a:pt x="195" y="390"/>
                </a:lnTo>
                <a:lnTo>
                  <a:pt x="194" y="390"/>
                </a:lnTo>
                <a:lnTo>
                  <a:pt x="194" y="389"/>
                </a:lnTo>
                <a:lnTo>
                  <a:pt x="194" y="388"/>
                </a:lnTo>
                <a:lnTo>
                  <a:pt x="195" y="388"/>
                </a:lnTo>
                <a:lnTo>
                  <a:pt x="196" y="388"/>
                </a:lnTo>
                <a:lnTo>
                  <a:pt x="196" y="387"/>
                </a:lnTo>
                <a:lnTo>
                  <a:pt x="196" y="386"/>
                </a:lnTo>
                <a:lnTo>
                  <a:pt x="195" y="386"/>
                </a:lnTo>
                <a:lnTo>
                  <a:pt x="196" y="386"/>
                </a:lnTo>
                <a:lnTo>
                  <a:pt x="196" y="385"/>
                </a:lnTo>
                <a:lnTo>
                  <a:pt x="197" y="385"/>
                </a:lnTo>
                <a:lnTo>
                  <a:pt x="196" y="385"/>
                </a:lnTo>
                <a:lnTo>
                  <a:pt x="195" y="385"/>
                </a:lnTo>
                <a:lnTo>
                  <a:pt x="194" y="385"/>
                </a:lnTo>
                <a:lnTo>
                  <a:pt x="194" y="386"/>
                </a:lnTo>
                <a:lnTo>
                  <a:pt x="193" y="387"/>
                </a:lnTo>
                <a:lnTo>
                  <a:pt x="193" y="386"/>
                </a:lnTo>
                <a:lnTo>
                  <a:pt x="193" y="385"/>
                </a:lnTo>
                <a:lnTo>
                  <a:pt x="193" y="384"/>
                </a:lnTo>
                <a:lnTo>
                  <a:pt x="193" y="385"/>
                </a:lnTo>
                <a:lnTo>
                  <a:pt x="192" y="385"/>
                </a:lnTo>
                <a:lnTo>
                  <a:pt x="192" y="384"/>
                </a:lnTo>
                <a:lnTo>
                  <a:pt x="192" y="383"/>
                </a:lnTo>
                <a:lnTo>
                  <a:pt x="193" y="382"/>
                </a:lnTo>
                <a:lnTo>
                  <a:pt x="192" y="382"/>
                </a:lnTo>
                <a:lnTo>
                  <a:pt x="192" y="383"/>
                </a:lnTo>
                <a:lnTo>
                  <a:pt x="191" y="383"/>
                </a:lnTo>
                <a:lnTo>
                  <a:pt x="190" y="384"/>
                </a:lnTo>
                <a:lnTo>
                  <a:pt x="190" y="383"/>
                </a:lnTo>
                <a:lnTo>
                  <a:pt x="189" y="383"/>
                </a:lnTo>
                <a:lnTo>
                  <a:pt x="189" y="382"/>
                </a:lnTo>
                <a:lnTo>
                  <a:pt x="189" y="383"/>
                </a:lnTo>
                <a:lnTo>
                  <a:pt x="188" y="383"/>
                </a:lnTo>
                <a:lnTo>
                  <a:pt x="188" y="384"/>
                </a:lnTo>
                <a:lnTo>
                  <a:pt x="187" y="384"/>
                </a:lnTo>
                <a:lnTo>
                  <a:pt x="186" y="384"/>
                </a:lnTo>
                <a:lnTo>
                  <a:pt x="185" y="384"/>
                </a:lnTo>
                <a:lnTo>
                  <a:pt x="184" y="382"/>
                </a:lnTo>
                <a:lnTo>
                  <a:pt x="185" y="382"/>
                </a:lnTo>
                <a:lnTo>
                  <a:pt x="184" y="382"/>
                </a:lnTo>
                <a:lnTo>
                  <a:pt x="184" y="383"/>
                </a:lnTo>
                <a:lnTo>
                  <a:pt x="183" y="383"/>
                </a:lnTo>
                <a:lnTo>
                  <a:pt x="183" y="384"/>
                </a:lnTo>
                <a:lnTo>
                  <a:pt x="184" y="384"/>
                </a:lnTo>
                <a:lnTo>
                  <a:pt x="185" y="384"/>
                </a:lnTo>
                <a:lnTo>
                  <a:pt x="185" y="385"/>
                </a:lnTo>
                <a:lnTo>
                  <a:pt x="184" y="385"/>
                </a:lnTo>
                <a:lnTo>
                  <a:pt x="185" y="386"/>
                </a:lnTo>
                <a:lnTo>
                  <a:pt x="185" y="385"/>
                </a:lnTo>
                <a:lnTo>
                  <a:pt x="185" y="386"/>
                </a:lnTo>
                <a:lnTo>
                  <a:pt x="186" y="386"/>
                </a:lnTo>
                <a:lnTo>
                  <a:pt x="186" y="387"/>
                </a:lnTo>
                <a:lnTo>
                  <a:pt x="186" y="386"/>
                </a:lnTo>
                <a:lnTo>
                  <a:pt x="186" y="387"/>
                </a:lnTo>
                <a:lnTo>
                  <a:pt x="187" y="387"/>
                </a:lnTo>
                <a:lnTo>
                  <a:pt x="187" y="388"/>
                </a:lnTo>
                <a:lnTo>
                  <a:pt x="187" y="387"/>
                </a:lnTo>
                <a:lnTo>
                  <a:pt x="188" y="387"/>
                </a:lnTo>
                <a:lnTo>
                  <a:pt x="188" y="388"/>
                </a:lnTo>
                <a:lnTo>
                  <a:pt x="189" y="388"/>
                </a:lnTo>
                <a:lnTo>
                  <a:pt x="190" y="388"/>
                </a:lnTo>
                <a:lnTo>
                  <a:pt x="191" y="388"/>
                </a:lnTo>
                <a:lnTo>
                  <a:pt x="191" y="389"/>
                </a:lnTo>
                <a:lnTo>
                  <a:pt x="192" y="389"/>
                </a:lnTo>
                <a:lnTo>
                  <a:pt x="192" y="390"/>
                </a:lnTo>
                <a:lnTo>
                  <a:pt x="192" y="391"/>
                </a:lnTo>
                <a:lnTo>
                  <a:pt x="192" y="392"/>
                </a:lnTo>
                <a:lnTo>
                  <a:pt x="191" y="392"/>
                </a:lnTo>
                <a:lnTo>
                  <a:pt x="191" y="393"/>
                </a:lnTo>
                <a:lnTo>
                  <a:pt x="192" y="393"/>
                </a:lnTo>
                <a:lnTo>
                  <a:pt x="191" y="394"/>
                </a:lnTo>
                <a:lnTo>
                  <a:pt x="191" y="395"/>
                </a:lnTo>
                <a:lnTo>
                  <a:pt x="191" y="396"/>
                </a:lnTo>
                <a:lnTo>
                  <a:pt x="190" y="396"/>
                </a:lnTo>
                <a:lnTo>
                  <a:pt x="189" y="396"/>
                </a:lnTo>
                <a:lnTo>
                  <a:pt x="189" y="397"/>
                </a:lnTo>
                <a:lnTo>
                  <a:pt x="190" y="397"/>
                </a:lnTo>
                <a:lnTo>
                  <a:pt x="190" y="398"/>
                </a:lnTo>
                <a:lnTo>
                  <a:pt x="191" y="398"/>
                </a:lnTo>
                <a:lnTo>
                  <a:pt x="192" y="398"/>
                </a:lnTo>
                <a:lnTo>
                  <a:pt x="190" y="398"/>
                </a:lnTo>
                <a:lnTo>
                  <a:pt x="188" y="399"/>
                </a:lnTo>
                <a:lnTo>
                  <a:pt x="187" y="399"/>
                </a:lnTo>
                <a:lnTo>
                  <a:pt x="186" y="399"/>
                </a:lnTo>
                <a:lnTo>
                  <a:pt x="185" y="400"/>
                </a:lnTo>
                <a:lnTo>
                  <a:pt x="184" y="400"/>
                </a:lnTo>
                <a:lnTo>
                  <a:pt x="182" y="401"/>
                </a:lnTo>
                <a:lnTo>
                  <a:pt x="182" y="402"/>
                </a:lnTo>
                <a:lnTo>
                  <a:pt x="181" y="403"/>
                </a:lnTo>
                <a:lnTo>
                  <a:pt x="181" y="404"/>
                </a:lnTo>
                <a:lnTo>
                  <a:pt x="181" y="405"/>
                </a:lnTo>
                <a:lnTo>
                  <a:pt x="181" y="406"/>
                </a:lnTo>
                <a:lnTo>
                  <a:pt x="182" y="407"/>
                </a:lnTo>
                <a:lnTo>
                  <a:pt x="181" y="407"/>
                </a:lnTo>
                <a:lnTo>
                  <a:pt x="180" y="408"/>
                </a:lnTo>
                <a:lnTo>
                  <a:pt x="179" y="408"/>
                </a:lnTo>
                <a:lnTo>
                  <a:pt x="179" y="409"/>
                </a:lnTo>
                <a:lnTo>
                  <a:pt x="178" y="409"/>
                </a:lnTo>
                <a:lnTo>
                  <a:pt x="178" y="408"/>
                </a:lnTo>
                <a:lnTo>
                  <a:pt x="178" y="407"/>
                </a:lnTo>
                <a:lnTo>
                  <a:pt x="178" y="406"/>
                </a:lnTo>
                <a:lnTo>
                  <a:pt x="177" y="406"/>
                </a:lnTo>
                <a:lnTo>
                  <a:pt x="176" y="406"/>
                </a:lnTo>
                <a:lnTo>
                  <a:pt x="175" y="406"/>
                </a:lnTo>
                <a:lnTo>
                  <a:pt x="176" y="406"/>
                </a:lnTo>
                <a:lnTo>
                  <a:pt x="176" y="407"/>
                </a:lnTo>
                <a:lnTo>
                  <a:pt x="177" y="407"/>
                </a:lnTo>
                <a:lnTo>
                  <a:pt x="178" y="408"/>
                </a:lnTo>
                <a:lnTo>
                  <a:pt x="177" y="408"/>
                </a:lnTo>
                <a:lnTo>
                  <a:pt x="177" y="407"/>
                </a:lnTo>
                <a:lnTo>
                  <a:pt x="176" y="407"/>
                </a:lnTo>
                <a:lnTo>
                  <a:pt x="175" y="407"/>
                </a:lnTo>
                <a:lnTo>
                  <a:pt x="174" y="407"/>
                </a:lnTo>
                <a:lnTo>
                  <a:pt x="174" y="408"/>
                </a:lnTo>
                <a:lnTo>
                  <a:pt x="173" y="408"/>
                </a:lnTo>
                <a:lnTo>
                  <a:pt x="172" y="408"/>
                </a:lnTo>
                <a:lnTo>
                  <a:pt x="172" y="409"/>
                </a:lnTo>
                <a:lnTo>
                  <a:pt x="171" y="409"/>
                </a:lnTo>
                <a:lnTo>
                  <a:pt x="170" y="410"/>
                </a:lnTo>
                <a:lnTo>
                  <a:pt x="169" y="409"/>
                </a:lnTo>
                <a:lnTo>
                  <a:pt x="170" y="409"/>
                </a:lnTo>
                <a:lnTo>
                  <a:pt x="170" y="408"/>
                </a:lnTo>
                <a:lnTo>
                  <a:pt x="168" y="408"/>
                </a:lnTo>
                <a:lnTo>
                  <a:pt x="167" y="408"/>
                </a:lnTo>
                <a:lnTo>
                  <a:pt x="165" y="409"/>
                </a:lnTo>
                <a:lnTo>
                  <a:pt x="165" y="410"/>
                </a:lnTo>
                <a:lnTo>
                  <a:pt x="164" y="410"/>
                </a:lnTo>
                <a:lnTo>
                  <a:pt x="163" y="410"/>
                </a:lnTo>
                <a:lnTo>
                  <a:pt x="163" y="409"/>
                </a:lnTo>
                <a:lnTo>
                  <a:pt x="162" y="409"/>
                </a:lnTo>
                <a:lnTo>
                  <a:pt x="162" y="408"/>
                </a:lnTo>
                <a:lnTo>
                  <a:pt x="163" y="408"/>
                </a:lnTo>
                <a:lnTo>
                  <a:pt x="164" y="408"/>
                </a:lnTo>
                <a:lnTo>
                  <a:pt x="165" y="408"/>
                </a:lnTo>
                <a:lnTo>
                  <a:pt x="164" y="408"/>
                </a:lnTo>
                <a:lnTo>
                  <a:pt x="163" y="408"/>
                </a:lnTo>
                <a:lnTo>
                  <a:pt x="163" y="407"/>
                </a:lnTo>
                <a:lnTo>
                  <a:pt x="162" y="407"/>
                </a:lnTo>
                <a:lnTo>
                  <a:pt x="162" y="406"/>
                </a:lnTo>
                <a:lnTo>
                  <a:pt x="162" y="404"/>
                </a:lnTo>
                <a:lnTo>
                  <a:pt x="161" y="404"/>
                </a:lnTo>
                <a:lnTo>
                  <a:pt x="160" y="403"/>
                </a:lnTo>
                <a:lnTo>
                  <a:pt x="160" y="402"/>
                </a:lnTo>
                <a:lnTo>
                  <a:pt x="160" y="403"/>
                </a:lnTo>
                <a:lnTo>
                  <a:pt x="160" y="404"/>
                </a:lnTo>
                <a:lnTo>
                  <a:pt x="161" y="405"/>
                </a:lnTo>
                <a:lnTo>
                  <a:pt x="161" y="406"/>
                </a:lnTo>
                <a:lnTo>
                  <a:pt x="160" y="406"/>
                </a:lnTo>
                <a:lnTo>
                  <a:pt x="160" y="405"/>
                </a:lnTo>
                <a:lnTo>
                  <a:pt x="160" y="406"/>
                </a:lnTo>
                <a:lnTo>
                  <a:pt x="160" y="407"/>
                </a:lnTo>
                <a:lnTo>
                  <a:pt x="161" y="407"/>
                </a:lnTo>
                <a:lnTo>
                  <a:pt x="161" y="408"/>
                </a:lnTo>
                <a:lnTo>
                  <a:pt x="160" y="408"/>
                </a:lnTo>
                <a:lnTo>
                  <a:pt x="159" y="408"/>
                </a:lnTo>
                <a:lnTo>
                  <a:pt x="159" y="409"/>
                </a:lnTo>
                <a:lnTo>
                  <a:pt x="159" y="408"/>
                </a:lnTo>
                <a:lnTo>
                  <a:pt x="158" y="408"/>
                </a:lnTo>
                <a:lnTo>
                  <a:pt x="158" y="407"/>
                </a:lnTo>
                <a:lnTo>
                  <a:pt x="157" y="407"/>
                </a:lnTo>
                <a:lnTo>
                  <a:pt x="156" y="407"/>
                </a:lnTo>
                <a:lnTo>
                  <a:pt x="155" y="407"/>
                </a:lnTo>
                <a:lnTo>
                  <a:pt x="155" y="408"/>
                </a:lnTo>
                <a:lnTo>
                  <a:pt x="155" y="407"/>
                </a:lnTo>
                <a:lnTo>
                  <a:pt x="156" y="407"/>
                </a:lnTo>
                <a:lnTo>
                  <a:pt x="156" y="408"/>
                </a:lnTo>
                <a:lnTo>
                  <a:pt x="157" y="408"/>
                </a:lnTo>
                <a:lnTo>
                  <a:pt x="158" y="408"/>
                </a:lnTo>
                <a:lnTo>
                  <a:pt x="158" y="409"/>
                </a:lnTo>
                <a:lnTo>
                  <a:pt x="157" y="409"/>
                </a:lnTo>
                <a:lnTo>
                  <a:pt x="156" y="409"/>
                </a:lnTo>
                <a:lnTo>
                  <a:pt x="155" y="410"/>
                </a:lnTo>
                <a:lnTo>
                  <a:pt x="154" y="410"/>
                </a:lnTo>
                <a:lnTo>
                  <a:pt x="154" y="411"/>
                </a:lnTo>
                <a:lnTo>
                  <a:pt x="153" y="412"/>
                </a:lnTo>
                <a:lnTo>
                  <a:pt x="152" y="413"/>
                </a:lnTo>
                <a:lnTo>
                  <a:pt x="151" y="414"/>
                </a:lnTo>
                <a:lnTo>
                  <a:pt x="150" y="414"/>
                </a:lnTo>
                <a:lnTo>
                  <a:pt x="149" y="415"/>
                </a:lnTo>
                <a:lnTo>
                  <a:pt x="149" y="416"/>
                </a:lnTo>
                <a:lnTo>
                  <a:pt x="148" y="416"/>
                </a:lnTo>
                <a:lnTo>
                  <a:pt x="148" y="417"/>
                </a:lnTo>
                <a:lnTo>
                  <a:pt x="147" y="417"/>
                </a:lnTo>
                <a:lnTo>
                  <a:pt x="146" y="418"/>
                </a:lnTo>
                <a:lnTo>
                  <a:pt x="146" y="419"/>
                </a:lnTo>
                <a:lnTo>
                  <a:pt x="145" y="419"/>
                </a:lnTo>
                <a:lnTo>
                  <a:pt x="144" y="419"/>
                </a:lnTo>
                <a:lnTo>
                  <a:pt x="144" y="418"/>
                </a:lnTo>
                <a:lnTo>
                  <a:pt x="144" y="417"/>
                </a:lnTo>
                <a:lnTo>
                  <a:pt x="144" y="416"/>
                </a:lnTo>
                <a:lnTo>
                  <a:pt x="143" y="416"/>
                </a:lnTo>
                <a:lnTo>
                  <a:pt x="144" y="416"/>
                </a:lnTo>
                <a:lnTo>
                  <a:pt x="144" y="417"/>
                </a:lnTo>
                <a:lnTo>
                  <a:pt x="145" y="417"/>
                </a:lnTo>
                <a:lnTo>
                  <a:pt x="146" y="417"/>
                </a:lnTo>
                <a:lnTo>
                  <a:pt x="146" y="416"/>
                </a:lnTo>
                <a:lnTo>
                  <a:pt x="146" y="415"/>
                </a:lnTo>
                <a:lnTo>
                  <a:pt x="146" y="414"/>
                </a:lnTo>
                <a:lnTo>
                  <a:pt x="147" y="414"/>
                </a:lnTo>
                <a:lnTo>
                  <a:pt x="147" y="413"/>
                </a:lnTo>
                <a:lnTo>
                  <a:pt x="148" y="413"/>
                </a:lnTo>
                <a:lnTo>
                  <a:pt x="148" y="412"/>
                </a:lnTo>
                <a:lnTo>
                  <a:pt x="148" y="413"/>
                </a:lnTo>
                <a:lnTo>
                  <a:pt x="147" y="413"/>
                </a:lnTo>
                <a:lnTo>
                  <a:pt x="147" y="412"/>
                </a:lnTo>
                <a:lnTo>
                  <a:pt x="146" y="412"/>
                </a:lnTo>
                <a:lnTo>
                  <a:pt x="146" y="411"/>
                </a:lnTo>
                <a:lnTo>
                  <a:pt x="145" y="411"/>
                </a:lnTo>
                <a:lnTo>
                  <a:pt x="144" y="411"/>
                </a:lnTo>
                <a:lnTo>
                  <a:pt x="144" y="412"/>
                </a:lnTo>
                <a:lnTo>
                  <a:pt x="144" y="411"/>
                </a:lnTo>
                <a:lnTo>
                  <a:pt x="143" y="411"/>
                </a:lnTo>
                <a:lnTo>
                  <a:pt x="143" y="412"/>
                </a:lnTo>
                <a:lnTo>
                  <a:pt x="143" y="411"/>
                </a:lnTo>
                <a:lnTo>
                  <a:pt x="142" y="411"/>
                </a:lnTo>
                <a:lnTo>
                  <a:pt x="142" y="410"/>
                </a:lnTo>
                <a:lnTo>
                  <a:pt x="141" y="410"/>
                </a:lnTo>
                <a:lnTo>
                  <a:pt x="140" y="410"/>
                </a:lnTo>
                <a:lnTo>
                  <a:pt x="140" y="409"/>
                </a:lnTo>
                <a:lnTo>
                  <a:pt x="139" y="409"/>
                </a:lnTo>
                <a:lnTo>
                  <a:pt x="139" y="410"/>
                </a:lnTo>
                <a:lnTo>
                  <a:pt x="138" y="410"/>
                </a:lnTo>
                <a:lnTo>
                  <a:pt x="138" y="409"/>
                </a:lnTo>
                <a:lnTo>
                  <a:pt x="138" y="410"/>
                </a:lnTo>
                <a:lnTo>
                  <a:pt x="138" y="411"/>
                </a:lnTo>
                <a:lnTo>
                  <a:pt x="139" y="411"/>
                </a:lnTo>
                <a:lnTo>
                  <a:pt x="141" y="411"/>
                </a:lnTo>
                <a:lnTo>
                  <a:pt x="142" y="411"/>
                </a:lnTo>
                <a:lnTo>
                  <a:pt x="142" y="412"/>
                </a:lnTo>
                <a:lnTo>
                  <a:pt x="142" y="413"/>
                </a:lnTo>
                <a:lnTo>
                  <a:pt x="141" y="413"/>
                </a:lnTo>
                <a:lnTo>
                  <a:pt x="140" y="413"/>
                </a:lnTo>
                <a:lnTo>
                  <a:pt x="140" y="412"/>
                </a:lnTo>
                <a:lnTo>
                  <a:pt x="139" y="413"/>
                </a:lnTo>
                <a:lnTo>
                  <a:pt x="138" y="413"/>
                </a:lnTo>
                <a:lnTo>
                  <a:pt x="137" y="413"/>
                </a:lnTo>
                <a:lnTo>
                  <a:pt x="136" y="414"/>
                </a:lnTo>
                <a:lnTo>
                  <a:pt x="135" y="414"/>
                </a:lnTo>
                <a:lnTo>
                  <a:pt x="134" y="414"/>
                </a:lnTo>
                <a:lnTo>
                  <a:pt x="133" y="414"/>
                </a:lnTo>
                <a:lnTo>
                  <a:pt x="132" y="414"/>
                </a:lnTo>
                <a:lnTo>
                  <a:pt x="131" y="414"/>
                </a:lnTo>
                <a:lnTo>
                  <a:pt x="130" y="415"/>
                </a:lnTo>
                <a:lnTo>
                  <a:pt x="130" y="414"/>
                </a:lnTo>
                <a:lnTo>
                  <a:pt x="129" y="413"/>
                </a:lnTo>
                <a:lnTo>
                  <a:pt x="128" y="413"/>
                </a:lnTo>
                <a:lnTo>
                  <a:pt x="129" y="413"/>
                </a:lnTo>
                <a:lnTo>
                  <a:pt x="129" y="412"/>
                </a:lnTo>
                <a:lnTo>
                  <a:pt x="128" y="413"/>
                </a:lnTo>
                <a:lnTo>
                  <a:pt x="128" y="412"/>
                </a:lnTo>
                <a:lnTo>
                  <a:pt x="127" y="412"/>
                </a:lnTo>
                <a:lnTo>
                  <a:pt x="127" y="411"/>
                </a:lnTo>
                <a:lnTo>
                  <a:pt x="128" y="410"/>
                </a:lnTo>
                <a:lnTo>
                  <a:pt x="128" y="409"/>
                </a:lnTo>
                <a:lnTo>
                  <a:pt x="127" y="409"/>
                </a:lnTo>
                <a:lnTo>
                  <a:pt x="125" y="409"/>
                </a:lnTo>
                <a:lnTo>
                  <a:pt x="124" y="409"/>
                </a:lnTo>
                <a:lnTo>
                  <a:pt x="124" y="408"/>
                </a:lnTo>
                <a:lnTo>
                  <a:pt x="124" y="407"/>
                </a:lnTo>
                <a:lnTo>
                  <a:pt x="123" y="408"/>
                </a:lnTo>
                <a:lnTo>
                  <a:pt x="123" y="409"/>
                </a:lnTo>
                <a:lnTo>
                  <a:pt x="122" y="409"/>
                </a:lnTo>
                <a:lnTo>
                  <a:pt x="121" y="410"/>
                </a:lnTo>
                <a:lnTo>
                  <a:pt x="121" y="411"/>
                </a:lnTo>
                <a:lnTo>
                  <a:pt x="121" y="410"/>
                </a:lnTo>
                <a:lnTo>
                  <a:pt x="121" y="411"/>
                </a:lnTo>
                <a:lnTo>
                  <a:pt x="121" y="412"/>
                </a:lnTo>
                <a:lnTo>
                  <a:pt x="122" y="412"/>
                </a:lnTo>
                <a:lnTo>
                  <a:pt x="122" y="413"/>
                </a:lnTo>
                <a:lnTo>
                  <a:pt x="122" y="414"/>
                </a:lnTo>
                <a:lnTo>
                  <a:pt x="123" y="413"/>
                </a:lnTo>
                <a:lnTo>
                  <a:pt x="124" y="413"/>
                </a:lnTo>
                <a:lnTo>
                  <a:pt x="125" y="413"/>
                </a:lnTo>
                <a:lnTo>
                  <a:pt x="125" y="412"/>
                </a:lnTo>
                <a:lnTo>
                  <a:pt x="126" y="412"/>
                </a:lnTo>
                <a:lnTo>
                  <a:pt x="127" y="412"/>
                </a:lnTo>
                <a:lnTo>
                  <a:pt x="127" y="413"/>
                </a:lnTo>
                <a:lnTo>
                  <a:pt x="128" y="414"/>
                </a:lnTo>
                <a:lnTo>
                  <a:pt x="126" y="415"/>
                </a:lnTo>
                <a:lnTo>
                  <a:pt x="124" y="415"/>
                </a:lnTo>
                <a:lnTo>
                  <a:pt x="123" y="416"/>
                </a:lnTo>
                <a:lnTo>
                  <a:pt x="122" y="416"/>
                </a:lnTo>
                <a:lnTo>
                  <a:pt x="121" y="417"/>
                </a:lnTo>
                <a:lnTo>
                  <a:pt x="121" y="418"/>
                </a:lnTo>
                <a:lnTo>
                  <a:pt x="120" y="418"/>
                </a:lnTo>
                <a:lnTo>
                  <a:pt x="119" y="418"/>
                </a:lnTo>
                <a:lnTo>
                  <a:pt x="118" y="418"/>
                </a:lnTo>
                <a:lnTo>
                  <a:pt x="118" y="419"/>
                </a:lnTo>
                <a:lnTo>
                  <a:pt x="117" y="419"/>
                </a:lnTo>
                <a:lnTo>
                  <a:pt x="116" y="419"/>
                </a:lnTo>
                <a:lnTo>
                  <a:pt x="115" y="419"/>
                </a:lnTo>
                <a:lnTo>
                  <a:pt x="114" y="419"/>
                </a:lnTo>
                <a:lnTo>
                  <a:pt x="113" y="420"/>
                </a:lnTo>
                <a:lnTo>
                  <a:pt x="112" y="421"/>
                </a:lnTo>
                <a:lnTo>
                  <a:pt x="111" y="422"/>
                </a:lnTo>
                <a:lnTo>
                  <a:pt x="110" y="422"/>
                </a:lnTo>
                <a:lnTo>
                  <a:pt x="109" y="422"/>
                </a:lnTo>
                <a:lnTo>
                  <a:pt x="108" y="422"/>
                </a:lnTo>
                <a:lnTo>
                  <a:pt x="107" y="422"/>
                </a:lnTo>
                <a:lnTo>
                  <a:pt x="106" y="422"/>
                </a:lnTo>
                <a:lnTo>
                  <a:pt x="105" y="422"/>
                </a:lnTo>
                <a:lnTo>
                  <a:pt x="105" y="421"/>
                </a:lnTo>
                <a:lnTo>
                  <a:pt x="104" y="421"/>
                </a:lnTo>
                <a:lnTo>
                  <a:pt x="103" y="421"/>
                </a:lnTo>
                <a:lnTo>
                  <a:pt x="102" y="421"/>
                </a:lnTo>
                <a:lnTo>
                  <a:pt x="101" y="421"/>
                </a:lnTo>
                <a:lnTo>
                  <a:pt x="100" y="421"/>
                </a:lnTo>
                <a:lnTo>
                  <a:pt x="99" y="422"/>
                </a:lnTo>
                <a:lnTo>
                  <a:pt x="99" y="423"/>
                </a:lnTo>
                <a:lnTo>
                  <a:pt x="98" y="423"/>
                </a:lnTo>
                <a:lnTo>
                  <a:pt x="98" y="422"/>
                </a:lnTo>
                <a:lnTo>
                  <a:pt x="98" y="423"/>
                </a:lnTo>
                <a:lnTo>
                  <a:pt x="97" y="424"/>
                </a:lnTo>
                <a:lnTo>
                  <a:pt x="96" y="424"/>
                </a:lnTo>
                <a:lnTo>
                  <a:pt x="96" y="425"/>
                </a:lnTo>
                <a:lnTo>
                  <a:pt x="95" y="426"/>
                </a:lnTo>
                <a:lnTo>
                  <a:pt x="94" y="427"/>
                </a:lnTo>
                <a:lnTo>
                  <a:pt x="94" y="428"/>
                </a:lnTo>
                <a:lnTo>
                  <a:pt x="93" y="428"/>
                </a:lnTo>
                <a:lnTo>
                  <a:pt x="92" y="429"/>
                </a:lnTo>
                <a:lnTo>
                  <a:pt x="92" y="430"/>
                </a:lnTo>
                <a:lnTo>
                  <a:pt x="91" y="431"/>
                </a:lnTo>
                <a:lnTo>
                  <a:pt x="91" y="432"/>
                </a:lnTo>
                <a:lnTo>
                  <a:pt x="91" y="433"/>
                </a:lnTo>
                <a:lnTo>
                  <a:pt x="90" y="434"/>
                </a:lnTo>
                <a:lnTo>
                  <a:pt x="90" y="435"/>
                </a:lnTo>
                <a:lnTo>
                  <a:pt x="90" y="436"/>
                </a:lnTo>
                <a:lnTo>
                  <a:pt x="89" y="437"/>
                </a:lnTo>
                <a:lnTo>
                  <a:pt x="88" y="437"/>
                </a:lnTo>
                <a:lnTo>
                  <a:pt x="88" y="438"/>
                </a:lnTo>
                <a:lnTo>
                  <a:pt x="87" y="439"/>
                </a:lnTo>
                <a:lnTo>
                  <a:pt x="86" y="439"/>
                </a:lnTo>
                <a:lnTo>
                  <a:pt x="85" y="439"/>
                </a:lnTo>
                <a:lnTo>
                  <a:pt x="85" y="438"/>
                </a:lnTo>
                <a:lnTo>
                  <a:pt x="85" y="439"/>
                </a:lnTo>
                <a:lnTo>
                  <a:pt x="83" y="439"/>
                </a:lnTo>
                <a:lnTo>
                  <a:pt x="82" y="439"/>
                </a:lnTo>
                <a:lnTo>
                  <a:pt x="81" y="439"/>
                </a:lnTo>
                <a:lnTo>
                  <a:pt x="80" y="439"/>
                </a:lnTo>
                <a:lnTo>
                  <a:pt x="80" y="440"/>
                </a:lnTo>
                <a:lnTo>
                  <a:pt x="79" y="440"/>
                </a:lnTo>
                <a:lnTo>
                  <a:pt x="79" y="441"/>
                </a:lnTo>
                <a:lnTo>
                  <a:pt x="78" y="441"/>
                </a:lnTo>
                <a:lnTo>
                  <a:pt x="78" y="440"/>
                </a:lnTo>
                <a:lnTo>
                  <a:pt x="77" y="440"/>
                </a:lnTo>
                <a:lnTo>
                  <a:pt x="76" y="440"/>
                </a:lnTo>
                <a:lnTo>
                  <a:pt x="76" y="439"/>
                </a:lnTo>
                <a:lnTo>
                  <a:pt x="75" y="439"/>
                </a:lnTo>
                <a:lnTo>
                  <a:pt x="74" y="439"/>
                </a:lnTo>
                <a:lnTo>
                  <a:pt x="74" y="440"/>
                </a:lnTo>
                <a:lnTo>
                  <a:pt x="73" y="440"/>
                </a:lnTo>
                <a:lnTo>
                  <a:pt x="72" y="441"/>
                </a:lnTo>
                <a:lnTo>
                  <a:pt x="72" y="442"/>
                </a:lnTo>
                <a:lnTo>
                  <a:pt x="71" y="442"/>
                </a:lnTo>
                <a:lnTo>
                  <a:pt x="70" y="442"/>
                </a:lnTo>
                <a:lnTo>
                  <a:pt x="69" y="442"/>
                </a:lnTo>
                <a:lnTo>
                  <a:pt x="69" y="441"/>
                </a:lnTo>
                <a:lnTo>
                  <a:pt x="70" y="441"/>
                </a:lnTo>
                <a:lnTo>
                  <a:pt x="70" y="440"/>
                </a:lnTo>
                <a:lnTo>
                  <a:pt x="70" y="439"/>
                </a:lnTo>
                <a:lnTo>
                  <a:pt x="71" y="439"/>
                </a:lnTo>
                <a:lnTo>
                  <a:pt x="71" y="438"/>
                </a:lnTo>
                <a:lnTo>
                  <a:pt x="71" y="437"/>
                </a:lnTo>
                <a:lnTo>
                  <a:pt x="70" y="437"/>
                </a:lnTo>
                <a:lnTo>
                  <a:pt x="70" y="436"/>
                </a:lnTo>
                <a:lnTo>
                  <a:pt x="69" y="436"/>
                </a:lnTo>
                <a:lnTo>
                  <a:pt x="69" y="435"/>
                </a:lnTo>
                <a:lnTo>
                  <a:pt x="69" y="434"/>
                </a:lnTo>
                <a:lnTo>
                  <a:pt x="69" y="433"/>
                </a:lnTo>
                <a:lnTo>
                  <a:pt x="70" y="432"/>
                </a:lnTo>
                <a:lnTo>
                  <a:pt x="71" y="432"/>
                </a:lnTo>
                <a:lnTo>
                  <a:pt x="71" y="431"/>
                </a:lnTo>
                <a:lnTo>
                  <a:pt x="71" y="430"/>
                </a:lnTo>
                <a:lnTo>
                  <a:pt x="70" y="430"/>
                </a:lnTo>
                <a:lnTo>
                  <a:pt x="70" y="431"/>
                </a:lnTo>
                <a:lnTo>
                  <a:pt x="69" y="431"/>
                </a:lnTo>
                <a:lnTo>
                  <a:pt x="69" y="430"/>
                </a:lnTo>
                <a:lnTo>
                  <a:pt x="69" y="428"/>
                </a:lnTo>
                <a:lnTo>
                  <a:pt x="69" y="427"/>
                </a:lnTo>
                <a:lnTo>
                  <a:pt x="69" y="426"/>
                </a:lnTo>
                <a:lnTo>
                  <a:pt x="69" y="425"/>
                </a:lnTo>
                <a:lnTo>
                  <a:pt x="70" y="425"/>
                </a:lnTo>
                <a:lnTo>
                  <a:pt x="70" y="424"/>
                </a:lnTo>
                <a:lnTo>
                  <a:pt x="70" y="422"/>
                </a:lnTo>
                <a:lnTo>
                  <a:pt x="69" y="422"/>
                </a:lnTo>
                <a:lnTo>
                  <a:pt x="69" y="424"/>
                </a:lnTo>
                <a:lnTo>
                  <a:pt x="68" y="424"/>
                </a:lnTo>
                <a:lnTo>
                  <a:pt x="68" y="423"/>
                </a:lnTo>
                <a:lnTo>
                  <a:pt x="67" y="423"/>
                </a:lnTo>
                <a:lnTo>
                  <a:pt x="66" y="422"/>
                </a:lnTo>
                <a:lnTo>
                  <a:pt x="66" y="421"/>
                </a:lnTo>
                <a:lnTo>
                  <a:pt x="65" y="421"/>
                </a:lnTo>
                <a:lnTo>
                  <a:pt x="65" y="420"/>
                </a:lnTo>
                <a:lnTo>
                  <a:pt x="65" y="419"/>
                </a:lnTo>
                <a:lnTo>
                  <a:pt x="64" y="420"/>
                </a:lnTo>
                <a:lnTo>
                  <a:pt x="65" y="420"/>
                </a:lnTo>
                <a:lnTo>
                  <a:pt x="65" y="421"/>
                </a:lnTo>
                <a:lnTo>
                  <a:pt x="65" y="422"/>
                </a:lnTo>
                <a:lnTo>
                  <a:pt x="65" y="423"/>
                </a:lnTo>
                <a:lnTo>
                  <a:pt x="66" y="423"/>
                </a:lnTo>
                <a:lnTo>
                  <a:pt x="66" y="424"/>
                </a:lnTo>
                <a:lnTo>
                  <a:pt x="67" y="424"/>
                </a:lnTo>
                <a:lnTo>
                  <a:pt x="66" y="424"/>
                </a:lnTo>
                <a:lnTo>
                  <a:pt x="66" y="425"/>
                </a:lnTo>
                <a:lnTo>
                  <a:pt x="67" y="426"/>
                </a:lnTo>
                <a:lnTo>
                  <a:pt x="67" y="427"/>
                </a:lnTo>
                <a:lnTo>
                  <a:pt x="68" y="428"/>
                </a:lnTo>
                <a:lnTo>
                  <a:pt x="67" y="428"/>
                </a:lnTo>
                <a:lnTo>
                  <a:pt x="66" y="428"/>
                </a:lnTo>
                <a:lnTo>
                  <a:pt x="66" y="429"/>
                </a:lnTo>
                <a:lnTo>
                  <a:pt x="66" y="430"/>
                </a:lnTo>
                <a:lnTo>
                  <a:pt x="67" y="430"/>
                </a:lnTo>
                <a:lnTo>
                  <a:pt x="67" y="429"/>
                </a:lnTo>
                <a:lnTo>
                  <a:pt x="67" y="428"/>
                </a:lnTo>
                <a:lnTo>
                  <a:pt x="68" y="428"/>
                </a:lnTo>
                <a:lnTo>
                  <a:pt x="68" y="429"/>
                </a:lnTo>
                <a:lnTo>
                  <a:pt x="68" y="430"/>
                </a:lnTo>
                <a:lnTo>
                  <a:pt x="68" y="431"/>
                </a:lnTo>
                <a:lnTo>
                  <a:pt x="68" y="432"/>
                </a:lnTo>
                <a:lnTo>
                  <a:pt x="67" y="432"/>
                </a:lnTo>
                <a:lnTo>
                  <a:pt x="68" y="433"/>
                </a:lnTo>
                <a:lnTo>
                  <a:pt x="67" y="433"/>
                </a:lnTo>
                <a:lnTo>
                  <a:pt x="67" y="434"/>
                </a:lnTo>
                <a:lnTo>
                  <a:pt x="66" y="434"/>
                </a:lnTo>
                <a:lnTo>
                  <a:pt x="66" y="433"/>
                </a:lnTo>
                <a:lnTo>
                  <a:pt x="66" y="434"/>
                </a:lnTo>
                <a:lnTo>
                  <a:pt x="66" y="435"/>
                </a:lnTo>
                <a:lnTo>
                  <a:pt x="66" y="436"/>
                </a:lnTo>
                <a:lnTo>
                  <a:pt x="67" y="436"/>
                </a:lnTo>
                <a:lnTo>
                  <a:pt x="67" y="435"/>
                </a:lnTo>
                <a:lnTo>
                  <a:pt x="67" y="436"/>
                </a:lnTo>
                <a:lnTo>
                  <a:pt x="68" y="436"/>
                </a:lnTo>
                <a:lnTo>
                  <a:pt x="67" y="436"/>
                </a:lnTo>
                <a:lnTo>
                  <a:pt x="68" y="437"/>
                </a:lnTo>
                <a:lnTo>
                  <a:pt x="69" y="437"/>
                </a:lnTo>
                <a:lnTo>
                  <a:pt x="69" y="438"/>
                </a:lnTo>
                <a:lnTo>
                  <a:pt x="69" y="439"/>
                </a:lnTo>
                <a:lnTo>
                  <a:pt x="68" y="440"/>
                </a:lnTo>
                <a:lnTo>
                  <a:pt x="68" y="441"/>
                </a:lnTo>
                <a:lnTo>
                  <a:pt x="68" y="442"/>
                </a:lnTo>
                <a:lnTo>
                  <a:pt x="68" y="443"/>
                </a:lnTo>
                <a:lnTo>
                  <a:pt x="67" y="443"/>
                </a:lnTo>
                <a:lnTo>
                  <a:pt x="67" y="444"/>
                </a:lnTo>
                <a:lnTo>
                  <a:pt x="67" y="445"/>
                </a:lnTo>
                <a:lnTo>
                  <a:pt x="67" y="446"/>
                </a:lnTo>
                <a:lnTo>
                  <a:pt x="67" y="447"/>
                </a:lnTo>
                <a:lnTo>
                  <a:pt x="66" y="448"/>
                </a:lnTo>
                <a:lnTo>
                  <a:pt x="65" y="448"/>
                </a:lnTo>
                <a:lnTo>
                  <a:pt x="65" y="447"/>
                </a:lnTo>
                <a:lnTo>
                  <a:pt x="64" y="447"/>
                </a:lnTo>
                <a:lnTo>
                  <a:pt x="64" y="448"/>
                </a:lnTo>
                <a:lnTo>
                  <a:pt x="63" y="448"/>
                </a:lnTo>
                <a:lnTo>
                  <a:pt x="63" y="449"/>
                </a:lnTo>
                <a:lnTo>
                  <a:pt x="63" y="450"/>
                </a:lnTo>
                <a:lnTo>
                  <a:pt x="62" y="450"/>
                </a:lnTo>
                <a:lnTo>
                  <a:pt x="62" y="451"/>
                </a:lnTo>
                <a:lnTo>
                  <a:pt x="61" y="451"/>
                </a:lnTo>
                <a:lnTo>
                  <a:pt x="60" y="451"/>
                </a:lnTo>
                <a:lnTo>
                  <a:pt x="60" y="450"/>
                </a:lnTo>
                <a:lnTo>
                  <a:pt x="59" y="450"/>
                </a:lnTo>
                <a:lnTo>
                  <a:pt x="59" y="451"/>
                </a:lnTo>
                <a:lnTo>
                  <a:pt x="58" y="451"/>
                </a:lnTo>
                <a:lnTo>
                  <a:pt x="58" y="452"/>
                </a:lnTo>
                <a:lnTo>
                  <a:pt x="57" y="452"/>
                </a:lnTo>
                <a:lnTo>
                  <a:pt x="57" y="451"/>
                </a:lnTo>
                <a:lnTo>
                  <a:pt x="57" y="452"/>
                </a:lnTo>
                <a:lnTo>
                  <a:pt x="56" y="452"/>
                </a:lnTo>
                <a:lnTo>
                  <a:pt x="55" y="452"/>
                </a:lnTo>
                <a:lnTo>
                  <a:pt x="55" y="453"/>
                </a:lnTo>
                <a:lnTo>
                  <a:pt x="54" y="453"/>
                </a:lnTo>
                <a:lnTo>
                  <a:pt x="54" y="452"/>
                </a:lnTo>
                <a:lnTo>
                  <a:pt x="53" y="452"/>
                </a:lnTo>
                <a:lnTo>
                  <a:pt x="52" y="452"/>
                </a:lnTo>
                <a:lnTo>
                  <a:pt x="53" y="452"/>
                </a:lnTo>
                <a:lnTo>
                  <a:pt x="53" y="453"/>
                </a:lnTo>
                <a:lnTo>
                  <a:pt x="53" y="454"/>
                </a:lnTo>
                <a:lnTo>
                  <a:pt x="52" y="454"/>
                </a:lnTo>
                <a:lnTo>
                  <a:pt x="52" y="455"/>
                </a:lnTo>
                <a:lnTo>
                  <a:pt x="52" y="456"/>
                </a:lnTo>
                <a:lnTo>
                  <a:pt x="52" y="457"/>
                </a:lnTo>
                <a:lnTo>
                  <a:pt x="51" y="457"/>
                </a:lnTo>
                <a:lnTo>
                  <a:pt x="51" y="458"/>
                </a:lnTo>
                <a:lnTo>
                  <a:pt x="50" y="457"/>
                </a:lnTo>
                <a:lnTo>
                  <a:pt x="50" y="456"/>
                </a:lnTo>
                <a:lnTo>
                  <a:pt x="50" y="455"/>
                </a:lnTo>
                <a:lnTo>
                  <a:pt x="50" y="454"/>
                </a:lnTo>
                <a:lnTo>
                  <a:pt x="50" y="453"/>
                </a:lnTo>
                <a:lnTo>
                  <a:pt x="50" y="452"/>
                </a:lnTo>
                <a:lnTo>
                  <a:pt x="51" y="451"/>
                </a:lnTo>
                <a:lnTo>
                  <a:pt x="50" y="451"/>
                </a:lnTo>
                <a:lnTo>
                  <a:pt x="50" y="450"/>
                </a:lnTo>
                <a:lnTo>
                  <a:pt x="49" y="450"/>
                </a:lnTo>
                <a:lnTo>
                  <a:pt x="49" y="451"/>
                </a:lnTo>
                <a:lnTo>
                  <a:pt x="49" y="452"/>
                </a:lnTo>
                <a:lnTo>
                  <a:pt x="49" y="454"/>
                </a:lnTo>
                <a:lnTo>
                  <a:pt x="50" y="454"/>
                </a:lnTo>
                <a:lnTo>
                  <a:pt x="50" y="455"/>
                </a:lnTo>
                <a:lnTo>
                  <a:pt x="49" y="455"/>
                </a:lnTo>
                <a:lnTo>
                  <a:pt x="48" y="455"/>
                </a:lnTo>
                <a:lnTo>
                  <a:pt x="47" y="455"/>
                </a:lnTo>
                <a:lnTo>
                  <a:pt x="48" y="455"/>
                </a:lnTo>
                <a:lnTo>
                  <a:pt x="48" y="456"/>
                </a:lnTo>
                <a:lnTo>
                  <a:pt x="49" y="456"/>
                </a:lnTo>
                <a:lnTo>
                  <a:pt x="49" y="457"/>
                </a:lnTo>
                <a:lnTo>
                  <a:pt x="48" y="458"/>
                </a:lnTo>
                <a:lnTo>
                  <a:pt x="48" y="457"/>
                </a:lnTo>
                <a:lnTo>
                  <a:pt x="48" y="458"/>
                </a:lnTo>
                <a:lnTo>
                  <a:pt x="48" y="459"/>
                </a:lnTo>
                <a:lnTo>
                  <a:pt x="47" y="459"/>
                </a:lnTo>
                <a:lnTo>
                  <a:pt x="47" y="460"/>
                </a:lnTo>
                <a:lnTo>
                  <a:pt x="47" y="461"/>
                </a:lnTo>
                <a:lnTo>
                  <a:pt x="46" y="461"/>
                </a:lnTo>
                <a:lnTo>
                  <a:pt x="46" y="462"/>
                </a:lnTo>
                <a:lnTo>
                  <a:pt x="47" y="462"/>
                </a:lnTo>
                <a:lnTo>
                  <a:pt x="46" y="462"/>
                </a:lnTo>
                <a:lnTo>
                  <a:pt x="46" y="463"/>
                </a:lnTo>
                <a:lnTo>
                  <a:pt x="46" y="464"/>
                </a:lnTo>
                <a:lnTo>
                  <a:pt x="45" y="463"/>
                </a:lnTo>
                <a:lnTo>
                  <a:pt x="45" y="464"/>
                </a:lnTo>
                <a:lnTo>
                  <a:pt x="46" y="464"/>
                </a:lnTo>
                <a:lnTo>
                  <a:pt x="46" y="465"/>
                </a:lnTo>
                <a:lnTo>
                  <a:pt x="46" y="466"/>
                </a:lnTo>
                <a:lnTo>
                  <a:pt x="46" y="467"/>
                </a:lnTo>
                <a:lnTo>
                  <a:pt x="45" y="467"/>
                </a:lnTo>
                <a:lnTo>
                  <a:pt x="45" y="468"/>
                </a:lnTo>
                <a:lnTo>
                  <a:pt x="45" y="470"/>
                </a:lnTo>
                <a:lnTo>
                  <a:pt x="46" y="471"/>
                </a:lnTo>
                <a:lnTo>
                  <a:pt x="45" y="471"/>
                </a:lnTo>
                <a:lnTo>
                  <a:pt x="46" y="471"/>
                </a:lnTo>
                <a:lnTo>
                  <a:pt x="46" y="472"/>
                </a:lnTo>
                <a:lnTo>
                  <a:pt x="46" y="473"/>
                </a:lnTo>
                <a:lnTo>
                  <a:pt x="47" y="474"/>
                </a:lnTo>
                <a:lnTo>
                  <a:pt x="47" y="475"/>
                </a:lnTo>
                <a:lnTo>
                  <a:pt x="48" y="475"/>
                </a:lnTo>
                <a:lnTo>
                  <a:pt x="48" y="476"/>
                </a:lnTo>
                <a:lnTo>
                  <a:pt x="48" y="477"/>
                </a:lnTo>
                <a:lnTo>
                  <a:pt x="47" y="477"/>
                </a:lnTo>
                <a:lnTo>
                  <a:pt x="47" y="478"/>
                </a:lnTo>
                <a:lnTo>
                  <a:pt x="46" y="478"/>
                </a:lnTo>
                <a:lnTo>
                  <a:pt x="47" y="478"/>
                </a:lnTo>
                <a:lnTo>
                  <a:pt x="48" y="478"/>
                </a:lnTo>
                <a:lnTo>
                  <a:pt x="49" y="478"/>
                </a:lnTo>
                <a:lnTo>
                  <a:pt x="49" y="477"/>
                </a:lnTo>
                <a:lnTo>
                  <a:pt x="50" y="477"/>
                </a:lnTo>
                <a:lnTo>
                  <a:pt x="51" y="477"/>
                </a:lnTo>
                <a:lnTo>
                  <a:pt x="52" y="477"/>
                </a:lnTo>
                <a:lnTo>
                  <a:pt x="53" y="477"/>
                </a:lnTo>
                <a:lnTo>
                  <a:pt x="53" y="478"/>
                </a:lnTo>
                <a:lnTo>
                  <a:pt x="54" y="478"/>
                </a:lnTo>
                <a:lnTo>
                  <a:pt x="55" y="478"/>
                </a:lnTo>
                <a:lnTo>
                  <a:pt x="56" y="478"/>
                </a:lnTo>
                <a:lnTo>
                  <a:pt x="57" y="478"/>
                </a:lnTo>
                <a:lnTo>
                  <a:pt x="59" y="477"/>
                </a:lnTo>
                <a:lnTo>
                  <a:pt x="60" y="477"/>
                </a:lnTo>
                <a:lnTo>
                  <a:pt x="60" y="478"/>
                </a:lnTo>
                <a:lnTo>
                  <a:pt x="60" y="479"/>
                </a:lnTo>
                <a:lnTo>
                  <a:pt x="61" y="478"/>
                </a:lnTo>
                <a:lnTo>
                  <a:pt x="61" y="479"/>
                </a:lnTo>
                <a:lnTo>
                  <a:pt x="62" y="479"/>
                </a:lnTo>
                <a:lnTo>
                  <a:pt x="63" y="479"/>
                </a:lnTo>
                <a:lnTo>
                  <a:pt x="63" y="480"/>
                </a:lnTo>
                <a:lnTo>
                  <a:pt x="64" y="480"/>
                </a:lnTo>
                <a:lnTo>
                  <a:pt x="64" y="481"/>
                </a:lnTo>
                <a:lnTo>
                  <a:pt x="65" y="481"/>
                </a:lnTo>
                <a:lnTo>
                  <a:pt x="65" y="480"/>
                </a:lnTo>
                <a:lnTo>
                  <a:pt x="64" y="480"/>
                </a:lnTo>
                <a:lnTo>
                  <a:pt x="65" y="480"/>
                </a:lnTo>
                <a:lnTo>
                  <a:pt x="65" y="483"/>
                </a:lnTo>
                <a:lnTo>
                  <a:pt x="66" y="483"/>
                </a:lnTo>
                <a:lnTo>
                  <a:pt x="66" y="484"/>
                </a:lnTo>
                <a:lnTo>
                  <a:pt x="66" y="485"/>
                </a:lnTo>
                <a:lnTo>
                  <a:pt x="66" y="486"/>
                </a:lnTo>
                <a:lnTo>
                  <a:pt x="66" y="487"/>
                </a:lnTo>
                <a:lnTo>
                  <a:pt x="66" y="488"/>
                </a:lnTo>
                <a:lnTo>
                  <a:pt x="66" y="489"/>
                </a:lnTo>
                <a:lnTo>
                  <a:pt x="66" y="490"/>
                </a:lnTo>
                <a:lnTo>
                  <a:pt x="65" y="491"/>
                </a:lnTo>
                <a:lnTo>
                  <a:pt x="65" y="492"/>
                </a:lnTo>
                <a:lnTo>
                  <a:pt x="64" y="492"/>
                </a:lnTo>
                <a:lnTo>
                  <a:pt x="63" y="492"/>
                </a:lnTo>
                <a:lnTo>
                  <a:pt x="63" y="491"/>
                </a:lnTo>
                <a:lnTo>
                  <a:pt x="63" y="490"/>
                </a:lnTo>
                <a:lnTo>
                  <a:pt x="62" y="490"/>
                </a:lnTo>
                <a:lnTo>
                  <a:pt x="62" y="489"/>
                </a:lnTo>
                <a:lnTo>
                  <a:pt x="61" y="489"/>
                </a:lnTo>
                <a:lnTo>
                  <a:pt x="61" y="488"/>
                </a:lnTo>
                <a:lnTo>
                  <a:pt x="61" y="487"/>
                </a:lnTo>
                <a:lnTo>
                  <a:pt x="61" y="486"/>
                </a:lnTo>
                <a:lnTo>
                  <a:pt x="60" y="485"/>
                </a:lnTo>
                <a:lnTo>
                  <a:pt x="60" y="484"/>
                </a:lnTo>
                <a:lnTo>
                  <a:pt x="60" y="485"/>
                </a:lnTo>
                <a:lnTo>
                  <a:pt x="60" y="486"/>
                </a:lnTo>
                <a:lnTo>
                  <a:pt x="61" y="486"/>
                </a:lnTo>
                <a:lnTo>
                  <a:pt x="60" y="486"/>
                </a:lnTo>
                <a:lnTo>
                  <a:pt x="60" y="487"/>
                </a:lnTo>
                <a:lnTo>
                  <a:pt x="61" y="487"/>
                </a:lnTo>
                <a:lnTo>
                  <a:pt x="60" y="488"/>
                </a:lnTo>
                <a:lnTo>
                  <a:pt x="59" y="488"/>
                </a:lnTo>
                <a:lnTo>
                  <a:pt x="59" y="489"/>
                </a:lnTo>
                <a:lnTo>
                  <a:pt x="58" y="489"/>
                </a:lnTo>
                <a:lnTo>
                  <a:pt x="58" y="490"/>
                </a:lnTo>
                <a:lnTo>
                  <a:pt x="59" y="490"/>
                </a:lnTo>
                <a:lnTo>
                  <a:pt x="59" y="489"/>
                </a:lnTo>
                <a:lnTo>
                  <a:pt x="59" y="488"/>
                </a:lnTo>
                <a:lnTo>
                  <a:pt x="60" y="488"/>
                </a:lnTo>
                <a:lnTo>
                  <a:pt x="60" y="489"/>
                </a:lnTo>
                <a:lnTo>
                  <a:pt x="60" y="490"/>
                </a:lnTo>
                <a:lnTo>
                  <a:pt x="60" y="491"/>
                </a:lnTo>
                <a:lnTo>
                  <a:pt x="61" y="491"/>
                </a:lnTo>
                <a:lnTo>
                  <a:pt x="61" y="492"/>
                </a:lnTo>
                <a:lnTo>
                  <a:pt x="61" y="493"/>
                </a:lnTo>
                <a:lnTo>
                  <a:pt x="60" y="493"/>
                </a:lnTo>
                <a:lnTo>
                  <a:pt x="59" y="493"/>
                </a:lnTo>
                <a:lnTo>
                  <a:pt x="59" y="494"/>
                </a:lnTo>
                <a:lnTo>
                  <a:pt x="58" y="494"/>
                </a:lnTo>
                <a:lnTo>
                  <a:pt x="57" y="494"/>
                </a:lnTo>
                <a:lnTo>
                  <a:pt x="58" y="494"/>
                </a:lnTo>
                <a:lnTo>
                  <a:pt x="58" y="495"/>
                </a:lnTo>
                <a:lnTo>
                  <a:pt x="58" y="496"/>
                </a:lnTo>
                <a:lnTo>
                  <a:pt x="58" y="497"/>
                </a:lnTo>
                <a:lnTo>
                  <a:pt x="57" y="497"/>
                </a:lnTo>
                <a:lnTo>
                  <a:pt x="57" y="496"/>
                </a:lnTo>
                <a:lnTo>
                  <a:pt x="57" y="497"/>
                </a:lnTo>
                <a:lnTo>
                  <a:pt x="58" y="497"/>
                </a:lnTo>
                <a:lnTo>
                  <a:pt x="58" y="496"/>
                </a:lnTo>
                <a:lnTo>
                  <a:pt x="59" y="496"/>
                </a:lnTo>
                <a:lnTo>
                  <a:pt x="59" y="495"/>
                </a:lnTo>
                <a:lnTo>
                  <a:pt x="60" y="495"/>
                </a:lnTo>
                <a:lnTo>
                  <a:pt x="61" y="495"/>
                </a:lnTo>
                <a:lnTo>
                  <a:pt x="61" y="496"/>
                </a:lnTo>
                <a:lnTo>
                  <a:pt x="61" y="497"/>
                </a:lnTo>
                <a:lnTo>
                  <a:pt x="61" y="498"/>
                </a:lnTo>
                <a:lnTo>
                  <a:pt x="61" y="499"/>
                </a:lnTo>
                <a:lnTo>
                  <a:pt x="60" y="499"/>
                </a:lnTo>
                <a:lnTo>
                  <a:pt x="61" y="499"/>
                </a:lnTo>
                <a:lnTo>
                  <a:pt x="61" y="498"/>
                </a:lnTo>
                <a:lnTo>
                  <a:pt x="61" y="497"/>
                </a:lnTo>
                <a:lnTo>
                  <a:pt x="61" y="496"/>
                </a:lnTo>
                <a:lnTo>
                  <a:pt x="61" y="497"/>
                </a:lnTo>
                <a:lnTo>
                  <a:pt x="62" y="497"/>
                </a:lnTo>
                <a:lnTo>
                  <a:pt x="63" y="497"/>
                </a:lnTo>
                <a:lnTo>
                  <a:pt x="63" y="498"/>
                </a:lnTo>
                <a:lnTo>
                  <a:pt x="63" y="497"/>
                </a:lnTo>
                <a:lnTo>
                  <a:pt x="64" y="497"/>
                </a:lnTo>
                <a:lnTo>
                  <a:pt x="64" y="499"/>
                </a:lnTo>
                <a:lnTo>
                  <a:pt x="64" y="497"/>
                </a:lnTo>
                <a:lnTo>
                  <a:pt x="65" y="497"/>
                </a:lnTo>
                <a:lnTo>
                  <a:pt x="65" y="496"/>
                </a:lnTo>
                <a:lnTo>
                  <a:pt x="65" y="497"/>
                </a:lnTo>
                <a:lnTo>
                  <a:pt x="65" y="498"/>
                </a:lnTo>
                <a:lnTo>
                  <a:pt x="65" y="499"/>
                </a:lnTo>
                <a:lnTo>
                  <a:pt x="66" y="499"/>
                </a:lnTo>
                <a:lnTo>
                  <a:pt x="66" y="498"/>
                </a:lnTo>
                <a:lnTo>
                  <a:pt x="67" y="498"/>
                </a:lnTo>
                <a:lnTo>
                  <a:pt x="67" y="497"/>
                </a:lnTo>
                <a:lnTo>
                  <a:pt x="68" y="497"/>
                </a:lnTo>
                <a:lnTo>
                  <a:pt x="69" y="496"/>
                </a:lnTo>
                <a:lnTo>
                  <a:pt x="69" y="497"/>
                </a:lnTo>
                <a:lnTo>
                  <a:pt x="69" y="496"/>
                </a:lnTo>
                <a:lnTo>
                  <a:pt x="70" y="496"/>
                </a:lnTo>
                <a:lnTo>
                  <a:pt x="71" y="496"/>
                </a:lnTo>
                <a:lnTo>
                  <a:pt x="71" y="497"/>
                </a:lnTo>
                <a:lnTo>
                  <a:pt x="71" y="498"/>
                </a:lnTo>
                <a:lnTo>
                  <a:pt x="72" y="498"/>
                </a:lnTo>
                <a:lnTo>
                  <a:pt x="72" y="497"/>
                </a:lnTo>
                <a:lnTo>
                  <a:pt x="72" y="498"/>
                </a:lnTo>
                <a:lnTo>
                  <a:pt x="71" y="498"/>
                </a:lnTo>
                <a:lnTo>
                  <a:pt x="71" y="497"/>
                </a:lnTo>
                <a:lnTo>
                  <a:pt x="72" y="497"/>
                </a:lnTo>
                <a:lnTo>
                  <a:pt x="72" y="496"/>
                </a:lnTo>
                <a:lnTo>
                  <a:pt x="72" y="495"/>
                </a:lnTo>
                <a:lnTo>
                  <a:pt x="73" y="496"/>
                </a:lnTo>
                <a:lnTo>
                  <a:pt x="73" y="497"/>
                </a:lnTo>
                <a:lnTo>
                  <a:pt x="73" y="498"/>
                </a:lnTo>
                <a:lnTo>
                  <a:pt x="74" y="498"/>
                </a:lnTo>
                <a:lnTo>
                  <a:pt x="74" y="499"/>
                </a:lnTo>
                <a:lnTo>
                  <a:pt x="74" y="500"/>
                </a:lnTo>
                <a:lnTo>
                  <a:pt x="74" y="502"/>
                </a:lnTo>
                <a:lnTo>
                  <a:pt x="75" y="503"/>
                </a:lnTo>
                <a:lnTo>
                  <a:pt x="75" y="504"/>
                </a:lnTo>
                <a:lnTo>
                  <a:pt x="74" y="504"/>
                </a:lnTo>
                <a:lnTo>
                  <a:pt x="74" y="505"/>
                </a:lnTo>
                <a:lnTo>
                  <a:pt x="74" y="504"/>
                </a:lnTo>
                <a:lnTo>
                  <a:pt x="73" y="504"/>
                </a:lnTo>
                <a:lnTo>
                  <a:pt x="72" y="504"/>
                </a:lnTo>
                <a:lnTo>
                  <a:pt x="72" y="505"/>
                </a:lnTo>
                <a:lnTo>
                  <a:pt x="72" y="504"/>
                </a:lnTo>
                <a:lnTo>
                  <a:pt x="72" y="505"/>
                </a:lnTo>
                <a:lnTo>
                  <a:pt x="71" y="505"/>
                </a:lnTo>
                <a:lnTo>
                  <a:pt x="71" y="504"/>
                </a:lnTo>
                <a:lnTo>
                  <a:pt x="71" y="503"/>
                </a:lnTo>
                <a:lnTo>
                  <a:pt x="70" y="503"/>
                </a:lnTo>
                <a:lnTo>
                  <a:pt x="70" y="502"/>
                </a:lnTo>
                <a:lnTo>
                  <a:pt x="70" y="500"/>
                </a:lnTo>
                <a:lnTo>
                  <a:pt x="70" y="499"/>
                </a:lnTo>
                <a:lnTo>
                  <a:pt x="70" y="500"/>
                </a:lnTo>
                <a:lnTo>
                  <a:pt x="69" y="500"/>
                </a:lnTo>
                <a:lnTo>
                  <a:pt x="69" y="499"/>
                </a:lnTo>
                <a:lnTo>
                  <a:pt x="68" y="499"/>
                </a:lnTo>
                <a:lnTo>
                  <a:pt x="68" y="500"/>
                </a:lnTo>
                <a:lnTo>
                  <a:pt x="67" y="500"/>
                </a:lnTo>
                <a:lnTo>
                  <a:pt x="67" y="501"/>
                </a:lnTo>
                <a:lnTo>
                  <a:pt x="66" y="501"/>
                </a:lnTo>
                <a:lnTo>
                  <a:pt x="66" y="502"/>
                </a:lnTo>
                <a:lnTo>
                  <a:pt x="67" y="502"/>
                </a:lnTo>
                <a:lnTo>
                  <a:pt x="67" y="503"/>
                </a:lnTo>
                <a:lnTo>
                  <a:pt x="67" y="504"/>
                </a:lnTo>
                <a:lnTo>
                  <a:pt x="68" y="504"/>
                </a:lnTo>
                <a:lnTo>
                  <a:pt x="68" y="503"/>
                </a:lnTo>
                <a:lnTo>
                  <a:pt x="68" y="504"/>
                </a:lnTo>
                <a:lnTo>
                  <a:pt x="67" y="504"/>
                </a:lnTo>
                <a:lnTo>
                  <a:pt x="67" y="505"/>
                </a:lnTo>
                <a:lnTo>
                  <a:pt x="68" y="505"/>
                </a:lnTo>
                <a:lnTo>
                  <a:pt x="68" y="504"/>
                </a:lnTo>
                <a:lnTo>
                  <a:pt x="70" y="506"/>
                </a:lnTo>
                <a:lnTo>
                  <a:pt x="71" y="506"/>
                </a:lnTo>
                <a:lnTo>
                  <a:pt x="71" y="507"/>
                </a:lnTo>
                <a:lnTo>
                  <a:pt x="72" y="506"/>
                </a:lnTo>
                <a:lnTo>
                  <a:pt x="72" y="505"/>
                </a:lnTo>
                <a:lnTo>
                  <a:pt x="73" y="505"/>
                </a:lnTo>
                <a:lnTo>
                  <a:pt x="74" y="506"/>
                </a:lnTo>
                <a:lnTo>
                  <a:pt x="74" y="507"/>
                </a:lnTo>
                <a:lnTo>
                  <a:pt x="75" y="507"/>
                </a:lnTo>
                <a:lnTo>
                  <a:pt x="75" y="508"/>
                </a:lnTo>
                <a:lnTo>
                  <a:pt x="76" y="509"/>
                </a:lnTo>
                <a:lnTo>
                  <a:pt x="76" y="510"/>
                </a:lnTo>
                <a:lnTo>
                  <a:pt x="75" y="510"/>
                </a:lnTo>
                <a:lnTo>
                  <a:pt x="76" y="510"/>
                </a:lnTo>
                <a:lnTo>
                  <a:pt x="77" y="510"/>
                </a:lnTo>
                <a:lnTo>
                  <a:pt x="77" y="511"/>
                </a:lnTo>
                <a:lnTo>
                  <a:pt x="77" y="512"/>
                </a:lnTo>
                <a:lnTo>
                  <a:pt x="77" y="513"/>
                </a:lnTo>
                <a:lnTo>
                  <a:pt x="78" y="513"/>
                </a:lnTo>
                <a:lnTo>
                  <a:pt x="78" y="514"/>
                </a:lnTo>
                <a:lnTo>
                  <a:pt x="78" y="515"/>
                </a:lnTo>
                <a:lnTo>
                  <a:pt x="79" y="515"/>
                </a:lnTo>
                <a:lnTo>
                  <a:pt x="79" y="516"/>
                </a:lnTo>
                <a:lnTo>
                  <a:pt x="78" y="516"/>
                </a:lnTo>
                <a:lnTo>
                  <a:pt x="78" y="517"/>
                </a:lnTo>
                <a:lnTo>
                  <a:pt x="78" y="519"/>
                </a:lnTo>
                <a:lnTo>
                  <a:pt x="78" y="520"/>
                </a:lnTo>
                <a:lnTo>
                  <a:pt x="77" y="520"/>
                </a:lnTo>
                <a:lnTo>
                  <a:pt x="77" y="521"/>
                </a:lnTo>
                <a:lnTo>
                  <a:pt x="77" y="522"/>
                </a:lnTo>
                <a:lnTo>
                  <a:pt x="77" y="521"/>
                </a:lnTo>
                <a:lnTo>
                  <a:pt x="77" y="522"/>
                </a:lnTo>
                <a:lnTo>
                  <a:pt x="76" y="522"/>
                </a:lnTo>
                <a:lnTo>
                  <a:pt x="76" y="523"/>
                </a:lnTo>
                <a:lnTo>
                  <a:pt x="75" y="523"/>
                </a:lnTo>
                <a:lnTo>
                  <a:pt x="74" y="524"/>
                </a:lnTo>
                <a:lnTo>
                  <a:pt x="73" y="525"/>
                </a:lnTo>
                <a:lnTo>
                  <a:pt x="73" y="526"/>
                </a:lnTo>
                <a:lnTo>
                  <a:pt x="73" y="527"/>
                </a:lnTo>
                <a:lnTo>
                  <a:pt x="73" y="528"/>
                </a:lnTo>
                <a:lnTo>
                  <a:pt x="72" y="528"/>
                </a:lnTo>
                <a:lnTo>
                  <a:pt x="72" y="529"/>
                </a:lnTo>
                <a:lnTo>
                  <a:pt x="71" y="529"/>
                </a:lnTo>
                <a:lnTo>
                  <a:pt x="71" y="530"/>
                </a:lnTo>
                <a:lnTo>
                  <a:pt x="71" y="531"/>
                </a:lnTo>
                <a:lnTo>
                  <a:pt x="70" y="531"/>
                </a:lnTo>
                <a:lnTo>
                  <a:pt x="70" y="532"/>
                </a:lnTo>
                <a:lnTo>
                  <a:pt x="69" y="532"/>
                </a:lnTo>
                <a:lnTo>
                  <a:pt x="68" y="532"/>
                </a:lnTo>
                <a:lnTo>
                  <a:pt x="68" y="533"/>
                </a:lnTo>
                <a:lnTo>
                  <a:pt x="68" y="534"/>
                </a:lnTo>
                <a:lnTo>
                  <a:pt x="67" y="534"/>
                </a:lnTo>
                <a:lnTo>
                  <a:pt x="66" y="534"/>
                </a:lnTo>
                <a:lnTo>
                  <a:pt x="65" y="534"/>
                </a:lnTo>
                <a:lnTo>
                  <a:pt x="65" y="533"/>
                </a:lnTo>
                <a:lnTo>
                  <a:pt x="65" y="534"/>
                </a:lnTo>
                <a:lnTo>
                  <a:pt x="64" y="534"/>
                </a:lnTo>
                <a:lnTo>
                  <a:pt x="64" y="535"/>
                </a:lnTo>
                <a:lnTo>
                  <a:pt x="63" y="535"/>
                </a:lnTo>
                <a:lnTo>
                  <a:pt x="63" y="534"/>
                </a:lnTo>
                <a:lnTo>
                  <a:pt x="63" y="535"/>
                </a:lnTo>
                <a:lnTo>
                  <a:pt x="63" y="536"/>
                </a:lnTo>
                <a:lnTo>
                  <a:pt x="62" y="536"/>
                </a:lnTo>
                <a:lnTo>
                  <a:pt x="61" y="536"/>
                </a:lnTo>
                <a:lnTo>
                  <a:pt x="61" y="538"/>
                </a:lnTo>
                <a:lnTo>
                  <a:pt x="60" y="538"/>
                </a:lnTo>
                <a:lnTo>
                  <a:pt x="59" y="538"/>
                </a:lnTo>
                <a:lnTo>
                  <a:pt x="59" y="539"/>
                </a:lnTo>
                <a:lnTo>
                  <a:pt x="58" y="538"/>
                </a:lnTo>
                <a:lnTo>
                  <a:pt x="57" y="538"/>
                </a:lnTo>
                <a:lnTo>
                  <a:pt x="56" y="539"/>
                </a:lnTo>
                <a:lnTo>
                  <a:pt x="56" y="540"/>
                </a:lnTo>
                <a:lnTo>
                  <a:pt x="56" y="539"/>
                </a:lnTo>
                <a:lnTo>
                  <a:pt x="55" y="539"/>
                </a:lnTo>
                <a:lnTo>
                  <a:pt x="56" y="539"/>
                </a:lnTo>
                <a:lnTo>
                  <a:pt x="56" y="538"/>
                </a:lnTo>
                <a:lnTo>
                  <a:pt x="55" y="538"/>
                </a:lnTo>
                <a:lnTo>
                  <a:pt x="54" y="538"/>
                </a:lnTo>
                <a:lnTo>
                  <a:pt x="53" y="538"/>
                </a:lnTo>
                <a:lnTo>
                  <a:pt x="53" y="537"/>
                </a:lnTo>
                <a:lnTo>
                  <a:pt x="52" y="537"/>
                </a:lnTo>
                <a:lnTo>
                  <a:pt x="50" y="536"/>
                </a:lnTo>
                <a:lnTo>
                  <a:pt x="50" y="537"/>
                </a:lnTo>
                <a:lnTo>
                  <a:pt x="51" y="537"/>
                </a:lnTo>
                <a:lnTo>
                  <a:pt x="52" y="538"/>
                </a:lnTo>
                <a:lnTo>
                  <a:pt x="51" y="538"/>
                </a:lnTo>
                <a:lnTo>
                  <a:pt x="51" y="537"/>
                </a:lnTo>
                <a:lnTo>
                  <a:pt x="50" y="537"/>
                </a:lnTo>
                <a:lnTo>
                  <a:pt x="49" y="537"/>
                </a:lnTo>
                <a:lnTo>
                  <a:pt x="48" y="537"/>
                </a:lnTo>
                <a:lnTo>
                  <a:pt x="48" y="538"/>
                </a:lnTo>
                <a:lnTo>
                  <a:pt x="48" y="539"/>
                </a:lnTo>
                <a:lnTo>
                  <a:pt x="48" y="540"/>
                </a:lnTo>
                <a:lnTo>
                  <a:pt x="47" y="540"/>
                </a:lnTo>
                <a:lnTo>
                  <a:pt x="44" y="540"/>
                </a:lnTo>
                <a:lnTo>
                  <a:pt x="44" y="541"/>
                </a:lnTo>
                <a:lnTo>
                  <a:pt x="42" y="541"/>
                </a:lnTo>
                <a:lnTo>
                  <a:pt x="42" y="540"/>
                </a:lnTo>
                <a:lnTo>
                  <a:pt x="42" y="539"/>
                </a:lnTo>
                <a:lnTo>
                  <a:pt x="41" y="538"/>
                </a:lnTo>
                <a:lnTo>
                  <a:pt x="40" y="538"/>
                </a:lnTo>
                <a:lnTo>
                  <a:pt x="39" y="538"/>
                </a:lnTo>
                <a:lnTo>
                  <a:pt x="38" y="538"/>
                </a:lnTo>
                <a:lnTo>
                  <a:pt x="37" y="537"/>
                </a:lnTo>
                <a:lnTo>
                  <a:pt x="36" y="536"/>
                </a:lnTo>
                <a:lnTo>
                  <a:pt x="36" y="535"/>
                </a:lnTo>
                <a:lnTo>
                  <a:pt x="35" y="535"/>
                </a:lnTo>
                <a:lnTo>
                  <a:pt x="34" y="535"/>
                </a:lnTo>
                <a:lnTo>
                  <a:pt x="35" y="536"/>
                </a:lnTo>
                <a:lnTo>
                  <a:pt x="34" y="536"/>
                </a:lnTo>
                <a:lnTo>
                  <a:pt x="33" y="537"/>
                </a:lnTo>
                <a:lnTo>
                  <a:pt x="32" y="536"/>
                </a:lnTo>
                <a:lnTo>
                  <a:pt x="32" y="537"/>
                </a:lnTo>
                <a:lnTo>
                  <a:pt x="32" y="538"/>
                </a:lnTo>
                <a:lnTo>
                  <a:pt x="31" y="538"/>
                </a:lnTo>
                <a:lnTo>
                  <a:pt x="31" y="537"/>
                </a:lnTo>
                <a:lnTo>
                  <a:pt x="30" y="536"/>
                </a:lnTo>
                <a:lnTo>
                  <a:pt x="30" y="535"/>
                </a:lnTo>
                <a:lnTo>
                  <a:pt x="29" y="535"/>
                </a:lnTo>
                <a:lnTo>
                  <a:pt x="29" y="536"/>
                </a:lnTo>
                <a:lnTo>
                  <a:pt x="28" y="537"/>
                </a:lnTo>
                <a:lnTo>
                  <a:pt x="27" y="538"/>
                </a:lnTo>
                <a:lnTo>
                  <a:pt x="26" y="540"/>
                </a:lnTo>
                <a:lnTo>
                  <a:pt x="25" y="540"/>
                </a:lnTo>
                <a:lnTo>
                  <a:pt x="25" y="541"/>
                </a:lnTo>
                <a:lnTo>
                  <a:pt x="25" y="542"/>
                </a:lnTo>
                <a:lnTo>
                  <a:pt x="24" y="542"/>
                </a:lnTo>
                <a:lnTo>
                  <a:pt x="23" y="542"/>
                </a:lnTo>
                <a:lnTo>
                  <a:pt x="23" y="541"/>
                </a:lnTo>
                <a:lnTo>
                  <a:pt x="24" y="541"/>
                </a:lnTo>
                <a:lnTo>
                  <a:pt x="23" y="540"/>
                </a:lnTo>
                <a:lnTo>
                  <a:pt x="23" y="538"/>
                </a:lnTo>
                <a:lnTo>
                  <a:pt x="24" y="538"/>
                </a:lnTo>
                <a:lnTo>
                  <a:pt x="25" y="536"/>
                </a:lnTo>
                <a:lnTo>
                  <a:pt x="25" y="535"/>
                </a:lnTo>
                <a:lnTo>
                  <a:pt x="25" y="534"/>
                </a:lnTo>
                <a:lnTo>
                  <a:pt x="24" y="533"/>
                </a:lnTo>
                <a:lnTo>
                  <a:pt x="24" y="532"/>
                </a:lnTo>
                <a:lnTo>
                  <a:pt x="24" y="531"/>
                </a:lnTo>
                <a:lnTo>
                  <a:pt x="24" y="530"/>
                </a:lnTo>
                <a:lnTo>
                  <a:pt x="23" y="529"/>
                </a:lnTo>
                <a:lnTo>
                  <a:pt x="22" y="529"/>
                </a:lnTo>
                <a:lnTo>
                  <a:pt x="22" y="528"/>
                </a:lnTo>
                <a:lnTo>
                  <a:pt x="21" y="528"/>
                </a:lnTo>
                <a:lnTo>
                  <a:pt x="20" y="528"/>
                </a:lnTo>
                <a:lnTo>
                  <a:pt x="20" y="527"/>
                </a:lnTo>
                <a:lnTo>
                  <a:pt x="20" y="526"/>
                </a:lnTo>
                <a:lnTo>
                  <a:pt x="19" y="524"/>
                </a:lnTo>
                <a:lnTo>
                  <a:pt x="20" y="524"/>
                </a:lnTo>
                <a:lnTo>
                  <a:pt x="21" y="524"/>
                </a:lnTo>
                <a:lnTo>
                  <a:pt x="21" y="523"/>
                </a:lnTo>
                <a:lnTo>
                  <a:pt x="22" y="523"/>
                </a:lnTo>
                <a:lnTo>
                  <a:pt x="22" y="522"/>
                </a:lnTo>
                <a:lnTo>
                  <a:pt x="22" y="521"/>
                </a:lnTo>
                <a:lnTo>
                  <a:pt x="23" y="521"/>
                </a:lnTo>
                <a:lnTo>
                  <a:pt x="23" y="522"/>
                </a:lnTo>
                <a:lnTo>
                  <a:pt x="24" y="522"/>
                </a:lnTo>
                <a:lnTo>
                  <a:pt x="25" y="522"/>
                </a:lnTo>
                <a:lnTo>
                  <a:pt x="25" y="523"/>
                </a:lnTo>
                <a:lnTo>
                  <a:pt x="26" y="523"/>
                </a:lnTo>
                <a:lnTo>
                  <a:pt x="26" y="524"/>
                </a:lnTo>
                <a:lnTo>
                  <a:pt x="27" y="524"/>
                </a:lnTo>
                <a:lnTo>
                  <a:pt x="28" y="524"/>
                </a:lnTo>
                <a:lnTo>
                  <a:pt x="28" y="525"/>
                </a:lnTo>
                <a:lnTo>
                  <a:pt x="27" y="525"/>
                </a:lnTo>
                <a:lnTo>
                  <a:pt x="27" y="526"/>
                </a:lnTo>
                <a:lnTo>
                  <a:pt x="28" y="526"/>
                </a:lnTo>
                <a:lnTo>
                  <a:pt x="28" y="527"/>
                </a:lnTo>
                <a:lnTo>
                  <a:pt x="29" y="528"/>
                </a:lnTo>
                <a:lnTo>
                  <a:pt x="29" y="529"/>
                </a:lnTo>
                <a:lnTo>
                  <a:pt x="29" y="530"/>
                </a:lnTo>
                <a:lnTo>
                  <a:pt x="30" y="530"/>
                </a:lnTo>
                <a:lnTo>
                  <a:pt x="29" y="530"/>
                </a:lnTo>
                <a:lnTo>
                  <a:pt x="30" y="529"/>
                </a:lnTo>
                <a:lnTo>
                  <a:pt x="30" y="528"/>
                </a:lnTo>
                <a:lnTo>
                  <a:pt x="29" y="528"/>
                </a:lnTo>
                <a:lnTo>
                  <a:pt x="30" y="528"/>
                </a:lnTo>
                <a:lnTo>
                  <a:pt x="30" y="527"/>
                </a:lnTo>
                <a:lnTo>
                  <a:pt x="29" y="526"/>
                </a:lnTo>
                <a:lnTo>
                  <a:pt x="30" y="526"/>
                </a:lnTo>
                <a:lnTo>
                  <a:pt x="30" y="525"/>
                </a:lnTo>
                <a:lnTo>
                  <a:pt x="30" y="524"/>
                </a:lnTo>
                <a:lnTo>
                  <a:pt x="31" y="525"/>
                </a:lnTo>
                <a:lnTo>
                  <a:pt x="31" y="524"/>
                </a:lnTo>
                <a:lnTo>
                  <a:pt x="32" y="523"/>
                </a:lnTo>
                <a:lnTo>
                  <a:pt x="32" y="522"/>
                </a:lnTo>
                <a:lnTo>
                  <a:pt x="31" y="522"/>
                </a:lnTo>
                <a:lnTo>
                  <a:pt x="32" y="522"/>
                </a:lnTo>
                <a:lnTo>
                  <a:pt x="32" y="521"/>
                </a:lnTo>
                <a:lnTo>
                  <a:pt x="31" y="521"/>
                </a:lnTo>
                <a:lnTo>
                  <a:pt x="30" y="520"/>
                </a:lnTo>
                <a:lnTo>
                  <a:pt x="30" y="519"/>
                </a:lnTo>
                <a:lnTo>
                  <a:pt x="30" y="520"/>
                </a:lnTo>
                <a:lnTo>
                  <a:pt x="29" y="520"/>
                </a:lnTo>
                <a:lnTo>
                  <a:pt x="29" y="519"/>
                </a:lnTo>
                <a:lnTo>
                  <a:pt x="29" y="517"/>
                </a:lnTo>
                <a:lnTo>
                  <a:pt x="28" y="517"/>
                </a:lnTo>
                <a:lnTo>
                  <a:pt x="28" y="516"/>
                </a:lnTo>
                <a:lnTo>
                  <a:pt x="27" y="516"/>
                </a:lnTo>
                <a:lnTo>
                  <a:pt x="27" y="519"/>
                </a:lnTo>
                <a:lnTo>
                  <a:pt x="27" y="520"/>
                </a:lnTo>
                <a:lnTo>
                  <a:pt x="26" y="520"/>
                </a:lnTo>
                <a:lnTo>
                  <a:pt x="26" y="519"/>
                </a:lnTo>
                <a:lnTo>
                  <a:pt x="26" y="517"/>
                </a:lnTo>
                <a:lnTo>
                  <a:pt x="26" y="516"/>
                </a:lnTo>
                <a:lnTo>
                  <a:pt x="25" y="516"/>
                </a:lnTo>
                <a:lnTo>
                  <a:pt x="25" y="515"/>
                </a:lnTo>
                <a:lnTo>
                  <a:pt x="25" y="514"/>
                </a:lnTo>
                <a:lnTo>
                  <a:pt x="25" y="513"/>
                </a:lnTo>
                <a:lnTo>
                  <a:pt x="25" y="514"/>
                </a:lnTo>
                <a:lnTo>
                  <a:pt x="25" y="515"/>
                </a:lnTo>
                <a:lnTo>
                  <a:pt x="24" y="515"/>
                </a:lnTo>
                <a:lnTo>
                  <a:pt x="24" y="516"/>
                </a:lnTo>
                <a:lnTo>
                  <a:pt x="24" y="517"/>
                </a:lnTo>
                <a:lnTo>
                  <a:pt x="25" y="517"/>
                </a:lnTo>
                <a:lnTo>
                  <a:pt x="25" y="519"/>
                </a:lnTo>
                <a:lnTo>
                  <a:pt x="24" y="519"/>
                </a:lnTo>
                <a:lnTo>
                  <a:pt x="24" y="520"/>
                </a:lnTo>
                <a:lnTo>
                  <a:pt x="23" y="520"/>
                </a:lnTo>
                <a:lnTo>
                  <a:pt x="23" y="519"/>
                </a:lnTo>
                <a:lnTo>
                  <a:pt x="23" y="517"/>
                </a:lnTo>
                <a:lnTo>
                  <a:pt x="23" y="516"/>
                </a:lnTo>
                <a:lnTo>
                  <a:pt x="23" y="515"/>
                </a:lnTo>
                <a:lnTo>
                  <a:pt x="22" y="514"/>
                </a:lnTo>
                <a:lnTo>
                  <a:pt x="21" y="514"/>
                </a:lnTo>
                <a:lnTo>
                  <a:pt x="21" y="513"/>
                </a:lnTo>
                <a:lnTo>
                  <a:pt x="21" y="514"/>
                </a:lnTo>
                <a:lnTo>
                  <a:pt x="20" y="514"/>
                </a:lnTo>
                <a:lnTo>
                  <a:pt x="19" y="514"/>
                </a:lnTo>
                <a:lnTo>
                  <a:pt x="19" y="513"/>
                </a:lnTo>
                <a:lnTo>
                  <a:pt x="20" y="513"/>
                </a:lnTo>
                <a:lnTo>
                  <a:pt x="19" y="513"/>
                </a:lnTo>
                <a:lnTo>
                  <a:pt x="19" y="512"/>
                </a:lnTo>
                <a:lnTo>
                  <a:pt x="18" y="513"/>
                </a:lnTo>
                <a:lnTo>
                  <a:pt x="17" y="513"/>
                </a:lnTo>
                <a:lnTo>
                  <a:pt x="16" y="513"/>
                </a:lnTo>
                <a:lnTo>
                  <a:pt x="16" y="512"/>
                </a:lnTo>
                <a:lnTo>
                  <a:pt x="15" y="512"/>
                </a:lnTo>
                <a:lnTo>
                  <a:pt x="15" y="511"/>
                </a:lnTo>
                <a:lnTo>
                  <a:pt x="15" y="510"/>
                </a:lnTo>
                <a:lnTo>
                  <a:pt x="14" y="510"/>
                </a:lnTo>
                <a:lnTo>
                  <a:pt x="14" y="509"/>
                </a:lnTo>
                <a:lnTo>
                  <a:pt x="15" y="508"/>
                </a:lnTo>
                <a:lnTo>
                  <a:pt x="16" y="508"/>
                </a:lnTo>
                <a:lnTo>
                  <a:pt x="16" y="507"/>
                </a:lnTo>
                <a:lnTo>
                  <a:pt x="16" y="506"/>
                </a:lnTo>
                <a:lnTo>
                  <a:pt x="16" y="507"/>
                </a:lnTo>
                <a:lnTo>
                  <a:pt x="16" y="508"/>
                </a:lnTo>
                <a:lnTo>
                  <a:pt x="15" y="508"/>
                </a:lnTo>
                <a:lnTo>
                  <a:pt x="15" y="507"/>
                </a:lnTo>
                <a:lnTo>
                  <a:pt x="15" y="506"/>
                </a:lnTo>
                <a:lnTo>
                  <a:pt x="15" y="505"/>
                </a:lnTo>
                <a:lnTo>
                  <a:pt x="15" y="504"/>
                </a:lnTo>
                <a:lnTo>
                  <a:pt x="14" y="503"/>
                </a:lnTo>
                <a:lnTo>
                  <a:pt x="14" y="502"/>
                </a:lnTo>
                <a:lnTo>
                  <a:pt x="13" y="502"/>
                </a:lnTo>
                <a:lnTo>
                  <a:pt x="13" y="501"/>
                </a:lnTo>
                <a:lnTo>
                  <a:pt x="12" y="500"/>
                </a:lnTo>
                <a:lnTo>
                  <a:pt x="12" y="499"/>
                </a:lnTo>
                <a:lnTo>
                  <a:pt x="11" y="499"/>
                </a:lnTo>
                <a:lnTo>
                  <a:pt x="10" y="499"/>
                </a:lnTo>
                <a:lnTo>
                  <a:pt x="9" y="499"/>
                </a:lnTo>
                <a:lnTo>
                  <a:pt x="9" y="500"/>
                </a:lnTo>
                <a:lnTo>
                  <a:pt x="9" y="499"/>
                </a:lnTo>
                <a:lnTo>
                  <a:pt x="8" y="499"/>
                </a:lnTo>
                <a:lnTo>
                  <a:pt x="8" y="498"/>
                </a:lnTo>
                <a:lnTo>
                  <a:pt x="8" y="497"/>
                </a:lnTo>
                <a:lnTo>
                  <a:pt x="7" y="496"/>
                </a:lnTo>
                <a:lnTo>
                  <a:pt x="8" y="495"/>
                </a:lnTo>
                <a:lnTo>
                  <a:pt x="9" y="495"/>
                </a:lnTo>
                <a:lnTo>
                  <a:pt x="9" y="494"/>
                </a:lnTo>
                <a:lnTo>
                  <a:pt x="10" y="493"/>
                </a:lnTo>
                <a:lnTo>
                  <a:pt x="11" y="493"/>
                </a:lnTo>
                <a:lnTo>
                  <a:pt x="12" y="494"/>
                </a:lnTo>
                <a:lnTo>
                  <a:pt x="12" y="495"/>
                </a:lnTo>
                <a:lnTo>
                  <a:pt x="13" y="494"/>
                </a:lnTo>
                <a:lnTo>
                  <a:pt x="13" y="493"/>
                </a:lnTo>
                <a:lnTo>
                  <a:pt x="14" y="493"/>
                </a:lnTo>
                <a:lnTo>
                  <a:pt x="14" y="494"/>
                </a:lnTo>
                <a:lnTo>
                  <a:pt x="14" y="493"/>
                </a:lnTo>
                <a:lnTo>
                  <a:pt x="14" y="492"/>
                </a:lnTo>
                <a:lnTo>
                  <a:pt x="15" y="492"/>
                </a:lnTo>
                <a:lnTo>
                  <a:pt x="14" y="492"/>
                </a:lnTo>
                <a:lnTo>
                  <a:pt x="14" y="493"/>
                </a:lnTo>
                <a:lnTo>
                  <a:pt x="13" y="492"/>
                </a:lnTo>
                <a:lnTo>
                  <a:pt x="14" y="492"/>
                </a:lnTo>
                <a:lnTo>
                  <a:pt x="14" y="491"/>
                </a:lnTo>
                <a:lnTo>
                  <a:pt x="15" y="491"/>
                </a:lnTo>
                <a:lnTo>
                  <a:pt x="15" y="492"/>
                </a:lnTo>
                <a:lnTo>
                  <a:pt x="15" y="491"/>
                </a:lnTo>
                <a:lnTo>
                  <a:pt x="14" y="491"/>
                </a:lnTo>
                <a:lnTo>
                  <a:pt x="13" y="491"/>
                </a:lnTo>
                <a:lnTo>
                  <a:pt x="12" y="491"/>
                </a:lnTo>
                <a:lnTo>
                  <a:pt x="12" y="493"/>
                </a:lnTo>
                <a:lnTo>
                  <a:pt x="12" y="494"/>
                </a:lnTo>
                <a:lnTo>
                  <a:pt x="12" y="493"/>
                </a:lnTo>
                <a:lnTo>
                  <a:pt x="11" y="493"/>
                </a:lnTo>
                <a:lnTo>
                  <a:pt x="11" y="492"/>
                </a:lnTo>
                <a:lnTo>
                  <a:pt x="10" y="492"/>
                </a:lnTo>
                <a:lnTo>
                  <a:pt x="10" y="491"/>
                </a:lnTo>
                <a:lnTo>
                  <a:pt x="9" y="491"/>
                </a:lnTo>
                <a:lnTo>
                  <a:pt x="9" y="490"/>
                </a:lnTo>
                <a:lnTo>
                  <a:pt x="9" y="489"/>
                </a:lnTo>
                <a:lnTo>
                  <a:pt x="8" y="489"/>
                </a:lnTo>
                <a:lnTo>
                  <a:pt x="8" y="488"/>
                </a:lnTo>
                <a:lnTo>
                  <a:pt x="8" y="487"/>
                </a:lnTo>
                <a:lnTo>
                  <a:pt x="9" y="487"/>
                </a:lnTo>
                <a:lnTo>
                  <a:pt x="9" y="486"/>
                </a:lnTo>
                <a:lnTo>
                  <a:pt x="9" y="485"/>
                </a:lnTo>
                <a:lnTo>
                  <a:pt x="9" y="484"/>
                </a:lnTo>
                <a:lnTo>
                  <a:pt x="9" y="483"/>
                </a:lnTo>
                <a:lnTo>
                  <a:pt x="9" y="482"/>
                </a:lnTo>
                <a:lnTo>
                  <a:pt x="9" y="481"/>
                </a:lnTo>
                <a:lnTo>
                  <a:pt x="7" y="481"/>
                </a:lnTo>
                <a:lnTo>
                  <a:pt x="7" y="482"/>
                </a:lnTo>
                <a:lnTo>
                  <a:pt x="6" y="482"/>
                </a:lnTo>
                <a:lnTo>
                  <a:pt x="6" y="483"/>
                </a:lnTo>
                <a:lnTo>
                  <a:pt x="6" y="482"/>
                </a:lnTo>
                <a:lnTo>
                  <a:pt x="5" y="481"/>
                </a:lnTo>
                <a:lnTo>
                  <a:pt x="5" y="480"/>
                </a:lnTo>
                <a:lnTo>
                  <a:pt x="4" y="480"/>
                </a:lnTo>
                <a:lnTo>
                  <a:pt x="4" y="479"/>
                </a:lnTo>
                <a:lnTo>
                  <a:pt x="3" y="479"/>
                </a:lnTo>
                <a:lnTo>
                  <a:pt x="3" y="478"/>
                </a:lnTo>
                <a:lnTo>
                  <a:pt x="2" y="477"/>
                </a:lnTo>
                <a:lnTo>
                  <a:pt x="2" y="476"/>
                </a:lnTo>
                <a:lnTo>
                  <a:pt x="1" y="476"/>
                </a:lnTo>
                <a:lnTo>
                  <a:pt x="1" y="475"/>
                </a:lnTo>
                <a:lnTo>
                  <a:pt x="1" y="474"/>
                </a:lnTo>
                <a:lnTo>
                  <a:pt x="1" y="473"/>
                </a:lnTo>
                <a:lnTo>
                  <a:pt x="1" y="472"/>
                </a:lnTo>
                <a:lnTo>
                  <a:pt x="1" y="471"/>
                </a:lnTo>
                <a:lnTo>
                  <a:pt x="0" y="470"/>
                </a:lnTo>
                <a:lnTo>
                  <a:pt x="0" y="468"/>
                </a:lnTo>
                <a:lnTo>
                  <a:pt x="1" y="468"/>
                </a:lnTo>
                <a:lnTo>
                  <a:pt x="1" y="467"/>
                </a:lnTo>
                <a:lnTo>
                  <a:pt x="1" y="466"/>
                </a:lnTo>
                <a:lnTo>
                  <a:pt x="2" y="466"/>
                </a:lnTo>
                <a:lnTo>
                  <a:pt x="2" y="467"/>
                </a:lnTo>
                <a:lnTo>
                  <a:pt x="2" y="466"/>
                </a:lnTo>
                <a:lnTo>
                  <a:pt x="1" y="466"/>
                </a:lnTo>
                <a:lnTo>
                  <a:pt x="1" y="465"/>
                </a:lnTo>
                <a:lnTo>
                  <a:pt x="2" y="465"/>
                </a:lnTo>
                <a:lnTo>
                  <a:pt x="2" y="464"/>
                </a:lnTo>
                <a:lnTo>
                  <a:pt x="2" y="463"/>
                </a:lnTo>
                <a:lnTo>
                  <a:pt x="2" y="462"/>
                </a:lnTo>
                <a:lnTo>
                  <a:pt x="2" y="461"/>
                </a:lnTo>
                <a:lnTo>
                  <a:pt x="3" y="461"/>
                </a:lnTo>
                <a:lnTo>
                  <a:pt x="3" y="460"/>
                </a:lnTo>
                <a:lnTo>
                  <a:pt x="3" y="461"/>
                </a:lnTo>
                <a:lnTo>
                  <a:pt x="3" y="460"/>
                </a:lnTo>
                <a:lnTo>
                  <a:pt x="4" y="460"/>
                </a:lnTo>
                <a:lnTo>
                  <a:pt x="4" y="459"/>
                </a:lnTo>
                <a:lnTo>
                  <a:pt x="4" y="458"/>
                </a:lnTo>
                <a:lnTo>
                  <a:pt x="4" y="457"/>
                </a:lnTo>
                <a:lnTo>
                  <a:pt x="5" y="456"/>
                </a:lnTo>
                <a:lnTo>
                  <a:pt x="5" y="455"/>
                </a:lnTo>
                <a:lnTo>
                  <a:pt x="4" y="455"/>
                </a:lnTo>
                <a:lnTo>
                  <a:pt x="4" y="454"/>
                </a:lnTo>
                <a:lnTo>
                  <a:pt x="3" y="453"/>
                </a:lnTo>
                <a:lnTo>
                  <a:pt x="3" y="452"/>
                </a:lnTo>
                <a:lnTo>
                  <a:pt x="2" y="451"/>
                </a:lnTo>
                <a:lnTo>
                  <a:pt x="2" y="450"/>
                </a:lnTo>
                <a:lnTo>
                  <a:pt x="1" y="450"/>
                </a:lnTo>
                <a:lnTo>
                  <a:pt x="1" y="449"/>
                </a:lnTo>
                <a:lnTo>
                  <a:pt x="2" y="449"/>
                </a:lnTo>
                <a:lnTo>
                  <a:pt x="2" y="448"/>
                </a:lnTo>
                <a:lnTo>
                  <a:pt x="3" y="446"/>
                </a:lnTo>
                <a:lnTo>
                  <a:pt x="4" y="445"/>
                </a:lnTo>
                <a:lnTo>
                  <a:pt x="5" y="444"/>
                </a:lnTo>
                <a:lnTo>
                  <a:pt x="6" y="444"/>
                </a:lnTo>
                <a:lnTo>
                  <a:pt x="6" y="443"/>
                </a:lnTo>
                <a:lnTo>
                  <a:pt x="7" y="442"/>
                </a:lnTo>
                <a:lnTo>
                  <a:pt x="7" y="443"/>
                </a:lnTo>
                <a:lnTo>
                  <a:pt x="7" y="444"/>
                </a:lnTo>
                <a:lnTo>
                  <a:pt x="7" y="445"/>
                </a:lnTo>
                <a:lnTo>
                  <a:pt x="8" y="445"/>
                </a:lnTo>
                <a:lnTo>
                  <a:pt x="8" y="446"/>
                </a:lnTo>
                <a:lnTo>
                  <a:pt x="9" y="446"/>
                </a:lnTo>
                <a:lnTo>
                  <a:pt x="10" y="446"/>
                </a:lnTo>
                <a:lnTo>
                  <a:pt x="9" y="446"/>
                </a:lnTo>
                <a:lnTo>
                  <a:pt x="9" y="445"/>
                </a:lnTo>
                <a:lnTo>
                  <a:pt x="8" y="445"/>
                </a:lnTo>
                <a:lnTo>
                  <a:pt x="8" y="444"/>
                </a:lnTo>
                <a:lnTo>
                  <a:pt x="7" y="444"/>
                </a:lnTo>
                <a:lnTo>
                  <a:pt x="7" y="443"/>
                </a:lnTo>
                <a:lnTo>
                  <a:pt x="8" y="443"/>
                </a:lnTo>
                <a:lnTo>
                  <a:pt x="8" y="442"/>
                </a:lnTo>
                <a:lnTo>
                  <a:pt x="9" y="442"/>
                </a:lnTo>
                <a:lnTo>
                  <a:pt x="9" y="441"/>
                </a:lnTo>
                <a:lnTo>
                  <a:pt x="10" y="441"/>
                </a:lnTo>
                <a:lnTo>
                  <a:pt x="10" y="440"/>
                </a:lnTo>
                <a:lnTo>
                  <a:pt x="10" y="439"/>
                </a:lnTo>
                <a:lnTo>
                  <a:pt x="10" y="438"/>
                </a:lnTo>
                <a:lnTo>
                  <a:pt x="10" y="436"/>
                </a:lnTo>
                <a:lnTo>
                  <a:pt x="10" y="435"/>
                </a:lnTo>
                <a:lnTo>
                  <a:pt x="10" y="434"/>
                </a:lnTo>
                <a:lnTo>
                  <a:pt x="10" y="433"/>
                </a:lnTo>
                <a:lnTo>
                  <a:pt x="10" y="434"/>
                </a:lnTo>
                <a:lnTo>
                  <a:pt x="10" y="433"/>
                </a:lnTo>
                <a:lnTo>
                  <a:pt x="10" y="432"/>
                </a:lnTo>
                <a:lnTo>
                  <a:pt x="10" y="431"/>
                </a:lnTo>
                <a:lnTo>
                  <a:pt x="10" y="430"/>
                </a:lnTo>
                <a:lnTo>
                  <a:pt x="10" y="429"/>
                </a:lnTo>
                <a:lnTo>
                  <a:pt x="10" y="428"/>
                </a:lnTo>
                <a:lnTo>
                  <a:pt x="10" y="427"/>
                </a:lnTo>
                <a:lnTo>
                  <a:pt x="9" y="427"/>
                </a:lnTo>
                <a:lnTo>
                  <a:pt x="9" y="426"/>
                </a:lnTo>
                <a:lnTo>
                  <a:pt x="10" y="426"/>
                </a:lnTo>
                <a:lnTo>
                  <a:pt x="10" y="425"/>
                </a:lnTo>
                <a:lnTo>
                  <a:pt x="10" y="426"/>
                </a:lnTo>
                <a:lnTo>
                  <a:pt x="11" y="427"/>
                </a:lnTo>
                <a:lnTo>
                  <a:pt x="12" y="427"/>
                </a:lnTo>
                <a:lnTo>
                  <a:pt x="12" y="428"/>
                </a:lnTo>
                <a:lnTo>
                  <a:pt x="12" y="427"/>
                </a:lnTo>
                <a:lnTo>
                  <a:pt x="12" y="426"/>
                </a:lnTo>
                <a:lnTo>
                  <a:pt x="13" y="426"/>
                </a:lnTo>
                <a:lnTo>
                  <a:pt x="14" y="426"/>
                </a:lnTo>
                <a:lnTo>
                  <a:pt x="15" y="426"/>
                </a:lnTo>
                <a:lnTo>
                  <a:pt x="16" y="426"/>
                </a:lnTo>
                <a:lnTo>
                  <a:pt x="18" y="425"/>
                </a:lnTo>
                <a:lnTo>
                  <a:pt x="19" y="425"/>
                </a:lnTo>
                <a:lnTo>
                  <a:pt x="22" y="425"/>
                </a:lnTo>
                <a:lnTo>
                  <a:pt x="23" y="425"/>
                </a:lnTo>
                <a:lnTo>
                  <a:pt x="23" y="424"/>
                </a:lnTo>
                <a:lnTo>
                  <a:pt x="22" y="424"/>
                </a:lnTo>
                <a:lnTo>
                  <a:pt x="22" y="422"/>
                </a:lnTo>
                <a:lnTo>
                  <a:pt x="23" y="420"/>
                </a:lnTo>
                <a:lnTo>
                  <a:pt x="22" y="420"/>
                </a:lnTo>
                <a:lnTo>
                  <a:pt x="22" y="419"/>
                </a:lnTo>
                <a:lnTo>
                  <a:pt x="23" y="419"/>
                </a:lnTo>
                <a:lnTo>
                  <a:pt x="24" y="419"/>
                </a:lnTo>
                <a:lnTo>
                  <a:pt x="24" y="418"/>
                </a:lnTo>
                <a:lnTo>
                  <a:pt x="25" y="418"/>
                </a:lnTo>
                <a:lnTo>
                  <a:pt x="24" y="417"/>
                </a:lnTo>
                <a:lnTo>
                  <a:pt x="24" y="418"/>
                </a:lnTo>
                <a:lnTo>
                  <a:pt x="23" y="418"/>
                </a:lnTo>
                <a:lnTo>
                  <a:pt x="23" y="417"/>
                </a:lnTo>
                <a:lnTo>
                  <a:pt x="23" y="416"/>
                </a:lnTo>
                <a:lnTo>
                  <a:pt x="23" y="417"/>
                </a:lnTo>
                <a:lnTo>
                  <a:pt x="23" y="416"/>
                </a:lnTo>
                <a:lnTo>
                  <a:pt x="22" y="415"/>
                </a:lnTo>
                <a:lnTo>
                  <a:pt x="23" y="415"/>
                </a:lnTo>
                <a:lnTo>
                  <a:pt x="23" y="414"/>
                </a:lnTo>
                <a:lnTo>
                  <a:pt x="24" y="414"/>
                </a:lnTo>
                <a:lnTo>
                  <a:pt x="23" y="414"/>
                </a:lnTo>
                <a:lnTo>
                  <a:pt x="22" y="415"/>
                </a:lnTo>
                <a:lnTo>
                  <a:pt x="20" y="415"/>
                </a:lnTo>
                <a:lnTo>
                  <a:pt x="19" y="415"/>
                </a:lnTo>
                <a:lnTo>
                  <a:pt x="19" y="416"/>
                </a:lnTo>
                <a:lnTo>
                  <a:pt x="15" y="416"/>
                </a:lnTo>
                <a:lnTo>
                  <a:pt x="15" y="415"/>
                </a:lnTo>
                <a:lnTo>
                  <a:pt x="14" y="415"/>
                </a:lnTo>
                <a:lnTo>
                  <a:pt x="13" y="415"/>
                </a:lnTo>
                <a:lnTo>
                  <a:pt x="13" y="414"/>
                </a:lnTo>
                <a:lnTo>
                  <a:pt x="12" y="414"/>
                </a:lnTo>
                <a:lnTo>
                  <a:pt x="12" y="413"/>
                </a:lnTo>
                <a:lnTo>
                  <a:pt x="13" y="413"/>
                </a:lnTo>
                <a:lnTo>
                  <a:pt x="13" y="412"/>
                </a:lnTo>
                <a:lnTo>
                  <a:pt x="12" y="412"/>
                </a:lnTo>
                <a:lnTo>
                  <a:pt x="12" y="411"/>
                </a:lnTo>
                <a:lnTo>
                  <a:pt x="12" y="410"/>
                </a:lnTo>
                <a:lnTo>
                  <a:pt x="12" y="409"/>
                </a:lnTo>
                <a:lnTo>
                  <a:pt x="11" y="409"/>
                </a:lnTo>
                <a:lnTo>
                  <a:pt x="12" y="409"/>
                </a:lnTo>
                <a:lnTo>
                  <a:pt x="12" y="408"/>
                </a:lnTo>
                <a:lnTo>
                  <a:pt x="12" y="407"/>
                </a:lnTo>
                <a:lnTo>
                  <a:pt x="11" y="407"/>
                </a:lnTo>
                <a:lnTo>
                  <a:pt x="10" y="407"/>
                </a:lnTo>
                <a:lnTo>
                  <a:pt x="10" y="406"/>
                </a:lnTo>
                <a:lnTo>
                  <a:pt x="10" y="405"/>
                </a:lnTo>
                <a:lnTo>
                  <a:pt x="9" y="405"/>
                </a:lnTo>
                <a:lnTo>
                  <a:pt x="9" y="404"/>
                </a:lnTo>
                <a:lnTo>
                  <a:pt x="10" y="404"/>
                </a:lnTo>
                <a:lnTo>
                  <a:pt x="10" y="403"/>
                </a:lnTo>
                <a:lnTo>
                  <a:pt x="11" y="403"/>
                </a:lnTo>
                <a:lnTo>
                  <a:pt x="10" y="403"/>
                </a:lnTo>
                <a:lnTo>
                  <a:pt x="9" y="403"/>
                </a:lnTo>
                <a:lnTo>
                  <a:pt x="9" y="404"/>
                </a:lnTo>
                <a:lnTo>
                  <a:pt x="9" y="403"/>
                </a:lnTo>
                <a:lnTo>
                  <a:pt x="9" y="404"/>
                </a:lnTo>
                <a:lnTo>
                  <a:pt x="9" y="403"/>
                </a:lnTo>
                <a:lnTo>
                  <a:pt x="8" y="403"/>
                </a:lnTo>
                <a:lnTo>
                  <a:pt x="8" y="402"/>
                </a:lnTo>
                <a:lnTo>
                  <a:pt x="8" y="401"/>
                </a:lnTo>
                <a:lnTo>
                  <a:pt x="7" y="400"/>
                </a:lnTo>
                <a:lnTo>
                  <a:pt x="7" y="398"/>
                </a:lnTo>
                <a:lnTo>
                  <a:pt x="8" y="398"/>
                </a:lnTo>
                <a:lnTo>
                  <a:pt x="8" y="397"/>
                </a:lnTo>
                <a:lnTo>
                  <a:pt x="9" y="396"/>
                </a:lnTo>
                <a:lnTo>
                  <a:pt x="9" y="395"/>
                </a:lnTo>
                <a:lnTo>
                  <a:pt x="9" y="394"/>
                </a:lnTo>
                <a:lnTo>
                  <a:pt x="9" y="393"/>
                </a:lnTo>
                <a:lnTo>
                  <a:pt x="10" y="393"/>
                </a:lnTo>
                <a:lnTo>
                  <a:pt x="10" y="394"/>
                </a:lnTo>
                <a:lnTo>
                  <a:pt x="11" y="396"/>
                </a:lnTo>
                <a:lnTo>
                  <a:pt x="12" y="397"/>
                </a:lnTo>
                <a:lnTo>
                  <a:pt x="13" y="397"/>
                </a:lnTo>
                <a:lnTo>
                  <a:pt x="13" y="396"/>
                </a:lnTo>
                <a:lnTo>
                  <a:pt x="14" y="396"/>
                </a:lnTo>
                <a:lnTo>
                  <a:pt x="16" y="396"/>
                </a:lnTo>
                <a:lnTo>
                  <a:pt x="18" y="395"/>
                </a:lnTo>
                <a:lnTo>
                  <a:pt x="19" y="395"/>
                </a:lnTo>
                <a:lnTo>
                  <a:pt x="20" y="395"/>
                </a:lnTo>
                <a:lnTo>
                  <a:pt x="21" y="395"/>
                </a:lnTo>
                <a:lnTo>
                  <a:pt x="22" y="395"/>
                </a:lnTo>
                <a:lnTo>
                  <a:pt x="23" y="393"/>
                </a:lnTo>
                <a:lnTo>
                  <a:pt x="23" y="392"/>
                </a:lnTo>
                <a:lnTo>
                  <a:pt x="22" y="392"/>
                </a:lnTo>
                <a:lnTo>
                  <a:pt x="22" y="391"/>
                </a:lnTo>
                <a:lnTo>
                  <a:pt x="22" y="392"/>
                </a:lnTo>
                <a:lnTo>
                  <a:pt x="22" y="391"/>
                </a:lnTo>
                <a:lnTo>
                  <a:pt x="23" y="389"/>
                </a:lnTo>
                <a:lnTo>
                  <a:pt x="23" y="390"/>
                </a:lnTo>
                <a:lnTo>
                  <a:pt x="24" y="389"/>
                </a:lnTo>
                <a:lnTo>
                  <a:pt x="23" y="388"/>
                </a:lnTo>
                <a:lnTo>
                  <a:pt x="23" y="387"/>
                </a:lnTo>
                <a:lnTo>
                  <a:pt x="24" y="386"/>
                </a:lnTo>
                <a:lnTo>
                  <a:pt x="24" y="387"/>
                </a:lnTo>
                <a:lnTo>
                  <a:pt x="25" y="387"/>
                </a:lnTo>
                <a:lnTo>
                  <a:pt x="25" y="386"/>
                </a:lnTo>
                <a:lnTo>
                  <a:pt x="24" y="386"/>
                </a:lnTo>
                <a:lnTo>
                  <a:pt x="24" y="385"/>
                </a:lnTo>
                <a:lnTo>
                  <a:pt x="24" y="384"/>
                </a:lnTo>
                <a:lnTo>
                  <a:pt x="25" y="384"/>
                </a:lnTo>
                <a:lnTo>
                  <a:pt x="25" y="383"/>
                </a:lnTo>
                <a:lnTo>
                  <a:pt x="25" y="382"/>
                </a:lnTo>
                <a:lnTo>
                  <a:pt x="25" y="381"/>
                </a:lnTo>
                <a:lnTo>
                  <a:pt x="25" y="378"/>
                </a:lnTo>
                <a:lnTo>
                  <a:pt x="25" y="377"/>
                </a:lnTo>
                <a:lnTo>
                  <a:pt x="26" y="377"/>
                </a:lnTo>
                <a:lnTo>
                  <a:pt x="26" y="376"/>
                </a:lnTo>
                <a:lnTo>
                  <a:pt x="25" y="375"/>
                </a:lnTo>
                <a:lnTo>
                  <a:pt x="26" y="375"/>
                </a:lnTo>
                <a:lnTo>
                  <a:pt x="26" y="374"/>
                </a:lnTo>
                <a:lnTo>
                  <a:pt x="27" y="374"/>
                </a:lnTo>
                <a:lnTo>
                  <a:pt x="27" y="373"/>
                </a:lnTo>
                <a:lnTo>
                  <a:pt x="28" y="373"/>
                </a:lnTo>
                <a:lnTo>
                  <a:pt x="29" y="372"/>
                </a:lnTo>
                <a:lnTo>
                  <a:pt x="30" y="371"/>
                </a:lnTo>
                <a:lnTo>
                  <a:pt x="31" y="371"/>
                </a:lnTo>
                <a:lnTo>
                  <a:pt x="31" y="372"/>
                </a:lnTo>
                <a:lnTo>
                  <a:pt x="32" y="372"/>
                </a:lnTo>
                <a:lnTo>
                  <a:pt x="33" y="373"/>
                </a:lnTo>
                <a:lnTo>
                  <a:pt x="33" y="372"/>
                </a:lnTo>
                <a:lnTo>
                  <a:pt x="34" y="373"/>
                </a:lnTo>
                <a:lnTo>
                  <a:pt x="35" y="373"/>
                </a:lnTo>
                <a:lnTo>
                  <a:pt x="35" y="374"/>
                </a:lnTo>
                <a:lnTo>
                  <a:pt x="37" y="374"/>
                </a:lnTo>
                <a:lnTo>
                  <a:pt x="38" y="373"/>
                </a:lnTo>
                <a:lnTo>
                  <a:pt x="38" y="372"/>
                </a:lnTo>
                <a:lnTo>
                  <a:pt x="39" y="371"/>
                </a:lnTo>
                <a:lnTo>
                  <a:pt x="39" y="372"/>
                </a:lnTo>
                <a:lnTo>
                  <a:pt x="39" y="373"/>
                </a:lnTo>
                <a:lnTo>
                  <a:pt x="40" y="373"/>
                </a:lnTo>
                <a:lnTo>
                  <a:pt x="40" y="372"/>
                </a:lnTo>
                <a:lnTo>
                  <a:pt x="40" y="371"/>
                </a:lnTo>
                <a:lnTo>
                  <a:pt x="41" y="369"/>
                </a:lnTo>
                <a:lnTo>
                  <a:pt x="42" y="369"/>
                </a:lnTo>
                <a:lnTo>
                  <a:pt x="42" y="370"/>
                </a:lnTo>
                <a:lnTo>
                  <a:pt x="43" y="371"/>
                </a:lnTo>
                <a:lnTo>
                  <a:pt x="44" y="370"/>
                </a:lnTo>
                <a:lnTo>
                  <a:pt x="45" y="370"/>
                </a:lnTo>
                <a:lnTo>
                  <a:pt x="46" y="370"/>
                </a:lnTo>
                <a:lnTo>
                  <a:pt x="47" y="370"/>
                </a:lnTo>
                <a:lnTo>
                  <a:pt x="48" y="370"/>
                </a:lnTo>
                <a:lnTo>
                  <a:pt x="49" y="370"/>
                </a:lnTo>
                <a:lnTo>
                  <a:pt x="49" y="371"/>
                </a:lnTo>
                <a:lnTo>
                  <a:pt x="50" y="371"/>
                </a:lnTo>
                <a:lnTo>
                  <a:pt x="51" y="372"/>
                </a:lnTo>
                <a:lnTo>
                  <a:pt x="52" y="372"/>
                </a:lnTo>
                <a:lnTo>
                  <a:pt x="53" y="371"/>
                </a:lnTo>
                <a:lnTo>
                  <a:pt x="54" y="371"/>
                </a:lnTo>
                <a:lnTo>
                  <a:pt x="54" y="370"/>
                </a:lnTo>
                <a:lnTo>
                  <a:pt x="55" y="370"/>
                </a:lnTo>
                <a:lnTo>
                  <a:pt x="56" y="370"/>
                </a:lnTo>
                <a:lnTo>
                  <a:pt x="57" y="368"/>
                </a:lnTo>
                <a:lnTo>
                  <a:pt x="56" y="368"/>
                </a:lnTo>
                <a:lnTo>
                  <a:pt x="57" y="368"/>
                </a:lnTo>
                <a:lnTo>
                  <a:pt x="57" y="369"/>
                </a:lnTo>
                <a:lnTo>
                  <a:pt x="58" y="369"/>
                </a:lnTo>
                <a:lnTo>
                  <a:pt x="59" y="369"/>
                </a:lnTo>
                <a:lnTo>
                  <a:pt x="59" y="370"/>
                </a:lnTo>
                <a:lnTo>
                  <a:pt x="60" y="371"/>
                </a:lnTo>
                <a:lnTo>
                  <a:pt x="61" y="371"/>
                </a:lnTo>
                <a:lnTo>
                  <a:pt x="62" y="371"/>
                </a:lnTo>
                <a:lnTo>
                  <a:pt x="63" y="371"/>
                </a:lnTo>
                <a:lnTo>
                  <a:pt x="64" y="371"/>
                </a:lnTo>
                <a:lnTo>
                  <a:pt x="65" y="370"/>
                </a:lnTo>
                <a:lnTo>
                  <a:pt x="65" y="371"/>
                </a:lnTo>
                <a:lnTo>
                  <a:pt x="65" y="370"/>
                </a:lnTo>
                <a:lnTo>
                  <a:pt x="66" y="370"/>
                </a:lnTo>
                <a:lnTo>
                  <a:pt x="66" y="369"/>
                </a:lnTo>
                <a:lnTo>
                  <a:pt x="65" y="369"/>
                </a:lnTo>
                <a:lnTo>
                  <a:pt x="66" y="369"/>
                </a:lnTo>
                <a:lnTo>
                  <a:pt x="66" y="368"/>
                </a:lnTo>
                <a:lnTo>
                  <a:pt x="65" y="368"/>
                </a:lnTo>
                <a:lnTo>
                  <a:pt x="65" y="367"/>
                </a:lnTo>
                <a:lnTo>
                  <a:pt x="65" y="366"/>
                </a:lnTo>
                <a:lnTo>
                  <a:pt x="64" y="366"/>
                </a:lnTo>
                <a:lnTo>
                  <a:pt x="64" y="365"/>
                </a:lnTo>
                <a:lnTo>
                  <a:pt x="65" y="365"/>
                </a:lnTo>
                <a:lnTo>
                  <a:pt x="65" y="364"/>
                </a:lnTo>
                <a:lnTo>
                  <a:pt x="64" y="363"/>
                </a:lnTo>
                <a:lnTo>
                  <a:pt x="64" y="362"/>
                </a:lnTo>
                <a:lnTo>
                  <a:pt x="63" y="363"/>
                </a:lnTo>
                <a:lnTo>
                  <a:pt x="62" y="362"/>
                </a:lnTo>
                <a:lnTo>
                  <a:pt x="62" y="361"/>
                </a:lnTo>
                <a:lnTo>
                  <a:pt x="63" y="361"/>
                </a:lnTo>
                <a:lnTo>
                  <a:pt x="63" y="360"/>
                </a:lnTo>
                <a:lnTo>
                  <a:pt x="63" y="359"/>
                </a:lnTo>
                <a:lnTo>
                  <a:pt x="63" y="358"/>
                </a:lnTo>
                <a:lnTo>
                  <a:pt x="62" y="357"/>
                </a:lnTo>
                <a:lnTo>
                  <a:pt x="62" y="356"/>
                </a:lnTo>
                <a:lnTo>
                  <a:pt x="62" y="355"/>
                </a:lnTo>
                <a:lnTo>
                  <a:pt x="62" y="353"/>
                </a:lnTo>
                <a:lnTo>
                  <a:pt x="62" y="352"/>
                </a:lnTo>
                <a:lnTo>
                  <a:pt x="63" y="351"/>
                </a:lnTo>
                <a:lnTo>
                  <a:pt x="62" y="351"/>
                </a:lnTo>
                <a:lnTo>
                  <a:pt x="62" y="350"/>
                </a:lnTo>
                <a:lnTo>
                  <a:pt x="62" y="349"/>
                </a:lnTo>
                <a:lnTo>
                  <a:pt x="63" y="349"/>
                </a:lnTo>
                <a:lnTo>
                  <a:pt x="63" y="347"/>
                </a:lnTo>
                <a:lnTo>
                  <a:pt x="63" y="346"/>
                </a:lnTo>
                <a:lnTo>
                  <a:pt x="62" y="346"/>
                </a:lnTo>
                <a:lnTo>
                  <a:pt x="61" y="345"/>
                </a:lnTo>
                <a:lnTo>
                  <a:pt x="60" y="345"/>
                </a:lnTo>
                <a:lnTo>
                  <a:pt x="60" y="344"/>
                </a:lnTo>
                <a:lnTo>
                  <a:pt x="60" y="343"/>
                </a:lnTo>
                <a:lnTo>
                  <a:pt x="60" y="342"/>
                </a:lnTo>
                <a:lnTo>
                  <a:pt x="61" y="341"/>
                </a:lnTo>
                <a:lnTo>
                  <a:pt x="62" y="339"/>
                </a:lnTo>
                <a:lnTo>
                  <a:pt x="62" y="340"/>
                </a:lnTo>
                <a:lnTo>
                  <a:pt x="63" y="340"/>
                </a:lnTo>
                <a:lnTo>
                  <a:pt x="64" y="342"/>
                </a:lnTo>
                <a:lnTo>
                  <a:pt x="65" y="343"/>
                </a:lnTo>
                <a:lnTo>
                  <a:pt x="65" y="342"/>
                </a:lnTo>
                <a:lnTo>
                  <a:pt x="66" y="342"/>
                </a:lnTo>
                <a:lnTo>
                  <a:pt x="66" y="341"/>
                </a:lnTo>
                <a:lnTo>
                  <a:pt x="65" y="341"/>
                </a:lnTo>
                <a:lnTo>
                  <a:pt x="66" y="340"/>
                </a:lnTo>
                <a:lnTo>
                  <a:pt x="67" y="340"/>
                </a:lnTo>
                <a:lnTo>
                  <a:pt x="67" y="339"/>
                </a:lnTo>
                <a:lnTo>
                  <a:pt x="67" y="338"/>
                </a:lnTo>
                <a:lnTo>
                  <a:pt x="68" y="338"/>
                </a:lnTo>
                <a:lnTo>
                  <a:pt x="69" y="338"/>
                </a:lnTo>
                <a:lnTo>
                  <a:pt x="71" y="340"/>
                </a:lnTo>
                <a:lnTo>
                  <a:pt x="72" y="341"/>
                </a:lnTo>
                <a:lnTo>
                  <a:pt x="73" y="342"/>
                </a:lnTo>
                <a:lnTo>
                  <a:pt x="74" y="343"/>
                </a:lnTo>
                <a:lnTo>
                  <a:pt x="74" y="344"/>
                </a:lnTo>
                <a:lnTo>
                  <a:pt x="75" y="345"/>
                </a:lnTo>
                <a:lnTo>
                  <a:pt x="76" y="345"/>
                </a:lnTo>
                <a:lnTo>
                  <a:pt x="77" y="344"/>
                </a:lnTo>
                <a:lnTo>
                  <a:pt x="78" y="343"/>
                </a:lnTo>
                <a:lnTo>
                  <a:pt x="78" y="342"/>
                </a:lnTo>
                <a:lnTo>
                  <a:pt x="79" y="342"/>
                </a:lnTo>
                <a:lnTo>
                  <a:pt x="79" y="341"/>
                </a:lnTo>
                <a:lnTo>
                  <a:pt x="79" y="340"/>
                </a:lnTo>
                <a:lnTo>
                  <a:pt x="80" y="340"/>
                </a:lnTo>
                <a:lnTo>
                  <a:pt x="81" y="339"/>
                </a:lnTo>
                <a:lnTo>
                  <a:pt x="81" y="340"/>
                </a:lnTo>
                <a:lnTo>
                  <a:pt x="83" y="340"/>
                </a:lnTo>
                <a:lnTo>
                  <a:pt x="84" y="340"/>
                </a:lnTo>
                <a:lnTo>
                  <a:pt x="85" y="340"/>
                </a:lnTo>
                <a:lnTo>
                  <a:pt x="85" y="341"/>
                </a:lnTo>
                <a:lnTo>
                  <a:pt x="85" y="342"/>
                </a:lnTo>
                <a:lnTo>
                  <a:pt x="84" y="342"/>
                </a:lnTo>
                <a:lnTo>
                  <a:pt x="84" y="343"/>
                </a:lnTo>
                <a:lnTo>
                  <a:pt x="85" y="343"/>
                </a:lnTo>
                <a:lnTo>
                  <a:pt x="86" y="343"/>
                </a:lnTo>
                <a:lnTo>
                  <a:pt x="87" y="343"/>
                </a:lnTo>
                <a:lnTo>
                  <a:pt x="87" y="344"/>
                </a:lnTo>
                <a:lnTo>
                  <a:pt x="88" y="344"/>
                </a:lnTo>
                <a:lnTo>
                  <a:pt x="88" y="343"/>
                </a:lnTo>
                <a:lnTo>
                  <a:pt x="89" y="342"/>
                </a:lnTo>
                <a:lnTo>
                  <a:pt x="90" y="342"/>
                </a:lnTo>
                <a:lnTo>
                  <a:pt x="91" y="342"/>
                </a:lnTo>
                <a:lnTo>
                  <a:pt x="92" y="341"/>
                </a:lnTo>
                <a:lnTo>
                  <a:pt x="91" y="340"/>
                </a:lnTo>
                <a:lnTo>
                  <a:pt x="90" y="339"/>
                </a:lnTo>
                <a:lnTo>
                  <a:pt x="89" y="339"/>
                </a:lnTo>
                <a:lnTo>
                  <a:pt x="89" y="337"/>
                </a:lnTo>
                <a:lnTo>
                  <a:pt x="89" y="336"/>
                </a:lnTo>
                <a:lnTo>
                  <a:pt x="89" y="335"/>
                </a:lnTo>
                <a:lnTo>
                  <a:pt x="90" y="334"/>
                </a:lnTo>
                <a:lnTo>
                  <a:pt x="91" y="334"/>
                </a:lnTo>
                <a:lnTo>
                  <a:pt x="92" y="334"/>
                </a:lnTo>
                <a:lnTo>
                  <a:pt x="93" y="333"/>
                </a:lnTo>
                <a:lnTo>
                  <a:pt x="93" y="332"/>
                </a:lnTo>
                <a:lnTo>
                  <a:pt x="92" y="332"/>
                </a:lnTo>
                <a:lnTo>
                  <a:pt x="93" y="332"/>
                </a:lnTo>
                <a:lnTo>
                  <a:pt x="93" y="331"/>
                </a:lnTo>
                <a:lnTo>
                  <a:pt x="94" y="331"/>
                </a:lnTo>
                <a:lnTo>
                  <a:pt x="94" y="332"/>
                </a:lnTo>
                <a:lnTo>
                  <a:pt x="94" y="331"/>
                </a:lnTo>
                <a:lnTo>
                  <a:pt x="95" y="331"/>
                </a:lnTo>
                <a:lnTo>
                  <a:pt x="95" y="330"/>
                </a:lnTo>
                <a:lnTo>
                  <a:pt x="95" y="329"/>
                </a:lnTo>
                <a:lnTo>
                  <a:pt x="96" y="329"/>
                </a:lnTo>
                <a:lnTo>
                  <a:pt x="96" y="330"/>
                </a:lnTo>
                <a:lnTo>
                  <a:pt x="97" y="330"/>
                </a:lnTo>
                <a:lnTo>
                  <a:pt x="99" y="331"/>
                </a:lnTo>
                <a:lnTo>
                  <a:pt x="100" y="331"/>
                </a:lnTo>
                <a:lnTo>
                  <a:pt x="101" y="331"/>
                </a:lnTo>
                <a:lnTo>
                  <a:pt x="101" y="330"/>
                </a:lnTo>
                <a:lnTo>
                  <a:pt x="101" y="329"/>
                </a:lnTo>
                <a:lnTo>
                  <a:pt x="100" y="329"/>
                </a:lnTo>
                <a:lnTo>
                  <a:pt x="100" y="328"/>
                </a:lnTo>
                <a:lnTo>
                  <a:pt x="100" y="327"/>
                </a:lnTo>
                <a:lnTo>
                  <a:pt x="99" y="326"/>
                </a:lnTo>
                <a:lnTo>
                  <a:pt x="98" y="326"/>
                </a:lnTo>
                <a:lnTo>
                  <a:pt x="98" y="325"/>
                </a:lnTo>
                <a:lnTo>
                  <a:pt x="98" y="324"/>
                </a:lnTo>
                <a:lnTo>
                  <a:pt x="98" y="323"/>
                </a:lnTo>
                <a:lnTo>
                  <a:pt x="97" y="322"/>
                </a:lnTo>
                <a:lnTo>
                  <a:pt x="96" y="322"/>
                </a:lnTo>
                <a:lnTo>
                  <a:pt x="95" y="322"/>
                </a:lnTo>
                <a:lnTo>
                  <a:pt x="94" y="322"/>
                </a:lnTo>
                <a:lnTo>
                  <a:pt x="94" y="321"/>
                </a:lnTo>
                <a:lnTo>
                  <a:pt x="94" y="320"/>
                </a:lnTo>
                <a:lnTo>
                  <a:pt x="95" y="320"/>
                </a:lnTo>
                <a:lnTo>
                  <a:pt x="95" y="319"/>
                </a:lnTo>
                <a:lnTo>
                  <a:pt x="94" y="318"/>
                </a:lnTo>
                <a:lnTo>
                  <a:pt x="94" y="317"/>
                </a:lnTo>
                <a:lnTo>
                  <a:pt x="95" y="317"/>
                </a:lnTo>
                <a:lnTo>
                  <a:pt x="95" y="315"/>
                </a:lnTo>
                <a:lnTo>
                  <a:pt x="94" y="314"/>
                </a:lnTo>
                <a:lnTo>
                  <a:pt x="94" y="313"/>
                </a:lnTo>
                <a:lnTo>
                  <a:pt x="93" y="314"/>
                </a:lnTo>
                <a:lnTo>
                  <a:pt x="93" y="313"/>
                </a:lnTo>
                <a:lnTo>
                  <a:pt x="93" y="312"/>
                </a:lnTo>
                <a:lnTo>
                  <a:pt x="92" y="312"/>
                </a:lnTo>
                <a:lnTo>
                  <a:pt x="92" y="311"/>
                </a:lnTo>
                <a:lnTo>
                  <a:pt x="92" y="310"/>
                </a:lnTo>
                <a:lnTo>
                  <a:pt x="93" y="311"/>
                </a:lnTo>
                <a:lnTo>
                  <a:pt x="94" y="312"/>
                </a:lnTo>
                <a:lnTo>
                  <a:pt x="95" y="312"/>
                </a:lnTo>
                <a:lnTo>
                  <a:pt x="96" y="312"/>
                </a:lnTo>
                <a:lnTo>
                  <a:pt x="97" y="312"/>
                </a:lnTo>
                <a:lnTo>
                  <a:pt x="98" y="310"/>
                </a:lnTo>
                <a:lnTo>
                  <a:pt x="97" y="310"/>
                </a:lnTo>
                <a:lnTo>
                  <a:pt x="97" y="309"/>
                </a:lnTo>
                <a:lnTo>
                  <a:pt x="97" y="308"/>
                </a:lnTo>
                <a:lnTo>
                  <a:pt x="97" y="307"/>
                </a:lnTo>
                <a:lnTo>
                  <a:pt x="98" y="306"/>
                </a:lnTo>
                <a:lnTo>
                  <a:pt x="99" y="306"/>
                </a:lnTo>
                <a:lnTo>
                  <a:pt x="99" y="305"/>
                </a:lnTo>
                <a:lnTo>
                  <a:pt x="99" y="304"/>
                </a:lnTo>
                <a:lnTo>
                  <a:pt x="99" y="303"/>
                </a:lnTo>
                <a:lnTo>
                  <a:pt x="98" y="302"/>
                </a:lnTo>
                <a:lnTo>
                  <a:pt x="99" y="302"/>
                </a:lnTo>
                <a:lnTo>
                  <a:pt x="99" y="301"/>
                </a:lnTo>
                <a:lnTo>
                  <a:pt x="99" y="300"/>
                </a:lnTo>
                <a:lnTo>
                  <a:pt x="99" y="299"/>
                </a:lnTo>
                <a:lnTo>
                  <a:pt x="100" y="299"/>
                </a:lnTo>
                <a:lnTo>
                  <a:pt x="102" y="301"/>
                </a:lnTo>
                <a:lnTo>
                  <a:pt x="102" y="302"/>
                </a:lnTo>
                <a:lnTo>
                  <a:pt x="103" y="302"/>
                </a:lnTo>
                <a:lnTo>
                  <a:pt x="103" y="301"/>
                </a:lnTo>
                <a:lnTo>
                  <a:pt x="103" y="300"/>
                </a:lnTo>
                <a:lnTo>
                  <a:pt x="104" y="300"/>
                </a:lnTo>
                <a:lnTo>
                  <a:pt x="105" y="300"/>
                </a:lnTo>
                <a:lnTo>
                  <a:pt x="105" y="299"/>
                </a:lnTo>
                <a:lnTo>
                  <a:pt x="106" y="299"/>
                </a:lnTo>
                <a:lnTo>
                  <a:pt x="107" y="300"/>
                </a:lnTo>
                <a:lnTo>
                  <a:pt x="108" y="299"/>
                </a:lnTo>
                <a:lnTo>
                  <a:pt x="109" y="299"/>
                </a:lnTo>
                <a:lnTo>
                  <a:pt x="109" y="300"/>
                </a:lnTo>
                <a:lnTo>
                  <a:pt x="110" y="300"/>
                </a:lnTo>
                <a:lnTo>
                  <a:pt x="111" y="299"/>
                </a:lnTo>
                <a:lnTo>
                  <a:pt x="111" y="298"/>
                </a:lnTo>
                <a:lnTo>
                  <a:pt x="111" y="297"/>
                </a:lnTo>
                <a:lnTo>
                  <a:pt x="111" y="296"/>
                </a:lnTo>
                <a:lnTo>
                  <a:pt x="112" y="297"/>
                </a:lnTo>
                <a:lnTo>
                  <a:pt x="113" y="297"/>
                </a:lnTo>
                <a:lnTo>
                  <a:pt x="114" y="297"/>
                </a:lnTo>
                <a:lnTo>
                  <a:pt x="115" y="297"/>
                </a:lnTo>
                <a:lnTo>
                  <a:pt x="116" y="297"/>
                </a:lnTo>
                <a:lnTo>
                  <a:pt x="117" y="296"/>
                </a:lnTo>
                <a:lnTo>
                  <a:pt x="117" y="295"/>
                </a:lnTo>
                <a:lnTo>
                  <a:pt x="117" y="294"/>
                </a:lnTo>
                <a:lnTo>
                  <a:pt x="118" y="294"/>
                </a:lnTo>
                <a:lnTo>
                  <a:pt x="119" y="293"/>
                </a:lnTo>
                <a:lnTo>
                  <a:pt x="119" y="294"/>
                </a:lnTo>
                <a:lnTo>
                  <a:pt x="120" y="295"/>
                </a:lnTo>
                <a:lnTo>
                  <a:pt x="120" y="294"/>
                </a:lnTo>
                <a:lnTo>
                  <a:pt x="121" y="294"/>
                </a:lnTo>
                <a:lnTo>
                  <a:pt x="121" y="293"/>
                </a:lnTo>
                <a:lnTo>
                  <a:pt x="123" y="293"/>
                </a:lnTo>
                <a:lnTo>
                  <a:pt x="124" y="293"/>
                </a:lnTo>
                <a:lnTo>
                  <a:pt x="125" y="293"/>
                </a:lnTo>
                <a:lnTo>
                  <a:pt x="126" y="292"/>
                </a:lnTo>
                <a:lnTo>
                  <a:pt x="126" y="291"/>
                </a:lnTo>
                <a:lnTo>
                  <a:pt x="127" y="291"/>
                </a:lnTo>
                <a:lnTo>
                  <a:pt x="127" y="290"/>
                </a:lnTo>
                <a:lnTo>
                  <a:pt x="128" y="290"/>
                </a:lnTo>
                <a:lnTo>
                  <a:pt x="128" y="289"/>
                </a:lnTo>
                <a:lnTo>
                  <a:pt x="128" y="288"/>
                </a:lnTo>
                <a:lnTo>
                  <a:pt x="128" y="287"/>
                </a:lnTo>
                <a:lnTo>
                  <a:pt x="127" y="286"/>
                </a:lnTo>
                <a:lnTo>
                  <a:pt x="126" y="286"/>
                </a:lnTo>
                <a:lnTo>
                  <a:pt x="125" y="285"/>
                </a:lnTo>
                <a:lnTo>
                  <a:pt x="126" y="285"/>
                </a:lnTo>
                <a:lnTo>
                  <a:pt x="128" y="285"/>
                </a:lnTo>
                <a:lnTo>
                  <a:pt x="129" y="284"/>
                </a:lnTo>
                <a:lnTo>
                  <a:pt x="129" y="283"/>
                </a:lnTo>
                <a:lnTo>
                  <a:pt x="130" y="284"/>
                </a:lnTo>
                <a:lnTo>
                  <a:pt x="131" y="283"/>
                </a:lnTo>
                <a:lnTo>
                  <a:pt x="132" y="284"/>
                </a:lnTo>
                <a:lnTo>
                  <a:pt x="133" y="284"/>
                </a:lnTo>
                <a:lnTo>
                  <a:pt x="134" y="284"/>
                </a:lnTo>
                <a:lnTo>
                  <a:pt x="134" y="283"/>
                </a:lnTo>
                <a:lnTo>
                  <a:pt x="134" y="284"/>
                </a:lnTo>
                <a:lnTo>
                  <a:pt x="135" y="284"/>
                </a:lnTo>
                <a:lnTo>
                  <a:pt x="136" y="283"/>
                </a:lnTo>
                <a:lnTo>
                  <a:pt x="136" y="284"/>
                </a:lnTo>
                <a:lnTo>
                  <a:pt x="137" y="284"/>
                </a:lnTo>
                <a:lnTo>
                  <a:pt x="138" y="284"/>
                </a:lnTo>
                <a:lnTo>
                  <a:pt x="139" y="284"/>
                </a:lnTo>
                <a:lnTo>
                  <a:pt x="139" y="283"/>
                </a:lnTo>
                <a:lnTo>
                  <a:pt x="139" y="282"/>
                </a:lnTo>
                <a:lnTo>
                  <a:pt x="139" y="283"/>
                </a:lnTo>
                <a:lnTo>
                  <a:pt x="140" y="283"/>
                </a:lnTo>
                <a:lnTo>
                  <a:pt x="141" y="282"/>
                </a:lnTo>
                <a:lnTo>
                  <a:pt x="141" y="281"/>
                </a:lnTo>
                <a:lnTo>
                  <a:pt x="142" y="281"/>
                </a:lnTo>
                <a:lnTo>
                  <a:pt x="142" y="280"/>
                </a:lnTo>
                <a:lnTo>
                  <a:pt x="142" y="279"/>
                </a:lnTo>
                <a:lnTo>
                  <a:pt x="143" y="279"/>
                </a:lnTo>
                <a:lnTo>
                  <a:pt x="143" y="278"/>
                </a:lnTo>
                <a:lnTo>
                  <a:pt x="144" y="278"/>
                </a:lnTo>
                <a:lnTo>
                  <a:pt x="144" y="279"/>
                </a:lnTo>
                <a:lnTo>
                  <a:pt x="145" y="279"/>
                </a:lnTo>
                <a:lnTo>
                  <a:pt x="145" y="278"/>
                </a:lnTo>
                <a:lnTo>
                  <a:pt x="145" y="277"/>
                </a:lnTo>
                <a:lnTo>
                  <a:pt x="146" y="277"/>
                </a:lnTo>
                <a:lnTo>
                  <a:pt x="146" y="276"/>
                </a:lnTo>
                <a:lnTo>
                  <a:pt x="147" y="275"/>
                </a:lnTo>
                <a:lnTo>
                  <a:pt x="147" y="274"/>
                </a:lnTo>
                <a:lnTo>
                  <a:pt x="148" y="274"/>
                </a:lnTo>
                <a:lnTo>
                  <a:pt x="148" y="273"/>
                </a:lnTo>
                <a:lnTo>
                  <a:pt x="149" y="272"/>
                </a:lnTo>
                <a:lnTo>
                  <a:pt x="150" y="272"/>
                </a:lnTo>
                <a:lnTo>
                  <a:pt x="150" y="271"/>
                </a:lnTo>
                <a:lnTo>
                  <a:pt x="151" y="270"/>
                </a:lnTo>
                <a:lnTo>
                  <a:pt x="152" y="269"/>
                </a:lnTo>
                <a:lnTo>
                  <a:pt x="153" y="268"/>
                </a:lnTo>
                <a:lnTo>
                  <a:pt x="153" y="267"/>
                </a:lnTo>
                <a:lnTo>
                  <a:pt x="154" y="266"/>
                </a:lnTo>
                <a:lnTo>
                  <a:pt x="154" y="265"/>
                </a:lnTo>
                <a:lnTo>
                  <a:pt x="154" y="264"/>
                </a:lnTo>
                <a:lnTo>
                  <a:pt x="154" y="263"/>
                </a:lnTo>
                <a:lnTo>
                  <a:pt x="153" y="262"/>
                </a:lnTo>
                <a:lnTo>
                  <a:pt x="153" y="261"/>
                </a:lnTo>
                <a:lnTo>
                  <a:pt x="153" y="260"/>
                </a:lnTo>
                <a:lnTo>
                  <a:pt x="154" y="260"/>
                </a:lnTo>
                <a:lnTo>
                  <a:pt x="155" y="259"/>
                </a:lnTo>
                <a:lnTo>
                  <a:pt x="156" y="259"/>
                </a:lnTo>
                <a:lnTo>
                  <a:pt x="157" y="258"/>
                </a:lnTo>
                <a:lnTo>
                  <a:pt x="156" y="258"/>
                </a:lnTo>
                <a:lnTo>
                  <a:pt x="156" y="257"/>
                </a:lnTo>
                <a:lnTo>
                  <a:pt x="155" y="257"/>
                </a:lnTo>
                <a:lnTo>
                  <a:pt x="155" y="256"/>
                </a:lnTo>
                <a:lnTo>
                  <a:pt x="156" y="256"/>
                </a:lnTo>
                <a:lnTo>
                  <a:pt x="157" y="256"/>
                </a:lnTo>
                <a:lnTo>
                  <a:pt x="157" y="255"/>
                </a:lnTo>
                <a:lnTo>
                  <a:pt x="158" y="255"/>
                </a:lnTo>
                <a:lnTo>
                  <a:pt x="158" y="254"/>
                </a:lnTo>
                <a:lnTo>
                  <a:pt x="159" y="254"/>
                </a:lnTo>
                <a:lnTo>
                  <a:pt x="159" y="253"/>
                </a:lnTo>
                <a:lnTo>
                  <a:pt x="159" y="252"/>
                </a:lnTo>
                <a:lnTo>
                  <a:pt x="159" y="251"/>
                </a:lnTo>
                <a:lnTo>
                  <a:pt x="159" y="250"/>
                </a:lnTo>
                <a:lnTo>
                  <a:pt x="158" y="250"/>
                </a:lnTo>
                <a:lnTo>
                  <a:pt x="157" y="250"/>
                </a:lnTo>
                <a:lnTo>
                  <a:pt x="156" y="250"/>
                </a:lnTo>
                <a:lnTo>
                  <a:pt x="155" y="250"/>
                </a:lnTo>
                <a:lnTo>
                  <a:pt x="154" y="249"/>
                </a:lnTo>
                <a:lnTo>
                  <a:pt x="154" y="248"/>
                </a:lnTo>
                <a:lnTo>
                  <a:pt x="154" y="247"/>
                </a:lnTo>
                <a:lnTo>
                  <a:pt x="154" y="246"/>
                </a:lnTo>
                <a:lnTo>
                  <a:pt x="154" y="245"/>
                </a:lnTo>
                <a:lnTo>
                  <a:pt x="155" y="244"/>
                </a:lnTo>
                <a:lnTo>
                  <a:pt x="154" y="244"/>
                </a:lnTo>
                <a:lnTo>
                  <a:pt x="154" y="243"/>
                </a:lnTo>
                <a:lnTo>
                  <a:pt x="154" y="242"/>
                </a:lnTo>
                <a:lnTo>
                  <a:pt x="155" y="241"/>
                </a:lnTo>
                <a:lnTo>
                  <a:pt x="156" y="241"/>
                </a:lnTo>
                <a:lnTo>
                  <a:pt x="156" y="240"/>
                </a:lnTo>
                <a:lnTo>
                  <a:pt x="155" y="240"/>
                </a:lnTo>
                <a:lnTo>
                  <a:pt x="155" y="239"/>
                </a:lnTo>
                <a:lnTo>
                  <a:pt x="155" y="238"/>
                </a:lnTo>
                <a:lnTo>
                  <a:pt x="155" y="237"/>
                </a:lnTo>
                <a:lnTo>
                  <a:pt x="155" y="236"/>
                </a:lnTo>
                <a:lnTo>
                  <a:pt x="155" y="235"/>
                </a:lnTo>
                <a:lnTo>
                  <a:pt x="154" y="235"/>
                </a:lnTo>
                <a:lnTo>
                  <a:pt x="154" y="234"/>
                </a:lnTo>
                <a:lnTo>
                  <a:pt x="154" y="233"/>
                </a:lnTo>
                <a:lnTo>
                  <a:pt x="153" y="233"/>
                </a:lnTo>
                <a:lnTo>
                  <a:pt x="153" y="232"/>
                </a:lnTo>
                <a:lnTo>
                  <a:pt x="154" y="232"/>
                </a:lnTo>
                <a:lnTo>
                  <a:pt x="154" y="231"/>
                </a:lnTo>
                <a:lnTo>
                  <a:pt x="154" y="230"/>
                </a:lnTo>
                <a:lnTo>
                  <a:pt x="153" y="230"/>
                </a:lnTo>
                <a:lnTo>
                  <a:pt x="153" y="229"/>
                </a:lnTo>
                <a:lnTo>
                  <a:pt x="153" y="230"/>
                </a:lnTo>
                <a:lnTo>
                  <a:pt x="152" y="230"/>
                </a:lnTo>
                <a:lnTo>
                  <a:pt x="152" y="229"/>
                </a:lnTo>
                <a:lnTo>
                  <a:pt x="152" y="228"/>
                </a:lnTo>
                <a:lnTo>
                  <a:pt x="152" y="227"/>
                </a:lnTo>
                <a:lnTo>
                  <a:pt x="153" y="227"/>
                </a:lnTo>
                <a:lnTo>
                  <a:pt x="154" y="226"/>
                </a:lnTo>
                <a:lnTo>
                  <a:pt x="154" y="225"/>
                </a:lnTo>
                <a:lnTo>
                  <a:pt x="154" y="224"/>
                </a:lnTo>
                <a:lnTo>
                  <a:pt x="153" y="224"/>
                </a:lnTo>
                <a:lnTo>
                  <a:pt x="153" y="223"/>
                </a:lnTo>
                <a:lnTo>
                  <a:pt x="153" y="222"/>
                </a:lnTo>
                <a:lnTo>
                  <a:pt x="153" y="221"/>
                </a:lnTo>
                <a:lnTo>
                  <a:pt x="154" y="221"/>
                </a:lnTo>
                <a:lnTo>
                  <a:pt x="154" y="220"/>
                </a:lnTo>
                <a:lnTo>
                  <a:pt x="154" y="219"/>
                </a:lnTo>
                <a:lnTo>
                  <a:pt x="155" y="219"/>
                </a:lnTo>
                <a:lnTo>
                  <a:pt x="155" y="218"/>
                </a:lnTo>
                <a:lnTo>
                  <a:pt x="156" y="218"/>
                </a:lnTo>
                <a:lnTo>
                  <a:pt x="156" y="217"/>
                </a:lnTo>
                <a:lnTo>
                  <a:pt x="155" y="216"/>
                </a:lnTo>
                <a:lnTo>
                  <a:pt x="155" y="215"/>
                </a:lnTo>
                <a:lnTo>
                  <a:pt x="155" y="213"/>
                </a:lnTo>
                <a:lnTo>
                  <a:pt x="156" y="213"/>
                </a:lnTo>
                <a:lnTo>
                  <a:pt x="156" y="212"/>
                </a:lnTo>
                <a:lnTo>
                  <a:pt x="156" y="211"/>
                </a:lnTo>
                <a:lnTo>
                  <a:pt x="156" y="210"/>
                </a:lnTo>
                <a:lnTo>
                  <a:pt x="156" y="209"/>
                </a:lnTo>
                <a:lnTo>
                  <a:pt x="157" y="209"/>
                </a:lnTo>
                <a:lnTo>
                  <a:pt x="158" y="209"/>
                </a:lnTo>
                <a:lnTo>
                  <a:pt x="159" y="209"/>
                </a:lnTo>
                <a:lnTo>
                  <a:pt x="159" y="208"/>
                </a:lnTo>
                <a:lnTo>
                  <a:pt x="160" y="208"/>
                </a:lnTo>
                <a:lnTo>
                  <a:pt x="161" y="207"/>
                </a:lnTo>
                <a:lnTo>
                  <a:pt x="161" y="206"/>
                </a:lnTo>
                <a:lnTo>
                  <a:pt x="162" y="206"/>
                </a:lnTo>
                <a:lnTo>
                  <a:pt x="162" y="205"/>
                </a:lnTo>
                <a:lnTo>
                  <a:pt x="162" y="204"/>
                </a:lnTo>
                <a:lnTo>
                  <a:pt x="163" y="204"/>
                </a:lnTo>
                <a:lnTo>
                  <a:pt x="163" y="203"/>
                </a:lnTo>
                <a:lnTo>
                  <a:pt x="163" y="202"/>
                </a:lnTo>
                <a:lnTo>
                  <a:pt x="163" y="201"/>
                </a:lnTo>
                <a:lnTo>
                  <a:pt x="164" y="200"/>
                </a:lnTo>
                <a:lnTo>
                  <a:pt x="164" y="199"/>
                </a:lnTo>
                <a:lnTo>
                  <a:pt x="165" y="199"/>
                </a:lnTo>
                <a:lnTo>
                  <a:pt x="164" y="197"/>
                </a:lnTo>
                <a:lnTo>
                  <a:pt x="164" y="196"/>
                </a:lnTo>
                <a:lnTo>
                  <a:pt x="164" y="195"/>
                </a:lnTo>
                <a:lnTo>
                  <a:pt x="164" y="193"/>
                </a:lnTo>
                <a:lnTo>
                  <a:pt x="166" y="193"/>
                </a:lnTo>
                <a:lnTo>
                  <a:pt x="167" y="193"/>
                </a:lnTo>
                <a:lnTo>
                  <a:pt x="168" y="193"/>
                </a:lnTo>
                <a:lnTo>
                  <a:pt x="169" y="192"/>
                </a:lnTo>
                <a:lnTo>
                  <a:pt x="170" y="192"/>
                </a:lnTo>
                <a:lnTo>
                  <a:pt x="170" y="191"/>
                </a:lnTo>
                <a:lnTo>
                  <a:pt x="171" y="192"/>
                </a:lnTo>
                <a:lnTo>
                  <a:pt x="170" y="192"/>
                </a:lnTo>
                <a:lnTo>
                  <a:pt x="171" y="192"/>
                </a:lnTo>
                <a:lnTo>
                  <a:pt x="172" y="192"/>
                </a:lnTo>
                <a:lnTo>
                  <a:pt x="172" y="191"/>
                </a:lnTo>
                <a:lnTo>
                  <a:pt x="173" y="191"/>
                </a:lnTo>
                <a:lnTo>
                  <a:pt x="174" y="191"/>
                </a:lnTo>
                <a:lnTo>
                  <a:pt x="175" y="191"/>
                </a:lnTo>
                <a:lnTo>
                  <a:pt x="175" y="192"/>
                </a:lnTo>
                <a:lnTo>
                  <a:pt x="176" y="192"/>
                </a:lnTo>
                <a:lnTo>
                  <a:pt x="176" y="191"/>
                </a:lnTo>
                <a:lnTo>
                  <a:pt x="176" y="190"/>
                </a:lnTo>
                <a:lnTo>
                  <a:pt x="177" y="188"/>
                </a:lnTo>
                <a:lnTo>
                  <a:pt x="178" y="188"/>
                </a:lnTo>
                <a:lnTo>
                  <a:pt x="178" y="187"/>
                </a:lnTo>
                <a:lnTo>
                  <a:pt x="178" y="186"/>
                </a:lnTo>
                <a:lnTo>
                  <a:pt x="179" y="186"/>
                </a:lnTo>
                <a:lnTo>
                  <a:pt x="180" y="185"/>
                </a:lnTo>
                <a:lnTo>
                  <a:pt x="180" y="184"/>
                </a:lnTo>
                <a:lnTo>
                  <a:pt x="180" y="183"/>
                </a:lnTo>
                <a:lnTo>
                  <a:pt x="179" y="183"/>
                </a:lnTo>
                <a:lnTo>
                  <a:pt x="178" y="183"/>
                </a:lnTo>
                <a:lnTo>
                  <a:pt x="178" y="184"/>
                </a:lnTo>
                <a:lnTo>
                  <a:pt x="177" y="183"/>
                </a:lnTo>
                <a:lnTo>
                  <a:pt x="176" y="183"/>
                </a:lnTo>
                <a:lnTo>
                  <a:pt x="176" y="182"/>
                </a:lnTo>
                <a:lnTo>
                  <a:pt x="177" y="182"/>
                </a:lnTo>
                <a:lnTo>
                  <a:pt x="177" y="181"/>
                </a:lnTo>
                <a:lnTo>
                  <a:pt x="177" y="176"/>
                </a:lnTo>
                <a:lnTo>
                  <a:pt x="178" y="176"/>
                </a:lnTo>
                <a:lnTo>
                  <a:pt x="179" y="174"/>
                </a:lnTo>
                <a:lnTo>
                  <a:pt x="179" y="173"/>
                </a:lnTo>
                <a:lnTo>
                  <a:pt x="179" y="172"/>
                </a:lnTo>
                <a:lnTo>
                  <a:pt x="180" y="172"/>
                </a:lnTo>
                <a:lnTo>
                  <a:pt x="181" y="172"/>
                </a:lnTo>
                <a:lnTo>
                  <a:pt x="181" y="173"/>
                </a:lnTo>
                <a:lnTo>
                  <a:pt x="182" y="173"/>
                </a:lnTo>
                <a:lnTo>
                  <a:pt x="183" y="173"/>
                </a:lnTo>
                <a:lnTo>
                  <a:pt x="183" y="174"/>
                </a:lnTo>
                <a:lnTo>
                  <a:pt x="183" y="173"/>
                </a:lnTo>
                <a:lnTo>
                  <a:pt x="183" y="172"/>
                </a:lnTo>
                <a:lnTo>
                  <a:pt x="183" y="171"/>
                </a:lnTo>
                <a:lnTo>
                  <a:pt x="184" y="171"/>
                </a:lnTo>
                <a:lnTo>
                  <a:pt x="185" y="171"/>
                </a:lnTo>
                <a:lnTo>
                  <a:pt x="185" y="172"/>
                </a:lnTo>
                <a:lnTo>
                  <a:pt x="185" y="173"/>
                </a:lnTo>
                <a:lnTo>
                  <a:pt x="186" y="173"/>
                </a:lnTo>
                <a:lnTo>
                  <a:pt x="187" y="173"/>
                </a:lnTo>
                <a:lnTo>
                  <a:pt x="188" y="173"/>
                </a:lnTo>
                <a:lnTo>
                  <a:pt x="188" y="174"/>
                </a:lnTo>
                <a:lnTo>
                  <a:pt x="189" y="174"/>
                </a:lnTo>
                <a:lnTo>
                  <a:pt x="190" y="174"/>
                </a:lnTo>
                <a:lnTo>
                  <a:pt x="192" y="174"/>
                </a:lnTo>
                <a:lnTo>
                  <a:pt x="193" y="174"/>
                </a:lnTo>
                <a:lnTo>
                  <a:pt x="193" y="175"/>
                </a:lnTo>
                <a:lnTo>
                  <a:pt x="193" y="174"/>
                </a:lnTo>
                <a:lnTo>
                  <a:pt x="194" y="174"/>
                </a:lnTo>
                <a:lnTo>
                  <a:pt x="193" y="174"/>
                </a:lnTo>
                <a:lnTo>
                  <a:pt x="193" y="173"/>
                </a:lnTo>
                <a:lnTo>
                  <a:pt x="194" y="172"/>
                </a:lnTo>
                <a:lnTo>
                  <a:pt x="195" y="172"/>
                </a:lnTo>
                <a:lnTo>
                  <a:pt x="194" y="171"/>
                </a:lnTo>
                <a:lnTo>
                  <a:pt x="194" y="169"/>
                </a:lnTo>
                <a:lnTo>
                  <a:pt x="194" y="168"/>
                </a:lnTo>
                <a:lnTo>
                  <a:pt x="195" y="168"/>
                </a:lnTo>
                <a:lnTo>
                  <a:pt x="194" y="168"/>
                </a:lnTo>
                <a:lnTo>
                  <a:pt x="194" y="167"/>
                </a:lnTo>
                <a:lnTo>
                  <a:pt x="193" y="166"/>
                </a:lnTo>
                <a:lnTo>
                  <a:pt x="194" y="164"/>
                </a:lnTo>
                <a:lnTo>
                  <a:pt x="195" y="164"/>
                </a:lnTo>
                <a:lnTo>
                  <a:pt x="196" y="164"/>
                </a:lnTo>
                <a:lnTo>
                  <a:pt x="197" y="164"/>
                </a:lnTo>
                <a:lnTo>
                  <a:pt x="198" y="163"/>
                </a:lnTo>
                <a:lnTo>
                  <a:pt x="198" y="162"/>
                </a:lnTo>
                <a:lnTo>
                  <a:pt x="197" y="162"/>
                </a:lnTo>
                <a:lnTo>
                  <a:pt x="197" y="161"/>
                </a:lnTo>
                <a:lnTo>
                  <a:pt x="197" y="160"/>
                </a:lnTo>
                <a:lnTo>
                  <a:pt x="198" y="160"/>
                </a:lnTo>
                <a:lnTo>
                  <a:pt x="199" y="161"/>
                </a:lnTo>
                <a:lnTo>
                  <a:pt x="200" y="161"/>
                </a:lnTo>
                <a:lnTo>
                  <a:pt x="201" y="160"/>
                </a:lnTo>
                <a:lnTo>
                  <a:pt x="202" y="160"/>
                </a:lnTo>
                <a:lnTo>
                  <a:pt x="203" y="160"/>
                </a:lnTo>
                <a:lnTo>
                  <a:pt x="203" y="159"/>
                </a:lnTo>
                <a:lnTo>
                  <a:pt x="204" y="159"/>
                </a:lnTo>
                <a:lnTo>
                  <a:pt x="203" y="159"/>
                </a:lnTo>
                <a:lnTo>
                  <a:pt x="204" y="158"/>
                </a:lnTo>
                <a:lnTo>
                  <a:pt x="205" y="157"/>
                </a:lnTo>
                <a:lnTo>
                  <a:pt x="205" y="156"/>
                </a:lnTo>
                <a:lnTo>
                  <a:pt x="204" y="155"/>
                </a:lnTo>
                <a:lnTo>
                  <a:pt x="205" y="155"/>
                </a:lnTo>
                <a:lnTo>
                  <a:pt x="204" y="155"/>
                </a:lnTo>
                <a:lnTo>
                  <a:pt x="204" y="154"/>
                </a:lnTo>
                <a:lnTo>
                  <a:pt x="203" y="153"/>
                </a:lnTo>
                <a:lnTo>
                  <a:pt x="204" y="153"/>
                </a:lnTo>
                <a:lnTo>
                  <a:pt x="203" y="151"/>
                </a:lnTo>
                <a:lnTo>
                  <a:pt x="203" y="150"/>
                </a:lnTo>
                <a:lnTo>
                  <a:pt x="202" y="150"/>
                </a:lnTo>
                <a:lnTo>
                  <a:pt x="202" y="149"/>
                </a:lnTo>
                <a:lnTo>
                  <a:pt x="201" y="148"/>
                </a:lnTo>
                <a:lnTo>
                  <a:pt x="201" y="147"/>
                </a:lnTo>
                <a:lnTo>
                  <a:pt x="200" y="145"/>
                </a:lnTo>
                <a:lnTo>
                  <a:pt x="200" y="144"/>
                </a:lnTo>
                <a:lnTo>
                  <a:pt x="200" y="143"/>
                </a:lnTo>
                <a:lnTo>
                  <a:pt x="200" y="142"/>
                </a:lnTo>
                <a:lnTo>
                  <a:pt x="200" y="141"/>
                </a:lnTo>
                <a:lnTo>
                  <a:pt x="200" y="139"/>
                </a:lnTo>
                <a:lnTo>
                  <a:pt x="200" y="138"/>
                </a:lnTo>
                <a:lnTo>
                  <a:pt x="200" y="137"/>
                </a:lnTo>
                <a:lnTo>
                  <a:pt x="199" y="137"/>
                </a:lnTo>
                <a:lnTo>
                  <a:pt x="199" y="136"/>
                </a:lnTo>
                <a:lnTo>
                  <a:pt x="199" y="134"/>
                </a:lnTo>
                <a:lnTo>
                  <a:pt x="199" y="133"/>
                </a:lnTo>
                <a:lnTo>
                  <a:pt x="199" y="132"/>
                </a:lnTo>
                <a:lnTo>
                  <a:pt x="200" y="131"/>
                </a:lnTo>
                <a:lnTo>
                  <a:pt x="200" y="132"/>
                </a:lnTo>
                <a:lnTo>
                  <a:pt x="201" y="132"/>
                </a:lnTo>
                <a:lnTo>
                  <a:pt x="203" y="132"/>
                </a:lnTo>
                <a:lnTo>
                  <a:pt x="203" y="131"/>
                </a:lnTo>
                <a:lnTo>
                  <a:pt x="204" y="131"/>
                </a:lnTo>
                <a:lnTo>
                  <a:pt x="205" y="131"/>
                </a:lnTo>
                <a:lnTo>
                  <a:pt x="205" y="130"/>
                </a:lnTo>
                <a:lnTo>
                  <a:pt x="206" y="129"/>
                </a:lnTo>
                <a:lnTo>
                  <a:pt x="206" y="128"/>
                </a:lnTo>
                <a:lnTo>
                  <a:pt x="207" y="128"/>
                </a:lnTo>
                <a:lnTo>
                  <a:pt x="208" y="128"/>
                </a:lnTo>
                <a:lnTo>
                  <a:pt x="208" y="129"/>
                </a:lnTo>
                <a:lnTo>
                  <a:pt x="209" y="129"/>
                </a:lnTo>
                <a:lnTo>
                  <a:pt x="209" y="128"/>
                </a:lnTo>
                <a:lnTo>
                  <a:pt x="209" y="127"/>
                </a:lnTo>
                <a:lnTo>
                  <a:pt x="210" y="126"/>
                </a:lnTo>
                <a:lnTo>
                  <a:pt x="211" y="126"/>
                </a:lnTo>
                <a:lnTo>
                  <a:pt x="211" y="125"/>
                </a:lnTo>
                <a:lnTo>
                  <a:pt x="212" y="125"/>
                </a:lnTo>
                <a:lnTo>
                  <a:pt x="212" y="124"/>
                </a:lnTo>
                <a:lnTo>
                  <a:pt x="213" y="124"/>
                </a:lnTo>
                <a:lnTo>
                  <a:pt x="213" y="125"/>
                </a:lnTo>
                <a:lnTo>
                  <a:pt x="213" y="124"/>
                </a:lnTo>
                <a:lnTo>
                  <a:pt x="213" y="123"/>
                </a:lnTo>
                <a:lnTo>
                  <a:pt x="214" y="122"/>
                </a:lnTo>
                <a:lnTo>
                  <a:pt x="215" y="122"/>
                </a:lnTo>
                <a:lnTo>
                  <a:pt x="215" y="121"/>
                </a:lnTo>
                <a:lnTo>
                  <a:pt x="215" y="120"/>
                </a:lnTo>
                <a:lnTo>
                  <a:pt x="216" y="120"/>
                </a:lnTo>
                <a:lnTo>
                  <a:pt x="216" y="117"/>
                </a:lnTo>
                <a:lnTo>
                  <a:pt x="216" y="115"/>
                </a:lnTo>
                <a:lnTo>
                  <a:pt x="215" y="115"/>
                </a:lnTo>
                <a:lnTo>
                  <a:pt x="214" y="114"/>
                </a:lnTo>
                <a:lnTo>
                  <a:pt x="214" y="113"/>
                </a:lnTo>
                <a:lnTo>
                  <a:pt x="214" y="112"/>
                </a:lnTo>
                <a:lnTo>
                  <a:pt x="213" y="111"/>
                </a:lnTo>
                <a:lnTo>
                  <a:pt x="213" y="110"/>
                </a:lnTo>
                <a:lnTo>
                  <a:pt x="212" y="109"/>
                </a:lnTo>
                <a:lnTo>
                  <a:pt x="211" y="109"/>
                </a:lnTo>
                <a:lnTo>
                  <a:pt x="210" y="108"/>
                </a:lnTo>
                <a:lnTo>
                  <a:pt x="209" y="107"/>
                </a:lnTo>
                <a:lnTo>
                  <a:pt x="209" y="106"/>
                </a:lnTo>
                <a:lnTo>
                  <a:pt x="209" y="105"/>
                </a:lnTo>
                <a:lnTo>
                  <a:pt x="210" y="104"/>
                </a:lnTo>
                <a:lnTo>
                  <a:pt x="211" y="104"/>
                </a:lnTo>
                <a:lnTo>
                  <a:pt x="211" y="103"/>
                </a:lnTo>
                <a:lnTo>
                  <a:pt x="211" y="102"/>
                </a:lnTo>
                <a:lnTo>
                  <a:pt x="211" y="101"/>
                </a:lnTo>
                <a:lnTo>
                  <a:pt x="211" y="100"/>
                </a:lnTo>
                <a:lnTo>
                  <a:pt x="210" y="98"/>
                </a:lnTo>
                <a:lnTo>
                  <a:pt x="209" y="98"/>
                </a:lnTo>
                <a:lnTo>
                  <a:pt x="209" y="97"/>
                </a:lnTo>
                <a:lnTo>
                  <a:pt x="208" y="96"/>
                </a:lnTo>
                <a:lnTo>
                  <a:pt x="208" y="95"/>
                </a:lnTo>
                <a:lnTo>
                  <a:pt x="207" y="95"/>
                </a:lnTo>
                <a:lnTo>
                  <a:pt x="206" y="95"/>
                </a:lnTo>
                <a:lnTo>
                  <a:pt x="206" y="94"/>
                </a:lnTo>
                <a:lnTo>
                  <a:pt x="205" y="94"/>
                </a:lnTo>
                <a:lnTo>
                  <a:pt x="205" y="93"/>
                </a:lnTo>
                <a:lnTo>
                  <a:pt x="205" y="92"/>
                </a:lnTo>
                <a:lnTo>
                  <a:pt x="205" y="91"/>
                </a:lnTo>
                <a:lnTo>
                  <a:pt x="204" y="90"/>
                </a:lnTo>
                <a:lnTo>
                  <a:pt x="204" y="89"/>
                </a:lnTo>
                <a:lnTo>
                  <a:pt x="205" y="89"/>
                </a:lnTo>
                <a:lnTo>
                  <a:pt x="206" y="89"/>
                </a:lnTo>
                <a:lnTo>
                  <a:pt x="206" y="88"/>
                </a:lnTo>
                <a:lnTo>
                  <a:pt x="206" y="87"/>
                </a:lnTo>
                <a:lnTo>
                  <a:pt x="205" y="86"/>
                </a:lnTo>
                <a:lnTo>
                  <a:pt x="205" y="85"/>
                </a:lnTo>
                <a:lnTo>
                  <a:pt x="205" y="84"/>
                </a:lnTo>
                <a:lnTo>
                  <a:pt x="206" y="84"/>
                </a:lnTo>
                <a:lnTo>
                  <a:pt x="206" y="83"/>
                </a:lnTo>
                <a:lnTo>
                  <a:pt x="207" y="81"/>
                </a:lnTo>
                <a:lnTo>
                  <a:pt x="208" y="80"/>
                </a:lnTo>
                <a:lnTo>
                  <a:pt x="209" y="80"/>
                </a:lnTo>
                <a:lnTo>
                  <a:pt x="210" y="80"/>
                </a:lnTo>
                <a:lnTo>
                  <a:pt x="211" y="80"/>
                </a:lnTo>
                <a:lnTo>
                  <a:pt x="212" y="80"/>
                </a:lnTo>
                <a:lnTo>
                  <a:pt x="213" y="79"/>
                </a:lnTo>
                <a:lnTo>
                  <a:pt x="213" y="78"/>
                </a:lnTo>
                <a:lnTo>
                  <a:pt x="213" y="77"/>
                </a:lnTo>
                <a:lnTo>
                  <a:pt x="213" y="76"/>
                </a:lnTo>
                <a:lnTo>
                  <a:pt x="214" y="75"/>
                </a:lnTo>
                <a:lnTo>
                  <a:pt x="215" y="75"/>
                </a:lnTo>
                <a:lnTo>
                  <a:pt x="216" y="73"/>
                </a:lnTo>
                <a:lnTo>
                  <a:pt x="217" y="73"/>
                </a:lnTo>
                <a:lnTo>
                  <a:pt x="217" y="72"/>
                </a:lnTo>
                <a:lnTo>
                  <a:pt x="218" y="72"/>
                </a:lnTo>
                <a:lnTo>
                  <a:pt x="219" y="71"/>
                </a:lnTo>
                <a:lnTo>
                  <a:pt x="220" y="70"/>
                </a:lnTo>
                <a:lnTo>
                  <a:pt x="221" y="70"/>
                </a:lnTo>
                <a:lnTo>
                  <a:pt x="222" y="69"/>
                </a:lnTo>
                <a:lnTo>
                  <a:pt x="223" y="68"/>
                </a:lnTo>
                <a:lnTo>
                  <a:pt x="223" y="69"/>
                </a:lnTo>
                <a:lnTo>
                  <a:pt x="224" y="69"/>
                </a:lnTo>
                <a:lnTo>
                  <a:pt x="225" y="68"/>
                </a:lnTo>
                <a:lnTo>
                  <a:pt x="226" y="66"/>
                </a:lnTo>
                <a:lnTo>
                  <a:pt x="225" y="65"/>
                </a:lnTo>
                <a:lnTo>
                  <a:pt x="225" y="64"/>
                </a:lnTo>
                <a:lnTo>
                  <a:pt x="225" y="63"/>
                </a:lnTo>
                <a:lnTo>
                  <a:pt x="226" y="63"/>
                </a:lnTo>
                <a:lnTo>
                  <a:pt x="226" y="62"/>
                </a:lnTo>
                <a:lnTo>
                  <a:pt x="226" y="60"/>
                </a:lnTo>
                <a:lnTo>
                  <a:pt x="225" y="59"/>
                </a:lnTo>
                <a:lnTo>
                  <a:pt x="224" y="59"/>
                </a:lnTo>
                <a:lnTo>
                  <a:pt x="223" y="59"/>
                </a:lnTo>
                <a:lnTo>
                  <a:pt x="223" y="58"/>
                </a:lnTo>
                <a:lnTo>
                  <a:pt x="222" y="57"/>
                </a:lnTo>
                <a:lnTo>
                  <a:pt x="221" y="57"/>
                </a:lnTo>
                <a:lnTo>
                  <a:pt x="221" y="56"/>
                </a:lnTo>
                <a:lnTo>
                  <a:pt x="221" y="53"/>
                </a:lnTo>
                <a:lnTo>
                  <a:pt x="222" y="53"/>
                </a:lnTo>
                <a:lnTo>
                  <a:pt x="223" y="51"/>
                </a:lnTo>
                <a:lnTo>
                  <a:pt x="224" y="50"/>
                </a:lnTo>
                <a:lnTo>
                  <a:pt x="224" y="49"/>
                </a:lnTo>
                <a:lnTo>
                  <a:pt x="224" y="48"/>
                </a:lnTo>
                <a:lnTo>
                  <a:pt x="224" y="47"/>
                </a:lnTo>
                <a:lnTo>
                  <a:pt x="224" y="46"/>
                </a:lnTo>
                <a:lnTo>
                  <a:pt x="225" y="45"/>
                </a:lnTo>
                <a:lnTo>
                  <a:pt x="225" y="43"/>
                </a:lnTo>
                <a:lnTo>
                  <a:pt x="226" y="40"/>
                </a:lnTo>
                <a:lnTo>
                  <a:pt x="226" y="39"/>
                </a:lnTo>
                <a:lnTo>
                  <a:pt x="226" y="37"/>
                </a:lnTo>
                <a:lnTo>
                  <a:pt x="227" y="36"/>
                </a:lnTo>
                <a:lnTo>
                  <a:pt x="227" y="35"/>
                </a:lnTo>
                <a:lnTo>
                  <a:pt x="227" y="34"/>
                </a:lnTo>
                <a:lnTo>
                  <a:pt x="228" y="33"/>
                </a:lnTo>
                <a:lnTo>
                  <a:pt x="230" y="34"/>
                </a:lnTo>
                <a:lnTo>
                  <a:pt x="231" y="33"/>
                </a:lnTo>
                <a:lnTo>
                  <a:pt x="233" y="33"/>
                </a:lnTo>
                <a:lnTo>
                  <a:pt x="233" y="35"/>
                </a:lnTo>
                <a:lnTo>
                  <a:pt x="233" y="36"/>
                </a:lnTo>
                <a:lnTo>
                  <a:pt x="234" y="36"/>
                </a:lnTo>
                <a:lnTo>
                  <a:pt x="235" y="36"/>
                </a:lnTo>
                <a:lnTo>
                  <a:pt x="235" y="35"/>
                </a:lnTo>
                <a:lnTo>
                  <a:pt x="236" y="36"/>
                </a:lnTo>
                <a:lnTo>
                  <a:pt x="237" y="36"/>
                </a:lnTo>
                <a:lnTo>
                  <a:pt x="238" y="36"/>
                </a:lnTo>
                <a:lnTo>
                  <a:pt x="238" y="35"/>
                </a:lnTo>
                <a:lnTo>
                  <a:pt x="239" y="34"/>
                </a:lnTo>
                <a:lnTo>
                  <a:pt x="240" y="35"/>
                </a:lnTo>
                <a:lnTo>
                  <a:pt x="240" y="34"/>
                </a:lnTo>
                <a:lnTo>
                  <a:pt x="241" y="34"/>
                </a:lnTo>
                <a:lnTo>
                  <a:pt x="242" y="34"/>
                </a:lnTo>
                <a:lnTo>
                  <a:pt x="242" y="33"/>
                </a:lnTo>
                <a:lnTo>
                  <a:pt x="243" y="33"/>
                </a:lnTo>
                <a:lnTo>
                  <a:pt x="244" y="34"/>
                </a:lnTo>
                <a:lnTo>
                  <a:pt x="244" y="35"/>
                </a:lnTo>
                <a:lnTo>
                  <a:pt x="245" y="35"/>
                </a:lnTo>
                <a:lnTo>
                  <a:pt x="246" y="36"/>
                </a:lnTo>
                <a:lnTo>
                  <a:pt x="245" y="36"/>
                </a:lnTo>
                <a:lnTo>
                  <a:pt x="245" y="37"/>
                </a:lnTo>
                <a:lnTo>
                  <a:pt x="246" y="37"/>
                </a:lnTo>
                <a:lnTo>
                  <a:pt x="247" y="38"/>
                </a:lnTo>
                <a:lnTo>
                  <a:pt x="248" y="38"/>
                </a:lnTo>
                <a:lnTo>
                  <a:pt x="249" y="37"/>
                </a:lnTo>
                <a:lnTo>
                  <a:pt x="249" y="36"/>
                </a:lnTo>
                <a:lnTo>
                  <a:pt x="249" y="35"/>
                </a:lnTo>
                <a:lnTo>
                  <a:pt x="249" y="34"/>
                </a:lnTo>
                <a:lnTo>
                  <a:pt x="250" y="33"/>
                </a:lnTo>
                <a:lnTo>
                  <a:pt x="251" y="34"/>
                </a:lnTo>
                <a:lnTo>
                  <a:pt x="252" y="35"/>
                </a:lnTo>
                <a:lnTo>
                  <a:pt x="251" y="35"/>
                </a:lnTo>
                <a:lnTo>
                  <a:pt x="251" y="36"/>
                </a:lnTo>
                <a:lnTo>
                  <a:pt x="252" y="37"/>
                </a:lnTo>
                <a:lnTo>
                  <a:pt x="253" y="37"/>
                </a:lnTo>
                <a:lnTo>
                  <a:pt x="255" y="37"/>
                </a:lnTo>
                <a:lnTo>
                  <a:pt x="255" y="38"/>
                </a:lnTo>
                <a:lnTo>
                  <a:pt x="256" y="38"/>
                </a:lnTo>
                <a:lnTo>
                  <a:pt x="257" y="38"/>
                </a:lnTo>
                <a:lnTo>
                  <a:pt x="259" y="39"/>
                </a:lnTo>
                <a:lnTo>
                  <a:pt x="260" y="39"/>
                </a:lnTo>
                <a:lnTo>
                  <a:pt x="260" y="40"/>
                </a:lnTo>
                <a:lnTo>
                  <a:pt x="261" y="40"/>
                </a:lnTo>
                <a:lnTo>
                  <a:pt x="264" y="40"/>
                </a:lnTo>
                <a:lnTo>
                  <a:pt x="266" y="39"/>
                </a:lnTo>
                <a:lnTo>
                  <a:pt x="267" y="38"/>
                </a:lnTo>
                <a:lnTo>
                  <a:pt x="268" y="38"/>
                </a:lnTo>
                <a:lnTo>
                  <a:pt x="270" y="39"/>
                </a:lnTo>
                <a:lnTo>
                  <a:pt x="271" y="41"/>
                </a:lnTo>
                <a:lnTo>
                  <a:pt x="272" y="41"/>
                </a:lnTo>
                <a:lnTo>
                  <a:pt x="272" y="42"/>
                </a:lnTo>
                <a:lnTo>
                  <a:pt x="273" y="43"/>
                </a:lnTo>
                <a:lnTo>
                  <a:pt x="274" y="44"/>
                </a:lnTo>
                <a:lnTo>
                  <a:pt x="275" y="44"/>
                </a:lnTo>
                <a:lnTo>
                  <a:pt x="275" y="45"/>
                </a:lnTo>
                <a:lnTo>
                  <a:pt x="276" y="47"/>
                </a:lnTo>
                <a:lnTo>
                  <a:pt x="275" y="48"/>
                </a:lnTo>
                <a:lnTo>
                  <a:pt x="275" y="50"/>
                </a:lnTo>
                <a:lnTo>
                  <a:pt x="276" y="51"/>
                </a:lnTo>
                <a:lnTo>
                  <a:pt x="276" y="52"/>
                </a:lnTo>
                <a:lnTo>
                  <a:pt x="277" y="53"/>
                </a:lnTo>
                <a:lnTo>
                  <a:pt x="278" y="54"/>
                </a:lnTo>
                <a:lnTo>
                  <a:pt x="277" y="55"/>
                </a:lnTo>
                <a:lnTo>
                  <a:pt x="277" y="57"/>
                </a:lnTo>
                <a:lnTo>
                  <a:pt x="278" y="57"/>
                </a:lnTo>
                <a:lnTo>
                  <a:pt x="279" y="57"/>
                </a:lnTo>
                <a:lnTo>
                  <a:pt x="280" y="57"/>
                </a:lnTo>
                <a:lnTo>
                  <a:pt x="281" y="58"/>
                </a:lnTo>
                <a:lnTo>
                  <a:pt x="281" y="59"/>
                </a:lnTo>
                <a:lnTo>
                  <a:pt x="281" y="60"/>
                </a:lnTo>
                <a:lnTo>
                  <a:pt x="281" y="61"/>
                </a:lnTo>
                <a:lnTo>
                  <a:pt x="281" y="62"/>
                </a:lnTo>
                <a:lnTo>
                  <a:pt x="281" y="63"/>
                </a:lnTo>
                <a:lnTo>
                  <a:pt x="282" y="64"/>
                </a:lnTo>
                <a:lnTo>
                  <a:pt x="283" y="64"/>
                </a:lnTo>
                <a:lnTo>
                  <a:pt x="283" y="63"/>
                </a:lnTo>
                <a:lnTo>
                  <a:pt x="284" y="63"/>
                </a:lnTo>
                <a:lnTo>
                  <a:pt x="285" y="63"/>
                </a:lnTo>
                <a:lnTo>
                  <a:pt x="286" y="63"/>
                </a:lnTo>
                <a:lnTo>
                  <a:pt x="287" y="63"/>
                </a:lnTo>
                <a:lnTo>
                  <a:pt x="288" y="63"/>
                </a:lnTo>
                <a:lnTo>
                  <a:pt x="289" y="63"/>
                </a:lnTo>
                <a:lnTo>
                  <a:pt x="289" y="62"/>
                </a:lnTo>
                <a:lnTo>
                  <a:pt x="290" y="61"/>
                </a:lnTo>
                <a:lnTo>
                  <a:pt x="292" y="61"/>
                </a:lnTo>
                <a:lnTo>
                  <a:pt x="292" y="60"/>
                </a:lnTo>
                <a:lnTo>
                  <a:pt x="294" y="60"/>
                </a:lnTo>
                <a:lnTo>
                  <a:pt x="295" y="60"/>
                </a:lnTo>
                <a:lnTo>
                  <a:pt x="295" y="61"/>
                </a:lnTo>
                <a:lnTo>
                  <a:pt x="296" y="61"/>
                </a:lnTo>
                <a:lnTo>
                  <a:pt x="297" y="60"/>
                </a:lnTo>
                <a:lnTo>
                  <a:pt x="297" y="61"/>
                </a:lnTo>
                <a:lnTo>
                  <a:pt x="298" y="61"/>
                </a:lnTo>
                <a:lnTo>
                  <a:pt x="299" y="60"/>
                </a:lnTo>
                <a:lnTo>
                  <a:pt x="300" y="60"/>
                </a:lnTo>
                <a:lnTo>
                  <a:pt x="300" y="59"/>
                </a:lnTo>
                <a:lnTo>
                  <a:pt x="300" y="58"/>
                </a:lnTo>
                <a:lnTo>
                  <a:pt x="301" y="58"/>
                </a:lnTo>
                <a:lnTo>
                  <a:pt x="302" y="58"/>
                </a:lnTo>
                <a:lnTo>
                  <a:pt x="302" y="57"/>
                </a:lnTo>
                <a:lnTo>
                  <a:pt x="301" y="57"/>
                </a:lnTo>
                <a:lnTo>
                  <a:pt x="301" y="56"/>
                </a:lnTo>
                <a:lnTo>
                  <a:pt x="301" y="55"/>
                </a:lnTo>
                <a:lnTo>
                  <a:pt x="301" y="54"/>
                </a:lnTo>
                <a:lnTo>
                  <a:pt x="300" y="53"/>
                </a:lnTo>
                <a:lnTo>
                  <a:pt x="299" y="52"/>
                </a:lnTo>
                <a:lnTo>
                  <a:pt x="300" y="52"/>
                </a:lnTo>
                <a:lnTo>
                  <a:pt x="300" y="51"/>
                </a:lnTo>
                <a:lnTo>
                  <a:pt x="299" y="50"/>
                </a:lnTo>
                <a:lnTo>
                  <a:pt x="299" y="49"/>
                </a:lnTo>
                <a:lnTo>
                  <a:pt x="299" y="48"/>
                </a:lnTo>
                <a:lnTo>
                  <a:pt x="300" y="47"/>
                </a:lnTo>
                <a:lnTo>
                  <a:pt x="301" y="46"/>
                </a:lnTo>
                <a:lnTo>
                  <a:pt x="300" y="46"/>
                </a:lnTo>
                <a:lnTo>
                  <a:pt x="301" y="45"/>
                </a:lnTo>
                <a:lnTo>
                  <a:pt x="302" y="44"/>
                </a:lnTo>
                <a:lnTo>
                  <a:pt x="301" y="43"/>
                </a:lnTo>
                <a:lnTo>
                  <a:pt x="299" y="40"/>
                </a:lnTo>
                <a:lnTo>
                  <a:pt x="298" y="39"/>
                </a:lnTo>
                <a:lnTo>
                  <a:pt x="297" y="38"/>
                </a:lnTo>
                <a:lnTo>
                  <a:pt x="298" y="36"/>
                </a:lnTo>
                <a:lnTo>
                  <a:pt x="298" y="35"/>
                </a:lnTo>
                <a:lnTo>
                  <a:pt x="299" y="35"/>
                </a:lnTo>
                <a:lnTo>
                  <a:pt x="300" y="34"/>
                </a:lnTo>
                <a:lnTo>
                  <a:pt x="301" y="33"/>
                </a:lnTo>
                <a:lnTo>
                  <a:pt x="302" y="33"/>
                </a:lnTo>
                <a:lnTo>
                  <a:pt x="303" y="33"/>
                </a:lnTo>
                <a:lnTo>
                  <a:pt x="304" y="32"/>
                </a:lnTo>
                <a:lnTo>
                  <a:pt x="304" y="31"/>
                </a:lnTo>
                <a:lnTo>
                  <a:pt x="303" y="31"/>
                </a:lnTo>
                <a:lnTo>
                  <a:pt x="302" y="31"/>
                </a:lnTo>
                <a:lnTo>
                  <a:pt x="302" y="30"/>
                </a:lnTo>
                <a:lnTo>
                  <a:pt x="302" y="29"/>
                </a:lnTo>
                <a:lnTo>
                  <a:pt x="301" y="29"/>
                </a:lnTo>
                <a:lnTo>
                  <a:pt x="301" y="28"/>
                </a:lnTo>
                <a:lnTo>
                  <a:pt x="300" y="28"/>
                </a:lnTo>
                <a:lnTo>
                  <a:pt x="300" y="27"/>
                </a:lnTo>
                <a:lnTo>
                  <a:pt x="299" y="27"/>
                </a:lnTo>
                <a:lnTo>
                  <a:pt x="298" y="27"/>
                </a:lnTo>
                <a:lnTo>
                  <a:pt x="297" y="27"/>
                </a:lnTo>
                <a:lnTo>
                  <a:pt x="296" y="27"/>
                </a:lnTo>
                <a:lnTo>
                  <a:pt x="295" y="27"/>
                </a:lnTo>
                <a:lnTo>
                  <a:pt x="294" y="27"/>
                </a:lnTo>
                <a:lnTo>
                  <a:pt x="295" y="27"/>
                </a:lnTo>
                <a:lnTo>
                  <a:pt x="295" y="28"/>
                </a:lnTo>
                <a:lnTo>
                  <a:pt x="294" y="28"/>
                </a:lnTo>
                <a:lnTo>
                  <a:pt x="294" y="27"/>
                </a:lnTo>
                <a:lnTo>
                  <a:pt x="293" y="27"/>
                </a:lnTo>
                <a:lnTo>
                  <a:pt x="292" y="27"/>
                </a:lnTo>
                <a:lnTo>
                  <a:pt x="292" y="28"/>
                </a:lnTo>
                <a:lnTo>
                  <a:pt x="291" y="28"/>
                </a:lnTo>
                <a:lnTo>
                  <a:pt x="291" y="27"/>
                </a:lnTo>
                <a:lnTo>
                  <a:pt x="290" y="27"/>
                </a:lnTo>
                <a:lnTo>
                  <a:pt x="289" y="27"/>
                </a:lnTo>
                <a:lnTo>
                  <a:pt x="288" y="27"/>
                </a:lnTo>
                <a:lnTo>
                  <a:pt x="288" y="26"/>
                </a:lnTo>
                <a:lnTo>
                  <a:pt x="289" y="25"/>
                </a:lnTo>
                <a:lnTo>
                  <a:pt x="289" y="24"/>
                </a:lnTo>
                <a:lnTo>
                  <a:pt x="288" y="24"/>
                </a:lnTo>
                <a:lnTo>
                  <a:pt x="288" y="23"/>
                </a:lnTo>
                <a:lnTo>
                  <a:pt x="288" y="22"/>
                </a:lnTo>
                <a:lnTo>
                  <a:pt x="287" y="21"/>
                </a:lnTo>
                <a:lnTo>
                  <a:pt x="288" y="20"/>
                </a:lnTo>
                <a:lnTo>
                  <a:pt x="287" y="19"/>
                </a:lnTo>
                <a:lnTo>
                  <a:pt x="287" y="18"/>
                </a:lnTo>
                <a:lnTo>
                  <a:pt x="288" y="18"/>
                </a:lnTo>
                <a:lnTo>
                  <a:pt x="289" y="19"/>
                </a:lnTo>
                <a:lnTo>
                  <a:pt x="289" y="18"/>
                </a:lnTo>
                <a:lnTo>
                  <a:pt x="291" y="18"/>
                </a:lnTo>
                <a:lnTo>
                  <a:pt x="291" y="19"/>
                </a:lnTo>
                <a:lnTo>
                  <a:pt x="291" y="20"/>
                </a:lnTo>
                <a:lnTo>
                  <a:pt x="292" y="21"/>
                </a:lnTo>
                <a:lnTo>
                  <a:pt x="292" y="22"/>
                </a:lnTo>
                <a:lnTo>
                  <a:pt x="294" y="22"/>
                </a:lnTo>
                <a:lnTo>
                  <a:pt x="294" y="21"/>
                </a:lnTo>
                <a:lnTo>
                  <a:pt x="294" y="19"/>
                </a:lnTo>
                <a:lnTo>
                  <a:pt x="295" y="19"/>
                </a:lnTo>
                <a:lnTo>
                  <a:pt x="296" y="18"/>
                </a:lnTo>
                <a:lnTo>
                  <a:pt x="297" y="18"/>
                </a:lnTo>
                <a:lnTo>
                  <a:pt x="298" y="17"/>
                </a:lnTo>
                <a:lnTo>
                  <a:pt x="298" y="16"/>
                </a:lnTo>
                <a:lnTo>
                  <a:pt x="299" y="16"/>
                </a:lnTo>
                <a:lnTo>
                  <a:pt x="300" y="17"/>
                </a:lnTo>
                <a:lnTo>
                  <a:pt x="301" y="17"/>
                </a:lnTo>
                <a:lnTo>
                  <a:pt x="302" y="17"/>
                </a:lnTo>
                <a:lnTo>
                  <a:pt x="303" y="17"/>
                </a:lnTo>
                <a:lnTo>
                  <a:pt x="303" y="16"/>
                </a:lnTo>
                <a:lnTo>
                  <a:pt x="304" y="15"/>
                </a:lnTo>
                <a:lnTo>
                  <a:pt x="306" y="14"/>
                </a:lnTo>
                <a:lnTo>
                  <a:pt x="307" y="13"/>
                </a:lnTo>
                <a:lnTo>
                  <a:pt x="308" y="13"/>
                </a:lnTo>
                <a:lnTo>
                  <a:pt x="308" y="12"/>
                </a:lnTo>
                <a:lnTo>
                  <a:pt x="309" y="12"/>
                </a:lnTo>
                <a:lnTo>
                  <a:pt x="309" y="10"/>
                </a:lnTo>
                <a:lnTo>
                  <a:pt x="310" y="9"/>
                </a:lnTo>
                <a:lnTo>
                  <a:pt x="311" y="10"/>
                </a:lnTo>
                <a:lnTo>
                  <a:pt x="312" y="10"/>
                </a:lnTo>
                <a:lnTo>
                  <a:pt x="312" y="9"/>
                </a:lnTo>
                <a:lnTo>
                  <a:pt x="312" y="8"/>
                </a:lnTo>
                <a:lnTo>
                  <a:pt x="312" y="7"/>
                </a:lnTo>
                <a:lnTo>
                  <a:pt x="311" y="7"/>
                </a:lnTo>
                <a:lnTo>
                  <a:pt x="311" y="6"/>
                </a:lnTo>
                <a:lnTo>
                  <a:pt x="312" y="6"/>
                </a:lnTo>
                <a:lnTo>
                  <a:pt x="312" y="5"/>
                </a:lnTo>
                <a:lnTo>
                  <a:pt x="314" y="5"/>
                </a:lnTo>
                <a:lnTo>
                  <a:pt x="314" y="4"/>
                </a:lnTo>
                <a:lnTo>
                  <a:pt x="313" y="4"/>
                </a:lnTo>
                <a:lnTo>
                  <a:pt x="314" y="3"/>
                </a:lnTo>
                <a:lnTo>
                  <a:pt x="314" y="2"/>
                </a:lnTo>
                <a:lnTo>
                  <a:pt x="315" y="2"/>
                </a:lnTo>
                <a:lnTo>
                  <a:pt x="316" y="2"/>
                </a:lnTo>
                <a:lnTo>
                  <a:pt x="316" y="3"/>
                </a:lnTo>
                <a:lnTo>
                  <a:pt x="316" y="4"/>
                </a:lnTo>
                <a:lnTo>
                  <a:pt x="317" y="5"/>
                </a:lnTo>
                <a:lnTo>
                  <a:pt x="318" y="4"/>
                </a:lnTo>
                <a:lnTo>
                  <a:pt x="319" y="4"/>
                </a:lnTo>
                <a:lnTo>
                  <a:pt x="319" y="3"/>
                </a:lnTo>
                <a:lnTo>
                  <a:pt x="319" y="2"/>
                </a:lnTo>
                <a:lnTo>
                  <a:pt x="319" y="1"/>
                </a:lnTo>
                <a:lnTo>
                  <a:pt x="320" y="1"/>
                </a:lnTo>
                <a:lnTo>
                  <a:pt x="321" y="0"/>
                </a:lnTo>
                <a:lnTo>
                  <a:pt x="322" y="0"/>
                </a:lnTo>
                <a:lnTo>
                  <a:pt x="323" y="0"/>
                </a:lnTo>
                <a:lnTo>
                  <a:pt x="323" y="1"/>
                </a:lnTo>
                <a:lnTo>
                  <a:pt x="324" y="1"/>
                </a:lnTo>
                <a:lnTo>
                  <a:pt x="325" y="1"/>
                </a:lnTo>
                <a:lnTo>
                  <a:pt x="324" y="1"/>
                </a:lnTo>
                <a:lnTo>
                  <a:pt x="325" y="1"/>
                </a:lnTo>
                <a:lnTo>
                  <a:pt x="326" y="2"/>
                </a:lnTo>
                <a:lnTo>
                  <a:pt x="327" y="2"/>
                </a:lnTo>
                <a:lnTo>
                  <a:pt x="327" y="1"/>
                </a:lnTo>
                <a:lnTo>
                  <a:pt x="327" y="0"/>
                </a:lnTo>
                <a:lnTo>
                  <a:pt x="326" y="0"/>
                </a:lnTo>
                <a:lnTo>
                  <a:pt x="327" y="0"/>
                </a:lnTo>
                <a:lnTo>
                  <a:pt x="328" y="0"/>
                </a:lnTo>
                <a:lnTo>
                  <a:pt x="327" y="0"/>
                </a:lnTo>
                <a:lnTo>
                  <a:pt x="327" y="1"/>
                </a:lnTo>
                <a:lnTo>
                  <a:pt x="328" y="1"/>
                </a:lnTo>
                <a:lnTo>
                  <a:pt x="328" y="2"/>
                </a:lnTo>
                <a:lnTo>
                  <a:pt x="329" y="4"/>
                </a:lnTo>
                <a:lnTo>
                  <a:pt x="329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75" name=""/>
          <p:cNvSpPr/>
          <p:nvPr/>
        </p:nvSpPr>
        <p:spPr>
          <a:xfrm>
            <a:off x="4428360" y="43297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4"/>
                </a:move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1" y="1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76" name=""/>
          <p:cNvSpPr/>
          <p:nvPr/>
        </p:nvSpPr>
        <p:spPr>
          <a:xfrm>
            <a:off x="4429440" y="432828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3" y="1"/>
                </a:moveTo>
                <a:lnTo>
                  <a:pt x="4" y="1"/>
                </a:lnTo>
                <a:lnTo>
                  <a:pt x="3" y="1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6" y="1"/>
                </a:lnTo>
                <a:lnTo>
                  <a:pt x="6" y="2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77" name=""/>
          <p:cNvSpPr/>
          <p:nvPr/>
        </p:nvSpPr>
        <p:spPr>
          <a:xfrm>
            <a:off x="4419000" y="43268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4" y="3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78" name=""/>
          <p:cNvSpPr/>
          <p:nvPr/>
        </p:nvSpPr>
        <p:spPr>
          <a:xfrm>
            <a:off x="4417920" y="43264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3" y="3"/>
                </a:move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5" y="3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79" name=""/>
          <p:cNvSpPr/>
          <p:nvPr/>
        </p:nvSpPr>
        <p:spPr>
          <a:xfrm>
            <a:off x="4432320" y="43261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0" name=""/>
          <p:cNvSpPr/>
          <p:nvPr/>
        </p:nvSpPr>
        <p:spPr>
          <a:xfrm>
            <a:off x="4419720" y="432504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6" y="1"/>
                </a:moveTo>
                <a:lnTo>
                  <a:pt x="6" y="2"/>
                </a:lnTo>
                <a:lnTo>
                  <a:pt x="6" y="4"/>
                </a:ln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1" name=""/>
          <p:cNvSpPr/>
          <p:nvPr/>
        </p:nvSpPr>
        <p:spPr>
          <a:xfrm>
            <a:off x="4422600" y="43250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2" name=""/>
          <p:cNvSpPr/>
          <p:nvPr/>
        </p:nvSpPr>
        <p:spPr>
          <a:xfrm>
            <a:off x="4421880" y="43250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3" name=""/>
          <p:cNvSpPr/>
          <p:nvPr/>
        </p:nvSpPr>
        <p:spPr>
          <a:xfrm>
            <a:off x="4418280" y="43239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1"/>
                </a:moveTo>
                <a:lnTo>
                  <a:pt x="3" y="3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3" y="4"/>
                </a:lnTo>
                <a:lnTo>
                  <a:pt x="3" y="3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4" name=""/>
          <p:cNvSpPr/>
          <p:nvPr/>
        </p:nvSpPr>
        <p:spPr>
          <a:xfrm>
            <a:off x="4428360" y="43236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2"/>
                </a:move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5" name=""/>
          <p:cNvSpPr/>
          <p:nvPr/>
        </p:nvSpPr>
        <p:spPr>
          <a:xfrm>
            <a:off x="4425120" y="4323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6" name=""/>
          <p:cNvSpPr/>
          <p:nvPr/>
        </p:nvSpPr>
        <p:spPr>
          <a:xfrm>
            <a:off x="4428720" y="4323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7" name=""/>
          <p:cNvSpPr/>
          <p:nvPr/>
        </p:nvSpPr>
        <p:spPr>
          <a:xfrm>
            <a:off x="4425480" y="43232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4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8" name=""/>
          <p:cNvSpPr/>
          <p:nvPr/>
        </p:nvSpPr>
        <p:spPr>
          <a:xfrm>
            <a:off x="4418280" y="43236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9" name=""/>
          <p:cNvSpPr/>
          <p:nvPr/>
        </p:nvSpPr>
        <p:spPr>
          <a:xfrm>
            <a:off x="4428000" y="43232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2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90" name=""/>
          <p:cNvSpPr/>
          <p:nvPr/>
        </p:nvSpPr>
        <p:spPr>
          <a:xfrm>
            <a:off x="4427640" y="43228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91" name=""/>
          <p:cNvSpPr/>
          <p:nvPr/>
        </p:nvSpPr>
        <p:spPr>
          <a:xfrm>
            <a:off x="4418640" y="4321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92" name=""/>
          <p:cNvSpPr/>
          <p:nvPr/>
        </p:nvSpPr>
        <p:spPr>
          <a:xfrm>
            <a:off x="4429080" y="43210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3"/>
                </a:move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93" name=""/>
          <p:cNvSpPr/>
          <p:nvPr/>
        </p:nvSpPr>
        <p:spPr>
          <a:xfrm>
            <a:off x="4424400" y="43207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94" name=""/>
          <p:cNvSpPr/>
          <p:nvPr/>
        </p:nvSpPr>
        <p:spPr>
          <a:xfrm>
            <a:off x="4422240" y="431928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2" y="6"/>
                </a:moveTo>
                <a:lnTo>
                  <a:pt x="0" y="6"/>
                </a:lnTo>
                <a:lnTo>
                  <a:pt x="0" y="4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3"/>
                </a:lnTo>
                <a:lnTo>
                  <a:pt x="4" y="4"/>
                </a:lnTo>
                <a:lnTo>
                  <a:pt x="2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95" name=""/>
          <p:cNvSpPr/>
          <p:nvPr/>
        </p:nvSpPr>
        <p:spPr>
          <a:xfrm>
            <a:off x="4418640" y="43200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96" name=""/>
          <p:cNvSpPr/>
          <p:nvPr/>
        </p:nvSpPr>
        <p:spPr>
          <a:xfrm>
            <a:off x="4421880" y="43185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97" name=""/>
          <p:cNvSpPr/>
          <p:nvPr/>
        </p:nvSpPr>
        <p:spPr>
          <a:xfrm>
            <a:off x="4421160" y="43095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4" y="1"/>
                </a:moveTo>
                <a:lnTo>
                  <a:pt x="4" y="3"/>
                </a:lnTo>
                <a:lnTo>
                  <a:pt x="5" y="3"/>
                </a:lnTo>
                <a:lnTo>
                  <a:pt x="5" y="4"/>
                </a:lnTo>
                <a:lnTo>
                  <a:pt x="4" y="3"/>
                </a:lnTo>
                <a:lnTo>
                  <a:pt x="2" y="3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98" name=""/>
          <p:cNvSpPr/>
          <p:nvPr/>
        </p:nvSpPr>
        <p:spPr>
          <a:xfrm>
            <a:off x="4422960" y="4306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99" name=""/>
          <p:cNvSpPr/>
          <p:nvPr/>
        </p:nvSpPr>
        <p:spPr>
          <a:xfrm>
            <a:off x="4423320" y="43059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0" name=""/>
          <p:cNvSpPr/>
          <p:nvPr/>
        </p:nvSpPr>
        <p:spPr>
          <a:xfrm>
            <a:off x="4432320" y="43250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4"/>
                </a:move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2"/>
                </a:lnTo>
                <a:lnTo>
                  <a:pt x="1" y="4"/>
                </a:lnTo>
                <a:lnTo>
                  <a:pt x="3" y="4"/>
                </a:lnTo>
                <a:lnTo>
                  <a:pt x="3" y="2"/>
                </a:lnTo>
                <a:lnTo>
                  <a:pt x="3" y="0"/>
                </a:lnTo>
                <a:lnTo>
                  <a:pt x="4" y="2"/>
                </a:lnTo>
                <a:lnTo>
                  <a:pt x="5" y="0"/>
                </a:lnTo>
                <a:lnTo>
                  <a:pt x="5" y="2"/>
                </a:lnTo>
                <a:lnTo>
                  <a:pt x="5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1" name=""/>
          <p:cNvSpPr/>
          <p:nvPr/>
        </p:nvSpPr>
        <p:spPr>
          <a:xfrm>
            <a:off x="4434120" y="432468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4" y="0"/>
                </a:moveTo>
                <a:lnTo>
                  <a:pt x="5" y="1"/>
                </a:lnTo>
                <a:lnTo>
                  <a:pt x="5" y="3"/>
                </a:lnTo>
                <a:lnTo>
                  <a:pt x="4" y="3"/>
                </a:ln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2" name=""/>
          <p:cNvSpPr/>
          <p:nvPr/>
        </p:nvSpPr>
        <p:spPr>
          <a:xfrm>
            <a:off x="4435560" y="4322880"/>
            <a:ext cx="3600" cy="2160"/>
          </a:xfrm>
          <a:custGeom>
            <a:avLst/>
            <a:gdLst/>
            <a:ahLst/>
            <a:rect l="0" t="0" r="r" b="b"/>
            <a:pathLst>
              <a:path w="10" h="6">
                <a:moveTo>
                  <a:pt x="10" y="0"/>
                </a:moveTo>
                <a:lnTo>
                  <a:pt x="9" y="1"/>
                </a:lnTo>
                <a:lnTo>
                  <a:pt x="9" y="3"/>
                </a:lnTo>
                <a:lnTo>
                  <a:pt x="8" y="3"/>
                </a:lnTo>
                <a:lnTo>
                  <a:pt x="7" y="4"/>
                </a:lnTo>
                <a:lnTo>
                  <a:pt x="7" y="3"/>
                </a:lnTo>
                <a:lnTo>
                  <a:pt x="7" y="4"/>
                </a:lnTo>
                <a:lnTo>
                  <a:pt x="7" y="3"/>
                </a:lnTo>
                <a:lnTo>
                  <a:pt x="6" y="3"/>
                </a:lnTo>
                <a:lnTo>
                  <a:pt x="6" y="4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1" y="5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4" y="3"/>
                </a:lnTo>
                <a:lnTo>
                  <a:pt x="6" y="1"/>
                </a:lnTo>
                <a:lnTo>
                  <a:pt x="8" y="1"/>
                </a:lnTo>
                <a:lnTo>
                  <a:pt x="9" y="1"/>
                </a:lnTo>
                <a:lnTo>
                  <a:pt x="9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3" name=""/>
          <p:cNvSpPr/>
          <p:nvPr/>
        </p:nvSpPr>
        <p:spPr>
          <a:xfrm>
            <a:off x="4449240" y="43088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4" name=""/>
          <p:cNvSpPr/>
          <p:nvPr/>
        </p:nvSpPr>
        <p:spPr>
          <a:xfrm>
            <a:off x="4448520" y="430776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3" y="2"/>
                </a:moveTo>
                <a:lnTo>
                  <a:pt x="4" y="2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5" name=""/>
          <p:cNvSpPr/>
          <p:nvPr/>
        </p:nvSpPr>
        <p:spPr>
          <a:xfrm>
            <a:off x="4455360" y="43059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6" name=""/>
          <p:cNvSpPr/>
          <p:nvPr/>
        </p:nvSpPr>
        <p:spPr>
          <a:xfrm>
            <a:off x="4448880" y="430344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2" y="2"/>
                </a:moveTo>
                <a:lnTo>
                  <a:pt x="4" y="2"/>
                </a:lnTo>
                <a:lnTo>
                  <a:pt x="4" y="3"/>
                </a:lnTo>
                <a:lnTo>
                  <a:pt x="4" y="5"/>
                </a:lnTo>
                <a:lnTo>
                  <a:pt x="4" y="3"/>
                </a:lnTo>
                <a:lnTo>
                  <a:pt x="2" y="3"/>
                </a:lnTo>
                <a:lnTo>
                  <a:pt x="2" y="2"/>
                </a:lnTo>
                <a:lnTo>
                  <a:pt x="2" y="3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7" name=""/>
          <p:cNvSpPr/>
          <p:nvPr/>
        </p:nvSpPr>
        <p:spPr>
          <a:xfrm>
            <a:off x="4451760" y="43034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8" name=""/>
          <p:cNvSpPr/>
          <p:nvPr/>
        </p:nvSpPr>
        <p:spPr>
          <a:xfrm>
            <a:off x="4479120" y="430128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9" name=""/>
          <p:cNvSpPr/>
          <p:nvPr/>
        </p:nvSpPr>
        <p:spPr>
          <a:xfrm>
            <a:off x="4449240" y="4300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0" name=""/>
          <p:cNvSpPr/>
          <p:nvPr/>
        </p:nvSpPr>
        <p:spPr>
          <a:xfrm>
            <a:off x="4447800" y="43005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1" name=""/>
          <p:cNvSpPr/>
          <p:nvPr/>
        </p:nvSpPr>
        <p:spPr>
          <a:xfrm>
            <a:off x="4449240" y="4300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2" name=""/>
          <p:cNvSpPr/>
          <p:nvPr/>
        </p:nvSpPr>
        <p:spPr>
          <a:xfrm>
            <a:off x="4447080" y="42987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3" name=""/>
          <p:cNvSpPr/>
          <p:nvPr/>
        </p:nvSpPr>
        <p:spPr>
          <a:xfrm>
            <a:off x="4458600" y="42980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1"/>
                </a:move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4" name=""/>
          <p:cNvSpPr/>
          <p:nvPr/>
        </p:nvSpPr>
        <p:spPr>
          <a:xfrm>
            <a:off x="4466880" y="42976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5" name=""/>
          <p:cNvSpPr/>
          <p:nvPr/>
        </p:nvSpPr>
        <p:spPr>
          <a:xfrm>
            <a:off x="4464000" y="42962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1"/>
                </a:move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6" name=""/>
          <p:cNvSpPr/>
          <p:nvPr/>
        </p:nvSpPr>
        <p:spPr>
          <a:xfrm>
            <a:off x="4470840" y="42919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7" name=""/>
          <p:cNvSpPr/>
          <p:nvPr/>
        </p:nvSpPr>
        <p:spPr>
          <a:xfrm>
            <a:off x="4534920" y="42786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8" name=""/>
          <p:cNvSpPr/>
          <p:nvPr/>
        </p:nvSpPr>
        <p:spPr>
          <a:xfrm>
            <a:off x="4535280" y="4277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9" name=""/>
          <p:cNvSpPr/>
          <p:nvPr/>
        </p:nvSpPr>
        <p:spPr>
          <a:xfrm>
            <a:off x="4523760" y="4270680"/>
            <a:ext cx="7200" cy="3600"/>
          </a:xfrm>
          <a:custGeom>
            <a:avLst/>
            <a:gdLst/>
            <a:ahLst/>
            <a:rect l="0" t="0" r="r" b="b"/>
            <a:pathLst>
              <a:path w="20" h="10">
                <a:moveTo>
                  <a:pt x="18" y="1"/>
                </a:moveTo>
                <a:lnTo>
                  <a:pt x="17" y="2"/>
                </a:lnTo>
                <a:lnTo>
                  <a:pt x="18" y="2"/>
                </a:lnTo>
                <a:lnTo>
                  <a:pt x="19" y="2"/>
                </a:lnTo>
                <a:lnTo>
                  <a:pt x="19" y="3"/>
                </a:lnTo>
                <a:lnTo>
                  <a:pt x="20" y="3"/>
                </a:lnTo>
                <a:lnTo>
                  <a:pt x="20" y="5"/>
                </a:lnTo>
                <a:lnTo>
                  <a:pt x="19" y="5"/>
                </a:lnTo>
                <a:lnTo>
                  <a:pt x="18" y="5"/>
                </a:lnTo>
                <a:lnTo>
                  <a:pt x="18" y="6"/>
                </a:lnTo>
                <a:lnTo>
                  <a:pt x="18" y="7"/>
                </a:lnTo>
                <a:lnTo>
                  <a:pt x="19" y="7"/>
                </a:lnTo>
                <a:lnTo>
                  <a:pt x="19" y="8"/>
                </a:lnTo>
                <a:lnTo>
                  <a:pt x="19" y="9"/>
                </a:lnTo>
                <a:lnTo>
                  <a:pt x="18" y="9"/>
                </a:lnTo>
                <a:lnTo>
                  <a:pt x="18" y="10"/>
                </a:lnTo>
                <a:lnTo>
                  <a:pt x="17" y="10"/>
                </a:lnTo>
                <a:lnTo>
                  <a:pt x="17" y="9"/>
                </a:lnTo>
                <a:lnTo>
                  <a:pt x="16" y="9"/>
                </a:lnTo>
                <a:lnTo>
                  <a:pt x="16" y="10"/>
                </a:lnTo>
                <a:lnTo>
                  <a:pt x="15" y="10"/>
                </a:lnTo>
                <a:lnTo>
                  <a:pt x="15" y="9"/>
                </a:lnTo>
                <a:lnTo>
                  <a:pt x="15" y="8"/>
                </a:lnTo>
                <a:lnTo>
                  <a:pt x="14" y="8"/>
                </a:lnTo>
                <a:lnTo>
                  <a:pt x="13" y="8"/>
                </a:lnTo>
                <a:lnTo>
                  <a:pt x="12" y="8"/>
                </a:lnTo>
                <a:lnTo>
                  <a:pt x="12" y="9"/>
                </a:lnTo>
                <a:lnTo>
                  <a:pt x="11" y="9"/>
                </a:lnTo>
                <a:lnTo>
                  <a:pt x="10" y="9"/>
                </a:lnTo>
                <a:lnTo>
                  <a:pt x="9" y="9"/>
                </a:lnTo>
                <a:lnTo>
                  <a:pt x="9" y="8"/>
                </a:lnTo>
                <a:lnTo>
                  <a:pt x="8" y="8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3" y="8"/>
                </a:lnTo>
                <a:lnTo>
                  <a:pt x="2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5"/>
                </a:lnTo>
                <a:lnTo>
                  <a:pt x="1" y="3"/>
                </a:lnTo>
                <a:lnTo>
                  <a:pt x="2" y="3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lnTo>
                  <a:pt x="6" y="5"/>
                </a:lnTo>
                <a:lnTo>
                  <a:pt x="8" y="5"/>
                </a:lnTo>
                <a:lnTo>
                  <a:pt x="8" y="6"/>
                </a:lnTo>
                <a:lnTo>
                  <a:pt x="9" y="6"/>
                </a:lnTo>
                <a:lnTo>
                  <a:pt x="9" y="5"/>
                </a:lnTo>
                <a:lnTo>
                  <a:pt x="10" y="3"/>
                </a:lnTo>
                <a:lnTo>
                  <a:pt x="10" y="2"/>
                </a:lnTo>
                <a:lnTo>
                  <a:pt x="11" y="2"/>
                </a:lnTo>
                <a:lnTo>
                  <a:pt x="11" y="1"/>
                </a:lnTo>
                <a:lnTo>
                  <a:pt x="12" y="1"/>
                </a:lnTo>
                <a:lnTo>
                  <a:pt x="13" y="1"/>
                </a:lnTo>
                <a:lnTo>
                  <a:pt x="13" y="2"/>
                </a:lnTo>
                <a:lnTo>
                  <a:pt x="14" y="2"/>
                </a:lnTo>
                <a:lnTo>
                  <a:pt x="15" y="2"/>
                </a:lnTo>
                <a:lnTo>
                  <a:pt x="16" y="1"/>
                </a:lnTo>
                <a:lnTo>
                  <a:pt x="16" y="0"/>
                </a:lnTo>
                <a:lnTo>
                  <a:pt x="17" y="0"/>
                </a:lnTo>
                <a:lnTo>
                  <a:pt x="18" y="0"/>
                </a:lnTo>
                <a:lnTo>
                  <a:pt x="18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0" name=""/>
          <p:cNvSpPr/>
          <p:nvPr/>
        </p:nvSpPr>
        <p:spPr>
          <a:xfrm>
            <a:off x="4528800" y="4270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1" name=""/>
          <p:cNvSpPr/>
          <p:nvPr/>
        </p:nvSpPr>
        <p:spPr>
          <a:xfrm>
            <a:off x="4527720" y="42670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2" name=""/>
          <p:cNvSpPr/>
          <p:nvPr/>
        </p:nvSpPr>
        <p:spPr>
          <a:xfrm>
            <a:off x="4526280" y="42670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3" name=""/>
          <p:cNvSpPr/>
          <p:nvPr/>
        </p:nvSpPr>
        <p:spPr>
          <a:xfrm>
            <a:off x="4244400" y="4336920"/>
            <a:ext cx="2160" cy="5040"/>
          </a:xfrm>
          <a:custGeom>
            <a:avLst/>
            <a:gdLst/>
            <a:ahLst/>
            <a:rect l="0" t="0" r="r" b="b"/>
            <a:pathLst>
              <a:path w="6" h="14">
                <a:moveTo>
                  <a:pt x="5" y="4"/>
                </a:moveTo>
                <a:lnTo>
                  <a:pt x="4" y="5"/>
                </a:lnTo>
                <a:lnTo>
                  <a:pt x="4" y="6"/>
                </a:lnTo>
                <a:lnTo>
                  <a:pt x="4" y="8"/>
                </a:lnTo>
                <a:lnTo>
                  <a:pt x="5" y="8"/>
                </a:lnTo>
                <a:lnTo>
                  <a:pt x="5" y="9"/>
                </a:lnTo>
                <a:lnTo>
                  <a:pt x="4" y="9"/>
                </a:lnTo>
                <a:lnTo>
                  <a:pt x="4" y="10"/>
                </a:lnTo>
                <a:lnTo>
                  <a:pt x="4" y="11"/>
                </a:lnTo>
                <a:lnTo>
                  <a:pt x="2" y="11"/>
                </a:lnTo>
                <a:lnTo>
                  <a:pt x="1" y="11"/>
                </a:lnTo>
                <a:lnTo>
                  <a:pt x="2" y="11"/>
                </a:lnTo>
                <a:lnTo>
                  <a:pt x="2" y="12"/>
                </a:lnTo>
                <a:lnTo>
                  <a:pt x="4" y="12"/>
                </a:lnTo>
                <a:lnTo>
                  <a:pt x="2" y="14"/>
                </a:lnTo>
                <a:lnTo>
                  <a:pt x="1" y="13"/>
                </a:lnTo>
                <a:lnTo>
                  <a:pt x="1" y="11"/>
                </a:lnTo>
                <a:lnTo>
                  <a:pt x="0" y="11"/>
                </a:lnTo>
                <a:lnTo>
                  <a:pt x="0" y="9"/>
                </a:lnTo>
                <a:lnTo>
                  <a:pt x="0" y="8"/>
                </a:lnTo>
                <a:lnTo>
                  <a:pt x="0" y="6"/>
                </a:lnTo>
                <a:lnTo>
                  <a:pt x="1" y="6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4" y="2"/>
                </a:lnTo>
                <a:lnTo>
                  <a:pt x="2" y="2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  <a:lnTo>
                  <a:pt x="5" y="1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6" y="4"/>
                </a:lnTo>
                <a:lnTo>
                  <a:pt x="5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4" name=""/>
          <p:cNvSpPr/>
          <p:nvPr/>
        </p:nvSpPr>
        <p:spPr>
          <a:xfrm>
            <a:off x="4245120" y="43372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5" name=""/>
          <p:cNvSpPr/>
          <p:nvPr/>
        </p:nvSpPr>
        <p:spPr>
          <a:xfrm>
            <a:off x="4244400" y="43358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2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6" name=""/>
          <p:cNvSpPr/>
          <p:nvPr/>
        </p:nvSpPr>
        <p:spPr>
          <a:xfrm>
            <a:off x="4252320" y="433476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0"/>
                </a:move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7" name=""/>
          <p:cNvSpPr/>
          <p:nvPr/>
        </p:nvSpPr>
        <p:spPr>
          <a:xfrm>
            <a:off x="4252320" y="43344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8" name=""/>
          <p:cNvSpPr/>
          <p:nvPr/>
        </p:nvSpPr>
        <p:spPr>
          <a:xfrm>
            <a:off x="4251960" y="43336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4"/>
                </a:moveTo>
                <a:lnTo>
                  <a:pt x="1" y="4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9" name=""/>
          <p:cNvSpPr/>
          <p:nvPr/>
        </p:nvSpPr>
        <p:spPr>
          <a:xfrm>
            <a:off x="4251960" y="4333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30" name=""/>
          <p:cNvSpPr/>
          <p:nvPr/>
        </p:nvSpPr>
        <p:spPr>
          <a:xfrm>
            <a:off x="4118400" y="4163760"/>
            <a:ext cx="247320" cy="183960"/>
          </a:xfrm>
          <a:custGeom>
            <a:avLst/>
            <a:gdLst/>
            <a:ahLst/>
            <a:rect l="0" t="0" r="r" b="b"/>
            <a:pathLst>
              <a:path w="687" h="511">
                <a:moveTo>
                  <a:pt x="592" y="5"/>
                </a:moveTo>
                <a:lnTo>
                  <a:pt x="593" y="5"/>
                </a:lnTo>
                <a:lnTo>
                  <a:pt x="593" y="4"/>
                </a:lnTo>
                <a:lnTo>
                  <a:pt x="594" y="5"/>
                </a:lnTo>
                <a:lnTo>
                  <a:pt x="595" y="5"/>
                </a:lnTo>
                <a:lnTo>
                  <a:pt x="595" y="6"/>
                </a:lnTo>
                <a:lnTo>
                  <a:pt x="596" y="6"/>
                </a:lnTo>
                <a:lnTo>
                  <a:pt x="597" y="6"/>
                </a:lnTo>
                <a:lnTo>
                  <a:pt x="598" y="6"/>
                </a:lnTo>
                <a:lnTo>
                  <a:pt x="598" y="7"/>
                </a:lnTo>
                <a:lnTo>
                  <a:pt x="599" y="7"/>
                </a:lnTo>
                <a:lnTo>
                  <a:pt x="599" y="8"/>
                </a:lnTo>
                <a:lnTo>
                  <a:pt x="600" y="8"/>
                </a:lnTo>
                <a:lnTo>
                  <a:pt x="601" y="8"/>
                </a:lnTo>
                <a:lnTo>
                  <a:pt x="602" y="8"/>
                </a:lnTo>
                <a:lnTo>
                  <a:pt x="603" y="8"/>
                </a:lnTo>
                <a:lnTo>
                  <a:pt x="604" y="8"/>
                </a:lnTo>
                <a:lnTo>
                  <a:pt x="606" y="8"/>
                </a:lnTo>
                <a:lnTo>
                  <a:pt x="607" y="7"/>
                </a:lnTo>
                <a:lnTo>
                  <a:pt x="607" y="8"/>
                </a:lnTo>
                <a:lnTo>
                  <a:pt x="608" y="8"/>
                </a:lnTo>
                <a:lnTo>
                  <a:pt x="609" y="8"/>
                </a:lnTo>
                <a:lnTo>
                  <a:pt x="610" y="8"/>
                </a:lnTo>
                <a:lnTo>
                  <a:pt x="610" y="9"/>
                </a:lnTo>
                <a:lnTo>
                  <a:pt x="610" y="10"/>
                </a:lnTo>
                <a:lnTo>
                  <a:pt x="610" y="11"/>
                </a:lnTo>
                <a:lnTo>
                  <a:pt x="610" y="12"/>
                </a:lnTo>
                <a:lnTo>
                  <a:pt x="611" y="12"/>
                </a:lnTo>
                <a:lnTo>
                  <a:pt x="611" y="11"/>
                </a:lnTo>
                <a:lnTo>
                  <a:pt x="612" y="12"/>
                </a:lnTo>
                <a:lnTo>
                  <a:pt x="614" y="12"/>
                </a:lnTo>
                <a:lnTo>
                  <a:pt x="615" y="11"/>
                </a:lnTo>
                <a:lnTo>
                  <a:pt x="616" y="11"/>
                </a:lnTo>
                <a:lnTo>
                  <a:pt x="617" y="11"/>
                </a:lnTo>
                <a:lnTo>
                  <a:pt x="617" y="13"/>
                </a:lnTo>
                <a:lnTo>
                  <a:pt x="618" y="15"/>
                </a:lnTo>
                <a:lnTo>
                  <a:pt x="617" y="15"/>
                </a:lnTo>
                <a:lnTo>
                  <a:pt x="617" y="16"/>
                </a:lnTo>
                <a:lnTo>
                  <a:pt x="617" y="17"/>
                </a:lnTo>
                <a:lnTo>
                  <a:pt x="616" y="17"/>
                </a:lnTo>
                <a:lnTo>
                  <a:pt x="616" y="18"/>
                </a:lnTo>
                <a:lnTo>
                  <a:pt x="616" y="20"/>
                </a:lnTo>
                <a:lnTo>
                  <a:pt x="616" y="22"/>
                </a:lnTo>
                <a:lnTo>
                  <a:pt x="615" y="22"/>
                </a:lnTo>
                <a:lnTo>
                  <a:pt x="615" y="23"/>
                </a:lnTo>
                <a:lnTo>
                  <a:pt x="614" y="24"/>
                </a:lnTo>
                <a:lnTo>
                  <a:pt x="614" y="25"/>
                </a:lnTo>
                <a:lnTo>
                  <a:pt x="615" y="25"/>
                </a:lnTo>
                <a:lnTo>
                  <a:pt x="616" y="26"/>
                </a:lnTo>
                <a:lnTo>
                  <a:pt x="615" y="26"/>
                </a:lnTo>
                <a:lnTo>
                  <a:pt x="615" y="27"/>
                </a:lnTo>
                <a:lnTo>
                  <a:pt x="616" y="27"/>
                </a:lnTo>
                <a:lnTo>
                  <a:pt x="615" y="28"/>
                </a:lnTo>
                <a:lnTo>
                  <a:pt x="614" y="28"/>
                </a:lnTo>
                <a:lnTo>
                  <a:pt x="614" y="29"/>
                </a:lnTo>
                <a:lnTo>
                  <a:pt x="614" y="31"/>
                </a:lnTo>
                <a:lnTo>
                  <a:pt x="614" y="32"/>
                </a:lnTo>
                <a:lnTo>
                  <a:pt x="615" y="32"/>
                </a:lnTo>
                <a:lnTo>
                  <a:pt x="615" y="33"/>
                </a:lnTo>
                <a:lnTo>
                  <a:pt x="615" y="34"/>
                </a:lnTo>
                <a:lnTo>
                  <a:pt x="614" y="34"/>
                </a:lnTo>
                <a:lnTo>
                  <a:pt x="613" y="34"/>
                </a:lnTo>
                <a:lnTo>
                  <a:pt x="612" y="34"/>
                </a:lnTo>
                <a:lnTo>
                  <a:pt x="612" y="36"/>
                </a:lnTo>
                <a:lnTo>
                  <a:pt x="611" y="37"/>
                </a:lnTo>
                <a:lnTo>
                  <a:pt x="611" y="38"/>
                </a:lnTo>
                <a:lnTo>
                  <a:pt x="610" y="38"/>
                </a:lnTo>
                <a:lnTo>
                  <a:pt x="610" y="39"/>
                </a:lnTo>
                <a:lnTo>
                  <a:pt x="610" y="41"/>
                </a:lnTo>
                <a:lnTo>
                  <a:pt x="610" y="42"/>
                </a:lnTo>
                <a:lnTo>
                  <a:pt x="609" y="42"/>
                </a:lnTo>
                <a:lnTo>
                  <a:pt x="609" y="44"/>
                </a:lnTo>
                <a:lnTo>
                  <a:pt x="610" y="44"/>
                </a:lnTo>
                <a:lnTo>
                  <a:pt x="610" y="45"/>
                </a:lnTo>
                <a:lnTo>
                  <a:pt x="611" y="45"/>
                </a:lnTo>
                <a:lnTo>
                  <a:pt x="611" y="46"/>
                </a:lnTo>
                <a:lnTo>
                  <a:pt x="612" y="47"/>
                </a:lnTo>
                <a:lnTo>
                  <a:pt x="612" y="48"/>
                </a:lnTo>
                <a:lnTo>
                  <a:pt x="612" y="49"/>
                </a:lnTo>
                <a:lnTo>
                  <a:pt x="612" y="50"/>
                </a:lnTo>
                <a:lnTo>
                  <a:pt x="613" y="50"/>
                </a:lnTo>
                <a:lnTo>
                  <a:pt x="614" y="51"/>
                </a:lnTo>
                <a:lnTo>
                  <a:pt x="614" y="52"/>
                </a:lnTo>
                <a:lnTo>
                  <a:pt x="614" y="53"/>
                </a:lnTo>
                <a:lnTo>
                  <a:pt x="615" y="53"/>
                </a:lnTo>
                <a:lnTo>
                  <a:pt x="616" y="53"/>
                </a:lnTo>
                <a:lnTo>
                  <a:pt x="617" y="53"/>
                </a:lnTo>
                <a:lnTo>
                  <a:pt x="617" y="54"/>
                </a:lnTo>
                <a:lnTo>
                  <a:pt x="618" y="54"/>
                </a:lnTo>
                <a:lnTo>
                  <a:pt x="618" y="53"/>
                </a:lnTo>
                <a:lnTo>
                  <a:pt x="617" y="53"/>
                </a:lnTo>
                <a:lnTo>
                  <a:pt x="618" y="53"/>
                </a:lnTo>
                <a:lnTo>
                  <a:pt x="618" y="52"/>
                </a:lnTo>
                <a:lnTo>
                  <a:pt x="619" y="51"/>
                </a:lnTo>
                <a:lnTo>
                  <a:pt x="619" y="50"/>
                </a:lnTo>
                <a:lnTo>
                  <a:pt x="620" y="50"/>
                </a:lnTo>
                <a:lnTo>
                  <a:pt x="621" y="49"/>
                </a:lnTo>
                <a:lnTo>
                  <a:pt x="622" y="48"/>
                </a:lnTo>
                <a:lnTo>
                  <a:pt x="622" y="49"/>
                </a:lnTo>
                <a:lnTo>
                  <a:pt x="623" y="50"/>
                </a:lnTo>
                <a:lnTo>
                  <a:pt x="624" y="50"/>
                </a:lnTo>
                <a:lnTo>
                  <a:pt x="624" y="49"/>
                </a:lnTo>
                <a:lnTo>
                  <a:pt x="625" y="49"/>
                </a:lnTo>
                <a:lnTo>
                  <a:pt x="626" y="50"/>
                </a:lnTo>
                <a:lnTo>
                  <a:pt x="625" y="50"/>
                </a:lnTo>
                <a:lnTo>
                  <a:pt x="626" y="50"/>
                </a:lnTo>
                <a:lnTo>
                  <a:pt x="626" y="51"/>
                </a:lnTo>
                <a:lnTo>
                  <a:pt x="627" y="51"/>
                </a:lnTo>
                <a:lnTo>
                  <a:pt x="628" y="51"/>
                </a:lnTo>
                <a:lnTo>
                  <a:pt x="629" y="52"/>
                </a:lnTo>
                <a:lnTo>
                  <a:pt x="629" y="51"/>
                </a:lnTo>
                <a:lnTo>
                  <a:pt x="630" y="51"/>
                </a:lnTo>
                <a:lnTo>
                  <a:pt x="631" y="51"/>
                </a:lnTo>
                <a:lnTo>
                  <a:pt x="632" y="51"/>
                </a:lnTo>
                <a:lnTo>
                  <a:pt x="633" y="51"/>
                </a:lnTo>
                <a:lnTo>
                  <a:pt x="633" y="52"/>
                </a:lnTo>
                <a:lnTo>
                  <a:pt x="634" y="52"/>
                </a:lnTo>
                <a:lnTo>
                  <a:pt x="636" y="52"/>
                </a:lnTo>
                <a:lnTo>
                  <a:pt x="636" y="53"/>
                </a:lnTo>
                <a:lnTo>
                  <a:pt x="635" y="53"/>
                </a:lnTo>
                <a:lnTo>
                  <a:pt x="635" y="54"/>
                </a:lnTo>
                <a:lnTo>
                  <a:pt x="634" y="54"/>
                </a:lnTo>
                <a:lnTo>
                  <a:pt x="633" y="54"/>
                </a:lnTo>
                <a:lnTo>
                  <a:pt x="633" y="55"/>
                </a:lnTo>
                <a:lnTo>
                  <a:pt x="632" y="55"/>
                </a:lnTo>
                <a:lnTo>
                  <a:pt x="631" y="55"/>
                </a:lnTo>
                <a:lnTo>
                  <a:pt x="630" y="56"/>
                </a:lnTo>
                <a:lnTo>
                  <a:pt x="630" y="57"/>
                </a:lnTo>
                <a:lnTo>
                  <a:pt x="630" y="58"/>
                </a:lnTo>
                <a:lnTo>
                  <a:pt x="631" y="58"/>
                </a:lnTo>
                <a:lnTo>
                  <a:pt x="631" y="59"/>
                </a:lnTo>
                <a:lnTo>
                  <a:pt x="631" y="60"/>
                </a:lnTo>
                <a:lnTo>
                  <a:pt x="631" y="61"/>
                </a:lnTo>
                <a:lnTo>
                  <a:pt x="631" y="63"/>
                </a:lnTo>
                <a:lnTo>
                  <a:pt x="629" y="63"/>
                </a:lnTo>
                <a:lnTo>
                  <a:pt x="628" y="64"/>
                </a:lnTo>
                <a:lnTo>
                  <a:pt x="628" y="65"/>
                </a:lnTo>
                <a:lnTo>
                  <a:pt x="627" y="65"/>
                </a:lnTo>
                <a:lnTo>
                  <a:pt x="626" y="66"/>
                </a:lnTo>
                <a:lnTo>
                  <a:pt x="625" y="66"/>
                </a:lnTo>
                <a:lnTo>
                  <a:pt x="624" y="66"/>
                </a:lnTo>
                <a:lnTo>
                  <a:pt x="623" y="67"/>
                </a:lnTo>
                <a:lnTo>
                  <a:pt x="622" y="67"/>
                </a:lnTo>
                <a:lnTo>
                  <a:pt x="621" y="67"/>
                </a:lnTo>
                <a:lnTo>
                  <a:pt x="621" y="66"/>
                </a:lnTo>
                <a:lnTo>
                  <a:pt x="620" y="67"/>
                </a:lnTo>
                <a:lnTo>
                  <a:pt x="619" y="68"/>
                </a:lnTo>
                <a:lnTo>
                  <a:pt x="619" y="69"/>
                </a:lnTo>
                <a:lnTo>
                  <a:pt x="619" y="71"/>
                </a:lnTo>
                <a:lnTo>
                  <a:pt x="620" y="71"/>
                </a:lnTo>
                <a:lnTo>
                  <a:pt x="620" y="73"/>
                </a:lnTo>
                <a:lnTo>
                  <a:pt x="619" y="74"/>
                </a:lnTo>
                <a:lnTo>
                  <a:pt x="619" y="75"/>
                </a:lnTo>
                <a:lnTo>
                  <a:pt x="619" y="76"/>
                </a:lnTo>
                <a:lnTo>
                  <a:pt x="620" y="77"/>
                </a:lnTo>
                <a:lnTo>
                  <a:pt x="621" y="78"/>
                </a:lnTo>
                <a:lnTo>
                  <a:pt x="622" y="79"/>
                </a:lnTo>
                <a:lnTo>
                  <a:pt x="622" y="80"/>
                </a:lnTo>
                <a:lnTo>
                  <a:pt x="622" y="81"/>
                </a:lnTo>
                <a:lnTo>
                  <a:pt x="621" y="82"/>
                </a:lnTo>
                <a:lnTo>
                  <a:pt x="621" y="84"/>
                </a:lnTo>
                <a:lnTo>
                  <a:pt x="620" y="85"/>
                </a:lnTo>
                <a:lnTo>
                  <a:pt x="621" y="86"/>
                </a:lnTo>
                <a:lnTo>
                  <a:pt x="621" y="87"/>
                </a:lnTo>
                <a:lnTo>
                  <a:pt x="621" y="88"/>
                </a:lnTo>
                <a:lnTo>
                  <a:pt x="620" y="90"/>
                </a:lnTo>
                <a:lnTo>
                  <a:pt x="620" y="91"/>
                </a:lnTo>
                <a:lnTo>
                  <a:pt x="620" y="92"/>
                </a:lnTo>
                <a:lnTo>
                  <a:pt x="619" y="93"/>
                </a:lnTo>
                <a:lnTo>
                  <a:pt x="618" y="94"/>
                </a:lnTo>
                <a:lnTo>
                  <a:pt x="618" y="95"/>
                </a:lnTo>
                <a:lnTo>
                  <a:pt x="619" y="95"/>
                </a:lnTo>
                <a:lnTo>
                  <a:pt x="618" y="95"/>
                </a:lnTo>
                <a:lnTo>
                  <a:pt x="618" y="96"/>
                </a:lnTo>
                <a:lnTo>
                  <a:pt x="618" y="97"/>
                </a:lnTo>
                <a:lnTo>
                  <a:pt x="617" y="97"/>
                </a:lnTo>
                <a:lnTo>
                  <a:pt x="616" y="98"/>
                </a:lnTo>
                <a:lnTo>
                  <a:pt x="615" y="98"/>
                </a:lnTo>
                <a:lnTo>
                  <a:pt x="615" y="99"/>
                </a:lnTo>
                <a:lnTo>
                  <a:pt x="614" y="101"/>
                </a:lnTo>
                <a:lnTo>
                  <a:pt x="613" y="103"/>
                </a:lnTo>
                <a:lnTo>
                  <a:pt x="612" y="103"/>
                </a:lnTo>
                <a:lnTo>
                  <a:pt x="611" y="104"/>
                </a:lnTo>
                <a:lnTo>
                  <a:pt x="610" y="104"/>
                </a:lnTo>
                <a:lnTo>
                  <a:pt x="608" y="104"/>
                </a:lnTo>
                <a:lnTo>
                  <a:pt x="607" y="105"/>
                </a:lnTo>
                <a:lnTo>
                  <a:pt x="606" y="106"/>
                </a:lnTo>
                <a:lnTo>
                  <a:pt x="606" y="108"/>
                </a:lnTo>
                <a:lnTo>
                  <a:pt x="605" y="108"/>
                </a:lnTo>
                <a:lnTo>
                  <a:pt x="604" y="110"/>
                </a:lnTo>
                <a:lnTo>
                  <a:pt x="604" y="111"/>
                </a:lnTo>
                <a:lnTo>
                  <a:pt x="603" y="111"/>
                </a:lnTo>
                <a:lnTo>
                  <a:pt x="602" y="112"/>
                </a:lnTo>
                <a:lnTo>
                  <a:pt x="601" y="112"/>
                </a:lnTo>
                <a:lnTo>
                  <a:pt x="601" y="113"/>
                </a:lnTo>
                <a:lnTo>
                  <a:pt x="601" y="114"/>
                </a:lnTo>
                <a:lnTo>
                  <a:pt x="601" y="115"/>
                </a:lnTo>
                <a:lnTo>
                  <a:pt x="601" y="116"/>
                </a:lnTo>
                <a:lnTo>
                  <a:pt x="602" y="117"/>
                </a:lnTo>
                <a:lnTo>
                  <a:pt x="602" y="119"/>
                </a:lnTo>
                <a:lnTo>
                  <a:pt x="601" y="119"/>
                </a:lnTo>
                <a:lnTo>
                  <a:pt x="601" y="120"/>
                </a:lnTo>
                <a:lnTo>
                  <a:pt x="600" y="120"/>
                </a:lnTo>
                <a:lnTo>
                  <a:pt x="599" y="120"/>
                </a:lnTo>
                <a:lnTo>
                  <a:pt x="598" y="121"/>
                </a:lnTo>
                <a:lnTo>
                  <a:pt x="598" y="122"/>
                </a:lnTo>
                <a:lnTo>
                  <a:pt x="596" y="122"/>
                </a:lnTo>
                <a:lnTo>
                  <a:pt x="595" y="123"/>
                </a:lnTo>
                <a:lnTo>
                  <a:pt x="594" y="123"/>
                </a:lnTo>
                <a:lnTo>
                  <a:pt x="593" y="124"/>
                </a:lnTo>
                <a:lnTo>
                  <a:pt x="592" y="124"/>
                </a:lnTo>
                <a:lnTo>
                  <a:pt x="591" y="124"/>
                </a:lnTo>
                <a:lnTo>
                  <a:pt x="591" y="125"/>
                </a:lnTo>
                <a:lnTo>
                  <a:pt x="591" y="126"/>
                </a:lnTo>
                <a:lnTo>
                  <a:pt x="590" y="128"/>
                </a:lnTo>
                <a:lnTo>
                  <a:pt x="590" y="129"/>
                </a:lnTo>
                <a:lnTo>
                  <a:pt x="589" y="130"/>
                </a:lnTo>
                <a:lnTo>
                  <a:pt x="590" y="130"/>
                </a:lnTo>
                <a:lnTo>
                  <a:pt x="590" y="131"/>
                </a:lnTo>
                <a:lnTo>
                  <a:pt x="589" y="132"/>
                </a:lnTo>
                <a:lnTo>
                  <a:pt x="588" y="133"/>
                </a:lnTo>
                <a:lnTo>
                  <a:pt x="588" y="134"/>
                </a:lnTo>
                <a:lnTo>
                  <a:pt x="588" y="135"/>
                </a:lnTo>
                <a:lnTo>
                  <a:pt x="587" y="136"/>
                </a:lnTo>
                <a:lnTo>
                  <a:pt x="587" y="137"/>
                </a:lnTo>
                <a:lnTo>
                  <a:pt x="587" y="138"/>
                </a:lnTo>
                <a:lnTo>
                  <a:pt x="587" y="139"/>
                </a:lnTo>
                <a:lnTo>
                  <a:pt x="587" y="140"/>
                </a:lnTo>
                <a:lnTo>
                  <a:pt x="588" y="141"/>
                </a:lnTo>
                <a:lnTo>
                  <a:pt x="588" y="142"/>
                </a:lnTo>
                <a:lnTo>
                  <a:pt x="589" y="142"/>
                </a:lnTo>
                <a:lnTo>
                  <a:pt x="589" y="143"/>
                </a:lnTo>
                <a:lnTo>
                  <a:pt x="589" y="144"/>
                </a:lnTo>
                <a:lnTo>
                  <a:pt x="588" y="144"/>
                </a:lnTo>
                <a:lnTo>
                  <a:pt x="589" y="145"/>
                </a:lnTo>
                <a:lnTo>
                  <a:pt x="590" y="145"/>
                </a:lnTo>
                <a:lnTo>
                  <a:pt x="591" y="145"/>
                </a:lnTo>
                <a:lnTo>
                  <a:pt x="591" y="146"/>
                </a:lnTo>
                <a:lnTo>
                  <a:pt x="590" y="147"/>
                </a:lnTo>
                <a:lnTo>
                  <a:pt x="590" y="148"/>
                </a:lnTo>
                <a:lnTo>
                  <a:pt x="590" y="149"/>
                </a:lnTo>
                <a:lnTo>
                  <a:pt x="590" y="150"/>
                </a:lnTo>
                <a:lnTo>
                  <a:pt x="591" y="150"/>
                </a:lnTo>
                <a:lnTo>
                  <a:pt x="591" y="149"/>
                </a:lnTo>
                <a:lnTo>
                  <a:pt x="592" y="149"/>
                </a:lnTo>
                <a:lnTo>
                  <a:pt x="592" y="150"/>
                </a:lnTo>
                <a:lnTo>
                  <a:pt x="592" y="149"/>
                </a:lnTo>
                <a:lnTo>
                  <a:pt x="593" y="149"/>
                </a:lnTo>
                <a:lnTo>
                  <a:pt x="593" y="148"/>
                </a:lnTo>
                <a:lnTo>
                  <a:pt x="594" y="148"/>
                </a:lnTo>
                <a:lnTo>
                  <a:pt x="594" y="149"/>
                </a:lnTo>
                <a:lnTo>
                  <a:pt x="595" y="149"/>
                </a:lnTo>
                <a:lnTo>
                  <a:pt x="596" y="149"/>
                </a:lnTo>
                <a:lnTo>
                  <a:pt x="598" y="148"/>
                </a:lnTo>
                <a:lnTo>
                  <a:pt x="599" y="147"/>
                </a:lnTo>
                <a:lnTo>
                  <a:pt x="600" y="147"/>
                </a:lnTo>
                <a:lnTo>
                  <a:pt x="600" y="148"/>
                </a:lnTo>
                <a:lnTo>
                  <a:pt x="600" y="147"/>
                </a:lnTo>
                <a:lnTo>
                  <a:pt x="600" y="146"/>
                </a:lnTo>
                <a:lnTo>
                  <a:pt x="600" y="145"/>
                </a:lnTo>
                <a:lnTo>
                  <a:pt x="600" y="144"/>
                </a:lnTo>
                <a:lnTo>
                  <a:pt x="600" y="143"/>
                </a:lnTo>
                <a:lnTo>
                  <a:pt x="601" y="143"/>
                </a:lnTo>
                <a:lnTo>
                  <a:pt x="601" y="142"/>
                </a:lnTo>
                <a:lnTo>
                  <a:pt x="601" y="141"/>
                </a:lnTo>
                <a:lnTo>
                  <a:pt x="601" y="140"/>
                </a:lnTo>
                <a:lnTo>
                  <a:pt x="601" y="138"/>
                </a:lnTo>
                <a:lnTo>
                  <a:pt x="601" y="137"/>
                </a:lnTo>
                <a:lnTo>
                  <a:pt x="602" y="137"/>
                </a:lnTo>
                <a:lnTo>
                  <a:pt x="603" y="137"/>
                </a:lnTo>
                <a:lnTo>
                  <a:pt x="604" y="137"/>
                </a:lnTo>
                <a:lnTo>
                  <a:pt x="605" y="137"/>
                </a:lnTo>
                <a:lnTo>
                  <a:pt x="605" y="136"/>
                </a:lnTo>
                <a:lnTo>
                  <a:pt x="607" y="135"/>
                </a:lnTo>
                <a:lnTo>
                  <a:pt x="609" y="134"/>
                </a:lnTo>
                <a:lnTo>
                  <a:pt x="610" y="134"/>
                </a:lnTo>
                <a:lnTo>
                  <a:pt x="610" y="133"/>
                </a:lnTo>
                <a:lnTo>
                  <a:pt x="610" y="132"/>
                </a:lnTo>
                <a:lnTo>
                  <a:pt x="612" y="131"/>
                </a:lnTo>
                <a:lnTo>
                  <a:pt x="612" y="130"/>
                </a:lnTo>
                <a:lnTo>
                  <a:pt x="612" y="129"/>
                </a:lnTo>
                <a:lnTo>
                  <a:pt x="613" y="129"/>
                </a:lnTo>
                <a:lnTo>
                  <a:pt x="614" y="129"/>
                </a:lnTo>
                <a:lnTo>
                  <a:pt x="615" y="128"/>
                </a:lnTo>
                <a:lnTo>
                  <a:pt x="615" y="127"/>
                </a:lnTo>
                <a:lnTo>
                  <a:pt x="615" y="126"/>
                </a:lnTo>
                <a:lnTo>
                  <a:pt x="616" y="126"/>
                </a:lnTo>
                <a:lnTo>
                  <a:pt x="617" y="126"/>
                </a:lnTo>
                <a:lnTo>
                  <a:pt x="617" y="127"/>
                </a:lnTo>
                <a:lnTo>
                  <a:pt x="618" y="129"/>
                </a:lnTo>
                <a:lnTo>
                  <a:pt x="620" y="130"/>
                </a:lnTo>
                <a:lnTo>
                  <a:pt x="620" y="131"/>
                </a:lnTo>
                <a:lnTo>
                  <a:pt x="622" y="131"/>
                </a:lnTo>
                <a:lnTo>
                  <a:pt x="623" y="131"/>
                </a:lnTo>
                <a:lnTo>
                  <a:pt x="624" y="131"/>
                </a:lnTo>
                <a:lnTo>
                  <a:pt x="625" y="130"/>
                </a:lnTo>
                <a:lnTo>
                  <a:pt x="625" y="129"/>
                </a:lnTo>
                <a:lnTo>
                  <a:pt x="626" y="128"/>
                </a:lnTo>
                <a:lnTo>
                  <a:pt x="627" y="128"/>
                </a:lnTo>
                <a:lnTo>
                  <a:pt x="628" y="129"/>
                </a:lnTo>
                <a:lnTo>
                  <a:pt x="628" y="130"/>
                </a:lnTo>
                <a:lnTo>
                  <a:pt x="628" y="131"/>
                </a:lnTo>
                <a:lnTo>
                  <a:pt x="629" y="131"/>
                </a:lnTo>
                <a:lnTo>
                  <a:pt x="630" y="131"/>
                </a:lnTo>
                <a:lnTo>
                  <a:pt x="630" y="132"/>
                </a:lnTo>
                <a:lnTo>
                  <a:pt x="629" y="133"/>
                </a:lnTo>
                <a:lnTo>
                  <a:pt x="630" y="134"/>
                </a:lnTo>
                <a:lnTo>
                  <a:pt x="630" y="135"/>
                </a:lnTo>
                <a:lnTo>
                  <a:pt x="629" y="136"/>
                </a:lnTo>
                <a:lnTo>
                  <a:pt x="629" y="137"/>
                </a:lnTo>
                <a:lnTo>
                  <a:pt x="629" y="138"/>
                </a:lnTo>
                <a:lnTo>
                  <a:pt x="631" y="138"/>
                </a:lnTo>
                <a:lnTo>
                  <a:pt x="632" y="138"/>
                </a:lnTo>
                <a:lnTo>
                  <a:pt x="633" y="138"/>
                </a:lnTo>
                <a:lnTo>
                  <a:pt x="634" y="138"/>
                </a:lnTo>
                <a:lnTo>
                  <a:pt x="634" y="139"/>
                </a:lnTo>
                <a:lnTo>
                  <a:pt x="633" y="139"/>
                </a:lnTo>
                <a:lnTo>
                  <a:pt x="634" y="139"/>
                </a:lnTo>
                <a:lnTo>
                  <a:pt x="633" y="141"/>
                </a:lnTo>
                <a:lnTo>
                  <a:pt x="633" y="142"/>
                </a:lnTo>
                <a:lnTo>
                  <a:pt x="632" y="142"/>
                </a:lnTo>
                <a:lnTo>
                  <a:pt x="631" y="142"/>
                </a:lnTo>
                <a:lnTo>
                  <a:pt x="631" y="143"/>
                </a:lnTo>
                <a:lnTo>
                  <a:pt x="631" y="144"/>
                </a:lnTo>
                <a:lnTo>
                  <a:pt x="630" y="145"/>
                </a:lnTo>
                <a:lnTo>
                  <a:pt x="631" y="145"/>
                </a:lnTo>
                <a:lnTo>
                  <a:pt x="631" y="146"/>
                </a:lnTo>
                <a:lnTo>
                  <a:pt x="632" y="147"/>
                </a:lnTo>
                <a:lnTo>
                  <a:pt x="633" y="147"/>
                </a:lnTo>
                <a:lnTo>
                  <a:pt x="633" y="148"/>
                </a:lnTo>
                <a:lnTo>
                  <a:pt x="633" y="149"/>
                </a:lnTo>
                <a:lnTo>
                  <a:pt x="633" y="150"/>
                </a:lnTo>
                <a:lnTo>
                  <a:pt x="632" y="152"/>
                </a:lnTo>
                <a:lnTo>
                  <a:pt x="633" y="153"/>
                </a:lnTo>
                <a:lnTo>
                  <a:pt x="633" y="154"/>
                </a:lnTo>
                <a:lnTo>
                  <a:pt x="632" y="156"/>
                </a:lnTo>
                <a:lnTo>
                  <a:pt x="632" y="157"/>
                </a:lnTo>
                <a:lnTo>
                  <a:pt x="633" y="158"/>
                </a:lnTo>
                <a:lnTo>
                  <a:pt x="634" y="159"/>
                </a:lnTo>
                <a:lnTo>
                  <a:pt x="634" y="160"/>
                </a:lnTo>
                <a:lnTo>
                  <a:pt x="635" y="161"/>
                </a:lnTo>
                <a:lnTo>
                  <a:pt x="635" y="162"/>
                </a:lnTo>
                <a:lnTo>
                  <a:pt x="635" y="163"/>
                </a:lnTo>
                <a:lnTo>
                  <a:pt x="635" y="164"/>
                </a:lnTo>
                <a:lnTo>
                  <a:pt x="634" y="165"/>
                </a:lnTo>
                <a:lnTo>
                  <a:pt x="633" y="167"/>
                </a:lnTo>
                <a:lnTo>
                  <a:pt x="633" y="168"/>
                </a:lnTo>
                <a:lnTo>
                  <a:pt x="633" y="169"/>
                </a:lnTo>
                <a:lnTo>
                  <a:pt x="632" y="169"/>
                </a:lnTo>
                <a:lnTo>
                  <a:pt x="632" y="170"/>
                </a:lnTo>
                <a:lnTo>
                  <a:pt x="632" y="171"/>
                </a:lnTo>
                <a:lnTo>
                  <a:pt x="631" y="171"/>
                </a:lnTo>
                <a:lnTo>
                  <a:pt x="631" y="172"/>
                </a:lnTo>
                <a:lnTo>
                  <a:pt x="630" y="173"/>
                </a:lnTo>
                <a:lnTo>
                  <a:pt x="630" y="174"/>
                </a:lnTo>
                <a:lnTo>
                  <a:pt x="631" y="174"/>
                </a:lnTo>
                <a:lnTo>
                  <a:pt x="632" y="174"/>
                </a:lnTo>
                <a:lnTo>
                  <a:pt x="632" y="175"/>
                </a:lnTo>
                <a:lnTo>
                  <a:pt x="632" y="176"/>
                </a:lnTo>
                <a:lnTo>
                  <a:pt x="634" y="175"/>
                </a:lnTo>
                <a:lnTo>
                  <a:pt x="635" y="175"/>
                </a:lnTo>
                <a:lnTo>
                  <a:pt x="636" y="175"/>
                </a:lnTo>
                <a:lnTo>
                  <a:pt x="636" y="176"/>
                </a:lnTo>
                <a:lnTo>
                  <a:pt x="637" y="176"/>
                </a:lnTo>
                <a:lnTo>
                  <a:pt x="638" y="177"/>
                </a:lnTo>
                <a:lnTo>
                  <a:pt x="638" y="178"/>
                </a:lnTo>
                <a:lnTo>
                  <a:pt x="639" y="178"/>
                </a:lnTo>
                <a:lnTo>
                  <a:pt x="640" y="178"/>
                </a:lnTo>
                <a:lnTo>
                  <a:pt x="641" y="177"/>
                </a:lnTo>
                <a:lnTo>
                  <a:pt x="641" y="178"/>
                </a:lnTo>
                <a:lnTo>
                  <a:pt x="642" y="178"/>
                </a:lnTo>
                <a:lnTo>
                  <a:pt x="643" y="178"/>
                </a:lnTo>
                <a:lnTo>
                  <a:pt x="643" y="177"/>
                </a:lnTo>
                <a:lnTo>
                  <a:pt x="644" y="175"/>
                </a:lnTo>
                <a:lnTo>
                  <a:pt x="644" y="174"/>
                </a:lnTo>
                <a:lnTo>
                  <a:pt x="644" y="173"/>
                </a:lnTo>
                <a:lnTo>
                  <a:pt x="645" y="172"/>
                </a:lnTo>
                <a:lnTo>
                  <a:pt x="646" y="172"/>
                </a:lnTo>
                <a:lnTo>
                  <a:pt x="646" y="173"/>
                </a:lnTo>
                <a:lnTo>
                  <a:pt x="648" y="173"/>
                </a:lnTo>
                <a:lnTo>
                  <a:pt x="649" y="173"/>
                </a:lnTo>
                <a:lnTo>
                  <a:pt x="650" y="172"/>
                </a:lnTo>
                <a:lnTo>
                  <a:pt x="650" y="171"/>
                </a:lnTo>
                <a:lnTo>
                  <a:pt x="649" y="171"/>
                </a:lnTo>
                <a:lnTo>
                  <a:pt x="649" y="170"/>
                </a:lnTo>
                <a:lnTo>
                  <a:pt x="649" y="169"/>
                </a:lnTo>
                <a:lnTo>
                  <a:pt x="650" y="169"/>
                </a:lnTo>
                <a:lnTo>
                  <a:pt x="650" y="168"/>
                </a:lnTo>
                <a:lnTo>
                  <a:pt x="651" y="167"/>
                </a:lnTo>
                <a:lnTo>
                  <a:pt x="651" y="166"/>
                </a:lnTo>
                <a:lnTo>
                  <a:pt x="652" y="165"/>
                </a:lnTo>
                <a:lnTo>
                  <a:pt x="653" y="164"/>
                </a:lnTo>
                <a:lnTo>
                  <a:pt x="654" y="163"/>
                </a:lnTo>
                <a:lnTo>
                  <a:pt x="655" y="163"/>
                </a:lnTo>
                <a:lnTo>
                  <a:pt x="656" y="163"/>
                </a:lnTo>
                <a:lnTo>
                  <a:pt x="657" y="163"/>
                </a:lnTo>
                <a:lnTo>
                  <a:pt x="657" y="164"/>
                </a:lnTo>
                <a:lnTo>
                  <a:pt x="658" y="164"/>
                </a:lnTo>
                <a:lnTo>
                  <a:pt x="660" y="164"/>
                </a:lnTo>
                <a:lnTo>
                  <a:pt x="660" y="163"/>
                </a:lnTo>
                <a:lnTo>
                  <a:pt x="661" y="163"/>
                </a:lnTo>
                <a:lnTo>
                  <a:pt x="662" y="162"/>
                </a:lnTo>
                <a:lnTo>
                  <a:pt x="662" y="163"/>
                </a:lnTo>
                <a:lnTo>
                  <a:pt x="662" y="164"/>
                </a:lnTo>
                <a:lnTo>
                  <a:pt x="664" y="164"/>
                </a:lnTo>
                <a:lnTo>
                  <a:pt x="665" y="164"/>
                </a:lnTo>
                <a:lnTo>
                  <a:pt x="666" y="164"/>
                </a:lnTo>
                <a:lnTo>
                  <a:pt x="667" y="164"/>
                </a:lnTo>
                <a:lnTo>
                  <a:pt x="668" y="164"/>
                </a:lnTo>
                <a:lnTo>
                  <a:pt x="670" y="164"/>
                </a:lnTo>
                <a:lnTo>
                  <a:pt x="670" y="165"/>
                </a:lnTo>
                <a:lnTo>
                  <a:pt x="670" y="166"/>
                </a:lnTo>
                <a:lnTo>
                  <a:pt x="671" y="166"/>
                </a:lnTo>
                <a:lnTo>
                  <a:pt x="672" y="166"/>
                </a:lnTo>
                <a:lnTo>
                  <a:pt x="672" y="165"/>
                </a:lnTo>
                <a:lnTo>
                  <a:pt x="674" y="165"/>
                </a:lnTo>
                <a:lnTo>
                  <a:pt x="675" y="165"/>
                </a:lnTo>
                <a:lnTo>
                  <a:pt x="675" y="166"/>
                </a:lnTo>
                <a:lnTo>
                  <a:pt x="676" y="166"/>
                </a:lnTo>
                <a:lnTo>
                  <a:pt x="676" y="165"/>
                </a:lnTo>
                <a:lnTo>
                  <a:pt x="677" y="165"/>
                </a:lnTo>
                <a:lnTo>
                  <a:pt x="678" y="165"/>
                </a:lnTo>
                <a:lnTo>
                  <a:pt x="679" y="166"/>
                </a:lnTo>
                <a:lnTo>
                  <a:pt x="680" y="166"/>
                </a:lnTo>
                <a:lnTo>
                  <a:pt x="680" y="165"/>
                </a:lnTo>
                <a:lnTo>
                  <a:pt x="681" y="166"/>
                </a:lnTo>
                <a:lnTo>
                  <a:pt x="683" y="167"/>
                </a:lnTo>
                <a:lnTo>
                  <a:pt x="684" y="168"/>
                </a:lnTo>
                <a:lnTo>
                  <a:pt x="683" y="169"/>
                </a:lnTo>
                <a:lnTo>
                  <a:pt x="682" y="169"/>
                </a:lnTo>
                <a:lnTo>
                  <a:pt x="681" y="169"/>
                </a:lnTo>
                <a:lnTo>
                  <a:pt x="680" y="169"/>
                </a:lnTo>
                <a:lnTo>
                  <a:pt x="679" y="169"/>
                </a:lnTo>
                <a:lnTo>
                  <a:pt x="678" y="170"/>
                </a:lnTo>
                <a:lnTo>
                  <a:pt x="677" y="172"/>
                </a:lnTo>
                <a:lnTo>
                  <a:pt x="677" y="173"/>
                </a:lnTo>
                <a:lnTo>
                  <a:pt x="676" y="173"/>
                </a:lnTo>
                <a:lnTo>
                  <a:pt x="676" y="174"/>
                </a:lnTo>
                <a:lnTo>
                  <a:pt x="676" y="175"/>
                </a:lnTo>
                <a:lnTo>
                  <a:pt x="677" y="176"/>
                </a:lnTo>
                <a:lnTo>
                  <a:pt x="677" y="177"/>
                </a:lnTo>
                <a:lnTo>
                  <a:pt x="677" y="178"/>
                </a:lnTo>
                <a:lnTo>
                  <a:pt x="676" y="178"/>
                </a:lnTo>
                <a:lnTo>
                  <a:pt x="675" y="178"/>
                </a:lnTo>
                <a:lnTo>
                  <a:pt x="675" y="179"/>
                </a:lnTo>
                <a:lnTo>
                  <a:pt x="676" y="180"/>
                </a:lnTo>
                <a:lnTo>
                  <a:pt x="676" y="181"/>
                </a:lnTo>
                <a:lnTo>
                  <a:pt x="676" y="182"/>
                </a:lnTo>
                <a:lnTo>
                  <a:pt x="676" y="183"/>
                </a:lnTo>
                <a:lnTo>
                  <a:pt x="677" y="183"/>
                </a:lnTo>
                <a:lnTo>
                  <a:pt x="677" y="184"/>
                </a:lnTo>
                <a:lnTo>
                  <a:pt x="678" y="184"/>
                </a:lnTo>
                <a:lnTo>
                  <a:pt x="679" y="184"/>
                </a:lnTo>
                <a:lnTo>
                  <a:pt x="679" y="185"/>
                </a:lnTo>
                <a:lnTo>
                  <a:pt x="680" y="186"/>
                </a:lnTo>
                <a:lnTo>
                  <a:pt x="680" y="187"/>
                </a:lnTo>
                <a:lnTo>
                  <a:pt x="681" y="187"/>
                </a:lnTo>
                <a:lnTo>
                  <a:pt x="682" y="189"/>
                </a:lnTo>
                <a:lnTo>
                  <a:pt x="682" y="190"/>
                </a:lnTo>
                <a:lnTo>
                  <a:pt x="682" y="191"/>
                </a:lnTo>
                <a:lnTo>
                  <a:pt x="682" y="192"/>
                </a:lnTo>
                <a:lnTo>
                  <a:pt x="682" y="193"/>
                </a:lnTo>
                <a:lnTo>
                  <a:pt x="681" y="193"/>
                </a:lnTo>
                <a:lnTo>
                  <a:pt x="680" y="194"/>
                </a:lnTo>
                <a:lnTo>
                  <a:pt x="680" y="195"/>
                </a:lnTo>
                <a:lnTo>
                  <a:pt x="680" y="196"/>
                </a:lnTo>
                <a:lnTo>
                  <a:pt x="681" y="197"/>
                </a:lnTo>
                <a:lnTo>
                  <a:pt x="682" y="198"/>
                </a:lnTo>
                <a:lnTo>
                  <a:pt x="683" y="198"/>
                </a:lnTo>
                <a:lnTo>
                  <a:pt x="684" y="199"/>
                </a:lnTo>
                <a:lnTo>
                  <a:pt x="684" y="200"/>
                </a:lnTo>
                <a:lnTo>
                  <a:pt x="685" y="201"/>
                </a:lnTo>
                <a:lnTo>
                  <a:pt x="685" y="202"/>
                </a:lnTo>
                <a:lnTo>
                  <a:pt x="685" y="203"/>
                </a:lnTo>
                <a:lnTo>
                  <a:pt x="686" y="204"/>
                </a:lnTo>
                <a:lnTo>
                  <a:pt x="687" y="204"/>
                </a:lnTo>
                <a:lnTo>
                  <a:pt x="687" y="206"/>
                </a:lnTo>
                <a:lnTo>
                  <a:pt x="687" y="209"/>
                </a:lnTo>
                <a:lnTo>
                  <a:pt x="686" y="209"/>
                </a:lnTo>
                <a:lnTo>
                  <a:pt x="686" y="210"/>
                </a:lnTo>
                <a:lnTo>
                  <a:pt x="686" y="211"/>
                </a:lnTo>
                <a:lnTo>
                  <a:pt x="685" y="211"/>
                </a:lnTo>
                <a:lnTo>
                  <a:pt x="684" y="212"/>
                </a:lnTo>
                <a:lnTo>
                  <a:pt x="684" y="213"/>
                </a:lnTo>
                <a:lnTo>
                  <a:pt x="684" y="214"/>
                </a:lnTo>
                <a:lnTo>
                  <a:pt x="684" y="213"/>
                </a:lnTo>
                <a:lnTo>
                  <a:pt x="683" y="213"/>
                </a:lnTo>
                <a:lnTo>
                  <a:pt x="683" y="214"/>
                </a:lnTo>
                <a:lnTo>
                  <a:pt x="682" y="214"/>
                </a:lnTo>
                <a:lnTo>
                  <a:pt x="682" y="215"/>
                </a:lnTo>
                <a:lnTo>
                  <a:pt x="681" y="215"/>
                </a:lnTo>
                <a:lnTo>
                  <a:pt x="680" y="216"/>
                </a:lnTo>
                <a:lnTo>
                  <a:pt x="680" y="217"/>
                </a:lnTo>
                <a:lnTo>
                  <a:pt x="680" y="218"/>
                </a:lnTo>
                <a:lnTo>
                  <a:pt x="679" y="218"/>
                </a:lnTo>
                <a:lnTo>
                  <a:pt x="679" y="217"/>
                </a:lnTo>
                <a:lnTo>
                  <a:pt x="678" y="217"/>
                </a:lnTo>
                <a:lnTo>
                  <a:pt x="677" y="217"/>
                </a:lnTo>
                <a:lnTo>
                  <a:pt x="677" y="218"/>
                </a:lnTo>
                <a:lnTo>
                  <a:pt x="676" y="219"/>
                </a:lnTo>
                <a:lnTo>
                  <a:pt x="676" y="220"/>
                </a:lnTo>
                <a:lnTo>
                  <a:pt x="675" y="220"/>
                </a:lnTo>
                <a:lnTo>
                  <a:pt x="674" y="220"/>
                </a:lnTo>
                <a:lnTo>
                  <a:pt x="674" y="221"/>
                </a:lnTo>
                <a:lnTo>
                  <a:pt x="672" y="221"/>
                </a:lnTo>
                <a:lnTo>
                  <a:pt x="671" y="221"/>
                </a:lnTo>
                <a:lnTo>
                  <a:pt x="671" y="220"/>
                </a:lnTo>
                <a:lnTo>
                  <a:pt x="670" y="221"/>
                </a:lnTo>
                <a:lnTo>
                  <a:pt x="670" y="222"/>
                </a:lnTo>
                <a:lnTo>
                  <a:pt x="670" y="223"/>
                </a:lnTo>
                <a:lnTo>
                  <a:pt x="670" y="225"/>
                </a:lnTo>
                <a:lnTo>
                  <a:pt x="670" y="226"/>
                </a:lnTo>
                <a:lnTo>
                  <a:pt x="671" y="226"/>
                </a:lnTo>
                <a:lnTo>
                  <a:pt x="671" y="227"/>
                </a:lnTo>
                <a:lnTo>
                  <a:pt x="671" y="228"/>
                </a:lnTo>
                <a:lnTo>
                  <a:pt x="671" y="230"/>
                </a:lnTo>
                <a:lnTo>
                  <a:pt x="671" y="231"/>
                </a:lnTo>
                <a:lnTo>
                  <a:pt x="671" y="232"/>
                </a:lnTo>
                <a:lnTo>
                  <a:pt x="671" y="233"/>
                </a:lnTo>
                <a:lnTo>
                  <a:pt x="671" y="234"/>
                </a:lnTo>
                <a:lnTo>
                  <a:pt x="672" y="236"/>
                </a:lnTo>
                <a:lnTo>
                  <a:pt x="672" y="237"/>
                </a:lnTo>
                <a:lnTo>
                  <a:pt x="673" y="238"/>
                </a:lnTo>
                <a:lnTo>
                  <a:pt x="673" y="239"/>
                </a:lnTo>
                <a:lnTo>
                  <a:pt x="674" y="239"/>
                </a:lnTo>
                <a:lnTo>
                  <a:pt x="674" y="240"/>
                </a:lnTo>
                <a:lnTo>
                  <a:pt x="675" y="242"/>
                </a:lnTo>
                <a:lnTo>
                  <a:pt x="674" y="242"/>
                </a:lnTo>
                <a:lnTo>
                  <a:pt x="675" y="243"/>
                </a:lnTo>
                <a:lnTo>
                  <a:pt x="675" y="244"/>
                </a:lnTo>
                <a:lnTo>
                  <a:pt x="676" y="244"/>
                </a:lnTo>
                <a:lnTo>
                  <a:pt x="675" y="244"/>
                </a:lnTo>
                <a:lnTo>
                  <a:pt x="676" y="245"/>
                </a:lnTo>
                <a:lnTo>
                  <a:pt x="676" y="246"/>
                </a:lnTo>
                <a:lnTo>
                  <a:pt x="675" y="247"/>
                </a:lnTo>
                <a:lnTo>
                  <a:pt x="674" y="248"/>
                </a:lnTo>
                <a:lnTo>
                  <a:pt x="675" y="248"/>
                </a:lnTo>
                <a:lnTo>
                  <a:pt x="674" y="248"/>
                </a:lnTo>
                <a:lnTo>
                  <a:pt x="674" y="249"/>
                </a:lnTo>
                <a:lnTo>
                  <a:pt x="673" y="249"/>
                </a:lnTo>
                <a:lnTo>
                  <a:pt x="672" y="249"/>
                </a:lnTo>
                <a:lnTo>
                  <a:pt x="671" y="250"/>
                </a:lnTo>
                <a:lnTo>
                  <a:pt x="670" y="250"/>
                </a:lnTo>
                <a:lnTo>
                  <a:pt x="669" y="249"/>
                </a:lnTo>
                <a:lnTo>
                  <a:pt x="668" y="249"/>
                </a:lnTo>
                <a:lnTo>
                  <a:pt x="668" y="250"/>
                </a:lnTo>
                <a:lnTo>
                  <a:pt x="668" y="251"/>
                </a:lnTo>
                <a:lnTo>
                  <a:pt x="669" y="251"/>
                </a:lnTo>
                <a:lnTo>
                  <a:pt x="669" y="252"/>
                </a:lnTo>
                <a:lnTo>
                  <a:pt x="668" y="253"/>
                </a:lnTo>
                <a:lnTo>
                  <a:pt x="667" y="253"/>
                </a:lnTo>
                <a:lnTo>
                  <a:pt x="666" y="253"/>
                </a:lnTo>
                <a:lnTo>
                  <a:pt x="665" y="253"/>
                </a:lnTo>
                <a:lnTo>
                  <a:pt x="664" y="255"/>
                </a:lnTo>
                <a:lnTo>
                  <a:pt x="665" y="256"/>
                </a:lnTo>
                <a:lnTo>
                  <a:pt x="665" y="257"/>
                </a:lnTo>
                <a:lnTo>
                  <a:pt x="666" y="257"/>
                </a:lnTo>
                <a:lnTo>
                  <a:pt x="665" y="257"/>
                </a:lnTo>
                <a:lnTo>
                  <a:pt x="665" y="258"/>
                </a:lnTo>
                <a:lnTo>
                  <a:pt x="665" y="260"/>
                </a:lnTo>
                <a:lnTo>
                  <a:pt x="666" y="261"/>
                </a:lnTo>
                <a:lnTo>
                  <a:pt x="665" y="261"/>
                </a:lnTo>
                <a:lnTo>
                  <a:pt x="664" y="262"/>
                </a:lnTo>
                <a:lnTo>
                  <a:pt x="664" y="263"/>
                </a:lnTo>
                <a:lnTo>
                  <a:pt x="665" y="263"/>
                </a:lnTo>
                <a:lnTo>
                  <a:pt x="664" y="263"/>
                </a:lnTo>
                <a:lnTo>
                  <a:pt x="664" y="264"/>
                </a:lnTo>
                <a:lnTo>
                  <a:pt x="664" y="263"/>
                </a:lnTo>
                <a:lnTo>
                  <a:pt x="663" y="263"/>
                </a:lnTo>
                <a:lnTo>
                  <a:pt x="661" y="263"/>
                </a:lnTo>
                <a:lnTo>
                  <a:pt x="660" y="263"/>
                </a:lnTo>
                <a:lnTo>
                  <a:pt x="659" y="263"/>
                </a:lnTo>
                <a:lnTo>
                  <a:pt x="659" y="262"/>
                </a:lnTo>
                <a:lnTo>
                  <a:pt x="658" y="262"/>
                </a:lnTo>
                <a:lnTo>
                  <a:pt x="657" y="262"/>
                </a:lnTo>
                <a:lnTo>
                  <a:pt x="656" y="262"/>
                </a:lnTo>
                <a:lnTo>
                  <a:pt x="656" y="261"/>
                </a:lnTo>
                <a:lnTo>
                  <a:pt x="656" y="260"/>
                </a:lnTo>
                <a:lnTo>
                  <a:pt x="655" y="260"/>
                </a:lnTo>
                <a:lnTo>
                  <a:pt x="654" y="260"/>
                </a:lnTo>
                <a:lnTo>
                  <a:pt x="654" y="261"/>
                </a:lnTo>
                <a:lnTo>
                  <a:pt x="654" y="262"/>
                </a:lnTo>
                <a:lnTo>
                  <a:pt x="654" y="263"/>
                </a:lnTo>
                <a:lnTo>
                  <a:pt x="654" y="262"/>
                </a:lnTo>
                <a:lnTo>
                  <a:pt x="653" y="262"/>
                </a:lnTo>
                <a:lnTo>
                  <a:pt x="652" y="262"/>
                </a:lnTo>
                <a:lnTo>
                  <a:pt x="652" y="261"/>
                </a:lnTo>
                <a:lnTo>
                  <a:pt x="651" y="261"/>
                </a:lnTo>
                <a:lnTo>
                  <a:pt x="650" y="261"/>
                </a:lnTo>
                <a:lnTo>
                  <a:pt x="650" y="262"/>
                </a:lnTo>
                <a:lnTo>
                  <a:pt x="650" y="263"/>
                </a:lnTo>
                <a:lnTo>
                  <a:pt x="649" y="265"/>
                </a:lnTo>
                <a:lnTo>
                  <a:pt x="648" y="265"/>
                </a:lnTo>
                <a:lnTo>
                  <a:pt x="648" y="270"/>
                </a:lnTo>
                <a:lnTo>
                  <a:pt x="648" y="271"/>
                </a:lnTo>
                <a:lnTo>
                  <a:pt x="647" y="271"/>
                </a:lnTo>
                <a:lnTo>
                  <a:pt x="647" y="272"/>
                </a:lnTo>
                <a:lnTo>
                  <a:pt x="648" y="272"/>
                </a:lnTo>
                <a:lnTo>
                  <a:pt x="649" y="273"/>
                </a:lnTo>
                <a:lnTo>
                  <a:pt x="649" y="272"/>
                </a:lnTo>
                <a:lnTo>
                  <a:pt x="650" y="272"/>
                </a:lnTo>
                <a:lnTo>
                  <a:pt x="651" y="272"/>
                </a:lnTo>
                <a:lnTo>
                  <a:pt x="651" y="273"/>
                </a:lnTo>
                <a:lnTo>
                  <a:pt x="651" y="274"/>
                </a:lnTo>
                <a:lnTo>
                  <a:pt x="650" y="275"/>
                </a:lnTo>
                <a:lnTo>
                  <a:pt x="649" y="275"/>
                </a:lnTo>
                <a:lnTo>
                  <a:pt x="649" y="276"/>
                </a:lnTo>
                <a:lnTo>
                  <a:pt x="649" y="277"/>
                </a:lnTo>
                <a:lnTo>
                  <a:pt x="648" y="277"/>
                </a:lnTo>
                <a:lnTo>
                  <a:pt x="647" y="279"/>
                </a:lnTo>
                <a:lnTo>
                  <a:pt x="647" y="280"/>
                </a:lnTo>
                <a:lnTo>
                  <a:pt x="647" y="281"/>
                </a:lnTo>
                <a:lnTo>
                  <a:pt x="646" y="281"/>
                </a:lnTo>
                <a:lnTo>
                  <a:pt x="646" y="280"/>
                </a:lnTo>
                <a:lnTo>
                  <a:pt x="645" y="280"/>
                </a:lnTo>
                <a:lnTo>
                  <a:pt x="644" y="280"/>
                </a:lnTo>
                <a:lnTo>
                  <a:pt x="643" y="280"/>
                </a:lnTo>
                <a:lnTo>
                  <a:pt x="643" y="281"/>
                </a:lnTo>
                <a:lnTo>
                  <a:pt x="642" y="281"/>
                </a:lnTo>
                <a:lnTo>
                  <a:pt x="641" y="281"/>
                </a:lnTo>
                <a:lnTo>
                  <a:pt x="642" y="281"/>
                </a:lnTo>
                <a:lnTo>
                  <a:pt x="641" y="280"/>
                </a:lnTo>
                <a:lnTo>
                  <a:pt x="641" y="281"/>
                </a:lnTo>
                <a:lnTo>
                  <a:pt x="640" y="281"/>
                </a:lnTo>
                <a:lnTo>
                  <a:pt x="639" y="282"/>
                </a:lnTo>
                <a:lnTo>
                  <a:pt x="638" y="282"/>
                </a:lnTo>
                <a:lnTo>
                  <a:pt x="637" y="282"/>
                </a:lnTo>
                <a:lnTo>
                  <a:pt x="635" y="282"/>
                </a:lnTo>
                <a:lnTo>
                  <a:pt x="635" y="284"/>
                </a:lnTo>
                <a:lnTo>
                  <a:pt x="635" y="285"/>
                </a:lnTo>
                <a:lnTo>
                  <a:pt x="635" y="286"/>
                </a:lnTo>
                <a:lnTo>
                  <a:pt x="636" y="288"/>
                </a:lnTo>
                <a:lnTo>
                  <a:pt x="635" y="288"/>
                </a:lnTo>
                <a:lnTo>
                  <a:pt x="635" y="289"/>
                </a:lnTo>
                <a:lnTo>
                  <a:pt x="634" y="290"/>
                </a:lnTo>
                <a:lnTo>
                  <a:pt x="634" y="291"/>
                </a:lnTo>
                <a:lnTo>
                  <a:pt x="634" y="292"/>
                </a:lnTo>
                <a:lnTo>
                  <a:pt x="634" y="293"/>
                </a:lnTo>
                <a:lnTo>
                  <a:pt x="633" y="293"/>
                </a:lnTo>
                <a:lnTo>
                  <a:pt x="633" y="294"/>
                </a:lnTo>
                <a:lnTo>
                  <a:pt x="633" y="295"/>
                </a:lnTo>
                <a:lnTo>
                  <a:pt x="632" y="295"/>
                </a:lnTo>
                <a:lnTo>
                  <a:pt x="632" y="296"/>
                </a:lnTo>
                <a:lnTo>
                  <a:pt x="631" y="297"/>
                </a:lnTo>
                <a:lnTo>
                  <a:pt x="630" y="297"/>
                </a:lnTo>
                <a:lnTo>
                  <a:pt x="630" y="298"/>
                </a:lnTo>
                <a:lnTo>
                  <a:pt x="629" y="298"/>
                </a:lnTo>
                <a:lnTo>
                  <a:pt x="628" y="298"/>
                </a:lnTo>
                <a:lnTo>
                  <a:pt x="627" y="298"/>
                </a:lnTo>
                <a:lnTo>
                  <a:pt x="627" y="299"/>
                </a:lnTo>
                <a:lnTo>
                  <a:pt x="627" y="300"/>
                </a:lnTo>
                <a:lnTo>
                  <a:pt x="627" y="301"/>
                </a:lnTo>
                <a:lnTo>
                  <a:pt x="627" y="302"/>
                </a:lnTo>
                <a:lnTo>
                  <a:pt x="626" y="302"/>
                </a:lnTo>
                <a:lnTo>
                  <a:pt x="626" y="304"/>
                </a:lnTo>
                <a:lnTo>
                  <a:pt x="626" y="305"/>
                </a:lnTo>
                <a:lnTo>
                  <a:pt x="627" y="306"/>
                </a:lnTo>
                <a:lnTo>
                  <a:pt x="627" y="307"/>
                </a:lnTo>
                <a:lnTo>
                  <a:pt x="626" y="307"/>
                </a:lnTo>
                <a:lnTo>
                  <a:pt x="626" y="308"/>
                </a:lnTo>
                <a:lnTo>
                  <a:pt x="625" y="308"/>
                </a:lnTo>
                <a:lnTo>
                  <a:pt x="625" y="309"/>
                </a:lnTo>
                <a:lnTo>
                  <a:pt x="625" y="310"/>
                </a:lnTo>
                <a:lnTo>
                  <a:pt x="624" y="310"/>
                </a:lnTo>
                <a:lnTo>
                  <a:pt x="624" y="311"/>
                </a:lnTo>
                <a:lnTo>
                  <a:pt x="624" y="312"/>
                </a:lnTo>
                <a:lnTo>
                  <a:pt x="624" y="313"/>
                </a:lnTo>
                <a:lnTo>
                  <a:pt x="625" y="313"/>
                </a:lnTo>
                <a:lnTo>
                  <a:pt x="625" y="314"/>
                </a:lnTo>
                <a:lnTo>
                  <a:pt x="625" y="315"/>
                </a:lnTo>
                <a:lnTo>
                  <a:pt x="624" y="316"/>
                </a:lnTo>
                <a:lnTo>
                  <a:pt x="623" y="316"/>
                </a:lnTo>
                <a:lnTo>
                  <a:pt x="623" y="317"/>
                </a:lnTo>
                <a:lnTo>
                  <a:pt x="623" y="318"/>
                </a:lnTo>
                <a:lnTo>
                  <a:pt x="623" y="319"/>
                </a:lnTo>
                <a:lnTo>
                  <a:pt x="624" y="319"/>
                </a:lnTo>
                <a:lnTo>
                  <a:pt x="624" y="318"/>
                </a:lnTo>
                <a:lnTo>
                  <a:pt x="624" y="319"/>
                </a:lnTo>
                <a:lnTo>
                  <a:pt x="625" y="319"/>
                </a:lnTo>
                <a:lnTo>
                  <a:pt x="625" y="320"/>
                </a:lnTo>
                <a:lnTo>
                  <a:pt x="625" y="321"/>
                </a:lnTo>
                <a:lnTo>
                  <a:pt x="624" y="321"/>
                </a:lnTo>
                <a:lnTo>
                  <a:pt x="624" y="322"/>
                </a:lnTo>
                <a:lnTo>
                  <a:pt x="625" y="322"/>
                </a:lnTo>
                <a:lnTo>
                  <a:pt x="625" y="323"/>
                </a:lnTo>
                <a:lnTo>
                  <a:pt x="625" y="324"/>
                </a:lnTo>
                <a:lnTo>
                  <a:pt x="626" y="324"/>
                </a:lnTo>
                <a:lnTo>
                  <a:pt x="626" y="325"/>
                </a:lnTo>
                <a:lnTo>
                  <a:pt x="626" y="326"/>
                </a:lnTo>
                <a:lnTo>
                  <a:pt x="626" y="327"/>
                </a:lnTo>
                <a:lnTo>
                  <a:pt x="626" y="328"/>
                </a:lnTo>
                <a:lnTo>
                  <a:pt x="626" y="329"/>
                </a:lnTo>
                <a:lnTo>
                  <a:pt x="627" y="329"/>
                </a:lnTo>
                <a:lnTo>
                  <a:pt x="627" y="330"/>
                </a:lnTo>
                <a:lnTo>
                  <a:pt x="626" y="330"/>
                </a:lnTo>
                <a:lnTo>
                  <a:pt x="625" y="331"/>
                </a:lnTo>
                <a:lnTo>
                  <a:pt x="625" y="332"/>
                </a:lnTo>
                <a:lnTo>
                  <a:pt x="625" y="333"/>
                </a:lnTo>
                <a:lnTo>
                  <a:pt x="626" y="333"/>
                </a:lnTo>
                <a:lnTo>
                  <a:pt x="625" y="334"/>
                </a:lnTo>
                <a:lnTo>
                  <a:pt x="625" y="335"/>
                </a:lnTo>
                <a:lnTo>
                  <a:pt x="625" y="336"/>
                </a:lnTo>
                <a:lnTo>
                  <a:pt x="625" y="337"/>
                </a:lnTo>
                <a:lnTo>
                  <a:pt x="625" y="338"/>
                </a:lnTo>
                <a:lnTo>
                  <a:pt x="626" y="339"/>
                </a:lnTo>
                <a:lnTo>
                  <a:pt x="627" y="339"/>
                </a:lnTo>
                <a:lnTo>
                  <a:pt x="628" y="339"/>
                </a:lnTo>
                <a:lnTo>
                  <a:pt x="629" y="339"/>
                </a:lnTo>
                <a:lnTo>
                  <a:pt x="630" y="339"/>
                </a:lnTo>
                <a:lnTo>
                  <a:pt x="630" y="340"/>
                </a:lnTo>
                <a:lnTo>
                  <a:pt x="630" y="341"/>
                </a:lnTo>
                <a:lnTo>
                  <a:pt x="630" y="342"/>
                </a:lnTo>
                <a:lnTo>
                  <a:pt x="630" y="343"/>
                </a:lnTo>
                <a:lnTo>
                  <a:pt x="629" y="343"/>
                </a:lnTo>
                <a:lnTo>
                  <a:pt x="629" y="344"/>
                </a:lnTo>
                <a:lnTo>
                  <a:pt x="628" y="344"/>
                </a:lnTo>
                <a:lnTo>
                  <a:pt x="628" y="345"/>
                </a:lnTo>
                <a:lnTo>
                  <a:pt x="627" y="345"/>
                </a:lnTo>
                <a:lnTo>
                  <a:pt x="626" y="345"/>
                </a:lnTo>
                <a:lnTo>
                  <a:pt x="626" y="346"/>
                </a:lnTo>
                <a:lnTo>
                  <a:pt x="627" y="346"/>
                </a:lnTo>
                <a:lnTo>
                  <a:pt x="627" y="347"/>
                </a:lnTo>
                <a:lnTo>
                  <a:pt x="628" y="347"/>
                </a:lnTo>
                <a:lnTo>
                  <a:pt x="627" y="348"/>
                </a:lnTo>
                <a:lnTo>
                  <a:pt x="626" y="348"/>
                </a:lnTo>
                <a:lnTo>
                  <a:pt x="625" y="349"/>
                </a:lnTo>
                <a:lnTo>
                  <a:pt x="624" y="349"/>
                </a:lnTo>
                <a:lnTo>
                  <a:pt x="624" y="350"/>
                </a:lnTo>
                <a:lnTo>
                  <a:pt x="624" y="351"/>
                </a:lnTo>
                <a:lnTo>
                  <a:pt x="625" y="352"/>
                </a:lnTo>
                <a:lnTo>
                  <a:pt x="625" y="353"/>
                </a:lnTo>
                <a:lnTo>
                  <a:pt x="625" y="354"/>
                </a:lnTo>
                <a:lnTo>
                  <a:pt x="625" y="355"/>
                </a:lnTo>
                <a:lnTo>
                  <a:pt x="624" y="356"/>
                </a:lnTo>
                <a:lnTo>
                  <a:pt x="624" y="357"/>
                </a:lnTo>
                <a:lnTo>
                  <a:pt x="623" y="358"/>
                </a:lnTo>
                <a:lnTo>
                  <a:pt x="622" y="359"/>
                </a:lnTo>
                <a:lnTo>
                  <a:pt x="621" y="360"/>
                </a:lnTo>
                <a:lnTo>
                  <a:pt x="621" y="361"/>
                </a:lnTo>
                <a:lnTo>
                  <a:pt x="620" y="361"/>
                </a:lnTo>
                <a:lnTo>
                  <a:pt x="619" y="362"/>
                </a:lnTo>
                <a:lnTo>
                  <a:pt x="619" y="363"/>
                </a:lnTo>
                <a:lnTo>
                  <a:pt x="618" y="363"/>
                </a:lnTo>
                <a:lnTo>
                  <a:pt x="618" y="364"/>
                </a:lnTo>
                <a:lnTo>
                  <a:pt x="617" y="365"/>
                </a:lnTo>
                <a:lnTo>
                  <a:pt x="617" y="366"/>
                </a:lnTo>
                <a:lnTo>
                  <a:pt x="616" y="366"/>
                </a:lnTo>
                <a:lnTo>
                  <a:pt x="616" y="367"/>
                </a:lnTo>
                <a:lnTo>
                  <a:pt x="616" y="368"/>
                </a:lnTo>
                <a:lnTo>
                  <a:pt x="615" y="368"/>
                </a:lnTo>
                <a:lnTo>
                  <a:pt x="615" y="367"/>
                </a:lnTo>
                <a:lnTo>
                  <a:pt x="614" y="367"/>
                </a:lnTo>
                <a:lnTo>
                  <a:pt x="614" y="368"/>
                </a:lnTo>
                <a:lnTo>
                  <a:pt x="613" y="368"/>
                </a:lnTo>
                <a:lnTo>
                  <a:pt x="613" y="369"/>
                </a:lnTo>
                <a:lnTo>
                  <a:pt x="613" y="370"/>
                </a:lnTo>
                <a:lnTo>
                  <a:pt x="612" y="370"/>
                </a:lnTo>
                <a:lnTo>
                  <a:pt x="612" y="371"/>
                </a:lnTo>
                <a:lnTo>
                  <a:pt x="611" y="372"/>
                </a:lnTo>
                <a:lnTo>
                  <a:pt x="610" y="372"/>
                </a:lnTo>
                <a:lnTo>
                  <a:pt x="610" y="371"/>
                </a:lnTo>
                <a:lnTo>
                  <a:pt x="610" y="372"/>
                </a:lnTo>
                <a:lnTo>
                  <a:pt x="610" y="373"/>
                </a:lnTo>
                <a:lnTo>
                  <a:pt x="609" y="373"/>
                </a:lnTo>
                <a:lnTo>
                  <a:pt x="608" y="373"/>
                </a:lnTo>
                <a:lnTo>
                  <a:pt x="607" y="373"/>
                </a:lnTo>
                <a:lnTo>
                  <a:pt x="607" y="372"/>
                </a:lnTo>
                <a:lnTo>
                  <a:pt x="606" y="373"/>
                </a:lnTo>
                <a:lnTo>
                  <a:pt x="605" y="373"/>
                </a:lnTo>
                <a:lnTo>
                  <a:pt x="605" y="372"/>
                </a:lnTo>
                <a:lnTo>
                  <a:pt x="605" y="373"/>
                </a:lnTo>
                <a:lnTo>
                  <a:pt x="604" y="373"/>
                </a:lnTo>
                <a:lnTo>
                  <a:pt x="603" y="373"/>
                </a:lnTo>
                <a:lnTo>
                  <a:pt x="602" y="372"/>
                </a:lnTo>
                <a:lnTo>
                  <a:pt x="601" y="373"/>
                </a:lnTo>
                <a:lnTo>
                  <a:pt x="600" y="372"/>
                </a:lnTo>
                <a:lnTo>
                  <a:pt x="600" y="373"/>
                </a:lnTo>
                <a:lnTo>
                  <a:pt x="599" y="374"/>
                </a:lnTo>
                <a:lnTo>
                  <a:pt x="597" y="374"/>
                </a:lnTo>
                <a:lnTo>
                  <a:pt x="596" y="374"/>
                </a:lnTo>
                <a:lnTo>
                  <a:pt x="597" y="375"/>
                </a:lnTo>
                <a:lnTo>
                  <a:pt x="598" y="375"/>
                </a:lnTo>
                <a:lnTo>
                  <a:pt x="599" y="376"/>
                </a:lnTo>
                <a:lnTo>
                  <a:pt x="599" y="377"/>
                </a:lnTo>
                <a:lnTo>
                  <a:pt x="599" y="378"/>
                </a:lnTo>
                <a:lnTo>
                  <a:pt x="599" y="379"/>
                </a:lnTo>
                <a:lnTo>
                  <a:pt x="598" y="379"/>
                </a:lnTo>
                <a:lnTo>
                  <a:pt x="598" y="380"/>
                </a:lnTo>
                <a:lnTo>
                  <a:pt x="597" y="380"/>
                </a:lnTo>
                <a:lnTo>
                  <a:pt x="597" y="381"/>
                </a:lnTo>
                <a:lnTo>
                  <a:pt x="596" y="382"/>
                </a:lnTo>
                <a:lnTo>
                  <a:pt x="595" y="382"/>
                </a:lnTo>
                <a:lnTo>
                  <a:pt x="594" y="382"/>
                </a:lnTo>
                <a:lnTo>
                  <a:pt x="592" y="382"/>
                </a:lnTo>
                <a:lnTo>
                  <a:pt x="592" y="383"/>
                </a:lnTo>
                <a:lnTo>
                  <a:pt x="591" y="383"/>
                </a:lnTo>
                <a:lnTo>
                  <a:pt x="591" y="384"/>
                </a:lnTo>
                <a:lnTo>
                  <a:pt x="590" y="383"/>
                </a:lnTo>
                <a:lnTo>
                  <a:pt x="590" y="382"/>
                </a:lnTo>
                <a:lnTo>
                  <a:pt x="589" y="383"/>
                </a:lnTo>
                <a:lnTo>
                  <a:pt x="588" y="383"/>
                </a:lnTo>
                <a:lnTo>
                  <a:pt x="588" y="384"/>
                </a:lnTo>
                <a:lnTo>
                  <a:pt x="588" y="385"/>
                </a:lnTo>
                <a:lnTo>
                  <a:pt x="587" y="386"/>
                </a:lnTo>
                <a:lnTo>
                  <a:pt x="586" y="386"/>
                </a:lnTo>
                <a:lnTo>
                  <a:pt x="585" y="386"/>
                </a:lnTo>
                <a:lnTo>
                  <a:pt x="584" y="386"/>
                </a:lnTo>
                <a:lnTo>
                  <a:pt x="583" y="386"/>
                </a:lnTo>
                <a:lnTo>
                  <a:pt x="582" y="385"/>
                </a:lnTo>
                <a:lnTo>
                  <a:pt x="582" y="386"/>
                </a:lnTo>
                <a:lnTo>
                  <a:pt x="582" y="387"/>
                </a:lnTo>
                <a:lnTo>
                  <a:pt x="582" y="388"/>
                </a:lnTo>
                <a:lnTo>
                  <a:pt x="581" y="389"/>
                </a:lnTo>
                <a:lnTo>
                  <a:pt x="580" y="389"/>
                </a:lnTo>
                <a:lnTo>
                  <a:pt x="580" y="388"/>
                </a:lnTo>
                <a:lnTo>
                  <a:pt x="579" y="388"/>
                </a:lnTo>
                <a:lnTo>
                  <a:pt x="578" y="389"/>
                </a:lnTo>
                <a:lnTo>
                  <a:pt x="577" y="388"/>
                </a:lnTo>
                <a:lnTo>
                  <a:pt x="576" y="388"/>
                </a:lnTo>
                <a:lnTo>
                  <a:pt x="576" y="389"/>
                </a:lnTo>
                <a:lnTo>
                  <a:pt x="575" y="389"/>
                </a:lnTo>
                <a:lnTo>
                  <a:pt x="574" y="389"/>
                </a:lnTo>
                <a:lnTo>
                  <a:pt x="574" y="390"/>
                </a:lnTo>
                <a:lnTo>
                  <a:pt x="574" y="391"/>
                </a:lnTo>
                <a:lnTo>
                  <a:pt x="573" y="391"/>
                </a:lnTo>
                <a:lnTo>
                  <a:pt x="573" y="390"/>
                </a:lnTo>
                <a:lnTo>
                  <a:pt x="571" y="388"/>
                </a:lnTo>
                <a:lnTo>
                  <a:pt x="570" y="388"/>
                </a:lnTo>
                <a:lnTo>
                  <a:pt x="570" y="389"/>
                </a:lnTo>
                <a:lnTo>
                  <a:pt x="570" y="390"/>
                </a:lnTo>
                <a:lnTo>
                  <a:pt x="570" y="391"/>
                </a:lnTo>
                <a:lnTo>
                  <a:pt x="569" y="391"/>
                </a:lnTo>
                <a:lnTo>
                  <a:pt x="570" y="392"/>
                </a:lnTo>
                <a:lnTo>
                  <a:pt x="570" y="393"/>
                </a:lnTo>
                <a:lnTo>
                  <a:pt x="570" y="394"/>
                </a:lnTo>
                <a:lnTo>
                  <a:pt x="570" y="395"/>
                </a:lnTo>
                <a:lnTo>
                  <a:pt x="569" y="395"/>
                </a:lnTo>
                <a:lnTo>
                  <a:pt x="568" y="396"/>
                </a:lnTo>
                <a:lnTo>
                  <a:pt x="568" y="397"/>
                </a:lnTo>
                <a:lnTo>
                  <a:pt x="568" y="398"/>
                </a:lnTo>
                <a:lnTo>
                  <a:pt x="568" y="399"/>
                </a:lnTo>
                <a:lnTo>
                  <a:pt x="569" y="399"/>
                </a:lnTo>
                <a:lnTo>
                  <a:pt x="568" y="401"/>
                </a:lnTo>
                <a:lnTo>
                  <a:pt x="567" y="401"/>
                </a:lnTo>
                <a:lnTo>
                  <a:pt x="566" y="401"/>
                </a:lnTo>
                <a:lnTo>
                  <a:pt x="565" y="401"/>
                </a:lnTo>
                <a:lnTo>
                  <a:pt x="564" y="400"/>
                </a:lnTo>
                <a:lnTo>
                  <a:pt x="563" y="399"/>
                </a:lnTo>
                <a:lnTo>
                  <a:pt x="563" y="400"/>
                </a:lnTo>
                <a:lnTo>
                  <a:pt x="563" y="401"/>
                </a:lnTo>
                <a:lnTo>
                  <a:pt x="564" y="401"/>
                </a:lnTo>
                <a:lnTo>
                  <a:pt x="564" y="402"/>
                </a:lnTo>
                <a:lnTo>
                  <a:pt x="564" y="403"/>
                </a:lnTo>
                <a:lnTo>
                  <a:pt x="565" y="402"/>
                </a:lnTo>
                <a:lnTo>
                  <a:pt x="565" y="403"/>
                </a:lnTo>
                <a:lnTo>
                  <a:pt x="566" y="404"/>
                </a:lnTo>
                <a:lnTo>
                  <a:pt x="566" y="406"/>
                </a:lnTo>
                <a:lnTo>
                  <a:pt x="565" y="406"/>
                </a:lnTo>
                <a:lnTo>
                  <a:pt x="565" y="407"/>
                </a:lnTo>
                <a:lnTo>
                  <a:pt x="566" y="408"/>
                </a:lnTo>
                <a:lnTo>
                  <a:pt x="566" y="409"/>
                </a:lnTo>
                <a:lnTo>
                  <a:pt x="565" y="409"/>
                </a:lnTo>
                <a:lnTo>
                  <a:pt x="565" y="410"/>
                </a:lnTo>
                <a:lnTo>
                  <a:pt x="565" y="411"/>
                </a:lnTo>
                <a:lnTo>
                  <a:pt x="566" y="411"/>
                </a:lnTo>
                <a:lnTo>
                  <a:pt x="567" y="411"/>
                </a:lnTo>
                <a:lnTo>
                  <a:pt x="568" y="411"/>
                </a:lnTo>
                <a:lnTo>
                  <a:pt x="569" y="412"/>
                </a:lnTo>
                <a:lnTo>
                  <a:pt x="569" y="413"/>
                </a:lnTo>
                <a:lnTo>
                  <a:pt x="569" y="414"/>
                </a:lnTo>
                <a:lnTo>
                  <a:pt x="569" y="415"/>
                </a:lnTo>
                <a:lnTo>
                  <a:pt x="570" y="415"/>
                </a:lnTo>
                <a:lnTo>
                  <a:pt x="571" y="416"/>
                </a:lnTo>
                <a:lnTo>
                  <a:pt x="571" y="417"/>
                </a:lnTo>
                <a:lnTo>
                  <a:pt x="571" y="418"/>
                </a:lnTo>
                <a:lnTo>
                  <a:pt x="572" y="418"/>
                </a:lnTo>
                <a:lnTo>
                  <a:pt x="572" y="420"/>
                </a:lnTo>
                <a:lnTo>
                  <a:pt x="572" y="421"/>
                </a:lnTo>
                <a:lnTo>
                  <a:pt x="571" y="421"/>
                </a:lnTo>
                <a:lnTo>
                  <a:pt x="570" y="421"/>
                </a:lnTo>
                <a:lnTo>
                  <a:pt x="568" y="420"/>
                </a:lnTo>
                <a:lnTo>
                  <a:pt x="567" y="420"/>
                </a:lnTo>
                <a:lnTo>
                  <a:pt x="567" y="418"/>
                </a:lnTo>
                <a:lnTo>
                  <a:pt x="566" y="418"/>
                </a:lnTo>
                <a:lnTo>
                  <a:pt x="566" y="420"/>
                </a:lnTo>
                <a:lnTo>
                  <a:pt x="566" y="421"/>
                </a:lnTo>
                <a:lnTo>
                  <a:pt x="565" y="421"/>
                </a:lnTo>
                <a:lnTo>
                  <a:pt x="565" y="422"/>
                </a:lnTo>
                <a:lnTo>
                  <a:pt x="565" y="421"/>
                </a:lnTo>
                <a:lnTo>
                  <a:pt x="564" y="421"/>
                </a:lnTo>
                <a:lnTo>
                  <a:pt x="564" y="422"/>
                </a:lnTo>
                <a:lnTo>
                  <a:pt x="563" y="422"/>
                </a:lnTo>
                <a:lnTo>
                  <a:pt x="564" y="422"/>
                </a:lnTo>
                <a:lnTo>
                  <a:pt x="564" y="423"/>
                </a:lnTo>
                <a:lnTo>
                  <a:pt x="563" y="424"/>
                </a:lnTo>
                <a:lnTo>
                  <a:pt x="562" y="424"/>
                </a:lnTo>
                <a:lnTo>
                  <a:pt x="561" y="424"/>
                </a:lnTo>
                <a:lnTo>
                  <a:pt x="560" y="425"/>
                </a:lnTo>
                <a:lnTo>
                  <a:pt x="560" y="426"/>
                </a:lnTo>
                <a:lnTo>
                  <a:pt x="560" y="427"/>
                </a:lnTo>
                <a:lnTo>
                  <a:pt x="560" y="429"/>
                </a:lnTo>
                <a:lnTo>
                  <a:pt x="561" y="429"/>
                </a:lnTo>
                <a:lnTo>
                  <a:pt x="562" y="430"/>
                </a:lnTo>
                <a:lnTo>
                  <a:pt x="563" y="431"/>
                </a:lnTo>
                <a:lnTo>
                  <a:pt x="562" y="432"/>
                </a:lnTo>
                <a:lnTo>
                  <a:pt x="561" y="432"/>
                </a:lnTo>
                <a:lnTo>
                  <a:pt x="560" y="432"/>
                </a:lnTo>
                <a:lnTo>
                  <a:pt x="559" y="433"/>
                </a:lnTo>
                <a:lnTo>
                  <a:pt x="559" y="434"/>
                </a:lnTo>
                <a:lnTo>
                  <a:pt x="558" y="434"/>
                </a:lnTo>
                <a:lnTo>
                  <a:pt x="558" y="433"/>
                </a:lnTo>
                <a:lnTo>
                  <a:pt x="557" y="433"/>
                </a:lnTo>
                <a:lnTo>
                  <a:pt x="556" y="433"/>
                </a:lnTo>
                <a:lnTo>
                  <a:pt x="555" y="433"/>
                </a:lnTo>
                <a:lnTo>
                  <a:pt x="555" y="432"/>
                </a:lnTo>
                <a:lnTo>
                  <a:pt x="556" y="432"/>
                </a:lnTo>
                <a:lnTo>
                  <a:pt x="556" y="431"/>
                </a:lnTo>
                <a:lnTo>
                  <a:pt x="556" y="430"/>
                </a:lnTo>
                <a:lnTo>
                  <a:pt x="555" y="430"/>
                </a:lnTo>
                <a:lnTo>
                  <a:pt x="554" y="430"/>
                </a:lnTo>
                <a:lnTo>
                  <a:pt x="552" y="430"/>
                </a:lnTo>
                <a:lnTo>
                  <a:pt x="552" y="429"/>
                </a:lnTo>
                <a:lnTo>
                  <a:pt x="551" y="430"/>
                </a:lnTo>
                <a:lnTo>
                  <a:pt x="550" y="430"/>
                </a:lnTo>
                <a:lnTo>
                  <a:pt x="550" y="431"/>
                </a:lnTo>
                <a:lnTo>
                  <a:pt x="550" y="432"/>
                </a:lnTo>
                <a:lnTo>
                  <a:pt x="549" y="432"/>
                </a:lnTo>
                <a:lnTo>
                  <a:pt x="549" y="433"/>
                </a:lnTo>
                <a:lnTo>
                  <a:pt x="547" y="434"/>
                </a:lnTo>
                <a:lnTo>
                  <a:pt x="546" y="435"/>
                </a:lnTo>
                <a:lnTo>
                  <a:pt x="545" y="435"/>
                </a:lnTo>
                <a:lnTo>
                  <a:pt x="544" y="434"/>
                </a:lnTo>
                <a:lnTo>
                  <a:pt x="544" y="433"/>
                </a:lnTo>
                <a:lnTo>
                  <a:pt x="543" y="432"/>
                </a:lnTo>
                <a:lnTo>
                  <a:pt x="542" y="431"/>
                </a:lnTo>
                <a:lnTo>
                  <a:pt x="541" y="430"/>
                </a:lnTo>
                <a:lnTo>
                  <a:pt x="539" y="428"/>
                </a:lnTo>
                <a:lnTo>
                  <a:pt x="538" y="428"/>
                </a:lnTo>
                <a:lnTo>
                  <a:pt x="537" y="428"/>
                </a:lnTo>
                <a:lnTo>
                  <a:pt x="537" y="429"/>
                </a:lnTo>
                <a:lnTo>
                  <a:pt x="537" y="430"/>
                </a:lnTo>
                <a:lnTo>
                  <a:pt x="536" y="430"/>
                </a:lnTo>
                <a:lnTo>
                  <a:pt x="535" y="431"/>
                </a:lnTo>
                <a:lnTo>
                  <a:pt x="536" y="431"/>
                </a:lnTo>
                <a:lnTo>
                  <a:pt x="536" y="432"/>
                </a:lnTo>
                <a:lnTo>
                  <a:pt x="535" y="432"/>
                </a:lnTo>
                <a:lnTo>
                  <a:pt x="535" y="433"/>
                </a:lnTo>
                <a:lnTo>
                  <a:pt x="534" y="432"/>
                </a:lnTo>
                <a:lnTo>
                  <a:pt x="533" y="430"/>
                </a:lnTo>
                <a:lnTo>
                  <a:pt x="532" y="430"/>
                </a:lnTo>
                <a:lnTo>
                  <a:pt x="532" y="429"/>
                </a:lnTo>
                <a:lnTo>
                  <a:pt x="531" y="431"/>
                </a:lnTo>
                <a:lnTo>
                  <a:pt x="530" y="432"/>
                </a:lnTo>
                <a:lnTo>
                  <a:pt x="530" y="433"/>
                </a:lnTo>
                <a:lnTo>
                  <a:pt x="530" y="434"/>
                </a:lnTo>
                <a:lnTo>
                  <a:pt x="530" y="435"/>
                </a:lnTo>
                <a:lnTo>
                  <a:pt x="531" y="435"/>
                </a:lnTo>
                <a:lnTo>
                  <a:pt x="532" y="436"/>
                </a:lnTo>
                <a:lnTo>
                  <a:pt x="533" y="436"/>
                </a:lnTo>
                <a:lnTo>
                  <a:pt x="533" y="437"/>
                </a:lnTo>
                <a:lnTo>
                  <a:pt x="533" y="439"/>
                </a:lnTo>
                <a:lnTo>
                  <a:pt x="532" y="439"/>
                </a:lnTo>
                <a:lnTo>
                  <a:pt x="532" y="440"/>
                </a:lnTo>
                <a:lnTo>
                  <a:pt x="532" y="441"/>
                </a:lnTo>
                <a:lnTo>
                  <a:pt x="533" y="441"/>
                </a:lnTo>
                <a:lnTo>
                  <a:pt x="532" y="442"/>
                </a:lnTo>
                <a:lnTo>
                  <a:pt x="532" y="443"/>
                </a:lnTo>
                <a:lnTo>
                  <a:pt x="532" y="445"/>
                </a:lnTo>
                <a:lnTo>
                  <a:pt x="532" y="446"/>
                </a:lnTo>
                <a:lnTo>
                  <a:pt x="532" y="447"/>
                </a:lnTo>
                <a:lnTo>
                  <a:pt x="533" y="448"/>
                </a:lnTo>
                <a:lnTo>
                  <a:pt x="533" y="449"/>
                </a:lnTo>
                <a:lnTo>
                  <a:pt x="533" y="450"/>
                </a:lnTo>
                <a:lnTo>
                  <a:pt x="533" y="451"/>
                </a:lnTo>
                <a:lnTo>
                  <a:pt x="532" y="451"/>
                </a:lnTo>
                <a:lnTo>
                  <a:pt x="532" y="452"/>
                </a:lnTo>
                <a:lnTo>
                  <a:pt x="533" y="453"/>
                </a:lnTo>
                <a:lnTo>
                  <a:pt x="534" y="452"/>
                </a:lnTo>
                <a:lnTo>
                  <a:pt x="534" y="453"/>
                </a:lnTo>
                <a:lnTo>
                  <a:pt x="535" y="454"/>
                </a:lnTo>
                <a:lnTo>
                  <a:pt x="535" y="455"/>
                </a:lnTo>
                <a:lnTo>
                  <a:pt x="534" y="455"/>
                </a:lnTo>
                <a:lnTo>
                  <a:pt x="534" y="456"/>
                </a:lnTo>
                <a:lnTo>
                  <a:pt x="535" y="456"/>
                </a:lnTo>
                <a:lnTo>
                  <a:pt x="535" y="457"/>
                </a:lnTo>
                <a:lnTo>
                  <a:pt x="535" y="458"/>
                </a:lnTo>
                <a:lnTo>
                  <a:pt x="536" y="458"/>
                </a:lnTo>
                <a:lnTo>
                  <a:pt x="536" y="459"/>
                </a:lnTo>
                <a:lnTo>
                  <a:pt x="535" y="459"/>
                </a:lnTo>
                <a:lnTo>
                  <a:pt x="536" y="459"/>
                </a:lnTo>
                <a:lnTo>
                  <a:pt x="536" y="460"/>
                </a:lnTo>
                <a:lnTo>
                  <a:pt x="535" y="460"/>
                </a:lnTo>
                <a:lnTo>
                  <a:pt x="535" y="461"/>
                </a:lnTo>
                <a:lnTo>
                  <a:pt x="535" y="460"/>
                </a:lnTo>
                <a:lnTo>
                  <a:pt x="534" y="461"/>
                </a:lnTo>
                <a:lnTo>
                  <a:pt x="533" y="461"/>
                </a:lnTo>
                <a:lnTo>
                  <a:pt x="532" y="461"/>
                </a:lnTo>
                <a:lnTo>
                  <a:pt x="531" y="461"/>
                </a:lnTo>
                <a:lnTo>
                  <a:pt x="530" y="461"/>
                </a:lnTo>
                <a:lnTo>
                  <a:pt x="529" y="460"/>
                </a:lnTo>
                <a:lnTo>
                  <a:pt x="529" y="459"/>
                </a:lnTo>
                <a:lnTo>
                  <a:pt x="528" y="459"/>
                </a:lnTo>
                <a:lnTo>
                  <a:pt x="527" y="459"/>
                </a:lnTo>
                <a:lnTo>
                  <a:pt x="527" y="458"/>
                </a:lnTo>
                <a:lnTo>
                  <a:pt x="526" y="458"/>
                </a:lnTo>
                <a:lnTo>
                  <a:pt x="527" y="458"/>
                </a:lnTo>
                <a:lnTo>
                  <a:pt x="526" y="460"/>
                </a:lnTo>
                <a:lnTo>
                  <a:pt x="525" y="460"/>
                </a:lnTo>
                <a:lnTo>
                  <a:pt x="524" y="460"/>
                </a:lnTo>
                <a:lnTo>
                  <a:pt x="524" y="461"/>
                </a:lnTo>
                <a:lnTo>
                  <a:pt x="523" y="461"/>
                </a:lnTo>
                <a:lnTo>
                  <a:pt x="522" y="462"/>
                </a:lnTo>
                <a:lnTo>
                  <a:pt x="521" y="462"/>
                </a:lnTo>
                <a:lnTo>
                  <a:pt x="520" y="461"/>
                </a:lnTo>
                <a:lnTo>
                  <a:pt x="519" y="461"/>
                </a:lnTo>
                <a:lnTo>
                  <a:pt x="519" y="460"/>
                </a:lnTo>
                <a:lnTo>
                  <a:pt x="518" y="460"/>
                </a:lnTo>
                <a:lnTo>
                  <a:pt x="517" y="460"/>
                </a:lnTo>
                <a:lnTo>
                  <a:pt x="516" y="460"/>
                </a:lnTo>
                <a:lnTo>
                  <a:pt x="515" y="460"/>
                </a:lnTo>
                <a:lnTo>
                  <a:pt x="514" y="460"/>
                </a:lnTo>
                <a:lnTo>
                  <a:pt x="513" y="461"/>
                </a:lnTo>
                <a:lnTo>
                  <a:pt x="512" y="460"/>
                </a:lnTo>
                <a:lnTo>
                  <a:pt x="512" y="459"/>
                </a:lnTo>
                <a:lnTo>
                  <a:pt x="511" y="459"/>
                </a:lnTo>
                <a:lnTo>
                  <a:pt x="510" y="461"/>
                </a:lnTo>
                <a:lnTo>
                  <a:pt x="510" y="462"/>
                </a:lnTo>
                <a:lnTo>
                  <a:pt x="510" y="463"/>
                </a:lnTo>
                <a:lnTo>
                  <a:pt x="509" y="463"/>
                </a:lnTo>
                <a:lnTo>
                  <a:pt x="509" y="462"/>
                </a:lnTo>
                <a:lnTo>
                  <a:pt x="509" y="461"/>
                </a:lnTo>
                <a:lnTo>
                  <a:pt x="508" y="462"/>
                </a:lnTo>
                <a:lnTo>
                  <a:pt x="508" y="463"/>
                </a:lnTo>
                <a:lnTo>
                  <a:pt x="507" y="464"/>
                </a:lnTo>
                <a:lnTo>
                  <a:pt x="505" y="464"/>
                </a:lnTo>
                <a:lnTo>
                  <a:pt x="505" y="463"/>
                </a:lnTo>
                <a:lnTo>
                  <a:pt x="504" y="463"/>
                </a:lnTo>
                <a:lnTo>
                  <a:pt x="503" y="462"/>
                </a:lnTo>
                <a:lnTo>
                  <a:pt x="503" y="463"/>
                </a:lnTo>
                <a:lnTo>
                  <a:pt x="502" y="462"/>
                </a:lnTo>
                <a:lnTo>
                  <a:pt x="501" y="462"/>
                </a:lnTo>
                <a:lnTo>
                  <a:pt x="501" y="461"/>
                </a:lnTo>
                <a:lnTo>
                  <a:pt x="500" y="461"/>
                </a:lnTo>
                <a:lnTo>
                  <a:pt x="499" y="462"/>
                </a:lnTo>
                <a:lnTo>
                  <a:pt x="498" y="463"/>
                </a:lnTo>
                <a:lnTo>
                  <a:pt x="497" y="463"/>
                </a:lnTo>
                <a:lnTo>
                  <a:pt x="497" y="464"/>
                </a:lnTo>
                <a:lnTo>
                  <a:pt x="496" y="464"/>
                </a:lnTo>
                <a:lnTo>
                  <a:pt x="496" y="465"/>
                </a:lnTo>
                <a:lnTo>
                  <a:pt x="495" y="465"/>
                </a:lnTo>
                <a:lnTo>
                  <a:pt x="496" y="466"/>
                </a:lnTo>
                <a:lnTo>
                  <a:pt x="496" y="467"/>
                </a:lnTo>
                <a:lnTo>
                  <a:pt x="495" y="467"/>
                </a:lnTo>
                <a:lnTo>
                  <a:pt x="495" y="468"/>
                </a:lnTo>
                <a:lnTo>
                  <a:pt x="495" y="471"/>
                </a:lnTo>
                <a:lnTo>
                  <a:pt x="495" y="472"/>
                </a:lnTo>
                <a:lnTo>
                  <a:pt x="495" y="473"/>
                </a:lnTo>
                <a:lnTo>
                  <a:pt x="495" y="474"/>
                </a:lnTo>
                <a:lnTo>
                  <a:pt x="494" y="474"/>
                </a:lnTo>
                <a:lnTo>
                  <a:pt x="494" y="475"/>
                </a:lnTo>
                <a:lnTo>
                  <a:pt x="494" y="476"/>
                </a:lnTo>
                <a:lnTo>
                  <a:pt x="495" y="476"/>
                </a:lnTo>
                <a:lnTo>
                  <a:pt x="495" y="477"/>
                </a:lnTo>
                <a:lnTo>
                  <a:pt x="494" y="477"/>
                </a:lnTo>
                <a:lnTo>
                  <a:pt x="494" y="476"/>
                </a:lnTo>
                <a:lnTo>
                  <a:pt x="493" y="477"/>
                </a:lnTo>
                <a:lnTo>
                  <a:pt x="493" y="478"/>
                </a:lnTo>
                <a:lnTo>
                  <a:pt x="494" y="479"/>
                </a:lnTo>
                <a:lnTo>
                  <a:pt x="493" y="480"/>
                </a:lnTo>
                <a:lnTo>
                  <a:pt x="493" y="479"/>
                </a:lnTo>
                <a:lnTo>
                  <a:pt x="492" y="481"/>
                </a:lnTo>
                <a:lnTo>
                  <a:pt x="492" y="482"/>
                </a:lnTo>
                <a:lnTo>
                  <a:pt x="492" y="481"/>
                </a:lnTo>
                <a:lnTo>
                  <a:pt x="492" y="482"/>
                </a:lnTo>
                <a:lnTo>
                  <a:pt x="493" y="482"/>
                </a:lnTo>
                <a:lnTo>
                  <a:pt x="493" y="483"/>
                </a:lnTo>
                <a:lnTo>
                  <a:pt x="492" y="485"/>
                </a:lnTo>
                <a:lnTo>
                  <a:pt x="491" y="485"/>
                </a:lnTo>
                <a:lnTo>
                  <a:pt x="490" y="485"/>
                </a:lnTo>
                <a:lnTo>
                  <a:pt x="489" y="485"/>
                </a:lnTo>
                <a:lnTo>
                  <a:pt x="488" y="485"/>
                </a:lnTo>
                <a:lnTo>
                  <a:pt x="486" y="486"/>
                </a:lnTo>
                <a:lnTo>
                  <a:pt x="484" y="486"/>
                </a:lnTo>
                <a:lnTo>
                  <a:pt x="483" y="486"/>
                </a:lnTo>
                <a:lnTo>
                  <a:pt x="483" y="487"/>
                </a:lnTo>
                <a:lnTo>
                  <a:pt x="482" y="487"/>
                </a:lnTo>
                <a:lnTo>
                  <a:pt x="481" y="486"/>
                </a:lnTo>
                <a:lnTo>
                  <a:pt x="480" y="484"/>
                </a:lnTo>
                <a:lnTo>
                  <a:pt x="480" y="483"/>
                </a:lnTo>
                <a:lnTo>
                  <a:pt x="479" y="483"/>
                </a:lnTo>
                <a:lnTo>
                  <a:pt x="479" y="484"/>
                </a:lnTo>
                <a:lnTo>
                  <a:pt x="479" y="485"/>
                </a:lnTo>
                <a:lnTo>
                  <a:pt x="479" y="486"/>
                </a:lnTo>
                <a:lnTo>
                  <a:pt x="478" y="487"/>
                </a:lnTo>
                <a:lnTo>
                  <a:pt x="478" y="488"/>
                </a:lnTo>
                <a:lnTo>
                  <a:pt x="477" y="488"/>
                </a:lnTo>
                <a:lnTo>
                  <a:pt x="477" y="490"/>
                </a:lnTo>
                <a:lnTo>
                  <a:pt x="478" y="491"/>
                </a:lnTo>
                <a:lnTo>
                  <a:pt x="478" y="492"/>
                </a:lnTo>
                <a:lnTo>
                  <a:pt x="478" y="493"/>
                </a:lnTo>
                <a:lnTo>
                  <a:pt x="478" y="494"/>
                </a:lnTo>
                <a:lnTo>
                  <a:pt x="478" y="495"/>
                </a:lnTo>
                <a:lnTo>
                  <a:pt x="478" y="496"/>
                </a:lnTo>
                <a:lnTo>
                  <a:pt x="479" y="496"/>
                </a:lnTo>
                <a:lnTo>
                  <a:pt x="479" y="497"/>
                </a:lnTo>
                <a:lnTo>
                  <a:pt x="479" y="498"/>
                </a:lnTo>
                <a:lnTo>
                  <a:pt x="479" y="499"/>
                </a:lnTo>
                <a:lnTo>
                  <a:pt x="479" y="500"/>
                </a:lnTo>
                <a:lnTo>
                  <a:pt x="480" y="501"/>
                </a:lnTo>
                <a:lnTo>
                  <a:pt x="480" y="502"/>
                </a:lnTo>
                <a:lnTo>
                  <a:pt x="479" y="501"/>
                </a:lnTo>
                <a:lnTo>
                  <a:pt x="479" y="502"/>
                </a:lnTo>
                <a:lnTo>
                  <a:pt x="479" y="503"/>
                </a:lnTo>
                <a:lnTo>
                  <a:pt x="479" y="504"/>
                </a:lnTo>
                <a:lnTo>
                  <a:pt x="478" y="505"/>
                </a:lnTo>
                <a:lnTo>
                  <a:pt x="478" y="504"/>
                </a:lnTo>
                <a:lnTo>
                  <a:pt x="477" y="504"/>
                </a:lnTo>
                <a:lnTo>
                  <a:pt x="476" y="504"/>
                </a:lnTo>
                <a:lnTo>
                  <a:pt x="475" y="504"/>
                </a:lnTo>
                <a:lnTo>
                  <a:pt x="475" y="503"/>
                </a:lnTo>
                <a:lnTo>
                  <a:pt x="474" y="503"/>
                </a:lnTo>
                <a:lnTo>
                  <a:pt x="474" y="502"/>
                </a:lnTo>
                <a:lnTo>
                  <a:pt x="473" y="501"/>
                </a:lnTo>
                <a:lnTo>
                  <a:pt x="472" y="501"/>
                </a:lnTo>
                <a:lnTo>
                  <a:pt x="471" y="501"/>
                </a:lnTo>
                <a:lnTo>
                  <a:pt x="471" y="500"/>
                </a:lnTo>
                <a:lnTo>
                  <a:pt x="470" y="499"/>
                </a:lnTo>
                <a:lnTo>
                  <a:pt x="469" y="499"/>
                </a:lnTo>
                <a:lnTo>
                  <a:pt x="470" y="498"/>
                </a:lnTo>
                <a:lnTo>
                  <a:pt x="471" y="498"/>
                </a:lnTo>
                <a:lnTo>
                  <a:pt x="471" y="497"/>
                </a:lnTo>
                <a:lnTo>
                  <a:pt x="471" y="496"/>
                </a:lnTo>
                <a:lnTo>
                  <a:pt x="471" y="495"/>
                </a:lnTo>
                <a:lnTo>
                  <a:pt x="471" y="494"/>
                </a:lnTo>
                <a:lnTo>
                  <a:pt x="471" y="493"/>
                </a:lnTo>
                <a:lnTo>
                  <a:pt x="471" y="492"/>
                </a:lnTo>
                <a:lnTo>
                  <a:pt x="471" y="491"/>
                </a:lnTo>
                <a:lnTo>
                  <a:pt x="471" y="490"/>
                </a:lnTo>
                <a:lnTo>
                  <a:pt x="472" y="490"/>
                </a:lnTo>
                <a:lnTo>
                  <a:pt x="471" y="490"/>
                </a:lnTo>
                <a:lnTo>
                  <a:pt x="471" y="489"/>
                </a:lnTo>
                <a:lnTo>
                  <a:pt x="472" y="489"/>
                </a:lnTo>
                <a:lnTo>
                  <a:pt x="471" y="489"/>
                </a:lnTo>
                <a:lnTo>
                  <a:pt x="471" y="490"/>
                </a:lnTo>
                <a:lnTo>
                  <a:pt x="470" y="490"/>
                </a:lnTo>
                <a:lnTo>
                  <a:pt x="469" y="490"/>
                </a:lnTo>
                <a:lnTo>
                  <a:pt x="469" y="491"/>
                </a:lnTo>
                <a:lnTo>
                  <a:pt x="468" y="491"/>
                </a:lnTo>
                <a:lnTo>
                  <a:pt x="468" y="492"/>
                </a:lnTo>
                <a:lnTo>
                  <a:pt x="468" y="493"/>
                </a:lnTo>
                <a:lnTo>
                  <a:pt x="468" y="494"/>
                </a:lnTo>
                <a:lnTo>
                  <a:pt x="468" y="495"/>
                </a:lnTo>
                <a:lnTo>
                  <a:pt x="468" y="494"/>
                </a:lnTo>
                <a:lnTo>
                  <a:pt x="467" y="494"/>
                </a:lnTo>
                <a:lnTo>
                  <a:pt x="466" y="493"/>
                </a:lnTo>
                <a:lnTo>
                  <a:pt x="465" y="493"/>
                </a:lnTo>
                <a:lnTo>
                  <a:pt x="465" y="492"/>
                </a:lnTo>
                <a:lnTo>
                  <a:pt x="466" y="492"/>
                </a:lnTo>
                <a:lnTo>
                  <a:pt x="466" y="491"/>
                </a:lnTo>
                <a:lnTo>
                  <a:pt x="466" y="490"/>
                </a:lnTo>
                <a:lnTo>
                  <a:pt x="465" y="490"/>
                </a:lnTo>
                <a:lnTo>
                  <a:pt x="465" y="489"/>
                </a:lnTo>
                <a:lnTo>
                  <a:pt x="465" y="488"/>
                </a:lnTo>
                <a:lnTo>
                  <a:pt x="465" y="487"/>
                </a:lnTo>
                <a:lnTo>
                  <a:pt x="465" y="486"/>
                </a:lnTo>
                <a:lnTo>
                  <a:pt x="466" y="486"/>
                </a:lnTo>
                <a:lnTo>
                  <a:pt x="465" y="486"/>
                </a:lnTo>
                <a:lnTo>
                  <a:pt x="465" y="487"/>
                </a:lnTo>
                <a:lnTo>
                  <a:pt x="464" y="487"/>
                </a:lnTo>
                <a:lnTo>
                  <a:pt x="464" y="488"/>
                </a:lnTo>
                <a:lnTo>
                  <a:pt x="463" y="488"/>
                </a:lnTo>
                <a:lnTo>
                  <a:pt x="463" y="487"/>
                </a:lnTo>
                <a:lnTo>
                  <a:pt x="463" y="486"/>
                </a:lnTo>
                <a:lnTo>
                  <a:pt x="463" y="485"/>
                </a:lnTo>
                <a:lnTo>
                  <a:pt x="462" y="485"/>
                </a:lnTo>
                <a:lnTo>
                  <a:pt x="462" y="484"/>
                </a:lnTo>
                <a:lnTo>
                  <a:pt x="463" y="485"/>
                </a:lnTo>
                <a:lnTo>
                  <a:pt x="463" y="484"/>
                </a:lnTo>
                <a:lnTo>
                  <a:pt x="462" y="484"/>
                </a:lnTo>
                <a:lnTo>
                  <a:pt x="461" y="484"/>
                </a:lnTo>
                <a:lnTo>
                  <a:pt x="461" y="483"/>
                </a:lnTo>
                <a:lnTo>
                  <a:pt x="462" y="483"/>
                </a:lnTo>
                <a:lnTo>
                  <a:pt x="462" y="482"/>
                </a:lnTo>
                <a:lnTo>
                  <a:pt x="461" y="482"/>
                </a:lnTo>
                <a:lnTo>
                  <a:pt x="462" y="482"/>
                </a:lnTo>
                <a:lnTo>
                  <a:pt x="462" y="481"/>
                </a:lnTo>
                <a:lnTo>
                  <a:pt x="461" y="481"/>
                </a:lnTo>
                <a:lnTo>
                  <a:pt x="461" y="480"/>
                </a:lnTo>
                <a:lnTo>
                  <a:pt x="461" y="479"/>
                </a:lnTo>
                <a:lnTo>
                  <a:pt x="461" y="478"/>
                </a:lnTo>
                <a:lnTo>
                  <a:pt x="462" y="478"/>
                </a:lnTo>
                <a:lnTo>
                  <a:pt x="463" y="478"/>
                </a:lnTo>
                <a:lnTo>
                  <a:pt x="464" y="478"/>
                </a:lnTo>
                <a:lnTo>
                  <a:pt x="464" y="477"/>
                </a:lnTo>
                <a:lnTo>
                  <a:pt x="464" y="476"/>
                </a:lnTo>
                <a:lnTo>
                  <a:pt x="465" y="476"/>
                </a:lnTo>
                <a:lnTo>
                  <a:pt x="465" y="475"/>
                </a:lnTo>
                <a:lnTo>
                  <a:pt x="465" y="476"/>
                </a:lnTo>
                <a:lnTo>
                  <a:pt x="464" y="475"/>
                </a:lnTo>
                <a:lnTo>
                  <a:pt x="464" y="476"/>
                </a:lnTo>
                <a:lnTo>
                  <a:pt x="463" y="476"/>
                </a:lnTo>
                <a:lnTo>
                  <a:pt x="463" y="477"/>
                </a:lnTo>
                <a:lnTo>
                  <a:pt x="463" y="476"/>
                </a:lnTo>
                <a:lnTo>
                  <a:pt x="462" y="476"/>
                </a:lnTo>
                <a:lnTo>
                  <a:pt x="462" y="477"/>
                </a:lnTo>
                <a:lnTo>
                  <a:pt x="461" y="477"/>
                </a:lnTo>
                <a:lnTo>
                  <a:pt x="461" y="476"/>
                </a:lnTo>
                <a:lnTo>
                  <a:pt x="461" y="477"/>
                </a:lnTo>
                <a:lnTo>
                  <a:pt x="460" y="477"/>
                </a:lnTo>
                <a:lnTo>
                  <a:pt x="460" y="476"/>
                </a:lnTo>
                <a:lnTo>
                  <a:pt x="460" y="477"/>
                </a:lnTo>
                <a:lnTo>
                  <a:pt x="459" y="477"/>
                </a:lnTo>
                <a:lnTo>
                  <a:pt x="459" y="478"/>
                </a:lnTo>
                <a:lnTo>
                  <a:pt x="458" y="478"/>
                </a:lnTo>
                <a:lnTo>
                  <a:pt x="458" y="479"/>
                </a:lnTo>
                <a:lnTo>
                  <a:pt x="458" y="480"/>
                </a:lnTo>
                <a:lnTo>
                  <a:pt x="457" y="479"/>
                </a:lnTo>
                <a:lnTo>
                  <a:pt x="457" y="480"/>
                </a:lnTo>
                <a:lnTo>
                  <a:pt x="456" y="480"/>
                </a:lnTo>
                <a:lnTo>
                  <a:pt x="457" y="481"/>
                </a:lnTo>
                <a:lnTo>
                  <a:pt x="456" y="481"/>
                </a:lnTo>
                <a:lnTo>
                  <a:pt x="456" y="482"/>
                </a:lnTo>
                <a:lnTo>
                  <a:pt x="456" y="481"/>
                </a:lnTo>
                <a:lnTo>
                  <a:pt x="457" y="481"/>
                </a:lnTo>
                <a:lnTo>
                  <a:pt x="458" y="481"/>
                </a:lnTo>
                <a:lnTo>
                  <a:pt x="458" y="482"/>
                </a:lnTo>
                <a:lnTo>
                  <a:pt x="458" y="481"/>
                </a:lnTo>
                <a:lnTo>
                  <a:pt x="459" y="481"/>
                </a:lnTo>
                <a:lnTo>
                  <a:pt x="459" y="482"/>
                </a:lnTo>
                <a:lnTo>
                  <a:pt x="458" y="482"/>
                </a:lnTo>
                <a:lnTo>
                  <a:pt x="458" y="483"/>
                </a:lnTo>
                <a:lnTo>
                  <a:pt x="459" y="483"/>
                </a:lnTo>
                <a:lnTo>
                  <a:pt x="458" y="483"/>
                </a:lnTo>
                <a:lnTo>
                  <a:pt x="459" y="483"/>
                </a:lnTo>
                <a:lnTo>
                  <a:pt x="459" y="484"/>
                </a:lnTo>
                <a:lnTo>
                  <a:pt x="459" y="485"/>
                </a:lnTo>
                <a:lnTo>
                  <a:pt x="458" y="485"/>
                </a:lnTo>
                <a:lnTo>
                  <a:pt x="457" y="485"/>
                </a:lnTo>
                <a:lnTo>
                  <a:pt x="456" y="485"/>
                </a:lnTo>
                <a:lnTo>
                  <a:pt x="456" y="484"/>
                </a:lnTo>
                <a:lnTo>
                  <a:pt x="455" y="484"/>
                </a:lnTo>
                <a:lnTo>
                  <a:pt x="454" y="484"/>
                </a:lnTo>
                <a:lnTo>
                  <a:pt x="455" y="484"/>
                </a:lnTo>
                <a:lnTo>
                  <a:pt x="455" y="485"/>
                </a:lnTo>
                <a:lnTo>
                  <a:pt x="456" y="485"/>
                </a:lnTo>
                <a:lnTo>
                  <a:pt x="457" y="485"/>
                </a:lnTo>
                <a:lnTo>
                  <a:pt x="458" y="486"/>
                </a:lnTo>
                <a:lnTo>
                  <a:pt x="459" y="486"/>
                </a:lnTo>
                <a:lnTo>
                  <a:pt x="459" y="487"/>
                </a:lnTo>
                <a:lnTo>
                  <a:pt x="459" y="488"/>
                </a:lnTo>
                <a:lnTo>
                  <a:pt x="460" y="488"/>
                </a:lnTo>
                <a:lnTo>
                  <a:pt x="461" y="489"/>
                </a:lnTo>
                <a:lnTo>
                  <a:pt x="462" y="489"/>
                </a:lnTo>
                <a:lnTo>
                  <a:pt x="462" y="490"/>
                </a:lnTo>
                <a:lnTo>
                  <a:pt x="462" y="491"/>
                </a:lnTo>
                <a:lnTo>
                  <a:pt x="463" y="491"/>
                </a:lnTo>
                <a:lnTo>
                  <a:pt x="463" y="492"/>
                </a:lnTo>
                <a:lnTo>
                  <a:pt x="463" y="493"/>
                </a:lnTo>
                <a:lnTo>
                  <a:pt x="463" y="494"/>
                </a:lnTo>
                <a:lnTo>
                  <a:pt x="463" y="493"/>
                </a:lnTo>
                <a:lnTo>
                  <a:pt x="462" y="493"/>
                </a:lnTo>
                <a:lnTo>
                  <a:pt x="463" y="493"/>
                </a:lnTo>
                <a:lnTo>
                  <a:pt x="463" y="494"/>
                </a:lnTo>
                <a:lnTo>
                  <a:pt x="463" y="495"/>
                </a:lnTo>
                <a:lnTo>
                  <a:pt x="462" y="495"/>
                </a:lnTo>
                <a:lnTo>
                  <a:pt x="461" y="495"/>
                </a:lnTo>
                <a:lnTo>
                  <a:pt x="461" y="496"/>
                </a:lnTo>
                <a:lnTo>
                  <a:pt x="461" y="497"/>
                </a:lnTo>
                <a:lnTo>
                  <a:pt x="461" y="498"/>
                </a:lnTo>
                <a:lnTo>
                  <a:pt x="461" y="499"/>
                </a:lnTo>
                <a:lnTo>
                  <a:pt x="460" y="499"/>
                </a:lnTo>
                <a:lnTo>
                  <a:pt x="460" y="500"/>
                </a:lnTo>
                <a:lnTo>
                  <a:pt x="461" y="500"/>
                </a:lnTo>
                <a:lnTo>
                  <a:pt x="460" y="502"/>
                </a:lnTo>
                <a:lnTo>
                  <a:pt x="460" y="503"/>
                </a:lnTo>
                <a:lnTo>
                  <a:pt x="458" y="502"/>
                </a:lnTo>
                <a:lnTo>
                  <a:pt x="457" y="502"/>
                </a:lnTo>
                <a:lnTo>
                  <a:pt x="456" y="502"/>
                </a:lnTo>
                <a:lnTo>
                  <a:pt x="455" y="503"/>
                </a:lnTo>
                <a:lnTo>
                  <a:pt x="453" y="504"/>
                </a:lnTo>
                <a:lnTo>
                  <a:pt x="452" y="504"/>
                </a:lnTo>
                <a:lnTo>
                  <a:pt x="451" y="505"/>
                </a:lnTo>
                <a:lnTo>
                  <a:pt x="450" y="505"/>
                </a:lnTo>
                <a:lnTo>
                  <a:pt x="449" y="505"/>
                </a:lnTo>
                <a:lnTo>
                  <a:pt x="448" y="505"/>
                </a:lnTo>
                <a:lnTo>
                  <a:pt x="447" y="505"/>
                </a:lnTo>
                <a:lnTo>
                  <a:pt x="446" y="505"/>
                </a:lnTo>
                <a:lnTo>
                  <a:pt x="445" y="505"/>
                </a:lnTo>
                <a:lnTo>
                  <a:pt x="443" y="505"/>
                </a:lnTo>
                <a:lnTo>
                  <a:pt x="442" y="505"/>
                </a:lnTo>
                <a:lnTo>
                  <a:pt x="442" y="506"/>
                </a:lnTo>
                <a:lnTo>
                  <a:pt x="441" y="506"/>
                </a:lnTo>
                <a:lnTo>
                  <a:pt x="440" y="506"/>
                </a:lnTo>
                <a:lnTo>
                  <a:pt x="440" y="505"/>
                </a:lnTo>
                <a:lnTo>
                  <a:pt x="441" y="505"/>
                </a:lnTo>
                <a:lnTo>
                  <a:pt x="441" y="504"/>
                </a:lnTo>
                <a:lnTo>
                  <a:pt x="440" y="503"/>
                </a:lnTo>
                <a:lnTo>
                  <a:pt x="440" y="504"/>
                </a:lnTo>
                <a:lnTo>
                  <a:pt x="440" y="505"/>
                </a:lnTo>
                <a:lnTo>
                  <a:pt x="439" y="506"/>
                </a:lnTo>
                <a:lnTo>
                  <a:pt x="438" y="506"/>
                </a:lnTo>
                <a:lnTo>
                  <a:pt x="438" y="507"/>
                </a:lnTo>
                <a:lnTo>
                  <a:pt x="437" y="507"/>
                </a:lnTo>
                <a:lnTo>
                  <a:pt x="436" y="507"/>
                </a:lnTo>
                <a:lnTo>
                  <a:pt x="435" y="508"/>
                </a:lnTo>
                <a:lnTo>
                  <a:pt x="434" y="508"/>
                </a:lnTo>
                <a:lnTo>
                  <a:pt x="433" y="508"/>
                </a:lnTo>
                <a:lnTo>
                  <a:pt x="433" y="507"/>
                </a:lnTo>
                <a:lnTo>
                  <a:pt x="432" y="506"/>
                </a:lnTo>
                <a:lnTo>
                  <a:pt x="432" y="505"/>
                </a:lnTo>
                <a:lnTo>
                  <a:pt x="432" y="504"/>
                </a:lnTo>
                <a:lnTo>
                  <a:pt x="433" y="504"/>
                </a:lnTo>
                <a:lnTo>
                  <a:pt x="433" y="503"/>
                </a:lnTo>
                <a:lnTo>
                  <a:pt x="432" y="503"/>
                </a:lnTo>
                <a:lnTo>
                  <a:pt x="432" y="504"/>
                </a:lnTo>
                <a:lnTo>
                  <a:pt x="432" y="505"/>
                </a:lnTo>
                <a:lnTo>
                  <a:pt x="431" y="505"/>
                </a:lnTo>
                <a:lnTo>
                  <a:pt x="431" y="506"/>
                </a:lnTo>
                <a:lnTo>
                  <a:pt x="431" y="507"/>
                </a:lnTo>
                <a:lnTo>
                  <a:pt x="431" y="508"/>
                </a:lnTo>
                <a:lnTo>
                  <a:pt x="431" y="509"/>
                </a:lnTo>
                <a:lnTo>
                  <a:pt x="429" y="509"/>
                </a:lnTo>
                <a:lnTo>
                  <a:pt x="428" y="509"/>
                </a:lnTo>
                <a:lnTo>
                  <a:pt x="427" y="509"/>
                </a:lnTo>
                <a:lnTo>
                  <a:pt x="427" y="510"/>
                </a:lnTo>
                <a:lnTo>
                  <a:pt x="426" y="509"/>
                </a:lnTo>
                <a:lnTo>
                  <a:pt x="425" y="510"/>
                </a:lnTo>
                <a:lnTo>
                  <a:pt x="425" y="509"/>
                </a:lnTo>
                <a:lnTo>
                  <a:pt x="425" y="510"/>
                </a:lnTo>
                <a:lnTo>
                  <a:pt x="425" y="511"/>
                </a:lnTo>
                <a:lnTo>
                  <a:pt x="424" y="511"/>
                </a:lnTo>
                <a:lnTo>
                  <a:pt x="424" y="510"/>
                </a:lnTo>
                <a:lnTo>
                  <a:pt x="423" y="510"/>
                </a:lnTo>
                <a:lnTo>
                  <a:pt x="422" y="510"/>
                </a:lnTo>
                <a:lnTo>
                  <a:pt x="422" y="509"/>
                </a:lnTo>
                <a:lnTo>
                  <a:pt x="421" y="509"/>
                </a:lnTo>
                <a:lnTo>
                  <a:pt x="420" y="509"/>
                </a:lnTo>
                <a:lnTo>
                  <a:pt x="419" y="508"/>
                </a:lnTo>
                <a:lnTo>
                  <a:pt x="418" y="507"/>
                </a:lnTo>
                <a:lnTo>
                  <a:pt x="417" y="507"/>
                </a:lnTo>
                <a:lnTo>
                  <a:pt x="416" y="506"/>
                </a:lnTo>
                <a:lnTo>
                  <a:pt x="415" y="506"/>
                </a:lnTo>
                <a:lnTo>
                  <a:pt x="415" y="507"/>
                </a:lnTo>
                <a:lnTo>
                  <a:pt x="415" y="506"/>
                </a:lnTo>
                <a:lnTo>
                  <a:pt x="414" y="506"/>
                </a:lnTo>
                <a:lnTo>
                  <a:pt x="415" y="505"/>
                </a:lnTo>
                <a:lnTo>
                  <a:pt x="416" y="504"/>
                </a:lnTo>
                <a:lnTo>
                  <a:pt x="415" y="504"/>
                </a:lnTo>
                <a:lnTo>
                  <a:pt x="416" y="504"/>
                </a:lnTo>
                <a:lnTo>
                  <a:pt x="416" y="503"/>
                </a:lnTo>
                <a:lnTo>
                  <a:pt x="417" y="502"/>
                </a:lnTo>
                <a:lnTo>
                  <a:pt x="418" y="502"/>
                </a:lnTo>
                <a:lnTo>
                  <a:pt x="418" y="503"/>
                </a:lnTo>
                <a:lnTo>
                  <a:pt x="419" y="503"/>
                </a:lnTo>
                <a:lnTo>
                  <a:pt x="419" y="502"/>
                </a:lnTo>
                <a:lnTo>
                  <a:pt x="420" y="502"/>
                </a:lnTo>
                <a:lnTo>
                  <a:pt x="421" y="502"/>
                </a:lnTo>
                <a:lnTo>
                  <a:pt x="422" y="502"/>
                </a:lnTo>
                <a:lnTo>
                  <a:pt x="423" y="501"/>
                </a:lnTo>
                <a:lnTo>
                  <a:pt x="424" y="500"/>
                </a:lnTo>
                <a:lnTo>
                  <a:pt x="425" y="499"/>
                </a:lnTo>
                <a:lnTo>
                  <a:pt x="425" y="498"/>
                </a:lnTo>
                <a:lnTo>
                  <a:pt x="426" y="498"/>
                </a:lnTo>
                <a:lnTo>
                  <a:pt x="426" y="497"/>
                </a:lnTo>
                <a:lnTo>
                  <a:pt x="426" y="496"/>
                </a:lnTo>
                <a:lnTo>
                  <a:pt x="425" y="496"/>
                </a:lnTo>
                <a:lnTo>
                  <a:pt x="425" y="495"/>
                </a:lnTo>
                <a:lnTo>
                  <a:pt x="425" y="494"/>
                </a:lnTo>
                <a:lnTo>
                  <a:pt x="424" y="494"/>
                </a:lnTo>
                <a:lnTo>
                  <a:pt x="424" y="493"/>
                </a:lnTo>
                <a:lnTo>
                  <a:pt x="424" y="492"/>
                </a:lnTo>
                <a:lnTo>
                  <a:pt x="423" y="492"/>
                </a:lnTo>
                <a:lnTo>
                  <a:pt x="423" y="493"/>
                </a:lnTo>
                <a:lnTo>
                  <a:pt x="423" y="492"/>
                </a:lnTo>
                <a:lnTo>
                  <a:pt x="422" y="492"/>
                </a:lnTo>
                <a:lnTo>
                  <a:pt x="421" y="492"/>
                </a:lnTo>
                <a:lnTo>
                  <a:pt x="420" y="492"/>
                </a:lnTo>
                <a:lnTo>
                  <a:pt x="419" y="492"/>
                </a:lnTo>
                <a:lnTo>
                  <a:pt x="419" y="491"/>
                </a:lnTo>
                <a:lnTo>
                  <a:pt x="418" y="491"/>
                </a:lnTo>
                <a:lnTo>
                  <a:pt x="417" y="491"/>
                </a:lnTo>
                <a:lnTo>
                  <a:pt x="417" y="489"/>
                </a:lnTo>
                <a:lnTo>
                  <a:pt x="417" y="488"/>
                </a:lnTo>
                <a:lnTo>
                  <a:pt x="417" y="487"/>
                </a:lnTo>
                <a:lnTo>
                  <a:pt x="418" y="487"/>
                </a:lnTo>
                <a:lnTo>
                  <a:pt x="419" y="487"/>
                </a:lnTo>
                <a:lnTo>
                  <a:pt x="419" y="486"/>
                </a:lnTo>
                <a:lnTo>
                  <a:pt x="419" y="485"/>
                </a:lnTo>
                <a:lnTo>
                  <a:pt x="420" y="485"/>
                </a:lnTo>
                <a:lnTo>
                  <a:pt x="421" y="485"/>
                </a:lnTo>
                <a:lnTo>
                  <a:pt x="421" y="484"/>
                </a:lnTo>
                <a:lnTo>
                  <a:pt x="422" y="484"/>
                </a:lnTo>
                <a:lnTo>
                  <a:pt x="421" y="484"/>
                </a:lnTo>
                <a:lnTo>
                  <a:pt x="420" y="485"/>
                </a:lnTo>
                <a:lnTo>
                  <a:pt x="419" y="485"/>
                </a:lnTo>
                <a:lnTo>
                  <a:pt x="419" y="486"/>
                </a:lnTo>
                <a:lnTo>
                  <a:pt x="419" y="487"/>
                </a:lnTo>
                <a:lnTo>
                  <a:pt x="418" y="487"/>
                </a:lnTo>
                <a:lnTo>
                  <a:pt x="417" y="487"/>
                </a:lnTo>
                <a:lnTo>
                  <a:pt x="417" y="488"/>
                </a:lnTo>
                <a:lnTo>
                  <a:pt x="417" y="489"/>
                </a:lnTo>
                <a:lnTo>
                  <a:pt x="417" y="490"/>
                </a:lnTo>
                <a:lnTo>
                  <a:pt x="417" y="491"/>
                </a:lnTo>
                <a:lnTo>
                  <a:pt x="416" y="491"/>
                </a:lnTo>
                <a:lnTo>
                  <a:pt x="415" y="490"/>
                </a:lnTo>
                <a:lnTo>
                  <a:pt x="416" y="490"/>
                </a:lnTo>
                <a:lnTo>
                  <a:pt x="416" y="489"/>
                </a:lnTo>
                <a:lnTo>
                  <a:pt x="415" y="489"/>
                </a:lnTo>
                <a:lnTo>
                  <a:pt x="416" y="489"/>
                </a:lnTo>
                <a:lnTo>
                  <a:pt x="416" y="488"/>
                </a:lnTo>
                <a:lnTo>
                  <a:pt x="417" y="488"/>
                </a:lnTo>
                <a:lnTo>
                  <a:pt x="417" y="487"/>
                </a:lnTo>
                <a:lnTo>
                  <a:pt x="417" y="486"/>
                </a:lnTo>
                <a:lnTo>
                  <a:pt x="417" y="485"/>
                </a:lnTo>
                <a:lnTo>
                  <a:pt x="418" y="484"/>
                </a:lnTo>
                <a:lnTo>
                  <a:pt x="417" y="484"/>
                </a:lnTo>
                <a:lnTo>
                  <a:pt x="417" y="485"/>
                </a:lnTo>
                <a:lnTo>
                  <a:pt x="416" y="486"/>
                </a:lnTo>
                <a:lnTo>
                  <a:pt x="417" y="486"/>
                </a:lnTo>
                <a:lnTo>
                  <a:pt x="417" y="487"/>
                </a:lnTo>
                <a:lnTo>
                  <a:pt x="416" y="487"/>
                </a:lnTo>
                <a:lnTo>
                  <a:pt x="415" y="488"/>
                </a:lnTo>
                <a:lnTo>
                  <a:pt x="414" y="488"/>
                </a:lnTo>
                <a:lnTo>
                  <a:pt x="413" y="488"/>
                </a:lnTo>
                <a:lnTo>
                  <a:pt x="413" y="489"/>
                </a:lnTo>
                <a:lnTo>
                  <a:pt x="412" y="489"/>
                </a:lnTo>
                <a:lnTo>
                  <a:pt x="411" y="490"/>
                </a:lnTo>
                <a:lnTo>
                  <a:pt x="410" y="490"/>
                </a:lnTo>
                <a:lnTo>
                  <a:pt x="409" y="490"/>
                </a:lnTo>
                <a:lnTo>
                  <a:pt x="408" y="490"/>
                </a:lnTo>
                <a:lnTo>
                  <a:pt x="408" y="491"/>
                </a:lnTo>
                <a:lnTo>
                  <a:pt x="407" y="491"/>
                </a:lnTo>
                <a:lnTo>
                  <a:pt x="407" y="490"/>
                </a:lnTo>
                <a:lnTo>
                  <a:pt x="406" y="490"/>
                </a:lnTo>
                <a:lnTo>
                  <a:pt x="405" y="490"/>
                </a:lnTo>
                <a:lnTo>
                  <a:pt x="404" y="489"/>
                </a:lnTo>
                <a:lnTo>
                  <a:pt x="403" y="489"/>
                </a:lnTo>
                <a:lnTo>
                  <a:pt x="402" y="489"/>
                </a:lnTo>
                <a:lnTo>
                  <a:pt x="402" y="487"/>
                </a:lnTo>
                <a:lnTo>
                  <a:pt x="402" y="486"/>
                </a:lnTo>
                <a:lnTo>
                  <a:pt x="401" y="486"/>
                </a:lnTo>
                <a:lnTo>
                  <a:pt x="401" y="485"/>
                </a:lnTo>
                <a:lnTo>
                  <a:pt x="401" y="484"/>
                </a:lnTo>
                <a:lnTo>
                  <a:pt x="400" y="484"/>
                </a:lnTo>
                <a:lnTo>
                  <a:pt x="399" y="484"/>
                </a:lnTo>
                <a:lnTo>
                  <a:pt x="398" y="483"/>
                </a:lnTo>
                <a:lnTo>
                  <a:pt x="399" y="483"/>
                </a:lnTo>
                <a:lnTo>
                  <a:pt x="398" y="483"/>
                </a:lnTo>
                <a:lnTo>
                  <a:pt x="398" y="482"/>
                </a:lnTo>
                <a:lnTo>
                  <a:pt x="397" y="482"/>
                </a:lnTo>
                <a:lnTo>
                  <a:pt x="397" y="480"/>
                </a:lnTo>
                <a:lnTo>
                  <a:pt x="398" y="480"/>
                </a:lnTo>
                <a:lnTo>
                  <a:pt x="399" y="480"/>
                </a:lnTo>
                <a:lnTo>
                  <a:pt x="399" y="479"/>
                </a:lnTo>
                <a:lnTo>
                  <a:pt x="399" y="478"/>
                </a:lnTo>
                <a:lnTo>
                  <a:pt x="399" y="477"/>
                </a:lnTo>
                <a:lnTo>
                  <a:pt x="398" y="477"/>
                </a:lnTo>
                <a:lnTo>
                  <a:pt x="398" y="476"/>
                </a:lnTo>
                <a:lnTo>
                  <a:pt x="399" y="476"/>
                </a:lnTo>
                <a:lnTo>
                  <a:pt x="400" y="476"/>
                </a:lnTo>
                <a:lnTo>
                  <a:pt x="401" y="476"/>
                </a:lnTo>
                <a:lnTo>
                  <a:pt x="402" y="475"/>
                </a:lnTo>
                <a:lnTo>
                  <a:pt x="401" y="475"/>
                </a:lnTo>
                <a:lnTo>
                  <a:pt x="400" y="475"/>
                </a:lnTo>
                <a:lnTo>
                  <a:pt x="401" y="474"/>
                </a:lnTo>
                <a:lnTo>
                  <a:pt x="401" y="473"/>
                </a:lnTo>
                <a:lnTo>
                  <a:pt x="401" y="474"/>
                </a:lnTo>
                <a:lnTo>
                  <a:pt x="400" y="475"/>
                </a:lnTo>
                <a:lnTo>
                  <a:pt x="399" y="475"/>
                </a:lnTo>
                <a:lnTo>
                  <a:pt x="399" y="474"/>
                </a:lnTo>
                <a:lnTo>
                  <a:pt x="398" y="474"/>
                </a:lnTo>
                <a:lnTo>
                  <a:pt x="398" y="473"/>
                </a:lnTo>
                <a:lnTo>
                  <a:pt x="399" y="473"/>
                </a:lnTo>
                <a:lnTo>
                  <a:pt x="399" y="472"/>
                </a:lnTo>
                <a:lnTo>
                  <a:pt x="398" y="472"/>
                </a:lnTo>
                <a:lnTo>
                  <a:pt x="397" y="472"/>
                </a:lnTo>
                <a:lnTo>
                  <a:pt x="397" y="471"/>
                </a:lnTo>
                <a:lnTo>
                  <a:pt x="397" y="470"/>
                </a:lnTo>
                <a:lnTo>
                  <a:pt x="396" y="470"/>
                </a:lnTo>
                <a:lnTo>
                  <a:pt x="396" y="469"/>
                </a:lnTo>
                <a:lnTo>
                  <a:pt x="395" y="469"/>
                </a:lnTo>
                <a:lnTo>
                  <a:pt x="395" y="470"/>
                </a:lnTo>
                <a:lnTo>
                  <a:pt x="396" y="470"/>
                </a:lnTo>
                <a:lnTo>
                  <a:pt x="397" y="470"/>
                </a:lnTo>
                <a:lnTo>
                  <a:pt x="397" y="471"/>
                </a:lnTo>
                <a:lnTo>
                  <a:pt x="397" y="472"/>
                </a:lnTo>
                <a:lnTo>
                  <a:pt x="396" y="472"/>
                </a:lnTo>
                <a:lnTo>
                  <a:pt x="396" y="471"/>
                </a:lnTo>
                <a:lnTo>
                  <a:pt x="395" y="471"/>
                </a:lnTo>
                <a:lnTo>
                  <a:pt x="396" y="471"/>
                </a:lnTo>
                <a:lnTo>
                  <a:pt x="396" y="472"/>
                </a:lnTo>
                <a:lnTo>
                  <a:pt x="396" y="473"/>
                </a:lnTo>
                <a:lnTo>
                  <a:pt x="397" y="473"/>
                </a:lnTo>
                <a:lnTo>
                  <a:pt x="398" y="473"/>
                </a:lnTo>
                <a:lnTo>
                  <a:pt x="398" y="474"/>
                </a:lnTo>
                <a:lnTo>
                  <a:pt x="397" y="474"/>
                </a:lnTo>
                <a:lnTo>
                  <a:pt x="397" y="476"/>
                </a:lnTo>
                <a:lnTo>
                  <a:pt x="397" y="477"/>
                </a:lnTo>
                <a:lnTo>
                  <a:pt x="396" y="478"/>
                </a:lnTo>
                <a:lnTo>
                  <a:pt x="397" y="479"/>
                </a:lnTo>
                <a:lnTo>
                  <a:pt x="396" y="479"/>
                </a:lnTo>
                <a:lnTo>
                  <a:pt x="396" y="480"/>
                </a:lnTo>
                <a:lnTo>
                  <a:pt x="395" y="479"/>
                </a:lnTo>
                <a:lnTo>
                  <a:pt x="394" y="479"/>
                </a:lnTo>
                <a:lnTo>
                  <a:pt x="395" y="480"/>
                </a:lnTo>
                <a:lnTo>
                  <a:pt x="396" y="480"/>
                </a:lnTo>
                <a:lnTo>
                  <a:pt x="396" y="481"/>
                </a:lnTo>
                <a:lnTo>
                  <a:pt x="395" y="481"/>
                </a:lnTo>
                <a:lnTo>
                  <a:pt x="396" y="482"/>
                </a:lnTo>
                <a:lnTo>
                  <a:pt x="396" y="483"/>
                </a:lnTo>
                <a:lnTo>
                  <a:pt x="396" y="484"/>
                </a:lnTo>
                <a:lnTo>
                  <a:pt x="397" y="484"/>
                </a:lnTo>
                <a:lnTo>
                  <a:pt x="397" y="485"/>
                </a:lnTo>
                <a:lnTo>
                  <a:pt x="396" y="485"/>
                </a:lnTo>
                <a:lnTo>
                  <a:pt x="397" y="486"/>
                </a:lnTo>
                <a:lnTo>
                  <a:pt x="398" y="486"/>
                </a:lnTo>
                <a:lnTo>
                  <a:pt x="399" y="486"/>
                </a:lnTo>
                <a:lnTo>
                  <a:pt x="399" y="487"/>
                </a:lnTo>
                <a:lnTo>
                  <a:pt x="398" y="487"/>
                </a:lnTo>
                <a:lnTo>
                  <a:pt x="399" y="487"/>
                </a:lnTo>
                <a:lnTo>
                  <a:pt x="399" y="488"/>
                </a:lnTo>
                <a:lnTo>
                  <a:pt x="398" y="488"/>
                </a:lnTo>
                <a:lnTo>
                  <a:pt x="397" y="488"/>
                </a:lnTo>
                <a:lnTo>
                  <a:pt x="395" y="488"/>
                </a:lnTo>
                <a:lnTo>
                  <a:pt x="394" y="488"/>
                </a:lnTo>
                <a:lnTo>
                  <a:pt x="394" y="487"/>
                </a:lnTo>
                <a:lnTo>
                  <a:pt x="393" y="487"/>
                </a:lnTo>
                <a:lnTo>
                  <a:pt x="392" y="487"/>
                </a:lnTo>
                <a:lnTo>
                  <a:pt x="391" y="487"/>
                </a:lnTo>
                <a:lnTo>
                  <a:pt x="390" y="488"/>
                </a:lnTo>
                <a:lnTo>
                  <a:pt x="389" y="488"/>
                </a:lnTo>
                <a:lnTo>
                  <a:pt x="388" y="489"/>
                </a:lnTo>
                <a:lnTo>
                  <a:pt x="388" y="490"/>
                </a:lnTo>
                <a:lnTo>
                  <a:pt x="387" y="490"/>
                </a:lnTo>
                <a:lnTo>
                  <a:pt x="387" y="489"/>
                </a:lnTo>
                <a:lnTo>
                  <a:pt x="386" y="489"/>
                </a:lnTo>
                <a:lnTo>
                  <a:pt x="386" y="488"/>
                </a:lnTo>
                <a:lnTo>
                  <a:pt x="387" y="487"/>
                </a:lnTo>
                <a:lnTo>
                  <a:pt x="386" y="487"/>
                </a:lnTo>
                <a:lnTo>
                  <a:pt x="386" y="486"/>
                </a:lnTo>
                <a:lnTo>
                  <a:pt x="386" y="485"/>
                </a:lnTo>
                <a:lnTo>
                  <a:pt x="385" y="485"/>
                </a:lnTo>
                <a:lnTo>
                  <a:pt x="384" y="485"/>
                </a:lnTo>
                <a:lnTo>
                  <a:pt x="384" y="484"/>
                </a:lnTo>
                <a:lnTo>
                  <a:pt x="385" y="484"/>
                </a:lnTo>
                <a:lnTo>
                  <a:pt x="386" y="484"/>
                </a:lnTo>
                <a:lnTo>
                  <a:pt x="385" y="483"/>
                </a:lnTo>
                <a:lnTo>
                  <a:pt x="385" y="482"/>
                </a:lnTo>
                <a:lnTo>
                  <a:pt x="384" y="482"/>
                </a:lnTo>
                <a:lnTo>
                  <a:pt x="384" y="481"/>
                </a:lnTo>
                <a:lnTo>
                  <a:pt x="384" y="480"/>
                </a:lnTo>
                <a:lnTo>
                  <a:pt x="385" y="480"/>
                </a:lnTo>
                <a:lnTo>
                  <a:pt x="385" y="479"/>
                </a:lnTo>
                <a:lnTo>
                  <a:pt x="385" y="478"/>
                </a:lnTo>
                <a:lnTo>
                  <a:pt x="385" y="477"/>
                </a:lnTo>
                <a:lnTo>
                  <a:pt x="384" y="477"/>
                </a:lnTo>
                <a:lnTo>
                  <a:pt x="384" y="478"/>
                </a:lnTo>
                <a:lnTo>
                  <a:pt x="384" y="479"/>
                </a:lnTo>
                <a:lnTo>
                  <a:pt x="383" y="479"/>
                </a:lnTo>
                <a:lnTo>
                  <a:pt x="383" y="480"/>
                </a:lnTo>
                <a:lnTo>
                  <a:pt x="382" y="480"/>
                </a:lnTo>
                <a:lnTo>
                  <a:pt x="382" y="479"/>
                </a:lnTo>
                <a:lnTo>
                  <a:pt x="381" y="479"/>
                </a:lnTo>
                <a:lnTo>
                  <a:pt x="381" y="478"/>
                </a:lnTo>
                <a:lnTo>
                  <a:pt x="381" y="479"/>
                </a:lnTo>
                <a:lnTo>
                  <a:pt x="380" y="479"/>
                </a:lnTo>
                <a:lnTo>
                  <a:pt x="380" y="478"/>
                </a:lnTo>
                <a:lnTo>
                  <a:pt x="380" y="479"/>
                </a:lnTo>
                <a:lnTo>
                  <a:pt x="381" y="479"/>
                </a:lnTo>
                <a:lnTo>
                  <a:pt x="381" y="481"/>
                </a:lnTo>
                <a:lnTo>
                  <a:pt x="380" y="481"/>
                </a:lnTo>
                <a:lnTo>
                  <a:pt x="381" y="483"/>
                </a:lnTo>
                <a:lnTo>
                  <a:pt x="380" y="484"/>
                </a:lnTo>
                <a:lnTo>
                  <a:pt x="379" y="484"/>
                </a:lnTo>
                <a:lnTo>
                  <a:pt x="378" y="482"/>
                </a:lnTo>
                <a:lnTo>
                  <a:pt x="378" y="481"/>
                </a:lnTo>
                <a:lnTo>
                  <a:pt x="378" y="480"/>
                </a:lnTo>
                <a:lnTo>
                  <a:pt x="378" y="479"/>
                </a:lnTo>
                <a:lnTo>
                  <a:pt x="378" y="477"/>
                </a:lnTo>
                <a:lnTo>
                  <a:pt x="378" y="476"/>
                </a:lnTo>
                <a:lnTo>
                  <a:pt x="379" y="475"/>
                </a:lnTo>
                <a:lnTo>
                  <a:pt x="379" y="474"/>
                </a:lnTo>
                <a:lnTo>
                  <a:pt x="379" y="473"/>
                </a:lnTo>
                <a:lnTo>
                  <a:pt x="380" y="473"/>
                </a:lnTo>
                <a:lnTo>
                  <a:pt x="380" y="472"/>
                </a:lnTo>
                <a:lnTo>
                  <a:pt x="381" y="472"/>
                </a:lnTo>
                <a:lnTo>
                  <a:pt x="381" y="471"/>
                </a:lnTo>
                <a:lnTo>
                  <a:pt x="381" y="470"/>
                </a:lnTo>
                <a:lnTo>
                  <a:pt x="380" y="471"/>
                </a:lnTo>
                <a:lnTo>
                  <a:pt x="380" y="472"/>
                </a:lnTo>
                <a:lnTo>
                  <a:pt x="379" y="472"/>
                </a:lnTo>
                <a:lnTo>
                  <a:pt x="379" y="471"/>
                </a:lnTo>
                <a:lnTo>
                  <a:pt x="379" y="470"/>
                </a:lnTo>
                <a:lnTo>
                  <a:pt x="379" y="471"/>
                </a:lnTo>
                <a:lnTo>
                  <a:pt x="379" y="472"/>
                </a:lnTo>
                <a:lnTo>
                  <a:pt x="379" y="473"/>
                </a:lnTo>
                <a:lnTo>
                  <a:pt x="378" y="473"/>
                </a:lnTo>
                <a:lnTo>
                  <a:pt x="378" y="474"/>
                </a:lnTo>
                <a:lnTo>
                  <a:pt x="377" y="473"/>
                </a:lnTo>
                <a:lnTo>
                  <a:pt x="377" y="474"/>
                </a:lnTo>
                <a:lnTo>
                  <a:pt x="378" y="474"/>
                </a:lnTo>
                <a:lnTo>
                  <a:pt x="378" y="475"/>
                </a:lnTo>
                <a:lnTo>
                  <a:pt x="377" y="476"/>
                </a:lnTo>
                <a:lnTo>
                  <a:pt x="377" y="477"/>
                </a:lnTo>
                <a:lnTo>
                  <a:pt x="377" y="480"/>
                </a:lnTo>
                <a:lnTo>
                  <a:pt x="376" y="480"/>
                </a:lnTo>
                <a:lnTo>
                  <a:pt x="375" y="480"/>
                </a:lnTo>
                <a:lnTo>
                  <a:pt x="374" y="479"/>
                </a:lnTo>
                <a:lnTo>
                  <a:pt x="374" y="478"/>
                </a:lnTo>
                <a:lnTo>
                  <a:pt x="374" y="477"/>
                </a:lnTo>
                <a:lnTo>
                  <a:pt x="374" y="476"/>
                </a:lnTo>
                <a:lnTo>
                  <a:pt x="374" y="475"/>
                </a:lnTo>
                <a:lnTo>
                  <a:pt x="374" y="474"/>
                </a:lnTo>
                <a:lnTo>
                  <a:pt x="373" y="473"/>
                </a:lnTo>
                <a:lnTo>
                  <a:pt x="372" y="473"/>
                </a:lnTo>
                <a:lnTo>
                  <a:pt x="372" y="472"/>
                </a:lnTo>
                <a:lnTo>
                  <a:pt x="371" y="472"/>
                </a:lnTo>
                <a:lnTo>
                  <a:pt x="371" y="471"/>
                </a:lnTo>
                <a:lnTo>
                  <a:pt x="371" y="470"/>
                </a:lnTo>
                <a:lnTo>
                  <a:pt x="372" y="470"/>
                </a:lnTo>
                <a:lnTo>
                  <a:pt x="373" y="470"/>
                </a:lnTo>
                <a:lnTo>
                  <a:pt x="373" y="469"/>
                </a:lnTo>
                <a:lnTo>
                  <a:pt x="372" y="469"/>
                </a:lnTo>
                <a:lnTo>
                  <a:pt x="373" y="469"/>
                </a:lnTo>
                <a:lnTo>
                  <a:pt x="373" y="468"/>
                </a:lnTo>
                <a:lnTo>
                  <a:pt x="374" y="468"/>
                </a:lnTo>
                <a:lnTo>
                  <a:pt x="374" y="467"/>
                </a:lnTo>
                <a:lnTo>
                  <a:pt x="375" y="467"/>
                </a:lnTo>
                <a:lnTo>
                  <a:pt x="374" y="467"/>
                </a:lnTo>
                <a:lnTo>
                  <a:pt x="375" y="466"/>
                </a:lnTo>
                <a:lnTo>
                  <a:pt x="376" y="465"/>
                </a:lnTo>
                <a:lnTo>
                  <a:pt x="375" y="465"/>
                </a:lnTo>
                <a:lnTo>
                  <a:pt x="375" y="464"/>
                </a:lnTo>
                <a:lnTo>
                  <a:pt x="375" y="463"/>
                </a:lnTo>
                <a:lnTo>
                  <a:pt x="376" y="463"/>
                </a:lnTo>
                <a:lnTo>
                  <a:pt x="377" y="462"/>
                </a:lnTo>
                <a:lnTo>
                  <a:pt x="378" y="462"/>
                </a:lnTo>
                <a:lnTo>
                  <a:pt x="377" y="461"/>
                </a:lnTo>
                <a:lnTo>
                  <a:pt x="376" y="460"/>
                </a:lnTo>
                <a:lnTo>
                  <a:pt x="376" y="461"/>
                </a:lnTo>
                <a:lnTo>
                  <a:pt x="375" y="461"/>
                </a:lnTo>
                <a:lnTo>
                  <a:pt x="375" y="460"/>
                </a:lnTo>
                <a:lnTo>
                  <a:pt x="375" y="461"/>
                </a:lnTo>
                <a:lnTo>
                  <a:pt x="374" y="461"/>
                </a:lnTo>
                <a:lnTo>
                  <a:pt x="373" y="461"/>
                </a:lnTo>
                <a:lnTo>
                  <a:pt x="372" y="461"/>
                </a:lnTo>
                <a:lnTo>
                  <a:pt x="371" y="461"/>
                </a:lnTo>
                <a:lnTo>
                  <a:pt x="371" y="460"/>
                </a:lnTo>
                <a:lnTo>
                  <a:pt x="371" y="461"/>
                </a:lnTo>
                <a:lnTo>
                  <a:pt x="370" y="461"/>
                </a:lnTo>
                <a:lnTo>
                  <a:pt x="370" y="459"/>
                </a:lnTo>
                <a:lnTo>
                  <a:pt x="370" y="458"/>
                </a:lnTo>
                <a:lnTo>
                  <a:pt x="370" y="459"/>
                </a:lnTo>
                <a:lnTo>
                  <a:pt x="369" y="459"/>
                </a:lnTo>
                <a:lnTo>
                  <a:pt x="369" y="460"/>
                </a:lnTo>
                <a:lnTo>
                  <a:pt x="368" y="460"/>
                </a:lnTo>
                <a:lnTo>
                  <a:pt x="368" y="461"/>
                </a:lnTo>
                <a:lnTo>
                  <a:pt x="367" y="462"/>
                </a:lnTo>
                <a:lnTo>
                  <a:pt x="367" y="461"/>
                </a:lnTo>
                <a:lnTo>
                  <a:pt x="366" y="461"/>
                </a:lnTo>
                <a:lnTo>
                  <a:pt x="365" y="461"/>
                </a:lnTo>
                <a:lnTo>
                  <a:pt x="365" y="462"/>
                </a:lnTo>
                <a:lnTo>
                  <a:pt x="366" y="462"/>
                </a:lnTo>
                <a:lnTo>
                  <a:pt x="366" y="463"/>
                </a:lnTo>
                <a:lnTo>
                  <a:pt x="365" y="463"/>
                </a:lnTo>
                <a:lnTo>
                  <a:pt x="364" y="463"/>
                </a:lnTo>
                <a:lnTo>
                  <a:pt x="365" y="463"/>
                </a:lnTo>
                <a:lnTo>
                  <a:pt x="365" y="464"/>
                </a:lnTo>
                <a:lnTo>
                  <a:pt x="365" y="465"/>
                </a:lnTo>
                <a:lnTo>
                  <a:pt x="364" y="465"/>
                </a:lnTo>
                <a:lnTo>
                  <a:pt x="364" y="466"/>
                </a:lnTo>
                <a:lnTo>
                  <a:pt x="363" y="466"/>
                </a:lnTo>
                <a:lnTo>
                  <a:pt x="363" y="465"/>
                </a:lnTo>
                <a:lnTo>
                  <a:pt x="362" y="465"/>
                </a:lnTo>
                <a:lnTo>
                  <a:pt x="362" y="464"/>
                </a:lnTo>
                <a:lnTo>
                  <a:pt x="362" y="463"/>
                </a:lnTo>
                <a:lnTo>
                  <a:pt x="362" y="462"/>
                </a:lnTo>
                <a:lnTo>
                  <a:pt x="362" y="463"/>
                </a:lnTo>
                <a:lnTo>
                  <a:pt x="361" y="463"/>
                </a:lnTo>
                <a:lnTo>
                  <a:pt x="362" y="463"/>
                </a:lnTo>
                <a:lnTo>
                  <a:pt x="362" y="464"/>
                </a:lnTo>
                <a:lnTo>
                  <a:pt x="362" y="465"/>
                </a:lnTo>
                <a:lnTo>
                  <a:pt x="363" y="465"/>
                </a:lnTo>
                <a:lnTo>
                  <a:pt x="363" y="466"/>
                </a:lnTo>
                <a:lnTo>
                  <a:pt x="363" y="467"/>
                </a:lnTo>
                <a:lnTo>
                  <a:pt x="364" y="467"/>
                </a:lnTo>
                <a:lnTo>
                  <a:pt x="365" y="468"/>
                </a:lnTo>
                <a:lnTo>
                  <a:pt x="366" y="468"/>
                </a:lnTo>
                <a:lnTo>
                  <a:pt x="366" y="469"/>
                </a:lnTo>
                <a:lnTo>
                  <a:pt x="366" y="470"/>
                </a:lnTo>
                <a:lnTo>
                  <a:pt x="366" y="471"/>
                </a:lnTo>
                <a:lnTo>
                  <a:pt x="366" y="472"/>
                </a:lnTo>
                <a:lnTo>
                  <a:pt x="367" y="472"/>
                </a:lnTo>
                <a:lnTo>
                  <a:pt x="367" y="473"/>
                </a:lnTo>
                <a:lnTo>
                  <a:pt x="366" y="473"/>
                </a:lnTo>
                <a:lnTo>
                  <a:pt x="367" y="473"/>
                </a:lnTo>
                <a:lnTo>
                  <a:pt x="368" y="473"/>
                </a:lnTo>
                <a:lnTo>
                  <a:pt x="368" y="474"/>
                </a:lnTo>
                <a:lnTo>
                  <a:pt x="368" y="475"/>
                </a:lnTo>
                <a:lnTo>
                  <a:pt x="369" y="475"/>
                </a:lnTo>
                <a:lnTo>
                  <a:pt x="370" y="475"/>
                </a:lnTo>
                <a:lnTo>
                  <a:pt x="370" y="476"/>
                </a:lnTo>
                <a:lnTo>
                  <a:pt x="369" y="476"/>
                </a:lnTo>
                <a:lnTo>
                  <a:pt x="369" y="477"/>
                </a:lnTo>
                <a:lnTo>
                  <a:pt x="368" y="477"/>
                </a:lnTo>
                <a:lnTo>
                  <a:pt x="367" y="478"/>
                </a:lnTo>
                <a:lnTo>
                  <a:pt x="366" y="478"/>
                </a:lnTo>
                <a:lnTo>
                  <a:pt x="367" y="478"/>
                </a:lnTo>
                <a:lnTo>
                  <a:pt x="367" y="477"/>
                </a:lnTo>
                <a:lnTo>
                  <a:pt x="366" y="477"/>
                </a:lnTo>
                <a:lnTo>
                  <a:pt x="366" y="478"/>
                </a:lnTo>
                <a:lnTo>
                  <a:pt x="366" y="477"/>
                </a:lnTo>
                <a:lnTo>
                  <a:pt x="366" y="476"/>
                </a:lnTo>
                <a:lnTo>
                  <a:pt x="366" y="475"/>
                </a:lnTo>
                <a:lnTo>
                  <a:pt x="366" y="476"/>
                </a:lnTo>
                <a:lnTo>
                  <a:pt x="366" y="477"/>
                </a:lnTo>
                <a:lnTo>
                  <a:pt x="366" y="478"/>
                </a:lnTo>
                <a:lnTo>
                  <a:pt x="366" y="479"/>
                </a:lnTo>
                <a:lnTo>
                  <a:pt x="366" y="480"/>
                </a:lnTo>
                <a:lnTo>
                  <a:pt x="366" y="479"/>
                </a:lnTo>
                <a:lnTo>
                  <a:pt x="367" y="479"/>
                </a:lnTo>
                <a:lnTo>
                  <a:pt x="367" y="480"/>
                </a:lnTo>
                <a:lnTo>
                  <a:pt x="368" y="480"/>
                </a:lnTo>
                <a:lnTo>
                  <a:pt x="368" y="479"/>
                </a:lnTo>
                <a:lnTo>
                  <a:pt x="368" y="478"/>
                </a:lnTo>
                <a:lnTo>
                  <a:pt x="369" y="478"/>
                </a:lnTo>
                <a:lnTo>
                  <a:pt x="369" y="477"/>
                </a:lnTo>
                <a:lnTo>
                  <a:pt x="370" y="478"/>
                </a:lnTo>
                <a:lnTo>
                  <a:pt x="370" y="479"/>
                </a:lnTo>
                <a:lnTo>
                  <a:pt x="369" y="480"/>
                </a:lnTo>
                <a:lnTo>
                  <a:pt x="369" y="481"/>
                </a:lnTo>
                <a:lnTo>
                  <a:pt x="368" y="481"/>
                </a:lnTo>
                <a:lnTo>
                  <a:pt x="368" y="482"/>
                </a:lnTo>
                <a:lnTo>
                  <a:pt x="369" y="482"/>
                </a:lnTo>
                <a:lnTo>
                  <a:pt x="369" y="481"/>
                </a:lnTo>
                <a:lnTo>
                  <a:pt x="370" y="481"/>
                </a:lnTo>
                <a:lnTo>
                  <a:pt x="371" y="480"/>
                </a:lnTo>
                <a:lnTo>
                  <a:pt x="370" y="480"/>
                </a:lnTo>
                <a:lnTo>
                  <a:pt x="371" y="480"/>
                </a:lnTo>
                <a:lnTo>
                  <a:pt x="372" y="481"/>
                </a:lnTo>
                <a:lnTo>
                  <a:pt x="372" y="482"/>
                </a:lnTo>
                <a:lnTo>
                  <a:pt x="371" y="483"/>
                </a:lnTo>
                <a:lnTo>
                  <a:pt x="372" y="484"/>
                </a:lnTo>
                <a:lnTo>
                  <a:pt x="371" y="484"/>
                </a:lnTo>
                <a:lnTo>
                  <a:pt x="370" y="484"/>
                </a:lnTo>
                <a:lnTo>
                  <a:pt x="370" y="485"/>
                </a:lnTo>
                <a:lnTo>
                  <a:pt x="369" y="485"/>
                </a:lnTo>
                <a:lnTo>
                  <a:pt x="370" y="485"/>
                </a:lnTo>
                <a:lnTo>
                  <a:pt x="370" y="484"/>
                </a:lnTo>
                <a:lnTo>
                  <a:pt x="371" y="484"/>
                </a:lnTo>
                <a:lnTo>
                  <a:pt x="371" y="485"/>
                </a:lnTo>
                <a:lnTo>
                  <a:pt x="370" y="485"/>
                </a:lnTo>
                <a:lnTo>
                  <a:pt x="370" y="486"/>
                </a:lnTo>
                <a:lnTo>
                  <a:pt x="370" y="487"/>
                </a:lnTo>
                <a:lnTo>
                  <a:pt x="369" y="487"/>
                </a:lnTo>
                <a:lnTo>
                  <a:pt x="368" y="487"/>
                </a:lnTo>
                <a:lnTo>
                  <a:pt x="369" y="487"/>
                </a:lnTo>
                <a:lnTo>
                  <a:pt x="368" y="487"/>
                </a:lnTo>
                <a:lnTo>
                  <a:pt x="368" y="486"/>
                </a:lnTo>
                <a:lnTo>
                  <a:pt x="368" y="487"/>
                </a:lnTo>
                <a:lnTo>
                  <a:pt x="368" y="488"/>
                </a:lnTo>
                <a:lnTo>
                  <a:pt x="368" y="489"/>
                </a:lnTo>
                <a:lnTo>
                  <a:pt x="368" y="490"/>
                </a:lnTo>
                <a:lnTo>
                  <a:pt x="367" y="490"/>
                </a:lnTo>
                <a:lnTo>
                  <a:pt x="368" y="490"/>
                </a:lnTo>
                <a:lnTo>
                  <a:pt x="367" y="491"/>
                </a:lnTo>
                <a:lnTo>
                  <a:pt x="365" y="492"/>
                </a:lnTo>
                <a:lnTo>
                  <a:pt x="364" y="492"/>
                </a:lnTo>
                <a:lnTo>
                  <a:pt x="363" y="492"/>
                </a:lnTo>
                <a:lnTo>
                  <a:pt x="363" y="491"/>
                </a:lnTo>
                <a:lnTo>
                  <a:pt x="364" y="491"/>
                </a:lnTo>
                <a:lnTo>
                  <a:pt x="364" y="490"/>
                </a:lnTo>
                <a:lnTo>
                  <a:pt x="365" y="490"/>
                </a:lnTo>
                <a:lnTo>
                  <a:pt x="365" y="489"/>
                </a:lnTo>
                <a:lnTo>
                  <a:pt x="364" y="489"/>
                </a:lnTo>
                <a:lnTo>
                  <a:pt x="364" y="490"/>
                </a:lnTo>
                <a:lnTo>
                  <a:pt x="363" y="491"/>
                </a:lnTo>
                <a:lnTo>
                  <a:pt x="363" y="492"/>
                </a:lnTo>
                <a:lnTo>
                  <a:pt x="363" y="493"/>
                </a:lnTo>
                <a:lnTo>
                  <a:pt x="364" y="493"/>
                </a:lnTo>
                <a:lnTo>
                  <a:pt x="364" y="494"/>
                </a:lnTo>
                <a:lnTo>
                  <a:pt x="363" y="494"/>
                </a:lnTo>
                <a:lnTo>
                  <a:pt x="362" y="494"/>
                </a:lnTo>
                <a:lnTo>
                  <a:pt x="363" y="494"/>
                </a:lnTo>
                <a:lnTo>
                  <a:pt x="363" y="495"/>
                </a:lnTo>
                <a:lnTo>
                  <a:pt x="362" y="495"/>
                </a:lnTo>
                <a:lnTo>
                  <a:pt x="361" y="495"/>
                </a:lnTo>
                <a:lnTo>
                  <a:pt x="360" y="495"/>
                </a:lnTo>
                <a:lnTo>
                  <a:pt x="358" y="495"/>
                </a:lnTo>
                <a:lnTo>
                  <a:pt x="357" y="496"/>
                </a:lnTo>
                <a:lnTo>
                  <a:pt x="357" y="497"/>
                </a:lnTo>
                <a:lnTo>
                  <a:pt x="354" y="497"/>
                </a:lnTo>
                <a:lnTo>
                  <a:pt x="354" y="496"/>
                </a:lnTo>
                <a:lnTo>
                  <a:pt x="354" y="495"/>
                </a:lnTo>
                <a:lnTo>
                  <a:pt x="355" y="493"/>
                </a:lnTo>
                <a:lnTo>
                  <a:pt x="356" y="493"/>
                </a:lnTo>
                <a:lnTo>
                  <a:pt x="356" y="492"/>
                </a:lnTo>
                <a:lnTo>
                  <a:pt x="355" y="491"/>
                </a:lnTo>
                <a:lnTo>
                  <a:pt x="356" y="491"/>
                </a:lnTo>
                <a:lnTo>
                  <a:pt x="357" y="491"/>
                </a:lnTo>
                <a:lnTo>
                  <a:pt x="358" y="490"/>
                </a:lnTo>
                <a:lnTo>
                  <a:pt x="359" y="491"/>
                </a:lnTo>
                <a:lnTo>
                  <a:pt x="359" y="490"/>
                </a:lnTo>
                <a:lnTo>
                  <a:pt x="360" y="490"/>
                </a:lnTo>
                <a:lnTo>
                  <a:pt x="360" y="489"/>
                </a:lnTo>
                <a:lnTo>
                  <a:pt x="359" y="489"/>
                </a:lnTo>
                <a:lnTo>
                  <a:pt x="359" y="490"/>
                </a:lnTo>
                <a:lnTo>
                  <a:pt x="358" y="490"/>
                </a:lnTo>
                <a:lnTo>
                  <a:pt x="358" y="489"/>
                </a:lnTo>
                <a:lnTo>
                  <a:pt x="358" y="488"/>
                </a:lnTo>
                <a:lnTo>
                  <a:pt x="359" y="488"/>
                </a:lnTo>
                <a:lnTo>
                  <a:pt x="358" y="488"/>
                </a:lnTo>
                <a:lnTo>
                  <a:pt x="358" y="487"/>
                </a:lnTo>
                <a:lnTo>
                  <a:pt x="359" y="487"/>
                </a:lnTo>
                <a:lnTo>
                  <a:pt x="360" y="486"/>
                </a:lnTo>
                <a:lnTo>
                  <a:pt x="360" y="485"/>
                </a:lnTo>
                <a:lnTo>
                  <a:pt x="361" y="485"/>
                </a:lnTo>
                <a:lnTo>
                  <a:pt x="362" y="485"/>
                </a:lnTo>
                <a:lnTo>
                  <a:pt x="362" y="484"/>
                </a:lnTo>
                <a:lnTo>
                  <a:pt x="363" y="484"/>
                </a:lnTo>
                <a:lnTo>
                  <a:pt x="363" y="483"/>
                </a:lnTo>
                <a:lnTo>
                  <a:pt x="361" y="483"/>
                </a:lnTo>
                <a:lnTo>
                  <a:pt x="361" y="484"/>
                </a:lnTo>
                <a:lnTo>
                  <a:pt x="360" y="484"/>
                </a:lnTo>
                <a:lnTo>
                  <a:pt x="359" y="484"/>
                </a:lnTo>
                <a:lnTo>
                  <a:pt x="359" y="485"/>
                </a:lnTo>
                <a:lnTo>
                  <a:pt x="359" y="484"/>
                </a:lnTo>
                <a:lnTo>
                  <a:pt x="358" y="485"/>
                </a:lnTo>
                <a:lnTo>
                  <a:pt x="358" y="484"/>
                </a:lnTo>
                <a:lnTo>
                  <a:pt x="358" y="483"/>
                </a:lnTo>
                <a:lnTo>
                  <a:pt x="359" y="483"/>
                </a:lnTo>
                <a:lnTo>
                  <a:pt x="359" y="482"/>
                </a:lnTo>
                <a:lnTo>
                  <a:pt x="360" y="482"/>
                </a:lnTo>
                <a:lnTo>
                  <a:pt x="359" y="482"/>
                </a:lnTo>
                <a:lnTo>
                  <a:pt x="360" y="482"/>
                </a:lnTo>
                <a:lnTo>
                  <a:pt x="360" y="481"/>
                </a:lnTo>
                <a:lnTo>
                  <a:pt x="359" y="481"/>
                </a:lnTo>
                <a:lnTo>
                  <a:pt x="358" y="481"/>
                </a:lnTo>
                <a:lnTo>
                  <a:pt x="358" y="482"/>
                </a:lnTo>
                <a:lnTo>
                  <a:pt x="358" y="483"/>
                </a:lnTo>
                <a:lnTo>
                  <a:pt x="357" y="484"/>
                </a:lnTo>
                <a:lnTo>
                  <a:pt x="356" y="484"/>
                </a:lnTo>
                <a:lnTo>
                  <a:pt x="356" y="483"/>
                </a:lnTo>
                <a:lnTo>
                  <a:pt x="355" y="483"/>
                </a:lnTo>
                <a:lnTo>
                  <a:pt x="354" y="483"/>
                </a:lnTo>
                <a:lnTo>
                  <a:pt x="354" y="482"/>
                </a:lnTo>
                <a:lnTo>
                  <a:pt x="354" y="481"/>
                </a:lnTo>
                <a:lnTo>
                  <a:pt x="353" y="482"/>
                </a:lnTo>
                <a:lnTo>
                  <a:pt x="352" y="482"/>
                </a:lnTo>
                <a:lnTo>
                  <a:pt x="351" y="482"/>
                </a:lnTo>
                <a:lnTo>
                  <a:pt x="351" y="481"/>
                </a:lnTo>
                <a:lnTo>
                  <a:pt x="351" y="480"/>
                </a:lnTo>
                <a:lnTo>
                  <a:pt x="351" y="479"/>
                </a:lnTo>
                <a:lnTo>
                  <a:pt x="350" y="479"/>
                </a:lnTo>
                <a:lnTo>
                  <a:pt x="350" y="480"/>
                </a:lnTo>
                <a:lnTo>
                  <a:pt x="350" y="481"/>
                </a:lnTo>
                <a:lnTo>
                  <a:pt x="351" y="482"/>
                </a:lnTo>
                <a:lnTo>
                  <a:pt x="351" y="483"/>
                </a:lnTo>
                <a:lnTo>
                  <a:pt x="351" y="484"/>
                </a:lnTo>
                <a:lnTo>
                  <a:pt x="350" y="484"/>
                </a:lnTo>
                <a:lnTo>
                  <a:pt x="350" y="485"/>
                </a:lnTo>
                <a:lnTo>
                  <a:pt x="350" y="483"/>
                </a:lnTo>
                <a:lnTo>
                  <a:pt x="350" y="482"/>
                </a:lnTo>
                <a:lnTo>
                  <a:pt x="349" y="483"/>
                </a:lnTo>
                <a:lnTo>
                  <a:pt x="349" y="485"/>
                </a:lnTo>
                <a:lnTo>
                  <a:pt x="350" y="485"/>
                </a:lnTo>
                <a:lnTo>
                  <a:pt x="350" y="486"/>
                </a:lnTo>
                <a:lnTo>
                  <a:pt x="350" y="487"/>
                </a:lnTo>
                <a:lnTo>
                  <a:pt x="349" y="487"/>
                </a:lnTo>
                <a:lnTo>
                  <a:pt x="349" y="488"/>
                </a:lnTo>
                <a:lnTo>
                  <a:pt x="349" y="489"/>
                </a:lnTo>
                <a:lnTo>
                  <a:pt x="348" y="489"/>
                </a:lnTo>
                <a:lnTo>
                  <a:pt x="348" y="490"/>
                </a:lnTo>
                <a:lnTo>
                  <a:pt x="347" y="491"/>
                </a:lnTo>
                <a:lnTo>
                  <a:pt x="348" y="491"/>
                </a:lnTo>
                <a:lnTo>
                  <a:pt x="349" y="491"/>
                </a:lnTo>
                <a:lnTo>
                  <a:pt x="350" y="491"/>
                </a:lnTo>
                <a:lnTo>
                  <a:pt x="350" y="492"/>
                </a:lnTo>
                <a:lnTo>
                  <a:pt x="349" y="492"/>
                </a:lnTo>
                <a:lnTo>
                  <a:pt x="349" y="493"/>
                </a:lnTo>
                <a:lnTo>
                  <a:pt x="348" y="494"/>
                </a:lnTo>
                <a:lnTo>
                  <a:pt x="347" y="495"/>
                </a:lnTo>
                <a:lnTo>
                  <a:pt x="347" y="496"/>
                </a:lnTo>
                <a:lnTo>
                  <a:pt x="347" y="497"/>
                </a:lnTo>
                <a:lnTo>
                  <a:pt x="346" y="497"/>
                </a:lnTo>
                <a:lnTo>
                  <a:pt x="345" y="497"/>
                </a:lnTo>
                <a:lnTo>
                  <a:pt x="344" y="497"/>
                </a:lnTo>
                <a:lnTo>
                  <a:pt x="344" y="498"/>
                </a:lnTo>
                <a:lnTo>
                  <a:pt x="344" y="499"/>
                </a:lnTo>
                <a:lnTo>
                  <a:pt x="343" y="499"/>
                </a:lnTo>
                <a:lnTo>
                  <a:pt x="342" y="499"/>
                </a:lnTo>
                <a:lnTo>
                  <a:pt x="341" y="500"/>
                </a:lnTo>
                <a:lnTo>
                  <a:pt x="340" y="500"/>
                </a:lnTo>
                <a:lnTo>
                  <a:pt x="340" y="501"/>
                </a:lnTo>
                <a:lnTo>
                  <a:pt x="340" y="500"/>
                </a:lnTo>
                <a:lnTo>
                  <a:pt x="339" y="500"/>
                </a:lnTo>
                <a:lnTo>
                  <a:pt x="340" y="499"/>
                </a:lnTo>
                <a:lnTo>
                  <a:pt x="341" y="497"/>
                </a:lnTo>
                <a:lnTo>
                  <a:pt x="342" y="497"/>
                </a:lnTo>
                <a:lnTo>
                  <a:pt x="342" y="496"/>
                </a:lnTo>
                <a:lnTo>
                  <a:pt x="344" y="493"/>
                </a:lnTo>
                <a:lnTo>
                  <a:pt x="344" y="492"/>
                </a:lnTo>
                <a:lnTo>
                  <a:pt x="345" y="491"/>
                </a:lnTo>
                <a:lnTo>
                  <a:pt x="344" y="491"/>
                </a:lnTo>
                <a:lnTo>
                  <a:pt x="344" y="492"/>
                </a:lnTo>
                <a:lnTo>
                  <a:pt x="343" y="492"/>
                </a:lnTo>
                <a:lnTo>
                  <a:pt x="343" y="491"/>
                </a:lnTo>
                <a:lnTo>
                  <a:pt x="343" y="490"/>
                </a:lnTo>
                <a:lnTo>
                  <a:pt x="343" y="489"/>
                </a:lnTo>
                <a:lnTo>
                  <a:pt x="343" y="488"/>
                </a:lnTo>
                <a:lnTo>
                  <a:pt x="342" y="488"/>
                </a:lnTo>
                <a:lnTo>
                  <a:pt x="342" y="489"/>
                </a:lnTo>
                <a:lnTo>
                  <a:pt x="341" y="489"/>
                </a:lnTo>
                <a:lnTo>
                  <a:pt x="340" y="489"/>
                </a:lnTo>
                <a:lnTo>
                  <a:pt x="340" y="488"/>
                </a:lnTo>
                <a:lnTo>
                  <a:pt x="341" y="488"/>
                </a:lnTo>
                <a:lnTo>
                  <a:pt x="340" y="488"/>
                </a:lnTo>
                <a:lnTo>
                  <a:pt x="340" y="489"/>
                </a:lnTo>
                <a:lnTo>
                  <a:pt x="340" y="490"/>
                </a:lnTo>
                <a:lnTo>
                  <a:pt x="339" y="490"/>
                </a:lnTo>
                <a:lnTo>
                  <a:pt x="338" y="490"/>
                </a:lnTo>
                <a:lnTo>
                  <a:pt x="338" y="489"/>
                </a:lnTo>
                <a:lnTo>
                  <a:pt x="338" y="490"/>
                </a:lnTo>
                <a:lnTo>
                  <a:pt x="337" y="490"/>
                </a:lnTo>
                <a:lnTo>
                  <a:pt x="336" y="490"/>
                </a:lnTo>
                <a:lnTo>
                  <a:pt x="336" y="491"/>
                </a:lnTo>
                <a:lnTo>
                  <a:pt x="336" y="490"/>
                </a:lnTo>
                <a:lnTo>
                  <a:pt x="335" y="490"/>
                </a:lnTo>
                <a:lnTo>
                  <a:pt x="336" y="491"/>
                </a:lnTo>
                <a:lnTo>
                  <a:pt x="336" y="492"/>
                </a:lnTo>
                <a:lnTo>
                  <a:pt x="335" y="492"/>
                </a:lnTo>
                <a:lnTo>
                  <a:pt x="334" y="492"/>
                </a:lnTo>
                <a:lnTo>
                  <a:pt x="334" y="493"/>
                </a:lnTo>
                <a:lnTo>
                  <a:pt x="334" y="494"/>
                </a:lnTo>
                <a:lnTo>
                  <a:pt x="333" y="493"/>
                </a:lnTo>
                <a:lnTo>
                  <a:pt x="333" y="494"/>
                </a:lnTo>
                <a:lnTo>
                  <a:pt x="333" y="495"/>
                </a:lnTo>
                <a:lnTo>
                  <a:pt x="334" y="495"/>
                </a:lnTo>
                <a:lnTo>
                  <a:pt x="334" y="496"/>
                </a:lnTo>
                <a:lnTo>
                  <a:pt x="335" y="496"/>
                </a:lnTo>
                <a:lnTo>
                  <a:pt x="336" y="496"/>
                </a:lnTo>
                <a:lnTo>
                  <a:pt x="337" y="497"/>
                </a:lnTo>
                <a:lnTo>
                  <a:pt x="337" y="498"/>
                </a:lnTo>
                <a:lnTo>
                  <a:pt x="336" y="498"/>
                </a:lnTo>
                <a:lnTo>
                  <a:pt x="335" y="498"/>
                </a:lnTo>
                <a:lnTo>
                  <a:pt x="334" y="498"/>
                </a:lnTo>
                <a:lnTo>
                  <a:pt x="333" y="499"/>
                </a:lnTo>
                <a:lnTo>
                  <a:pt x="331" y="499"/>
                </a:lnTo>
                <a:lnTo>
                  <a:pt x="332" y="498"/>
                </a:lnTo>
                <a:lnTo>
                  <a:pt x="333" y="498"/>
                </a:lnTo>
                <a:lnTo>
                  <a:pt x="332" y="498"/>
                </a:lnTo>
                <a:lnTo>
                  <a:pt x="332" y="497"/>
                </a:lnTo>
                <a:lnTo>
                  <a:pt x="331" y="498"/>
                </a:lnTo>
                <a:lnTo>
                  <a:pt x="330" y="497"/>
                </a:lnTo>
                <a:lnTo>
                  <a:pt x="328" y="496"/>
                </a:lnTo>
                <a:lnTo>
                  <a:pt x="328" y="497"/>
                </a:lnTo>
                <a:lnTo>
                  <a:pt x="327" y="497"/>
                </a:lnTo>
                <a:lnTo>
                  <a:pt x="326" y="497"/>
                </a:lnTo>
                <a:lnTo>
                  <a:pt x="325" y="497"/>
                </a:lnTo>
                <a:lnTo>
                  <a:pt x="325" y="496"/>
                </a:lnTo>
                <a:lnTo>
                  <a:pt x="324" y="496"/>
                </a:lnTo>
                <a:lnTo>
                  <a:pt x="323" y="496"/>
                </a:lnTo>
                <a:lnTo>
                  <a:pt x="322" y="496"/>
                </a:lnTo>
                <a:lnTo>
                  <a:pt x="323" y="496"/>
                </a:lnTo>
                <a:lnTo>
                  <a:pt x="322" y="496"/>
                </a:lnTo>
                <a:lnTo>
                  <a:pt x="321" y="496"/>
                </a:lnTo>
                <a:lnTo>
                  <a:pt x="320" y="496"/>
                </a:lnTo>
                <a:lnTo>
                  <a:pt x="319" y="496"/>
                </a:lnTo>
                <a:lnTo>
                  <a:pt x="318" y="496"/>
                </a:lnTo>
                <a:lnTo>
                  <a:pt x="318" y="497"/>
                </a:lnTo>
                <a:lnTo>
                  <a:pt x="318" y="496"/>
                </a:lnTo>
                <a:lnTo>
                  <a:pt x="318" y="497"/>
                </a:lnTo>
                <a:lnTo>
                  <a:pt x="317" y="497"/>
                </a:lnTo>
                <a:lnTo>
                  <a:pt x="316" y="497"/>
                </a:lnTo>
                <a:lnTo>
                  <a:pt x="316" y="496"/>
                </a:lnTo>
                <a:lnTo>
                  <a:pt x="316" y="495"/>
                </a:lnTo>
                <a:lnTo>
                  <a:pt x="315" y="495"/>
                </a:lnTo>
                <a:lnTo>
                  <a:pt x="315" y="494"/>
                </a:lnTo>
                <a:lnTo>
                  <a:pt x="315" y="493"/>
                </a:lnTo>
                <a:lnTo>
                  <a:pt x="314" y="493"/>
                </a:lnTo>
                <a:lnTo>
                  <a:pt x="314" y="492"/>
                </a:lnTo>
                <a:lnTo>
                  <a:pt x="314" y="491"/>
                </a:lnTo>
                <a:lnTo>
                  <a:pt x="313" y="491"/>
                </a:lnTo>
                <a:lnTo>
                  <a:pt x="313" y="492"/>
                </a:lnTo>
                <a:lnTo>
                  <a:pt x="312" y="492"/>
                </a:lnTo>
                <a:lnTo>
                  <a:pt x="312" y="491"/>
                </a:lnTo>
                <a:lnTo>
                  <a:pt x="312" y="492"/>
                </a:lnTo>
                <a:lnTo>
                  <a:pt x="311" y="492"/>
                </a:lnTo>
                <a:lnTo>
                  <a:pt x="311" y="491"/>
                </a:lnTo>
                <a:lnTo>
                  <a:pt x="311" y="490"/>
                </a:lnTo>
                <a:lnTo>
                  <a:pt x="310" y="490"/>
                </a:lnTo>
                <a:lnTo>
                  <a:pt x="310" y="489"/>
                </a:lnTo>
                <a:lnTo>
                  <a:pt x="311" y="489"/>
                </a:lnTo>
                <a:lnTo>
                  <a:pt x="310" y="489"/>
                </a:lnTo>
                <a:lnTo>
                  <a:pt x="310" y="488"/>
                </a:lnTo>
                <a:lnTo>
                  <a:pt x="310" y="487"/>
                </a:lnTo>
                <a:lnTo>
                  <a:pt x="310" y="488"/>
                </a:lnTo>
                <a:lnTo>
                  <a:pt x="310" y="487"/>
                </a:lnTo>
                <a:lnTo>
                  <a:pt x="309" y="487"/>
                </a:lnTo>
                <a:lnTo>
                  <a:pt x="309" y="486"/>
                </a:lnTo>
                <a:lnTo>
                  <a:pt x="309" y="485"/>
                </a:lnTo>
                <a:lnTo>
                  <a:pt x="308" y="485"/>
                </a:lnTo>
                <a:lnTo>
                  <a:pt x="307" y="485"/>
                </a:lnTo>
                <a:lnTo>
                  <a:pt x="306" y="486"/>
                </a:lnTo>
                <a:lnTo>
                  <a:pt x="307" y="486"/>
                </a:lnTo>
                <a:lnTo>
                  <a:pt x="306" y="486"/>
                </a:lnTo>
                <a:lnTo>
                  <a:pt x="305" y="486"/>
                </a:lnTo>
                <a:lnTo>
                  <a:pt x="305" y="485"/>
                </a:lnTo>
                <a:lnTo>
                  <a:pt x="304" y="485"/>
                </a:lnTo>
                <a:lnTo>
                  <a:pt x="304" y="484"/>
                </a:lnTo>
                <a:lnTo>
                  <a:pt x="303" y="485"/>
                </a:lnTo>
                <a:lnTo>
                  <a:pt x="303" y="484"/>
                </a:lnTo>
                <a:lnTo>
                  <a:pt x="303" y="485"/>
                </a:lnTo>
                <a:lnTo>
                  <a:pt x="303" y="484"/>
                </a:lnTo>
                <a:lnTo>
                  <a:pt x="303" y="485"/>
                </a:lnTo>
                <a:lnTo>
                  <a:pt x="302" y="485"/>
                </a:lnTo>
                <a:lnTo>
                  <a:pt x="301" y="485"/>
                </a:lnTo>
                <a:lnTo>
                  <a:pt x="301" y="486"/>
                </a:lnTo>
                <a:lnTo>
                  <a:pt x="300" y="486"/>
                </a:lnTo>
                <a:lnTo>
                  <a:pt x="299" y="486"/>
                </a:lnTo>
                <a:lnTo>
                  <a:pt x="298" y="486"/>
                </a:lnTo>
                <a:lnTo>
                  <a:pt x="297" y="486"/>
                </a:lnTo>
                <a:lnTo>
                  <a:pt x="297" y="487"/>
                </a:lnTo>
                <a:lnTo>
                  <a:pt x="296" y="487"/>
                </a:lnTo>
                <a:lnTo>
                  <a:pt x="296" y="488"/>
                </a:lnTo>
                <a:lnTo>
                  <a:pt x="295" y="488"/>
                </a:lnTo>
                <a:lnTo>
                  <a:pt x="294" y="488"/>
                </a:lnTo>
                <a:lnTo>
                  <a:pt x="294" y="489"/>
                </a:lnTo>
                <a:lnTo>
                  <a:pt x="293" y="489"/>
                </a:lnTo>
                <a:lnTo>
                  <a:pt x="292" y="489"/>
                </a:lnTo>
                <a:lnTo>
                  <a:pt x="291" y="489"/>
                </a:lnTo>
                <a:lnTo>
                  <a:pt x="291" y="490"/>
                </a:lnTo>
                <a:lnTo>
                  <a:pt x="291" y="489"/>
                </a:lnTo>
                <a:lnTo>
                  <a:pt x="290" y="489"/>
                </a:lnTo>
                <a:lnTo>
                  <a:pt x="290" y="490"/>
                </a:lnTo>
                <a:lnTo>
                  <a:pt x="289" y="490"/>
                </a:lnTo>
                <a:lnTo>
                  <a:pt x="287" y="490"/>
                </a:lnTo>
                <a:lnTo>
                  <a:pt x="286" y="490"/>
                </a:lnTo>
                <a:lnTo>
                  <a:pt x="285" y="490"/>
                </a:lnTo>
                <a:lnTo>
                  <a:pt x="284" y="490"/>
                </a:lnTo>
                <a:lnTo>
                  <a:pt x="283" y="490"/>
                </a:lnTo>
                <a:lnTo>
                  <a:pt x="283" y="489"/>
                </a:lnTo>
                <a:lnTo>
                  <a:pt x="282" y="489"/>
                </a:lnTo>
                <a:lnTo>
                  <a:pt x="281" y="489"/>
                </a:lnTo>
                <a:lnTo>
                  <a:pt x="281" y="490"/>
                </a:lnTo>
                <a:lnTo>
                  <a:pt x="280" y="490"/>
                </a:lnTo>
                <a:lnTo>
                  <a:pt x="280" y="491"/>
                </a:lnTo>
                <a:lnTo>
                  <a:pt x="279" y="491"/>
                </a:lnTo>
                <a:lnTo>
                  <a:pt x="278" y="491"/>
                </a:lnTo>
                <a:lnTo>
                  <a:pt x="277" y="491"/>
                </a:lnTo>
                <a:lnTo>
                  <a:pt x="276" y="491"/>
                </a:lnTo>
                <a:lnTo>
                  <a:pt x="275" y="491"/>
                </a:lnTo>
                <a:lnTo>
                  <a:pt x="274" y="491"/>
                </a:lnTo>
                <a:lnTo>
                  <a:pt x="274" y="490"/>
                </a:lnTo>
                <a:lnTo>
                  <a:pt x="275" y="490"/>
                </a:lnTo>
                <a:lnTo>
                  <a:pt x="275" y="489"/>
                </a:lnTo>
                <a:lnTo>
                  <a:pt x="275" y="488"/>
                </a:lnTo>
                <a:lnTo>
                  <a:pt x="274" y="488"/>
                </a:lnTo>
                <a:lnTo>
                  <a:pt x="274" y="487"/>
                </a:lnTo>
                <a:lnTo>
                  <a:pt x="274" y="486"/>
                </a:lnTo>
                <a:lnTo>
                  <a:pt x="274" y="485"/>
                </a:lnTo>
                <a:lnTo>
                  <a:pt x="274" y="484"/>
                </a:lnTo>
                <a:lnTo>
                  <a:pt x="273" y="484"/>
                </a:lnTo>
                <a:lnTo>
                  <a:pt x="272" y="484"/>
                </a:lnTo>
                <a:lnTo>
                  <a:pt x="271" y="484"/>
                </a:lnTo>
                <a:lnTo>
                  <a:pt x="271" y="485"/>
                </a:lnTo>
                <a:lnTo>
                  <a:pt x="270" y="485"/>
                </a:lnTo>
                <a:lnTo>
                  <a:pt x="269" y="485"/>
                </a:lnTo>
                <a:lnTo>
                  <a:pt x="269" y="486"/>
                </a:lnTo>
                <a:lnTo>
                  <a:pt x="268" y="486"/>
                </a:lnTo>
                <a:lnTo>
                  <a:pt x="268" y="487"/>
                </a:lnTo>
                <a:lnTo>
                  <a:pt x="268" y="488"/>
                </a:lnTo>
                <a:lnTo>
                  <a:pt x="267" y="488"/>
                </a:lnTo>
                <a:lnTo>
                  <a:pt x="266" y="488"/>
                </a:lnTo>
                <a:lnTo>
                  <a:pt x="266" y="489"/>
                </a:lnTo>
                <a:lnTo>
                  <a:pt x="266" y="490"/>
                </a:lnTo>
                <a:lnTo>
                  <a:pt x="265" y="490"/>
                </a:lnTo>
                <a:lnTo>
                  <a:pt x="265" y="491"/>
                </a:lnTo>
                <a:lnTo>
                  <a:pt x="264" y="491"/>
                </a:lnTo>
                <a:lnTo>
                  <a:pt x="264" y="490"/>
                </a:lnTo>
                <a:lnTo>
                  <a:pt x="263" y="490"/>
                </a:lnTo>
                <a:lnTo>
                  <a:pt x="263" y="491"/>
                </a:lnTo>
                <a:lnTo>
                  <a:pt x="263" y="490"/>
                </a:lnTo>
                <a:lnTo>
                  <a:pt x="262" y="490"/>
                </a:lnTo>
                <a:lnTo>
                  <a:pt x="263" y="490"/>
                </a:lnTo>
                <a:lnTo>
                  <a:pt x="263" y="489"/>
                </a:lnTo>
                <a:lnTo>
                  <a:pt x="263" y="488"/>
                </a:lnTo>
                <a:lnTo>
                  <a:pt x="262" y="488"/>
                </a:lnTo>
                <a:lnTo>
                  <a:pt x="262" y="487"/>
                </a:lnTo>
                <a:lnTo>
                  <a:pt x="263" y="487"/>
                </a:lnTo>
                <a:lnTo>
                  <a:pt x="263" y="486"/>
                </a:lnTo>
                <a:lnTo>
                  <a:pt x="263" y="485"/>
                </a:lnTo>
                <a:lnTo>
                  <a:pt x="263" y="484"/>
                </a:lnTo>
                <a:lnTo>
                  <a:pt x="262" y="484"/>
                </a:lnTo>
                <a:lnTo>
                  <a:pt x="263" y="484"/>
                </a:lnTo>
                <a:lnTo>
                  <a:pt x="263" y="483"/>
                </a:lnTo>
                <a:lnTo>
                  <a:pt x="262" y="483"/>
                </a:lnTo>
                <a:lnTo>
                  <a:pt x="261" y="483"/>
                </a:lnTo>
                <a:lnTo>
                  <a:pt x="261" y="482"/>
                </a:lnTo>
                <a:lnTo>
                  <a:pt x="262" y="482"/>
                </a:lnTo>
                <a:lnTo>
                  <a:pt x="261" y="482"/>
                </a:lnTo>
                <a:lnTo>
                  <a:pt x="261" y="481"/>
                </a:lnTo>
                <a:lnTo>
                  <a:pt x="261" y="480"/>
                </a:lnTo>
                <a:lnTo>
                  <a:pt x="260" y="480"/>
                </a:lnTo>
                <a:lnTo>
                  <a:pt x="260" y="479"/>
                </a:lnTo>
                <a:lnTo>
                  <a:pt x="259" y="479"/>
                </a:lnTo>
                <a:lnTo>
                  <a:pt x="259" y="478"/>
                </a:lnTo>
                <a:lnTo>
                  <a:pt x="259" y="477"/>
                </a:lnTo>
                <a:lnTo>
                  <a:pt x="258" y="477"/>
                </a:lnTo>
                <a:lnTo>
                  <a:pt x="258" y="476"/>
                </a:lnTo>
                <a:lnTo>
                  <a:pt x="257" y="476"/>
                </a:lnTo>
                <a:lnTo>
                  <a:pt x="256" y="476"/>
                </a:lnTo>
                <a:lnTo>
                  <a:pt x="256" y="477"/>
                </a:lnTo>
                <a:lnTo>
                  <a:pt x="255" y="477"/>
                </a:lnTo>
                <a:lnTo>
                  <a:pt x="254" y="477"/>
                </a:lnTo>
                <a:lnTo>
                  <a:pt x="254" y="478"/>
                </a:lnTo>
                <a:lnTo>
                  <a:pt x="253" y="478"/>
                </a:lnTo>
                <a:lnTo>
                  <a:pt x="253" y="479"/>
                </a:lnTo>
                <a:lnTo>
                  <a:pt x="253" y="480"/>
                </a:lnTo>
                <a:lnTo>
                  <a:pt x="252" y="480"/>
                </a:lnTo>
                <a:lnTo>
                  <a:pt x="251" y="480"/>
                </a:lnTo>
                <a:lnTo>
                  <a:pt x="251" y="479"/>
                </a:lnTo>
                <a:lnTo>
                  <a:pt x="251" y="480"/>
                </a:lnTo>
                <a:lnTo>
                  <a:pt x="251" y="479"/>
                </a:lnTo>
                <a:lnTo>
                  <a:pt x="250" y="479"/>
                </a:lnTo>
                <a:lnTo>
                  <a:pt x="249" y="479"/>
                </a:lnTo>
                <a:lnTo>
                  <a:pt x="249" y="478"/>
                </a:lnTo>
                <a:lnTo>
                  <a:pt x="248" y="478"/>
                </a:lnTo>
                <a:lnTo>
                  <a:pt x="248" y="477"/>
                </a:lnTo>
                <a:lnTo>
                  <a:pt x="248" y="476"/>
                </a:lnTo>
                <a:lnTo>
                  <a:pt x="247" y="476"/>
                </a:lnTo>
                <a:lnTo>
                  <a:pt x="248" y="476"/>
                </a:lnTo>
                <a:lnTo>
                  <a:pt x="247" y="476"/>
                </a:lnTo>
                <a:lnTo>
                  <a:pt x="247" y="475"/>
                </a:lnTo>
                <a:lnTo>
                  <a:pt x="246" y="475"/>
                </a:lnTo>
                <a:lnTo>
                  <a:pt x="245" y="475"/>
                </a:lnTo>
                <a:lnTo>
                  <a:pt x="245" y="474"/>
                </a:lnTo>
                <a:lnTo>
                  <a:pt x="244" y="474"/>
                </a:lnTo>
                <a:lnTo>
                  <a:pt x="243" y="474"/>
                </a:lnTo>
                <a:lnTo>
                  <a:pt x="243" y="473"/>
                </a:lnTo>
                <a:lnTo>
                  <a:pt x="243" y="472"/>
                </a:lnTo>
                <a:lnTo>
                  <a:pt x="242" y="472"/>
                </a:lnTo>
                <a:lnTo>
                  <a:pt x="241" y="472"/>
                </a:lnTo>
                <a:lnTo>
                  <a:pt x="241" y="471"/>
                </a:lnTo>
                <a:lnTo>
                  <a:pt x="240" y="471"/>
                </a:lnTo>
                <a:lnTo>
                  <a:pt x="239" y="471"/>
                </a:lnTo>
                <a:lnTo>
                  <a:pt x="239" y="470"/>
                </a:lnTo>
                <a:lnTo>
                  <a:pt x="238" y="470"/>
                </a:lnTo>
                <a:lnTo>
                  <a:pt x="238" y="469"/>
                </a:lnTo>
                <a:lnTo>
                  <a:pt x="237" y="469"/>
                </a:lnTo>
                <a:lnTo>
                  <a:pt x="236" y="469"/>
                </a:lnTo>
                <a:lnTo>
                  <a:pt x="235" y="469"/>
                </a:lnTo>
                <a:lnTo>
                  <a:pt x="234" y="469"/>
                </a:lnTo>
                <a:lnTo>
                  <a:pt x="234" y="468"/>
                </a:lnTo>
                <a:lnTo>
                  <a:pt x="233" y="468"/>
                </a:lnTo>
                <a:lnTo>
                  <a:pt x="232" y="468"/>
                </a:lnTo>
                <a:lnTo>
                  <a:pt x="232" y="467"/>
                </a:lnTo>
                <a:lnTo>
                  <a:pt x="231" y="467"/>
                </a:lnTo>
                <a:lnTo>
                  <a:pt x="231" y="465"/>
                </a:lnTo>
                <a:lnTo>
                  <a:pt x="231" y="464"/>
                </a:lnTo>
                <a:lnTo>
                  <a:pt x="232" y="464"/>
                </a:lnTo>
                <a:lnTo>
                  <a:pt x="232" y="463"/>
                </a:lnTo>
                <a:lnTo>
                  <a:pt x="232" y="464"/>
                </a:lnTo>
                <a:lnTo>
                  <a:pt x="232" y="463"/>
                </a:lnTo>
                <a:lnTo>
                  <a:pt x="233" y="463"/>
                </a:lnTo>
                <a:lnTo>
                  <a:pt x="234" y="463"/>
                </a:lnTo>
                <a:lnTo>
                  <a:pt x="234" y="462"/>
                </a:lnTo>
                <a:lnTo>
                  <a:pt x="235" y="462"/>
                </a:lnTo>
                <a:lnTo>
                  <a:pt x="235" y="461"/>
                </a:lnTo>
                <a:lnTo>
                  <a:pt x="236" y="461"/>
                </a:lnTo>
                <a:lnTo>
                  <a:pt x="236" y="460"/>
                </a:lnTo>
                <a:lnTo>
                  <a:pt x="236" y="459"/>
                </a:lnTo>
                <a:lnTo>
                  <a:pt x="235" y="459"/>
                </a:lnTo>
                <a:lnTo>
                  <a:pt x="235" y="458"/>
                </a:lnTo>
                <a:lnTo>
                  <a:pt x="236" y="458"/>
                </a:lnTo>
                <a:lnTo>
                  <a:pt x="235" y="458"/>
                </a:lnTo>
                <a:lnTo>
                  <a:pt x="235" y="457"/>
                </a:lnTo>
                <a:lnTo>
                  <a:pt x="234" y="457"/>
                </a:lnTo>
                <a:lnTo>
                  <a:pt x="234" y="456"/>
                </a:lnTo>
                <a:lnTo>
                  <a:pt x="233" y="456"/>
                </a:lnTo>
                <a:lnTo>
                  <a:pt x="232" y="456"/>
                </a:lnTo>
                <a:lnTo>
                  <a:pt x="233" y="455"/>
                </a:lnTo>
                <a:lnTo>
                  <a:pt x="232" y="455"/>
                </a:lnTo>
                <a:lnTo>
                  <a:pt x="231" y="455"/>
                </a:lnTo>
                <a:lnTo>
                  <a:pt x="230" y="455"/>
                </a:lnTo>
                <a:lnTo>
                  <a:pt x="230" y="454"/>
                </a:lnTo>
                <a:lnTo>
                  <a:pt x="230" y="455"/>
                </a:lnTo>
                <a:lnTo>
                  <a:pt x="229" y="455"/>
                </a:lnTo>
                <a:lnTo>
                  <a:pt x="229" y="456"/>
                </a:lnTo>
                <a:lnTo>
                  <a:pt x="229" y="457"/>
                </a:lnTo>
                <a:lnTo>
                  <a:pt x="228" y="457"/>
                </a:lnTo>
                <a:lnTo>
                  <a:pt x="227" y="457"/>
                </a:lnTo>
                <a:lnTo>
                  <a:pt x="227" y="458"/>
                </a:lnTo>
                <a:lnTo>
                  <a:pt x="227" y="457"/>
                </a:lnTo>
                <a:lnTo>
                  <a:pt x="226" y="457"/>
                </a:lnTo>
                <a:lnTo>
                  <a:pt x="226" y="456"/>
                </a:lnTo>
                <a:lnTo>
                  <a:pt x="226" y="457"/>
                </a:lnTo>
                <a:lnTo>
                  <a:pt x="226" y="456"/>
                </a:lnTo>
                <a:lnTo>
                  <a:pt x="225" y="456"/>
                </a:lnTo>
                <a:lnTo>
                  <a:pt x="225" y="457"/>
                </a:lnTo>
                <a:lnTo>
                  <a:pt x="224" y="457"/>
                </a:lnTo>
                <a:lnTo>
                  <a:pt x="224" y="456"/>
                </a:lnTo>
                <a:lnTo>
                  <a:pt x="224" y="455"/>
                </a:lnTo>
                <a:lnTo>
                  <a:pt x="223" y="455"/>
                </a:lnTo>
                <a:lnTo>
                  <a:pt x="224" y="455"/>
                </a:lnTo>
                <a:lnTo>
                  <a:pt x="223" y="455"/>
                </a:lnTo>
                <a:lnTo>
                  <a:pt x="223" y="454"/>
                </a:lnTo>
                <a:lnTo>
                  <a:pt x="223" y="453"/>
                </a:lnTo>
                <a:lnTo>
                  <a:pt x="223" y="452"/>
                </a:lnTo>
                <a:lnTo>
                  <a:pt x="222" y="452"/>
                </a:lnTo>
                <a:lnTo>
                  <a:pt x="222" y="453"/>
                </a:lnTo>
                <a:lnTo>
                  <a:pt x="222" y="452"/>
                </a:lnTo>
                <a:lnTo>
                  <a:pt x="221" y="452"/>
                </a:lnTo>
                <a:lnTo>
                  <a:pt x="220" y="452"/>
                </a:lnTo>
                <a:lnTo>
                  <a:pt x="220" y="451"/>
                </a:lnTo>
                <a:lnTo>
                  <a:pt x="219" y="451"/>
                </a:lnTo>
                <a:lnTo>
                  <a:pt x="219" y="452"/>
                </a:lnTo>
                <a:lnTo>
                  <a:pt x="219" y="451"/>
                </a:lnTo>
                <a:lnTo>
                  <a:pt x="218" y="451"/>
                </a:lnTo>
                <a:lnTo>
                  <a:pt x="217" y="452"/>
                </a:lnTo>
                <a:lnTo>
                  <a:pt x="217" y="451"/>
                </a:lnTo>
                <a:lnTo>
                  <a:pt x="217" y="452"/>
                </a:lnTo>
                <a:lnTo>
                  <a:pt x="216" y="452"/>
                </a:lnTo>
                <a:lnTo>
                  <a:pt x="216" y="451"/>
                </a:lnTo>
                <a:lnTo>
                  <a:pt x="215" y="451"/>
                </a:lnTo>
                <a:lnTo>
                  <a:pt x="215" y="452"/>
                </a:lnTo>
                <a:lnTo>
                  <a:pt x="214" y="452"/>
                </a:lnTo>
                <a:lnTo>
                  <a:pt x="213" y="452"/>
                </a:lnTo>
                <a:lnTo>
                  <a:pt x="213" y="451"/>
                </a:lnTo>
                <a:lnTo>
                  <a:pt x="212" y="451"/>
                </a:lnTo>
                <a:lnTo>
                  <a:pt x="212" y="452"/>
                </a:lnTo>
                <a:lnTo>
                  <a:pt x="212" y="451"/>
                </a:lnTo>
                <a:lnTo>
                  <a:pt x="212" y="450"/>
                </a:lnTo>
                <a:lnTo>
                  <a:pt x="212" y="451"/>
                </a:lnTo>
                <a:lnTo>
                  <a:pt x="211" y="451"/>
                </a:lnTo>
                <a:lnTo>
                  <a:pt x="211" y="450"/>
                </a:lnTo>
                <a:lnTo>
                  <a:pt x="211" y="449"/>
                </a:lnTo>
                <a:lnTo>
                  <a:pt x="210" y="449"/>
                </a:lnTo>
                <a:lnTo>
                  <a:pt x="210" y="448"/>
                </a:lnTo>
                <a:lnTo>
                  <a:pt x="209" y="448"/>
                </a:lnTo>
                <a:lnTo>
                  <a:pt x="208" y="448"/>
                </a:lnTo>
                <a:lnTo>
                  <a:pt x="208" y="449"/>
                </a:lnTo>
                <a:lnTo>
                  <a:pt x="207" y="449"/>
                </a:lnTo>
                <a:lnTo>
                  <a:pt x="207" y="450"/>
                </a:lnTo>
                <a:lnTo>
                  <a:pt x="206" y="450"/>
                </a:lnTo>
                <a:lnTo>
                  <a:pt x="206" y="451"/>
                </a:lnTo>
                <a:lnTo>
                  <a:pt x="206" y="452"/>
                </a:lnTo>
                <a:lnTo>
                  <a:pt x="206" y="451"/>
                </a:lnTo>
                <a:lnTo>
                  <a:pt x="206" y="452"/>
                </a:lnTo>
                <a:lnTo>
                  <a:pt x="205" y="452"/>
                </a:lnTo>
                <a:lnTo>
                  <a:pt x="204" y="452"/>
                </a:lnTo>
                <a:lnTo>
                  <a:pt x="204" y="453"/>
                </a:lnTo>
                <a:lnTo>
                  <a:pt x="203" y="453"/>
                </a:lnTo>
                <a:lnTo>
                  <a:pt x="203" y="454"/>
                </a:lnTo>
                <a:lnTo>
                  <a:pt x="203" y="453"/>
                </a:lnTo>
                <a:lnTo>
                  <a:pt x="203" y="452"/>
                </a:lnTo>
                <a:lnTo>
                  <a:pt x="202" y="452"/>
                </a:lnTo>
                <a:lnTo>
                  <a:pt x="202" y="451"/>
                </a:lnTo>
                <a:lnTo>
                  <a:pt x="202" y="449"/>
                </a:lnTo>
                <a:lnTo>
                  <a:pt x="203" y="448"/>
                </a:lnTo>
                <a:lnTo>
                  <a:pt x="204" y="448"/>
                </a:lnTo>
                <a:lnTo>
                  <a:pt x="204" y="447"/>
                </a:lnTo>
                <a:lnTo>
                  <a:pt x="203" y="447"/>
                </a:lnTo>
                <a:lnTo>
                  <a:pt x="204" y="447"/>
                </a:lnTo>
                <a:lnTo>
                  <a:pt x="204" y="446"/>
                </a:lnTo>
                <a:lnTo>
                  <a:pt x="204" y="445"/>
                </a:lnTo>
                <a:lnTo>
                  <a:pt x="203" y="445"/>
                </a:lnTo>
                <a:lnTo>
                  <a:pt x="203" y="444"/>
                </a:lnTo>
                <a:lnTo>
                  <a:pt x="204" y="443"/>
                </a:lnTo>
                <a:lnTo>
                  <a:pt x="204" y="442"/>
                </a:lnTo>
                <a:lnTo>
                  <a:pt x="204" y="441"/>
                </a:lnTo>
                <a:lnTo>
                  <a:pt x="204" y="440"/>
                </a:lnTo>
                <a:lnTo>
                  <a:pt x="204" y="439"/>
                </a:lnTo>
                <a:lnTo>
                  <a:pt x="203" y="439"/>
                </a:lnTo>
                <a:lnTo>
                  <a:pt x="203" y="438"/>
                </a:lnTo>
                <a:lnTo>
                  <a:pt x="203" y="437"/>
                </a:lnTo>
                <a:lnTo>
                  <a:pt x="203" y="436"/>
                </a:lnTo>
                <a:lnTo>
                  <a:pt x="202" y="436"/>
                </a:lnTo>
                <a:lnTo>
                  <a:pt x="202" y="435"/>
                </a:lnTo>
                <a:lnTo>
                  <a:pt x="203" y="435"/>
                </a:lnTo>
                <a:lnTo>
                  <a:pt x="203" y="434"/>
                </a:lnTo>
                <a:lnTo>
                  <a:pt x="204" y="434"/>
                </a:lnTo>
                <a:lnTo>
                  <a:pt x="204" y="433"/>
                </a:lnTo>
                <a:lnTo>
                  <a:pt x="203" y="433"/>
                </a:lnTo>
                <a:lnTo>
                  <a:pt x="202" y="433"/>
                </a:lnTo>
                <a:lnTo>
                  <a:pt x="202" y="432"/>
                </a:lnTo>
                <a:lnTo>
                  <a:pt x="201" y="432"/>
                </a:lnTo>
                <a:lnTo>
                  <a:pt x="201" y="431"/>
                </a:lnTo>
                <a:lnTo>
                  <a:pt x="201" y="430"/>
                </a:lnTo>
                <a:lnTo>
                  <a:pt x="202" y="430"/>
                </a:lnTo>
                <a:lnTo>
                  <a:pt x="202" y="429"/>
                </a:lnTo>
                <a:lnTo>
                  <a:pt x="201" y="429"/>
                </a:lnTo>
                <a:lnTo>
                  <a:pt x="202" y="429"/>
                </a:lnTo>
                <a:lnTo>
                  <a:pt x="203" y="429"/>
                </a:lnTo>
                <a:lnTo>
                  <a:pt x="203" y="428"/>
                </a:lnTo>
                <a:lnTo>
                  <a:pt x="203" y="427"/>
                </a:lnTo>
                <a:lnTo>
                  <a:pt x="203" y="426"/>
                </a:lnTo>
                <a:lnTo>
                  <a:pt x="203" y="425"/>
                </a:lnTo>
                <a:lnTo>
                  <a:pt x="203" y="424"/>
                </a:lnTo>
                <a:lnTo>
                  <a:pt x="202" y="424"/>
                </a:lnTo>
                <a:lnTo>
                  <a:pt x="203" y="423"/>
                </a:lnTo>
                <a:lnTo>
                  <a:pt x="202" y="423"/>
                </a:lnTo>
                <a:lnTo>
                  <a:pt x="202" y="422"/>
                </a:lnTo>
                <a:lnTo>
                  <a:pt x="203" y="422"/>
                </a:lnTo>
                <a:lnTo>
                  <a:pt x="202" y="421"/>
                </a:lnTo>
                <a:lnTo>
                  <a:pt x="203" y="421"/>
                </a:lnTo>
                <a:lnTo>
                  <a:pt x="202" y="421"/>
                </a:lnTo>
                <a:lnTo>
                  <a:pt x="201" y="420"/>
                </a:lnTo>
                <a:lnTo>
                  <a:pt x="201" y="421"/>
                </a:lnTo>
                <a:lnTo>
                  <a:pt x="201" y="420"/>
                </a:lnTo>
                <a:lnTo>
                  <a:pt x="200" y="420"/>
                </a:lnTo>
                <a:lnTo>
                  <a:pt x="200" y="418"/>
                </a:lnTo>
                <a:lnTo>
                  <a:pt x="200" y="417"/>
                </a:lnTo>
                <a:lnTo>
                  <a:pt x="200" y="416"/>
                </a:lnTo>
                <a:lnTo>
                  <a:pt x="200" y="415"/>
                </a:lnTo>
                <a:lnTo>
                  <a:pt x="200" y="414"/>
                </a:lnTo>
                <a:lnTo>
                  <a:pt x="199" y="414"/>
                </a:lnTo>
                <a:lnTo>
                  <a:pt x="198" y="414"/>
                </a:lnTo>
                <a:lnTo>
                  <a:pt x="197" y="414"/>
                </a:lnTo>
                <a:lnTo>
                  <a:pt x="196" y="414"/>
                </a:lnTo>
                <a:lnTo>
                  <a:pt x="195" y="414"/>
                </a:lnTo>
                <a:lnTo>
                  <a:pt x="194" y="414"/>
                </a:lnTo>
                <a:lnTo>
                  <a:pt x="193" y="414"/>
                </a:lnTo>
                <a:lnTo>
                  <a:pt x="193" y="413"/>
                </a:lnTo>
                <a:lnTo>
                  <a:pt x="193" y="414"/>
                </a:lnTo>
                <a:lnTo>
                  <a:pt x="192" y="414"/>
                </a:lnTo>
                <a:lnTo>
                  <a:pt x="192" y="413"/>
                </a:lnTo>
                <a:lnTo>
                  <a:pt x="192" y="414"/>
                </a:lnTo>
                <a:lnTo>
                  <a:pt x="191" y="413"/>
                </a:lnTo>
                <a:lnTo>
                  <a:pt x="191" y="412"/>
                </a:lnTo>
                <a:lnTo>
                  <a:pt x="191" y="411"/>
                </a:lnTo>
                <a:lnTo>
                  <a:pt x="192" y="411"/>
                </a:lnTo>
                <a:lnTo>
                  <a:pt x="193" y="411"/>
                </a:lnTo>
                <a:lnTo>
                  <a:pt x="193" y="410"/>
                </a:lnTo>
                <a:lnTo>
                  <a:pt x="193" y="409"/>
                </a:lnTo>
                <a:lnTo>
                  <a:pt x="193" y="410"/>
                </a:lnTo>
                <a:lnTo>
                  <a:pt x="193" y="409"/>
                </a:lnTo>
                <a:lnTo>
                  <a:pt x="193" y="408"/>
                </a:lnTo>
                <a:lnTo>
                  <a:pt x="192" y="408"/>
                </a:lnTo>
                <a:lnTo>
                  <a:pt x="192" y="407"/>
                </a:lnTo>
                <a:lnTo>
                  <a:pt x="191" y="406"/>
                </a:lnTo>
                <a:lnTo>
                  <a:pt x="191" y="405"/>
                </a:lnTo>
                <a:lnTo>
                  <a:pt x="191" y="404"/>
                </a:lnTo>
                <a:lnTo>
                  <a:pt x="191" y="403"/>
                </a:lnTo>
                <a:lnTo>
                  <a:pt x="191" y="402"/>
                </a:lnTo>
                <a:lnTo>
                  <a:pt x="190" y="402"/>
                </a:lnTo>
                <a:lnTo>
                  <a:pt x="191" y="402"/>
                </a:lnTo>
                <a:lnTo>
                  <a:pt x="191" y="401"/>
                </a:lnTo>
                <a:lnTo>
                  <a:pt x="191" y="400"/>
                </a:lnTo>
                <a:lnTo>
                  <a:pt x="192" y="400"/>
                </a:lnTo>
                <a:lnTo>
                  <a:pt x="192" y="401"/>
                </a:lnTo>
                <a:lnTo>
                  <a:pt x="192" y="400"/>
                </a:lnTo>
                <a:lnTo>
                  <a:pt x="193" y="400"/>
                </a:lnTo>
                <a:lnTo>
                  <a:pt x="193" y="399"/>
                </a:lnTo>
                <a:lnTo>
                  <a:pt x="193" y="398"/>
                </a:lnTo>
                <a:lnTo>
                  <a:pt x="193" y="397"/>
                </a:lnTo>
                <a:lnTo>
                  <a:pt x="193" y="396"/>
                </a:lnTo>
                <a:lnTo>
                  <a:pt x="193" y="395"/>
                </a:lnTo>
                <a:lnTo>
                  <a:pt x="193" y="394"/>
                </a:lnTo>
                <a:lnTo>
                  <a:pt x="194" y="394"/>
                </a:lnTo>
                <a:lnTo>
                  <a:pt x="193" y="394"/>
                </a:lnTo>
                <a:lnTo>
                  <a:pt x="193" y="393"/>
                </a:lnTo>
                <a:lnTo>
                  <a:pt x="194" y="393"/>
                </a:lnTo>
                <a:lnTo>
                  <a:pt x="193" y="393"/>
                </a:lnTo>
                <a:lnTo>
                  <a:pt x="193" y="392"/>
                </a:lnTo>
                <a:lnTo>
                  <a:pt x="194" y="392"/>
                </a:lnTo>
                <a:lnTo>
                  <a:pt x="194" y="391"/>
                </a:lnTo>
                <a:lnTo>
                  <a:pt x="195" y="391"/>
                </a:lnTo>
                <a:lnTo>
                  <a:pt x="195" y="390"/>
                </a:lnTo>
                <a:lnTo>
                  <a:pt x="194" y="390"/>
                </a:lnTo>
                <a:lnTo>
                  <a:pt x="195" y="389"/>
                </a:lnTo>
                <a:lnTo>
                  <a:pt x="195" y="388"/>
                </a:lnTo>
                <a:lnTo>
                  <a:pt x="195" y="387"/>
                </a:lnTo>
                <a:lnTo>
                  <a:pt x="196" y="387"/>
                </a:lnTo>
                <a:lnTo>
                  <a:pt x="196" y="386"/>
                </a:lnTo>
                <a:lnTo>
                  <a:pt x="196" y="387"/>
                </a:lnTo>
                <a:lnTo>
                  <a:pt x="197" y="387"/>
                </a:lnTo>
                <a:lnTo>
                  <a:pt x="197" y="388"/>
                </a:lnTo>
                <a:lnTo>
                  <a:pt x="198" y="388"/>
                </a:lnTo>
                <a:lnTo>
                  <a:pt x="198" y="389"/>
                </a:lnTo>
                <a:lnTo>
                  <a:pt x="199" y="389"/>
                </a:lnTo>
                <a:lnTo>
                  <a:pt x="199" y="390"/>
                </a:lnTo>
                <a:lnTo>
                  <a:pt x="199" y="389"/>
                </a:lnTo>
                <a:lnTo>
                  <a:pt x="199" y="390"/>
                </a:lnTo>
                <a:lnTo>
                  <a:pt x="200" y="390"/>
                </a:lnTo>
                <a:lnTo>
                  <a:pt x="200" y="389"/>
                </a:lnTo>
                <a:lnTo>
                  <a:pt x="201" y="389"/>
                </a:lnTo>
                <a:lnTo>
                  <a:pt x="202" y="389"/>
                </a:lnTo>
                <a:lnTo>
                  <a:pt x="203" y="389"/>
                </a:lnTo>
                <a:lnTo>
                  <a:pt x="204" y="389"/>
                </a:lnTo>
                <a:lnTo>
                  <a:pt x="205" y="389"/>
                </a:lnTo>
                <a:lnTo>
                  <a:pt x="205" y="388"/>
                </a:lnTo>
                <a:lnTo>
                  <a:pt x="206" y="388"/>
                </a:lnTo>
                <a:lnTo>
                  <a:pt x="206" y="387"/>
                </a:lnTo>
                <a:lnTo>
                  <a:pt x="206" y="386"/>
                </a:lnTo>
                <a:lnTo>
                  <a:pt x="205" y="386"/>
                </a:lnTo>
                <a:lnTo>
                  <a:pt x="205" y="385"/>
                </a:lnTo>
                <a:lnTo>
                  <a:pt x="206" y="385"/>
                </a:lnTo>
                <a:lnTo>
                  <a:pt x="206" y="384"/>
                </a:lnTo>
                <a:lnTo>
                  <a:pt x="206" y="383"/>
                </a:lnTo>
                <a:lnTo>
                  <a:pt x="205" y="383"/>
                </a:lnTo>
                <a:lnTo>
                  <a:pt x="206" y="383"/>
                </a:lnTo>
                <a:lnTo>
                  <a:pt x="206" y="382"/>
                </a:lnTo>
                <a:lnTo>
                  <a:pt x="207" y="382"/>
                </a:lnTo>
                <a:lnTo>
                  <a:pt x="207" y="381"/>
                </a:lnTo>
                <a:lnTo>
                  <a:pt x="207" y="380"/>
                </a:lnTo>
                <a:lnTo>
                  <a:pt x="208" y="380"/>
                </a:lnTo>
                <a:lnTo>
                  <a:pt x="208" y="379"/>
                </a:lnTo>
                <a:lnTo>
                  <a:pt x="209" y="379"/>
                </a:lnTo>
                <a:lnTo>
                  <a:pt x="208" y="379"/>
                </a:lnTo>
                <a:lnTo>
                  <a:pt x="209" y="379"/>
                </a:lnTo>
                <a:lnTo>
                  <a:pt x="209" y="378"/>
                </a:lnTo>
                <a:lnTo>
                  <a:pt x="208" y="378"/>
                </a:lnTo>
                <a:lnTo>
                  <a:pt x="208" y="377"/>
                </a:lnTo>
                <a:lnTo>
                  <a:pt x="209" y="377"/>
                </a:lnTo>
                <a:lnTo>
                  <a:pt x="209" y="376"/>
                </a:lnTo>
                <a:lnTo>
                  <a:pt x="210" y="376"/>
                </a:lnTo>
                <a:lnTo>
                  <a:pt x="211" y="376"/>
                </a:lnTo>
                <a:lnTo>
                  <a:pt x="210" y="376"/>
                </a:lnTo>
                <a:lnTo>
                  <a:pt x="210" y="375"/>
                </a:lnTo>
                <a:lnTo>
                  <a:pt x="209" y="375"/>
                </a:lnTo>
                <a:lnTo>
                  <a:pt x="209" y="374"/>
                </a:lnTo>
                <a:lnTo>
                  <a:pt x="209" y="373"/>
                </a:lnTo>
                <a:lnTo>
                  <a:pt x="210" y="373"/>
                </a:lnTo>
                <a:lnTo>
                  <a:pt x="209" y="373"/>
                </a:lnTo>
                <a:lnTo>
                  <a:pt x="209" y="372"/>
                </a:lnTo>
                <a:lnTo>
                  <a:pt x="210" y="372"/>
                </a:lnTo>
                <a:lnTo>
                  <a:pt x="211" y="372"/>
                </a:lnTo>
                <a:lnTo>
                  <a:pt x="211" y="371"/>
                </a:lnTo>
                <a:lnTo>
                  <a:pt x="212" y="371"/>
                </a:lnTo>
                <a:lnTo>
                  <a:pt x="211" y="371"/>
                </a:lnTo>
                <a:lnTo>
                  <a:pt x="211" y="370"/>
                </a:lnTo>
                <a:lnTo>
                  <a:pt x="212" y="370"/>
                </a:lnTo>
                <a:lnTo>
                  <a:pt x="213" y="370"/>
                </a:lnTo>
                <a:lnTo>
                  <a:pt x="214" y="370"/>
                </a:lnTo>
                <a:lnTo>
                  <a:pt x="214" y="369"/>
                </a:lnTo>
                <a:lnTo>
                  <a:pt x="215" y="369"/>
                </a:lnTo>
                <a:lnTo>
                  <a:pt x="214" y="369"/>
                </a:lnTo>
                <a:lnTo>
                  <a:pt x="214" y="368"/>
                </a:lnTo>
                <a:lnTo>
                  <a:pt x="215" y="368"/>
                </a:lnTo>
                <a:lnTo>
                  <a:pt x="215" y="367"/>
                </a:lnTo>
                <a:lnTo>
                  <a:pt x="215" y="366"/>
                </a:lnTo>
                <a:lnTo>
                  <a:pt x="216" y="366"/>
                </a:lnTo>
                <a:lnTo>
                  <a:pt x="215" y="366"/>
                </a:lnTo>
                <a:lnTo>
                  <a:pt x="215" y="365"/>
                </a:lnTo>
                <a:lnTo>
                  <a:pt x="214" y="365"/>
                </a:lnTo>
                <a:lnTo>
                  <a:pt x="213" y="365"/>
                </a:lnTo>
                <a:lnTo>
                  <a:pt x="212" y="365"/>
                </a:lnTo>
                <a:lnTo>
                  <a:pt x="211" y="365"/>
                </a:lnTo>
                <a:lnTo>
                  <a:pt x="210" y="365"/>
                </a:lnTo>
                <a:lnTo>
                  <a:pt x="209" y="366"/>
                </a:lnTo>
                <a:lnTo>
                  <a:pt x="209" y="365"/>
                </a:lnTo>
                <a:lnTo>
                  <a:pt x="209" y="364"/>
                </a:lnTo>
                <a:lnTo>
                  <a:pt x="210" y="364"/>
                </a:lnTo>
                <a:lnTo>
                  <a:pt x="209" y="364"/>
                </a:lnTo>
                <a:lnTo>
                  <a:pt x="208" y="364"/>
                </a:lnTo>
                <a:lnTo>
                  <a:pt x="208" y="363"/>
                </a:lnTo>
                <a:lnTo>
                  <a:pt x="207" y="363"/>
                </a:lnTo>
                <a:lnTo>
                  <a:pt x="207" y="362"/>
                </a:lnTo>
                <a:lnTo>
                  <a:pt x="206" y="362"/>
                </a:lnTo>
                <a:lnTo>
                  <a:pt x="206" y="361"/>
                </a:lnTo>
                <a:lnTo>
                  <a:pt x="205" y="361"/>
                </a:lnTo>
                <a:lnTo>
                  <a:pt x="205" y="360"/>
                </a:lnTo>
                <a:lnTo>
                  <a:pt x="204" y="360"/>
                </a:lnTo>
                <a:lnTo>
                  <a:pt x="204" y="359"/>
                </a:lnTo>
                <a:lnTo>
                  <a:pt x="205" y="359"/>
                </a:lnTo>
                <a:lnTo>
                  <a:pt x="205" y="360"/>
                </a:lnTo>
                <a:lnTo>
                  <a:pt x="205" y="359"/>
                </a:lnTo>
                <a:lnTo>
                  <a:pt x="204" y="359"/>
                </a:lnTo>
                <a:lnTo>
                  <a:pt x="204" y="358"/>
                </a:lnTo>
                <a:lnTo>
                  <a:pt x="203" y="358"/>
                </a:lnTo>
                <a:lnTo>
                  <a:pt x="203" y="357"/>
                </a:lnTo>
                <a:lnTo>
                  <a:pt x="202" y="357"/>
                </a:lnTo>
                <a:lnTo>
                  <a:pt x="202" y="358"/>
                </a:lnTo>
                <a:lnTo>
                  <a:pt x="202" y="357"/>
                </a:lnTo>
                <a:lnTo>
                  <a:pt x="202" y="358"/>
                </a:lnTo>
                <a:lnTo>
                  <a:pt x="201" y="358"/>
                </a:lnTo>
                <a:lnTo>
                  <a:pt x="201" y="357"/>
                </a:lnTo>
                <a:lnTo>
                  <a:pt x="200" y="357"/>
                </a:lnTo>
                <a:lnTo>
                  <a:pt x="200" y="358"/>
                </a:lnTo>
                <a:lnTo>
                  <a:pt x="200" y="359"/>
                </a:lnTo>
                <a:lnTo>
                  <a:pt x="200" y="360"/>
                </a:lnTo>
                <a:lnTo>
                  <a:pt x="199" y="360"/>
                </a:lnTo>
                <a:lnTo>
                  <a:pt x="198" y="360"/>
                </a:lnTo>
                <a:lnTo>
                  <a:pt x="198" y="359"/>
                </a:lnTo>
                <a:lnTo>
                  <a:pt x="198" y="358"/>
                </a:lnTo>
                <a:lnTo>
                  <a:pt x="197" y="358"/>
                </a:lnTo>
                <a:lnTo>
                  <a:pt x="197" y="357"/>
                </a:lnTo>
                <a:lnTo>
                  <a:pt x="196" y="357"/>
                </a:lnTo>
                <a:lnTo>
                  <a:pt x="196" y="356"/>
                </a:lnTo>
                <a:lnTo>
                  <a:pt x="195" y="356"/>
                </a:lnTo>
                <a:lnTo>
                  <a:pt x="195" y="355"/>
                </a:lnTo>
                <a:lnTo>
                  <a:pt x="195" y="354"/>
                </a:lnTo>
                <a:lnTo>
                  <a:pt x="195" y="353"/>
                </a:lnTo>
                <a:lnTo>
                  <a:pt x="194" y="353"/>
                </a:lnTo>
                <a:lnTo>
                  <a:pt x="194" y="354"/>
                </a:lnTo>
                <a:lnTo>
                  <a:pt x="194" y="353"/>
                </a:lnTo>
                <a:lnTo>
                  <a:pt x="193" y="353"/>
                </a:lnTo>
                <a:lnTo>
                  <a:pt x="193" y="354"/>
                </a:lnTo>
                <a:lnTo>
                  <a:pt x="192" y="354"/>
                </a:lnTo>
                <a:lnTo>
                  <a:pt x="191" y="354"/>
                </a:lnTo>
                <a:lnTo>
                  <a:pt x="190" y="354"/>
                </a:lnTo>
                <a:lnTo>
                  <a:pt x="189" y="354"/>
                </a:lnTo>
                <a:lnTo>
                  <a:pt x="189" y="353"/>
                </a:lnTo>
                <a:lnTo>
                  <a:pt x="189" y="352"/>
                </a:lnTo>
                <a:lnTo>
                  <a:pt x="188" y="352"/>
                </a:lnTo>
                <a:lnTo>
                  <a:pt x="187" y="352"/>
                </a:lnTo>
                <a:lnTo>
                  <a:pt x="187" y="351"/>
                </a:lnTo>
                <a:lnTo>
                  <a:pt x="187" y="352"/>
                </a:lnTo>
                <a:lnTo>
                  <a:pt x="186" y="352"/>
                </a:lnTo>
                <a:lnTo>
                  <a:pt x="186" y="353"/>
                </a:lnTo>
                <a:lnTo>
                  <a:pt x="186" y="354"/>
                </a:lnTo>
                <a:lnTo>
                  <a:pt x="186" y="353"/>
                </a:lnTo>
                <a:lnTo>
                  <a:pt x="185" y="353"/>
                </a:lnTo>
                <a:lnTo>
                  <a:pt x="185" y="354"/>
                </a:lnTo>
                <a:lnTo>
                  <a:pt x="186" y="354"/>
                </a:lnTo>
                <a:lnTo>
                  <a:pt x="185" y="354"/>
                </a:lnTo>
                <a:lnTo>
                  <a:pt x="185" y="355"/>
                </a:lnTo>
                <a:lnTo>
                  <a:pt x="186" y="355"/>
                </a:lnTo>
                <a:lnTo>
                  <a:pt x="185" y="355"/>
                </a:lnTo>
                <a:lnTo>
                  <a:pt x="186" y="355"/>
                </a:lnTo>
                <a:lnTo>
                  <a:pt x="185" y="355"/>
                </a:lnTo>
                <a:lnTo>
                  <a:pt x="185" y="356"/>
                </a:lnTo>
                <a:lnTo>
                  <a:pt x="184" y="356"/>
                </a:lnTo>
                <a:lnTo>
                  <a:pt x="183" y="356"/>
                </a:lnTo>
                <a:lnTo>
                  <a:pt x="183" y="355"/>
                </a:lnTo>
                <a:lnTo>
                  <a:pt x="183" y="356"/>
                </a:lnTo>
                <a:lnTo>
                  <a:pt x="182" y="356"/>
                </a:lnTo>
                <a:lnTo>
                  <a:pt x="182" y="357"/>
                </a:lnTo>
                <a:lnTo>
                  <a:pt x="181" y="357"/>
                </a:lnTo>
                <a:lnTo>
                  <a:pt x="181" y="356"/>
                </a:lnTo>
                <a:lnTo>
                  <a:pt x="180" y="356"/>
                </a:lnTo>
                <a:lnTo>
                  <a:pt x="180" y="357"/>
                </a:lnTo>
                <a:lnTo>
                  <a:pt x="180" y="358"/>
                </a:lnTo>
                <a:lnTo>
                  <a:pt x="179" y="358"/>
                </a:lnTo>
                <a:lnTo>
                  <a:pt x="179" y="357"/>
                </a:lnTo>
                <a:lnTo>
                  <a:pt x="178" y="357"/>
                </a:lnTo>
                <a:lnTo>
                  <a:pt x="178" y="358"/>
                </a:lnTo>
                <a:lnTo>
                  <a:pt x="177" y="358"/>
                </a:lnTo>
                <a:lnTo>
                  <a:pt x="178" y="358"/>
                </a:lnTo>
                <a:lnTo>
                  <a:pt x="178" y="359"/>
                </a:lnTo>
                <a:lnTo>
                  <a:pt x="177" y="359"/>
                </a:lnTo>
                <a:lnTo>
                  <a:pt x="177" y="358"/>
                </a:lnTo>
                <a:lnTo>
                  <a:pt x="176" y="358"/>
                </a:lnTo>
                <a:lnTo>
                  <a:pt x="175" y="358"/>
                </a:lnTo>
                <a:lnTo>
                  <a:pt x="174" y="358"/>
                </a:lnTo>
                <a:lnTo>
                  <a:pt x="173" y="358"/>
                </a:lnTo>
                <a:lnTo>
                  <a:pt x="173" y="359"/>
                </a:lnTo>
                <a:lnTo>
                  <a:pt x="173" y="360"/>
                </a:lnTo>
                <a:lnTo>
                  <a:pt x="173" y="361"/>
                </a:lnTo>
                <a:lnTo>
                  <a:pt x="172" y="361"/>
                </a:lnTo>
                <a:lnTo>
                  <a:pt x="171" y="361"/>
                </a:lnTo>
                <a:lnTo>
                  <a:pt x="171" y="360"/>
                </a:lnTo>
                <a:lnTo>
                  <a:pt x="170" y="360"/>
                </a:lnTo>
                <a:lnTo>
                  <a:pt x="170" y="359"/>
                </a:lnTo>
                <a:lnTo>
                  <a:pt x="169" y="359"/>
                </a:lnTo>
                <a:lnTo>
                  <a:pt x="169" y="360"/>
                </a:lnTo>
                <a:lnTo>
                  <a:pt x="168" y="360"/>
                </a:lnTo>
                <a:lnTo>
                  <a:pt x="168" y="359"/>
                </a:lnTo>
                <a:lnTo>
                  <a:pt x="167" y="359"/>
                </a:lnTo>
                <a:lnTo>
                  <a:pt x="166" y="359"/>
                </a:lnTo>
                <a:lnTo>
                  <a:pt x="167" y="359"/>
                </a:lnTo>
                <a:lnTo>
                  <a:pt x="166" y="359"/>
                </a:lnTo>
                <a:lnTo>
                  <a:pt x="166" y="360"/>
                </a:lnTo>
                <a:lnTo>
                  <a:pt x="166" y="359"/>
                </a:lnTo>
                <a:lnTo>
                  <a:pt x="165" y="360"/>
                </a:lnTo>
                <a:lnTo>
                  <a:pt x="165" y="359"/>
                </a:lnTo>
                <a:lnTo>
                  <a:pt x="164" y="359"/>
                </a:lnTo>
                <a:lnTo>
                  <a:pt x="163" y="359"/>
                </a:lnTo>
                <a:lnTo>
                  <a:pt x="163" y="358"/>
                </a:lnTo>
                <a:lnTo>
                  <a:pt x="164" y="358"/>
                </a:lnTo>
                <a:lnTo>
                  <a:pt x="163" y="358"/>
                </a:lnTo>
                <a:lnTo>
                  <a:pt x="163" y="357"/>
                </a:lnTo>
                <a:lnTo>
                  <a:pt x="164" y="357"/>
                </a:lnTo>
                <a:lnTo>
                  <a:pt x="164" y="356"/>
                </a:lnTo>
                <a:lnTo>
                  <a:pt x="164" y="355"/>
                </a:lnTo>
                <a:lnTo>
                  <a:pt x="164" y="354"/>
                </a:lnTo>
                <a:lnTo>
                  <a:pt x="163" y="354"/>
                </a:lnTo>
                <a:lnTo>
                  <a:pt x="163" y="353"/>
                </a:lnTo>
                <a:lnTo>
                  <a:pt x="162" y="353"/>
                </a:lnTo>
                <a:lnTo>
                  <a:pt x="163" y="353"/>
                </a:lnTo>
                <a:lnTo>
                  <a:pt x="162" y="353"/>
                </a:lnTo>
                <a:lnTo>
                  <a:pt x="162" y="352"/>
                </a:lnTo>
                <a:lnTo>
                  <a:pt x="161" y="352"/>
                </a:lnTo>
                <a:lnTo>
                  <a:pt x="162" y="352"/>
                </a:lnTo>
                <a:lnTo>
                  <a:pt x="162" y="351"/>
                </a:lnTo>
                <a:lnTo>
                  <a:pt x="161" y="351"/>
                </a:lnTo>
                <a:lnTo>
                  <a:pt x="162" y="351"/>
                </a:lnTo>
                <a:lnTo>
                  <a:pt x="161" y="351"/>
                </a:lnTo>
                <a:lnTo>
                  <a:pt x="160" y="351"/>
                </a:lnTo>
                <a:lnTo>
                  <a:pt x="160" y="350"/>
                </a:lnTo>
                <a:lnTo>
                  <a:pt x="161" y="350"/>
                </a:lnTo>
                <a:lnTo>
                  <a:pt x="160" y="350"/>
                </a:lnTo>
                <a:lnTo>
                  <a:pt x="160" y="349"/>
                </a:lnTo>
                <a:lnTo>
                  <a:pt x="159" y="349"/>
                </a:lnTo>
                <a:lnTo>
                  <a:pt x="159" y="348"/>
                </a:lnTo>
                <a:lnTo>
                  <a:pt x="158" y="348"/>
                </a:lnTo>
                <a:lnTo>
                  <a:pt x="157" y="348"/>
                </a:lnTo>
                <a:lnTo>
                  <a:pt x="157" y="347"/>
                </a:lnTo>
                <a:lnTo>
                  <a:pt x="157" y="348"/>
                </a:lnTo>
                <a:lnTo>
                  <a:pt x="156" y="348"/>
                </a:lnTo>
                <a:lnTo>
                  <a:pt x="155" y="348"/>
                </a:lnTo>
                <a:lnTo>
                  <a:pt x="155" y="347"/>
                </a:lnTo>
                <a:lnTo>
                  <a:pt x="154" y="347"/>
                </a:lnTo>
                <a:lnTo>
                  <a:pt x="153" y="347"/>
                </a:lnTo>
                <a:lnTo>
                  <a:pt x="152" y="347"/>
                </a:lnTo>
                <a:lnTo>
                  <a:pt x="151" y="347"/>
                </a:lnTo>
                <a:lnTo>
                  <a:pt x="151" y="348"/>
                </a:lnTo>
                <a:lnTo>
                  <a:pt x="150" y="348"/>
                </a:lnTo>
                <a:lnTo>
                  <a:pt x="150" y="347"/>
                </a:lnTo>
                <a:lnTo>
                  <a:pt x="150" y="348"/>
                </a:lnTo>
                <a:lnTo>
                  <a:pt x="149" y="348"/>
                </a:lnTo>
                <a:lnTo>
                  <a:pt x="149" y="347"/>
                </a:lnTo>
                <a:lnTo>
                  <a:pt x="148" y="347"/>
                </a:lnTo>
                <a:lnTo>
                  <a:pt x="148" y="346"/>
                </a:lnTo>
                <a:lnTo>
                  <a:pt x="147" y="346"/>
                </a:lnTo>
                <a:lnTo>
                  <a:pt x="147" y="347"/>
                </a:lnTo>
                <a:lnTo>
                  <a:pt x="146" y="347"/>
                </a:lnTo>
                <a:lnTo>
                  <a:pt x="145" y="347"/>
                </a:lnTo>
                <a:lnTo>
                  <a:pt x="144" y="347"/>
                </a:lnTo>
                <a:lnTo>
                  <a:pt x="143" y="347"/>
                </a:lnTo>
                <a:lnTo>
                  <a:pt x="142" y="347"/>
                </a:lnTo>
                <a:lnTo>
                  <a:pt x="141" y="347"/>
                </a:lnTo>
                <a:lnTo>
                  <a:pt x="140" y="347"/>
                </a:lnTo>
                <a:lnTo>
                  <a:pt x="140" y="348"/>
                </a:lnTo>
                <a:lnTo>
                  <a:pt x="141" y="348"/>
                </a:lnTo>
                <a:lnTo>
                  <a:pt x="141" y="349"/>
                </a:lnTo>
                <a:lnTo>
                  <a:pt x="141" y="350"/>
                </a:lnTo>
                <a:lnTo>
                  <a:pt x="141" y="351"/>
                </a:lnTo>
                <a:lnTo>
                  <a:pt x="140" y="351"/>
                </a:lnTo>
                <a:lnTo>
                  <a:pt x="141" y="351"/>
                </a:lnTo>
                <a:lnTo>
                  <a:pt x="141" y="352"/>
                </a:lnTo>
                <a:lnTo>
                  <a:pt x="140" y="352"/>
                </a:lnTo>
                <a:lnTo>
                  <a:pt x="139" y="352"/>
                </a:lnTo>
                <a:lnTo>
                  <a:pt x="138" y="352"/>
                </a:lnTo>
                <a:lnTo>
                  <a:pt x="138" y="351"/>
                </a:lnTo>
                <a:lnTo>
                  <a:pt x="137" y="351"/>
                </a:lnTo>
                <a:lnTo>
                  <a:pt x="136" y="351"/>
                </a:lnTo>
                <a:lnTo>
                  <a:pt x="136" y="352"/>
                </a:lnTo>
                <a:lnTo>
                  <a:pt x="135" y="353"/>
                </a:lnTo>
                <a:lnTo>
                  <a:pt x="135" y="352"/>
                </a:lnTo>
                <a:lnTo>
                  <a:pt x="135" y="353"/>
                </a:lnTo>
                <a:lnTo>
                  <a:pt x="135" y="352"/>
                </a:lnTo>
                <a:lnTo>
                  <a:pt x="134" y="352"/>
                </a:lnTo>
                <a:lnTo>
                  <a:pt x="133" y="352"/>
                </a:lnTo>
                <a:lnTo>
                  <a:pt x="132" y="352"/>
                </a:lnTo>
                <a:lnTo>
                  <a:pt x="131" y="352"/>
                </a:lnTo>
                <a:lnTo>
                  <a:pt x="131" y="353"/>
                </a:lnTo>
                <a:lnTo>
                  <a:pt x="131" y="352"/>
                </a:lnTo>
                <a:lnTo>
                  <a:pt x="130" y="352"/>
                </a:lnTo>
                <a:lnTo>
                  <a:pt x="130" y="353"/>
                </a:lnTo>
                <a:lnTo>
                  <a:pt x="130" y="354"/>
                </a:lnTo>
                <a:lnTo>
                  <a:pt x="130" y="355"/>
                </a:lnTo>
                <a:lnTo>
                  <a:pt x="129" y="355"/>
                </a:lnTo>
                <a:lnTo>
                  <a:pt x="129" y="354"/>
                </a:lnTo>
                <a:lnTo>
                  <a:pt x="129" y="353"/>
                </a:lnTo>
                <a:lnTo>
                  <a:pt x="128" y="353"/>
                </a:lnTo>
                <a:lnTo>
                  <a:pt x="128" y="352"/>
                </a:lnTo>
                <a:lnTo>
                  <a:pt x="127" y="352"/>
                </a:lnTo>
                <a:lnTo>
                  <a:pt x="127" y="351"/>
                </a:lnTo>
                <a:lnTo>
                  <a:pt x="126" y="351"/>
                </a:lnTo>
                <a:lnTo>
                  <a:pt x="126" y="350"/>
                </a:lnTo>
                <a:lnTo>
                  <a:pt x="127" y="350"/>
                </a:lnTo>
                <a:lnTo>
                  <a:pt x="127" y="349"/>
                </a:lnTo>
                <a:lnTo>
                  <a:pt x="126" y="349"/>
                </a:lnTo>
                <a:lnTo>
                  <a:pt x="126" y="348"/>
                </a:lnTo>
                <a:lnTo>
                  <a:pt x="125" y="348"/>
                </a:lnTo>
                <a:lnTo>
                  <a:pt x="125" y="347"/>
                </a:lnTo>
                <a:lnTo>
                  <a:pt x="124" y="347"/>
                </a:lnTo>
                <a:lnTo>
                  <a:pt x="123" y="347"/>
                </a:lnTo>
                <a:lnTo>
                  <a:pt x="122" y="347"/>
                </a:lnTo>
                <a:lnTo>
                  <a:pt x="123" y="347"/>
                </a:lnTo>
                <a:lnTo>
                  <a:pt x="122" y="347"/>
                </a:lnTo>
                <a:lnTo>
                  <a:pt x="122" y="346"/>
                </a:lnTo>
                <a:lnTo>
                  <a:pt x="121" y="345"/>
                </a:lnTo>
                <a:lnTo>
                  <a:pt x="121" y="344"/>
                </a:lnTo>
                <a:lnTo>
                  <a:pt x="120" y="344"/>
                </a:lnTo>
                <a:lnTo>
                  <a:pt x="119" y="344"/>
                </a:lnTo>
                <a:lnTo>
                  <a:pt x="119" y="343"/>
                </a:lnTo>
                <a:lnTo>
                  <a:pt x="119" y="344"/>
                </a:lnTo>
                <a:lnTo>
                  <a:pt x="119" y="343"/>
                </a:lnTo>
                <a:lnTo>
                  <a:pt x="118" y="343"/>
                </a:lnTo>
                <a:lnTo>
                  <a:pt x="117" y="343"/>
                </a:lnTo>
                <a:lnTo>
                  <a:pt x="116" y="343"/>
                </a:lnTo>
                <a:lnTo>
                  <a:pt x="116" y="342"/>
                </a:lnTo>
                <a:lnTo>
                  <a:pt x="116" y="341"/>
                </a:lnTo>
                <a:lnTo>
                  <a:pt x="115" y="341"/>
                </a:lnTo>
                <a:lnTo>
                  <a:pt x="115" y="340"/>
                </a:lnTo>
                <a:lnTo>
                  <a:pt x="115" y="339"/>
                </a:lnTo>
                <a:lnTo>
                  <a:pt x="114" y="339"/>
                </a:lnTo>
                <a:lnTo>
                  <a:pt x="114" y="340"/>
                </a:lnTo>
                <a:lnTo>
                  <a:pt x="113" y="340"/>
                </a:lnTo>
                <a:lnTo>
                  <a:pt x="112" y="340"/>
                </a:lnTo>
                <a:lnTo>
                  <a:pt x="111" y="340"/>
                </a:lnTo>
                <a:lnTo>
                  <a:pt x="111" y="339"/>
                </a:lnTo>
                <a:lnTo>
                  <a:pt x="110" y="339"/>
                </a:lnTo>
                <a:lnTo>
                  <a:pt x="109" y="339"/>
                </a:lnTo>
                <a:lnTo>
                  <a:pt x="109" y="338"/>
                </a:lnTo>
                <a:lnTo>
                  <a:pt x="108" y="338"/>
                </a:lnTo>
                <a:lnTo>
                  <a:pt x="107" y="338"/>
                </a:lnTo>
                <a:lnTo>
                  <a:pt x="107" y="339"/>
                </a:lnTo>
                <a:lnTo>
                  <a:pt x="106" y="339"/>
                </a:lnTo>
                <a:lnTo>
                  <a:pt x="105" y="339"/>
                </a:lnTo>
                <a:lnTo>
                  <a:pt x="105" y="338"/>
                </a:lnTo>
                <a:lnTo>
                  <a:pt x="104" y="338"/>
                </a:lnTo>
                <a:lnTo>
                  <a:pt x="104" y="339"/>
                </a:lnTo>
                <a:lnTo>
                  <a:pt x="103" y="339"/>
                </a:lnTo>
                <a:lnTo>
                  <a:pt x="102" y="339"/>
                </a:lnTo>
                <a:lnTo>
                  <a:pt x="101" y="339"/>
                </a:lnTo>
                <a:lnTo>
                  <a:pt x="101" y="338"/>
                </a:lnTo>
                <a:lnTo>
                  <a:pt x="101" y="337"/>
                </a:lnTo>
                <a:lnTo>
                  <a:pt x="101" y="336"/>
                </a:lnTo>
                <a:lnTo>
                  <a:pt x="101" y="335"/>
                </a:lnTo>
                <a:lnTo>
                  <a:pt x="101" y="334"/>
                </a:lnTo>
                <a:lnTo>
                  <a:pt x="101" y="333"/>
                </a:lnTo>
                <a:lnTo>
                  <a:pt x="101" y="332"/>
                </a:lnTo>
                <a:lnTo>
                  <a:pt x="101" y="331"/>
                </a:lnTo>
                <a:lnTo>
                  <a:pt x="102" y="331"/>
                </a:lnTo>
                <a:lnTo>
                  <a:pt x="102" y="330"/>
                </a:lnTo>
                <a:lnTo>
                  <a:pt x="101" y="330"/>
                </a:lnTo>
                <a:lnTo>
                  <a:pt x="101" y="329"/>
                </a:lnTo>
                <a:lnTo>
                  <a:pt x="100" y="329"/>
                </a:lnTo>
                <a:lnTo>
                  <a:pt x="100" y="328"/>
                </a:lnTo>
                <a:lnTo>
                  <a:pt x="100" y="327"/>
                </a:lnTo>
                <a:lnTo>
                  <a:pt x="99" y="327"/>
                </a:lnTo>
                <a:lnTo>
                  <a:pt x="99" y="326"/>
                </a:lnTo>
                <a:lnTo>
                  <a:pt x="99" y="325"/>
                </a:lnTo>
                <a:lnTo>
                  <a:pt x="99" y="324"/>
                </a:lnTo>
                <a:lnTo>
                  <a:pt x="98" y="324"/>
                </a:lnTo>
                <a:lnTo>
                  <a:pt x="98" y="323"/>
                </a:lnTo>
                <a:lnTo>
                  <a:pt x="98" y="322"/>
                </a:lnTo>
                <a:lnTo>
                  <a:pt x="98" y="321"/>
                </a:lnTo>
                <a:lnTo>
                  <a:pt x="99" y="321"/>
                </a:lnTo>
                <a:lnTo>
                  <a:pt x="100" y="321"/>
                </a:lnTo>
                <a:lnTo>
                  <a:pt x="100" y="320"/>
                </a:lnTo>
                <a:lnTo>
                  <a:pt x="101" y="320"/>
                </a:lnTo>
                <a:lnTo>
                  <a:pt x="101" y="319"/>
                </a:lnTo>
                <a:lnTo>
                  <a:pt x="101" y="318"/>
                </a:lnTo>
                <a:lnTo>
                  <a:pt x="101" y="317"/>
                </a:lnTo>
                <a:lnTo>
                  <a:pt x="102" y="317"/>
                </a:lnTo>
                <a:lnTo>
                  <a:pt x="102" y="316"/>
                </a:lnTo>
                <a:lnTo>
                  <a:pt x="103" y="316"/>
                </a:lnTo>
                <a:lnTo>
                  <a:pt x="103" y="315"/>
                </a:lnTo>
                <a:lnTo>
                  <a:pt x="103" y="314"/>
                </a:lnTo>
                <a:lnTo>
                  <a:pt x="104" y="314"/>
                </a:lnTo>
                <a:lnTo>
                  <a:pt x="105" y="314"/>
                </a:lnTo>
                <a:lnTo>
                  <a:pt x="105" y="313"/>
                </a:lnTo>
                <a:lnTo>
                  <a:pt x="106" y="313"/>
                </a:lnTo>
                <a:lnTo>
                  <a:pt x="107" y="312"/>
                </a:lnTo>
                <a:lnTo>
                  <a:pt x="107" y="311"/>
                </a:lnTo>
                <a:lnTo>
                  <a:pt x="108" y="311"/>
                </a:lnTo>
                <a:lnTo>
                  <a:pt x="108" y="312"/>
                </a:lnTo>
                <a:lnTo>
                  <a:pt x="108" y="311"/>
                </a:lnTo>
                <a:lnTo>
                  <a:pt x="109" y="311"/>
                </a:lnTo>
                <a:lnTo>
                  <a:pt x="109" y="310"/>
                </a:lnTo>
                <a:lnTo>
                  <a:pt x="110" y="310"/>
                </a:lnTo>
                <a:lnTo>
                  <a:pt x="110" y="311"/>
                </a:lnTo>
                <a:lnTo>
                  <a:pt x="111" y="311"/>
                </a:lnTo>
                <a:lnTo>
                  <a:pt x="111" y="312"/>
                </a:lnTo>
                <a:lnTo>
                  <a:pt x="110" y="312"/>
                </a:lnTo>
                <a:lnTo>
                  <a:pt x="110" y="313"/>
                </a:lnTo>
                <a:lnTo>
                  <a:pt x="111" y="313"/>
                </a:lnTo>
                <a:lnTo>
                  <a:pt x="113" y="313"/>
                </a:lnTo>
                <a:lnTo>
                  <a:pt x="113" y="312"/>
                </a:lnTo>
                <a:lnTo>
                  <a:pt x="113" y="311"/>
                </a:lnTo>
                <a:lnTo>
                  <a:pt x="112" y="311"/>
                </a:lnTo>
                <a:lnTo>
                  <a:pt x="111" y="310"/>
                </a:lnTo>
                <a:lnTo>
                  <a:pt x="110" y="310"/>
                </a:lnTo>
                <a:lnTo>
                  <a:pt x="111" y="309"/>
                </a:lnTo>
                <a:lnTo>
                  <a:pt x="111" y="310"/>
                </a:lnTo>
                <a:lnTo>
                  <a:pt x="112" y="310"/>
                </a:lnTo>
                <a:lnTo>
                  <a:pt x="112" y="309"/>
                </a:lnTo>
                <a:lnTo>
                  <a:pt x="113" y="309"/>
                </a:lnTo>
                <a:lnTo>
                  <a:pt x="112" y="309"/>
                </a:lnTo>
                <a:lnTo>
                  <a:pt x="112" y="308"/>
                </a:lnTo>
                <a:lnTo>
                  <a:pt x="111" y="308"/>
                </a:lnTo>
                <a:lnTo>
                  <a:pt x="111" y="307"/>
                </a:lnTo>
                <a:lnTo>
                  <a:pt x="110" y="307"/>
                </a:lnTo>
                <a:lnTo>
                  <a:pt x="110" y="306"/>
                </a:lnTo>
                <a:lnTo>
                  <a:pt x="109" y="306"/>
                </a:lnTo>
                <a:lnTo>
                  <a:pt x="108" y="305"/>
                </a:lnTo>
                <a:lnTo>
                  <a:pt x="107" y="305"/>
                </a:lnTo>
                <a:lnTo>
                  <a:pt x="108" y="305"/>
                </a:lnTo>
                <a:lnTo>
                  <a:pt x="109" y="305"/>
                </a:lnTo>
                <a:lnTo>
                  <a:pt x="110" y="305"/>
                </a:lnTo>
                <a:lnTo>
                  <a:pt x="110" y="304"/>
                </a:lnTo>
                <a:lnTo>
                  <a:pt x="111" y="304"/>
                </a:lnTo>
                <a:lnTo>
                  <a:pt x="112" y="305"/>
                </a:lnTo>
                <a:lnTo>
                  <a:pt x="113" y="305"/>
                </a:lnTo>
                <a:lnTo>
                  <a:pt x="114" y="305"/>
                </a:lnTo>
                <a:lnTo>
                  <a:pt x="114" y="304"/>
                </a:lnTo>
                <a:lnTo>
                  <a:pt x="115" y="304"/>
                </a:lnTo>
                <a:lnTo>
                  <a:pt x="115" y="303"/>
                </a:lnTo>
                <a:lnTo>
                  <a:pt x="116" y="302"/>
                </a:lnTo>
                <a:lnTo>
                  <a:pt x="117" y="302"/>
                </a:lnTo>
                <a:lnTo>
                  <a:pt x="118" y="301"/>
                </a:lnTo>
                <a:lnTo>
                  <a:pt x="118" y="300"/>
                </a:lnTo>
                <a:lnTo>
                  <a:pt x="118" y="299"/>
                </a:lnTo>
                <a:lnTo>
                  <a:pt x="119" y="299"/>
                </a:lnTo>
                <a:lnTo>
                  <a:pt x="120" y="299"/>
                </a:lnTo>
                <a:lnTo>
                  <a:pt x="120" y="298"/>
                </a:lnTo>
                <a:lnTo>
                  <a:pt x="121" y="298"/>
                </a:lnTo>
                <a:lnTo>
                  <a:pt x="122" y="298"/>
                </a:lnTo>
                <a:lnTo>
                  <a:pt x="123" y="298"/>
                </a:lnTo>
                <a:lnTo>
                  <a:pt x="124" y="297"/>
                </a:lnTo>
                <a:lnTo>
                  <a:pt x="123" y="297"/>
                </a:lnTo>
                <a:lnTo>
                  <a:pt x="124" y="296"/>
                </a:lnTo>
                <a:lnTo>
                  <a:pt x="123" y="295"/>
                </a:lnTo>
                <a:lnTo>
                  <a:pt x="124" y="294"/>
                </a:lnTo>
                <a:lnTo>
                  <a:pt x="124" y="293"/>
                </a:lnTo>
                <a:lnTo>
                  <a:pt x="125" y="293"/>
                </a:lnTo>
                <a:lnTo>
                  <a:pt x="125" y="292"/>
                </a:lnTo>
                <a:lnTo>
                  <a:pt x="126" y="292"/>
                </a:lnTo>
                <a:lnTo>
                  <a:pt x="127" y="292"/>
                </a:lnTo>
                <a:lnTo>
                  <a:pt x="128" y="292"/>
                </a:lnTo>
                <a:lnTo>
                  <a:pt x="128" y="291"/>
                </a:lnTo>
                <a:lnTo>
                  <a:pt x="129" y="292"/>
                </a:lnTo>
                <a:lnTo>
                  <a:pt x="130" y="292"/>
                </a:lnTo>
                <a:lnTo>
                  <a:pt x="131" y="293"/>
                </a:lnTo>
                <a:lnTo>
                  <a:pt x="131" y="294"/>
                </a:lnTo>
                <a:lnTo>
                  <a:pt x="131" y="295"/>
                </a:lnTo>
                <a:lnTo>
                  <a:pt x="132" y="295"/>
                </a:lnTo>
                <a:lnTo>
                  <a:pt x="133" y="294"/>
                </a:lnTo>
                <a:lnTo>
                  <a:pt x="134" y="294"/>
                </a:lnTo>
                <a:lnTo>
                  <a:pt x="135" y="295"/>
                </a:lnTo>
                <a:lnTo>
                  <a:pt x="135" y="296"/>
                </a:lnTo>
                <a:lnTo>
                  <a:pt x="136" y="296"/>
                </a:lnTo>
                <a:lnTo>
                  <a:pt x="137" y="296"/>
                </a:lnTo>
                <a:lnTo>
                  <a:pt x="137" y="295"/>
                </a:lnTo>
                <a:lnTo>
                  <a:pt x="137" y="296"/>
                </a:lnTo>
                <a:lnTo>
                  <a:pt x="138" y="296"/>
                </a:lnTo>
                <a:lnTo>
                  <a:pt x="139" y="296"/>
                </a:lnTo>
                <a:lnTo>
                  <a:pt x="140" y="296"/>
                </a:lnTo>
                <a:lnTo>
                  <a:pt x="140" y="297"/>
                </a:lnTo>
                <a:lnTo>
                  <a:pt x="140" y="298"/>
                </a:lnTo>
                <a:lnTo>
                  <a:pt x="139" y="298"/>
                </a:lnTo>
                <a:lnTo>
                  <a:pt x="139" y="299"/>
                </a:lnTo>
                <a:lnTo>
                  <a:pt x="139" y="300"/>
                </a:lnTo>
                <a:lnTo>
                  <a:pt x="139" y="299"/>
                </a:lnTo>
                <a:lnTo>
                  <a:pt x="139" y="300"/>
                </a:lnTo>
                <a:lnTo>
                  <a:pt x="140" y="300"/>
                </a:lnTo>
                <a:lnTo>
                  <a:pt x="141" y="300"/>
                </a:lnTo>
                <a:lnTo>
                  <a:pt x="141" y="299"/>
                </a:lnTo>
                <a:lnTo>
                  <a:pt x="142" y="299"/>
                </a:lnTo>
                <a:lnTo>
                  <a:pt x="142" y="298"/>
                </a:lnTo>
                <a:lnTo>
                  <a:pt x="142" y="297"/>
                </a:lnTo>
                <a:lnTo>
                  <a:pt x="143" y="297"/>
                </a:lnTo>
                <a:lnTo>
                  <a:pt x="143" y="296"/>
                </a:lnTo>
                <a:lnTo>
                  <a:pt x="144" y="296"/>
                </a:lnTo>
                <a:lnTo>
                  <a:pt x="144" y="297"/>
                </a:lnTo>
                <a:lnTo>
                  <a:pt x="145" y="297"/>
                </a:lnTo>
                <a:lnTo>
                  <a:pt x="145" y="296"/>
                </a:lnTo>
                <a:lnTo>
                  <a:pt x="146" y="296"/>
                </a:lnTo>
                <a:lnTo>
                  <a:pt x="147" y="296"/>
                </a:lnTo>
                <a:lnTo>
                  <a:pt x="147" y="295"/>
                </a:lnTo>
                <a:lnTo>
                  <a:pt x="146" y="295"/>
                </a:lnTo>
                <a:lnTo>
                  <a:pt x="147" y="295"/>
                </a:lnTo>
                <a:lnTo>
                  <a:pt x="147" y="294"/>
                </a:lnTo>
                <a:lnTo>
                  <a:pt x="147" y="293"/>
                </a:lnTo>
                <a:lnTo>
                  <a:pt x="148" y="293"/>
                </a:lnTo>
                <a:lnTo>
                  <a:pt x="147" y="293"/>
                </a:lnTo>
                <a:lnTo>
                  <a:pt x="147" y="292"/>
                </a:lnTo>
                <a:lnTo>
                  <a:pt x="148" y="292"/>
                </a:lnTo>
                <a:lnTo>
                  <a:pt x="150" y="292"/>
                </a:lnTo>
                <a:lnTo>
                  <a:pt x="150" y="291"/>
                </a:lnTo>
                <a:lnTo>
                  <a:pt x="151" y="291"/>
                </a:lnTo>
                <a:lnTo>
                  <a:pt x="151" y="290"/>
                </a:lnTo>
                <a:lnTo>
                  <a:pt x="152" y="289"/>
                </a:lnTo>
                <a:lnTo>
                  <a:pt x="151" y="289"/>
                </a:lnTo>
                <a:lnTo>
                  <a:pt x="151" y="288"/>
                </a:lnTo>
                <a:lnTo>
                  <a:pt x="152" y="288"/>
                </a:lnTo>
                <a:lnTo>
                  <a:pt x="153" y="288"/>
                </a:lnTo>
                <a:lnTo>
                  <a:pt x="153" y="287"/>
                </a:lnTo>
                <a:lnTo>
                  <a:pt x="152" y="287"/>
                </a:lnTo>
                <a:lnTo>
                  <a:pt x="151" y="286"/>
                </a:lnTo>
                <a:lnTo>
                  <a:pt x="151" y="285"/>
                </a:lnTo>
                <a:lnTo>
                  <a:pt x="151" y="284"/>
                </a:lnTo>
                <a:lnTo>
                  <a:pt x="152" y="283"/>
                </a:lnTo>
                <a:lnTo>
                  <a:pt x="153" y="281"/>
                </a:lnTo>
                <a:lnTo>
                  <a:pt x="153" y="280"/>
                </a:lnTo>
                <a:lnTo>
                  <a:pt x="153" y="279"/>
                </a:lnTo>
                <a:lnTo>
                  <a:pt x="154" y="279"/>
                </a:lnTo>
                <a:lnTo>
                  <a:pt x="154" y="278"/>
                </a:lnTo>
                <a:lnTo>
                  <a:pt x="154" y="277"/>
                </a:lnTo>
                <a:lnTo>
                  <a:pt x="154" y="276"/>
                </a:lnTo>
                <a:lnTo>
                  <a:pt x="154" y="275"/>
                </a:lnTo>
                <a:lnTo>
                  <a:pt x="154" y="274"/>
                </a:lnTo>
                <a:lnTo>
                  <a:pt x="154" y="273"/>
                </a:lnTo>
                <a:lnTo>
                  <a:pt x="155" y="273"/>
                </a:lnTo>
                <a:lnTo>
                  <a:pt x="155" y="272"/>
                </a:lnTo>
                <a:lnTo>
                  <a:pt x="154" y="272"/>
                </a:lnTo>
                <a:lnTo>
                  <a:pt x="154" y="271"/>
                </a:lnTo>
                <a:lnTo>
                  <a:pt x="153" y="271"/>
                </a:lnTo>
                <a:lnTo>
                  <a:pt x="153" y="269"/>
                </a:lnTo>
                <a:lnTo>
                  <a:pt x="153" y="267"/>
                </a:lnTo>
                <a:lnTo>
                  <a:pt x="153" y="266"/>
                </a:lnTo>
                <a:lnTo>
                  <a:pt x="153" y="265"/>
                </a:lnTo>
                <a:lnTo>
                  <a:pt x="152" y="265"/>
                </a:lnTo>
                <a:lnTo>
                  <a:pt x="152" y="264"/>
                </a:lnTo>
                <a:lnTo>
                  <a:pt x="153" y="264"/>
                </a:lnTo>
                <a:lnTo>
                  <a:pt x="153" y="263"/>
                </a:lnTo>
                <a:lnTo>
                  <a:pt x="154" y="263"/>
                </a:lnTo>
                <a:lnTo>
                  <a:pt x="155" y="262"/>
                </a:lnTo>
                <a:lnTo>
                  <a:pt x="156" y="262"/>
                </a:lnTo>
                <a:lnTo>
                  <a:pt x="156" y="263"/>
                </a:lnTo>
                <a:lnTo>
                  <a:pt x="157" y="263"/>
                </a:lnTo>
                <a:lnTo>
                  <a:pt x="157" y="262"/>
                </a:lnTo>
                <a:lnTo>
                  <a:pt x="158" y="261"/>
                </a:lnTo>
                <a:lnTo>
                  <a:pt x="158" y="260"/>
                </a:lnTo>
                <a:lnTo>
                  <a:pt x="157" y="260"/>
                </a:lnTo>
                <a:lnTo>
                  <a:pt x="156" y="260"/>
                </a:lnTo>
                <a:lnTo>
                  <a:pt x="156" y="259"/>
                </a:lnTo>
                <a:lnTo>
                  <a:pt x="156" y="258"/>
                </a:lnTo>
                <a:lnTo>
                  <a:pt x="157" y="258"/>
                </a:lnTo>
                <a:lnTo>
                  <a:pt x="158" y="258"/>
                </a:lnTo>
                <a:lnTo>
                  <a:pt x="158" y="257"/>
                </a:lnTo>
                <a:lnTo>
                  <a:pt x="158" y="256"/>
                </a:lnTo>
                <a:lnTo>
                  <a:pt x="157" y="256"/>
                </a:lnTo>
                <a:lnTo>
                  <a:pt x="156" y="256"/>
                </a:lnTo>
                <a:lnTo>
                  <a:pt x="155" y="256"/>
                </a:lnTo>
                <a:lnTo>
                  <a:pt x="154" y="256"/>
                </a:lnTo>
                <a:lnTo>
                  <a:pt x="155" y="255"/>
                </a:lnTo>
                <a:lnTo>
                  <a:pt x="154" y="255"/>
                </a:lnTo>
                <a:lnTo>
                  <a:pt x="154" y="254"/>
                </a:lnTo>
                <a:lnTo>
                  <a:pt x="154" y="253"/>
                </a:lnTo>
                <a:lnTo>
                  <a:pt x="153" y="252"/>
                </a:lnTo>
                <a:lnTo>
                  <a:pt x="153" y="250"/>
                </a:lnTo>
                <a:lnTo>
                  <a:pt x="153" y="249"/>
                </a:lnTo>
                <a:lnTo>
                  <a:pt x="152" y="248"/>
                </a:lnTo>
                <a:lnTo>
                  <a:pt x="151" y="247"/>
                </a:lnTo>
                <a:lnTo>
                  <a:pt x="150" y="247"/>
                </a:lnTo>
                <a:lnTo>
                  <a:pt x="150" y="246"/>
                </a:lnTo>
                <a:lnTo>
                  <a:pt x="149" y="246"/>
                </a:lnTo>
                <a:lnTo>
                  <a:pt x="149" y="245"/>
                </a:lnTo>
                <a:lnTo>
                  <a:pt x="148" y="245"/>
                </a:lnTo>
                <a:lnTo>
                  <a:pt x="147" y="245"/>
                </a:lnTo>
                <a:lnTo>
                  <a:pt x="147" y="244"/>
                </a:lnTo>
                <a:lnTo>
                  <a:pt x="148" y="244"/>
                </a:lnTo>
                <a:lnTo>
                  <a:pt x="148" y="243"/>
                </a:lnTo>
                <a:lnTo>
                  <a:pt x="149" y="241"/>
                </a:lnTo>
                <a:lnTo>
                  <a:pt x="148" y="241"/>
                </a:lnTo>
                <a:lnTo>
                  <a:pt x="148" y="240"/>
                </a:lnTo>
                <a:lnTo>
                  <a:pt x="147" y="240"/>
                </a:lnTo>
                <a:lnTo>
                  <a:pt x="147" y="241"/>
                </a:lnTo>
                <a:lnTo>
                  <a:pt x="146" y="241"/>
                </a:lnTo>
                <a:lnTo>
                  <a:pt x="146" y="240"/>
                </a:lnTo>
                <a:lnTo>
                  <a:pt x="147" y="240"/>
                </a:lnTo>
                <a:lnTo>
                  <a:pt x="146" y="240"/>
                </a:lnTo>
                <a:lnTo>
                  <a:pt x="146" y="239"/>
                </a:lnTo>
                <a:lnTo>
                  <a:pt x="145" y="239"/>
                </a:lnTo>
                <a:lnTo>
                  <a:pt x="145" y="238"/>
                </a:lnTo>
                <a:lnTo>
                  <a:pt x="145" y="237"/>
                </a:lnTo>
                <a:lnTo>
                  <a:pt x="145" y="236"/>
                </a:lnTo>
                <a:lnTo>
                  <a:pt x="145" y="235"/>
                </a:lnTo>
                <a:lnTo>
                  <a:pt x="144" y="235"/>
                </a:lnTo>
                <a:lnTo>
                  <a:pt x="144" y="234"/>
                </a:lnTo>
                <a:lnTo>
                  <a:pt x="143" y="234"/>
                </a:lnTo>
                <a:lnTo>
                  <a:pt x="143" y="233"/>
                </a:lnTo>
                <a:lnTo>
                  <a:pt x="142" y="233"/>
                </a:lnTo>
                <a:lnTo>
                  <a:pt x="141" y="233"/>
                </a:lnTo>
                <a:lnTo>
                  <a:pt x="140" y="232"/>
                </a:lnTo>
                <a:lnTo>
                  <a:pt x="139" y="231"/>
                </a:lnTo>
                <a:lnTo>
                  <a:pt x="139" y="232"/>
                </a:lnTo>
                <a:lnTo>
                  <a:pt x="138" y="232"/>
                </a:lnTo>
                <a:lnTo>
                  <a:pt x="136" y="232"/>
                </a:lnTo>
                <a:lnTo>
                  <a:pt x="135" y="232"/>
                </a:lnTo>
                <a:lnTo>
                  <a:pt x="134" y="232"/>
                </a:lnTo>
                <a:lnTo>
                  <a:pt x="133" y="231"/>
                </a:lnTo>
                <a:lnTo>
                  <a:pt x="131" y="232"/>
                </a:lnTo>
                <a:lnTo>
                  <a:pt x="131" y="234"/>
                </a:lnTo>
                <a:lnTo>
                  <a:pt x="130" y="235"/>
                </a:lnTo>
                <a:lnTo>
                  <a:pt x="131" y="235"/>
                </a:lnTo>
                <a:lnTo>
                  <a:pt x="131" y="236"/>
                </a:lnTo>
                <a:lnTo>
                  <a:pt x="132" y="236"/>
                </a:lnTo>
                <a:lnTo>
                  <a:pt x="132" y="237"/>
                </a:lnTo>
                <a:lnTo>
                  <a:pt x="131" y="237"/>
                </a:lnTo>
                <a:lnTo>
                  <a:pt x="131" y="239"/>
                </a:lnTo>
                <a:lnTo>
                  <a:pt x="130" y="239"/>
                </a:lnTo>
                <a:lnTo>
                  <a:pt x="130" y="240"/>
                </a:lnTo>
                <a:lnTo>
                  <a:pt x="130" y="239"/>
                </a:lnTo>
                <a:lnTo>
                  <a:pt x="129" y="239"/>
                </a:lnTo>
                <a:lnTo>
                  <a:pt x="128" y="238"/>
                </a:lnTo>
                <a:lnTo>
                  <a:pt x="127" y="238"/>
                </a:lnTo>
                <a:lnTo>
                  <a:pt x="126" y="238"/>
                </a:lnTo>
                <a:lnTo>
                  <a:pt x="126" y="239"/>
                </a:lnTo>
                <a:lnTo>
                  <a:pt x="126" y="240"/>
                </a:lnTo>
                <a:lnTo>
                  <a:pt x="126" y="241"/>
                </a:lnTo>
                <a:lnTo>
                  <a:pt x="125" y="241"/>
                </a:lnTo>
                <a:lnTo>
                  <a:pt x="124" y="241"/>
                </a:lnTo>
                <a:lnTo>
                  <a:pt x="123" y="241"/>
                </a:lnTo>
                <a:lnTo>
                  <a:pt x="122" y="241"/>
                </a:lnTo>
                <a:lnTo>
                  <a:pt x="121" y="241"/>
                </a:lnTo>
                <a:lnTo>
                  <a:pt x="121" y="240"/>
                </a:lnTo>
                <a:lnTo>
                  <a:pt x="121" y="239"/>
                </a:lnTo>
                <a:lnTo>
                  <a:pt x="122" y="239"/>
                </a:lnTo>
                <a:lnTo>
                  <a:pt x="122" y="238"/>
                </a:lnTo>
                <a:lnTo>
                  <a:pt x="121" y="237"/>
                </a:lnTo>
                <a:lnTo>
                  <a:pt x="120" y="237"/>
                </a:lnTo>
                <a:lnTo>
                  <a:pt x="119" y="237"/>
                </a:lnTo>
                <a:lnTo>
                  <a:pt x="118" y="236"/>
                </a:lnTo>
                <a:lnTo>
                  <a:pt x="118" y="237"/>
                </a:lnTo>
                <a:lnTo>
                  <a:pt x="117" y="237"/>
                </a:lnTo>
                <a:lnTo>
                  <a:pt x="117" y="238"/>
                </a:lnTo>
                <a:lnTo>
                  <a:pt x="116" y="238"/>
                </a:lnTo>
                <a:lnTo>
                  <a:pt x="115" y="238"/>
                </a:lnTo>
                <a:lnTo>
                  <a:pt x="114" y="238"/>
                </a:lnTo>
                <a:lnTo>
                  <a:pt x="114" y="237"/>
                </a:lnTo>
                <a:lnTo>
                  <a:pt x="113" y="237"/>
                </a:lnTo>
                <a:lnTo>
                  <a:pt x="113" y="238"/>
                </a:lnTo>
                <a:lnTo>
                  <a:pt x="112" y="239"/>
                </a:lnTo>
                <a:lnTo>
                  <a:pt x="111" y="240"/>
                </a:lnTo>
                <a:lnTo>
                  <a:pt x="110" y="240"/>
                </a:lnTo>
                <a:lnTo>
                  <a:pt x="109" y="240"/>
                </a:lnTo>
                <a:lnTo>
                  <a:pt x="109" y="241"/>
                </a:lnTo>
                <a:lnTo>
                  <a:pt x="108" y="241"/>
                </a:lnTo>
                <a:lnTo>
                  <a:pt x="108" y="240"/>
                </a:lnTo>
                <a:lnTo>
                  <a:pt x="107" y="238"/>
                </a:lnTo>
                <a:lnTo>
                  <a:pt x="108" y="237"/>
                </a:lnTo>
                <a:lnTo>
                  <a:pt x="107" y="236"/>
                </a:lnTo>
                <a:lnTo>
                  <a:pt x="108" y="236"/>
                </a:lnTo>
                <a:lnTo>
                  <a:pt x="107" y="236"/>
                </a:lnTo>
                <a:lnTo>
                  <a:pt x="108" y="236"/>
                </a:lnTo>
                <a:lnTo>
                  <a:pt x="108" y="235"/>
                </a:lnTo>
                <a:lnTo>
                  <a:pt x="107" y="235"/>
                </a:lnTo>
                <a:lnTo>
                  <a:pt x="107" y="234"/>
                </a:lnTo>
                <a:lnTo>
                  <a:pt x="107" y="233"/>
                </a:lnTo>
                <a:lnTo>
                  <a:pt x="106" y="233"/>
                </a:lnTo>
                <a:lnTo>
                  <a:pt x="107" y="233"/>
                </a:lnTo>
                <a:lnTo>
                  <a:pt x="107" y="232"/>
                </a:lnTo>
                <a:lnTo>
                  <a:pt x="106" y="232"/>
                </a:lnTo>
                <a:lnTo>
                  <a:pt x="106" y="231"/>
                </a:lnTo>
                <a:lnTo>
                  <a:pt x="106" y="230"/>
                </a:lnTo>
                <a:lnTo>
                  <a:pt x="105" y="230"/>
                </a:lnTo>
                <a:lnTo>
                  <a:pt x="104" y="230"/>
                </a:lnTo>
                <a:lnTo>
                  <a:pt x="103" y="230"/>
                </a:lnTo>
                <a:lnTo>
                  <a:pt x="102" y="230"/>
                </a:lnTo>
                <a:lnTo>
                  <a:pt x="101" y="230"/>
                </a:lnTo>
                <a:lnTo>
                  <a:pt x="100" y="230"/>
                </a:lnTo>
                <a:lnTo>
                  <a:pt x="99" y="231"/>
                </a:lnTo>
                <a:lnTo>
                  <a:pt x="98" y="230"/>
                </a:lnTo>
                <a:lnTo>
                  <a:pt x="97" y="231"/>
                </a:lnTo>
                <a:lnTo>
                  <a:pt x="98" y="232"/>
                </a:lnTo>
                <a:lnTo>
                  <a:pt x="97" y="233"/>
                </a:lnTo>
                <a:lnTo>
                  <a:pt x="97" y="234"/>
                </a:lnTo>
                <a:lnTo>
                  <a:pt x="97" y="236"/>
                </a:lnTo>
                <a:lnTo>
                  <a:pt x="96" y="237"/>
                </a:lnTo>
                <a:lnTo>
                  <a:pt x="96" y="238"/>
                </a:lnTo>
                <a:lnTo>
                  <a:pt x="96" y="239"/>
                </a:lnTo>
                <a:lnTo>
                  <a:pt x="95" y="239"/>
                </a:lnTo>
                <a:lnTo>
                  <a:pt x="96" y="240"/>
                </a:lnTo>
                <a:lnTo>
                  <a:pt x="96" y="241"/>
                </a:lnTo>
                <a:lnTo>
                  <a:pt x="95" y="241"/>
                </a:lnTo>
                <a:lnTo>
                  <a:pt x="95" y="242"/>
                </a:lnTo>
                <a:lnTo>
                  <a:pt x="94" y="242"/>
                </a:lnTo>
                <a:lnTo>
                  <a:pt x="93" y="242"/>
                </a:lnTo>
                <a:lnTo>
                  <a:pt x="92" y="241"/>
                </a:lnTo>
                <a:lnTo>
                  <a:pt x="91" y="241"/>
                </a:lnTo>
                <a:lnTo>
                  <a:pt x="90" y="241"/>
                </a:lnTo>
                <a:lnTo>
                  <a:pt x="89" y="240"/>
                </a:lnTo>
                <a:lnTo>
                  <a:pt x="89" y="241"/>
                </a:lnTo>
                <a:lnTo>
                  <a:pt x="88" y="241"/>
                </a:lnTo>
                <a:lnTo>
                  <a:pt x="87" y="241"/>
                </a:lnTo>
                <a:lnTo>
                  <a:pt x="87" y="240"/>
                </a:lnTo>
                <a:lnTo>
                  <a:pt x="86" y="239"/>
                </a:lnTo>
                <a:lnTo>
                  <a:pt x="86" y="238"/>
                </a:lnTo>
                <a:lnTo>
                  <a:pt x="86" y="237"/>
                </a:lnTo>
                <a:lnTo>
                  <a:pt x="85" y="237"/>
                </a:lnTo>
                <a:lnTo>
                  <a:pt x="84" y="237"/>
                </a:lnTo>
                <a:lnTo>
                  <a:pt x="84" y="236"/>
                </a:lnTo>
                <a:lnTo>
                  <a:pt x="83" y="236"/>
                </a:lnTo>
                <a:lnTo>
                  <a:pt x="82" y="235"/>
                </a:lnTo>
                <a:lnTo>
                  <a:pt x="81" y="235"/>
                </a:lnTo>
                <a:lnTo>
                  <a:pt x="81" y="234"/>
                </a:lnTo>
                <a:lnTo>
                  <a:pt x="80" y="234"/>
                </a:lnTo>
                <a:lnTo>
                  <a:pt x="80" y="233"/>
                </a:lnTo>
                <a:lnTo>
                  <a:pt x="79" y="233"/>
                </a:lnTo>
                <a:lnTo>
                  <a:pt x="80" y="233"/>
                </a:lnTo>
                <a:lnTo>
                  <a:pt x="79" y="232"/>
                </a:lnTo>
                <a:lnTo>
                  <a:pt x="78" y="232"/>
                </a:lnTo>
                <a:lnTo>
                  <a:pt x="77" y="232"/>
                </a:lnTo>
                <a:lnTo>
                  <a:pt x="76" y="232"/>
                </a:lnTo>
                <a:lnTo>
                  <a:pt x="76" y="233"/>
                </a:lnTo>
                <a:lnTo>
                  <a:pt x="76" y="234"/>
                </a:lnTo>
                <a:lnTo>
                  <a:pt x="75" y="233"/>
                </a:lnTo>
                <a:lnTo>
                  <a:pt x="74" y="234"/>
                </a:lnTo>
                <a:lnTo>
                  <a:pt x="75" y="234"/>
                </a:lnTo>
                <a:lnTo>
                  <a:pt x="75" y="235"/>
                </a:lnTo>
                <a:lnTo>
                  <a:pt x="76" y="236"/>
                </a:lnTo>
                <a:lnTo>
                  <a:pt x="76" y="237"/>
                </a:lnTo>
                <a:lnTo>
                  <a:pt x="75" y="237"/>
                </a:lnTo>
                <a:lnTo>
                  <a:pt x="74" y="237"/>
                </a:lnTo>
                <a:lnTo>
                  <a:pt x="73" y="237"/>
                </a:lnTo>
                <a:lnTo>
                  <a:pt x="73" y="238"/>
                </a:lnTo>
                <a:lnTo>
                  <a:pt x="73" y="237"/>
                </a:lnTo>
                <a:lnTo>
                  <a:pt x="72" y="236"/>
                </a:lnTo>
                <a:lnTo>
                  <a:pt x="71" y="236"/>
                </a:lnTo>
                <a:lnTo>
                  <a:pt x="71" y="235"/>
                </a:lnTo>
                <a:lnTo>
                  <a:pt x="70" y="235"/>
                </a:lnTo>
                <a:lnTo>
                  <a:pt x="69" y="234"/>
                </a:lnTo>
                <a:lnTo>
                  <a:pt x="68" y="233"/>
                </a:lnTo>
                <a:lnTo>
                  <a:pt x="68" y="232"/>
                </a:lnTo>
                <a:lnTo>
                  <a:pt x="67" y="231"/>
                </a:lnTo>
                <a:lnTo>
                  <a:pt x="67" y="230"/>
                </a:lnTo>
                <a:lnTo>
                  <a:pt x="66" y="230"/>
                </a:lnTo>
                <a:lnTo>
                  <a:pt x="66" y="229"/>
                </a:lnTo>
                <a:lnTo>
                  <a:pt x="67" y="229"/>
                </a:lnTo>
                <a:lnTo>
                  <a:pt x="66" y="228"/>
                </a:lnTo>
                <a:lnTo>
                  <a:pt x="66" y="227"/>
                </a:lnTo>
                <a:lnTo>
                  <a:pt x="67" y="227"/>
                </a:lnTo>
                <a:lnTo>
                  <a:pt x="67" y="226"/>
                </a:lnTo>
                <a:lnTo>
                  <a:pt x="67" y="227"/>
                </a:lnTo>
                <a:lnTo>
                  <a:pt x="68" y="227"/>
                </a:lnTo>
                <a:lnTo>
                  <a:pt x="68" y="226"/>
                </a:lnTo>
                <a:lnTo>
                  <a:pt x="69" y="226"/>
                </a:lnTo>
                <a:lnTo>
                  <a:pt x="69" y="227"/>
                </a:lnTo>
                <a:lnTo>
                  <a:pt x="69" y="228"/>
                </a:lnTo>
                <a:lnTo>
                  <a:pt x="69" y="227"/>
                </a:lnTo>
                <a:lnTo>
                  <a:pt x="70" y="227"/>
                </a:lnTo>
                <a:lnTo>
                  <a:pt x="71" y="227"/>
                </a:lnTo>
                <a:lnTo>
                  <a:pt x="71" y="226"/>
                </a:lnTo>
                <a:lnTo>
                  <a:pt x="71" y="225"/>
                </a:lnTo>
                <a:lnTo>
                  <a:pt x="72" y="223"/>
                </a:lnTo>
                <a:lnTo>
                  <a:pt x="72" y="222"/>
                </a:lnTo>
                <a:lnTo>
                  <a:pt x="71" y="222"/>
                </a:lnTo>
                <a:lnTo>
                  <a:pt x="71" y="221"/>
                </a:lnTo>
                <a:lnTo>
                  <a:pt x="70" y="221"/>
                </a:lnTo>
                <a:lnTo>
                  <a:pt x="70" y="222"/>
                </a:lnTo>
                <a:lnTo>
                  <a:pt x="69" y="222"/>
                </a:lnTo>
                <a:lnTo>
                  <a:pt x="69" y="221"/>
                </a:lnTo>
                <a:lnTo>
                  <a:pt x="68" y="220"/>
                </a:lnTo>
                <a:lnTo>
                  <a:pt x="68" y="219"/>
                </a:lnTo>
                <a:lnTo>
                  <a:pt x="68" y="218"/>
                </a:lnTo>
                <a:lnTo>
                  <a:pt x="67" y="218"/>
                </a:lnTo>
                <a:lnTo>
                  <a:pt x="66" y="218"/>
                </a:lnTo>
                <a:lnTo>
                  <a:pt x="66" y="217"/>
                </a:lnTo>
                <a:lnTo>
                  <a:pt x="66" y="216"/>
                </a:lnTo>
                <a:lnTo>
                  <a:pt x="65" y="216"/>
                </a:lnTo>
                <a:lnTo>
                  <a:pt x="65" y="215"/>
                </a:lnTo>
                <a:lnTo>
                  <a:pt x="64" y="215"/>
                </a:lnTo>
                <a:lnTo>
                  <a:pt x="64" y="214"/>
                </a:lnTo>
                <a:lnTo>
                  <a:pt x="65" y="214"/>
                </a:lnTo>
                <a:lnTo>
                  <a:pt x="66" y="214"/>
                </a:lnTo>
                <a:lnTo>
                  <a:pt x="65" y="213"/>
                </a:lnTo>
                <a:lnTo>
                  <a:pt x="66" y="212"/>
                </a:lnTo>
                <a:lnTo>
                  <a:pt x="68" y="211"/>
                </a:lnTo>
                <a:lnTo>
                  <a:pt x="68" y="210"/>
                </a:lnTo>
                <a:lnTo>
                  <a:pt x="68" y="209"/>
                </a:lnTo>
                <a:lnTo>
                  <a:pt x="67" y="209"/>
                </a:lnTo>
                <a:lnTo>
                  <a:pt x="66" y="209"/>
                </a:lnTo>
                <a:lnTo>
                  <a:pt x="65" y="208"/>
                </a:lnTo>
                <a:lnTo>
                  <a:pt x="65" y="207"/>
                </a:lnTo>
                <a:lnTo>
                  <a:pt x="64" y="207"/>
                </a:lnTo>
                <a:lnTo>
                  <a:pt x="63" y="206"/>
                </a:lnTo>
                <a:lnTo>
                  <a:pt x="62" y="206"/>
                </a:lnTo>
                <a:lnTo>
                  <a:pt x="61" y="206"/>
                </a:lnTo>
                <a:lnTo>
                  <a:pt x="60" y="206"/>
                </a:lnTo>
                <a:lnTo>
                  <a:pt x="60" y="205"/>
                </a:lnTo>
                <a:lnTo>
                  <a:pt x="59" y="205"/>
                </a:lnTo>
                <a:lnTo>
                  <a:pt x="59" y="204"/>
                </a:lnTo>
                <a:lnTo>
                  <a:pt x="60" y="204"/>
                </a:lnTo>
                <a:lnTo>
                  <a:pt x="60" y="203"/>
                </a:lnTo>
                <a:lnTo>
                  <a:pt x="59" y="203"/>
                </a:lnTo>
                <a:lnTo>
                  <a:pt x="59" y="202"/>
                </a:lnTo>
                <a:lnTo>
                  <a:pt x="60" y="202"/>
                </a:lnTo>
                <a:lnTo>
                  <a:pt x="60" y="201"/>
                </a:lnTo>
                <a:lnTo>
                  <a:pt x="59" y="201"/>
                </a:lnTo>
                <a:lnTo>
                  <a:pt x="58" y="201"/>
                </a:lnTo>
                <a:lnTo>
                  <a:pt x="57" y="200"/>
                </a:lnTo>
                <a:lnTo>
                  <a:pt x="56" y="200"/>
                </a:lnTo>
                <a:lnTo>
                  <a:pt x="55" y="200"/>
                </a:lnTo>
                <a:lnTo>
                  <a:pt x="55" y="199"/>
                </a:lnTo>
                <a:lnTo>
                  <a:pt x="55" y="198"/>
                </a:lnTo>
                <a:lnTo>
                  <a:pt x="54" y="198"/>
                </a:lnTo>
                <a:lnTo>
                  <a:pt x="53" y="199"/>
                </a:lnTo>
                <a:lnTo>
                  <a:pt x="52" y="199"/>
                </a:lnTo>
                <a:lnTo>
                  <a:pt x="50" y="200"/>
                </a:lnTo>
                <a:lnTo>
                  <a:pt x="49" y="200"/>
                </a:lnTo>
                <a:lnTo>
                  <a:pt x="49" y="201"/>
                </a:lnTo>
                <a:lnTo>
                  <a:pt x="48" y="201"/>
                </a:lnTo>
                <a:lnTo>
                  <a:pt x="48" y="202"/>
                </a:lnTo>
                <a:lnTo>
                  <a:pt x="47" y="202"/>
                </a:lnTo>
                <a:lnTo>
                  <a:pt x="46" y="202"/>
                </a:lnTo>
                <a:lnTo>
                  <a:pt x="45" y="202"/>
                </a:lnTo>
                <a:lnTo>
                  <a:pt x="44" y="202"/>
                </a:lnTo>
                <a:lnTo>
                  <a:pt x="43" y="202"/>
                </a:lnTo>
                <a:lnTo>
                  <a:pt x="43" y="201"/>
                </a:lnTo>
                <a:lnTo>
                  <a:pt x="41" y="200"/>
                </a:lnTo>
                <a:lnTo>
                  <a:pt x="40" y="200"/>
                </a:lnTo>
                <a:lnTo>
                  <a:pt x="39" y="200"/>
                </a:lnTo>
                <a:lnTo>
                  <a:pt x="39" y="199"/>
                </a:lnTo>
                <a:lnTo>
                  <a:pt x="39" y="200"/>
                </a:lnTo>
                <a:lnTo>
                  <a:pt x="38" y="200"/>
                </a:lnTo>
                <a:lnTo>
                  <a:pt x="38" y="199"/>
                </a:lnTo>
                <a:lnTo>
                  <a:pt x="37" y="199"/>
                </a:lnTo>
                <a:lnTo>
                  <a:pt x="36" y="199"/>
                </a:lnTo>
                <a:lnTo>
                  <a:pt x="36" y="198"/>
                </a:lnTo>
                <a:lnTo>
                  <a:pt x="35" y="198"/>
                </a:lnTo>
                <a:lnTo>
                  <a:pt x="34" y="199"/>
                </a:lnTo>
                <a:lnTo>
                  <a:pt x="33" y="199"/>
                </a:lnTo>
                <a:lnTo>
                  <a:pt x="32" y="199"/>
                </a:lnTo>
                <a:lnTo>
                  <a:pt x="32" y="198"/>
                </a:lnTo>
                <a:lnTo>
                  <a:pt x="31" y="198"/>
                </a:lnTo>
                <a:lnTo>
                  <a:pt x="30" y="198"/>
                </a:lnTo>
                <a:lnTo>
                  <a:pt x="30" y="197"/>
                </a:lnTo>
                <a:lnTo>
                  <a:pt x="29" y="197"/>
                </a:lnTo>
                <a:lnTo>
                  <a:pt x="28" y="197"/>
                </a:lnTo>
                <a:lnTo>
                  <a:pt x="28" y="199"/>
                </a:lnTo>
                <a:lnTo>
                  <a:pt x="27" y="199"/>
                </a:lnTo>
                <a:lnTo>
                  <a:pt x="26" y="198"/>
                </a:lnTo>
                <a:lnTo>
                  <a:pt x="25" y="198"/>
                </a:lnTo>
                <a:lnTo>
                  <a:pt x="24" y="198"/>
                </a:lnTo>
                <a:lnTo>
                  <a:pt x="24" y="199"/>
                </a:lnTo>
                <a:lnTo>
                  <a:pt x="23" y="200"/>
                </a:lnTo>
                <a:lnTo>
                  <a:pt x="23" y="201"/>
                </a:lnTo>
                <a:lnTo>
                  <a:pt x="24" y="201"/>
                </a:lnTo>
                <a:lnTo>
                  <a:pt x="24" y="202"/>
                </a:lnTo>
                <a:lnTo>
                  <a:pt x="24" y="203"/>
                </a:lnTo>
                <a:lnTo>
                  <a:pt x="24" y="204"/>
                </a:lnTo>
                <a:lnTo>
                  <a:pt x="24" y="205"/>
                </a:lnTo>
                <a:lnTo>
                  <a:pt x="24" y="206"/>
                </a:lnTo>
                <a:lnTo>
                  <a:pt x="25" y="206"/>
                </a:lnTo>
                <a:lnTo>
                  <a:pt x="24" y="206"/>
                </a:lnTo>
                <a:lnTo>
                  <a:pt x="24" y="207"/>
                </a:lnTo>
                <a:lnTo>
                  <a:pt x="24" y="208"/>
                </a:lnTo>
                <a:lnTo>
                  <a:pt x="25" y="208"/>
                </a:lnTo>
                <a:lnTo>
                  <a:pt x="25" y="209"/>
                </a:lnTo>
                <a:lnTo>
                  <a:pt x="25" y="210"/>
                </a:lnTo>
                <a:lnTo>
                  <a:pt x="24" y="210"/>
                </a:lnTo>
                <a:lnTo>
                  <a:pt x="24" y="211"/>
                </a:lnTo>
                <a:lnTo>
                  <a:pt x="23" y="211"/>
                </a:lnTo>
                <a:lnTo>
                  <a:pt x="22" y="211"/>
                </a:lnTo>
                <a:lnTo>
                  <a:pt x="22" y="210"/>
                </a:lnTo>
                <a:lnTo>
                  <a:pt x="21" y="210"/>
                </a:lnTo>
                <a:lnTo>
                  <a:pt x="21" y="209"/>
                </a:lnTo>
                <a:lnTo>
                  <a:pt x="21" y="208"/>
                </a:lnTo>
                <a:lnTo>
                  <a:pt x="19" y="208"/>
                </a:lnTo>
                <a:lnTo>
                  <a:pt x="19" y="207"/>
                </a:lnTo>
                <a:lnTo>
                  <a:pt x="18" y="206"/>
                </a:lnTo>
                <a:lnTo>
                  <a:pt x="17" y="206"/>
                </a:lnTo>
                <a:lnTo>
                  <a:pt x="16" y="206"/>
                </a:lnTo>
                <a:lnTo>
                  <a:pt x="15" y="205"/>
                </a:lnTo>
                <a:lnTo>
                  <a:pt x="15" y="204"/>
                </a:lnTo>
                <a:lnTo>
                  <a:pt x="16" y="204"/>
                </a:lnTo>
                <a:lnTo>
                  <a:pt x="16" y="203"/>
                </a:lnTo>
                <a:lnTo>
                  <a:pt x="17" y="203"/>
                </a:lnTo>
                <a:lnTo>
                  <a:pt x="17" y="202"/>
                </a:lnTo>
                <a:lnTo>
                  <a:pt x="16" y="202"/>
                </a:lnTo>
                <a:lnTo>
                  <a:pt x="16" y="201"/>
                </a:lnTo>
                <a:lnTo>
                  <a:pt x="15" y="201"/>
                </a:lnTo>
                <a:lnTo>
                  <a:pt x="14" y="201"/>
                </a:lnTo>
                <a:lnTo>
                  <a:pt x="14" y="200"/>
                </a:lnTo>
                <a:lnTo>
                  <a:pt x="13" y="200"/>
                </a:lnTo>
                <a:lnTo>
                  <a:pt x="13" y="201"/>
                </a:lnTo>
                <a:lnTo>
                  <a:pt x="12" y="201"/>
                </a:lnTo>
                <a:lnTo>
                  <a:pt x="12" y="200"/>
                </a:lnTo>
                <a:lnTo>
                  <a:pt x="12" y="199"/>
                </a:lnTo>
                <a:lnTo>
                  <a:pt x="11" y="199"/>
                </a:lnTo>
                <a:lnTo>
                  <a:pt x="11" y="198"/>
                </a:lnTo>
                <a:lnTo>
                  <a:pt x="12" y="198"/>
                </a:lnTo>
                <a:lnTo>
                  <a:pt x="11" y="197"/>
                </a:lnTo>
                <a:lnTo>
                  <a:pt x="11" y="196"/>
                </a:lnTo>
                <a:lnTo>
                  <a:pt x="11" y="195"/>
                </a:lnTo>
                <a:lnTo>
                  <a:pt x="10" y="195"/>
                </a:lnTo>
                <a:lnTo>
                  <a:pt x="9" y="194"/>
                </a:lnTo>
                <a:lnTo>
                  <a:pt x="9" y="193"/>
                </a:lnTo>
                <a:lnTo>
                  <a:pt x="9" y="192"/>
                </a:lnTo>
                <a:lnTo>
                  <a:pt x="9" y="191"/>
                </a:lnTo>
                <a:lnTo>
                  <a:pt x="9" y="190"/>
                </a:lnTo>
                <a:lnTo>
                  <a:pt x="8" y="189"/>
                </a:lnTo>
                <a:lnTo>
                  <a:pt x="7" y="189"/>
                </a:lnTo>
                <a:lnTo>
                  <a:pt x="6" y="188"/>
                </a:lnTo>
                <a:lnTo>
                  <a:pt x="6" y="187"/>
                </a:lnTo>
                <a:lnTo>
                  <a:pt x="6" y="186"/>
                </a:lnTo>
                <a:lnTo>
                  <a:pt x="6" y="185"/>
                </a:lnTo>
                <a:lnTo>
                  <a:pt x="6" y="184"/>
                </a:lnTo>
                <a:lnTo>
                  <a:pt x="5" y="184"/>
                </a:lnTo>
                <a:lnTo>
                  <a:pt x="5" y="183"/>
                </a:lnTo>
                <a:lnTo>
                  <a:pt x="5" y="181"/>
                </a:lnTo>
                <a:lnTo>
                  <a:pt x="5" y="179"/>
                </a:lnTo>
                <a:lnTo>
                  <a:pt x="4" y="179"/>
                </a:lnTo>
                <a:lnTo>
                  <a:pt x="4" y="178"/>
                </a:lnTo>
                <a:lnTo>
                  <a:pt x="3" y="178"/>
                </a:lnTo>
                <a:lnTo>
                  <a:pt x="3" y="179"/>
                </a:lnTo>
                <a:lnTo>
                  <a:pt x="2" y="179"/>
                </a:lnTo>
                <a:lnTo>
                  <a:pt x="1" y="179"/>
                </a:lnTo>
                <a:lnTo>
                  <a:pt x="1" y="178"/>
                </a:lnTo>
                <a:lnTo>
                  <a:pt x="0" y="178"/>
                </a:lnTo>
                <a:lnTo>
                  <a:pt x="1" y="178"/>
                </a:lnTo>
                <a:lnTo>
                  <a:pt x="2" y="178"/>
                </a:lnTo>
                <a:lnTo>
                  <a:pt x="3" y="177"/>
                </a:lnTo>
                <a:lnTo>
                  <a:pt x="4" y="177"/>
                </a:lnTo>
                <a:lnTo>
                  <a:pt x="4" y="176"/>
                </a:lnTo>
                <a:lnTo>
                  <a:pt x="5" y="175"/>
                </a:lnTo>
                <a:lnTo>
                  <a:pt x="5" y="174"/>
                </a:lnTo>
                <a:lnTo>
                  <a:pt x="5" y="173"/>
                </a:lnTo>
                <a:lnTo>
                  <a:pt x="6" y="172"/>
                </a:lnTo>
                <a:lnTo>
                  <a:pt x="6" y="171"/>
                </a:lnTo>
                <a:lnTo>
                  <a:pt x="6" y="170"/>
                </a:lnTo>
                <a:lnTo>
                  <a:pt x="7" y="170"/>
                </a:lnTo>
                <a:lnTo>
                  <a:pt x="7" y="169"/>
                </a:lnTo>
                <a:lnTo>
                  <a:pt x="8" y="169"/>
                </a:lnTo>
                <a:lnTo>
                  <a:pt x="9" y="169"/>
                </a:lnTo>
                <a:lnTo>
                  <a:pt x="10" y="169"/>
                </a:lnTo>
                <a:lnTo>
                  <a:pt x="11" y="170"/>
                </a:lnTo>
                <a:lnTo>
                  <a:pt x="11" y="171"/>
                </a:lnTo>
                <a:lnTo>
                  <a:pt x="12" y="171"/>
                </a:lnTo>
                <a:lnTo>
                  <a:pt x="13" y="171"/>
                </a:lnTo>
                <a:lnTo>
                  <a:pt x="14" y="171"/>
                </a:lnTo>
                <a:lnTo>
                  <a:pt x="14" y="172"/>
                </a:lnTo>
                <a:lnTo>
                  <a:pt x="14" y="173"/>
                </a:lnTo>
                <a:lnTo>
                  <a:pt x="16" y="175"/>
                </a:lnTo>
                <a:lnTo>
                  <a:pt x="16" y="176"/>
                </a:lnTo>
                <a:lnTo>
                  <a:pt x="17" y="176"/>
                </a:lnTo>
                <a:lnTo>
                  <a:pt x="19" y="176"/>
                </a:lnTo>
                <a:lnTo>
                  <a:pt x="20" y="177"/>
                </a:lnTo>
                <a:lnTo>
                  <a:pt x="21" y="177"/>
                </a:lnTo>
                <a:lnTo>
                  <a:pt x="22" y="177"/>
                </a:lnTo>
                <a:lnTo>
                  <a:pt x="23" y="177"/>
                </a:lnTo>
                <a:lnTo>
                  <a:pt x="23" y="178"/>
                </a:lnTo>
                <a:lnTo>
                  <a:pt x="23" y="179"/>
                </a:lnTo>
                <a:lnTo>
                  <a:pt x="24" y="180"/>
                </a:lnTo>
                <a:lnTo>
                  <a:pt x="25" y="180"/>
                </a:lnTo>
                <a:lnTo>
                  <a:pt x="26" y="180"/>
                </a:lnTo>
                <a:lnTo>
                  <a:pt x="27" y="180"/>
                </a:lnTo>
                <a:lnTo>
                  <a:pt x="27" y="179"/>
                </a:lnTo>
                <a:lnTo>
                  <a:pt x="27" y="178"/>
                </a:lnTo>
                <a:lnTo>
                  <a:pt x="28" y="177"/>
                </a:lnTo>
                <a:lnTo>
                  <a:pt x="28" y="176"/>
                </a:lnTo>
                <a:lnTo>
                  <a:pt x="29" y="176"/>
                </a:lnTo>
                <a:lnTo>
                  <a:pt x="30" y="176"/>
                </a:lnTo>
                <a:lnTo>
                  <a:pt x="31" y="176"/>
                </a:lnTo>
                <a:lnTo>
                  <a:pt x="32" y="176"/>
                </a:lnTo>
                <a:lnTo>
                  <a:pt x="32" y="175"/>
                </a:lnTo>
                <a:lnTo>
                  <a:pt x="33" y="175"/>
                </a:lnTo>
                <a:lnTo>
                  <a:pt x="34" y="175"/>
                </a:lnTo>
                <a:lnTo>
                  <a:pt x="35" y="175"/>
                </a:lnTo>
                <a:lnTo>
                  <a:pt x="36" y="174"/>
                </a:lnTo>
                <a:lnTo>
                  <a:pt x="36" y="173"/>
                </a:lnTo>
                <a:lnTo>
                  <a:pt x="37" y="173"/>
                </a:lnTo>
                <a:lnTo>
                  <a:pt x="37" y="172"/>
                </a:lnTo>
                <a:lnTo>
                  <a:pt x="37" y="170"/>
                </a:lnTo>
                <a:lnTo>
                  <a:pt x="38" y="170"/>
                </a:lnTo>
                <a:lnTo>
                  <a:pt x="38" y="169"/>
                </a:lnTo>
                <a:lnTo>
                  <a:pt x="38" y="168"/>
                </a:lnTo>
                <a:lnTo>
                  <a:pt x="39" y="168"/>
                </a:lnTo>
                <a:lnTo>
                  <a:pt x="40" y="167"/>
                </a:lnTo>
                <a:lnTo>
                  <a:pt x="41" y="167"/>
                </a:lnTo>
                <a:lnTo>
                  <a:pt x="41" y="166"/>
                </a:lnTo>
                <a:lnTo>
                  <a:pt x="42" y="166"/>
                </a:lnTo>
                <a:lnTo>
                  <a:pt x="43" y="166"/>
                </a:lnTo>
                <a:lnTo>
                  <a:pt x="44" y="166"/>
                </a:lnTo>
                <a:lnTo>
                  <a:pt x="45" y="166"/>
                </a:lnTo>
                <a:lnTo>
                  <a:pt x="45" y="165"/>
                </a:lnTo>
                <a:lnTo>
                  <a:pt x="46" y="165"/>
                </a:lnTo>
                <a:lnTo>
                  <a:pt x="48" y="165"/>
                </a:lnTo>
                <a:lnTo>
                  <a:pt x="49" y="164"/>
                </a:lnTo>
                <a:lnTo>
                  <a:pt x="50" y="164"/>
                </a:lnTo>
                <a:lnTo>
                  <a:pt x="51" y="164"/>
                </a:lnTo>
                <a:lnTo>
                  <a:pt x="51" y="163"/>
                </a:lnTo>
                <a:lnTo>
                  <a:pt x="52" y="163"/>
                </a:lnTo>
                <a:lnTo>
                  <a:pt x="53" y="163"/>
                </a:lnTo>
                <a:lnTo>
                  <a:pt x="53" y="162"/>
                </a:lnTo>
                <a:lnTo>
                  <a:pt x="53" y="161"/>
                </a:lnTo>
                <a:lnTo>
                  <a:pt x="52" y="161"/>
                </a:lnTo>
                <a:lnTo>
                  <a:pt x="52" y="160"/>
                </a:lnTo>
                <a:lnTo>
                  <a:pt x="53" y="159"/>
                </a:lnTo>
                <a:lnTo>
                  <a:pt x="53" y="158"/>
                </a:lnTo>
                <a:lnTo>
                  <a:pt x="53" y="157"/>
                </a:lnTo>
                <a:lnTo>
                  <a:pt x="54" y="157"/>
                </a:lnTo>
                <a:lnTo>
                  <a:pt x="54" y="156"/>
                </a:lnTo>
                <a:lnTo>
                  <a:pt x="53" y="156"/>
                </a:lnTo>
                <a:lnTo>
                  <a:pt x="53" y="155"/>
                </a:lnTo>
                <a:lnTo>
                  <a:pt x="54" y="154"/>
                </a:lnTo>
                <a:lnTo>
                  <a:pt x="55" y="153"/>
                </a:lnTo>
                <a:lnTo>
                  <a:pt x="56" y="153"/>
                </a:lnTo>
                <a:lnTo>
                  <a:pt x="56" y="152"/>
                </a:lnTo>
                <a:lnTo>
                  <a:pt x="56" y="151"/>
                </a:lnTo>
                <a:lnTo>
                  <a:pt x="57" y="150"/>
                </a:lnTo>
                <a:lnTo>
                  <a:pt x="58" y="149"/>
                </a:lnTo>
                <a:lnTo>
                  <a:pt x="58" y="148"/>
                </a:lnTo>
                <a:lnTo>
                  <a:pt x="59" y="148"/>
                </a:lnTo>
                <a:lnTo>
                  <a:pt x="60" y="148"/>
                </a:lnTo>
                <a:lnTo>
                  <a:pt x="60" y="147"/>
                </a:lnTo>
                <a:lnTo>
                  <a:pt x="61" y="147"/>
                </a:lnTo>
                <a:lnTo>
                  <a:pt x="62" y="146"/>
                </a:lnTo>
                <a:lnTo>
                  <a:pt x="62" y="145"/>
                </a:lnTo>
                <a:lnTo>
                  <a:pt x="63" y="145"/>
                </a:lnTo>
                <a:lnTo>
                  <a:pt x="64" y="145"/>
                </a:lnTo>
                <a:lnTo>
                  <a:pt x="64" y="146"/>
                </a:lnTo>
                <a:lnTo>
                  <a:pt x="64" y="145"/>
                </a:lnTo>
                <a:lnTo>
                  <a:pt x="65" y="145"/>
                </a:lnTo>
                <a:lnTo>
                  <a:pt x="65" y="144"/>
                </a:lnTo>
                <a:lnTo>
                  <a:pt x="66" y="143"/>
                </a:lnTo>
                <a:lnTo>
                  <a:pt x="67" y="143"/>
                </a:lnTo>
                <a:lnTo>
                  <a:pt x="67" y="142"/>
                </a:lnTo>
                <a:lnTo>
                  <a:pt x="68" y="142"/>
                </a:lnTo>
                <a:lnTo>
                  <a:pt x="69" y="142"/>
                </a:lnTo>
                <a:lnTo>
                  <a:pt x="69" y="143"/>
                </a:lnTo>
                <a:lnTo>
                  <a:pt x="70" y="143"/>
                </a:lnTo>
                <a:lnTo>
                  <a:pt x="71" y="143"/>
                </a:lnTo>
                <a:lnTo>
                  <a:pt x="71" y="144"/>
                </a:lnTo>
                <a:lnTo>
                  <a:pt x="71" y="145"/>
                </a:lnTo>
                <a:lnTo>
                  <a:pt x="72" y="145"/>
                </a:lnTo>
                <a:lnTo>
                  <a:pt x="73" y="145"/>
                </a:lnTo>
                <a:lnTo>
                  <a:pt x="74" y="146"/>
                </a:lnTo>
                <a:lnTo>
                  <a:pt x="73" y="146"/>
                </a:lnTo>
                <a:lnTo>
                  <a:pt x="73" y="147"/>
                </a:lnTo>
                <a:lnTo>
                  <a:pt x="73" y="148"/>
                </a:lnTo>
                <a:lnTo>
                  <a:pt x="74" y="148"/>
                </a:lnTo>
                <a:lnTo>
                  <a:pt x="74" y="149"/>
                </a:lnTo>
                <a:lnTo>
                  <a:pt x="75" y="149"/>
                </a:lnTo>
                <a:lnTo>
                  <a:pt x="76" y="149"/>
                </a:lnTo>
                <a:lnTo>
                  <a:pt x="77" y="149"/>
                </a:lnTo>
                <a:lnTo>
                  <a:pt x="79" y="149"/>
                </a:lnTo>
                <a:lnTo>
                  <a:pt x="80" y="149"/>
                </a:lnTo>
                <a:lnTo>
                  <a:pt x="80" y="148"/>
                </a:lnTo>
                <a:lnTo>
                  <a:pt x="81" y="148"/>
                </a:lnTo>
                <a:lnTo>
                  <a:pt x="82" y="148"/>
                </a:lnTo>
                <a:lnTo>
                  <a:pt x="82" y="147"/>
                </a:lnTo>
                <a:lnTo>
                  <a:pt x="83" y="147"/>
                </a:lnTo>
                <a:lnTo>
                  <a:pt x="84" y="147"/>
                </a:lnTo>
                <a:lnTo>
                  <a:pt x="85" y="147"/>
                </a:lnTo>
                <a:lnTo>
                  <a:pt x="86" y="148"/>
                </a:lnTo>
                <a:lnTo>
                  <a:pt x="87" y="148"/>
                </a:lnTo>
                <a:lnTo>
                  <a:pt x="88" y="148"/>
                </a:lnTo>
                <a:lnTo>
                  <a:pt x="89" y="149"/>
                </a:lnTo>
                <a:lnTo>
                  <a:pt x="90" y="149"/>
                </a:lnTo>
                <a:lnTo>
                  <a:pt x="90" y="150"/>
                </a:lnTo>
                <a:lnTo>
                  <a:pt x="90" y="151"/>
                </a:lnTo>
                <a:lnTo>
                  <a:pt x="90" y="152"/>
                </a:lnTo>
                <a:lnTo>
                  <a:pt x="91" y="152"/>
                </a:lnTo>
                <a:lnTo>
                  <a:pt x="91" y="153"/>
                </a:lnTo>
                <a:lnTo>
                  <a:pt x="91" y="154"/>
                </a:lnTo>
                <a:lnTo>
                  <a:pt x="91" y="155"/>
                </a:lnTo>
                <a:lnTo>
                  <a:pt x="92" y="155"/>
                </a:lnTo>
                <a:lnTo>
                  <a:pt x="92" y="156"/>
                </a:lnTo>
                <a:lnTo>
                  <a:pt x="92" y="157"/>
                </a:lnTo>
                <a:lnTo>
                  <a:pt x="92" y="156"/>
                </a:lnTo>
                <a:lnTo>
                  <a:pt x="93" y="157"/>
                </a:lnTo>
                <a:lnTo>
                  <a:pt x="94" y="157"/>
                </a:lnTo>
                <a:lnTo>
                  <a:pt x="94" y="158"/>
                </a:lnTo>
                <a:lnTo>
                  <a:pt x="94" y="159"/>
                </a:lnTo>
                <a:lnTo>
                  <a:pt x="94" y="160"/>
                </a:lnTo>
                <a:lnTo>
                  <a:pt x="95" y="161"/>
                </a:lnTo>
                <a:lnTo>
                  <a:pt x="96" y="161"/>
                </a:lnTo>
                <a:lnTo>
                  <a:pt x="97" y="161"/>
                </a:lnTo>
                <a:lnTo>
                  <a:pt x="97" y="162"/>
                </a:lnTo>
                <a:lnTo>
                  <a:pt x="98" y="162"/>
                </a:lnTo>
                <a:lnTo>
                  <a:pt x="99" y="162"/>
                </a:lnTo>
                <a:lnTo>
                  <a:pt x="100" y="162"/>
                </a:lnTo>
                <a:lnTo>
                  <a:pt x="102" y="162"/>
                </a:lnTo>
                <a:lnTo>
                  <a:pt x="102" y="161"/>
                </a:lnTo>
                <a:lnTo>
                  <a:pt x="103" y="161"/>
                </a:lnTo>
                <a:lnTo>
                  <a:pt x="104" y="161"/>
                </a:lnTo>
                <a:lnTo>
                  <a:pt x="105" y="161"/>
                </a:lnTo>
                <a:lnTo>
                  <a:pt x="105" y="162"/>
                </a:lnTo>
                <a:lnTo>
                  <a:pt x="105" y="163"/>
                </a:lnTo>
                <a:lnTo>
                  <a:pt x="105" y="164"/>
                </a:lnTo>
                <a:lnTo>
                  <a:pt x="106" y="164"/>
                </a:lnTo>
                <a:lnTo>
                  <a:pt x="107" y="164"/>
                </a:lnTo>
                <a:lnTo>
                  <a:pt x="108" y="164"/>
                </a:lnTo>
                <a:lnTo>
                  <a:pt x="108" y="165"/>
                </a:lnTo>
                <a:lnTo>
                  <a:pt x="109" y="165"/>
                </a:lnTo>
                <a:lnTo>
                  <a:pt x="110" y="165"/>
                </a:lnTo>
                <a:lnTo>
                  <a:pt x="110" y="164"/>
                </a:lnTo>
                <a:lnTo>
                  <a:pt x="111" y="164"/>
                </a:lnTo>
                <a:lnTo>
                  <a:pt x="112" y="164"/>
                </a:lnTo>
                <a:lnTo>
                  <a:pt x="112" y="165"/>
                </a:lnTo>
                <a:lnTo>
                  <a:pt x="113" y="165"/>
                </a:lnTo>
                <a:lnTo>
                  <a:pt x="114" y="165"/>
                </a:lnTo>
                <a:lnTo>
                  <a:pt x="114" y="166"/>
                </a:lnTo>
                <a:lnTo>
                  <a:pt x="115" y="166"/>
                </a:lnTo>
                <a:lnTo>
                  <a:pt x="115" y="167"/>
                </a:lnTo>
                <a:lnTo>
                  <a:pt x="116" y="167"/>
                </a:lnTo>
                <a:lnTo>
                  <a:pt x="116" y="168"/>
                </a:lnTo>
                <a:lnTo>
                  <a:pt x="117" y="168"/>
                </a:lnTo>
                <a:lnTo>
                  <a:pt x="118" y="168"/>
                </a:lnTo>
                <a:lnTo>
                  <a:pt x="118" y="169"/>
                </a:lnTo>
                <a:lnTo>
                  <a:pt x="119" y="169"/>
                </a:lnTo>
                <a:lnTo>
                  <a:pt x="119" y="170"/>
                </a:lnTo>
                <a:lnTo>
                  <a:pt x="120" y="170"/>
                </a:lnTo>
                <a:lnTo>
                  <a:pt x="120" y="171"/>
                </a:lnTo>
                <a:lnTo>
                  <a:pt x="121" y="171"/>
                </a:lnTo>
                <a:lnTo>
                  <a:pt x="122" y="172"/>
                </a:lnTo>
                <a:lnTo>
                  <a:pt x="124" y="172"/>
                </a:lnTo>
                <a:lnTo>
                  <a:pt x="125" y="172"/>
                </a:lnTo>
                <a:lnTo>
                  <a:pt x="125" y="171"/>
                </a:lnTo>
                <a:lnTo>
                  <a:pt x="126" y="171"/>
                </a:lnTo>
                <a:lnTo>
                  <a:pt x="127" y="171"/>
                </a:lnTo>
                <a:lnTo>
                  <a:pt x="127" y="170"/>
                </a:lnTo>
                <a:lnTo>
                  <a:pt x="127" y="169"/>
                </a:lnTo>
                <a:lnTo>
                  <a:pt x="128" y="169"/>
                </a:lnTo>
                <a:lnTo>
                  <a:pt x="129" y="169"/>
                </a:lnTo>
                <a:lnTo>
                  <a:pt x="130" y="169"/>
                </a:lnTo>
                <a:lnTo>
                  <a:pt x="130" y="170"/>
                </a:lnTo>
                <a:lnTo>
                  <a:pt x="131" y="170"/>
                </a:lnTo>
                <a:lnTo>
                  <a:pt x="131" y="169"/>
                </a:lnTo>
                <a:lnTo>
                  <a:pt x="132" y="169"/>
                </a:lnTo>
                <a:lnTo>
                  <a:pt x="132" y="170"/>
                </a:lnTo>
                <a:lnTo>
                  <a:pt x="133" y="170"/>
                </a:lnTo>
                <a:lnTo>
                  <a:pt x="133" y="169"/>
                </a:lnTo>
                <a:lnTo>
                  <a:pt x="134" y="169"/>
                </a:lnTo>
                <a:lnTo>
                  <a:pt x="135" y="169"/>
                </a:lnTo>
                <a:lnTo>
                  <a:pt x="135" y="170"/>
                </a:lnTo>
                <a:lnTo>
                  <a:pt x="135" y="171"/>
                </a:lnTo>
                <a:lnTo>
                  <a:pt x="135" y="172"/>
                </a:lnTo>
                <a:lnTo>
                  <a:pt x="136" y="172"/>
                </a:lnTo>
                <a:lnTo>
                  <a:pt x="136" y="173"/>
                </a:lnTo>
                <a:lnTo>
                  <a:pt x="136" y="174"/>
                </a:lnTo>
                <a:lnTo>
                  <a:pt x="137" y="174"/>
                </a:lnTo>
                <a:lnTo>
                  <a:pt x="137" y="175"/>
                </a:lnTo>
                <a:lnTo>
                  <a:pt x="138" y="175"/>
                </a:lnTo>
                <a:lnTo>
                  <a:pt x="139" y="176"/>
                </a:lnTo>
                <a:lnTo>
                  <a:pt x="139" y="177"/>
                </a:lnTo>
                <a:lnTo>
                  <a:pt x="140" y="178"/>
                </a:lnTo>
                <a:lnTo>
                  <a:pt x="141" y="178"/>
                </a:lnTo>
                <a:lnTo>
                  <a:pt x="141" y="179"/>
                </a:lnTo>
                <a:lnTo>
                  <a:pt x="142" y="179"/>
                </a:lnTo>
                <a:lnTo>
                  <a:pt x="142" y="178"/>
                </a:lnTo>
                <a:lnTo>
                  <a:pt x="143" y="178"/>
                </a:lnTo>
                <a:lnTo>
                  <a:pt x="143" y="177"/>
                </a:lnTo>
                <a:lnTo>
                  <a:pt x="144" y="176"/>
                </a:lnTo>
                <a:lnTo>
                  <a:pt x="144" y="175"/>
                </a:lnTo>
                <a:lnTo>
                  <a:pt x="144" y="174"/>
                </a:lnTo>
                <a:lnTo>
                  <a:pt x="145" y="173"/>
                </a:lnTo>
                <a:lnTo>
                  <a:pt x="146" y="172"/>
                </a:lnTo>
                <a:lnTo>
                  <a:pt x="147" y="172"/>
                </a:lnTo>
                <a:lnTo>
                  <a:pt x="148" y="172"/>
                </a:lnTo>
                <a:lnTo>
                  <a:pt x="148" y="171"/>
                </a:lnTo>
                <a:lnTo>
                  <a:pt x="149" y="171"/>
                </a:lnTo>
                <a:lnTo>
                  <a:pt x="150" y="171"/>
                </a:lnTo>
                <a:lnTo>
                  <a:pt x="150" y="170"/>
                </a:lnTo>
                <a:lnTo>
                  <a:pt x="151" y="170"/>
                </a:lnTo>
                <a:lnTo>
                  <a:pt x="151" y="169"/>
                </a:lnTo>
                <a:lnTo>
                  <a:pt x="152" y="169"/>
                </a:lnTo>
                <a:lnTo>
                  <a:pt x="152" y="168"/>
                </a:lnTo>
                <a:lnTo>
                  <a:pt x="153" y="168"/>
                </a:lnTo>
                <a:lnTo>
                  <a:pt x="153" y="167"/>
                </a:lnTo>
                <a:lnTo>
                  <a:pt x="153" y="166"/>
                </a:lnTo>
                <a:lnTo>
                  <a:pt x="154" y="166"/>
                </a:lnTo>
                <a:lnTo>
                  <a:pt x="155" y="166"/>
                </a:lnTo>
                <a:lnTo>
                  <a:pt x="156" y="166"/>
                </a:lnTo>
                <a:lnTo>
                  <a:pt x="156" y="165"/>
                </a:lnTo>
                <a:lnTo>
                  <a:pt x="156" y="164"/>
                </a:lnTo>
                <a:lnTo>
                  <a:pt x="157" y="163"/>
                </a:lnTo>
                <a:lnTo>
                  <a:pt x="157" y="162"/>
                </a:lnTo>
                <a:lnTo>
                  <a:pt x="157" y="161"/>
                </a:lnTo>
                <a:lnTo>
                  <a:pt x="158" y="161"/>
                </a:lnTo>
                <a:lnTo>
                  <a:pt x="158" y="160"/>
                </a:lnTo>
                <a:lnTo>
                  <a:pt x="158" y="159"/>
                </a:lnTo>
                <a:lnTo>
                  <a:pt x="158" y="158"/>
                </a:lnTo>
                <a:lnTo>
                  <a:pt x="158" y="157"/>
                </a:lnTo>
                <a:lnTo>
                  <a:pt x="159" y="157"/>
                </a:lnTo>
                <a:lnTo>
                  <a:pt x="159" y="156"/>
                </a:lnTo>
                <a:lnTo>
                  <a:pt x="158" y="156"/>
                </a:lnTo>
                <a:lnTo>
                  <a:pt x="158" y="155"/>
                </a:lnTo>
                <a:lnTo>
                  <a:pt x="158" y="154"/>
                </a:lnTo>
                <a:lnTo>
                  <a:pt x="158" y="153"/>
                </a:lnTo>
                <a:lnTo>
                  <a:pt x="158" y="152"/>
                </a:lnTo>
                <a:lnTo>
                  <a:pt x="157" y="152"/>
                </a:lnTo>
                <a:lnTo>
                  <a:pt x="157" y="151"/>
                </a:lnTo>
                <a:lnTo>
                  <a:pt x="156" y="151"/>
                </a:lnTo>
                <a:lnTo>
                  <a:pt x="156" y="150"/>
                </a:lnTo>
                <a:lnTo>
                  <a:pt x="155" y="149"/>
                </a:lnTo>
                <a:lnTo>
                  <a:pt x="155" y="148"/>
                </a:lnTo>
                <a:lnTo>
                  <a:pt x="154" y="148"/>
                </a:lnTo>
                <a:lnTo>
                  <a:pt x="154" y="147"/>
                </a:lnTo>
                <a:lnTo>
                  <a:pt x="153" y="147"/>
                </a:lnTo>
                <a:lnTo>
                  <a:pt x="153" y="146"/>
                </a:lnTo>
                <a:lnTo>
                  <a:pt x="154" y="145"/>
                </a:lnTo>
                <a:lnTo>
                  <a:pt x="155" y="145"/>
                </a:lnTo>
                <a:lnTo>
                  <a:pt x="155" y="146"/>
                </a:lnTo>
                <a:lnTo>
                  <a:pt x="156" y="146"/>
                </a:lnTo>
                <a:lnTo>
                  <a:pt x="157" y="146"/>
                </a:lnTo>
                <a:lnTo>
                  <a:pt x="158" y="145"/>
                </a:lnTo>
                <a:lnTo>
                  <a:pt x="158" y="144"/>
                </a:lnTo>
                <a:lnTo>
                  <a:pt x="159" y="144"/>
                </a:lnTo>
                <a:lnTo>
                  <a:pt x="159" y="143"/>
                </a:lnTo>
                <a:lnTo>
                  <a:pt x="160" y="143"/>
                </a:lnTo>
                <a:lnTo>
                  <a:pt x="161" y="144"/>
                </a:lnTo>
                <a:lnTo>
                  <a:pt x="162" y="144"/>
                </a:lnTo>
                <a:lnTo>
                  <a:pt x="163" y="144"/>
                </a:lnTo>
                <a:lnTo>
                  <a:pt x="164" y="144"/>
                </a:lnTo>
                <a:lnTo>
                  <a:pt x="165" y="144"/>
                </a:lnTo>
                <a:lnTo>
                  <a:pt x="166" y="144"/>
                </a:lnTo>
                <a:lnTo>
                  <a:pt x="167" y="144"/>
                </a:lnTo>
                <a:lnTo>
                  <a:pt x="168" y="144"/>
                </a:lnTo>
                <a:lnTo>
                  <a:pt x="168" y="143"/>
                </a:lnTo>
                <a:lnTo>
                  <a:pt x="169" y="143"/>
                </a:lnTo>
                <a:lnTo>
                  <a:pt x="170" y="143"/>
                </a:lnTo>
                <a:lnTo>
                  <a:pt x="171" y="143"/>
                </a:lnTo>
                <a:lnTo>
                  <a:pt x="172" y="142"/>
                </a:lnTo>
                <a:lnTo>
                  <a:pt x="173" y="142"/>
                </a:lnTo>
                <a:lnTo>
                  <a:pt x="174" y="141"/>
                </a:lnTo>
                <a:lnTo>
                  <a:pt x="175" y="141"/>
                </a:lnTo>
                <a:lnTo>
                  <a:pt x="176" y="141"/>
                </a:lnTo>
                <a:lnTo>
                  <a:pt x="177" y="141"/>
                </a:lnTo>
                <a:lnTo>
                  <a:pt x="177" y="140"/>
                </a:lnTo>
                <a:lnTo>
                  <a:pt x="178" y="140"/>
                </a:lnTo>
                <a:lnTo>
                  <a:pt x="179" y="140"/>
                </a:lnTo>
                <a:lnTo>
                  <a:pt x="180" y="140"/>
                </a:lnTo>
                <a:lnTo>
                  <a:pt x="180" y="139"/>
                </a:lnTo>
                <a:lnTo>
                  <a:pt x="180" y="138"/>
                </a:lnTo>
                <a:lnTo>
                  <a:pt x="181" y="138"/>
                </a:lnTo>
                <a:lnTo>
                  <a:pt x="181" y="137"/>
                </a:lnTo>
                <a:lnTo>
                  <a:pt x="182" y="137"/>
                </a:lnTo>
                <a:lnTo>
                  <a:pt x="183" y="137"/>
                </a:lnTo>
                <a:lnTo>
                  <a:pt x="184" y="137"/>
                </a:lnTo>
                <a:lnTo>
                  <a:pt x="185" y="136"/>
                </a:lnTo>
                <a:lnTo>
                  <a:pt x="186" y="136"/>
                </a:lnTo>
                <a:lnTo>
                  <a:pt x="187" y="136"/>
                </a:lnTo>
                <a:lnTo>
                  <a:pt x="187" y="135"/>
                </a:lnTo>
                <a:lnTo>
                  <a:pt x="188" y="134"/>
                </a:lnTo>
                <a:lnTo>
                  <a:pt x="189" y="133"/>
                </a:lnTo>
                <a:lnTo>
                  <a:pt x="190" y="133"/>
                </a:lnTo>
                <a:lnTo>
                  <a:pt x="193" y="133"/>
                </a:lnTo>
                <a:lnTo>
                  <a:pt x="193" y="132"/>
                </a:lnTo>
                <a:lnTo>
                  <a:pt x="194" y="132"/>
                </a:lnTo>
                <a:lnTo>
                  <a:pt x="194" y="131"/>
                </a:lnTo>
                <a:lnTo>
                  <a:pt x="194" y="130"/>
                </a:lnTo>
                <a:lnTo>
                  <a:pt x="195" y="130"/>
                </a:lnTo>
                <a:lnTo>
                  <a:pt x="195" y="129"/>
                </a:lnTo>
                <a:lnTo>
                  <a:pt x="196" y="129"/>
                </a:lnTo>
                <a:lnTo>
                  <a:pt x="197" y="129"/>
                </a:lnTo>
                <a:lnTo>
                  <a:pt x="197" y="128"/>
                </a:lnTo>
                <a:lnTo>
                  <a:pt x="198" y="128"/>
                </a:lnTo>
                <a:lnTo>
                  <a:pt x="198" y="127"/>
                </a:lnTo>
                <a:lnTo>
                  <a:pt x="198" y="126"/>
                </a:lnTo>
                <a:lnTo>
                  <a:pt x="198" y="125"/>
                </a:lnTo>
                <a:lnTo>
                  <a:pt x="198" y="124"/>
                </a:lnTo>
                <a:lnTo>
                  <a:pt x="199" y="124"/>
                </a:lnTo>
                <a:lnTo>
                  <a:pt x="200" y="124"/>
                </a:lnTo>
                <a:lnTo>
                  <a:pt x="201" y="124"/>
                </a:lnTo>
                <a:lnTo>
                  <a:pt x="201" y="123"/>
                </a:lnTo>
                <a:lnTo>
                  <a:pt x="203" y="123"/>
                </a:lnTo>
                <a:lnTo>
                  <a:pt x="204" y="123"/>
                </a:lnTo>
                <a:lnTo>
                  <a:pt x="204" y="124"/>
                </a:lnTo>
                <a:lnTo>
                  <a:pt x="205" y="125"/>
                </a:lnTo>
                <a:lnTo>
                  <a:pt x="206" y="125"/>
                </a:lnTo>
                <a:lnTo>
                  <a:pt x="206" y="124"/>
                </a:lnTo>
                <a:lnTo>
                  <a:pt x="207" y="124"/>
                </a:lnTo>
                <a:lnTo>
                  <a:pt x="208" y="124"/>
                </a:lnTo>
                <a:lnTo>
                  <a:pt x="208" y="123"/>
                </a:lnTo>
                <a:lnTo>
                  <a:pt x="209" y="123"/>
                </a:lnTo>
                <a:lnTo>
                  <a:pt x="210" y="123"/>
                </a:lnTo>
                <a:lnTo>
                  <a:pt x="210" y="124"/>
                </a:lnTo>
                <a:lnTo>
                  <a:pt x="211" y="124"/>
                </a:lnTo>
                <a:lnTo>
                  <a:pt x="212" y="124"/>
                </a:lnTo>
                <a:lnTo>
                  <a:pt x="213" y="124"/>
                </a:lnTo>
                <a:lnTo>
                  <a:pt x="214" y="123"/>
                </a:lnTo>
                <a:lnTo>
                  <a:pt x="215" y="123"/>
                </a:lnTo>
                <a:lnTo>
                  <a:pt x="216" y="123"/>
                </a:lnTo>
                <a:lnTo>
                  <a:pt x="217" y="122"/>
                </a:lnTo>
                <a:lnTo>
                  <a:pt x="218" y="122"/>
                </a:lnTo>
                <a:lnTo>
                  <a:pt x="219" y="123"/>
                </a:lnTo>
                <a:lnTo>
                  <a:pt x="220" y="123"/>
                </a:lnTo>
                <a:lnTo>
                  <a:pt x="220" y="122"/>
                </a:lnTo>
                <a:lnTo>
                  <a:pt x="221" y="122"/>
                </a:lnTo>
                <a:lnTo>
                  <a:pt x="221" y="121"/>
                </a:lnTo>
                <a:lnTo>
                  <a:pt x="221" y="118"/>
                </a:lnTo>
                <a:lnTo>
                  <a:pt x="222" y="117"/>
                </a:lnTo>
                <a:lnTo>
                  <a:pt x="223" y="116"/>
                </a:lnTo>
                <a:lnTo>
                  <a:pt x="225" y="116"/>
                </a:lnTo>
                <a:lnTo>
                  <a:pt x="226" y="116"/>
                </a:lnTo>
                <a:lnTo>
                  <a:pt x="227" y="117"/>
                </a:lnTo>
                <a:lnTo>
                  <a:pt x="228" y="117"/>
                </a:lnTo>
                <a:lnTo>
                  <a:pt x="229" y="117"/>
                </a:lnTo>
                <a:lnTo>
                  <a:pt x="230" y="117"/>
                </a:lnTo>
                <a:lnTo>
                  <a:pt x="230" y="116"/>
                </a:lnTo>
                <a:lnTo>
                  <a:pt x="229" y="115"/>
                </a:lnTo>
                <a:lnTo>
                  <a:pt x="229" y="114"/>
                </a:lnTo>
                <a:lnTo>
                  <a:pt x="230" y="114"/>
                </a:lnTo>
                <a:lnTo>
                  <a:pt x="231" y="114"/>
                </a:lnTo>
                <a:lnTo>
                  <a:pt x="231" y="113"/>
                </a:lnTo>
                <a:lnTo>
                  <a:pt x="231" y="112"/>
                </a:lnTo>
                <a:lnTo>
                  <a:pt x="231" y="111"/>
                </a:lnTo>
                <a:lnTo>
                  <a:pt x="231" y="110"/>
                </a:lnTo>
                <a:lnTo>
                  <a:pt x="231" y="109"/>
                </a:lnTo>
                <a:lnTo>
                  <a:pt x="231" y="107"/>
                </a:lnTo>
                <a:lnTo>
                  <a:pt x="231" y="106"/>
                </a:lnTo>
                <a:lnTo>
                  <a:pt x="231" y="105"/>
                </a:lnTo>
                <a:lnTo>
                  <a:pt x="229" y="105"/>
                </a:lnTo>
                <a:lnTo>
                  <a:pt x="229" y="104"/>
                </a:lnTo>
                <a:lnTo>
                  <a:pt x="228" y="103"/>
                </a:lnTo>
                <a:lnTo>
                  <a:pt x="228" y="102"/>
                </a:lnTo>
                <a:lnTo>
                  <a:pt x="228" y="101"/>
                </a:lnTo>
                <a:lnTo>
                  <a:pt x="228" y="100"/>
                </a:lnTo>
                <a:lnTo>
                  <a:pt x="227" y="100"/>
                </a:lnTo>
                <a:lnTo>
                  <a:pt x="227" y="99"/>
                </a:lnTo>
                <a:lnTo>
                  <a:pt x="227" y="98"/>
                </a:lnTo>
                <a:lnTo>
                  <a:pt x="227" y="97"/>
                </a:lnTo>
                <a:lnTo>
                  <a:pt x="227" y="96"/>
                </a:lnTo>
                <a:lnTo>
                  <a:pt x="228" y="96"/>
                </a:lnTo>
                <a:lnTo>
                  <a:pt x="229" y="96"/>
                </a:lnTo>
                <a:lnTo>
                  <a:pt x="230" y="96"/>
                </a:lnTo>
                <a:lnTo>
                  <a:pt x="230" y="95"/>
                </a:lnTo>
                <a:lnTo>
                  <a:pt x="230" y="94"/>
                </a:lnTo>
                <a:lnTo>
                  <a:pt x="231" y="94"/>
                </a:lnTo>
                <a:lnTo>
                  <a:pt x="231" y="93"/>
                </a:lnTo>
                <a:lnTo>
                  <a:pt x="231" y="92"/>
                </a:lnTo>
                <a:lnTo>
                  <a:pt x="231" y="91"/>
                </a:lnTo>
                <a:lnTo>
                  <a:pt x="232" y="90"/>
                </a:lnTo>
                <a:lnTo>
                  <a:pt x="233" y="90"/>
                </a:lnTo>
                <a:lnTo>
                  <a:pt x="234" y="90"/>
                </a:lnTo>
                <a:lnTo>
                  <a:pt x="235" y="90"/>
                </a:lnTo>
                <a:lnTo>
                  <a:pt x="236" y="89"/>
                </a:lnTo>
                <a:lnTo>
                  <a:pt x="237" y="88"/>
                </a:lnTo>
                <a:lnTo>
                  <a:pt x="237" y="87"/>
                </a:lnTo>
                <a:lnTo>
                  <a:pt x="236" y="87"/>
                </a:lnTo>
                <a:lnTo>
                  <a:pt x="236" y="86"/>
                </a:lnTo>
                <a:lnTo>
                  <a:pt x="236" y="85"/>
                </a:lnTo>
                <a:lnTo>
                  <a:pt x="236" y="84"/>
                </a:lnTo>
                <a:lnTo>
                  <a:pt x="236" y="85"/>
                </a:lnTo>
                <a:lnTo>
                  <a:pt x="237" y="84"/>
                </a:lnTo>
                <a:lnTo>
                  <a:pt x="237" y="83"/>
                </a:lnTo>
                <a:lnTo>
                  <a:pt x="238" y="83"/>
                </a:lnTo>
                <a:lnTo>
                  <a:pt x="239" y="83"/>
                </a:lnTo>
                <a:lnTo>
                  <a:pt x="240" y="83"/>
                </a:lnTo>
                <a:lnTo>
                  <a:pt x="240" y="84"/>
                </a:lnTo>
                <a:lnTo>
                  <a:pt x="241" y="84"/>
                </a:lnTo>
                <a:lnTo>
                  <a:pt x="242" y="84"/>
                </a:lnTo>
                <a:lnTo>
                  <a:pt x="242" y="83"/>
                </a:lnTo>
                <a:lnTo>
                  <a:pt x="242" y="84"/>
                </a:lnTo>
                <a:lnTo>
                  <a:pt x="243" y="84"/>
                </a:lnTo>
                <a:lnTo>
                  <a:pt x="244" y="83"/>
                </a:lnTo>
                <a:lnTo>
                  <a:pt x="245" y="83"/>
                </a:lnTo>
                <a:lnTo>
                  <a:pt x="246" y="82"/>
                </a:lnTo>
                <a:lnTo>
                  <a:pt x="246" y="83"/>
                </a:lnTo>
                <a:lnTo>
                  <a:pt x="247" y="82"/>
                </a:lnTo>
                <a:lnTo>
                  <a:pt x="247" y="80"/>
                </a:lnTo>
                <a:lnTo>
                  <a:pt x="248" y="80"/>
                </a:lnTo>
                <a:lnTo>
                  <a:pt x="249" y="79"/>
                </a:lnTo>
                <a:lnTo>
                  <a:pt x="250" y="79"/>
                </a:lnTo>
                <a:lnTo>
                  <a:pt x="250" y="80"/>
                </a:lnTo>
                <a:lnTo>
                  <a:pt x="251" y="80"/>
                </a:lnTo>
                <a:lnTo>
                  <a:pt x="252" y="81"/>
                </a:lnTo>
                <a:lnTo>
                  <a:pt x="251" y="81"/>
                </a:lnTo>
                <a:lnTo>
                  <a:pt x="251" y="82"/>
                </a:lnTo>
                <a:lnTo>
                  <a:pt x="251" y="83"/>
                </a:lnTo>
                <a:lnTo>
                  <a:pt x="250" y="84"/>
                </a:lnTo>
                <a:lnTo>
                  <a:pt x="251" y="85"/>
                </a:lnTo>
                <a:lnTo>
                  <a:pt x="252" y="85"/>
                </a:lnTo>
                <a:lnTo>
                  <a:pt x="252" y="86"/>
                </a:lnTo>
                <a:lnTo>
                  <a:pt x="253" y="86"/>
                </a:lnTo>
                <a:lnTo>
                  <a:pt x="254" y="86"/>
                </a:lnTo>
                <a:lnTo>
                  <a:pt x="255" y="87"/>
                </a:lnTo>
                <a:lnTo>
                  <a:pt x="256" y="88"/>
                </a:lnTo>
                <a:lnTo>
                  <a:pt x="257" y="88"/>
                </a:lnTo>
                <a:lnTo>
                  <a:pt x="257" y="89"/>
                </a:lnTo>
                <a:lnTo>
                  <a:pt x="257" y="90"/>
                </a:lnTo>
                <a:lnTo>
                  <a:pt x="258" y="90"/>
                </a:lnTo>
                <a:lnTo>
                  <a:pt x="259" y="90"/>
                </a:lnTo>
                <a:lnTo>
                  <a:pt x="260" y="90"/>
                </a:lnTo>
                <a:lnTo>
                  <a:pt x="260" y="91"/>
                </a:lnTo>
                <a:lnTo>
                  <a:pt x="259" y="91"/>
                </a:lnTo>
                <a:lnTo>
                  <a:pt x="259" y="92"/>
                </a:lnTo>
                <a:lnTo>
                  <a:pt x="259" y="93"/>
                </a:lnTo>
                <a:lnTo>
                  <a:pt x="260" y="93"/>
                </a:lnTo>
                <a:lnTo>
                  <a:pt x="260" y="94"/>
                </a:lnTo>
                <a:lnTo>
                  <a:pt x="260" y="95"/>
                </a:lnTo>
                <a:lnTo>
                  <a:pt x="260" y="96"/>
                </a:lnTo>
                <a:lnTo>
                  <a:pt x="259" y="97"/>
                </a:lnTo>
                <a:lnTo>
                  <a:pt x="258" y="97"/>
                </a:lnTo>
                <a:lnTo>
                  <a:pt x="258" y="98"/>
                </a:lnTo>
                <a:lnTo>
                  <a:pt x="258" y="99"/>
                </a:lnTo>
                <a:lnTo>
                  <a:pt x="258" y="100"/>
                </a:lnTo>
                <a:lnTo>
                  <a:pt x="259" y="100"/>
                </a:lnTo>
                <a:lnTo>
                  <a:pt x="260" y="100"/>
                </a:lnTo>
                <a:lnTo>
                  <a:pt x="261" y="100"/>
                </a:lnTo>
                <a:lnTo>
                  <a:pt x="262" y="101"/>
                </a:lnTo>
                <a:lnTo>
                  <a:pt x="263" y="101"/>
                </a:lnTo>
                <a:lnTo>
                  <a:pt x="263" y="99"/>
                </a:lnTo>
                <a:lnTo>
                  <a:pt x="264" y="99"/>
                </a:lnTo>
                <a:lnTo>
                  <a:pt x="264" y="100"/>
                </a:lnTo>
                <a:lnTo>
                  <a:pt x="265" y="100"/>
                </a:lnTo>
                <a:lnTo>
                  <a:pt x="266" y="100"/>
                </a:lnTo>
                <a:lnTo>
                  <a:pt x="265" y="100"/>
                </a:lnTo>
                <a:lnTo>
                  <a:pt x="265" y="101"/>
                </a:lnTo>
                <a:lnTo>
                  <a:pt x="266" y="101"/>
                </a:lnTo>
                <a:lnTo>
                  <a:pt x="266" y="102"/>
                </a:lnTo>
                <a:lnTo>
                  <a:pt x="267" y="102"/>
                </a:lnTo>
                <a:lnTo>
                  <a:pt x="268" y="102"/>
                </a:lnTo>
                <a:lnTo>
                  <a:pt x="267" y="104"/>
                </a:lnTo>
                <a:lnTo>
                  <a:pt x="267" y="105"/>
                </a:lnTo>
                <a:lnTo>
                  <a:pt x="267" y="106"/>
                </a:lnTo>
                <a:lnTo>
                  <a:pt x="266" y="106"/>
                </a:lnTo>
                <a:lnTo>
                  <a:pt x="267" y="106"/>
                </a:lnTo>
                <a:lnTo>
                  <a:pt x="267" y="107"/>
                </a:lnTo>
                <a:lnTo>
                  <a:pt x="268" y="107"/>
                </a:lnTo>
                <a:lnTo>
                  <a:pt x="268" y="108"/>
                </a:lnTo>
                <a:lnTo>
                  <a:pt x="268" y="109"/>
                </a:lnTo>
                <a:lnTo>
                  <a:pt x="268" y="110"/>
                </a:lnTo>
                <a:lnTo>
                  <a:pt x="268" y="112"/>
                </a:lnTo>
                <a:lnTo>
                  <a:pt x="269" y="112"/>
                </a:lnTo>
                <a:lnTo>
                  <a:pt x="270" y="112"/>
                </a:lnTo>
                <a:lnTo>
                  <a:pt x="270" y="113"/>
                </a:lnTo>
                <a:lnTo>
                  <a:pt x="271" y="112"/>
                </a:lnTo>
                <a:lnTo>
                  <a:pt x="272" y="112"/>
                </a:lnTo>
                <a:lnTo>
                  <a:pt x="272" y="111"/>
                </a:lnTo>
                <a:lnTo>
                  <a:pt x="273" y="111"/>
                </a:lnTo>
                <a:lnTo>
                  <a:pt x="273" y="112"/>
                </a:lnTo>
                <a:lnTo>
                  <a:pt x="274" y="112"/>
                </a:lnTo>
                <a:lnTo>
                  <a:pt x="274" y="113"/>
                </a:lnTo>
                <a:lnTo>
                  <a:pt x="273" y="113"/>
                </a:lnTo>
                <a:lnTo>
                  <a:pt x="274" y="114"/>
                </a:lnTo>
                <a:lnTo>
                  <a:pt x="273" y="114"/>
                </a:lnTo>
                <a:lnTo>
                  <a:pt x="273" y="115"/>
                </a:lnTo>
                <a:lnTo>
                  <a:pt x="273" y="116"/>
                </a:lnTo>
                <a:lnTo>
                  <a:pt x="273" y="117"/>
                </a:lnTo>
                <a:lnTo>
                  <a:pt x="272" y="117"/>
                </a:lnTo>
                <a:lnTo>
                  <a:pt x="273" y="118"/>
                </a:lnTo>
                <a:lnTo>
                  <a:pt x="272" y="118"/>
                </a:lnTo>
                <a:lnTo>
                  <a:pt x="272" y="119"/>
                </a:lnTo>
                <a:lnTo>
                  <a:pt x="273" y="120"/>
                </a:lnTo>
                <a:lnTo>
                  <a:pt x="275" y="120"/>
                </a:lnTo>
                <a:lnTo>
                  <a:pt x="276" y="119"/>
                </a:lnTo>
                <a:lnTo>
                  <a:pt x="277" y="120"/>
                </a:lnTo>
                <a:lnTo>
                  <a:pt x="277" y="119"/>
                </a:lnTo>
                <a:lnTo>
                  <a:pt x="278" y="119"/>
                </a:lnTo>
                <a:lnTo>
                  <a:pt x="279" y="118"/>
                </a:lnTo>
                <a:lnTo>
                  <a:pt x="279" y="117"/>
                </a:lnTo>
                <a:lnTo>
                  <a:pt x="281" y="116"/>
                </a:lnTo>
                <a:lnTo>
                  <a:pt x="282" y="116"/>
                </a:lnTo>
                <a:lnTo>
                  <a:pt x="282" y="115"/>
                </a:lnTo>
                <a:lnTo>
                  <a:pt x="283" y="116"/>
                </a:lnTo>
                <a:lnTo>
                  <a:pt x="284" y="116"/>
                </a:lnTo>
                <a:lnTo>
                  <a:pt x="283" y="115"/>
                </a:lnTo>
                <a:lnTo>
                  <a:pt x="284" y="115"/>
                </a:lnTo>
                <a:lnTo>
                  <a:pt x="285" y="115"/>
                </a:lnTo>
                <a:lnTo>
                  <a:pt x="285" y="114"/>
                </a:lnTo>
                <a:lnTo>
                  <a:pt x="286" y="114"/>
                </a:lnTo>
                <a:lnTo>
                  <a:pt x="286" y="113"/>
                </a:lnTo>
                <a:lnTo>
                  <a:pt x="285" y="113"/>
                </a:lnTo>
                <a:lnTo>
                  <a:pt x="286" y="112"/>
                </a:lnTo>
                <a:lnTo>
                  <a:pt x="286" y="111"/>
                </a:lnTo>
                <a:lnTo>
                  <a:pt x="286" y="110"/>
                </a:lnTo>
                <a:lnTo>
                  <a:pt x="287" y="110"/>
                </a:lnTo>
                <a:lnTo>
                  <a:pt x="288" y="110"/>
                </a:lnTo>
                <a:lnTo>
                  <a:pt x="288" y="109"/>
                </a:lnTo>
                <a:lnTo>
                  <a:pt x="289" y="109"/>
                </a:lnTo>
                <a:lnTo>
                  <a:pt x="290" y="109"/>
                </a:lnTo>
                <a:lnTo>
                  <a:pt x="290" y="110"/>
                </a:lnTo>
                <a:lnTo>
                  <a:pt x="289" y="111"/>
                </a:lnTo>
                <a:lnTo>
                  <a:pt x="289" y="112"/>
                </a:lnTo>
                <a:lnTo>
                  <a:pt x="290" y="112"/>
                </a:lnTo>
                <a:lnTo>
                  <a:pt x="290" y="113"/>
                </a:lnTo>
                <a:lnTo>
                  <a:pt x="290" y="114"/>
                </a:lnTo>
                <a:lnTo>
                  <a:pt x="290" y="115"/>
                </a:lnTo>
                <a:lnTo>
                  <a:pt x="290" y="116"/>
                </a:lnTo>
                <a:lnTo>
                  <a:pt x="291" y="116"/>
                </a:lnTo>
                <a:lnTo>
                  <a:pt x="290" y="116"/>
                </a:lnTo>
                <a:lnTo>
                  <a:pt x="290" y="117"/>
                </a:lnTo>
                <a:lnTo>
                  <a:pt x="291" y="117"/>
                </a:lnTo>
                <a:lnTo>
                  <a:pt x="292" y="117"/>
                </a:lnTo>
                <a:lnTo>
                  <a:pt x="292" y="118"/>
                </a:lnTo>
                <a:lnTo>
                  <a:pt x="292" y="119"/>
                </a:lnTo>
                <a:lnTo>
                  <a:pt x="293" y="119"/>
                </a:lnTo>
                <a:lnTo>
                  <a:pt x="293" y="118"/>
                </a:lnTo>
                <a:lnTo>
                  <a:pt x="293" y="119"/>
                </a:lnTo>
                <a:lnTo>
                  <a:pt x="293" y="120"/>
                </a:lnTo>
                <a:lnTo>
                  <a:pt x="292" y="121"/>
                </a:lnTo>
                <a:lnTo>
                  <a:pt x="292" y="122"/>
                </a:lnTo>
                <a:lnTo>
                  <a:pt x="292" y="121"/>
                </a:lnTo>
                <a:lnTo>
                  <a:pt x="293" y="121"/>
                </a:lnTo>
                <a:lnTo>
                  <a:pt x="294" y="121"/>
                </a:lnTo>
                <a:lnTo>
                  <a:pt x="294" y="120"/>
                </a:lnTo>
                <a:lnTo>
                  <a:pt x="295" y="119"/>
                </a:lnTo>
                <a:lnTo>
                  <a:pt x="296" y="119"/>
                </a:lnTo>
                <a:lnTo>
                  <a:pt x="297" y="118"/>
                </a:lnTo>
                <a:lnTo>
                  <a:pt x="297" y="117"/>
                </a:lnTo>
                <a:lnTo>
                  <a:pt x="298" y="117"/>
                </a:lnTo>
                <a:lnTo>
                  <a:pt x="299" y="118"/>
                </a:lnTo>
                <a:lnTo>
                  <a:pt x="299" y="119"/>
                </a:lnTo>
                <a:lnTo>
                  <a:pt x="298" y="120"/>
                </a:lnTo>
                <a:lnTo>
                  <a:pt x="298" y="121"/>
                </a:lnTo>
                <a:lnTo>
                  <a:pt x="299" y="121"/>
                </a:lnTo>
                <a:lnTo>
                  <a:pt x="299" y="122"/>
                </a:lnTo>
                <a:lnTo>
                  <a:pt x="298" y="122"/>
                </a:lnTo>
                <a:lnTo>
                  <a:pt x="299" y="122"/>
                </a:lnTo>
                <a:lnTo>
                  <a:pt x="300" y="123"/>
                </a:lnTo>
                <a:lnTo>
                  <a:pt x="300" y="124"/>
                </a:lnTo>
                <a:lnTo>
                  <a:pt x="301" y="124"/>
                </a:lnTo>
                <a:lnTo>
                  <a:pt x="300" y="125"/>
                </a:lnTo>
                <a:lnTo>
                  <a:pt x="301" y="126"/>
                </a:lnTo>
                <a:lnTo>
                  <a:pt x="301" y="127"/>
                </a:lnTo>
                <a:lnTo>
                  <a:pt x="300" y="128"/>
                </a:lnTo>
                <a:lnTo>
                  <a:pt x="299" y="128"/>
                </a:lnTo>
                <a:lnTo>
                  <a:pt x="299" y="129"/>
                </a:lnTo>
                <a:lnTo>
                  <a:pt x="300" y="129"/>
                </a:lnTo>
                <a:lnTo>
                  <a:pt x="301" y="129"/>
                </a:lnTo>
                <a:lnTo>
                  <a:pt x="302" y="129"/>
                </a:lnTo>
                <a:lnTo>
                  <a:pt x="303" y="129"/>
                </a:lnTo>
                <a:lnTo>
                  <a:pt x="303" y="128"/>
                </a:lnTo>
                <a:lnTo>
                  <a:pt x="304" y="129"/>
                </a:lnTo>
                <a:lnTo>
                  <a:pt x="305" y="129"/>
                </a:lnTo>
                <a:lnTo>
                  <a:pt x="306" y="129"/>
                </a:lnTo>
                <a:lnTo>
                  <a:pt x="307" y="129"/>
                </a:lnTo>
                <a:lnTo>
                  <a:pt x="308" y="129"/>
                </a:lnTo>
                <a:lnTo>
                  <a:pt x="308" y="128"/>
                </a:lnTo>
                <a:lnTo>
                  <a:pt x="309" y="128"/>
                </a:lnTo>
                <a:lnTo>
                  <a:pt x="308" y="127"/>
                </a:lnTo>
                <a:lnTo>
                  <a:pt x="309" y="127"/>
                </a:lnTo>
                <a:lnTo>
                  <a:pt x="310" y="127"/>
                </a:lnTo>
                <a:lnTo>
                  <a:pt x="311" y="126"/>
                </a:lnTo>
                <a:lnTo>
                  <a:pt x="312" y="126"/>
                </a:lnTo>
                <a:lnTo>
                  <a:pt x="313" y="126"/>
                </a:lnTo>
                <a:lnTo>
                  <a:pt x="314" y="125"/>
                </a:lnTo>
                <a:lnTo>
                  <a:pt x="315" y="124"/>
                </a:lnTo>
                <a:lnTo>
                  <a:pt x="316" y="124"/>
                </a:lnTo>
                <a:lnTo>
                  <a:pt x="316" y="123"/>
                </a:lnTo>
                <a:lnTo>
                  <a:pt x="317" y="123"/>
                </a:lnTo>
                <a:lnTo>
                  <a:pt x="318" y="123"/>
                </a:lnTo>
                <a:lnTo>
                  <a:pt x="319" y="123"/>
                </a:lnTo>
                <a:lnTo>
                  <a:pt x="319" y="122"/>
                </a:lnTo>
                <a:lnTo>
                  <a:pt x="320" y="122"/>
                </a:lnTo>
                <a:lnTo>
                  <a:pt x="320" y="121"/>
                </a:lnTo>
                <a:lnTo>
                  <a:pt x="321" y="121"/>
                </a:lnTo>
                <a:lnTo>
                  <a:pt x="321" y="122"/>
                </a:lnTo>
                <a:lnTo>
                  <a:pt x="322" y="122"/>
                </a:lnTo>
                <a:lnTo>
                  <a:pt x="322" y="121"/>
                </a:lnTo>
                <a:lnTo>
                  <a:pt x="323" y="121"/>
                </a:lnTo>
                <a:lnTo>
                  <a:pt x="325" y="121"/>
                </a:lnTo>
                <a:lnTo>
                  <a:pt x="326" y="121"/>
                </a:lnTo>
                <a:lnTo>
                  <a:pt x="327" y="121"/>
                </a:lnTo>
                <a:lnTo>
                  <a:pt x="327" y="122"/>
                </a:lnTo>
                <a:lnTo>
                  <a:pt x="328" y="121"/>
                </a:lnTo>
                <a:lnTo>
                  <a:pt x="329" y="121"/>
                </a:lnTo>
                <a:lnTo>
                  <a:pt x="329" y="120"/>
                </a:lnTo>
                <a:lnTo>
                  <a:pt x="330" y="120"/>
                </a:lnTo>
                <a:lnTo>
                  <a:pt x="331" y="119"/>
                </a:lnTo>
                <a:lnTo>
                  <a:pt x="332" y="118"/>
                </a:lnTo>
                <a:lnTo>
                  <a:pt x="333" y="118"/>
                </a:lnTo>
                <a:lnTo>
                  <a:pt x="333" y="117"/>
                </a:lnTo>
                <a:lnTo>
                  <a:pt x="333" y="116"/>
                </a:lnTo>
                <a:lnTo>
                  <a:pt x="332" y="116"/>
                </a:lnTo>
                <a:lnTo>
                  <a:pt x="332" y="115"/>
                </a:lnTo>
                <a:lnTo>
                  <a:pt x="333" y="115"/>
                </a:lnTo>
                <a:lnTo>
                  <a:pt x="333" y="114"/>
                </a:lnTo>
                <a:lnTo>
                  <a:pt x="333" y="113"/>
                </a:lnTo>
                <a:lnTo>
                  <a:pt x="333" y="112"/>
                </a:lnTo>
                <a:lnTo>
                  <a:pt x="333" y="111"/>
                </a:lnTo>
                <a:lnTo>
                  <a:pt x="334" y="110"/>
                </a:lnTo>
                <a:lnTo>
                  <a:pt x="334" y="109"/>
                </a:lnTo>
                <a:lnTo>
                  <a:pt x="334" y="108"/>
                </a:lnTo>
                <a:lnTo>
                  <a:pt x="334" y="107"/>
                </a:lnTo>
                <a:lnTo>
                  <a:pt x="333" y="107"/>
                </a:lnTo>
                <a:lnTo>
                  <a:pt x="333" y="106"/>
                </a:lnTo>
                <a:lnTo>
                  <a:pt x="334" y="105"/>
                </a:lnTo>
                <a:lnTo>
                  <a:pt x="334" y="104"/>
                </a:lnTo>
                <a:lnTo>
                  <a:pt x="334" y="103"/>
                </a:lnTo>
                <a:lnTo>
                  <a:pt x="334" y="102"/>
                </a:lnTo>
                <a:lnTo>
                  <a:pt x="333" y="102"/>
                </a:lnTo>
                <a:lnTo>
                  <a:pt x="333" y="101"/>
                </a:lnTo>
                <a:lnTo>
                  <a:pt x="334" y="101"/>
                </a:lnTo>
                <a:lnTo>
                  <a:pt x="335" y="101"/>
                </a:lnTo>
                <a:lnTo>
                  <a:pt x="336" y="101"/>
                </a:lnTo>
                <a:lnTo>
                  <a:pt x="337" y="101"/>
                </a:lnTo>
                <a:lnTo>
                  <a:pt x="337" y="100"/>
                </a:lnTo>
                <a:lnTo>
                  <a:pt x="337" y="99"/>
                </a:lnTo>
                <a:lnTo>
                  <a:pt x="336" y="98"/>
                </a:lnTo>
                <a:lnTo>
                  <a:pt x="336" y="97"/>
                </a:lnTo>
                <a:lnTo>
                  <a:pt x="335" y="97"/>
                </a:lnTo>
                <a:lnTo>
                  <a:pt x="335" y="98"/>
                </a:lnTo>
                <a:lnTo>
                  <a:pt x="335" y="97"/>
                </a:lnTo>
                <a:lnTo>
                  <a:pt x="334" y="97"/>
                </a:lnTo>
                <a:lnTo>
                  <a:pt x="334" y="96"/>
                </a:lnTo>
                <a:lnTo>
                  <a:pt x="336" y="96"/>
                </a:lnTo>
                <a:lnTo>
                  <a:pt x="337" y="95"/>
                </a:lnTo>
                <a:lnTo>
                  <a:pt x="338" y="95"/>
                </a:lnTo>
                <a:lnTo>
                  <a:pt x="339" y="95"/>
                </a:lnTo>
                <a:lnTo>
                  <a:pt x="340" y="95"/>
                </a:lnTo>
                <a:lnTo>
                  <a:pt x="340" y="96"/>
                </a:lnTo>
                <a:lnTo>
                  <a:pt x="340" y="97"/>
                </a:lnTo>
                <a:lnTo>
                  <a:pt x="341" y="97"/>
                </a:lnTo>
                <a:lnTo>
                  <a:pt x="341" y="98"/>
                </a:lnTo>
                <a:lnTo>
                  <a:pt x="342" y="98"/>
                </a:lnTo>
                <a:lnTo>
                  <a:pt x="343" y="98"/>
                </a:lnTo>
                <a:lnTo>
                  <a:pt x="343" y="97"/>
                </a:lnTo>
                <a:lnTo>
                  <a:pt x="343" y="96"/>
                </a:lnTo>
                <a:lnTo>
                  <a:pt x="342" y="96"/>
                </a:lnTo>
                <a:lnTo>
                  <a:pt x="342" y="95"/>
                </a:lnTo>
                <a:lnTo>
                  <a:pt x="342" y="94"/>
                </a:lnTo>
                <a:lnTo>
                  <a:pt x="343" y="94"/>
                </a:lnTo>
                <a:lnTo>
                  <a:pt x="343" y="93"/>
                </a:lnTo>
                <a:lnTo>
                  <a:pt x="344" y="93"/>
                </a:lnTo>
                <a:lnTo>
                  <a:pt x="345" y="93"/>
                </a:lnTo>
                <a:lnTo>
                  <a:pt x="346" y="92"/>
                </a:lnTo>
                <a:lnTo>
                  <a:pt x="347" y="92"/>
                </a:lnTo>
                <a:lnTo>
                  <a:pt x="347" y="91"/>
                </a:lnTo>
                <a:lnTo>
                  <a:pt x="346" y="91"/>
                </a:lnTo>
                <a:lnTo>
                  <a:pt x="347" y="91"/>
                </a:lnTo>
                <a:lnTo>
                  <a:pt x="347" y="90"/>
                </a:lnTo>
                <a:lnTo>
                  <a:pt x="347" y="89"/>
                </a:lnTo>
                <a:lnTo>
                  <a:pt x="347" y="88"/>
                </a:lnTo>
                <a:lnTo>
                  <a:pt x="348" y="88"/>
                </a:lnTo>
                <a:lnTo>
                  <a:pt x="349" y="88"/>
                </a:lnTo>
                <a:lnTo>
                  <a:pt x="350" y="87"/>
                </a:lnTo>
                <a:lnTo>
                  <a:pt x="352" y="87"/>
                </a:lnTo>
                <a:lnTo>
                  <a:pt x="352" y="88"/>
                </a:lnTo>
                <a:lnTo>
                  <a:pt x="353" y="90"/>
                </a:lnTo>
                <a:lnTo>
                  <a:pt x="354" y="90"/>
                </a:lnTo>
                <a:lnTo>
                  <a:pt x="356" y="91"/>
                </a:lnTo>
                <a:lnTo>
                  <a:pt x="356" y="92"/>
                </a:lnTo>
                <a:lnTo>
                  <a:pt x="357" y="93"/>
                </a:lnTo>
                <a:lnTo>
                  <a:pt x="358" y="94"/>
                </a:lnTo>
                <a:lnTo>
                  <a:pt x="358" y="95"/>
                </a:lnTo>
                <a:lnTo>
                  <a:pt x="358" y="96"/>
                </a:lnTo>
                <a:lnTo>
                  <a:pt x="359" y="97"/>
                </a:lnTo>
                <a:lnTo>
                  <a:pt x="359" y="96"/>
                </a:lnTo>
                <a:lnTo>
                  <a:pt x="360" y="96"/>
                </a:lnTo>
                <a:lnTo>
                  <a:pt x="360" y="95"/>
                </a:lnTo>
                <a:lnTo>
                  <a:pt x="361" y="95"/>
                </a:lnTo>
                <a:lnTo>
                  <a:pt x="362" y="95"/>
                </a:lnTo>
                <a:lnTo>
                  <a:pt x="364" y="95"/>
                </a:lnTo>
                <a:lnTo>
                  <a:pt x="365" y="96"/>
                </a:lnTo>
                <a:lnTo>
                  <a:pt x="366" y="96"/>
                </a:lnTo>
                <a:lnTo>
                  <a:pt x="366" y="98"/>
                </a:lnTo>
                <a:lnTo>
                  <a:pt x="366" y="99"/>
                </a:lnTo>
                <a:lnTo>
                  <a:pt x="367" y="99"/>
                </a:lnTo>
                <a:lnTo>
                  <a:pt x="368" y="99"/>
                </a:lnTo>
                <a:lnTo>
                  <a:pt x="369" y="100"/>
                </a:lnTo>
                <a:lnTo>
                  <a:pt x="370" y="101"/>
                </a:lnTo>
                <a:lnTo>
                  <a:pt x="371" y="102"/>
                </a:lnTo>
                <a:lnTo>
                  <a:pt x="371" y="103"/>
                </a:lnTo>
                <a:lnTo>
                  <a:pt x="372" y="104"/>
                </a:lnTo>
                <a:lnTo>
                  <a:pt x="373" y="104"/>
                </a:lnTo>
                <a:lnTo>
                  <a:pt x="374" y="106"/>
                </a:lnTo>
                <a:lnTo>
                  <a:pt x="373" y="107"/>
                </a:lnTo>
                <a:lnTo>
                  <a:pt x="374" y="108"/>
                </a:lnTo>
                <a:lnTo>
                  <a:pt x="375" y="109"/>
                </a:lnTo>
                <a:lnTo>
                  <a:pt x="375" y="110"/>
                </a:lnTo>
                <a:lnTo>
                  <a:pt x="376" y="110"/>
                </a:lnTo>
                <a:lnTo>
                  <a:pt x="376" y="108"/>
                </a:lnTo>
                <a:lnTo>
                  <a:pt x="377" y="108"/>
                </a:lnTo>
                <a:lnTo>
                  <a:pt x="377" y="107"/>
                </a:lnTo>
                <a:lnTo>
                  <a:pt x="376" y="106"/>
                </a:lnTo>
                <a:lnTo>
                  <a:pt x="376" y="105"/>
                </a:lnTo>
                <a:lnTo>
                  <a:pt x="376" y="104"/>
                </a:lnTo>
                <a:lnTo>
                  <a:pt x="376" y="103"/>
                </a:lnTo>
                <a:lnTo>
                  <a:pt x="376" y="101"/>
                </a:lnTo>
                <a:lnTo>
                  <a:pt x="375" y="100"/>
                </a:lnTo>
                <a:lnTo>
                  <a:pt x="374" y="100"/>
                </a:lnTo>
                <a:lnTo>
                  <a:pt x="373" y="99"/>
                </a:lnTo>
                <a:lnTo>
                  <a:pt x="373" y="98"/>
                </a:lnTo>
                <a:lnTo>
                  <a:pt x="374" y="98"/>
                </a:lnTo>
                <a:lnTo>
                  <a:pt x="374" y="97"/>
                </a:lnTo>
                <a:lnTo>
                  <a:pt x="374" y="96"/>
                </a:lnTo>
                <a:lnTo>
                  <a:pt x="374" y="95"/>
                </a:lnTo>
                <a:lnTo>
                  <a:pt x="375" y="93"/>
                </a:lnTo>
                <a:lnTo>
                  <a:pt x="375" y="92"/>
                </a:lnTo>
                <a:lnTo>
                  <a:pt x="375" y="93"/>
                </a:lnTo>
                <a:lnTo>
                  <a:pt x="376" y="93"/>
                </a:lnTo>
                <a:lnTo>
                  <a:pt x="376" y="94"/>
                </a:lnTo>
                <a:lnTo>
                  <a:pt x="377" y="94"/>
                </a:lnTo>
                <a:lnTo>
                  <a:pt x="377" y="93"/>
                </a:lnTo>
                <a:lnTo>
                  <a:pt x="376" y="92"/>
                </a:lnTo>
                <a:lnTo>
                  <a:pt x="375" y="92"/>
                </a:lnTo>
                <a:lnTo>
                  <a:pt x="375" y="91"/>
                </a:lnTo>
                <a:lnTo>
                  <a:pt x="376" y="91"/>
                </a:lnTo>
                <a:lnTo>
                  <a:pt x="377" y="90"/>
                </a:lnTo>
                <a:lnTo>
                  <a:pt x="377" y="88"/>
                </a:lnTo>
                <a:lnTo>
                  <a:pt x="378" y="88"/>
                </a:lnTo>
                <a:lnTo>
                  <a:pt x="379" y="87"/>
                </a:lnTo>
                <a:lnTo>
                  <a:pt x="380" y="87"/>
                </a:lnTo>
                <a:lnTo>
                  <a:pt x="381" y="88"/>
                </a:lnTo>
                <a:lnTo>
                  <a:pt x="382" y="88"/>
                </a:lnTo>
                <a:lnTo>
                  <a:pt x="382" y="87"/>
                </a:lnTo>
                <a:lnTo>
                  <a:pt x="381" y="86"/>
                </a:lnTo>
                <a:lnTo>
                  <a:pt x="380" y="85"/>
                </a:lnTo>
                <a:lnTo>
                  <a:pt x="379" y="85"/>
                </a:lnTo>
                <a:lnTo>
                  <a:pt x="380" y="84"/>
                </a:lnTo>
                <a:lnTo>
                  <a:pt x="380" y="83"/>
                </a:lnTo>
                <a:lnTo>
                  <a:pt x="379" y="83"/>
                </a:lnTo>
                <a:lnTo>
                  <a:pt x="380" y="82"/>
                </a:lnTo>
                <a:lnTo>
                  <a:pt x="380" y="81"/>
                </a:lnTo>
                <a:lnTo>
                  <a:pt x="381" y="81"/>
                </a:lnTo>
                <a:lnTo>
                  <a:pt x="382" y="82"/>
                </a:lnTo>
                <a:lnTo>
                  <a:pt x="382" y="81"/>
                </a:lnTo>
                <a:lnTo>
                  <a:pt x="382" y="80"/>
                </a:lnTo>
                <a:lnTo>
                  <a:pt x="382" y="79"/>
                </a:lnTo>
                <a:lnTo>
                  <a:pt x="382" y="78"/>
                </a:lnTo>
                <a:lnTo>
                  <a:pt x="382" y="77"/>
                </a:lnTo>
                <a:lnTo>
                  <a:pt x="383" y="77"/>
                </a:lnTo>
                <a:lnTo>
                  <a:pt x="384" y="78"/>
                </a:lnTo>
                <a:lnTo>
                  <a:pt x="385" y="77"/>
                </a:lnTo>
                <a:lnTo>
                  <a:pt x="386" y="76"/>
                </a:lnTo>
                <a:lnTo>
                  <a:pt x="387" y="76"/>
                </a:lnTo>
                <a:lnTo>
                  <a:pt x="388" y="76"/>
                </a:lnTo>
                <a:lnTo>
                  <a:pt x="389" y="76"/>
                </a:lnTo>
                <a:lnTo>
                  <a:pt x="389" y="77"/>
                </a:lnTo>
                <a:lnTo>
                  <a:pt x="390" y="77"/>
                </a:lnTo>
                <a:lnTo>
                  <a:pt x="391" y="77"/>
                </a:lnTo>
                <a:lnTo>
                  <a:pt x="391" y="78"/>
                </a:lnTo>
                <a:lnTo>
                  <a:pt x="391" y="79"/>
                </a:lnTo>
                <a:lnTo>
                  <a:pt x="391" y="80"/>
                </a:lnTo>
                <a:lnTo>
                  <a:pt x="391" y="81"/>
                </a:lnTo>
                <a:lnTo>
                  <a:pt x="392" y="81"/>
                </a:lnTo>
                <a:lnTo>
                  <a:pt x="392" y="82"/>
                </a:lnTo>
                <a:lnTo>
                  <a:pt x="392" y="83"/>
                </a:lnTo>
                <a:lnTo>
                  <a:pt x="391" y="83"/>
                </a:lnTo>
                <a:lnTo>
                  <a:pt x="391" y="85"/>
                </a:lnTo>
                <a:lnTo>
                  <a:pt x="392" y="85"/>
                </a:lnTo>
                <a:lnTo>
                  <a:pt x="392" y="86"/>
                </a:lnTo>
                <a:lnTo>
                  <a:pt x="393" y="88"/>
                </a:lnTo>
                <a:lnTo>
                  <a:pt x="394" y="87"/>
                </a:lnTo>
                <a:lnTo>
                  <a:pt x="394" y="86"/>
                </a:lnTo>
                <a:lnTo>
                  <a:pt x="395" y="85"/>
                </a:lnTo>
                <a:lnTo>
                  <a:pt x="395" y="86"/>
                </a:lnTo>
                <a:lnTo>
                  <a:pt x="396" y="86"/>
                </a:lnTo>
                <a:lnTo>
                  <a:pt x="397" y="85"/>
                </a:lnTo>
                <a:lnTo>
                  <a:pt x="398" y="85"/>
                </a:lnTo>
                <a:lnTo>
                  <a:pt x="398" y="84"/>
                </a:lnTo>
                <a:lnTo>
                  <a:pt x="399" y="85"/>
                </a:lnTo>
                <a:lnTo>
                  <a:pt x="400" y="85"/>
                </a:lnTo>
                <a:lnTo>
                  <a:pt x="400" y="84"/>
                </a:lnTo>
                <a:lnTo>
                  <a:pt x="400" y="85"/>
                </a:lnTo>
                <a:lnTo>
                  <a:pt x="400" y="86"/>
                </a:lnTo>
                <a:lnTo>
                  <a:pt x="401" y="86"/>
                </a:lnTo>
                <a:lnTo>
                  <a:pt x="403" y="86"/>
                </a:lnTo>
                <a:lnTo>
                  <a:pt x="403" y="85"/>
                </a:lnTo>
                <a:lnTo>
                  <a:pt x="404" y="85"/>
                </a:lnTo>
                <a:lnTo>
                  <a:pt x="406" y="84"/>
                </a:lnTo>
                <a:lnTo>
                  <a:pt x="406" y="85"/>
                </a:lnTo>
                <a:lnTo>
                  <a:pt x="407" y="86"/>
                </a:lnTo>
                <a:lnTo>
                  <a:pt x="408" y="86"/>
                </a:lnTo>
                <a:lnTo>
                  <a:pt x="408" y="87"/>
                </a:lnTo>
                <a:lnTo>
                  <a:pt x="409" y="87"/>
                </a:lnTo>
                <a:lnTo>
                  <a:pt x="410" y="86"/>
                </a:lnTo>
                <a:lnTo>
                  <a:pt x="410" y="87"/>
                </a:lnTo>
                <a:lnTo>
                  <a:pt x="411" y="88"/>
                </a:lnTo>
                <a:lnTo>
                  <a:pt x="413" y="89"/>
                </a:lnTo>
                <a:lnTo>
                  <a:pt x="413" y="88"/>
                </a:lnTo>
                <a:lnTo>
                  <a:pt x="414" y="88"/>
                </a:lnTo>
                <a:lnTo>
                  <a:pt x="415" y="88"/>
                </a:lnTo>
                <a:lnTo>
                  <a:pt x="416" y="87"/>
                </a:lnTo>
                <a:lnTo>
                  <a:pt x="416" y="86"/>
                </a:lnTo>
                <a:lnTo>
                  <a:pt x="417" y="86"/>
                </a:lnTo>
                <a:lnTo>
                  <a:pt x="418" y="86"/>
                </a:lnTo>
                <a:lnTo>
                  <a:pt x="418" y="85"/>
                </a:lnTo>
                <a:lnTo>
                  <a:pt x="417" y="84"/>
                </a:lnTo>
                <a:lnTo>
                  <a:pt x="416" y="84"/>
                </a:lnTo>
                <a:lnTo>
                  <a:pt x="415" y="83"/>
                </a:lnTo>
                <a:lnTo>
                  <a:pt x="414" y="83"/>
                </a:lnTo>
                <a:lnTo>
                  <a:pt x="414" y="82"/>
                </a:lnTo>
                <a:lnTo>
                  <a:pt x="414" y="80"/>
                </a:lnTo>
                <a:lnTo>
                  <a:pt x="414" y="79"/>
                </a:lnTo>
                <a:lnTo>
                  <a:pt x="415" y="79"/>
                </a:lnTo>
                <a:lnTo>
                  <a:pt x="414" y="79"/>
                </a:lnTo>
                <a:lnTo>
                  <a:pt x="414" y="78"/>
                </a:lnTo>
                <a:lnTo>
                  <a:pt x="413" y="77"/>
                </a:lnTo>
                <a:lnTo>
                  <a:pt x="413" y="76"/>
                </a:lnTo>
                <a:lnTo>
                  <a:pt x="414" y="75"/>
                </a:lnTo>
                <a:lnTo>
                  <a:pt x="415" y="72"/>
                </a:lnTo>
                <a:lnTo>
                  <a:pt x="416" y="71"/>
                </a:lnTo>
                <a:lnTo>
                  <a:pt x="417" y="71"/>
                </a:lnTo>
                <a:lnTo>
                  <a:pt x="417" y="70"/>
                </a:lnTo>
                <a:lnTo>
                  <a:pt x="417" y="69"/>
                </a:lnTo>
                <a:lnTo>
                  <a:pt x="417" y="68"/>
                </a:lnTo>
                <a:lnTo>
                  <a:pt x="416" y="67"/>
                </a:lnTo>
                <a:lnTo>
                  <a:pt x="415" y="67"/>
                </a:lnTo>
                <a:lnTo>
                  <a:pt x="415" y="66"/>
                </a:lnTo>
                <a:lnTo>
                  <a:pt x="415" y="65"/>
                </a:lnTo>
                <a:lnTo>
                  <a:pt x="415" y="66"/>
                </a:lnTo>
                <a:lnTo>
                  <a:pt x="414" y="66"/>
                </a:lnTo>
                <a:lnTo>
                  <a:pt x="414" y="67"/>
                </a:lnTo>
                <a:lnTo>
                  <a:pt x="413" y="67"/>
                </a:lnTo>
                <a:lnTo>
                  <a:pt x="412" y="67"/>
                </a:lnTo>
                <a:lnTo>
                  <a:pt x="411" y="66"/>
                </a:lnTo>
                <a:lnTo>
                  <a:pt x="410" y="66"/>
                </a:lnTo>
                <a:lnTo>
                  <a:pt x="410" y="67"/>
                </a:lnTo>
                <a:lnTo>
                  <a:pt x="410" y="68"/>
                </a:lnTo>
                <a:lnTo>
                  <a:pt x="409" y="68"/>
                </a:lnTo>
                <a:lnTo>
                  <a:pt x="409" y="69"/>
                </a:lnTo>
                <a:lnTo>
                  <a:pt x="408" y="70"/>
                </a:lnTo>
                <a:lnTo>
                  <a:pt x="407" y="70"/>
                </a:lnTo>
                <a:lnTo>
                  <a:pt x="407" y="71"/>
                </a:lnTo>
                <a:lnTo>
                  <a:pt x="406" y="72"/>
                </a:lnTo>
                <a:lnTo>
                  <a:pt x="405" y="72"/>
                </a:lnTo>
                <a:lnTo>
                  <a:pt x="404" y="72"/>
                </a:lnTo>
                <a:lnTo>
                  <a:pt x="404" y="71"/>
                </a:lnTo>
                <a:lnTo>
                  <a:pt x="403" y="72"/>
                </a:lnTo>
                <a:lnTo>
                  <a:pt x="402" y="72"/>
                </a:lnTo>
                <a:lnTo>
                  <a:pt x="401" y="71"/>
                </a:lnTo>
                <a:lnTo>
                  <a:pt x="401" y="69"/>
                </a:lnTo>
                <a:lnTo>
                  <a:pt x="401" y="68"/>
                </a:lnTo>
                <a:lnTo>
                  <a:pt x="402" y="67"/>
                </a:lnTo>
                <a:lnTo>
                  <a:pt x="403" y="66"/>
                </a:lnTo>
                <a:lnTo>
                  <a:pt x="405" y="66"/>
                </a:lnTo>
                <a:lnTo>
                  <a:pt x="406" y="67"/>
                </a:lnTo>
                <a:lnTo>
                  <a:pt x="407" y="67"/>
                </a:lnTo>
                <a:lnTo>
                  <a:pt x="407" y="66"/>
                </a:lnTo>
                <a:lnTo>
                  <a:pt x="406" y="66"/>
                </a:lnTo>
                <a:lnTo>
                  <a:pt x="407" y="65"/>
                </a:lnTo>
                <a:lnTo>
                  <a:pt x="407" y="66"/>
                </a:lnTo>
                <a:lnTo>
                  <a:pt x="408" y="66"/>
                </a:lnTo>
                <a:lnTo>
                  <a:pt x="408" y="65"/>
                </a:lnTo>
                <a:lnTo>
                  <a:pt x="409" y="64"/>
                </a:lnTo>
                <a:lnTo>
                  <a:pt x="409" y="63"/>
                </a:lnTo>
                <a:lnTo>
                  <a:pt x="410" y="63"/>
                </a:lnTo>
                <a:lnTo>
                  <a:pt x="410" y="64"/>
                </a:lnTo>
                <a:lnTo>
                  <a:pt x="410" y="63"/>
                </a:lnTo>
                <a:lnTo>
                  <a:pt x="409" y="62"/>
                </a:lnTo>
                <a:lnTo>
                  <a:pt x="410" y="62"/>
                </a:lnTo>
                <a:lnTo>
                  <a:pt x="411" y="60"/>
                </a:lnTo>
                <a:lnTo>
                  <a:pt x="412" y="60"/>
                </a:lnTo>
                <a:lnTo>
                  <a:pt x="412" y="61"/>
                </a:lnTo>
                <a:lnTo>
                  <a:pt x="413" y="61"/>
                </a:lnTo>
                <a:lnTo>
                  <a:pt x="414" y="61"/>
                </a:lnTo>
                <a:lnTo>
                  <a:pt x="415" y="61"/>
                </a:lnTo>
                <a:lnTo>
                  <a:pt x="417" y="62"/>
                </a:lnTo>
                <a:lnTo>
                  <a:pt x="417" y="61"/>
                </a:lnTo>
                <a:lnTo>
                  <a:pt x="418" y="60"/>
                </a:lnTo>
                <a:lnTo>
                  <a:pt x="419" y="59"/>
                </a:lnTo>
                <a:lnTo>
                  <a:pt x="420" y="59"/>
                </a:lnTo>
                <a:lnTo>
                  <a:pt x="421" y="59"/>
                </a:lnTo>
                <a:lnTo>
                  <a:pt x="422" y="59"/>
                </a:lnTo>
                <a:lnTo>
                  <a:pt x="423" y="60"/>
                </a:lnTo>
                <a:lnTo>
                  <a:pt x="424" y="62"/>
                </a:lnTo>
                <a:lnTo>
                  <a:pt x="422" y="63"/>
                </a:lnTo>
                <a:lnTo>
                  <a:pt x="422" y="64"/>
                </a:lnTo>
                <a:lnTo>
                  <a:pt x="423" y="65"/>
                </a:lnTo>
                <a:lnTo>
                  <a:pt x="423" y="66"/>
                </a:lnTo>
                <a:lnTo>
                  <a:pt x="424" y="66"/>
                </a:lnTo>
                <a:lnTo>
                  <a:pt x="424" y="65"/>
                </a:lnTo>
                <a:lnTo>
                  <a:pt x="425" y="65"/>
                </a:lnTo>
                <a:lnTo>
                  <a:pt x="425" y="64"/>
                </a:lnTo>
                <a:lnTo>
                  <a:pt x="424" y="64"/>
                </a:lnTo>
                <a:lnTo>
                  <a:pt x="425" y="63"/>
                </a:lnTo>
                <a:lnTo>
                  <a:pt x="426" y="64"/>
                </a:lnTo>
                <a:lnTo>
                  <a:pt x="427" y="63"/>
                </a:lnTo>
                <a:lnTo>
                  <a:pt x="427" y="62"/>
                </a:lnTo>
                <a:lnTo>
                  <a:pt x="426" y="62"/>
                </a:lnTo>
                <a:lnTo>
                  <a:pt x="425" y="60"/>
                </a:lnTo>
                <a:lnTo>
                  <a:pt x="425" y="59"/>
                </a:lnTo>
                <a:lnTo>
                  <a:pt x="426" y="59"/>
                </a:lnTo>
                <a:lnTo>
                  <a:pt x="427" y="59"/>
                </a:lnTo>
                <a:lnTo>
                  <a:pt x="427" y="60"/>
                </a:lnTo>
                <a:lnTo>
                  <a:pt x="428" y="60"/>
                </a:lnTo>
                <a:lnTo>
                  <a:pt x="429" y="60"/>
                </a:lnTo>
                <a:lnTo>
                  <a:pt x="429" y="61"/>
                </a:lnTo>
                <a:lnTo>
                  <a:pt x="429" y="62"/>
                </a:lnTo>
                <a:lnTo>
                  <a:pt x="428" y="63"/>
                </a:lnTo>
                <a:lnTo>
                  <a:pt x="429" y="63"/>
                </a:lnTo>
                <a:lnTo>
                  <a:pt x="429" y="64"/>
                </a:lnTo>
                <a:lnTo>
                  <a:pt x="429" y="65"/>
                </a:lnTo>
                <a:lnTo>
                  <a:pt x="429" y="66"/>
                </a:lnTo>
                <a:lnTo>
                  <a:pt x="430" y="66"/>
                </a:lnTo>
                <a:lnTo>
                  <a:pt x="431" y="66"/>
                </a:lnTo>
                <a:lnTo>
                  <a:pt x="432" y="66"/>
                </a:lnTo>
                <a:lnTo>
                  <a:pt x="433" y="68"/>
                </a:lnTo>
                <a:lnTo>
                  <a:pt x="434" y="68"/>
                </a:lnTo>
                <a:lnTo>
                  <a:pt x="435" y="68"/>
                </a:lnTo>
                <a:lnTo>
                  <a:pt x="437" y="68"/>
                </a:lnTo>
                <a:lnTo>
                  <a:pt x="438" y="68"/>
                </a:lnTo>
                <a:lnTo>
                  <a:pt x="438" y="67"/>
                </a:lnTo>
                <a:lnTo>
                  <a:pt x="438" y="66"/>
                </a:lnTo>
                <a:lnTo>
                  <a:pt x="439" y="66"/>
                </a:lnTo>
                <a:lnTo>
                  <a:pt x="440" y="66"/>
                </a:lnTo>
                <a:lnTo>
                  <a:pt x="441" y="66"/>
                </a:lnTo>
                <a:lnTo>
                  <a:pt x="441" y="65"/>
                </a:lnTo>
                <a:lnTo>
                  <a:pt x="441" y="64"/>
                </a:lnTo>
                <a:lnTo>
                  <a:pt x="440" y="64"/>
                </a:lnTo>
                <a:lnTo>
                  <a:pt x="440" y="63"/>
                </a:lnTo>
                <a:lnTo>
                  <a:pt x="441" y="63"/>
                </a:lnTo>
                <a:lnTo>
                  <a:pt x="440" y="62"/>
                </a:lnTo>
                <a:lnTo>
                  <a:pt x="440" y="61"/>
                </a:lnTo>
                <a:lnTo>
                  <a:pt x="441" y="60"/>
                </a:lnTo>
                <a:lnTo>
                  <a:pt x="441" y="59"/>
                </a:lnTo>
                <a:lnTo>
                  <a:pt x="441" y="58"/>
                </a:lnTo>
                <a:lnTo>
                  <a:pt x="440" y="58"/>
                </a:lnTo>
                <a:lnTo>
                  <a:pt x="441" y="56"/>
                </a:lnTo>
                <a:lnTo>
                  <a:pt x="442" y="55"/>
                </a:lnTo>
                <a:lnTo>
                  <a:pt x="443" y="55"/>
                </a:lnTo>
                <a:lnTo>
                  <a:pt x="444" y="54"/>
                </a:lnTo>
                <a:lnTo>
                  <a:pt x="445" y="53"/>
                </a:lnTo>
                <a:lnTo>
                  <a:pt x="446" y="51"/>
                </a:lnTo>
                <a:lnTo>
                  <a:pt x="446" y="50"/>
                </a:lnTo>
                <a:lnTo>
                  <a:pt x="445" y="50"/>
                </a:lnTo>
                <a:lnTo>
                  <a:pt x="446" y="49"/>
                </a:lnTo>
                <a:lnTo>
                  <a:pt x="447" y="49"/>
                </a:lnTo>
                <a:lnTo>
                  <a:pt x="448" y="48"/>
                </a:lnTo>
                <a:lnTo>
                  <a:pt x="449" y="48"/>
                </a:lnTo>
                <a:lnTo>
                  <a:pt x="449" y="47"/>
                </a:lnTo>
                <a:lnTo>
                  <a:pt x="450" y="44"/>
                </a:lnTo>
                <a:lnTo>
                  <a:pt x="449" y="43"/>
                </a:lnTo>
                <a:lnTo>
                  <a:pt x="448" y="43"/>
                </a:lnTo>
                <a:lnTo>
                  <a:pt x="447" y="43"/>
                </a:lnTo>
                <a:lnTo>
                  <a:pt x="447" y="42"/>
                </a:lnTo>
                <a:lnTo>
                  <a:pt x="448" y="42"/>
                </a:lnTo>
                <a:lnTo>
                  <a:pt x="449" y="41"/>
                </a:lnTo>
                <a:lnTo>
                  <a:pt x="450" y="40"/>
                </a:lnTo>
                <a:lnTo>
                  <a:pt x="451" y="40"/>
                </a:lnTo>
                <a:lnTo>
                  <a:pt x="452" y="39"/>
                </a:lnTo>
                <a:lnTo>
                  <a:pt x="453" y="39"/>
                </a:lnTo>
                <a:lnTo>
                  <a:pt x="453" y="38"/>
                </a:lnTo>
                <a:lnTo>
                  <a:pt x="454" y="37"/>
                </a:lnTo>
                <a:lnTo>
                  <a:pt x="454" y="36"/>
                </a:lnTo>
                <a:lnTo>
                  <a:pt x="455" y="36"/>
                </a:lnTo>
                <a:lnTo>
                  <a:pt x="455" y="37"/>
                </a:lnTo>
                <a:lnTo>
                  <a:pt x="456" y="37"/>
                </a:lnTo>
                <a:lnTo>
                  <a:pt x="456" y="38"/>
                </a:lnTo>
                <a:lnTo>
                  <a:pt x="456" y="39"/>
                </a:lnTo>
                <a:lnTo>
                  <a:pt x="457" y="39"/>
                </a:lnTo>
                <a:lnTo>
                  <a:pt x="459" y="40"/>
                </a:lnTo>
                <a:lnTo>
                  <a:pt x="459" y="39"/>
                </a:lnTo>
                <a:lnTo>
                  <a:pt x="460" y="39"/>
                </a:lnTo>
                <a:lnTo>
                  <a:pt x="459" y="38"/>
                </a:lnTo>
                <a:lnTo>
                  <a:pt x="459" y="37"/>
                </a:lnTo>
                <a:lnTo>
                  <a:pt x="460" y="37"/>
                </a:lnTo>
                <a:lnTo>
                  <a:pt x="461" y="37"/>
                </a:lnTo>
                <a:lnTo>
                  <a:pt x="462" y="37"/>
                </a:lnTo>
                <a:lnTo>
                  <a:pt x="462" y="38"/>
                </a:lnTo>
                <a:lnTo>
                  <a:pt x="463" y="37"/>
                </a:lnTo>
                <a:lnTo>
                  <a:pt x="464" y="37"/>
                </a:lnTo>
                <a:lnTo>
                  <a:pt x="465" y="36"/>
                </a:lnTo>
                <a:lnTo>
                  <a:pt x="465" y="35"/>
                </a:lnTo>
                <a:lnTo>
                  <a:pt x="466" y="35"/>
                </a:lnTo>
                <a:lnTo>
                  <a:pt x="467" y="34"/>
                </a:lnTo>
                <a:lnTo>
                  <a:pt x="468" y="34"/>
                </a:lnTo>
                <a:lnTo>
                  <a:pt x="469" y="34"/>
                </a:lnTo>
                <a:lnTo>
                  <a:pt x="469" y="35"/>
                </a:lnTo>
                <a:lnTo>
                  <a:pt x="469" y="36"/>
                </a:lnTo>
                <a:lnTo>
                  <a:pt x="469" y="37"/>
                </a:lnTo>
                <a:lnTo>
                  <a:pt x="469" y="38"/>
                </a:lnTo>
                <a:lnTo>
                  <a:pt x="470" y="38"/>
                </a:lnTo>
                <a:lnTo>
                  <a:pt x="471" y="38"/>
                </a:lnTo>
                <a:lnTo>
                  <a:pt x="471" y="37"/>
                </a:lnTo>
                <a:lnTo>
                  <a:pt x="472" y="37"/>
                </a:lnTo>
                <a:lnTo>
                  <a:pt x="472" y="38"/>
                </a:lnTo>
                <a:lnTo>
                  <a:pt x="472" y="39"/>
                </a:lnTo>
                <a:lnTo>
                  <a:pt x="473" y="39"/>
                </a:lnTo>
                <a:lnTo>
                  <a:pt x="474" y="39"/>
                </a:lnTo>
                <a:lnTo>
                  <a:pt x="473" y="39"/>
                </a:lnTo>
                <a:lnTo>
                  <a:pt x="473" y="38"/>
                </a:lnTo>
                <a:lnTo>
                  <a:pt x="474" y="38"/>
                </a:lnTo>
                <a:lnTo>
                  <a:pt x="475" y="39"/>
                </a:lnTo>
                <a:lnTo>
                  <a:pt x="476" y="40"/>
                </a:lnTo>
                <a:lnTo>
                  <a:pt x="475" y="42"/>
                </a:lnTo>
                <a:lnTo>
                  <a:pt x="475" y="43"/>
                </a:lnTo>
                <a:lnTo>
                  <a:pt x="474" y="44"/>
                </a:lnTo>
                <a:lnTo>
                  <a:pt x="473" y="44"/>
                </a:lnTo>
                <a:lnTo>
                  <a:pt x="473" y="43"/>
                </a:lnTo>
                <a:lnTo>
                  <a:pt x="473" y="44"/>
                </a:lnTo>
                <a:lnTo>
                  <a:pt x="472" y="45"/>
                </a:lnTo>
                <a:lnTo>
                  <a:pt x="472" y="46"/>
                </a:lnTo>
                <a:lnTo>
                  <a:pt x="471" y="47"/>
                </a:lnTo>
                <a:lnTo>
                  <a:pt x="472" y="48"/>
                </a:lnTo>
                <a:lnTo>
                  <a:pt x="473" y="48"/>
                </a:lnTo>
                <a:lnTo>
                  <a:pt x="473" y="49"/>
                </a:lnTo>
                <a:lnTo>
                  <a:pt x="472" y="49"/>
                </a:lnTo>
                <a:lnTo>
                  <a:pt x="471" y="50"/>
                </a:lnTo>
                <a:lnTo>
                  <a:pt x="472" y="51"/>
                </a:lnTo>
                <a:lnTo>
                  <a:pt x="473" y="51"/>
                </a:lnTo>
                <a:lnTo>
                  <a:pt x="474" y="51"/>
                </a:lnTo>
                <a:lnTo>
                  <a:pt x="475" y="51"/>
                </a:lnTo>
                <a:lnTo>
                  <a:pt x="477" y="51"/>
                </a:lnTo>
                <a:lnTo>
                  <a:pt x="477" y="50"/>
                </a:lnTo>
                <a:lnTo>
                  <a:pt x="479" y="50"/>
                </a:lnTo>
                <a:lnTo>
                  <a:pt x="479" y="51"/>
                </a:lnTo>
                <a:lnTo>
                  <a:pt x="479" y="52"/>
                </a:lnTo>
                <a:lnTo>
                  <a:pt x="480" y="52"/>
                </a:lnTo>
                <a:lnTo>
                  <a:pt x="481" y="52"/>
                </a:lnTo>
                <a:lnTo>
                  <a:pt x="483" y="51"/>
                </a:lnTo>
                <a:lnTo>
                  <a:pt x="484" y="51"/>
                </a:lnTo>
                <a:lnTo>
                  <a:pt x="484" y="50"/>
                </a:lnTo>
                <a:lnTo>
                  <a:pt x="484" y="49"/>
                </a:lnTo>
                <a:lnTo>
                  <a:pt x="485" y="49"/>
                </a:lnTo>
                <a:lnTo>
                  <a:pt x="485" y="48"/>
                </a:lnTo>
                <a:lnTo>
                  <a:pt x="485" y="47"/>
                </a:lnTo>
                <a:lnTo>
                  <a:pt x="484" y="46"/>
                </a:lnTo>
                <a:lnTo>
                  <a:pt x="484" y="45"/>
                </a:lnTo>
                <a:lnTo>
                  <a:pt x="483" y="44"/>
                </a:lnTo>
                <a:lnTo>
                  <a:pt x="483" y="42"/>
                </a:lnTo>
                <a:lnTo>
                  <a:pt x="484" y="42"/>
                </a:lnTo>
                <a:lnTo>
                  <a:pt x="483" y="41"/>
                </a:lnTo>
                <a:lnTo>
                  <a:pt x="482" y="41"/>
                </a:lnTo>
                <a:lnTo>
                  <a:pt x="481" y="41"/>
                </a:lnTo>
                <a:lnTo>
                  <a:pt x="481" y="40"/>
                </a:lnTo>
                <a:lnTo>
                  <a:pt x="481" y="38"/>
                </a:lnTo>
                <a:lnTo>
                  <a:pt x="482" y="38"/>
                </a:lnTo>
                <a:lnTo>
                  <a:pt x="482" y="37"/>
                </a:lnTo>
                <a:lnTo>
                  <a:pt x="482" y="36"/>
                </a:lnTo>
                <a:lnTo>
                  <a:pt x="483" y="35"/>
                </a:lnTo>
                <a:lnTo>
                  <a:pt x="484" y="35"/>
                </a:lnTo>
                <a:lnTo>
                  <a:pt x="485" y="35"/>
                </a:lnTo>
                <a:lnTo>
                  <a:pt x="486" y="36"/>
                </a:lnTo>
                <a:lnTo>
                  <a:pt x="488" y="36"/>
                </a:lnTo>
                <a:lnTo>
                  <a:pt x="489" y="36"/>
                </a:lnTo>
                <a:lnTo>
                  <a:pt x="490" y="35"/>
                </a:lnTo>
                <a:lnTo>
                  <a:pt x="490" y="34"/>
                </a:lnTo>
                <a:lnTo>
                  <a:pt x="490" y="33"/>
                </a:lnTo>
                <a:lnTo>
                  <a:pt x="490" y="32"/>
                </a:lnTo>
                <a:lnTo>
                  <a:pt x="491" y="29"/>
                </a:lnTo>
                <a:lnTo>
                  <a:pt x="492" y="28"/>
                </a:lnTo>
                <a:lnTo>
                  <a:pt x="492" y="26"/>
                </a:lnTo>
                <a:lnTo>
                  <a:pt x="492" y="23"/>
                </a:lnTo>
                <a:lnTo>
                  <a:pt x="494" y="23"/>
                </a:lnTo>
                <a:lnTo>
                  <a:pt x="496" y="21"/>
                </a:lnTo>
                <a:lnTo>
                  <a:pt x="496" y="20"/>
                </a:lnTo>
                <a:lnTo>
                  <a:pt x="497" y="19"/>
                </a:lnTo>
                <a:lnTo>
                  <a:pt x="498" y="19"/>
                </a:lnTo>
                <a:lnTo>
                  <a:pt x="499" y="19"/>
                </a:lnTo>
                <a:lnTo>
                  <a:pt x="499" y="20"/>
                </a:lnTo>
                <a:lnTo>
                  <a:pt x="500" y="20"/>
                </a:lnTo>
                <a:lnTo>
                  <a:pt x="501" y="20"/>
                </a:lnTo>
                <a:lnTo>
                  <a:pt x="502" y="20"/>
                </a:lnTo>
                <a:lnTo>
                  <a:pt x="502" y="21"/>
                </a:lnTo>
                <a:lnTo>
                  <a:pt x="503" y="22"/>
                </a:lnTo>
                <a:lnTo>
                  <a:pt x="504" y="22"/>
                </a:lnTo>
                <a:lnTo>
                  <a:pt x="505" y="22"/>
                </a:lnTo>
                <a:lnTo>
                  <a:pt x="505" y="21"/>
                </a:lnTo>
                <a:lnTo>
                  <a:pt x="506" y="22"/>
                </a:lnTo>
                <a:lnTo>
                  <a:pt x="507" y="22"/>
                </a:lnTo>
                <a:lnTo>
                  <a:pt x="508" y="22"/>
                </a:lnTo>
                <a:lnTo>
                  <a:pt x="508" y="21"/>
                </a:lnTo>
                <a:lnTo>
                  <a:pt x="509" y="22"/>
                </a:lnTo>
                <a:lnTo>
                  <a:pt x="509" y="23"/>
                </a:lnTo>
                <a:lnTo>
                  <a:pt x="509" y="24"/>
                </a:lnTo>
                <a:lnTo>
                  <a:pt x="508" y="24"/>
                </a:lnTo>
                <a:lnTo>
                  <a:pt x="509" y="24"/>
                </a:lnTo>
                <a:lnTo>
                  <a:pt x="509" y="25"/>
                </a:lnTo>
                <a:lnTo>
                  <a:pt x="509" y="26"/>
                </a:lnTo>
                <a:lnTo>
                  <a:pt x="509" y="27"/>
                </a:lnTo>
                <a:lnTo>
                  <a:pt x="508" y="28"/>
                </a:lnTo>
                <a:lnTo>
                  <a:pt x="508" y="29"/>
                </a:lnTo>
                <a:lnTo>
                  <a:pt x="507" y="29"/>
                </a:lnTo>
                <a:lnTo>
                  <a:pt x="507" y="30"/>
                </a:lnTo>
                <a:lnTo>
                  <a:pt x="507" y="31"/>
                </a:lnTo>
                <a:lnTo>
                  <a:pt x="507" y="32"/>
                </a:lnTo>
                <a:lnTo>
                  <a:pt x="507" y="33"/>
                </a:lnTo>
                <a:lnTo>
                  <a:pt x="507" y="34"/>
                </a:lnTo>
                <a:lnTo>
                  <a:pt x="506" y="35"/>
                </a:lnTo>
                <a:lnTo>
                  <a:pt x="508" y="35"/>
                </a:lnTo>
                <a:lnTo>
                  <a:pt x="509" y="35"/>
                </a:lnTo>
                <a:lnTo>
                  <a:pt x="509" y="36"/>
                </a:lnTo>
                <a:lnTo>
                  <a:pt x="509" y="37"/>
                </a:lnTo>
                <a:lnTo>
                  <a:pt x="510" y="37"/>
                </a:lnTo>
                <a:lnTo>
                  <a:pt x="510" y="36"/>
                </a:lnTo>
                <a:lnTo>
                  <a:pt x="511" y="36"/>
                </a:lnTo>
                <a:lnTo>
                  <a:pt x="511" y="35"/>
                </a:lnTo>
                <a:lnTo>
                  <a:pt x="512" y="35"/>
                </a:lnTo>
                <a:lnTo>
                  <a:pt x="512" y="36"/>
                </a:lnTo>
                <a:lnTo>
                  <a:pt x="513" y="36"/>
                </a:lnTo>
                <a:lnTo>
                  <a:pt x="513" y="37"/>
                </a:lnTo>
                <a:lnTo>
                  <a:pt x="514" y="37"/>
                </a:lnTo>
                <a:lnTo>
                  <a:pt x="515" y="37"/>
                </a:lnTo>
                <a:lnTo>
                  <a:pt x="515" y="36"/>
                </a:lnTo>
                <a:lnTo>
                  <a:pt x="515" y="35"/>
                </a:lnTo>
                <a:lnTo>
                  <a:pt x="516" y="34"/>
                </a:lnTo>
                <a:lnTo>
                  <a:pt x="517" y="33"/>
                </a:lnTo>
                <a:lnTo>
                  <a:pt x="517" y="32"/>
                </a:lnTo>
                <a:lnTo>
                  <a:pt x="518" y="32"/>
                </a:lnTo>
                <a:lnTo>
                  <a:pt x="519" y="33"/>
                </a:lnTo>
                <a:lnTo>
                  <a:pt x="519" y="34"/>
                </a:lnTo>
                <a:lnTo>
                  <a:pt x="519" y="35"/>
                </a:lnTo>
                <a:lnTo>
                  <a:pt x="520" y="35"/>
                </a:lnTo>
                <a:lnTo>
                  <a:pt x="522" y="35"/>
                </a:lnTo>
                <a:lnTo>
                  <a:pt x="522" y="37"/>
                </a:lnTo>
                <a:lnTo>
                  <a:pt x="523" y="37"/>
                </a:lnTo>
                <a:lnTo>
                  <a:pt x="523" y="38"/>
                </a:lnTo>
                <a:lnTo>
                  <a:pt x="522" y="39"/>
                </a:lnTo>
                <a:lnTo>
                  <a:pt x="523" y="39"/>
                </a:lnTo>
                <a:lnTo>
                  <a:pt x="523" y="40"/>
                </a:lnTo>
                <a:lnTo>
                  <a:pt x="523" y="41"/>
                </a:lnTo>
                <a:lnTo>
                  <a:pt x="523" y="42"/>
                </a:lnTo>
                <a:lnTo>
                  <a:pt x="524" y="43"/>
                </a:lnTo>
                <a:lnTo>
                  <a:pt x="525" y="43"/>
                </a:lnTo>
                <a:lnTo>
                  <a:pt x="525" y="42"/>
                </a:lnTo>
                <a:lnTo>
                  <a:pt x="526" y="42"/>
                </a:lnTo>
                <a:lnTo>
                  <a:pt x="527" y="43"/>
                </a:lnTo>
                <a:lnTo>
                  <a:pt x="528" y="42"/>
                </a:lnTo>
                <a:lnTo>
                  <a:pt x="529" y="42"/>
                </a:lnTo>
                <a:lnTo>
                  <a:pt x="530" y="41"/>
                </a:lnTo>
                <a:lnTo>
                  <a:pt x="531" y="40"/>
                </a:lnTo>
                <a:lnTo>
                  <a:pt x="531" y="39"/>
                </a:lnTo>
                <a:lnTo>
                  <a:pt x="531" y="38"/>
                </a:lnTo>
                <a:lnTo>
                  <a:pt x="532" y="37"/>
                </a:lnTo>
                <a:lnTo>
                  <a:pt x="532" y="35"/>
                </a:lnTo>
                <a:lnTo>
                  <a:pt x="533" y="35"/>
                </a:lnTo>
                <a:lnTo>
                  <a:pt x="533" y="34"/>
                </a:lnTo>
                <a:lnTo>
                  <a:pt x="532" y="33"/>
                </a:lnTo>
                <a:lnTo>
                  <a:pt x="532" y="32"/>
                </a:lnTo>
                <a:lnTo>
                  <a:pt x="533" y="31"/>
                </a:lnTo>
                <a:lnTo>
                  <a:pt x="534" y="31"/>
                </a:lnTo>
                <a:lnTo>
                  <a:pt x="534" y="32"/>
                </a:lnTo>
                <a:lnTo>
                  <a:pt x="534" y="31"/>
                </a:lnTo>
                <a:lnTo>
                  <a:pt x="534" y="29"/>
                </a:lnTo>
                <a:lnTo>
                  <a:pt x="535" y="29"/>
                </a:lnTo>
                <a:lnTo>
                  <a:pt x="535" y="28"/>
                </a:lnTo>
                <a:lnTo>
                  <a:pt x="536" y="27"/>
                </a:lnTo>
                <a:lnTo>
                  <a:pt x="537" y="27"/>
                </a:lnTo>
                <a:lnTo>
                  <a:pt x="538" y="26"/>
                </a:lnTo>
                <a:lnTo>
                  <a:pt x="538" y="25"/>
                </a:lnTo>
                <a:lnTo>
                  <a:pt x="539" y="24"/>
                </a:lnTo>
                <a:lnTo>
                  <a:pt x="540" y="23"/>
                </a:lnTo>
                <a:lnTo>
                  <a:pt x="541" y="23"/>
                </a:lnTo>
                <a:lnTo>
                  <a:pt x="543" y="21"/>
                </a:lnTo>
                <a:lnTo>
                  <a:pt x="543" y="20"/>
                </a:lnTo>
                <a:lnTo>
                  <a:pt x="544" y="20"/>
                </a:lnTo>
                <a:lnTo>
                  <a:pt x="544" y="21"/>
                </a:lnTo>
                <a:lnTo>
                  <a:pt x="545" y="22"/>
                </a:lnTo>
                <a:lnTo>
                  <a:pt x="546" y="22"/>
                </a:lnTo>
                <a:lnTo>
                  <a:pt x="546" y="21"/>
                </a:lnTo>
                <a:lnTo>
                  <a:pt x="546" y="20"/>
                </a:lnTo>
                <a:lnTo>
                  <a:pt x="547" y="20"/>
                </a:lnTo>
                <a:lnTo>
                  <a:pt x="549" y="19"/>
                </a:lnTo>
                <a:lnTo>
                  <a:pt x="549" y="18"/>
                </a:lnTo>
                <a:lnTo>
                  <a:pt x="550" y="17"/>
                </a:lnTo>
                <a:lnTo>
                  <a:pt x="550" y="16"/>
                </a:lnTo>
                <a:lnTo>
                  <a:pt x="551" y="15"/>
                </a:lnTo>
                <a:lnTo>
                  <a:pt x="551" y="14"/>
                </a:lnTo>
                <a:lnTo>
                  <a:pt x="551" y="13"/>
                </a:lnTo>
                <a:lnTo>
                  <a:pt x="551" y="12"/>
                </a:lnTo>
                <a:lnTo>
                  <a:pt x="551" y="11"/>
                </a:lnTo>
                <a:lnTo>
                  <a:pt x="551" y="10"/>
                </a:lnTo>
                <a:lnTo>
                  <a:pt x="552" y="9"/>
                </a:lnTo>
                <a:lnTo>
                  <a:pt x="553" y="9"/>
                </a:lnTo>
                <a:lnTo>
                  <a:pt x="554" y="9"/>
                </a:lnTo>
                <a:lnTo>
                  <a:pt x="554" y="8"/>
                </a:lnTo>
                <a:lnTo>
                  <a:pt x="555" y="7"/>
                </a:lnTo>
                <a:lnTo>
                  <a:pt x="557" y="5"/>
                </a:lnTo>
                <a:lnTo>
                  <a:pt x="557" y="6"/>
                </a:lnTo>
                <a:lnTo>
                  <a:pt x="558" y="6"/>
                </a:lnTo>
                <a:lnTo>
                  <a:pt x="558" y="7"/>
                </a:lnTo>
                <a:lnTo>
                  <a:pt x="559" y="7"/>
                </a:lnTo>
                <a:lnTo>
                  <a:pt x="559" y="8"/>
                </a:lnTo>
                <a:lnTo>
                  <a:pt x="560" y="8"/>
                </a:lnTo>
                <a:lnTo>
                  <a:pt x="560" y="7"/>
                </a:lnTo>
                <a:lnTo>
                  <a:pt x="561" y="7"/>
                </a:lnTo>
                <a:lnTo>
                  <a:pt x="561" y="6"/>
                </a:lnTo>
                <a:lnTo>
                  <a:pt x="562" y="6"/>
                </a:lnTo>
                <a:lnTo>
                  <a:pt x="563" y="7"/>
                </a:lnTo>
                <a:lnTo>
                  <a:pt x="565" y="8"/>
                </a:lnTo>
                <a:lnTo>
                  <a:pt x="565" y="9"/>
                </a:lnTo>
                <a:lnTo>
                  <a:pt x="567" y="9"/>
                </a:lnTo>
                <a:lnTo>
                  <a:pt x="567" y="8"/>
                </a:lnTo>
                <a:lnTo>
                  <a:pt x="568" y="7"/>
                </a:lnTo>
                <a:lnTo>
                  <a:pt x="568" y="6"/>
                </a:lnTo>
                <a:lnTo>
                  <a:pt x="569" y="7"/>
                </a:lnTo>
                <a:lnTo>
                  <a:pt x="569" y="8"/>
                </a:lnTo>
                <a:lnTo>
                  <a:pt x="569" y="9"/>
                </a:lnTo>
                <a:lnTo>
                  <a:pt x="568" y="10"/>
                </a:lnTo>
                <a:lnTo>
                  <a:pt x="568" y="11"/>
                </a:lnTo>
                <a:lnTo>
                  <a:pt x="568" y="12"/>
                </a:lnTo>
                <a:lnTo>
                  <a:pt x="570" y="14"/>
                </a:lnTo>
                <a:lnTo>
                  <a:pt x="571" y="13"/>
                </a:lnTo>
                <a:lnTo>
                  <a:pt x="571" y="12"/>
                </a:lnTo>
                <a:lnTo>
                  <a:pt x="573" y="12"/>
                </a:lnTo>
                <a:lnTo>
                  <a:pt x="575" y="13"/>
                </a:lnTo>
                <a:lnTo>
                  <a:pt x="575" y="12"/>
                </a:lnTo>
                <a:lnTo>
                  <a:pt x="576" y="13"/>
                </a:lnTo>
                <a:lnTo>
                  <a:pt x="577" y="13"/>
                </a:lnTo>
                <a:lnTo>
                  <a:pt x="578" y="12"/>
                </a:lnTo>
                <a:lnTo>
                  <a:pt x="579" y="11"/>
                </a:lnTo>
                <a:lnTo>
                  <a:pt x="580" y="11"/>
                </a:lnTo>
                <a:lnTo>
                  <a:pt x="581" y="11"/>
                </a:lnTo>
                <a:lnTo>
                  <a:pt x="583" y="11"/>
                </a:lnTo>
                <a:lnTo>
                  <a:pt x="584" y="11"/>
                </a:lnTo>
                <a:lnTo>
                  <a:pt x="585" y="12"/>
                </a:lnTo>
                <a:lnTo>
                  <a:pt x="584" y="13"/>
                </a:lnTo>
                <a:lnTo>
                  <a:pt x="585" y="13"/>
                </a:lnTo>
                <a:lnTo>
                  <a:pt x="585" y="12"/>
                </a:lnTo>
                <a:lnTo>
                  <a:pt x="586" y="11"/>
                </a:lnTo>
                <a:lnTo>
                  <a:pt x="586" y="10"/>
                </a:lnTo>
                <a:lnTo>
                  <a:pt x="586" y="8"/>
                </a:lnTo>
                <a:lnTo>
                  <a:pt x="585" y="7"/>
                </a:lnTo>
                <a:lnTo>
                  <a:pt x="585" y="6"/>
                </a:lnTo>
                <a:lnTo>
                  <a:pt x="586" y="6"/>
                </a:lnTo>
                <a:lnTo>
                  <a:pt x="587" y="5"/>
                </a:lnTo>
                <a:lnTo>
                  <a:pt x="587" y="4"/>
                </a:lnTo>
                <a:lnTo>
                  <a:pt x="587" y="3"/>
                </a:lnTo>
                <a:lnTo>
                  <a:pt x="587" y="2"/>
                </a:lnTo>
                <a:lnTo>
                  <a:pt x="587" y="1"/>
                </a:lnTo>
                <a:lnTo>
                  <a:pt x="586" y="1"/>
                </a:lnTo>
                <a:lnTo>
                  <a:pt x="587" y="0"/>
                </a:lnTo>
                <a:lnTo>
                  <a:pt x="588" y="0"/>
                </a:lnTo>
                <a:lnTo>
                  <a:pt x="589" y="0"/>
                </a:lnTo>
                <a:lnTo>
                  <a:pt x="590" y="0"/>
                </a:lnTo>
                <a:lnTo>
                  <a:pt x="590" y="1"/>
                </a:lnTo>
                <a:lnTo>
                  <a:pt x="590" y="2"/>
                </a:lnTo>
                <a:lnTo>
                  <a:pt x="591" y="2"/>
                </a:lnTo>
                <a:lnTo>
                  <a:pt x="592" y="2"/>
                </a:lnTo>
                <a:lnTo>
                  <a:pt x="592" y="3"/>
                </a:lnTo>
                <a:lnTo>
                  <a:pt x="591" y="4"/>
                </a:lnTo>
                <a:lnTo>
                  <a:pt x="592" y="4"/>
                </a:lnTo>
                <a:lnTo>
                  <a:pt x="592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31" name=""/>
          <p:cNvSpPr/>
          <p:nvPr/>
        </p:nvSpPr>
        <p:spPr>
          <a:xfrm>
            <a:off x="4272840" y="43650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32" name=""/>
          <p:cNvSpPr/>
          <p:nvPr/>
        </p:nvSpPr>
        <p:spPr>
          <a:xfrm>
            <a:off x="4268880" y="435960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4" y="6"/>
                </a:move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1" y="6"/>
                </a:lnTo>
                <a:lnTo>
                  <a:pt x="2" y="6"/>
                </a:lnTo>
                <a:lnTo>
                  <a:pt x="2" y="7"/>
                </a:lnTo>
                <a:lnTo>
                  <a:pt x="1" y="7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2"/>
                </a:lnTo>
                <a:lnTo>
                  <a:pt x="6" y="3"/>
                </a:lnTo>
                <a:lnTo>
                  <a:pt x="6" y="4"/>
                </a:lnTo>
                <a:lnTo>
                  <a:pt x="4" y="5"/>
                </a:lnTo>
                <a:lnTo>
                  <a:pt x="4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33" name=""/>
          <p:cNvSpPr/>
          <p:nvPr/>
        </p:nvSpPr>
        <p:spPr>
          <a:xfrm>
            <a:off x="4268880" y="43441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34" name=""/>
          <p:cNvSpPr/>
          <p:nvPr/>
        </p:nvSpPr>
        <p:spPr>
          <a:xfrm>
            <a:off x="4255560" y="43394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1" y="4"/>
                </a:moveTo>
                <a:lnTo>
                  <a:pt x="0" y="4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2"/>
                </a:lnTo>
                <a:lnTo>
                  <a:pt x="3" y="4"/>
                </a:lnTo>
                <a:lnTo>
                  <a:pt x="1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35" name=""/>
          <p:cNvSpPr/>
          <p:nvPr/>
        </p:nvSpPr>
        <p:spPr>
          <a:xfrm>
            <a:off x="4267080" y="433872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0" y="5"/>
                </a:moveTo>
                <a:lnTo>
                  <a:pt x="0" y="3"/>
                </a:lnTo>
                <a:lnTo>
                  <a:pt x="1" y="3"/>
                </a:lnTo>
                <a:lnTo>
                  <a:pt x="3" y="2"/>
                </a:lnTo>
                <a:lnTo>
                  <a:pt x="4" y="2"/>
                </a:lnTo>
                <a:lnTo>
                  <a:pt x="5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1" y="5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36" name=""/>
          <p:cNvSpPr/>
          <p:nvPr/>
        </p:nvSpPr>
        <p:spPr>
          <a:xfrm>
            <a:off x="4268520" y="43380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37" name=""/>
          <p:cNvSpPr/>
          <p:nvPr/>
        </p:nvSpPr>
        <p:spPr>
          <a:xfrm>
            <a:off x="4261320" y="43354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38" name=""/>
          <p:cNvSpPr/>
          <p:nvPr/>
        </p:nvSpPr>
        <p:spPr>
          <a:xfrm>
            <a:off x="4252320" y="432900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6" y="2"/>
                </a:moveTo>
                <a:lnTo>
                  <a:pt x="5" y="4"/>
                </a:lnTo>
                <a:lnTo>
                  <a:pt x="4" y="4"/>
                </a:lnTo>
                <a:lnTo>
                  <a:pt x="3" y="5"/>
                </a:lnTo>
                <a:lnTo>
                  <a:pt x="3" y="6"/>
                </a:lnTo>
                <a:lnTo>
                  <a:pt x="1" y="6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3" y="5"/>
                </a:lnTo>
                <a:lnTo>
                  <a:pt x="3" y="4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39" name=""/>
          <p:cNvSpPr/>
          <p:nvPr/>
        </p:nvSpPr>
        <p:spPr>
          <a:xfrm>
            <a:off x="4337280" y="45532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3"/>
                </a:moveTo>
                <a:lnTo>
                  <a:pt x="1" y="1"/>
                </a:lnTo>
                <a:lnTo>
                  <a:pt x="3" y="0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0" name=""/>
          <p:cNvSpPr/>
          <p:nvPr/>
        </p:nvSpPr>
        <p:spPr>
          <a:xfrm>
            <a:off x="4347000" y="452916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2" y="2"/>
                </a:move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6" y="2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1" name=""/>
          <p:cNvSpPr/>
          <p:nvPr/>
        </p:nvSpPr>
        <p:spPr>
          <a:xfrm>
            <a:off x="4345920" y="450648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2" name=""/>
          <p:cNvSpPr/>
          <p:nvPr/>
        </p:nvSpPr>
        <p:spPr>
          <a:xfrm>
            <a:off x="4345560" y="4504680"/>
            <a:ext cx="3960" cy="2880"/>
          </a:xfrm>
          <a:custGeom>
            <a:avLst/>
            <a:gdLst/>
            <a:ahLst/>
            <a:rect l="0" t="0" r="r" b="b"/>
            <a:pathLst>
              <a:path w="11" h="8">
                <a:moveTo>
                  <a:pt x="9" y="5"/>
                </a:moveTo>
                <a:lnTo>
                  <a:pt x="8" y="5"/>
                </a:lnTo>
                <a:lnTo>
                  <a:pt x="7" y="7"/>
                </a:lnTo>
                <a:lnTo>
                  <a:pt x="6" y="8"/>
                </a:lnTo>
                <a:lnTo>
                  <a:pt x="5" y="8"/>
                </a:lnTo>
                <a:lnTo>
                  <a:pt x="3" y="8"/>
                </a:lnTo>
                <a:lnTo>
                  <a:pt x="3" y="7"/>
                </a:lnTo>
                <a:lnTo>
                  <a:pt x="3" y="5"/>
                </a:lnTo>
                <a:lnTo>
                  <a:pt x="5" y="5"/>
                </a:lnTo>
                <a:lnTo>
                  <a:pt x="6" y="5"/>
                </a:lnTo>
                <a:lnTo>
                  <a:pt x="6" y="4"/>
                </a:lnTo>
                <a:lnTo>
                  <a:pt x="7" y="4"/>
                </a:lnTo>
                <a:lnTo>
                  <a:pt x="8" y="3"/>
                </a:lnTo>
                <a:lnTo>
                  <a:pt x="9" y="3"/>
                </a:lnTo>
                <a:lnTo>
                  <a:pt x="9" y="2"/>
                </a:lnTo>
                <a:lnTo>
                  <a:pt x="8" y="2"/>
                </a:lnTo>
                <a:lnTo>
                  <a:pt x="7" y="2"/>
                </a:lnTo>
                <a:lnTo>
                  <a:pt x="6" y="3"/>
                </a:lnTo>
                <a:lnTo>
                  <a:pt x="5" y="3"/>
                </a:lnTo>
                <a:lnTo>
                  <a:pt x="3" y="3"/>
                </a:lnTo>
                <a:lnTo>
                  <a:pt x="2" y="4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5" y="2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0"/>
                </a:lnTo>
                <a:lnTo>
                  <a:pt x="9" y="1"/>
                </a:lnTo>
                <a:lnTo>
                  <a:pt x="10" y="1"/>
                </a:lnTo>
                <a:lnTo>
                  <a:pt x="11" y="2"/>
                </a:lnTo>
                <a:lnTo>
                  <a:pt x="11" y="3"/>
                </a:lnTo>
                <a:lnTo>
                  <a:pt x="11" y="4"/>
                </a:lnTo>
                <a:lnTo>
                  <a:pt x="10" y="4"/>
                </a:lnTo>
                <a:lnTo>
                  <a:pt x="10" y="5"/>
                </a:lnTo>
                <a:lnTo>
                  <a:pt x="9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3" name=""/>
          <p:cNvSpPr/>
          <p:nvPr/>
        </p:nvSpPr>
        <p:spPr>
          <a:xfrm>
            <a:off x="4288680" y="4465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4" name=""/>
          <p:cNvSpPr/>
          <p:nvPr/>
        </p:nvSpPr>
        <p:spPr>
          <a:xfrm>
            <a:off x="4279680" y="44643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5" name=""/>
          <p:cNvSpPr/>
          <p:nvPr/>
        </p:nvSpPr>
        <p:spPr>
          <a:xfrm>
            <a:off x="4287600" y="4464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6" name=""/>
          <p:cNvSpPr/>
          <p:nvPr/>
        </p:nvSpPr>
        <p:spPr>
          <a:xfrm>
            <a:off x="4277880" y="446364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7" name=""/>
          <p:cNvSpPr/>
          <p:nvPr/>
        </p:nvSpPr>
        <p:spPr>
          <a:xfrm>
            <a:off x="4281840" y="44636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8" name=""/>
          <p:cNvSpPr/>
          <p:nvPr/>
        </p:nvSpPr>
        <p:spPr>
          <a:xfrm>
            <a:off x="4290840" y="44607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9" name=""/>
          <p:cNvSpPr/>
          <p:nvPr/>
        </p:nvSpPr>
        <p:spPr>
          <a:xfrm>
            <a:off x="4309920" y="4448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50" name=""/>
          <p:cNvSpPr/>
          <p:nvPr/>
        </p:nvSpPr>
        <p:spPr>
          <a:xfrm>
            <a:off x="4313880" y="44478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2" y="1"/>
                </a:lnTo>
                <a:lnTo>
                  <a:pt x="2" y="3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51" name=""/>
          <p:cNvSpPr/>
          <p:nvPr/>
        </p:nvSpPr>
        <p:spPr>
          <a:xfrm>
            <a:off x="4313880" y="444708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52" name=""/>
          <p:cNvSpPr/>
          <p:nvPr/>
        </p:nvSpPr>
        <p:spPr>
          <a:xfrm>
            <a:off x="4316760" y="44301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53" name=""/>
          <p:cNvSpPr/>
          <p:nvPr/>
        </p:nvSpPr>
        <p:spPr>
          <a:xfrm>
            <a:off x="4253760" y="4393080"/>
            <a:ext cx="79200" cy="73800"/>
          </a:xfrm>
          <a:custGeom>
            <a:avLst/>
            <a:gdLst/>
            <a:ahLst/>
            <a:rect l="0" t="0" r="r" b="b"/>
            <a:pathLst>
              <a:path w="220" h="205">
                <a:moveTo>
                  <a:pt x="192" y="11"/>
                </a:moveTo>
                <a:lnTo>
                  <a:pt x="193" y="11"/>
                </a:lnTo>
                <a:lnTo>
                  <a:pt x="193" y="12"/>
                </a:lnTo>
                <a:lnTo>
                  <a:pt x="194" y="12"/>
                </a:lnTo>
                <a:lnTo>
                  <a:pt x="195" y="12"/>
                </a:lnTo>
                <a:lnTo>
                  <a:pt x="195" y="13"/>
                </a:lnTo>
                <a:lnTo>
                  <a:pt x="195" y="14"/>
                </a:lnTo>
                <a:lnTo>
                  <a:pt x="197" y="15"/>
                </a:lnTo>
                <a:lnTo>
                  <a:pt x="199" y="15"/>
                </a:lnTo>
                <a:lnTo>
                  <a:pt x="199" y="16"/>
                </a:lnTo>
                <a:lnTo>
                  <a:pt x="200" y="16"/>
                </a:lnTo>
                <a:lnTo>
                  <a:pt x="201" y="16"/>
                </a:lnTo>
                <a:lnTo>
                  <a:pt x="201" y="17"/>
                </a:lnTo>
                <a:lnTo>
                  <a:pt x="202" y="17"/>
                </a:lnTo>
                <a:lnTo>
                  <a:pt x="202" y="16"/>
                </a:lnTo>
                <a:lnTo>
                  <a:pt x="202" y="17"/>
                </a:lnTo>
                <a:lnTo>
                  <a:pt x="203" y="17"/>
                </a:lnTo>
                <a:lnTo>
                  <a:pt x="204" y="17"/>
                </a:lnTo>
                <a:lnTo>
                  <a:pt x="205" y="17"/>
                </a:lnTo>
                <a:lnTo>
                  <a:pt x="206" y="16"/>
                </a:lnTo>
                <a:lnTo>
                  <a:pt x="207" y="16"/>
                </a:lnTo>
                <a:lnTo>
                  <a:pt x="208" y="16"/>
                </a:lnTo>
                <a:lnTo>
                  <a:pt x="208" y="15"/>
                </a:lnTo>
                <a:lnTo>
                  <a:pt x="209" y="15"/>
                </a:lnTo>
                <a:lnTo>
                  <a:pt x="210" y="15"/>
                </a:lnTo>
                <a:lnTo>
                  <a:pt x="210" y="16"/>
                </a:lnTo>
                <a:lnTo>
                  <a:pt x="211" y="19"/>
                </a:lnTo>
                <a:lnTo>
                  <a:pt x="211" y="20"/>
                </a:lnTo>
                <a:lnTo>
                  <a:pt x="212" y="21"/>
                </a:lnTo>
                <a:lnTo>
                  <a:pt x="212" y="22"/>
                </a:lnTo>
                <a:lnTo>
                  <a:pt x="212" y="23"/>
                </a:lnTo>
                <a:lnTo>
                  <a:pt x="212" y="24"/>
                </a:lnTo>
                <a:lnTo>
                  <a:pt x="213" y="25"/>
                </a:lnTo>
                <a:lnTo>
                  <a:pt x="213" y="26"/>
                </a:lnTo>
                <a:lnTo>
                  <a:pt x="213" y="27"/>
                </a:lnTo>
                <a:lnTo>
                  <a:pt x="214" y="28"/>
                </a:lnTo>
                <a:lnTo>
                  <a:pt x="214" y="29"/>
                </a:lnTo>
                <a:lnTo>
                  <a:pt x="214" y="30"/>
                </a:lnTo>
                <a:lnTo>
                  <a:pt x="215" y="32"/>
                </a:lnTo>
                <a:lnTo>
                  <a:pt x="215" y="33"/>
                </a:lnTo>
                <a:lnTo>
                  <a:pt x="215" y="34"/>
                </a:lnTo>
                <a:lnTo>
                  <a:pt x="215" y="35"/>
                </a:lnTo>
                <a:lnTo>
                  <a:pt x="215" y="37"/>
                </a:lnTo>
                <a:lnTo>
                  <a:pt x="216" y="39"/>
                </a:lnTo>
                <a:lnTo>
                  <a:pt x="216" y="42"/>
                </a:lnTo>
                <a:lnTo>
                  <a:pt x="216" y="43"/>
                </a:lnTo>
                <a:lnTo>
                  <a:pt x="216" y="44"/>
                </a:lnTo>
                <a:lnTo>
                  <a:pt x="216" y="46"/>
                </a:lnTo>
                <a:lnTo>
                  <a:pt x="216" y="47"/>
                </a:lnTo>
                <a:lnTo>
                  <a:pt x="217" y="49"/>
                </a:lnTo>
                <a:lnTo>
                  <a:pt x="217" y="48"/>
                </a:lnTo>
                <a:lnTo>
                  <a:pt x="218" y="49"/>
                </a:lnTo>
                <a:lnTo>
                  <a:pt x="218" y="50"/>
                </a:lnTo>
                <a:lnTo>
                  <a:pt x="218" y="51"/>
                </a:lnTo>
                <a:lnTo>
                  <a:pt x="218" y="52"/>
                </a:lnTo>
                <a:lnTo>
                  <a:pt x="219" y="52"/>
                </a:lnTo>
                <a:lnTo>
                  <a:pt x="219" y="53"/>
                </a:lnTo>
                <a:lnTo>
                  <a:pt x="219" y="52"/>
                </a:lnTo>
                <a:lnTo>
                  <a:pt x="220" y="53"/>
                </a:lnTo>
                <a:lnTo>
                  <a:pt x="219" y="53"/>
                </a:lnTo>
                <a:lnTo>
                  <a:pt x="218" y="53"/>
                </a:lnTo>
                <a:lnTo>
                  <a:pt x="217" y="53"/>
                </a:lnTo>
                <a:lnTo>
                  <a:pt x="214" y="53"/>
                </a:lnTo>
                <a:lnTo>
                  <a:pt x="213" y="55"/>
                </a:lnTo>
                <a:lnTo>
                  <a:pt x="212" y="56"/>
                </a:lnTo>
                <a:lnTo>
                  <a:pt x="211" y="57"/>
                </a:lnTo>
                <a:lnTo>
                  <a:pt x="210" y="58"/>
                </a:lnTo>
                <a:lnTo>
                  <a:pt x="209" y="58"/>
                </a:lnTo>
                <a:lnTo>
                  <a:pt x="208" y="58"/>
                </a:lnTo>
                <a:lnTo>
                  <a:pt x="208" y="59"/>
                </a:lnTo>
                <a:lnTo>
                  <a:pt x="208" y="60"/>
                </a:lnTo>
                <a:lnTo>
                  <a:pt x="207" y="60"/>
                </a:lnTo>
                <a:lnTo>
                  <a:pt x="207" y="61"/>
                </a:lnTo>
                <a:lnTo>
                  <a:pt x="206" y="61"/>
                </a:lnTo>
                <a:lnTo>
                  <a:pt x="205" y="62"/>
                </a:lnTo>
                <a:lnTo>
                  <a:pt x="205" y="63"/>
                </a:lnTo>
                <a:lnTo>
                  <a:pt x="204" y="63"/>
                </a:lnTo>
                <a:lnTo>
                  <a:pt x="204" y="64"/>
                </a:lnTo>
                <a:lnTo>
                  <a:pt x="204" y="65"/>
                </a:lnTo>
                <a:lnTo>
                  <a:pt x="203" y="65"/>
                </a:lnTo>
                <a:lnTo>
                  <a:pt x="202" y="64"/>
                </a:lnTo>
                <a:lnTo>
                  <a:pt x="202" y="63"/>
                </a:lnTo>
                <a:lnTo>
                  <a:pt x="201" y="62"/>
                </a:lnTo>
                <a:lnTo>
                  <a:pt x="201" y="61"/>
                </a:lnTo>
                <a:lnTo>
                  <a:pt x="201" y="62"/>
                </a:lnTo>
                <a:lnTo>
                  <a:pt x="202" y="62"/>
                </a:lnTo>
                <a:lnTo>
                  <a:pt x="201" y="61"/>
                </a:lnTo>
                <a:lnTo>
                  <a:pt x="200" y="61"/>
                </a:lnTo>
                <a:lnTo>
                  <a:pt x="200" y="60"/>
                </a:lnTo>
                <a:lnTo>
                  <a:pt x="200" y="59"/>
                </a:lnTo>
                <a:lnTo>
                  <a:pt x="201" y="59"/>
                </a:lnTo>
                <a:lnTo>
                  <a:pt x="201" y="58"/>
                </a:lnTo>
                <a:lnTo>
                  <a:pt x="200" y="58"/>
                </a:lnTo>
                <a:lnTo>
                  <a:pt x="200" y="57"/>
                </a:lnTo>
                <a:lnTo>
                  <a:pt x="201" y="56"/>
                </a:lnTo>
                <a:lnTo>
                  <a:pt x="202" y="56"/>
                </a:lnTo>
                <a:lnTo>
                  <a:pt x="203" y="56"/>
                </a:lnTo>
                <a:lnTo>
                  <a:pt x="204" y="56"/>
                </a:lnTo>
                <a:lnTo>
                  <a:pt x="204" y="55"/>
                </a:lnTo>
                <a:lnTo>
                  <a:pt x="205" y="55"/>
                </a:lnTo>
                <a:lnTo>
                  <a:pt x="205" y="53"/>
                </a:lnTo>
                <a:lnTo>
                  <a:pt x="206" y="52"/>
                </a:lnTo>
                <a:lnTo>
                  <a:pt x="207" y="52"/>
                </a:lnTo>
                <a:lnTo>
                  <a:pt x="206" y="52"/>
                </a:lnTo>
                <a:lnTo>
                  <a:pt x="205" y="52"/>
                </a:lnTo>
                <a:lnTo>
                  <a:pt x="205" y="53"/>
                </a:lnTo>
                <a:lnTo>
                  <a:pt x="205" y="55"/>
                </a:lnTo>
                <a:lnTo>
                  <a:pt x="204" y="55"/>
                </a:lnTo>
                <a:lnTo>
                  <a:pt x="203" y="55"/>
                </a:lnTo>
                <a:lnTo>
                  <a:pt x="203" y="54"/>
                </a:lnTo>
                <a:lnTo>
                  <a:pt x="201" y="54"/>
                </a:lnTo>
                <a:lnTo>
                  <a:pt x="199" y="54"/>
                </a:lnTo>
                <a:lnTo>
                  <a:pt x="199" y="55"/>
                </a:lnTo>
                <a:lnTo>
                  <a:pt x="198" y="55"/>
                </a:lnTo>
                <a:lnTo>
                  <a:pt x="197" y="55"/>
                </a:lnTo>
                <a:lnTo>
                  <a:pt x="197" y="54"/>
                </a:lnTo>
                <a:lnTo>
                  <a:pt x="196" y="54"/>
                </a:lnTo>
                <a:lnTo>
                  <a:pt x="196" y="55"/>
                </a:lnTo>
                <a:lnTo>
                  <a:pt x="195" y="55"/>
                </a:lnTo>
                <a:lnTo>
                  <a:pt x="194" y="55"/>
                </a:lnTo>
                <a:lnTo>
                  <a:pt x="195" y="55"/>
                </a:lnTo>
                <a:lnTo>
                  <a:pt x="196" y="55"/>
                </a:lnTo>
                <a:lnTo>
                  <a:pt x="196" y="56"/>
                </a:lnTo>
                <a:lnTo>
                  <a:pt x="197" y="56"/>
                </a:lnTo>
                <a:lnTo>
                  <a:pt x="198" y="58"/>
                </a:lnTo>
                <a:lnTo>
                  <a:pt x="199" y="58"/>
                </a:lnTo>
                <a:lnTo>
                  <a:pt x="199" y="59"/>
                </a:lnTo>
                <a:lnTo>
                  <a:pt x="199" y="60"/>
                </a:lnTo>
                <a:lnTo>
                  <a:pt x="200" y="61"/>
                </a:lnTo>
                <a:lnTo>
                  <a:pt x="201" y="63"/>
                </a:lnTo>
                <a:lnTo>
                  <a:pt x="201" y="64"/>
                </a:lnTo>
                <a:lnTo>
                  <a:pt x="200" y="64"/>
                </a:lnTo>
                <a:lnTo>
                  <a:pt x="200" y="63"/>
                </a:lnTo>
                <a:lnTo>
                  <a:pt x="199" y="63"/>
                </a:lnTo>
                <a:lnTo>
                  <a:pt x="199" y="64"/>
                </a:lnTo>
                <a:lnTo>
                  <a:pt x="198" y="65"/>
                </a:lnTo>
                <a:lnTo>
                  <a:pt x="198" y="66"/>
                </a:lnTo>
                <a:lnTo>
                  <a:pt x="199" y="67"/>
                </a:lnTo>
                <a:lnTo>
                  <a:pt x="198" y="69"/>
                </a:lnTo>
                <a:lnTo>
                  <a:pt x="197" y="69"/>
                </a:lnTo>
                <a:lnTo>
                  <a:pt x="197" y="70"/>
                </a:lnTo>
                <a:lnTo>
                  <a:pt x="196" y="71"/>
                </a:lnTo>
                <a:lnTo>
                  <a:pt x="195" y="71"/>
                </a:lnTo>
                <a:lnTo>
                  <a:pt x="195" y="72"/>
                </a:lnTo>
                <a:lnTo>
                  <a:pt x="194" y="72"/>
                </a:lnTo>
                <a:lnTo>
                  <a:pt x="195" y="72"/>
                </a:lnTo>
                <a:lnTo>
                  <a:pt x="195" y="73"/>
                </a:lnTo>
                <a:lnTo>
                  <a:pt x="195" y="74"/>
                </a:lnTo>
                <a:lnTo>
                  <a:pt x="194" y="74"/>
                </a:lnTo>
                <a:lnTo>
                  <a:pt x="194" y="75"/>
                </a:lnTo>
                <a:lnTo>
                  <a:pt x="192" y="76"/>
                </a:lnTo>
                <a:lnTo>
                  <a:pt x="192" y="77"/>
                </a:lnTo>
                <a:lnTo>
                  <a:pt x="192" y="76"/>
                </a:lnTo>
                <a:lnTo>
                  <a:pt x="192" y="77"/>
                </a:lnTo>
                <a:lnTo>
                  <a:pt x="191" y="76"/>
                </a:lnTo>
                <a:lnTo>
                  <a:pt x="190" y="76"/>
                </a:lnTo>
                <a:lnTo>
                  <a:pt x="189" y="76"/>
                </a:lnTo>
                <a:lnTo>
                  <a:pt x="188" y="77"/>
                </a:lnTo>
                <a:lnTo>
                  <a:pt x="187" y="78"/>
                </a:lnTo>
                <a:lnTo>
                  <a:pt x="186" y="79"/>
                </a:lnTo>
                <a:lnTo>
                  <a:pt x="186" y="81"/>
                </a:lnTo>
                <a:lnTo>
                  <a:pt x="186" y="82"/>
                </a:lnTo>
                <a:lnTo>
                  <a:pt x="186" y="83"/>
                </a:lnTo>
                <a:lnTo>
                  <a:pt x="187" y="83"/>
                </a:lnTo>
                <a:lnTo>
                  <a:pt x="187" y="84"/>
                </a:lnTo>
                <a:lnTo>
                  <a:pt x="187" y="85"/>
                </a:lnTo>
                <a:lnTo>
                  <a:pt x="187" y="86"/>
                </a:lnTo>
                <a:lnTo>
                  <a:pt x="186" y="86"/>
                </a:lnTo>
                <a:lnTo>
                  <a:pt x="185" y="87"/>
                </a:lnTo>
                <a:lnTo>
                  <a:pt x="184" y="86"/>
                </a:lnTo>
                <a:lnTo>
                  <a:pt x="183" y="87"/>
                </a:lnTo>
                <a:lnTo>
                  <a:pt x="183" y="88"/>
                </a:lnTo>
                <a:lnTo>
                  <a:pt x="183" y="89"/>
                </a:lnTo>
                <a:lnTo>
                  <a:pt x="183" y="90"/>
                </a:lnTo>
                <a:lnTo>
                  <a:pt x="183" y="91"/>
                </a:lnTo>
                <a:lnTo>
                  <a:pt x="183" y="92"/>
                </a:lnTo>
                <a:lnTo>
                  <a:pt x="182" y="94"/>
                </a:lnTo>
                <a:lnTo>
                  <a:pt x="181" y="94"/>
                </a:lnTo>
                <a:lnTo>
                  <a:pt x="182" y="95"/>
                </a:lnTo>
                <a:lnTo>
                  <a:pt x="181" y="96"/>
                </a:lnTo>
                <a:lnTo>
                  <a:pt x="181" y="97"/>
                </a:lnTo>
                <a:lnTo>
                  <a:pt x="181" y="98"/>
                </a:lnTo>
                <a:lnTo>
                  <a:pt x="180" y="98"/>
                </a:lnTo>
                <a:lnTo>
                  <a:pt x="180" y="99"/>
                </a:lnTo>
                <a:lnTo>
                  <a:pt x="179" y="99"/>
                </a:lnTo>
                <a:lnTo>
                  <a:pt x="179" y="100"/>
                </a:lnTo>
                <a:lnTo>
                  <a:pt x="179" y="101"/>
                </a:lnTo>
                <a:lnTo>
                  <a:pt x="179" y="102"/>
                </a:lnTo>
                <a:lnTo>
                  <a:pt x="178" y="102"/>
                </a:lnTo>
                <a:lnTo>
                  <a:pt x="177" y="102"/>
                </a:lnTo>
                <a:lnTo>
                  <a:pt x="177" y="103"/>
                </a:lnTo>
                <a:lnTo>
                  <a:pt x="176" y="103"/>
                </a:lnTo>
                <a:lnTo>
                  <a:pt x="176" y="104"/>
                </a:lnTo>
                <a:lnTo>
                  <a:pt x="176" y="105"/>
                </a:lnTo>
                <a:lnTo>
                  <a:pt x="176" y="106"/>
                </a:lnTo>
                <a:lnTo>
                  <a:pt x="177" y="106"/>
                </a:lnTo>
                <a:lnTo>
                  <a:pt x="176" y="107"/>
                </a:lnTo>
                <a:lnTo>
                  <a:pt x="175" y="107"/>
                </a:lnTo>
                <a:lnTo>
                  <a:pt x="175" y="108"/>
                </a:lnTo>
                <a:lnTo>
                  <a:pt x="176" y="108"/>
                </a:lnTo>
                <a:lnTo>
                  <a:pt x="176" y="109"/>
                </a:lnTo>
                <a:lnTo>
                  <a:pt x="176" y="108"/>
                </a:lnTo>
                <a:lnTo>
                  <a:pt x="177" y="108"/>
                </a:lnTo>
                <a:lnTo>
                  <a:pt x="177" y="107"/>
                </a:lnTo>
                <a:lnTo>
                  <a:pt x="176" y="107"/>
                </a:lnTo>
                <a:lnTo>
                  <a:pt x="177" y="107"/>
                </a:lnTo>
                <a:lnTo>
                  <a:pt x="177" y="105"/>
                </a:lnTo>
                <a:lnTo>
                  <a:pt x="178" y="105"/>
                </a:lnTo>
                <a:lnTo>
                  <a:pt x="178" y="106"/>
                </a:lnTo>
                <a:lnTo>
                  <a:pt x="177" y="107"/>
                </a:lnTo>
                <a:lnTo>
                  <a:pt x="177" y="108"/>
                </a:lnTo>
                <a:lnTo>
                  <a:pt x="177" y="109"/>
                </a:lnTo>
                <a:lnTo>
                  <a:pt x="177" y="110"/>
                </a:lnTo>
                <a:lnTo>
                  <a:pt x="177" y="112"/>
                </a:lnTo>
                <a:lnTo>
                  <a:pt x="177" y="113"/>
                </a:lnTo>
                <a:lnTo>
                  <a:pt x="177" y="114"/>
                </a:lnTo>
                <a:lnTo>
                  <a:pt x="176" y="114"/>
                </a:lnTo>
                <a:lnTo>
                  <a:pt x="175" y="114"/>
                </a:lnTo>
                <a:lnTo>
                  <a:pt x="174" y="115"/>
                </a:lnTo>
                <a:lnTo>
                  <a:pt x="174" y="116"/>
                </a:lnTo>
                <a:lnTo>
                  <a:pt x="174" y="117"/>
                </a:lnTo>
                <a:lnTo>
                  <a:pt x="173" y="117"/>
                </a:lnTo>
                <a:lnTo>
                  <a:pt x="173" y="118"/>
                </a:lnTo>
                <a:lnTo>
                  <a:pt x="172" y="119"/>
                </a:lnTo>
                <a:lnTo>
                  <a:pt x="172" y="120"/>
                </a:lnTo>
                <a:lnTo>
                  <a:pt x="172" y="121"/>
                </a:lnTo>
                <a:lnTo>
                  <a:pt x="172" y="123"/>
                </a:lnTo>
                <a:lnTo>
                  <a:pt x="172" y="125"/>
                </a:lnTo>
                <a:lnTo>
                  <a:pt x="172" y="127"/>
                </a:lnTo>
                <a:lnTo>
                  <a:pt x="172" y="128"/>
                </a:lnTo>
                <a:lnTo>
                  <a:pt x="172" y="129"/>
                </a:lnTo>
                <a:lnTo>
                  <a:pt x="172" y="130"/>
                </a:lnTo>
                <a:lnTo>
                  <a:pt x="172" y="129"/>
                </a:lnTo>
                <a:lnTo>
                  <a:pt x="171" y="129"/>
                </a:lnTo>
                <a:lnTo>
                  <a:pt x="170" y="130"/>
                </a:lnTo>
                <a:lnTo>
                  <a:pt x="169" y="130"/>
                </a:lnTo>
                <a:lnTo>
                  <a:pt x="169" y="131"/>
                </a:lnTo>
                <a:lnTo>
                  <a:pt x="168" y="132"/>
                </a:lnTo>
                <a:lnTo>
                  <a:pt x="168" y="131"/>
                </a:lnTo>
                <a:lnTo>
                  <a:pt x="167" y="131"/>
                </a:lnTo>
                <a:lnTo>
                  <a:pt x="168" y="132"/>
                </a:lnTo>
                <a:lnTo>
                  <a:pt x="168" y="133"/>
                </a:lnTo>
                <a:lnTo>
                  <a:pt x="168" y="134"/>
                </a:lnTo>
                <a:lnTo>
                  <a:pt x="167" y="135"/>
                </a:lnTo>
                <a:lnTo>
                  <a:pt x="166" y="135"/>
                </a:lnTo>
                <a:lnTo>
                  <a:pt x="165" y="135"/>
                </a:lnTo>
                <a:lnTo>
                  <a:pt x="165" y="136"/>
                </a:lnTo>
                <a:lnTo>
                  <a:pt x="165" y="137"/>
                </a:lnTo>
                <a:lnTo>
                  <a:pt x="165" y="138"/>
                </a:lnTo>
                <a:lnTo>
                  <a:pt x="166" y="138"/>
                </a:lnTo>
                <a:lnTo>
                  <a:pt x="167" y="138"/>
                </a:lnTo>
                <a:lnTo>
                  <a:pt x="168" y="138"/>
                </a:lnTo>
                <a:lnTo>
                  <a:pt x="168" y="140"/>
                </a:lnTo>
                <a:lnTo>
                  <a:pt x="169" y="140"/>
                </a:lnTo>
                <a:lnTo>
                  <a:pt x="170" y="140"/>
                </a:lnTo>
                <a:lnTo>
                  <a:pt x="170" y="141"/>
                </a:lnTo>
                <a:lnTo>
                  <a:pt x="170" y="140"/>
                </a:lnTo>
                <a:lnTo>
                  <a:pt x="171" y="140"/>
                </a:lnTo>
                <a:lnTo>
                  <a:pt x="172" y="140"/>
                </a:lnTo>
                <a:lnTo>
                  <a:pt x="172" y="138"/>
                </a:lnTo>
                <a:lnTo>
                  <a:pt x="171" y="138"/>
                </a:lnTo>
                <a:lnTo>
                  <a:pt x="171" y="137"/>
                </a:lnTo>
                <a:lnTo>
                  <a:pt x="171" y="136"/>
                </a:lnTo>
                <a:lnTo>
                  <a:pt x="171" y="135"/>
                </a:lnTo>
                <a:lnTo>
                  <a:pt x="170" y="134"/>
                </a:lnTo>
                <a:lnTo>
                  <a:pt x="170" y="133"/>
                </a:lnTo>
                <a:lnTo>
                  <a:pt x="170" y="131"/>
                </a:lnTo>
                <a:lnTo>
                  <a:pt x="170" y="130"/>
                </a:lnTo>
                <a:lnTo>
                  <a:pt x="171" y="130"/>
                </a:lnTo>
                <a:lnTo>
                  <a:pt x="171" y="129"/>
                </a:lnTo>
                <a:lnTo>
                  <a:pt x="171" y="130"/>
                </a:lnTo>
                <a:lnTo>
                  <a:pt x="172" y="130"/>
                </a:lnTo>
                <a:lnTo>
                  <a:pt x="172" y="132"/>
                </a:lnTo>
                <a:lnTo>
                  <a:pt x="172" y="133"/>
                </a:lnTo>
                <a:lnTo>
                  <a:pt x="172" y="134"/>
                </a:lnTo>
                <a:lnTo>
                  <a:pt x="172" y="136"/>
                </a:lnTo>
                <a:lnTo>
                  <a:pt x="173" y="137"/>
                </a:lnTo>
                <a:lnTo>
                  <a:pt x="173" y="138"/>
                </a:lnTo>
                <a:lnTo>
                  <a:pt x="173" y="140"/>
                </a:lnTo>
                <a:lnTo>
                  <a:pt x="174" y="141"/>
                </a:lnTo>
                <a:lnTo>
                  <a:pt x="174" y="142"/>
                </a:lnTo>
                <a:lnTo>
                  <a:pt x="174" y="141"/>
                </a:lnTo>
                <a:lnTo>
                  <a:pt x="173" y="141"/>
                </a:lnTo>
                <a:lnTo>
                  <a:pt x="172" y="142"/>
                </a:lnTo>
                <a:lnTo>
                  <a:pt x="172" y="143"/>
                </a:lnTo>
                <a:lnTo>
                  <a:pt x="172" y="142"/>
                </a:lnTo>
                <a:lnTo>
                  <a:pt x="171" y="142"/>
                </a:lnTo>
                <a:lnTo>
                  <a:pt x="170" y="142"/>
                </a:lnTo>
                <a:lnTo>
                  <a:pt x="170" y="143"/>
                </a:lnTo>
                <a:lnTo>
                  <a:pt x="169" y="142"/>
                </a:lnTo>
                <a:lnTo>
                  <a:pt x="168" y="142"/>
                </a:lnTo>
                <a:lnTo>
                  <a:pt x="167" y="143"/>
                </a:lnTo>
                <a:lnTo>
                  <a:pt x="167" y="144"/>
                </a:lnTo>
                <a:lnTo>
                  <a:pt x="167" y="145"/>
                </a:lnTo>
                <a:lnTo>
                  <a:pt x="166" y="146"/>
                </a:lnTo>
                <a:lnTo>
                  <a:pt x="166" y="147"/>
                </a:lnTo>
                <a:lnTo>
                  <a:pt x="165" y="147"/>
                </a:lnTo>
                <a:lnTo>
                  <a:pt x="165" y="148"/>
                </a:lnTo>
                <a:lnTo>
                  <a:pt x="164" y="149"/>
                </a:lnTo>
                <a:lnTo>
                  <a:pt x="164" y="151"/>
                </a:lnTo>
                <a:lnTo>
                  <a:pt x="164" y="152"/>
                </a:lnTo>
                <a:lnTo>
                  <a:pt x="163" y="153"/>
                </a:lnTo>
                <a:lnTo>
                  <a:pt x="163" y="154"/>
                </a:lnTo>
                <a:lnTo>
                  <a:pt x="162" y="154"/>
                </a:lnTo>
                <a:lnTo>
                  <a:pt x="162" y="153"/>
                </a:lnTo>
                <a:lnTo>
                  <a:pt x="161" y="153"/>
                </a:lnTo>
                <a:lnTo>
                  <a:pt x="160" y="153"/>
                </a:lnTo>
                <a:lnTo>
                  <a:pt x="159" y="153"/>
                </a:lnTo>
                <a:lnTo>
                  <a:pt x="158" y="153"/>
                </a:lnTo>
                <a:lnTo>
                  <a:pt x="158" y="154"/>
                </a:lnTo>
                <a:lnTo>
                  <a:pt x="157" y="154"/>
                </a:lnTo>
                <a:lnTo>
                  <a:pt x="158" y="154"/>
                </a:lnTo>
                <a:lnTo>
                  <a:pt x="158" y="153"/>
                </a:lnTo>
                <a:lnTo>
                  <a:pt x="157" y="153"/>
                </a:lnTo>
                <a:lnTo>
                  <a:pt x="156" y="153"/>
                </a:lnTo>
                <a:lnTo>
                  <a:pt x="155" y="153"/>
                </a:lnTo>
                <a:lnTo>
                  <a:pt x="155" y="154"/>
                </a:lnTo>
                <a:lnTo>
                  <a:pt x="155" y="153"/>
                </a:lnTo>
                <a:lnTo>
                  <a:pt x="156" y="153"/>
                </a:lnTo>
                <a:lnTo>
                  <a:pt x="156" y="152"/>
                </a:lnTo>
                <a:lnTo>
                  <a:pt x="157" y="152"/>
                </a:lnTo>
                <a:lnTo>
                  <a:pt x="157" y="151"/>
                </a:lnTo>
                <a:lnTo>
                  <a:pt x="158" y="151"/>
                </a:lnTo>
                <a:lnTo>
                  <a:pt x="159" y="151"/>
                </a:lnTo>
                <a:lnTo>
                  <a:pt x="160" y="151"/>
                </a:lnTo>
                <a:lnTo>
                  <a:pt x="161" y="151"/>
                </a:lnTo>
                <a:lnTo>
                  <a:pt x="161" y="152"/>
                </a:lnTo>
                <a:lnTo>
                  <a:pt x="162" y="152"/>
                </a:lnTo>
                <a:lnTo>
                  <a:pt x="162" y="151"/>
                </a:lnTo>
                <a:lnTo>
                  <a:pt x="163" y="151"/>
                </a:lnTo>
                <a:lnTo>
                  <a:pt x="163" y="152"/>
                </a:lnTo>
                <a:lnTo>
                  <a:pt x="163" y="151"/>
                </a:lnTo>
                <a:lnTo>
                  <a:pt x="162" y="150"/>
                </a:lnTo>
                <a:lnTo>
                  <a:pt x="161" y="150"/>
                </a:lnTo>
                <a:lnTo>
                  <a:pt x="161" y="151"/>
                </a:lnTo>
                <a:lnTo>
                  <a:pt x="162" y="151"/>
                </a:lnTo>
                <a:lnTo>
                  <a:pt x="161" y="151"/>
                </a:lnTo>
                <a:lnTo>
                  <a:pt x="160" y="151"/>
                </a:lnTo>
                <a:lnTo>
                  <a:pt x="159" y="151"/>
                </a:lnTo>
                <a:lnTo>
                  <a:pt x="157" y="151"/>
                </a:lnTo>
                <a:lnTo>
                  <a:pt x="156" y="152"/>
                </a:lnTo>
                <a:lnTo>
                  <a:pt x="155" y="153"/>
                </a:lnTo>
                <a:lnTo>
                  <a:pt x="155" y="154"/>
                </a:lnTo>
                <a:lnTo>
                  <a:pt x="154" y="154"/>
                </a:lnTo>
                <a:lnTo>
                  <a:pt x="153" y="154"/>
                </a:lnTo>
                <a:lnTo>
                  <a:pt x="152" y="153"/>
                </a:lnTo>
                <a:lnTo>
                  <a:pt x="151" y="153"/>
                </a:lnTo>
                <a:lnTo>
                  <a:pt x="150" y="154"/>
                </a:lnTo>
                <a:lnTo>
                  <a:pt x="149" y="154"/>
                </a:lnTo>
                <a:lnTo>
                  <a:pt x="148" y="155"/>
                </a:lnTo>
                <a:lnTo>
                  <a:pt x="147" y="157"/>
                </a:lnTo>
                <a:lnTo>
                  <a:pt x="146" y="157"/>
                </a:lnTo>
                <a:lnTo>
                  <a:pt x="145" y="157"/>
                </a:lnTo>
                <a:lnTo>
                  <a:pt x="145" y="158"/>
                </a:lnTo>
                <a:lnTo>
                  <a:pt x="144" y="158"/>
                </a:lnTo>
                <a:lnTo>
                  <a:pt x="144" y="159"/>
                </a:lnTo>
                <a:lnTo>
                  <a:pt x="143" y="159"/>
                </a:lnTo>
                <a:lnTo>
                  <a:pt x="142" y="160"/>
                </a:lnTo>
                <a:lnTo>
                  <a:pt x="142" y="161"/>
                </a:lnTo>
                <a:lnTo>
                  <a:pt x="141" y="162"/>
                </a:lnTo>
                <a:lnTo>
                  <a:pt x="140" y="162"/>
                </a:lnTo>
                <a:lnTo>
                  <a:pt x="139" y="163"/>
                </a:lnTo>
                <a:lnTo>
                  <a:pt x="139" y="164"/>
                </a:lnTo>
                <a:lnTo>
                  <a:pt x="138" y="165"/>
                </a:lnTo>
                <a:lnTo>
                  <a:pt x="138" y="166"/>
                </a:lnTo>
                <a:lnTo>
                  <a:pt x="137" y="166"/>
                </a:lnTo>
                <a:lnTo>
                  <a:pt x="137" y="165"/>
                </a:lnTo>
                <a:lnTo>
                  <a:pt x="137" y="166"/>
                </a:lnTo>
                <a:lnTo>
                  <a:pt x="136" y="166"/>
                </a:lnTo>
                <a:lnTo>
                  <a:pt x="135" y="167"/>
                </a:lnTo>
                <a:lnTo>
                  <a:pt x="135" y="168"/>
                </a:lnTo>
                <a:lnTo>
                  <a:pt x="135" y="169"/>
                </a:lnTo>
                <a:lnTo>
                  <a:pt x="134" y="170"/>
                </a:lnTo>
                <a:lnTo>
                  <a:pt x="134" y="171"/>
                </a:lnTo>
                <a:lnTo>
                  <a:pt x="133" y="171"/>
                </a:lnTo>
                <a:lnTo>
                  <a:pt x="133" y="172"/>
                </a:lnTo>
                <a:lnTo>
                  <a:pt x="133" y="174"/>
                </a:lnTo>
                <a:lnTo>
                  <a:pt x="132" y="177"/>
                </a:lnTo>
                <a:lnTo>
                  <a:pt x="132" y="178"/>
                </a:lnTo>
                <a:lnTo>
                  <a:pt x="132" y="179"/>
                </a:lnTo>
                <a:lnTo>
                  <a:pt x="132" y="180"/>
                </a:lnTo>
                <a:lnTo>
                  <a:pt x="131" y="180"/>
                </a:lnTo>
                <a:lnTo>
                  <a:pt x="131" y="179"/>
                </a:lnTo>
                <a:lnTo>
                  <a:pt x="131" y="178"/>
                </a:lnTo>
                <a:lnTo>
                  <a:pt x="132" y="178"/>
                </a:lnTo>
                <a:lnTo>
                  <a:pt x="131" y="177"/>
                </a:lnTo>
                <a:lnTo>
                  <a:pt x="131" y="176"/>
                </a:lnTo>
                <a:lnTo>
                  <a:pt x="130" y="176"/>
                </a:lnTo>
                <a:lnTo>
                  <a:pt x="130" y="177"/>
                </a:lnTo>
                <a:lnTo>
                  <a:pt x="129" y="177"/>
                </a:lnTo>
                <a:lnTo>
                  <a:pt x="129" y="178"/>
                </a:lnTo>
                <a:lnTo>
                  <a:pt x="130" y="179"/>
                </a:lnTo>
                <a:lnTo>
                  <a:pt x="130" y="178"/>
                </a:lnTo>
                <a:lnTo>
                  <a:pt x="130" y="179"/>
                </a:lnTo>
                <a:lnTo>
                  <a:pt x="129" y="179"/>
                </a:lnTo>
                <a:lnTo>
                  <a:pt x="128" y="180"/>
                </a:lnTo>
                <a:lnTo>
                  <a:pt x="128" y="181"/>
                </a:lnTo>
                <a:lnTo>
                  <a:pt x="129" y="181"/>
                </a:lnTo>
                <a:lnTo>
                  <a:pt x="129" y="180"/>
                </a:lnTo>
                <a:lnTo>
                  <a:pt x="129" y="179"/>
                </a:lnTo>
                <a:lnTo>
                  <a:pt x="129" y="180"/>
                </a:lnTo>
                <a:lnTo>
                  <a:pt x="130" y="180"/>
                </a:lnTo>
                <a:lnTo>
                  <a:pt x="131" y="180"/>
                </a:lnTo>
                <a:lnTo>
                  <a:pt x="131" y="181"/>
                </a:lnTo>
                <a:lnTo>
                  <a:pt x="130" y="182"/>
                </a:lnTo>
                <a:lnTo>
                  <a:pt x="131" y="182"/>
                </a:lnTo>
                <a:lnTo>
                  <a:pt x="130" y="182"/>
                </a:lnTo>
                <a:lnTo>
                  <a:pt x="129" y="182"/>
                </a:lnTo>
                <a:lnTo>
                  <a:pt x="128" y="182"/>
                </a:lnTo>
                <a:lnTo>
                  <a:pt x="127" y="183"/>
                </a:lnTo>
                <a:lnTo>
                  <a:pt x="126" y="183"/>
                </a:lnTo>
                <a:lnTo>
                  <a:pt x="125" y="183"/>
                </a:lnTo>
                <a:lnTo>
                  <a:pt x="126" y="183"/>
                </a:lnTo>
                <a:lnTo>
                  <a:pt x="125" y="182"/>
                </a:lnTo>
                <a:lnTo>
                  <a:pt x="124" y="182"/>
                </a:lnTo>
                <a:lnTo>
                  <a:pt x="123" y="182"/>
                </a:lnTo>
                <a:lnTo>
                  <a:pt x="123" y="181"/>
                </a:lnTo>
                <a:lnTo>
                  <a:pt x="123" y="180"/>
                </a:lnTo>
                <a:lnTo>
                  <a:pt x="124" y="180"/>
                </a:lnTo>
                <a:lnTo>
                  <a:pt x="124" y="181"/>
                </a:lnTo>
                <a:lnTo>
                  <a:pt x="125" y="181"/>
                </a:lnTo>
                <a:lnTo>
                  <a:pt x="126" y="181"/>
                </a:lnTo>
                <a:lnTo>
                  <a:pt x="127" y="180"/>
                </a:lnTo>
                <a:lnTo>
                  <a:pt x="128" y="179"/>
                </a:lnTo>
                <a:lnTo>
                  <a:pt x="128" y="178"/>
                </a:lnTo>
                <a:lnTo>
                  <a:pt x="128" y="177"/>
                </a:lnTo>
                <a:lnTo>
                  <a:pt x="129" y="177"/>
                </a:lnTo>
                <a:lnTo>
                  <a:pt x="128" y="177"/>
                </a:lnTo>
                <a:lnTo>
                  <a:pt x="128" y="176"/>
                </a:lnTo>
                <a:lnTo>
                  <a:pt x="127" y="176"/>
                </a:lnTo>
                <a:lnTo>
                  <a:pt x="127" y="177"/>
                </a:lnTo>
                <a:lnTo>
                  <a:pt x="127" y="178"/>
                </a:lnTo>
                <a:lnTo>
                  <a:pt x="127" y="177"/>
                </a:lnTo>
                <a:lnTo>
                  <a:pt x="126" y="178"/>
                </a:lnTo>
                <a:lnTo>
                  <a:pt x="126" y="177"/>
                </a:lnTo>
                <a:lnTo>
                  <a:pt x="125" y="177"/>
                </a:lnTo>
                <a:lnTo>
                  <a:pt x="125" y="178"/>
                </a:lnTo>
                <a:lnTo>
                  <a:pt x="125" y="177"/>
                </a:lnTo>
                <a:lnTo>
                  <a:pt x="124" y="177"/>
                </a:lnTo>
                <a:lnTo>
                  <a:pt x="124" y="178"/>
                </a:lnTo>
                <a:lnTo>
                  <a:pt x="124" y="179"/>
                </a:lnTo>
                <a:lnTo>
                  <a:pt x="123" y="179"/>
                </a:lnTo>
                <a:lnTo>
                  <a:pt x="123" y="180"/>
                </a:lnTo>
                <a:lnTo>
                  <a:pt x="122" y="180"/>
                </a:lnTo>
                <a:lnTo>
                  <a:pt x="120" y="179"/>
                </a:lnTo>
                <a:lnTo>
                  <a:pt x="118" y="179"/>
                </a:lnTo>
                <a:lnTo>
                  <a:pt x="117" y="179"/>
                </a:lnTo>
                <a:lnTo>
                  <a:pt x="116" y="180"/>
                </a:lnTo>
                <a:lnTo>
                  <a:pt x="115" y="180"/>
                </a:lnTo>
                <a:lnTo>
                  <a:pt x="114" y="181"/>
                </a:lnTo>
                <a:lnTo>
                  <a:pt x="113" y="182"/>
                </a:lnTo>
                <a:lnTo>
                  <a:pt x="112" y="182"/>
                </a:lnTo>
                <a:lnTo>
                  <a:pt x="111" y="182"/>
                </a:lnTo>
                <a:lnTo>
                  <a:pt x="110" y="183"/>
                </a:lnTo>
                <a:lnTo>
                  <a:pt x="109" y="183"/>
                </a:lnTo>
                <a:lnTo>
                  <a:pt x="109" y="182"/>
                </a:lnTo>
                <a:lnTo>
                  <a:pt x="109" y="181"/>
                </a:lnTo>
                <a:lnTo>
                  <a:pt x="108" y="181"/>
                </a:lnTo>
                <a:lnTo>
                  <a:pt x="106" y="181"/>
                </a:lnTo>
                <a:lnTo>
                  <a:pt x="105" y="181"/>
                </a:lnTo>
                <a:lnTo>
                  <a:pt x="105" y="182"/>
                </a:lnTo>
                <a:lnTo>
                  <a:pt x="104" y="182"/>
                </a:lnTo>
                <a:lnTo>
                  <a:pt x="104" y="183"/>
                </a:lnTo>
                <a:lnTo>
                  <a:pt x="103" y="184"/>
                </a:lnTo>
                <a:lnTo>
                  <a:pt x="102" y="186"/>
                </a:lnTo>
                <a:lnTo>
                  <a:pt x="102" y="187"/>
                </a:lnTo>
                <a:lnTo>
                  <a:pt x="102" y="189"/>
                </a:lnTo>
                <a:lnTo>
                  <a:pt x="101" y="190"/>
                </a:lnTo>
                <a:lnTo>
                  <a:pt x="101" y="191"/>
                </a:lnTo>
                <a:lnTo>
                  <a:pt x="101" y="192"/>
                </a:lnTo>
                <a:lnTo>
                  <a:pt x="100" y="192"/>
                </a:lnTo>
                <a:lnTo>
                  <a:pt x="100" y="193"/>
                </a:lnTo>
                <a:lnTo>
                  <a:pt x="101" y="193"/>
                </a:lnTo>
                <a:lnTo>
                  <a:pt x="101" y="194"/>
                </a:lnTo>
                <a:lnTo>
                  <a:pt x="102" y="194"/>
                </a:lnTo>
                <a:lnTo>
                  <a:pt x="102" y="193"/>
                </a:lnTo>
                <a:lnTo>
                  <a:pt x="102" y="194"/>
                </a:lnTo>
                <a:lnTo>
                  <a:pt x="101" y="194"/>
                </a:lnTo>
                <a:lnTo>
                  <a:pt x="101" y="195"/>
                </a:lnTo>
                <a:lnTo>
                  <a:pt x="100" y="195"/>
                </a:lnTo>
                <a:lnTo>
                  <a:pt x="99" y="195"/>
                </a:lnTo>
                <a:lnTo>
                  <a:pt x="99" y="194"/>
                </a:lnTo>
                <a:lnTo>
                  <a:pt x="99" y="193"/>
                </a:lnTo>
                <a:lnTo>
                  <a:pt x="99" y="192"/>
                </a:lnTo>
                <a:lnTo>
                  <a:pt x="98" y="193"/>
                </a:lnTo>
                <a:lnTo>
                  <a:pt x="98" y="194"/>
                </a:lnTo>
                <a:lnTo>
                  <a:pt x="98" y="193"/>
                </a:lnTo>
                <a:lnTo>
                  <a:pt x="97" y="193"/>
                </a:lnTo>
                <a:lnTo>
                  <a:pt x="96" y="194"/>
                </a:lnTo>
                <a:lnTo>
                  <a:pt x="97" y="195"/>
                </a:lnTo>
                <a:lnTo>
                  <a:pt x="98" y="195"/>
                </a:lnTo>
                <a:lnTo>
                  <a:pt x="98" y="194"/>
                </a:lnTo>
                <a:lnTo>
                  <a:pt x="98" y="193"/>
                </a:lnTo>
                <a:lnTo>
                  <a:pt x="99" y="193"/>
                </a:lnTo>
                <a:lnTo>
                  <a:pt x="99" y="194"/>
                </a:lnTo>
                <a:lnTo>
                  <a:pt x="99" y="195"/>
                </a:lnTo>
                <a:lnTo>
                  <a:pt x="101" y="195"/>
                </a:lnTo>
                <a:lnTo>
                  <a:pt x="102" y="195"/>
                </a:lnTo>
                <a:lnTo>
                  <a:pt x="102" y="196"/>
                </a:lnTo>
                <a:lnTo>
                  <a:pt x="102" y="197"/>
                </a:lnTo>
                <a:lnTo>
                  <a:pt x="102" y="198"/>
                </a:lnTo>
                <a:lnTo>
                  <a:pt x="101" y="198"/>
                </a:lnTo>
                <a:lnTo>
                  <a:pt x="102" y="199"/>
                </a:lnTo>
                <a:lnTo>
                  <a:pt x="101" y="200"/>
                </a:lnTo>
                <a:lnTo>
                  <a:pt x="100" y="200"/>
                </a:lnTo>
                <a:lnTo>
                  <a:pt x="100" y="199"/>
                </a:lnTo>
                <a:lnTo>
                  <a:pt x="99" y="199"/>
                </a:lnTo>
                <a:lnTo>
                  <a:pt x="99" y="200"/>
                </a:lnTo>
                <a:lnTo>
                  <a:pt x="99" y="201"/>
                </a:lnTo>
                <a:lnTo>
                  <a:pt x="100" y="201"/>
                </a:lnTo>
                <a:lnTo>
                  <a:pt x="99" y="202"/>
                </a:lnTo>
                <a:lnTo>
                  <a:pt x="99" y="201"/>
                </a:lnTo>
                <a:lnTo>
                  <a:pt x="98" y="201"/>
                </a:lnTo>
                <a:lnTo>
                  <a:pt x="98" y="200"/>
                </a:lnTo>
                <a:lnTo>
                  <a:pt x="97" y="200"/>
                </a:lnTo>
                <a:lnTo>
                  <a:pt x="98" y="199"/>
                </a:lnTo>
                <a:lnTo>
                  <a:pt x="98" y="198"/>
                </a:lnTo>
                <a:lnTo>
                  <a:pt x="97" y="198"/>
                </a:lnTo>
                <a:lnTo>
                  <a:pt x="96" y="197"/>
                </a:lnTo>
                <a:lnTo>
                  <a:pt x="95" y="198"/>
                </a:lnTo>
                <a:lnTo>
                  <a:pt x="94" y="198"/>
                </a:lnTo>
                <a:lnTo>
                  <a:pt x="93" y="198"/>
                </a:lnTo>
                <a:lnTo>
                  <a:pt x="92" y="198"/>
                </a:lnTo>
                <a:lnTo>
                  <a:pt x="91" y="199"/>
                </a:lnTo>
                <a:lnTo>
                  <a:pt x="91" y="200"/>
                </a:lnTo>
                <a:lnTo>
                  <a:pt x="90" y="200"/>
                </a:lnTo>
                <a:lnTo>
                  <a:pt x="91" y="200"/>
                </a:lnTo>
                <a:lnTo>
                  <a:pt x="91" y="201"/>
                </a:lnTo>
                <a:lnTo>
                  <a:pt x="90" y="202"/>
                </a:lnTo>
                <a:lnTo>
                  <a:pt x="91" y="202"/>
                </a:lnTo>
                <a:lnTo>
                  <a:pt x="92" y="204"/>
                </a:lnTo>
                <a:lnTo>
                  <a:pt x="91" y="204"/>
                </a:lnTo>
                <a:lnTo>
                  <a:pt x="90" y="203"/>
                </a:lnTo>
                <a:lnTo>
                  <a:pt x="90" y="204"/>
                </a:lnTo>
                <a:lnTo>
                  <a:pt x="89" y="204"/>
                </a:lnTo>
                <a:lnTo>
                  <a:pt x="88" y="203"/>
                </a:lnTo>
                <a:lnTo>
                  <a:pt x="88" y="204"/>
                </a:lnTo>
                <a:lnTo>
                  <a:pt x="88" y="205"/>
                </a:lnTo>
                <a:lnTo>
                  <a:pt x="87" y="205"/>
                </a:lnTo>
                <a:lnTo>
                  <a:pt x="86" y="204"/>
                </a:lnTo>
                <a:lnTo>
                  <a:pt x="87" y="203"/>
                </a:lnTo>
                <a:lnTo>
                  <a:pt x="87" y="202"/>
                </a:lnTo>
                <a:lnTo>
                  <a:pt x="86" y="202"/>
                </a:lnTo>
                <a:lnTo>
                  <a:pt x="87" y="202"/>
                </a:lnTo>
                <a:lnTo>
                  <a:pt x="87" y="201"/>
                </a:lnTo>
                <a:lnTo>
                  <a:pt x="86" y="200"/>
                </a:lnTo>
                <a:lnTo>
                  <a:pt x="86" y="199"/>
                </a:lnTo>
                <a:lnTo>
                  <a:pt x="85" y="199"/>
                </a:lnTo>
                <a:lnTo>
                  <a:pt x="85" y="198"/>
                </a:lnTo>
                <a:lnTo>
                  <a:pt x="86" y="198"/>
                </a:lnTo>
                <a:lnTo>
                  <a:pt x="86" y="197"/>
                </a:lnTo>
                <a:lnTo>
                  <a:pt x="87" y="197"/>
                </a:lnTo>
                <a:lnTo>
                  <a:pt x="87" y="196"/>
                </a:lnTo>
                <a:lnTo>
                  <a:pt x="87" y="195"/>
                </a:lnTo>
                <a:lnTo>
                  <a:pt x="86" y="196"/>
                </a:lnTo>
                <a:lnTo>
                  <a:pt x="86" y="197"/>
                </a:lnTo>
                <a:lnTo>
                  <a:pt x="85" y="197"/>
                </a:lnTo>
                <a:lnTo>
                  <a:pt x="85" y="198"/>
                </a:lnTo>
                <a:lnTo>
                  <a:pt x="84" y="198"/>
                </a:lnTo>
                <a:lnTo>
                  <a:pt x="83" y="199"/>
                </a:lnTo>
                <a:lnTo>
                  <a:pt x="84" y="199"/>
                </a:lnTo>
                <a:lnTo>
                  <a:pt x="84" y="200"/>
                </a:lnTo>
                <a:lnTo>
                  <a:pt x="84" y="201"/>
                </a:lnTo>
                <a:lnTo>
                  <a:pt x="84" y="200"/>
                </a:lnTo>
                <a:lnTo>
                  <a:pt x="83" y="199"/>
                </a:lnTo>
                <a:lnTo>
                  <a:pt x="82" y="199"/>
                </a:lnTo>
                <a:lnTo>
                  <a:pt x="82" y="200"/>
                </a:lnTo>
                <a:lnTo>
                  <a:pt x="81" y="200"/>
                </a:lnTo>
                <a:lnTo>
                  <a:pt x="80" y="200"/>
                </a:lnTo>
                <a:lnTo>
                  <a:pt x="80" y="201"/>
                </a:lnTo>
                <a:lnTo>
                  <a:pt x="80" y="202"/>
                </a:lnTo>
                <a:lnTo>
                  <a:pt x="79" y="202"/>
                </a:lnTo>
                <a:lnTo>
                  <a:pt x="78" y="201"/>
                </a:lnTo>
                <a:lnTo>
                  <a:pt x="78" y="200"/>
                </a:lnTo>
                <a:lnTo>
                  <a:pt x="79" y="200"/>
                </a:lnTo>
                <a:lnTo>
                  <a:pt x="80" y="199"/>
                </a:lnTo>
                <a:lnTo>
                  <a:pt x="80" y="198"/>
                </a:lnTo>
                <a:lnTo>
                  <a:pt x="79" y="198"/>
                </a:lnTo>
                <a:lnTo>
                  <a:pt x="80" y="198"/>
                </a:lnTo>
                <a:lnTo>
                  <a:pt x="80" y="197"/>
                </a:lnTo>
                <a:lnTo>
                  <a:pt x="80" y="196"/>
                </a:lnTo>
                <a:lnTo>
                  <a:pt x="80" y="195"/>
                </a:lnTo>
                <a:lnTo>
                  <a:pt x="79" y="195"/>
                </a:lnTo>
                <a:lnTo>
                  <a:pt x="79" y="194"/>
                </a:lnTo>
                <a:lnTo>
                  <a:pt x="78" y="193"/>
                </a:lnTo>
                <a:lnTo>
                  <a:pt x="77" y="193"/>
                </a:lnTo>
                <a:lnTo>
                  <a:pt x="76" y="193"/>
                </a:lnTo>
                <a:lnTo>
                  <a:pt x="75" y="192"/>
                </a:lnTo>
                <a:lnTo>
                  <a:pt x="74" y="192"/>
                </a:lnTo>
                <a:lnTo>
                  <a:pt x="71" y="192"/>
                </a:lnTo>
                <a:lnTo>
                  <a:pt x="70" y="192"/>
                </a:lnTo>
                <a:lnTo>
                  <a:pt x="69" y="192"/>
                </a:lnTo>
                <a:lnTo>
                  <a:pt x="68" y="192"/>
                </a:lnTo>
                <a:lnTo>
                  <a:pt x="67" y="192"/>
                </a:lnTo>
                <a:lnTo>
                  <a:pt x="66" y="192"/>
                </a:lnTo>
                <a:lnTo>
                  <a:pt x="66" y="191"/>
                </a:lnTo>
                <a:lnTo>
                  <a:pt x="64" y="190"/>
                </a:lnTo>
                <a:lnTo>
                  <a:pt x="62" y="190"/>
                </a:lnTo>
                <a:lnTo>
                  <a:pt x="61" y="190"/>
                </a:lnTo>
                <a:lnTo>
                  <a:pt x="59" y="191"/>
                </a:lnTo>
                <a:lnTo>
                  <a:pt x="58" y="191"/>
                </a:lnTo>
                <a:lnTo>
                  <a:pt x="57" y="191"/>
                </a:lnTo>
                <a:lnTo>
                  <a:pt x="56" y="191"/>
                </a:lnTo>
                <a:lnTo>
                  <a:pt x="55" y="191"/>
                </a:lnTo>
                <a:lnTo>
                  <a:pt x="54" y="191"/>
                </a:lnTo>
                <a:lnTo>
                  <a:pt x="53" y="192"/>
                </a:lnTo>
                <a:lnTo>
                  <a:pt x="52" y="192"/>
                </a:lnTo>
                <a:lnTo>
                  <a:pt x="51" y="193"/>
                </a:lnTo>
                <a:lnTo>
                  <a:pt x="51" y="192"/>
                </a:lnTo>
                <a:lnTo>
                  <a:pt x="50" y="192"/>
                </a:lnTo>
                <a:lnTo>
                  <a:pt x="49" y="192"/>
                </a:lnTo>
                <a:lnTo>
                  <a:pt x="48" y="191"/>
                </a:lnTo>
                <a:lnTo>
                  <a:pt x="47" y="189"/>
                </a:lnTo>
                <a:lnTo>
                  <a:pt x="48" y="189"/>
                </a:lnTo>
                <a:lnTo>
                  <a:pt x="48" y="188"/>
                </a:lnTo>
                <a:lnTo>
                  <a:pt x="47" y="187"/>
                </a:lnTo>
                <a:lnTo>
                  <a:pt x="46" y="187"/>
                </a:lnTo>
                <a:lnTo>
                  <a:pt x="46" y="186"/>
                </a:lnTo>
                <a:lnTo>
                  <a:pt x="45" y="186"/>
                </a:lnTo>
                <a:lnTo>
                  <a:pt x="44" y="185"/>
                </a:lnTo>
                <a:lnTo>
                  <a:pt x="44" y="184"/>
                </a:lnTo>
                <a:lnTo>
                  <a:pt x="43" y="184"/>
                </a:lnTo>
                <a:lnTo>
                  <a:pt x="42" y="184"/>
                </a:lnTo>
                <a:lnTo>
                  <a:pt x="41" y="184"/>
                </a:lnTo>
                <a:lnTo>
                  <a:pt x="40" y="184"/>
                </a:lnTo>
                <a:lnTo>
                  <a:pt x="39" y="184"/>
                </a:lnTo>
                <a:lnTo>
                  <a:pt x="38" y="184"/>
                </a:lnTo>
                <a:lnTo>
                  <a:pt x="36" y="185"/>
                </a:lnTo>
                <a:lnTo>
                  <a:pt x="35" y="185"/>
                </a:lnTo>
                <a:lnTo>
                  <a:pt x="34" y="185"/>
                </a:lnTo>
                <a:lnTo>
                  <a:pt x="34" y="184"/>
                </a:lnTo>
                <a:lnTo>
                  <a:pt x="33" y="184"/>
                </a:lnTo>
                <a:lnTo>
                  <a:pt x="33" y="183"/>
                </a:lnTo>
                <a:lnTo>
                  <a:pt x="32" y="183"/>
                </a:lnTo>
                <a:lnTo>
                  <a:pt x="32" y="182"/>
                </a:lnTo>
                <a:lnTo>
                  <a:pt x="31" y="181"/>
                </a:lnTo>
                <a:lnTo>
                  <a:pt x="31" y="180"/>
                </a:lnTo>
                <a:lnTo>
                  <a:pt x="30" y="180"/>
                </a:lnTo>
                <a:lnTo>
                  <a:pt x="29" y="180"/>
                </a:lnTo>
                <a:lnTo>
                  <a:pt x="29" y="179"/>
                </a:lnTo>
                <a:lnTo>
                  <a:pt x="28" y="179"/>
                </a:lnTo>
                <a:lnTo>
                  <a:pt x="27" y="179"/>
                </a:lnTo>
                <a:lnTo>
                  <a:pt x="26" y="179"/>
                </a:lnTo>
                <a:lnTo>
                  <a:pt x="25" y="179"/>
                </a:lnTo>
                <a:lnTo>
                  <a:pt x="24" y="178"/>
                </a:lnTo>
                <a:lnTo>
                  <a:pt x="23" y="178"/>
                </a:lnTo>
                <a:lnTo>
                  <a:pt x="22" y="178"/>
                </a:lnTo>
                <a:lnTo>
                  <a:pt x="23" y="177"/>
                </a:lnTo>
                <a:lnTo>
                  <a:pt x="22" y="177"/>
                </a:lnTo>
                <a:lnTo>
                  <a:pt x="21" y="177"/>
                </a:lnTo>
                <a:lnTo>
                  <a:pt x="21" y="176"/>
                </a:lnTo>
                <a:lnTo>
                  <a:pt x="21" y="175"/>
                </a:lnTo>
                <a:lnTo>
                  <a:pt x="20" y="174"/>
                </a:lnTo>
                <a:lnTo>
                  <a:pt x="18" y="173"/>
                </a:lnTo>
                <a:lnTo>
                  <a:pt x="16" y="172"/>
                </a:lnTo>
                <a:lnTo>
                  <a:pt x="13" y="172"/>
                </a:lnTo>
                <a:lnTo>
                  <a:pt x="11" y="171"/>
                </a:lnTo>
                <a:lnTo>
                  <a:pt x="9" y="171"/>
                </a:lnTo>
                <a:lnTo>
                  <a:pt x="8" y="171"/>
                </a:lnTo>
                <a:lnTo>
                  <a:pt x="7" y="171"/>
                </a:lnTo>
                <a:lnTo>
                  <a:pt x="7" y="170"/>
                </a:lnTo>
                <a:lnTo>
                  <a:pt x="6" y="170"/>
                </a:lnTo>
                <a:lnTo>
                  <a:pt x="6" y="169"/>
                </a:lnTo>
                <a:lnTo>
                  <a:pt x="6" y="168"/>
                </a:lnTo>
                <a:lnTo>
                  <a:pt x="6" y="167"/>
                </a:lnTo>
                <a:lnTo>
                  <a:pt x="5" y="166"/>
                </a:lnTo>
                <a:lnTo>
                  <a:pt x="5" y="165"/>
                </a:lnTo>
                <a:lnTo>
                  <a:pt x="6" y="164"/>
                </a:lnTo>
                <a:lnTo>
                  <a:pt x="6" y="163"/>
                </a:lnTo>
                <a:lnTo>
                  <a:pt x="6" y="162"/>
                </a:lnTo>
                <a:lnTo>
                  <a:pt x="7" y="161"/>
                </a:lnTo>
                <a:lnTo>
                  <a:pt x="7" y="159"/>
                </a:lnTo>
                <a:lnTo>
                  <a:pt x="8" y="158"/>
                </a:lnTo>
                <a:lnTo>
                  <a:pt x="8" y="157"/>
                </a:lnTo>
                <a:lnTo>
                  <a:pt x="7" y="156"/>
                </a:lnTo>
                <a:lnTo>
                  <a:pt x="8" y="156"/>
                </a:lnTo>
                <a:lnTo>
                  <a:pt x="7" y="156"/>
                </a:lnTo>
                <a:lnTo>
                  <a:pt x="8" y="155"/>
                </a:lnTo>
                <a:lnTo>
                  <a:pt x="8" y="154"/>
                </a:lnTo>
                <a:lnTo>
                  <a:pt x="8" y="153"/>
                </a:lnTo>
                <a:lnTo>
                  <a:pt x="8" y="152"/>
                </a:lnTo>
                <a:lnTo>
                  <a:pt x="7" y="152"/>
                </a:lnTo>
                <a:lnTo>
                  <a:pt x="7" y="151"/>
                </a:lnTo>
                <a:lnTo>
                  <a:pt x="7" y="150"/>
                </a:lnTo>
                <a:lnTo>
                  <a:pt x="7" y="149"/>
                </a:lnTo>
                <a:lnTo>
                  <a:pt x="7" y="148"/>
                </a:lnTo>
                <a:lnTo>
                  <a:pt x="7" y="147"/>
                </a:lnTo>
                <a:lnTo>
                  <a:pt x="7" y="146"/>
                </a:lnTo>
                <a:lnTo>
                  <a:pt x="7" y="145"/>
                </a:lnTo>
                <a:lnTo>
                  <a:pt x="6" y="145"/>
                </a:lnTo>
                <a:lnTo>
                  <a:pt x="6" y="144"/>
                </a:lnTo>
                <a:lnTo>
                  <a:pt x="5" y="142"/>
                </a:lnTo>
                <a:lnTo>
                  <a:pt x="5" y="141"/>
                </a:lnTo>
                <a:lnTo>
                  <a:pt x="4" y="138"/>
                </a:lnTo>
                <a:lnTo>
                  <a:pt x="3" y="137"/>
                </a:lnTo>
                <a:lnTo>
                  <a:pt x="2" y="137"/>
                </a:lnTo>
                <a:lnTo>
                  <a:pt x="1" y="137"/>
                </a:lnTo>
                <a:lnTo>
                  <a:pt x="1" y="136"/>
                </a:lnTo>
                <a:lnTo>
                  <a:pt x="1" y="135"/>
                </a:lnTo>
                <a:lnTo>
                  <a:pt x="1" y="134"/>
                </a:lnTo>
                <a:lnTo>
                  <a:pt x="1" y="133"/>
                </a:lnTo>
                <a:lnTo>
                  <a:pt x="1" y="132"/>
                </a:lnTo>
                <a:lnTo>
                  <a:pt x="2" y="133"/>
                </a:lnTo>
                <a:lnTo>
                  <a:pt x="2" y="132"/>
                </a:lnTo>
                <a:lnTo>
                  <a:pt x="2" y="131"/>
                </a:lnTo>
                <a:lnTo>
                  <a:pt x="3" y="130"/>
                </a:lnTo>
                <a:lnTo>
                  <a:pt x="3" y="129"/>
                </a:lnTo>
                <a:lnTo>
                  <a:pt x="3" y="128"/>
                </a:lnTo>
                <a:lnTo>
                  <a:pt x="4" y="127"/>
                </a:lnTo>
                <a:lnTo>
                  <a:pt x="4" y="126"/>
                </a:lnTo>
                <a:lnTo>
                  <a:pt x="4" y="125"/>
                </a:lnTo>
                <a:lnTo>
                  <a:pt x="4" y="124"/>
                </a:lnTo>
                <a:lnTo>
                  <a:pt x="3" y="123"/>
                </a:lnTo>
                <a:lnTo>
                  <a:pt x="3" y="122"/>
                </a:lnTo>
                <a:lnTo>
                  <a:pt x="3" y="121"/>
                </a:lnTo>
                <a:lnTo>
                  <a:pt x="3" y="119"/>
                </a:lnTo>
                <a:lnTo>
                  <a:pt x="3" y="118"/>
                </a:lnTo>
                <a:lnTo>
                  <a:pt x="2" y="117"/>
                </a:lnTo>
                <a:lnTo>
                  <a:pt x="2" y="115"/>
                </a:lnTo>
                <a:lnTo>
                  <a:pt x="2" y="114"/>
                </a:lnTo>
                <a:lnTo>
                  <a:pt x="1" y="114"/>
                </a:lnTo>
                <a:lnTo>
                  <a:pt x="1" y="112"/>
                </a:lnTo>
                <a:lnTo>
                  <a:pt x="1" y="111"/>
                </a:lnTo>
                <a:lnTo>
                  <a:pt x="1" y="110"/>
                </a:lnTo>
                <a:lnTo>
                  <a:pt x="0" y="110"/>
                </a:lnTo>
                <a:lnTo>
                  <a:pt x="0" y="109"/>
                </a:lnTo>
                <a:lnTo>
                  <a:pt x="0" y="108"/>
                </a:lnTo>
                <a:lnTo>
                  <a:pt x="1" y="108"/>
                </a:lnTo>
                <a:lnTo>
                  <a:pt x="2" y="107"/>
                </a:lnTo>
                <a:lnTo>
                  <a:pt x="3" y="106"/>
                </a:lnTo>
                <a:lnTo>
                  <a:pt x="4" y="105"/>
                </a:lnTo>
                <a:lnTo>
                  <a:pt x="4" y="104"/>
                </a:lnTo>
                <a:lnTo>
                  <a:pt x="4" y="103"/>
                </a:lnTo>
                <a:lnTo>
                  <a:pt x="5" y="103"/>
                </a:lnTo>
                <a:lnTo>
                  <a:pt x="5" y="102"/>
                </a:lnTo>
                <a:lnTo>
                  <a:pt x="6" y="101"/>
                </a:lnTo>
                <a:lnTo>
                  <a:pt x="6" y="100"/>
                </a:lnTo>
                <a:lnTo>
                  <a:pt x="5" y="100"/>
                </a:lnTo>
                <a:lnTo>
                  <a:pt x="5" y="99"/>
                </a:lnTo>
                <a:lnTo>
                  <a:pt x="5" y="98"/>
                </a:lnTo>
                <a:lnTo>
                  <a:pt x="4" y="98"/>
                </a:lnTo>
                <a:lnTo>
                  <a:pt x="4" y="97"/>
                </a:lnTo>
                <a:lnTo>
                  <a:pt x="3" y="97"/>
                </a:lnTo>
                <a:lnTo>
                  <a:pt x="2" y="96"/>
                </a:lnTo>
                <a:lnTo>
                  <a:pt x="1" y="96"/>
                </a:lnTo>
                <a:lnTo>
                  <a:pt x="1" y="95"/>
                </a:lnTo>
                <a:lnTo>
                  <a:pt x="2" y="95"/>
                </a:lnTo>
                <a:lnTo>
                  <a:pt x="2" y="94"/>
                </a:lnTo>
                <a:lnTo>
                  <a:pt x="2" y="93"/>
                </a:lnTo>
                <a:lnTo>
                  <a:pt x="2" y="92"/>
                </a:lnTo>
                <a:lnTo>
                  <a:pt x="2" y="91"/>
                </a:lnTo>
                <a:lnTo>
                  <a:pt x="2" y="90"/>
                </a:lnTo>
                <a:lnTo>
                  <a:pt x="2" y="89"/>
                </a:lnTo>
                <a:lnTo>
                  <a:pt x="2" y="88"/>
                </a:lnTo>
                <a:lnTo>
                  <a:pt x="3" y="89"/>
                </a:lnTo>
                <a:lnTo>
                  <a:pt x="4" y="89"/>
                </a:lnTo>
                <a:lnTo>
                  <a:pt x="5" y="89"/>
                </a:lnTo>
                <a:lnTo>
                  <a:pt x="4" y="88"/>
                </a:lnTo>
                <a:lnTo>
                  <a:pt x="4" y="87"/>
                </a:lnTo>
                <a:lnTo>
                  <a:pt x="3" y="87"/>
                </a:lnTo>
                <a:lnTo>
                  <a:pt x="3" y="86"/>
                </a:lnTo>
                <a:lnTo>
                  <a:pt x="4" y="86"/>
                </a:lnTo>
                <a:lnTo>
                  <a:pt x="4" y="87"/>
                </a:lnTo>
                <a:lnTo>
                  <a:pt x="5" y="88"/>
                </a:lnTo>
                <a:lnTo>
                  <a:pt x="5" y="87"/>
                </a:lnTo>
                <a:lnTo>
                  <a:pt x="4" y="87"/>
                </a:lnTo>
                <a:lnTo>
                  <a:pt x="4" y="86"/>
                </a:lnTo>
                <a:lnTo>
                  <a:pt x="5" y="86"/>
                </a:lnTo>
                <a:lnTo>
                  <a:pt x="6" y="86"/>
                </a:lnTo>
                <a:lnTo>
                  <a:pt x="6" y="87"/>
                </a:lnTo>
                <a:lnTo>
                  <a:pt x="7" y="87"/>
                </a:lnTo>
                <a:lnTo>
                  <a:pt x="6" y="87"/>
                </a:lnTo>
                <a:lnTo>
                  <a:pt x="6" y="86"/>
                </a:lnTo>
                <a:lnTo>
                  <a:pt x="6" y="85"/>
                </a:lnTo>
                <a:lnTo>
                  <a:pt x="5" y="85"/>
                </a:lnTo>
                <a:lnTo>
                  <a:pt x="4" y="84"/>
                </a:lnTo>
                <a:lnTo>
                  <a:pt x="4" y="83"/>
                </a:lnTo>
                <a:lnTo>
                  <a:pt x="5" y="82"/>
                </a:lnTo>
                <a:lnTo>
                  <a:pt x="6" y="82"/>
                </a:lnTo>
                <a:lnTo>
                  <a:pt x="6" y="81"/>
                </a:lnTo>
                <a:lnTo>
                  <a:pt x="6" y="80"/>
                </a:lnTo>
                <a:lnTo>
                  <a:pt x="7" y="80"/>
                </a:lnTo>
                <a:lnTo>
                  <a:pt x="10" y="80"/>
                </a:lnTo>
                <a:lnTo>
                  <a:pt x="11" y="80"/>
                </a:lnTo>
                <a:lnTo>
                  <a:pt x="12" y="80"/>
                </a:lnTo>
                <a:lnTo>
                  <a:pt x="12" y="79"/>
                </a:lnTo>
                <a:lnTo>
                  <a:pt x="13" y="79"/>
                </a:lnTo>
                <a:lnTo>
                  <a:pt x="14" y="79"/>
                </a:lnTo>
                <a:lnTo>
                  <a:pt x="14" y="78"/>
                </a:lnTo>
                <a:lnTo>
                  <a:pt x="15" y="78"/>
                </a:lnTo>
                <a:lnTo>
                  <a:pt x="16" y="76"/>
                </a:lnTo>
                <a:lnTo>
                  <a:pt x="17" y="75"/>
                </a:lnTo>
                <a:lnTo>
                  <a:pt x="18" y="75"/>
                </a:lnTo>
                <a:lnTo>
                  <a:pt x="18" y="74"/>
                </a:lnTo>
                <a:lnTo>
                  <a:pt x="18" y="73"/>
                </a:lnTo>
                <a:lnTo>
                  <a:pt x="19" y="73"/>
                </a:lnTo>
                <a:lnTo>
                  <a:pt x="20" y="73"/>
                </a:lnTo>
                <a:lnTo>
                  <a:pt x="20" y="72"/>
                </a:lnTo>
                <a:lnTo>
                  <a:pt x="21" y="72"/>
                </a:lnTo>
                <a:lnTo>
                  <a:pt x="22" y="72"/>
                </a:lnTo>
                <a:lnTo>
                  <a:pt x="23" y="72"/>
                </a:lnTo>
                <a:lnTo>
                  <a:pt x="23" y="71"/>
                </a:lnTo>
                <a:lnTo>
                  <a:pt x="24" y="70"/>
                </a:lnTo>
                <a:lnTo>
                  <a:pt x="25" y="70"/>
                </a:lnTo>
                <a:lnTo>
                  <a:pt x="26" y="69"/>
                </a:lnTo>
                <a:lnTo>
                  <a:pt x="27" y="68"/>
                </a:lnTo>
                <a:lnTo>
                  <a:pt x="28" y="67"/>
                </a:lnTo>
                <a:lnTo>
                  <a:pt x="28" y="66"/>
                </a:lnTo>
                <a:lnTo>
                  <a:pt x="29" y="66"/>
                </a:lnTo>
                <a:lnTo>
                  <a:pt x="30" y="66"/>
                </a:lnTo>
                <a:lnTo>
                  <a:pt x="29" y="66"/>
                </a:lnTo>
                <a:lnTo>
                  <a:pt x="30" y="65"/>
                </a:lnTo>
                <a:lnTo>
                  <a:pt x="30" y="64"/>
                </a:lnTo>
                <a:lnTo>
                  <a:pt x="31" y="64"/>
                </a:lnTo>
                <a:lnTo>
                  <a:pt x="32" y="64"/>
                </a:lnTo>
                <a:lnTo>
                  <a:pt x="33" y="63"/>
                </a:lnTo>
                <a:lnTo>
                  <a:pt x="33" y="62"/>
                </a:lnTo>
                <a:lnTo>
                  <a:pt x="34" y="61"/>
                </a:lnTo>
                <a:lnTo>
                  <a:pt x="34" y="60"/>
                </a:lnTo>
                <a:lnTo>
                  <a:pt x="35" y="59"/>
                </a:lnTo>
                <a:lnTo>
                  <a:pt x="36" y="59"/>
                </a:lnTo>
                <a:lnTo>
                  <a:pt x="36" y="58"/>
                </a:lnTo>
                <a:lnTo>
                  <a:pt x="37" y="58"/>
                </a:lnTo>
                <a:lnTo>
                  <a:pt x="38" y="58"/>
                </a:lnTo>
                <a:lnTo>
                  <a:pt x="38" y="57"/>
                </a:lnTo>
                <a:lnTo>
                  <a:pt x="39" y="57"/>
                </a:lnTo>
                <a:lnTo>
                  <a:pt x="40" y="57"/>
                </a:lnTo>
                <a:lnTo>
                  <a:pt x="41" y="57"/>
                </a:lnTo>
                <a:lnTo>
                  <a:pt x="42" y="56"/>
                </a:lnTo>
                <a:lnTo>
                  <a:pt x="43" y="56"/>
                </a:lnTo>
                <a:lnTo>
                  <a:pt x="44" y="55"/>
                </a:lnTo>
                <a:lnTo>
                  <a:pt x="45" y="54"/>
                </a:lnTo>
                <a:lnTo>
                  <a:pt x="46" y="54"/>
                </a:lnTo>
                <a:lnTo>
                  <a:pt x="47" y="53"/>
                </a:lnTo>
                <a:lnTo>
                  <a:pt x="48" y="53"/>
                </a:lnTo>
                <a:lnTo>
                  <a:pt x="49" y="53"/>
                </a:lnTo>
                <a:lnTo>
                  <a:pt x="49" y="52"/>
                </a:lnTo>
                <a:lnTo>
                  <a:pt x="51" y="51"/>
                </a:lnTo>
                <a:lnTo>
                  <a:pt x="52" y="50"/>
                </a:lnTo>
                <a:lnTo>
                  <a:pt x="53" y="50"/>
                </a:lnTo>
                <a:lnTo>
                  <a:pt x="53" y="49"/>
                </a:lnTo>
                <a:lnTo>
                  <a:pt x="54" y="48"/>
                </a:lnTo>
                <a:lnTo>
                  <a:pt x="54" y="47"/>
                </a:lnTo>
                <a:lnTo>
                  <a:pt x="54" y="46"/>
                </a:lnTo>
                <a:lnTo>
                  <a:pt x="54" y="45"/>
                </a:lnTo>
                <a:lnTo>
                  <a:pt x="55" y="45"/>
                </a:lnTo>
                <a:lnTo>
                  <a:pt x="54" y="45"/>
                </a:lnTo>
                <a:lnTo>
                  <a:pt x="55" y="46"/>
                </a:lnTo>
                <a:lnTo>
                  <a:pt x="55" y="45"/>
                </a:lnTo>
                <a:lnTo>
                  <a:pt x="56" y="45"/>
                </a:lnTo>
                <a:lnTo>
                  <a:pt x="56" y="44"/>
                </a:lnTo>
                <a:lnTo>
                  <a:pt x="57" y="45"/>
                </a:lnTo>
                <a:lnTo>
                  <a:pt x="59" y="44"/>
                </a:lnTo>
                <a:lnTo>
                  <a:pt x="60" y="45"/>
                </a:lnTo>
                <a:lnTo>
                  <a:pt x="61" y="45"/>
                </a:lnTo>
                <a:lnTo>
                  <a:pt x="61" y="46"/>
                </a:lnTo>
                <a:lnTo>
                  <a:pt x="62" y="46"/>
                </a:lnTo>
                <a:lnTo>
                  <a:pt x="62" y="47"/>
                </a:lnTo>
                <a:lnTo>
                  <a:pt x="61" y="47"/>
                </a:lnTo>
                <a:lnTo>
                  <a:pt x="62" y="48"/>
                </a:lnTo>
                <a:lnTo>
                  <a:pt x="62" y="47"/>
                </a:lnTo>
                <a:lnTo>
                  <a:pt x="62" y="45"/>
                </a:lnTo>
                <a:lnTo>
                  <a:pt x="62" y="44"/>
                </a:lnTo>
                <a:lnTo>
                  <a:pt x="61" y="44"/>
                </a:lnTo>
                <a:lnTo>
                  <a:pt x="60" y="43"/>
                </a:lnTo>
                <a:lnTo>
                  <a:pt x="59" y="43"/>
                </a:lnTo>
                <a:lnTo>
                  <a:pt x="59" y="42"/>
                </a:lnTo>
                <a:lnTo>
                  <a:pt x="60" y="42"/>
                </a:lnTo>
                <a:lnTo>
                  <a:pt x="61" y="41"/>
                </a:lnTo>
                <a:lnTo>
                  <a:pt x="62" y="41"/>
                </a:lnTo>
                <a:lnTo>
                  <a:pt x="62" y="42"/>
                </a:lnTo>
                <a:lnTo>
                  <a:pt x="62" y="41"/>
                </a:lnTo>
                <a:lnTo>
                  <a:pt x="62" y="40"/>
                </a:lnTo>
                <a:lnTo>
                  <a:pt x="62" y="39"/>
                </a:lnTo>
                <a:lnTo>
                  <a:pt x="63" y="39"/>
                </a:lnTo>
                <a:lnTo>
                  <a:pt x="64" y="39"/>
                </a:lnTo>
                <a:lnTo>
                  <a:pt x="63" y="39"/>
                </a:lnTo>
                <a:lnTo>
                  <a:pt x="63" y="38"/>
                </a:lnTo>
                <a:lnTo>
                  <a:pt x="62" y="38"/>
                </a:lnTo>
                <a:lnTo>
                  <a:pt x="61" y="38"/>
                </a:lnTo>
                <a:lnTo>
                  <a:pt x="61" y="37"/>
                </a:lnTo>
                <a:lnTo>
                  <a:pt x="60" y="37"/>
                </a:lnTo>
                <a:lnTo>
                  <a:pt x="60" y="38"/>
                </a:lnTo>
                <a:lnTo>
                  <a:pt x="59" y="38"/>
                </a:lnTo>
                <a:lnTo>
                  <a:pt x="59" y="39"/>
                </a:lnTo>
                <a:lnTo>
                  <a:pt x="59" y="40"/>
                </a:lnTo>
                <a:lnTo>
                  <a:pt x="59" y="41"/>
                </a:lnTo>
                <a:lnTo>
                  <a:pt x="58" y="40"/>
                </a:lnTo>
                <a:lnTo>
                  <a:pt x="58" y="39"/>
                </a:lnTo>
                <a:lnTo>
                  <a:pt x="57" y="40"/>
                </a:lnTo>
                <a:lnTo>
                  <a:pt x="57" y="41"/>
                </a:lnTo>
                <a:lnTo>
                  <a:pt x="57" y="40"/>
                </a:lnTo>
                <a:lnTo>
                  <a:pt x="56" y="40"/>
                </a:lnTo>
                <a:lnTo>
                  <a:pt x="56" y="41"/>
                </a:lnTo>
                <a:lnTo>
                  <a:pt x="55" y="40"/>
                </a:lnTo>
                <a:lnTo>
                  <a:pt x="55" y="41"/>
                </a:lnTo>
                <a:lnTo>
                  <a:pt x="55" y="42"/>
                </a:lnTo>
                <a:lnTo>
                  <a:pt x="54" y="42"/>
                </a:lnTo>
                <a:lnTo>
                  <a:pt x="54" y="43"/>
                </a:lnTo>
                <a:lnTo>
                  <a:pt x="54" y="44"/>
                </a:lnTo>
                <a:lnTo>
                  <a:pt x="53" y="44"/>
                </a:lnTo>
                <a:lnTo>
                  <a:pt x="52" y="44"/>
                </a:lnTo>
                <a:lnTo>
                  <a:pt x="52" y="43"/>
                </a:lnTo>
                <a:lnTo>
                  <a:pt x="51" y="44"/>
                </a:lnTo>
                <a:lnTo>
                  <a:pt x="51" y="45"/>
                </a:lnTo>
                <a:lnTo>
                  <a:pt x="50" y="45"/>
                </a:lnTo>
                <a:lnTo>
                  <a:pt x="49" y="45"/>
                </a:lnTo>
                <a:lnTo>
                  <a:pt x="49" y="46"/>
                </a:lnTo>
                <a:lnTo>
                  <a:pt x="48" y="46"/>
                </a:lnTo>
                <a:lnTo>
                  <a:pt x="48" y="45"/>
                </a:lnTo>
                <a:lnTo>
                  <a:pt x="49" y="44"/>
                </a:lnTo>
                <a:lnTo>
                  <a:pt x="50" y="44"/>
                </a:lnTo>
                <a:lnTo>
                  <a:pt x="50" y="43"/>
                </a:lnTo>
                <a:lnTo>
                  <a:pt x="51" y="43"/>
                </a:lnTo>
                <a:lnTo>
                  <a:pt x="50" y="43"/>
                </a:lnTo>
                <a:lnTo>
                  <a:pt x="50" y="42"/>
                </a:lnTo>
                <a:lnTo>
                  <a:pt x="50" y="41"/>
                </a:lnTo>
                <a:lnTo>
                  <a:pt x="49" y="40"/>
                </a:lnTo>
                <a:lnTo>
                  <a:pt x="49" y="39"/>
                </a:lnTo>
                <a:lnTo>
                  <a:pt x="49" y="38"/>
                </a:lnTo>
                <a:lnTo>
                  <a:pt x="49" y="37"/>
                </a:lnTo>
                <a:lnTo>
                  <a:pt x="50" y="35"/>
                </a:lnTo>
                <a:lnTo>
                  <a:pt x="51" y="34"/>
                </a:lnTo>
                <a:lnTo>
                  <a:pt x="52" y="34"/>
                </a:lnTo>
                <a:lnTo>
                  <a:pt x="52" y="33"/>
                </a:lnTo>
                <a:lnTo>
                  <a:pt x="53" y="34"/>
                </a:lnTo>
                <a:lnTo>
                  <a:pt x="54" y="34"/>
                </a:lnTo>
                <a:lnTo>
                  <a:pt x="53" y="34"/>
                </a:lnTo>
                <a:lnTo>
                  <a:pt x="54" y="33"/>
                </a:lnTo>
                <a:lnTo>
                  <a:pt x="54" y="32"/>
                </a:lnTo>
                <a:lnTo>
                  <a:pt x="54" y="31"/>
                </a:lnTo>
                <a:lnTo>
                  <a:pt x="55" y="31"/>
                </a:lnTo>
                <a:lnTo>
                  <a:pt x="55" y="32"/>
                </a:lnTo>
                <a:lnTo>
                  <a:pt x="56" y="32"/>
                </a:lnTo>
                <a:lnTo>
                  <a:pt x="56" y="31"/>
                </a:lnTo>
                <a:lnTo>
                  <a:pt x="55" y="31"/>
                </a:lnTo>
                <a:lnTo>
                  <a:pt x="56" y="31"/>
                </a:lnTo>
                <a:lnTo>
                  <a:pt x="57" y="31"/>
                </a:lnTo>
                <a:lnTo>
                  <a:pt x="58" y="30"/>
                </a:lnTo>
                <a:lnTo>
                  <a:pt x="58" y="29"/>
                </a:lnTo>
                <a:lnTo>
                  <a:pt x="58" y="28"/>
                </a:lnTo>
                <a:lnTo>
                  <a:pt x="58" y="27"/>
                </a:lnTo>
                <a:lnTo>
                  <a:pt x="58" y="26"/>
                </a:lnTo>
                <a:lnTo>
                  <a:pt x="59" y="26"/>
                </a:lnTo>
                <a:lnTo>
                  <a:pt x="60" y="27"/>
                </a:lnTo>
                <a:lnTo>
                  <a:pt x="61" y="27"/>
                </a:lnTo>
                <a:lnTo>
                  <a:pt x="61" y="26"/>
                </a:lnTo>
                <a:lnTo>
                  <a:pt x="61" y="25"/>
                </a:lnTo>
                <a:lnTo>
                  <a:pt x="62" y="25"/>
                </a:lnTo>
                <a:lnTo>
                  <a:pt x="63" y="25"/>
                </a:lnTo>
                <a:lnTo>
                  <a:pt x="64" y="26"/>
                </a:lnTo>
                <a:lnTo>
                  <a:pt x="63" y="26"/>
                </a:lnTo>
                <a:lnTo>
                  <a:pt x="63" y="27"/>
                </a:lnTo>
                <a:lnTo>
                  <a:pt x="64" y="28"/>
                </a:lnTo>
                <a:lnTo>
                  <a:pt x="66" y="28"/>
                </a:lnTo>
                <a:lnTo>
                  <a:pt x="68" y="27"/>
                </a:lnTo>
                <a:lnTo>
                  <a:pt x="68" y="28"/>
                </a:lnTo>
                <a:lnTo>
                  <a:pt x="69" y="27"/>
                </a:lnTo>
                <a:lnTo>
                  <a:pt x="69" y="28"/>
                </a:lnTo>
                <a:lnTo>
                  <a:pt x="70" y="29"/>
                </a:lnTo>
                <a:lnTo>
                  <a:pt x="70" y="28"/>
                </a:lnTo>
                <a:lnTo>
                  <a:pt x="70" y="27"/>
                </a:lnTo>
                <a:lnTo>
                  <a:pt x="70" y="28"/>
                </a:lnTo>
                <a:lnTo>
                  <a:pt x="71" y="28"/>
                </a:lnTo>
                <a:lnTo>
                  <a:pt x="71" y="29"/>
                </a:lnTo>
                <a:lnTo>
                  <a:pt x="72" y="29"/>
                </a:lnTo>
                <a:lnTo>
                  <a:pt x="72" y="30"/>
                </a:lnTo>
                <a:lnTo>
                  <a:pt x="73" y="30"/>
                </a:lnTo>
                <a:lnTo>
                  <a:pt x="73" y="31"/>
                </a:lnTo>
                <a:lnTo>
                  <a:pt x="73" y="30"/>
                </a:lnTo>
                <a:lnTo>
                  <a:pt x="74" y="31"/>
                </a:lnTo>
                <a:lnTo>
                  <a:pt x="73" y="31"/>
                </a:lnTo>
                <a:lnTo>
                  <a:pt x="73" y="32"/>
                </a:lnTo>
                <a:lnTo>
                  <a:pt x="74" y="31"/>
                </a:lnTo>
                <a:lnTo>
                  <a:pt x="74" y="32"/>
                </a:lnTo>
                <a:lnTo>
                  <a:pt x="74" y="31"/>
                </a:lnTo>
                <a:lnTo>
                  <a:pt x="75" y="30"/>
                </a:lnTo>
                <a:lnTo>
                  <a:pt x="75" y="29"/>
                </a:lnTo>
                <a:lnTo>
                  <a:pt x="76" y="29"/>
                </a:lnTo>
                <a:lnTo>
                  <a:pt x="76" y="30"/>
                </a:lnTo>
                <a:lnTo>
                  <a:pt x="77" y="30"/>
                </a:lnTo>
                <a:lnTo>
                  <a:pt x="76" y="30"/>
                </a:lnTo>
                <a:lnTo>
                  <a:pt x="76" y="29"/>
                </a:lnTo>
                <a:lnTo>
                  <a:pt x="77" y="29"/>
                </a:lnTo>
                <a:lnTo>
                  <a:pt x="78" y="31"/>
                </a:lnTo>
                <a:lnTo>
                  <a:pt x="78" y="32"/>
                </a:lnTo>
                <a:lnTo>
                  <a:pt x="78" y="33"/>
                </a:lnTo>
                <a:lnTo>
                  <a:pt x="78" y="34"/>
                </a:lnTo>
                <a:lnTo>
                  <a:pt x="79" y="34"/>
                </a:lnTo>
                <a:lnTo>
                  <a:pt x="79" y="33"/>
                </a:lnTo>
                <a:lnTo>
                  <a:pt x="79" y="32"/>
                </a:lnTo>
                <a:lnTo>
                  <a:pt x="81" y="32"/>
                </a:lnTo>
                <a:lnTo>
                  <a:pt x="82" y="32"/>
                </a:lnTo>
                <a:lnTo>
                  <a:pt x="83" y="32"/>
                </a:lnTo>
                <a:lnTo>
                  <a:pt x="83" y="31"/>
                </a:lnTo>
                <a:lnTo>
                  <a:pt x="83" y="30"/>
                </a:lnTo>
                <a:lnTo>
                  <a:pt x="84" y="30"/>
                </a:lnTo>
                <a:lnTo>
                  <a:pt x="84" y="31"/>
                </a:lnTo>
                <a:lnTo>
                  <a:pt x="84" y="32"/>
                </a:lnTo>
                <a:lnTo>
                  <a:pt x="83" y="32"/>
                </a:lnTo>
                <a:lnTo>
                  <a:pt x="82" y="33"/>
                </a:lnTo>
                <a:lnTo>
                  <a:pt x="83" y="33"/>
                </a:lnTo>
                <a:lnTo>
                  <a:pt x="84" y="33"/>
                </a:lnTo>
                <a:lnTo>
                  <a:pt x="83" y="33"/>
                </a:lnTo>
                <a:lnTo>
                  <a:pt x="84" y="33"/>
                </a:lnTo>
                <a:lnTo>
                  <a:pt x="84" y="32"/>
                </a:lnTo>
                <a:lnTo>
                  <a:pt x="85" y="32"/>
                </a:lnTo>
                <a:lnTo>
                  <a:pt x="85" y="31"/>
                </a:lnTo>
                <a:lnTo>
                  <a:pt x="86" y="31"/>
                </a:lnTo>
                <a:lnTo>
                  <a:pt x="86" y="32"/>
                </a:lnTo>
                <a:lnTo>
                  <a:pt x="87" y="32"/>
                </a:lnTo>
                <a:lnTo>
                  <a:pt x="87" y="31"/>
                </a:lnTo>
                <a:lnTo>
                  <a:pt x="88" y="31"/>
                </a:lnTo>
                <a:lnTo>
                  <a:pt x="87" y="31"/>
                </a:lnTo>
                <a:lnTo>
                  <a:pt x="86" y="30"/>
                </a:lnTo>
                <a:lnTo>
                  <a:pt x="85" y="30"/>
                </a:lnTo>
                <a:lnTo>
                  <a:pt x="84" y="30"/>
                </a:lnTo>
                <a:lnTo>
                  <a:pt x="84" y="29"/>
                </a:lnTo>
                <a:lnTo>
                  <a:pt x="83" y="29"/>
                </a:lnTo>
                <a:lnTo>
                  <a:pt x="82" y="29"/>
                </a:lnTo>
                <a:lnTo>
                  <a:pt x="83" y="28"/>
                </a:lnTo>
                <a:lnTo>
                  <a:pt x="83" y="27"/>
                </a:lnTo>
                <a:lnTo>
                  <a:pt x="82" y="27"/>
                </a:lnTo>
                <a:lnTo>
                  <a:pt x="82" y="26"/>
                </a:lnTo>
                <a:lnTo>
                  <a:pt x="82" y="25"/>
                </a:lnTo>
                <a:lnTo>
                  <a:pt x="83" y="25"/>
                </a:lnTo>
                <a:lnTo>
                  <a:pt x="85" y="25"/>
                </a:lnTo>
                <a:lnTo>
                  <a:pt x="86" y="25"/>
                </a:lnTo>
                <a:lnTo>
                  <a:pt x="86" y="26"/>
                </a:lnTo>
                <a:lnTo>
                  <a:pt x="87" y="26"/>
                </a:lnTo>
                <a:lnTo>
                  <a:pt x="86" y="26"/>
                </a:lnTo>
                <a:lnTo>
                  <a:pt x="86" y="25"/>
                </a:lnTo>
                <a:lnTo>
                  <a:pt x="85" y="24"/>
                </a:lnTo>
                <a:lnTo>
                  <a:pt x="84" y="25"/>
                </a:lnTo>
                <a:lnTo>
                  <a:pt x="83" y="24"/>
                </a:lnTo>
                <a:lnTo>
                  <a:pt x="83" y="23"/>
                </a:lnTo>
                <a:lnTo>
                  <a:pt x="84" y="22"/>
                </a:lnTo>
                <a:lnTo>
                  <a:pt x="85" y="21"/>
                </a:lnTo>
                <a:lnTo>
                  <a:pt x="86" y="21"/>
                </a:lnTo>
                <a:lnTo>
                  <a:pt x="86" y="20"/>
                </a:lnTo>
                <a:lnTo>
                  <a:pt x="87" y="20"/>
                </a:lnTo>
                <a:lnTo>
                  <a:pt x="87" y="19"/>
                </a:lnTo>
                <a:lnTo>
                  <a:pt x="88" y="18"/>
                </a:lnTo>
                <a:lnTo>
                  <a:pt x="89" y="18"/>
                </a:lnTo>
                <a:lnTo>
                  <a:pt x="89" y="17"/>
                </a:lnTo>
                <a:lnTo>
                  <a:pt x="90" y="17"/>
                </a:lnTo>
                <a:lnTo>
                  <a:pt x="91" y="17"/>
                </a:lnTo>
                <a:lnTo>
                  <a:pt x="93" y="17"/>
                </a:lnTo>
                <a:lnTo>
                  <a:pt x="94" y="17"/>
                </a:lnTo>
                <a:lnTo>
                  <a:pt x="95" y="16"/>
                </a:lnTo>
                <a:lnTo>
                  <a:pt x="96" y="16"/>
                </a:lnTo>
                <a:lnTo>
                  <a:pt x="97" y="16"/>
                </a:lnTo>
                <a:lnTo>
                  <a:pt x="98" y="16"/>
                </a:lnTo>
                <a:lnTo>
                  <a:pt x="99" y="16"/>
                </a:lnTo>
                <a:lnTo>
                  <a:pt x="99" y="15"/>
                </a:lnTo>
                <a:lnTo>
                  <a:pt x="100" y="15"/>
                </a:lnTo>
                <a:lnTo>
                  <a:pt x="100" y="16"/>
                </a:lnTo>
                <a:lnTo>
                  <a:pt x="101" y="16"/>
                </a:lnTo>
                <a:lnTo>
                  <a:pt x="102" y="17"/>
                </a:lnTo>
                <a:lnTo>
                  <a:pt x="101" y="17"/>
                </a:lnTo>
                <a:lnTo>
                  <a:pt x="101" y="18"/>
                </a:lnTo>
                <a:lnTo>
                  <a:pt x="102" y="19"/>
                </a:lnTo>
                <a:lnTo>
                  <a:pt x="102" y="18"/>
                </a:lnTo>
                <a:lnTo>
                  <a:pt x="102" y="17"/>
                </a:lnTo>
                <a:lnTo>
                  <a:pt x="103" y="18"/>
                </a:lnTo>
                <a:lnTo>
                  <a:pt x="103" y="19"/>
                </a:lnTo>
                <a:lnTo>
                  <a:pt x="104" y="20"/>
                </a:lnTo>
                <a:lnTo>
                  <a:pt x="105" y="20"/>
                </a:lnTo>
                <a:lnTo>
                  <a:pt x="106" y="20"/>
                </a:lnTo>
                <a:lnTo>
                  <a:pt x="107" y="20"/>
                </a:lnTo>
                <a:lnTo>
                  <a:pt x="108" y="20"/>
                </a:lnTo>
                <a:lnTo>
                  <a:pt x="108" y="21"/>
                </a:lnTo>
                <a:lnTo>
                  <a:pt x="108" y="22"/>
                </a:lnTo>
                <a:lnTo>
                  <a:pt x="108" y="23"/>
                </a:lnTo>
                <a:lnTo>
                  <a:pt x="109" y="22"/>
                </a:lnTo>
                <a:lnTo>
                  <a:pt x="110" y="21"/>
                </a:lnTo>
                <a:lnTo>
                  <a:pt x="109" y="20"/>
                </a:lnTo>
                <a:lnTo>
                  <a:pt x="109" y="19"/>
                </a:lnTo>
                <a:lnTo>
                  <a:pt x="109" y="18"/>
                </a:lnTo>
                <a:lnTo>
                  <a:pt x="110" y="18"/>
                </a:lnTo>
                <a:lnTo>
                  <a:pt x="111" y="18"/>
                </a:lnTo>
                <a:lnTo>
                  <a:pt x="111" y="19"/>
                </a:lnTo>
                <a:lnTo>
                  <a:pt x="111" y="20"/>
                </a:lnTo>
                <a:lnTo>
                  <a:pt x="111" y="21"/>
                </a:lnTo>
                <a:lnTo>
                  <a:pt x="112" y="22"/>
                </a:lnTo>
                <a:lnTo>
                  <a:pt x="111" y="22"/>
                </a:lnTo>
                <a:lnTo>
                  <a:pt x="111" y="23"/>
                </a:lnTo>
                <a:lnTo>
                  <a:pt x="111" y="24"/>
                </a:lnTo>
                <a:lnTo>
                  <a:pt x="111" y="25"/>
                </a:lnTo>
                <a:lnTo>
                  <a:pt x="111" y="24"/>
                </a:lnTo>
                <a:lnTo>
                  <a:pt x="112" y="24"/>
                </a:lnTo>
                <a:lnTo>
                  <a:pt x="112" y="25"/>
                </a:lnTo>
                <a:lnTo>
                  <a:pt x="111" y="25"/>
                </a:lnTo>
                <a:lnTo>
                  <a:pt x="112" y="25"/>
                </a:lnTo>
                <a:lnTo>
                  <a:pt x="112" y="24"/>
                </a:lnTo>
                <a:lnTo>
                  <a:pt x="111" y="24"/>
                </a:lnTo>
                <a:lnTo>
                  <a:pt x="111" y="23"/>
                </a:lnTo>
                <a:lnTo>
                  <a:pt x="112" y="22"/>
                </a:lnTo>
                <a:lnTo>
                  <a:pt x="113" y="22"/>
                </a:lnTo>
                <a:lnTo>
                  <a:pt x="114" y="22"/>
                </a:lnTo>
                <a:lnTo>
                  <a:pt x="114" y="23"/>
                </a:lnTo>
                <a:lnTo>
                  <a:pt x="114" y="22"/>
                </a:lnTo>
                <a:lnTo>
                  <a:pt x="114" y="21"/>
                </a:lnTo>
                <a:lnTo>
                  <a:pt x="115" y="21"/>
                </a:lnTo>
                <a:lnTo>
                  <a:pt x="115" y="20"/>
                </a:lnTo>
                <a:lnTo>
                  <a:pt x="114" y="20"/>
                </a:lnTo>
                <a:lnTo>
                  <a:pt x="114" y="19"/>
                </a:lnTo>
                <a:lnTo>
                  <a:pt x="115" y="20"/>
                </a:lnTo>
                <a:lnTo>
                  <a:pt x="115" y="19"/>
                </a:lnTo>
                <a:lnTo>
                  <a:pt x="116" y="19"/>
                </a:lnTo>
                <a:lnTo>
                  <a:pt x="116" y="18"/>
                </a:lnTo>
                <a:lnTo>
                  <a:pt x="115" y="18"/>
                </a:lnTo>
                <a:lnTo>
                  <a:pt x="115" y="17"/>
                </a:lnTo>
                <a:lnTo>
                  <a:pt x="116" y="17"/>
                </a:lnTo>
                <a:lnTo>
                  <a:pt x="116" y="18"/>
                </a:lnTo>
                <a:lnTo>
                  <a:pt x="117" y="18"/>
                </a:lnTo>
                <a:lnTo>
                  <a:pt x="118" y="18"/>
                </a:lnTo>
                <a:lnTo>
                  <a:pt x="119" y="18"/>
                </a:lnTo>
                <a:lnTo>
                  <a:pt x="119" y="17"/>
                </a:lnTo>
                <a:lnTo>
                  <a:pt x="120" y="17"/>
                </a:lnTo>
                <a:lnTo>
                  <a:pt x="121" y="17"/>
                </a:lnTo>
                <a:lnTo>
                  <a:pt x="121" y="18"/>
                </a:lnTo>
                <a:lnTo>
                  <a:pt x="121" y="19"/>
                </a:lnTo>
                <a:lnTo>
                  <a:pt x="122" y="19"/>
                </a:lnTo>
                <a:lnTo>
                  <a:pt x="121" y="19"/>
                </a:lnTo>
                <a:lnTo>
                  <a:pt x="122" y="20"/>
                </a:lnTo>
                <a:lnTo>
                  <a:pt x="122" y="21"/>
                </a:lnTo>
                <a:lnTo>
                  <a:pt x="123" y="21"/>
                </a:lnTo>
                <a:lnTo>
                  <a:pt x="124" y="22"/>
                </a:lnTo>
                <a:lnTo>
                  <a:pt x="125" y="22"/>
                </a:lnTo>
                <a:lnTo>
                  <a:pt x="126" y="22"/>
                </a:lnTo>
                <a:lnTo>
                  <a:pt x="127" y="22"/>
                </a:lnTo>
                <a:lnTo>
                  <a:pt x="127" y="21"/>
                </a:lnTo>
                <a:lnTo>
                  <a:pt x="128" y="22"/>
                </a:lnTo>
                <a:lnTo>
                  <a:pt x="127" y="22"/>
                </a:lnTo>
                <a:lnTo>
                  <a:pt x="126" y="23"/>
                </a:lnTo>
                <a:lnTo>
                  <a:pt x="125" y="22"/>
                </a:lnTo>
                <a:lnTo>
                  <a:pt x="124" y="23"/>
                </a:lnTo>
                <a:lnTo>
                  <a:pt x="123" y="24"/>
                </a:lnTo>
                <a:lnTo>
                  <a:pt x="122" y="24"/>
                </a:lnTo>
                <a:lnTo>
                  <a:pt x="122" y="25"/>
                </a:lnTo>
                <a:lnTo>
                  <a:pt x="123" y="25"/>
                </a:lnTo>
                <a:lnTo>
                  <a:pt x="124" y="25"/>
                </a:lnTo>
                <a:lnTo>
                  <a:pt x="125" y="25"/>
                </a:lnTo>
                <a:lnTo>
                  <a:pt x="125" y="26"/>
                </a:lnTo>
                <a:lnTo>
                  <a:pt x="125" y="27"/>
                </a:lnTo>
                <a:lnTo>
                  <a:pt x="125" y="26"/>
                </a:lnTo>
                <a:lnTo>
                  <a:pt x="125" y="25"/>
                </a:lnTo>
                <a:lnTo>
                  <a:pt x="126" y="25"/>
                </a:lnTo>
                <a:lnTo>
                  <a:pt x="126" y="26"/>
                </a:lnTo>
                <a:lnTo>
                  <a:pt x="126" y="25"/>
                </a:lnTo>
                <a:lnTo>
                  <a:pt x="127" y="25"/>
                </a:lnTo>
                <a:lnTo>
                  <a:pt x="126" y="25"/>
                </a:lnTo>
                <a:lnTo>
                  <a:pt x="126" y="24"/>
                </a:lnTo>
                <a:lnTo>
                  <a:pt x="125" y="24"/>
                </a:lnTo>
                <a:lnTo>
                  <a:pt x="125" y="23"/>
                </a:lnTo>
                <a:lnTo>
                  <a:pt x="126" y="23"/>
                </a:lnTo>
                <a:lnTo>
                  <a:pt x="127" y="23"/>
                </a:lnTo>
                <a:lnTo>
                  <a:pt x="128" y="22"/>
                </a:lnTo>
                <a:lnTo>
                  <a:pt x="128" y="21"/>
                </a:lnTo>
                <a:lnTo>
                  <a:pt x="127" y="21"/>
                </a:lnTo>
                <a:lnTo>
                  <a:pt x="127" y="20"/>
                </a:lnTo>
                <a:lnTo>
                  <a:pt x="127" y="21"/>
                </a:lnTo>
                <a:lnTo>
                  <a:pt x="128" y="21"/>
                </a:lnTo>
                <a:lnTo>
                  <a:pt x="128" y="20"/>
                </a:lnTo>
                <a:lnTo>
                  <a:pt x="129" y="20"/>
                </a:lnTo>
                <a:lnTo>
                  <a:pt x="130" y="20"/>
                </a:lnTo>
                <a:lnTo>
                  <a:pt x="130" y="19"/>
                </a:lnTo>
                <a:lnTo>
                  <a:pt x="131" y="18"/>
                </a:lnTo>
                <a:lnTo>
                  <a:pt x="132" y="18"/>
                </a:lnTo>
                <a:lnTo>
                  <a:pt x="133" y="19"/>
                </a:lnTo>
                <a:lnTo>
                  <a:pt x="134" y="19"/>
                </a:lnTo>
                <a:lnTo>
                  <a:pt x="135" y="19"/>
                </a:lnTo>
                <a:lnTo>
                  <a:pt x="135" y="18"/>
                </a:lnTo>
                <a:lnTo>
                  <a:pt x="136" y="18"/>
                </a:lnTo>
                <a:lnTo>
                  <a:pt x="136" y="19"/>
                </a:lnTo>
                <a:lnTo>
                  <a:pt x="136" y="20"/>
                </a:lnTo>
                <a:lnTo>
                  <a:pt x="137" y="19"/>
                </a:lnTo>
                <a:lnTo>
                  <a:pt x="137" y="18"/>
                </a:lnTo>
                <a:lnTo>
                  <a:pt x="136" y="18"/>
                </a:lnTo>
                <a:lnTo>
                  <a:pt x="135" y="18"/>
                </a:lnTo>
                <a:lnTo>
                  <a:pt x="134" y="18"/>
                </a:lnTo>
                <a:lnTo>
                  <a:pt x="133" y="18"/>
                </a:lnTo>
                <a:lnTo>
                  <a:pt x="132" y="18"/>
                </a:lnTo>
                <a:lnTo>
                  <a:pt x="134" y="17"/>
                </a:lnTo>
                <a:lnTo>
                  <a:pt x="135" y="17"/>
                </a:lnTo>
                <a:lnTo>
                  <a:pt x="136" y="17"/>
                </a:lnTo>
                <a:lnTo>
                  <a:pt x="137" y="16"/>
                </a:lnTo>
                <a:lnTo>
                  <a:pt x="137" y="15"/>
                </a:lnTo>
                <a:lnTo>
                  <a:pt x="138" y="15"/>
                </a:lnTo>
                <a:lnTo>
                  <a:pt x="138" y="14"/>
                </a:lnTo>
                <a:lnTo>
                  <a:pt x="139" y="14"/>
                </a:lnTo>
                <a:lnTo>
                  <a:pt x="139" y="13"/>
                </a:lnTo>
                <a:lnTo>
                  <a:pt x="139" y="12"/>
                </a:lnTo>
                <a:lnTo>
                  <a:pt x="140" y="11"/>
                </a:lnTo>
                <a:lnTo>
                  <a:pt x="140" y="10"/>
                </a:lnTo>
                <a:lnTo>
                  <a:pt x="141" y="10"/>
                </a:lnTo>
                <a:lnTo>
                  <a:pt x="142" y="10"/>
                </a:lnTo>
                <a:lnTo>
                  <a:pt x="143" y="10"/>
                </a:lnTo>
                <a:lnTo>
                  <a:pt x="144" y="10"/>
                </a:lnTo>
                <a:lnTo>
                  <a:pt x="145" y="11"/>
                </a:lnTo>
                <a:lnTo>
                  <a:pt x="146" y="11"/>
                </a:lnTo>
                <a:lnTo>
                  <a:pt x="146" y="12"/>
                </a:lnTo>
                <a:lnTo>
                  <a:pt x="147" y="12"/>
                </a:lnTo>
                <a:lnTo>
                  <a:pt x="147" y="13"/>
                </a:lnTo>
                <a:lnTo>
                  <a:pt x="148" y="13"/>
                </a:lnTo>
                <a:lnTo>
                  <a:pt x="149" y="13"/>
                </a:lnTo>
                <a:lnTo>
                  <a:pt x="150" y="14"/>
                </a:lnTo>
                <a:lnTo>
                  <a:pt x="151" y="14"/>
                </a:lnTo>
                <a:lnTo>
                  <a:pt x="151" y="13"/>
                </a:lnTo>
                <a:lnTo>
                  <a:pt x="151" y="12"/>
                </a:lnTo>
                <a:lnTo>
                  <a:pt x="150" y="12"/>
                </a:lnTo>
                <a:lnTo>
                  <a:pt x="151" y="12"/>
                </a:lnTo>
                <a:lnTo>
                  <a:pt x="152" y="12"/>
                </a:lnTo>
                <a:lnTo>
                  <a:pt x="152" y="13"/>
                </a:lnTo>
                <a:lnTo>
                  <a:pt x="153" y="13"/>
                </a:lnTo>
                <a:lnTo>
                  <a:pt x="153" y="12"/>
                </a:lnTo>
                <a:lnTo>
                  <a:pt x="154" y="12"/>
                </a:lnTo>
                <a:lnTo>
                  <a:pt x="154" y="11"/>
                </a:lnTo>
                <a:lnTo>
                  <a:pt x="155" y="11"/>
                </a:lnTo>
                <a:lnTo>
                  <a:pt x="156" y="11"/>
                </a:lnTo>
                <a:lnTo>
                  <a:pt x="155" y="11"/>
                </a:lnTo>
                <a:lnTo>
                  <a:pt x="154" y="10"/>
                </a:lnTo>
                <a:lnTo>
                  <a:pt x="153" y="10"/>
                </a:lnTo>
                <a:lnTo>
                  <a:pt x="153" y="9"/>
                </a:lnTo>
                <a:lnTo>
                  <a:pt x="153" y="8"/>
                </a:lnTo>
                <a:lnTo>
                  <a:pt x="154" y="8"/>
                </a:lnTo>
                <a:lnTo>
                  <a:pt x="155" y="8"/>
                </a:lnTo>
                <a:lnTo>
                  <a:pt x="157" y="7"/>
                </a:lnTo>
                <a:lnTo>
                  <a:pt x="158" y="7"/>
                </a:lnTo>
                <a:lnTo>
                  <a:pt x="159" y="7"/>
                </a:lnTo>
                <a:lnTo>
                  <a:pt x="160" y="8"/>
                </a:lnTo>
                <a:lnTo>
                  <a:pt x="159" y="8"/>
                </a:lnTo>
                <a:lnTo>
                  <a:pt x="160" y="8"/>
                </a:lnTo>
                <a:lnTo>
                  <a:pt x="161" y="8"/>
                </a:lnTo>
                <a:lnTo>
                  <a:pt x="161" y="9"/>
                </a:lnTo>
                <a:lnTo>
                  <a:pt x="162" y="9"/>
                </a:lnTo>
                <a:lnTo>
                  <a:pt x="163" y="9"/>
                </a:lnTo>
                <a:lnTo>
                  <a:pt x="163" y="10"/>
                </a:lnTo>
                <a:lnTo>
                  <a:pt x="164" y="10"/>
                </a:lnTo>
                <a:lnTo>
                  <a:pt x="164" y="11"/>
                </a:lnTo>
                <a:lnTo>
                  <a:pt x="165" y="11"/>
                </a:lnTo>
                <a:lnTo>
                  <a:pt x="166" y="11"/>
                </a:lnTo>
                <a:lnTo>
                  <a:pt x="166" y="12"/>
                </a:lnTo>
                <a:lnTo>
                  <a:pt x="167" y="12"/>
                </a:lnTo>
                <a:lnTo>
                  <a:pt x="168" y="13"/>
                </a:lnTo>
                <a:lnTo>
                  <a:pt x="169" y="13"/>
                </a:lnTo>
                <a:lnTo>
                  <a:pt x="169" y="14"/>
                </a:lnTo>
                <a:lnTo>
                  <a:pt x="170" y="14"/>
                </a:lnTo>
                <a:lnTo>
                  <a:pt x="171" y="14"/>
                </a:lnTo>
                <a:lnTo>
                  <a:pt x="172" y="14"/>
                </a:lnTo>
                <a:lnTo>
                  <a:pt x="173" y="14"/>
                </a:lnTo>
                <a:lnTo>
                  <a:pt x="174" y="14"/>
                </a:lnTo>
                <a:lnTo>
                  <a:pt x="175" y="14"/>
                </a:lnTo>
                <a:lnTo>
                  <a:pt x="175" y="15"/>
                </a:lnTo>
                <a:lnTo>
                  <a:pt x="174" y="15"/>
                </a:lnTo>
                <a:lnTo>
                  <a:pt x="174" y="16"/>
                </a:lnTo>
                <a:lnTo>
                  <a:pt x="174" y="17"/>
                </a:lnTo>
                <a:lnTo>
                  <a:pt x="175" y="18"/>
                </a:lnTo>
                <a:lnTo>
                  <a:pt x="175" y="19"/>
                </a:lnTo>
                <a:lnTo>
                  <a:pt x="175" y="20"/>
                </a:lnTo>
                <a:lnTo>
                  <a:pt x="175" y="19"/>
                </a:lnTo>
                <a:lnTo>
                  <a:pt x="176" y="19"/>
                </a:lnTo>
                <a:lnTo>
                  <a:pt x="176" y="18"/>
                </a:lnTo>
                <a:lnTo>
                  <a:pt x="177" y="18"/>
                </a:lnTo>
                <a:lnTo>
                  <a:pt x="177" y="17"/>
                </a:lnTo>
                <a:lnTo>
                  <a:pt x="177" y="16"/>
                </a:lnTo>
                <a:lnTo>
                  <a:pt x="178" y="16"/>
                </a:lnTo>
                <a:lnTo>
                  <a:pt x="179" y="17"/>
                </a:lnTo>
                <a:lnTo>
                  <a:pt x="178" y="18"/>
                </a:lnTo>
                <a:lnTo>
                  <a:pt x="178" y="19"/>
                </a:lnTo>
                <a:lnTo>
                  <a:pt x="179" y="20"/>
                </a:lnTo>
                <a:lnTo>
                  <a:pt x="179" y="21"/>
                </a:lnTo>
                <a:lnTo>
                  <a:pt x="178" y="21"/>
                </a:lnTo>
                <a:lnTo>
                  <a:pt x="177" y="21"/>
                </a:lnTo>
                <a:lnTo>
                  <a:pt x="176" y="21"/>
                </a:lnTo>
                <a:lnTo>
                  <a:pt x="177" y="21"/>
                </a:lnTo>
                <a:lnTo>
                  <a:pt x="178" y="21"/>
                </a:lnTo>
                <a:lnTo>
                  <a:pt x="178" y="22"/>
                </a:lnTo>
                <a:lnTo>
                  <a:pt x="178" y="21"/>
                </a:lnTo>
                <a:lnTo>
                  <a:pt x="179" y="21"/>
                </a:lnTo>
                <a:lnTo>
                  <a:pt x="179" y="22"/>
                </a:lnTo>
                <a:lnTo>
                  <a:pt x="178" y="22"/>
                </a:lnTo>
                <a:lnTo>
                  <a:pt x="178" y="23"/>
                </a:lnTo>
                <a:lnTo>
                  <a:pt x="178" y="22"/>
                </a:lnTo>
                <a:lnTo>
                  <a:pt x="178" y="23"/>
                </a:lnTo>
                <a:lnTo>
                  <a:pt x="179" y="23"/>
                </a:lnTo>
                <a:lnTo>
                  <a:pt x="179" y="24"/>
                </a:lnTo>
                <a:lnTo>
                  <a:pt x="179" y="25"/>
                </a:lnTo>
                <a:lnTo>
                  <a:pt x="180" y="25"/>
                </a:lnTo>
                <a:lnTo>
                  <a:pt x="180" y="26"/>
                </a:lnTo>
                <a:lnTo>
                  <a:pt x="180" y="27"/>
                </a:lnTo>
                <a:lnTo>
                  <a:pt x="181" y="26"/>
                </a:lnTo>
                <a:lnTo>
                  <a:pt x="180" y="26"/>
                </a:lnTo>
                <a:lnTo>
                  <a:pt x="180" y="25"/>
                </a:lnTo>
                <a:lnTo>
                  <a:pt x="180" y="24"/>
                </a:lnTo>
                <a:lnTo>
                  <a:pt x="181" y="24"/>
                </a:lnTo>
                <a:lnTo>
                  <a:pt x="182" y="24"/>
                </a:lnTo>
                <a:lnTo>
                  <a:pt x="183" y="24"/>
                </a:lnTo>
                <a:lnTo>
                  <a:pt x="183" y="23"/>
                </a:lnTo>
                <a:lnTo>
                  <a:pt x="182" y="22"/>
                </a:lnTo>
                <a:lnTo>
                  <a:pt x="182" y="21"/>
                </a:lnTo>
                <a:lnTo>
                  <a:pt x="182" y="20"/>
                </a:lnTo>
                <a:lnTo>
                  <a:pt x="182" y="19"/>
                </a:lnTo>
                <a:lnTo>
                  <a:pt x="181" y="18"/>
                </a:lnTo>
                <a:lnTo>
                  <a:pt x="181" y="17"/>
                </a:lnTo>
                <a:lnTo>
                  <a:pt x="181" y="16"/>
                </a:lnTo>
                <a:lnTo>
                  <a:pt x="180" y="16"/>
                </a:lnTo>
                <a:lnTo>
                  <a:pt x="180" y="15"/>
                </a:lnTo>
                <a:lnTo>
                  <a:pt x="181" y="15"/>
                </a:lnTo>
                <a:lnTo>
                  <a:pt x="180" y="15"/>
                </a:lnTo>
                <a:lnTo>
                  <a:pt x="181" y="15"/>
                </a:lnTo>
                <a:lnTo>
                  <a:pt x="181" y="14"/>
                </a:lnTo>
                <a:lnTo>
                  <a:pt x="180" y="14"/>
                </a:lnTo>
                <a:lnTo>
                  <a:pt x="179" y="14"/>
                </a:lnTo>
                <a:lnTo>
                  <a:pt x="178" y="14"/>
                </a:lnTo>
                <a:lnTo>
                  <a:pt x="177" y="14"/>
                </a:lnTo>
                <a:lnTo>
                  <a:pt x="178" y="14"/>
                </a:lnTo>
                <a:lnTo>
                  <a:pt x="177" y="13"/>
                </a:lnTo>
                <a:lnTo>
                  <a:pt x="177" y="12"/>
                </a:lnTo>
                <a:lnTo>
                  <a:pt x="177" y="11"/>
                </a:lnTo>
                <a:lnTo>
                  <a:pt x="177" y="10"/>
                </a:lnTo>
                <a:lnTo>
                  <a:pt x="177" y="9"/>
                </a:lnTo>
                <a:lnTo>
                  <a:pt x="178" y="9"/>
                </a:lnTo>
                <a:lnTo>
                  <a:pt x="178" y="8"/>
                </a:lnTo>
                <a:lnTo>
                  <a:pt x="178" y="7"/>
                </a:lnTo>
                <a:lnTo>
                  <a:pt x="177" y="7"/>
                </a:lnTo>
                <a:lnTo>
                  <a:pt x="179" y="6"/>
                </a:lnTo>
                <a:lnTo>
                  <a:pt x="179" y="5"/>
                </a:lnTo>
                <a:lnTo>
                  <a:pt x="180" y="5"/>
                </a:lnTo>
                <a:lnTo>
                  <a:pt x="179" y="5"/>
                </a:lnTo>
                <a:lnTo>
                  <a:pt x="180" y="5"/>
                </a:lnTo>
                <a:lnTo>
                  <a:pt x="181" y="5"/>
                </a:lnTo>
                <a:lnTo>
                  <a:pt x="182" y="5"/>
                </a:lnTo>
                <a:lnTo>
                  <a:pt x="183" y="5"/>
                </a:lnTo>
                <a:lnTo>
                  <a:pt x="184" y="5"/>
                </a:lnTo>
                <a:lnTo>
                  <a:pt x="185" y="5"/>
                </a:lnTo>
                <a:lnTo>
                  <a:pt x="185" y="4"/>
                </a:lnTo>
                <a:lnTo>
                  <a:pt x="186" y="3"/>
                </a:lnTo>
                <a:lnTo>
                  <a:pt x="187" y="2"/>
                </a:lnTo>
                <a:lnTo>
                  <a:pt x="187" y="1"/>
                </a:lnTo>
                <a:lnTo>
                  <a:pt x="186" y="1"/>
                </a:lnTo>
                <a:lnTo>
                  <a:pt x="186" y="0"/>
                </a:lnTo>
                <a:lnTo>
                  <a:pt x="187" y="0"/>
                </a:lnTo>
                <a:lnTo>
                  <a:pt x="188" y="0"/>
                </a:lnTo>
                <a:lnTo>
                  <a:pt x="188" y="1"/>
                </a:lnTo>
                <a:lnTo>
                  <a:pt x="188" y="2"/>
                </a:lnTo>
                <a:lnTo>
                  <a:pt x="189" y="2"/>
                </a:lnTo>
                <a:lnTo>
                  <a:pt x="189" y="3"/>
                </a:lnTo>
                <a:lnTo>
                  <a:pt x="189" y="6"/>
                </a:lnTo>
                <a:lnTo>
                  <a:pt x="190" y="8"/>
                </a:lnTo>
                <a:lnTo>
                  <a:pt x="190" y="9"/>
                </a:lnTo>
                <a:lnTo>
                  <a:pt x="192" y="10"/>
                </a:lnTo>
                <a:lnTo>
                  <a:pt x="192" y="1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54" name=""/>
          <p:cNvSpPr/>
          <p:nvPr/>
        </p:nvSpPr>
        <p:spPr>
          <a:xfrm>
            <a:off x="4318560" y="44276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55" name=""/>
          <p:cNvSpPr/>
          <p:nvPr/>
        </p:nvSpPr>
        <p:spPr>
          <a:xfrm>
            <a:off x="4255200" y="4423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56" name=""/>
          <p:cNvSpPr/>
          <p:nvPr/>
        </p:nvSpPr>
        <p:spPr>
          <a:xfrm>
            <a:off x="4271400" y="441072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3" y="0"/>
                </a:move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57" name=""/>
          <p:cNvSpPr/>
          <p:nvPr/>
        </p:nvSpPr>
        <p:spPr>
          <a:xfrm>
            <a:off x="4337640" y="44020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58" name=""/>
          <p:cNvSpPr/>
          <p:nvPr/>
        </p:nvSpPr>
        <p:spPr>
          <a:xfrm>
            <a:off x="4316400" y="43981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59" name=""/>
          <p:cNvSpPr/>
          <p:nvPr/>
        </p:nvSpPr>
        <p:spPr>
          <a:xfrm>
            <a:off x="4305960" y="4395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60" name=""/>
          <p:cNvSpPr/>
          <p:nvPr/>
        </p:nvSpPr>
        <p:spPr>
          <a:xfrm>
            <a:off x="4370040" y="455544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2" y="1"/>
                </a:moveTo>
                <a:lnTo>
                  <a:pt x="3" y="1"/>
                </a:lnTo>
                <a:lnTo>
                  <a:pt x="5" y="0"/>
                </a:lnTo>
                <a:lnTo>
                  <a:pt x="6" y="1"/>
                </a:lnTo>
                <a:lnTo>
                  <a:pt x="6" y="2"/>
                </a:lnTo>
                <a:lnTo>
                  <a:pt x="5" y="5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3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61" name=""/>
          <p:cNvSpPr/>
          <p:nvPr/>
        </p:nvSpPr>
        <p:spPr>
          <a:xfrm>
            <a:off x="4355640" y="454356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0" y="2"/>
                </a:move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7" y="0"/>
                </a:lnTo>
                <a:lnTo>
                  <a:pt x="7" y="2"/>
                </a:lnTo>
                <a:lnTo>
                  <a:pt x="7" y="3"/>
                </a:lnTo>
                <a:lnTo>
                  <a:pt x="5" y="4"/>
                </a:lnTo>
                <a:lnTo>
                  <a:pt x="4" y="5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62" name=""/>
          <p:cNvSpPr/>
          <p:nvPr/>
        </p:nvSpPr>
        <p:spPr>
          <a:xfrm>
            <a:off x="4353840" y="453816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63" name=""/>
          <p:cNvSpPr/>
          <p:nvPr/>
        </p:nvSpPr>
        <p:spPr>
          <a:xfrm>
            <a:off x="4349160" y="4536360"/>
            <a:ext cx="5040" cy="4320"/>
          </a:xfrm>
          <a:custGeom>
            <a:avLst/>
            <a:gdLst/>
            <a:ahLst/>
            <a:rect l="0" t="0" r="r" b="b"/>
            <a:pathLst>
              <a:path w="14" h="12">
                <a:moveTo>
                  <a:pt x="4" y="6"/>
                </a:moveTo>
                <a:lnTo>
                  <a:pt x="3" y="7"/>
                </a:lnTo>
                <a:lnTo>
                  <a:pt x="3" y="8"/>
                </a:lnTo>
                <a:lnTo>
                  <a:pt x="3" y="9"/>
                </a:lnTo>
                <a:lnTo>
                  <a:pt x="4" y="9"/>
                </a:lnTo>
                <a:lnTo>
                  <a:pt x="5" y="9"/>
                </a:lnTo>
                <a:lnTo>
                  <a:pt x="6" y="9"/>
                </a:lnTo>
                <a:lnTo>
                  <a:pt x="7" y="8"/>
                </a:lnTo>
                <a:lnTo>
                  <a:pt x="7" y="7"/>
                </a:lnTo>
                <a:lnTo>
                  <a:pt x="8" y="6"/>
                </a:lnTo>
                <a:lnTo>
                  <a:pt x="11" y="6"/>
                </a:lnTo>
                <a:lnTo>
                  <a:pt x="13" y="5"/>
                </a:lnTo>
                <a:lnTo>
                  <a:pt x="13" y="6"/>
                </a:lnTo>
                <a:lnTo>
                  <a:pt x="14" y="7"/>
                </a:lnTo>
                <a:lnTo>
                  <a:pt x="13" y="7"/>
                </a:lnTo>
                <a:lnTo>
                  <a:pt x="11" y="8"/>
                </a:lnTo>
                <a:lnTo>
                  <a:pt x="10" y="8"/>
                </a:lnTo>
                <a:lnTo>
                  <a:pt x="8" y="9"/>
                </a:lnTo>
                <a:lnTo>
                  <a:pt x="6" y="10"/>
                </a:lnTo>
                <a:lnTo>
                  <a:pt x="4" y="12"/>
                </a:lnTo>
                <a:lnTo>
                  <a:pt x="3" y="12"/>
                </a:lnTo>
                <a:lnTo>
                  <a:pt x="1" y="12"/>
                </a:lnTo>
                <a:lnTo>
                  <a:pt x="1" y="10"/>
                </a:lnTo>
                <a:lnTo>
                  <a:pt x="0" y="9"/>
                </a:lnTo>
                <a:lnTo>
                  <a:pt x="1" y="7"/>
                </a:lnTo>
                <a:lnTo>
                  <a:pt x="1" y="6"/>
                </a:lnTo>
                <a:lnTo>
                  <a:pt x="5" y="3"/>
                </a:lnTo>
                <a:lnTo>
                  <a:pt x="8" y="1"/>
                </a:lnTo>
                <a:lnTo>
                  <a:pt x="10" y="1"/>
                </a:lnTo>
                <a:lnTo>
                  <a:pt x="11" y="1"/>
                </a:lnTo>
                <a:lnTo>
                  <a:pt x="12" y="0"/>
                </a:lnTo>
                <a:lnTo>
                  <a:pt x="12" y="1"/>
                </a:lnTo>
                <a:lnTo>
                  <a:pt x="11" y="2"/>
                </a:lnTo>
                <a:lnTo>
                  <a:pt x="10" y="3"/>
                </a:lnTo>
                <a:lnTo>
                  <a:pt x="8" y="3"/>
                </a:lnTo>
                <a:lnTo>
                  <a:pt x="6" y="5"/>
                </a:lnTo>
                <a:lnTo>
                  <a:pt x="4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64" name=""/>
          <p:cNvSpPr/>
          <p:nvPr/>
        </p:nvSpPr>
        <p:spPr>
          <a:xfrm>
            <a:off x="4353120" y="4536000"/>
            <a:ext cx="4680" cy="3240"/>
          </a:xfrm>
          <a:custGeom>
            <a:avLst/>
            <a:gdLst/>
            <a:ahLst/>
            <a:rect l="0" t="0" r="r" b="b"/>
            <a:pathLst>
              <a:path w="13" h="9">
                <a:moveTo>
                  <a:pt x="7" y="9"/>
                </a:moveTo>
                <a:lnTo>
                  <a:pt x="6" y="9"/>
                </a:lnTo>
                <a:lnTo>
                  <a:pt x="4" y="9"/>
                </a:lnTo>
                <a:lnTo>
                  <a:pt x="4" y="8"/>
                </a:lnTo>
                <a:lnTo>
                  <a:pt x="5" y="8"/>
                </a:lnTo>
                <a:lnTo>
                  <a:pt x="7" y="8"/>
                </a:lnTo>
                <a:lnTo>
                  <a:pt x="9" y="7"/>
                </a:lnTo>
                <a:lnTo>
                  <a:pt x="11" y="7"/>
                </a:lnTo>
                <a:lnTo>
                  <a:pt x="11" y="6"/>
                </a:lnTo>
                <a:lnTo>
                  <a:pt x="11" y="5"/>
                </a:lnTo>
                <a:lnTo>
                  <a:pt x="11" y="3"/>
                </a:lnTo>
                <a:lnTo>
                  <a:pt x="11" y="2"/>
                </a:lnTo>
                <a:lnTo>
                  <a:pt x="9" y="2"/>
                </a:lnTo>
                <a:lnTo>
                  <a:pt x="8" y="2"/>
                </a:lnTo>
                <a:lnTo>
                  <a:pt x="7" y="2"/>
                </a:lnTo>
                <a:lnTo>
                  <a:pt x="6" y="2"/>
                </a:lnTo>
                <a:lnTo>
                  <a:pt x="4" y="3"/>
                </a:lnTo>
                <a:lnTo>
                  <a:pt x="3" y="3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7" y="1"/>
                </a:lnTo>
                <a:lnTo>
                  <a:pt x="9" y="0"/>
                </a:lnTo>
                <a:lnTo>
                  <a:pt x="11" y="0"/>
                </a:lnTo>
                <a:lnTo>
                  <a:pt x="13" y="1"/>
                </a:lnTo>
                <a:lnTo>
                  <a:pt x="13" y="3"/>
                </a:lnTo>
                <a:lnTo>
                  <a:pt x="13" y="5"/>
                </a:lnTo>
                <a:lnTo>
                  <a:pt x="13" y="6"/>
                </a:lnTo>
                <a:lnTo>
                  <a:pt x="12" y="8"/>
                </a:lnTo>
                <a:lnTo>
                  <a:pt x="9" y="9"/>
                </a:lnTo>
                <a:lnTo>
                  <a:pt x="7" y="9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65" name=""/>
          <p:cNvSpPr/>
          <p:nvPr/>
        </p:nvSpPr>
        <p:spPr>
          <a:xfrm>
            <a:off x="4375800" y="4534560"/>
            <a:ext cx="5400" cy="2160"/>
          </a:xfrm>
          <a:custGeom>
            <a:avLst/>
            <a:gdLst/>
            <a:ahLst/>
            <a:rect l="0" t="0" r="r" b="b"/>
            <a:pathLst>
              <a:path w="15" h="6">
                <a:moveTo>
                  <a:pt x="7" y="4"/>
                </a:moveTo>
                <a:lnTo>
                  <a:pt x="6" y="5"/>
                </a:lnTo>
                <a:lnTo>
                  <a:pt x="3" y="6"/>
                </a:lnTo>
                <a:lnTo>
                  <a:pt x="2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2" y="3"/>
                </a:lnTo>
                <a:lnTo>
                  <a:pt x="5" y="1"/>
                </a:lnTo>
                <a:lnTo>
                  <a:pt x="7" y="1"/>
                </a:lnTo>
                <a:lnTo>
                  <a:pt x="11" y="0"/>
                </a:lnTo>
                <a:lnTo>
                  <a:pt x="12" y="0"/>
                </a:lnTo>
                <a:lnTo>
                  <a:pt x="14" y="0"/>
                </a:lnTo>
                <a:lnTo>
                  <a:pt x="15" y="0"/>
                </a:lnTo>
                <a:lnTo>
                  <a:pt x="15" y="3"/>
                </a:lnTo>
                <a:lnTo>
                  <a:pt x="14" y="4"/>
                </a:lnTo>
                <a:lnTo>
                  <a:pt x="13" y="4"/>
                </a:lnTo>
                <a:lnTo>
                  <a:pt x="11" y="4"/>
                </a:lnTo>
                <a:lnTo>
                  <a:pt x="9" y="3"/>
                </a:lnTo>
                <a:lnTo>
                  <a:pt x="8" y="4"/>
                </a:lnTo>
                <a:lnTo>
                  <a:pt x="7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66" name=""/>
          <p:cNvSpPr/>
          <p:nvPr/>
        </p:nvSpPr>
        <p:spPr>
          <a:xfrm>
            <a:off x="4362480" y="4532760"/>
            <a:ext cx="4320" cy="2520"/>
          </a:xfrm>
          <a:custGeom>
            <a:avLst/>
            <a:gdLst/>
            <a:ahLst/>
            <a:rect l="0" t="0" r="r" b="b"/>
            <a:pathLst>
              <a:path w="12" h="7">
                <a:moveTo>
                  <a:pt x="0" y="5"/>
                </a:moveTo>
                <a:lnTo>
                  <a:pt x="0" y="4"/>
                </a:lnTo>
                <a:lnTo>
                  <a:pt x="2" y="4"/>
                </a:lnTo>
                <a:lnTo>
                  <a:pt x="3" y="3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0"/>
                </a:lnTo>
                <a:lnTo>
                  <a:pt x="9" y="1"/>
                </a:lnTo>
                <a:lnTo>
                  <a:pt x="10" y="1"/>
                </a:lnTo>
                <a:lnTo>
                  <a:pt x="10" y="3"/>
                </a:lnTo>
                <a:lnTo>
                  <a:pt x="12" y="4"/>
                </a:lnTo>
                <a:lnTo>
                  <a:pt x="10" y="5"/>
                </a:lnTo>
                <a:lnTo>
                  <a:pt x="9" y="6"/>
                </a:lnTo>
                <a:lnTo>
                  <a:pt x="7" y="6"/>
                </a:lnTo>
                <a:lnTo>
                  <a:pt x="6" y="6"/>
                </a:lnTo>
                <a:lnTo>
                  <a:pt x="4" y="7"/>
                </a:lnTo>
                <a:lnTo>
                  <a:pt x="3" y="7"/>
                </a:lnTo>
                <a:lnTo>
                  <a:pt x="2" y="6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67" name=""/>
          <p:cNvSpPr/>
          <p:nvPr/>
        </p:nvSpPr>
        <p:spPr>
          <a:xfrm>
            <a:off x="4353480" y="452952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68" name=""/>
          <p:cNvSpPr/>
          <p:nvPr/>
        </p:nvSpPr>
        <p:spPr>
          <a:xfrm>
            <a:off x="4349520" y="452808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0" y="4"/>
                </a:move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4" y="1"/>
                </a:lnTo>
                <a:lnTo>
                  <a:pt x="4" y="2"/>
                </a:lnTo>
                <a:lnTo>
                  <a:pt x="4" y="3"/>
                </a:lnTo>
                <a:lnTo>
                  <a:pt x="6" y="3"/>
                </a:lnTo>
                <a:lnTo>
                  <a:pt x="6" y="4"/>
                </a:lnTo>
                <a:lnTo>
                  <a:pt x="6" y="6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69" name=""/>
          <p:cNvSpPr/>
          <p:nvPr/>
        </p:nvSpPr>
        <p:spPr>
          <a:xfrm>
            <a:off x="4354920" y="4525920"/>
            <a:ext cx="1800" cy="3960"/>
          </a:xfrm>
          <a:custGeom>
            <a:avLst/>
            <a:gdLst/>
            <a:ahLst/>
            <a:rect l="0" t="0" r="r" b="b"/>
            <a:pathLst>
              <a:path w="5" h="11">
                <a:moveTo>
                  <a:pt x="2" y="8"/>
                </a:moveTo>
                <a:lnTo>
                  <a:pt x="3" y="8"/>
                </a:ln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2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4" y="2"/>
                </a:lnTo>
                <a:lnTo>
                  <a:pt x="5" y="2"/>
                </a:lnTo>
                <a:lnTo>
                  <a:pt x="5" y="4"/>
                </a:lnTo>
                <a:lnTo>
                  <a:pt x="5" y="5"/>
                </a:lnTo>
                <a:lnTo>
                  <a:pt x="5" y="6"/>
                </a:lnTo>
                <a:lnTo>
                  <a:pt x="4" y="8"/>
                </a:lnTo>
                <a:lnTo>
                  <a:pt x="3" y="9"/>
                </a:lnTo>
                <a:lnTo>
                  <a:pt x="3" y="10"/>
                </a:lnTo>
                <a:lnTo>
                  <a:pt x="2" y="11"/>
                </a:ln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2" y="8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70" name=""/>
          <p:cNvSpPr/>
          <p:nvPr/>
        </p:nvSpPr>
        <p:spPr>
          <a:xfrm>
            <a:off x="4349880" y="4527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71" name=""/>
          <p:cNvSpPr/>
          <p:nvPr/>
        </p:nvSpPr>
        <p:spPr>
          <a:xfrm>
            <a:off x="4350240" y="452592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1" y="2"/>
                </a:move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4" y="2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72" name=""/>
          <p:cNvSpPr/>
          <p:nvPr/>
        </p:nvSpPr>
        <p:spPr>
          <a:xfrm>
            <a:off x="4354200" y="4525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73" name=""/>
          <p:cNvSpPr/>
          <p:nvPr/>
        </p:nvSpPr>
        <p:spPr>
          <a:xfrm>
            <a:off x="4354200" y="45259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74" name=""/>
          <p:cNvSpPr/>
          <p:nvPr/>
        </p:nvSpPr>
        <p:spPr>
          <a:xfrm>
            <a:off x="4353480" y="45252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75" name=""/>
          <p:cNvSpPr/>
          <p:nvPr/>
        </p:nvSpPr>
        <p:spPr>
          <a:xfrm>
            <a:off x="4352040" y="452484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1"/>
                </a:move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76" name=""/>
          <p:cNvSpPr/>
          <p:nvPr/>
        </p:nvSpPr>
        <p:spPr>
          <a:xfrm>
            <a:off x="4353480" y="452412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1" y="3"/>
                </a:move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77" name=""/>
          <p:cNvSpPr/>
          <p:nvPr/>
        </p:nvSpPr>
        <p:spPr>
          <a:xfrm>
            <a:off x="4370040" y="451692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0" y="1"/>
                </a:moveTo>
                <a:lnTo>
                  <a:pt x="0" y="0"/>
                </a:lnTo>
                <a:lnTo>
                  <a:pt x="2" y="0"/>
                </a:ln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  <a:lnTo>
                  <a:pt x="6" y="5"/>
                </a:lnTo>
                <a:lnTo>
                  <a:pt x="5" y="5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78" name=""/>
          <p:cNvSpPr/>
          <p:nvPr/>
        </p:nvSpPr>
        <p:spPr>
          <a:xfrm>
            <a:off x="4374360" y="451512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3" y="0"/>
                </a:moveTo>
                <a:lnTo>
                  <a:pt x="1" y="2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79" name=""/>
          <p:cNvSpPr/>
          <p:nvPr/>
        </p:nvSpPr>
        <p:spPr>
          <a:xfrm>
            <a:off x="4373280" y="4510080"/>
            <a:ext cx="2160" cy="2880"/>
          </a:xfrm>
          <a:custGeom>
            <a:avLst/>
            <a:gdLst/>
            <a:ahLst/>
            <a:rect l="0" t="0" r="r" b="b"/>
            <a:pathLst>
              <a:path w="6" h="8">
                <a:moveTo>
                  <a:pt x="1" y="5"/>
                </a:move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3" y="2"/>
                </a:lnTo>
                <a:lnTo>
                  <a:pt x="4" y="5"/>
                </a:lnTo>
                <a:lnTo>
                  <a:pt x="6" y="6"/>
                </a:lnTo>
                <a:lnTo>
                  <a:pt x="6" y="7"/>
                </a:lnTo>
                <a:lnTo>
                  <a:pt x="6" y="8"/>
                </a:lnTo>
                <a:lnTo>
                  <a:pt x="4" y="8"/>
                </a:lnTo>
                <a:lnTo>
                  <a:pt x="3" y="8"/>
                </a:lnTo>
                <a:lnTo>
                  <a:pt x="3" y="7"/>
                </a:lnTo>
                <a:lnTo>
                  <a:pt x="2" y="5"/>
                </a:lnTo>
                <a:lnTo>
                  <a:pt x="1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0" name=""/>
          <p:cNvSpPr/>
          <p:nvPr/>
        </p:nvSpPr>
        <p:spPr>
          <a:xfrm>
            <a:off x="4370040" y="4509360"/>
            <a:ext cx="3240" cy="2160"/>
          </a:xfrm>
          <a:custGeom>
            <a:avLst/>
            <a:gdLst/>
            <a:ahLst/>
            <a:rect l="0" t="0" r="r" b="b"/>
            <a:pathLst>
              <a:path w="9" h="6">
                <a:moveTo>
                  <a:pt x="5" y="4"/>
                </a:moveTo>
                <a:lnTo>
                  <a:pt x="4" y="4"/>
                </a:lnTo>
                <a:lnTo>
                  <a:pt x="3" y="6"/>
                </a:ln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2"/>
                </a:lnTo>
                <a:lnTo>
                  <a:pt x="8" y="2"/>
                </a:lnTo>
                <a:lnTo>
                  <a:pt x="9" y="3"/>
                </a:lnTo>
                <a:lnTo>
                  <a:pt x="9" y="4"/>
                </a:lnTo>
                <a:lnTo>
                  <a:pt x="8" y="4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1" name=""/>
          <p:cNvSpPr/>
          <p:nvPr/>
        </p:nvSpPr>
        <p:spPr>
          <a:xfrm>
            <a:off x="4403160" y="4902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2" name=""/>
          <p:cNvSpPr/>
          <p:nvPr/>
        </p:nvSpPr>
        <p:spPr>
          <a:xfrm>
            <a:off x="4403880" y="49017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3" name=""/>
          <p:cNvSpPr/>
          <p:nvPr/>
        </p:nvSpPr>
        <p:spPr>
          <a:xfrm>
            <a:off x="4407480" y="4829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4" name=""/>
          <p:cNvSpPr/>
          <p:nvPr/>
        </p:nvSpPr>
        <p:spPr>
          <a:xfrm>
            <a:off x="4419000" y="48045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5" name=""/>
          <p:cNvSpPr/>
          <p:nvPr/>
        </p:nvSpPr>
        <p:spPr>
          <a:xfrm>
            <a:off x="4440240" y="4753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6" name=""/>
          <p:cNvSpPr/>
          <p:nvPr/>
        </p:nvSpPr>
        <p:spPr>
          <a:xfrm>
            <a:off x="4437360" y="47282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7" name=""/>
          <p:cNvSpPr/>
          <p:nvPr/>
        </p:nvSpPr>
        <p:spPr>
          <a:xfrm>
            <a:off x="4552200" y="45788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8" name=""/>
          <p:cNvSpPr/>
          <p:nvPr/>
        </p:nvSpPr>
        <p:spPr>
          <a:xfrm>
            <a:off x="4550760" y="45788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9" name=""/>
          <p:cNvSpPr/>
          <p:nvPr/>
        </p:nvSpPr>
        <p:spPr>
          <a:xfrm>
            <a:off x="4549320" y="45788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90" name=""/>
          <p:cNvSpPr/>
          <p:nvPr/>
        </p:nvSpPr>
        <p:spPr>
          <a:xfrm>
            <a:off x="4552920" y="45777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91" name=""/>
          <p:cNvSpPr/>
          <p:nvPr/>
        </p:nvSpPr>
        <p:spPr>
          <a:xfrm>
            <a:off x="4549320" y="4574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92" name=""/>
          <p:cNvSpPr/>
          <p:nvPr/>
        </p:nvSpPr>
        <p:spPr>
          <a:xfrm>
            <a:off x="4377960" y="4543560"/>
            <a:ext cx="5760" cy="2880"/>
          </a:xfrm>
          <a:custGeom>
            <a:avLst/>
            <a:gdLst/>
            <a:ahLst/>
            <a:rect l="0" t="0" r="r" b="b"/>
            <a:pathLst>
              <a:path w="16" h="8">
                <a:moveTo>
                  <a:pt x="15" y="5"/>
                </a:moveTo>
                <a:lnTo>
                  <a:pt x="14" y="6"/>
                </a:lnTo>
                <a:lnTo>
                  <a:pt x="13" y="7"/>
                </a:lnTo>
                <a:lnTo>
                  <a:pt x="11" y="7"/>
                </a:lnTo>
                <a:lnTo>
                  <a:pt x="7" y="7"/>
                </a:lnTo>
                <a:lnTo>
                  <a:pt x="2" y="8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0" y="3"/>
                </a:lnTo>
                <a:lnTo>
                  <a:pt x="1" y="3"/>
                </a:lnTo>
                <a:lnTo>
                  <a:pt x="2" y="2"/>
                </a:lnTo>
                <a:lnTo>
                  <a:pt x="3" y="2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0"/>
                </a:lnTo>
                <a:lnTo>
                  <a:pt x="11" y="0"/>
                </a:lnTo>
                <a:lnTo>
                  <a:pt x="13" y="0"/>
                </a:lnTo>
                <a:lnTo>
                  <a:pt x="14" y="0"/>
                </a:lnTo>
                <a:lnTo>
                  <a:pt x="15" y="0"/>
                </a:lnTo>
                <a:lnTo>
                  <a:pt x="16" y="1"/>
                </a:lnTo>
                <a:lnTo>
                  <a:pt x="16" y="2"/>
                </a:lnTo>
                <a:lnTo>
                  <a:pt x="16" y="3"/>
                </a:lnTo>
                <a:lnTo>
                  <a:pt x="15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93" name=""/>
          <p:cNvSpPr/>
          <p:nvPr/>
        </p:nvSpPr>
        <p:spPr>
          <a:xfrm>
            <a:off x="4515480" y="4532400"/>
            <a:ext cx="2520" cy="3240"/>
          </a:xfrm>
          <a:custGeom>
            <a:avLst/>
            <a:gdLst/>
            <a:ahLst/>
            <a:rect l="0" t="0" r="r" b="b"/>
            <a:pathLst>
              <a:path w="7" h="9">
                <a:moveTo>
                  <a:pt x="3" y="0"/>
                </a:moveTo>
                <a:lnTo>
                  <a:pt x="6" y="1"/>
                </a:lnTo>
                <a:lnTo>
                  <a:pt x="7" y="2"/>
                </a:lnTo>
                <a:lnTo>
                  <a:pt x="7" y="4"/>
                </a:lnTo>
                <a:lnTo>
                  <a:pt x="6" y="6"/>
                </a:lnTo>
                <a:lnTo>
                  <a:pt x="4" y="8"/>
                </a:lnTo>
                <a:lnTo>
                  <a:pt x="2" y="9"/>
                </a:lnTo>
                <a:lnTo>
                  <a:pt x="1" y="6"/>
                </a:lnTo>
                <a:lnTo>
                  <a:pt x="0" y="4"/>
                </a:lnTo>
                <a:lnTo>
                  <a:pt x="1" y="2"/>
                </a:lnTo>
                <a:lnTo>
                  <a:pt x="2" y="1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94" name=""/>
          <p:cNvSpPr/>
          <p:nvPr/>
        </p:nvSpPr>
        <p:spPr>
          <a:xfrm>
            <a:off x="4385160" y="453276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1" y="0"/>
                </a:moveTo>
                <a:lnTo>
                  <a:pt x="3" y="1"/>
                </a:lnTo>
                <a:lnTo>
                  <a:pt x="4" y="3"/>
                </a:lnTo>
                <a:lnTo>
                  <a:pt x="4" y="4"/>
                </a:lnTo>
                <a:lnTo>
                  <a:pt x="3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95" name=""/>
          <p:cNvSpPr/>
          <p:nvPr/>
        </p:nvSpPr>
        <p:spPr>
          <a:xfrm>
            <a:off x="4384440" y="453024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0" y="1"/>
                </a:moveTo>
                <a:lnTo>
                  <a:pt x="1" y="0"/>
                </a:lnTo>
                <a:lnTo>
                  <a:pt x="2" y="1"/>
                </a:lnTo>
                <a:lnTo>
                  <a:pt x="4" y="3"/>
                </a:lnTo>
                <a:lnTo>
                  <a:pt x="4" y="4"/>
                </a:lnTo>
                <a:lnTo>
                  <a:pt x="2" y="5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96" name=""/>
          <p:cNvSpPr/>
          <p:nvPr/>
        </p:nvSpPr>
        <p:spPr>
          <a:xfrm>
            <a:off x="4379400" y="4526280"/>
            <a:ext cx="3240" cy="3240"/>
          </a:xfrm>
          <a:custGeom>
            <a:avLst/>
            <a:gdLst/>
            <a:ahLst/>
            <a:rect l="0" t="0" r="r" b="b"/>
            <a:pathLst>
              <a:path w="9" h="9">
                <a:moveTo>
                  <a:pt x="1" y="5"/>
                </a:moveTo>
                <a:lnTo>
                  <a:pt x="2" y="5"/>
                </a:lnTo>
                <a:lnTo>
                  <a:pt x="4" y="4"/>
                </a:lnTo>
                <a:lnTo>
                  <a:pt x="5" y="2"/>
                </a:lnTo>
                <a:lnTo>
                  <a:pt x="6" y="1"/>
                </a:lnTo>
                <a:lnTo>
                  <a:pt x="8" y="0"/>
                </a:lnTo>
                <a:lnTo>
                  <a:pt x="9" y="1"/>
                </a:lnTo>
                <a:lnTo>
                  <a:pt x="9" y="4"/>
                </a:lnTo>
                <a:lnTo>
                  <a:pt x="8" y="4"/>
                </a:lnTo>
                <a:lnTo>
                  <a:pt x="6" y="5"/>
                </a:lnTo>
                <a:lnTo>
                  <a:pt x="5" y="5"/>
                </a:lnTo>
                <a:lnTo>
                  <a:pt x="3" y="6"/>
                </a:lnTo>
                <a:lnTo>
                  <a:pt x="2" y="7"/>
                </a:lnTo>
                <a:lnTo>
                  <a:pt x="1" y="8"/>
                </a:lnTo>
                <a:lnTo>
                  <a:pt x="1" y="9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1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97" name=""/>
          <p:cNvSpPr/>
          <p:nvPr/>
        </p:nvSpPr>
        <p:spPr>
          <a:xfrm>
            <a:off x="4384080" y="45252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98" name=""/>
          <p:cNvSpPr/>
          <p:nvPr/>
        </p:nvSpPr>
        <p:spPr>
          <a:xfrm>
            <a:off x="4386600" y="452124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99" name=""/>
          <p:cNvSpPr/>
          <p:nvPr/>
        </p:nvSpPr>
        <p:spPr>
          <a:xfrm>
            <a:off x="4391640" y="451692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2" y="2"/>
                </a:moveTo>
                <a:lnTo>
                  <a:pt x="3" y="2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3" y="6"/>
                </a:ln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00" name=""/>
          <p:cNvSpPr/>
          <p:nvPr/>
        </p:nvSpPr>
        <p:spPr>
          <a:xfrm>
            <a:off x="4421880" y="4426920"/>
            <a:ext cx="4320" cy="3600"/>
          </a:xfrm>
          <a:custGeom>
            <a:avLst/>
            <a:gdLst/>
            <a:ahLst/>
            <a:rect l="0" t="0" r="r" b="b"/>
            <a:pathLst>
              <a:path w="12" h="10">
                <a:moveTo>
                  <a:pt x="0" y="1"/>
                </a:moveTo>
                <a:lnTo>
                  <a:pt x="2" y="1"/>
                </a:lnTo>
                <a:lnTo>
                  <a:pt x="4" y="0"/>
                </a:lnTo>
                <a:lnTo>
                  <a:pt x="7" y="0"/>
                </a:lnTo>
                <a:lnTo>
                  <a:pt x="9" y="1"/>
                </a:lnTo>
                <a:lnTo>
                  <a:pt x="12" y="1"/>
                </a:lnTo>
                <a:lnTo>
                  <a:pt x="12" y="4"/>
                </a:lnTo>
                <a:lnTo>
                  <a:pt x="12" y="6"/>
                </a:lnTo>
                <a:lnTo>
                  <a:pt x="11" y="8"/>
                </a:lnTo>
                <a:lnTo>
                  <a:pt x="8" y="9"/>
                </a:lnTo>
                <a:lnTo>
                  <a:pt x="6" y="10"/>
                </a:lnTo>
                <a:lnTo>
                  <a:pt x="4" y="10"/>
                </a:lnTo>
                <a:lnTo>
                  <a:pt x="3" y="9"/>
                </a:lnTo>
                <a:lnTo>
                  <a:pt x="1" y="8"/>
                </a:lnTo>
                <a:lnTo>
                  <a:pt x="0" y="5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01" name=""/>
          <p:cNvSpPr/>
          <p:nvPr/>
        </p:nvSpPr>
        <p:spPr>
          <a:xfrm>
            <a:off x="4395240" y="441612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0" y="2"/>
                </a:move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1"/>
                </a:lnTo>
                <a:lnTo>
                  <a:pt x="7" y="2"/>
                </a:lnTo>
                <a:lnTo>
                  <a:pt x="7" y="4"/>
                </a:lnTo>
                <a:lnTo>
                  <a:pt x="6" y="5"/>
                </a:lnTo>
                <a:lnTo>
                  <a:pt x="5" y="7"/>
                </a:lnTo>
                <a:lnTo>
                  <a:pt x="3" y="7"/>
                </a:lnTo>
                <a:lnTo>
                  <a:pt x="2" y="7"/>
                </a:lnTo>
                <a:lnTo>
                  <a:pt x="1" y="7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02" name=""/>
          <p:cNvSpPr/>
          <p:nvPr/>
        </p:nvSpPr>
        <p:spPr>
          <a:xfrm>
            <a:off x="4145760" y="3949560"/>
            <a:ext cx="159480" cy="149040"/>
          </a:xfrm>
          <a:custGeom>
            <a:avLst/>
            <a:gdLst/>
            <a:ahLst/>
            <a:rect l="0" t="0" r="r" b="b"/>
            <a:pathLst>
              <a:path w="443" h="414">
                <a:moveTo>
                  <a:pt x="293" y="2"/>
                </a:moveTo>
                <a:lnTo>
                  <a:pt x="294" y="2"/>
                </a:lnTo>
                <a:lnTo>
                  <a:pt x="295" y="2"/>
                </a:lnTo>
                <a:lnTo>
                  <a:pt x="296" y="2"/>
                </a:lnTo>
                <a:lnTo>
                  <a:pt x="296" y="3"/>
                </a:lnTo>
                <a:lnTo>
                  <a:pt x="297" y="3"/>
                </a:lnTo>
                <a:lnTo>
                  <a:pt x="298" y="3"/>
                </a:lnTo>
                <a:lnTo>
                  <a:pt x="298" y="4"/>
                </a:lnTo>
                <a:lnTo>
                  <a:pt x="299" y="4"/>
                </a:lnTo>
                <a:lnTo>
                  <a:pt x="299" y="5"/>
                </a:lnTo>
                <a:lnTo>
                  <a:pt x="300" y="5"/>
                </a:lnTo>
                <a:lnTo>
                  <a:pt x="300" y="4"/>
                </a:lnTo>
                <a:lnTo>
                  <a:pt x="300" y="5"/>
                </a:lnTo>
                <a:lnTo>
                  <a:pt x="301" y="5"/>
                </a:lnTo>
                <a:lnTo>
                  <a:pt x="301" y="6"/>
                </a:lnTo>
                <a:lnTo>
                  <a:pt x="302" y="7"/>
                </a:lnTo>
                <a:lnTo>
                  <a:pt x="303" y="7"/>
                </a:lnTo>
                <a:lnTo>
                  <a:pt x="304" y="8"/>
                </a:lnTo>
                <a:lnTo>
                  <a:pt x="304" y="9"/>
                </a:lnTo>
                <a:lnTo>
                  <a:pt x="305" y="9"/>
                </a:lnTo>
                <a:lnTo>
                  <a:pt x="305" y="10"/>
                </a:lnTo>
                <a:lnTo>
                  <a:pt x="306" y="10"/>
                </a:lnTo>
                <a:lnTo>
                  <a:pt x="307" y="10"/>
                </a:lnTo>
                <a:lnTo>
                  <a:pt x="308" y="10"/>
                </a:lnTo>
                <a:lnTo>
                  <a:pt x="309" y="10"/>
                </a:lnTo>
                <a:lnTo>
                  <a:pt x="310" y="10"/>
                </a:lnTo>
                <a:lnTo>
                  <a:pt x="311" y="10"/>
                </a:lnTo>
                <a:lnTo>
                  <a:pt x="311" y="9"/>
                </a:lnTo>
                <a:lnTo>
                  <a:pt x="311" y="10"/>
                </a:lnTo>
                <a:lnTo>
                  <a:pt x="312" y="10"/>
                </a:lnTo>
                <a:lnTo>
                  <a:pt x="313" y="10"/>
                </a:lnTo>
                <a:lnTo>
                  <a:pt x="313" y="11"/>
                </a:lnTo>
                <a:lnTo>
                  <a:pt x="313" y="12"/>
                </a:lnTo>
                <a:lnTo>
                  <a:pt x="313" y="13"/>
                </a:lnTo>
                <a:lnTo>
                  <a:pt x="314" y="13"/>
                </a:lnTo>
                <a:lnTo>
                  <a:pt x="314" y="14"/>
                </a:lnTo>
                <a:lnTo>
                  <a:pt x="315" y="14"/>
                </a:lnTo>
                <a:lnTo>
                  <a:pt x="315" y="15"/>
                </a:lnTo>
                <a:lnTo>
                  <a:pt x="316" y="15"/>
                </a:lnTo>
                <a:lnTo>
                  <a:pt x="316" y="16"/>
                </a:lnTo>
                <a:lnTo>
                  <a:pt x="317" y="16"/>
                </a:lnTo>
                <a:lnTo>
                  <a:pt x="318" y="16"/>
                </a:lnTo>
                <a:lnTo>
                  <a:pt x="319" y="16"/>
                </a:lnTo>
                <a:lnTo>
                  <a:pt x="320" y="16"/>
                </a:lnTo>
                <a:lnTo>
                  <a:pt x="321" y="17"/>
                </a:lnTo>
                <a:lnTo>
                  <a:pt x="322" y="18"/>
                </a:lnTo>
                <a:lnTo>
                  <a:pt x="322" y="19"/>
                </a:lnTo>
                <a:lnTo>
                  <a:pt x="323" y="19"/>
                </a:lnTo>
                <a:lnTo>
                  <a:pt x="323" y="20"/>
                </a:lnTo>
                <a:lnTo>
                  <a:pt x="324" y="20"/>
                </a:lnTo>
                <a:lnTo>
                  <a:pt x="324" y="21"/>
                </a:lnTo>
                <a:lnTo>
                  <a:pt x="325" y="21"/>
                </a:lnTo>
                <a:lnTo>
                  <a:pt x="326" y="22"/>
                </a:lnTo>
                <a:lnTo>
                  <a:pt x="327" y="22"/>
                </a:lnTo>
                <a:lnTo>
                  <a:pt x="329" y="22"/>
                </a:lnTo>
                <a:lnTo>
                  <a:pt x="330" y="22"/>
                </a:lnTo>
                <a:lnTo>
                  <a:pt x="331" y="22"/>
                </a:lnTo>
                <a:lnTo>
                  <a:pt x="331" y="23"/>
                </a:lnTo>
                <a:lnTo>
                  <a:pt x="332" y="22"/>
                </a:lnTo>
                <a:lnTo>
                  <a:pt x="334" y="22"/>
                </a:lnTo>
                <a:lnTo>
                  <a:pt x="334" y="23"/>
                </a:lnTo>
                <a:lnTo>
                  <a:pt x="335" y="23"/>
                </a:lnTo>
                <a:lnTo>
                  <a:pt x="336" y="23"/>
                </a:lnTo>
                <a:lnTo>
                  <a:pt x="336" y="24"/>
                </a:lnTo>
                <a:lnTo>
                  <a:pt x="337" y="24"/>
                </a:lnTo>
                <a:lnTo>
                  <a:pt x="338" y="25"/>
                </a:lnTo>
                <a:lnTo>
                  <a:pt x="339" y="24"/>
                </a:lnTo>
                <a:lnTo>
                  <a:pt x="339" y="25"/>
                </a:lnTo>
                <a:lnTo>
                  <a:pt x="339" y="26"/>
                </a:lnTo>
                <a:lnTo>
                  <a:pt x="340" y="26"/>
                </a:lnTo>
                <a:lnTo>
                  <a:pt x="341" y="26"/>
                </a:lnTo>
                <a:lnTo>
                  <a:pt x="341" y="27"/>
                </a:lnTo>
                <a:lnTo>
                  <a:pt x="342" y="27"/>
                </a:lnTo>
                <a:lnTo>
                  <a:pt x="343" y="27"/>
                </a:lnTo>
                <a:lnTo>
                  <a:pt x="343" y="28"/>
                </a:lnTo>
                <a:lnTo>
                  <a:pt x="344" y="29"/>
                </a:lnTo>
                <a:lnTo>
                  <a:pt x="345" y="30"/>
                </a:lnTo>
                <a:lnTo>
                  <a:pt x="346" y="30"/>
                </a:lnTo>
                <a:lnTo>
                  <a:pt x="346" y="31"/>
                </a:lnTo>
                <a:lnTo>
                  <a:pt x="347" y="32"/>
                </a:lnTo>
                <a:lnTo>
                  <a:pt x="349" y="32"/>
                </a:lnTo>
                <a:lnTo>
                  <a:pt x="349" y="33"/>
                </a:lnTo>
                <a:lnTo>
                  <a:pt x="350" y="33"/>
                </a:lnTo>
                <a:lnTo>
                  <a:pt x="351" y="34"/>
                </a:lnTo>
                <a:lnTo>
                  <a:pt x="351" y="35"/>
                </a:lnTo>
                <a:lnTo>
                  <a:pt x="352" y="35"/>
                </a:lnTo>
                <a:lnTo>
                  <a:pt x="352" y="36"/>
                </a:lnTo>
                <a:lnTo>
                  <a:pt x="353" y="36"/>
                </a:lnTo>
                <a:lnTo>
                  <a:pt x="353" y="37"/>
                </a:lnTo>
                <a:lnTo>
                  <a:pt x="353" y="38"/>
                </a:lnTo>
                <a:lnTo>
                  <a:pt x="352" y="38"/>
                </a:lnTo>
                <a:lnTo>
                  <a:pt x="353" y="39"/>
                </a:lnTo>
                <a:lnTo>
                  <a:pt x="354" y="39"/>
                </a:lnTo>
                <a:lnTo>
                  <a:pt x="355" y="39"/>
                </a:lnTo>
                <a:lnTo>
                  <a:pt x="356" y="40"/>
                </a:lnTo>
                <a:lnTo>
                  <a:pt x="357" y="40"/>
                </a:lnTo>
                <a:lnTo>
                  <a:pt x="358" y="40"/>
                </a:lnTo>
                <a:lnTo>
                  <a:pt x="358" y="41"/>
                </a:lnTo>
                <a:lnTo>
                  <a:pt x="359" y="41"/>
                </a:lnTo>
                <a:lnTo>
                  <a:pt x="360" y="41"/>
                </a:lnTo>
                <a:lnTo>
                  <a:pt x="360" y="42"/>
                </a:lnTo>
                <a:lnTo>
                  <a:pt x="360" y="43"/>
                </a:lnTo>
                <a:lnTo>
                  <a:pt x="359" y="44"/>
                </a:lnTo>
                <a:lnTo>
                  <a:pt x="358" y="44"/>
                </a:lnTo>
                <a:lnTo>
                  <a:pt x="358" y="45"/>
                </a:lnTo>
                <a:lnTo>
                  <a:pt x="359" y="45"/>
                </a:lnTo>
                <a:lnTo>
                  <a:pt x="360" y="45"/>
                </a:lnTo>
                <a:lnTo>
                  <a:pt x="360" y="46"/>
                </a:lnTo>
                <a:lnTo>
                  <a:pt x="359" y="46"/>
                </a:lnTo>
                <a:lnTo>
                  <a:pt x="360" y="46"/>
                </a:lnTo>
                <a:lnTo>
                  <a:pt x="361" y="47"/>
                </a:lnTo>
                <a:lnTo>
                  <a:pt x="360" y="48"/>
                </a:lnTo>
                <a:lnTo>
                  <a:pt x="360" y="49"/>
                </a:lnTo>
                <a:lnTo>
                  <a:pt x="361" y="49"/>
                </a:lnTo>
                <a:lnTo>
                  <a:pt x="361" y="50"/>
                </a:lnTo>
                <a:lnTo>
                  <a:pt x="362" y="50"/>
                </a:lnTo>
                <a:lnTo>
                  <a:pt x="363" y="50"/>
                </a:lnTo>
                <a:lnTo>
                  <a:pt x="364" y="50"/>
                </a:lnTo>
                <a:lnTo>
                  <a:pt x="368" y="50"/>
                </a:lnTo>
                <a:lnTo>
                  <a:pt x="369" y="50"/>
                </a:lnTo>
                <a:lnTo>
                  <a:pt x="369" y="51"/>
                </a:lnTo>
                <a:lnTo>
                  <a:pt x="370" y="51"/>
                </a:lnTo>
                <a:lnTo>
                  <a:pt x="371" y="50"/>
                </a:lnTo>
                <a:lnTo>
                  <a:pt x="372" y="50"/>
                </a:lnTo>
                <a:lnTo>
                  <a:pt x="373" y="50"/>
                </a:lnTo>
                <a:lnTo>
                  <a:pt x="373" y="49"/>
                </a:lnTo>
                <a:lnTo>
                  <a:pt x="375" y="49"/>
                </a:lnTo>
                <a:lnTo>
                  <a:pt x="376" y="49"/>
                </a:lnTo>
                <a:lnTo>
                  <a:pt x="377" y="49"/>
                </a:lnTo>
                <a:lnTo>
                  <a:pt x="377" y="50"/>
                </a:lnTo>
                <a:lnTo>
                  <a:pt x="378" y="49"/>
                </a:lnTo>
                <a:lnTo>
                  <a:pt x="379" y="49"/>
                </a:lnTo>
                <a:lnTo>
                  <a:pt x="380" y="49"/>
                </a:lnTo>
                <a:lnTo>
                  <a:pt x="381" y="49"/>
                </a:lnTo>
                <a:lnTo>
                  <a:pt x="382" y="49"/>
                </a:lnTo>
                <a:lnTo>
                  <a:pt x="383" y="49"/>
                </a:lnTo>
                <a:lnTo>
                  <a:pt x="385" y="48"/>
                </a:lnTo>
                <a:lnTo>
                  <a:pt x="385" y="49"/>
                </a:lnTo>
                <a:lnTo>
                  <a:pt x="386" y="49"/>
                </a:lnTo>
                <a:lnTo>
                  <a:pt x="387" y="48"/>
                </a:lnTo>
                <a:lnTo>
                  <a:pt x="388" y="48"/>
                </a:lnTo>
                <a:lnTo>
                  <a:pt x="388" y="49"/>
                </a:lnTo>
                <a:lnTo>
                  <a:pt x="389" y="49"/>
                </a:lnTo>
                <a:lnTo>
                  <a:pt x="390" y="50"/>
                </a:lnTo>
                <a:lnTo>
                  <a:pt x="391" y="50"/>
                </a:lnTo>
                <a:lnTo>
                  <a:pt x="392" y="50"/>
                </a:lnTo>
                <a:lnTo>
                  <a:pt x="392" y="49"/>
                </a:lnTo>
                <a:lnTo>
                  <a:pt x="393" y="49"/>
                </a:lnTo>
                <a:lnTo>
                  <a:pt x="394" y="49"/>
                </a:lnTo>
                <a:lnTo>
                  <a:pt x="395" y="49"/>
                </a:lnTo>
                <a:lnTo>
                  <a:pt x="396" y="49"/>
                </a:lnTo>
                <a:lnTo>
                  <a:pt x="397" y="49"/>
                </a:lnTo>
                <a:lnTo>
                  <a:pt x="397" y="50"/>
                </a:lnTo>
                <a:lnTo>
                  <a:pt x="398" y="50"/>
                </a:lnTo>
                <a:lnTo>
                  <a:pt x="399" y="51"/>
                </a:lnTo>
                <a:lnTo>
                  <a:pt x="400" y="51"/>
                </a:lnTo>
                <a:lnTo>
                  <a:pt x="401" y="51"/>
                </a:lnTo>
                <a:lnTo>
                  <a:pt x="401" y="52"/>
                </a:lnTo>
                <a:lnTo>
                  <a:pt x="401" y="53"/>
                </a:lnTo>
                <a:lnTo>
                  <a:pt x="401" y="54"/>
                </a:lnTo>
                <a:lnTo>
                  <a:pt x="402" y="55"/>
                </a:lnTo>
                <a:lnTo>
                  <a:pt x="402" y="56"/>
                </a:lnTo>
                <a:lnTo>
                  <a:pt x="402" y="57"/>
                </a:lnTo>
                <a:lnTo>
                  <a:pt x="402" y="58"/>
                </a:lnTo>
                <a:lnTo>
                  <a:pt x="402" y="59"/>
                </a:lnTo>
                <a:lnTo>
                  <a:pt x="403" y="60"/>
                </a:lnTo>
                <a:lnTo>
                  <a:pt x="404" y="61"/>
                </a:lnTo>
                <a:lnTo>
                  <a:pt x="403" y="61"/>
                </a:lnTo>
                <a:lnTo>
                  <a:pt x="402" y="61"/>
                </a:lnTo>
                <a:lnTo>
                  <a:pt x="402" y="62"/>
                </a:lnTo>
                <a:lnTo>
                  <a:pt x="402" y="63"/>
                </a:lnTo>
                <a:lnTo>
                  <a:pt x="403" y="63"/>
                </a:lnTo>
                <a:lnTo>
                  <a:pt x="403" y="64"/>
                </a:lnTo>
                <a:lnTo>
                  <a:pt x="402" y="64"/>
                </a:lnTo>
                <a:lnTo>
                  <a:pt x="401" y="64"/>
                </a:lnTo>
                <a:lnTo>
                  <a:pt x="401" y="65"/>
                </a:lnTo>
                <a:lnTo>
                  <a:pt x="400" y="65"/>
                </a:lnTo>
                <a:lnTo>
                  <a:pt x="400" y="66"/>
                </a:lnTo>
                <a:lnTo>
                  <a:pt x="401" y="67"/>
                </a:lnTo>
                <a:lnTo>
                  <a:pt x="402" y="67"/>
                </a:lnTo>
                <a:lnTo>
                  <a:pt x="403" y="67"/>
                </a:lnTo>
                <a:lnTo>
                  <a:pt x="404" y="67"/>
                </a:lnTo>
                <a:lnTo>
                  <a:pt x="404" y="66"/>
                </a:lnTo>
                <a:lnTo>
                  <a:pt x="404" y="67"/>
                </a:lnTo>
                <a:lnTo>
                  <a:pt x="405" y="67"/>
                </a:lnTo>
                <a:lnTo>
                  <a:pt x="406" y="66"/>
                </a:lnTo>
                <a:lnTo>
                  <a:pt x="407" y="66"/>
                </a:lnTo>
                <a:lnTo>
                  <a:pt x="407" y="67"/>
                </a:lnTo>
                <a:lnTo>
                  <a:pt x="409" y="66"/>
                </a:lnTo>
                <a:lnTo>
                  <a:pt x="410" y="66"/>
                </a:lnTo>
                <a:lnTo>
                  <a:pt x="411" y="66"/>
                </a:lnTo>
                <a:lnTo>
                  <a:pt x="412" y="66"/>
                </a:lnTo>
                <a:lnTo>
                  <a:pt x="412" y="67"/>
                </a:lnTo>
                <a:lnTo>
                  <a:pt x="413" y="67"/>
                </a:lnTo>
                <a:lnTo>
                  <a:pt x="413" y="68"/>
                </a:lnTo>
                <a:lnTo>
                  <a:pt x="414" y="69"/>
                </a:lnTo>
                <a:lnTo>
                  <a:pt x="414" y="68"/>
                </a:lnTo>
                <a:lnTo>
                  <a:pt x="414" y="69"/>
                </a:lnTo>
                <a:lnTo>
                  <a:pt x="415" y="69"/>
                </a:lnTo>
                <a:lnTo>
                  <a:pt x="416" y="70"/>
                </a:lnTo>
                <a:lnTo>
                  <a:pt x="417" y="70"/>
                </a:lnTo>
                <a:lnTo>
                  <a:pt x="418" y="69"/>
                </a:lnTo>
                <a:lnTo>
                  <a:pt x="419" y="69"/>
                </a:lnTo>
                <a:lnTo>
                  <a:pt x="419" y="70"/>
                </a:lnTo>
                <a:lnTo>
                  <a:pt x="420" y="70"/>
                </a:lnTo>
                <a:lnTo>
                  <a:pt x="420" y="71"/>
                </a:lnTo>
                <a:lnTo>
                  <a:pt x="421" y="71"/>
                </a:lnTo>
                <a:lnTo>
                  <a:pt x="422" y="71"/>
                </a:lnTo>
                <a:lnTo>
                  <a:pt x="423" y="71"/>
                </a:lnTo>
                <a:lnTo>
                  <a:pt x="423" y="70"/>
                </a:lnTo>
                <a:lnTo>
                  <a:pt x="424" y="70"/>
                </a:lnTo>
                <a:lnTo>
                  <a:pt x="423" y="71"/>
                </a:lnTo>
                <a:lnTo>
                  <a:pt x="422" y="71"/>
                </a:lnTo>
                <a:lnTo>
                  <a:pt x="422" y="72"/>
                </a:lnTo>
                <a:lnTo>
                  <a:pt x="422" y="73"/>
                </a:lnTo>
                <a:lnTo>
                  <a:pt x="421" y="73"/>
                </a:lnTo>
                <a:lnTo>
                  <a:pt x="420" y="73"/>
                </a:lnTo>
                <a:lnTo>
                  <a:pt x="420" y="74"/>
                </a:lnTo>
                <a:lnTo>
                  <a:pt x="420" y="75"/>
                </a:lnTo>
                <a:lnTo>
                  <a:pt x="421" y="75"/>
                </a:lnTo>
                <a:lnTo>
                  <a:pt x="422" y="75"/>
                </a:lnTo>
                <a:lnTo>
                  <a:pt x="422" y="74"/>
                </a:lnTo>
                <a:lnTo>
                  <a:pt x="423" y="74"/>
                </a:lnTo>
                <a:lnTo>
                  <a:pt x="424" y="74"/>
                </a:lnTo>
                <a:lnTo>
                  <a:pt x="425" y="74"/>
                </a:lnTo>
                <a:lnTo>
                  <a:pt x="425" y="75"/>
                </a:lnTo>
                <a:lnTo>
                  <a:pt x="425" y="76"/>
                </a:lnTo>
                <a:lnTo>
                  <a:pt x="426" y="76"/>
                </a:lnTo>
                <a:lnTo>
                  <a:pt x="425" y="76"/>
                </a:lnTo>
                <a:lnTo>
                  <a:pt x="425" y="77"/>
                </a:lnTo>
                <a:lnTo>
                  <a:pt x="426" y="77"/>
                </a:lnTo>
                <a:lnTo>
                  <a:pt x="427" y="78"/>
                </a:lnTo>
                <a:lnTo>
                  <a:pt x="428" y="78"/>
                </a:lnTo>
                <a:lnTo>
                  <a:pt x="429" y="78"/>
                </a:lnTo>
                <a:lnTo>
                  <a:pt x="428" y="78"/>
                </a:lnTo>
                <a:lnTo>
                  <a:pt x="428" y="79"/>
                </a:lnTo>
                <a:lnTo>
                  <a:pt x="429" y="79"/>
                </a:lnTo>
                <a:lnTo>
                  <a:pt x="429" y="80"/>
                </a:lnTo>
                <a:lnTo>
                  <a:pt x="430" y="81"/>
                </a:lnTo>
                <a:lnTo>
                  <a:pt x="432" y="81"/>
                </a:lnTo>
                <a:lnTo>
                  <a:pt x="433" y="81"/>
                </a:lnTo>
                <a:lnTo>
                  <a:pt x="434" y="81"/>
                </a:lnTo>
                <a:lnTo>
                  <a:pt x="435" y="81"/>
                </a:lnTo>
                <a:lnTo>
                  <a:pt x="436" y="81"/>
                </a:lnTo>
                <a:lnTo>
                  <a:pt x="436" y="80"/>
                </a:lnTo>
                <a:lnTo>
                  <a:pt x="436" y="81"/>
                </a:lnTo>
                <a:lnTo>
                  <a:pt x="436" y="82"/>
                </a:lnTo>
                <a:lnTo>
                  <a:pt x="437" y="82"/>
                </a:lnTo>
                <a:lnTo>
                  <a:pt x="437" y="83"/>
                </a:lnTo>
                <a:lnTo>
                  <a:pt x="438" y="83"/>
                </a:lnTo>
                <a:lnTo>
                  <a:pt x="438" y="84"/>
                </a:lnTo>
                <a:lnTo>
                  <a:pt x="438" y="85"/>
                </a:lnTo>
                <a:lnTo>
                  <a:pt x="438" y="86"/>
                </a:lnTo>
                <a:lnTo>
                  <a:pt x="439" y="86"/>
                </a:lnTo>
                <a:lnTo>
                  <a:pt x="439" y="87"/>
                </a:lnTo>
                <a:lnTo>
                  <a:pt x="438" y="87"/>
                </a:lnTo>
                <a:lnTo>
                  <a:pt x="439" y="87"/>
                </a:lnTo>
                <a:lnTo>
                  <a:pt x="439" y="88"/>
                </a:lnTo>
                <a:lnTo>
                  <a:pt x="439" y="89"/>
                </a:lnTo>
                <a:lnTo>
                  <a:pt x="439" y="90"/>
                </a:lnTo>
                <a:lnTo>
                  <a:pt x="439" y="91"/>
                </a:lnTo>
                <a:lnTo>
                  <a:pt x="440" y="91"/>
                </a:lnTo>
                <a:lnTo>
                  <a:pt x="440" y="92"/>
                </a:lnTo>
                <a:lnTo>
                  <a:pt x="440" y="93"/>
                </a:lnTo>
                <a:lnTo>
                  <a:pt x="439" y="93"/>
                </a:lnTo>
                <a:lnTo>
                  <a:pt x="439" y="94"/>
                </a:lnTo>
                <a:lnTo>
                  <a:pt x="439" y="95"/>
                </a:lnTo>
                <a:lnTo>
                  <a:pt x="440" y="96"/>
                </a:lnTo>
                <a:lnTo>
                  <a:pt x="440" y="97"/>
                </a:lnTo>
                <a:lnTo>
                  <a:pt x="441" y="97"/>
                </a:lnTo>
                <a:lnTo>
                  <a:pt x="441" y="98"/>
                </a:lnTo>
                <a:lnTo>
                  <a:pt x="441" y="99"/>
                </a:lnTo>
                <a:lnTo>
                  <a:pt x="440" y="100"/>
                </a:lnTo>
                <a:lnTo>
                  <a:pt x="441" y="100"/>
                </a:lnTo>
                <a:lnTo>
                  <a:pt x="441" y="101"/>
                </a:lnTo>
                <a:lnTo>
                  <a:pt x="441" y="102"/>
                </a:lnTo>
                <a:lnTo>
                  <a:pt x="441" y="103"/>
                </a:lnTo>
                <a:lnTo>
                  <a:pt x="441" y="105"/>
                </a:lnTo>
                <a:lnTo>
                  <a:pt x="442" y="105"/>
                </a:lnTo>
                <a:lnTo>
                  <a:pt x="443" y="106"/>
                </a:lnTo>
                <a:lnTo>
                  <a:pt x="443" y="107"/>
                </a:lnTo>
                <a:lnTo>
                  <a:pt x="443" y="108"/>
                </a:lnTo>
                <a:lnTo>
                  <a:pt x="442" y="108"/>
                </a:lnTo>
                <a:lnTo>
                  <a:pt x="442" y="109"/>
                </a:lnTo>
                <a:lnTo>
                  <a:pt x="442" y="110"/>
                </a:lnTo>
                <a:lnTo>
                  <a:pt x="441" y="110"/>
                </a:lnTo>
                <a:lnTo>
                  <a:pt x="440" y="110"/>
                </a:lnTo>
                <a:lnTo>
                  <a:pt x="440" y="111"/>
                </a:lnTo>
                <a:lnTo>
                  <a:pt x="439" y="111"/>
                </a:lnTo>
                <a:lnTo>
                  <a:pt x="438" y="111"/>
                </a:lnTo>
                <a:lnTo>
                  <a:pt x="438" y="112"/>
                </a:lnTo>
                <a:lnTo>
                  <a:pt x="437" y="112"/>
                </a:lnTo>
                <a:lnTo>
                  <a:pt x="437" y="113"/>
                </a:lnTo>
                <a:lnTo>
                  <a:pt x="437" y="114"/>
                </a:lnTo>
                <a:lnTo>
                  <a:pt x="436" y="114"/>
                </a:lnTo>
                <a:lnTo>
                  <a:pt x="436" y="115"/>
                </a:lnTo>
                <a:lnTo>
                  <a:pt x="437" y="116"/>
                </a:lnTo>
                <a:lnTo>
                  <a:pt x="437" y="117"/>
                </a:lnTo>
                <a:lnTo>
                  <a:pt x="437" y="118"/>
                </a:lnTo>
                <a:lnTo>
                  <a:pt x="437" y="119"/>
                </a:lnTo>
                <a:lnTo>
                  <a:pt x="436" y="119"/>
                </a:lnTo>
                <a:lnTo>
                  <a:pt x="436" y="120"/>
                </a:lnTo>
                <a:lnTo>
                  <a:pt x="437" y="120"/>
                </a:lnTo>
                <a:lnTo>
                  <a:pt x="438" y="120"/>
                </a:lnTo>
                <a:lnTo>
                  <a:pt x="438" y="121"/>
                </a:lnTo>
                <a:lnTo>
                  <a:pt x="438" y="122"/>
                </a:lnTo>
                <a:lnTo>
                  <a:pt x="438" y="123"/>
                </a:lnTo>
                <a:lnTo>
                  <a:pt x="438" y="124"/>
                </a:lnTo>
                <a:lnTo>
                  <a:pt x="437" y="124"/>
                </a:lnTo>
                <a:lnTo>
                  <a:pt x="438" y="124"/>
                </a:lnTo>
                <a:lnTo>
                  <a:pt x="440" y="124"/>
                </a:lnTo>
                <a:lnTo>
                  <a:pt x="441" y="124"/>
                </a:lnTo>
                <a:lnTo>
                  <a:pt x="441" y="125"/>
                </a:lnTo>
                <a:lnTo>
                  <a:pt x="440" y="125"/>
                </a:lnTo>
                <a:lnTo>
                  <a:pt x="440" y="126"/>
                </a:lnTo>
                <a:lnTo>
                  <a:pt x="440" y="127"/>
                </a:lnTo>
                <a:lnTo>
                  <a:pt x="439" y="127"/>
                </a:lnTo>
                <a:lnTo>
                  <a:pt x="439" y="128"/>
                </a:lnTo>
                <a:lnTo>
                  <a:pt x="439" y="129"/>
                </a:lnTo>
                <a:lnTo>
                  <a:pt x="438" y="130"/>
                </a:lnTo>
                <a:lnTo>
                  <a:pt x="438" y="131"/>
                </a:lnTo>
                <a:lnTo>
                  <a:pt x="439" y="131"/>
                </a:lnTo>
                <a:lnTo>
                  <a:pt x="439" y="132"/>
                </a:lnTo>
                <a:lnTo>
                  <a:pt x="438" y="133"/>
                </a:lnTo>
                <a:lnTo>
                  <a:pt x="437" y="134"/>
                </a:lnTo>
                <a:lnTo>
                  <a:pt x="437" y="135"/>
                </a:lnTo>
                <a:lnTo>
                  <a:pt x="437" y="136"/>
                </a:lnTo>
                <a:lnTo>
                  <a:pt x="436" y="137"/>
                </a:lnTo>
                <a:lnTo>
                  <a:pt x="436" y="138"/>
                </a:lnTo>
                <a:lnTo>
                  <a:pt x="436" y="139"/>
                </a:lnTo>
                <a:lnTo>
                  <a:pt x="435" y="139"/>
                </a:lnTo>
                <a:lnTo>
                  <a:pt x="434" y="140"/>
                </a:lnTo>
                <a:lnTo>
                  <a:pt x="433" y="142"/>
                </a:lnTo>
                <a:lnTo>
                  <a:pt x="433" y="143"/>
                </a:lnTo>
                <a:lnTo>
                  <a:pt x="431" y="143"/>
                </a:lnTo>
                <a:lnTo>
                  <a:pt x="430" y="143"/>
                </a:lnTo>
                <a:lnTo>
                  <a:pt x="429" y="143"/>
                </a:lnTo>
                <a:lnTo>
                  <a:pt x="429" y="142"/>
                </a:lnTo>
                <a:lnTo>
                  <a:pt x="429" y="141"/>
                </a:lnTo>
                <a:lnTo>
                  <a:pt x="428" y="141"/>
                </a:lnTo>
                <a:lnTo>
                  <a:pt x="427" y="140"/>
                </a:lnTo>
                <a:lnTo>
                  <a:pt x="427" y="139"/>
                </a:lnTo>
                <a:lnTo>
                  <a:pt x="427" y="138"/>
                </a:lnTo>
                <a:lnTo>
                  <a:pt x="427" y="137"/>
                </a:lnTo>
                <a:lnTo>
                  <a:pt x="426" y="137"/>
                </a:lnTo>
                <a:lnTo>
                  <a:pt x="426" y="136"/>
                </a:lnTo>
                <a:lnTo>
                  <a:pt x="426" y="135"/>
                </a:lnTo>
                <a:lnTo>
                  <a:pt x="426" y="134"/>
                </a:lnTo>
                <a:lnTo>
                  <a:pt x="425" y="134"/>
                </a:lnTo>
                <a:lnTo>
                  <a:pt x="425" y="135"/>
                </a:lnTo>
                <a:lnTo>
                  <a:pt x="425" y="134"/>
                </a:lnTo>
                <a:lnTo>
                  <a:pt x="424" y="134"/>
                </a:lnTo>
                <a:lnTo>
                  <a:pt x="423" y="134"/>
                </a:lnTo>
                <a:lnTo>
                  <a:pt x="422" y="135"/>
                </a:lnTo>
                <a:lnTo>
                  <a:pt x="421" y="135"/>
                </a:lnTo>
                <a:lnTo>
                  <a:pt x="420" y="135"/>
                </a:lnTo>
                <a:lnTo>
                  <a:pt x="420" y="134"/>
                </a:lnTo>
                <a:lnTo>
                  <a:pt x="419" y="134"/>
                </a:lnTo>
                <a:lnTo>
                  <a:pt x="418" y="134"/>
                </a:lnTo>
                <a:lnTo>
                  <a:pt x="417" y="133"/>
                </a:lnTo>
                <a:lnTo>
                  <a:pt x="416" y="133"/>
                </a:lnTo>
                <a:lnTo>
                  <a:pt x="415" y="133"/>
                </a:lnTo>
                <a:lnTo>
                  <a:pt x="415" y="134"/>
                </a:lnTo>
                <a:lnTo>
                  <a:pt x="414" y="134"/>
                </a:lnTo>
                <a:lnTo>
                  <a:pt x="413" y="135"/>
                </a:lnTo>
                <a:lnTo>
                  <a:pt x="412" y="135"/>
                </a:lnTo>
                <a:lnTo>
                  <a:pt x="411" y="135"/>
                </a:lnTo>
                <a:lnTo>
                  <a:pt x="411" y="136"/>
                </a:lnTo>
                <a:lnTo>
                  <a:pt x="410" y="136"/>
                </a:lnTo>
                <a:lnTo>
                  <a:pt x="409" y="137"/>
                </a:lnTo>
                <a:lnTo>
                  <a:pt x="408" y="137"/>
                </a:lnTo>
                <a:lnTo>
                  <a:pt x="407" y="137"/>
                </a:lnTo>
                <a:lnTo>
                  <a:pt x="406" y="138"/>
                </a:lnTo>
                <a:lnTo>
                  <a:pt x="405" y="138"/>
                </a:lnTo>
                <a:lnTo>
                  <a:pt x="405" y="139"/>
                </a:lnTo>
                <a:lnTo>
                  <a:pt x="404" y="139"/>
                </a:lnTo>
                <a:lnTo>
                  <a:pt x="403" y="140"/>
                </a:lnTo>
                <a:lnTo>
                  <a:pt x="402" y="141"/>
                </a:lnTo>
                <a:lnTo>
                  <a:pt x="401" y="142"/>
                </a:lnTo>
                <a:lnTo>
                  <a:pt x="400" y="142"/>
                </a:lnTo>
                <a:lnTo>
                  <a:pt x="400" y="143"/>
                </a:lnTo>
                <a:lnTo>
                  <a:pt x="400" y="144"/>
                </a:lnTo>
                <a:lnTo>
                  <a:pt x="399" y="144"/>
                </a:lnTo>
                <a:lnTo>
                  <a:pt x="400" y="145"/>
                </a:lnTo>
                <a:lnTo>
                  <a:pt x="399" y="146"/>
                </a:lnTo>
                <a:lnTo>
                  <a:pt x="398" y="146"/>
                </a:lnTo>
                <a:lnTo>
                  <a:pt x="399" y="145"/>
                </a:lnTo>
                <a:lnTo>
                  <a:pt x="398" y="145"/>
                </a:lnTo>
                <a:lnTo>
                  <a:pt x="397" y="146"/>
                </a:lnTo>
                <a:lnTo>
                  <a:pt x="396" y="147"/>
                </a:lnTo>
                <a:lnTo>
                  <a:pt x="395" y="147"/>
                </a:lnTo>
                <a:lnTo>
                  <a:pt x="394" y="147"/>
                </a:lnTo>
                <a:lnTo>
                  <a:pt x="394" y="148"/>
                </a:lnTo>
                <a:lnTo>
                  <a:pt x="395" y="149"/>
                </a:lnTo>
                <a:lnTo>
                  <a:pt x="395" y="150"/>
                </a:lnTo>
                <a:lnTo>
                  <a:pt x="394" y="151"/>
                </a:lnTo>
                <a:lnTo>
                  <a:pt x="393" y="152"/>
                </a:lnTo>
                <a:lnTo>
                  <a:pt x="392" y="153"/>
                </a:lnTo>
                <a:lnTo>
                  <a:pt x="391" y="153"/>
                </a:lnTo>
                <a:lnTo>
                  <a:pt x="390" y="153"/>
                </a:lnTo>
                <a:lnTo>
                  <a:pt x="390" y="154"/>
                </a:lnTo>
                <a:lnTo>
                  <a:pt x="389" y="154"/>
                </a:lnTo>
                <a:lnTo>
                  <a:pt x="388" y="154"/>
                </a:lnTo>
                <a:lnTo>
                  <a:pt x="388" y="155"/>
                </a:lnTo>
                <a:lnTo>
                  <a:pt x="388" y="156"/>
                </a:lnTo>
                <a:lnTo>
                  <a:pt x="387" y="156"/>
                </a:lnTo>
                <a:lnTo>
                  <a:pt x="388" y="156"/>
                </a:lnTo>
                <a:lnTo>
                  <a:pt x="388" y="157"/>
                </a:lnTo>
                <a:lnTo>
                  <a:pt x="387" y="157"/>
                </a:lnTo>
                <a:lnTo>
                  <a:pt x="387" y="158"/>
                </a:lnTo>
                <a:lnTo>
                  <a:pt x="387" y="159"/>
                </a:lnTo>
                <a:lnTo>
                  <a:pt x="386" y="159"/>
                </a:lnTo>
                <a:lnTo>
                  <a:pt x="385" y="159"/>
                </a:lnTo>
                <a:lnTo>
                  <a:pt x="384" y="159"/>
                </a:lnTo>
                <a:lnTo>
                  <a:pt x="384" y="160"/>
                </a:lnTo>
                <a:lnTo>
                  <a:pt x="383" y="160"/>
                </a:lnTo>
                <a:lnTo>
                  <a:pt x="383" y="159"/>
                </a:lnTo>
                <a:lnTo>
                  <a:pt x="384" y="159"/>
                </a:lnTo>
                <a:lnTo>
                  <a:pt x="384" y="158"/>
                </a:lnTo>
                <a:lnTo>
                  <a:pt x="383" y="157"/>
                </a:lnTo>
                <a:lnTo>
                  <a:pt x="382" y="158"/>
                </a:lnTo>
                <a:lnTo>
                  <a:pt x="381" y="158"/>
                </a:lnTo>
                <a:lnTo>
                  <a:pt x="381" y="159"/>
                </a:lnTo>
                <a:lnTo>
                  <a:pt x="380" y="159"/>
                </a:lnTo>
                <a:lnTo>
                  <a:pt x="380" y="160"/>
                </a:lnTo>
                <a:lnTo>
                  <a:pt x="379" y="160"/>
                </a:lnTo>
                <a:lnTo>
                  <a:pt x="379" y="161"/>
                </a:lnTo>
                <a:lnTo>
                  <a:pt x="378" y="161"/>
                </a:lnTo>
                <a:lnTo>
                  <a:pt x="377" y="162"/>
                </a:lnTo>
                <a:lnTo>
                  <a:pt x="376" y="162"/>
                </a:lnTo>
                <a:lnTo>
                  <a:pt x="376" y="163"/>
                </a:lnTo>
                <a:lnTo>
                  <a:pt x="375" y="163"/>
                </a:lnTo>
                <a:lnTo>
                  <a:pt x="375" y="164"/>
                </a:lnTo>
                <a:lnTo>
                  <a:pt x="374" y="164"/>
                </a:lnTo>
                <a:lnTo>
                  <a:pt x="374" y="165"/>
                </a:lnTo>
                <a:lnTo>
                  <a:pt x="374" y="167"/>
                </a:lnTo>
                <a:lnTo>
                  <a:pt x="373" y="167"/>
                </a:lnTo>
                <a:lnTo>
                  <a:pt x="373" y="168"/>
                </a:lnTo>
                <a:lnTo>
                  <a:pt x="372" y="168"/>
                </a:lnTo>
                <a:lnTo>
                  <a:pt x="372" y="169"/>
                </a:lnTo>
                <a:lnTo>
                  <a:pt x="371" y="170"/>
                </a:lnTo>
                <a:lnTo>
                  <a:pt x="371" y="171"/>
                </a:lnTo>
                <a:lnTo>
                  <a:pt x="370" y="171"/>
                </a:lnTo>
                <a:lnTo>
                  <a:pt x="370" y="172"/>
                </a:lnTo>
                <a:lnTo>
                  <a:pt x="369" y="172"/>
                </a:lnTo>
                <a:lnTo>
                  <a:pt x="369" y="173"/>
                </a:lnTo>
                <a:lnTo>
                  <a:pt x="369" y="174"/>
                </a:lnTo>
                <a:lnTo>
                  <a:pt x="368" y="174"/>
                </a:lnTo>
                <a:lnTo>
                  <a:pt x="368" y="175"/>
                </a:lnTo>
                <a:lnTo>
                  <a:pt x="367" y="175"/>
                </a:lnTo>
                <a:lnTo>
                  <a:pt x="366" y="174"/>
                </a:lnTo>
                <a:lnTo>
                  <a:pt x="366" y="173"/>
                </a:lnTo>
                <a:lnTo>
                  <a:pt x="366" y="172"/>
                </a:lnTo>
                <a:lnTo>
                  <a:pt x="366" y="171"/>
                </a:lnTo>
                <a:lnTo>
                  <a:pt x="366" y="170"/>
                </a:lnTo>
                <a:lnTo>
                  <a:pt x="367" y="169"/>
                </a:lnTo>
                <a:lnTo>
                  <a:pt x="368" y="169"/>
                </a:lnTo>
                <a:lnTo>
                  <a:pt x="368" y="168"/>
                </a:lnTo>
                <a:lnTo>
                  <a:pt x="367" y="168"/>
                </a:lnTo>
                <a:lnTo>
                  <a:pt x="367" y="167"/>
                </a:lnTo>
                <a:lnTo>
                  <a:pt x="366" y="166"/>
                </a:lnTo>
                <a:lnTo>
                  <a:pt x="365" y="165"/>
                </a:lnTo>
                <a:lnTo>
                  <a:pt x="364" y="164"/>
                </a:lnTo>
                <a:lnTo>
                  <a:pt x="363" y="164"/>
                </a:lnTo>
                <a:lnTo>
                  <a:pt x="363" y="163"/>
                </a:lnTo>
                <a:lnTo>
                  <a:pt x="364" y="163"/>
                </a:lnTo>
                <a:lnTo>
                  <a:pt x="365" y="163"/>
                </a:lnTo>
                <a:lnTo>
                  <a:pt x="365" y="162"/>
                </a:lnTo>
                <a:lnTo>
                  <a:pt x="364" y="162"/>
                </a:lnTo>
                <a:lnTo>
                  <a:pt x="363" y="163"/>
                </a:lnTo>
                <a:lnTo>
                  <a:pt x="363" y="162"/>
                </a:lnTo>
                <a:lnTo>
                  <a:pt x="363" y="161"/>
                </a:lnTo>
                <a:lnTo>
                  <a:pt x="362" y="161"/>
                </a:lnTo>
                <a:lnTo>
                  <a:pt x="362" y="160"/>
                </a:lnTo>
                <a:lnTo>
                  <a:pt x="362" y="161"/>
                </a:lnTo>
                <a:lnTo>
                  <a:pt x="361" y="161"/>
                </a:lnTo>
                <a:lnTo>
                  <a:pt x="361" y="162"/>
                </a:lnTo>
                <a:lnTo>
                  <a:pt x="360" y="163"/>
                </a:lnTo>
                <a:lnTo>
                  <a:pt x="359" y="163"/>
                </a:lnTo>
                <a:lnTo>
                  <a:pt x="358" y="163"/>
                </a:lnTo>
                <a:lnTo>
                  <a:pt x="358" y="164"/>
                </a:lnTo>
                <a:lnTo>
                  <a:pt x="357" y="164"/>
                </a:lnTo>
                <a:lnTo>
                  <a:pt x="356" y="165"/>
                </a:lnTo>
                <a:lnTo>
                  <a:pt x="356" y="166"/>
                </a:lnTo>
                <a:lnTo>
                  <a:pt x="356" y="165"/>
                </a:lnTo>
                <a:lnTo>
                  <a:pt x="357" y="165"/>
                </a:lnTo>
                <a:lnTo>
                  <a:pt x="357" y="166"/>
                </a:lnTo>
                <a:lnTo>
                  <a:pt x="356" y="166"/>
                </a:lnTo>
                <a:lnTo>
                  <a:pt x="355" y="167"/>
                </a:lnTo>
                <a:lnTo>
                  <a:pt x="355" y="168"/>
                </a:lnTo>
                <a:lnTo>
                  <a:pt x="354" y="168"/>
                </a:lnTo>
                <a:lnTo>
                  <a:pt x="354" y="167"/>
                </a:lnTo>
                <a:lnTo>
                  <a:pt x="354" y="168"/>
                </a:lnTo>
                <a:lnTo>
                  <a:pt x="353" y="168"/>
                </a:lnTo>
                <a:lnTo>
                  <a:pt x="353" y="169"/>
                </a:lnTo>
                <a:lnTo>
                  <a:pt x="352" y="169"/>
                </a:lnTo>
                <a:lnTo>
                  <a:pt x="351" y="169"/>
                </a:lnTo>
                <a:lnTo>
                  <a:pt x="350" y="169"/>
                </a:lnTo>
                <a:lnTo>
                  <a:pt x="350" y="170"/>
                </a:lnTo>
                <a:lnTo>
                  <a:pt x="349" y="171"/>
                </a:lnTo>
                <a:lnTo>
                  <a:pt x="348" y="172"/>
                </a:lnTo>
                <a:lnTo>
                  <a:pt x="348" y="171"/>
                </a:lnTo>
                <a:lnTo>
                  <a:pt x="348" y="170"/>
                </a:lnTo>
                <a:lnTo>
                  <a:pt x="347" y="170"/>
                </a:lnTo>
                <a:lnTo>
                  <a:pt x="347" y="171"/>
                </a:lnTo>
                <a:lnTo>
                  <a:pt x="346" y="171"/>
                </a:lnTo>
                <a:lnTo>
                  <a:pt x="346" y="170"/>
                </a:lnTo>
                <a:lnTo>
                  <a:pt x="345" y="169"/>
                </a:lnTo>
                <a:lnTo>
                  <a:pt x="345" y="168"/>
                </a:lnTo>
                <a:lnTo>
                  <a:pt x="344" y="167"/>
                </a:lnTo>
                <a:lnTo>
                  <a:pt x="343" y="167"/>
                </a:lnTo>
                <a:lnTo>
                  <a:pt x="343" y="166"/>
                </a:lnTo>
                <a:lnTo>
                  <a:pt x="344" y="166"/>
                </a:lnTo>
                <a:lnTo>
                  <a:pt x="343" y="165"/>
                </a:lnTo>
                <a:lnTo>
                  <a:pt x="343" y="164"/>
                </a:lnTo>
                <a:lnTo>
                  <a:pt x="342" y="164"/>
                </a:lnTo>
                <a:lnTo>
                  <a:pt x="343" y="163"/>
                </a:lnTo>
                <a:lnTo>
                  <a:pt x="344" y="163"/>
                </a:lnTo>
                <a:lnTo>
                  <a:pt x="344" y="162"/>
                </a:lnTo>
                <a:lnTo>
                  <a:pt x="344" y="163"/>
                </a:lnTo>
                <a:lnTo>
                  <a:pt x="345" y="163"/>
                </a:lnTo>
                <a:lnTo>
                  <a:pt x="345" y="162"/>
                </a:lnTo>
                <a:lnTo>
                  <a:pt x="346" y="161"/>
                </a:lnTo>
                <a:lnTo>
                  <a:pt x="346" y="160"/>
                </a:lnTo>
                <a:lnTo>
                  <a:pt x="346" y="159"/>
                </a:lnTo>
                <a:lnTo>
                  <a:pt x="344" y="159"/>
                </a:lnTo>
                <a:lnTo>
                  <a:pt x="343" y="159"/>
                </a:lnTo>
                <a:lnTo>
                  <a:pt x="342" y="159"/>
                </a:lnTo>
                <a:lnTo>
                  <a:pt x="341" y="159"/>
                </a:lnTo>
                <a:lnTo>
                  <a:pt x="340" y="159"/>
                </a:lnTo>
                <a:lnTo>
                  <a:pt x="339" y="158"/>
                </a:lnTo>
                <a:lnTo>
                  <a:pt x="338" y="158"/>
                </a:lnTo>
                <a:lnTo>
                  <a:pt x="338" y="159"/>
                </a:lnTo>
                <a:lnTo>
                  <a:pt x="337" y="159"/>
                </a:lnTo>
                <a:lnTo>
                  <a:pt x="336" y="160"/>
                </a:lnTo>
                <a:lnTo>
                  <a:pt x="336" y="161"/>
                </a:lnTo>
                <a:lnTo>
                  <a:pt x="335" y="160"/>
                </a:lnTo>
                <a:lnTo>
                  <a:pt x="335" y="161"/>
                </a:lnTo>
                <a:lnTo>
                  <a:pt x="334" y="161"/>
                </a:lnTo>
                <a:lnTo>
                  <a:pt x="333" y="161"/>
                </a:lnTo>
                <a:lnTo>
                  <a:pt x="332" y="161"/>
                </a:lnTo>
                <a:lnTo>
                  <a:pt x="331" y="162"/>
                </a:lnTo>
                <a:lnTo>
                  <a:pt x="330" y="163"/>
                </a:lnTo>
                <a:lnTo>
                  <a:pt x="330" y="164"/>
                </a:lnTo>
                <a:lnTo>
                  <a:pt x="329" y="164"/>
                </a:lnTo>
                <a:lnTo>
                  <a:pt x="328" y="165"/>
                </a:lnTo>
                <a:lnTo>
                  <a:pt x="327" y="166"/>
                </a:lnTo>
                <a:lnTo>
                  <a:pt x="326" y="167"/>
                </a:lnTo>
                <a:lnTo>
                  <a:pt x="326" y="168"/>
                </a:lnTo>
                <a:lnTo>
                  <a:pt x="325" y="168"/>
                </a:lnTo>
                <a:lnTo>
                  <a:pt x="325" y="169"/>
                </a:lnTo>
                <a:lnTo>
                  <a:pt x="324" y="169"/>
                </a:lnTo>
                <a:lnTo>
                  <a:pt x="324" y="170"/>
                </a:lnTo>
                <a:lnTo>
                  <a:pt x="323" y="171"/>
                </a:lnTo>
                <a:lnTo>
                  <a:pt x="322" y="172"/>
                </a:lnTo>
                <a:lnTo>
                  <a:pt x="322" y="173"/>
                </a:lnTo>
                <a:lnTo>
                  <a:pt x="321" y="174"/>
                </a:lnTo>
                <a:lnTo>
                  <a:pt x="320" y="174"/>
                </a:lnTo>
                <a:lnTo>
                  <a:pt x="319" y="174"/>
                </a:lnTo>
                <a:lnTo>
                  <a:pt x="318" y="175"/>
                </a:lnTo>
                <a:lnTo>
                  <a:pt x="318" y="174"/>
                </a:lnTo>
                <a:lnTo>
                  <a:pt x="317" y="174"/>
                </a:lnTo>
                <a:lnTo>
                  <a:pt x="317" y="173"/>
                </a:lnTo>
                <a:lnTo>
                  <a:pt x="316" y="173"/>
                </a:lnTo>
                <a:lnTo>
                  <a:pt x="316" y="172"/>
                </a:lnTo>
                <a:lnTo>
                  <a:pt x="316" y="173"/>
                </a:lnTo>
                <a:lnTo>
                  <a:pt x="315" y="174"/>
                </a:lnTo>
                <a:lnTo>
                  <a:pt x="314" y="173"/>
                </a:lnTo>
                <a:lnTo>
                  <a:pt x="313" y="173"/>
                </a:lnTo>
                <a:lnTo>
                  <a:pt x="313" y="174"/>
                </a:lnTo>
                <a:lnTo>
                  <a:pt x="312" y="174"/>
                </a:lnTo>
                <a:lnTo>
                  <a:pt x="311" y="173"/>
                </a:lnTo>
                <a:lnTo>
                  <a:pt x="310" y="173"/>
                </a:lnTo>
                <a:lnTo>
                  <a:pt x="311" y="172"/>
                </a:lnTo>
                <a:lnTo>
                  <a:pt x="310" y="172"/>
                </a:lnTo>
                <a:lnTo>
                  <a:pt x="309" y="172"/>
                </a:lnTo>
                <a:lnTo>
                  <a:pt x="309" y="171"/>
                </a:lnTo>
                <a:lnTo>
                  <a:pt x="310" y="171"/>
                </a:lnTo>
                <a:lnTo>
                  <a:pt x="309" y="170"/>
                </a:lnTo>
                <a:lnTo>
                  <a:pt x="308" y="169"/>
                </a:lnTo>
                <a:lnTo>
                  <a:pt x="308" y="168"/>
                </a:lnTo>
                <a:lnTo>
                  <a:pt x="308" y="167"/>
                </a:lnTo>
                <a:lnTo>
                  <a:pt x="308" y="166"/>
                </a:lnTo>
                <a:lnTo>
                  <a:pt x="308" y="165"/>
                </a:lnTo>
                <a:lnTo>
                  <a:pt x="307" y="165"/>
                </a:lnTo>
                <a:lnTo>
                  <a:pt x="305" y="165"/>
                </a:lnTo>
                <a:lnTo>
                  <a:pt x="304" y="165"/>
                </a:lnTo>
                <a:lnTo>
                  <a:pt x="303" y="166"/>
                </a:lnTo>
                <a:lnTo>
                  <a:pt x="303" y="167"/>
                </a:lnTo>
                <a:lnTo>
                  <a:pt x="303" y="168"/>
                </a:lnTo>
                <a:lnTo>
                  <a:pt x="304" y="168"/>
                </a:lnTo>
                <a:lnTo>
                  <a:pt x="304" y="169"/>
                </a:lnTo>
                <a:lnTo>
                  <a:pt x="304" y="170"/>
                </a:lnTo>
                <a:lnTo>
                  <a:pt x="303" y="170"/>
                </a:lnTo>
                <a:lnTo>
                  <a:pt x="303" y="171"/>
                </a:lnTo>
                <a:lnTo>
                  <a:pt x="303" y="172"/>
                </a:lnTo>
                <a:lnTo>
                  <a:pt x="303" y="171"/>
                </a:lnTo>
                <a:lnTo>
                  <a:pt x="303" y="170"/>
                </a:lnTo>
                <a:lnTo>
                  <a:pt x="302" y="170"/>
                </a:lnTo>
                <a:lnTo>
                  <a:pt x="302" y="171"/>
                </a:lnTo>
                <a:lnTo>
                  <a:pt x="301" y="171"/>
                </a:lnTo>
                <a:lnTo>
                  <a:pt x="301" y="172"/>
                </a:lnTo>
                <a:lnTo>
                  <a:pt x="300" y="173"/>
                </a:lnTo>
                <a:lnTo>
                  <a:pt x="300" y="174"/>
                </a:lnTo>
                <a:lnTo>
                  <a:pt x="299" y="174"/>
                </a:lnTo>
                <a:lnTo>
                  <a:pt x="298" y="174"/>
                </a:lnTo>
                <a:lnTo>
                  <a:pt x="298" y="175"/>
                </a:lnTo>
                <a:lnTo>
                  <a:pt x="297" y="175"/>
                </a:lnTo>
                <a:lnTo>
                  <a:pt x="297" y="176"/>
                </a:lnTo>
                <a:lnTo>
                  <a:pt x="296" y="177"/>
                </a:lnTo>
                <a:lnTo>
                  <a:pt x="296" y="176"/>
                </a:lnTo>
                <a:lnTo>
                  <a:pt x="295" y="176"/>
                </a:lnTo>
                <a:lnTo>
                  <a:pt x="295" y="175"/>
                </a:lnTo>
                <a:lnTo>
                  <a:pt x="294" y="175"/>
                </a:lnTo>
                <a:lnTo>
                  <a:pt x="293" y="175"/>
                </a:lnTo>
                <a:lnTo>
                  <a:pt x="294" y="175"/>
                </a:lnTo>
                <a:lnTo>
                  <a:pt x="293" y="175"/>
                </a:lnTo>
                <a:lnTo>
                  <a:pt x="292" y="175"/>
                </a:lnTo>
                <a:lnTo>
                  <a:pt x="292" y="174"/>
                </a:lnTo>
                <a:lnTo>
                  <a:pt x="291" y="174"/>
                </a:lnTo>
                <a:lnTo>
                  <a:pt x="289" y="174"/>
                </a:lnTo>
                <a:lnTo>
                  <a:pt x="289" y="175"/>
                </a:lnTo>
                <a:lnTo>
                  <a:pt x="288" y="175"/>
                </a:lnTo>
                <a:lnTo>
                  <a:pt x="287" y="176"/>
                </a:lnTo>
                <a:lnTo>
                  <a:pt x="287" y="175"/>
                </a:lnTo>
                <a:lnTo>
                  <a:pt x="286" y="175"/>
                </a:lnTo>
                <a:lnTo>
                  <a:pt x="286" y="174"/>
                </a:lnTo>
                <a:lnTo>
                  <a:pt x="285" y="175"/>
                </a:lnTo>
                <a:lnTo>
                  <a:pt x="284" y="175"/>
                </a:lnTo>
                <a:lnTo>
                  <a:pt x="283" y="175"/>
                </a:lnTo>
                <a:lnTo>
                  <a:pt x="282" y="176"/>
                </a:lnTo>
                <a:lnTo>
                  <a:pt x="283" y="177"/>
                </a:lnTo>
                <a:lnTo>
                  <a:pt x="283" y="178"/>
                </a:lnTo>
                <a:lnTo>
                  <a:pt x="283" y="179"/>
                </a:lnTo>
                <a:lnTo>
                  <a:pt x="282" y="179"/>
                </a:lnTo>
                <a:lnTo>
                  <a:pt x="282" y="180"/>
                </a:lnTo>
                <a:lnTo>
                  <a:pt x="282" y="181"/>
                </a:lnTo>
                <a:lnTo>
                  <a:pt x="283" y="181"/>
                </a:lnTo>
                <a:lnTo>
                  <a:pt x="284" y="182"/>
                </a:lnTo>
                <a:lnTo>
                  <a:pt x="284" y="183"/>
                </a:lnTo>
                <a:lnTo>
                  <a:pt x="283" y="183"/>
                </a:lnTo>
                <a:lnTo>
                  <a:pt x="283" y="184"/>
                </a:lnTo>
                <a:lnTo>
                  <a:pt x="283" y="185"/>
                </a:lnTo>
                <a:lnTo>
                  <a:pt x="282" y="185"/>
                </a:lnTo>
                <a:lnTo>
                  <a:pt x="281" y="185"/>
                </a:lnTo>
                <a:lnTo>
                  <a:pt x="281" y="186"/>
                </a:lnTo>
                <a:lnTo>
                  <a:pt x="281" y="187"/>
                </a:lnTo>
                <a:lnTo>
                  <a:pt x="283" y="187"/>
                </a:lnTo>
                <a:lnTo>
                  <a:pt x="283" y="188"/>
                </a:lnTo>
                <a:lnTo>
                  <a:pt x="284" y="188"/>
                </a:lnTo>
                <a:lnTo>
                  <a:pt x="284" y="189"/>
                </a:lnTo>
                <a:lnTo>
                  <a:pt x="285" y="189"/>
                </a:lnTo>
                <a:lnTo>
                  <a:pt x="286" y="188"/>
                </a:lnTo>
                <a:lnTo>
                  <a:pt x="287" y="188"/>
                </a:lnTo>
                <a:lnTo>
                  <a:pt x="287" y="189"/>
                </a:lnTo>
                <a:lnTo>
                  <a:pt x="287" y="190"/>
                </a:lnTo>
                <a:lnTo>
                  <a:pt x="288" y="190"/>
                </a:lnTo>
                <a:lnTo>
                  <a:pt x="289" y="191"/>
                </a:lnTo>
                <a:lnTo>
                  <a:pt x="290" y="192"/>
                </a:lnTo>
                <a:lnTo>
                  <a:pt x="290" y="193"/>
                </a:lnTo>
                <a:lnTo>
                  <a:pt x="291" y="193"/>
                </a:lnTo>
                <a:lnTo>
                  <a:pt x="292" y="193"/>
                </a:lnTo>
                <a:lnTo>
                  <a:pt x="293" y="194"/>
                </a:lnTo>
                <a:lnTo>
                  <a:pt x="292" y="194"/>
                </a:lnTo>
                <a:lnTo>
                  <a:pt x="292" y="195"/>
                </a:lnTo>
                <a:lnTo>
                  <a:pt x="293" y="195"/>
                </a:lnTo>
                <a:lnTo>
                  <a:pt x="293" y="196"/>
                </a:lnTo>
                <a:lnTo>
                  <a:pt x="294" y="196"/>
                </a:lnTo>
                <a:lnTo>
                  <a:pt x="294" y="197"/>
                </a:lnTo>
                <a:lnTo>
                  <a:pt x="294" y="196"/>
                </a:lnTo>
                <a:lnTo>
                  <a:pt x="294" y="197"/>
                </a:lnTo>
                <a:lnTo>
                  <a:pt x="295" y="198"/>
                </a:lnTo>
                <a:lnTo>
                  <a:pt x="296" y="198"/>
                </a:lnTo>
                <a:lnTo>
                  <a:pt x="296" y="199"/>
                </a:lnTo>
                <a:lnTo>
                  <a:pt x="297" y="199"/>
                </a:lnTo>
                <a:lnTo>
                  <a:pt x="298" y="199"/>
                </a:lnTo>
                <a:lnTo>
                  <a:pt x="297" y="200"/>
                </a:lnTo>
                <a:lnTo>
                  <a:pt x="297" y="201"/>
                </a:lnTo>
                <a:lnTo>
                  <a:pt x="296" y="201"/>
                </a:lnTo>
                <a:lnTo>
                  <a:pt x="296" y="202"/>
                </a:lnTo>
                <a:lnTo>
                  <a:pt x="296" y="203"/>
                </a:lnTo>
                <a:lnTo>
                  <a:pt x="296" y="204"/>
                </a:lnTo>
                <a:lnTo>
                  <a:pt x="296" y="205"/>
                </a:lnTo>
                <a:lnTo>
                  <a:pt x="295" y="206"/>
                </a:lnTo>
                <a:lnTo>
                  <a:pt x="295" y="207"/>
                </a:lnTo>
                <a:lnTo>
                  <a:pt x="295" y="208"/>
                </a:lnTo>
                <a:lnTo>
                  <a:pt x="296" y="209"/>
                </a:lnTo>
                <a:lnTo>
                  <a:pt x="296" y="210"/>
                </a:lnTo>
                <a:lnTo>
                  <a:pt x="295" y="212"/>
                </a:lnTo>
                <a:lnTo>
                  <a:pt x="294" y="213"/>
                </a:lnTo>
                <a:lnTo>
                  <a:pt x="294" y="214"/>
                </a:lnTo>
                <a:lnTo>
                  <a:pt x="294" y="215"/>
                </a:lnTo>
                <a:lnTo>
                  <a:pt x="294" y="216"/>
                </a:lnTo>
                <a:lnTo>
                  <a:pt x="293" y="216"/>
                </a:lnTo>
                <a:lnTo>
                  <a:pt x="293" y="217"/>
                </a:lnTo>
                <a:lnTo>
                  <a:pt x="293" y="218"/>
                </a:lnTo>
                <a:lnTo>
                  <a:pt x="293" y="217"/>
                </a:lnTo>
                <a:lnTo>
                  <a:pt x="292" y="217"/>
                </a:lnTo>
                <a:lnTo>
                  <a:pt x="292" y="218"/>
                </a:lnTo>
                <a:lnTo>
                  <a:pt x="291" y="219"/>
                </a:lnTo>
                <a:lnTo>
                  <a:pt x="292" y="220"/>
                </a:lnTo>
                <a:lnTo>
                  <a:pt x="292" y="219"/>
                </a:lnTo>
                <a:lnTo>
                  <a:pt x="293" y="219"/>
                </a:lnTo>
                <a:lnTo>
                  <a:pt x="293" y="220"/>
                </a:lnTo>
                <a:lnTo>
                  <a:pt x="293" y="221"/>
                </a:lnTo>
                <a:lnTo>
                  <a:pt x="293" y="222"/>
                </a:lnTo>
                <a:lnTo>
                  <a:pt x="293" y="224"/>
                </a:lnTo>
                <a:lnTo>
                  <a:pt x="293" y="225"/>
                </a:lnTo>
                <a:lnTo>
                  <a:pt x="294" y="225"/>
                </a:lnTo>
                <a:lnTo>
                  <a:pt x="294" y="226"/>
                </a:lnTo>
                <a:lnTo>
                  <a:pt x="294" y="227"/>
                </a:lnTo>
                <a:lnTo>
                  <a:pt x="295" y="227"/>
                </a:lnTo>
                <a:lnTo>
                  <a:pt x="294" y="227"/>
                </a:lnTo>
                <a:lnTo>
                  <a:pt x="294" y="226"/>
                </a:lnTo>
                <a:lnTo>
                  <a:pt x="294" y="227"/>
                </a:lnTo>
                <a:lnTo>
                  <a:pt x="293" y="227"/>
                </a:lnTo>
                <a:lnTo>
                  <a:pt x="293" y="228"/>
                </a:lnTo>
                <a:lnTo>
                  <a:pt x="293" y="229"/>
                </a:lnTo>
                <a:lnTo>
                  <a:pt x="292" y="230"/>
                </a:lnTo>
                <a:lnTo>
                  <a:pt x="292" y="231"/>
                </a:lnTo>
                <a:lnTo>
                  <a:pt x="292" y="232"/>
                </a:lnTo>
                <a:lnTo>
                  <a:pt x="292" y="233"/>
                </a:lnTo>
                <a:lnTo>
                  <a:pt x="292" y="234"/>
                </a:lnTo>
                <a:lnTo>
                  <a:pt x="292" y="235"/>
                </a:lnTo>
                <a:lnTo>
                  <a:pt x="292" y="236"/>
                </a:lnTo>
                <a:lnTo>
                  <a:pt x="292" y="237"/>
                </a:lnTo>
                <a:lnTo>
                  <a:pt x="292" y="238"/>
                </a:lnTo>
                <a:lnTo>
                  <a:pt x="292" y="239"/>
                </a:lnTo>
                <a:lnTo>
                  <a:pt x="291" y="238"/>
                </a:lnTo>
                <a:lnTo>
                  <a:pt x="291" y="237"/>
                </a:lnTo>
                <a:lnTo>
                  <a:pt x="290" y="237"/>
                </a:lnTo>
                <a:lnTo>
                  <a:pt x="290" y="238"/>
                </a:lnTo>
                <a:lnTo>
                  <a:pt x="289" y="239"/>
                </a:lnTo>
                <a:lnTo>
                  <a:pt x="289" y="238"/>
                </a:lnTo>
                <a:lnTo>
                  <a:pt x="288" y="239"/>
                </a:lnTo>
                <a:lnTo>
                  <a:pt x="287" y="239"/>
                </a:lnTo>
                <a:lnTo>
                  <a:pt x="286" y="239"/>
                </a:lnTo>
                <a:lnTo>
                  <a:pt x="286" y="238"/>
                </a:lnTo>
                <a:lnTo>
                  <a:pt x="285" y="238"/>
                </a:lnTo>
                <a:lnTo>
                  <a:pt x="285" y="237"/>
                </a:lnTo>
                <a:lnTo>
                  <a:pt x="284" y="237"/>
                </a:lnTo>
                <a:lnTo>
                  <a:pt x="283" y="237"/>
                </a:lnTo>
                <a:lnTo>
                  <a:pt x="283" y="238"/>
                </a:lnTo>
                <a:lnTo>
                  <a:pt x="284" y="238"/>
                </a:lnTo>
                <a:lnTo>
                  <a:pt x="283" y="238"/>
                </a:lnTo>
                <a:lnTo>
                  <a:pt x="283" y="239"/>
                </a:lnTo>
                <a:lnTo>
                  <a:pt x="282" y="239"/>
                </a:lnTo>
                <a:lnTo>
                  <a:pt x="282" y="240"/>
                </a:lnTo>
                <a:lnTo>
                  <a:pt x="281" y="240"/>
                </a:lnTo>
                <a:lnTo>
                  <a:pt x="281" y="239"/>
                </a:lnTo>
                <a:lnTo>
                  <a:pt x="280" y="239"/>
                </a:lnTo>
                <a:lnTo>
                  <a:pt x="280" y="240"/>
                </a:lnTo>
                <a:lnTo>
                  <a:pt x="279" y="241"/>
                </a:lnTo>
                <a:lnTo>
                  <a:pt x="279" y="242"/>
                </a:lnTo>
                <a:lnTo>
                  <a:pt x="278" y="242"/>
                </a:lnTo>
                <a:lnTo>
                  <a:pt x="278" y="243"/>
                </a:lnTo>
                <a:lnTo>
                  <a:pt x="278" y="244"/>
                </a:lnTo>
                <a:lnTo>
                  <a:pt x="279" y="244"/>
                </a:lnTo>
                <a:lnTo>
                  <a:pt x="280" y="244"/>
                </a:lnTo>
                <a:lnTo>
                  <a:pt x="281" y="244"/>
                </a:lnTo>
                <a:lnTo>
                  <a:pt x="281" y="243"/>
                </a:lnTo>
                <a:lnTo>
                  <a:pt x="281" y="242"/>
                </a:lnTo>
                <a:lnTo>
                  <a:pt x="282" y="242"/>
                </a:lnTo>
                <a:lnTo>
                  <a:pt x="282" y="243"/>
                </a:lnTo>
                <a:lnTo>
                  <a:pt x="282" y="244"/>
                </a:lnTo>
                <a:lnTo>
                  <a:pt x="283" y="244"/>
                </a:lnTo>
                <a:lnTo>
                  <a:pt x="284" y="245"/>
                </a:lnTo>
                <a:lnTo>
                  <a:pt x="283" y="245"/>
                </a:lnTo>
                <a:lnTo>
                  <a:pt x="283" y="246"/>
                </a:lnTo>
                <a:lnTo>
                  <a:pt x="283" y="247"/>
                </a:lnTo>
                <a:lnTo>
                  <a:pt x="283" y="248"/>
                </a:lnTo>
                <a:lnTo>
                  <a:pt x="284" y="248"/>
                </a:lnTo>
                <a:lnTo>
                  <a:pt x="285" y="248"/>
                </a:lnTo>
                <a:lnTo>
                  <a:pt x="285" y="249"/>
                </a:lnTo>
                <a:lnTo>
                  <a:pt x="285" y="250"/>
                </a:lnTo>
                <a:lnTo>
                  <a:pt x="285" y="251"/>
                </a:lnTo>
                <a:lnTo>
                  <a:pt x="284" y="251"/>
                </a:lnTo>
                <a:lnTo>
                  <a:pt x="284" y="252"/>
                </a:lnTo>
                <a:lnTo>
                  <a:pt x="285" y="252"/>
                </a:lnTo>
                <a:lnTo>
                  <a:pt x="286" y="252"/>
                </a:lnTo>
                <a:lnTo>
                  <a:pt x="287" y="252"/>
                </a:lnTo>
                <a:lnTo>
                  <a:pt x="287" y="253"/>
                </a:lnTo>
                <a:lnTo>
                  <a:pt x="288" y="253"/>
                </a:lnTo>
                <a:lnTo>
                  <a:pt x="289" y="253"/>
                </a:lnTo>
                <a:lnTo>
                  <a:pt x="289" y="254"/>
                </a:lnTo>
                <a:lnTo>
                  <a:pt x="290" y="255"/>
                </a:lnTo>
                <a:lnTo>
                  <a:pt x="291" y="255"/>
                </a:lnTo>
                <a:lnTo>
                  <a:pt x="291" y="254"/>
                </a:lnTo>
                <a:lnTo>
                  <a:pt x="291" y="253"/>
                </a:lnTo>
                <a:lnTo>
                  <a:pt x="290" y="253"/>
                </a:lnTo>
                <a:lnTo>
                  <a:pt x="290" y="252"/>
                </a:lnTo>
                <a:lnTo>
                  <a:pt x="291" y="252"/>
                </a:lnTo>
                <a:lnTo>
                  <a:pt x="292" y="252"/>
                </a:lnTo>
                <a:lnTo>
                  <a:pt x="293" y="252"/>
                </a:lnTo>
                <a:lnTo>
                  <a:pt x="294" y="251"/>
                </a:lnTo>
                <a:lnTo>
                  <a:pt x="294" y="252"/>
                </a:lnTo>
                <a:lnTo>
                  <a:pt x="294" y="251"/>
                </a:lnTo>
                <a:lnTo>
                  <a:pt x="295" y="251"/>
                </a:lnTo>
                <a:lnTo>
                  <a:pt x="295" y="250"/>
                </a:lnTo>
                <a:lnTo>
                  <a:pt x="294" y="250"/>
                </a:lnTo>
                <a:lnTo>
                  <a:pt x="293" y="250"/>
                </a:lnTo>
                <a:lnTo>
                  <a:pt x="292" y="249"/>
                </a:lnTo>
                <a:lnTo>
                  <a:pt x="292" y="248"/>
                </a:lnTo>
                <a:lnTo>
                  <a:pt x="293" y="247"/>
                </a:lnTo>
                <a:lnTo>
                  <a:pt x="294" y="247"/>
                </a:lnTo>
                <a:lnTo>
                  <a:pt x="294" y="246"/>
                </a:lnTo>
                <a:lnTo>
                  <a:pt x="293" y="246"/>
                </a:lnTo>
                <a:lnTo>
                  <a:pt x="294" y="245"/>
                </a:lnTo>
                <a:lnTo>
                  <a:pt x="295" y="245"/>
                </a:lnTo>
                <a:lnTo>
                  <a:pt x="295" y="244"/>
                </a:lnTo>
                <a:lnTo>
                  <a:pt x="296" y="244"/>
                </a:lnTo>
                <a:lnTo>
                  <a:pt x="296" y="243"/>
                </a:lnTo>
                <a:lnTo>
                  <a:pt x="297" y="243"/>
                </a:lnTo>
                <a:lnTo>
                  <a:pt x="297" y="242"/>
                </a:lnTo>
                <a:lnTo>
                  <a:pt x="297" y="241"/>
                </a:lnTo>
                <a:lnTo>
                  <a:pt x="298" y="241"/>
                </a:lnTo>
                <a:lnTo>
                  <a:pt x="298" y="240"/>
                </a:lnTo>
                <a:lnTo>
                  <a:pt x="299" y="240"/>
                </a:lnTo>
                <a:lnTo>
                  <a:pt x="298" y="240"/>
                </a:lnTo>
                <a:lnTo>
                  <a:pt x="299" y="239"/>
                </a:lnTo>
                <a:lnTo>
                  <a:pt x="300" y="239"/>
                </a:lnTo>
                <a:lnTo>
                  <a:pt x="301" y="239"/>
                </a:lnTo>
                <a:lnTo>
                  <a:pt x="302" y="239"/>
                </a:lnTo>
                <a:lnTo>
                  <a:pt x="302" y="240"/>
                </a:lnTo>
                <a:lnTo>
                  <a:pt x="303" y="240"/>
                </a:lnTo>
                <a:lnTo>
                  <a:pt x="304" y="240"/>
                </a:lnTo>
                <a:lnTo>
                  <a:pt x="305" y="240"/>
                </a:lnTo>
                <a:lnTo>
                  <a:pt x="305" y="241"/>
                </a:lnTo>
                <a:lnTo>
                  <a:pt x="305" y="242"/>
                </a:lnTo>
                <a:lnTo>
                  <a:pt x="305" y="243"/>
                </a:lnTo>
                <a:lnTo>
                  <a:pt x="305" y="242"/>
                </a:lnTo>
                <a:lnTo>
                  <a:pt x="306" y="243"/>
                </a:lnTo>
                <a:lnTo>
                  <a:pt x="305" y="243"/>
                </a:lnTo>
                <a:lnTo>
                  <a:pt x="305" y="244"/>
                </a:lnTo>
                <a:lnTo>
                  <a:pt x="305" y="243"/>
                </a:lnTo>
                <a:lnTo>
                  <a:pt x="304" y="243"/>
                </a:lnTo>
                <a:lnTo>
                  <a:pt x="304" y="244"/>
                </a:lnTo>
                <a:lnTo>
                  <a:pt x="305" y="244"/>
                </a:lnTo>
                <a:lnTo>
                  <a:pt x="306" y="244"/>
                </a:lnTo>
                <a:lnTo>
                  <a:pt x="306" y="245"/>
                </a:lnTo>
                <a:lnTo>
                  <a:pt x="306" y="246"/>
                </a:lnTo>
                <a:lnTo>
                  <a:pt x="306" y="247"/>
                </a:lnTo>
                <a:lnTo>
                  <a:pt x="306" y="248"/>
                </a:lnTo>
                <a:lnTo>
                  <a:pt x="306" y="249"/>
                </a:lnTo>
                <a:lnTo>
                  <a:pt x="306" y="250"/>
                </a:lnTo>
                <a:lnTo>
                  <a:pt x="306" y="251"/>
                </a:lnTo>
                <a:lnTo>
                  <a:pt x="307" y="251"/>
                </a:lnTo>
                <a:lnTo>
                  <a:pt x="307" y="252"/>
                </a:lnTo>
                <a:lnTo>
                  <a:pt x="306" y="253"/>
                </a:lnTo>
                <a:lnTo>
                  <a:pt x="307" y="253"/>
                </a:lnTo>
                <a:lnTo>
                  <a:pt x="307" y="254"/>
                </a:lnTo>
                <a:lnTo>
                  <a:pt x="307" y="255"/>
                </a:lnTo>
                <a:lnTo>
                  <a:pt x="308" y="255"/>
                </a:lnTo>
                <a:lnTo>
                  <a:pt x="308" y="256"/>
                </a:lnTo>
                <a:lnTo>
                  <a:pt x="307" y="256"/>
                </a:lnTo>
                <a:lnTo>
                  <a:pt x="308" y="256"/>
                </a:lnTo>
                <a:lnTo>
                  <a:pt x="309" y="256"/>
                </a:lnTo>
                <a:lnTo>
                  <a:pt x="310" y="256"/>
                </a:lnTo>
                <a:lnTo>
                  <a:pt x="310" y="257"/>
                </a:lnTo>
                <a:lnTo>
                  <a:pt x="309" y="257"/>
                </a:lnTo>
                <a:lnTo>
                  <a:pt x="309" y="258"/>
                </a:lnTo>
                <a:lnTo>
                  <a:pt x="310" y="258"/>
                </a:lnTo>
                <a:lnTo>
                  <a:pt x="311" y="258"/>
                </a:lnTo>
                <a:lnTo>
                  <a:pt x="312" y="259"/>
                </a:lnTo>
                <a:lnTo>
                  <a:pt x="312" y="260"/>
                </a:lnTo>
                <a:lnTo>
                  <a:pt x="313" y="261"/>
                </a:lnTo>
                <a:lnTo>
                  <a:pt x="314" y="262"/>
                </a:lnTo>
                <a:lnTo>
                  <a:pt x="314" y="260"/>
                </a:lnTo>
                <a:lnTo>
                  <a:pt x="313" y="260"/>
                </a:lnTo>
                <a:lnTo>
                  <a:pt x="314" y="260"/>
                </a:lnTo>
                <a:lnTo>
                  <a:pt x="314" y="259"/>
                </a:lnTo>
                <a:lnTo>
                  <a:pt x="314" y="260"/>
                </a:lnTo>
                <a:lnTo>
                  <a:pt x="315" y="260"/>
                </a:lnTo>
                <a:lnTo>
                  <a:pt x="315" y="261"/>
                </a:lnTo>
                <a:lnTo>
                  <a:pt x="316" y="261"/>
                </a:lnTo>
                <a:lnTo>
                  <a:pt x="316" y="260"/>
                </a:lnTo>
                <a:lnTo>
                  <a:pt x="315" y="260"/>
                </a:lnTo>
                <a:lnTo>
                  <a:pt x="315" y="259"/>
                </a:lnTo>
                <a:lnTo>
                  <a:pt x="315" y="258"/>
                </a:lnTo>
                <a:lnTo>
                  <a:pt x="314" y="258"/>
                </a:lnTo>
                <a:lnTo>
                  <a:pt x="314" y="257"/>
                </a:lnTo>
                <a:lnTo>
                  <a:pt x="314" y="258"/>
                </a:lnTo>
                <a:lnTo>
                  <a:pt x="313" y="258"/>
                </a:lnTo>
                <a:lnTo>
                  <a:pt x="313" y="257"/>
                </a:lnTo>
                <a:lnTo>
                  <a:pt x="314" y="256"/>
                </a:lnTo>
                <a:lnTo>
                  <a:pt x="315" y="256"/>
                </a:lnTo>
                <a:lnTo>
                  <a:pt x="316" y="256"/>
                </a:lnTo>
                <a:lnTo>
                  <a:pt x="316" y="257"/>
                </a:lnTo>
                <a:lnTo>
                  <a:pt x="316" y="258"/>
                </a:lnTo>
                <a:lnTo>
                  <a:pt x="316" y="259"/>
                </a:lnTo>
                <a:lnTo>
                  <a:pt x="317" y="259"/>
                </a:lnTo>
                <a:lnTo>
                  <a:pt x="317" y="260"/>
                </a:lnTo>
                <a:lnTo>
                  <a:pt x="316" y="261"/>
                </a:lnTo>
                <a:lnTo>
                  <a:pt x="315" y="261"/>
                </a:lnTo>
                <a:lnTo>
                  <a:pt x="316" y="262"/>
                </a:lnTo>
                <a:lnTo>
                  <a:pt x="317" y="262"/>
                </a:lnTo>
                <a:lnTo>
                  <a:pt x="318" y="262"/>
                </a:lnTo>
                <a:lnTo>
                  <a:pt x="318" y="263"/>
                </a:lnTo>
                <a:lnTo>
                  <a:pt x="319" y="263"/>
                </a:lnTo>
                <a:lnTo>
                  <a:pt x="319" y="262"/>
                </a:lnTo>
                <a:lnTo>
                  <a:pt x="319" y="261"/>
                </a:lnTo>
                <a:lnTo>
                  <a:pt x="319" y="260"/>
                </a:lnTo>
                <a:lnTo>
                  <a:pt x="320" y="259"/>
                </a:lnTo>
                <a:lnTo>
                  <a:pt x="320" y="260"/>
                </a:lnTo>
                <a:lnTo>
                  <a:pt x="320" y="261"/>
                </a:lnTo>
                <a:lnTo>
                  <a:pt x="321" y="260"/>
                </a:lnTo>
                <a:lnTo>
                  <a:pt x="322" y="260"/>
                </a:lnTo>
                <a:lnTo>
                  <a:pt x="322" y="261"/>
                </a:lnTo>
                <a:lnTo>
                  <a:pt x="322" y="262"/>
                </a:lnTo>
                <a:lnTo>
                  <a:pt x="323" y="262"/>
                </a:lnTo>
                <a:lnTo>
                  <a:pt x="324" y="262"/>
                </a:lnTo>
                <a:lnTo>
                  <a:pt x="324" y="261"/>
                </a:lnTo>
                <a:lnTo>
                  <a:pt x="324" y="262"/>
                </a:lnTo>
                <a:lnTo>
                  <a:pt x="325" y="262"/>
                </a:lnTo>
                <a:lnTo>
                  <a:pt x="325" y="263"/>
                </a:lnTo>
                <a:lnTo>
                  <a:pt x="325" y="264"/>
                </a:lnTo>
                <a:lnTo>
                  <a:pt x="324" y="264"/>
                </a:lnTo>
                <a:lnTo>
                  <a:pt x="324" y="265"/>
                </a:lnTo>
                <a:lnTo>
                  <a:pt x="324" y="266"/>
                </a:lnTo>
                <a:lnTo>
                  <a:pt x="324" y="265"/>
                </a:lnTo>
                <a:lnTo>
                  <a:pt x="323" y="265"/>
                </a:lnTo>
                <a:lnTo>
                  <a:pt x="323" y="266"/>
                </a:lnTo>
                <a:lnTo>
                  <a:pt x="324" y="266"/>
                </a:lnTo>
                <a:lnTo>
                  <a:pt x="324" y="267"/>
                </a:lnTo>
                <a:lnTo>
                  <a:pt x="325" y="267"/>
                </a:lnTo>
                <a:lnTo>
                  <a:pt x="326" y="266"/>
                </a:lnTo>
                <a:lnTo>
                  <a:pt x="327" y="266"/>
                </a:lnTo>
                <a:lnTo>
                  <a:pt x="327" y="267"/>
                </a:lnTo>
                <a:lnTo>
                  <a:pt x="326" y="267"/>
                </a:lnTo>
                <a:lnTo>
                  <a:pt x="326" y="268"/>
                </a:lnTo>
                <a:lnTo>
                  <a:pt x="327" y="268"/>
                </a:lnTo>
                <a:lnTo>
                  <a:pt x="327" y="269"/>
                </a:lnTo>
                <a:lnTo>
                  <a:pt x="326" y="270"/>
                </a:lnTo>
                <a:lnTo>
                  <a:pt x="325" y="270"/>
                </a:lnTo>
                <a:lnTo>
                  <a:pt x="325" y="271"/>
                </a:lnTo>
                <a:lnTo>
                  <a:pt x="324" y="272"/>
                </a:lnTo>
                <a:lnTo>
                  <a:pt x="324" y="273"/>
                </a:lnTo>
                <a:lnTo>
                  <a:pt x="325" y="273"/>
                </a:lnTo>
                <a:lnTo>
                  <a:pt x="325" y="274"/>
                </a:lnTo>
                <a:lnTo>
                  <a:pt x="325" y="275"/>
                </a:lnTo>
                <a:lnTo>
                  <a:pt x="325" y="276"/>
                </a:lnTo>
                <a:lnTo>
                  <a:pt x="325" y="277"/>
                </a:lnTo>
                <a:lnTo>
                  <a:pt x="324" y="277"/>
                </a:lnTo>
                <a:lnTo>
                  <a:pt x="323" y="278"/>
                </a:lnTo>
                <a:lnTo>
                  <a:pt x="323" y="279"/>
                </a:lnTo>
                <a:lnTo>
                  <a:pt x="324" y="279"/>
                </a:lnTo>
                <a:lnTo>
                  <a:pt x="324" y="280"/>
                </a:lnTo>
                <a:lnTo>
                  <a:pt x="324" y="281"/>
                </a:lnTo>
                <a:lnTo>
                  <a:pt x="325" y="282"/>
                </a:lnTo>
                <a:lnTo>
                  <a:pt x="325" y="283"/>
                </a:lnTo>
                <a:lnTo>
                  <a:pt x="326" y="283"/>
                </a:lnTo>
                <a:lnTo>
                  <a:pt x="326" y="282"/>
                </a:lnTo>
                <a:lnTo>
                  <a:pt x="327" y="282"/>
                </a:lnTo>
                <a:lnTo>
                  <a:pt x="327" y="283"/>
                </a:lnTo>
                <a:lnTo>
                  <a:pt x="328" y="283"/>
                </a:lnTo>
                <a:lnTo>
                  <a:pt x="329" y="283"/>
                </a:lnTo>
                <a:lnTo>
                  <a:pt x="330" y="283"/>
                </a:lnTo>
                <a:lnTo>
                  <a:pt x="329" y="284"/>
                </a:lnTo>
                <a:lnTo>
                  <a:pt x="330" y="284"/>
                </a:lnTo>
                <a:lnTo>
                  <a:pt x="330" y="285"/>
                </a:lnTo>
                <a:lnTo>
                  <a:pt x="330" y="286"/>
                </a:lnTo>
                <a:lnTo>
                  <a:pt x="329" y="286"/>
                </a:lnTo>
                <a:lnTo>
                  <a:pt x="329" y="287"/>
                </a:lnTo>
                <a:lnTo>
                  <a:pt x="329" y="288"/>
                </a:lnTo>
                <a:lnTo>
                  <a:pt x="329" y="289"/>
                </a:lnTo>
                <a:lnTo>
                  <a:pt x="329" y="290"/>
                </a:lnTo>
                <a:lnTo>
                  <a:pt x="329" y="291"/>
                </a:lnTo>
                <a:lnTo>
                  <a:pt x="328" y="291"/>
                </a:lnTo>
                <a:lnTo>
                  <a:pt x="328" y="292"/>
                </a:lnTo>
                <a:lnTo>
                  <a:pt x="328" y="293"/>
                </a:lnTo>
                <a:lnTo>
                  <a:pt x="328" y="294"/>
                </a:lnTo>
                <a:lnTo>
                  <a:pt x="330" y="294"/>
                </a:lnTo>
                <a:lnTo>
                  <a:pt x="331" y="293"/>
                </a:lnTo>
                <a:lnTo>
                  <a:pt x="332" y="294"/>
                </a:lnTo>
                <a:lnTo>
                  <a:pt x="333" y="294"/>
                </a:lnTo>
                <a:lnTo>
                  <a:pt x="334" y="293"/>
                </a:lnTo>
                <a:lnTo>
                  <a:pt x="334" y="292"/>
                </a:lnTo>
                <a:lnTo>
                  <a:pt x="334" y="291"/>
                </a:lnTo>
                <a:lnTo>
                  <a:pt x="335" y="291"/>
                </a:lnTo>
                <a:lnTo>
                  <a:pt x="335" y="290"/>
                </a:lnTo>
                <a:lnTo>
                  <a:pt x="336" y="290"/>
                </a:lnTo>
                <a:lnTo>
                  <a:pt x="336" y="291"/>
                </a:lnTo>
                <a:lnTo>
                  <a:pt x="336" y="290"/>
                </a:lnTo>
                <a:lnTo>
                  <a:pt x="338" y="290"/>
                </a:lnTo>
                <a:lnTo>
                  <a:pt x="339" y="289"/>
                </a:lnTo>
                <a:lnTo>
                  <a:pt x="338" y="289"/>
                </a:lnTo>
                <a:lnTo>
                  <a:pt x="338" y="288"/>
                </a:lnTo>
                <a:lnTo>
                  <a:pt x="339" y="288"/>
                </a:lnTo>
                <a:lnTo>
                  <a:pt x="339" y="287"/>
                </a:lnTo>
                <a:lnTo>
                  <a:pt x="340" y="287"/>
                </a:lnTo>
                <a:lnTo>
                  <a:pt x="340" y="286"/>
                </a:lnTo>
                <a:lnTo>
                  <a:pt x="341" y="287"/>
                </a:lnTo>
                <a:lnTo>
                  <a:pt x="342" y="287"/>
                </a:lnTo>
                <a:lnTo>
                  <a:pt x="343" y="287"/>
                </a:lnTo>
                <a:lnTo>
                  <a:pt x="343" y="288"/>
                </a:lnTo>
                <a:lnTo>
                  <a:pt x="344" y="289"/>
                </a:lnTo>
                <a:lnTo>
                  <a:pt x="345" y="290"/>
                </a:lnTo>
                <a:lnTo>
                  <a:pt x="345" y="291"/>
                </a:lnTo>
                <a:lnTo>
                  <a:pt x="346" y="291"/>
                </a:lnTo>
                <a:lnTo>
                  <a:pt x="345" y="291"/>
                </a:lnTo>
                <a:lnTo>
                  <a:pt x="345" y="292"/>
                </a:lnTo>
                <a:lnTo>
                  <a:pt x="345" y="293"/>
                </a:lnTo>
                <a:lnTo>
                  <a:pt x="346" y="293"/>
                </a:lnTo>
                <a:lnTo>
                  <a:pt x="345" y="294"/>
                </a:lnTo>
                <a:lnTo>
                  <a:pt x="345" y="295"/>
                </a:lnTo>
                <a:lnTo>
                  <a:pt x="346" y="295"/>
                </a:lnTo>
                <a:lnTo>
                  <a:pt x="345" y="296"/>
                </a:lnTo>
                <a:lnTo>
                  <a:pt x="345" y="297"/>
                </a:lnTo>
                <a:lnTo>
                  <a:pt x="345" y="298"/>
                </a:lnTo>
                <a:lnTo>
                  <a:pt x="346" y="298"/>
                </a:lnTo>
                <a:lnTo>
                  <a:pt x="347" y="299"/>
                </a:lnTo>
                <a:lnTo>
                  <a:pt x="348" y="299"/>
                </a:lnTo>
                <a:lnTo>
                  <a:pt x="348" y="300"/>
                </a:lnTo>
                <a:lnTo>
                  <a:pt x="347" y="300"/>
                </a:lnTo>
                <a:lnTo>
                  <a:pt x="347" y="301"/>
                </a:lnTo>
                <a:lnTo>
                  <a:pt x="346" y="302"/>
                </a:lnTo>
                <a:lnTo>
                  <a:pt x="346" y="303"/>
                </a:lnTo>
                <a:lnTo>
                  <a:pt x="345" y="304"/>
                </a:lnTo>
                <a:lnTo>
                  <a:pt x="345" y="305"/>
                </a:lnTo>
                <a:lnTo>
                  <a:pt x="345" y="306"/>
                </a:lnTo>
                <a:lnTo>
                  <a:pt x="346" y="306"/>
                </a:lnTo>
                <a:lnTo>
                  <a:pt x="346" y="307"/>
                </a:lnTo>
                <a:lnTo>
                  <a:pt x="346" y="308"/>
                </a:lnTo>
                <a:lnTo>
                  <a:pt x="347" y="308"/>
                </a:lnTo>
                <a:lnTo>
                  <a:pt x="347" y="309"/>
                </a:lnTo>
                <a:lnTo>
                  <a:pt x="348" y="310"/>
                </a:lnTo>
                <a:lnTo>
                  <a:pt x="349" y="310"/>
                </a:lnTo>
                <a:lnTo>
                  <a:pt x="350" y="310"/>
                </a:lnTo>
                <a:lnTo>
                  <a:pt x="349" y="309"/>
                </a:lnTo>
                <a:lnTo>
                  <a:pt x="350" y="309"/>
                </a:lnTo>
                <a:lnTo>
                  <a:pt x="351" y="309"/>
                </a:lnTo>
                <a:lnTo>
                  <a:pt x="351" y="310"/>
                </a:lnTo>
                <a:lnTo>
                  <a:pt x="352" y="310"/>
                </a:lnTo>
                <a:lnTo>
                  <a:pt x="352" y="311"/>
                </a:lnTo>
                <a:lnTo>
                  <a:pt x="353" y="311"/>
                </a:lnTo>
                <a:lnTo>
                  <a:pt x="354" y="311"/>
                </a:lnTo>
                <a:lnTo>
                  <a:pt x="354" y="312"/>
                </a:lnTo>
                <a:lnTo>
                  <a:pt x="355" y="312"/>
                </a:lnTo>
                <a:lnTo>
                  <a:pt x="355" y="313"/>
                </a:lnTo>
                <a:lnTo>
                  <a:pt x="355" y="314"/>
                </a:lnTo>
                <a:lnTo>
                  <a:pt x="356" y="314"/>
                </a:lnTo>
                <a:lnTo>
                  <a:pt x="356" y="315"/>
                </a:lnTo>
                <a:lnTo>
                  <a:pt x="356" y="316"/>
                </a:lnTo>
                <a:lnTo>
                  <a:pt x="355" y="316"/>
                </a:lnTo>
                <a:lnTo>
                  <a:pt x="356" y="316"/>
                </a:lnTo>
                <a:lnTo>
                  <a:pt x="356" y="317"/>
                </a:lnTo>
                <a:lnTo>
                  <a:pt x="356" y="318"/>
                </a:lnTo>
                <a:lnTo>
                  <a:pt x="357" y="318"/>
                </a:lnTo>
                <a:lnTo>
                  <a:pt x="357" y="319"/>
                </a:lnTo>
                <a:lnTo>
                  <a:pt x="357" y="318"/>
                </a:lnTo>
                <a:lnTo>
                  <a:pt x="358" y="318"/>
                </a:lnTo>
                <a:lnTo>
                  <a:pt x="359" y="318"/>
                </a:lnTo>
                <a:lnTo>
                  <a:pt x="359" y="319"/>
                </a:lnTo>
                <a:lnTo>
                  <a:pt x="360" y="319"/>
                </a:lnTo>
                <a:lnTo>
                  <a:pt x="360" y="320"/>
                </a:lnTo>
                <a:lnTo>
                  <a:pt x="361" y="320"/>
                </a:lnTo>
                <a:lnTo>
                  <a:pt x="362" y="320"/>
                </a:lnTo>
                <a:lnTo>
                  <a:pt x="363" y="320"/>
                </a:lnTo>
                <a:lnTo>
                  <a:pt x="363" y="321"/>
                </a:lnTo>
                <a:lnTo>
                  <a:pt x="363" y="322"/>
                </a:lnTo>
                <a:lnTo>
                  <a:pt x="364" y="322"/>
                </a:lnTo>
                <a:lnTo>
                  <a:pt x="364" y="323"/>
                </a:lnTo>
                <a:lnTo>
                  <a:pt x="363" y="323"/>
                </a:lnTo>
                <a:lnTo>
                  <a:pt x="363" y="324"/>
                </a:lnTo>
                <a:lnTo>
                  <a:pt x="362" y="325"/>
                </a:lnTo>
                <a:lnTo>
                  <a:pt x="362" y="326"/>
                </a:lnTo>
                <a:lnTo>
                  <a:pt x="361" y="327"/>
                </a:lnTo>
                <a:lnTo>
                  <a:pt x="361" y="328"/>
                </a:lnTo>
                <a:lnTo>
                  <a:pt x="362" y="328"/>
                </a:lnTo>
                <a:lnTo>
                  <a:pt x="361" y="329"/>
                </a:lnTo>
                <a:lnTo>
                  <a:pt x="361" y="330"/>
                </a:lnTo>
                <a:lnTo>
                  <a:pt x="360" y="330"/>
                </a:lnTo>
                <a:lnTo>
                  <a:pt x="359" y="331"/>
                </a:lnTo>
                <a:lnTo>
                  <a:pt x="359" y="332"/>
                </a:lnTo>
                <a:lnTo>
                  <a:pt x="358" y="334"/>
                </a:lnTo>
                <a:lnTo>
                  <a:pt x="358" y="335"/>
                </a:lnTo>
                <a:lnTo>
                  <a:pt x="358" y="337"/>
                </a:lnTo>
                <a:lnTo>
                  <a:pt x="358" y="338"/>
                </a:lnTo>
                <a:lnTo>
                  <a:pt x="357" y="338"/>
                </a:lnTo>
                <a:lnTo>
                  <a:pt x="357" y="339"/>
                </a:lnTo>
                <a:lnTo>
                  <a:pt x="356" y="339"/>
                </a:lnTo>
                <a:lnTo>
                  <a:pt x="356" y="341"/>
                </a:lnTo>
                <a:lnTo>
                  <a:pt x="357" y="341"/>
                </a:lnTo>
                <a:lnTo>
                  <a:pt x="357" y="342"/>
                </a:lnTo>
                <a:lnTo>
                  <a:pt x="357" y="344"/>
                </a:lnTo>
                <a:lnTo>
                  <a:pt x="357" y="345"/>
                </a:lnTo>
                <a:lnTo>
                  <a:pt x="357" y="346"/>
                </a:lnTo>
                <a:lnTo>
                  <a:pt x="357" y="347"/>
                </a:lnTo>
                <a:lnTo>
                  <a:pt x="357" y="348"/>
                </a:lnTo>
                <a:lnTo>
                  <a:pt x="357" y="349"/>
                </a:lnTo>
                <a:lnTo>
                  <a:pt x="357" y="350"/>
                </a:lnTo>
                <a:lnTo>
                  <a:pt x="358" y="350"/>
                </a:lnTo>
                <a:lnTo>
                  <a:pt x="359" y="350"/>
                </a:lnTo>
                <a:lnTo>
                  <a:pt x="359" y="351"/>
                </a:lnTo>
                <a:lnTo>
                  <a:pt x="358" y="351"/>
                </a:lnTo>
                <a:lnTo>
                  <a:pt x="359" y="351"/>
                </a:lnTo>
                <a:lnTo>
                  <a:pt x="359" y="352"/>
                </a:lnTo>
                <a:lnTo>
                  <a:pt x="360" y="352"/>
                </a:lnTo>
                <a:lnTo>
                  <a:pt x="360" y="353"/>
                </a:lnTo>
                <a:lnTo>
                  <a:pt x="362" y="353"/>
                </a:lnTo>
                <a:lnTo>
                  <a:pt x="362" y="354"/>
                </a:lnTo>
                <a:lnTo>
                  <a:pt x="362" y="355"/>
                </a:lnTo>
                <a:lnTo>
                  <a:pt x="361" y="355"/>
                </a:lnTo>
                <a:lnTo>
                  <a:pt x="362" y="356"/>
                </a:lnTo>
                <a:lnTo>
                  <a:pt x="361" y="356"/>
                </a:lnTo>
                <a:lnTo>
                  <a:pt x="360" y="357"/>
                </a:lnTo>
                <a:lnTo>
                  <a:pt x="360" y="358"/>
                </a:lnTo>
                <a:lnTo>
                  <a:pt x="359" y="358"/>
                </a:lnTo>
                <a:lnTo>
                  <a:pt x="358" y="358"/>
                </a:lnTo>
                <a:lnTo>
                  <a:pt x="358" y="359"/>
                </a:lnTo>
                <a:lnTo>
                  <a:pt x="358" y="360"/>
                </a:lnTo>
                <a:lnTo>
                  <a:pt x="359" y="360"/>
                </a:lnTo>
                <a:lnTo>
                  <a:pt x="360" y="360"/>
                </a:lnTo>
                <a:lnTo>
                  <a:pt x="360" y="361"/>
                </a:lnTo>
                <a:lnTo>
                  <a:pt x="359" y="361"/>
                </a:lnTo>
                <a:lnTo>
                  <a:pt x="358" y="362"/>
                </a:lnTo>
                <a:lnTo>
                  <a:pt x="357" y="362"/>
                </a:lnTo>
                <a:lnTo>
                  <a:pt x="356" y="363"/>
                </a:lnTo>
                <a:lnTo>
                  <a:pt x="355" y="363"/>
                </a:lnTo>
                <a:lnTo>
                  <a:pt x="354" y="364"/>
                </a:lnTo>
                <a:lnTo>
                  <a:pt x="353" y="364"/>
                </a:lnTo>
                <a:lnTo>
                  <a:pt x="353" y="365"/>
                </a:lnTo>
                <a:lnTo>
                  <a:pt x="352" y="365"/>
                </a:lnTo>
                <a:lnTo>
                  <a:pt x="352" y="366"/>
                </a:lnTo>
                <a:lnTo>
                  <a:pt x="351" y="366"/>
                </a:lnTo>
                <a:lnTo>
                  <a:pt x="352" y="366"/>
                </a:lnTo>
                <a:lnTo>
                  <a:pt x="352" y="367"/>
                </a:lnTo>
                <a:lnTo>
                  <a:pt x="353" y="367"/>
                </a:lnTo>
                <a:lnTo>
                  <a:pt x="353" y="368"/>
                </a:lnTo>
                <a:lnTo>
                  <a:pt x="354" y="368"/>
                </a:lnTo>
                <a:lnTo>
                  <a:pt x="355" y="367"/>
                </a:lnTo>
                <a:lnTo>
                  <a:pt x="356" y="366"/>
                </a:lnTo>
                <a:lnTo>
                  <a:pt x="357" y="366"/>
                </a:lnTo>
                <a:lnTo>
                  <a:pt x="358" y="367"/>
                </a:lnTo>
                <a:lnTo>
                  <a:pt x="359" y="367"/>
                </a:lnTo>
                <a:lnTo>
                  <a:pt x="360" y="367"/>
                </a:lnTo>
                <a:lnTo>
                  <a:pt x="360" y="366"/>
                </a:lnTo>
                <a:lnTo>
                  <a:pt x="361" y="366"/>
                </a:lnTo>
                <a:lnTo>
                  <a:pt x="361" y="365"/>
                </a:lnTo>
                <a:lnTo>
                  <a:pt x="362" y="365"/>
                </a:lnTo>
                <a:lnTo>
                  <a:pt x="363" y="366"/>
                </a:lnTo>
                <a:lnTo>
                  <a:pt x="363" y="367"/>
                </a:lnTo>
                <a:lnTo>
                  <a:pt x="363" y="368"/>
                </a:lnTo>
                <a:lnTo>
                  <a:pt x="362" y="368"/>
                </a:lnTo>
                <a:lnTo>
                  <a:pt x="363" y="368"/>
                </a:lnTo>
                <a:lnTo>
                  <a:pt x="363" y="369"/>
                </a:lnTo>
                <a:lnTo>
                  <a:pt x="364" y="369"/>
                </a:lnTo>
                <a:lnTo>
                  <a:pt x="364" y="370"/>
                </a:lnTo>
                <a:lnTo>
                  <a:pt x="363" y="370"/>
                </a:lnTo>
                <a:lnTo>
                  <a:pt x="362" y="370"/>
                </a:lnTo>
                <a:lnTo>
                  <a:pt x="362" y="371"/>
                </a:lnTo>
                <a:lnTo>
                  <a:pt x="362" y="372"/>
                </a:lnTo>
                <a:lnTo>
                  <a:pt x="361" y="373"/>
                </a:lnTo>
                <a:lnTo>
                  <a:pt x="361" y="374"/>
                </a:lnTo>
                <a:lnTo>
                  <a:pt x="360" y="374"/>
                </a:lnTo>
                <a:lnTo>
                  <a:pt x="360" y="375"/>
                </a:lnTo>
                <a:lnTo>
                  <a:pt x="360" y="376"/>
                </a:lnTo>
                <a:lnTo>
                  <a:pt x="360" y="377"/>
                </a:lnTo>
                <a:lnTo>
                  <a:pt x="360" y="378"/>
                </a:lnTo>
                <a:lnTo>
                  <a:pt x="360" y="379"/>
                </a:lnTo>
                <a:lnTo>
                  <a:pt x="359" y="379"/>
                </a:lnTo>
                <a:lnTo>
                  <a:pt x="358" y="380"/>
                </a:lnTo>
                <a:lnTo>
                  <a:pt x="356" y="381"/>
                </a:lnTo>
                <a:lnTo>
                  <a:pt x="355" y="381"/>
                </a:lnTo>
                <a:lnTo>
                  <a:pt x="355" y="380"/>
                </a:lnTo>
                <a:lnTo>
                  <a:pt x="355" y="381"/>
                </a:lnTo>
                <a:lnTo>
                  <a:pt x="354" y="381"/>
                </a:lnTo>
                <a:lnTo>
                  <a:pt x="353" y="381"/>
                </a:lnTo>
                <a:lnTo>
                  <a:pt x="352" y="381"/>
                </a:lnTo>
                <a:lnTo>
                  <a:pt x="352" y="382"/>
                </a:lnTo>
                <a:lnTo>
                  <a:pt x="352" y="383"/>
                </a:lnTo>
                <a:lnTo>
                  <a:pt x="351" y="383"/>
                </a:lnTo>
                <a:lnTo>
                  <a:pt x="351" y="384"/>
                </a:lnTo>
                <a:lnTo>
                  <a:pt x="351" y="385"/>
                </a:lnTo>
                <a:lnTo>
                  <a:pt x="350" y="385"/>
                </a:lnTo>
                <a:lnTo>
                  <a:pt x="350" y="386"/>
                </a:lnTo>
                <a:lnTo>
                  <a:pt x="350" y="388"/>
                </a:lnTo>
                <a:lnTo>
                  <a:pt x="349" y="388"/>
                </a:lnTo>
                <a:lnTo>
                  <a:pt x="349" y="389"/>
                </a:lnTo>
                <a:lnTo>
                  <a:pt x="349" y="390"/>
                </a:lnTo>
                <a:lnTo>
                  <a:pt x="349" y="392"/>
                </a:lnTo>
                <a:lnTo>
                  <a:pt x="348" y="393"/>
                </a:lnTo>
                <a:lnTo>
                  <a:pt x="348" y="394"/>
                </a:lnTo>
                <a:lnTo>
                  <a:pt x="349" y="394"/>
                </a:lnTo>
                <a:lnTo>
                  <a:pt x="349" y="395"/>
                </a:lnTo>
                <a:lnTo>
                  <a:pt x="348" y="395"/>
                </a:lnTo>
                <a:lnTo>
                  <a:pt x="348" y="396"/>
                </a:lnTo>
                <a:lnTo>
                  <a:pt x="347" y="396"/>
                </a:lnTo>
                <a:lnTo>
                  <a:pt x="347" y="397"/>
                </a:lnTo>
                <a:lnTo>
                  <a:pt x="348" y="397"/>
                </a:lnTo>
                <a:lnTo>
                  <a:pt x="348" y="398"/>
                </a:lnTo>
                <a:lnTo>
                  <a:pt x="347" y="398"/>
                </a:lnTo>
                <a:lnTo>
                  <a:pt x="347" y="399"/>
                </a:lnTo>
                <a:lnTo>
                  <a:pt x="347" y="400"/>
                </a:lnTo>
                <a:lnTo>
                  <a:pt x="346" y="400"/>
                </a:lnTo>
                <a:lnTo>
                  <a:pt x="346" y="401"/>
                </a:lnTo>
                <a:lnTo>
                  <a:pt x="346" y="402"/>
                </a:lnTo>
                <a:lnTo>
                  <a:pt x="345" y="403"/>
                </a:lnTo>
                <a:lnTo>
                  <a:pt x="344" y="404"/>
                </a:lnTo>
                <a:lnTo>
                  <a:pt x="343" y="404"/>
                </a:lnTo>
                <a:lnTo>
                  <a:pt x="343" y="405"/>
                </a:lnTo>
                <a:lnTo>
                  <a:pt x="342" y="405"/>
                </a:lnTo>
                <a:lnTo>
                  <a:pt x="343" y="406"/>
                </a:lnTo>
                <a:lnTo>
                  <a:pt x="343" y="407"/>
                </a:lnTo>
                <a:lnTo>
                  <a:pt x="344" y="408"/>
                </a:lnTo>
                <a:lnTo>
                  <a:pt x="344" y="409"/>
                </a:lnTo>
                <a:lnTo>
                  <a:pt x="344" y="410"/>
                </a:lnTo>
                <a:lnTo>
                  <a:pt x="343" y="410"/>
                </a:lnTo>
                <a:lnTo>
                  <a:pt x="343" y="411"/>
                </a:lnTo>
                <a:lnTo>
                  <a:pt x="343" y="412"/>
                </a:lnTo>
                <a:lnTo>
                  <a:pt x="342" y="412"/>
                </a:lnTo>
                <a:lnTo>
                  <a:pt x="341" y="411"/>
                </a:lnTo>
                <a:lnTo>
                  <a:pt x="341" y="410"/>
                </a:lnTo>
                <a:lnTo>
                  <a:pt x="340" y="410"/>
                </a:lnTo>
                <a:lnTo>
                  <a:pt x="339" y="410"/>
                </a:lnTo>
                <a:lnTo>
                  <a:pt x="339" y="409"/>
                </a:lnTo>
                <a:lnTo>
                  <a:pt x="339" y="408"/>
                </a:lnTo>
                <a:lnTo>
                  <a:pt x="338" y="408"/>
                </a:lnTo>
                <a:lnTo>
                  <a:pt x="337" y="408"/>
                </a:lnTo>
                <a:lnTo>
                  <a:pt x="337" y="409"/>
                </a:lnTo>
                <a:lnTo>
                  <a:pt x="336" y="410"/>
                </a:lnTo>
                <a:lnTo>
                  <a:pt x="336" y="411"/>
                </a:lnTo>
                <a:lnTo>
                  <a:pt x="336" y="412"/>
                </a:lnTo>
                <a:lnTo>
                  <a:pt x="336" y="413"/>
                </a:lnTo>
                <a:lnTo>
                  <a:pt x="336" y="414"/>
                </a:lnTo>
                <a:lnTo>
                  <a:pt x="335" y="414"/>
                </a:lnTo>
                <a:lnTo>
                  <a:pt x="334" y="414"/>
                </a:lnTo>
                <a:lnTo>
                  <a:pt x="333" y="413"/>
                </a:lnTo>
                <a:lnTo>
                  <a:pt x="332" y="412"/>
                </a:lnTo>
                <a:lnTo>
                  <a:pt x="331" y="412"/>
                </a:lnTo>
                <a:lnTo>
                  <a:pt x="330" y="411"/>
                </a:lnTo>
                <a:lnTo>
                  <a:pt x="329" y="411"/>
                </a:lnTo>
                <a:lnTo>
                  <a:pt x="329" y="410"/>
                </a:lnTo>
                <a:lnTo>
                  <a:pt x="329" y="409"/>
                </a:lnTo>
                <a:lnTo>
                  <a:pt x="328" y="408"/>
                </a:lnTo>
                <a:lnTo>
                  <a:pt x="327" y="408"/>
                </a:lnTo>
                <a:lnTo>
                  <a:pt x="326" y="408"/>
                </a:lnTo>
                <a:lnTo>
                  <a:pt x="325" y="408"/>
                </a:lnTo>
                <a:lnTo>
                  <a:pt x="323" y="409"/>
                </a:lnTo>
                <a:lnTo>
                  <a:pt x="323" y="410"/>
                </a:lnTo>
                <a:lnTo>
                  <a:pt x="322" y="410"/>
                </a:lnTo>
                <a:lnTo>
                  <a:pt x="321" y="410"/>
                </a:lnTo>
                <a:lnTo>
                  <a:pt x="321" y="409"/>
                </a:lnTo>
                <a:lnTo>
                  <a:pt x="320" y="409"/>
                </a:lnTo>
                <a:lnTo>
                  <a:pt x="320" y="408"/>
                </a:lnTo>
                <a:lnTo>
                  <a:pt x="319" y="407"/>
                </a:lnTo>
                <a:lnTo>
                  <a:pt x="319" y="406"/>
                </a:lnTo>
                <a:lnTo>
                  <a:pt x="319" y="405"/>
                </a:lnTo>
                <a:lnTo>
                  <a:pt x="319" y="406"/>
                </a:lnTo>
                <a:lnTo>
                  <a:pt x="318" y="406"/>
                </a:lnTo>
                <a:lnTo>
                  <a:pt x="317" y="407"/>
                </a:lnTo>
                <a:lnTo>
                  <a:pt x="317" y="408"/>
                </a:lnTo>
                <a:lnTo>
                  <a:pt x="316" y="408"/>
                </a:lnTo>
                <a:lnTo>
                  <a:pt x="315" y="408"/>
                </a:lnTo>
                <a:lnTo>
                  <a:pt x="315" y="409"/>
                </a:lnTo>
                <a:lnTo>
                  <a:pt x="315" y="410"/>
                </a:lnTo>
                <a:lnTo>
                  <a:pt x="314" y="410"/>
                </a:lnTo>
                <a:lnTo>
                  <a:pt x="314" y="411"/>
                </a:lnTo>
                <a:lnTo>
                  <a:pt x="313" y="411"/>
                </a:lnTo>
                <a:lnTo>
                  <a:pt x="313" y="410"/>
                </a:lnTo>
                <a:lnTo>
                  <a:pt x="313" y="409"/>
                </a:lnTo>
                <a:lnTo>
                  <a:pt x="314" y="409"/>
                </a:lnTo>
                <a:lnTo>
                  <a:pt x="314" y="408"/>
                </a:lnTo>
                <a:lnTo>
                  <a:pt x="313" y="408"/>
                </a:lnTo>
                <a:lnTo>
                  <a:pt x="313" y="407"/>
                </a:lnTo>
                <a:lnTo>
                  <a:pt x="312" y="407"/>
                </a:lnTo>
                <a:lnTo>
                  <a:pt x="312" y="405"/>
                </a:lnTo>
                <a:lnTo>
                  <a:pt x="311" y="405"/>
                </a:lnTo>
                <a:lnTo>
                  <a:pt x="311" y="404"/>
                </a:lnTo>
                <a:lnTo>
                  <a:pt x="310" y="404"/>
                </a:lnTo>
                <a:lnTo>
                  <a:pt x="310" y="402"/>
                </a:lnTo>
                <a:lnTo>
                  <a:pt x="311" y="402"/>
                </a:lnTo>
                <a:lnTo>
                  <a:pt x="311" y="401"/>
                </a:lnTo>
                <a:lnTo>
                  <a:pt x="312" y="401"/>
                </a:lnTo>
                <a:lnTo>
                  <a:pt x="312" y="400"/>
                </a:lnTo>
                <a:lnTo>
                  <a:pt x="313" y="400"/>
                </a:lnTo>
                <a:lnTo>
                  <a:pt x="313" y="399"/>
                </a:lnTo>
                <a:lnTo>
                  <a:pt x="314" y="399"/>
                </a:lnTo>
                <a:lnTo>
                  <a:pt x="314" y="400"/>
                </a:lnTo>
                <a:lnTo>
                  <a:pt x="314" y="399"/>
                </a:lnTo>
                <a:lnTo>
                  <a:pt x="315" y="398"/>
                </a:lnTo>
                <a:lnTo>
                  <a:pt x="314" y="398"/>
                </a:lnTo>
                <a:lnTo>
                  <a:pt x="314" y="397"/>
                </a:lnTo>
                <a:lnTo>
                  <a:pt x="314" y="396"/>
                </a:lnTo>
                <a:lnTo>
                  <a:pt x="315" y="396"/>
                </a:lnTo>
                <a:lnTo>
                  <a:pt x="315" y="394"/>
                </a:lnTo>
                <a:lnTo>
                  <a:pt x="315" y="393"/>
                </a:lnTo>
                <a:lnTo>
                  <a:pt x="316" y="392"/>
                </a:lnTo>
                <a:lnTo>
                  <a:pt x="315" y="391"/>
                </a:lnTo>
                <a:lnTo>
                  <a:pt x="315" y="392"/>
                </a:lnTo>
                <a:lnTo>
                  <a:pt x="314" y="391"/>
                </a:lnTo>
                <a:lnTo>
                  <a:pt x="313" y="391"/>
                </a:lnTo>
                <a:lnTo>
                  <a:pt x="314" y="390"/>
                </a:lnTo>
                <a:lnTo>
                  <a:pt x="314" y="389"/>
                </a:lnTo>
                <a:lnTo>
                  <a:pt x="315" y="389"/>
                </a:lnTo>
                <a:lnTo>
                  <a:pt x="315" y="388"/>
                </a:lnTo>
                <a:lnTo>
                  <a:pt x="316" y="386"/>
                </a:lnTo>
                <a:lnTo>
                  <a:pt x="315" y="385"/>
                </a:lnTo>
                <a:lnTo>
                  <a:pt x="315" y="384"/>
                </a:lnTo>
                <a:lnTo>
                  <a:pt x="314" y="384"/>
                </a:lnTo>
                <a:lnTo>
                  <a:pt x="313" y="384"/>
                </a:lnTo>
                <a:lnTo>
                  <a:pt x="312" y="384"/>
                </a:lnTo>
                <a:lnTo>
                  <a:pt x="312" y="383"/>
                </a:lnTo>
                <a:lnTo>
                  <a:pt x="312" y="382"/>
                </a:lnTo>
                <a:lnTo>
                  <a:pt x="311" y="382"/>
                </a:lnTo>
                <a:lnTo>
                  <a:pt x="311" y="381"/>
                </a:lnTo>
                <a:lnTo>
                  <a:pt x="310" y="380"/>
                </a:lnTo>
                <a:lnTo>
                  <a:pt x="310" y="379"/>
                </a:lnTo>
                <a:lnTo>
                  <a:pt x="309" y="378"/>
                </a:lnTo>
                <a:lnTo>
                  <a:pt x="309" y="379"/>
                </a:lnTo>
                <a:lnTo>
                  <a:pt x="309" y="380"/>
                </a:lnTo>
                <a:lnTo>
                  <a:pt x="308" y="380"/>
                </a:lnTo>
                <a:lnTo>
                  <a:pt x="307" y="380"/>
                </a:lnTo>
                <a:lnTo>
                  <a:pt x="307" y="381"/>
                </a:lnTo>
                <a:lnTo>
                  <a:pt x="306" y="381"/>
                </a:lnTo>
                <a:lnTo>
                  <a:pt x="305" y="381"/>
                </a:lnTo>
                <a:lnTo>
                  <a:pt x="304" y="381"/>
                </a:lnTo>
                <a:lnTo>
                  <a:pt x="303" y="381"/>
                </a:lnTo>
                <a:lnTo>
                  <a:pt x="303" y="383"/>
                </a:lnTo>
                <a:lnTo>
                  <a:pt x="304" y="384"/>
                </a:lnTo>
                <a:lnTo>
                  <a:pt x="305" y="384"/>
                </a:lnTo>
                <a:lnTo>
                  <a:pt x="305" y="385"/>
                </a:lnTo>
                <a:lnTo>
                  <a:pt x="306" y="385"/>
                </a:lnTo>
                <a:lnTo>
                  <a:pt x="306" y="386"/>
                </a:lnTo>
                <a:lnTo>
                  <a:pt x="307" y="386"/>
                </a:lnTo>
                <a:lnTo>
                  <a:pt x="307" y="388"/>
                </a:lnTo>
                <a:lnTo>
                  <a:pt x="308" y="389"/>
                </a:lnTo>
                <a:lnTo>
                  <a:pt x="308" y="390"/>
                </a:lnTo>
                <a:lnTo>
                  <a:pt x="307" y="390"/>
                </a:lnTo>
                <a:lnTo>
                  <a:pt x="306" y="391"/>
                </a:lnTo>
                <a:lnTo>
                  <a:pt x="305" y="391"/>
                </a:lnTo>
                <a:lnTo>
                  <a:pt x="305" y="392"/>
                </a:lnTo>
                <a:lnTo>
                  <a:pt x="304" y="393"/>
                </a:lnTo>
                <a:lnTo>
                  <a:pt x="304" y="394"/>
                </a:lnTo>
                <a:lnTo>
                  <a:pt x="304" y="395"/>
                </a:lnTo>
                <a:lnTo>
                  <a:pt x="305" y="395"/>
                </a:lnTo>
                <a:lnTo>
                  <a:pt x="305" y="394"/>
                </a:lnTo>
                <a:lnTo>
                  <a:pt x="306" y="394"/>
                </a:lnTo>
                <a:lnTo>
                  <a:pt x="306" y="395"/>
                </a:lnTo>
                <a:lnTo>
                  <a:pt x="305" y="396"/>
                </a:lnTo>
                <a:lnTo>
                  <a:pt x="304" y="396"/>
                </a:lnTo>
                <a:lnTo>
                  <a:pt x="303" y="397"/>
                </a:lnTo>
                <a:lnTo>
                  <a:pt x="303" y="396"/>
                </a:lnTo>
                <a:lnTo>
                  <a:pt x="301" y="397"/>
                </a:lnTo>
                <a:lnTo>
                  <a:pt x="300" y="397"/>
                </a:lnTo>
                <a:lnTo>
                  <a:pt x="300" y="396"/>
                </a:lnTo>
                <a:lnTo>
                  <a:pt x="299" y="396"/>
                </a:lnTo>
                <a:lnTo>
                  <a:pt x="299" y="395"/>
                </a:lnTo>
                <a:lnTo>
                  <a:pt x="297" y="395"/>
                </a:lnTo>
                <a:lnTo>
                  <a:pt x="297" y="394"/>
                </a:lnTo>
                <a:lnTo>
                  <a:pt x="297" y="393"/>
                </a:lnTo>
                <a:lnTo>
                  <a:pt x="297" y="392"/>
                </a:lnTo>
                <a:lnTo>
                  <a:pt x="297" y="391"/>
                </a:lnTo>
                <a:lnTo>
                  <a:pt x="297" y="390"/>
                </a:lnTo>
                <a:lnTo>
                  <a:pt x="298" y="389"/>
                </a:lnTo>
                <a:lnTo>
                  <a:pt x="299" y="389"/>
                </a:lnTo>
                <a:lnTo>
                  <a:pt x="300" y="389"/>
                </a:lnTo>
                <a:lnTo>
                  <a:pt x="300" y="388"/>
                </a:lnTo>
                <a:lnTo>
                  <a:pt x="300" y="386"/>
                </a:lnTo>
                <a:lnTo>
                  <a:pt x="300" y="385"/>
                </a:lnTo>
                <a:lnTo>
                  <a:pt x="300" y="384"/>
                </a:lnTo>
                <a:lnTo>
                  <a:pt x="299" y="384"/>
                </a:lnTo>
                <a:lnTo>
                  <a:pt x="299" y="383"/>
                </a:lnTo>
                <a:lnTo>
                  <a:pt x="298" y="382"/>
                </a:lnTo>
                <a:lnTo>
                  <a:pt x="298" y="381"/>
                </a:lnTo>
                <a:lnTo>
                  <a:pt x="298" y="380"/>
                </a:lnTo>
                <a:lnTo>
                  <a:pt x="297" y="379"/>
                </a:lnTo>
                <a:lnTo>
                  <a:pt x="297" y="378"/>
                </a:lnTo>
                <a:lnTo>
                  <a:pt x="297" y="377"/>
                </a:lnTo>
                <a:lnTo>
                  <a:pt x="297" y="376"/>
                </a:lnTo>
                <a:lnTo>
                  <a:pt x="297" y="375"/>
                </a:lnTo>
                <a:lnTo>
                  <a:pt x="299" y="374"/>
                </a:lnTo>
                <a:lnTo>
                  <a:pt x="300" y="374"/>
                </a:lnTo>
                <a:lnTo>
                  <a:pt x="300" y="373"/>
                </a:lnTo>
                <a:lnTo>
                  <a:pt x="300" y="372"/>
                </a:lnTo>
                <a:lnTo>
                  <a:pt x="300" y="370"/>
                </a:lnTo>
                <a:lnTo>
                  <a:pt x="300" y="369"/>
                </a:lnTo>
                <a:lnTo>
                  <a:pt x="300" y="368"/>
                </a:lnTo>
                <a:lnTo>
                  <a:pt x="301" y="368"/>
                </a:lnTo>
                <a:lnTo>
                  <a:pt x="301" y="367"/>
                </a:lnTo>
                <a:lnTo>
                  <a:pt x="302" y="367"/>
                </a:lnTo>
                <a:lnTo>
                  <a:pt x="302" y="366"/>
                </a:lnTo>
                <a:lnTo>
                  <a:pt x="302" y="365"/>
                </a:lnTo>
                <a:lnTo>
                  <a:pt x="302" y="364"/>
                </a:lnTo>
                <a:lnTo>
                  <a:pt x="301" y="364"/>
                </a:lnTo>
                <a:lnTo>
                  <a:pt x="300" y="364"/>
                </a:lnTo>
                <a:lnTo>
                  <a:pt x="300" y="365"/>
                </a:lnTo>
                <a:lnTo>
                  <a:pt x="299" y="365"/>
                </a:lnTo>
                <a:lnTo>
                  <a:pt x="299" y="364"/>
                </a:lnTo>
                <a:lnTo>
                  <a:pt x="298" y="364"/>
                </a:lnTo>
                <a:lnTo>
                  <a:pt x="298" y="363"/>
                </a:lnTo>
                <a:lnTo>
                  <a:pt x="297" y="362"/>
                </a:lnTo>
                <a:lnTo>
                  <a:pt x="296" y="362"/>
                </a:lnTo>
                <a:lnTo>
                  <a:pt x="296" y="363"/>
                </a:lnTo>
                <a:lnTo>
                  <a:pt x="295" y="363"/>
                </a:lnTo>
                <a:lnTo>
                  <a:pt x="294" y="363"/>
                </a:lnTo>
                <a:lnTo>
                  <a:pt x="293" y="363"/>
                </a:lnTo>
                <a:lnTo>
                  <a:pt x="292" y="364"/>
                </a:lnTo>
                <a:lnTo>
                  <a:pt x="291" y="364"/>
                </a:lnTo>
                <a:lnTo>
                  <a:pt x="290" y="364"/>
                </a:lnTo>
                <a:lnTo>
                  <a:pt x="290" y="365"/>
                </a:lnTo>
                <a:lnTo>
                  <a:pt x="291" y="365"/>
                </a:lnTo>
                <a:lnTo>
                  <a:pt x="290" y="365"/>
                </a:lnTo>
                <a:lnTo>
                  <a:pt x="289" y="365"/>
                </a:lnTo>
                <a:lnTo>
                  <a:pt x="288" y="365"/>
                </a:lnTo>
                <a:lnTo>
                  <a:pt x="287" y="365"/>
                </a:lnTo>
                <a:lnTo>
                  <a:pt x="286" y="365"/>
                </a:lnTo>
                <a:lnTo>
                  <a:pt x="285" y="365"/>
                </a:lnTo>
                <a:lnTo>
                  <a:pt x="284" y="364"/>
                </a:lnTo>
                <a:lnTo>
                  <a:pt x="283" y="364"/>
                </a:lnTo>
                <a:lnTo>
                  <a:pt x="281" y="363"/>
                </a:lnTo>
                <a:lnTo>
                  <a:pt x="280" y="363"/>
                </a:lnTo>
                <a:lnTo>
                  <a:pt x="280" y="362"/>
                </a:lnTo>
                <a:lnTo>
                  <a:pt x="279" y="362"/>
                </a:lnTo>
                <a:lnTo>
                  <a:pt x="278" y="361"/>
                </a:lnTo>
                <a:lnTo>
                  <a:pt x="277" y="361"/>
                </a:lnTo>
                <a:lnTo>
                  <a:pt x="277" y="360"/>
                </a:lnTo>
                <a:lnTo>
                  <a:pt x="276" y="360"/>
                </a:lnTo>
                <a:lnTo>
                  <a:pt x="276" y="361"/>
                </a:lnTo>
                <a:lnTo>
                  <a:pt x="275" y="360"/>
                </a:lnTo>
                <a:lnTo>
                  <a:pt x="275" y="359"/>
                </a:lnTo>
                <a:lnTo>
                  <a:pt x="276" y="359"/>
                </a:lnTo>
                <a:lnTo>
                  <a:pt x="276" y="357"/>
                </a:lnTo>
                <a:lnTo>
                  <a:pt x="277" y="357"/>
                </a:lnTo>
                <a:lnTo>
                  <a:pt x="276" y="357"/>
                </a:lnTo>
                <a:lnTo>
                  <a:pt x="276" y="356"/>
                </a:lnTo>
                <a:lnTo>
                  <a:pt x="277" y="355"/>
                </a:lnTo>
                <a:lnTo>
                  <a:pt x="277" y="354"/>
                </a:lnTo>
                <a:lnTo>
                  <a:pt x="277" y="353"/>
                </a:lnTo>
                <a:lnTo>
                  <a:pt x="279" y="352"/>
                </a:lnTo>
                <a:lnTo>
                  <a:pt x="279" y="351"/>
                </a:lnTo>
                <a:lnTo>
                  <a:pt x="280" y="351"/>
                </a:lnTo>
                <a:lnTo>
                  <a:pt x="280" y="350"/>
                </a:lnTo>
                <a:lnTo>
                  <a:pt x="280" y="349"/>
                </a:lnTo>
                <a:lnTo>
                  <a:pt x="280" y="348"/>
                </a:lnTo>
                <a:lnTo>
                  <a:pt x="280" y="347"/>
                </a:lnTo>
                <a:lnTo>
                  <a:pt x="278" y="347"/>
                </a:lnTo>
                <a:lnTo>
                  <a:pt x="277" y="346"/>
                </a:lnTo>
                <a:lnTo>
                  <a:pt x="277" y="344"/>
                </a:lnTo>
                <a:lnTo>
                  <a:pt x="277" y="343"/>
                </a:lnTo>
                <a:lnTo>
                  <a:pt x="276" y="342"/>
                </a:lnTo>
                <a:lnTo>
                  <a:pt x="276" y="341"/>
                </a:lnTo>
                <a:lnTo>
                  <a:pt x="277" y="341"/>
                </a:lnTo>
                <a:lnTo>
                  <a:pt x="277" y="340"/>
                </a:lnTo>
                <a:lnTo>
                  <a:pt x="277" y="339"/>
                </a:lnTo>
                <a:lnTo>
                  <a:pt x="277" y="338"/>
                </a:lnTo>
                <a:lnTo>
                  <a:pt x="277" y="337"/>
                </a:lnTo>
                <a:lnTo>
                  <a:pt x="277" y="334"/>
                </a:lnTo>
                <a:lnTo>
                  <a:pt x="276" y="333"/>
                </a:lnTo>
                <a:lnTo>
                  <a:pt x="275" y="332"/>
                </a:lnTo>
                <a:lnTo>
                  <a:pt x="274" y="332"/>
                </a:lnTo>
                <a:lnTo>
                  <a:pt x="274" y="331"/>
                </a:lnTo>
                <a:lnTo>
                  <a:pt x="274" y="330"/>
                </a:lnTo>
                <a:lnTo>
                  <a:pt x="273" y="328"/>
                </a:lnTo>
                <a:lnTo>
                  <a:pt x="273" y="327"/>
                </a:lnTo>
                <a:lnTo>
                  <a:pt x="273" y="326"/>
                </a:lnTo>
                <a:lnTo>
                  <a:pt x="273" y="325"/>
                </a:lnTo>
                <a:lnTo>
                  <a:pt x="272" y="323"/>
                </a:lnTo>
                <a:lnTo>
                  <a:pt x="272" y="322"/>
                </a:lnTo>
                <a:lnTo>
                  <a:pt x="273" y="320"/>
                </a:lnTo>
                <a:lnTo>
                  <a:pt x="273" y="319"/>
                </a:lnTo>
                <a:lnTo>
                  <a:pt x="272" y="319"/>
                </a:lnTo>
                <a:lnTo>
                  <a:pt x="271" y="318"/>
                </a:lnTo>
                <a:lnTo>
                  <a:pt x="270" y="318"/>
                </a:lnTo>
                <a:lnTo>
                  <a:pt x="269" y="318"/>
                </a:lnTo>
                <a:lnTo>
                  <a:pt x="269" y="319"/>
                </a:lnTo>
                <a:lnTo>
                  <a:pt x="269" y="320"/>
                </a:lnTo>
                <a:lnTo>
                  <a:pt x="268" y="321"/>
                </a:lnTo>
                <a:lnTo>
                  <a:pt x="268" y="322"/>
                </a:lnTo>
                <a:lnTo>
                  <a:pt x="269" y="322"/>
                </a:lnTo>
                <a:lnTo>
                  <a:pt x="268" y="323"/>
                </a:lnTo>
                <a:lnTo>
                  <a:pt x="268" y="324"/>
                </a:lnTo>
                <a:lnTo>
                  <a:pt x="267" y="324"/>
                </a:lnTo>
                <a:lnTo>
                  <a:pt x="266" y="324"/>
                </a:lnTo>
                <a:lnTo>
                  <a:pt x="265" y="324"/>
                </a:lnTo>
                <a:lnTo>
                  <a:pt x="265" y="323"/>
                </a:lnTo>
                <a:lnTo>
                  <a:pt x="266" y="323"/>
                </a:lnTo>
                <a:lnTo>
                  <a:pt x="266" y="322"/>
                </a:lnTo>
                <a:lnTo>
                  <a:pt x="265" y="322"/>
                </a:lnTo>
                <a:lnTo>
                  <a:pt x="264" y="321"/>
                </a:lnTo>
                <a:lnTo>
                  <a:pt x="264" y="322"/>
                </a:lnTo>
                <a:lnTo>
                  <a:pt x="264" y="321"/>
                </a:lnTo>
                <a:lnTo>
                  <a:pt x="263" y="321"/>
                </a:lnTo>
                <a:lnTo>
                  <a:pt x="263" y="320"/>
                </a:lnTo>
                <a:lnTo>
                  <a:pt x="262" y="320"/>
                </a:lnTo>
                <a:lnTo>
                  <a:pt x="260" y="321"/>
                </a:lnTo>
                <a:lnTo>
                  <a:pt x="259" y="322"/>
                </a:lnTo>
                <a:lnTo>
                  <a:pt x="257" y="322"/>
                </a:lnTo>
                <a:lnTo>
                  <a:pt x="257" y="321"/>
                </a:lnTo>
                <a:lnTo>
                  <a:pt x="256" y="320"/>
                </a:lnTo>
                <a:lnTo>
                  <a:pt x="255" y="319"/>
                </a:lnTo>
                <a:lnTo>
                  <a:pt x="254" y="319"/>
                </a:lnTo>
                <a:lnTo>
                  <a:pt x="253" y="319"/>
                </a:lnTo>
                <a:lnTo>
                  <a:pt x="252" y="319"/>
                </a:lnTo>
                <a:lnTo>
                  <a:pt x="251" y="318"/>
                </a:lnTo>
                <a:lnTo>
                  <a:pt x="251" y="319"/>
                </a:lnTo>
                <a:lnTo>
                  <a:pt x="250" y="319"/>
                </a:lnTo>
                <a:lnTo>
                  <a:pt x="250" y="320"/>
                </a:lnTo>
                <a:lnTo>
                  <a:pt x="249" y="320"/>
                </a:lnTo>
                <a:lnTo>
                  <a:pt x="249" y="321"/>
                </a:lnTo>
                <a:lnTo>
                  <a:pt x="249" y="322"/>
                </a:lnTo>
                <a:lnTo>
                  <a:pt x="248" y="322"/>
                </a:lnTo>
                <a:lnTo>
                  <a:pt x="248" y="323"/>
                </a:lnTo>
                <a:lnTo>
                  <a:pt x="247" y="323"/>
                </a:lnTo>
                <a:lnTo>
                  <a:pt x="246" y="324"/>
                </a:lnTo>
                <a:lnTo>
                  <a:pt x="245" y="324"/>
                </a:lnTo>
                <a:lnTo>
                  <a:pt x="243" y="324"/>
                </a:lnTo>
                <a:lnTo>
                  <a:pt x="241" y="324"/>
                </a:lnTo>
                <a:lnTo>
                  <a:pt x="240" y="323"/>
                </a:lnTo>
                <a:lnTo>
                  <a:pt x="239" y="324"/>
                </a:lnTo>
                <a:lnTo>
                  <a:pt x="238" y="325"/>
                </a:lnTo>
                <a:lnTo>
                  <a:pt x="237" y="326"/>
                </a:lnTo>
                <a:lnTo>
                  <a:pt x="237" y="327"/>
                </a:lnTo>
                <a:lnTo>
                  <a:pt x="236" y="326"/>
                </a:lnTo>
                <a:lnTo>
                  <a:pt x="235" y="326"/>
                </a:lnTo>
                <a:lnTo>
                  <a:pt x="234" y="326"/>
                </a:lnTo>
                <a:lnTo>
                  <a:pt x="234" y="327"/>
                </a:lnTo>
                <a:lnTo>
                  <a:pt x="235" y="327"/>
                </a:lnTo>
                <a:lnTo>
                  <a:pt x="235" y="328"/>
                </a:lnTo>
                <a:lnTo>
                  <a:pt x="235" y="329"/>
                </a:lnTo>
                <a:lnTo>
                  <a:pt x="234" y="329"/>
                </a:lnTo>
                <a:lnTo>
                  <a:pt x="233" y="330"/>
                </a:lnTo>
                <a:lnTo>
                  <a:pt x="233" y="331"/>
                </a:lnTo>
                <a:lnTo>
                  <a:pt x="233" y="332"/>
                </a:lnTo>
                <a:lnTo>
                  <a:pt x="233" y="331"/>
                </a:lnTo>
                <a:lnTo>
                  <a:pt x="232" y="331"/>
                </a:lnTo>
                <a:lnTo>
                  <a:pt x="231" y="331"/>
                </a:lnTo>
                <a:lnTo>
                  <a:pt x="230" y="331"/>
                </a:lnTo>
                <a:lnTo>
                  <a:pt x="230" y="330"/>
                </a:lnTo>
                <a:lnTo>
                  <a:pt x="229" y="329"/>
                </a:lnTo>
                <a:lnTo>
                  <a:pt x="228" y="329"/>
                </a:lnTo>
                <a:lnTo>
                  <a:pt x="228" y="328"/>
                </a:lnTo>
                <a:lnTo>
                  <a:pt x="229" y="327"/>
                </a:lnTo>
                <a:lnTo>
                  <a:pt x="229" y="326"/>
                </a:lnTo>
                <a:lnTo>
                  <a:pt x="229" y="324"/>
                </a:lnTo>
                <a:lnTo>
                  <a:pt x="228" y="324"/>
                </a:lnTo>
                <a:lnTo>
                  <a:pt x="228" y="323"/>
                </a:lnTo>
                <a:lnTo>
                  <a:pt x="227" y="323"/>
                </a:lnTo>
                <a:lnTo>
                  <a:pt x="226" y="323"/>
                </a:lnTo>
                <a:lnTo>
                  <a:pt x="226" y="322"/>
                </a:lnTo>
                <a:lnTo>
                  <a:pt x="226" y="321"/>
                </a:lnTo>
                <a:lnTo>
                  <a:pt x="226" y="318"/>
                </a:lnTo>
                <a:lnTo>
                  <a:pt x="227" y="317"/>
                </a:lnTo>
                <a:lnTo>
                  <a:pt x="227" y="316"/>
                </a:lnTo>
                <a:lnTo>
                  <a:pt x="227" y="315"/>
                </a:lnTo>
                <a:lnTo>
                  <a:pt x="228" y="314"/>
                </a:lnTo>
                <a:lnTo>
                  <a:pt x="228" y="313"/>
                </a:lnTo>
                <a:lnTo>
                  <a:pt x="227" y="313"/>
                </a:lnTo>
                <a:lnTo>
                  <a:pt x="226" y="312"/>
                </a:lnTo>
                <a:lnTo>
                  <a:pt x="226" y="311"/>
                </a:lnTo>
                <a:lnTo>
                  <a:pt x="225" y="311"/>
                </a:lnTo>
                <a:lnTo>
                  <a:pt x="224" y="310"/>
                </a:lnTo>
                <a:lnTo>
                  <a:pt x="224" y="309"/>
                </a:lnTo>
                <a:lnTo>
                  <a:pt x="224" y="308"/>
                </a:lnTo>
                <a:lnTo>
                  <a:pt x="223" y="308"/>
                </a:lnTo>
                <a:lnTo>
                  <a:pt x="223" y="307"/>
                </a:lnTo>
                <a:lnTo>
                  <a:pt x="222" y="307"/>
                </a:lnTo>
                <a:lnTo>
                  <a:pt x="222" y="308"/>
                </a:lnTo>
                <a:lnTo>
                  <a:pt x="220" y="308"/>
                </a:lnTo>
                <a:lnTo>
                  <a:pt x="220" y="309"/>
                </a:lnTo>
                <a:lnTo>
                  <a:pt x="221" y="309"/>
                </a:lnTo>
                <a:lnTo>
                  <a:pt x="220" y="309"/>
                </a:lnTo>
                <a:lnTo>
                  <a:pt x="220" y="310"/>
                </a:lnTo>
                <a:lnTo>
                  <a:pt x="220" y="311"/>
                </a:lnTo>
                <a:lnTo>
                  <a:pt x="219" y="311"/>
                </a:lnTo>
                <a:lnTo>
                  <a:pt x="218" y="312"/>
                </a:lnTo>
                <a:lnTo>
                  <a:pt x="218" y="313"/>
                </a:lnTo>
                <a:lnTo>
                  <a:pt x="217" y="313"/>
                </a:lnTo>
                <a:lnTo>
                  <a:pt x="216" y="312"/>
                </a:lnTo>
                <a:lnTo>
                  <a:pt x="215" y="312"/>
                </a:lnTo>
                <a:lnTo>
                  <a:pt x="215" y="311"/>
                </a:lnTo>
                <a:lnTo>
                  <a:pt x="214" y="311"/>
                </a:lnTo>
                <a:lnTo>
                  <a:pt x="213" y="311"/>
                </a:lnTo>
                <a:lnTo>
                  <a:pt x="212" y="311"/>
                </a:lnTo>
                <a:lnTo>
                  <a:pt x="212" y="310"/>
                </a:lnTo>
                <a:lnTo>
                  <a:pt x="211" y="310"/>
                </a:lnTo>
                <a:lnTo>
                  <a:pt x="210" y="310"/>
                </a:lnTo>
                <a:lnTo>
                  <a:pt x="210" y="311"/>
                </a:lnTo>
                <a:lnTo>
                  <a:pt x="209" y="311"/>
                </a:lnTo>
                <a:lnTo>
                  <a:pt x="209" y="312"/>
                </a:lnTo>
                <a:lnTo>
                  <a:pt x="208" y="312"/>
                </a:lnTo>
                <a:lnTo>
                  <a:pt x="208" y="311"/>
                </a:lnTo>
                <a:lnTo>
                  <a:pt x="208" y="310"/>
                </a:lnTo>
                <a:lnTo>
                  <a:pt x="207" y="310"/>
                </a:lnTo>
                <a:lnTo>
                  <a:pt x="207" y="309"/>
                </a:lnTo>
                <a:lnTo>
                  <a:pt x="207" y="308"/>
                </a:lnTo>
                <a:lnTo>
                  <a:pt x="207" y="307"/>
                </a:lnTo>
                <a:lnTo>
                  <a:pt x="207" y="306"/>
                </a:lnTo>
                <a:lnTo>
                  <a:pt x="206" y="305"/>
                </a:lnTo>
                <a:lnTo>
                  <a:pt x="205" y="305"/>
                </a:lnTo>
                <a:lnTo>
                  <a:pt x="205" y="306"/>
                </a:lnTo>
                <a:lnTo>
                  <a:pt x="204" y="306"/>
                </a:lnTo>
                <a:lnTo>
                  <a:pt x="203" y="307"/>
                </a:lnTo>
                <a:lnTo>
                  <a:pt x="202" y="307"/>
                </a:lnTo>
                <a:lnTo>
                  <a:pt x="201" y="307"/>
                </a:lnTo>
                <a:lnTo>
                  <a:pt x="200" y="309"/>
                </a:lnTo>
                <a:lnTo>
                  <a:pt x="199" y="309"/>
                </a:lnTo>
                <a:lnTo>
                  <a:pt x="199" y="310"/>
                </a:lnTo>
                <a:lnTo>
                  <a:pt x="198" y="310"/>
                </a:lnTo>
                <a:lnTo>
                  <a:pt x="197" y="310"/>
                </a:lnTo>
                <a:lnTo>
                  <a:pt x="197" y="309"/>
                </a:lnTo>
                <a:lnTo>
                  <a:pt x="197" y="308"/>
                </a:lnTo>
                <a:lnTo>
                  <a:pt x="197" y="307"/>
                </a:lnTo>
                <a:lnTo>
                  <a:pt x="196" y="307"/>
                </a:lnTo>
                <a:lnTo>
                  <a:pt x="195" y="307"/>
                </a:lnTo>
                <a:lnTo>
                  <a:pt x="195" y="306"/>
                </a:lnTo>
                <a:lnTo>
                  <a:pt x="194" y="307"/>
                </a:lnTo>
                <a:lnTo>
                  <a:pt x="194" y="308"/>
                </a:lnTo>
                <a:lnTo>
                  <a:pt x="193" y="308"/>
                </a:lnTo>
                <a:lnTo>
                  <a:pt x="192" y="308"/>
                </a:lnTo>
                <a:lnTo>
                  <a:pt x="191" y="308"/>
                </a:lnTo>
                <a:lnTo>
                  <a:pt x="191" y="309"/>
                </a:lnTo>
                <a:lnTo>
                  <a:pt x="192" y="310"/>
                </a:lnTo>
                <a:lnTo>
                  <a:pt x="192" y="311"/>
                </a:lnTo>
                <a:lnTo>
                  <a:pt x="192" y="312"/>
                </a:lnTo>
                <a:lnTo>
                  <a:pt x="192" y="313"/>
                </a:lnTo>
                <a:lnTo>
                  <a:pt x="193" y="313"/>
                </a:lnTo>
                <a:lnTo>
                  <a:pt x="193" y="314"/>
                </a:lnTo>
                <a:lnTo>
                  <a:pt x="194" y="314"/>
                </a:lnTo>
                <a:lnTo>
                  <a:pt x="193" y="314"/>
                </a:lnTo>
                <a:lnTo>
                  <a:pt x="193" y="315"/>
                </a:lnTo>
                <a:lnTo>
                  <a:pt x="193" y="316"/>
                </a:lnTo>
                <a:lnTo>
                  <a:pt x="192" y="317"/>
                </a:lnTo>
                <a:lnTo>
                  <a:pt x="192" y="318"/>
                </a:lnTo>
                <a:lnTo>
                  <a:pt x="191" y="318"/>
                </a:lnTo>
                <a:lnTo>
                  <a:pt x="190" y="318"/>
                </a:lnTo>
                <a:lnTo>
                  <a:pt x="190" y="317"/>
                </a:lnTo>
                <a:lnTo>
                  <a:pt x="190" y="318"/>
                </a:lnTo>
                <a:lnTo>
                  <a:pt x="189" y="317"/>
                </a:lnTo>
                <a:lnTo>
                  <a:pt x="188" y="318"/>
                </a:lnTo>
                <a:lnTo>
                  <a:pt x="189" y="319"/>
                </a:lnTo>
                <a:lnTo>
                  <a:pt x="189" y="320"/>
                </a:lnTo>
                <a:lnTo>
                  <a:pt x="190" y="321"/>
                </a:lnTo>
                <a:lnTo>
                  <a:pt x="191" y="322"/>
                </a:lnTo>
                <a:lnTo>
                  <a:pt x="191" y="323"/>
                </a:lnTo>
                <a:lnTo>
                  <a:pt x="190" y="324"/>
                </a:lnTo>
                <a:lnTo>
                  <a:pt x="189" y="324"/>
                </a:lnTo>
                <a:lnTo>
                  <a:pt x="188" y="326"/>
                </a:lnTo>
                <a:lnTo>
                  <a:pt x="188" y="327"/>
                </a:lnTo>
                <a:lnTo>
                  <a:pt x="188" y="328"/>
                </a:lnTo>
                <a:lnTo>
                  <a:pt x="189" y="328"/>
                </a:lnTo>
                <a:lnTo>
                  <a:pt x="190" y="328"/>
                </a:lnTo>
                <a:lnTo>
                  <a:pt x="191" y="328"/>
                </a:lnTo>
                <a:lnTo>
                  <a:pt x="191" y="329"/>
                </a:lnTo>
                <a:lnTo>
                  <a:pt x="192" y="330"/>
                </a:lnTo>
                <a:lnTo>
                  <a:pt x="191" y="330"/>
                </a:lnTo>
                <a:lnTo>
                  <a:pt x="192" y="331"/>
                </a:lnTo>
                <a:lnTo>
                  <a:pt x="193" y="332"/>
                </a:lnTo>
                <a:lnTo>
                  <a:pt x="194" y="332"/>
                </a:lnTo>
                <a:lnTo>
                  <a:pt x="195" y="332"/>
                </a:lnTo>
                <a:lnTo>
                  <a:pt x="195" y="333"/>
                </a:lnTo>
                <a:lnTo>
                  <a:pt x="194" y="334"/>
                </a:lnTo>
                <a:lnTo>
                  <a:pt x="193" y="335"/>
                </a:lnTo>
                <a:lnTo>
                  <a:pt x="192" y="336"/>
                </a:lnTo>
                <a:lnTo>
                  <a:pt x="192" y="337"/>
                </a:lnTo>
                <a:lnTo>
                  <a:pt x="192" y="338"/>
                </a:lnTo>
                <a:lnTo>
                  <a:pt x="193" y="338"/>
                </a:lnTo>
                <a:lnTo>
                  <a:pt x="193" y="339"/>
                </a:lnTo>
                <a:lnTo>
                  <a:pt x="192" y="339"/>
                </a:lnTo>
                <a:lnTo>
                  <a:pt x="191" y="339"/>
                </a:lnTo>
                <a:lnTo>
                  <a:pt x="191" y="340"/>
                </a:lnTo>
                <a:lnTo>
                  <a:pt x="191" y="341"/>
                </a:lnTo>
                <a:lnTo>
                  <a:pt x="191" y="342"/>
                </a:lnTo>
                <a:lnTo>
                  <a:pt x="190" y="342"/>
                </a:lnTo>
                <a:lnTo>
                  <a:pt x="189" y="342"/>
                </a:lnTo>
                <a:lnTo>
                  <a:pt x="188" y="343"/>
                </a:lnTo>
                <a:lnTo>
                  <a:pt x="187" y="343"/>
                </a:lnTo>
                <a:lnTo>
                  <a:pt x="185" y="343"/>
                </a:lnTo>
                <a:lnTo>
                  <a:pt x="185" y="344"/>
                </a:lnTo>
                <a:lnTo>
                  <a:pt x="186" y="344"/>
                </a:lnTo>
                <a:lnTo>
                  <a:pt x="186" y="345"/>
                </a:lnTo>
                <a:lnTo>
                  <a:pt x="185" y="345"/>
                </a:lnTo>
                <a:lnTo>
                  <a:pt x="185" y="346"/>
                </a:lnTo>
                <a:lnTo>
                  <a:pt x="185" y="347"/>
                </a:lnTo>
                <a:lnTo>
                  <a:pt x="184" y="347"/>
                </a:lnTo>
                <a:lnTo>
                  <a:pt x="183" y="347"/>
                </a:lnTo>
                <a:lnTo>
                  <a:pt x="182" y="347"/>
                </a:lnTo>
                <a:lnTo>
                  <a:pt x="181" y="348"/>
                </a:lnTo>
                <a:lnTo>
                  <a:pt x="180" y="348"/>
                </a:lnTo>
                <a:lnTo>
                  <a:pt x="179" y="348"/>
                </a:lnTo>
                <a:lnTo>
                  <a:pt x="179" y="349"/>
                </a:lnTo>
                <a:lnTo>
                  <a:pt x="178" y="348"/>
                </a:lnTo>
                <a:lnTo>
                  <a:pt x="178" y="350"/>
                </a:lnTo>
                <a:lnTo>
                  <a:pt x="178" y="351"/>
                </a:lnTo>
                <a:lnTo>
                  <a:pt x="178" y="352"/>
                </a:lnTo>
                <a:lnTo>
                  <a:pt x="177" y="352"/>
                </a:lnTo>
                <a:lnTo>
                  <a:pt x="176" y="351"/>
                </a:lnTo>
                <a:lnTo>
                  <a:pt x="175" y="350"/>
                </a:lnTo>
                <a:lnTo>
                  <a:pt x="174" y="350"/>
                </a:lnTo>
                <a:lnTo>
                  <a:pt x="175" y="350"/>
                </a:lnTo>
                <a:lnTo>
                  <a:pt x="175" y="349"/>
                </a:lnTo>
                <a:lnTo>
                  <a:pt x="174" y="348"/>
                </a:lnTo>
                <a:lnTo>
                  <a:pt x="174" y="347"/>
                </a:lnTo>
                <a:lnTo>
                  <a:pt x="174" y="346"/>
                </a:lnTo>
                <a:lnTo>
                  <a:pt x="174" y="345"/>
                </a:lnTo>
                <a:lnTo>
                  <a:pt x="175" y="345"/>
                </a:lnTo>
                <a:lnTo>
                  <a:pt x="175" y="344"/>
                </a:lnTo>
                <a:lnTo>
                  <a:pt x="174" y="344"/>
                </a:lnTo>
                <a:lnTo>
                  <a:pt x="173" y="344"/>
                </a:lnTo>
                <a:lnTo>
                  <a:pt x="172" y="344"/>
                </a:lnTo>
                <a:lnTo>
                  <a:pt x="172" y="343"/>
                </a:lnTo>
                <a:lnTo>
                  <a:pt x="173" y="342"/>
                </a:lnTo>
                <a:lnTo>
                  <a:pt x="173" y="341"/>
                </a:lnTo>
                <a:lnTo>
                  <a:pt x="173" y="340"/>
                </a:lnTo>
                <a:lnTo>
                  <a:pt x="172" y="339"/>
                </a:lnTo>
                <a:lnTo>
                  <a:pt x="172" y="338"/>
                </a:lnTo>
                <a:lnTo>
                  <a:pt x="170" y="339"/>
                </a:lnTo>
                <a:lnTo>
                  <a:pt x="169" y="339"/>
                </a:lnTo>
                <a:lnTo>
                  <a:pt x="168" y="339"/>
                </a:lnTo>
                <a:lnTo>
                  <a:pt x="167" y="339"/>
                </a:lnTo>
                <a:lnTo>
                  <a:pt x="168" y="340"/>
                </a:lnTo>
                <a:lnTo>
                  <a:pt x="167" y="340"/>
                </a:lnTo>
                <a:lnTo>
                  <a:pt x="167" y="339"/>
                </a:lnTo>
                <a:lnTo>
                  <a:pt x="165" y="338"/>
                </a:lnTo>
                <a:lnTo>
                  <a:pt x="163" y="338"/>
                </a:lnTo>
                <a:lnTo>
                  <a:pt x="162" y="338"/>
                </a:lnTo>
                <a:lnTo>
                  <a:pt x="162" y="339"/>
                </a:lnTo>
                <a:lnTo>
                  <a:pt x="162" y="340"/>
                </a:lnTo>
                <a:lnTo>
                  <a:pt x="161" y="341"/>
                </a:lnTo>
                <a:lnTo>
                  <a:pt x="160" y="341"/>
                </a:lnTo>
                <a:lnTo>
                  <a:pt x="159" y="341"/>
                </a:lnTo>
                <a:lnTo>
                  <a:pt x="160" y="340"/>
                </a:lnTo>
                <a:lnTo>
                  <a:pt x="161" y="340"/>
                </a:lnTo>
                <a:lnTo>
                  <a:pt x="161" y="339"/>
                </a:lnTo>
                <a:lnTo>
                  <a:pt x="160" y="338"/>
                </a:lnTo>
                <a:lnTo>
                  <a:pt x="159" y="338"/>
                </a:lnTo>
                <a:lnTo>
                  <a:pt x="159" y="339"/>
                </a:lnTo>
                <a:lnTo>
                  <a:pt x="158" y="340"/>
                </a:lnTo>
                <a:lnTo>
                  <a:pt x="159" y="340"/>
                </a:lnTo>
                <a:lnTo>
                  <a:pt x="159" y="341"/>
                </a:lnTo>
                <a:lnTo>
                  <a:pt x="158" y="341"/>
                </a:lnTo>
                <a:lnTo>
                  <a:pt x="157" y="341"/>
                </a:lnTo>
                <a:lnTo>
                  <a:pt x="157" y="340"/>
                </a:lnTo>
                <a:lnTo>
                  <a:pt x="158" y="340"/>
                </a:lnTo>
                <a:lnTo>
                  <a:pt x="158" y="339"/>
                </a:lnTo>
                <a:lnTo>
                  <a:pt x="157" y="339"/>
                </a:lnTo>
                <a:lnTo>
                  <a:pt x="156" y="339"/>
                </a:lnTo>
                <a:lnTo>
                  <a:pt x="155" y="339"/>
                </a:lnTo>
                <a:lnTo>
                  <a:pt x="155" y="340"/>
                </a:lnTo>
                <a:lnTo>
                  <a:pt x="156" y="340"/>
                </a:lnTo>
                <a:lnTo>
                  <a:pt x="156" y="341"/>
                </a:lnTo>
                <a:lnTo>
                  <a:pt x="155" y="342"/>
                </a:lnTo>
                <a:lnTo>
                  <a:pt x="154" y="342"/>
                </a:lnTo>
                <a:lnTo>
                  <a:pt x="153" y="342"/>
                </a:lnTo>
                <a:lnTo>
                  <a:pt x="153" y="343"/>
                </a:lnTo>
                <a:lnTo>
                  <a:pt x="153" y="344"/>
                </a:lnTo>
                <a:lnTo>
                  <a:pt x="153" y="345"/>
                </a:lnTo>
                <a:lnTo>
                  <a:pt x="153" y="346"/>
                </a:lnTo>
                <a:lnTo>
                  <a:pt x="152" y="346"/>
                </a:lnTo>
                <a:lnTo>
                  <a:pt x="152" y="347"/>
                </a:lnTo>
                <a:lnTo>
                  <a:pt x="152" y="348"/>
                </a:lnTo>
                <a:lnTo>
                  <a:pt x="153" y="348"/>
                </a:lnTo>
                <a:lnTo>
                  <a:pt x="153" y="349"/>
                </a:lnTo>
                <a:lnTo>
                  <a:pt x="153" y="350"/>
                </a:lnTo>
                <a:lnTo>
                  <a:pt x="153" y="351"/>
                </a:lnTo>
                <a:lnTo>
                  <a:pt x="152" y="351"/>
                </a:lnTo>
                <a:lnTo>
                  <a:pt x="152" y="350"/>
                </a:lnTo>
                <a:lnTo>
                  <a:pt x="151" y="350"/>
                </a:lnTo>
                <a:lnTo>
                  <a:pt x="151" y="351"/>
                </a:lnTo>
                <a:lnTo>
                  <a:pt x="150" y="351"/>
                </a:lnTo>
                <a:lnTo>
                  <a:pt x="149" y="350"/>
                </a:lnTo>
                <a:lnTo>
                  <a:pt x="149" y="349"/>
                </a:lnTo>
                <a:lnTo>
                  <a:pt x="148" y="349"/>
                </a:lnTo>
                <a:lnTo>
                  <a:pt x="148" y="348"/>
                </a:lnTo>
                <a:lnTo>
                  <a:pt x="147" y="347"/>
                </a:lnTo>
                <a:lnTo>
                  <a:pt x="146" y="347"/>
                </a:lnTo>
                <a:lnTo>
                  <a:pt x="146" y="348"/>
                </a:lnTo>
                <a:lnTo>
                  <a:pt x="145" y="348"/>
                </a:lnTo>
                <a:lnTo>
                  <a:pt x="144" y="348"/>
                </a:lnTo>
                <a:lnTo>
                  <a:pt x="143" y="349"/>
                </a:lnTo>
                <a:lnTo>
                  <a:pt x="143" y="350"/>
                </a:lnTo>
                <a:lnTo>
                  <a:pt x="142" y="350"/>
                </a:lnTo>
                <a:lnTo>
                  <a:pt x="142" y="349"/>
                </a:lnTo>
                <a:lnTo>
                  <a:pt x="141" y="349"/>
                </a:lnTo>
                <a:lnTo>
                  <a:pt x="140" y="349"/>
                </a:lnTo>
                <a:lnTo>
                  <a:pt x="140" y="350"/>
                </a:lnTo>
                <a:lnTo>
                  <a:pt x="139" y="351"/>
                </a:lnTo>
                <a:lnTo>
                  <a:pt x="138" y="352"/>
                </a:lnTo>
                <a:lnTo>
                  <a:pt x="138" y="353"/>
                </a:lnTo>
                <a:lnTo>
                  <a:pt x="138" y="354"/>
                </a:lnTo>
                <a:lnTo>
                  <a:pt x="139" y="354"/>
                </a:lnTo>
                <a:lnTo>
                  <a:pt x="139" y="355"/>
                </a:lnTo>
                <a:lnTo>
                  <a:pt x="140" y="355"/>
                </a:lnTo>
                <a:lnTo>
                  <a:pt x="141" y="355"/>
                </a:lnTo>
                <a:lnTo>
                  <a:pt x="142" y="357"/>
                </a:lnTo>
                <a:lnTo>
                  <a:pt x="141" y="357"/>
                </a:lnTo>
                <a:lnTo>
                  <a:pt x="141" y="358"/>
                </a:lnTo>
                <a:lnTo>
                  <a:pt x="141" y="359"/>
                </a:lnTo>
                <a:lnTo>
                  <a:pt x="142" y="359"/>
                </a:lnTo>
                <a:lnTo>
                  <a:pt x="143" y="358"/>
                </a:lnTo>
                <a:lnTo>
                  <a:pt x="144" y="358"/>
                </a:lnTo>
                <a:lnTo>
                  <a:pt x="144" y="359"/>
                </a:lnTo>
                <a:lnTo>
                  <a:pt x="143" y="361"/>
                </a:lnTo>
                <a:lnTo>
                  <a:pt x="142" y="362"/>
                </a:lnTo>
                <a:lnTo>
                  <a:pt x="142" y="363"/>
                </a:lnTo>
                <a:lnTo>
                  <a:pt x="142" y="364"/>
                </a:lnTo>
                <a:lnTo>
                  <a:pt x="142" y="365"/>
                </a:lnTo>
                <a:lnTo>
                  <a:pt x="142" y="366"/>
                </a:lnTo>
                <a:lnTo>
                  <a:pt x="139" y="366"/>
                </a:lnTo>
                <a:lnTo>
                  <a:pt x="138" y="366"/>
                </a:lnTo>
                <a:lnTo>
                  <a:pt x="139" y="367"/>
                </a:lnTo>
                <a:lnTo>
                  <a:pt x="138" y="368"/>
                </a:lnTo>
                <a:lnTo>
                  <a:pt x="138" y="369"/>
                </a:lnTo>
                <a:lnTo>
                  <a:pt x="137" y="369"/>
                </a:lnTo>
                <a:lnTo>
                  <a:pt x="136" y="368"/>
                </a:lnTo>
                <a:lnTo>
                  <a:pt x="135" y="367"/>
                </a:lnTo>
                <a:lnTo>
                  <a:pt x="135" y="366"/>
                </a:lnTo>
                <a:lnTo>
                  <a:pt x="135" y="365"/>
                </a:lnTo>
                <a:lnTo>
                  <a:pt x="135" y="366"/>
                </a:lnTo>
                <a:lnTo>
                  <a:pt x="135" y="365"/>
                </a:lnTo>
                <a:lnTo>
                  <a:pt x="134" y="366"/>
                </a:lnTo>
                <a:lnTo>
                  <a:pt x="133" y="367"/>
                </a:lnTo>
                <a:lnTo>
                  <a:pt x="132" y="367"/>
                </a:lnTo>
                <a:lnTo>
                  <a:pt x="132" y="368"/>
                </a:lnTo>
                <a:lnTo>
                  <a:pt x="132" y="369"/>
                </a:lnTo>
                <a:lnTo>
                  <a:pt x="133" y="370"/>
                </a:lnTo>
                <a:lnTo>
                  <a:pt x="134" y="370"/>
                </a:lnTo>
                <a:lnTo>
                  <a:pt x="134" y="371"/>
                </a:lnTo>
                <a:lnTo>
                  <a:pt x="134" y="372"/>
                </a:lnTo>
                <a:lnTo>
                  <a:pt x="133" y="372"/>
                </a:lnTo>
                <a:lnTo>
                  <a:pt x="132" y="372"/>
                </a:lnTo>
                <a:lnTo>
                  <a:pt x="131" y="373"/>
                </a:lnTo>
                <a:lnTo>
                  <a:pt x="130" y="373"/>
                </a:lnTo>
                <a:lnTo>
                  <a:pt x="130" y="374"/>
                </a:lnTo>
                <a:lnTo>
                  <a:pt x="129" y="374"/>
                </a:lnTo>
                <a:lnTo>
                  <a:pt x="129" y="375"/>
                </a:lnTo>
                <a:lnTo>
                  <a:pt x="129" y="376"/>
                </a:lnTo>
                <a:lnTo>
                  <a:pt x="130" y="378"/>
                </a:lnTo>
                <a:lnTo>
                  <a:pt x="131" y="379"/>
                </a:lnTo>
                <a:lnTo>
                  <a:pt x="131" y="380"/>
                </a:lnTo>
                <a:lnTo>
                  <a:pt x="131" y="382"/>
                </a:lnTo>
                <a:lnTo>
                  <a:pt x="130" y="382"/>
                </a:lnTo>
                <a:lnTo>
                  <a:pt x="129" y="383"/>
                </a:lnTo>
                <a:lnTo>
                  <a:pt x="128" y="383"/>
                </a:lnTo>
                <a:lnTo>
                  <a:pt x="127" y="383"/>
                </a:lnTo>
                <a:lnTo>
                  <a:pt x="126" y="382"/>
                </a:lnTo>
                <a:lnTo>
                  <a:pt x="127" y="382"/>
                </a:lnTo>
                <a:lnTo>
                  <a:pt x="127" y="381"/>
                </a:lnTo>
                <a:lnTo>
                  <a:pt x="126" y="380"/>
                </a:lnTo>
                <a:lnTo>
                  <a:pt x="125" y="380"/>
                </a:lnTo>
                <a:lnTo>
                  <a:pt x="124" y="380"/>
                </a:lnTo>
                <a:lnTo>
                  <a:pt x="124" y="379"/>
                </a:lnTo>
                <a:lnTo>
                  <a:pt x="124" y="380"/>
                </a:lnTo>
                <a:lnTo>
                  <a:pt x="123" y="380"/>
                </a:lnTo>
                <a:lnTo>
                  <a:pt x="123" y="381"/>
                </a:lnTo>
                <a:lnTo>
                  <a:pt x="122" y="381"/>
                </a:lnTo>
                <a:lnTo>
                  <a:pt x="122" y="380"/>
                </a:lnTo>
                <a:lnTo>
                  <a:pt x="121" y="380"/>
                </a:lnTo>
                <a:lnTo>
                  <a:pt x="121" y="379"/>
                </a:lnTo>
                <a:lnTo>
                  <a:pt x="121" y="378"/>
                </a:lnTo>
                <a:lnTo>
                  <a:pt x="120" y="378"/>
                </a:lnTo>
                <a:lnTo>
                  <a:pt x="119" y="378"/>
                </a:lnTo>
                <a:lnTo>
                  <a:pt x="118" y="378"/>
                </a:lnTo>
                <a:lnTo>
                  <a:pt x="117" y="377"/>
                </a:lnTo>
                <a:lnTo>
                  <a:pt x="116" y="377"/>
                </a:lnTo>
                <a:lnTo>
                  <a:pt x="116" y="378"/>
                </a:lnTo>
                <a:lnTo>
                  <a:pt x="117" y="378"/>
                </a:lnTo>
                <a:lnTo>
                  <a:pt x="117" y="379"/>
                </a:lnTo>
                <a:lnTo>
                  <a:pt x="117" y="380"/>
                </a:lnTo>
                <a:lnTo>
                  <a:pt x="117" y="379"/>
                </a:lnTo>
                <a:lnTo>
                  <a:pt x="116" y="379"/>
                </a:lnTo>
                <a:lnTo>
                  <a:pt x="116" y="380"/>
                </a:lnTo>
                <a:lnTo>
                  <a:pt x="115" y="380"/>
                </a:lnTo>
                <a:lnTo>
                  <a:pt x="115" y="379"/>
                </a:lnTo>
                <a:lnTo>
                  <a:pt x="115" y="378"/>
                </a:lnTo>
                <a:lnTo>
                  <a:pt x="114" y="377"/>
                </a:lnTo>
                <a:lnTo>
                  <a:pt x="115" y="376"/>
                </a:lnTo>
                <a:lnTo>
                  <a:pt x="117" y="376"/>
                </a:lnTo>
                <a:lnTo>
                  <a:pt x="117" y="375"/>
                </a:lnTo>
                <a:lnTo>
                  <a:pt x="118" y="375"/>
                </a:lnTo>
                <a:lnTo>
                  <a:pt x="118" y="374"/>
                </a:lnTo>
                <a:lnTo>
                  <a:pt x="119" y="373"/>
                </a:lnTo>
                <a:lnTo>
                  <a:pt x="120" y="372"/>
                </a:lnTo>
                <a:lnTo>
                  <a:pt x="119" y="372"/>
                </a:lnTo>
                <a:lnTo>
                  <a:pt x="119" y="370"/>
                </a:lnTo>
                <a:lnTo>
                  <a:pt x="119" y="369"/>
                </a:lnTo>
                <a:lnTo>
                  <a:pt x="118" y="369"/>
                </a:lnTo>
                <a:lnTo>
                  <a:pt x="119" y="368"/>
                </a:lnTo>
                <a:lnTo>
                  <a:pt x="119" y="367"/>
                </a:lnTo>
                <a:lnTo>
                  <a:pt x="120" y="367"/>
                </a:lnTo>
                <a:lnTo>
                  <a:pt x="120" y="368"/>
                </a:lnTo>
                <a:lnTo>
                  <a:pt x="121" y="368"/>
                </a:lnTo>
                <a:lnTo>
                  <a:pt x="121" y="367"/>
                </a:lnTo>
                <a:lnTo>
                  <a:pt x="121" y="366"/>
                </a:lnTo>
                <a:lnTo>
                  <a:pt x="121" y="365"/>
                </a:lnTo>
                <a:lnTo>
                  <a:pt x="120" y="364"/>
                </a:lnTo>
                <a:lnTo>
                  <a:pt x="120" y="363"/>
                </a:lnTo>
                <a:lnTo>
                  <a:pt x="121" y="364"/>
                </a:lnTo>
                <a:lnTo>
                  <a:pt x="122" y="364"/>
                </a:lnTo>
                <a:lnTo>
                  <a:pt x="122" y="363"/>
                </a:lnTo>
                <a:lnTo>
                  <a:pt x="123" y="363"/>
                </a:lnTo>
                <a:lnTo>
                  <a:pt x="122" y="362"/>
                </a:lnTo>
                <a:lnTo>
                  <a:pt x="122" y="361"/>
                </a:lnTo>
                <a:lnTo>
                  <a:pt x="122" y="362"/>
                </a:lnTo>
                <a:lnTo>
                  <a:pt x="121" y="362"/>
                </a:lnTo>
                <a:lnTo>
                  <a:pt x="120" y="362"/>
                </a:lnTo>
                <a:lnTo>
                  <a:pt x="120" y="361"/>
                </a:lnTo>
                <a:lnTo>
                  <a:pt x="119" y="360"/>
                </a:lnTo>
                <a:lnTo>
                  <a:pt x="119" y="359"/>
                </a:lnTo>
                <a:lnTo>
                  <a:pt x="118" y="359"/>
                </a:lnTo>
                <a:lnTo>
                  <a:pt x="117" y="358"/>
                </a:lnTo>
                <a:lnTo>
                  <a:pt x="116" y="357"/>
                </a:lnTo>
                <a:lnTo>
                  <a:pt x="115" y="356"/>
                </a:lnTo>
                <a:lnTo>
                  <a:pt x="114" y="356"/>
                </a:lnTo>
                <a:lnTo>
                  <a:pt x="114" y="355"/>
                </a:lnTo>
                <a:lnTo>
                  <a:pt x="114" y="354"/>
                </a:lnTo>
                <a:lnTo>
                  <a:pt x="115" y="354"/>
                </a:lnTo>
                <a:lnTo>
                  <a:pt x="115" y="352"/>
                </a:lnTo>
                <a:lnTo>
                  <a:pt x="114" y="352"/>
                </a:lnTo>
                <a:lnTo>
                  <a:pt x="114" y="351"/>
                </a:lnTo>
                <a:lnTo>
                  <a:pt x="113" y="351"/>
                </a:lnTo>
                <a:lnTo>
                  <a:pt x="112" y="351"/>
                </a:lnTo>
                <a:lnTo>
                  <a:pt x="112" y="350"/>
                </a:lnTo>
                <a:lnTo>
                  <a:pt x="111" y="350"/>
                </a:lnTo>
                <a:lnTo>
                  <a:pt x="111" y="349"/>
                </a:lnTo>
                <a:lnTo>
                  <a:pt x="111" y="348"/>
                </a:lnTo>
                <a:lnTo>
                  <a:pt x="110" y="348"/>
                </a:lnTo>
                <a:lnTo>
                  <a:pt x="109" y="348"/>
                </a:lnTo>
                <a:lnTo>
                  <a:pt x="108" y="347"/>
                </a:lnTo>
                <a:lnTo>
                  <a:pt x="108" y="346"/>
                </a:lnTo>
                <a:lnTo>
                  <a:pt x="107" y="346"/>
                </a:lnTo>
                <a:lnTo>
                  <a:pt x="107" y="345"/>
                </a:lnTo>
                <a:lnTo>
                  <a:pt x="107" y="344"/>
                </a:lnTo>
                <a:lnTo>
                  <a:pt x="106" y="344"/>
                </a:lnTo>
                <a:lnTo>
                  <a:pt x="105" y="345"/>
                </a:lnTo>
                <a:lnTo>
                  <a:pt x="106" y="345"/>
                </a:lnTo>
                <a:lnTo>
                  <a:pt x="105" y="346"/>
                </a:lnTo>
                <a:lnTo>
                  <a:pt x="104" y="346"/>
                </a:lnTo>
                <a:lnTo>
                  <a:pt x="105" y="347"/>
                </a:lnTo>
                <a:lnTo>
                  <a:pt x="106" y="348"/>
                </a:lnTo>
                <a:lnTo>
                  <a:pt x="105" y="348"/>
                </a:lnTo>
                <a:lnTo>
                  <a:pt x="105" y="349"/>
                </a:lnTo>
                <a:lnTo>
                  <a:pt x="105" y="350"/>
                </a:lnTo>
                <a:lnTo>
                  <a:pt x="105" y="351"/>
                </a:lnTo>
                <a:lnTo>
                  <a:pt x="106" y="352"/>
                </a:lnTo>
                <a:lnTo>
                  <a:pt x="107" y="353"/>
                </a:lnTo>
                <a:lnTo>
                  <a:pt x="108" y="353"/>
                </a:lnTo>
                <a:lnTo>
                  <a:pt x="108" y="354"/>
                </a:lnTo>
                <a:lnTo>
                  <a:pt x="109" y="355"/>
                </a:lnTo>
                <a:lnTo>
                  <a:pt x="109" y="356"/>
                </a:lnTo>
                <a:lnTo>
                  <a:pt x="110" y="357"/>
                </a:lnTo>
                <a:lnTo>
                  <a:pt x="110" y="358"/>
                </a:lnTo>
                <a:lnTo>
                  <a:pt x="110" y="359"/>
                </a:lnTo>
                <a:lnTo>
                  <a:pt x="111" y="359"/>
                </a:lnTo>
                <a:lnTo>
                  <a:pt x="111" y="360"/>
                </a:lnTo>
                <a:lnTo>
                  <a:pt x="112" y="360"/>
                </a:lnTo>
                <a:lnTo>
                  <a:pt x="112" y="361"/>
                </a:lnTo>
                <a:lnTo>
                  <a:pt x="111" y="361"/>
                </a:lnTo>
                <a:lnTo>
                  <a:pt x="111" y="362"/>
                </a:lnTo>
                <a:lnTo>
                  <a:pt x="110" y="362"/>
                </a:lnTo>
                <a:lnTo>
                  <a:pt x="109" y="362"/>
                </a:lnTo>
                <a:lnTo>
                  <a:pt x="109" y="363"/>
                </a:lnTo>
                <a:lnTo>
                  <a:pt x="110" y="363"/>
                </a:lnTo>
                <a:lnTo>
                  <a:pt x="110" y="365"/>
                </a:lnTo>
                <a:lnTo>
                  <a:pt x="109" y="366"/>
                </a:lnTo>
                <a:lnTo>
                  <a:pt x="108" y="366"/>
                </a:lnTo>
                <a:lnTo>
                  <a:pt x="108" y="367"/>
                </a:lnTo>
                <a:lnTo>
                  <a:pt x="108" y="368"/>
                </a:lnTo>
                <a:lnTo>
                  <a:pt x="109" y="369"/>
                </a:lnTo>
                <a:lnTo>
                  <a:pt x="110" y="369"/>
                </a:lnTo>
                <a:lnTo>
                  <a:pt x="110" y="370"/>
                </a:lnTo>
                <a:lnTo>
                  <a:pt x="111" y="370"/>
                </a:lnTo>
                <a:lnTo>
                  <a:pt x="111" y="371"/>
                </a:lnTo>
                <a:lnTo>
                  <a:pt x="111" y="370"/>
                </a:lnTo>
                <a:lnTo>
                  <a:pt x="111" y="371"/>
                </a:lnTo>
                <a:lnTo>
                  <a:pt x="110" y="372"/>
                </a:lnTo>
                <a:lnTo>
                  <a:pt x="109" y="371"/>
                </a:lnTo>
                <a:lnTo>
                  <a:pt x="109" y="370"/>
                </a:lnTo>
                <a:lnTo>
                  <a:pt x="109" y="369"/>
                </a:lnTo>
                <a:lnTo>
                  <a:pt x="108" y="369"/>
                </a:lnTo>
                <a:lnTo>
                  <a:pt x="107" y="369"/>
                </a:lnTo>
                <a:lnTo>
                  <a:pt x="107" y="368"/>
                </a:lnTo>
                <a:lnTo>
                  <a:pt x="106" y="369"/>
                </a:lnTo>
                <a:lnTo>
                  <a:pt x="106" y="370"/>
                </a:lnTo>
                <a:lnTo>
                  <a:pt x="107" y="370"/>
                </a:lnTo>
                <a:lnTo>
                  <a:pt x="107" y="371"/>
                </a:lnTo>
                <a:lnTo>
                  <a:pt x="108" y="372"/>
                </a:lnTo>
                <a:lnTo>
                  <a:pt x="108" y="373"/>
                </a:lnTo>
                <a:lnTo>
                  <a:pt x="109" y="373"/>
                </a:lnTo>
                <a:lnTo>
                  <a:pt x="109" y="374"/>
                </a:lnTo>
                <a:lnTo>
                  <a:pt x="110" y="374"/>
                </a:lnTo>
                <a:lnTo>
                  <a:pt x="109" y="374"/>
                </a:lnTo>
                <a:lnTo>
                  <a:pt x="109" y="375"/>
                </a:lnTo>
                <a:lnTo>
                  <a:pt x="109" y="374"/>
                </a:lnTo>
                <a:lnTo>
                  <a:pt x="108" y="374"/>
                </a:lnTo>
                <a:lnTo>
                  <a:pt x="108" y="375"/>
                </a:lnTo>
                <a:lnTo>
                  <a:pt x="107" y="375"/>
                </a:lnTo>
                <a:lnTo>
                  <a:pt x="106" y="375"/>
                </a:lnTo>
                <a:lnTo>
                  <a:pt x="106" y="374"/>
                </a:lnTo>
                <a:lnTo>
                  <a:pt x="104" y="372"/>
                </a:lnTo>
                <a:lnTo>
                  <a:pt x="103" y="372"/>
                </a:lnTo>
                <a:lnTo>
                  <a:pt x="103" y="373"/>
                </a:lnTo>
                <a:lnTo>
                  <a:pt x="103" y="372"/>
                </a:lnTo>
                <a:lnTo>
                  <a:pt x="102" y="372"/>
                </a:lnTo>
                <a:lnTo>
                  <a:pt x="101" y="372"/>
                </a:lnTo>
                <a:lnTo>
                  <a:pt x="101" y="371"/>
                </a:lnTo>
                <a:lnTo>
                  <a:pt x="100" y="371"/>
                </a:lnTo>
                <a:lnTo>
                  <a:pt x="99" y="371"/>
                </a:lnTo>
                <a:lnTo>
                  <a:pt x="99" y="372"/>
                </a:lnTo>
                <a:lnTo>
                  <a:pt x="99" y="373"/>
                </a:lnTo>
                <a:lnTo>
                  <a:pt x="99" y="374"/>
                </a:lnTo>
                <a:lnTo>
                  <a:pt x="98" y="375"/>
                </a:lnTo>
                <a:lnTo>
                  <a:pt x="98" y="376"/>
                </a:lnTo>
                <a:lnTo>
                  <a:pt x="97" y="376"/>
                </a:lnTo>
                <a:lnTo>
                  <a:pt x="97" y="375"/>
                </a:lnTo>
                <a:lnTo>
                  <a:pt x="96" y="375"/>
                </a:lnTo>
                <a:lnTo>
                  <a:pt x="96" y="374"/>
                </a:lnTo>
                <a:lnTo>
                  <a:pt x="95" y="374"/>
                </a:lnTo>
                <a:lnTo>
                  <a:pt x="95" y="375"/>
                </a:lnTo>
                <a:lnTo>
                  <a:pt x="94" y="374"/>
                </a:lnTo>
                <a:lnTo>
                  <a:pt x="94" y="373"/>
                </a:lnTo>
                <a:lnTo>
                  <a:pt x="94" y="372"/>
                </a:lnTo>
                <a:lnTo>
                  <a:pt x="95" y="372"/>
                </a:lnTo>
                <a:lnTo>
                  <a:pt x="95" y="370"/>
                </a:lnTo>
                <a:lnTo>
                  <a:pt x="95" y="368"/>
                </a:lnTo>
                <a:lnTo>
                  <a:pt x="94" y="368"/>
                </a:lnTo>
                <a:lnTo>
                  <a:pt x="93" y="366"/>
                </a:lnTo>
                <a:lnTo>
                  <a:pt x="94" y="365"/>
                </a:lnTo>
                <a:lnTo>
                  <a:pt x="94" y="364"/>
                </a:lnTo>
                <a:lnTo>
                  <a:pt x="93" y="364"/>
                </a:lnTo>
                <a:lnTo>
                  <a:pt x="92" y="364"/>
                </a:lnTo>
                <a:lnTo>
                  <a:pt x="91" y="363"/>
                </a:lnTo>
                <a:lnTo>
                  <a:pt x="92" y="363"/>
                </a:lnTo>
                <a:lnTo>
                  <a:pt x="92" y="362"/>
                </a:lnTo>
                <a:lnTo>
                  <a:pt x="93" y="362"/>
                </a:lnTo>
                <a:lnTo>
                  <a:pt x="93" y="361"/>
                </a:lnTo>
                <a:lnTo>
                  <a:pt x="92" y="361"/>
                </a:lnTo>
                <a:lnTo>
                  <a:pt x="91" y="358"/>
                </a:lnTo>
                <a:lnTo>
                  <a:pt x="91" y="357"/>
                </a:lnTo>
                <a:lnTo>
                  <a:pt x="90" y="356"/>
                </a:lnTo>
                <a:lnTo>
                  <a:pt x="90" y="355"/>
                </a:lnTo>
                <a:lnTo>
                  <a:pt x="90" y="354"/>
                </a:lnTo>
                <a:lnTo>
                  <a:pt x="89" y="354"/>
                </a:lnTo>
                <a:lnTo>
                  <a:pt x="88" y="353"/>
                </a:lnTo>
                <a:lnTo>
                  <a:pt x="88" y="352"/>
                </a:lnTo>
                <a:lnTo>
                  <a:pt x="89" y="351"/>
                </a:lnTo>
                <a:lnTo>
                  <a:pt x="88" y="349"/>
                </a:lnTo>
                <a:lnTo>
                  <a:pt x="87" y="349"/>
                </a:lnTo>
                <a:lnTo>
                  <a:pt x="86" y="349"/>
                </a:lnTo>
                <a:lnTo>
                  <a:pt x="86" y="348"/>
                </a:lnTo>
                <a:lnTo>
                  <a:pt x="86" y="347"/>
                </a:lnTo>
                <a:lnTo>
                  <a:pt x="86" y="346"/>
                </a:lnTo>
                <a:lnTo>
                  <a:pt x="87" y="346"/>
                </a:lnTo>
                <a:lnTo>
                  <a:pt x="87" y="345"/>
                </a:lnTo>
                <a:lnTo>
                  <a:pt x="87" y="344"/>
                </a:lnTo>
                <a:lnTo>
                  <a:pt x="87" y="343"/>
                </a:lnTo>
                <a:lnTo>
                  <a:pt x="88" y="343"/>
                </a:lnTo>
                <a:lnTo>
                  <a:pt x="87" y="343"/>
                </a:lnTo>
                <a:lnTo>
                  <a:pt x="87" y="342"/>
                </a:lnTo>
                <a:lnTo>
                  <a:pt x="87" y="341"/>
                </a:lnTo>
                <a:lnTo>
                  <a:pt x="86" y="341"/>
                </a:lnTo>
                <a:lnTo>
                  <a:pt x="85" y="340"/>
                </a:lnTo>
                <a:lnTo>
                  <a:pt x="85" y="339"/>
                </a:lnTo>
                <a:lnTo>
                  <a:pt x="85" y="338"/>
                </a:lnTo>
                <a:lnTo>
                  <a:pt x="84" y="338"/>
                </a:lnTo>
                <a:lnTo>
                  <a:pt x="83" y="338"/>
                </a:lnTo>
                <a:lnTo>
                  <a:pt x="83" y="337"/>
                </a:lnTo>
                <a:lnTo>
                  <a:pt x="82" y="337"/>
                </a:lnTo>
                <a:lnTo>
                  <a:pt x="81" y="337"/>
                </a:lnTo>
                <a:lnTo>
                  <a:pt x="81" y="336"/>
                </a:lnTo>
                <a:lnTo>
                  <a:pt x="80" y="336"/>
                </a:lnTo>
                <a:lnTo>
                  <a:pt x="80" y="335"/>
                </a:lnTo>
                <a:lnTo>
                  <a:pt x="80" y="336"/>
                </a:lnTo>
                <a:lnTo>
                  <a:pt x="79" y="336"/>
                </a:lnTo>
                <a:lnTo>
                  <a:pt x="79" y="337"/>
                </a:lnTo>
                <a:lnTo>
                  <a:pt x="77" y="337"/>
                </a:lnTo>
                <a:lnTo>
                  <a:pt x="76" y="337"/>
                </a:lnTo>
                <a:lnTo>
                  <a:pt x="75" y="337"/>
                </a:lnTo>
                <a:lnTo>
                  <a:pt x="74" y="337"/>
                </a:lnTo>
                <a:lnTo>
                  <a:pt x="73" y="338"/>
                </a:lnTo>
                <a:lnTo>
                  <a:pt x="72" y="337"/>
                </a:lnTo>
                <a:lnTo>
                  <a:pt x="71" y="336"/>
                </a:lnTo>
                <a:lnTo>
                  <a:pt x="70" y="335"/>
                </a:lnTo>
                <a:lnTo>
                  <a:pt x="69" y="336"/>
                </a:lnTo>
                <a:lnTo>
                  <a:pt x="69" y="337"/>
                </a:lnTo>
                <a:lnTo>
                  <a:pt x="68" y="337"/>
                </a:lnTo>
                <a:lnTo>
                  <a:pt x="67" y="336"/>
                </a:lnTo>
                <a:lnTo>
                  <a:pt x="68" y="335"/>
                </a:lnTo>
                <a:lnTo>
                  <a:pt x="68" y="334"/>
                </a:lnTo>
                <a:lnTo>
                  <a:pt x="67" y="334"/>
                </a:lnTo>
                <a:lnTo>
                  <a:pt x="68" y="333"/>
                </a:lnTo>
                <a:lnTo>
                  <a:pt x="68" y="332"/>
                </a:lnTo>
                <a:lnTo>
                  <a:pt x="67" y="332"/>
                </a:lnTo>
                <a:lnTo>
                  <a:pt x="66" y="332"/>
                </a:lnTo>
                <a:lnTo>
                  <a:pt x="66" y="333"/>
                </a:lnTo>
                <a:lnTo>
                  <a:pt x="66" y="332"/>
                </a:lnTo>
                <a:lnTo>
                  <a:pt x="65" y="332"/>
                </a:lnTo>
                <a:lnTo>
                  <a:pt x="65" y="331"/>
                </a:lnTo>
                <a:lnTo>
                  <a:pt x="64" y="330"/>
                </a:lnTo>
                <a:lnTo>
                  <a:pt x="63" y="329"/>
                </a:lnTo>
                <a:lnTo>
                  <a:pt x="62" y="329"/>
                </a:lnTo>
                <a:lnTo>
                  <a:pt x="62" y="330"/>
                </a:lnTo>
                <a:lnTo>
                  <a:pt x="61" y="330"/>
                </a:lnTo>
                <a:lnTo>
                  <a:pt x="62" y="330"/>
                </a:lnTo>
                <a:lnTo>
                  <a:pt x="63" y="330"/>
                </a:lnTo>
                <a:lnTo>
                  <a:pt x="63" y="331"/>
                </a:lnTo>
                <a:lnTo>
                  <a:pt x="62" y="331"/>
                </a:lnTo>
                <a:lnTo>
                  <a:pt x="61" y="330"/>
                </a:lnTo>
                <a:lnTo>
                  <a:pt x="61" y="331"/>
                </a:lnTo>
                <a:lnTo>
                  <a:pt x="60" y="332"/>
                </a:lnTo>
                <a:lnTo>
                  <a:pt x="60" y="333"/>
                </a:lnTo>
                <a:lnTo>
                  <a:pt x="59" y="333"/>
                </a:lnTo>
                <a:lnTo>
                  <a:pt x="59" y="334"/>
                </a:lnTo>
                <a:lnTo>
                  <a:pt x="58" y="334"/>
                </a:lnTo>
                <a:lnTo>
                  <a:pt x="57" y="334"/>
                </a:lnTo>
                <a:lnTo>
                  <a:pt x="56" y="335"/>
                </a:lnTo>
                <a:lnTo>
                  <a:pt x="56" y="336"/>
                </a:lnTo>
                <a:lnTo>
                  <a:pt x="56" y="337"/>
                </a:lnTo>
                <a:lnTo>
                  <a:pt x="55" y="337"/>
                </a:lnTo>
                <a:lnTo>
                  <a:pt x="54" y="337"/>
                </a:lnTo>
                <a:lnTo>
                  <a:pt x="54" y="336"/>
                </a:lnTo>
                <a:lnTo>
                  <a:pt x="54" y="335"/>
                </a:lnTo>
                <a:lnTo>
                  <a:pt x="54" y="334"/>
                </a:lnTo>
                <a:lnTo>
                  <a:pt x="53" y="334"/>
                </a:lnTo>
                <a:lnTo>
                  <a:pt x="52" y="334"/>
                </a:lnTo>
                <a:lnTo>
                  <a:pt x="51" y="335"/>
                </a:lnTo>
                <a:lnTo>
                  <a:pt x="50" y="334"/>
                </a:lnTo>
                <a:lnTo>
                  <a:pt x="49" y="334"/>
                </a:lnTo>
                <a:lnTo>
                  <a:pt x="49" y="333"/>
                </a:lnTo>
                <a:lnTo>
                  <a:pt x="48" y="333"/>
                </a:lnTo>
                <a:lnTo>
                  <a:pt x="47" y="333"/>
                </a:lnTo>
                <a:lnTo>
                  <a:pt x="46" y="333"/>
                </a:lnTo>
                <a:lnTo>
                  <a:pt x="46" y="334"/>
                </a:lnTo>
                <a:lnTo>
                  <a:pt x="45" y="334"/>
                </a:lnTo>
                <a:lnTo>
                  <a:pt x="45" y="333"/>
                </a:lnTo>
                <a:lnTo>
                  <a:pt x="46" y="332"/>
                </a:lnTo>
                <a:lnTo>
                  <a:pt x="46" y="333"/>
                </a:lnTo>
                <a:lnTo>
                  <a:pt x="47" y="332"/>
                </a:lnTo>
                <a:lnTo>
                  <a:pt x="46" y="332"/>
                </a:lnTo>
                <a:lnTo>
                  <a:pt x="46" y="331"/>
                </a:lnTo>
                <a:lnTo>
                  <a:pt x="46" y="330"/>
                </a:lnTo>
                <a:lnTo>
                  <a:pt x="45" y="330"/>
                </a:lnTo>
                <a:lnTo>
                  <a:pt x="45" y="329"/>
                </a:lnTo>
                <a:lnTo>
                  <a:pt x="44" y="329"/>
                </a:lnTo>
                <a:lnTo>
                  <a:pt x="43" y="329"/>
                </a:lnTo>
                <a:lnTo>
                  <a:pt x="42" y="328"/>
                </a:lnTo>
                <a:lnTo>
                  <a:pt x="42" y="327"/>
                </a:lnTo>
                <a:lnTo>
                  <a:pt x="43" y="327"/>
                </a:lnTo>
                <a:lnTo>
                  <a:pt x="43" y="326"/>
                </a:lnTo>
                <a:lnTo>
                  <a:pt x="43" y="325"/>
                </a:lnTo>
                <a:lnTo>
                  <a:pt x="42" y="325"/>
                </a:lnTo>
                <a:lnTo>
                  <a:pt x="42" y="324"/>
                </a:lnTo>
                <a:lnTo>
                  <a:pt x="41" y="324"/>
                </a:lnTo>
                <a:lnTo>
                  <a:pt x="41" y="323"/>
                </a:lnTo>
                <a:lnTo>
                  <a:pt x="41" y="322"/>
                </a:lnTo>
                <a:lnTo>
                  <a:pt x="42" y="322"/>
                </a:lnTo>
                <a:lnTo>
                  <a:pt x="42" y="321"/>
                </a:lnTo>
                <a:lnTo>
                  <a:pt x="42" y="320"/>
                </a:lnTo>
                <a:lnTo>
                  <a:pt x="41" y="320"/>
                </a:lnTo>
                <a:lnTo>
                  <a:pt x="41" y="319"/>
                </a:lnTo>
                <a:lnTo>
                  <a:pt x="41" y="318"/>
                </a:lnTo>
                <a:lnTo>
                  <a:pt x="40" y="318"/>
                </a:lnTo>
                <a:lnTo>
                  <a:pt x="40" y="317"/>
                </a:lnTo>
                <a:lnTo>
                  <a:pt x="39" y="317"/>
                </a:lnTo>
                <a:lnTo>
                  <a:pt x="40" y="316"/>
                </a:lnTo>
                <a:lnTo>
                  <a:pt x="40" y="315"/>
                </a:lnTo>
                <a:lnTo>
                  <a:pt x="41" y="314"/>
                </a:lnTo>
                <a:lnTo>
                  <a:pt x="42" y="314"/>
                </a:lnTo>
                <a:lnTo>
                  <a:pt x="41" y="313"/>
                </a:lnTo>
                <a:lnTo>
                  <a:pt x="40" y="314"/>
                </a:lnTo>
                <a:lnTo>
                  <a:pt x="39" y="314"/>
                </a:lnTo>
                <a:lnTo>
                  <a:pt x="39" y="313"/>
                </a:lnTo>
                <a:lnTo>
                  <a:pt x="40" y="313"/>
                </a:lnTo>
                <a:lnTo>
                  <a:pt x="40" y="312"/>
                </a:lnTo>
                <a:lnTo>
                  <a:pt x="39" y="311"/>
                </a:lnTo>
                <a:lnTo>
                  <a:pt x="39" y="310"/>
                </a:lnTo>
                <a:lnTo>
                  <a:pt x="38" y="310"/>
                </a:lnTo>
                <a:lnTo>
                  <a:pt x="38" y="309"/>
                </a:lnTo>
                <a:lnTo>
                  <a:pt x="38" y="308"/>
                </a:lnTo>
                <a:lnTo>
                  <a:pt x="39" y="308"/>
                </a:lnTo>
                <a:lnTo>
                  <a:pt x="39" y="307"/>
                </a:lnTo>
                <a:lnTo>
                  <a:pt x="38" y="306"/>
                </a:lnTo>
                <a:lnTo>
                  <a:pt x="38" y="305"/>
                </a:lnTo>
                <a:lnTo>
                  <a:pt x="37" y="304"/>
                </a:lnTo>
                <a:lnTo>
                  <a:pt x="38" y="304"/>
                </a:lnTo>
                <a:lnTo>
                  <a:pt x="38" y="303"/>
                </a:lnTo>
                <a:lnTo>
                  <a:pt x="38" y="302"/>
                </a:lnTo>
                <a:lnTo>
                  <a:pt x="37" y="302"/>
                </a:lnTo>
                <a:lnTo>
                  <a:pt x="37" y="301"/>
                </a:lnTo>
                <a:lnTo>
                  <a:pt x="37" y="300"/>
                </a:lnTo>
                <a:lnTo>
                  <a:pt x="36" y="300"/>
                </a:lnTo>
                <a:lnTo>
                  <a:pt x="36" y="299"/>
                </a:lnTo>
                <a:lnTo>
                  <a:pt x="36" y="298"/>
                </a:lnTo>
                <a:lnTo>
                  <a:pt x="37" y="298"/>
                </a:lnTo>
                <a:lnTo>
                  <a:pt x="38" y="298"/>
                </a:lnTo>
                <a:lnTo>
                  <a:pt x="38" y="297"/>
                </a:lnTo>
                <a:lnTo>
                  <a:pt x="37" y="297"/>
                </a:lnTo>
                <a:lnTo>
                  <a:pt x="36" y="297"/>
                </a:lnTo>
                <a:lnTo>
                  <a:pt x="36" y="298"/>
                </a:lnTo>
                <a:lnTo>
                  <a:pt x="35" y="298"/>
                </a:lnTo>
                <a:lnTo>
                  <a:pt x="35" y="299"/>
                </a:lnTo>
                <a:lnTo>
                  <a:pt x="34" y="299"/>
                </a:lnTo>
                <a:lnTo>
                  <a:pt x="33" y="299"/>
                </a:lnTo>
                <a:lnTo>
                  <a:pt x="33" y="300"/>
                </a:lnTo>
                <a:lnTo>
                  <a:pt x="34" y="300"/>
                </a:lnTo>
                <a:lnTo>
                  <a:pt x="35" y="300"/>
                </a:lnTo>
                <a:lnTo>
                  <a:pt x="35" y="301"/>
                </a:lnTo>
                <a:lnTo>
                  <a:pt x="34" y="301"/>
                </a:lnTo>
                <a:lnTo>
                  <a:pt x="33" y="301"/>
                </a:lnTo>
                <a:lnTo>
                  <a:pt x="32" y="301"/>
                </a:lnTo>
                <a:lnTo>
                  <a:pt x="31" y="300"/>
                </a:lnTo>
                <a:lnTo>
                  <a:pt x="32" y="300"/>
                </a:lnTo>
                <a:lnTo>
                  <a:pt x="32" y="299"/>
                </a:lnTo>
                <a:lnTo>
                  <a:pt x="31" y="299"/>
                </a:lnTo>
                <a:lnTo>
                  <a:pt x="30" y="299"/>
                </a:lnTo>
                <a:lnTo>
                  <a:pt x="31" y="299"/>
                </a:lnTo>
                <a:lnTo>
                  <a:pt x="30" y="299"/>
                </a:lnTo>
                <a:lnTo>
                  <a:pt x="29" y="300"/>
                </a:lnTo>
                <a:lnTo>
                  <a:pt x="30" y="300"/>
                </a:lnTo>
                <a:lnTo>
                  <a:pt x="29" y="301"/>
                </a:lnTo>
                <a:lnTo>
                  <a:pt x="29" y="299"/>
                </a:lnTo>
                <a:lnTo>
                  <a:pt x="28" y="299"/>
                </a:lnTo>
                <a:lnTo>
                  <a:pt x="26" y="300"/>
                </a:lnTo>
                <a:lnTo>
                  <a:pt x="26" y="299"/>
                </a:lnTo>
                <a:lnTo>
                  <a:pt x="25" y="299"/>
                </a:lnTo>
                <a:lnTo>
                  <a:pt x="24" y="299"/>
                </a:lnTo>
                <a:lnTo>
                  <a:pt x="22" y="299"/>
                </a:lnTo>
                <a:lnTo>
                  <a:pt x="22" y="300"/>
                </a:lnTo>
                <a:lnTo>
                  <a:pt x="21" y="300"/>
                </a:lnTo>
                <a:lnTo>
                  <a:pt x="20" y="300"/>
                </a:lnTo>
                <a:lnTo>
                  <a:pt x="20" y="299"/>
                </a:lnTo>
                <a:lnTo>
                  <a:pt x="20" y="298"/>
                </a:lnTo>
                <a:lnTo>
                  <a:pt x="19" y="298"/>
                </a:lnTo>
                <a:lnTo>
                  <a:pt x="18" y="299"/>
                </a:lnTo>
                <a:lnTo>
                  <a:pt x="17" y="299"/>
                </a:lnTo>
                <a:lnTo>
                  <a:pt x="17" y="298"/>
                </a:lnTo>
                <a:lnTo>
                  <a:pt x="16" y="298"/>
                </a:lnTo>
                <a:lnTo>
                  <a:pt x="15" y="298"/>
                </a:lnTo>
                <a:lnTo>
                  <a:pt x="16" y="295"/>
                </a:lnTo>
                <a:lnTo>
                  <a:pt x="16" y="294"/>
                </a:lnTo>
                <a:lnTo>
                  <a:pt x="15" y="294"/>
                </a:lnTo>
                <a:lnTo>
                  <a:pt x="14" y="295"/>
                </a:lnTo>
                <a:lnTo>
                  <a:pt x="14" y="294"/>
                </a:lnTo>
                <a:lnTo>
                  <a:pt x="13" y="295"/>
                </a:lnTo>
                <a:lnTo>
                  <a:pt x="12" y="295"/>
                </a:lnTo>
                <a:lnTo>
                  <a:pt x="12" y="296"/>
                </a:lnTo>
                <a:lnTo>
                  <a:pt x="12" y="295"/>
                </a:lnTo>
                <a:lnTo>
                  <a:pt x="12" y="294"/>
                </a:lnTo>
                <a:lnTo>
                  <a:pt x="12" y="293"/>
                </a:lnTo>
                <a:lnTo>
                  <a:pt x="12" y="292"/>
                </a:lnTo>
                <a:lnTo>
                  <a:pt x="11" y="292"/>
                </a:lnTo>
                <a:lnTo>
                  <a:pt x="11" y="291"/>
                </a:lnTo>
                <a:lnTo>
                  <a:pt x="12" y="291"/>
                </a:lnTo>
                <a:lnTo>
                  <a:pt x="13" y="290"/>
                </a:lnTo>
                <a:lnTo>
                  <a:pt x="14" y="290"/>
                </a:lnTo>
                <a:lnTo>
                  <a:pt x="13" y="290"/>
                </a:lnTo>
                <a:lnTo>
                  <a:pt x="13" y="289"/>
                </a:lnTo>
                <a:lnTo>
                  <a:pt x="13" y="288"/>
                </a:lnTo>
                <a:lnTo>
                  <a:pt x="14" y="288"/>
                </a:lnTo>
                <a:lnTo>
                  <a:pt x="14" y="287"/>
                </a:lnTo>
                <a:lnTo>
                  <a:pt x="14" y="286"/>
                </a:lnTo>
                <a:lnTo>
                  <a:pt x="13" y="285"/>
                </a:lnTo>
                <a:lnTo>
                  <a:pt x="12" y="285"/>
                </a:lnTo>
                <a:lnTo>
                  <a:pt x="12" y="284"/>
                </a:lnTo>
                <a:lnTo>
                  <a:pt x="11" y="284"/>
                </a:lnTo>
                <a:lnTo>
                  <a:pt x="10" y="284"/>
                </a:lnTo>
                <a:lnTo>
                  <a:pt x="9" y="284"/>
                </a:lnTo>
                <a:lnTo>
                  <a:pt x="8" y="284"/>
                </a:lnTo>
                <a:lnTo>
                  <a:pt x="7" y="285"/>
                </a:lnTo>
                <a:lnTo>
                  <a:pt x="7" y="284"/>
                </a:lnTo>
                <a:lnTo>
                  <a:pt x="8" y="284"/>
                </a:lnTo>
                <a:lnTo>
                  <a:pt x="8" y="283"/>
                </a:lnTo>
                <a:lnTo>
                  <a:pt x="9" y="283"/>
                </a:lnTo>
                <a:lnTo>
                  <a:pt x="10" y="283"/>
                </a:lnTo>
                <a:lnTo>
                  <a:pt x="10" y="282"/>
                </a:lnTo>
                <a:lnTo>
                  <a:pt x="9" y="282"/>
                </a:lnTo>
                <a:lnTo>
                  <a:pt x="9" y="281"/>
                </a:lnTo>
                <a:lnTo>
                  <a:pt x="8" y="281"/>
                </a:lnTo>
                <a:lnTo>
                  <a:pt x="8" y="280"/>
                </a:lnTo>
                <a:lnTo>
                  <a:pt x="7" y="280"/>
                </a:lnTo>
                <a:lnTo>
                  <a:pt x="7" y="281"/>
                </a:lnTo>
                <a:lnTo>
                  <a:pt x="6" y="281"/>
                </a:lnTo>
                <a:lnTo>
                  <a:pt x="6" y="282"/>
                </a:lnTo>
                <a:lnTo>
                  <a:pt x="5" y="281"/>
                </a:lnTo>
                <a:lnTo>
                  <a:pt x="4" y="282"/>
                </a:lnTo>
                <a:lnTo>
                  <a:pt x="3" y="282"/>
                </a:lnTo>
                <a:lnTo>
                  <a:pt x="3" y="281"/>
                </a:lnTo>
                <a:lnTo>
                  <a:pt x="4" y="281"/>
                </a:lnTo>
                <a:lnTo>
                  <a:pt x="4" y="280"/>
                </a:lnTo>
                <a:lnTo>
                  <a:pt x="4" y="279"/>
                </a:lnTo>
                <a:lnTo>
                  <a:pt x="3" y="279"/>
                </a:lnTo>
                <a:lnTo>
                  <a:pt x="3" y="278"/>
                </a:lnTo>
                <a:lnTo>
                  <a:pt x="3" y="277"/>
                </a:lnTo>
                <a:lnTo>
                  <a:pt x="3" y="276"/>
                </a:lnTo>
                <a:lnTo>
                  <a:pt x="3" y="275"/>
                </a:lnTo>
                <a:lnTo>
                  <a:pt x="2" y="274"/>
                </a:lnTo>
                <a:lnTo>
                  <a:pt x="2" y="273"/>
                </a:lnTo>
                <a:lnTo>
                  <a:pt x="1" y="273"/>
                </a:lnTo>
                <a:lnTo>
                  <a:pt x="0" y="273"/>
                </a:lnTo>
                <a:lnTo>
                  <a:pt x="0" y="272"/>
                </a:lnTo>
                <a:lnTo>
                  <a:pt x="0" y="271"/>
                </a:lnTo>
                <a:lnTo>
                  <a:pt x="0" y="270"/>
                </a:lnTo>
                <a:lnTo>
                  <a:pt x="1" y="270"/>
                </a:lnTo>
                <a:lnTo>
                  <a:pt x="1" y="269"/>
                </a:lnTo>
                <a:lnTo>
                  <a:pt x="1" y="268"/>
                </a:lnTo>
                <a:lnTo>
                  <a:pt x="2" y="268"/>
                </a:lnTo>
                <a:lnTo>
                  <a:pt x="2" y="269"/>
                </a:lnTo>
                <a:lnTo>
                  <a:pt x="2" y="268"/>
                </a:lnTo>
                <a:lnTo>
                  <a:pt x="3" y="268"/>
                </a:lnTo>
                <a:lnTo>
                  <a:pt x="2" y="267"/>
                </a:lnTo>
                <a:lnTo>
                  <a:pt x="2" y="266"/>
                </a:lnTo>
                <a:lnTo>
                  <a:pt x="3" y="265"/>
                </a:lnTo>
                <a:lnTo>
                  <a:pt x="4" y="265"/>
                </a:lnTo>
                <a:lnTo>
                  <a:pt x="4" y="266"/>
                </a:lnTo>
                <a:lnTo>
                  <a:pt x="3" y="266"/>
                </a:lnTo>
                <a:lnTo>
                  <a:pt x="4" y="266"/>
                </a:lnTo>
                <a:lnTo>
                  <a:pt x="5" y="266"/>
                </a:lnTo>
                <a:lnTo>
                  <a:pt x="5" y="265"/>
                </a:lnTo>
                <a:lnTo>
                  <a:pt x="5" y="264"/>
                </a:lnTo>
                <a:lnTo>
                  <a:pt x="6" y="263"/>
                </a:lnTo>
                <a:lnTo>
                  <a:pt x="7" y="263"/>
                </a:lnTo>
                <a:lnTo>
                  <a:pt x="7" y="264"/>
                </a:lnTo>
                <a:lnTo>
                  <a:pt x="8" y="264"/>
                </a:lnTo>
                <a:lnTo>
                  <a:pt x="8" y="263"/>
                </a:lnTo>
                <a:lnTo>
                  <a:pt x="8" y="262"/>
                </a:lnTo>
                <a:lnTo>
                  <a:pt x="8" y="261"/>
                </a:lnTo>
                <a:lnTo>
                  <a:pt x="9" y="261"/>
                </a:lnTo>
                <a:lnTo>
                  <a:pt x="9" y="260"/>
                </a:lnTo>
                <a:lnTo>
                  <a:pt x="9" y="259"/>
                </a:lnTo>
                <a:lnTo>
                  <a:pt x="8" y="259"/>
                </a:lnTo>
                <a:lnTo>
                  <a:pt x="9" y="259"/>
                </a:lnTo>
                <a:lnTo>
                  <a:pt x="9" y="258"/>
                </a:lnTo>
                <a:lnTo>
                  <a:pt x="10" y="258"/>
                </a:lnTo>
                <a:lnTo>
                  <a:pt x="10" y="259"/>
                </a:lnTo>
                <a:lnTo>
                  <a:pt x="11" y="258"/>
                </a:lnTo>
                <a:lnTo>
                  <a:pt x="11" y="257"/>
                </a:lnTo>
                <a:lnTo>
                  <a:pt x="12" y="257"/>
                </a:lnTo>
                <a:lnTo>
                  <a:pt x="13" y="258"/>
                </a:lnTo>
                <a:lnTo>
                  <a:pt x="14" y="258"/>
                </a:lnTo>
                <a:lnTo>
                  <a:pt x="15" y="258"/>
                </a:lnTo>
                <a:lnTo>
                  <a:pt x="16" y="258"/>
                </a:lnTo>
                <a:lnTo>
                  <a:pt x="17" y="258"/>
                </a:lnTo>
                <a:lnTo>
                  <a:pt x="17" y="257"/>
                </a:lnTo>
                <a:lnTo>
                  <a:pt x="16" y="256"/>
                </a:lnTo>
                <a:lnTo>
                  <a:pt x="16" y="255"/>
                </a:lnTo>
                <a:lnTo>
                  <a:pt x="17" y="255"/>
                </a:lnTo>
                <a:lnTo>
                  <a:pt x="17" y="254"/>
                </a:lnTo>
                <a:lnTo>
                  <a:pt x="18" y="254"/>
                </a:lnTo>
                <a:lnTo>
                  <a:pt x="18" y="253"/>
                </a:lnTo>
                <a:lnTo>
                  <a:pt x="18" y="254"/>
                </a:lnTo>
                <a:lnTo>
                  <a:pt x="19" y="254"/>
                </a:lnTo>
                <a:lnTo>
                  <a:pt x="19" y="255"/>
                </a:lnTo>
                <a:lnTo>
                  <a:pt x="20" y="255"/>
                </a:lnTo>
                <a:lnTo>
                  <a:pt x="21" y="255"/>
                </a:lnTo>
                <a:lnTo>
                  <a:pt x="21" y="256"/>
                </a:lnTo>
                <a:lnTo>
                  <a:pt x="22" y="256"/>
                </a:lnTo>
                <a:lnTo>
                  <a:pt x="23" y="256"/>
                </a:lnTo>
                <a:lnTo>
                  <a:pt x="22" y="256"/>
                </a:lnTo>
                <a:lnTo>
                  <a:pt x="22" y="255"/>
                </a:lnTo>
                <a:lnTo>
                  <a:pt x="23" y="254"/>
                </a:lnTo>
                <a:lnTo>
                  <a:pt x="23" y="253"/>
                </a:lnTo>
                <a:lnTo>
                  <a:pt x="23" y="252"/>
                </a:lnTo>
                <a:lnTo>
                  <a:pt x="24" y="252"/>
                </a:lnTo>
                <a:lnTo>
                  <a:pt x="24" y="253"/>
                </a:lnTo>
                <a:lnTo>
                  <a:pt x="25" y="253"/>
                </a:lnTo>
                <a:lnTo>
                  <a:pt x="25" y="252"/>
                </a:lnTo>
                <a:lnTo>
                  <a:pt x="25" y="251"/>
                </a:lnTo>
                <a:lnTo>
                  <a:pt x="26" y="251"/>
                </a:lnTo>
                <a:lnTo>
                  <a:pt x="26" y="250"/>
                </a:lnTo>
                <a:lnTo>
                  <a:pt x="25" y="249"/>
                </a:lnTo>
                <a:lnTo>
                  <a:pt x="26" y="248"/>
                </a:lnTo>
                <a:lnTo>
                  <a:pt x="27" y="247"/>
                </a:lnTo>
                <a:lnTo>
                  <a:pt x="26" y="247"/>
                </a:lnTo>
                <a:lnTo>
                  <a:pt x="26" y="246"/>
                </a:lnTo>
                <a:lnTo>
                  <a:pt x="26" y="245"/>
                </a:lnTo>
                <a:lnTo>
                  <a:pt x="27" y="245"/>
                </a:lnTo>
                <a:lnTo>
                  <a:pt x="27" y="244"/>
                </a:lnTo>
                <a:lnTo>
                  <a:pt x="26" y="244"/>
                </a:lnTo>
                <a:lnTo>
                  <a:pt x="26" y="243"/>
                </a:lnTo>
                <a:lnTo>
                  <a:pt x="27" y="243"/>
                </a:lnTo>
                <a:lnTo>
                  <a:pt x="28" y="244"/>
                </a:lnTo>
                <a:lnTo>
                  <a:pt x="29" y="243"/>
                </a:lnTo>
                <a:lnTo>
                  <a:pt x="29" y="242"/>
                </a:lnTo>
                <a:lnTo>
                  <a:pt x="29" y="241"/>
                </a:lnTo>
                <a:lnTo>
                  <a:pt x="30" y="241"/>
                </a:lnTo>
                <a:lnTo>
                  <a:pt x="30" y="242"/>
                </a:lnTo>
                <a:lnTo>
                  <a:pt x="32" y="242"/>
                </a:lnTo>
                <a:lnTo>
                  <a:pt x="32" y="241"/>
                </a:lnTo>
                <a:lnTo>
                  <a:pt x="33" y="241"/>
                </a:lnTo>
                <a:lnTo>
                  <a:pt x="34" y="241"/>
                </a:lnTo>
                <a:lnTo>
                  <a:pt x="34" y="240"/>
                </a:lnTo>
                <a:lnTo>
                  <a:pt x="35" y="240"/>
                </a:lnTo>
                <a:lnTo>
                  <a:pt x="36" y="240"/>
                </a:lnTo>
                <a:lnTo>
                  <a:pt x="36" y="241"/>
                </a:lnTo>
                <a:lnTo>
                  <a:pt x="37" y="241"/>
                </a:lnTo>
                <a:lnTo>
                  <a:pt x="38" y="241"/>
                </a:lnTo>
                <a:lnTo>
                  <a:pt x="39" y="240"/>
                </a:lnTo>
                <a:lnTo>
                  <a:pt x="39" y="239"/>
                </a:lnTo>
                <a:lnTo>
                  <a:pt x="40" y="239"/>
                </a:lnTo>
                <a:lnTo>
                  <a:pt x="40" y="238"/>
                </a:lnTo>
                <a:lnTo>
                  <a:pt x="40" y="237"/>
                </a:lnTo>
                <a:lnTo>
                  <a:pt x="40" y="236"/>
                </a:lnTo>
                <a:lnTo>
                  <a:pt x="39" y="236"/>
                </a:lnTo>
                <a:lnTo>
                  <a:pt x="38" y="236"/>
                </a:lnTo>
                <a:lnTo>
                  <a:pt x="38" y="235"/>
                </a:lnTo>
                <a:lnTo>
                  <a:pt x="38" y="234"/>
                </a:lnTo>
                <a:lnTo>
                  <a:pt x="38" y="233"/>
                </a:lnTo>
                <a:lnTo>
                  <a:pt x="37" y="233"/>
                </a:lnTo>
                <a:lnTo>
                  <a:pt x="37" y="232"/>
                </a:lnTo>
                <a:lnTo>
                  <a:pt x="38" y="232"/>
                </a:lnTo>
                <a:lnTo>
                  <a:pt x="39" y="232"/>
                </a:lnTo>
                <a:lnTo>
                  <a:pt x="39" y="231"/>
                </a:lnTo>
                <a:lnTo>
                  <a:pt x="38" y="231"/>
                </a:lnTo>
                <a:lnTo>
                  <a:pt x="39" y="231"/>
                </a:lnTo>
                <a:lnTo>
                  <a:pt x="39" y="230"/>
                </a:lnTo>
                <a:lnTo>
                  <a:pt x="40" y="229"/>
                </a:lnTo>
                <a:lnTo>
                  <a:pt x="40" y="228"/>
                </a:lnTo>
                <a:lnTo>
                  <a:pt x="39" y="228"/>
                </a:lnTo>
                <a:lnTo>
                  <a:pt x="39" y="227"/>
                </a:lnTo>
                <a:lnTo>
                  <a:pt x="40" y="226"/>
                </a:lnTo>
                <a:lnTo>
                  <a:pt x="40" y="225"/>
                </a:lnTo>
                <a:lnTo>
                  <a:pt x="41" y="225"/>
                </a:lnTo>
                <a:lnTo>
                  <a:pt x="42" y="224"/>
                </a:lnTo>
                <a:lnTo>
                  <a:pt x="42" y="223"/>
                </a:lnTo>
                <a:lnTo>
                  <a:pt x="42" y="222"/>
                </a:lnTo>
                <a:lnTo>
                  <a:pt x="41" y="221"/>
                </a:lnTo>
                <a:lnTo>
                  <a:pt x="41" y="222"/>
                </a:lnTo>
                <a:lnTo>
                  <a:pt x="40" y="222"/>
                </a:lnTo>
                <a:lnTo>
                  <a:pt x="39" y="222"/>
                </a:lnTo>
                <a:lnTo>
                  <a:pt x="39" y="221"/>
                </a:lnTo>
                <a:lnTo>
                  <a:pt x="38" y="221"/>
                </a:lnTo>
                <a:lnTo>
                  <a:pt x="36" y="221"/>
                </a:lnTo>
                <a:lnTo>
                  <a:pt x="35" y="220"/>
                </a:lnTo>
                <a:lnTo>
                  <a:pt x="35" y="219"/>
                </a:lnTo>
                <a:lnTo>
                  <a:pt x="35" y="218"/>
                </a:lnTo>
                <a:lnTo>
                  <a:pt x="34" y="217"/>
                </a:lnTo>
                <a:lnTo>
                  <a:pt x="34" y="218"/>
                </a:lnTo>
                <a:lnTo>
                  <a:pt x="33" y="218"/>
                </a:lnTo>
                <a:lnTo>
                  <a:pt x="31" y="217"/>
                </a:lnTo>
                <a:lnTo>
                  <a:pt x="31" y="215"/>
                </a:lnTo>
                <a:lnTo>
                  <a:pt x="32" y="215"/>
                </a:lnTo>
                <a:lnTo>
                  <a:pt x="31" y="215"/>
                </a:lnTo>
                <a:lnTo>
                  <a:pt x="31" y="214"/>
                </a:lnTo>
                <a:lnTo>
                  <a:pt x="30" y="214"/>
                </a:lnTo>
                <a:lnTo>
                  <a:pt x="29" y="214"/>
                </a:lnTo>
                <a:lnTo>
                  <a:pt x="28" y="214"/>
                </a:lnTo>
                <a:lnTo>
                  <a:pt x="27" y="214"/>
                </a:lnTo>
                <a:lnTo>
                  <a:pt x="27" y="213"/>
                </a:lnTo>
                <a:lnTo>
                  <a:pt x="26" y="212"/>
                </a:lnTo>
                <a:lnTo>
                  <a:pt x="25" y="212"/>
                </a:lnTo>
                <a:lnTo>
                  <a:pt x="26" y="212"/>
                </a:lnTo>
                <a:lnTo>
                  <a:pt x="26" y="211"/>
                </a:lnTo>
                <a:lnTo>
                  <a:pt x="26" y="210"/>
                </a:lnTo>
                <a:lnTo>
                  <a:pt x="27" y="210"/>
                </a:lnTo>
                <a:lnTo>
                  <a:pt x="28" y="209"/>
                </a:lnTo>
                <a:lnTo>
                  <a:pt x="27" y="209"/>
                </a:lnTo>
                <a:lnTo>
                  <a:pt x="27" y="208"/>
                </a:lnTo>
                <a:lnTo>
                  <a:pt x="26" y="208"/>
                </a:lnTo>
                <a:lnTo>
                  <a:pt x="25" y="208"/>
                </a:lnTo>
                <a:lnTo>
                  <a:pt x="25" y="209"/>
                </a:lnTo>
                <a:lnTo>
                  <a:pt x="24" y="210"/>
                </a:lnTo>
                <a:lnTo>
                  <a:pt x="23" y="210"/>
                </a:lnTo>
                <a:lnTo>
                  <a:pt x="22" y="209"/>
                </a:lnTo>
                <a:lnTo>
                  <a:pt x="22" y="208"/>
                </a:lnTo>
                <a:lnTo>
                  <a:pt x="23" y="207"/>
                </a:lnTo>
                <a:lnTo>
                  <a:pt x="24" y="206"/>
                </a:lnTo>
                <a:lnTo>
                  <a:pt x="25" y="206"/>
                </a:lnTo>
                <a:lnTo>
                  <a:pt x="25" y="207"/>
                </a:lnTo>
                <a:lnTo>
                  <a:pt x="26" y="207"/>
                </a:lnTo>
                <a:lnTo>
                  <a:pt x="27" y="207"/>
                </a:lnTo>
                <a:lnTo>
                  <a:pt x="27" y="206"/>
                </a:lnTo>
                <a:lnTo>
                  <a:pt x="28" y="206"/>
                </a:lnTo>
                <a:lnTo>
                  <a:pt x="28" y="207"/>
                </a:lnTo>
                <a:lnTo>
                  <a:pt x="29" y="207"/>
                </a:lnTo>
                <a:lnTo>
                  <a:pt x="29" y="206"/>
                </a:lnTo>
                <a:lnTo>
                  <a:pt x="30" y="206"/>
                </a:lnTo>
                <a:lnTo>
                  <a:pt x="31" y="206"/>
                </a:lnTo>
                <a:lnTo>
                  <a:pt x="32" y="206"/>
                </a:lnTo>
                <a:lnTo>
                  <a:pt x="32" y="205"/>
                </a:lnTo>
                <a:lnTo>
                  <a:pt x="32" y="204"/>
                </a:lnTo>
                <a:lnTo>
                  <a:pt x="33" y="204"/>
                </a:lnTo>
                <a:lnTo>
                  <a:pt x="33" y="203"/>
                </a:lnTo>
                <a:lnTo>
                  <a:pt x="33" y="202"/>
                </a:lnTo>
                <a:lnTo>
                  <a:pt x="32" y="203"/>
                </a:lnTo>
                <a:lnTo>
                  <a:pt x="31" y="202"/>
                </a:lnTo>
                <a:lnTo>
                  <a:pt x="30" y="201"/>
                </a:lnTo>
                <a:lnTo>
                  <a:pt x="30" y="200"/>
                </a:lnTo>
                <a:lnTo>
                  <a:pt x="30" y="199"/>
                </a:lnTo>
                <a:lnTo>
                  <a:pt x="30" y="197"/>
                </a:lnTo>
                <a:lnTo>
                  <a:pt x="32" y="197"/>
                </a:lnTo>
                <a:lnTo>
                  <a:pt x="33" y="197"/>
                </a:lnTo>
                <a:lnTo>
                  <a:pt x="33" y="198"/>
                </a:lnTo>
                <a:lnTo>
                  <a:pt x="34" y="198"/>
                </a:lnTo>
                <a:lnTo>
                  <a:pt x="34" y="199"/>
                </a:lnTo>
                <a:lnTo>
                  <a:pt x="35" y="199"/>
                </a:lnTo>
                <a:lnTo>
                  <a:pt x="36" y="199"/>
                </a:lnTo>
                <a:lnTo>
                  <a:pt x="37" y="199"/>
                </a:lnTo>
                <a:lnTo>
                  <a:pt x="38" y="199"/>
                </a:lnTo>
                <a:lnTo>
                  <a:pt x="39" y="199"/>
                </a:lnTo>
                <a:lnTo>
                  <a:pt x="39" y="198"/>
                </a:lnTo>
                <a:lnTo>
                  <a:pt x="40" y="198"/>
                </a:lnTo>
                <a:lnTo>
                  <a:pt x="40" y="197"/>
                </a:lnTo>
                <a:lnTo>
                  <a:pt x="39" y="197"/>
                </a:lnTo>
                <a:lnTo>
                  <a:pt x="39" y="196"/>
                </a:lnTo>
                <a:lnTo>
                  <a:pt x="38" y="196"/>
                </a:lnTo>
                <a:lnTo>
                  <a:pt x="38" y="194"/>
                </a:lnTo>
                <a:lnTo>
                  <a:pt x="38" y="193"/>
                </a:lnTo>
                <a:lnTo>
                  <a:pt x="38" y="192"/>
                </a:lnTo>
                <a:lnTo>
                  <a:pt x="39" y="192"/>
                </a:lnTo>
                <a:lnTo>
                  <a:pt x="39" y="193"/>
                </a:lnTo>
                <a:lnTo>
                  <a:pt x="40" y="193"/>
                </a:lnTo>
                <a:lnTo>
                  <a:pt x="40" y="192"/>
                </a:lnTo>
                <a:lnTo>
                  <a:pt x="41" y="192"/>
                </a:lnTo>
                <a:lnTo>
                  <a:pt x="40" y="192"/>
                </a:lnTo>
                <a:lnTo>
                  <a:pt x="40" y="191"/>
                </a:lnTo>
                <a:lnTo>
                  <a:pt x="40" y="190"/>
                </a:lnTo>
                <a:lnTo>
                  <a:pt x="41" y="190"/>
                </a:lnTo>
                <a:lnTo>
                  <a:pt x="42" y="190"/>
                </a:lnTo>
                <a:lnTo>
                  <a:pt x="42" y="189"/>
                </a:lnTo>
                <a:lnTo>
                  <a:pt x="42" y="188"/>
                </a:lnTo>
                <a:lnTo>
                  <a:pt x="42" y="187"/>
                </a:lnTo>
                <a:lnTo>
                  <a:pt x="43" y="187"/>
                </a:lnTo>
                <a:lnTo>
                  <a:pt x="43" y="186"/>
                </a:lnTo>
                <a:lnTo>
                  <a:pt x="42" y="186"/>
                </a:lnTo>
                <a:lnTo>
                  <a:pt x="42" y="185"/>
                </a:lnTo>
                <a:lnTo>
                  <a:pt x="43" y="185"/>
                </a:lnTo>
                <a:lnTo>
                  <a:pt x="43" y="184"/>
                </a:lnTo>
                <a:lnTo>
                  <a:pt x="44" y="183"/>
                </a:lnTo>
                <a:lnTo>
                  <a:pt x="45" y="183"/>
                </a:lnTo>
                <a:lnTo>
                  <a:pt x="45" y="182"/>
                </a:lnTo>
                <a:lnTo>
                  <a:pt x="46" y="182"/>
                </a:lnTo>
                <a:lnTo>
                  <a:pt x="45" y="182"/>
                </a:lnTo>
                <a:lnTo>
                  <a:pt x="45" y="181"/>
                </a:lnTo>
                <a:lnTo>
                  <a:pt x="46" y="181"/>
                </a:lnTo>
                <a:lnTo>
                  <a:pt x="47" y="180"/>
                </a:lnTo>
                <a:lnTo>
                  <a:pt x="48" y="180"/>
                </a:lnTo>
                <a:lnTo>
                  <a:pt x="49" y="181"/>
                </a:lnTo>
                <a:lnTo>
                  <a:pt x="49" y="182"/>
                </a:lnTo>
                <a:lnTo>
                  <a:pt x="50" y="183"/>
                </a:lnTo>
                <a:lnTo>
                  <a:pt x="49" y="183"/>
                </a:lnTo>
                <a:lnTo>
                  <a:pt x="49" y="184"/>
                </a:lnTo>
                <a:lnTo>
                  <a:pt x="50" y="185"/>
                </a:lnTo>
                <a:lnTo>
                  <a:pt x="51" y="184"/>
                </a:lnTo>
                <a:lnTo>
                  <a:pt x="51" y="183"/>
                </a:lnTo>
                <a:lnTo>
                  <a:pt x="52" y="183"/>
                </a:lnTo>
                <a:lnTo>
                  <a:pt x="53" y="184"/>
                </a:lnTo>
                <a:lnTo>
                  <a:pt x="52" y="184"/>
                </a:lnTo>
                <a:lnTo>
                  <a:pt x="52" y="185"/>
                </a:lnTo>
                <a:lnTo>
                  <a:pt x="53" y="185"/>
                </a:lnTo>
                <a:lnTo>
                  <a:pt x="53" y="186"/>
                </a:lnTo>
                <a:lnTo>
                  <a:pt x="53" y="185"/>
                </a:lnTo>
                <a:lnTo>
                  <a:pt x="54" y="185"/>
                </a:lnTo>
                <a:lnTo>
                  <a:pt x="54" y="184"/>
                </a:lnTo>
                <a:lnTo>
                  <a:pt x="54" y="183"/>
                </a:lnTo>
                <a:lnTo>
                  <a:pt x="55" y="184"/>
                </a:lnTo>
                <a:lnTo>
                  <a:pt x="55" y="183"/>
                </a:lnTo>
                <a:lnTo>
                  <a:pt x="56" y="184"/>
                </a:lnTo>
                <a:lnTo>
                  <a:pt x="55" y="184"/>
                </a:lnTo>
                <a:lnTo>
                  <a:pt x="55" y="185"/>
                </a:lnTo>
                <a:lnTo>
                  <a:pt x="56" y="185"/>
                </a:lnTo>
                <a:lnTo>
                  <a:pt x="57" y="185"/>
                </a:lnTo>
                <a:lnTo>
                  <a:pt x="58" y="186"/>
                </a:lnTo>
                <a:lnTo>
                  <a:pt x="59" y="186"/>
                </a:lnTo>
                <a:lnTo>
                  <a:pt x="59" y="187"/>
                </a:lnTo>
                <a:lnTo>
                  <a:pt x="60" y="187"/>
                </a:lnTo>
                <a:lnTo>
                  <a:pt x="60" y="186"/>
                </a:lnTo>
                <a:lnTo>
                  <a:pt x="61" y="186"/>
                </a:lnTo>
                <a:lnTo>
                  <a:pt x="61" y="187"/>
                </a:lnTo>
                <a:lnTo>
                  <a:pt x="62" y="187"/>
                </a:lnTo>
                <a:lnTo>
                  <a:pt x="63" y="186"/>
                </a:lnTo>
                <a:lnTo>
                  <a:pt x="63" y="187"/>
                </a:lnTo>
                <a:lnTo>
                  <a:pt x="63" y="186"/>
                </a:lnTo>
                <a:lnTo>
                  <a:pt x="63" y="187"/>
                </a:lnTo>
                <a:lnTo>
                  <a:pt x="64" y="187"/>
                </a:lnTo>
                <a:lnTo>
                  <a:pt x="64" y="186"/>
                </a:lnTo>
                <a:lnTo>
                  <a:pt x="65" y="186"/>
                </a:lnTo>
                <a:lnTo>
                  <a:pt x="66" y="187"/>
                </a:lnTo>
                <a:lnTo>
                  <a:pt x="67" y="187"/>
                </a:lnTo>
                <a:lnTo>
                  <a:pt x="68" y="188"/>
                </a:lnTo>
                <a:lnTo>
                  <a:pt x="68" y="189"/>
                </a:lnTo>
                <a:lnTo>
                  <a:pt x="69" y="189"/>
                </a:lnTo>
                <a:lnTo>
                  <a:pt x="69" y="190"/>
                </a:lnTo>
                <a:lnTo>
                  <a:pt x="70" y="190"/>
                </a:lnTo>
                <a:lnTo>
                  <a:pt x="71" y="191"/>
                </a:lnTo>
                <a:lnTo>
                  <a:pt x="71" y="190"/>
                </a:lnTo>
                <a:lnTo>
                  <a:pt x="72" y="190"/>
                </a:lnTo>
                <a:lnTo>
                  <a:pt x="72" y="191"/>
                </a:lnTo>
                <a:lnTo>
                  <a:pt x="72" y="192"/>
                </a:lnTo>
                <a:lnTo>
                  <a:pt x="73" y="192"/>
                </a:lnTo>
                <a:lnTo>
                  <a:pt x="73" y="193"/>
                </a:lnTo>
                <a:lnTo>
                  <a:pt x="74" y="193"/>
                </a:lnTo>
                <a:lnTo>
                  <a:pt x="75" y="193"/>
                </a:lnTo>
                <a:lnTo>
                  <a:pt x="75" y="194"/>
                </a:lnTo>
                <a:lnTo>
                  <a:pt x="76" y="194"/>
                </a:lnTo>
                <a:lnTo>
                  <a:pt x="76" y="193"/>
                </a:lnTo>
                <a:lnTo>
                  <a:pt x="75" y="193"/>
                </a:lnTo>
                <a:lnTo>
                  <a:pt x="75" y="192"/>
                </a:lnTo>
                <a:lnTo>
                  <a:pt x="76" y="192"/>
                </a:lnTo>
                <a:lnTo>
                  <a:pt x="76" y="193"/>
                </a:lnTo>
                <a:lnTo>
                  <a:pt x="78" y="193"/>
                </a:lnTo>
                <a:lnTo>
                  <a:pt x="79" y="193"/>
                </a:lnTo>
                <a:lnTo>
                  <a:pt x="79" y="194"/>
                </a:lnTo>
                <a:lnTo>
                  <a:pt x="80" y="195"/>
                </a:lnTo>
                <a:lnTo>
                  <a:pt x="80" y="196"/>
                </a:lnTo>
                <a:lnTo>
                  <a:pt x="80" y="197"/>
                </a:lnTo>
                <a:lnTo>
                  <a:pt x="80" y="198"/>
                </a:lnTo>
                <a:lnTo>
                  <a:pt x="80" y="199"/>
                </a:lnTo>
                <a:lnTo>
                  <a:pt x="79" y="199"/>
                </a:lnTo>
                <a:lnTo>
                  <a:pt x="79" y="200"/>
                </a:lnTo>
                <a:lnTo>
                  <a:pt x="80" y="200"/>
                </a:lnTo>
                <a:lnTo>
                  <a:pt x="80" y="201"/>
                </a:lnTo>
                <a:lnTo>
                  <a:pt x="81" y="201"/>
                </a:lnTo>
                <a:lnTo>
                  <a:pt x="82" y="201"/>
                </a:lnTo>
                <a:lnTo>
                  <a:pt x="82" y="202"/>
                </a:lnTo>
                <a:lnTo>
                  <a:pt x="81" y="203"/>
                </a:lnTo>
                <a:lnTo>
                  <a:pt x="82" y="204"/>
                </a:lnTo>
                <a:lnTo>
                  <a:pt x="83" y="204"/>
                </a:lnTo>
                <a:lnTo>
                  <a:pt x="84" y="204"/>
                </a:lnTo>
                <a:lnTo>
                  <a:pt x="84" y="203"/>
                </a:lnTo>
                <a:lnTo>
                  <a:pt x="85" y="203"/>
                </a:lnTo>
                <a:lnTo>
                  <a:pt x="85" y="204"/>
                </a:lnTo>
                <a:lnTo>
                  <a:pt x="85" y="205"/>
                </a:lnTo>
                <a:lnTo>
                  <a:pt x="85" y="206"/>
                </a:lnTo>
                <a:lnTo>
                  <a:pt x="86" y="207"/>
                </a:lnTo>
                <a:lnTo>
                  <a:pt x="86" y="206"/>
                </a:lnTo>
                <a:lnTo>
                  <a:pt x="86" y="205"/>
                </a:lnTo>
                <a:lnTo>
                  <a:pt x="87" y="205"/>
                </a:lnTo>
                <a:lnTo>
                  <a:pt x="88" y="205"/>
                </a:lnTo>
                <a:lnTo>
                  <a:pt x="88" y="206"/>
                </a:lnTo>
                <a:lnTo>
                  <a:pt x="89" y="204"/>
                </a:lnTo>
                <a:lnTo>
                  <a:pt x="88" y="204"/>
                </a:lnTo>
                <a:lnTo>
                  <a:pt x="87" y="203"/>
                </a:lnTo>
                <a:lnTo>
                  <a:pt x="88" y="203"/>
                </a:lnTo>
                <a:lnTo>
                  <a:pt x="89" y="203"/>
                </a:lnTo>
                <a:lnTo>
                  <a:pt x="89" y="204"/>
                </a:lnTo>
                <a:lnTo>
                  <a:pt x="89" y="205"/>
                </a:lnTo>
                <a:lnTo>
                  <a:pt x="90" y="204"/>
                </a:lnTo>
                <a:lnTo>
                  <a:pt x="90" y="203"/>
                </a:lnTo>
                <a:lnTo>
                  <a:pt x="90" y="202"/>
                </a:lnTo>
                <a:lnTo>
                  <a:pt x="91" y="202"/>
                </a:lnTo>
                <a:lnTo>
                  <a:pt x="92" y="202"/>
                </a:lnTo>
                <a:lnTo>
                  <a:pt x="91" y="201"/>
                </a:lnTo>
                <a:lnTo>
                  <a:pt x="92" y="201"/>
                </a:lnTo>
                <a:lnTo>
                  <a:pt x="93" y="202"/>
                </a:lnTo>
                <a:lnTo>
                  <a:pt x="94" y="202"/>
                </a:lnTo>
                <a:lnTo>
                  <a:pt x="94" y="201"/>
                </a:lnTo>
                <a:lnTo>
                  <a:pt x="95" y="201"/>
                </a:lnTo>
                <a:lnTo>
                  <a:pt x="95" y="200"/>
                </a:lnTo>
                <a:lnTo>
                  <a:pt x="96" y="200"/>
                </a:lnTo>
                <a:lnTo>
                  <a:pt x="97" y="200"/>
                </a:lnTo>
                <a:lnTo>
                  <a:pt x="98" y="200"/>
                </a:lnTo>
                <a:lnTo>
                  <a:pt x="99" y="200"/>
                </a:lnTo>
                <a:lnTo>
                  <a:pt x="99" y="199"/>
                </a:lnTo>
                <a:lnTo>
                  <a:pt x="98" y="199"/>
                </a:lnTo>
                <a:lnTo>
                  <a:pt x="99" y="199"/>
                </a:lnTo>
                <a:lnTo>
                  <a:pt x="100" y="199"/>
                </a:lnTo>
                <a:lnTo>
                  <a:pt x="100" y="200"/>
                </a:lnTo>
                <a:lnTo>
                  <a:pt x="101" y="200"/>
                </a:lnTo>
                <a:lnTo>
                  <a:pt x="102" y="199"/>
                </a:lnTo>
                <a:lnTo>
                  <a:pt x="103" y="199"/>
                </a:lnTo>
                <a:lnTo>
                  <a:pt x="103" y="198"/>
                </a:lnTo>
                <a:lnTo>
                  <a:pt x="102" y="198"/>
                </a:lnTo>
                <a:lnTo>
                  <a:pt x="101" y="197"/>
                </a:lnTo>
                <a:lnTo>
                  <a:pt x="102" y="196"/>
                </a:lnTo>
                <a:lnTo>
                  <a:pt x="102" y="197"/>
                </a:lnTo>
                <a:lnTo>
                  <a:pt x="103" y="197"/>
                </a:lnTo>
                <a:lnTo>
                  <a:pt x="103" y="196"/>
                </a:lnTo>
                <a:lnTo>
                  <a:pt x="103" y="195"/>
                </a:lnTo>
                <a:lnTo>
                  <a:pt x="104" y="195"/>
                </a:lnTo>
                <a:lnTo>
                  <a:pt x="104" y="194"/>
                </a:lnTo>
                <a:lnTo>
                  <a:pt x="103" y="194"/>
                </a:lnTo>
                <a:lnTo>
                  <a:pt x="104" y="193"/>
                </a:lnTo>
                <a:lnTo>
                  <a:pt x="105" y="194"/>
                </a:lnTo>
                <a:lnTo>
                  <a:pt x="104" y="194"/>
                </a:lnTo>
                <a:lnTo>
                  <a:pt x="105" y="195"/>
                </a:lnTo>
                <a:lnTo>
                  <a:pt x="105" y="194"/>
                </a:lnTo>
                <a:lnTo>
                  <a:pt x="106" y="194"/>
                </a:lnTo>
                <a:lnTo>
                  <a:pt x="107" y="194"/>
                </a:lnTo>
                <a:lnTo>
                  <a:pt x="108" y="194"/>
                </a:lnTo>
                <a:lnTo>
                  <a:pt x="109" y="195"/>
                </a:lnTo>
                <a:lnTo>
                  <a:pt x="110" y="195"/>
                </a:lnTo>
                <a:lnTo>
                  <a:pt x="110" y="194"/>
                </a:lnTo>
                <a:lnTo>
                  <a:pt x="111" y="194"/>
                </a:lnTo>
                <a:lnTo>
                  <a:pt x="112" y="194"/>
                </a:lnTo>
                <a:lnTo>
                  <a:pt x="113" y="195"/>
                </a:lnTo>
                <a:lnTo>
                  <a:pt x="113" y="193"/>
                </a:lnTo>
                <a:lnTo>
                  <a:pt x="114" y="193"/>
                </a:lnTo>
                <a:lnTo>
                  <a:pt x="115" y="193"/>
                </a:lnTo>
                <a:lnTo>
                  <a:pt x="115" y="194"/>
                </a:lnTo>
                <a:lnTo>
                  <a:pt x="116" y="194"/>
                </a:lnTo>
                <a:lnTo>
                  <a:pt x="117" y="194"/>
                </a:lnTo>
                <a:lnTo>
                  <a:pt x="117" y="195"/>
                </a:lnTo>
                <a:lnTo>
                  <a:pt x="119" y="195"/>
                </a:lnTo>
                <a:lnTo>
                  <a:pt x="120" y="196"/>
                </a:lnTo>
                <a:lnTo>
                  <a:pt x="120" y="197"/>
                </a:lnTo>
                <a:lnTo>
                  <a:pt x="120" y="198"/>
                </a:lnTo>
                <a:lnTo>
                  <a:pt x="121" y="198"/>
                </a:lnTo>
                <a:lnTo>
                  <a:pt x="122" y="199"/>
                </a:lnTo>
                <a:lnTo>
                  <a:pt x="122" y="200"/>
                </a:lnTo>
                <a:lnTo>
                  <a:pt x="121" y="200"/>
                </a:lnTo>
                <a:lnTo>
                  <a:pt x="120" y="200"/>
                </a:lnTo>
                <a:lnTo>
                  <a:pt x="119" y="201"/>
                </a:lnTo>
                <a:lnTo>
                  <a:pt x="119" y="202"/>
                </a:lnTo>
                <a:lnTo>
                  <a:pt x="120" y="202"/>
                </a:lnTo>
                <a:lnTo>
                  <a:pt x="121" y="203"/>
                </a:lnTo>
                <a:lnTo>
                  <a:pt x="120" y="203"/>
                </a:lnTo>
                <a:lnTo>
                  <a:pt x="120" y="204"/>
                </a:lnTo>
                <a:lnTo>
                  <a:pt x="120" y="205"/>
                </a:lnTo>
                <a:lnTo>
                  <a:pt x="121" y="205"/>
                </a:lnTo>
                <a:lnTo>
                  <a:pt x="122" y="205"/>
                </a:lnTo>
                <a:lnTo>
                  <a:pt x="122" y="206"/>
                </a:lnTo>
                <a:lnTo>
                  <a:pt x="121" y="207"/>
                </a:lnTo>
                <a:lnTo>
                  <a:pt x="122" y="207"/>
                </a:lnTo>
                <a:lnTo>
                  <a:pt x="123" y="207"/>
                </a:lnTo>
                <a:lnTo>
                  <a:pt x="123" y="208"/>
                </a:lnTo>
                <a:lnTo>
                  <a:pt x="124" y="208"/>
                </a:lnTo>
                <a:lnTo>
                  <a:pt x="124" y="209"/>
                </a:lnTo>
                <a:lnTo>
                  <a:pt x="124" y="208"/>
                </a:lnTo>
                <a:lnTo>
                  <a:pt x="125" y="209"/>
                </a:lnTo>
                <a:lnTo>
                  <a:pt x="125" y="210"/>
                </a:lnTo>
                <a:lnTo>
                  <a:pt x="124" y="212"/>
                </a:lnTo>
                <a:lnTo>
                  <a:pt x="124" y="213"/>
                </a:lnTo>
                <a:lnTo>
                  <a:pt x="125" y="212"/>
                </a:lnTo>
                <a:lnTo>
                  <a:pt x="126" y="212"/>
                </a:lnTo>
                <a:lnTo>
                  <a:pt x="126" y="213"/>
                </a:lnTo>
                <a:lnTo>
                  <a:pt x="127" y="213"/>
                </a:lnTo>
                <a:lnTo>
                  <a:pt x="127" y="214"/>
                </a:lnTo>
                <a:lnTo>
                  <a:pt x="127" y="215"/>
                </a:lnTo>
                <a:lnTo>
                  <a:pt x="127" y="216"/>
                </a:lnTo>
                <a:lnTo>
                  <a:pt x="127" y="217"/>
                </a:lnTo>
                <a:lnTo>
                  <a:pt x="127" y="218"/>
                </a:lnTo>
                <a:lnTo>
                  <a:pt x="128" y="218"/>
                </a:lnTo>
                <a:lnTo>
                  <a:pt x="129" y="219"/>
                </a:lnTo>
                <a:lnTo>
                  <a:pt x="129" y="220"/>
                </a:lnTo>
                <a:lnTo>
                  <a:pt x="129" y="221"/>
                </a:lnTo>
                <a:lnTo>
                  <a:pt x="130" y="222"/>
                </a:lnTo>
                <a:lnTo>
                  <a:pt x="131" y="222"/>
                </a:lnTo>
                <a:lnTo>
                  <a:pt x="131" y="223"/>
                </a:lnTo>
                <a:lnTo>
                  <a:pt x="132" y="223"/>
                </a:lnTo>
                <a:lnTo>
                  <a:pt x="133" y="223"/>
                </a:lnTo>
                <a:lnTo>
                  <a:pt x="134" y="223"/>
                </a:lnTo>
                <a:lnTo>
                  <a:pt x="135" y="223"/>
                </a:lnTo>
                <a:lnTo>
                  <a:pt x="136" y="223"/>
                </a:lnTo>
                <a:lnTo>
                  <a:pt x="137" y="222"/>
                </a:lnTo>
                <a:lnTo>
                  <a:pt x="138" y="222"/>
                </a:lnTo>
                <a:lnTo>
                  <a:pt x="139" y="221"/>
                </a:lnTo>
                <a:lnTo>
                  <a:pt x="139" y="220"/>
                </a:lnTo>
                <a:lnTo>
                  <a:pt x="140" y="220"/>
                </a:lnTo>
                <a:lnTo>
                  <a:pt x="140" y="221"/>
                </a:lnTo>
                <a:lnTo>
                  <a:pt x="141" y="221"/>
                </a:lnTo>
                <a:lnTo>
                  <a:pt x="141" y="222"/>
                </a:lnTo>
                <a:lnTo>
                  <a:pt x="143" y="222"/>
                </a:lnTo>
                <a:lnTo>
                  <a:pt x="144" y="221"/>
                </a:lnTo>
                <a:lnTo>
                  <a:pt x="144" y="222"/>
                </a:lnTo>
                <a:lnTo>
                  <a:pt x="145" y="222"/>
                </a:lnTo>
                <a:lnTo>
                  <a:pt x="146" y="222"/>
                </a:lnTo>
                <a:lnTo>
                  <a:pt x="147" y="221"/>
                </a:lnTo>
                <a:lnTo>
                  <a:pt x="148" y="221"/>
                </a:lnTo>
                <a:lnTo>
                  <a:pt x="149" y="221"/>
                </a:lnTo>
                <a:lnTo>
                  <a:pt x="150" y="220"/>
                </a:lnTo>
                <a:lnTo>
                  <a:pt x="150" y="219"/>
                </a:lnTo>
                <a:lnTo>
                  <a:pt x="150" y="218"/>
                </a:lnTo>
                <a:lnTo>
                  <a:pt x="151" y="217"/>
                </a:lnTo>
                <a:lnTo>
                  <a:pt x="152" y="216"/>
                </a:lnTo>
                <a:lnTo>
                  <a:pt x="153" y="216"/>
                </a:lnTo>
                <a:lnTo>
                  <a:pt x="153" y="217"/>
                </a:lnTo>
                <a:lnTo>
                  <a:pt x="153" y="218"/>
                </a:lnTo>
                <a:lnTo>
                  <a:pt x="154" y="219"/>
                </a:lnTo>
                <a:lnTo>
                  <a:pt x="154" y="220"/>
                </a:lnTo>
                <a:lnTo>
                  <a:pt x="155" y="220"/>
                </a:lnTo>
                <a:lnTo>
                  <a:pt x="156" y="221"/>
                </a:lnTo>
                <a:lnTo>
                  <a:pt x="157" y="222"/>
                </a:lnTo>
                <a:lnTo>
                  <a:pt x="158" y="221"/>
                </a:lnTo>
                <a:lnTo>
                  <a:pt x="157" y="221"/>
                </a:lnTo>
                <a:lnTo>
                  <a:pt x="157" y="220"/>
                </a:lnTo>
                <a:lnTo>
                  <a:pt x="158" y="219"/>
                </a:lnTo>
                <a:lnTo>
                  <a:pt x="159" y="220"/>
                </a:lnTo>
                <a:lnTo>
                  <a:pt x="159" y="221"/>
                </a:lnTo>
                <a:lnTo>
                  <a:pt x="160" y="220"/>
                </a:lnTo>
                <a:lnTo>
                  <a:pt x="161" y="220"/>
                </a:lnTo>
                <a:lnTo>
                  <a:pt x="162" y="218"/>
                </a:lnTo>
                <a:lnTo>
                  <a:pt x="161" y="218"/>
                </a:lnTo>
                <a:lnTo>
                  <a:pt x="161" y="217"/>
                </a:lnTo>
                <a:lnTo>
                  <a:pt x="161" y="215"/>
                </a:lnTo>
                <a:lnTo>
                  <a:pt x="162" y="215"/>
                </a:lnTo>
                <a:lnTo>
                  <a:pt x="163" y="216"/>
                </a:lnTo>
                <a:lnTo>
                  <a:pt x="163" y="215"/>
                </a:lnTo>
                <a:lnTo>
                  <a:pt x="164" y="215"/>
                </a:lnTo>
                <a:lnTo>
                  <a:pt x="163" y="214"/>
                </a:lnTo>
                <a:lnTo>
                  <a:pt x="164" y="213"/>
                </a:lnTo>
                <a:lnTo>
                  <a:pt x="165" y="213"/>
                </a:lnTo>
                <a:lnTo>
                  <a:pt x="166" y="213"/>
                </a:lnTo>
                <a:lnTo>
                  <a:pt x="167" y="211"/>
                </a:lnTo>
                <a:lnTo>
                  <a:pt x="167" y="210"/>
                </a:lnTo>
                <a:lnTo>
                  <a:pt x="169" y="208"/>
                </a:lnTo>
                <a:lnTo>
                  <a:pt x="170" y="207"/>
                </a:lnTo>
                <a:lnTo>
                  <a:pt x="172" y="206"/>
                </a:lnTo>
                <a:lnTo>
                  <a:pt x="173" y="206"/>
                </a:lnTo>
                <a:lnTo>
                  <a:pt x="173" y="205"/>
                </a:lnTo>
                <a:lnTo>
                  <a:pt x="174" y="205"/>
                </a:lnTo>
                <a:lnTo>
                  <a:pt x="175" y="203"/>
                </a:lnTo>
                <a:lnTo>
                  <a:pt x="175" y="202"/>
                </a:lnTo>
                <a:lnTo>
                  <a:pt x="177" y="201"/>
                </a:lnTo>
                <a:lnTo>
                  <a:pt x="178" y="198"/>
                </a:lnTo>
                <a:lnTo>
                  <a:pt x="178" y="197"/>
                </a:lnTo>
                <a:lnTo>
                  <a:pt x="178" y="196"/>
                </a:lnTo>
                <a:lnTo>
                  <a:pt x="179" y="196"/>
                </a:lnTo>
                <a:lnTo>
                  <a:pt x="179" y="195"/>
                </a:lnTo>
                <a:lnTo>
                  <a:pt x="179" y="194"/>
                </a:lnTo>
                <a:lnTo>
                  <a:pt x="180" y="194"/>
                </a:lnTo>
                <a:lnTo>
                  <a:pt x="180" y="193"/>
                </a:lnTo>
                <a:lnTo>
                  <a:pt x="180" y="192"/>
                </a:lnTo>
                <a:lnTo>
                  <a:pt x="181" y="191"/>
                </a:lnTo>
                <a:lnTo>
                  <a:pt x="181" y="190"/>
                </a:lnTo>
                <a:lnTo>
                  <a:pt x="182" y="190"/>
                </a:lnTo>
                <a:lnTo>
                  <a:pt x="182" y="189"/>
                </a:lnTo>
                <a:lnTo>
                  <a:pt x="183" y="189"/>
                </a:lnTo>
                <a:lnTo>
                  <a:pt x="183" y="188"/>
                </a:lnTo>
                <a:lnTo>
                  <a:pt x="184" y="187"/>
                </a:lnTo>
                <a:lnTo>
                  <a:pt x="185" y="187"/>
                </a:lnTo>
                <a:lnTo>
                  <a:pt x="185" y="186"/>
                </a:lnTo>
                <a:lnTo>
                  <a:pt x="186" y="185"/>
                </a:lnTo>
                <a:lnTo>
                  <a:pt x="186" y="184"/>
                </a:lnTo>
                <a:lnTo>
                  <a:pt x="186" y="183"/>
                </a:lnTo>
                <a:lnTo>
                  <a:pt x="186" y="182"/>
                </a:lnTo>
                <a:lnTo>
                  <a:pt x="186" y="181"/>
                </a:lnTo>
                <a:lnTo>
                  <a:pt x="187" y="178"/>
                </a:lnTo>
                <a:lnTo>
                  <a:pt x="188" y="176"/>
                </a:lnTo>
                <a:lnTo>
                  <a:pt x="189" y="175"/>
                </a:lnTo>
                <a:lnTo>
                  <a:pt x="190" y="174"/>
                </a:lnTo>
                <a:lnTo>
                  <a:pt x="191" y="173"/>
                </a:lnTo>
                <a:lnTo>
                  <a:pt x="192" y="173"/>
                </a:lnTo>
                <a:lnTo>
                  <a:pt x="192" y="172"/>
                </a:lnTo>
                <a:lnTo>
                  <a:pt x="191" y="172"/>
                </a:lnTo>
                <a:lnTo>
                  <a:pt x="192" y="172"/>
                </a:lnTo>
                <a:lnTo>
                  <a:pt x="193" y="172"/>
                </a:lnTo>
                <a:lnTo>
                  <a:pt x="194" y="172"/>
                </a:lnTo>
                <a:lnTo>
                  <a:pt x="195" y="170"/>
                </a:lnTo>
                <a:lnTo>
                  <a:pt x="194" y="170"/>
                </a:lnTo>
                <a:lnTo>
                  <a:pt x="194" y="169"/>
                </a:lnTo>
                <a:lnTo>
                  <a:pt x="195" y="168"/>
                </a:lnTo>
                <a:lnTo>
                  <a:pt x="196" y="167"/>
                </a:lnTo>
                <a:lnTo>
                  <a:pt x="196" y="166"/>
                </a:lnTo>
                <a:lnTo>
                  <a:pt x="197" y="166"/>
                </a:lnTo>
                <a:lnTo>
                  <a:pt x="197" y="165"/>
                </a:lnTo>
                <a:lnTo>
                  <a:pt x="198" y="164"/>
                </a:lnTo>
                <a:lnTo>
                  <a:pt x="199" y="164"/>
                </a:lnTo>
                <a:lnTo>
                  <a:pt x="199" y="163"/>
                </a:lnTo>
                <a:lnTo>
                  <a:pt x="199" y="162"/>
                </a:lnTo>
                <a:lnTo>
                  <a:pt x="200" y="162"/>
                </a:lnTo>
                <a:lnTo>
                  <a:pt x="200" y="161"/>
                </a:lnTo>
                <a:lnTo>
                  <a:pt x="201" y="160"/>
                </a:lnTo>
                <a:lnTo>
                  <a:pt x="201" y="159"/>
                </a:lnTo>
                <a:lnTo>
                  <a:pt x="201" y="158"/>
                </a:lnTo>
                <a:lnTo>
                  <a:pt x="200" y="157"/>
                </a:lnTo>
                <a:lnTo>
                  <a:pt x="199" y="157"/>
                </a:lnTo>
                <a:lnTo>
                  <a:pt x="198" y="157"/>
                </a:lnTo>
                <a:lnTo>
                  <a:pt x="197" y="156"/>
                </a:lnTo>
                <a:lnTo>
                  <a:pt x="196" y="155"/>
                </a:lnTo>
                <a:lnTo>
                  <a:pt x="196" y="154"/>
                </a:lnTo>
                <a:lnTo>
                  <a:pt x="197" y="154"/>
                </a:lnTo>
                <a:lnTo>
                  <a:pt x="196" y="154"/>
                </a:lnTo>
                <a:lnTo>
                  <a:pt x="196" y="153"/>
                </a:lnTo>
                <a:lnTo>
                  <a:pt x="195" y="152"/>
                </a:lnTo>
                <a:lnTo>
                  <a:pt x="195" y="151"/>
                </a:lnTo>
                <a:lnTo>
                  <a:pt x="194" y="151"/>
                </a:lnTo>
                <a:lnTo>
                  <a:pt x="193" y="150"/>
                </a:lnTo>
                <a:lnTo>
                  <a:pt x="193" y="149"/>
                </a:lnTo>
                <a:lnTo>
                  <a:pt x="195" y="149"/>
                </a:lnTo>
                <a:lnTo>
                  <a:pt x="195" y="148"/>
                </a:lnTo>
                <a:lnTo>
                  <a:pt x="195" y="147"/>
                </a:lnTo>
                <a:lnTo>
                  <a:pt x="195" y="146"/>
                </a:lnTo>
                <a:lnTo>
                  <a:pt x="195" y="145"/>
                </a:lnTo>
                <a:lnTo>
                  <a:pt x="195" y="146"/>
                </a:lnTo>
                <a:lnTo>
                  <a:pt x="196" y="146"/>
                </a:lnTo>
                <a:lnTo>
                  <a:pt x="197" y="146"/>
                </a:lnTo>
                <a:lnTo>
                  <a:pt x="197" y="145"/>
                </a:lnTo>
                <a:lnTo>
                  <a:pt x="196" y="145"/>
                </a:lnTo>
                <a:lnTo>
                  <a:pt x="197" y="145"/>
                </a:lnTo>
                <a:lnTo>
                  <a:pt x="198" y="145"/>
                </a:lnTo>
                <a:lnTo>
                  <a:pt x="198" y="144"/>
                </a:lnTo>
                <a:lnTo>
                  <a:pt x="198" y="143"/>
                </a:lnTo>
                <a:lnTo>
                  <a:pt x="199" y="143"/>
                </a:lnTo>
                <a:lnTo>
                  <a:pt x="199" y="142"/>
                </a:lnTo>
                <a:lnTo>
                  <a:pt x="200" y="142"/>
                </a:lnTo>
                <a:lnTo>
                  <a:pt x="199" y="142"/>
                </a:lnTo>
                <a:lnTo>
                  <a:pt x="199" y="141"/>
                </a:lnTo>
                <a:lnTo>
                  <a:pt x="199" y="140"/>
                </a:lnTo>
                <a:lnTo>
                  <a:pt x="199" y="139"/>
                </a:lnTo>
                <a:lnTo>
                  <a:pt x="200" y="138"/>
                </a:lnTo>
                <a:lnTo>
                  <a:pt x="201" y="138"/>
                </a:lnTo>
                <a:lnTo>
                  <a:pt x="202" y="137"/>
                </a:lnTo>
                <a:lnTo>
                  <a:pt x="202" y="139"/>
                </a:lnTo>
                <a:lnTo>
                  <a:pt x="203" y="138"/>
                </a:lnTo>
                <a:lnTo>
                  <a:pt x="204" y="138"/>
                </a:lnTo>
                <a:lnTo>
                  <a:pt x="205" y="138"/>
                </a:lnTo>
                <a:lnTo>
                  <a:pt x="206" y="138"/>
                </a:lnTo>
                <a:lnTo>
                  <a:pt x="207" y="138"/>
                </a:lnTo>
                <a:lnTo>
                  <a:pt x="207" y="139"/>
                </a:lnTo>
                <a:lnTo>
                  <a:pt x="208" y="139"/>
                </a:lnTo>
                <a:lnTo>
                  <a:pt x="209" y="139"/>
                </a:lnTo>
                <a:lnTo>
                  <a:pt x="209" y="140"/>
                </a:lnTo>
                <a:lnTo>
                  <a:pt x="209" y="139"/>
                </a:lnTo>
                <a:lnTo>
                  <a:pt x="210" y="139"/>
                </a:lnTo>
                <a:lnTo>
                  <a:pt x="211" y="139"/>
                </a:lnTo>
                <a:lnTo>
                  <a:pt x="211" y="140"/>
                </a:lnTo>
                <a:lnTo>
                  <a:pt x="211" y="141"/>
                </a:lnTo>
                <a:lnTo>
                  <a:pt x="212" y="141"/>
                </a:lnTo>
                <a:lnTo>
                  <a:pt x="212" y="142"/>
                </a:lnTo>
                <a:lnTo>
                  <a:pt x="213" y="142"/>
                </a:lnTo>
                <a:lnTo>
                  <a:pt x="213" y="141"/>
                </a:lnTo>
                <a:lnTo>
                  <a:pt x="214" y="141"/>
                </a:lnTo>
                <a:lnTo>
                  <a:pt x="214" y="140"/>
                </a:lnTo>
                <a:lnTo>
                  <a:pt x="215" y="139"/>
                </a:lnTo>
                <a:lnTo>
                  <a:pt x="216" y="138"/>
                </a:lnTo>
                <a:lnTo>
                  <a:pt x="216" y="137"/>
                </a:lnTo>
                <a:lnTo>
                  <a:pt x="217" y="136"/>
                </a:lnTo>
                <a:lnTo>
                  <a:pt x="218" y="136"/>
                </a:lnTo>
                <a:lnTo>
                  <a:pt x="219" y="135"/>
                </a:lnTo>
                <a:lnTo>
                  <a:pt x="219" y="134"/>
                </a:lnTo>
                <a:lnTo>
                  <a:pt x="220" y="134"/>
                </a:lnTo>
                <a:lnTo>
                  <a:pt x="222" y="135"/>
                </a:lnTo>
                <a:lnTo>
                  <a:pt x="222" y="136"/>
                </a:lnTo>
                <a:lnTo>
                  <a:pt x="223" y="137"/>
                </a:lnTo>
                <a:lnTo>
                  <a:pt x="223" y="138"/>
                </a:lnTo>
                <a:lnTo>
                  <a:pt x="223" y="139"/>
                </a:lnTo>
                <a:lnTo>
                  <a:pt x="223" y="140"/>
                </a:lnTo>
                <a:lnTo>
                  <a:pt x="224" y="141"/>
                </a:lnTo>
                <a:lnTo>
                  <a:pt x="224" y="142"/>
                </a:lnTo>
                <a:lnTo>
                  <a:pt x="225" y="142"/>
                </a:lnTo>
                <a:lnTo>
                  <a:pt x="225" y="141"/>
                </a:lnTo>
                <a:lnTo>
                  <a:pt x="226" y="141"/>
                </a:lnTo>
                <a:lnTo>
                  <a:pt x="227" y="142"/>
                </a:lnTo>
                <a:lnTo>
                  <a:pt x="228" y="143"/>
                </a:lnTo>
                <a:lnTo>
                  <a:pt x="229" y="143"/>
                </a:lnTo>
                <a:lnTo>
                  <a:pt x="230" y="143"/>
                </a:lnTo>
                <a:lnTo>
                  <a:pt x="230" y="144"/>
                </a:lnTo>
                <a:lnTo>
                  <a:pt x="231" y="144"/>
                </a:lnTo>
                <a:lnTo>
                  <a:pt x="232" y="144"/>
                </a:lnTo>
                <a:lnTo>
                  <a:pt x="232" y="143"/>
                </a:lnTo>
                <a:lnTo>
                  <a:pt x="233" y="143"/>
                </a:lnTo>
                <a:lnTo>
                  <a:pt x="233" y="142"/>
                </a:lnTo>
                <a:lnTo>
                  <a:pt x="234" y="142"/>
                </a:lnTo>
                <a:lnTo>
                  <a:pt x="235" y="141"/>
                </a:lnTo>
                <a:lnTo>
                  <a:pt x="235" y="140"/>
                </a:lnTo>
                <a:lnTo>
                  <a:pt x="236" y="139"/>
                </a:lnTo>
                <a:lnTo>
                  <a:pt x="237" y="139"/>
                </a:lnTo>
                <a:lnTo>
                  <a:pt x="237" y="138"/>
                </a:lnTo>
                <a:lnTo>
                  <a:pt x="238" y="138"/>
                </a:lnTo>
                <a:lnTo>
                  <a:pt x="238" y="137"/>
                </a:lnTo>
                <a:lnTo>
                  <a:pt x="239" y="137"/>
                </a:lnTo>
                <a:lnTo>
                  <a:pt x="240" y="137"/>
                </a:lnTo>
                <a:lnTo>
                  <a:pt x="240" y="136"/>
                </a:lnTo>
                <a:lnTo>
                  <a:pt x="241" y="136"/>
                </a:lnTo>
                <a:lnTo>
                  <a:pt x="241" y="135"/>
                </a:lnTo>
                <a:lnTo>
                  <a:pt x="242" y="134"/>
                </a:lnTo>
                <a:lnTo>
                  <a:pt x="244" y="133"/>
                </a:lnTo>
                <a:lnTo>
                  <a:pt x="245" y="132"/>
                </a:lnTo>
                <a:lnTo>
                  <a:pt x="243" y="132"/>
                </a:lnTo>
                <a:lnTo>
                  <a:pt x="243" y="131"/>
                </a:lnTo>
                <a:lnTo>
                  <a:pt x="242" y="131"/>
                </a:lnTo>
                <a:lnTo>
                  <a:pt x="241" y="131"/>
                </a:lnTo>
                <a:lnTo>
                  <a:pt x="239" y="130"/>
                </a:lnTo>
                <a:lnTo>
                  <a:pt x="239" y="129"/>
                </a:lnTo>
                <a:lnTo>
                  <a:pt x="240" y="128"/>
                </a:lnTo>
                <a:lnTo>
                  <a:pt x="240" y="127"/>
                </a:lnTo>
                <a:lnTo>
                  <a:pt x="239" y="127"/>
                </a:lnTo>
                <a:lnTo>
                  <a:pt x="239" y="126"/>
                </a:lnTo>
                <a:lnTo>
                  <a:pt x="240" y="124"/>
                </a:lnTo>
                <a:lnTo>
                  <a:pt x="241" y="124"/>
                </a:lnTo>
                <a:lnTo>
                  <a:pt x="242" y="125"/>
                </a:lnTo>
                <a:lnTo>
                  <a:pt x="243" y="125"/>
                </a:lnTo>
                <a:lnTo>
                  <a:pt x="244" y="124"/>
                </a:lnTo>
                <a:lnTo>
                  <a:pt x="245" y="122"/>
                </a:lnTo>
                <a:lnTo>
                  <a:pt x="245" y="121"/>
                </a:lnTo>
                <a:lnTo>
                  <a:pt x="245" y="120"/>
                </a:lnTo>
                <a:lnTo>
                  <a:pt x="246" y="120"/>
                </a:lnTo>
                <a:lnTo>
                  <a:pt x="247" y="120"/>
                </a:lnTo>
                <a:lnTo>
                  <a:pt x="247" y="119"/>
                </a:lnTo>
                <a:lnTo>
                  <a:pt x="248" y="119"/>
                </a:lnTo>
                <a:lnTo>
                  <a:pt x="249" y="119"/>
                </a:lnTo>
                <a:lnTo>
                  <a:pt x="250" y="119"/>
                </a:lnTo>
                <a:lnTo>
                  <a:pt x="250" y="118"/>
                </a:lnTo>
                <a:lnTo>
                  <a:pt x="250" y="117"/>
                </a:lnTo>
                <a:lnTo>
                  <a:pt x="249" y="117"/>
                </a:lnTo>
                <a:lnTo>
                  <a:pt x="249" y="116"/>
                </a:lnTo>
                <a:lnTo>
                  <a:pt x="247" y="116"/>
                </a:lnTo>
                <a:lnTo>
                  <a:pt x="248" y="115"/>
                </a:lnTo>
                <a:lnTo>
                  <a:pt x="247" y="115"/>
                </a:lnTo>
                <a:lnTo>
                  <a:pt x="247" y="114"/>
                </a:lnTo>
                <a:lnTo>
                  <a:pt x="247" y="113"/>
                </a:lnTo>
                <a:lnTo>
                  <a:pt x="246" y="113"/>
                </a:lnTo>
                <a:lnTo>
                  <a:pt x="246" y="112"/>
                </a:lnTo>
                <a:lnTo>
                  <a:pt x="246" y="111"/>
                </a:lnTo>
                <a:lnTo>
                  <a:pt x="247" y="111"/>
                </a:lnTo>
                <a:lnTo>
                  <a:pt x="248" y="111"/>
                </a:lnTo>
                <a:lnTo>
                  <a:pt x="248" y="110"/>
                </a:lnTo>
                <a:lnTo>
                  <a:pt x="248" y="109"/>
                </a:lnTo>
                <a:lnTo>
                  <a:pt x="248" y="108"/>
                </a:lnTo>
                <a:lnTo>
                  <a:pt x="249" y="108"/>
                </a:lnTo>
                <a:lnTo>
                  <a:pt x="250" y="108"/>
                </a:lnTo>
                <a:lnTo>
                  <a:pt x="250" y="107"/>
                </a:lnTo>
                <a:lnTo>
                  <a:pt x="251" y="106"/>
                </a:lnTo>
                <a:lnTo>
                  <a:pt x="252" y="105"/>
                </a:lnTo>
                <a:lnTo>
                  <a:pt x="251" y="105"/>
                </a:lnTo>
                <a:lnTo>
                  <a:pt x="252" y="104"/>
                </a:lnTo>
                <a:lnTo>
                  <a:pt x="253" y="103"/>
                </a:lnTo>
                <a:lnTo>
                  <a:pt x="253" y="102"/>
                </a:lnTo>
                <a:lnTo>
                  <a:pt x="253" y="101"/>
                </a:lnTo>
                <a:lnTo>
                  <a:pt x="252" y="101"/>
                </a:lnTo>
                <a:lnTo>
                  <a:pt x="252" y="100"/>
                </a:lnTo>
                <a:lnTo>
                  <a:pt x="251" y="100"/>
                </a:lnTo>
                <a:lnTo>
                  <a:pt x="252" y="100"/>
                </a:lnTo>
                <a:lnTo>
                  <a:pt x="252" y="99"/>
                </a:lnTo>
                <a:lnTo>
                  <a:pt x="251" y="99"/>
                </a:lnTo>
                <a:lnTo>
                  <a:pt x="251" y="100"/>
                </a:lnTo>
                <a:lnTo>
                  <a:pt x="250" y="100"/>
                </a:lnTo>
                <a:lnTo>
                  <a:pt x="249" y="100"/>
                </a:lnTo>
                <a:lnTo>
                  <a:pt x="248" y="100"/>
                </a:lnTo>
                <a:lnTo>
                  <a:pt x="248" y="101"/>
                </a:lnTo>
                <a:lnTo>
                  <a:pt x="248" y="100"/>
                </a:lnTo>
                <a:lnTo>
                  <a:pt x="248" y="99"/>
                </a:lnTo>
                <a:lnTo>
                  <a:pt x="248" y="98"/>
                </a:lnTo>
                <a:lnTo>
                  <a:pt x="247" y="98"/>
                </a:lnTo>
                <a:lnTo>
                  <a:pt x="248" y="97"/>
                </a:lnTo>
                <a:lnTo>
                  <a:pt x="249" y="97"/>
                </a:lnTo>
                <a:lnTo>
                  <a:pt x="250" y="97"/>
                </a:lnTo>
                <a:lnTo>
                  <a:pt x="251" y="97"/>
                </a:lnTo>
                <a:lnTo>
                  <a:pt x="251" y="96"/>
                </a:lnTo>
                <a:lnTo>
                  <a:pt x="252" y="96"/>
                </a:lnTo>
                <a:lnTo>
                  <a:pt x="253" y="96"/>
                </a:lnTo>
                <a:lnTo>
                  <a:pt x="253" y="95"/>
                </a:lnTo>
                <a:lnTo>
                  <a:pt x="254" y="95"/>
                </a:lnTo>
                <a:lnTo>
                  <a:pt x="253" y="95"/>
                </a:lnTo>
                <a:lnTo>
                  <a:pt x="254" y="95"/>
                </a:lnTo>
                <a:lnTo>
                  <a:pt x="254" y="94"/>
                </a:lnTo>
                <a:lnTo>
                  <a:pt x="255" y="94"/>
                </a:lnTo>
                <a:lnTo>
                  <a:pt x="256" y="93"/>
                </a:lnTo>
                <a:lnTo>
                  <a:pt x="257" y="93"/>
                </a:lnTo>
                <a:lnTo>
                  <a:pt x="257" y="92"/>
                </a:lnTo>
                <a:lnTo>
                  <a:pt x="258" y="92"/>
                </a:lnTo>
                <a:lnTo>
                  <a:pt x="259" y="91"/>
                </a:lnTo>
                <a:lnTo>
                  <a:pt x="260" y="91"/>
                </a:lnTo>
                <a:lnTo>
                  <a:pt x="260" y="90"/>
                </a:lnTo>
                <a:lnTo>
                  <a:pt x="261" y="90"/>
                </a:lnTo>
                <a:lnTo>
                  <a:pt x="261" y="89"/>
                </a:lnTo>
                <a:lnTo>
                  <a:pt x="262" y="88"/>
                </a:lnTo>
                <a:lnTo>
                  <a:pt x="261" y="88"/>
                </a:lnTo>
                <a:lnTo>
                  <a:pt x="261" y="87"/>
                </a:lnTo>
                <a:lnTo>
                  <a:pt x="261" y="86"/>
                </a:lnTo>
                <a:lnTo>
                  <a:pt x="260" y="86"/>
                </a:lnTo>
                <a:lnTo>
                  <a:pt x="259" y="86"/>
                </a:lnTo>
                <a:lnTo>
                  <a:pt x="259" y="85"/>
                </a:lnTo>
                <a:lnTo>
                  <a:pt x="259" y="84"/>
                </a:lnTo>
                <a:lnTo>
                  <a:pt x="260" y="84"/>
                </a:lnTo>
                <a:lnTo>
                  <a:pt x="261" y="84"/>
                </a:lnTo>
                <a:lnTo>
                  <a:pt x="261" y="83"/>
                </a:lnTo>
                <a:lnTo>
                  <a:pt x="262" y="82"/>
                </a:lnTo>
                <a:lnTo>
                  <a:pt x="263" y="82"/>
                </a:lnTo>
                <a:lnTo>
                  <a:pt x="264" y="82"/>
                </a:lnTo>
                <a:lnTo>
                  <a:pt x="265" y="81"/>
                </a:lnTo>
                <a:lnTo>
                  <a:pt x="265" y="79"/>
                </a:lnTo>
                <a:lnTo>
                  <a:pt x="264" y="78"/>
                </a:lnTo>
                <a:lnTo>
                  <a:pt x="265" y="77"/>
                </a:lnTo>
                <a:lnTo>
                  <a:pt x="265" y="76"/>
                </a:lnTo>
                <a:lnTo>
                  <a:pt x="265" y="75"/>
                </a:lnTo>
                <a:lnTo>
                  <a:pt x="264" y="75"/>
                </a:lnTo>
                <a:lnTo>
                  <a:pt x="263" y="75"/>
                </a:lnTo>
                <a:lnTo>
                  <a:pt x="263" y="74"/>
                </a:lnTo>
                <a:lnTo>
                  <a:pt x="262" y="74"/>
                </a:lnTo>
                <a:lnTo>
                  <a:pt x="262" y="73"/>
                </a:lnTo>
                <a:lnTo>
                  <a:pt x="263" y="72"/>
                </a:lnTo>
                <a:lnTo>
                  <a:pt x="264" y="72"/>
                </a:lnTo>
                <a:lnTo>
                  <a:pt x="265" y="72"/>
                </a:lnTo>
                <a:lnTo>
                  <a:pt x="265" y="71"/>
                </a:lnTo>
                <a:lnTo>
                  <a:pt x="266" y="71"/>
                </a:lnTo>
                <a:lnTo>
                  <a:pt x="267" y="71"/>
                </a:lnTo>
                <a:lnTo>
                  <a:pt x="267" y="72"/>
                </a:lnTo>
                <a:lnTo>
                  <a:pt x="268" y="72"/>
                </a:lnTo>
                <a:lnTo>
                  <a:pt x="268" y="71"/>
                </a:lnTo>
                <a:lnTo>
                  <a:pt x="269" y="71"/>
                </a:lnTo>
                <a:lnTo>
                  <a:pt x="270" y="71"/>
                </a:lnTo>
                <a:lnTo>
                  <a:pt x="270" y="72"/>
                </a:lnTo>
                <a:lnTo>
                  <a:pt x="270" y="71"/>
                </a:lnTo>
                <a:lnTo>
                  <a:pt x="271" y="71"/>
                </a:lnTo>
                <a:lnTo>
                  <a:pt x="272" y="71"/>
                </a:lnTo>
                <a:lnTo>
                  <a:pt x="273" y="71"/>
                </a:lnTo>
                <a:lnTo>
                  <a:pt x="274" y="71"/>
                </a:lnTo>
                <a:lnTo>
                  <a:pt x="275" y="71"/>
                </a:lnTo>
                <a:lnTo>
                  <a:pt x="276" y="71"/>
                </a:lnTo>
                <a:lnTo>
                  <a:pt x="276" y="70"/>
                </a:lnTo>
                <a:lnTo>
                  <a:pt x="277" y="70"/>
                </a:lnTo>
                <a:lnTo>
                  <a:pt x="276" y="69"/>
                </a:lnTo>
                <a:lnTo>
                  <a:pt x="276" y="67"/>
                </a:lnTo>
                <a:lnTo>
                  <a:pt x="277" y="67"/>
                </a:lnTo>
                <a:lnTo>
                  <a:pt x="278" y="67"/>
                </a:lnTo>
                <a:lnTo>
                  <a:pt x="279" y="67"/>
                </a:lnTo>
                <a:lnTo>
                  <a:pt x="280" y="67"/>
                </a:lnTo>
                <a:lnTo>
                  <a:pt x="280" y="66"/>
                </a:lnTo>
                <a:lnTo>
                  <a:pt x="280" y="65"/>
                </a:lnTo>
                <a:lnTo>
                  <a:pt x="279" y="65"/>
                </a:lnTo>
                <a:lnTo>
                  <a:pt x="279" y="64"/>
                </a:lnTo>
                <a:lnTo>
                  <a:pt x="280" y="64"/>
                </a:lnTo>
                <a:lnTo>
                  <a:pt x="281" y="64"/>
                </a:lnTo>
                <a:lnTo>
                  <a:pt x="281" y="63"/>
                </a:lnTo>
                <a:lnTo>
                  <a:pt x="280" y="63"/>
                </a:lnTo>
                <a:lnTo>
                  <a:pt x="280" y="62"/>
                </a:lnTo>
                <a:lnTo>
                  <a:pt x="281" y="62"/>
                </a:lnTo>
                <a:lnTo>
                  <a:pt x="281" y="61"/>
                </a:lnTo>
                <a:lnTo>
                  <a:pt x="282" y="61"/>
                </a:lnTo>
                <a:lnTo>
                  <a:pt x="283" y="60"/>
                </a:lnTo>
                <a:lnTo>
                  <a:pt x="283" y="59"/>
                </a:lnTo>
                <a:lnTo>
                  <a:pt x="284" y="59"/>
                </a:lnTo>
                <a:lnTo>
                  <a:pt x="284" y="58"/>
                </a:lnTo>
                <a:lnTo>
                  <a:pt x="285" y="58"/>
                </a:lnTo>
                <a:lnTo>
                  <a:pt x="286" y="58"/>
                </a:lnTo>
                <a:lnTo>
                  <a:pt x="286" y="59"/>
                </a:lnTo>
                <a:lnTo>
                  <a:pt x="287" y="59"/>
                </a:lnTo>
                <a:lnTo>
                  <a:pt x="287" y="60"/>
                </a:lnTo>
                <a:lnTo>
                  <a:pt x="287" y="59"/>
                </a:lnTo>
                <a:lnTo>
                  <a:pt x="287" y="58"/>
                </a:lnTo>
                <a:lnTo>
                  <a:pt x="288" y="57"/>
                </a:lnTo>
                <a:lnTo>
                  <a:pt x="289" y="57"/>
                </a:lnTo>
                <a:lnTo>
                  <a:pt x="290" y="56"/>
                </a:lnTo>
                <a:lnTo>
                  <a:pt x="291" y="56"/>
                </a:lnTo>
                <a:lnTo>
                  <a:pt x="292" y="56"/>
                </a:lnTo>
                <a:lnTo>
                  <a:pt x="292" y="55"/>
                </a:lnTo>
                <a:lnTo>
                  <a:pt x="293" y="55"/>
                </a:lnTo>
                <a:lnTo>
                  <a:pt x="293" y="54"/>
                </a:lnTo>
                <a:lnTo>
                  <a:pt x="294" y="55"/>
                </a:lnTo>
                <a:lnTo>
                  <a:pt x="294" y="54"/>
                </a:lnTo>
                <a:lnTo>
                  <a:pt x="293" y="53"/>
                </a:lnTo>
                <a:lnTo>
                  <a:pt x="292" y="52"/>
                </a:lnTo>
                <a:lnTo>
                  <a:pt x="292" y="51"/>
                </a:lnTo>
                <a:lnTo>
                  <a:pt x="293" y="50"/>
                </a:lnTo>
                <a:lnTo>
                  <a:pt x="292" y="50"/>
                </a:lnTo>
                <a:lnTo>
                  <a:pt x="292" y="49"/>
                </a:lnTo>
                <a:lnTo>
                  <a:pt x="292" y="48"/>
                </a:lnTo>
                <a:lnTo>
                  <a:pt x="291" y="48"/>
                </a:lnTo>
                <a:lnTo>
                  <a:pt x="292" y="46"/>
                </a:lnTo>
                <a:lnTo>
                  <a:pt x="293" y="45"/>
                </a:lnTo>
                <a:lnTo>
                  <a:pt x="292" y="45"/>
                </a:lnTo>
                <a:lnTo>
                  <a:pt x="291" y="45"/>
                </a:lnTo>
                <a:lnTo>
                  <a:pt x="290" y="44"/>
                </a:lnTo>
                <a:lnTo>
                  <a:pt x="289" y="44"/>
                </a:lnTo>
                <a:lnTo>
                  <a:pt x="289" y="43"/>
                </a:lnTo>
                <a:lnTo>
                  <a:pt x="288" y="43"/>
                </a:lnTo>
                <a:lnTo>
                  <a:pt x="287" y="43"/>
                </a:lnTo>
                <a:lnTo>
                  <a:pt x="286" y="43"/>
                </a:lnTo>
                <a:lnTo>
                  <a:pt x="286" y="42"/>
                </a:lnTo>
                <a:lnTo>
                  <a:pt x="287" y="41"/>
                </a:lnTo>
                <a:lnTo>
                  <a:pt x="287" y="40"/>
                </a:lnTo>
                <a:lnTo>
                  <a:pt x="286" y="40"/>
                </a:lnTo>
                <a:lnTo>
                  <a:pt x="285" y="40"/>
                </a:lnTo>
                <a:lnTo>
                  <a:pt x="284" y="40"/>
                </a:lnTo>
                <a:lnTo>
                  <a:pt x="283" y="40"/>
                </a:lnTo>
                <a:lnTo>
                  <a:pt x="283" y="39"/>
                </a:lnTo>
                <a:lnTo>
                  <a:pt x="282" y="39"/>
                </a:lnTo>
                <a:lnTo>
                  <a:pt x="281" y="39"/>
                </a:lnTo>
                <a:lnTo>
                  <a:pt x="281" y="38"/>
                </a:lnTo>
                <a:lnTo>
                  <a:pt x="280" y="38"/>
                </a:lnTo>
                <a:lnTo>
                  <a:pt x="280" y="37"/>
                </a:lnTo>
                <a:lnTo>
                  <a:pt x="280" y="36"/>
                </a:lnTo>
                <a:lnTo>
                  <a:pt x="279" y="35"/>
                </a:lnTo>
                <a:lnTo>
                  <a:pt x="279" y="36"/>
                </a:lnTo>
                <a:lnTo>
                  <a:pt x="278" y="35"/>
                </a:lnTo>
                <a:lnTo>
                  <a:pt x="277" y="35"/>
                </a:lnTo>
                <a:lnTo>
                  <a:pt x="276" y="35"/>
                </a:lnTo>
                <a:lnTo>
                  <a:pt x="276" y="34"/>
                </a:lnTo>
                <a:lnTo>
                  <a:pt x="275" y="34"/>
                </a:lnTo>
                <a:lnTo>
                  <a:pt x="275" y="33"/>
                </a:lnTo>
                <a:lnTo>
                  <a:pt x="274" y="32"/>
                </a:lnTo>
                <a:lnTo>
                  <a:pt x="273" y="31"/>
                </a:lnTo>
                <a:lnTo>
                  <a:pt x="273" y="30"/>
                </a:lnTo>
                <a:lnTo>
                  <a:pt x="272" y="30"/>
                </a:lnTo>
                <a:lnTo>
                  <a:pt x="271" y="30"/>
                </a:lnTo>
                <a:lnTo>
                  <a:pt x="271" y="29"/>
                </a:lnTo>
                <a:lnTo>
                  <a:pt x="270" y="29"/>
                </a:lnTo>
                <a:lnTo>
                  <a:pt x="271" y="29"/>
                </a:lnTo>
                <a:lnTo>
                  <a:pt x="271" y="28"/>
                </a:lnTo>
                <a:lnTo>
                  <a:pt x="271" y="27"/>
                </a:lnTo>
                <a:lnTo>
                  <a:pt x="271" y="26"/>
                </a:lnTo>
                <a:lnTo>
                  <a:pt x="270" y="25"/>
                </a:lnTo>
                <a:lnTo>
                  <a:pt x="269" y="24"/>
                </a:lnTo>
                <a:lnTo>
                  <a:pt x="269" y="23"/>
                </a:lnTo>
                <a:lnTo>
                  <a:pt x="270" y="22"/>
                </a:lnTo>
                <a:lnTo>
                  <a:pt x="270" y="23"/>
                </a:lnTo>
                <a:lnTo>
                  <a:pt x="271" y="22"/>
                </a:lnTo>
                <a:lnTo>
                  <a:pt x="271" y="21"/>
                </a:lnTo>
                <a:lnTo>
                  <a:pt x="272" y="21"/>
                </a:lnTo>
                <a:lnTo>
                  <a:pt x="273" y="21"/>
                </a:lnTo>
                <a:lnTo>
                  <a:pt x="274" y="21"/>
                </a:lnTo>
                <a:lnTo>
                  <a:pt x="274" y="22"/>
                </a:lnTo>
                <a:lnTo>
                  <a:pt x="275" y="22"/>
                </a:lnTo>
                <a:lnTo>
                  <a:pt x="276" y="22"/>
                </a:lnTo>
                <a:lnTo>
                  <a:pt x="276" y="23"/>
                </a:lnTo>
                <a:lnTo>
                  <a:pt x="277" y="23"/>
                </a:lnTo>
                <a:lnTo>
                  <a:pt x="278" y="22"/>
                </a:lnTo>
                <a:lnTo>
                  <a:pt x="278" y="21"/>
                </a:lnTo>
                <a:lnTo>
                  <a:pt x="277" y="21"/>
                </a:lnTo>
                <a:lnTo>
                  <a:pt x="277" y="20"/>
                </a:lnTo>
                <a:lnTo>
                  <a:pt x="276" y="20"/>
                </a:lnTo>
                <a:lnTo>
                  <a:pt x="276" y="19"/>
                </a:lnTo>
                <a:lnTo>
                  <a:pt x="275" y="19"/>
                </a:lnTo>
                <a:lnTo>
                  <a:pt x="276" y="17"/>
                </a:lnTo>
                <a:lnTo>
                  <a:pt x="277" y="17"/>
                </a:lnTo>
                <a:lnTo>
                  <a:pt x="278" y="17"/>
                </a:lnTo>
                <a:lnTo>
                  <a:pt x="278" y="16"/>
                </a:lnTo>
                <a:lnTo>
                  <a:pt x="277" y="16"/>
                </a:lnTo>
                <a:lnTo>
                  <a:pt x="277" y="15"/>
                </a:lnTo>
                <a:lnTo>
                  <a:pt x="276" y="15"/>
                </a:lnTo>
                <a:lnTo>
                  <a:pt x="276" y="14"/>
                </a:lnTo>
                <a:lnTo>
                  <a:pt x="277" y="13"/>
                </a:lnTo>
                <a:lnTo>
                  <a:pt x="278" y="13"/>
                </a:lnTo>
                <a:lnTo>
                  <a:pt x="279" y="13"/>
                </a:lnTo>
                <a:lnTo>
                  <a:pt x="280" y="13"/>
                </a:lnTo>
                <a:lnTo>
                  <a:pt x="281" y="13"/>
                </a:lnTo>
                <a:lnTo>
                  <a:pt x="281" y="14"/>
                </a:lnTo>
                <a:lnTo>
                  <a:pt x="282" y="14"/>
                </a:lnTo>
                <a:lnTo>
                  <a:pt x="282" y="13"/>
                </a:lnTo>
                <a:lnTo>
                  <a:pt x="283" y="14"/>
                </a:lnTo>
                <a:lnTo>
                  <a:pt x="284" y="14"/>
                </a:lnTo>
                <a:lnTo>
                  <a:pt x="285" y="13"/>
                </a:lnTo>
                <a:lnTo>
                  <a:pt x="286" y="13"/>
                </a:lnTo>
                <a:lnTo>
                  <a:pt x="286" y="11"/>
                </a:lnTo>
                <a:lnTo>
                  <a:pt x="285" y="11"/>
                </a:lnTo>
                <a:lnTo>
                  <a:pt x="284" y="10"/>
                </a:lnTo>
                <a:lnTo>
                  <a:pt x="283" y="9"/>
                </a:lnTo>
                <a:lnTo>
                  <a:pt x="282" y="7"/>
                </a:lnTo>
                <a:lnTo>
                  <a:pt x="282" y="6"/>
                </a:lnTo>
                <a:lnTo>
                  <a:pt x="281" y="6"/>
                </a:lnTo>
                <a:lnTo>
                  <a:pt x="280" y="5"/>
                </a:lnTo>
                <a:lnTo>
                  <a:pt x="279" y="5"/>
                </a:lnTo>
                <a:lnTo>
                  <a:pt x="280" y="5"/>
                </a:lnTo>
                <a:lnTo>
                  <a:pt x="280" y="4"/>
                </a:lnTo>
                <a:lnTo>
                  <a:pt x="279" y="3"/>
                </a:lnTo>
                <a:lnTo>
                  <a:pt x="278" y="3"/>
                </a:lnTo>
                <a:lnTo>
                  <a:pt x="278" y="2"/>
                </a:lnTo>
                <a:lnTo>
                  <a:pt x="279" y="2"/>
                </a:lnTo>
                <a:lnTo>
                  <a:pt x="280" y="2"/>
                </a:lnTo>
                <a:lnTo>
                  <a:pt x="281" y="1"/>
                </a:lnTo>
                <a:lnTo>
                  <a:pt x="282" y="0"/>
                </a:lnTo>
                <a:lnTo>
                  <a:pt x="282" y="1"/>
                </a:lnTo>
                <a:lnTo>
                  <a:pt x="283" y="1"/>
                </a:lnTo>
                <a:lnTo>
                  <a:pt x="284" y="1"/>
                </a:lnTo>
                <a:lnTo>
                  <a:pt x="285" y="1"/>
                </a:lnTo>
                <a:lnTo>
                  <a:pt x="286" y="2"/>
                </a:lnTo>
                <a:lnTo>
                  <a:pt x="287" y="2"/>
                </a:lnTo>
                <a:lnTo>
                  <a:pt x="288" y="2"/>
                </a:lnTo>
                <a:lnTo>
                  <a:pt x="289" y="2"/>
                </a:lnTo>
                <a:lnTo>
                  <a:pt x="289" y="1"/>
                </a:lnTo>
                <a:lnTo>
                  <a:pt x="290" y="0"/>
                </a:lnTo>
                <a:lnTo>
                  <a:pt x="291" y="0"/>
                </a:lnTo>
                <a:lnTo>
                  <a:pt x="292" y="1"/>
                </a:lnTo>
                <a:lnTo>
                  <a:pt x="293" y="1"/>
                </a:lnTo>
                <a:lnTo>
                  <a:pt x="29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03" name=""/>
          <p:cNvSpPr/>
          <p:nvPr/>
        </p:nvSpPr>
        <p:spPr>
          <a:xfrm>
            <a:off x="3888360" y="3871800"/>
            <a:ext cx="363240" cy="304920"/>
          </a:xfrm>
          <a:custGeom>
            <a:avLst/>
            <a:gdLst/>
            <a:ahLst/>
            <a:rect l="0" t="0" r="r" b="b"/>
            <a:pathLst>
              <a:path w="1009" h="847">
                <a:moveTo>
                  <a:pt x="505" y="3"/>
                </a:moveTo>
                <a:lnTo>
                  <a:pt x="505" y="4"/>
                </a:lnTo>
                <a:lnTo>
                  <a:pt x="505" y="5"/>
                </a:lnTo>
                <a:lnTo>
                  <a:pt x="505" y="6"/>
                </a:lnTo>
                <a:lnTo>
                  <a:pt x="506" y="6"/>
                </a:lnTo>
                <a:lnTo>
                  <a:pt x="506" y="7"/>
                </a:lnTo>
                <a:lnTo>
                  <a:pt x="506" y="8"/>
                </a:lnTo>
                <a:lnTo>
                  <a:pt x="507" y="8"/>
                </a:lnTo>
                <a:lnTo>
                  <a:pt x="507" y="10"/>
                </a:lnTo>
                <a:lnTo>
                  <a:pt x="506" y="11"/>
                </a:lnTo>
                <a:lnTo>
                  <a:pt x="506" y="12"/>
                </a:lnTo>
                <a:lnTo>
                  <a:pt x="507" y="12"/>
                </a:lnTo>
                <a:lnTo>
                  <a:pt x="508" y="12"/>
                </a:lnTo>
                <a:lnTo>
                  <a:pt x="508" y="13"/>
                </a:lnTo>
                <a:lnTo>
                  <a:pt x="509" y="13"/>
                </a:lnTo>
                <a:lnTo>
                  <a:pt x="510" y="13"/>
                </a:lnTo>
                <a:lnTo>
                  <a:pt x="511" y="13"/>
                </a:lnTo>
                <a:lnTo>
                  <a:pt x="512" y="13"/>
                </a:lnTo>
                <a:lnTo>
                  <a:pt x="513" y="13"/>
                </a:lnTo>
                <a:lnTo>
                  <a:pt x="513" y="12"/>
                </a:lnTo>
                <a:lnTo>
                  <a:pt x="514" y="12"/>
                </a:lnTo>
                <a:lnTo>
                  <a:pt x="515" y="13"/>
                </a:lnTo>
                <a:lnTo>
                  <a:pt x="516" y="13"/>
                </a:lnTo>
                <a:lnTo>
                  <a:pt x="517" y="14"/>
                </a:lnTo>
                <a:lnTo>
                  <a:pt x="518" y="14"/>
                </a:lnTo>
                <a:lnTo>
                  <a:pt x="519" y="14"/>
                </a:lnTo>
                <a:lnTo>
                  <a:pt x="519" y="15"/>
                </a:lnTo>
                <a:lnTo>
                  <a:pt x="520" y="15"/>
                </a:lnTo>
                <a:lnTo>
                  <a:pt x="520" y="17"/>
                </a:lnTo>
                <a:lnTo>
                  <a:pt x="520" y="18"/>
                </a:lnTo>
                <a:lnTo>
                  <a:pt x="520" y="19"/>
                </a:lnTo>
                <a:lnTo>
                  <a:pt x="520" y="20"/>
                </a:lnTo>
                <a:lnTo>
                  <a:pt x="520" y="21"/>
                </a:lnTo>
                <a:lnTo>
                  <a:pt x="521" y="22"/>
                </a:lnTo>
                <a:lnTo>
                  <a:pt x="521" y="21"/>
                </a:lnTo>
                <a:lnTo>
                  <a:pt x="522" y="21"/>
                </a:lnTo>
                <a:lnTo>
                  <a:pt x="522" y="22"/>
                </a:lnTo>
                <a:lnTo>
                  <a:pt x="523" y="22"/>
                </a:lnTo>
                <a:lnTo>
                  <a:pt x="524" y="23"/>
                </a:lnTo>
                <a:lnTo>
                  <a:pt x="525" y="24"/>
                </a:lnTo>
                <a:lnTo>
                  <a:pt x="524" y="24"/>
                </a:lnTo>
                <a:lnTo>
                  <a:pt x="524" y="25"/>
                </a:lnTo>
                <a:lnTo>
                  <a:pt x="523" y="25"/>
                </a:lnTo>
                <a:lnTo>
                  <a:pt x="522" y="26"/>
                </a:lnTo>
                <a:lnTo>
                  <a:pt x="521" y="26"/>
                </a:lnTo>
                <a:lnTo>
                  <a:pt x="521" y="25"/>
                </a:lnTo>
                <a:lnTo>
                  <a:pt x="520" y="25"/>
                </a:lnTo>
                <a:lnTo>
                  <a:pt x="520" y="26"/>
                </a:lnTo>
                <a:lnTo>
                  <a:pt x="520" y="27"/>
                </a:lnTo>
                <a:lnTo>
                  <a:pt x="520" y="28"/>
                </a:lnTo>
                <a:lnTo>
                  <a:pt x="519" y="28"/>
                </a:lnTo>
                <a:lnTo>
                  <a:pt x="520" y="28"/>
                </a:lnTo>
                <a:lnTo>
                  <a:pt x="521" y="28"/>
                </a:lnTo>
                <a:lnTo>
                  <a:pt x="522" y="28"/>
                </a:lnTo>
                <a:lnTo>
                  <a:pt x="522" y="29"/>
                </a:lnTo>
                <a:lnTo>
                  <a:pt x="522" y="30"/>
                </a:lnTo>
                <a:lnTo>
                  <a:pt x="523" y="31"/>
                </a:lnTo>
                <a:lnTo>
                  <a:pt x="523" y="32"/>
                </a:lnTo>
                <a:lnTo>
                  <a:pt x="523" y="33"/>
                </a:lnTo>
                <a:lnTo>
                  <a:pt x="522" y="33"/>
                </a:lnTo>
                <a:lnTo>
                  <a:pt x="521" y="33"/>
                </a:lnTo>
                <a:lnTo>
                  <a:pt x="521" y="34"/>
                </a:lnTo>
                <a:lnTo>
                  <a:pt x="521" y="35"/>
                </a:lnTo>
                <a:lnTo>
                  <a:pt x="520" y="35"/>
                </a:lnTo>
                <a:lnTo>
                  <a:pt x="520" y="36"/>
                </a:lnTo>
                <a:lnTo>
                  <a:pt x="519" y="36"/>
                </a:lnTo>
                <a:lnTo>
                  <a:pt x="519" y="37"/>
                </a:lnTo>
                <a:lnTo>
                  <a:pt x="520" y="38"/>
                </a:lnTo>
                <a:lnTo>
                  <a:pt x="520" y="39"/>
                </a:lnTo>
                <a:lnTo>
                  <a:pt x="521" y="39"/>
                </a:lnTo>
                <a:lnTo>
                  <a:pt x="522" y="39"/>
                </a:lnTo>
                <a:lnTo>
                  <a:pt x="522" y="40"/>
                </a:lnTo>
                <a:lnTo>
                  <a:pt x="522" y="39"/>
                </a:lnTo>
                <a:lnTo>
                  <a:pt x="523" y="39"/>
                </a:lnTo>
                <a:lnTo>
                  <a:pt x="524" y="39"/>
                </a:lnTo>
                <a:lnTo>
                  <a:pt x="524" y="40"/>
                </a:lnTo>
                <a:lnTo>
                  <a:pt x="525" y="40"/>
                </a:lnTo>
                <a:lnTo>
                  <a:pt x="525" y="41"/>
                </a:lnTo>
                <a:lnTo>
                  <a:pt x="525" y="42"/>
                </a:lnTo>
                <a:lnTo>
                  <a:pt x="526" y="42"/>
                </a:lnTo>
                <a:lnTo>
                  <a:pt x="525" y="42"/>
                </a:lnTo>
                <a:lnTo>
                  <a:pt x="525" y="43"/>
                </a:lnTo>
                <a:lnTo>
                  <a:pt x="524" y="44"/>
                </a:lnTo>
                <a:lnTo>
                  <a:pt x="524" y="45"/>
                </a:lnTo>
                <a:lnTo>
                  <a:pt x="524" y="46"/>
                </a:lnTo>
                <a:lnTo>
                  <a:pt x="523" y="46"/>
                </a:lnTo>
                <a:lnTo>
                  <a:pt x="524" y="46"/>
                </a:lnTo>
                <a:lnTo>
                  <a:pt x="524" y="47"/>
                </a:lnTo>
                <a:lnTo>
                  <a:pt x="523" y="48"/>
                </a:lnTo>
                <a:lnTo>
                  <a:pt x="523" y="49"/>
                </a:lnTo>
                <a:lnTo>
                  <a:pt x="523" y="50"/>
                </a:lnTo>
                <a:lnTo>
                  <a:pt x="523" y="51"/>
                </a:lnTo>
                <a:lnTo>
                  <a:pt x="522" y="51"/>
                </a:lnTo>
                <a:lnTo>
                  <a:pt x="523" y="52"/>
                </a:lnTo>
                <a:lnTo>
                  <a:pt x="524" y="52"/>
                </a:lnTo>
                <a:lnTo>
                  <a:pt x="525" y="52"/>
                </a:lnTo>
                <a:lnTo>
                  <a:pt x="526" y="52"/>
                </a:lnTo>
                <a:lnTo>
                  <a:pt x="527" y="53"/>
                </a:lnTo>
                <a:lnTo>
                  <a:pt x="529" y="53"/>
                </a:lnTo>
                <a:lnTo>
                  <a:pt x="529" y="52"/>
                </a:lnTo>
                <a:lnTo>
                  <a:pt x="530" y="51"/>
                </a:lnTo>
                <a:lnTo>
                  <a:pt x="531" y="51"/>
                </a:lnTo>
                <a:lnTo>
                  <a:pt x="532" y="51"/>
                </a:lnTo>
                <a:lnTo>
                  <a:pt x="533" y="51"/>
                </a:lnTo>
                <a:lnTo>
                  <a:pt x="534" y="52"/>
                </a:lnTo>
                <a:lnTo>
                  <a:pt x="535" y="53"/>
                </a:lnTo>
                <a:lnTo>
                  <a:pt x="535" y="54"/>
                </a:lnTo>
                <a:lnTo>
                  <a:pt x="534" y="54"/>
                </a:lnTo>
                <a:lnTo>
                  <a:pt x="534" y="55"/>
                </a:lnTo>
                <a:lnTo>
                  <a:pt x="535" y="55"/>
                </a:lnTo>
                <a:lnTo>
                  <a:pt x="536" y="56"/>
                </a:lnTo>
                <a:lnTo>
                  <a:pt x="536" y="57"/>
                </a:lnTo>
                <a:lnTo>
                  <a:pt x="537" y="57"/>
                </a:lnTo>
                <a:lnTo>
                  <a:pt x="539" y="58"/>
                </a:lnTo>
                <a:lnTo>
                  <a:pt x="540" y="58"/>
                </a:lnTo>
                <a:lnTo>
                  <a:pt x="541" y="58"/>
                </a:lnTo>
                <a:lnTo>
                  <a:pt x="542" y="58"/>
                </a:lnTo>
                <a:lnTo>
                  <a:pt x="543" y="57"/>
                </a:lnTo>
                <a:lnTo>
                  <a:pt x="544" y="57"/>
                </a:lnTo>
                <a:lnTo>
                  <a:pt x="544" y="58"/>
                </a:lnTo>
                <a:lnTo>
                  <a:pt x="546" y="58"/>
                </a:lnTo>
                <a:lnTo>
                  <a:pt x="547" y="58"/>
                </a:lnTo>
                <a:lnTo>
                  <a:pt x="548" y="58"/>
                </a:lnTo>
                <a:lnTo>
                  <a:pt x="548" y="57"/>
                </a:lnTo>
                <a:lnTo>
                  <a:pt x="549" y="57"/>
                </a:lnTo>
                <a:lnTo>
                  <a:pt x="549" y="56"/>
                </a:lnTo>
                <a:lnTo>
                  <a:pt x="548" y="56"/>
                </a:lnTo>
                <a:lnTo>
                  <a:pt x="549" y="55"/>
                </a:lnTo>
                <a:lnTo>
                  <a:pt x="549" y="54"/>
                </a:lnTo>
                <a:lnTo>
                  <a:pt x="550" y="54"/>
                </a:lnTo>
                <a:lnTo>
                  <a:pt x="551" y="54"/>
                </a:lnTo>
                <a:lnTo>
                  <a:pt x="551" y="53"/>
                </a:lnTo>
                <a:lnTo>
                  <a:pt x="551" y="52"/>
                </a:lnTo>
                <a:lnTo>
                  <a:pt x="552" y="51"/>
                </a:lnTo>
                <a:lnTo>
                  <a:pt x="553" y="52"/>
                </a:lnTo>
                <a:lnTo>
                  <a:pt x="554" y="52"/>
                </a:lnTo>
                <a:lnTo>
                  <a:pt x="554" y="51"/>
                </a:lnTo>
                <a:lnTo>
                  <a:pt x="555" y="51"/>
                </a:lnTo>
                <a:lnTo>
                  <a:pt x="556" y="51"/>
                </a:lnTo>
                <a:lnTo>
                  <a:pt x="556" y="52"/>
                </a:lnTo>
                <a:lnTo>
                  <a:pt x="557" y="52"/>
                </a:lnTo>
                <a:lnTo>
                  <a:pt x="557" y="53"/>
                </a:lnTo>
                <a:lnTo>
                  <a:pt x="557" y="54"/>
                </a:lnTo>
                <a:lnTo>
                  <a:pt x="557" y="55"/>
                </a:lnTo>
                <a:lnTo>
                  <a:pt x="557" y="56"/>
                </a:lnTo>
                <a:lnTo>
                  <a:pt x="557" y="57"/>
                </a:lnTo>
                <a:lnTo>
                  <a:pt x="557" y="58"/>
                </a:lnTo>
                <a:lnTo>
                  <a:pt x="558" y="58"/>
                </a:lnTo>
                <a:lnTo>
                  <a:pt x="558" y="59"/>
                </a:lnTo>
                <a:lnTo>
                  <a:pt x="558" y="60"/>
                </a:lnTo>
                <a:lnTo>
                  <a:pt x="558" y="61"/>
                </a:lnTo>
                <a:lnTo>
                  <a:pt x="557" y="61"/>
                </a:lnTo>
                <a:lnTo>
                  <a:pt x="557" y="62"/>
                </a:lnTo>
                <a:lnTo>
                  <a:pt x="556" y="63"/>
                </a:lnTo>
                <a:lnTo>
                  <a:pt x="556" y="64"/>
                </a:lnTo>
                <a:lnTo>
                  <a:pt x="556" y="65"/>
                </a:lnTo>
                <a:lnTo>
                  <a:pt x="556" y="64"/>
                </a:lnTo>
                <a:lnTo>
                  <a:pt x="557" y="64"/>
                </a:lnTo>
                <a:lnTo>
                  <a:pt x="557" y="65"/>
                </a:lnTo>
                <a:lnTo>
                  <a:pt x="558" y="65"/>
                </a:lnTo>
                <a:lnTo>
                  <a:pt x="558" y="66"/>
                </a:lnTo>
                <a:lnTo>
                  <a:pt x="559" y="65"/>
                </a:lnTo>
                <a:lnTo>
                  <a:pt x="559" y="64"/>
                </a:lnTo>
                <a:lnTo>
                  <a:pt x="559" y="63"/>
                </a:lnTo>
                <a:lnTo>
                  <a:pt x="560" y="63"/>
                </a:lnTo>
                <a:lnTo>
                  <a:pt x="560" y="62"/>
                </a:lnTo>
                <a:lnTo>
                  <a:pt x="561" y="62"/>
                </a:lnTo>
                <a:lnTo>
                  <a:pt x="561" y="61"/>
                </a:lnTo>
                <a:lnTo>
                  <a:pt x="562" y="61"/>
                </a:lnTo>
                <a:lnTo>
                  <a:pt x="562" y="60"/>
                </a:lnTo>
                <a:lnTo>
                  <a:pt x="563" y="60"/>
                </a:lnTo>
                <a:lnTo>
                  <a:pt x="563" y="61"/>
                </a:lnTo>
                <a:lnTo>
                  <a:pt x="564" y="61"/>
                </a:lnTo>
                <a:lnTo>
                  <a:pt x="565" y="61"/>
                </a:lnTo>
                <a:lnTo>
                  <a:pt x="565" y="60"/>
                </a:lnTo>
                <a:lnTo>
                  <a:pt x="566" y="60"/>
                </a:lnTo>
                <a:lnTo>
                  <a:pt x="565" y="61"/>
                </a:lnTo>
                <a:lnTo>
                  <a:pt x="566" y="62"/>
                </a:lnTo>
                <a:lnTo>
                  <a:pt x="567" y="62"/>
                </a:lnTo>
                <a:lnTo>
                  <a:pt x="567" y="61"/>
                </a:lnTo>
                <a:lnTo>
                  <a:pt x="567" y="60"/>
                </a:lnTo>
                <a:lnTo>
                  <a:pt x="568" y="60"/>
                </a:lnTo>
                <a:lnTo>
                  <a:pt x="568" y="61"/>
                </a:lnTo>
                <a:lnTo>
                  <a:pt x="569" y="61"/>
                </a:lnTo>
                <a:lnTo>
                  <a:pt x="569" y="62"/>
                </a:lnTo>
                <a:lnTo>
                  <a:pt x="568" y="62"/>
                </a:lnTo>
                <a:lnTo>
                  <a:pt x="567" y="63"/>
                </a:lnTo>
                <a:lnTo>
                  <a:pt x="568" y="63"/>
                </a:lnTo>
                <a:lnTo>
                  <a:pt x="569" y="63"/>
                </a:lnTo>
                <a:lnTo>
                  <a:pt x="569" y="64"/>
                </a:lnTo>
                <a:lnTo>
                  <a:pt x="570" y="64"/>
                </a:lnTo>
                <a:lnTo>
                  <a:pt x="570" y="63"/>
                </a:lnTo>
                <a:lnTo>
                  <a:pt x="570" y="64"/>
                </a:lnTo>
                <a:lnTo>
                  <a:pt x="571" y="64"/>
                </a:lnTo>
                <a:lnTo>
                  <a:pt x="571" y="63"/>
                </a:lnTo>
                <a:lnTo>
                  <a:pt x="572" y="63"/>
                </a:lnTo>
                <a:lnTo>
                  <a:pt x="573" y="64"/>
                </a:lnTo>
                <a:lnTo>
                  <a:pt x="573" y="65"/>
                </a:lnTo>
                <a:lnTo>
                  <a:pt x="574" y="65"/>
                </a:lnTo>
                <a:lnTo>
                  <a:pt x="575" y="65"/>
                </a:lnTo>
                <a:lnTo>
                  <a:pt x="576" y="66"/>
                </a:lnTo>
                <a:lnTo>
                  <a:pt x="577" y="66"/>
                </a:lnTo>
                <a:lnTo>
                  <a:pt x="577" y="67"/>
                </a:lnTo>
                <a:lnTo>
                  <a:pt x="578" y="67"/>
                </a:lnTo>
                <a:lnTo>
                  <a:pt x="579" y="66"/>
                </a:lnTo>
                <a:lnTo>
                  <a:pt x="580" y="66"/>
                </a:lnTo>
                <a:lnTo>
                  <a:pt x="581" y="66"/>
                </a:lnTo>
                <a:lnTo>
                  <a:pt x="582" y="65"/>
                </a:lnTo>
                <a:lnTo>
                  <a:pt x="583" y="65"/>
                </a:lnTo>
                <a:lnTo>
                  <a:pt x="584" y="65"/>
                </a:lnTo>
                <a:lnTo>
                  <a:pt x="585" y="65"/>
                </a:lnTo>
                <a:lnTo>
                  <a:pt x="586" y="64"/>
                </a:lnTo>
                <a:lnTo>
                  <a:pt x="587" y="64"/>
                </a:lnTo>
                <a:lnTo>
                  <a:pt x="588" y="64"/>
                </a:lnTo>
                <a:lnTo>
                  <a:pt x="589" y="64"/>
                </a:lnTo>
                <a:lnTo>
                  <a:pt x="590" y="65"/>
                </a:lnTo>
                <a:lnTo>
                  <a:pt x="591" y="65"/>
                </a:lnTo>
                <a:lnTo>
                  <a:pt x="592" y="64"/>
                </a:lnTo>
                <a:lnTo>
                  <a:pt x="593" y="64"/>
                </a:lnTo>
                <a:lnTo>
                  <a:pt x="593" y="65"/>
                </a:lnTo>
                <a:lnTo>
                  <a:pt x="594" y="65"/>
                </a:lnTo>
                <a:lnTo>
                  <a:pt x="595" y="65"/>
                </a:lnTo>
                <a:lnTo>
                  <a:pt x="596" y="65"/>
                </a:lnTo>
                <a:lnTo>
                  <a:pt x="597" y="65"/>
                </a:lnTo>
                <a:lnTo>
                  <a:pt x="598" y="65"/>
                </a:lnTo>
                <a:lnTo>
                  <a:pt x="599" y="65"/>
                </a:lnTo>
                <a:lnTo>
                  <a:pt x="600" y="64"/>
                </a:lnTo>
                <a:lnTo>
                  <a:pt x="600" y="65"/>
                </a:lnTo>
                <a:lnTo>
                  <a:pt x="601" y="64"/>
                </a:lnTo>
                <a:lnTo>
                  <a:pt x="602" y="64"/>
                </a:lnTo>
                <a:lnTo>
                  <a:pt x="603" y="64"/>
                </a:lnTo>
                <a:lnTo>
                  <a:pt x="604" y="65"/>
                </a:lnTo>
                <a:lnTo>
                  <a:pt x="605" y="65"/>
                </a:lnTo>
                <a:lnTo>
                  <a:pt x="606" y="65"/>
                </a:lnTo>
                <a:lnTo>
                  <a:pt x="606" y="66"/>
                </a:lnTo>
                <a:lnTo>
                  <a:pt x="607" y="66"/>
                </a:lnTo>
                <a:lnTo>
                  <a:pt x="608" y="66"/>
                </a:lnTo>
                <a:lnTo>
                  <a:pt x="609" y="66"/>
                </a:lnTo>
                <a:lnTo>
                  <a:pt x="609" y="67"/>
                </a:lnTo>
                <a:lnTo>
                  <a:pt x="610" y="68"/>
                </a:lnTo>
                <a:lnTo>
                  <a:pt x="611" y="69"/>
                </a:lnTo>
                <a:lnTo>
                  <a:pt x="611" y="70"/>
                </a:lnTo>
                <a:lnTo>
                  <a:pt x="612" y="70"/>
                </a:lnTo>
                <a:lnTo>
                  <a:pt x="613" y="71"/>
                </a:lnTo>
                <a:lnTo>
                  <a:pt x="614" y="71"/>
                </a:lnTo>
                <a:lnTo>
                  <a:pt x="614" y="72"/>
                </a:lnTo>
                <a:lnTo>
                  <a:pt x="615" y="73"/>
                </a:lnTo>
                <a:lnTo>
                  <a:pt x="615" y="74"/>
                </a:lnTo>
                <a:lnTo>
                  <a:pt x="615" y="75"/>
                </a:lnTo>
                <a:lnTo>
                  <a:pt x="614" y="75"/>
                </a:lnTo>
                <a:lnTo>
                  <a:pt x="614" y="76"/>
                </a:lnTo>
                <a:lnTo>
                  <a:pt x="614" y="77"/>
                </a:lnTo>
                <a:lnTo>
                  <a:pt x="613" y="77"/>
                </a:lnTo>
                <a:lnTo>
                  <a:pt x="613" y="78"/>
                </a:lnTo>
                <a:lnTo>
                  <a:pt x="613" y="79"/>
                </a:lnTo>
                <a:lnTo>
                  <a:pt x="613" y="81"/>
                </a:lnTo>
                <a:lnTo>
                  <a:pt x="614" y="82"/>
                </a:lnTo>
                <a:lnTo>
                  <a:pt x="615" y="82"/>
                </a:lnTo>
                <a:lnTo>
                  <a:pt x="615" y="83"/>
                </a:lnTo>
                <a:lnTo>
                  <a:pt x="614" y="83"/>
                </a:lnTo>
                <a:lnTo>
                  <a:pt x="615" y="84"/>
                </a:lnTo>
                <a:lnTo>
                  <a:pt x="615" y="85"/>
                </a:lnTo>
                <a:lnTo>
                  <a:pt x="615" y="86"/>
                </a:lnTo>
                <a:lnTo>
                  <a:pt x="615" y="87"/>
                </a:lnTo>
                <a:lnTo>
                  <a:pt x="616" y="87"/>
                </a:lnTo>
                <a:lnTo>
                  <a:pt x="617" y="88"/>
                </a:lnTo>
                <a:lnTo>
                  <a:pt x="618" y="88"/>
                </a:lnTo>
                <a:lnTo>
                  <a:pt x="618" y="89"/>
                </a:lnTo>
                <a:lnTo>
                  <a:pt x="619" y="90"/>
                </a:lnTo>
                <a:lnTo>
                  <a:pt x="619" y="91"/>
                </a:lnTo>
                <a:lnTo>
                  <a:pt x="618" y="91"/>
                </a:lnTo>
                <a:lnTo>
                  <a:pt x="619" y="93"/>
                </a:lnTo>
                <a:lnTo>
                  <a:pt x="620" y="93"/>
                </a:lnTo>
                <a:lnTo>
                  <a:pt x="621" y="92"/>
                </a:lnTo>
                <a:lnTo>
                  <a:pt x="622" y="93"/>
                </a:lnTo>
                <a:lnTo>
                  <a:pt x="622" y="94"/>
                </a:lnTo>
                <a:lnTo>
                  <a:pt x="623" y="94"/>
                </a:lnTo>
                <a:lnTo>
                  <a:pt x="623" y="95"/>
                </a:lnTo>
                <a:lnTo>
                  <a:pt x="624" y="96"/>
                </a:lnTo>
                <a:lnTo>
                  <a:pt x="625" y="97"/>
                </a:lnTo>
                <a:lnTo>
                  <a:pt x="625" y="98"/>
                </a:lnTo>
                <a:lnTo>
                  <a:pt x="625" y="99"/>
                </a:lnTo>
                <a:lnTo>
                  <a:pt x="625" y="100"/>
                </a:lnTo>
                <a:lnTo>
                  <a:pt x="626" y="100"/>
                </a:lnTo>
                <a:lnTo>
                  <a:pt x="627" y="100"/>
                </a:lnTo>
                <a:lnTo>
                  <a:pt x="628" y="100"/>
                </a:lnTo>
                <a:lnTo>
                  <a:pt x="628" y="101"/>
                </a:lnTo>
                <a:lnTo>
                  <a:pt x="629" y="101"/>
                </a:lnTo>
                <a:lnTo>
                  <a:pt x="630" y="100"/>
                </a:lnTo>
                <a:lnTo>
                  <a:pt x="631" y="99"/>
                </a:lnTo>
                <a:lnTo>
                  <a:pt x="632" y="99"/>
                </a:lnTo>
                <a:lnTo>
                  <a:pt x="633" y="99"/>
                </a:lnTo>
                <a:lnTo>
                  <a:pt x="634" y="99"/>
                </a:lnTo>
                <a:lnTo>
                  <a:pt x="635" y="100"/>
                </a:lnTo>
                <a:lnTo>
                  <a:pt x="636" y="100"/>
                </a:lnTo>
                <a:lnTo>
                  <a:pt x="636" y="101"/>
                </a:lnTo>
                <a:lnTo>
                  <a:pt x="638" y="101"/>
                </a:lnTo>
                <a:lnTo>
                  <a:pt x="637" y="101"/>
                </a:lnTo>
                <a:lnTo>
                  <a:pt x="636" y="102"/>
                </a:lnTo>
                <a:lnTo>
                  <a:pt x="635" y="102"/>
                </a:lnTo>
                <a:lnTo>
                  <a:pt x="634" y="102"/>
                </a:lnTo>
                <a:lnTo>
                  <a:pt x="634" y="103"/>
                </a:lnTo>
                <a:lnTo>
                  <a:pt x="635" y="103"/>
                </a:lnTo>
                <a:lnTo>
                  <a:pt x="635" y="104"/>
                </a:lnTo>
                <a:lnTo>
                  <a:pt x="634" y="104"/>
                </a:lnTo>
                <a:lnTo>
                  <a:pt x="633" y="104"/>
                </a:lnTo>
                <a:lnTo>
                  <a:pt x="632" y="103"/>
                </a:lnTo>
                <a:lnTo>
                  <a:pt x="630" y="103"/>
                </a:lnTo>
                <a:lnTo>
                  <a:pt x="629" y="102"/>
                </a:lnTo>
                <a:lnTo>
                  <a:pt x="628" y="102"/>
                </a:lnTo>
                <a:lnTo>
                  <a:pt x="627" y="103"/>
                </a:lnTo>
                <a:lnTo>
                  <a:pt x="626" y="103"/>
                </a:lnTo>
                <a:lnTo>
                  <a:pt x="627" y="105"/>
                </a:lnTo>
                <a:lnTo>
                  <a:pt x="628" y="106"/>
                </a:lnTo>
                <a:lnTo>
                  <a:pt x="628" y="107"/>
                </a:lnTo>
                <a:lnTo>
                  <a:pt x="628" y="108"/>
                </a:lnTo>
                <a:lnTo>
                  <a:pt x="628" y="109"/>
                </a:lnTo>
                <a:lnTo>
                  <a:pt x="628" y="110"/>
                </a:lnTo>
                <a:lnTo>
                  <a:pt x="628" y="111"/>
                </a:lnTo>
                <a:lnTo>
                  <a:pt x="628" y="112"/>
                </a:lnTo>
                <a:lnTo>
                  <a:pt x="629" y="112"/>
                </a:lnTo>
                <a:lnTo>
                  <a:pt x="629" y="113"/>
                </a:lnTo>
                <a:lnTo>
                  <a:pt x="629" y="114"/>
                </a:lnTo>
                <a:lnTo>
                  <a:pt x="630" y="114"/>
                </a:lnTo>
                <a:lnTo>
                  <a:pt x="630" y="115"/>
                </a:lnTo>
                <a:lnTo>
                  <a:pt x="631" y="116"/>
                </a:lnTo>
                <a:lnTo>
                  <a:pt x="631" y="117"/>
                </a:lnTo>
                <a:lnTo>
                  <a:pt x="631" y="118"/>
                </a:lnTo>
                <a:lnTo>
                  <a:pt x="631" y="119"/>
                </a:lnTo>
                <a:lnTo>
                  <a:pt x="632" y="120"/>
                </a:lnTo>
                <a:lnTo>
                  <a:pt x="632" y="121"/>
                </a:lnTo>
                <a:lnTo>
                  <a:pt x="632" y="122"/>
                </a:lnTo>
                <a:lnTo>
                  <a:pt x="633" y="123"/>
                </a:lnTo>
                <a:lnTo>
                  <a:pt x="631" y="124"/>
                </a:lnTo>
                <a:lnTo>
                  <a:pt x="631" y="125"/>
                </a:lnTo>
                <a:lnTo>
                  <a:pt x="631" y="126"/>
                </a:lnTo>
                <a:lnTo>
                  <a:pt x="631" y="125"/>
                </a:lnTo>
                <a:lnTo>
                  <a:pt x="632" y="125"/>
                </a:lnTo>
                <a:lnTo>
                  <a:pt x="632" y="126"/>
                </a:lnTo>
                <a:lnTo>
                  <a:pt x="631" y="126"/>
                </a:lnTo>
                <a:lnTo>
                  <a:pt x="631" y="127"/>
                </a:lnTo>
                <a:lnTo>
                  <a:pt x="631" y="128"/>
                </a:lnTo>
                <a:lnTo>
                  <a:pt x="630" y="128"/>
                </a:lnTo>
                <a:lnTo>
                  <a:pt x="630" y="129"/>
                </a:lnTo>
                <a:lnTo>
                  <a:pt x="629" y="129"/>
                </a:lnTo>
                <a:lnTo>
                  <a:pt x="629" y="130"/>
                </a:lnTo>
                <a:lnTo>
                  <a:pt x="630" y="130"/>
                </a:lnTo>
                <a:lnTo>
                  <a:pt x="631" y="131"/>
                </a:lnTo>
                <a:lnTo>
                  <a:pt x="632" y="131"/>
                </a:lnTo>
                <a:lnTo>
                  <a:pt x="633" y="131"/>
                </a:lnTo>
                <a:lnTo>
                  <a:pt x="633" y="130"/>
                </a:lnTo>
                <a:lnTo>
                  <a:pt x="634" y="130"/>
                </a:lnTo>
                <a:lnTo>
                  <a:pt x="635" y="130"/>
                </a:lnTo>
                <a:lnTo>
                  <a:pt x="635" y="131"/>
                </a:lnTo>
                <a:lnTo>
                  <a:pt x="636" y="131"/>
                </a:lnTo>
                <a:lnTo>
                  <a:pt x="637" y="131"/>
                </a:lnTo>
                <a:lnTo>
                  <a:pt x="637" y="133"/>
                </a:lnTo>
                <a:lnTo>
                  <a:pt x="635" y="134"/>
                </a:lnTo>
                <a:lnTo>
                  <a:pt x="634" y="134"/>
                </a:lnTo>
                <a:lnTo>
                  <a:pt x="634" y="135"/>
                </a:lnTo>
                <a:lnTo>
                  <a:pt x="633" y="135"/>
                </a:lnTo>
                <a:lnTo>
                  <a:pt x="633" y="136"/>
                </a:lnTo>
                <a:lnTo>
                  <a:pt x="633" y="137"/>
                </a:lnTo>
                <a:lnTo>
                  <a:pt x="633" y="138"/>
                </a:lnTo>
                <a:lnTo>
                  <a:pt x="633" y="139"/>
                </a:lnTo>
                <a:lnTo>
                  <a:pt x="632" y="140"/>
                </a:lnTo>
                <a:lnTo>
                  <a:pt x="631" y="140"/>
                </a:lnTo>
                <a:lnTo>
                  <a:pt x="630" y="140"/>
                </a:lnTo>
                <a:lnTo>
                  <a:pt x="629" y="140"/>
                </a:lnTo>
                <a:lnTo>
                  <a:pt x="629" y="139"/>
                </a:lnTo>
                <a:lnTo>
                  <a:pt x="628" y="139"/>
                </a:lnTo>
                <a:lnTo>
                  <a:pt x="628" y="140"/>
                </a:lnTo>
                <a:lnTo>
                  <a:pt x="627" y="140"/>
                </a:lnTo>
                <a:lnTo>
                  <a:pt x="627" y="139"/>
                </a:lnTo>
                <a:lnTo>
                  <a:pt x="626" y="139"/>
                </a:lnTo>
                <a:lnTo>
                  <a:pt x="626" y="140"/>
                </a:lnTo>
                <a:lnTo>
                  <a:pt x="625" y="140"/>
                </a:lnTo>
                <a:lnTo>
                  <a:pt x="625" y="141"/>
                </a:lnTo>
                <a:lnTo>
                  <a:pt x="625" y="142"/>
                </a:lnTo>
                <a:lnTo>
                  <a:pt x="624" y="142"/>
                </a:lnTo>
                <a:lnTo>
                  <a:pt x="624" y="144"/>
                </a:lnTo>
                <a:lnTo>
                  <a:pt x="624" y="146"/>
                </a:lnTo>
                <a:lnTo>
                  <a:pt x="625" y="146"/>
                </a:lnTo>
                <a:lnTo>
                  <a:pt x="625" y="148"/>
                </a:lnTo>
                <a:lnTo>
                  <a:pt x="625" y="149"/>
                </a:lnTo>
                <a:lnTo>
                  <a:pt x="625" y="151"/>
                </a:lnTo>
                <a:lnTo>
                  <a:pt x="626" y="152"/>
                </a:lnTo>
                <a:lnTo>
                  <a:pt x="627" y="152"/>
                </a:lnTo>
                <a:lnTo>
                  <a:pt x="628" y="152"/>
                </a:lnTo>
                <a:lnTo>
                  <a:pt x="629" y="152"/>
                </a:lnTo>
                <a:lnTo>
                  <a:pt x="630" y="152"/>
                </a:lnTo>
                <a:lnTo>
                  <a:pt x="631" y="152"/>
                </a:lnTo>
                <a:lnTo>
                  <a:pt x="632" y="152"/>
                </a:lnTo>
                <a:lnTo>
                  <a:pt x="632" y="153"/>
                </a:lnTo>
                <a:lnTo>
                  <a:pt x="632" y="154"/>
                </a:lnTo>
                <a:lnTo>
                  <a:pt x="633" y="154"/>
                </a:lnTo>
                <a:lnTo>
                  <a:pt x="634" y="155"/>
                </a:lnTo>
                <a:lnTo>
                  <a:pt x="635" y="155"/>
                </a:lnTo>
                <a:lnTo>
                  <a:pt x="635" y="156"/>
                </a:lnTo>
                <a:lnTo>
                  <a:pt x="636" y="156"/>
                </a:lnTo>
                <a:lnTo>
                  <a:pt x="637" y="156"/>
                </a:lnTo>
                <a:lnTo>
                  <a:pt x="637" y="157"/>
                </a:lnTo>
                <a:lnTo>
                  <a:pt x="637" y="158"/>
                </a:lnTo>
                <a:lnTo>
                  <a:pt x="638" y="158"/>
                </a:lnTo>
                <a:lnTo>
                  <a:pt x="639" y="158"/>
                </a:lnTo>
                <a:lnTo>
                  <a:pt x="639" y="159"/>
                </a:lnTo>
                <a:lnTo>
                  <a:pt x="640" y="159"/>
                </a:lnTo>
                <a:lnTo>
                  <a:pt x="640" y="160"/>
                </a:lnTo>
                <a:lnTo>
                  <a:pt x="641" y="160"/>
                </a:lnTo>
                <a:lnTo>
                  <a:pt x="642" y="160"/>
                </a:lnTo>
                <a:lnTo>
                  <a:pt x="643" y="160"/>
                </a:lnTo>
                <a:lnTo>
                  <a:pt x="643" y="159"/>
                </a:lnTo>
                <a:lnTo>
                  <a:pt x="644" y="159"/>
                </a:lnTo>
                <a:lnTo>
                  <a:pt x="645" y="159"/>
                </a:lnTo>
                <a:lnTo>
                  <a:pt x="645" y="160"/>
                </a:lnTo>
                <a:lnTo>
                  <a:pt x="645" y="161"/>
                </a:lnTo>
                <a:lnTo>
                  <a:pt x="646" y="161"/>
                </a:lnTo>
                <a:lnTo>
                  <a:pt x="646" y="162"/>
                </a:lnTo>
                <a:lnTo>
                  <a:pt x="647" y="162"/>
                </a:lnTo>
                <a:lnTo>
                  <a:pt x="648" y="162"/>
                </a:lnTo>
                <a:lnTo>
                  <a:pt x="648" y="161"/>
                </a:lnTo>
                <a:lnTo>
                  <a:pt x="649" y="161"/>
                </a:lnTo>
                <a:lnTo>
                  <a:pt x="650" y="162"/>
                </a:lnTo>
                <a:lnTo>
                  <a:pt x="651" y="162"/>
                </a:lnTo>
                <a:lnTo>
                  <a:pt x="651" y="163"/>
                </a:lnTo>
                <a:lnTo>
                  <a:pt x="651" y="164"/>
                </a:lnTo>
                <a:lnTo>
                  <a:pt x="652" y="164"/>
                </a:lnTo>
                <a:lnTo>
                  <a:pt x="652" y="165"/>
                </a:lnTo>
                <a:lnTo>
                  <a:pt x="653" y="166"/>
                </a:lnTo>
                <a:lnTo>
                  <a:pt x="654" y="166"/>
                </a:lnTo>
                <a:lnTo>
                  <a:pt x="655" y="167"/>
                </a:lnTo>
                <a:lnTo>
                  <a:pt x="656" y="168"/>
                </a:lnTo>
                <a:lnTo>
                  <a:pt x="657" y="169"/>
                </a:lnTo>
                <a:lnTo>
                  <a:pt x="658" y="168"/>
                </a:lnTo>
                <a:lnTo>
                  <a:pt x="659" y="169"/>
                </a:lnTo>
                <a:lnTo>
                  <a:pt x="660" y="168"/>
                </a:lnTo>
                <a:lnTo>
                  <a:pt x="662" y="167"/>
                </a:lnTo>
                <a:lnTo>
                  <a:pt x="662" y="168"/>
                </a:lnTo>
                <a:lnTo>
                  <a:pt x="663" y="168"/>
                </a:lnTo>
                <a:lnTo>
                  <a:pt x="663" y="169"/>
                </a:lnTo>
                <a:lnTo>
                  <a:pt x="664" y="170"/>
                </a:lnTo>
                <a:lnTo>
                  <a:pt x="664" y="171"/>
                </a:lnTo>
                <a:lnTo>
                  <a:pt x="665" y="171"/>
                </a:lnTo>
                <a:lnTo>
                  <a:pt x="666" y="171"/>
                </a:lnTo>
                <a:lnTo>
                  <a:pt x="667" y="170"/>
                </a:lnTo>
                <a:lnTo>
                  <a:pt x="668" y="171"/>
                </a:lnTo>
                <a:lnTo>
                  <a:pt x="669" y="171"/>
                </a:lnTo>
                <a:lnTo>
                  <a:pt x="670" y="171"/>
                </a:lnTo>
                <a:lnTo>
                  <a:pt x="670" y="170"/>
                </a:lnTo>
                <a:lnTo>
                  <a:pt x="671" y="170"/>
                </a:lnTo>
                <a:lnTo>
                  <a:pt x="672" y="170"/>
                </a:lnTo>
                <a:lnTo>
                  <a:pt x="672" y="169"/>
                </a:lnTo>
                <a:lnTo>
                  <a:pt x="673" y="169"/>
                </a:lnTo>
                <a:lnTo>
                  <a:pt x="674" y="169"/>
                </a:lnTo>
                <a:lnTo>
                  <a:pt x="675" y="169"/>
                </a:lnTo>
                <a:lnTo>
                  <a:pt x="675" y="170"/>
                </a:lnTo>
                <a:lnTo>
                  <a:pt x="676" y="171"/>
                </a:lnTo>
                <a:lnTo>
                  <a:pt x="676" y="172"/>
                </a:lnTo>
                <a:lnTo>
                  <a:pt x="677" y="172"/>
                </a:lnTo>
                <a:lnTo>
                  <a:pt x="677" y="173"/>
                </a:lnTo>
                <a:lnTo>
                  <a:pt x="678" y="173"/>
                </a:lnTo>
                <a:lnTo>
                  <a:pt x="678" y="174"/>
                </a:lnTo>
                <a:lnTo>
                  <a:pt x="677" y="174"/>
                </a:lnTo>
                <a:lnTo>
                  <a:pt x="678" y="174"/>
                </a:lnTo>
                <a:lnTo>
                  <a:pt x="678" y="175"/>
                </a:lnTo>
                <a:lnTo>
                  <a:pt x="679" y="175"/>
                </a:lnTo>
                <a:lnTo>
                  <a:pt x="680" y="175"/>
                </a:lnTo>
                <a:lnTo>
                  <a:pt x="681" y="175"/>
                </a:lnTo>
                <a:lnTo>
                  <a:pt x="681" y="174"/>
                </a:lnTo>
                <a:lnTo>
                  <a:pt x="682" y="174"/>
                </a:lnTo>
                <a:lnTo>
                  <a:pt x="683" y="174"/>
                </a:lnTo>
                <a:lnTo>
                  <a:pt x="683" y="173"/>
                </a:lnTo>
                <a:lnTo>
                  <a:pt x="684" y="173"/>
                </a:lnTo>
                <a:lnTo>
                  <a:pt x="685" y="173"/>
                </a:lnTo>
                <a:lnTo>
                  <a:pt x="686" y="172"/>
                </a:lnTo>
                <a:lnTo>
                  <a:pt x="687" y="172"/>
                </a:lnTo>
                <a:lnTo>
                  <a:pt x="688" y="172"/>
                </a:lnTo>
                <a:lnTo>
                  <a:pt x="688" y="171"/>
                </a:lnTo>
                <a:lnTo>
                  <a:pt x="689" y="171"/>
                </a:lnTo>
                <a:lnTo>
                  <a:pt x="690" y="171"/>
                </a:lnTo>
                <a:lnTo>
                  <a:pt x="691" y="171"/>
                </a:lnTo>
                <a:lnTo>
                  <a:pt x="691" y="170"/>
                </a:lnTo>
                <a:lnTo>
                  <a:pt x="692" y="170"/>
                </a:lnTo>
                <a:lnTo>
                  <a:pt x="693" y="170"/>
                </a:lnTo>
                <a:lnTo>
                  <a:pt x="694" y="170"/>
                </a:lnTo>
                <a:lnTo>
                  <a:pt x="695" y="171"/>
                </a:lnTo>
                <a:lnTo>
                  <a:pt x="696" y="171"/>
                </a:lnTo>
                <a:lnTo>
                  <a:pt x="696" y="172"/>
                </a:lnTo>
                <a:lnTo>
                  <a:pt x="697" y="173"/>
                </a:lnTo>
                <a:lnTo>
                  <a:pt x="697" y="174"/>
                </a:lnTo>
                <a:lnTo>
                  <a:pt x="698" y="174"/>
                </a:lnTo>
                <a:lnTo>
                  <a:pt x="698" y="175"/>
                </a:lnTo>
                <a:lnTo>
                  <a:pt x="699" y="176"/>
                </a:lnTo>
                <a:lnTo>
                  <a:pt x="700" y="175"/>
                </a:lnTo>
                <a:lnTo>
                  <a:pt x="701" y="175"/>
                </a:lnTo>
                <a:lnTo>
                  <a:pt x="702" y="175"/>
                </a:lnTo>
                <a:lnTo>
                  <a:pt x="703" y="174"/>
                </a:lnTo>
                <a:lnTo>
                  <a:pt x="704" y="174"/>
                </a:lnTo>
                <a:lnTo>
                  <a:pt x="705" y="174"/>
                </a:lnTo>
                <a:lnTo>
                  <a:pt x="705" y="173"/>
                </a:lnTo>
                <a:lnTo>
                  <a:pt x="706" y="173"/>
                </a:lnTo>
                <a:lnTo>
                  <a:pt x="706" y="172"/>
                </a:lnTo>
                <a:lnTo>
                  <a:pt x="707" y="172"/>
                </a:lnTo>
                <a:lnTo>
                  <a:pt x="708" y="171"/>
                </a:lnTo>
                <a:lnTo>
                  <a:pt x="708" y="170"/>
                </a:lnTo>
                <a:lnTo>
                  <a:pt x="708" y="169"/>
                </a:lnTo>
                <a:lnTo>
                  <a:pt x="709" y="169"/>
                </a:lnTo>
                <a:lnTo>
                  <a:pt x="709" y="168"/>
                </a:lnTo>
                <a:lnTo>
                  <a:pt x="710" y="168"/>
                </a:lnTo>
                <a:lnTo>
                  <a:pt x="711" y="168"/>
                </a:lnTo>
                <a:lnTo>
                  <a:pt x="712" y="169"/>
                </a:lnTo>
                <a:lnTo>
                  <a:pt x="712" y="170"/>
                </a:lnTo>
                <a:lnTo>
                  <a:pt x="713" y="170"/>
                </a:lnTo>
                <a:lnTo>
                  <a:pt x="713" y="169"/>
                </a:lnTo>
                <a:lnTo>
                  <a:pt x="714" y="169"/>
                </a:lnTo>
                <a:lnTo>
                  <a:pt x="715" y="169"/>
                </a:lnTo>
                <a:lnTo>
                  <a:pt x="716" y="169"/>
                </a:lnTo>
                <a:lnTo>
                  <a:pt x="716" y="168"/>
                </a:lnTo>
                <a:lnTo>
                  <a:pt x="717" y="168"/>
                </a:lnTo>
                <a:lnTo>
                  <a:pt x="718" y="168"/>
                </a:lnTo>
                <a:lnTo>
                  <a:pt x="718" y="167"/>
                </a:lnTo>
                <a:lnTo>
                  <a:pt x="719" y="167"/>
                </a:lnTo>
                <a:lnTo>
                  <a:pt x="720" y="167"/>
                </a:lnTo>
                <a:lnTo>
                  <a:pt x="720" y="166"/>
                </a:lnTo>
                <a:lnTo>
                  <a:pt x="721" y="165"/>
                </a:lnTo>
                <a:lnTo>
                  <a:pt x="722" y="164"/>
                </a:lnTo>
                <a:lnTo>
                  <a:pt x="723" y="164"/>
                </a:lnTo>
                <a:lnTo>
                  <a:pt x="724" y="163"/>
                </a:lnTo>
                <a:lnTo>
                  <a:pt x="725" y="163"/>
                </a:lnTo>
                <a:lnTo>
                  <a:pt x="726" y="163"/>
                </a:lnTo>
                <a:lnTo>
                  <a:pt x="727" y="161"/>
                </a:lnTo>
                <a:lnTo>
                  <a:pt x="728" y="161"/>
                </a:lnTo>
                <a:lnTo>
                  <a:pt x="729" y="162"/>
                </a:lnTo>
                <a:lnTo>
                  <a:pt x="729" y="161"/>
                </a:lnTo>
                <a:lnTo>
                  <a:pt x="730" y="161"/>
                </a:lnTo>
                <a:lnTo>
                  <a:pt x="730" y="160"/>
                </a:lnTo>
                <a:lnTo>
                  <a:pt x="730" y="159"/>
                </a:lnTo>
                <a:lnTo>
                  <a:pt x="730" y="158"/>
                </a:lnTo>
                <a:lnTo>
                  <a:pt x="729" y="158"/>
                </a:lnTo>
                <a:lnTo>
                  <a:pt x="729" y="159"/>
                </a:lnTo>
                <a:lnTo>
                  <a:pt x="729" y="158"/>
                </a:lnTo>
                <a:lnTo>
                  <a:pt x="729" y="157"/>
                </a:lnTo>
                <a:lnTo>
                  <a:pt x="728" y="157"/>
                </a:lnTo>
                <a:lnTo>
                  <a:pt x="727" y="157"/>
                </a:lnTo>
                <a:lnTo>
                  <a:pt x="727" y="156"/>
                </a:lnTo>
                <a:lnTo>
                  <a:pt x="727" y="155"/>
                </a:lnTo>
                <a:lnTo>
                  <a:pt x="727" y="154"/>
                </a:lnTo>
                <a:lnTo>
                  <a:pt x="726" y="154"/>
                </a:lnTo>
                <a:lnTo>
                  <a:pt x="726" y="153"/>
                </a:lnTo>
                <a:lnTo>
                  <a:pt x="725" y="152"/>
                </a:lnTo>
                <a:lnTo>
                  <a:pt x="724" y="151"/>
                </a:lnTo>
                <a:lnTo>
                  <a:pt x="725" y="151"/>
                </a:lnTo>
                <a:lnTo>
                  <a:pt x="725" y="150"/>
                </a:lnTo>
                <a:lnTo>
                  <a:pt x="724" y="150"/>
                </a:lnTo>
                <a:lnTo>
                  <a:pt x="724" y="149"/>
                </a:lnTo>
                <a:lnTo>
                  <a:pt x="725" y="149"/>
                </a:lnTo>
                <a:lnTo>
                  <a:pt x="724" y="148"/>
                </a:lnTo>
                <a:lnTo>
                  <a:pt x="724" y="147"/>
                </a:lnTo>
                <a:lnTo>
                  <a:pt x="725" y="146"/>
                </a:lnTo>
                <a:lnTo>
                  <a:pt x="726" y="146"/>
                </a:lnTo>
                <a:lnTo>
                  <a:pt x="726" y="145"/>
                </a:lnTo>
                <a:lnTo>
                  <a:pt x="726" y="144"/>
                </a:lnTo>
                <a:lnTo>
                  <a:pt x="726" y="142"/>
                </a:lnTo>
                <a:lnTo>
                  <a:pt x="727" y="141"/>
                </a:lnTo>
                <a:lnTo>
                  <a:pt x="728" y="141"/>
                </a:lnTo>
                <a:lnTo>
                  <a:pt x="729" y="141"/>
                </a:lnTo>
                <a:lnTo>
                  <a:pt x="730" y="141"/>
                </a:lnTo>
                <a:lnTo>
                  <a:pt x="731" y="141"/>
                </a:lnTo>
                <a:lnTo>
                  <a:pt x="733" y="142"/>
                </a:lnTo>
                <a:lnTo>
                  <a:pt x="734" y="143"/>
                </a:lnTo>
                <a:lnTo>
                  <a:pt x="733" y="144"/>
                </a:lnTo>
                <a:lnTo>
                  <a:pt x="734" y="145"/>
                </a:lnTo>
                <a:lnTo>
                  <a:pt x="733" y="145"/>
                </a:lnTo>
                <a:lnTo>
                  <a:pt x="733" y="146"/>
                </a:lnTo>
                <a:lnTo>
                  <a:pt x="733" y="147"/>
                </a:lnTo>
                <a:lnTo>
                  <a:pt x="734" y="148"/>
                </a:lnTo>
                <a:lnTo>
                  <a:pt x="735" y="148"/>
                </a:lnTo>
                <a:lnTo>
                  <a:pt x="735" y="149"/>
                </a:lnTo>
                <a:lnTo>
                  <a:pt x="736" y="150"/>
                </a:lnTo>
                <a:lnTo>
                  <a:pt x="736" y="151"/>
                </a:lnTo>
                <a:lnTo>
                  <a:pt x="736" y="152"/>
                </a:lnTo>
                <a:lnTo>
                  <a:pt x="737" y="152"/>
                </a:lnTo>
                <a:lnTo>
                  <a:pt x="737" y="153"/>
                </a:lnTo>
                <a:lnTo>
                  <a:pt x="737" y="154"/>
                </a:lnTo>
                <a:lnTo>
                  <a:pt x="737" y="155"/>
                </a:lnTo>
                <a:lnTo>
                  <a:pt x="737" y="156"/>
                </a:lnTo>
                <a:lnTo>
                  <a:pt x="738" y="156"/>
                </a:lnTo>
                <a:lnTo>
                  <a:pt x="738" y="155"/>
                </a:lnTo>
                <a:lnTo>
                  <a:pt x="739" y="155"/>
                </a:lnTo>
                <a:lnTo>
                  <a:pt x="739" y="156"/>
                </a:lnTo>
                <a:lnTo>
                  <a:pt x="739" y="157"/>
                </a:lnTo>
                <a:lnTo>
                  <a:pt x="739" y="158"/>
                </a:lnTo>
                <a:lnTo>
                  <a:pt x="740" y="158"/>
                </a:lnTo>
                <a:lnTo>
                  <a:pt x="740" y="159"/>
                </a:lnTo>
                <a:lnTo>
                  <a:pt x="739" y="160"/>
                </a:lnTo>
                <a:lnTo>
                  <a:pt x="739" y="161"/>
                </a:lnTo>
                <a:lnTo>
                  <a:pt x="739" y="162"/>
                </a:lnTo>
                <a:lnTo>
                  <a:pt x="740" y="162"/>
                </a:lnTo>
                <a:lnTo>
                  <a:pt x="741" y="162"/>
                </a:lnTo>
                <a:lnTo>
                  <a:pt x="742" y="162"/>
                </a:lnTo>
                <a:lnTo>
                  <a:pt x="742" y="163"/>
                </a:lnTo>
                <a:lnTo>
                  <a:pt x="742" y="164"/>
                </a:lnTo>
                <a:lnTo>
                  <a:pt x="742" y="165"/>
                </a:lnTo>
                <a:lnTo>
                  <a:pt x="743" y="165"/>
                </a:lnTo>
                <a:lnTo>
                  <a:pt x="744" y="165"/>
                </a:lnTo>
                <a:lnTo>
                  <a:pt x="745" y="165"/>
                </a:lnTo>
                <a:lnTo>
                  <a:pt x="745" y="164"/>
                </a:lnTo>
                <a:lnTo>
                  <a:pt x="746" y="164"/>
                </a:lnTo>
                <a:lnTo>
                  <a:pt x="747" y="164"/>
                </a:lnTo>
                <a:lnTo>
                  <a:pt x="747" y="163"/>
                </a:lnTo>
                <a:lnTo>
                  <a:pt x="748" y="163"/>
                </a:lnTo>
                <a:lnTo>
                  <a:pt x="749" y="162"/>
                </a:lnTo>
                <a:lnTo>
                  <a:pt x="750" y="162"/>
                </a:lnTo>
                <a:lnTo>
                  <a:pt x="750" y="161"/>
                </a:lnTo>
                <a:lnTo>
                  <a:pt x="751" y="161"/>
                </a:lnTo>
                <a:lnTo>
                  <a:pt x="752" y="161"/>
                </a:lnTo>
                <a:lnTo>
                  <a:pt x="752" y="160"/>
                </a:lnTo>
                <a:lnTo>
                  <a:pt x="753" y="159"/>
                </a:lnTo>
                <a:lnTo>
                  <a:pt x="754" y="159"/>
                </a:lnTo>
                <a:lnTo>
                  <a:pt x="755" y="159"/>
                </a:lnTo>
                <a:lnTo>
                  <a:pt x="756" y="159"/>
                </a:lnTo>
                <a:lnTo>
                  <a:pt x="756" y="158"/>
                </a:lnTo>
                <a:lnTo>
                  <a:pt x="757" y="158"/>
                </a:lnTo>
                <a:lnTo>
                  <a:pt x="758" y="158"/>
                </a:lnTo>
                <a:lnTo>
                  <a:pt x="759" y="159"/>
                </a:lnTo>
                <a:lnTo>
                  <a:pt x="759" y="160"/>
                </a:lnTo>
                <a:lnTo>
                  <a:pt x="760" y="159"/>
                </a:lnTo>
                <a:lnTo>
                  <a:pt x="761" y="159"/>
                </a:lnTo>
                <a:lnTo>
                  <a:pt x="762" y="158"/>
                </a:lnTo>
                <a:lnTo>
                  <a:pt x="762" y="157"/>
                </a:lnTo>
                <a:lnTo>
                  <a:pt x="763" y="157"/>
                </a:lnTo>
                <a:lnTo>
                  <a:pt x="763" y="158"/>
                </a:lnTo>
                <a:lnTo>
                  <a:pt x="763" y="157"/>
                </a:lnTo>
                <a:lnTo>
                  <a:pt x="763" y="156"/>
                </a:lnTo>
                <a:lnTo>
                  <a:pt x="763" y="155"/>
                </a:lnTo>
                <a:lnTo>
                  <a:pt x="763" y="154"/>
                </a:lnTo>
                <a:lnTo>
                  <a:pt x="763" y="153"/>
                </a:lnTo>
                <a:lnTo>
                  <a:pt x="763" y="152"/>
                </a:lnTo>
                <a:lnTo>
                  <a:pt x="764" y="152"/>
                </a:lnTo>
                <a:lnTo>
                  <a:pt x="765" y="153"/>
                </a:lnTo>
                <a:lnTo>
                  <a:pt x="766" y="153"/>
                </a:lnTo>
                <a:lnTo>
                  <a:pt x="766" y="152"/>
                </a:lnTo>
                <a:lnTo>
                  <a:pt x="767" y="152"/>
                </a:lnTo>
                <a:lnTo>
                  <a:pt x="768" y="152"/>
                </a:lnTo>
                <a:lnTo>
                  <a:pt x="768" y="151"/>
                </a:lnTo>
                <a:lnTo>
                  <a:pt x="769" y="151"/>
                </a:lnTo>
                <a:lnTo>
                  <a:pt x="771" y="151"/>
                </a:lnTo>
                <a:lnTo>
                  <a:pt x="772" y="152"/>
                </a:lnTo>
                <a:lnTo>
                  <a:pt x="773" y="152"/>
                </a:lnTo>
                <a:lnTo>
                  <a:pt x="774" y="151"/>
                </a:lnTo>
                <a:lnTo>
                  <a:pt x="775" y="151"/>
                </a:lnTo>
                <a:lnTo>
                  <a:pt x="775" y="150"/>
                </a:lnTo>
                <a:lnTo>
                  <a:pt x="776" y="150"/>
                </a:lnTo>
                <a:lnTo>
                  <a:pt x="777" y="150"/>
                </a:lnTo>
                <a:lnTo>
                  <a:pt x="777" y="151"/>
                </a:lnTo>
                <a:lnTo>
                  <a:pt x="778" y="151"/>
                </a:lnTo>
                <a:lnTo>
                  <a:pt x="778" y="152"/>
                </a:lnTo>
                <a:lnTo>
                  <a:pt x="779" y="152"/>
                </a:lnTo>
                <a:lnTo>
                  <a:pt x="780" y="152"/>
                </a:lnTo>
                <a:lnTo>
                  <a:pt x="780" y="151"/>
                </a:lnTo>
                <a:lnTo>
                  <a:pt x="780" y="150"/>
                </a:lnTo>
                <a:lnTo>
                  <a:pt x="781" y="150"/>
                </a:lnTo>
                <a:lnTo>
                  <a:pt x="781" y="149"/>
                </a:lnTo>
                <a:lnTo>
                  <a:pt x="782" y="149"/>
                </a:lnTo>
                <a:lnTo>
                  <a:pt x="783" y="149"/>
                </a:lnTo>
                <a:lnTo>
                  <a:pt x="783" y="148"/>
                </a:lnTo>
                <a:lnTo>
                  <a:pt x="783" y="149"/>
                </a:lnTo>
                <a:lnTo>
                  <a:pt x="784" y="150"/>
                </a:lnTo>
                <a:lnTo>
                  <a:pt x="784" y="151"/>
                </a:lnTo>
                <a:lnTo>
                  <a:pt x="785" y="151"/>
                </a:lnTo>
                <a:lnTo>
                  <a:pt x="785" y="152"/>
                </a:lnTo>
                <a:lnTo>
                  <a:pt x="786" y="152"/>
                </a:lnTo>
                <a:lnTo>
                  <a:pt x="787" y="152"/>
                </a:lnTo>
                <a:lnTo>
                  <a:pt x="787" y="153"/>
                </a:lnTo>
                <a:lnTo>
                  <a:pt x="787" y="154"/>
                </a:lnTo>
                <a:lnTo>
                  <a:pt x="788" y="154"/>
                </a:lnTo>
                <a:lnTo>
                  <a:pt x="788" y="155"/>
                </a:lnTo>
                <a:lnTo>
                  <a:pt x="788" y="156"/>
                </a:lnTo>
                <a:lnTo>
                  <a:pt x="787" y="156"/>
                </a:lnTo>
                <a:lnTo>
                  <a:pt x="786" y="156"/>
                </a:lnTo>
                <a:lnTo>
                  <a:pt x="785" y="156"/>
                </a:lnTo>
                <a:lnTo>
                  <a:pt x="784" y="157"/>
                </a:lnTo>
                <a:lnTo>
                  <a:pt x="785" y="158"/>
                </a:lnTo>
                <a:lnTo>
                  <a:pt x="785" y="159"/>
                </a:lnTo>
                <a:lnTo>
                  <a:pt x="786" y="160"/>
                </a:lnTo>
                <a:lnTo>
                  <a:pt x="787" y="160"/>
                </a:lnTo>
                <a:lnTo>
                  <a:pt x="787" y="161"/>
                </a:lnTo>
                <a:lnTo>
                  <a:pt x="788" y="161"/>
                </a:lnTo>
                <a:lnTo>
                  <a:pt x="789" y="162"/>
                </a:lnTo>
                <a:lnTo>
                  <a:pt x="789" y="163"/>
                </a:lnTo>
                <a:lnTo>
                  <a:pt x="790" y="163"/>
                </a:lnTo>
                <a:lnTo>
                  <a:pt x="792" y="163"/>
                </a:lnTo>
                <a:lnTo>
                  <a:pt x="792" y="162"/>
                </a:lnTo>
                <a:lnTo>
                  <a:pt x="792" y="163"/>
                </a:lnTo>
                <a:lnTo>
                  <a:pt x="793" y="163"/>
                </a:lnTo>
                <a:lnTo>
                  <a:pt x="793" y="164"/>
                </a:lnTo>
                <a:lnTo>
                  <a:pt x="794" y="164"/>
                </a:lnTo>
                <a:lnTo>
                  <a:pt x="795" y="164"/>
                </a:lnTo>
                <a:lnTo>
                  <a:pt x="796" y="164"/>
                </a:lnTo>
                <a:lnTo>
                  <a:pt x="796" y="165"/>
                </a:lnTo>
                <a:lnTo>
                  <a:pt x="796" y="166"/>
                </a:lnTo>
                <a:lnTo>
                  <a:pt x="797" y="165"/>
                </a:lnTo>
                <a:lnTo>
                  <a:pt x="799" y="165"/>
                </a:lnTo>
                <a:lnTo>
                  <a:pt x="800" y="165"/>
                </a:lnTo>
                <a:lnTo>
                  <a:pt x="800" y="166"/>
                </a:lnTo>
                <a:lnTo>
                  <a:pt x="801" y="166"/>
                </a:lnTo>
                <a:lnTo>
                  <a:pt x="802" y="166"/>
                </a:lnTo>
                <a:lnTo>
                  <a:pt x="802" y="165"/>
                </a:lnTo>
                <a:lnTo>
                  <a:pt x="803" y="165"/>
                </a:lnTo>
                <a:lnTo>
                  <a:pt x="803" y="166"/>
                </a:lnTo>
                <a:lnTo>
                  <a:pt x="804" y="166"/>
                </a:lnTo>
                <a:lnTo>
                  <a:pt x="804" y="167"/>
                </a:lnTo>
                <a:lnTo>
                  <a:pt x="804" y="168"/>
                </a:lnTo>
                <a:lnTo>
                  <a:pt x="805" y="168"/>
                </a:lnTo>
                <a:lnTo>
                  <a:pt x="806" y="168"/>
                </a:lnTo>
                <a:lnTo>
                  <a:pt x="806" y="167"/>
                </a:lnTo>
                <a:lnTo>
                  <a:pt x="807" y="167"/>
                </a:lnTo>
                <a:lnTo>
                  <a:pt x="808" y="168"/>
                </a:lnTo>
                <a:lnTo>
                  <a:pt x="809" y="168"/>
                </a:lnTo>
                <a:lnTo>
                  <a:pt x="810" y="168"/>
                </a:lnTo>
                <a:lnTo>
                  <a:pt x="811" y="168"/>
                </a:lnTo>
                <a:lnTo>
                  <a:pt x="812" y="168"/>
                </a:lnTo>
                <a:lnTo>
                  <a:pt x="813" y="169"/>
                </a:lnTo>
                <a:lnTo>
                  <a:pt x="814" y="170"/>
                </a:lnTo>
                <a:lnTo>
                  <a:pt x="815" y="170"/>
                </a:lnTo>
                <a:lnTo>
                  <a:pt x="815" y="171"/>
                </a:lnTo>
                <a:lnTo>
                  <a:pt x="814" y="171"/>
                </a:lnTo>
                <a:lnTo>
                  <a:pt x="815" y="173"/>
                </a:lnTo>
                <a:lnTo>
                  <a:pt x="816" y="173"/>
                </a:lnTo>
                <a:lnTo>
                  <a:pt x="817" y="173"/>
                </a:lnTo>
                <a:lnTo>
                  <a:pt x="818" y="173"/>
                </a:lnTo>
                <a:lnTo>
                  <a:pt x="819" y="173"/>
                </a:lnTo>
                <a:lnTo>
                  <a:pt x="820" y="171"/>
                </a:lnTo>
                <a:lnTo>
                  <a:pt x="821" y="171"/>
                </a:lnTo>
                <a:lnTo>
                  <a:pt x="821" y="170"/>
                </a:lnTo>
                <a:lnTo>
                  <a:pt x="821" y="169"/>
                </a:lnTo>
                <a:lnTo>
                  <a:pt x="822" y="170"/>
                </a:lnTo>
                <a:lnTo>
                  <a:pt x="823" y="170"/>
                </a:lnTo>
                <a:lnTo>
                  <a:pt x="825" y="170"/>
                </a:lnTo>
                <a:lnTo>
                  <a:pt x="825" y="169"/>
                </a:lnTo>
                <a:lnTo>
                  <a:pt x="826" y="168"/>
                </a:lnTo>
                <a:lnTo>
                  <a:pt x="827" y="168"/>
                </a:lnTo>
                <a:lnTo>
                  <a:pt x="828" y="168"/>
                </a:lnTo>
                <a:lnTo>
                  <a:pt x="829" y="168"/>
                </a:lnTo>
                <a:lnTo>
                  <a:pt x="829" y="167"/>
                </a:lnTo>
                <a:lnTo>
                  <a:pt x="830" y="167"/>
                </a:lnTo>
                <a:lnTo>
                  <a:pt x="830" y="168"/>
                </a:lnTo>
                <a:lnTo>
                  <a:pt x="831" y="168"/>
                </a:lnTo>
                <a:lnTo>
                  <a:pt x="831" y="167"/>
                </a:lnTo>
                <a:lnTo>
                  <a:pt x="832" y="167"/>
                </a:lnTo>
                <a:lnTo>
                  <a:pt x="832" y="166"/>
                </a:lnTo>
                <a:lnTo>
                  <a:pt x="833" y="166"/>
                </a:lnTo>
                <a:lnTo>
                  <a:pt x="834" y="166"/>
                </a:lnTo>
                <a:lnTo>
                  <a:pt x="835" y="167"/>
                </a:lnTo>
                <a:lnTo>
                  <a:pt x="836" y="167"/>
                </a:lnTo>
                <a:lnTo>
                  <a:pt x="837" y="167"/>
                </a:lnTo>
                <a:lnTo>
                  <a:pt x="837" y="166"/>
                </a:lnTo>
                <a:lnTo>
                  <a:pt x="838" y="166"/>
                </a:lnTo>
                <a:lnTo>
                  <a:pt x="839" y="166"/>
                </a:lnTo>
                <a:lnTo>
                  <a:pt x="840" y="166"/>
                </a:lnTo>
                <a:lnTo>
                  <a:pt x="841" y="165"/>
                </a:lnTo>
                <a:lnTo>
                  <a:pt x="841" y="164"/>
                </a:lnTo>
                <a:lnTo>
                  <a:pt x="842" y="164"/>
                </a:lnTo>
                <a:lnTo>
                  <a:pt x="844" y="163"/>
                </a:lnTo>
                <a:lnTo>
                  <a:pt x="844" y="162"/>
                </a:lnTo>
                <a:lnTo>
                  <a:pt x="845" y="162"/>
                </a:lnTo>
                <a:lnTo>
                  <a:pt x="845" y="161"/>
                </a:lnTo>
                <a:lnTo>
                  <a:pt x="846" y="161"/>
                </a:lnTo>
                <a:lnTo>
                  <a:pt x="847" y="161"/>
                </a:lnTo>
                <a:lnTo>
                  <a:pt x="848" y="161"/>
                </a:lnTo>
                <a:lnTo>
                  <a:pt x="849" y="161"/>
                </a:lnTo>
                <a:lnTo>
                  <a:pt x="850" y="161"/>
                </a:lnTo>
                <a:lnTo>
                  <a:pt x="851" y="161"/>
                </a:lnTo>
                <a:lnTo>
                  <a:pt x="850" y="162"/>
                </a:lnTo>
                <a:lnTo>
                  <a:pt x="850" y="163"/>
                </a:lnTo>
                <a:lnTo>
                  <a:pt x="850" y="164"/>
                </a:lnTo>
                <a:lnTo>
                  <a:pt x="850" y="165"/>
                </a:lnTo>
                <a:lnTo>
                  <a:pt x="851" y="165"/>
                </a:lnTo>
                <a:lnTo>
                  <a:pt x="851" y="164"/>
                </a:lnTo>
                <a:lnTo>
                  <a:pt x="852" y="164"/>
                </a:lnTo>
                <a:lnTo>
                  <a:pt x="853" y="164"/>
                </a:lnTo>
                <a:lnTo>
                  <a:pt x="854" y="164"/>
                </a:lnTo>
                <a:lnTo>
                  <a:pt x="856" y="164"/>
                </a:lnTo>
                <a:lnTo>
                  <a:pt x="856" y="163"/>
                </a:lnTo>
                <a:lnTo>
                  <a:pt x="857" y="162"/>
                </a:lnTo>
                <a:lnTo>
                  <a:pt x="858" y="162"/>
                </a:lnTo>
                <a:lnTo>
                  <a:pt x="859" y="163"/>
                </a:lnTo>
                <a:lnTo>
                  <a:pt x="860" y="163"/>
                </a:lnTo>
                <a:lnTo>
                  <a:pt x="861" y="162"/>
                </a:lnTo>
                <a:lnTo>
                  <a:pt x="861" y="163"/>
                </a:lnTo>
                <a:lnTo>
                  <a:pt x="861" y="164"/>
                </a:lnTo>
                <a:lnTo>
                  <a:pt x="862" y="164"/>
                </a:lnTo>
                <a:lnTo>
                  <a:pt x="863" y="164"/>
                </a:lnTo>
                <a:lnTo>
                  <a:pt x="864" y="164"/>
                </a:lnTo>
                <a:lnTo>
                  <a:pt x="865" y="164"/>
                </a:lnTo>
                <a:lnTo>
                  <a:pt x="865" y="163"/>
                </a:lnTo>
                <a:lnTo>
                  <a:pt x="866" y="163"/>
                </a:lnTo>
                <a:lnTo>
                  <a:pt x="867" y="163"/>
                </a:lnTo>
                <a:lnTo>
                  <a:pt x="868" y="164"/>
                </a:lnTo>
                <a:lnTo>
                  <a:pt x="869" y="164"/>
                </a:lnTo>
                <a:lnTo>
                  <a:pt x="870" y="163"/>
                </a:lnTo>
                <a:lnTo>
                  <a:pt x="871" y="162"/>
                </a:lnTo>
                <a:lnTo>
                  <a:pt x="871" y="163"/>
                </a:lnTo>
                <a:lnTo>
                  <a:pt x="873" y="163"/>
                </a:lnTo>
                <a:lnTo>
                  <a:pt x="873" y="164"/>
                </a:lnTo>
                <a:lnTo>
                  <a:pt x="874" y="164"/>
                </a:lnTo>
                <a:lnTo>
                  <a:pt x="874" y="163"/>
                </a:lnTo>
                <a:lnTo>
                  <a:pt x="875" y="163"/>
                </a:lnTo>
                <a:lnTo>
                  <a:pt x="876" y="164"/>
                </a:lnTo>
                <a:lnTo>
                  <a:pt x="876" y="165"/>
                </a:lnTo>
                <a:lnTo>
                  <a:pt x="875" y="166"/>
                </a:lnTo>
                <a:lnTo>
                  <a:pt x="875" y="167"/>
                </a:lnTo>
                <a:lnTo>
                  <a:pt x="876" y="168"/>
                </a:lnTo>
                <a:lnTo>
                  <a:pt x="877" y="168"/>
                </a:lnTo>
                <a:lnTo>
                  <a:pt x="878" y="168"/>
                </a:lnTo>
                <a:lnTo>
                  <a:pt x="879" y="169"/>
                </a:lnTo>
                <a:lnTo>
                  <a:pt x="879" y="170"/>
                </a:lnTo>
                <a:lnTo>
                  <a:pt x="878" y="171"/>
                </a:lnTo>
                <a:lnTo>
                  <a:pt x="878" y="172"/>
                </a:lnTo>
                <a:lnTo>
                  <a:pt x="878" y="173"/>
                </a:lnTo>
                <a:lnTo>
                  <a:pt x="879" y="173"/>
                </a:lnTo>
                <a:lnTo>
                  <a:pt x="879" y="174"/>
                </a:lnTo>
                <a:lnTo>
                  <a:pt x="879" y="175"/>
                </a:lnTo>
                <a:lnTo>
                  <a:pt x="879" y="176"/>
                </a:lnTo>
                <a:lnTo>
                  <a:pt x="879" y="177"/>
                </a:lnTo>
                <a:lnTo>
                  <a:pt x="878" y="178"/>
                </a:lnTo>
                <a:lnTo>
                  <a:pt x="878" y="179"/>
                </a:lnTo>
                <a:lnTo>
                  <a:pt x="878" y="180"/>
                </a:lnTo>
                <a:lnTo>
                  <a:pt x="878" y="181"/>
                </a:lnTo>
                <a:lnTo>
                  <a:pt x="877" y="181"/>
                </a:lnTo>
                <a:lnTo>
                  <a:pt x="876" y="182"/>
                </a:lnTo>
                <a:lnTo>
                  <a:pt x="877" y="182"/>
                </a:lnTo>
                <a:lnTo>
                  <a:pt x="878" y="183"/>
                </a:lnTo>
                <a:lnTo>
                  <a:pt x="879" y="184"/>
                </a:lnTo>
                <a:lnTo>
                  <a:pt x="880" y="184"/>
                </a:lnTo>
                <a:lnTo>
                  <a:pt x="881" y="184"/>
                </a:lnTo>
                <a:lnTo>
                  <a:pt x="880" y="185"/>
                </a:lnTo>
                <a:lnTo>
                  <a:pt x="880" y="186"/>
                </a:lnTo>
                <a:lnTo>
                  <a:pt x="881" y="186"/>
                </a:lnTo>
                <a:lnTo>
                  <a:pt x="881" y="187"/>
                </a:lnTo>
                <a:lnTo>
                  <a:pt x="882" y="187"/>
                </a:lnTo>
                <a:lnTo>
                  <a:pt x="883" y="187"/>
                </a:lnTo>
                <a:lnTo>
                  <a:pt x="884" y="187"/>
                </a:lnTo>
                <a:lnTo>
                  <a:pt x="884" y="188"/>
                </a:lnTo>
                <a:lnTo>
                  <a:pt x="885" y="188"/>
                </a:lnTo>
                <a:lnTo>
                  <a:pt x="885" y="187"/>
                </a:lnTo>
                <a:lnTo>
                  <a:pt x="886" y="187"/>
                </a:lnTo>
                <a:lnTo>
                  <a:pt x="886" y="188"/>
                </a:lnTo>
                <a:lnTo>
                  <a:pt x="887" y="188"/>
                </a:lnTo>
                <a:lnTo>
                  <a:pt x="887" y="189"/>
                </a:lnTo>
                <a:lnTo>
                  <a:pt x="888" y="189"/>
                </a:lnTo>
                <a:lnTo>
                  <a:pt x="888" y="190"/>
                </a:lnTo>
                <a:lnTo>
                  <a:pt x="888" y="191"/>
                </a:lnTo>
                <a:lnTo>
                  <a:pt x="889" y="192"/>
                </a:lnTo>
                <a:lnTo>
                  <a:pt x="890" y="192"/>
                </a:lnTo>
                <a:lnTo>
                  <a:pt x="891" y="193"/>
                </a:lnTo>
                <a:lnTo>
                  <a:pt x="891" y="194"/>
                </a:lnTo>
                <a:lnTo>
                  <a:pt x="892" y="194"/>
                </a:lnTo>
                <a:lnTo>
                  <a:pt x="892" y="195"/>
                </a:lnTo>
                <a:lnTo>
                  <a:pt x="892" y="194"/>
                </a:lnTo>
                <a:lnTo>
                  <a:pt x="893" y="194"/>
                </a:lnTo>
                <a:lnTo>
                  <a:pt x="893" y="195"/>
                </a:lnTo>
                <a:lnTo>
                  <a:pt x="894" y="195"/>
                </a:lnTo>
                <a:lnTo>
                  <a:pt x="895" y="195"/>
                </a:lnTo>
                <a:lnTo>
                  <a:pt x="894" y="194"/>
                </a:lnTo>
                <a:lnTo>
                  <a:pt x="894" y="193"/>
                </a:lnTo>
                <a:lnTo>
                  <a:pt x="895" y="193"/>
                </a:lnTo>
                <a:lnTo>
                  <a:pt x="896" y="192"/>
                </a:lnTo>
                <a:lnTo>
                  <a:pt x="895" y="192"/>
                </a:lnTo>
                <a:lnTo>
                  <a:pt x="895" y="191"/>
                </a:lnTo>
                <a:lnTo>
                  <a:pt x="896" y="191"/>
                </a:lnTo>
                <a:lnTo>
                  <a:pt x="896" y="190"/>
                </a:lnTo>
                <a:lnTo>
                  <a:pt x="895" y="190"/>
                </a:lnTo>
                <a:lnTo>
                  <a:pt x="895" y="189"/>
                </a:lnTo>
                <a:lnTo>
                  <a:pt x="896" y="189"/>
                </a:lnTo>
                <a:lnTo>
                  <a:pt x="896" y="188"/>
                </a:lnTo>
                <a:lnTo>
                  <a:pt x="897" y="188"/>
                </a:lnTo>
                <a:lnTo>
                  <a:pt x="897" y="187"/>
                </a:lnTo>
                <a:lnTo>
                  <a:pt x="897" y="186"/>
                </a:lnTo>
                <a:lnTo>
                  <a:pt x="898" y="186"/>
                </a:lnTo>
                <a:lnTo>
                  <a:pt x="898" y="185"/>
                </a:lnTo>
                <a:lnTo>
                  <a:pt x="899" y="185"/>
                </a:lnTo>
                <a:lnTo>
                  <a:pt x="900" y="185"/>
                </a:lnTo>
                <a:lnTo>
                  <a:pt x="901" y="184"/>
                </a:lnTo>
                <a:lnTo>
                  <a:pt x="902" y="183"/>
                </a:lnTo>
                <a:lnTo>
                  <a:pt x="903" y="183"/>
                </a:lnTo>
                <a:lnTo>
                  <a:pt x="903" y="182"/>
                </a:lnTo>
                <a:lnTo>
                  <a:pt x="903" y="181"/>
                </a:lnTo>
                <a:lnTo>
                  <a:pt x="904" y="181"/>
                </a:lnTo>
                <a:lnTo>
                  <a:pt x="904" y="180"/>
                </a:lnTo>
                <a:lnTo>
                  <a:pt x="905" y="181"/>
                </a:lnTo>
                <a:lnTo>
                  <a:pt x="906" y="181"/>
                </a:lnTo>
                <a:lnTo>
                  <a:pt x="907" y="181"/>
                </a:lnTo>
                <a:lnTo>
                  <a:pt x="908" y="181"/>
                </a:lnTo>
                <a:lnTo>
                  <a:pt x="908" y="182"/>
                </a:lnTo>
                <a:lnTo>
                  <a:pt x="909" y="182"/>
                </a:lnTo>
                <a:lnTo>
                  <a:pt x="909" y="181"/>
                </a:lnTo>
                <a:lnTo>
                  <a:pt x="909" y="182"/>
                </a:lnTo>
                <a:lnTo>
                  <a:pt x="909" y="184"/>
                </a:lnTo>
                <a:lnTo>
                  <a:pt x="909" y="185"/>
                </a:lnTo>
                <a:lnTo>
                  <a:pt x="909" y="186"/>
                </a:lnTo>
                <a:lnTo>
                  <a:pt x="909" y="187"/>
                </a:lnTo>
                <a:lnTo>
                  <a:pt x="910" y="189"/>
                </a:lnTo>
                <a:lnTo>
                  <a:pt x="911" y="189"/>
                </a:lnTo>
                <a:lnTo>
                  <a:pt x="911" y="190"/>
                </a:lnTo>
                <a:lnTo>
                  <a:pt x="911" y="191"/>
                </a:lnTo>
                <a:lnTo>
                  <a:pt x="911" y="192"/>
                </a:lnTo>
                <a:lnTo>
                  <a:pt x="910" y="192"/>
                </a:lnTo>
                <a:lnTo>
                  <a:pt x="910" y="193"/>
                </a:lnTo>
                <a:lnTo>
                  <a:pt x="911" y="193"/>
                </a:lnTo>
                <a:lnTo>
                  <a:pt x="911" y="194"/>
                </a:lnTo>
                <a:lnTo>
                  <a:pt x="912" y="194"/>
                </a:lnTo>
                <a:lnTo>
                  <a:pt x="913" y="194"/>
                </a:lnTo>
                <a:lnTo>
                  <a:pt x="913" y="193"/>
                </a:lnTo>
                <a:lnTo>
                  <a:pt x="914" y="193"/>
                </a:lnTo>
                <a:lnTo>
                  <a:pt x="914" y="194"/>
                </a:lnTo>
                <a:lnTo>
                  <a:pt x="915" y="195"/>
                </a:lnTo>
                <a:lnTo>
                  <a:pt x="915" y="196"/>
                </a:lnTo>
                <a:lnTo>
                  <a:pt x="916" y="196"/>
                </a:lnTo>
                <a:lnTo>
                  <a:pt x="917" y="197"/>
                </a:lnTo>
                <a:lnTo>
                  <a:pt x="918" y="197"/>
                </a:lnTo>
                <a:lnTo>
                  <a:pt x="919" y="197"/>
                </a:lnTo>
                <a:lnTo>
                  <a:pt x="919" y="196"/>
                </a:lnTo>
                <a:lnTo>
                  <a:pt x="920" y="196"/>
                </a:lnTo>
                <a:lnTo>
                  <a:pt x="921" y="196"/>
                </a:lnTo>
                <a:lnTo>
                  <a:pt x="922" y="195"/>
                </a:lnTo>
                <a:lnTo>
                  <a:pt x="923" y="195"/>
                </a:lnTo>
                <a:lnTo>
                  <a:pt x="924" y="194"/>
                </a:lnTo>
                <a:lnTo>
                  <a:pt x="925" y="194"/>
                </a:lnTo>
                <a:lnTo>
                  <a:pt x="925" y="195"/>
                </a:lnTo>
                <a:lnTo>
                  <a:pt x="926" y="195"/>
                </a:lnTo>
                <a:lnTo>
                  <a:pt x="927" y="195"/>
                </a:lnTo>
                <a:lnTo>
                  <a:pt x="928" y="195"/>
                </a:lnTo>
                <a:lnTo>
                  <a:pt x="928" y="194"/>
                </a:lnTo>
                <a:lnTo>
                  <a:pt x="929" y="194"/>
                </a:lnTo>
                <a:lnTo>
                  <a:pt x="929" y="195"/>
                </a:lnTo>
                <a:lnTo>
                  <a:pt x="930" y="195"/>
                </a:lnTo>
                <a:lnTo>
                  <a:pt x="930" y="196"/>
                </a:lnTo>
                <a:lnTo>
                  <a:pt x="931" y="196"/>
                </a:lnTo>
                <a:lnTo>
                  <a:pt x="932" y="196"/>
                </a:lnTo>
                <a:lnTo>
                  <a:pt x="933" y="198"/>
                </a:lnTo>
                <a:lnTo>
                  <a:pt x="933" y="199"/>
                </a:lnTo>
                <a:lnTo>
                  <a:pt x="932" y="199"/>
                </a:lnTo>
                <a:lnTo>
                  <a:pt x="933" y="200"/>
                </a:lnTo>
                <a:lnTo>
                  <a:pt x="933" y="201"/>
                </a:lnTo>
                <a:lnTo>
                  <a:pt x="933" y="202"/>
                </a:lnTo>
                <a:lnTo>
                  <a:pt x="934" y="203"/>
                </a:lnTo>
                <a:lnTo>
                  <a:pt x="935" y="203"/>
                </a:lnTo>
                <a:lnTo>
                  <a:pt x="936" y="203"/>
                </a:lnTo>
                <a:lnTo>
                  <a:pt x="937" y="202"/>
                </a:lnTo>
                <a:lnTo>
                  <a:pt x="938" y="202"/>
                </a:lnTo>
                <a:lnTo>
                  <a:pt x="939" y="204"/>
                </a:lnTo>
                <a:lnTo>
                  <a:pt x="939" y="205"/>
                </a:lnTo>
                <a:lnTo>
                  <a:pt x="940" y="205"/>
                </a:lnTo>
                <a:lnTo>
                  <a:pt x="940" y="206"/>
                </a:lnTo>
                <a:lnTo>
                  <a:pt x="940" y="207"/>
                </a:lnTo>
                <a:lnTo>
                  <a:pt x="941" y="207"/>
                </a:lnTo>
                <a:lnTo>
                  <a:pt x="941" y="208"/>
                </a:lnTo>
                <a:lnTo>
                  <a:pt x="942" y="209"/>
                </a:lnTo>
                <a:lnTo>
                  <a:pt x="943" y="209"/>
                </a:lnTo>
                <a:lnTo>
                  <a:pt x="943" y="210"/>
                </a:lnTo>
                <a:lnTo>
                  <a:pt x="943" y="211"/>
                </a:lnTo>
                <a:lnTo>
                  <a:pt x="944" y="212"/>
                </a:lnTo>
                <a:lnTo>
                  <a:pt x="944" y="213"/>
                </a:lnTo>
                <a:lnTo>
                  <a:pt x="945" y="213"/>
                </a:lnTo>
                <a:lnTo>
                  <a:pt x="945" y="214"/>
                </a:lnTo>
                <a:lnTo>
                  <a:pt x="946" y="214"/>
                </a:lnTo>
                <a:lnTo>
                  <a:pt x="947" y="215"/>
                </a:lnTo>
                <a:lnTo>
                  <a:pt x="948" y="216"/>
                </a:lnTo>
                <a:lnTo>
                  <a:pt x="949" y="216"/>
                </a:lnTo>
                <a:lnTo>
                  <a:pt x="950" y="215"/>
                </a:lnTo>
                <a:lnTo>
                  <a:pt x="951" y="215"/>
                </a:lnTo>
                <a:lnTo>
                  <a:pt x="952" y="215"/>
                </a:lnTo>
                <a:lnTo>
                  <a:pt x="952" y="216"/>
                </a:lnTo>
                <a:lnTo>
                  <a:pt x="953" y="216"/>
                </a:lnTo>
                <a:lnTo>
                  <a:pt x="953" y="217"/>
                </a:lnTo>
                <a:lnTo>
                  <a:pt x="954" y="217"/>
                </a:lnTo>
                <a:lnTo>
                  <a:pt x="954" y="218"/>
                </a:lnTo>
                <a:lnTo>
                  <a:pt x="956" y="220"/>
                </a:lnTo>
                <a:lnTo>
                  <a:pt x="957" y="220"/>
                </a:lnTo>
                <a:lnTo>
                  <a:pt x="957" y="221"/>
                </a:lnTo>
                <a:lnTo>
                  <a:pt x="958" y="221"/>
                </a:lnTo>
                <a:lnTo>
                  <a:pt x="958" y="222"/>
                </a:lnTo>
                <a:lnTo>
                  <a:pt x="959" y="221"/>
                </a:lnTo>
                <a:lnTo>
                  <a:pt x="960" y="221"/>
                </a:lnTo>
                <a:lnTo>
                  <a:pt x="960" y="220"/>
                </a:lnTo>
                <a:lnTo>
                  <a:pt x="961" y="220"/>
                </a:lnTo>
                <a:lnTo>
                  <a:pt x="961" y="219"/>
                </a:lnTo>
                <a:lnTo>
                  <a:pt x="962" y="219"/>
                </a:lnTo>
                <a:lnTo>
                  <a:pt x="962" y="218"/>
                </a:lnTo>
                <a:lnTo>
                  <a:pt x="962" y="217"/>
                </a:lnTo>
                <a:lnTo>
                  <a:pt x="962" y="216"/>
                </a:lnTo>
                <a:lnTo>
                  <a:pt x="962" y="215"/>
                </a:lnTo>
                <a:lnTo>
                  <a:pt x="963" y="214"/>
                </a:lnTo>
                <a:lnTo>
                  <a:pt x="964" y="215"/>
                </a:lnTo>
                <a:lnTo>
                  <a:pt x="965" y="214"/>
                </a:lnTo>
                <a:lnTo>
                  <a:pt x="966" y="214"/>
                </a:lnTo>
                <a:lnTo>
                  <a:pt x="966" y="213"/>
                </a:lnTo>
                <a:lnTo>
                  <a:pt x="967" y="213"/>
                </a:lnTo>
                <a:lnTo>
                  <a:pt x="968" y="213"/>
                </a:lnTo>
                <a:lnTo>
                  <a:pt x="969" y="213"/>
                </a:lnTo>
                <a:lnTo>
                  <a:pt x="969" y="214"/>
                </a:lnTo>
                <a:lnTo>
                  <a:pt x="970" y="214"/>
                </a:lnTo>
                <a:lnTo>
                  <a:pt x="971" y="214"/>
                </a:lnTo>
                <a:lnTo>
                  <a:pt x="972" y="214"/>
                </a:lnTo>
                <a:lnTo>
                  <a:pt x="973" y="214"/>
                </a:lnTo>
                <a:lnTo>
                  <a:pt x="973" y="213"/>
                </a:lnTo>
                <a:lnTo>
                  <a:pt x="974" y="213"/>
                </a:lnTo>
                <a:lnTo>
                  <a:pt x="974" y="212"/>
                </a:lnTo>
                <a:lnTo>
                  <a:pt x="975" y="213"/>
                </a:lnTo>
                <a:lnTo>
                  <a:pt x="976" y="213"/>
                </a:lnTo>
                <a:lnTo>
                  <a:pt x="976" y="214"/>
                </a:lnTo>
                <a:lnTo>
                  <a:pt x="977" y="214"/>
                </a:lnTo>
                <a:lnTo>
                  <a:pt x="978" y="213"/>
                </a:lnTo>
                <a:lnTo>
                  <a:pt x="977" y="213"/>
                </a:lnTo>
                <a:lnTo>
                  <a:pt x="978" y="213"/>
                </a:lnTo>
                <a:lnTo>
                  <a:pt x="978" y="212"/>
                </a:lnTo>
                <a:lnTo>
                  <a:pt x="979" y="212"/>
                </a:lnTo>
                <a:lnTo>
                  <a:pt x="979" y="211"/>
                </a:lnTo>
                <a:lnTo>
                  <a:pt x="979" y="210"/>
                </a:lnTo>
                <a:lnTo>
                  <a:pt x="980" y="210"/>
                </a:lnTo>
                <a:lnTo>
                  <a:pt x="981" y="210"/>
                </a:lnTo>
                <a:lnTo>
                  <a:pt x="981" y="209"/>
                </a:lnTo>
                <a:lnTo>
                  <a:pt x="982" y="209"/>
                </a:lnTo>
                <a:lnTo>
                  <a:pt x="982" y="208"/>
                </a:lnTo>
                <a:lnTo>
                  <a:pt x="983" y="209"/>
                </a:lnTo>
                <a:lnTo>
                  <a:pt x="984" y="210"/>
                </a:lnTo>
                <a:lnTo>
                  <a:pt x="985" y="211"/>
                </a:lnTo>
                <a:lnTo>
                  <a:pt x="986" y="211"/>
                </a:lnTo>
                <a:lnTo>
                  <a:pt x="987" y="212"/>
                </a:lnTo>
                <a:lnTo>
                  <a:pt x="988" y="213"/>
                </a:lnTo>
                <a:lnTo>
                  <a:pt x="990" y="213"/>
                </a:lnTo>
                <a:lnTo>
                  <a:pt x="990" y="212"/>
                </a:lnTo>
                <a:lnTo>
                  <a:pt x="991" y="212"/>
                </a:lnTo>
                <a:lnTo>
                  <a:pt x="992" y="211"/>
                </a:lnTo>
                <a:lnTo>
                  <a:pt x="992" y="210"/>
                </a:lnTo>
                <a:lnTo>
                  <a:pt x="992" y="211"/>
                </a:lnTo>
                <a:lnTo>
                  <a:pt x="993" y="211"/>
                </a:lnTo>
                <a:lnTo>
                  <a:pt x="994" y="211"/>
                </a:lnTo>
                <a:lnTo>
                  <a:pt x="994" y="210"/>
                </a:lnTo>
                <a:lnTo>
                  <a:pt x="995" y="210"/>
                </a:lnTo>
                <a:lnTo>
                  <a:pt x="996" y="210"/>
                </a:lnTo>
                <a:lnTo>
                  <a:pt x="997" y="210"/>
                </a:lnTo>
                <a:lnTo>
                  <a:pt x="998" y="210"/>
                </a:lnTo>
                <a:lnTo>
                  <a:pt x="999" y="210"/>
                </a:lnTo>
                <a:lnTo>
                  <a:pt x="1000" y="210"/>
                </a:lnTo>
                <a:lnTo>
                  <a:pt x="1001" y="210"/>
                </a:lnTo>
                <a:lnTo>
                  <a:pt x="1002" y="210"/>
                </a:lnTo>
                <a:lnTo>
                  <a:pt x="1002" y="209"/>
                </a:lnTo>
                <a:lnTo>
                  <a:pt x="1003" y="209"/>
                </a:lnTo>
                <a:lnTo>
                  <a:pt x="1004" y="210"/>
                </a:lnTo>
                <a:lnTo>
                  <a:pt x="1004" y="211"/>
                </a:lnTo>
                <a:lnTo>
                  <a:pt x="1005" y="211"/>
                </a:lnTo>
                <a:lnTo>
                  <a:pt x="1006" y="211"/>
                </a:lnTo>
                <a:lnTo>
                  <a:pt x="1006" y="212"/>
                </a:lnTo>
                <a:lnTo>
                  <a:pt x="1006" y="213"/>
                </a:lnTo>
                <a:lnTo>
                  <a:pt x="1006" y="214"/>
                </a:lnTo>
                <a:lnTo>
                  <a:pt x="1006" y="215"/>
                </a:lnTo>
                <a:lnTo>
                  <a:pt x="1006" y="216"/>
                </a:lnTo>
                <a:lnTo>
                  <a:pt x="1005" y="216"/>
                </a:lnTo>
                <a:lnTo>
                  <a:pt x="1004" y="217"/>
                </a:lnTo>
                <a:lnTo>
                  <a:pt x="1004" y="218"/>
                </a:lnTo>
                <a:lnTo>
                  <a:pt x="1003" y="218"/>
                </a:lnTo>
                <a:lnTo>
                  <a:pt x="1002" y="218"/>
                </a:lnTo>
                <a:lnTo>
                  <a:pt x="1001" y="218"/>
                </a:lnTo>
                <a:lnTo>
                  <a:pt x="1000" y="217"/>
                </a:lnTo>
                <a:lnTo>
                  <a:pt x="999" y="217"/>
                </a:lnTo>
                <a:lnTo>
                  <a:pt x="998" y="217"/>
                </a:lnTo>
                <a:lnTo>
                  <a:pt x="997" y="217"/>
                </a:lnTo>
                <a:lnTo>
                  <a:pt x="997" y="216"/>
                </a:lnTo>
                <a:lnTo>
                  <a:pt x="996" y="217"/>
                </a:lnTo>
                <a:lnTo>
                  <a:pt x="995" y="218"/>
                </a:lnTo>
                <a:lnTo>
                  <a:pt x="994" y="218"/>
                </a:lnTo>
                <a:lnTo>
                  <a:pt x="993" y="218"/>
                </a:lnTo>
                <a:lnTo>
                  <a:pt x="993" y="219"/>
                </a:lnTo>
                <a:lnTo>
                  <a:pt x="994" y="219"/>
                </a:lnTo>
                <a:lnTo>
                  <a:pt x="995" y="220"/>
                </a:lnTo>
                <a:lnTo>
                  <a:pt x="995" y="221"/>
                </a:lnTo>
                <a:lnTo>
                  <a:pt x="994" y="221"/>
                </a:lnTo>
                <a:lnTo>
                  <a:pt x="995" y="221"/>
                </a:lnTo>
                <a:lnTo>
                  <a:pt x="996" y="222"/>
                </a:lnTo>
                <a:lnTo>
                  <a:pt x="997" y="222"/>
                </a:lnTo>
                <a:lnTo>
                  <a:pt x="997" y="223"/>
                </a:lnTo>
                <a:lnTo>
                  <a:pt x="998" y="225"/>
                </a:lnTo>
                <a:lnTo>
                  <a:pt x="999" y="226"/>
                </a:lnTo>
                <a:lnTo>
                  <a:pt x="1000" y="227"/>
                </a:lnTo>
                <a:lnTo>
                  <a:pt x="1001" y="227"/>
                </a:lnTo>
                <a:lnTo>
                  <a:pt x="1001" y="229"/>
                </a:lnTo>
                <a:lnTo>
                  <a:pt x="1000" y="229"/>
                </a:lnTo>
                <a:lnTo>
                  <a:pt x="999" y="230"/>
                </a:lnTo>
                <a:lnTo>
                  <a:pt x="998" y="230"/>
                </a:lnTo>
                <a:lnTo>
                  <a:pt x="997" y="229"/>
                </a:lnTo>
                <a:lnTo>
                  <a:pt x="997" y="230"/>
                </a:lnTo>
                <a:lnTo>
                  <a:pt x="996" y="230"/>
                </a:lnTo>
                <a:lnTo>
                  <a:pt x="996" y="229"/>
                </a:lnTo>
                <a:lnTo>
                  <a:pt x="995" y="229"/>
                </a:lnTo>
                <a:lnTo>
                  <a:pt x="994" y="229"/>
                </a:lnTo>
                <a:lnTo>
                  <a:pt x="993" y="229"/>
                </a:lnTo>
                <a:lnTo>
                  <a:pt x="992" y="229"/>
                </a:lnTo>
                <a:lnTo>
                  <a:pt x="991" y="230"/>
                </a:lnTo>
                <a:lnTo>
                  <a:pt x="991" y="231"/>
                </a:lnTo>
                <a:lnTo>
                  <a:pt x="992" y="231"/>
                </a:lnTo>
                <a:lnTo>
                  <a:pt x="992" y="232"/>
                </a:lnTo>
                <a:lnTo>
                  <a:pt x="993" y="232"/>
                </a:lnTo>
                <a:lnTo>
                  <a:pt x="993" y="233"/>
                </a:lnTo>
                <a:lnTo>
                  <a:pt x="992" y="233"/>
                </a:lnTo>
                <a:lnTo>
                  <a:pt x="991" y="233"/>
                </a:lnTo>
                <a:lnTo>
                  <a:pt x="990" y="235"/>
                </a:lnTo>
                <a:lnTo>
                  <a:pt x="991" y="235"/>
                </a:lnTo>
                <a:lnTo>
                  <a:pt x="991" y="236"/>
                </a:lnTo>
                <a:lnTo>
                  <a:pt x="992" y="236"/>
                </a:lnTo>
                <a:lnTo>
                  <a:pt x="992" y="237"/>
                </a:lnTo>
                <a:lnTo>
                  <a:pt x="993" y="237"/>
                </a:lnTo>
                <a:lnTo>
                  <a:pt x="993" y="238"/>
                </a:lnTo>
                <a:lnTo>
                  <a:pt x="992" y="239"/>
                </a:lnTo>
                <a:lnTo>
                  <a:pt x="991" y="239"/>
                </a:lnTo>
                <a:lnTo>
                  <a:pt x="991" y="238"/>
                </a:lnTo>
                <a:lnTo>
                  <a:pt x="990" y="238"/>
                </a:lnTo>
                <a:lnTo>
                  <a:pt x="989" y="238"/>
                </a:lnTo>
                <a:lnTo>
                  <a:pt x="989" y="237"/>
                </a:lnTo>
                <a:lnTo>
                  <a:pt x="988" y="237"/>
                </a:lnTo>
                <a:lnTo>
                  <a:pt x="987" y="237"/>
                </a:lnTo>
                <a:lnTo>
                  <a:pt x="986" y="237"/>
                </a:lnTo>
                <a:lnTo>
                  <a:pt x="986" y="238"/>
                </a:lnTo>
                <a:lnTo>
                  <a:pt x="985" y="239"/>
                </a:lnTo>
                <a:lnTo>
                  <a:pt x="985" y="238"/>
                </a:lnTo>
                <a:lnTo>
                  <a:pt x="984" y="239"/>
                </a:lnTo>
                <a:lnTo>
                  <a:pt x="984" y="240"/>
                </a:lnTo>
                <a:lnTo>
                  <a:pt x="985" y="241"/>
                </a:lnTo>
                <a:lnTo>
                  <a:pt x="986" y="242"/>
                </a:lnTo>
                <a:lnTo>
                  <a:pt x="986" y="243"/>
                </a:lnTo>
                <a:lnTo>
                  <a:pt x="986" y="244"/>
                </a:lnTo>
                <a:lnTo>
                  <a:pt x="986" y="245"/>
                </a:lnTo>
                <a:lnTo>
                  <a:pt x="985" y="245"/>
                </a:lnTo>
                <a:lnTo>
                  <a:pt x="986" y="245"/>
                </a:lnTo>
                <a:lnTo>
                  <a:pt x="986" y="246"/>
                </a:lnTo>
                <a:lnTo>
                  <a:pt x="987" y="246"/>
                </a:lnTo>
                <a:lnTo>
                  <a:pt x="988" y="246"/>
                </a:lnTo>
                <a:lnTo>
                  <a:pt x="988" y="247"/>
                </a:lnTo>
                <a:lnTo>
                  <a:pt x="989" y="248"/>
                </a:lnTo>
                <a:lnTo>
                  <a:pt x="990" y="249"/>
                </a:lnTo>
                <a:lnTo>
                  <a:pt x="990" y="250"/>
                </a:lnTo>
                <a:lnTo>
                  <a:pt x="991" y="250"/>
                </a:lnTo>
                <a:lnTo>
                  <a:pt x="991" y="251"/>
                </a:lnTo>
                <a:lnTo>
                  <a:pt x="992" y="251"/>
                </a:lnTo>
                <a:lnTo>
                  <a:pt x="993" y="251"/>
                </a:lnTo>
                <a:lnTo>
                  <a:pt x="994" y="252"/>
                </a:lnTo>
                <a:lnTo>
                  <a:pt x="994" y="251"/>
                </a:lnTo>
                <a:lnTo>
                  <a:pt x="995" y="252"/>
                </a:lnTo>
                <a:lnTo>
                  <a:pt x="995" y="253"/>
                </a:lnTo>
                <a:lnTo>
                  <a:pt x="995" y="254"/>
                </a:lnTo>
                <a:lnTo>
                  <a:pt x="996" y="254"/>
                </a:lnTo>
                <a:lnTo>
                  <a:pt x="996" y="255"/>
                </a:lnTo>
                <a:lnTo>
                  <a:pt x="997" y="255"/>
                </a:lnTo>
                <a:lnTo>
                  <a:pt x="998" y="255"/>
                </a:lnTo>
                <a:lnTo>
                  <a:pt x="998" y="256"/>
                </a:lnTo>
                <a:lnTo>
                  <a:pt x="999" y="256"/>
                </a:lnTo>
                <a:lnTo>
                  <a:pt x="1000" y="256"/>
                </a:lnTo>
                <a:lnTo>
                  <a:pt x="1001" y="256"/>
                </a:lnTo>
                <a:lnTo>
                  <a:pt x="1002" y="256"/>
                </a:lnTo>
                <a:lnTo>
                  <a:pt x="1002" y="257"/>
                </a:lnTo>
                <a:lnTo>
                  <a:pt x="1001" y="258"/>
                </a:lnTo>
                <a:lnTo>
                  <a:pt x="1001" y="259"/>
                </a:lnTo>
                <a:lnTo>
                  <a:pt x="1002" y="259"/>
                </a:lnTo>
                <a:lnTo>
                  <a:pt x="1003" y="259"/>
                </a:lnTo>
                <a:lnTo>
                  <a:pt x="1004" y="259"/>
                </a:lnTo>
                <a:lnTo>
                  <a:pt x="1004" y="260"/>
                </a:lnTo>
                <a:lnTo>
                  <a:pt x="1005" y="260"/>
                </a:lnTo>
                <a:lnTo>
                  <a:pt x="1006" y="261"/>
                </a:lnTo>
                <a:lnTo>
                  <a:pt x="1007" y="261"/>
                </a:lnTo>
                <a:lnTo>
                  <a:pt x="1008" y="261"/>
                </a:lnTo>
                <a:lnTo>
                  <a:pt x="1007" y="262"/>
                </a:lnTo>
                <a:lnTo>
                  <a:pt x="1006" y="264"/>
                </a:lnTo>
                <a:lnTo>
                  <a:pt x="1007" y="264"/>
                </a:lnTo>
                <a:lnTo>
                  <a:pt x="1007" y="265"/>
                </a:lnTo>
                <a:lnTo>
                  <a:pt x="1007" y="266"/>
                </a:lnTo>
                <a:lnTo>
                  <a:pt x="1008" y="266"/>
                </a:lnTo>
                <a:lnTo>
                  <a:pt x="1007" y="267"/>
                </a:lnTo>
                <a:lnTo>
                  <a:pt x="1007" y="268"/>
                </a:lnTo>
                <a:lnTo>
                  <a:pt x="1008" y="269"/>
                </a:lnTo>
                <a:lnTo>
                  <a:pt x="1009" y="270"/>
                </a:lnTo>
                <a:lnTo>
                  <a:pt x="1009" y="271"/>
                </a:lnTo>
                <a:lnTo>
                  <a:pt x="1008" y="270"/>
                </a:lnTo>
                <a:lnTo>
                  <a:pt x="1008" y="271"/>
                </a:lnTo>
                <a:lnTo>
                  <a:pt x="1007" y="271"/>
                </a:lnTo>
                <a:lnTo>
                  <a:pt x="1007" y="272"/>
                </a:lnTo>
                <a:lnTo>
                  <a:pt x="1006" y="272"/>
                </a:lnTo>
                <a:lnTo>
                  <a:pt x="1005" y="272"/>
                </a:lnTo>
                <a:lnTo>
                  <a:pt x="1004" y="273"/>
                </a:lnTo>
                <a:lnTo>
                  <a:pt x="1003" y="273"/>
                </a:lnTo>
                <a:lnTo>
                  <a:pt x="1002" y="274"/>
                </a:lnTo>
                <a:lnTo>
                  <a:pt x="1002" y="275"/>
                </a:lnTo>
                <a:lnTo>
                  <a:pt x="1002" y="276"/>
                </a:lnTo>
                <a:lnTo>
                  <a:pt x="1002" y="275"/>
                </a:lnTo>
                <a:lnTo>
                  <a:pt x="1001" y="275"/>
                </a:lnTo>
                <a:lnTo>
                  <a:pt x="1001" y="274"/>
                </a:lnTo>
                <a:lnTo>
                  <a:pt x="1000" y="274"/>
                </a:lnTo>
                <a:lnTo>
                  <a:pt x="999" y="274"/>
                </a:lnTo>
                <a:lnTo>
                  <a:pt x="999" y="275"/>
                </a:lnTo>
                <a:lnTo>
                  <a:pt x="998" y="275"/>
                </a:lnTo>
                <a:lnTo>
                  <a:pt x="998" y="276"/>
                </a:lnTo>
                <a:lnTo>
                  <a:pt x="997" y="277"/>
                </a:lnTo>
                <a:lnTo>
                  <a:pt x="996" y="277"/>
                </a:lnTo>
                <a:lnTo>
                  <a:pt x="996" y="278"/>
                </a:lnTo>
                <a:lnTo>
                  <a:pt x="995" y="278"/>
                </a:lnTo>
                <a:lnTo>
                  <a:pt x="995" y="279"/>
                </a:lnTo>
                <a:lnTo>
                  <a:pt x="996" y="279"/>
                </a:lnTo>
                <a:lnTo>
                  <a:pt x="996" y="280"/>
                </a:lnTo>
                <a:lnTo>
                  <a:pt x="995" y="280"/>
                </a:lnTo>
                <a:lnTo>
                  <a:pt x="994" y="280"/>
                </a:lnTo>
                <a:lnTo>
                  <a:pt x="994" y="281"/>
                </a:lnTo>
                <a:lnTo>
                  <a:pt x="995" y="281"/>
                </a:lnTo>
                <a:lnTo>
                  <a:pt x="995" y="282"/>
                </a:lnTo>
                <a:lnTo>
                  <a:pt x="995" y="283"/>
                </a:lnTo>
                <a:lnTo>
                  <a:pt x="994" y="283"/>
                </a:lnTo>
                <a:lnTo>
                  <a:pt x="993" y="283"/>
                </a:lnTo>
                <a:lnTo>
                  <a:pt x="992" y="283"/>
                </a:lnTo>
                <a:lnTo>
                  <a:pt x="991" y="283"/>
                </a:lnTo>
                <a:lnTo>
                  <a:pt x="991" y="285"/>
                </a:lnTo>
                <a:lnTo>
                  <a:pt x="992" y="286"/>
                </a:lnTo>
                <a:lnTo>
                  <a:pt x="991" y="286"/>
                </a:lnTo>
                <a:lnTo>
                  <a:pt x="991" y="287"/>
                </a:lnTo>
                <a:lnTo>
                  <a:pt x="990" y="287"/>
                </a:lnTo>
                <a:lnTo>
                  <a:pt x="989" y="287"/>
                </a:lnTo>
                <a:lnTo>
                  <a:pt x="988" y="287"/>
                </a:lnTo>
                <a:lnTo>
                  <a:pt x="987" y="287"/>
                </a:lnTo>
                <a:lnTo>
                  <a:pt x="986" y="287"/>
                </a:lnTo>
                <a:lnTo>
                  <a:pt x="985" y="287"/>
                </a:lnTo>
                <a:lnTo>
                  <a:pt x="985" y="288"/>
                </a:lnTo>
                <a:lnTo>
                  <a:pt x="985" y="287"/>
                </a:lnTo>
                <a:lnTo>
                  <a:pt x="984" y="287"/>
                </a:lnTo>
                <a:lnTo>
                  <a:pt x="983" y="287"/>
                </a:lnTo>
                <a:lnTo>
                  <a:pt x="983" y="288"/>
                </a:lnTo>
                <a:lnTo>
                  <a:pt x="982" y="288"/>
                </a:lnTo>
                <a:lnTo>
                  <a:pt x="982" y="287"/>
                </a:lnTo>
                <a:lnTo>
                  <a:pt x="981" y="287"/>
                </a:lnTo>
                <a:lnTo>
                  <a:pt x="980" y="287"/>
                </a:lnTo>
                <a:lnTo>
                  <a:pt x="980" y="288"/>
                </a:lnTo>
                <a:lnTo>
                  <a:pt x="979" y="288"/>
                </a:lnTo>
                <a:lnTo>
                  <a:pt x="978" y="288"/>
                </a:lnTo>
                <a:lnTo>
                  <a:pt x="977" y="289"/>
                </a:lnTo>
                <a:lnTo>
                  <a:pt x="977" y="290"/>
                </a:lnTo>
                <a:lnTo>
                  <a:pt x="978" y="290"/>
                </a:lnTo>
                <a:lnTo>
                  <a:pt x="978" y="291"/>
                </a:lnTo>
                <a:lnTo>
                  <a:pt x="979" y="291"/>
                </a:lnTo>
                <a:lnTo>
                  <a:pt x="980" y="291"/>
                </a:lnTo>
                <a:lnTo>
                  <a:pt x="980" y="292"/>
                </a:lnTo>
                <a:lnTo>
                  <a:pt x="980" y="293"/>
                </a:lnTo>
                <a:lnTo>
                  <a:pt x="979" y="294"/>
                </a:lnTo>
                <a:lnTo>
                  <a:pt x="980" y="295"/>
                </a:lnTo>
                <a:lnTo>
                  <a:pt x="980" y="297"/>
                </a:lnTo>
                <a:lnTo>
                  <a:pt x="979" y="298"/>
                </a:lnTo>
                <a:lnTo>
                  <a:pt x="978" y="298"/>
                </a:lnTo>
                <a:lnTo>
                  <a:pt x="977" y="298"/>
                </a:lnTo>
                <a:lnTo>
                  <a:pt x="976" y="299"/>
                </a:lnTo>
                <a:lnTo>
                  <a:pt x="976" y="300"/>
                </a:lnTo>
                <a:lnTo>
                  <a:pt x="975" y="300"/>
                </a:lnTo>
                <a:lnTo>
                  <a:pt x="974" y="300"/>
                </a:lnTo>
                <a:lnTo>
                  <a:pt x="974" y="301"/>
                </a:lnTo>
                <a:lnTo>
                  <a:pt x="974" y="302"/>
                </a:lnTo>
                <a:lnTo>
                  <a:pt x="975" y="302"/>
                </a:lnTo>
                <a:lnTo>
                  <a:pt x="976" y="302"/>
                </a:lnTo>
                <a:lnTo>
                  <a:pt x="976" y="303"/>
                </a:lnTo>
                <a:lnTo>
                  <a:pt x="976" y="304"/>
                </a:lnTo>
                <a:lnTo>
                  <a:pt x="977" y="304"/>
                </a:lnTo>
                <a:lnTo>
                  <a:pt x="976" y="305"/>
                </a:lnTo>
                <a:lnTo>
                  <a:pt x="976" y="306"/>
                </a:lnTo>
                <a:lnTo>
                  <a:pt x="975" y="306"/>
                </a:lnTo>
                <a:lnTo>
                  <a:pt x="975" y="307"/>
                </a:lnTo>
                <a:lnTo>
                  <a:pt x="974" y="307"/>
                </a:lnTo>
                <a:lnTo>
                  <a:pt x="973" y="308"/>
                </a:lnTo>
                <a:lnTo>
                  <a:pt x="972" y="308"/>
                </a:lnTo>
                <a:lnTo>
                  <a:pt x="972" y="309"/>
                </a:lnTo>
                <a:lnTo>
                  <a:pt x="971" y="309"/>
                </a:lnTo>
                <a:lnTo>
                  <a:pt x="970" y="310"/>
                </a:lnTo>
                <a:lnTo>
                  <a:pt x="969" y="310"/>
                </a:lnTo>
                <a:lnTo>
                  <a:pt x="969" y="311"/>
                </a:lnTo>
                <a:lnTo>
                  <a:pt x="968" y="311"/>
                </a:lnTo>
                <a:lnTo>
                  <a:pt x="969" y="311"/>
                </a:lnTo>
                <a:lnTo>
                  <a:pt x="968" y="311"/>
                </a:lnTo>
                <a:lnTo>
                  <a:pt x="968" y="312"/>
                </a:lnTo>
                <a:lnTo>
                  <a:pt x="967" y="312"/>
                </a:lnTo>
                <a:lnTo>
                  <a:pt x="966" y="312"/>
                </a:lnTo>
                <a:lnTo>
                  <a:pt x="966" y="313"/>
                </a:lnTo>
                <a:lnTo>
                  <a:pt x="965" y="313"/>
                </a:lnTo>
                <a:lnTo>
                  <a:pt x="964" y="313"/>
                </a:lnTo>
                <a:lnTo>
                  <a:pt x="963" y="313"/>
                </a:lnTo>
                <a:lnTo>
                  <a:pt x="962" y="314"/>
                </a:lnTo>
                <a:lnTo>
                  <a:pt x="963" y="314"/>
                </a:lnTo>
                <a:lnTo>
                  <a:pt x="963" y="315"/>
                </a:lnTo>
                <a:lnTo>
                  <a:pt x="963" y="316"/>
                </a:lnTo>
                <a:lnTo>
                  <a:pt x="963" y="317"/>
                </a:lnTo>
                <a:lnTo>
                  <a:pt x="963" y="316"/>
                </a:lnTo>
                <a:lnTo>
                  <a:pt x="964" y="316"/>
                </a:lnTo>
                <a:lnTo>
                  <a:pt x="965" y="316"/>
                </a:lnTo>
                <a:lnTo>
                  <a:pt x="966" y="316"/>
                </a:lnTo>
                <a:lnTo>
                  <a:pt x="966" y="315"/>
                </a:lnTo>
                <a:lnTo>
                  <a:pt x="967" y="315"/>
                </a:lnTo>
                <a:lnTo>
                  <a:pt x="967" y="316"/>
                </a:lnTo>
                <a:lnTo>
                  <a:pt x="966" y="316"/>
                </a:lnTo>
                <a:lnTo>
                  <a:pt x="967" y="316"/>
                </a:lnTo>
                <a:lnTo>
                  <a:pt x="967" y="317"/>
                </a:lnTo>
                <a:lnTo>
                  <a:pt x="968" y="317"/>
                </a:lnTo>
                <a:lnTo>
                  <a:pt x="968" y="318"/>
                </a:lnTo>
                <a:lnTo>
                  <a:pt x="968" y="319"/>
                </a:lnTo>
                <a:lnTo>
                  <a:pt x="967" y="320"/>
                </a:lnTo>
                <a:lnTo>
                  <a:pt x="966" y="321"/>
                </a:lnTo>
                <a:lnTo>
                  <a:pt x="967" y="321"/>
                </a:lnTo>
                <a:lnTo>
                  <a:pt x="966" y="322"/>
                </a:lnTo>
                <a:lnTo>
                  <a:pt x="965" y="323"/>
                </a:lnTo>
                <a:lnTo>
                  <a:pt x="965" y="324"/>
                </a:lnTo>
                <a:lnTo>
                  <a:pt x="964" y="324"/>
                </a:lnTo>
                <a:lnTo>
                  <a:pt x="963" y="324"/>
                </a:lnTo>
                <a:lnTo>
                  <a:pt x="963" y="325"/>
                </a:lnTo>
                <a:lnTo>
                  <a:pt x="963" y="326"/>
                </a:lnTo>
                <a:lnTo>
                  <a:pt x="963" y="327"/>
                </a:lnTo>
                <a:lnTo>
                  <a:pt x="962" y="327"/>
                </a:lnTo>
                <a:lnTo>
                  <a:pt x="961" y="327"/>
                </a:lnTo>
                <a:lnTo>
                  <a:pt x="961" y="328"/>
                </a:lnTo>
                <a:lnTo>
                  <a:pt x="961" y="329"/>
                </a:lnTo>
                <a:lnTo>
                  <a:pt x="962" y="329"/>
                </a:lnTo>
                <a:lnTo>
                  <a:pt x="962" y="330"/>
                </a:lnTo>
                <a:lnTo>
                  <a:pt x="962" y="331"/>
                </a:lnTo>
                <a:lnTo>
                  <a:pt x="963" y="331"/>
                </a:lnTo>
                <a:lnTo>
                  <a:pt x="962" y="332"/>
                </a:lnTo>
                <a:lnTo>
                  <a:pt x="964" y="332"/>
                </a:lnTo>
                <a:lnTo>
                  <a:pt x="964" y="333"/>
                </a:lnTo>
                <a:lnTo>
                  <a:pt x="965" y="333"/>
                </a:lnTo>
                <a:lnTo>
                  <a:pt x="965" y="334"/>
                </a:lnTo>
                <a:lnTo>
                  <a:pt x="965" y="335"/>
                </a:lnTo>
                <a:lnTo>
                  <a:pt x="964" y="335"/>
                </a:lnTo>
                <a:lnTo>
                  <a:pt x="963" y="335"/>
                </a:lnTo>
                <a:lnTo>
                  <a:pt x="962" y="335"/>
                </a:lnTo>
                <a:lnTo>
                  <a:pt x="962" y="336"/>
                </a:lnTo>
                <a:lnTo>
                  <a:pt x="961" y="336"/>
                </a:lnTo>
                <a:lnTo>
                  <a:pt x="960" y="336"/>
                </a:lnTo>
                <a:lnTo>
                  <a:pt x="960" y="337"/>
                </a:lnTo>
                <a:lnTo>
                  <a:pt x="960" y="338"/>
                </a:lnTo>
                <a:lnTo>
                  <a:pt x="959" y="340"/>
                </a:lnTo>
                <a:lnTo>
                  <a:pt x="958" y="341"/>
                </a:lnTo>
                <a:lnTo>
                  <a:pt x="957" y="341"/>
                </a:lnTo>
                <a:lnTo>
                  <a:pt x="956" y="340"/>
                </a:lnTo>
                <a:lnTo>
                  <a:pt x="955" y="340"/>
                </a:lnTo>
                <a:lnTo>
                  <a:pt x="954" y="342"/>
                </a:lnTo>
                <a:lnTo>
                  <a:pt x="954" y="343"/>
                </a:lnTo>
                <a:lnTo>
                  <a:pt x="955" y="343"/>
                </a:lnTo>
                <a:lnTo>
                  <a:pt x="955" y="344"/>
                </a:lnTo>
                <a:lnTo>
                  <a:pt x="954" y="345"/>
                </a:lnTo>
                <a:lnTo>
                  <a:pt x="954" y="346"/>
                </a:lnTo>
                <a:lnTo>
                  <a:pt x="956" y="347"/>
                </a:lnTo>
                <a:lnTo>
                  <a:pt x="957" y="347"/>
                </a:lnTo>
                <a:lnTo>
                  <a:pt x="958" y="347"/>
                </a:lnTo>
                <a:lnTo>
                  <a:pt x="958" y="348"/>
                </a:lnTo>
                <a:lnTo>
                  <a:pt x="960" y="348"/>
                </a:lnTo>
                <a:lnTo>
                  <a:pt x="959" y="349"/>
                </a:lnTo>
                <a:lnTo>
                  <a:pt x="957" y="350"/>
                </a:lnTo>
                <a:lnTo>
                  <a:pt x="956" y="351"/>
                </a:lnTo>
                <a:lnTo>
                  <a:pt x="956" y="352"/>
                </a:lnTo>
                <a:lnTo>
                  <a:pt x="955" y="352"/>
                </a:lnTo>
                <a:lnTo>
                  <a:pt x="955" y="353"/>
                </a:lnTo>
                <a:lnTo>
                  <a:pt x="954" y="353"/>
                </a:lnTo>
                <a:lnTo>
                  <a:pt x="953" y="353"/>
                </a:lnTo>
                <a:lnTo>
                  <a:pt x="953" y="354"/>
                </a:lnTo>
                <a:lnTo>
                  <a:pt x="952" y="354"/>
                </a:lnTo>
                <a:lnTo>
                  <a:pt x="952" y="355"/>
                </a:lnTo>
                <a:lnTo>
                  <a:pt x="951" y="355"/>
                </a:lnTo>
                <a:lnTo>
                  <a:pt x="950" y="356"/>
                </a:lnTo>
                <a:lnTo>
                  <a:pt x="950" y="357"/>
                </a:lnTo>
                <a:lnTo>
                  <a:pt x="949" y="358"/>
                </a:lnTo>
                <a:lnTo>
                  <a:pt x="948" y="358"/>
                </a:lnTo>
                <a:lnTo>
                  <a:pt x="948" y="359"/>
                </a:lnTo>
                <a:lnTo>
                  <a:pt x="947" y="359"/>
                </a:lnTo>
                <a:lnTo>
                  <a:pt x="947" y="360"/>
                </a:lnTo>
                <a:lnTo>
                  <a:pt x="946" y="360"/>
                </a:lnTo>
                <a:lnTo>
                  <a:pt x="945" y="360"/>
                </a:lnTo>
                <a:lnTo>
                  <a:pt x="945" y="359"/>
                </a:lnTo>
                <a:lnTo>
                  <a:pt x="944" y="359"/>
                </a:lnTo>
                <a:lnTo>
                  <a:pt x="943" y="359"/>
                </a:lnTo>
                <a:lnTo>
                  <a:pt x="942" y="358"/>
                </a:lnTo>
                <a:lnTo>
                  <a:pt x="941" y="357"/>
                </a:lnTo>
                <a:lnTo>
                  <a:pt x="940" y="357"/>
                </a:lnTo>
                <a:lnTo>
                  <a:pt x="940" y="358"/>
                </a:lnTo>
                <a:lnTo>
                  <a:pt x="939" y="358"/>
                </a:lnTo>
                <a:lnTo>
                  <a:pt x="939" y="357"/>
                </a:lnTo>
                <a:lnTo>
                  <a:pt x="938" y="356"/>
                </a:lnTo>
                <a:lnTo>
                  <a:pt x="938" y="355"/>
                </a:lnTo>
                <a:lnTo>
                  <a:pt x="938" y="354"/>
                </a:lnTo>
                <a:lnTo>
                  <a:pt x="938" y="353"/>
                </a:lnTo>
                <a:lnTo>
                  <a:pt x="937" y="352"/>
                </a:lnTo>
                <a:lnTo>
                  <a:pt x="937" y="351"/>
                </a:lnTo>
                <a:lnTo>
                  <a:pt x="935" y="350"/>
                </a:lnTo>
                <a:lnTo>
                  <a:pt x="934" y="350"/>
                </a:lnTo>
                <a:lnTo>
                  <a:pt x="934" y="351"/>
                </a:lnTo>
                <a:lnTo>
                  <a:pt x="933" y="352"/>
                </a:lnTo>
                <a:lnTo>
                  <a:pt x="932" y="352"/>
                </a:lnTo>
                <a:lnTo>
                  <a:pt x="931" y="353"/>
                </a:lnTo>
                <a:lnTo>
                  <a:pt x="931" y="354"/>
                </a:lnTo>
                <a:lnTo>
                  <a:pt x="930" y="355"/>
                </a:lnTo>
                <a:lnTo>
                  <a:pt x="929" y="356"/>
                </a:lnTo>
                <a:lnTo>
                  <a:pt x="929" y="357"/>
                </a:lnTo>
                <a:lnTo>
                  <a:pt x="928" y="357"/>
                </a:lnTo>
                <a:lnTo>
                  <a:pt x="928" y="358"/>
                </a:lnTo>
                <a:lnTo>
                  <a:pt x="927" y="358"/>
                </a:lnTo>
                <a:lnTo>
                  <a:pt x="927" y="357"/>
                </a:lnTo>
                <a:lnTo>
                  <a:pt x="926" y="357"/>
                </a:lnTo>
                <a:lnTo>
                  <a:pt x="926" y="356"/>
                </a:lnTo>
                <a:lnTo>
                  <a:pt x="926" y="355"/>
                </a:lnTo>
                <a:lnTo>
                  <a:pt x="925" y="355"/>
                </a:lnTo>
                <a:lnTo>
                  <a:pt x="924" y="355"/>
                </a:lnTo>
                <a:lnTo>
                  <a:pt x="924" y="356"/>
                </a:lnTo>
                <a:lnTo>
                  <a:pt x="924" y="355"/>
                </a:lnTo>
                <a:lnTo>
                  <a:pt x="923" y="355"/>
                </a:lnTo>
                <a:lnTo>
                  <a:pt x="922" y="355"/>
                </a:lnTo>
                <a:lnTo>
                  <a:pt x="922" y="354"/>
                </a:lnTo>
                <a:lnTo>
                  <a:pt x="921" y="354"/>
                </a:lnTo>
                <a:lnTo>
                  <a:pt x="920" y="354"/>
                </a:lnTo>
                <a:lnTo>
                  <a:pt x="919" y="354"/>
                </a:lnTo>
                <a:lnTo>
                  <a:pt x="918" y="354"/>
                </a:lnTo>
                <a:lnTo>
                  <a:pt x="917" y="355"/>
                </a:lnTo>
                <a:lnTo>
                  <a:pt x="917" y="353"/>
                </a:lnTo>
                <a:lnTo>
                  <a:pt x="916" y="354"/>
                </a:lnTo>
                <a:lnTo>
                  <a:pt x="915" y="354"/>
                </a:lnTo>
                <a:lnTo>
                  <a:pt x="914" y="355"/>
                </a:lnTo>
                <a:lnTo>
                  <a:pt x="914" y="356"/>
                </a:lnTo>
                <a:lnTo>
                  <a:pt x="914" y="357"/>
                </a:lnTo>
                <a:lnTo>
                  <a:pt x="914" y="358"/>
                </a:lnTo>
                <a:lnTo>
                  <a:pt x="915" y="358"/>
                </a:lnTo>
                <a:lnTo>
                  <a:pt x="914" y="358"/>
                </a:lnTo>
                <a:lnTo>
                  <a:pt x="914" y="359"/>
                </a:lnTo>
                <a:lnTo>
                  <a:pt x="913" y="359"/>
                </a:lnTo>
                <a:lnTo>
                  <a:pt x="913" y="360"/>
                </a:lnTo>
                <a:lnTo>
                  <a:pt x="913" y="361"/>
                </a:lnTo>
                <a:lnTo>
                  <a:pt x="912" y="361"/>
                </a:lnTo>
                <a:lnTo>
                  <a:pt x="911" y="361"/>
                </a:lnTo>
                <a:lnTo>
                  <a:pt x="912" y="361"/>
                </a:lnTo>
                <a:lnTo>
                  <a:pt x="912" y="362"/>
                </a:lnTo>
                <a:lnTo>
                  <a:pt x="911" y="362"/>
                </a:lnTo>
                <a:lnTo>
                  <a:pt x="910" y="362"/>
                </a:lnTo>
                <a:lnTo>
                  <a:pt x="910" y="361"/>
                </a:lnTo>
                <a:lnTo>
                  <a:pt x="910" y="362"/>
                </a:lnTo>
                <a:lnTo>
                  <a:pt x="910" y="363"/>
                </a:lnTo>
                <a:lnTo>
                  <a:pt x="910" y="364"/>
                </a:lnTo>
                <a:lnTo>
                  <a:pt x="910" y="365"/>
                </a:lnTo>
                <a:lnTo>
                  <a:pt x="908" y="365"/>
                </a:lnTo>
                <a:lnTo>
                  <a:pt x="908" y="366"/>
                </a:lnTo>
                <a:lnTo>
                  <a:pt x="909" y="367"/>
                </a:lnTo>
                <a:lnTo>
                  <a:pt x="910" y="367"/>
                </a:lnTo>
                <a:lnTo>
                  <a:pt x="910" y="368"/>
                </a:lnTo>
                <a:lnTo>
                  <a:pt x="911" y="369"/>
                </a:lnTo>
                <a:lnTo>
                  <a:pt x="911" y="370"/>
                </a:lnTo>
                <a:lnTo>
                  <a:pt x="912" y="370"/>
                </a:lnTo>
                <a:lnTo>
                  <a:pt x="911" y="370"/>
                </a:lnTo>
                <a:lnTo>
                  <a:pt x="911" y="371"/>
                </a:lnTo>
                <a:lnTo>
                  <a:pt x="912" y="372"/>
                </a:lnTo>
                <a:lnTo>
                  <a:pt x="913" y="373"/>
                </a:lnTo>
                <a:lnTo>
                  <a:pt x="914" y="373"/>
                </a:lnTo>
                <a:lnTo>
                  <a:pt x="915" y="373"/>
                </a:lnTo>
                <a:lnTo>
                  <a:pt x="916" y="374"/>
                </a:lnTo>
                <a:lnTo>
                  <a:pt x="916" y="375"/>
                </a:lnTo>
                <a:lnTo>
                  <a:pt x="916" y="376"/>
                </a:lnTo>
                <a:lnTo>
                  <a:pt x="915" y="377"/>
                </a:lnTo>
                <a:lnTo>
                  <a:pt x="915" y="378"/>
                </a:lnTo>
                <a:lnTo>
                  <a:pt x="914" y="378"/>
                </a:lnTo>
                <a:lnTo>
                  <a:pt x="914" y="379"/>
                </a:lnTo>
                <a:lnTo>
                  <a:pt x="914" y="380"/>
                </a:lnTo>
                <a:lnTo>
                  <a:pt x="913" y="380"/>
                </a:lnTo>
                <a:lnTo>
                  <a:pt x="912" y="381"/>
                </a:lnTo>
                <a:lnTo>
                  <a:pt x="912" y="382"/>
                </a:lnTo>
                <a:lnTo>
                  <a:pt x="911" y="382"/>
                </a:lnTo>
                <a:lnTo>
                  <a:pt x="911" y="383"/>
                </a:lnTo>
                <a:lnTo>
                  <a:pt x="910" y="384"/>
                </a:lnTo>
                <a:lnTo>
                  <a:pt x="909" y="385"/>
                </a:lnTo>
                <a:lnTo>
                  <a:pt x="909" y="386"/>
                </a:lnTo>
                <a:lnTo>
                  <a:pt x="910" y="386"/>
                </a:lnTo>
                <a:lnTo>
                  <a:pt x="909" y="388"/>
                </a:lnTo>
                <a:lnTo>
                  <a:pt x="908" y="388"/>
                </a:lnTo>
                <a:lnTo>
                  <a:pt x="907" y="388"/>
                </a:lnTo>
                <a:lnTo>
                  <a:pt x="906" y="388"/>
                </a:lnTo>
                <a:lnTo>
                  <a:pt x="907" y="388"/>
                </a:lnTo>
                <a:lnTo>
                  <a:pt x="907" y="389"/>
                </a:lnTo>
                <a:lnTo>
                  <a:pt x="906" y="389"/>
                </a:lnTo>
                <a:lnTo>
                  <a:pt x="905" y="390"/>
                </a:lnTo>
                <a:lnTo>
                  <a:pt x="904" y="391"/>
                </a:lnTo>
                <a:lnTo>
                  <a:pt x="903" y="392"/>
                </a:lnTo>
                <a:lnTo>
                  <a:pt x="902" y="394"/>
                </a:lnTo>
                <a:lnTo>
                  <a:pt x="901" y="397"/>
                </a:lnTo>
                <a:lnTo>
                  <a:pt x="901" y="398"/>
                </a:lnTo>
                <a:lnTo>
                  <a:pt x="901" y="399"/>
                </a:lnTo>
                <a:lnTo>
                  <a:pt x="901" y="400"/>
                </a:lnTo>
                <a:lnTo>
                  <a:pt x="901" y="401"/>
                </a:lnTo>
                <a:lnTo>
                  <a:pt x="900" y="402"/>
                </a:lnTo>
                <a:lnTo>
                  <a:pt x="900" y="403"/>
                </a:lnTo>
                <a:lnTo>
                  <a:pt x="899" y="403"/>
                </a:lnTo>
                <a:lnTo>
                  <a:pt x="898" y="404"/>
                </a:lnTo>
                <a:lnTo>
                  <a:pt x="898" y="405"/>
                </a:lnTo>
                <a:lnTo>
                  <a:pt x="897" y="405"/>
                </a:lnTo>
                <a:lnTo>
                  <a:pt x="897" y="406"/>
                </a:lnTo>
                <a:lnTo>
                  <a:pt x="896" y="406"/>
                </a:lnTo>
                <a:lnTo>
                  <a:pt x="896" y="407"/>
                </a:lnTo>
                <a:lnTo>
                  <a:pt x="895" y="408"/>
                </a:lnTo>
                <a:lnTo>
                  <a:pt x="895" y="409"/>
                </a:lnTo>
                <a:lnTo>
                  <a:pt x="895" y="410"/>
                </a:lnTo>
                <a:lnTo>
                  <a:pt x="894" y="410"/>
                </a:lnTo>
                <a:lnTo>
                  <a:pt x="894" y="411"/>
                </a:lnTo>
                <a:lnTo>
                  <a:pt x="894" y="412"/>
                </a:lnTo>
                <a:lnTo>
                  <a:pt x="893" y="412"/>
                </a:lnTo>
                <a:lnTo>
                  <a:pt x="893" y="413"/>
                </a:lnTo>
                <a:lnTo>
                  <a:pt x="893" y="414"/>
                </a:lnTo>
                <a:lnTo>
                  <a:pt x="892" y="417"/>
                </a:lnTo>
                <a:lnTo>
                  <a:pt x="890" y="418"/>
                </a:lnTo>
                <a:lnTo>
                  <a:pt x="890" y="419"/>
                </a:lnTo>
                <a:lnTo>
                  <a:pt x="889" y="421"/>
                </a:lnTo>
                <a:lnTo>
                  <a:pt x="888" y="421"/>
                </a:lnTo>
                <a:lnTo>
                  <a:pt x="888" y="422"/>
                </a:lnTo>
                <a:lnTo>
                  <a:pt x="887" y="422"/>
                </a:lnTo>
                <a:lnTo>
                  <a:pt x="886" y="423"/>
                </a:lnTo>
                <a:lnTo>
                  <a:pt x="885" y="424"/>
                </a:lnTo>
                <a:lnTo>
                  <a:pt x="883" y="426"/>
                </a:lnTo>
                <a:lnTo>
                  <a:pt x="883" y="427"/>
                </a:lnTo>
                <a:lnTo>
                  <a:pt x="882" y="429"/>
                </a:lnTo>
                <a:lnTo>
                  <a:pt x="881" y="429"/>
                </a:lnTo>
                <a:lnTo>
                  <a:pt x="880" y="429"/>
                </a:lnTo>
                <a:lnTo>
                  <a:pt x="879" y="430"/>
                </a:lnTo>
                <a:lnTo>
                  <a:pt x="880" y="431"/>
                </a:lnTo>
                <a:lnTo>
                  <a:pt x="879" y="431"/>
                </a:lnTo>
                <a:lnTo>
                  <a:pt x="879" y="432"/>
                </a:lnTo>
                <a:lnTo>
                  <a:pt x="878" y="431"/>
                </a:lnTo>
                <a:lnTo>
                  <a:pt x="877" y="431"/>
                </a:lnTo>
                <a:lnTo>
                  <a:pt x="877" y="433"/>
                </a:lnTo>
                <a:lnTo>
                  <a:pt x="877" y="434"/>
                </a:lnTo>
                <a:lnTo>
                  <a:pt x="878" y="434"/>
                </a:lnTo>
                <a:lnTo>
                  <a:pt x="877" y="436"/>
                </a:lnTo>
                <a:lnTo>
                  <a:pt x="876" y="436"/>
                </a:lnTo>
                <a:lnTo>
                  <a:pt x="875" y="437"/>
                </a:lnTo>
                <a:lnTo>
                  <a:pt x="875" y="436"/>
                </a:lnTo>
                <a:lnTo>
                  <a:pt x="874" y="435"/>
                </a:lnTo>
                <a:lnTo>
                  <a:pt x="873" y="436"/>
                </a:lnTo>
                <a:lnTo>
                  <a:pt x="873" y="437"/>
                </a:lnTo>
                <a:lnTo>
                  <a:pt x="874" y="437"/>
                </a:lnTo>
                <a:lnTo>
                  <a:pt x="873" y="438"/>
                </a:lnTo>
                <a:lnTo>
                  <a:pt x="872" y="437"/>
                </a:lnTo>
                <a:lnTo>
                  <a:pt x="871" y="436"/>
                </a:lnTo>
                <a:lnTo>
                  <a:pt x="870" y="436"/>
                </a:lnTo>
                <a:lnTo>
                  <a:pt x="870" y="435"/>
                </a:lnTo>
                <a:lnTo>
                  <a:pt x="869" y="434"/>
                </a:lnTo>
                <a:lnTo>
                  <a:pt x="869" y="433"/>
                </a:lnTo>
                <a:lnTo>
                  <a:pt x="869" y="432"/>
                </a:lnTo>
                <a:lnTo>
                  <a:pt x="868" y="432"/>
                </a:lnTo>
                <a:lnTo>
                  <a:pt x="867" y="433"/>
                </a:lnTo>
                <a:lnTo>
                  <a:pt x="866" y="434"/>
                </a:lnTo>
                <a:lnTo>
                  <a:pt x="866" y="435"/>
                </a:lnTo>
                <a:lnTo>
                  <a:pt x="866" y="436"/>
                </a:lnTo>
                <a:lnTo>
                  <a:pt x="865" y="437"/>
                </a:lnTo>
                <a:lnTo>
                  <a:pt x="864" y="437"/>
                </a:lnTo>
                <a:lnTo>
                  <a:pt x="863" y="437"/>
                </a:lnTo>
                <a:lnTo>
                  <a:pt x="862" y="438"/>
                </a:lnTo>
                <a:lnTo>
                  <a:pt x="861" y="438"/>
                </a:lnTo>
                <a:lnTo>
                  <a:pt x="860" y="438"/>
                </a:lnTo>
                <a:lnTo>
                  <a:pt x="860" y="437"/>
                </a:lnTo>
                <a:lnTo>
                  <a:pt x="859" y="438"/>
                </a:lnTo>
                <a:lnTo>
                  <a:pt x="857" y="438"/>
                </a:lnTo>
                <a:lnTo>
                  <a:pt x="857" y="437"/>
                </a:lnTo>
                <a:lnTo>
                  <a:pt x="856" y="437"/>
                </a:lnTo>
                <a:lnTo>
                  <a:pt x="856" y="436"/>
                </a:lnTo>
                <a:lnTo>
                  <a:pt x="855" y="436"/>
                </a:lnTo>
                <a:lnTo>
                  <a:pt x="855" y="437"/>
                </a:lnTo>
                <a:lnTo>
                  <a:pt x="854" y="438"/>
                </a:lnTo>
                <a:lnTo>
                  <a:pt x="853" y="438"/>
                </a:lnTo>
                <a:lnTo>
                  <a:pt x="852" y="439"/>
                </a:lnTo>
                <a:lnTo>
                  <a:pt x="851" y="439"/>
                </a:lnTo>
                <a:lnTo>
                  <a:pt x="850" y="439"/>
                </a:lnTo>
                <a:lnTo>
                  <a:pt x="849" y="439"/>
                </a:lnTo>
                <a:lnTo>
                  <a:pt x="848" y="439"/>
                </a:lnTo>
                <a:lnTo>
                  <a:pt x="847" y="439"/>
                </a:lnTo>
                <a:lnTo>
                  <a:pt x="847" y="438"/>
                </a:lnTo>
                <a:lnTo>
                  <a:pt x="846" y="438"/>
                </a:lnTo>
                <a:lnTo>
                  <a:pt x="845" y="437"/>
                </a:lnTo>
                <a:lnTo>
                  <a:pt x="845" y="436"/>
                </a:lnTo>
                <a:lnTo>
                  <a:pt x="845" y="435"/>
                </a:lnTo>
                <a:lnTo>
                  <a:pt x="844" y="434"/>
                </a:lnTo>
                <a:lnTo>
                  <a:pt x="843" y="434"/>
                </a:lnTo>
                <a:lnTo>
                  <a:pt x="843" y="433"/>
                </a:lnTo>
                <a:lnTo>
                  <a:pt x="843" y="432"/>
                </a:lnTo>
                <a:lnTo>
                  <a:pt x="843" y="431"/>
                </a:lnTo>
                <a:lnTo>
                  <a:pt x="843" y="430"/>
                </a:lnTo>
                <a:lnTo>
                  <a:pt x="843" y="429"/>
                </a:lnTo>
                <a:lnTo>
                  <a:pt x="842" y="429"/>
                </a:lnTo>
                <a:lnTo>
                  <a:pt x="842" y="428"/>
                </a:lnTo>
                <a:lnTo>
                  <a:pt x="841" y="428"/>
                </a:lnTo>
                <a:lnTo>
                  <a:pt x="840" y="429"/>
                </a:lnTo>
                <a:lnTo>
                  <a:pt x="840" y="428"/>
                </a:lnTo>
                <a:lnTo>
                  <a:pt x="841" y="426"/>
                </a:lnTo>
                <a:lnTo>
                  <a:pt x="841" y="425"/>
                </a:lnTo>
                <a:lnTo>
                  <a:pt x="840" y="424"/>
                </a:lnTo>
                <a:lnTo>
                  <a:pt x="840" y="425"/>
                </a:lnTo>
                <a:lnTo>
                  <a:pt x="840" y="424"/>
                </a:lnTo>
                <a:lnTo>
                  <a:pt x="839" y="424"/>
                </a:lnTo>
                <a:lnTo>
                  <a:pt x="839" y="423"/>
                </a:lnTo>
                <a:lnTo>
                  <a:pt x="838" y="423"/>
                </a:lnTo>
                <a:lnTo>
                  <a:pt x="837" y="423"/>
                </a:lnTo>
                <a:lnTo>
                  <a:pt x="838" y="422"/>
                </a:lnTo>
                <a:lnTo>
                  <a:pt x="838" y="421"/>
                </a:lnTo>
                <a:lnTo>
                  <a:pt x="837" y="421"/>
                </a:lnTo>
                <a:lnTo>
                  <a:pt x="836" y="421"/>
                </a:lnTo>
                <a:lnTo>
                  <a:pt x="836" y="420"/>
                </a:lnTo>
                <a:lnTo>
                  <a:pt x="836" y="419"/>
                </a:lnTo>
                <a:lnTo>
                  <a:pt x="837" y="419"/>
                </a:lnTo>
                <a:lnTo>
                  <a:pt x="836" y="418"/>
                </a:lnTo>
                <a:lnTo>
                  <a:pt x="835" y="418"/>
                </a:lnTo>
                <a:lnTo>
                  <a:pt x="835" y="417"/>
                </a:lnTo>
                <a:lnTo>
                  <a:pt x="836" y="416"/>
                </a:lnTo>
                <a:lnTo>
                  <a:pt x="837" y="416"/>
                </a:lnTo>
                <a:lnTo>
                  <a:pt x="838" y="416"/>
                </a:lnTo>
                <a:lnTo>
                  <a:pt x="838" y="415"/>
                </a:lnTo>
                <a:lnTo>
                  <a:pt x="837" y="414"/>
                </a:lnTo>
                <a:lnTo>
                  <a:pt x="836" y="414"/>
                </a:lnTo>
                <a:lnTo>
                  <a:pt x="836" y="413"/>
                </a:lnTo>
                <a:lnTo>
                  <a:pt x="836" y="412"/>
                </a:lnTo>
                <a:lnTo>
                  <a:pt x="835" y="411"/>
                </a:lnTo>
                <a:lnTo>
                  <a:pt x="833" y="411"/>
                </a:lnTo>
                <a:lnTo>
                  <a:pt x="833" y="410"/>
                </a:lnTo>
                <a:lnTo>
                  <a:pt x="832" y="410"/>
                </a:lnTo>
                <a:lnTo>
                  <a:pt x="831" y="410"/>
                </a:lnTo>
                <a:lnTo>
                  <a:pt x="831" y="409"/>
                </a:lnTo>
                <a:lnTo>
                  <a:pt x="830" y="409"/>
                </a:lnTo>
                <a:lnTo>
                  <a:pt x="829" y="409"/>
                </a:lnTo>
                <a:lnTo>
                  <a:pt x="829" y="411"/>
                </a:lnTo>
                <a:lnTo>
                  <a:pt x="828" y="410"/>
                </a:lnTo>
                <a:lnTo>
                  <a:pt x="827" y="410"/>
                </a:lnTo>
                <a:lnTo>
                  <a:pt x="826" y="410"/>
                </a:lnTo>
                <a:lnTo>
                  <a:pt x="826" y="411"/>
                </a:lnTo>
                <a:lnTo>
                  <a:pt x="825" y="411"/>
                </a:lnTo>
                <a:lnTo>
                  <a:pt x="824" y="410"/>
                </a:lnTo>
                <a:lnTo>
                  <a:pt x="823" y="410"/>
                </a:lnTo>
                <a:lnTo>
                  <a:pt x="822" y="410"/>
                </a:lnTo>
                <a:lnTo>
                  <a:pt x="821" y="410"/>
                </a:lnTo>
                <a:lnTo>
                  <a:pt x="821" y="411"/>
                </a:lnTo>
                <a:lnTo>
                  <a:pt x="820" y="410"/>
                </a:lnTo>
                <a:lnTo>
                  <a:pt x="821" y="410"/>
                </a:lnTo>
                <a:lnTo>
                  <a:pt x="820" y="409"/>
                </a:lnTo>
                <a:lnTo>
                  <a:pt x="819" y="410"/>
                </a:lnTo>
                <a:lnTo>
                  <a:pt x="820" y="410"/>
                </a:lnTo>
                <a:lnTo>
                  <a:pt x="820" y="411"/>
                </a:lnTo>
                <a:lnTo>
                  <a:pt x="819" y="411"/>
                </a:lnTo>
                <a:lnTo>
                  <a:pt x="819" y="412"/>
                </a:lnTo>
                <a:lnTo>
                  <a:pt x="819" y="413"/>
                </a:lnTo>
                <a:lnTo>
                  <a:pt x="818" y="413"/>
                </a:lnTo>
                <a:lnTo>
                  <a:pt x="818" y="412"/>
                </a:lnTo>
                <a:lnTo>
                  <a:pt x="817" y="413"/>
                </a:lnTo>
                <a:lnTo>
                  <a:pt x="818" y="414"/>
                </a:lnTo>
                <a:lnTo>
                  <a:pt x="819" y="414"/>
                </a:lnTo>
                <a:lnTo>
                  <a:pt x="819" y="415"/>
                </a:lnTo>
                <a:lnTo>
                  <a:pt x="818" y="415"/>
                </a:lnTo>
                <a:lnTo>
                  <a:pt x="817" y="416"/>
                </a:lnTo>
                <a:lnTo>
                  <a:pt x="816" y="416"/>
                </a:lnTo>
                <a:lnTo>
                  <a:pt x="816" y="415"/>
                </a:lnTo>
                <a:lnTo>
                  <a:pt x="815" y="415"/>
                </a:lnTo>
                <a:lnTo>
                  <a:pt x="814" y="415"/>
                </a:lnTo>
                <a:lnTo>
                  <a:pt x="815" y="415"/>
                </a:lnTo>
                <a:lnTo>
                  <a:pt x="815" y="416"/>
                </a:lnTo>
                <a:lnTo>
                  <a:pt x="814" y="416"/>
                </a:lnTo>
                <a:lnTo>
                  <a:pt x="813" y="416"/>
                </a:lnTo>
                <a:lnTo>
                  <a:pt x="812" y="416"/>
                </a:lnTo>
                <a:lnTo>
                  <a:pt x="811" y="416"/>
                </a:lnTo>
                <a:lnTo>
                  <a:pt x="811" y="417"/>
                </a:lnTo>
                <a:lnTo>
                  <a:pt x="810" y="417"/>
                </a:lnTo>
                <a:lnTo>
                  <a:pt x="810" y="418"/>
                </a:lnTo>
                <a:lnTo>
                  <a:pt x="809" y="418"/>
                </a:lnTo>
                <a:lnTo>
                  <a:pt x="808" y="417"/>
                </a:lnTo>
                <a:lnTo>
                  <a:pt x="807" y="417"/>
                </a:lnTo>
                <a:lnTo>
                  <a:pt x="808" y="418"/>
                </a:lnTo>
                <a:lnTo>
                  <a:pt x="807" y="418"/>
                </a:lnTo>
                <a:lnTo>
                  <a:pt x="806" y="418"/>
                </a:lnTo>
                <a:lnTo>
                  <a:pt x="806" y="419"/>
                </a:lnTo>
                <a:lnTo>
                  <a:pt x="806" y="420"/>
                </a:lnTo>
                <a:lnTo>
                  <a:pt x="805" y="421"/>
                </a:lnTo>
                <a:lnTo>
                  <a:pt x="805" y="420"/>
                </a:lnTo>
                <a:lnTo>
                  <a:pt x="805" y="419"/>
                </a:lnTo>
                <a:lnTo>
                  <a:pt x="804" y="419"/>
                </a:lnTo>
                <a:lnTo>
                  <a:pt x="803" y="419"/>
                </a:lnTo>
                <a:lnTo>
                  <a:pt x="804" y="420"/>
                </a:lnTo>
                <a:lnTo>
                  <a:pt x="805" y="420"/>
                </a:lnTo>
                <a:lnTo>
                  <a:pt x="804" y="422"/>
                </a:lnTo>
                <a:lnTo>
                  <a:pt x="804" y="421"/>
                </a:lnTo>
                <a:lnTo>
                  <a:pt x="803" y="421"/>
                </a:lnTo>
                <a:lnTo>
                  <a:pt x="802" y="421"/>
                </a:lnTo>
                <a:lnTo>
                  <a:pt x="802" y="422"/>
                </a:lnTo>
                <a:lnTo>
                  <a:pt x="802" y="423"/>
                </a:lnTo>
                <a:lnTo>
                  <a:pt x="801" y="422"/>
                </a:lnTo>
                <a:lnTo>
                  <a:pt x="801" y="421"/>
                </a:lnTo>
                <a:lnTo>
                  <a:pt x="801" y="420"/>
                </a:lnTo>
                <a:lnTo>
                  <a:pt x="801" y="419"/>
                </a:lnTo>
                <a:lnTo>
                  <a:pt x="800" y="419"/>
                </a:lnTo>
                <a:lnTo>
                  <a:pt x="800" y="420"/>
                </a:lnTo>
                <a:lnTo>
                  <a:pt x="799" y="420"/>
                </a:lnTo>
                <a:lnTo>
                  <a:pt x="798" y="420"/>
                </a:lnTo>
                <a:lnTo>
                  <a:pt x="797" y="419"/>
                </a:lnTo>
                <a:lnTo>
                  <a:pt x="798" y="418"/>
                </a:lnTo>
                <a:lnTo>
                  <a:pt x="798" y="417"/>
                </a:lnTo>
                <a:lnTo>
                  <a:pt x="797" y="417"/>
                </a:lnTo>
                <a:lnTo>
                  <a:pt x="796" y="417"/>
                </a:lnTo>
                <a:lnTo>
                  <a:pt x="796" y="416"/>
                </a:lnTo>
                <a:lnTo>
                  <a:pt x="795" y="416"/>
                </a:lnTo>
                <a:lnTo>
                  <a:pt x="795" y="415"/>
                </a:lnTo>
                <a:lnTo>
                  <a:pt x="796" y="415"/>
                </a:lnTo>
                <a:lnTo>
                  <a:pt x="796" y="414"/>
                </a:lnTo>
                <a:lnTo>
                  <a:pt x="796" y="413"/>
                </a:lnTo>
                <a:lnTo>
                  <a:pt x="796" y="412"/>
                </a:lnTo>
                <a:lnTo>
                  <a:pt x="796" y="411"/>
                </a:lnTo>
                <a:lnTo>
                  <a:pt x="795" y="410"/>
                </a:lnTo>
                <a:lnTo>
                  <a:pt x="795" y="409"/>
                </a:lnTo>
                <a:lnTo>
                  <a:pt x="794" y="409"/>
                </a:lnTo>
                <a:lnTo>
                  <a:pt x="792" y="409"/>
                </a:lnTo>
                <a:lnTo>
                  <a:pt x="792" y="408"/>
                </a:lnTo>
                <a:lnTo>
                  <a:pt x="790" y="408"/>
                </a:lnTo>
                <a:lnTo>
                  <a:pt x="790" y="409"/>
                </a:lnTo>
                <a:lnTo>
                  <a:pt x="792" y="409"/>
                </a:lnTo>
                <a:lnTo>
                  <a:pt x="792" y="410"/>
                </a:lnTo>
                <a:lnTo>
                  <a:pt x="790" y="410"/>
                </a:lnTo>
                <a:lnTo>
                  <a:pt x="790" y="409"/>
                </a:lnTo>
                <a:lnTo>
                  <a:pt x="789" y="409"/>
                </a:lnTo>
                <a:lnTo>
                  <a:pt x="788" y="409"/>
                </a:lnTo>
                <a:lnTo>
                  <a:pt x="788" y="408"/>
                </a:lnTo>
                <a:lnTo>
                  <a:pt x="787" y="408"/>
                </a:lnTo>
                <a:lnTo>
                  <a:pt x="787" y="407"/>
                </a:lnTo>
                <a:lnTo>
                  <a:pt x="787" y="406"/>
                </a:lnTo>
                <a:lnTo>
                  <a:pt x="786" y="406"/>
                </a:lnTo>
                <a:lnTo>
                  <a:pt x="786" y="407"/>
                </a:lnTo>
                <a:lnTo>
                  <a:pt x="785" y="406"/>
                </a:lnTo>
                <a:lnTo>
                  <a:pt x="784" y="406"/>
                </a:lnTo>
                <a:lnTo>
                  <a:pt x="784" y="405"/>
                </a:lnTo>
                <a:lnTo>
                  <a:pt x="783" y="405"/>
                </a:lnTo>
                <a:lnTo>
                  <a:pt x="783" y="404"/>
                </a:lnTo>
                <a:lnTo>
                  <a:pt x="782" y="403"/>
                </a:lnTo>
                <a:lnTo>
                  <a:pt x="781" y="403"/>
                </a:lnTo>
                <a:lnTo>
                  <a:pt x="780" y="402"/>
                </a:lnTo>
                <a:lnTo>
                  <a:pt x="779" y="402"/>
                </a:lnTo>
                <a:lnTo>
                  <a:pt x="779" y="403"/>
                </a:lnTo>
                <a:lnTo>
                  <a:pt x="778" y="403"/>
                </a:lnTo>
                <a:lnTo>
                  <a:pt x="778" y="402"/>
                </a:lnTo>
                <a:lnTo>
                  <a:pt x="778" y="403"/>
                </a:lnTo>
                <a:lnTo>
                  <a:pt x="778" y="402"/>
                </a:lnTo>
                <a:lnTo>
                  <a:pt x="777" y="403"/>
                </a:lnTo>
                <a:lnTo>
                  <a:pt x="776" y="403"/>
                </a:lnTo>
                <a:lnTo>
                  <a:pt x="776" y="402"/>
                </a:lnTo>
                <a:lnTo>
                  <a:pt x="775" y="402"/>
                </a:lnTo>
                <a:lnTo>
                  <a:pt x="775" y="403"/>
                </a:lnTo>
                <a:lnTo>
                  <a:pt x="774" y="403"/>
                </a:lnTo>
                <a:lnTo>
                  <a:pt x="774" y="402"/>
                </a:lnTo>
                <a:lnTo>
                  <a:pt x="773" y="402"/>
                </a:lnTo>
                <a:lnTo>
                  <a:pt x="772" y="401"/>
                </a:lnTo>
                <a:lnTo>
                  <a:pt x="771" y="401"/>
                </a:lnTo>
                <a:lnTo>
                  <a:pt x="770" y="401"/>
                </a:lnTo>
                <a:lnTo>
                  <a:pt x="770" y="400"/>
                </a:lnTo>
                <a:lnTo>
                  <a:pt x="771" y="400"/>
                </a:lnTo>
                <a:lnTo>
                  <a:pt x="770" y="399"/>
                </a:lnTo>
                <a:lnTo>
                  <a:pt x="770" y="400"/>
                </a:lnTo>
                <a:lnTo>
                  <a:pt x="769" y="399"/>
                </a:lnTo>
                <a:lnTo>
                  <a:pt x="769" y="400"/>
                </a:lnTo>
                <a:lnTo>
                  <a:pt x="769" y="401"/>
                </a:lnTo>
                <a:lnTo>
                  <a:pt x="768" y="401"/>
                </a:lnTo>
                <a:lnTo>
                  <a:pt x="768" y="402"/>
                </a:lnTo>
                <a:lnTo>
                  <a:pt x="768" y="401"/>
                </a:lnTo>
                <a:lnTo>
                  <a:pt x="767" y="401"/>
                </a:lnTo>
                <a:lnTo>
                  <a:pt x="767" y="400"/>
                </a:lnTo>
                <a:lnTo>
                  <a:pt x="768" y="400"/>
                </a:lnTo>
                <a:lnTo>
                  <a:pt x="767" y="399"/>
                </a:lnTo>
                <a:lnTo>
                  <a:pt x="766" y="399"/>
                </a:lnTo>
                <a:lnTo>
                  <a:pt x="766" y="400"/>
                </a:lnTo>
                <a:lnTo>
                  <a:pt x="765" y="401"/>
                </a:lnTo>
                <a:lnTo>
                  <a:pt x="764" y="400"/>
                </a:lnTo>
                <a:lnTo>
                  <a:pt x="764" y="399"/>
                </a:lnTo>
                <a:lnTo>
                  <a:pt x="765" y="399"/>
                </a:lnTo>
                <a:lnTo>
                  <a:pt x="764" y="398"/>
                </a:lnTo>
                <a:lnTo>
                  <a:pt x="764" y="397"/>
                </a:lnTo>
                <a:lnTo>
                  <a:pt x="763" y="396"/>
                </a:lnTo>
                <a:lnTo>
                  <a:pt x="762" y="396"/>
                </a:lnTo>
                <a:lnTo>
                  <a:pt x="761" y="397"/>
                </a:lnTo>
                <a:lnTo>
                  <a:pt x="760" y="397"/>
                </a:lnTo>
                <a:lnTo>
                  <a:pt x="760" y="398"/>
                </a:lnTo>
                <a:lnTo>
                  <a:pt x="761" y="398"/>
                </a:lnTo>
                <a:lnTo>
                  <a:pt x="760" y="398"/>
                </a:lnTo>
                <a:lnTo>
                  <a:pt x="760" y="399"/>
                </a:lnTo>
                <a:lnTo>
                  <a:pt x="759" y="399"/>
                </a:lnTo>
                <a:lnTo>
                  <a:pt x="758" y="400"/>
                </a:lnTo>
                <a:lnTo>
                  <a:pt x="758" y="401"/>
                </a:lnTo>
                <a:lnTo>
                  <a:pt x="757" y="401"/>
                </a:lnTo>
                <a:lnTo>
                  <a:pt x="757" y="402"/>
                </a:lnTo>
                <a:lnTo>
                  <a:pt x="758" y="402"/>
                </a:lnTo>
                <a:lnTo>
                  <a:pt x="758" y="403"/>
                </a:lnTo>
                <a:lnTo>
                  <a:pt x="757" y="403"/>
                </a:lnTo>
                <a:lnTo>
                  <a:pt x="757" y="404"/>
                </a:lnTo>
                <a:lnTo>
                  <a:pt x="757" y="405"/>
                </a:lnTo>
                <a:lnTo>
                  <a:pt x="757" y="406"/>
                </a:lnTo>
                <a:lnTo>
                  <a:pt x="756" y="406"/>
                </a:lnTo>
                <a:lnTo>
                  <a:pt x="755" y="406"/>
                </a:lnTo>
                <a:lnTo>
                  <a:pt x="755" y="407"/>
                </a:lnTo>
                <a:lnTo>
                  <a:pt x="755" y="408"/>
                </a:lnTo>
                <a:lnTo>
                  <a:pt x="756" y="408"/>
                </a:lnTo>
                <a:lnTo>
                  <a:pt x="755" y="408"/>
                </a:lnTo>
                <a:lnTo>
                  <a:pt x="755" y="409"/>
                </a:lnTo>
                <a:lnTo>
                  <a:pt x="754" y="409"/>
                </a:lnTo>
                <a:lnTo>
                  <a:pt x="754" y="408"/>
                </a:lnTo>
                <a:lnTo>
                  <a:pt x="753" y="408"/>
                </a:lnTo>
                <a:lnTo>
                  <a:pt x="753" y="409"/>
                </a:lnTo>
                <a:lnTo>
                  <a:pt x="753" y="410"/>
                </a:lnTo>
                <a:lnTo>
                  <a:pt x="753" y="412"/>
                </a:lnTo>
                <a:lnTo>
                  <a:pt x="754" y="412"/>
                </a:lnTo>
                <a:lnTo>
                  <a:pt x="754" y="413"/>
                </a:lnTo>
                <a:lnTo>
                  <a:pt x="755" y="413"/>
                </a:lnTo>
                <a:lnTo>
                  <a:pt x="755" y="414"/>
                </a:lnTo>
                <a:lnTo>
                  <a:pt x="754" y="414"/>
                </a:lnTo>
                <a:lnTo>
                  <a:pt x="754" y="415"/>
                </a:lnTo>
                <a:lnTo>
                  <a:pt x="753" y="415"/>
                </a:lnTo>
                <a:lnTo>
                  <a:pt x="752" y="415"/>
                </a:lnTo>
                <a:lnTo>
                  <a:pt x="751" y="415"/>
                </a:lnTo>
                <a:lnTo>
                  <a:pt x="750" y="415"/>
                </a:lnTo>
                <a:lnTo>
                  <a:pt x="749" y="415"/>
                </a:lnTo>
                <a:lnTo>
                  <a:pt x="749" y="414"/>
                </a:lnTo>
                <a:lnTo>
                  <a:pt x="748" y="414"/>
                </a:lnTo>
                <a:lnTo>
                  <a:pt x="748" y="413"/>
                </a:lnTo>
                <a:lnTo>
                  <a:pt x="747" y="413"/>
                </a:lnTo>
                <a:lnTo>
                  <a:pt x="745" y="413"/>
                </a:lnTo>
                <a:lnTo>
                  <a:pt x="745" y="415"/>
                </a:lnTo>
                <a:lnTo>
                  <a:pt x="745" y="416"/>
                </a:lnTo>
                <a:lnTo>
                  <a:pt x="745" y="417"/>
                </a:lnTo>
                <a:lnTo>
                  <a:pt x="746" y="418"/>
                </a:lnTo>
                <a:lnTo>
                  <a:pt x="747" y="419"/>
                </a:lnTo>
                <a:lnTo>
                  <a:pt x="748" y="418"/>
                </a:lnTo>
                <a:lnTo>
                  <a:pt x="748" y="419"/>
                </a:lnTo>
                <a:lnTo>
                  <a:pt x="748" y="420"/>
                </a:lnTo>
                <a:lnTo>
                  <a:pt x="747" y="420"/>
                </a:lnTo>
                <a:lnTo>
                  <a:pt x="747" y="421"/>
                </a:lnTo>
                <a:lnTo>
                  <a:pt x="747" y="422"/>
                </a:lnTo>
                <a:lnTo>
                  <a:pt x="746" y="422"/>
                </a:lnTo>
                <a:lnTo>
                  <a:pt x="745" y="422"/>
                </a:lnTo>
                <a:lnTo>
                  <a:pt x="744" y="422"/>
                </a:lnTo>
                <a:lnTo>
                  <a:pt x="744" y="423"/>
                </a:lnTo>
                <a:lnTo>
                  <a:pt x="743" y="423"/>
                </a:lnTo>
                <a:lnTo>
                  <a:pt x="743" y="422"/>
                </a:lnTo>
                <a:lnTo>
                  <a:pt x="742" y="422"/>
                </a:lnTo>
                <a:lnTo>
                  <a:pt x="742" y="423"/>
                </a:lnTo>
                <a:lnTo>
                  <a:pt x="741" y="423"/>
                </a:lnTo>
                <a:lnTo>
                  <a:pt x="740" y="423"/>
                </a:lnTo>
                <a:lnTo>
                  <a:pt x="740" y="422"/>
                </a:lnTo>
                <a:lnTo>
                  <a:pt x="739" y="422"/>
                </a:lnTo>
                <a:lnTo>
                  <a:pt x="738" y="423"/>
                </a:lnTo>
                <a:lnTo>
                  <a:pt x="737" y="424"/>
                </a:lnTo>
                <a:lnTo>
                  <a:pt x="737" y="425"/>
                </a:lnTo>
                <a:lnTo>
                  <a:pt x="738" y="426"/>
                </a:lnTo>
                <a:lnTo>
                  <a:pt x="739" y="426"/>
                </a:lnTo>
                <a:lnTo>
                  <a:pt x="740" y="425"/>
                </a:lnTo>
                <a:lnTo>
                  <a:pt x="740" y="424"/>
                </a:lnTo>
                <a:lnTo>
                  <a:pt x="741" y="424"/>
                </a:lnTo>
                <a:lnTo>
                  <a:pt x="742" y="424"/>
                </a:lnTo>
                <a:lnTo>
                  <a:pt x="742" y="425"/>
                </a:lnTo>
                <a:lnTo>
                  <a:pt x="743" y="425"/>
                </a:lnTo>
                <a:lnTo>
                  <a:pt x="742" y="426"/>
                </a:lnTo>
                <a:lnTo>
                  <a:pt x="741" y="426"/>
                </a:lnTo>
                <a:lnTo>
                  <a:pt x="741" y="427"/>
                </a:lnTo>
                <a:lnTo>
                  <a:pt x="741" y="428"/>
                </a:lnTo>
                <a:lnTo>
                  <a:pt x="740" y="428"/>
                </a:lnTo>
                <a:lnTo>
                  <a:pt x="741" y="428"/>
                </a:lnTo>
                <a:lnTo>
                  <a:pt x="742" y="429"/>
                </a:lnTo>
                <a:lnTo>
                  <a:pt x="742" y="430"/>
                </a:lnTo>
                <a:lnTo>
                  <a:pt x="743" y="430"/>
                </a:lnTo>
                <a:lnTo>
                  <a:pt x="744" y="430"/>
                </a:lnTo>
                <a:lnTo>
                  <a:pt x="745" y="430"/>
                </a:lnTo>
                <a:lnTo>
                  <a:pt x="746" y="430"/>
                </a:lnTo>
                <a:lnTo>
                  <a:pt x="746" y="431"/>
                </a:lnTo>
                <a:lnTo>
                  <a:pt x="747" y="431"/>
                </a:lnTo>
                <a:lnTo>
                  <a:pt x="746" y="431"/>
                </a:lnTo>
                <a:lnTo>
                  <a:pt x="746" y="433"/>
                </a:lnTo>
                <a:lnTo>
                  <a:pt x="748" y="434"/>
                </a:lnTo>
                <a:lnTo>
                  <a:pt x="749" y="434"/>
                </a:lnTo>
                <a:lnTo>
                  <a:pt x="749" y="433"/>
                </a:lnTo>
                <a:lnTo>
                  <a:pt x="750" y="434"/>
                </a:lnTo>
                <a:lnTo>
                  <a:pt x="750" y="435"/>
                </a:lnTo>
                <a:lnTo>
                  <a:pt x="750" y="436"/>
                </a:lnTo>
                <a:lnTo>
                  <a:pt x="751" y="437"/>
                </a:lnTo>
                <a:lnTo>
                  <a:pt x="753" y="437"/>
                </a:lnTo>
                <a:lnTo>
                  <a:pt x="754" y="437"/>
                </a:lnTo>
                <a:lnTo>
                  <a:pt x="754" y="438"/>
                </a:lnTo>
                <a:lnTo>
                  <a:pt x="755" y="438"/>
                </a:lnTo>
                <a:lnTo>
                  <a:pt x="756" y="438"/>
                </a:lnTo>
                <a:lnTo>
                  <a:pt x="756" y="437"/>
                </a:lnTo>
                <a:lnTo>
                  <a:pt x="757" y="438"/>
                </a:lnTo>
                <a:lnTo>
                  <a:pt x="757" y="439"/>
                </a:lnTo>
                <a:lnTo>
                  <a:pt x="757" y="440"/>
                </a:lnTo>
                <a:lnTo>
                  <a:pt x="756" y="441"/>
                </a:lnTo>
                <a:lnTo>
                  <a:pt x="755" y="441"/>
                </a:lnTo>
                <a:lnTo>
                  <a:pt x="755" y="442"/>
                </a:lnTo>
                <a:lnTo>
                  <a:pt x="754" y="443"/>
                </a:lnTo>
                <a:lnTo>
                  <a:pt x="754" y="444"/>
                </a:lnTo>
                <a:lnTo>
                  <a:pt x="755" y="444"/>
                </a:lnTo>
                <a:lnTo>
                  <a:pt x="755" y="445"/>
                </a:lnTo>
                <a:lnTo>
                  <a:pt x="754" y="446"/>
                </a:lnTo>
                <a:lnTo>
                  <a:pt x="754" y="447"/>
                </a:lnTo>
                <a:lnTo>
                  <a:pt x="753" y="447"/>
                </a:lnTo>
                <a:lnTo>
                  <a:pt x="754" y="447"/>
                </a:lnTo>
                <a:lnTo>
                  <a:pt x="754" y="448"/>
                </a:lnTo>
                <a:lnTo>
                  <a:pt x="753" y="448"/>
                </a:lnTo>
                <a:lnTo>
                  <a:pt x="752" y="448"/>
                </a:lnTo>
                <a:lnTo>
                  <a:pt x="752" y="449"/>
                </a:lnTo>
                <a:lnTo>
                  <a:pt x="753" y="449"/>
                </a:lnTo>
                <a:lnTo>
                  <a:pt x="753" y="450"/>
                </a:lnTo>
                <a:lnTo>
                  <a:pt x="753" y="451"/>
                </a:lnTo>
                <a:lnTo>
                  <a:pt x="753" y="452"/>
                </a:lnTo>
                <a:lnTo>
                  <a:pt x="754" y="452"/>
                </a:lnTo>
                <a:lnTo>
                  <a:pt x="755" y="452"/>
                </a:lnTo>
                <a:lnTo>
                  <a:pt x="755" y="453"/>
                </a:lnTo>
                <a:lnTo>
                  <a:pt x="755" y="454"/>
                </a:lnTo>
                <a:lnTo>
                  <a:pt x="755" y="455"/>
                </a:lnTo>
                <a:lnTo>
                  <a:pt x="754" y="455"/>
                </a:lnTo>
                <a:lnTo>
                  <a:pt x="754" y="456"/>
                </a:lnTo>
                <a:lnTo>
                  <a:pt x="753" y="457"/>
                </a:lnTo>
                <a:lnTo>
                  <a:pt x="752" y="457"/>
                </a:lnTo>
                <a:lnTo>
                  <a:pt x="751" y="457"/>
                </a:lnTo>
                <a:lnTo>
                  <a:pt x="751" y="456"/>
                </a:lnTo>
                <a:lnTo>
                  <a:pt x="750" y="456"/>
                </a:lnTo>
                <a:lnTo>
                  <a:pt x="749" y="456"/>
                </a:lnTo>
                <a:lnTo>
                  <a:pt x="749" y="457"/>
                </a:lnTo>
                <a:lnTo>
                  <a:pt x="748" y="457"/>
                </a:lnTo>
                <a:lnTo>
                  <a:pt x="747" y="457"/>
                </a:lnTo>
                <a:lnTo>
                  <a:pt x="747" y="458"/>
                </a:lnTo>
                <a:lnTo>
                  <a:pt x="745" y="458"/>
                </a:lnTo>
                <a:lnTo>
                  <a:pt x="745" y="457"/>
                </a:lnTo>
                <a:lnTo>
                  <a:pt x="744" y="457"/>
                </a:lnTo>
                <a:lnTo>
                  <a:pt x="744" y="458"/>
                </a:lnTo>
                <a:lnTo>
                  <a:pt x="744" y="459"/>
                </a:lnTo>
                <a:lnTo>
                  <a:pt x="743" y="460"/>
                </a:lnTo>
                <a:lnTo>
                  <a:pt x="742" y="459"/>
                </a:lnTo>
                <a:lnTo>
                  <a:pt x="741" y="459"/>
                </a:lnTo>
                <a:lnTo>
                  <a:pt x="741" y="460"/>
                </a:lnTo>
                <a:lnTo>
                  <a:pt x="742" y="460"/>
                </a:lnTo>
                <a:lnTo>
                  <a:pt x="742" y="461"/>
                </a:lnTo>
                <a:lnTo>
                  <a:pt x="741" y="461"/>
                </a:lnTo>
                <a:lnTo>
                  <a:pt x="741" y="462"/>
                </a:lnTo>
                <a:lnTo>
                  <a:pt x="741" y="463"/>
                </a:lnTo>
                <a:lnTo>
                  <a:pt x="742" y="463"/>
                </a:lnTo>
                <a:lnTo>
                  <a:pt x="741" y="464"/>
                </a:lnTo>
                <a:lnTo>
                  <a:pt x="740" y="465"/>
                </a:lnTo>
                <a:lnTo>
                  <a:pt x="741" y="466"/>
                </a:lnTo>
                <a:lnTo>
                  <a:pt x="741" y="467"/>
                </a:lnTo>
                <a:lnTo>
                  <a:pt x="740" y="467"/>
                </a:lnTo>
                <a:lnTo>
                  <a:pt x="740" y="468"/>
                </a:lnTo>
                <a:lnTo>
                  <a:pt x="740" y="469"/>
                </a:lnTo>
                <a:lnTo>
                  <a:pt x="739" y="469"/>
                </a:lnTo>
                <a:lnTo>
                  <a:pt x="739" y="468"/>
                </a:lnTo>
                <a:lnTo>
                  <a:pt x="738" y="468"/>
                </a:lnTo>
                <a:lnTo>
                  <a:pt x="738" y="469"/>
                </a:lnTo>
                <a:lnTo>
                  <a:pt x="738" y="470"/>
                </a:lnTo>
                <a:lnTo>
                  <a:pt x="737" y="471"/>
                </a:lnTo>
                <a:lnTo>
                  <a:pt x="737" y="472"/>
                </a:lnTo>
                <a:lnTo>
                  <a:pt x="738" y="472"/>
                </a:lnTo>
                <a:lnTo>
                  <a:pt x="737" y="472"/>
                </a:lnTo>
                <a:lnTo>
                  <a:pt x="736" y="472"/>
                </a:lnTo>
                <a:lnTo>
                  <a:pt x="736" y="471"/>
                </a:lnTo>
                <a:lnTo>
                  <a:pt x="735" y="471"/>
                </a:lnTo>
                <a:lnTo>
                  <a:pt x="734" y="471"/>
                </a:lnTo>
                <a:lnTo>
                  <a:pt x="734" y="470"/>
                </a:lnTo>
                <a:lnTo>
                  <a:pt x="733" y="470"/>
                </a:lnTo>
                <a:lnTo>
                  <a:pt x="733" y="469"/>
                </a:lnTo>
                <a:lnTo>
                  <a:pt x="733" y="470"/>
                </a:lnTo>
                <a:lnTo>
                  <a:pt x="732" y="470"/>
                </a:lnTo>
                <a:lnTo>
                  <a:pt x="732" y="471"/>
                </a:lnTo>
                <a:lnTo>
                  <a:pt x="731" y="471"/>
                </a:lnTo>
                <a:lnTo>
                  <a:pt x="731" y="472"/>
                </a:lnTo>
                <a:lnTo>
                  <a:pt x="732" y="473"/>
                </a:lnTo>
                <a:lnTo>
                  <a:pt x="732" y="474"/>
                </a:lnTo>
                <a:lnTo>
                  <a:pt x="731" y="474"/>
                </a:lnTo>
                <a:lnTo>
                  <a:pt x="730" y="474"/>
                </a:lnTo>
                <a:lnTo>
                  <a:pt x="729" y="474"/>
                </a:lnTo>
                <a:lnTo>
                  <a:pt x="728" y="474"/>
                </a:lnTo>
                <a:lnTo>
                  <a:pt x="727" y="473"/>
                </a:lnTo>
                <a:lnTo>
                  <a:pt x="726" y="473"/>
                </a:lnTo>
                <a:lnTo>
                  <a:pt x="726" y="474"/>
                </a:lnTo>
                <a:lnTo>
                  <a:pt x="725" y="475"/>
                </a:lnTo>
                <a:lnTo>
                  <a:pt x="725" y="474"/>
                </a:lnTo>
                <a:lnTo>
                  <a:pt x="724" y="474"/>
                </a:lnTo>
                <a:lnTo>
                  <a:pt x="724" y="475"/>
                </a:lnTo>
                <a:lnTo>
                  <a:pt x="723" y="475"/>
                </a:lnTo>
                <a:lnTo>
                  <a:pt x="724" y="475"/>
                </a:lnTo>
                <a:lnTo>
                  <a:pt x="724" y="476"/>
                </a:lnTo>
                <a:lnTo>
                  <a:pt x="724" y="477"/>
                </a:lnTo>
                <a:lnTo>
                  <a:pt x="723" y="477"/>
                </a:lnTo>
                <a:lnTo>
                  <a:pt x="723" y="478"/>
                </a:lnTo>
                <a:lnTo>
                  <a:pt x="723" y="479"/>
                </a:lnTo>
                <a:lnTo>
                  <a:pt x="723" y="480"/>
                </a:lnTo>
                <a:lnTo>
                  <a:pt x="722" y="480"/>
                </a:lnTo>
                <a:lnTo>
                  <a:pt x="722" y="479"/>
                </a:lnTo>
                <a:lnTo>
                  <a:pt x="721" y="479"/>
                </a:lnTo>
                <a:lnTo>
                  <a:pt x="720" y="480"/>
                </a:lnTo>
                <a:lnTo>
                  <a:pt x="720" y="481"/>
                </a:lnTo>
                <a:lnTo>
                  <a:pt x="720" y="482"/>
                </a:lnTo>
                <a:lnTo>
                  <a:pt x="719" y="482"/>
                </a:lnTo>
                <a:lnTo>
                  <a:pt x="718" y="482"/>
                </a:lnTo>
                <a:lnTo>
                  <a:pt x="719" y="482"/>
                </a:lnTo>
                <a:lnTo>
                  <a:pt x="719" y="481"/>
                </a:lnTo>
                <a:lnTo>
                  <a:pt x="718" y="481"/>
                </a:lnTo>
                <a:lnTo>
                  <a:pt x="717" y="482"/>
                </a:lnTo>
                <a:lnTo>
                  <a:pt x="717" y="483"/>
                </a:lnTo>
                <a:lnTo>
                  <a:pt x="718" y="484"/>
                </a:lnTo>
                <a:lnTo>
                  <a:pt x="717" y="484"/>
                </a:lnTo>
                <a:lnTo>
                  <a:pt x="717" y="485"/>
                </a:lnTo>
                <a:lnTo>
                  <a:pt x="717" y="484"/>
                </a:lnTo>
                <a:lnTo>
                  <a:pt x="716" y="484"/>
                </a:lnTo>
                <a:lnTo>
                  <a:pt x="716" y="485"/>
                </a:lnTo>
                <a:lnTo>
                  <a:pt x="716" y="486"/>
                </a:lnTo>
                <a:lnTo>
                  <a:pt x="715" y="486"/>
                </a:lnTo>
                <a:lnTo>
                  <a:pt x="715" y="487"/>
                </a:lnTo>
                <a:lnTo>
                  <a:pt x="715" y="488"/>
                </a:lnTo>
                <a:lnTo>
                  <a:pt x="715" y="489"/>
                </a:lnTo>
                <a:lnTo>
                  <a:pt x="716" y="489"/>
                </a:lnTo>
                <a:lnTo>
                  <a:pt x="717" y="489"/>
                </a:lnTo>
                <a:lnTo>
                  <a:pt x="717" y="490"/>
                </a:lnTo>
                <a:lnTo>
                  <a:pt x="718" y="491"/>
                </a:lnTo>
                <a:lnTo>
                  <a:pt x="718" y="492"/>
                </a:lnTo>
                <a:lnTo>
                  <a:pt x="718" y="493"/>
                </a:lnTo>
                <a:lnTo>
                  <a:pt x="718" y="494"/>
                </a:lnTo>
                <a:lnTo>
                  <a:pt x="718" y="495"/>
                </a:lnTo>
                <a:lnTo>
                  <a:pt x="719" y="495"/>
                </a:lnTo>
                <a:lnTo>
                  <a:pt x="719" y="496"/>
                </a:lnTo>
                <a:lnTo>
                  <a:pt x="719" y="497"/>
                </a:lnTo>
                <a:lnTo>
                  <a:pt x="718" y="497"/>
                </a:lnTo>
                <a:lnTo>
                  <a:pt x="718" y="498"/>
                </a:lnTo>
                <a:lnTo>
                  <a:pt x="719" y="498"/>
                </a:lnTo>
                <a:lnTo>
                  <a:pt x="720" y="497"/>
                </a:lnTo>
                <a:lnTo>
                  <a:pt x="721" y="498"/>
                </a:lnTo>
                <a:lnTo>
                  <a:pt x="721" y="497"/>
                </a:lnTo>
                <a:lnTo>
                  <a:pt x="722" y="497"/>
                </a:lnTo>
                <a:lnTo>
                  <a:pt x="722" y="496"/>
                </a:lnTo>
                <a:lnTo>
                  <a:pt x="723" y="496"/>
                </a:lnTo>
                <a:lnTo>
                  <a:pt x="723" y="497"/>
                </a:lnTo>
                <a:lnTo>
                  <a:pt x="724" y="497"/>
                </a:lnTo>
                <a:lnTo>
                  <a:pt x="724" y="498"/>
                </a:lnTo>
                <a:lnTo>
                  <a:pt x="725" y="498"/>
                </a:lnTo>
                <a:lnTo>
                  <a:pt x="725" y="499"/>
                </a:lnTo>
                <a:lnTo>
                  <a:pt x="724" y="499"/>
                </a:lnTo>
                <a:lnTo>
                  <a:pt x="723" y="499"/>
                </a:lnTo>
                <a:lnTo>
                  <a:pt x="723" y="500"/>
                </a:lnTo>
                <a:lnTo>
                  <a:pt x="722" y="500"/>
                </a:lnTo>
                <a:lnTo>
                  <a:pt x="722" y="501"/>
                </a:lnTo>
                <a:lnTo>
                  <a:pt x="723" y="500"/>
                </a:lnTo>
                <a:lnTo>
                  <a:pt x="724" y="500"/>
                </a:lnTo>
                <a:lnTo>
                  <a:pt x="725" y="500"/>
                </a:lnTo>
                <a:lnTo>
                  <a:pt x="726" y="500"/>
                </a:lnTo>
                <a:lnTo>
                  <a:pt x="727" y="500"/>
                </a:lnTo>
                <a:lnTo>
                  <a:pt x="727" y="501"/>
                </a:lnTo>
                <a:lnTo>
                  <a:pt x="728" y="501"/>
                </a:lnTo>
                <a:lnTo>
                  <a:pt x="729" y="502"/>
                </a:lnTo>
                <a:lnTo>
                  <a:pt x="729" y="503"/>
                </a:lnTo>
                <a:lnTo>
                  <a:pt x="729" y="504"/>
                </a:lnTo>
                <a:lnTo>
                  <a:pt x="728" y="504"/>
                </a:lnTo>
                <a:lnTo>
                  <a:pt x="728" y="505"/>
                </a:lnTo>
                <a:lnTo>
                  <a:pt x="728" y="506"/>
                </a:lnTo>
                <a:lnTo>
                  <a:pt x="729" y="506"/>
                </a:lnTo>
                <a:lnTo>
                  <a:pt x="728" y="506"/>
                </a:lnTo>
                <a:lnTo>
                  <a:pt x="727" y="507"/>
                </a:lnTo>
                <a:lnTo>
                  <a:pt x="726" y="507"/>
                </a:lnTo>
                <a:lnTo>
                  <a:pt x="726" y="508"/>
                </a:lnTo>
                <a:lnTo>
                  <a:pt x="727" y="508"/>
                </a:lnTo>
                <a:lnTo>
                  <a:pt x="727" y="509"/>
                </a:lnTo>
                <a:lnTo>
                  <a:pt x="727" y="510"/>
                </a:lnTo>
                <a:lnTo>
                  <a:pt x="727" y="511"/>
                </a:lnTo>
                <a:lnTo>
                  <a:pt x="727" y="512"/>
                </a:lnTo>
                <a:lnTo>
                  <a:pt x="727" y="511"/>
                </a:lnTo>
                <a:lnTo>
                  <a:pt x="728" y="511"/>
                </a:lnTo>
                <a:lnTo>
                  <a:pt x="729" y="510"/>
                </a:lnTo>
                <a:lnTo>
                  <a:pt x="729" y="511"/>
                </a:lnTo>
                <a:lnTo>
                  <a:pt x="730" y="510"/>
                </a:lnTo>
                <a:lnTo>
                  <a:pt x="731" y="510"/>
                </a:lnTo>
                <a:lnTo>
                  <a:pt x="731" y="511"/>
                </a:lnTo>
                <a:lnTo>
                  <a:pt x="730" y="514"/>
                </a:lnTo>
                <a:lnTo>
                  <a:pt x="731" y="514"/>
                </a:lnTo>
                <a:lnTo>
                  <a:pt x="732" y="514"/>
                </a:lnTo>
                <a:lnTo>
                  <a:pt x="732" y="515"/>
                </a:lnTo>
                <a:lnTo>
                  <a:pt x="733" y="515"/>
                </a:lnTo>
                <a:lnTo>
                  <a:pt x="734" y="514"/>
                </a:lnTo>
                <a:lnTo>
                  <a:pt x="735" y="514"/>
                </a:lnTo>
                <a:lnTo>
                  <a:pt x="735" y="515"/>
                </a:lnTo>
                <a:lnTo>
                  <a:pt x="735" y="516"/>
                </a:lnTo>
                <a:lnTo>
                  <a:pt x="736" y="516"/>
                </a:lnTo>
                <a:lnTo>
                  <a:pt x="737" y="516"/>
                </a:lnTo>
                <a:lnTo>
                  <a:pt x="737" y="515"/>
                </a:lnTo>
                <a:lnTo>
                  <a:pt x="739" y="515"/>
                </a:lnTo>
                <a:lnTo>
                  <a:pt x="740" y="515"/>
                </a:lnTo>
                <a:lnTo>
                  <a:pt x="741" y="515"/>
                </a:lnTo>
                <a:lnTo>
                  <a:pt x="741" y="516"/>
                </a:lnTo>
                <a:lnTo>
                  <a:pt x="743" y="515"/>
                </a:lnTo>
                <a:lnTo>
                  <a:pt x="744" y="515"/>
                </a:lnTo>
                <a:lnTo>
                  <a:pt x="744" y="517"/>
                </a:lnTo>
                <a:lnTo>
                  <a:pt x="745" y="516"/>
                </a:lnTo>
                <a:lnTo>
                  <a:pt x="744" y="516"/>
                </a:lnTo>
                <a:lnTo>
                  <a:pt x="745" y="515"/>
                </a:lnTo>
                <a:lnTo>
                  <a:pt x="746" y="515"/>
                </a:lnTo>
                <a:lnTo>
                  <a:pt x="745" y="515"/>
                </a:lnTo>
                <a:lnTo>
                  <a:pt x="746" y="515"/>
                </a:lnTo>
                <a:lnTo>
                  <a:pt x="747" y="515"/>
                </a:lnTo>
                <a:lnTo>
                  <a:pt x="747" y="516"/>
                </a:lnTo>
                <a:lnTo>
                  <a:pt x="746" y="516"/>
                </a:lnTo>
                <a:lnTo>
                  <a:pt x="747" y="517"/>
                </a:lnTo>
                <a:lnTo>
                  <a:pt x="748" y="517"/>
                </a:lnTo>
                <a:lnTo>
                  <a:pt x="749" y="517"/>
                </a:lnTo>
                <a:lnTo>
                  <a:pt x="750" y="517"/>
                </a:lnTo>
                <a:lnTo>
                  <a:pt x="750" y="516"/>
                </a:lnTo>
                <a:lnTo>
                  <a:pt x="749" y="516"/>
                </a:lnTo>
                <a:lnTo>
                  <a:pt x="748" y="516"/>
                </a:lnTo>
                <a:lnTo>
                  <a:pt x="748" y="515"/>
                </a:lnTo>
                <a:lnTo>
                  <a:pt x="749" y="515"/>
                </a:lnTo>
                <a:lnTo>
                  <a:pt x="750" y="515"/>
                </a:lnTo>
                <a:lnTo>
                  <a:pt x="750" y="514"/>
                </a:lnTo>
                <a:lnTo>
                  <a:pt x="751" y="514"/>
                </a:lnTo>
                <a:lnTo>
                  <a:pt x="751" y="513"/>
                </a:lnTo>
                <a:lnTo>
                  <a:pt x="752" y="513"/>
                </a:lnTo>
                <a:lnTo>
                  <a:pt x="753" y="513"/>
                </a:lnTo>
                <a:lnTo>
                  <a:pt x="753" y="514"/>
                </a:lnTo>
                <a:lnTo>
                  <a:pt x="752" y="514"/>
                </a:lnTo>
                <a:lnTo>
                  <a:pt x="751" y="514"/>
                </a:lnTo>
                <a:lnTo>
                  <a:pt x="751" y="515"/>
                </a:lnTo>
                <a:lnTo>
                  <a:pt x="751" y="516"/>
                </a:lnTo>
                <a:lnTo>
                  <a:pt x="752" y="516"/>
                </a:lnTo>
                <a:lnTo>
                  <a:pt x="752" y="517"/>
                </a:lnTo>
                <a:lnTo>
                  <a:pt x="752" y="518"/>
                </a:lnTo>
                <a:lnTo>
                  <a:pt x="753" y="518"/>
                </a:lnTo>
                <a:lnTo>
                  <a:pt x="753" y="519"/>
                </a:lnTo>
                <a:lnTo>
                  <a:pt x="753" y="520"/>
                </a:lnTo>
                <a:lnTo>
                  <a:pt x="752" y="520"/>
                </a:lnTo>
                <a:lnTo>
                  <a:pt x="753" y="521"/>
                </a:lnTo>
                <a:lnTo>
                  <a:pt x="753" y="522"/>
                </a:lnTo>
                <a:lnTo>
                  <a:pt x="754" y="523"/>
                </a:lnTo>
                <a:lnTo>
                  <a:pt x="754" y="524"/>
                </a:lnTo>
                <a:lnTo>
                  <a:pt x="753" y="524"/>
                </a:lnTo>
                <a:lnTo>
                  <a:pt x="753" y="525"/>
                </a:lnTo>
                <a:lnTo>
                  <a:pt x="753" y="526"/>
                </a:lnTo>
                <a:lnTo>
                  <a:pt x="754" y="526"/>
                </a:lnTo>
                <a:lnTo>
                  <a:pt x="754" y="527"/>
                </a:lnTo>
                <a:lnTo>
                  <a:pt x="755" y="528"/>
                </a:lnTo>
                <a:lnTo>
                  <a:pt x="755" y="529"/>
                </a:lnTo>
                <a:lnTo>
                  <a:pt x="754" y="529"/>
                </a:lnTo>
                <a:lnTo>
                  <a:pt x="754" y="530"/>
                </a:lnTo>
                <a:lnTo>
                  <a:pt x="755" y="530"/>
                </a:lnTo>
                <a:lnTo>
                  <a:pt x="756" y="529"/>
                </a:lnTo>
                <a:lnTo>
                  <a:pt x="757" y="530"/>
                </a:lnTo>
                <a:lnTo>
                  <a:pt x="756" y="530"/>
                </a:lnTo>
                <a:lnTo>
                  <a:pt x="755" y="531"/>
                </a:lnTo>
                <a:lnTo>
                  <a:pt x="755" y="532"/>
                </a:lnTo>
                <a:lnTo>
                  <a:pt x="754" y="533"/>
                </a:lnTo>
                <a:lnTo>
                  <a:pt x="755" y="533"/>
                </a:lnTo>
                <a:lnTo>
                  <a:pt x="755" y="534"/>
                </a:lnTo>
                <a:lnTo>
                  <a:pt x="756" y="534"/>
                </a:lnTo>
                <a:lnTo>
                  <a:pt x="756" y="535"/>
                </a:lnTo>
                <a:lnTo>
                  <a:pt x="756" y="536"/>
                </a:lnTo>
                <a:lnTo>
                  <a:pt x="757" y="536"/>
                </a:lnTo>
                <a:lnTo>
                  <a:pt x="757" y="537"/>
                </a:lnTo>
                <a:lnTo>
                  <a:pt x="757" y="538"/>
                </a:lnTo>
                <a:lnTo>
                  <a:pt x="756" y="538"/>
                </a:lnTo>
                <a:lnTo>
                  <a:pt x="756" y="539"/>
                </a:lnTo>
                <a:lnTo>
                  <a:pt x="756" y="540"/>
                </a:lnTo>
                <a:lnTo>
                  <a:pt x="757" y="540"/>
                </a:lnTo>
                <a:lnTo>
                  <a:pt x="757" y="541"/>
                </a:lnTo>
                <a:lnTo>
                  <a:pt x="758" y="541"/>
                </a:lnTo>
                <a:lnTo>
                  <a:pt x="758" y="542"/>
                </a:lnTo>
                <a:lnTo>
                  <a:pt x="758" y="543"/>
                </a:lnTo>
                <a:lnTo>
                  <a:pt x="757" y="543"/>
                </a:lnTo>
                <a:lnTo>
                  <a:pt x="757" y="544"/>
                </a:lnTo>
                <a:lnTo>
                  <a:pt x="758" y="545"/>
                </a:lnTo>
                <a:lnTo>
                  <a:pt x="759" y="545"/>
                </a:lnTo>
                <a:lnTo>
                  <a:pt x="760" y="545"/>
                </a:lnTo>
                <a:lnTo>
                  <a:pt x="760" y="546"/>
                </a:lnTo>
                <a:lnTo>
                  <a:pt x="761" y="546"/>
                </a:lnTo>
                <a:lnTo>
                  <a:pt x="761" y="547"/>
                </a:lnTo>
                <a:lnTo>
                  <a:pt x="761" y="548"/>
                </a:lnTo>
                <a:lnTo>
                  <a:pt x="762" y="548"/>
                </a:lnTo>
                <a:lnTo>
                  <a:pt x="761" y="549"/>
                </a:lnTo>
                <a:lnTo>
                  <a:pt x="761" y="548"/>
                </a:lnTo>
                <a:lnTo>
                  <a:pt x="760" y="549"/>
                </a:lnTo>
                <a:lnTo>
                  <a:pt x="760" y="550"/>
                </a:lnTo>
                <a:lnTo>
                  <a:pt x="761" y="550"/>
                </a:lnTo>
                <a:lnTo>
                  <a:pt x="761" y="549"/>
                </a:lnTo>
                <a:lnTo>
                  <a:pt x="762" y="549"/>
                </a:lnTo>
                <a:lnTo>
                  <a:pt x="763" y="549"/>
                </a:lnTo>
                <a:lnTo>
                  <a:pt x="764" y="549"/>
                </a:lnTo>
                <a:lnTo>
                  <a:pt x="764" y="550"/>
                </a:lnTo>
                <a:lnTo>
                  <a:pt x="765" y="550"/>
                </a:lnTo>
                <a:lnTo>
                  <a:pt x="766" y="551"/>
                </a:lnTo>
                <a:lnTo>
                  <a:pt x="767" y="550"/>
                </a:lnTo>
                <a:lnTo>
                  <a:pt x="768" y="550"/>
                </a:lnTo>
                <a:lnTo>
                  <a:pt x="769" y="550"/>
                </a:lnTo>
                <a:lnTo>
                  <a:pt x="769" y="551"/>
                </a:lnTo>
                <a:lnTo>
                  <a:pt x="769" y="552"/>
                </a:lnTo>
                <a:lnTo>
                  <a:pt x="769" y="553"/>
                </a:lnTo>
                <a:lnTo>
                  <a:pt x="770" y="553"/>
                </a:lnTo>
                <a:lnTo>
                  <a:pt x="771" y="553"/>
                </a:lnTo>
                <a:lnTo>
                  <a:pt x="771" y="552"/>
                </a:lnTo>
                <a:lnTo>
                  <a:pt x="771" y="551"/>
                </a:lnTo>
                <a:lnTo>
                  <a:pt x="772" y="550"/>
                </a:lnTo>
                <a:lnTo>
                  <a:pt x="773" y="550"/>
                </a:lnTo>
                <a:lnTo>
                  <a:pt x="774" y="550"/>
                </a:lnTo>
                <a:lnTo>
                  <a:pt x="774" y="549"/>
                </a:lnTo>
                <a:lnTo>
                  <a:pt x="775" y="549"/>
                </a:lnTo>
                <a:lnTo>
                  <a:pt x="775" y="548"/>
                </a:lnTo>
                <a:lnTo>
                  <a:pt x="776" y="547"/>
                </a:lnTo>
                <a:lnTo>
                  <a:pt x="776" y="546"/>
                </a:lnTo>
                <a:lnTo>
                  <a:pt x="777" y="547"/>
                </a:lnTo>
                <a:lnTo>
                  <a:pt x="778" y="547"/>
                </a:lnTo>
                <a:lnTo>
                  <a:pt x="778" y="546"/>
                </a:lnTo>
                <a:lnTo>
                  <a:pt x="777" y="546"/>
                </a:lnTo>
                <a:lnTo>
                  <a:pt x="776" y="546"/>
                </a:lnTo>
                <a:lnTo>
                  <a:pt x="777" y="546"/>
                </a:lnTo>
                <a:lnTo>
                  <a:pt x="777" y="545"/>
                </a:lnTo>
                <a:lnTo>
                  <a:pt x="778" y="545"/>
                </a:lnTo>
                <a:lnTo>
                  <a:pt x="779" y="546"/>
                </a:lnTo>
                <a:lnTo>
                  <a:pt x="780" y="547"/>
                </a:lnTo>
                <a:lnTo>
                  <a:pt x="780" y="548"/>
                </a:lnTo>
                <a:lnTo>
                  <a:pt x="781" y="548"/>
                </a:lnTo>
                <a:lnTo>
                  <a:pt x="781" y="549"/>
                </a:lnTo>
                <a:lnTo>
                  <a:pt x="781" y="548"/>
                </a:lnTo>
                <a:lnTo>
                  <a:pt x="782" y="548"/>
                </a:lnTo>
                <a:lnTo>
                  <a:pt x="783" y="548"/>
                </a:lnTo>
                <a:lnTo>
                  <a:pt x="783" y="549"/>
                </a:lnTo>
                <a:lnTo>
                  <a:pt x="782" y="550"/>
                </a:lnTo>
                <a:lnTo>
                  <a:pt x="783" y="550"/>
                </a:lnTo>
                <a:lnTo>
                  <a:pt x="783" y="551"/>
                </a:lnTo>
                <a:lnTo>
                  <a:pt x="782" y="552"/>
                </a:lnTo>
                <a:lnTo>
                  <a:pt x="783" y="553"/>
                </a:lnTo>
                <a:lnTo>
                  <a:pt x="784" y="553"/>
                </a:lnTo>
                <a:lnTo>
                  <a:pt x="784" y="552"/>
                </a:lnTo>
                <a:lnTo>
                  <a:pt x="785" y="551"/>
                </a:lnTo>
                <a:lnTo>
                  <a:pt x="786" y="552"/>
                </a:lnTo>
                <a:lnTo>
                  <a:pt x="787" y="553"/>
                </a:lnTo>
                <a:lnTo>
                  <a:pt x="788" y="554"/>
                </a:lnTo>
                <a:lnTo>
                  <a:pt x="789" y="553"/>
                </a:lnTo>
                <a:lnTo>
                  <a:pt x="790" y="553"/>
                </a:lnTo>
                <a:lnTo>
                  <a:pt x="792" y="553"/>
                </a:lnTo>
                <a:lnTo>
                  <a:pt x="793" y="553"/>
                </a:lnTo>
                <a:lnTo>
                  <a:pt x="795" y="553"/>
                </a:lnTo>
                <a:lnTo>
                  <a:pt x="795" y="552"/>
                </a:lnTo>
                <a:lnTo>
                  <a:pt x="796" y="552"/>
                </a:lnTo>
                <a:lnTo>
                  <a:pt x="796" y="551"/>
                </a:lnTo>
                <a:lnTo>
                  <a:pt x="796" y="552"/>
                </a:lnTo>
                <a:lnTo>
                  <a:pt x="797" y="552"/>
                </a:lnTo>
                <a:lnTo>
                  <a:pt x="797" y="553"/>
                </a:lnTo>
                <a:lnTo>
                  <a:pt x="798" y="553"/>
                </a:lnTo>
                <a:lnTo>
                  <a:pt x="799" y="553"/>
                </a:lnTo>
                <a:lnTo>
                  <a:pt x="799" y="554"/>
                </a:lnTo>
                <a:lnTo>
                  <a:pt x="800" y="554"/>
                </a:lnTo>
                <a:lnTo>
                  <a:pt x="801" y="554"/>
                </a:lnTo>
                <a:lnTo>
                  <a:pt x="801" y="555"/>
                </a:lnTo>
                <a:lnTo>
                  <a:pt x="801" y="556"/>
                </a:lnTo>
                <a:lnTo>
                  <a:pt x="802" y="557"/>
                </a:lnTo>
                <a:lnTo>
                  <a:pt x="803" y="557"/>
                </a:lnTo>
                <a:lnTo>
                  <a:pt x="803" y="558"/>
                </a:lnTo>
                <a:lnTo>
                  <a:pt x="803" y="559"/>
                </a:lnTo>
                <a:lnTo>
                  <a:pt x="804" y="559"/>
                </a:lnTo>
                <a:lnTo>
                  <a:pt x="803" y="559"/>
                </a:lnTo>
                <a:lnTo>
                  <a:pt x="803" y="560"/>
                </a:lnTo>
                <a:lnTo>
                  <a:pt x="803" y="561"/>
                </a:lnTo>
                <a:lnTo>
                  <a:pt x="803" y="562"/>
                </a:lnTo>
                <a:lnTo>
                  <a:pt x="802" y="562"/>
                </a:lnTo>
                <a:lnTo>
                  <a:pt x="802" y="563"/>
                </a:lnTo>
                <a:lnTo>
                  <a:pt x="802" y="564"/>
                </a:lnTo>
                <a:lnTo>
                  <a:pt x="802" y="565"/>
                </a:lnTo>
                <a:lnTo>
                  <a:pt x="803" y="565"/>
                </a:lnTo>
                <a:lnTo>
                  <a:pt x="804" y="565"/>
                </a:lnTo>
                <a:lnTo>
                  <a:pt x="805" y="567"/>
                </a:lnTo>
                <a:lnTo>
                  <a:pt x="804" y="568"/>
                </a:lnTo>
                <a:lnTo>
                  <a:pt x="804" y="569"/>
                </a:lnTo>
                <a:lnTo>
                  <a:pt x="805" y="570"/>
                </a:lnTo>
                <a:lnTo>
                  <a:pt x="806" y="570"/>
                </a:lnTo>
                <a:lnTo>
                  <a:pt x="806" y="571"/>
                </a:lnTo>
                <a:lnTo>
                  <a:pt x="806" y="572"/>
                </a:lnTo>
                <a:lnTo>
                  <a:pt x="807" y="573"/>
                </a:lnTo>
                <a:lnTo>
                  <a:pt x="807" y="574"/>
                </a:lnTo>
                <a:lnTo>
                  <a:pt x="808" y="577"/>
                </a:lnTo>
                <a:lnTo>
                  <a:pt x="809" y="577"/>
                </a:lnTo>
                <a:lnTo>
                  <a:pt x="809" y="578"/>
                </a:lnTo>
                <a:lnTo>
                  <a:pt x="808" y="578"/>
                </a:lnTo>
                <a:lnTo>
                  <a:pt x="808" y="579"/>
                </a:lnTo>
                <a:lnTo>
                  <a:pt x="807" y="579"/>
                </a:lnTo>
                <a:lnTo>
                  <a:pt x="808" y="580"/>
                </a:lnTo>
                <a:lnTo>
                  <a:pt x="809" y="580"/>
                </a:lnTo>
                <a:lnTo>
                  <a:pt x="810" y="580"/>
                </a:lnTo>
                <a:lnTo>
                  <a:pt x="810" y="581"/>
                </a:lnTo>
                <a:lnTo>
                  <a:pt x="809" y="582"/>
                </a:lnTo>
                <a:lnTo>
                  <a:pt x="810" y="584"/>
                </a:lnTo>
                <a:lnTo>
                  <a:pt x="811" y="584"/>
                </a:lnTo>
                <a:lnTo>
                  <a:pt x="811" y="586"/>
                </a:lnTo>
                <a:lnTo>
                  <a:pt x="811" y="588"/>
                </a:lnTo>
                <a:lnTo>
                  <a:pt x="810" y="588"/>
                </a:lnTo>
                <a:lnTo>
                  <a:pt x="810" y="589"/>
                </a:lnTo>
                <a:lnTo>
                  <a:pt x="810" y="590"/>
                </a:lnTo>
                <a:lnTo>
                  <a:pt x="811" y="591"/>
                </a:lnTo>
                <a:lnTo>
                  <a:pt x="811" y="590"/>
                </a:lnTo>
                <a:lnTo>
                  <a:pt x="812" y="590"/>
                </a:lnTo>
                <a:lnTo>
                  <a:pt x="812" y="591"/>
                </a:lnTo>
                <a:lnTo>
                  <a:pt x="813" y="591"/>
                </a:lnTo>
                <a:lnTo>
                  <a:pt x="813" y="592"/>
                </a:lnTo>
                <a:lnTo>
                  <a:pt x="814" y="592"/>
                </a:lnTo>
                <a:lnTo>
                  <a:pt x="814" y="593"/>
                </a:lnTo>
                <a:lnTo>
                  <a:pt x="814" y="594"/>
                </a:lnTo>
                <a:lnTo>
                  <a:pt x="814" y="595"/>
                </a:lnTo>
                <a:lnTo>
                  <a:pt x="814" y="596"/>
                </a:lnTo>
                <a:lnTo>
                  <a:pt x="814" y="597"/>
                </a:lnTo>
                <a:lnTo>
                  <a:pt x="813" y="597"/>
                </a:lnTo>
                <a:lnTo>
                  <a:pt x="813" y="596"/>
                </a:lnTo>
                <a:lnTo>
                  <a:pt x="812" y="597"/>
                </a:lnTo>
                <a:lnTo>
                  <a:pt x="811" y="597"/>
                </a:lnTo>
                <a:lnTo>
                  <a:pt x="810" y="596"/>
                </a:lnTo>
                <a:lnTo>
                  <a:pt x="809" y="596"/>
                </a:lnTo>
                <a:lnTo>
                  <a:pt x="808" y="595"/>
                </a:lnTo>
                <a:lnTo>
                  <a:pt x="808" y="594"/>
                </a:lnTo>
                <a:lnTo>
                  <a:pt x="807" y="594"/>
                </a:lnTo>
                <a:lnTo>
                  <a:pt x="807" y="593"/>
                </a:lnTo>
                <a:lnTo>
                  <a:pt x="807" y="592"/>
                </a:lnTo>
                <a:lnTo>
                  <a:pt x="806" y="591"/>
                </a:lnTo>
                <a:lnTo>
                  <a:pt x="806" y="590"/>
                </a:lnTo>
                <a:lnTo>
                  <a:pt x="805" y="590"/>
                </a:lnTo>
                <a:lnTo>
                  <a:pt x="805" y="591"/>
                </a:lnTo>
                <a:lnTo>
                  <a:pt x="804" y="591"/>
                </a:lnTo>
                <a:lnTo>
                  <a:pt x="804" y="590"/>
                </a:lnTo>
                <a:lnTo>
                  <a:pt x="803" y="590"/>
                </a:lnTo>
                <a:lnTo>
                  <a:pt x="802" y="590"/>
                </a:lnTo>
                <a:lnTo>
                  <a:pt x="802" y="589"/>
                </a:lnTo>
                <a:lnTo>
                  <a:pt x="801" y="588"/>
                </a:lnTo>
                <a:lnTo>
                  <a:pt x="800" y="588"/>
                </a:lnTo>
                <a:lnTo>
                  <a:pt x="800" y="587"/>
                </a:lnTo>
                <a:lnTo>
                  <a:pt x="799" y="587"/>
                </a:lnTo>
                <a:lnTo>
                  <a:pt x="798" y="587"/>
                </a:lnTo>
                <a:lnTo>
                  <a:pt x="797" y="587"/>
                </a:lnTo>
                <a:lnTo>
                  <a:pt x="797" y="586"/>
                </a:lnTo>
                <a:lnTo>
                  <a:pt x="797" y="585"/>
                </a:lnTo>
                <a:lnTo>
                  <a:pt x="797" y="584"/>
                </a:lnTo>
                <a:lnTo>
                  <a:pt x="796" y="584"/>
                </a:lnTo>
                <a:lnTo>
                  <a:pt x="796" y="583"/>
                </a:lnTo>
                <a:lnTo>
                  <a:pt x="795" y="583"/>
                </a:lnTo>
                <a:lnTo>
                  <a:pt x="795" y="582"/>
                </a:lnTo>
                <a:lnTo>
                  <a:pt x="795" y="581"/>
                </a:lnTo>
                <a:lnTo>
                  <a:pt x="795" y="580"/>
                </a:lnTo>
                <a:lnTo>
                  <a:pt x="794" y="580"/>
                </a:lnTo>
                <a:lnTo>
                  <a:pt x="793" y="580"/>
                </a:lnTo>
                <a:lnTo>
                  <a:pt x="792" y="580"/>
                </a:lnTo>
                <a:lnTo>
                  <a:pt x="790" y="580"/>
                </a:lnTo>
                <a:lnTo>
                  <a:pt x="790" y="581"/>
                </a:lnTo>
                <a:lnTo>
                  <a:pt x="789" y="581"/>
                </a:lnTo>
                <a:lnTo>
                  <a:pt x="788" y="580"/>
                </a:lnTo>
                <a:lnTo>
                  <a:pt x="788" y="579"/>
                </a:lnTo>
                <a:lnTo>
                  <a:pt x="787" y="579"/>
                </a:lnTo>
                <a:lnTo>
                  <a:pt x="787" y="578"/>
                </a:lnTo>
                <a:lnTo>
                  <a:pt x="787" y="577"/>
                </a:lnTo>
                <a:lnTo>
                  <a:pt x="787" y="576"/>
                </a:lnTo>
                <a:lnTo>
                  <a:pt x="786" y="575"/>
                </a:lnTo>
                <a:lnTo>
                  <a:pt x="785" y="575"/>
                </a:lnTo>
                <a:lnTo>
                  <a:pt x="784" y="575"/>
                </a:lnTo>
                <a:lnTo>
                  <a:pt x="783" y="575"/>
                </a:lnTo>
                <a:lnTo>
                  <a:pt x="783" y="574"/>
                </a:lnTo>
                <a:lnTo>
                  <a:pt x="783" y="575"/>
                </a:lnTo>
                <a:lnTo>
                  <a:pt x="782" y="575"/>
                </a:lnTo>
                <a:lnTo>
                  <a:pt x="782" y="574"/>
                </a:lnTo>
                <a:lnTo>
                  <a:pt x="782" y="573"/>
                </a:lnTo>
                <a:lnTo>
                  <a:pt x="781" y="573"/>
                </a:lnTo>
                <a:lnTo>
                  <a:pt x="781" y="572"/>
                </a:lnTo>
                <a:lnTo>
                  <a:pt x="781" y="573"/>
                </a:lnTo>
                <a:lnTo>
                  <a:pt x="782" y="572"/>
                </a:lnTo>
                <a:lnTo>
                  <a:pt x="781" y="572"/>
                </a:lnTo>
                <a:lnTo>
                  <a:pt x="781" y="571"/>
                </a:lnTo>
                <a:lnTo>
                  <a:pt x="780" y="571"/>
                </a:lnTo>
                <a:lnTo>
                  <a:pt x="780" y="570"/>
                </a:lnTo>
                <a:lnTo>
                  <a:pt x="779" y="569"/>
                </a:lnTo>
                <a:lnTo>
                  <a:pt x="778" y="570"/>
                </a:lnTo>
                <a:lnTo>
                  <a:pt x="777" y="569"/>
                </a:lnTo>
                <a:lnTo>
                  <a:pt x="777" y="568"/>
                </a:lnTo>
                <a:lnTo>
                  <a:pt x="776" y="568"/>
                </a:lnTo>
                <a:lnTo>
                  <a:pt x="776" y="567"/>
                </a:lnTo>
                <a:lnTo>
                  <a:pt x="776" y="568"/>
                </a:lnTo>
                <a:lnTo>
                  <a:pt x="776" y="570"/>
                </a:lnTo>
                <a:lnTo>
                  <a:pt x="775" y="571"/>
                </a:lnTo>
                <a:lnTo>
                  <a:pt x="775" y="572"/>
                </a:lnTo>
                <a:lnTo>
                  <a:pt x="774" y="572"/>
                </a:lnTo>
                <a:lnTo>
                  <a:pt x="774" y="573"/>
                </a:lnTo>
                <a:lnTo>
                  <a:pt x="773" y="573"/>
                </a:lnTo>
                <a:lnTo>
                  <a:pt x="773" y="574"/>
                </a:lnTo>
                <a:lnTo>
                  <a:pt x="773" y="575"/>
                </a:lnTo>
                <a:lnTo>
                  <a:pt x="773" y="576"/>
                </a:lnTo>
                <a:lnTo>
                  <a:pt x="772" y="576"/>
                </a:lnTo>
                <a:lnTo>
                  <a:pt x="771" y="577"/>
                </a:lnTo>
                <a:lnTo>
                  <a:pt x="770" y="577"/>
                </a:lnTo>
                <a:lnTo>
                  <a:pt x="769" y="577"/>
                </a:lnTo>
                <a:lnTo>
                  <a:pt x="769" y="578"/>
                </a:lnTo>
                <a:lnTo>
                  <a:pt x="769" y="579"/>
                </a:lnTo>
                <a:lnTo>
                  <a:pt x="769" y="580"/>
                </a:lnTo>
                <a:lnTo>
                  <a:pt x="769" y="582"/>
                </a:lnTo>
                <a:lnTo>
                  <a:pt x="770" y="582"/>
                </a:lnTo>
                <a:lnTo>
                  <a:pt x="770" y="583"/>
                </a:lnTo>
                <a:lnTo>
                  <a:pt x="770" y="584"/>
                </a:lnTo>
                <a:lnTo>
                  <a:pt x="769" y="584"/>
                </a:lnTo>
                <a:lnTo>
                  <a:pt x="769" y="585"/>
                </a:lnTo>
                <a:lnTo>
                  <a:pt x="768" y="585"/>
                </a:lnTo>
                <a:lnTo>
                  <a:pt x="768" y="584"/>
                </a:lnTo>
                <a:lnTo>
                  <a:pt x="767" y="584"/>
                </a:lnTo>
                <a:lnTo>
                  <a:pt x="766" y="584"/>
                </a:lnTo>
                <a:lnTo>
                  <a:pt x="765" y="583"/>
                </a:lnTo>
                <a:lnTo>
                  <a:pt x="765" y="584"/>
                </a:lnTo>
                <a:lnTo>
                  <a:pt x="764" y="584"/>
                </a:lnTo>
                <a:lnTo>
                  <a:pt x="763" y="584"/>
                </a:lnTo>
                <a:lnTo>
                  <a:pt x="762" y="584"/>
                </a:lnTo>
                <a:lnTo>
                  <a:pt x="761" y="584"/>
                </a:lnTo>
                <a:lnTo>
                  <a:pt x="760" y="583"/>
                </a:lnTo>
                <a:lnTo>
                  <a:pt x="759" y="583"/>
                </a:lnTo>
                <a:lnTo>
                  <a:pt x="759" y="584"/>
                </a:lnTo>
                <a:lnTo>
                  <a:pt x="758" y="585"/>
                </a:lnTo>
                <a:lnTo>
                  <a:pt x="757" y="585"/>
                </a:lnTo>
                <a:lnTo>
                  <a:pt x="757" y="584"/>
                </a:lnTo>
                <a:lnTo>
                  <a:pt x="756" y="582"/>
                </a:lnTo>
                <a:lnTo>
                  <a:pt x="755" y="583"/>
                </a:lnTo>
                <a:lnTo>
                  <a:pt x="754" y="584"/>
                </a:lnTo>
                <a:lnTo>
                  <a:pt x="754" y="585"/>
                </a:lnTo>
                <a:lnTo>
                  <a:pt x="753" y="585"/>
                </a:lnTo>
                <a:lnTo>
                  <a:pt x="752" y="585"/>
                </a:lnTo>
                <a:lnTo>
                  <a:pt x="751" y="585"/>
                </a:lnTo>
                <a:lnTo>
                  <a:pt x="751" y="586"/>
                </a:lnTo>
                <a:lnTo>
                  <a:pt x="751" y="587"/>
                </a:lnTo>
                <a:lnTo>
                  <a:pt x="751" y="588"/>
                </a:lnTo>
                <a:lnTo>
                  <a:pt x="750" y="588"/>
                </a:lnTo>
                <a:lnTo>
                  <a:pt x="750" y="589"/>
                </a:lnTo>
                <a:lnTo>
                  <a:pt x="750" y="590"/>
                </a:lnTo>
                <a:lnTo>
                  <a:pt x="750" y="591"/>
                </a:lnTo>
                <a:lnTo>
                  <a:pt x="749" y="591"/>
                </a:lnTo>
                <a:lnTo>
                  <a:pt x="749" y="592"/>
                </a:lnTo>
                <a:lnTo>
                  <a:pt x="748" y="592"/>
                </a:lnTo>
                <a:lnTo>
                  <a:pt x="747" y="592"/>
                </a:lnTo>
                <a:lnTo>
                  <a:pt x="746" y="592"/>
                </a:lnTo>
                <a:lnTo>
                  <a:pt x="745" y="592"/>
                </a:lnTo>
                <a:lnTo>
                  <a:pt x="745" y="593"/>
                </a:lnTo>
                <a:lnTo>
                  <a:pt x="745" y="594"/>
                </a:lnTo>
                <a:lnTo>
                  <a:pt x="745" y="595"/>
                </a:lnTo>
                <a:lnTo>
                  <a:pt x="745" y="596"/>
                </a:lnTo>
                <a:lnTo>
                  <a:pt x="744" y="596"/>
                </a:lnTo>
                <a:lnTo>
                  <a:pt x="744" y="597"/>
                </a:lnTo>
                <a:lnTo>
                  <a:pt x="745" y="598"/>
                </a:lnTo>
                <a:lnTo>
                  <a:pt x="744" y="598"/>
                </a:lnTo>
                <a:lnTo>
                  <a:pt x="744" y="599"/>
                </a:lnTo>
                <a:lnTo>
                  <a:pt x="744" y="600"/>
                </a:lnTo>
                <a:lnTo>
                  <a:pt x="745" y="601"/>
                </a:lnTo>
                <a:lnTo>
                  <a:pt x="746" y="601"/>
                </a:lnTo>
                <a:lnTo>
                  <a:pt x="747" y="601"/>
                </a:lnTo>
                <a:lnTo>
                  <a:pt x="747" y="602"/>
                </a:lnTo>
                <a:lnTo>
                  <a:pt x="747" y="604"/>
                </a:lnTo>
                <a:lnTo>
                  <a:pt x="747" y="605"/>
                </a:lnTo>
                <a:lnTo>
                  <a:pt x="746" y="605"/>
                </a:lnTo>
                <a:lnTo>
                  <a:pt x="747" y="605"/>
                </a:lnTo>
                <a:lnTo>
                  <a:pt x="748" y="606"/>
                </a:lnTo>
                <a:lnTo>
                  <a:pt x="748" y="607"/>
                </a:lnTo>
                <a:lnTo>
                  <a:pt x="748" y="608"/>
                </a:lnTo>
                <a:lnTo>
                  <a:pt x="748" y="609"/>
                </a:lnTo>
                <a:lnTo>
                  <a:pt x="748" y="610"/>
                </a:lnTo>
                <a:lnTo>
                  <a:pt x="747" y="611"/>
                </a:lnTo>
                <a:lnTo>
                  <a:pt x="747" y="612"/>
                </a:lnTo>
                <a:lnTo>
                  <a:pt x="746" y="612"/>
                </a:lnTo>
                <a:lnTo>
                  <a:pt x="746" y="614"/>
                </a:lnTo>
                <a:lnTo>
                  <a:pt x="747" y="614"/>
                </a:lnTo>
                <a:lnTo>
                  <a:pt x="747" y="613"/>
                </a:lnTo>
                <a:lnTo>
                  <a:pt x="748" y="613"/>
                </a:lnTo>
                <a:lnTo>
                  <a:pt x="748" y="614"/>
                </a:lnTo>
                <a:lnTo>
                  <a:pt x="749" y="614"/>
                </a:lnTo>
                <a:lnTo>
                  <a:pt x="749" y="613"/>
                </a:lnTo>
                <a:lnTo>
                  <a:pt x="749" y="614"/>
                </a:lnTo>
                <a:lnTo>
                  <a:pt x="750" y="614"/>
                </a:lnTo>
                <a:lnTo>
                  <a:pt x="750" y="615"/>
                </a:lnTo>
                <a:lnTo>
                  <a:pt x="750" y="616"/>
                </a:lnTo>
                <a:lnTo>
                  <a:pt x="751" y="616"/>
                </a:lnTo>
                <a:lnTo>
                  <a:pt x="751" y="617"/>
                </a:lnTo>
                <a:lnTo>
                  <a:pt x="752" y="617"/>
                </a:lnTo>
                <a:lnTo>
                  <a:pt x="754" y="617"/>
                </a:lnTo>
                <a:lnTo>
                  <a:pt x="755" y="618"/>
                </a:lnTo>
                <a:lnTo>
                  <a:pt x="755" y="617"/>
                </a:lnTo>
                <a:lnTo>
                  <a:pt x="755" y="616"/>
                </a:lnTo>
                <a:lnTo>
                  <a:pt x="755" y="615"/>
                </a:lnTo>
                <a:lnTo>
                  <a:pt x="755" y="614"/>
                </a:lnTo>
                <a:lnTo>
                  <a:pt x="756" y="614"/>
                </a:lnTo>
                <a:lnTo>
                  <a:pt x="757" y="614"/>
                </a:lnTo>
                <a:lnTo>
                  <a:pt x="759" y="614"/>
                </a:lnTo>
                <a:lnTo>
                  <a:pt x="759" y="613"/>
                </a:lnTo>
                <a:lnTo>
                  <a:pt x="758" y="613"/>
                </a:lnTo>
                <a:lnTo>
                  <a:pt x="758" y="612"/>
                </a:lnTo>
                <a:lnTo>
                  <a:pt x="759" y="611"/>
                </a:lnTo>
                <a:lnTo>
                  <a:pt x="760" y="611"/>
                </a:lnTo>
                <a:lnTo>
                  <a:pt x="760" y="612"/>
                </a:lnTo>
                <a:lnTo>
                  <a:pt x="761" y="613"/>
                </a:lnTo>
                <a:lnTo>
                  <a:pt x="761" y="614"/>
                </a:lnTo>
                <a:lnTo>
                  <a:pt x="763" y="614"/>
                </a:lnTo>
                <a:lnTo>
                  <a:pt x="763" y="615"/>
                </a:lnTo>
                <a:lnTo>
                  <a:pt x="764" y="616"/>
                </a:lnTo>
                <a:lnTo>
                  <a:pt x="764" y="617"/>
                </a:lnTo>
                <a:lnTo>
                  <a:pt x="765" y="618"/>
                </a:lnTo>
                <a:lnTo>
                  <a:pt x="765" y="619"/>
                </a:lnTo>
                <a:lnTo>
                  <a:pt x="766" y="620"/>
                </a:lnTo>
                <a:lnTo>
                  <a:pt x="767" y="620"/>
                </a:lnTo>
                <a:lnTo>
                  <a:pt x="767" y="619"/>
                </a:lnTo>
                <a:lnTo>
                  <a:pt x="768" y="619"/>
                </a:lnTo>
                <a:lnTo>
                  <a:pt x="768" y="620"/>
                </a:lnTo>
                <a:lnTo>
                  <a:pt x="768" y="621"/>
                </a:lnTo>
                <a:lnTo>
                  <a:pt x="769" y="621"/>
                </a:lnTo>
                <a:lnTo>
                  <a:pt x="769" y="622"/>
                </a:lnTo>
                <a:lnTo>
                  <a:pt x="769" y="623"/>
                </a:lnTo>
                <a:lnTo>
                  <a:pt x="769" y="624"/>
                </a:lnTo>
                <a:lnTo>
                  <a:pt x="768" y="624"/>
                </a:lnTo>
                <a:lnTo>
                  <a:pt x="767" y="625"/>
                </a:lnTo>
                <a:lnTo>
                  <a:pt x="767" y="626"/>
                </a:lnTo>
                <a:lnTo>
                  <a:pt x="767" y="627"/>
                </a:lnTo>
                <a:lnTo>
                  <a:pt x="767" y="628"/>
                </a:lnTo>
                <a:lnTo>
                  <a:pt x="766" y="628"/>
                </a:lnTo>
                <a:lnTo>
                  <a:pt x="766" y="629"/>
                </a:lnTo>
                <a:lnTo>
                  <a:pt x="767" y="630"/>
                </a:lnTo>
                <a:lnTo>
                  <a:pt x="767" y="631"/>
                </a:lnTo>
                <a:lnTo>
                  <a:pt x="768" y="631"/>
                </a:lnTo>
                <a:lnTo>
                  <a:pt x="768" y="632"/>
                </a:lnTo>
                <a:lnTo>
                  <a:pt x="768" y="633"/>
                </a:lnTo>
                <a:lnTo>
                  <a:pt x="769" y="633"/>
                </a:lnTo>
                <a:lnTo>
                  <a:pt x="770" y="632"/>
                </a:lnTo>
                <a:lnTo>
                  <a:pt x="771" y="631"/>
                </a:lnTo>
                <a:lnTo>
                  <a:pt x="772" y="631"/>
                </a:lnTo>
                <a:lnTo>
                  <a:pt x="773" y="632"/>
                </a:lnTo>
                <a:lnTo>
                  <a:pt x="773" y="631"/>
                </a:lnTo>
                <a:lnTo>
                  <a:pt x="774" y="631"/>
                </a:lnTo>
                <a:lnTo>
                  <a:pt x="775" y="631"/>
                </a:lnTo>
                <a:lnTo>
                  <a:pt x="776" y="631"/>
                </a:lnTo>
                <a:lnTo>
                  <a:pt x="776" y="632"/>
                </a:lnTo>
                <a:lnTo>
                  <a:pt x="776" y="633"/>
                </a:lnTo>
                <a:lnTo>
                  <a:pt x="777" y="634"/>
                </a:lnTo>
                <a:lnTo>
                  <a:pt x="777" y="635"/>
                </a:lnTo>
                <a:lnTo>
                  <a:pt x="778" y="634"/>
                </a:lnTo>
                <a:lnTo>
                  <a:pt x="778" y="633"/>
                </a:lnTo>
                <a:lnTo>
                  <a:pt x="778" y="634"/>
                </a:lnTo>
                <a:lnTo>
                  <a:pt x="779" y="634"/>
                </a:lnTo>
                <a:lnTo>
                  <a:pt x="779" y="633"/>
                </a:lnTo>
                <a:lnTo>
                  <a:pt x="780" y="633"/>
                </a:lnTo>
                <a:lnTo>
                  <a:pt x="781" y="634"/>
                </a:lnTo>
                <a:lnTo>
                  <a:pt x="782" y="635"/>
                </a:lnTo>
                <a:lnTo>
                  <a:pt x="782" y="634"/>
                </a:lnTo>
                <a:lnTo>
                  <a:pt x="782" y="633"/>
                </a:lnTo>
                <a:lnTo>
                  <a:pt x="781" y="633"/>
                </a:lnTo>
                <a:lnTo>
                  <a:pt x="781" y="632"/>
                </a:lnTo>
                <a:lnTo>
                  <a:pt x="782" y="632"/>
                </a:lnTo>
                <a:lnTo>
                  <a:pt x="782" y="631"/>
                </a:lnTo>
                <a:lnTo>
                  <a:pt x="783" y="631"/>
                </a:lnTo>
                <a:lnTo>
                  <a:pt x="784" y="631"/>
                </a:lnTo>
                <a:lnTo>
                  <a:pt x="785" y="631"/>
                </a:lnTo>
                <a:lnTo>
                  <a:pt x="786" y="630"/>
                </a:lnTo>
                <a:lnTo>
                  <a:pt x="787" y="629"/>
                </a:lnTo>
                <a:lnTo>
                  <a:pt x="788" y="629"/>
                </a:lnTo>
                <a:lnTo>
                  <a:pt x="789" y="629"/>
                </a:lnTo>
                <a:lnTo>
                  <a:pt x="790" y="628"/>
                </a:lnTo>
                <a:lnTo>
                  <a:pt x="792" y="628"/>
                </a:lnTo>
                <a:lnTo>
                  <a:pt x="792" y="629"/>
                </a:lnTo>
                <a:lnTo>
                  <a:pt x="793" y="629"/>
                </a:lnTo>
                <a:lnTo>
                  <a:pt x="794" y="630"/>
                </a:lnTo>
                <a:lnTo>
                  <a:pt x="795" y="630"/>
                </a:lnTo>
                <a:lnTo>
                  <a:pt x="796" y="630"/>
                </a:lnTo>
                <a:lnTo>
                  <a:pt x="796" y="631"/>
                </a:lnTo>
                <a:lnTo>
                  <a:pt x="797" y="631"/>
                </a:lnTo>
                <a:lnTo>
                  <a:pt x="798" y="632"/>
                </a:lnTo>
                <a:lnTo>
                  <a:pt x="799" y="632"/>
                </a:lnTo>
                <a:lnTo>
                  <a:pt x="799" y="633"/>
                </a:lnTo>
                <a:lnTo>
                  <a:pt x="800" y="633"/>
                </a:lnTo>
                <a:lnTo>
                  <a:pt x="800" y="634"/>
                </a:lnTo>
                <a:lnTo>
                  <a:pt x="801" y="635"/>
                </a:lnTo>
                <a:lnTo>
                  <a:pt x="801" y="636"/>
                </a:lnTo>
                <a:lnTo>
                  <a:pt x="802" y="636"/>
                </a:lnTo>
                <a:lnTo>
                  <a:pt x="803" y="636"/>
                </a:lnTo>
                <a:lnTo>
                  <a:pt x="803" y="637"/>
                </a:lnTo>
                <a:lnTo>
                  <a:pt x="803" y="638"/>
                </a:lnTo>
                <a:lnTo>
                  <a:pt x="804" y="638"/>
                </a:lnTo>
                <a:lnTo>
                  <a:pt x="804" y="639"/>
                </a:lnTo>
                <a:lnTo>
                  <a:pt x="804" y="640"/>
                </a:lnTo>
                <a:lnTo>
                  <a:pt x="804" y="641"/>
                </a:lnTo>
                <a:lnTo>
                  <a:pt x="803" y="641"/>
                </a:lnTo>
                <a:lnTo>
                  <a:pt x="803" y="642"/>
                </a:lnTo>
                <a:lnTo>
                  <a:pt x="802" y="642"/>
                </a:lnTo>
                <a:lnTo>
                  <a:pt x="802" y="643"/>
                </a:lnTo>
                <a:lnTo>
                  <a:pt x="802" y="644"/>
                </a:lnTo>
                <a:lnTo>
                  <a:pt x="803" y="645"/>
                </a:lnTo>
                <a:lnTo>
                  <a:pt x="804" y="645"/>
                </a:lnTo>
                <a:lnTo>
                  <a:pt x="805" y="645"/>
                </a:lnTo>
                <a:lnTo>
                  <a:pt x="806" y="645"/>
                </a:lnTo>
                <a:lnTo>
                  <a:pt x="807" y="646"/>
                </a:lnTo>
                <a:lnTo>
                  <a:pt x="807" y="647"/>
                </a:lnTo>
                <a:lnTo>
                  <a:pt x="808" y="647"/>
                </a:lnTo>
                <a:lnTo>
                  <a:pt x="808" y="648"/>
                </a:lnTo>
                <a:lnTo>
                  <a:pt x="809" y="649"/>
                </a:lnTo>
                <a:lnTo>
                  <a:pt x="809" y="650"/>
                </a:lnTo>
                <a:lnTo>
                  <a:pt x="809" y="651"/>
                </a:lnTo>
                <a:lnTo>
                  <a:pt x="808" y="651"/>
                </a:lnTo>
                <a:lnTo>
                  <a:pt x="808" y="652"/>
                </a:lnTo>
                <a:lnTo>
                  <a:pt x="808" y="654"/>
                </a:lnTo>
                <a:lnTo>
                  <a:pt x="808" y="655"/>
                </a:lnTo>
                <a:lnTo>
                  <a:pt x="808" y="656"/>
                </a:lnTo>
                <a:lnTo>
                  <a:pt x="807" y="656"/>
                </a:lnTo>
                <a:lnTo>
                  <a:pt x="807" y="657"/>
                </a:lnTo>
                <a:lnTo>
                  <a:pt x="808" y="657"/>
                </a:lnTo>
                <a:lnTo>
                  <a:pt x="809" y="657"/>
                </a:lnTo>
                <a:lnTo>
                  <a:pt x="809" y="658"/>
                </a:lnTo>
                <a:lnTo>
                  <a:pt x="810" y="658"/>
                </a:lnTo>
                <a:lnTo>
                  <a:pt x="810" y="659"/>
                </a:lnTo>
                <a:lnTo>
                  <a:pt x="809" y="659"/>
                </a:lnTo>
                <a:lnTo>
                  <a:pt x="810" y="659"/>
                </a:lnTo>
                <a:lnTo>
                  <a:pt x="811" y="660"/>
                </a:lnTo>
                <a:lnTo>
                  <a:pt x="810" y="661"/>
                </a:lnTo>
                <a:lnTo>
                  <a:pt x="810" y="662"/>
                </a:lnTo>
                <a:lnTo>
                  <a:pt x="809" y="662"/>
                </a:lnTo>
                <a:lnTo>
                  <a:pt x="809" y="663"/>
                </a:lnTo>
                <a:lnTo>
                  <a:pt x="808" y="663"/>
                </a:lnTo>
                <a:lnTo>
                  <a:pt x="808" y="664"/>
                </a:lnTo>
                <a:lnTo>
                  <a:pt x="809" y="664"/>
                </a:lnTo>
                <a:lnTo>
                  <a:pt x="810" y="664"/>
                </a:lnTo>
                <a:lnTo>
                  <a:pt x="811" y="664"/>
                </a:lnTo>
                <a:lnTo>
                  <a:pt x="811" y="665"/>
                </a:lnTo>
                <a:lnTo>
                  <a:pt x="810" y="665"/>
                </a:lnTo>
                <a:lnTo>
                  <a:pt x="810" y="666"/>
                </a:lnTo>
                <a:lnTo>
                  <a:pt x="809" y="666"/>
                </a:lnTo>
                <a:lnTo>
                  <a:pt x="808" y="666"/>
                </a:lnTo>
                <a:lnTo>
                  <a:pt x="807" y="666"/>
                </a:lnTo>
                <a:lnTo>
                  <a:pt x="807" y="667"/>
                </a:lnTo>
                <a:lnTo>
                  <a:pt x="806" y="668"/>
                </a:lnTo>
                <a:lnTo>
                  <a:pt x="805" y="668"/>
                </a:lnTo>
                <a:lnTo>
                  <a:pt x="804" y="669"/>
                </a:lnTo>
                <a:lnTo>
                  <a:pt x="803" y="669"/>
                </a:lnTo>
                <a:lnTo>
                  <a:pt x="802" y="670"/>
                </a:lnTo>
                <a:lnTo>
                  <a:pt x="801" y="670"/>
                </a:lnTo>
                <a:lnTo>
                  <a:pt x="800" y="671"/>
                </a:lnTo>
                <a:lnTo>
                  <a:pt x="799" y="671"/>
                </a:lnTo>
                <a:lnTo>
                  <a:pt x="798" y="671"/>
                </a:lnTo>
                <a:lnTo>
                  <a:pt x="797" y="672"/>
                </a:lnTo>
                <a:lnTo>
                  <a:pt x="797" y="671"/>
                </a:lnTo>
                <a:lnTo>
                  <a:pt x="796" y="671"/>
                </a:lnTo>
                <a:lnTo>
                  <a:pt x="795" y="671"/>
                </a:lnTo>
                <a:lnTo>
                  <a:pt x="794" y="671"/>
                </a:lnTo>
                <a:lnTo>
                  <a:pt x="794" y="670"/>
                </a:lnTo>
                <a:lnTo>
                  <a:pt x="793" y="670"/>
                </a:lnTo>
                <a:lnTo>
                  <a:pt x="792" y="669"/>
                </a:lnTo>
                <a:lnTo>
                  <a:pt x="790" y="669"/>
                </a:lnTo>
                <a:lnTo>
                  <a:pt x="789" y="669"/>
                </a:lnTo>
                <a:lnTo>
                  <a:pt x="788" y="669"/>
                </a:lnTo>
                <a:lnTo>
                  <a:pt x="787" y="669"/>
                </a:lnTo>
                <a:lnTo>
                  <a:pt x="786" y="669"/>
                </a:lnTo>
                <a:lnTo>
                  <a:pt x="785" y="669"/>
                </a:lnTo>
                <a:lnTo>
                  <a:pt x="784" y="670"/>
                </a:lnTo>
                <a:lnTo>
                  <a:pt x="785" y="670"/>
                </a:lnTo>
                <a:lnTo>
                  <a:pt x="785" y="671"/>
                </a:lnTo>
                <a:lnTo>
                  <a:pt x="784" y="671"/>
                </a:lnTo>
                <a:lnTo>
                  <a:pt x="783" y="672"/>
                </a:lnTo>
                <a:lnTo>
                  <a:pt x="782" y="672"/>
                </a:lnTo>
                <a:lnTo>
                  <a:pt x="781" y="672"/>
                </a:lnTo>
                <a:lnTo>
                  <a:pt x="780" y="672"/>
                </a:lnTo>
                <a:lnTo>
                  <a:pt x="779" y="672"/>
                </a:lnTo>
                <a:lnTo>
                  <a:pt x="778" y="672"/>
                </a:lnTo>
                <a:lnTo>
                  <a:pt x="777" y="672"/>
                </a:lnTo>
                <a:lnTo>
                  <a:pt x="776" y="673"/>
                </a:lnTo>
                <a:lnTo>
                  <a:pt x="774" y="674"/>
                </a:lnTo>
                <a:lnTo>
                  <a:pt x="773" y="674"/>
                </a:lnTo>
                <a:lnTo>
                  <a:pt x="772" y="672"/>
                </a:lnTo>
                <a:lnTo>
                  <a:pt x="771" y="672"/>
                </a:lnTo>
                <a:lnTo>
                  <a:pt x="770" y="672"/>
                </a:lnTo>
                <a:lnTo>
                  <a:pt x="769" y="673"/>
                </a:lnTo>
                <a:lnTo>
                  <a:pt x="768" y="673"/>
                </a:lnTo>
                <a:lnTo>
                  <a:pt x="767" y="674"/>
                </a:lnTo>
                <a:lnTo>
                  <a:pt x="766" y="675"/>
                </a:lnTo>
                <a:lnTo>
                  <a:pt x="766" y="676"/>
                </a:lnTo>
                <a:lnTo>
                  <a:pt x="765" y="676"/>
                </a:lnTo>
                <a:lnTo>
                  <a:pt x="765" y="677"/>
                </a:lnTo>
                <a:lnTo>
                  <a:pt x="764" y="676"/>
                </a:lnTo>
                <a:lnTo>
                  <a:pt x="762" y="676"/>
                </a:lnTo>
                <a:lnTo>
                  <a:pt x="761" y="676"/>
                </a:lnTo>
                <a:lnTo>
                  <a:pt x="761" y="675"/>
                </a:lnTo>
                <a:lnTo>
                  <a:pt x="759" y="675"/>
                </a:lnTo>
                <a:lnTo>
                  <a:pt x="758" y="675"/>
                </a:lnTo>
                <a:lnTo>
                  <a:pt x="757" y="675"/>
                </a:lnTo>
                <a:lnTo>
                  <a:pt x="757" y="676"/>
                </a:lnTo>
                <a:lnTo>
                  <a:pt x="756" y="676"/>
                </a:lnTo>
                <a:lnTo>
                  <a:pt x="755" y="676"/>
                </a:lnTo>
                <a:lnTo>
                  <a:pt x="754" y="676"/>
                </a:lnTo>
                <a:lnTo>
                  <a:pt x="754" y="677"/>
                </a:lnTo>
                <a:lnTo>
                  <a:pt x="754" y="678"/>
                </a:lnTo>
                <a:lnTo>
                  <a:pt x="754" y="679"/>
                </a:lnTo>
                <a:lnTo>
                  <a:pt x="752" y="679"/>
                </a:lnTo>
                <a:lnTo>
                  <a:pt x="751" y="679"/>
                </a:lnTo>
                <a:lnTo>
                  <a:pt x="750" y="679"/>
                </a:lnTo>
                <a:lnTo>
                  <a:pt x="749" y="679"/>
                </a:lnTo>
                <a:lnTo>
                  <a:pt x="748" y="679"/>
                </a:lnTo>
                <a:lnTo>
                  <a:pt x="747" y="680"/>
                </a:lnTo>
                <a:lnTo>
                  <a:pt x="747" y="681"/>
                </a:lnTo>
                <a:lnTo>
                  <a:pt x="746" y="681"/>
                </a:lnTo>
                <a:lnTo>
                  <a:pt x="745" y="681"/>
                </a:lnTo>
                <a:lnTo>
                  <a:pt x="745" y="680"/>
                </a:lnTo>
                <a:lnTo>
                  <a:pt x="745" y="679"/>
                </a:lnTo>
                <a:lnTo>
                  <a:pt x="745" y="678"/>
                </a:lnTo>
                <a:lnTo>
                  <a:pt x="744" y="678"/>
                </a:lnTo>
                <a:lnTo>
                  <a:pt x="743" y="677"/>
                </a:lnTo>
                <a:lnTo>
                  <a:pt x="743" y="676"/>
                </a:lnTo>
                <a:lnTo>
                  <a:pt x="743" y="675"/>
                </a:lnTo>
                <a:lnTo>
                  <a:pt x="742" y="675"/>
                </a:lnTo>
                <a:lnTo>
                  <a:pt x="741" y="675"/>
                </a:lnTo>
                <a:lnTo>
                  <a:pt x="740" y="675"/>
                </a:lnTo>
                <a:lnTo>
                  <a:pt x="739" y="675"/>
                </a:lnTo>
                <a:lnTo>
                  <a:pt x="738" y="674"/>
                </a:lnTo>
                <a:lnTo>
                  <a:pt x="738" y="673"/>
                </a:lnTo>
                <a:lnTo>
                  <a:pt x="737" y="672"/>
                </a:lnTo>
                <a:lnTo>
                  <a:pt x="736" y="671"/>
                </a:lnTo>
                <a:lnTo>
                  <a:pt x="735" y="670"/>
                </a:lnTo>
                <a:lnTo>
                  <a:pt x="734" y="670"/>
                </a:lnTo>
                <a:lnTo>
                  <a:pt x="733" y="670"/>
                </a:lnTo>
                <a:lnTo>
                  <a:pt x="732" y="669"/>
                </a:lnTo>
                <a:lnTo>
                  <a:pt x="731" y="670"/>
                </a:lnTo>
                <a:lnTo>
                  <a:pt x="730" y="670"/>
                </a:lnTo>
                <a:lnTo>
                  <a:pt x="729" y="669"/>
                </a:lnTo>
                <a:lnTo>
                  <a:pt x="728" y="670"/>
                </a:lnTo>
                <a:lnTo>
                  <a:pt x="728" y="671"/>
                </a:lnTo>
                <a:lnTo>
                  <a:pt x="727" y="670"/>
                </a:lnTo>
                <a:lnTo>
                  <a:pt x="726" y="670"/>
                </a:lnTo>
                <a:lnTo>
                  <a:pt x="725" y="671"/>
                </a:lnTo>
                <a:lnTo>
                  <a:pt x="724" y="671"/>
                </a:lnTo>
                <a:lnTo>
                  <a:pt x="725" y="671"/>
                </a:lnTo>
                <a:lnTo>
                  <a:pt x="724" y="672"/>
                </a:lnTo>
                <a:lnTo>
                  <a:pt x="724" y="671"/>
                </a:lnTo>
                <a:lnTo>
                  <a:pt x="723" y="671"/>
                </a:lnTo>
                <a:lnTo>
                  <a:pt x="723" y="672"/>
                </a:lnTo>
                <a:lnTo>
                  <a:pt x="722" y="672"/>
                </a:lnTo>
                <a:lnTo>
                  <a:pt x="721" y="672"/>
                </a:lnTo>
                <a:lnTo>
                  <a:pt x="720" y="672"/>
                </a:lnTo>
                <a:lnTo>
                  <a:pt x="720" y="673"/>
                </a:lnTo>
                <a:lnTo>
                  <a:pt x="720" y="674"/>
                </a:lnTo>
                <a:lnTo>
                  <a:pt x="719" y="675"/>
                </a:lnTo>
                <a:lnTo>
                  <a:pt x="719" y="674"/>
                </a:lnTo>
                <a:lnTo>
                  <a:pt x="718" y="674"/>
                </a:lnTo>
                <a:lnTo>
                  <a:pt x="718" y="675"/>
                </a:lnTo>
                <a:lnTo>
                  <a:pt x="718" y="676"/>
                </a:lnTo>
                <a:lnTo>
                  <a:pt x="717" y="677"/>
                </a:lnTo>
                <a:lnTo>
                  <a:pt x="716" y="676"/>
                </a:lnTo>
                <a:lnTo>
                  <a:pt x="715" y="676"/>
                </a:lnTo>
                <a:lnTo>
                  <a:pt x="715" y="675"/>
                </a:lnTo>
                <a:lnTo>
                  <a:pt x="715" y="674"/>
                </a:lnTo>
                <a:lnTo>
                  <a:pt x="715" y="673"/>
                </a:lnTo>
                <a:lnTo>
                  <a:pt x="715" y="672"/>
                </a:lnTo>
                <a:lnTo>
                  <a:pt x="715" y="671"/>
                </a:lnTo>
                <a:lnTo>
                  <a:pt x="715" y="670"/>
                </a:lnTo>
                <a:lnTo>
                  <a:pt x="714" y="669"/>
                </a:lnTo>
                <a:lnTo>
                  <a:pt x="714" y="668"/>
                </a:lnTo>
                <a:lnTo>
                  <a:pt x="714" y="667"/>
                </a:lnTo>
                <a:lnTo>
                  <a:pt x="715" y="667"/>
                </a:lnTo>
                <a:lnTo>
                  <a:pt x="715" y="666"/>
                </a:lnTo>
                <a:lnTo>
                  <a:pt x="716" y="666"/>
                </a:lnTo>
                <a:lnTo>
                  <a:pt x="717" y="666"/>
                </a:lnTo>
                <a:lnTo>
                  <a:pt x="717" y="665"/>
                </a:lnTo>
                <a:lnTo>
                  <a:pt x="716" y="665"/>
                </a:lnTo>
                <a:lnTo>
                  <a:pt x="715" y="665"/>
                </a:lnTo>
                <a:lnTo>
                  <a:pt x="714" y="665"/>
                </a:lnTo>
                <a:lnTo>
                  <a:pt x="713" y="665"/>
                </a:lnTo>
                <a:lnTo>
                  <a:pt x="712" y="664"/>
                </a:lnTo>
                <a:lnTo>
                  <a:pt x="711" y="665"/>
                </a:lnTo>
                <a:lnTo>
                  <a:pt x="711" y="664"/>
                </a:lnTo>
                <a:lnTo>
                  <a:pt x="710" y="664"/>
                </a:lnTo>
                <a:lnTo>
                  <a:pt x="711" y="664"/>
                </a:lnTo>
                <a:lnTo>
                  <a:pt x="711" y="663"/>
                </a:lnTo>
                <a:lnTo>
                  <a:pt x="711" y="662"/>
                </a:lnTo>
                <a:lnTo>
                  <a:pt x="711" y="661"/>
                </a:lnTo>
                <a:lnTo>
                  <a:pt x="711" y="660"/>
                </a:lnTo>
                <a:lnTo>
                  <a:pt x="711" y="659"/>
                </a:lnTo>
                <a:lnTo>
                  <a:pt x="710" y="659"/>
                </a:lnTo>
                <a:lnTo>
                  <a:pt x="710" y="658"/>
                </a:lnTo>
                <a:lnTo>
                  <a:pt x="710" y="657"/>
                </a:lnTo>
                <a:lnTo>
                  <a:pt x="710" y="656"/>
                </a:lnTo>
                <a:lnTo>
                  <a:pt x="711" y="656"/>
                </a:lnTo>
                <a:lnTo>
                  <a:pt x="712" y="655"/>
                </a:lnTo>
                <a:lnTo>
                  <a:pt x="713" y="656"/>
                </a:lnTo>
                <a:lnTo>
                  <a:pt x="713" y="655"/>
                </a:lnTo>
                <a:lnTo>
                  <a:pt x="714" y="654"/>
                </a:lnTo>
                <a:lnTo>
                  <a:pt x="714" y="652"/>
                </a:lnTo>
                <a:lnTo>
                  <a:pt x="715" y="652"/>
                </a:lnTo>
                <a:lnTo>
                  <a:pt x="715" y="651"/>
                </a:lnTo>
                <a:lnTo>
                  <a:pt x="714" y="651"/>
                </a:lnTo>
                <a:lnTo>
                  <a:pt x="714" y="650"/>
                </a:lnTo>
                <a:lnTo>
                  <a:pt x="714" y="649"/>
                </a:lnTo>
                <a:lnTo>
                  <a:pt x="714" y="648"/>
                </a:lnTo>
                <a:lnTo>
                  <a:pt x="713" y="647"/>
                </a:lnTo>
                <a:lnTo>
                  <a:pt x="713" y="646"/>
                </a:lnTo>
                <a:lnTo>
                  <a:pt x="713" y="645"/>
                </a:lnTo>
                <a:lnTo>
                  <a:pt x="712" y="645"/>
                </a:lnTo>
                <a:lnTo>
                  <a:pt x="711" y="645"/>
                </a:lnTo>
                <a:lnTo>
                  <a:pt x="710" y="645"/>
                </a:lnTo>
                <a:lnTo>
                  <a:pt x="710" y="646"/>
                </a:lnTo>
                <a:lnTo>
                  <a:pt x="709" y="646"/>
                </a:lnTo>
                <a:lnTo>
                  <a:pt x="708" y="647"/>
                </a:lnTo>
                <a:lnTo>
                  <a:pt x="708" y="646"/>
                </a:lnTo>
                <a:lnTo>
                  <a:pt x="707" y="646"/>
                </a:lnTo>
                <a:lnTo>
                  <a:pt x="706" y="646"/>
                </a:lnTo>
                <a:lnTo>
                  <a:pt x="705" y="646"/>
                </a:lnTo>
                <a:lnTo>
                  <a:pt x="705" y="645"/>
                </a:lnTo>
                <a:lnTo>
                  <a:pt x="705" y="644"/>
                </a:lnTo>
                <a:lnTo>
                  <a:pt x="704" y="644"/>
                </a:lnTo>
                <a:lnTo>
                  <a:pt x="704" y="643"/>
                </a:lnTo>
                <a:lnTo>
                  <a:pt x="704" y="642"/>
                </a:lnTo>
                <a:lnTo>
                  <a:pt x="705" y="642"/>
                </a:lnTo>
                <a:lnTo>
                  <a:pt x="706" y="641"/>
                </a:lnTo>
                <a:lnTo>
                  <a:pt x="705" y="641"/>
                </a:lnTo>
                <a:lnTo>
                  <a:pt x="706" y="640"/>
                </a:lnTo>
                <a:lnTo>
                  <a:pt x="705" y="640"/>
                </a:lnTo>
                <a:lnTo>
                  <a:pt x="705" y="639"/>
                </a:lnTo>
                <a:lnTo>
                  <a:pt x="704" y="639"/>
                </a:lnTo>
                <a:lnTo>
                  <a:pt x="704" y="638"/>
                </a:lnTo>
                <a:lnTo>
                  <a:pt x="703" y="638"/>
                </a:lnTo>
                <a:lnTo>
                  <a:pt x="703" y="639"/>
                </a:lnTo>
                <a:lnTo>
                  <a:pt x="702" y="639"/>
                </a:lnTo>
                <a:lnTo>
                  <a:pt x="701" y="639"/>
                </a:lnTo>
                <a:lnTo>
                  <a:pt x="701" y="638"/>
                </a:lnTo>
                <a:lnTo>
                  <a:pt x="700" y="638"/>
                </a:lnTo>
                <a:lnTo>
                  <a:pt x="699" y="638"/>
                </a:lnTo>
                <a:lnTo>
                  <a:pt x="699" y="637"/>
                </a:lnTo>
                <a:lnTo>
                  <a:pt x="698" y="637"/>
                </a:lnTo>
                <a:lnTo>
                  <a:pt x="697" y="637"/>
                </a:lnTo>
                <a:lnTo>
                  <a:pt x="696" y="637"/>
                </a:lnTo>
                <a:lnTo>
                  <a:pt x="695" y="636"/>
                </a:lnTo>
                <a:lnTo>
                  <a:pt x="694" y="636"/>
                </a:lnTo>
                <a:lnTo>
                  <a:pt x="694" y="635"/>
                </a:lnTo>
                <a:lnTo>
                  <a:pt x="694" y="636"/>
                </a:lnTo>
                <a:lnTo>
                  <a:pt x="693" y="636"/>
                </a:lnTo>
                <a:lnTo>
                  <a:pt x="693" y="635"/>
                </a:lnTo>
                <a:lnTo>
                  <a:pt x="693" y="636"/>
                </a:lnTo>
                <a:lnTo>
                  <a:pt x="692" y="637"/>
                </a:lnTo>
                <a:lnTo>
                  <a:pt x="692" y="638"/>
                </a:lnTo>
                <a:lnTo>
                  <a:pt x="691" y="638"/>
                </a:lnTo>
                <a:lnTo>
                  <a:pt x="690" y="638"/>
                </a:lnTo>
                <a:lnTo>
                  <a:pt x="690" y="639"/>
                </a:lnTo>
                <a:lnTo>
                  <a:pt x="689" y="639"/>
                </a:lnTo>
                <a:lnTo>
                  <a:pt x="688" y="639"/>
                </a:lnTo>
                <a:lnTo>
                  <a:pt x="687" y="639"/>
                </a:lnTo>
                <a:lnTo>
                  <a:pt x="687" y="640"/>
                </a:lnTo>
                <a:lnTo>
                  <a:pt x="687" y="641"/>
                </a:lnTo>
                <a:lnTo>
                  <a:pt x="686" y="642"/>
                </a:lnTo>
                <a:lnTo>
                  <a:pt x="687" y="643"/>
                </a:lnTo>
                <a:lnTo>
                  <a:pt x="687" y="644"/>
                </a:lnTo>
                <a:lnTo>
                  <a:pt x="686" y="644"/>
                </a:lnTo>
                <a:lnTo>
                  <a:pt x="685" y="644"/>
                </a:lnTo>
                <a:lnTo>
                  <a:pt x="685" y="645"/>
                </a:lnTo>
                <a:lnTo>
                  <a:pt x="684" y="646"/>
                </a:lnTo>
                <a:lnTo>
                  <a:pt x="684" y="647"/>
                </a:lnTo>
                <a:lnTo>
                  <a:pt x="683" y="647"/>
                </a:lnTo>
                <a:lnTo>
                  <a:pt x="682" y="647"/>
                </a:lnTo>
                <a:lnTo>
                  <a:pt x="682" y="648"/>
                </a:lnTo>
                <a:lnTo>
                  <a:pt x="682" y="649"/>
                </a:lnTo>
                <a:lnTo>
                  <a:pt x="681" y="649"/>
                </a:lnTo>
                <a:lnTo>
                  <a:pt x="680" y="649"/>
                </a:lnTo>
                <a:lnTo>
                  <a:pt x="680" y="651"/>
                </a:lnTo>
                <a:lnTo>
                  <a:pt x="681" y="651"/>
                </a:lnTo>
                <a:lnTo>
                  <a:pt x="682" y="651"/>
                </a:lnTo>
                <a:lnTo>
                  <a:pt x="682" y="652"/>
                </a:lnTo>
                <a:lnTo>
                  <a:pt x="681" y="652"/>
                </a:lnTo>
                <a:lnTo>
                  <a:pt x="680" y="652"/>
                </a:lnTo>
                <a:lnTo>
                  <a:pt x="679" y="652"/>
                </a:lnTo>
                <a:lnTo>
                  <a:pt x="679" y="654"/>
                </a:lnTo>
                <a:lnTo>
                  <a:pt x="679" y="655"/>
                </a:lnTo>
                <a:lnTo>
                  <a:pt x="679" y="656"/>
                </a:lnTo>
                <a:lnTo>
                  <a:pt x="678" y="656"/>
                </a:lnTo>
                <a:lnTo>
                  <a:pt x="677" y="656"/>
                </a:lnTo>
                <a:lnTo>
                  <a:pt x="676" y="656"/>
                </a:lnTo>
                <a:lnTo>
                  <a:pt x="675" y="657"/>
                </a:lnTo>
                <a:lnTo>
                  <a:pt x="674" y="656"/>
                </a:lnTo>
                <a:lnTo>
                  <a:pt x="674" y="657"/>
                </a:lnTo>
                <a:lnTo>
                  <a:pt x="673" y="657"/>
                </a:lnTo>
                <a:lnTo>
                  <a:pt x="672" y="657"/>
                </a:lnTo>
                <a:lnTo>
                  <a:pt x="672" y="656"/>
                </a:lnTo>
                <a:lnTo>
                  <a:pt x="672" y="657"/>
                </a:lnTo>
                <a:lnTo>
                  <a:pt x="671" y="657"/>
                </a:lnTo>
                <a:lnTo>
                  <a:pt x="671" y="656"/>
                </a:lnTo>
                <a:lnTo>
                  <a:pt x="671" y="657"/>
                </a:lnTo>
                <a:lnTo>
                  <a:pt x="670" y="657"/>
                </a:lnTo>
                <a:lnTo>
                  <a:pt x="669" y="657"/>
                </a:lnTo>
                <a:lnTo>
                  <a:pt x="669" y="658"/>
                </a:lnTo>
                <a:lnTo>
                  <a:pt x="668" y="658"/>
                </a:lnTo>
                <a:lnTo>
                  <a:pt x="667" y="658"/>
                </a:lnTo>
                <a:lnTo>
                  <a:pt x="666" y="658"/>
                </a:lnTo>
                <a:lnTo>
                  <a:pt x="666" y="657"/>
                </a:lnTo>
                <a:lnTo>
                  <a:pt x="667" y="657"/>
                </a:lnTo>
                <a:lnTo>
                  <a:pt x="667" y="656"/>
                </a:lnTo>
                <a:lnTo>
                  <a:pt x="666" y="656"/>
                </a:lnTo>
                <a:lnTo>
                  <a:pt x="666" y="657"/>
                </a:lnTo>
                <a:lnTo>
                  <a:pt x="665" y="657"/>
                </a:lnTo>
                <a:lnTo>
                  <a:pt x="664" y="657"/>
                </a:lnTo>
                <a:lnTo>
                  <a:pt x="663" y="658"/>
                </a:lnTo>
                <a:lnTo>
                  <a:pt x="662" y="658"/>
                </a:lnTo>
                <a:lnTo>
                  <a:pt x="661" y="658"/>
                </a:lnTo>
                <a:lnTo>
                  <a:pt x="660" y="659"/>
                </a:lnTo>
                <a:lnTo>
                  <a:pt x="659" y="659"/>
                </a:lnTo>
                <a:lnTo>
                  <a:pt x="659" y="660"/>
                </a:lnTo>
                <a:lnTo>
                  <a:pt x="658" y="660"/>
                </a:lnTo>
                <a:lnTo>
                  <a:pt x="657" y="661"/>
                </a:lnTo>
                <a:lnTo>
                  <a:pt x="656" y="661"/>
                </a:lnTo>
                <a:lnTo>
                  <a:pt x="656" y="662"/>
                </a:lnTo>
                <a:lnTo>
                  <a:pt x="656" y="661"/>
                </a:lnTo>
                <a:lnTo>
                  <a:pt x="655" y="661"/>
                </a:lnTo>
                <a:lnTo>
                  <a:pt x="654" y="661"/>
                </a:lnTo>
                <a:lnTo>
                  <a:pt x="653" y="661"/>
                </a:lnTo>
                <a:lnTo>
                  <a:pt x="653" y="662"/>
                </a:lnTo>
                <a:lnTo>
                  <a:pt x="652" y="662"/>
                </a:lnTo>
                <a:lnTo>
                  <a:pt x="651" y="662"/>
                </a:lnTo>
                <a:lnTo>
                  <a:pt x="651" y="663"/>
                </a:lnTo>
                <a:lnTo>
                  <a:pt x="650" y="663"/>
                </a:lnTo>
                <a:lnTo>
                  <a:pt x="650" y="662"/>
                </a:lnTo>
                <a:lnTo>
                  <a:pt x="649" y="662"/>
                </a:lnTo>
                <a:lnTo>
                  <a:pt x="649" y="661"/>
                </a:lnTo>
                <a:lnTo>
                  <a:pt x="649" y="660"/>
                </a:lnTo>
                <a:lnTo>
                  <a:pt x="649" y="659"/>
                </a:lnTo>
                <a:lnTo>
                  <a:pt x="648" y="659"/>
                </a:lnTo>
                <a:lnTo>
                  <a:pt x="648" y="658"/>
                </a:lnTo>
                <a:lnTo>
                  <a:pt x="647" y="658"/>
                </a:lnTo>
                <a:lnTo>
                  <a:pt x="646" y="658"/>
                </a:lnTo>
                <a:lnTo>
                  <a:pt x="646" y="659"/>
                </a:lnTo>
                <a:lnTo>
                  <a:pt x="645" y="659"/>
                </a:lnTo>
                <a:lnTo>
                  <a:pt x="644" y="658"/>
                </a:lnTo>
                <a:lnTo>
                  <a:pt x="644" y="657"/>
                </a:lnTo>
                <a:lnTo>
                  <a:pt x="643" y="657"/>
                </a:lnTo>
                <a:lnTo>
                  <a:pt x="643" y="656"/>
                </a:lnTo>
                <a:lnTo>
                  <a:pt x="642" y="656"/>
                </a:lnTo>
                <a:lnTo>
                  <a:pt x="642" y="657"/>
                </a:lnTo>
                <a:lnTo>
                  <a:pt x="642" y="656"/>
                </a:lnTo>
                <a:lnTo>
                  <a:pt x="641" y="656"/>
                </a:lnTo>
                <a:lnTo>
                  <a:pt x="641" y="655"/>
                </a:lnTo>
                <a:lnTo>
                  <a:pt x="640" y="655"/>
                </a:lnTo>
                <a:lnTo>
                  <a:pt x="640" y="654"/>
                </a:lnTo>
                <a:lnTo>
                  <a:pt x="639" y="654"/>
                </a:lnTo>
                <a:lnTo>
                  <a:pt x="638" y="654"/>
                </a:lnTo>
                <a:lnTo>
                  <a:pt x="638" y="652"/>
                </a:lnTo>
                <a:lnTo>
                  <a:pt x="637" y="652"/>
                </a:lnTo>
                <a:lnTo>
                  <a:pt x="637" y="651"/>
                </a:lnTo>
                <a:lnTo>
                  <a:pt x="636" y="650"/>
                </a:lnTo>
                <a:lnTo>
                  <a:pt x="635" y="650"/>
                </a:lnTo>
                <a:lnTo>
                  <a:pt x="634" y="650"/>
                </a:lnTo>
                <a:lnTo>
                  <a:pt x="634" y="649"/>
                </a:lnTo>
                <a:lnTo>
                  <a:pt x="633" y="649"/>
                </a:lnTo>
                <a:lnTo>
                  <a:pt x="634" y="648"/>
                </a:lnTo>
                <a:lnTo>
                  <a:pt x="633" y="647"/>
                </a:lnTo>
                <a:lnTo>
                  <a:pt x="632" y="647"/>
                </a:lnTo>
                <a:lnTo>
                  <a:pt x="632" y="646"/>
                </a:lnTo>
                <a:lnTo>
                  <a:pt x="633" y="646"/>
                </a:lnTo>
                <a:lnTo>
                  <a:pt x="633" y="647"/>
                </a:lnTo>
                <a:lnTo>
                  <a:pt x="633" y="646"/>
                </a:lnTo>
                <a:lnTo>
                  <a:pt x="632" y="645"/>
                </a:lnTo>
                <a:lnTo>
                  <a:pt x="632" y="644"/>
                </a:lnTo>
                <a:lnTo>
                  <a:pt x="631" y="643"/>
                </a:lnTo>
                <a:lnTo>
                  <a:pt x="630" y="643"/>
                </a:lnTo>
                <a:lnTo>
                  <a:pt x="629" y="643"/>
                </a:lnTo>
                <a:lnTo>
                  <a:pt x="628" y="643"/>
                </a:lnTo>
                <a:lnTo>
                  <a:pt x="628" y="642"/>
                </a:lnTo>
                <a:lnTo>
                  <a:pt x="627" y="642"/>
                </a:lnTo>
                <a:lnTo>
                  <a:pt x="626" y="641"/>
                </a:lnTo>
                <a:lnTo>
                  <a:pt x="626" y="640"/>
                </a:lnTo>
                <a:lnTo>
                  <a:pt x="627" y="640"/>
                </a:lnTo>
                <a:lnTo>
                  <a:pt x="628" y="640"/>
                </a:lnTo>
                <a:lnTo>
                  <a:pt x="629" y="640"/>
                </a:lnTo>
                <a:lnTo>
                  <a:pt x="630" y="640"/>
                </a:lnTo>
                <a:lnTo>
                  <a:pt x="631" y="640"/>
                </a:lnTo>
                <a:lnTo>
                  <a:pt x="632" y="640"/>
                </a:lnTo>
                <a:lnTo>
                  <a:pt x="633" y="640"/>
                </a:lnTo>
                <a:lnTo>
                  <a:pt x="634" y="639"/>
                </a:lnTo>
                <a:lnTo>
                  <a:pt x="635" y="638"/>
                </a:lnTo>
                <a:lnTo>
                  <a:pt x="635" y="637"/>
                </a:lnTo>
                <a:lnTo>
                  <a:pt x="635" y="636"/>
                </a:lnTo>
                <a:lnTo>
                  <a:pt x="636" y="636"/>
                </a:lnTo>
                <a:lnTo>
                  <a:pt x="637" y="636"/>
                </a:lnTo>
                <a:lnTo>
                  <a:pt x="637" y="635"/>
                </a:lnTo>
                <a:lnTo>
                  <a:pt x="638" y="635"/>
                </a:lnTo>
                <a:lnTo>
                  <a:pt x="638" y="634"/>
                </a:lnTo>
                <a:lnTo>
                  <a:pt x="639" y="634"/>
                </a:lnTo>
                <a:lnTo>
                  <a:pt x="640" y="633"/>
                </a:lnTo>
                <a:lnTo>
                  <a:pt x="640" y="632"/>
                </a:lnTo>
                <a:lnTo>
                  <a:pt x="639" y="632"/>
                </a:lnTo>
                <a:lnTo>
                  <a:pt x="639" y="631"/>
                </a:lnTo>
                <a:lnTo>
                  <a:pt x="639" y="630"/>
                </a:lnTo>
                <a:lnTo>
                  <a:pt x="640" y="628"/>
                </a:lnTo>
                <a:lnTo>
                  <a:pt x="639" y="628"/>
                </a:lnTo>
                <a:lnTo>
                  <a:pt x="638" y="628"/>
                </a:lnTo>
                <a:lnTo>
                  <a:pt x="637" y="628"/>
                </a:lnTo>
                <a:lnTo>
                  <a:pt x="636" y="628"/>
                </a:lnTo>
                <a:lnTo>
                  <a:pt x="636" y="627"/>
                </a:lnTo>
                <a:lnTo>
                  <a:pt x="635" y="626"/>
                </a:lnTo>
                <a:lnTo>
                  <a:pt x="635" y="625"/>
                </a:lnTo>
                <a:lnTo>
                  <a:pt x="636" y="625"/>
                </a:lnTo>
                <a:lnTo>
                  <a:pt x="637" y="624"/>
                </a:lnTo>
                <a:lnTo>
                  <a:pt x="638" y="624"/>
                </a:lnTo>
                <a:lnTo>
                  <a:pt x="639" y="624"/>
                </a:lnTo>
                <a:lnTo>
                  <a:pt x="639" y="623"/>
                </a:lnTo>
                <a:lnTo>
                  <a:pt x="640" y="623"/>
                </a:lnTo>
                <a:lnTo>
                  <a:pt x="640" y="622"/>
                </a:lnTo>
                <a:lnTo>
                  <a:pt x="640" y="621"/>
                </a:lnTo>
                <a:lnTo>
                  <a:pt x="641" y="621"/>
                </a:lnTo>
                <a:lnTo>
                  <a:pt x="641" y="620"/>
                </a:lnTo>
                <a:lnTo>
                  <a:pt x="640" y="620"/>
                </a:lnTo>
                <a:lnTo>
                  <a:pt x="639" y="619"/>
                </a:lnTo>
                <a:lnTo>
                  <a:pt x="639" y="618"/>
                </a:lnTo>
                <a:lnTo>
                  <a:pt x="638" y="617"/>
                </a:lnTo>
                <a:lnTo>
                  <a:pt x="637" y="618"/>
                </a:lnTo>
                <a:lnTo>
                  <a:pt x="636" y="618"/>
                </a:lnTo>
                <a:lnTo>
                  <a:pt x="635" y="618"/>
                </a:lnTo>
                <a:lnTo>
                  <a:pt x="635" y="617"/>
                </a:lnTo>
                <a:lnTo>
                  <a:pt x="635" y="616"/>
                </a:lnTo>
                <a:lnTo>
                  <a:pt x="634" y="615"/>
                </a:lnTo>
                <a:lnTo>
                  <a:pt x="634" y="614"/>
                </a:lnTo>
                <a:lnTo>
                  <a:pt x="634" y="613"/>
                </a:lnTo>
                <a:lnTo>
                  <a:pt x="634" y="612"/>
                </a:lnTo>
                <a:lnTo>
                  <a:pt x="633" y="612"/>
                </a:lnTo>
                <a:lnTo>
                  <a:pt x="632" y="611"/>
                </a:lnTo>
                <a:lnTo>
                  <a:pt x="631" y="611"/>
                </a:lnTo>
                <a:lnTo>
                  <a:pt x="630" y="611"/>
                </a:lnTo>
                <a:lnTo>
                  <a:pt x="629" y="612"/>
                </a:lnTo>
                <a:lnTo>
                  <a:pt x="628" y="613"/>
                </a:lnTo>
                <a:lnTo>
                  <a:pt x="627" y="614"/>
                </a:lnTo>
                <a:lnTo>
                  <a:pt x="626" y="614"/>
                </a:lnTo>
                <a:lnTo>
                  <a:pt x="625" y="614"/>
                </a:lnTo>
                <a:lnTo>
                  <a:pt x="625" y="613"/>
                </a:lnTo>
                <a:lnTo>
                  <a:pt x="626" y="612"/>
                </a:lnTo>
                <a:lnTo>
                  <a:pt x="625" y="612"/>
                </a:lnTo>
                <a:lnTo>
                  <a:pt x="625" y="611"/>
                </a:lnTo>
                <a:lnTo>
                  <a:pt x="625" y="610"/>
                </a:lnTo>
                <a:lnTo>
                  <a:pt x="624" y="609"/>
                </a:lnTo>
                <a:lnTo>
                  <a:pt x="624" y="608"/>
                </a:lnTo>
                <a:lnTo>
                  <a:pt x="623" y="608"/>
                </a:lnTo>
                <a:lnTo>
                  <a:pt x="623" y="607"/>
                </a:lnTo>
                <a:lnTo>
                  <a:pt x="623" y="606"/>
                </a:lnTo>
                <a:lnTo>
                  <a:pt x="624" y="606"/>
                </a:lnTo>
                <a:lnTo>
                  <a:pt x="624" y="605"/>
                </a:lnTo>
                <a:lnTo>
                  <a:pt x="623" y="605"/>
                </a:lnTo>
                <a:lnTo>
                  <a:pt x="622" y="605"/>
                </a:lnTo>
                <a:lnTo>
                  <a:pt x="622" y="604"/>
                </a:lnTo>
                <a:lnTo>
                  <a:pt x="622" y="603"/>
                </a:lnTo>
                <a:lnTo>
                  <a:pt x="623" y="603"/>
                </a:lnTo>
                <a:lnTo>
                  <a:pt x="623" y="602"/>
                </a:lnTo>
                <a:lnTo>
                  <a:pt x="623" y="601"/>
                </a:lnTo>
                <a:lnTo>
                  <a:pt x="622" y="600"/>
                </a:lnTo>
                <a:lnTo>
                  <a:pt x="622" y="599"/>
                </a:lnTo>
                <a:lnTo>
                  <a:pt x="623" y="598"/>
                </a:lnTo>
                <a:lnTo>
                  <a:pt x="623" y="597"/>
                </a:lnTo>
                <a:lnTo>
                  <a:pt x="623" y="596"/>
                </a:lnTo>
                <a:lnTo>
                  <a:pt x="622" y="596"/>
                </a:lnTo>
                <a:lnTo>
                  <a:pt x="622" y="595"/>
                </a:lnTo>
                <a:lnTo>
                  <a:pt x="623" y="595"/>
                </a:lnTo>
                <a:lnTo>
                  <a:pt x="623" y="594"/>
                </a:lnTo>
                <a:lnTo>
                  <a:pt x="622" y="594"/>
                </a:lnTo>
                <a:lnTo>
                  <a:pt x="621" y="594"/>
                </a:lnTo>
                <a:lnTo>
                  <a:pt x="621" y="593"/>
                </a:lnTo>
                <a:lnTo>
                  <a:pt x="621" y="592"/>
                </a:lnTo>
                <a:lnTo>
                  <a:pt x="621" y="591"/>
                </a:lnTo>
                <a:lnTo>
                  <a:pt x="622" y="591"/>
                </a:lnTo>
                <a:lnTo>
                  <a:pt x="623" y="591"/>
                </a:lnTo>
                <a:lnTo>
                  <a:pt x="625" y="591"/>
                </a:lnTo>
                <a:lnTo>
                  <a:pt x="626" y="590"/>
                </a:lnTo>
                <a:lnTo>
                  <a:pt x="627" y="590"/>
                </a:lnTo>
                <a:lnTo>
                  <a:pt x="628" y="590"/>
                </a:lnTo>
                <a:lnTo>
                  <a:pt x="628" y="589"/>
                </a:lnTo>
                <a:lnTo>
                  <a:pt x="629" y="588"/>
                </a:lnTo>
                <a:lnTo>
                  <a:pt x="630" y="588"/>
                </a:lnTo>
                <a:lnTo>
                  <a:pt x="630" y="589"/>
                </a:lnTo>
                <a:lnTo>
                  <a:pt x="631" y="589"/>
                </a:lnTo>
                <a:lnTo>
                  <a:pt x="631" y="588"/>
                </a:lnTo>
                <a:lnTo>
                  <a:pt x="631" y="587"/>
                </a:lnTo>
                <a:lnTo>
                  <a:pt x="632" y="586"/>
                </a:lnTo>
                <a:lnTo>
                  <a:pt x="632" y="585"/>
                </a:lnTo>
                <a:lnTo>
                  <a:pt x="633" y="585"/>
                </a:lnTo>
                <a:lnTo>
                  <a:pt x="633" y="584"/>
                </a:lnTo>
                <a:lnTo>
                  <a:pt x="634" y="584"/>
                </a:lnTo>
                <a:lnTo>
                  <a:pt x="635" y="584"/>
                </a:lnTo>
                <a:lnTo>
                  <a:pt x="636" y="584"/>
                </a:lnTo>
                <a:lnTo>
                  <a:pt x="636" y="585"/>
                </a:lnTo>
                <a:lnTo>
                  <a:pt x="636" y="584"/>
                </a:lnTo>
                <a:lnTo>
                  <a:pt x="637" y="584"/>
                </a:lnTo>
                <a:lnTo>
                  <a:pt x="637" y="583"/>
                </a:lnTo>
                <a:lnTo>
                  <a:pt x="637" y="582"/>
                </a:lnTo>
                <a:lnTo>
                  <a:pt x="637" y="581"/>
                </a:lnTo>
                <a:lnTo>
                  <a:pt x="636" y="581"/>
                </a:lnTo>
                <a:lnTo>
                  <a:pt x="636" y="580"/>
                </a:lnTo>
                <a:lnTo>
                  <a:pt x="635" y="580"/>
                </a:lnTo>
                <a:lnTo>
                  <a:pt x="634" y="580"/>
                </a:lnTo>
                <a:lnTo>
                  <a:pt x="633" y="580"/>
                </a:lnTo>
                <a:lnTo>
                  <a:pt x="633" y="579"/>
                </a:lnTo>
                <a:lnTo>
                  <a:pt x="632" y="579"/>
                </a:lnTo>
                <a:lnTo>
                  <a:pt x="631" y="579"/>
                </a:lnTo>
                <a:lnTo>
                  <a:pt x="631" y="580"/>
                </a:lnTo>
                <a:lnTo>
                  <a:pt x="630" y="580"/>
                </a:lnTo>
                <a:lnTo>
                  <a:pt x="629" y="580"/>
                </a:lnTo>
                <a:lnTo>
                  <a:pt x="629" y="581"/>
                </a:lnTo>
                <a:lnTo>
                  <a:pt x="628" y="581"/>
                </a:lnTo>
                <a:lnTo>
                  <a:pt x="628" y="582"/>
                </a:lnTo>
                <a:lnTo>
                  <a:pt x="627" y="583"/>
                </a:lnTo>
                <a:lnTo>
                  <a:pt x="626" y="583"/>
                </a:lnTo>
                <a:lnTo>
                  <a:pt x="626" y="582"/>
                </a:lnTo>
                <a:lnTo>
                  <a:pt x="626" y="581"/>
                </a:lnTo>
                <a:lnTo>
                  <a:pt x="625" y="581"/>
                </a:lnTo>
                <a:lnTo>
                  <a:pt x="624" y="581"/>
                </a:lnTo>
                <a:lnTo>
                  <a:pt x="623" y="580"/>
                </a:lnTo>
                <a:lnTo>
                  <a:pt x="622" y="579"/>
                </a:lnTo>
                <a:lnTo>
                  <a:pt x="622" y="578"/>
                </a:lnTo>
                <a:lnTo>
                  <a:pt x="621" y="578"/>
                </a:lnTo>
                <a:lnTo>
                  <a:pt x="621" y="577"/>
                </a:lnTo>
                <a:lnTo>
                  <a:pt x="621" y="578"/>
                </a:lnTo>
                <a:lnTo>
                  <a:pt x="621" y="579"/>
                </a:lnTo>
                <a:lnTo>
                  <a:pt x="621" y="580"/>
                </a:lnTo>
                <a:lnTo>
                  <a:pt x="620" y="580"/>
                </a:lnTo>
                <a:lnTo>
                  <a:pt x="619" y="580"/>
                </a:lnTo>
                <a:lnTo>
                  <a:pt x="617" y="580"/>
                </a:lnTo>
                <a:lnTo>
                  <a:pt x="617" y="581"/>
                </a:lnTo>
                <a:lnTo>
                  <a:pt x="616" y="581"/>
                </a:lnTo>
                <a:lnTo>
                  <a:pt x="615" y="580"/>
                </a:lnTo>
                <a:lnTo>
                  <a:pt x="614" y="580"/>
                </a:lnTo>
                <a:lnTo>
                  <a:pt x="613" y="580"/>
                </a:lnTo>
                <a:lnTo>
                  <a:pt x="612" y="580"/>
                </a:lnTo>
                <a:lnTo>
                  <a:pt x="610" y="580"/>
                </a:lnTo>
                <a:lnTo>
                  <a:pt x="609" y="581"/>
                </a:lnTo>
                <a:lnTo>
                  <a:pt x="609" y="582"/>
                </a:lnTo>
                <a:lnTo>
                  <a:pt x="609" y="583"/>
                </a:lnTo>
                <a:lnTo>
                  <a:pt x="608" y="583"/>
                </a:lnTo>
                <a:lnTo>
                  <a:pt x="608" y="584"/>
                </a:lnTo>
                <a:lnTo>
                  <a:pt x="607" y="584"/>
                </a:lnTo>
                <a:lnTo>
                  <a:pt x="606" y="583"/>
                </a:lnTo>
                <a:lnTo>
                  <a:pt x="606" y="582"/>
                </a:lnTo>
                <a:lnTo>
                  <a:pt x="605" y="582"/>
                </a:lnTo>
                <a:lnTo>
                  <a:pt x="605" y="581"/>
                </a:lnTo>
                <a:lnTo>
                  <a:pt x="604" y="581"/>
                </a:lnTo>
                <a:lnTo>
                  <a:pt x="603" y="581"/>
                </a:lnTo>
                <a:lnTo>
                  <a:pt x="603" y="582"/>
                </a:lnTo>
                <a:lnTo>
                  <a:pt x="602" y="582"/>
                </a:lnTo>
                <a:lnTo>
                  <a:pt x="601" y="582"/>
                </a:lnTo>
                <a:lnTo>
                  <a:pt x="600" y="582"/>
                </a:lnTo>
                <a:lnTo>
                  <a:pt x="599" y="582"/>
                </a:lnTo>
                <a:lnTo>
                  <a:pt x="599" y="583"/>
                </a:lnTo>
                <a:lnTo>
                  <a:pt x="598" y="583"/>
                </a:lnTo>
                <a:lnTo>
                  <a:pt x="597" y="583"/>
                </a:lnTo>
                <a:lnTo>
                  <a:pt x="596" y="583"/>
                </a:lnTo>
                <a:lnTo>
                  <a:pt x="595" y="584"/>
                </a:lnTo>
                <a:lnTo>
                  <a:pt x="594" y="584"/>
                </a:lnTo>
                <a:lnTo>
                  <a:pt x="594" y="583"/>
                </a:lnTo>
                <a:lnTo>
                  <a:pt x="593" y="583"/>
                </a:lnTo>
                <a:lnTo>
                  <a:pt x="593" y="582"/>
                </a:lnTo>
                <a:lnTo>
                  <a:pt x="593" y="581"/>
                </a:lnTo>
                <a:lnTo>
                  <a:pt x="592" y="581"/>
                </a:lnTo>
                <a:lnTo>
                  <a:pt x="591" y="581"/>
                </a:lnTo>
                <a:lnTo>
                  <a:pt x="590" y="581"/>
                </a:lnTo>
                <a:lnTo>
                  <a:pt x="590" y="582"/>
                </a:lnTo>
                <a:lnTo>
                  <a:pt x="589" y="582"/>
                </a:lnTo>
                <a:lnTo>
                  <a:pt x="588" y="582"/>
                </a:lnTo>
                <a:lnTo>
                  <a:pt x="588" y="581"/>
                </a:lnTo>
                <a:lnTo>
                  <a:pt x="587" y="581"/>
                </a:lnTo>
                <a:lnTo>
                  <a:pt x="587" y="580"/>
                </a:lnTo>
                <a:lnTo>
                  <a:pt x="588" y="579"/>
                </a:lnTo>
                <a:lnTo>
                  <a:pt x="587" y="579"/>
                </a:lnTo>
                <a:lnTo>
                  <a:pt x="587" y="578"/>
                </a:lnTo>
                <a:lnTo>
                  <a:pt x="587" y="577"/>
                </a:lnTo>
                <a:lnTo>
                  <a:pt x="586" y="577"/>
                </a:lnTo>
                <a:lnTo>
                  <a:pt x="585" y="577"/>
                </a:lnTo>
                <a:lnTo>
                  <a:pt x="585" y="578"/>
                </a:lnTo>
                <a:lnTo>
                  <a:pt x="585" y="579"/>
                </a:lnTo>
                <a:lnTo>
                  <a:pt x="584" y="579"/>
                </a:lnTo>
                <a:lnTo>
                  <a:pt x="584" y="580"/>
                </a:lnTo>
                <a:lnTo>
                  <a:pt x="585" y="580"/>
                </a:lnTo>
                <a:lnTo>
                  <a:pt x="585" y="581"/>
                </a:lnTo>
                <a:lnTo>
                  <a:pt x="584" y="581"/>
                </a:lnTo>
                <a:lnTo>
                  <a:pt x="584" y="582"/>
                </a:lnTo>
                <a:lnTo>
                  <a:pt x="584" y="583"/>
                </a:lnTo>
                <a:lnTo>
                  <a:pt x="584" y="584"/>
                </a:lnTo>
                <a:lnTo>
                  <a:pt x="584" y="585"/>
                </a:lnTo>
                <a:lnTo>
                  <a:pt x="584" y="586"/>
                </a:lnTo>
                <a:lnTo>
                  <a:pt x="583" y="587"/>
                </a:lnTo>
                <a:lnTo>
                  <a:pt x="582" y="587"/>
                </a:lnTo>
                <a:lnTo>
                  <a:pt x="582" y="588"/>
                </a:lnTo>
                <a:lnTo>
                  <a:pt x="581" y="588"/>
                </a:lnTo>
                <a:lnTo>
                  <a:pt x="581" y="589"/>
                </a:lnTo>
                <a:lnTo>
                  <a:pt x="581" y="591"/>
                </a:lnTo>
                <a:lnTo>
                  <a:pt x="580" y="592"/>
                </a:lnTo>
                <a:lnTo>
                  <a:pt x="579" y="592"/>
                </a:lnTo>
                <a:lnTo>
                  <a:pt x="580" y="593"/>
                </a:lnTo>
                <a:lnTo>
                  <a:pt x="580" y="594"/>
                </a:lnTo>
                <a:lnTo>
                  <a:pt x="581" y="594"/>
                </a:lnTo>
                <a:lnTo>
                  <a:pt x="582" y="595"/>
                </a:lnTo>
                <a:lnTo>
                  <a:pt x="582" y="596"/>
                </a:lnTo>
                <a:lnTo>
                  <a:pt x="583" y="597"/>
                </a:lnTo>
                <a:lnTo>
                  <a:pt x="583" y="598"/>
                </a:lnTo>
                <a:lnTo>
                  <a:pt x="584" y="598"/>
                </a:lnTo>
                <a:lnTo>
                  <a:pt x="584" y="600"/>
                </a:lnTo>
                <a:lnTo>
                  <a:pt x="583" y="600"/>
                </a:lnTo>
                <a:lnTo>
                  <a:pt x="584" y="601"/>
                </a:lnTo>
                <a:lnTo>
                  <a:pt x="584" y="602"/>
                </a:lnTo>
                <a:lnTo>
                  <a:pt x="584" y="603"/>
                </a:lnTo>
                <a:lnTo>
                  <a:pt x="585" y="603"/>
                </a:lnTo>
                <a:lnTo>
                  <a:pt x="585" y="604"/>
                </a:lnTo>
                <a:lnTo>
                  <a:pt x="586" y="604"/>
                </a:lnTo>
                <a:lnTo>
                  <a:pt x="586" y="605"/>
                </a:lnTo>
                <a:lnTo>
                  <a:pt x="586" y="606"/>
                </a:lnTo>
                <a:lnTo>
                  <a:pt x="586" y="607"/>
                </a:lnTo>
                <a:lnTo>
                  <a:pt x="586" y="608"/>
                </a:lnTo>
                <a:lnTo>
                  <a:pt x="586" y="609"/>
                </a:lnTo>
                <a:lnTo>
                  <a:pt x="586" y="610"/>
                </a:lnTo>
                <a:lnTo>
                  <a:pt x="586" y="611"/>
                </a:lnTo>
                <a:lnTo>
                  <a:pt x="587" y="611"/>
                </a:lnTo>
                <a:lnTo>
                  <a:pt x="587" y="612"/>
                </a:lnTo>
                <a:lnTo>
                  <a:pt x="588" y="612"/>
                </a:lnTo>
                <a:lnTo>
                  <a:pt x="588" y="613"/>
                </a:lnTo>
                <a:lnTo>
                  <a:pt x="588" y="614"/>
                </a:lnTo>
                <a:lnTo>
                  <a:pt x="587" y="615"/>
                </a:lnTo>
                <a:lnTo>
                  <a:pt x="586" y="615"/>
                </a:lnTo>
                <a:lnTo>
                  <a:pt x="585" y="616"/>
                </a:lnTo>
                <a:lnTo>
                  <a:pt x="584" y="616"/>
                </a:lnTo>
                <a:lnTo>
                  <a:pt x="583" y="616"/>
                </a:lnTo>
                <a:lnTo>
                  <a:pt x="583" y="617"/>
                </a:lnTo>
                <a:lnTo>
                  <a:pt x="583" y="618"/>
                </a:lnTo>
                <a:lnTo>
                  <a:pt x="582" y="618"/>
                </a:lnTo>
                <a:lnTo>
                  <a:pt x="582" y="619"/>
                </a:lnTo>
                <a:lnTo>
                  <a:pt x="581" y="619"/>
                </a:lnTo>
                <a:lnTo>
                  <a:pt x="580" y="620"/>
                </a:lnTo>
                <a:lnTo>
                  <a:pt x="579" y="620"/>
                </a:lnTo>
                <a:lnTo>
                  <a:pt x="579" y="621"/>
                </a:lnTo>
                <a:lnTo>
                  <a:pt x="578" y="622"/>
                </a:lnTo>
                <a:lnTo>
                  <a:pt x="577" y="622"/>
                </a:lnTo>
                <a:lnTo>
                  <a:pt x="577" y="621"/>
                </a:lnTo>
                <a:lnTo>
                  <a:pt x="576" y="621"/>
                </a:lnTo>
                <a:lnTo>
                  <a:pt x="575" y="621"/>
                </a:lnTo>
                <a:lnTo>
                  <a:pt x="575" y="622"/>
                </a:lnTo>
                <a:lnTo>
                  <a:pt x="574" y="622"/>
                </a:lnTo>
                <a:lnTo>
                  <a:pt x="574" y="623"/>
                </a:lnTo>
                <a:lnTo>
                  <a:pt x="574" y="624"/>
                </a:lnTo>
                <a:lnTo>
                  <a:pt x="574" y="625"/>
                </a:lnTo>
                <a:lnTo>
                  <a:pt x="573" y="625"/>
                </a:lnTo>
                <a:lnTo>
                  <a:pt x="572" y="625"/>
                </a:lnTo>
                <a:lnTo>
                  <a:pt x="572" y="624"/>
                </a:lnTo>
                <a:lnTo>
                  <a:pt x="571" y="624"/>
                </a:lnTo>
                <a:lnTo>
                  <a:pt x="571" y="623"/>
                </a:lnTo>
                <a:lnTo>
                  <a:pt x="571" y="622"/>
                </a:lnTo>
                <a:lnTo>
                  <a:pt x="571" y="621"/>
                </a:lnTo>
                <a:lnTo>
                  <a:pt x="570" y="621"/>
                </a:lnTo>
                <a:lnTo>
                  <a:pt x="569" y="621"/>
                </a:lnTo>
                <a:lnTo>
                  <a:pt x="569" y="620"/>
                </a:lnTo>
                <a:lnTo>
                  <a:pt x="568" y="620"/>
                </a:lnTo>
                <a:lnTo>
                  <a:pt x="568" y="619"/>
                </a:lnTo>
                <a:lnTo>
                  <a:pt x="567" y="619"/>
                </a:lnTo>
                <a:lnTo>
                  <a:pt x="566" y="619"/>
                </a:lnTo>
                <a:lnTo>
                  <a:pt x="565" y="619"/>
                </a:lnTo>
                <a:lnTo>
                  <a:pt x="565" y="620"/>
                </a:lnTo>
                <a:lnTo>
                  <a:pt x="564" y="620"/>
                </a:lnTo>
                <a:lnTo>
                  <a:pt x="564" y="621"/>
                </a:lnTo>
                <a:lnTo>
                  <a:pt x="563" y="621"/>
                </a:lnTo>
                <a:lnTo>
                  <a:pt x="562" y="622"/>
                </a:lnTo>
                <a:lnTo>
                  <a:pt x="561" y="622"/>
                </a:lnTo>
                <a:lnTo>
                  <a:pt x="560" y="622"/>
                </a:lnTo>
                <a:lnTo>
                  <a:pt x="560" y="623"/>
                </a:lnTo>
                <a:lnTo>
                  <a:pt x="560" y="624"/>
                </a:lnTo>
                <a:lnTo>
                  <a:pt x="559" y="624"/>
                </a:lnTo>
                <a:lnTo>
                  <a:pt x="559" y="625"/>
                </a:lnTo>
                <a:lnTo>
                  <a:pt x="559" y="626"/>
                </a:lnTo>
                <a:lnTo>
                  <a:pt x="558" y="626"/>
                </a:lnTo>
                <a:lnTo>
                  <a:pt x="558" y="627"/>
                </a:lnTo>
                <a:lnTo>
                  <a:pt x="557" y="627"/>
                </a:lnTo>
                <a:lnTo>
                  <a:pt x="557" y="628"/>
                </a:lnTo>
                <a:lnTo>
                  <a:pt x="556" y="628"/>
                </a:lnTo>
                <a:lnTo>
                  <a:pt x="556" y="629"/>
                </a:lnTo>
                <a:lnTo>
                  <a:pt x="555" y="629"/>
                </a:lnTo>
                <a:lnTo>
                  <a:pt x="554" y="630"/>
                </a:lnTo>
                <a:lnTo>
                  <a:pt x="554" y="631"/>
                </a:lnTo>
                <a:lnTo>
                  <a:pt x="553" y="631"/>
                </a:lnTo>
                <a:lnTo>
                  <a:pt x="552" y="632"/>
                </a:lnTo>
                <a:lnTo>
                  <a:pt x="551" y="633"/>
                </a:lnTo>
                <a:lnTo>
                  <a:pt x="550" y="633"/>
                </a:lnTo>
                <a:lnTo>
                  <a:pt x="549" y="633"/>
                </a:lnTo>
                <a:lnTo>
                  <a:pt x="549" y="634"/>
                </a:lnTo>
                <a:lnTo>
                  <a:pt x="550" y="635"/>
                </a:lnTo>
                <a:lnTo>
                  <a:pt x="550" y="637"/>
                </a:lnTo>
                <a:lnTo>
                  <a:pt x="549" y="637"/>
                </a:lnTo>
                <a:lnTo>
                  <a:pt x="548" y="638"/>
                </a:lnTo>
                <a:lnTo>
                  <a:pt x="548" y="639"/>
                </a:lnTo>
                <a:lnTo>
                  <a:pt x="548" y="640"/>
                </a:lnTo>
                <a:lnTo>
                  <a:pt x="547" y="640"/>
                </a:lnTo>
                <a:lnTo>
                  <a:pt x="547" y="641"/>
                </a:lnTo>
                <a:lnTo>
                  <a:pt x="548" y="641"/>
                </a:lnTo>
                <a:lnTo>
                  <a:pt x="548" y="642"/>
                </a:lnTo>
                <a:lnTo>
                  <a:pt x="549" y="642"/>
                </a:lnTo>
                <a:lnTo>
                  <a:pt x="549" y="643"/>
                </a:lnTo>
                <a:lnTo>
                  <a:pt x="550" y="643"/>
                </a:lnTo>
                <a:lnTo>
                  <a:pt x="551" y="643"/>
                </a:lnTo>
                <a:lnTo>
                  <a:pt x="551" y="642"/>
                </a:lnTo>
                <a:lnTo>
                  <a:pt x="552" y="642"/>
                </a:lnTo>
                <a:lnTo>
                  <a:pt x="553" y="642"/>
                </a:lnTo>
                <a:lnTo>
                  <a:pt x="553" y="643"/>
                </a:lnTo>
                <a:lnTo>
                  <a:pt x="554" y="643"/>
                </a:lnTo>
                <a:lnTo>
                  <a:pt x="554" y="644"/>
                </a:lnTo>
                <a:lnTo>
                  <a:pt x="553" y="644"/>
                </a:lnTo>
                <a:lnTo>
                  <a:pt x="553" y="645"/>
                </a:lnTo>
                <a:lnTo>
                  <a:pt x="553" y="646"/>
                </a:lnTo>
                <a:lnTo>
                  <a:pt x="554" y="647"/>
                </a:lnTo>
                <a:lnTo>
                  <a:pt x="554" y="648"/>
                </a:lnTo>
                <a:lnTo>
                  <a:pt x="555" y="649"/>
                </a:lnTo>
                <a:lnTo>
                  <a:pt x="557" y="649"/>
                </a:lnTo>
                <a:lnTo>
                  <a:pt x="558" y="649"/>
                </a:lnTo>
                <a:lnTo>
                  <a:pt x="558" y="648"/>
                </a:lnTo>
                <a:lnTo>
                  <a:pt x="559" y="648"/>
                </a:lnTo>
                <a:lnTo>
                  <a:pt x="560" y="648"/>
                </a:lnTo>
                <a:lnTo>
                  <a:pt x="560" y="649"/>
                </a:lnTo>
                <a:lnTo>
                  <a:pt x="559" y="649"/>
                </a:lnTo>
                <a:lnTo>
                  <a:pt x="559" y="650"/>
                </a:lnTo>
                <a:lnTo>
                  <a:pt x="558" y="650"/>
                </a:lnTo>
                <a:lnTo>
                  <a:pt x="556" y="652"/>
                </a:lnTo>
                <a:lnTo>
                  <a:pt x="556" y="654"/>
                </a:lnTo>
                <a:lnTo>
                  <a:pt x="555" y="654"/>
                </a:lnTo>
                <a:lnTo>
                  <a:pt x="554" y="655"/>
                </a:lnTo>
                <a:lnTo>
                  <a:pt x="554" y="656"/>
                </a:lnTo>
                <a:lnTo>
                  <a:pt x="554" y="657"/>
                </a:lnTo>
                <a:lnTo>
                  <a:pt x="554" y="658"/>
                </a:lnTo>
                <a:lnTo>
                  <a:pt x="554" y="659"/>
                </a:lnTo>
                <a:lnTo>
                  <a:pt x="554" y="660"/>
                </a:lnTo>
                <a:lnTo>
                  <a:pt x="554" y="661"/>
                </a:lnTo>
                <a:lnTo>
                  <a:pt x="554" y="662"/>
                </a:lnTo>
                <a:lnTo>
                  <a:pt x="555" y="662"/>
                </a:lnTo>
                <a:lnTo>
                  <a:pt x="555" y="663"/>
                </a:lnTo>
                <a:lnTo>
                  <a:pt x="554" y="664"/>
                </a:lnTo>
                <a:lnTo>
                  <a:pt x="554" y="665"/>
                </a:lnTo>
                <a:lnTo>
                  <a:pt x="554" y="666"/>
                </a:lnTo>
                <a:lnTo>
                  <a:pt x="553" y="667"/>
                </a:lnTo>
                <a:lnTo>
                  <a:pt x="552" y="668"/>
                </a:lnTo>
                <a:lnTo>
                  <a:pt x="551" y="668"/>
                </a:lnTo>
                <a:lnTo>
                  <a:pt x="550" y="669"/>
                </a:lnTo>
                <a:lnTo>
                  <a:pt x="550" y="670"/>
                </a:lnTo>
                <a:lnTo>
                  <a:pt x="550" y="671"/>
                </a:lnTo>
                <a:lnTo>
                  <a:pt x="549" y="672"/>
                </a:lnTo>
                <a:lnTo>
                  <a:pt x="548" y="672"/>
                </a:lnTo>
                <a:lnTo>
                  <a:pt x="547" y="672"/>
                </a:lnTo>
                <a:lnTo>
                  <a:pt x="547" y="673"/>
                </a:lnTo>
                <a:lnTo>
                  <a:pt x="546" y="673"/>
                </a:lnTo>
                <a:lnTo>
                  <a:pt x="545" y="675"/>
                </a:lnTo>
                <a:lnTo>
                  <a:pt x="545" y="676"/>
                </a:lnTo>
                <a:lnTo>
                  <a:pt x="544" y="676"/>
                </a:lnTo>
                <a:lnTo>
                  <a:pt x="543" y="676"/>
                </a:lnTo>
                <a:lnTo>
                  <a:pt x="542" y="676"/>
                </a:lnTo>
                <a:lnTo>
                  <a:pt x="542" y="677"/>
                </a:lnTo>
                <a:lnTo>
                  <a:pt x="541" y="678"/>
                </a:lnTo>
                <a:lnTo>
                  <a:pt x="541" y="679"/>
                </a:lnTo>
                <a:lnTo>
                  <a:pt x="540" y="679"/>
                </a:lnTo>
                <a:lnTo>
                  <a:pt x="540" y="680"/>
                </a:lnTo>
                <a:lnTo>
                  <a:pt x="539" y="680"/>
                </a:lnTo>
                <a:lnTo>
                  <a:pt x="538" y="681"/>
                </a:lnTo>
                <a:lnTo>
                  <a:pt x="537" y="682"/>
                </a:lnTo>
                <a:lnTo>
                  <a:pt x="536" y="683"/>
                </a:lnTo>
                <a:lnTo>
                  <a:pt x="535" y="684"/>
                </a:lnTo>
                <a:lnTo>
                  <a:pt x="534" y="684"/>
                </a:lnTo>
                <a:lnTo>
                  <a:pt x="534" y="685"/>
                </a:lnTo>
                <a:lnTo>
                  <a:pt x="534" y="686"/>
                </a:lnTo>
                <a:lnTo>
                  <a:pt x="535" y="686"/>
                </a:lnTo>
                <a:lnTo>
                  <a:pt x="535" y="687"/>
                </a:lnTo>
                <a:lnTo>
                  <a:pt x="536" y="688"/>
                </a:lnTo>
                <a:lnTo>
                  <a:pt x="535" y="688"/>
                </a:lnTo>
                <a:lnTo>
                  <a:pt x="535" y="689"/>
                </a:lnTo>
                <a:lnTo>
                  <a:pt x="535" y="691"/>
                </a:lnTo>
                <a:lnTo>
                  <a:pt x="534" y="691"/>
                </a:lnTo>
                <a:lnTo>
                  <a:pt x="533" y="691"/>
                </a:lnTo>
                <a:lnTo>
                  <a:pt x="532" y="691"/>
                </a:lnTo>
                <a:lnTo>
                  <a:pt x="531" y="691"/>
                </a:lnTo>
                <a:lnTo>
                  <a:pt x="530" y="690"/>
                </a:lnTo>
                <a:lnTo>
                  <a:pt x="530" y="691"/>
                </a:lnTo>
                <a:lnTo>
                  <a:pt x="529" y="691"/>
                </a:lnTo>
                <a:lnTo>
                  <a:pt x="528" y="691"/>
                </a:lnTo>
                <a:lnTo>
                  <a:pt x="528" y="692"/>
                </a:lnTo>
                <a:lnTo>
                  <a:pt x="528" y="693"/>
                </a:lnTo>
                <a:lnTo>
                  <a:pt x="528" y="694"/>
                </a:lnTo>
                <a:lnTo>
                  <a:pt x="527" y="695"/>
                </a:lnTo>
                <a:lnTo>
                  <a:pt x="526" y="695"/>
                </a:lnTo>
                <a:lnTo>
                  <a:pt x="525" y="696"/>
                </a:lnTo>
                <a:lnTo>
                  <a:pt x="525" y="697"/>
                </a:lnTo>
                <a:lnTo>
                  <a:pt x="525" y="698"/>
                </a:lnTo>
                <a:lnTo>
                  <a:pt x="524" y="698"/>
                </a:lnTo>
                <a:lnTo>
                  <a:pt x="524" y="699"/>
                </a:lnTo>
                <a:lnTo>
                  <a:pt x="523" y="700"/>
                </a:lnTo>
                <a:lnTo>
                  <a:pt x="522" y="701"/>
                </a:lnTo>
                <a:lnTo>
                  <a:pt x="522" y="703"/>
                </a:lnTo>
                <a:lnTo>
                  <a:pt x="522" y="705"/>
                </a:lnTo>
                <a:lnTo>
                  <a:pt x="522" y="706"/>
                </a:lnTo>
                <a:lnTo>
                  <a:pt x="521" y="706"/>
                </a:lnTo>
                <a:lnTo>
                  <a:pt x="520" y="707"/>
                </a:lnTo>
                <a:lnTo>
                  <a:pt x="519" y="707"/>
                </a:lnTo>
                <a:lnTo>
                  <a:pt x="519" y="708"/>
                </a:lnTo>
                <a:lnTo>
                  <a:pt x="518" y="708"/>
                </a:lnTo>
                <a:lnTo>
                  <a:pt x="516" y="708"/>
                </a:lnTo>
                <a:lnTo>
                  <a:pt x="515" y="707"/>
                </a:lnTo>
                <a:lnTo>
                  <a:pt x="514" y="707"/>
                </a:lnTo>
                <a:lnTo>
                  <a:pt x="513" y="707"/>
                </a:lnTo>
                <a:lnTo>
                  <a:pt x="512" y="708"/>
                </a:lnTo>
                <a:lnTo>
                  <a:pt x="512" y="709"/>
                </a:lnTo>
                <a:lnTo>
                  <a:pt x="511" y="710"/>
                </a:lnTo>
                <a:lnTo>
                  <a:pt x="510" y="710"/>
                </a:lnTo>
                <a:lnTo>
                  <a:pt x="509" y="710"/>
                </a:lnTo>
                <a:lnTo>
                  <a:pt x="509" y="711"/>
                </a:lnTo>
                <a:lnTo>
                  <a:pt x="508" y="711"/>
                </a:lnTo>
                <a:lnTo>
                  <a:pt x="507" y="711"/>
                </a:lnTo>
                <a:lnTo>
                  <a:pt x="506" y="710"/>
                </a:lnTo>
                <a:lnTo>
                  <a:pt x="506" y="709"/>
                </a:lnTo>
                <a:lnTo>
                  <a:pt x="505" y="709"/>
                </a:lnTo>
                <a:lnTo>
                  <a:pt x="505" y="708"/>
                </a:lnTo>
                <a:lnTo>
                  <a:pt x="505" y="707"/>
                </a:lnTo>
                <a:lnTo>
                  <a:pt x="504" y="707"/>
                </a:lnTo>
                <a:lnTo>
                  <a:pt x="503" y="708"/>
                </a:lnTo>
                <a:lnTo>
                  <a:pt x="503" y="709"/>
                </a:lnTo>
                <a:lnTo>
                  <a:pt x="503" y="710"/>
                </a:lnTo>
                <a:lnTo>
                  <a:pt x="502" y="711"/>
                </a:lnTo>
                <a:lnTo>
                  <a:pt x="501" y="712"/>
                </a:lnTo>
                <a:lnTo>
                  <a:pt x="501" y="713"/>
                </a:lnTo>
                <a:lnTo>
                  <a:pt x="500" y="714"/>
                </a:lnTo>
                <a:lnTo>
                  <a:pt x="500" y="715"/>
                </a:lnTo>
                <a:lnTo>
                  <a:pt x="500" y="716"/>
                </a:lnTo>
                <a:lnTo>
                  <a:pt x="500" y="717"/>
                </a:lnTo>
                <a:lnTo>
                  <a:pt x="499" y="717"/>
                </a:lnTo>
                <a:lnTo>
                  <a:pt x="499" y="718"/>
                </a:lnTo>
                <a:lnTo>
                  <a:pt x="498" y="718"/>
                </a:lnTo>
                <a:lnTo>
                  <a:pt x="498" y="719"/>
                </a:lnTo>
                <a:lnTo>
                  <a:pt x="498" y="720"/>
                </a:lnTo>
                <a:lnTo>
                  <a:pt x="498" y="721"/>
                </a:lnTo>
                <a:lnTo>
                  <a:pt x="498" y="722"/>
                </a:lnTo>
                <a:lnTo>
                  <a:pt x="499" y="723"/>
                </a:lnTo>
                <a:lnTo>
                  <a:pt x="499" y="724"/>
                </a:lnTo>
                <a:lnTo>
                  <a:pt x="500" y="724"/>
                </a:lnTo>
                <a:lnTo>
                  <a:pt x="500" y="725"/>
                </a:lnTo>
                <a:lnTo>
                  <a:pt x="500" y="726"/>
                </a:lnTo>
                <a:lnTo>
                  <a:pt x="500" y="728"/>
                </a:lnTo>
                <a:lnTo>
                  <a:pt x="500" y="729"/>
                </a:lnTo>
                <a:lnTo>
                  <a:pt x="500" y="730"/>
                </a:lnTo>
                <a:lnTo>
                  <a:pt x="501" y="731"/>
                </a:lnTo>
                <a:lnTo>
                  <a:pt x="500" y="731"/>
                </a:lnTo>
                <a:lnTo>
                  <a:pt x="500" y="732"/>
                </a:lnTo>
                <a:lnTo>
                  <a:pt x="501" y="733"/>
                </a:lnTo>
                <a:lnTo>
                  <a:pt x="501" y="734"/>
                </a:lnTo>
                <a:lnTo>
                  <a:pt x="501" y="735"/>
                </a:lnTo>
                <a:lnTo>
                  <a:pt x="501" y="736"/>
                </a:lnTo>
                <a:lnTo>
                  <a:pt x="501" y="737"/>
                </a:lnTo>
                <a:lnTo>
                  <a:pt x="500" y="738"/>
                </a:lnTo>
                <a:lnTo>
                  <a:pt x="500" y="739"/>
                </a:lnTo>
                <a:lnTo>
                  <a:pt x="500" y="740"/>
                </a:lnTo>
                <a:lnTo>
                  <a:pt x="500" y="741"/>
                </a:lnTo>
                <a:lnTo>
                  <a:pt x="499" y="742"/>
                </a:lnTo>
                <a:lnTo>
                  <a:pt x="498" y="743"/>
                </a:lnTo>
                <a:lnTo>
                  <a:pt x="498" y="745"/>
                </a:lnTo>
                <a:lnTo>
                  <a:pt x="497" y="745"/>
                </a:lnTo>
                <a:lnTo>
                  <a:pt x="497" y="746"/>
                </a:lnTo>
                <a:lnTo>
                  <a:pt x="498" y="747"/>
                </a:lnTo>
                <a:lnTo>
                  <a:pt x="499" y="747"/>
                </a:lnTo>
                <a:lnTo>
                  <a:pt x="499" y="748"/>
                </a:lnTo>
                <a:lnTo>
                  <a:pt x="499" y="749"/>
                </a:lnTo>
                <a:lnTo>
                  <a:pt x="499" y="750"/>
                </a:lnTo>
                <a:lnTo>
                  <a:pt x="499" y="751"/>
                </a:lnTo>
                <a:lnTo>
                  <a:pt x="499" y="752"/>
                </a:lnTo>
                <a:lnTo>
                  <a:pt x="499" y="753"/>
                </a:lnTo>
                <a:lnTo>
                  <a:pt x="499" y="755"/>
                </a:lnTo>
                <a:lnTo>
                  <a:pt x="499" y="756"/>
                </a:lnTo>
                <a:lnTo>
                  <a:pt x="500" y="757"/>
                </a:lnTo>
                <a:lnTo>
                  <a:pt x="500" y="758"/>
                </a:lnTo>
                <a:lnTo>
                  <a:pt x="500" y="759"/>
                </a:lnTo>
                <a:lnTo>
                  <a:pt x="501" y="760"/>
                </a:lnTo>
                <a:lnTo>
                  <a:pt x="502" y="761"/>
                </a:lnTo>
                <a:lnTo>
                  <a:pt x="502" y="762"/>
                </a:lnTo>
                <a:lnTo>
                  <a:pt x="503" y="762"/>
                </a:lnTo>
                <a:lnTo>
                  <a:pt x="503" y="763"/>
                </a:lnTo>
                <a:lnTo>
                  <a:pt x="504" y="764"/>
                </a:lnTo>
                <a:lnTo>
                  <a:pt x="504" y="765"/>
                </a:lnTo>
                <a:lnTo>
                  <a:pt x="505" y="765"/>
                </a:lnTo>
                <a:lnTo>
                  <a:pt x="506" y="765"/>
                </a:lnTo>
                <a:lnTo>
                  <a:pt x="506" y="766"/>
                </a:lnTo>
                <a:lnTo>
                  <a:pt x="506" y="767"/>
                </a:lnTo>
                <a:lnTo>
                  <a:pt x="506" y="768"/>
                </a:lnTo>
                <a:lnTo>
                  <a:pt x="507" y="768"/>
                </a:lnTo>
                <a:lnTo>
                  <a:pt x="507" y="769"/>
                </a:lnTo>
                <a:lnTo>
                  <a:pt x="507" y="770"/>
                </a:lnTo>
                <a:lnTo>
                  <a:pt x="507" y="771"/>
                </a:lnTo>
                <a:lnTo>
                  <a:pt x="508" y="772"/>
                </a:lnTo>
                <a:lnTo>
                  <a:pt x="507" y="773"/>
                </a:lnTo>
                <a:lnTo>
                  <a:pt x="508" y="773"/>
                </a:lnTo>
                <a:lnTo>
                  <a:pt x="508" y="774"/>
                </a:lnTo>
                <a:lnTo>
                  <a:pt x="508" y="775"/>
                </a:lnTo>
                <a:lnTo>
                  <a:pt x="508" y="776"/>
                </a:lnTo>
                <a:lnTo>
                  <a:pt x="509" y="776"/>
                </a:lnTo>
                <a:lnTo>
                  <a:pt x="509" y="777"/>
                </a:lnTo>
                <a:lnTo>
                  <a:pt x="508" y="777"/>
                </a:lnTo>
                <a:lnTo>
                  <a:pt x="509" y="777"/>
                </a:lnTo>
                <a:lnTo>
                  <a:pt x="509" y="778"/>
                </a:lnTo>
                <a:lnTo>
                  <a:pt x="510" y="778"/>
                </a:lnTo>
                <a:lnTo>
                  <a:pt x="510" y="779"/>
                </a:lnTo>
                <a:lnTo>
                  <a:pt x="509" y="780"/>
                </a:lnTo>
                <a:lnTo>
                  <a:pt x="509" y="782"/>
                </a:lnTo>
                <a:lnTo>
                  <a:pt x="510" y="782"/>
                </a:lnTo>
                <a:lnTo>
                  <a:pt x="510" y="783"/>
                </a:lnTo>
                <a:lnTo>
                  <a:pt x="511" y="783"/>
                </a:lnTo>
                <a:lnTo>
                  <a:pt x="511" y="784"/>
                </a:lnTo>
                <a:lnTo>
                  <a:pt x="511" y="785"/>
                </a:lnTo>
                <a:lnTo>
                  <a:pt x="511" y="786"/>
                </a:lnTo>
                <a:lnTo>
                  <a:pt x="511" y="787"/>
                </a:lnTo>
                <a:lnTo>
                  <a:pt x="511" y="788"/>
                </a:lnTo>
                <a:lnTo>
                  <a:pt x="511" y="789"/>
                </a:lnTo>
                <a:lnTo>
                  <a:pt x="512" y="789"/>
                </a:lnTo>
                <a:lnTo>
                  <a:pt x="511" y="790"/>
                </a:lnTo>
                <a:lnTo>
                  <a:pt x="510" y="790"/>
                </a:lnTo>
                <a:lnTo>
                  <a:pt x="511" y="791"/>
                </a:lnTo>
                <a:lnTo>
                  <a:pt x="511" y="792"/>
                </a:lnTo>
                <a:lnTo>
                  <a:pt x="512" y="792"/>
                </a:lnTo>
                <a:lnTo>
                  <a:pt x="512" y="793"/>
                </a:lnTo>
                <a:lnTo>
                  <a:pt x="512" y="794"/>
                </a:lnTo>
                <a:lnTo>
                  <a:pt x="513" y="794"/>
                </a:lnTo>
                <a:lnTo>
                  <a:pt x="514" y="794"/>
                </a:lnTo>
                <a:lnTo>
                  <a:pt x="514" y="795"/>
                </a:lnTo>
                <a:lnTo>
                  <a:pt x="514" y="796"/>
                </a:lnTo>
                <a:lnTo>
                  <a:pt x="514" y="798"/>
                </a:lnTo>
                <a:lnTo>
                  <a:pt x="513" y="798"/>
                </a:lnTo>
                <a:lnTo>
                  <a:pt x="513" y="799"/>
                </a:lnTo>
                <a:lnTo>
                  <a:pt x="513" y="800"/>
                </a:lnTo>
                <a:lnTo>
                  <a:pt x="512" y="800"/>
                </a:lnTo>
                <a:lnTo>
                  <a:pt x="512" y="801"/>
                </a:lnTo>
                <a:lnTo>
                  <a:pt x="511" y="802"/>
                </a:lnTo>
                <a:lnTo>
                  <a:pt x="510" y="802"/>
                </a:lnTo>
                <a:lnTo>
                  <a:pt x="509" y="802"/>
                </a:lnTo>
                <a:lnTo>
                  <a:pt x="509" y="801"/>
                </a:lnTo>
                <a:lnTo>
                  <a:pt x="508" y="802"/>
                </a:lnTo>
                <a:lnTo>
                  <a:pt x="508" y="803"/>
                </a:lnTo>
                <a:lnTo>
                  <a:pt x="508" y="804"/>
                </a:lnTo>
                <a:lnTo>
                  <a:pt x="509" y="804"/>
                </a:lnTo>
                <a:lnTo>
                  <a:pt x="509" y="805"/>
                </a:lnTo>
                <a:lnTo>
                  <a:pt x="508" y="805"/>
                </a:lnTo>
                <a:lnTo>
                  <a:pt x="508" y="806"/>
                </a:lnTo>
                <a:lnTo>
                  <a:pt x="508" y="807"/>
                </a:lnTo>
                <a:lnTo>
                  <a:pt x="508" y="808"/>
                </a:lnTo>
                <a:lnTo>
                  <a:pt x="508" y="810"/>
                </a:lnTo>
                <a:lnTo>
                  <a:pt x="508" y="811"/>
                </a:lnTo>
                <a:lnTo>
                  <a:pt x="508" y="812"/>
                </a:lnTo>
                <a:lnTo>
                  <a:pt x="509" y="813"/>
                </a:lnTo>
                <a:lnTo>
                  <a:pt x="508" y="814"/>
                </a:lnTo>
                <a:lnTo>
                  <a:pt x="508" y="815"/>
                </a:lnTo>
                <a:lnTo>
                  <a:pt x="507" y="816"/>
                </a:lnTo>
                <a:lnTo>
                  <a:pt x="503" y="816"/>
                </a:lnTo>
                <a:lnTo>
                  <a:pt x="502" y="817"/>
                </a:lnTo>
                <a:lnTo>
                  <a:pt x="501" y="816"/>
                </a:lnTo>
                <a:lnTo>
                  <a:pt x="500" y="816"/>
                </a:lnTo>
                <a:lnTo>
                  <a:pt x="499" y="816"/>
                </a:lnTo>
                <a:lnTo>
                  <a:pt x="499" y="815"/>
                </a:lnTo>
                <a:lnTo>
                  <a:pt x="499" y="814"/>
                </a:lnTo>
                <a:lnTo>
                  <a:pt x="498" y="814"/>
                </a:lnTo>
                <a:lnTo>
                  <a:pt x="497" y="815"/>
                </a:lnTo>
                <a:lnTo>
                  <a:pt x="497" y="816"/>
                </a:lnTo>
                <a:lnTo>
                  <a:pt x="496" y="817"/>
                </a:lnTo>
                <a:lnTo>
                  <a:pt x="496" y="818"/>
                </a:lnTo>
                <a:lnTo>
                  <a:pt x="495" y="819"/>
                </a:lnTo>
                <a:lnTo>
                  <a:pt x="494" y="819"/>
                </a:lnTo>
                <a:lnTo>
                  <a:pt x="494" y="820"/>
                </a:lnTo>
                <a:lnTo>
                  <a:pt x="493" y="820"/>
                </a:lnTo>
                <a:lnTo>
                  <a:pt x="492" y="820"/>
                </a:lnTo>
                <a:lnTo>
                  <a:pt x="491" y="820"/>
                </a:lnTo>
                <a:lnTo>
                  <a:pt x="490" y="820"/>
                </a:lnTo>
                <a:lnTo>
                  <a:pt x="489" y="820"/>
                </a:lnTo>
                <a:lnTo>
                  <a:pt x="489" y="821"/>
                </a:lnTo>
                <a:lnTo>
                  <a:pt x="488" y="821"/>
                </a:lnTo>
                <a:lnTo>
                  <a:pt x="488" y="822"/>
                </a:lnTo>
                <a:lnTo>
                  <a:pt x="488" y="823"/>
                </a:lnTo>
                <a:lnTo>
                  <a:pt x="487" y="823"/>
                </a:lnTo>
                <a:lnTo>
                  <a:pt x="486" y="823"/>
                </a:lnTo>
                <a:lnTo>
                  <a:pt x="485" y="823"/>
                </a:lnTo>
                <a:lnTo>
                  <a:pt x="485" y="824"/>
                </a:lnTo>
                <a:lnTo>
                  <a:pt x="485" y="825"/>
                </a:lnTo>
                <a:lnTo>
                  <a:pt x="484" y="825"/>
                </a:lnTo>
                <a:lnTo>
                  <a:pt x="484" y="826"/>
                </a:lnTo>
                <a:lnTo>
                  <a:pt x="484" y="828"/>
                </a:lnTo>
                <a:lnTo>
                  <a:pt x="483" y="829"/>
                </a:lnTo>
                <a:lnTo>
                  <a:pt x="483" y="830"/>
                </a:lnTo>
                <a:lnTo>
                  <a:pt x="482" y="830"/>
                </a:lnTo>
                <a:lnTo>
                  <a:pt x="482" y="829"/>
                </a:lnTo>
                <a:lnTo>
                  <a:pt x="481" y="829"/>
                </a:lnTo>
                <a:lnTo>
                  <a:pt x="481" y="830"/>
                </a:lnTo>
                <a:lnTo>
                  <a:pt x="480" y="830"/>
                </a:lnTo>
                <a:lnTo>
                  <a:pt x="479" y="830"/>
                </a:lnTo>
                <a:lnTo>
                  <a:pt x="478" y="830"/>
                </a:lnTo>
                <a:lnTo>
                  <a:pt x="478" y="829"/>
                </a:lnTo>
                <a:lnTo>
                  <a:pt x="478" y="828"/>
                </a:lnTo>
                <a:lnTo>
                  <a:pt x="477" y="828"/>
                </a:lnTo>
                <a:lnTo>
                  <a:pt x="476" y="827"/>
                </a:lnTo>
                <a:lnTo>
                  <a:pt x="475" y="826"/>
                </a:lnTo>
                <a:lnTo>
                  <a:pt x="474" y="826"/>
                </a:lnTo>
                <a:lnTo>
                  <a:pt x="473" y="826"/>
                </a:lnTo>
                <a:lnTo>
                  <a:pt x="473" y="825"/>
                </a:lnTo>
                <a:lnTo>
                  <a:pt x="473" y="824"/>
                </a:lnTo>
                <a:lnTo>
                  <a:pt x="474" y="823"/>
                </a:lnTo>
                <a:lnTo>
                  <a:pt x="474" y="822"/>
                </a:lnTo>
                <a:lnTo>
                  <a:pt x="476" y="820"/>
                </a:lnTo>
                <a:lnTo>
                  <a:pt x="476" y="818"/>
                </a:lnTo>
                <a:lnTo>
                  <a:pt x="476" y="817"/>
                </a:lnTo>
                <a:lnTo>
                  <a:pt x="475" y="817"/>
                </a:lnTo>
                <a:lnTo>
                  <a:pt x="475" y="816"/>
                </a:lnTo>
                <a:lnTo>
                  <a:pt x="474" y="816"/>
                </a:lnTo>
                <a:lnTo>
                  <a:pt x="473" y="816"/>
                </a:lnTo>
                <a:lnTo>
                  <a:pt x="472" y="815"/>
                </a:lnTo>
                <a:lnTo>
                  <a:pt x="471" y="815"/>
                </a:lnTo>
                <a:lnTo>
                  <a:pt x="470" y="814"/>
                </a:lnTo>
                <a:lnTo>
                  <a:pt x="469" y="814"/>
                </a:lnTo>
                <a:lnTo>
                  <a:pt x="468" y="814"/>
                </a:lnTo>
                <a:lnTo>
                  <a:pt x="468" y="815"/>
                </a:lnTo>
                <a:lnTo>
                  <a:pt x="468" y="816"/>
                </a:lnTo>
                <a:lnTo>
                  <a:pt x="467" y="817"/>
                </a:lnTo>
                <a:lnTo>
                  <a:pt x="466" y="817"/>
                </a:lnTo>
                <a:lnTo>
                  <a:pt x="465" y="818"/>
                </a:lnTo>
                <a:lnTo>
                  <a:pt x="464" y="818"/>
                </a:lnTo>
                <a:lnTo>
                  <a:pt x="463" y="818"/>
                </a:lnTo>
                <a:lnTo>
                  <a:pt x="462" y="819"/>
                </a:lnTo>
                <a:lnTo>
                  <a:pt x="460" y="820"/>
                </a:lnTo>
                <a:lnTo>
                  <a:pt x="459" y="820"/>
                </a:lnTo>
                <a:lnTo>
                  <a:pt x="458" y="820"/>
                </a:lnTo>
                <a:lnTo>
                  <a:pt x="457" y="820"/>
                </a:lnTo>
                <a:lnTo>
                  <a:pt x="456" y="820"/>
                </a:lnTo>
                <a:lnTo>
                  <a:pt x="454" y="821"/>
                </a:lnTo>
                <a:lnTo>
                  <a:pt x="453" y="822"/>
                </a:lnTo>
                <a:lnTo>
                  <a:pt x="453" y="823"/>
                </a:lnTo>
                <a:lnTo>
                  <a:pt x="452" y="824"/>
                </a:lnTo>
                <a:lnTo>
                  <a:pt x="451" y="825"/>
                </a:lnTo>
                <a:lnTo>
                  <a:pt x="450" y="826"/>
                </a:lnTo>
                <a:lnTo>
                  <a:pt x="449" y="826"/>
                </a:lnTo>
                <a:lnTo>
                  <a:pt x="449" y="827"/>
                </a:lnTo>
                <a:lnTo>
                  <a:pt x="448" y="827"/>
                </a:lnTo>
                <a:lnTo>
                  <a:pt x="447" y="827"/>
                </a:lnTo>
                <a:lnTo>
                  <a:pt x="447" y="828"/>
                </a:lnTo>
                <a:lnTo>
                  <a:pt x="446" y="828"/>
                </a:lnTo>
                <a:lnTo>
                  <a:pt x="445" y="828"/>
                </a:lnTo>
                <a:lnTo>
                  <a:pt x="444" y="828"/>
                </a:lnTo>
                <a:lnTo>
                  <a:pt x="444" y="829"/>
                </a:lnTo>
                <a:lnTo>
                  <a:pt x="443" y="828"/>
                </a:lnTo>
                <a:lnTo>
                  <a:pt x="442" y="828"/>
                </a:lnTo>
                <a:lnTo>
                  <a:pt x="442" y="829"/>
                </a:lnTo>
                <a:lnTo>
                  <a:pt x="441" y="829"/>
                </a:lnTo>
                <a:lnTo>
                  <a:pt x="441" y="830"/>
                </a:lnTo>
                <a:lnTo>
                  <a:pt x="441" y="831"/>
                </a:lnTo>
                <a:lnTo>
                  <a:pt x="441" y="832"/>
                </a:lnTo>
                <a:lnTo>
                  <a:pt x="440" y="832"/>
                </a:lnTo>
                <a:lnTo>
                  <a:pt x="440" y="833"/>
                </a:lnTo>
                <a:lnTo>
                  <a:pt x="439" y="833"/>
                </a:lnTo>
                <a:lnTo>
                  <a:pt x="438" y="834"/>
                </a:lnTo>
                <a:lnTo>
                  <a:pt x="437" y="835"/>
                </a:lnTo>
                <a:lnTo>
                  <a:pt x="436" y="835"/>
                </a:lnTo>
                <a:lnTo>
                  <a:pt x="434" y="836"/>
                </a:lnTo>
                <a:lnTo>
                  <a:pt x="434" y="837"/>
                </a:lnTo>
                <a:lnTo>
                  <a:pt x="433" y="839"/>
                </a:lnTo>
                <a:lnTo>
                  <a:pt x="433" y="840"/>
                </a:lnTo>
                <a:lnTo>
                  <a:pt x="432" y="840"/>
                </a:lnTo>
                <a:lnTo>
                  <a:pt x="431" y="840"/>
                </a:lnTo>
                <a:lnTo>
                  <a:pt x="431" y="841"/>
                </a:lnTo>
                <a:lnTo>
                  <a:pt x="430" y="841"/>
                </a:lnTo>
                <a:lnTo>
                  <a:pt x="430" y="842"/>
                </a:lnTo>
                <a:lnTo>
                  <a:pt x="431" y="842"/>
                </a:lnTo>
                <a:lnTo>
                  <a:pt x="430" y="842"/>
                </a:lnTo>
                <a:lnTo>
                  <a:pt x="429" y="842"/>
                </a:lnTo>
                <a:lnTo>
                  <a:pt x="429" y="843"/>
                </a:lnTo>
                <a:lnTo>
                  <a:pt x="428" y="844"/>
                </a:lnTo>
                <a:lnTo>
                  <a:pt x="427" y="845"/>
                </a:lnTo>
                <a:lnTo>
                  <a:pt x="427" y="844"/>
                </a:lnTo>
                <a:lnTo>
                  <a:pt x="426" y="844"/>
                </a:lnTo>
                <a:lnTo>
                  <a:pt x="426" y="845"/>
                </a:lnTo>
                <a:lnTo>
                  <a:pt x="425" y="844"/>
                </a:lnTo>
                <a:lnTo>
                  <a:pt x="424" y="844"/>
                </a:lnTo>
                <a:lnTo>
                  <a:pt x="422" y="842"/>
                </a:lnTo>
                <a:lnTo>
                  <a:pt x="421" y="842"/>
                </a:lnTo>
                <a:lnTo>
                  <a:pt x="421" y="841"/>
                </a:lnTo>
                <a:lnTo>
                  <a:pt x="420" y="841"/>
                </a:lnTo>
                <a:lnTo>
                  <a:pt x="419" y="842"/>
                </a:lnTo>
                <a:lnTo>
                  <a:pt x="418" y="842"/>
                </a:lnTo>
                <a:lnTo>
                  <a:pt x="417" y="842"/>
                </a:lnTo>
                <a:lnTo>
                  <a:pt x="415" y="842"/>
                </a:lnTo>
                <a:lnTo>
                  <a:pt x="414" y="841"/>
                </a:lnTo>
                <a:lnTo>
                  <a:pt x="413" y="841"/>
                </a:lnTo>
                <a:lnTo>
                  <a:pt x="413" y="840"/>
                </a:lnTo>
                <a:lnTo>
                  <a:pt x="411" y="840"/>
                </a:lnTo>
                <a:lnTo>
                  <a:pt x="410" y="840"/>
                </a:lnTo>
                <a:lnTo>
                  <a:pt x="409" y="841"/>
                </a:lnTo>
                <a:lnTo>
                  <a:pt x="409" y="842"/>
                </a:lnTo>
                <a:lnTo>
                  <a:pt x="408" y="843"/>
                </a:lnTo>
                <a:lnTo>
                  <a:pt x="407" y="844"/>
                </a:lnTo>
                <a:lnTo>
                  <a:pt x="407" y="845"/>
                </a:lnTo>
                <a:lnTo>
                  <a:pt x="406" y="846"/>
                </a:lnTo>
                <a:lnTo>
                  <a:pt x="405" y="846"/>
                </a:lnTo>
                <a:lnTo>
                  <a:pt x="404" y="846"/>
                </a:lnTo>
                <a:lnTo>
                  <a:pt x="404" y="847"/>
                </a:lnTo>
                <a:lnTo>
                  <a:pt x="404" y="846"/>
                </a:lnTo>
                <a:lnTo>
                  <a:pt x="404" y="845"/>
                </a:lnTo>
                <a:lnTo>
                  <a:pt x="404" y="844"/>
                </a:lnTo>
                <a:lnTo>
                  <a:pt x="404" y="843"/>
                </a:lnTo>
                <a:lnTo>
                  <a:pt x="403" y="843"/>
                </a:lnTo>
                <a:lnTo>
                  <a:pt x="403" y="842"/>
                </a:lnTo>
                <a:lnTo>
                  <a:pt x="402" y="842"/>
                </a:lnTo>
                <a:lnTo>
                  <a:pt x="401" y="841"/>
                </a:lnTo>
                <a:lnTo>
                  <a:pt x="401" y="840"/>
                </a:lnTo>
                <a:lnTo>
                  <a:pt x="400" y="839"/>
                </a:lnTo>
                <a:lnTo>
                  <a:pt x="401" y="837"/>
                </a:lnTo>
                <a:lnTo>
                  <a:pt x="401" y="836"/>
                </a:lnTo>
                <a:lnTo>
                  <a:pt x="401" y="835"/>
                </a:lnTo>
                <a:lnTo>
                  <a:pt x="402" y="835"/>
                </a:lnTo>
                <a:lnTo>
                  <a:pt x="402" y="834"/>
                </a:lnTo>
                <a:lnTo>
                  <a:pt x="402" y="835"/>
                </a:lnTo>
                <a:lnTo>
                  <a:pt x="401" y="834"/>
                </a:lnTo>
                <a:lnTo>
                  <a:pt x="399" y="833"/>
                </a:lnTo>
                <a:lnTo>
                  <a:pt x="398" y="833"/>
                </a:lnTo>
                <a:lnTo>
                  <a:pt x="398" y="832"/>
                </a:lnTo>
                <a:lnTo>
                  <a:pt x="397" y="830"/>
                </a:lnTo>
                <a:lnTo>
                  <a:pt x="396" y="830"/>
                </a:lnTo>
                <a:lnTo>
                  <a:pt x="396" y="829"/>
                </a:lnTo>
                <a:lnTo>
                  <a:pt x="395" y="829"/>
                </a:lnTo>
                <a:lnTo>
                  <a:pt x="394" y="828"/>
                </a:lnTo>
                <a:lnTo>
                  <a:pt x="393" y="828"/>
                </a:lnTo>
                <a:lnTo>
                  <a:pt x="392" y="828"/>
                </a:lnTo>
                <a:lnTo>
                  <a:pt x="391" y="827"/>
                </a:lnTo>
                <a:lnTo>
                  <a:pt x="391" y="826"/>
                </a:lnTo>
                <a:lnTo>
                  <a:pt x="390" y="827"/>
                </a:lnTo>
                <a:lnTo>
                  <a:pt x="389" y="827"/>
                </a:lnTo>
                <a:lnTo>
                  <a:pt x="389" y="828"/>
                </a:lnTo>
                <a:lnTo>
                  <a:pt x="388" y="828"/>
                </a:lnTo>
                <a:lnTo>
                  <a:pt x="388" y="827"/>
                </a:lnTo>
                <a:lnTo>
                  <a:pt x="387" y="827"/>
                </a:lnTo>
                <a:lnTo>
                  <a:pt x="386" y="828"/>
                </a:lnTo>
                <a:lnTo>
                  <a:pt x="385" y="828"/>
                </a:lnTo>
                <a:lnTo>
                  <a:pt x="384" y="827"/>
                </a:lnTo>
                <a:lnTo>
                  <a:pt x="384" y="826"/>
                </a:lnTo>
                <a:lnTo>
                  <a:pt x="384" y="825"/>
                </a:lnTo>
                <a:lnTo>
                  <a:pt x="383" y="825"/>
                </a:lnTo>
                <a:lnTo>
                  <a:pt x="383" y="824"/>
                </a:lnTo>
                <a:lnTo>
                  <a:pt x="383" y="823"/>
                </a:lnTo>
                <a:lnTo>
                  <a:pt x="382" y="823"/>
                </a:lnTo>
                <a:lnTo>
                  <a:pt x="382" y="822"/>
                </a:lnTo>
                <a:lnTo>
                  <a:pt x="381" y="822"/>
                </a:lnTo>
                <a:lnTo>
                  <a:pt x="382" y="822"/>
                </a:lnTo>
                <a:lnTo>
                  <a:pt x="382" y="821"/>
                </a:lnTo>
                <a:lnTo>
                  <a:pt x="382" y="820"/>
                </a:lnTo>
                <a:lnTo>
                  <a:pt x="383" y="819"/>
                </a:lnTo>
                <a:lnTo>
                  <a:pt x="385" y="819"/>
                </a:lnTo>
                <a:lnTo>
                  <a:pt x="386" y="819"/>
                </a:lnTo>
                <a:lnTo>
                  <a:pt x="387" y="820"/>
                </a:lnTo>
                <a:lnTo>
                  <a:pt x="388" y="820"/>
                </a:lnTo>
                <a:lnTo>
                  <a:pt x="388" y="819"/>
                </a:lnTo>
                <a:lnTo>
                  <a:pt x="387" y="819"/>
                </a:lnTo>
                <a:lnTo>
                  <a:pt x="386" y="819"/>
                </a:lnTo>
                <a:lnTo>
                  <a:pt x="386" y="818"/>
                </a:lnTo>
                <a:lnTo>
                  <a:pt x="387" y="818"/>
                </a:lnTo>
                <a:lnTo>
                  <a:pt x="387" y="817"/>
                </a:lnTo>
                <a:lnTo>
                  <a:pt x="388" y="816"/>
                </a:lnTo>
                <a:lnTo>
                  <a:pt x="388" y="815"/>
                </a:lnTo>
                <a:lnTo>
                  <a:pt x="387" y="815"/>
                </a:lnTo>
                <a:lnTo>
                  <a:pt x="386" y="814"/>
                </a:lnTo>
                <a:lnTo>
                  <a:pt x="386" y="815"/>
                </a:lnTo>
                <a:lnTo>
                  <a:pt x="385" y="814"/>
                </a:lnTo>
                <a:lnTo>
                  <a:pt x="385" y="813"/>
                </a:lnTo>
                <a:lnTo>
                  <a:pt x="386" y="812"/>
                </a:lnTo>
                <a:lnTo>
                  <a:pt x="386" y="811"/>
                </a:lnTo>
                <a:lnTo>
                  <a:pt x="386" y="810"/>
                </a:lnTo>
                <a:lnTo>
                  <a:pt x="384" y="809"/>
                </a:lnTo>
                <a:lnTo>
                  <a:pt x="383" y="808"/>
                </a:lnTo>
                <a:lnTo>
                  <a:pt x="381" y="807"/>
                </a:lnTo>
                <a:lnTo>
                  <a:pt x="381" y="806"/>
                </a:lnTo>
                <a:lnTo>
                  <a:pt x="380" y="805"/>
                </a:lnTo>
                <a:lnTo>
                  <a:pt x="379" y="805"/>
                </a:lnTo>
                <a:lnTo>
                  <a:pt x="379" y="804"/>
                </a:lnTo>
                <a:lnTo>
                  <a:pt x="378" y="804"/>
                </a:lnTo>
                <a:lnTo>
                  <a:pt x="378" y="803"/>
                </a:lnTo>
                <a:lnTo>
                  <a:pt x="376" y="803"/>
                </a:lnTo>
                <a:lnTo>
                  <a:pt x="375" y="801"/>
                </a:lnTo>
                <a:lnTo>
                  <a:pt x="375" y="800"/>
                </a:lnTo>
                <a:lnTo>
                  <a:pt x="374" y="800"/>
                </a:lnTo>
                <a:lnTo>
                  <a:pt x="373" y="800"/>
                </a:lnTo>
                <a:lnTo>
                  <a:pt x="371" y="800"/>
                </a:lnTo>
                <a:lnTo>
                  <a:pt x="370" y="800"/>
                </a:lnTo>
                <a:lnTo>
                  <a:pt x="368" y="799"/>
                </a:lnTo>
                <a:lnTo>
                  <a:pt x="368" y="798"/>
                </a:lnTo>
                <a:lnTo>
                  <a:pt x="368" y="797"/>
                </a:lnTo>
                <a:lnTo>
                  <a:pt x="369" y="797"/>
                </a:lnTo>
                <a:lnTo>
                  <a:pt x="368" y="796"/>
                </a:lnTo>
                <a:lnTo>
                  <a:pt x="367" y="797"/>
                </a:lnTo>
                <a:lnTo>
                  <a:pt x="366" y="796"/>
                </a:lnTo>
                <a:lnTo>
                  <a:pt x="366" y="795"/>
                </a:lnTo>
                <a:lnTo>
                  <a:pt x="365" y="795"/>
                </a:lnTo>
                <a:lnTo>
                  <a:pt x="365" y="796"/>
                </a:lnTo>
                <a:lnTo>
                  <a:pt x="364" y="795"/>
                </a:lnTo>
                <a:lnTo>
                  <a:pt x="365" y="795"/>
                </a:lnTo>
                <a:lnTo>
                  <a:pt x="365" y="794"/>
                </a:lnTo>
                <a:lnTo>
                  <a:pt x="364" y="793"/>
                </a:lnTo>
                <a:lnTo>
                  <a:pt x="365" y="792"/>
                </a:lnTo>
                <a:lnTo>
                  <a:pt x="364" y="790"/>
                </a:lnTo>
                <a:lnTo>
                  <a:pt x="364" y="789"/>
                </a:lnTo>
                <a:lnTo>
                  <a:pt x="365" y="789"/>
                </a:lnTo>
                <a:lnTo>
                  <a:pt x="366" y="789"/>
                </a:lnTo>
                <a:lnTo>
                  <a:pt x="367" y="790"/>
                </a:lnTo>
                <a:lnTo>
                  <a:pt x="367" y="789"/>
                </a:lnTo>
                <a:lnTo>
                  <a:pt x="368" y="789"/>
                </a:lnTo>
                <a:lnTo>
                  <a:pt x="369" y="789"/>
                </a:lnTo>
                <a:lnTo>
                  <a:pt x="369" y="790"/>
                </a:lnTo>
                <a:lnTo>
                  <a:pt x="369" y="789"/>
                </a:lnTo>
                <a:lnTo>
                  <a:pt x="370" y="789"/>
                </a:lnTo>
                <a:lnTo>
                  <a:pt x="371" y="788"/>
                </a:lnTo>
                <a:lnTo>
                  <a:pt x="371" y="786"/>
                </a:lnTo>
                <a:lnTo>
                  <a:pt x="370" y="786"/>
                </a:lnTo>
                <a:lnTo>
                  <a:pt x="370" y="785"/>
                </a:lnTo>
                <a:lnTo>
                  <a:pt x="371" y="784"/>
                </a:lnTo>
                <a:lnTo>
                  <a:pt x="372" y="782"/>
                </a:lnTo>
                <a:lnTo>
                  <a:pt x="371" y="781"/>
                </a:lnTo>
                <a:lnTo>
                  <a:pt x="370" y="781"/>
                </a:lnTo>
                <a:lnTo>
                  <a:pt x="370" y="780"/>
                </a:lnTo>
                <a:lnTo>
                  <a:pt x="369" y="780"/>
                </a:lnTo>
                <a:lnTo>
                  <a:pt x="370" y="779"/>
                </a:lnTo>
                <a:lnTo>
                  <a:pt x="371" y="778"/>
                </a:lnTo>
                <a:lnTo>
                  <a:pt x="371" y="777"/>
                </a:lnTo>
                <a:lnTo>
                  <a:pt x="373" y="777"/>
                </a:lnTo>
                <a:lnTo>
                  <a:pt x="374" y="776"/>
                </a:lnTo>
                <a:lnTo>
                  <a:pt x="373" y="776"/>
                </a:lnTo>
                <a:lnTo>
                  <a:pt x="373" y="775"/>
                </a:lnTo>
                <a:lnTo>
                  <a:pt x="373" y="774"/>
                </a:lnTo>
                <a:lnTo>
                  <a:pt x="374" y="774"/>
                </a:lnTo>
                <a:lnTo>
                  <a:pt x="375" y="774"/>
                </a:lnTo>
                <a:lnTo>
                  <a:pt x="375" y="773"/>
                </a:lnTo>
                <a:lnTo>
                  <a:pt x="375" y="772"/>
                </a:lnTo>
                <a:lnTo>
                  <a:pt x="374" y="772"/>
                </a:lnTo>
                <a:lnTo>
                  <a:pt x="373" y="772"/>
                </a:lnTo>
                <a:lnTo>
                  <a:pt x="372" y="772"/>
                </a:lnTo>
                <a:lnTo>
                  <a:pt x="372" y="771"/>
                </a:lnTo>
                <a:lnTo>
                  <a:pt x="371" y="771"/>
                </a:lnTo>
                <a:lnTo>
                  <a:pt x="370" y="771"/>
                </a:lnTo>
                <a:lnTo>
                  <a:pt x="369" y="771"/>
                </a:lnTo>
                <a:lnTo>
                  <a:pt x="369" y="772"/>
                </a:lnTo>
                <a:lnTo>
                  <a:pt x="369" y="773"/>
                </a:lnTo>
                <a:lnTo>
                  <a:pt x="370" y="774"/>
                </a:lnTo>
                <a:lnTo>
                  <a:pt x="370" y="775"/>
                </a:lnTo>
                <a:lnTo>
                  <a:pt x="370" y="776"/>
                </a:lnTo>
                <a:lnTo>
                  <a:pt x="369" y="776"/>
                </a:lnTo>
                <a:lnTo>
                  <a:pt x="368" y="776"/>
                </a:lnTo>
                <a:lnTo>
                  <a:pt x="368" y="775"/>
                </a:lnTo>
                <a:lnTo>
                  <a:pt x="367" y="775"/>
                </a:lnTo>
                <a:lnTo>
                  <a:pt x="367" y="776"/>
                </a:lnTo>
                <a:lnTo>
                  <a:pt x="367" y="777"/>
                </a:lnTo>
                <a:lnTo>
                  <a:pt x="366" y="777"/>
                </a:lnTo>
                <a:lnTo>
                  <a:pt x="364" y="777"/>
                </a:lnTo>
                <a:lnTo>
                  <a:pt x="364" y="776"/>
                </a:lnTo>
                <a:lnTo>
                  <a:pt x="364" y="775"/>
                </a:lnTo>
                <a:lnTo>
                  <a:pt x="364" y="774"/>
                </a:lnTo>
                <a:lnTo>
                  <a:pt x="363" y="774"/>
                </a:lnTo>
                <a:lnTo>
                  <a:pt x="362" y="774"/>
                </a:lnTo>
                <a:lnTo>
                  <a:pt x="362" y="773"/>
                </a:lnTo>
                <a:lnTo>
                  <a:pt x="361" y="773"/>
                </a:lnTo>
                <a:lnTo>
                  <a:pt x="361" y="772"/>
                </a:lnTo>
                <a:lnTo>
                  <a:pt x="362" y="772"/>
                </a:lnTo>
                <a:lnTo>
                  <a:pt x="362" y="771"/>
                </a:lnTo>
                <a:lnTo>
                  <a:pt x="363" y="771"/>
                </a:lnTo>
                <a:lnTo>
                  <a:pt x="363" y="770"/>
                </a:lnTo>
                <a:lnTo>
                  <a:pt x="363" y="769"/>
                </a:lnTo>
                <a:lnTo>
                  <a:pt x="362" y="769"/>
                </a:lnTo>
                <a:lnTo>
                  <a:pt x="363" y="769"/>
                </a:lnTo>
                <a:lnTo>
                  <a:pt x="363" y="768"/>
                </a:lnTo>
                <a:lnTo>
                  <a:pt x="364" y="767"/>
                </a:lnTo>
                <a:lnTo>
                  <a:pt x="364" y="766"/>
                </a:lnTo>
                <a:lnTo>
                  <a:pt x="365" y="766"/>
                </a:lnTo>
                <a:lnTo>
                  <a:pt x="365" y="765"/>
                </a:lnTo>
                <a:lnTo>
                  <a:pt x="364" y="765"/>
                </a:lnTo>
                <a:lnTo>
                  <a:pt x="364" y="764"/>
                </a:lnTo>
                <a:lnTo>
                  <a:pt x="363" y="763"/>
                </a:lnTo>
                <a:lnTo>
                  <a:pt x="362" y="763"/>
                </a:lnTo>
                <a:lnTo>
                  <a:pt x="362" y="762"/>
                </a:lnTo>
                <a:lnTo>
                  <a:pt x="362" y="761"/>
                </a:lnTo>
                <a:lnTo>
                  <a:pt x="361" y="761"/>
                </a:lnTo>
                <a:lnTo>
                  <a:pt x="360" y="760"/>
                </a:lnTo>
                <a:lnTo>
                  <a:pt x="360" y="761"/>
                </a:lnTo>
                <a:lnTo>
                  <a:pt x="359" y="761"/>
                </a:lnTo>
                <a:lnTo>
                  <a:pt x="358" y="760"/>
                </a:lnTo>
                <a:lnTo>
                  <a:pt x="357" y="760"/>
                </a:lnTo>
                <a:lnTo>
                  <a:pt x="357" y="759"/>
                </a:lnTo>
                <a:lnTo>
                  <a:pt x="356" y="759"/>
                </a:lnTo>
                <a:lnTo>
                  <a:pt x="355" y="759"/>
                </a:lnTo>
                <a:lnTo>
                  <a:pt x="354" y="759"/>
                </a:lnTo>
                <a:lnTo>
                  <a:pt x="353" y="759"/>
                </a:lnTo>
                <a:lnTo>
                  <a:pt x="352" y="759"/>
                </a:lnTo>
                <a:lnTo>
                  <a:pt x="352" y="758"/>
                </a:lnTo>
                <a:lnTo>
                  <a:pt x="352" y="757"/>
                </a:lnTo>
                <a:lnTo>
                  <a:pt x="351" y="757"/>
                </a:lnTo>
                <a:lnTo>
                  <a:pt x="352" y="756"/>
                </a:lnTo>
                <a:lnTo>
                  <a:pt x="352" y="755"/>
                </a:lnTo>
                <a:lnTo>
                  <a:pt x="353" y="754"/>
                </a:lnTo>
                <a:lnTo>
                  <a:pt x="353" y="753"/>
                </a:lnTo>
                <a:lnTo>
                  <a:pt x="352" y="753"/>
                </a:lnTo>
                <a:lnTo>
                  <a:pt x="351" y="753"/>
                </a:lnTo>
                <a:lnTo>
                  <a:pt x="349" y="753"/>
                </a:lnTo>
                <a:lnTo>
                  <a:pt x="349" y="752"/>
                </a:lnTo>
                <a:lnTo>
                  <a:pt x="349" y="751"/>
                </a:lnTo>
                <a:lnTo>
                  <a:pt x="349" y="750"/>
                </a:lnTo>
                <a:lnTo>
                  <a:pt x="348" y="750"/>
                </a:lnTo>
                <a:lnTo>
                  <a:pt x="348" y="749"/>
                </a:lnTo>
                <a:lnTo>
                  <a:pt x="348" y="750"/>
                </a:lnTo>
                <a:lnTo>
                  <a:pt x="347" y="750"/>
                </a:lnTo>
                <a:lnTo>
                  <a:pt x="346" y="749"/>
                </a:lnTo>
                <a:lnTo>
                  <a:pt x="345" y="749"/>
                </a:lnTo>
                <a:lnTo>
                  <a:pt x="345" y="748"/>
                </a:lnTo>
                <a:lnTo>
                  <a:pt x="344" y="748"/>
                </a:lnTo>
                <a:lnTo>
                  <a:pt x="343" y="748"/>
                </a:lnTo>
                <a:lnTo>
                  <a:pt x="342" y="748"/>
                </a:lnTo>
                <a:lnTo>
                  <a:pt x="342" y="747"/>
                </a:lnTo>
                <a:lnTo>
                  <a:pt x="341" y="746"/>
                </a:lnTo>
                <a:lnTo>
                  <a:pt x="341" y="745"/>
                </a:lnTo>
                <a:lnTo>
                  <a:pt x="341" y="744"/>
                </a:lnTo>
                <a:lnTo>
                  <a:pt x="342" y="744"/>
                </a:lnTo>
                <a:lnTo>
                  <a:pt x="342" y="742"/>
                </a:lnTo>
                <a:lnTo>
                  <a:pt x="341" y="742"/>
                </a:lnTo>
                <a:lnTo>
                  <a:pt x="342" y="742"/>
                </a:lnTo>
                <a:lnTo>
                  <a:pt x="342" y="741"/>
                </a:lnTo>
                <a:lnTo>
                  <a:pt x="343" y="741"/>
                </a:lnTo>
                <a:lnTo>
                  <a:pt x="343" y="739"/>
                </a:lnTo>
                <a:lnTo>
                  <a:pt x="342" y="739"/>
                </a:lnTo>
                <a:lnTo>
                  <a:pt x="342" y="738"/>
                </a:lnTo>
                <a:lnTo>
                  <a:pt x="343" y="736"/>
                </a:lnTo>
                <a:lnTo>
                  <a:pt x="343" y="735"/>
                </a:lnTo>
                <a:lnTo>
                  <a:pt x="343" y="734"/>
                </a:lnTo>
                <a:lnTo>
                  <a:pt x="343" y="733"/>
                </a:lnTo>
                <a:lnTo>
                  <a:pt x="344" y="732"/>
                </a:lnTo>
                <a:lnTo>
                  <a:pt x="344" y="731"/>
                </a:lnTo>
                <a:lnTo>
                  <a:pt x="344" y="729"/>
                </a:lnTo>
                <a:lnTo>
                  <a:pt x="343" y="728"/>
                </a:lnTo>
                <a:lnTo>
                  <a:pt x="343" y="729"/>
                </a:lnTo>
                <a:lnTo>
                  <a:pt x="342" y="729"/>
                </a:lnTo>
                <a:lnTo>
                  <a:pt x="342" y="728"/>
                </a:lnTo>
                <a:lnTo>
                  <a:pt x="341" y="728"/>
                </a:lnTo>
                <a:lnTo>
                  <a:pt x="340" y="728"/>
                </a:lnTo>
                <a:lnTo>
                  <a:pt x="339" y="728"/>
                </a:lnTo>
                <a:lnTo>
                  <a:pt x="338" y="728"/>
                </a:lnTo>
                <a:lnTo>
                  <a:pt x="337" y="728"/>
                </a:lnTo>
                <a:lnTo>
                  <a:pt x="336" y="728"/>
                </a:lnTo>
                <a:lnTo>
                  <a:pt x="336" y="729"/>
                </a:lnTo>
                <a:lnTo>
                  <a:pt x="335" y="729"/>
                </a:lnTo>
                <a:lnTo>
                  <a:pt x="334" y="728"/>
                </a:lnTo>
                <a:lnTo>
                  <a:pt x="334" y="727"/>
                </a:lnTo>
                <a:lnTo>
                  <a:pt x="333" y="727"/>
                </a:lnTo>
                <a:lnTo>
                  <a:pt x="332" y="726"/>
                </a:lnTo>
                <a:lnTo>
                  <a:pt x="332" y="725"/>
                </a:lnTo>
                <a:lnTo>
                  <a:pt x="333" y="724"/>
                </a:lnTo>
                <a:lnTo>
                  <a:pt x="332" y="724"/>
                </a:lnTo>
                <a:lnTo>
                  <a:pt x="332" y="723"/>
                </a:lnTo>
                <a:lnTo>
                  <a:pt x="332" y="722"/>
                </a:lnTo>
                <a:lnTo>
                  <a:pt x="331" y="721"/>
                </a:lnTo>
                <a:lnTo>
                  <a:pt x="331" y="720"/>
                </a:lnTo>
                <a:lnTo>
                  <a:pt x="332" y="720"/>
                </a:lnTo>
                <a:lnTo>
                  <a:pt x="331" y="719"/>
                </a:lnTo>
                <a:lnTo>
                  <a:pt x="330" y="717"/>
                </a:lnTo>
                <a:lnTo>
                  <a:pt x="329" y="717"/>
                </a:lnTo>
                <a:lnTo>
                  <a:pt x="330" y="716"/>
                </a:lnTo>
                <a:lnTo>
                  <a:pt x="330" y="715"/>
                </a:lnTo>
                <a:lnTo>
                  <a:pt x="331" y="715"/>
                </a:lnTo>
                <a:lnTo>
                  <a:pt x="330" y="714"/>
                </a:lnTo>
                <a:lnTo>
                  <a:pt x="330" y="713"/>
                </a:lnTo>
                <a:lnTo>
                  <a:pt x="329" y="713"/>
                </a:lnTo>
                <a:lnTo>
                  <a:pt x="328" y="713"/>
                </a:lnTo>
                <a:lnTo>
                  <a:pt x="328" y="712"/>
                </a:lnTo>
                <a:lnTo>
                  <a:pt x="328" y="711"/>
                </a:lnTo>
                <a:lnTo>
                  <a:pt x="327" y="710"/>
                </a:lnTo>
                <a:lnTo>
                  <a:pt x="326" y="708"/>
                </a:lnTo>
                <a:lnTo>
                  <a:pt x="325" y="708"/>
                </a:lnTo>
                <a:lnTo>
                  <a:pt x="324" y="705"/>
                </a:lnTo>
                <a:lnTo>
                  <a:pt x="324" y="704"/>
                </a:lnTo>
                <a:lnTo>
                  <a:pt x="325" y="704"/>
                </a:lnTo>
                <a:lnTo>
                  <a:pt x="325" y="703"/>
                </a:lnTo>
                <a:lnTo>
                  <a:pt x="324" y="702"/>
                </a:lnTo>
                <a:lnTo>
                  <a:pt x="323" y="701"/>
                </a:lnTo>
                <a:lnTo>
                  <a:pt x="322" y="700"/>
                </a:lnTo>
                <a:lnTo>
                  <a:pt x="322" y="701"/>
                </a:lnTo>
                <a:lnTo>
                  <a:pt x="321" y="701"/>
                </a:lnTo>
                <a:lnTo>
                  <a:pt x="321" y="702"/>
                </a:lnTo>
                <a:lnTo>
                  <a:pt x="320" y="702"/>
                </a:lnTo>
                <a:lnTo>
                  <a:pt x="320" y="700"/>
                </a:lnTo>
                <a:lnTo>
                  <a:pt x="320" y="699"/>
                </a:lnTo>
                <a:lnTo>
                  <a:pt x="320" y="698"/>
                </a:lnTo>
                <a:lnTo>
                  <a:pt x="321" y="698"/>
                </a:lnTo>
                <a:lnTo>
                  <a:pt x="321" y="696"/>
                </a:lnTo>
                <a:lnTo>
                  <a:pt x="321" y="695"/>
                </a:lnTo>
                <a:lnTo>
                  <a:pt x="320" y="695"/>
                </a:lnTo>
                <a:lnTo>
                  <a:pt x="320" y="694"/>
                </a:lnTo>
                <a:lnTo>
                  <a:pt x="319" y="692"/>
                </a:lnTo>
                <a:lnTo>
                  <a:pt x="319" y="691"/>
                </a:lnTo>
                <a:lnTo>
                  <a:pt x="318" y="691"/>
                </a:lnTo>
                <a:lnTo>
                  <a:pt x="318" y="690"/>
                </a:lnTo>
                <a:lnTo>
                  <a:pt x="316" y="688"/>
                </a:lnTo>
                <a:lnTo>
                  <a:pt x="315" y="687"/>
                </a:lnTo>
                <a:lnTo>
                  <a:pt x="316" y="687"/>
                </a:lnTo>
                <a:lnTo>
                  <a:pt x="316" y="686"/>
                </a:lnTo>
                <a:lnTo>
                  <a:pt x="316" y="685"/>
                </a:lnTo>
                <a:lnTo>
                  <a:pt x="315" y="685"/>
                </a:lnTo>
                <a:lnTo>
                  <a:pt x="315" y="686"/>
                </a:lnTo>
                <a:lnTo>
                  <a:pt x="314" y="686"/>
                </a:lnTo>
                <a:lnTo>
                  <a:pt x="313" y="686"/>
                </a:lnTo>
                <a:lnTo>
                  <a:pt x="314" y="685"/>
                </a:lnTo>
                <a:lnTo>
                  <a:pt x="314" y="684"/>
                </a:lnTo>
                <a:lnTo>
                  <a:pt x="315" y="683"/>
                </a:lnTo>
                <a:lnTo>
                  <a:pt x="314" y="683"/>
                </a:lnTo>
                <a:lnTo>
                  <a:pt x="314" y="682"/>
                </a:lnTo>
                <a:lnTo>
                  <a:pt x="313" y="682"/>
                </a:lnTo>
                <a:lnTo>
                  <a:pt x="313" y="681"/>
                </a:lnTo>
                <a:lnTo>
                  <a:pt x="314" y="681"/>
                </a:lnTo>
                <a:lnTo>
                  <a:pt x="315" y="681"/>
                </a:lnTo>
                <a:lnTo>
                  <a:pt x="315" y="680"/>
                </a:lnTo>
                <a:lnTo>
                  <a:pt x="314" y="679"/>
                </a:lnTo>
                <a:lnTo>
                  <a:pt x="313" y="679"/>
                </a:lnTo>
                <a:lnTo>
                  <a:pt x="311" y="679"/>
                </a:lnTo>
                <a:lnTo>
                  <a:pt x="310" y="679"/>
                </a:lnTo>
                <a:lnTo>
                  <a:pt x="309" y="679"/>
                </a:lnTo>
                <a:lnTo>
                  <a:pt x="309" y="678"/>
                </a:lnTo>
                <a:lnTo>
                  <a:pt x="309" y="677"/>
                </a:lnTo>
                <a:lnTo>
                  <a:pt x="309" y="676"/>
                </a:lnTo>
                <a:lnTo>
                  <a:pt x="309" y="674"/>
                </a:lnTo>
                <a:lnTo>
                  <a:pt x="308" y="673"/>
                </a:lnTo>
                <a:lnTo>
                  <a:pt x="308" y="672"/>
                </a:lnTo>
                <a:lnTo>
                  <a:pt x="307" y="671"/>
                </a:lnTo>
                <a:lnTo>
                  <a:pt x="307" y="670"/>
                </a:lnTo>
                <a:lnTo>
                  <a:pt x="306" y="670"/>
                </a:lnTo>
                <a:lnTo>
                  <a:pt x="305" y="669"/>
                </a:lnTo>
                <a:lnTo>
                  <a:pt x="304" y="668"/>
                </a:lnTo>
                <a:lnTo>
                  <a:pt x="303" y="668"/>
                </a:lnTo>
                <a:lnTo>
                  <a:pt x="302" y="667"/>
                </a:lnTo>
                <a:lnTo>
                  <a:pt x="302" y="666"/>
                </a:lnTo>
                <a:lnTo>
                  <a:pt x="302" y="665"/>
                </a:lnTo>
                <a:lnTo>
                  <a:pt x="302" y="664"/>
                </a:lnTo>
                <a:lnTo>
                  <a:pt x="302" y="663"/>
                </a:lnTo>
                <a:lnTo>
                  <a:pt x="303" y="663"/>
                </a:lnTo>
                <a:lnTo>
                  <a:pt x="303" y="662"/>
                </a:lnTo>
                <a:lnTo>
                  <a:pt x="303" y="661"/>
                </a:lnTo>
                <a:lnTo>
                  <a:pt x="303" y="660"/>
                </a:lnTo>
                <a:lnTo>
                  <a:pt x="302" y="660"/>
                </a:lnTo>
                <a:lnTo>
                  <a:pt x="301" y="660"/>
                </a:lnTo>
                <a:lnTo>
                  <a:pt x="302" y="659"/>
                </a:lnTo>
                <a:lnTo>
                  <a:pt x="302" y="658"/>
                </a:lnTo>
                <a:lnTo>
                  <a:pt x="301" y="657"/>
                </a:lnTo>
                <a:lnTo>
                  <a:pt x="301" y="656"/>
                </a:lnTo>
                <a:lnTo>
                  <a:pt x="300" y="654"/>
                </a:lnTo>
                <a:lnTo>
                  <a:pt x="299" y="655"/>
                </a:lnTo>
                <a:lnTo>
                  <a:pt x="298" y="655"/>
                </a:lnTo>
                <a:lnTo>
                  <a:pt x="297" y="656"/>
                </a:lnTo>
                <a:lnTo>
                  <a:pt x="297" y="655"/>
                </a:lnTo>
                <a:lnTo>
                  <a:pt x="296" y="655"/>
                </a:lnTo>
                <a:lnTo>
                  <a:pt x="296" y="656"/>
                </a:lnTo>
                <a:lnTo>
                  <a:pt x="295" y="656"/>
                </a:lnTo>
                <a:lnTo>
                  <a:pt x="295" y="657"/>
                </a:lnTo>
                <a:lnTo>
                  <a:pt x="294" y="657"/>
                </a:lnTo>
                <a:lnTo>
                  <a:pt x="293" y="659"/>
                </a:lnTo>
                <a:lnTo>
                  <a:pt x="293" y="660"/>
                </a:lnTo>
                <a:lnTo>
                  <a:pt x="294" y="660"/>
                </a:lnTo>
                <a:lnTo>
                  <a:pt x="293" y="661"/>
                </a:lnTo>
                <a:lnTo>
                  <a:pt x="292" y="662"/>
                </a:lnTo>
                <a:lnTo>
                  <a:pt x="291" y="663"/>
                </a:lnTo>
                <a:lnTo>
                  <a:pt x="290" y="664"/>
                </a:lnTo>
                <a:lnTo>
                  <a:pt x="289" y="664"/>
                </a:lnTo>
                <a:lnTo>
                  <a:pt x="289" y="665"/>
                </a:lnTo>
                <a:lnTo>
                  <a:pt x="288" y="665"/>
                </a:lnTo>
                <a:lnTo>
                  <a:pt x="288" y="666"/>
                </a:lnTo>
                <a:lnTo>
                  <a:pt x="287" y="666"/>
                </a:lnTo>
                <a:lnTo>
                  <a:pt x="287" y="665"/>
                </a:lnTo>
                <a:lnTo>
                  <a:pt x="287" y="664"/>
                </a:lnTo>
                <a:lnTo>
                  <a:pt x="286" y="664"/>
                </a:lnTo>
                <a:lnTo>
                  <a:pt x="286" y="665"/>
                </a:lnTo>
                <a:lnTo>
                  <a:pt x="285" y="665"/>
                </a:lnTo>
                <a:lnTo>
                  <a:pt x="285" y="664"/>
                </a:lnTo>
                <a:lnTo>
                  <a:pt x="284" y="662"/>
                </a:lnTo>
                <a:lnTo>
                  <a:pt x="283" y="662"/>
                </a:lnTo>
                <a:lnTo>
                  <a:pt x="282" y="662"/>
                </a:lnTo>
                <a:lnTo>
                  <a:pt x="282" y="661"/>
                </a:lnTo>
                <a:lnTo>
                  <a:pt x="281" y="661"/>
                </a:lnTo>
                <a:lnTo>
                  <a:pt x="279" y="660"/>
                </a:lnTo>
                <a:lnTo>
                  <a:pt x="278" y="660"/>
                </a:lnTo>
                <a:lnTo>
                  <a:pt x="277" y="660"/>
                </a:lnTo>
                <a:lnTo>
                  <a:pt x="277" y="661"/>
                </a:lnTo>
                <a:lnTo>
                  <a:pt x="278" y="661"/>
                </a:lnTo>
                <a:lnTo>
                  <a:pt x="277" y="662"/>
                </a:lnTo>
                <a:lnTo>
                  <a:pt x="276" y="663"/>
                </a:lnTo>
                <a:lnTo>
                  <a:pt x="276" y="665"/>
                </a:lnTo>
                <a:lnTo>
                  <a:pt x="275" y="667"/>
                </a:lnTo>
                <a:lnTo>
                  <a:pt x="274" y="668"/>
                </a:lnTo>
                <a:lnTo>
                  <a:pt x="274" y="669"/>
                </a:lnTo>
                <a:lnTo>
                  <a:pt x="273" y="669"/>
                </a:lnTo>
                <a:lnTo>
                  <a:pt x="273" y="670"/>
                </a:lnTo>
                <a:lnTo>
                  <a:pt x="272" y="672"/>
                </a:lnTo>
                <a:lnTo>
                  <a:pt x="272" y="671"/>
                </a:lnTo>
                <a:lnTo>
                  <a:pt x="271" y="671"/>
                </a:lnTo>
                <a:lnTo>
                  <a:pt x="270" y="671"/>
                </a:lnTo>
                <a:lnTo>
                  <a:pt x="270" y="672"/>
                </a:lnTo>
                <a:lnTo>
                  <a:pt x="270" y="673"/>
                </a:lnTo>
                <a:lnTo>
                  <a:pt x="270" y="674"/>
                </a:lnTo>
                <a:lnTo>
                  <a:pt x="269" y="674"/>
                </a:lnTo>
                <a:lnTo>
                  <a:pt x="269" y="675"/>
                </a:lnTo>
                <a:lnTo>
                  <a:pt x="268" y="675"/>
                </a:lnTo>
                <a:lnTo>
                  <a:pt x="267" y="675"/>
                </a:lnTo>
                <a:lnTo>
                  <a:pt x="266" y="673"/>
                </a:lnTo>
                <a:lnTo>
                  <a:pt x="266" y="672"/>
                </a:lnTo>
                <a:lnTo>
                  <a:pt x="266" y="671"/>
                </a:lnTo>
                <a:lnTo>
                  <a:pt x="266" y="670"/>
                </a:lnTo>
                <a:lnTo>
                  <a:pt x="266" y="669"/>
                </a:lnTo>
                <a:lnTo>
                  <a:pt x="266" y="668"/>
                </a:lnTo>
                <a:lnTo>
                  <a:pt x="266" y="667"/>
                </a:lnTo>
                <a:lnTo>
                  <a:pt x="265" y="667"/>
                </a:lnTo>
                <a:lnTo>
                  <a:pt x="264" y="667"/>
                </a:lnTo>
                <a:lnTo>
                  <a:pt x="264" y="666"/>
                </a:lnTo>
                <a:lnTo>
                  <a:pt x="265" y="665"/>
                </a:lnTo>
                <a:lnTo>
                  <a:pt x="266" y="664"/>
                </a:lnTo>
                <a:lnTo>
                  <a:pt x="266" y="662"/>
                </a:lnTo>
                <a:lnTo>
                  <a:pt x="266" y="661"/>
                </a:lnTo>
                <a:lnTo>
                  <a:pt x="266" y="660"/>
                </a:lnTo>
                <a:lnTo>
                  <a:pt x="265" y="660"/>
                </a:lnTo>
                <a:lnTo>
                  <a:pt x="264" y="660"/>
                </a:lnTo>
                <a:lnTo>
                  <a:pt x="263" y="660"/>
                </a:lnTo>
                <a:lnTo>
                  <a:pt x="262" y="660"/>
                </a:lnTo>
                <a:lnTo>
                  <a:pt x="260" y="660"/>
                </a:lnTo>
                <a:lnTo>
                  <a:pt x="259" y="660"/>
                </a:lnTo>
                <a:lnTo>
                  <a:pt x="259" y="659"/>
                </a:lnTo>
                <a:lnTo>
                  <a:pt x="258" y="659"/>
                </a:lnTo>
                <a:lnTo>
                  <a:pt x="257" y="659"/>
                </a:lnTo>
                <a:lnTo>
                  <a:pt x="257" y="658"/>
                </a:lnTo>
                <a:lnTo>
                  <a:pt x="255" y="657"/>
                </a:lnTo>
                <a:lnTo>
                  <a:pt x="254" y="657"/>
                </a:lnTo>
                <a:lnTo>
                  <a:pt x="254" y="656"/>
                </a:lnTo>
                <a:lnTo>
                  <a:pt x="255" y="654"/>
                </a:lnTo>
                <a:lnTo>
                  <a:pt x="256" y="652"/>
                </a:lnTo>
                <a:lnTo>
                  <a:pt x="256" y="651"/>
                </a:lnTo>
                <a:lnTo>
                  <a:pt x="255" y="650"/>
                </a:lnTo>
                <a:lnTo>
                  <a:pt x="253" y="648"/>
                </a:lnTo>
                <a:lnTo>
                  <a:pt x="252" y="647"/>
                </a:lnTo>
                <a:lnTo>
                  <a:pt x="252" y="646"/>
                </a:lnTo>
                <a:lnTo>
                  <a:pt x="251" y="646"/>
                </a:lnTo>
                <a:lnTo>
                  <a:pt x="250" y="644"/>
                </a:lnTo>
                <a:lnTo>
                  <a:pt x="249" y="644"/>
                </a:lnTo>
                <a:lnTo>
                  <a:pt x="249" y="643"/>
                </a:lnTo>
                <a:lnTo>
                  <a:pt x="247" y="643"/>
                </a:lnTo>
                <a:lnTo>
                  <a:pt x="246" y="642"/>
                </a:lnTo>
                <a:lnTo>
                  <a:pt x="246" y="641"/>
                </a:lnTo>
                <a:lnTo>
                  <a:pt x="245" y="640"/>
                </a:lnTo>
                <a:lnTo>
                  <a:pt x="245" y="639"/>
                </a:lnTo>
                <a:lnTo>
                  <a:pt x="245" y="638"/>
                </a:lnTo>
                <a:lnTo>
                  <a:pt x="244" y="638"/>
                </a:lnTo>
                <a:lnTo>
                  <a:pt x="244" y="637"/>
                </a:lnTo>
                <a:lnTo>
                  <a:pt x="243" y="635"/>
                </a:lnTo>
                <a:lnTo>
                  <a:pt x="243" y="634"/>
                </a:lnTo>
                <a:lnTo>
                  <a:pt x="243" y="633"/>
                </a:lnTo>
                <a:lnTo>
                  <a:pt x="242" y="633"/>
                </a:lnTo>
                <a:lnTo>
                  <a:pt x="243" y="633"/>
                </a:lnTo>
                <a:lnTo>
                  <a:pt x="242" y="632"/>
                </a:lnTo>
                <a:lnTo>
                  <a:pt x="241" y="632"/>
                </a:lnTo>
                <a:lnTo>
                  <a:pt x="241" y="631"/>
                </a:lnTo>
                <a:lnTo>
                  <a:pt x="240" y="631"/>
                </a:lnTo>
                <a:lnTo>
                  <a:pt x="240" y="630"/>
                </a:lnTo>
                <a:lnTo>
                  <a:pt x="241" y="629"/>
                </a:lnTo>
                <a:lnTo>
                  <a:pt x="241" y="628"/>
                </a:lnTo>
                <a:lnTo>
                  <a:pt x="241" y="627"/>
                </a:lnTo>
                <a:lnTo>
                  <a:pt x="242" y="627"/>
                </a:lnTo>
                <a:lnTo>
                  <a:pt x="243" y="627"/>
                </a:lnTo>
                <a:lnTo>
                  <a:pt x="244" y="626"/>
                </a:lnTo>
                <a:lnTo>
                  <a:pt x="245" y="626"/>
                </a:lnTo>
                <a:lnTo>
                  <a:pt x="246" y="627"/>
                </a:lnTo>
                <a:lnTo>
                  <a:pt x="247" y="627"/>
                </a:lnTo>
                <a:lnTo>
                  <a:pt x="247" y="626"/>
                </a:lnTo>
                <a:lnTo>
                  <a:pt x="247" y="625"/>
                </a:lnTo>
                <a:lnTo>
                  <a:pt x="248" y="625"/>
                </a:lnTo>
                <a:lnTo>
                  <a:pt x="249" y="625"/>
                </a:lnTo>
                <a:lnTo>
                  <a:pt x="250" y="625"/>
                </a:lnTo>
                <a:lnTo>
                  <a:pt x="250" y="624"/>
                </a:lnTo>
                <a:lnTo>
                  <a:pt x="251" y="624"/>
                </a:lnTo>
                <a:lnTo>
                  <a:pt x="252" y="624"/>
                </a:lnTo>
                <a:lnTo>
                  <a:pt x="253" y="623"/>
                </a:lnTo>
                <a:lnTo>
                  <a:pt x="254" y="623"/>
                </a:lnTo>
                <a:lnTo>
                  <a:pt x="254" y="622"/>
                </a:lnTo>
                <a:lnTo>
                  <a:pt x="253" y="622"/>
                </a:lnTo>
                <a:lnTo>
                  <a:pt x="254" y="621"/>
                </a:lnTo>
                <a:lnTo>
                  <a:pt x="255" y="620"/>
                </a:lnTo>
                <a:lnTo>
                  <a:pt x="255" y="619"/>
                </a:lnTo>
                <a:lnTo>
                  <a:pt x="253" y="617"/>
                </a:lnTo>
                <a:lnTo>
                  <a:pt x="253" y="618"/>
                </a:lnTo>
                <a:lnTo>
                  <a:pt x="252" y="617"/>
                </a:lnTo>
                <a:lnTo>
                  <a:pt x="252" y="616"/>
                </a:lnTo>
                <a:lnTo>
                  <a:pt x="253" y="615"/>
                </a:lnTo>
                <a:lnTo>
                  <a:pt x="254" y="615"/>
                </a:lnTo>
                <a:lnTo>
                  <a:pt x="254" y="613"/>
                </a:lnTo>
                <a:lnTo>
                  <a:pt x="254" y="612"/>
                </a:lnTo>
                <a:lnTo>
                  <a:pt x="253" y="612"/>
                </a:lnTo>
                <a:lnTo>
                  <a:pt x="251" y="609"/>
                </a:lnTo>
                <a:lnTo>
                  <a:pt x="249" y="609"/>
                </a:lnTo>
                <a:lnTo>
                  <a:pt x="248" y="609"/>
                </a:lnTo>
                <a:lnTo>
                  <a:pt x="247" y="609"/>
                </a:lnTo>
                <a:lnTo>
                  <a:pt x="247" y="608"/>
                </a:lnTo>
                <a:lnTo>
                  <a:pt x="245" y="608"/>
                </a:lnTo>
                <a:lnTo>
                  <a:pt x="244" y="608"/>
                </a:lnTo>
                <a:lnTo>
                  <a:pt x="244" y="607"/>
                </a:lnTo>
                <a:lnTo>
                  <a:pt x="244" y="606"/>
                </a:lnTo>
                <a:lnTo>
                  <a:pt x="244" y="605"/>
                </a:lnTo>
                <a:lnTo>
                  <a:pt x="244" y="604"/>
                </a:lnTo>
                <a:lnTo>
                  <a:pt x="245" y="603"/>
                </a:lnTo>
                <a:lnTo>
                  <a:pt x="245" y="602"/>
                </a:lnTo>
                <a:lnTo>
                  <a:pt x="244" y="601"/>
                </a:lnTo>
                <a:lnTo>
                  <a:pt x="244" y="600"/>
                </a:lnTo>
                <a:lnTo>
                  <a:pt x="242" y="600"/>
                </a:lnTo>
                <a:lnTo>
                  <a:pt x="242" y="599"/>
                </a:lnTo>
                <a:lnTo>
                  <a:pt x="240" y="598"/>
                </a:lnTo>
                <a:lnTo>
                  <a:pt x="239" y="598"/>
                </a:lnTo>
                <a:lnTo>
                  <a:pt x="238" y="598"/>
                </a:lnTo>
                <a:lnTo>
                  <a:pt x="238" y="597"/>
                </a:lnTo>
                <a:lnTo>
                  <a:pt x="237" y="594"/>
                </a:lnTo>
                <a:lnTo>
                  <a:pt x="237" y="593"/>
                </a:lnTo>
                <a:lnTo>
                  <a:pt x="237" y="592"/>
                </a:lnTo>
                <a:lnTo>
                  <a:pt x="237" y="591"/>
                </a:lnTo>
                <a:lnTo>
                  <a:pt x="236" y="591"/>
                </a:lnTo>
                <a:lnTo>
                  <a:pt x="235" y="590"/>
                </a:lnTo>
                <a:lnTo>
                  <a:pt x="235" y="589"/>
                </a:lnTo>
                <a:lnTo>
                  <a:pt x="235" y="588"/>
                </a:lnTo>
                <a:lnTo>
                  <a:pt x="234" y="587"/>
                </a:lnTo>
                <a:lnTo>
                  <a:pt x="234" y="586"/>
                </a:lnTo>
                <a:lnTo>
                  <a:pt x="233" y="586"/>
                </a:lnTo>
                <a:lnTo>
                  <a:pt x="232" y="585"/>
                </a:lnTo>
                <a:lnTo>
                  <a:pt x="231" y="584"/>
                </a:lnTo>
                <a:lnTo>
                  <a:pt x="230" y="584"/>
                </a:lnTo>
                <a:lnTo>
                  <a:pt x="228" y="583"/>
                </a:lnTo>
                <a:lnTo>
                  <a:pt x="227" y="583"/>
                </a:lnTo>
                <a:lnTo>
                  <a:pt x="227" y="582"/>
                </a:lnTo>
                <a:lnTo>
                  <a:pt x="227" y="581"/>
                </a:lnTo>
                <a:lnTo>
                  <a:pt x="226" y="580"/>
                </a:lnTo>
                <a:lnTo>
                  <a:pt x="226" y="581"/>
                </a:lnTo>
                <a:lnTo>
                  <a:pt x="225" y="581"/>
                </a:lnTo>
                <a:lnTo>
                  <a:pt x="224" y="581"/>
                </a:lnTo>
                <a:lnTo>
                  <a:pt x="224" y="579"/>
                </a:lnTo>
                <a:lnTo>
                  <a:pt x="224" y="578"/>
                </a:lnTo>
                <a:lnTo>
                  <a:pt x="224" y="577"/>
                </a:lnTo>
                <a:lnTo>
                  <a:pt x="223" y="577"/>
                </a:lnTo>
                <a:lnTo>
                  <a:pt x="221" y="575"/>
                </a:lnTo>
                <a:lnTo>
                  <a:pt x="220" y="574"/>
                </a:lnTo>
                <a:lnTo>
                  <a:pt x="218" y="574"/>
                </a:lnTo>
                <a:lnTo>
                  <a:pt x="216" y="574"/>
                </a:lnTo>
                <a:lnTo>
                  <a:pt x="216" y="573"/>
                </a:lnTo>
                <a:lnTo>
                  <a:pt x="215" y="572"/>
                </a:lnTo>
                <a:lnTo>
                  <a:pt x="214" y="572"/>
                </a:lnTo>
                <a:lnTo>
                  <a:pt x="215" y="571"/>
                </a:lnTo>
                <a:lnTo>
                  <a:pt x="215" y="570"/>
                </a:lnTo>
                <a:lnTo>
                  <a:pt x="214" y="569"/>
                </a:lnTo>
                <a:lnTo>
                  <a:pt x="214" y="568"/>
                </a:lnTo>
                <a:lnTo>
                  <a:pt x="213" y="566"/>
                </a:lnTo>
                <a:lnTo>
                  <a:pt x="214" y="565"/>
                </a:lnTo>
                <a:lnTo>
                  <a:pt x="214" y="562"/>
                </a:lnTo>
                <a:lnTo>
                  <a:pt x="213" y="561"/>
                </a:lnTo>
                <a:lnTo>
                  <a:pt x="213" y="559"/>
                </a:lnTo>
                <a:lnTo>
                  <a:pt x="213" y="560"/>
                </a:lnTo>
                <a:lnTo>
                  <a:pt x="212" y="560"/>
                </a:lnTo>
                <a:lnTo>
                  <a:pt x="211" y="561"/>
                </a:lnTo>
                <a:lnTo>
                  <a:pt x="211" y="562"/>
                </a:lnTo>
                <a:lnTo>
                  <a:pt x="210" y="563"/>
                </a:lnTo>
                <a:lnTo>
                  <a:pt x="208" y="562"/>
                </a:lnTo>
                <a:lnTo>
                  <a:pt x="207" y="562"/>
                </a:lnTo>
                <a:lnTo>
                  <a:pt x="205" y="562"/>
                </a:lnTo>
                <a:lnTo>
                  <a:pt x="204" y="563"/>
                </a:lnTo>
                <a:lnTo>
                  <a:pt x="205" y="564"/>
                </a:lnTo>
                <a:lnTo>
                  <a:pt x="204" y="565"/>
                </a:lnTo>
                <a:lnTo>
                  <a:pt x="203" y="565"/>
                </a:lnTo>
                <a:lnTo>
                  <a:pt x="203" y="566"/>
                </a:lnTo>
                <a:lnTo>
                  <a:pt x="203" y="567"/>
                </a:lnTo>
                <a:lnTo>
                  <a:pt x="203" y="568"/>
                </a:lnTo>
                <a:lnTo>
                  <a:pt x="203" y="569"/>
                </a:lnTo>
                <a:lnTo>
                  <a:pt x="204" y="569"/>
                </a:lnTo>
                <a:lnTo>
                  <a:pt x="204" y="570"/>
                </a:lnTo>
                <a:lnTo>
                  <a:pt x="203" y="570"/>
                </a:lnTo>
                <a:lnTo>
                  <a:pt x="203" y="571"/>
                </a:lnTo>
                <a:lnTo>
                  <a:pt x="202" y="571"/>
                </a:lnTo>
                <a:lnTo>
                  <a:pt x="201" y="572"/>
                </a:lnTo>
                <a:lnTo>
                  <a:pt x="200" y="572"/>
                </a:lnTo>
                <a:lnTo>
                  <a:pt x="199" y="572"/>
                </a:lnTo>
                <a:lnTo>
                  <a:pt x="199" y="573"/>
                </a:lnTo>
                <a:lnTo>
                  <a:pt x="198" y="573"/>
                </a:lnTo>
                <a:lnTo>
                  <a:pt x="198" y="574"/>
                </a:lnTo>
                <a:lnTo>
                  <a:pt x="198" y="575"/>
                </a:lnTo>
                <a:lnTo>
                  <a:pt x="197" y="575"/>
                </a:lnTo>
                <a:lnTo>
                  <a:pt x="196" y="576"/>
                </a:lnTo>
                <a:lnTo>
                  <a:pt x="197" y="577"/>
                </a:lnTo>
                <a:lnTo>
                  <a:pt x="197" y="579"/>
                </a:lnTo>
                <a:lnTo>
                  <a:pt x="197" y="581"/>
                </a:lnTo>
                <a:lnTo>
                  <a:pt x="196" y="582"/>
                </a:lnTo>
                <a:lnTo>
                  <a:pt x="196" y="583"/>
                </a:lnTo>
                <a:lnTo>
                  <a:pt x="195" y="583"/>
                </a:lnTo>
                <a:lnTo>
                  <a:pt x="195" y="582"/>
                </a:lnTo>
                <a:lnTo>
                  <a:pt x="194" y="582"/>
                </a:lnTo>
                <a:lnTo>
                  <a:pt x="193" y="582"/>
                </a:lnTo>
                <a:lnTo>
                  <a:pt x="193" y="583"/>
                </a:lnTo>
                <a:lnTo>
                  <a:pt x="193" y="584"/>
                </a:lnTo>
                <a:lnTo>
                  <a:pt x="193" y="585"/>
                </a:lnTo>
                <a:lnTo>
                  <a:pt x="192" y="585"/>
                </a:lnTo>
                <a:lnTo>
                  <a:pt x="191" y="586"/>
                </a:lnTo>
                <a:lnTo>
                  <a:pt x="190" y="586"/>
                </a:lnTo>
                <a:lnTo>
                  <a:pt x="190" y="587"/>
                </a:lnTo>
                <a:lnTo>
                  <a:pt x="190" y="588"/>
                </a:lnTo>
                <a:lnTo>
                  <a:pt x="190" y="589"/>
                </a:lnTo>
                <a:lnTo>
                  <a:pt x="189" y="589"/>
                </a:lnTo>
                <a:lnTo>
                  <a:pt x="188" y="589"/>
                </a:lnTo>
                <a:lnTo>
                  <a:pt x="187" y="589"/>
                </a:lnTo>
                <a:lnTo>
                  <a:pt x="185" y="589"/>
                </a:lnTo>
                <a:lnTo>
                  <a:pt x="185" y="590"/>
                </a:lnTo>
                <a:lnTo>
                  <a:pt x="185" y="591"/>
                </a:lnTo>
                <a:lnTo>
                  <a:pt x="184" y="592"/>
                </a:lnTo>
                <a:lnTo>
                  <a:pt x="184" y="594"/>
                </a:lnTo>
                <a:lnTo>
                  <a:pt x="184" y="595"/>
                </a:lnTo>
                <a:lnTo>
                  <a:pt x="184" y="596"/>
                </a:lnTo>
                <a:lnTo>
                  <a:pt x="185" y="596"/>
                </a:lnTo>
                <a:lnTo>
                  <a:pt x="186" y="597"/>
                </a:lnTo>
                <a:lnTo>
                  <a:pt x="186" y="599"/>
                </a:lnTo>
                <a:lnTo>
                  <a:pt x="186" y="600"/>
                </a:lnTo>
                <a:lnTo>
                  <a:pt x="185" y="600"/>
                </a:lnTo>
                <a:lnTo>
                  <a:pt x="185" y="601"/>
                </a:lnTo>
                <a:lnTo>
                  <a:pt x="186" y="603"/>
                </a:lnTo>
                <a:lnTo>
                  <a:pt x="187" y="603"/>
                </a:lnTo>
                <a:lnTo>
                  <a:pt x="188" y="604"/>
                </a:lnTo>
                <a:lnTo>
                  <a:pt x="188" y="605"/>
                </a:lnTo>
                <a:lnTo>
                  <a:pt x="187" y="606"/>
                </a:lnTo>
                <a:lnTo>
                  <a:pt x="186" y="607"/>
                </a:lnTo>
                <a:lnTo>
                  <a:pt x="187" y="607"/>
                </a:lnTo>
                <a:lnTo>
                  <a:pt x="187" y="608"/>
                </a:lnTo>
                <a:lnTo>
                  <a:pt x="185" y="609"/>
                </a:lnTo>
                <a:lnTo>
                  <a:pt x="185" y="610"/>
                </a:lnTo>
                <a:lnTo>
                  <a:pt x="185" y="611"/>
                </a:lnTo>
                <a:lnTo>
                  <a:pt x="185" y="612"/>
                </a:lnTo>
                <a:lnTo>
                  <a:pt x="185" y="613"/>
                </a:lnTo>
                <a:lnTo>
                  <a:pt x="184" y="613"/>
                </a:lnTo>
                <a:lnTo>
                  <a:pt x="185" y="615"/>
                </a:lnTo>
                <a:lnTo>
                  <a:pt x="186" y="615"/>
                </a:lnTo>
                <a:lnTo>
                  <a:pt x="186" y="616"/>
                </a:lnTo>
                <a:lnTo>
                  <a:pt x="186" y="617"/>
                </a:lnTo>
                <a:lnTo>
                  <a:pt x="186" y="618"/>
                </a:lnTo>
                <a:lnTo>
                  <a:pt x="185" y="619"/>
                </a:lnTo>
                <a:lnTo>
                  <a:pt x="184" y="621"/>
                </a:lnTo>
                <a:lnTo>
                  <a:pt x="183" y="624"/>
                </a:lnTo>
                <a:lnTo>
                  <a:pt x="183" y="625"/>
                </a:lnTo>
                <a:lnTo>
                  <a:pt x="184" y="627"/>
                </a:lnTo>
                <a:lnTo>
                  <a:pt x="184" y="628"/>
                </a:lnTo>
                <a:lnTo>
                  <a:pt x="185" y="629"/>
                </a:lnTo>
                <a:lnTo>
                  <a:pt x="185" y="630"/>
                </a:lnTo>
                <a:lnTo>
                  <a:pt x="184" y="629"/>
                </a:lnTo>
                <a:lnTo>
                  <a:pt x="184" y="628"/>
                </a:lnTo>
                <a:lnTo>
                  <a:pt x="182" y="627"/>
                </a:lnTo>
                <a:lnTo>
                  <a:pt x="181" y="627"/>
                </a:lnTo>
                <a:lnTo>
                  <a:pt x="181" y="626"/>
                </a:lnTo>
                <a:lnTo>
                  <a:pt x="180" y="625"/>
                </a:lnTo>
                <a:lnTo>
                  <a:pt x="179" y="624"/>
                </a:lnTo>
                <a:lnTo>
                  <a:pt x="178" y="624"/>
                </a:lnTo>
                <a:lnTo>
                  <a:pt x="177" y="623"/>
                </a:lnTo>
                <a:lnTo>
                  <a:pt x="176" y="622"/>
                </a:lnTo>
                <a:lnTo>
                  <a:pt x="176" y="620"/>
                </a:lnTo>
                <a:lnTo>
                  <a:pt x="175" y="619"/>
                </a:lnTo>
                <a:lnTo>
                  <a:pt x="174" y="619"/>
                </a:lnTo>
                <a:lnTo>
                  <a:pt x="174" y="618"/>
                </a:lnTo>
                <a:lnTo>
                  <a:pt x="175" y="616"/>
                </a:lnTo>
                <a:lnTo>
                  <a:pt x="174" y="616"/>
                </a:lnTo>
                <a:lnTo>
                  <a:pt x="174" y="615"/>
                </a:lnTo>
                <a:lnTo>
                  <a:pt x="173" y="615"/>
                </a:lnTo>
                <a:lnTo>
                  <a:pt x="172" y="615"/>
                </a:lnTo>
                <a:lnTo>
                  <a:pt x="172" y="614"/>
                </a:lnTo>
                <a:lnTo>
                  <a:pt x="171" y="614"/>
                </a:lnTo>
                <a:lnTo>
                  <a:pt x="170" y="613"/>
                </a:lnTo>
                <a:lnTo>
                  <a:pt x="169" y="611"/>
                </a:lnTo>
                <a:lnTo>
                  <a:pt x="169" y="610"/>
                </a:lnTo>
                <a:lnTo>
                  <a:pt x="169" y="609"/>
                </a:lnTo>
                <a:lnTo>
                  <a:pt x="168" y="609"/>
                </a:lnTo>
                <a:lnTo>
                  <a:pt x="167" y="608"/>
                </a:lnTo>
                <a:lnTo>
                  <a:pt x="167" y="606"/>
                </a:lnTo>
                <a:lnTo>
                  <a:pt x="165" y="605"/>
                </a:lnTo>
                <a:lnTo>
                  <a:pt x="164" y="605"/>
                </a:lnTo>
                <a:lnTo>
                  <a:pt x="164" y="604"/>
                </a:lnTo>
                <a:lnTo>
                  <a:pt x="164" y="603"/>
                </a:lnTo>
                <a:lnTo>
                  <a:pt x="164" y="602"/>
                </a:lnTo>
                <a:lnTo>
                  <a:pt x="163" y="602"/>
                </a:lnTo>
                <a:lnTo>
                  <a:pt x="164" y="601"/>
                </a:lnTo>
                <a:lnTo>
                  <a:pt x="165" y="601"/>
                </a:lnTo>
                <a:lnTo>
                  <a:pt x="165" y="600"/>
                </a:lnTo>
                <a:lnTo>
                  <a:pt x="165" y="599"/>
                </a:lnTo>
                <a:lnTo>
                  <a:pt x="165" y="598"/>
                </a:lnTo>
                <a:lnTo>
                  <a:pt x="165" y="597"/>
                </a:lnTo>
                <a:lnTo>
                  <a:pt x="165" y="596"/>
                </a:lnTo>
                <a:lnTo>
                  <a:pt x="166" y="595"/>
                </a:lnTo>
                <a:lnTo>
                  <a:pt x="166" y="594"/>
                </a:lnTo>
                <a:lnTo>
                  <a:pt x="165" y="594"/>
                </a:lnTo>
                <a:lnTo>
                  <a:pt x="165" y="592"/>
                </a:lnTo>
                <a:lnTo>
                  <a:pt x="164" y="590"/>
                </a:lnTo>
                <a:lnTo>
                  <a:pt x="164" y="589"/>
                </a:lnTo>
                <a:lnTo>
                  <a:pt x="164" y="588"/>
                </a:lnTo>
                <a:lnTo>
                  <a:pt x="164" y="586"/>
                </a:lnTo>
                <a:lnTo>
                  <a:pt x="165" y="586"/>
                </a:lnTo>
                <a:lnTo>
                  <a:pt x="165" y="585"/>
                </a:lnTo>
                <a:lnTo>
                  <a:pt x="164" y="585"/>
                </a:lnTo>
                <a:lnTo>
                  <a:pt x="163" y="584"/>
                </a:lnTo>
                <a:lnTo>
                  <a:pt x="164" y="583"/>
                </a:lnTo>
                <a:lnTo>
                  <a:pt x="164" y="582"/>
                </a:lnTo>
                <a:lnTo>
                  <a:pt x="163" y="582"/>
                </a:lnTo>
                <a:lnTo>
                  <a:pt x="163" y="581"/>
                </a:lnTo>
                <a:lnTo>
                  <a:pt x="163" y="580"/>
                </a:lnTo>
                <a:lnTo>
                  <a:pt x="162" y="580"/>
                </a:lnTo>
                <a:lnTo>
                  <a:pt x="161" y="580"/>
                </a:lnTo>
                <a:lnTo>
                  <a:pt x="162" y="579"/>
                </a:lnTo>
                <a:lnTo>
                  <a:pt x="162" y="578"/>
                </a:lnTo>
                <a:lnTo>
                  <a:pt x="161" y="578"/>
                </a:lnTo>
                <a:lnTo>
                  <a:pt x="161" y="577"/>
                </a:lnTo>
                <a:lnTo>
                  <a:pt x="161" y="576"/>
                </a:lnTo>
                <a:lnTo>
                  <a:pt x="161" y="575"/>
                </a:lnTo>
                <a:lnTo>
                  <a:pt x="160" y="575"/>
                </a:lnTo>
                <a:lnTo>
                  <a:pt x="160" y="574"/>
                </a:lnTo>
                <a:lnTo>
                  <a:pt x="160" y="573"/>
                </a:lnTo>
                <a:lnTo>
                  <a:pt x="161" y="573"/>
                </a:lnTo>
                <a:lnTo>
                  <a:pt x="160" y="572"/>
                </a:lnTo>
                <a:lnTo>
                  <a:pt x="160" y="571"/>
                </a:lnTo>
                <a:lnTo>
                  <a:pt x="161" y="571"/>
                </a:lnTo>
                <a:lnTo>
                  <a:pt x="161" y="570"/>
                </a:lnTo>
                <a:lnTo>
                  <a:pt x="160" y="569"/>
                </a:lnTo>
                <a:lnTo>
                  <a:pt x="159" y="568"/>
                </a:lnTo>
                <a:lnTo>
                  <a:pt x="159" y="567"/>
                </a:lnTo>
                <a:lnTo>
                  <a:pt x="159" y="566"/>
                </a:lnTo>
                <a:lnTo>
                  <a:pt x="159" y="565"/>
                </a:lnTo>
                <a:lnTo>
                  <a:pt x="158" y="564"/>
                </a:lnTo>
                <a:lnTo>
                  <a:pt x="158" y="562"/>
                </a:lnTo>
                <a:lnTo>
                  <a:pt x="158" y="561"/>
                </a:lnTo>
                <a:lnTo>
                  <a:pt x="158" y="560"/>
                </a:lnTo>
                <a:lnTo>
                  <a:pt x="158" y="559"/>
                </a:lnTo>
                <a:lnTo>
                  <a:pt x="158" y="558"/>
                </a:lnTo>
                <a:lnTo>
                  <a:pt x="158" y="557"/>
                </a:lnTo>
                <a:lnTo>
                  <a:pt x="159" y="557"/>
                </a:lnTo>
                <a:lnTo>
                  <a:pt x="159" y="556"/>
                </a:lnTo>
                <a:lnTo>
                  <a:pt x="159" y="555"/>
                </a:lnTo>
                <a:lnTo>
                  <a:pt x="160" y="554"/>
                </a:lnTo>
                <a:lnTo>
                  <a:pt x="160" y="552"/>
                </a:lnTo>
                <a:lnTo>
                  <a:pt x="160" y="550"/>
                </a:lnTo>
                <a:lnTo>
                  <a:pt x="160" y="549"/>
                </a:lnTo>
                <a:lnTo>
                  <a:pt x="160" y="548"/>
                </a:lnTo>
                <a:lnTo>
                  <a:pt x="160" y="547"/>
                </a:lnTo>
                <a:lnTo>
                  <a:pt x="160" y="546"/>
                </a:lnTo>
                <a:lnTo>
                  <a:pt x="160" y="545"/>
                </a:lnTo>
                <a:lnTo>
                  <a:pt x="160" y="544"/>
                </a:lnTo>
                <a:lnTo>
                  <a:pt x="160" y="542"/>
                </a:lnTo>
                <a:lnTo>
                  <a:pt x="160" y="541"/>
                </a:lnTo>
                <a:lnTo>
                  <a:pt x="160" y="540"/>
                </a:lnTo>
                <a:lnTo>
                  <a:pt x="159" y="540"/>
                </a:lnTo>
                <a:lnTo>
                  <a:pt x="159" y="538"/>
                </a:lnTo>
                <a:lnTo>
                  <a:pt x="159" y="537"/>
                </a:lnTo>
                <a:lnTo>
                  <a:pt x="159" y="536"/>
                </a:lnTo>
                <a:lnTo>
                  <a:pt x="159" y="535"/>
                </a:lnTo>
                <a:lnTo>
                  <a:pt x="159" y="534"/>
                </a:lnTo>
                <a:lnTo>
                  <a:pt x="159" y="533"/>
                </a:lnTo>
                <a:lnTo>
                  <a:pt x="159" y="532"/>
                </a:lnTo>
                <a:lnTo>
                  <a:pt x="159" y="531"/>
                </a:lnTo>
                <a:lnTo>
                  <a:pt x="159" y="530"/>
                </a:lnTo>
                <a:lnTo>
                  <a:pt x="158" y="530"/>
                </a:lnTo>
                <a:lnTo>
                  <a:pt x="158" y="529"/>
                </a:lnTo>
                <a:lnTo>
                  <a:pt x="159" y="528"/>
                </a:lnTo>
                <a:lnTo>
                  <a:pt x="159" y="525"/>
                </a:lnTo>
                <a:lnTo>
                  <a:pt x="159" y="524"/>
                </a:lnTo>
                <a:lnTo>
                  <a:pt x="159" y="523"/>
                </a:lnTo>
                <a:lnTo>
                  <a:pt x="159" y="522"/>
                </a:lnTo>
                <a:lnTo>
                  <a:pt x="158" y="521"/>
                </a:lnTo>
                <a:lnTo>
                  <a:pt x="159" y="521"/>
                </a:lnTo>
                <a:lnTo>
                  <a:pt x="159" y="520"/>
                </a:lnTo>
                <a:lnTo>
                  <a:pt x="159" y="518"/>
                </a:lnTo>
                <a:lnTo>
                  <a:pt x="158" y="518"/>
                </a:lnTo>
                <a:lnTo>
                  <a:pt x="158" y="517"/>
                </a:lnTo>
                <a:lnTo>
                  <a:pt x="157" y="516"/>
                </a:lnTo>
                <a:lnTo>
                  <a:pt x="157" y="515"/>
                </a:lnTo>
                <a:lnTo>
                  <a:pt x="156" y="514"/>
                </a:lnTo>
                <a:lnTo>
                  <a:pt x="156" y="513"/>
                </a:lnTo>
                <a:lnTo>
                  <a:pt x="155" y="513"/>
                </a:lnTo>
                <a:lnTo>
                  <a:pt x="154" y="513"/>
                </a:lnTo>
                <a:lnTo>
                  <a:pt x="154" y="512"/>
                </a:lnTo>
                <a:lnTo>
                  <a:pt x="155" y="511"/>
                </a:lnTo>
                <a:lnTo>
                  <a:pt x="155" y="510"/>
                </a:lnTo>
                <a:lnTo>
                  <a:pt x="155" y="509"/>
                </a:lnTo>
                <a:lnTo>
                  <a:pt x="154" y="505"/>
                </a:lnTo>
                <a:lnTo>
                  <a:pt x="154" y="504"/>
                </a:lnTo>
                <a:lnTo>
                  <a:pt x="154" y="503"/>
                </a:lnTo>
                <a:lnTo>
                  <a:pt x="154" y="501"/>
                </a:lnTo>
                <a:lnTo>
                  <a:pt x="154" y="500"/>
                </a:lnTo>
                <a:lnTo>
                  <a:pt x="155" y="500"/>
                </a:lnTo>
                <a:lnTo>
                  <a:pt x="154" y="499"/>
                </a:lnTo>
                <a:lnTo>
                  <a:pt x="154" y="498"/>
                </a:lnTo>
                <a:lnTo>
                  <a:pt x="154" y="497"/>
                </a:lnTo>
                <a:lnTo>
                  <a:pt x="153" y="497"/>
                </a:lnTo>
                <a:lnTo>
                  <a:pt x="154" y="496"/>
                </a:lnTo>
                <a:lnTo>
                  <a:pt x="154" y="495"/>
                </a:lnTo>
                <a:lnTo>
                  <a:pt x="154" y="494"/>
                </a:lnTo>
                <a:lnTo>
                  <a:pt x="153" y="494"/>
                </a:lnTo>
                <a:lnTo>
                  <a:pt x="153" y="493"/>
                </a:lnTo>
                <a:lnTo>
                  <a:pt x="153" y="491"/>
                </a:lnTo>
                <a:lnTo>
                  <a:pt x="153" y="490"/>
                </a:lnTo>
                <a:lnTo>
                  <a:pt x="153" y="489"/>
                </a:lnTo>
                <a:lnTo>
                  <a:pt x="153" y="487"/>
                </a:lnTo>
                <a:lnTo>
                  <a:pt x="153" y="485"/>
                </a:lnTo>
                <a:lnTo>
                  <a:pt x="152" y="485"/>
                </a:lnTo>
                <a:lnTo>
                  <a:pt x="152" y="484"/>
                </a:lnTo>
                <a:lnTo>
                  <a:pt x="152" y="483"/>
                </a:lnTo>
                <a:lnTo>
                  <a:pt x="151" y="483"/>
                </a:lnTo>
                <a:lnTo>
                  <a:pt x="151" y="482"/>
                </a:lnTo>
                <a:lnTo>
                  <a:pt x="150" y="481"/>
                </a:lnTo>
                <a:lnTo>
                  <a:pt x="150" y="480"/>
                </a:lnTo>
                <a:lnTo>
                  <a:pt x="149" y="479"/>
                </a:lnTo>
                <a:lnTo>
                  <a:pt x="149" y="478"/>
                </a:lnTo>
                <a:lnTo>
                  <a:pt x="148" y="477"/>
                </a:lnTo>
                <a:lnTo>
                  <a:pt x="148" y="476"/>
                </a:lnTo>
                <a:lnTo>
                  <a:pt x="149" y="476"/>
                </a:lnTo>
                <a:lnTo>
                  <a:pt x="148" y="476"/>
                </a:lnTo>
                <a:lnTo>
                  <a:pt x="148" y="475"/>
                </a:lnTo>
                <a:lnTo>
                  <a:pt x="148" y="474"/>
                </a:lnTo>
                <a:lnTo>
                  <a:pt x="148" y="473"/>
                </a:lnTo>
                <a:lnTo>
                  <a:pt x="148" y="472"/>
                </a:lnTo>
                <a:lnTo>
                  <a:pt x="149" y="469"/>
                </a:lnTo>
                <a:lnTo>
                  <a:pt x="149" y="468"/>
                </a:lnTo>
                <a:lnTo>
                  <a:pt x="149" y="467"/>
                </a:lnTo>
                <a:lnTo>
                  <a:pt x="149" y="466"/>
                </a:lnTo>
                <a:lnTo>
                  <a:pt x="149" y="464"/>
                </a:lnTo>
                <a:lnTo>
                  <a:pt x="150" y="464"/>
                </a:lnTo>
                <a:lnTo>
                  <a:pt x="150" y="463"/>
                </a:lnTo>
                <a:lnTo>
                  <a:pt x="150" y="462"/>
                </a:lnTo>
                <a:lnTo>
                  <a:pt x="150" y="461"/>
                </a:lnTo>
                <a:lnTo>
                  <a:pt x="150" y="460"/>
                </a:lnTo>
                <a:lnTo>
                  <a:pt x="150" y="459"/>
                </a:lnTo>
                <a:lnTo>
                  <a:pt x="150" y="458"/>
                </a:lnTo>
                <a:lnTo>
                  <a:pt x="151" y="458"/>
                </a:lnTo>
                <a:lnTo>
                  <a:pt x="151" y="456"/>
                </a:lnTo>
                <a:lnTo>
                  <a:pt x="152" y="456"/>
                </a:lnTo>
                <a:lnTo>
                  <a:pt x="152" y="455"/>
                </a:lnTo>
                <a:lnTo>
                  <a:pt x="152" y="454"/>
                </a:lnTo>
                <a:lnTo>
                  <a:pt x="152" y="453"/>
                </a:lnTo>
                <a:lnTo>
                  <a:pt x="153" y="452"/>
                </a:lnTo>
                <a:lnTo>
                  <a:pt x="153" y="451"/>
                </a:lnTo>
                <a:lnTo>
                  <a:pt x="154" y="450"/>
                </a:lnTo>
                <a:lnTo>
                  <a:pt x="154" y="449"/>
                </a:lnTo>
                <a:lnTo>
                  <a:pt x="155" y="449"/>
                </a:lnTo>
                <a:lnTo>
                  <a:pt x="155" y="448"/>
                </a:lnTo>
                <a:lnTo>
                  <a:pt x="154" y="448"/>
                </a:lnTo>
                <a:lnTo>
                  <a:pt x="153" y="448"/>
                </a:lnTo>
                <a:lnTo>
                  <a:pt x="153" y="447"/>
                </a:lnTo>
                <a:lnTo>
                  <a:pt x="153" y="446"/>
                </a:lnTo>
                <a:lnTo>
                  <a:pt x="153" y="445"/>
                </a:lnTo>
                <a:lnTo>
                  <a:pt x="152" y="441"/>
                </a:lnTo>
                <a:lnTo>
                  <a:pt x="152" y="437"/>
                </a:lnTo>
                <a:lnTo>
                  <a:pt x="152" y="436"/>
                </a:lnTo>
                <a:lnTo>
                  <a:pt x="152" y="435"/>
                </a:lnTo>
                <a:lnTo>
                  <a:pt x="152" y="434"/>
                </a:lnTo>
                <a:lnTo>
                  <a:pt x="153" y="433"/>
                </a:lnTo>
                <a:lnTo>
                  <a:pt x="152" y="433"/>
                </a:lnTo>
                <a:lnTo>
                  <a:pt x="152" y="432"/>
                </a:lnTo>
                <a:lnTo>
                  <a:pt x="151" y="432"/>
                </a:lnTo>
                <a:lnTo>
                  <a:pt x="151" y="431"/>
                </a:lnTo>
                <a:lnTo>
                  <a:pt x="151" y="430"/>
                </a:lnTo>
                <a:lnTo>
                  <a:pt x="150" y="430"/>
                </a:lnTo>
                <a:lnTo>
                  <a:pt x="150" y="429"/>
                </a:lnTo>
                <a:lnTo>
                  <a:pt x="149" y="429"/>
                </a:lnTo>
                <a:lnTo>
                  <a:pt x="149" y="428"/>
                </a:lnTo>
                <a:lnTo>
                  <a:pt x="150" y="427"/>
                </a:lnTo>
                <a:lnTo>
                  <a:pt x="149" y="426"/>
                </a:lnTo>
                <a:lnTo>
                  <a:pt x="148" y="426"/>
                </a:lnTo>
                <a:lnTo>
                  <a:pt x="148" y="425"/>
                </a:lnTo>
                <a:lnTo>
                  <a:pt x="147" y="425"/>
                </a:lnTo>
                <a:lnTo>
                  <a:pt x="148" y="424"/>
                </a:lnTo>
                <a:lnTo>
                  <a:pt x="147" y="423"/>
                </a:lnTo>
                <a:lnTo>
                  <a:pt x="147" y="422"/>
                </a:lnTo>
                <a:lnTo>
                  <a:pt x="147" y="421"/>
                </a:lnTo>
                <a:lnTo>
                  <a:pt x="147" y="420"/>
                </a:lnTo>
                <a:lnTo>
                  <a:pt x="148" y="420"/>
                </a:lnTo>
                <a:lnTo>
                  <a:pt x="148" y="419"/>
                </a:lnTo>
                <a:lnTo>
                  <a:pt x="146" y="418"/>
                </a:lnTo>
                <a:lnTo>
                  <a:pt x="146" y="417"/>
                </a:lnTo>
                <a:lnTo>
                  <a:pt x="146" y="415"/>
                </a:lnTo>
                <a:lnTo>
                  <a:pt x="146" y="414"/>
                </a:lnTo>
                <a:lnTo>
                  <a:pt x="147" y="414"/>
                </a:lnTo>
                <a:lnTo>
                  <a:pt x="147" y="413"/>
                </a:lnTo>
                <a:lnTo>
                  <a:pt x="147" y="412"/>
                </a:lnTo>
                <a:lnTo>
                  <a:pt x="147" y="411"/>
                </a:lnTo>
                <a:lnTo>
                  <a:pt x="147" y="410"/>
                </a:lnTo>
                <a:lnTo>
                  <a:pt x="147" y="409"/>
                </a:lnTo>
                <a:lnTo>
                  <a:pt x="147" y="408"/>
                </a:lnTo>
                <a:lnTo>
                  <a:pt x="146" y="407"/>
                </a:lnTo>
                <a:lnTo>
                  <a:pt x="146" y="406"/>
                </a:lnTo>
                <a:lnTo>
                  <a:pt x="146" y="405"/>
                </a:lnTo>
                <a:lnTo>
                  <a:pt x="146" y="404"/>
                </a:lnTo>
                <a:lnTo>
                  <a:pt x="146" y="403"/>
                </a:lnTo>
                <a:lnTo>
                  <a:pt x="146" y="402"/>
                </a:lnTo>
                <a:lnTo>
                  <a:pt x="146" y="401"/>
                </a:lnTo>
                <a:lnTo>
                  <a:pt x="146" y="400"/>
                </a:lnTo>
                <a:lnTo>
                  <a:pt x="146" y="399"/>
                </a:lnTo>
                <a:lnTo>
                  <a:pt x="145" y="398"/>
                </a:lnTo>
                <a:lnTo>
                  <a:pt x="145" y="397"/>
                </a:lnTo>
                <a:lnTo>
                  <a:pt x="145" y="395"/>
                </a:lnTo>
                <a:lnTo>
                  <a:pt x="145" y="394"/>
                </a:lnTo>
                <a:lnTo>
                  <a:pt x="144" y="392"/>
                </a:lnTo>
                <a:lnTo>
                  <a:pt x="143" y="392"/>
                </a:lnTo>
                <a:lnTo>
                  <a:pt x="143" y="391"/>
                </a:lnTo>
                <a:lnTo>
                  <a:pt x="144" y="390"/>
                </a:lnTo>
                <a:lnTo>
                  <a:pt x="143" y="389"/>
                </a:lnTo>
                <a:lnTo>
                  <a:pt x="142" y="388"/>
                </a:lnTo>
                <a:lnTo>
                  <a:pt x="142" y="387"/>
                </a:lnTo>
                <a:lnTo>
                  <a:pt x="142" y="386"/>
                </a:lnTo>
                <a:lnTo>
                  <a:pt x="143" y="386"/>
                </a:lnTo>
                <a:lnTo>
                  <a:pt x="143" y="385"/>
                </a:lnTo>
                <a:lnTo>
                  <a:pt x="142" y="384"/>
                </a:lnTo>
                <a:lnTo>
                  <a:pt x="142" y="383"/>
                </a:lnTo>
                <a:lnTo>
                  <a:pt x="143" y="382"/>
                </a:lnTo>
                <a:lnTo>
                  <a:pt x="143" y="381"/>
                </a:lnTo>
                <a:lnTo>
                  <a:pt x="143" y="380"/>
                </a:lnTo>
                <a:lnTo>
                  <a:pt x="143" y="379"/>
                </a:lnTo>
                <a:lnTo>
                  <a:pt x="142" y="379"/>
                </a:lnTo>
                <a:lnTo>
                  <a:pt x="141" y="379"/>
                </a:lnTo>
                <a:lnTo>
                  <a:pt x="141" y="378"/>
                </a:lnTo>
                <a:lnTo>
                  <a:pt x="142" y="377"/>
                </a:lnTo>
                <a:lnTo>
                  <a:pt x="142" y="376"/>
                </a:lnTo>
                <a:lnTo>
                  <a:pt x="141" y="375"/>
                </a:lnTo>
                <a:lnTo>
                  <a:pt x="141" y="374"/>
                </a:lnTo>
                <a:lnTo>
                  <a:pt x="141" y="373"/>
                </a:lnTo>
                <a:lnTo>
                  <a:pt x="140" y="371"/>
                </a:lnTo>
                <a:lnTo>
                  <a:pt x="140" y="370"/>
                </a:lnTo>
                <a:lnTo>
                  <a:pt x="141" y="369"/>
                </a:lnTo>
                <a:lnTo>
                  <a:pt x="142" y="369"/>
                </a:lnTo>
                <a:lnTo>
                  <a:pt x="143" y="369"/>
                </a:lnTo>
                <a:lnTo>
                  <a:pt x="143" y="368"/>
                </a:lnTo>
                <a:lnTo>
                  <a:pt x="143" y="367"/>
                </a:lnTo>
                <a:lnTo>
                  <a:pt x="144" y="367"/>
                </a:lnTo>
                <a:lnTo>
                  <a:pt x="145" y="367"/>
                </a:lnTo>
                <a:lnTo>
                  <a:pt x="145" y="366"/>
                </a:lnTo>
                <a:lnTo>
                  <a:pt x="145" y="365"/>
                </a:lnTo>
                <a:lnTo>
                  <a:pt x="145" y="364"/>
                </a:lnTo>
                <a:lnTo>
                  <a:pt x="145" y="363"/>
                </a:lnTo>
                <a:lnTo>
                  <a:pt x="144" y="362"/>
                </a:lnTo>
                <a:lnTo>
                  <a:pt x="142" y="361"/>
                </a:lnTo>
                <a:lnTo>
                  <a:pt x="141" y="361"/>
                </a:lnTo>
                <a:lnTo>
                  <a:pt x="140" y="361"/>
                </a:lnTo>
                <a:lnTo>
                  <a:pt x="140" y="360"/>
                </a:lnTo>
                <a:lnTo>
                  <a:pt x="139" y="360"/>
                </a:lnTo>
                <a:lnTo>
                  <a:pt x="138" y="359"/>
                </a:lnTo>
                <a:lnTo>
                  <a:pt x="138" y="358"/>
                </a:lnTo>
                <a:lnTo>
                  <a:pt x="138" y="357"/>
                </a:lnTo>
                <a:lnTo>
                  <a:pt x="137" y="356"/>
                </a:lnTo>
                <a:lnTo>
                  <a:pt x="136" y="356"/>
                </a:lnTo>
                <a:lnTo>
                  <a:pt x="135" y="356"/>
                </a:lnTo>
                <a:lnTo>
                  <a:pt x="135" y="355"/>
                </a:lnTo>
                <a:lnTo>
                  <a:pt x="135" y="354"/>
                </a:lnTo>
                <a:lnTo>
                  <a:pt x="134" y="353"/>
                </a:lnTo>
                <a:lnTo>
                  <a:pt x="132" y="352"/>
                </a:lnTo>
                <a:lnTo>
                  <a:pt x="131" y="351"/>
                </a:lnTo>
                <a:lnTo>
                  <a:pt x="130" y="351"/>
                </a:lnTo>
                <a:lnTo>
                  <a:pt x="129" y="350"/>
                </a:lnTo>
                <a:lnTo>
                  <a:pt x="129" y="349"/>
                </a:lnTo>
                <a:lnTo>
                  <a:pt x="128" y="348"/>
                </a:lnTo>
                <a:lnTo>
                  <a:pt x="129" y="347"/>
                </a:lnTo>
                <a:lnTo>
                  <a:pt x="129" y="346"/>
                </a:lnTo>
                <a:lnTo>
                  <a:pt x="130" y="345"/>
                </a:lnTo>
                <a:lnTo>
                  <a:pt x="130" y="344"/>
                </a:lnTo>
                <a:lnTo>
                  <a:pt x="130" y="343"/>
                </a:lnTo>
                <a:lnTo>
                  <a:pt x="130" y="342"/>
                </a:lnTo>
                <a:lnTo>
                  <a:pt x="131" y="342"/>
                </a:lnTo>
                <a:lnTo>
                  <a:pt x="131" y="341"/>
                </a:lnTo>
                <a:lnTo>
                  <a:pt x="131" y="340"/>
                </a:lnTo>
                <a:lnTo>
                  <a:pt x="131" y="339"/>
                </a:lnTo>
                <a:lnTo>
                  <a:pt x="130" y="338"/>
                </a:lnTo>
                <a:lnTo>
                  <a:pt x="130" y="337"/>
                </a:lnTo>
                <a:lnTo>
                  <a:pt x="129" y="337"/>
                </a:lnTo>
                <a:lnTo>
                  <a:pt x="128" y="336"/>
                </a:lnTo>
                <a:lnTo>
                  <a:pt x="128" y="335"/>
                </a:lnTo>
                <a:lnTo>
                  <a:pt x="127" y="335"/>
                </a:lnTo>
                <a:lnTo>
                  <a:pt x="125" y="334"/>
                </a:lnTo>
                <a:lnTo>
                  <a:pt x="124" y="333"/>
                </a:lnTo>
                <a:lnTo>
                  <a:pt x="125" y="332"/>
                </a:lnTo>
                <a:lnTo>
                  <a:pt x="124" y="332"/>
                </a:lnTo>
                <a:lnTo>
                  <a:pt x="124" y="331"/>
                </a:lnTo>
                <a:lnTo>
                  <a:pt x="123" y="331"/>
                </a:lnTo>
                <a:lnTo>
                  <a:pt x="123" y="330"/>
                </a:lnTo>
                <a:lnTo>
                  <a:pt x="122" y="327"/>
                </a:lnTo>
                <a:lnTo>
                  <a:pt x="122" y="326"/>
                </a:lnTo>
                <a:lnTo>
                  <a:pt x="121" y="325"/>
                </a:lnTo>
                <a:lnTo>
                  <a:pt x="120" y="324"/>
                </a:lnTo>
                <a:lnTo>
                  <a:pt x="119" y="324"/>
                </a:lnTo>
                <a:lnTo>
                  <a:pt x="119" y="323"/>
                </a:lnTo>
                <a:lnTo>
                  <a:pt x="118" y="322"/>
                </a:lnTo>
                <a:lnTo>
                  <a:pt x="117" y="322"/>
                </a:lnTo>
                <a:lnTo>
                  <a:pt x="117" y="321"/>
                </a:lnTo>
                <a:lnTo>
                  <a:pt x="116" y="321"/>
                </a:lnTo>
                <a:lnTo>
                  <a:pt x="116" y="320"/>
                </a:lnTo>
                <a:lnTo>
                  <a:pt x="114" y="320"/>
                </a:lnTo>
                <a:lnTo>
                  <a:pt x="113" y="320"/>
                </a:lnTo>
                <a:lnTo>
                  <a:pt x="113" y="319"/>
                </a:lnTo>
                <a:lnTo>
                  <a:pt x="114" y="319"/>
                </a:lnTo>
                <a:lnTo>
                  <a:pt x="114" y="318"/>
                </a:lnTo>
                <a:lnTo>
                  <a:pt x="115" y="317"/>
                </a:lnTo>
                <a:lnTo>
                  <a:pt x="115" y="316"/>
                </a:lnTo>
                <a:lnTo>
                  <a:pt x="114" y="316"/>
                </a:lnTo>
                <a:lnTo>
                  <a:pt x="114" y="315"/>
                </a:lnTo>
                <a:lnTo>
                  <a:pt x="113" y="315"/>
                </a:lnTo>
                <a:lnTo>
                  <a:pt x="113" y="314"/>
                </a:lnTo>
                <a:lnTo>
                  <a:pt x="113" y="312"/>
                </a:lnTo>
                <a:lnTo>
                  <a:pt x="113" y="311"/>
                </a:lnTo>
                <a:lnTo>
                  <a:pt x="114" y="309"/>
                </a:lnTo>
                <a:lnTo>
                  <a:pt x="114" y="307"/>
                </a:lnTo>
                <a:lnTo>
                  <a:pt x="115" y="306"/>
                </a:lnTo>
                <a:lnTo>
                  <a:pt x="115" y="305"/>
                </a:lnTo>
                <a:lnTo>
                  <a:pt x="116" y="305"/>
                </a:lnTo>
                <a:lnTo>
                  <a:pt x="116" y="304"/>
                </a:lnTo>
                <a:lnTo>
                  <a:pt x="117" y="304"/>
                </a:lnTo>
                <a:lnTo>
                  <a:pt x="118" y="304"/>
                </a:lnTo>
                <a:lnTo>
                  <a:pt x="120" y="305"/>
                </a:lnTo>
                <a:lnTo>
                  <a:pt x="121" y="305"/>
                </a:lnTo>
                <a:lnTo>
                  <a:pt x="122" y="306"/>
                </a:lnTo>
                <a:lnTo>
                  <a:pt x="122" y="307"/>
                </a:lnTo>
                <a:lnTo>
                  <a:pt x="123" y="308"/>
                </a:lnTo>
                <a:lnTo>
                  <a:pt x="124" y="308"/>
                </a:lnTo>
                <a:lnTo>
                  <a:pt x="124" y="309"/>
                </a:lnTo>
                <a:lnTo>
                  <a:pt x="125" y="309"/>
                </a:lnTo>
                <a:lnTo>
                  <a:pt x="125" y="310"/>
                </a:lnTo>
                <a:lnTo>
                  <a:pt x="125" y="311"/>
                </a:lnTo>
                <a:lnTo>
                  <a:pt x="126" y="312"/>
                </a:lnTo>
                <a:lnTo>
                  <a:pt x="127" y="312"/>
                </a:lnTo>
                <a:lnTo>
                  <a:pt x="128" y="313"/>
                </a:lnTo>
                <a:lnTo>
                  <a:pt x="129" y="313"/>
                </a:lnTo>
                <a:lnTo>
                  <a:pt x="129" y="312"/>
                </a:lnTo>
                <a:lnTo>
                  <a:pt x="130" y="312"/>
                </a:lnTo>
                <a:lnTo>
                  <a:pt x="131" y="311"/>
                </a:lnTo>
                <a:lnTo>
                  <a:pt x="131" y="310"/>
                </a:lnTo>
                <a:lnTo>
                  <a:pt x="131" y="309"/>
                </a:lnTo>
                <a:lnTo>
                  <a:pt x="131" y="308"/>
                </a:lnTo>
                <a:lnTo>
                  <a:pt x="131" y="307"/>
                </a:lnTo>
                <a:lnTo>
                  <a:pt x="132" y="307"/>
                </a:lnTo>
                <a:lnTo>
                  <a:pt x="132" y="306"/>
                </a:lnTo>
                <a:lnTo>
                  <a:pt x="133" y="306"/>
                </a:lnTo>
                <a:lnTo>
                  <a:pt x="134" y="305"/>
                </a:lnTo>
                <a:lnTo>
                  <a:pt x="134" y="304"/>
                </a:lnTo>
                <a:lnTo>
                  <a:pt x="135" y="304"/>
                </a:lnTo>
                <a:lnTo>
                  <a:pt x="136" y="304"/>
                </a:lnTo>
                <a:lnTo>
                  <a:pt x="136" y="303"/>
                </a:lnTo>
                <a:lnTo>
                  <a:pt x="137" y="302"/>
                </a:lnTo>
                <a:lnTo>
                  <a:pt x="138" y="301"/>
                </a:lnTo>
                <a:lnTo>
                  <a:pt x="138" y="300"/>
                </a:lnTo>
                <a:lnTo>
                  <a:pt x="137" y="299"/>
                </a:lnTo>
                <a:lnTo>
                  <a:pt x="137" y="298"/>
                </a:lnTo>
                <a:lnTo>
                  <a:pt x="136" y="298"/>
                </a:lnTo>
                <a:lnTo>
                  <a:pt x="136" y="297"/>
                </a:lnTo>
                <a:lnTo>
                  <a:pt x="135" y="297"/>
                </a:lnTo>
                <a:lnTo>
                  <a:pt x="134" y="296"/>
                </a:lnTo>
                <a:lnTo>
                  <a:pt x="135" y="296"/>
                </a:lnTo>
                <a:lnTo>
                  <a:pt x="135" y="295"/>
                </a:lnTo>
                <a:lnTo>
                  <a:pt x="134" y="295"/>
                </a:lnTo>
                <a:lnTo>
                  <a:pt x="134" y="294"/>
                </a:lnTo>
                <a:lnTo>
                  <a:pt x="133" y="294"/>
                </a:lnTo>
                <a:lnTo>
                  <a:pt x="132" y="293"/>
                </a:lnTo>
                <a:lnTo>
                  <a:pt x="130" y="292"/>
                </a:lnTo>
                <a:lnTo>
                  <a:pt x="130" y="291"/>
                </a:lnTo>
                <a:lnTo>
                  <a:pt x="129" y="290"/>
                </a:lnTo>
                <a:lnTo>
                  <a:pt x="127" y="289"/>
                </a:lnTo>
                <a:lnTo>
                  <a:pt x="126" y="289"/>
                </a:lnTo>
                <a:lnTo>
                  <a:pt x="125" y="288"/>
                </a:lnTo>
                <a:lnTo>
                  <a:pt x="122" y="286"/>
                </a:lnTo>
                <a:lnTo>
                  <a:pt x="122" y="285"/>
                </a:lnTo>
                <a:lnTo>
                  <a:pt x="121" y="285"/>
                </a:lnTo>
                <a:lnTo>
                  <a:pt x="121" y="284"/>
                </a:lnTo>
                <a:lnTo>
                  <a:pt x="121" y="283"/>
                </a:lnTo>
                <a:lnTo>
                  <a:pt x="120" y="282"/>
                </a:lnTo>
                <a:lnTo>
                  <a:pt x="118" y="281"/>
                </a:lnTo>
                <a:lnTo>
                  <a:pt x="117" y="280"/>
                </a:lnTo>
                <a:lnTo>
                  <a:pt x="116" y="279"/>
                </a:lnTo>
                <a:lnTo>
                  <a:pt x="115" y="278"/>
                </a:lnTo>
                <a:lnTo>
                  <a:pt x="114" y="278"/>
                </a:lnTo>
                <a:lnTo>
                  <a:pt x="113" y="277"/>
                </a:lnTo>
                <a:lnTo>
                  <a:pt x="112" y="276"/>
                </a:lnTo>
                <a:lnTo>
                  <a:pt x="112" y="275"/>
                </a:lnTo>
                <a:lnTo>
                  <a:pt x="111" y="275"/>
                </a:lnTo>
                <a:lnTo>
                  <a:pt x="111" y="274"/>
                </a:lnTo>
                <a:lnTo>
                  <a:pt x="110" y="273"/>
                </a:lnTo>
                <a:lnTo>
                  <a:pt x="109" y="273"/>
                </a:lnTo>
                <a:lnTo>
                  <a:pt x="108" y="272"/>
                </a:lnTo>
                <a:lnTo>
                  <a:pt x="108" y="271"/>
                </a:lnTo>
                <a:lnTo>
                  <a:pt x="108" y="270"/>
                </a:lnTo>
                <a:lnTo>
                  <a:pt x="109" y="270"/>
                </a:lnTo>
                <a:lnTo>
                  <a:pt x="108" y="269"/>
                </a:lnTo>
                <a:lnTo>
                  <a:pt x="109" y="268"/>
                </a:lnTo>
                <a:lnTo>
                  <a:pt x="108" y="268"/>
                </a:lnTo>
                <a:lnTo>
                  <a:pt x="107" y="267"/>
                </a:lnTo>
                <a:lnTo>
                  <a:pt x="108" y="266"/>
                </a:lnTo>
                <a:lnTo>
                  <a:pt x="108" y="265"/>
                </a:lnTo>
                <a:lnTo>
                  <a:pt x="107" y="265"/>
                </a:lnTo>
                <a:lnTo>
                  <a:pt x="107" y="266"/>
                </a:lnTo>
                <a:lnTo>
                  <a:pt x="106" y="265"/>
                </a:lnTo>
                <a:lnTo>
                  <a:pt x="105" y="265"/>
                </a:lnTo>
                <a:lnTo>
                  <a:pt x="105" y="263"/>
                </a:lnTo>
                <a:lnTo>
                  <a:pt x="104" y="261"/>
                </a:lnTo>
                <a:lnTo>
                  <a:pt x="103" y="260"/>
                </a:lnTo>
                <a:lnTo>
                  <a:pt x="101" y="259"/>
                </a:lnTo>
                <a:lnTo>
                  <a:pt x="100" y="259"/>
                </a:lnTo>
                <a:lnTo>
                  <a:pt x="99" y="258"/>
                </a:lnTo>
                <a:lnTo>
                  <a:pt x="100" y="258"/>
                </a:lnTo>
                <a:lnTo>
                  <a:pt x="100" y="257"/>
                </a:lnTo>
                <a:lnTo>
                  <a:pt x="99" y="257"/>
                </a:lnTo>
                <a:lnTo>
                  <a:pt x="99" y="256"/>
                </a:lnTo>
                <a:lnTo>
                  <a:pt x="98" y="256"/>
                </a:lnTo>
                <a:lnTo>
                  <a:pt x="98" y="255"/>
                </a:lnTo>
                <a:lnTo>
                  <a:pt x="98" y="254"/>
                </a:lnTo>
                <a:lnTo>
                  <a:pt x="97" y="254"/>
                </a:lnTo>
                <a:lnTo>
                  <a:pt x="96" y="254"/>
                </a:lnTo>
                <a:lnTo>
                  <a:pt x="96" y="253"/>
                </a:lnTo>
                <a:lnTo>
                  <a:pt x="96" y="252"/>
                </a:lnTo>
                <a:lnTo>
                  <a:pt x="97" y="251"/>
                </a:lnTo>
                <a:lnTo>
                  <a:pt x="96" y="251"/>
                </a:lnTo>
                <a:lnTo>
                  <a:pt x="96" y="250"/>
                </a:lnTo>
                <a:lnTo>
                  <a:pt x="95" y="250"/>
                </a:lnTo>
                <a:lnTo>
                  <a:pt x="95" y="249"/>
                </a:lnTo>
                <a:lnTo>
                  <a:pt x="95" y="248"/>
                </a:lnTo>
                <a:lnTo>
                  <a:pt x="94" y="247"/>
                </a:lnTo>
                <a:lnTo>
                  <a:pt x="95" y="246"/>
                </a:lnTo>
                <a:lnTo>
                  <a:pt x="95" y="245"/>
                </a:lnTo>
                <a:lnTo>
                  <a:pt x="96" y="245"/>
                </a:lnTo>
                <a:lnTo>
                  <a:pt x="97" y="244"/>
                </a:lnTo>
                <a:lnTo>
                  <a:pt x="98" y="243"/>
                </a:lnTo>
                <a:lnTo>
                  <a:pt x="97" y="243"/>
                </a:lnTo>
                <a:lnTo>
                  <a:pt x="96" y="242"/>
                </a:lnTo>
                <a:lnTo>
                  <a:pt x="97" y="241"/>
                </a:lnTo>
                <a:lnTo>
                  <a:pt x="98" y="241"/>
                </a:lnTo>
                <a:lnTo>
                  <a:pt x="97" y="239"/>
                </a:lnTo>
                <a:lnTo>
                  <a:pt x="97" y="238"/>
                </a:lnTo>
                <a:lnTo>
                  <a:pt x="97" y="237"/>
                </a:lnTo>
                <a:lnTo>
                  <a:pt x="98" y="236"/>
                </a:lnTo>
                <a:lnTo>
                  <a:pt x="97" y="235"/>
                </a:lnTo>
                <a:lnTo>
                  <a:pt x="96" y="235"/>
                </a:lnTo>
                <a:lnTo>
                  <a:pt x="96" y="234"/>
                </a:lnTo>
                <a:lnTo>
                  <a:pt x="95" y="234"/>
                </a:lnTo>
                <a:lnTo>
                  <a:pt x="95" y="233"/>
                </a:lnTo>
                <a:lnTo>
                  <a:pt x="95" y="232"/>
                </a:lnTo>
                <a:lnTo>
                  <a:pt x="94" y="231"/>
                </a:lnTo>
                <a:lnTo>
                  <a:pt x="93" y="231"/>
                </a:lnTo>
                <a:lnTo>
                  <a:pt x="93" y="230"/>
                </a:lnTo>
                <a:lnTo>
                  <a:pt x="92" y="229"/>
                </a:lnTo>
                <a:lnTo>
                  <a:pt x="91" y="229"/>
                </a:lnTo>
                <a:lnTo>
                  <a:pt x="91" y="228"/>
                </a:lnTo>
                <a:lnTo>
                  <a:pt x="90" y="227"/>
                </a:lnTo>
                <a:lnTo>
                  <a:pt x="89" y="227"/>
                </a:lnTo>
                <a:lnTo>
                  <a:pt x="90" y="227"/>
                </a:lnTo>
                <a:lnTo>
                  <a:pt x="89" y="227"/>
                </a:lnTo>
                <a:lnTo>
                  <a:pt x="88" y="225"/>
                </a:lnTo>
                <a:lnTo>
                  <a:pt x="87" y="225"/>
                </a:lnTo>
                <a:lnTo>
                  <a:pt x="86" y="225"/>
                </a:lnTo>
                <a:lnTo>
                  <a:pt x="87" y="224"/>
                </a:lnTo>
                <a:lnTo>
                  <a:pt x="86" y="224"/>
                </a:lnTo>
                <a:lnTo>
                  <a:pt x="85" y="223"/>
                </a:lnTo>
                <a:lnTo>
                  <a:pt x="85" y="222"/>
                </a:lnTo>
                <a:lnTo>
                  <a:pt x="85" y="221"/>
                </a:lnTo>
                <a:lnTo>
                  <a:pt x="84" y="220"/>
                </a:lnTo>
                <a:lnTo>
                  <a:pt x="84" y="219"/>
                </a:lnTo>
                <a:lnTo>
                  <a:pt x="83" y="218"/>
                </a:lnTo>
                <a:lnTo>
                  <a:pt x="83" y="217"/>
                </a:lnTo>
                <a:lnTo>
                  <a:pt x="83" y="216"/>
                </a:lnTo>
                <a:lnTo>
                  <a:pt x="82" y="215"/>
                </a:lnTo>
                <a:lnTo>
                  <a:pt x="81" y="214"/>
                </a:lnTo>
                <a:lnTo>
                  <a:pt x="80" y="213"/>
                </a:lnTo>
                <a:lnTo>
                  <a:pt x="79" y="213"/>
                </a:lnTo>
                <a:lnTo>
                  <a:pt x="78" y="213"/>
                </a:lnTo>
                <a:lnTo>
                  <a:pt x="78" y="212"/>
                </a:lnTo>
                <a:lnTo>
                  <a:pt x="79" y="211"/>
                </a:lnTo>
                <a:lnTo>
                  <a:pt x="78" y="211"/>
                </a:lnTo>
                <a:lnTo>
                  <a:pt x="78" y="210"/>
                </a:lnTo>
                <a:lnTo>
                  <a:pt x="79" y="210"/>
                </a:lnTo>
                <a:lnTo>
                  <a:pt x="79" y="209"/>
                </a:lnTo>
                <a:lnTo>
                  <a:pt x="79" y="208"/>
                </a:lnTo>
                <a:lnTo>
                  <a:pt x="78" y="207"/>
                </a:lnTo>
                <a:lnTo>
                  <a:pt x="77" y="204"/>
                </a:lnTo>
                <a:lnTo>
                  <a:pt x="77" y="203"/>
                </a:lnTo>
                <a:lnTo>
                  <a:pt x="78" y="203"/>
                </a:lnTo>
                <a:lnTo>
                  <a:pt x="78" y="202"/>
                </a:lnTo>
                <a:lnTo>
                  <a:pt x="78" y="201"/>
                </a:lnTo>
                <a:lnTo>
                  <a:pt x="77" y="201"/>
                </a:lnTo>
                <a:lnTo>
                  <a:pt x="76" y="200"/>
                </a:lnTo>
                <a:lnTo>
                  <a:pt x="75" y="200"/>
                </a:lnTo>
                <a:lnTo>
                  <a:pt x="75" y="199"/>
                </a:lnTo>
                <a:lnTo>
                  <a:pt x="74" y="198"/>
                </a:lnTo>
                <a:lnTo>
                  <a:pt x="73" y="198"/>
                </a:lnTo>
                <a:lnTo>
                  <a:pt x="72" y="198"/>
                </a:lnTo>
                <a:lnTo>
                  <a:pt x="71" y="198"/>
                </a:lnTo>
                <a:lnTo>
                  <a:pt x="71" y="197"/>
                </a:lnTo>
                <a:lnTo>
                  <a:pt x="70" y="197"/>
                </a:lnTo>
                <a:lnTo>
                  <a:pt x="70" y="196"/>
                </a:lnTo>
                <a:lnTo>
                  <a:pt x="70" y="195"/>
                </a:lnTo>
                <a:lnTo>
                  <a:pt x="69" y="196"/>
                </a:lnTo>
                <a:lnTo>
                  <a:pt x="68" y="196"/>
                </a:lnTo>
                <a:lnTo>
                  <a:pt x="67" y="195"/>
                </a:lnTo>
                <a:lnTo>
                  <a:pt x="67" y="196"/>
                </a:lnTo>
                <a:lnTo>
                  <a:pt x="66" y="196"/>
                </a:lnTo>
                <a:lnTo>
                  <a:pt x="65" y="195"/>
                </a:lnTo>
                <a:lnTo>
                  <a:pt x="65" y="194"/>
                </a:lnTo>
                <a:lnTo>
                  <a:pt x="64" y="194"/>
                </a:lnTo>
                <a:lnTo>
                  <a:pt x="64" y="193"/>
                </a:lnTo>
                <a:lnTo>
                  <a:pt x="63" y="193"/>
                </a:lnTo>
                <a:lnTo>
                  <a:pt x="62" y="193"/>
                </a:lnTo>
                <a:lnTo>
                  <a:pt x="61" y="192"/>
                </a:lnTo>
                <a:lnTo>
                  <a:pt x="61" y="191"/>
                </a:lnTo>
                <a:lnTo>
                  <a:pt x="61" y="190"/>
                </a:lnTo>
                <a:lnTo>
                  <a:pt x="60" y="190"/>
                </a:lnTo>
                <a:lnTo>
                  <a:pt x="59" y="190"/>
                </a:lnTo>
                <a:lnTo>
                  <a:pt x="58" y="190"/>
                </a:lnTo>
                <a:lnTo>
                  <a:pt x="58" y="189"/>
                </a:lnTo>
                <a:lnTo>
                  <a:pt x="57" y="189"/>
                </a:lnTo>
                <a:lnTo>
                  <a:pt x="56" y="188"/>
                </a:lnTo>
                <a:lnTo>
                  <a:pt x="55" y="188"/>
                </a:lnTo>
                <a:lnTo>
                  <a:pt x="55" y="189"/>
                </a:lnTo>
                <a:lnTo>
                  <a:pt x="54" y="188"/>
                </a:lnTo>
                <a:lnTo>
                  <a:pt x="53" y="188"/>
                </a:lnTo>
                <a:lnTo>
                  <a:pt x="53" y="187"/>
                </a:lnTo>
                <a:lnTo>
                  <a:pt x="52" y="187"/>
                </a:lnTo>
                <a:lnTo>
                  <a:pt x="51" y="187"/>
                </a:lnTo>
                <a:lnTo>
                  <a:pt x="50" y="186"/>
                </a:lnTo>
                <a:lnTo>
                  <a:pt x="49" y="187"/>
                </a:lnTo>
                <a:lnTo>
                  <a:pt x="48" y="187"/>
                </a:lnTo>
                <a:lnTo>
                  <a:pt x="47" y="186"/>
                </a:lnTo>
                <a:lnTo>
                  <a:pt x="46" y="186"/>
                </a:lnTo>
                <a:lnTo>
                  <a:pt x="45" y="186"/>
                </a:lnTo>
                <a:lnTo>
                  <a:pt x="45" y="185"/>
                </a:lnTo>
                <a:lnTo>
                  <a:pt x="44" y="185"/>
                </a:lnTo>
                <a:lnTo>
                  <a:pt x="43" y="185"/>
                </a:lnTo>
                <a:lnTo>
                  <a:pt x="42" y="185"/>
                </a:lnTo>
                <a:lnTo>
                  <a:pt x="41" y="185"/>
                </a:lnTo>
                <a:lnTo>
                  <a:pt x="41" y="184"/>
                </a:lnTo>
                <a:lnTo>
                  <a:pt x="40" y="184"/>
                </a:lnTo>
                <a:lnTo>
                  <a:pt x="40" y="183"/>
                </a:lnTo>
                <a:lnTo>
                  <a:pt x="39" y="183"/>
                </a:lnTo>
                <a:lnTo>
                  <a:pt x="38" y="184"/>
                </a:lnTo>
                <a:lnTo>
                  <a:pt x="38" y="183"/>
                </a:lnTo>
                <a:lnTo>
                  <a:pt x="37" y="183"/>
                </a:lnTo>
                <a:lnTo>
                  <a:pt x="37" y="182"/>
                </a:lnTo>
                <a:lnTo>
                  <a:pt x="36" y="182"/>
                </a:lnTo>
                <a:lnTo>
                  <a:pt x="35" y="183"/>
                </a:lnTo>
                <a:lnTo>
                  <a:pt x="34" y="183"/>
                </a:lnTo>
                <a:lnTo>
                  <a:pt x="34" y="182"/>
                </a:lnTo>
                <a:lnTo>
                  <a:pt x="33" y="182"/>
                </a:lnTo>
                <a:lnTo>
                  <a:pt x="32" y="182"/>
                </a:lnTo>
                <a:lnTo>
                  <a:pt x="31" y="182"/>
                </a:lnTo>
                <a:lnTo>
                  <a:pt x="31" y="181"/>
                </a:lnTo>
                <a:lnTo>
                  <a:pt x="30" y="180"/>
                </a:lnTo>
                <a:lnTo>
                  <a:pt x="29" y="180"/>
                </a:lnTo>
                <a:lnTo>
                  <a:pt x="28" y="180"/>
                </a:lnTo>
                <a:lnTo>
                  <a:pt x="28" y="179"/>
                </a:lnTo>
                <a:lnTo>
                  <a:pt x="27" y="179"/>
                </a:lnTo>
                <a:lnTo>
                  <a:pt x="27" y="178"/>
                </a:lnTo>
                <a:lnTo>
                  <a:pt x="26" y="178"/>
                </a:lnTo>
                <a:lnTo>
                  <a:pt x="26" y="177"/>
                </a:lnTo>
                <a:lnTo>
                  <a:pt x="25" y="177"/>
                </a:lnTo>
                <a:lnTo>
                  <a:pt x="25" y="178"/>
                </a:lnTo>
                <a:lnTo>
                  <a:pt x="25" y="177"/>
                </a:lnTo>
                <a:lnTo>
                  <a:pt x="24" y="177"/>
                </a:lnTo>
                <a:lnTo>
                  <a:pt x="24" y="176"/>
                </a:lnTo>
                <a:lnTo>
                  <a:pt x="23" y="175"/>
                </a:lnTo>
                <a:lnTo>
                  <a:pt x="23" y="174"/>
                </a:lnTo>
                <a:lnTo>
                  <a:pt x="23" y="173"/>
                </a:lnTo>
                <a:lnTo>
                  <a:pt x="22" y="173"/>
                </a:lnTo>
                <a:lnTo>
                  <a:pt x="22" y="174"/>
                </a:lnTo>
                <a:lnTo>
                  <a:pt x="21" y="174"/>
                </a:lnTo>
                <a:lnTo>
                  <a:pt x="21" y="173"/>
                </a:lnTo>
                <a:lnTo>
                  <a:pt x="20" y="173"/>
                </a:lnTo>
                <a:lnTo>
                  <a:pt x="19" y="173"/>
                </a:lnTo>
                <a:lnTo>
                  <a:pt x="18" y="173"/>
                </a:lnTo>
                <a:lnTo>
                  <a:pt x="17" y="173"/>
                </a:lnTo>
                <a:lnTo>
                  <a:pt x="17" y="172"/>
                </a:lnTo>
                <a:lnTo>
                  <a:pt x="17" y="171"/>
                </a:lnTo>
                <a:lnTo>
                  <a:pt x="16" y="171"/>
                </a:lnTo>
                <a:lnTo>
                  <a:pt x="16" y="172"/>
                </a:lnTo>
                <a:lnTo>
                  <a:pt x="15" y="172"/>
                </a:lnTo>
                <a:lnTo>
                  <a:pt x="15" y="171"/>
                </a:lnTo>
                <a:lnTo>
                  <a:pt x="15" y="170"/>
                </a:lnTo>
                <a:lnTo>
                  <a:pt x="14" y="170"/>
                </a:lnTo>
                <a:lnTo>
                  <a:pt x="13" y="170"/>
                </a:lnTo>
                <a:lnTo>
                  <a:pt x="12" y="170"/>
                </a:lnTo>
                <a:lnTo>
                  <a:pt x="12" y="169"/>
                </a:lnTo>
                <a:lnTo>
                  <a:pt x="12" y="168"/>
                </a:lnTo>
                <a:lnTo>
                  <a:pt x="11" y="168"/>
                </a:lnTo>
                <a:lnTo>
                  <a:pt x="10" y="168"/>
                </a:lnTo>
                <a:lnTo>
                  <a:pt x="10" y="167"/>
                </a:lnTo>
                <a:lnTo>
                  <a:pt x="9" y="166"/>
                </a:lnTo>
                <a:lnTo>
                  <a:pt x="8" y="165"/>
                </a:lnTo>
                <a:lnTo>
                  <a:pt x="7" y="165"/>
                </a:lnTo>
                <a:lnTo>
                  <a:pt x="6" y="164"/>
                </a:lnTo>
                <a:lnTo>
                  <a:pt x="7" y="164"/>
                </a:lnTo>
                <a:lnTo>
                  <a:pt x="7" y="163"/>
                </a:lnTo>
                <a:lnTo>
                  <a:pt x="7" y="162"/>
                </a:lnTo>
                <a:lnTo>
                  <a:pt x="6" y="162"/>
                </a:lnTo>
                <a:lnTo>
                  <a:pt x="6" y="161"/>
                </a:lnTo>
                <a:lnTo>
                  <a:pt x="5" y="161"/>
                </a:lnTo>
                <a:lnTo>
                  <a:pt x="4" y="159"/>
                </a:lnTo>
                <a:lnTo>
                  <a:pt x="4" y="158"/>
                </a:lnTo>
                <a:lnTo>
                  <a:pt x="3" y="157"/>
                </a:lnTo>
                <a:lnTo>
                  <a:pt x="3" y="156"/>
                </a:lnTo>
                <a:lnTo>
                  <a:pt x="3" y="155"/>
                </a:lnTo>
                <a:lnTo>
                  <a:pt x="3" y="154"/>
                </a:lnTo>
                <a:lnTo>
                  <a:pt x="2" y="153"/>
                </a:lnTo>
                <a:lnTo>
                  <a:pt x="2" y="152"/>
                </a:lnTo>
                <a:lnTo>
                  <a:pt x="3" y="152"/>
                </a:lnTo>
                <a:lnTo>
                  <a:pt x="4" y="152"/>
                </a:lnTo>
                <a:lnTo>
                  <a:pt x="4" y="151"/>
                </a:lnTo>
                <a:lnTo>
                  <a:pt x="4" y="150"/>
                </a:lnTo>
                <a:lnTo>
                  <a:pt x="3" y="150"/>
                </a:lnTo>
                <a:lnTo>
                  <a:pt x="3" y="149"/>
                </a:lnTo>
                <a:lnTo>
                  <a:pt x="3" y="148"/>
                </a:lnTo>
                <a:lnTo>
                  <a:pt x="2" y="148"/>
                </a:lnTo>
                <a:lnTo>
                  <a:pt x="2" y="147"/>
                </a:lnTo>
                <a:lnTo>
                  <a:pt x="2" y="146"/>
                </a:lnTo>
                <a:lnTo>
                  <a:pt x="0" y="146"/>
                </a:lnTo>
                <a:lnTo>
                  <a:pt x="0" y="145"/>
                </a:lnTo>
                <a:lnTo>
                  <a:pt x="0" y="144"/>
                </a:lnTo>
                <a:lnTo>
                  <a:pt x="1" y="143"/>
                </a:lnTo>
                <a:lnTo>
                  <a:pt x="1" y="142"/>
                </a:lnTo>
                <a:lnTo>
                  <a:pt x="2" y="142"/>
                </a:lnTo>
                <a:lnTo>
                  <a:pt x="1" y="141"/>
                </a:lnTo>
                <a:lnTo>
                  <a:pt x="1" y="140"/>
                </a:lnTo>
                <a:lnTo>
                  <a:pt x="1" y="139"/>
                </a:lnTo>
                <a:lnTo>
                  <a:pt x="2" y="139"/>
                </a:lnTo>
                <a:lnTo>
                  <a:pt x="3" y="139"/>
                </a:lnTo>
                <a:lnTo>
                  <a:pt x="3" y="138"/>
                </a:lnTo>
                <a:lnTo>
                  <a:pt x="4" y="138"/>
                </a:lnTo>
                <a:lnTo>
                  <a:pt x="5" y="138"/>
                </a:lnTo>
                <a:lnTo>
                  <a:pt x="5" y="137"/>
                </a:lnTo>
                <a:lnTo>
                  <a:pt x="6" y="137"/>
                </a:lnTo>
                <a:lnTo>
                  <a:pt x="7" y="137"/>
                </a:lnTo>
                <a:lnTo>
                  <a:pt x="8" y="137"/>
                </a:lnTo>
                <a:lnTo>
                  <a:pt x="9" y="137"/>
                </a:lnTo>
                <a:lnTo>
                  <a:pt x="10" y="137"/>
                </a:lnTo>
                <a:lnTo>
                  <a:pt x="11" y="136"/>
                </a:lnTo>
                <a:lnTo>
                  <a:pt x="12" y="136"/>
                </a:lnTo>
                <a:lnTo>
                  <a:pt x="14" y="136"/>
                </a:lnTo>
                <a:lnTo>
                  <a:pt x="15" y="136"/>
                </a:lnTo>
                <a:lnTo>
                  <a:pt x="15" y="135"/>
                </a:lnTo>
                <a:lnTo>
                  <a:pt x="14" y="133"/>
                </a:lnTo>
                <a:lnTo>
                  <a:pt x="13" y="133"/>
                </a:lnTo>
                <a:lnTo>
                  <a:pt x="13" y="132"/>
                </a:lnTo>
                <a:lnTo>
                  <a:pt x="14" y="132"/>
                </a:lnTo>
                <a:lnTo>
                  <a:pt x="15" y="132"/>
                </a:lnTo>
                <a:lnTo>
                  <a:pt x="16" y="131"/>
                </a:lnTo>
                <a:lnTo>
                  <a:pt x="17" y="131"/>
                </a:lnTo>
                <a:lnTo>
                  <a:pt x="17" y="130"/>
                </a:lnTo>
                <a:lnTo>
                  <a:pt x="17" y="129"/>
                </a:lnTo>
                <a:lnTo>
                  <a:pt x="17" y="128"/>
                </a:lnTo>
                <a:lnTo>
                  <a:pt x="16" y="128"/>
                </a:lnTo>
                <a:lnTo>
                  <a:pt x="16" y="127"/>
                </a:lnTo>
                <a:lnTo>
                  <a:pt x="15" y="125"/>
                </a:lnTo>
                <a:lnTo>
                  <a:pt x="14" y="124"/>
                </a:lnTo>
                <a:lnTo>
                  <a:pt x="13" y="124"/>
                </a:lnTo>
                <a:lnTo>
                  <a:pt x="12" y="123"/>
                </a:lnTo>
                <a:lnTo>
                  <a:pt x="12" y="122"/>
                </a:lnTo>
                <a:lnTo>
                  <a:pt x="13" y="121"/>
                </a:lnTo>
                <a:lnTo>
                  <a:pt x="13" y="120"/>
                </a:lnTo>
                <a:lnTo>
                  <a:pt x="12" y="119"/>
                </a:lnTo>
                <a:lnTo>
                  <a:pt x="12" y="118"/>
                </a:lnTo>
                <a:lnTo>
                  <a:pt x="12" y="117"/>
                </a:lnTo>
                <a:lnTo>
                  <a:pt x="13" y="117"/>
                </a:lnTo>
                <a:lnTo>
                  <a:pt x="14" y="117"/>
                </a:lnTo>
                <a:lnTo>
                  <a:pt x="14" y="116"/>
                </a:lnTo>
                <a:lnTo>
                  <a:pt x="15" y="116"/>
                </a:lnTo>
                <a:lnTo>
                  <a:pt x="15" y="115"/>
                </a:lnTo>
                <a:lnTo>
                  <a:pt x="16" y="115"/>
                </a:lnTo>
                <a:lnTo>
                  <a:pt x="16" y="114"/>
                </a:lnTo>
                <a:lnTo>
                  <a:pt x="16" y="113"/>
                </a:lnTo>
                <a:lnTo>
                  <a:pt x="17" y="113"/>
                </a:lnTo>
                <a:lnTo>
                  <a:pt x="18" y="113"/>
                </a:lnTo>
                <a:lnTo>
                  <a:pt x="19" y="112"/>
                </a:lnTo>
                <a:lnTo>
                  <a:pt x="20" y="112"/>
                </a:lnTo>
                <a:lnTo>
                  <a:pt x="20" y="111"/>
                </a:lnTo>
                <a:lnTo>
                  <a:pt x="20" y="110"/>
                </a:lnTo>
                <a:lnTo>
                  <a:pt x="21" y="109"/>
                </a:lnTo>
                <a:lnTo>
                  <a:pt x="22" y="109"/>
                </a:lnTo>
                <a:lnTo>
                  <a:pt x="23" y="107"/>
                </a:lnTo>
                <a:lnTo>
                  <a:pt x="23" y="106"/>
                </a:lnTo>
                <a:lnTo>
                  <a:pt x="23" y="105"/>
                </a:lnTo>
                <a:lnTo>
                  <a:pt x="23" y="104"/>
                </a:lnTo>
                <a:lnTo>
                  <a:pt x="24" y="104"/>
                </a:lnTo>
                <a:lnTo>
                  <a:pt x="24" y="103"/>
                </a:lnTo>
                <a:lnTo>
                  <a:pt x="24" y="102"/>
                </a:lnTo>
                <a:lnTo>
                  <a:pt x="24" y="101"/>
                </a:lnTo>
                <a:lnTo>
                  <a:pt x="24" y="100"/>
                </a:lnTo>
                <a:lnTo>
                  <a:pt x="24" y="99"/>
                </a:lnTo>
                <a:lnTo>
                  <a:pt x="25" y="99"/>
                </a:lnTo>
                <a:lnTo>
                  <a:pt x="26" y="99"/>
                </a:lnTo>
                <a:lnTo>
                  <a:pt x="27" y="99"/>
                </a:lnTo>
                <a:lnTo>
                  <a:pt x="28" y="99"/>
                </a:lnTo>
                <a:lnTo>
                  <a:pt x="29" y="99"/>
                </a:lnTo>
                <a:lnTo>
                  <a:pt x="30" y="99"/>
                </a:lnTo>
                <a:lnTo>
                  <a:pt x="29" y="99"/>
                </a:lnTo>
                <a:lnTo>
                  <a:pt x="29" y="98"/>
                </a:lnTo>
                <a:lnTo>
                  <a:pt x="30" y="97"/>
                </a:lnTo>
                <a:lnTo>
                  <a:pt x="31" y="97"/>
                </a:lnTo>
                <a:lnTo>
                  <a:pt x="32" y="97"/>
                </a:lnTo>
                <a:lnTo>
                  <a:pt x="32" y="96"/>
                </a:lnTo>
                <a:lnTo>
                  <a:pt x="33" y="95"/>
                </a:lnTo>
                <a:lnTo>
                  <a:pt x="34" y="95"/>
                </a:lnTo>
                <a:lnTo>
                  <a:pt x="35" y="94"/>
                </a:lnTo>
                <a:lnTo>
                  <a:pt x="36" y="94"/>
                </a:lnTo>
                <a:lnTo>
                  <a:pt x="36" y="93"/>
                </a:lnTo>
                <a:lnTo>
                  <a:pt x="37" y="93"/>
                </a:lnTo>
                <a:lnTo>
                  <a:pt x="37" y="92"/>
                </a:lnTo>
                <a:lnTo>
                  <a:pt x="36" y="92"/>
                </a:lnTo>
                <a:lnTo>
                  <a:pt x="35" y="92"/>
                </a:lnTo>
                <a:lnTo>
                  <a:pt x="34" y="91"/>
                </a:lnTo>
                <a:lnTo>
                  <a:pt x="33" y="91"/>
                </a:lnTo>
                <a:lnTo>
                  <a:pt x="32" y="91"/>
                </a:lnTo>
                <a:lnTo>
                  <a:pt x="32" y="90"/>
                </a:lnTo>
                <a:lnTo>
                  <a:pt x="31" y="90"/>
                </a:lnTo>
                <a:lnTo>
                  <a:pt x="30" y="90"/>
                </a:lnTo>
                <a:lnTo>
                  <a:pt x="29" y="90"/>
                </a:lnTo>
                <a:lnTo>
                  <a:pt x="29" y="89"/>
                </a:lnTo>
                <a:lnTo>
                  <a:pt x="28" y="89"/>
                </a:lnTo>
                <a:lnTo>
                  <a:pt x="28" y="88"/>
                </a:lnTo>
                <a:lnTo>
                  <a:pt x="27" y="88"/>
                </a:lnTo>
                <a:lnTo>
                  <a:pt x="26" y="88"/>
                </a:lnTo>
                <a:lnTo>
                  <a:pt x="25" y="88"/>
                </a:lnTo>
                <a:lnTo>
                  <a:pt x="25" y="87"/>
                </a:lnTo>
                <a:lnTo>
                  <a:pt x="24" y="87"/>
                </a:lnTo>
                <a:lnTo>
                  <a:pt x="23" y="88"/>
                </a:lnTo>
                <a:lnTo>
                  <a:pt x="22" y="88"/>
                </a:lnTo>
                <a:lnTo>
                  <a:pt x="22" y="87"/>
                </a:lnTo>
                <a:lnTo>
                  <a:pt x="21" y="87"/>
                </a:lnTo>
                <a:lnTo>
                  <a:pt x="21" y="86"/>
                </a:lnTo>
                <a:lnTo>
                  <a:pt x="20" y="86"/>
                </a:lnTo>
                <a:lnTo>
                  <a:pt x="20" y="87"/>
                </a:lnTo>
                <a:lnTo>
                  <a:pt x="19" y="87"/>
                </a:lnTo>
                <a:lnTo>
                  <a:pt x="18" y="87"/>
                </a:lnTo>
                <a:lnTo>
                  <a:pt x="18" y="86"/>
                </a:lnTo>
                <a:lnTo>
                  <a:pt x="18" y="85"/>
                </a:lnTo>
                <a:lnTo>
                  <a:pt x="17" y="85"/>
                </a:lnTo>
                <a:lnTo>
                  <a:pt x="17" y="84"/>
                </a:lnTo>
                <a:lnTo>
                  <a:pt x="17" y="83"/>
                </a:lnTo>
                <a:lnTo>
                  <a:pt x="16" y="83"/>
                </a:lnTo>
                <a:lnTo>
                  <a:pt x="15" y="82"/>
                </a:lnTo>
                <a:lnTo>
                  <a:pt x="14" y="81"/>
                </a:lnTo>
                <a:lnTo>
                  <a:pt x="15" y="80"/>
                </a:lnTo>
                <a:lnTo>
                  <a:pt x="15" y="79"/>
                </a:lnTo>
                <a:lnTo>
                  <a:pt x="15" y="78"/>
                </a:lnTo>
                <a:lnTo>
                  <a:pt x="15" y="77"/>
                </a:lnTo>
                <a:lnTo>
                  <a:pt x="15" y="76"/>
                </a:lnTo>
                <a:lnTo>
                  <a:pt x="16" y="76"/>
                </a:lnTo>
                <a:lnTo>
                  <a:pt x="16" y="75"/>
                </a:lnTo>
                <a:lnTo>
                  <a:pt x="15" y="75"/>
                </a:lnTo>
                <a:lnTo>
                  <a:pt x="14" y="75"/>
                </a:lnTo>
                <a:lnTo>
                  <a:pt x="14" y="74"/>
                </a:lnTo>
                <a:lnTo>
                  <a:pt x="13" y="74"/>
                </a:lnTo>
                <a:lnTo>
                  <a:pt x="12" y="74"/>
                </a:lnTo>
                <a:lnTo>
                  <a:pt x="11" y="74"/>
                </a:lnTo>
                <a:lnTo>
                  <a:pt x="10" y="74"/>
                </a:lnTo>
                <a:lnTo>
                  <a:pt x="10" y="75"/>
                </a:lnTo>
                <a:lnTo>
                  <a:pt x="9" y="75"/>
                </a:lnTo>
                <a:lnTo>
                  <a:pt x="9" y="74"/>
                </a:lnTo>
                <a:lnTo>
                  <a:pt x="8" y="74"/>
                </a:lnTo>
                <a:lnTo>
                  <a:pt x="8" y="73"/>
                </a:lnTo>
                <a:lnTo>
                  <a:pt x="7" y="73"/>
                </a:lnTo>
                <a:lnTo>
                  <a:pt x="6" y="73"/>
                </a:lnTo>
                <a:lnTo>
                  <a:pt x="6" y="72"/>
                </a:lnTo>
                <a:lnTo>
                  <a:pt x="5" y="71"/>
                </a:lnTo>
                <a:lnTo>
                  <a:pt x="5" y="70"/>
                </a:lnTo>
                <a:lnTo>
                  <a:pt x="6" y="69"/>
                </a:lnTo>
                <a:lnTo>
                  <a:pt x="6" y="68"/>
                </a:lnTo>
                <a:lnTo>
                  <a:pt x="6" y="67"/>
                </a:lnTo>
                <a:lnTo>
                  <a:pt x="7" y="66"/>
                </a:lnTo>
                <a:lnTo>
                  <a:pt x="7" y="65"/>
                </a:lnTo>
                <a:lnTo>
                  <a:pt x="8" y="65"/>
                </a:lnTo>
                <a:lnTo>
                  <a:pt x="7" y="63"/>
                </a:lnTo>
                <a:lnTo>
                  <a:pt x="6" y="62"/>
                </a:lnTo>
                <a:lnTo>
                  <a:pt x="7" y="61"/>
                </a:lnTo>
                <a:lnTo>
                  <a:pt x="7" y="60"/>
                </a:lnTo>
                <a:lnTo>
                  <a:pt x="6" y="60"/>
                </a:lnTo>
                <a:lnTo>
                  <a:pt x="6" y="59"/>
                </a:lnTo>
                <a:lnTo>
                  <a:pt x="6" y="58"/>
                </a:lnTo>
                <a:lnTo>
                  <a:pt x="6" y="57"/>
                </a:lnTo>
                <a:lnTo>
                  <a:pt x="6" y="56"/>
                </a:lnTo>
                <a:lnTo>
                  <a:pt x="5" y="56"/>
                </a:lnTo>
                <a:lnTo>
                  <a:pt x="5" y="55"/>
                </a:lnTo>
                <a:lnTo>
                  <a:pt x="5" y="54"/>
                </a:lnTo>
                <a:lnTo>
                  <a:pt x="5" y="53"/>
                </a:lnTo>
                <a:lnTo>
                  <a:pt x="4" y="52"/>
                </a:lnTo>
                <a:lnTo>
                  <a:pt x="3" y="52"/>
                </a:lnTo>
                <a:lnTo>
                  <a:pt x="3" y="51"/>
                </a:lnTo>
                <a:lnTo>
                  <a:pt x="2" y="51"/>
                </a:lnTo>
                <a:lnTo>
                  <a:pt x="2" y="50"/>
                </a:lnTo>
                <a:lnTo>
                  <a:pt x="2" y="49"/>
                </a:lnTo>
                <a:lnTo>
                  <a:pt x="2" y="48"/>
                </a:lnTo>
                <a:lnTo>
                  <a:pt x="3" y="48"/>
                </a:lnTo>
                <a:lnTo>
                  <a:pt x="4" y="48"/>
                </a:lnTo>
                <a:lnTo>
                  <a:pt x="4" y="47"/>
                </a:lnTo>
                <a:lnTo>
                  <a:pt x="4" y="46"/>
                </a:lnTo>
                <a:lnTo>
                  <a:pt x="4" y="45"/>
                </a:lnTo>
                <a:lnTo>
                  <a:pt x="3" y="44"/>
                </a:lnTo>
                <a:lnTo>
                  <a:pt x="3" y="43"/>
                </a:lnTo>
                <a:lnTo>
                  <a:pt x="4" y="43"/>
                </a:lnTo>
                <a:lnTo>
                  <a:pt x="5" y="44"/>
                </a:lnTo>
                <a:lnTo>
                  <a:pt x="6" y="43"/>
                </a:lnTo>
                <a:lnTo>
                  <a:pt x="7" y="43"/>
                </a:lnTo>
                <a:lnTo>
                  <a:pt x="8" y="43"/>
                </a:lnTo>
                <a:lnTo>
                  <a:pt x="9" y="43"/>
                </a:lnTo>
                <a:lnTo>
                  <a:pt x="10" y="43"/>
                </a:lnTo>
                <a:lnTo>
                  <a:pt x="10" y="42"/>
                </a:lnTo>
                <a:lnTo>
                  <a:pt x="11" y="42"/>
                </a:lnTo>
                <a:lnTo>
                  <a:pt x="12" y="42"/>
                </a:lnTo>
                <a:lnTo>
                  <a:pt x="13" y="42"/>
                </a:lnTo>
                <a:lnTo>
                  <a:pt x="13" y="41"/>
                </a:lnTo>
                <a:lnTo>
                  <a:pt x="14" y="41"/>
                </a:lnTo>
                <a:lnTo>
                  <a:pt x="15" y="42"/>
                </a:lnTo>
                <a:lnTo>
                  <a:pt x="16" y="42"/>
                </a:lnTo>
                <a:lnTo>
                  <a:pt x="17" y="41"/>
                </a:lnTo>
                <a:lnTo>
                  <a:pt x="18" y="41"/>
                </a:lnTo>
                <a:lnTo>
                  <a:pt x="19" y="41"/>
                </a:lnTo>
                <a:lnTo>
                  <a:pt x="20" y="40"/>
                </a:lnTo>
                <a:lnTo>
                  <a:pt x="21" y="40"/>
                </a:lnTo>
                <a:lnTo>
                  <a:pt x="21" y="39"/>
                </a:lnTo>
                <a:lnTo>
                  <a:pt x="22" y="39"/>
                </a:lnTo>
                <a:lnTo>
                  <a:pt x="23" y="39"/>
                </a:lnTo>
                <a:lnTo>
                  <a:pt x="24" y="39"/>
                </a:lnTo>
                <a:lnTo>
                  <a:pt x="24" y="40"/>
                </a:lnTo>
                <a:lnTo>
                  <a:pt x="25" y="40"/>
                </a:lnTo>
                <a:lnTo>
                  <a:pt x="26" y="40"/>
                </a:lnTo>
                <a:lnTo>
                  <a:pt x="26" y="39"/>
                </a:lnTo>
                <a:lnTo>
                  <a:pt x="26" y="38"/>
                </a:lnTo>
                <a:lnTo>
                  <a:pt x="26" y="37"/>
                </a:lnTo>
                <a:lnTo>
                  <a:pt x="27" y="37"/>
                </a:lnTo>
                <a:lnTo>
                  <a:pt x="28" y="36"/>
                </a:lnTo>
                <a:lnTo>
                  <a:pt x="28" y="35"/>
                </a:lnTo>
                <a:lnTo>
                  <a:pt x="28" y="34"/>
                </a:lnTo>
                <a:lnTo>
                  <a:pt x="27" y="33"/>
                </a:lnTo>
                <a:lnTo>
                  <a:pt x="27" y="32"/>
                </a:lnTo>
                <a:lnTo>
                  <a:pt x="27" y="31"/>
                </a:lnTo>
                <a:lnTo>
                  <a:pt x="28" y="31"/>
                </a:lnTo>
                <a:lnTo>
                  <a:pt x="29" y="31"/>
                </a:lnTo>
                <a:lnTo>
                  <a:pt x="30" y="30"/>
                </a:lnTo>
                <a:lnTo>
                  <a:pt x="31" y="30"/>
                </a:lnTo>
                <a:lnTo>
                  <a:pt x="31" y="29"/>
                </a:lnTo>
                <a:lnTo>
                  <a:pt x="31" y="28"/>
                </a:lnTo>
                <a:lnTo>
                  <a:pt x="32" y="28"/>
                </a:lnTo>
                <a:lnTo>
                  <a:pt x="32" y="27"/>
                </a:lnTo>
                <a:lnTo>
                  <a:pt x="32" y="26"/>
                </a:lnTo>
                <a:lnTo>
                  <a:pt x="31" y="25"/>
                </a:lnTo>
                <a:lnTo>
                  <a:pt x="31" y="24"/>
                </a:lnTo>
                <a:lnTo>
                  <a:pt x="30" y="24"/>
                </a:lnTo>
                <a:lnTo>
                  <a:pt x="30" y="23"/>
                </a:lnTo>
                <a:lnTo>
                  <a:pt x="29" y="23"/>
                </a:lnTo>
                <a:lnTo>
                  <a:pt x="29" y="22"/>
                </a:lnTo>
                <a:lnTo>
                  <a:pt x="28" y="21"/>
                </a:lnTo>
                <a:lnTo>
                  <a:pt x="28" y="20"/>
                </a:lnTo>
                <a:lnTo>
                  <a:pt x="28" y="19"/>
                </a:lnTo>
                <a:lnTo>
                  <a:pt x="29" y="18"/>
                </a:lnTo>
                <a:lnTo>
                  <a:pt x="30" y="18"/>
                </a:lnTo>
                <a:lnTo>
                  <a:pt x="31" y="18"/>
                </a:lnTo>
                <a:lnTo>
                  <a:pt x="32" y="17"/>
                </a:lnTo>
                <a:lnTo>
                  <a:pt x="35" y="16"/>
                </a:lnTo>
                <a:lnTo>
                  <a:pt x="37" y="16"/>
                </a:lnTo>
                <a:lnTo>
                  <a:pt x="38" y="15"/>
                </a:lnTo>
                <a:lnTo>
                  <a:pt x="39" y="15"/>
                </a:lnTo>
                <a:lnTo>
                  <a:pt x="39" y="14"/>
                </a:lnTo>
                <a:lnTo>
                  <a:pt x="40" y="12"/>
                </a:lnTo>
                <a:lnTo>
                  <a:pt x="40" y="11"/>
                </a:lnTo>
                <a:lnTo>
                  <a:pt x="41" y="11"/>
                </a:lnTo>
                <a:lnTo>
                  <a:pt x="42" y="11"/>
                </a:lnTo>
                <a:lnTo>
                  <a:pt x="44" y="11"/>
                </a:lnTo>
                <a:lnTo>
                  <a:pt x="46" y="11"/>
                </a:lnTo>
                <a:lnTo>
                  <a:pt x="47" y="11"/>
                </a:lnTo>
                <a:lnTo>
                  <a:pt x="48" y="11"/>
                </a:lnTo>
                <a:lnTo>
                  <a:pt x="49" y="11"/>
                </a:lnTo>
                <a:lnTo>
                  <a:pt x="49" y="10"/>
                </a:lnTo>
                <a:lnTo>
                  <a:pt x="50" y="11"/>
                </a:lnTo>
                <a:lnTo>
                  <a:pt x="52" y="11"/>
                </a:lnTo>
                <a:lnTo>
                  <a:pt x="52" y="12"/>
                </a:lnTo>
                <a:lnTo>
                  <a:pt x="53" y="12"/>
                </a:lnTo>
                <a:lnTo>
                  <a:pt x="54" y="12"/>
                </a:lnTo>
                <a:lnTo>
                  <a:pt x="54" y="13"/>
                </a:lnTo>
                <a:lnTo>
                  <a:pt x="55" y="13"/>
                </a:lnTo>
                <a:lnTo>
                  <a:pt x="56" y="14"/>
                </a:lnTo>
                <a:lnTo>
                  <a:pt x="56" y="15"/>
                </a:lnTo>
                <a:lnTo>
                  <a:pt x="57" y="15"/>
                </a:lnTo>
                <a:lnTo>
                  <a:pt x="58" y="16"/>
                </a:lnTo>
                <a:lnTo>
                  <a:pt x="59" y="16"/>
                </a:lnTo>
                <a:lnTo>
                  <a:pt x="60" y="17"/>
                </a:lnTo>
                <a:lnTo>
                  <a:pt x="61" y="19"/>
                </a:lnTo>
                <a:lnTo>
                  <a:pt x="62" y="20"/>
                </a:lnTo>
                <a:lnTo>
                  <a:pt x="63" y="20"/>
                </a:lnTo>
                <a:lnTo>
                  <a:pt x="64" y="20"/>
                </a:lnTo>
                <a:lnTo>
                  <a:pt x="65" y="20"/>
                </a:lnTo>
                <a:lnTo>
                  <a:pt x="66" y="20"/>
                </a:lnTo>
                <a:lnTo>
                  <a:pt x="66" y="19"/>
                </a:lnTo>
                <a:lnTo>
                  <a:pt x="67" y="19"/>
                </a:lnTo>
                <a:lnTo>
                  <a:pt x="69" y="20"/>
                </a:lnTo>
                <a:lnTo>
                  <a:pt x="70" y="21"/>
                </a:lnTo>
                <a:lnTo>
                  <a:pt x="71" y="21"/>
                </a:lnTo>
                <a:lnTo>
                  <a:pt x="72" y="21"/>
                </a:lnTo>
                <a:lnTo>
                  <a:pt x="73" y="21"/>
                </a:lnTo>
                <a:lnTo>
                  <a:pt x="73" y="22"/>
                </a:lnTo>
                <a:lnTo>
                  <a:pt x="74" y="22"/>
                </a:lnTo>
                <a:lnTo>
                  <a:pt x="75" y="22"/>
                </a:lnTo>
                <a:lnTo>
                  <a:pt x="75" y="23"/>
                </a:lnTo>
                <a:lnTo>
                  <a:pt x="76" y="23"/>
                </a:lnTo>
                <a:lnTo>
                  <a:pt x="77" y="23"/>
                </a:lnTo>
                <a:lnTo>
                  <a:pt x="77" y="24"/>
                </a:lnTo>
                <a:lnTo>
                  <a:pt x="78" y="24"/>
                </a:lnTo>
                <a:lnTo>
                  <a:pt x="79" y="23"/>
                </a:lnTo>
                <a:lnTo>
                  <a:pt x="80" y="24"/>
                </a:lnTo>
                <a:lnTo>
                  <a:pt x="81" y="23"/>
                </a:lnTo>
                <a:lnTo>
                  <a:pt x="82" y="23"/>
                </a:lnTo>
                <a:lnTo>
                  <a:pt x="83" y="23"/>
                </a:lnTo>
                <a:lnTo>
                  <a:pt x="84" y="23"/>
                </a:lnTo>
                <a:lnTo>
                  <a:pt x="86" y="23"/>
                </a:lnTo>
                <a:lnTo>
                  <a:pt x="87" y="23"/>
                </a:lnTo>
                <a:lnTo>
                  <a:pt x="88" y="22"/>
                </a:lnTo>
                <a:lnTo>
                  <a:pt x="90" y="22"/>
                </a:lnTo>
                <a:lnTo>
                  <a:pt x="91" y="22"/>
                </a:lnTo>
                <a:lnTo>
                  <a:pt x="92" y="23"/>
                </a:lnTo>
                <a:lnTo>
                  <a:pt x="95" y="23"/>
                </a:lnTo>
                <a:lnTo>
                  <a:pt x="94" y="23"/>
                </a:lnTo>
                <a:lnTo>
                  <a:pt x="94" y="24"/>
                </a:lnTo>
                <a:lnTo>
                  <a:pt x="94" y="25"/>
                </a:lnTo>
                <a:lnTo>
                  <a:pt x="94" y="26"/>
                </a:lnTo>
                <a:lnTo>
                  <a:pt x="94" y="27"/>
                </a:lnTo>
                <a:lnTo>
                  <a:pt x="95" y="27"/>
                </a:lnTo>
                <a:lnTo>
                  <a:pt x="95" y="28"/>
                </a:lnTo>
                <a:lnTo>
                  <a:pt x="96" y="28"/>
                </a:lnTo>
                <a:lnTo>
                  <a:pt x="97" y="29"/>
                </a:lnTo>
                <a:lnTo>
                  <a:pt x="97" y="30"/>
                </a:lnTo>
                <a:lnTo>
                  <a:pt x="98" y="31"/>
                </a:lnTo>
                <a:lnTo>
                  <a:pt x="98" y="32"/>
                </a:lnTo>
                <a:lnTo>
                  <a:pt x="97" y="32"/>
                </a:lnTo>
                <a:lnTo>
                  <a:pt x="98" y="33"/>
                </a:lnTo>
                <a:lnTo>
                  <a:pt x="98" y="34"/>
                </a:lnTo>
                <a:lnTo>
                  <a:pt x="98" y="35"/>
                </a:lnTo>
                <a:lnTo>
                  <a:pt x="97" y="35"/>
                </a:lnTo>
                <a:lnTo>
                  <a:pt x="97" y="36"/>
                </a:lnTo>
                <a:lnTo>
                  <a:pt x="96" y="36"/>
                </a:lnTo>
                <a:lnTo>
                  <a:pt x="95" y="36"/>
                </a:lnTo>
                <a:lnTo>
                  <a:pt x="95" y="37"/>
                </a:lnTo>
                <a:lnTo>
                  <a:pt x="96" y="37"/>
                </a:lnTo>
                <a:lnTo>
                  <a:pt x="95" y="38"/>
                </a:lnTo>
                <a:lnTo>
                  <a:pt x="95" y="39"/>
                </a:lnTo>
                <a:lnTo>
                  <a:pt x="95" y="40"/>
                </a:lnTo>
                <a:lnTo>
                  <a:pt x="96" y="40"/>
                </a:lnTo>
                <a:lnTo>
                  <a:pt x="97" y="41"/>
                </a:lnTo>
                <a:lnTo>
                  <a:pt x="97" y="42"/>
                </a:lnTo>
                <a:lnTo>
                  <a:pt x="97" y="43"/>
                </a:lnTo>
                <a:lnTo>
                  <a:pt x="96" y="43"/>
                </a:lnTo>
                <a:lnTo>
                  <a:pt x="95" y="44"/>
                </a:lnTo>
                <a:lnTo>
                  <a:pt x="95" y="45"/>
                </a:lnTo>
                <a:lnTo>
                  <a:pt x="95" y="46"/>
                </a:lnTo>
                <a:lnTo>
                  <a:pt x="96" y="46"/>
                </a:lnTo>
                <a:lnTo>
                  <a:pt x="97" y="47"/>
                </a:lnTo>
                <a:lnTo>
                  <a:pt x="98" y="48"/>
                </a:lnTo>
                <a:lnTo>
                  <a:pt x="99" y="48"/>
                </a:lnTo>
                <a:lnTo>
                  <a:pt x="99" y="47"/>
                </a:lnTo>
                <a:lnTo>
                  <a:pt x="100" y="47"/>
                </a:lnTo>
                <a:lnTo>
                  <a:pt x="100" y="48"/>
                </a:lnTo>
                <a:lnTo>
                  <a:pt x="101" y="49"/>
                </a:lnTo>
                <a:lnTo>
                  <a:pt x="102" y="50"/>
                </a:lnTo>
                <a:lnTo>
                  <a:pt x="102" y="51"/>
                </a:lnTo>
                <a:lnTo>
                  <a:pt x="102" y="52"/>
                </a:lnTo>
                <a:lnTo>
                  <a:pt x="103" y="52"/>
                </a:lnTo>
                <a:lnTo>
                  <a:pt x="103" y="53"/>
                </a:lnTo>
                <a:lnTo>
                  <a:pt x="103" y="54"/>
                </a:lnTo>
                <a:lnTo>
                  <a:pt x="102" y="54"/>
                </a:lnTo>
                <a:lnTo>
                  <a:pt x="102" y="55"/>
                </a:lnTo>
                <a:lnTo>
                  <a:pt x="103" y="55"/>
                </a:lnTo>
                <a:lnTo>
                  <a:pt x="103" y="56"/>
                </a:lnTo>
                <a:lnTo>
                  <a:pt x="103" y="55"/>
                </a:lnTo>
                <a:lnTo>
                  <a:pt x="104" y="55"/>
                </a:lnTo>
                <a:lnTo>
                  <a:pt x="105" y="55"/>
                </a:lnTo>
                <a:lnTo>
                  <a:pt x="106" y="56"/>
                </a:lnTo>
                <a:lnTo>
                  <a:pt x="106" y="57"/>
                </a:lnTo>
                <a:lnTo>
                  <a:pt x="107" y="57"/>
                </a:lnTo>
                <a:lnTo>
                  <a:pt x="107" y="58"/>
                </a:lnTo>
                <a:lnTo>
                  <a:pt x="108" y="58"/>
                </a:lnTo>
                <a:lnTo>
                  <a:pt x="109" y="58"/>
                </a:lnTo>
                <a:lnTo>
                  <a:pt x="109" y="59"/>
                </a:lnTo>
                <a:lnTo>
                  <a:pt x="110" y="59"/>
                </a:lnTo>
                <a:lnTo>
                  <a:pt x="111" y="59"/>
                </a:lnTo>
                <a:lnTo>
                  <a:pt x="112" y="61"/>
                </a:lnTo>
                <a:lnTo>
                  <a:pt x="112" y="62"/>
                </a:lnTo>
                <a:lnTo>
                  <a:pt x="112" y="63"/>
                </a:lnTo>
                <a:lnTo>
                  <a:pt x="113" y="63"/>
                </a:lnTo>
                <a:lnTo>
                  <a:pt x="113" y="64"/>
                </a:lnTo>
                <a:lnTo>
                  <a:pt x="114" y="64"/>
                </a:lnTo>
                <a:lnTo>
                  <a:pt x="114" y="65"/>
                </a:lnTo>
                <a:lnTo>
                  <a:pt x="115" y="65"/>
                </a:lnTo>
                <a:lnTo>
                  <a:pt x="115" y="66"/>
                </a:lnTo>
                <a:lnTo>
                  <a:pt x="116" y="66"/>
                </a:lnTo>
                <a:lnTo>
                  <a:pt x="116" y="67"/>
                </a:lnTo>
                <a:lnTo>
                  <a:pt x="117" y="67"/>
                </a:lnTo>
                <a:lnTo>
                  <a:pt x="116" y="68"/>
                </a:lnTo>
                <a:lnTo>
                  <a:pt x="116" y="69"/>
                </a:lnTo>
                <a:lnTo>
                  <a:pt x="115" y="69"/>
                </a:lnTo>
                <a:lnTo>
                  <a:pt x="114" y="69"/>
                </a:lnTo>
                <a:lnTo>
                  <a:pt x="114" y="70"/>
                </a:lnTo>
                <a:lnTo>
                  <a:pt x="114" y="71"/>
                </a:lnTo>
                <a:lnTo>
                  <a:pt x="115" y="72"/>
                </a:lnTo>
                <a:lnTo>
                  <a:pt x="116" y="72"/>
                </a:lnTo>
                <a:lnTo>
                  <a:pt x="116" y="73"/>
                </a:lnTo>
                <a:lnTo>
                  <a:pt x="117" y="73"/>
                </a:lnTo>
                <a:lnTo>
                  <a:pt x="118" y="74"/>
                </a:lnTo>
                <a:lnTo>
                  <a:pt x="118" y="75"/>
                </a:lnTo>
                <a:lnTo>
                  <a:pt x="118" y="76"/>
                </a:lnTo>
                <a:lnTo>
                  <a:pt x="117" y="76"/>
                </a:lnTo>
                <a:lnTo>
                  <a:pt x="117" y="77"/>
                </a:lnTo>
                <a:lnTo>
                  <a:pt x="117" y="78"/>
                </a:lnTo>
                <a:lnTo>
                  <a:pt x="117" y="79"/>
                </a:lnTo>
                <a:lnTo>
                  <a:pt x="118" y="79"/>
                </a:lnTo>
                <a:lnTo>
                  <a:pt x="118" y="78"/>
                </a:lnTo>
                <a:lnTo>
                  <a:pt x="119" y="78"/>
                </a:lnTo>
                <a:lnTo>
                  <a:pt x="119" y="79"/>
                </a:lnTo>
                <a:lnTo>
                  <a:pt x="119" y="80"/>
                </a:lnTo>
                <a:lnTo>
                  <a:pt x="120" y="80"/>
                </a:lnTo>
                <a:lnTo>
                  <a:pt x="119" y="81"/>
                </a:lnTo>
                <a:lnTo>
                  <a:pt x="120" y="81"/>
                </a:lnTo>
                <a:lnTo>
                  <a:pt x="121" y="81"/>
                </a:lnTo>
                <a:lnTo>
                  <a:pt x="122" y="82"/>
                </a:lnTo>
                <a:lnTo>
                  <a:pt x="123" y="82"/>
                </a:lnTo>
                <a:lnTo>
                  <a:pt x="124" y="82"/>
                </a:lnTo>
                <a:lnTo>
                  <a:pt x="124" y="83"/>
                </a:lnTo>
                <a:lnTo>
                  <a:pt x="123" y="83"/>
                </a:lnTo>
                <a:lnTo>
                  <a:pt x="123" y="84"/>
                </a:lnTo>
                <a:lnTo>
                  <a:pt x="124" y="85"/>
                </a:lnTo>
                <a:lnTo>
                  <a:pt x="125" y="85"/>
                </a:lnTo>
                <a:lnTo>
                  <a:pt x="125" y="87"/>
                </a:lnTo>
                <a:lnTo>
                  <a:pt x="125" y="88"/>
                </a:lnTo>
                <a:lnTo>
                  <a:pt x="125" y="89"/>
                </a:lnTo>
                <a:lnTo>
                  <a:pt x="125" y="90"/>
                </a:lnTo>
                <a:lnTo>
                  <a:pt x="125" y="92"/>
                </a:lnTo>
                <a:lnTo>
                  <a:pt x="125" y="93"/>
                </a:lnTo>
                <a:lnTo>
                  <a:pt x="126" y="93"/>
                </a:lnTo>
                <a:lnTo>
                  <a:pt x="126" y="94"/>
                </a:lnTo>
                <a:lnTo>
                  <a:pt x="126" y="95"/>
                </a:lnTo>
                <a:lnTo>
                  <a:pt x="127" y="95"/>
                </a:lnTo>
                <a:lnTo>
                  <a:pt x="128" y="95"/>
                </a:lnTo>
                <a:lnTo>
                  <a:pt x="128" y="96"/>
                </a:lnTo>
                <a:lnTo>
                  <a:pt x="129" y="96"/>
                </a:lnTo>
                <a:lnTo>
                  <a:pt x="129" y="98"/>
                </a:lnTo>
                <a:lnTo>
                  <a:pt x="129" y="99"/>
                </a:lnTo>
                <a:lnTo>
                  <a:pt x="128" y="99"/>
                </a:lnTo>
                <a:lnTo>
                  <a:pt x="128" y="100"/>
                </a:lnTo>
                <a:lnTo>
                  <a:pt x="128" y="101"/>
                </a:lnTo>
                <a:lnTo>
                  <a:pt x="127" y="101"/>
                </a:lnTo>
                <a:lnTo>
                  <a:pt x="127" y="102"/>
                </a:lnTo>
                <a:lnTo>
                  <a:pt x="128" y="102"/>
                </a:lnTo>
                <a:lnTo>
                  <a:pt x="128" y="103"/>
                </a:lnTo>
                <a:lnTo>
                  <a:pt x="128" y="104"/>
                </a:lnTo>
                <a:lnTo>
                  <a:pt x="127" y="104"/>
                </a:lnTo>
                <a:lnTo>
                  <a:pt x="127" y="105"/>
                </a:lnTo>
                <a:lnTo>
                  <a:pt x="127" y="106"/>
                </a:lnTo>
                <a:lnTo>
                  <a:pt x="128" y="106"/>
                </a:lnTo>
                <a:lnTo>
                  <a:pt x="129" y="106"/>
                </a:lnTo>
                <a:lnTo>
                  <a:pt x="130" y="106"/>
                </a:lnTo>
                <a:lnTo>
                  <a:pt x="131" y="106"/>
                </a:lnTo>
                <a:lnTo>
                  <a:pt x="131" y="107"/>
                </a:lnTo>
                <a:lnTo>
                  <a:pt x="131" y="108"/>
                </a:lnTo>
                <a:lnTo>
                  <a:pt x="132" y="108"/>
                </a:lnTo>
                <a:lnTo>
                  <a:pt x="132" y="109"/>
                </a:lnTo>
                <a:lnTo>
                  <a:pt x="131" y="109"/>
                </a:lnTo>
                <a:lnTo>
                  <a:pt x="131" y="110"/>
                </a:lnTo>
                <a:lnTo>
                  <a:pt x="131" y="111"/>
                </a:lnTo>
                <a:lnTo>
                  <a:pt x="131" y="113"/>
                </a:lnTo>
                <a:lnTo>
                  <a:pt x="132" y="113"/>
                </a:lnTo>
                <a:lnTo>
                  <a:pt x="133" y="113"/>
                </a:lnTo>
                <a:lnTo>
                  <a:pt x="133" y="114"/>
                </a:lnTo>
                <a:lnTo>
                  <a:pt x="133" y="115"/>
                </a:lnTo>
                <a:lnTo>
                  <a:pt x="133" y="116"/>
                </a:lnTo>
                <a:lnTo>
                  <a:pt x="134" y="117"/>
                </a:lnTo>
                <a:lnTo>
                  <a:pt x="135" y="118"/>
                </a:lnTo>
                <a:lnTo>
                  <a:pt x="136" y="119"/>
                </a:lnTo>
                <a:lnTo>
                  <a:pt x="137" y="119"/>
                </a:lnTo>
                <a:lnTo>
                  <a:pt x="137" y="120"/>
                </a:lnTo>
                <a:lnTo>
                  <a:pt x="138" y="120"/>
                </a:lnTo>
                <a:lnTo>
                  <a:pt x="139" y="121"/>
                </a:lnTo>
                <a:lnTo>
                  <a:pt x="140" y="121"/>
                </a:lnTo>
                <a:lnTo>
                  <a:pt x="140" y="122"/>
                </a:lnTo>
                <a:lnTo>
                  <a:pt x="141" y="122"/>
                </a:lnTo>
                <a:lnTo>
                  <a:pt x="143" y="122"/>
                </a:lnTo>
                <a:lnTo>
                  <a:pt x="144" y="122"/>
                </a:lnTo>
                <a:lnTo>
                  <a:pt x="145" y="122"/>
                </a:lnTo>
                <a:lnTo>
                  <a:pt x="146" y="122"/>
                </a:lnTo>
                <a:lnTo>
                  <a:pt x="146" y="123"/>
                </a:lnTo>
                <a:lnTo>
                  <a:pt x="146" y="124"/>
                </a:lnTo>
                <a:lnTo>
                  <a:pt x="147" y="125"/>
                </a:lnTo>
                <a:lnTo>
                  <a:pt x="148" y="125"/>
                </a:lnTo>
                <a:lnTo>
                  <a:pt x="148" y="126"/>
                </a:lnTo>
                <a:lnTo>
                  <a:pt x="149" y="126"/>
                </a:lnTo>
                <a:lnTo>
                  <a:pt x="150" y="126"/>
                </a:lnTo>
                <a:lnTo>
                  <a:pt x="150" y="125"/>
                </a:lnTo>
                <a:lnTo>
                  <a:pt x="151" y="125"/>
                </a:lnTo>
                <a:lnTo>
                  <a:pt x="152" y="125"/>
                </a:lnTo>
                <a:lnTo>
                  <a:pt x="152" y="126"/>
                </a:lnTo>
                <a:lnTo>
                  <a:pt x="153" y="126"/>
                </a:lnTo>
                <a:lnTo>
                  <a:pt x="154" y="125"/>
                </a:lnTo>
                <a:lnTo>
                  <a:pt x="154" y="126"/>
                </a:lnTo>
                <a:lnTo>
                  <a:pt x="155" y="126"/>
                </a:lnTo>
                <a:lnTo>
                  <a:pt x="156" y="126"/>
                </a:lnTo>
                <a:lnTo>
                  <a:pt x="157" y="126"/>
                </a:lnTo>
                <a:lnTo>
                  <a:pt x="157" y="127"/>
                </a:lnTo>
                <a:lnTo>
                  <a:pt x="157" y="128"/>
                </a:lnTo>
                <a:lnTo>
                  <a:pt x="158" y="128"/>
                </a:lnTo>
                <a:lnTo>
                  <a:pt x="159" y="128"/>
                </a:lnTo>
                <a:lnTo>
                  <a:pt x="159" y="129"/>
                </a:lnTo>
                <a:lnTo>
                  <a:pt x="160" y="129"/>
                </a:lnTo>
                <a:lnTo>
                  <a:pt x="161" y="129"/>
                </a:lnTo>
                <a:lnTo>
                  <a:pt x="162" y="129"/>
                </a:lnTo>
                <a:lnTo>
                  <a:pt x="164" y="130"/>
                </a:lnTo>
                <a:lnTo>
                  <a:pt x="165" y="130"/>
                </a:lnTo>
                <a:lnTo>
                  <a:pt x="165" y="131"/>
                </a:lnTo>
                <a:lnTo>
                  <a:pt x="166" y="131"/>
                </a:lnTo>
                <a:lnTo>
                  <a:pt x="167" y="131"/>
                </a:lnTo>
                <a:lnTo>
                  <a:pt x="167" y="132"/>
                </a:lnTo>
                <a:lnTo>
                  <a:pt x="167" y="133"/>
                </a:lnTo>
                <a:lnTo>
                  <a:pt x="168" y="133"/>
                </a:lnTo>
                <a:lnTo>
                  <a:pt x="168" y="134"/>
                </a:lnTo>
                <a:lnTo>
                  <a:pt x="168" y="135"/>
                </a:lnTo>
                <a:lnTo>
                  <a:pt x="169" y="135"/>
                </a:lnTo>
                <a:lnTo>
                  <a:pt x="170" y="136"/>
                </a:lnTo>
                <a:lnTo>
                  <a:pt x="169" y="136"/>
                </a:lnTo>
                <a:lnTo>
                  <a:pt x="169" y="137"/>
                </a:lnTo>
                <a:lnTo>
                  <a:pt x="169" y="138"/>
                </a:lnTo>
                <a:lnTo>
                  <a:pt x="169" y="139"/>
                </a:lnTo>
                <a:lnTo>
                  <a:pt x="170" y="139"/>
                </a:lnTo>
                <a:lnTo>
                  <a:pt x="171" y="139"/>
                </a:lnTo>
                <a:lnTo>
                  <a:pt x="171" y="140"/>
                </a:lnTo>
                <a:lnTo>
                  <a:pt x="171" y="141"/>
                </a:lnTo>
                <a:lnTo>
                  <a:pt x="171" y="142"/>
                </a:lnTo>
                <a:lnTo>
                  <a:pt x="171" y="143"/>
                </a:lnTo>
                <a:lnTo>
                  <a:pt x="172" y="143"/>
                </a:lnTo>
                <a:lnTo>
                  <a:pt x="172" y="144"/>
                </a:lnTo>
                <a:lnTo>
                  <a:pt x="172" y="145"/>
                </a:lnTo>
                <a:lnTo>
                  <a:pt x="172" y="146"/>
                </a:lnTo>
                <a:lnTo>
                  <a:pt x="173" y="147"/>
                </a:lnTo>
                <a:lnTo>
                  <a:pt x="173" y="146"/>
                </a:lnTo>
                <a:lnTo>
                  <a:pt x="174" y="146"/>
                </a:lnTo>
                <a:lnTo>
                  <a:pt x="175" y="146"/>
                </a:lnTo>
                <a:lnTo>
                  <a:pt x="176" y="146"/>
                </a:lnTo>
                <a:lnTo>
                  <a:pt x="176" y="147"/>
                </a:lnTo>
                <a:lnTo>
                  <a:pt x="178" y="146"/>
                </a:lnTo>
                <a:lnTo>
                  <a:pt x="178" y="145"/>
                </a:lnTo>
                <a:lnTo>
                  <a:pt x="179" y="145"/>
                </a:lnTo>
                <a:lnTo>
                  <a:pt x="180" y="145"/>
                </a:lnTo>
                <a:lnTo>
                  <a:pt x="180" y="146"/>
                </a:lnTo>
                <a:lnTo>
                  <a:pt x="181" y="146"/>
                </a:lnTo>
                <a:lnTo>
                  <a:pt x="181" y="145"/>
                </a:lnTo>
                <a:lnTo>
                  <a:pt x="182" y="145"/>
                </a:lnTo>
                <a:lnTo>
                  <a:pt x="182" y="144"/>
                </a:lnTo>
                <a:lnTo>
                  <a:pt x="183" y="144"/>
                </a:lnTo>
                <a:lnTo>
                  <a:pt x="185" y="146"/>
                </a:lnTo>
                <a:lnTo>
                  <a:pt x="186" y="146"/>
                </a:lnTo>
                <a:lnTo>
                  <a:pt x="187" y="147"/>
                </a:lnTo>
                <a:lnTo>
                  <a:pt x="188" y="147"/>
                </a:lnTo>
                <a:lnTo>
                  <a:pt x="189" y="148"/>
                </a:lnTo>
                <a:lnTo>
                  <a:pt x="190" y="148"/>
                </a:lnTo>
                <a:lnTo>
                  <a:pt x="190" y="149"/>
                </a:lnTo>
                <a:lnTo>
                  <a:pt x="192" y="149"/>
                </a:lnTo>
                <a:lnTo>
                  <a:pt x="193" y="149"/>
                </a:lnTo>
                <a:lnTo>
                  <a:pt x="194" y="149"/>
                </a:lnTo>
                <a:lnTo>
                  <a:pt x="195" y="150"/>
                </a:lnTo>
                <a:lnTo>
                  <a:pt x="196" y="150"/>
                </a:lnTo>
                <a:lnTo>
                  <a:pt x="197" y="150"/>
                </a:lnTo>
                <a:lnTo>
                  <a:pt x="198" y="150"/>
                </a:lnTo>
                <a:lnTo>
                  <a:pt x="199" y="151"/>
                </a:lnTo>
                <a:lnTo>
                  <a:pt x="199" y="152"/>
                </a:lnTo>
                <a:lnTo>
                  <a:pt x="200" y="152"/>
                </a:lnTo>
                <a:lnTo>
                  <a:pt x="200" y="153"/>
                </a:lnTo>
                <a:lnTo>
                  <a:pt x="201" y="153"/>
                </a:lnTo>
                <a:lnTo>
                  <a:pt x="201" y="154"/>
                </a:lnTo>
                <a:lnTo>
                  <a:pt x="201" y="155"/>
                </a:lnTo>
                <a:lnTo>
                  <a:pt x="201" y="156"/>
                </a:lnTo>
                <a:lnTo>
                  <a:pt x="202" y="156"/>
                </a:lnTo>
                <a:lnTo>
                  <a:pt x="203" y="156"/>
                </a:lnTo>
                <a:lnTo>
                  <a:pt x="203" y="157"/>
                </a:lnTo>
                <a:lnTo>
                  <a:pt x="204" y="157"/>
                </a:lnTo>
                <a:lnTo>
                  <a:pt x="204" y="156"/>
                </a:lnTo>
                <a:lnTo>
                  <a:pt x="205" y="156"/>
                </a:lnTo>
                <a:lnTo>
                  <a:pt x="206" y="156"/>
                </a:lnTo>
                <a:lnTo>
                  <a:pt x="206" y="155"/>
                </a:lnTo>
                <a:lnTo>
                  <a:pt x="207" y="156"/>
                </a:lnTo>
                <a:lnTo>
                  <a:pt x="207" y="157"/>
                </a:lnTo>
                <a:lnTo>
                  <a:pt x="208" y="157"/>
                </a:lnTo>
                <a:lnTo>
                  <a:pt x="209" y="157"/>
                </a:lnTo>
                <a:lnTo>
                  <a:pt x="209" y="158"/>
                </a:lnTo>
                <a:lnTo>
                  <a:pt x="210" y="158"/>
                </a:lnTo>
                <a:lnTo>
                  <a:pt x="211" y="158"/>
                </a:lnTo>
                <a:lnTo>
                  <a:pt x="212" y="158"/>
                </a:lnTo>
                <a:lnTo>
                  <a:pt x="212" y="159"/>
                </a:lnTo>
                <a:lnTo>
                  <a:pt x="213" y="160"/>
                </a:lnTo>
                <a:lnTo>
                  <a:pt x="213" y="161"/>
                </a:lnTo>
                <a:lnTo>
                  <a:pt x="213" y="162"/>
                </a:lnTo>
                <a:lnTo>
                  <a:pt x="214" y="162"/>
                </a:lnTo>
                <a:lnTo>
                  <a:pt x="215" y="162"/>
                </a:lnTo>
                <a:lnTo>
                  <a:pt x="215" y="161"/>
                </a:lnTo>
                <a:lnTo>
                  <a:pt x="215" y="160"/>
                </a:lnTo>
                <a:lnTo>
                  <a:pt x="216" y="159"/>
                </a:lnTo>
                <a:lnTo>
                  <a:pt x="217" y="158"/>
                </a:lnTo>
                <a:lnTo>
                  <a:pt x="217" y="157"/>
                </a:lnTo>
                <a:lnTo>
                  <a:pt x="217" y="156"/>
                </a:lnTo>
                <a:lnTo>
                  <a:pt x="217" y="155"/>
                </a:lnTo>
                <a:lnTo>
                  <a:pt x="218" y="155"/>
                </a:lnTo>
                <a:lnTo>
                  <a:pt x="218" y="154"/>
                </a:lnTo>
                <a:lnTo>
                  <a:pt x="218" y="153"/>
                </a:lnTo>
                <a:lnTo>
                  <a:pt x="218" y="152"/>
                </a:lnTo>
                <a:lnTo>
                  <a:pt x="217" y="152"/>
                </a:lnTo>
                <a:lnTo>
                  <a:pt x="218" y="151"/>
                </a:lnTo>
                <a:lnTo>
                  <a:pt x="218" y="150"/>
                </a:lnTo>
                <a:lnTo>
                  <a:pt x="219" y="149"/>
                </a:lnTo>
                <a:lnTo>
                  <a:pt x="219" y="148"/>
                </a:lnTo>
                <a:lnTo>
                  <a:pt x="219" y="147"/>
                </a:lnTo>
                <a:lnTo>
                  <a:pt x="220" y="147"/>
                </a:lnTo>
                <a:lnTo>
                  <a:pt x="220" y="146"/>
                </a:lnTo>
                <a:lnTo>
                  <a:pt x="219" y="145"/>
                </a:lnTo>
                <a:lnTo>
                  <a:pt x="219" y="144"/>
                </a:lnTo>
                <a:lnTo>
                  <a:pt x="219" y="143"/>
                </a:lnTo>
                <a:lnTo>
                  <a:pt x="219" y="142"/>
                </a:lnTo>
                <a:lnTo>
                  <a:pt x="218" y="142"/>
                </a:lnTo>
                <a:lnTo>
                  <a:pt x="217" y="142"/>
                </a:lnTo>
                <a:lnTo>
                  <a:pt x="218" y="141"/>
                </a:lnTo>
                <a:lnTo>
                  <a:pt x="217" y="140"/>
                </a:lnTo>
                <a:lnTo>
                  <a:pt x="218" y="140"/>
                </a:lnTo>
                <a:lnTo>
                  <a:pt x="218" y="139"/>
                </a:lnTo>
                <a:lnTo>
                  <a:pt x="219" y="139"/>
                </a:lnTo>
                <a:lnTo>
                  <a:pt x="220" y="139"/>
                </a:lnTo>
                <a:lnTo>
                  <a:pt x="221" y="140"/>
                </a:lnTo>
                <a:lnTo>
                  <a:pt x="222" y="140"/>
                </a:lnTo>
                <a:lnTo>
                  <a:pt x="223" y="139"/>
                </a:lnTo>
                <a:lnTo>
                  <a:pt x="224" y="139"/>
                </a:lnTo>
                <a:lnTo>
                  <a:pt x="224" y="140"/>
                </a:lnTo>
                <a:lnTo>
                  <a:pt x="225" y="140"/>
                </a:lnTo>
                <a:lnTo>
                  <a:pt x="226" y="140"/>
                </a:lnTo>
                <a:lnTo>
                  <a:pt x="226" y="139"/>
                </a:lnTo>
                <a:lnTo>
                  <a:pt x="226" y="138"/>
                </a:lnTo>
                <a:lnTo>
                  <a:pt x="226" y="137"/>
                </a:lnTo>
                <a:lnTo>
                  <a:pt x="227" y="137"/>
                </a:lnTo>
                <a:lnTo>
                  <a:pt x="227" y="136"/>
                </a:lnTo>
                <a:lnTo>
                  <a:pt x="226" y="136"/>
                </a:lnTo>
                <a:lnTo>
                  <a:pt x="227" y="135"/>
                </a:lnTo>
                <a:lnTo>
                  <a:pt x="227" y="134"/>
                </a:lnTo>
                <a:lnTo>
                  <a:pt x="228" y="134"/>
                </a:lnTo>
                <a:lnTo>
                  <a:pt x="228" y="133"/>
                </a:lnTo>
                <a:lnTo>
                  <a:pt x="228" y="132"/>
                </a:lnTo>
                <a:lnTo>
                  <a:pt x="228" y="131"/>
                </a:lnTo>
                <a:lnTo>
                  <a:pt x="228" y="130"/>
                </a:lnTo>
                <a:lnTo>
                  <a:pt x="227" y="129"/>
                </a:lnTo>
                <a:lnTo>
                  <a:pt x="228" y="129"/>
                </a:lnTo>
                <a:lnTo>
                  <a:pt x="229" y="129"/>
                </a:lnTo>
                <a:lnTo>
                  <a:pt x="230" y="129"/>
                </a:lnTo>
                <a:lnTo>
                  <a:pt x="230" y="130"/>
                </a:lnTo>
                <a:lnTo>
                  <a:pt x="230" y="132"/>
                </a:lnTo>
                <a:lnTo>
                  <a:pt x="231" y="132"/>
                </a:lnTo>
                <a:lnTo>
                  <a:pt x="231" y="133"/>
                </a:lnTo>
                <a:lnTo>
                  <a:pt x="231" y="132"/>
                </a:lnTo>
                <a:lnTo>
                  <a:pt x="231" y="133"/>
                </a:lnTo>
                <a:lnTo>
                  <a:pt x="232" y="134"/>
                </a:lnTo>
                <a:lnTo>
                  <a:pt x="233" y="134"/>
                </a:lnTo>
                <a:lnTo>
                  <a:pt x="233" y="135"/>
                </a:lnTo>
                <a:lnTo>
                  <a:pt x="234" y="135"/>
                </a:lnTo>
                <a:lnTo>
                  <a:pt x="234" y="136"/>
                </a:lnTo>
                <a:lnTo>
                  <a:pt x="234" y="137"/>
                </a:lnTo>
                <a:lnTo>
                  <a:pt x="234" y="138"/>
                </a:lnTo>
                <a:lnTo>
                  <a:pt x="234" y="139"/>
                </a:lnTo>
                <a:lnTo>
                  <a:pt x="235" y="139"/>
                </a:lnTo>
                <a:lnTo>
                  <a:pt x="235" y="140"/>
                </a:lnTo>
                <a:lnTo>
                  <a:pt x="236" y="140"/>
                </a:lnTo>
                <a:lnTo>
                  <a:pt x="237" y="140"/>
                </a:lnTo>
                <a:lnTo>
                  <a:pt x="238" y="140"/>
                </a:lnTo>
                <a:lnTo>
                  <a:pt x="239" y="140"/>
                </a:lnTo>
                <a:lnTo>
                  <a:pt x="239" y="141"/>
                </a:lnTo>
                <a:lnTo>
                  <a:pt x="240" y="141"/>
                </a:lnTo>
                <a:lnTo>
                  <a:pt x="241" y="141"/>
                </a:lnTo>
                <a:lnTo>
                  <a:pt x="242" y="141"/>
                </a:lnTo>
                <a:lnTo>
                  <a:pt x="242" y="142"/>
                </a:lnTo>
                <a:lnTo>
                  <a:pt x="242" y="143"/>
                </a:lnTo>
                <a:lnTo>
                  <a:pt x="241" y="144"/>
                </a:lnTo>
                <a:lnTo>
                  <a:pt x="241" y="145"/>
                </a:lnTo>
                <a:lnTo>
                  <a:pt x="242" y="145"/>
                </a:lnTo>
                <a:lnTo>
                  <a:pt x="243" y="145"/>
                </a:lnTo>
                <a:lnTo>
                  <a:pt x="244" y="145"/>
                </a:lnTo>
                <a:lnTo>
                  <a:pt x="245" y="145"/>
                </a:lnTo>
                <a:lnTo>
                  <a:pt x="246" y="146"/>
                </a:lnTo>
                <a:lnTo>
                  <a:pt x="246" y="147"/>
                </a:lnTo>
                <a:lnTo>
                  <a:pt x="247" y="148"/>
                </a:lnTo>
                <a:lnTo>
                  <a:pt x="248" y="148"/>
                </a:lnTo>
                <a:lnTo>
                  <a:pt x="249" y="148"/>
                </a:lnTo>
                <a:lnTo>
                  <a:pt x="249" y="149"/>
                </a:lnTo>
                <a:lnTo>
                  <a:pt x="248" y="149"/>
                </a:lnTo>
                <a:lnTo>
                  <a:pt x="248" y="150"/>
                </a:lnTo>
                <a:lnTo>
                  <a:pt x="249" y="150"/>
                </a:lnTo>
                <a:lnTo>
                  <a:pt x="249" y="151"/>
                </a:lnTo>
                <a:lnTo>
                  <a:pt x="250" y="151"/>
                </a:lnTo>
                <a:lnTo>
                  <a:pt x="249" y="151"/>
                </a:lnTo>
                <a:lnTo>
                  <a:pt x="249" y="153"/>
                </a:lnTo>
                <a:lnTo>
                  <a:pt x="249" y="154"/>
                </a:lnTo>
                <a:lnTo>
                  <a:pt x="249" y="155"/>
                </a:lnTo>
                <a:lnTo>
                  <a:pt x="249" y="156"/>
                </a:lnTo>
                <a:lnTo>
                  <a:pt x="250" y="159"/>
                </a:lnTo>
                <a:lnTo>
                  <a:pt x="250" y="160"/>
                </a:lnTo>
                <a:lnTo>
                  <a:pt x="251" y="161"/>
                </a:lnTo>
                <a:lnTo>
                  <a:pt x="251" y="162"/>
                </a:lnTo>
                <a:lnTo>
                  <a:pt x="251" y="163"/>
                </a:lnTo>
                <a:lnTo>
                  <a:pt x="250" y="163"/>
                </a:lnTo>
                <a:lnTo>
                  <a:pt x="249" y="164"/>
                </a:lnTo>
                <a:lnTo>
                  <a:pt x="249" y="165"/>
                </a:lnTo>
                <a:lnTo>
                  <a:pt x="248" y="165"/>
                </a:lnTo>
                <a:lnTo>
                  <a:pt x="248" y="166"/>
                </a:lnTo>
                <a:lnTo>
                  <a:pt x="248" y="167"/>
                </a:lnTo>
                <a:lnTo>
                  <a:pt x="247" y="167"/>
                </a:lnTo>
                <a:lnTo>
                  <a:pt x="246" y="168"/>
                </a:lnTo>
                <a:lnTo>
                  <a:pt x="247" y="168"/>
                </a:lnTo>
                <a:lnTo>
                  <a:pt x="248" y="169"/>
                </a:lnTo>
                <a:lnTo>
                  <a:pt x="249" y="171"/>
                </a:lnTo>
                <a:lnTo>
                  <a:pt x="250" y="171"/>
                </a:lnTo>
                <a:lnTo>
                  <a:pt x="250" y="172"/>
                </a:lnTo>
                <a:lnTo>
                  <a:pt x="251" y="172"/>
                </a:lnTo>
                <a:lnTo>
                  <a:pt x="252" y="171"/>
                </a:lnTo>
                <a:lnTo>
                  <a:pt x="252" y="172"/>
                </a:lnTo>
                <a:lnTo>
                  <a:pt x="253" y="172"/>
                </a:lnTo>
                <a:lnTo>
                  <a:pt x="253" y="171"/>
                </a:lnTo>
                <a:lnTo>
                  <a:pt x="253" y="172"/>
                </a:lnTo>
                <a:lnTo>
                  <a:pt x="254" y="172"/>
                </a:lnTo>
                <a:lnTo>
                  <a:pt x="255" y="172"/>
                </a:lnTo>
                <a:lnTo>
                  <a:pt x="256" y="172"/>
                </a:lnTo>
                <a:lnTo>
                  <a:pt x="256" y="173"/>
                </a:lnTo>
                <a:lnTo>
                  <a:pt x="256" y="174"/>
                </a:lnTo>
                <a:lnTo>
                  <a:pt x="257" y="174"/>
                </a:lnTo>
                <a:lnTo>
                  <a:pt x="258" y="174"/>
                </a:lnTo>
                <a:lnTo>
                  <a:pt x="258" y="173"/>
                </a:lnTo>
                <a:lnTo>
                  <a:pt x="259" y="173"/>
                </a:lnTo>
                <a:lnTo>
                  <a:pt x="259" y="172"/>
                </a:lnTo>
                <a:lnTo>
                  <a:pt x="259" y="171"/>
                </a:lnTo>
                <a:lnTo>
                  <a:pt x="259" y="170"/>
                </a:lnTo>
                <a:lnTo>
                  <a:pt x="259" y="168"/>
                </a:lnTo>
                <a:lnTo>
                  <a:pt x="259" y="167"/>
                </a:lnTo>
                <a:lnTo>
                  <a:pt x="259" y="166"/>
                </a:lnTo>
                <a:lnTo>
                  <a:pt x="259" y="165"/>
                </a:lnTo>
                <a:lnTo>
                  <a:pt x="260" y="165"/>
                </a:lnTo>
                <a:lnTo>
                  <a:pt x="260" y="164"/>
                </a:lnTo>
                <a:lnTo>
                  <a:pt x="260" y="163"/>
                </a:lnTo>
                <a:lnTo>
                  <a:pt x="261" y="163"/>
                </a:lnTo>
                <a:lnTo>
                  <a:pt x="262" y="162"/>
                </a:lnTo>
                <a:lnTo>
                  <a:pt x="262" y="161"/>
                </a:lnTo>
                <a:lnTo>
                  <a:pt x="262" y="160"/>
                </a:lnTo>
                <a:lnTo>
                  <a:pt x="262" y="161"/>
                </a:lnTo>
                <a:lnTo>
                  <a:pt x="263" y="161"/>
                </a:lnTo>
                <a:lnTo>
                  <a:pt x="264" y="161"/>
                </a:lnTo>
                <a:lnTo>
                  <a:pt x="265" y="161"/>
                </a:lnTo>
                <a:lnTo>
                  <a:pt x="265" y="162"/>
                </a:lnTo>
                <a:lnTo>
                  <a:pt x="266" y="162"/>
                </a:lnTo>
                <a:lnTo>
                  <a:pt x="267" y="162"/>
                </a:lnTo>
                <a:lnTo>
                  <a:pt x="268" y="162"/>
                </a:lnTo>
                <a:lnTo>
                  <a:pt x="268" y="163"/>
                </a:lnTo>
                <a:lnTo>
                  <a:pt x="269" y="163"/>
                </a:lnTo>
                <a:lnTo>
                  <a:pt x="270" y="162"/>
                </a:lnTo>
                <a:lnTo>
                  <a:pt x="271" y="162"/>
                </a:lnTo>
                <a:lnTo>
                  <a:pt x="272" y="161"/>
                </a:lnTo>
                <a:lnTo>
                  <a:pt x="272" y="160"/>
                </a:lnTo>
                <a:lnTo>
                  <a:pt x="273" y="160"/>
                </a:lnTo>
                <a:lnTo>
                  <a:pt x="274" y="160"/>
                </a:lnTo>
                <a:lnTo>
                  <a:pt x="274" y="159"/>
                </a:lnTo>
                <a:lnTo>
                  <a:pt x="275" y="159"/>
                </a:lnTo>
                <a:lnTo>
                  <a:pt x="275" y="160"/>
                </a:lnTo>
                <a:lnTo>
                  <a:pt x="275" y="161"/>
                </a:lnTo>
                <a:lnTo>
                  <a:pt x="274" y="161"/>
                </a:lnTo>
                <a:lnTo>
                  <a:pt x="274" y="162"/>
                </a:lnTo>
                <a:lnTo>
                  <a:pt x="274" y="163"/>
                </a:lnTo>
                <a:lnTo>
                  <a:pt x="273" y="163"/>
                </a:lnTo>
                <a:lnTo>
                  <a:pt x="273" y="164"/>
                </a:lnTo>
                <a:lnTo>
                  <a:pt x="273" y="165"/>
                </a:lnTo>
                <a:lnTo>
                  <a:pt x="274" y="165"/>
                </a:lnTo>
                <a:lnTo>
                  <a:pt x="274" y="164"/>
                </a:lnTo>
                <a:lnTo>
                  <a:pt x="275" y="163"/>
                </a:lnTo>
                <a:lnTo>
                  <a:pt x="276" y="162"/>
                </a:lnTo>
                <a:lnTo>
                  <a:pt x="277" y="162"/>
                </a:lnTo>
                <a:lnTo>
                  <a:pt x="277" y="163"/>
                </a:lnTo>
                <a:lnTo>
                  <a:pt x="278" y="163"/>
                </a:lnTo>
                <a:lnTo>
                  <a:pt x="278" y="164"/>
                </a:lnTo>
                <a:lnTo>
                  <a:pt x="279" y="165"/>
                </a:lnTo>
                <a:lnTo>
                  <a:pt x="280" y="165"/>
                </a:lnTo>
                <a:lnTo>
                  <a:pt x="281" y="165"/>
                </a:lnTo>
                <a:lnTo>
                  <a:pt x="281" y="166"/>
                </a:lnTo>
                <a:lnTo>
                  <a:pt x="281" y="167"/>
                </a:lnTo>
                <a:lnTo>
                  <a:pt x="282" y="168"/>
                </a:lnTo>
                <a:lnTo>
                  <a:pt x="283" y="169"/>
                </a:lnTo>
                <a:lnTo>
                  <a:pt x="283" y="170"/>
                </a:lnTo>
                <a:lnTo>
                  <a:pt x="284" y="170"/>
                </a:lnTo>
                <a:lnTo>
                  <a:pt x="285" y="171"/>
                </a:lnTo>
                <a:lnTo>
                  <a:pt x="285" y="172"/>
                </a:lnTo>
                <a:lnTo>
                  <a:pt x="284" y="172"/>
                </a:lnTo>
                <a:lnTo>
                  <a:pt x="284" y="173"/>
                </a:lnTo>
                <a:lnTo>
                  <a:pt x="285" y="173"/>
                </a:lnTo>
                <a:lnTo>
                  <a:pt x="284" y="174"/>
                </a:lnTo>
                <a:lnTo>
                  <a:pt x="285" y="174"/>
                </a:lnTo>
                <a:lnTo>
                  <a:pt x="286" y="174"/>
                </a:lnTo>
                <a:lnTo>
                  <a:pt x="286" y="175"/>
                </a:lnTo>
                <a:lnTo>
                  <a:pt x="286" y="176"/>
                </a:lnTo>
                <a:lnTo>
                  <a:pt x="287" y="175"/>
                </a:lnTo>
                <a:lnTo>
                  <a:pt x="287" y="176"/>
                </a:lnTo>
                <a:lnTo>
                  <a:pt x="287" y="177"/>
                </a:lnTo>
                <a:lnTo>
                  <a:pt x="288" y="177"/>
                </a:lnTo>
                <a:lnTo>
                  <a:pt x="288" y="178"/>
                </a:lnTo>
                <a:lnTo>
                  <a:pt x="287" y="178"/>
                </a:lnTo>
                <a:lnTo>
                  <a:pt x="288" y="178"/>
                </a:lnTo>
                <a:lnTo>
                  <a:pt x="289" y="178"/>
                </a:lnTo>
                <a:lnTo>
                  <a:pt x="289" y="179"/>
                </a:lnTo>
                <a:lnTo>
                  <a:pt x="289" y="178"/>
                </a:lnTo>
                <a:lnTo>
                  <a:pt x="290" y="178"/>
                </a:lnTo>
                <a:lnTo>
                  <a:pt x="290" y="179"/>
                </a:lnTo>
                <a:lnTo>
                  <a:pt x="291" y="179"/>
                </a:lnTo>
                <a:lnTo>
                  <a:pt x="290" y="179"/>
                </a:lnTo>
                <a:lnTo>
                  <a:pt x="290" y="180"/>
                </a:lnTo>
                <a:lnTo>
                  <a:pt x="291" y="180"/>
                </a:lnTo>
                <a:lnTo>
                  <a:pt x="291" y="179"/>
                </a:lnTo>
                <a:lnTo>
                  <a:pt x="292" y="179"/>
                </a:lnTo>
                <a:lnTo>
                  <a:pt x="292" y="180"/>
                </a:lnTo>
                <a:lnTo>
                  <a:pt x="293" y="180"/>
                </a:lnTo>
                <a:lnTo>
                  <a:pt x="293" y="181"/>
                </a:lnTo>
                <a:lnTo>
                  <a:pt x="293" y="180"/>
                </a:lnTo>
                <a:lnTo>
                  <a:pt x="293" y="181"/>
                </a:lnTo>
                <a:lnTo>
                  <a:pt x="294" y="181"/>
                </a:lnTo>
                <a:lnTo>
                  <a:pt x="295" y="181"/>
                </a:lnTo>
                <a:lnTo>
                  <a:pt x="295" y="182"/>
                </a:lnTo>
                <a:lnTo>
                  <a:pt x="296" y="182"/>
                </a:lnTo>
                <a:lnTo>
                  <a:pt x="297" y="182"/>
                </a:lnTo>
                <a:lnTo>
                  <a:pt x="297" y="183"/>
                </a:lnTo>
                <a:lnTo>
                  <a:pt x="298" y="183"/>
                </a:lnTo>
                <a:lnTo>
                  <a:pt x="299" y="183"/>
                </a:lnTo>
                <a:lnTo>
                  <a:pt x="299" y="182"/>
                </a:lnTo>
                <a:lnTo>
                  <a:pt x="298" y="182"/>
                </a:lnTo>
                <a:lnTo>
                  <a:pt x="298" y="181"/>
                </a:lnTo>
                <a:lnTo>
                  <a:pt x="298" y="180"/>
                </a:lnTo>
                <a:lnTo>
                  <a:pt x="298" y="179"/>
                </a:lnTo>
                <a:lnTo>
                  <a:pt x="298" y="176"/>
                </a:lnTo>
                <a:lnTo>
                  <a:pt x="298" y="175"/>
                </a:lnTo>
                <a:lnTo>
                  <a:pt x="298" y="174"/>
                </a:lnTo>
                <a:lnTo>
                  <a:pt x="298" y="173"/>
                </a:lnTo>
                <a:lnTo>
                  <a:pt x="299" y="172"/>
                </a:lnTo>
                <a:lnTo>
                  <a:pt x="300" y="172"/>
                </a:lnTo>
                <a:lnTo>
                  <a:pt x="301" y="173"/>
                </a:lnTo>
                <a:lnTo>
                  <a:pt x="301" y="174"/>
                </a:lnTo>
                <a:lnTo>
                  <a:pt x="302" y="174"/>
                </a:lnTo>
                <a:lnTo>
                  <a:pt x="303" y="174"/>
                </a:lnTo>
                <a:lnTo>
                  <a:pt x="303" y="173"/>
                </a:lnTo>
                <a:lnTo>
                  <a:pt x="303" y="172"/>
                </a:lnTo>
                <a:lnTo>
                  <a:pt x="303" y="171"/>
                </a:lnTo>
                <a:lnTo>
                  <a:pt x="302" y="170"/>
                </a:lnTo>
                <a:lnTo>
                  <a:pt x="302" y="169"/>
                </a:lnTo>
                <a:lnTo>
                  <a:pt x="301" y="168"/>
                </a:lnTo>
                <a:lnTo>
                  <a:pt x="300" y="168"/>
                </a:lnTo>
                <a:lnTo>
                  <a:pt x="300" y="167"/>
                </a:lnTo>
                <a:lnTo>
                  <a:pt x="301" y="167"/>
                </a:lnTo>
                <a:lnTo>
                  <a:pt x="302" y="167"/>
                </a:lnTo>
                <a:lnTo>
                  <a:pt x="302" y="168"/>
                </a:lnTo>
                <a:lnTo>
                  <a:pt x="303" y="168"/>
                </a:lnTo>
                <a:lnTo>
                  <a:pt x="304" y="168"/>
                </a:lnTo>
                <a:lnTo>
                  <a:pt x="304" y="169"/>
                </a:lnTo>
                <a:lnTo>
                  <a:pt x="305" y="169"/>
                </a:lnTo>
                <a:lnTo>
                  <a:pt x="306" y="169"/>
                </a:lnTo>
                <a:lnTo>
                  <a:pt x="306" y="170"/>
                </a:lnTo>
                <a:lnTo>
                  <a:pt x="307" y="170"/>
                </a:lnTo>
                <a:lnTo>
                  <a:pt x="307" y="169"/>
                </a:lnTo>
                <a:lnTo>
                  <a:pt x="307" y="168"/>
                </a:lnTo>
                <a:lnTo>
                  <a:pt x="308" y="168"/>
                </a:lnTo>
                <a:lnTo>
                  <a:pt x="308" y="169"/>
                </a:lnTo>
                <a:lnTo>
                  <a:pt x="308" y="170"/>
                </a:lnTo>
                <a:lnTo>
                  <a:pt x="308" y="171"/>
                </a:lnTo>
                <a:lnTo>
                  <a:pt x="309" y="171"/>
                </a:lnTo>
                <a:lnTo>
                  <a:pt x="310" y="170"/>
                </a:lnTo>
                <a:lnTo>
                  <a:pt x="310" y="169"/>
                </a:lnTo>
                <a:lnTo>
                  <a:pt x="311" y="169"/>
                </a:lnTo>
                <a:lnTo>
                  <a:pt x="311" y="170"/>
                </a:lnTo>
                <a:lnTo>
                  <a:pt x="312" y="170"/>
                </a:lnTo>
                <a:lnTo>
                  <a:pt x="313" y="170"/>
                </a:lnTo>
                <a:lnTo>
                  <a:pt x="314" y="170"/>
                </a:lnTo>
                <a:lnTo>
                  <a:pt x="315" y="170"/>
                </a:lnTo>
                <a:lnTo>
                  <a:pt x="315" y="171"/>
                </a:lnTo>
                <a:lnTo>
                  <a:pt x="316" y="171"/>
                </a:lnTo>
                <a:lnTo>
                  <a:pt x="317" y="171"/>
                </a:lnTo>
                <a:lnTo>
                  <a:pt x="317" y="172"/>
                </a:lnTo>
                <a:lnTo>
                  <a:pt x="318" y="172"/>
                </a:lnTo>
                <a:lnTo>
                  <a:pt x="319" y="172"/>
                </a:lnTo>
                <a:lnTo>
                  <a:pt x="319" y="173"/>
                </a:lnTo>
                <a:lnTo>
                  <a:pt x="320" y="173"/>
                </a:lnTo>
                <a:lnTo>
                  <a:pt x="320" y="174"/>
                </a:lnTo>
                <a:lnTo>
                  <a:pt x="320" y="173"/>
                </a:lnTo>
                <a:lnTo>
                  <a:pt x="321" y="173"/>
                </a:lnTo>
                <a:lnTo>
                  <a:pt x="321" y="174"/>
                </a:lnTo>
                <a:lnTo>
                  <a:pt x="322" y="174"/>
                </a:lnTo>
                <a:lnTo>
                  <a:pt x="322" y="175"/>
                </a:lnTo>
                <a:lnTo>
                  <a:pt x="323" y="175"/>
                </a:lnTo>
                <a:lnTo>
                  <a:pt x="324" y="174"/>
                </a:lnTo>
                <a:lnTo>
                  <a:pt x="324" y="173"/>
                </a:lnTo>
                <a:lnTo>
                  <a:pt x="325" y="173"/>
                </a:lnTo>
                <a:lnTo>
                  <a:pt x="326" y="173"/>
                </a:lnTo>
                <a:lnTo>
                  <a:pt x="327" y="172"/>
                </a:lnTo>
                <a:lnTo>
                  <a:pt x="328" y="172"/>
                </a:lnTo>
                <a:lnTo>
                  <a:pt x="329" y="172"/>
                </a:lnTo>
                <a:lnTo>
                  <a:pt x="329" y="171"/>
                </a:lnTo>
                <a:lnTo>
                  <a:pt x="330" y="171"/>
                </a:lnTo>
                <a:lnTo>
                  <a:pt x="331" y="170"/>
                </a:lnTo>
                <a:lnTo>
                  <a:pt x="331" y="169"/>
                </a:lnTo>
                <a:lnTo>
                  <a:pt x="332" y="169"/>
                </a:lnTo>
                <a:lnTo>
                  <a:pt x="333" y="168"/>
                </a:lnTo>
                <a:lnTo>
                  <a:pt x="334" y="167"/>
                </a:lnTo>
                <a:lnTo>
                  <a:pt x="335" y="167"/>
                </a:lnTo>
                <a:lnTo>
                  <a:pt x="336" y="167"/>
                </a:lnTo>
                <a:lnTo>
                  <a:pt x="336" y="168"/>
                </a:lnTo>
                <a:lnTo>
                  <a:pt x="337" y="168"/>
                </a:lnTo>
                <a:lnTo>
                  <a:pt x="338" y="168"/>
                </a:lnTo>
                <a:lnTo>
                  <a:pt x="339" y="168"/>
                </a:lnTo>
                <a:lnTo>
                  <a:pt x="339" y="169"/>
                </a:lnTo>
                <a:lnTo>
                  <a:pt x="338" y="170"/>
                </a:lnTo>
                <a:lnTo>
                  <a:pt x="339" y="171"/>
                </a:lnTo>
                <a:lnTo>
                  <a:pt x="339" y="172"/>
                </a:lnTo>
                <a:lnTo>
                  <a:pt x="340" y="172"/>
                </a:lnTo>
                <a:lnTo>
                  <a:pt x="340" y="171"/>
                </a:lnTo>
                <a:lnTo>
                  <a:pt x="339" y="171"/>
                </a:lnTo>
                <a:lnTo>
                  <a:pt x="339" y="170"/>
                </a:lnTo>
                <a:lnTo>
                  <a:pt x="340" y="169"/>
                </a:lnTo>
                <a:lnTo>
                  <a:pt x="342" y="169"/>
                </a:lnTo>
                <a:lnTo>
                  <a:pt x="343" y="169"/>
                </a:lnTo>
                <a:lnTo>
                  <a:pt x="344" y="168"/>
                </a:lnTo>
                <a:lnTo>
                  <a:pt x="345" y="167"/>
                </a:lnTo>
                <a:lnTo>
                  <a:pt x="345" y="166"/>
                </a:lnTo>
                <a:lnTo>
                  <a:pt x="345" y="167"/>
                </a:lnTo>
                <a:lnTo>
                  <a:pt x="346" y="166"/>
                </a:lnTo>
                <a:lnTo>
                  <a:pt x="347" y="165"/>
                </a:lnTo>
                <a:lnTo>
                  <a:pt x="347" y="164"/>
                </a:lnTo>
                <a:lnTo>
                  <a:pt x="348" y="164"/>
                </a:lnTo>
                <a:lnTo>
                  <a:pt x="348" y="163"/>
                </a:lnTo>
                <a:lnTo>
                  <a:pt x="349" y="163"/>
                </a:lnTo>
                <a:lnTo>
                  <a:pt x="349" y="162"/>
                </a:lnTo>
                <a:lnTo>
                  <a:pt x="349" y="161"/>
                </a:lnTo>
                <a:lnTo>
                  <a:pt x="349" y="160"/>
                </a:lnTo>
                <a:lnTo>
                  <a:pt x="349" y="159"/>
                </a:lnTo>
                <a:lnTo>
                  <a:pt x="349" y="158"/>
                </a:lnTo>
                <a:lnTo>
                  <a:pt x="349" y="157"/>
                </a:lnTo>
                <a:lnTo>
                  <a:pt x="350" y="157"/>
                </a:lnTo>
                <a:lnTo>
                  <a:pt x="350" y="156"/>
                </a:lnTo>
                <a:lnTo>
                  <a:pt x="349" y="156"/>
                </a:lnTo>
                <a:lnTo>
                  <a:pt x="349" y="155"/>
                </a:lnTo>
                <a:lnTo>
                  <a:pt x="349" y="154"/>
                </a:lnTo>
                <a:lnTo>
                  <a:pt x="350" y="154"/>
                </a:lnTo>
                <a:lnTo>
                  <a:pt x="350" y="153"/>
                </a:lnTo>
                <a:lnTo>
                  <a:pt x="350" y="152"/>
                </a:lnTo>
                <a:lnTo>
                  <a:pt x="350" y="151"/>
                </a:lnTo>
                <a:lnTo>
                  <a:pt x="349" y="151"/>
                </a:lnTo>
                <a:lnTo>
                  <a:pt x="348" y="150"/>
                </a:lnTo>
                <a:lnTo>
                  <a:pt x="349" y="149"/>
                </a:lnTo>
                <a:lnTo>
                  <a:pt x="348" y="148"/>
                </a:lnTo>
                <a:lnTo>
                  <a:pt x="347" y="148"/>
                </a:lnTo>
                <a:lnTo>
                  <a:pt x="347" y="147"/>
                </a:lnTo>
                <a:lnTo>
                  <a:pt x="346" y="147"/>
                </a:lnTo>
                <a:lnTo>
                  <a:pt x="346" y="146"/>
                </a:lnTo>
                <a:lnTo>
                  <a:pt x="345" y="146"/>
                </a:lnTo>
                <a:lnTo>
                  <a:pt x="345" y="145"/>
                </a:lnTo>
                <a:lnTo>
                  <a:pt x="344" y="145"/>
                </a:lnTo>
                <a:lnTo>
                  <a:pt x="343" y="144"/>
                </a:lnTo>
                <a:lnTo>
                  <a:pt x="341" y="144"/>
                </a:lnTo>
                <a:lnTo>
                  <a:pt x="340" y="143"/>
                </a:lnTo>
                <a:lnTo>
                  <a:pt x="340" y="142"/>
                </a:lnTo>
                <a:lnTo>
                  <a:pt x="340" y="141"/>
                </a:lnTo>
                <a:lnTo>
                  <a:pt x="340" y="140"/>
                </a:lnTo>
                <a:lnTo>
                  <a:pt x="341" y="139"/>
                </a:lnTo>
                <a:lnTo>
                  <a:pt x="340" y="139"/>
                </a:lnTo>
                <a:lnTo>
                  <a:pt x="340" y="137"/>
                </a:lnTo>
                <a:lnTo>
                  <a:pt x="340" y="136"/>
                </a:lnTo>
                <a:lnTo>
                  <a:pt x="340" y="135"/>
                </a:lnTo>
                <a:lnTo>
                  <a:pt x="341" y="135"/>
                </a:lnTo>
                <a:lnTo>
                  <a:pt x="343" y="136"/>
                </a:lnTo>
                <a:lnTo>
                  <a:pt x="344" y="136"/>
                </a:lnTo>
                <a:lnTo>
                  <a:pt x="345" y="136"/>
                </a:lnTo>
                <a:lnTo>
                  <a:pt x="345" y="135"/>
                </a:lnTo>
                <a:lnTo>
                  <a:pt x="345" y="134"/>
                </a:lnTo>
                <a:lnTo>
                  <a:pt x="344" y="134"/>
                </a:lnTo>
                <a:lnTo>
                  <a:pt x="344" y="133"/>
                </a:lnTo>
                <a:lnTo>
                  <a:pt x="344" y="132"/>
                </a:lnTo>
                <a:lnTo>
                  <a:pt x="345" y="132"/>
                </a:lnTo>
                <a:lnTo>
                  <a:pt x="345" y="131"/>
                </a:lnTo>
                <a:lnTo>
                  <a:pt x="345" y="130"/>
                </a:lnTo>
                <a:lnTo>
                  <a:pt x="345" y="129"/>
                </a:lnTo>
                <a:lnTo>
                  <a:pt x="344" y="129"/>
                </a:lnTo>
                <a:lnTo>
                  <a:pt x="343" y="128"/>
                </a:lnTo>
                <a:lnTo>
                  <a:pt x="342" y="128"/>
                </a:lnTo>
                <a:lnTo>
                  <a:pt x="341" y="128"/>
                </a:lnTo>
                <a:lnTo>
                  <a:pt x="342" y="128"/>
                </a:lnTo>
                <a:lnTo>
                  <a:pt x="342" y="127"/>
                </a:lnTo>
                <a:lnTo>
                  <a:pt x="341" y="126"/>
                </a:lnTo>
                <a:lnTo>
                  <a:pt x="341" y="125"/>
                </a:lnTo>
                <a:lnTo>
                  <a:pt x="342" y="125"/>
                </a:lnTo>
                <a:lnTo>
                  <a:pt x="343" y="125"/>
                </a:lnTo>
                <a:lnTo>
                  <a:pt x="344" y="124"/>
                </a:lnTo>
                <a:lnTo>
                  <a:pt x="344" y="123"/>
                </a:lnTo>
                <a:lnTo>
                  <a:pt x="343" y="122"/>
                </a:lnTo>
                <a:lnTo>
                  <a:pt x="342" y="121"/>
                </a:lnTo>
                <a:lnTo>
                  <a:pt x="343" y="120"/>
                </a:lnTo>
                <a:lnTo>
                  <a:pt x="343" y="119"/>
                </a:lnTo>
                <a:lnTo>
                  <a:pt x="342" y="119"/>
                </a:lnTo>
                <a:lnTo>
                  <a:pt x="342" y="117"/>
                </a:lnTo>
                <a:lnTo>
                  <a:pt x="341" y="117"/>
                </a:lnTo>
                <a:lnTo>
                  <a:pt x="340" y="117"/>
                </a:lnTo>
                <a:lnTo>
                  <a:pt x="340" y="116"/>
                </a:lnTo>
                <a:lnTo>
                  <a:pt x="341" y="116"/>
                </a:lnTo>
                <a:lnTo>
                  <a:pt x="341" y="115"/>
                </a:lnTo>
                <a:lnTo>
                  <a:pt x="340" y="115"/>
                </a:lnTo>
                <a:lnTo>
                  <a:pt x="339" y="114"/>
                </a:lnTo>
                <a:lnTo>
                  <a:pt x="340" y="114"/>
                </a:lnTo>
                <a:lnTo>
                  <a:pt x="340" y="112"/>
                </a:lnTo>
                <a:lnTo>
                  <a:pt x="340" y="111"/>
                </a:lnTo>
                <a:lnTo>
                  <a:pt x="341" y="111"/>
                </a:lnTo>
                <a:lnTo>
                  <a:pt x="342" y="111"/>
                </a:lnTo>
                <a:lnTo>
                  <a:pt x="342" y="110"/>
                </a:lnTo>
                <a:lnTo>
                  <a:pt x="343" y="110"/>
                </a:lnTo>
                <a:lnTo>
                  <a:pt x="343" y="109"/>
                </a:lnTo>
                <a:lnTo>
                  <a:pt x="342" y="109"/>
                </a:lnTo>
                <a:lnTo>
                  <a:pt x="343" y="109"/>
                </a:lnTo>
                <a:lnTo>
                  <a:pt x="344" y="109"/>
                </a:lnTo>
                <a:lnTo>
                  <a:pt x="344" y="108"/>
                </a:lnTo>
                <a:lnTo>
                  <a:pt x="344" y="107"/>
                </a:lnTo>
                <a:lnTo>
                  <a:pt x="345" y="107"/>
                </a:lnTo>
                <a:lnTo>
                  <a:pt x="345" y="106"/>
                </a:lnTo>
                <a:lnTo>
                  <a:pt x="346" y="106"/>
                </a:lnTo>
                <a:lnTo>
                  <a:pt x="347" y="107"/>
                </a:lnTo>
                <a:lnTo>
                  <a:pt x="347" y="108"/>
                </a:lnTo>
                <a:lnTo>
                  <a:pt x="348" y="108"/>
                </a:lnTo>
                <a:lnTo>
                  <a:pt x="349" y="107"/>
                </a:lnTo>
                <a:lnTo>
                  <a:pt x="349" y="106"/>
                </a:lnTo>
                <a:lnTo>
                  <a:pt x="349" y="107"/>
                </a:lnTo>
                <a:lnTo>
                  <a:pt x="350" y="107"/>
                </a:lnTo>
                <a:lnTo>
                  <a:pt x="351" y="107"/>
                </a:lnTo>
                <a:lnTo>
                  <a:pt x="352" y="107"/>
                </a:lnTo>
                <a:lnTo>
                  <a:pt x="353" y="107"/>
                </a:lnTo>
                <a:lnTo>
                  <a:pt x="354" y="107"/>
                </a:lnTo>
                <a:lnTo>
                  <a:pt x="355" y="107"/>
                </a:lnTo>
                <a:lnTo>
                  <a:pt x="356" y="108"/>
                </a:lnTo>
                <a:lnTo>
                  <a:pt x="356" y="109"/>
                </a:lnTo>
                <a:lnTo>
                  <a:pt x="357" y="109"/>
                </a:lnTo>
                <a:lnTo>
                  <a:pt x="358" y="109"/>
                </a:lnTo>
                <a:lnTo>
                  <a:pt x="358" y="110"/>
                </a:lnTo>
                <a:lnTo>
                  <a:pt x="358" y="111"/>
                </a:lnTo>
                <a:lnTo>
                  <a:pt x="359" y="111"/>
                </a:lnTo>
                <a:lnTo>
                  <a:pt x="359" y="112"/>
                </a:lnTo>
                <a:lnTo>
                  <a:pt x="360" y="113"/>
                </a:lnTo>
                <a:lnTo>
                  <a:pt x="360" y="114"/>
                </a:lnTo>
                <a:lnTo>
                  <a:pt x="361" y="114"/>
                </a:lnTo>
                <a:lnTo>
                  <a:pt x="361" y="115"/>
                </a:lnTo>
                <a:lnTo>
                  <a:pt x="361" y="116"/>
                </a:lnTo>
                <a:lnTo>
                  <a:pt x="362" y="117"/>
                </a:lnTo>
                <a:lnTo>
                  <a:pt x="363" y="117"/>
                </a:lnTo>
                <a:lnTo>
                  <a:pt x="362" y="117"/>
                </a:lnTo>
                <a:lnTo>
                  <a:pt x="363" y="117"/>
                </a:lnTo>
                <a:lnTo>
                  <a:pt x="363" y="118"/>
                </a:lnTo>
                <a:lnTo>
                  <a:pt x="363" y="119"/>
                </a:lnTo>
                <a:lnTo>
                  <a:pt x="363" y="118"/>
                </a:lnTo>
                <a:lnTo>
                  <a:pt x="364" y="118"/>
                </a:lnTo>
                <a:lnTo>
                  <a:pt x="364" y="117"/>
                </a:lnTo>
                <a:lnTo>
                  <a:pt x="364" y="116"/>
                </a:lnTo>
                <a:lnTo>
                  <a:pt x="364" y="115"/>
                </a:lnTo>
                <a:lnTo>
                  <a:pt x="364" y="114"/>
                </a:lnTo>
                <a:lnTo>
                  <a:pt x="364" y="113"/>
                </a:lnTo>
                <a:lnTo>
                  <a:pt x="363" y="113"/>
                </a:lnTo>
                <a:lnTo>
                  <a:pt x="364" y="113"/>
                </a:lnTo>
                <a:lnTo>
                  <a:pt x="364" y="112"/>
                </a:lnTo>
                <a:lnTo>
                  <a:pt x="365" y="111"/>
                </a:lnTo>
                <a:lnTo>
                  <a:pt x="367" y="111"/>
                </a:lnTo>
                <a:lnTo>
                  <a:pt x="368" y="111"/>
                </a:lnTo>
                <a:lnTo>
                  <a:pt x="369" y="111"/>
                </a:lnTo>
                <a:lnTo>
                  <a:pt x="370" y="111"/>
                </a:lnTo>
                <a:lnTo>
                  <a:pt x="371" y="111"/>
                </a:lnTo>
                <a:lnTo>
                  <a:pt x="372" y="111"/>
                </a:lnTo>
                <a:lnTo>
                  <a:pt x="373" y="111"/>
                </a:lnTo>
                <a:lnTo>
                  <a:pt x="373" y="112"/>
                </a:lnTo>
                <a:lnTo>
                  <a:pt x="374" y="113"/>
                </a:lnTo>
                <a:lnTo>
                  <a:pt x="375" y="113"/>
                </a:lnTo>
                <a:lnTo>
                  <a:pt x="375" y="114"/>
                </a:lnTo>
                <a:lnTo>
                  <a:pt x="375" y="115"/>
                </a:lnTo>
                <a:lnTo>
                  <a:pt x="376" y="115"/>
                </a:lnTo>
                <a:lnTo>
                  <a:pt x="376" y="116"/>
                </a:lnTo>
                <a:lnTo>
                  <a:pt x="377" y="116"/>
                </a:lnTo>
                <a:lnTo>
                  <a:pt x="378" y="116"/>
                </a:lnTo>
                <a:lnTo>
                  <a:pt x="378" y="117"/>
                </a:lnTo>
                <a:lnTo>
                  <a:pt x="379" y="117"/>
                </a:lnTo>
                <a:lnTo>
                  <a:pt x="379" y="118"/>
                </a:lnTo>
                <a:lnTo>
                  <a:pt x="380" y="119"/>
                </a:lnTo>
                <a:lnTo>
                  <a:pt x="381" y="119"/>
                </a:lnTo>
                <a:lnTo>
                  <a:pt x="381" y="120"/>
                </a:lnTo>
                <a:lnTo>
                  <a:pt x="383" y="121"/>
                </a:lnTo>
                <a:lnTo>
                  <a:pt x="383" y="122"/>
                </a:lnTo>
                <a:lnTo>
                  <a:pt x="384" y="122"/>
                </a:lnTo>
                <a:lnTo>
                  <a:pt x="384" y="123"/>
                </a:lnTo>
                <a:lnTo>
                  <a:pt x="385" y="123"/>
                </a:lnTo>
                <a:lnTo>
                  <a:pt x="385" y="124"/>
                </a:lnTo>
                <a:lnTo>
                  <a:pt x="386" y="124"/>
                </a:lnTo>
                <a:lnTo>
                  <a:pt x="386" y="123"/>
                </a:lnTo>
                <a:lnTo>
                  <a:pt x="387" y="122"/>
                </a:lnTo>
                <a:lnTo>
                  <a:pt x="387" y="121"/>
                </a:lnTo>
                <a:lnTo>
                  <a:pt x="388" y="120"/>
                </a:lnTo>
                <a:lnTo>
                  <a:pt x="388" y="119"/>
                </a:lnTo>
                <a:lnTo>
                  <a:pt x="388" y="118"/>
                </a:lnTo>
                <a:lnTo>
                  <a:pt x="388" y="117"/>
                </a:lnTo>
                <a:lnTo>
                  <a:pt x="389" y="117"/>
                </a:lnTo>
                <a:lnTo>
                  <a:pt x="390" y="117"/>
                </a:lnTo>
                <a:lnTo>
                  <a:pt x="390" y="116"/>
                </a:lnTo>
                <a:lnTo>
                  <a:pt x="391" y="116"/>
                </a:lnTo>
                <a:lnTo>
                  <a:pt x="391" y="115"/>
                </a:lnTo>
                <a:lnTo>
                  <a:pt x="390" y="115"/>
                </a:lnTo>
                <a:lnTo>
                  <a:pt x="390" y="114"/>
                </a:lnTo>
                <a:lnTo>
                  <a:pt x="390" y="113"/>
                </a:lnTo>
                <a:lnTo>
                  <a:pt x="391" y="113"/>
                </a:lnTo>
                <a:lnTo>
                  <a:pt x="392" y="113"/>
                </a:lnTo>
                <a:lnTo>
                  <a:pt x="392" y="112"/>
                </a:lnTo>
                <a:lnTo>
                  <a:pt x="393" y="112"/>
                </a:lnTo>
                <a:lnTo>
                  <a:pt x="394" y="111"/>
                </a:lnTo>
                <a:lnTo>
                  <a:pt x="394" y="110"/>
                </a:lnTo>
                <a:lnTo>
                  <a:pt x="394" y="109"/>
                </a:lnTo>
                <a:lnTo>
                  <a:pt x="394" y="108"/>
                </a:lnTo>
                <a:lnTo>
                  <a:pt x="395" y="107"/>
                </a:lnTo>
                <a:lnTo>
                  <a:pt x="395" y="106"/>
                </a:lnTo>
                <a:lnTo>
                  <a:pt x="395" y="105"/>
                </a:lnTo>
                <a:lnTo>
                  <a:pt x="394" y="105"/>
                </a:lnTo>
                <a:lnTo>
                  <a:pt x="393" y="105"/>
                </a:lnTo>
                <a:lnTo>
                  <a:pt x="393" y="104"/>
                </a:lnTo>
                <a:lnTo>
                  <a:pt x="392" y="104"/>
                </a:lnTo>
                <a:lnTo>
                  <a:pt x="390" y="104"/>
                </a:lnTo>
                <a:lnTo>
                  <a:pt x="389" y="104"/>
                </a:lnTo>
                <a:lnTo>
                  <a:pt x="389" y="103"/>
                </a:lnTo>
                <a:lnTo>
                  <a:pt x="388" y="103"/>
                </a:lnTo>
                <a:lnTo>
                  <a:pt x="388" y="102"/>
                </a:lnTo>
                <a:lnTo>
                  <a:pt x="387" y="102"/>
                </a:lnTo>
                <a:lnTo>
                  <a:pt x="387" y="101"/>
                </a:lnTo>
                <a:lnTo>
                  <a:pt x="387" y="100"/>
                </a:lnTo>
                <a:lnTo>
                  <a:pt x="387" y="99"/>
                </a:lnTo>
                <a:lnTo>
                  <a:pt x="387" y="98"/>
                </a:lnTo>
                <a:lnTo>
                  <a:pt x="388" y="97"/>
                </a:lnTo>
                <a:lnTo>
                  <a:pt x="388" y="96"/>
                </a:lnTo>
                <a:lnTo>
                  <a:pt x="388" y="95"/>
                </a:lnTo>
                <a:lnTo>
                  <a:pt x="389" y="95"/>
                </a:lnTo>
                <a:lnTo>
                  <a:pt x="389" y="94"/>
                </a:lnTo>
                <a:lnTo>
                  <a:pt x="389" y="93"/>
                </a:lnTo>
                <a:lnTo>
                  <a:pt x="390" y="93"/>
                </a:lnTo>
                <a:lnTo>
                  <a:pt x="391" y="91"/>
                </a:lnTo>
                <a:lnTo>
                  <a:pt x="391" y="90"/>
                </a:lnTo>
                <a:lnTo>
                  <a:pt x="392" y="89"/>
                </a:lnTo>
                <a:lnTo>
                  <a:pt x="393" y="89"/>
                </a:lnTo>
                <a:lnTo>
                  <a:pt x="394" y="89"/>
                </a:lnTo>
                <a:lnTo>
                  <a:pt x="396" y="89"/>
                </a:lnTo>
                <a:lnTo>
                  <a:pt x="398" y="88"/>
                </a:lnTo>
                <a:lnTo>
                  <a:pt x="398" y="87"/>
                </a:lnTo>
                <a:lnTo>
                  <a:pt x="398" y="86"/>
                </a:lnTo>
                <a:lnTo>
                  <a:pt x="398" y="85"/>
                </a:lnTo>
                <a:lnTo>
                  <a:pt x="398" y="84"/>
                </a:lnTo>
                <a:lnTo>
                  <a:pt x="398" y="83"/>
                </a:lnTo>
                <a:lnTo>
                  <a:pt x="398" y="82"/>
                </a:lnTo>
                <a:lnTo>
                  <a:pt x="398" y="81"/>
                </a:lnTo>
                <a:lnTo>
                  <a:pt x="399" y="81"/>
                </a:lnTo>
                <a:lnTo>
                  <a:pt x="399" y="79"/>
                </a:lnTo>
                <a:lnTo>
                  <a:pt x="398" y="79"/>
                </a:lnTo>
                <a:lnTo>
                  <a:pt x="398" y="78"/>
                </a:lnTo>
                <a:lnTo>
                  <a:pt x="399" y="78"/>
                </a:lnTo>
                <a:lnTo>
                  <a:pt x="399" y="77"/>
                </a:lnTo>
                <a:lnTo>
                  <a:pt x="400" y="77"/>
                </a:lnTo>
                <a:lnTo>
                  <a:pt x="401" y="77"/>
                </a:lnTo>
                <a:lnTo>
                  <a:pt x="401" y="78"/>
                </a:lnTo>
                <a:lnTo>
                  <a:pt x="402" y="78"/>
                </a:lnTo>
                <a:lnTo>
                  <a:pt x="403" y="78"/>
                </a:lnTo>
                <a:lnTo>
                  <a:pt x="403" y="77"/>
                </a:lnTo>
                <a:lnTo>
                  <a:pt x="404" y="77"/>
                </a:lnTo>
                <a:lnTo>
                  <a:pt x="404" y="76"/>
                </a:lnTo>
                <a:lnTo>
                  <a:pt x="404" y="75"/>
                </a:lnTo>
                <a:lnTo>
                  <a:pt x="403" y="75"/>
                </a:lnTo>
                <a:lnTo>
                  <a:pt x="404" y="74"/>
                </a:lnTo>
                <a:lnTo>
                  <a:pt x="404" y="73"/>
                </a:lnTo>
                <a:lnTo>
                  <a:pt x="405" y="73"/>
                </a:lnTo>
                <a:lnTo>
                  <a:pt x="405" y="72"/>
                </a:lnTo>
                <a:lnTo>
                  <a:pt x="405" y="73"/>
                </a:lnTo>
                <a:lnTo>
                  <a:pt x="406" y="73"/>
                </a:lnTo>
                <a:lnTo>
                  <a:pt x="406" y="74"/>
                </a:lnTo>
                <a:lnTo>
                  <a:pt x="407" y="75"/>
                </a:lnTo>
                <a:lnTo>
                  <a:pt x="408" y="75"/>
                </a:lnTo>
                <a:lnTo>
                  <a:pt x="408" y="76"/>
                </a:lnTo>
                <a:lnTo>
                  <a:pt x="408" y="77"/>
                </a:lnTo>
                <a:lnTo>
                  <a:pt x="409" y="77"/>
                </a:lnTo>
                <a:lnTo>
                  <a:pt x="410" y="77"/>
                </a:lnTo>
                <a:lnTo>
                  <a:pt x="410" y="78"/>
                </a:lnTo>
                <a:lnTo>
                  <a:pt x="410" y="79"/>
                </a:lnTo>
                <a:lnTo>
                  <a:pt x="410" y="80"/>
                </a:lnTo>
                <a:lnTo>
                  <a:pt x="410" y="81"/>
                </a:lnTo>
                <a:lnTo>
                  <a:pt x="410" y="82"/>
                </a:lnTo>
                <a:lnTo>
                  <a:pt x="410" y="83"/>
                </a:lnTo>
                <a:lnTo>
                  <a:pt x="410" y="84"/>
                </a:lnTo>
                <a:lnTo>
                  <a:pt x="410" y="85"/>
                </a:lnTo>
                <a:lnTo>
                  <a:pt x="411" y="85"/>
                </a:lnTo>
                <a:lnTo>
                  <a:pt x="412" y="86"/>
                </a:lnTo>
                <a:lnTo>
                  <a:pt x="412" y="87"/>
                </a:lnTo>
                <a:lnTo>
                  <a:pt x="412" y="88"/>
                </a:lnTo>
                <a:lnTo>
                  <a:pt x="412" y="89"/>
                </a:lnTo>
                <a:lnTo>
                  <a:pt x="413" y="89"/>
                </a:lnTo>
                <a:lnTo>
                  <a:pt x="414" y="89"/>
                </a:lnTo>
                <a:lnTo>
                  <a:pt x="413" y="90"/>
                </a:lnTo>
                <a:lnTo>
                  <a:pt x="412" y="90"/>
                </a:lnTo>
                <a:lnTo>
                  <a:pt x="411" y="91"/>
                </a:lnTo>
                <a:lnTo>
                  <a:pt x="411" y="92"/>
                </a:lnTo>
                <a:lnTo>
                  <a:pt x="411" y="93"/>
                </a:lnTo>
                <a:lnTo>
                  <a:pt x="410" y="93"/>
                </a:lnTo>
                <a:lnTo>
                  <a:pt x="410" y="94"/>
                </a:lnTo>
                <a:lnTo>
                  <a:pt x="409" y="94"/>
                </a:lnTo>
                <a:lnTo>
                  <a:pt x="409" y="95"/>
                </a:lnTo>
                <a:lnTo>
                  <a:pt x="408" y="95"/>
                </a:lnTo>
                <a:lnTo>
                  <a:pt x="408" y="96"/>
                </a:lnTo>
                <a:lnTo>
                  <a:pt x="408" y="97"/>
                </a:lnTo>
                <a:lnTo>
                  <a:pt x="408" y="98"/>
                </a:lnTo>
                <a:lnTo>
                  <a:pt x="407" y="98"/>
                </a:lnTo>
                <a:lnTo>
                  <a:pt x="407" y="99"/>
                </a:lnTo>
                <a:lnTo>
                  <a:pt x="408" y="99"/>
                </a:lnTo>
                <a:lnTo>
                  <a:pt x="408" y="100"/>
                </a:lnTo>
                <a:lnTo>
                  <a:pt x="407" y="100"/>
                </a:lnTo>
                <a:lnTo>
                  <a:pt x="407" y="101"/>
                </a:lnTo>
                <a:lnTo>
                  <a:pt x="408" y="101"/>
                </a:lnTo>
                <a:lnTo>
                  <a:pt x="408" y="102"/>
                </a:lnTo>
                <a:lnTo>
                  <a:pt x="406" y="102"/>
                </a:lnTo>
                <a:lnTo>
                  <a:pt x="406" y="103"/>
                </a:lnTo>
                <a:lnTo>
                  <a:pt x="405" y="103"/>
                </a:lnTo>
                <a:lnTo>
                  <a:pt x="405" y="104"/>
                </a:lnTo>
                <a:lnTo>
                  <a:pt x="404" y="104"/>
                </a:lnTo>
                <a:lnTo>
                  <a:pt x="403" y="104"/>
                </a:lnTo>
                <a:lnTo>
                  <a:pt x="403" y="105"/>
                </a:lnTo>
                <a:lnTo>
                  <a:pt x="403" y="106"/>
                </a:lnTo>
                <a:lnTo>
                  <a:pt x="402" y="106"/>
                </a:lnTo>
                <a:lnTo>
                  <a:pt x="402" y="105"/>
                </a:lnTo>
                <a:lnTo>
                  <a:pt x="401" y="105"/>
                </a:lnTo>
                <a:lnTo>
                  <a:pt x="401" y="106"/>
                </a:lnTo>
                <a:lnTo>
                  <a:pt x="400" y="106"/>
                </a:lnTo>
                <a:lnTo>
                  <a:pt x="399" y="106"/>
                </a:lnTo>
                <a:lnTo>
                  <a:pt x="399" y="107"/>
                </a:lnTo>
                <a:lnTo>
                  <a:pt x="398" y="107"/>
                </a:lnTo>
                <a:lnTo>
                  <a:pt x="398" y="108"/>
                </a:lnTo>
                <a:lnTo>
                  <a:pt x="398" y="109"/>
                </a:lnTo>
                <a:lnTo>
                  <a:pt x="399" y="110"/>
                </a:lnTo>
                <a:lnTo>
                  <a:pt x="400" y="111"/>
                </a:lnTo>
                <a:lnTo>
                  <a:pt x="400" y="110"/>
                </a:lnTo>
                <a:lnTo>
                  <a:pt x="401" y="111"/>
                </a:lnTo>
                <a:lnTo>
                  <a:pt x="402" y="111"/>
                </a:lnTo>
                <a:lnTo>
                  <a:pt x="402" y="112"/>
                </a:lnTo>
                <a:lnTo>
                  <a:pt x="403" y="112"/>
                </a:lnTo>
                <a:lnTo>
                  <a:pt x="403" y="113"/>
                </a:lnTo>
                <a:lnTo>
                  <a:pt x="404" y="114"/>
                </a:lnTo>
                <a:lnTo>
                  <a:pt x="404" y="115"/>
                </a:lnTo>
                <a:lnTo>
                  <a:pt x="405" y="115"/>
                </a:lnTo>
                <a:lnTo>
                  <a:pt x="404" y="115"/>
                </a:lnTo>
                <a:lnTo>
                  <a:pt x="404" y="116"/>
                </a:lnTo>
                <a:lnTo>
                  <a:pt x="404" y="118"/>
                </a:lnTo>
                <a:lnTo>
                  <a:pt x="404" y="119"/>
                </a:lnTo>
                <a:lnTo>
                  <a:pt x="404" y="120"/>
                </a:lnTo>
                <a:lnTo>
                  <a:pt x="403" y="120"/>
                </a:lnTo>
                <a:lnTo>
                  <a:pt x="403" y="121"/>
                </a:lnTo>
                <a:lnTo>
                  <a:pt x="403" y="122"/>
                </a:lnTo>
                <a:lnTo>
                  <a:pt x="404" y="122"/>
                </a:lnTo>
                <a:lnTo>
                  <a:pt x="405" y="123"/>
                </a:lnTo>
                <a:lnTo>
                  <a:pt x="406" y="123"/>
                </a:lnTo>
                <a:lnTo>
                  <a:pt x="406" y="124"/>
                </a:lnTo>
                <a:lnTo>
                  <a:pt x="407" y="124"/>
                </a:lnTo>
                <a:lnTo>
                  <a:pt x="408" y="123"/>
                </a:lnTo>
                <a:lnTo>
                  <a:pt x="408" y="122"/>
                </a:lnTo>
                <a:lnTo>
                  <a:pt x="408" y="121"/>
                </a:lnTo>
                <a:lnTo>
                  <a:pt x="408" y="120"/>
                </a:lnTo>
                <a:lnTo>
                  <a:pt x="409" y="120"/>
                </a:lnTo>
                <a:lnTo>
                  <a:pt x="410" y="120"/>
                </a:lnTo>
                <a:lnTo>
                  <a:pt x="410" y="119"/>
                </a:lnTo>
                <a:lnTo>
                  <a:pt x="411" y="119"/>
                </a:lnTo>
                <a:lnTo>
                  <a:pt x="412" y="118"/>
                </a:lnTo>
                <a:lnTo>
                  <a:pt x="412" y="117"/>
                </a:lnTo>
                <a:lnTo>
                  <a:pt x="413" y="116"/>
                </a:lnTo>
                <a:lnTo>
                  <a:pt x="413" y="115"/>
                </a:lnTo>
                <a:lnTo>
                  <a:pt x="415" y="115"/>
                </a:lnTo>
                <a:lnTo>
                  <a:pt x="416" y="115"/>
                </a:lnTo>
                <a:lnTo>
                  <a:pt x="417" y="114"/>
                </a:lnTo>
                <a:lnTo>
                  <a:pt x="418" y="114"/>
                </a:lnTo>
                <a:lnTo>
                  <a:pt x="418" y="113"/>
                </a:lnTo>
                <a:lnTo>
                  <a:pt x="419" y="114"/>
                </a:lnTo>
                <a:lnTo>
                  <a:pt x="420" y="114"/>
                </a:lnTo>
                <a:lnTo>
                  <a:pt x="421" y="114"/>
                </a:lnTo>
                <a:lnTo>
                  <a:pt x="422" y="114"/>
                </a:lnTo>
                <a:lnTo>
                  <a:pt x="423" y="114"/>
                </a:lnTo>
                <a:lnTo>
                  <a:pt x="424" y="114"/>
                </a:lnTo>
                <a:lnTo>
                  <a:pt x="425" y="114"/>
                </a:lnTo>
                <a:lnTo>
                  <a:pt x="426" y="114"/>
                </a:lnTo>
                <a:lnTo>
                  <a:pt x="426" y="113"/>
                </a:lnTo>
                <a:lnTo>
                  <a:pt x="427" y="113"/>
                </a:lnTo>
                <a:lnTo>
                  <a:pt x="427" y="112"/>
                </a:lnTo>
                <a:lnTo>
                  <a:pt x="427" y="111"/>
                </a:lnTo>
                <a:lnTo>
                  <a:pt x="427" y="110"/>
                </a:lnTo>
                <a:lnTo>
                  <a:pt x="428" y="110"/>
                </a:lnTo>
                <a:lnTo>
                  <a:pt x="428" y="109"/>
                </a:lnTo>
                <a:lnTo>
                  <a:pt x="427" y="109"/>
                </a:lnTo>
                <a:lnTo>
                  <a:pt x="428" y="108"/>
                </a:lnTo>
                <a:lnTo>
                  <a:pt x="429" y="108"/>
                </a:lnTo>
                <a:lnTo>
                  <a:pt x="429" y="107"/>
                </a:lnTo>
                <a:lnTo>
                  <a:pt x="428" y="107"/>
                </a:lnTo>
                <a:lnTo>
                  <a:pt x="428" y="106"/>
                </a:lnTo>
                <a:lnTo>
                  <a:pt x="428" y="105"/>
                </a:lnTo>
                <a:lnTo>
                  <a:pt x="429" y="105"/>
                </a:lnTo>
                <a:lnTo>
                  <a:pt x="429" y="104"/>
                </a:lnTo>
                <a:lnTo>
                  <a:pt x="428" y="104"/>
                </a:lnTo>
                <a:lnTo>
                  <a:pt x="429" y="104"/>
                </a:lnTo>
                <a:lnTo>
                  <a:pt x="429" y="105"/>
                </a:lnTo>
                <a:lnTo>
                  <a:pt x="430" y="106"/>
                </a:lnTo>
                <a:lnTo>
                  <a:pt x="431" y="106"/>
                </a:lnTo>
                <a:lnTo>
                  <a:pt x="432" y="106"/>
                </a:lnTo>
                <a:lnTo>
                  <a:pt x="432" y="107"/>
                </a:lnTo>
                <a:lnTo>
                  <a:pt x="432" y="108"/>
                </a:lnTo>
                <a:lnTo>
                  <a:pt x="433" y="109"/>
                </a:lnTo>
                <a:lnTo>
                  <a:pt x="434" y="110"/>
                </a:lnTo>
                <a:lnTo>
                  <a:pt x="435" y="111"/>
                </a:lnTo>
                <a:lnTo>
                  <a:pt x="436" y="111"/>
                </a:lnTo>
                <a:lnTo>
                  <a:pt x="437" y="111"/>
                </a:lnTo>
                <a:lnTo>
                  <a:pt x="438" y="111"/>
                </a:lnTo>
                <a:lnTo>
                  <a:pt x="438" y="110"/>
                </a:lnTo>
                <a:lnTo>
                  <a:pt x="438" y="109"/>
                </a:lnTo>
                <a:lnTo>
                  <a:pt x="438" y="108"/>
                </a:lnTo>
                <a:lnTo>
                  <a:pt x="438" y="107"/>
                </a:lnTo>
                <a:lnTo>
                  <a:pt x="438" y="106"/>
                </a:lnTo>
                <a:lnTo>
                  <a:pt x="438" y="105"/>
                </a:lnTo>
                <a:lnTo>
                  <a:pt x="438" y="104"/>
                </a:lnTo>
                <a:lnTo>
                  <a:pt x="437" y="104"/>
                </a:lnTo>
                <a:lnTo>
                  <a:pt x="437" y="103"/>
                </a:lnTo>
                <a:lnTo>
                  <a:pt x="437" y="102"/>
                </a:lnTo>
                <a:lnTo>
                  <a:pt x="437" y="101"/>
                </a:lnTo>
                <a:lnTo>
                  <a:pt x="436" y="101"/>
                </a:lnTo>
                <a:lnTo>
                  <a:pt x="436" y="100"/>
                </a:lnTo>
                <a:lnTo>
                  <a:pt x="437" y="100"/>
                </a:lnTo>
                <a:lnTo>
                  <a:pt x="437" y="99"/>
                </a:lnTo>
                <a:lnTo>
                  <a:pt x="438" y="98"/>
                </a:lnTo>
                <a:lnTo>
                  <a:pt x="438" y="97"/>
                </a:lnTo>
                <a:lnTo>
                  <a:pt x="439" y="97"/>
                </a:lnTo>
                <a:lnTo>
                  <a:pt x="440" y="96"/>
                </a:lnTo>
                <a:lnTo>
                  <a:pt x="439" y="96"/>
                </a:lnTo>
                <a:lnTo>
                  <a:pt x="439" y="95"/>
                </a:lnTo>
                <a:lnTo>
                  <a:pt x="440" y="95"/>
                </a:lnTo>
                <a:lnTo>
                  <a:pt x="440" y="94"/>
                </a:lnTo>
                <a:lnTo>
                  <a:pt x="441" y="94"/>
                </a:lnTo>
                <a:lnTo>
                  <a:pt x="442" y="94"/>
                </a:lnTo>
                <a:lnTo>
                  <a:pt x="442" y="93"/>
                </a:lnTo>
                <a:lnTo>
                  <a:pt x="442" y="92"/>
                </a:lnTo>
                <a:lnTo>
                  <a:pt x="443" y="91"/>
                </a:lnTo>
                <a:lnTo>
                  <a:pt x="443" y="92"/>
                </a:lnTo>
                <a:lnTo>
                  <a:pt x="444" y="93"/>
                </a:lnTo>
                <a:lnTo>
                  <a:pt x="445" y="92"/>
                </a:lnTo>
                <a:lnTo>
                  <a:pt x="446" y="92"/>
                </a:lnTo>
                <a:lnTo>
                  <a:pt x="446" y="93"/>
                </a:lnTo>
                <a:lnTo>
                  <a:pt x="447" y="94"/>
                </a:lnTo>
                <a:lnTo>
                  <a:pt x="449" y="93"/>
                </a:lnTo>
                <a:lnTo>
                  <a:pt x="450" y="92"/>
                </a:lnTo>
                <a:lnTo>
                  <a:pt x="451" y="93"/>
                </a:lnTo>
                <a:lnTo>
                  <a:pt x="451" y="94"/>
                </a:lnTo>
                <a:lnTo>
                  <a:pt x="452" y="94"/>
                </a:lnTo>
                <a:lnTo>
                  <a:pt x="452" y="93"/>
                </a:lnTo>
                <a:lnTo>
                  <a:pt x="452" y="92"/>
                </a:lnTo>
                <a:lnTo>
                  <a:pt x="453" y="92"/>
                </a:lnTo>
                <a:lnTo>
                  <a:pt x="453" y="93"/>
                </a:lnTo>
                <a:lnTo>
                  <a:pt x="454" y="93"/>
                </a:lnTo>
                <a:lnTo>
                  <a:pt x="454" y="92"/>
                </a:lnTo>
                <a:lnTo>
                  <a:pt x="455" y="91"/>
                </a:lnTo>
                <a:lnTo>
                  <a:pt x="455" y="90"/>
                </a:lnTo>
                <a:lnTo>
                  <a:pt x="456" y="90"/>
                </a:lnTo>
                <a:lnTo>
                  <a:pt x="457" y="90"/>
                </a:lnTo>
                <a:lnTo>
                  <a:pt x="457" y="89"/>
                </a:lnTo>
                <a:lnTo>
                  <a:pt x="458" y="89"/>
                </a:lnTo>
                <a:lnTo>
                  <a:pt x="458" y="88"/>
                </a:lnTo>
                <a:lnTo>
                  <a:pt x="459" y="88"/>
                </a:lnTo>
                <a:lnTo>
                  <a:pt x="460" y="88"/>
                </a:lnTo>
                <a:lnTo>
                  <a:pt x="461" y="88"/>
                </a:lnTo>
                <a:lnTo>
                  <a:pt x="461" y="87"/>
                </a:lnTo>
                <a:lnTo>
                  <a:pt x="460" y="87"/>
                </a:lnTo>
                <a:lnTo>
                  <a:pt x="459" y="87"/>
                </a:lnTo>
                <a:lnTo>
                  <a:pt x="459" y="86"/>
                </a:lnTo>
                <a:lnTo>
                  <a:pt x="460" y="86"/>
                </a:lnTo>
                <a:lnTo>
                  <a:pt x="461" y="86"/>
                </a:lnTo>
                <a:lnTo>
                  <a:pt x="461" y="87"/>
                </a:lnTo>
                <a:lnTo>
                  <a:pt x="461" y="88"/>
                </a:lnTo>
                <a:lnTo>
                  <a:pt x="462" y="88"/>
                </a:lnTo>
                <a:lnTo>
                  <a:pt x="462" y="87"/>
                </a:lnTo>
                <a:lnTo>
                  <a:pt x="462" y="86"/>
                </a:lnTo>
                <a:lnTo>
                  <a:pt x="461" y="86"/>
                </a:lnTo>
                <a:lnTo>
                  <a:pt x="460" y="85"/>
                </a:lnTo>
                <a:lnTo>
                  <a:pt x="459" y="85"/>
                </a:lnTo>
                <a:lnTo>
                  <a:pt x="459" y="84"/>
                </a:lnTo>
                <a:lnTo>
                  <a:pt x="460" y="83"/>
                </a:lnTo>
                <a:lnTo>
                  <a:pt x="460" y="82"/>
                </a:lnTo>
                <a:lnTo>
                  <a:pt x="459" y="81"/>
                </a:lnTo>
                <a:lnTo>
                  <a:pt x="459" y="80"/>
                </a:lnTo>
                <a:lnTo>
                  <a:pt x="460" y="80"/>
                </a:lnTo>
                <a:lnTo>
                  <a:pt x="461" y="80"/>
                </a:lnTo>
                <a:lnTo>
                  <a:pt x="462" y="80"/>
                </a:lnTo>
                <a:lnTo>
                  <a:pt x="462" y="79"/>
                </a:lnTo>
                <a:lnTo>
                  <a:pt x="462" y="78"/>
                </a:lnTo>
                <a:lnTo>
                  <a:pt x="461" y="78"/>
                </a:lnTo>
                <a:lnTo>
                  <a:pt x="460" y="78"/>
                </a:lnTo>
                <a:lnTo>
                  <a:pt x="460" y="77"/>
                </a:lnTo>
                <a:lnTo>
                  <a:pt x="459" y="77"/>
                </a:lnTo>
                <a:lnTo>
                  <a:pt x="459" y="76"/>
                </a:lnTo>
                <a:lnTo>
                  <a:pt x="459" y="75"/>
                </a:lnTo>
                <a:lnTo>
                  <a:pt x="458" y="75"/>
                </a:lnTo>
                <a:lnTo>
                  <a:pt x="457" y="75"/>
                </a:lnTo>
                <a:lnTo>
                  <a:pt x="456" y="75"/>
                </a:lnTo>
                <a:lnTo>
                  <a:pt x="455" y="75"/>
                </a:lnTo>
                <a:lnTo>
                  <a:pt x="455" y="74"/>
                </a:lnTo>
                <a:lnTo>
                  <a:pt x="454" y="74"/>
                </a:lnTo>
                <a:lnTo>
                  <a:pt x="454" y="73"/>
                </a:lnTo>
                <a:lnTo>
                  <a:pt x="453" y="73"/>
                </a:lnTo>
                <a:lnTo>
                  <a:pt x="452" y="73"/>
                </a:lnTo>
                <a:lnTo>
                  <a:pt x="451" y="73"/>
                </a:lnTo>
                <a:lnTo>
                  <a:pt x="450" y="72"/>
                </a:lnTo>
                <a:lnTo>
                  <a:pt x="449" y="72"/>
                </a:lnTo>
                <a:lnTo>
                  <a:pt x="449" y="71"/>
                </a:lnTo>
                <a:lnTo>
                  <a:pt x="449" y="70"/>
                </a:lnTo>
                <a:lnTo>
                  <a:pt x="449" y="69"/>
                </a:lnTo>
                <a:lnTo>
                  <a:pt x="449" y="68"/>
                </a:lnTo>
                <a:lnTo>
                  <a:pt x="448" y="68"/>
                </a:lnTo>
                <a:lnTo>
                  <a:pt x="448" y="67"/>
                </a:lnTo>
                <a:lnTo>
                  <a:pt x="447" y="67"/>
                </a:lnTo>
                <a:lnTo>
                  <a:pt x="447" y="66"/>
                </a:lnTo>
                <a:lnTo>
                  <a:pt x="447" y="65"/>
                </a:lnTo>
                <a:lnTo>
                  <a:pt x="448" y="64"/>
                </a:lnTo>
                <a:lnTo>
                  <a:pt x="448" y="62"/>
                </a:lnTo>
                <a:lnTo>
                  <a:pt x="449" y="61"/>
                </a:lnTo>
                <a:lnTo>
                  <a:pt x="450" y="60"/>
                </a:lnTo>
                <a:lnTo>
                  <a:pt x="449" y="59"/>
                </a:lnTo>
                <a:lnTo>
                  <a:pt x="448" y="59"/>
                </a:lnTo>
                <a:lnTo>
                  <a:pt x="447" y="60"/>
                </a:lnTo>
                <a:lnTo>
                  <a:pt x="447" y="61"/>
                </a:lnTo>
                <a:lnTo>
                  <a:pt x="446" y="61"/>
                </a:lnTo>
                <a:lnTo>
                  <a:pt x="446" y="62"/>
                </a:lnTo>
                <a:lnTo>
                  <a:pt x="445" y="61"/>
                </a:lnTo>
                <a:lnTo>
                  <a:pt x="444" y="61"/>
                </a:lnTo>
                <a:lnTo>
                  <a:pt x="444" y="60"/>
                </a:lnTo>
                <a:lnTo>
                  <a:pt x="445" y="59"/>
                </a:lnTo>
                <a:lnTo>
                  <a:pt x="446" y="59"/>
                </a:lnTo>
                <a:lnTo>
                  <a:pt x="446" y="58"/>
                </a:lnTo>
                <a:lnTo>
                  <a:pt x="447" y="58"/>
                </a:lnTo>
                <a:lnTo>
                  <a:pt x="448" y="57"/>
                </a:lnTo>
                <a:lnTo>
                  <a:pt x="447" y="56"/>
                </a:lnTo>
                <a:lnTo>
                  <a:pt x="446" y="55"/>
                </a:lnTo>
                <a:lnTo>
                  <a:pt x="445" y="54"/>
                </a:lnTo>
                <a:lnTo>
                  <a:pt x="444" y="54"/>
                </a:lnTo>
                <a:lnTo>
                  <a:pt x="443" y="54"/>
                </a:lnTo>
                <a:lnTo>
                  <a:pt x="442" y="54"/>
                </a:lnTo>
                <a:lnTo>
                  <a:pt x="441" y="54"/>
                </a:lnTo>
                <a:lnTo>
                  <a:pt x="440" y="54"/>
                </a:lnTo>
                <a:lnTo>
                  <a:pt x="440" y="53"/>
                </a:lnTo>
                <a:lnTo>
                  <a:pt x="440" y="52"/>
                </a:lnTo>
                <a:lnTo>
                  <a:pt x="441" y="51"/>
                </a:lnTo>
                <a:lnTo>
                  <a:pt x="442" y="51"/>
                </a:lnTo>
                <a:lnTo>
                  <a:pt x="442" y="50"/>
                </a:lnTo>
                <a:lnTo>
                  <a:pt x="443" y="50"/>
                </a:lnTo>
                <a:lnTo>
                  <a:pt x="443" y="49"/>
                </a:lnTo>
                <a:lnTo>
                  <a:pt x="443" y="48"/>
                </a:lnTo>
                <a:lnTo>
                  <a:pt x="442" y="48"/>
                </a:lnTo>
                <a:lnTo>
                  <a:pt x="442" y="47"/>
                </a:lnTo>
                <a:lnTo>
                  <a:pt x="441" y="47"/>
                </a:lnTo>
                <a:lnTo>
                  <a:pt x="441" y="46"/>
                </a:lnTo>
                <a:lnTo>
                  <a:pt x="440" y="46"/>
                </a:lnTo>
                <a:lnTo>
                  <a:pt x="440" y="45"/>
                </a:lnTo>
                <a:lnTo>
                  <a:pt x="439" y="45"/>
                </a:lnTo>
                <a:lnTo>
                  <a:pt x="439" y="44"/>
                </a:lnTo>
                <a:lnTo>
                  <a:pt x="438" y="43"/>
                </a:lnTo>
                <a:lnTo>
                  <a:pt x="438" y="42"/>
                </a:lnTo>
                <a:lnTo>
                  <a:pt x="437" y="42"/>
                </a:lnTo>
                <a:lnTo>
                  <a:pt x="437" y="41"/>
                </a:lnTo>
                <a:lnTo>
                  <a:pt x="436" y="40"/>
                </a:lnTo>
                <a:lnTo>
                  <a:pt x="436" y="39"/>
                </a:lnTo>
                <a:lnTo>
                  <a:pt x="435" y="39"/>
                </a:lnTo>
                <a:lnTo>
                  <a:pt x="434" y="38"/>
                </a:lnTo>
                <a:lnTo>
                  <a:pt x="433" y="37"/>
                </a:lnTo>
                <a:lnTo>
                  <a:pt x="433" y="36"/>
                </a:lnTo>
                <a:lnTo>
                  <a:pt x="431" y="36"/>
                </a:lnTo>
                <a:lnTo>
                  <a:pt x="430" y="35"/>
                </a:lnTo>
                <a:lnTo>
                  <a:pt x="431" y="35"/>
                </a:lnTo>
                <a:lnTo>
                  <a:pt x="432" y="35"/>
                </a:lnTo>
                <a:lnTo>
                  <a:pt x="432" y="34"/>
                </a:lnTo>
                <a:lnTo>
                  <a:pt x="434" y="34"/>
                </a:lnTo>
                <a:lnTo>
                  <a:pt x="435" y="34"/>
                </a:lnTo>
                <a:lnTo>
                  <a:pt x="435" y="35"/>
                </a:lnTo>
                <a:lnTo>
                  <a:pt x="434" y="35"/>
                </a:lnTo>
                <a:lnTo>
                  <a:pt x="435" y="35"/>
                </a:lnTo>
                <a:lnTo>
                  <a:pt x="435" y="34"/>
                </a:lnTo>
                <a:lnTo>
                  <a:pt x="437" y="34"/>
                </a:lnTo>
                <a:lnTo>
                  <a:pt x="436" y="34"/>
                </a:lnTo>
                <a:lnTo>
                  <a:pt x="436" y="35"/>
                </a:lnTo>
                <a:lnTo>
                  <a:pt x="437" y="35"/>
                </a:lnTo>
                <a:lnTo>
                  <a:pt x="438" y="35"/>
                </a:lnTo>
                <a:lnTo>
                  <a:pt x="438" y="36"/>
                </a:lnTo>
                <a:lnTo>
                  <a:pt x="439" y="36"/>
                </a:lnTo>
                <a:lnTo>
                  <a:pt x="440" y="36"/>
                </a:lnTo>
                <a:lnTo>
                  <a:pt x="440" y="35"/>
                </a:lnTo>
                <a:lnTo>
                  <a:pt x="439" y="35"/>
                </a:lnTo>
                <a:lnTo>
                  <a:pt x="440" y="35"/>
                </a:lnTo>
                <a:lnTo>
                  <a:pt x="441" y="35"/>
                </a:lnTo>
                <a:lnTo>
                  <a:pt x="441" y="34"/>
                </a:lnTo>
                <a:lnTo>
                  <a:pt x="440" y="34"/>
                </a:lnTo>
                <a:lnTo>
                  <a:pt x="441" y="33"/>
                </a:lnTo>
                <a:lnTo>
                  <a:pt x="441" y="34"/>
                </a:lnTo>
                <a:lnTo>
                  <a:pt x="442" y="34"/>
                </a:lnTo>
                <a:lnTo>
                  <a:pt x="441" y="35"/>
                </a:lnTo>
                <a:lnTo>
                  <a:pt x="442" y="35"/>
                </a:lnTo>
                <a:lnTo>
                  <a:pt x="442" y="36"/>
                </a:lnTo>
                <a:lnTo>
                  <a:pt x="442" y="35"/>
                </a:lnTo>
                <a:lnTo>
                  <a:pt x="442" y="34"/>
                </a:lnTo>
                <a:lnTo>
                  <a:pt x="442" y="33"/>
                </a:lnTo>
                <a:lnTo>
                  <a:pt x="443" y="33"/>
                </a:lnTo>
                <a:lnTo>
                  <a:pt x="444" y="33"/>
                </a:lnTo>
                <a:lnTo>
                  <a:pt x="444" y="34"/>
                </a:lnTo>
                <a:lnTo>
                  <a:pt x="445" y="34"/>
                </a:lnTo>
                <a:lnTo>
                  <a:pt x="446" y="34"/>
                </a:lnTo>
                <a:lnTo>
                  <a:pt x="446" y="33"/>
                </a:lnTo>
                <a:lnTo>
                  <a:pt x="446" y="32"/>
                </a:lnTo>
                <a:lnTo>
                  <a:pt x="447" y="32"/>
                </a:lnTo>
                <a:lnTo>
                  <a:pt x="447" y="33"/>
                </a:lnTo>
                <a:lnTo>
                  <a:pt x="447" y="34"/>
                </a:lnTo>
                <a:lnTo>
                  <a:pt x="447" y="35"/>
                </a:lnTo>
                <a:lnTo>
                  <a:pt x="448" y="35"/>
                </a:lnTo>
                <a:lnTo>
                  <a:pt x="448" y="34"/>
                </a:lnTo>
                <a:lnTo>
                  <a:pt x="449" y="34"/>
                </a:lnTo>
                <a:lnTo>
                  <a:pt x="449" y="35"/>
                </a:lnTo>
                <a:lnTo>
                  <a:pt x="450" y="35"/>
                </a:lnTo>
                <a:lnTo>
                  <a:pt x="450" y="34"/>
                </a:lnTo>
                <a:lnTo>
                  <a:pt x="451" y="34"/>
                </a:lnTo>
                <a:lnTo>
                  <a:pt x="451" y="35"/>
                </a:lnTo>
                <a:lnTo>
                  <a:pt x="452" y="35"/>
                </a:lnTo>
                <a:lnTo>
                  <a:pt x="453" y="35"/>
                </a:lnTo>
                <a:lnTo>
                  <a:pt x="454" y="35"/>
                </a:lnTo>
                <a:lnTo>
                  <a:pt x="454" y="34"/>
                </a:lnTo>
                <a:lnTo>
                  <a:pt x="454" y="32"/>
                </a:lnTo>
                <a:lnTo>
                  <a:pt x="455" y="31"/>
                </a:lnTo>
                <a:lnTo>
                  <a:pt x="455" y="30"/>
                </a:lnTo>
                <a:lnTo>
                  <a:pt x="455" y="29"/>
                </a:lnTo>
                <a:lnTo>
                  <a:pt x="456" y="28"/>
                </a:lnTo>
                <a:lnTo>
                  <a:pt x="457" y="27"/>
                </a:lnTo>
                <a:lnTo>
                  <a:pt x="457" y="26"/>
                </a:lnTo>
                <a:lnTo>
                  <a:pt x="457" y="25"/>
                </a:lnTo>
                <a:lnTo>
                  <a:pt x="457" y="24"/>
                </a:lnTo>
                <a:lnTo>
                  <a:pt x="458" y="24"/>
                </a:lnTo>
                <a:lnTo>
                  <a:pt x="458" y="23"/>
                </a:lnTo>
                <a:lnTo>
                  <a:pt x="459" y="23"/>
                </a:lnTo>
                <a:lnTo>
                  <a:pt x="460" y="24"/>
                </a:lnTo>
                <a:lnTo>
                  <a:pt x="461" y="24"/>
                </a:lnTo>
                <a:lnTo>
                  <a:pt x="462" y="24"/>
                </a:lnTo>
                <a:lnTo>
                  <a:pt x="463" y="24"/>
                </a:lnTo>
                <a:lnTo>
                  <a:pt x="464" y="24"/>
                </a:lnTo>
                <a:lnTo>
                  <a:pt x="465" y="23"/>
                </a:lnTo>
                <a:lnTo>
                  <a:pt x="466" y="23"/>
                </a:lnTo>
                <a:lnTo>
                  <a:pt x="467" y="23"/>
                </a:lnTo>
                <a:lnTo>
                  <a:pt x="468" y="23"/>
                </a:lnTo>
                <a:lnTo>
                  <a:pt x="469" y="23"/>
                </a:lnTo>
                <a:lnTo>
                  <a:pt x="470" y="23"/>
                </a:lnTo>
                <a:lnTo>
                  <a:pt x="470" y="22"/>
                </a:lnTo>
                <a:lnTo>
                  <a:pt x="471" y="22"/>
                </a:lnTo>
                <a:lnTo>
                  <a:pt x="472" y="22"/>
                </a:lnTo>
                <a:lnTo>
                  <a:pt x="473" y="22"/>
                </a:lnTo>
                <a:lnTo>
                  <a:pt x="474" y="22"/>
                </a:lnTo>
                <a:lnTo>
                  <a:pt x="475" y="23"/>
                </a:lnTo>
                <a:lnTo>
                  <a:pt x="476" y="23"/>
                </a:lnTo>
                <a:lnTo>
                  <a:pt x="477" y="23"/>
                </a:lnTo>
                <a:lnTo>
                  <a:pt x="477" y="24"/>
                </a:lnTo>
                <a:lnTo>
                  <a:pt x="478" y="24"/>
                </a:lnTo>
                <a:lnTo>
                  <a:pt x="478" y="23"/>
                </a:lnTo>
                <a:lnTo>
                  <a:pt x="478" y="22"/>
                </a:lnTo>
                <a:lnTo>
                  <a:pt x="478" y="23"/>
                </a:lnTo>
                <a:lnTo>
                  <a:pt x="479" y="22"/>
                </a:lnTo>
                <a:lnTo>
                  <a:pt x="478" y="21"/>
                </a:lnTo>
                <a:lnTo>
                  <a:pt x="478" y="20"/>
                </a:lnTo>
                <a:lnTo>
                  <a:pt x="477" y="20"/>
                </a:lnTo>
                <a:lnTo>
                  <a:pt x="476" y="20"/>
                </a:lnTo>
                <a:lnTo>
                  <a:pt x="476" y="19"/>
                </a:lnTo>
                <a:lnTo>
                  <a:pt x="475" y="18"/>
                </a:lnTo>
                <a:lnTo>
                  <a:pt x="474" y="18"/>
                </a:lnTo>
                <a:lnTo>
                  <a:pt x="473" y="18"/>
                </a:lnTo>
                <a:lnTo>
                  <a:pt x="473" y="17"/>
                </a:lnTo>
                <a:lnTo>
                  <a:pt x="473" y="16"/>
                </a:lnTo>
                <a:lnTo>
                  <a:pt x="474" y="16"/>
                </a:lnTo>
                <a:lnTo>
                  <a:pt x="474" y="15"/>
                </a:lnTo>
                <a:lnTo>
                  <a:pt x="475" y="15"/>
                </a:lnTo>
                <a:lnTo>
                  <a:pt x="475" y="16"/>
                </a:lnTo>
                <a:lnTo>
                  <a:pt x="476" y="15"/>
                </a:lnTo>
                <a:lnTo>
                  <a:pt x="476" y="14"/>
                </a:lnTo>
                <a:lnTo>
                  <a:pt x="476" y="15"/>
                </a:lnTo>
                <a:lnTo>
                  <a:pt x="477" y="15"/>
                </a:lnTo>
                <a:lnTo>
                  <a:pt x="477" y="14"/>
                </a:lnTo>
                <a:lnTo>
                  <a:pt x="477" y="13"/>
                </a:lnTo>
                <a:lnTo>
                  <a:pt x="478" y="13"/>
                </a:lnTo>
                <a:lnTo>
                  <a:pt x="478" y="12"/>
                </a:lnTo>
                <a:lnTo>
                  <a:pt x="479" y="12"/>
                </a:lnTo>
                <a:lnTo>
                  <a:pt x="480" y="12"/>
                </a:lnTo>
                <a:lnTo>
                  <a:pt x="481" y="12"/>
                </a:lnTo>
                <a:lnTo>
                  <a:pt x="481" y="11"/>
                </a:lnTo>
                <a:lnTo>
                  <a:pt x="482" y="10"/>
                </a:lnTo>
                <a:lnTo>
                  <a:pt x="483" y="10"/>
                </a:lnTo>
                <a:lnTo>
                  <a:pt x="483" y="9"/>
                </a:lnTo>
                <a:lnTo>
                  <a:pt x="484" y="9"/>
                </a:lnTo>
                <a:lnTo>
                  <a:pt x="484" y="8"/>
                </a:lnTo>
                <a:lnTo>
                  <a:pt x="485" y="8"/>
                </a:lnTo>
                <a:lnTo>
                  <a:pt x="486" y="8"/>
                </a:lnTo>
                <a:lnTo>
                  <a:pt x="488" y="8"/>
                </a:lnTo>
                <a:lnTo>
                  <a:pt x="489" y="8"/>
                </a:lnTo>
                <a:lnTo>
                  <a:pt x="489" y="7"/>
                </a:lnTo>
                <a:lnTo>
                  <a:pt x="489" y="6"/>
                </a:lnTo>
                <a:lnTo>
                  <a:pt x="489" y="5"/>
                </a:lnTo>
                <a:lnTo>
                  <a:pt x="490" y="5"/>
                </a:lnTo>
                <a:lnTo>
                  <a:pt x="490" y="4"/>
                </a:lnTo>
                <a:lnTo>
                  <a:pt x="491" y="4"/>
                </a:lnTo>
                <a:lnTo>
                  <a:pt x="493" y="4"/>
                </a:lnTo>
                <a:lnTo>
                  <a:pt x="494" y="4"/>
                </a:lnTo>
                <a:lnTo>
                  <a:pt x="495" y="4"/>
                </a:lnTo>
                <a:lnTo>
                  <a:pt x="496" y="4"/>
                </a:lnTo>
                <a:lnTo>
                  <a:pt x="496" y="3"/>
                </a:lnTo>
                <a:lnTo>
                  <a:pt x="497" y="3"/>
                </a:lnTo>
                <a:lnTo>
                  <a:pt x="497" y="2"/>
                </a:lnTo>
                <a:lnTo>
                  <a:pt x="496" y="2"/>
                </a:lnTo>
                <a:lnTo>
                  <a:pt x="496" y="1"/>
                </a:lnTo>
                <a:lnTo>
                  <a:pt x="497" y="0"/>
                </a:lnTo>
                <a:lnTo>
                  <a:pt x="498" y="0"/>
                </a:lnTo>
                <a:lnTo>
                  <a:pt x="501" y="0"/>
                </a:lnTo>
                <a:lnTo>
                  <a:pt x="502" y="0"/>
                </a:lnTo>
                <a:lnTo>
                  <a:pt x="503" y="1"/>
                </a:lnTo>
                <a:lnTo>
                  <a:pt x="504" y="1"/>
                </a:lnTo>
                <a:lnTo>
                  <a:pt x="505" y="2"/>
                </a:lnTo>
                <a:lnTo>
                  <a:pt x="504" y="2"/>
                </a:lnTo>
                <a:lnTo>
                  <a:pt x="504" y="3"/>
                </a:lnTo>
                <a:lnTo>
                  <a:pt x="505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04" name=""/>
          <p:cNvSpPr/>
          <p:nvPr/>
        </p:nvSpPr>
        <p:spPr>
          <a:xfrm>
            <a:off x="4091040" y="4059360"/>
            <a:ext cx="193680" cy="169560"/>
          </a:xfrm>
          <a:custGeom>
            <a:avLst/>
            <a:gdLst/>
            <a:ahLst/>
            <a:rect l="0" t="0" r="r" b="b"/>
            <a:pathLst>
              <a:path w="538" h="471">
                <a:moveTo>
                  <a:pt x="359" y="2"/>
                </a:moveTo>
                <a:lnTo>
                  <a:pt x="359" y="3"/>
                </a:lnTo>
                <a:lnTo>
                  <a:pt x="359" y="4"/>
                </a:lnTo>
                <a:lnTo>
                  <a:pt x="359" y="5"/>
                </a:lnTo>
                <a:lnTo>
                  <a:pt x="360" y="5"/>
                </a:lnTo>
                <a:lnTo>
                  <a:pt x="360" y="6"/>
                </a:lnTo>
                <a:lnTo>
                  <a:pt x="360" y="7"/>
                </a:lnTo>
                <a:lnTo>
                  <a:pt x="361" y="7"/>
                </a:lnTo>
                <a:lnTo>
                  <a:pt x="361" y="6"/>
                </a:lnTo>
                <a:lnTo>
                  <a:pt x="362" y="6"/>
                </a:lnTo>
                <a:lnTo>
                  <a:pt x="362" y="5"/>
                </a:lnTo>
                <a:lnTo>
                  <a:pt x="363" y="5"/>
                </a:lnTo>
                <a:lnTo>
                  <a:pt x="364" y="5"/>
                </a:lnTo>
                <a:lnTo>
                  <a:pt x="364" y="6"/>
                </a:lnTo>
                <a:lnTo>
                  <a:pt x="365" y="6"/>
                </a:lnTo>
                <a:lnTo>
                  <a:pt x="366" y="6"/>
                </a:lnTo>
                <a:lnTo>
                  <a:pt x="367" y="6"/>
                </a:lnTo>
                <a:lnTo>
                  <a:pt x="367" y="7"/>
                </a:lnTo>
                <a:lnTo>
                  <a:pt x="368" y="7"/>
                </a:lnTo>
                <a:lnTo>
                  <a:pt x="369" y="8"/>
                </a:lnTo>
                <a:lnTo>
                  <a:pt x="370" y="8"/>
                </a:lnTo>
                <a:lnTo>
                  <a:pt x="370" y="7"/>
                </a:lnTo>
                <a:lnTo>
                  <a:pt x="371" y="6"/>
                </a:lnTo>
                <a:lnTo>
                  <a:pt x="372" y="6"/>
                </a:lnTo>
                <a:lnTo>
                  <a:pt x="372" y="5"/>
                </a:lnTo>
                <a:lnTo>
                  <a:pt x="372" y="4"/>
                </a:lnTo>
                <a:lnTo>
                  <a:pt x="373" y="4"/>
                </a:lnTo>
                <a:lnTo>
                  <a:pt x="372" y="4"/>
                </a:lnTo>
                <a:lnTo>
                  <a:pt x="372" y="3"/>
                </a:lnTo>
                <a:lnTo>
                  <a:pt x="374" y="3"/>
                </a:lnTo>
                <a:lnTo>
                  <a:pt x="374" y="2"/>
                </a:lnTo>
                <a:lnTo>
                  <a:pt x="375" y="2"/>
                </a:lnTo>
                <a:lnTo>
                  <a:pt x="375" y="3"/>
                </a:lnTo>
                <a:lnTo>
                  <a:pt x="376" y="3"/>
                </a:lnTo>
                <a:lnTo>
                  <a:pt x="376" y="4"/>
                </a:lnTo>
                <a:lnTo>
                  <a:pt x="376" y="5"/>
                </a:lnTo>
                <a:lnTo>
                  <a:pt x="377" y="6"/>
                </a:lnTo>
                <a:lnTo>
                  <a:pt x="378" y="6"/>
                </a:lnTo>
                <a:lnTo>
                  <a:pt x="378" y="7"/>
                </a:lnTo>
                <a:lnTo>
                  <a:pt x="379" y="8"/>
                </a:lnTo>
                <a:lnTo>
                  <a:pt x="380" y="8"/>
                </a:lnTo>
                <a:lnTo>
                  <a:pt x="380" y="9"/>
                </a:lnTo>
                <a:lnTo>
                  <a:pt x="379" y="10"/>
                </a:lnTo>
                <a:lnTo>
                  <a:pt x="379" y="11"/>
                </a:lnTo>
                <a:lnTo>
                  <a:pt x="379" y="12"/>
                </a:lnTo>
                <a:lnTo>
                  <a:pt x="378" y="13"/>
                </a:lnTo>
                <a:lnTo>
                  <a:pt x="378" y="16"/>
                </a:lnTo>
                <a:lnTo>
                  <a:pt x="378" y="17"/>
                </a:lnTo>
                <a:lnTo>
                  <a:pt x="378" y="18"/>
                </a:lnTo>
                <a:lnTo>
                  <a:pt x="379" y="18"/>
                </a:lnTo>
                <a:lnTo>
                  <a:pt x="380" y="18"/>
                </a:lnTo>
                <a:lnTo>
                  <a:pt x="380" y="19"/>
                </a:lnTo>
                <a:lnTo>
                  <a:pt x="381" y="19"/>
                </a:lnTo>
                <a:lnTo>
                  <a:pt x="381" y="21"/>
                </a:lnTo>
                <a:lnTo>
                  <a:pt x="381" y="22"/>
                </a:lnTo>
                <a:lnTo>
                  <a:pt x="380" y="23"/>
                </a:lnTo>
                <a:lnTo>
                  <a:pt x="380" y="24"/>
                </a:lnTo>
                <a:lnTo>
                  <a:pt x="381" y="24"/>
                </a:lnTo>
                <a:lnTo>
                  <a:pt x="382" y="25"/>
                </a:lnTo>
                <a:lnTo>
                  <a:pt x="382" y="26"/>
                </a:lnTo>
                <a:lnTo>
                  <a:pt x="383" y="26"/>
                </a:lnTo>
                <a:lnTo>
                  <a:pt x="384" y="26"/>
                </a:lnTo>
                <a:lnTo>
                  <a:pt x="385" y="26"/>
                </a:lnTo>
                <a:lnTo>
                  <a:pt x="385" y="27"/>
                </a:lnTo>
                <a:lnTo>
                  <a:pt x="385" y="26"/>
                </a:lnTo>
                <a:lnTo>
                  <a:pt x="385" y="25"/>
                </a:lnTo>
                <a:lnTo>
                  <a:pt x="386" y="24"/>
                </a:lnTo>
                <a:lnTo>
                  <a:pt x="387" y="24"/>
                </a:lnTo>
                <a:lnTo>
                  <a:pt x="387" y="23"/>
                </a:lnTo>
                <a:lnTo>
                  <a:pt x="387" y="22"/>
                </a:lnTo>
                <a:lnTo>
                  <a:pt x="386" y="22"/>
                </a:lnTo>
                <a:lnTo>
                  <a:pt x="386" y="21"/>
                </a:lnTo>
                <a:lnTo>
                  <a:pt x="387" y="21"/>
                </a:lnTo>
                <a:lnTo>
                  <a:pt x="388" y="21"/>
                </a:lnTo>
                <a:lnTo>
                  <a:pt x="389" y="22"/>
                </a:lnTo>
                <a:lnTo>
                  <a:pt x="389" y="21"/>
                </a:lnTo>
                <a:lnTo>
                  <a:pt x="390" y="20"/>
                </a:lnTo>
                <a:lnTo>
                  <a:pt x="391" y="19"/>
                </a:lnTo>
                <a:lnTo>
                  <a:pt x="392" y="18"/>
                </a:lnTo>
                <a:lnTo>
                  <a:pt x="393" y="19"/>
                </a:lnTo>
                <a:lnTo>
                  <a:pt x="395" y="19"/>
                </a:lnTo>
                <a:lnTo>
                  <a:pt x="397" y="19"/>
                </a:lnTo>
                <a:lnTo>
                  <a:pt x="398" y="19"/>
                </a:lnTo>
                <a:lnTo>
                  <a:pt x="399" y="18"/>
                </a:lnTo>
                <a:lnTo>
                  <a:pt x="400" y="18"/>
                </a:lnTo>
                <a:lnTo>
                  <a:pt x="400" y="17"/>
                </a:lnTo>
                <a:lnTo>
                  <a:pt x="401" y="17"/>
                </a:lnTo>
                <a:lnTo>
                  <a:pt x="401" y="16"/>
                </a:lnTo>
                <a:lnTo>
                  <a:pt x="401" y="15"/>
                </a:lnTo>
                <a:lnTo>
                  <a:pt x="402" y="15"/>
                </a:lnTo>
                <a:lnTo>
                  <a:pt x="402" y="14"/>
                </a:lnTo>
                <a:lnTo>
                  <a:pt x="403" y="14"/>
                </a:lnTo>
                <a:lnTo>
                  <a:pt x="403" y="13"/>
                </a:lnTo>
                <a:lnTo>
                  <a:pt x="404" y="14"/>
                </a:lnTo>
                <a:lnTo>
                  <a:pt x="405" y="14"/>
                </a:lnTo>
                <a:lnTo>
                  <a:pt x="406" y="14"/>
                </a:lnTo>
                <a:lnTo>
                  <a:pt x="407" y="14"/>
                </a:lnTo>
                <a:lnTo>
                  <a:pt x="408" y="15"/>
                </a:lnTo>
                <a:lnTo>
                  <a:pt x="409" y="16"/>
                </a:lnTo>
                <a:lnTo>
                  <a:pt x="409" y="17"/>
                </a:lnTo>
                <a:lnTo>
                  <a:pt x="411" y="17"/>
                </a:lnTo>
                <a:lnTo>
                  <a:pt x="412" y="16"/>
                </a:lnTo>
                <a:lnTo>
                  <a:pt x="414" y="15"/>
                </a:lnTo>
                <a:lnTo>
                  <a:pt x="415" y="15"/>
                </a:lnTo>
                <a:lnTo>
                  <a:pt x="415" y="16"/>
                </a:lnTo>
                <a:lnTo>
                  <a:pt x="416" y="16"/>
                </a:lnTo>
                <a:lnTo>
                  <a:pt x="416" y="17"/>
                </a:lnTo>
                <a:lnTo>
                  <a:pt x="416" y="16"/>
                </a:lnTo>
                <a:lnTo>
                  <a:pt x="417" y="17"/>
                </a:lnTo>
                <a:lnTo>
                  <a:pt x="418" y="17"/>
                </a:lnTo>
                <a:lnTo>
                  <a:pt x="418" y="18"/>
                </a:lnTo>
                <a:lnTo>
                  <a:pt x="417" y="18"/>
                </a:lnTo>
                <a:lnTo>
                  <a:pt x="417" y="19"/>
                </a:lnTo>
                <a:lnTo>
                  <a:pt x="418" y="19"/>
                </a:lnTo>
                <a:lnTo>
                  <a:pt x="419" y="19"/>
                </a:lnTo>
                <a:lnTo>
                  <a:pt x="420" y="19"/>
                </a:lnTo>
                <a:lnTo>
                  <a:pt x="420" y="18"/>
                </a:lnTo>
                <a:lnTo>
                  <a:pt x="421" y="17"/>
                </a:lnTo>
                <a:lnTo>
                  <a:pt x="420" y="17"/>
                </a:lnTo>
                <a:lnTo>
                  <a:pt x="420" y="16"/>
                </a:lnTo>
                <a:lnTo>
                  <a:pt x="421" y="15"/>
                </a:lnTo>
                <a:lnTo>
                  <a:pt x="421" y="14"/>
                </a:lnTo>
                <a:lnTo>
                  <a:pt x="421" y="13"/>
                </a:lnTo>
                <a:lnTo>
                  <a:pt x="422" y="13"/>
                </a:lnTo>
                <a:lnTo>
                  <a:pt x="423" y="13"/>
                </a:lnTo>
                <a:lnTo>
                  <a:pt x="424" y="14"/>
                </a:lnTo>
                <a:lnTo>
                  <a:pt x="425" y="14"/>
                </a:lnTo>
                <a:lnTo>
                  <a:pt x="425" y="15"/>
                </a:lnTo>
                <a:lnTo>
                  <a:pt x="424" y="17"/>
                </a:lnTo>
                <a:lnTo>
                  <a:pt x="424" y="18"/>
                </a:lnTo>
                <a:lnTo>
                  <a:pt x="425" y="20"/>
                </a:lnTo>
                <a:lnTo>
                  <a:pt x="425" y="21"/>
                </a:lnTo>
                <a:lnTo>
                  <a:pt x="425" y="22"/>
                </a:lnTo>
                <a:lnTo>
                  <a:pt x="425" y="23"/>
                </a:lnTo>
                <a:lnTo>
                  <a:pt x="426" y="25"/>
                </a:lnTo>
                <a:lnTo>
                  <a:pt x="426" y="26"/>
                </a:lnTo>
                <a:lnTo>
                  <a:pt x="426" y="27"/>
                </a:lnTo>
                <a:lnTo>
                  <a:pt x="427" y="27"/>
                </a:lnTo>
                <a:lnTo>
                  <a:pt x="428" y="28"/>
                </a:lnTo>
                <a:lnTo>
                  <a:pt x="429" y="29"/>
                </a:lnTo>
                <a:lnTo>
                  <a:pt x="429" y="32"/>
                </a:lnTo>
                <a:lnTo>
                  <a:pt x="429" y="33"/>
                </a:lnTo>
                <a:lnTo>
                  <a:pt x="429" y="34"/>
                </a:lnTo>
                <a:lnTo>
                  <a:pt x="429" y="35"/>
                </a:lnTo>
                <a:lnTo>
                  <a:pt x="429" y="36"/>
                </a:lnTo>
                <a:lnTo>
                  <a:pt x="428" y="36"/>
                </a:lnTo>
                <a:lnTo>
                  <a:pt x="428" y="37"/>
                </a:lnTo>
                <a:lnTo>
                  <a:pt x="429" y="38"/>
                </a:lnTo>
                <a:lnTo>
                  <a:pt x="429" y="39"/>
                </a:lnTo>
                <a:lnTo>
                  <a:pt x="429" y="41"/>
                </a:lnTo>
                <a:lnTo>
                  <a:pt x="430" y="42"/>
                </a:lnTo>
                <a:lnTo>
                  <a:pt x="432" y="42"/>
                </a:lnTo>
                <a:lnTo>
                  <a:pt x="432" y="43"/>
                </a:lnTo>
                <a:lnTo>
                  <a:pt x="432" y="44"/>
                </a:lnTo>
                <a:lnTo>
                  <a:pt x="432" y="45"/>
                </a:lnTo>
                <a:lnTo>
                  <a:pt x="432" y="46"/>
                </a:lnTo>
                <a:lnTo>
                  <a:pt x="431" y="46"/>
                </a:lnTo>
                <a:lnTo>
                  <a:pt x="431" y="47"/>
                </a:lnTo>
                <a:lnTo>
                  <a:pt x="429" y="48"/>
                </a:lnTo>
                <a:lnTo>
                  <a:pt x="429" y="49"/>
                </a:lnTo>
                <a:lnTo>
                  <a:pt x="429" y="50"/>
                </a:lnTo>
                <a:lnTo>
                  <a:pt x="428" y="51"/>
                </a:lnTo>
                <a:lnTo>
                  <a:pt x="428" y="52"/>
                </a:lnTo>
                <a:lnTo>
                  <a:pt x="429" y="52"/>
                </a:lnTo>
                <a:lnTo>
                  <a:pt x="428" y="52"/>
                </a:lnTo>
                <a:lnTo>
                  <a:pt x="428" y="54"/>
                </a:lnTo>
                <a:lnTo>
                  <a:pt x="427" y="54"/>
                </a:lnTo>
                <a:lnTo>
                  <a:pt x="427" y="55"/>
                </a:lnTo>
                <a:lnTo>
                  <a:pt x="428" y="56"/>
                </a:lnTo>
                <a:lnTo>
                  <a:pt x="428" y="55"/>
                </a:lnTo>
                <a:lnTo>
                  <a:pt x="429" y="55"/>
                </a:lnTo>
                <a:lnTo>
                  <a:pt x="429" y="56"/>
                </a:lnTo>
                <a:lnTo>
                  <a:pt x="430" y="56"/>
                </a:lnTo>
                <a:lnTo>
                  <a:pt x="431" y="57"/>
                </a:lnTo>
                <a:lnTo>
                  <a:pt x="432" y="57"/>
                </a:lnTo>
                <a:lnTo>
                  <a:pt x="432" y="58"/>
                </a:lnTo>
                <a:lnTo>
                  <a:pt x="433" y="58"/>
                </a:lnTo>
                <a:lnTo>
                  <a:pt x="435" y="59"/>
                </a:lnTo>
                <a:lnTo>
                  <a:pt x="436" y="59"/>
                </a:lnTo>
                <a:lnTo>
                  <a:pt x="437" y="60"/>
                </a:lnTo>
                <a:lnTo>
                  <a:pt x="438" y="60"/>
                </a:lnTo>
                <a:lnTo>
                  <a:pt x="439" y="60"/>
                </a:lnTo>
                <a:lnTo>
                  <a:pt x="440" y="60"/>
                </a:lnTo>
                <a:lnTo>
                  <a:pt x="441" y="60"/>
                </a:lnTo>
                <a:lnTo>
                  <a:pt x="442" y="60"/>
                </a:lnTo>
                <a:lnTo>
                  <a:pt x="443" y="60"/>
                </a:lnTo>
                <a:lnTo>
                  <a:pt x="442" y="60"/>
                </a:lnTo>
                <a:lnTo>
                  <a:pt x="442" y="59"/>
                </a:lnTo>
                <a:lnTo>
                  <a:pt x="443" y="59"/>
                </a:lnTo>
                <a:lnTo>
                  <a:pt x="444" y="59"/>
                </a:lnTo>
                <a:lnTo>
                  <a:pt x="445" y="58"/>
                </a:lnTo>
                <a:lnTo>
                  <a:pt x="446" y="58"/>
                </a:lnTo>
                <a:lnTo>
                  <a:pt x="447" y="58"/>
                </a:lnTo>
                <a:lnTo>
                  <a:pt x="448" y="58"/>
                </a:lnTo>
                <a:lnTo>
                  <a:pt x="448" y="57"/>
                </a:lnTo>
                <a:lnTo>
                  <a:pt x="449" y="57"/>
                </a:lnTo>
                <a:lnTo>
                  <a:pt x="450" y="58"/>
                </a:lnTo>
                <a:lnTo>
                  <a:pt x="450" y="59"/>
                </a:lnTo>
                <a:lnTo>
                  <a:pt x="451" y="59"/>
                </a:lnTo>
                <a:lnTo>
                  <a:pt x="451" y="60"/>
                </a:lnTo>
                <a:lnTo>
                  <a:pt x="452" y="60"/>
                </a:lnTo>
                <a:lnTo>
                  <a:pt x="452" y="59"/>
                </a:lnTo>
                <a:lnTo>
                  <a:pt x="453" y="59"/>
                </a:lnTo>
                <a:lnTo>
                  <a:pt x="454" y="59"/>
                </a:lnTo>
                <a:lnTo>
                  <a:pt x="454" y="60"/>
                </a:lnTo>
                <a:lnTo>
                  <a:pt x="454" y="61"/>
                </a:lnTo>
                <a:lnTo>
                  <a:pt x="454" y="62"/>
                </a:lnTo>
                <a:lnTo>
                  <a:pt x="453" y="62"/>
                </a:lnTo>
                <a:lnTo>
                  <a:pt x="453" y="63"/>
                </a:lnTo>
                <a:lnTo>
                  <a:pt x="452" y="63"/>
                </a:lnTo>
                <a:lnTo>
                  <a:pt x="452" y="64"/>
                </a:lnTo>
                <a:lnTo>
                  <a:pt x="452" y="65"/>
                </a:lnTo>
                <a:lnTo>
                  <a:pt x="452" y="67"/>
                </a:lnTo>
                <a:lnTo>
                  <a:pt x="452" y="68"/>
                </a:lnTo>
                <a:lnTo>
                  <a:pt x="452" y="69"/>
                </a:lnTo>
                <a:lnTo>
                  <a:pt x="451" y="69"/>
                </a:lnTo>
                <a:lnTo>
                  <a:pt x="449" y="70"/>
                </a:lnTo>
                <a:lnTo>
                  <a:pt x="449" y="71"/>
                </a:lnTo>
                <a:lnTo>
                  <a:pt x="449" y="72"/>
                </a:lnTo>
                <a:lnTo>
                  <a:pt x="449" y="73"/>
                </a:lnTo>
                <a:lnTo>
                  <a:pt x="449" y="74"/>
                </a:lnTo>
                <a:lnTo>
                  <a:pt x="450" y="75"/>
                </a:lnTo>
                <a:lnTo>
                  <a:pt x="450" y="76"/>
                </a:lnTo>
                <a:lnTo>
                  <a:pt x="450" y="77"/>
                </a:lnTo>
                <a:lnTo>
                  <a:pt x="451" y="78"/>
                </a:lnTo>
                <a:lnTo>
                  <a:pt x="451" y="79"/>
                </a:lnTo>
                <a:lnTo>
                  <a:pt x="452" y="79"/>
                </a:lnTo>
                <a:lnTo>
                  <a:pt x="452" y="80"/>
                </a:lnTo>
                <a:lnTo>
                  <a:pt x="452" y="81"/>
                </a:lnTo>
                <a:lnTo>
                  <a:pt x="452" y="82"/>
                </a:lnTo>
                <a:lnTo>
                  <a:pt x="452" y="83"/>
                </a:lnTo>
                <a:lnTo>
                  <a:pt x="451" y="83"/>
                </a:lnTo>
                <a:lnTo>
                  <a:pt x="450" y="83"/>
                </a:lnTo>
                <a:lnTo>
                  <a:pt x="449" y="84"/>
                </a:lnTo>
                <a:lnTo>
                  <a:pt x="449" y="85"/>
                </a:lnTo>
                <a:lnTo>
                  <a:pt x="449" y="86"/>
                </a:lnTo>
                <a:lnTo>
                  <a:pt x="449" y="87"/>
                </a:lnTo>
                <a:lnTo>
                  <a:pt x="449" y="88"/>
                </a:lnTo>
                <a:lnTo>
                  <a:pt x="449" y="89"/>
                </a:lnTo>
                <a:lnTo>
                  <a:pt x="451" y="89"/>
                </a:lnTo>
                <a:lnTo>
                  <a:pt x="451" y="90"/>
                </a:lnTo>
                <a:lnTo>
                  <a:pt x="452" y="90"/>
                </a:lnTo>
                <a:lnTo>
                  <a:pt x="452" y="91"/>
                </a:lnTo>
                <a:lnTo>
                  <a:pt x="453" y="91"/>
                </a:lnTo>
                <a:lnTo>
                  <a:pt x="455" y="90"/>
                </a:lnTo>
                <a:lnTo>
                  <a:pt x="455" y="91"/>
                </a:lnTo>
                <a:lnTo>
                  <a:pt x="456" y="90"/>
                </a:lnTo>
                <a:lnTo>
                  <a:pt x="457" y="90"/>
                </a:lnTo>
                <a:lnTo>
                  <a:pt x="458" y="89"/>
                </a:lnTo>
                <a:lnTo>
                  <a:pt x="458" y="88"/>
                </a:lnTo>
                <a:lnTo>
                  <a:pt x="457" y="88"/>
                </a:lnTo>
                <a:lnTo>
                  <a:pt x="457" y="89"/>
                </a:lnTo>
                <a:lnTo>
                  <a:pt x="456" y="89"/>
                </a:lnTo>
                <a:lnTo>
                  <a:pt x="456" y="88"/>
                </a:lnTo>
                <a:lnTo>
                  <a:pt x="456" y="87"/>
                </a:lnTo>
                <a:lnTo>
                  <a:pt x="457" y="86"/>
                </a:lnTo>
                <a:lnTo>
                  <a:pt x="457" y="85"/>
                </a:lnTo>
                <a:lnTo>
                  <a:pt x="458" y="85"/>
                </a:lnTo>
                <a:lnTo>
                  <a:pt x="459" y="84"/>
                </a:lnTo>
                <a:lnTo>
                  <a:pt x="460" y="84"/>
                </a:lnTo>
                <a:lnTo>
                  <a:pt x="460" y="83"/>
                </a:lnTo>
                <a:lnTo>
                  <a:pt x="459" y="82"/>
                </a:lnTo>
                <a:lnTo>
                  <a:pt x="459" y="81"/>
                </a:lnTo>
                <a:lnTo>
                  <a:pt x="458" y="81"/>
                </a:lnTo>
                <a:lnTo>
                  <a:pt x="458" y="80"/>
                </a:lnTo>
                <a:lnTo>
                  <a:pt x="457" y="80"/>
                </a:lnTo>
                <a:lnTo>
                  <a:pt x="457" y="79"/>
                </a:lnTo>
                <a:lnTo>
                  <a:pt x="456" y="79"/>
                </a:lnTo>
                <a:lnTo>
                  <a:pt x="455" y="78"/>
                </a:lnTo>
                <a:lnTo>
                  <a:pt x="455" y="76"/>
                </a:lnTo>
                <a:lnTo>
                  <a:pt x="456" y="76"/>
                </a:lnTo>
                <a:lnTo>
                  <a:pt x="457" y="76"/>
                </a:lnTo>
                <a:lnTo>
                  <a:pt x="458" y="76"/>
                </a:lnTo>
                <a:lnTo>
                  <a:pt x="459" y="76"/>
                </a:lnTo>
                <a:lnTo>
                  <a:pt x="459" y="75"/>
                </a:lnTo>
                <a:lnTo>
                  <a:pt x="460" y="75"/>
                </a:lnTo>
                <a:lnTo>
                  <a:pt x="461" y="75"/>
                </a:lnTo>
                <a:lnTo>
                  <a:pt x="461" y="74"/>
                </a:lnTo>
                <a:lnTo>
                  <a:pt x="461" y="73"/>
                </a:lnTo>
                <a:lnTo>
                  <a:pt x="462" y="74"/>
                </a:lnTo>
                <a:lnTo>
                  <a:pt x="462" y="75"/>
                </a:lnTo>
                <a:lnTo>
                  <a:pt x="463" y="76"/>
                </a:lnTo>
                <a:lnTo>
                  <a:pt x="463" y="77"/>
                </a:lnTo>
                <a:lnTo>
                  <a:pt x="464" y="77"/>
                </a:lnTo>
                <a:lnTo>
                  <a:pt x="464" y="78"/>
                </a:lnTo>
                <a:lnTo>
                  <a:pt x="464" y="79"/>
                </a:lnTo>
                <a:lnTo>
                  <a:pt x="465" y="79"/>
                </a:lnTo>
                <a:lnTo>
                  <a:pt x="466" y="79"/>
                </a:lnTo>
                <a:lnTo>
                  <a:pt x="467" y="79"/>
                </a:lnTo>
                <a:lnTo>
                  <a:pt x="467" y="80"/>
                </a:lnTo>
                <a:lnTo>
                  <a:pt x="468" y="81"/>
                </a:lnTo>
                <a:lnTo>
                  <a:pt x="467" y="82"/>
                </a:lnTo>
                <a:lnTo>
                  <a:pt x="467" y="83"/>
                </a:lnTo>
                <a:lnTo>
                  <a:pt x="466" y="83"/>
                </a:lnTo>
                <a:lnTo>
                  <a:pt x="466" y="84"/>
                </a:lnTo>
                <a:lnTo>
                  <a:pt x="465" y="85"/>
                </a:lnTo>
                <a:lnTo>
                  <a:pt x="466" y="85"/>
                </a:lnTo>
                <a:lnTo>
                  <a:pt x="467" y="86"/>
                </a:lnTo>
                <a:lnTo>
                  <a:pt x="467" y="85"/>
                </a:lnTo>
                <a:lnTo>
                  <a:pt x="468" y="86"/>
                </a:lnTo>
                <a:lnTo>
                  <a:pt x="467" y="87"/>
                </a:lnTo>
                <a:lnTo>
                  <a:pt x="467" y="88"/>
                </a:lnTo>
                <a:lnTo>
                  <a:pt x="467" y="90"/>
                </a:lnTo>
                <a:lnTo>
                  <a:pt x="466" y="90"/>
                </a:lnTo>
                <a:lnTo>
                  <a:pt x="466" y="91"/>
                </a:lnTo>
                <a:lnTo>
                  <a:pt x="466" y="92"/>
                </a:lnTo>
                <a:lnTo>
                  <a:pt x="467" y="92"/>
                </a:lnTo>
                <a:lnTo>
                  <a:pt x="466" y="93"/>
                </a:lnTo>
                <a:lnTo>
                  <a:pt x="466" y="94"/>
                </a:lnTo>
                <a:lnTo>
                  <a:pt x="466" y="93"/>
                </a:lnTo>
                <a:lnTo>
                  <a:pt x="465" y="93"/>
                </a:lnTo>
                <a:lnTo>
                  <a:pt x="465" y="94"/>
                </a:lnTo>
                <a:lnTo>
                  <a:pt x="464" y="94"/>
                </a:lnTo>
                <a:lnTo>
                  <a:pt x="464" y="95"/>
                </a:lnTo>
                <a:lnTo>
                  <a:pt x="463" y="95"/>
                </a:lnTo>
                <a:lnTo>
                  <a:pt x="463" y="96"/>
                </a:lnTo>
                <a:lnTo>
                  <a:pt x="462" y="96"/>
                </a:lnTo>
                <a:lnTo>
                  <a:pt x="462" y="98"/>
                </a:lnTo>
                <a:lnTo>
                  <a:pt x="463" y="98"/>
                </a:lnTo>
                <a:lnTo>
                  <a:pt x="463" y="99"/>
                </a:lnTo>
                <a:lnTo>
                  <a:pt x="464" y="99"/>
                </a:lnTo>
                <a:lnTo>
                  <a:pt x="464" y="101"/>
                </a:lnTo>
                <a:lnTo>
                  <a:pt x="465" y="101"/>
                </a:lnTo>
                <a:lnTo>
                  <a:pt x="465" y="102"/>
                </a:lnTo>
                <a:lnTo>
                  <a:pt x="466" y="102"/>
                </a:lnTo>
                <a:lnTo>
                  <a:pt x="466" y="103"/>
                </a:lnTo>
                <a:lnTo>
                  <a:pt x="465" y="103"/>
                </a:lnTo>
                <a:lnTo>
                  <a:pt x="465" y="104"/>
                </a:lnTo>
                <a:lnTo>
                  <a:pt x="465" y="105"/>
                </a:lnTo>
                <a:lnTo>
                  <a:pt x="466" y="105"/>
                </a:lnTo>
                <a:lnTo>
                  <a:pt x="466" y="104"/>
                </a:lnTo>
                <a:lnTo>
                  <a:pt x="467" y="104"/>
                </a:lnTo>
                <a:lnTo>
                  <a:pt x="467" y="103"/>
                </a:lnTo>
                <a:lnTo>
                  <a:pt x="467" y="102"/>
                </a:lnTo>
                <a:lnTo>
                  <a:pt x="468" y="102"/>
                </a:lnTo>
                <a:lnTo>
                  <a:pt x="469" y="102"/>
                </a:lnTo>
                <a:lnTo>
                  <a:pt x="469" y="101"/>
                </a:lnTo>
                <a:lnTo>
                  <a:pt x="470" y="100"/>
                </a:lnTo>
                <a:lnTo>
                  <a:pt x="471" y="100"/>
                </a:lnTo>
                <a:lnTo>
                  <a:pt x="471" y="99"/>
                </a:lnTo>
                <a:lnTo>
                  <a:pt x="471" y="100"/>
                </a:lnTo>
                <a:lnTo>
                  <a:pt x="471" y="101"/>
                </a:lnTo>
                <a:lnTo>
                  <a:pt x="472" y="102"/>
                </a:lnTo>
                <a:lnTo>
                  <a:pt x="472" y="103"/>
                </a:lnTo>
                <a:lnTo>
                  <a:pt x="473" y="103"/>
                </a:lnTo>
                <a:lnTo>
                  <a:pt x="473" y="104"/>
                </a:lnTo>
                <a:lnTo>
                  <a:pt x="474" y="104"/>
                </a:lnTo>
                <a:lnTo>
                  <a:pt x="475" y="104"/>
                </a:lnTo>
                <a:lnTo>
                  <a:pt x="475" y="103"/>
                </a:lnTo>
                <a:lnTo>
                  <a:pt x="477" y="102"/>
                </a:lnTo>
                <a:lnTo>
                  <a:pt x="478" y="102"/>
                </a:lnTo>
                <a:lnTo>
                  <a:pt x="479" y="102"/>
                </a:lnTo>
                <a:lnTo>
                  <a:pt x="480" y="102"/>
                </a:lnTo>
                <a:lnTo>
                  <a:pt x="481" y="103"/>
                </a:lnTo>
                <a:lnTo>
                  <a:pt x="481" y="104"/>
                </a:lnTo>
                <a:lnTo>
                  <a:pt x="481" y="105"/>
                </a:lnTo>
                <a:lnTo>
                  <a:pt x="482" y="105"/>
                </a:lnTo>
                <a:lnTo>
                  <a:pt x="483" y="106"/>
                </a:lnTo>
                <a:lnTo>
                  <a:pt x="484" y="106"/>
                </a:lnTo>
                <a:lnTo>
                  <a:pt x="485" y="107"/>
                </a:lnTo>
                <a:lnTo>
                  <a:pt x="486" y="108"/>
                </a:lnTo>
                <a:lnTo>
                  <a:pt x="487" y="108"/>
                </a:lnTo>
                <a:lnTo>
                  <a:pt x="488" y="108"/>
                </a:lnTo>
                <a:lnTo>
                  <a:pt x="488" y="107"/>
                </a:lnTo>
                <a:lnTo>
                  <a:pt x="488" y="106"/>
                </a:lnTo>
                <a:lnTo>
                  <a:pt x="488" y="105"/>
                </a:lnTo>
                <a:lnTo>
                  <a:pt x="488" y="104"/>
                </a:lnTo>
                <a:lnTo>
                  <a:pt x="489" y="103"/>
                </a:lnTo>
                <a:lnTo>
                  <a:pt x="489" y="102"/>
                </a:lnTo>
                <a:lnTo>
                  <a:pt x="490" y="102"/>
                </a:lnTo>
                <a:lnTo>
                  <a:pt x="491" y="102"/>
                </a:lnTo>
                <a:lnTo>
                  <a:pt x="491" y="103"/>
                </a:lnTo>
                <a:lnTo>
                  <a:pt x="491" y="104"/>
                </a:lnTo>
                <a:lnTo>
                  <a:pt x="492" y="104"/>
                </a:lnTo>
                <a:lnTo>
                  <a:pt x="493" y="104"/>
                </a:lnTo>
                <a:lnTo>
                  <a:pt x="493" y="105"/>
                </a:lnTo>
                <a:lnTo>
                  <a:pt x="494" y="106"/>
                </a:lnTo>
                <a:lnTo>
                  <a:pt x="495" y="106"/>
                </a:lnTo>
                <a:lnTo>
                  <a:pt x="495" y="105"/>
                </a:lnTo>
                <a:lnTo>
                  <a:pt x="495" y="104"/>
                </a:lnTo>
                <a:lnTo>
                  <a:pt x="496" y="104"/>
                </a:lnTo>
                <a:lnTo>
                  <a:pt x="496" y="103"/>
                </a:lnTo>
                <a:lnTo>
                  <a:pt x="496" y="102"/>
                </a:lnTo>
                <a:lnTo>
                  <a:pt x="495" y="101"/>
                </a:lnTo>
                <a:lnTo>
                  <a:pt x="495" y="100"/>
                </a:lnTo>
                <a:lnTo>
                  <a:pt x="494" y="99"/>
                </a:lnTo>
                <a:lnTo>
                  <a:pt x="495" y="99"/>
                </a:lnTo>
                <a:lnTo>
                  <a:pt x="495" y="98"/>
                </a:lnTo>
                <a:lnTo>
                  <a:pt x="496" y="98"/>
                </a:lnTo>
                <a:lnTo>
                  <a:pt x="497" y="97"/>
                </a:lnTo>
                <a:lnTo>
                  <a:pt x="498" y="96"/>
                </a:lnTo>
                <a:lnTo>
                  <a:pt x="498" y="95"/>
                </a:lnTo>
                <a:lnTo>
                  <a:pt x="498" y="94"/>
                </a:lnTo>
                <a:lnTo>
                  <a:pt x="499" y="94"/>
                </a:lnTo>
                <a:lnTo>
                  <a:pt x="499" y="93"/>
                </a:lnTo>
                <a:lnTo>
                  <a:pt x="499" y="92"/>
                </a:lnTo>
                <a:lnTo>
                  <a:pt x="500" y="92"/>
                </a:lnTo>
                <a:lnTo>
                  <a:pt x="500" y="91"/>
                </a:lnTo>
                <a:lnTo>
                  <a:pt x="499" y="91"/>
                </a:lnTo>
                <a:lnTo>
                  <a:pt x="499" y="90"/>
                </a:lnTo>
                <a:lnTo>
                  <a:pt x="500" y="90"/>
                </a:lnTo>
                <a:lnTo>
                  <a:pt x="500" y="89"/>
                </a:lnTo>
                <a:lnTo>
                  <a:pt x="501" y="89"/>
                </a:lnTo>
                <a:lnTo>
                  <a:pt x="501" y="88"/>
                </a:lnTo>
                <a:lnTo>
                  <a:pt x="500" y="88"/>
                </a:lnTo>
                <a:lnTo>
                  <a:pt x="500" y="87"/>
                </a:lnTo>
                <a:lnTo>
                  <a:pt x="501" y="86"/>
                </a:lnTo>
                <a:lnTo>
                  <a:pt x="501" y="84"/>
                </a:lnTo>
                <a:lnTo>
                  <a:pt x="501" y="83"/>
                </a:lnTo>
                <a:lnTo>
                  <a:pt x="501" y="82"/>
                </a:lnTo>
                <a:lnTo>
                  <a:pt x="502" y="82"/>
                </a:lnTo>
                <a:lnTo>
                  <a:pt x="502" y="81"/>
                </a:lnTo>
                <a:lnTo>
                  <a:pt x="502" y="80"/>
                </a:lnTo>
                <a:lnTo>
                  <a:pt x="503" y="80"/>
                </a:lnTo>
                <a:lnTo>
                  <a:pt x="503" y="79"/>
                </a:lnTo>
                <a:lnTo>
                  <a:pt x="503" y="78"/>
                </a:lnTo>
                <a:lnTo>
                  <a:pt x="504" y="78"/>
                </a:lnTo>
                <a:lnTo>
                  <a:pt x="504" y="77"/>
                </a:lnTo>
                <a:lnTo>
                  <a:pt x="504" y="76"/>
                </a:lnTo>
                <a:lnTo>
                  <a:pt x="505" y="76"/>
                </a:lnTo>
                <a:lnTo>
                  <a:pt x="506" y="76"/>
                </a:lnTo>
                <a:lnTo>
                  <a:pt x="507" y="76"/>
                </a:lnTo>
                <a:lnTo>
                  <a:pt x="507" y="75"/>
                </a:lnTo>
                <a:lnTo>
                  <a:pt x="507" y="76"/>
                </a:lnTo>
                <a:lnTo>
                  <a:pt x="508" y="76"/>
                </a:lnTo>
                <a:lnTo>
                  <a:pt x="510" y="75"/>
                </a:lnTo>
                <a:lnTo>
                  <a:pt x="511" y="74"/>
                </a:lnTo>
                <a:lnTo>
                  <a:pt x="512" y="74"/>
                </a:lnTo>
                <a:lnTo>
                  <a:pt x="512" y="75"/>
                </a:lnTo>
                <a:lnTo>
                  <a:pt x="511" y="75"/>
                </a:lnTo>
                <a:lnTo>
                  <a:pt x="511" y="77"/>
                </a:lnTo>
                <a:lnTo>
                  <a:pt x="511" y="78"/>
                </a:lnTo>
                <a:lnTo>
                  <a:pt x="511" y="79"/>
                </a:lnTo>
                <a:lnTo>
                  <a:pt x="510" y="80"/>
                </a:lnTo>
                <a:lnTo>
                  <a:pt x="511" y="81"/>
                </a:lnTo>
                <a:lnTo>
                  <a:pt x="511" y="83"/>
                </a:lnTo>
                <a:lnTo>
                  <a:pt x="511" y="84"/>
                </a:lnTo>
                <a:lnTo>
                  <a:pt x="511" y="85"/>
                </a:lnTo>
                <a:lnTo>
                  <a:pt x="512" y="85"/>
                </a:lnTo>
                <a:lnTo>
                  <a:pt x="512" y="86"/>
                </a:lnTo>
                <a:lnTo>
                  <a:pt x="513" y="86"/>
                </a:lnTo>
                <a:lnTo>
                  <a:pt x="513" y="87"/>
                </a:lnTo>
                <a:lnTo>
                  <a:pt x="513" y="88"/>
                </a:lnTo>
                <a:lnTo>
                  <a:pt x="512" y="89"/>
                </a:lnTo>
                <a:lnTo>
                  <a:pt x="511" y="90"/>
                </a:lnTo>
                <a:lnTo>
                  <a:pt x="511" y="91"/>
                </a:lnTo>
                <a:lnTo>
                  <a:pt x="512" y="91"/>
                </a:lnTo>
                <a:lnTo>
                  <a:pt x="512" y="92"/>
                </a:lnTo>
                <a:lnTo>
                  <a:pt x="512" y="93"/>
                </a:lnTo>
                <a:lnTo>
                  <a:pt x="513" y="93"/>
                </a:lnTo>
                <a:lnTo>
                  <a:pt x="513" y="94"/>
                </a:lnTo>
                <a:lnTo>
                  <a:pt x="514" y="94"/>
                </a:lnTo>
                <a:lnTo>
                  <a:pt x="514" y="95"/>
                </a:lnTo>
                <a:lnTo>
                  <a:pt x="514" y="96"/>
                </a:lnTo>
                <a:lnTo>
                  <a:pt x="515" y="96"/>
                </a:lnTo>
                <a:lnTo>
                  <a:pt x="515" y="97"/>
                </a:lnTo>
                <a:lnTo>
                  <a:pt x="515" y="96"/>
                </a:lnTo>
                <a:lnTo>
                  <a:pt x="516" y="96"/>
                </a:lnTo>
                <a:lnTo>
                  <a:pt x="517" y="95"/>
                </a:lnTo>
                <a:lnTo>
                  <a:pt x="518" y="94"/>
                </a:lnTo>
                <a:lnTo>
                  <a:pt x="518" y="95"/>
                </a:lnTo>
                <a:lnTo>
                  <a:pt x="519" y="95"/>
                </a:lnTo>
                <a:lnTo>
                  <a:pt x="520" y="95"/>
                </a:lnTo>
                <a:lnTo>
                  <a:pt x="520" y="96"/>
                </a:lnTo>
                <a:lnTo>
                  <a:pt x="519" y="96"/>
                </a:lnTo>
                <a:lnTo>
                  <a:pt x="519" y="97"/>
                </a:lnTo>
                <a:lnTo>
                  <a:pt x="519" y="98"/>
                </a:lnTo>
                <a:lnTo>
                  <a:pt x="519" y="97"/>
                </a:lnTo>
                <a:lnTo>
                  <a:pt x="519" y="98"/>
                </a:lnTo>
                <a:lnTo>
                  <a:pt x="519" y="97"/>
                </a:lnTo>
                <a:lnTo>
                  <a:pt x="520" y="97"/>
                </a:lnTo>
                <a:lnTo>
                  <a:pt x="521" y="96"/>
                </a:lnTo>
                <a:lnTo>
                  <a:pt x="522" y="97"/>
                </a:lnTo>
                <a:lnTo>
                  <a:pt x="523" y="97"/>
                </a:lnTo>
                <a:lnTo>
                  <a:pt x="522" y="98"/>
                </a:lnTo>
                <a:lnTo>
                  <a:pt x="521" y="98"/>
                </a:lnTo>
                <a:lnTo>
                  <a:pt x="520" y="98"/>
                </a:lnTo>
                <a:lnTo>
                  <a:pt x="520" y="99"/>
                </a:lnTo>
                <a:lnTo>
                  <a:pt x="521" y="99"/>
                </a:lnTo>
                <a:lnTo>
                  <a:pt x="520" y="99"/>
                </a:lnTo>
                <a:lnTo>
                  <a:pt x="520" y="100"/>
                </a:lnTo>
                <a:lnTo>
                  <a:pt x="520" y="101"/>
                </a:lnTo>
                <a:lnTo>
                  <a:pt x="519" y="101"/>
                </a:lnTo>
                <a:lnTo>
                  <a:pt x="520" y="101"/>
                </a:lnTo>
                <a:lnTo>
                  <a:pt x="520" y="102"/>
                </a:lnTo>
                <a:lnTo>
                  <a:pt x="518" y="103"/>
                </a:lnTo>
                <a:lnTo>
                  <a:pt x="518" y="104"/>
                </a:lnTo>
                <a:lnTo>
                  <a:pt x="518" y="106"/>
                </a:lnTo>
                <a:lnTo>
                  <a:pt x="518" y="107"/>
                </a:lnTo>
                <a:lnTo>
                  <a:pt x="518" y="108"/>
                </a:lnTo>
                <a:lnTo>
                  <a:pt x="517" y="108"/>
                </a:lnTo>
                <a:lnTo>
                  <a:pt x="517" y="109"/>
                </a:lnTo>
                <a:lnTo>
                  <a:pt x="518" y="109"/>
                </a:lnTo>
                <a:lnTo>
                  <a:pt x="518" y="110"/>
                </a:lnTo>
                <a:lnTo>
                  <a:pt x="517" y="111"/>
                </a:lnTo>
                <a:lnTo>
                  <a:pt x="517" y="112"/>
                </a:lnTo>
                <a:lnTo>
                  <a:pt x="517" y="113"/>
                </a:lnTo>
                <a:lnTo>
                  <a:pt x="516" y="114"/>
                </a:lnTo>
                <a:lnTo>
                  <a:pt x="515" y="114"/>
                </a:lnTo>
                <a:lnTo>
                  <a:pt x="515" y="115"/>
                </a:lnTo>
                <a:lnTo>
                  <a:pt x="515" y="116"/>
                </a:lnTo>
                <a:lnTo>
                  <a:pt x="514" y="117"/>
                </a:lnTo>
                <a:lnTo>
                  <a:pt x="514" y="118"/>
                </a:lnTo>
                <a:lnTo>
                  <a:pt x="515" y="118"/>
                </a:lnTo>
                <a:lnTo>
                  <a:pt x="514" y="119"/>
                </a:lnTo>
                <a:lnTo>
                  <a:pt x="514" y="120"/>
                </a:lnTo>
                <a:lnTo>
                  <a:pt x="514" y="121"/>
                </a:lnTo>
                <a:lnTo>
                  <a:pt x="514" y="122"/>
                </a:lnTo>
                <a:lnTo>
                  <a:pt x="515" y="122"/>
                </a:lnTo>
                <a:lnTo>
                  <a:pt x="515" y="121"/>
                </a:lnTo>
                <a:lnTo>
                  <a:pt x="515" y="120"/>
                </a:lnTo>
                <a:lnTo>
                  <a:pt x="516" y="120"/>
                </a:lnTo>
                <a:lnTo>
                  <a:pt x="517" y="120"/>
                </a:lnTo>
                <a:lnTo>
                  <a:pt x="517" y="119"/>
                </a:lnTo>
                <a:lnTo>
                  <a:pt x="517" y="118"/>
                </a:lnTo>
                <a:lnTo>
                  <a:pt x="518" y="118"/>
                </a:lnTo>
                <a:lnTo>
                  <a:pt x="518" y="119"/>
                </a:lnTo>
                <a:lnTo>
                  <a:pt x="519" y="119"/>
                </a:lnTo>
                <a:lnTo>
                  <a:pt x="520" y="119"/>
                </a:lnTo>
                <a:lnTo>
                  <a:pt x="520" y="120"/>
                </a:lnTo>
                <a:lnTo>
                  <a:pt x="521" y="120"/>
                </a:lnTo>
                <a:lnTo>
                  <a:pt x="521" y="121"/>
                </a:lnTo>
                <a:lnTo>
                  <a:pt x="521" y="122"/>
                </a:lnTo>
                <a:lnTo>
                  <a:pt x="520" y="122"/>
                </a:lnTo>
                <a:lnTo>
                  <a:pt x="520" y="123"/>
                </a:lnTo>
                <a:lnTo>
                  <a:pt x="520" y="124"/>
                </a:lnTo>
                <a:lnTo>
                  <a:pt x="518" y="124"/>
                </a:lnTo>
                <a:lnTo>
                  <a:pt x="517" y="125"/>
                </a:lnTo>
                <a:lnTo>
                  <a:pt x="516" y="125"/>
                </a:lnTo>
                <a:lnTo>
                  <a:pt x="516" y="126"/>
                </a:lnTo>
                <a:lnTo>
                  <a:pt x="516" y="127"/>
                </a:lnTo>
                <a:lnTo>
                  <a:pt x="516" y="128"/>
                </a:lnTo>
                <a:lnTo>
                  <a:pt x="516" y="127"/>
                </a:lnTo>
                <a:lnTo>
                  <a:pt x="516" y="128"/>
                </a:lnTo>
                <a:lnTo>
                  <a:pt x="515" y="128"/>
                </a:lnTo>
                <a:lnTo>
                  <a:pt x="514" y="129"/>
                </a:lnTo>
                <a:lnTo>
                  <a:pt x="515" y="130"/>
                </a:lnTo>
                <a:lnTo>
                  <a:pt x="515" y="131"/>
                </a:lnTo>
                <a:lnTo>
                  <a:pt x="516" y="133"/>
                </a:lnTo>
                <a:lnTo>
                  <a:pt x="515" y="133"/>
                </a:lnTo>
                <a:lnTo>
                  <a:pt x="516" y="135"/>
                </a:lnTo>
                <a:lnTo>
                  <a:pt x="516" y="136"/>
                </a:lnTo>
                <a:lnTo>
                  <a:pt x="516" y="137"/>
                </a:lnTo>
                <a:lnTo>
                  <a:pt x="517" y="138"/>
                </a:lnTo>
                <a:lnTo>
                  <a:pt x="518" y="138"/>
                </a:lnTo>
                <a:lnTo>
                  <a:pt x="517" y="138"/>
                </a:lnTo>
                <a:lnTo>
                  <a:pt x="516" y="139"/>
                </a:lnTo>
                <a:lnTo>
                  <a:pt x="517" y="140"/>
                </a:lnTo>
                <a:lnTo>
                  <a:pt x="518" y="140"/>
                </a:lnTo>
                <a:lnTo>
                  <a:pt x="519" y="141"/>
                </a:lnTo>
                <a:lnTo>
                  <a:pt x="518" y="141"/>
                </a:lnTo>
                <a:lnTo>
                  <a:pt x="518" y="142"/>
                </a:lnTo>
                <a:lnTo>
                  <a:pt x="518" y="143"/>
                </a:lnTo>
                <a:lnTo>
                  <a:pt x="518" y="144"/>
                </a:lnTo>
                <a:lnTo>
                  <a:pt x="518" y="145"/>
                </a:lnTo>
                <a:lnTo>
                  <a:pt x="517" y="145"/>
                </a:lnTo>
                <a:lnTo>
                  <a:pt x="518" y="145"/>
                </a:lnTo>
                <a:lnTo>
                  <a:pt x="517" y="146"/>
                </a:lnTo>
                <a:lnTo>
                  <a:pt x="517" y="147"/>
                </a:lnTo>
                <a:lnTo>
                  <a:pt x="517" y="148"/>
                </a:lnTo>
                <a:lnTo>
                  <a:pt x="518" y="148"/>
                </a:lnTo>
                <a:lnTo>
                  <a:pt x="519" y="148"/>
                </a:lnTo>
                <a:lnTo>
                  <a:pt x="520" y="150"/>
                </a:lnTo>
                <a:lnTo>
                  <a:pt x="521" y="151"/>
                </a:lnTo>
                <a:lnTo>
                  <a:pt x="521" y="152"/>
                </a:lnTo>
                <a:lnTo>
                  <a:pt x="520" y="152"/>
                </a:lnTo>
                <a:lnTo>
                  <a:pt x="521" y="153"/>
                </a:lnTo>
                <a:lnTo>
                  <a:pt x="522" y="153"/>
                </a:lnTo>
                <a:lnTo>
                  <a:pt x="523" y="153"/>
                </a:lnTo>
                <a:lnTo>
                  <a:pt x="524" y="153"/>
                </a:lnTo>
                <a:lnTo>
                  <a:pt x="525" y="153"/>
                </a:lnTo>
                <a:lnTo>
                  <a:pt x="525" y="154"/>
                </a:lnTo>
                <a:lnTo>
                  <a:pt x="526" y="155"/>
                </a:lnTo>
                <a:lnTo>
                  <a:pt x="527" y="155"/>
                </a:lnTo>
                <a:lnTo>
                  <a:pt x="527" y="156"/>
                </a:lnTo>
                <a:lnTo>
                  <a:pt x="528" y="156"/>
                </a:lnTo>
                <a:lnTo>
                  <a:pt x="529" y="157"/>
                </a:lnTo>
                <a:lnTo>
                  <a:pt x="529" y="158"/>
                </a:lnTo>
                <a:lnTo>
                  <a:pt x="529" y="159"/>
                </a:lnTo>
                <a:lnTo>
                  <a:pt x="529" y="160"/>
                </a:lnTo>
                <a:lnTo>
                  <a:pt x="529" y="161"/>
                </a:lnTo>
                <a:lnTo>
                  <a:pt x="530" y="161"/>
                </a:lnTo>
                <a:lnTo>
                  <a:pt x="530" y="162"/>
                </a:lnTo>
                <a:lnTo>
                  <a:pt x="530" y="163"/>
                </a:lnTo>
                <a:lnTo>
                  <a:pt x="529" y="165"/>
                </a:lnTo>
                <a:lnTo>
                  <a:pt x="528" y="165"/>
                </a:lnTo>
                <a:lnTo>
                  <a:pt x="528" y="167"/>
                </a:lnTo>
                <a:lnTo>
                  <a:pt x="528" y="168"/>
                </a:lnTo>
                <a:lnTo>
                  <a:pt x="529" y="169"/>
                </a:lnTo>
                <a:lnTo>
                  <a:pt x="528" y="169"/>
                </a:lnTo>
                <a:lnTo>
                  <a:pt x="527" y="169"/>
                </a:lnTo>
                <a:lnTo>
                  <a:pt x="526" y="170"/>
                </a:lnTo>
                <a:lnTo>
                  <a:pt x="526" y="171"/>
                </a:lnTo>
                <a:lnTo>
                  <a:pt x="525" y="171"/>
                </a:lnTo>
                <a:lnTo>
                  <a:pt x="525" y="170"/>
                </a:lnTo>
                <a:lnTo>
                  <a:pt x="523" y="171"/>
                </a:lnTo>
                <a:lnTo>
                  <a:pt x="522" y="172"/>
                </a:lnTo>
                <a:lnTo>
                  <a:pt x="521" y="172"/>
                </a:lnTo>
                <a:lnTo>
                  <a:pt x="521" y="173"/>
                </a:lnTo>
                <a:lnTo>
                  <a:pt x="520" y="173"/>
                </a:lnTo>
                <a:lnTo>
                  <a:pt x="520" y="174"/>
                </a:lnTo>
                <a:lnTo>
                  <a:pt x="519" y="174"/>
                </a:lnTo>
                <a:lnTo>
                  <a:pt x="518" y="176"/>
                </a:lnTo>
                <a:lnTo>
                  <a:pt x="517" y="176"/>
                </a:lnTo>
                <a:lnTo>
                  <a:pt x="516" y="176"/>
                </a:lnTo>
                <a:lnTo>
                  <a:pt x="516" y="177"/>
                </a:lnTo>
                <a:lnTo>
                  <a:pt x="515" y="178"/>
                </a:lnTo>
                <a:lnTo>
                  <a:pt x="514" y="178"/>
                </a:lnTo>
                <a:lnTo>
                  <a:pt x="515" y="180"/>
                </a:lnTo>
                <a:lnTo>
                  <a:pt x="515" y="181"/>
                </a:lnTo>
                <a:lnTo>
                  <a:pt x="514" y="182"/>
                </a:lnTo>
                <a:lnTo>
                  <a:pt x="514" y="183"/>
                </a:lnTo>
                <a:lnTo>
                  <a:pt x="514" y="184"/>
                </a:lnTo>
                <a:lnTo>
                  <a:pt x="513" y="184"/>
                </a:lnTo>
                <a:lnTo>
                  <a:pt x="512" y="183"/>
                </a:lnTo>
                <a:lnTo>
                  <a:pt x="511" y="183"/>
                </a:lnTo>
                <a:lnTo>
                  <a:pt x="510" y="184"/>
                </a:lnTo>
                <a:lnTo>
                  <a:pt x="509" y="184"/>
                </a:lnTo>
                <a:lnTo>
                  <a:pt x="509" y="183"/>
                </a:lnTo>
                <a:lnTo>
                  <a:pt x="510" y="183"/>
                </a:lnTo>
                <a:lnTo>
                  <a:pt x="510" y="182"/>
                </a:lnTo>
                <a:lnTo>
                  <a:pt x="509" y="182"/>
                </a:lnTo>
                <a:lnTo>
                  <a:pt x="507" y="182"/>
                </a:lnTo>
                <a:lnTo>
                  <a:pt x="507" y="181"/>
                </a:lnTo>
                <a:lnTo>
                  <a:pt x="506" y="180"/>
                </a:lnTo>
                <a:lnTo>
                  <a:pt x="506" y="181"/>
                </a:lnTo>
                <a:lnTo>
                  <a:pt x="505" y="181"/>
                </a:lnTo>
                <a:lnTo>
                  <a:pt x="504" y="182"/>
                </a:lnTo>
                <a:lnTo>
                  <a:pt x="503" y="183"/>
                </a:lnTo>
                <a:lnTo>
                  <a:pt x="502" y="184"/>
                </a:lnTo>
                <a:lnTo>
                  <a:pt x="501" y="185"/>
                </a:lnTo>
                <a:lnTo>
                  <a:pt x="501" y="184"/>
                </a:lnTo>
                <a:lnTo>
                  <a:pt x="502" y="183"/>
                </a:lnTo>
                <a:lnTo>
                  <a:pt x="502" y="182"/>
                </a:lnTo>
                <a:lnTo>
                  <a:pt x="501" y="181"/>
                </a:lnTo>
                <a:lnTo>
                  <a:pt x="500" y="181"/>
                </a:lnTo>
                <a:lnTo>
                  <a:pt x="499" y="182"/>
                </a:lnTo>
                <a:lnTo>
                  <a:pt x="498" y="183"/>
                </a:lnTo>
                <a:lnTo>
                  <a:pt x="497" y="183"/>
                </a:lnTo>
                <a:lnTo>
                  <a:pt x="497" y="184"/>
                </a:lnTo>
                <a:lnTo>
                  <a:pt x="497" y="185"/>
                </a:lnTo>
                <a:lnTo>
                  <a:pt x="498" y="185"/>
                </a:lnTo>
                <a:lnTo>
                  <a:pt x="498" y="184"/>
                </a:lnTo>
                <a:lnTo>
                  <a:pt x="499" y="184"/>
                </a:lnTo>
                <a:lnTo>
                  <a:pt x="499" y="183"/>
                </a:lnTo>
                <a:lnTo>
                  <a:pt x="500" y="183"/>
                </a:lnTo>
                <a:lnTo>
                  <a:pt x="500" y="184"/>
                </a:lnTo>
                <a:lnTo>
                  <a:pt x="499" y="185"/>
                </a:lnTo>
                <a:lnTo>
                  <a:pt x="498" y="186"/>
                </a:lnTo>
                <a:lnTo>
                  <a:pt x="498" y="187"/>
                </a:lnTo>
                <a:lnTo>
                  <a:pt x="498" y="188"/>
                </a:lnTo>
                <a:lnTo>
                  <a:pt x="498" y="189"/>
                </a:lnTo>
                <a:lnTo>
                  <a:pt x="497" y="189"/>
                </a:lnTo>
                <a:lnTo>
                  <a:pt x="498" y="189"/>
                </a:lnTo>
                <a:lnTo>
                  <a:pt x="498" y="190"/>
                </a:lnTo>
                <a:lnTo>
                  <a:pt x="498" y="191"/>
                </a:lnTo>
                <a:lnTo>
                  <a:pt x="497" y="191"/>
                </a:lnTo>
                <a:lnTo>
                  <a:pt x="497" y="190"/>
                </a:lnTo>
                <a:lnTo>
                  <a:pt x="496" y="191"/>
                </a:lnTo>
                <a:lnTo>
                  <a:pt x="496" y="192"/>
                </a:lnTo>
                <a:lnTo>
                  <a:pt x="497" y="192"/>
                </a:lnTo>
                <a:lnTo>
                  <a:pt x="496" y="192"/>
                </a:lnTo>
                <a:lnTo>
                  <a:pt x="495" y="193"/>
                </a:lnTo>
                <a:lnTo>
                  <a:pt x="494" y="192"/>
                </a:lnTo>
                <a:lnTo>
                  <a:pt x="494" y="193"/>
                </a:lnTo>
                <a:lnTo>
                  <a:pt x="494" y="194"/>
                </a:lnTo>
                <a:lnTo>
                  <a:pt x="493" y="194"/>
                </a:lnTo>
                <a:lnTo>
                  <a:pt x="493" y="193"/>
                </a:lnTo>
                <a:lnTo>
                  <a:pt x="492" y="193"/>
                </a:lnTo>
                <a:lnTo>
                  <a:pt x="492" y="192"/>
                </a:lnTo>
                <a:lnTo>
                  <a:pt x="491" y="192"/>
                </a:lnTo>
                <a:lnTo>
                  <a:pt x="491" y="193"/>
                </a:lnTo>
                <a:lnTo>
                  <a:pt x="492" y="193"/>
                </a:lnTo>
                <a:lnTo>
                  <a:pt x="492" y="195"/>
                </a:lnTo>
                <a:lnTo>
                  <a:pt x="492" y="196"/>
                </a:lnTo>
                <a:lnTo>
                  <a:pt x="492" y="197"/>
                </a:lnTo>
                <a:lnTo>
                  <a:pt x="491" y="197"/>
                </a:lnTo>
                <a:lnTo>
                  <a:pt x="491" y="198"/>
                </a:lnTo>
                <a:lnTo>
                  <a:pt x="490" y="198"/>
                </a:lnTo>
                <a:lnTo>
                  <a:pt x="489" y="198"/>
                </a:lnTo>
                <a:lnTo>
                  <a:pt x="488" y="199"/>
                </a:lnTo>
                <a:lnTo>
                  <a:pt x="487" y="199"/>
                </a:lnTo>
                <a:lnTo>
                  <a:pt x="486" y="199"/>
                </a:lnTo>
                <a:lnTo>
                  <a:pt x="486" y="200"/>
                </a:lnTo>
                <a:lnTo>
                  <a:pt x="485" y="201"/>
                </a:lnTo>
                <a:lnTo>
                  <a:pt x="484" y="202"/>
                </a:lnTo>
                <a:lnTo>
                  <a:pt x="484" y="203"/>
                </a:lnTo>
                <a:lnTo>
                  <a:pt x="483" y="203"/>
                </a:lnTo>
                <a:lnTo>
                  <a:pt x="483" y="204"/>
                </a:lnTo>
                <a:lnTo>
                  <a:pt x="482" y="204"/>
                </a:lnTo>
                <a:lnTo>
                  <a:pt x="481" y="204"/>
                </a:lnTo>
                <a:lnTo>
                  <a:pt x="479" y="205"/>
                </a:lnTo>
                <a:lnTo>
                  <a:pt x="479" y="206"/>
                </a:lnTo>
                <a:lnTo>
                  <a:pt x="480" y="206"/>
                </a:lnTo>
                <a:lnTo>
                  <a:pt x="480" y="207"/>
                </a:lnTo>
                <a:lnTo>
                  <a:pt x="481" y="208"/>
                </a:lnTo>
                <a:lnTo>
                  <a:pt x="481" y="210"/>
                </a:lnTo>
                <a:lnTo>
                  <a:pt x="480" y="211"/>
                </a:lnTo>
                <a:lnTo>
                  <a:pt x="479" y="213"/>
                </a:lnTo>
                <a:lnTo>
                  <a:pt x="478" y="213"/>
                </a:lnTo>
                <a:lnTo>
                  <a:pt x="477" y="214"/>
                </a:lnTo>
                <a:lnTo>
                  <a:pt x="477" y="215"/>
                </a:lnTo>
                <a:lnTo>
                  <a:pt x="477" y="216"/>
                </a:lnTo>
                <a:lnTo>
                  <a:pt x="476" y="216"/>
                </a:lnTo>
                <a:lnTo>
                  <a:pt x="476" y="215"/>
                </a:lnTo>
                <a:lnTo>
                  <a:pt x="475" y="215"/>
                </a:lnTo>
                <a:lnTo>
                  <a:pt x="474" y="216"/>
                </a:lnTo>
                <a:lnTo>
                  <a:pt x="473" y="217"/>
                </a:lnTo>
                <a:lnTo>
                  <a:pt x="472" y="217"/>
                </a:lnTo>
                <a:lnTo>
                  <a:pt x="472" y="218"/>
                </a:lnTo>
                <a:lnTo>
                  <a:pt x="471" y="218"/>
                </a:lnTo>
                <a:lnTo>
                  <a:pt x="471" y="217"/>
                </a:lnTo>
                <a:lnTo>
                  <a:pt x="470" y="217"/>
                </a:lnTo>
                <a:lnTo>
                  <a:pt x="469" y="218"/>
                </a:lnTo>
                <a:lnTo>
                  <a:pt x="468" y="218"/>
                </a:lnTo>
                <a:lnTo>
                  <a:pt x="469" y="219"/>
                </a:lnTo>
                <a:lnTo>
                  <a:pt x="470" y="219"/>
                </a:lnTo>
                <a:lnTo>
                  <a:pt x="471" y="220"/>
                </a:lnTo>
                <a:lnTo>
                  <a:pt x="472" y="221"/>
                </a:lnTo>
                <a:lnTo>
                  <a:pt x="473" y="221"/>
                </a:lnTo>
                <a:lnTo>
                  <a:pt x="473" y="220"/>
                </a:lnTo>
                <a:lnTo>
                  <a:pt x="473" y="221"/>
                </a:lnTo>
                <a:lnTo>
                  <a:pt x="473" y="222"/>
                </a:lnTo>
                <a:lnTo>
                  <a:pt x="473" y="223"/>
                </a:lnTo>
                <a:lnTo>
                  <a:pt x="474" y="223"/>
                </a:lnTo>
                <a:lnTo>
                  <a:pt x="475" y="223"/>
                </a:lnTo>
                <a:lnTo>
                  <a:pt x="476" y="224"/>
                </a:lnTo>
                <a:lnTo>
                  <a:pt x="476" y="225"/>
                </a:lnTo>
                <a:lnTo>
                  <a:pt x="476" y="226"/>
                </a:lnTo>
                <a:lnTo>
                  <a:pt x="476" y="227"/>
                </a:lnTo>
                <a:lnTo>
                  <a:pt x="477" y="227"/>
                </a:lnTo>
                <a:lnTo>
                  <a:pt x="477" y="226"/>
                </a:lnTo>
                <a:lnTo>
                  <a:pt x="478" y="226"/>
                </a:lnTo>
                <a:lnTo>
                  <a:pt x="478" y="225"/>
                </a:lnTo>
                <a:lnTo>
                  <a:pt x="479" y="225"/>
                </a:lnTo>
                <a:lnTo>
                  <a:pt x="480" y="225"/>
                </a:lnTo>
                <a:lnTo>
                  <a:pt x="480" y="224"/>
                </a:lnTo>
                <a:lnTo>
                  <a:pt x="479" y="224"/>
                </a:lnTo>
                <a:lnTo>
                  <a:pt x="480" y="224"/>
                </a:lnTo>
                <a:lnTo>
                  <a:pt x="480" y="225"/>
                </a:lnTo>
                <a:lnTo>
                  <a:pt x="480" y="226"/>
                </a:lnTo>
                <a:lnTo>
                  <a:pt x="482" y="225"/>
                </a:lnTo>
                <a:lnTo>
                  <a:pt x="483" y="225"/>
                </a:lnTo>
                <a:lnTo>
                  <a:pt x="483" y="223"/>
                </a:lnTo>
                <a:lnTo>
                  <a:pt x="482" y="223"/>
                </a:lnTo>
                <a:lnTo>
                  <a:pt x="482" y="222"/>
                </a:lnTo>
                <a:lnTo>
                  <a:pt x="483" y="222"/>
                </a:lnTo>
                <a:lnTo>
                  <a:pt x="484" y="222"/>
                </a:lnTo>
                <a:lnTo>
                  <a:pt x="485" y="221"/>
                </a:lnTo>
                <a:lnTo>
                  <a:pt x="485" y="220"/>
                </a:lnTo>
                <a:lnTo>
                  <a:pt x="486" y="220"/>
                </a:lnTo>
                <a:lnTo>
                  <a:pt x="487" y="219"/>
                </a:lnTo>
                <a:lnTo>
                  <a:pt x="488" y="219"/>
                </a:lnTo>
                <a:lnTo>
                  <a:pt x="488" y="218"/>
                </a:lnTo>
                <a:lnTo>
                  <a:pt x="489" y="216"/>
                </a:lnTo>
                <a:lnTo>
                  <a:pt x="490" y="216"/>
                </a:lnTo>
                <a:lnTo>
                  <a:pt x="490" y="217"/>
                </a:lnTo>
                <a:lnTo>
                  <a:pt x="491" y="217"/>
                </a:lnTo>
                <a:lnTo>
                  <a:pt x="492" y="217"/>
                </a:lnTo>
                <a:lnTo>
                  <a:pt x="492" y="216"/>
                </a:lnTo>
                <a:lnTo>
                  <a:pt x="493" y="216"/>
                </a:lnTo>
                <a:lnTo>
                  <a:pt x="494" y="215"/>
                </a:lnTo>
                <a:lnTo>
                  <a:pt x="495" y="215"/>
                </a:lnTo>
                <a:lnTo>
                  <a:pt x="496" y="215"/>
                </a:lnTo>
                <a:lnTo>
                  <a:pt x="497" y="214"/>
                </a:lnTo>
                <a:lnTo>
                  <a:pt x="498" y="214"/>
                </a:lnTo>
                <a:lnTo>
                  <a:pt x="499" y="214"/>
                </a:lnTo>
                <a:lnTo>
                  <a:pt x="499" y="215"/>
                </a:lnTo>
                <a:lnTo>
                  <a:pt x="499" y="216"/>
                </a:lnTo>
                <a:lnTo>
                  <a:pt x="498" y="216"/>
                </a:lnTo>
                <a:lnTo>
                  <a:pt x="497" y="217"/>
                </a:lnTo>
                <a:lnTo>
                  <a:pt x="496" y="219"/>
                </a:lnTo>
                <a:lnTo>
                  <a:pt x="497" y="220"/>
                </a:lnTo>
                <a:lnTo>
                  <a:pt x="499" y="220"/>
                </a:lnTo>
                <a:lnTo>
                  <a:pt x="500" y="219"/>
                </a:lnTo>
                <a:lnTo>
                  <a:pt x="501" y="219"/>
                </a:lnTo>
                <a:lnTo>
                  <a:pt x="501" y="220"/>
                </a:lnTo>
                <a:lnTo>
                  <a:pt x="502" y="220"/>
                </a:lnTo>
                <a:lnTo>
                  <a:pt x="503" y="219"/>
                </a:lnTo>
                <a:lnTo>
                  <a:pt x="503" y="218"/>
                </a:lnTo>
                <a:lnTo>
                  <a:pt x="504" y="218"/>
                </a:lnTo>
                <a:lnTo>
                  <a:pt x="505" y="218"/>
                </a:lnTo>
                <a:lnTo>
                  <a:pt x="506" y="217"/>
                </a:lnTo>
                <a:lnTo>
                  <a:pt x="506" y="216"/>
                </a:lnTo>
                <a:lnTo>
                  <a:pt x="506" y="215"/>
                </a:lnTo>
                <a:lnTo>
                  <a:pt x="507" y="215"/>
                </a:lnTo>
                <a:lnTo>
                  <a:pt x="507" y="214"/>
                </a:lnTo>
                <a:lnTo>
                  <a:pt x="508" y="214"/>
                </a:lnTo>
                <a:lnTo>
                  <a:pt x="508" y="213"/>
                </a:lnTo>
                <a:lnTo>
                  <a:pt x="509" y="213"/>
                </a:lnTo>
                <a:lnTo>
                  <a:pt x="509" y="212"/>
                </a:lnTo>
                <a:lnTo>
                  <a:pt x="510" y="211"/>
                </a:lnTo>
                <a:lnTo>
                  <a:pt x="510" y="212"/>
                </a:lnTo>
                <a:lnTo>
                  <a:pt x="510" y="213"/>
                </a:lnTo>
                <a:lnTo>
                  <a:pt x="511" y="214"/>
                </a:lnTo>
                <a:lnTo>
                  <a:pt x="512" y="214"/>
                </a:lnTo>
                <a:lnTo>
                  <a:pt x="512" y="213"/>
                </a:lnTo>
                <a:lnTo>
                  <a:pt x="513" y="213"/>
                </a:lnTo>
                <a:lnTo>
                  <a:pt x="514" y="213"/>
                </a:lnTo>
                <a:lnTo>
                  <a:pt x="515" y="213"/>
                </a:lnTo>
                <a:lnTo>
                  <a:pt x="516" y="213"/>
                </a:lnTo>
                <a:lnTo>
                  <a:pt x="517" y="213"/>
                </a:lnTo>
                <a:lnTo>
                  <a:pt x="518" y="213"/>
                </a:lnTo>
                <a:lnTo>
                  <a:pt x="517" y="212"/>
                </a:lnTo>
                <a:lnTo>
                  <a:pt x="517" y="211"/>
                </a:lnTo>
                <a:lnTo>
                  <a:pt x="519" y="211"/>
                </a:lnTo>
                <a:lnTo>
                  <a:pt x="520" y="211"/>
                </a:lnTo>
                <a:lnTo>
                  <a:pt x="520" y="212"/>
                </a:lnTo>
                <a:lnTo>
                  <a:pt x="521" y="212"/>
                </a:lnTo>
                <a:lnTo>
                  <a:pt x="521" y="211"/>
                </a:lnTo>
                <a:lnTo>
                  <a:pt x="522" y="211"/>
                </a:lnTo>
                <a:lnTo>
                  <a:pt x="522" y="212"/>
                </a:lnTo>
                <a:lnTo>
                  <a:pt x="523" y="212"/>
                </a:lnTo>
                <a:lnTo>
                  <a:pt x="523" y="211"/>
                </a:lnTo>
                <a:lnTo>
                  <a:pt x="523" y="210"/>
                </a:lnTo>
                <a:lnTo>
                  <a:pt x="523" y="211"/>
                </a:lnTo>
                <a:lnTo>
                  <a:pt x="524" y="211"/>
                </a:lnTo>
                <a:lnTo>
                  <a:pt x="525" y="211"/>
                </a:lnTo>
                <a:lnTo>
                  <a:pt x="525" y="212"/>
                </a:lnTo>
                <a:lnTo>
                  <a:pt x="526" y="214"/>
                </a:lnTo>
                <a:lnTo>
                  <a:pt x="527" y="214"/>
                </a:lnTo>
                <a:lnTo>
                  <a:pt x="528" y="214"/>
                </a:lnTo>
                <a:lnTo>
                  <a:pt x="529" y="214"/>
                </a:lnTo>
                <a:lnTo>
                  <a:pt x="529" y="213"/>
                </a:lnTo>
                <a:lnTo>
                  <a:pt x="530" y="213"/>
                </a:lnTo>
                <a:lnTo>
                  <a:pt x="530" y="215"/>
                </a:lnTo>
                <a:lnTo>
                  <a:pt x="529" y="215"/>
                </a:lnTo>
                <a:lnTo>
                  <a:pt x="529" y="217"/>
                </a:lnTo>
                <a:lnTo>
                  <a:pt x="528" y="218"/>
                </a:lnTo>
                <a:lnTo>
                  <a:pt x="529" y="218"/>
                </a:lnTo>
                <a:lnTo>
                  <a:pt x="529" y="219"/>
                </a:lnTo>
                <a:lnTo>
                  <a:pt x="529" y="218"/>
                </a:lnTo>
                <a:lnTo>
                  <a:pt x="530" y="218"/>
                </a:lnTo>
                <a:lnTo>
                  <a:pt x="530" y="219"/>
                </a:lnTo>
                <a:lnTo>
                  <a:pt x="531" y="219"/>
                </a:lnTo>
                <a:lnTo>
                  <a:pt x="531" y="220"/>
                </a:lnTo>
                <a:lnTo>
                  <a:pt x="530" y="220"/>
                </a:lnTo>
                <a:lnTo>
                  <a:pt x="529" y="220"/>
                </a:lnTo>
                <a:lnTo>
                  <a:pt x="528" y="220"/>
                </a:lnTo>
                <a:lnTo>
                  <a:pt x="529" y="220"/>
                </a:lnTo>
                <a:lnTo>
                  <a:pt x="531" y="221"/>
                </a:lnTo>
                <a:lnTo>
                  <a:pt x="532" y="221"/>
                </a:lnTo>
                <a:lnTo>
                  <a:pt x="532" y="220"/>
                </a:lnTo>
                <a:lnTo>
                  <a:pt x="531" y="220"/>
                </a:lnTo>
                <a:lnTo>
                  <a:pt x="531" y="219"/>
                </a:lnTo>
                <a:lnTo>
                  <a:pt x="532" y="219"/>
                </a:lnTo>
                <a:lnTo>
                  <a:pt x="534" y="220"/>
                </a:lnTo>
                <a:lnTo>
                  <a:pt x="534" y="222"/>
                </a:lnTo>
                <a:lnTo>
                  <a:pt x="534" y="224"/>
                </a:lnTo>
                <a:lnTo>
                  <a:pt x="535" y="224"/>
                </a:lnTo>
                <a:lnTo>
                  <a:pt x="536" y="225"/>
                </a:lnTo>
                <a:lnTo>
                  <a:pt x="536" y="226"/>
                </a:lnTo>
                <a:lnTo>
                  <a:pt x="536" y="227"/>
                </a:lnTo>
                <a:lnTo>
                  <a:pt x="536" y="228"/>
                </a:lnTo>
                <a:lnTo>
                  <a:pt x="535" y="228"/>
                </a:lnTo>
                <a:lnTo>
                  <a:pt x="535" y="229"/>
                </a:lnTo>
                <a:lnTo>
                  <a:pt x="536" y="229"/>
                </a:lnTo>
                <a:lnTo>
                  <a:pt x="537" y="230"/>
                </a:lnTo>
                <a:lnTo>
                  <a:pt x="537" y="231"/>
                </a:lnTo>
                <a:lnTo>
                  <a:pt x="538" y="231"/>
                </a:lnTo>
                <a:lnTo>
                  <a:pt x="538" y="232"/>
                </a:lnTo>
                <a:lnTo>
                  <a:pt x="537" y="232"/>
                </a:lnTo>
                <a:lnTo>
                  <a:pt x="537" y="233"/>
                </a:lnTo>
                <a:lnTo>
                  <a:pt x="537" y="232"/>
                </a:lnTo>
                <a:lnTo>
                  <a:pt x="536" y="233"/>
                </a:lnTo>
                <a:lnTo>
                  <a:pt x="535" y="233"/>
                </a:lnTo>
                <a:lnTo>
                  <a:pt x="535" y="234"/>
                </a:lnTo>
                <a:lnTo>
                  <a:pt x="536" y="234"/>
                </a:lnTo>
                <a:lnTo>
                  <a:pt x="535" y="235"/>
                </a:lnTo>
                <a:lnTo>
                  <a:pt x="534" y="234"/>
                </a:lnTo>
                <a:lnTo>
                  <a:pt x="533" y="234"/>
                </a:lnTo>
                <a:lnTo>
                  <a:pt x="532" y="235"/>
                </a:lnTo>
                <a:lnTo>
                  <a:pt x="531" y="235"/>
                </a:lnTo>
                <a:lnTo>
                  <a:pt x="531" y="236"/>
                </a:lnTo>
                <a:lnTo>
                  <a:pt x="530" y="236"/>
                </a:lnTo>
                <a:lnTo>
                  <a:pt x="529" y="237"/>
                </a:lnTo>
                <a:lnTo>
                  <a:pt x="527" y="238"/>
                </a:lnTo>
                <a:lnTo>
                  <a:pt x="527" y="240"/>
                </a:lnTo>
                <a:lnTo>
                  <a:pt x="526" y="242"/>
                </a:lnTo>
                <a:lnTo>
                  <a:pt x="527" y="242"/>
                </a:lnTo>
                <a:lnTo>
                  <a:pt x="528" y="242"/>
                </a:lnTo>
                <a:lnTo>
                  <a:pt x="528" y="241"/>
                </a:lnTo>
                <a:lnTo>
                  <a:pt x="529" y="240"/>
                </a:lnTo>
                <a:lnTo>
                  <a:pt x="530" y="238"/>
                </a:lnTo>
                <a:lnTo>
                  <a:pt x="530" y="237"/>
                </a:lnTo>
                <a:lnTo>
                  <a:pt x="531" y="237"/>
                </a:lnTo>
                <a:lnTo>
                  <a:pt x="531" y="238"/>
                </a:lnTo>
                <a:lnTo>
                  <a:pt x="532" y="240"/>
                </a:lnTo>
                <a:lnTo>
                  <a:pt x="533" y="240"/>
                </a:lnTo>
                <a:lnTo>
                  <a:pt x="534" y="240"/>
                </a:lnTo>
                <a:lnTo>
                  <a:pt x="534" y="241"/>
                </a:lnTo>
                <a:lnTo>
                  <a:pt x="533" y="241"/>
                </a:lnTo>
                <a:lnTo>
                  <a:pt x="533" y="242"/>
                </a:lnTo>
                <a:lnTo>
                  <a:pt x="534" y="242"/>
                </a:lnTo>
                <a:lnTo>
                  <a:pt x="534" y="243"/>
                </a:lnTo>
                <a:lnTo>
                  <a:pt x="534" y="244"/>
                </a:lnTo>
                <a:lnTo>
                  <a:pt x="533" y="245"/>
                </a:lnTo>
                <a:lnTo>
                  <a:pt x="532" y="246"/>
                </a:lnTo>
                <a:lnTo>
                  <a:pt x="532" y="247"/>
                </a:lnTo>
                <a:lnTo>
                  <a:pt x="534" y="248"/>
                </a:lnTo>
                <a:lnTo>
                  <a:pt x="534" y="250"/>
                </a:lnTo>
                <a:lnTo>
                  <a:pt x="534" y="251"/>
                </a:lnTo>
                <a:lnTo>
                  <a:pt x="534" y="252"/>
                </a:lnTo>
                <a:lnTo>
                  <a:pt x="534" y="253"/>
                </a:lnTo>
                <a:lnTo>
                  <a:pt x="534" y="254"/>
                </a:lnTo>
                <a:lnTo>
                  <a:pt x="533" y="254"/>
                </a:lnTo>
                <a:lnTo>
                  <a:pt x="533" y="253"/>
                </a:lnTo>
                <a:lnTo>
                  <a:pt x="533" y="252"/>
                </a:lnTo>
                <a:lnTo>
                  <a:pt x="532" y="252"/>
                </a:lnTo>
                <a:lnTo>
                  <a:pt x="531" y="252"/>
                </a:lnTo>
                <a:lnTo>
                  <a:pt x="530" y="252"/>
                </a:lnTo>
                <a:lnTo>
                  <a:pt x="530" y="251"/>
                </a:lnTo>
                <a:lnTo>
                  <a:pt x="529" y="252"/>
                </a:lnTo>
                <a:lnTo>
                  <a:pt x="527" y="252"/>
                </a:lnTo>
                <a:lnTo>
                  <a:pt x="526" y="253"/>
                </a:lnTo>
                <a:lnTo>
                  <a:pt x="526" y="254"/>
                </a:lnTo>
                <a:lnTo>
                  <a:pt x="524" y="254"/>
                </a:lnTo>
                <a:lnTo>
                  <a:pt x="524" y="255"/>
                </a:lnTo>
                <a:lnTo>
                  <a:pt x="525" y="255"/>
                </a:lnTo>
                <a:lnTo>
                  <a:pt x="525" y="256"/>
                </a:lnTo>
                <a:lnTo>
                  <a:pt x="524" y="256"/>
                </a:lnTo>
                <a:lnTo>
                  <a:pt x="523" y="256"/>
                </a:lnTo>
                <a:lnTo>
                  <a:pt x="523" y="255"/>
                </a:lnTo>
                <a:lnTo>
                  <a:pt x="522" y="255"/>
                </a:lnTo>
                <a:lnTo>
                  <a:pt x="522" y="256"/>
                </a:lnTo>
                <a:lnTo>
                  <a:pt x="523" y="256"/>
                </a:lnTo>
                <a:lnTo>
                  <a:pt x="523" y="257"/>
                </a:lnTo>
                <a:lnTo>
                  <a:pt x="522" y="257"/>
                </a:lnTo>
                <a:lnTo>
                  <a:pt x="521" y="258"/>
                </a:lnTo>
                <a:lnTo>
                  <a:pt x="520" y="258"/>
                </a:lnTo>
                <a:lnTo>
                  <a:pt x="518" y="258"/>
                </a:lnTo>
                <a:lnTo>
                  <a:pt x="517" y="258"/>
                </a:lnTo>
                <a:lnTo>
                  <a:pt x="516" y="258"/>
                </a:lnTo>
                <a:lnTo>
                  <a:pt x="515" y="257"/>
                </a:lnTo>
                <a:lnTo>
                  <a:pt x="515" y="258"/>
                </a:lnTo>
                <a:lnTo>
                  <a:pt x="513" y="258"/>
                </a:lnTo>
                <a:lnTo>
                  <a:pt x="513" y="259"/>
                </a:lnTo>
                <a:lnTo>
                  <a:pt x="514" y="260"/>
                </a:lnTo>
                <a:lnTo>
                  <a:pt x="514" y="261"/>
                </a:lnTo>
                <a:lnTo>
                  <a:pt x="514" y="262"/>
                </a:lnTo>
                <a:lnTo>
                  <a:pt x="515" y="263"/>
                </a:lnTo>
                <a:lnTo>
                  <a:pt x="517" y="263"/>
                </a:lnTo>
                <a:lnTo>
                  <a:pt x="517" y="264"/>
                </a:lnTo>
                <a:lnTo>
                  <a:pt x="518" y="264"/>
                </a:lnTo>
                <a:lnTo>
                  <a:pt x="519" y="263"/>
                </a:lnTo>
                <a:lnTo>
                  <a:pt x="520" y="264"/>
                </a:lnTo>
                <a:lnTo>
                  <a:pt x="520" y="265"/>
                </a:lnTo>
                <a:lnTo>
                  <a:pt x="521" y="266"/>
                </a:lnTo>
                <a:lnTo>
                  <a:pt x="522" y="268"/>
                </a:lnTo>
                <a:lnTo>
                  <a:pt x="523" y="269"/>
                </a:lnTo>
                <a:lnTo>
                  <a:pt x="522" y="269"/>
                </a:lnTo>
                <a:lnTo>
                  <a:pt x="522" y="270"/>
                </a:lnTo>
                <a:lnTo>
                  <a:pt x="522" y="272"/>
                </a:lnTo>
                <a:lnTo>
                  <a:pt x="523" y="272"/>
                </a:lnTo>
                <a:lnTo>
                  <a:pt x="523" y="271"/>
                </a:lnTo>
                <a:lnTo>
                  <a:pt x="523" y="272"/>
                </a:lnTo>
                <a:lnTo>
                  <a:pt x="523" y="273"/>
                </a:lnTo>
                <a:lnTo>
                  <a:pt x="524" y="274"/>
                </a:lnTo>
                <a:lnTo>
                  <a:pt x="524" y="275"/>
                </a:lnTo>
                <a:lnTo>
                  <a:pt x="524" y="276"/>
                </a:lnTo>
                <a:lnTo>
                  <a:pt x="523" y="276"/>
                </a:lnTo>
                <a:lnTo>
                  <a:pt x="522" y="276"/>
                </a:lnTo>
                <a:lnTo>
                  <a:pt x="522" y="277"/>
                </a:lnTo>
                <a:lnTo>
                  <a:pt x="521" y="277"/>
                </a:lnTo>
                <a:lnTo>
                  <a:pt x="522" y="278"/>
                </a:lnTo>
                <a:lnTo>
                  <a:pt x="523" y="279"/>
                </a:lnTo>
                <a:lnTo>
                  <a:pt x="522" y="280"/>
                </a:lnTo>
                <a:lnTo>
                  <a:pt x="521" y="280"/>
                </a:lnTo>
                <a:lnTo>
                  <a:pt x="520" y="281"/>
                </a:lnTo>
                <a:lnTo>
                  <a:pt x="520" y="282"/>
                </a:lnTo>
                <a:lnTo>
                  <a:pt x="521" y="282"/>
                </a:lnTo>
                <a:lnTo>
                  <a:pt x="522" y="283"/>
                </a:lnTo>
                <a:lnTo>
                  <a:pt x="521" y="283"/>
                </a:lnTo>
                <a:lnTo>
                  <a:pt x="520" y="284"/>
                </a:lnTo>
                <a:lnTo>
                  <a:pt x="519" y="284"/>
                </a:lnTo>
                <a:lnTo>
                  <a:pt x="518" y="285"/>
                </a:lnTo>
                <a:lnTo>
                  <a:pt x="518" y="286"/>
                </a:lnTo>
                <a:lnTo>
                  <a:pt x="517" y="286"/>
                </a:lnTo>
                <a:lnTo>
                  <a:pt x="517" y="287"/>
                </a:lnTo>
                <a:lnTo>
                  <a:pt x="516" y="287"/>
                </a:lnTo>
                <a:lnTo>
                  <a:pt x="516" y="288"/>
                </a:lnTo>
                <a:lnTo>
                  <a:pt x="516" y="289"/>
                </a:lnTo>
                <a:lnTo>
                  <a:pt x="515" y="290"/>
                </a:lnTo>
                <a:lnTo>
                  <a:pt x="514" y="290"/>
                </a:lnTo>
                <a:lnTo>
                  <a:pt x="514" y="292"/>
                </a:lnTo>
                <a:lnTo>
                  <a:pt x="514" y="293"/>
                </a:lnTo>
                <a:lnTo>
                  <a:pt x="514" y="294"/>
                </a:lnTo>
                <a:lnTo>
                  <a:pt x="514" y="295"/>
                </a:lnTo>
                <a:lnTo>
                  <a:pt x="513" y="295"/>
                </a:lnTo>
                <a:lnTo>
                  <a:pt x="512" y="295"/>
                </a:lnTo>
                <a:lnTo>
                  <a:pt x="512" y="296"/>
                </a:lnTo>
                <a:lnTo>
                  <a:pt x="512" y="297"/>
                </a:lnTo>
                <a:lnTo>
                  <a:pt x="512" y="298"/>
                </a:lnTo>
                <a:lnTo>
                  <a:pt x="513" y="299"/>
                </a:lnTo>
                <a:lnTo>
                  <a:pt x="512" y="299"/>
                </a:lnTo>
                <a:lnTo>
                  <a:pt x="512" y="300"/>
                </a:lnTo>
                <a:lnTo>
                  <a:pt x="513" y="300"/>
                </a:lnTo>
                <a:lnTo>
                  <a:pt x="514" y="300"/>
                </a:lnTo>
                <a:lnTo>
                  <a:pt x="515" y="300"/>
                </a:lnTo>
                <a:lnTo>
                  <a:pt x="516" y="300"/>
                </a:lnTo>
                <a:lnTo>
                  <a:pt x="517" y="300"/>
                </a:lnTo>
                <a:lnTo>
                  <a:pt x="518" y="302"/>
                </a:lnTo>
                <a:lnTo>
                  <a:pt x="518" y="303"/>
                </a:lnTo>
                <a:lnTo>
                  <a:pt x="519" y="303"/>
                </a:lnTo>
                <a:lnTo>
                  <a:pt x="520" y="302"/>
                </a:lnTo>
                <a:lnTo>
                  <a:pt x="521" y="302"/>
                </a:lnTo>
                <a:lnTo>
                  <a:pt x="522" y="301"/>
                </a:lnTo>
                <a:lnTo>
                  <a:pt x="525" y="301"/>
                </a:lnTo>
                <a:lnTo>
                  <a:pt x="526" y="301"/>
                </a:lnTo>
                <a:lnTo>
                  <a:pt x="527" y="300"/>
                </a:lnTo>
                <a:lnTo>
                  <a:pt x="527" y="299"/>
                </a:lnTo>
                <a:lnTo>
                  <a:pt x="528" y="299"/>
                </a:lnTo>
                <a:lnTo>
                  <a:pt x="529" y="298"/>
                </a:lnTo>
                <a:lnTo>
                  <a:pt x="530" y="299"/>
                </a:lnTo>
                <a:lnTo>
                  <a:pt x="530" y="300"/>
                </a:lnTo>
                <a:lnTo>
                  <a:pt x="529" y="300"/>
                </a:lnTo>
                <a:lnTo>
                  <a:pt x="529" y="301"/>
                </a:lnTo>
                <a:lnTo>
                  <a:pt x="528" y="301"/>
                </a:lnTo>
                <a:lnTo>
                  <a:pt x="528" y="302"/>
                </a:lnTo>
                <a:lnTo>
                  <a:pt x="528" y="303"/>
                </a:lnTo>
                <a:lnTo>
                  <a:pt x="528" y="304"/>
                </a:lnTo>
                <a:lnTo>
                  <a:pt x="527" y="304"/>
                </a:lnTo>
                <a:lnTo>
                  <a:pt x="527" y="305"/>
                </a:lnTo>
                <a:lnTo>
                  <a:pt x="526" y="305"/>
                </a:lnTo>
                <a:lnTo>
                  <a:pt x="527" y="305"/>
                </a:lnTo>
                <a:lnTo>
                  <a:pt x="527" y="306"/>
                </a:lnTo>
                <a:lnTo>
                  <a:pt x="528" y="306"/>
                </a:lnTo>
                <a:lnTo>
                  <a:pt x="528" y="307"/>
                </a:lnTo>
                <a:lnTo>
                  <a:pt x="528" y="308"/>
                </a:lnTo>
                <a:lnTo>
                  <a:pt x="528" y="309"/>
                </a:lnTo>
                <a:lnTo>
                  <a:pt x="529" y="309"/>
                </a:lnTo>
                <a:lnTo>
                  <a:pt x="529" y="308"/>
                </a:lnTo>
                <a:lnTo>
                  <a:pt x="530" y="309"/>
                </a:lnTo>
                <a:lnTo>
                  <a:pt x="530" y="310"/>
                </a:lnTo>
                <a:lnTo>
                  <a:pt x="529" y="310"/>
                </a:lnTo>
                <a:lnTo>
                  <a:pt x="529" y="311"/>
                </a:lnTo>
                <a:lnTo>
                  <a:pt x="529" y="312"/>
                </a:lnTo>
                <a:lnTo>
                  <a:pt x="530" y="313"/>
                </a:lnTo>
                <a:lnTo>
                  <a:pt x="529" y="313"/>
                </a:lnTo>
                <a:lnTo>
                  <a:pt x="529" y="314"/>
                </a:lnTo>
                <a:lnTo>
                  <a:pt x="530" y="315"/>
                </a:lnTo>
                <a:lnTo>
                  <a:pt x="531" y="315"/>
                </a:lnTo>
                <a:lnTo>
                  <a:pt x="532" y="315"/>
                </a:lnTo>
                <a:lnTo>
                  <a:pt x="533" y="316"/>
                </a:lnTo>
                <a:lnTo>
                  <a:pt x="533" y="317"/>
                </a:lnTo>
                <a:lnTo>
                  <a:pt x="534" y="317"/>
                </a:lnTo>
                <a:lnTo>
                  <a:pt x="533" y="318"/>
                </a:lnTo>
                <a:lnTo>
                  <a:pt x="533" y="320"/>
                </a:lnTo>
                <a:lnTo>
                  <a:pt x="532" y="320"/>
                </a:lnTo>
                <a:lnTo>
                  <a:pt x="531" y="320"/>
                </a:lnTo>
                <a:lnTo>
                  <a:pt x="530" y="320"/>
                </a:lnTo>
                <a:lnTo>
                  <a:pt x="529" y="321"/>
                </a:lnTo>
                <a:lnTo>
                  <a:pt x="528" y="320"/>
                </a:lnTo>
                <a:lnTo>
                  <a:pt x="528" y="321"/>
                </a:lnTo>
                <a:lnTo>
                  <a:pt x="528" y="322"/>
                </a:lnTo>
                <a:lnTo>
                  <a:pt x="528" y="323"/>
                </a:lnTo>
                <a:lnTo>
                  <a:pt x="528" y="324"/>
                </a:lnTo>
                <a:lnTo>
                  <a:pt x="528" y="325"/>
                </a:lnTo>
                <a:lnTo>
                  <a:pt x="529" y="325"/>
                </a:lnTo>
                <a:lnTo>
                  <a:pt x="530" y="325"/>
                </a:lnTo>
                <a:lnTo>
                  <a:pt x="530" y="326"/>
                </a:lnTo>
                <a:lnTo>
                  <a:pt x="530" y="327"/>
                </a:lnTo>
                <a:lnTo>
                  <a:pt x="531" y="327"/>
                </a:lnTo>
                <a:lnTo>
                  <a:pt x="531" y="328"/>
                </a:lnTo>
                <a:lnTo>
                  <a:pt x="530" y="329"/>
                </a:lnTo>
                <a:lnTo>
                  <a:pt x="530" y="330"/>
                </a:lnTo>
                <a:lnTo>
                  <a:pt x="529" y="330"/>
                </a:lnTo>
                <a:lnTo>
                  <a:pt x="528" y="331"/>
                </a:lnTo>
                <a:lnTo>
                  <a:pt x="527" y="331"/>
                </a:lnTo>
                <a:lnTo>
                  <a:pt x="526" y="332"/>
                </a:lnTo>
                <a:lnTo>
                  <a:pt x="525" y="333"/>
                </a:lnTo>
                <a:lnTo>
                  <a:pt x="524" y="333"/>
                </a:lnTo>
                <a:lnTo>
                  <a:pt x="524" y="334"/>
                </a:lnTo>
                <a:lnTo>
                  <a:pt x="525" y="334"/>
                </a:lnTo>
                <a:lnTo>
                  <a:pt x="526" y="334"/>
                </a:lnTo>
                <a:lnTo>
                  <a:pt x="527" y="335"/>
                </a:lnTo>
                <a:lnTo>
                  <a:pt x="526" y="338"/>
                </a:lnTo>
                <a:lnTo>
                  <a:pt x="526" y="339"/>
                </a:lnTo>
                <a:lnTo>
                  <a:pt x="525" y="339"/>
                </a:lnTo>
                <a:lnTo>
                  <a:pt x="524" y="340"/>
                </a:lnTo>
                <a:lnTo>
                  <a:pt x="523" y="340"/>
                </a:lnTo>
                <a:lnTo>
                  <a:pt x="522" y="341"/>
                </a:lnTo>
                <a:lnTo>
                  <a:pt x="523" y="341"/>
                </a:lnTo>
                <a:lnTo>
                  <a:pt x="523" y="342"/>
                </a:lnTo>
                <a:lnTo>
                  <a:pt x="522" y="344"/>
                </a:lnTo>
                <a:lnTo>
                  <a:pt x="521" y="345"/>
                </a:lnTo>
                <a:lnTo>
                  <a:pt x="520" y="346"/>
                </a:lnTo>
                <a:lnTo>
                  <a:pt x="519" y="346"/>
                </a:lnTo>
                <a:lnTo>
                  <a:pt x="518" y="347"/>
                </a:lnTo>
                <a:lnTo>
                  <a:pt x="517" y="349"/>
                </a:lnTo>
                <a:lnTo>
                  <a:pt x="518" y="349"/>
                </a:lnTo>
                <a:lnTo>
                  <a:pt x="518" y="350"/>
                </a:lnTo>
                <a:lnTo>
                  <a:pt x="518" y="351"/>
                </a:lnTo>
                <a:lnTo>
                  <a:pt x="517" y="352"/>
                </a:lnTo>
                <a:lnTo>
                  <a:pt x="517" y="353"/>
                </a:lnTo>
                <a:lnTo>
                  <a:pt x="518" y="354"/>
                </a:lnTo>
                <a:lnTo>
                  <a:pt x="517" y="354"/>
                </a:lnTo>
                <a:lnTo>
                  <a:pt x="517" y="355"/>
                </a:lnTo>
                <a:lnTo>
                  <a:pt x="518" y="355"/>
                </a:lnTo>
                <a:lnTo>
                  <a:pt x="518" y="356"/>
                </a:lnTo>
                <a:lnTo>
                  <a:pt x="518" y="357"/>
                </a:lnTo>
                <a:lnTo>
                  <a:pt x="517" y="357"/>
                </a:lnTo>
                <a:lnTo>
                  <a:pt x="516" y="357"/>
                </a:lnTo>
                <a:lnTo>
                  <a:pt x="515" y="357"/>
                </a:lnTo>
                <a:lnTo>
                  <a:pt x="515" y="358"/>
                </a:lnTo>
                <a:lnTo>
                  <a:pt x="515" y="359"/>
                </a:lnTo>
                <a:lnTo>
                  <a:pt x="514" y="359"/>
                </a:lnTo>
                <a:lnTo>
                  <a:pt x="512" y="359"/>
                </a:lnTo>
                <a:lnTo>
                  <a:pt x="511" y="359"/>
                </a:lnTo>
                <a:lnTo>
                  <a:pt x="510" y="359"/>
                </a:lnTo>
                <a:lnTo>
                  <a:pt x="509" y="357"/>
                </a:lnTo>
                <a:lnTo>
                  <a:pt x="508" y="357"/>
                </a:lnTo>
                <a:lnTo>
                  <a:pt x="507" y="357"/>
                </a:lnTo>
                <a:lnTo>
                  <a:pt x="506" y="357"/>
                </a:lnTo>
                <a:lnTo>
                  <a:pt x="506" y="356"/>
                </a:lnTo>
                <a:lnTo>
                  <a:pt x="506" y="355"/>
                </a:lnTo>
                <a:lnTo>
                  <a:pt x="506" y="354"/>
                </a:lnTo>
                <a:lnTo>
                  <a:pt x="505" y="354"/>
                </a:lnTo>
                <a:lnTo>
                  <a:pt x="506" y="353"/>
                </a:lnTo>
                <a:lnTo>
                  <a:pt x="506" y="352"/>
                </a:lnTo>
                <a:lnTo>
                  <a:pt x="506" y="351"/>
                </a:lnTo>
                <a:lnTo>
                  <a:pt x="505" y="351"/>
                </a:lnTo>
                <a:lnTo>
                  <a:pt x="504" y="351"/>
                </a:lnTo>
                <a:lnTo>
                  <a:pt x="504" y="350"/>
                </a:lnTo>
                <a:lnTo>
                  <a:pt x="503" y="350"/>
                </a:lnTo>
                <a:lnTo>
                  <a:pt x="502" y="350"/>
                </a:lnTo>
                <a:lnTo>
                  <a:pt x="502" y="351"/>
                </a:lnTo>
                <a:lnTo>
                  <a:pt x="503" y="353"/>
                </a:lnTo>
                <a:lnTo>
                  <a:pt x="504" y="353"/>
                </a:lnTo>
                <a:lnTo>
                  <a:pt x="504" y="354"/>
                </a:lnTo>
                <a:lnTo>
                  <a:pt x="503" y="355"/>
                </a:lnTo>
                <a:lnTo>
                  <a:pt x="502" y="354"/>
                </a:lnTo>
                <a:lnTo>
                  <a:pt x="501" y="355"/>
                </a:lnTo>
                <a:lnTo>
                  <a:pt x="502" y="355"/>
                </a:lnTo>
                <a:lnTo>
                  <a:pt x="502" y="356"/>
                </a:lnTo>
                <a:lnTo>
                  <a:pt x="501" y="356"/>
                </a:lnTo>
                <a:lnTo>
                  <a:pt x="501" y="357"/>
                </a:lnTo>
                <a:lnTo>
                  <a:pt x="500" y="357"/>
                </a:lnTo>
                <a:lnTo>
                  <a:pt x="500" y="356"/>
                </a:lnTo>
                <a:lnTo>
                  <a:pt x="499" y="355"/>
                </a:lnTo>
                <a:lnTo>
                  <a:pt x="499" y="354"/>
                </a:lnTo>
                <a:lnTo>
                  <a:pt x="501" y="353"/>
                </a:lnTo>
                <a:lnTo>
                  <a:pt x="500" y="351"/>
                </a:lnTo>
                <a:lnTo>
                  <a:pt x="499" y="350"/>
                </a:lnTo>
                <a:lnTo>
                  <a:pt x="498" y="350"/>
                </a:lnTo>
                <a:lnTo>
                  <a:pt x="497" y="350"/>
                </a:lnTo>
                <a:lnTo>
                  <a:pt x="496" y="350"/>
                </a:lnTo>
                <a:lnTo>
                  <a:pt x="495" y="351"/>
                </a:lnTo>
                <a:lnTo>
                  <a:pt x="494" y="352"/>
                </a:lnTo>
                <a:lnTo>
                  <a:pt x="494" y="353"/>
                </a:lnTo>
                <a:lnTo>
                  <a:pt x="492" y="352"/>
                </a:lnTo>
                <a:lnTo>
                  <a:pt x="491" y="352"/>
                </a:lnTo>
                <a:lnTo>
                  <a:pt x="490" y="352"/>
                </a:lnTo>
                <a:lnTo>
                  <a:pt x="489" y="352"/>
                </a:lnTo>
                <a:lnTo>
                  <a:pt x="489" y="351"/>
                </a:lnTo>
                <a:lnTo>
                  <a:pt x="488" y="351"/>
                </a:lnTo>
                <a:lnTo>
                  <a:pt x="487" y="353"/>
                </a:lnTo>
                <a:lnTo>
                  <a:pt x="486" y="353"/>
                </a:lnTo>
                <a:lnTo>
                  <a:pt x="487" y="354"/>
                </a:lnTo>
                <a:lnTo>
                  <a:pt x="487" y="355"/>
                </a:lnTo>
                <a:lnTo>
                  <a:pt x="487" y="354"/>
                </a:lnTo>
                <a:lnTo>
                  <a:pt x="486" y="354"/>
                </a:lnTo>
                <a:lnTo>
                  <a:pt x="486" y="355"/>
                </a:lnTo>
                <a:lnTo>
                  <a:pt x="485" y="356"/>
                </a:lnTo>
                <a:lnTo>
                  <a:pt x="485" y="357"/>
                </a:lnTo>
                <a:lnTo>
                  <a:pt x="484" y="357"/>
                </a:lnTo>
                <a:lnTo>
                  <a:pt x="484" y="356"/>
                </a:lnTo>
                <a:lnTo>
                  <a:pt x="483" y="357"/>
                </a:lnTo>
                <a:lnTo>
                  <a:pt x="484" y="357"/>
                </a:lnTo>
                <a:lnTo>
                  <a:pt x="484" y="358"/>
                </a:lnTo>
                <a:lnTo>
                  <a:pt x="483" y="358"/>
                </a:lnTo>
                <a:lnTo>
                  <a:pt x="482" y="357"/>
                </a:lnTo>
                <a:lnTo>
                  <a:pt x="480" y="357"/>
                </a:lnTo>
                <a:lnTo>
                  <a:pt x="479" y="358"/>
                </a:lnTo>
                <a:lnTo>
                  <a:pt x="478" y="359"/>
                </a:lnTo>
                <a:lnTo>
                  <a:pt x="478" y="360"/>
                </a:lnTo>
                <a:lnTo>
                  <a:pt x="478" y="362"/>
                </a:lnTo>
                <a:lnTo>
                  <a:pt x="479" y="363"/>
                </a:lnTo>
                <a:lnTo>
                  <a:pt x="480" y="363"/>
                </a:lnTo>
                <a:lnTo>
                  <a:pt x="481" y="362"/>
                </a:lnTo>
                <a:lnTo>
                  <a:pt x="481" y="363"/>
                </a:lnTo>
                <a:lnTo>
                  <a:pt x="482" y="363"/>
                </a:lnTo>
                <a:lnTo>
                  <a:pt x="483" y="363"/>
                </a:lnTo>
                <a:lnTo>
                  <a:pt x="484" y="362"/>
                </a:lnTo>
                <a:lnTo>
                  <a:pt x="484" y="361"/>
                </a:lnTo>
                <a:lnTo>
                  <a:pt x="485" y="361"/>
                </a:lnTo>
                <a:lnTo>
                  <a:pt x="486" y="360"/>
                </a:lnTo>
                <a:lnTo>
                  <a:pt x="486" y="359"/>
                </a:lnTo>
                <a:lnTo>
                  <a:pt x="487" y="359"/>
                </a:lnTo>
                <a:lnTo>
                  <a:pt x="487" y="358"/>
                </a:lnTo>
                <a:lnTo>
                  <a:pt x="487" y="357"/>
                </a:lnTo>
                <a:lnTo>
                  <a:pt x="488" y="357"/>
                </a:lnTo>
                <a:lnTo>
                  <a:pt x="489" y="358"/>
                </a:lnTo>
                <a:lnTo>
                  <a:pt x="490" y="358"/>
                </a:lnTo>
                <a:lnTo>
                  <a:pt x="491" y="358"/>
                </a:lnTo>
                <a:lnTo>
                  <a:pt x="491" y="357"/>
                </a:lnTo>
                <a:lnTo>
                  <a:pt x="492" y="357"/>
                </a:lnTo>
                <a:lnTo>
                  <a:pt x="492" y="356"/>
                </a:lnTo>
                <a:lnTo>
                  <a:pt x="492" y="357"/>
                </a:lnTo>
                <a:lnTo>
                  <a:pt x="492" y="358"/>
                </a:lnTo>
                <a:lnTo>
                  <a:pt x="493" y="358"/>
                </a:lnTo>
                <a:lnTo>
                  <a:pt x="494" y="359"/>
                </a:lnTo>
                <a:lnTo>
                  <a:pt x="494" y="360"/>
                </a:lnTo>
                <a:lnTo>
                  <a:pt x="494" y="361"/>
                </a:lnTo>
                <a:lnTo>
                  <a:pt x="494" y="362"/>
                </a:lnTo>
                <a:lnTo>
                  <a:pt x="493" y="362"/>
                </a:lnTo>
                <a:lnTo>
                  <a:pt x="492" y="363"/>
                </a:lnTo>
                <a:lnTo>
                  <a:pt x="491" y="366"/>
                </a:lnTo>
                <a:lnTo>
                  <a:pt x="490" y="367"/>
                </a:lnTo>
                <a:lnTo>
                  <a:pt x="490" y="368"/>
                </a:lnTo>
                <a:lnTo>
                  <a:pt x="491" y="369"/>
                </a:lnTo>
                <a:lnTo>
                  <a:pt x="491" y="370"/>
                </a:lnTo>
                <a:lnTo>
                  <a:pt x="492" y="370"/>
                </a:lnTo>
                <a:lnTo>
                  <a:pt x="491" y="370"/>
                </a:lnTo>
                <a:lnTo>
                  <a:pt x="491" y="371"/>
                </a:lnTo>
                <a:lnTo>
                  <a:pt x="491" y="373"/>
                </a:lnTo>
                <a:lnTo>
                  <a:pt x="491" y="374"/>
                </a:lnTo>
                <a:lnTo>
                  <a:pt x="492" y="374"/>
                </a:lnTo>
                <a:lnTo>
                  <a:pt x="493" y="375"/>
                </a:lnTo>
                <a:lnTo>
                  <a:pt x="494" y="375"/>
                </a:lnTo>
                <a:lnTo>
                  <a:pt x="495" y="376"/>
                </a:lnTo>
                <a:lnTo>
                  <a:pt x="495" y="377"/>
                </a:lnTo>
                <a:lnTo>
                  <a:pt x="494" y="377"/>
                </a:lnTo>
                <a:lnTo>
                  <a:pt x="493" y="377"/>
                </a:lnTo>
                <a:lnTo>
                  <a:pt x="493" y="378"/>
                </a:lnTo>
                <a:lnTo>
                  <a:pt x="492" y="379"/>
                </a:lnTo>
                <a:lnTo>
                  <a:pt x="491" y="379"/>
                </a:lnTo>
                <a:lnTo>
                  <a:pt x="490" y="379"/>
                </a:lnTo>
                <a:lnTo>
                  <a:pt x="490" y="380"/>
                </a:lnTo>
                <a:lnTo>
                  <a:pt x="488" y="379"/>
                </a:lnTo>
                <a:lnTo>
                  <a:pt x="487" y="378"/>
                </a:lnTo>
                <a:lnTo>
                  <a:pt x="487" y="377"/>
                </a:lnTo>
                <a:lnTo>
                  <a:pt x="486" y="378"/>
                </a:lnTo>
                <a:lnTo>
                  <a:pt x="485" y="378"/>
                </a:lnTo>
                <a:lnTo>
                  <a:pt x="485" y="377"/>
                </a:lnTo>
                <a:lnTo>
                  <a:pt x="484" y="377"/>
                </a:lnTo>
                <a:lnTo>
                  <a:pt x="483" y="376"/>
                </a:lnTo>
                <a:lnTo>
                  <a:pt x="483" y="375"/>
                </a:lnTo>
                <a:lnTo>
                  <a:pt x="481" y="376"/>
                </a:lnTo>
                <a:lnTo>
                  <a:pt x="480" y="376"/>
                </a:lnTo>
                <a:lnTo>
                  <a:pt x="480" y="377"/>
                </a:lnTo>
                <a:lnTo>
                  <a:pt x="478" y="377"/>
                </a:lnTo>
                <a:lnTo>
                  <a:pt x="477" y="377"/>
                </a:lnTo>
                <a:lnTo>
                  <a:pt x="477" y="376"/>
                </a:lnTo>
                <a:lnTo>
                  <a:pt x="477" y="375"/>
                </a:lnTo>
                <a:lnTo>
                  <a:pt x="477" y="376"/>
                </a:lnTo>
                <a:lnTo>
                  <a:pt x="476" y="376"/>
                </a:lnTo>
                <a:lnTo>
                  <a:pt x="475" y="375"/>
                </a:lnTo>
                <a:lnTo>
                  <a:pt x="475" y="376"/>
                </a:lnTo>
                <a:lnTo>
                  <a:pt x="474" y="376"/>
                </a:lnTo>
                <a:lnTo>
                  <a:pt x="473" y="377"/>
                </a:lnTo>
                <a:lnTo>
                  <a:pt x="472" y="377"/>
                </a:lnTo>
                <a:lnTo>
                  <a:pt x="472" y="376"/>
                </a:lnTo>
                <a:lnTo>
                  <a:pt x="471" y="377"/>
                </a:lnTo>
                <a:lnTo>
                  <a:pt x="471" y="378"/>
                </a:lnTo>
                <a:lnTo>
                  <a:pt x="470" y="379"/>
                </a:lnTo>
                <a:lnTo>
                  <a:pt x="469" y="377"/>
                </a:lnTo>
                <a:lnTo>
                  <a:pt x="469" y="376"/>
                </a:lnTo>
                <a:lnTo>
                  <a:pt x="468" y="376"/>
                </a:lnTo>
                <a:lnTo>
                  <a:pt x="468" y="374"/>
                </a:lnTo>
                <a:lnTo>
                  <a:pt x="469" y="374"/>
                </a:lnTo>
                <a:lnTo>
                  <a:pt x="469" y="373"/>
                </a:lnTo>
                <a:lnTo>
                  <a:pt x="469" y="372"/>
                </a:lnTo>
                <a:lnTo>
                  <a:pt x="468" y="372"/>
                </a:lnTo>
                <a:lnTo>
                  <a:pt x="468" y="371"/>
                </a:lnTo>
                <a:lnTo>
                  <a:pt x="468" y="370"/>
                </a:lnTo>
                <a:lnTo>
                  <a:pt x="468" y="369"/>
                </a:lnTo>
                <a:lnTo>
                  <a:pt x="468" y="368"/>
                </a:lnTo>
                <a:lnTo>
                  <a:pt x="467" y="368"/>
                </a:lnTo>
                <a:lnTo>
                  <a:pt x="466" y="368"/>
                </a:lnTo>
                <a:lnTo>
                  <a:pt x="466" y="367"/>
                </a:lnTo>
                <a:lnTo>
                  <a:pt x="465" y="367"/>
                </a:lnTo>
                <a:lnTo>
                  <a:pt x="464" y="367"/>
                </a:lnTo>
                <a:lnTo>
                  <a:pt x="463" y="367"/>
                </a:lnTo>
                <a:lnTo>
                  <a:pt x="462" y="368"/>
                </a:lnTo>
                <a:lnTo>
                  <a:pt x="461" y="369"/>
                </a:lnTo>
                <a:lnTo>
                  <a:pt x="460" y="368"/>
                </a:lnTo>
                <a:lnTo>
                  <a:pt x="459" y="368"/>
                </a:lnTo>
                <a:lnTo>
                  <a:pt x="459" y="369"/>
                </a:lnTo>
                <a:lnTo>
                  <a:pt x="459" y="370"/>
                </a:lnTo>
                <a:lnTo>
                  <a:pt x="459" y="371"/>
                </a:lnTo>
                <a:lnTo>
                  <a:pt x="459" y="372"/>
                </a:lnTo>
                <a:lnTo>
                  <a:pt x="459" y="373"/>
                </a:lnTo>
                <a:lnTo>
                  <a:pt x="458" y="372"/>
                </a:lnTo>
                <a:lnTo>
                  <a:pt x="457" y="372"/>
                </a:lnTo>
                <a:lnTo>
                  <a:pt x="457" y="373"/>
                </a:lnTo>
                <a:lnTo>
                  <a:pt x="456" y="374"/>
                </a:lnTo>
                <a:lnTo>
                  <a:pt x="457" y="374"/>
                </a:lnTo>
                <a:lnTo>
                  <a:pt x="457" y="375"/>
                </a:lnTo>
                <a:lnTo>
                  <a:pt x="456" y="376"/>
                </a:lnTo>
                <a:lnTo>
                  <a:pt x="457" y="376"/>
                </a:lnTo>
                <a:lnTo>
                  <a:pt x="458" y="377"/>
                </a:lnTo>
                <a:lnTo>
                  <a:pt x="459" y="378"/>
                </a:lnTo>
                <a:lnTo>
                  <a:pt x="459" y="379"/>
                </a:lnTo>
                <a:lnTo>
                  <a:pt x="458" y="379"/>
                </a:lnTo>
                <a:lnTo>
                  <a:pt x="457" y="378"/>
                </a:lnTo>
                <a:lnTo>
                  <a:pt x="456" y="378"/>
                </a:lnTo>
                <a:lnTo>
                  <a:pt x="455" y="379"/>
                </a:lnTo>
                <a:lnTo>
                  <a:pt x="454" y="379"/>
                </a:lnTo>
                <a:lnTo>
                  <a:pt x="454" y="381"/>
                </a:lnTo>
                <a:lnTo>
                  <a:pt x="453" y="382"/>
                </a:lnTo>
                <a:lnTo>
                  <a:pt x="452" y="382"/>
                </a:lnTo>
                <a:lnTo>
                  <a:pt x="452" y="383"/>
                </a:lnTo>
                <a:lnTo>
                  <a:pt x="453" y="383"/>
                </a:lnTo>
                <a:lnTo>
                  <a:pt x="454" y="384"/>
                </a:lnTo>
                <a:lnTo>
                  <a:pt x="454" y="385"/>
                </a:lnTo>
                <a:lnTo>
                  <a:pt x="453" y="385"/>
                </a:lnTo>
                <a:lnTo>
                  <a:pt x="453" y="384"/>
                </a:lnTo>
                <a:lnTo>
                  <a:pt x="452" y="384"/>
                </a:lnTo>
                <a:lnTo>
                  <a:pt x="452" y="383"/>
                </a:lnTo>
                <a:lnTo>
                  <a:pt x="452" y="384"/>
                </a:lnTo>
                <a:lnTo>
                  <a:pt x="451" y="386"/>
                </a:lnTo>
                <a:lnTo>
                  <a:pt x="451" y="387"/>
                </a:lnTo>
                <a:lnTo>
                  <a:pt x="451" y="388"/>
                </a:lnTo>
                <a:lnTo>
                  <a:pt x="451" y="389"/>
                </a:lnTo>
                <a:lnTo>
                  <a:pt x="450" y="389"/>
                </a:lnTo>
                <a:lnTo>
                  <a:pt x="450" y="390"/>
                </a:lnTo>
                <a:lnTo>
                  <a:pt x="451" y="391"/>
                </a:lnTo>
                <a:lnTo>
                  <a:pt x="452" y="391"/>
                </a:lnTo>
                <a:lnTo>
                  <a:pt x="453" y="392"/>
                </a:lnTo>
                <a:lnTo>
                  <a:pt x="453" y="394"/>
                </a:lnTo>
                <a:lnTo>
                  <a:pt x="453" y="395"/>
                </a:lnTo>
                <a:lnTo>
                  <a:pt x="453" y="396"/>
                </a:lnTo>
                <a:lnTo>
                  <a:pt x="453" y="397"/>
                </a:lnTo>
                <a:lnTo>
                  <a:pt x="454" y="398"/>
                </a:lnTo>
                <a:lnTo>
                  <a:pt x="454" y="399"/>
                </a:lnTo>
                <a:lnTo>
                  <a:pt x="453" y="399"/>
                </a:lnTo>
                <a:lnTo>
                  <a:pt x="453" y="401"/>
                </a:lnTo>
                <a:lnTo>
                  <a:pt x="452" y="401"/>
                </a:lnTo>
                <a:lnTo>
                  <a:pt x="452" y="400"/>
                </a:lnTo>
                <a:lnTo>
                  <a:pt x="451" y="399"/>
                </a:lnTo>
                <a:lnTo>
                  <a:pt x="450" y="398"/>
                </a:lnTo>
                <a:lnTo>
                  <a:pt x="451" y="397"/>
                </a:lnTo>
                <a:lnTo>
                  <a:pt x="450" y="395"/>
                </a:lnTo>
                <a:lnTo>
                  <a:pt x="449" y="395"/>
                </a:lnTo>
                <a:lnTo>
                  <a:pt x="448" y="394"/>
                </a:lnTo>
                <a:lnTo>
                  <a:pt x="448" y="393"/>
                </a:lnTo>
                <a:lnTo>
                  <a:pt x="447" y="392"/>
                </a:lnTo>
                <a:lnTo>
                  <a:pt x="446" y="391"/>
                </a:lnTo>
                <a:lnTo>
                  <a:pt x="445" y="390"/>
                </a:lnTo>
                <a:lnTo>
                  <a:pt x="444" y="390"/>
                </a:lnTo>
                <a:lnTo>
                  <a:pt x="443" y="390"/>
                </a:lnTo>
                <a:lnTo>
                  <a:pt x="443" y="389"/>
                </a:lnTo>
                <a:lnTo>
                  <a:pt x="443" y="387"/>
                </a:lnTo>
                <a:lnTo>
                  <a:pt x="442" y="387"/>
                </a:lnTo>
                <a:lnTo>
                  <a:pt x="441" y="386"/>
                </a:lnTo>
                <a:lnTo>
                  <a:pt x="439" y="386"/>
                </a:lnTo>
                <a:lnTo>
                  <a:pt x="438" y="386"/>
                </a:lnTo>
                <a:lnTo>
                  <a:pt x="437" y="386"/>
                </a:lnTo>
                <a:lnTo>
                  <a:pt x="437" y="387"/>
                </a:lnTo>
                <a:lnTo>
                  <a:pt x="436" y="387"/>
                </a:lnTo>
                <a:lnTo>
                  <a:pt x="436" y="388"/>
                </a:lnTo>
                <a:lnTo>
                  <a:pt x="435" y="387"/>
                </a:lnTo>
                <a:lnTo>
                  <a:pt x="435" y="386"/>
                </a:lnTo>
                <a:lnTo>
                  <a:pt x="435" y="385"/>
                </a:lnTo>
                <a:lnTo>
                  <a:pt x="434" y="384"/>
                </a:lnTo>
                <a:lnTo>
                  <a:pt x="433" y="383"/>
                </a:lnTo>
                <a:lnTo>
                  <a:pt x="433" y="382"/>
                </a:lnTo>
                <a:lnTo>
                  <a:pt x="431" y="381"/>
                </a:lnTo>
                <a:lnTo>
                  <a:pt x="430" y="381"/>
                </a:lnTo>
                <a:lnTo>
                  <a:pt x="429" y="379"/>
                </a:lnTo>
                <a:lnTo>
                  <a:pt x="429" y="378"/>
                </a:lnTo>
                <a:lnTo>
                  <a:pt x="427" y="378"/>
                </a:lnTo>
                <a:lnTo>
                  <a:pt x="426" y="379"/>
                </a:lnTo>
                <a:lnTo>
                  <a:pt x="425" y="379"/>
                </a:lnTo>
                <a:lnTo>
                  <a:pt x="424" y="379"/>
                </a:lnTo>
                <a:lnTo>
                  <a:pt x="424" y="380"/>
                </a:lnTo>
                <a:lnTo>
                  <a:pt x="424" y="381"/>
                </a:lnTo>
                <a:lnTo>
                  <a:pt x="424" y="382"/>
                </a:lnTo>
                <a:lnTo>
                  <a:pt x="423" y="382"/>
                </a:lnTo>
                <a:lnTo>
                  <a:pt x="424" y="382"/>
                </a:lnTo>
                <a:lnTo>
                  <a:pt x="424" y="383"/>
                </a:lnTo>
                <a:lnTo>
                  <a:pt x="423" y="383"/>
                </a:lnTo>
                <a:lnTo>
                  <a:pt x="422" y="384"/>
                </a:lnTo>
                <a:lnTo>
                  <a:pt x="421" y="384"/>
                </a:lnTo>
                <a:lnTo>
                  <a:pt x="420" y="384"/>
                </a:lnTo>
                <a:lnTo>
                  <a:pt x="420" y="385"/>
                </a:lnTo>
                <a:lnTo>
                  <a:pt x="419" y="385"/>
                </a:lnTo>
                <a:lnTo>
                  <a:pt x="419" y="386"/>
                </a:lnTo>
                <a:lnTo>
                  <a:pt x="419" y="387"/>
                </a:lnTo>
                <a:lnTo>
                  <a:pt x="420" y="387"/>
                </a:lnTo>
                <a:lnTo>
                  <a:pt x="420" y="388"/>
                </a:lnTo>
                <a:lnTo>
                  <a:pt x="420" y="389"/>
                </a:lnTo>
                <a:lnTo>
                  <a:pt x="419" y="389"/>
                </a:lnTo>
                <a:lnTo>
                  <a:pt x="418" y="389"/>
                </a:lnTo>
                <a:lnTo>
                  <a:pt x="418" y="388"/>
                </a:lnTo>
                <a:lnTo>
                  <a:pt x="417" y="388"/>
                </a:lnTo>
                <a:lnTo>
                  <a:pt x="417" y="387"/>
                </a:lnTo>
                <a:lnTo>
                  <a:pt x="417" y="386"/>
                </a:lnTo>
                <a:lnTo>
                  <a:pt x="416" y="386"/>
                </a:lnTo>
                <a:lnTo>
                  <a:pt x="415" y="386"/>
                </a:lnTo>
                <a:lnTo>
                  <a:pt x="414" y="386"/>
                </a:lnTo>
                <a:lnTo>
                  <a:pt x="413" y="387"/>
                </a:lnTo>
                <a:lnTo>
                  <a:pt x="411" y="387"/>
                </a:lnTo>
                <a:lnTo>
                  <a:pt x="411" y="388"/>
                </a:lnTo>
                <a:lnTo>
                  <a:pt x="412" y="388"/>
                </a:lnTo>
                <a:lnTo>
                  <a:pt x="412" y="389"/>
                </a:lnTo>
                <a:lnTo>
                  <a:pt x="412" y="388"/>
                </a:lnTo>
                <a:lnTo>
                  <a:pt x="413" y="388"/>
                </a:lnTo>
                <a:lnTo>
                  <a:pt x="413" y="389"/>
                </a:lnTo>
                <a:lnTo>
                  <a:pt x="414" y="390"/>
                </a:lnTo>
                <a:lnTo>
                  <a:pt x="414" y="391"/>
                </a:lnTo>
                <a:lnTo>
                  <a:pt x="414" y="392"/>
                </a:lnTo>
                <a:lnTo>
                  <a:pt x="413" y="392"/>
                </a:lnTo>
                <a:lnTo>
                  <a:pt x="412" y="392"/>
                </a:lnTo>
                <a:lnTo>
                  <a:pt x="411" y="392"/>
                </a:lnTo>
                <a:lnTo>
                  <a:pt x="410" y="392"/>
                </a:lnTo>
                <a:lnTo>
                  <a:pt x="410" y="393"/>
                </a:lnTo>
                <a:lnTo>
                  <a:pt x="411" y="393"/>
                </a:lnTo>
                <a:lnTo>
                  <a:pt x="411" y="394"/>
                </a:lnTo>
                <a:lnTo>
                  <a:pt x="411" y="395"/>
                </a:lnTo>
                <a:lnTo>
                  <a:pt x="411" y="396"/>
                </a:lnTo>
                <a:lnTo>
                  <a:pt x="410" y="397"/>
                </a:lnTo>
                <a:lnTo>
                  <a:pt x="410" y="398"/>
                </a:lnTo>
                <a:lnTo>
                  <a:pt x="411" y="398"/>
                </a:lnTo>
                <a:lnTo>
                  <a:pt x="411" y="399"/>
                </a:lnTo>
                <a:lnTo>
                  <a:pt x="411" y="400"/>
                </a:lnTo>
                <a:lnTo>
                  <a:pt x="411" y="401"/>
                </a:lnTo>
                <a:lnTo>
                  <a:pt x="410" y="402"/>
                </a:lnTo>
                <a:lnTo>
                  <a:pt x="410" y="403"/>
                </a:lnTo>
                <a:lnTo>
                  <a:pt x="410" y="404"/>
                </a:lnTo>
                <a:lnTo>
                  <a:pt x="410" y="405"/>
                </a:lnTo>
                <a:lnTo>
                  <a:pt x="410" y="406"/>
                </a:lnTo>
                <a:lnTo>
                  <a:pt x="409" y="406"/>
                </a:lnTo>
                <a:lnTo>
                  <a:pt x="409" y="407"/>
                </a:lnTo>
                <a:lnTo>
                  <a:pt x="410" y="407"/>
                </a:lnTo>
                <a:lnTo>
                  <a:pt x="410" y="408"/>
                </a:lnTo>
                <a:lnTo>
                  <a:pt x="410" y="409"/>
                </a:lnTo>
                <a:lnTo>
                  <a:pt x="409" y="409"/>
                </a:lnTo>
                <a:lnTo>
                  <a:pt x="408" y="410"/>
                </a:lnTo>
                <a:lnTo>
                  <a:pt x="407" y="411"/>
                </a:lnTo>
                <a:lnTo>
                  <a:pt x="406" y="411"/>
                </a:lnTo>
                <a:lnTo>
                  <a:pt x="406" y="412"/>
                </a:lnTo>
                <a:lnTo>
                  <a:pt x="405" y="412"/>
                </a:lnTo>
                <a:lnTo>
                  <a:pt x="404" y="413"/>
                </a:lnTo>
                <a:lnTo>
                  <a:pt x="404" y="412"/>
                </a:lnTo>
                <a:lnTo>
                  <a:pt x="403" y="412"/>
                </a:lnTo>
                <a:lnTo>
                  <a:pt x="402" y="412"/>
                </a:lnTo>
                <a:lnTo>
                  <a:pt x="400" y="412"/>
                </a:lnTo>
                <a:lnTo>
                  <a:pt x="399" y="412"/>
                </a:lnTo>
                <a:lnTo>
                  <a:pt x="399" y="413"/>
                </a:lnTo>
                <a:lnTo>
                  <a:pt x="398" y="413"/>
                </a:lnTo>
                <a:lnTo>
                  <a:pt x="398" y="412"/>
                </a:lnTo>
                <a:lnTo>
                  <a:pt x="397" y="412"/>
                </a:lnTo>
                <a:lnTo>
                  <a:pt x="397" y="413"/>
                </a:lnTo>
                <a:lnTo>
                  <a:pt x="396" y="413"/>
                </a:lnTo>
                <a:lnTo>
                  <a:pt x="396" y="414"/>
                </a:lnTo>
                <a:lnTo>
                  <a:pt x="395" y="414"/>
                </a:lnTo>
                <a:lnTo>
                  <a:pt x="394" y="414"/>
                </a:lnTo>
                <a:lnTo>
                  <a:pt x="393" y="414"/>
                </a:lnTo>
                <a:lnTo>
                  <a:pt x="393" y="415"/>
                </a:lnTo>
                <a:lnTo>
                  <a:pt x="392" y="415"/>
                </a:lnTo>
                <a:lnTo>
                  <a:pt x="391" y="416"/>
                </a:lnTo>
                <a:lnTo>
                  <a:pt x="390" y="417"/>
                </a:lnTo>
                <a:lnTo>
                  <a:pt x="389" y="417"/>
                </a:lnTo>
                <a:lnTo>
                  <a:pt x="388" y="417"/>
                </a:lnTo>
                <a:lnTo>
                  <a:pt x="387" y="418"/>
                </a:lnTo>
                <a:lnTo>
                  <a:pt x="386" y="418"/>
                </a:lnTo>
                <a:lnTo>
                  <a:pt x="385" y="418"/>
                </a:lnTo>
                <a:lnTo>
                  <a:pt x="386" y="419"/>
                </a:lnTo>
                <a:lnTo>
                  <a:pt x="385" y="419"/>
                </a:lnTo>
                <a:lnTo>
                  <a:pt x="385" y="420"/>
                </a:lnTo>
                <a:lnTo>
                  <a:pt x="384" y="420"/>
                </a:lnTo>
                <a:lnTo>
                  <a:pt x="383" y="420"/>
                </a:lnTo>
                <a:lnTo>
                  <a:pt x="382" y="420"/>
                </a:lnTo>
                <a:lnTo>
                  <a:pt x="381" y="420"/>
                </a:lnTo>
                <a:lnTo>
                  <a:pt x="380" y="419"/>
                </a:lnTo>
                <a:lnTo>
                  <a:pt x="380" y="420"/>
                </a:lnTo>
                <a:lnTo>
                  <a:pt x="379" y="420"/>
                </a:lnTo>
                <a:lnTo>
                  <a:pt x="378" y="420"/>
                </a:lnTo>
                <a:lnTo>
                  <a:pt x="377" y="420"/>
                </a:lnTo>
                <a:lnTo>
                  <a:pt x="376" y="420"/>
                </a:lnTo>
                <a:lnTo>
                  <a:pt x="376" y="419"/>
                </a:lnTo>
                <a:lnTo>
                  <a:pt x="377" y="419"/>
                </a:lnTo>
                <a:lnTo>
                  <a:pt x="378" y="418"/>
                </a:lnTo>
                <a:lnTo>
                  <a:pt x="378" y="417"/>
                </a:lnTo>
                <a:lnTo>
                  <a:pt x="377" y="416"/>
                </a:lnTo>
                <a:lnTo>
                  <a:pt x="378" y="415"/>
                </a:lnTo>
                <a:lnTo>
                  <a:pt x="377" y="415"/>
                </a:lnTo>
                <a:lnTo>
                  <a:pt x="377" y="414"/>
                </a:lnTo>
                <a:lnTo>
                  <a:pt x="376" y="413"/>
                </a:lnTo>
                <a:lnTo>
                  <a:pt x="375" y="413"/>
                </a:lnTo>
                <a:lnTo>
                  <a:pt x="376" y="413"/>
                </a:lnTo>
                <a:lnTo>
                  <a:pt x="376" y="412"/>
                </a:lnTo>
                <a:lnTo>
                  <a:pt x="375" y="412"/>
                </a:lnTo>
                <a:lnTo>
                  <a:pt x="375" y="411"/>
                </a:lnTo>
                <a:lnTo>
                  <a:pt x="376" y="410"/>
                </a:lnTo>
                <a:lnTo>
                  <a:pt x="376" y="409"/>
                </a:lnTo>
                <a:lnTo>
                  <a:pt x="375" y="408"/>
                </a:lnTo>
                <a:lnTo>
                  <a:pt x="374" y="408"/>
                </a:lnTo>
                <a:lnTo>
                  <a:pt x="374" y="409"/>
                </a:lnTo>
                <a:lnTo>
                  <a:pt x="373" y="410"/>
                </a:lnTo>
                <a:lnTo>
                  <a:pt x="372" y="410"/>
                </a:lnTo>
                <a:lnTo>
                  <a:pt x="371" y="411"/>
                </a:lnTo>
                <a:lnTo>
                  <a:pt x="371" y="412"/>
                </a:lnTo>
                <a:lnTo>
                  <a:pt x="370" y="412"/>
                </a:lnTo>
                <a:lnTo>
                  <a:pt x="369" y="412"/>
                </a:lnTo>
                <a:lnTo>
                  <a:pt x="369" y="413"/>
                </a:lnTo>
                <a:lnTo>
                  <a:pt x="369" y="412"/>
                </a:lnTo>
                <a:lnTo>
                  <a:pt x="370" y="411"/>
                </a:lnTo>
                <a:lnTo>
                  <a:pt x="370" y="410"/>
                </a:lnTo>
                <a:lnTo>
                  <a:pt x="370" y="409"/>
                </a:lnTo>
                <a:lnTo>
                  <a:pt x="370" y="410"/>
                </a:lnTo>
                <a:lnTo>
                  <a:pt x="369" y="410"/>
                </a:lnTo>
                <a:lnTo>
                  <a:pt x="369" y="409"/>
                </a:lnTo>
                <a:lnTo>
                  <a:pt x="369" y="408"/>
                </a:lnTo>
                <a:lnTo>
                  <a:pt x="368" y="408"/>
                </a:lnTo>
                <a:lnTo>
                  <a:pt x="367" y="408"/>
                </a:lnTo>
                <a:lnTo>
                  <a:pt x="367" y="407"/>
                </a:lnTo>
                <a:lnTo>
                  <a:pt x="368" y="407"/>
                </a:lnTo>
                <a:lnTo>
                  <a:pt x="367" y="407"/>
                </a:lnTo>
                <a:lnTo>
                  <a:pt x="367" y="406"/>
                </a:lnTo>
                <a:lnTo>
                  <a:pt x="367" y="405"/>
                </a:lnTo>
                <a:lnTo>
                  <a:pt x="367" y="404"/>
                </a:lnTo>
                <a:lnTo>
                  <a:pt x="367" y="403"/>
                </a:lnTo>
                <a:lnTo>
                  <a:pt x="366" y="403"/>
                </a:lnTo>
                <a:lnTo>
                  <a:pt x="366" y="402"/>
                </a:lnTo>
                <a:lnTo>
                  <a:pt x="367" y="401"/>
                </a:lnTo>
                <a:lnTo>
                  <a:pt x="367" y="400"/>
                </a:lnTo>
                <a:lnTo>
                  <a:pt x="366" y="400"/>
                </a:lnTo>
                <a:lnTo>
                  <a:pt x="365" y="400"/>
                </a:lnTo>
                <a:lnTo>
                  <a:pt x="365" y="401"/>
                </a:lnTo>
                <a:lnTo>
                  <a:pt x="364" y="401"/>
                </a:lnTo>
                <a:lnTo>
                  <a:pt x="363" y="401"/>
                </a:lnTo>
                <a:lnTo>
                  <a:pt x="363" y="402"/>
                </a:lnTo>
                <a:lnTo>
                  <a:pt x="363" y="403"/>
                </a:lnTo>
                <a:lnTo>
                  <a:pt x="362" y="404"/>
                </a:lnTo>
                <a:lnTo>
                  <a:pt x="363" y="404"/>
                </a:lnTo>
                <a:lnTo>
                  <a:pt x="363" y="405"/>
                </a:lnTo>
                <a:lnTo>
                  <a:pt x="362" y="405"/>
                </a:lnTo>
                <a:lnTo>
                  <a:pt x="362" y="406"/>
                </a:lnTo>
                <a:lnTo>
                  <a:pt x="361" y="406"/>
                </a:lnTo>
                <a:lnTo>
                  <a:pt x="360" y="406"/>
                </a:lnTo>
                <a:lnTo>
                  <a:pt x="361" y="407"/>
                </a:lnTo>
                <a:lnTo>
                  <a:pt x="360" y="407"/>
                </a:lnTo>
                <a:lnTo>
                  <a:pt x="359" y="406"/>
                </a:lnTo>
                <a:lnTo>
                  <a:pt x="359" y="407"/>
                </a:lnTo>
                <a:lnTo>
                  <a:pt x="358" y="407"/>
                </a:lnTo>
                <a:lnTo>
                  <a:pt x="356" y="408"/>
                </a:lnTo>
                <a:lnTo>
                  <a:pt x="356" y="409"/>
                </a:lnTo>
                <a:lnTo>
                  <a:pt x="355" y="410"/>
                </a:lnTo>
                <a:lnTo>
                  <a:pt x="354" y="410"/>
                </a:lnTo>
                <a:lnTo>
                  <a:pt x="354" y="411"/>
                </a:lnTo>
                <a:lnTo>
                  <a:pt x="353" y="410"/>
                </a:lnTo>
                <a:lnTo>
                  <a:pt x="352" y="411"/>
                </a:lnTo>
                <a:lnTo>
                  <a:pt x="350" y="411"/>
                </a:lnTo>
                <a:lnTo>
                  <a:pt x="349" y="410"/>
                </a:lnTo>
                <a:lnTo>
                  <a:pt x="349" y="409"/>
                </a:lnTo>
                <a:lnTo>
                  <a:pt x="350" y="409"/>
                </a:lnTo>
                <a:lnTo>
                  <a:pt x="349" y="408"/>
                </a:lnTo>
                <a:lnTo>
                  <a:pt x="350" y="408"/>
                </a:lnTo>
                <a:lnTo>
                  <a:pt x="350" y="407"/>
                </a:lnTo>
                <a:lnTo>
                  <a:pt x="350" y="406"/>
                </a:lnTo>
                <a:lnTo>
                  <a:pt x="350" y="405"/>
                </a:lnTo>
                <a:lnTo>
                  <a:pt x="351" y="405"/>
                </a:lnTo>
                <a:lnTo>
                  <a:pt x="350" y="404"/>
                </a:lnTo>
                <a:lnTo>
                  <a:pt x="351" y="404"/>
                </a:lnTo>
                <a:lnTo>
                  <a:pt x="351" y="403"/>
                </a:lnTo>
                <a:lnTo>
                  <a:pt x="350" y="403"/>
                </a:lnTo>
                <a:lnTo>
                  <a:pt x="350" y="402"/>
                </a:lnTo>
                <a:lnTo>
                  <a:pt x="349" y="402"/>
                </a:lnTo>
                <a:lnTo>
                  <a:pt x="349" y="403"/>
                </a:lnTo>
                <a:lnTo>
                  <a:pt x="348" y="403"/>
                </a:lnTo>
                <a:lnTo>
                  <a:pt x="347" y="404"/>
                </a:lnTo>
                <a:lnTo>
                  <a:pt x="347" y="403"/>
                </a:lnTo>
                <a:lnTo>
                  <a:pt x="346" y="403"/>
                </a:lnTo>
                <a:lnTo>
                  <a:pt x="345" y="403"/>
                </a:lnTo>
                <a:lnTo>
                  <a:pt x="345" y="401"/>
                </a:lnTo>
                <a:lnTo>
                  <a:pt x="345" y="400"/>
                </a:lnTo>
                <a:lnTo>
                  <a:pt x="345" y="399"/>
                </a:lnTo>
                <a:lnTo>
                  <a:pt x="345" y="398"/>
                </a:lnTo>
                <a:lnTo>
                  <a:pt x="344" y="398"/>
                </a:lnTo>
                <a:lnTo>
                  <a:pt x="344" y="397"/>
                </a:lnTo>
                <a:lnTo>
                  <a:pt x="343" y="397"/>
                </a:lnTo>
                <a:lnTo>
                  <a:pt x="344" y="397"/>
                </a:lnTo>
                <a:lnTo>
                  <a:pt x="344" y="396"/>
                </a:lnTo>
                <a:lnTo>
                  <a:pt x="344" y="395"/>
                </a:lnTo>
                <a:lnTo>
                  <a:pt x="345" y="393"/>
                </a:lnTo>
                <a:lnTo>
                  <a:pt x="344" y="393"/>
                </a:lnTo>
                <a:lnTo>
                  <a:pt x="343" y="393"/>
                </a:lnTo>
                <a:lnTo>
                  <a:pt x="343" y="392"/>
                </a:lnTo>
                <a:lnTo>
                  <a:pt x="342" y="392"/>
                </a:lnTo>
                <a:lnTo>
                  <a:pt x="342" y="391"/>
                </a:lnTo>
                <a:lnTo>
                  <a:pt x="343" y="391"/>
                </a:lnTo>
                <a:lnTo>
                  <a:pt x="342" y="391"/>
                </a:lnTo>
                <a:lnTo>
                  <a:pt x="341" y="391"/>
                </a:lnTo>
                <a:lnTo>
                  <a:pt x="341" y="390"/>
                </a:lnTo>
                <a:lnTo>
                  <a:pt x="340" y="390"/>
                </a:lnTo>
                <a:lnTo>
                  <a:pt x="340" y="392"/>
                </a:lnTo>
                <a:lnTo>
                  <a:pt x="339" y="392"/>
                </a:lnTo>
                <a:lnTo>
                  <a:pt x="338" y="391"/>
                </a:lnTo>
                <a:lnTo>
                  <a:pt x="337" y="391"/>
                </a:lnTo>
                <a:lnTo>
                  <a:pt x="336" y="391"/>
                </a:lnTo>
                <a:lnTo>
                  <a:pt x="335" y="391"/>
                </a:lnTo>
                <a:lnTo>
                  <a:pt x="335" y="390"/>
                </a:lnTo>
                <a:lnTo>
                  <a:pt x="335" y="389"/>
                </a:lnTo>
                <a:lnTo>
                  <a:pt x="335" y="388"/>
                </a:lnTo>
                <a:lnTo>
                  <a:pt x="336" y="388"/>
                </a:lnTo>
                <a:lnTo>
                  <a:pt x="337" y="387"/>
                </a:lnTo>
                <a:lnTo>
                  <a:pt x="337" y="386"/>
                </a:lnTo>
                <a:lnTo>
                  <a:pt x="337" y="385"/>
                </a:lnTo>
                <a:lnTo>
                  <a:pt x="337" y="384"/>
                </a:lnTo>
                <a:lnTo>
                  <a:pt x="336" y="384"/>
                </a:lnTo>
                <a:lnTo>
                  <a:pt x="336" y="383"/>
                </a:lnTo>
                <a:lnTo>
                  <a:pt x="336" y="382"/>
                </a:lnTo>
                <a:lnTo>
                  <a:pt x="337" y="382"/>
                </a:lnTo>
                <a:lnTo>
                  <a:pt x="337" y="381"/>
                </a:lnTo>
                <a:lnTo>
                  <a:pt x="336" y="381"/>
                </a:lnTo>
                <a:lnTo>
                  <a:pt x="335" y="381"/>
                </a:lnTo>
                <a:lnTo>
                  <a:pt x="334" y="381"/>
                </a:lnTo>
                <a:lnTo>
                  <a:pt x="334" y="380"/>
                </a:lnTo>
                <a:lnTo>
                  <a:pt x="334" y="379"/>
                </a:lnTo>
                <a:lnTo>
                  <a:pt x="333" y="379"/>
                </a:lnTo>
                <a:lnTo>
                  <a:pt x="332" y="378"/>
                </a:lnTo>
                <a:lnTo>
                  <a:pt x="331" y="377"/>
                </a:lnTo>
                <a:lnTo>
                  <a:pt x="330" y="377"/>
                </a:lnTo>
                <a:lnTo>
                  <a:pt x="329" y="377"/>
                </a:lnTo>
                <a:lnTo>
                  <a:pt x="329" y="376"/>
                </a:lnTo>
                <a:lnTo>
                  <a:pt x="328" y="376"/>
                </a:lnTo>
                <a:lnTo>
                  <a:pt x="327" y="375"/>
                </a:lnTo>
                <a:lnTo>
                  <a:pt x="328" y="374"/>
                </a:lnTo>
                <a:lnTo>
                  <a:pt x="328" y="373"/>
                </a:lnTo>
                <a:lnTo>
                  <a:pt x="328" y="372"/>
                </a:lnTo>
                <a:lnTo>
                  <a:pt x="329" y="372"/>
                </a:lnTo>
                <a:lnTo>
                  <a:pt x="328" y="371"/>
                </a:lnTo>
                <a:lnTo>
                  <a:pt x="327" y="371"/>
                </a:lnTo>
                <a:lnTo>
                  <a:pt x="327" y="370"/>
                </a:lnTo>
                <a:lnTo>
                  <a:pt x="326" y="370"/>
                </a:lnTo>
                <a:lnTo>
                  <a:pt x="325" y="371"/>
                </a:lnTo>
                <a:lnTo>
                  <a:pt x="324" y="371"/>
                </a:lnTo>
                <a:lnTo>
                  <a:pt x="324" y="373"/>
                </a:lnTo>
                <a:lnTo>
                  <a:pt x="323" y="374"/>
                </a:lnTo>
                <a:lnTo>
                  <a:pt x="323" y="373"/>
                </a:lnTo>
                <a:lnTo>
                  <a:pt x="322" y="374"/>
                </a:lnTo>
                <a:lnTo>
                  <a:pt x="321" y="374"/>
                </a:lnTo>
                <a:lnTo>
                  <a:pt x="320" y="375"/>
                </a:lnTo>
                <a:lnTo>
                  <a:pt x="319" y="375"/>
                </a:lnTo>
                <a:lnTo>
                  <a:pt x="319" y="374"/>
                </a:lnTo>
                <a:lnTo>
                  <a:pt x="319" y="375"/>
                </a:lnTo>
                <a:lnTo>
                  <a:pt x="318" y="375"/>
                </a:lnTo>
                <a:lnTo>
                  <a:pt x="317" y="375"/>
                </a:lnTo>
                <a:lnTo>
                  <a:pt x="317" y="374"/>
                </a:lnTo>
                <a:lnTo>
                  <a:pt x="316" y="374"/>
                </a:lnTo>
                <a:lnTo>
                  <a:pt x="315" y="374"/>
                </a:lnTo>
                <a:lnTo>
                  <a:pt x="314" y="374"/>
                </a:lnTo>
                <a:lnTo>
                  <a:pt x="314" y="375"/>
                </a:lnTo>
                <a:lnTo>
                  <a:pt x="313" y="376"/>
                </a:lnTo>
                <a:lnTo>
                  <a:pt x="313" y="375"/>
                </a:lnTo>
                <a:lnTo>
                  <a:pt x="313" y="376"/>
                </a:lnTo>
                <a:lnTo>
                  <a:pt x="313" y="377"/>
                </a:lnTo>
                <a:lnTo>
                  <a:pt x="313" y="378"/>
                </a:lnTo>
                <a:lnTo>
                  <a:pt x="314" y="378"/>
                </a:lnTo>
                <a:lnTo>
                  <a:pt x="314" y="379"/>
                </a:lnTo>
                <a:lnTo>
                  <a:pt x="313" y="380"/>
                </a:lnTo>
                <a:lnTo>
                  <a:pt x="312" y="381"/>
                </a:lnTo>
                <a:lnTo>
                  <a:pt x="311" y="381"/>
                </a:lnTo>
                <a:lnTo>
                  <a:pt x="310" y="381"/>
                </a:lnTo>
                <a:lnTo>
                  <a:pt x="309" y="381"/>
                </a:lnTo>
                <a:lnTo>
                  <a:pt x="308" y="382"/>
                </a:lnTo>
                <a:lnTo>
                  <a:pt x="308" y="383"/>
                </a:lnTo>
                <a:lnTo>
                  <a:pt x="308" y="384"/>
                </a:lnTo>
                <a:lnTo>
                  <a:pt x="308" y="385"/>
                </a:lnTo>
                <a:lnTo>
                  <a:pt x="307" y="385"/>
                </a:lnTo>
                <a:lnTo>
                  <a:pt x="307" y="386"/>
                </a:lnTo>
                <a:lnTo>
                  <a:pt x="307" y="387"/>
                </a:lnTo>
                <a:lnTo>
                  <a:pt x="306" y="387"/>
                </a:lnTo>
                <a:lnTo>
                  <a:pt x="305" y="387"/>
                </a:lnTo>
                <a:lnTo>
                  <a:pt x="304" y="387"/>
                </a:lnTo>
                <a:lnTo>
                  <a:pt x="304" y="388"/>
                </a:lnTo>
                <a:lnTo>
                  <a:pt x="304" y="389"/>
                </a:lnTo>
                <a:lnTo>
                  <a:pt x="304" y="390"/>
                </a:lnTo>
                <a:lnTo>
                  <a:pt x="304" y="391"/>
                </a:lnTo>
                <a:lnTo>
                  <a:pt x="305" y="391"/>
                </a:lnTo>
                <a:lnTo>
                  <a:pt x="305" y="392"/>
                </a:lnTo>
                <a:lnTo>
                  <a:pt x="305" y="393"/>
                </a:lnTo>
                <a:lnTo>
                  <a:pt x="305" y="394"/>
                </a:lnTo>
                <a:lnTo>
                  <a:pt x="306" y="395"/>
                </a:lnTo>
                <a:lnTo>
                  <a:pt x="306" y="396"/>
                </a:lnTo>
                <a:lnTo>
                  <a:pt x="308" y="396"/>
                </a:lnTo>
                <a:lnTo>
                  <a:pt x="308" y="397"/>
                </a:lnTo>
                <a:lnTo>
                  <a:pt x="308" y="398"/>
                </a:lnTo>
                <a:lnTo>
                  <a:pt x="308" y="400"/>
                </a:lnTo>
                <a:lnTo>
                  <a:pt x="308" y="401"/>
                </a:lnTo>
                <a:lnTo>
                  <a:pt x="308" y="402"/>
                </a:lnTo>
                <a:lnTo>
                  <a:pt x="308" y="403"/>
                </a:lnTo>
                <a:lnTo>
                  <a:pt x="308" y="404"/>
                </a:lnTo>
                <a:lnTo>
                  <a:pt x="308" y="405"/>
                </a:lnTo>
                <a:lnTo>
                  <a:pt x="307" y="405"/>
                </a:lnTo>
                <a:lnTo>
                  <a:pt x="306" y="405"/>
                </a:lnTo>
                <a:lnTo>
                  <a:pt x="306" y="406"/>
                </a:lnTo>
                <a:lnTo>
                  <a:pt x="307" y="407"/>
                </a:lnTo>
                <a:lnTo>
                  <a:pt x="307" y="408"/>
                </a:lnTo>
                <a:lnTo>
                  <a:pt x="306" y="408"/>
                </a:lnTo>
                <a:lnTo>
                  <a:pt x="305" y="408"/>
                </a:lnTo>
                <a:lnTo>
                  <a:pt x="304" y="408"/>
                </a:lnTo>
                <a:lnTo>
                  <a:pt x="303" y="407"/>
                </a:lnTo>
                <a:lnTo>
                  <a:pt x="302" y="407"/>
                </a:lnTo>
                <a:lnTo>
                  <a:pt x="300" y="407"/>
                </a:lnTo>
                <a:lnTo>
                  <a:pt x="299" y="408"/>
                </a:lnTo>
                <a:lnTo>
                  <a:pt x="298" y="409"/>
                </a:lnTo>
                <a:lnTo>
                  <a:pt x="298" y="412"/>
                </a:lnTo>
                <a:lnTo>
                  <a:pt x="298" y="413"/>
                </a:lnTo>
                <a:lnTo>
                  <a:pt x="297" y="413"/>
                </a:lnTo>
                <a:lnTo>
                  <a:pt x="297" y="414"/>
                </a:lnTo>
                <a:lnTo>
                  <a:pt x="296" y="414"/>
                </a:lnTo>
                <a:lnTo>
                  <a:pt x="295" y="413"/>
                </a:lnTo>
                <a:lnTo>
                  <a:pt x="294" y="413"/>
                </a:lnTo>
                <a:lnTo>
                  <a:pt x="293" y="414"/>
                </a:lnTo>
                <a:lnTo>
                  <a:pt x="292" y="414"/>
                </a:lnTo>
                <a:lnTo>
                  <a:pt x="291" y="414"/>
                </a:lnTo>
                <a:lnTo>
                  <a:pt x="290" y="415"/>
                </a:lnTo>
                <a:lnTo>
                  <a:pt x="289" y="415"/>
                </a:lnTo>
                <a:lnTo>
                  <a:pt x="288" y="415"/>
                </a:lnTo>
                <a:lnTo>
                  <a:pt x="287" y="415"/>
                </a:lnTo>
                <a:lnTo>
                  <a:pt x="287" y="414"/>
                </a:lnTo>
                <a:lnTo>
                  <a:pt x="286" y="414"/>
                </a:lnTo>
                <a:lnTo>
                  <a:pt x="285" y="414"/>
                </a:lnTo>
                <a:lnTo>
                  <a:pt x="285" y="415"/>
                </a:lnTo>
                <a:lnTo>
                  <a:pt x="284" y="415"/>
                </a:lnTo>
                <a:lnTo>
                  <a:pt x="283" y="415"/>
                </a:lnTo>
                <a:lnTo>
                  <a:pt x="283" y="416"/>
                </a:lnTo>
                <a:lnTo>
                  <a:pt x="282" y="416"/>
                </a:lnTo>
                <a:lnTo>
                  <a:pt x="281" y="415"/>
                </a:lnTo>
                <a:lnTo>
                  <a:pt x="281" y="414"/>
                </a:lnTo>
                <a:lnTo>
                  <a:pt x="280" y="414"/>
                </a:lnTo>
                <a:lnTo>
                  <a:pt x="278" y="414"/>
                </a:lnTo>
                <a:lnTo>
                  <a:pt x="278" y="415"/>
                </a:lnTo>
                <a:lnTo>
                  <a:pt x="277" y="415"/>
                </a:lnTo>
                <a:lnTo>
                  <a:pt x="276" y="415"/>
                </a:lnTo>
                <a:lnTo>
                  <a:pt x="275" y="415"/>
                </a:lnTo>
                <a:lnTo>
                  <a:pt x="275" y="416"/>
                </a:lnTo>
                <a:lnTo>
                  <a:pt x="275" y="417"/>
                </a:lnTo>
                <a:lnTo>
                  <a:pt x="275" y="418"/>
                </a:lnTo>
                <a:lnTo>
                  <a:pt x="275" y="419"/>
                </a:lnTo>
                <a:lnTo>
                  <a:pt x="274" y="419"/>
                </a:lnTo>
                <a:lnTo>
                  <a:pt x="274" y="420"/>
                </a:lnTo>
                <a:lnTo>
                  <a:pt x="273" y="420"/>
                </a:lnTo>
                <a:lnTo>
                  <a:pt x="272" y="420"/>
                </a:lnTo>
                <a:lnTo>
                  <a:pt x="272" y="421"/>
                </a:lnTo>
                <a:lnTo>
                  <a:pt x="271" y="421"/>
                </a:lnTo>
                <a:lnTo>
                  <a:pt x="271" y="422"/>
                </a:lnTo>
                <a:lnTo>
                  <a:pt x="271" y="423"/>
                </a:lnTo>
                <a:lnTo>
                  <a:pt x="270" y="423"/>
                </a:lnTo>
                <a:lnTo>
                  <a:pt x="270" y="424"/>
                </a:lnTo>
                <a:lnTo>
                  <a:pt x="267" y="424"/>
                </a:lnTo>
                <a:lnTo>
                  <a:pt x="266" y="424"/>
                </a:lnTo>
                <a:lnTo>
                  <a:pt x="265" y="425"/>
                </a:lnTo>
                <a:lnTo>
                  <a:pt x="264" y="426"/>
                </a:lnTo>
                <a:lnTo>
                  <a:pt x="264" y="427"/>
                </a:lnTo>
                <a:lnTo>
                  <a:pt x="263" y="427"/>
                </a:lnTo>
                <a:lnTo>
                  <a:pt x="262" y="427"/>
                </a:lnTo>
                <a:lnTo>
                  <a:pt x="261" y="428"/>
                </a:lnTo>
                <a:lnTo>
                  <a:pt x="260" y="428"/>
                </a:lnTo>
                <a:lnTo>
                  <a:pt x="259" y="428"/>
                </a:lnTo>
                <a:lnTo>
                  <a:pt x="258" y="428"/>
                </a:lnTo>
                <a:lnTo>
                  <a:pt x="258" y="429"/>
                </a:lnTo>
                <a:lnTo>
                  <a:pt x="257" y="429"/>
                </a:lnTo>
                <a:lnTo>
                  <a:pt x="257" y="430"/>
                </a:lnTo>
                <a:lnTo>
                  <a:pt x="257" y="431"/>
                </a:lnTo>
                <a:lnTo>
                  <a:pt x="256" y="431"/>
                </a:lnTo>
                <a:lnTo>
                  <a:pt x="255" y="431"/>
                </a:lnTo>
                <a:lnTo>
                  <a:pt x="254" y="431"/>
                </a:lnTo>
                <a:lnTo>
                  <a:pt x="254" y="432"/>
                </a:lnTo>
                <a:lnTo>
                  <a:pt x="253" y="432"/>
                </a:lnTo>
                <a:lnTo>
                  <a:pt x="252" y="432"/>
                </a:lnTo>
                <a:lnTo>
                  <a:pt x="251" y="432"/>
                </a:lnTo>
                <a:lnTo>
                  <a:pt x="250" y="433"/>
                </a:lnTo>
                <a:lnTo>
                  <a:pt x="249" y="433"/>
                </a:lnTo>
                <a:lnTo>
                  <a:pt x="248" y="434"/>
                </a:lnTo>
                <a:lnTo>
                  <a:pt x="247" y="434"/>
                </a:lnTo>
                <a:lnTo>
                  <a:pt x="246" y="434"/>
                </a:lnTo>
                <a:lnTo>
                  <a:pt x="245" y="434"/>
                </a:lnTo>
                <a:lnTo>
                  <a:pt x="245" y="435"/>
                </a:lnTo>
                <a:lnTo>
                  <a:pt x="244" y="435"/>
                </a:lnTo>
                <a:lnTo>
                  <a:pt x="243" y="435"/>
                </a:lnTo>
                <a:lnTo>
                  <a:pt x="242" y="435"/>
                </a:lnTo>
                <a:lnTo>
                  <a:pt x="241" y="435"/>
                </a:lnTo>
                <a:lnTo>
                  <a:pt x="240" y="435"/>
                </a:lnTo>
                <a:lnTo>
                  <a:pt x="239" y="435"/>
                </a:lnTo>
                <a:lnTo>
                  <a:pt x="238" y="435"/>
                </a:lnTo>
                <a:lnTo>
                  <a:pt x="237" y="434"/>
                </a:lnTo>
                <a:lnTo>
                  <a:pt x="236" y="434"/>
                </a:lnTo>
                <a:lnTo>
                  <a:pt x="236" y="435"/>
                </a:lnTo>
                <a:lnTo>
                  <a:pt x="235" y="435"/>
                </a:lnTo>
                <a:lnTo>
                  <a:pt x="235" y="436"/>
                </a:lnTo>
                <a:lnTo>
                  <a:pt x="234" y="437"/>
                </a:lnTo>
                <a:lnTo>
                  <a:pt x="233" y="437"/>
                </a:lnTo>
                <a:lnTo>
                  <a:pt x="232" y="437"/>
                </a:lnTo>
                <a:lnTo>
                  <a:pt x="232" y="436"/>
                </a:lnTo>
                <a:lnTo>
                  <a:pt x="231" y="436"/>
                </a:lnTo>
                <a:lnTo>
                  <a:pt x="230" y="437"/>
                </a:lnTo>
                <a:lnTo>
                  <a:pt x="230" y="438"/>
                </a:lnTo>
                <a:lnTo>
                  <a:pt x="231" y="438"/>
                </a:lnTo>
                <a:lnTo>
                  <a:pt x="231" y="439"/>
                </a:lnTo>
                <a:lnTo>
                  <a:pt x="232" y="439"/>
                </a:lnTo>
                <a:lnTo>
                  <a:pt x="232" y="440"/>
                </a:lnTo>
                <a:lnTo>
                  <a:pt x="233" y="441"/>
                </a:lnTo>
                <a:lnTo>
                  <a:pt x="233" y="442"/>
                </a:lnTo>
                <a:lnTo>
                  <a:pt x="234" y="442"/>
                </a:lnTo>
                <a:lnTo>
                  <a:pt x="234" y="443"/>
                </a:lnTo>
                <a:lnTo>
                  <a:pt x="235" y="443"/>
                </a:lnTo>
                <a:lnTo>
                  <a:pt x="235" y="444"/>
                </a:lnTo>
                <a:lnTo>
                  <a:pt x="235" y="445"/>
                </a:lnTo>
                <a:lnTo>
                  <a:pt x="235" y="446"/>
                </a:lnTo>
                <a:lnTo>
                  <a:pt x="235" y="447"/>
                </a:lnTo>
                <a:lnTo>
                  <a:pt x="236" y="447"/>
                </a:lnTo>
                <a:lnTo>
                  <a:pt x="236" y="448"/>
                </a:lnTo>
                <a:lnTo>
                  <a:pt x="235" y="448"/>
                </a:lnTo>
                <a:lnTo>
                  <a:pt x="235" y="449"/>
                </a:lnTo>
                <a:lnTo>
                  <a:pt x="235" y="450"/>
                </a:lnTo>
                <a:lnTo>
                  <a:pt x="235" y="451"/>
                </a:lnTo>
                <a:lnTo>
                  <a:pt x="235" y="452"/>
                </a:lnTo>
                <a:lnTo>
                  <a:pt x="234" y="452"/>
                </a:lnTo>
                <a:lnTo>
                  <a:pt x="234" y="453"/>
                </a:lnTo>
                <a:lnTo>
                  <a:pt x="234" y="454"/>
                </a:lnTo>
                <a:lnTo>
                  <a:pt x="233" y="455"/>
                </a:lnTo>
                <a:lnTo>
                  <a:pt x="233" y="456"/>
                </a:lnTo>
                <a:lnTo>
                  <a:pt x="233" y="457"/>
                </a:lnTo>
                <a:lnTo>
                  <a:pt x="232" y="457"/>
                </a:lnTo>
                <a:lnTo>
                  <a:pt x="231" y="457"/>
                </a:lnTo>
                <a:lnTo>
                  <a:pt x="230" y="457"/>
                </a:lnTo>
                <a:lnTo>
                  <a:pt x="230" y="458"/>
                </a:lnTo>
                <a:lnTo>
                  <a:pt x="230" y="459"/>
                </a:lnTo>
                <a:lnTo>
                  <a:pt x="229" y="459"/>
                </a:lnTo>
                <a:lnTo>
                  <a:pt x="229" y="460"/>
                </a:lnTo>
                <a:lnTo>
                  <a:pt x="228" y="460"/>
                </a:lnTo>
                <a:lnTo>
                  <a:pt x="228" y="461"/>
                </a:lnTo>
                <a:lnTo>
                  <a:pt x="227" y="461"/>
                </a:lnTo>
                <a:lnTo>
                  <a:pt x="227" y="462"/>
                </a:lnTo>
                <a:lnTo>
                  <a:pt x="226" y="462"/>
                </a:lnTo>
                <a:lnTo>
                  <a:pt x="225" y="462"/>
                </a:lnTo>
                <a:lnTo>
                  <a:pt x="225" y="463"/>
                </a:lnTo>
                <a:lnTo>
                  <a:pt x="224" y="463"/>
                </a:lnTo>
                <a:lnTo>
                  <a:pt x="223" y="463"/>
                </a:lnTo>
                <a:lnTo>
                  <a:pt x="222" y="464"/>
                </a:lnTo>
                <a:lnTo>
                  <a:pt x="221" y="465"/>
                </a:lnTo>
                <a:lnTo>
                  <a:pt x="221" y="466"/>
                </a:lnTo>
                <a:lnTo>
                  <a:pt x="221" y="467"/>
                </a:lnTo>
                <a:lnTo>
                  <a:pt x="220" y="468"/>
                </a:lnTo>
                <a:lnTo>
                  <a:pt x="220" y="469"/>
                </a:lnTo>
                <a:lnTo>
                  <a:pt x="219" y="469"/>
                </a:lnTo>
                <a:lnTo>
                  <a:pt x="219" y="470"/>
                </a:lnTo>
                <a:lnTo>
                  <a:pt x="218" y="470"/>
                </a:lnTo>
                <a:lnTo>
                  <a:pt x="218" y="469"/>
                </a:lnTo>
                <a:lnTo>
                  <a:pt x="217" y="469"/>
                </a:lnTo>
                <a:lnTo>
                  <a:pt x="216" y="468"/>
                </a:lnTo>
                <a:lnTo>
                  <a:pt x="216" y="467"/>
                </a:lnTo>
                <a:lnTo>
                  <a:pt x="215" y="466"/>
                </a:lnTo>
                <a:lnTo>
                  <a:pt x="214" y="466"/>
                </a:lnTo>
                <a:lnTo>
                  <a:pt x="214" y="465"/>
                </a:lnTo>
                <a:lnTo>
                  <a:pt x="213" y="465"/>
                </a:lnTo>
                <a:lnTo>
                  <a:pt x="213" y="464"/>
                </a:lnTo>
                <a:lnTo>
                  <a:pt x="213" y="463"/>
                </a:lnTo>
                <a:lnTo>
                  <a:pt x="212" y="463"/>
                </a:lnTo>
                <a:lnTo>
                  <a:pt x="212" y="462"/>
                </a:lnTo>
                <a:lnTo>
                  <a:pt x="212" y="461"/>
                </a:lnTo>
                <a:lnTo>
                  <a:pt x="212" y="460"/>
                </a:lnTo>
                <a:lnTo>
                  <a:pt x="211" y="460"/>
                </a:lnTo>
                <a:lnTo>
                  <a:pt x="210" y="460"/>
                </a:lnTo>
                <a:lnTo>
                  <a:pt x="210" y="461"/>
                </a:lnTo>
                <a:lnTo>
                  <a:pt x="209" y="461"/>
                </a:lnTo>
                <a:lnTo>
                  <a:pt x="209" y="460"/>
                </a:lnTo>
                <a:lnTo>
                  <a:pt x="208" y="460"/>
                </a:lnTo>
                <a:lnTo>
                  <a:pt x="208" y="461"/>
                </a:lnTo>
                <a:lnTo>
                  <a:pt x="207" y="461"/>
                </a:lnTo>
                <a:lnTo>
                  <a:pt x="207" y="460"/>
                </a:lnTo>
                <a:lnTo>
                  <a:pt x="206" y="460"/>
                </a:lnTo>
                <a:lnTo>
                  <a:pt x="205" y="460"/>
                </a:lnTo>
                <a:lnTo>
                  <a:pt x="204" y="460"/>
                </a:lnTo>
                <a:lnTo>
                  <a:pt x="204" y="461"/>
                </a:lnTo>
                <a:lnTo>
                  <a:pt x="204" y="462"/>
                </a:lnTo>
                <a:lnTo>
                  <a:pt x="203" y="462"/>
                </a:lnTo>
                <a:lnTo>
                  <a:pt x="202" y="462"/>
                </a:lnTo>
                <a:lnTo>
                  <a:pt x="202" y="463"/>
                </a:lnTo>
                <a:lnTo>
                  <a:pt x="201" y="463"/>
                </a:lnTo>
                <a:lnTo>
                  <a:pt x="199" y="463"/>
                </a:lnTo>
                <a:lnTo>
                  <a:pt x="198" y="462"/>
                </a:lnTo>
                <a:lnTo>
                  <a:pt x="197" y="462"/>
                </a:lnTo>
                <a:lnTo>
                  <a:pt x="197" y="461"/>
                </a:lnTo>
                <a:lnTo>
                  <a:pt x="196" y="461"/>
                </a:lnTo>
                <a:lnTo>
                  <a:pt x="196" y="460"/>
                </a:lnTo>
                <a:lnTo>
                  <a:pt x="195" y="460"/>
                </a:lnTo>
                <a:lnTo>
                  <a:pt x="195" y="459"/>
                </a:lnTo>
                <a:lnTo>
                  <a:pt x="194" y="459"/>
                </a:lnTo>
                <a:lnTo>
                  <a:pt x="193" y="459"/>
                </a:lnTo>
                <a:lnTo>
                  <a:pt x="193" y="458"/>
                </a:lnTo>
                <a:lnTo>
                  <a:pt x="192" y="458"/>
                </a:lnTo>
                <a:lnTo>
                  <a:pt x="192" y="457"/>
                </a:lnTo>
                <a:lnTo>
                  <a:pt x="191" y="457"/>
                </a:lnTo>
                <a:lnTo>
                  <a:pt x="191" y="456"/>
                </a:lnTo>
                <a:lnTo>
                  <a:pt x="190" y="456"/>
                </a:lnTo>
                <a:lnTo>
                  <a:pt x="189" y="456"/>
                </a:lnTo>
                <a:lnTo>
                  <a:pt x="189" y="455"/>
                </a:lnTo>
                <a:lnTo>
                  <a:pt x="188" y="455"/>
                </a:lnTo>
                <a:lnTo>
                  <a:pt x="187" y="455"/>
                </a:lnTo>
                <a:lnTo>
                  <a:pt x="187" y="456"/>
                </a:lnTo>
                <a:lnTo>
                  <a:pt x="186" y="456"/>
                </a:lnTo>
                <a:lnTo>
                  <a:pt x="185" y="456"/>
                </a:lnTo>
                <a:lnTo>
                  <a:pt x="185" y="455"/>
                </a:lnTo>
                <a:lnTo>
                  <a:pt x="184" y="455"/>
                </a:lnTo>
                <a:lnTo>
                  <a:pt x="183" y="455"/>
                </a:lnTo>
                <a:lnTo>
                  <a:pt x="182" y="455"/>
                </a:lnTo>
                <a:lnTo>
                  <a:pt x="182" y="454"/>
                </a:lnTo>
                <a:lnTo>
                  <a:pt x="182" y="453"/>
                </a:lnTo>
                <a:lnTo>
                  <a:pt x="182" y="452"/>
                </a:lnTo>
                <a:lnTo>
                  <a:pt x="181" y="452"/>
                </a:lnTo>
                <a:lnTo>
                  <a:pt x="180" y="452"/>
                </a:lnTo>
                <a:lnTo>
                  <a:pt x="179" y="452"/>
                </a:lnTo>
                <a:lnTo>
                  <a:pt x="179" y="453"/>
                </a:lnTo>
                <a:lnTo>
                  <a:pt x="177" y="453"/>
                </a:lnTo>
                <a:lnTo>
                  <a:pt x="176" y="453"/>
                </a:lnTo>
                <a:lnTo>
                  <a:pt x="175" y="453"/>
                </a:lnTo>
                <a:lnTo>
                  <a:pt x="174" y="453"/>
                </a:lnTo>
                <a:lnTo>
                  <a:pt x="174" y="452"/>
                </a:lnTo>
                <a:lnTo>
                  <a:pt x="173" y="452"/>
                </a:lnTo>
                <a:lnTo>
                  <a:pt x="172" y="452"/>
                </a:lnTo>
                <a:lnTo>
                  <a:pt x="171" y="451"/>
                </a:lnTo>
                <a:lnTo>
                  <a:pt x="171" y="450"/>
                </a:lnTo>
                <a:lnTo>
                  <a:pt x="171" y="449"/>
                </a:lnTo>
                <a:lnTo>
                  <a:pt x="171" y="448"/>
                </a:lnTo>
                <a:lnTo>
                  <a:pt x="170" y="448"/>
                </a:lnTo>
                <a:lnTo>
                  <a:pt x="169" y="447"/>
                </a:lnTo>
                <a:lnTo>
                  <a:pt x="169" y="448"/>
                </a:lnTo>
                <a:lnTo>
                  <a:pt x="169" y="447"/>
                </a:lnTo>
                <a:lnTo>
                  <a:pt x="169" y="446"/>
                </a:lnTo>
                <a:lnTo>
                  <a:pt x="168" y="446"/>
                </a:lnTo>
                <a:lnTo>
                  <a:pt x="168" y="445"/>
                </a:lnTo>
                <a:lnTo>
                  <a:pt x="168" y="444"/>
                </a:lnTo>
                <a:lnTo>
                  <a:pt x="168" y="443"/>
                </a:lnTo>
                <a:lnTo>
                  <a:pt x="167" y="443"/>
                </a:lnTo>
                <a:lnTo>
                  <a:pt x="167" y="442"/>
                </a:lnTo>
                <a:lnTo>
                  <a:pt x="167" y="441"/>
                </a:lnTo>
                <a:lnTo>
                  <a:pt x="167" y="440"/>
                </a:lnTo>
                <a:lnTo>
                  <a:pt x="166" y="440"/>
                </a:lnTo>
                <a:lnTo>
                  <a:pt x="165" y="439"/>
                </a:lnTo>
                <a:lnTo>
                  <a:pt x="164" y="439"/>
                </a:lnTo>
                <a:lnTo>
                  <a:pt x="163" y="439"/>
                </a:lnTo>
                <a:lnTo>
                  <a:pt x="162" y="438"/>
                </a:lnTo>
                <a:lnTo>
                  <a:pt x="161" y="438"/>
                </a:lnTo>
                <a:lnTo>
                  <a:pt x="159" y="438"/>
                </a:lnTo>
                <a:lnTo>
                  <a:pt x="158" y="438"/>
                </a:lnTo>
                <a:lnTo>
                  <a:pt x="158" y="439"/>
                </a:lnTo>
                <a:lnTo>
                  <a:pt x="157" y="439"/>
                </a:lnTo>
                <a:lnTo>
                  <a:pt x="156" y="439"/>
                </a:lnTo>
                <a:lnTo>
                  <a:pt x="156" y="440"/>
                </a:lnTo>
                <a:lnTo>
                  <a:pt x="155" y="440"/>
                </a:lnTo>
                <a:lnTo>
                  <a:pt x="153" y="440"/>
                </a:lnTo>
                <a:lnTo>
                  <a:pt x="152" y="440"/>
                </a:lnTo>
                <a:lnTo>
                  <a:pt x="151" y="440"/>
                </a:lnTo>
                <a:lnTo>
                  <a:pt x="150" y="440"/>
                </a:lnTo>
                <a:lnTo>
                  <a:pt x="150" y="439"/>
                </a:lnTo>
                <a:lnTo>
                  <a:pt x="149" y="439"/>
                </a:lnTo>
                <a:lnTo>
                  <a:pt x="149" y="438"/>
                </a:lnTo>
                <a:lnTo>
                  <a:pt x="149" y="437"/>
                </a:lnTo>
                <a:lnTo>
                  <a:pt x="150" y="437"/>
                </a:lnTo>
                <a:lnTo>
                  <a:pt x="149" y="436"/>
                </a:lnTo>
                <a:lnTo>
                  <a:pt x="148" y="436"/>
                </a:lnTo>
                <a:lnTo>
                  <a:pt x="147" y="436"/>
                </a:lnTo>
                <a:lnTo>
                  <a:pt x="147" y="435"/>
                </a:lnTo>
                <a:lnTo>
                  <a:pt x="147" y="434"/>
                </a:lnTo>
                <a:lnTo>
                  <a:pt x="146" y="434"/>
                </a:lnTo>
                <a:lnTo>
                  <a:pt x="145" y="434"/>
                </a:lnTo>
                <a:lnTo>
                  <a:pt x="145" y="433"/>
                </a:lnTo>
                <a:lnTo>
                  <a:pt x="144" y="433"/>
                </a:lnTo>
                <a:lnTo>
                  <a:pt x="143" y="433"/>
                </a:lnTo>
                <a:lnTo>
                  <a:pt x="143" y="434"/>
                </a:lnTo>
                <a:lnTo>
                  <a:pt x="142" y="434"/>
                </a:lnTo>
                <a:lnTo>
                  <a:pt x="141" y="435"/>
                </a:lnTo>
                <a:lnTo>
                  <a:pt x="141" y="436"/>
                </a:lnTo>
                <a:lnTo>
                  <a:pt x="140" y="436"/>
                </a:lnTo>
                <a:lnTo>
                  <a:pt x="140" y="437"/>
                </a:lnTo>
                <a:lnTo>
                  <a:pt x="140" y="436"/>
                </a:lnTo>
                <a:lnTo>
                  <a:pt x="139" y="436"/>
                </a:lnTo>
                <a:lnTo>
                  <a:pt x="138" y="436"/>
                </a:lnTo>
                <a:lnTo>
                  <a:pt x="138" y="437"/>
                </a:lnTo>
                <a:lnTo>
                  <a:pt x="137" y="438"/>
                </a:lnTo>
                <a:lnTo>
                  <a:pt x="136" y="438"/>
                </a:lnTo>
                <a:lnTo>
                  <a:pt x="136" y="439"/>
                </a:lnTo>
                <a:lnTo>
                  <a:pt x="135" y="439"/>
                </a:lnTo>
                <a:lnTo>
                  <a:pt x="134" y="439"/>
                </a:lnTo>
                <a:lnTo>
                  <a:pt x="134" y="440"/>
                </a:lnTo>
                <a:lnTo>
                  <a:pt x="133" y="441"/>
                </a:lnTo>
                <a:lnTo>
                  <a:pt x="132" y="442"/>
                </a:lnTo>
                <a:lnTo>
                  <a:pt x="132" y="443"/>
                </a:lnTo>
                <a:lnTo>
                  <a:pt x="132" y="444"/>
                </a:lnTo>
                <a:lnTo>
                  <a:pt x="131" y="444"/>
                </a:lnTo>
                <a:lnTo>
                  <a:pt x="130" y="445"/>
                </a:lnTo>
                <a:lnTo>
                  <a:pt x="129" y="446"/>
                </a:lnTo>
                <a:lnTo>
                  <a:pt x="129" y="447"/>
                </a:lnTo>
                <a:lnTo>
                  <a:pt x="130" y="447"/>
                </a:lnTo>
                <a:lnTo>
                  <a:pt x="130" y="448"/>
                </a:lnTo>
                <a:lnTo>
                  <a:pt x="129" y="448"/>
                </a:lnTo>
                <a:lnTo>
                  <a:pt x="129" y="449"/>
                </a:lnTo>
                <a:lnTo>
                  <a:pt x="129" y="450"/>
                </a:lnTo>
                <a:lnTo>
                  <a:pt x="128" y="451"/>
                </a:lnTo>
                <a:lnTo>
                  <a:pt x="128" y="452"/>
                </a:lnTo>
                <a:lnTo>
                  <a:pt x="129" y="452"/>
                </a:lnTo>
                <a:lnTo>
                  <a:pt x="129" y="453"/>
                </a:lnTo>
                <a:lnTo>
                  <a:pt x="129" y="454"/>
                </a:lnTo>
                <a:lnTo>
                  <a:pt x="128" y="454"/>
                </a:lnTo>
                <a:lnTo>
                  <a:pt x="127" y="454"/>
                </a:lnTo>
                <a:lnTo>
                  <a:pt x="127" y="455"/>
                </a:lnTo>
                <a:lnTo>
                  <a:pt x="126" y="455"/>
                </a:lnTo>
                <a:lnTo>
                  <a:pt x="125" y="455"/>
                </a:lnTo>
                <a:lnTo>
                  <a:pt x="124" y="456"/>
                </a:lnTo>
                <a:lnTo>
                  <a:pt x="122" y="456"/>
                </a:lnTo>
                <a:lnTo>
                  <a:pt x="121" y="456"/>
                </a:lnTo>
                <a:lnTo>
                  <a:pt x="121" y="457"/>
                </a:lnTo>
                <a:lnTo>
                  <a:pt x="120" y="457"/>
                </a:lnTo>
                <a:lnTo>
                  <a:pt x="119" y="457"/>
                </a:lnTo>
                <a:lnTo>
                  <a:pt x="118" y="457"/>
                </a:lnTo>
                <a:lnTo>
                  <a:pt x="117" y="457"/>
                </a:lnTo>
                <a:lnTo>
                  <a:pt x="117" y="458"/>
                </a:lnTo>
                <a:lnTo>
                  <a:pt x="116" y="458"/>
                </a:lnTo>
                <a:lnTo>
                  <a:pt x="115" y="459"/>
                </a:lnTo>
                <a:lnTo>
                  <a:pt x="114" y="459"/>
                </a:lnTo>
                <a:lnTo>
                  <a:pt x="114" y="460"/>
                </a:lnTo>
                <a:lnTo>
                  <a:pt x="114" y="461"/>
                </a:lnTo>
                <a:lnTo>
                  <a:pt x="113" y="461"/>
                </a:lnTo>
                <a:lnTo>
                  <a:pt x="113" y="463"/>
                </a:lnTo>
                <a:lnTo>
                  <a:pt x="113" y="464"/>
                </a:lnTo>
                <a:lnTo>
                  <a:pt x="112" y="464"/>
                </a:lnTo>
                <a:lnTo>
                  <a:pt x="112" y="465"/>
                </a:lnTo>
                <a:lnTo>
                  <a:pt x="111" y="466"/>
                </a:lnTo>
                <a:lnTo>
                  <a:pt x="110" y="466"/>
                </a:lnTo>
                <a:lnTo>
                  <a:pt x="109" y="466"/>
                </a:lnTo>
                <a:lnTo>
                  <a:pt x="108" y="466"/>
                </a:lnTo>
                <a:lnTo>
                  <a:pt x="108" y="467"/>
                </a:lnTo>
                <a:lnTo>
                  <a:pt x="107" y="467"/>
                </a:lnTo>
                <a:lnTo>
                  <a:pt x="106" y="467"/>
                </a:lnTo>
                <a:lnTo>
                  <a:pt x="105" y="467"/>
                </a:lnTo>
                <a:lnTo>
                  <a:pt x="104" y="467"/>
                </a:lnTo>
                <a:lnTo>
                  <a:pt x="104" y="468"/>
                </a:lnTo>
                <a:lnTo>
                  <a:pt x="103" y="469"/>
                </a:lnTo>
                <a:lnTo>
                  <a:pt x="103" y="470"/>
                </a:lnTo>
                <a:lnTo>
                  <a:pt x="103" y="471"/>
                </a:lnTo>
                <a:lnTo>
                  <a:pt x="102" y="471"/>
                </a:lnTo>
                <a:lnTo>
                  <a:pt x="101" y="471"/>
                </a:lnTo>
                <a:lnTo>
                  <a:pt x="100" y="471"/>
                </a:lnTo>
                <a:lnTo>
                  <a:pt x="99" y="470"/>
                </a:lnTo>
                <a:lnTo>
                  <a:pt x="99" y="469"/>
                </a:lnTo>
                <a:lnTo>
                  <a:pt x="99" y="468"/>
                </a:lnTo>
                <a:lnTo>
                  <a:pt x="98" y="468"/>
                </a:lnTo>
                <a:lnTo>
                  <a:pt x="97" y="468"/>
                </a:lnTo>
                <a:lnTo>
                  <a:pt x="96" y="468"/>
                </a:lnTo>
                <a:lnTo>
                  <a:pt x="95" y="467"/>
                </a:lnTo>
                <a:lnTo>
                  <a:pt x="93" y="467"/>
                </a:lnTo>
                <a:lnTo>
                  <a:pt x="92" y="467"/>
                </a:lnTo>
                <a:lnTo>
                  <a:pt x="92" y="466"/>
                </a:lnTo>
                <a:lnTo>
                  <a:pt x="90" y="464"/>
                </a:lnTo>
                <a:lnTo>
                  <a:pt x="90" y="463"/>
                </a:lnTo>
                <a:lnTo>
                  <a:pt x="90" y="462"/>
                </a:lnTo>
                <a:lnTo>
                  <a:pt x="89" y="462"/>
                </a:lnTo>
                <a:lnTo>
                  <a:pt x="88" y="462"/>
                </a:lnTo>
                <a:lnTo>
                  <a:pt x="87" y="462"/>
                </a:lnTo>
                <a:lnTo>
                  <a:pt x="87" y="461"/>
                </a:lnTo>
                <a:lnTo>
                  <a:pt x="86" y="460"/>
                </a:lnTo>
                <a:lnTo>
                  <a:pt x="85" y="460"/>
                </a:lnTo>
                <a:lnTo>
                  <a:pt x="84" y="460"/>
                </a:lnTo>
                <a:lnTo>
                  <a:pt x="84" y="459"/>
                </a:lnTo>
                <a:lnTo>
                  <a:pt x="84" y="458"/>
                </a:lnTo>
                <a:lnTo>
                  <a:pt x="85" y="457"/>
                </a:lnTo>
                <a:lnTo>
                  <a:pt x="85" y="456"/>
                </a:lnTo>
                <a:lnTo>
                  <a:pt x="85" y="455"/>
                </a:lnTo>
                <a:lnTo>
                  <a:pt x="85" y="454"/>
                </a:lnTo>
                <a:lnTo>
                  <a:pt x="84" y="454"/>
                </a:lnTo>
                <a:lnTo>
                  <a:pt x="84" y="453"/>
                </a:lnTo>
                <a:lnTo>
                  <a:pt x="84" y="452"/>
                </a:lnTo>
                <a:lnTo>
                  <a:pt x="85" y="451"/>
                </a:lnTo>
                <a:lnTo>
                  <a:pt x="85" y="450"/>
                </a:lnTo>
                <a:lnTo>
                  <a:pt x="86" y="450"/>
                </a:lnTo>
                <a:lnTo>
                  <a:pt x="86" y="449"/>
                </a:lnTo>
                <a:lnTo>
                  <a:pt x="87" y="448"/>
                </a:lnTo>
                <a:lnTo>
                  <a:pt x="88" y="448"/>
                </a:lnTo>
                <a:lnTo>
                  <a:pt x="88" y="447"/>
                </a:lnTo>
                <a:lnTo>
                  <a:pt x="89" y="446"/>
                </a:lnTo>
                <a:lnTo>
                  <a:pt x="90" y="444"/>
                </a:lnTo>
                <a:lnTo>
                  <a:pt x="91" y="444"/>
                </a:lnTo>
                <a:lnTo>
                  <a:pt x="91" y="443"/>
                </a:lnTo>
                <a:lnTo>
                  <a:pt x="92" y="443"/>
                </a:lnTo>
                <a:lnTo>
                  <a:pt x="93" y="442"/>
                </a:lnTo>
                <a:lnTo>
                  <a:pt x="93" y="441"/>
                </a:lnTo>
                <a:lnTo>
                  <a:pt x="94" y="440"/>
                </a:lnTo>
                <a:lnTo>
                  <a:pt x="95" y="439"/>
                </a:lnTo>
                <a:lnTo>
                  <a:pt x="95" y="438"/>
                </a:lnTo>
                <a:lnTo>
                  <a:pt x="96" y="437"/>
                </a:lnTo>
                <a:lnTo>
                  <a:pt x="96" y="436"/>
                </a:lnTo>
                <a:lnTo>
                  <a:pt x="97" y="435"/>
                </a:lnTo>
                <a:lnTo>
                  <a:pt x="98" y="435"/>
                </a:lnTo>
                <a:lnTo>
                  <a:pt x="97" y="434"/>
                </a:lnTo>
                <a:lnTo>
                  <a:pt x="98" y="434"/>
                </a:lnTo>
                <a:lnTo>
                  <a:pt x="98" y="433"/>
                </a:lnTo>
                <a:lnTo>
                  <a:pt x="99" y="433"/>
                </a:lnTo>
                <a:lnTo>
                  <a:pt x="100" y="433"/>
                </a:lnTo>
                <a:lnTo>
                  <a:pt x="100" y="432"/>
                </a:lnTo>
                <a:lnTo>
                  <a:pt x="100" y="431"/>
                </a:lnTo>
                <a:lnTo>
                  <a:pt x="99" y="431"/>
                </a:lnTo>
                <a:lnTo>
                  <a:pt x="99" y="430"/>
                </a:lnTo>
                <a:lnTo>
                  <a:pt x="99" y="429"/>
                </a:lnTo>
                <a:lnTo>
                  <a:pt x="99" y="428"/>
                </a:lnTo>
                <a:lnTo>
                  <a:pt x="98" y="428"/>
                </a:lnTo>
                <a:lnTo>
                  <a:pt x="98" y="427"/>
                </a:lnTo>
                <a:lnTo>
                  <a:pt x="97" y="427"/>
                </a:lnTo>
                <a:lnTo>
                  <a:pt x="97" y="426"/>
                </a:lnTo>
                <a:lnTo>
                  <a:pt x="96" y="426"/>
                </a:lnTo>
                <a:lnTo>
                  <a:pt x="95" y="426"/>
                </a:lnTo>
                <a:lnTo>
                  <a:pt x="94" y="427"/>
                </a:lnTo>
                <a:lnTo>
                  <a:pt x="93" y="427"/>
                </a:lnTo>
                <a:lnTo>
                  <a:pt x="92" y="426"/>
                </a:lnTo>
                <a:lnTo>
                  <a:pt x="92" y="427"/>
                </a:lnTo>
                <a:lnTo>
                  <a:pt x="92" y="426"/>
                </a:lnTo>
                <a:lnTo>
                  <a:pt x="93" y="426"/>
                </a:lnTo>
                <a:lnTo>
                  <a:pt x="94" y="426"/>
                </a:lnTo>
                <a:lnTo>
                  <a:pt x="95" y="426"/>
                </a:lnTo>
                <a:lnTo>
                  <a:pt x="96" y="426"/>
                </a:lnTo>
                <a:lnTo>
                  <a:pt x="96" y="425"/>
                </a:lnTo>
                <a:lnTo>
                  <a:pt x="97" y="425"/>
                </a:lnTo>
                <a:lnTo>
                  <a:pt x="98" y="424"/>
                </a:lnTo>
                <a:lnTo>
                  <a:pt x="98" y="423"/>
                </a:lnTo>
                <a:lnTo>
                  <a:pt x="98" y="422"/>
                </a:lnTo>
                <a:lnTo>
                  <a:pt x="98" y="421"/>
                </a:lnTo>
                <a:lnTo>
                  <a:pt x="99" y="420"/>
                </a:lnTo>
                <a:lnTo>
                  <a:pt x="99" y="419"/>
                </a:lnTo>
                <a:lnTo>
                  <a:pt x="100" y="419"/>
                </a:lnTo>
                <a:lnTo>
                  <a:pt x="100" y="418"/>
                </a:lnTo>
                <a:lnTo>
                  <a:pt x="101" y="418"/>
                </a:lnTo>
                <a:lnTo>
                  <a:pt x="101" y="417"/>
                </a:lnTo>
                <a:lnTo>
                  <a:pt x="101" y="416"/>
                </a:lnTo>
                <a:lnTo>
                  <a:pt x="102" y="415"/>
                </a:lnTo>
                <a:lnTo>
                  <a:pt x="102" y="414"/>
                </a:lnTo>
                <a:lnTo>
                  <a:pt x="102" y="413"/>
                </a:lnTo>
                <a:lnTo>
                  <a:pt x="101" y="413"/>
                </a:lnTo>
                <a:lnTo>
                  <a:pt x="101" y="412"/>
                </a:lnTo>
                <a:lnTo>
                  <a:pt x="102" y="412"/>
                </a:lnTo>
                <a:lnTo>
                  <a:pt x="102" y="411"/>
                </a:lnTo>
                <a:lnTo>
                  <a:pt x="103" y="411"/>
                </a:lnTo>
                <a:lnTo>
                  <a:pt x="104" y="411"/>
                </a:lnTo>
                <a:lnTo>
                  <a:pt x="105" y="412"/>
                </a:lnTo>
                <a:lnTo>
                  <a:pt x="105" y="413"/>
                </a:lnTo>
                <a:lnTo>
                  <a:pt x="106" y="414"/>
                </a:lnTo>
                <a:lnTo>
                  <a:pt x="108" y="415"/>
                </a:lnTo>
                <a:lnTo>
                  <a:pt x="108" y="416"/>
                </a:lnTo>
                <a:lnTo>
                  <a:pt x="109" y="416"/>
                </a:lnTo>
                <a:lnTo>
                  <a:pt x="110" y="416"/>
                </a:lnTo>
                <a:lnTo>
                  <a:pt x="110" y="415"/>
                </a:lnTo>
                <a:lnTo>
                  <a:pt x="109" y="414"/>
                </a:lnTo>
                <a:lnTo>
                  <a:pt x="109" y="413"/>
                </a:lnTo>
                <a:lnTo>
                  <a:pt x="109" y="412"/>
                </a:lnTo>
                <a:lnTo>
                  <a:pt x="109" y="411"/>
                </a:lnTo>
                <a:lnTo>
                  <a:pt x="109" y="410"/>
                </a:lnTo>
                <a:lnTo>
                  <a:pt x="109" y="409"/>
                </a:lnTo>
                <a:lnTo>
                  <a:pt x="110" y="408"/>
                </a:lnTo>
                <a:lnTo>
                  <a:pt x="111" y="408"/>
                </a:lnTo>
                <a:lnTo>
                  <a:pt x="110" y="408"/>
                </a:lnTo>
                <a:lnTo>
                  <a:pt x="110" y="407"/>
                </a:lnTo>
                <a:lnTo>
                  <a:pt x="110" y="406"/>
                </a:lnTo>
                <a:lnTo>
                  <a:pt x="109" y="405"/>
                </a:lnTo>
                <a:lnTo>
                  <a:pt x="108" y="406"/>
                </a:lnTo>
                <a:lnTo>
                  <a:pt x="108" y="407"/>
                </a:lnTo>
                <a:lnTo>
                  <a:pt x="107" y="407"/>
                </a:lnTo>
                <a:lnTo>
                  <a:pt x="107" y="406"/>
                </a:lnTo>
                <a:lnTo>
                  <a:pt x="106" y="405"/>
                </a:lnTo>
                <a:lnTo>
                  <a:pt x="106" y="404"/>
                </a:lnTo>
                <a:lnTo>
                  <a:pt x="105" y="404"/>
                </a:lnTo>
                <a:lnTo>
                  <a:pt x="104" y="404"/>
                </a:lnTo>
                <a:lnTo>
                  <a:pt x="104" y="405"/>
                </a:lnTo>
                <a:lnTo>
                  <a:pt x="103" y="405"/>
                </a:lnTo>
                <a:lnTo>
                  <a:pt x="102" y="405"/>
                </a:lnTo>
                <a:lnTo>
                  <a:pt x="102" y="404"/>
                </a:lnTo>
                <a:lnTo>
                  <a:pt x="101" y="404"/>
                </a:lnTo>
                <a:lnTo>
                  <a:pt x="100" y="404"/>
                </a:lnTo>
                <a:lnTo>
                  <a:pt x="100" y="403"/>
                </a:lnTo>
                <a:lnTo>
                  <a:pt x="100" y="402"/>
                </a:lnTo>
                <a:lnTo>
                  <a:pt x="99" y="402"/>
                </a:lnTo>
                <a:lnTo>
                  <a:pt x="98" y="402"/>
                </a:lnTo>
                <a:lnTo>
                  <a:pt x="97" y="402"/>
                </a:lnTo>
                <a:lnTo>
                  <a:pt x="97" y="403"/>
                </a:lnTo>
                <a:lnTo>
                  <a:pt x="96" y="402"/>
                </a:lnTo>
                <a:lnTo>
                  <a:pt x="96" y="403"/>
                </a:lnTo>
                <a:lnTo>
                  <a:pt x="96" y="404"/>
                </a:lnTo>
                <a:lnTo>
                  <a:pt x="95" y="403"/>
                </a:lnTo>
                <a:lnTo>
                  <a:pt x="94" y="403"/>
                </a:lnTo>
                <a:lnTo>
                  <a:pt x="94" y="402"/>
                </a:lnTo>
                <a:lnTo>
                  <a:pt x="93" y="402"/>
                </a:lnTo>
                <a:lnTo>
                  <a:pt x="94" y="402"/>
                </a:lnTo>
                <a:lnTo>
                  <a:pt x="94" y="401"/>
                </a:lnTo>
                <a:lnTo>
                  <a:pt x="94" y="400"/>
                </a:lnTo>
                <a:lnTo>
                  <a:pt x="94" y="399"/>
                </a:lnTo>
                <a:lnTo>
                  <a:pt x="94" y="398"/>
                </a:lnTo>
                <a:lnTo>
                  <a:pt x="94" y="397"/>
                </a:lnTo>
                <a:lnTo>
                  <a:pt x="94" y="396"/>
                </a:lnTo>
                <a:lnTo>
                  <a:pt x="94" y="395"/>
                </a:lnTo>
                <a:lnTo>
                  <a:pt x="93" y="395"/>
                </a:lnTo>
                <a:lnTo>
                  <a:pt x="92" y="395"/>
                </a:lnTo>
                <a:lnTo>
                  <a:pt x="91" y="395"/>
                </a:lnTo>
                <a:lnTo>
                  <a:pt x="90" y="394"/>
                </a:lnTo>
                <a:lnTo>
                  <a:pt x="89" y="393"/>
                </a:lnTo>
                <a:lnTo>
                  <a:pt x="89" y="392"/>
                </a:lnTo>
                <a:lnTo>
                  <a:pt x="88" y="392"/>
                </a:lnTo>
                <a:lnTo>
                  <a:pt x="88" y="391"/>
                </a:lnTo>
                <a:lnTo>
                  <a:pt x="87" y="391"/>
                </a:lnTo>
                <a:lnTo>
                  <a:pt x="87" y="392"/>
                </a:lnTo>
                <a:lnTo>
                  <a:pt x="86" y="392"/>
                </a:lnTo>
                <a:lnTo>
                  <a:pt x="85" y="392"/>
                </a:lnTo>
                <a:lnTo>
                  <a:pt x="85" y="391"/>
                </a:lnTo>
                <a:lnTo>
                  <a:pt x="84" y="391"/>
                </a:lnTo>
                <a:lnTo>
                  <a:pt x="85" y="390"/>
                </a:lnTo>
                <a:lnTo>
                  <a:pt x="85" y="389"/>
                </a:lnTo>
                <a:lnTo>
                  <a:pt x="85" y="388"/>
                </a:lnTo>
                <a:lnTo>
                  <a:pt x="85" y="387"/>
                </a:lnTo>
                <a:lnTo>
                  <a:pt x="85" y="386"/>
                </a:lnTo>
                <a:lnTo>
                  <a:pt x="85" y="385"/>
                </a:lnTo>
                <a:lnTo>
                  <a:pt x="85" y="384"/>
                </a:lnTo>
                <a:lnTo>
                  <a:pt x="85" y="383"/>
                </a:lnTo>
                <a:lnTo>
                  <a:pt x="86" y="383"/>
                </a:lnTo>
                <a:lnTo>
                  <a:pt x="86" y="381"/>
                </a:lnTo>
                <a:lnTo>
                  <a:pt x="86" y="380"/>
                </a:lnTo>
                <a:lnTo>
                  <a:pt x="86" y="379"/>
                </a:lnTo>
                <a:lnTo>
                  <a:pt x="86" y="378"/>
                </a:lnTo>
                <a:lnTo>
                  <a:pt x="85" y="378"/>
                </a:lnTo>
                <a:lnTo>
                  <a:pt x="85" y="379"/>
                </a:lnTo>
                <a:lnTo>
                  <a:pt x="85" y="380"/>
                </a:lnTo>
                <a:lnTo>
                  <a:pt x="85" y="379"/>
                </a:lnTo>
                <a:lnTo>
                  <a:pt x="84" y="379"/>
                </a:lnTo>
                <a:lnTo>
                  <a:pt x="83" y="379"/>
                </a:lnTo>
                <a:lnTo>
                  <a:pt x="82" y="380"/>
                </a:lnTo>
                <a:lnTo>
                  <a:pt x="81" y="380"/>
                </a:lnTo>
                <a:lnTo>
                  <a:pt x="81" y="381"/>
                </a:lnTo>
                <a:lnTo>
                  <a:pt x="80" y="381"/>
                </a:lnTo>
                <a:lnTo>
                  <a:pt x="80" y="382"/>
                </a:lnTo>
                <a:lnTo>
                  <a:pt x="79" y="382"/>
                </a:lnTo>
                <a:lnTo>
                  <a:pt x="78" y="382"/>
                </a:lnTo>
                <a:lnTo>
                  <a:pt x="77" y="382"/>
                </a:lnTo>
                <a:lnTo>
                  <a:pt x="76" y="382"/>
                </a:lnTo>
                <a:lnTo>
                  <a:pt x="76" y="383"/>
                </a:lnTo>
                <a:lnTo>
                  <a:pt x="76" y="384"/>
                </a:lnTo>
                <a:lnTo>
                  <a:pt x="75" y="384"/>
                </a:lnTo>
                <a:lnTo>
                  <a:pt x="75" y="383"/>
                </a:lnTo>
                <a:lnTo>
                  <a:pt x="74" y="382"/>
                </a:lnTo>
                <a:lnTo>
                  <a:pt x="74" y="381"/>
                </a:lnTo>
                <a:lnTo>
                  <a:pt x="75" y="381"/>
                </a:lnTo>
                <a:lnTo>
                  <a:pt x="75" y="380"/>
                </a:lnTo>
                <a:lnTo>
                  <a:pt x="75" y="379"/>
                </a:lnTo>
                <a:lnTo>
                  <a:pt x="75" y="378"/>
                </a:lnTo>
                <a:lnTo>
                  <a:pt x="75" y="377"/>
                </a:lnTo>
                <a:lnTo>
                  <a:pt x="75" y="376"/>
                </a:lnTo>
                <a:lnTo>
                  <a:pt x="75" y="375"/>
                </a:lnTo>
                <a:lnTo>
                  <a:pt x="74" y="375"/>
                </a:lnTo>
                <a:lnTo>
                  <a:pt x="74" y="374"/>
                </a:lnTo>
                <a:lnTo>
                  <a:pt x="74" y="373"/>
                </a:lnTo>
                <a:lnTo>
                  <a:pt x="73" y="373"/>
                </a:lnTo>
                <a:lnTo>
                  <a:pt x="73" y="372"/>
                </a:lnTo>
                <a:lnTo>
                  <a:pt x="72" y="372"/>
                </a:lnTo>
                <a:lnTo>
                  <a:pt x="71" y="372"/>
                </a:lnTo>
                <a:lnTo>
                  <a:pt x="70" y="372"/>
                </a:lnTo>
                <a:lnTo>
                  <a:pt x="70" y="373"/>
                </a:lnTo>
                <a:lnTo>
                  <a:pt x="70" y="372"/>
                </a:lnTo>
                <a:lnTo>
                  <a:pt x="70" y="373"/>
                </a:lnTo>
                <a:lnTo>
                  <a:pt x="69" y="373"/>
                </a:lnTo>
                <a:lnTo>
                  <a:pt x="69" y="374"/>
                </a:lnTo>
                <a:lnTo>
                  <a:pt x="69" y="373"/>
                </a:lnTo>
                <a:lnTo>
                  <a:pt x="69" y="372"/>
                </a:lnTo>
                <a:lnTo>
                  <a:pt x="69" y="371"/>
                </a:lnTo>
                <a:lnTo>
                  <a:pt x="68" y="371"/>
                </a:lnTo>
                <a:lnTo>
                  <a:pt x="67" y="371"/>
                </a:lnTo>
                <a:lnTo>
                  <a:pt x="66" y="371"/>
                </a:lnTo>
                <a:lnTo>
                  <a:pt x="65" y="369"/>
                </a:lnTo>
                <a:lnTo>
                  <a:pt x="64" y="368"/>
                </a:lnTo>
                <a:lnTo>
                  <a:pt x="65" y="367"/>
                </a:lnTo>
                <a:lnTo>
                  <a:pt x="64" y="365"/>
                </a:lnTo>
                <a:lnTo>
                  <a:pt x="64" y="364"/>
                </a:lnTo>
                <a:lnTo>
                  <a:pt x="64" y="361"/>
                </a:lnTo>
                <a:lnTo>
                  <a:pt x="65" y="361"/>
                </a:lnTo>
                <a:lnTo>
                  <a:pt x="65" y="360"/>
                </a:lnTo>
                <a:lnTo>
                  <a:pt x="65" y="359"/>
                </a:lnTo>
                <a:lnTo>
                  <a:pt x="65" y="358"/>
                </a:lnTo>
                <a:lnTo>
                  <a:pt x="65" y="357"/>
                </a:lnTo>
                <a:lnTo>
                  <a:pt x="65" y="356"/>
                </a:lnTo>
                <a:lnTo>
                  <a:pt x="65" y="355"/>
                </a:lnTo>
                <a:lnTo>
                  <a:pt x="65" y="354"/>
                </a:lnTo>
                <a:lnTo>
                  <a:pt x="66" y="354"/>
                </a:lnTo>
                <a:lnTo>
                  <a:pt x="66" y="355"/>
                </a:lnTo>
                <a:lnTo>
                  <a:pt x="67" y="356"/>
                </a:lnTo>
                <a:lnTo>
                  <a:pt x="68" y="357"/>
                </a:lnTo>
                <a:lnTo>
                  <a:pt x="69" y="358"/>
                </a:lnTo>
                <a:lnTo>
                  <a:pt x="69" y="357"/>
                </a:lnTo>
                <a:lnTo>
                  <a:pt x="70" y="357"/>
                </a:lnTo>
                <a:lnTo>
                  <a:pt x="70" y="356"/>
                </a:lnTo>
                <a:lnTo>
                  <a:pt x="71" y="356"/>
                </a:lnTo>
                <a:lnTo>
                  <a:pt x="71" y="355"/>
                </a:lnTo>
                <a:lnTo>
                  <a:pt x="71" y="354"/>
                </a:lnTo>
                <a:lnTo>
                  <a:pt x="71" y="355"/>
                </a:lnTo>
                <a:lnTo>
                  <a:pt x="72" y="355"/>
                </a:lnTo>
                <a:lnTo>
                  <a:pt x="72" y="354"/>
                </a:lnTo>
                <a:lnTo>
                  <a:pt x="72" y="353"/>
                </a:lnTo>
                <a:lnTo>
                  <a:pt x="72" y="352"/>
                </a:lnTo>
                <a:lnTo>
                  <a:pt x="72" y="351"/>
                </a:lnTo>
                <a:lnTo>
                  <a:pt x="73" y="351"/>
                </a:lnTo>
                <a:lnTo>
                  <a:pt x="73" y="350"/>
                </a:lnTo>
                <a:lnTo>
                  <a:pt x="74" y="349"/>
                </a:lnTo>
                <a:lnTo>
                  <a:pt x="75" y="349"/>
                </a:lnTo>
                <a:lnTo>
                  <a:pt x="75" y="348"/>
                </a:lnTo>
                <a:lnTo>
                  <a:pt x="74" y="347"/>
                </a:lnTo>
                <a:lnTo>
                  <a:pt x="74" y="346"/>
                </a:lnTo>
                <a:lnTo>
                  <a:pt x="75" y="345"/>
                </a:lnTo>
                <a:lnTo>
                  <a:pt x="75" y="344"/>
                </a:lnTo>
                <a:lnTo>
                  <a:pt x="76" y="344"/>
                </a:lnTo>
                <a:lnTo>
                  <a:pt x="76" y="343"/>
                </a:lnTo>
                <a:lnTo>
                  <a:pt x="75" y="343"/>
                </a:lnTo>
                <a:lnTo>
                  <a:pt x="75" y="342"/>
                </a:lnTo>
                <a:lnTo>
                  <a:pt x="75" y="341"/>
                </a:lnTo>
                <a:lnTo>
                  <a:pt x="74" y="341"/>
                </a:lnTo>
                <a:lnTo>
                  <a:pt x="74" y="340"/>
                </a:lnTo>
                <a:lnTo>
                  <a:pt x="73" y="339"/>
                </a:lnTo>
                <a:lnTo>
                  <a:pt x="74" y="339"/>
                </a:lnTo>
                <a:lnTo>
                  <a:pt x="74" y="338"/>
                </a:lnTo>
                <a:lnTo>
                  <a:pt x="75" y="338"/>
                </a:lnTo>
                <a:lnTo>
                  <a:pt x="75" y="337"/>
                </a:lnTo>
                <a:lnTo>
                  <a:pt x="76" y="337"/>
                </a:lnTo>
                <a:lnTo>
                  <a:pt x="75" y="337"/>
                </a:lnTo>
                <a:lnTo>
                  <a:pt x="75" y="336"/>
                </a:lnTo>
                <a:lnTo>
                  <a:pt x="76" y="336"/>
                </a:lnTo>
                <a:lnTo>
                  <a:pt x="76" y="335"/>
                </a:lnTo>
                <a:lnTo>
                  <a:pt x="76" y="334"/>
                </a:lnTo>
                <a:lnTo>
                  <a:pt x="76" y="333"/>
                </a:lnTo>
                <a:lnTo>
                  <a:pt x="77" y="333"/>
                </a:lnTo>
                <a:lnTo>
                  <a:pt x="77" y="332"/>
                </a:lnTo>
                <a:lnTo>
                  <a:pt x="77" y="330"/>
                </a:lnTo>
                <a:lnTo>
                  <a:pt x="78" y="330"/>
                </a:lnTo>
                <a:lnTo>
                  <a:pt x="78" y="329"/>
                </a:lnTo>
                <a:lnTo>
                  <a:pt x="78" y="328"/>
                </a:lnTo>
                <a:lnTo>
                  <a:pt x="77" y="328"/>
                </a:lnTo>
                <a:lnTo>
                  <a:pt x="77" y="327"/>
                </a:lnTo>
                <a:lnTo>
                  <a:pt x="78" y="327"/>
                </a:lnTo>
                <a:lnTo>
                  <a:pt x="78" y="326"/>
                </a:lnTo>
                <a:lnTo>
                  <a:pt x="78" y="325"/>
                </a:lnTo>
                <a:lnTo>
                  <a:pt x="78" y="324"/>
                </a:lnTo>
                <a:lnTo>
                  <a:pt x="77" y="323"/>
                </a:lnTo>
                <a:lnTo>
                  <a:pt x="77" y="322"/>
                </a:lnTo>
                <a:lnTo>
                  <a:pt x="77" y="321"/>
                </a:lnTo>
                <a:lnTo>
                  <a:pt x="78" y="321"/>
                </a:lnTo>
                <a:lnTo>
                  <a:pt x="79" y="322"/>
                </a:lnTo>
                <a:lnTo>
                  <a:pt x="80" y="322"/>
                </a:lnTo>
                <a:lnTo>
                  <a:pt x="80" y="323"/>
                </a:lnTo>
                <a:lnTo>
                  <a:pt x="81" y="323"/>
                </a:lnTo>
                <a:lnTo>
                  <a:pt x="81" y="322"/>
                </a:lnTo>
                <a:lnTo>
                  <a:pt x="82" y="322"/>
                </a:lnTo>
                <a:lnTo>
                  <a:pt x="82" y="321"/>
                </a:lnTo>
                <a:lnTo>
                  <a:pt x="83" y="321"/>
                </a:lnTo>
                <a:lnTo>
                  <a:pt x="83" y="320"/>
                </a:lnTo>
                <a:lnTo>
                  <a:pt x="83" y="318"/>
                </a:lnTo>
                <a:lnTo>
                  <a:pt x="83" y="317"/>
                </a:lnTo>
                <a:lnTo>
                  <a:pt x="83" y="316"/>
                </a:lnTo>
                <a:lnTo>
                  <a:pt x="82" y="315"/>
                </a:lnTo>
                <a:lnTo>
                  <a:pt x="83" y="314"/>
                </a:lnTo>
                <a:lnTo>
                  <a:pt x="83" y="313"/>
                </a:lnTo>
                <a:lnTo>
                  <a:pt x="83" y="312"/>
                </a:lnTo>
                <a:lnTo>
                  <a:pt x="84" y="312"/>
                </a:lnTo>
                <a:lnTo>
                  <a:pt x="84" y="311"/>
                </a:lnTo>
                <a:lnTo>
                  <a:pt x="84" y="310"/>
                </a:lnTo>
                <a:lnTo>
                  <a:pt x="85" y="310"/>
                </a:lnTo>
                <a:lnTo>
                  <a:pt x="85" y="309"/>
                </a:lnTo>
                <a:lnTo>
                  <a:pt x="84" y="309"/>
                </a:lnTo>
                <a:lnTo>
                  <a:pt x="85" y="309"/>
                </a:lnTo>
                <a:lnTo>
                  <a:pt x="85" y="308"/>
                </a:lnTo>
                <a:lnTo>
                  <a:pt x="85" y="307"/>
                </a:lnTo>
                <a:lnTo>
                  <a:pt x="85" y="306"/>
                </a:lnTo>
                <a:lnTo>
                  <a:pt x="85" y="305"/>
                </a:lnTo>
                <a:lnTo>
                  <a:pt x="85" y="304"/>
                </a:lnTo>
                <a:lnTo>
                  <a:pt x="85" y="303"/>
                </a:lnTo>
                <a:lnTo>
                  <a:pt x="86" y="302"/>
                </a:lnTo>
                <a:lnTo>
                  <a:pt x="87" y="302"/>
                </a:lnTo>
                <a:lnTo>
                  <a:pt x="87" y="301"/>
                </a:lnTo>
                <a:lnTo>
                  <a:pt x="88" y="300"/>
                </a:lnTo>
                <a:lnTo>
                  <a:pt x="88" y="299"/>
                </a:lnTo>
                <a:lnTo>
                  <a:pt x="89" y="299"/>
                </a:lnTo>
                <a:lnTo>
                  <a:pt x="89" y="298"/>
                </a:lnTo>
                <a:lnTo>
                  <a:pt x="90" y="297"/>
                </a:lnTo>
                <a:lnTo>
                  <a:pt x="91" y="297"/>
                </a:lnTo>
                <a:lnTo>
                  <a:pt x="92" y="297"/>
                </a:lnTo>
                <a:lnTo>
                  <a:pt x="92" y="296"/>
                </a:lnTo>
                <a:lnTo>
                  <a:pt x="93" y="296"/>
                </a:lnTo>
                <a:lnTo>
                  <a:pt x="94" y="296"/>
                </a:lnTo>
                <a:lnTo>
                  <a:pt x="95" y="296"/>
                </a:lnTo>
                <a:lnTo>
                  <a:pt x="95" y="295"/>
                </a:lnTo>
                <a:lnTo>
                  <a:pt x="95" y="294"/>
                </a:lnTo>
                <a:lnTo>
                  <a:pt x="96" y="293"/>
                </a:lnTo>
                <a:lnTo>
                  <a:pt x="97" y="293"/>
                </a:lnTo>
                <a:lnTo>
                  <a:pt x="97" y="292"/>
                </a:lnTo>
                <a:lnTo>
                  <a:pt x="97" y="291"/>
                </a:lnTo>
                <a:lnTo>
                  <a:pt x="96" y="290"/>
                </a:lnTo>
                <a:lnTo>
                  <a:pt x="96" y="289"/>
                </a:lnTo>
                <a:lnTo>
                  <a:pt x="96" y="288"/>
                </a:lnTo>
                <a:lnTo>
                  <a:pt x="96" y="286"/>
                </a:lnTo>
                <a:lnTo>
                  <a:pt x="96" y="285"/>
                </a:lnTo>
                <a:lnTo>
                  <a:pt x="95" y="285"/>
                </a:lnTo>
                <a:lnTo>
                  <a:pt x="94" y="285"/>
                </a:lnTo>
                <a:lnTo>
                  <a:pt x="93" y="285"/>
                </a:lnTo>
                <a:lnTo>
                  <a:pt x="93" y="284"/>
                </a:lnTo>
                <a:lnTo>
                  <a:pt x="93" y="283"/>
                </a:lnTo>
                <a:lnTo>
                  <a:pt x="93" y="282"/>
                </a:lnTo>
                <a:lnTo>
                  <a:pt x="93" y="281"/>
                </a:lnTo>
                <a:lnTo>
                  <a:pt x="93" y="280"/>
                </a:lnTo>
                <a:lnTo>
                  <a:pt x="92" y="279"/>
                </a:lnTo>
                <a:lnTo>
                  <a:pt x="91" y="279"/>
                </a:lnTo>
                <a:lnTo>
                  <a:pt x="91" y="278"/>
                </a:lnTo>
                <a:lnTo>
                  <a:pt x="90" y="277"/>
                </a:lnTo>
                <a:lnTo>
                  <a:pt x="89" y="277"/>
                </a:lnTo>
                <a:lnTo>
                  <a:pt x="88" y="276"/>
                </a:lnTo>
                <a:lnTo>
                  <a:pt x="87" y="276"/>
                </a:lnTo>
                <a:lnTo>
                  <a:pt x="87" y="275"/>
                </a:lnTo>
                <a:lnTo>
                  <a:pt x="88" y="274"/>
                </a:lnTo>
                <a:lnTo>
                  <a:pt x="88" y="273"/>
                </a:lnTo>
                <a:lnTo>
                  <a:pt x="88" y="272"/>
                </a:lnTo>
                <a:lnTo>
                  <a:pt x="87" y="272"/>
                </a:lnTo>
                <a:lnTo>
                  <a:pt x="88" y="271"/>
                </a:lnTo>
                <a:lnTo>
                  <a:pt x="87" y="271"/>
                </a:lnTo>
                <a:lnTo>
                  <a:pt x="87" y="270"/>
                </a:lnTo>
                <a:lnTo>
                  <a:pt x="86" y="270"/>
                </a:lnTo>
                <a:lnTo>
                  <a:pt x="85" y="270"/>
                </a:lnTo>
                <a:lnTo>
                  <a:pt x="84" y="270"/>
                </a:lnTo>
                <a:lnTo>
                  <a:pt x="82" y="270"/>
                </a:lnTo>
                <a:lnTo>
                  <a:pt x="81" y="270"/>
                </a:lnTo>
                <a:lnTo>
                  <a:pt x="80" y="270"/>
                </a:lnTo>
                <a:lnTo>
                  <a:pt x="80" y="271"/>
                </a:lnTo>
                <a:lnTo>
                  <a:pt x="78" y="270"/>
                </a:lnTo>
                <a:lnTo>
                  <a:pt x="78" y="269"/>
                </a:lnTo>
                <a:lnTo>
                  <a:pt x="77" y="268"/>
                </a:lnTo>
                <a:lnTo>
                  <a:pt x="77" y="267"/>
                </a:lnTo>
                <a:lnTo>
                  <a:pt x="77" y="266"/>
                </a:lnTo>
                <a:lnTo>
                  <a:pt x="78" y="265"/>
                </a:lnTo>
                <a:lnTo>
                  <a:pt x="78" y="264"/>
                </a:lnTo>
                <a:lnTo>
                  <a:pt x="78" y="263"/>
                </a:lnTo>
                <a:lnTo>
                  <a:pt x="77" y="262"/>
                </a:lnTo>
                <a:lnTo>
                  <a:pt x="76" y="261"/>
                </a:lnTo>
                <a:lnTo>
                  <a:pt x="76" y="260"/>
                </a:lnTo>
                <a:lnTo>
                  <a:pt x="75" y="259"/>
                </a:lnTo>
                <a:lnTo>
                  <a:pt x="74" y="259"/>
                </a:lnTo>
                <a:lnTo>
                  <a:pt x="74" y="258"/>
                </a:lnTo>
                <a:lnTo>
                  <a:pt x="74" y="257"/>
                </a:lnTo>
                <a:lnTo>
                  <a:pt x="73" y="257"/>
                </a:lnTo>
                <a:lnTo>
                  <a:pt x="72" y="257"/>
                </a:lnTo>
                <a:lnTo>
                  <a:pt x="72" y="258"/>
                </a:lnTo>
                <a:lnTo>
                  <a:pt x="72" y="260"/>
                </a:lnTo>
                <a:lnTo>
                  <a:pt x="71" y="260"/>
                </a:lnTo>
                <a:lnTo>
                  <a:pt x="71" y="261"/>
                </a:lnTo>
                <a:lnTo>
                  <a:pt x="70" y="262"/>
                </a:lnTo>
                <a:lnTo>
                  <a:pt x="70" y="263"/>
                </a:lnTo>
                <a:lnTo>
                  <a:pt x="70" y="264"/>
                </a:lnTo>
                <a:lnTo>
                  <a:pt x="69" y="264"/>
                </a:lnTo>
                <a:lnTo>
                  <a:pt x="69" y="265"/>
                </a:lnTo>
                <a:lnTo>
                  <a:pt x="68" y="266"/>
                </a:lnTo>
                <a:lnTo>
                  <a:pt x="67" y="267"/>
                </a:lnTo>
                <a:lnTo>
                  <a:pt x="66" y="267"/>
                </a:lnTo>
                <a:lnTo>
                  <a:pt x="65" y="267"/>
                </a:lnTo>
                <a:lnTo>
                  <a:pt x="64" y="267"/>
                </a:lnTo>
                <a:lnTo>
                  <a:pt x="64" y="266"/>
                </a:lnTo>
                <a:lnTo>
                  <a:pt x="63" y="266"/>
                </a:lnTo>
                <a:lnTo>
                  <a:pt x="62" y="265"/>
                </a:lnTo>
                <a:lnTo>
                  <a:pt x="61" y="265"/>
                </a:lnTo>
                <a:lnTo>
                  <a:pt x="60" y="265"/>
                </a:lnTo>
                <a:lnTo>
                  <a:pt x="60" y="266"/>
                </a:lnTo>
                <a:lnTo>
                  <a:pt x="60" y="267"/>
                </a:lnTo>
                <a:lnTo>
                  <a:pt x="59" y="266"/>
                </a:lnTo>
                <a:lnTo>
                  <a:pt x="59" y="267"/>
                </a:lnTo>
                <a:lnTo>
                  <a:pt x="59" y="266"/>
                </a:lnTo>
                <a:lnTo>
                  <a:pt x="58" y="266"/>
                </a:lnTo>
                <a:lnTo>
                  <a:pt x="57" y="266"/>
                </a:lnTo>
                <a:lnTo>
                  <a:pt x="57" y="267"/>
                </a:lnTo>
                <a:lnTo>
                  <a:pt x="56" y="266"/>
                </a:lnTo>
                <a:lnTo>
                  <a:pt x="55" y="266"/>
                </a:lnTo>
                <a:lnTo>
                  <a:pt x="54" y="266"/>
                </a:lnTo>
                <a:lnTo>
                  <a:pt x="53" y="265"/>
                </a:lnTo>
                <a:lnTo>
                  <a:pt x="52" y="265"/>
                </a:lnTo>
                <a:lnTo>
                  <a:pt x="51" y="265"/>
                </a:lnTo>
                <a:lnTo>
                  <a:pt x="51" y="264"/>
                </a:lnTo>
                <a:lnTo>
                  <a:pt x="50" y="264"/>
                </a:lnTo>
                <a:lnTo>
                  <a:pt x="49" y="264"/>
                </a:lnTo>
                <a:lnTo>
                  <a:pt x="48" y="264"/>
                </a:lnTo>
                <a:lnTo>
                  <a:pt x="47" y="264"/>
                </a:lnTo>
                <a:lnTo>
                  <a:pt x="47" y="265"/>
                </a:lnTo>
                <a:lnTo>
                  <a:pt x="46" y="265"/>
                </a:lnTo>
                <a:lnTo>
                  <a:pt x="46" y="266"/>
                </a:lnTo>
                <a:lnTo>
                  <a:pt x="46" y="267"/>
                </a:lnTo>
                <a:lnTo>
                  <a:pt x="45" y="267"/>
                </a:lnTo>
                <a:lnTo>
                  <a:pt x="45" y="268"/>
                </a:lnTo>
                <a:lnTo>
                  <a:pt x="45" y="269"/>
                </a:lnTo>
                <a:lnTo>
                  <a:pt x="44" y="270"/>
                </a:lnTo>
                <a:lnTo>
                  <a:pt x="43" y="271"/>
                </a:lnTo>
                <a:lnTo>
                  <a:pt x="42" y="271"/>
                </a:lnTo>
                <a:lnTo>
                  <a:pt x="42" y="273"/>
                </a:lnTo>
                <a:lnTo>
                  <a:pt x="42" y="274"/>
                </a:lnTo>
                <a:lnTo>
                  <a:pt x="42" y="275"/>
                </a:lnTo>
                <a:lnTo>
                  <a:pt x="42" y="276"/>
                </a:lnTo>
                <a:lnTo>
                  <a:pt x="42" y="277"/>
                </a:lnTo>
                <a:lnTo>
                  <a:pt x="41" y="278"/>
                </a:lnTo>
                <a:lnTo>
                  <a:pt x="40" y="278"/>
                </a:lnTo>
                <a:lnTo>
                  <a:pt x="40" y="277"/>
                </a:lnTo>
                <a:lnTo>
                  <a:pt x="39" y="277"/>
                </a:lnTo>
                <a:lnTo>
                  <a:pt x="39" y="278"/>
                </a:lnTo>
                <a:lnTo>
                  <a:pt x="39" y="277"/>
                </a:lnTo>
                <a:lnTo>
                  <a:pt x="38" y="277"/>
                </a:lnTo>
                <a:lnTo>
                  <a:pt x="38" y="278"/>
                </a:lnTo>
                <a:lnTo>
                  <a:pt x="37" y="277"/>
                </a:lnTo>
                <a:lnTo>
                  <a:pt x="37" y="278"/>
                </a:lnTo>
                <a:lnTo>
                  <a:pt x="36" y="278"/>
                </a:lnTo>
                <a:lnTo>
                  <a:pt x="36" y="277"/>
                </a:lnTo>
                <a:lnTo>
                  <a:pt x="35" y="277"/>
                </a:lnTo>
                <a:lnTo>
                  <a:pt x="34" y="277"/>
                </a:lnTo>
                <a:lnTo>
                  <a:pt x="33" y="277"/>
                </a:lnTo>
                <a:lnTo>
                  <a:pt x="32" y="277"/>
                </a:lnTo>
                <a:lnTo>
                  <a:pt x="31" y="277"/>
                </a:lnTo>
                <a:lnTo>
                  <a:pt x="30" y="277"/>
                </a:lnTo>
                <a:lnTo>
                  <a:pt x="29" y="277"/>
                </a:lnTo>
                <a:lnTo>
                  <a:pt x="28" y="278"/>
                </a:lnTo>
                <a:lnTo>
                  <a:pt x="28" y="277"/>
                </a:lnTo>
                <a:lnTo>
                  <a:pt x="27" y="277"/>
                </a:lnTo>
                <a:lnTo>
                  <a:pt x="26" y="277"/>
                </a:lnTo>
                <a:lnTo>
                  <a:pt x="25" y="277"/>
                </a:lnTo>
                <a:lnTo>
                  <a:pt x="24" y="277"/>
                </a:lnTo>
                <a:lnTo>
                  <a:pt x="24" y="278"/>
                </a:lnTo>
                <a:lnTo>
                  <a:pt x="23" y="278"/>
                </a:lnTo>
                <a:lnTo>
                  <a:pt x="23" y="277"/>
                </a:lnTo>
                <a:lnTo>
                  <a:pt x="22" y="276"/>
                </a:lnTo>
                <a:lnTo>
                  <a:pt x="21" y="276"/>
                </a:lnTo>
                <a:lnTo>
                  <a:pt x="20" y="276"/>
                </a:lnTo>
                <a:lnTo>
                  <a:pt x="19" y="276"/>
                </a:lnTo>
                <a:lnTo>
                  <a:pt x="19" y="275"/>
                </a:lnTo>
                <a:lnTo>
                  <a:pt x="19" y="274"/>
                </a:lnTo>
                <a:lnTo>
                  <a:pt x="19" y="273"/>
                </a:lnTo>
                <a:lnTo>
                  <a:pt x="18" y="273"/>
                </a:lnTo>
                <a:lnTo>
                  <a:pt x="18" y="272"/>
                </a:lnTo>
                <a:lnTo>
                  <a:pt x="17" y="272"/>
                </a:lnTo>
                <a:lnTo>
                  <a:pt x="16" y="271"/>
                </a:lnTo>
                <a:lnTo>
                  <a:pt x="15" y="271"/>
                </a:lnTo>
                <a:lnTo>
                  <a:pt x="15" y="270"/>
                </a:lnTo>
                <a:lnTo>
                  <a:pt x="15" y="269"/>
                </a:lnTo>
                <a:lnTo>
                  <a:pt x="15" y="268"/>
                </a:lnTo>
                <a:lnTo>
                  <a:pt x="15" y="267"/>
                </a:lnTo>
                <a:lnTo>
                  <a:pt x="14" y="267"/>
                </a:lnTo>
                <a:lnTo>
                  <a:pt x="13" y="267"/>
                </a:lnTo>
                <a:lnTo>
                  <a:pt x="13" y="266"/>
                </a:lnTo>
                <a:lnTo>
                  <a:pt x="14" y="265"/>
                </a:lnTo>
                <a:lnTo>
                  <a:pt x="14" y="264"/>
                </a:lnTo>
                <a:lnTo>
                  <a:pt x="14" y="262"/>
                </a:lnTo>
                <a:lnTo>
                  <a:pt x="14" y="261"/>
                </a:lnTo>
                <a:lnTo>
                  <a:pt x="14" y="260"/>
                </a:lnTo>
                <a:lnTo>
                  <a:pt x="14" y="259"/>
                </a:lnTo>
                <a:lnTo>
                  <a:pt x="15" y="259"/>
                </a:lnTo>
                <a:lnTo>
                  <a:pt x="15" y="258"/>
                </a:lnTo>
                <a:lnTo>
                  <a:pt x="15" y="257"/>
                </a:lnTo>
                <a:lnTo>
                  <a:pt x="15" y="256"/>
                </a:lnTo>
                <a:lnTo>
                  <a:pt x="15" y="255"/>
                </a:lnTo>
                <a:lnTo>
                  <a:pt x="14" y="255"/>
                </a:lnTo>
                <a:lnTo>
                  <a:pt x="13" y="256"/>
                </a:lnTo>
                <a:lnTo>
                  <a:pt x="12" y="256"/>
                </a:lnTo>
                <a:lnTo>
                  <a:pt x="12" y="255"/>
                </a:lnTo>
                <a:lnTo>
                  <a:pt x="11" y="254"/>
                </a:lnTo>
                <a:lnTo>
                  <a:pt x="11" y="253"/>
                </a:lnTo>
                <a:lnTo>
                  <a:pt x="11" y="252"/>
                </a:lnTo>
                <a:lnTo>
                  <a:pt x="11" y="251"/>
                </a:lnTo>
                <a:lnTo>
                  <a:pt x="10" y="250"/>
                </a:lnTo>
                <a:lnTo>
                  <a:pt x="9" y="249"/>
                </a:lnTo>
                <a:lnTo>
                  <a:pt x="9" y="248"/>
                </a:lnTo>
                <a:lnTo>
                  <a:pt x="9" y="247"/>
                </a:lnTo>
                <a:lnTo>
                  <a:pt x="9" y="245"/>
                </a:lnTo>
                <a:lnTo>
                  <a:pt x="10" y="245"/>
                </a:lnTo>
                <a:lnTo>
                  <a:pt x="11" y="244"/>
                </a:lnTo>
                <a:lnTo>
                  <a:pt x="11" y="243"/>
                </a:lnTo>
                <a:lnTo>
                  <a:pt x="12" y="242"/>
                </a:lnTo>
                <a:lnTo>
                  <a:pt x="13" y="242"/>
                </a:lnTo>
                <a:lnTo>
                  <a:pt x="14" y="242"/>
                </a:lnTo>
                <a:lnTo>
                  <a:pt x="14" y="241"/>
                </a:lnTo>
                <a:lnTo>
                  <a:pt x="15" y="241"/>
                </a:lnTo>
                <a:lnTo>
                  <a:pt x="16" y="241"/>
                </a:lnTo>
                <a:lnTo>
                  <a:pt x="16" y="240"/>
                </a:lnTo>
                <a:lnTo>
                  <a:pt x="15" y="240"/>
                </a:lnTo>
                <a:lnTo>
                  <a:pt x="15" y="238"/>
                </a:lnTo>
                <a:lnTo>
                  <a:pt x="15" y="237"/>
                </a:lnTo>
                <a:lnTo>
                  <a:pt x="15" y="236"/>
                </a:lnTo>
                <a:lnTo>
                  <a:pt x="15" y="235"/>
                </a:lnTo>
                <a:lnTo>
                  <a:pt x="16" y="234"/>
                </a:lnTo>
                <a:lnTo>
                  <a:pt x="16" y="233"/>
                </a:lnTo>
                <a:lnTo>
                  <a:pt x="16" y="232"/>
                </a:lnTo>
                <a:lnTo>
                  <a:pt x="15" y="232"/>
                </a:lnTo>
                <a:lnTo>
                  <a:pt x="15" y="231"/>
                </a:lnTo>
                <a:lnTo>
                  <a:pt x="14" y="231"/>
                </a:lnTo>
                <a:lnTo>
                  <a:pt x="14" y="230"/>
                </a:lnTo>
                <a:lnTo>
                  <a:pt x="13" y="229"/>
                </a:lnTo>
                <a:lnTo>
                  <a:pt x="13" y="228"/>
                </a:lnTo>
                <a:lnTo>
                  <a:pt x="13" y="227"/>
                </a:lnTo>
                <a:lnTo>
                  <a:pt x="12" y="226"/>
                </a:lnTo>
                <a:lnTo>
                  <a:pt x="12" y="225"/>
                </a:lnTo>
                <a:lnTo>
                  <a:pt x="11" y="224"/>
                </a:lnTo>
                <a:lnTo>
                  <a:pt x="11" y="223"/>
                </a:lnTo>
                <a:lnTo>
                  <a:pt x="10" y="223"/>
                </a:lnTo>
                <a:lnTo>
                  <a:pt x="10" y="222"/>
                </a:lnTo>
                <a:lnTo>
                  <a:pt x="9" y="222"/>
                </a:lnTo>
                <a:lnTo>
                  <a:pt x="8" y="222"/>
                </a:lnTo>
                <a:lnTo>
                  <a:pt x="8" y="221"/>
                </a:lnTo>
                <a:lnTo>
                  <a:pt x="7" y="221"/>
                </a:lnTo>
                <a:lnTo>
                  <a:pt x="7" y="222"/>
                </a:lnTo>
                <a:lnTo>
                  <a:pt x="6" y="222"/>
                </a:lnTo>
                <a:lnTo>
                  <a:pt x="6" y="223"/>
                </a:lnTo>
                <a:lnTo>
                  <a:pt x="5" y="223"/>
                </a:lnTo>
                <a:lnTo>
                  <a:pt x="5" y="224"/>
                </a:lnTo>
                <a:lnTo>
                  <a:pt x="4" y="225"/>
                </a:lnTo>
                <a:lnTo>
                  <a:pt x="3" y="225"/>
                </a:lnTo>
                <a:lnTo>
                  <a:pt x="2" y="226"/>
                </a:lnTo>
                <a:lnTo>
                  <a:pt x="1" y="226"/>
                </a:lnTo>
                <a:lnTo>
                  <a:pt x="2" y="225"/>
                </a:lnTo>
                <a:lnTo>
                  <a:pt x="3" y="225"/>
                </a:lnTo>
                <a:lnTo>
                  <a:pt x="2" y="225"/>
                </a:lnTo>
                <a:lnTo>
                  <a:pt x="2" y="224"/>
                </a:lnTo>
                <a:lnTo>
                  <a:pt x="2" y="223"/>
                </a:lnTo>
                <a:lnTo>
                  <a:pt x="1" y="223"/>
                </a:lnTo>
                <a:lnTo>
                  <a:pt x="1" y="222"/>
                </a:lnTo>
                <a:lnTo>
                  <a:pt x="0" y="222"/>
                </a:lnTo>
                <a:lnTo>
                  <a:pt x="0" y="221"/>
                </a:lnTo>
                <a:lnTo>
                  <a:pt x="0" y="220"/>
                </a:lnTo>
                <a:lnTo>
                  <a:pt x="1" y="220"/>
                </a:lnTo>
                <a:lnTo>
                  <a:pt x="1" y="219"/>
                </a:lnTo>
                <a:lnTo>
                  <a:pt x="2" y="219"/>
                </a:lnTo>
                <a:lnTo>
                  <a:pt x="3" y="220"/>
                </a:lnTo>
                <a:lnTo>
                  <a:pt x="4" y="220"/>
                </a:lnTo>
                <a:lnTo>
                  <a:pt x="5" y="220"/>
                </a:lnTo>
                <a:lnTo>
                  <a:pt x="5" y="219"/>
                </a:lnTo>
                <a:lnTo>
                  <a:pt x="5" y="218"/>
                </a:lnTo>
                <a:lnTo>
                  <a:pt x="5" y="217"/>
                </a:lnTo>
                <a:lnTo>
                  <a:pt x="4" y="217"/>
                </a:lnTo>
                <a:lnTo>
                  <a:pt x="4" y="218"/>
                </a:lnTo>
                <a:lnTo>
                  <a:pt x="3" y="217"/>
                </a:lnTo>
                <a:lnTo>
                  <a:pt x="2" y="217"/>
                </a:lnTo>
                <a:lnTo>
                  <a:pt x="2" y="216"/>
                </a:lnTo>
                <a:lnTo>
                  <a:pt x="2" y="215"/>
                </a:lnTo>
                <a:lnTo>
                  <a:pt x="3" y="215"/>
                </a:lnTo>
                <a:lnTo>
                  <a:pt x="3" y="214"/>
                </a:lnTo>
                <a:lnTo>
                  <a:pt x="4" y="214"/>
                </a:lnTo>
                <a:lnTo>
                  <a:pt x="5" y="214"/>
                </a:lnTo>
                <a:lnTo>
                  <a:pt x="6" y="214"/>
                </a:lnTo>
                <a:lnTo>
                  <a:pt x="6" y="213"/>
                </a:lnTo>
                <a:lnTo>
                  <a:pt x="7" y="213"/>
                </a:lnTo>
                <a:lnTo>
                  <a:pt x="8" y="213"/>
                </a:lnTo>
                <a:lnTo>
                  <a:pt x="8" y="214"/>
                </a:lnTo>
                <a:lnTo>
                  <a:pt x="9" y="214"/>
                </a:lnTo>
                <a:lnTo>
                  <a:pt x="9" y="213"/>
                </a:lnTo>
                <a:lnTo>
                  <a:pt x="10" y="213"/>
                </a:lnTo>
                <a:lnTo>
                  <a:pt x="10" y="212"/>
                </a:lnTo>
                <a:lnTo>
                  <a:pt x="10" y="211"/>
                </a:lnTo>
                <a:lnTo>
                  <a:pt x="9" y="211"/>
                </a:lnTo>
                <a:lnTo>
                  <a:pt x="10" y="211"/>
                </a:lnTo>
                <a:lnTo>
                  <a:pt x="10" y="210"/>
                </a:lnTo>
                <a:lnTo>
                  <a:pt x="10" y="211"/>
                </a:lnTo>
                <a:lnTo>
                  <a:pt x="11" y="210"/>
                </a:lnTo>
                <a:lnTo>
                  <a:pt x="11" y="209"/>
                </a:lnTo>
                <a:lnTo>
                  <a:pt x="12" y="208"/>
                </a:lnTo>
                <a:lnTo>
                  <a:pt x="12" y="207"/>
                </a:lnTo>
                <a:lnTo>
                  <a:pt x="13" y="207"/>
                </a:lnTo>
                <a:lnTo>
                  <a:pt x="13" y="206"/>
                </a:lnTo>
                <a:lnTo>
                  <a:pt x="13" y="205"/>
                </a:lnTo>
                <a:lnTo>
                  <a:pt x="14" y="205"/>
                </a:lnTo>
                <a:lnTo>
                  <a:pt x="15" y="205"/>
                </a:lnTo>
                <a:lnTo>
                  <a:pt x="15" y="204"/>
                </a:lnTo>
                <a:lnTo>
                  <a:pt x="16" y="204"/>
                </a:lnTo>
                <a:lnTo>
                  <a:pt x="16" y="203"/>
                </a:lnTo>
                <a:lnTo>
                  <a:pt x="16" y="202"/>
                </a:lnTo>
                <a:lnTo>
                  <a:pt x="17" y="202"/>
                </a:lnTo>
                <a:lnTo>
                  <a:pt x="17" y="201"/>
                </a:lnTo>
                <a:lnTo>
                  <a:pt x="18" y="201"/>
                </a:lnTo>
                <a:lnTo>
                  <a:pt x="18" y="200"/>
                </a:lnTo>
                <a:lnTo>
                  <a:pt x="18" y="199"/>
                </a:lnTo>
                <a:lnTo>
                  <a:pt x="20" y="200"/>
                </a:lnTo>
                <a:lnTo>
                  <a:pt x="21" y="199"/>
                </a:lnTo>
                <a:lnTo>
                  <a:pt x="22" y="198"/>
                </a:lnTo>
                <a:lnTo>
                  <a:pt x="22" y="197"/>
                </a:lnTo>
                <a:lnTo>
                  <a:pt x="23" y="198"/>
                </a:lnTo>
                <a:lnTo>
                  <a:pt x="24" y="197"/>
                </a:lnTo>
                <a:lnTo>
                  <a:pt x="24" y="196"/>
                </a:lnTo>
                <a:lnTo>
                  <a:pt x="24" y="195"/>
                </a:lnTo>
                <a:lnTo>
                  <a:pt x="25" y="195"/>
                </a:lnTo>
                <a:lnTo>
                  <a:pt x="25" y="194"/>
                </a:lnTo>
                <a:lnTo>
                  <a:pt x="24" y="194"/>
                </a:lnTo>
                <a:lnTo>
                  <a:pt x="25" y="193"/>
                </a:lnTo>
                <a:lnTo>
                  <a:pt x="25" y="192"/>
                </a:lnTo>
                <a:lnTo>
                  <a:pt x="26" y="192"/>
                </a:lnTo>
                <a:lnTo>
                  <a:pt x="27" y="192"/>
                </a:lnTo>
                <a:lnTo>
                  <a:pt x="27" y="191"/>
                </a:lnTo>
                <a:lnTo>
                  <a:pt x="27" y="189"/>
                </a:lnTo>
                <a:lnTo>
                  <a:pt x="27" y="188"/>
                </a:lnTo>
                <a:lnTo>
                  <a:pt x="27" y="187"/>
                </a:lnTo>
                <a:lnTo>
                  <a:pt x="28" y="187"/>
                </a:lnTo>
                <a:lnTo>
                  <a:pt x="28" y="186"/>
                </a:lnTo>
                <a:lnTo>
                  <a:pt x="28" y="185"/>
                </a:lnTo>
                <a:lnTo>
                  <a:pt x="29" y="185"/>
                </a:lnTo>
                <a:lnTo>
                  <a:pt x="29" y="183"/>
                </a:lnTo>
                <a:lnTo>
                  <a:pt x="30" y="182"/>
                </a:lnTo>
                <a:lnTo>
                  <a:pt x="30" y="181"/>
                </a:lnTo>
                <a:lnTo>
                  <a:pt x="30" y="182"/>
                </a:lnTo>
                <a:lnTo>
                  <a:pt x="31" y="182"/>
                </a:lnTo>
                <a:lnTo>
                  <a:pt x="32" y="182"/>
                </a:lnTo>
                <a:lnTo>
                  <a:pt x="32" y="183"/>
                </a:lnTo>
                <a:lnTo>
                  <a:pt x="33" y="183"/>
                </a:lnTo>
                <a:lnTo>
                  <a:pt x="33" y="184"/>
                </a:lnTo>
                <a:lnTo>
                  <a:pt x="33" y="183"/>
                </a:lnTo>
                <a:lnTo>
                  <a:pt x="34" y="183"/>
                </a:lnTo>
                <a:lnTo>
                  <a:pt x="34" y="184"/>
                </a:lnTo>
                <a:lnTo>
                  <a:pt x="35" y="184"/>
                </a:lnTo>
                <a:lnTo>
                  <a:pt x="36" y="183"/>
                </a:lnTo>
                <a:lnTo>
                  <a:pt x="37" y="183"/>
                </a:lnTo>
                <a:lnTo>
                  <a:pt x="37" y="184"/>
                </a:lnTo>
                <a:lnTo>
                  <a:pt x="37" y="185"/>
                </a:lnTo>
                <a:lnTo>
                  <a:pt x="38" y="185"/>
                </a:lnTo>
                <a:lnTo>
                  <a:pt x="38" y="187"/>
                </a:lnTo>
                <a:lnTo>
                  <a:pt x="37" y="188"/>
                </a:lnTo>
                <a:lnTo>
                  <a:pt x="38" y="188"/>
                </a:lnTo>
                <a:lnTo>
                  <a:pt x="38" y="189"/>
                </a:lnTo>
                <a:lnTo>
                  <a:pt x="39" y="190"/>
                </a:lnTo>
                <a:lnTo>
                  <a:pt x="40" y="190"/>
                </a:lnTo>
                <a:lnTo>
                  <a:pt x="41" y="190"/>
                </a:lnTo>
                <a:lnTo>
                  <a:pt x="42" y="191"/>
                </a:lnTo>
                <a:lnTo>
                  <a:pt x="42" y="192"/>
                </a:lnTo>
                <a:lnTo>
                  <a:pt x="43" y="192"/>
                </a:lnTo>
                <a:lnTo>
                  <a:pt x="43" y="193"/>
                </a:lnTo>
                <a:lnTo>
                  <a:pt x="44" y="193"/>
                </a:lnTo>
                <a:lnTo>
                  <a:pt x="45" y="192"/>
                </a:lnTo>
                <a:lnTo>
                  <a:pt x="46" y="192"/>
                </a:lnTo>
                <a:lnTo>
                  <a:pt x="46" y="193"/>
                </a:lnTo>
                <a:lnTo>
                  <a:pt x="47" y="193"/>
                </a:lnTo>
                <a:lnTo>
                  <a:pt x="48" y="193"/>
                </a:lnTo>
                <a:lnTo>
                  <a:pt x="48" y="194"/>
                </a:lnTo>
                <a:lnTo>
                  <a:pt x="48" y="195"/>
                </a:lnTo>
                <a:lnTo>
                  <a:pt x="48" y="196"/>
                </a:lnTo>
                <a:lnTo>
                  <a:pt x="49" y="197"/>
                </a:lnTo>
                <a:lnTo>
                  <a:pt x="49" y="198"/>
                </a:lnTo>
                <a:lnTo>
                  <a:pt x="50" y="198"/>
                </a:lnTo>
                <a:lnTo>
                  <a:pt x="50" y="199"/>
                </a:lnTo>
                <a:lnTo>
                  <a:pt x="51" y="199"/>
                </a:lnTo>
                <a:lnTo>
                  <a:pt x="51" y="200"/>
                </a:lnTo>
                <a:lnTo>
                  <a:pt x="52" y="199"/>
                </a:lnTo>
                <a:lnTo>
                  <a:pt x="53" y="199"/>
                </a:lnTo>
                <a:lnTo>
                  <a:pt x="53" y="197"/>
                </a:lnTo>
                <a:lnTo>
                  <a:pt x="54" y="197"/>
                </a:lnTo>
                <a:lnTo>
                  <a:pt x="54" y="198"/>
                </a:lnTo>
                <a:lnTo>
                  <a:pt x="55" y="198"/>
                </a:lnTo>
                <a:lnTo>
                  <a:pt x="56" y="197"/>
                </a:lnTo>
                <a:lnTo>
                  <a:pt x="55" y="197"/>
                </a:lnTo>
                <a:lnTo>
                  <a:pt x="55" y="196"/>
                </a:lnTo>
                <a:lnTo>
                  <a:pt x="56" y="196"/>
                </a:lnTo>
                <a:lnTo>
                  <a:pt x="57" y="197"/>
                </a:lnTo>
                <a:lnTo>
                  <a:pt x="58" y="197"/>
                </a:lnTo>
                <a:lnTo>
                  <a:pt x="59" y="196"/>
                </a:lnTo>
                <a:lnTo>
                  <a:pt x="59" y="195"/>
                </a:lnTo>
                <a:lnTo>
                  <a:pt x="58" y="193"/>
                </a:lnTo>
                <a:lnTo>
                  <a:pt x="58" y="192"/>
                </a:lnTo>
                <a:lnTo>
                  <a:pt x="59" y="192"/>
                </a:lnTo>
                <a:lnTo>
                  <a:pt x="59" y="191"/>
                </a:lnTo>
                <a:lnTo>
                  <a:pt x="60" y="190"/>
                </a:lnTo>
                <a:lnTo>
                  <a:pt x="62" y="189"/>
                </a:lnTo>
                <a:lnTo>
                  <a:pt x="63" y="187"/>
                </a:lnTo>
                <a:lnTo>
                  <a:pt x="63" y="186"/>
                </a:lnTo>
                <a:lnTo>
                  <a:pt x="64" y="186"/>
                </a:lnTo>
                <a:lnTo>
                  <a:pt x="64" y="185"/>
                </a:lnTo>
                <a:lnTo>
                  <a:pt x="65" y="185"/>
                </a:lnTo>
                <a:lnTo>
                  <a:pt x="66" y="183"/>
                </a:lnTo>
                <a:lnTo>
                  <a:pt x="67" y="183"/>
                </a:lnTo>
                <a:lnTo>
                  <a:pt x="67" y="182"/>
                </a:lnTo>
                <a:lnTo>
                  <a:pt x="66" y="182"/>
                </a:lnTo>
                <a:lnTo>
                  <a:pt x="66" y="181"/>
                </a:lnTo>
                <a:lnTo>
                  <a:pt x="67" y="180"/>
                </a:lnTo>
                <a:lnTo>
                  <a:pt x="67" y="179"/>
                </a:lnTo>
                <a:lnTo>
                  <a:pt x="68" y="179"/>
                </a:lnTo>
                <a:lnTo>
                  <a:pt x="69" y="179"/>
                </a:lnTo>
                <a:lnTo>
                  <a:pt x="69" y="180"/>
                </a:lnTo>
                <a:lnTo>
                  <a:pt x="70" y="179"/>
                </a:lnTo>
                <a:lnTo>
                  <a:pt x="71" y="180"/>
                </a:lnTo>
                <a:lnTo>
                  <a:pt x="72" y="180"/>
                </a:lnTo>
                <a:lnTo>
                  <a:pt x="73" y="180"/>
                </a:lnTo>
                <a:lnTo>
                  <a:pt x="73" y="181"/>
                </a:lnTo>
                <a:lnTo>
                  <a:pt x="73" y="182"/>
                </a:lnTo>
                <a:lnTo>
                  <a:pt x="74" y="182"/>
                </a:lnTo>
                <a:lnTo>
                  <a:pt x="75" y="183"/>
                </a:lnTo>
                <a:lnTo>
                  <a:pt x="77" y="184"/>
                </a:lnTo>
                <a:lnTo>
                  <a:pt x="80" y="185"/>
                </a:lnTo>
                <a:lnTo>
                  <a:pt x="80" y="184"/>
                </a:lnTo>
                <a:lnTo>
                  <a:pt x="81" y="184"/>
                </a:lnTo>
                <a:lnTo>
                  <a:pt x="81" y="185"/>
                </a:lnTo>
                <a:lnTo>
                  <a:pt x="80" y="185"/>
                </a:lnTo>
                <a:lnTo>
                  <a:pt x="80" y="186"/>
                </a:lnTo>
                <a:lnTo>
                  <a:pt x="81" y="186"/>
                </a:lnTo>
                <a:lnTo>
                  <a:pt x="82" y="186"/>
                </a:lnTo>
                <a:lnTo>
                  <a:pt x="82" y="187"/>
                </a:lnTo>
                <a:lnTo>
                  <a:pt x="83" y="191"/>
                </a:lnTo>
                <a:lnTo>
                  <a:pt x="84" y="191"/>
                </a:lnTo>
                <a:lnTo>
                  <a:pt x="84" y="192"/>
                </a:lnTo>
                <a:lnTo>
                  <a:pt x="85" y="192"/>
                </a:lnTo>
                <a:lnTo>
                  <a:pt x="85" y="193"/>
                </a:lnTo>
                <a:lnTo>
                  <a:pt x="84" y="193"/>
                </a:lnTo>
                <a:lnTo>
                  <a:pt x="85" y="193"/>
                </a:lnTo>
                <a:lnTo>
                  <a:pt x="86" y="193"/>
                </a:lnTo>
                <a:lnTo>
                  <a:pt x="87" y="193"/>
                </a:lnTo>
                <a:lnTo>
                  <a:pt x="88" y="193"/>
                </a:lnTo>
                <a:lnTo>
                  <a:pt x="89" y="194"/>
                </a:lnTo>
                <a:lnTo>
                  <a:pt x="90" y="195"/>
                </a:lnTo>
                <a:lnTo>
                  <a:pt x="91" y="195"/>
                </a:lnTo>
                <a:lnTo>
                  <a:pt x="93" y="194"/>
                </a:lnTo>
                <a:lnTo>
                  <a:pt x="95" y="194"/>
                </a:lnTo>
                <a:lnTo>
                  <a:pt x="97" y="194"/>
                </a:lnTo>
                <a:lnTo>
                  <a:pt x="98" y="193"/>
                </a:lnTo>
                <a:lnTo>
                  <a:pt x="100" y="192"/>
                </a:lnTo>
                <a:lnTo>
                  <a:pt x="101" y="192"/>
                </a:lnTo>
                <a:lnTo>
                  <a:pt x="102" y="192"/>
                </a:lnTo>
                <a:lnTo>
                  <a:pt x="103" y="192"/>
                </a:lnTo>
                <a:lnTo>
                  <a:pt x="104" y="191"/>
                </a:lnTo>
                <a:lnTo>
                  <a:pt x="105" y="193"/>
                </a:lnTo>
                <a:lnTo>
                  <a:pt x="105" y="194"/>
                </a:lnTo>
                <a:lnTo>
                  <a:pt x="106" y="194"/>
                </a:lnTo>
                <a:lnTo>
                  <a:pt x="107" y="194"/>
                </a:lnTo>
                <a:lnTo>
                  <a:pt x="108" y="192"/>
                </a:lnTo>
                <a:lnTo>
                  <a:pt x="108" y="191"/>
                </a:lnTo>
                <a:lnTo>
                  <a:pt x="109" y="191"/>
                </a:lnTo>
                <a:lnTo>
                  <a:pt x="110" y="191"/>
                </a:lnTo>
                <a:lnTo>
                  <a:pt x="111" y="191"/>
                </a:lnTo>
                <a:lnTo>
                  <a:pt x="112" y="192"/>
                </a:lnTo>
                <a:lnTo>
                  <a:pt x="113" y="193"/>
                </a:lnTo>
                <a:lnTo>
                  <a:pt x="113" y="195"/>
                </a:lnTo>
                <a:lnTo>
                  <a:pt x="113" y="196"/>
                </a:lnTo>
                <a:lnTo>
                  <a:pt x="114" y="197"/>
                </a:lnTo>
                <a:lnTo>
                  <a:pt x="115" y="197"/>
                </a:lnTo>
                <a:lnTo>
                  <a:pt x="115" y="196"/>
                </a:lnTo>
                <a:lnTo>
                  <a:pt x="116" y="196"/>
                </a:lnTo>
                <a:lnTo>
                  <a:pt x="117" y="196"/>
                </a:lnTo>
                <a:lnTo>
                  <a:pt x="117" y="195"/>
                </a:lnTo>
                <a:lnTo>
                  <a:pt x="118" y="195"/>
                </a:lnTo>
                <a:lnTo>
                  <a:pt x="118" y="194"/>
                </a:lnTo>
                <a:lnTo>
                  <a:pt x="118" y="193"/>
                </a:lnTo>
                <a:lnTo>
                  <a:pt x="119" y="193"/>
                </a:lnTo>
                <a:lnTo>
                  <a:pt x="120" y="192"/>
                </a:lnTo>
                <a:lnTo>
                  <a:pt x="121" y="191"/>
                </a:lnTo>
                <a:lnTo>
                  <a:pt x="122" y="191"/>
                </a:lnTo>
                <a:lnTo>
                  <a:pt x="122" y="190"/>
                </a:lnTo>
                <a:lnTo>
                  <a:pt x="123" y="190"/>
                </a:lnTo>
                <a:lnTo>
                  <a:pt x="125" y="189"/>
                </a:lnTo>
                <a:lnTo>
                  <a:pt x="126" y="189"/>
                </a:lnTo>
                <a:lnTo>
                  <a:pt x="126" y="188"/>
                </a:lnTo>
                <a:lnTo>
                  <a:pt x="127" y="188"/>
                </a:lnTo>
                <a:lnTo>
                  <a:pt x="128" y="186"/>
                </a:lnTo>
                <a:lnTo>
                  <a:pt x="129" y="186"/>
                </a:lnTo>
                <a:lnTo>
                  <a:pt x="130" y="186"/>
                </a:lnTo>
                <a:lnTo>
                  <a:pt x="130" y="185"/>
                </a:lnTo>
                <a:lnTo>
                  <a:pt x="131" y="185"/>
                </a:lnTo>
                <a:lnTo>
                  <a:pt x="132" y="185"/>
                </a:lnTo>
                <a:lnTo>
                  <a:pt x="132" y="184"/>
                </a:lnTo>
                <a:lnTo>
                  <a:pt x="133" y="184"/>
                </a:lnTo>
                <a:lnTo>
                  <a:pt x="134" y="184"/>
                </a:lnTo>
                <a:lnTo>
                  <a:pt x="135" y="185"/>
                </a:lnTo>
                <a:lnTo>
                  <a:pt x="136" y="184"/>
                </a:lnTo>
                <a:lnTo>
                  <a:pt x="137" y="184"/>
                </a:lnTo>
                <a:lnTo>
                  <a:pt x="138" y="184"/>
                </a:lnTo>
                <a:lnTo>
                  <a:pt x="139" y="185"/>
                </a:lnTo>
                <a:lnTo>
                  <a:pt x="140" y="185"/>
                </a:lnTo>
                <a:lnTo>
                  <a:pt x="141" y="185"/>
                </a:lnTo>
                <a:lnTo>
                  <a:pt x="141" y="186"/>
                </a:lnTo>
                <a:lnTo>
                  <a:pt x="142" y="186"/>
                </a:lnTo>
                <a:lnTo>
                  <a:pt x="142" y="188"/>
                </a:lnTo>
                <a:lnTo>
                  <a:pt x="142" y="189"/>
                </a:lnTo>
                <a:lnTo>
                  <a:pt x="143" y="189"/>
                </a:lnTo>
                <a:lnTo>
                  <a:pt x="143" y="188"/>
                </a:lnTo>
                <a:lnTo>
                  <a:pt x="144" y="187"/>
                </a:lnTo>
                <a:lnTo>
                  <a:pt x="145" y="186"/>
                </a:lnTo>
                <a:lnTo>
                  <a:pt x="145" y="185"/>
                </a:lnTo>
                <a:lnTo>
                  <a:pt x="146" y="185"/>
                </a:lnTo>
                <a:lnTo>
                  <a:pt x="146" y="184"/>
                </a:lnTo>
                <a:lnTo>
                  <a:pt x="147" y="183"/>
                </a:lnTo>
                <a:lnTo>
                  <a:pt x="147" y="182"/>
                </a:lnTo>
                <a:lnTo>
                  <a:pt x="146" y="182"/>
                </a:lnTo>
                <a:lnTo>
                  <a:pt x="146" y="181"/>
                </a:lnTo>
                <a:lnTo>
                  <a:pt x="147" y="181"/>
                </a:lnTo>
                <a:lnTo>
                  <a:pt x="147" y="180"/>
                </a:lnTo>
                <a:lnTo>
                  <a:pt x="147" y="179"/>
                </a:lnTo>
                <a:lnTo>
                  <a:pt x="147" y="178"/>
                </a:lnTo>
                <a:lnTo>
                  <a:pt x="147" y="177"/>
                </a:lnTo>
                <a:lnTo>
                  <a:pt x="148" y="176"/>
                </a:lnTo>
                <a:lnTo>
                  <a:pt x="148" y="177"/>
                </a:lnTo>
                <a:lnTo>
                  <a:pt x="148" y="176"/>
                </a:lnTo>
                <a:lnTo>
                  <a:pt x="149" y="175"/>
                </a:lnTo>
                <a:lnTo>
                  <a:pt x="149" y="174"/>
                </a:lnTo>
                <a:lnTo>
                  <a:pt x="149" y="173"/>
                </a:lnTo>
                <a:lnTo>
                  <a:pt x="149" y="172"/>
                </a:lnTo>
                <a:lnTo>
                  <a:pt x="148" y="171"/>
                </a:lnTo>
                <a:lnTo>
                  <a:pt x="147" y="171"/>
                </a:lnTo>
                <a:lnTo>
                  <a:pt x="148" y="171"/>
                </a:lnTo>
                <a:lnTo>
                  <a:pt x="148" y="170"/>
                </a:lnTo>
                <a:lnTo>
                  <a:pt x="148" y="169"/>
                </a:lnTo>
                <a:lnTo>
                  <a:pt x="148" y="168"/>
                </a:lnTo>
                <a:lnTo>
                  <a:pt x="149" y="167"/>
                </a:lnTo>
                <a:lnTo>
                  <a:pt x="151" y="167"/>
                </a:lnTo>
                <a:lnTo>
                  <a:pt x="152" y="165"/>
                </a:lnTo>
                <a:lnTo>
                  <a:pt x="153" y="165"/>
                </a:lnTo>
                <a:lnTo>
                  <a:pt x="153" y="164"/>
                </a:lnTo>
                <a:lnTo>
                  <a:pt x="153" y="163"/>
                </a:lnTo>
                <a:lnTo>
                  <a:pt x="153" y="162"/>
                </a:lnTo>
                <a:lnTo>
                  <a:pt x="152" y="162"/>
                </a:lnTo>
                <a:lnTo>
                  <a:pt x="153" y="162"/>
                </a:lnTo>
                <a:lnTo>
                  <a:pt x="153" y="161"/>
                </a:lnTo>
                <a:lnTo>
                  <a:pt x="154" y="160"/>
                </a:lnTo>
                <a:lnTo>
                  <a:pt x="154" y="159"/>
                </a:lnTo>
                <a:lnTo>
                  <a:pt x="153" y="158"/>
                </a:lnTo>
                <a:lnTo>
                  <a:pt x="153" y="157"/>
                </a:lnTo>
                <a:lnTo>
                  <a:pt x="153" y="155"/>
                </a:lnTo>
                <a:lnTo>
                  <a:pt x="154" y="155"/>
                </a:lnTo>
                <a:lnTo>
                  <a:pt x="155" y="154"/>
                </a:lnTo>
                <a:lnTo>
                  <a:pt x="155" y="153"/>
                </a:lnTo>
                <a:lnTo>
                  <a:pt x="155" y="152"/>
                </a:lnTo>
                <a:lnTo>
                  <a:pt x="156" y="152"/>
                </a:lnTo>
                <a:lnTo>
                  <a:pt x="156" y="153"/>
                </a:lnTo>
                <a:lnTo>
                  <a:pt x="157" y="152"/>
                </a:lnTo>
                <a:lnTo>
                  <a:pt x="157" y="151"/>
                </a:lnTo>
                <a:lnTo>
                  <a:pt x="157" y="150"/>
                </a:lnTo>
                <a:lnTo>
                  <a:pt x="158" y="150"/>
                </a:lnTo>
                <a:lnTo>
                  <a:pt x="159" y="150"/>
                </a:lnTo>
                <a:lnTo>
                  <a:pt x="161" y="150"/>
                </a:lnTo>
                <a:lnTo>
                  <a:pt x="161" y="149"/>
                </a:lnTo>
                <a:lnTo>
                  <a:pt x="162" y="149"/>
                </a:lnTo>
                <a:lnTo>
                  <a:pt x="162" y="150"/>
                </a:lnTo>
                <a:lnTo>
                  <a:pt x="163" y="149"/>
                </a:lnTo>
                <a:lnTo>
                  <a:pt x="162" y="149"/>
                </a:lnTo>
                <a:lnTo>
                  <a:pt x="163" y="149"/>
                </a:lnTo>
                <a:lnTo>
                  <a:pt x="164" y="148"/>
                </a:lnTo>
                <a:lnTo>
                  <a:pt x="165" y="148"/>
                </a:lnTo>
                <a:lnTo>
                  <a:pt x="166" y="149"/>
                </a:lnTo>
                <a:lnTo>
                  <a:pt x="166" y="148"/>
                </a:lnTo>
                <a:lnTo>
                  <a:pt x="167" y="147"/>
                </a:lnTo>
                <a:lnTo>
                  <a:pt x="168" y="148"/>
                </a:lnTo>
                <a:lnTo>
                  <a:pt x="169" y="148"/>
                </a:lnTo>
                <a:lnTo>
                  <a:pt x="170" y="147"/>
                </a:lnTo>
                <a:lnTo>
                  <a:pt x="171" y="148"/>
                </a:lnTo>
                <a:lnTo>
                  <a:pt x="172" y="148"/>
                </a:lnTo>
                <a:lnTo>
                  <a:pt x="173" y="148"/>
                </a:lnTo>
                <a:lnTo>
                  <a:pt x="174" y="149"/>
                </a:lnTo>
                <a:lnTo>
                  <a:pt x="175" y="150"/>
                </a:lnTo>
                <a:lnTo>
                  <a:pt x="176" y="151"/>
                </a:lnTo>
                <a:lnTo>
                  <a:pt x="176" y="152"/>
                </a:lnTo>
                <a:lnTo>
                  <a:pt x="177" y="153"/>
                </a:lnTo>
                <a:lnTo>
                  <a:pt x="178" y="153"/>
                </a:lnTo>
                <a:lnTo>
                  <a:pt x="179" y="153"/>
                </a:lnTo>
                <a:lnTo>
                  <a:pt x="180" y="153"/>
                </a:lnTo>
                <a:lnTo>
                  <a:pt x="181" y="153"/>
                </a:lnTo>
                <a:lnTo>
                  <a:pt x="181" y="154"/>
                </a:lnTo>
                <a:lnTo>
                  <a:pt x="181" y="155"/>
                </a:lnTo>
                <a:lnTo>
                  <a:pt x="182" y="156"/>
                </a:lnTo>
                <a:lnTo>
                  <a:pt x="183" y="156"/>
                </a:lnTo>
                <a:lnTo>
                  <a:pt x="183" y="157"/>
                </a:lnTo>
                <a:lnTo>
                  <a:pt x="183" y="158"/>
                </a:lnTo>
                <a:lnTo>
                  <a:pt x="183" y="159"/>
                </a:lnTo>
                <a:lnTo>
                  <a:pt x="184" y="159"/>
                </a:lnTo>
                <a:lnTo>
                  <a:pt x="185" y="159"/>
                </a:lnTo>
                <a:lnTo>
                  <a:pt x="185" y="158"/>
                </a:lnTo>
                <a:lnTo>
                  <a:pt x="186" y="157"/>
                </a:lnTo>
                <a:lnTo>
                  <a:pt x="187" y="157"/>
                </a:lnTo>
                <a:lnTo>
                  <a:pt x="188" y="157"/>
                </a:lnTo>
                <a:lnTo>
                  <a:pt x="189" y="157"/>
                </a:lnTo>
                <a:lnTo>
                  <a:pt x="190" y="157"/>
                </a:lnTo>
                <a:lnTo>
                  <a:pt x="192" y="157"/>
                </a:lnTo>
                <a:lnTo>
                  <a:pt x="192" y="156"/>
                </a:lnTo>
                <a:lnTo>
                  <a:pt x="192" y="155"/>
                </a:lnTo>
                <a:lnTo>
                  <a:pt x="192" y="154"/>
                </a:lnTo>
                <a:lnTo>
                  <a:pt x="193" y="154"/>
                </a:lnTo>
                <a:lnTo>
                  <a:pt x="194" y="154"/>
                </a:lnTo>
                <a:lnTo>
                  <a:pt x="195" y="154"/>
                </a:lnTo>
                <a:lnTo>
                  <a:pt x="195" y="153"/>
                </a:lnTo>
                <a:lnTo>
                  <a:pt x="196" y="153"/>
                </a:lnTo>
                <a:lnTo>
                  <a:pt x="197" y="153"/>
                </a:lnTo>
                <a:lnTo>
                  <a:pt x="199" y="153"/>
                </a:lnTo>
                <a:lnTo>
                  <a:pt x="199" y="154"/>
                </a:lnTo>
                <a:lnTo>
                  <a:pt x="200" y="154"/>
                </a:lnTo>
                <a:lnTo>
                  <a:pt x="202" y="154"/>
                </a:lnTo>
                <a:lnTo>
                  <a:pt x="203" y="155"/>
                </a:lnTo>
                <a:lnTo>
                  <a:pt x="203" y="154"/>
                </a:lnTo>
                <a:lnTo>
                  <a:pt x="204" y="154"/>
                </a:lnTo>
                <a:lnTo>
                  <a:pt x="204" y="153"/>
                </a:lnTo>
                <a:lnTo>
                  <a:pt x="205" y="152"/>
                </a:lnTo>
                <a:lnTo>
                  <a:pt x="206" y="151"/>
                </a:lnTo>
                <a:lnTo>
                  <a:pt x="207" y="151"/>
                </a:lnTo>
                <a:lnTo>
                  <a:pt x="208" y="150"/>
                </a:lnTo>
                <a:lnTo>
                  <a:pt x="209" y="150"/>
                </a:lnTo>
                <a:lnTo>
                  <a:pt x="210" y="150"/>
                </a:lnTo>
                <a:lnTo>
                  <a:pt x="211" y="152"/>
                </a:lnTo>
                <a:lnTo>
                  <a:pt x="212" y="152"/>
                </a:lnTo>
                <a:lnTo>
                  <a:pt x="214" y="151"/>
                </a:lnTo>
                <a:lnTo>
                  <a:pt x="215" y="150"/>
                </a:lnTo>
                <a:lnTo>
                  <a:pt x="216" y="150"/>
                </a:lnTo>
                <a:lnTo>
                  <a:pt x="217" y="150"/>
                </a:lnTo>
                <a:lnTo>
                  <a:pt x="218" y="150"/>
                </a:lnTo>
                <a:lnTo>
                  <a:pt x="219" y="150"/>
                </a:lnTo>
                <a:lnTo>
                  <a:pt x="220" y="150"/>
                </a:lnTo>
                <a:lnTo>
                  <a:pt x="221" y="150"/>
                </a:lnTo>
                <a:lnTo>
                  <a:pt x="222" y="149"/>
                </a:lnTo>
                <a:lnTo>
                  <a:pt x="223" y="149"/>
                </a:lnTo>
                <a:lnTo>
                  <a:pt x="223" y="148"/>
                </a:lnTo>
                <a:lnTo>
                  <a:pt x="222" y="148"/>
                </a:lnTo>
                <a:lnTo>
                  <a:pt x="223" y="147"/>
                </a:lnTo>
                <a:lnTo>
                  <a:pt x="224" y="147"/>
                </a:lnTo>
                <a:lnTo>
                  <a:pt x="225" y="147"/>
                </a:lnTo>
                <a:lnTo>
                  <a:pt x="226" y="147"/>
                </a:lnTo>
                <a:lnTo>
                  <a:pt x="227" y="147"/>
                </a:lnTo>
                <a:lnTo>
                  <a:pt x="228" y="147"/>
                </a:lnTo>
                <a:lnTo>
                  <a:pt x="229" y="147"/>
                </a:lnTo>
                <a:lnTo>
                  <a:pt x="230" y="148"/>
                </a:lnTo>
                <a:lnTo>
                  <a:pt x="231" y="148"/>
                </a:lnTo>
                <a:lnTo>
                  <a:pt x="231" y="149"/>
                </a:lnTo>
                <a:lnTo>
                  <a:pt x="232" y="149"/>
                </a:lnTo>
                <a:lnTo>
                  <a:pt x="233" y="149"/>
                </a:lnTo>
                <a:lnTo>
                  <a:pt x="234" y="149"/>
                </a:lnTo>
                <a:lnTo>
                  <a:pt x="234" y="150"/>
                </a:lnTo>
                <a:lnTo>
                  <a:pt x="235" y="149"/>
                </a:lnTo>
                <a:lnTo>
                  <a:pt x="236" y="149"/>
                </a:lnTo>
                <a:lnTo>
                  <a:pt x="237" y="149"/>
                </a:lnTo>
                <a:lnTo>
                  <a:pt x="238" y="148"/>
                </a:lnTo>
                <a:lnTo>
                  <a:pt x="239" y="148"/>
                </a:lnTo>
                <a:lnTo>
                  <a:pt x="240" y="147"/>
                </a:lnTo>
                <a:lnTo>
                  <a:pt x="241" y="147"/>
                </a:lnTo>
                <a:lnTo>
                  <a:pt x="242" y="146"/>
                </a:lnTo>
                <a:lnTo>
                  <a:pt x="243" y="146"/>
                </a:lnTo>
                <a:lnTo>
                  <a:pt x="244" y="145"/>
                </a:lnTo>
                <a:lnTo>
                  <a:pt x="244" y="144"/>
                </a:lnTo>
                <a:lnTo>
                  <a:pt x="245" y="144"/>
                </a:lnTo>
                <a:lnTo>
                  <a:pt x="246" y="144"/>
                </a:lnTo>
                <a:lnTo>
                  <a:pt x="247" y="144"/>
                </a:lnTo>
                <a:lnTo>
                  <a:pt x="247" y="143"/>
                </a:lnTo>
                <a:lnTo>
                  <a:pt x="248" y="143"/>
                </a:lnTo>
                <a:lnTo>
                  <a:pt x="248" y="142"/>
                </a:lnTo>
                <a:lnTo>
                  <a:pt x="247" y="142"/>
                </a:lnTo>
                <a:lnTo>
                  <a:pt x="246" y="142"/>
                </a:lnTo>
                <a:lnTo>
                  <a:pt x="245" y="142"/>
                </a:lnTo>
                <a:lnTo>
                  <a:pt x="245" y="141"/>
                </a:lnTo>
                <a:lnTo>
                  <a:pt x="246" y="141"/>
                </a:lnTo>
                <a:lnTo>
                  <a:pt x="246" y="140"/>
                </a:lnTo>
                <a:lnTo>
                  <a:pt x="247" y="140"/>
                </a:lnTo>
                <a:lnTo>
                  <a:pt x="247" y="139"/>
                </a:lnTo>
                <a:lnTo>
                  <a:pt x="248" y="138"/>
                </a:lnTo>
                <a:lnTo>
                  <a:pt x="247" y="137"/>
                </a:lnTo>
                <a:lnTo>
                  <a:pt x="246" y="137"/>
                </a:lnTo>
                <a:lnTo>
                  <a:pt x="247" y="137"/>
                </a:lnTo>
                <a:lnTo>
                  <a:pt x="247" y="136"/>
                </a:lnTo>
                <a:lnTo>
                  <a:pt x="246" y="136"/>
                </a:lnTo>
                <a:lnTo>
                  <a:pt x="246" y="135"/>
                </a:lnTo>
                <a:lnTo>
                  <a:pt x="245" y="135"/>
                </a:lnTo>
                <a:lnTo>
                  <a:pt x="244" y="135"/>
                </a:lnTo>
                <a:lnTo>
                  <a:pt x="244" y="134"/>
                </a:lnTo>
                <a:lnTo>
                  <a:pt x="245" y="134"/>
                </a:lnTo>
                <a:lnTo>
                  <a:pt x="245" y="133"/>
                </a:lnTo>
                <a:lnTo>
                  <a:pt x="245" y="132"/>
                </a:lnTo>
                <a:lnTo>
                  <a:pt x="245" y="131"/>
                </a:lnTo>
                <a:lnTo>
                  <a:pt x="245" y="130"/>
                </a:lnTo>
                <a:lnTo>
                  <a:pt x="246" y="130"/>
                </a:lnTo>
                <a:lnTo>
                  <a:pt x="246" y="129"/>
                </a:lnTo>
                <a:lnTo>
                  <a:pt x="246" y="128"/>
                </a:lnTo>
                <a:lnTo>
                  <a:pt x="245" y="127"/>
                </a:lnTo>
                <a:lnTo>
                  <a:pt x="245" y="126"/>
                </a:lnTo>
                <a:lnTo>
                  <a:pt x="244" y="126"/>
                </a:lnTo>
                <a:lnTo>
                  <a:pt x="244" y="125"/>
                </a:lnTo>
                <a:lnTo>
                  <a:pt x="243" y="124"/>
                </a:lnTo>
                <a:lnTo>
                  <a:pt x="242" y="124"/>
                </a:lnTo>
                <a:lnTo>
                  <a:pt x="241" y="124"/>
                </a:lnTo>
                <a:lnTo>
                  <a:pt x="240" y="124"/>
                </a:lnTo>
                <a:lnTo>
                  <a:pt x="239" y="123"/>
                </a:lnTo>
                <a:lnTo>
                  <a:pt x="239" y="122"/>
                </a:lnTo>
                <a:lnTo>
                  <a:pt x="239" y="121"/>
                </a:lnTo>
                <a:lnTo>
                  <a:pt x="240" y="121"/>
                </a:lnTo>
                <a:lnTo>
                  <a:pt x="240" y="120"/>
                </a:lnTo>
                <a:lnTo>
                  <a:pt x="241" y="120"/>
                </a:lnTo>
                <a:lnTo>
                  <a:pt x="241" y="119"/>
                </a:lnTo>
                <a:lnTo>
                  <a:pt x="241" y="118"/>
                </a:lnTo>
                <a:lnTo>
                  <a:pt x="241" y="117"/>
                </a:lnTo>
                <a:lnTo>
                  <a:pt x="240" y="117"/>
                </a:lnTo>
                <a:lnTo>
                  <a:pt x="240" y="116"/>
                </a:lnTo>
                <a:lnTo>
                  <a:pt x="240" y="115"/>
                </a:lnTo>
                <a:lnTo>
                  <a:pt x="239" y="115"/>
                </a:lnTo>
                <a:lnTo>
                  <a:pt x="238" y="115"/>
                </a:lnTo>
                <a:lnTo>
                  <a:pt x="238" y="114"/>
                </a:lnTo>
                <a:lnTo>
                  <a:pt x="237" y="113"/>
                </a:lnTo>
                <a:lnTo>
                  <a:pt x="237" y="112"/>
                </a:lnTo>
                <a:lnTo>
                  <a:pt x="236" y="112"/>
                </a:lnTo>
                <a:lnTo>
                  <a:pt x="236" y="111"/>
                </a:lnTo>
                <a:lnTo>
                  <a:pt x="235" y="111"/>
                </a:lnTo>
                <a:lnTo>
                  <a:pt x="234" y="110"/>
                </a:lnTo>
                <a:lnTo>
                  <a:pt x="233" y="110"/>
                </a:lnTo>
                <a:lnTo>
                  <a:pt x="233" y="109"/>
                </a:lnTo>
                <a:lnTo>
                  <a:pt x="232" y="109"/>
                </a:lnTo>
                <a:lnTo>
                  <a:pt x="231" y="109"/>
                </a:lnTo>
                <a:lnTo>
                  <a:pt x="230" y="108"/>
                </a:lnTo>
                <a:lnTo>
                  <a:pt x="229" y="108"/>
                </a:lnTo>
                <a:lnTo>
                  <a:pt x="229" y="107"/>
                </a:lnTo>
                <a:lnTo>
                  <a:pt x="228" y="107"/>
                </a:lnTo>
                <a:lnTo>
                  <a:pt x="227" y="108"/>
                </a:lnTo>
                <a:lnTo>
                  <a:pt x="226" y="108"/>
                </a:lnTo>
                <a:lnTo>
                  <a:pt x="225" y="108"/>
                </a:lnTo>
                <a:lnTo>
                  <a:pt x="224" y="109"/>
                </a:lnTo>
                <a:lnTo>
                  <a:pt x="223" y="110"/>
                </a:lnTo>
                <a:lnTo>
                  <a:pt x="222" y="110"/>
                </a:lnTo>
                <a:lnTo>
                  <a:pt x="221" y="110"/>
                </a:lnTo>
                <a:lnTo>
                  <a:pt x="220" y="110"/>
                </a:lnTo>
                <a:lnTo>
                  <a:pt x="220" y="111"/>
                </a:lnTo>
                <a:lnTo>
                  <a:pt x="219" y="111"/>
                </a:lnTo>
                <a:lnTo>
                  <a:pt x="219" y="112"/>
                </a:lnTo>
                <a:lnTo>
                  <a:pt x="220" y="112"/>
                </a:lnTo>
                <a:lnTo>
                  <a:pt x="220" y="113"/>
                </a:lnTo>
                <a:lnTo>
                  <a:pt x="220" y="114"/>
                </a:lnTo>
                <a:lnTo>
                  <a:pt x="219" y="113"/>
                </a:lnTo>
                <a:lnTo>
                  <a:pt x="218" y="112"/>
                </a:lnTo>
                <a:lnTo>
                  <a:pt x="217" y="112"/>
                </a:lnTo>
                <a:lnTo>
                  <a:pt x="217" y="113"/>
                </a:lnTo>
                <a:lnTo>
                  <a:pt x="216" y="113"/>
                </a:lnTo>
                <a:lnTo>
                  <a:pt x="216" y="112"/>
                </a:lnTo>
                <a:lnTo>
                  <a:pt x="216" y="113"/>
                </a:lnTo>
                <a:lnTo>
                  <a:pt x="215" y="114"/>
                </a:lnTo>
                <a:lnTo>
                  <a:pt x="215" y="113"/>
                </a:lnTo>
                <a:lnTo>
                  <a:pt x="214" y="112"/>
                </a:lnTo>
                <a:lnTo>
                  <a:pt x="214" y="111"/>
                </a:lnTo>
                <a:lnTo>
                  <a:pt x="214" y="110"/>
                </a:lnTo>
                <a:lnTo>
                  <a:pt x="213" y="110"/>
                </a:lnTo>
                <a:lnTo>
                  <a:pt x="212" y="110"/>
                </a:lnTo>
                <a:lnTo>
                  <a:pt x="211" y="110"/>
                </a:lnTo>
                <a:lnTo>
                  <a:pt x="211" y="111"/>
                </a:lnTo>
                <a:lnTo>
                  <a:pt x="210" y="110"/>
                </a:lnTo>
                <a:lnTo>
                  <a:pt x="209" y="110"/>
                </a:lnTo>
                <a:lnTo>
                  <a:pt x="208" y="111"/>
                </a:lnTo>
                <a:lnTo>
                  <a:pt x="207" y="112"/>
                </a:lnTo>
                <a:lnTo>
                  <a:pt x="206" y="112"/>
                </a:lnTo>
                <a:lnTo>
                  <a:pt x="206" y="111"/>
                </a:lnTo>
                <a:lnTo>
                  <a:pt x="206" y="110"/>
                </a:lnTo>
                <a:lnTo>
                  <a:pt x="205" y="110"/>
                </a:lnTo>
                <a:lnTo>
                  <a:pt x="205" y="109"/>
                </a:lnTo>
                <a:lnTo>
                  <a:pt x="204" y="108"/>
                </a:lnTo>
                <a:lnTo>
                  <a:pt x="204" y="107"/>
                </a:lnTo>
                <a:lnTo>
                  <a:pt x="205" y="107"/>
                </a:lnTo>
                <a:lnTo>
                  <a:pt x="205" y="106"/>
                </a:lnTo>
                <a:lnTo>
                  <a:pt x="205" y="105"/>
                </a:lnTo>
                <a:lnTo>
                  <a:pt x="205" y="104"/>
                </a:lnTo>
                <a:lnTo>
                  <a:pt x="206" y="103"/>
                </a:lnTo>
                <a:lnTo>
                  <a:pt x="207" y="103"/>
                </a:lnTo>
                <a:lnTo>
                  <a:pt x="207" y="102"/>
                </a:lnTo>
                <a:lnTo>
                  <a:pt x="207" y="101"/>
                </a:lnTo>
                <a:lnTo>
                  <a:pt x="207" y="100"/>
                </a:lnTo>
                <a:lnTo>
                  <a:pt x="206" y="100"/>
                </a:lnTo>
                <a:lnTo>
                  <a:pt x="206" y="99"/>
                </a:lnTo>
                <a:lnTo>
                  <a:pt x="206" y="98"/>
                </a:lnTo>
                <a:lnTo>
                  <a:pt x="205" y="98"/>
                </a:lnTo>
                <a:lnTo>
                  <a:pt x="205" y="99"/>
                </a:lnTo>
                <a:lnTo>
                  <a:pt x="204" y="99"/>
                </a:lnTo>
                <a:lnTo>
                  <a:pt x="203" y="98"/>
                </a:lnTo>
                <a:lnTo>
                  <a:pt x="203" y="97"/>
                </a:lnTo>
                <a:lnTo>
                  <a:pt x="202" y="96"/>
                </a:lnTo>
                <a:lnTo>
                  <a:pt x="202" y="95"/>
                </a:lnTo>
                <a:lnTo>
                  <a:pt x="201" y="94"/>
                </a:lnTo>
                <a:lnTo>
                  <a:pt x="201" y="93"/>
                </a:lnTo>
                <a:lnTo>
                  <a:pt x="199" y="93"/>
                </a:lnTo>
                <a:lnTo>
                  <a:pt x="199" y="92"/>
                </a:lnTo>
                <a:lnTo>
                  <a:pt x="198" y="91"/>
                </a:lnTo>
                <a:lnTo>
                  <a:pt x="198" y="90"/>
                </a:lnTo>
                <a:lnTo>
                  <a:pt x="197" y="90"/>
                </a:lnTo>
                <a:lnTo>
                  <a:pt x="196" y="91"/>
                </a:lnTo>
                <a:lnTo>
                  <a:pt x="196" y="92"/>
                </a:lnTo>
                <a:lnTo>
                  <a:pt x="197" y="92"/>
                </a:lnTo>
                <a:lnTo>
                  <a:pt x="197" y="93"/>
                </a:lnTo>
                <a:lnTo>
                  <a:pt x="195" y="93"/>
                </a:lnTo>
                <a:lnTo>
                  <a:pt x="194" y="93"/>
                </a:lnTo>
                <a:lnTo>
                  <a:pt x="193" y="93"/>
                </a:lnTo>
                <a:lnTo>
                  <a:pt x="193" y="94"/>
                </a:lnTo>
                <a:lnTo>
                  <a:pt x="193" y="95"/>
                </a:lnTo>
                <a:lnTo>
                  <a:pt x="193" y="96"/>
                </a:lnTo>
                <a:lnTo>
                  <a:pt x="193" y="97"/>
                </a:lnTo>
                <a:lnTo>
                  <a:pt x="192" y="96"/>
                </a:lnTo>
                <a:lnTo>
                  <a:pt x="190" y="96"/>
                </a:lnTo>
                <a:lnTo>
                  <a:pt x="189" y="96"/>
                </a:lnTo>
                <a:lnTo>
                  <a:pt x="189" y="95"/>
                </a:lnTo>
                <a:lnTo>
                  <a:pt x="188" y="95"/>
                </a:lnTo>
                <a:lnTo>
                  <a:pt x="188" y="94"/>
                </a:lnTo>
                <a:lnTo>
                  <a:pt x="188" y="93"/>
                </a:lnTo>
                <a:lnTo>
                  <a:pt x="187" y="93"/>
                </a:lnTo>
                <a:lnTo>
                  <a:pt x="187" y="92"/>
                </a:lnTo>
                <a:lnTo>
                  <a:pt x="187" y="93"/>
                </a:lnTo>
                <a:lnTo>
                  <a:pt x="186" y="93"/>
                </a:lnTo>
                <a:lnTo>
                  <a:pt x="186" y="92"/>
                </a:lnTo>
                <a:lnTo>
                  <a:pt x="185" y="92"/>
                </a:lnTo>
                <a:lnTo>
                  <a:pt x="185" y="93"/>
                </a:lnTo>
                <a:lnTo>
                  <a:pt x="184" y="93"/>
                </a:lnTo>
                <a:lnTo>
                  <a:pt x="184" y="91"/>
                </a:lnTo>
                <a:lnTo>
                  <a:pt x="185" y="91"/>
                </a:lnTo>
                <a:lnTo>
                  <a:pt x="185" y="90"/>
                </a:lnTo>
                <a:lnTo>
                  <a:pt x="186" y="89"/>
                </a:lnTo>
                <a:lnTo>
                  <a:pt x="186" y="88"/>
                </a:lnTo>
                <a:lnTo>
                  <a:pt x="186" y="87"/>
                </a:lnTo>
                <a:lnTo>
                  <a:pt x="186" y="86"/>
                </a:lnTo>
                <a:lnTo>
                  <a:pt x="186" y="85"/>
                </a:lnTo>
                <a:lnTo>
                  <a:pt x="185" y="84"/>
                </a:lnTo>
                <a:lnTo>
                  <a:pt x="184" y="84"/>
                </a:lnTo>
                <a:lnTo>
                  <a:pt x="185" y="84"/>
                </a:lnTo>
                <a:lnTo>
                  <a:pt x="185" y="83"/>
                </a:lnTo>
                <a:lnTo>
                  <a:pt x="185" y="81"/>
                </a:lnTo>
                <a:lnTo>
                  <a:pt x="185" y="80"/>
                </a:lnTo>
                <a:lnTo>
                  <a:pt x="184" y="80"/>
                </a:lnTo>
                <a:lnTo>
                  <a:pt x="183" y="80"/>
                </a:lnTo>
                <a:lnTo>
                  <a:pt x="182" y="79"/>
                </a:lnTo>
                <a:lnTo>
                  <a:pt x="182" y="78"/>
                </a:lnTo>
                <a:lnTo>
                  <a:pt x="182" y="77"/>
                </a:lnTo>
                <a:lnTo>
                  <a:pt x="183" y="77"/>
                </a:lnTo>
                <a:lnTo>
                  <a:pt x="182" y="76"/>
                </a:lnTo>
                <a:lnTo>
                  <a:pt x="182" y="75"/>
                </a:lnTo>
                <a:lnTo>
                  <a:pt x="183" y="75"/>
                </a:lnTo>
                <a:lnTo>
                  <a:pt x="183" y="74"/>
                </a:lnTo>
                <a:lnTo>
                  <a:pt x="183" y="73"/>
                </a:lnTo>
                <a:lnTo>
                  <a:pt x="183" y="72"/>
                </a:lnTo>
                <a:lnTo>
                  <a:pt x="183" y="71"/>
                </a:lnTo>
                <a:lnTo>
                  <a:pt x="184" y="71"/>
                </a:lnTo>
                <a:lnTo>
                  <a:pt x="185" y="71"/>
                </a:lnTo>
                <a:lnTo>
                  <a:pt x="186" y="71"/>
                </a:lnTo>
                <a:lnTo>
                  <a:pt x="187" y="71"/>
                </a:lnTo>
                <a:lnTo>
                  <a:pt x="187" y="70"/>
                </a:lnTo>
                <a:lnTo>
                  <a:pt x="188" y="70"/>
                </a:lnTo>
                <a:lnTo>
                  <a:pt x="188" y="69"/>
                </a:lnTo>
                <a:lnTo>
                  <a:pt x="188" y="68"/>
                </a:lnTo>
                <a:lnTo>
                  <a:pt x="188" y="67"/>
                </a:lnTo>
                <a:lnTo>
                  <a:pt x="189" y="67"/>
                </a:lnTo>
                <a:lnTo>
                  <a:pt x="189" y="66"/>
                </a:lnTo>
                <a:lnTo>
                  <a:pt x="189" y="65"/>
                </a:lnTo>
                <a:lnTo>
                  <a:pt x="189" y="64"/>
                </a:lnTo>
                <a:lnTo>
                  <a:pt x="190" y="64"/>
                </a:lnTo>
                <a:lnTo>
                  <a:pt x="191" y="64"/>
                </a:lnTo>
                <a:lnTo>
                  <a:pt x="192" y="64"/>
                </a:lnTo>
                <a:lnTo>
                  <a:pt x="192" y="63"/>
                </a:lnTo>
                <a:lnTo>
                  <a:pt x="193" y="62"/>
                </a:lnTo>
                <a:lnTo>
                  <a:pt x="194" y="61"/>
                </a:lnTo>
                <a:lnTo>
                  <a:pt x="195" y="63"/>
                </a:lnTo>
                <a:lnTo>
                  <a:pt x="195" y="64"/>
                </a:lnTo>
                <a:lnTo>
                  <a:pt x="196" y="64"/>
                </a:lnTo>
                <a:lnTo>
                  <a:pt x="197" y="63"/>
                </a:lnTo>
                <a:lnTo>
                  <a:pt x="197" y="62"/>
                </a:lnTo>
                <a:lnTo>
                  <a:pt x="198" y="62"/>
                </a:lnTo>
                <a:lnTo>
                  <a:pt x="199" y="63"/>
                </a:lnTo>
                <a:lnTo>
                  <a:pt x="200" y="63"/>
                </a:lnTo>
                <a:lnTo>
                  <a:pt x="201" y="63"/>
                </a:lnTo>
                <a:lnTo>
                  <a:pt x="202" y="63"/>
                </a:lnTo>
                <a:lnTo>
                  <a:pt x="203" y="63"/>
                </a:lnTo>
                <a:lnTo>
                  <a:pt x="203" y="62"/>
                </a:lnTo>
                <a:lnTo>
                  <a:pt x="204" y="63"/>
                </a:lnTo>
                <a:lnTo>
                  <a:pt x="205" y="63"/>
                </a:lnTo>
                <a:lnTo>
                  <a:pt x="206" y="63"/>
                </a:lnTo>
                <a:lnTo>
                  <a:pt x="206" y="64"/>
                </a:lnTo>
                <a:lnTo>
                  <a:pt x="207" y="64"/>
                </a:lnTo>
                <a:lnTo>
                  <a:pt x="207" y="63"/>
                </a:lnTo>
                <a:lnTo>
                  <a:pt x="208" y="63"/>
                </a:lnTo>
                <a:lnTo>
                  <a:pt x="208" y="62"/>
                </a:lnTo>
                <a:lnTo>
                  <a:pt x="208" y="61"/>
                </a:lnTo>
                <a:lnTo>
                  <a:pt x="207" y="61"/>
                </a:lnTo>
                <a:lnTo>
                  <a:pt x="207" y="59"/>
                </a:lnTo>
                <a:lnTo>
                  <a:pt x="207" y="58"/>
                </a:lnTo>
                <a:lnTo>
                  <a:pt x="207" y="57"/>
                </a:lnTo>
                <a:lnTo>
                  <a:pt x="207" y="56"/>
                </a:lnTo>
                <a:lnTo>
                  <a:pt x="208" y="56"/>
                </a:lnTo>
                <a:lnTo>
                  <a:pt x="209" y="56"/>
                </a:lnTo>
                <a:lnTo>
                  <a:pt x="210" y="55"/>
                </a:lnTo>
                <a:lnTo>
                  <a:pt x="211" y="55"/>
                </a:lnTo>
                <a:lnTo>
                  <a:pt x="211" y="54"/>
                </a:lnTo>
                <a:lnTo>
                  <a:pt x="211" y="53"/>
                </a:lnTo>
                <a:lnTo>
                  <a:pt x="211" y="52"/>
                </a:lnTo>
                <a:lnTo>
                  <a:pt x="212" y="52"/>
                </a:lnTo>
                <a:lnTo>
                  <a:pt x="212" y="51"/>
                </a:lnTo>
                <a:lnTo>
                  <a:pt x="213" y="51"/>
                </a:lnTo>
                <a:lnTo>
                  <a:pt x="213" y="50"/>
                </a:lnTo>
                <a:lnTo>
                  <a:pt x="214" y="49"/>
                </a:lnTo>
                <a:lnTo>
                  <a:pt x="214" y="47"/>
                </a:lnTo>
                <a:lnTo>
                  <a:pt x="214" y="46"/>
                </a:lnTo>
                <a:lnTo>
                  <a:pt x="214" y="47"/>
                </a:lnTo>
                <a:lnTo>
                  <a:pt x="215" y="47"/>
                </a:lnTo>
                <a:lnTo>
                  <a:pt x="215" y="48"/>
                </a:lnTo>
                <a:lnTo>
                  <a:pt x="216" y="49"/>
                </a:lnTo>
                <a:lnTo>
                  <a:pt x="217" y="48"/>
                </a:lnTo>
                <a:lnTo>
                  <a:pt x="218" y="49"/>
                </a:lnTo>
                <a:lnTo>
                  <a:pt x="218" y="50"/>
                </a:lnTo>
                <a:lnTo>
                  <a:pt x="219" y="50"/>
                </a:lnTo>
                <a:lnTo>
                  <a:pt x="219" y="51"/>
                </a:lnTo>
                <a:lnTo>
                  <a:pt x="220" y="51"/>
                </a:lnTo>
                <a:lnTo>
                  <a:pt x="219" y="52"/>
                </a:lnTo>
                <a:lnTo>
                  <a:pt x="219" y="51"/>
                </a:lnTo>
                <a:lnTo>
                  <a:pt x="219" y="52"/>
                </a:lnTo>
                <a:lnTo>
                  <a:pt x="220" y="52"/>
                </a:lnTo>
                <a:lnTo>
                  <a:pt x="220" y="53"/>
                </a:lnTo>
                <a:lnTo>
                  <a:pt x="220" y="54"/>
                </a:lnTo>
                <a:lnTo>
                  <a:pt x="221" y="54"/>
                </a:lnTo>
                <a:lnTo>
                  <a:pt x="221" y="53"/>
                </a:lnTo>
                <a:lnTo>
                  <a:pt x="221" y="54"/>
                </a:lnTo>
                <a:lnTo>
                  <a:pt x="222" y="54"/>
                </a:lnTo>
                <a:lnTo>
                  <a:pt x="223" y="54"/>
                </a:lnTo>
                <a:lnTo>
                  <a:pt x="224" y="54"/>
                </a:lnTo>
                <a:lnTo>
                  <a:pt x="225" y="55"/>
                </a:lnTo>
                <a:lnTo>
                  <a:pt x="225" y="56"/>
                </a:lnTo>
                <a:lnTo>
                  <a:pt x="225" y="57"/>
                </a:lnTo>
                <a:lnTo>
                  <a:pt x="225" y="58"/>
                </a:lnTo>
                <a:lnTo>
                  <a:pt x="226" y="58"/>
                </a:lnTo>
                <a:lnTo>
                  <a:pt x="226" y="59"/>
                </a:lnTo>
                <a:lnTo>
                  <a:pt x="227" y="60"/>
                </a:lnTo>
                <a:lnTo>
                  <a:pt x="228" y="60"/>
                </a:lnTo>
                <a:lnTo>
                  <a:pt x="228" y="59"/>
                </a:lnTo>
                <a:lnTo>
                  <a:pt x="229" y="59"/>
                </a:lnTo>
                <a:lnTo>
                  <a:pt x="230" y="59"/>
                </a:lnTo>
                <a:lnTo>
                  <a:pt x="231" y="59"/>
                </a:lnTo>
                <a:lnTo>
                  <a:pt x="232" y="59"/>
                </a:lnTo>
                <a:lnTo>
                  <a:pt x="232" y="60"/>
                </a:lnTo>
                <a:lnTo>
                  <a:pt x="232" y="61"/>
                </a:lnTo>
                <a:lnTo>
                  <a:pt x="232" y="62"/>
                </a:lnTo>
                <a:lnTo>
                  <a:pt x="233" y="62"/>
                </a:lnTo>
                <a:lnTo>
                  <a:pt x="233" y="63"/>
                </a:lnTo>
                <a:lnTo>
                  <a:pt x="234" y="63"/>
                </a:lnTo>
                <a:lnTo>
                  <a:pt x="234" y="64"/>
                </a:lnTo>
                <a:lnTo>
                  <a:pt x="234" y="65"/>
                </a:lnTo>
                <a:lnTo>
                  <a:pt x="234" y="66"/>
                </a:lnTo>
                <a:lnTo>
                  <a:pt x="235" y="66"/>
                </a:lnTo>
                <a:lnTo>
                  <a:pt x="236" y="66"/>
                </a:lnTo>
                <a:lnTo>
                  <a:pt x="237" y="66"/>
                </a:lnTo>
                <a:lnTo>
                  <a:pt x="237" y="67"/>
                </a:lnTo>
                <a:lnTo>
                  <a:pt x="238" y="67"/>
                </a:lnTo>
                <a:lnTo>
                  <a:pt x="239" y="68"/>
                </a:lnTo>
                <a:lnTo>
                  <a:pt x="239" y="69"/>
                </a:lnTo>
                <a:lnTo>
                  <a:pt x="240" y="69"/>
                </a:lnTo>
                <a:lnTo>
                  <a:pt x="241" y="69"/>
                </a:lnTo>
                <a:lnTo>
                  <a:pt x="241" y="70"/>
                </a:lnTo>
                <a:lnTo>
                  <a:pt x="242" y="70"/>
                </a:lnTo>
                <a:lnTo>
                  <a:pt x="242" y="69"/>
                </a:lnTo>
                <a:lnTo>
                  <a:pt x="243" y="69"/>
                </a:lnTo>
                <a:lnTo>
                  <a:pt x="243" y="70"/>
                </a:lnTo>
                <a:lnTo>
                  <a:pt x="244" y="71"/>
                </a:lnTo>
                <a:lnTo>
                  <a:pt x="244" y="72"/>
                </a:lnTo>
                <a:lnTo>
                  <a:pt x="244" y="73"/>
                </a:lnTo>
                <a:lnTo>
                  <a:pt x="245" y="73"/>
                </a:lnTo>
                <a:lnTo>
                  <a:pt x="245" y="74"/>
                </a:lnTo>
                <a:lnTo>
                  <a:pt x="246" y="75"/>
                </a:lnTo>
                <a:lnTo>
                  <a:pt x="247" y="75"/>
                </a:lnTo>
                <a:lnTo>
                  <a:pt x="248" y="76"/>
                </a:lnTo>
                <a:lnTo>
                  <a:pt x="249" y="76"/>
                </a:lnTo>
                <a:lnTo>
                  <a:pt x="250" y="75"/>
                </a:lnTo>
                <a:lnTo>
                  <a:pt x="250" y="76"/>
                </a:lnTo>
                <a:lnTo>
                  <a:pt x="251" y="76"/>
                </a:lnTo>
                <a:lnTo>
                  <a:pt x="251" y="75"/>
                </a:lnTo>
                <a:lnTo>
                  <a:pt x="251" y="74"/>
                </a:lnTo>
                <a:lnTo>
                  <a:pt x="251" y="73"/>
                </a:lnTo>
                <a:lnTo>
                  <a:pt x="251" y="72"/>
                </a:lnTo>
                <a:lnTo>
                  <a:pt x="251" y="71"/>
                </a:lnTo>
                <a:lnTo>
                  <a:pt x="250" y="71"/>
                </a:lnTo>
                <a:lnTo>
                  <a:pt x="251" y="71"/>
                </a:lnTo>
                <a:lnTo>
                  <a:pt x="251" y="70"/>
                </a:lnTo>
                <a:lnTo>
                  <a:pt x="252" y="69"/>
                </a:lnTo>
                <a:lnTo>
                  <a:pt x="252" y="68"/>
                </a:lnTo>
                <a:lnTo>
                  <a:pt x="252" y="67"/>
                </a:lnTo>
                <a:lnTo>
                  <a:pt x="252" y="66"/>
                </a:lnTo>
                <a:lnTo>
                  <a:pt x="253" y="66"/>
                </a:lnTo>
                <a:lnTo>
                  <a:pt x="254" y="66"/>
                </a:lnTo>
                <a:lnTo>
                  <a:pt x="254" y="67"/>
                </a:lnTo>
                <a:lnTo>
                  <a:pt x="255" y="67"/>
                </a:lnTo>
                <a:lnTo>
                  <a:pt x="256" y="67"/>
                </a:lnTo>
                <a:lnTo>
                  <a:pt x="256" y="68"/>
                </a:lnTo>
                <a:lnTo>
                  <a:pt x="256" y="67"/>
                </a:lnTo>
                <a:lnTo>
                  <a:pt x="257" y="67"/>
                </a:lnTo>
                <a:lnTo>
                  <a:pt x="259" y="69"/>
                </a:lnTo>
                <a:lnTo>
                  <a:pt x="259" y="70"/>
                </a:lnTo>
                <a:lnTo>
                  <a:pt x="260" y="70"/>
                </a:lnTo>
                <a:lnTo>
                  <a:pt x="261" y="70"/>
                </a:lnTo>
                <a:lnTo>
                  <a:pt x="261" y="69"/>
                </a:lnTo>
                <a:lnTo>
                  <a:pt x="262" y="69"/>
                </a:lnTo>
                <a:lnTo>
                  <a:pt x="262" y="70"/>
                </a:lnTo>
                <a:lnTo>
                  <a:pt x="262" y="69"/>
                </a:lnTo>
                <a:lnTo>
                  <a:pt x="263" y="69"/>
                </a:lnTo>
                <a:lnTo>
                  <a:pt x="262" y="69"/>
                </a:lnTo>
                <a:lnTo>
                  <a:pt x="262" y="68"/>
                </a:lnTo>
                <a:lnTo>
                  <a:pt x="261" y="68"/>
                </a:lnTo>
                <a:lnTo>
                  <a:pt x="261" y="67"/>
                </a:lnTo>
                <a:lnTo>
                  <a:pt x="260" y="66"/>
                </a:lnTo>
                <a:lnTo>
                  <a:pt x="260" y="65"/>
                </a:lnTo>
                <a:lnTo>
                  <a:pt x="259" y="65"/>
                </a:lnTo>
                <a:lnTo>
                  <a:pt x="259" y="64"/>
                </a:lnTo>
                <a:lnTo>
                  <a:pt x="260" y="63"/>
                </a:lnTo>
                <a:lnTo>
                  <a:pt x="260" y="64"/>
                </a:lnTo>
                <a:lnTo>
                  <a:pt x="261" y="64"/>
                </a:lnTo>
                <a:lnTo>
                  <a:pt x="262" y="64"/>
                </a:lnTo>
                <a:lnTo>
                  <a:pt x="262" y="65"/>
                </a:lnTo>
                <a:lnTo>
                  <a:pt x="262" y="66"/>
                </a:lnTo>
                <a:lnTo>
                  <a:pt x="263" y="67"/>
                </a:lnTo>
                <a:lnTo>
                  <a:pt x="264" y="66"/>
                </a:lnTo>
                <a:lnTo>
                  <a:pt x="264" y="65"/>
                </a:lnTo>
                <a:lnTo>
                  <a:pt x="264" y="66"/>
                </a:lnTo>
                <a:lnTo>
                  <a:pt x="264" y="65"/>
                </a:lnTo>
                <a:lnTo>
                  <a:pt x="263" y="65"/>
                </a:lnTo>
                <a:lnTo>
                  <a:pt x="263" y="64"/>
                </a:lnTo>
                <a:lnTo>
                  <a:pt x="262" y="64"/>
                </a:lnTo>
                <a:lnTo>
                  <a:pt x="261" y="63"/>
                </a:lnTo>
                <a:lnTo>
                  <a:pt x="261" y="62"/>
                </a:lnTo>
                <a:lnTo>
                  <a:pt x="261" y="61"/>
                </a:lnTo>
                <a:lnTo>
                  <a:pt x="262" y="61"/>
                </a:lnTo>
                <a:lnTo>
                  <a:pt x="263" y="60"/>
                </a:lnTo>
                <a:lnTo>
                  <a:pt x="263" y="58"/>
                </a:lnTo>
                <a:lnTo>
                  <a:pt x="262" y="58"/>
                </a:lnTo>
                <a:lnTo>
                  <a:pt x="262" y="57"/>
                </a:lnTo>
                <a:lnTo>
                  <a:pt x="263" y="57"/>
                </a:lnTo>
                <a:lnTo>
                  <a:pt x="264" y="57"/>
                </a:lnTo>
                <a:lnTo>
                  <a:pt x="264" y="56"/>
                </a:lnTo>
                <a:lnTo>
                  <a:pt x="265" y="56"/>
                </a:lnTo>
                <a:lnTo>
                  <a:pt x="265" y="55"/>
                </a:lnTo>
                <a:lnTo>
                  <a:pt x="264" y="55"/>
                </a:lnTo>
                <a:lnTo>
                  <a:pt x="264" y="54"/>
                </a:lnTo>
                <a:lnTo>
                  <a:pt x="263" y="54"/>
                </a:lnTo>
                <a:lnTo>
                  <a:pt x="263" y="53"/>
                </a:lnTo>
                <a:lnTo>
                  <a:pt x="263" y="52"/>
                </a:lnTo>
                <a:lnTo>
                  <a:pt x="262" y="51"/>
                </a:lnTo>
                <a:lnTo>
                  <a:pt x="262" y="50"/>
                </a:lnTo>
                <a:lnTo>
                  <a:pt x="261" y="49"/>
                </a:lnTo>
                <a:lnTo>
                  <a:pt x="261" y="48"/>
                </a:lnTo>
                <a:lnTo>
                  <a:pt x="260" y="48"/>
                </a:lnTo>
                <a:lnTo>
                  <a:pt x="259" y="47"/>
                </a:lnTo>
                <a:lnTo>
                  <a:pt x="258" y="46"/>
                </a:lnTo>
                <a:lnTo>
                  <a:pt x="258" y="45"/>
                </a:lnTo>
                <a:lnTo>
                  <a:pt x="258" y="44"/>
                </a:lnTo>
                <a:lnTo>
                  <a:pt x="258" y="43"/>
                </a:lnTo>
                <a:lnTo>
                  <a:pt x="259" y="43"/>
                </a:lnTo>
                <a:lnTo>
                  <a:pt x="258" y="42"/>
                </a:lnTo>
                <a:lnTo>
                  <a:pt x="257" y="41"/>
                </a:lnTo>
                <a:lnTo>
                  <a:pt x="258" y="41"/>
                </a:lnTo>
                <a:lnTo>
                  <a:pt x="259" y="40"/>
                </a:lnTo>
                <a:lnTo>
                  <a:pt x="258" y="40"/>
                </a:lnTo>
                <a:lnTo>
                  <a:pt x="259" y="39"/>
                </a:lnTo>
                <a:lnTo>
                  <a:pt x="260" y="39"/>
                </a:lnTo>
                <a:lnTo>
                  <a:pt x="260" y="40"/>
                </a:lnTo>
                <a:lnTo>
                  <a:pt x="260" y="41"/>
                </a:lnTo>
                <a:lnTo>
                  <a:pt x="261" y="41"/>
                </a:lnTo>
                <a:lnTo>
                  <a:pt x="261" y="42"/>
                </a:lnTo>
                <a:lnTo>
                  <a:pt x="262" y="43"/>
                </a:lnTo>
                <a:lnTo>
                  <a:pt x="263" y="43"/>
                </a:lnTo>
                <a:lnTo>
                  <a:pt x="264" y="43"/>
                </a:lnTo>
                <a:lnTo>
                  <a:pt x="264" y="44"/>
                </a:lnTo>
                <a:lnTo>
                  <a:pt x="264" y="45"/>
                </a:lnTo>
                <a:lnTo>
                  <a:pt x="265" y="45"/>
                </a:lnTo>
                <a:lnTo>
                  <a:pt x="265" y="46"/>
                </a:lnTo>
                <a:lnTo>
                  <a:pt x="266" y="46"/>
                </a:lnTo>
                <a:lnTo>
                  <a:pt x="267" y="46"/>
                </a:lnTo>
                <a:lnTo>
                  <a:pt x="267" y="47"/>
                </a:lnTo>
                <a:lnTo>
                  <a:pt x="268" y="47"/>
                </a:lnTo>
                <a:lnTo>
                  <a:pt x="268" y="49"/>
                </a:lnTo>
                <a:lnTo>
                  <a:pt x="267" y="49"/>
                </a:lnTo>
                <a:lnTo>
                  <a:pt x="267" y="50"/>
                </a:lnTo>
                <a:lnTo>
                  <a:pt x="267" y="51"/>
                </a:lnTo>
                <a:lnTo>
                  <a:pt x="268" y="51"/>
                </a:lnTo>
                <a:lnTo>
                  <a:pt x="269" y="52"/>
                </a:lnTo>
                <a:lnTo>
                  <a:pt x="270" y="53"/>
                </a:lnTo>
                <a:lnTo>
                  <a:pt x="271" y="54"/>
                </a:lnTo>
                <a:lnTo>
                  <a:pt x="272" y="54"/>
                </a:lnTo>
                <a:lnTo>
                  <a:pt x="272" y="55"/>
                </a:lnTo>
                <a:lnTo>
                  <a:pt x="273" y="56"/>
                </a:lnTo>
                <a:lnTo>
                  <a:pt x="273" y="57"/>
                </a:lnTo>
                <a:lnTo>
                  <a:pt x="274" y="57"/>
                </a:lnTo>
                <a:lnTo>
                  <a:pt x="275" y="57"/>
                </a:lnTo>
                <a:lnTo>
                  <a:pt x="275" y="56"/>
                </a:lnTo>
                <a:lnTo>
                  <a:pt x="275" y="57"/>
                </a:lnTo>
                <a:lnTo>
                  <a:pt x="276" y="58"/>
                </a:lnTo>
                <a:lnTo>
                  <a:pt x="275" y="58"/>
                </a:lnTo>
                <a:lnTo>
                  <a:pt x="275" y="59"/>
                </a:lnTo>
                <a:lnTo>
                  <a:pt x="274" y="59"/>
                </a:lnTo>
                <a:lnTo>
                  <a:pt x="273" y="58"/>
                </a:lnTo>
                <a:lnTo>
                  <a:pt x="273" y="59"/>
                </a:lnTo>
                <a:lnTo>
                  <a:pt x="274" y="60"/>
                </a:lnTo>
                <a:lnTo>
                  <a:pt x="274" y="61"/>
                </a:lnTo>
                <a:lnTo>
                  <a:pt x="274" y="62"/>
                </a:lnTo>
                <a:lnTo>
                  <a:pt x="274" y="63"/>
                </a:lnTo>
                <a:lnTo>
                  <a:pt x="273" y="63"/>
                </a:lnTo>
                <a:lnTo>
                  <a:pt x="273" y="62"/>
                </a:lnTo>
                <a:lnTo>
                  <a:pt x="272" y="62"/>
                </a:lnTo>
                <a:lnTo>
                  <a:pt x="272" y="63"/>
                </a:lnTo>
                <a:lnTo>
                  <a:pt x="271" y="64"/>
                </a:lnTo>
                <a:lnTo>
                  <a:pt x="272" y="64"/>
                </a:lnTo>
                <a:lnTo>
                  <a:pt x="272" y="65"/>
                </a:lnTo>
                <a:lnTo>
                  <a:pt x="272" y="67"/>
                </a:lnTo>
                <a:lnTo>
                  <a:pt x="273" y="67"/>
                </a:lnTo>
                <a:lnTo>
                  <a:pt x="272" y="68"/>
                </a:lnTo>
                <a:lnTo>
                  <a:pt x="271" y="69"/>
                </a:lnTo>
                <a:lnTo>
                  <a:pt x="271" y="70"/>
                </a:lnTo>
                <a:lnTo>
                  <a:pt x="270" y="70"/>
                </a:lnTo>
                <a:lnTo>
                  <a:pt x="270" y="71"/>
                </a:lnTo>
                <a:lnTo>
                  <a:pt x="268" y="71"/>
                </a:lnTo>
                <a:lnTo>
                  <a:pt x="267" y="72"/>
                </a:lnTo>
                <a:lnTo>
                  <a:pt x="268" y="73"/>
                </a:lnTo>
                <a:lnTo>
                  <a:pt x="268" y="74"/>
                </a:lnTo>
                <a:lnTo>
                  <a:pt x="268" y="75"/>
                </a:lnTo>
                <a:lnTo>
                  <a:pt x="269" y="75"/>
                </a:lnTo>
                <a:lnTo>
                  <a:pt x="269" y="74"/>
                </a:lnTo>
                <a:lnTo>
                  <a:pt x="270" y="74"/>
                </a:lnTo>
                <a:lnTo>
                  <a:pt x="270" y="75"/>
                </a:lnTo>
                <a:lnTo>
                  <a:pt x="270" y="74"/>
                </a:lnTo>
                <a:lnTo>
                  <a:pt x="270" y="73"/>
                </a:lnTo>
                <a:lnTo>
                  <a:pt x="269" y="73"/>
                </a:lnTo>
                <a:lnTo>
                  <a:pt x="269" y="72"/>
                </a:lnTo>
                <a:lnTo>
                  <a:pt x="270" y="72"/>
                </a:lnTo>
                <a:lnTo>
                  <a:pt x="271" y="73"/>
                </a:lnTo>
                <a:lnTo>
                  <a:pt x="272" y="73"/>
                </a:lnTo>
                <a:lnTo>
                  <a:pt x="273" y="73"/>
                </a:lnTo>
                <a:lnTo>
                  <a:pt x="274" y="73"/>
                </a:lnTo>
                <a:lnTo>
                  <a:pt x="274" y="74"/>
                </a:lnTo>
                <a:lnTo>
                  <a:pt x="274" y="75"/>
                </a:lnTo>
                <a:lnTo>
                  <a:pt x="275" y="75"/>
                </a:lnTo>
                <a:lnTo>
                  <a:pt x="275" y="76"/>
                </a:lnTo>
                <a:lnTo>
                  <a:pt x="276" y="76"/>
                </a:lnTo>
                <a:lnTo>
                  <a:pt x="276" y="75"/>
                </a:lnTo>
                <a:lnTo>
                  <a:pt x="277" y="75"/>
                </a:lnTo>
                <a:lnTo>
                  <a:pt x="277" y="74"/>
                </a:lnTo>
                <a:lnTo>
                  <a:pt x="277" y="75"/>
                </a:lnTo>
                <a:lnTo>
                  <a:pt x="278" y="75"/>
                </a:lnTo>
                <a:lnTo>
                  <a:pt x="279" y="75"/>
                </a:lnTo>
                <a:lnTo>
                  <a:pt x="280" y="76"/>
                </a:lnTo>
                <a:lnTo>
                  <a:pt x="280" y="77"/>
                </a:lnTo>
                <a:lnTo>
                  <a:pt x="279" y="77"/>
                </a:lnTo>
                <a:lnTo>
                  <a:pt x="280" y="78"/>
                </a:lnTo>
                <a:lnTo>
                  <a:pt x="281" y="78"/>
                </a:lnTo>
                <a:lnTo>
                  <a:pt x="282" y="78"/>
                </a:lnTo>
                <a:lnTo>
                  <a:pt x="283" y="77"/>
                </a:lnTo>
                <a:lnTo>
                  <a:pt x="284" y="77"/>
                </a:lnTo>
                <a:lnTo>
                  <a:pt x="284" y="75"/>
                </a:lnTo>
                <a:lnTo>
                  <a:pt x="284" y="74"/>
                </a:lnTo>
                <a:lnTo>
                  <a:pt x="283" y="73"/>
                </a:lnTo>
                <a:lnTo>
                  <a:pt x="282" y="71"/>
                </a:lnTo>
                <a:lnTo>
                  <a:pt x="282" y="70"/>
                </a:lnTo>
                <a:lnTo>
                  <a:pt x="282" y="69"/>
                </a:lnTo>
                <a:lnTo>
                  <a:pt x="283" y="69"/>
                </a:lnTo>
                <a:lnTo>
                  <a:pt x="283" y="68"/>
                </a:lnTo>
                <a:lnTo>
                  <a:pt x="284" y="68"/>
                </a:lnTo>
                <a:lnTo>
                  <a:pt x="285" y="67"/>
                </a:lnTo>
                <a:lnTo>
                  <a:pt x="286" y="67"/>
                </a:lnTo>
                <a:lnTo>
                  <a:pt x="287" y="67"/>
                </a:lnTo>
                <a:lnTo>
                  <a:pt x="287" y="66"/>
                </a:lnTo>
                <a:lnTo>
                  <a:pt x="287" y="65"/>
                </a:lnTo>
                <a:lnTo>
                  <a:pt x="286" y="65"/>
                </a:lnTo>
                <a:lnTo>
                  <a:pt x="285" y="64"/>
                </a:lnTo>
                <a:lnTo>
                  <a:pt x="285" y="63"/>
                </a:lnTo>
                <a:lnTo>
                  <a:pt x="285" y="62"/>
                </a:lnTo>
                <a:lnTo>
                  <a:pt x="286" y="62"/>
                </a:lnTo>
                <a:lnTo>
                  <a:pt x="287" y="61"/>
                </a:lnTo>
                <a:lnTo>
                  <a:pt x="288" y="60"/>
                </a:lnTo>
                <a:lnTo>
                  <a:pt x="288" y="61"/>
                </a:lnTo>
                <a:lnTo>
                  <a:pt x="288" y="60"/>
                </a:lnTo>
                <a:lnTo>
                  <a:pt x="288" y="61"/>
                </a:lnTo>
                <a:lnTo>
                  <a:pt x="288" y="62"/>
                </a:lnTo>
                <a:lnTo>
                  <a:pt x="289" y="63"/>
                </a:lnTo>
                <a:lnTo>
                  <a:pt x="290" y="64"/>
                </a:lnTo>
                <a:lnTo>
                  <a:pt x="291" y="64"/>
                </a:lnTo>
                <a:lnTo>
                  <a:pt x="291" y="63"/>
                </a:lnTo>
                <a:lnTo>
                  <a:pt x="292" y="62"/>
                </a:lnTo>
                <a:lnTo>
                  <a:pt x="291" y="61"/>
                </a:lnTo>
                <a:lnTo>
                  <a:pt x="292" y="61"/>
                </a:lnTo>
                <a:lnTo>
                  <a:pt x="295" y="61"/>
                </a:lnTo>
                <a:lnTo>
                  <a:pt x="295" y="60"/>
                </a:lnTo>
                <a:lnTo>
                  <a:pt x="295" y="59"/>
                </a:lnTo>
                <a:lnTo>
                  <a:pt x="295" y="58"/>
                </a:lnTo>
                <a:lnTo>
                  <a:pt x="295" y="57"/>
                </a:lnTo>
                <a:lnTo>
                  <a:pt x="296" y="56"/>
                </a:lnTo>
                <a:lnTo>
                  <a:pt x="297" y="54"/>
                </a:lnTo>
                <a:lnTo>
                  <a:pt x="297" y="53"/>
                </a:lnTo>
                <a:lnTo>
                  <a:pt x="296" y="53"/>
                </a:lnTo>
                <a:lnTo>
                  <a:pt x="295" y="54"/>
                </a:lnTo>
                <a:lnTo>
                  <a:pt x="294" y="54"/>
                </a:lnTo>
                <a:lnTo>
                  <a:pt x="294" y="53"/>
                </a:lnTo>
                <a:lnTo>
                  <a:pt x="294" y="52"/>
                </a:lnTo>
                <a:lnTo>
                  <a:pt x="295" y="52"/>
                </a:lnTo>
                <a:lnTo>
                  <a:pt x="294" y="50"/>
                </a:lnTo>
                <a:lnTo>
                  <a:pt x="293" y="50"/>
                </a:lnTo>
                <a:lnTo>
                  <a:pt x="292" y="50"/>
                </a:lnTo>
                <a:lnTo>
                  <a:pt x="292" y="49"/>
                </a:lnTo>
                <a:lnTo>
                  <a:pt x="291" y="49"/>
                </a:lnTo>
                <a:lnTo>
                  <a:pt x="291" y="48"/>
                </a:lnTo>
                <a:lnTo>
                  <a:pt x="291" y="47"/>
                </a:lnTo>
                <a:lnTo>
                  <a:pt x="292" y="46"/>
                </a:lnTo>
                <a:lnTo>
                  <a:pt x="293" y="45"/>
                </a:lnTo>
                <a:lnTo>
                  <a:pt x="293" y="44"/>
                </a:lnTo>
                <a:lnTo>
                  <a:pt x="294" y="44"/>
                </a:lnTo>
                <a:lnTo>
                  <a:pt x="295" y="44"/>
                </a:lnTo>
                <a:lnTo>
                  <a:pt x="295" y="45"/>
                </a:lnTo>
                <a:lnTo>
                  <a:pt x="296" y="45"/>
                </a:lnTo>
                <a:lnTo>
                  <a:pt x="296" y="44"/>
                </a:lnTo>
                <a:lnTo>
                  <a:pt x="297" y="43"/>
                </a:lnTo>
                <a:lnTo>
                  <a:pt x="298" y="43"/>
                </a:lnTo>
                <a:lnTo>
                  <a:pt x="299" y="43"/>
                </a:lnTo>
                <a:lnTo>
                  <a:pt x="299" y="42"/>
                </a:lnTo>
                <a:lnTo>
                  <a:pt x="300" y="42"/>
                </a:lnTo>
                <a:lnTo>
                  <a:pt x="301" y="43"/>
                </a:lnTo>
                <a:lnTo>
                  <a:pt x="301" y="44"/>
                </a:lnTo>
                <a:lnTo>
                  <a:pt x="302" y="44"/>
                </a:lnTo>
                <a:lnTo>
                  <a:pt x="302" y="45"/>
                </a:lnTo>
                <a:lnTo>
                  <a:pt x="303" y="46"/>
                </a:lnTo>
                <a:lnTo>
                  <a:pt x="304" y="46"/>
                </a:lnTo>
                <a:lnTo>
                  <a:pt x="304" y="45"/>
                </a:lnTo>
                <a:lnTo>
                  <a:pt x="305" y="45"/>
                </a:lnTo>
                <a:lnTo>
                  <a:pt x="305" y="46"/>
                </a:lnTo>
                <a:lnTo>
                  <a:pt x="306" y="46"/>
                </a:lnTo>
                <a:lnTo>
                  <a:pt x="306" y="45"/>
                </a:lnTo>
                <a:lnTo>
                  <a:pt x="306" y="44"/>
                </a:lnTo>
                <a:lnTo>
                  <a:pt x="306" y="43"/>
                </a:lnTo>
                <a:lnTo>
                  <a:pt x="305" y="43"/>
                </a:lnTo>
                <a:lnTo>
                  <a:pt x="305" y="42"/>
                </a:lnTo>
                <a:lnTo>
                  <a:pt x="305" y="41"/>
                </a:lnTo>
                <a:lnTo>
                  <a:pt x="306" y="41"/>
                </a:lnTo>
                <a:lnTo>
                  <a:pt x="306" y="40"/>
                </a:lnTo>
                <a:lnTo>
                  <a:pt x="306" y="39"/>
                </a:lnTo>
                <a:lnTo>
                  <a:pt x="306" y="38"/>
                </a:lnTo>
                <a:lnTo>
                  <a:pt x="306" y="37"/>
                </a:lnTo>
                <a:lnTo>
                  <a:pt x="307" y="37"/>
                </a:lnTo>
                <a:lnTo>
                  <a:pt x="308" y="37"/>
                </a:lnTo>
                <a:lnTo>
                  <a:pt x="309" y="36"/>
                </a:lnTo>
                <a:lnTo>
                  <a:pt x="309" y="35"/>
                </a:lnTo>
                <a:lnTo>
                  <a:pt x="308" y="35"/>
                </a:lnTo>
                <a:lnTo>
                  <a:pt x="308" y="34"/>
                </a:lnTo>
                <a:lnTo>
                  <a:pt x="309" y="34"/>
                </a:lnTo>
                <a:lnTo>
                  <a:pt x="310" y="34"/>
                </a:lnTo>
                <a:lnTo>
                  <a:pt x="311" y="34"/>
                </a:lnTo>
                <a:lnTo>
                  <a:pt x="311" y="35"/>
                </a:lnTo>
                <a:lnTo>
                  <a:pt x="310" y="35"/>
                </a:lnTo>
                <a:lnTo>
                  <a:pt x="310" y="36"/>
                </a:lnTo>
                <a:lnTo>
                  <a:pt x="311" y="36"/>
                </a:lnTo>
                <a:lnTo>
                  <a:pt x="312" y="36"/>
                </a:lnTo>
                <a:lnTo>
                  <a:pt x="312" y="35"/>
                </a:lnTo>
                <a:lnTo>
                  <a:pt x="311" y="35"/>
                </a:lnTo>
                <a:lnTo>
                  <a:pt x="312" y="34"/>
                </a:lnTo>
                <a:lnTo>
                  <a:pt x="312" y="33"/>
                </a:lnTo>
                <a:lnTo>
                  <a:pt x="313" y="33"/>
                </a:lnTo>
                <a:lnTo>
                  <a:pt x="314" y="34"/>
                </a:lnTo>
                <a:lnTo>
                  <a:pt x="314" y="35"/>
                </a:lnTo>
                <a:lnTo>
                  <a:pt x="313" y="35"/>
                </a:lnTo>
                <a:lnTo>
                  <a:pt x="312" y="36"/>
                </a:lnTo>
                <a:lnTo>
                  <a:pt x="313" y="36"/>
                </a:lnTo>
                <a:lnTo>
                  <a:pt x="314" y="36"/>
                </a:lnTo>
                <a:lnTo>
                  <a:pt x="315" y="35"/>
                </a:lnTo>
                <a:lnTo>
                  <a:pt x="315" y="34"/>
                </a:lnTo>
                <a:lnTo>
                  <a:pt x="315" y="33"/>
                </a:lnTo>
                <a:lnTo>
                  <a:pt x="316" y="33"/>
                </a:lnTo>
                <a:lnTo>
                  <a:pt x="318" y="33"/>
                </a:lnTo>
                <a:lnTo>
                  <a:pt x="320" y="34"/>
                </a:lnTo>
                <a:lnTo>
                  <a:pt x="320" y="35"/>
                </a:lnTo>
                <a:lnTo>
                  <a:pt x="321" y="35"/>
                </a:lnTo>
                <a:lnTo>
                  <a:pt x="320" y="34"/>
                </a:lnTo>
                <a:lnTo>
                  <a:pt x="321" y="34"/>
                </a:lnTo>
                <a:lnTo>
                  <a:pt x="322" y="34"/>
                </a:lnTo>
                <a:lnTo>
                  <a:pt x="323" y="34"/>
                </a:lnTo>
                <a:lnTo>
                  <a:pt x="324" y="33"/>
                </a:lnTo>
                <a:lnTo>
                  <a:pt x="324" y="34"/>
                </a:lnTo>
                <a:lnTo>
                  <a:pt x="325" y="35"/>
                </a:lnTo>
                <a:lnTo>
                  <a:pt x="325" y="36"/>
                </a:lnTo>
                <a:lnTo>
                  <a:pt x="325" y="37"/>
                </a:lnTo>
                <a:lnTo>
                  <a:pt x="324" y="38"/>
                </a:lnTo>
                <a:lnTo>
                  <a:pt x="324" y="39"/>
                </a:lnTo>
                <a:lnTo>
                  <a:pt x="325" y="39"/>
                </a:lnTo>
                <a:lnTo>
                  <a:pt x="326" y="39"/>
                </a:lnTo>
                <a:lnTo>
                  <a:pt x="327" y="39"/>
                </a:lnTo>
                <a:lnTo>
                  <a:pt x="327" y="40"/>
                </a:lnTo>
                <a:lnTo>
                  <a:pt x="326" y="40"/>
                </a:lnTo>
                <a:lnTo>
                  <a:pt x="326" y="41"/>
                </a:lnTo>
                <a:lnTo>
                  <a:pt x="326" y="42"/>
                </a:lnTo>
                <a:lnTo>
                  <a:pt x="326" y="43"/>
                </a:lnTo>
                <a:lnTo>
                  <a:pt x="327" y="44"/>
                </a:lnTo>
                <a:lnTo>
                  <a:pt x="327" y="45"/>
                </a:lnTo>
                <a:lnTo>
                  <a:pt x="326" y="45"/>
                </a:lnTo>
                <a:lnTo>
                  <a:pt x="327" y="45"/>
                </a:lnTo>
                <a:lnTo>
                  <a:pt x="328" y="46"/>
                </a:lnTo>
                <a:lnTo>
                  <a:pt x="329" y="47"/>
                </a:lnTo>
                <a:lnTo>
                  <a:pt x="330" y="47"/>
                </a:lnTo>
                <a:lnTo>
                  <a:pt x="330" y="46"/>
                </a:lnTo>
                <a:lnTo>
                  <a:pt x="330" y="45"/>
                </a:lnTo>
                <a:lnTo>
                  <a:pt x="330" y="43"/>
                </a:lnTo>
                <a:lnTo>
                  <a:pt x="331" y="44"/>
                </a:lnTo>
                <a:lnTo>
                  <a:pt x="331" y="43"/>
                </a:lnTo>
                <a:lnTo>
                  <a:pt x="332" y="43"/>
                </a:lnTo>
                <a:lnTo>
                  <a:pt x="333" y="43"/>
                </a:lnTo>
                <a:lnTo>
                  <a:pt x="334" y="42"/>
                </a:lnTo>
                <a:lnTo>
                  <a:pt x="335" y="42"/>
                </a:lnTo>
                <a:lnTo>
                  <a:pt x="336" y="42"/>
                </a:lnTo>
                <a:lnTo>
                  <a:pt x="337" y="42"/>
                </a:lnTo>
                <a:lnTo>
                  <a:pt x="337" y="41"/>
                </a:lnTo>
                <a:lnTo>
                  <a:pt x="337" y="40"/>
                </a:lnTo>
                <a:lnTo>
                  <a:pt x="338" y="40"/>
                </a:lnTo>
                <a:lnTo>
                  <a:pt x="338" y="39"/>
                </a:lnTo>
                <a:lnTo>
                  <a:pt x="337" y="39"/>
                </a:lnTo>
                <a:lnTo>
                  <a:pt x="337" y="38"/>
                </a:lnTo>
                <a:lnTo>
                  <a:pt x="339" y="38"/>
                </a:lnTo>
                <a:lnTo>
                  <a:pt x="340" y="38"/>
                </a:lnTo>
                <a:lnTo>
                  <a:pt x="341" y="37"/>
                </a:lnTo>
                <a:lnTo>
                  <a:pt x="342" y="37"/>
                </a:lnTo>
                <a:lnTo>
                  <a:pt x="343" y="37"/>
                </a:lnTo>
                <a:lnTo>
                  <a:pt x="343" y="36"/>
                </a:lnTo>
                <a:lnTo>
                  <a:pt x="343" y="35"/>
                </a:lnTo>
                <a:lnTo>
                  <a:pt x="343" y="34"/>
                </a:lnTo>
                <a:lnTo>
                  <a:pt x="344" y="34"/>
                </a:lnTo>
                <a:lnTo>
                  <a:pt x="345" y="34"/>
                </a:lnTo>
                <a:lnTo>
                  <a:pt x="345" y="33"/>
                </a:lnTo>
                <a:lnTo>
                  <a:pt x="344" y="33"/>
                </a:lnTo>
                <a:lnTo>
                  <a:pt x="344" y="32"/>
                </a:lnTo>
                <a:lnTo>
                  <a:pt x="344" y="31"/>
                </a:lnTo>
                <a:lnTo>
                  <a:pt x="345" y="30"/>
                </a:lnTo>
                <a:lnTo>
                  <a:pt x="346" y="29"/>
                </a:lnTo>
                <a:lnTo>
                  <a:pt x="347" y="28"/>
                </a:lnTo>
                <a:lnTo>
                  <a:pt x="347" y="27"/>
                </a:lnTo>
                <a:lnTo>
                  <a:pt x="346" y="27"/>
                </a:lnTo>
                <a:lnTo>
                  <a:pt x="345" y="27"/>
                </a:lnTo>
                <a:lnTo>
                  <a:pt x="344" y="26"/>
                </a:lnTo>
                <a:lnTo>
                  <a:pt x="343" y="25"/>
                </a:lnTo>
                <a:lnTo>
                  <a:pt x="344" y="25"/>
                </a:lnTo>
                <a:lnTo>
                  <a:pt x="343" y="24"/>
                </a:lnTo>
                <a:lnTo>
                  <a:pt x="343" y="23"/>
                </a:lnTo>
                <a:lnTo>
                  <a:pt x="342" y="23"/>
                </a:lnTo>
                <a:lnTo>
                  <a:pt x="341" y="23"/>
                </a:lnTo>
                <a:lnTo>
                  <a:pt x="340" y="23"/>
                </a:lnTo>
                <a:lnTo>
                  <a:pt x="340" y="22"/>
                </a:lnTo>
                <a:lnTo>
                  <a:pt x="340" y="21"/>
                </a:lnTo>
                <a:lnTo>
                  <a:pt x="341" y="19"/>
                </a:lnTo>
                <a:lnTo>
                  <a:pt x="342" y="19"/>
                </a:lnTo>
                <a:lnTo>
                  <a:pt x="343" y="18"/>
                </a:lnTo>
                <a:lnTo>
                  <a:pt x="343" y="17"/>
                </a:lnTo>
                <a:lnTo>
                  <a:pt x="342" y="16"/>
                </a:lnTo>
                <a:lnTo>
                  <a:pt x="341" y="15"/>
                </a:lnTo>
                <a:lnTo>
                  <a:pt x="341" y="14"/>
                </a:lnTo>
                <a:lnTo>
                  <a:pt x="340" y="13"/>
                </a:lnTo>
                <a:lnTo>
                  <a:pt x="341" y="12"/>
                </a:lnTo>
                <a:lnTo>
                  <a:pt x="342" y="13"/>
                </a:lnTo>
                <a:lnTo>
                  <a:pt x="342" y="12"/>
                </a:lnTo>
                <a:lnTo>
                  <a:pt x="342" y="13"/>
                </a:lnTo>
                <a:lnTo>
                  <a:pt x="343" y="13"/>
                </a:lnTo>
                <a:lnTo>
                  <a:pt x="344" y="13"/>
                </a:lnTo>
                <a:lnTo>
                  <a:pt x="344" y="12"/>
                </a:lnTo>
                <a:lnTo>
                  <a:pt x="345" y="11"/>
                </a:lnTo>
                <a:lnTo>
                  <a:pt x="345" y="10"/>
                </a:lnTo>
                <a:lnTo>
                  <a:pt x="345" y="9"/>
                </a:lnTo>
                <a:lnTo>
                  <a:pt x="346" y="9"/>
                </a:lnTo>
                <a:lnTo>
                  <a:pt x="345" y="9"/>
                </a:lnTo>
                <a:lnTo>
                  <a:pt x="345" y="8"/>
                </a:lnTo>
                <a:lnTo>
                  <a:pt x="344" y="8"/>
                </a:lnTo>
                <a:lnTo>
                  <a:pt x="344" y="7"/>
                </a:lnTo>
                <a:lnTo>
                  <a:pt x="344" y="6"/>
                </a:lnTo>
                <a:lnTo>
                  <a:pt x="344" y="5"/>
                </a:lnTo>
                <a:lnTo>
                  <a:pt x="343" y="4"/>
                </a:lnTo>
                <a:lnTo>
                  <a:pt x="343" y="3"/>
                </a:lnTo>
                <a:lnTo>
                  <a:pt x="344" y="3"/>
                </a:lnTo>
                <a:lnTo>
                  <a:pt x="345" y="3"/>
                </a:lnTo>
                <a:lnTo>
                  <a:pt x="346" y="3"/>
                </a:lnTo>
                <a:lnTo>
                  <a:pt x="346" y="2"/>
                </a:lnTo>
                <a:lnTo>
                  <a:pt x="347" y="1"/>
                </a:lnTo>
                <a:lnTo>
                  <a:pt x="347" y="2"/>
                </a:lnTo>
                <a:lnTo>
                  <a:pt x="348" y="2"/>
                </a:lnTo>
                <a:lnTo>
                  <a:pt x="349" y="2"/>
                </a:lnTo>
                <a:lnTo>
                  <a:pt x="349" y="3"/>
                </a:lnTo>
                <a:lnTo>
                  <a:pt x="349" y="4"/>
                </a:lnTo>
                <a:lnTo>
                  <a:pt x="349" y="5"/>
                </a:lnTo>
                <a:lnTo>
                  <a:pt x="350" y="5"/>
                </a:lnTo>
                <a:lnTo>
                  <a:pt x="351" y="5"/>
                </a:lnTo>
                <a:lnTo>
                  <a:pt x="351" y="4"/>
                </a:lnTo>
                <a:lnTo>
                  <a:pt x="352" y="4"/>
                </a:lnTo>
                <a:lnTo>
                  <a:pt x="353" y="2"/>
                </a:lnTo>
                <a:lnTo>
                  <a:pt x="354" y="2"/>
                </a:lnTo>
                <a:lnTo>
                  <a:pt x="355" y="2"/>
                </a:lnTo>
                <a:lnTo>
                  <a:pt x="356" y="1"/>
                </a:lnTo>
                <a:lnTo>
                  <a:pt x="357" y="1"/>
                </a:lnTo>
                <a:lnTo>
                  <a:pt x="357" y="0"/>
                </a:lnTo>
                <a:lnTo>
                  <a:pt x="358" y="0"/>
                </a:lnTo>
                <a:lnTo>
                  <a:pt x="359" y="1"/>
                </a:lnTo>
                <a:lnTo>
                  <a:pt x="359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05" name=""/>
          <p:cNvSpPr/>
          <p:nvPr/>
        </p:nvSpPr>
        <p:spPr>
          <a:xfrm>
            <a:off x="3894120" y="4059000"/>
            <a:ext cx="281520" cy="298080"/>
          </a:xfrm>
          <a:custGeom>
            <a:avLst/>
            <a:gdLst/>
            <a:ahLst/>
            <a:rect l="0" t="0" r="r" b="b"/>
            <a:pathLst>
              <a:path w="782" h="828">
                <a:moveTo>
                  <a:pt x="143" y="1"/>
                </a:moveTo>
                <a:lnTo>
                  <a:pt x="142" y="1"/>
                </a:lnTo>
                <a:lnTo>
                  <a:pt x="143" y="2"/>
                </a:lnTo>
                <a:lnTo>
                  <a:pt x="143" y="3"/>
                </a:lnTo>
                <a:lnTo>
                  <a:pt x="143" y="4"/>
                </a:lnTo>
                <a:lnTo>
                  <a:pt x="143" y="5"/>
                </a:lnTo>
                <a:lnTo>
                  <a:pt x="143" y="8"/>
                </a:lnTo>
                <a:lnTo>
                  <a:pt x="142" y="9"/>
                </a:lnTo>
                <a:lnTo>
                  <a:pt x="142" y="10"/>
                </a:lnTo>
                <a:lnTo>
                  <a:pt x="143" y="10"/>
                </a:lnTo>
                <a:lnTo>
                  <a:pt x="143" y="11"/>
                </a:lnTo>
                <a:lnTo>
                  <a:pt x="143" y="12"/>
                </a:lnTo>
                <a:lnTo>
                  <a:pt x="143" y="13"/>
                </a:lnTo>
                <a:lnTo>
                  <a:pt x="143" y="14"/>
                </a:lnTo>
                <a:lnTo>
                  <a:pt x="143" y="15"/>
                </a:lnTo>
                <a:lnTo>
                  <a:pt x="143" y="16"/>
                </a:lnTo>
                <a:lnTo>
                  <a:pt x="143" y="17"/>
                </a:lnTo>
                <a:lnTo>
                  <a:pt x="143" y="18"/>
                </a:lnTo>
                <a:lnTo>
                  <a:pt x="143" y="20"/>
                </a:lnTo>
                <a:lnTo>
                  <a:pt x="144" y="20"/>
                </a:lnTo>
                <a:lnTo>
                  <a:pt x="144" y="21"/>
                </a:lnTo>
                <a:lnTo>
                  <a:pt x="144" y="22"/>
                </a:lnTo>
                <a:lnTo>
                  <a:pt x="144" y="24"/>
                </a:lnTo>
                <a:lnTo>
                  <a:pt x="144" y="25"/>
                </a:lnTo>
                <a:lnTo>
                  <a:pt x="144" y="26"/>
                </a:lnTo>
                <a:lnTo>
                  <a:pt x="144" y="27"/>
                </a:lnTo>
                <a:lnTo>
                  <a:pt x="144" y="28"/>
                </a:lnTo>
                <a:lnTo>
                  <a:pt x="144" y="29"/>
                </a:lnTo>
                <a:lnTo>
                  <a:pt x="144" y="30"/>
                </a:lnTo>
                <a:lnTo>
                  <a:pt x="144" y="32"/>
                </a:lnTo>
                <a:lnTo>
                  <a:pt x="144" y="34"/>
                </a:lnTo>
                <a:lnTo>
                  <a:pt x="143" y="35"/>
                </a:lnTo>
                <a:lnTo>
                  <a:pt x="143" y="36"/>
                </a:lnTo>
                <a:lnTo>
                  <a:pt x="143" y="37"/>
                </a:lnTo>
                <a:lnTo>
                  <a:pt x="142" y="37"/>
                </a:lnTo>
                <a:lnTo>
                  <a:pt x="142" y="38"/>
                </a:lnTo>
                <a:lnTo>
                  <a:pt x="142" y="39"/>
                </a:lnTo>
                <a:lnTo>
                  <a:pt x="142" y="40"/>
                </a:lnTo>
                <a:lnTo>
                  <a:pt x="142" y="41"/>
                </a:lnTo>
                <a:lnTo>
                  <a:pt x="142" y="42"/>
                </a:lnTo>
                <a:lnTo>
                  <a:pt x="142" y="44"/>
                </a:lnTo>
                <a:lnTo>
                  <a:pt x="143" y="45"/>
                </a:lnTo>
                <a:lnTo>
                  <a:pt x="143" y="46"/>
                </a:lnTo>
                <a:lnTo>
                  <a:pt x="143" y="47"/>
                </a:lnTo>
                <a:lnTo>
                  <a:pt x="143" y="48"/>
                </a:lnTo>
                <a:lnTo>
                  <a:pt x="144" y="49"/>
                </a:lnTo>
                <a:lnTo>
                  <a:pt x="145" y="50"/>
                </a:lnTo>
                <a:lnTo>
                  <a:pt x="145" y="51"/>
                </a:lnTo>
                <a:lnTo>
                  <a:pt x="144" y="51"/>
                </a:lnTo>
                <a:lnTo>
                  <a:pt x="144" y="52"/>
                </a:lnTo>
                <a:lnTo>
                  <a:pt x="145" y="53"/>
                </a:lnTo>
                <a:lnTo>
                  <a:pt x="144" y="53"/>
                </a:lnTo>
                <a:lnTo>
                  <a:pt x="144" y="54"/>
                </a:lnTo>
                <a:lnTo>
                  <a:pt x="144" y="55"/>
                </a:lnTo>
                <a:lnTo>
                  <a:pt x="145" y="55"/>
                </a:lnTo>
                <a:lnTo>
                  <a:pt x="145" y="56"/>
                </a:lnTo>
                <a:lnTo>
                  <a:pt x="145" y="57"/>
                </a:lnTo>
                <a:lnTo>
                  <a:pt x="145" y="58"/>
                </a:lnTo>
                <a:lnTo>
                  <a:pt x="146" y="58"/>
                </a:lnTo>
                <a:lnTo>
                  <a:pt x="146" y="59"/>
                </a:lnTo>
                <a:lnTo>
                  <a:pt x="145" y="60"/>
                </a:lnTo>
                <a:lnTo>
                  <a:pt x="146" y="60"/>
                </a:lnTo>
                <a:lnTo>
                  <a:pt x="147" y="60"/>
                </a:lnTo>
                <a:lnTo>
                  <a:pt x="147" y="61"/>
                </a:lnTo>
                <a:lnTo>
                  <a:pt x="147" y="62"/>
                </a:lnTo>
                <a:lnTo>
                  <a:pt x="148" y="62"/>
                </a:lnTo>
                <a:lnTo>
                  <a:pt x="148" y="63"/>
                </a:lnTo>
                <a:lnTo>
                  <a:pt x="147" y="64"/>
                </a:lnTo>
                <a:lnTo>
                  <a:pt x="148" y="65"/>
                </a:lnTo>
                <a:lnTo>
                  <a:pt x="149" y="65"/>
                </a:lnTo>
                <a:lnTo>
                  <a:pt x="149" y="66"/>
                </a:lnTo>
                <a:lnTo>
                  <a:pt x="148" y="66"/>
                </a:lnTo>
                <a:lnTo>
                  <a:pt x="148" y="68"/>
                </a:lnTo>
                <a:lnTo>
                  <a:pt x="148" y="69"/>
                </a:lnTo>
                <a:lnTo>
                  <a:pt x="148" y="70"/>
                </a:lnTo>
                <a:lnTo>
                  <a:pt x="149" y="72"/>
                </a:lnTo>
                <a:lnTo>
                  <a:pt x="149" y="74"/>
                </a:lnTo>
                <a:lnTo>
                  <a:pt x="150" y="74"/>
                </a:lnTo>
                <a:lnTo>
                  <a:pt x="150" y="75"/>
                </a:lnTo>
                <a:lnTo>
                  <a:pt x="149" y="76"/>
                </a:lnTo>
                <a:lnTo>
                  <a:pt x="149" y="77"/>
                </a:lnTo>
                <a:lnTo>
                  <a:pt x="149" y="78"/>
                </a:lnTo>
                <a:lnTo>
                  <a:pt x="149" y="79"/>
                </a:lnTo>
                <a:lnTo>
                  <a:pt x="149" y="80"/>
                </a:lnTo>
                <a:lnTo>
                  <a:pt x="149" y="81"/>
                </a:lnTo>
                <a:lnTo>
                  <a:pt x="148" y="81"/>
                </a:lnTo>
                <a:lnTo>
                  <a:pt x="147" y="82"/>
                </a:lnTo>
                <a:lnTo>
                  <a:pt x="148" y="82"/>
                </a:lnTo>
                <a:lnTo>
                  <a:pt x="148" y="83"/>
                </a:lnTo>
                <a:lnTo>
                  <a:pt x="148" y="84"/>
                </a:lnTo>
                <a:lnTo>
                  <a:pt x="148" y="85"/>
                </a:lnTo>
                <a:lnTo>
                  <a:pt x="149" y="85"/>
                </a:lnTo>
                <a:lnTo>
                  <a:pt x="151" y="86"/>
                </a:lnTo>
                <a:lnTo>
                  <a:pt x="151" y="88"/>
                </a:lnTo>
                <a:lnTo>
                  <a:pt x="152" y="89"/>
                </a:lnTo>
                <a:lnTo>
                  <a:pt x="153" y="89"/>
                </a:lnTo>
                <a:lnTo>
                  <a:pt x="153" y="90"/>
                </a:lnTo>
                <a:lnTo>
                  <a:pt x="153" y="91"/>
                </a:lnTo>
                <a:lnTo>
                  <a:pt x="154" y="93"/>
                </a:lnTo>
                <a:lnTo>
                  <a:pt x="155" y="94"/>
                </a:lnTo>
                <a:lnTo>
                  <a:pt x="156" y="94"/>
                </a:lnTo>
                <a:lnTo>
                  <a:pt x="156" y="95"/>
                </a:lnTo>
                <a:lnTo>
                  <a:pt x="157" y="95"/>
                </a:lnTo>
                <a:lnTo>
                  <a:pt x="158" y="95"/>
                </a:lnTo>
                <a:lnTo>
                  <a:pt x="158" y="96"/>
                </a:lnTo>
                <a:lnTo>
                  <a:pt x="159" y="96"/>
                </a:lnTo>
                <a:lnTo>
                  <a:pt x="158" y="98"/>
                </a:lnTo>
                <a:lnTo>
                  <a:pt x="158" y="99"/>
                </a:lnTo>
                <a:lnTo>
                  <a:pt x="159" y="99"/>
                </a:lnTo>
                <a:lnTo>
                  <a:pt x="160" y="100"/>
                </a:lnTo>
                <a:lnTo>
                  <a:pt x="160" y="102"/>
                </a:lnTo>
                <a:lnTo>
                  <a:pt x="161" y="103"/>
                </a:lnTo>
                <a:lnTo>
                  <a:pt x="162" y="104"/>
                </a:lnTo>
                <a:lnTo>
                  <a:pt x="163" y="104"/>
                </a:lnTo>
                <a:lnTo>
                  <a:pt x="164" y="105"/>
                </a:lnTo>
                <a:lnTo>
                  <a:pt x="165" y="106"/>
                </a:lnTo>
                <a:lnTo>
                  <a:pt x="165" y="107"/>
                </a:lnTo>
                <a:lnTo>
                  <a:pt x="166" y="107"/>
                </a:lnTo>
                <a:lnTo>
                  <a:pt x="168" y="108"/>
                </a:lnTo>
                <a:lnTo>
                  <a:pt x="168" y="109"/>
                </a:lnTo>
                <a:lnTo>
                  <a:pt x="169" y="110"/>
                </a:lnTo>
                <a:lnTo>
                  <a:pt x="169" y="109"/>
                </a:lnTo>
                <a:lnTo>
                  <a:pt x="168" y="108"/>
                </a:lnTo>
                <a:lnTo>
                  <a:pt x="168" y="107"/>
                </a:lnTo>
                <a:lnTo>
                  <a:pt x="167" y="105"/>
                </a:lnTo>
                <a:lnTo>
                  <a:pt x="167" y="104"/>
                </a:lnTo>
                <a:lnTo>
                  <a:pt x="168" y="101"/>
                </a:lnTo>
                <a:lnTo>
                  <a:pt x="169" y="99"/>
                </a:lnTo>
                <a:lnTo>
                  <a:pt x="170" y="98"/>
                </a:lnTo>
                <a:lnTo>
                  <a:pt x="170" y="97"/>
                </a:lnTo>
                <a:lnTo>
                  <a:pt x="170" y="96"/>
                </a:lnTo>
                <a:lnTo>
                  <a:pt x="170" y="95"/>
                </a:lnTo>
                <a:lnTo>
                  <a:pt x="169" y="95"/>
                </a:lnTo>
                <a:lnTo>
                  <a:pt x="168" y="93"/>
                </a:lnTo>
                <a:lnTo>
                  <a:pt x="169" y="93"/>
                </a:lnTo>
                <a:lnTo>
                  <a:pt x="169" y="92"/>
                </a:lnTo>
                <a:lnTo>
                  <a:pt x="169" y="91"/>
                </a:lnTo>
                <a:lnTo>
                  <a:pt x="169" y="90"/>
                </a:lnTo>
                <a:lnTo>
                  <a:pt x="169" y="89"/>
                </a:lnTo>
                <a:lnTo>
                  <a:pt x="171" y="88"/>
                </a:lnTo>
                <a:lnTo>
                  <a:pt x="171" y="87"/>
                </a:lnTo>
                <a:lnTo>
                  <a:pt x="170" y="87"/>
                </a:lnTo>
                <a:lnTo>
                  <a:pt x="171" y="86"/>
                </a:lnTo>
                <a:lnTo>
                  <a:pt x="172" y="85"/>
                </a:lnTo>
                <a:lnTo>
                  <a:pt x="172" y="84"/>
                </a:lnTo>
                <a:lnTo>
                  <a:pt x="171" y="83"/>
                </a:lnTo>
                <a:lnTo>
                  <a:pt x="170" y="83"/>
                </a:lnTo>
                <a:lnTo>
                  <a:pt x="169" y="81"/>
                </a:lnTo>
                <a:lnTo>
                  <a:pt x="169" y="80"/>
                </a:lnTo>
                <a:lnTo>
                  <a:pt x="170" y="80"/>
                </a:lnTo>
                <a:lnTo>
                  <a:pt x="170" y="79"/>
                </a:lnTo>
                <a:lnTo>
                  <a:pt x="170" y="77"/>
                </a:lnTo>
                <a:lnTo>
                  <a:pt x="169" y="76"/>
                </a:lnTo>
                <a:lnTo>
                  <a:pt x="168" y="76"/>
                </a:lnTo>
                <a:lnTo>
                  <a:pt x="168" y="75"/>
                </a:lnTo>
                <a:lnTo>
                  <a:pt x="168" y="74"/>
                </a:lnTo>
                <a:lnTo>
                  <a:pt x="168" y="72"/>
                </a:lnTo>
                <a:lnTo>
                  <a:pt x="169" y="71"/>
                </a:lnTo>
                <a:lnTo>
                  <a:pt x="169" y="70"/>
                </a:lnTo>
                <a:lnTo>
                  <a:pt x="169" y="69"/>
                </a:lnTo>
                <a:lnTo>
                  <a:pt x="171" y="69"/>
                </a:lnTo>
                <a:lnTo>
                  <a:pt x="172" y="69"/>
                </a:lnTo>
                <a:lnTo>
                  <a:pt x="173" y="69"/>
                </a:lnTo>
                <a:lnTo>
                  <a:pt x="174" y="69"/>
                </a:lnTo>
                <a:lnTo>
                  <a:pt x="174" y="68"/>
                </a:lnTo>
                <a:lnTo>
                  <a:pt x="174" y="67"/>
                </a:lnTo>
                <a:lnTo>
                  <a:pt x="174" y="66"/>
                </a:lnTo>
                <a:lnTo>
                  <a:pt x="175" y="66"/>
                </a:lnTo>
                <a:lnTo>
                  <a:pt x="176" y="65"/>
                </a:lnTo>
                <a:lnTo>
                  <a:pt x="177" y="65"/>
                </a:lnTo>
                <a:lnTo>
                  <a:pt x="177" y="64"/>
                </a:lnTo>
                <a:lnTo>
                  <a:pt x="177" y="63"/>
                </a:lnTo>
                <a:lnTo>
                  <a:pt x="177" y="62"/>
                </a:lnTo>
                <a:lnTo>
                  <a:pt x="178" y="62"/>
                </a:lnTo>
                <a:lnTo>
                  <a:pt x="179" y="62"/>
                </a:lnTo>
                <a:lnTo>
                  <a:pt x="179" y="63"/>
                </a:lnTo>
                <a:lnTo>
                  <a:pt x="180" y="63"/>
                </a:lnTo>
                <a:lnTo>
                  <a:pt x="180" y="62"/>
                </a:lnTo>
                <a:lnTo>
                  <a:pt x="181" y="61"/>
                </a:lnTo>
                <a:lnTo>
                  <a:pt x="181" y="59"/>
                </a:lnTo>
                <a:lnTo>
                  <a:pt x="181" y="57"/>
                </a:lnTo>
                <a:lnTo>
                  <a:pt x="180" y="56"/>
                </a:lnTo>
                <a:lnTo>
                  <a:pt x="181" y="55"/>
                </a:lnTo>
                <a:lnTo>
                  <a:pt x="182" y="55"/>
                </a:lnTo>
                <a:lnTo>
                  <a:pt x="182" y="54"/>
                </a:lnTo>
                <a:lnTo>
                  <a:pt x="182" y="53"/>
                </a:lnTo>
                <a:lnTo>
                  <a:pt x="183" y="53"/>
                </a:lnTo>
                <a:lnTo>
                  <a:pt x="183" y="52"/>
                </a:lnTo>
                <a:lnTo>
                  <a:pt x="184" y="52"/>
                </a:lnTo>
                <a:lnTo>
                  <a:pt x="185" y="52"/>
                </a:lnTo>
                <a:lnTo>
                  <a:pt x="186" y="51"/>
                </a:lnTo>
                <a:lnTo>
                  <a:pt x="187" y="51"/>
                </a:lnTo>
                <a:lnTo>
                  <a:pt x="187" y="50"/>
                </a:lnTo>
                <a:lnTo>
                  <a:pt x="188" y="50"/>
                </a:lnTo>
                <a:lnTo>
                  <a:pt x="188" y="49"/>
                </a:lnTo>
                <a:lnTo>
                  <a:pt x="187" y="49"/>
                </a:lnTo>
                <a:lnTo>
                  <a:pt x="187" y="48"/>
                </a:lnTo>
                <a:lnTo>
                  <a:pt x="187" y="47"/>
                </a:lnTo>
                <a:lnTo>
                  <a:pt x="187" y="46"/>
                </a:lnTo>
                <a:lnTo>
                  <a:pt x="187" y="45"/>
                </a:lnTo>
                <a:lnTo>
                  <a:pt x="188" y="45"/>
                </a:lnTo>
                <a:lnTo>
                  <a:pt x="189" y="44"/>
                </a:lnTo>
                <a:lnTo>
                  <a:pt x="188" y="43"/>
                </a:lnTo>
                <a:lnTo>
                  <a:pt x="189" y="42"/>
                </a:lnTo>
                <a:lnTo>
                  <a:pt x="191" y="42"/>
                </a:lnTo>
                <a:lnTo>
                  <a:pt x="192" y="42"/>
                </a:lnTo>
                <a:lnTo>
                  <a:pt x="194" y="43"/>
                </a:lnTo>
                <a:lnTo>
                  <a:pt x="195" y="42"/>
                </a:lnTo>
                <a:lnTo>
                  <a:pt x="195" y="41"/>
                </a:lnTo>
                <a:lnTo>
                  <a:pt x="196" y="40"/>
                </a:lnTo>
                <a:lnTo>
                  <a:pt x="197" y="40"/>
                </a:lnTo>
                <a:lnTo>
                  <a:pt x="197" y="39"/>
                </a:lnTo>
                <a:lnTo>
                  <a:pt x="197" y="41"/>
                </a:lnTo>
                <a:lnTo>
                  <a:pt x="198" y="42"/>
                </a:lnTo>
                <a:lnTo>
                  <a:pt x="198" y="45"/>
                </a:lnTo>
                <a:lnTo>
                  <a:pt x="197" y="46"/>
                </a:lnTo>
                <a:lnTo>
                  <a:pt x="198" y="48"/>
                </a:lnTo>
                <a:lnTo>
                  <a:pt x="198" y="49"/>
                </a:lnTo>
                <a:lnTo>
                  <a:pt x="199" y="50"/>
                </a:lnTo>
                <a:lnTo>
                  <a:pt x="199" y="51"/>
                </a:lnTo>
                <a:lnTo>
                  <a:pt x="198" y="52"/>
                </a:lnTo>
                <a:lnTo>
                  <a:pt x="199" y="52"/>
                </a:lnTo>
                <a:lnTo>
                  <a:pt x="200" y="53"/>
                </a:lnTo>
                <a:lnTo>
                  <a:pt x="200" y="54"/>
                </a:lnTo>
                <a:lnTo>
                  <a:pt x="202" y="54"/>
                </a:lnTo>
                <a:lnTo>
                  <a:pt x="204" y="54"/>
                </a:lnTo>
                <a:lnTo>
                  <a:pt x="205" y="55"/>
                </a:lnTo>
                <a:lnTo>
                  <a:pt x="207" y="57"/>
                </a:lnTo>
                <a:lnTo>
                  <a:pt x="208" y="57"/>
                </a:lnTo>
                <a:lnTo>
                  <a:pt x="208" y="58"/>
                </a:lnTo>
                <a:lnTo>
                  <a:pt x="208" y="59"/>
                </a:lnTo>
                <a:lnTo>
                  <a:pt x="208" y="61"/>
                </a:lnTo>
                <a:lnTo>
                  <a:pt x="209" y="61"/>
                </a:lnTo>
                <a:lnTo>
                  <a:pt x="210" y="61"/>
                </a:lnTo>
                <a:lnTo>
                  <a:pt x="210" y="60"/>
                </a:lnTo>
                <a:lnTo>
                  <a:pt x="211" y="61"/>
                </a:lnTo>
                <a:lnTo>
                  <a:pt x="211" y="62"/>
                </a:lnTo>
                <a:lnTo>
                  <a:pt x="211" y="63"/>
                </a:lnTo>
                <a:lnTo>
                  <a:pt x="212" y="63"/>
                </a:lnTo>
                <a:lnTo>
                  <a:pt x="214" y="64"/>
                </a:lnTo>
                <a:lnTo>
                  <a:pt x="215" y="64"/>
                </a:lnTo>
                <a:lnTo>
                  <a:pt x="216" y="65"/>
                </a:lnTo>
                <a:lnTo>
                  <a:pt x="217" y="66"/>
                </a:lnTo>
                <a:lnTo>
                  <a:pt x="218" y="66"/>
                </a:lnTo>
                <a:lnTo>
                  <a:pt x="218" y="67"/>
                </a:lnTo>
                <a:lnTo>
                  <a:pt x="219" y="68"/>
                </a:lnTo>
                <a:lnTo>
                  <a:pt x="219" y="69"/>
                </a:lnTo>
                <a:lnTo>
                  <a:pt x="219" y="70"/>
                </a:lnTo>
                <a:lnTo>
                  <a:pt x="220" y="71"/>
                </a:lnTo>
                <a:lnTo>
                  <a:pt x="221" y="71"/>
                </a:lnTo>
                <a:lnTo>
                  <a:pt x="221" y="72"/>
                </a:lnTo>
                <a:lnTo>
                  <a:pt x="221" y="73"/>
                </a:lnTo>
                <a:lnTo>
                  <a:pt x="221" y="74"/>
                </a:lnTo>
                <a:lnTo>
                  <a:pt x="222" y="77"/>
                </a:lnTo>
                <a:lnTo>
                  <a:pt x="222" y="78"/>
                </a:lnTo>
                <a:lnTo>
                  <a:pt x="223" y="78"/>
                </a:lnTo>
                <a:lnTo>
                  <a:pt x="224" y="78"/>
                </a:lnTo>
                <a:lnTo>
                  <a:pt x="226" y="79"/>
                </a:lnTo>
                <a:lnTo>
                  <a:pt x="226" y="80"/>
                </a:lnTo>
                <a:lnTo>
                  <a:pt x="228" y="80"/>
                </a:lnTo>
                <a:lnTo>
                  <a:pt x="228" y="81"/>
                </a:lnTo>
                <a:lnTo>
                  <a:pt x="229" y="82"/>
                </a:lnTo>
                <a:lnTo>
                  <a:pt x="229" y="83"/>
                </a:lnTo>
                <a:lnTo>
                  <a:pt x="228" y="84"/>
                </a:lnTo>
                <a:lnTo>
                  <a:pt x="228" y="85"/>
                </a:lnTo>
                <a:lnTo>
                  <a:pt x="228" y="86"/>
                </a:lnTo>
                <a:lnTo>
                  <a:pt x="228" y="87"/>
                </a:lnTo>
                <a:lnTo>
                  <a:pt x="228" y="88"/>
                </a:lnTo>
                <a:lnTo>
                  <a:pt x="229" y="88"/>
                </a:lnTo>
                <a:lnTo>
                  <a:pt x="231" y="88"/>
                </a:lnTo>
                <a:lnTo>
                  <a:pt x="231" y="89"/>
                </a:lnTo>
                <a:lnTo>
                  <a:pt x="232" y="89"/>
                </a:lnTo>
                <a:lnTo>
                  <a:pt x="233" y="89"/>
                </a:lnTo>
                <a:lnTo>
                  <a:pt x="235" y="89"/>
                </a:lnTo>
                <a:lnTo>
                  <a:pt x="237" y="92"/>
                </a:lnTo>
                <a:lnTo>
                  <a:pt x="238" y="92"/>
                </a:lnTo>
                <a:lnTo>
                  <a:pt x="238" y="93"/>
                </a:lnTo>
                <a:lnTo>
                  <a:pt x="238" y="95"/>
                </a:lnTo>
                <a:lnTo>
                  <a:pt x="237" y="95"/>
                </a:lnTo>
                <a:lnTo>
                  <a:pt x="236" y="96"/>
                </a:lnTo>
                <a:lnTo>
                  <a:pt x="236" y="97"/>
                </a:lnTo>
                <a:lnTo>
                  <a:pt x="237" y="98"/>
                </a:lnTo>
                <a:lnTo>
                  <a:pt x="237" y="97"/>
                </a:lnTo>
                <a:lnTo>
                  <a:pt x="239" y="99"/>
                </a:lnTo>
                <a:lnTo>
                  <a:pt x="239" y="100"/>
                </a:lnTo>
                <a:lnTo>
                  <a:pt x="238" y="101"/>
                </a:lnTo>
                <a:lnTo>
                  <a:pt x="237" y="102"/>
                </a:lnTo>
                <a:lnTo>
                  <a:pt x="238" y="102"/>
                </a:lnTo>
                <a:lnTo>
                  <a:pt x="238" y="103"/>
                </a:lnTo>
                <a:lnTo>
                  <a:pt x="237" y="103"/>
                </a:lnTo>
                <a:lnTo>
                  <a:pt x="236" y="104"/>
                </a:lnTo>
                <a:lnTo>
                  <a:pt x="235" y="104"/>
                </a:lnTo>
                <a:lnTo>
                  <a:pt x="234" y="104"/>
                </a:lnTo>
                <a:lnTo>
                  <a:pt x="234" y="105"/>
                </a:lnTo>
                <a:lnTo>
                  <a:pt x="233" y="105"/>
                </a:lnTo>
                <a:lnTo>
                  <a:pt x="232" y="105"/>
                </a:lnTo>
                <a:lnTo>
                  <a:pt x="231" y="105"/>
                </a:lnTo>
                <a:lnTo>
                  <a:pt x="231" y="106"/>
                </a:lnTo>
                <a:lnTo>
                  <a:pt x="231" y="107"/>
                </a:lnTo>
                <a:lnTo>
                  <a:pt x="230" y="107"/>
                </a:lnTo>
                <a:lnTo>
                  <a:pt x="229" y="106"/>
                </a:lnTo>
                <a:lnTo>
                  <a:pt x="228" y="106"/>
                </a:lnTo>
                <a:lnTo>
                  <a:pt x="227" y="107"/>
                </a:lnTo>
                <a:lnTo>
                  <a:pt x="226" y="107"/>
                </a:lnTo>
                <a:lnTo>
                  <a:pt x="225" y="107"/>
                </a:lnTo>
                <a:lnTo>
                  <a:pt x="225" y="108"/>
                </a:lnTo>
                <a:lnTo>
                  <a:pt x="225" y="109"/>
                </a:lnTo>
                <a:lnTo>
                  <a:pt x="224" y="110"/>
                </a:lnTo>
                <a:lnTo>
                  <a:pt x="224" y="111"/>
                </a:lnTo>
                <a:lnTo>
                  <a:pt x="225" y="111"/>
                </a:lnTo>
                <a:lnTo>
                  <a:pt x="225" y="112"/>
                </a:lnTo>
                <a:lnTo>
                  <a:pt x="226" y="112"/>
                </a:lnTo>
                <a:lnTo>
                  <a:pt x="227" y="113"/>
                </a:lnTo>
                <a:lnTo>
                  <a:pt x="226" y="113"/>
                </a:lnTo>
                <a:lnTo>
                  <a:pt x="227" y="113"/>
                </a:lnTo>
                <a:lnTo>
                  <a:pt x="227" y="114"/>
                </a:lnTo>
                <a:lnTo>
                  <a:pt x="227" y="115"/>
                </a:lnTo>
                <a:lnTo>
                  <a:pt x="228" y="117"/>
                </a:lnTo>
                <a:lnTo>
                  <a:pt x="228" y="118"/>
                </a:lnTo>
                <a:lnTo>
                  <a:pt x="229" y="118"/>
                </a:lnTo>
                <a:lnTo>
                  <a:pt x="229" y="119"/>
                </a:lnTo>
                <a:lnTo>
                  <a:pt x="229" y="120"/>
                </a:lnTo>
                <a:lnTo>
                  <a:pt x="230" y="121"/>
                </a:lnTo>
                <a:lnTo>
                  <a:pt x="230" y="122"/>
                </a:lnTo>
                <a:lnTo>
                  <a:pt x="231" y="123"/>
                </a:lnTo>
                <a:lnTo>
                  <a:pt x="233" y="123"/>
                </a:lnTo>
                <a:lnTo>
                  <a:pt x="233" y="124"/>
                </a:lnTo>
                <a:lnTo>
                  <a:pt x="234" y="124"/>
                </a:lnTo>
                <a:lnTo>
                  <a:pt x="235" y="126"/>
                </a:lnTo>
                <a:lnTo>
                  <a:pt x="236" y="126"/>
                </a:lnTo>
                <a:lnTo>
                  <a:pt x="236" y="127"/>
                </a:lnTo>
                <a:lnTo>
                  <a:pt x="237" y="128"/>
                </a:lnTo>
                <a:lnTo>
                  <a:pt x="239" y="130"/>
                </a:lnTo>
                <a:lnTo>
                  <a:pt x="240" y="131"/>
                </a:lnTo>
                <a:lnTo>
                  <a:pt x="240" y="132"/>
                </a:lnTo>
                <a:lnTo>
                  <a:pt x="239" y="133"/>
                </a:lnTo>
                <a:lnTo>
                  <a:pt x="238" y="135"/>
                </a:lnTo>
                <a:lnTo>
                  <a:pt x="238" y="136"/>
                </a:lnTo>
                <a:lnTo>
                  <a:pt x="239" y="136"/>
                </a:lnTo>
                <a:lnTo>
                  <a:pt x="241" y="137"/>
                </a:lnTo>
                <a:lnTo>
                  <a:pt x="241" y="138"/>
                </a:lnTo>
                <a:lnTo>
                  <a:pt x="242" y="138"/>
                </a:lnTo>
                <a:lnTo>
                  <a:pt x="243" y="138"/>
                </a:lnTo>
                <a:lnTo>
                  <a:pt x="243" y="139"/>
                </a:lnTo>
                <a:lnTo>
                  <a:pt x="244" y="139"/>
                </a:lnTo>
                <a:lnTo>
                  <a:pt x="246" y="139"/>
                </a:lnTo>
                <a:lnTo>
                  <a:pt x="247" y="139"/>
                </a:lnTo>
                <a:lnTo>
                  <a:pt x="248" y="139"/>
                </a:lnTo>
                <a:lnTo>
                  <a:pt x="249" y="139"/>
                </a:lnTo>
                <a:lnTo>
                  <a:pt x="250" y="139"/>
                </a:lnTo>
                <a:lnTo>
                  <a:pt x="250" y="140"/>
                </a:lnTo>
                <a:lnTo>
                  <a:pt x="250" y="141"/>
                </a:lnTo>
                <a:lnTo>
                  <a:pt x="250" y="143"/>
                </a:lnTo>
                <a:lnTo>
                  <a:pt x="249" y="144"/>
                </a:lnTo>
                <a:lnTo>
                  <a:pt x="248" y="145"/>
                </a:lnTo>
                <a:lnTo>
                  <a:pt x="248" y="146"/>
                </a:lnTo>
                <a:lnTo>
                  <a:pt x="249" y="146"/>
                </a:lnTo>
                <a:lnTo>
                  <a:pt x="250" y="146"/>
                </a:lnTo>
                <a:lnTo>
                  <a:pt x="250" y="147"/>
                </a:lnTo>
                <a:lnTo>
                  <a:pt x="250" y="148"/>
                </a:lnTo>
                <a:lnTo>
                  <a:pt x="250" y="149"/>
                </a:lnTo>
                <a:lnTo>
                  <a:pt x="250" y="150"/>
                </a:lnTo>
                <a:lnTo>
                  <a:pt x="250" y="151"/>
                </a:lnTo>
                <a:lnTo>
                  <a:pt x="250" y="152"/>
                </a:lnTo>
                <a:lnTo>
                  <a:pt x="251" y="154"/>
                </a:lnTo>
                <a:lnTo>
                  <a:pt x="252" y="154"/>
                </a:lnTo>
                <a:lnTo>
                  <a:pt x="253" y="154"/>
                </a:lnTo>
                <a:lnTo>
                  <a:pt x="253" y="153"/>
                </a:lnTo>
                <a:lnTo>
                  <a:pt x="254" y="153"/>
                </a:lnTo>
                <a:lnTo>
                  <a:pt x="254" y="152"/>
                </a:lnTo>
                <a:lnTo>
                  <a:pt x="254" y="151"/>
                </a:lnTo>
                <a:lnTo>
                  <a:pt x="254" y="150"/>
                </a:lnTo>
                <a:lnTo>
                  <a:pt x="255" y="150"/>
                </a:lnTo>
                <a:lnTo>
                  <a:pt x="256" y="150"/>
                </a:lnTo>
                <a:lnTo>
                  <a:pt x="256" y="151"/>
                </a:lnTo>
                <a:lnTo>
                  <a:pt x="257" y="149"/>
                </a:lnTo>
                <a:lnTo>
                  <a:pt x="257" y="148"/>
                </a:lnTo>
                <a:lnTo>
                  <a:pt x="258" y="148"/>
                </a:lnTo>
                <a:lnTo>
                  <a:pt x="258" y="147"/>
                </a:lnTo>
                <a:lnTo>
                  <a:pt x="259" y="146"/>
                </a:lnTo>
                <a:lnTo>
                  <a:pt x="260" y="144"/>
                </a:lnTo>
                <a:lnTo>
                  <a:pt x="260" y="142"/>
                </a:lnTo>
                <a:lnTo>
                  <a:pt x="261" y="141"/>
                </a:lnTo>
                <a:lnTo>
                  <a:pt x="262" y="140"/>
                </a:lnTo>
                <a:lnTo>
                  <a:pt x="261" y="140"/>
                </a:lnTo>
                <a:lnTo>
                  <a:pt x="261" y="139"/>
                </a:lnTo>
                <a:lnTo>
                  <a:pt x="262" y="139"/>
                </a:lnTo>
                <a:lnTo>
                  <a:pt x="263" y="139"/>
                </a:lnTo>
                <a:lnTo>
                  <a:pt x="265" y="140"/>
                </a:lnTo>
                <a:lnTo>
                  <a:pt x="266" y="140"/>
                </a:lnTo>
                <a:lnTo>
                  <a:pt x="266" y="141"/>
                </a:lnTo>
                <a:lnTo>
                  <a:pt x="267" y="141"/>
                </a:lnTo>
                <a:lnTo>
                  <a:pt x="268" y="141"/>
                </a:lnTo>
                <a:lnTo>
                  <a:pt x="269" y="143"/>
                </a:lnTo>
                <a:lnTo>
                  <a:pt x="269" y="144"/>
                </a:lnTo>
                <a:lnTo>
                  <a:pt x="270" y="144"/>
                </a:lnTo>
                <a:lnTo>
                  <a:pt x="270" y="143"/>
                </a:lnTo>
                <a:lnTo>
                  <a:pt x="271" y="143"/>
                </a:lnTo>
                <a:lnTo>
                  <a:pt x="271" y="144"/>
                </a:lnTo>
                <a:lnTo>
                  <a:pt x="271" y="145"/>
                </a:lnTo>
                <a:lnTo>
                  <a:pt x="272" y="145"/>
                </a:lnTo>
                <a:lnTo>
                  <a:pt x="272" y="144"/>
                </a:lnTo>
                <a:lnTo>
                  <a:pt x="273" y="144"/>
                </a:lnTo>
                <a:lnTo>
                  <a:pt x="273" y="143"/>
                </a:lnTo>
                <a:lnTo>
                  <a:pt x="274" y="143"/>
                </a:lnTo>
                <a:lnTo>
                  <a:pt x="275" y="142"/>
                </a:lnTo>
                <a:lnTo>
                  <a:pt x="276" y="141"/>
                </a:lnTo>
                <a:lnTo>
                  <a:pt x="277" y="140"/>
                </a:lnTo>
                <a:lnTo>
                  <a:pt x="278" y="139"/>
                </a:lnTo>
                <a:lnTo>
                  <a:pt x="277" y="139"/>
                </a:lnTo>
                <a:lnTo>
                  <a:pt x="277" y="138"/>
                </a:lnTo>
                <a:lnTo>
                  <a:pt x="278" y="136"/>
                </a:lnTo>
                <a:lnTo>
                  <a:pt x="279" y="136"/>
                </a:lnTo>
                <a:lnTo>
                  <a:pt x="279" y="135"/>
                </a:lnTo>
                <a:lnTo>
                  <a:pt x="280" y="135"/>
                </a:lnTo>
                <a:lnTo>
                  <a:pt x="280" y="134"/>
                </a:lnTo>
                <a:lnTo>
                  <a:pt x="281" y="134"/>
                </a:lnTo>
                <a:lnTo>
                  <a:pt x="281" y="135"/>
                </a:lnTo>
                <a:lnTo>
                  <a:pt x="282" y="134"/>
                </a:lnTo>
                <a:lnTo>
                  <a:pt x="283" y="134"/>
                </a:lnTo>
                <a:lnTo>
                  <a:pt x="284" y="133"/>
                </a:lnTo>
                <a:lnTo>
                  <a:pt x="285" y="135"/>
                </a:lnTo>
                <a:lnTo>
                  <a:pt x="285" y="136"/>
                </a:lnTo>
                <a:lnTo>
                  <a:pt x="286" y="137"/>
                </a:lnTo>
                <a:lnTo>
                  <a:pt x="286" y="138"/>
                </a:lnTo>
                <a:lnTo>
                  <a:pt x="285" y="139"/>
                </a:lnTo>
                <a:lnTo>
                  <a:pt x="286" y="139"/>
                </a:lnTo>
                <a:lnTo>
                  <a:pt x="287" y="139"/>
                </a:lnTo>
                <a:lnTo>
                  <a:pt x="287" y="140"/>
                </a:lnTo>
                <a:lnTo>
                  <a:pt x="287" y="141"/>
                </a:lnTo>
                <a:lnTo>
                  <a:pt x="287" y="142"/>
                </a:lnTo>
                <a:lnTo>
                  <a:pt x="286" y="142"/>
                </a:lnTo>
                <a:lnTo>
                  <a:pt x="286" y="143"/>
                </a:lnTo>
                <a:lnTo>
                  <a:pt x="286" y="144"/>
                </a:lnTo>
                <a:lnTo>
                  <a:pt x="286" y="145"/>
                </a:lnTo>
                <a:lnTo>
                  <a:pt x="286" y="146"/>
                </a:lnTo>
                <a:lnTo>
                  <a:pt x="287" y="147"/>
                </a:lnTo>
                <a:lnTo>
                  <a:pt x="288" y="147"/>
                </a:lnTo>
                <a:lnTo>
                  <a:pt x="289" y="148"/>
                </a:lnTo>
                <a:lnTo>
                  <a:pt x="290" y="149"/>
                </a:lnTo>
                <a:lnTo>
                  <a:pt x="291" y="149"/>
                </a:lnTo>
                <a:lnTo>
                  <a:pt x="291" y="150"/>
                </a:lnTo>
                <a:lnTo>
                  <a:pt x="292" y="151"/>
                </a:lnTo>
                <a:lnTo>
                  <a:pt x="292" y="152"/>
                </a:lnTo>
                <a:lnTo>
                  <a:pt x="293" y="153"/>
                </a:lnTo>
                <a:lnTo>
                  <a:pt x="293" y="155"/>
                </a:lnTo>
                <a:lnTo>
                  <a:pt x="293" y="156"/>
                </a:lnTo>
                <a:lnTo>
                  <a:pt x="293" y="157"/>
                </a:lnTo>
                <a:lnTo>
                  <a:pt x="293" y="158"/>
                </a:lnTo>
                <a:lnTo>
                  <a:pt x="294" y="158"/>
                </a:lnTo>
                <a:lnTo>
                  <a:pt x="295" y="158"/>
                </a:lnTo>
                <a:lnTo>
                  <a:pt x="297" y="158"/>
                </a:lnTo>
                <a:lnTo>
                  <a:pt x="298" y="158"/>
                </a:lnTo>
                <a:lnTo>
                  <a:pt x="299" y="159"/>
                </a:lnTo>
                <a:lnTo>
                  <a:pt x="299" y="160"/>
                </a:lnTo>
                <a:lnTo>
                  <a:pt x="298" y="160"/>
                </a:lnTo>
                <a:lnTo>
                  <a:pt x="297" y="160"/>
                </a:lnTo>
                <a:lnTo>
                  <a:pt x="297" y="161"/>
                </a:lnTo>
                <a:lnTo>
                  <a:pt x="298" y="161"/>
                </a:lnTo>
                <a:lnTo>
                  <a:pt x="298" y="162"/>
                </a:lnTo>
                <a:lnTo>
                  <a:pt x="299" y="162"/>
                </a:lnTo>
                <a:lnTo>
                  <a:pt x="298" y="163"/>
                </a:lnTo>
                <a:lnTo>
                  <a:pt x="298" y="164"/>
                </a:lnTo>
                <a:lnTo>
                  <a:pt x="297" y="165"/>
                </a:lnTo>
                <a:lnTo>
                  <a:pt x="298" y="165"/>
                </a:lnTo>
                <a:lnTo>
                  <a:pt x="299" y="165"/>
                </a:lnTo>
                <a:lnTo>
                  <a:pt x="299" y="164"/>
                </a:lnTo>
                <a:lnTo>
                  <a:pt x="300" y="164"/>
                </a:lnTo>
                <a:lnTo>
                  <a:pt x="300" y="165"/>
                </a:lnTo>
                <a:lnTo>
                  <a:pt x="300" y="166"/>
                </a:lnTo>
                <a:lnTo>
                  <a:pt x="299" y="166"/>
                </a:lnTo>
                <a:lnTo>
                  <a:pt x="300" y="167"/>
                </a:lnTo>
                <a:lnTo>
                  <a:pt x="302" y="169"/>
                </a:lnTo>
                <a:lnTo>
                  <a:pt x="302" y="170"/>
                </a:lnTo>
                <a:lnTo>
                  <a:pt x="303" y="170"/>
                </a:lnTo>
                <a:lnTo>
                  <a:pt x="303" y="171"/>
                </a:lnTo>
                <a:lnTo>
                  <a:pt x="304" y="173"/>
                </a:lnTo>
                <a:lnTo>
                  <a:pt x="304" y="174"/>
                </a:lnTo>
                <a:lnTo>
                  <a:pt x="305" y="174"/>
                </a:lnTo>
                <a:lnTo>
                  <a:pt x="305" y="175"/>
                </a:lnTo>
                <a:lnTo>
                  <a:pt x="305" y="177"/>
                </a:lnTo>
                <a:lnTo>
                  <a:pt x="304" y="177"/>
                </a:lnTo>
                <a:lnTo>
                  <a:pt x="304" y="178"/>
                </a:lnTo>
                <a:lnTo>
                  <a:pt x="304" y="179"/>
                </a:lnTo>
                <a:lnTo>
                  <a:pt x="304" y="181"/>
                </a:lnTo>
                <a:lnTo>
                  <a:pt x="305" y="181"/>
                </a:lnTo>
                <a:lnTo>
                  <a:pt x="305" y="180"/>
                </a:lnTo>
                <a:lnTo>
                  <a:pt x="306" y="180"/>
                </a:lnTo>
                <a:lnTo>
                  <a:pt x="306" y="179"/>
                </a:lnTo>
                <a:lnTo>
                  <a:pt x="307" y="180"/>
                </a:lnTo>
                <a:lnTo>
                  <a:pt x="308" y="181"/>
                </a:lnTo>
                <a:lnTo>
                  <a:pt x="309" y="182"/>
                </a:lnTo>
                <a:lnTo>
                  <a:pt x="309" y="183"/>
                </a:lnTo>
                <a:lnTo>
                  <a:pt x="308" y="183"/>
                </a:lnTo>
                <a:lnTo>
                  <a:pt x="308" y="184"/>
                </a:lnTo>
                <a:lnTo>
                  <a:pt x="309" y="187"/>
                </a:lnTo>
                <a:lnTo>
                  <a:pt x="310" y="187"/>
                </a:lnTo>
                <a:lnTo>
                  <a:pt x="311" y="189"/>
                </a:lnTo>
                <a:lnTo>
                  <a:pt x="312" y="190"/>
                </a:lnTo>
                <a:lnTo>
                  <a:pt x="312" y="191"/>
                </a:lnTo>
                <a:lnTo>
                  <a:pt x="312" y="192"/>
                </a:lnTo>
                <a:lnTo>
                  <a:pt x="313" y="192"/>
                </a:lnTo>
                <a:lnTo>
                  <a:pt x="314" y="192"/>
                </a:lnTo>
                <a:lnTo>
                  <a:pt x="314" y="193"/>
                </a:lnTo>
                <a:lnTo>
                  <a:pt x="315" y="194"/>
                </a:lnTo>
                <a:lnTo>
                  <a:pt x="314" y="194"/>
                </a:lnTo>
                <a:lnTo>
                  <a:pt x="314" y="195"/>
                </a:lnTo>
                <a:lnTo>
                  <a:pt x="313" y="196"/>
                </a:lnTo>
                <a:lnTo>
                  <a:pt x="314" y="196"/>
                </a:lnTo>
                <a:lnTo>
                  <a:pt x="315" y="198"/>
                </a:lnTo>
                <a:lnTo>
                  <a:pt x="316" y="199"/>
                </a:lnTo>
                <a:lnTo>
                  <a:pt x="315" y="199"/>
                </a:lnTo>
                <a:lnTo>
                  <a:pt x="315" y="200"/>
                </a:lnTo>
                <a:lnTo>
                  <a:pt x="316" y="201"/>
                </a:lnTo>
                <a:lnTo>
                  <a:pt x="316" y="202"/>
                </a:lnTo>
                <a:lnTo>
                  <a:pt x="316" y="203"/>
                </a:lnTo>
                <a:lnTo>
                  <a:pt x="317" y="203"/>
                </a:lnTo>
                <a:lnTo>
                  <a:pt x="316" y="204"/>
                </a:lnTo>
                <a:lnTo>
                  <a:pt x="316" y="205"/>
                </a:lnTo>
                <a:lnTo>
                  <a:pt x="317" y="206"/>
                </a:lnTo>
                <a:lnTo>
                  <a:pt x="318" y="206"/>
                </a:lnTo>
                <a:lnTo>
                  <a:pt x="318" y="207"/>
                </a:lnTo>
                <a:lnTo>
                  <a:pt x="319" y="208"/>
                </a:lnTo>
                <a:lnTo>
                  <a:pt x="320" y="208"/>
                </a:lnTo>
                <a:lnTo>
                  <a:pt x="320" y="207"/>
                </a:lnTo>
                <a:lnTo>
                  <a:pt x="321" y="207"/>
                </a:lnTo>
                <a:lnTo>
                  <a:pt x="322" y="207"/>
                </a:lnTo>
                <a:lnTo>
                  <a:pt x="323" y="207"/>
                </a:lnTo>
                <a:lnTo>
                  <a:pt x="324" y="207"/>
                </a:lnTo>
                <a:lnTo>
                  <a:pt x="325" y="207"/>
                </a:lnTo>
                <a:lnTo>
                  <a:pt x="326" y="207"/>
                </a:lnTo>
                <a:lnTo>
                  <a:pt x="326" y="208"/>
                </a:lnTo>
                <a:lnTo>
                  <a:pt x="327" y="208"/>
                </a:lnTo>
                <a:lnTo>
                  <a:pt x="327" y="207"/>
                </a:lnTo>
                <a:lnTo>
                  <a:pt x="328" y="208"/>
                </a:lnTo>
                <a:lnTo>
                  <a:pt x="328" y="210"/>
                </a:lnTo>
                <a:lnTo>
                  <a:pt x="328" y="211"/>
                </a:lnTo>
                <a:lnTo>
                  <a:pt x="327" y="212"/>
                </a:lnTo>
                <a:lnTo>
                  <a:pt x="327" y="213"/>
                </a:lnTo>
                <a:lnTo>
                  <a:pt x="327" y="214"/>
                </a:lnTo>
                <a:lnTo>
                  <a:pt x="327" y="215"/>
                </a:lnTo>
                <a:lnTo>
                  <a:pt x="326" y="217"/>
                </a:lnTo>
                <a:lnTo>
                  <a:pt x="326" y="218"/>
                </a:lnTo>
                <a:lnTo>
                  <a:pt x="327" y="218"/>
                </a:lnTo>
                <a:lnTo>
                  <a:pt x="327" y="220"/>
                </a:lnTo>
                <a:lnTo>
                  <a:pt x="326" y="220"/>
                </a:lnTo>
                <a:lnTo>
                  <a:pt x="326" y="221"/>
                </a:lnTo>
                <a:lnTo>
                  <a:pt x="325" y="221"/>
                </a:lnTo>
                <a:lnTo>
                  <a:pt x="326" y="221"/>
                </a:lnTo>
                <a:lnTo>
                  <a:pt x="326" y="223"/>
                </a:lnTo>
                <a:lnTo>
                  <a:pt x="325" y="223"/>
                </a:lnTo>
                <a:lnTo>
                  <a:pt x="325" y="224"/>
                </a:lnTo>
                <a:lnTo>
                  <a:pt x="325" y="225"/>
                </a:lnTo>
                <a:lnTo>
                  <a:pt x="326" y="226"/>
                </a:lnTo>
                <a:lnTo>
                  <a:pt x="326" y="227"/>
                </a:lnTo>
                <a:lnTo>
                  <a:pt x="327" y="227"/>
                </a:lnTo>
                <a:lnTo>
                  <a:pt x="328" y="227"/>
                </a:lnTo>
                <a:lnTo>
                  <a:pt x="329" y="227"/>
                </a:lnTo>
                <a:lnTo>
                  <a:pt x="329" y="228"/>
                </a:lnTo>
                <a:lnTo>
                  <a:pt x="330" y="228"/>
                </a:lnTo>
                <a:lnTo>
                  <a:pt x="331" y="229"/>
                </a:lnTo>
                <a:lnTo>
                  <a:pt x="332" y="229"/>
                </a:lnTo>
                <a:lnTo>
                  <a:pt x="332" y="228"/>
                </a:lnTo>
                <a:lnTo>
                  <a:pt x="332" y="229"/>
                </a:lnTo>
                <a:lnTo>
                  <a:pt x="333" y="229"/>
                </a:lnTo>
                <a:lnTo>
                  <a:pt x="333" y="230"/>
                </a:lnTo>
                <a:lnTo>
                  <a:pt x="333" y="231"/>
                </a:lnTo>
                <a:lnTo>
                  <a:pt x="333" y="232"/>
                </a:lnTo>
                <a:lnTo>
                  <a:pt x="335" y="232"/>
                </a:lnTo>
                <a:lnTo>
                  <a:pt x="336" y="232"/>
                </a:lnTo>
                <a:lnTo>
                  <a:pt x="337" y="232"/>
                </a:lnTo>
                <a:lnTo>
                  <a:pt x="337" y="233"/>
                </a:lnTo>
                <a:lnTo>
                  <a:pt x="336" y="234"/>
                </a:lnTo>
                <a:lnTo>
                  <a:pt x="336" y="235"/>
                </a:lnTo>
                <a:lnTo>
                  <a:pt x="335" y="236"/>
                </a:lnTo>
                <a:lnTo>
                  <a:pt x="336" y="236"/>
                </a:lnTo>
                <a:lnTo>
                  <a:pt x="336" y="237"/>
                </a:lnTo>
                <a:lnTo>
                  <a:pt x="336" y="238"/>
                </a:lnTo>
                <a:lnTo>
                  <a:pt x="337" y="238"/>
                </a:lnTo>
                <a:lnTo>
                  <a:pt x="338" y="238"/>
                </a:lnTo>
                <a:lnTo>
                  <a:pt x="339" y="238"/>
                </a:lnTo>
                <a:lnTo>
                  <a:pt x="340" y="238"/>
                </a:lnTo>
                <a:lnTo>
                  <a:pt x="341" y="238"/>
                </a:lnTo>
                <a:lnTo>
                  <a:pt x="341" y="239"/>
                </a:lnTo>
                <a:lnTo>
                  <a:pt x="342" y="239"/>
                </a:lnTo>
                <a:lnTo>
                  <a:pt x="343" y="240"/>
                </a:lnTo>
                <a:lnTo>
                  <a:pt x="344" y="240"/>
                </a:lnTo>
                <a:lnTo>
                  <a:pt x="344" y="239"/>
                </a:lnTo>
                <a:lnTo>
                  <a:pt x="345" y="240"/>
                </a:lnTo>
                <a:lnTo>
                  <a:pt x="346" y="240"/>
                </a:lnTo>
                <a:lnTo>
                  <a:pt x="346" y="241"/>
                </a:lnTo>
                <a:lnTo>
                  <a:pt x="346" y="242"/>
                </a:lnTo>
                <a:lnTo>
                  <a:pt x="347" y="242"/>
                </a:lnTo>
                <a:lnTo>
                  <a:pt x="348" y="243"/>
                </a:lnTo>
                <a:lnTo>
                  <a:pt x="348" y="244"/>
                </a:lnTo>
                <a:lnTo>
                  <a:pt x="349" y="244"/>
                </a:lnTo>
                <a:lnTo>
                  <a:pt x="349" y="245"/>
                </a:lnTo>
                <a:lnTo>
                  <a:pt x="348" y="245"/>
                </a:lnTo>
                <a:lnTo>
                  <a:pt x="348" y="246"/>
                </a:lnTo>
                <a:lnTo>
                  <a:pt x="347" y="247"/>
                </a:lnTo>
                <a:lnTo>
                  <a:pt x="347" y="248"/>
                </a:lnTo>
                <a:lnTo>
                  <a:pt x="346" y="248"/>
                </a:lnTo>
                <a:lnTo>
                  <a:pt x="347" y="248"/>
                </a:lnTo>
                <a:lnTo>
                  <a:pt x="347" y="249"/>
                </a:lnTo>
                <a:lnTo>
                  <a:pt x="347" y="250"/>
                </a:lnTo>
                <a:lnTo>
                  <a:pt x="346" y="250"/>
                </a:lnTo>
                <a:lnTo>
                  <a:pt x="346" y="251"/>
                </a:lnTo>
                <a:lnTo>
                  <a:pt x="345" y="251"/>
                </a:lnTo>
                <a:lnTo>
                  <a:pt x="345" y="252"/>
                </a:lnTo>
                <a:lnTo>
                  <a:pt x="346" y="252"/>
                </a:lnTo>
                <a:lnTo>
                  <a:pt x="346" y="253"/>
                </a:lnTo>
                <a:lnTo>
                  <a:pt x="347" y="253"/>
                </a:lnTo>
                <a:lnTo>
                  <a:pt x="348" y="253"/>
                </a:lnTo>
                <a:lnTo>
                  <a:pt x="348" y="254"/>
                </a:lnTo>
                <a:lnTo>
                  <a:pt x="348" y="255"/>
                </a:lnTo>
                <a:lnTo>
                  <a:pt x="348" y="256"/>
                </a:lnTo>
                <a:lnTo>
                  <a:pt x="350" y="256"/>
                </a:lnTo>
                <a:lnTo>
                  <a:pt x="351" y="256"/>
                </a:lnTo>
                <a:lnTo>
                  <a:pt x="351" y="255"/>
                </a:lnTo>
                <a:lnTo>
                  <a:pt x="351" y="254"/>
                </a:lnTo>
                <a:lnTo>
                  <a:pt x="352" y="254"/>
                </a:lnTo>
                <a:lnTo>
                  <a:pt x="352" y="255"/>
                </a:lnTo>
                <a:lnTo>
                  <a:pt x="353" y="255"/>
                </a:lnTo>
                <a:lnTo>
                  <a:pt x="354" y="255"/>
                </a:lnTo>
                <a:lnTo>
                  <a:pt x="354" y="254"/>
                </a:lnTo>
                <a:lnTo>
                  <a:pt x="354" y="253"/>
                </a:lnTo>
                <a:lnTo>
                  <a:pt x="353" y="252"/>
                </a:lnTo>
                <a:lnTo>
                  <a:pt x="353" y="251"/>
                </a:lnTo>
                <a:lnTo>
                  <a:pt x="353" y="250"/>
                </a:lnTo>
                <a:lnTo>
                  <a:pt x="354" y="250"/>
                </a:lnTo>
                <a:lnTo>
                  <a:pt x="355" y="250"/>
                </a:lnTo>
                <a:lnTo>
                  <a:pt x="356" y="250"/>
                </a:lnTo>
                <a:lnTo>
                  <a:pt x="356" y="251"/>
                </a:lnTo>
                <a:lnTo>
                  <a:pt x="357" y="251"/>
                </a:lnTo>
                <a:lnTo>
                  <a:pt x="358" y="251"/>
                </a:lnTo>
                <a:lnTo>
                  <a:pt x="359" y="251"/>
                </a:lnTo>
                <a:lnTo>
                  <a:pt x="359" y="252"/>
                </a:lnTo>
                <a:lnTo>
                  <a:pt x="359" y="253"/>
                </a:lnTo>
                <a:lnTo>
                  <a:pt x="358" y="253"/>
                </a:lnTo>
                <a:lnTo>
                  <a:pt x="357" y="253"/>
                </a:lnTo>
                <a:lnTo>
                  <a:pt x="357" y="254"/>
                </a:lnTo>
                <a:lnTo>
                  <a:pt x="357" y="255"/>
                </a:lnTo>
                <a:lnTo>
                  <a:pt x="358" y="255"/>
                </a:lnTo>
                <a:lnTo>
                  <a:pt x="357" y="256"/>
                </a:lnTo>
                <a:lnTo>
                  <a:pt x="355" y="256"/>
                </a:lnTo>
                <a:lnTo>
                  <a:pt x="355" y="257"/>
                </a:lnTo>
                <a:lnTo>
                  <a:pt x="354" y="258"/>
                </a:lnTo>
                <a:lnTo>
                  <a:pt x="353" y="259"/>
                </a:lnTo>
                <a:lnTo>
                  <a:pt x="354" y="259"/>
                </a:lnTo>
                <a:lnTo>
                  <a:pt x="354" y="260"/>
                </a:lnTo>
                <a:lnTo>
                  <a:pt x="355" y="260"/>
                </a:lnTo>
                <a:lnTo>
                  <a:pt x="356" y="261"/>
                </a:lnTo>
                <a:lnTo>
                  <a:pt x="355" y="263"/>
                </a:lnTo>
                <a:lnTo>
                  <a:pt x="354" y="264"/>
                </a:lnTo>
                <a:lnTo>
                  <a:pt x="354" y="265"/>
                </a:lnTo>
                <a:lnTo>
                  <a:pt x="355" y="265"/>
                </a:lnTo>
                <a:lnTo>
                  <a:pt x="355" y="267"/>
                </a:lnTo>
                <a:lnTo>
                  <a:pt x="354" y="268"/>
                </a:lnTo>
                <a:lnTo>
                  <a:pt x="353" y="268"/>
                </a:lnTo>
                <a:lnTo>
                  <a:pt x="353" y="269"/>
                </a:lnTo>
                <a:lnTo>
                  <a:pt x="353" y="268"/>
                </a:lnTo>
                <a:lnTo>
                  <a:pt x="352" y="268"/>
                </a:lnTo>
                <a:lnTo>
                  <a:pt x="351" y="268"/>
                </a:lnTo>
                <a:lnTo>
                  <a:pt x="351" y="269"/>
                </a:lnTo>
                <a:lnTo>
                  <a:pt x="350" y="268"/>
                </a:lnTo>
                <a:lnTo>
                  <a:pt x="349" y="268"/>
                </a:lnTo>
                <a:lnTo>
                  <a:pt x="348" y="268"/>
                </a:lnTo>
                <a:lnTo>
                  <a:pt x="348" y="269"/>
                </a:lnTo>
                <a:lnTo>
                  <a:pt x="349" y="271"/>
                </a:lnTo>
                <a:lnTo>
                  <a:pt x="348" y="272"/>
                </a:lnTo>
                <a:lnTo>
                  <a:pt x="349" y="273"/>
                </a:lnTo>
                <a:lnTo>
                  <a:pt x="349" y="274"/>
                </a:lnTo>
                <a:lnTo>
                  <a:pt x="348" y="274"/>
                </a:lnTo>
                <a:lnTo>
                  <a:pt x="349" y="275"/>
                </a:lnTo>
                <a:lnTo>
                  <a:pt x="349" y="274"/>
                </a:lnTo>
                <a:lnTo>
                  <a:pt x="350" y="274"/>
                </a:lnTo>
                <a:lnTo>
                  <a:pt x="350" y="275"/>
                </a:lnTo>
                <a:lnTo>
                  <a:pt x="351" y="276"/>
                </a:lnTo>
                <a:lnTo>
                  <a:pt x="352" y="275"/>
                </a:lnTo>
                <a:lnTo>
                  <a:pt x="353" y="276"/>
                </a:lnTo>
                <a:lnTo>
                  <a:pt x="352" y="276"/>
                </a:lnTo>
                <a:lnTo>
                  <a:pt x="352" y="277"/>
                </a:lnTo>
                <a:lnTo>
                  <a:pt x="352" y="278"/>
                </a:lnTo>
                <a:lnTo>
                  <a:pt x="354" y="279"/>
                </a:lnTo>
                <a:lnTo>
                  <a:pt x="355" y="279"/>
                </a:lnTo>
                <a:lnTo>
                  <a:pt x="357" y="279"/>
                </a:lnTo>
                <a:lnTo>
                  <a:pt x="358" y="279"/>
                </a:lnTo>
                <a:lnTo>
                  <a:pt x="359" y="279"/>
                </a:lnTo>
                <a:lnTo>
                  <a:pt x="359" y="280"/>
                </a:lnTo>
                <a:lnTo>
                  <a:pt x="360" y="282"/>
                </a:lnTo>
                <a:lnTo>
                  <a:pt x="362" y="282"/>
                </a:lnTo>
                <a:lnTo>
                  <a:pt x="362" y="283"/>
                </a:lnTo>
                <a:lnTo>
                  <a:pt x="363" y="283"/>
                </a:lnTo>
                <a:lnTo>
                  <a:pt x="363" y="284"/>
                </a:lnTo>
                <a:lnTo>
                  <a:pt x="364" y="284"/>
                </a:lnTo>
                <a:lnTo>
                  <a:pt x="365" y="285"/>
                </a:lnTo>
                <a:lnTo>
                  <a:pt x="365" y="286"/>
                </a:lnTo>
                <a:lnTo>
                  <a:pt x="367" y="287"/>
                </a:lnTo>
                <a:lnTo>
                  <a:pt x="368" y="288"/>
                </a:lnTo>
                <a:lnTo>
                  <a:pt x="370" y="289"/>
                </a:lnTo>
                <a:lnTo>
                  <a:pt x="370" y="290"/>
                </a:lnTo>
                <a:lnTo>
                  <a:pt x="370" y="291"/>
                </a:lnTo>
                <a:lnTo>
                  <a:pt x="369" y="292"/>
                </a:lnTo>
                <a:lnTo>
                  <a:pt x="369" y="293"/>
                </a:lnTo>
                <a:lnTo>
                  <a:pt x="370" y="294"/>
                </a:lnTo>
                <a:lnTo>
                  <a:pt x="370" y="293"/>
                </a:lnTo>
                <a:lnTo>
                  <a:pt x="371" y="294"/>
                </a:lnTo>
                <a:lnTo>
                  <a:pt x="372" y="294"/>
                </a:lnTo>
                <a:lnTo>
                  <a:pt x="372" y="295"/>
                </a:lnTo>
                <a:lnTo>
                  <a:pt x="371" y="296"/>
                </a:lnTo>
                <a:lnTo>
                  <a:pt x="371" y="297"/>
                </a:lnTo>
                <a:lnTo>
                  <a:pt x="370" y="297"/>
                </a:lnTo>
                <a:lnTo>
                  <a:pt x="370" y="298"/>
                </a:lnTo>
                <a:lnTo>
                  <a:pt x="371" y="298"/>
                </a:lnTo>
                <a:lnTo>
                  <a:pt x="372" y="298"/>
                </a:lnTo>
                <a:lnTo>
                  <a:pt x="372" y="299"/>
                </a:lnTo>
                <a:lnTo>
                  <a:pt x="371" y="299"/>
                </a:lnTo>
                <a:lnTo>
                  <a:pt x="370" y="298"/>
                </a:lnTo>
                <a:lnTo>
                  <a:pt x="369" y="298"/>
                </a:lnTo>
                <a:lnTo>
                  <a:pt x="367" y="298"/>
                </a:lnTo>
                <a:lnTo>
                  <a:pt x="366" y="299"/>
                </a:lnTo>
                <a:lnTo>
                  <a:pt x="366" y="300"/>
                </a:lnTo>
                <a:lnTo>
                  <a:pt x="366" y="301"/>
                </a:lnTo>
                <a:lnTo>
                  <a:pt x="365" y="301"/>
                </a:lnTo>
                <a:lnTo>
                  <a:pt x="366" y="301"/>
                </a:lnTo>
                <a:lnTo>
                  <a:pt x="366" y="302"/>
                </a:lnTo>
                <a:lnTo>
                  <a:pt x="367" y="302"/>
                </a:lnTo>
                <a:lnTo>
                  <a:pt x="367" y="303"/>
                </a:lnTo>
                <a:lnTo>
                  <a:pt x="367" y="304"/>
                </a:lnTo>
                <a:lnTo>
                  <a:pt x="368" y="304"/>
                </a:lnTo>
                <a:lnTo>
                  <a:pt x="368" y="305"/>
                </a:lnTo>
                <a:lnTo>
                  <a:pt x="368" y="306"/>
                </a:lnTo>
                <a:lnTo>
                  <a:pt x="369" y="307"/>
                </a:lnTo>
                <a:lnTo>
                  <a:pt x="370" y="307"/>
                </a:lnTo>
                <a:lnTo>
                  <a:pt x="371" y="306"/>
                </a:lnTo>
                <a:lnTo>
                  <a:pt x="372" y="306"/>
                </a:lnTo>
                <a:lnTo>
                  <a:pt x="372" y="307"/>
                </a:lnTo>
                <a:lnTo>
                  <a:pt x="373" y="307"/>
                </a:lnTo>
                <a:lnTo>
                  <a:pt x="373" y="306"/>
                </a:lnTo>
                <a:lnTo>
                  <a:pt x="374" y="306"/>
                </a:lnTo>
                <a:lnTo>
                  <a:pt x="375" y="305"/>
                </a:lnTo>
                <a:lnTo>
                  <a:pt x="375" y="306"/>
                </a:lnTo>
                <a:lnTo>
                  <a:pt x="376" y="307"/>
                </a:lnTo>
                <a:lnTo>
                  <a:pt x="377" y="307"/>
                </a:lnTo>
                <a:lnTo>
                  <a:pt x="378" y="307"/>
                </a:lnTo>
                <a:lnTo>
                  <a:pt x="379" y="308"/>
                </a:lnTo>
                <a:lnTo>
                  <a:pt x="380" y="308"/>
                </a:lnTo>
                <a:lnTo>
                  <a:pt x="380" y="309"/>
                </a:lnTo>
                <a:lnTo>
                  <a:pt x="381" y="309"/>
                </a:lnTo>
                <a:lnTo>
                  <a:pt x="382" y="311"/>
                </a:lnTo>
                <a:lnTo>
                  <a:pt x="382" y="312"/>
                </a:lnTo>
                <a:lnTo>
                  <a:pt x="383" y="312"/>
                </a:lnTo>
                <a:lnTo>
                  <a:pt x="385" y="313"/>
                </a:lnTo>
                <a:lnTo>
                  <a:pt x="386" y="314"/>
                </a:lnTo>
                <a:lnTo>
                  <a:pt x="386" y="313"/>
                </a:lnTo>
                <a:lnTo>
                  <a:pt x="386" y="314"/>
                </a:lnTo>
                <a:lnTo>
                  <a:pt x="385" y="314"/>
                </a:lnTo>
                <a:lnTo>
                  <a:pt x="385" y="315"/>
                </a:lnTo>
                <a:lnTo>
                  <a:pt x="385" y="316"/>
                </a:lnTo>
                <a:lnTo>
                  <a:pt x="384" y="318"/>
                </a:lnTo>
                <a:lnTo>
                  <a:pt x="385" y="319"/>
                </a:lnTo>
                <a:lnTo>
                  <a:pt x="385" y="320"/>
                </a:lnTo>
                <a:lnTo>
                  <a:pt x="386" y="321"/>
                </a:lnTo>
                <a:lnTo>
                  <a:pt x="387" y="321"/>
                </a:lnTo>
                <a:lnTo>
                  <a:pt x="387" y="322"/>
                </a:lnTo>
                <a:lnTo>
                  <a:pt x="388" y="322"/>
                </a:lnTo>
                <a:lnTo>
                  <a:pt x="388" y="323"/>
                </a:lnTo>
                <a:lnTo>
                  <a:pt x="388" y="324"/>
                </a:lnTo>
                <a:lnTo>
                  <a:pt x="388" y="325"/>
                </a:lnTo>
                <a:lnTo>
                  <a:pt x="388" y="326"/>
                </a:lnTo>
                <a:lnTo>
                  <a:pt x="388" y="325"/>
                </a:lnTo>
                <a:lnTo>
                  <a:pt x="389" y="325"/>
                </a:lnTo>
                <a:lnTo>
                  <a:pt x="390" y="325"/>
                </a:lnTo>
                <a:lnTo>
                  <a:pt x="391" y="324"/>
                </a:lnTo>
                <a:lnTo>
                  <a:pt x="391" y="323"/>
                </a:lnTo>
                <a:lnTo>
                  <a:pt x="392" y="322"/>
                </a:lnTo>
                <a:lnTo>
                  <a:pt x="393" y="321"/>
                </a:lnTo>
                <a:lnTo>
                  <a:pt x="393" y="320"/>
                </a:lnTo>
                <a:lnTo>
                  <a:pt x="394" y="319"/>
                </a:lnTo>
                <a:lnTo>
                  <a:pt x="395" y="319"/>
                </a:lnTo>
                <a:lnTo>
                  <a:pt x="397" y="319"/>
                </a:lnTo>
                <a:lnTo>
                  <a:pt x="397" y="320"/>
                </a:lnTo>
                <a:lnTo>
                  <a:pt x="398" y="320"/>
                </a:lnTo>
                <a:lnTo>
                  <a:pt x="399" y="321"/>
                </a:lnTo>
                <a:lnTo>
                  <a:pt x="401" y="321"/>
                </a:lnTo>
                <a:lnTo>
                  <a:pt x="402" y="321"/>
                </a:lnTo>
                <a:lnTo>
                  <a:pt x="403" y="321"/>
                </a:lnTo>
                <a:lnTo>
                  <a:pt x="404" y="320"/>
                </a:lnTo>
                <a:lnTo>
                  <a:pt x="405" y="320"/>
                </a:lnTo>
                <a:lnTo>
                  <a:pt x="405" y="321"/>
                </a:lnTo>
                <a:lnTo>
                  <a:pt x="406" y="321"/>
                </a:lnTo>
                <a:lnTo>
                  <a:pt x="408" y="323"/>
                </a:lnTo>
                <a:lnTo>
                  <a:pt x="409" y="323"/>
                </a:lnTo>
                <a:lnTo>
                  <a:pt x="410" y="324"/>
                </a:lnTo>
                <a:lnTo>
                  <a:pt x="410" y="323"/>
                </a:lnTo>
                <a:lnTo>
                  <a:pt x="411" y="323"/>
                </a:lnTo>
                <a:lnTo>
                  <a:pt x="411" y="324"/>
                </a:lnTo>
                <a:lnTo>
                  <a:pt x="412" y="323"/>
                </a:lnTo>
                <a:lnTo>
                  <a:pt x="413" y="322"/>
                </a:lnTo>
                <a:lnTo>
                  <a:pt x="413" y="321"/>
                </a:lnTo>
                <a:lnTo>
                  <a:pt x="414" y="321"/>
                </a:lnTo>
                <a:lnTo>
                  <a:pt x="415" y="321"/>
                </a:lnTo>
                <a:lnTo>
                  <a:pt x="414" y="321"/>
                </a:lnTo>
                <a:lnTo>
                  <a:pt x="414" y="320"/>
                </a:lnTo>
                <a:lnTo>
                  <a:pt x="415" y="320"/>
                </a:lnTo>
                <a:lnTo>
                  <a:pt x="415" y="319"/>
                </a:lnTo>
                <a:lnTo>
                  <a:pt x="416" y="319"/>
                </a:lnTo>
                <a:lnTo>
                  <a:pt x="417" y="319"/>
                </a:lnTo>
                <a:lnTo>
                  <a:pt x="417" y="318"/>
                </a:lnTo>
                <a:lnTo>
                  <a:pt x="418" y="316"/>
                </a:lnTo>
                <a:lnTo>
                  <a:pt x="418" y="315"/>
                </a:lnTo>
                <a:lnTo>
                  <a:pt x="420" y="314"/>
                </a:lnTo>
                <a:lnTo>
                  <a:pt x="421" y="314"/>
                </a:lnTo>
                <a:lnTo>
                  <a:pt x="422" y="313"/>
                </a:lnTo>
                <a:lnTo>
                  <a:pt x="423" y="312"/>
                </a:lnTo>
                <a:lnTo>
                  <a:pt x="424" y="312"/>
                </a:lnTo>
                <a:lnTo>
                  <a:pt x="424" y="311"/>
                </a:lnTo>
                <a:lnTo>
                  <a:pt x="425" y="311"/>
                </a:lnTo>
                <a:lnTo>
                  <a:pt x="425" y="310"/>
                </a:lnTo>
                <a:lnTo>
                  <a:pt x="425" y="309"/>
                </a:lnTo>
                <a:lnTo>
                  <a:pt x="425" y="308"/>
                </a:lnTo>
                <a:lnTo>
                  <a:pt x="426" y="308"/>
                </a:lnTo>
                <a:lnTo>
                  <a:pt x="426" y="307"/>
                </a:lnTo>
                <a:lnTo>
                  <a:pt x="427" y="307"/>
                </a:lnTo>
                <a:lnTo>
                  <a:pt x="428" y="308"/>
                </a:lnTo>
                <a:lnTo>
                  <a:pt x="428" y="307"/>
                </a:lnTo>
                <a:lnTo>
                  <a:pt x="429" y="307"/>
                </a:lnTo>
                <a:lnTo>
                  <a:pt x="430" y="307"/>
                </a:lnTo>
                <a:lnTo>
                  <a:pt x="431" y="307"/>
                </a:lnTo>
                <a:lnTo>
                  <a:pt x="431" y="306"/>
                </a:lnTo>
                <a:lnTo>
                  <a:pt x="432" y="306"/>
                </a:lnTo>
                <a:lnTo>
                  <a:pt x="433" y="306"/>
                </a:lnTo>
                <a:lnTo>
                  <a:pt x="433" y="305"/>
                </a:lnTo>
                <a:lnTo>
                  <a:pt x="434" y="305"/>
                </a:lnTo>
                <a:lnTo>
                  <a:pt x="435" y="304"/>
                </a:lnTo>
                <a:lnTo>
                  <a:pt x="436" y="303"/>
                </a:lnTo>
                <a:lnTo>
                  <a:pt x="437" y="302"/>
                </a:lnTo>
                <a:lnTo>
                  <a:pt x="437" y="301"/>
                </a:lnTo>
                <a:lnTo>
                  <a:pt x="438" y="300"/>
                </a:lnTo>
                <a:lnTo>
                  <a:pt x="440" y="299"/>
                </a:lnTo>
                <a:lnTo>
                  <a:pt x="441" y="299"/>
                </a:lnTo>
                <a:lnTo>
                  <a:pt x="442" y="299"/>
                </a:lnTo>
                <a:lnTo>
                  <a:pt x="443" y="299"/>
                </a:lnTo>
                <a:lnTo>
                  <a:pt x="444" y="299"/>
                </a:lnTo>
                <a:lnTo>
                  <a:pt x="446" y="298"/>
                </a:lnTo>
                <a:lnTo>
                  <a:pt x="447" y="297"/>
                </a:lnTo>
                <a:lnTo>
                  <a:pt x="448" y="297"/>
                </a:lnTo>
                <a:lnTo>
                  <a:pt x="449" y="297"/>
                </a:lnTo>
                <a:lnTo>
                  <a:pt x="450" y="296"/>
                </a:lnTo>
                <a:lnTo>
                  <a:pt x="451" y="296"/>
                </a:lnTo>
                <a:lnTo>
                  <a:pt x="452" y="295"/>
                </a:lnTo>
                <a:lnTo>
                  <a:pt x="452" y="294"/>
                </a:lnTo>
                <a:lnTo>
                  <a:pt x="452" y="293"/>
                </a:lnTo>
                <a:lnTo>
                  <a:pt x="453" y="293"/>
                </a:lnTo>
                <a:lnTo>
                  <a:pt x="454" y="293"/>
                </a:lnTo>
                <a:lnTo>
                  <a:pt x="455" y="294"/>
                </a:lnTo>
                <a:lnTo>
                  <a:pt x="456" y="294"/>
                </a:lnTo>
                <a:lnTo>
                  <a:pt x="457" y="295"/>
                </a:lnTo>
                <a:lnTo>
                  <a:pt x="458" y="295"/>
                </a:lnTo>
                <a:lnTo>
                  <a:pt x="459" y="295"/>
                </a:lnTo>
                <a:lnTo>
                  <a:pt x="459" y="296"/>
                </a:lnTo>
                <a:lnTo>
                  <a:pt x="460" y="296"/>
                </a:lnTo>
                <a:lnTo>
                  <a:pt x="460" y="297"/>
                </a:lnTo>
                <a:lnTo>
                  <a:pt x="460" y="299"/>
                </a:lnTo>
                <a:lnTo>
                  <a:pt x="458" y="301"/>
                </a:lnTo>
                <a:lnTo>
                  <a:pt x="458" y="302"/>
                </a:lnTo>
                <a:lnTo>
                  <a:pt x="457" y="303"/>
                </a:lnTo>
                <a:lnTo>
                  <a:pt x="457" y="304"/>
                </a:lnTo>
                <a:lnTo>
                  <a:pt x="457" y="305"/>
                </a:lnTo>
                <a:lnTo>
                  <a:pt x="458" y="305"/>
                </a:lnTo>
                <a:lnTo>
                  <a:pt x="459" y="305"/>
                </a:lnTo>
                <a:lnTo>
                  <a:pt x="460" y="306"/>
                </a:lnTo>
                <a:lnTo>
                  <a:pt x="461" y="307"/>
                </a:lnTo>
                <a:lnTo>
                  <a:pt x="462" y="307"/>
                </a:lnTo>
                <a:lnTo>
                  <a:pt x="462" y="308"/>
                </a:lnTo>
                <a:lnTo>
                  <a:pt x="462" y="309"/>
                </a:lnTo>
                <a:lnTo>
                  <a:pt x="463" y="309"/>
                </a:lnTo>
                <a:lnTo>
                  <a:pt x="464" y="309"/>
                </a:lnTo>
                <a:lnTo>
                  <a:pt x="465" y="309"/>
                </a:lnTo>
                <a:lnTo>
                  <a:pt x="465" y="308"/>
                </a:lnTo>
                <a:lnTo>
                  <a:pt x="466" y="308"/>
                </a:lnTo>
                <a:lnTo>
                  <a:pt x="466" y="309"/>
                </a:lnTo>
                <a:lnTo>
                  <a:pt x="467" y="309"/>
                </a:lnTo>
                <a:lnTo>
                  <a:pt x="467" y="308"/>
                </a:lnTo>
                <a:lnTo>
                  <a:pt x="468" y="307"/>
                </a:lnTo>
                <a:lnTo>
                  <a:pt x="468" y="305"/>
                </a:lnTo>
                <a:lnTo>
                  <a:pt x="468" y="304"/>
                </a:lnTo>
                <a:lnTo>
                  <a:pt x="469" y="304"/>
                </a:lnTo>
                <a:lnTo>
                  <a:pt x="469" y="303"/>
                </a:lnTo>
                <a:lnTo>
                  <a:pt x="469" y="302"/>
                </a:lnTo>
                <a:lnTo>
                  <a:pt x="470" y="302"/>
                </a:lnTo>
                <a:lnTo>
                  <a:pt x="471" y="302"/>
                </a:lnTo>
                <a:lnTo>
                  <a:pt x="472" y="302"/>
                </a:lnTo>
                <a:lnTo>
                  <a:pt x="472" y="301"/>
                </a:lnTo>
                <a:lnTo>
                  <a:pt x="472" y="300"/>
                </a:lnTo>
                <a:lnTo>
                  <a:pt x="473" y="300"/>
                </a:lnTo>
                <a:lnTo>
                  <a:pt x="473" y="299"/>
                </a:lnTo>
                <a:lnTo>
                  <a:pt x="474" y="299"/>
                </a:lnTo>
                <a:lnTo>
                  <a:pt x="475" y="299"/>
                </a:lnTo>
                <a:lnTo>
                  <a:pt x="476" y="299"/>
                </a:lnTo>
                <a:lnTo>
                  <a:pt x="477" y="299"/>
                </a:lnTo>
                <a:lnTo>
                  <a:pt x="478" y="299"/>
                </a:lnTo>
                <a:lnTo>
                  <a:pt x="478" y="298"/>
                </a:lnTo>
                <a:lnTo>
                  <a:pt x="479" y="298"/>
                </a:lnTo>
                <a:lnTo>
                  <a:pt x="480" y="297"/>
                </a:lnTo>
                <a:lnTo>
                  <a:pt x="480" y="296"/>
                </a:lnTo>
                <a:lnTo>
                  <a:pt x="481" y="295"/>
                </a:lnTo>
                <a:lnTo>
                  <a:pt x="481" y="294"/>
                </a:lnTo>
                <a:lnTo>
                  <a:pt x="482" y="293"/>
                </a:lnTo>
                <a:lnTo>
                  <a:pt x="483" y="293"/>
                </a:lnTo>
                <a:lnTo>
                  <a:pt x="483" y="294"/>
                </a:lnTo>
                <a:lnTo>
                  <a:pt x="483" y="295"/>
                </a:lnTo>
                <a:lnTo>
                  <a:pt x="484" y="295"/>
                </a:lnTo>
                <a:lnTo>
                  <a:pt x="485" y="295"/>
                </a:lnTo>
                <a:lnTo>
                  <a:pt x="486" y="296"/>
                </a:lnTo>
                <a:lnTo>
                  <a:pt x="487" y="295"/>
                </a:lnTo>
                <a:lnTo>
                  <a:pt x="491" y="295"/>
                </a:lnTo>
                <a:lnTo>
                  <a:pt x="492" y="294"/>
                </a:lnTo>
                <a:lnTo>
                  <a:pt x="492" y="293"/>
                </a:lnTo>
                <a:lnTo>
                  <a:pt x="493" y="292"/>
                </a:lnTo>
                <a:lnTo>
                  <a:pt x="492" y="291"/>
                </a:lnTo>
                <a:lnTo>
                  <a:pt x="492" y="290"/>
                </a:lnTo>
                <a:lnTo>
                  <a:pt x="492" y="289"/>
                </a:lnTo>
                <a:lnTo>
                  <a:pt x="492" y="287"/>
                </a:lnTo>
                <a:lnTo>
                  <a:pt x="492" y="286"/>
                </a:lnTo>
                <a:lnTo>
                  <a:pt x="492" y="285"/>
                </a:lnTo>
                <a:lnTo>
                  <a:pt x="492" y="284"/>
                </a:lnTo>
                <a:lnTo>
                  <a:pt x="493" y="284"/>
                </a:lnTo>
                <a:lnTo>
                  <a:pt x="493" y="283"/>
                </a:lnTo>
                <a:lnTo>
                  <a:pt x="492" y="283"/>
                </a:lnTo>
                <a:lnTo>
                  <a:pt x="492" y="282"/>
                </a:lnTo>
                <a:lnTo>
                  <a:pt x="492" y="281"/>
                </a:lnTo>
                <a:lnTo>
                  <a:pt x="493" y="280"/>
                </a:lnTo>
                <a:lnTo>
                  <a:pt x="493" y="281"/>
                </a:lnTo>
                <a:lnTo>
                  <a:pt x="494" y="281"/>
                </a:lnTo>
                <a:lnTo>
                  <a:pt x="495" y="281"/>
                </a:lnTo>
                <a:lnTo>
                  <a:pt x="496" y="280"/>
                </a:lnTo>
                <a:lnTo>
                  <a:pt x="496" y="279"/>
                </a:lnTo>
                <a:lnTo>
                  <a:pt x="497" y="279"/>
                </a:lnTo>
                <a:lnTo>
                  <a:pt x="497" y="278"/>
                </a:lnTo>
                <a:lnTo>
                  <a:pt x="497" y="277"/>
                </a:lnTo>
                <a:lnTo>
                  <a:pt x="498" y="277"/>
                </a:lnTo>
                <a:lnTo>
                  <a:pt x="498" y="275"/>
                </a:lnTo>
                <a:lnTo>
                  <a:pt x="498" y="274"/>
                </a:lnTo>
                <a:lnTo>
                  <a:pt x="498" y="273"/>
                </a:lnTo>
                <a:lnTo>
                  <a:pt x="497" y="273"/>
                </a:lnTo>
                <a:lnTo>
                  <a:pt x="496" y="273"/>
                </a:lnTo>
                <a:lnTo>
                  <a:pt x="496" y="272"/>
                </a:lnTo>
                <a:lnTo>
                  <a:pt x="496" y="271"/>
                </a:lnTo>
                <a:lnTo>
                  <a:pt x="495" y="271"/>
                </a:lnTo>
                <a:lnTo>
                  <a:pt x="495" y="270"/>
                </a:lnTo>
                <a:lnTo>
                  <a:pt x="494" y="269"/>
                </a:lnTo>
                <a:lnTo>
                  <a:pt x="495" y="269"/>
                </a:lnTo>
                <a:lnTo>
                  <a:pt x="496" y="268"/>
                </a:lnTo>
                <a:lnTo>
                  <a:pt x="495" y="268"/>
                </a:lnTo>
                <a:lnTo>
                  <a:pt x="495" y="267"/>
                </a:lnTo>
                <a:lnTo>
                  <a:pt x="495" y="266"/>
                </a:lnTo>
                <a:lnTo>
                  <a:pt x="495" y="265"/>
                </a:lnTo>
                <a:lnTo>
                  <a:pt x="495" y="264"/>
                </a:lnTo>
                <a:lnTo>
                  <a:pt x="495" y="263"/>
                </a:lnTo>
                <a:lnTo>
                  <a:pt x="495" y="262"/>
                </a:lnTo>
                <a:lnTo>
                  <a:pt x="494" y="262"/>
                </a:lnTo>
                <a:lnTo>
                  <a:pt x="494" y="261"/>
                </a:lnTo>
                <a:lnTo>
                  <a:pt x="493" y="261"/>
                </a:lnTo>
                <a:lnTo>
                  <a:pt x="493" y="259"/>
                </a:lnTo>
                <a:lnTo>
                  <a:pt x="494" y="258"/>
                </a:lnTo>
                <a:lnTo>
                  <a:pt x="494" y="257"/>
                </a:lnTo>
                <a:lnTo>
                  <a:pt x="493" y="257"/>
                </a:lnTo>
                <a:lnTo>
                  <a:pt x="493" y="256"/>
                </a:lnTo>
                <a:lnTo>
                  <a:pt x="492" y="256"/>
                </a:lnTo>
                <a:lnTo>
                  <a:pt x="493" y="256"/>
                </a:lnTo>
                <a:lnTo>
                  <a:pt x="493" y="255"/>
                </a:lnTo>
                <a:lnTo>
                  <a:pt x="492" y="255"/>
                </a:lnTo>
                <a:lnTo>
                  <a:pt x="492" y="254"/>
                </a:lnTo>
                <a:lnTo>
                  <a:pt x="492" y="253"/>
                </a:lnTo>
                <a:lnTo>
                  <a:pt x="492" y="252"/>
                </a:lnTo>
                <a:lnTo>
                  <a:pt x="491" y="252"/>
                </a:lnTo>
                <a:lnTo>
                  <a:pt x="492" y="251"/>
                </a:lnTo>
                <a:lnTo>
                  <a:pt x="491" y="250"/>
                </a:lnTo>
                <a:lnTo>
                  <a:pt x="491" y="249"/>
                </a:lnTo>
                <a:lnTo>
                  <a:pt x="491" y="248"/>
                </a:lnTo>
                <a:lnTo>
                  <a:pt x="491" y="247"/>
                </a:lnTo>
                <a:lnTo>
                  <a:pt x="490" y="247"/>
                </a:lnTo>
                <a:lnTo>
                  <a:pt x="490" y="246"/>
                </a:lnTo>
                <a:lnTo>
                  <a:pt x="490" y="245"/>
                </a:lnTo>
                <a:lnTo>
                  <a:pt x="490" y="244"/>
                </a:lnTo>
                <a:lnTo>
                  <a:pt x="489" y="244"/>
                </a:lnTo>
                <a:lnTo>
                  <a:pt x="488" y="244"/>
                </a:lnTo>
                <a:lnTo>
                  <a:pt x="488" y="243"/>
                </a:lnTo>
                <a:lnTo>
                  <a:pt x="487" y="242"/>
                </a:lnTo>
                <a:lnTo>
                  <a:pt x="487" y="241"/>
                </a:lnTo>
                <a:lnTo>
                  <a:pt x="486" y="241"/>
                </a:lnTo>
                <a:lnTo>
                  <a:pt x="486" y="240"/>
                </a:lnTo>
                <a:lnTo>
                  <a:pt x="485" y="239"/>
                </a:lnTo>
                <a:lnTo>
                  <a:pt x="484" y="238"/>
                </a:lnTo>
                <a:lnTo>
                  <a:pt x="484" y="237"/>
                </a:lnTo>
                <a:lnTo>
                  <a:pt x="484" y="236"/>
                </a:lnTo>
                <a:lnTo>
                  <a:pt x="483" y="235"/>
                </a:lnTo>
                <a:lnTo>
                  <a:pt x="483" y="234"/>
                </a:lnTo>
                <a:lnTo>
                  <a:pt x="483" y="232"/>
                </a:lnTo>
                <a:lnTo>
                  <a:pt x="483" y="231"/>
                </a:lnTo>
                <a:lnTo>
                  <a:pt x="483" y="230"/>
                </a:lnTo>
                <a:lnTo>
                  <a:pt x="483" y="229"/>
                </a:lnTo>
                <a:lnTo>
                  <a:pt x="483" y="228"/>
                </a:lnTo>
                <a:lnTo>
                  <a:pt x="483" y="227"/>
                </a:lnTo>
                <a:lnTo>
                  <a:pt x="483" y="226"/>
                </a:lnTo>
                <a:lnTo>
                  <a:pt x="482" y="226"/>
                </a:lnTo>
                <a:lnTo>
                  <a:pt x="481" y="225"/>
                </a:lnTo>
                <a:lnTo>
                  <a:pt x="481" y="224"/>
                </a:lnTo>
                <a:lnTo>
                  <a:pt x="482" y="224"/>
                </a:lnTo>
                <a:lnTo>
                  <a:pt x="482" y="222"/>
                </a:lnTo>
                <a:lnTo>
                  <a:pt x="483" y="221"/>
                </a:lnTo>
                <a:lnTo>
                  <a:pt x="484" y="220"/>
                </a:lnTo>
                <a:lnTo>
                  <a:pt x="484" y="219"/>
                </a:lnTo>
                <a:lnTo>
                  <a:pt x="484" y="218"/>
                </a:lnTo>
                <a:lnTo>
                  <a:pt x="484" y="217"/>
                </a:lnTo>
                <a:lnTo>
                  <a:pt x="485" y="216"/>
                </a:lnTo>
                <a:lnTo>
                  <a:pt x="485" y="215"/>
                </a:lnTo>
                <a:lnTo>
                  <a:pt x="485" y="214"/>
                </a:lnTo>
                <a:lnTo>
                  <a:pt x="485" y="213"/>
                </a:lnTo>
                <a:lnTo>
                  <a:pt x="485" y="212"/>
                </a:lnTo>
                <a:lnTo>
                  <a:pt x="484" y="211"/>
                </a:lnTo>
                <a:lnTo>
                  <a:pt x="484" y="210"/>
                </a:lnTo>
                <a:lnTo>
                  <a:pt x="485" y="210"/>
                </a:lnTo>
                <a:lnTo>
                  <a:pt x="484" y="209"/>
                </a:lnTo>
                <a:lnTo>
                  <a:pt x="484" y="208"/>
                </a:lnTo>
                <a:lnTo>
                  <a:pt x="484" y="207"/>
                </a:lnTo>
                <a:lnTo>
                  <a:pt x="484" y="205"/>
                </a:lnTo>
                <a:lnTo>
                  <a:pt x="484" y="204"/>
                </a:lnTo>
                <a:lnTo>
                  <a:pt x="484" y="203"/>
                </a:lnTo>
                <a:lnTo>
                  <a:pt x="483" y="203"/>
                </a:lnTo>
                <a:lnTo>
                  <a:pt x="483" y="202"/>
                </a:lnTo>
                <a:lnTo>
                  <a:pt x="482" y="201"/>
                </a:lnTo>
                <a:lnTo>
                  <a:pt x="482" y="200"/>
                </a:lnTo>
                <a:lnTo>
                  <a:pt x="482" y="199"/>
                </a:lnTo>
                <a:lnTo>
                  <a:pt x="482" y="198"/>
                </a:lnTo>
                <a:lnTo>
                  <a:pt x="482" y="197"/>
                </a:lnTo>
                <a:lnTo>
                  <a:pt x="483" y="197"/>
                </a:lnTo>
                <a:lnTo>
                  <a:pt x="483" y="196"/>
                </a:lnTo>
                <a:lnTo>
                  <a:pt x="484" y="196"/>
                </a:lnTo>
                <a:lnTo>
                  <a:pt x="484" y="195"/>
                </a:lnTo>
                <a:lnTo>
                  <a:pt x="484" y="194"/>
                </a:lnTo>
                <a:lnTo>
                  <a:pt x="484" y="193"/>
                </a:lnTo>
                <a:lnTo>
                  <a:pt x="485" y="192"/>
                </a:lnTo>
                <a:lnTo>
                  <a:pt x="485" y="191"/>
                </a:lnTo>
                <a:lnTo>
                  <a:pt x="486" y="190"/>
                </a:lnTo>
                <a:lnTo>
                  <a:pt x="487" y="189"/>
                </a:lnTo>
                <a:lnTo>
                  <a:pt x="487" y="188"/>
                </a:lnTo>
                <a:lnTo>
                  <a:pt x="487" y="187"/>
                </a:lnTo>
                <a:lnTo>
                  <a:pt x="488" y="186"/>
                </a:lnTo>
                <a:lnTo>
                  <a:pt x="489" y="186"/>
                </a:lnTo>
                <a:lnTo>
                  <a:pt x="489" y="187"/>
                </a:lnTo>
                <a:lnTo>
                  <a:pt x="489" y="188"/>
                </a:lnTo>
                <a:lnTo>
                  <a:pt x="490" y="188"/>
                </a:lnTo>
                <a:lnTo>
                  <a:pt x="490" y="189"/>
                </a:lnTo>
                <a:lnTo>
                  <a:pt x="491" y="190"/>
                </a:lnTo>
                <a:lnTo>
                  <a:pt x="492" y="190"/>
                </a:lnTo>
                <a:lnTo>
                  <a:pt x="493" y="190"/>
                </a:lnTo>
                <a:lnTo>
                  <a:pt x="493" y="189"/>
                </a:lnTo>
                <a:lnTo>
                  <a:pt x="494" y="189"/>
                </a:lnTo>
                <a:lnTo>
                  <a:pt x="495" y="189"/>
                </a:lnTo>
                <a:lnTo>
                  <a:pt x="496" y="188"/>
                </a:lnTo>
                <a:lnTo>
                  <a:pt x="496" y="187"/>
                </a:lnTo>
                <a:lnTo>
                  <a:pt x="497" y="186"/>
                </a:lnTo>
                <a:lnTo>
                  <a:pt x="498" y="186"/>
                </a:lnTo>
                <a:lnTo>
                  <a:pt x="499" y="186"/>
                </a:lnTo>
                <a:lnTo>
                  <a:pt x="500" y="187"/>
                </a:lnTo>
                <a:lnTo>
                  <a:pt x="502" y="187"/>
                </a:lnTo>
                <a:lnTo>
                  <a:pt x="503" y="187"/>
                </a:lnTo>
                <a:lnTo>
                  <a:pt x="503" y="186"/>
                </a:lnTo>
                <a:lnTo>
                  <a:pt x="504" y="186"/>
                </a:lnTo>
                <a:lnTo>
                  <a:pt x="505" y="185"/>
                </a:lnTo>
                <a:lnTo>
                  <a:pt x="506" y="185"/>
                </a:lnTo>
                <a:lnTo>
                  <a:pt x="506" y="184"/>
                </a:lnTo>
                <a:lnTo>
                  <a:pt x="506" y="182"/>
                </a:lnTo>
                <a:lnTo>
                  <a:pt x="506" y="180"/>
                </a:lnTo>
                <a:lnTo>
                  <a:pt x="507" y="179"/>
                </a:lnTo>
                <a:lnTo>
                  <a:pt x="509" y="178"/>
                </a:lnTo>
                <a:lnTo>
                  <a:pt x="509" y="177"/>
                </a:lnTo>
                <a:lnTo>
                  <a:pt x="510" y="177"/>
                </a:lnTo>
                <a:lnTo>
                  <a:pt x="510" y="176"/>
                </a:lnTo>
                <a:lnTo>
                  <a:pt x="510" y="175"/>
                </a:lnTo>
                <a:lnTo>
                  <a:pt x="511" y="174"/>
                </a:lnTo>
                <a:lnTo>
                  <a:pt x="512" y="174"/>
                </a:lnTo>
                <a:lnTo>
                  <a:pt x="513" y="173"/>
                </a:lnTo>
                <a:lnTo>
                  <a:pt x="513" y="172"/>
                </a:lnTo>
                <a:lnTo>
                  <a:pt x="513" y="171"/>
                </a:lnTo>
                <a:lnTo>
                  <a:pt x="513" y="170"/>
                </a:lnTo>
                <a:lnTo>
                  <a:pt x="514" y="170"/>
                </a:lnTo>
                <a:lnTo>
                  <a:pt x="515" y="170"/>
                </a:lnTo>
                <a:lnTo>
                  <a:pt x="515" y="169"/>
                </a:lnTo>
                <a:lnTo>
                  <a:pt x="516" y="170"/>
                </a:lnTo>
                <a:lnTo>
                  <a:pt x="517" y="170"/>
                </a:lnTo>
                <a:lnTo>
                  <a:pt x="518" y="170"/>
                </a:lnTo>
                <a:lnTo>
                  <a:pt x="519" y="170"/>
                </a:lnTo>
                <a:lnTo>
                  <a:pt x="520" y="170"/>
                </a:lnTo>
                <a:lnTo>
                  <a:pt x="520" y="168"/>
                </a:lnTo>
                <a:lnTo>
                  <a:pt x="520" y="167"/>
                </a:lnTo>
                <a:lnTo>
                  <a:pt x="521" y="167"/>
                </a:lnTo>
                <a:lnTo>
                  <a:pt x="520" y="166"/>
                </a:lnTo>
                <a:lnTo>
                  <a:pt x="520" y="165"/>
                </a:lnTo>
                <a:lnTo>
                  <a:pt x="519" y="165"/>
                </a:lnTo>
                <a:lnTo>
                  <a:pt x="519" y="164"/>
                </a:lnTo>
                <a:lnTo>
                  <a:pt x="519" y="163"/>
                </a:lnTo>
                <a:lnTo>
                  <a:pt x="520" y="163"/>
                </a:lnTo>
                <a:lnTo>
                  <a:pt x="521" y="162"/>
                </a:lnTo>
                <a:lnTo>
                  <a:pt x="522" y="161"/>
                </a:lnTo>
                <a:lnTo>
                  <a:pt x="523" y="160"/>
                </a:lnTo>
                <a:lnTo>
                  <a:pt x="524" y="159"/>
                </a:lnTo>
                <a:lnTo>
                  <a:pt x="525" y="159"/>
                </a:lnTo>
                <a:lnTo>
                  <a:pt x="525" y="158"/>
                </a:lnTo>
                <a:lnTo>
                  <a:pt x="526" y="158"/>
                </a:lnTo>
                <a:lnTo>
                  <a:pt x="526" y="157"/>
                </a:lnTo>
                <a:lnTo>
                  <a:pt x="527" y="156"/>
                </a:lnTo>
                <a:lnTo>
                  <a:pt x="527" y="155"/>
                </a:lnTo>
                <a:lnTo>
                  <a:pt x="528" y="155"/>
                </a:lnTo>
                <a:lnTo>
                  <a:pt x="529" y="155"/>
                </a:lnTo>
                <a:lnTo>
                  <a:pt x="530" y="155"/>
                </a:lnTo>
                <a:lnTo>
                  <a:pt x="530" y="154"/>
                </a:lnTo>
                <a:lnTo>
                  <a:pt x="531" y="152"/>
                </a:lnTo>
                <a:lnTo>
                  <a:pt x="532" y="152"/>
                </a:lnTo>
                <a:lnTo>
                  <a:pt x="532" y="151"/>
                </a:lnTo>
                <a:lnTo>
                  <a:pt x="533" y="151"/>
                </a:lnTo>
                <a:lnTo>
                  <a:pt x="534" y="151"/>
                </a:lnTo>
                <a:lnTo>
                  <a:pt x="535" y="150"/>
                </a:lnTo>
                <a:lnTo>
                  <a:pt x="535" y="149"/>
                </a:lnTo>
                <a:lnTo>
                  <a:pt x="535" y="148"/>
                </a:lnTo>
                <a:lnTo>
                  <a:pt x="536" y="147"/>
                </a:lnTo>
                <a:lnTo>
                  <a:pt x="537" y="147"/>
                </a:lnTo>
                <a:lnTo>
                  <a:pt x="538" y="146"/>
                </a:lnTo>
                <a:lnTo>
                  <a:pt x="539" y="145"/>
                </a:lnTo>
                <a:lnTo>
                  <a:pt x="539" y="144"/>
                </a:lnTo>
                <a:lnTo>
                  <a:pt x="539" y="143"/>
                </a:lnTo>
                <a:lnTo>
                  <a:pt x="540" y="142"/>
                </a:lnTo>
                <a:lnTo>
                  <a:pt x="540" y="141"/>
                </a:lnTo>
                <a:lnTo>
                  <a:pt x="539" y="141"/>
                </a:lnTo>
                <a:lnTo>
                  <a:pt x="539" y="140"/>
                </a:lnTo>
                <a:lnTo>
                  <a:pt x="539" y="139"/>
                </a:lnTo>
                <a:lnTo>
                  <a:pt x="539" y="138"/>
                </a:lnTo>
                <a:lnTo>
                  <a:pt x="539" y="137"/>
                </a:lnTo>
                <a:lnTo>
                  <a:pt x="539" y="136"/>
                </a:lnTo>
                <a:lnTo>
                  <a:pt x="539" y="135"/>
                </a:lnTo>
                <a:lnTo>
                  <a:pt x="539" y="134"/>
                </a:lnTo>
                <a:lnTo>
                  <a:pt x="540" y="133"/>
                </a:lnTo>
                <a:lnTo>
                  <a:pt x="541" y="133"/>
                </a:lnTo>
                <a:lnTo>
                  <a:pt x="541" y="132"/>
                </a:lnTo>
                <a:lnTo>
                  <a:pt x="543" y="130"/>
                </a:lnTo>
                <a:lnTo>
                  <a:pt x="544" y="130"/>
                </a:lnTo>
                <a:lnTo>
                  <a:pt x="544" y="129"/>
                </a:lnTo>
                <a:lnTo>
                  <a:pt x="545" y="129"/>
                </a:lnTo>
                <a:lnTo>
                  <a:pt x="545" y="128"/>
                </a:lnTo>
                <a:lnTo>
                  <a:pt x="544" y="128"/>
                </a:lnTo>
                <a:lnTo>
                  <a:pt x="543" y="128"/>
                </a:lnTo>
                <a:lnTo>
                  <a:pt x="543" y="129"/>
                </a:lnTo>
                <a:lnTo>
                  <a:pt x="542" y="129"/>
                </a:lnTo>
                <a:lnTo>
                  <a:pt x="540" y="129"/>
                </a:lnTo>
                <a:lnTo>
                  <a:pt x="539" y="128"/>
                </a:lnTo>
                <a:lnTo>
                  <a:pt x="539" y="127"/>
                </a:lnTo>
                <a:lnTo>
                  <a:pt x="538" y="126"/>
                </a:lnTo>
                <a:lnTo>
                  <a:pt x="538" y="125"/>
                </a:lnTo>
                <a:lnTo>
                  <a:pt x="538" y="124"/>
                </a:lnTo>
                <a:lnTo>
                  <a:pt x="539" y="124"/>
                </a:lnTo>
                <a:lnTo>
                  <a:pt x="539" y="123"/>
                </a:lnTo>
                <a:lnTo>
                  <a:pt x="538" y="123"/>
                </a:lnTo>
                <a:lnTo>
                  <a:pt x="538" y="122"/>
                </a:lnTo>
                <a:lnTo>
                  <a:pt x="537" y="122"/>
                </a:lnTo>
                <a:lnTo>
                  <a:pt x="536" y="122"/>
                </a:lnTo>
                <a:lnTo>
                  <a:pt x="536" y="123"/>
                </a:lnTo>
                <a:lnTo>
                  <a:pt x="535" y="123"/>
                </a:lnTo>
                <a:lnTo>
                  <a:pt x="534" y="123"/>
                </a:lnTo>
                <a:lnTo>
                  <a:pt x="534" y="122"/>
                </a:lnTo>
                <a:lnTo>
                  <a:pt x="533" y="122"/>
                </a:lnTo>
                <a:lnTo>
                  <a:pt x="533" y="121"/>
                </a:lnTo>
                <a:lnTo>
                  <a:pt x="532" y="121"/>
                </a:lnTo>
                <a:lnTo>
                  <a:pt x="532" y="120"/>
                </a:lnTo>
                <a:lnTo>
                  <a:pt x="533" y="120"/>
                </a:lnTo>
                <a:lnTo>
                  <a:pt x="533" y="119"/>
                </a:lnTo>
                <a:lnTo>
                  <a:pt x="533" y="118"/>
                </a:lnTo>
                <a:lnTo>
                  <a:pt x="534" y="117"/>
                </a:lnTo>
                <a:lnTo>
                  <a:pt x="535" y="117"/>
                </a:lnTo>
                <a:lnTo>
                  <a:pt x="535" y="115"/>
                </a:lnTo>
                <a:lnTo>
                  <a:pt x="534" y="114"/>
                </a:lnTo>
                <a:lnTo>
                  <a:pt x="534" y="113"/>
                </a:lnTo>
                <a:lnTo>
                  <a:pt x="535" y="113"/>
                </a:lnTo>
                <a:lnTo>
                  <a:pt x="536" y="113"/>
                </a:lnTo>
                <a:lnTo>
                  <a:pt x="537" y="112"/>
                </a:lnTo>
                <a:lnTo>
                  <a:pt x="538" y="111"/>
                </a:lnTo>
                <a:lnTo>
                  <a:pt x="539" y="111"/>
                </a:lnTo>
                <a:lnTo>
                  <a:pt x="539" y="110"/>
                </a:lnTo>
                <a:lnTo>
                  <a:pt x="540" y="109"/>
                </a:lnTo>
                <a:lnTo>
                  <a:pt x="541" y="109"/>
                </a:lnTo>
                <a:lnTo>
                  <a:pt x="541" y="108"/>
                </a:lnTo>
                <a:lnTo>
                  <a:pt x="542" y="108"/>
                </a:lnTo>
                <a:lnTo>
                  <a:pt x="542" y="107"/>
                </a:lnTo>
                <a:lnTo>
                  <a:pt x="543" y="107"/>
                </a:lnTo>
                <a:lnTo>
                  <a:pt x="543" y="106"/>
                </a:lnTo>
                <a:lnTo>
                  <a:pt x="544" y="106"/>
                </a:lnTo>
                <a:lnTo>
                  <a:pt x="544" y="105"/>
                </a:lnTo>
                <a:lnTo>
                  <a:pt x="544" y="104"/>
                </a:lnTo>
                <a:lnTo>
                  <a:pt x="545" y="104"/>
                </a:lnTo>
                <a:lnTo>
                  <a:pt x="545" y="103"/>
                </a:lnTo>
                <a:lnTo>
                  <a:pt x="545" y="102"/>
                </a:lnTo>
                <a:lnTo>
                  <a:pt x="546" y="102"/>
                </a:lnTo>
                <a:lnTo>
                  <a:pt x="547" y="102"/>
                </a:lnTo>
                <a:lnTo>
                  <a:pt x="548" y="101"/>
                </a:lnTo>
                <a:lnTo>
                  <a:pt x="549" y="101"/>
                </a:lnTo>
                <a:lnTo>
                  <a:pt x="549" y="100"/>
                </a:lnTo>
                <a:lnTo>
                  <a:pt x="550" y="100"/>
                </a:lnTo>
                <a:lnTo>
                  <a:pt x="550" y="99"/>
                </a:lnTo>
                <a:lnTo>
                  <a:pt x="551" y="99"/>
                </a:lnTo>
                <a:lnTo>
                  <a:pt x="552" y="99"/>
                </a:lnTo>
                <a:lnTo>
                  <a:pt x="553" y="99"/>
                </a:lnTo>
                <a:lnTo>
                  <a:pt x="553" y="100"/>
                </a:lnTo>
                <a:lnTo>
                  <a:pt x="554" y="100"/>
                </a:lnTo>
                <a:lnTo>
                  <a:pt x="554" y="101"/>
                </a:lnTo>
                <a:lnTo>
                  <a:pt x="555" y="101"/>
                </a:lnTo>
                <a:lnTo>
                  <a:pt x="556" y="101"/>
                </a:lnTo>
                <a:lnTo>
                  <a:pt x="556" y="102"/>
                </a:lnTo>
                <a:lnTo>
                  <a:pt x="556" y="103"/>
                </a:lnTo>
                <a:lnTo>
                  <a:pt x="556" y="104"/>
                </a:lnTo>
                <a:lnTo>
                  <a:pt x="557" y="104"/>
                </a:lnTo>
                <a:lnTo>
                  <a:pt x="557" y="105"/>
                </a:lnTo>
                <a:lnTo>
                  <a:pt x="558" y="105"/>
                </a:lnTo>
                <a:lnTo>
                  <a:pt x="559" y="105"/>
                </a:lnTo>
                <a:lnTo>
                  <a:pt x="559" y="104"/>
                </a:lnTo>
                <a:lnTo>
                  <a:pt x="559" y="103"/>
                </a:lnTo>
                <a:lnTo>
                  <a:pt x="559" y="102"/>
                </a:lnTo>
                <a:lnTo>
                  <a:pt x="560" y="102"/>
                </a:lnTo>
                <a:lnTo>
                  <a:pt x="560" y="101"/>
                </a:lnTo>
                <a:lnTo>
                  <a:pt x="561" y="101"/>
                </a:lnTo>
                <a:lnTo>
                  <a:pt x="562" y="101"/>
                </a:lnTo>
                <a:lnTo>
                  <a:pt x="562" y="102"/>
                </a:lnTo>
                <a:lnTo>
                  <a:pt x="563" y="102"/>
                </a:lnTo>
                <a:lnTo>
                  <a:pt x="564" y="101"/>
                </a:lnTo>
                <a:lnTo>
                  <a:pt x="564" y="100"/>
                </a:lnTo>
                <a:lnTo>
                  <a:pt x="565" y="100"/>
                </a:lnTo>
                <a:lnTo>
                  <a:pt x="566" y="99"/>
                </a:lnTo>
                <a:lnTo>
                  <a:pt x="567" y="99"/>
                </a:lnTo>
                <a:lnTo>
                  <a:pt x="567" y="98"/>
                </a:lnTo>
                <a:lnTo>
                  <a:pt x="568" y="98"/>
                </a:lnTo>
                <a:lnTo>
                  <a:pt x="568" y="97"/>
                </a:lnTo>
                <a:lnTo>
                  <a:pt x="568" y="96"/>
                </a:lnTo>
                <a:lnTo>
                  <a:pt x="569" y="96"/>
                </a:lnTo>
                <a:lnTo>
                  <a:pt x="570" y="96"/>
                </a:lnTo>
                <a:lnTo>
                  <a:pt x="571" y="95"/>
                </a:lnTo>
                <a:lnTo>
                  <a:pt x="572" y="95"/>
                </a:lnTo>
                <a:lnTo>
                  <a:pt x="573" y="94"/>
                </a:lnTo>
                <a:lnTo>
                  <a:pt x="573" y="93"/>
                </a:lnTo>
                <a:lnTo>
                  <a:pt x="573" y="92"/>
                </a:lnTo>
                <a:lnTo>
                  <a:pt x="572" y="92"/>
                </a:lnTo>
                <a:lnTo>
                  <a:pt x="572" y="91"/>
                </a:lnTo>
                <a:lnTo>
                  <a:pt x="571" y="91"/>
                </a:lnTo>
                <a:lnTo>
                  <a:pt x="571" y="90"/>
                </a:lnTo>
                <a:lnTo>
                  <a:pt x="571" y="89"/>
                </a:lnTo>
                <a:lnTo>
                  <a:pt x="571" y="88"/>
                </a:lnTo>
                <a:lnTo>
                  <a:pt x="571" y="87"/>
                </a:lnTo>
                <a:lnTo>
                  <a:pt x="571" y="86"/>
                </a:lnTo>
                <a:lnTo>
                  <a:pt x="571" y="85"/>
                </a:lnTo>
                <a:lnTo>
                  <a:pt x="571" y="84"/>
                </a:lnTo>
                <a:lnTo>
                  <a:pt x="570" y="84"/>
                </a:lnTo>
                <a:lnTo>
                  <a:pt x="570" y="83"/>
                </a:lnTo>
                <a:lnTo>
                  <a:pt x="569" y="83"/>
                </a:lnTo>
                <a:lnTo>
                  <a:pt x="569" y="82"/>
                </a:lnTo>
                <a:lnTo>
                  <a:pt x="569" y="81"/>
                </a:lnTo>
                <a:lnTo>
                  <a:pt x="568" y="80"/>
                </a:lnTo>
                <a:lnTo>
                  <a:pt x="569" y="80"/>
                </a:lnTo>
                <a:lnTo>
                  <a:pt x="569" y="78"/>
                </a:lnTo>
                <a:lnTo>
                  <a:pt x="568" y="78"/>
                </a:lnTo>
                <a:lnTo>
                  <a:pt x="568" y="77"/>
                </a:lnTo>
                <a:lnTo>
                  <a:pt x="567" y="76"/>
                </a:lnTo>
                <a:lnTo>
                  <a:pt x="567" y="75"/>
                </a:lnTo>
                <a:lnTo>
                  <a:pt x="566" y="74"/>
                </a:lnTo>
                <a:lnTo>
                  <a:pt x="565" y="74"/>
                </a:lnTo>
                <a:lnTo>
                  <a:pt x="565" y="73"/>
                </a:lnTo>
                <a:lnTo>
                  <a:pt x="564" y="72"/>
                </a:lnTo>
                <a:lnTo>
                  <a:pt x="565" y="72"/>
                </a:lnTo>
                <a:lnTo>
                  <a:pt x="566" y="71"/>
                </a:lnTo>
                <a:lnTo>
                  <a:pt x="566" y="69"/>
                </a:lnTo>
                <a:lnTo>
                  <a:pt x="566" y="68"/>
                </a:lnTo>
                <a:lnTo>
                  <a:pt x="567" y="68"/>
                </a:lnTo>
                <a:lnTo>
                  <a:pt x="567" y="67"/>
                </a:lnTo>
                <a:lnTo>
                  <a:pt x="568" y="67"/>
                </a:lnTo>
                <a:lnTo>
                  <a:pt x="569" y="66"/>
                </a:lnTo>
                <a:lnTo>
                  <a:pt x="569" y="65"/>
                </a:lnTo>
                <a:lnTo>
                  <a:pt x="569" y="64"/>
                </a:lnTo>
                <a:lnTo>
                  <a:pt x="569" y="63"/>
                </a:lnTo>
                <a:lnTo>
                  <a:pt x="569" y="62"/>
                </a:lnTo>
                <a:lnTo>
                  <a:pt x="569" y="61"/>
                </a:lnTo>
                <a:lnTo>
                  <a:pt x="570" y="61"/>
                </a:lnTo>
                <a:lnTo>
                  <a:pt x="570" y="60"/>
                </a:lnTo>
                <a:lnTo>
                  <a:pt x="569" y="60"/>
                </a:lnTo>
                <a:lnTo>
                  <a:pt x="569" y="59"/>
                </a:lnTo>
                <a:lnTo>
                  <a:pt x="570" y="59"/>
                </a:lnTo>
                <a:lnTo>
                  <a:pt x="570" y="58"/>
                </a:lnTo>
                <a:lnTo>
                  <a:pt x="570" y="57"/>
                </a:lnTo>
                <a:lnTo>
                  <a:pt x="571" y="57"/>
                </a:lnTo>
                <a:lnTo>
                  <a:pt x="572" y="57"/>
                </a:lnTo>
                <a:lnTo>
                  <a:pt x="572" y="58"/>
                </a:lnTo>
                <a:lnTo>
                  <a:pt x="572" y="59"/>
                </a:lnTo>
                <a:lnTo>
                  <a:pt x="573" y="59"/>
                </a:lnTo>
                <a:lnTo>
                  <a:pt x="572" y="60"/>
                </a:lnTo>
                <a:lnTo>
                  <a:pt x="572" y="61"/>
                </a:lnTo>
                <a:lnTo>
                  <a:pt x="573" y="61"/>
                </a:lnTo>
                <a:lnTo>
                  <a:pt x="573" y="62"/>
                </a:lnTo>
                <a:lnTo>
                  <a:pt x="574" y="62"/>
                </a:lnTo>
                <a:lnTo>
                  <a:pt x="575" y="62"/>
                </a:lnTo>
                <a:lnTo>
                  <a:pt x="575" y="61"/>
                </a:lnTo>
                <a:lnTo>
                  <a:pt x="576" y="61"/>
                </a:lnTo>
                <a:lnTo>
                  <a:pt x="577" y="61"/>
                </a:lnTo>
                <a:lnTo>
                  <a:pt x="578" y="61"/>
                </a:lnTo>
                <a:lnTo>
                  <a:pt x="578" y="62"/>
                </a:lnTo>
                <a:lnTo>
                  <a:pt x="578" y="63"/>
                </a:lnTo>
                <a:lnTo>
                  <a:pt x="579" y="63"/>
                </a:lnTo>
                <a:lnTo>
                  <a:pt x="579" y="64"/>
                </a:lnTo>
                <a:lnTo>
                  <a:pt x="580" y="64"/>
                </a:lnTo>
                <a:lnTo>
                  <a:pt x="581" y="63"/>
                </a:lnTo>
                <a:lnTo>
                  <a:pt x="582" y="63"/>
                </a:lnTo>
                <a:lnTo>
                  <a:pt x="583" y="63"/>
                </a:lnTo>
                <a:lnTo>
                  <a:pt x="584" y="63"/>
                </a:lnTo>
                <a:lnTo>
                  <a:pt x="584" y="62"/>
                </a:lnTo>
                <a:lnTo>
                  <a:pt x="585" y="62"/>
                </a:lnTo>
                <a:lnTo>
                  <a:pt x="586" y="62"/>
                </a:lnTo>
                <a:lnTo>
                  <a:pt x="587" y="62"/>
                </a:lnTo>
                <a:lnTo>
                  <a:pt x="588" y="62"/>
                </a:lnTo>
                <a:lnTo>
                  <a:pt x="588" y="61"/>
                </a:lnTo>
                <a:lnTo>
                  <a:pt x="589" y="61"/>
                </a:lnTo>
                <a:lnTo>
                  <a:pt x="590" y="61"/>
                </a:lnTo>
                <a:lnTo>
                  <a:pt x="590" y="62"/>
                </a:lnTo>
                <a:lnTo>
                  <a:pt x="591" y="62"/>
                </a:lnTo>
                <a:lnTo>
                  <a:pt x="591" y="63"/>
                </a:lnTo>
                <a:lnTo>
                  <a:pt x="592" y="64"/>
                </a:lnTo>
                <a:lnTo>
                  <a:pt x="593" y="64"/>
                </a:lnTo>
                <a:lnTo>
                  <a:pt x="593" y="63"/>
                </a:lnTo>
                <a:lnTo>
                  <a:pt x="594" y="63"/>
                </a:lnTo>
                <a:lnTo>
                  <a:pt x="594" y="62"/>
                </a:lnTo>
                <a:lnTo>
                  <a:pt x="594" y="61"/>
                </a:lnTo>
                <a:lnTo>
                  <a:pt x="595" y="60"/>
                </a:lnTo>
                <a:lnTo>
                  <a:pt x="597" y="60"/>
                </a:lnTo>
                <a:lnTo>
                  <a:pt x="598" y="60"/>
                </a:lnTo>
                <a:lnTo>
                  <a:pt x="599" y="60"/>
                </a:lnTo>
                <a:lnTo>
                  <a:pt x="600" y="60"/>
                </a:lnTo>
                <a:lnTo>
                  <a:pt x="601" y="61"/>
                </a:lnTo>
                <a:lnTo>
                  <a:pt x="602" y="61"/>
                </a:lnTo>
                <a:lnTo>
                  <a:pt x="602" y="60"/>
                </a:lnTo>
                <a:lnTo>
                  <a:pt x="604" y="60"/>
                </a:lnTo>
                <a:lnTo>
                  <a:pt x="605" y="60"/>
                </a:lnTo>
                <a:lnTo>
                  <a:pt x="606" y="60"/>
                </a:lnTo>
                <a:lnTo>
                  <a:pt x="606" y="59"/>
                </a:lnTo>
                <a:lnTo>
                  <a:pt x="606" y="58"/>
                </a:lnTo>
                <a:lnTo>
                  <a:pt x="606" y="57"/>
                </a:lnTo>
                <a:lnTo>
                  <a:pt x="606" y="58"/>
                </a:lnTo>
                <a:lnTo>
                  <a:pt x="607" y="58"/>
                </a:lnTo>
                <a:lnTo>
                  <a:pt x="607" y="59"/>
                </a:lnTo>
                <a:lnTo>
                  <a:pt x="608" y="60"/>
                </a:lnTo>
                <a:lnTo>
                  <a:pt x="609" y="61"/>
                </a:lnTo>
                <a:lnTo>
                  <a:pt x="610" y="61"/>
                </a:lnTo>
                <a:lnTo>
                  <a:pt x="611" y="61"/>
                </a:lnTo>
                <a:lnTo>
                  <a:pt x="611" y="62"/>
                </a:lnTo>
                <a:lnTo>
                  <a:pt x="611" y="63"/>
                </a:lnTo>
                <a:lnTo>
                  <a:pt x="612" y="63"/>
                </a:lnTo>
                <a:lnTo>
                  <a:pt x="613" y="62"/>
                </a:lnTo>
                <a:lnTo>
                  <a:pt x="613" y="61"/>
                </a:lnTo>
                <a:lnTo>
                  <a:pt x="614" y="61"/>
                </a:lnTo>
                <a:lnTo>
                  <a:pt x="614" y="60"/>
                </a:lnTo>
                <a:lnTo>
                  <a:pt x="615" y="60"/>
                </a:lnTo>
                <a:lnTo>
                  <a:pt x="616" y="60"/>
                </a:lnTo>
                <a:lnTo>
                  <a:pt x="616" y="59"/>
                </a:lnTo>
                <a:lnTo>
                  <a:pt x="617" y="59"/>
                </a:lnTo>
                <a:lnTo>
                  <a:pt x="618" y="59"/>
                </a:lnTo>
                <a:lnTo>
                  <a:pt x="618" y="60"/>
                </a:lnTo>
                <a:lnTo>
                  <a:pt x="619" y="60"/>
                </a:lnTo>
                <a:lnTo>
                  <a:pt x="620" y="60"/>
                </a:lnTo>
                <a:lnTo>
                  <a:pt x="621" y="60"/>
                </a:lnTo>
                <a:lnTo>
                  <a:pt x="621" y="61"/>
                </a:lnTo>
                <a:lnTo>
                  <a:pt x="622" y="61"/>
                </a:lnTo>
                <a:lnTo>
                  <a:pt x="622" y="62"/>
                </a:lnTo>
                <a:lnTo>
                  <a:pt x="622" y="63"/>
                </a:lnTo>
                <a:lnTo>
                  <a:pt x="622" y="64"/>
                </a:lnTo>
                <a:lnTo>
                  <a:pt x="621" y="64"/>
                </a:lnTo>
                <a:lnTo>
                  <a:pt x="621" y="65"/>
                </a:lnTo>
                <a:lnTo>
                  <a:pt x="621" y="64"/>
                </a:lnTo>
                <a:lnTo>
                  <a:pt x="620" y="64"/>
                </a:lnTo>
                <a:lnTo>
                  <a:pt x="619" y="64"/>
                </a:lnTo>
                <a:lnTo>
                  <a:pt x="618" y="64"/>
                </a:lnTo>
                <a:lnTo>
                  <a:pt x="618" y="65"/>
                </a:lnTo>
                <a:lnTo>
                  <a:pt x="617" y="65"/>
                </a:lnTo>
                <a:lnTo>
                  <a:pt x="617" y="66"/>
                </a:lnTo>
                <a:lnTo>
                  <a:pt x="616" y="67"/>
                </a:lnTo>
                <a:lnTo>
                  <a:pt x="616" y="68"/>
                </a:lnTo>
                <a:lnTo>
                  <a:pt x="616" y="69"/>
                </a:lnTo>
                <a:lnTo>
                  <a:pt x="615" y="69"/>
                </a:lnTo>
                <a:lnTo>
                  <a:pt x="615" y="68"/>
                </a:lnTo>
                <a:lnTo>
                  <a:pt x="614" y="68"/>
                </a:lnTo>
                <a:lnTo>
                  <a:pt x="613" y="69"/>
                </a:lnTo>
                <a:lnTo>
                  <a:pt x="613" y="70"/>
                </a:lnTo>
                <a:lnTo>
                  <a:pt x="612" y="70"/>
                </a:lnTo>
                <a:lnTo>
                  <a:pt x="611" y="70"/>
                </a:lnTo>
                <a:lnTo>
                  <a:pt x="610" y="71"/>
                </a:lnTo>
                <a:lnTo>
                  <a:pt x="608" y="71"/>
                </a:lnTo>
                <a:lnTo>
                  <a:pt x="607" y="71"/>
                </a:lnTo>
                <a:lnTo>
                  <a:pt x="606" y="71"/>
                </a:lnTo>
                <a:lnTo>
                  <a:pt x="606" y="72"/>
                </a:lnTo>
                <a:lnTo>
                  <a:pt x="606" y="73"/>
                </a:lnTo>
                <a:lnTo>
                  <a:pt x="606" y="74"/>
                </a:lnTo>
                <a:lnTo>
                  <a:pt x="607" y="74"/>
                </a:lnTo>
                <a:lnTo>
                  <a:pt x="608" y="74"/>
                </a:lnTo>
                <a:lnTo>
                  <a:pt x="608" y="75"/>
                </a:lnTo>
                <a:lnTo>
                  <a:pt x="607" y="75"/>
                </a:lnTo>
                <a:lnTo>
                  <a:pt x="607" y="76"/>
                </a:lnTo>
                <a:lnTo>
                  <a:pt x="608" y="76"/>
                </a:lnTo>
                <a:lnTo>
                  <a:pt x="608" y="77"/>
                </a:lnTo>
                <a:lnTo>
                  <a:pt x="608" y="78"/>
                </a:lnTo>
                <a:lnTo>
                  <a:pt x="607" y="79"/>
                </a:lnTo>
                <a:lnTo>
                  <a:pt x="607" y="80"/>
                </a:lnTo>
                <a:lnTo>
                  <a:pt x="608" y="81"/>
                </a:lnTo>
                <a:lnTo>
                  <a:pt x="608" y="82"/>
                </a:lnTo>
                <a:lnTo>
                  <a:pt x="608" y="83"/>
                </a:lnTo>
                <a:lnTo>
                  <a:pt x="607" y="83"/>
                </a:lnTo>
                <a:lnTo>
                  <a:pt x="607" y="84"/>
                </a:lnTo>
                <a:lnTo>
                  <a:pt x="607" y="85"/>
                </a:lnTo>
                <a:lnTo>
                  <a:pt x="608" y="85"/>
                </a:lnTo>
                <a:lnTo>
                  <a:pt x="609" y="85"/>
                </a:lnTo>
                <a:lnTo>
                  <a:pt x="609" y="86"/>
                </a:lnTo>
                <a:lnTo>
                  <a:pt x="608" y="86"/>
                </a:lnTo>
                <a:lnTo>
                  <a:pt x="608" y="87"/>
                </a:lnTo>
                <a:lnTo>
                  <a:pt x="608" y="88"/>
                </a:lnTo>
                <a:lnTo>
                  <a:pt x="609" y="88"/>
                </a:lnTo>
                <a:lnTo>
                  <a:pt x="609" y="89"/>
                </a:lnTo>
                <a:lnTo>
                  <a:pt x="610" y="90"/>
                </a:lnTo>
                <a:lnTo>
                  <a:pt x="610" y="91"/>
                </a:lnTo>
                <a:lnTo>
                  <a:pt x="610" y="92"/>
                </a:lnTo>
                <a:lnTo>
                  <a:pt x="611" y="92"/>
                </a:lnTo>
                <a:lnTo>
                  <a:pt x="610" y="93"/>
                </a:lnTo>
                <a:lnTo>
                  <a:pt x="610" y="94"/>
                </a:lnTo>
                <a:lnTo>
                  <a:pt x="611" y="94"/>
                </a:lnTo>
                <a:lnTo>
                  <a:pt x="612" y="94"/>
                </a:lnTo>
                <a:lnTo>
                  <a:pt x="613" y="93"/>
                </a:lnTo>
                <a:lnTo>
                  <a:pt x="614" y="92"/>
                </a:lnTo>
                <a:lnTo>
                  <a:pt x="615" y="91"/>
                </a:lnTo>
                <a:lnTo>
                  <a:pt x="616" y="91"/>
                </a:lnTo>
                <a:lnTo>
                  <a:pt x="617" y="91"/>
                </a:lnTo>
                <a:lnTo>
                  <a:pt x="618" y="92"/>
                </a:lnTo>
                <a:lnTo>
                  <a:pt x="619" y="92"/>
                </a:lnTo>
                <a:lnTo>
                  <a:pt x="619" y="93"/>
                </a:lnTo>
                <a:lnTo>
                  <a:pt x="619" y="94"/>
                </a:lnTo>
                <a:lnTo>
                  <a:pt x="619" y="95"/>
                </a:lnTo>
                <a:lnTo>
                  <a:pt x="620" y="96"/>
                </a:lnTo>
                <a:lnTo>
                  <a:pt x="620" y="97"/>
                </a:lnTo>
                <a:lnTo>
                  <a:pt x="620" y="98"/>
                </a:lnTo>
                <a:lnTo>
                  <a:pt x="621" y="98"/>
                </a:lnTo>
                <a:lnTo>
                  <a:pt x="622" y="98"/>
                </a:lnTo>
                <a:lnTo>
                  <a:pt x="623" y="97"/>
                </a:lnTo>
                <a:lnTo>
                  <a:pt x="624" y="98"/>
                </a:lnTo>
                <a:lnTo>
                  <a:pt x="624" y="99"/>
                </a:lnTo>
                <a:lnTo>
                  <a:pt x="625" y="100"/>
                </a:lnTo>
                <a:lnTo>
                  <a:pt x="626" y="100"/>
                </a:lnTo>
                <a:lnTo>
                  <a:pt x="626" y="101"/>
                </a:lnTo>
                <a:lnTo>
                  <a:pt x="625" y="101"/>
                </a:lnTo>
                <a:lnTo>
                  <a:pt x="625" y="102"/>
                </a:lnTo>
                <a:lnTo>
                  <a:pt x="625" y="103"/>
                </a:lnTo>
                <a:lnTo>
                  <a:pt x="624" y="103"/>
                </a:lnTo>
                <a:lnTo>
                  <a:pt x="624" y="104"/>
                </a:lnTo>
                <a:lnTo>
                  <a:pt x="623" y="104"/>
                </a:lnTo>
                <a:lnTo>
                  <a:pt x="622" y="104"/>
                </a:lnTo>
                <a:lnTo>
                  <a:pt x="621" y="105"/>
                </a:lnTo>
                <a:lnTo>
                  <a:pt x="620" y="105"/>
                </a:lnTo>
                <a:lnTo>
                  <a:pt x="620" y="106"/>
                </a:lnTo>
                <a:lnTo>
                  <a:pt x="621" y="107"/>
                </a:lnTo>
                <a:lnTo>
                  <a:pt x="621" y="108"/>
                </a:lnTo>
                <a:lnTo>
                  <a:pt x="622" y="108"/>
                </a:lnTo>
                <a:lnTo>
                  <a:pt x="623" y="108"/>
                </a:lnTo>
                <a:lnTo>
                  <a:pt x="624" y="108"/>
                </a:lnTo>
                <a:lnTo>
                  <a:pt x="625" y="108"/>
                </a:lnTo>
                <a:lnTo>
                  <a:pt x="624" y="110"/>
                </a:lnTo>
                <a:lnTo>
                  <a:pt x="624" y="111"/>
                </a:lnTo>
                <a:lnTo>
                  <a:pt x="624" y="112"/>
                </a:lnTo>
                <a:lnTo>
                  <a:pt x="625" y="112"/>
                </a:lnTo>
                <a:lnTo>
                  <a:pt x="625" y="113"/>
                </a:lnTo>
                <a:lnTo>
                  <a:pt x="624" y="114"/>
                </a:lnTo>
                <a:lnTo>
                  <a:pt x="623" y="114"/>
                </a:lnTo>
                <a:lnTo>
                  <a:pt x="623" y="115"/>
                </a:lnTo>
                <a:lnTo>
                  <a:pt x="622" y="115"/>
                </a:lnTo>
                <a:lnTo>
                  <a:pt x="622" y="116"/>
                </a:lnTo>
                <a:lnTo>
                  <a:pt x="621" y="116"/>
                </a:lnTo>
                <a:lnTo>
                  <a:pt x="620" y="116"/>
                </a:lnTo>
                <a:lnTo>
                  <a:pt x="620" y="117"/>
                </a:lnTo>
                <a:lnTo>
                  <a:pt x="620" y="118"/>
                </a:lnTo>
                <a:lnTo>
                  <a:pt x="619" y="119"/>
                </a:lnTo>
                <a:lnTo>
                  <a:pt x="618" y="120"/>
                </a:lnTo>
                <a:lnTo>
                  <a:pt x="617" y="120"/>
                </a:lnTo>
                <a:lnTo>
                  <a:pt x="616" y="120"/>
                </a:lnTo>
                <a:lnTo>
                  <a:pt x="615" y="120"/>
                </a:lnTo>
                <a:lnTo>
                  <a:pt x="614" y="120"/>
                </a:lnTo>
                <a:lnTo>
                  <a:pt x="613" y="120"/>
                </a:lnTo>
                <a:lnTo>
                  <a:pt x="612" y="120"/>
                </a:lnTo>
                <a:lnTo>
                  <a:pt x="611" y="120"/>
                </a:lnTo>
                <a:lnTo>
                  <a:pt x="611" y="121"/>
                </a:lnTo>
                <a:lnTo>
                  <a:pt x="612" y="122"/>
                </a:lnTo>
                <a:lnTo>
                  <a:pt x="613" y="122"/>
                </a:lnTo>
                <a:lnTo>
                  <a:pt x="613" y="123"/>
                </a:lnTo>
                <a:lnTo>
                  <a:pt x="614" y="123"/>
                </a:lnTo>
                <a:lnTo>
                  <a:pt x="615" y="123"/>
                </a:lnTo>
                <a:lnTo>
                  <a:pt x="616" y="123"/>
                </a:lnTo>
                <a:lnTo>
                  <a:pt x="617" y="124"/>
                </a:lnTo>
                <a:lnTo>
                  <a:pt x="617" y="125"/>
                </a:lnTo>
                <a:lnTo>
                  <a:pt x="618" y="126"/>
                </a:lnTo>
                <a:lnTo>
                  <a:pt x="618" y="127"/>
                </a:lnTo>
                <a:lnTo>
                  <a:pt x="618" y="126"/>
                </a:lnTo>
                <a:lnTo>
                  <a:pt x="617" y="126"/>
                </a:lnTo>
                <a:lnTo>
                  <a:pt x="617" y="127"/>
                </a:lnTo>
                <a:lnTo>
                  <a:pt x="618" y="127"/>
                </a:lnTo>
                <a:lnTo>
                  <a:pt x="619" y="128"/>
                </a:lnTo>
                <a:lnTo>
                  <a:pt x="618" y="129"/>
                </a:lnTo>
                <a:lnTo>
                  <a:pt x="619" y="129"/>
                </a:lnTo>
                <a:lnTo>
                  <a:pt x="619" y="130"/>
                </a:lnTo>
                <a:lnTo>
                  <a:pt x="620" y="130"/>
                </a:lnTo>
                <a:lnTo>
                  <a:pt x="621" y="130"/>
                </a:lnTo>
                <a:lnTo>
                  <a:pt x="622" y="131"/>
                </a:lnTo>
                <a:lnTo>
                  <a:pt x="622" y="132"/>
                </a:lnTo>
                <a:lnTo>
                  <a:pt x="623" y="132"/>
                </a:lnTo>
                <a:lnTo>
                  <a:pt x="623" y="133"/>
                </a:lnTo>
                <a:lnTo>
                  <a:pt x="624" y="133"/>
                </a:lnTo>
                <a:lnTo>
                  <a:pt x="625" y="133"/>
                </a:lnTo>
                <a:lnTo>
                  <a:pt x="625" y="134"/>
                </a:lnTo>
                <a:lnTo>
                  <a:pt x="626" y="134"/>
                </a:lnTo>
                <a:lnTo>
                  <a:pt x="626" y="135"/>
                </a:lnTo>
                <a:lnTo>
                  <a:pt x="627" y="135"/>
                </a:lnTo>
                <a:lnTo>
                  <a:pt x="627" y="136"/>
                </a:lnTo>
                <a:lnTo>
                  <a:pt x="627" y="135"/>
                </a:lnTo>
                <a:lnTo>
                  <a:pt x="628" y="135"/>
                </a:lnTo>
                <a:lnTo>
                  <a:pt x="628" y="136"/>
                </a:lnTo>
                <a:lnTo>
                  <a:pt x="629" y="136"/>
                </a:lnTo>
                <a:lnTo>
                  <a:pt x="629" y="137"/>
                </a:lnTo>
                <a:lnTo>
                  <a:pt x="630" y="138"/>
                </a:lnTo>
                <a:lnTo>
                  <a:pt x="631" y="138"/>
                </a:lnTo>
                <a:lnTo>
                  <a:pt x="631" y="137"/>
                </a:lnTo>
                <a:lnTo>
                  <a:pt x="632" y="137"/>
                </a:lnTo>
                <a:lnTo>
                  <a:pt x="633" y="137"/>
                </a:lnTo>
                <a:lnTo>
                  <a:pt x="633" y="138"/>
                </a:lnTo>
                <a:lnTo>
                  <a:pt x="634" y="138"/>
                </a:lnTo>
                <a:lnTo>
                  <a:pt x="634" y="139"/>
                </a:lnTo>
                <a:lnTo>
                  <a:pt x="634" y="140"/>
                </a:lnTo>
                <a:lnTo>
                  <a:pt x="634" y="141"/>
                </a:lnTo>
                <a:lnTo>
                  <a:pt x="635" y="141"/>
                </a:lnTo>
                <a:lnTo>
                  <a:pt x="635" y="142"/>
                </a:lnTo>
                <a:lnTo>
                  <a:pt x="636" y="142"/>
                </a:lnTo>
                <a:lnTo>
                  <a:pt x="636" y="141"/>
                </a:lnTo>
                <a:lnTo>
                  <a:pt x="637" y="141"/>
                </a:lnTo>
                <a:lnTo>
                  <a:pt x="638" y="141"/>
                </a:lnTo>
                <a:lnTo>
                  <a:pt x="638" y="140"/>
                </a:lnTo>
                <a:lnTo>
                  <a:pt x="639" y="140"/>
                </a:lnTo>
                <a:lnTo>
                  <a:pt x="640" y="140"/>
                </a:lnTo>
                <a:lnTo>
                  <a:pt x="641" y="140"/>
                </a:lnTo>
                <a:lnTo>
                  <a:pt x="641" y="141"/>
                </a:lnTo>
                <a:lnTo>
                  <a:pt x="641" y="140"/>
                </a:lnTo>
                <a:lnTo>
                  <a:pt x="642" y="140"/>
                </a:lnTo>
                <a:lnTo>
                  <a:pt x="643" y="139"/>
                </a:lnTo>
                <a:lnTo>
                  <a:pt x="644" y="139"/>
                </a:lnTo>
                <a:lnTo>
                  <a:pt x="644" y="138"/>
                </a:lnTo>
                <a:lnTo>
                  <a:pt x="645" y="138"/>
                </a:lnTo>
                <a:lnTo>
                  <a:pt x="646" y="137"/>
                </a:lnTo>
                <a:lnTo>
                  <a:pt x="647" y="137"/>
                </a:lnTo>
                <a:lnTo>
                  <a:pt x="648" y="137"/>
                </a:lnTo>
                <a:lnTo>
                  <a:pt x="649" y="136"/>
                </a:lnTo>
                <a:lnTo>
                  <a:pt x="650" y="136"/>
                </a:lnTo>
                <a:lnTo>
                  <a:pt x="651" y="136"/>
                </a:lnTo>
                <a:lnTo>
                  <a:pt x="651" y="135"/>
                </a:lnTo>
                <a:lnTo>
                  <a:pt x="652" y="135"/>
                </a:lnTo>
                <a:lnTo>
                  <a:pt x="652" y="136"/>
                </a:lnTo>
                <a:lnTo>
                  <a:pt x="651" y="136"/>
                </a:lnTo>
                <a:lnTo>
                  <a:pt x="651" y="137"/>
                </a:lnTo>
                <a:lnTo>
                  <a:pt x="652" y="137"/>
                </a:lnTo>
                <a:lnTo>
                  <a:pt x="653" y="137"/>
                </a:lnTo>
                <a:lnTo>
                  <a:pt x="654" y="137"/>
                </a:lnTo>
                <a:lnTo>
                  <a:pt x="654" y="136"/>
                </a:lnTo>
                <a:lnTo>
                  <a:pt x="655" y="136"/>
                </a:lnTo>
                <a:lnTo>
                  <a:pt x="656" y="136"/>
                </a:lnTo>
                <a:lnTo>
                  <a:pt x="656" y="135"/>
                </a:lnTo>
                <a:lnTo>
                  <a:pt x="656" y="136"/>
                </a:lnTo>
                <a:lnTo>
                  <a:pt x="657" y="136"/>
                </a:lnTo>
                <a:lnTo>
                  <a:pt x="657" y="135"/>
                </a:lnTo>
                <a:lnTo>
                  <a:pt x="657" y="136"/>
                </a:lnTo>
                <a:lnTo>
                  <a:pt x="658" y="136"/>
                </a:lnTo>
                <a:lnTo>
                  <a:pt x="659" y="136"/>
                </a:lnTo>
                <a:lnTo>
                  <a:pt x="659" y="135"/>
                </a:lnTo>
                <a:lnTo>
                  <a:pt x="660" y="136"/>
                </a:lnTo>
                <a:lnTo>
                  <a:pt x="661" y="135"/>
                </a:lnTo>
                <a:lnTo>
                  <a:pt x="662" y="135"/>
                </a:lnTo>
                <a:lnTo>
                  <a:pt x="663" y="135"/>
                </a:lnTo>
                <a:lnTo>
                  <a:pt x="664" y="135"/>
                </a:lnTo>
                <a:lnTo>
                  <a:pt x="664" y="134"/>
                </a:lnTo>
                <a:lnTo>
                  <a:pt x="664" y="133"/>
                </a:lnTo>
                <a:lnTo>
                  <a:pt x="664" y="132"/>
                </a:lnTo>
                <a:lnTo>
                  <a:pt x="665" y="132"/>
                </a:lnTo>
                <a:lnTo>
                  <a:pt x="666" y="132"/>
                </a:lnTo>
                <a:lnTo>
                  <a:pt x="667" y="132"/>
                </a:lnTo>
                <a:lnTo>
                  <a:pt x="667" y="131"/>
                </a:lnTo>
                <a:lnTo>
                  <a:pt x="666" y="131"/>
                </a:lnTo>
                <a:lnTo>
                  <a:pt x="665" y="131"/>
                </a:lnTo>
                <a:lnTo>
                  <a:pt x="665" y="129"/>
                </a:lnTo>
                <a:lnTo>
                  <a:pt x="666" y="129"/>
                </a:lnTo>
                <a:lnTo>
                  <a:pt x="667" y="129"/>
                </a:lnTo>
                <a:lnTo>
                  <a:pt x="667" y="128"/>
                </a:lnTo>
                <a:lnTo>
                  <a:pt x="667" y="127"/>
                </a:lnTo>
                <a:lnTo>
                  <a:pt x="668" y="127"/>
                </a:lnTo>
                <a:lnTo>
                  <a:pt x="669" y="127"/>
                </a:lnTo>
                <a:lnTo>
                  <a:pt x="669" y="126"/>
                </a:lnTo>
                <a:lnTo>
                  <a:pt x="670" y="125"/>
                </a:lnTo>
                <a:lnTo>
                  <a:pt x="670" y="124"/>
                </a:lnTo>
                <a:lnTo>
                  <a:pt x="671" y="124"/>
                </a:lnTo>
                <a:lnTo>
                  <a:pt x="672" y="124"/>
                </a:lnTo>
                <a:lnTo>
                  <a:pt x="672" y="123"/>
                </a:lnTo>
                <a:lnTo>
                  <a:pt x="671" y="122"/>
                </a:lnTo>
                <a:lnTo>
                  <a:pt x="672" y="121"/>
                </a:lnTo>
                <a:lnTo>
                  <a:pt x="672" y="120"/>
                </a:lnTo>
                <a:lnTo>
                  <a:pt x="672" y="119"/>
                </a:lnTo>
                <a:lnTo>
                  <a:pt x="673" y="119"/>
                </a:lnTo>
                <a:lnTo>
                  <a:pt x="674" y="119"/>
                </a:lnTo>
                <a:lnTo>
                  <a:pt x="675" y="119"/>
                </a:lnTo>
                <a:lnTo>
                  <a:pt x="675" y="118"/>
                </a:lnTo>
                <a:lnTo>
                  <a:pt x="676" y="118"/>
                </a:lnTo>
                <a:lnTo>
                  <a:pt x="677" y="118"/>
                </a:lnTo>
                <a:lnTo>
                  <a:pt x="677" y="117"/>
                </a:lnTo>
                <a:lnTo>
                  <a:pt x="678" y="116"/>
                </a:lnTo>
                <a:lnTo>
                  <a:pt x="678" y="115"/>
                </a:lnTo>
                <a:lnTo>
                  <a:pt x="678" y="116"/>
                </a:lnTo>
                <a:lnTo>
                  <a:pt x="679" y="116"/>
                </a:lnTo>
                <a:lnTo>
                  <a:pt x="679" y="115"/>
                </a:lnTo>
                <a:lnTo>
                  <a:pt x="679" y="116"/>
                </a:lnTo>
                <a:lnTo>
                  <a:pt x="680" y="116"/>
                </a:lnTo>
                <a:lnTo>
                  <a:pt x="681" y="117"/>
                </a:lnTo>
                <a:lnTo>
                  <a:pt x="682" y="117"/>
                </a:lnTo>
                <a:lnTo>
                  <a:pt x="683" y="117"/>
                </a:lnTo>
                <a:lnTo>
                  <a:pt x="684" y="117"/>
                </a:lnTo>
                <a:lnTo>
                  <a:pt x="684" y="118"/>
                </a:lnTo>
                <a:lnTo>
                  <a:pt x="685" y="118"/>
                </a:lnTo>
                <a:lnTo>
                  <a:pt x="686" y="118"/>
                </a:lnTo>
                <a:lnTo>
                  <a:pt x="686" y="119"/>
                </a:lnTo>
                <a:lnTo>
                  <a:pt x="687" y="119"/>
                </a:lnTo>
                <a:lnTo>
                  <a:pt x="688" y="119"/>
                </a:lnTo>
                <a:lnTo>
                  <a:pt x="688" y="118"/>
                </a:lnTo>
                <a:lnTo>
                  <a:pt x="689" y="118"/>
                </a:lnTo>
                <a:lnTo>
                  <a:pt x="689" y="119"/>
                </a:lnTo>
                <a:lnTo>
                  <a:pt x="690" y="119"/>
                </a:lnTo>
                <a:lnTo>
                  <a:pt x="690" y="120"/>
                </a:lnTo>
                <a:lnTo>
                  <a:pt x="691" y="120"/>
                </a:lnTo>
                <a:lnTo>
                  <a:pt x="690" y="121"/>
                </a:lnTo>
                <a:lnTo>
                  <a:pt x="691" y="121"/>
                </a:lnTo>
                <a:lnTo>
                  <a:pt x="690" y="122"/>
                </a:lnTo>
                <a:lnTo>
                  <a:pt x="689" y="122"/>
                </a:lnTo>
                <a:lnTo>
                  <a:pt x="689" y="123"/>
                </a:lnTo>
                <a:lnTo>
                  <a:pt x="689" y="124"/>
                </a:lnTo>
                <a:lnTo>
                  <a:pt x="690" y="124"/>
                </a:lnTo>
                <a:lnTo>
                  <a:pt x="690" y="125"/>
                </a:lnTo>
                <a:lnTo>
                  <a:pt x="690" y="126"/>
                </a:lnTo>
                <a:lnTo>
                  <a:pt x="691" y="126"/>
                </a:lnTo>
                <a:lnTo>
                  <a:pt x="692" y="126"/>
                </a:lnTo>
                <a:lnTo>
                  <a:pt x="693" y="126"/>
                </a:lnTo>
                <a:lnTo>
                  <a:pt x="693" y="127"/>
                </a:lnTo>
                <a:lnTo>
                  <a:pt x="694" y="126"/>
                </a:lnTo>
                <a:lnTo>
                  <a:pt x="695" y="126"/>
                </a:lnTo>
                <a:lnTo>
                  <a:pt x="695" y="125"/>
                </a:lnTo>
                <a:lnTo>
                  <a:pt x="696" y="125"/>
                </a:lnTo>
                <a:lnTo>
                  <a:pt x="697" y="125"/>
                </a:lnTo>
                <a:lnTo>
                  <a:pt x="698" y="125"/>
                </a:lnTo>
                <a:lnTo>
                  <a:pt x="698" y="126"/>
                </a:lnTo>
                <a:lnTo>
                  <a:pt x="698" y="127"/>
                </a:lnTo>
                <a:lnTo>
                  <a:pt x="699" y="128"/>
                </a:lnTo>
                <a:lnTo>
                  <a:pt x="699" y="129"/>
                </a:lnTo>
                <a:lnTo>
                  <a:pt x="699" y="130"/>
                </a:lnTo>
                <a:lnTo>
                  <a:pt x="699" y="131"/>
                </a:lnTo>
                <a:lnTo>
                  <a:pt x="700" y="131"/>
                </a:lnTo>
                <a:lnTo>
                  <a:pt x="700" y="132"/>
                </a:lnTo>
                <a:lnTo>
                  <a:pt x="699" y="132"/>
                </a:lnTo>
                <a:lnTo>
                  <a:pt x="699" y="133"/>
                </a:lnTo>
                <a:lnTo>
                  <a:pt x="698" y="134"/>
                </a:lnTo>
                <a:lnTo>
                  <a:pt x="698" y="135"/>
                </a:lnTo>
                <a:lnTo>
                  <a:pt x="697" y="134"/>
                </a:lnTo>
                <a:lnTo>
                  <a:pt x="696" y="135"/>
                </a:lnTo>
                <a:lnTo>
                  <a:pt x="695" y="135"/>
                </a:lnTo>
                <a:lnTo>
                  <a:pt x="695" y="136"/>
                </a:lnTo>
                <a:lnTo>
                  <a:pt x="695" y="137"/>
                </a:lnTo>
                <a:lnTo>
                  <a:pt x="695" y="138"/>
                </a:lnTo>
                <a:lnTo>
                  <a:pt x="696" y="138"/>
                </a:lnTo>
                <a:lnTo>
                  <a:pt x="696" y="139"/>
                </a:lnTo>
                <a:lnTo>
                  <a:pt x="696" y="140"/>
                </a:lnTo>
                <a:lnTo>
                  <a:pt x="696" y="141"/>
                </a:lnTo>
                <a:lnTo>
                  <a:pt x="696" y="142"/>
                </a:lnTo>
                <a:lnTo>
                  <a:pt x="696" y="143"/>
                </a:lnTo>
                <a:lnTo>
                  <a:pt x="695" y="143"/>
                </a:lnTo>
                <a:lnTo>
                  <a:pt x="696" y="143"/>
                </a:lnTo>
                <a:lnTo>
                  <a:pt x="696" y="144"/>
                </a:lnTo>
                <a:lnTo>
                  <a:pt x="697" y="143"/>
                </a:lnTo>
                <a:lnTo>
                  <a:pt x="698" y="144"/>
                </a:lnTo>
                <a:lnTo>
                  <a:pt x="699" y="144"/>
                </a:lnTo>
                <a:lnTo>
                  <a:pt x="700" y="144"/>
                </a:lnTo>
                <a:lnTo>
                  <a:pt x="701" y="144"/>
                </a:lnTo>
                <a:lnTo>
                  <a:pt x="702" y="144"/>
                </a:lnTo>
                <a:lnTo>
                  <a:pt x="702" y="145"/>
                </a:lnTo>
                <a:lnTo>
                  <a:pt x="701" y="145"/>
                </a:lnTo>
                <a:lnTo>
                  <a:pt x="700" y="145"/>
                </a:lnTo>
                <a:lnTo>
                  <a:pt x="700" y="146"/>
                </a:lnTo>
                <a:lnTo>
                  <a:pt x="699" y="146"/>
                </a:lnTo>
                <a:lnTo>
                  <a:pt x="699" y="147"/>
                </a:lnTo>
                <a:lnTo>
                  <a:pt x="699" y="148"/>
                </a:lnTo>
                <a:lnTo>
                  <a:pt x="700" y="149"/>
                </a:lnTo>
                <a:lnTo>
                  <a:pt x="700" y="150"/>
                </a:lnTo>
                <a:lnTo>
                  <a:pt x="700" y="151"/>
                </a:lnTo>
                <a:lnTo>
                  <a:pt x="700" y="152"/>
                </a:lnTo>
                <a:lnTo>
                  <a:pt x="700" y="153"/>
                </a:lnTo>
                <a:lnTo>
                  <a:pt x="700" y="154"/>
                </a:lnTo>
                <a:lnTo>
                  <a:pt x="700" y="155"/>
                </a:lnTo>
                <a:lnTo>
                  <a:pt x="701" y="155"/>
                </a:lnTo>
                <a:lnTo>
                  <a:pt x="702" y="156"/>
                </a:lnTo>
                <a:lnTo>
                  <a:pt x="701" y="156"/>
                </a:lnTo>
                <a:lnTo>
                  <a:pt x="701" y="158"/>
                </a:lnTo>
                <a:lnTo>
                  <a:pt x="701" y="159"/>
                </a:lnTo>
                <a:lnTo>
                  <a:pt x="702" y="160"/>
                </a:lnTo>
                <a:lnTo>
                  <a:pt x="702" y="161"/>
                </a:lnTo>
                <a:lnTo>
                  <a:pt x="701" y="162"/>
                </a:lnTo>
                <a:lnTo>
                  <a:pt x="701" y="163"/>
                </a:lnTo>
                <a:lnTo>
                  <a:pt x="700" y="163"/>
                </a:lnTo>
                <a:lnTo>
                  <a:pt x="701" y="163"/>
                </a:lnTo>
                <a:lnTo>
                  <a:pt x="701" y="164"/>
                </a:lnTo>
                <a:lnTo>
                  <a:pt x="701" y="165"/>
                </a:lnTo>
                <a:lnTo>
                  <a:pt x="701" y="166"/>
                </a:lnTo>
                <a:lnTo>
                  <a:pt x="700" y="166"/>
                </a:lnTo>
                <a:lnTo>
                  <a:pt x="699" y="168"/>
                </a:lnTo>
                <a:lnTo>
                  <a:pt x="697" y="168"/>
                </a:lnTo>
                <a:lnTo>
                  <a:pt x="696" y="169"/>
                </a:lnTo>
                <a:lnTo>
                  <a:pt x="696" y="170"/>
                </a:lnTo>
                <a:lnTo>
                  <a:pt x="696" y="171"/>
                </a:lnTo>
                <a:lnTo>
                  <a:pt x="696" y="172"/>
                </a:lnTo>
                <a:lnTo>
                  <a:pt x="695" y="172"/>
                </a:lnTo>
                <a:lnTo>
                  <a:pt x="696" y="172"/>
                </a:lnTo>
                <a:lnTo>
                  <a:pt x="697" y="173"/>
                </a:lnTo>
                <a:lnTo>
                  <a:pt x="697" y="174"/>
                </a:lnTo>
                <a:lnTo>
                  <a:pt x="697" y="175"/>
                </a:lnTo>
                <a:lnTo>
                  <a:pt x="697" y="176"/>
                </a:lnTo>
                <a:lnTo>
                  <a:pt x="696" y="177"/>
                </a:lnTo>
                <a:lnTo>
                  <a:pt x="696" y="178"/>
                </a:lnTo>
                <a:lnTo>
                  <a:pt x="696" y="177"/>
                </a:lnTo>
                <a:lnTo>
                  <a:pt x="695" y="178"/>
                </a:lnTo>
                <a:lnTo>
                  <a:pt x="695" y="179"/>
                </a:lnTo>
                <a:lnTo>
                  <a:pt x="695" y="180"/>
                </a:lnTo>
                <a:lnTo>
                  <a:pt x="695" y="181"/>
                </a:lnTo>
                <a:lnTo>
                  <a:pt x="695" y="182"/>
                </a:lnTo>
                <a:lnTo>
                  <a:pt x="694" y="182"/>
                </a:lnTo>
                <a:lnTo>
                  <a:pt x="694" y="183"/>
                </a:lnTo>
                <a:lnTo>
                  <a:pt x="695" y="183"/>
                </a:lnTo>
                <a:lnTo>
                  <a:pt x="695" y="184"/>
                </a:lnTo>
                <a:lnTo>
                  <a:pt x="694" y="185"/>
                </a:lnTo>
                <a:lnTo>
                  <a:pt x="694" y="186"/>
                </a:lnTo>
                <a:lnTo>
                  <a:pt x="693" y="186"/>
                </a:lnTo>
                <a:lnTo>
                  <a:pt x="693" y="187"/>
                </a:lnTo>
                <a:lnTo>
                  <a:pt x="692" y="188"/>
                </a:lnTo>
                <a:lnTo>
                  <a:pt x="691" y="189"/>
                </a:lnTo>
                <a:lnTo>
                  <a:pt x="691" y="190"/>
                </a:lnTo>
                <a:lnTo>
                  <a:pt x="690" y="190"/>
                </a:lnTo>
                <a:lnTo>
                  <a:pt x="690" y="189"/>
                </a:lnTo>
                <a:lnTo>
                  <a:pt x="690" y="187"/>
                </a:lnTo>
                <a:lnTo>
                  <a:pt x="689" y="187"/>
                </a:lnTo>
                <a:lnTo>
                  <a:pt x="689" y="186"/>
                </a:lnTo>
                <a:lnTo>
                  <a:pt x="688" y="186"/>
                </a:lnTo>
                <a:lnTo>
                  <a:pt x="687" y="186"/>
                </a:lnTo>
                <a:lnTo>
                  <a:pt x="686" y="185"/>
                </a:lnTo>
                <a:lnTo>
                  <a:pt x="685" y="185"/>
                </a:lnTo>
                <a:lnTo>
                  <a:pt x="684" y="185"/>
                </a:lnTo>
                <a:lnTo>
                  <a:pt x="683" y="186"/>
                </a:lnTo>
                <a:lnTo>
                  <a:pt x="682" y="185"/>
                </a:lnTo>
                <a:lnTo>
                  <a:pt x="681" y="185"/>
                </a:lnTo>
                <a:lnTo>
                  <a:pt x="680" y="185"/>
                </a:lnTo>
                <a:lnTo>
                  <a:pt x="680" y="186"/>
                </a:lnTo>
                <a:lnTo>
                  <a:pt x="679" y="186"/>
                </a:lnTo>
                <a:lnTo>
                  <a:pt x="678" y="186"/>
                </a:lnTo>
                <a:lnTo>
                  <a:pt x="678" y="187"/>
                </a:lnTo>
                <a:lnTo>
                  <a:pt x="677" y="187"/>
                </a:lnTo>
                <a:lnTo>
                  <a:pt x="676" y="187"/>
                </a:lnTo>
                <a:lnTo>
                  <a:pt x="675" y="189"/>
                </a:lnTo>
                <a:lnTo>
                  <a:pt x="674" y="189"/>
                </a:lnTo>
                <a:lnTo>
                  <a:pt x="674" y="190"/>
                </a:lnTo>
                <a:lnTo>
                  <a:pt x="673" y="190"/>
                </a:lnTo>
                <a:lnTo>
                  <a:pt x="671" y="191"/>
                </a:lnTo>
                <a:lnTo>
                  <a:pt x="670" y="191"/>
                </a:lnTo>
                <a:lnTo>
                  <a:pt x="670" y="192"/>
                </a:lnTo>
                <a:lnTo>
                  <a:pt x="669" y="192"/>
                </a:lnTo>
                <a:lnTo>
                  <a:pt x="668" y="193"/>
                </a:lnTo>
                <a:lnTo>
                  <a:pt x="667" y="194"/>
                </a:lnTo>
                <a:lnTo>
                  <a:pt x="666" y="194"/>
                </a:lnTo>
                <a:lnTo>
                  <a:pt x="666" y="195"/>
                </a:lnTo>
                <a:lnTo>
                  <a:pt x="666" y="196"/>
                </a:lnTo>
                <a:lnTo>
                  <a:pt x="665" y="196"/>
                </a:lnTo>
                <a:lnTo>
                  <a:pt x="665" y="197"/>
                </a:lnTo>
                <a:lnTo>
                  <a:pt x="664" y="197"/>
                </a:lnTo>
                <a:lnTo>
                  <a:pt x="663" y="197"/>
                </a:lnTo>
                <a:lnTo>
                  <a:pt x="663" y="198"/>
                </a:lnTo>
                <a:lnTo>
                  <a:pt x="662" y="198"/>
                </a:lnTo>
                <a:lnTo>
                  <a:pt x="661" y="197"/>
                </a:lnTo>
                <a:lnTo>
                  <a:pt x="661" y="196"/>
                </a:lnTo>
                <a:lnTo>
                  <a:pt x="661" y="194"/>
                </a:lnTo>
                <a:lnTo>
                  <a:pt x="660" y="193"/>
                </a:lnTo>
                <a:lnTo>
                  <a:pt x="659" y="192"/>
                </a:lnTo>
                <a:lnTo>
                  <a:pt x="658" y="192"/>
                </a:lnTo>
                <a:lnTo>
                  <a:pt x="657" y="192"/>
                </a:lnTo>
                <a:lnTo>
                  <a:pt x="656" y="192"/>
                </a:lnTo>
                <a:lnTo>
                  <a:pt x="656" y="193"/>
                </a:lnTo>
                <a:lnTo>
                  <a:pt x="655" y="195"/>
                </a:lnTo>
                <a:lnTo>
                  <a:pt x="654" y="195"/>
                </a:lnTo>
                <a:lnTo>
                  <a:pt x="653" y="195"/>
                </a:lnTo>
                <a:lnTo>
                  <a:pt x="653" y="194"/>
                </a:lnTo>
                <a:lnTo>
                  <a:pt x="652" y="192"/>
                </a:lnTo>
                <a:lnTo>
                  <a:pt x="651" y="193"/>
                </a:lnTo>
                <a:lnTo>
                  <a:pt x="650" y="193"/>
                </a:lnTo>
                <a:lnTo>
                  <a:pt x="649" y="193"/>
                </a:lnTo>
                <a:lnTo>
                  <a:pt x="648" y="193"/>
                </a:lnTo>
                <a:lnTo>
                  <a:pt x="646" y="194"/>
                </a:lnTo>
                <a:lnTo>
                  <a:pt x="645" y="195"/>
                </a:lnTo>
                <a:lnTo>
                  <a:pt x="643" y="195"/>
                </a:lnTo>
                <a:lnTo>
                  <a:pt x="641" y="195"/>
                </a:lnTo>
                <a:lnTo>
                  <a:pt x="639" y="196"/>
                </a:lnTo>
                <a:lnTo>
                  <a:pt x="638" y="196"/>
                </a:lnTo>
                <a:lnTo>
                  <a:pt x="637" y="195"/>
                </a:lnTo>
                <a:lnTo>
                  <a:pt x="636" y="194"/>
                </a:lnTo>
                <a:lnTo>
                  <a:pt x="635" y="194"/>
                </a:lnTo>
                <a:lnTo>
                  <a:pt x="634" y="194"/>
                </a:lnTo>
                <a:lnTo>
                  <a:pt x="633" y="194"/>
                </a:lnTo>
                <a:lnTo>
                  <a:pt x="632" y="194"/>
                </a:lnTo>
                <a:lnTo>
                  <a:pt x="633" y="194"/>
                </a:lnTo>
                <a:lnTo>
                  <a:pt x="633" y="193"/>
                </a:lnTo>
                <a:lnTo>
                  <a:pt x="632" y="193"/>
                </a:lnTo>
                <a:lnTo>
                  <a:pt x="632" y="192"/>
                </a:lnTo>
                <a:lnTo>
                  <a:pt x="631" y="192"/>
                </a:lnTo>
                <a:lnTo>
                  <a:pt x="630" y="188"/>
                </a:lnTo>
                <a:lnTo>
                  <a:pt x="630" y="187"/>
                </a:lnTo>
                <a:lnTo>
                  <a:pt x="629" y="187"/>
                </a:lnTo>
                <a:lnTo>
                  <a:pt x="628" y="187"/>
                </a:lnTo>
                <a:lnTo>
                  <a:pt x="628" y="186"/>
                </a:lnTo>
                <a:lnTo>
                  <a:pt x="629" y="186"/>
                </a:lnTo>
                <a:lnTo>
                  <a:pt x="629" y="185"/>
                </a:lnTo>
                <a:lnTo>
                  <a:pt x="628" y="185"/>
                </a:lnTo>
                <a:lnTo>
                  <a:pt x="628" y="186"/>
                </a:lnTo>
                <a:lnTo>
                  <a:pt x="625" y="185"/>
                </a:lnTo>
                <a:lnTo>
                  <a:pt x="623" y="184"/>
                </a:lnTo>
                <a:lnTo>
                  <a:pt x="622" y="183"/>
                </a:lnTo>
                <a:lnTo>
                  <a:pt x="621" y="183"/>
                </a:lnTo>
                <a:lnTo>
                  <a:pt x="621" y="182"/>
                </a:lnTo>
                <a:lnTo>
                  <a:pt x="621" y="181"/>
                </a:lnTo>
                <a:lnTo>
                  <a:pt x="620" y="181"/>
                </a:lnTo>
                <a:lnTo>
                  <a:pt x="619" y="181"/>
                </a:lnTo>
                <a:lnTo>
                  <a:pt x="618" y="180"/>
                </a:lnTo>
                <a:lnTo>
                  <a:pt x="617" y="181"/>
                </a:lnTo>
                <a:lnTo>
                  <a:pt x="617" y="180"/>
                </a:lnTo>
                <a:lnTo>
                  <a:pt x="616" y="180"/>
                </a:lnTo>
                <a:lnTo>
                  <a:pt x="615" y="180"/>
                </a:lnTo>
                <a:lnTo>
                  <a:pt x="615" y="181"/>
                </a:lnTo>
                <a:lnTo>
                  <a:pt x="614" y="182"/>
                </a:lnTo>
                <a:lnTo>
                  <a:pt x="614" y="183"/>
                </a:lnTo>
                <a:lnTo>
                  <a:pt x="615" y="183"/>
                </a:lnTo>
                <a:lnTo>
                  <a:pt x="615" y="184"/>
                </a:lnTo>
                <a:lnTo>
                  <a:pt x="614" y="184"/>
                </a:lnTo>
                <a:lnTo>
                  <a:pt x="613" y="186"/>
                </a:lnTo>
                <a:lnTo>
                  <a:pt x="612" y="186"/>
                </a:lnTo>
                <a:lnTo>
                  <a:pt x="612" y="187"/>
                </a:lnTo>
                <a:lnTo>
                  <a:pt x="611" y="187"/>
                </a:lnTo>
                <a:lnTo>
                  <a:pt x="611" y="188"/>
                </a:lnTo>
                <a:lnTo>
                  <a:pt x="610" y="190"/>
                </a:lnTo>
                <a:lnTo>
                  <a:pt x="608" y="191"/>
                </a:lnTo>
                <a:lnTo>
                  <a:pt x="607" y="192"/>
                </a:lnTo>
                <a:lnTo>
                  <a:pt x="607" y="193"/>
                </a:lnTo>
                <a:lnTo>
                  <a:pt x="606" y="193"/>
                </a:lnTo>
                <a:lnTo>
                  <a:pt x="606" y="194"/>
                </a:lnTo>
                <a:lnTo>
                  <a:pt x="607" y="196"/>
                </a:lnTo>
                <a:lnTo>
                  <a:pt x="607" y="197"/>
                </a:lnTo>
                <a:lnTo>
                  <a:pt x="606" y="198"/>
                </a:lnTo>
                <a:lnTo>
                  <a:pt x="605" y="198"/>
                </a:lnTo>
                <a:lnTo>
                  <a:pt x="604" y="197"/>
                </a:lnTo>
                <a:lnTo>
                  <a:pt x="603" y="197"/>
                </a:lnTo>
                <a:lnTo>
                  <a:pt x="603" y="198"/>
                </a:lnTo>
                <a:lnTo>
                  <a:pt x="604" y="198"/>
                </a:lnTo>
                <a:lnTo>
                  <a:pt x="603" y="199"/>
                </a:lnTo>
                <a:lnTo>
                  <a:pt x="602" y="199"/>
                </a:lnTo>
                <a:lnTo>
                  <a:pt x="602" y="198"/>
                </a:lnTo>
                <a:lnTo>
                  <a:pt x="601" y="198"/>
                </a:lnTo>
                <a:lnTo>
                  <a:pt x="601" y="200"/>
                </a:lnTo>
                <a:lnTo>
                  <a:pt x="600" y="200"/>
                </a:lnTo>
                <a:lnTo>
                  <a:pt x="599" y="201"/>
                </a:lnTo>
                <a:lnTo>
                  <a:pt x="599" y="200"/>
                </a:lnTo>
                <a:lnTo>
                  <a:pt x="598" y="200"/>
                </a:lnTo>
                <a:lnTo>
                  <a:pt x="598" y="199"/>
                </a:lnTo>
                <a:lnTo>
                  <a:pt x="597" y="199"/>
                </a:lnTo>
                <a:lnTo>
                  <a:pt x="597" y="198"/>
                </a:lnTo>
                <a:lnTo>
                  <a:pt x="596" y="197"/>
                </a:lnTo>
                <a:lnTo>
                  <a:pt x="596" y="196"/>
                </a:lnTo>
                <a:lnTo>
                  <a:pt x="596" y="195"/>
                </a:lnTo>
                <a:lnTo>
                  <a:pt x="596" y="194"/>
                </a:lnTo>
                <a:lnTo>
                  <a:pt x="595" y="194"/>
                </a:lnTo>
                <a:lnTo>
                  <a:pt x="594" y="194"/>
                </a:lnTo>
                <a:lnTo>
                  <a:pt x="594" y="193"/>
                </a:lnTo>
                <a:lnTo>
                  <a:pt x="593" y="193"/>
                </a:lnTo>
                <a:lnTo>
                  <a:pt x="592" y="194"/>
                </a:lnTo>
                <a:lnTo>
                  <a:pt x="591" y="194"/>
                </a:lnTo>
                <a:lnTo>
                  <a:pt x="591" y="193"/>
                </a:lnTo>
                <a:lnTo>
                  <a:pt x="590" y="193"/>
                </a:lnTo>
                <a:lnTo>
                  <a:pt x="590" y="192"/>
                </a:lnTo>
                <a:lnTo>
                  <a:pt x="589" y="191"/>
                </a:lnTo>
                <a:lnTo>
                  <a:pt x="588" y="191"/>
                </a:lnTo>
                <a:lnTo>
                  <a:pt x="587" y="191"/>
                </a:lnTo>
                <a:lnTo>
                  <a:pt x="586" y="190"/>
                </a:lnTo>
                <a:lnTo>
                  <a:pt x="586" y="189"/>
                </a:lnTo>
                <a:lnTo>
                  <a:pt x="585" y="189"/>
                </a:lnTo>
                <a:lnTo>
                  <a:pt x="586" y="188"/>
                </a:lnTo>
                <a:lnTo>
                  <a:pt x="586" y="186"/>
                </a:lnTo>
                <a:lnTo>
                  <a:pt x="585" y="186"/>
                </a:lnTo>
                <a:lnTo>
                  <a:pt x="585" y="185"/>
                </a:lnTo>
                <a:lnTo>
                  <a:pt x="585" y="184"/>
                </a:lnTo>
                <a:lnTo>
                  <a:pt x="584" y="184"/>
                </a:lnTo>
                <a:lnTo>
                  <a:pt x="583" y="185"/>
                </a:lnTo>
                <a:lnTo>
                  <a:pt x="582" y="185"/>
                </a:lnTo>
                <a:lnTo>
                  <a:pt x="582" y="184"/>
                </a:lnTo>
                <a:lnTo>
                  <a:pt x="581" y="184"/>
                </a:lnTo>
                <a:lnTo>
                  <a:pt x="581" y="185"/>
                </a:lnTo>
                <a:lnTo>
                  <a:pt x="581" y="184"/>
                </a:lnTo>
                <a:lnTo>
                  <a:pt x="580" y="184"/>
                </a:lnTo>
                <a:lnTo>
                  <a:pt x="580" y="183"/>
                </a:lnTo>
                <a:lnTo>
                  <a:pt x="579" y="183"/>
                </a:lnTo>
                <a:lnTo>
                  <a:pt x="578" y="183"/>
                </a:lnTo>
                <a:lnTo>
                  <a:pt x="578" y="182"/>
                </a:lnTo>
                <a:lnTo>
                  <a:pt x="578" y="183"/>
                </a:lnTo>
                <a:lnTo>
                  <a:pt x="577" y="184"/>
                </a:lnTo>
                <a:lnTo>
                  <a:pt x="577" y="186"/>
                </a:lnTo>
                <a:lnTo>
                  <a:pt x="576" y="186"/>
                </a:lnTo>
                <a:lnTo>
                  <a:pt x="576" y="187"/>
                </a:lnTo>
                <a:lnTo>
                  <a:pt x="576" y="188"/>
                </a:lnTo>
                <a:lnTo>
                  <a:pt x="575" y="188"/>
                </a:lnTo>
                <a:lnTo>
                  <a:pt x="575" y="189"/>
                </a:lnTo>
                <a:lnTo>
                  <a:pt x="575" y="190"/>
                </a:lnTo>
                <a:lnTo>
                  <a:pt x="575" y="192"/>
                </a:lnTo>
                <a:lnTo>
                  <a:pt x="575" y="193"/>
                </a:lnTo>
                <a:lnTo>
                  <a:pt x="574" y="193"/>
                </a:lnTo>
                <a:lnTo>
                  <a:pt x="573" y="193"/>
                </a:lnTo>
                <a:lnTo>
                  <a:pt x="573" y="194"/>
                </a:lnTo>
                <a:lnTo>
                  <a:pt x="572" y="195"/>
                </a:lnTo>
                <a:lnTo>
                  <a:pt x="573" y="195"/>
                </a:lnTo>
                <a:lnTo>
                  <a:pt x="573" y="196"/>
                </a:lnTo>
                <a:lnTo>
                  <a:pt x="572" y="196"/>
                </a:lnTo>
                <a:lnTo>
                  <a:pt x="572" y="197"/>
                </a:lnTo>
                <a:lnTo>
                  <a:pt x="572" y="198"/>
                </a:lnTo>
                <a:lnTo>
                  <a:pt x="571" y="199"/>
                </a:lnTo>
                <a:lnTo>
                  <a:pt x="570" y="198"/>
                </a:lnTo>
                <a:lnTo>
                  <a:pt x="570" y="199"/>
                </a:lnTo>
                <a:lnTo>
                  <a:pt x="569" y="200"/>
                </a:lnTo>
                <a:lnTo>
                  <a:pt x="568" y="201"/>
                </a:lnTo>
                <a:lnTo>
                  <a:pt x="566" y="200"/>
                </a:lnTo>
                <a:lnTo>
                  <a:pt x="566" y="201"/>
                </a:lnTo>
                <a:lnTo>
                  <a:pt x="566" y="202"/>
                </a:lnTo>
                <a:lnTo>
                  <a:pt x="565" y="202"/>
                </a:lnTo>
                <a:lnTo>
                  <a:pt x="565" y="203"/>
                </a:lnTo>
                <a:lnTo>
                  <a:pt x="564" y="203"/>
                </a:lnTo>
                <a:lnTo>
                  <a:pt x="564" y="204"/>
                </a:lnTo>
                <a:lnTo>
                  <a:pt x="564" y="205"/>
                </a:lnTo>
                <a:lnTo>
                  <a:pt x="563" y="205"/>
                </a:lnTo>
                <a:lnTo>
                  <a:pt x="563" y="206"/>
                </a:lnTo>
                <a:lnTo>
                  <a:pt x="562" y="206"/>
                </a:lnTo>
                <a:lnTo>
                  <a:pt x="561" y="206"/>
                </a:lnTo>
                <a:lnTo>
                  <a:pt x="561" y="207"/>
                </a:lnTo>
                <a:lnTo>
                  <a:pt x="561" y="208"/>
                </a:lnTo>
                <a:lnTo>
                  <a:pt x="560" y="208"/>
                </a:lnTo>
                <a:lnTo>
                  <a:pt x="560" y="209"/>
                </a:lnTo>
                <a:lnTo>
                  <a:pt x="559" y="210"/>
                </a:lnTo>
                <a:lnTo>
                  <a:pt x="559" y="211"/>
                </a:lnTo>
                <a:lnTo>
                  <a:pt x="558" y="212"/>
                </a:lnTo>
                <a:lnTo>
                  <a:pt x="558" y="211"/>
                </a:lnTo>
                <a:lnTo>
                  <a:pt x="558" y="212"/>
                </a:lnTo>
                <a:lnTo>
                  <a:pt x="557" y="212"/>
                </a:lnTo>
                <a:lnTo>
                  <a:pt x="558" y="212"/>
                </a:lnTo>
                <a:lnTo>
                  <a:pt x="558" y="213"/>
                </a:lnTo>
                <a:lnTo>
                  <a:pt x="558" y="214"/>
                </a:lnTo>
                <a:lnTo>
                  <a:pt x="557" y="214"/>
                </a:lnTo>
                <a:lnTo>
                  <a:pt x="557" y="215"/>
                </a:lnTo>
                <a:lnTo>
                  <a:pt x="556" y="215"/>
                </a:lnTo>
                <a:lnTo>
                  <a:pt x="556" y="214"/>
                </a:lnTo>
                <a:lnTo>
                  <a:pt x="555" y="214"/>
                </a:lnTo>
                <a:lnTo>
                  <a:pt x="554" y="214"/>
                </a:lnTo>
                <a:lnTo>
                  <a:pt x="554" y="215"/>
                </a:lnTo>
                <a:lnTo>
                  <a:pt x="553" y="215"/>
                </a:lnTo>
                <a:lnTo>
                  <a:pt x="552" y="215"/>
                </a:lnTo>
                <a:lnTo>
                  <a:pt x="551" y="215"/>
                </a:lnTo>
                <a:lnTo>
                  <a:pt x="551" y="216"/>
                </a:lnTo>
                <a:lnTo>
                  <a:pt x="550" y="216"/>
                </a:lnTo>
                <a:lnTo>
                  <a:pt x="550" y="217"/>
                </a:lnTo>
                <a:lnTo>
                  <a:pt x="550" y="218"/>
                </a:lnTo>
                <a:lnTo>
                  <a:pt x="551" y="218"/>
                </a:lnTo>
                <a:lnTo>
                  <a:pt x="552" y="219"/>
                </a:lnTo>
                <a:lnTo>
                  <a:pt x="552" y="218"/>
                </a:lnTo>
                <a:lnTo>
                  <a:pt x="553" y="218"/>
                </a:lnTo>
                <a:lnTo>
                  <a:pt x="553" y="219"/>
                </a:lnTo>
                <a:lnTo>
                  <a:pt x="553" y="220"/>
                </a:lnTo>
                <a:lnTo>
                  <a:pt x="553" y="221"/>
                </a:lnTo>
                <a:lnTo>
                  <a:pt x="552" y="221"/>
                </a:lnTo>
                <a:lnTo>
                  <a:pt x="551" y="221"/>
                </a:lnTo>
                <a:lnTo>
                  <a:pt x="550" y="220"/>
                </a:lnTo>
                <a:lnTo>
                  <a:pt x="549" y="220"/>
                </a:lnTo>
                <a:lnTo>
                  <a:pt x="549" y="221"/>
                </a:lnTo>
                <a:lnTo>
                  <a:pt x="548" y="221"/>
                </a:lnTo>
                <a:lnTo>
                  <a:pt x="548" y="222"/>
                </a:lnTo>
                <a:lnTo>
                  <a:pt x="548" y="223"/>
                </a:lnTo>
                <a:lnTo>
                  <a:pt x="549" y="223"/>
                </a:lnTo>
                <a:lnTo>
                  <a:pt x="549" y="224"/>
                </a:lnTo>
                <a:lnTo>
                  <a:pt x="550" y="224"/>
                </a:lnTo>
                <a:lnTo>
                  <a:pt x="550" y="225"/>
                </a:lnTo>
                <a:lnTo>
                  <a:pt x="550" y="226"/>
                </a:lnTo>
                <a:lnTo>
                  <a:pt x="551" y="226"/>
                </a:lnTo>
                <a:lnTo>
                  <a:pt x="550" y="226"/>
                </a:lnTo>
                <a:lnTo>
                  <a:pt x="549" y="227"/>
                </a:lnTo>
                <a:lnTo>
                  <a:pt x="550" y="227"/>
                </a:lnTo>
                <a:lnTo>
                  <a:pt x="551" y="226"/>
                </a:lnTo>
                <a:lnTo>
                  <a:pt x="552" y="226"/>
                </a:lnTo>
                <a:lnTo>
                  <a:pt x="553" y="225"/>
                </a:lnTo>
                <a:lnTo>
                  <a:pt x="553" y="224"/>
                </a:lnTo>
                <a:lnTo>
                  <a:pt x="554" y="224"/>
                </a:lnTo>
                <a:lnTo>
                  <a:pt x="554" y="223"/>
                </a:lnTo>
                <a:lnTo>
                  <a:pt x="555" y="223"/>
                </a:lnTo>
                <a:lnTo>
                  <a:pt x="555" y="222"/>
                </a:lnTo>
                <a:lnTo>
                  <a:pt x="556" y="222"/>
                </a:lnTo>
                <a:lnTo>
                  <a:pt x="556" y="223"/>
                </a:lnTo>
                <a:lnTo>
                  <a:pt x="557" y="223"/>
                </a:lnTo>
                <a:lnTo>
                  <a:pt x="558" y="223"/>
                </a:lnTo>
                <a:lnTo>
                  <a:pt x="558" y="224"/>
                </a:lnTo>
                <a:lnTo>
                  <a:pt x="559" y="224"/>
                </a:lnTo>
                <a:lnTo>
                  <a:pt x="559" y="225"/>
                </a:lnTo>
                <a:lnTo>
                  <a:pt x="560" y="226"/>
                </a:lnTo>
                <a:lnTo>
                  <a:pt x="560" y="227"/>
                </a:lnTo>
                <a:lnTo>
                  <a:pt x="561" y="228"/>
                </a:lnTo>
                <a:lnTo>
                  <a:pt x="561" y="229"/>
                </a:lnTo>
                <a:lnTo>
                  <a:pt x="561" y="230"/>
                </a:lnTo>
                <a:lnTo>
                  <a:pt x="562" y="231"/>
                </a:lnTo>
                <a:lnTo>
                  <a:pt x="562" y="232"/>
                </a:lnTo>
                <a:lnTo>
                  <a:pt x="563" y="232"/>
                </a:lnTo>
                <a:lnTo>
                  <a:pt x="563" y="233"/>
                </a:lnTo>
                <a:lnTo>
                  <a:pt x="564" y="233"/>
                </a:lnTo>
                <a:lnTo>
                  <a:pt x="564" y="234"/>
                </a:lnTo>
                <a:lnTo>
                  <a:pt x="564" y="235"/>
                </a:lnTo>
                <a:lnTo>
                  <a:pt x="563" y="236"/>
                </a:lnTo>
                <a:lnTo>
                  <a:pt x="563" y="237"/>
                </a:lnTo>
                <a:lnTo>
                  <a:pt x="563" y="238"/>
                </a:lnTo>
                <a:lnTo>
                  <a:pt x="563" y="239"/>
                </a:lnTo>
                <a:lnTo>
                  <a:pt x="563" y="240"/>
                </a:lnTo>
                <a:lnTo>
                  <a:pt x="564" y="240"/>
                </a:lnTo>
                <a:lnTo>
                  <a:pt x="564" y="241"/>
                </a:lnTo>
                <a:lnTo>
                  <a:pt x="563" y="241"/>
                </a:lnTo>
                <a:lnTo>
                  <a:pt x="562" y="241"/>
                </a:lnTo>
                <a:lnTo>
                  <a:pt x="562" y="242"/>
                </a:lnTo>
                <a:lnTo>
                  <a:pt x="561" y="242"/>
                </a:lnTo>
                <a:lnTo>
                  <a:pt x="560" y="242"/>
                </a:lnTo>
                <a:lnTo>
                  <a:pt x="559" y="243"/>
                </a:lnTo>
                <a:lnTo>
                  <a:pt x="559" y="244"/>
                </a:lnTo>
                <a:lnTo>
                  <a:pt x="558" y="245"/>
                </a:lnTo>
                <a:lnTo>
                  <a:pt x="557" y="245"/>
                </a:lnTo>
                <a:lnTo>
                  <a:pt x="557" y="247"/>
                </a:lnTo>
                <a:lnTo>
                  <a:pt x="557" y="248"/>
                </a:lnTo>
                <a:lnTo>
                  <a:pt x="557" y="249"/>
                </a:lnTo>
                <a:lnTo>
                  <a:pt x="558" y="250"/>
                </a:lnTo>
                <a:lnTo>
                  <a:pt x="559" y="251"/>
                </a:lnTo>
                <a:lnTo>
                  <a:pt x="559" y="252"/>
                </a:lnTo>
                <a:lnTo>
                  <a:pt x="559" y="253"/>
                </a:lnTo>
                <a:lnTo>
                  <a:pt x="559" y="254"/>
                </a:lnTo>
                <a:lnTo>
                  <a:pt x="560" y="255"/>
                </a:lnTo>
                <a:lnTo>
                  <a:pt x="560" y="256"/>
                </a:lnTo>
                <a:lnTo>
                  <a:pt x="561" y="256"/>
                </a:lnTo>
                <a:lnTo>
                  <a:pt x="562" y="255"/>
                </a:lnTo>
                <a:lnTo>
                  <a:pt x="563" y="255"/>
                </a:lnTo>
                <a:lnTo>
                  <a:pt x="563" y="256"/>
                </a:lnTo>
                <a:lnTo>
                  <a:pt x="563" y="257"/>
                </a:lnTo>
                <a:lnTo>
                  <a:pt x="563" y="258"/>
                </a:lnTo>
                <a:lnTo>
                  <a:pt x="563" y="259"/>
                </a:lnTo>
                <a:lnTo>
                  <a:pt x="562" y="259"/>
                </a:lnTo>
                <a:lnTo>
                  <a:pt x="562" y="260"/>
                </a:lnTo>
                <a:lnTo>
                  <a:pt x="562" y="261"/>
                </a:lnTo>
                <a:lnTo>
                  <a:pt x="562" y="262"/>
                </a:lnTo>
                <a:lnTo>
                  <a:pt x="562" y="264"/>
                </a:lnTo>
                <a:lnTo>
                  <a:pt x="562" y="265"/>
                </a:lnTo>
                <a:lnTo>
                  <a:pt x="561" y="266"/>
                </a:lnTo>
                <a:lnTo>
                  <a:pt x="561" y="267"/>
                </a:lnTo>
                <a:lnTo>
                  <a:pt x="562" y="267"/>
                </a:lnTo>
                <a:lnTo>
                  <a:pt x="563" y="267"/>
                </a:lnTo>
                <a:lnTo>
                  <a:pt x="563" y="268"/>
                </a:lnTo>
                <a:lnTo>
                  <a:pt x="563" y="269"/>
                </a:lnTo>
                <a:lnTo>
                  <a:pt x="563" y="270"/>
                </a:lnTo>
                <a:lnTo>
                  <a:pt x="563" y="271"/>
                </a:lnTo>
                <a:lnTo>
                  <a:pt x="564" y="271"/>
                </a:lnTo>
                <a:lnTo>
                  <a:pt x="565" y="272"/>
                </a:lnTo>
                <a:lnTo>
                  <a:pt x="566" y="272"/>
                </a:lnTo>
                <a:lnTo>
                  <a:pt x="566" y="273"/>
                </a:lnTo>
                <a:lnTo>
                  <a:pt x="567" y="273"/>
                </a:lnTo>
                <a:lnTo>
                  <a:pt x="567" y="274"/>
                </a:lnTo>
                <a:lnTo>
                  <a:pt x="567" y="275"/>
                </a:lnTo>
                <a:lnTo>
                  <a:pt x="567" y="276"/>
                </a:lnTo>
                <a:lnTo>
                  <a:pt x="568" y="276"/>
                </a:lnTo>
                <a:lnTo>
                  <a:pt x="569" y="276"/>
                </a:lnTo>
                <a:lnTo>
                  <a:pt x="570" y="276"/>
                </a:lnTo>
                <a:lnTo>
                  <a:pt x="571" y="277"/>
                </a:lnTo>
                <a:lnTo>
                  <a:pt x="571" y="278"/>
                </a:lnTo>
                <a:lnTo>
                  <a:pt x="572" y="278"/>
                </a:lnTo>
                <a:lnTo>
                  <a:pt x="572" y="277"/>
                </a:lnTo>
                <a:lnTo>
                  <a:pt x="573" y="277"/>
                </a:lnTo>
                <a:lnTo>
                  <a:pt x="574" y="277"/>
                </a:lnTo>
                <a:lnTo>
                  <a:pt x="575" y="277"/>
                </a:lnTo>
                <a:lnTo>
                  <a:pt x="576" y="277"/>
                </a:lnTo>
                <a:lnTo>
                  <a:pt x="576" y="278"/>
                </a:lnTo>
                <a:lnTo>
                  <a:pt x="577" y="277"/>
                </a:lnTo>
                <a:lnTo>
                  <a:pt x="578" y="277"/>
                </a:lnTo>
                <a:lnTo>
                  <a:pt x="579" y="277"/>
                </a:lnTo>
                <a:lnTo>
                  <a:pt x="580" y="277"/>
                </a:lnTo>
                <a:lnTo>
                  <a:pt x="581" y="277"/>
                </a:lnTo>
                <a:lnTo>
                  <a:pt x="582" y="277"/>
                </a:lnTo>
                <a:lnTo>
                  <a:pt x="583" y="277"/>
                </a:lnTo>
                <a:lnTo>
                  <a:pt x="584" y="277"/>
                </a:lnTo>
                <a:lnTo>
                  <a:pt x="584" y="278"/>
                </a:lnTo>
                <a:lnTo>
                  <a:pt x="585" y="278"/>
                </a:lnTo>
                <a:lnTo>
                  <a:pt x="585" y="277"/>
                </a:lnTo>
                <a:lnTo>
                  <a:pt x="586" y="278"/>
                </a:lnTo>
                <a:lnTo>
                  <a:pt x="586" y="277"/>
                </a:lnTo>
                <a:lnTo>
                  <a:pt x="587" y="277"/>
                </a:lnTo>
                <a:lnTo>
                  <a:pt x="587" y="278"/>
                </a:lnTo>
                <a:lnTo>
                  <a:pt x="587" y="277"/>
                </a:lnTo>
                <a:lnTo>
                  <a:pt x="588" y="277"/>
                </a:lnTo>
                <a:lnTo>
                  <a:pt x="588" y="278"/>
                </a:lnTo>
                <a:lnTo>
                  <a:pt x="589" y="278"/>
                </a:lnTo>
                <a:lnTo>
                  <a:pt x="590" y="277"/>
                </a:lnTo>
                <a:lnTo>
                  <a:pt x="590" y="276"/>
                </a:lnTo>
                <a:lnTo>
                  <a:pt x="590" y="275"/>
                </a:lnTo>
                <a:lnTo>
                  <a:pt x="590" y="274"/>
                </a:lnTo>
                <a:lnTo>
                  <a:pt x="590" y="273"/>
                </a:lnTo>
                <a:lnTo>
                  <a:pt x="590" y="271"/>
                </a:lnTo>
                <a:lnTo>
                  <a:pt x="591" y="271"/>
                </a:lnTo>
                <a:lnTo>
                  <a:pt x="592" y="270"/>
                </a:lnTo>
                <a:lnTo>
                  <a:pt x="593" y="269"/>
                </a:lnTo>
                <a:lnTo>
                  <a:pt x="593" y="268"/>
                </a:lnTo>
                <a:lnTo>
                  <a:pt x="593" y="267"/>
                </a:lnTo>
                <a:lnTo>
                  <a:pt x="594" y="267"/>
                </a:lnTo>
                <a:lnTo>
                  <a:pt x="594" y="266"/>
                </a:lnTo>
                <a:lnTo>
                  <a:pt x="594" y="265"/>
                </a:lnTo>
                <a:lnTo>
                  <a:pt x="595" y="265"/>
                </a:lnTo>
                <a:lnTo>
                  <a:pt x="595" y="264"/>
                </a:lnTo>
                <a:lnTo>
                  <a:pt x="596" y="264"/>
                </a:lnTo>
                <a:lnTo>
                  <a:pt x="597" y="264"/>
                </a:lnTo>
                <a:lnTo>
                  <a:pt x="598" y="264"/>
                </a:lnTo>
                <a:lnTo>
                  <a:pt x="599" y="264"/>
                </a:lnTo>
                <a:lnTo>
                  <a:pt x="599" y="265"/>
                </a:lnTo>
                <a:lnTo>
                  <a:pt x="600" y="265"/>
                </a:lnTo>
                <a:lnTo>
                  <a:pt x="601" y="265"/>
                </a:lnTo>
                <a:lnTo>
                  <a:pt x="602" y="266"/>
                </a:lnTo>
                <a:lnTo>
                  <a:pt x="603" y="266"/>
                </a:lnTo>
                <a:lnTo>
                  <a:pt x="604" y="266"/>
                </a:lnTo>
                <a:lnTo>
                  <a:pt x="605" y="267"/>
                </a:lnTo>
                <a:lnTo>
                  <a:pt x="605" y="266"/>
                </a:lnTo>
                <a:lnTo>
                  <a:pt x="606" y="266"/>
                </a:lnTo>
                <a:lnTo>
                  <a:pt x="607" y="266"/>
                </a:lnTo>
                <a:lnTo>
                  <a:pt x="607" y="267"/>
                </a:lnTo>
                <a:lnTo>
                  <a:pt x="607" y="266"/>
                </a:lnTo>
                <a:lnTo>
                  <a:pt x="608" y="267"/>
                </a:lnTo>
                <a:lnTo>
                  <a:pt x="608" y="266"/>
                </a:lnTo>
                <a:lnTo>
                  <a:pt x="608" y="265"/>
                </a:lnTo>
                <a:lnTo>
                  <a:pt x="609" y="265"/>
                </a:lnTo>
                <a:lnTo>
                  <a:pt x="610" y="265"/>
                </a:lnTo>
                <a:lnTo>
                  <a:pt x="611" y="266"/>
                </a:lnTo>
                <a:lnTo>
                  <a:pt x="612" y="266"/>
                </a:lnTo>
                <a:lnTo>
                  <a:pt x="612" y="267"/>
                </a:lnTo>
                <a:lnTo>
                  <a:pt x="613" y="267"/>
                </a:lnTo>
                <a:lnTo>
                  <a:pt x="614" y="267"/>
                </a:lnTo>
                <a:lnTo>
                  <a:pt x="615" y="267"/>
                </a:lnTo>
                <a:lnTo>
                  <a:pt x="616" y="266"/>
                </a:lnTo>
                <a:lnTo>
                  <a:pt x="617" y="265"/>
                </a:lnTo>
                <a:lnTo>
                  <a:pt x="617" y="264"/>
                </a:lnTo>
                <a:lnTo>
                  <a:pt x="618" y="264"/>
                </a:lnTo>
                <a:lnTo>
                  <a:pt x="618" y="263"/>
                </a:lnTo>
                <a:lnTo>
                  <a:pt x="618" y="262"/>
                </a:lnTo>
                <a:lnTo>
                  <a:pt x="619" y="261"/>
                </a:lnTo>
                <a:lnTo>
                  <a:pt x="619" y="260"/>
                </a:lnTo>
                <a:lnTo>
                  <a:pt x="620" y="260"/>
                </a:lnTo>
                <a:lnTo>
                  <a:pt x="620" y="258"/>
                </a:lnTo>
                <a:lnTo>
                  <a:pt x="620" y="257"/>
                </a:lnTo>
                <a:lnTo>
                  <a:pt x="621" y="257"/>
                </a:lnTo>
                <a:lnTo>
                  <a:pt x="622" y="257"/>
                </a:lnTo>
                <a:lnTo>
                  <a:pt x="622" y="258"/>
                </a:lnTo>
                <a:lnTo>
                  <a:pt x="622" y="259"/>
                </a:lnTo>
                <a:lnTo>
                  <a:pt x="623" y="259"/>
                </a:lnTo>
                <a:lnTo>
                  <a:pt x="624" y="260"/>
                </a:lnTo>
                <a:lnTo>
                  <a:pt x="624" y="261"/>
                </a:lnTo>
                <a:lnTo>
                  <a:pt x="625" y="262"/>
                </a:lnTo>
                <a:lnTo>
                  <a:pt x="626" y="263"/>
                </a:lnTo>
                <a:lnTo>
                  <a:pt x="626" y="264"/>
                </a:lnTo>
                <a:lnTo>
                  <a:pt x="626" y="265"/>
                </a:lnTo>
                <a:lnTo>
                  <a:pt x="625" y="266"/>
                </a:lnTo>
                <a:lnTo>
                  <a:pt x="625" y="267"/>
                </a:lnTo>
                <a:lnTo>
                  <a:pt x="625" y="268"/>
                </a:lnTo>
                <a:lnTo>
                  <a:pt x="626" y="269"/>
                </a:lnTo>
                <a:lnTo>
                  <a:pt x="626" y="270"/>
                </a:lnTo>
                <a:lnTo>
                  <a:pt x="628" y="271"/>
                </a:lnTo>
                <a:lnTo>
                  <a:pt x="628" y="270"/>
                </a:lnTo>
                <a:lnTo>
                  <a:pt x="629" y="270"/>
                </a:lnTo>
                <a:lnTo>
                  <a:pt x="630" y="270"/>
                </a:lnTo>
                <a:lnTo>
                  <a:pt x="632" y="270"/>
                </a:lnTo>
                <a:lnTo>
                  <a:pt x="633" y="270"/>
                </a:lnTo>
                <a:lnTo>
                  <a:pt x="634" y="270"/>
                </a:lnTo>
                <a:lnTo>
                  <a:pt x="635" y="270"/>
                </a:lnTo>
                <a:lnTo>
                  <a:pt x="635" y="271"/>
                </a:lnTo>
                <a:lnTo>
                  <a:pt x="636" y="271"/>
                </a:lnTo>
                <a:lnTo>
                  <a:pt x="635" y="272"/>
                </a:lnTo>
                <a:lnTo>
                  <a:pt x="636" y="272"/>
                </a:lnTo>
                <a:lnTo>
                  <a:pt x="636" y="273"/>
                </a:lnTo>
                <a:lnTo>
                  <a:pt x="636" y="274"/>
                </a:lnTo>
                <a:lnTo>
                  <a:pt x="635" y="275"/>
                </a:lnTo>
                <a:lnTo>
                  <a:pt x="635" y="276"/>
                </a:lnTo>
                <a:lnTo>
                  <a:pt x="636" y="276"/>
                </a:lnTo>
                <a:lnTo>
                  <a:pt x="637" y="277"/>
                </a:lnTo>
                <a:lnTo>
                  <a:pt x="638" y="277"/>
                </a:lnTo>
                <a:lnTo>
                  <a:pt x="639" y="278"/>
                </a:lnTo>
                <a:lnTo>
                  <a:pt x="639" y="279"/>
                </a:lnTo>
                <a:lnTo>
                  <a:pt x="640" y="279"/>
                </a:lnTo>
                <a:lnTo>
                  <a:pt x="641" y="280"/>
                </a:lnTo>
                <a:lnTo>
                  <a:pt x="641" y="281"/>
                </a:lnTo>
                <a:lnTo>
                  <a:pt x="641" y="282"/>
                </a:lnTo>
                <a:lnTo>
                  <a:pt x="641" y="283"/>
                </a:lnTo>
                <a:lnTo>
                  <a:pt x="641" y="284"/>
                </a:lnTo>
                <a:lnTo>
                  <a:pt x="641" y="285"/>
                </a:lnTo>
                <a:lnTo>
                  <a:pt x="642" y="285"/>
                </a:lnTo>
                <a:lnTo>
                  <a:pt x="643" y="285"/>
                </a:lnTo>
                <a:lnTo>
                  <a:pt x="644" y="285"/>
                </a:lnTo>
                <a:lnTo>
                  <a:pt x="644" y="286"/>
                </a:lnTo>
                <a:lnTo>
                  <a:pt x="644" y="288"/>
                </a:lnTo>
                <a:lnTo>
                  <a:pt x="644" y="289"/>
                </a:lnTo>
                <a:lnTo>
                  <a:pt x="644" y="290"/>
                </a:lnTo>
                <a:lnTo>
                  <a:pt x="645" y="291"/>
                </a:lnTo>
                <a:lnTo>
                  <a:pt x="645" y="292"/>
                </a:lnTo>
                <a:lnTo>
                  <a:pt x="645" y="293"/>
                </a:lnTo>
                <a:lnTo>
                  <a:pt x="644" y="293"/>
                </a:lnTo>
                <a:lnTo>
                  <a:pt x="643" y="294"/>
                </a:lnTo>
                <a:lnTo>
                  <a:pt x="643" y="295"/>
                </a:lnTo>
                <a:lnTo>
                  <a:pt x="643" y="296"/>
                </a:lnTo>
                <a:lnTo>
                  <a:pt x="642" y="296"/>
                </a:lnTo>
                <a:lnTo>
                  <a:pt x="641" y="296"/>
                </a:lnTo>
                <a:lnTo>
                  <a:pt x="640" y="296"/>
                </a:lnTo>
                <a:lnTo>
                  <a:pt x="640" y="297"/>
                </a:lnTo>
                <a:lnTo>
                  <a:pt x="639" y="297"/>
                </a:lnTo>
                <a:lnTo>
                  <a:pt x="638" y="297"/>
                </a:lnTo>
                <a:lnTo>
                  <a:pt x="637" y="298"/>
                </a:lnTo>
                <a:lnTo>
                  <a:pt x="637" y="299"/>
                </a:lnTo>
                <a:lnTo>
                  <a:pt x="636" y="299"/>
                </a:lnTo>
                <a:lnTo>
                  <a:pt x="636" y="300"/>
                </a:lnTo>
                <a:lnTo>
                  <a:pt x="635" y="301"/>
                </a:lnTo>
                <a:lnTo>
                  <a:pt x="635" y="302"/>
                </a:lnTo>
                <a:lnTo>
                  <a:pt x="634" y="302"/>
                </a:lnTo>
                <a:lnTo>
                  <a:pt x="633" y="303"/>
                </a:lnTo>
                <a:lnTo>
                  <a:pt x="633" y="304"/>
                </a:lnTo>
                <a:lnTo>
                  <a:pt x="633" y="305"/>
                </a:lnTo>
                <a:lnTo>
                  <a:pt x="633" y="306"/>
                </a:lnTo>
                <a:lnTo>
                  <a:pt x="633" y="307"/>
                </a:lnTo>
                <a:lnTo>
                  <a:pt x="633" y="308"/>
                </a:lnTo>
                <a:lnTo>
                  <a:pt x="633" y="309"/>
                </a:lnTo>
                <a:lnTo>
                  <a:pt x="632" y="309"/>
                </a:lnTo>
                <a:lnTo>
                  <a:pt x="633" y="309"/>
                </a:lnTo>
                <a:lnTo>
                  <a:pt x="633" y="310"/>
                </a:lnTo>
                <a:lnTo>
                  <a:pt x="632" y="310"/>
                </a:lnTo>
                <a:lnTo>
                  <a:pt x="632" y="311"/>
                </a:lnTo>
                <a:lnTo>
                  <a:pt x="632" y="312"/>
                </a:lnTo>
                <a:lnTo>
                  <a:pt x="631" y="312"/>
                </a:lnTo>
                <a:lnTo>
                  <a:pt x="631" y="313"/>
                </a:lnTo>
                <a:lnTo>
                  <a:pt x="631" y="314"/>
                </a:lnTo>
                <a:lnTo>
                  <a:pt x="630" y="315"/>
                </a:lnTo>
                <a:lnTo>
                  <a:pt x="631" y="316"/>
                </a:lnTo>
                <a:lnTo>
                  <a:pt x="631" y="317"/>
                </a:lnTo>
                <a:lnTo>
                  <a:pt x="631" y="318"/>
                </a:lnTo>
                <a:lnTo>
                  <a:pt x="631" y="320"/>
                </a:lnTo>
                <a:lnTo>
                  <a:pt x="631" y="321"/>
                </a:lnTo>
                <a:lnTo>
                  <a:pt x="630" y="321"/>
                </a:lnTo>
                <a:lnTo>
                  <a:pt x="630" y="322"/>
                </a:lnTo>
                <a:lnTo>
                  <a:pt x="629" y="322"/>
                </a:lnTo>
                <a:lnTo>
                  <a:pt x="629" y="323"/>
                </a:lnTo>
                <a:lnTo>
                  <a:pt x="628" y="323"/>
                </a:lnTo>
                <a:lnTo>
                  <a:pt x="628" y="322"/>
                </a:lnTo>
                <a:lnTo>
                  <a:pt x="627" y="322"/>
                </a:lnTo>
                <a:lnTo>
                  <a:pt x="626" y="321"/>
                </a:lnTo>
                <a:lnTo>
                  <a:pt x="625" y="321"/>
                </a:lnTo>
                <a:lnTo>
                  <a:pt x="625" y="322"/>
                </a:lnTo>
                <a:lnTo>
                  <a:pt x="625" y="323"/>
                </a:lnTo>
                <a:lnTo>
                  <a:pt x="626" y="324"/>
                </a:lnTo>
                <a:lnTo>
                  <a:pt x="626" y="325"/>
                </a:lnTo>
                <a:lnTo>
                  <a:pt x="626" y="326"/>
                </a:lnTo>
                <a:lnTo>
                  <a:pt x="626" y="327"/>
                </a:lnTo>
                <a:lnTo>
                  <a:pt x="625" y="327"/>
                </a:lnTo>
                <a:lnTo>
                  <a:pt x="625" y="328"/>
                </a:lnTo>
                <a:lnTo>
                  <a:pt x="626" y="328"/>
                </a:lnTo>
                <a:lnTo>
                  <a:pt x="626" y="329"/>
                </a:lnTo>
                <a:lnTo>
                  <a:pt x="626" y="330"/>
                </a:lnTo>
                <a:lnTo>
                  <a:pt x="625" y="330"/>
                </a:lnTo>
                <a:lnTo>
                  <a:pt x="625" y="332"/>
                </a:lnTo>
                <a:lnTo>
                  <a:pt x="625" y="333"/>
                </a:lnTo>
                <a:lnTo>
                  <a:pt x="624" y="333"/>
                </a:lnTo>
                <a:lnTo>
                  <a:pt x="624" y="334"/>
                </a:lnTo>
                <a:lnTo>
                  <a:pt x="624" y="335"/>
                </a:lnTo>
                <a:lnTo>
                  <a:pt x="624" y="336"/>
                </a:lnTo>
                <a:lnTo>
                  <a:pt x="623" y="336"/>
                </a:lnTo>
                <a:lnTo>
                  <a:pt x="623" y="337"/>
                </a:lnTo>
                <a:lnTo>
                  <a:pt x="624" y="337"/>
                </a:lnTo>
                <a:lnTo>
                  <a:pt x="623" y="337"/>
                </a:lnTo>
                <a:lnTo>
                  <a:pt x="623" y="338"/>
                </a:lnTo>
                <a:lnTo>
                  <a:pt x="622" y="338"/>
                </a:lnTo>
                <a:lnTo>
                  <a:pt x="622" y="339"/>
                </a:lnTo>
                <a:lnTo>
                  <a:pt x="621" y="339"/>
                </a:lnTo>
                <a:lnTo>
                  <a:pt x="622" y="340"/>
                </a:lnTo>
                <a:lnTo>
                  <a:pt x="622" y="341"/>
                </a:lnTo>
                <a:lnTo>
                  <a:pt x="623" y="341"/>
                </a:lnTo>
                <a:lnTo>
                  <a:pt x="623" y="342"/>
                </a:lnTo>
                <a:lnTo>
                  <a:pt x="623" y="343"/>
                </a:lnTo>
                <a:lnTo>
                  <a:pt x="624" y="343"/>
                </a:lnTo>
                <a:lnTo>
                  <a:pt x="624" y="344"/>
                </a:lnTo>
                <a:lnTo>
                  <a:pt x="623" y="344"/>
                </a:lnTo>
                <a:lnTo>
                  <a:pt x="623" y="345"/>
                </a:lnTo>
                <a:lnTo>
                  <a:pt x="622" y="346"/>
                </a:lnTo>
                <a:lnTo>
                  <a:pt x="622" y="347"/>
                </a:lnTo>
                <a:lnTo>
                  <a:pt x="623" y="348"/>
                </a:lnTo>
                <a:lnTo>
                  <a:pt x="623" y="349"/>
                </a:lnTo>
                <a:lnTo>
                  <a:pt x="622" y="349"/>
                </a:lnTo>
                <a:lnTo>
                  <a:pt x="621" y="350"/>
                </a:lnTo>
                <a:lnTo>
                  <a:pt x="621" y="351"/>
                </a:lnTo>
                <a:lnTo>
                  <a:pt x="620" y="351"/>
                </a:lnTo>
                <a:lnTo>
                  <a:pt x="620" y="352"/>
                </a:lnTo>
                <a:lnTo>
                  <a:pt x="620" y="353"/>
                </a:lnTo>
                <a:lnTo>
                  <a:pt x="620" y="354"/>
                </a:lnTo>
                <a:lnTo>
                  <a:pt x="620" y="355"/>
                </a:lnTo>
                <a:lnTo>
                  <a:pt x="619" y="355"/>
                </a:lnTo>
                <a:lnTo>
                  <a:pt x="619" y="354"/>
                </a:lnTo>
                <a:lnTo>
                  <a:pt x="619" y="355"/>
                </a:lnTo>
                <a:lnTo>
                  <a:pt x="619" y="356"/>
                </a:lnTo>
                <a:lnTo>
                  <a:pt x="618" y="356"/>
                </a:lnTo>
                <a:lnTo>
                  <a:pt x="618" y="357"/>
                </a:lnTo>
                <a:lnTo>
                  <a:pt x="617" y="357"/>
                </a:lnTo>
                <a:lnTo>
                  <a:pt x="617" y="358"/>
                </a:lnTo>
                <a:lnTo>
                  <a:pt x="616" y="357"/>
                </a:lnTo>
                <a:lnTo>
                  <a:pt x="615" y="356"/>
                </a:lnTo>
                <a:lnTo>
                  <a:pt x="614" y="355"/>
                </a:lnTo>
                <a:lnTo>
                  <a:pt x="614" y="354"/>
                </a:lnTo>
                <a:lnTo>
                  <a:pt x="613" y="354"/>
                </a:lnTo>
                <a:lnTo>
                  <a:pt x="613" y="355"/>
                </a:lnTo>
                <a:lnTo>
                  <a:pt x="613" y="356"/>
                </a:lnTo>
                <a:lnTo>
                  <a:pt x="613" y="357"/>
                </a:lnTo>
                <a:lnTo>
                  <a:pt x="613" y="358"/>
                </a:lnTo>
                <a:lnTo>
                  <a:pt x="613" y="359"/>
                </a:lnTo>
                <a:lnTo>
                  <a:pt x="613" y="360"/>
                </a:lnTo>
                <a:lnTo>
                  <a:pt x="613" y="361"/>
                </a:lnTo>
                <a:lnTo>
                  <a:pt x="612" y="361"/>
                </a:lnTo>
                <a:lnTo>
                  <a:pt x="612" y="364"/>
                </a:lnTo>
                <a:lnTo>
                  <a:pt x="612" y="365"/>
                </a:lnTo>
                <a:lnTo>
                  <a:pt x="613" y="367"/>
                </a:lnTo>
                <a:lnTo>
                  <a:pt x="612" y="368"/>
                </a:lnTo>
                <a:lnTo>
                  <a:pt x="613" y="369"/>
                </a:lnTo>
                <a:lnTo>
                  <a:pt x="614" y="371"/>
                </a:lnTo>
                <a:lnTo>
                  <a:pt x="615" y="371"/>
                </a:lnTo>
                <a:lnTo>
                  <a:pt x="616" y="371"/>
                </a:lnTo>
                <a:lnTo>
                  <a:pt x="617" y="371"/>
                </a:lnTo>
                <a:lnTo>
                  <a:pt x="617" y="372"/>
                </a:lnTo>
                <a:lnTo>
                  <a:pt x="617" y="373"/>
                </a:lnTo>
                <a:lnTo>
                  <a:pt x="617" y="374"/>
                </a:lnTo>
                <a:lnTo>
                  <a:pt x="617" y="373"/>
                </a:lnTo>
                <a:lnTo>
                  <a:pt x="618" y="373"/>
                </a:lnTo>
                <a:lnTo>
                  <a:pt x="618" y="372"/>
                </a:lnTo>
                <a:lnTo>
                  <a:pt x="618" y="373"/>
                </a:lnTo>
                <a:lnTo>
                  <a:pt x="618" y="372"/>
                </a:lnTo>
                <a:lnTo>
                  <a:pt x="619" y="372"/>
                </a:lnTo>
                <a:lnTo>
                  <a:pt x="620" y="372"/>
                </a:lnTo>
                <a:lnTo>
                  <a:pt x="621" y="372"/>
                </a:lnTo>
                <a:lnTo>
                  <a:pt x="621" y="373"/>
                </a:lnTo>
                <a:lnTo>
                  <a:pt x="622" y="373"/>
                </a:lnTo>
                <a:lnTo>
                  <a:pt x="622" y="374"/>
                </a:lnTo>
                <a:lnTo>
                  <a:pt x="622" y="375"/>
                </a:lnTo>
                <a:lnTo>
                  <a:pt x="623" y="375"/>
                </a:lnTo>
                <a:lnTo>
                  <a:pt x="623" y="376"/>
                </a:lnTo>
                <a:lnTo>
                  <a:pt x="623" y="377"/>
                </a:lnTo>
                <a:lnTo>
                  <a:pt x="623" y="378"/>
                </a:lnTo>
                <a:lnTo>
                  <a:pt x="623" y="379"/>
                </a:lnTo>
                <a:lnTo>
                  <a:pt x="623" y="380"/>
                </a:lnTo>
                <a:lnTo>
                  <a:pt x="623" y="381"/>
                </a:lnTo>
                <a:lnTo>
                  <a:pt x="622" y="381"/>
                </a:lnTo>
                <a:lnTo>
                  <a:pt x="622" y="382"/>
                </a:lnTo>
                <a:lnTo>
                  <a:pt x="623" y="383"/>
                </a:lnTo>
                <a:lnTo>
                  <a:pt x="623" y="384"/>
                </a:lnTo>
                <a:lnTo>
                  <a:pt x="624" y="384"/>
                </a:lnTo>
                <a:lnTo>
                  <a:pt x="624" y="383"/>
                </a:lnTo>
                <a:lnTo>
                  <a:pt x="624" y="382"/>
                </a:lnTo>
                <a:lnTo>
                  <a:pt x="625" y="382"/>
                </a:lnTo>
                <a:lnTo>
                  <a:pt x="626" y="382"/>
                </a:lnTo>
                <a:lnTo>
                  <a:pt x="627" y="382"/>
                </a:lnTo>
                <a:lnTo>
                  <a:pt x="628" y="382"/>
                </a:lnTo>
                <a:lnTo>
                  <a:pt x="628" y="381"/>
                </a:lnTo>
                <a:lnTo>
                  <a:pt x="629" y="381"/>
                </a:lnTo>
                <a:lnTo>
                  <a:pt x="629" y="380"/>
                </a:lnTo>
                <a:lnTo>
                  <a:pt x="630" y="380"/>
                </a:lnTo>
                <a:lnTo>
                  <a:pt x="631" y="379"/>
                </a:lnTo>
                <a:lnTo>
                  <a:pt x="632" y="379"/>
                </a:lnTo>
                <a:lnTo>
                  <a:pt x="633" y="379"/>
                </a:lnTo>
                <a:lnTo>
                  <a:pt x="633" y="380"/>
                </a:lnTo>
                <a:lnTo>
                  <a:pt x="633" y="379"/>
                </a:lnTo>
                <a:lnTo>
                  <a:pt x="633" y="378"/>
                </a:lnTo>
                <a:lnTo>
                  <a:pt x="634" y="378"/>
                </a:lnTo>
                <a:lnTo>
                  <a:pt x="634" y="379"/>
                </a:lnTo>
                <a:lnTo>
                  <a:pt x="634" y="380"/>
                </a:lnTo>
                <a:lnTo>
                  <a:pt x="634" y="381"/>
                </a:lnTo>
                <a:lnTo>
                  <a:pt x="634" y="383"/>
                </a:lnTo>
                <a:lnTo>
                  <a:pt x="633" y="383"/>
                </a:lnTo>
                <a:lnTo>
                  <a:pt x="633" y="384"/>
                </a:lnTo>
                <a:lnTo>
                  <a:pt x="633" y="385"/>
                </a:lnTo>
                <a:lnTo>
                  <a:pt x="633" y="386"/>
                </a:lnTo>
                <a:lnTo>
                  <a:pt x="633" y="387"/>
                </a:lnTo>
                <a:lnTo>
                  <a:pt x="633" y="388"/>
                </a:lnTo>
                <a:lnTo>
                  <a:pt x="633" y="389"/>
                </a:lnTo>
                <a:lnTo>
                  <a:pt x="633" y="390"/>
                </a:lnTo>
                <a:lnTo>
                  <a:pt x="632" y="391"/>
                </a:lnTo>
                <a:lnTo>
                  <a:pt x="633" y="391"/>
                </a:lnTo>
                <a:lnTo>
                  <a:pt x="633" y="392"/>
                </a:lnTo>
                <a:lnTo>
                  <a:pt x="634" y="392"/>
                </a:lnTo>
                <a:lnTo>
                  <a:pt x="635" y="392"/>
                </a:lnTo>
                <a:lnTo>
                  <a:pt x="635" y="391"/>
                </a:lnTo>
                <a:lnTo>
                  <a:pt x="636" y="391"/>
                </a:lnTo>
                <a:lnTo>
                  <a:pt x="636" y="392"/>
                </a:lnTo>
                <a:lnTo>
                  <a:pt x="637" y="392"/>
                </a:lnTo>
                <a:lnTo>
                  <a:pt x="637" y="393"/>
                </a:lnTo>
                <a:lnTo>
                  <a:pt x="638" y="394"/>
                </a:lnTo>
                <a:lnTo>
                  <a:pt x="639" y="395"/>
                </a:lnTo>
                <a:lnTo>
                  <a:pt x="640" y="395"/>
                </a:lnTo>
                <a:lnTo>
                  <a:pt x="641" y="395"/>
                </a:lnTo>
                <a:lnTo>
                  <a:pt x="642" y="395"/>
                </a:lnTo>
                <a:lnTo>
                  <a:pt x="642" y="396"/>
                </a:lnTo>
                <a:lnTo>
                  <a:pt x="642" y="397"/>
                </a:lnTo>
                <a:lnTo>
                  <a:pt x="642" y="398"/>
                </a:lnTo>
                <a:lnTo>
                  <a:pt x="642" y="399"/>
                </a:lnTo>
                <a:lnTo>
                  <a:pt x="642" y="400"/>
                </a:lnTo>
                <a:lnTo>
                  <a:pt x="642" y="401"/>
                </a:lnTo>
                <a:lnTo>
                  <a:pt x="642" y="402"/>
                </a:lnTo>
                <a:lnTo>
                  <a:pt x="641" y="402"/>
                </a:lnTo>
                <a:lnTo>
                  <a:pt x="642" y="402"/>
                </a:lnTo>
                <a:lnTo>
                  <a:pt x="642" y="403"/>
                </a:lnTo>
                <a:lnTo>
                  <a:pt x="643" y="403"/>
                </a:lnTo>
                <a:lnTo>
                  <a:pt x="644" y="404"/>
                </a:lnTo>
                <a:lnTo>
                  <a:pt x="644" y="403"/>
                </a:lnTo>
                <a:lnTo>
                  <a:pt x="644" y="402"/>
                </a:lnTo>
                <a:lnTo>
                  <a:pt x="645" y="403"/>
                </a:lnTo>
                <a:lnTo>
                  <a:pt x="645" y="402"/>
                </a:lnTo>
                <a:lnTo>
                  <a:pt x="646" y="402"/>
                </a:lnTo>
                <a:lnTo>
                  <a:pt x="647" y="402"/>
                </a:lnTo>
                <a:lnTo>
                  <a:pt x="648" y="402"/>
                </a:lnTo>
                <a:lnTo>
                  <a:pt x="648" y="403"/>
                </a:lnTo>
                <a:lnTo>
                  <a:pt x="648" y="404"/>
                </a:lnTo>
                <a:lnTo>
                  <a:pt x="649" y="404"/>
                </a:lnTo>
                <a:lnTo>
                  <a:pt x="650" y="404"/>
                </a:lnTo>
                <a:lnTo>
                  <a:pt x="650" y="405"/>
                </a:lnTo>
                <a:lnTo>
                  <a:pt x="651" y="405"/>
                </a:lnTo>
                <a:lnTo>
                  <a:pt x="652" y="405"/>
                </a:lnTo>
                <a:lnTo>
                  <a:pt x="652" y="404"/>
                </a:lnTo>
                <a:lnTo>
                  <a:pt x="653" y="404"/>
                </a:lnTo>
                <a:lnTo>
                  <a:pt x="654" y="404"/>
                </a:lnTo>
                <a:lnTo>
                  <a:pt x="654" y="405"/>
                </a:lnTo>
                <a:lnTo>
                  <a:pt x="655" y="406"/>
                </a:lnTo>
                <a:lnTo>
                  <a:pt x="655" y="407"/>
                </a:lnTo>
                <a:lnTo>
                  <a:pt x="656" y="407"/>
                </a:lnTo>
                <a:lnTo>
                  <a:pt x="656" y="406"/>
                </a:lnTo>
                <a:lnTo>
                  <a:pt x="657" y="405"/>
                </a:lnTo>
                <a:lnTo>
                  <a:pt x="658" y="406"/>
                </a:lnTo>
                <a:lnTo>
                  <a:pt x="658" y="407"/>
                </a:lnTo>
                <a:lnTo>
                  <a:pt x="658" y="408"/>
                </a:lnTo>
                <a:lnTo>
                  <a:pt x="659" y="408"/>
                </a:lnTo>
                <a:lnTo>
                  <a:pt x="658" y="408"/>
                </a:lnTo>
                <a:lnTo>
                  <a:pt x="657" y="409"/>
                </a:lnTo>
                <a:lnTo>
                  <a:pt x="657" y="410"/>
                </a:lnTo>
                <a:lnTo>
                  <a:pt x="657" y="411"/>
                </a:lnTo>
                <a:lnTo>
                  <a:pt x="657" y="412"/>
                </a:lnTo>
                <a:lnTo>
                  <a:pt x="657" y="413"/>
                </a:lnTo>
                <a:lnTo>
                  <a:pt x="657" y="414"/>
                </a:lnTo>
                <a:lnTo>
                  <a:pt x="658" y="415"/>
                </a:lnTo>
                <a:lnTo>
                  <a:pt x="658" y="416"/>
                </a:lnTo>
                <a:lnTo>
                  <a:pt x="657" y="416"/>
                </a:lnTo>
                <a:lnTo>
                  <a:pt x="656" y="416"/>
                </a:lnTo>
                <a:lnTo>
                  <a:pt x="656" y="415"/>
                </a:lnTo>
                <a:lnTo>
                  <a:pt x="654" y="414"/>
                </a:lnTo>
                <a:lnTo>
                  <a:pt x="653" y="413"/>
                </a:lnTo>
                <a:lnTo>
                  <a:pt x="653" y="412"/>
                </a:lnTo>
                <a:lnTo>
                  <a:pt x="652" y="411"/>
                </a:lnTo>
                <a:lnTo>
                  <a:pt x="651" y="411"/>
                </a:lnTo>
                <a:lnTo>
                  <a:pt x="650" y="411"/>
                </a:lnTo>
                <a:lnTo>
                  <a:pt x="650" y="412"/>
                </a:lnTo>
                <a:lnTo>
                  <a:pt x="649" y="412"/>
                </a:lnTo>
                <a:lnTo>
                  <a:pt x="649" y="413"/>
                </a:lnTo>
                <a:lnTo>
                  <a:pt x="650" y="413"/>
                </a:lnTo>
                <a:lnTo>
                  <a:pt x="650" y="414"/>
                </a:lnTo>
                <a:lnTo>
                  <a:pt x="650" y="415"/>
                </a:lnTo>
                <a:lnTo>
                  <a:pt x="649" y="416"/>
                </a:lnTo>
                <a:lnTo>
                  <a:pt x="649" y="417"/>
                </a:lnTo>
                <a:lnTo>
                  <a:pt x="649" y="418"/>
                </a:lnTo>
                <a:lnTo>
                  <a:pt x="648" y="418"/>
                </a:lnTo>
                <a:lnTo>
                  <a:pt x="648" y="419"/>
                </a:lnTo>
                <a:lnTo>
                  <a:pt x="647" y="419"/>
                </a:lnTo>
                <a:lnTo>
                  <a:pt x="647" y="420"/>
                </a:lnTo>
                <a:lnTo>
                  <a:pt x="646" y="421"/>
                </a:lnTo>
                <a:lnTo>
                  <a:pt x="646" y="422"/>
                </a:lnTo>
                <a:lnTo>
                  <a:pt x="646" y="423"/>
                </a:lnTo>
                <a:lnTo>
                  <a:pt x="646" y="424"/>
                </a:lnTo>
                <a:lnTo>
                  <a:pt x="645" y="425"/>
                </a:lnTo>
                <a:lnTo>
                  <a:pt x="644" y="425"/>
                </a:lnTo>
                <a:lnTo>
                  <a:pt x="644" y="426"/>
                </a:lnTo>
                <a:lnTo>
                  <a:pt x="643" y="426"/>
                </a:lnTo>
                <a:lnTo>
                  <a:pt x="642" y="426"/>
                </a:lnTo>
                <a:lnTo>
                  <a:pt x="641" y="426"/>
                </a:lnTo>
                <a:lnTo>
                  <a:pt x="640" y="426"/>
                </a:lnTo>
                <a:lnTo>
                  <a:pt x="640" y="427"/>
                </a:lnTo>
                <a:lnTo>
                  <a:pt x="640" y="426"/>
                </a:lnTo>
                <a:lnTo>
                  <a:pt x="641" y="427"/>
                </a:lnTo>
                <a:lnTo>
                  <a:pt x="642" y="427"/>
                </a:lnTo>
                <a:lnTo>
                  <a:pt x="643" y="426"/>
                </a:lnTo>
                <a:lnTo>
                  <a:pt x="644" y="426"/>
                </a:lnTo>
                <a:lnTo>
                  <a:pt x="645" y="426"/>
                </a:lnTo>
                <a:lnTo>
                  <a:pt x="645" y="427"/>
                </a:lnTo>
                <a:lnTo>
                  <a:pt x="646" y="427"/>
                </a:lnTo>
                <a:lnTo>
                  <a:pt x="646" y="428"/>
                </a:lnTo>
                <a:lnTo>
                  <a:pt x="647" y="428"/>
                </a:lnTo>
                <a:lnTo>
                  <a:pt x="647" y="429"/>
                </a:lnTo>
                <a:lnTo>
                  <a:pt x="647" y="430"/>
                </a:lnTo>
                <a:lnTo>
                  <a:pt x="647" y="431"/>
                </a:lnTo>
                <a:lnTo>
                  <a:pt x="648" y="431"/>
                </a:lnTo>
                <a:lnTo>
                  <a:pt x="648" y="432"/>
                </a:lnTo>
                <a:lnTo>
                  <a:pt x="648" y="433"/>
                </a:lnTo>
                <a:lnTo>
                  <a:pt x="647" y="433"/>
                </a:lnTo>
                <a:lnTo>
                  <a:pt x="646" y="433"/>
                </a:lnTo>
                <a:lnTo>
                  <a:pt x="646" y="434"/>
                </a:lnTo>
                <a:lnTo>
                  <a:pt x="645" y="434"/>
                </a:lnTo>
                <a:lnTo>
                  <a:pt x="646" y="435"/>
                </a:lnTo>
                <a:lnTo>
                  <a:pt x="645" y="435"/>
                </a:lnTo>
                <a:lnTo>
                  <a:pt x="644" y="436"/>
                </a:lnTo>
                <a:lnTo>
                  <a:pt x="644" y="437"/>
                </a:lnTo>
                <a:lnTo>
                  <a:pt x="643" y="438"/>
                </a:lnTo>
                <a:lnTo>
                  <a:pt x="643" y="439"/>
                </a:lnTo>
                <a:lnTo>
                  <a:pt x="642" y="440"/>
                </a:lnTo>
                <a:lnTo>
                  <a:pt x="641" y="441"/>
                </a:lnTo>
                <a:lnTo>
                  <a:pt x="641" y="442"/>
                </a:lnTo>
                <a:lnTo>
                  <a:pt x="640" y="443"/>
                </a:lnTo>
                <a:lnTo>
                  <a:pt x="639" y="443"/>
                </a:lnTo>
                <a:lnTo>
                  <a:pt x="639" y="444"/>
                </a:lnTo>
                <a:lnTo>
                  <a:pt x="638" y="444"/>
                </a:lnTo>
                <a:lnTo>
                  <a:pt x="637" y="446"/>
                </a:lnTo>
                <a:lnTo>
                  <a:pt x="636" y="447"/>
                </a:lnTo>
                <a:lnTo>
                  <a:pt x="636" y="448"/>
                </a:lnTo>
                <a:lnTo>
                  <a:pt x="635" y="448"/>
                </a:lnTo>
                <a:lnTo>
                  <a:pt x="634" y="449"/>
                </a:lnTo>
                <a:lnTo>
                  <a:pt x="634" y="450"/>
                </a:lnTo>
                <a:lnTo>
                  <a:pt x="633" y="450"/>
                </a:lnTo>
                <a:lnTo>
                  <a:pt x="633" y="451"/>
                </a:lnTo>
                <a:lnTo>
                  <a:pt x="632" y="452"/>
                </a:lnTo>
                <a:lnTo>
                  <a:pt x="632" y="453"/>
                </a:lnTo>
                <a:lnTo>
                  <a:pt x="632" y="454"/>
                </a:lnTo>
                <a:lnTo>
                  <a:pt x="633" y="454"/>
                </a:lnTo>
                <a:lnTo>
                  <a:pt x="633" y="455"/>
                </a:lnTo>
                <a:lnTo>
                  <a:pt x="633" y="456"/>
                </a:lnTo>
                <a:lnTo>
                  <a:pt x="633" y="457"/>
                </a:lnTo>
                <a:lnTo>
                  <a:pt x="632" y="458"/>
                </a:lnTo>
                <a:lnTo>
                  <a:pt x="632" y="459"/>
                </a:lnTo>
                <a:lnTo>
                  <a:pt x="632" y="460"/>
                </a:lnTo>
                <a:lnTo>
                  <a:pt x="631" y="460"/>
                </a:lnTo>
                <a:lnTo>
                  <a:pt x="631" y="461"/>
                </a:lnTo>
                <a:lnTo>
                  <a:pt x="630" y="461"/>
                </a:lnTo>
                <a:lnTo>
                  <a:pt x="630" y="462"/>
                </a:lnTo>
                <a:lnTo>
                  <a:pt x="630" y="463"/>
                </a:lnTo>
                <a:lnTo>
                  <a:pt x="629" y="464"/>
                </a:lnTo>
                <a:lnTo>
                  <a:pt x="629" y="465"/>
                </a:lnTo>
                <a:lnTo>
                  <a:pt x="629" y="466"/>
                </a:lnTo>
                <a:lnTo>
                  <a:pt x="628" y="467"/>
                </a:lnTo>
                <a:lnTo>
                  <a:pt x="628" y="468"/>
                </a:lnTo>
                <a:lnTo>
                  <a:pt x="627" y="468"/>
                </a:lnTo>
                <a:lnTo>
                  <a:pt x="626" y="469"/>
                </a:lnTo>
                <a:lnTo>
                  <a:pt x="625" y="469"/>
                </a:lnTo>
                <a:lnTo>
                  <a:pt x="624" y="469"/>
                </a:lnTo>
                <a:lnTo>
                  <a:pt x="625" y="469"/>
                </a:lnTo>
                <a:lnTo>
                  <a:pt x="625" y="470"/>
                </a:lnTo>
                <a:lnTo>
                  <a:pt x="626" y="470"/>
                </a:lnTo>
                <a:lnTo>
                  <a:pt x="627" y="470"/>
                </a:lnTo>
                <a:lnTo>
                  <a:pt x="627" y="469"/>
                </a:lnTo>
                <a:lnTo>
                  <a:pt x="628" y="469"/>
                </a:lnTo>
                <a:lnTo>
                  <a:pt x="628" y="470"/>
                </a:lnTo>
                <a:lnTo>
                  <a:pt x="629" y="470"/>
                </a:lnTo>
                <a:lnTo>
                  <a:pt x="629" y="472"/>
                </a:lnTo>
                <a:lnTo>
                  <a:pt x="629" y="474"/>
                </a:lnTo>
                <a:lnTo>
                  <a:pt x="629" y="475"/>
                </a:lnTo>
                <a:lnTo>
                  <a:pt x="630" y="475"/>
                </a:lnTo>
                <a:lnTo>
                  <a:pt x="630" y="476"/>
                </a:lnTo>
                <a:lnTo>
                  <a:pt x="630" y="477"/>
                </a:lnTo>
                <a:lnTo>
                  <a:pt x="630" y="478"/>
                </a:lnTo>
                <a:lnTo>
                  <a:pt x="630" y="479"/>
                </a:lnTo>
                <a:lnTo>
                  <a:pt x="631" y="480"/>
                </a:lnTo>
                <a:lnTo>
                  <a:pt x="632" y="480"/>
                </a:lnTo>
                <a:lnTo>
                  <a:pt x="633" y="481"/>
                </a:lnTo>
                <a:lnTo>
                  <a:pt x="633" y="482"/>
                </a:lnTo>
                <a:lnTo>
                  <a:pt x="633" y="483"/>
                </a:lnTo>
                <a:lnTo>
                  <a:pt x="633" y="484"/>
                </a:lnTo>
                <a:lnTo>
                  <a:pt x="633" y="485"/>
                </a:lnTo>
                <a:lnTo>
                  <a:pt x="634" y="486"/>
                </a:lnTo>
                <a:lnTo>
                  <a:pt x="635" y="486"/>
                </a:lnTo>
                <a:lnTo>
                  <a:pt x="635" y="487"/>
                </a:lnTo>
                <a:lnTo>
                  <a:pt x="635" y="488"/>
                </a:lnTo>
                <a:lnTo>
                  <a:pt x="636" y="489"/>
                </a:lnTo>
                <a:lnTo>
                  <a:pt x="635" y="489"/>
                </a:lnTo>
                <a:lnTo>
                  <a:pt x="635" y="490"/>
                </a:lnTo>
                <a:lnTo>
                  <a:pt x="636" y="490"/>
                </a:lnTo>
                <a:lnTo>
                  <a:pt x="636" y="491"/>
                </a:lnTo>
                <a:lnTo>
                  <a:pt x="636" y="492"/>
                </a:lnTo>
                <a:lnTo>
                  <a:pt x="637" y="492"/>
                </a:lnTo>
                <a:lnTo>
                  <a:pt x="637" y="491"/>
                </a:lnTo>
                <a:lnTo>
                  <a:pt x="638" y="491"/>
                </a:lnTo>
                <a:lnTo>
                  <a:pt x="638" y="492"/>
                </a:lnTo>
                <a:lnTo>
                  <a:pt x="639" y="492"/>
                </a:lnTo>
                <a:lnTo>
                  <a:pt x="640" y="492"/>
                </a:lnTo>
                <a:lnTo>
                  <a:pt x="640" y="493"/>
                </a:lnTo>
                <a:lnTo>
                  <a:pt x="641" y="493"/>
                </a:lnTo>
                <a:lnTo>
                  <a:pt x="641" y="494"/>
                </a:lnTo>
                <a:lnTo>
                  <a:pt x="640" y="494"/>
                </a:lnTo>
                <a:lnTo>
                  <a:pt x="640" y="495"/>
                </a:lnTo>
                <a:lnTo>
                  <a:pt x="639" y="495"/>
                </a:lnTo>
                <a:lnTo>
                  <a:pt x="639" y="496"/>
                </a:lnTo>
                <a:lnTo>
                  <a:pt x="640" y="497"/>
                </a:lnTo>
                <a:lnTo>
                  <a:pt x="641" y="497"/>
                </a:lnTo>
                <a:lnTo>
                  <a:pt x="642" y="497"/>
                </a:lnTo>
                <a:lnTo>
                  <a:pt x="643" y="498"/>
                </a:lnTo>
                <a:lnTo>
                  <a:pt x="643" y="499"/>
                </a:lnTo>
                <a:lnTo>
                  <a:pt x="645" y="499"/>
                </a:lnTo>
                <a:lnTo>
                  <a:pt x="645" y="500"/>
                </a:lnTo>
                <a:lnTo>
                  <a:pt x="645" y="501"/>
                </a:lnTo>
                <a:lnTo>
                  <a:pt x="646" y="501"/>
                </a:lnTo>
                <a:lnTo>
                  <a:pt x="646" y="502"/>
                </a:lnTo>
                <a:lnTo>
                  <a:pt x="647" y="502"/>
                </a:lnTo>
                <a:lnTo>
                  <a:pt x="648" y="502"/>
                </a:lnTo>
                <a:lnTo>
                  <a:pt x="648" y="501"/>
                </a:lnTo>
                <a:lnTo>
                  <a:pt x="649" y="501"/>
                </a:lnTo>
                <a:lnTo>
                  <a:pt x="649" y="500"/>
                </a:lnTo>
                <a:lnTo>
                  <a:pt x="649" y="499"/>
                </a:lnTo>
                <a:lnTo>
                  <a:pt x="648" y="499"/>
                </a:lnTo>
                <a:lnTo>
                  <a:pt x="648" y="498"/>
                </a:lnTo>
                <a:lnTo>
                  <a:pt x="648" y="497"/>
                </a:lnTo>
                <a:lnTo>
                  <a:pt x="649" y="497"/>
                </a:lnTo>
                <a:lnTo>
                  <a:pt x="648" y="497"/>
                </a:lnTo>
                <a:lnTo>
                  <a:pt x="648" y="496"/>
                </a:lnTo>
                <a:lnTo>
                  <a:pt x="648" y="495"/>
                </a:lnTo>
                <a:lnTo>
                  <a:pt x="648" y="494"/>
                </a:lnTo>
                <a:lnTo>
                  <a:pt x="648" y="493"/>
                </a:lnTo>
                <a:lnTo>
                  <a:pt x="648" y="492"/>
                </a:lnTo>
                <a:lnTo>
                  <a:pt x="647" y="492"/>
                </a:lnTo>
                <a:lnTo>
                  <a:pt x="647" y="491"/>
                </a:lnTo>
                <a:lnTo>
                  <a:pt x="648" y="490"/>
                </a:lnTo>
                <a:lnTo>
                  <a:pt x="648" y="489"/>
                </a:lnTo>
                <a:lnTo>
                  <a:pt x="649" y="489"/>
                </a:lnTo>
                <a:lnTo>
                  <a:pt x="650" y="489"/>
                </a:lnTo>
                <a:lnTo>
                  <a:pt x="651" y="490"/>
                </a:lnTo>
                <a:lnTo>
                  <a:pt x="652" y="490"/>
                </a:lnTo>
                <a:lnTo>
                  <a:pt x="652" y="488"/>
                </a:lnTo>
                <a:lnTo>
                  <a:pt x="653" y="488"/>
                </a:lnTo>
                <a:lnTo>
                  <a:pt x="654" y="488"/>
                </a:lnTo>
                <a:lnTo>
                  <a:pt x="654" y="489"/>
                </a:lnTo>
                <a:lnTo>
                  <a:pt x="655" y="489"/>
                </a:lnTo>
                <a:lnTo>
                  <a:pt x="656" y="489"/>
                </a:lnTo>
                <a:lnTo>
                  <a:pt x="656" y="490"/>
                </a:lnTo>
                <a:lnTo>
                  <a:pt x="657" y="490"/>
                </a:lnTo>
                <a:lnTo>
                  <a:pt x="658" y="490"/>
                </a:lnTo>
                <a:lnTo>
                  <a:pt x="659" y="489"/>
                </a:lnTo>
                <a:lnTo>
                  <a:pt x="660" y="489"/>
                </a:lnTo>
                <a:lnTo>
                  <a:pt x="660" y="490"/>
                </a:lnTo>
                <a:lnTo>
                  <a:pt x="661" y="490"/>
                </a:lnTo>
                <a:lnTo>
                  <a:pt x="662" y="490"/>
                </a:lnTo>
                <a:lnTo>
                  <a:pt x="662" y="491"/>
                </a:lnTo>
                <a:lnTo>
                  <a:pt x="663" y="491"/>
                </a:lnTo>
                <a:lnTo>
                  <a:pt x="663" y="490"/>
                </a:lnTo>
                <a:lnTo>
                  <a:pt x="663" y="491"/>
                </a:lnTo>
                <a:lnTo>
                  <a:pt x="664" y="491"/>
                </a:lnTo>
                <a:lnTo>
                  <a:pt x="665" y="491"/>
                </a:lnTo>
                <a:lnTo>
                  <a:pt x="667" y="492"/>
                </a:lnTo>
                <a:lnTo>
                  <a:pt x="667" y="493"/>
                </a:lnTo>
                <a:lnTo>
                  <a:pt x="668" y="493"/>
                </a:lnTo>
                <a:lnTo>
                  <a:pt x="669" y="493"/>
                </a:lnTo>
                <a:lnTo>
                  <a:pt x="670" y="493"/>
                </a:lnTo>
                <a:lnTo>
                  <a:pt x="671" y="493"/>
                </a:lnTo>
                <a:lnTo>
                  <a:pt x="672" y="493"/>
                </a:lnTo>
                <a:lnTo>
                  <a:pt x="672" y="492"/>
                </a:lnTo>
                <a:lnTo>
                  <a:pt x="673" y="492"/>
                </a:lnTo>
                <a:lnTo>
                  <a:pt x="673" y="491"/>
                </a:lnTo>
                <a:lnTo>
                  <a:pt x="674" y="491"/>
                </a:lnTo>
                <a:lnTo>
                  <a:pt x="676" y="490"/>
                </a:lnTo>
                <a:lnTo>
                  <a:pt x="677" y="490"/>
                </a:lnTo>
                <a:lnTo>
                  <a:pt x="678" y="489"/>
                </a:lnTo>
                <a:lnTo>
                  <a:pt x="679" y="489"/>
                </a:lnTo>
                <a:lnTo>
                  <a:pt x="679" y="490"/>
                </a:lnTo>
                <a:lnTo>
                  <a:pt x="679" y="491"/>
                </a:lnTo>
                <a:lnTo>
                  <a:pt x="680" y="491"/>
                </a:lnTo>
                <a:lnTo>
                  <a:pt x="681" y="491"/>
                </a:lnTo>
                <a:lnTo>
                  <a:pt x="682" y="492"/>
                </a:lnTo>
                <a:lnTo>
                  <a:pt x="683" y="492"/>
                </a:lnTo>
                <a:lnTo>
                  <a:pt x="684" y="492"/>
                </a:lnTo>
                <a:lnTo>
                  <a:pt x="684" y="493"/>
                </a:lnTo>
                <a:lnTo>
                  <a:pt x="683" y="493"/>
                </a:lnTo>
                <a:lnTo>
                  <a:pt x="683" y="494"/>
                </a:lnTo>
                <a:lnTo>
                  <a:pt x="684" y="494"/>
                </a:lnTo>
                <a:lnTo>
                  <a:pt x="684" y="495"/>
                </a:lnTo>
                <a:lnTo>
                  <a:pt x="683" y="495"/>
                </a:lnTo>
                <a:lnTo>
                  <a:pt x="683" y="496"/>
                </a:lnTo>
                <a:lnTo>
                  <a:pt x="684" y="496"/>
                </a:lnTo>
                <a:lnTo>
                  <a:pt x="684" y="497"/>
                </a:lnTo>
                <a:lnTo>
                  <a:pt x="685" y="497"/>
                </a:lnTo>
                <a:lnTo>
                  <a:pt x="686" y="497"/>
                </a:lnTo>
                <a:lnTo>
                  <a:pt x="687" y="497"/>
                </a:lnTo>
                <a:lnTo>
                  <a:pt x="688" y="498"/>
                </a:lnTo>
                <a:lnTo>
                  <a:pt x="689" y="498"/>
                </a:lnTo>
                <a:lnTo>
                  <a:pt x="689" y="499"/>
                </a:lnTo>
                <a:lnTo>
                  <a:pt x="690" y="500"/>
                </a:lnTo>
                <a:lnTo>
                  <a:pt x="691" y="500"/>
                </a:lnTo>
                <a:lnTo>
                  <a:pt x="692" y="500"/>
                </a:lnTo>
                <a:lnTo>
                  <a:pt x="692" y="501"/>
                </a:lnTo>
                <a:lnTo>
                  <a:pt x="692" y="502"/>
                </a:lnTo>
                <a:lnTo>
                  <a:pt x="690" y="503"/>
                </a:lnTo>
                <a:lnTo>
                  <a:pt x="689" y="504"/>
                </a:lnTo>
                <a:lnTo>
                  <a:pt x="690" y="505"/>
                </a:lnTo>
                <a:lnTo>
                  <a:pt x="689" y="505"/>
                </a:lnTo>
                <a:lnTo>
                  <a:pt x="688" y="505"/>
                </a:lnTo>
                <a:lnTo>
                  <a:pt x="688" y="506"/>
                </a:lnTo>
                <a:lnTo>
                  <a:pt x="689" y="506"/>
                </a:lnTo>
                <a:lnTo>
                  <a:pt x="689" y="507"/>
                </a:lnTo>
                <a:lnTo>
                  <a:pt x="690" y="507"/>
                </a:lnTo>
                <a:lnTo>
                  <a:pt x="690" y="508"/>
                </a:lnTo>
                <a:lnTo>
                  <a:pt x="690" y="509"/>
                </a:lnTo>
                <a:lnTo>
                  <a:pt x="691" y="509"/>
                </a:lnTo>
                <a:lnTo>
                  <a:pt x="692" y="509"/>
                </a:lnTo>
                <a:lnTo>
                  <a:pt x="692" y="510"/>
                </a:lnTo>
                <a:lnTo>
                  <a:pt x="692" y="511"/>
                </a:lnTo>
                <a:lnTo>
                  <a:pt x="693" y="512"/>
                </a:lnTo>
                <a:lnTo>
                  <a:pt x="693" y="513"/>
                </a:lnTo>
                <a:lnTo>
                  <a:pt x="694" y="513"/>
                </a:lnTo>
                <a:lnTo>
                  <a:pt x="694" y="512"/>
                </a:lnTo>
                <a:lnTo>
                  <a:pt x="695" y="512"/>
                </a:lnTo>
                <a:lnTo>
                  <a:pt x="695" y="513"/>
                </a:lnTo>
                <a:lnTo>
                  <a:pt x="696" y="513"/>
                </a:lnTo>
                <a:lnTo>
                  <a:pt x="696" y="514"/>
                </a:lnTo>
                <a:lnTo>
                  <a:pt x="695" y="516"/>
                </a:lnTo>
                <a:lnTo>
                  <a:pt x="695" y="517"/>
                </a:lnTo>
                <a:lnTo>
                  <a:pt x="695" y="518"/>
                </a:lnTo>
                <a:lnTo>
                  <a:pt x="694" y="518"/>
                </a:lnTo>
                <a:lnTo>
                  <a:pt x="693" y="518"/>
                </a:lnTo>
                <a:lnTo>
                  <a:pt x="693" y="519"/>
                </a:lnTo>
                <a:lnTo>
                  <a:pt x="693" y="518"/>
                </a:lnTo>
                <a:lnTo>
                  <a:pt x="693" y="517"/>
                </a:lnTo>
                <a:lnTo>
                  <a:pt x="692" y="517"/>
                </a:lnTo>
                <a:lnTo>
                  <a:pt x="692" y="518"/>
                </a:lnTo>
                <a:lnTo>
                  <a:pt x="691" y="518"/>
                </a:lnTo>
                <a:lnTo>
                  <a:pt x="691" y="517"/>
                </a:lnTo>
                <a:lnTo>
                  <a:pt x="691" y="518"/>
                </a:lnTo>
                <a:lnTo>
                  <a:pt x="690" y="518"/>
                </a:lnTo>
                <a:lnTo>
                  <a:pt x="690" y="519"/>
                </a:lnTo>
                <a:lnTo>
                  <a:pt x="691" y="520"/>
                </a:lnTo>
                <a:lnTo>
                  <a:pt x="690" y="520"/>
                </a:lnTo>
                <a:lnTo>
                  <a:pt x="690" y="521"/>
                </a:lnTo>
                <a:lnTo>
                  <a:pt x="691" y="521"/>
                </a:lnTo>
                <a:lnTo>
                  <a:pt x="691" y="522"/>
                </a:lnTo>
                <a:lnTo>
                  <a:pt x="692" y="523"/>
                </a:lnTo>
                <a:lnTo>
                  <a:pt x="692" y="524"/>
                </a:lnTo>
                <a:lnTo>
                  <a:pt x="693" y="525"/>
                </a:lnTo>
                <a:lnTo>
                  <a:pt x="694" y="526"/>
                </a:lnTo>
                <a:lnTo>
                  <a:pt x="695" y="526"/>
                </a:lnTo>
                <a:lnTo>
                  <a:pt x="695" y="527"/>
                </a:lnTo>
                <a:lnTo>
                  <a:pt x="696" y="527"/>
                </a:lnTo>
                <a:lnTo>
                  <a:pt x="697" y="528"/>
                </a:lnTo>
                <a:lnTo>
                  <a:pt x="697" y="529"/>
                </a:lnTo>
                <a:lnTo>
                  <a:pt x="697" y="528"/>
                </a:lnTo>
                <a:lnTo>
                  <a:pt x="698" y="528"/>
                </a:lnTo>
                <a:lnTo>
                  <a:pt x="699" y="528"/>
                </a:lnTo>
                <a:lnTo>
                  <a:pt x="700" y="528"/>
                </a:lnTo>
                <a:lnTo>
                  <a:pt x="700" y="527"/>
                </a:lnTo>
                <a:lnTo>
                  <a:pt x="699" y="526"/>
                </a:lnTo>
                <a:lnTo>
                  <a:pt x="699" y="525"/>
                </a:lnTo>
                <a:lnTo>
                  <a:pt x="698" y="525"/>
                </a:lnTo>
                <a:lnTo>
                  <a:pt x="699" y="524"/>
                </a:lnTo>
                <a:lnTo>
                  <a:pt x="700" y="525"/>
                </a:lnTo>
                <a:lnTo>
                  <a:pt x="700" y="524"/>
                </a:lnTo>
                <a:lnTo>
                  <a:pt x="700" y="523"/>
                </a:lnTo>
                <a:lnTo>
                  <a:pt x="701" y="523"/>
                </a:lnTo>
                <a:lnTo>
                  <a:pt x="702" y="523"/>
                </a:lnTo>
                <a:lnTo>
                  <a:pt x="703" y="523"/>
                </a:lnTo>
                <a:lnTo>
                  <a:pt x="704" y="524"/>
                </a:lnTo>
                <a:lnTo>
                  <a:pt x="703" y="524"/>
                </a:lnTo>
                <a:lnTo>
                  <a:pt x="704" y="524"/>
                </a:lnTo>
                <a:lnTo>
                  <a:pt x="704" y="525"/>
                </a:lnTo>
                <a:lnTo>
                  <a:pt x="705" y="525"/>
                </a:lnTo>
                <a:lnTo>
                  <a:pt x="705" y="526"/>
                </a:lnTo>
                <a:lnTo>
                  <a:pt x="706" y="526"/>
                </a:lnTo>
                <a:lnTo>
                  <a:pt x="707" y="527"/>
                </a:lnTo>
                <a:lnTo>
                  <a:pt x="708" y="527"/>
                </a:lnTo>
                <a:lnTo>
                  <a:pt x="708" y="528"/>
                </a:lnTo>
                <a:lnTo>
                  <a:pt x="709" y="528"/>
                </a:lnTo>
                <a:lnTo>
                  <a:pt x="710" y="528"/>
                </a:lnTo>
                <a:lnTo>
                  <a:pt x="710" y="529"/>
                </a:lnTo>
                <a:lnTo>
                  <a:pt x="710" y="530"/>
                </a:lnTo>
                <a:lnTo>
                  <a:pt x="711" y="531"/>
                </a:lnTo>
                <a:lnTo>
                  <a:pt x="711" y="532"/>
                </a:lnTo>
                <a:lnTo>
                  <a:pt x="712" y="532"/>
                </a:lnTo>
                <a:lnTo>
                  <a:pt x="713" y="532"/>
                </a:lnTo>
                <a:lnTo>
                  <a:pt x="713" y="531"/>
                </a:lnTo>
                <a:lnTo>
                  <a:pt x="714" y="532"/>
                </a:lnTo>
                <a:lnTo>
                  <a:pt x="715" y="532"/>
                </a:lnTo>
                <a:lnTo>
                  <a:pt x="716" y="532"/>
                </a:lnTo>
                <a:lnTo>
                  <a:pt x="717" y="533"/>
                </a:lnTo>
                <a:lnTo>
                  <a:pt x="718" y="533"/>
                </a:lnTo>
                <a:lnTo>
                  <a:pt x="719" y="533"/>
                </a:lnTo>
                <a:lnTo>
                  <a:pt x="719" y="532"/>
                </a:lnTo>
                <a:lnTo>
                  <a:pt x="720" y="532"/>
                </a:lnTo>
                <a:lnTo>
                  <a:pt x="720" y="531"/>
                </a:lnTo>
                <a:lnTo>
                  <a:pt x="719" y="530"/>
                </a:lnTo>
                <a:lnTo>
                  <a:pt x="720" y="530"/>
                </a:lnTo>
                <a:lnTo>
                  <a:pt x="720" y="529"/>
                </a:lnTo>
                <a:lnTo>
                  <a:pt x="720" y="528"/>
                </a:lnTo>
                <a:lnTo>
                  <a:pt x="721" y="527"/>
                </a:lnTo>
                <a:lnTo>
                  <a:pt x="721" y="525"/>
                </a:lnTo>
                <a:lnTo>
                  <a:pt x="721" y="524"/>
                </a:lnTo>
                <a:lnTo>
                  <a:pt x="722" y="523"/>
                </a:lnTo>
                <a:lnTo>
                  <a:pt x="721" y="522"/>
                </a:lnTo>
                <a:lnTo>
                  <a:pt x="722" y="521"/>
                </a:lnTo>
                <a:lnTo>
                  <a:pt x="723" y="522"/>
                </a:lnTo>
                <a:lnTo>
                  <a:pt x="724" y="521"/>
                </a:lnTo>
                <a:lnTo>
                  <a:pt x="725" y="521"/>
                </a:lnTo>
                <a:lnTo>
                  <a:pt x="726" y="521"/>
                </a:lnTo>
                <a:lnTo>
                  <a:pt x="727" y="521"/>
                </a:lnTo>
                <a:lnTo>
                  <a:pt x="728" y="521"/>
                </a:lnTo>
                <a:lnTo>
                  <a:pt x="729" y="521"/>
                </a:lnTo>
                <a:lnTo>
                  <a:pt x="730" y="521"/>
                </a:lnTo>
                <a:lnTo>
                  <a:pt x="730" y="522"/>
                </a:lnTo>
                <a:lnTo>
                  <a:pt x="730" y="523"/>
                </a:lnTo>
                <a:lnTo>
                  <a:pt x="731" y="523"/>
                </a:lnTo>
                <a:lnTo>
                  <a:pt x="731" y="524"/>
                </a:lnTo>
                <a:lnTo>
                  <a:pt x="730" y="524"/>
                </a:lnTo>
                <a:lnTo>
                  <a:pt x="731" y="524"/>
                </a:lnTo>
                <a:lnTo>
                  <a:pt x="731" y="525"/>
                </a:lnTo>
                <a:lnTo>
                  <a:pt x="731" y="526"/>
                </a:lnTo>
                <a:lnTo>
                  <a:pt x="732" y="526"/>
                </a:lnTo>
                <a:lnTo>
                  <a:pt x="732" y="527"/>
                </a:lnTo>
                <a:lnTo>
                  <a:pt x="731" y="527"/>
                </a:lnTo>
                <a:lnTo>
                  <a:pt x="732" y="527"/>
                </a:lnTo>
                <a:lnTo>
                  <a:pt x="731" y="527"/>
                </a:lnTo>
                <a:lnTo>
                  <a:pt x="732" y="528"/>
                </a:lnTo>
                <a:lnTo>
                  <a:pt x="731" y="529"/>
                </a:lnTo>
                <a:lnTo>
                  <a:pt x="732" y="531"/>
                </a:lnTo>
                <a:lnTo>
                  <a:pt x="732" y="532"/>
                </a:lnTo>
                <a:lnTo>
                  <a:pt x="733" y="532"/>
                </a:lnTo>
                <a:lnTo>
                  <a:pt x="733" y="531"/>
                </a:lnTo>
                <a:lnTo>
                  <a:pt x="734" y="531"/>
                </a:lnTo>
                <a:lnTo>
                  <a:pt x="735" y="531"/>
                </a:lnTo>
                <a:lnTo>
                  <a:pt x="736" y="530"/>
                </a:lnTo>
                <a:lnTo>
                  <a:pt x="737" y="529"/>
                </a:lnTo>
                <a:lnTo>
                  <a:pt x="737" y="528"/>
                </a:lnTo>
                <a:lnTo>
                  <a:pt x="738" y="528"/>
                </a:lnTo>
                <a:lnTo>
                  <a:pt x="738" y="529"/>
                </a:lnTo>
                <a:lnTo>
                  <a:pt x="739" y="529"/>
                </a:lnTo>
                <a:lnTo>
                  <a:pt x="740" y="529"/>
                </a:lnTo>
                <a:lnTo>
                  <a:pt x="741" y="529"/>
                </a:lnTo>
                <a:lnTo>
                  <a:pt x="741" y="528"/>
                </a:lnTo>
                <a:lnTo>
                  <a:pt x="742" y="528"/>
                </a:lnTo>
                <a:lnTo>
                  <a:pt x="742" y="527"/>
                </a:lnTo>
                <a:lnTo>
                  <a:pt x="743" y="528"/>
                </a:lnTo>
                <a:lnTo>
                  <a:pt x="744" y="528"/>
                </a:lnTo>
                <a:lnTo>
                  <a:pt x="745" y="528"/>
                </a:lnTo>
                <a:lnTo>
                  <a:pt x="746" y="529"/>
                </a:lnTo>
                <a:lnTo>
                  <a:pt x="746" y="530"/>
                </a:lnTo>
                <a:lnTo>
                  <a:pt x="745" y="530"/>
                </a:lnTo>
                <a:lnTo>
                  <a:pt x="745" y="531"/>
                </a:lnTo>
                <a:lnTo>
                  <a:pt x="745" y="532"/>
                </a:lnTo>
                <a:lnTo>
                  <a:pt x="746" y="532"/>
                </a:lnTo>
                <a:lnTo>
                  <a:pt x="747" y="532"/>
                </a:lnTo>
                <a:lnTo>
                  <a:pt x="748" y="532"/>
                </a:lnTo>
                <a:lnTo>
                  <a:pt x="749" y="532"/>
                </a:lnTo>
                <a:lnTo>
                  <a:pt x="750" y="532"/>
                </a:lnTo>
                <a:lnTo>
                  <a:pt x="750" y="531"/>
                </a:lnTo>
                <a:lnTo>
                  <a:pt x="750" y="530"/>
                </a:lnTo>
                <a:lnTo>
                  <a:pt x="750" y="529"/>
                </a:lnTo>
                <a:lnTo>
                  <a:pt x="751" y="529"/>
                </a:lnTo>
                <a:lnTo>
                  <a:pt x="752" y="529"/>
                </a:lnTo>
                <a:lnTo>
                  <a:pt x="753" y="530"/>
                </a:lnTo>
                <a:lnTo>
                  <a:pt x="754" y="530"/>
                </a:lnTo>
                <a:lnTo>
                  <a:pt x="754" y="531"/>
                </a:lnTo>
                <a:lnTo>
                  <a:pt x="754" y="530"/>
                </a:lnTo>
                <a:lnTo>
                  <a:pt x="755" y="530"/>
                </a:lnTo>
                <a:lnTo>
                  <a:pt x="755" y="528"/>
                </a:lnTo>
                <a:lnTo>
                  <a:pt x="756" y="528"/>
                </a:lnTo>
                <a:lnTo>
                  <a:pt x="756" y="527"/>
                </a:lnTo>
                <a:lnTo>
                  <a:pt x="755" y="527"/>
                </a:lnTo>
                <a:lnTo>
                  <a:pt x="755" y="526"/>
                </a:lnTo>
                <a:lnTo>
                  <a:pt x="754" y="526"/>
                </a:lnTo>
                <a:lnTo>
                  <a:pt x="755" y="525"/>
                </a:lnTo>
                <a:lnTo>
                  <a:pt x="755" y="523"/>
                </a:lnTo>
                <a:lnTo>
                  <a:pt x="757" y="522"/>
                </a:lnTo>
                <a:lnTo>
                  <a:pt x="758" y="523"/>
                </a:lnTo>
                <a:lnTo>
                  <a:pt x="759" y="523"/>
                </a:lnTo>
                <a:lnTo>
                  <a:pt x="760" y="523"/>
                </a:lnTo>
                <a:lnTo>
                  <a:pt x="762" y="523"/>
                </a:lnTo>
                <a:lnTo>
                  <a:pt x="763" y="523"/>
                </a:lnTo>
                <a:lnTo>
                  <a:pt x="763" y="522"/>
                </a:lnTo>
                <a:lnTo>
                  <a:pt x="764" y="523"/>
                </a:lnTo>
                <a:lnTo>
                  <a:pt x="765" y="524"/>
                </a:lnTo>
                <a:lnTo>
                  <a:pt x="766" y="524"/>
                </a:lnTo>
                <a:lnTo>
                  <a:pt x="767" y="524"/>
                </a:lnTo>
                <a:lnTo>
                  <a:pt x="767" y="525"/>
                </a:lnTo>
                <a:lnTo>
                  <a:pt x="768" y="525"/>
                </a:lnTo>
                <a:lnTo>
                  <a:pt x="768" y="526"/>
                </a:lnTo>
                <a:lnTo>
                  <a:pt x="769" y="526"/>
                </a:lnTo>
                <a:lnTo>
                  <a:pt x="769" y="527"/>
                </a:lnTo>
                <a:lnTo>
                  <a:pt x="769" y="528"/>
                </a:lnTo>
                <a:lnTo>
                  <a:pt x="769" y="529"/>
                </a:lnTo>
                <a:lnTo>
                  <a:pt x="769" y="530"/>
                </a:lnTo>
                <a:lnTo>
                  <a:pt x="770" y="530"/>
                </a:lnTo>
                <a:lnTo>
                  <a:pt x="770" y="531"/>
                </a:lnTo>
                <a:lnTo>
                  <a:pt x="771" y="531"/>
                </a:lnTo>
                <a:lnTo>
                  <a:pt x="770" y="531"/>
                </a:lnTo>
                <a:lnTo>
                  <a:pt x="770" y="532"/>
                </a:lnTo>
                <a:lnTo>
                  <a:pt x="771" y="532"/>
                </a:lnTo>
                <a:lnTo>
                  <a:pt x="771" y="531"/>
                </a:lnTo>
                <a:lnTo>
                  <a:pt x="772" y="531"/>
                </a:lnTo>
                <a:lnTo>
                  <a:pt x="772" y="532"/>
                </a:lnTo>
                <a:lnTo>
                  <a:pt x="773" y="532"/>
                </a:lnTo>
                <a:lnTo>
                  <a:pt x="772" y="534"/>
                </a:lnTo>
                <a:lnTo>
                  <a:pt x="772" y="535"/>
                </a:lnTo>
                <a:lnTo>
                  <a:pt x="771" y="535"/>
                </a:lnTo>
                <a:lnTo>
                  <a:pt x="771" y="536"/>
                </a:lnTo>
                <a:lnTo>
                  <a:pt x="772" y="536"/>
                </a:lnTo>
                <a:lnTo>
                  <a:pt x="773" y="536"/>
                </a:lnTo>
                <a:lnTo>
                  <a:pt x="773" y="537"/>
                </a:lnTo>
                <a:lnTo>
                  <a:pt x="774" y="537"/>
                </a:lnTo>
                <a:lnTo>
                  <a:pt x="774" y="538"/>
                </a:lnTo>
                <a:lnTo>
                  <a:pt x="775" y="538"/>
                </a:lnTo>
                <a:lnTo>
                  <a:pt x="776" y="539"/>
                </a:lnTo>
                <a:lnTo>
                  <a:pt x="777" y="540"/>
                </a:lnTo>
                <a:lnTo>
                  <a:pt x="777" y="541"/>
                </a:lnTo>
                <a:lnTo>
                  <a:pt x="777" y="543"/>
                </a:lnTo>
                <a:lnTo>
                  <a:pt x="778" y="544"/>
                </a:lnTo>
                <a:lnTo>
                  <a:pt x="778" y="545"/>
                </a:lnTo>
                <a:lnTo>
                  <a:pt x="778" y="546"/>
                </a:lnTo>
                <a:lnTo>
                  <a:pt x="779" y="546"/>
                </a:lnTo>
                <a:lnTo>
                  <a:pt x="778" y="547"/>
                </a:lnTo>
                <a:lnTo>
                  <a:pt x="779" y="547"/>
                </a:lnTo>
                <a:lnTo>
                  <a:pt x="780" y="547"/>
                </a:lnTo>
                <a:lnTo>
                  <a:pt x="781" y="547"/>
                </a:lnTo>
                <a:lnTo>
                  <a:pt x="782" y="547"/>
                </a:lnTo>
                <a:lnTo>
                  <a:pt x="782" y="548"/>
                </a:lnTo>
                <a:lnTo>
                  <a:pt x="782" y="549"/>
                </a:lnTo>
                <a:lnTo>
                  <a:pt x="781" y="549"/>
                </a:lnTo>
                <a:lnTo>
                  <a:pt x="780" y="549"/>
                </a:lnTo>
                <a:lnTo>
                  <a:pt x="780" y="550"/>
                </a:lnTo>
                <a:lnTo>
                  <a:pt x="780" y="551"/>
                </a:lnTo>
                <a:lnTo>
                  <a:pt x="781" y="551"/>
                </a:lnTo>
                <a:lnTo>
                  <a:pt x="782" y="551"/>
                </a:lnTo>
                <a:lnTo>
                  <a:pt x="782" y="552"/>
                </a:lnTo>
                <a:lnTo>
                  <a:pt x="781" y="553"/>
                </a:lnTo>
                <a:lnTo>
                  <a:pt x="781" y="554"/>
                </a:lnTo>
                <a:lnTo>
                  <a:pt x="780" y="554"/>
                </a:lnTo>
                <a:lnTo>
                  <a:pt x="780" y="553"/>
                </a:lnTo>
                <a:lnTo>
                  <a:pt x="779" y="553"/>
                </a:lnTo>
                <a:lnTo>
                  <a:pt x="778" y="554"/>
                </a:lnTo>
                <a:lnTo>
                  <a:pt x="777" y="554"/>
                </a:lnTo>
                <a:lnTo>
                  <a:pt x="777" y="555"/>
                </a:lnTo>
                <a:lnTo>
                  <a:pt x="776" y="555"/>
                </a:lnTo>
                <a:lnTo>
                  <a:pt x="776" y="556"/>
                </a:lnTo>
                <a:lnTo>
                  <a:pt x="777" y="556"/>
                </a:lnTo>
                <a:lnTo>
                  <a:pt x="777" y="557"/>
                </a:lnTo>
                <a:lnTo>
                  <a:pt x="777" y="558"/>
                </a:lnTo>
                <a:lnTo>
                  <a:pt x="777" y="560"/>
                </a:lnTo>
                <a:lnTo>
                  <a:pt x="777" y="562"/>
                </a:lnTo>
                <a:lnTo>
                  <a:pt x="778" y="562"/>
                </a:lnTo>
                <a:lnTo>
                  <a:pt x="778" y="563"/>
                </a:lnTo>
                <a:lnTo>
                  <a:pt x="779" y="563"/>
                </a:lnTo>
                <a:lnTo>
                  <a:pt x="779" y="564"/>
                </a:lnTo>
                <a:lnTo>
                  <a:pt x="778" y="564"/>
                </a:lnTo>
                <a:lnTo>
                  <a:pt x="778" y="565"/>
                </a:lnTo>
                <a:lnTo>
                  <a:pt x="778" y="566"/>
                </a:lnTo>
                <a:lnTo>
                  <a:pt x="778" y="567"/>
                </a:lnTo>
                <a:lnTo>
                  <a:pt x="778" y="568"/>
                </a:lnTo>
                <a:lnTo>
                  <a:pt x="778" y="569"/>
                </a:lnTo>
                <a:lnTo>
                  <a:pt x="778" y="570"/>
                </a:lnTo>
                <a:lnTo>
                  <a:pt x="777" y="570"/>
                </a:lnTo>
                <a:lnTo>
                  <a:pt x="777" y="571"/>
                </a:lnTo>
                <a:lnTo>
                  <a:pt x="777" y="572"/>
                </a:lnTo>
                <a:lnTo>
                  <a:pt x="776" y="574"/>
                </a:lnTo>
                <a:lnTo>
                  <a:pt x="775" y="575"/>
                </a:lnTo>
                <a:lnTo>
                  <a:pt x="775" y="576"/>
                </a:lnTo>
                <a:lnTo>
                  <a:pt x="775" y="577"/>
                </a:lnTo>
                <a:lnTo>
                  <a:pt x="776" y="578"/>
                </a:lnTo>
                <a:lnTo>
                  <a:pt x="777" y="578"/>
                </a:lnTo>
                <a:lnTo>
                  <a:pt x="777" y="579"/>
                </a:lnTo>
                <a:lnTo>
                  <a:pt x="776" y="579"/>
                </a:lnTo>
                <a:lnTo>
                  <a:pt x="775" y="579"/>
                </a:lnTo>
                <a:lnTo>
                  <a:pt x="775" y="580"/>
                </a:lnTo>
                <a:lnTo>
                  <a:pt x="776" y="580"/>
                </a:lnTo>
                <a:lnTo>
                  <a:pt x="775" y="581"/>
                </a:lnTo>
                <a:lnTo>
                  <a:pt x="775" y="582"/>
                </a:lnTo>
                <a:lnTo>
                  <a:pt x="774" y="582"/>
                </a:lnTo>
                <a:lnTo>
                  <a:pt x="774" y="583"/>
                </a:lnTo>
                <a:lnTo>
                  <a:pt x="772" y="583"/>
                </a:lnTo>
                <a:lnTo>
                  <a:pt x="771" y="583"/>
                </a:lnTo>
                <a:lnTo>
                  <a:pt x="771" y="584"/>
                </a:lnTo>
                <a:lnTo>
                  <a:pt x="772" y="584"/>
                </a:lnTo>
                <a:lnTo>
                  <a:pt x="771" y="584"/>
                </a:lnTo>
                <a:lnTo>
                  <a:pt x="771" y="585"/>
                </a:lnTo>
                <a:lnTo>
                  <a:pt x="771" y="586"/>
                </a:lnTo>
                <a:lnTo>
                  <a:pt x="770" y="586"/>
                </a:lnTo>
                <a:lnTo>
                  <a:pt x="771" y="586"/>
                </a:lnTo>
                <a:lnTo>
                  <a:pt x="771" y="587"/>
                </a:lnTo>
                <a:lnTo>
                  <a:pt x="770" y="587"/>
                </a:lnTo>
                <a:lnTo>
                  <a:pt x="769" y="587"/>
                </a:lnTo>
                <a:lnTo>
                  <a:pt x="769" y="588"/>
                </a:lnTo>
                <a:lnTo>
                  <a:pt x="768" y="588"/>
                </a:lnTo>
                <a:lnTo>
                  <a:pt x="768" y="587"/>
                </a:lnTo>
                <a:lnTo>
                  <a:pt x="767" y="587"/>
                </a:lnTo>
                <a:lnTo>
                  <a:pt x="767" y="588"/>
                </a:lnTo>
                <a:lnTo>
                  <a:pt x="766" y="588"/>
                </a:lnTo>
                <a:lnTo>
                  <a:pt x="766" y="589"/>
                </a:lnTo>
                <a:lnTo>
                  <a:pt x="766" y="590"/>
                </a:lnTo>
                <a:lnTo>
                  <a:pt x="765" y="590"/>
                </a:lnTo>
                <a:lnTo>
                  <a:pt x="765" y="591"/>
                </a:lnTo>
                <a:lnTo>
                  <a:pt x="764" y="591"/>
                </a:lnTo>
                <a:lnTo>
                  <a:pt x="763" y="591"/>
                </a:lnTo>
                <a:lnTo>
                  <a:pt x="763" y="590"/>
                </a:lnTo>
                <a:lnTo>
                  <a:pt x="763" y="591"/>
                </a:lnTo>
                <a:lnTo>
                  <a:pt x="763" y="590"/>
                </a:lnTo>
                <a:lnTo>
                  <a:pt x="763" y="589"/>
                </a:lnTo>
                <a:lnTo>
                  <a:pt x="764" y="589"/>
                </a:lnTo>
                <a:lnTo>
                  <a:pt x="764" y="588"/>
                </a:lnTo>
                <a:lnTo>
                  <a:pt x="764" y="587"/>
                </a:lnTo>
                <a:lnTo>
                  <a:pt x="763" y="587"/>
                </a:lnTo>
                <a:lnTo>
                  <a:pt x="762" y="587"/>
                </a:lnTo>
                <a:lnTo>
                  <a:pt x="761" y="587"/>
                </a:lnTo>
                <a:lnTo>
                  <a:pt x="761" y="586"/>
                </a:lnTo>
                <a:lnTo>
                  <a:pt x="761" y="587"/>
                </a:lnTo>
                <a:lnTo>
                  <a:pt x="760" y="587"/>
                </a:lnTo>
                <a:lnTo>
                  <a:pt x="759" y="587"/>
                </a:lnTo>
                <a:lnTo>
                  <a:pt x="759" y="586"/>
                </a:lnTo>
                <a:lnTo>
                  <a:pt x="758" y="585"/>
                </a:lnTo>
                <a:lnTo>
                  <a:pt x="757" y="585"/>
                </a:lnTo>
                <a:lnTo>
                  <a:pt x="756" y="586"/>
                </a:lnTo>
                <a:lnTo>
                  <a:pt x="755" y="586"/>
                </a:lnTo>
                <a:lnTo>
                  <a:pt x="755" y="585"/>
                </a:lnTo>
                <a:lnTo>
                  <a:pt x="755" y="584"/>
                </a:lnTo>
                <a:lnTo>
                  <a:pt x="754" y="583"/>
                </a:lnTo>
                <a:lnTo>
                  <a:pt x="753" y="583"/>
                </a:lnTo>
                <a:lnTo>
                  <a:pt x="752" y="582"/>
                </a:lnTo>
                <a:lnTo>
                  <a:pt x="752" y="583"/>
                </a:lnTo>
                <a:lnTo>
                  <a:pt x="751" y="583"/>
                </a:lnTo>
                <a:lnTo>
                  <a:pt x="750" y="583"/>
                </a:lnTo>
                <a:lnTo>
                  <a:pt x="749" y="583"/>
                </a:lnTo>
                <a:lnTo>
                  <a:pt x="749" y="584"/>
                </a:lnTo>
                <a:lnTo>
                  <a:pt x="748" y="584"/>
                </a:lnTo>
                <a:lnTo>
                  <a:pt x="748" y="585"/>
                </a:lnTo>
                <a:lnTo>
                  <a:pt x="747" y="586"/>
                </a:lnTo>
                <a:lnTo>
                  <a:pt x="748" y="587"/>
                </a:lnTo>
                <a:lnTo>
                  <a:pt x="747" y="588"/>
                </a:lnTo>
                <a:lnTo>
                  <a:pt x="748" y="588"/>
                </a:lnTo>
                <a:lnTo>
                  <a:pt x="747" y="589"/>
                </a:lnTo>
                <a:lnTo>
                  <a:pt x="746" y="589"/>
                </a:lnTo>
                <a:lnTo>
                  <a:pt x="745" y="589"/>
                </a:lnTo>
                <a:lnTo>
                  <a:pt x="744" y="589"/>
                </a:lnTo>
                <a:lnTo>
                  <a:pt x="744" y="590"/>
                </a:lnTo>
                <a:lnTo>
                  <a:pt x="743" y="590"/>
                </a:lnTo>
                <a:lnTo>
                  <a:pt x="742" y="590"/>
                </a:lnTo>
                <a:lnTo>
                  <a:pt x="742" y="591"/>
                </a:lnTo>
                <a:lnTo>
                  <a:pt x="742" y="592"/>
                </a:lnTo>
                <a:lnTo>
                  <a:pt x="741" y="593"/>
                </a:lnTo>
                <a:lnTo>
                  <a:pt x="740" y="593"/>
                </a:lnTo>
                <a:lnTo>
                  <a:pt x="739" y="594"/>
                </a:lnTo>
                <a:lnTo>
                  <a:pt x="739" y="595"/>
                </a:lnTo>
                <a:lnTo>
                  <a:pt x="738" y="595"/>
                </a:lnTo>
                <a:lnTo>
                  <a:pt x="738" y="596"/>
                </a:lnTo>
                <a:lnTo>
                  <a:pt x="737" y="596"/>
                </a:lnTo>
                <a:lnTo>
                  <a:pt x="736" y="596"/>
                </a:lnTo>
                <a:lnTo>
                  <a:pt x="735" y="595"/>
                </a:lnTo>
                <a:lnTo>
                  <a:pt x="734" y="595"/>
                </a:lnTo>
                <a:lnTo>
                  <a:pt x="734" y="596"/>
                </a:lnTo>
                <a:lnTo>
                  <a:pt x="733" y="596"/>
                </a:lnTo>
                <a:lnTo>
                  <a:pt x="732" y="596"/>
                </a:lnTo>
                <a:lnTo>
                  <a:pt x="731" y="596"/>
                </a:lnTo>
                <a:lnTo>
                  <a:pt x="732" y="596"/>
                </a:lnTo>
                <a:lnTo>
                  <a:pt x="733" y="597"/>
                </a:lnTo>
                <a:lnTo>
                  <a:pt x="734" y="597"/>
                </a:lnTo>
                <a:lnTo>
                  <a:pt x="734" y="598"/>
                </a:lnTo>
                <a:lnTo>
                  <a:pt x="735" y="598"/>
                </a:lnTo>
                <a:lnTo>
                  <a:pt x="735" y="599"/>
                </a:lnTo>
                <a:lnTo>
                  <a:pt x="736" y="599"/>
                </a:lnTo>
                <a:lnTo>
                  <a:pt x="736" y="600"/>
                </a:lnTo>
                <a:lnTo>
                  <a:pt x="737" y="600"/>
                </a:lnTo>
                <a:lnTo>
                  <a:pt x="736" y="600"/>
                </a:lnTo>
                <a:lnTo>
                  <a:pt x="736" y="601"/>
                </a:lnTo>
                <a:lnTo>
                  <a:pt x="735" y="601"/>
                </a:lnTo>
                <a:lnTo>
                  <a:pt x="735" y="600"/>
                </a:lnTo>
                <a:lnTo>
                  <a:pt x="734" y="601"/>
                </a:lnTo>
                <a:lnTo>
                  <a:pt x="735" y="601"/>
                </a:lnTo>
                <a:lnTo>
                  <a:pt x="736" y="602"/>
                </a:lnTo>
                <a:lnTo>
                  <a:pt x="737" y="602"/>
                </a:lnTo>
                <a:lnTo>
                  <a:pt x="737" y="603"/>
                </a:lnTo>
                <a:lnTo>
                  <a:pt x="737" y="604"/>
                </a:lnTo>
                <a:lnTo>
                  <a:pt x="735" y="604"/>
                </a:lnTo>
                <a:lnTo>
                  <a:pt x="734" y="604"/>
                </a:lnTo>
                <a:lnTo>
                  <a:pt x="734" y="603"/>
                </a:lnTo>
                <a:lnTo>
                  <a:pt x="735" y="603"/>
                </a:lnTo>
                <a:lnTo>
                  <a:pt x="735" y="602"/>
                </a:lnTo>
                <a:lnTo>
                  <a:pt x="734" y="602"/>
                </a:lnTo>
                <a:lnTo>
                  <a:pt x="734" y="601"/>
                </a:lnTo>
                <a:lnTo>
                  <a:pt x="733" y="601"/>
                </a:lnTo>
                <a:lnTo>
                  <a:pt x="733" y="602"/>
                </a:lnTo>
                <a:lnTo>
                  <a:pt x="732" y="602"/>
                </a:lnTo>
                <a:lnTo>
                  <a:pt x="732" y="603"/>
                </a:lnTo>
                <a:lnTo>
                  <a:pt x="732" y="602"/>
                </a:lnTo>
                <a:lnTo>
                  <a:pt x="731" y="602"/>
                </a:lnTo>
                <a:lnTo>
                  <a:pt x="731" y="603"/>
                </a:lnTo>
                <a:lnTo>
                  <a:pt x="730" y="604"/>
                </a:lnTo>
                <a:lnTo>
                  <a:pt x="729" y="604"/>
                </a:lnTo>
                <a:lnTo>
                  <a:pt x="729" y="605"/>
                </a:lnTo>
                <a:lnTo>
                  <a:pt x="728" y="605"/>
                </a:lnTo>
                <a:lnTo>
                  <a:pt x="727" y="605"/>
                </a:lnTo>
                <a:lnTo>
                  <a:pt x="727" y="606"/>
                </a:lnTo>
                <a:lnTo>
                  <a:pt x="727" y="607"/>
                </a:lnTo>
                <a:lnTo>
                  <a:pt x="726" y="607"/>
                </a:lnTo>
                <a:lnTo>
                  <a:pt x="726" y="608"/>
                </a:lnTo>
                <a:lnTo>
                  <a:pt x="725" y="608"/>
                </a:lnTo>
                <a:lnTo>
                  <a:pt x="725" y="609"/>
                </a:lnTo>
                <a:lnTo>
                  <a:pt x="725" y="610"/>
                </a:lnTo>
                <a:lnTo>
                  <a:pt x="725" y="611"/>
                </a:lnTo>
                <a:lnTo>
                  <a:pt x="724" y="611"/>
                </a:lnTo>
                <a:lnTo>
                  <a:pt x="724" y="612"/>
                </a:lnTo>
                <a:lnTo>
                  <a:pt x="723" y="612"/>
                </a:lnTo>
                <a:lnTo>
                  <a:pt x="722" y="612"/>
                </a:lnTo>
                <a:lnTo>
                  <a:pt x="722" y="613"/>
                </a:lnTo>
                <a:lnTo>
                  <a:pt x="722" y="614"/>
                </a:lnTo>
                <a:lnTo>
                  <a:pt x="722" y="615"/>
                </a:lnTo>
                <a:lnTo>
                  <a:pt x="723" y="615"/>
                </a:lnTo>
                <a:lnTo>
                  <a:pt x="723" y="616"/>
                </a:lnTo>
                <a:lnTo>
                  <a:pt x="723" y="617"/>
                </a:lnTo>
                <a:lnTo>
                  <a:pt x="723" y="618"/>
                </a:lnTo>
                <a:lnTo>
                  <a:pt x="722" y="618"/>
                </a:lnTo>
                <a:lnTo>
                  <a:pt x="721" y="618"/>
                </a:lnTo>
                <a:lnTo>
                  <a:pt x="721" y="617"/>
                </a:lnTo>
                <a:lnTo>
                  <a:pt x="720" y="617"/>
                </a:lnTo>
                <a:lnTo>
                  <a:pt x="719" y="617"/>
                </a:lnTo>
                <a:lnTo>
                  <a:pt x="719" y="616"/>
                </a:lnTo>
                <a:lnTo>
                  <a:pt x="719" y="615"/>
                </a:lnTo>
                <a:lnTo>
                  <a:pt x="719" y="614"/>
                </a:lnTo>
                <a:lnTo>
                  <a:pt x="718" y="614"/>
                </a:lnTo>
                <a:lnTo>
                  <a:pt x="719" y="614"/>
                </a:lnTo>
                <a:lnTo>
                  <a:pt x="718" y="614"/>
                </a:lnTo>
                <a:lnTo>
                  <a:pt x="718" y="613"/>
                </a:lnTo>
                <a:lnTo>
                  <a:pt x="717" y="612"/>
                </a:lnTo>
                <a:lnTo>
                  <a:pt x="717" y="611"/>
                </a:lnTo>
                <a:lnTo>
                  <a:pt x="716" y="611"/>
                </a:lnTo>
                <a:lnTo>
                  <a:pt x="716" y="610"/>
                </a:lnTo>
                <a:lnTo>
                  <a:pt x="715" y="610"/>
                </a:lnTo>
                <a:lnTo>
                  <a:pt x="715" y="609"/>
                </a:lnTo>
                <a:lnTo>
                  <a:pt x="715" y="608"/>
                </a:lnTo>
                <a:lnTo>
                  <a:pt x="714" y="608"/>
                </a:lnTo>
                <a:lnTo>
                  <a:pt x="714" y="607"/>
                </a:lnTo>
                <a:lnTo>
                  <a:pt x="715" y="607"/>
                </a:lnTo>
                <a:lnTo>
                  <a:pt x="714" y="607"/>
                </a:lnTo>
                <a:lnTo>
                  <a:pt x="714" y="606"/>
                </a:lnTo>
                <a:lnTo>
                  <a:pt x="713" y="606"/>
                </a:lnTo>
                <a:lnTo>
                  <a:pt x="713" y="607"/>
                </a:lnTo>
                <a:lnTo>
                  <a:pt x="713" y="608"/>
                </a:lnTo>
                <a:lnTo>
                  <a:pt x="712" y="608"/>
                </a:lnTo>
                <a:lnTo>
                  <a:pt x="711" y="608"/>
                </a:lnTo>
                <a:lnTo>
                  <a:pt x="711" y="607"/>
                </a:lnTo>
                <a:lnTo>
                  <a:pt x="710" y="607"/>
                </a:lnTo>
                <a:lnTo>
                  <a:pt x="710" y="606"/>
                </a:lnTo>
                <a:lnTo>
                  <a:pt x="709" y="605"/>
                </a:lnTo>
                <a:lnTo>
                  <a:pt x="709" y="606"/>
                </a:lnTo>
                <a:lnTo>
                  <a:pt x="708" y="605"/>
                </a:lnTo>
                <a:lnTo>
                  <a:pt x="707" y="605"/>
                </a:lnTo>
                <a:lnTo>
                  <a:pt x="707" y="604"/>
                </a:lnTo>
                <a:lnTo>
                  <a:pt x="707" y="603"/>
                </a:lnTo>
                <a:lnTo>
                  <a:pt x="706" y="602"/>
                </a:lnTo>
                <a:lnTo>
                  <a:pt x="706" y="601"/>
                </a:lnTo>
                <a:lnTo>
                  <a:pt x="706" y="600"/>
                </a:lnTo>
                <a:lnTo>
                  <a:pt x="706" y="599"/>
                </a:lnTo>
                <a:lnTo>
                  <a:pt x="705" y="599"/>
                </a:lnTo>
                <a:lnTo>
                  <a:pt x="704" y="599"/>
                </a:lnTo>
                <a:lnTo>
                  <a:pt x="704" y="598"/>
                </a:lnTo>
                <a:lnTo>
                  <a:pt x="704" y="597"/>
                </a:lnTo>
                <a:lnTo>
                  <a:pt x="703" y="597"/>
                </a:lnTo>
                <a:lnTo>
                  <a:pt x="703" y="598"/>
                </a:lnTo>
                <a:lnTo>
                  <a:pt x="702" y="598"/>
                </a:lnTo>
                <a:lnTo>
                  <a:pt x="701" y="599"/>
                </a:lnTo>
                <a:lnTo>
                  <a:pt x="701" y="600"/>
                </a:lnTo>
                <a:lnTo>
                  <a:pt x="700" y="600"/>
                </a:lnTo>
                <a:lnTo>
                  <a:pt x="700" y="601"/>
                </a:lnTo>
                <a:lnTo>
                  <a:pt x="700" y="602"/>
                </a:lnTo>
                <a:lnTo>
                  <a:pt x="699" y="602"/>
                </a:lnTo>
                <a:lnTo>
                  <a:pt x="698" y="602"/>
                </a:lnTo>
                <a:lnTo>
                  <a:pt x="697" y="602"/>
                </a:lnTo>
                <a:lnTo>
                  <a:pt x="697" y="603"/>
                </a:lnTo>
                <a:lnTo>
                  <a:pt x="697" y="604"/>
                </a:lnTo>
                <a:lnTo>
                  <a:pt x="697" y="605"/>
                </a:lnTo>
                <a:lnTo>
                  <a:pt x="697" y="606"/>
                </a:lnTo>
                <a:lnTo>
                  <a:pt x="697" y="607"/>
                </a:lnTo>
                <a:lnTo>
                  <a:pt x="696" y="607"/>
                </a:lnTo>
                <a:lnTo>
                  <a:pt x="696" y="608"/>
                </a:lnTo>
                <a:lnTo>
                  <a:pt x="696" y="607"/>
                </a:lnTo>
                <a:lnTo>
                  <a:pt x="696" y="608"/>
                </a:lnTo>
                <a:lnTo>
                  <a:pt x="695" y="608"/>
                </a:lnTo>
                <a:lnTo>
                  <a:pt x="696" y="608"/>
                </a:lnTo>
                <a:lnTo>
                  <a:pt x="696" y="609"/>
                </a:lnTo>
                <a:lnTo>
                  <a:pt x="696" y="610"/>
                </a:lnTo>
                <a:lnTo>
                  <a:pt x="695" y="610"/>
                </a:lnTo>
                <a:lnTo>
                  <a:pt x="695" y="611"/>
                </a:lnTo>
                <a:lnTo>
                  <a:pt x="695" y="610"/>
                </a:lnTo>
                <a:lnTo>
                  <a:pt x="694" y="610"/>
                </a:lnTo>
                <a:lnTo>
                  <a:pt x="693" y="610"/>
                </a:lnTo>
                <a:lnTo>
                  <a:pt x="693" y="609"/>
                </a:lnTo>
                <a:lnTo>
                  <a:pt x="693" y="610"/>
                </a:lnTo>
                <a:lnTo>
                  <a:pt x="692" y="610"/>
                </a:lnTo>
                <a:lnTo>
                  <a:pt x="692" y="609"/>
                </a:lnTo>
                <a:lnTo>
                  <a:pt x="692" y="608"/>
                </a:lnTo>
                <a:lnTo>
                  <a:pt x="692" y="609"/>
                </a:lnTo>
                <a:lnTo>
                  <a:pt x="691" y="609"/>
                </a:lnTo>
                <a:lnTo>
                  <a:pt x="691" y="608"/>
                </a:lnTo>
                <a:lnTo>
                  <a:pt x="690" y="608"/>
                </a:lnTo>
                <a:lnTo>
                  <a:pt x="689" y="608"/>
                </a:lnTo>
                <a:lnTo>
                  <a:pt x="690" y="608"/>
                </a:lnTo>
                <a:lnTo>
                  <a:pt x="689" y="608"/>
                </a:lnTo>
                <a:lnTo>
                  <a:pt x="689" y="609"/>
                </a:lnTo>
                <a:lnTo>
                  <a:pt x="689" y="610"/>
                </a:lnTo>
                <a:lnTo>
                  <a:pt x="688" y="610"/>
                </a:lnTo>
                <a:lnTo>
                  <a:pt x="687" y="610"/>
                </a:lnTo>
                <a:lnTo>
                  <a:pt x="687" y="611"/>
                </a:lnTo>
                <a:lnTo>
                  <a:pt x="686" y="611"/>
                </a:lnTo>
                <a:lnTo>
                  <a:pt x="685" y="611"/>
                </a:lnTo>
                <a:lnTo>
                  <a:pt x="685" y="612"/>
                </a:lnTo>
                <a:lnTo>
                  <a:pt x="684" y="612"/>
                </a:lnTo>
                <a:lnTo>
                  <a:pt x="683" y="612"/>
                </a:lnTo>
                <a:lnTo>
                  <a:pt x="683" y="611"/>
                </a:lnTo>
                <a:lnTo>
                  <a:pt x="683" y="610"/>
                </a:lnTo>
                <a:lnTo>
                  <a:pt x="682" y="610"/>
                </a:lnTo>
                <a:lnTo>
                  <a:pt x="681" y="610"/>
                </a:lnTo>
                <a:lnTo>
                  <a:pt x="681" y="611"/>
                </a:lnTo>
                <a:lnTo>
                  <a:pt x="680" y="611"/>
                </a:lnTo>
                <a:lnTo>
                  <a:pt x="680" y="612"/>
                </a:lnTo>
                <a:lnTo>
                  <a:pt x="679" y="612"/>
                </a:lnTo>
                <a:lnTo>
                  <a:pt x="678" y="612"/>
                </a:lnTo>
                <a:lnTo>
                  <a:pt x="678" y="613"/>
                </a:lnTo>
                <a:lnTo>
                  <a:pt x="677" y="614"/>
                </a:lnTo>
                <a:lnTo>
                  <a:pt x="677" y="615"/>
                </a:lnTo>
                <a:lnTo>
                  <a:pt x="676" y="615"/>
                </a:lnTo>
                <a:lnTo>
                  <a:pt x="675" y="615"/>
                </a:lnTo>
                <a:lnTo>
                  <a:pt x="674" y="615"/>
                </a:lnTo>
                <a:lnTo>
                  <a:pt x="674" y="616"/>
                </a:lnTo>
                <a:lnTo>
                  <a:pt x="674" y="617"/>
                </a:lnTo>
                <a:lnTo>
                  <a:pt x="673" y="617"/>
                </a:lnTo>
                <a:lnTo>
                  <a:pt x="673" y="616"/>
                </a:lnTo>
                <a:lnTo>
                  <a:pt x="672" y="616"/>
                </a:lnTo>
                <a:lnTo>
                  <a:pt x="672" y="617"/>
                </a:lnTo>
                <a:lnTo>
                  <a:pt x="671" y="617"/>
                </a:lnTo>
                <a:lnTo>
                  <a:pt x="670" y="618"/>
                </a:lnTo>
                <a:lnTo>
                  <a:pt x="670" y="619"/>
                </a:lnTo>
                <a:lnTo>
                  <a:pt x="670" y="620"/>
                </a:lnTo>
                <a:lnTo>
                  <a:pt x="669" y="620"/>
                </a:lnTo>
                <a:lnTo>
                  <a:pt x="670" y="620"/>
                </a:lnTo>
                <a:lnTo>
                  <a:pt x="670" y="621"/>
                </a:lnTo>
                <a:lnTo>
                  <a:pt x="670" y="622"/>
                </a:lnTo>
                <a:lnTo>
                  <a:pt x="669" y="622"/>
                </a:lnTo>
                <a:lnTo>
                  <a:pt x="669" y="621"/>
                </a:lnTo>
                <a:lnTo>
                  <a:pt x="668" y="621"/>
                </a:lnTo>
                <a:lnTo>
                  <a:pt x="667" y="621"/>
                </a:lnTo>
                <a:lnTo>
                  <a:pt x="668" y="621"/>
                </a:lnTo>
                <a:lnTo>
                  <a:pt x="668" y="620"/>
                </a:lnTo>
                <a:lnTo>
                  <a:pt x="667" y="620"/>
                </a:lnTo>
                <a:lnTo>
                  <a:pt x="667" y="619"/>
                </a:lnTo>
                <a:lnTo>
                  <a:pt x="666" y="619"/>
                </a:lnTo>
                <a:lnTo>
                  <a:pt x="665" y="619"/>
                </a:lnTo>
                <a:lnTo>
                  <a:pt x="664" y="619"/>
                </a:lnTo>
                <a:lnTo>
                  <a:pt x="664" y="620"/>
                </a:lnTo>
                <a:lnTo>
                  <a:pt x="663" y="620"/>
                </a:lnTo>
                <a:lnTo>
                  <a:pt x="663" y="621"/>
                </a:lnTo>
                <a:lnTo>
                  <a:pt x="664" y="621"/>
                </a:lnTo>
                <a:lnTo>
                  <a:pt x="664" y="622"/>
                </a:lnTo>
                <a:lnTo>
                  <a:pt x="663" y="622"/>
                </a:lnTo>
                <a:lnTo>
                  <a:pt x="664" y="622"/>
                </a:lnTo>
                <a:lnTo>
                  <a:pt x="664" y="623"/>
                </a:lnTo>
                <a:lnTo>
                  <a:pt x="663" y="623"/>
                </a:lnTo>
                <a:lnTo>
                  <a:pt x="663" y="624"/>
                </a:lnTo>
                <a:lnTo>
                  <a:pt x="662" y="624"/>
                </a:lnTo>
                <a:lnTo>
                  <a:pt x="662" y="625"/>
                </a:lnTo>
                <a:lnTo>
                  <a:pt x="662" y="624"/>
                </a:lnTo>
                <a:lnTo>
                  <a:pt x="661" y="624"/>
                </a:lnTo>
                <a:lnTo>
                  <a:pt x="661" y="625"/>
                </a:lnTo>
                <a:lnTo>
                  <a:pt x="660" y="625"/>
                </a:lnTo>
                <a:lnTo>
                  <a:pt x="660" y="626"/>
                </a:lnTo>
                <a:lnTo>
                  <a:pt x="659" y="626"/>
                </a:lnTo>
                <a:lnTo>
                  <a:pt x="659" y="625"/>
                </a:lnTo>
                <a:lnTo>
                  <a:pt x="659" y="626"/>
                </a:lnTo>
                <a:lnTo>
                  <a:pt x="658" y="626"/>
                </a:lnTo>
                <a:lnTo>
                  <a:pt x="658" y="625"/>
                </a:lnTo>
                <a:lnTo>
                  <a:pt x="657" y="625"/>
                </a:lnTo>
                <a:lnTo>
                  <a:pt x="656" y="625"/>
                </a:lnTo>
                <a:lnTo>
                  <a:pt x="656" y="626"/>
                </a:lnTo>
                <a:lnTo>
                  <a:pt x="656" y="627"/>
                </a:lnTo>
                <a:lnTo>
                  <a:pt x="657" y="627"/>
                </a:lnTo>
                <a:lnTo>
                  <a:pt x="656" y="627"/>
                </a:lnTo>
                <a:lnTo>
                  <a:pt x="657" y="627"/>
                </a:lnTo>
                <a:lnTo>
                  <a:pt x="657" y="628"/>
                </a:lnTo>
                <a:lnTo>
                  <a:pt x="657" y="629"/>
                </a:lnTo>
                <a:lnTo>
                  <a:pt x="658" y="629"/>
                </a:lnTo>
                <a:lnTo>
                  <a:pt x="658" y="630"/>
                </a:lnTo>
                <a:lnTo>
                  <a:pt x="657" y="630"/>
                </a:lnTo>
                <a:lnTo>
                  <a:pt x="658" y="630"/>
                </a:lnTo>
                <a:lnTo>
                  <a:pt x="658" y="631"/>
                </a:lnTo>
                <a:lnTo>
                  <a:pt x="657" y="631"/>
                </a:lnTo>
                <a:lnTo>
                  <a:pt x="658" y="631"/>
                </a:lnTo>
                <a:lnTo>
                  <a:pt x="658" y="632"/>
                </a:lnTo>
                <a:lnTo>
                  <a:pt x="658" y="633"/>
                </a:lnTo>
                <a:lnTo>
                  <a:pt x="658" y="634"/>
                </a:lnTo>
                <a:lnTo>
                  <a:pt x="659" y="634"/>
                </a:lnTo>
                <a:lnTo>
                  <a:pt x="659" y="635"/>
                </a:lnTo>
                <a:lnTo>
                  <a:pt x="659" y="637"/>
                </a:lnTo>
                <a:lnTo>
                  <a:pt x="660" y="637"/>
                </a:lnTo>
                <a:lnTo>
                  <a:pt x="660" y="638"/>
                </a:lnTo>
                <a:lnTo>
                  <a:pt x="659" y="638"/>
                </a:lnTo>
                <a:lnTo>
                  <a:pt x="659" y="639"/>
                </a:lnTo>
                <a:lnTo>
                  <a:pt x="660" y="639"/>
                </a:lnTo>
                <a:lnTo>
                  <a:pt x="661" y="639"/>
                </a:lnTo>
                <a:lnTo>
                  <a:pt x="661" y="640"/>
                </a:lnTo>
                <a:lnTo>
                  <a:pt x="661" y="639"/>
                </a:lnTo>
                <a:lnTo>
                  <a:pt x="662" y="639"/>
                </a:lnTo>
                <a:lnTo>
                  <a:pt x="662" y="640"/>
                </a:lnTo>
                <a:lnTo>
                  <a:pt x="662" y="641"/>
                </a:lnTo>
                <a:lnTo>
                  <a:pt x="662" y="642"/>
                </a:lnTo>
                <a:lnTo>
                  <a:pt x="662" y="643"/>
                </a:lnTo>
                <a:lnTo>
                  <a:pt x="661" y="643"/>
                </a:lnTo>
                <a:lnTo>
                  <a:pt x="661" y="644"/>
                </a:lnTo>
                <a:lnTo>
                  <a:pt x="660" y="644"/>
                </a:lnTo>
                <a:lnTo>
                  <a:pt x="660" y="645"/>
                </a:lnTo>
                <a:lnTo>
                  <a:pt x="659" y="645"/>
                </a:lnTo>
                <a:lnTo>
                  <a:pt x="658" y="645"/>
                </a:lnTo>
                <a:lnTo>
                  <a:pt x="657" y="645"/>
                </a:lnTo>
                <a:lnTo>
                  <a:pt x="657" y="646"/>
                </a:lnTo>
                <a:lnTo>
                  <a:pt x="656" y="646"/>
                </a:lnTo>
                <a:lnTo>
                  <a:pt x="656" y="647"/>
                </a:lnTo>
                <a:lnTo>
                  <a:pt x="655" y="647"/>
                </a:lnTo>
                <a:lnTo>
                  <a:pt x="654" y="647"/>
                </a:lnTo>
                <a:lnTo>
                  <a:pt x="654" y="648"/>
                </a:lnTo>
                <a:lnTo>
                  <a:pt x="653" y="648"/>
                </a:lnTo>
                <a:lnTo>
                  <a:pt x="654" y="648"/>
                </a:lnTo>
                <a:lnTo>
                  <a:pt x="653" y="648"/>
                </a:lnTo>
                <a:lnTo>
                  <a:pt x="653" y="649"/>
                </a:lnTo>
                <a:lnTo>
                  <a:pt x="653" y="650"/>
                </a:lnTo>
                <a:lnTo>
                  <a:pt x="653" y="651"/>
                </a:lnTo>
                <a:lnTo>
                  <a:pt x="652" y="651"/>
                </a:lnTo>
                <a:lnTo>
                  <a:pt x="652" y="652"/>
                </a:lnTo>
                <a:lnTo>
                  <a:pt x="651" y="652"/>
                </a:lnTo>
                <a:lnTo>
                  <a:pt x="650" y="652"/>
                </a:lnTo>
                <a:lnTo>
                  <a:pt x="650" y="653"/>
                </a:lnTo>
                <a:lnTo>
                  <a:pt x="649" y="653"/>
                </a:lnTo>
                <a:lnTo>
                  <a:pt x="650" y="653"/>
                </a:lnTo>
                <a:lnTo>
                  <a:pt x="650" y="654"/>
                </a:lnTo>
                <a:lnTo>
                  <a:pt x="650" y="655"/>
                </a:lnTo>
                <a:lnTo>
                  <a:pt x="650" y="656"/>
                </a:lnTo>
                <a:lnTo>
                  <a:pt x="649" y="656"/>
                </a:lnTo>
                <a:lnTo>
                  <a:pt x="649" y="655"/>
                </a:lnTo>
                <a:lnTo>
                  <a:pt x="648" y="655"/>
                </a:lnTo>
                <a:lnTo>
                  <a:pt x="647" y="655"/>
                </a:lnTo>
                <a:lnTo>
                  <a:pt x="646" y="655"/>
                </a:lnTo>
                <a:lnTo>
                  <a:pt x="646" y="656"/>
                </a:lnTo>
                <a:lnTo>
                  <a:pt x="645" y="656"/>
                </a:lnTo>
                <a:lnTo>
                  <a:pt x="644" y="656"/>
                </a:lnTo>
                <a:lnTo>
                  <a:pt x="644" y="655"/>
                </a:lnTo>
                <a:lnTo>
                  <a:pt x="643" y="655"/>
                </a:lnTo>
                <a:lnTo>
                  <a:pt x="643" y="654"/>
                </a:lnTo>
                <a:lnTo>
                  <a:pt x="642" y="654"/>
                </a:lnTo>
                <a:lnTo>
                  <a:pt x="641" y="654"/>
                </a:lnTo>
                <a:lnTo>
                  <a:pt x="641" y="653"/>
                </a:lnTo>
                <a:lnTo>
                  <a:pt x="640" y="653"/>
                </a:lnTo>
                <a:lnTo>
                  <a:pt x="640" y="654"/>
                </a:lnTo>
                <a:lnTo>
                  <a:pt x="640" y="655"/>
                </a:lnTo>
                <a:lnTo>
                  <a:pt x="640" y="656"/>
                </a:lnTo>
                <a:lnTo>
                  <a:pt x="639" y="656"/>
                </a:lnTo>
                <a:lnTo>
                  <a:pt x="638" y="656"/>
                </a:lnTo>
                <a:lnTo>
                  <a:pt x="638" y="655"/>
                </a:lnTo>
                <a:lnTo>
                  <a:pt x="639" y="655"/>
                </a:lnTo>
                <a:lnTo>
                  <a:pt x="639" y="654"/>
                </a:lnTo>
                <a:lnTo>
                  <a:pt x="638" y="654"/>
                </a:lnTo>
                <a:lnTo>
                  <a:pt x="638" y="653"/>
                </a:lnTo>
                <a:lnTo>
                  <a:pt x="637" y="653"/>
                </a:lnTo>
                <a:lnTo>
                  <a:pt x="637" y="652"/>
                </a:lnTo>
                <a:lnTo>
                  <a:pt x="637" y="653"/>
                </a:lnTo>
                <a:lnTo>
                  <a:pt x="637" y="652"/>
                </a:lnTo>
                <a:lnTo>
                  <a:pt x="637" y="653"/>
                </a:lnTo>
                <a:lnTo>
                  <a:pt x="637" y="652"/>
                </a:lnTo>
                <a:lnTo>
                  <a:pt x="636" y="652"/>
                </a:lnTo>
                <a:lnTo>
                  <a:pt x="636" y="653"/>
                </a:lnTo>
                <a:lnTo>
                  <a:pt x="635" y="653"/>
                </a:lnTo>
                <a:lnTo>
                  <a:pt x="635" y="654"/>
                </a:lnTo>
                <a:lnTo>
                  <a:pt x="634" y="654"/>
                </a:lnTo>
                <a:lnTo>
                  <a:pt x="634" y="653"/>
                </a:lnTo>
                <a:lnTo>
                  <a:pt x="634" y="654"/>
                </a:lnTo>
                <a:lnTo>
                  <a:pt x="633" y="654"/>
                </a:lnTo>
                <a:lnTo>
                  <a:pt x="634" y="654"/>
                </a:lnTo>
                <a:lnTo>
                  <a:pt x="633" y="654"/>
                </a:lnTo>
                <a:lnTo>
                  <a:pt x="633" y="655"/>
                </a:lnTo>
                <a:lnTo>
                  <a:pt x="632" y="655"/>
                </a:lnTo>
                <a:lnTo>
                  <a:pt x="632" y="656"/>
                </a:lnTo>
                <a:lnTo>
                  <a:pt x="631" y="656"/>
                </a:lnTo>
                <a:lnTo>
                  <a:pt x="631" y="657"/>
                </a:lnTo>
                <a:lnTo>
                  <a:pt x="631" y="658"/>
                </a:lnTo>
                <a:lnTo>
                  <a:pt x="630" y="658"/>
                </a:lnTo>
                <a:lnTo>
                  <a:pt x="630" y="659"/>
                </a:lnTo>
                <a:lnTo>
                  <a:pt x="629" y="659"/>
                </a:lnTo>
                <a:lnTo>
                  <a:pt x="629" y="660"/>
                </a:lnTo>
                <a:lnTo>
                  <a:pt x="628" y="660"/>
                </a:lnTo>
                <a:lnTo>
                  <a:pt x="628" y="661"/>
                </a:lnTo>
                <a:lnTo>
                  <a:pt x="627" y="661"/>
                </a:lnTo>
                <a:lnTo>
                  <a:pt x="627" y="662"/>
                </a:lnTo>
                <a:lnTo>
                  <a:pt x="626" y="662"/>
                </a:lnTo>
                <a:lnTo>
                  <a:pt x="626" y="663"/>
                </a:lnTo>
                <a:lnTo>
                  <a:pt x="625" y="663"/>
                </a:lnTo>
                <a:lnTo>
                  <a:pt x="624" y="663"/>
                </a:lnTo>
                <a:lnTo>
                  <a:pt x="623" y="663"/>
                </a:lnTo>
                <a:lnTo>
                  <a:pt x="623" y="664"/>
                </a:lnTo>
                <a:lnTo>
                  <a:pt x="622" y="664"/>
                </a:lnTo>
                <a:lnTo>
                  <a:pt x="622" y="665"/>
                </a:lnTo>
                <a:lnTo>
                  <a:pt x="621" y="665"/>
                </a:lnTo>
                <a:lnTo>
                  <a:pt x="621" y="666"/>
                </a:lnTo>
                <a:lnTo>
                  <a:pt x="620" y="666"/>
                </a:lnTo>
                <a:lnTo>
                  <a:pt x="620" y="667"/>
                </a:lnTo>
                <a:lnTo>
                  <a:pt x="621" y="667"/>
                </a:lnTo>
                <a:lnTo>
                  <a:pt x="620" y="667"/>
                </a:lnTo>
                <a:lnTo>
                  <a:pt x="620" y="668"/>
                </a:lnTo>
                <a:lnTo>
                  <a:pt x="619" y="668"/>
                </a:lnTo>
                <a:lnTo>
                  <a:pt x="618" y="668"/>
                </a:lnTo>
                <a:lnTo>
                  <a:pt x="618" y="669"/>
                </a:lnTo>
                <a:lnTo>
                  <a:pt x="617" y="669"/>
                </a:lnTo>
                <a:lnTo>
                  <a:pt x="616" y="669"/>
                </a:lnTo>
                <a:lnTo>
                  <a:pt x="616" y="668"/>
                </a:lnTo>
                <a:lnTo>
                  <a:pt x="615" y="668"/>
                </a:lnTo>
                <a:lnTo>
                  <a:pt x="615" y="667"/>
                </a:lnTo>
                <a:lnTo>
                  <a:pt x="615" y="666"/>
                </a:lnTo>
                <a:lnTo>
                  <a:pt x="614" y="666"/>
                </a:lnTo>
                <a:lnTo>
                  <a:pt x="614" y="665"/>
                </a:lnTo>
                <a:lnTo>
                  <a:pt x="613" y="665"/>
                </a:lnTo>
                <a:lnTo>
                  <a:pt x="612" y="665"/>
                </a:lnTo>
                <a:lnTo>
                  <a:pt x="611" y="665"/>
                </a:lnTo>
                <a:lnTo>
                  <a:pt x="610" y="665"/>
                </a:lnTo>
                <a:lnTo>
                  <a:pt x="610" y="664"/>
                </a:lnTo>
                <a:lnTo>
                  <a:pt x="609" y="664"/>
                </a:lnTo>
                <a:lnTo>
                  <a:pt x="608" y="664"/>
                </a:lnTo>
                <a:lnTo>
                  <a:pt x="608" y="663"/>
                </a:lnTo>
                <a:lnTo>
                  <a:pt x="608" y="662"/>
                </a:lnTo>
                <a:lnTo>
                  <a:pt x="608" y="661"/>
                </a:lnTo>
                <a:lnTo>
                  <a:pt x="607" y="661"/>
                </a:lnTo>
                <a:lnTo>
                  <a:pt x="607" y="660"/>
                </a:lnTo>
                <a:lnTo>
                  <a:pt x="607" y="659"/>
                </a:lnTo>
                <a:lnTo>
                  <a:pt x="608" y="658"/>
                </a:lnTo>
                <a:lnTo>
                  <a:pt x="608" y="657"/>
                </a:lnTo>
                <a:lnTo>
                  <a:pt x="608" y="656"/>
                </a:lnTo>
                <a:lnTo>
                  <a:pt x="608" y="655"/>
                </a:lnTo>
                <a:lnTo>
                  <a:pt x="609" y="655"/>
                </a:lnTo>
                <a:lnTo>
                  <a:pt x="608" y="655"/>
                </a:lnTo>
                <a:lnTo>
                  <a:pt x="609" y="655"/>
                </a:lnTo>
                <a:lnTo>
                  <a:pt x="608" y="655"/>
                </a:lnTo>
                <a:lnTo>
                  <a:pt x="608" y="654"/>
                </a:lnTo>
                <a:lnTo>
                  <a:pt x="608" y="653"/>
                </a:lnTo>
                <a:lnTo>
                  <a:pt x="607" y="653"/>
                </a:lnTo>
                <a:lnTo>
                  <a:pt x="607" y="654"/>
                </a:lnTo>
                <a:lnTo>
                  <a:pt x="606" y="654"/>
                </a:lnTo>
                <a:lnTo>
                  <a:pt x="606" y="653"/>
                </a:lnTo>
                <a:lnTo>
                  <a:pt x="606" y="654"/>
                </a:lnTo>
                <a:lnTo>
                  <a:pt x="605" y="654"/>
                </a:lnTo>
                <a:lnTo>
                  <a:pt x="604" y="654"/>
                </a:lnTo>
                <a:lnTo>
                  <a:pt x="604" y="655"/>
                </a:lnTo>
                <a:lnTo>
                  <a:pt x="604" y="654"/>
                </a:lnTo>
                <a:lnTo>
                  <a:pt x="603" y="654"/>
                </a:lnTo>
                <a:lnTo>
                  <a:pt x="603" y="655"/>
                </a:lnTo>
                <a:lnTo>
                  <a:pt x="602" y="655"/>
                </a:lnTo>
                <a:lnTo>
                  <a:pt x="601" y="655"/>
                </a:lnTo>
                <a:lnTo>
                  <a:pt x="601" y="656"/>
                </a:lnTo>
                <a:lnTo>
                  <a:pt x="601" y="655"/>
                </a:lnTo>
                <a:lnTo>
                  <a:pt x="600" y="655"/>
                </a:lnTo>
                <a:lnTo>
                  <a:pt x="600" y="656"/>
                </a:lnTo>
                <a:lnTo>
                  <a:pt x="599" y="656"/>
                </a:lnTo>
                <a:lnTo>
                  <a:pt x="599" y="655"/>
                </a:lnTo>
                <a:lnTo>
                  <a:pt x="599" y="656"/>
                </a:lnTo>
                <a:lnTo>
                  <a:pt x="598" y="656"/>
                </a:lnTo>
                <a:lnTo>
                  <a:pt x="598" y="657"/>
                </a:lnTo>
                <a:lnTo>
                  <a:pt x="597" y="657"/>
                </a:lnTo>
                <a:lnTo>
                  <a:pt x="596" y="657"/>
                </a:lnTo>
                <a:lnTo>
                  <a:pt x="596" y="656"/>
                </a:lnTo>
                <a:lnTo>
                  <a:pt x="595" y="656"/>
                </a:lnTo>
                <a:lnTo>
                  <a:pt x="595" y="657"/>
                </a:lnTo>
                <a:lnTo>
                  <a:pt x="594" y="657"/>
                </a:lnTo>
                <a:lnTo>
                  <a:pt x="594" y="658"/>
                </a:lnTo>
                <a:lnTo>
                  <a:pt x="593" y="658"/>
                </a:lnTo>
                <a:lnTo>
                  <a:pt x="593" y="659"/>
                </a:lnTo>
                <a:lnTo>
                  <a:pt x="592" y="659"/>
                </a:lnTo>
                <a:lnTo>
                  <a:pt x="592" y="660"/>
                </a:lnTo>
                <a:lnTo>
                  <a:pt x="592" y="661"/>
                </a:lnTo>
                <a:lnTo>
                  <a:pt x="591" y="661"/>
                </a:lnTo>
                <a:lnTo>
                  <a:pt x="591" y="662"/>
                </a:lnTo>
                <a:lnTo>
                  <a:pt x="591" y="661"/>
                </a:lnTo>
                <a:lnTo>
                  <a:pt x="591" y="662"/>
                </a:lnTo>
                <a:lnTo>
                  <a:pt x="590" y="662"/>
                </a:lnTo>
                <a:lnTo>
                  <a:pt x="590" y="663"/>
                </a:lnTo>
                <a:lnTo>
                  <a:pt x="589" y="663"/>
                </a:lnTo>
                <a:lnTo>
                  <a:pt x="589" y="664"/>
                </a:lnTo>
                <a:lnTo>
                  <a:pt x="588" y="664"/>
                </a:lnTo>
                <a:lnTo>
                  <a:pt x="588" y="665"/>
                </a:lnTo>
                <a:lnTo>
                  <a:pt x="588" y="667"/>
                </a:lnTo>
                <a:lnTo>
                  <a:pt x="587" y="667"/>
                </a:lnTo>
                <a:lnTo>
                  <a:pt x="587" y="668"/>
                </a:lnTo>
                <a:lnTo>
                  <a:pt x="587" y="669"/>
                </a:lnTo>
                <a:lnTo>
                  <a:pt x="586" y="669"/>
                </a:lnTo>
                <a:lnTo>
                  <a:pt x="587" y="669"/>
                </a:lnTo>
                <a:lnTo>
                  <a:pt x="587" y="670"/>
                </a:lnTo>
                <a:lnTo>
                  <a:pt x="588" y="670"/>
                </a:lnTo>
                <a:lnTo>
                  <a:pt x="587" y="670"/>
                </a:lnTo>
                <a:lnTo>
                  <a:pt x="587" y="671"/>
                </a:lnTo>
                <a:lnTo>
                  <a:pt x="587" y="672"/>
                </a:lnTo>
                <a:lnTo>
                  <a:pt x="587" y="673"/>
                </a:lnTo>
                <a:lnTo>
                  <a:pt x="587" y="674"/>
                </a:lnTo>
                <a:lnTo>
                  <a:pt x="587" y="675"/>
                </a:lnTo>
                <a:lnTo>
                  <a:pt x="587" y="676"/>
                </a:lnTo>
                <a:lnTo>
                  <a:pt x="586" y="676"/>
                </a:lnTo>
                <a:lnTo>
                  <a:pt x="586" y="677"/>
                </a:lnTo>
                <a:lnTo>
                  <a:pt x="586" y="678"/>
                </a:lnTo>
                <a:lnTo>
                  <a:pt x="586" y="679"/>
                </a:lnTo>
                <a:lnTo>
                  <a:pt x="585" y="679"/>
                </a:lnTo>
                <a:lnTo>
                  <a:pt x="585" y="680"/>
                </a:lnTo>
                <a:lnTo>
                  <a:pt x="585" y="681"/>
                </a:lnTo>
                <a:lnTo>
                  <a:pt x="585" y="682"/>
                </a:lnTo>
                <a:lnTo>
                  <a:pt x="586" y="682"/>
                </a:lnTo>
                <a:lnTo>
                  <a:pt x="585" y="682"/>
                </a:lnTo>
                <a:lnTo>
                  <a:pt x="585" y="683"/>
                </a:lnTo>
                <a:lnTo>
                  <a:pt x="585" y="684"/>
                </a:lnTo>
                <a:lnTo>
                  <a:pt x="585" y="685"/>
                </a:lnTo>
                <a:lnTo>
                  <a:pt x="585" y="686"/>
                </a:lnTo>
                <a:lnTo>
                  <a:pt x="585" y="687"/>
                </a:lnTo>
                <a:lnTo>
                  <a:pt x="584" y="687"/>
                </a:lnTo>
                <a:lnTo>
                  <a:pt x="584" y="686"/>
                </a:lnTo>
                <a:lnTo>
                  <a:pt x="583" y="686"/>
                </a:lnTo>
                <a:lnTo>
                  <a:pt x="583" y="687"/>
                </a:lnTo>
                <a:lnTo>
                  <a:pt x="582" y="687"/>
                </a:lnTo>
                <a:lnTo>
                  <a:pt x="582" y="688"/>
                </a:lnTo>
                <a:lnTo>
                  <a:pt x="582" y="687"/>
                </a:lnTo>
                <a:lnTo>
                  <a:pt x="581" y="687"/>
                </a:lnTo>
                <a:lnTo>
                  <a:pt x="581" y="688"/>
                </a:lnTo>
                <a:lnTo>
                  <a:pt x="580" y="687"/>
                </a:lnTo>
                <a:lnTo>
                  <a:pt x="579" y="687"/>
                </a:lnTo>
                <a:lnTo>
                  <a:pt x="579" y="686"/>
                </a:lnTo>
                <a:lnTo>
                  <a:pt x="578" y="686"/>
                </a:lnTo>
                <a:lnTo>
                  <a:pt x="578" y="685"/>
                </a:lnTo>
                <a:lnTo>
                  <a:pt x="578" y="684"/>
                </a:lnTo>
                <a:lnTo>
                  <a:pt x="577" y="684"/>
                </a:lnTo>
                <a:lnTo>
                  <a:pt x="577" y="685"/>
                </a:lnTo>
                <a:lnTo>
                  <a:pt x="576" y="685"/>
                </a:lnTo>
                <a:lnTo>
                  <a:pt x="576" y="684"/>
                </a:lnTo>
                <a:lnTo>
                  <a:pt x="576" y="683"/>
                </a:lnTo>
                <a:lnTo>
                  <a:pt x="575" y="683"/>
                </a:lnTo>
                <a:lnTo>
                  <a:pt x="575" y="682"/>
                </a:lnTo>
                <a:lnTo>
                  <a:pt x="574" y="681"/>
                </a:lnTo>
                <a:lnTo>
                  <a:pt x="574" y="682"/>
                </a:lnTo>
                <a:lnTo>
                  <a:pt x="573" y="682"/>
                </a:lnTo>
                <a:lnTo>
                  <a:pt x="573" y="681"/>
                </a:lnTo>
                <a:lnTo>
                  <a:pt x="572" y="681"/>
                </a:lnTo>
                <a:lnTo>
                  <a:pt x="572" y="680"/>
                </a:lnTo>
                <a:lnTo>
                  <a:pt x="571" y="680"/>
                </a:lnTo>
                <a:lnTo>
                  <a:pt x="571" y="679"/>
                </a:lnTo>
                <a:lnTo>
                  <a:pt x="570" y="679"/>
                </a:lnTo>
                <a:lnTo>
                  <a:pt x="570" y="678"/>
                </a:lnTo>
                <a:lnTo>
                  <a:pt x="570" y="677"/>
                </a:lnTo>
                <a:lnTo>
                  <a:pt x="569" y="677"/>
                </a:lnTo>
                <a:lnTo>
                  <a:pt x="568" y="677"/>
                </a:lnTo>
                <a:lnTo>
                  <a:pt x="568" y="676"/>
                </a:lnTo>
                <a:lnTo>
                  <a:pt x="568" y="675"/>
                </a:lnTo>
                <a:lnTo>
                  <a:pt x="567" y="675"/>
                </a:lnTo>
                <a:lnTo>
                  <a:pt x="567" y="674"/>
                </a:lnTo>
                <a:lnTo>
                  <a:pt x="567" y="673"/>
                </a:lnTo>
                <a:lnTo>
                  <a:pt x="566" y="673"/>
                </a:lnTo>
                <a:lnTo>
                  <a:pt x="566" y="672"/>
                </a:lnTo>
                <a:lnTo>
                  <a:pt x="565" y="672"/>
                </a:lnTo>
                <a:lnTo>
                  <a:pt x="565" y="671"/>
                </a:lnTo>
                <a:lnTo>
                  <a:pt x="564" y="671"/>
                </a:lnTo>
                <a:lnTo>
                  <a:pt x="564" y="670"/>
                </a:lnTo>
                <a:lnTo>
                  <a:pt x="563" y="670"/>
                </a:lnTo>
                <a:lnTo>
                  <a:pt x="563" y="669"/>
                </a:lnTo>
                <a:lnTo>
                  <a:pt x="562" y="669"/>
                </a:lnTo>
                <a:lnTo>
                  <a:pt x="561" y="669"/>
                </a:lnTo>
                <a:lnTo>
                  <a:pt x="561" y="668"/>
                </a:lnTo>
                <a:lnTo>
                  <a:pt x="560" y="668"/>
                </a:lnTo>
                <a:lnTo>
                  <a:pt x="560" y="667"/>
                </a:lnTo>
                <a:lnTo>
                  <a:pt x="561" y="667"/>
                </a:lnTo>
                <a:lnTo>
                  <a:pt x="560" y="667"/>
                </a:lnTo>
                <a:lnTo>
                  <a:pt x="560" y="666"/>
                </a:lnTo>
                <a:lnTo>
                  <a:pt x="559" y="666"/>
                </a:lnTo>
                <a:lnTo>
                  <a:pt x="559" y="665"/>
                </a:lnTo>
                <a:lnTo>
                  <a:pt x="558" y="665"/>
                </a:lnTo>
                <a:lnTo>
                  <a:pt x="558" y="664"/>
                </a:lnTo>
                <a:lnTo>
                  <a:pt x="557" y="663"/>
                </a:lnTo>
                <a:lnTo>
                  <a:pt x="556" y="663"/>
                </a:lnTo>
                <a:lnTo>
                  <a:pt x="556" y="662"/>
                </a:lnTo>
                <a:lnTo>
                  <a:pt x="555" y="662"/>
                </a:lnTo>
                <a:lnTo>
                  <a:pt x="555" y="661"/>
                </a:lnTo>
                <a:lnTo>
                  <a:pt x="554" y="661"/>
                </a:lnTo>
                <a:lnTo>
                  <a:pt x="554" y="660"/>
                </a:lnTo>
                <a:lnTo>
                  <a:pt x="554" y="659"/>
                </a:lnTo>
                <a:lnTo>
                  <a:pt x="553" y="659"/>
                </a:lnTo>
                <a:lnTo>
                  <a:pt x="552" y="659"/>
                </a:lnTo>
                <a:lnTo>
                  <a:pt x="552" y="658"/>
                </a:lnTo>
                <a:lnTo>
                  <a:pt x="551" y="658"/>
                </a:lnTo>
                <a:lnTo>
                  <a:pt x="551" y="659"/>
                </a:lnTo>
                <a:lnTo>
                  <a:pt x="550" y="659"/>
                </a:lnTo>
                <a:lnTo>
                  <a:pt x="550" y="660"/>
                </a:lnTo>
                <a:lnTo>
                  <a:pt x="550" y="661"/>
                </a:lnTo>
                <a:lnTo>
                  <a:pt x="549" y="661"/>
                </a:lnTo>
                <a:lnTo>
                  <a:pt x="549" y="662"/>
                </a:lnTo>
                <a:lnTo>
                  <a:pt x="549" y="663"/>
                </a:lnTo>
                <a:lnTo>
                  <a:pt x="548" y="663"/>
                </a:lnTo>
                <a:lnTo>
                  <a:pt x="548" y="664"/>
                </a:lnTo>
                <a:lnTo>
                  <a:pt x="547" y="664"/>
                </a:lnTo>
                <a:lnTo>
                  <a:pt x="547" y="665"/>
                </a:lnTo>
                <a:lnTo>
                  <a:pt x="546" y="665"/>
                </a:lnTo>
                <a:lnTo>
                  <a:pt x="546" y="666"/>
                </a:lnTo>
                <a:lnTo>
                  <a:pt x="546" y="665"/>
                </a:lnTo>
                <a:lnTo>
                  <a:pt x="546" y="666"/>
                </a:lnTo>
                <a:lnTo>
                  <a:pt x="545" y="666"/>
                </a:lnTo>
                <a:lnTo>
                  <a:pt x="545" y="667"/>
                </a:lnTo>
                <a:lnTo>
                  <a:pt x="545" y="668"/>
                </a:lnTo>
                <a:lnTo>
                  <a:pt x="545" y="669"/>
                </a:lnTo>
                <a:lnTo>
                  <a:pt x="545" y="670"/>
                </a:lnTo>
                <a:lnTo>
                  <a:pt x="546" y="670"/>
                </a:lnTo>
                <a:lnTo>
                  <a:pt x="546" y="671"/>
                </a:lnTo>
                <a:lnTo>
                  <a:pt x="546" y="672"/>
                </a:lnTo>
                <a:lnTo>
                  <a:pt x="546" y="673"/>
                </a:lnTo>
                <a:lnTo>
                  <a:pt x="545" y="673"/>
                </a:lnTo>
                <a:lnTo>
                  <a:pt x="545" y="674"/>
                </a:lnTo>
                <a:lnTo>
                  <a:pt x="544" y="674"/>
                </a:lnTo>
                <a:lnTo>
                  <a:pt x="544" y="675"/>
                </a:lnTo>
                <a:lnTo>
                  <a:pt x="544" y="676"/>
                </a:lnTo>
                <a:lnTo>
                  <a:pt x="543" y="676"/>
                </a:lnTo>
                <a:lnTo>
                  <a:pt x="543" y="677"/>
                </a:lnTo>
                <a:lnTo>
                  <a:pt x="543" y="678"/>
                </a:lnTo>
                <a:lnTo>
                  <a:pt x="542" y="678"/>
                </a:lnTo>
                <a:lnTo>
                  <a:pt x="542" y="679"/>
                </a:lnTo>
                <a:lnTo>
                  <a:pt x="541" y="679"/>
                </a:lnTo>
                <a:lnTo>
                  <a:pt x="541" y="678"/>
                </a:lnTo>
                <a:lnTo>
                  <a:pt x="540" y="678"/>
                </a:lnTo>
                <a:lnTo>
                  <a:pt x="539" y="678"/>
                </a:lnTo>
                <a:lnTo>
                  <a:pt x="540" y="677"/>
                </a:lnTo>
                <a:lnTo>
                  <a:pt x="539" y="677"/>
                </a:lnTo>
                <a:lnTo>
                  <a:pt x="539" y="676"/>
                </a:lnTo>
                <a:lnTo>
                  <a:pt x="538" y="676"/>
                </a:lnTo>
                <a:lnTo>
                  <a:pt x="538" y="675"/>
                </a:lnTo>
                <a:lnTo>
                  <a:pt x="537" y="675"/>
                </a:lnTo>
                <a:lnTo>
                  <a:pt x="537" y="674"/>
                </a:lnTo>
                <a:lnTo>
                  <a:pt x="536" y="674"/>
                </a:lnTo>
                <a:lnTo>
                  <a:pt x="536" y="673"/>
                </a:lnTo>
                <a:lnTo>
                  <a:pt x="535" y="672"/>
                </a:lnTo>
                <a:lnTo>
                  <a:pt x="535" y="671"/>
                </a:lnTo>
                <a:lnTo>
                  <a:pt x="535" y="670"/>
                </a:lnTo>
                <a:lnTo>
                  <a:pt x="535" y="669"/>
                </a:lnTo>
                <a:lnTo>
                  <a:pt x="535" y="670"/>
                </a:lnTo>
                <a:lnTo>
                  <a:pt x="535" y="669"/>
                </a:lnTo>
                <a:lnTo>
                  <a:pt x="534" y="669"/>
                </a:lnTo>
                <a:lnTo>
                  <a:pt x="534" y="668"/>
                </a:lnTo>
                <a:lnTo>
                  <a:pt x="533" y="668"/>
                </a:lnTo>
                <a:lnTo>
                  <a:pt x="533" y="667"/>
                </a:lnTo>
                <a:lnTo>
                  <a:pt x="533" y="666"/>
                </a:lnTo>
                <a:lnTo>
                  <a:pt x="532" y="666"/>
                </a:lnTo>
                <a:lnTo>
                  <a:pt x="533" y="666"/>
                </a:lnTo>
                <a:lnTo>
                  <a:pt x="533" y="665"/>
                </a:lnTo>
                <a:lnTo>
                  <a:pt x="532" y="665"/>
                </a:lnTo>
                <a:lnTo>
                  <a:pt x="533" y="665"/>
                </a:lnTo>
                <a:lnTo>
                  <a:pt x="533" y="664"/>
                </a:lnTo>
                <a:lnTo>
                  <a:pt x="534" y="664"/>
                </a:lnTo>
                <a:lnTo>
                  <a:pt x="534" y="663"/>
                </a:lnTo>
                <a:lnTo>
                  <a:pt x="534" y="662"/>
                </a:lnTo>
                <a:lnTo>
                  <a:pt x="533" y="662"/>
                </a:lnTo>
                <a:lnTo>
                  <a:pt x="532" y="662"/>
                </a:lnTo>
                <a:lnTo>
                  <a:pt x="532" y="661"/>
                </a:lnTo>
                <a:lnTo>
                  <a:pt x="531" y="661"/>
                </a:lnTo>
                <a:lnTo>
                  <a:pt x="532" y="661"/>
                </a:lnTo>
                <a:lnTo>
                  <a:pt x="531" y="661"/>
                </a:lnTo>
                <a:lnTo>
                  <a:pt x="531" y="660"/>
                </a:lnTo>
                <a:lnTo>
                  <a:pt x="530" y="660"/>
                </a:lnTo>
                <a:lnTo>
                  <a:pt x="529" y="660"/>
                </a:lnTo>
                <a:lnTo>
                  <a:pt x="529" y="659"/>
                </a:lnTo>
                <a:lnTo>
                  <a:pt x="528" y="659"/>
                </a:lnTo>
                <a:lnTo>
                  <a:pt x="528" y="658"/>
                </a:lnTo>
                <a:lnTo>
                  <a:pt x="527" y="658"/>
                </a:lnTo>
                <a:lnTo>
                  <a:pt x="526" y="658"/>
                </a:lnTo>
                <a:lnTo>
                  <a:pt x="526" y="657"/>
                </a:lnTo>
                <a:lnTo>
                  <a:pt x="525" y="657"/>
                </a:lnTo>
                <a:lnTo>
                  <a:pt x="524" y="657"/>
                </a:lnTo>
                <a:lnTo>
                  <a:pt x="523" y="657"/>
                </a:lnTo>
                <a:lnTo>
                  <a:pt x="523" y="658"/>
                </a:lnTo>
                <a:lnTo>
                  <a:pt x="523" y="659"/>
                </a:lnTo>
                <a:lnTo>
                  <a:pt x="523" y="660"/>
                </a:lnTo>
                <a:lnTo>
                  <a:pt x="522" y="660"/>
                </a:lnTo>
                <a:lnTo>
                  <a:pt x="522" y="661"/>
                </a:lnTo>
                <a:lnTo>
                  <a:pt x="522" y="662"/>
                </a:lnTo>
                <a:lnTo>
                  <a:pt x="521" y="662"/>
                </a:lnTo>
                <a:lnTo>
                  <a:pt x="521" y="663"/>
                </a:lnTo>
                <a:lnTo>
                  <a:pt x="520" y="663"/>
                </a:lnTo>
                <a:lnTo>
                  <a:pt x="520" y="664"/>
                </a:lnTo>
                <a:lnTo>
                  <a:pt x="520" y="665"/>
                </a:lnTo>
                <a:lnTo>
                  <a:pt x="520" y="666"/>
                </a:lnTo>
                <a:lnTo>
                  <a:pt x="520" y="667"/>
                </a:lnTo>
                <a:lnTo>
                  <a:pt x="520" y="668"/>
                </a:lnTo>
                <a:lnTo>
                  <a:pt x="519" y="668"/>
                </a:lnTo>
                <a:lnTo>
                  <a:pt x="519" y="669"/>
                </a:lnTo>
                <a:lnTo>
                  <a:pt x="520" y="669"/>
                </a:lnTo>
                <a:lnTo>
                  <a:pt x="520" y="670"/>
                </a:lnTo>
                <a:lnTo>
                  <a:pt x="519" y="670"/>
                </a:lnTo>
                <a:lnTo>
                  <a:pt x="518" y="670"/>
                </a:lnTo>
                <a:lnTo>
                  <a:pt x="518" y="671"/>
                </a:lnTo>
                <a:lnTo>
                  <a:pt x="517" y="671"/>
                </a:lnTo>
                <a:lnTo>
                  <a:pt x="516" y="671"/>
                </a:lnTo>
                <a:lnTo>
                  <a:pt x="516" y="672"/>
                </a:lnTo>
                <a:lnTo>
                  <a:pt x="515" y="672"/>
                </a:lnTo>
                <a:lnTo>
                  <a:pt x="515" y="673"/>
                </a:lnTo>
                <a:lnTo>
                  <a:pt x="514" y="673"/>
                </a:lnTo>
                <a:lnTo>
                  <a:pt x="513" y="673"/>
                </a:lnTo>
                <a:lnTo>
                  <a:pt x="512" y="673"/>
                </a:lnTo>
                <a:lnTo>
                  <a:pt x="511" y="673"/>
                </a:lnTo>
                <a:lnTo>
                  <a:pt x="511" y="674"/>
                </a:lnTo>
                <a:lnTo>
                  <a:pt x="510" y="674"/>
                </a:lnTo>
                <a:lnTo>
                  <a:pt x="511" y="674"/>
                </a:lnTo>
                <a:lnTo>
                  <a:pt x="511" y="675"/>
                </a:lnTo>
                <a:lnTo>
                  <a:pt x="510" y="675"/>
                </a:lnTo>
                <a:lnTo>
                  <a:pt x="510" y="676"/>
                </a:lnTo>
                <a:lnTo>
                  <a:pt x="509" y="676"/>
                </a:lnTo>
                <a:lnTo>
                  <a:pt x="509" y="677"/>
                </a:lnTo>
                <a:lnTo>
                  <a:pt x="509" y="678"/>
                </a:lnTo>
                <a:lnTo>
                  <a:pt x="507" y="678"/>
                </a:lnTo>
                <a:lnTo>
                  <a:pt x="507" y="679"/>
                </a:lnTo>
                <a:lnTo>
                  <a:pt x="507" y="680"/>
                </a:lnTo>
                <a:lnTo>
                  <a:pt x="509" y="680"/>
                </a:lnTo>
                <a:lnTo>
                  <a:pt x="509" y="681"/>
                </a:lnTo>
                <a:lnTo>
                  <a:pt x="510" y="681"/>
                </a:lnTo>
                <a:lnTo>
                  <a:pt x="510" y="682"/>
                </a:lnTo>
                <a:lnTo>
                  <a:pt x="510" y="683"/>
                </a:lnTo>
                <a:lnTo>
                  <a:pt x="509" y="683"/>
                </a:lnTo>
                <a:lnTo>
                  <a:pt x="509" y="684"/>
                </a:lnTo>
                <a:lnTo>
                  <a:pt x="507" y="684"/>
                </a:lnTo>
                <a:lnTo>
                  <a:pt x="506" y="684"/>
                </a:lnTo>
                <a:lnTo>
                  <a:pt x="505" y="684"/>
                </a:lnTo>
                <a:lnTo>
                  <a:pt x="505" y="685"/>
                </a:lnTo>
                <a:lnTo>
                  <a:pt x="505" y="686"/>
                </a:lnTo>
                <a:lnTo>
                  <a:pt x="504" y="686"/>
                </a:lnTo>
                <a:lnTo>
                  <a:pt x="503" y="687"/>
                </a:lnTo>
                <a:lnTo>
                  <a:pt x="502" y="687"/>
                </a:lnTo>
                <a:lnTo>
                  <a:pt x="501" y="687"/>
                </a:lnTo>
                <a:lnTo>
                  <a:pt x="500" y="687"/>
                </a:lnTo>
                <a:lnTo>
                  <a:pt x="500" y="688"/>
                </a:lnTo>
                <a:lnTo>
                  <a:pt x="500" y="689"/>
                </a:lnTo>
                <a:lnTo>
                  <a:pt x="499" y="689"/>
                </a:lnTo>
                <a:lnTo>
                  <a:pt x="499" y="690"/>
                </a:lnTo>
                <a:lnTo>
                  <a:pt x="500" y="690"/>
                </a:lnTo>
                <a:lnTo>
                  <a:pt x="499" y="690"/>
                </a:lnTo>
                <a:lnTo>
                  <a:pt x="499" y="691"/>
                </a:lnTo>
                <a:lnTo>
                  <a:pt x="500" y="691"/>
                </a:lnTo>
                <a:lnTo>
                  <a:pt x="500" y="692"/>
                </a:lnTo>
                <a:lnTo>
                  <a:pt x="500" y="693"/>
                </a:lnTo>
                <a:lnTo>
                  <a:pt x="500" y="694"/>
                </a:lnTo>
                <a:lnTo>
                  <a:pt x="499" y="694"/>
                </a:lnTo>
                <a:lnTo>
                  <a:pt x="499" y="693"/>
                </a:lnTo>
                <a:lnTo>
                  <a:pt x="498" y="693"/>
                </a:lnTo>
                <a:lnTo>
                  <a:pt x="498" y="694"/>
                </a:lnTo>
                <a:lnTo>
                  <a:pt x="497" y="694"/>
                </a:lnTo>
                <a:lnTo>
                  <a:pt x="496" y="694"/>
                </a:lnTo>
                <a:lnTo>
                  <a:pt x="495" y="694"/>
                </a:lnTo>
                <a:lnTo>
                  <a:pt x="495" y="693"/>
                </a:lnTo>
                <a:lnTo>
                  <a:pt x="494" y="693"/>
                </a:lnTo>
                <a:lnTo>
                  <a:pt x="494" y="692"/>
                </a:lnTo>
                <a:lnTo>
                  <a:pt x="493" y="692"/>
                </a:lnTo>
                <a:lnTo>
                  <a:pt x="492" y="692"/>
                </a:lnTo>
                <a:lnTo>
                  <a:pt x="492" y="691"/>
                </a:lnTo>
                <a:lnTo>
                  <a:pt x="492" y="690"/>
                </a:lnTo>
                <a:lnTo>
                  <a:pt x="491" y="690"/>
                </a:lnTo>
                <a:lnTo>
                  <a:pt x="491" y="691"/>
                </a:lnTo>
                <a:lnTo>
                  <a:pt x="491" y="690"/>
                </a:lnTo>
                <a:lnTo>
                  <a:pt x="490" y="690"/>
                </a:lnTo>
                <a:lnTo>
                  <a:pt x="490" y="691"/>
                </a:lnTo>
                <a:lnTo>
                  <a:pt x="490" y="690"/>
                </a:lnTo>
                <a:lnTo>
                  <a:pt x="489" y="690"/>
                </a:lnTo>
                <a:lnTo>
                  <a:pt x="488" y="690"/>
                </a:lnTo>
                <a:lnTo>
                  <a:pt x="487" y="690"/>
                </a:lnTo>
                <a:lnTo>
                  <a:pt x="486" y="690"/>
                </a:lnTo>
                <a:lnTo>
                  <a:pt x="486" y="689"/>
                </a:lnTo>
                <a:lnTo>
                  <a:pt x="486" y="688"/>
                </a:lnTo>
                <a:lnTo>
                  <a:pt x="485" y="688"/>
                </a:lnTo>
                <a:lnTo>
                  <a:pt x="485" y="687"/>
                </a:lnTo>
                <a:lnTo>
                  <a:pt x="485" y="686"/>
                </a:lnTo>
                <a:lnTo>
                  <a:pt x="484" y="686"/>
                </a:lnTo>
                <a:lnTo>
                  <a:pt x="484" y="685"/>
                </a:lnTo>
                <a:lnTo>
                  <a:pt x="483" y="685"/>
                </a:lnTo>
                <a:lnTo>
                  <a:pt x="483" y="684"/>
                </a:lnTo>
                <a:lnTo>
                  <a:pt x="484" y="684"/>
                </a:lnTo>
                <a:lnTo>
                  <a:pt x="483" y="684"/>
                </a:lnTo>
                <a:lnTo>
                  <a:pt x="483" y="683"/>
                </a:lnTo>
                <a:lnTo>
                  <a:pt x="482" y="683"/>
                </a:lnTo>
                <a:lnTo>
                  <a:pt x="482" y="682"/>
                </a:lnTo>
                <a:lnTo>
                  <a:pt x="482" y="681"/>
                </a:lnTo>
                <a:lnTo>
                  <a:pt x="481" y="681"/>
                </a:lnTo>
                <a:lnTo>
                  <a:pt x="481" y="680"/>
                </a:lnTo>
                <a:lnTo>
                  <a:pt x="482" y="680"/>
                </a:lnTo>
                <a:lnTo>
                  <a:pt x="482" y="679"/>
                </a:lnTo>
                <a:lnTo>
                  <a:pt x="481" y="679"/>
                </a:lnTo>
                <a:lnTo>
                  <a:pt x="481" y="678"/>
                </a:lnTo>
                <a:lnTo>
                  <a:pt x="481" y="679"/>
                </a:lnTo>
                <a:lnTo>
                  <a:pt x="481" y="678"/>
                </a:lnTo>
                <a:lnTo>
                  <a:pt x="480" y="678"/>
                </a:lnTo>
                <a:lnTo>
                  <a:pt x="481" y="678"/>
                </a:lnTo>
                <a:lnTo>
                  <a:pt x="480" y="678"/>
                </a:lnTo>
                <a:lnTo>
                  <a:pt x="480" y="677"/>
                </a:lnTo>
                <a:lnTo>
                  <a:pt x="481" y="677"/>
                </a:lnTo>
                <a:lnTo>
                  <a:pt x="480" y="677"/>
                </a:lnTo>
                <a:lnTo>
                  <a:pt x="479" y="677"/>
                </a:lnTo>
                <a:lnTo>
                  <a:pt x="479" y="676"/>
                </a:lnTo>
                <a:lnTo>
                  <a:pt x="478" y="676"/>
                </a:lnTo>
                <a:lnTo>
                  <a:pt x="477" y="676"/>
                </a:lnTo>
                <a:lnTo>
                  <a:pt x="477" y="675"/>
                </a:lnTo>
                <a:lnTo>
                  <a:pt x="477" y="676"/>
                </a:lnTo>
                <a:lnTo>
                  <a:pt x="477" y="675"/>
                </a:lnTo>
                <a:lnTo>
                  <a:pt x="477" y="676"/>
                </a:lnTo>
                <a:lnTo>
                  <a:pt x="476" y="676"/>
                </a:lnTo>
                <a:lnTo>
                  <a:pt x="475" y="676"/>
                </a:lnTo>
                <a:lnTo>
                  <a:pt x="474" y="676"/>
                </a:lnTo>
                <a:lnTo>
                  <a:pt x="474" y="675"/>
                </a:lnTo>
                <a:lnTo>
                  <a:pt x="474" y="676"/>
                </a:lnTo>
                <a:lnTo>
                  <a:pt x="474" y="675"/>
                </a:lnTo>
                <a:lnTo>
                  <a:pt x="473" y="675"/>
                </a:lnTo>
                <a:lnTo>
                  <a:pt x="473" y="674"/>
                </a:lnTo>
                <a:lnTo>
                  <a:pt x="474" y="674"/>
                </a:lnTo>
                <a:lnTo>
                  <a:pt x="474" y="673"/>
                </a:lnTo>
                <a:lnTo>
                  <a:pt x="473" y="673"/>
                </a:lnTo>
                <a:lnTo>
                  <a:pt x="472" y="673"/>
                </a:lnTo>
                <a:lnTo>
                  <a:pt x="471" y="673"/>
                </a:lnTo>
                <a:lnTo>
                  <a:pt x="471" y="672"/>
                </a:lnTo>
                <a:lnTo>
                  <a:pt x="471" y="671"/>
                </a:lnTo>
                <a:lnTo>
                  <a:pt x="471" y="672"/>
                </a:lnTo>
                <a:lnTo>
                  <a:pt x="471" y="671"/>
                </a:lnTo>
                <a:lnTo>
                  <a:pt x="470" y="671"/>
                </a:lnTo>
                <a:lnTo>
                  <a:pt x="469" y="671"/>
                </a:lnTo>
                <a:lnTo>
                  <a:pt x="468" y="671"/>
                </a:lnTo>
                <a:lnTo>
                  <a:pt x="468" y="670"/>
                </a:lnTo>
                <a:lnTo>
                  <a:pt x="467" y="670"/>
                </a:lnTo>
                <a:lnTo>
                  <a:pt x="467" y="669"/>
                </a:lnTo>
                <a:lnTo>
                  <a:pt x="467" y="668"/>
                </a:lnTo>
                <a:lnTo>
                  <a:pt x="466" y="668"/>
                </a:lnTo>
                <a:lnTo>
                  <a:pt x="465" y="668"/>
                </a:lnTo>
                <a:lnTo>
                  <a:pt x="464" y="668"/>
                </a:lnTo>
                <a:lnTo>
                  <a:pt x="463" y="668"/>
                </a:lnTo>
                <a:lnTo>
                  <a:pt x="462" y="668"/>
                </a:lnTo>
                <a:lnTo>
                  <a:pt x="462" y="669"/>
                </a:lnTo>
                <a:lnTo>
                  <a:pt x="462" y="668"/>
                </a:lnTo>
                <a:lnTo>
                  <a:pt x="461" y="668"/>
                </a:lnTo>
                <a:lnTo>
                  <a:pt x="460" y="668"/>
                </a:lnTo>
                <a:lnTo>
                  <a:pt x="460" y="667"/>
                </a:lnTo>
                <a:lnTo>
                  <a:pt x="459" y="666"/>
                </a:lnTo>
                <a:lnTo>
                  <a:pt x="458" y="666"/>
                </a:lnTo>
                <a:lnTo>
                  <a:pt x="458" y="665"/>
                </a:lnTo>
                <a:lnTo>
                  <a:pt x="457" y="665"/>
                </a:lnTo>
                <a:lnTo>
                  <a:pt x="456" y="665"/>
                </a:lnTo>
                <a:lnTo>
                  <a:pt x="456" y="666"/>
                </a:lnTo>
                <a:lnTo>
                  <a:pt x="456" y="667"/>
                </a:lnTo>
                <a:lnTo>
                  <a:pt x="455" y="667"/>
                </a:lnTo>
                <a:lnTo>
                  <a:pt x="454" y="667"/>
                </a:lnTo>
                <a:lnTo>
                  <a:pt x="454" y="668"/>
                </a:lnTo>
                <a:lnTo>
                  <a:pt x="454" y="667"/>
                </a:lnTo>
                <a:lnTo>
                  <a:pt x="454" y="666"/>
                </a:lnTo>
                <a:lnTo>
                  <a:pt x="454" y="665"/>
                </a:lnTo>
                <a:lnTo>
                  <a:pt x="453" y="665"/>
                </a:lnTo>
                <a:lnTo>
                  <a:pt x="453" y="664"/>
                </a:lnTo>
                <a:lnTo>
                  <a:pt x="452" y="664"/>
                </a:lnTo>
                <a:lnTo>
                  <a:pt x="452" y="663"/>
                </a:lnTo>
                <a:lnTo>
                  <a:pt x="451" y="663"/>
                </a:lnTo>
                <a:lnTo>
                  <a:pt x="451" y="662"/>
                </a:lnTo>
                <a:lnTo>
                  <a:pt x="450" y="662"/>
                </a:lnTo>
                <a:lnTo>
                  <a:pt x="450" y="661"/>
                </a:lnTo>
                <a:lnTo>
                  <a:pt x="449" y="661"/>
                </a:lnTo>
                <a:lnTo>
                  <a:pt x="449" y="660"/>
                </a:lnTo>
                <a:lnTo>
                  <a:pt x="448" y="660"/>
                </a:lnTo>
                <a:lnTo>
                  <a:pt x="447" y="660"/>
                </a:lnTo>
                <a:lnTo>
                  <a:pt x="446" y="660"/>
                </a:lnTo>
                <a:lnTo>
                  <a:pt x="446" y="661"/>
                </a:lnTo>
                <a:lnTo>
                  <a:pt x="445" y="661"/>
                </a:lnTo>
                <a:lnTo>
                  <a:pt x="444" y="661"/>
                </a:lnTo>
                <a:lnTo>
                  <a:pt x="444" y="662"/>
                </a:lnTo>
                <a:lnTo>
                  <a:pt x="444" y="663"/>
                </a:lnTo>
                <a:lnTo>
                  <a:pt x="443" y="663"/>
                </a:lnTo>
                <a:lnTo>
                  <a:pt x="443" y="664"/>
                </a:lnTo>
                <a:lnTo>
                  <a:pt x="444" y="664"/>
                </a:lnTo>
                <a:lnTo>
                  <a:pt x="444" y="665"/>
                </a:lnTo>
                <a:lnTo>
                  <a:pt x="443" y="665"/>
                </a:lnTo>
                <a:lnTo>
                  <a:pt x="443" y="666"/>
                </a:lnTo>
                <a:lnTo>
                  <a:pt x="442" y="667"/>
                </a:lnTo>
                <a:lnTo>
                  <a:pt x="442" y="668"/>
                </a:lnTo>
                <a:lnTo>
                  <a:pt x="441" y="668"/>
                </a:lnTo>
                <a:lnTo>
                  <a:pt x="441" y="669"/>
                </a:lnTo>
                <a:lnTo>
                  <a:pt x="440" y="669"/>
                </a:lnTo>
                <a:lnTo>
                  <a:pt x="440" y="670"/>
                </a:lnTo>
                <a:lnTo>
                  <a:pt x="440" y="669"/>
                </a:lnTo>
                <a:lnTo>
                  <a:pt x="439" y="669"/>
                </a:lnTo>
                <a:lnTo>
                  <a:pt x="438" y="669"/>
                </a:lnTo>
                <a:lnTo>
                  <a:pt x="437" y="669"/>
                </a:lnTo>
                <a:lnTo>
                  <a:pt x="437" y="670"/>
                </a:lnTo>
                <a:lnTo>
                  <a:pt x="437" y="671"/>
                </a:lnTo>
                <a:lnTo>
                  <a:pt x="438" y="671"/>
                </a:lnTo>
                <a:lnTo>
                  <a:pt x="438" y="672"/>
                </a:lnTo>
                <a:lnTo>
                  <a:pt x="439" y="672"/>
                </a:lnTo>
                <a:lnTo>
                  <a:pt x="439" y="673"/>
                </a:lnTo>
                <a:lnTo>
                  <a:pt x="439" y="674"/>
                </a:lnTo>
                <a:lnTo>
                  <a:pt x="440" y="674"/>
                </a:lnTo>
                <a:lnTo>
                  <a:pt x="441" y="674"/>
                </a:lnTo>
                <a:lnTo>
                  <a:pt x="441" y="675"/>
                </a:lnTo>
                <a:lnTo>
                  <a:pt x="440" y="675"/>
                </a:lnTo>
                <a:lnTo>
                  <a:pt x="439" y="675"/>
                </a:lnTo>
                <a:lnTo>
                  <a:pt x="439" y="676"/>
                </a:lnTo>
                <a:lnTo>
                  <a:pt x="438" y="676"/>
                </a:lnTo>
                <a:lnTo>
                  <a:pt x="438" y="677"/>
                </a:lnTo>
                <a:lnTo>
                  <a:pt x="437" y="677"/>
                </a:lnTo>
                <a:lnTo>
                  <a:pt x="437" y="678"/>
                </a:lnTo>
                <a:lnTo>
                  <a:pt x="437" y="679"/>
                </a:lnTo>
                <a:lnTo>
                  <a:pt x="436" y="679"/>
                </a:lnTo>
                <a:lnTo>
                  <a:pt x="435" y="679"/>
                </a:lnTo>
                <a:lnTo>
                  <a:pt x="434" y="679"/>
                </a:lnTo>
                <a:lnTo>
                  <a:pt x="434" y="680"/>
                </a:lnTo>
                <a:lnTo>
                  <a:pt x="434" y="681"/>
                </a:lnTo>
                <a:lnTo>
                  <a:pt x="435" y="681"/>
                </a:lnTo>
                <a:lnTo>
                  <a:pt x="435" y="682"/>
                </a:lnTo>
                <a:lnTo>
                  <a:pt x="434" y="682"/>
                </a:lnTo>
                <a:lnTo>
                  <a:pt x="433" y="682"/>
                </a:lnTo>
                <a:lnTo>
                  <a:pt x="432" y="682"/>
                </a:lnTo>
                <a:lnTo>
                  <a:pt x="432" y="683"/>
                </a:lnTo>
                <a:lnTo>
                  <a:pt x="432" y="684"/>
                </a:lnTo>
                <a:lnTo>
                  <a:pt x="431" y="684"/>
                </a:lnTo>
                <a:lnTo>
                  <a:pt x="431" y="685"/>
                </a:lnTo>
                <a:lnTo>
                  <a:pt x="430" y="685"/>
                </a:lnTo>
                <a:lnTo>
                  <a:pt x="430" y="686"/>
                </a:lnTo>
                <a:lnTo>
                  <a:pt x="429" y="686"/>
                </a:lnTo>
                <a:lnTo>
                  <a:pt x="430" y="686"/>
                </a:lnTo>
                <a:lnTo>
                  <a:pt x="429" y="686"/>
                </a:lnTo>
                <a:lnTo>
                  <a:pt x="429" y="687"/>
                </a:lnTo>
                <a:lnTo>
                  <a:pt x="429" y="688"/>
                </a:lnTo>
                <a:lnTo>
                  <a:pt x="428" y="688"/>
                </a:lnTo>
                <a:lnTo>
                  <a:pt x="428" y="689"/>
                </a:lnTo>
                <a:lnTo>
                  <a:pt x="428" y="690"/>
                </a:lnTo>
                <a:lnTo>
                  <a:pt x="428" y="691"/>
                </a:lnTo>
                <a:lnTo>
                  <a:pt x="428" y="690"/>
                </a:lnTo>
                <a:lnTo>
                  <a:pt x="427" y="690"/>
                </a:lnTo>
                <a:lnTo>
                  <a:pt x="427" y="691"/>
                </a:lnTo>
                <a:lnTo>
                  <a:pt x="427" y="692"/>
                </a:lnTo>
                <a:lnTo>
                  <a:pt x="426" y="692"/>
                </a:lnTo>
                <a:lnTo>
                  <a:pt x="425" y="692"/>
                </a:lnTo>
                <a:lnTo>
                  <a:pt x="425" y="693"/>
                </a:lnTo>
                <a:lnTo>
                  <a:pt x="426" y="693"/>
                </a:lnTo>
                <a:lnTo>
                  <a:pt x="426" y="694"/>
                </a:lnTo>
                <a:lnTo>
                  <a:pt x="426" y="695"/>
                </a:lnTo>
                <a:lnTo>
                  <a:pt x="427" y="695"/>
                </a:lnTo>
                <a:lnTo>
                  <a:pt x="427" y="696"/>
                </a:lnTo>
                <a:lnTo>
                  <a:pt x="427" y="697"/>
                </a:lnTo>
                <a:lnTo>
                  <a:pt x="426" y="697"/>
                </a:lnTo>
                <a:lnTo>
                  <a:pt x="425" y="697"/>
                </a:lnTo>
                <a:lnTo>
                  <a:pt x="425" y="696"/>
                </a:lnTo>
                <a:lnTo>
                  <a:pt x="424" y="696"/>
                </a:lnTo>
                <a:lnTo>
                  <a:pt x="423" y="696"/>
                </a:lnTo>
                <a:lnTo>
                  <a:pt x="422" y="696"/>
                </a:lnTo>
                <a:lnTo>
                  <a:pt x="422" y="695"/>
                </a:lnTo>
                <a:lnTo>
                  <a:pt x="422" y="696"/>
                </a:lnTo>
                <a:lnTo>
                  <a:pt x="421" y="696"/>
                </a:lnTo>
                <a:lnTo>
                  <a:pt x="421" y="695"/>
                </a:lnTo>
                <a:lnTo>
                  <a:pt x="420" y="695"/>
                </a:lnTo>
                <a:lnTo>
                  <a:pt x="419" y="695"/>
                </a:lnTo>
                <a:lnTo>
                  <a:pt x="418" y="695"/>
                </a:lnTo>
                <a:lnTo>
                  <a:pt x="418" y="696"/>
                </a:lnTo>
                <a:lnTo>
                  <a:pt x="417" y="696"/>
                </a:lnTo>
                <a:lnTo>
                  <a:pt x="417" y="697"/>
                </a:lnTo>
                <a:lnTo>
                  <a:pt x="417" y="698"/>
                </a:lnTo>
                <a:lnTo>
                  <a:pt x="416" y="698"/>
                </a:lnTo>
                <a:lnTo>
                  <a:pt x="416" y="699"/>
                </a:lnTo>
                <a:lnTo>
                  <a:pt x="416" y="698"/>
                </a:lnTo>
                <a:lnTo>
                  <a:pt x="415" y="698"/>
                </a:lnTo>
                <a:lnTo>
                  <a:pt x="415" y="697"/>
                </a:lnTo>
                <a:lnTo>
                  <a:pt x="414" y="697"/>
                </a:lnTo>
                <a:lnTo>
                  <a:pt x="414" y="696"/>
                </a:lnTo>
                <a:lnTo>
                  <a:pt x="415" y="696"/>
                </a:lnTo>
                <a:lnTo>
                  <a:pt x="415" y="695"/>
                </a:lnTo>
                <a:lnTo>
                  <a:pt x="414" y="695"/>
                </a:lnTo>
                <a:lnTo>
                  <a:pt x="413" y="695"/>
                </a:lnTo>
                <a:lnTo>
                  <a:pt x="412" y="695"/>
                </a:lnTo>
                <a:lnTo>
                  <a:pt x="412" y="694"/>
                </a:lnTo>
                <a:lnTo>
                  <a:pt x="411" y="694"/>
                </a:lnTo>
                <a:lnTo>
                  <a:pt x="410" y="694"/>
                </a:lnTo>
                <a:lnTo>
                  <a:pt x="409" y="694"/>
                </a:lnTo>
                <a:lnTo>
                  <a:pt x="408" y="694"/>
                </a:lnTo>
                <a:lnTo>
                  <a:pt x="408" y="693"/>
                </a:lnTo>
                <a:lnTo>
                  <a:pt x="407" y="693"/>
                </a:lnTo>
                <a:lnTo>
                  <a:pt x="406" y="693"/>
                </a:lnTo>
                <a:lnTo>
                  <a:pt x="405" y="693"/>
                </a:lnTo>
                <a:lnTo>
                  <a:pt x="405" y="694"/>
                </a:lnTo>
                <a:lnTo>
                  <a:pt x="404" y="694"/>
                </a:lnTo>
                <a:lnTo>
                  <a:pt x="403" y="694"/>
                </a:lnTo>
                <a:lnTo>
                  <a:pt x="402" y="694"/>
                </a:lnTo>
                <a:lnTo>
                  <a:pt x="403" y="694"/>
                </a:lnTo>
                <a:lnTo>
                  <a:pt x="403" y="695"/>
                </a:lnTo>
                <a:lnTo>
                  <a:pt x="402" y="695"/>
                </a:lnTo>
                <a:lnTo>
                  <a:pt x="402" y="696"/>
                </a:lnTo>
                <a:lnTo>
                  <a:pt x="401" y="696"/>
                </a:lnTo>
                <a:lnTo>
                  <a:pt x="401" y="695"/>
                </a:lnTo>
                <a:lnTo>
                  <a:pt x="400" y="695"/>
                </a:lnTo>
                <a:lnTo>
                  <a:pt x="400" y="696"/>
                </a:lnTo>
                <a:lnTo>
                  <a:pt x="399" y="696"/>
                </a:lnTo>
                <a:lnTo>
                  <a:pt x="399" y="695"/>
                </a:lnTo>
                <a:lnTo>
                  <a:pt x="399" y="694"/>
                </a:lnTo>
                <a:lnTo>
                  <a:pt x="398" y="694"/>
                </a:lnTo>
                <a:lnTo>
                  <a:pt x="398" y="695"/>
                </a:lnTo>
                <a:lnTo>
                  <a:pt x="398" y="694"/>
                </a:lnTo>
                <a:lnTo>
                  <a:pt x="398" y="695"/>
                </a:lnTo>
                <a:lnTo>
                  <a:pt x="397" y="695"/>
                </a:lnTo>
                <a:lnTo>
                  <a:pt x="396" y="695"/>
                </a:lnTo>
                <a:lnTo>
                  <a:pt x="396" y="694"/>
                </a:lnTo>
                <a:lnTo>
                  <a:pt x="395" y="694"/>
                </a:lnTo>
                <a:lnTo>
                  <a:pt x="395" y="695"/>
                </a:lnTo>
                <a:lnTo>
                  <a:pt x="395" y="694"/>
                </a:lnTo>
                <a:lnTo>
                  <a:pt x="395" y="695"/>
                </a:lnTo>
                <a:lnTo>
                  <a:pt x="395" y="696"/>
                </a:lnTo>
                <a:lnTo>
                  <a:pt x="395" y="697"/>
                </a:lnTo>
                <a:lnTo>
                  <a:pt x="395" y="698"/>
                </a:lnTo>
                <a:lnTo>
                  <a:pt x="395" y="699"/>
                </a:lnTo>
                <a:lnTo>
                  <a:pt x="394" y="699"/>
                </a:lnTo>
                <a:lnTo>
                  <a:pt x="394" y="700"/>
                </a:lnTo>
                <a:lnTo>
                  <a:pt x="393" y="700"/>
                </a:lnTo>
                <a:lnTo>
                  <a:pt x="392" y="700"/>
                </a:lnTo>
                <a:lnTo>
                  <a:pt x="391" y="700"/>
                </a:lnTo>
                <a:lnTo>
                  <a:pt x="390" y="700"/>
                </a:lnTo>
                <a:lnTo>
                  <a:pt x="390" y="699"/>
                </a:lnTo>
                <a:lnTo>
                  <a:pt x="390" y="698"/>
                </a:lnTo>
                <a:lnTo>
                  <a:pt x="389" y="698"/>
                </a:lnTo>
                <a:lnTo>
                  <a:pt x="389" y="697"/>
                </a:lnTo>
                <a:lnTo>
                  <a:pt x="388" y="697"/>
                </a:lnTo>
                <a:lnTo>
                  <a:pt x="388" y="696"/>
                </a:lnTo>
                <a:lnTo>
                  <a:pt x="387" y="696"/>
                </a:lnTo>
                <a:lnTo>
                  <a:pt x="387" y="695"/>
                </a:lnTo>
                <a:lnTo>
                  <a:pt x="387" y="694"/>
                </a:lnTo>
                <a:lnTo>
                  <a:pt x="387" y="693"/>
                </a:lnTo>
                <a:lnTo>
                  <a:pt x="387" y="692"/>
                </a:lnTo>
                <a:lnTo>
                  <a:pt x="386" y="692"/>
                </a:lnTo>
                <a:lnTo>
                  <a:pt x="386" y="691"/>
                </a:lnTo>
                <a:lnTo>
                  <a:pt x="385" y="691"/>
                </a:lnTo>
                <a:lnTo>
                  <a:pt x="386" y="691"/>
                </a:lnTo>
                <a:lnTo>
                  <a:pt x="385" y="691"/>
                </a:lnTo>
                <a:lnTo>
                  <a:pt x="386" y="691"/>
                </a:lnTo>
                <a:lnTo>
                  <a:pt x="386" y="690"/>
                </a:lnTo>
                <a:lnTo>
                  <a:pt x="385" y="690"/>
                </a:lnTo>
                <a:lnTo>
                  <a:pt x="384" y="690"/>
                </a:lnTo>
                <a:lnTo>
                  <a:pt x="384" y="689"/>
                </a:lnTo>
                <a:lnTo>
                  <a:pt x="383" y="689"/>
                </a:lnTo>
                <a:lnTo>
                  <a:pt x="383" y="688"/>
                </a:lnTo>
                <a:lnTo>
                  <a:pt x="382" y="688"/>
                </a:lnTo>
                <a:lnTo>
                  <a:pt x="381" y="688"/>
                </a:lnTo>
                <a:lnTo>
                  <a:pt x="380" y="688"/>
                </a:lnTo>
                <a:lnTo>
                  <a:pt x="380" y="689"/>
                </a:lnTo>
                <a:lnTo>
                  <a:pt x="381" y="689"/>
                </a:lnTo>
                <a:lnTo>
                  <a:pt x="380" y="689"/>
                </a:lnTo>
                <a:lnTo>
                  <a:pt x="379" y="689"/>
                </a:lnTo>
                <a:lnTo>
                  <a:pt x="379" y="688"/>
                </a:lnTo>
                <a:lnTo>
                  <a:pt x="379" y="689"/>
                </a:lnTo>
                <a:lnTo>
                  <a:pt x="379" y="688"/>
                </a:lnTo>
                <a:lnTo>
                  <a:pt x="378" y="688"/>
                </a:lnTo>
                <a:lnTo>
                  <a:pt x="378" y="689"/>
                </a:lnTo>
                <a:lnTo>
                  <a:pt x="379" y="689"/>
                </a:lnTo>
                <a:lnTo>
                  <a:pt x="378" y="689"/>
                </a:lnTo>
                <a:lnTo>
                  <a:pt x="378" y="690"/>
                </a:lnTo>
                <a:lnTo>
                  <a:pt x="377" y="690"/>
                </a:lnTo>
                <a:lnTo>
                  <a:pt x="377" y="691"/>
                </a:lnTo>
                <a:lnTo>
                  <a:pt x="376" y="691"/>
                </a:lnTo>
                <a:lnTo>
                  <a:pt x="375" y="691"/>
                </a:lnTo>
                <a:lnTo>
                  <a:pt x="374" y="691"/>
                </a:lnTo>
                <a:lnTo>
                  <a:pt x="373" y="691"/>
                </a:lnTo>
                <a:lnTo>
                  <a:pt x="373" y="692"/>
                </a:lnTo>
                <a:lnTo>
                  <a:pt x="374" y="692"/>
                </a:lnTo>
                <a:lnTo>
                  <a:pt x="374" y="693"/>
                </a:lnTo>
                <a:lnTo>
                  <a:pt x="373" y="693"/>
                </a:lnTo>
                <a:lnTo>
                  <a:pt x="373" y="694"/>
                </a:lnTo>
                <a:lnTo>
                  <a:pt x="373" y="695"/>
                </a:lnTo>
                <a:lnTo>
                  <a:pt x="372" y="695"/>
                </a:lnTo>
                <a:lnTo>
                  <a:pt x="372" y="696"/>
                </a:lnTo>
                <a:lnTo>
                  <a:pt x="373" y="696"/>
                </a:lnTo>
                <a:lnTo>
                  <a:pt x="372" y="697"/>
                </a:lnTo>
                <a:lnTo>
                  <a:pt x="371" y="697"/>
                </a:lnTo>
                <a:lnTo>
                  <a:pt x="371" y="698"/>
                </a:lnTo>
                <a:lnTo>
                  <a:pt x="371" y="699"/>
                </a:lnTo>
                <a:lnTo>
                  <a:pt x="372" y="699"/>
                </a:lnTo>
                <a:lnTo>
                  <a:pt x="372" y="700"/>
                </a:lnTo>
                <a:lnTo>
                  <a:pt x="373" y="700"/>
                </a:lnTo>
                <a:lnTo>
                  <a:pt x="373" y="701"/>
                </a:lnTo>
                <a:lnTo>
                  <a:pt x="373" y="702"/>
                </a:lnTo>
                <a:lnTo>
                  <a:pt x="372" y="702"/>
                </a:lnTo>
                <a:lnTo>
                  <a:pt x="371" y="702"/>
                </a:lnTo>
                <a:lnTo>
                  <a:pt x="371" y="704"/>
                </a:lnTo>
                <a:lnTo>
                  <a:pt x="371" y="705"/>
                </a:lnTo>
                <a:lnTo>
                  <a:pt x="371" y="706"/>
                </a:lnTo>
                <a:lnTo>
                  <a:pt x="371" y="707"/>
                </a:lnTo>
                <a:lnTo>
                  <a:pt x="371" y="708"/>
                </a:lnTo>
                <a:lnTo>
                  <a:pt x="370" y="708"/>
                </a:lnTo>
                <a:lnTo>
                  <a:pt x="370" y="709"/>
                </a:lnTo>
                <a:lnTo>
                  <a:pt x="369" y="709"/>
                </a:lnTo>
                <a:lnTo>
                  <a:pt x="370" y="709"/>
                </a:lnTo>
                <a:lnTo>
                  <a:pt x="369" y="709"/>
                </a:lnTo>
                <a:lnTo>
                  <a:pt x="369" y="710"/>
                </a:lnTo>
                <a:lnTo>
                  <a:pt x="369" y="711"/>
                </a:lnTo>
                <a:lnTo>
                  <a:pt x="369" y="712"/>
                </a:lnTo>
                <a:lnTo>
                  <a:pt x="368" y="712"/>
                </a:lnTo>
                <a:lnTo>
                  <a:pt x="367" y="712"/>
                </a:lnTo>
                <a:lnTo>
                  <a:pt x="367" y="713"/>
                </a:lnTo>
                <a:lnTo>
                  <a:pt x="366" y="713"/>
                </a:lnTo>
                <a:lnTo>
                  <a:pt x="365" y="713"/>
                </a:lnTo>
                <a:lnTo>
                  <a:pt x="364" y="713"/>
                </a:lnTo>
                <a:lnTo>
                  <a:pt x="364" y="712"/>
                </a:lnTo>
                <a:lnTo>
                  <a:pt x="364" y="713"/>
                </a:lnTo>
                <a:lnTo>
                  <a:pt x="364" y="714"/>
                </a:lnTo>
                <a:lnTo>
                  <a:pt x="363" y="714"/>
                </a:lnTo>
                <a:lnTo>
                  <a:pt x="363" y="715"/>
                </a:lnTo>
                <a:lnTo>
                  <a:pt x="362" y="715"/>
                </a:lnTo>
                <a:lnTo>
                  <a:pt x="362" y="716"/>
                </a:lnTo>
                <a:lnTo>
                  <a:pt x="363" y="716"/>
                </a:lnTo>
                <a:lnTo>
                  <a:pt x="362" y="716"/>
                </a:lnTo>
                <a:lnTo>
                  <a:pt x="362" y="717"/>
                </a:lnTo>
                <a:lnTo>
                  <a:pt x="363" y="717"/>
                </a:lnTo>
                <a:lnTo>
                  <a:pt x="363" y="718"/>
                </a:lnTo>
                <a:lnTo>
                  <a:pt x="364" y="718"/>
                </a:lnTo>
                <a:lnTo>
                  <a:pt x="364" y="719"/>
                </a:lnTo>
                <a:lnTo>
                  <a:pt x="364" y="720"/>
                </a:lnTo>
                <a:lnTo>
                  <a:pt x="364" y="721"/>
                </a:lnTo>
                <a:lnTo>
                  <a:pt x="365" y="721"/>
                </a:lnTo>
                <a:lnTo>
                  <a:pt x="365" y="722"/>
                </a:lnTo>
                <a:lnTo>
                  <a:pt x="366" y="722"/>
                </a:lnTo>
                <a:lnTo>
                  <a:pt x="366" y="723"/>
                </a:lnTo>
                <a:lnTo>
                  <a:pt x="366" y="724"/>
                </a:lnTo>
                <a:lnTo>
                  <a:pt x="367" y="724"/>
                </a:lnTo>
                <a:lnTo>
                  <a:pt x="367" y="725"/>
                </a:lnTo>
                <a:lnTo>
                  <a:pt x="367" y="726"/>
                </a:lnTo>
                <a:lnTo>
                  <a:pt x="367" y="727"/>
                </a:lnTo>
                <a:lnTo>
                  <a:pt x="367" y="728"/>
                </a:lnTo>
                <a:lnTo>
                  <a:pt x="366" y="728"/>
                </a:lnTo>
                <a:lnTo>
                  <a:pt x="366" y="727"/>
                </a:lnTo>
                <a:lnTo>
                  <a:pt x="365" y="727"/>
                </a:lnTo>
                <a:lnTo>
                  <a:pt x="365" y="728"/>
                </a:lnTo>
                <a:lnTo>
                  <a:pt x="365" y="727"/>
                </a:lnTo>
                <a:lnTo>
                  <a:pt x="365" y="728"/>
                </a:lnTo>
                <a:lnTo>
                  <a:pt x="364" y="728"/>
                </a:lnTo>
                <a:lnTo>
                  <a:pt x="365" y="728"/>
                </a:lnTo>
                <a:lnTo>
                  <a:pt x="364" y="729"/>
                </a:lnTo>
                <a:lnTo>
                  <a:pt x="365" y="729"/>
                </a:lnTo>
                <a:lnTo>
                  <a:pt x="365" y="730"/>
                </a:lnTo>
                <a:lnTo>
                  <a:pt x="366" y="730"/>
                </a:lnTo>
                <a:lnTo>
                  <a:pt x="366" y="731"/>
                </a:lnTo>
                <a:lnTo>
                  <a:pt x="366" y="732"/>
                </a:lnTo>
                <a:lnTo>
                  <a:pt x="366" y="733"/>
                </a:lnTo>
                <a:lnTo>
                  <a:pt x="366" y="734"/>
                </a:lnTo>
                <a:lnTo>
                  <a:pt x="367" y="734"/>
                </a:lnTo>
                <a:lnTo>
                  <a:pt x="367" y="735"/>
                </a:lnTo>
                <a:lnTo>
                  <a:pt x="368" y="735"/>
                </a:lnTo>
                <a:lnTo>
                  <a:pt x="368" y="736"/>
                </a:lnTo>
                <a:lnTo>
                  <a:pt x="368" y="737"/>
                </a:lnTo>
                <a:lnTo>
                  <a:pt x="368" y="738"/>
                </a:lnTo>
                <a:lnTo>
                  <a:pt x="369" y="738"/>
                </a:lnTo>
                <a:lnTo>
                  <a:pt x="369" y="739"/>
                </a:lnTo>
                <a:lnTo>
                  <a:pt x="370" y="739"/>
                </a:lnTo>
                <a:lnTo>
                  <a:pt x="369" y="740"/>
                </a:lnTo>
                <a:lnTo>
                  <a:pt x="368" y="740"/>
                </a:lnTo>
                <a:lnTo>
                  <a:pt x="368" y="741"/>
                </a:lnTo>
                <a:lnTo>
                  <a:pt x="369" y="741"/>
                </a:lnTo>
                <a:lnTo>
                  <a:pt x="368" y="741"/>
                </a:lnTo>
                <a:lnTo>
                  <a:pt x="368" y="742"/>
                </a:lnTo>
                <a:lnTo>
                  <a:pt x="368" y="743"/>
                </a:lnTo>
                <a:lnTo>
                  <a:pt x="367" y="743"/>
                </a:lnTo>
                <a:lnTo>
                  <a:pt x="367" y="744"/>
                </a:lnTo>
                <a:lnTo>
                  <a:pt x="368" y="744"/>
                </a:lnTo>
                <a:lnTo>
                  <a:pt x="369" y="744"/>
                </a:lnTo>
                <a:lnTo>
                  <a:pt x="369" y="745"/>
                </a:lnTo>
                <a:lnTo>
                  <a:pt x="370" y="745"/>
                </a:lnTo>
                <a:lnTo>
                  <a:pt x="371" y="745"/>
                </a:lnTo>
                <a:lnTo>
                  <a:pt x="372" y="745"/>
                </a:lnTo>
                <a:lnTo>
                  <a:pt x="372" y="746"/>
                </a:lnTo>
                <a:lnTo>
                  <a:pt x="372" y="747"/>
                </a:lnTo>
                <a:lnTo>
                  <a:pt x="373" y="747"/>
                </a:lnTo>
                <a:lnTo>
                  <a:pt x="374" y="747"/>
                </a:lnTo>
                <a:lnTo>
                  <a:pt x="374" y="746"/>
                </a:lnTo>
                <a:lnTo>
                  <a:pt x="375" y="746"/>
                </a:lnTo>
                <a:lnTo>
                  <a:pt x="376" y="746"/>
                </a:lnTo>
                <a:lnTo>
                  <a:pt x="376" y="747"/>
                </a:lnTo>
                <a:lnTo>
                  <a:pt x="376" y="748"/>
                </a:lnTo>
                <a:lnTo>
                  <a:pt x="376" y="749"/>
                </a:lnTo>
                <a:lnTo>
                  <a:pt x="376" y="750"/>
                </a:lnTo>
                <a:lnTo>
                  <a:pt x="375" y="750"/>
                </a:lnTo>
                <a:lnTo>
                  <a:pt x="375" y="751"/>
                </a:lnTo>
                <a:lnTo>
                  <a:pt x="376" y="751"/>
                </a:lnTo>
                <a:lnTo>
                  <a:pt x="376" y="752"/>
                </a:lnTo>
                <a:lnTo>
                  <a:pt x="377" y="752"/>
                </a:lnTo>
                <a:lnTo>
                  <a:pt x="377" y="753"/>
                </a:lnTo>
                <a:lnTo>
                  <a:pt x="377" y="752"/>
                </a:lnTo>
                <a:lnTo>
                  <a:pt x="378" y="752"/>
                </a:lnTo>
                <a:lnTo>
                  <a:pt x="378" y="753"/>
                </a:lnTo>
                <a:lnTo>
                  <a:pt x="379" y="753"/>
                </a:lnTo>
                <a:lnTo>
                  <a:pt x="379" y="754"/>
                </a:lnTo>
                <a:lnTo>
                  <a:pt x="379" y="755"/>
                </a:lnTo>
                <a:lnTo>
                  <a:pt x="379" y="756"/>
                </a:lnTo>
                <a:lnTo>
                  <a:pt x="380" y="756"/>
                </a:lnTo>
                <a:lnTo>
                  <a:pt x="380" y="757"/>
                </a:lnTo>
                <a:lnTo>
                  <a:pt x="381" y="757"/>
                </a:lnTo>
                <a:lnTo>
                  <a:pt x="382" y="757"/>
                </a:lnTo>
                <a:lnTo>
                  <a:pt x="383" y="757"/>
                </a:lnTo>
                <a:lnTo>
                  <a:pt x="383" y="758"/>
                </a:lnTo>
                <a:lnTo>
                  <a:pt x="382" y="758"/>
                </a:lnTo>
                <a:lnTo>
                  <a:pt x="383" y="758"/>
                </a:lnTo>
                <a:lnTo>
                  <a:pt x="383" y="759"/>
                </a:lnTo>
                <a:lnTo>
                  <a:pt x="382" y="759"/>
                </a:lnTo>
                <a:lnTo>
                  <a:pt x="382" y="760"/>
                </a:lnTo>
                <a:lnTo>
                  <a:pt x="382" y="761"/>
                </a:lnTo>
                <a:lnTo>
                  <a:pt x="382" y="762"/>
                </a:lnTo>
                <a:lnTo>
                  <a:pt x="381" y="762"/>
                </a:lnTo>
                <a:lnTo>
                  <a:pt x="381" y="763"/>
                </a:lnTo>
                <a:lnTo>
                  <a:pt x="381" y="764"/>
                </a:lnTo>
                <a:lnTo>
                  <a:pt x="381" y="765"/>
                </a:lnTo>
                <a:lnTo>
                  <a:pt x="381" y="766"/>
                </a:lnTo>
                <a:lnTo>
                  <a:pt x="380" y="766"/>
                </a:lnTo>
                <a:lnTo>
                  <a:pt x="380" y="767"/>
                </a:lnTo>
                <a:lnTo>
                  <a:pt x="380" y="768"/>
                </a:lnTo>
                <a:lnTo>
                  <a:pt x="380" y="769"/>
                </a:lnTo>
                <a:lnTo>
                  <a:pt x="381" y="769"/>
                </a:lnTo>
                <a:lnTo>
                  <a:pt x="382" y="769"/>
                </a:lnTo>
                <a:lnTo>
                  <a:pt x="382" y="770"/>
                </a:lnTo>
                <a:lnTo>
                  <a:pt x="382" y="771"/>
                </a:lnTo>
                <a:lnTo>
                  <a:pt x="382" y="772"/>
                </a:lnTo>
                <a:lnTo>
                  <a:pt x="382" y="773"/>
                </a:lnTo>
                <a:lnTo>
                  <a:pt x="382" y="774"/>
                </a:lnTo>
                <a:lnTo>
                  <a:pt x="382" y="775"/>
                </a:lnTo>
                <a:lnTo>
                  <a:pt x="382" y="776"/>
                </a:lnTo>
                <a:lnTo>
                  <a:pt x="382" y="775"/>
                </a:lnTo>
                <a:lnTo>
                  <a:pt x="383" y="775"/>
                </a:lnTo>
                <a:lnTo>
                  <a:pt x="383" y="776"/>
                </a:lnTo>
                <a:lnTo>
                  <a:pt x="383" y="777"/>
                </a:lnTo>
                <a:lnTo>
                  <a:pt x="383" y="778"/>
                </a:lnTo>
                <a:lnTo>
                  <a:pt x="384" y="778"/>
                </a:lnTo>
                <a:lnTo>
                  <a:pt x="384" y="777"/>
                </a:lnTo>
                <a:lnTo>
                  <a:pt x="385" y="777"/>
                </a:lnTo>
                <a:lnTo>
                  <a:pt x="386" y="777"/>
                </a:lnTo>
                <a:lnTo>
                  <a:pt x="386" y="778"/>
                </a:lnTo>
                <a:lnTo>
                  <a:pt x="386" y="779"/>
                </a:lnTo>
                <a:lnTo>
                  <a:pt x="387" y="779"/>
                </a:lnTo>
                <a:lnTo>
                  <a:pt x="387" y="778"/>
                </a:lnTo>
                <a:lnTo>
                  <a:pt x="387" y="779"/>
                </a:lnTo>
                <a:lnTo>
                  <a:pt x="388" y="779"/>
                </a:lnTo>
                <a:lnTo>
                  <a:pt x="388" y="780"/>
                </a:lnTo>
                <a:lnTo>
                  <a:pt x="387" y="780"/>
                </a:lnTo>
                <a:lnTo>
                  <a:pt x="387" y="781"/>
                </a:lnTo>
                <a:lnTo>
                  <a:pt x="387" y="782"/>
                </a:lnTo>
                <a:lnTo>
                  <a:pt x="386" y="782"/>
                </a:lnTo>
                <a:lnTo>
                  <a:pt x="386" y="783"/>
                </a:lnTo>
                <a:lnTo>
                  <a:pt x="385" y="783"/>
                </a:lnTo>
                <a:lnTo>
                  <a:pt x="386" y="783"/>
                </a:lnTo>
                <a:lnTo>
                  <a:pt x="385" y="783"/>
                </a:lnTo>
                <a:lnTo>
                  <a:pt x="386" y="783"/>
                </a:lnTo>
                <a:lnTo>
                  <a:pt x="385" y="783"/>
                </a:lnTo>
                <a:lnTo>
                  <a:pt x="385" y="784"/>
                </a:lnTo>
                <a:lnTo>
                  <a:pt x="384" y="784"/>
                </a:lnTo>
                <a:lnTo>
                  <a:pt x="383" y="784"/>
                </a:lnTo>
                <a:lnTo>
                  <a:pt x="383" y="783"/>
                </a:lnTo>
                <a:lnTo>
                  <a:pt x="382" y="783"/>
                </a:lnTo>
                <a:lnTo>
                  <a:pt x="381" y="783"/>
                </a:lnTo>
                <a:lnTo>
                  <a:pt x="380" y="783"/>
                </a:lnTo>
                <a:lnTo>
                  <a:pt x="380" y="785"/>
                </a:lnTo>
                <a:lnTo>
                  <a:pt x="381" y="785"/>
                </a:lnTo>
                <a:lnTo>
                  <a:pt x="382" y="785"/>
                </a:lnTo>
                <a:lnTo>
                  <a:pt x="381" y="785"/>
                </a:lnTo>
                <a:lnTo>
                  <a:pt x="381" y="786"/>
                </a:lnTo>
                <a:lnTo>
                  <a:pt x="381" y="787"/>
                </a:lnTo>
                <a:lnTo>
                  <a:pt x="381" y="788"/>
                </a:lnTo>
                <a:lnTo>
                  <a:pt x="381" y="789"/>
                </a:lnTo>
                <a:lnTo>
                  <a:pt x="382" y="789"/>
                </a:lnTo>
                <a:lnTo>
                  <a:pt x="382" y="790"/>
                </a:lnTo>
                <a:lnTo>
                  <a:pt x="383" y="790"/>
                </a:lnTo>
                <a:lnTo>
                  <a:pt x="382" y="790"/>
                </a:lnTo>
                <a:lnTo>
                  <a:pt x="382" y="791"/>
                </a:lnTo>
                <a:lnTo>
                  <a:pt x="381" y="791"/>
                </a:lnTo>
                <a:lnTo>
                  <a:pt x="381" y="792"/>
                </a:lnTo>
                <a:lnTo>
                  <a:pt x="380" y="792"/>
                </a:lnTo>
                <a:lnTo>
                  <a:pt x="380" y="793"/>
                </a:lnTo>
                <a:lnTo>
                  <a:pt x="379" y="793"/>
                </a:lnTo>
                <a:lnTo>
                  <a:pt x="379" y="794"/>
                </a:lnTo>
                <a:lnTo>
                  <a:pt x="380" y="794"/>
                </a:lnTo>
                <a:lnTo>
                  <a:pt x="380" y="795"/>
                </a:lnTo>
                <a:lnTo>
                  <a:pt x="380" y="796"/>
                </a:lnTo>
                <a:lnTo>
                  <a:pt x="379" y="796"/>
                </a:lnTo>
                <a:lnTo>
                  <a:pt x="380" y="796"/>
                </a:lnTo>
                <a:lnTo>
                  <a:pt x="380" y="797"/>
                </a:lnTo>
                <a:lnTo>
                  <a:pt x="381" y="797"/>
                </a:lnTo>
                <a:lnTo>
                  <a:pt x="381" y="798"/>
                </a:lnTo>
                <a:lnTo>
                  <a:pt x="380" y="798"/>
                </a:lnTo>
                <a:lnTo>
                  <a:pt x="380" y="799"/>
                </a:lnTo>
                <a:lnTo>
                  <a:pt x="380" y="800"/>
                </a:lnTo>
                <a:lnTo>
                  <a:pt x="380" y="801"/>
                </a:lnTo>
                <a:lnTo>
                  <a:pt x="379" y="801"/>
                </a:lnTo>
                <a:lnTo>
                  <a:pt x="379" y="802"/>
                </a:lnTo>
                <a:lnTo>
                  <a:pt x="379" y="803"/>
                </a:lnTo>
                <a:lnTo>
                  <a:pt x="379" y="804"/>
                </a:lnTo>
                <a:lnTo>
                  <a:pt x="380" y="804"/>
                </a:lnTo>
                <a:lnTo>
                  <a:pt x="379" y="804"/>
                </a:lnTo>
                <a:lnTo>
                  <a:pt x="379" y="805"/>
                </a:lnTo>
                <a:lnTo>
                  <a:pt x="379" y="806"/>
                </a:lnTo>
                <a:lnTo>
                  <a:pt x="378" y="806"/>
                </a:lnTo>
                <a:lnTo>
                  <a:pt x="378" y="807"/>
                </a:lnTo>
                <a:lnTo>
                  <a:pt x="378" y="808"/>
                </a:lnTo>
                <a:lnTo>
                  <a:pt x="379" y="808"/>
                </a:lnTo>
                <a:lnTo>
                  <a:pt x="379" y="809"/>
                </a:lnTo>
                <a:lnTo>
                  <a:pt x="379" y="810"/>
                </a:lnTo>
                <a:lnTo>
                  <a:pt x="379" y="811"/>
                </a:lnTo>
                <a:lnTo>
                  <a:pt x="380" y="811"/>
                </a:lnTo>
                <a:lnTo>
                  <a:pt x="380" y="812"/>
                </a:lnTo>
                <a:lnTo>
                  <a:pt x="381" y="812"/>
                </a:lnTo>
                <a:lnTo>
                  <a:pt x="381" y="813"/>
                </a:lnTo>
                <a:lnTo>
                  <a:pt x="382" y="813"/>
                </a:lnTo>
                <a:lnTo>
                  <a:pt x="383" y="813"/>
                </a:lnTo>
                <a:lnTo>
                  <a:pt x="384" y="813"/>
                </a:lnTo>
                <a:lnTo>
                  <a:pt x="385" y="813"/>
                </a:lnTo>
                <a:lnTo>
                  <a:pt x="385" y="814"/>
                </a:lnTo>
                <a:lnTo>
                  <a:pt x="385" y="815"/>
                </a:lnTo>
                <a:lnTo>
                  <a:pt x="385" y="816"/>
                </a:lnTo>
                <a:lnTo>
                  <a:pt x="386" y="816"/>
                </a:lnTo>
                <a:lnTo>
                  <a:pt x="387" y="816"/>
                </a:lnTo>
                <a:lnTo>
                  <a:pt x="388" y="816"/>
                </a:lnTo>
                <a:lnTo>
                  <a:pt x="388" y="817"/>
                </a:lnTo>
                <a:lnTo>
                  <a:pt x="389" y="817"/>
                </a:lnTo>
                <a:lnTo>
                  <a:pt x="388" y="817"/>
                </a:lnTo>
                <a:lnTo>
                  <a:pt x="388" y="818"/>
                </a:lnTo>
                <a:lnTo>
                  <a:pt x="388" y="819"/>
                </a:lnTo>
                <a:lnTo>
                  <a:pt x="388" y="820"/>
                </a:lnTo>
                <a:lnTo>
                  <a:pt x="388" y="821"/>
                </a:lnTo>
                <a:lnTo>
                  <a:pt x="388" y="822"/>
                </a:lnTo>
                <a:lnTo>
                  <a:pt x="387" y="822"/>
                </a:lnTo>
                <a:lnTo>
                  <a:pt x="387" y="821"/>
                </a:lnTo>
                <a:lnTo>
                  <a:pt x="386" y="821"/>
                </a:lnTo>
                <a:lnTo>
                  <a:pt x="385" y="821"/>
                </a:lnTo>
                <a:lnTo>
                  <a:pt x="385" y="822"/>
                </a:lnTo>
                <a:lnTo>
                  <a:pt x="384" y="822"/>
                </a:lnTo>
                <a:lnTo>
                  <a:pt x="384" y="823"/>
                </a:lnTo>
                <a:lnTo>
                  <a:pt x="383" y="823"/>
                </a:lnTo>
                <a:lnTo>
                  <a:pt x="383" y="824"/>
                </a:lnTo>
                <a:lnTo>
                  <a:pt x="384" y="824"/>
                </a:lnTo>
                <a:lnTo>
                  <a:pt x="384" y="825"/>
                </a:lnTo>
                <a:lnTo>
                  <a:pt x="383" y="825"/>
                </a:lnTo>
                <a:lnTo>
                  <a:pt x="383" y="826"/>
                </a:lnTo>
                <a:lnTo>
                  <a:pt x="382" y="826"/>
                </a:lnTo>
                <a:lnTo>
                  <a:pt x="382" y="827"/>
                </a:lnTo>
                <a:lnTo>
                  <a:pt x="381" y="827"/>
                </a:lnTo>
                <a:lnTo>
                  <a:pt x="381" y="828"/>
                </a:lnTo>
                <a:lnTo>
                  <a:pt x="380" y="828"/>
                </a:lnTo>
                <a:lnTo>
                  <a:pt x="379" y="828"/>
                </a:lnTo>
                <a:lnTo>
                  <a:pt x="378" y="828"/>
                </a:lnTo>
                <a:lnTo>
                  <a:pt x="377" y="828"/>
                </a:lnTo>
                <a:lnTo>
                  <a:pt x="376" y="828"/>
                </a:lnTo>
                <a:lnTo>
                  <a:pt x="375" y="828"/>
                </a:lnTo>
                <a:lnTo>
                  <a:pt x="375" y="827"/>
                </a:lnTo>
                <a:lnTo>
                  <a:pt x="376" y="827"/>
                </a:lnTo>
                <a:lnTo>
                  <a:pt x="376" y="826"/>
                </a:lnTo>
                <a:lnTo>
                  <a:pt x="376" y="825"/>
                </a:lnTo>
                <a:lnTo>
                  <a:pt x="375" y="825"/>
                </a:lnTo>
                <a:lnTo>
                  <a:pt x="375" y="824"/>
                </a:lnTo>
                <a:lnTo>
                  <a:pt x="374" y="824"/>
                </a:lnTo>
                <a:lnTo>
                  <a:pt x="374" y="823"/>
                </a:lnTo>
                <a:lnTo>
                  <a:pt x="373" y="823"/>
                </a:lnTo>
                <a:lnTo>
                  <a:pt x="373" y="822"/>
                </a:lnTo>
                <a:lnTo>
                  <a:pt x="372" y="822"/>
                </a:lnTo>
                <a:lnTo>
                  <a:pt x="371" y="822"/>
                </a:lnTo>
                <a:lnTo>
                  <a:pt x="371" y="823"/>
                </a:lnTo>
                <a:lnTo>
                  <a:pt x="370" y="823"/>
                </a:lnTo>
                <a:lnTo>
                  <a:pt x="370" y="822"/>
                </a:lnTo>
                <a:lnTo>
                  <a:pt x="370" y="823"/>
                </a:lnTo>
                <a:lnTo>
                  <a:pt x="369" y="823"/>
                </a:lnTo>
                <a:lnTo>
                  <a:pt x="369" y="824"/>
                </a:lnTo>
                <a:lnTo>
                  <a:pt x="368" y="824"/>
                </a:lnTo>
                <a:lnTo>
                  <a:pt x="368" y="825"/>
                </a:lnTo>
                <a:lnTo>
                  <a:pt x="367" y="825"/>
                </a:lnTo>
                <a:lnTo>
                  <a:pt x="366" y="825"/>
                </a:lnTo>
                <a:lnTo>
                  <a:pt x="366" y="824"/>
                </a:lnTo>
                <a:lnTo>
                  <a:pt x="366" y="823"/>
                </a:lnTo>
                <a:lnTo>
                  <a:pt x="366" y="822"/>
                </a:lnTo>
                <a:lnTo>
                  <a:pt x="367" y="822"/>
                </a:lnTo>
                <a:lnTo>
                  <a:pt x="367" y="821"/>
                </a:lnTo>
                <a:lnTo>
                  <a:pt x="367" y="820"/>
                </a:lnTo>
                <a:lnTo>
                  <a:pt x="368" y="820"/>
                </a:lnTo>
                <a:lnTo>
                  <a:pt x="368" y="819"/>
                </a:lnTo>
                <a:lnTo>
                  <a:pt x="367" y="819"/>
                </a:lnTo>
                <a:lnTo>
                  <a:pt x="367" y="818"/>
                </a:lnTo>
                <a:lnTo>
                  <a:pt x="366" y="819"/>
                </a:lnTo>
                <a:lnTo>
                  <a:pt x="366" y="818"/>
                </a:lnTo>
                <a:lnTo>
                  <a:pt x="365" y="818"/>
                </a:lnTo>
                <a:lnTo>
                  <a:pt x="364" y="818"/>
                </a:lnTo>
                <a:lnTo>
                  <a:pt x="363" y="818"/>
                </a:lnTo>
                <a:lnTo>
                  <a:pt x="363" y="817"/>
                </a:lnTo>
                <a:lnTo>
                  <a:pt x="362" y="817"/>
                </a:lnTo>
                <a:lnTo>
                  <a:pt x="361" y="817"/>
                </a:lnTo>
                <a:lnTo>
                  <a:pt x="360" y="817"/>
                </a:lnTo>
                <a:lnTo>
                  <a:pt x="359" y="817"/>
                </a:lnTo>
                <a:lnTo>
                  <a:pt x="358" y="817"/>
                </a:lnTo>
                <a:lnTo>
                  <a:pt x="358" y="818"/>
                </a:lnTo>
                <a:lnTo>
                  <a:pt x="358" y="817"/>
                </a:lnTo>
                <a:lnTo>
                  <a:pt x="357" y="817"/>
                </a:lnTo>
                <a:lnTo>
                  <a:pt x="357" y="818"/>
                </a:lnTo>
                <a:lnTo>
                  <a:pt x="356" y="818"/>
                </a:lnTo>
                <a:lnTo>
                  <a:pt x="355" y="818"/>
                </a:lnTo>
                <a:lnTo>
                  <a:pt x="355" y="819"/>
                </a:lnTo>
                <a:lnTo>
                  <a:pt x="354" y="819"/>
                </a:lnTo>
                <a:lnTo>
                  <a:pt x="354" y="820"/>
                </a:lnTo>
                <a:lnTo>
                  <a:pt x="353" y="820"/>
                </a:lnTo>
                <a:lnTo>
                  <a:pt x="353" y="819"/>
                </a:lnTo>
                <a:lnTo>
                  <a:pt x="352" y="819"/>
                </a:lnTo>
                <a:lnTo>
                  <a:pt x="351" y="819"/>
                </a:lnTo>
                <a:lnTo>
                  <a:pt x="350" y="819"/>
                </a:lnTo>
                <a:lnTo>
                  <a:pt x="350" y="820"/>
                </a:lnTo>
                <a:lnTo>
                  <a:pt x="349" y="820"/>
                </a:lnTo>
                <a:lnTo>
                  <a:pt x="349" y="819"/>
                </a:lnTo>
                <a:lnTo>
                  <a:pt x="348" y="819"/>
                </a:lnTo>
                <a:lnTo>
                  <a:pt x="348" y="820"/>
                </a:lnTo>
                <a:lnTo>
                  <a:pt x="348" y="819"/>
                </a:lnTo>
                <a:lnTo>
                  <a:pt x="347" y="819"/>
                </a:lnTo>
                <a:lnTo>
                  <a:pt x="347" y="820"/>
                </a:lnTo>
                <a:lnTo>
                  <a:pt x="346" y="820"/>
                </a:lnTo>
                <a:lnTo>
                  <a:pt x="346" y="821"/>
                </a:lnTo>
                <a:lnTo>
                  <a:pt x="346" y="820"/>
                </a:lnTo>
                <a:lnTo>
                  <a:pt x="345" y="820"/>
                </a:lnTo>
                <a:lnTo>
                  <a:pt x="345" y="821"/>
                </a:lnTo>
                <a:lnTo>
                  <a:pt x="345" y="822"/>
                </a:lnTo>
                <a:lnTo>
                  <a:pt x="345" y="821"/>
                </a:lnTo>
                <a:lnTo>
                  <a:pt x="344" y="821"/>
                </a:lnTo>
                <a:lnTo>
                  <a:pt x="344" y="822"/>
                </a:lnTo>
                <a:lnTo>
                  <a:pt x="343" y="822"/>
                </a:lnTo>
                <a:lnTo>
                  <a:pt x="343" y="823"/>
                </a:lnTo>
                <a:lnTo>
                  <a:pt x="342" y="823"/>
                </a:lnTo>
                <a:lnTo>
                  <a:pt x="341" y="823"/>
                </a:lnTo>
                <a:lnTo>
                  <a:pt x="340" y="823"/>
                </a:lnTo>
                <a:lnTo>
                  <a:pt x="340" y="824"/>
                </a:lnTo>
                <a:lnTo>
                  <a:pt x="339" y="824"/>
                </a:lnTo>
                <a:lnTo>
                  <a:pt x="339" y="825"/>
                </a:lnTo>
                <a:lnTo>
                  <a:pt x="338" y="825"/>
                </a:lnTo>
                <a:lnTo>
                  <a:pt x="338" y="824"/>
                </a:lnTo>
                <a:lnTo>
                  <a:pt x="338" y="823"/>
                </a:lnTo>
                <a:lnTo>
                  <a:pt x="337" y="823"/>
                </a:lnTo>
                <a:lnTo>
                  <a:pt x="336" y="823"/>
                </a:lnTo>
                <a:lnTo>
                  <a:pt x="336" y="822"/>
                </a:lnTo>
                <a:lnTo>
                  <a:pt x="336" y="823"/>
                </a:lnTo>
                <a:lnTo>
                  <a:pt x="336" y="822"/>
                </a:lnTo>
                <a:lnTo>
                  <a:pt x="335" y="822"/>
                </a:lnTo>
                <a:lnTo>
                  <a:pt x="335" y="821"/>
                </a:lnTo>
                <a:lnTo>
                  <a:pt x="335" y="820"/>
                </a:lnTo>
                <a:lnTo>
                  <a:pt x="334" y="820"/>
                </a:lnTo>
                <a:lnTo>
                  <a:pt x="333" y="820"/>
                </a:lnTo>
                <a:lnTo>
                  <a:pt x="333" y="819"/>
                </a:lnTo>
                <a:lnTo>
                  <a:pt x="332" y="819"/>
                </a:lnTo>
                <a:lnTo>
                  <a:pt x="332" y="818"/>
                </a:lnTo>
                <a:lnTo>
                  <a:pt x="333" y="818"/>
                </a:lnTo>
                <a:lnTo>
                  <a:pt x="333" y="817"/>
                </a:lnTo>
                <a:lnTo>
                  <a:pt x="333" y="816"/>
                </a:lnTo>
                <a:lnTo>
                  <a:pt x="334" y="816"/>
                </a:lnTo>
                <a:lnTo>
                  <a:pt x="333" y="816"/>
                </a:lnTo>
                <a:lnTo>
                  <a:pt x="334" y="816"/>
                </a:lnTo>
                <a:lnTo>
                  <a:pt x="334" y="815"/>
                </a:lnTo>
                <a:lnTo>
                  <a:pt x="335" y="814"/>
                </a:lnTo>
                <a:lnTo>
                  <a:pt x="335" y="813"/>
                </a:lnTo>
                <a:lnTo>
                  <a:pt x="335" y="812"/>
                </a:lnTo>
                <a:lnTo>
                  <a:pt x="335" y="811"/>
                </a:lnTo>
                <a:lnTo>
                  <a:pt x="334" y="811"/>
                </a:lnTo>
                <a:lnTo>
                  <a:pt x="333" y="811"/>
                </a:lnTo>
                <a:lnTo>
                  <a:pt x="332" y="811"/>
                </a:lnTo>
                <a:lnTo>
                  <a:pt x="332" y="810"/>
                </a:lnTo>
                <a:lnTo>
                  <a:pt x="331" y="810"/>
                </a:lnTo>
                <a:lnTo>
                  <a:pt x="330" y="810"/>
                </a:lnTo>
                <a:lnTo>
                  <a:pt x="330" y="809"/>
                </a:lnTo>
                <a:lnTo>
                  <a:pt x="329" y="809"/>
                </a:lnTo>
                <a:lnTo>
                  <a:pt x="329" y="808"/>
                </a:lnTo>
                <a:lnTo>
                  <a:pt x="329" y="807"/>
                </a:lnTo>
                <a:lnTo>
                  <a:pt x="329" y="806"/>
                </a:lnTo>
                <a:lnTo>
                  <a:pt x="328" y="806"/>
                </a:lnTo>
                <a:lnTo>
                  <a:pt x="328" y="805"/>
                </a:lnTo>
                <a:lnTo>
                  <a:pt x="327" y="805"/>
                </a:lnTo>
                <a:lnTo>
                  <a:pt x="327" y="804"/>
                </a:lnTo>
                <a:lnTo>
                  <a:pt x="328" y="804"/>
                </a:lnTo>
                <a:lnTo>
                  <a:pt x="327" y="804"/>
                </a:lnTo>
                <a:lnTo>
                  <a:pt x="328" y="804"/>
                </a:lnTo>
                <a:lnTo>
                  <a:pt x="327" y="804"/>
                </a:lnTo>
                <a:lnTo>
                  <a:pt x="327" y="803"/>
                </a:lnTo>
                <a:lnTo>
                  <a:pt x="326" y="803"/>
                </a:lnTo>
                <a:lnTo>
                  <a:pt x="326" y="802"/>
                </a:lnTo>
                <a:lnTo>
                  <a:pt x="326" y="801"/>
                </a:lnTo>
                <a:lnTo>
                  <a:pt x="325" y="801"/>
                </a:lnTo>
                <a:lnTo>
                  <a:pt x="326" y="801"/>
                </a:lnTo>
                <a:lnTo>
                  <a:pt x="326" y="800"/>
                </a:lnTo>
                <a:lnTo>
                  <a:pt x="327" y="800"/>
                </a:lnTo>
                <a:lnTo>
                  <a:pt x="328" y="800"/>
                </a:lnTo>
                <a:lnTo>
                  <a:pt x="329" y="800"/>
                </a:lnTo>
                <a:lnTo>
                  <a:pt x="330" y="800"/>
                </a:lnTo>
                <a:lnTo>
                  <a:pt x="330" y="799"/>
                </a:lnTo>
                <a:lnTo>
                  <a:pt x="330" y="798"/>
                </a:lnTo>
                <a:lnTo>
                  <a:pt x="331" y="798"/>
                </a:lnTo>
                <a:lnTo>
                  <a:pt x="331" y="797"/>
                </a:lnTo>
                <a:lnTo>
                  <a:pt x="330" y="797"/>
                </a:lnTo>
                <a:lnTo>
                  <a:pt x="331" y="797"/>
                </a:lnTo>
                <a:lnTo>
                  <a:pt x="330" y="797"/>
                </a:lnTo>
                <a:lnTo>
                  <a:pt x="330" y="796"/>
                </a:lnTo>
                <a:lnTo>
                  <a:pt x="330" y="795"/>
                </a:lnTo>
                <a:lnTo>
                  <a:pt x="330" y="794"/>
                </a:lnTo>
                <a:lnTo>
                  <a:pt x="331" y="794"/>
                </a:lnTo>
                <a:lnTo>
                  <a:pt x="331" y="793"/>
                </a:lnTo>
                <a:lnTo>
                  <a:pt x="332" y="793"/>
                </a:lnTo>
                <a:lnTo>
                  <a:pt x="332" y="792"/>
                </a:lnTo>
                <a:lnTo>
                  <a:pt x="333" y="792"/>
                </a:lnTo>
                <a:lnTo>
                  <a:pt x="332" y="792"/>
                </a:lnTo>
                <a:lnTo>
                  <a:pt x="332" y="791"/>
                </a:lnTo>
                <a:lnTo>
                  <a:pt x="332" y="792"/>
                </a:lnTo>
                <a:lnTo>
                  <a:pt x="332" y="791"/>
                </a:lnTo>
                <a:lnTo>
                  <a:pt x="331" y="791"/>
                </a:lnTo>
                <a:lnTo>
                  <a:pt x="331" y="790"/>
                </a:lnTo>
                <a:lnTo>
                  <a:pt x="331" y="789"/>
                </a:lnTo>
                <a:lnTo>
                  <a:pt x="331" y="788"/>
                </a:lnTo>
                <a:lnTo>
                  <a:pt x="332" y="788"/>
                </a:lnTo>
                <a:lnTo>
                  <a:pt x="332" y="787"/>
                </a:lnTo>
                <a:lnTo>
                  <a:pt x="332" y="786"/>
                </a:lnTo>
                <a:lnTo>
                  <a:pt x="332" y="785"/>
                </a:lnTo>
                <a:lnTo>
                  <a:pt x="331" y="786"/>
                </a:lnTo>
                <a:lnTo>
                  <a:pt x="330" y="786"/>
                </a:lnTo>
                <a:lnTo>
                  <a:pt x="329" y="786"/>
                </a:lnTo>
                <a:lnTo>
                  <a:pt x="329" y="785"/>
                </a:lnTo>
                <a:lnTo>
                  <a:pt x="328" y="785"/>
                </a:lnTo>
                <a:lnTo>
                  <a:pt x="327" y="785"/>
                </a:lnTo>
                <a:lnTo>
                  <a:pt x="326" y="785"/>
                </a:lnTo>
                <a:lnTo>
                  <a:pt x="325" y="785"/>
                </a:lnTo>
                <a:lnTo>
                  <a:pt x="325" y="784"/>
                </a:lnTo>
                <a:lnTo>
                  <a:pt x="325" y="783"/>
                </a:lnTo>
                <a:lnTo>
                  <a:pt x="326" y="783"/>
                </a:lnTo>
                <a:lnTo>
                  <a:pt x="326" y="782"/>
                </a:lnTo>
                <a:lnTo>
                  <a:pt x="327" y="782"/>
                </a:lnTo>
                <a:lnTo>
                  <a:pt x="328" y="782"/>
                </a:lnTo>
                <a:lnTo>
                  <a:pt x="328" y="781"/>
                </a:lnTo>
                <a:lnTo>
                  <a:pt x="328" y="780"/>
                </a:lnTo>
                <a:lnTo>
                  <a:pt x="327" y="780"/>
                </a:lnTo>
                <a:lnTo>
                  <a:pt x="327" y="779"/>
                </a:lnTo>
                <a:lnTo>
                  <a:pt x="327" y="778"/>
                </a:lnTo>
                <a:lnTo>
                  <a:pt x="327" y="777"/>
                </a:lnTo>
                <a:lnTo>
                  <a:pt x="327" y="776"/>
                </a:lnTo>
                <a:lnTo>
                  <a:pt x="326" y="776"/>
                </a:lnTo>
                <a:lnTo>
                  <a:pt x="326" y="775"/>
                </a:lnTo>
                <a:lnTo>
                  <a:pt x="327" y="774"/>
                </a:lnTo>
                <a:lnTo>
                  <a:pt x="326" y="774"/>
                </a:lnTo>
                <a:lnTo>
                  <a:pt x="325" y="774"/>
                </a:lnTo>
                <a:lnTo>
                  <a:pt x="324" y="773"/>
                </a:lnTo>
                <a:lnTo>
                  <a:pt x="324" y="772"/>
                </a:lnTo>
                <a:lnTo>
                  <a:pt x="323" y="772"/>
                </a:lnTo>
                <a:lnTo>
                  <a:pt x="323" y="771"/>
                </a:lnTo>
                <a:lnTo>
                  <a:pt x="324" y="770"/>
                </a:lnTo>
                <a:lnTo>
                  <a:pt x="323" y="770"/>
                </a:lnTo>
                <a:lnTo>
                  <a:pt x="323" y="769"/>
                </a:lnTo>
                <a:lnTo>
                  <a:pt x="323" y="768"/>
                </a:lnTo>
                <a:lnTo>
                  <a:pt x="323" y="767"/>
                </a:lnTo>
                <a:lnTo>
                  <a:pt x="323" y="766"/>
                </a:lnTo>
                <a:lnTo>
                  <a:pt x="323" y="765"/>
                </a:lnTo>
                <a:lnTo>
                  <a:pt x="323" y="764"/>
                </a:lnTo>
                <a:lnTo>
                  <a:pt x="324" y="764"/>
                </a:lnTo>
                <a:lnTo>
                  <a:pt x="324" y="763"/>
                </a:lnTo>
                <a:lnTo>
                  <a:pt x="323" y="763"/>
                </a:lnTo>
                <a:lnTo>
                  <a:pt x="323" y="764"/>
                </a:lnTo>
                <a:lnTo>
                  <a:pt x="323" y="763"/>
                </a:lnTo>
                <a:lnTo>
                  <a:pt x="323" y="764"/>
                </a:lnTo>
                <a:lnTo>
                  <a:pt x="322" y="764"/>
                </a:lnTo>
                <a:lnTo>
                  <a:pt x="322" y="763"/>
                </a:lnTo>
                <a:lnTo>
                  <a:pt x="321" y="763"/>
                </a:lnTo>
                <a:lnTo>
                  <a:pt x="321" y="764"/>
                </a:lnTo>
                <a:lnTo>
                  <a:pt x="321" y="763"/>
                </a:lnTo>
                <a:lnTo>
                  <a:pt x="321" y="764"/>
                </a:lnTo>
                <a:lnTo>
                  <a:pt x="320" y="764"/>
                </a:lnTo>
                <a:lnTo>
                  <a:pt x="320" y="765"/>
                </a:lnTo>
                <a:lnTo>
                  <a:pt x="319" y="765"/>
                </a:lnTo>
                <a:lnTo>
                  <a:pt x="319" y="766"/>
                </a:lnTo>
                <a:lnTo>
                  <a:pt x="318" y="766"/>
                </a:lnTo>
                <a:lnTo>
                  <a:pt x="317" y="766"/>
                </a:lnTo>
                <a:lnTo>
                  <a:pt x="317" y="767"/>
                </a:lnTo>
                <a:lnTo>
                  <a:pt x="317" y="766"/>
                </a:lnTo>
                <a:lnTo>
                  <a:pt x="317" y="767"/>
                </a:lnTo>
                <a:lnTo>
                  <a:pt x="316" y="767"/>
                </a:lnTo>
                <a:lnTo>
                  <a:pt x="316" y="768"/>
                </a:lnTo>
                <a:lnTo>
                  <a:pt x="315" y="768"/>
                </a:lnTo>
                <a:lnTo>
                  <a:pt x="315" y="769"/>
                </a:lnTo>
                <a:lnTo>
                  <a:pt x="314" y="769"/>
                </a:lnTo>
                <a:lnTo>
                  <a:pt x="314" y="770"/>
                </a:lnTo>
                <a:lnTo>
                  <a:pt x="314" y="771"/>
                </a:lnTo>
                <a:lnTo>
                  <a:pt x="314" y="770"/>
                </a:lnTo>
                <a:lnTo>
                  <a:pt x="313" y="770"/>
                </a:lnTo>
                <a:lnTo>
                  <a:pt x="313" y="771"/>
                </a:lnTo>
                <a:lnTo>
                  <a:pt x="312" y="771"/>
                </a:lnTo>
                <a:lnTo>
                  <a:pt x="311" y="771"/>
                </a:lnTo>
                <a:lnTo>
                  <a:pt x="310" y="771"/>
                </a:lnTo>
                <a:lnTo>
                  <a:pt x="309" y="771"/>
                </a:lnTo>
                <a:lnTo>
                  <a:pt x="308" y="771"/>
                </a:lnTo>
                <a:lnTo>
                  <a:pt x="307" y="771"/>
                </a:lnTo>
                <a:lnTo>
                  <a:pt x="307" y="772"/>
                </a:lnTo>
                <a:lnTo>
                  <a:pt x="306" y="772"/>
                </a:lnTo>
                <a:lnTo>
                  <a:pt x="305" y="772"/>
                </a:lnTo>
                <a:lnTo>
                  <a:pt x="305" y="773"/>
                </a:lnTo>
                <a:lnTo>
                  <a:pt x="304" y="773"/>
                </a:lnTo>
                <a:lnTo>
                  <a:pt x="304" y="772"/>
                </a:lnTo>
                <a:lnTo>
                  <a:pt x="304" y="773"/>
                </a:lnTo>
                <a:lnTo>
                  <a:pt x="304" y="772"/>
                </a:lnTo>
                <a:lnTo>
                  <a:pt x="304" y="773"/>
                </a:lnTo>
                <a:lnTo>
                  <a:pt x="303" y="773"/>
                </a:lnTo>
                <a:lnTo>
                  <a:pt x="303" y="772"/>
                </a:lnTo>
                <a:lnTo>
                  <a:pt x="302" y="772"/>
                </a:lnTo>
                <a:lnTo>
                  <a:pt x="302" y="773"/>
                </a:lnTo>
                <a:lnTo>
                  <a:pt x="302" y="774"/>
                </a:lnTo>
                <a:lnTo>
                  <a:pt x="301" y="774"/>
                </a:lnTo>
                <a:lnTo>
                  <a:pt x="301" y="775"/>
                </a:lnTo>
                <a:lnTo>
                  <a:pt x="300" y="775"/>
                </a:lnTo>
                <a:lnTo>
                  <a:pt x="301" y="775"/>
                </a:lnTo>
                <a:lnTo>
                  <a:pt x="300" y="775"/>
                </a:lnTo>
                <a:lnTo>
                  <a:pt x="300" y="776"/>
                </a:lnTo>
                <a:lnTo>
                  <a:pt x="299" y="776"/>
                </a:lnTo>
                <a:lnTo>
                  <a:pt x="299" y="777"/>
                </a:lnTo>
                <a:lnTo>
                  <a:pt x="299" y="778"/>
                </a:lnTo>
                <a:lnTo>
                  <a:pt x="298" y="778"/>
                </a:lnTo>
                <a:lnTo>
                  <a:pt x="297" y="778"/>
                </a:lnTo>
                <a:lnTo>
                  <a:pt x="297" y="779"/>
                </a:lnTo>
                <a:lnTo>
                  <a:pt x="296" y="779"/>
                </a:lnTo>
                <a:lnTo>
                  <a:pt x="296" y="780"/>
                </a:lnTo>
                <a:lnTo>
                  <a:pt x="296" y="779"/>
                </a:lnTo>
                <a:lnTo>
                  <a:pt x="296" y="780"/>
                </a:lnTo>
                <a:lnTo>
                  <a:pt x="295" y="780"/>
                </a:lnTo>
                <a:lnTo>
                  <a:pt x="295" y="781"/>
                </a:lnTo>
                <a:lnTo>
                  <a:pt x="295" y="782"/>
                </a:lnTo>
                <a:lnTo>
                  <a:pt x="294" y="783"/>
                </a:lnTo>
                <a:lnTo>
                  <a:pt x="294" y="784"/>
                </a:lnTo>
                <a:lnTo>
                  <a:pt x="294" y="785"/>
                </a:lnTo>
                <a:lnTo>
                  <a:pt x="293" y="785"/>
                </a:lnTo>
                <a:lnTo>
                  <a:pt x="293" y="784"/>
                </a:lnTo>
                <a:lnTo>
                  <a:pt x="292" y="784"/>
                </a:lnTo>
                <a:lnTo>
                  <a:pt x="292" y="785"/>
                </a:lnTo>
                <a:lnTo>
                  <a:pt x="292" y="786"/>
                </a:lnTo>
                <a:lnTo>
                  <a:pt x="291" y="786"/>
                </a:lnTo>
                <a:lnTo>
                  <a:pt x="290" y="786"/>
                </a:lnTo>
                <a:lnTo>
                  <a:pt x="290" y="787"/>
                </a:lnTo>
                <a:lnTo>
                  <a:pt x="290" y="788"/>
                </a:lnTo>
                <a:lnTo>
                  <a:pt x="289" y="788"/>
                </a:lnTo>
                <a:lnTo>
                  <a:pt x="289" y="789"/>
                </a:lnTo>
                <a:lnTo>
                  <a:pt x="289" y="790"/>
                </a:lnTo>
                <a:lnTo>
                  <a:pt x="288" y="790"/>
                </a:lnTo>
                <a:lnTo>
                  <a:pt x="287" y="790"/>
                </a:lnTo>
                <a:lnTo>
                  <a:pt x="287" y="791"/>
                </a:lnTo>
                <a:lnTo>
                  <a:pt x="287" y="790"/>
                </a:lnTo>
                <a:lnTo>
                  <a:pt x="286" y="790"/>
                </a:lnTo>
                <a:lnTo>
                  <a:pt x="285" y="790"/>
                </a:lnTo>
                <a:lnTo>
                  <a:pt x="285" y="791"/>
                </a:lnTo>
                <a:lnTo>
                  <a:pt x="284" y="791"/>
                </a:lnTo>
                <a:lnTo>
                  <a:pt x="284" y="792"/>
                </a:lnTo>
                <a:lnTo>
                  <a:pt x="284" y="793"/>
                </a:lnTo>
                <a:lnTo>
                  <a:pt x="283" y="793"/>
                </a:lnTo>
                <a:lnTo>
                  <a:pt x="283" y="794"/>
                </a:lnTo>
                <a:lnTo>
                  <a:pt x="282" y="794"/>
                </a:lnTo>
                <a:lnTo>
                  <a:pt x="281" y="794"/>
                </a:lnTo>
                <a:lnTo>
                  <a:pt x="281" y="793"/>
                </a:lnTo>
                <a:lnTo>
                  <a:pt x="280" y="793"/>
                </a:lnTo>
                <a:lnTo>
                  <a:pt x="280" y="794"/>
                </a:lnTo>
                <a:lnTo>
                  <a:pt x="279" y="794"/>
                </a:lnTo>
                <a:lnTo>
                  <a:pt x="279" y="795"/>
                </a:lnTo>
                <a:lnTo>
                  <a:pt x="278" y="795"/>
                </a:lnTo>
                <a:lnTo>
                  <a:pt x="277" y="795"/>
                </a:lnTo>
                <a:lnTo>
                  <a:pt x="276" y="795"/>
                </a:lnTo>
                <a:lnTo>
                  <a:pt x="276" y="796"/>
                </a:lnTo>
                <a:lnTo>
                  <a:pt x="275" y="796"/>
                </a:lnTo>
                <a:lnTo>
                  <a:pt x="275" y="797"/>
                </a:lnTo>
                <a:lnTo>
                  <a:pt x="275" y="796"/>
                </a:lnTo>
                <a:lnTo>
                  <a:pt x="275" y="797"/>
                </a:lnTo>
                <a:lnTo>
                  <a:pt x="274" y="797"/>
                </a:lnTo>
                <a:lnTo>
                  <a:pt x="274" y="796"/>
                </a:lnTo>
                <a:lnTo>
                  <a:pt x="273" y="796"/>
                </a:lnTo>
                <a:lnTo>
                  <a:pt x="272" y="796"/>
                </a:lnTo>
                <a:lnTo>
                  <a:pt x="272" y="795"/>
                </a:lnTo>
                <a:lnTo>
                  <a:pt x="271" y="795"/>
                </a:lnTo>
                <a:lnTo>
                  <a:pt x="271" y="794"/>
                </a:lnTo>
                <a:lnTo>
                  <a:pt x="271" y="795"/>
                </a:lnTo>
                <a:lnTo>
                  <a:pt x="270" y="795"/>
                </a:lnTo>
                <a:lnTo>
                  <a:pt x="270" y="794"/>
                </a:lnTo>
                <a:lnTo>
                  <a:pt x="270" y="795"/>
                </a:lnTo>
                <a:lnTo>
                  <a:pt x="269" y="795"/>
                </a:lnTo>
                <a:lnTo>
                  <a:pt x="269" y="794"/>
                </a:lnTo>
                <a:lnTo>
                  <a:pt x="269" y="795"/>
                </a:lnTo>
                <a:lnTo>
                  <a:pt x="268" y="795"/>
                </a:lnTo>
                <a:lnTo>
                  <a:pt x="268" y="796"/>
                </a:lnTo>
                <a:lnTo>
                  <a:pt x="267" y="796"/>
                </a:lnTo>
                <a:lnTo>
                  <a:pt x="267" y="795"/>
                </a:lnTo>
                <a:lnTo>
                  <a:pt x="267" y="796"/>
                </a:lnTo>
                <a:lnTo>
                  <a:pt x="267" y="795"/>
                </a:lnTo>
                <a:lnTo>
                  <a:pt x="267" y="796"/>
                </a:lnTo>
                <a:lnTo>
                  <a:pt x="266" y="796"/>
                </a:lnTo>
                <a:lnTo>
                  <a:pt x="266" y="795"/>
                </a:lnTo>
                <a:lnTo>
                  <a:pt x="265" y="795"/>
                </a:lnTo>
                <a:lnTo>
                  <a:pt x="265" y="794"/>
                </a:lnTo>
                <a:lnTo>
                  <a:pt x="265" y="793"/>
                </a:lnTo>
                <a:lnTo>
                  <a:pt x="264" y="793"/>
                </a:lnTo>
                <a:lnTo>
                  <a:pt x="264" y="792"/>
                </a:lnTo>
                <a:lnTo>
                  <a:pt x="264" y="791"/>
                </a:lnTo>
                <a:lnTo>
                  <a:pt x="264" y="790"/>
                </a:lnTo>
                <a:lnTo>
                  <a:pt x="263" y="790"/>
                </a:lnTo>
                <a:lnTo>
                  <a:pt x="262" y="790"/>
                </a:lnTo>
                <a:lnTo>
                  <a:pt x="263" y="790"/>
                </a:lnTo>
                <a:lnTo>
                  <a:pt x="263" y="789"/>
                </a:lnTo>
                <a:lnTo>
                  <a:pt x="262" y="789"/>
                </a:lnTo>
                <a:lnTo>
                  <a:pt x="262" y="788"/>
                </a:lnTo>
                <a:lnTo>
                  <a:pt x="262" y="787"/>
                </a:lnTo>
                <a:lnTo>
                  <a:pt x="261" y="787"/>
                </a:lnTo>
                <a:lnTo>
                  <a:pt x="261" y="788"/>
                </a:lnTo>
                <a:lnTo>
                  <a:pt x="260" y="788"/>
                </a:lnTo>
                <a:lnTo>
                  <a:pt x="259" y="788"/>
                </a:lnTo>
                <a:lnTo>
                  <a:pt x="259" y="789"/>
                </a:lnTo>
                <a:lnTo>
                  <a:pt x="258" y="789"/>
                </a:lnTo>
                <a:lnTo>
                  <a:pt x="257" y="789"/>
                </a:lnTo>
                <a:lnTo>
                  <a:pt x="256" y="789"/>
                </a:lnTo>
                <a:lnTo>
                  <a:pt x="254" y="789"/>
                </a:lnTo>
                <a:lnTo>
                  <a:pt x="254" y="788"/>
                </a:lnTo>
                <a:lnTo>
                  <a:pt x="254" y="789"/>
                </a:lnTo>
                <a:lnTo>
                  <a:pt x="253" y="789"/>
                </a:lnTo>
                <a:lnTo>
                  <a:pt x="253" y="790"/>
                </a:lnTo>
                <a:lnTo>
                  <a:pt x="252" y="790"/>
                </a:lnTo>
                <a:lnTo>
                  <a:pt x="252" y="791"/>
                </a:lnTo>
                <a:lnTo>
                  <a:pt x="251" y="791"/>
                </a:lnTo>
                <a:lnTo>
                  <a:pt x="251" y="792"/>
                </a:lnTo>
                <a:lnTo>
                  <a:pt x="251" y="793"/>
                </a:lnTo>
                <a:lnTo>
                  <a:pt x="250" y="793"/>
                </a:lnTo>
                <a:lnTo>
                  <a:pt x="250" y="794"/>
                </a:lnTo>
                <a:lnTo>
                  <a:pt x="249" y="794"/>
                </a:lnTo>
                <a:lnTo>
                  <a:pt x="248" y="794"/>
                </a:lnTo>
                <a:lnTo>
                  <a:pt x="248" y="793"/>
                </a:lnTo>
                <a:lnTo>
                  <a:pt x="248" y="794"/>
                </a:lnTo>
                <a:lnTo>
                  <a:pt x="247" y="794"/>
                </a:lnTo>
                <a:lnTo>
                  <a:pt x="246" y="794"/>
                </a:lnTo>
                <a:lnTo>
                  <a:pt x="246" y="795"/>
                </a:lnTo>
                <a:lnTo>
                  <a:pt x="246" y="794"/>
                </a:lnTo>
                <a:lnTo>
                  <a:pt x="246" y="795"/>
                </a:lnTo>
                <a:lnTo>
                  <a:pt x="246" y="794"/>
                </a:lnTo>
                <a:lnTo>
                  <a:pt x="246" y="795"/>
                </a:lnTo>
                <a:lnTo>
                  <a:pt x="246" y="794"/>
                </a:lnTo>
                <a:lnTo>
                  <a:pt x="246" y="795"/>
                </a:lnTo>
                <a:lnTo>
                  <a:pt x="245" y="795"/>
                </a:lnTo>
                <a:lnTo>
                  <a:pt x="244" y="795"/>
                </a:lnTo>
                <a:lnTo>
                  <a:pt x="244" y="794"/>
                </a:lnTo>
                <a:lnTo>
                  <a:pt x="243" y="794"/>
                </a:lnTo>
                <a:lnTo>
                  <a:pt x="243" y="793"/>
                </a:lnTo>
                <a:lnTo>
                  <a:pt x="242" y="793"/>
                </a:lnTo>
                <a:lnTo>
                  <a:pt x="242" y="792"/>
                </a:lnTo>
                <a:lnTo>
                  <a:pt x="242" y="791"/>
                </a:lnTo>
                <a:lnTo>
                  <a:pt x="241" y="791"/>
                </a:lnTo>
                <a:lnTo>
                  <a:pt x="241" y="790"/>
                </a:lnTo>
                <a:lnTo>
                  <a:pt x="240" y="790"/>
                </a:lnTo>
                <a:lnTo>
                  <a:pt x="239" y="790"/>
                </a:lnTo>
                <a:lnTo>
                  <a:pt x="238" y="791"/>
                </a:lnTo>
                <a:lnTo>
                  <a:pt x="238" y="792"/>
                </a:lnTo>
                <a:lnTo>
                  <a:pt x="238" y="793"/>
                </a:lnTo>
                <a:lnTo>
                  <a:pt x="237" y="793"/>
                </a:lnTo>
                <a:lnTo>
                  <a:pt x="237" y="792"/>
                </a:lnTo>
                <a:lnTo>
                  <a:pt x="236" y="792"/>
                </a:lnTo>
                <a:lnTo>
                  <a:pt x="236" y="791"/>
                </a:lnTo>
                <a:lnTo>
                  <a:pt x="235" y="791"/>
                </a:lnTo>
                <a:lnTo>
                  <a:pt x="234" y="791"/>
                </a:lnTo>
                <a:lnTo>
                  <a:pt x="234" y="790"/>
                </a:lnTo>
                <a:lnTo>
                  <a:pt x="234" y="789"/>
                </a:lnTo>
                <a:lnTo>
                  <a:pt x="234" y="788"/>
                </a:lnTo>
                <a:lnTo>
                  <a:pt x="234" y="787"/>
                </a:lnTo>
                <a:lnTo>
                  <a:pt x="233" y="787"/>
                </a:lnTo>
                <a:lnTo>
                  <a:pt x="233" y="786"/>
                </a:lnTo>
                <a:lnTo>
                  <a:pt x="234" y="786"/>
                </a:lnTo>
                <a:lnTo>
                  <a:pt x="234" y="785"/>
                </a:lnTo>
                <a:lnTo>
                  <a:pt x="234" y="784"/>
                </a:lnTo>
                <a:lnTo>
                  <a:pt x="233" y="784"/>
                </a:lnTo>
                <a:lnTo>
                  <a:pt x="233" y="783"/>
                </a:lnTo>
                <a:lnTo>
                  <a:pt x="232" y="783"/>
                </a:lnTo>
                <a:lnTo>
                  <a:pt x="232" y="782"/>
                </a:lnTo>
                <a:lnTo>
                  <a:pt x="233" y="781"/>
                </a:lnTo>
                <a:lnTo>
                  <a:pt x="234" y="781"/>
                </a:lnTo>
                <a:lnTo>
                  <a:pt x="234" y="780"/>
                </a:lnTo>
                <a:lnTo>
                  <a:pt x="235" y="780"/>
                </a:lnTo>
                <a:lnTo>
                  <a:pt x="235" y="779"/>
                </a:lnTo>
                <a:lnTo>
                  <a:pt x="235" y="778"/>
                </a:lnTo>
                <a:lnTo>
                  <a:pt x="236" y="778"/>
                </a:lnTo>
                <a:lnTo>
                  <a:pt x="236" y="777"/>
                </a:lnTo>
                <a:lnTo>
                  <a:pt x="236" y="776"/>
                </a:lnTo>
                <a:lnTo>
                  <a:pt x="237" y="776"/>
                </a:lnTo>
                <a:lnTo>
                  <a:pt x="238" y="776"/>
                </a:lnTo>
                <a:lnTo>
                  <a:pt x="238" y="775"/>
                </a:lnTo>
                <a:lnTo>
                  <a:pt x="238" y="774"/>
                </a:lnTo>
                <a:lnTo>
                  <a:pt x="237" y="774"/>
                </a:lnTo>
                <a:lnTo>
                  <a:pt x="237" y="773"/>
                </a:lnTo>
                <a:lnTo>
                  <a:pt x="236" y="773"/>
                </a:lnTo>
                <a:lnTo>
                  <a:pt x="236" y="772"/>
                </a:lnTo>
                <a:lnTo>
                  <a:pt x="235" y="772"/>
                </a:lnTo>
                <a:lnTo>
                  <a:pt x="235" y="771"/>
                </a:lnTo>
                <a:lnTo>
                  <a:pt x="234" y="771"/>
                </a:lnTo>
                <a:lnTo>
                  <a:pt x="233" y="771"/>
                </a:lnTo>
                <a:lnTo>
                  <a:pt x="232" y="771"/>
                </a:lnTo>
                <a:lnTo>
                  <a:pt x="231" y="771"/>
                </a:lnTo>
                <a:lnTo>
                  <a:pt x="230" y="771"/>
                </a:lnTo>
                <a:lnTo>
                  <a:pt x="230" y="772"/>
                </a:lnTo>
                <a:lnTo>
                  <a:pt x="229" y="772"/>
                </a:lnTo>
                <a:lnTo>
                  <a:pt x="228" y="772"/>
                </a:lnTo>
                <a:lnTo>
                  <a:pt x="228" y="773"/>
                </a:lnTo>
                <a:lnTo>
                  <a:pt x="227" y="773"/>
                </a:lnTo>
                <a:lnTo>
                  <a:pt x="227" y="774"/>
                </a:lnTo>
                <a:lnTo>
                  <a:pt x="227" y="775"/>
                </a:lnTo>
                <a:lnTo>
                  <a:pt x="227" y="774"/>
                </a:lnTo>
                <a:lnTo>
                  <a:pt x="226" y="774"/>
                </a:lnTo>
                <a:lnTo>
                  <a:pt x="225" y="774"/>
                </a:lnTo>
                <a:lnTo>
                  <a:pt x="225" y="773"/>
                </a:lnTo>
                <a:lnTo>
                  <a:pt x="226" y="773"/>
                </a:lnTo>
                <a:lnTo>
                  <a:pt x="226" y="772"/>
                </a:lnTo>
                <a:lnTo>
                  <a:pt x="225" y="772"/>
                </a:lnTo>
                <a:lnTo>
                  <a:pt x="225" y="771"/>
                </a:lnTo>
                <a:lnTo>
                  <a:pt x="225" y="772"/>
                </a:lnTo>
                <a:lnTo>
                  <a:pt x="224" y="772"/>
                </a:lnTo>
                <a:lnTo>
                  <a:pt x="224" y="771"/>
                </a:lnTo>
                <a:lnTo>
                  <a:pt x="223" y="771"/>
                </a:lnTo>
                <a:lnTo>
                  <a:pt x="222" y="771"/>
                </a:lnTo>
                <a:lnTo>
                  <a:pt x="222" y="770"/>
                </a:lnTo>
                <a:lnTo>
                  <a:pt x="221" y="770"/>
                </a:lnTo>
                <a:lnTo>
                  <a:pt x="221" y="768"/>
                </a:lnTo>
                <a:lnTo>
                  <a:pt x="221" y="767"/>
                </a:lnTo>
                <a:lnTo>
                  <a:pt x="220" y="767"/>
                </a:lnTo>
                <a:lnTo>
                  <a:pt x="220" y="766"/>
                </a:lnTo>
                <a:lnTo>
                  <a:pt x="220" y="765"/>
                </a:lnTo>
                <a:lnTo>
                  <a:pt x="220" y="764"/>
                </a:lnTo>
                <a:lnTo>
                  <a:pt x="219" y="764"/>
                </a:lnTo>
                <a:lnTo>
                  <a:pt x="219" y="763"/>
                </a:lnTo>
                <a:lnTo>
                  <a:pt x="219" y="762"/>
                </a:lnTo>
                <a:lnTo>
                  <a:pt x="219" y="761"/>
                </a:lnTo>
                <a:lnTo>
                  <a:pt x="218" y="760"/>
                </a:lnTo>
                <a:lnTo>
                  <a:pt x="218" y="759"/>
                </a:lnTo>
                <a:lnTo>
                  <a:pt x="218" y="758"/>
                </a:lnTo>
                <a:lnTo>
                  <a:pt x="218" y="757"/>
                </a:lnTo>
                <a:lnTo>
                  <a:pt x="218" y="756"/>
                </a:lnTo>
                <a:lnTo>
                  <a:pt x="218" y="754"/>
                </a:lnTo>
                <a:lnTo>
                  <a:pt x="219" y="754"/>
                </a:lnTo>
                <a:lnTo>
                  <a:pt x="219" y="753"/>
                </a:lnTo>
                <a:lnTo>
                  <a:pt x="219" y="752"/>
                </a:lnTo>
                <a:lnTo>
                  <a:pt x="219" y="750"/>
                </a:lnTo>
                <a:lnTo>
                  <a:pt x="220" y="750"/>
                </a:lnTo>
                <a:lnTo>
                  <a:pt x="220" y="749"/>
                </a:lnTo>
                <a:lnTo>
                  <a:pt x="221" y="749"/>
                </a:lnTo>
                <a:lnTo>
                  <a:pt x="221" y="748"/>
                </a:lnTo>
                <a:lnTo>
                  <a:pt x="221" y="747"/>
                </a:lnTo>
                <a:lnTo>
                  <a:pt x="221" y="746"/>
                </a:lnTo>
                <a:lnTo>
                  <a:pt x="222" y="746"/>
                </a:lnTo>
                <a:lnTo>
                  <a:pt x="222" y="745"/>
                </a:lnTo>
                <a:lnTo>
                  <a:pt x="222" y="744"/>
                </a:lnTo>
                <a:lnTo>
                  <a:pt x="222" y="743"/>
                </a:lnTo>
                <a:lnTo>
                  <a:pt x="223" y="743"/>
                </a:lnTo>
                <a:lnTo>
                  <a:pt x="222" y="743"/>
                </a:lnTo>
                <a:lnTo>
                  <a:pt x="222" y="742"/>
                </a:lnTo>
                <a:lnTo>
                  <a:pt x="222" y="741"/>
                </a:lnTo>
                <a:lnTo>
                  <a:pt x="221" y="741"/>
                </a:lnTo>
                <a:lnTo>
                  <a:pt x="221" y="740"/>
                </a:lnTo>
                <a:lnTo>
                  <a:pt x="220" y="740"/>
                </a:lnTo>
                <a:lnTo>
                  <a:pt x="220" y="739"/>
                </a:lnTo>
                <a:lnTo>
                  <a:pt x="219" y="739"/>
                </a:lnTo>
                <a:lnTo>
                  <a:pt x="219" y="738"/>
                </a:lnTo>
                <a:lnTo>
                  <a:pt x="219" y="737"/>
                </a:lnTo>
                <a:lnTo>
                  <a:pt x="219" y="736"/>
                </a:lnTo>
                <a:lnTo>
                  <a:pt x="220" y="736"/>
                </a:lnTo>
                <a:lnTo>
                  <a:pt x="220" y="735"/>
                </a:lnTo>
                <a:lnTo>
                  <a:pt x="220" y="734"/>
                </a:lnTo>
                <a:lnTo>
                  <a:pt x="220" y="735"/>
                </a:lnTo>
                <a:lnTo>
                  <a:pt x="219" y="735"/>
                </a:lnTo>
                <a:lnTo>
                  <a:pt x="218" y="735"/>
                </a:lnTo>
                <a:lnTo>
                  <a:pt x="217" y="735"/>
                </a:lnTo>
                <a:lnTo>
                  <a:pt x="217" y="734"/>
                </a:lnTo>
                <a:lnTo>
                  <a:pt x="216" y="734"/>
                </a:lnTo>
                <a:lnTo>
                  <a:pt x="216" y="735"/>
                </a:lnTo>
                <a:lnTo>
                  <a:pt x="215" y="735"/>
                </a:lnTo>
                <a:lnTo>
                  <a:pt x="215" y="734"/>
                </a:lnTo>
                <a:lnTo>
                  <a:pt x="214" y="734"/>
                </a:lnTo>
                <a:lnTo>
                  <a:pt x="214" y="733"/>
                </a:lnTo>
                <a:lnTo>
                  <a:pt x="213" y="733"/>
                </a:lnTo>
                <a:lnTo>
                  <a:pt x="212" y="733"/>
                </a:lnTo>
                <a:lnTo>
                  <a:pt x="211" y="734"/>
                </a:lnTo>
                <a:lnTo>
                  <a:pt x="210" y="734"/>
                </a:lnTo>
                <a:lnTo>
                  <a:pt x="210" y="735"/>
                </a:lnTo>
                <a:lnTo>
                  <a:pt x="211" y="735"/>
                </a:lnTo>
                <a:lnTo>
                  <a:pt x="211" y="736"/>
                </a:lnTo>
                <a:lnTo>
                  <a:pt x="212" y="736"/>
                </a:lnTo>
                <a:lnTo>
                  <a:pt x="212" y="737"/>
                </a:lnTo>
                <a:lnTo>
                  <a:pt x="211" y="737"/>
                </a:lnTo>
                <a:lnTo>
                  <a:pt x="211" y="736"/>
                </a:lnTo>
                <a:lnTo>
                  <a:pt x="211" y="737"/>
                </a:lnTo>
                <a:lnTo>
                  <a:pt x="211" y="738"/>
                </a:lnTo>
                <a:lnTo>
                  <a:pt x="210" y="738"/>
                </a:lnTo>
                <a:lnTo>
                  <a:pt x="209" y="738"/>
                </a:lnTo>
                <a:lnTo>
                  <a:pt x="208" y="738"/>
                </a:lnTo>
                <a:lnTo>
                  <a:pt x="208" y="737"/>
                </a:lnTo>
                <a:lnTo>
                  <a:pt x="208" y="736"/>
                </a:lnTo>
                <a:lnTo>
                  <a:pt x="207" y="736"/>
                </a:lnTo>
                <a:lnTo>
                  <a:pt x="206" y="736"/>
                </a:lnTo>
                <a:lnTo>
                  <a:pt x="206" y="735"/>
                </a:lnTo>
                <a:lnTo>
                  <a:pt x="205" y="735"/>
                </a:lnTo>
                <a:lnTo>
                  <a:pt x="204" y="735"/>
                </a:lnTo>
                <a:lnTo>
                  <a:pt x="203" y="735"/>
                </a:lnTo>
                <a:lnTo>
                  <a:pt x="202" y="735"/>
                </a:lnTo>
                <a:lnTo>
                  <a:pt x="202" y="734"/>
                </a:lnTo>
                <a:lnTo>
                  <a:pt x="201" y="734"/>
                </a:lnTo>
                <a:lnTo>
                  <a:pt x="201" y="733"/>
                </a:lnTo>
                <a:lnTo>
                  <a:pt x="199" y="733"/>
                </a:lnTo>
                <a:lnTo>
                  <a:pt x="199" y="734"/>
                </a:lnTo>
                <a:lnTo>
                  <a:pt x="198" y="734"/>
                </a:lnTo>
                <a:lnTo>
                  <a:pt x="198" y="733"/>
                </a:lnTo>
                <a:lnTo>
                  <a:pt x="198" y="734"/>
                </a:lnTo>
                <a:lnTo>
                  <a:pt x="197" y="734"/>
                </a:lnTo>
                <a:lnTo>
                  <a:pt x="197" y="735"/>
                </a:lnTo>
                <a:lnTo>
                  <a:pt x="198" y="735"/>
                </a:lnTo>
                <a:lnTo>
                  <a:pt x="197" y="735"/>
                </a:lnTo>
                <a:lnTo>
                  <a:pt x="198" y="735"/>
                </a:lnTo>
                <a:lnTo>
                  <a:pt x="198" y="736"/>
                </a:lnTo>
                <a:lnTo>
                  <a:pt x="197" y="736"/>
                </a:lnTo>
                <a:lnTo>
                  <a:pt x="196" y="736"/>
                </a:lnTo>
                <a:lnTo>
                  <a:pt x="195" y="736"/>
                </a:lnTo>
                <a:lnTo>
                  <a:pt x="195" y="735"/>
                </a:lnTo>
                <a:lnTo>
                  <a:pt x="195" y="734"/>
                </a:lnTo>
                <a:lnTo>
                  <a:pt x="195" y="733"/>
                </a:lnTo>
                <a:lnTo>
                  <a:pt x="195" y="732"/>
                </a:lnTo>
                <a:lnTo>
                  <a:pt x="194" y="732"/>
                </a:lnTo>
                <a:lnTo>
                  <a:pt x="194" y="733"/>
                </a:lnTo>
                <a:lnTo>
                  <a:pt x="193" y="733"/>
                </a:lnTo>
                <a:lnTo>
                  <a:pt x="193" y="732"/>
                </a:lnTo>
                <a:lnTo>
                  <a:pt x="192" y="732"/>
                </a:lnTo>
                <a:lnTo>
                  <a:pt x="192" y="731"/>
                </a:lnTo>
                <a:lnTo>
                  <a:pt x="191" y="731"/>
                </a:lnTo>
                <a:lnTo>
                  <a:pt x="191" y="730"/>
                </a:lnTo>
                <a:lnTo>
                  <a:pt x="190" y="730"/>
                </a:lnTo>
                <a:lnTo>
                  <a:pt x="189" y="730"/>
                </a:lnTo>
                <a:lnTo>
                  <a:pt x="189" y="731"/>
                </a:lnTo>
                <a:lnTo>
                  <a:pt x="188" y="731"/>
                </a:lnTo>
                <a:lnTo>
                  <a:pt x="188" y="730"/>
                </a:lnTo>
                <a:lnTo>
                  <a:pt x="187" y="730"/>
                </a:lnTo>
                <a:lnTo>
                  <a:pt x="187" y="729"/>
                </a:lnTo>
                <a:lnTo>
                  <a:pt x="186" y="729"/>
                </a:lnTo>
                <a:lnTo>
                  <a:pt x="185" y="729"/>
                </a:lnTo>
                <a:lnTo>
                  <a:pt x="185" y="730"/>
                </a:lnTo>
                <a:lnTo>
                  <a:pt x="184" y="730"/>
                </a:lnTo>
                <a:lnTo>
                  <a:pt x="184" y="729"/>
                </a:lnTo>
                <a:lnTo>
                  <a:pt x="183" y="729"/>
                </a:lnTo>
                <a:lnTo>
                  <a:pt x="183" y="728"/>
                </a:lnTo>
                <a:lnTo>
                  <a:pt x="183" y="729"/>
                </a:lnTo>
                <a:lnTo>
                  <a:pt x="182" y="729"/>
                </a:lnTo>
                <a:lnTo>
                  <a:pt x="181" y="729"/>
                </a:lnTo>
                <a:lnTo>
                  <a:pt x="180" y="729"/>
                </a:lnTo>
                <a:lnTo>
                  <a:pt x="180" y="730"/>
                </a:lnTo>
                <a:lnTo>
                  <a:pt x="180" y="731"/>
                </a:lnTo>
                <a:lnTo>
                  <a:pt x="180" y="730"/>
                </a:lnTo>
                <a:lnTo>
                  <a:pt x="179" y="730"/>
                </a:lnTo>
                <a:lnTo>
                  <a:pt x="179" y="729"/>
                </a:lnTo>
                <a:lnTo>
                  <a:pt x="178" y="729"/>
                </a:lnTo>
                <a:lnTo>
                  <a:pt x="177" y="729"/>
                </a:lnTo>
                <a:lnTo>
                  <a:pt x="178" y="729"/>
                </a:lnTo>
                <a:lnTo>
                  <a:pt x="178" y="728"/>
                </a:lnTo>
                <a:lnTo>
                  <a:pt x="177" y="728"/>
                </a:lnTo>
                <a:lnTo>
                  <a:pt x="176" y="728"/>
                </a:lnTo>
                <a:lnTo>
                  <a:pt x="176" y="727"/>
                </a:lnTo>
                <a:lnTo>
                  <a:pt x="175" y="727"/>
                </a:lnTo>
                <a:lnTo>
                  <a:pt x="174" y="727"/>
                </a:lnTo>
                <a:lnTo>
                  <a:pt x="174" y="728"/>
                </a:lnTo>
                <a:lnTo>
                  <a:pt x="173" y="728"/>
                </a:lnTo>
                <a:lnTo>
                  <a:pt x="173" y="729"/>
                </a:lnTo>
                <a:lnTo>
                  <a:pt x="172" y="729"/>
                </a:lnTo>
                <a:lnTo>
                  <a:pt x="172" y="730"/>
                </a:lnTo>
                <a:lnTo>
                  <a:pt x="171" y="730"/>
                </a:lnTo>
                <a:lnTo>
                  <a:pt x="171" y="729"/>
                </a:lnTo>
                <a:lnTo>
                  <a:pt x="170" y="729"/>
                </a:lnTo>
                <a:lnTo>
                  <a:pt x="170" y="730"/>
                </a:lnTo>
                <a:lnTo>
                  <a:pt x="169" y="730"/>
                </a:lnTo>
                <a:lnTo>
                  <a:pt x="168" y="730"/>
                </a:lnTo>
                <a:lnTo>
                  <a:pt x="167" y="730"/>
                </a:lnTo>
                <a:lnTo>
                  <a:pt x="166" y="730"/>
                </a:lnTo>
                <a:lnTo>
                  <a:pt x="165" y="730"/>
                </a:lnTo>
                <a:lnTo>
                  <a:pt x="165" y="731"/>
                </a:lnTo>
                <a:lnTo>
                  <a:pt x="164" y="731"/>
                </a:lnTo>
                <a:lnTo>
                  <a:pt x="164" y="730"/>
                </a:lnTo>
                <a:lnTo>
                  <a:pt x="163" y="730"/>
                </a:lnTo>
                <a:lnTo>
                  <a:pt x="163" y="731"/>
                </a:lnTo>
                <a:lnTo>
                  <a:pt x="163" y="730"/>
                </a:lnTo>
                <a:lnTo>
                  <a:pt x="162" y="730"/>
                </a:lnTo>
                <a:lnTo>
                  <a:pt x="162" y="731"/>
                </a:lnTo>
                <a:lnTo>
                  <a:pt x="161" y="731"/>
                </a:lnTo>
                <a:lnTo>
                  <a:pt x="161" y="730"/>
                </a:lnTo>
                <a:lnTo>
                  <a:pt x="160" y="730"/>
                </a:lnTo>
                <a:lnTo>
                  <a:pt x="159" y="730"/>
                </a:lnTo>
                <a:lnTo>
                  <a:pt x="159" y="729"/>
                </a:lnTo>
                <a:lnTo>
                  <a:pt x="158" y="729"/>
                </a:lnTo>
                <a:lnTo>
                  <a:pt x="157" y="729"/>
                </a:lnTo>
                <a:lnTo>
                  <a:pt x="157" y="730"/>
                </a:lnTo>
                <a:lnTo>
                  <a:pt x="156" y="729"/>
                </a:lnTo>
                <a:lnTo>
                  <a:pt x="155" y="729"/>
                </a:lnTo>
                <a:lnTo>
                  <a:pt x="154" y="729"/>
                </a:lnTo>
                <a:lnTo>
                  <a:pt x="154" y="728"/>
                </a:lnTo>
                <a:lnTo>
                  <a:pt x="153" y="728"/>
                </a:lnTo>
                <a:lnTo>
                  <a:pt x="152" y="728"/>
                </a:lnTo>
                <a:lnTo>
                  <a:pt x="152" y="727"/>
                </a:lnTo>
                <a:lnTo>
                  <a:pt x="151" y="727"/>
                </a:lnTo>
                <a:lnTo>
                  <a:pt x="150" y="727"/>
                </a:lnTo>
                <a:lnTo>
                  <a:pt x="150" y="726"/>
                </a:lnTo>
                <a:lnTo>
                  <a:pt x="149" y="726"/>
                </a:lnTo>
                <a:lnTo>
                  <a:pt x="149" y="725"/>
                </a:lnTo>
                <a:lnTo>
                  <a:pt x="148" y="725"/>
                </a:lnTo>
                <a:lnTo>
                  <a:pt x="147" y="725"/>
                </a:lnTo>
                <a:lnTo>
                  <a:pt x="147" y="724"/>
                </a:lnTo>
                <a:lnTo>
                  <a:pt x="146" y="724"/>
                </a:lnTo>
                <a:lnTo>
                  <a:pt x="147" y="724"/>
                </a:lnTo>
                <a:lnTo>
                  <a:pt x="147" y="723"/>
                </a:lnTo>
                <a:lnTo>
                  <a:pt x="148" y="723"/>
                </a:lnTo>
                <a:lnTo>
                  <a:pt x="149" y="723"/>
                </a:lnTo>
                <a:lnTo>
                  <a:pt x="149" y="724"/>
                </a:lnTo>
                <a:lnTo>
                  <a:pt x="150" y="724"/>
                </a:lnTo>
                <a:lnTo>
                  <a:pt x="150" y="723"/>
                </a:lnTo>
                <a:lnTo>
                  <a:pt x="151" y="723"/>
                </a:lnTo>
                <a:lnTo>
                  <a:pt x="150" y="723"/>
                </a:lnTo>
                <a:lnTo>
                  <a:pt x="149" y="723"/>
                </a:lnTo>
                <a:lnTo>
                  <a:pt x="149" y="722"/>
                </a:lnTo>
                <a:lnTo>
                  <a:pt x="149" y="723"/>
                </a:lnTo>
                <a:lnTo>
                  <a:pt x="149" y="722"/>
                </a:lnTo>
                <a:lnTo>
                  <a:pt x="148" y="722"/>
                </a:lnTo>
                <a:lnTo>
                  <a:pt x="149" y="722"/>
                </a:lnTo>
                <a:lnTo>
                  <a:pt x="148" y="721"/>
                </a:lnTo>
                <a:lnTo>
                  <a:pt x="149" y="721"/>
                </a:lnTo>
                <a:lnTo>
                  <a:pt x="149" y="720"/>
                </a:lnTo>
                <a:lnTo>
                  <a:pt x="150" y="720"/>
                </a:lnTo>
                <a:lnTo>
                  <a:pt x="150" y="719"/>
                </a:lnTo>
                <a:lnTo>
                  <a:pt x="150" y="718"/>
                </a:lnTo>
                <a:lnTo>
                  <a:pt x="151" y="718"/>
                </a:lnTo>
                <a:lnTo>
                  <a:pt x="151" y="717"/>
                </a:lnTo>
                <a:lnTo>
                  <a:pt x="151" y="716"/>
                </a:lnTo>
                <a:lnTo>
                  <a:pt x="152" y="716"/>
                </a:lnTo>
                <a:lnTo>
                  <a:pt x="153" y="716"/>
                </a:lnTo>
                <a:lnTo>
                  <a:pt x="153" y="715"/>
                </a:lnTo>
                <a:lnTo>
                  <a:pt x="154" y="715"/>
                </a:lnTo>
                <a:lnTo>
                  <a:pt x="154" y="714"/>
                </a:lnTo>
                <a:lnTo>
                  <a:pt x="153" y="714"/>
                </a:lnTo>
                <a:lnTo>
                  <a:pt x="153" y="712"/>
                </a:lnTo>
                <a:lnTo>
                  <a:pt x="154" y="712"/>
                </a:lnTo>
                <a:lnTo>
                  <a:pt x="154" y="711"/>
                </a:lnTo>
                <a:lnTo>
                  <a:pt x="153" y="710"/>
                </a:lnTo>
                <a:lnTo>
                  <a:pt x="154" y="710"/>
                </a:lnTo>
                <a:lnTo>
                  <a:pt x="154" y="709"/>
                </a:lnTo>
                <a:lnTo>
                  <a:pt x="155" y="708"/>
                </a:lnTo>
                <a:lnTo>
                  <a:pt x="155" y="707"/>
                </a:lnTo>
                <a:lnTo>
                  <a:pt x="155" y="706"/>
                </a:lnTo>
                <a:lnTo>
                  <a:pt x="156" y="706"/>
                </a:lnTo>
                <a:lnTo>
                  <a:pt x="156" y="705"/>
                </a:lnTo>
                <a:lnTo>
                  <a:pt x="157" y="705"/>
                </a:lnTo>
                <a:lnTo>
                  <a:pt x="157" y="704"/>
                </a:lnTo>
                <a:lnTo>
                  <a:pt x="158" y="704"/>
                </a:lnTo>
                <a:lnTo>
                  <a:pt x="157" y="704"/>
                </a:lnTo>
                <a:lnTo>
                  <a:pt x="157" y="702"/>
                </a:lnTo>
                <a:lnTo>
                  <a:pt x="157" y="701"/>
                </a:lnTo>
                <a:lnTo>
                  <a:pt x="156" y="701"/>
                </a:lnTo>
                <a:lnTo>
                  <a:pt x="156" y="700"/>
                </a:lnTo>
                <a:lnTo>
                  <a:pt x="155" y="700"/>
                </a:lnTo>
                <a:lnTo>
                  <a:pt x="155" y="699"/>
                </a:lnTo>
                <a:lnTo>
                  <a:pt x="156" y="699"/>
                </a:lnTo>
                <a:lnTo>
                  <a:pt x="157" y="699"/>
                </a:lnTo>
                <a:lnTo>
                  <a:pt x="157" y="698"/>
                </a:lnTo>
                <a:lnTo>
                  <a:pt x="158" y="698"/>
                </a:lnTo>
                <a:lnTo>
                  <a:pt x="159" y="698"/>
                </a:lnTo>
                <a:lnTo>
                  <a:pt x="159" y="697"/>
                </a:lnTo>
                <a:lnTo>
                  <a:pt x="160" y="697"/>
                </a:lnTo>
                <a:lnTo>
                  <a:pt x="160" y="696"/>
                </a:lnTo>
                <a:lnTo>
                  <a:pt x="160" y="695"/>
                </a:lnTo>
                <a:lnTo>
                  <a:pt x="161" y="695"/>
                </a:lnTo>
                <a:lnTo>
                  <a:pt x="161" y="694"/>
                </a:lnTo>
                <a:lnTo>
                  <a:pt x="162" y="694"/>
                </a:lnTo>
                <a:lnTo>
                  <a:pt x="163" y="694"/>
                </a:lnTo>
                <a:lnTo>
                  <a:pt x="163" y="693"/>
                </a:lnTo>
                <a:lnTo>
                  <a:pt x="164" y="692"/>
                </a:lnTo>
                <a:lnTo>
                  <a:pt x="164" y="691"/>
                </a:lnTo>
                <a:lnTo>
                  <a:pt x="165" y="691"/>
                </a:lnTo>
                <a:lnTo>
                  <a:pt x="165" y="690"/>
                </a:lnTo>
                <a:lnTo>
                  <a:pt x="166" y="690"/>
                </a:lnTo>
                <a:lnTo>
                  <a:pt x="166" y="689"/>
                </a:lnTo>
                <a:lnTo>
                  <a:pt x="167" y="689"/>
                </a:lnTo>
                <a:lnTo>
                  <a:pt x="167" y="688"/>
                </a:lnTo>
                <a:lnTo>
                  <a:pt x="166" y="687"/>
                </a:lnTo>
                <a:lnTo>
                  <a:pt x="165" y="687"/>
                </a:lnTo>
                <a:lnTo>
                  <a:pt x="165" y="686"/>
                </a:lnTo>
                <a:lnTo>
                  <a:pt x="165" y="685"/>
                </a:lnTo>
                <a:lnTo>
                  <a:pt x="165" y="684"/>
                </a:lnTo>
                <a:lnTo>
                  <a:pt x="165" y="683"/>
                </a:lnTo>
                <a:lnTo>
                  <a:pt x="166" y="683"/>
                </a:lnTo>
                <a:lnTo>
                  <a:pt x="166" y="682"/>
                </a:lnTo>
                <a:lnTo>
                  <a:pt x="167" y="682"/>
                </a:lnTo>
                <a:lnTo>
                  <a:pt x="167" y="681"/>
                </a:lnTo>
                <a:lnTo>
                  <a:pt x="167" y="680"/>
                </a:lnTo>
                <a:lnTo>
                  <a:pt x="167" y="679"/>
                </a:lnTo>
                <a:lnTo>
                  <a:pt x="166" y="679"/>
                </a:lnTo>
                <a:lnTo>
                  <a:pt x="166" y="678"/>
                </a:lnTo>
                <a:lnTo>
                  <a:pt x="166" y="677"/>
                </a:lnTo>
                <a:lnTo>
                  <a:pt x="166" y="676"/>
                </a:lnTo>
                <a:lnTo>
                  <a:pt x="165" y="676"/>
                </a:lnTo>
                <a:lnTo>
                  <a:pt x="165" y="675"/>
                </a:lnTo>
                <a:lnTo>
                  <a:pt x="165" y="673"/>
                </a:lnTo>
                <a:lnTo>
                  <a:pt x="165" y="672"/>
                </a:lnTo>
                <a:lnTo>
                  <a:pt x="165" y="671"/>
                </a:lnTo>
                <a:lnTo>
                  <a:pt x="164" y="671"/>
                </a:lnTo>
                <a:lnTo>
                  <a:pt x="164" y="670"/>
                </a:lnTo>
                <a:lnTo>
                  <a:pt x="164" y="669"/>
                </a:lnTo>
                <a:lnTo>
                  <a:pt x="164" y="668"/>
                </a:lnTo>
                <a:lnTo>
                  <a:pt x="163" y="668"/>
                </a:lnTo>
                <a:lnTo>
                  <a:pt x="163" y="667"/>
                </a:lnTo>
                <a:lnTo>
                  <a:pt x="163" y="666"/>
                </a:lnTo>
                <a:lnTo>
                  <a:pt x="162" y="666"/>
                </a:lnTo>
                <a:lnTo>
                  <a:pt x="162" y="665"/>
                </a:lnTo>
                <a:lnTo>
                  <a:pt x="161" y="665"/>
                </a:lnTo>
                <a:lnTo>
                  <a:pt x="161" y="664"/>
                </a:lnTo>
                <a:lnTo>
                  <a:pt x="162" y="664"/>
                </a:lnTo>
                <a:lnTo>
                  <a:pt x="162" y="663"/>
                </a:lnTo>
                <a:lnTo>
                  <a:pt x="162" y="662"/>
                </a:lnTo>
                <a:lnTo>
                  <a:pt x="162" y="663"/>
                </a:lnTo>
                <a:lnTo>
                  <a:pt x="162" y="662"/>
                </a:lnTo>
                <a:lnTo>
                  <a:pt x="163" y="662"/>
                </a:lnTo>
                <a:lnTo>
                  <a:pt x="164" y="662"/>
                </a:lnTo>
                <a:lnTo>
                  <a:pt x="165" y="662"/>
                </a:lnTo>
                <a:lnTo>
                  <a:pt x="165" y="661"/>
                </a:lnTo>
                <a:lnTo>
                  <a:pt x="166" y="661"/>
                </a:lnTo>
                <a:lnTo>
                  <a:pt x="167" y="661"/>
                </a:lnTo>
                <a:lnTo>
                  <a:pt x="167" y="660"/>
                </a:lnTo>
                <a:lnTo>
                  <a:pt x="168" y="660"/>
                </a:lnTo>
                <a:lnTo>
                  <a:pt x="168" y="659"/>
                </a:lnTo>
                <a:lnTo>
                  <a:pt x="167" y="659"/>
                </a:lnTo>
                <a:lnTo>
                  <a:pt x="167" y="658"/>
                </a:lnTo>
                <a:lnTo>
                  <a:pt x="168" y="658"/>
                </a:lnTo>
                <a:lnTo>
                  <a:pt x="168" y="657"/>
                </a:lnTo>
                <a:lnTo>
                  <a:pt x="168" y="656"/>
                </a:lnTo>
                <a:lnTo>
                  <a:pt x="168" y="655"/>
                </a:lnTo>
                <a:lnTo>
                  <a:pt x="169" y="655"/>
                </a:lnTo>
                <a:lnTo>
                  <a:pt x="170" y="655"/>
                </a:lnTo>
                <a:lnTo>
                  <a:pt x="170" y="654"/>
                </a:lnTo>
                <a:lnTo>
                  <a:pt x="171" y="654"/>
                </a:lnTo>
                <a:lnTo>
                  <a:pt x="172" y="653"/>
                </a:lnTo>
                <a:lnTo>
                  <a:pt x="173" y="653"/>
                </a:lnTo>
                <a:lnTo>
                  <a:pt x="174" y="653"/>
                </a:lnTo>
                <a:lnTo>
                  <a:pt x="174" y="652"/>
                </a:lnTo>
                <a:lnTo>
                  <a:pt x="173" y="652"/>
                </a:lnTo>
                <a:lnTo>
                  <a:pt x="173" y="651"/>
                </a:lnTo>
                <a:lnTo>
                  <a:pt x="173" y="650"/>
                </a:lnTo>
                <a:lnTo>
                  <a:pt x="173" y="649"/>
                </a:lnTo>
                <a:lnTo>
                  <a:pt x="172" y="649"/>
                </a:lnTo>
                <a:lnTo>
                  <a:pt x="172" y="648"/>
                </a:lnTo>
                <a:lnTo>
                  <a:pt x="172" y="647"/>
                </a:lnTo>
                <a:lnTo>
                  <a:pt x="172" y="646"/>
                </a:lnTo>
                <a:lnTo>
                  <a:pt x="172" y="645"/>
                </a:lnTo>
                <a:lnTo>
                  <a:pt x="172" y="644"/>
                </a:lnTo>
                <a:lnTo>
                  <a:pt x="172" y="643"/>
                </a:lnTo>
                <a:lnTo>
                  <a:pt x="173" y="643"/>
                </a:lnTo>
                <a:lnTo>
                  <a:pt x="173" y="644"/>
                </a:lnTo>
                <a:lnTo>
                  <a:pt x="174" y="644"/>
                </a:lnTo>
                <a:lnTo>
                  <a:pt x="175" y="644"/>
                </a:lnTo>
                <a:lnTo>
                  <a:pt x="175" y="645"/>
                </a:lnTo>
                <a:lnTo>
                  <a:pt x="176" y="645"/>
                </a:lnTo>
                <a:lnTo>
                  <a:pt x="176" y="646"/>
                </a:lnTo>
                <a:lnTo>
                  <a:pt x="177" y="646"/>
                </a:lnTo>
                <a:lnTo>
                  <a:pt x="178" y="646"/>
                </a:lnTo>
                <a:lnTo>
                  <a:pt x="178" y="647"/>
                </a:lnTo>
                <a:lnTo>
                  <a:pt x="179" y="647"/>
                </a:lnTo>
                <a:lnTo>
                  <a:pt x="180" y="647"/>
                </a:lnTo>
                <a:lnTo>
                  <a:pt x="181" y="647"/>
                </a:lnTo>
                <a:lnTo>
                  <a:pt x="182" y="647"/>
                </a:lnTo>
                <a:lnTo>
                  <a:pt x="183" y="647"/>
                </a:lnTo>
                <a:lnTo>
                  <a:pt x="183" y="646"/>
                </a:lnTo>
                <a:lnTo>
                  <a:pt x="183" y="645"/>
                </a:lnTo>
                <a:lnTo>
                  <a:pt x="183" y="644"/>
                </a:lnTo>
                <a:lnTo>
                  <a:pt x="184" y="644"/>
                </a:lnTo>
                <a:lnTo>
                  <a:pt x="183" y="644"/>
                </a:lnTo>
                <a:lnTo>
                  <a:pt x="183" y="643"/>
                </a:lnTo>
                <a:lnTo>
                  <a:pt x="183" y="642"/>
                </a:lnTo>
                <a:lnTo>
                  <a:pt x="182" y="642"/>
                </a:lnTo>
                <a:lnTo>
                  <a:pt x="182" y="641"/>
                </a:lnTo>
                <a:lnTo>
                  <a:pt x="181" y="641"/>
                </a:lnTo>
                <a:lnTo>
                  <a:pt x="181" y="640"/>
                </a:lnTo>
                <a:lnTo>
                  <a:pt x="180" y="640"/>
                </a:lnTo>
                <a:lnTo>
                  <a:pt x="180" y="639"/>
                </a:lnTo>
                <a:lnTo>
                  <a:pt x="180" y="638"/>
                </a:lnTo>
                <a:lnTo>
                  <a:pt x="179" y="638"/>
                </a:lnTo>
                <a:lnTo>
                  <a:pt x="179" y="637"/>
                </a:lnTo>
                <a:lnTo>
                  <a:pt x="180" y="637"/>
                </a:lnTo>
                <a:lnTo>
                  <a:pt x="180" y="636"/>
                </a:lnTo>
                <a:lnTo>
                  <a:pt x="179" y="636"/>
                </a:lnTo>
                <a:lnTo>
                  <a:pt x="180" y="636"/>
                </a:lnTo>
                <a:lnTo>
                  <a:pt x="179" y="636"/>
                </a:lnTo>
                <a:lnTo>
                  <a:pt x="179" y="635"/>
                </a:lnTo>
                <a:lnTo>
                  <a:pt x="180" y="635"/>
                </a:lnTo>
                <a:lnTo>
                  <a:pt x="180" y="634"/>
                </a:lnTo>
                <a:lnTo>
                  <a:pt x="179" y="634"/>
                </a:lnTo>
                <a:lnTo>
                  <a:pt x="179" y="633"/>
                </a:lnTo>
                <a:lnTo>
                  <a:pt x="180" y="633"/>
                </a:lnTo>
                <a:lnTo>
                  <a:pt x="180" y="632"/>
                </a:lnTo>
                <a:lnTo>
                  <a:pt x="180" y="631"/>
                </a:lnTo>
                <a:lnTo>
                  <a:pt x="180" y="630"/>
                </a:lnTo>
                <a:lnTo>
                  <a:pt x="180" y="629"/>
                </a:lnTo>
                <a:lnTo>
                  <a:pt x="179" y="629"/>
                </a:lnTo>
                <a:lnTo>
                  <a:pt x="178" y="629"/>
                </a:lnTo>
                <a:lnTo>
                  <a:pt x="176" y="629"/>
                </a:lnTo>
                <a:lnTo>
                  <a:pt x="176" y="628"/>
                </a:lnTo>
                <a:lnTo>
                  <a:pt x="175" y="629"/>
                </a:lnTo>
                <a:lnTo>
                  <a:pt x="174" y="629"/>
                </a:lnTo>
                <a:lnTo>
                  <a:pt x="174" y="628"/>
                </a:lnTo>
                <a:lnTo>
                  <a:pt x="174" y="629"/>
                </a:lnTo>
                <a:lnTo>
                  <a:pt x="173" y="629"/>
                </a:lnTo>
                <a:lnTo>
                  <a:pt x="173" y="628"/>
                </a:lnTo>
                <a:lnTo>
                  <a:pt x="173" y="629"/>
                </a:lnTo>
                <a:lnTo>
                  <a:pt x="173" y="628"/>
                </a:lnTo>
                <a:lnTo>
                  <a:pt x="172" y="628"/>
                </a:lnTo>
                <a:lnTo>
                  <a:pt x="172" y="629"/>
                </a:lnTo>
                <a:lnTo>
                  <a:pt x="172" y="628"/>
                </a:lnTo>
                <a:lnTo>
                  <a:pt x="171" y="628"/>
                </a:lnTo>
                <a:lnTo>
                  <a:pt x="170" y="628"/>
                </a:lnTo>
                <a:lnTo>
                  <a:pt x="170" y="627"/>
                </a:lnTo>
                <a:lnTo>
                  <a:pt x="169" y="627"/>
                </a:lnTo>
                <a:lnTo>
                  <a:pt x="168" y="627"/>
                </a:lnTo>
                <a:lnTo>
                  <a:pt x="167" y="627"/>
                </a:lnTo>
                <a:lnTo>
                  <a:pt x="167" y="626"/>
                </a:lnTo>
                <a:lnTo>
                  <a:pt x="166" y="626"/>
                </a:lnTo>
                <a:lnTo>
                  <a:pt x="166" y="625"/>
                </a:lnTo>
                <a:lnTo>
                  <a:pt x="165" y="625"/>
                </a:lnTo>
                <a:lnTo>
                  <a:pt x="165" y="624"/>
                </a:lnTo>
                <a:lnTo>
                  <a:pt x="164" y="624"/>
                </a:lnTo>
                <a:lnTo>
                  <a:pt x="164" y="623"/>
                </a:lnTo>
                <a:lnTo>
                  <a:pt x="163" y="623"/>
                </a:lnTo>
                <a:lnTo>
                  <a:pt x="163" y="624"/>
                </a:lnTo>
                <a:lnTo>
                  <a:pt x="163" y="623"/>
                </a:lnTo>
                <a:lnTo>
                  <a:pt x="162" y="623"/>
                </a:lnTo>
                <a:lnTo>
                  <a:pt x="162" y="624"/>
                </a:lnTo>
                <a:lnTo>
                  <a:pt x="162" y="625"/>
                </a:lnTo>
                <a:lnTo>
                  <a:pt x="161" y="625"/>
                </a:lnTo>
                <a:lnTo>
                  <a:pt x="162" y="625"/>
                </a:lnTo>
                <a:lnTo>
                  <a:pt x="162" y="626"/>
                </a:lnTo>
                <a:lnTo>
                  <a:pt x="161" y="626"/>
                </a:lnTo>
                <a:lnTo>
                  <a:pt x="160" y="626"/>
                </a:lnTo>
                <a:lnTo>
                  <a:pt x="160" y="627"/>
                </a:lnTo>
                <a:lnTo>
                  <a:pt x="160" y="626"/>
                </a:lnTo>
                <a:lnTo>
                  <a:pt x="159" y="626"/>
                </a:lnTo>
                <a:lnTo>
                  <a:pt x="158" y="626"/>
                </a:lnTo>
                <a:lnTo>
                  <a:pt x="158" y="627"/>
                </a:lnTo>
                <a:lnTo>
                  <a:pt x="157" y="627"/>
                </a:lnTo>
                <a:lnTo>
                  <a:pt x="156" y="627"/>
                </a:lnTo>
                <a:lnTo>
                  <a:pt x="156" y="628"/>
                </a:lnTo>
                <a:lnTo>
                  <a:pt x="156" y="629"/>
                </a:lnTo>
                <a:lnTo>
                  <a:pt x="155" y="629"/>
                </a:lnTo>
                <a:lnTo>
                  <a:pt x="154" y="629"/>
                </a:lnTo>
                <a:lnTo>
                  <a:pt x="154" y="628"/>
                </a:lnTo>
                <a:lnTo>
                  <a:pt x="153" y="628"/>
                </a:lnTo>
                <a:lnTo>
                  <a:pt x="152" y="628"/>
                </a:lnTo>
                <a:lnTo>
                  <a:pt x="152" y="627"/>
                </a:lnTo>
                <a:lnTo>
                  <a:pt x="151" y="627"/>
                </a:lnTo>
                <a:lnTo>
                  <a:pt x="151" y="626"/>
                </a:lnTo>
                <a:lnTo>
                  <a:pt x="150" y="626"/>
                </a:lnTo>
                <a:lnTo>
                  <a:pt x="150" y="627"/>
                </a:lnTo>
                <a:lnTo>
                  <a:pt x="149" y="627"/>
                </a:lnTo>
                <a:lnTo>
                  <a:pt x="149" y="626"/>
                </a:lnTo>
                <a:lnTo>
                  <a:pt x="148" y="626"/>
                </a:lnTo>
                <a:lnTo>
                  <a:pt x="147" y="626"/>
                </a:lnTo>
                <a:lnTo>
                  <a:pt x="146" y="626"/>
                </a:lnTo>
                <a:lnTo>
                  <a:pt x="145" y="626"/>
                </a:lnTo>
                <a:lnTo>
                  <a:pt x="145" y="627"/>
                </a:lnTo>
                <a:lnTo>
                  <a:pt x="144" y="627"/>
                </a:lnTo>
                <a:lnTo>
                  <a:pt x="143" y="627"/>
                </a:lnTo>
                <a:lnTo>
                  <a:pt x="143" y="626"/>
                </a:lnTo>
                <a:lnTo>
                  <a:pt x="143" y="627"/>
                </a:lnTo>
                <a:lnTo>
                  <a:pt x="143" y="628"/>
                </a:lnTo>
                <a:lnTo>
                  <a:pt x="142" y="628"/>
                </a:lnTo>
                <a:lnTo>
                  <a:pt x="142" y="627"/>
                </a:lnTo>
                <a:lnTo>
                  <a:pt x="141" y="627"/>
                </a:lnTo>
                <a:lnTo>
                  <a:pt x="141" y="626"/>
                </a:lnTo>
                <a:lnTo>
                  <a:pt x="140" y="626"/>
                </a:lnTo>
                <a:lnTo>
                  <a:pt x="139" y="626"/>
                </a:lnTo>
                <a:lnTo>
                  <a:pt x="138" y="626"/>
                </a:lnTo>
                <a:lnTo>
                  <a:pt x="138" y="625"/>
                </a:lnTo>
                <a:lnTo>
                  <a:pt x="137" y="625"/>
                </a:lnTo>
                <a:lnTo>
                  <a:pt x="137" y="624"/>
                </a:lnTo>
                <a:lnTo>
                  <a:pt x="137" y="623"/>
                </a:lnTo>
                <a:lnTo>
                  <a:pt x="137" y="622"/>
                </a:lnTo>
                <a:lnTo>
                  <a:pt x="138" y="622"/>
                </a:lnTo>
                <a:lnTo>
                  <a:pt x="138" y="621"/>
                </a:lnTo>
                <a:lnTo>
                  <a:pt x="137" y="621"/>
                </a:lnTo>
                <a:lnTo>
                  <a:pt x="138" y="621"/>
                </a:lnTo>
                <a:lnTo>
                  <a:pt x="138" y="620"/>
                </a:lnTo>
                <a:lnTo>
                  <a:pt x="137" y="620"/>
                </a:lnTo>
                <a:lnTo>
                  <a:pt x="137" y="621"/>
                </a:lnTo>
                <a:lnTo>
                  <a:pt x="137" y="620"/>
                </a:lnTo>
                <a:lnTo>
                  <a:pt x="136" y="620"/>
                </a:lnTo>
                <a:lnTo>
                  <a:pt x="136" y="621"/>
                </a:lnTo>
                <a:lnTo>
                  <a:pt x="135" y="621"/>
                </a:lnTo>
                <a:lnTo>
                  <a:pt x="135" y="620"/>
                </a:lnTo>
                <a:lnTo>
                  <a:pt x="133" y="620"/>
                </a:lnTo>
                <a:lnTo>
                  <a:pt x="133" y="621"/>
                </a:lnTo>
                <a:lnTo>
                  <a:pt x="133" y="620"/>
                </a:lnTo>
                <a:lnTo>
                  <a:pt x="132" y="620"/>
                </a:lnTo>
                <a:lnTo>
                  <a:pt x="131" y="620"/>
                </a:lnTo>
                <a:lnTo>
                  <a:pt x="130" y="620"/>
                </a:lnTo>
                <a:lnTo>
                  <a:pt x="129" y="620"/>
                </a:lnTo>
                <a:lnTo>
                  <a:pt x="129" y="619"/>
                </a:lnTo>
                <a:lnTo>
                  <a:pt x="128" y="619"/>
                </a:lnTo>
                <a:lnTo>
                  <a:pt x="127" y="619"/>
                </a:lnTo>
                <a:lnTo>
                  <a:pt x="127" y="618"/>
                </a:lnTo>
                <a:lnTo>
                  <a:pt x="127" y="619"/>
                </a:lnTo>
                <a:lnTo>
                  <a:pt x="126" y="619"/>
                </a:lnTo>
                <a:lnTo>
                  <a:pt x="126" y="618"/>
                </a:lnTo>
                <a:lnTo>
                  <a:pt x="125" y="618"/>
                </a:lnTo>
                <a:lnTo>
                  <a:pt x="124" y="618"/>
                </a:lnTo>
                <a:lnTo>
                  <a:pt x="124" y="619"/>
                </a:lnTo>
                <a:lnTo>
                  <a:pt x="123" y="619"/>
                </a:lnTo>
                <a:lnTo>
                  <a:pt x="122" y="619"/>
                </a:lnTo>
                <a:lnTo>
                  <a:pt x="122" y="618"/>
                </a:lnTo>
                <a:lnTo>
                  <a:pt x="122" y="617"/>
                </a:lnTo>
                <a:lnTo>
                  <a:pt x="123" y="617"/>
                </a:lnTo>
                <a:lnTo>
                  <a:pt x="123" y="616"/>
                </a:lnTo>
                <a:lnTo>
                  <a:pt x="123" y="615"/>
                </a:lnTo>
                <a:lnTo>
                  <a:pt x="124" y="615"/>
                </a:lnTo>
                <a:lnTo>
                  <a:pt x="124" y="614"/>
                </a:lnTo>
                <a:lnTo>
                  <a:pt x="124" y="613"/>
                </a:lnTo>
                <a:lnTo>
                  <a:pt x="125" y="613"/>
                </a:lnTo>
                <a:lnTo>
                  <a:pt x="124" y="613"/>
                </a:lnTo>
                <a:lnTo>
                  <a:pt x="125" y="613"/>
                </a:lnTo>
                <a:lnTo>
                  <a:pt x="124" y="613"/>
                </a:lnTo>
                <a:lnTo>
                  <a:pt x="124" y="612"/>
                </a:lnTo>
                <a:lnTo>
                  <a:pt x="125" y="612"/>
                </a:lnTo>
                <a:lnTo>
                  <a:pt x="124" y="612"/>
                </a:lnTo>
                <a:lnTo>
                  <a:pt x="124" y="611"/>
                </a:lnTo>
                <a:lnTo>
                  <a:pt x="125" y="611"/>
                </a:lnTo>
                <a:lnTo>
                  <a:pt x="125" y="610"/>
                </a:lnTo>
                <a:lnTo>
                  <a:pt x="126" y="610"/>
                </a:lnTo>
                <a:lnTo>
                  <a:pt x="126" y="609"/>
                </a:lnTo>
                <a:lnTo>
                  <a:pt x="126" y="608"/>
                </a:lnTo>
                <a:lnTo>
                  <a:pt x="126" y="607"/>
                </a:lnTo>
                <a:lnTo>
                  <a:pt x="125" y="607"/>
                </a:lnTo>
                <a:lnTo>
                  <a:pt x="126" y="607"/>
                </a:lnTo>
                <a:lnTo>
                  <a:pt x="127" y="607"/>
                </a:lnTo>
                <a:lnTo>
                  <a:pt x="127" y="606"/>
                </a:lnTo>
                <a:lnTo>
                  <a:pt x="128" y="606"/>
                </a:lnTo>
                <a:lnTo>
                  <a:pt x="127" y="606"/>
                </a:lnTo>
                <a:lnTo>
                  <a:pt x="127" y="605"/>
                </a:lnTo>
                <a:lnTo>
                  <a:pt x="126" y="605"/>
                </a:lnTo>
                <a:lnTo>
                  <a:pt x="126" y="604"/>
                </a:lnTo>
                <a:lnTo>
                  <a:pt x="125" y="604"/>
                </a:lnTo>
                <a:lnTo>
                  <a:pt x="125" y="603"/>
                </a:lnTo>
                <a:lnTo>
                  <a:pt x="124" y="603"/>
                </a:lnTo>
                <a:lnTo>
                  <a:pt x="123" y="603"/>
                </a:lnTo>
                <a:lnTo>
                  <a:pt x="122" y="603"/>
                </a:lnTo>
                <a:lnTo>
                  <a:pt x="122" y="604"/>
                </a:lnTo>
                <a:lnTo>
                  <a:pt x="121" y="604"/>
                </a:lnTo>
                <a:lnTo>
                  <a:pt x="121" y="603"/>
                </a:lnTo>
                <a:lnTo>
                  <a:pt x="122" y="603"/>
                </a:lnTo>
                <a:lnTo>
                  <a:pt x="122" y="602"/>
                </a:lnTo>
                <a:lnTo>
                  <a:pt x="123" y="602"/>
                </a:lnTo>
                <a:lnTo>
                  <a:pt x="123" y="601"/>
                </a:lnTo>
                <a:lnTo>
                  <a:pt x="124" y="601"/>
                </a:lnTo>
                <a:lnTo>
                  <a:pt x="125" y="601"/>
                </a:lnTo>
                <a:lnTo>
                  <a:pt x="125" y="600"/>
                </a:lnTo>
                <a:lnTo>
                  <a:pt x="125" y="599"/>
                </a:lnTo>
                <a:lnTo>
                  <a:pt x="125" y="598"/>
                </a:lnTo>
                <a:lnTo>
                  <a:pt x="125" y="597"/>
                </a:lnTo>
                <a:lnTo>
                  <a:pt x="124" y="597"/>
                </a:lnTo>
                <a:lnTo>
                  <a:pt x="124" y="596"/>
                </a:lnTo>
                <a:lnTo>
                  <a:pt x="125" y="596"/>
                </a:lnTo>
                <a:lnTo>
                  <a:pt x="125" y="595"/>
                </a:lnTo>
                <a:lnTo>
                  <a:pt x="125" y="594"/>
                </a:lnTo>
                <a:lnTo>
                  <a:pt x="125" y="593"/>
                </a:lnTo>
                <a:lnTo>
                  <a:pt x="124" y="593"/>
                </a:lnTo>
                <a:lnTo>
                  <a:pt x="124" y="592"/>
                </a:lnTo>
                <a:lnTo>
                  <a:pt x="123" y="592"/>
                </a:lnTo>
                <a:lnTo>
                  <a:pt x="124" y="592"/>
                </a:lnTo>
                <a:lnTo>
                  <a:pt x="123" y="592"/>
                </a:lnTo>
                <a:lnTo>
                  <a:pt x="123" y="591"/>
                </a:lnTo>
                <a:lnTo>
                  <a:pt x="123" y="590"/>
                </a:lnTo>
                <a:lnTo>
                  <a:pt x="123" y="589"/>
                </a:lnTo>
                <a:lnTo>
                  <a:pt x="122" y="589"/>
                </a:lnTo>
                <a:lnTo>
                  <a:pt x="122" y="588"/>
                </a:lnTo>
                <a:lnTo>
                  <a:pt x="121" y="588"/>
                </a:lnTo>
                <a:lnTo>
                  <a:pt x="121" y="587"/>
                </a:lnTo>
                <a:lnTo>
                  <a:pt x="120" y="587"/>
                </a:lnTo>
                <a:lnTo>
                  <a:pt x="120" y="588"/>
                </a:lnTo>
                <a:lnTo>
                  <a:pt x="119" y="588"/>
                </a:lnTo>
                <a:lnTo>
                  <a:pt x="118" y="588"/>
                </a:lnTo>
                <a:lnTo>
                  <a:pt x="117" y="588"/>
                </a:lnTo>
                <a:lnTo>
                  <a:pt x="116" y="588"/>
                </a:lnTo>
                <a:lnTo>
                  <a:pt x="116" y="587"/>
                </a:lnTo>
                <a:lnTo>
                  <a:pt x="116" y="586"/>
                </a:lnTo>
                <a:lnTo>
                  <a:pt x="116" y="585"/>
                </a:lnTo>
                <a:lnTo>
                  <a:pt x="115" y="585"/>
                </a:lnTo>
                <a:lnTo>
                  <a:pt x="115" y="584"/>
                </a:lnTo>
                <a:lnTo>
                  <a:pt x="115" y="583"/>
                </a:lnTo>
                <a:lnTo>
                  <a:pt x="115" y="582"/>
                </a:lnTo>
                <a:lnTo>
                  <a:pt x="115" y="581"/>
                </a:lnTo>
                <a:lnTo>
                  <a:pt x="116" y="581"/>
                </a:lnTo>
                <a:lnTo>
                  <a:pt x="116" y="580"/>
                </a:lnTo>
                <a:lnTo>
                  <a:pt x="117" y="580"/>
                </a:lnTo>
                <a:lnTo>
                  <a:pt x="118" y="580"/>
                </a:lnTo>
                <a:lnTo>
                  <a:pt x="118" y="579"/>
                </a:lnTo>
                <a:lnTo>
                  <a:pt x="118" y="578"/>
                </a:lnTo>
                <a:lnTo>
                  <a:pt x="119" y="578"/>
                </a:lnTo>
                <a:lnTo>
                  <a:pt x="120" y="578"/>
                </a:lnTo>
                <a:lnTo>
                  <a:pt x="120" y="577"/>
                </a:lnTo>
                <a:lnTo>
                  <a:pt x="121" y="577"/>
                </a:lnTo>
                <a:lnTo>
                  <a:pt x="122" y="577"/>
                </a:lnTo>
                <a:lnTo>
                  <a:pt x="122" y="576"/>
                </a:lnTo>
                <a:lnTo>
                  <a:pt x="123" y="576"/>
                </a:lnTo>
                <a:lnTo>
                  <a:pt x="123" y="575"/>
                </a:lnTo>
                <a:lnTo>
                  <a:pt x="123" y="574"/>
                </a:lnTo>
                <a:lnTo>
                  <a:pt x="122" y="574"/>
                </a:lnTo>
                <a:lnTo>
                  <a:pt x="122" y="573"/>
                </a:lnTo>
                <a:lnTo>
                  <a:pt x="121" y="573"/>
                </a:lnTo>
                <a:lnTo>
                  <a:pt x="120" y="573"/>
                </a:lnTo>
                <a:lnTo>
                  <a:pt x="119" y="573"/>
                </a:lnTo>
                <a:lnTo>
                  <a:pt x="119" y="572"/>
                </a:lnTo>
                <a:lnTo>
                  <a:pt x="119" y="571"/>
                </a:lnTo>
                <a:lnTo>
                  <a:pt x="119" y="570"/>
                </a:lnTo>
                <a:lnTo>
                  <a:pt x="118" y="570"/>
                </a:lnTo>
                <a:lnTo>
                  <a:pt x="118" y="569"/>
                </a:lnTo>
                <a:lnTo>
                  <a:pt x="118" y="567"/>
                </a:lnTo>
                <a:lnTo>
                  <a:pt x="117" y="567"/>
                </a:lnTo>
                <a:lnTo>
                  <a:pt x="117" y="566"/>
                </a:lnTo>
                <a:lnTo>
                  <a:pt x="117" y="567"/>
                </a:lnTo>
                <a:lnTo>
                  <a:pt x="117" y="566"/>
                </a:lnTo>
                <a:lnTo>
                  <a:pt x="117" y="567"/>
                </a:lnTo>
                <a:lnTo>
                  <a:pt x="117" y="566"/>
                </a:lnTo>
                <a:lnTo>
                  <a:pt x="116" y="566"/>
                </a:lnTo>
                <a:lnTo>
                  <a:pt x="116" y="564"/>
                </a:lnTo>
                <a:lnTo>
                  <a:pt x="117" y="563"/>
                </a:lnTo>
                <a:lnTo>
                  <a:pt x="117" y="562"/>
                </a:lnTo>
                <a:lnTo>
                  <a:pt x="116" y="562"/>
                </a:lnTo>
                <a:lnTo>
                  <a:pt x="116" y="561"/>
                </a:lnTo>
                <a:lnTo>
                  <a:pt x="116" y="560"/>
                </a:lnTo>
                <a:lnTo>
                  <a:pt x="115" y="560"/>
                </a:lnTo>
                <a:lnTo>
                  <a:pt x="115" y="559"/>
                </a:lnTo>
                <a:lnTo>
                  <a:pt x="115" y="558"/>
                </a:lnTo>
                <a:lnTo>
                  <a:pt x="114" y="558"/>
                </a:lnTo>
                <a:lnTo>
                  <a:pt x="114" y="557"/>
                </a:lnTo>
                <a:lnTo>
                  <a:pt x="113" y="557"/>
                </a:lnTo>
                <a:lnTo>
                  <a:pt x="112" y="557"/>
                </a:lnTo>
                <a:lnTo>
                  <a:pt x="112" y="558"/>
                </a:lnTo>
                <a:lnTo>
                  <a:pt x="111" y="558"/>
                </a:lnTo>
                <a:lnTo>
                  <a:pt x="110" y="558"/>
                </a:lnTo>
                <a:lnTo>
                  <a:pt x="110" y="557"/>
                </a:lnTo>
                <a:lnTo>
                  <a:pt x="109" y="557"/>
                </a:lnTo>
                <a:lnTo>
                  <a:pt x="109" y="556"/>
                </a:lnTo>
                <a:lnTo>
                  <a:pt x="108" y="556"/>
                </a:lnTo>
                <a:lnTo>
                  <a:pt x="107" y="556"/>
                </a:lnTo>
                <a:lnTo>
                  <a:pt x="106" y="557"/>
                </a:lnTo>
                <a:lnTo>
                  <a:pt x="105" y="557"/>
                </a:lnTo>
                <a:lnTo>
                  <a:pt x="105" y="556"/>
                </a:lnTo>
                <a:lnTo>
                  <a:pt x="105" y="555"/>
                </a:lnTo>
                <a:lnTo>
                  <a:pt x="104" y="555"/>
                </a:lnTo>
                <a:lnTo>
                  <a:pt x="103" y="555"/>
                </a:lnTo>
                <a:lnTo>
                  <a:pt x="103" y="554"/>
                </a:lnTo>
                <a:lnTo>
                  <a:pt x="104" y="554"/>
                </a:lnTo>
                <a:lnTo>
                  <a:pt x="105" y="554"/>
                </a:lnTo>
                <a:lnTo>
                  <a:pt x="105" y="553"/>
                </a:lnTo>
                <a:lnTo>
                  <a:pt x="105" y="552"/>
                </a:lnTo>
                <a:lnTo>
                  <a:pt x="106" y="552"/>
                </a:lnTo>
                <a:lnTo>
                  <a:pt x="106" y="551"/>
                </a:lnTo>
                <a:lnTo>
                  <a:pt x="105" y="551"/>
                </a:lnTo>
                <a:lnTo>
                  <a:pt x="105" y="550"/>
                </a:lnTo>
                <a:lnTo>
                  <a:pt x="105" y="549"/>
                </a:lnTo>
                <a:lnTo>
                  <a:pt x="105" y="548"/>
                </a:lnTo>
                <a:lnTo>
                  <a:pt x="106" y="548"/>
                </a:lnTo>
                <a:lnTo>
                  <a:pt x="105" y="548"/>
                </a:lnTo>
                <a:lnTo>
                  <a:pt x="105" y="547"/>
                </a:lnTo>
                <a:lnTo>
                  <a:pt x="105" y="546"/>
                </a:lnTo>
                <a:lnTo>
                  <a:pt x="104" y="546"/>
                </a:lnTo>
                <a:lnTo>
                  <a:pt x="104" y="545"/>
                </a:lnTo>
                <a:lnTo>
                  <a:pt x="105" y="545"/>
                </a:lnTo>
                <a:lnTo>
                  <a:pt x="104" y="545"/>
                </a:lnTo>
                <a:lnTo>
                  <a:pt x="104" y="544"/>
                </a:lnTo>
                <a:lnTo>
                  <a:pt x="104" y="543"/>
                </a:lnTo>
                <a:lnTo>
                  <a:pt x="105" y="543"/>
                </a:lnTo>
                <a:lnTo>
                  <a:pt x="105" y="542"/>
                </a:lnTo>
                <a:lnTo>
                  <a:pt x="105" y="541"/>
                </a:lnTo>
                <a:lnTo>
                  <a:pt x="106" y="541"/>
                </a:lnTo>
                <a:lnTo>
                  <a:pt x="105" y="541"/>
                </a:lnTo>
                <a:lnTo>
                  <a:pt x="105" y="540"/>
                </a:lnTo>
                <a:lnTo>
                  <a:pt x="106" y="540"/>
                </a:lnTo>
                <a:lnTo>
                  <a:pt x="105" y="540"/>
                </a:lnTo>
                <a:lnTo>
                  <a:pt x="104" y="540"/>
                </a:lnTo>
                <a:lnTo>
                  <a:pt x="104" y="539"/>
                </a:lnTo>
                <a:lnTo>
                  <a:pt x="104" y="540"/>
                </a:lnTo>
                <a:lnTo>
                  <a:pt x="103" y="540"/>
                </a:lnTo>
                <a:lnTo>
                  <a:pt x="103" y="539"/>
                </a:lnTo>
                <a:lnTo>
                  <a:pt x="104" y="539"/>
                </a:lnTo>
                <a:lnTo>
                  <a:pt x="104" y="538"/>
                </a:lnTo>
                <a:lnTo>
                  <a:pt x="105" y="538"/>
                </a:lnTo>
                <a:lnTo>
                  <a:pt x="105" y="537"/>
                </a:lnTo>
                <a:lnTo>
                  <a:pt x="106" y="537"/>
                </a:lnTo>
                <a:lnTo>
                  <a:pt x="106" y="536"/>
                </a:lnTo>
                <a:lnTo>
                  <a:pt x="105" y="536"/>
                </a:lnTo>
                <a:lnTo>
                  <a:pt x="106" y="536"/>
                </a:lnTo>
                <a:lnTo>
                  <a:pt x="106" y="537"/>
                </a:lnTo>
                <a:lnTo>
                  <a:pt x="107" y="537"/>
                </a:lnTo>
                <a:lnTo>
                  <a:pt x="107" y="538"/>
                </a:lnTo>
                <a:lnTo>
                  <a:pt x="108" y="538"/>
                </a:lnTo>
                <a:lnTo>
                  <a:pt x="109" y="538"/>
                </a:lnTo>
                <a:lnTo>
                  <a:pt x="109" y="537"/>
                </a:lnTo>
                <a:lnTo>
                  <a:pt x="110" y="537"/>
                </a:lnTo>
                <a:lnTo>
                  <a:pt x="110" y="536"/>
                </a:lnTo>
                <a:lnTo>
                  <a:pt x="111" y="536"/>
                </a:lnTo>
                <a:lnTo>
                  <a:pt x="111" y="535"/>
                </a:lnTo>
                <a:lnTo>
                  <a:pt x="112" y="535"/>
                </a:lnTo>
                <a:lnTo>
                  <a:pt x="111" y="535"/>
                </a:lnTo>
                <a:lnTo>
                  <a:pt x="111" y="534"/>
                </a:lnTo>
                <a:lnTo>
                  <a:pt x="111" y="533"/>
                </a:lnTo>
                <a:lnTo>
                  <a:pt x="112" y="533"/>
                </a:lnTo>
                <a:lnTo>
                  <a:pt x="112" y="532"/>
                </a:lnTo>
                <a:lnTo>
                  <a:pt x="113" y="532"/>
                </a:lnTo>
                <a:lnTo>
                  <a:pt x="114" y="532"/>
                </a:lnTo>
                <a:lnTo>
                  <a:pt x="115" y="532"/>
                </a:lnTo>
                <a:lnTo>
                  <a:pt x="115" y="533"/>
                </a:lnTo>
                <a:lnTo>
                  <a:pt x="115" y="532"/>
                </a:lnTo>
                <a:lnTo>
                  <a:pt x="115" y="531"/>
                </a:lnTo>
                <a:lnTo>
                  <a:pt x="116" y="531"/>
                </a:lnTo>
                <a:lnTo>
                  <a:pt x="116" y="530"/>
                </a:lnTo>
                <a:lnTo>
                  <a:pt x="117" y="530"/>
                </a:lnTo>
                <a:lnTo>
                  <a:pt x="118" y="530"/>
                </a:lnTo>
                <a:lnTo>
                  <a:pt x="118" y="529"/>
                </a:lnTo>
                <a:lnTo>
                  <a:pt x="118" y="530"/>
                </a:lnTo>
                <a:lnTo>
                  <a:pt x="118" y="529"/>
                </a:lnTo>
                <a:lnTo>
                  <a:pt x="119" y="529"/>
                </a:lnTo>
                <a:lnTo>
                  <a:pt x="120" y="529"/>
                </a:lnTo>
                <a:lnTo>
                  <a:pt x="120" y="528"/>
                </a:lnTo>
                <a:lnTo>
                  <a:pt x="121" y="528"/>
                </a:lnTo>
                <a:lnTo>
                  <a:pt x="121" y="527"/>
                </a:lnTo>
                <a:lnTo>
                  <a:pt x="121" y="526"/>
                </a:lnTo>
                <a:lnTo>
                  <a:pt x="122" y="526"/>
                </a:lnTo>
                <a:lnTo>
                  <a:pt x="122" y="525"/>
                </a:lnTo>
                <a:lnTo>
                  <a:pt x="123" y="525"/>
                </a:lnTo>
                <a:lnTo>
                  <a:pt x="123" y="524"/>
                </a:lnTo>
                <a:lnTo>
                  <a:pt x="123" y="523"/>
                </a:lnTo>
                <a:lnTo>
                  <a:pt x="123" y="522"/>
                </a:lnTo>
                <a:lnTo>
                  <a:pt x="123" y="521"/>
                </a:lnTo>
                <a:lnTo>
                  <a:pt x="122" y="521"/>
                </a:lnTo>
                <a:lnTo>
                  <a:pt x="123" y="521"/>
                </a:lnTo>
                <a:lnTo>
                  <a:pt x="122" y="521"/>
                </a:lnTo>
                <a:lnTo>
                  <a:pt x="122" y="520"/>
                </a:lnTo>
                <a:lnTo>
                  <a:pt x="122" y="519"/>
                </a:lnTo>
                <a:lnTo>
                  <a:pt x="121" y="519"/>
                </a:lnTo>
                <a:lnTo>
                  <a:pt x="121" y="520"/>
                </a:lnTo>
                <a:lnTo>
                  <a:pt x="120" y="520"/>
                </a:lnTo>
                <a:lnTo>
                  <a:pt x="120" y="521"/>
                </a:lnTo>
                <a:lnTo>
                  <a:pt x="119" y="521"/>
                </a:lnTo>
                <a:lnTo>
                  <a:pt x="119" y="522"/>
                </a:lnTo>
                <a:lnTo>
                  <a:pt x="118" y="522"/>
                </a:lnTo>
                <a:lnTo>
                  <a:pt x="118" y="521"/>
                </a:lnTo>
                <a:lnTo>
                  <a:pt x="117" y="521"/>
                </a:lnTo>
                <a:lnTo>
                  <a:pt x="116" y="521"/>
                </a:lnTo>
                <a:lnTo>
                  <a:pt x="115" y="521"/>
                </a:lnTo>
                <a:lnTo>
                  <a:pt x="114" y="521"/>
                </a:lnTo>
                <a:lnTo>
                  <a:pt x="112" y="521"/>
                </a:lnTo>
                <a:lnTo>
                  <a:pt x="112" y="522"/>
                </a:lnTo>
                <a:lnTo>
                  <a:pt x="111" y="522"/>
                </a:lnTo>
                <a:lnTo>
                  <a:pt x="110" y="522"/>
                </a:lnTo>
                <a:lnTo>
                  <a:pt x="109" y="522"/>
                </a:lnTo>
                <a:lnTo>
                  <a:pt x="108" y="522"/>
                </a:lnTo>
                <a:lnTo>
                  <a:pt x="107" y="522"/>
                </a:lnTo>
                <a:lnTo>
                  <a:pt x="106" y="522"/>
                </a:lnTo>
                <a:lnTo>
                  <a:pt x="106" y="523"/>
                </a:lnTo>
                <a:lnTo>
                  <a:pt x="105" y="524"/>
                </a:lnTo>
                <a:lnTo>
                  <a:pt x="104" y="524"/>
                </a:lnTo>
                <a:lnTo>
                  <a:pt x="103" y="524"/>
                </a:lnTo>
                <a:lnTo>
                  <a:pt x="102" y="524"/>
                </a:lnTo>
                <a:lnTo>
                  <a:pt x="101" y="524"/>
                </a:lnTo>
                <a:lnTo>
                  <a:pt x="100" y="524"/>
                </a:lnTo>
                <a:lnTo>
                  <a:pt x="99" y="525"/>
                </a:lnTo>
                <a:lnTo>
                  <a:pt x="98" y="525"/>
                </a:lnTo>
                <a:lnTo>
                  <a:pt x="98" y="526"/>
                </a:lnTo>
                <a:lnTo>
                  <a:pt x="97" y="526"/>
                </a:lnTo>
                <a:lnTo>
                  <a:pt x="96" y="526"/>
                </a:lnTo>
                <a:lnTo>
                  <a:pt x="96" y="525"/>
                </a:lnTo>
                <a:lnTo>
                  <a:pt x="95" y="525"/>
                </a:lnTo>
                <a:lnTo>
                  <a:pt x="94" y="525"/>
                </a:lnTo>
                <a:lnTo>
                  <a:pt x="94" y="524"/>
                </a:lnTo>
                <a:lnTo>
                  <a:pt x="93" y="524"/>
                </a:lnTo>
                <a:lnTo>
                  <a:pt x="92" y="524"/>
                </a:lnTo>
                <a:lnTo>
                  <a:pt x="92" y="523"/>
                </a:lnTo>
                <a:lnTo>
                  <a:pt x="92" y="522"/>
                </a:lnTo>
                <a:lnTo>
                  <a:pt x="91" y="522"/>
                </a:lnTo>
                <a:lnTo>
                  <a:pt x="90" y="522"/>
                </a:lnTo>
                <a:lnTo>
                  <a:pt x="89" y="522"/>
                </a:lnTo>
                <a:lnTo>
                  <a:pt x="88" y="522"/>
                </a:lnTo>
                <a:lnTo>
                  <a:pt x="87" y="522"/>
                </a:lnTo>
                <a:lnTo>
                  <a:pt x="86" y="522"/>
                </a:lnTo>
                <a:lnTo>
                  <a:pt x="85" y="522"/>
                </a:lnTo>
                <a:lnTo>
                  <a:pt x="84" y="522"/>
                </a:lnTo>
                <a:lnTo>
                  <a:pt x="83" y="522"/>
                </a:lnTo>
                <a:lnTo>
                  <a:pt x="82" y="522"/>
                </a:lnTo>
                <a:lnTo>
                  <a:pt x="81" y="522"/>
                </a:lnTo>
                <a:lnTo>
                  <a:pt x="80" y="522"/>
                </a:lnTo>
                <a:lnTo>
                  <a:pt x="80" y="523"/>
                </a:lnTo>
                <a:lnTo>
                  <a:pt x="79" y="523"/>
                </a:lnTo>
                <a:lnTo>
                  <a:pt x="78" y="523"/>
                </a:lnTo>
                <a:lnTo>
                  <a:pt x="76" y="523"/>
                </a:lnTo>
                <a:lnTo>
                  <a:pt x="75" y="523"/>
                </a:lnTo>
                <a:lnTo>
                  <a:pt x="75" y="524"/>
                </a:lnTo>
                <a:lnTo>
                  <a:pt x="75" y="525"/>
                </a:lnTo>
                <a:lnTo>
                  <a:pt x="74" y="525"/>
                </a:lnTo>
                <a:lnTo>
                  <a:pt x="74" y="524"/>
                </a:lnTo>
                <a:lnTo>
                  <a:pt x="74" y="525"/>
                </a:lnTo>
                <a:lnTo>
                  <a:pt x="73" y="525"/>
                </a:lnTo>
                <a:lnTo>
                  <a:pt x="73" y="524"/>
                </a:lnTo>
                <a:lnTo>
                  <a:pt x="73" y="525"/>
                </a:lnTo>
                <a:lnTo>
                  <a:pt x="73" y="524"/>
                </a:lnTo>
                <a:lnTo>
                  <a:pt x="72" y="524"/>
                </a:lnTo>
                <a:lnTo>
                  <a:pt x="71" y="524"/>
                </a:lnTo>
                <a:lnTo>
                  <a:pt x="70" y="524"/>
                </a:lnTo>
                <a:lnTo>
                  <a:pt x="69" y="524"/>
                </a:lnTo>
                <a:lnTo>
                  <a:pt x="69" y="525"/>
                </a:lnTo>
                <a:lnTo>
                  <a:pt x="69" y="524"/>
                </a:lnTo>
                <a:lnTo>
                  <a:pt x="68" y="524"/>
                </a:lnTo>
                <a:lnTo>
                  <a:pt x="67" y="524"/>
                </a:lnTo>
                <a:lnTo>
                  <a:pt x="66" y="524"/>
                </a:lnTo>
                <a:lnTo>
                  <a:pt x="65" y="524"/>
                </a:lnTo>
                <a:lnTo>
                  <a:pt x="64" y="524"/>
                </a:lnTo>
                <a:lnTo>
                  <a:pt x="64" y="523"/>
                </a:lnTo>
                <a:lnTo>
                  <a:pt x="63" y="523"/>
                </a:lnTo>
                <a:lnTo>
                  <a:pt x="62" y="523"/>
                </a:lnTo>
                <a:lnTo>
                  <a:pt x="62" y="524"/>
                </a:lnTo>
                <a:lnTo>
                  <a:pt x="61" y="524"/>
                </a:lnTo>
                <a:lnTo>
                  <a:pt x="60" y="524"/>
                </a:lnTo>
                <a:lnTo>
                  <a:pt x="59" y="524"/>
                </a:lnTo>
                <a:lnTo>
                  <a:pt x="58" y="524"/>
                </a:lnTo>
                <a:lnTo>
                  <a:pt x="57" y="524"/>
                </a:lnTo>
                <a:lnTo>
                  <a:pt x="58" y="524"/>
                </a:lnTo>
                <a:lnTo>
                  <a:pt x="58" y="525"/>
                </a:lnTo>
                <a:lnTo>
                  <a:pt x="57" y="525"/>
                </a:lnTo>
                <a:lnTo>
                  <a:pt x="56" y="525"/>
                </a:lnTo>
                <a:lnTo>
                  <a:pt x="55" y="525"/>
                </a:lnTo>
                <a:lnTo>
                  <a:pt x="54" y="525"/>
                </a:lnTo>
                <a:lnTo>
                  <a:pt x="53" y="525"/>
                </a:lnTo>
                <a:lnTo>
                  <a:pt x="52" y="525"/>
                </a:lnTo>
                <a:lnTo>
                  <a:pt x="52" y="526"/>
                </a:lnTo>
                <a:lnTo>
                  <a:pt x="51" y="526"/>
                </a:lnTo>
                <a:lnTo>
                  <a:pt x="50" y="526"/>
                </a:lnTo>
                <a:lnTo>
                  <a:pt x="50" y="527"/>
                </a:lnTo>
                <a:lnTo>
                  <a:pt x="50" y="526"/>
                </a:lnTo>
                <a:lnTo>
                  <a:pt x="50" y="527"/>
                </a:lnTo>
                <a:lnTo>
                  <a:pt x="49" y="527"/>
                </a:lnTo>
                <a:lnTo>
                  <a:pt x="48" y="527"/>
                </a:lnTo>
                <a:lnTo>
                  <a:pt x="47" y="527"/>
                </a:lnTo>
                <a:lnTo>
                  <a:pt x="46" y="527"/>
                </a:lnTo>
                <a:lnTo>
                  <a:pt x="46" y="528"/>
                </a:lnTo>
                <a:lnTo>
                  <a:pt x="45" y="528"/>
                </a:lnTo>
                <a:lnTo>
                  <a:pt x="45" y="529"/>
                </a:lnTo>
                <a:lnTo>
                  <a:pt x="44" y="529"/>
                </a:lnTo>
                <a:lnTo>
                  <a:pt x="43" y="529"/>
                </a:lnTo>
                <a:lnTo>
                  <a:pt x="43" y="530"/>
                </a:lnTo>
                <a:lnTo>
                  <a:pt x="42" y="530"/>
                </a:lnTo>
                <a:lnTo>
                  <a:pt x="42" y="531"/>
                </a:lnTo>
                <a:lnTo>
                  <a:pt x="41" y="531"/>
                </a:lnTo>
                <a:lnTo>
                  <a:pt x="41" y="532"/>
                </a:lnTo>
                <a:lnTo>
                  <a:pt x="40" y="532"/>
                </a:lnTo>
                <a:lnTo>
                  <a:pt x="39" y="532"/>
                </a:lnTo>
                <a:lnTo>
                  <a:pt x="38" y="532"/>
                </a:lnTo>
                <a:lnTo>
                  <a:pt x="38" y="533"/>
                </a:lnTo>
                <a:lnTo>
                  <a:pt x="37" y="533"/>
                </a:lnTo>
                <a:lnTo>
                  <a:pt x="36" y="533"/>
                </a:lnTo>
                <a:lnTo>
                  <a:pt x="35" y="533"/>
                </a:lnTo>
                <a:lnTo>
                  <a:pt x="34" y="533"/>
                </a:lnTo>
                <a:lnTo>
                  <a:pt x="33" y="533"/>
                </a:lnTo>
                <a:lnTo>
                  <a:pt x="33" y="534"/>
                </a:lnTo>
                <a:lnTo>
                  <a:pt x="32" y="534"/>
                </a:lnTo>
                <a:lnTo>
                  <a:pt x="32" y="535"/>
                </a:lnTo>
                <a:lnTo>
                  <a:pt x="32" y="536"/>
                </a:lnTo>
                <a:lnTo>
                  <a:pt x="33" y="536"/>
                </a:lnTo>
                <a:lnTo>
                  <a:pt x="33" y="537"/>
                </a:lnTo>
                <a:lnTo>
                  <a:pt x="32" y="537"/>
                </a:lnTo>
                <a:lnTo>
                  <a:pt x="32" y="538"/>
                </a:lnTo>
                <a:lnTo>
                  <a:pt x="32" y="537"/>
                </a:lnTo>
                <a:lnTo>
                  <a:pt x="32" y="538"/>
                </a:lnTo>
                <a:lnTo>
                  <a:pt x="32" y="537"/>
                </a:lnTo>
                <a:lnTo>
                  <a:pt x="32" y="538"/>
                </a:lnTo>
                <a:lnTo>
                  <a:pt x="31" y="537"/>
                </a:lnTo>
                <a:lnTo>
                  <a:pt x="30" y="537"/>
                </a:lnTo>
                <a:lnTo>
                  <a:pt x="29" y="537"/>
                </a:lnTo>
                <a:lnTo>
                  <a:pt x="29" y="538"/>
                </a:lnTo>
                <a:lnTo>
                  <a:pt x="28" y="538"/>
                </a:lnTo>
                <a:lnTo>
                  <a:pt x="28" y="537"/>
                </a:lnTo>
                <a:lnTo>
                  <a:pt x="28" y="538"/>
                </a:lnTo>
                <a:lnTo>
                  <a:pt x="28" y="539"/>
                </a:lnTo>
                <a:lnTo>
                  <a:pt x="27" y="539"/>
                </a:lnTo>
                <a:lnTo>
                  <a:pt x="27" y="538"/>
                </a:lnTo>
                <a:lnTo>
                  <a:pt x="26" y="538"/>
                </a:lnTo>
                <a:lnTo>
                  <a:pt x="26" y="539"/>
                </a:lnTo>
                <a:lnTo>
                  <a:pt x="27" y="539"/>
                </a:lnTo>
                <a:lnTo>
                  <a:pt x="26" y="540"/>
                </a:lnTo>
                <a:lnTo>
                  <a:pt x="26" y="541"/>
                </a:lnTo>
                <a:lnTo>
                  <a:pt x="25" y="541"/>
                </a:lnTo>
                <a:lnTo>
                  <a:pt x="25" y="540"/>
                </a:lnTo>
                <a:lnTo>
                  <a:pt x="26" y="540"/>
                </a:lnTo>
                <a:lnTo>
                  <a:pt x="26" y="539"/>
                </a:lnTo>
                <a:lnTo>
                  <a:pt x="25" y="539"/>
                </a:lnTo>
                <a:lnTo>
                  <a:pt x="25" y="540"/>
                </a:lnTo>
                <a:lnTo>
                  <a:pt x="24" y="540"/>
                </a:lnTo>
                <a:lnTo>
                  <a:pt x="24" y="539"/>
                </a:lnTo>
                <a:lnTo>
                  <a:pt x="24" y="540"/>
                </a:lnTo>
                <a:lnTo>
                  <a:pt x="24" y="541"/>
                </a:lnTo>
                <a:lnTo>
                  <a:pt x="23" y="541"/>
                </a:lnTo>
                <a:lnTo>
                  <a:pt x="22" y="541"/>
                </a:lnTo>
                <a:lnTo>
                  <a:pt x="22" y="542"/>
                </a:lnTo>
                <a:lnTo>
                  <a:pt x="21" y="542"/>
                </a:lnTo>
                <a:lnTo>
                  <a:pt x="21" y="543"/>
                </a:lnTo>
                <a:lnTo>
                  <a:pt x="21" y="544"/>
                </a:lnTo>
                <a:lnTo>
                  <a:pt x="20" y="544"/>
                </a:lnTo>
                <a:lnTo>
                  <a:pt x="20" y="545"/>
                </a:lnTo>
                <a:lnTo>
                  <a:pt x="19" y="545"/>
                </a:lnTo>
                <a:lnTo>
                  <a:pt x="18" y="545"/>
                </a:lnTo>
                <a:lnTo>
                  <a:pt x="18" y="546"/>
                </a:lnTo>
                <a:lnTo>
                  <a:pt x="17" y="546"/>
                </a:lnTo>
                <a:lnTo>
                  <a:pt x="17" y="547"/>
                </a:lnTo>
                <a:lnTo>
                  <a:pt x="16" y="547"/>
                </a:lnTo>
                <a:lnTo>
                  <a:pt x="16" y="548"/>
                </a:lnTo>
                <a:lnTo>
                  <a:pt x="17" y="548"/>
                </a:lnTo>
                <a:lnTo>
                  <a:pt x="16" y="548"/>
                </a:lnTo>
                <a:lnTo>
                  <a:pt x="16" y="549"/>
                </a:lnTo>
                <a:lnTo>
                  <a:pt x="16" y="548"/>
                </a:lnTo>
                <a:lnTo>
                  <a:pt x="15" y="548"/>
                </a:lnTo>
                <a:lnTo>
                  <a:pt x="14" y="548"/>
                </a:lnTo>
                <a:lnTo>
                  <a:pt x="14" y="547"/>
                </a:lnTo>
                <a:lnTo>
                  <a:pt x="15" y="547"/>
                </a:lnTo>
                <a:lnTo>
                  <a:pt x="14" y="547"/>
                </a:lnTo>
                <a:lnTo>
                  <a:pt x="14" y="548"/>
                </a:lnTo>
                <a:lnTo>
                  <a:pt x="14" y="549"/>
                </a:lnTo>
                <a:lnTo>
                  <a:pt x="13" y="549"/>
                </a:lnTo>
                <a:lnTo>
                  <a:pt x="12" y="549"/>
                </a:lnTo>
                <a:lnTo>
                  <a:pt x="12" y="550"/>
                </a:lnTo>
                <a:lnTo>
                  <a:pt x="12" y="549"/>
                </a:lnTo>
                <a:lnTo>
                  <a:pt x="12" y="548"/>
                </a:lnTo>
                <a:lnTo>
                  <a:pt x="12" y="549"/>
                </a:lnTo>
                <a:lnTo>
                  <a:pt x="11" y="549"/>
                </a:lnTo>
                <a:lnTo>
                  <a:pt x="11" y="550"/>
                </a:lnTo>
                <a:lnTo>
                  <a:pt x="11" y="551"/>
                </a:lnTo>
                <a:lnTo>
                  <a:pt x="10" y="551"/>
                </a:lnTo>
                <a:lnTo>
                  <a:pt x="10" y="550"/>
                </a:lnTo>
                <a:lnTo>
                  <a:pt x="10" y="549"/>
                </a:lnTo>
                <a:lnTo>
                  <a:pt x="10" y="548"/>
                </a:lnTo>
                <a:lnTo>
                  <a:pt x="9" y="548"/>
                </a:lnTo>
                <a:lnTo>
                  <a:pt x="9" y="547"/>
                </a:lnTo>
                <a:lnTo>
                  <a:pt x="8" y="547"/>
                </a:lnTo>
                <a:lnTo>
                  <a:pt x="8" y="546"/>
                </a:lnTo>
                <a:lnTo>
                  <a:pt x="7" y="546"/>
                </a:lnTo>
                <a:lnTo>
                  <a:pt x="6" y="546"/>
                </a:lnTo>
                <a:lnTo>
                  <a:pt x="6" y="545"/>
                </a:lnTo>
                <a:lnTo>
                  <a:pt x="5" y="544"/>
                </a:lnTo>
                <a:lnTo>
                  <a:pt x="4" y="544"/>
                </a:lnTo>
                <a:lnTo>
                  <a:pt x="3" y="544"/>
                </a:lnTo>
                <a:lnTo>
                  <a:pt x="3" y="543"/>
                </a:lnTo>
                <a:lnTo>
                  <a:pt x="2" y="543"/>
                </a:lnTo>
                <a:lnTo>
                  <a:pt x="1" y="543"/>
                </a:lnTo>
                <a:lnTo>
                  <a:pt x="1" y="542"/>
                </a:lnTo>
                <a:lnTo>
                  <a:pt x="0" y="542"/>
                </a:lnTo>
                <a:lnTo>
                  <a:pt x="0" y="541"/>
                </a:lnTo>
                <a:lnTo>
                  <a:pt x="0" y="540"/>
                </a:lnTo>
                <a:lnTo>
                  <a:pt x="1" y="540"/>
                </a:lnTo>
                <a:lnTo>
                  <a:pt x="1" y="539"/>
                </a:lnTo>
                <a:lnTo>
                  <a:pt x="2" y="539"/>
                </a:lnTo>
                <a:lnTo>
                  <a:pt x="3" y="539"/>
                </a:lnTo>
                <a:lnTo>
                  <a:pt x="3" y="538"/>
                </a:lnTo>
                <a:lnTo>
                  <a:pt x="4" y="538"/>
                </a:lnTo>
                <a:lnTo>
                  <a:pt x="4" y="537"/>
                </a:lnTo>
                <a:lnTo>
                  <a:pt x="4" y="536"/>
                </a:lnTo>
                <a:lnTo>
                  <a:pt x="5" y="536"/>
                </a:lnTo>
                <a:lnTo>
                  <a:pt x="6" y="536"/>
                </a:lnTo>
                <a:lnTo>
                  <a:pt x="6" y="535"/>
                </a:lnTo>
                <a:lnTo>
                  <a:pt x="7" y="535"/>
                </a:lnTo>
                <a:lnTo>
                  <a:pt x="8" y="535"/>
                </a:lnTo>
                <a:lnTo>
                  <a:pt x="8" y="534"/>
                </a:lnTo>
                <a:lnTo>
                  <a:pt x="9" y="534"/>
                </a:lnTo>
                <a:lnTo>
                  <a:pt x="9" y="533"/>
                </a:lnTo>
                <a:lnTo>
                  <a:pt x="8" y="533"/>
                </a:lnTo>
                <a:lnTo>
                  <a:pt x="9" y="533"/>
                </a:lnTo>
                <a:lnTo>
                  <a:pt x="9" y="532"/>
                </a:lnTo>
                <a:lnTo>
                  <a:pt x="9" y="533"/>
                </a:lnTo>
                <a:lnTo>
                  <a:pt x="9" y="532"/>
                </a:lnTo>
                <a:lnTo>
                  <a:pt x="9" y="531"/>
                </a:lnTo>
                <a:lnTo>
                  <a:pt x="10" y="531"/>
                </a:lnTo>
                <a:lnTo>
                  <a:pt x="10" y="530"/>
                </a:lnTo>
                <a:lnTo>
                  <a:pt x="9" y="530"/>
                </a:lnTo>
                <a:lnTo>
                  <a:pt x="10" y="530"/>
                </a:lnTo>
                <a:lnTo>
                  <a:pt x="11" y="530"/>
                </a:lnTo>
                <a:lnTo>
                  <a:pt x="11" y="529"/>
                </a:lnTo>
                <a:lnTo>
                  <a:pt x="11" y="528"/>
                </a:lnTo>
                <a:lnTo>
                  <a:pt x="12" y="528"/>
                </a:lnTo>
                <a:lnTo>
                  <a:pt x="13" y="528"/>
                </a:lnTo>
                <a:lnTo>
                  <a:pt x="13" y="527"/>
                </a:lnTo>
                <a:lnTo>
                  <a:pt x="14" y="527"/>
                </a:lnTo>
                <a:lnTo>
                  <a:pt x="14" y="526"/>
                </a:lnTo>
                <a:lnTo>
                  <a:pt x="15" y="526"/>
                </a:lnTo>
                <a:lnTo>
                  <a:pt x="15" y="525"/>
                </a:lnTo>
                <a:lnTo>
                  <a:pt x="16" y="525"/>
                </a:lnTo>
                <a:lnTo>
                  <a:pt x="16" y="524"/>
                </a:lnTo>
                <a:lnTo>
                  <a:pt x="17" y="524"/>
                </a:lnTo>
                <a:lnTo>
                  <a:pt x="18" y="523"/>
                </a:lnTo>
                <a:lnTo>
                  <a:pt x="18" y="522"/>
                </a:lnTo>
                <a:lnTo>
                  <a:pt x="18" y="521"/>
                </a:lnTo>
                <a:lnTo>
                  <a:pt x="19" y="521"/>
                </a:lnTo>
                <a:lnTo>
                  <a:pt x="19" y="520"/>
                </a:lnTo>
                <a:lnTo>
                  <a:pt x="18" y="520"/>
                </a:lnTo>
                <a:lnTo>
                  <a:pt x="18" y="519"/>
                </a:lnTo>
                <a:lnTo>
                  <a:pt x="19" y="519"/>
                </a:lnTo>
                <a:lnTo>
                  <a:pt x="19" y="518"/>
                </a:lnTo>
                <a:lnTo>
                  <a:pt x="20" y="518"/>
                </a:lnTo>
                <a:lnTo>
                  <a:pt x="20" y="517"/>
                </a:lnTo>
                <a:lnTo>
                  <a:pt x="19" y="517"/>
                </a:lnTo>
                <a:lnTo>
                  <a:pt x="19" y="516"/>
                </a:lnTo>
                <a:lnTo>
                  <a:pt x="18" y="516"/>
                </a:lnTo>
                <a:lnTo>
                  <a:pt x="18" y="515"/>
                </a:lnTo>
                <a:lnTo>
                  <a:pt x="18" y="514"/>
                </a:lnTo>
                <a:lnTo>
                  <a:pt x="18" y="513"/>
                </a:lnTo>
                <a:lnTo>
                  <a:pt x="18" y="511"/>
                </a:lnTo>
                <a:lnTo>
                  <a:pt x="19" y="511"/>
                </a:lnTo>
                <a:lnTo>
                  <a:pt x="19" y="510"/>
                </a:lnTo>
                <a:lnTo>
                  <a:pt x="19" y="509"/>
                </a:lnTo>
                <a:lnTo>
                  <a:pt x="20" y="509"/>
                </a:lnTo>
                <a:lnTo>
                  <a:pt x="21" y="509"/>
                </a:lnTo>
                <a:lnTo>
                  <a:pt x="22" y="508"/>
                </a:lnTo>
                <a:lnTo>
                  <a:pt x="21" y="508"/>
                </a:lnTo>
                <a:lnTo>
                  <a:pt x="21" y="507"/>
                </a:lnTo>
                <a:lnTo>
                  <a:pt x="20" y="507"/>
                </a:lnTo>
                <a:lnTo>
                  <a:pt x="20" y="506"/>
                </a:lnTo>
                <a:lnTo>
                  <a:pt x="19" y="506"/>
                </a:lnTo>
                <a:lnTo>
                  <a:pt x="19" y="505"/>
                </a:lnTo>
                <a:lnTo>
                  <a:pt x="18" y="505"/>
                </a:lnTo>
                <a:lnTo>
                  <a:pt x="17" y="505"/>
                </a:lnTo>
                <a:lnTo>
                  <a:pt x="17" y="504"/>
                </a:lnTo>
                <a:lnTo>
                  <a:pt x="16" y="504"/>
                </a:lnTo>
                <a:lnTo>
                  <a:pt x="16" y="505"/>
                </a:lnTo>
                <a:lnTo>
                  <a:pt x="15" y="505"/>
                </a:lnTo>
                <a:lnTo>
                  <a:pt x="14" y="505"/>
                </a:lnTo>
                <a:lnTo>
                  <a:pt x="13" y="505"/>
                </a:lnTo>
                <a:lnTo>
                  <a:pt x="13" y="504"/>
                </a:lnTo>
                <a:lnTo>
                  <a:pt x="13" y="505"/>
                </a:lnTo>
                <a:lnTo>
                  <a:pt x="13" y="504"/>
                </a:lnTo>
                <a:lnTo>
                  <a:pt x="13" y="505"/>
                </a:lnTo>
                <a:lnTo>
                  <a:pt x="12" y="505"/>
                </a:lnTo>
                <a:lnTo>
                  <a:pt x="12" y="504"/>
                </a:lnTo>
                <a:lnTo>
                  <a:pt x="12" y="503"/>
                </a:lnTo>
                <a:lnTo>
                  <a:pt x="12" y="502"/>
                </a:lnTo>
                <a:lnTo>
                  <a:pt x="12" y="501"/>
                </a:lnTo>
                <a:lnTo>
                  <a:pt x="12" y="500"/>
                </a:lnTo>
                <a:lnTo>
                  <a:pt x="13" y="500"/>
                </a:lnTo>
                <a:lnTo>
                  <a:pt x="12" y="499"/>
                </a:lnTo>
                <a:lnTo>
                  <a:pt x="13" y="499"/>
                </a:lnTo>
                <a:lnTo>
                  <a:pt x="13" y="500"/>
                </a:lnTo>
                <a:lnTo>
                  <a:pt x="14" y="500"/>
                </a:lnTo>
                <a:lnTo>
                  <a:pt x="15" y="500"/>
                </a:lnTo>
                <a:lnTo>
                  <a:pt x="16" y="500"/>
                </a:lnTo>
                <a:lnTo>
                  <a:pt x="16" y="499"/>
                </a:lnTo>
                <a:lnTo>
                  <a:pt x="16" y="498"/>
                </a:lnTo>
                <a:lnTo>
                  <a:pt x="17" y="498"/>
                </a:lnTo>
                <a:lnTo>
                  <a:pt x="17" y="497"/>
                </a:lnTo>
                <a:lnTo>
                  <a:pt x="17" y="496"/>
                </a:lnTo>
                <a:lnTo>
                  <a:pt x="16" y="496"/>
                </a:lnTo>
                <a:lnTo>
                  <a:pt x="15" y="496"/>
                </a:lnTo>
                <a:lnTo>
                  <a:pt x="15" y="495"/>
                </a:lnTo>
                <a:lnTo>
                  <a:pt x="14" y="495"/>
                </a:lnTo>
                <a:lnTo>
                  <a:pt x="14" y="494"/>
                </a:lnTo>
                <a:lnTo>
                  <a:pt x="14" y="493"/>
                </a:lnTo>
                <a:lnTo>
                  <a:pt x="13" y="493"/>
                </a:lnTo>
                <a:lnTo>
                  <a:pt x="14" y="493"/>
                </a:lnTo>
                <a:lnTo>
                  <a:pt x="14" y="492"/>
                </a:lnTo>
                <a:lnTo>
                  <a:pt x="13" y="492"/>
                </a:lnTo>
                <a:lnTo>
                  <a:pt x="14" y="492"/>
                </a:lnTo>
                <a:lnTo>
                  <a:pt x="13" y="492"/>
                </a:lnTo>
                <a:lnTo>
                  <a:pt x="14" y="492"/>
                </a:lnTo>
                <a:lnTo>
                  <a:pt x="13" y="491"/>
                </a:lnTo>
                <a:lnTo>
                  <a:pt x="13" y="490"/>
                </a:lnTo>
                <a:lnTo>
                  <a:pt x="13" y="489"/>
                </a:lnTo>
                <a:lnTo>
                  <a:pt x="13" y="488"/>
                </a:lnTo>
                <a:lnTo>
                  <a:pt x="12" y="488"/>
                </a:lnTo>
                <a:lnTo>
                  <a:pt x="12" y="489"/>
                </a:lnTo>
                <a:lnTo>
                  <a:pt x="11" y="489"/>
                </a:lnTo>
                <a:lnTo>
                  <a:pt x="10" y="489"/>
                </a:lnTo>
                <a:lnTo>
                  <a:pt x="9" y="489"/>
                </a:lnTo>
                <a:lnTo>
                  <a:pt x="8" y="490"/>
                </a:lnTo>
                <a:lnTo>
                  <a:pt x="7" y="490"/>
                </a:lnTo>
                <a:lnTo>
                  <a:pt x="7" y="489"/>
                </a:lnTo>
                <a:lnTo>
                  <a:pt x="6" y="489"/>
                </a:lnTo>
                <a:lnTo>
                  <a:pt x="6" y="490"/>
                </a:lnTo>
                <a:lnTo>
                  <a:pt x="6" y="489"/>
                </a:lnTo>
                <a:lnTo>
                  <a:pt x="6" y="490"/>
                </a:lnTo>
                <a:lnTo>
                  <a:pt x="5" y="490"/>
                </a:lnTo>
                <a:lnTo>
                  <a:pt x="4" y="490"/>
                </a:lnTo>
                <a:lnTo>
                  <a:pt x="4" y="489"/>
                </a:lnTo>
                <a:lnTo>
                  <a:pt x="4" y="490"/>
                </a:lnTo>
                <a:lnTo>
                  <a:pt x="3" y="490"/>
                </a:lnTo>
                <a:lnTo>
                  <a:pt x="1" y="490"/>
                </a:lnTo>
                <a:lnTo>
                  <a:pt x="0" y="490"/>
                </a:lnTo>
                <a:lnTo>
                  <a:pt x="1" y="490"/>
                </a:lnTo>
                <a:lnTo>
                  <a:pt x="0" y="490"/>
                </a:lnTo>
                <a:lnTo>
                  <a:pt x="0" y="489"/>
                </a:lnTo>
                <a:lnTo>
                  <a:pt x="0" y="490"/>
                </a:lnTo>
                <a:lnTo>
                  <a:pt x="0" y="489"/>
                </a:lnTo>
                <a:lnTo>
                  <a:pt x="0" y="488"/>
                </a:lnTo>
                <a:lnTo>
                  <a:pt x="1" y="488"/>
                </a:lnTo>
                <a:lnTo>
                  <a:pt x="1" y="487"/>
                </a:lnTo>
                <a:lnTo>
                  <a:pt x="1" y="486"/>
                </a:lnTo>
                <a:lnTo>
                  <a:pt x="2" y="486"/>
                </a:lnTo>
                <a:lnTo>
                  <a:pt x="2" y="485"/>
                </a:lnTo>
                <a:lnTo>
                  <a:pt x="2" y="484"/>
                </a:lnTo>
                <a:lnTo>
                  <a:pt x="2" y="483"/>
                </a:lnTo>
                <a:lnTo>
                  <a:pt x="2" y="482"/>
                </a:lnTo>
                <a:lnTo>
                  <a:pt x="3" y="482"/>
                </a:lnTo>
                <a:lnTo>
                  <a:pt x="2" y="482"/>
                </a:lnTo>
                <a:lnTo>
                  <a:pt x="2" y="481"/>
                </a:lnTo>
                <a:lnTo>
                  <a:pt x="3" y="481"/>
                </a:lnTo>
                <a:lnTo>
                  <a:pt x="3" y="480"/>
                </a:lnTo>
                <a:lnTo>
                  <a:pt x="3" y="479"/>
                </a:lnTo>
                <a:lnTo>
                  <a:pt x="3" y="478"/>
                </a:lnTo>
                <a:lnTo>
                  <a:pt x="3" y="477"/>
                </a:lnTo>
                <a:lnTo>
                  <a:pt x="3" y="476"/>
                </a:lnTo>
                <a:lnTo>
                  <a:pt x="3" y="475"/>
                </a:lnTo>
                <a:lnTo>
                  <a:pt x="3" y="474"/>
                </a:lnTo>
                <a:lnTo>
                  <a:pt x="4" y="473"/>
                </a:lnTo>
                <a:lnTo>
                  <a:pt x="3" y="473"/>
                </a:lnTo>
                <a:lnTo>
                  <a:pt x="3" y="472"/>
                </a:lnTo>
                <a:lnTo>
                  <a:pt x="4" y="472"/>
                </a:lnTo>
                <a:lnTo>
                  <a:pt x="3" y="472"/>
                </a:lnTo>
                <a:lnTo>
                  <a:pt x="4" y="472"/>
                </a:lnTo>
                <a:lnTo>
                  <a:pt x="4" y="470"/>
                </a:lnTo>
                <a:lnTo>
                  <a:pt x="3" y="470"/>
                </a:lnTo>
                <a:lnTo>
                  <a:pt x="4" y="470"/>
                </a:lnTo>
                <a:lnTo>
                  <a:pt x="3" y="470"/>
                </a:lnTo>
                <a:lnTo>
                  <a:pt x="3" y="469"/>
                </a:lnTo>
                <a:lnTo>
                  <a:pt x="4" y="469"/>
                </a:lnTo>
                <a:lnTo>
                  <a:pt x="3" y="469"/>
                </a:lnTo>
                <a:lnTo>
                  <a:pt x="3" y="468"/>
                </a:lnTo>
                <a:lnTo>
                  <a:pt x="4" y="468"/>
                </a:lnTo>
                <a:lnTo>
                  <a:pt x="4" y="467"/>
                </a:lnTo>
                <a:lnTo>
                  <a:pt x="4" y="466"/>
                </a:lnTo>
                <a:lnTo>
                  <a:pt x="4" y="465"/>
                </a:lnTo>
                <a:lnTo>
                  <a:pt x="3" y="464"/>
                </a:lnTo>
                <a:lnTo>
                  <a:pt x="3" y="463"/>
                </a:lnTo>
                <a:lnTo>
                  <a:pt x="4" y="463"/>
                </a:lnTo>
                <a:lnTo>
                  <a:pt x="4" y="462"/>
                </a:lnTo>
                <a:lnTo>
                  <a:pt x="3" y="462"/>
                </a:lnTo>
                <a:lnTo>
                  <a:pt x="3" y="461"/>
                </a:lnTo>
                <a:lnTo>
                  <a:pt x="4" y="461"/>
                </a:lnTo>
                <a:lnTo>
                  <a:pt x="3" y="461"/>
                </a:lnTo>
                <a:lnTo>
                  <a:pt x="3" y="460"/>
                </a:lnTo>
                <a:lnTo>
                  <a:pt x="2" y="460"/>
                </a:lnTo>
                <a:lnTo>
                  <a:pt x="2" y="459"/>
                </a:lnTo>
                <a:lnTo>
                  <a:pt x="1" y="459"/>
                </a:lnTo>
                <a:lnTo>
                  <a:pt x="2" y="459"/>
                </a:lnTo>
                <a:lnTo>
                  <a:pt x="2" y="458"/>
                </a:lnTo>
                <a:lnTo>
                  <a:pt x="3" y="458"/>
                </a:lnTo>
                <a:lnTo>
                  <a:pt x="3" y="457"/>
                </a:lnTo>
                <a:lnTo>
                  <a:pt x="4" y="457"/>
                </a:lnTo>
                <a:lnTo>
                  <a:pt x="4" y="456"/>
                </a:lnTo>
                <a:lnTo>
                  <a:pt x="5" y="456"/>
                </a:lnTo>
                <a:lnTo>
                  <a:pt x="6" y="456"/>
                </a:lnTo>
                <a:lnTo>
                  <a:pt x="7" y="456"/>
                </a:lnTo>
                <a:lnTo>
                  <a:pt x="7" y="455"/>
                </a:lnTo>
                <a:lnTo>
                  <a:pt x="8" y="455"/>
                </a:lnTo>
                <a:lnTo>
                  <a:pt x="9" y="455"/>
                </a:lnTo>
                <a:lnTo>
                  <a:pt x="9" y="454"/>
                </a:lnTo>
                <a:lnTo>
                  <a:pt x="10" y="454"/>
                </a:lnTo>
                <a:lnTo>
                  <a:pt x="11" y="454"/>
                </a:lnTo>
                <a:lnTo>
                  <a:pt x="11" y="453"/>
                </a:lnTo>
                <a:lnTo>
                  <a:pt x="12" y="453"/>
                </a:lnTo>
                <a:lnTo>
                  <a:pt x="12" y="452"/>
                </a:lnTo>
                <a:lnTo>
                  <a:pt x="12" y="451"/>
                </a:lnTo>
                <a:lnTo>
                  <a:pt x="13" y="451"/>
                </a:lnTo>
                <a:lnTo>
                  <a:pt x="13" y="450"/>
                </a:lnTo>
                <a:lnTo>
                  <a:pt x="14" y="450"/>
                </a:lnTo>
                <a:lnTo>
                  <a:pt x="15" y="450"/>
                </a:lnTo>
                <a:lnTo>
                  <a:pt x="15" y="449"/>
                </a:lnTo>
                <a:lnTo>
                  <a:pt x="16" y="448"/>
                </a:lnTo>
                <a:lnTo>
                  <a:pt x="16" y="449"/>
                </a:lnTo>
                <a:lnTo>
                  <a:pt x="17" y="449"/>
                </a:lnTo>
                <a:lnTo>
                  <a:pt x="17" y="450"/>
                </a:lnTo>
                <a:lnTo>
                  <a:pt x="18" y="450"/>
                </a:lnTo>
                <a:lnTo>
                  <a:pt x="19" y="450"/>
                </a:lnTo>
                <a:lnTo>
                  <a:pt x="20" y="450"/>
                </a:lnTo>
                <a:lnTo>
                  <a:pt x="21" y="450"/>
                </a:lnTo>
                <a:lnTo>
                  <a:pt x="22" y="450"/>
                </a:lnTo>
                <a:lnTo>
                  <a:pt x="23" y="450"/>
                </a:lnTo>
                <a:lnTo>
                  <a:pt x="23" y="449"/>
                </a:lnTo>
                <a:lnTo>
                  <a:pt x="24" y="449"/>
                </a:lnTo>
                <a:lnTo>
                  <a:pt x="24" y="448"/>
                </a:lnTo>
                <a:lnTo>
                  <a:pt x="24" y="447"/>
                </a:lnTo>
                <a:lnTo>
                  <a:pt x="23" y="446"/>
                </a:lnTo>
                <a:lnTo>
                  <a:pt x="24" y="446"/>
                </a:lnTo>
                <a:lnTo>
                  <a:pt x="23" y="446"/>
                </a:lnTo>
                <a:lnTo>
                  <a:pt x="23" y="445"/>
                </a:lnTo>
                <a:lnTo>
                  <a:pt x="22" y="445"/>
                </a:lnTo>
                <a:lnTo>
                  <a:pt x="22" y="444"/>
                </a:lnTo>
                <a:lnTo>
                  <a:pt x="21" y="444"/>
                </a:lnTo>
                <a:lnTo>
                  <a:pt x="21" y="445"/>
                </a:lnTo>
                <a:lnTo>
                  <a:pt x="21" y="444"/>
                </a:lnTo>
                <a:lnTo>
                  <a:pt x="20" y="444"/>
                </a:lnTo>
                <a:lnTo>
                  <a:pt x="20" y="443"/>
                </a:lnTo>
                <a:lnTo>
                  <a:pt x="19" y="443"/>
                </a:lnTo>
                <a:lnTo>
                  <a:pt x="19" y="442"/>
                </a:lnTo>
                <a:lnTo>
                  <a:pt x="18" y="442"/>
                </a:lnTo>
                <a:lnTo>
                  <a:pt x="18" y="440"/>
                </a:lnTo>
                <a:lnTo>
                  <a:pt x="18" y="439"/>
                </a:lnTo>
                <a:lnTo>
                  <a:pt x="18" y="438"/>
                </a:lnTo>
                <a:lnTo>
                  <a:pt x="18" y="437"/>
                </a:lnTo>
                <a:lnTo>
                  <a:pt x="18" y="436"/>
                </a:lnTo>
                <a:lnTo>
                  <a:pt x="17" y="436"/>
                </a:lnTo>
                <a:lnTo>
                  <a:pt x="17" y="435"/>
                </a:lnTo>
                <a:lnTo>
                  <a:pt x="17" y="434"/>
                </a:lnTo>
                <a:lnTo>
                  <a:pt x="17" y="433"/>
                </a:lnTo>
                <a:lnTo>
                  <a:pt x="17" y="432"/>
                </a:lnTo>
                <a:lnTo>
                  <a:pt x="17" y="431"/>
                </a:lnTo>
                <a:lnTo>
                  <a:pt x="17" y="430"/>
                </a:lnTo>
                <a:lnTo>
                  <a:pt x="17" y="429"/>
                </a:lnTo>
                <a:lnTo>
                  <a:pt x="18" y="429"/>
                </a:lnTo>
                <a:lnTo>
                  <a:pt x="18" y="428"/>
                </a:lnTo>
                <a:lnTo>
                  <a:pt x="18" y="427"/>
                </a:lnTo>
                <a:lnTo>
                  <a:pt x="18" y="426"/>
                </a:lnTo>
                <a:lnTo>
                  <a:pt x="18" y="425"/>
                </a:lnTo>
                <a:lnTo>
                  <a:pt x="17" y="425"/>
                </a:lnTo>
                <a:lnTo>
                  <a:pt x="17" y="424"/>
                </a:lnTo>
                <a:lnTo>
                  <a:pt x="18" y="424"/>
                </a:lnTo>
                <a:lnTo>
                  <a:pt x="19" y="424"/>
                </a:lnTo>
                <a:lnTo>
                  <a:pt x="20" y="424"/>
                </a:lnTo>
                <a:lnTo>
                  <a:pt x="20" y="423"/>
                </a:lnTo>
                <a:lnTo>
                  <a:pt x="21" y="423"/>
                </a:lnTo>
                <a:lnTo>
                  <a:pt x="21" y="422"/>
                </a:lnTo>
                <a:lnTo>
                  <a:pt x="21" y="421"/>
                </a:lnTo>
                <a:lnTo>
                  <a:pt x="22" y="421"/>
                </a:lnTo>
                <a:lnTo>
                  <a:pt x="22" y="420"/>
                </a:lnTo>
                <a:lnTo>
                  <a:pt x="22" y="419"/>
                </a:lnTo>
                <a:lnTo>
                  <a:pt x="23" y="419"/>
                </a:lnTo>
                <a:lnTo>
                  <a:pt x="23" y="418"/>
                </a:lnTo>
                <a:lnTo>
                  <a:pt x="23" y="417"/>
                </a:lnTo>
                <a:lnTo>
                  <a:pt x="24" y="417"/>
                </a:lnTo>
                <a:lnTo>
                  <a:pt x="24" y="416"/>
                </a:lnTo>
                <a:lnTo>
                  <a:pt x="24" y="415"/>
                </a:lnTo>
                <a:lnTo>
                  <a:pt x="25" y="415"/>
                </a:lnTo>
                <a:lnTo>
                  <a:pt x="25" y="414"/>
                </a:lnTo>
                <a:lnTo>
                  <a:pt x="24" y="414"/>
                </a:lnTo>
                <a:lnTo>
                  <a:pt x="24" y="413"/>
                </a:lnTo>
                <a:lnTo>
                  <a:pt x="25" y="413"/>
                </a:lnTo>
                <a:lnTo>
                  <a:pt x="25" y="412"/>
                </a:lnTo>
                <a:lnTo>
                  <a:pt x="25" y="411"/>
                </a:lnTo>
                <a:lnTo>
                  <a:pt x="26" y="411"/>
                </a:lnTo>
                <a:lnTo>
                  <a:pt x="26" y="410"/>
                </a:lnTo>
                <a:lnTo>
                  <a:pt x="26" y="409"/>
                </a:lnTo>
                <a:lnTo>
                  <a:pt x="26" y="408"/>
                </a:lnTo>
                <a:lnTo>
                  <a:pt x="27" y="408"/>
                </a:lnTo>
                <a:lnTo>
                  <a:pt x="27" y="407"/>
                </a:lnTo>
                <a:lnTo>
                  <a:pt x="27" y="406"/>
                </a:lnTo>
                <a:lnTo>
                  <a:pt x="28" y="406"/>
                </a:lnTo>
                <a:lnTo>
                  <a:pt x="28" y="405"/>
                </a:lnTo>
                <a:lnTo>
                  <a:pt x="29" y="405"/>
                </a:lnTo>
                <a:lnTo>
                  <a:pt x="30" y="405"/>
                </a:lnTo>
                <a:lnTo>
                  <a:pt x="30" y="406"/>
                </a:lnTo>
                <a:lnTo>
                  <a:pt x="30" y="405"/>
                </a:lnTo>
                <a:lnTo>
                  <a:pt x="31" y="405"/>
                </a:lnTo>
                <a:lnTo>
                  <a:pt x="31" y="406"/>
                </a:lnTo>
                <a:lnTo>
                  <a:pt x="31" y="407"/>
                </a:lnTo>
                <a:lnTo>
                  <a:pt x="32" y="407"/>
                </a:lnTo>
                <a:lnTo>
                  <a:pt x="32" y="408"/>
                </a:lnTo>
                <a:lnTo>
                  <a:pt x="33" y="408"/>
                </a:lnTo>
                <a:lnTo>
                  <a:pt x="33" y="409"/>
                </a:lnTo>
                <a:lnTo>
                  <a:pt x="33" y="410"/>
                </a:lnTo>
                <a:lnTo>
                  <a:pt x="34" y="410"/>
                </a:lnTo>
                <a:lnTo>
                  <a:pt x="34" y="411"/>
                </a:lnTo>
                <a:lnTo>
                  <a:pt x="35" y="411"/>
                </a:lnTo>
                <a:lnTo>
                  <a:pt x="36" y="411"/>
                </a:lnTo>
                <a:lnTo>
                  <a:pt x="36" y="410"/>
                </a:lnTo>
                <a:lnTo>
                  <a:pt x="37" y="410"/>
                </a:lnTo>
                <a:lnTo>
                  <a:pt x="37" y="411"/>
                </a:lnTo>
                <a:lnTo>
                  <a:pt x="37" y="410"/>
                </a:lnTo>
                <a:lnTo>
                  <a:pt x="37" y="411"/>
                </a:lnTo>
                <a:lnTo>
                  <a:pt x="37" y="410"/>
                </a:lnTo>
                <a:lnTo>
                  <a:pt x="38" y="410"/>
                </a:lnTo>
                <a:lnTo>
                  <a:pt x="38" y="409"/>
                </a:lnTo>
                <a:lnTo>
                  <a:pt x="39" y="409"/>
                </a:lnTo>
                <a:lnTo>
                  <a:pt x="39" y="408"/>
                </a:lnTo>
                <a:lnTo>
                  <a:pt x="40" y="408"/>
                </a:lnTo>
                <a:lnTo>
                  <a:pt x="40" y="407"/>
                </a:lnTo>
                <a:lnTo>
                  <a:pt x="41" y="407"/>
                </a:lnTo>
                <a:lnTo>
                  <a:pt x="41" y="406"/>
                </a:lnTo>
                <a:lnTo>
                  <a:pt x="42" y="406"/>
                </a:lnTo>
                <a:lnTo>
                  <a:pt x="42" y="405"/>
                </a:lnTo>
                <a:lnTo>
                  <a:pt x="42" y="404"/>
                </a:lnTo>
                <a:lnTo>
                  <a:pt x="43" y="404"/>
                </a:lnTo>
                <a:lnTo>
                  <a:pt x="43" y="403"/>
                </a:lnTo>
                <a:lnTo>
                  <a:pt x="43" y="402"/>
                </a:lnTo>
                <a:lnTo>
                  <a:pt x="44" y="401"/>
                </a:lnTo>
                <a:lnTo>
                  <a:pt x="45" y="401"/>
                </a:lnTo>
                <a:lnTo>
                  <a:pt x="46" y="401"/>
                </a:lnTo>
                <a:lnTo>
                  <a:pt x="46" y="402"/>
                </a:lnTo>
                <a:lnTo>
                  <a:pt x="46" y="401"/>
                </a:lnTo>
                <a:lnTo>
                  <a:pt x="47" y="401"/>
                </a:lnTo>
                <a:lnTo>
                  <a:pt x="48" y="401"/>
                </a:lnTo>
                <a:lnTo>
                  <a:pt x="48" y="400"/>
                </a:lnTo>
                <a:lnTo>
                  <a:pt x="49" y="400"/>
                </a:lnTo>
                <a:lnTo>
                  <a:pt x="49" y="399"/>
                </a:lnTo>
                <a:lnTo>
                  <a:pt x="49" y="398"/>
                </a:lnTo>
                <a:lnTo>
                  <a:pt x="50" y="398"/>
                </a:lnTo>
                <a:lnTo>
                  <a:pt x="51" y="398"/>
                </a:lnTo>
                <a:lnTo>
                  <a:pt x="51" y="397"/>
                </a:lnTo>
                <a:lnTo>
                  <a:pt x="51" y="396"/>
                </a:lnTo>
                <a:lnTo>
                  <a:pt x="51" y="395"/>
                </a:lnTo>
                <a:lnTo>
                  <a:pt x="51" y="394"/>
                </a:lnTo>
                <a:lnTo>
                  <a:pt x="52" y="394"/>
                </a:lnTo>
                <a:lnTo>
                  <a:pt x="51" y="394"/>
                </a:lnTo>
                <a:lnTo>
                  <a:pt x="51" y="393"/>
                </a:lnTo>
                <a:lnTo>
                  <a:pt x="52" y="393"/>
                </a:lnTo>
                <a:lnTo>
                  <a:pt x="52" y="392"/>
                </a:lnTo>
                <a:lnTo>
                  <a:pt x="53" y="393"/>
                </a:lnTo>
                <a:lnTo>
                  <a:pt x="54" y="393"/>
                </a:lnTo>
                <a:lnTo>
                  <a:pt x="55" y="393"/>
                </a:lnTo>
                <a:lnTo>
                  <a:pt x="55" y="392"/>
                </a:lnTo>
                <a:lnTo>
                  <a:pt x="55" y="391"/>
                </a:lnTo>
                <a:lnTo>
                  <a:pt x="56" y="391"/>
                </a:lnTo>
                <a:lnTo>
                  <a:pt x="56" y="390"/>
                </a:lnTo>
                <a:lnTo>
                  <a:pt x="56" y="389"/>
                </a:lnTo>
                <a:lnTo>
                  <a:pt x="55" y="389"/>
                </a:lnTo>
                <a:lnTo>
                  <a:pt x="55" y="388"/>
                </a:lnTo>
                <a:lnTo>
                  <a:pt x="56" y="388"/>
                </a:lnTo>
                <a:lnTo>
                  <a:pt x="56" y="387"/>
                </a:lnTo>
                <a:lnTo>
                  <a:pt x="57" y="386"/>
                </a:lnTo>
                <a:lnTo>
                  <a:pt x="56" y="386"/>
                </a:lnTo>
                <a:lnTo>
                  <a:pt x="56" y="385"/>
                </a:lnTo>
                <a:lnTo>
                  <a:pt x="56" y="384"/>
                </a:lnTo>
                <a:lnTo>
                  <a:pt x="55" y="384"/>
                </a:lnTo>
                <a:lnTo>
                  <a:pt x="56" y="384"/>
                </a:lnTo>
                <a:lnTo>
                  <a:pt x="55" y="384"/>
                </a:lnTo>
                <a:lnTo>
                  <a:pt x="55" y="383"/>
                </a:lnTo>
                <a:lnTo>
                  <a:pt x="55" y="382"/>
                </a:lnTo>
                <a:lnTo>
                  <a:pt x="54" y="382"/>
                </a:lnTo>
                <a:lnTo>
                  <a:pt x="54" y="381"/>
                </a:lnTo>
                <a:lnTo>
                  <a:pt x="54" y="380"/>
                </a:lnTo>
                <a:lnTo>
                  <a:pt x="54" y="379"/>
                </a:lnTo>
                <a:lnTo>
                  <a:pt x="55" y="379"/>
                </a:lnTo>
                <a:lnTo>
                  <a:pt x="56" y="379"/>
                </a:lnTo>
                <a:lnTo>
                  <a:pt x="57" y="379"/>
                </a:lnTo>
                <a:lnTo>
                  <a:pt x="57" y="378"/>
                </a:lnTo>
                <a:lnTo>
                  <a:pt x="57" y="377"/>
                </a:lnTo>
                <a:lnTo>
                  <a:pt x="58" y="377"/>
                </a:lnTo>
                <a:lnTo>
                  <a:pt x="58" y="376"/>
                </a:lnTo>
                <a:lnTo>
                  <a:pt x="59" y="376"/>
                </a:lnTo>
                <a:lnTo>
                  <a:pt x="59" y="375"/>
                </a:lnTo>
                <a:lnTo>
                  <a:pt x="59" y="374"/>
                </a:lnTo>
                <a:lnTo>
                  <a:pt x="59" y="373"/>
                </a:lnTo>
                <a:lnTo>
                  <a:pt x="59" y="372"/>
                </a:lnTo>
                <a:lnTo>
                  <a:pt x="59" y="371"/>
                </a:lnTo>
                <a:lnTo>
                  <a:pt x="58" y="371"/>
                </a:lnTo>
                <a:lnTo>
                  <a:pt x="58" y="370"/>
                </a:lnTo>
                <a:lnTo>
                  <a:pt x="58" y="369"/>
                </a:lnTo>
                <a:lnTo>
                  <a:pt x="57" y="368"/>
                </a:lnTo>
                <a:lnTo>
                  <a:pt x="58" y="368"/>
                </a:lnTo>
                <a:lnTo>
                  <a:pt x="59" y="369"/>
                </a:lnTo>
                <a:lnTo>
                  <a:pt x="59" y="368"/>
                </a:lnTo>
                <a:lnTo>
                  <a:pt x="59" y="369"/>
                </a:lnTo>
                <a:lnTo>
                  <a:pt x="59" y="370"/>
                </a:lnTo>
                <a:lnTo>
                  <a:pt x="60" y="370"/>
                </a:lnTo>
                <a:lnTo>
                  <a:pt x="61" y="369"/>
                </a:lnTo>
                <a:lnTo>
                  <a:pt x="61" y="370"/>
                </a:lnTo>
                <a:lnTo>
                  <a:pt x="62" y="370"/>
                </a:lnTo>
                <a:lnTo>
                  <a:pt x="63" y="370"/>
                </a:lnTo>
                <a:lnTo>
                  <a:pt x="64" y="370"/>
                </a:lnTo>
                <a:lnTo>
                  <a:pt x="65" y="370"/>
                </a:lnTo>
                <a:lnTo>
                  <a:pt x="65" y="371"/>
                </a:lnTo>
                <a:lnTo>
                  <a:pt x="65" y="370"/>
                </a:lnTo>
                <a:lnTo>
                  <a:pt x="65" y="371"/>
                </a:lnTo>
                <a:lnTo>
                  <a:pt x="66" y="371"/>
                </a:lnTo>
                <a:lnTo>
                  <a:pt x="66" y="372"/>
                </a:lnTo>
                <a:lnTo>
                  <a:pt x="67" y="372"/>
                </a:lnTo>
                <a:lnTo>
                  <a:pt x="67" y="373"/>
                </a:lnTo>
                <a:lnTo>
                  <a:pt x="68" y="373"/>
                </a:lnTo>
                <a:lnTo>
                  <a:pt x="69" y="373"/>
                </a:lnTo>
                <a:lnTo>
                  <a:pt x="69" y="374"/>
                </a:lnTo>
                <a:lnTo>
                  <a:pt x="69" y="375"/>
                </a:lnTo>
                <a:lnTo>
                  <a:pt x="69" y="376"/>
                </a:lnTo>
                <a:lnTo>
                  <a:pt x="70" y="376"/>
                </a:lnTo>
                <a:lnTo>
                  <a:pt x="70" y="377"/>
                </a:lnTo>
                <a:lnTo>
                  <a:pt x="71" y="377"/>
                </a:lnTo>
                <a:lnTo>
                  <a:pt x="71" y="376"/>
                </a:lnTo>
                <a:lnTo>
                  <a:pt x="71" y="375"/>
                </a:lnTo>
                <a:lnTo>
                  <a:pt x="72" y="375"/>
                </a:lnTo>
                <a:lnTo>
                  <a:pt x="72" y="374"/>
                </a:lnTo>
                <a:lnTo>
                  <a:pt x="73" y="374"/>
                </a:lnTo>
                <a:lnTo>
                  <a:pt x="73" y="373"/>
                </a:lnTo>
                <a:lnTo>
                  <a:pt x="74" y="373"/>
                </a:lnTo>
                <a:lnTo>
                  <a:pt x="74" y="374"/>
                </a:lnTo>
                <a:lnTo>
                  <a:pt x="74" y="373"/>
                </a:lnTo>
                <a:lnTo>
                  <a:pt x="74" y="374"/>
                </a:lnTo>
                <a:lnTo>
                  <a:pt x="75" y="374"/>
                </a:lnTo>
                <a:lnTo>
                  <a:pt x="75" y="373"/>
                </a:lnTo>
                <a:lnTo>
                  <a:pt x="76" y="373"/>
                </a:lnTo>
                <a:lnTo>
                  <a:pt x="76" y="372"/>
                </a:lnTo>
                <a:lnTo>
                  <a:pt x="77" y="372"/>
                </a:lnTo>
                <a:lnTo>
                  <a:pt x="77" y="371"/>
                </a:lnTo>
                <a:lnTo>
                  <a:pt x="78" y="371"/>
                </a:lnTo>
                <a:lnTo>
                  <a:pt x="78" y="372"/>
                </a:lnTo>
                <a:lnTo>
                  <a:pt x="79" y="372"/>
                </a:lnTo>
                <a:lnTo>
                  <a:pt x="79" y="371"/>
                </a:lnTo>
                <a:lnTo>
                  <a:pt x="79" y="370"/>
                </a:lnTo>
                <a:lnTo>
                  <a:pt x="79" y="369"/>
                </a:lnTo>
                <a:lnTo>
                  <a:pt x="79" y="368"/>
                </a:lnTo>
                <a:lnTo>
                  <a:pt x="79" y="367"/>
                </a:lnTo>
                <a:lnTo>
                  <a:pt x="79" y="366"/>
                </a:lnTo>
                <a:lnTo>
                  <a:pt x="79" y="365"/>
                </a:lnTo>
                <a:lnTo>
                  <a:pt x="80" y="365"/>
                </a:lnTo>
                <a:lnTo>
                  <a:pt x="80" y="364"/>
                </a:lnTo>
                <a:lnTo>
                  <a:pt x="81" y="364"/>
                </a:lnTo>
                <a:lnTo>
                  <a:pt x="81" y="363"/>
                </a:lnTo>
                <a:lnTo>
                  <a:pt x="82" y="363"/>
                </a:lnTo>
                <a:lnTo>
                  <a:pt x="83" y="363"/>
                </a:lnTo>
                <a:lnTo>
                  <a:pt x="83" y="362"/>
                </a:lnTo>
                <a:lnTo>
                  <a:pt x="84" y="363"/>
                </a:lnTo>
                <a:lnTo>
                  <a:pt x="84" y="362"/>
                </a:lnTo>
                <a:lnTo>
                  <a:pt x="84" y="361"/>
                </a:lnTo>
                <a:lnTo>
                  <a:pt x="85" y="361"/>
                </a:lnTo>
                <a:lnTo>
                  <a:pt x="85" y="360"/>
                </a:lnTo>
                <a:lnTo>
                  <a:pt x="84" y="360"/>
                </a:lnTo>
                <a:lnTo>
                  <a:pt x="84" y="359"/>
                </a:lnTo>
                <a:lnTo>
                  <a:pt x="84" y="358"/>
                </a:lnTo>
                <a:lnTo>
                  <a:pt x="84" y="357"/>
                </a:lnTo>
                <a:lnTo>
                  <a:pt x="85" y="357"/>
                </a:lnTo>
                <a:lnTo>
                  <a:pt x="85" y="356"/>
                </a:lnTo>
                <a:lnTo>
                  <a:pt x="85" y="355"/>
                </a:lnTo>
                <a:lnTo>
                  <a:pt x="86" y="355"/>
                </a:lnTo>
                <a:lnTo>
                  <a:pt x="86" y="354"/>
                </a:lnTo>
                <a:lnTo>
                  <a:pt x="85" y="354"/>
                </a:lnTo>
                <a:lnTo>
                  <a:pt x="85" y="353"/>
                </a:lnTo>
                <a:lnTo>
                  <a:pt x="85" y="352"/>
                </a:lnTo>
                <a:lnTo>
                  <a:pt x="86" y="352"/>
                </a:lnTo>
                <a:lnTo>
                  <a:pt x="86" y="351"/>
                </a:lnTo>
                <a:lnTo>
                  <a:pt x="86" y="352"/>
                </a:lnTo>
                <a:lnTo>
                  <a:pt x="86" y="351"/>
                </a:lnTo>
                <a:lnTo>
                  <a:pt x="87" y="351"/>
                </a:lnTo>
                <a:lnTo>
                  <a:pt x="87" y="350"/>
                </a:lnTo>
                <a:lnTo>
                  <a:pt x="87" y="349"/>
                </a:lnTo>
                <a:lnTo>
                  <a:pt x="88" y="349"/>
                </a:lnTo>
                <a:lnTo>
                  <a:pt x="89" y="349"/>
                </a:lnTo>
                <a:lnTo>
                  <a:pt x="89" y="348"/>
                </a:lnTo>
                <a:lnTo>
                  <a:pt x="89" y="347"/>
                </a:lnTo>
                <a:lnTo>
                  <a:pt x="90" y="347"/>
                </a:lnTo>
                <a:lnTo>
                  <a:pt x="90" y="346"/>
                </a:lnTo>
                <a:lnTo>
                  <a:pt x="91" y="346"/>
                </a:lnTo>
                <a:lnTo>
                  <a:pt x="92" y="346"/>
                </a:lnTo>
                <a:lnTo>
                  <a:pt x="93" y="346"/>
                </a:lnTo>
                <a:lnTo>
                  <a:pt x="94" y="346"/>
                </a:lnTo>
                <a:lnTo>
                  <a:pt x="94" y="347"/>
                </a:lnTo>
                <a:lnTo>
                  <a:pt x="94" y="348"/>
                </a:lnTo>
                <a:lnTo>
                  <a:pt x="95" y="348"/>
                </a:lnTo>
                <a:lnTo>
                  <a:pt x="96" y="348"/>
                </a:lnTo>
                <a:lnTo>
                  <a:pt x="96" y="349"/>
                </a:lnTo>
                <a:lnTo>
                  <a:pt x="97" y="349"/>
                </a:lnTo>
                <a:lnTo>
                  <a:pt x="98" y="349"/>
                </a:lnTo>
                <a:lnTo>
                  <a:pt x="98" y="350"/>
                </a:lnTo>
                <a:lnTo>
                  <a:pt x="99" y="350"/>
                </a:lnTo>
                <a:lnTo>
                  <a:pt x="99" y="351"/>
                </a:lnTo>
                <a:lnTo>
                  <a:pt x="100" y="351"/>
                </a:lnTo>
                <a:lnTo>
                  <a:pt x="100" y="350"/>
                </a:lnTo>
                <a:lnTo>
                  <a:pt x="101" y="350"/>
                </a:lnTo>
                <a:lnTo>
                  <a:pt x="101" y="349"/>
                </a:lnTo>
                <a:lnTo>
                  <a:pt x="102" y="349"/>
                </a:lnTo>
                <a:lnTo>
                  <a:pt x="103" y="349"/>
                </a:lnTo>
                <a:lnTo>
                  <a:pt x="103" y="348"/>
                </a:lnTo>
                <a:lnTo>
                  <a:pt x="104" y="348"/>
                </a:lnTo>
                <a:lnTo>
                  <a:pt x="104" y="347"/>
                </a:lnTo>
                <a:lnTo>
                  <a:pt x="104" y="346"/>
                </a:lnTo>
                <a:lnTo>
                  <a:pt x="105" y="346"/>
                </a:lnTo>
                <a:lnTo>
                  <a:pt x="106" y="345"/>
                </a:lnTo>
                <a:lnTo>
                  <a:pt x="106" y="344"/>
                </a:lnTo>
                <a:lnTo>
                  <a:pt x="106" y="343"/>
                </a:lnTo>
                <a:lnTo>
                  <a:pt x="106" y="342"/>
                </a:lnTo>
                <a:lnTo>
                  <a:pt x="106" y="341"/>
                </a:lnTo>
                <a:lnTo>
                  <a:pt x="106" y="340"/>
                </a:lnTo>
                <a:lnTo>
                  <a:pt x="105" y="340"/>
                </a:lnTo>
                <a:lnTo>
                  <a:pt x="105" y="339"/>
                </a:lnTo>
                <a:lnTo>
                  <a:pt x="104" y="339"/>
                </a:lnTo>
                <a:lnTo>
                  <a:pt x="104" y="338"/>
                </a:lnTo>
                <a:lnTo>
                  <a:pt x="104" y="337"/>
                </a:lnTo>
                <a:lnTo>
                  <a:pt x="104" y="336"/>
                </a:lnTo>
                <a:lnTo>
                  <a:pt x="103" y="336"/>
                </a:lnTo>
                <a:lnTo>
                  <a:pt x="103" y="335"/>
                </a:lnTo>
                <a:lnTo>
                  <a:pt x="102" y="335"/>
                </a:lnTo>
                <a:lnTo>
                  <a:pt x="102" y="334"/>
                </a:lnTo>
                <a:lnTo>
                  <a:pt x="101" y="334"/>
                </a:lnTo>
                <a:lnTo>
                  <a:pt x="101" y="333"/>
                </a:lnTo>
                <a:lnTo>
                  <a:pt x="100" y="333"/>
                </a:lnTo>
                <a:lnTo>
                  <a:pt x="99" y="333"/>
                </a:lnTo>
                <a:lnTo>
                  <a:pt x="98" y="333"/>
                </a:lnTo>
                <a:lnTo>
                  <a:pt x="98" y="332"/>
                </a:lnTo>
                <a:lnTo>
                  <a:pt x="98" y="331"/>
                </a:lnTo>
                <a:lnTo>
                  <a:pt x="97" y="331"/>
                </a:lnTo>
                <a:lnTo>
                  <a:pt x="97" y="330"/>
                </a:lnTo>
                <a:lnTo>
                  <a:pt x="98" y="330"/>
                </a:lnTo>
                <a:lnTo>
                  <a:pt x="98" y="329"/>
                </a:lnTo>
                <a:lnTo>
                  <a:pt x="97" y="329"/>
                </a:lnTo>
                <a:lnTo>
                  <a:pt x="97" y="328"/>
                </a:lnTo>
                <a:lnTo>
                  <a:pt x="97" y="327"/>
                </a:lnTo>
                <a:lnTo>
                  <a:pt x="97" y="326"/>
                </a:lnTo>
                <a:lnTo>
                  <a:pt x="97" y="325"/>
                </a:lnTo>
                <a:lnTo>
                  <a:pt x="97" y="324"/>
                </a:lnTo>
                <a:lnTo>
                  <a:pt x="96" y="324"/>
                </a:lnTo>
                <a:lnTo>
                  <a:pt x="96" y="323"/>
                </a:lnTo>
                <a:lnTo>
                  <a:pt x="95" y="323"/>
                </a:lnTo>
                <a:lnTo>
                  <a:pt x="95" y="322"/>
                </a:lnTo>
                <a:lnTo>
                  <a:pt x="95" y="321"/>
                </a:lnTo>
                <a:lnTo>
                  <a:pt x="95" y="320"/>
                </a:lnTo>
                <a:lnTo>
                  <a:pt x="95" y="319"/>
                </a:lnTo>
                <a:lnTo>
                  <a:pt x="94" y="319"/>
                </a:lnTo>
                <a:lnTo>
                  <a:pt x="95" y="319"/>
                </a:lnTo>
                <a:lnTo>
                  <a:pt x="94" y="319"/>
                </a:lnTo>
                <a:lnTo>
                  <a:pt x="94" y="318"/>
                </a:lnTo>
                <a:lnTo>
                  <a:pt x="95" y="318"/>
                </a:lnTo>
                <a:lnTo>
                  <a:pt x="95" y="317"/>
                </a:lnTo>
                <a:lnTo>
                  <a:pt x="95" y="316"/>
                </a:lnTo>
                <a:lnTo>
                  <a:pt x="95" y="315"/>
                </a:lnTo>
                <a:lnTo>
                  <a:pt x="95" y="316"/>
                </a:lnTo>
                <a:lnTo>
                  <a:pt x="96" y="316"/>
                </a:lnTo>
                <a:lnTo>
                  <a:pt x="97" y="317"/>
                </a:lnTo>
                <a:lnTo>
                  <a:pt x="97" y="316"/>
                </a:lnTo>
                <a:lnTo>
                  <a:pt x="98" y="316"/>
                </a:lnTo>
                <a:lnTo>
                  <a:pt x="99" y="316"/>
                </a:lnTo>
                <a:lnTo>
                  <a:pt x="99" y="315"/>
                </a:lnTo>
                <a:lnTo>
                  <a:pt x="100" y="315"/>
                </a:lnTo>
                <a:lnTo>
                  <a:pt x="101" y="315"/>
                </a:lnTo>
                <a:lnTo>
                  <a:pt x="101" y="316"/>
                </a:lnTo>
                <a:lnTo>
                  <a:pt x="102" y="316"/>
                </a:lnTo>
                <a:lnTo>
                  <a:pt x="102" y="317"/>
                </a:lnTo>
                <a:lnTo>
                  <a:pt x="102" y="318"/>
                </a:lnTo>
                <a:lnTo>
                  <a:pt x="102" y="319"/>
                </a:lnTo>
                <a:lnTo>
                  <a:pt x="102" y="320"/>
                </a:lnTo>
                <a:lnTo>
                  <a:pt x="102" y="321"/>
                </a:lnTo>
                <a:lnTo>
                  <a:pt x="103" y="321"/>
                </a:lnTo>
                <a:lnTo>
                  <a:pt x="103" y="320"/>
                </a:lnTo>
                <a:lnTo>
                  <a:pt x="104" y="320"/>
                </a:lnTo>
                <a:lnTo>
                  <a:pt x="104" y="319"/>
                </a:lnTo>
                <a:lnTo>
                  <a:pt x="105" y="319"/>
                </a:lnTo>
                <a:lnTo>
                  <a:pt x="106" y="319"/>
                </a:lnTo>
                <a:lnTo>
                  <a:pt x="106" y="318"/>
                </a:lnTo>
                <a:lnTo>
                  <a:pt x="107" y="318"/>
                </a:lnTo>
                <a:lnTo>
                  <a:pt x="107" y="317"/>
                </a:lnTo>
                <a:lnTo>
                  <a:pt x="107" y="316"/>
                </a:lnTo>
                <a:lnTo>
                  <a:pt x="107" y="315"/>
                </a:lnTo>
                <a:lnTo>
                  <a:pt x="106" y="315"/>
                </a:lnTo>
                <a:lnTo>
                  <a:pt x="106" y="316"/>
                </a:lnTo>
                <a:lnTo>
                  <a:pt x="106" y="315"/>
                </a:lnTo>
                <a:lnTo>
                  <a:pt x="106" y="314"/>
                </a:lnTo>
                <a:lnTo>
                  <a:pt x="107" y="314"/>
                </a:lnTo>
                <a:lnTo>
                  <a:pt x="108" y="314"/>
                </a:lnTo>
                <a:lnTo>
                  <a:pt x="108" y="313"/>
                </a:lnTo>
                <a:lnTo>
                  <a:pt x="108" y="312"/>
                </a:lnTo>
                <a:lnTo>
                  <a:pt x="109" y="312"/>
                </a:lnTo>
                <a:lnTo>
                  <a:pt x="109" y="311"/>
                </a:lnTo>
                <a:lnTo>
                  <a:pt x="108" y="311"/>
                </a:lnTo>
                <a:lnTo>
                  <a:pt x="108" y="310"/>
                </a:lnTo>
                <a:lnTo>
                  <a:pt x="108" y="309"/>
                </a:lnTo>
                <a:lnTo>
                  <a:pt x="108" y="308"/>
                </a:lnTo>
                <a:lnTo>
                  <a:pt x="107" y="308"/>
                </a:lnTo>
                <a:lnTo>
                  <a:pt x="107" y="307"/>
                </a:lnTo>
                <a:lnTo>
                  <a:pt x="107" y="306"/>
                </a:lnTo>
                <a:lnTo>
                  <a:pt x="106" y="306"/>
                </a:lnTo>
                <a:lnTo>
                  <a:pt x="106" y="305"/>
                </a:lnTo>
                <a:lnTo>
                  <a:pt x="105" y="305"/>
                </a:lnTo>
                <a:lnTo>
                  <a:pt x="105" y="306"/>
                </a:lnTo>
                <a:lnTo>
                  <a:pt x="104" y="306"/>
                </a:lnTo>
                <a:lnTo>
                  <a:pt x="103" y="306"/>
                </a:lnTo>
                <a:lnTo>
                  <a:pt x="103" y="305"/>
                </a:lnTo>
                <a:lnTo>
                  <a:pt x="103" y="304"/>
                </a:lnTo>
                <a:lnTo>
                  <a:pt x="104" y="304"/>
                </a:lnTo>
                <a:lnTo>
                  <a:pt x="104" y="302"/>
                </a:lnTo>
                <a:lnTo>
                  <a:pt x="103" y="302"/>
                </a:lnTo>
                <a:lnTo>
                  <a:pt x="104" y="302"/>
                </a:lnTo>
                <a:lnTo>
                  <a:pt x="104" y="301"/>
                </a:lnTo>
                <a:lnTo>
                  <a:pt x="104" y="300"/>
                </a:lnTo>
                <a:lnTo>
                  <a:pt x="104" y="299"/>
                </a:lnTo>
                <a:lnTo>
                  <a:pt x="104" y="298"/>
                </a:lnTo>
                <a:lnTo>
                  <a:pt x="105" y="298"/>
                </a:lnTo>
                <a:lnTo>
                  <a:pt x="106" y="297"/>
                </a:lnTo>
                <a:lnTo>
                  <a:pt x="106" y="296"/>
                </a:lnTo>
                <a:lnTo>
                  <a:pt x="107" y="296"/>
                </a:lnTo>
                <a:lnTo>
                  <a:pt x="107" y="295"/>
                </a:lnTo>
                <a:lnTo>
                  <a:pt x="108" y="295"/>
                </a:lnTo>
                <a:lnTo>
                  <a:pt x="108" y="294"/>
                </a:lnTo>
                <a:lnTo>
                  <a:pt x="109" y="294"/>
                </a:lnTo>
                <a:lnTo>
                  <a:pt x="108" y="294"/>
                </a:lnTo>
                <a:lnTo>
                  <a:pt x="108" y="293"/>
                </a:lnTo>
                <a:lnTo>
                  <a:pt x="108" y="292"/>
                </a:lnTo>
                <a:lnTo>
                  <a:pt x="108" y="291"/>
                </a:lnTo>
                <a:lnTo>
                  <a:pt x="109" y="291"/>
                </a:lnTo>
                <a:lnTo>
                  <a:pt x="109" y="290"/>
                </a:lnTo>
                <a:lnTo>
                  <a:pt x="110" y="290"/>
                </a:lnTo>
                <a:lnTo>
                  <a:pt x="109" y="290"/>
                </a:lnTo>
                <a:lnTo>
                  <a:pt x="109" y="289"/>
                </a:lnTo>
                <a:lnTo>
                  <a:pt x="110" y="289"/>
                </a:lnTo>
                <a:lnTo>
                  <a:pt x="110" y="288"/>
                </a:lnTo>
                <a:lnTo>
                  <a:pt x="110" y="287"/>
                </a:lnTo>
                <a:lnTo>
                  <a:pt x="110" y="286"/>
                </a:lnTo>
                <a:lnTo>
                  <a:pt x="109" y="286"/>
                </a:lnTo>
                <a:lnTo>
                  <a:pt x="109" y="285"/>
                </a:lnTo>
                <a:lnTo>
                  <a:pt x="110" y="285"/>
                </a:lnTo>
                <a:lnTo>
                  <a:pt x="110" y="284"/>
                </a:lnTo>
                <a:lnTo>
                  <a:pt x="110" y="283"/>
                </a:lnTo>
                <a:lnTo>
                  <a:pt x="110" y="282"/>
                </a:lnTo>
                <a:lnTo>
                  <a:pt x="110" y="281"/>
                </a:lnTo>
                <a:lnTo>
                  <a:pt x="110" y="280"/>
                </a:lnTo>
                <a:lnTo>
                  <a:pt x="110" y="279"/>
                </a:lnTo>
                <a:lnTo>
                  <a:pt x="111" y="279"/>
                </a:lnTo>
                <a:lnTo>
                  <a:pt x="110" y="279"/>
                </a:lnTo>
                <a:lnTo>
                  <a:pt x="110" y="278"/>
                </a:lnTo>
                <a:lnTo>
                  <a:pt x="110" y="277"/>
                </a:lnTo>
                <a:lnTo>
                  <a:pt x="110" y="276"/>
                </a:lnTo>
                <a:lnTo>
                  <a:pt x="110" y="275"/>
                </a:lnTo>
                <a:lnTo>
                  <a:pt x="110" y="274"/>
                </a:lnTo>
                <a:lnTo>
                  <a:pt x="110" y="272"/>
                </a:lnTo>
                <a:lnTo>
                  <a:pt x="111" y="272"/>
                </a:lnTo>
                <a:lnTo>
                  <a:pt x="112" y="272"/>
                </a:lnTo>
                <a:lnTo>
                  <a:pt x="112" y="271"/>
                </a:lnTo>
                <a:lnTo>
                  <a:pt x="112" y="270"/>
                </a:lnTo>
                <a:lnTo>
                  <a:pt x="113" y="269"/>
                </a:lnTo>
                <a:lnTo>
                  <a:pt x="113" y="268"/>
                </a:lnTo>
                <a:lnTo>
                  <a:pt x="112" y="268"/>
                </a:lnTo>
                <a:lnTo>
                  <a:pt x="112" y="267"/>
                </a:lnTo>
                <a:lnTo>
                  <a:pt x="113" y="267"/>
                </a:lnTo>
                <a:lnTo>
                  <a:pt x="113" y="266"/>
                </a:lnTo>
                <a:lnTo>
                  <a:pt x="112" y="266"/>
                </a:lnTo>
                <a:lnTo>
                  <a:pt x="112" y="265"/>
                </a:lnTo>
                <a:lnTo>
                  <a:pt x="112" y="264"/>
                </a:lnTo>
                <a:lnTo>
                  <a:pt x="111" y="264"/>
                </a:lnTo>
                <a:lnTo>
                  <a:pt x="111" y="263"/>
                </a:lnTo>
                <a:lnTo>
                  <a:pt x="111" y="262"/>
                </a:lnTo>
                <a:lnTo>
                  <a:pt x="112" y="262"/>
                </a:lnTo>
                <a:lnTo>
                  <a:pt x="112" y="261"/>
                </a:lnTo>
                <a:lnTo>
                  <a:pt x="111" y="261"/>
                </a:lnTo>
                <a:lnTo>
                  <a:pt x="111" y="260"/>
                </a:lnTo>
                <a:lnTo>
                  <a:pt x="112" y="260"/>
                </a:lnTo>
                <a:lnTo>
                  <a:pt x="112" y="259"/>
                </a:lnTo>
                <a:lnTo>
                  <a:pt x="111" y="259"/>
                </a:lnTo>
                <a:lnTo>
                  <a:pt x="111" y="260"/>
                </a:lnTo>
                <a:lnTo>
                  <a:pt x="111" y="259"/>
                </a:lnTo>
                <a:lnTo>
                  <a:pt x="110" y="259"/>
                </a:lnTo>
                <a:lnTo>
                  <a:pt x="110" y="258"/>
                </a:lnTo>
                <a:lnTo>
                  <a:pt x="109" y="258"/>
                </a:lnTo>
                <a:lnTo>
                  <a:pt x="109" y="257"/>
                </a:lnTo>
                <a:lnTo>
                  <a:pt x="110" y="257"/>
                </a:lnTo>
                <a:lnTo>
                  <a:pt x="110" y="256"/>
                </a:lnTo>
                <a:lnTo>
                  <a:pt x="110" y="255"/>
                </a:lnTo>
                <a:lnTo>
                  <a:pt x="110" y="254"/>
                </a:lnTo>
                <a:lnTo>
                  <a:pt x="110" y="253"/>
                </a:lnTo>
                <a:lnTo>
                  <a:pt x="111" y="253"/>
                </a:lnTo>
                <a:lnTo>
                  <a:pt x="111" y="252"/>
                </a:lnTo>
                <a:lnTo>
                  <a:pt x="110" y="252"/>
                </a:lnTo>
                <a:lnTo>
                  <a:pt x="111" y="252"/>
                </a:lnTo>
                <a:lnTo>
                  <a:pt x="111" y="250"/>
                </a:lnTo>
                <a:lnTo>
                  <a:pt x="111" y="249"/>
                </a:lnTo>
                <a:lnTo>
                  <a:pt x="111" y="248"/>
                </a:lnTo>
                <a:lnTo>
                  <a:pt x="111" y="247"/>
                </a:lnTo>
                <a:lnTo>
                  <a:pt x="110" y="247"/>
                </a:lnTo>
                <a:lnTo>
                  <a:pt x="110" y="246"/>
                </a:lnTo>
                <a:lnTo>
                  <a:pt x="110" y="245"/>
                </a:lnTo>
                <a:lnTo>
                  <a:pt x="109" y="245"/>
                </a:lnTo>
                <a:lnTo>
                  <a:pt x="109" y="244"/>
                </a:lnTo>
                <a:lnTo>
                  <a:pt x="108" y="244"/>
                </a:lnTo>
                <a:lnTo>
                  <a:pt x="108" y="243"/>
                </a:lnTo>
                <a:lnTo>
                  <a:pt x="109" y="243"/>
                </a:lnTo>
                <a:lnTo>
                  <a:pt x="109" y="242"/>
                </a:lnTo>
                <a:lnTo>
                  <a:pt x="109" y="241"/>
                </a:lnTo>
                <a:lnTo>
                  <a:pt x="110" y="241"/>
                </a:lnTo>
                <a:lnTo>
                  <a:pt x="111" y="241"/>
                </a:lnTo>
                <a:lnTo>
                  <a:pt x="111" y="239"/>
                </a:lnTo>
                <a:lnTo>
                  <a:pt x="110" y="239"/>
                </a:lnTo>
                <a:lnTo>
                  <a:pt x="110" y="238"/>
                </a:lnTo>
                <a:lnTo>
                  <a:pt x="110" y="237"/>
                </a:lnTo>
                <a:lnTo>
                  <a:pt x="110" y="236"/>
                </a:lnTo>
                <a:lnTo>
                  <a:pt x="110" y="235"/>
                </a:lnTo>
                <a:lnTo>
                  <a:pt x="109" y="235"/>
                </a:lnTo>
                <a:lnTo>
                  <a:pt x="110" y="235"/>
                </a:lnTo>
                <a:lnTo>
                  <a:pt x="110" y="234"/>
                </a:lnTo>
                <a:lnTo>
                  <a:pt x="110" y="233"/>
                </a:lnTo>
                <a:lnTo>
                  <a:pt x="109" y="233"/>
                </a:lnTo>
                <a:lnTo>
                  <a:pt x="110" y="233"/>
                </a:lnTo>
                <a:lnTo>
                  <a:pt x="109" y="233"/>
                </a:lnTo>
                <a:lnTo>
                  <a:pt x="109" y="232"/>
                </a:lnTo>
                <a:lnTo>
                  <a:pt x="109" y="231"/>
                </a:lnTo>
                <a:lnTo>
                  <a:pt x="109" y="230"/>
                </a:lnTo>
                <a:lnTo>
                  <a:pt x="109" y="229"/>
                </a:lnTo>
                <a:lnTo>
                  <a:pt x="109" y="228"/>
                </a:lnTo>
                <a:lnTo>
                  <a:pt x="108" y="228"/>
                </a:lnTo>
                <a:lnTo>
                  <a:pt x="109" y="228"/>
                </a:lnTo>
                <a:lnTo>
                  <a:pt x="109" y="227"/>
                </a:lnTo>
                <a:lnTo>
                  <a:pt x="109" y="226"/>
                </a:lnTo>
                <a:lnTo>
                  <a:pt x="110" y="226"/>
                </a:lnTo>
                <a:lnTo>
                  <a:pt x="111" y="226"/>
                </a:lnTo>
                <a:lnTo>
                  <a:pt x="111" y="225"/>
                </a:lnTo>
                <a:lnTo>
                  <a:pt x="111" y="224"/>
                </a:lnTo>
                <a:lnTo>
                  <a:pt x="112" y="224"/>
                </a:lnTo>
                <a:lnTo>
                  <a:pt x="111" y="223"/>
                </a:lnTo>
                <a:lnTo>
                  <a:pt x="111" y="222"/>
                </a:lnTo>
                <a:lnTo>
                  <a:pt x="110" y="222"/>
                </a:lnTo>
                <a:lnTo>
                  <a:pt x="110" y="221"/>
                </a:lnTo>
                <a:lnTo>
                  <a:pt x="109" y="221"/>
                </a:lnTo>
                <a:lnTo>
                  <a:pt x="109" y="220"/>
                </a:lnTo>
                <a:lnTo>
                  <a:pt x="109" y="221"/>
                </a:lnTo>
                <a:lnTo>
                  <a:pt x="108" y="221"/>
                </a:lnTo>
                <a:lnTo>
                  <a:pt x="107" y="221"/>
                </a:lnTo>
                <a:lnTo>
                  <a:pt x="107" y="220"/>
                </a:lnTo>
                <a:lnTo>
                  <a:pt x="107" y="219"/>
                </a:lnTo>
                <a:lnTo>
                  <a:pt x="107" y="218"/>
                </a:lnTo>
                <a:lnTo>
                  <a:pt x="106" y="218"/>
                </a:lnTo>
                <a:lnTo>
                  <a:pt x="106" y="217"/>
                </a:lnTo>
                <a:lnTo>
                  <a:pt x="106" y="216"/>
                </a:lnTo>
                <a:lnTo>
                  <a:pt x="107" y="216"/>
                </a:lnTo>
                <a:lnTo>
                  <a:pt x="107" y="215"/>
                </a:lnTo>
                <a:lnTo>
                  <a:pt x="106" y="215"/>
                </a:lnTo>
                <a:lnTo>
                  <a:pt x="106" y="214"/>
                </a:lnTo>
                <a:lnTo>
                  <a:pt x="107" y="214"/>
                </a:lnTo>
                <a:lnTo>
                  <a:pt x="107" y="213"/>
                </a:lnTo>
                <a:lnTo>
                  <a:pt x="106" y="213"/>
                </a:lnTo>
                <a:lnTo>
                  <a:pt x="106" y="212"/>
                </a:lnTo>
                <a:lnTo>
                  <a:pt x="106" y="211"/>
                </a:lnTo>
                <a:lnTo>
                  <a:pt x="106" y="210"/>
                </a:lnTo>
                <a:lnTo>
                  <a:pt x="106" y="209"/>
                </a:lnTo>
                <a:lnTo>
                  <a:pt x="106" y="208"/>
                </a:lnTo>
                <a:lnTo>
                  <a:pt x="105" y="208"/>
                </a:lnTo>
                <a:lnTo>
                  <a:pt x="105" y="207"/>
                </a:lnTo>
                <a:lnTo>
                  <a:pt x="105" y="206"/>
                </a:lnTo>
                <a:lnTo>
                  <a:pt x="106" y="206"/>
                </a:lnTo>
                <a:lnTo>
                  <a:pt x="106" y="205"/>
                </a:lnTo>
                <a:lnTo>
                  <a:pt x="107" y="205"/>
                </a:lnTo>
                <a:lnTo>
                  <a:pt x="108" y="205"/>
                </a:lnTo>
                <a:lnTo>
                  <a:pt x="107" y="204"/>
                </a:lnTo>
                <a:lnTo>
                  <a:pt x="107" y="203"/>
                </a:lnTo>
                <a:lnTo>
                  <a:pt x="108" y="203"/>
                </a:lnTo>
                <a:lnTo>
                  <a:pt x="108" y="202"/>
                </a:lnTo>
                <a:lnTo>
                  <a:pt x="107" y="202"/>
                </a:lnTo>
                <a:lnTo>
                  <a:pt x="107" y="201"/>
                </a:lnTo>
                <a:lnTo>
                  <a:pt x="107" y="200"/>
                </a:lnTo>
                <a:lnTo>
                  <a:pt x="108" y="200"/>
                </a:lnTo>
                <a:lnTo>
                  <a:pt x="108" y="199"/>
                </a:lnTo>
                <a:lnTo>
                  <a:pt x="109" y="199"/>
                </a:lnTo>
                <a:lnTo>
                  <a:pt x="109" y="198"/>
                </a:lnTo>
                <a:lnTo>
                  <a:pt x="108" y="198"/>
                </a:lnTo>
                <a:lnTo>
                  <a:pt x="108" y="197"/>
                </a:lnTo>
                <a:lnTo>
                  <a:pt x="109" y="197"/>
                </a:lnTo>
                <a:lnTo>
                  <a:pt x="109" y="196"/>
                </a:lnTo>
                <a:lnTo>
                  <a:pt x="109" y="195"/>
                </a:lnTo>
                <a:lnTo>
                  <a:pt x="109" y="194"/>
                </a:lnTo>
                <a:lnTo>
                  <a:pt x="109" y="193"/>
                </a:lnTo>
                <a:lnTo>
                  <a:pt x="108" y="193"/>
                </a:lnTo>
                <a:lnTo>
                  <a:pt x="108" y="192"/>
                </a:lnTo>
                <a:lnTo>
                  <a:pt x="109" y="192"/>
                </a:lnTo>
                <a:lnTo>
                  <a:pt x="107" y="192"/>
                </a:lnTo>
                <a:lnTo>
                  <a:pt x="107" y="191"/>
                </a:lnTo>
                <a:lnTo>
                  <a:pt x="106" y="191"/>
                </a:lnTo>
                <a:lnTo>
                  <a:pt x="106" y="190"/>
                </a:lnTo>
                <a:lnTo>
                  <a:pt x="106" y="189"/>
                </a:lnTo>
                <a:lnTo>
                  <a:pt x="105" y="189"/>
                </a:lnTo>
                <a:lnTo>
                  <a:pt x="106" y="189"/>
                </a:lnTo>
                <a:lnTo>
                  <a:pt x="106" y="187"/>
                </a:lnTo>
                <a:lnTo>
                  <a:pt x="106" y="186"/>
                </a:lnTo>
                <a:lnTo>
                  <a:pt x="106" y="185"/>
                </a:lnTo>
                <a:lnTo>
                  <a:pt x="105" y="185"/>
                </a:lnTo>
                <a:lnTo>
                  <a:pt x="104" y="185"/>
                </a:lnTo>
                <a:lnTo>
                  <a:pt x="104" y="184"/>
                </a:lnTo>
                <a:lnTo>
                  <a:pt x="104" y="183"/>
                </a:lnTo>
                <a:lnTo>
                  <a:pt x="105" y="183"/>
                </a:lnTo>
                <a:lnTo>
                  <a:pt x="104" y="183"/>
                </a:lnTo>
                <a:lnTo>
                  <a:pt x="104" y="182"/>
                </a:lnTo>
                <a:lnTo>
                  <a:pt x="105" y="182"/>
                </a:lnTo>
                <a:lnTo>
                  <a:pt x="106" y="182"/>
                </a:lnTo>
                <a:lnTo>
                  <a:pt x="106" y="181"/>
                </a:lnTo>
                <a:lnTo>
                  <a:pt x="106" y="180"/>
                </a:lnTo>
                <a:lnTo>
                  <a:pt x="105" y="180"/>
                </a:lnTo>
                <a:lnTo>
                  <a:pt x="105" y="179"/>
                </a:lnTo>
                <a:lnTo>
                  <a:pt x="104" y="178"/>
                </a:lnTo>
                <a:lnTo>
                  <a:pt x="104" y="177"/>
                </a:lnTo>
                <a:lnTo>
                  <a:pt x="105" y="177"/>
                </a:lnTo>
                <a:lnTo>
                  <a:pt x="105" y="176"/>
                </a:lnTo>
                <a:lnTo>
                  <a:pt x="105" y="175"/>
                </a:lnTo>
                <a:lnTo>
                  <a:pt x="106" y="175"/>
                </a:lnTo>
                <a:lnTo>
                  <a:pt x="106" y="174"/>
                </a:lnTo>
                <a:lnTo>
                  <a:pt x="106" y="173"/>
                </a:lnTo>
                <a:lnTo>
                  <a:pt x="105" y="173"/>
                </a:lnTo>
                <a:lnTo>
                  <a:pt x="105" y="172"/>
                </a:lnTo>
                <a:lnTo>
                  <a:pt x="106" y="172"/>
                </a:lnTo>
                <a:lnTo>
                  <a:pt x="106" y="171"/>
                </a:lnTo>
                <a:lnTo>
                  <a:pt x="106" y="170"/>
                </a:lnTo>
                <a:lnTo>
                  <a:pt x="105" y="170"/>
                </a:lnTo>
                <a:lnTo>
                  <a:pt x="104" y="170"/>
                </a:lnTo>
                <a:lnTo>
                  <a:pt x="104" y="169"/>
                </a:lnTo>
                <a:lnTo>
                  <a:pt x="103" y="169"/>
                </a:lnTo>
                <a:lnTo>
                  <a:pt x="103" y="168"/>
                </a:lnTo>
                <a:lnTo>
                  <a:pt x="102" y="168"/>
                </a:lnTo>
                <a:lnTo>
                  <a:pt x="101" y="168"/>
                </a:lnTo>
                <a:lnTo>
                  <a:pt x="101" y="169"/>
                </a:lnTo>
                <a:lnTo>
                  <a:pt x="101" y="170"/>
                </a:lnTo>
                <a:lnTo>
                  <a:pt x="100" y="170"/>
                </a:lnTo>
                <a:lnTo>
                  <a:pt x="100" y="169"/>
                </a:lnTo>
                <a:lnTo>
                  <a:pt x="99" y="169"/>
                </a:lnTo>
                <a:lnTo>
                  <a:pt x="98" y="169"/>
                </a:lnTo>
                <a:lnTo>
                  <a:pt x="97" y="169"/>
                </a:lnTo>
                <a:lnTo>
                  <a:pt x="96" y="169"/>
                </a:lnTo>
                <a:lnTo>
                  <a:pt x="96" y="170"/>
                </a:lnTo>
                <a:lnTo>
                  <a:pt x="95" y="170"/>
                </a:lnTo>
                <a:lnTo>
                  <a:pt x="95" y="169"/>
                </a:lnTo>
                <a:lnTo>
                  <a:pt x="95" y="168"/>
                </a:lnTo>
                <a:lnTo>
                  <a:pt x="95" y="167"/>
                </a:lnTo>
                <a:lnTo>
                  <a:pt x="95" y="166"/>
                </a:lnTo>
                <a:lnTo>
                  <a:pt x="94" y="166"/>
                </a:lnTo>
                <a:lnTo>
                  <a:pt x="94" y="165"/>
                </a:lnTo>
                <a:lnTo>
                  <a:pt x="94" y="164"/>
                </a:lnTo>
                <a:lnTo>
                  <a:pt x="94" y="163"/>
                </a:lnTo>
                <a:lnTo>
                  <a:pt x="93" y="163"/>
                </a:lnTo>
                <a:lnTo>
                  <a:pt x="93" y="162"/>
                </a:lnTo>
                <a:lnTo>
                  <a:pt x="92" y="162"/>
                </a:lnTo>
                <a:lnTo>
                  <a:pt x="92" y="163"/>
                </a:lnTo>
                <a:lnTo>
                  <a:pt x="91" y="163"/>
                </a:lnTo>
                <a:lnTo>
                  <a:pt x="91" y="164"/>
                </a:lnTo>
                <a:lnTo>
                  <a:pt x="90" y="164"/>
                </a:lnTo>
                <a:lnTo>
                  <a:pt x="89" y="164"/>
                </a:lnTo>
                <a:lnTo>
                  <a:pt x="88" y="164"/>
                </a:lnTo>
                <a:lnTo>
                  <a:pt x="88" y="163"/>
                </a:lnTo>
                <a:lnTo>
                  <a:pt x="87" y="163"/>
                </a:lnTo>
                <a:lnTo>
                  <a:pt x="86" y="163"/>
                </a:lnTo>
                <a:lnTo>
                  <a:pt x="85" y="163"/>
                </a:lnTo>
                <a:lnTo>
                  <a:pt x="85" y="162"/>
                </a:lnTo>
                <a:lnTo>
                  <a:pt x="84" y="162"/>
                </a:lnTo>
                <a:lnTo>
                  <a:pt x="84" y="161"/>
                </a:lnTo>
                <a:lnTo>
                  <a:pt x="83" y="161"/>
                </a:lnTo>
                <a:lnTo>
                  <a:pt x="83" y="160"/>
                </a:lnTo>
                <a:lnTo>
                  <a:pt x="82" y="160"/>
                </a:lnTo>
                <a:lnTo>
                  <a:pt x="81" y="160"/>
                </a:lnTo>
                <a:lnTo>
                  <a:pt x="81" y="161"/>
                </a:lnTo>
                <a:lnTo>
                  <a:pt x="82" y="161"/>
                </a:lnTo>
                <a:lnTo>
                  <a:pt x="82" y="162"/>
                </a:lnTo>
                <a:lnTo>
                  <a:pt x="81" y="162"/>
                </a:lnTo>
                <a:lnTo>
                  <a:pt x="82" y="163"/>
                </a:lnTo>
                <a:lnTo>
                  <a:pt x="82" y="164"/>
                </a:lnTo>
                <a:lnTo>
                  <a:pt x="82" y="165"/>
                </a:lnTo>
                <a:lnTo>
                  <a:pt x="81" y="165"/>
                </a:lnTo>
                <a:lnTo>
                  <a:pt x="81" y="166"/>
                </a:lnTo>
                <a:lnTo>
                  <a:pt x="82" y="166"/>
                </a:lnTo>
                <a:lnTo>
                  <a:pt x="81" y="166"/>
                </a:lnTo>
                <a:lnTo>
                  <a:pt x="82" y="166"/>
                </a:lnTo>
                <a:lnTo>
                  <a:pt x="81" y="166"/>
                </a:lnTo>
                <a:lnTo>
                  <a:pt x="81" y="167"/>
                </a:lnTo>
                <a:lnTo>
                  <a:pt x="81" y="168"/>
                </a:lnTo>
                <a:lnTo>
                  <a:pt x="81" y="169"/>
                </a:lnTo>
                <a:lnTo>
                  <a:pt x="82" y="169"/>
                </a:lnTo>
                <a:lnTo>
                  <a:pt x="82" y="170"/>
                </a:lnTo>
                <a:lnTo>
                  <a:pt x="81" y="170"/>
                </a:lnTo>
                <a:lnTo>
                  <a:pt x="81" y="171"/>
                </a:lnTo>
                <a:lnTo>
                  <a:pt x="81" y="172"/>
                </a:lnTo>
                <a:lnTo>
                  <a:pt x="80" y="172"/>
                </a:lnTo>
                <a:lnTo>
                  <a:pt x="79" y="172"/>
                </a:lnTo>
                <a:lnTo>
                  <a:pt x="79" y="173"/>
                </a:lnTo>
                <a:lnTo>
                  <a:pt x="78" y="173"/>
                </a:lnTo>
                <a:lnTo>
                  <a:pt x="78" y="174"/>
                </a:lnTo>
                <a:lnTo>
                  <a:pt x="78" y="175"/>
                </a:lnTo>
                <a:lnTo>
                  <a:pt x="77" y="175"/>
                </a:lnTo>
                <a:lnTo>
                  <a:pt x="77" y="176"/>
                </a:lnTo>
                <a:lnTo>
                  <a:pt x="76" y="176"/>
                </a:lnTo>
                <a:lnTo>
                  <a:pt x="75" y="176"/>
                </a:lnTo>
                <a:lnTo>
                  <a:pt x="75" y="175"/>
                </a:lnTo>
                <a:lnTo>
                  <a:pt x="74" y="175"/>
                </a:lnTo>
                <a:lnTo>
                  <a:pt x="74" y="176"/>
                </a:lnTo>
                <a:lnTo>
                  <a:pt x="73" y="176"/>
                </a:lnTo>
                <a:lnTo>
                  <a:pt x="72" y="175"/>
                </a:lnTo>
                <a:lnTo>
                  <a:pt x="71" y="175"/>
                </a:lnTo>
                <a:lnTo>
                  <a:pt x="71" y="174"/>
                </a:lnTo>
                <a:lnTo>
                  <a:pt x="71" y="173"/>
                </a:lnTo>
                <a:lnTo>
                  <a:pt x="70" y="173"/>
                </a:lnTo>
                <a:lnTo>
                  <a:pt x="70" y="172"/>
                </a:lnTo>
                <a:lnTo>
                  <a:pt x="70" y="171"/>
                </a:lnTo>
                <a:lnTo>
                  <a:pt x="70" y="170"/>
                </a:lnTo>
                <a:lnTo>
                  <a:pt x="70" y="168"/>
                </a:lnTo>
                <a:lnTo>
                  <a:pt x="70" y="167"/>
                </a:lnTo>
                <a:lnTo>
                  <a:pt x="70" y="166"/>
                </a:lnTo>
                <a:lnTo>
                  <a:pt x="69" y="166"/>
                </a:lnTo>
                <a:lnTo>
                  <a:pt x="69" y="165"/>
                </a:lnTo>
                <a:lnTo>
                  <a:pt x="69" y="164"/>
                </a:lnTo>
                <a:lnTo>
                  <a:pt x="70" y="164"/>
                </a:lnTo>
                <a:lnTo>
                  <a:pt x="70" y="163"/>
                </a:lnTo>
                <a:lnTo>
                  <a:pt x="69" y="163"/>
                </a:lnTo>
                <a:lnTo>
                  <a:pt x="68" y="163"/>
                </a:lnTo>
                <a:lnTo>
                  <a:pt x="68" y="162"/>
                </a:lnTo>
                <a:lnTo>
                  <a:pt x="68" y="161"/>
                </a:lnTo>
                <a:lnTo>
                  <a:pt x="68" y="160"/>
                </a:lnTo>
                <a:lnTo>
                  <a:pt x="67" y="160"/>
                </a:lnTo>
                <a:lnTo>
                  <a:pt x="66" y="160"/>
                </a:lnTo>
                <a:lnTo>
                  <a:pt x="66" y="159"/>
                </a:lnTo>
                <a:lnTo>
                  <a:pt x="66" y="158"/>
                </a:lnTo>
                <a:lnTo>
                  <a:pt x="65" y="158"/>
                </a:lnTo>
                <a:lnTo>
                  <a:pt x="64" y="158"/>
                </a:lnTo>
                <a:lnTo>
                  <a:pt x="64" y="157"/>
                </a:lnTo>
                <a:lnTo>
                  <a:pt x="64" y="156"/>
                </a:lnTo>
                <a:lnTo>
                  <a:pt x="63" y="156"/>
                </a:lnTo>
                <a:lnTo>
                  <a:pt x="63" y="155"/>
                </a:lnTo>
                <a:lnTo>
                  <a:pt x="63" y="154"/>
                </a:lnTo>
                <a:lnTo>
                  <a:pt x="63" y="153"/>
                </a:lnTo>
                <a:lnTo>
                  <a:pt x="64" y="153"/>
                </a:lnTo>
                <a:lnTo>
                  <a:pt x="65" y="153"/>
                </a:lnTo>
                <a:lnTo>
                  <a:pt x="65" y="152"/>
                </a:lnTo>
                <a:lnTo>
                  <a:pt x="64" y="152"/>
                </a:lnTo>
                <a:lnTo>
                  <a:pt x="64" y="151"/>
                </a:lnTo>
                <a:lnTo>
                  <a:pt x="63" y="151"/>
                </a:lnTo>
                <a:lnTo>
                  <a:pt x="63" y="150"/>
                </a:lnTo>
                <a:lnTo>
                  <a:pt x="62" y="150"/>
                </a:lnTo>
                <a:lnTo>
                  <a:pt x="62" y="149"/>
                </a:lnTo>
                <a:lnTo>
                  <a:pt x="62" y="148"/>
                </a:lnTo>
                <a:lnTo>
                  <a:pt x="62" y="147"/>
                </a:lnTo>
                <a:lnTo>
                  <a:pt x="63" y="147"/>
                </a:lnTo>
                <a:lnTo>
                  <a:pt x="63" y="146"/>
                </a:lnTo>
                <a:lnTo>
                  <a:pt x="63" y="145"/>
                </a:lnTo>
                <a:lnTo>
                  <a:pt x="62" y="145"/>
                </a:lnTo>
                <a:lnTo>
                  <a:pt x="61" y="145"/>
                </a:lnTo>
                <a:lnTo>
                  <a:pt x="61" y="144"/>
                </a:lnTo>
                <a:lnTo>
                  <a:pt x="60" y="144"/>
                </a:lnTo>
                <a:lnTo>
                  <a:pt x="60" y="143"/>
                </a:lnTo>
                <a:lnTo>
                  <a:pt x="59" y="143"/>
                </a:lnTo>
                <a:lnTo>
                  <a:pt x="58" y="143"/>
                </a:lnTo>
                <a:lnTo>
                  <a:pt x="58" y="142"/>
                </a:lnTo>
                <a:lnTo>
                  <a:pt x="58" y="141"/>
                </a:lnTo>
                <a:lnTo>
                  <a:pt x="58" y="140"/>
                </a:lnTo>
                <a:lnTo>
                  <a:pt x="58" y="139"/>
                </a:lnTo>
                <a:lnTo>
                  <a:pt x="59" y="139"/>
                </a:lnTo>
                <a:lnTo>
                  <a:pt x="60" y="139"/>
                </a:lnTo>
                <a:lnTo>
                  <a:pt x="61" y="138"/>
                </a:lnTo>
                <a:lnTo>
                  <a:pt x="60" y="138"/>
                </a:lnTo>
                <a:lnTo>
                  <a:pt x="61" y="138"/>
                </a:lnTo>
                <a:lnTo>
                  <a:pt x="61" y="137"/>
                </a:lnTo>
                <a:lnTo>
                  <a:pt x="61" y="136"/>
                </a:lnTo>
                <a:lnTo>
                  <a:pt x="60" y="136"/>
                </a:lnTo>
                <a:lnTo>
                  <a:pt x="61" y="136"/>
                </a:lnTo>
                <a:lnTo>
                  <a:pt x="61" y="135"/>
                </a:lnTo>
                <a:lnTo>
                  <a:pt x="60" y="135"/>
                </a:lnTo>
                <a:lnTo>
                  <a:pt x="60" y="134"/>
                </a:lnTo>
                <a:lnTo>
                  <a:pt x="60" y="133"/>
                </a:lnTo>
                <a:lnTo>
                  <a:pt x="59" y="133"/>
                </a:lnTo>
                <a:lnTo>
                  <a:pt x="59" y="132"/>
                </a:lnTo>
                <a:lnTo>
                  <a:pt x="58" y="132"/>
                </a:lnTo>
                <a:lnTo>
                  <a:pt x="57" y="132"/>
                </a:lnTo>
                <a:lnTo>
                  <a:pt x="56" y="132"/>
                </a:lnTo>
                <a:lnTo>
                  <a:pt x="56" y="131"/>
                </a:lnTo>
                <a:lnTo>
                  <a:pt x="55" y="131"/>
                </a:lnTo>
                <a:lnTo>
                  <a:pt x="55" y="130"/>
                </a:lnTo>
                <a:lnTo>
                  <a:pt x="55" y="129"/>
                </a:lnTo>
                <a:lnTo>
                  <a:pt x="55" y="128"/>
                </a:lnTo>
                <a:lnTo>
                  <a:pt x="55" y="127"/>
                </a:lnTo>
                <a:lnTo>
                  <a:pt x="54" y="127"/>
                </a:lnTo>
                <a:lnTo>
                  <a:pt x="55" y="127"/>
                </a:lnTo>
                <a:lnTo>
                  <a:pt x="55" y="126"/>
                </a:lnTo>
                <a:lnTo>
                  <a:pt x="55" y="125"/>
                </a:lnTo>
                <a:lnTo>
                  <a:pt x="55" y="124"/>
                </a:lnTo>
                <a:lnTo>
                  <a:pt x="55" y="122"/>
                </a:lnTo>
                <a:lnTo>
                  <a:pt x="55" y="121"/>
                </a:lnTo>
                <a:lnTo>
                  <a:pt x="56" y="120"/>
                </a:lnTo>
                <a:lnTo>
                  <a:pt x="56" y="119"/>
                </a:lnTo>
                <a:lnTo>
                  <a:pt x="56" y="118"/>
                </a:lnTo>
                <a:lnTo>
                  <a:pt x="57" y="117"/>
                </a:lnTo>
                <a:lnTo>
                  <a:pt x="57" y="116"/>
                </a:lnTo>
                <a:lnTo>
                  <a:pt x="57" y="115"/>
                </a:lnTo>
                <a:lnTo>
                  <a:pt x="56" y="115"/>
                </a:lnTo>
                <a:lnTo>
                  <a:pt x="56" y="114"/>
                </a:lnTo>
                <a:lnTo>
                  <a:pt x="56" y="113"/>
                </a:lnTo>
                <a:lnTo>
                  <a:pt x="55" y="112"/>
                </a:lnTo>
                <a:lnTo>
                  <a:pt x="55" y="111"/>
                </a:lnTo>
                <a:lnTo>
                  <a:pt x="55" y="110"/>
                </a:lnTo>
                <a:lnTo>
                  <a:pt x="57" y="109"/>
                </a:lnTo>
                <a:lnTo>
                  <a:pt x="58" y="109"/>
                </a:lnTo>
                <a:lnTo>
                  <a:pt x="58" y="107"/>
                </a:lnTo>
                <a:lnTo>
                  <a:pt x="57" y="107"/>
                </a:lnTo>
                <a:lnTo>
                  <a:pt x="57" y="104"/>
                </a:lnTo>
                <a:lnTo>
                  <a:pt x="59" y="103"/>
                </a:lnTo>
                <a:lnTo>
                  <a:pt x="61" y="103"/>
                </a:lnTo>
                <a:lnTo>
                  <a:pt x="63" y="102"/>
                </a:lnTo>
                <a:lnTo>
                  <a:pt x="64" y="102"/>
                </a:lnTo>
                <a:lnTo>
                  <a:pt x="65" y="101"/>
                </a:lnTo>
                <a:lnTo>
                  <a:pt x="66" y="101"/>
                </a:lnTo>
                <a:lnTo>
                  <a:pt x="66" y="100"/>
                </a:lnTo>
                <a:lnTo>
                  <a:pt x="65" y="98"/>
                </a:lnTo>
                <a:lnTo>
                  <a:pt x="64" y="97"/>
                </a:lnTo>
                <a:lnTo>
                  <a:pt x="64" y="96"/>
                </a:lnTo>
                <a:lnTo>
                  <a:pt x="64" y="95"/>
                </a:lnTo>
                <a:lnTo>
                  <a:pt x="63" y="93"/>
                </a:lnTo>
                <a:lnTo>
                  <a:pt x="62" y="93"/>
                </a:lnTo>
                <a:lnTo>
                  <a:pt x="61" y="92"/>
                </a:lnTo>
                <a:lnTo>
                  <a:pt x="61" y="91"/>
                </a:lnTo>
                <a:lnTo>
                  <a:pt x="61" y="90"/>
                </a:lnTo>
                <a:lnTo>
                  <a:pt x="61" y="89"/>
                </a:lnTo>
                <a:lnTo>
                  <a:pt x="62" y="89"/>
                </a:lnTo>
                <a:lnTo>
                  <a:pt x="63" y="89"/>
                </a:lnTo>
                <a:lnTo>
                  <a:pt x="63" y="88"/>
                </a:lnTo>
                <a:lnTo>
                  <a:pt x="64" y="88"/>
                </a:lnTo>
                <a:lnTo>
                  <a:pt x="65" y="87"/>
                </a:lnTo>
                <a:lnTo>
                  <a:pt x="66" y="87"/>
                </a:lnTo>
                <a:lnTo>
                  <a:pt x="67" y="86"/>
                </a:lnTo>
                <a:lnTo>
                  <a:pt x="67" y="85"/>
                </a:lnTo>
                <a:lnTo>
                  <a:pt x="68" y="85"/>
                </a:lnTo>
                <a:lnTo>
                  <a:pt x="69" y="85"/>
                </a:lnTo>
                <a:lnTo>
                  <a:pt x="70" y="86"/>
                </a:lnTo>
                <a:lnTo>
                  <a:pt x="70" y="87"/>
                </a:lnTo>
                <a:lnTo>
                  <a:pt x="69" y="87"/>
                </a:lnTo>
                <a:lnTo>
                  <a:pt x="69" y="88"/>
                </a:lnTo>
                <a:lnTo>
                  <a:pt x="70" y="89"/>
                </a:lnTo>
                <a:lnTo>
                  <a:pt x="71" y="89"/>
                </a:lnTo>
                <a:lnTo>
                  <a:pt x="71" y="90"/>
                </a:lnTo>
                <a:lnTo>
                  <a:pt x="72" y="91"/>
                </a:lnTo>
                <a:lnTo>
                  <a:pt x="71" y="92"/>
                </a:lnTo>
                <a:lnTo>
                  <a:pt x="71" y="93"/>
                </a:lnTo>
                <a:lnTo>
                  <a:pt x="74" y="96"/>
                </a:lnTo>
                <a:lnTo>
                  <a:pt x="76" y="98"/>
                </a:lnTo>
                <a:lnTo>
                  <a:pt x="76" y="100"/>
                </a:lnTo>
                <a:lnTo>
                  <a:pt x="77" y="102"/>
                </a:lnTo>
                <a:lnTo>
                  <a:pt x="77" y="104"/>
                </a:lnTo>
                <a:lnTo>
                  <a:pt x="76" y="104"/>
                </a:lnTo>
                <a:lnTo>
                  <a:pt x="76" y="105"/>
                </a:lnTo>
                <a:lnTo>
                  <a:pt x="76" y="107"/>
                </a:lnTo>
                <a:lnTo>
                  <a:pt x="77" y="107"/>
                </a:lnTo>
                <a:lnTo>
                  <a:pt x="77" y="108"/>
                </a:lnTo>
                <a:lnTo>
                  <a:pt x="78" y="110"/>
                </a:lnTo>
                <a:lnTo>
                  <a:pt x="78" y="113"/>
                </a:lnTo>
                <a:lnTo>
                  <a:pt x="77" y="114"/>
                </a:lnTo>
                <a:lnTo>
                  <a:pt x="78" y="115"/>
                </a:lnTo>
                <a:lnTo>
                  <a:pt x="79" y="115"/>
                </a:lnTo>
                <a:lnTo>
                  <a:pt x="81" y="115"/>
                </a:lnTo>
                <a:lnTo>
                  <a:pt x="82" y="114"/>
                </a:lnTo>
                <a:lnTo>
                  <a:pt x="83" y="113"/>
                </a:lnTo>
                <a:lnTo>
                  <a:pt x="84" y="112"/>
                </a:lnTo>
                <a:lnTo>
                  <a:pt x="84" y="111"/>
                </a:lnTo>
                <a:lnTo>
                  <a:pt x="83" y="111"/>
                </a:lnTo>
                <a:lnTo>
                  <a:pt x="84" y="110"/>
                </a:lnTo>
                <a:lnTo>
                  <a:pt x="85" y="110"/>
                </a:lnTo>
                <a:lnTo>
                  <a:pt x="86" y="110"/>
                </a:lnTo>
                <a:lnTo>
                  <a:pt x="87" y="111"/>
                </a:lnTo>
                <a:lnTo>
                  <a:pt x="88" y="111"/>
                </a:lnTo>
                <a:lnTo>
                  <a:pt x="89" y="109"/>
                </a:lnTo>
                <a:lnTo>
                  <a:pt x="90" y="109"/>
                </a:lnTo>
                <a:lnTo>
                  <a:pt x="90" y="108"/>
                </a:lnTo>
                <a:lnTo>
                  <a:pt x="91" y="107"/>
                </a:lnTo>
                <a:lnTo>
                  <a:pt x="93" y="107"/>
                </a:lnTo>
                <a:lnTo>
                  <a:pt x="94" y="107"/>
                </a:lnTo>
                <a:lnTo>
                  <a:pt x="96" y="108"/>
                </a:lnTo>
                <a:lnTo>
                  <a:pt x="97" y="108"/>
                </a:lnTo>
                <a:lnTo>
                  <a:pt x="99" y="108"/>
                </a:lnTo>
                <a:lnTo>
                  <a:pt x="99" y="107"/>
                </a:lnTo>
                <a:lnTo>
                  <a:pt x="100" y="106"/>
                </a:lnTo>
                <a:lnTo>
                  <a:pt x="101" y="105"/>
                </a:lnTo>
                <a:lnTo>
                  <a:pt x="102" y="104"/>
                </a:lnTo>
                <a:lnTo>
                  <a:pt x="103" y="104"/>
                </a:lnTo>
                <a:lnTo>
                  <a:pt x="104" y="104"/>
                </a:lnTo>
                <a:lnTo>
                  <a:pt x="105" y="104"/>
                </a:lnTo>
                <a:lnTo>
                  <a:pt x="106" y="102"/>
                </a:lnTo>
                <a:lnTo>
                  <a:pt x="107" y="102"/>
                </a:lnTo>
                <a:lnTo>
                  <a:pt x="106" y="100"/>
                </a:lnTo>
                <a:lnTo>
                  <a:pt x="106" y="99"/>
                </a:lnTo>
                <a:lnTo>
                  <a:pt x="107" y="97"/>
                </a:lnTo>
                <a:lnTo>
                  <a:pt x="107" y="96"/>
                </a:lnTo>
                <a:lnTo>
                  <a:pt x="106" y="96"/>
                </a:lnTo>
                <a:lnTo>
                  <a:pt x="107" y="94"/>
                </a:lnTo>
                <a:lnTo>
                  <a:pt x="107" y="93"/>
                </a:lnTo>
                <a:lnTo>
                  <a:pt x="108" y="93"/>
                </a:lnTo>
                <a:lnTo>
                  <a:pt x="110" y="93"/>
                </a:lnTo>
                <a:lnTo>
                  <a:pt x="110" y="92"/>
                </a:lnTo>
                <a:lnTo>
                  <a:pt x="110" y="91"/>
                </a:lnTo>
                <a:lnTo>
                  <a:pt x="110" y="90"/>
                </a:lnTo>
                <a:lnTo>
                  <a:pt x="109" y="90"/>
                </a:lnTo>
                <a:lnTo>
                  <a:pt x="109" y="89"/>
                </a:lnTo>
                <a:lnTo>
                  <a:pt x="109" y="88"/>
                </a:lnTo>
                <a:lnTo>
                  <a:pt x="108" y="88"/>
                </a:lnTo>
                <a:lnTo>
                  <a:pt x="108" y="87"/>
                </a:lnTo>
                <a:lnTo>
                  <a:pt x="107" y="86"/>
                </a:lnTo>
                <a:lnTo>
                  <a:pt x="106" y="85"/>
                </a:lnTo>
                <a:lnTo>
                  <a:pt x="106" y="84"/>
                </a:lnTo>
                <a:lnTo>
                  <a:pt x="106" y="83"/>
                </a:lnTo>
                <a:lnTo>
                  <a:pt x="105" y="81"/>
                </a:lnTo>
                <a:lnTo>
                  <a:pt x="104" y="81"/>
                </a:lnTo>
                <a:lnTo>
                  <a:pt x="104" y="80"/>
                </a:lnTo>
                <a:lnTo>
                  <a:pt x="104" y="78"/>
                </a:lnTo>
                <a:lnTo>
                  <a:pt x="103" y="77"/>
                </a:lnTo>
                <a:lnTo>
                  <a:pt x="101" y="76"/>
                </a:lnTo>
                <a:lnTo>
                  <a:pt x="100" y="76"/>
                </a:lnTo>
                <a:lnTo>
                  <a:pt x="99" y="76"/>
                </a:lnTo>
                <a:lnTo>
                  <a:pt x="99" y="75"/>
                </a:lnTo>
                <a:lnTo>
                  <a:pt x="98" y="74"/>
                </a:lnTo>
                <a:lnTo>
                  <a:pt x="98" y="73"/>
                </a:lnTo>
                <a:lnTo>
                  <a:pt x="99" y="73"/>
                </a:lnTo>
                <a:lnTo>
                  <a:pt x="100" y="71"/>
                </a:lnTo>
                <a:lnTo>
                  <a:pt x="99" y="69"/>
                </a:lnTo>
                <a:lnTo>
                  <a:pt x="99" y="66"/>
                </a:lnTo>
                <a:lnTo>
                  <a:pt x="98" y="65"/>
                </a:lnTo>
                <a:lnTo>
                  <a:pt x="98" y="63"/>
                </a:lnTo>
                <a:lnTo>
                  <a:pt x="98" y="62"/>
                </a:lnTo>
                <a:lnTo>
                  <a:pt x="97" y="61"/>
                </a:lnTo>
                <a:lnTo>
                  <a:pt x="97" y="58"/>
                </a:lnTo>
                <a:lnTo>
                  <a:pt x="96" y="57"/>
                </a:lnTo>
                <a:lnTo>
                  <a:pt x="96" y="56"/>
                </a:lnTo>
                <a:lnTo>
                  <a:pt x="97" y="56"/>
                </a:lnTo>
                <a:lnTo>
                  <a:pt x="98" y="56"/>
                </a:lnTo>
                <a:lnTo>
                  <a:pt x="99" y="55"/>
                </a:lnTo>
                <a:lnTo>
                  <a:pt x="100" y="55"/>
                </a:lnTo>
                <a:lnTo>
                  <a:pt x="100" y="54"/>
                </a:lnTo>
                <a:lnTo>
                  <a:pt x="101" y="53"/>
                </a:lnTo>
                <a:lnTo>
                  <a:pt x="102" y="53"/>
                </a:lnTo>
                <a:lnTo>
                  <a:pt x="103" y="52"/>
                </a:lnTo>
                <a:lnTo>
                  <a:pt x="104" y="51"/>
                </a:lnTo>
                <a:lnTo>
                  <a:pt x="104" y="50"/>
                </a:lnTo>
                <a:lnTo>
                  <a:pt x="104" y="49"/>
                </a:lnTo>
                <a:lnTo>
                  <a:pt x="104" y="48"/>
                </a:lnTo>
                <a:lnTo>
                  <a:pt x="103" y="48"/>
                </a:lnTo>
                <a:lnTo>
                  <a:pt x="104" y="47"/>
                </a:lnTo>
                <a:lnTo>
                  <a:pt x="103" y="46"/>
                </a:lnTo>
                <a:lnTo>
                  <a:pt x="103" y="45"/>
                </a:lnTo>
                <a:lnTo>
                  <a:pt x="102" y="45"/>
                </a:lnTo>
                <a:lnTo>
                  <a:pt x="102" y="44"/>
                </a:lnTo>
                <a:lnTo>
                  <a:pt x="101" y="43"/>
                </a:lnTo>
                <a:lnTo>
                  <a:pt x="101" y="42"/>
                </a:lnTo>
                <a:lnTo>
                  <a:pt x="102" y="41"/>
                </a:lnTo>
                <a:lnTo>
                  <a:pt x="102" y="40"/>
                </a:lnTo>
                <a:lnTo>
                  <a:pt x="102" y="38"/>
                </a:lnTo>
                <a:lnTo>
                  <a:pt x="101" y="38"/>
                </a:lnTo>
                <a:lnTo>
                  <a:pt x="101" y="35"/>
                </a:lnTo>
                <a:lnTo>
                  <a:pt x="100" y="34"/>
                </a:lnTo>
                <a:lnTo>
                  <a:pt x="101" y="32"/>
                </a:lnTo>
                <a:lnTo>
                  <a:pt x="101" y="31"/>
                </a:lnTo>
                <a:lnTo>
                  <a:pt x="102" y="31"/>
                </a:lnTo>
                <a:lnTo>
                  <a:pt x="102" y="30"/>
                </a:lnTo>
                <a:lnTo>
                  <a:pt x="101" y="30"/>
                </a:lnTo>
                <a:lnTo>
                  <a:pt x="100" y="30"/>
                </a:lnTo>
                <a:lnTo>
                  <a:pt x="99" y="27"/>
                </a:lnTo>
                <a:lnTo>
                  <a:pt x="99" y="26"/>
                </a:lnTo>
                <a:lnTo>
                  <a:pt x="100" y="26"/>
                </a:lnTo>
                <a:lnTo>
                  <a:pt x="101" y="26"/>
                </a:lnTo>
                <a:lnTo>
                  <a:pt x="102" y="26"/>
                </a:lnTo>
                <a:lnTo>
                  <a:pt x="105" y="26"/>
                </a:lnTo>
                <a:lnTo>
                  <a:pt x="105" y="27"/>
                </a:lnTo>
                <a:lnTo>
                  <a:pt x="106" y="27"/>
                </a:lnTo>
                <a:lnTo>
                  <a:pt x="107" y="26"/>
                </a:lnTo>
                <a:lnTo>
                  <a:pt x="108" y="25"/>
                </a:lnTo>
                <a:lnTo>
                  <a:pt x="109" y="24"/>
                </a:lnTo>
                <a:lnTo>
                  <a:pt x="110" y="24"/>
                </a:lnTo>
                <a:lnTo>
                  <a:pt x="110" y="23"/>
                </a:lnTo>
                <a:lnTo>
                  <a:pt x="111" y="23"/>
                </a:lnTo>
                <a:lnTo>
                  <a:pt x="112" y="23"/>
                </a:lnTo>
                <a:lnTo>
                  <a:pt x="113" y="23"/>
                </a:lnTo>
                <a:lnTo>
                  <a:pt x="114" y="24"/>
                </a:lnTo>
                <a:lnTo>
                  <a:pt x="114" y="26"/>
                </a:lnTo>
                <a:lnTo>
                  <a:pt x="116" y="29"/>
                </a:lnTo>
                <a:lnTo>
                  <a:pt x="116" y="30"/>
                </a:lnTo>
                <a:lnTo>
                  <a:pt x="115" y="30"/>
                </a:lnTo>
                <a:lnTo>
                  <a:pt x="116" y="33"/>
                </a:lnTo>
                <a:lnTo>
                  <a:pt x="116" y="35"/>
                </a:lnTo>
                <a:lnTo>
                  <a:pt x="117" y="36"/>
                </a:lnTo>
                <a:lnTo>
                  <a:pt x="117" y="37"/>
                </a:lnTo>
                <a:lnTo>
                  <a:pt x="117" y="39"/>
                </a:lnTo>
                <a:lnTo>
                  <a:pt x="117" y="40"/>
                </a:lnTo>
                <a:lnTo>
                  <a:pt x="117" y="41"/>
                </a:lnTo>
                <a:lnTo>
                  <a:pt x="118" y="43"/>
                </a:lnTo>
                <a:lnTo>
                  <a:pt x="119" y="44"/>
                </a:lnTo>
                <a:lnTo>
                  <a:pt x="120" y="44"/>
                </a:lnTo>
                <a:lnTo>
                  <a:pt x="120" y="43"/>
                </a:lnTo>
                <a:lnTo>
                  <a:pt x="121" y="43"/>
                </a:lnTo>
                <a:lnTo>
                  <a:pt x="122" y="43"/>
                </a:lnTo>
                <a:lnTo>
                  <a:pt x="123" y="43"/>
                </a:lnTo>
                <a:lnTo>
                  <a:pt x="123" y="44"/>
                </a:lnTo>
                <a:lnTo>
                  <a:pt x="125" y="44"/>
                </a:lnTo>
                <a:lnTo>
                  <a:pt x="125" y="43"/>
                </a:lnTo>
                <a:lnTo>
                  <a:pt x="125" y="42"/>
                </a:lnTo>
                <a:lnTo>
                  <a:pt x="126" y="42"/>
                </a:lnTo>
                <a:lnTo>
                  <a:pt x="126" y="41"/>
                </a:lnTo>
                <a:lnTo>
                  <a:pt x="127" y="41"/>
                </a:lnTo>
                <a:lnTo>
                  <a:pt x="128" y="41"/>
                </a:lnTo>
                <a:lnTo>
                  <a:pt x="130" y="41"/>
                </a:lnTo>
                <a:lnTo>
                  <a:pt x="130" y="40"/>
                </a:lnTo>
                <a:lnTo>
                  <a:pt x="130" y="39"/>
                </a:lnTo>
                <a:lnTo>
                  <a:pt x="129" y="38"/>
                </a:lnTo>
                <a:lnTo>
                  <a:pt x="130" y="38"/>
                </a:lnTo>
                <a:lnTo>
                  <a:pt x="130" y="37"/>
                </a:lnTo>
                <a:lnTo>
                  <a:pt x="130" y="36"/>
                </a:lnTo>
                <a:lnTo>
                  <a:pt x="129" y="36"/>
                </a:lnTo>
                <a:lnTo>
                  <a:pt x="128" y="36"/>
                </a:lnTo>
                <a:lnTo>
                  <a:pt x="125" y="35"/>
                </a:lnTo>
                <a:lnTo>
                  <a:pt x="125" y="33"/>
                </a:lnTo>
                <a:lnTo>
                  <a:pt x="125" y="32"/>
                </a:lnTo>
                <a:lnTo>
                  <a:pt x="125" y="31"/>
                </a:lnTo>
                <a:lnTo>
                  <a:pt x="125" y="30"/>
                </a:lnTo>
                <a:lnTo>
                  <a:pt x="125" y="29"/>
                </a:lnTo>
                <a:lnTo>
                  <a:pt x="126" y="26"/>
                </a:lnTo>
                <a:lnTo>
                  <a:pt x="126" y="25"/>
                </a:lnTo>
                <a:lnTo>
                  <a:pt x="127" y="25"/>
                </a:lnTo>
                <a:lnTo>
                  <a:pt x="128" y="25"/>
                </a:lnTo>
                <a:lnTo>
                  <a:pt x="129" y="24"/>
                </a:lnTo>
                <a:lnTo>
                  <a:pt x="129" y="22"/>
                </a:lnTo>
                <a:lnTo>
                  <a:pt x="132" y="20"/>
                </a:lnTo>
                <a:lnTo>
                  <a:pt x="133" y="20"/>
                </a:lnTo>
                <a:lnTo>
                  <a:pt x="134" y="19"/>
                </a:lnTo>
                <a:lnTo>
                  <a:pt x="134" y="18"/>
                </a:lnTo>
                <a:lnTo>
                  <a:pt x="134" y="17"/>
                </a:lnTo>
                <a:lnTo>
                  <a:pt x="133" y="15"/>
                </a:lnTo>
                <a:lnTo>
                  <a:pt x="132" y="13"/>
                </a:lnTo>
                <a:lnTo>
                  <a:pt x="132" y="12"/>
                </a:lnTo>
                <a:lnTo>
                  <a:pt x="131" y="11"/>
                </a:lnTo>
                <a:lnTo>
                  <a:pt x="130" y="10"/>
                </a:lnTo>
                <a:lnTo>
                  <a:pt x="129" y="8"/>
                </a:lnTo>
                <a:lnTo>
                  <a:pt x="129" y="6"/>
                </a:lnTo>
                <a:lnTo>
                  <a:pt x="129" y="5"/>
                </a:lnTo>
                <a:lnTo>
                  <a:pt x="130" y="5"/>
                </a:lnTo>
                <a:lnTo>
                  <a:pt x="130" y="2"/>
                </a:lnTo>
                <a:lnTo>
                  <a:pt x="131" y="2"/>
                </a:lnTo>
                <a:lnTo>
                  <a:pt x="132" y="2"/>
                </a:lnTo>
                <a:lnTo>
                  <a:pt x="133" y="3"/>
                </a:lnTo>
                <a:lnTo>
                  <a:pt x="135" y="3"/>
                </a:lnTo>
                <a:lnTo>
                  <a:pt x="136" y="2"/>
                </a:lnTo>
                <a:lnTo>
                  <a:pt x="137" y="2"/>
                </a:lnTo>
                <a:lnTo>
                  <a:pt x="139" y="2"/>
                </a:lnTo>
                <a:lnTo>
                  <a:pt x="139" y="1"/>
                </a:lnTo>
                <a:lnTo>
                  <a:pt x="141" y="0"/>
                </a:lnTo>
                <a:lnTo>
                  <a:pt x="14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06" name=""/>
          <p:cNvSpPr/>
          <p:nvPr/>
        </p:nvSpPr>
        <p:spPr>
          <a:xfrm>
            <a:off x="3273480" y="3791880"/>
            <a:ext cx="672480" cy="354960"/>
          </a:xfrm>
          <a:custGeom>
            <a:avLst/>
            <a:gdLst/>
            <a:ahLst/>
            <a:rect l="0" t="0" r="r" b="b"/>
            <a:pathLst>
              <a:path w="1868" h="986">
                <a:moveTo>
                  <a:pt x="900" y="1"/>
                </a:moveTo>
                <a:lnTo>
                  <a:pt x="901" y="1"/>
                </a:lnTo>
                <a:lnTo>
                  <a:pt x="902" y="1"/>
                </a:lnTo>
                <a:lnTo>
                  <a:pt x="903" y="1"/>
                </a:lnTo>
                <a:lnTo>
                  <a:pt x="904" y="1"/>
                </a:lnTo>
                <a:lnTo>
                  <a:pt x="905" y="1"/>
                </a:lnTo>
                <a:lnTo>
                  <a:pt x="906" y="1"/>
                </a:lnTo>
                <a:lnTo>
                  <a:pt x="907" y="1"/>
                </a:lnTo>
                <a:lnTo>
                  <a:pt x="907" y="0"/>
                </a:lnTo>
                <a:lnTo>
                  <a:pt x="908" y="0"/>
                </a:lnTo>
                <a:lnTo>
                  <a:pt x="909" y="1"/>
                </a:lnTo>
                <a:lnTo>
                  <a:pt x="908" y="1"/>
                </a:lnTo>
                <a:lnTo>
                  <a:pt x="908" y="2"/>
                </a:lnTo>
                <a:lnTo>
                  <a:pt x="908" y="3"/>
                </a:lnTo>
                <a:lnTo>
                  <a:pt x="909" y="3"/>
                </a:lnTo>
                <a:lnTo>
                  <a:pt x="910" y="3"/>
                </a:lnTo>
                <a:lnTo>
                  <a:pt x="911" y="3"/>
                </a:lnTo>
                <a:lnTo>
                  <a:pt x="912" y="3"/>
                </a:lnTo>
                <a:lnTo>
                  <a:pt x="913" y="3"/>
                </a:lnTo>
                <a:lnTo>
                  <a:pt x="915" y="4"/>
                </a:lnTo>
                <a:lnTo>
                  <a:pt x="915" y="3"/>
                </a:lnTo>
                <a:lnTo>
                  <a:pt x="915" y="2"/>
                </a:lnTo>
                <a:lnTo>
                  <a:pt x="916" y="2"/>
                </a:lnTo>
                <a:lnTo>
                  <a:pt x="917" y="2"/>
                </a:lnTo>
                <a:lnTo>
                  <a:pt x="918" y="2"/>
                </a:lnTo>
                <a:lnTo>
                  <a:pt x="918" y="3"/>
                </a:lnTo>
                <a:lnTo>
                  <a:pt x="919" y="3"/>
                </a:lnTo>
                <a:lnTo>
                  <a:pt x="919" y="4"/>
                </a:lnTo>
                <a:lnTo>
                  <a:pt x="919" y="5"/>
                </a:lnTo>
                <a:lnTo>
                  <a:pt x="920" y="5"/>
                </a:lnTo>
                <a:lnTo>
                  <a:pt x="920" y="6"/>
                </a:lnTo>
                <a:lnTo>
                  <a:pt x="921" y="6"/>
                </a:lnTo>
                <a:lnTo>
                  <a:pt x="921" y="7"/>
                </a:lnTo>
                <a:lnTo>
                  <a:pt x="920" y="7"/>
                </a:lnTo>
                <a:lnTo>
                  <a:pt x="920" y="8"/>
                </a:lnTo>
                <a:lnTo>
                  <a:pt x="921" y="8"/>
                </a:lnTo>
                <a:lnTo>
                  <a:pt x="921" y="9"/>
                </a:lnTo>
                <a:lnTo>
                  <a:pt x="921" y="10"/>
                </a:lnTo>
                <a:lnTo>
                  <a:pt x="922" y="10"/>
                </a:lnTo>
                <a:lnTo>
                  <a:pt x="923" y="10"/>
                </a:lnTo>
                <a:lnTo>
                  <a:pt x="924" y="10"/>
                </a:lnTo>
                <a:lnTo>
                  <a:pt x="925" y="10"/>
                </a:lnTo>
                <a:lnTo>
                  <a:pt x="925" y="11"/>
                </a:lnTo>
                <a:lnTo>
                  <a:pt x="925" y="12"/>
                </a:lnTo>
                <a:lnTo>
                  <a:pt x="926" y="12"/>
                </a:lnTo>
                <a:lnTo>
                  <a:pt x="928" y="13"/>
                </a:lnTo>
                <a:lnTo>
                  <a:pt x="930" y="13"/>
                </a:lnTo>
                <a:lnTo>
                  <a:pt x="930" y="14"/>
                </a:lnTo>
                <a:lnTo>
                  <a:pt x="930" y="15"/>
                </a:lnTo>
                <a:lnTo>
                  <a:pt x="931" y="15"/>
                </a:lnTo>
                <a:lnTo>
                  <a:pt x="931" y="16"/>
                </a:lnTo>
                <a:lnTo>
                  <a:pt x="931" y="17"/>
                </a:lnTo>
                <a:lnTo>
                  <a:pt x="932" y="18"/>
                </a:lnTo>
                <a:lnTo>
                  <a:pt x="933" y="18"/>
                </a:lnTo>
                <a:lnTo>
                  <a:pt x="933" y="19"/>
                </a:lnTo>
                <a:lnTo>
                  <a:pt x="934" y="19"/>
                </a:lnTo>
                <a:lnTo>
                  <a:pt x="934" y="20"/>
                </a:lnTo>
                <a:lnTo>
                  <a:pt x="935" y="20"/>
                </a:lnTo>
                <a:lnTo>
                  <a:pt x="936" y="20"/>
                </a:lnTo>
                <a:lnTo>
                  <a:pt x="936" y="19"/>
                </a:lnTo>
                <a:lnTo>
                  <a:pt x="936" y="18"/>
                </a:lnTo>
                <a:lnTo>
                  <a:pt x="937" y="18"/>
                </a:lnTo>
                <a:lnTo>
                  <a:pt x="937" y="17"/>
                </a:lnTo>
                <a:lnTo>
                  <a:pt x="936" y="17"/>
                </a:lnTo>
                <a:lnTo>
                  <a:pt x="937" y="17"/>
                </a:lnTo>
                <a:lnTo>
                  <a:pt x="937" y="16"/>
                </a:lnTo>
                <a:lnTo>
                  <a:pt x="937" y="15"/>
                </a:lnTo>
                <a:lnTo>
                  <a:pt x="938" y="15"/>
                </a:lnTo>
                <a:lnTo>
                  <a:pt x="939" y="14"/>
                </a:lnTo>
                <a:lnTo>
                  <a:pt x="940" y="13"/>
                </a:lnTo>
                <a:lnTo>
                  <a:pt x="941" y="13"/>
                </a:lnTo>
                <a:lnTo>
                  <a:pt x="942" y="13"/>
                </a:lnTo>
                <a:lnTo>
                  <a:pt x="943" y="14"/>
                </a:lnTo>
                <a:lnTo>
                  <a:pt x="944" y="14"/>
                </a:lnTo>
                <a:lnTo>
                  <a:pt x="945" y="13"/>
                </a:lnTo>
                <a:lnTo>
                  <a:pt x="946" y="13"/>
                </a:lnTo>
                <a:lnTo>
                  <a:pt x="946" y="12"/>
                </a:lnTo>
                <a:lnTo>
                  <a:pt x="947" y="12"/>
                </a:lnTo>
                <a:lnTo>
                  <a:pt x="948" y="13"/>
                </a:lnTo>
                <a:lnTo>
                  <a:pt x="948" y="12"/>
                </a:lnTo>
                <a:lnTo>
                  <a:pt x="949" y="12"/>
                </a:lnTo>
                <a:lnTo>
                  <a:pt x="949" y="13"/>
                </a:lnTo>
                <a:lnTo>
                  <a:pt x="950" y="14"/>
                </a:lnTo>
                <a:lnTo>
                  <a:pt x="950" y="15"/>
                </a:lnTo>
                <a:lnTo>
                  <a:pt x="950" y="16"/>
                </a:lnTo>
                <a:lnTo>
                  <a:pt x="951" y="16"/>
                </a:lnTo>
                <a:lnTo>
                  <a:pt x="952" y="16"/>
                </a:lnTo>
                <a:lnTo>
                  <a:pt x="952" y="17"/>
                </a:lnTo>
                <a:lnTo>
                  <a:pt x="953" y="17"/>
                </a:lnTo>
                <a:lnTo>
                  <a:pt x="954" y="17"/>
                </a:lnTo>
                <a:lnTo>
                  <a:pt x="954" y="18"/>
                </a:lnTo>
                <a:lnTo>
                  <a:pt x="955" y="18"/>
                </a:lnTo>
                <a:lnTo>
                  <a:pt x="955" y="17"/>
                </a:lnTo>
                <a:lnTo>
                  <a:pt x="956" y="17"/>
                </a:lnTo>
                <a:lnTo>
                  <a:pt x="957" y="17"/>
                </a:lnTo>
                <a:lnTo>
                  <a:pt x="957" y="18"/>
                </a:lnTo>
                <a:lnTo>
                  <a:pt x="958" y="18"/>
                </a:lnTo>
                <a:lnTo>
                  <a:pt x="959" y="18"/>
                </a:lnTo>
                <a:lnTo>
                  <a:pt x="959" y="19"/>
                </a:lnTo>
                <a:lnTo>
                  <a:pt x="960" y="19"/>
                </a:lnTo>
                <a:lnTo>
                  <a:pt x="960" y="20"/>
                </a:lnTo>
                <a:lnTo>
                  <a:pt x="961" y="20"/>
                </a:lnTo>
                <a:lnTo>
                  <a:pt x="961" y="19"/>
                </a:lnTo>
                <a:lnTo>
                  <a:pt x="961" y="20"/>
                </a:lnTo>
                <a:lnTo>
                  <a:pt x="962" y="20"/>
                </a:lnTo>
                <a:lnTo>
                  <a:pt x="963" y="20"/>
                </a:lnTo>
                <a:lnTo>
                  <a:pt x="964" y="20"/>
                </a:lnTo>
                <a:lnTo>
                  <a:pt x="964" y="21"/>
                </a:lnTo>
                <a:lnTo>
                  <a:pt x="964" y="20"/>
                </a:lnTo>
                <a:lnTo>
                  <a:pt x="964" y="21"/>
                </a:lnTo>
                <a:lnTo>
                  <a:pt x="965" y="22"/>
                </a:lnTo>
                <a:lnTo>
                  <a:pt x="965" y="23"/>
                </a:lnTo>
                <a:lnTo>
                  <a:pt x="967" y="24"/>
                </a:lnTo>
                <a:lnTo>
                  <a:pt x="968" y="23"/>
                </a:lnTo>
                <a:lnTo>
                  <a:pt x="969" y="23"/>
                </a:lnTo>
                <a:lnTo>
                  <a:pt x="970" y="23"/>
                </a:lnTo>
                <a:lnTo>
                  <a:pt x="971" y="23"/>
                </a:lnTo>
                <a:lnTo>
                  <a:pt x="972" y="23"/>
                </a:lnTo>
                <a:lnTo>
                  <a:pt x="973" y="23"/>
                </a:lnTo>
                <a:lnTo>
                  <a:pt x="974" y="23"/>
                </a:lnTo>
                <a:lnTo>
                  <a:pt x="974" y="22"/>
                </a:lnTo>
                <a:lnTo>
                  <a:pt x="975" y="22"/>
                </a:lnTo>
                <a:lnTo>
                  <a:pt x="975" y="21"/>
                </a:lnTo>
                <a:lnTo>
                  <a:pt x="976" y="20"/>
                </a:lnTo>
                <a:lnTo>
                  <a:pt x="977" y="20"/>
                </a:lnTo>
                <a:lnTo>
                  <a:pt x="978" y="20"/>
                </a:lnTo>
                <a:lnTo>
                  <a:pt x="978" y="21"/>
                </a:lnTo>
                <a:lnTo>
                  <a:pt x="978" y="22"/>
                </a:lnTo>
                <a:lnTo>
                  <a:pt x="979" y="22"/>
                </a:lnTo>
                <a:lnTo>
                  <a:pt x="979" y="23"/>
                </a:lnTo>
                <a:lnTo>
                  <a:pt x="980" y="23"/>
                </a:lnTo>
                <a:lnTo>
                  <a:pt x="980" y="24"/>
                </a:lnTo>
                <a:lnTo>
                  <a:pt x="981" y="24"/>
                </a:lnTo>
                <a:lnTo>
                  <a:pt x="981" y="25"/>
                </a:lnTo>
                <a:lnTo>
                  <a:pt x="981" y="26"/>
                </a:lnTo>
                <a:lnTo>
                  <a:pt x="982" y="26"/>
                </a:lnTo>
                <a:lnTo>
                  <a:pt x="983" y="26"/>
                </a:lnTo>
                <a:lnTo>
                  <a:pt x="984" y="26"/>
                </a:lnTo>
                <a:lnTo>
                  <a:pt x="984" y="25"/>
                </a:lnTo>
                <a:lnTo>
                  <a:pt x="985" y="25"/>
                </a:lnTo>
                <a:lnTo>
                  <a:pt x="986" y="25"/>
                </a:lnTo>
                <a:lnTo>
                  <a:pt x="986" y="26"/>
                </a:lnTo>
                <a:lnTo>
                  <a:pt x="987" y="26"/>
                </a:lnTo>
                <a:lnTo>
                  <a:pt x="988" y="26"/>
                </a:lnTo>
                <a:lnTo>
                  <a:pt x="989" y="26"/>
                </a:lnTo>
                <a:lnTo>
                  <a:pt x="989" y="27"/>
                </a:lnTo>
                <a:lnTo>
                  <a:pt x="989" y="28"/>
                </a:lnTo>
                <a:lnTo>
                  <a:pt x="991" y="28"/>
                </a:lnTo>
                <a:lnTo>
                  <a:pt x="992" y="28"/>
                </a:lnTo>
                <a:lnTo>
                  <a:pt x="993" y="28"/>
                </a:lnTo>
                <a:lnTo>
                  <a:pt x="994" y="29"/>
                </a:lnTo>
                <a:lnTo>
                  <a:pt x="994" y="30"/>
                </a:lnTo>
                <a:lnTo>
                  <a:pt x="995" y="31"/>
                </a:lnTo>
                <a:lnTo>
                  <a:pt x="996" y="31"/>
                </a:lnTo>
                <a:lnTo>
                  <a:pt x="996" y="32"/>
                </a:lnTo>
                <a:lnTo>
                  <a:pt x="997" y="32"/>
                </a:lnTo>
                <a:lnTo>
                  <a:pt x="998" y="32"/>
                </a:lnTo>
                <a:lnTo>
                  <a:pt x="998" y="33"/>
                </a:lnTo>
                <a:lnTo>
                  <a:pt x="999" y="33"/>
                </a:lnTo>
                <a:lnTo>
                  <a:pt x="999" y="34"/>
                </a:lnTo>
                <a:lnTo>
                  <a:pt x="1000" y="34"/>
                </a:lnTo>
                <a:lnTo>
                  <a:pt x="1000" y="33"/>
                </a:lnTo>
                <a:lnTo>
                  <a:pt x="1000" y="34"/>
                </a:lnTo>
                <a:lnTo>
                  <a:pt x="1001" y="34"/>
                </a:lnTo>
                <a:lnTo>
                  <a:pt x="1001" y="35"/>
                </a:lnTo>
                <a:lnTo>
                  <a:pt x="1002" y="35"/>
                </a:lnTo>
                <a:lnTo>
                  <a:pt x="1003" y="35"/>
                </a:lnTo>
                <a:lnTo>
                  <a:pt x="1004" y="36"/>
                </a:lnTo>
                <a:lnTo>
                  <a:pt x="1005" y="36"/>
                </a:lnTo>
                <a:lnTo>
                  <a:pt x="1005" y="35"/>
                </a:lnTo>
                <a:lnTo>
                  <a:pt x="1006" y="35"/>
                </a:lnTo>
                <a:lnTo>
                  <a:pt x="1006" y="36"/>
                </a:lnTo>
                <a:lnTo>
                  <a:pt x="1007" y="36"/>
                </a:lnTo>
                <a:lnTo>
                  <a:pt x="1008" y="36"/>
                </a:lnTo>
                <a:lnTo>
                  <a:pt x="1009" y="36"/>
                </a:lnTo>
                <a:lnTo>
                  <a:pt x="1009" y="37"/>
                </a:lnTo>
                <a:lnTo>
                  <a:pt x="1010" y="37"/>
                </a:lnTo>
                <a:lnTo>
                  <a:pt x="1010" y="38"/>
                </a:lnTo>
                <a:lnTo>
                  <a:pt x="1011" y="38"/>
                </a:lnTo>
                <a:lnTo>
                  <a:pt x="1012" y="38"/>
                </a:lnTo>
                <a:lnTo>
                  <a:pt x="1013" y="38"/>
                </a:lnTo>
                <a:lnTo>
                  <a:pt x="1013" y="39"/>
                </a:lnTo>
                <a:lnTo>
                  <a:pt x="1014" y="39"/>
                </a:lnTo>
                <a:lnTo>
                  <a:pt x="1015" y="39"/>
                </a:lnTo>
                <a:lnTo>
                  <a:pt x="1016" y="39"/>
                </a:lnTo>
                <a:lnTo>
                  <a:pt x="1016" y="40"/>
                </a:lnTo>
                <a:lnTo>
                  <a:pt x="1017" y="40"/>
                </a:lnTo>
                <a:lnTo>
                  <a:pt x="1018" y="39"/>
                </a:lnTo>
                <a:lnTo>
                  <a:pt x="1019" y="39"/>
                </a:lnTo>
                <a:lnTo>
                  <a:pt x="1019" y="40"/>
                </a:lnTo>
                <a:lnTo>
                  <a:pt x="1018" y="40"/>
                </a:lnTo>
                <a:lnTo>
                  <a:pt x="1017" y="40"/>
                </a:lnTo>
                <a:lnTo>
                  <a:pt x="1017" y="41"/>
                </a:lnTo>
                <a:lnTo>
                  <a:pt x="1016" y="41"/>
                </a:lnTo>
                <a:lnTo>
                  <a:pt x="1015" y="42"/>
                </a:lnTo>
                <a:lnTo>
                  <a:pt x="1014" y="42"/>
                </a:lnTo>
                <a:lnTo>
                  <a:pt x="1014" y="43"/>
                </a:lnTo>
                <a:lnTo>
                  <a:pt x="1013" y="43"/>
                </a:lnTo>
                <a:lnTo>
                  <a:pt x="1013" y="42"/>
                </a:lnTo>
                <a:lnTo>
                  <a:pt x="1013" y="43"/>
                </a:lnTo>
                <a:lnTo>
                  <a:pt x="1013" y="44"/>
                </a:lnTo>
                <a:lnTo>
                  <a:pt x="1012" y="45"/>
                </a:lnTo>
                <a:lnTo>
                  <a:pt x="1011" y="45"/>
                </a:lnTo>
                <a:lnTo>
                  <a:pt x="1011" y="44"/>
                </a:lnTo>
                <a:lnTo>
                  <a:pt x="1011" y="45"/>
                </a:lnTo>
                <a:lnTo>
                  <a:pt x="1010" y="45"/>
                </a:lnTo>
                <a:lnTo>
                  <a:pt x="1010" y="46"/>
                </a:lnTo>
                <a:lnTo>
                  <a:pt x="1009" y="46"/>
                </a:lnTo>
                <a:lnTo>
                  <a:pt x="1008" y="46"/>
                </a:lnTo>
                <a:lnTo>
                  <a:pt x="1007" y="46"/>
                </a:lnTo>
                <a:lnTo>
                  <a:pt x="1006" y="46"/>
                </a:lnTo>
                <a:lnTo>
                  <a:pt x="1005" y="46"/>
                </a:lnTo>
                <a:lnTo>
                  <a:pt x="1005" y="47"/>
                </a:lnTo>
                <a:lnTo>
                  <a:pt x="1005" y="46"/>
                </a:lnTo>
                <a:lnTo>
                  <a:pt x="1004" y="46"/>
                </a:lnTo>
                <a:lnTo>
                  <a:pt x="1004" y="47"/>
                </a:lnTo>
                <a:lnTo>
                  <a:pt x="1003" y="47"/>
                </a:lnTo>
                <a:lnTo>
                  <a:pt x="1003" y="46"/>
                </a:lnTo>
                <a:lnTo>
                  <a:pt x="1003" y="47"/>
                </a:lnTo>
                <a:lnTo>
                  <a:pt x="1002" y="47"/>
                </a:lnTo>
                <a:lnTo>
                  <a:pt x="1001" y="47"/>
                </a:lnTo>
                <a:lnTo>
                  <a:pt x="1000" y="47"/>
                </a:lnTo>
                <a:lnTo>
                  <a:pt x="999" y="47"/>
                </a:lnTo>
                <a:lnTo>
                  <a:pt x="998" y="47"/>
                </a:lnTo>
                <a:lnTo>
                  <a:pt x="997" y="47"/>
                </a:lnTo>
                <a:lnTo>
                  <a:pt x="997" y="46"/>
                </a:lnTo>
                <a:lnTo>
                  <a:pt x="997" y="47"/>
                </a:lnTo>
                <a:lnTo>
                  <a:pt x="996" y="47"/>
                </a:lnTo>
                <a:lnTo>
                  <a:pt x="996" y="46"/>
                </a:lnTo>
                <a:lnTo>
                  <a:pt x="995" y="46"/>
                </a:lnTo>
                <a:lnTo>
                  <a:pt x="994" y="46"/>
                </a:lnTo>
                <a:lnTo>
                  <a:pt x="994" y="45"/>
                </a:lnTo>
                <a:lnTo>
                  <a:pt x="993" y="45"/>
                </a:lnTo>
                <a:lnTo>
                  <a:pt x="992" y="45"/>
                </a:lnTo>
                <a:lnTo>
                  <a:pt x="992" y="46"/>
                </a:lnTo>
                <a:lnTo>
                  <a:pt x="992" y="47"/>
                </a:lnTo>
                <a:lnTo>
                  <a:pt x="992" y="48"/>
                </a:lnTo>
                <a:lnTo>
                  <a:pt x="993" y="48"/>
                </a:lnTo>
                <a:lnTo>
                  <a:pt x="993" y="49"/>
                </a:lnTo>
                <a:lnTo>
                  <a:pt x="994" y="49"/>
                </a:lnTo>
                <a:lnTo>
                  <a:pt x="994" y="50"/>
                </a:lnTo>
                <a:lnTo>
                  <a:pt x="994" y="51"/>
                </a:lnTo>
                <a:lnTo>
                  <a:pt x="994" y="52"/>
                </a:lnTo>
                <a:lnTo>
                  <a:pt x="994" y="53"/>
                </a:lnTo>
                <a:lnTo>
                  <a:pt x="994" y="54"/>
                </a:lnTo>
                <a:lnTo>
                  <a:pt x="994" y="55"/>
                </a:lnTo>
                <a:lnTo>
                  <a:pt x="994" y="56"/>
                </a:lnTo>
                <a:lnTo>
                  <a:pt x="993" y="56"/>
                </a:lnTo>
                <a:lnTo>
                  <a:pt x="993" y="57"/>
                </a:lnTo>
                <a:lnTo>
                  <a:pt x="993" y="58"/>
                </a:lnTo>
                <a:lnTo>
                  <a:pt x="994" y="58"/>
                </a:lnTo>
                <a:lnTo>
                  <a:pt x="995" y="58"/>
                </a:lnTo>
                <a:lnTo>
                  <a:pt x="996" y="59"/>
                </a:lnTo>
                <a:lnTo>
                  <a:pt x="997" y="59"/>
                </a:lnTo>
                <a:lnTo>
                  <a:pt x="997" y="60"/>
                </a:lnTo>
                <a:lnTo>
                  <a:pt x="998" y="60"/>
                </a:lnTo>
                <a:lnTo>
                  <a:pt x="998" y="59"/>
                </a:lnTo>
                <a:lnTo>
                  <a:pt x="999" y="59"/>
                </a:lnTo>
                <a:lnTo>
                  <a:pt x="1000" y="59"/>
                </a:lnTo>
                <a:lnTo>
                  <a:pt x="1000" y="60"/>
                </a:lnTo>
                <a:lnTo>
                  <a:pt x="1002" y="61"/>
                </a:lnTo>
                <a:lnTo>
                  <a:pt x="1003" y="61"/>
                </a:lnTo>
                <a:lnTo>
                  <a:pt x="1004" y="61"/>
                </a:lnTo>
                <a:lnTo>
                  <a:pt x="1004" y="62"/>
                </a:lnTo>
                <a:lnTo>
                  <a:pt x="1005" y="62"/>
                </a:lnTo>
                <a:lnTo>
                  <a:pt x="1004" y="62"/>
                </a:lnTo>
                <a:lnTo>
                  <a:pt x="1003" y="62"/>
                </a:lnTo>
                <a:lnTo>
                  <a:pt x="1003" y="63"/>
                </a:lnTo>
                <a:lnTo>
                  <a:pt x="1004" y="63"/>
                </a:lnTo>
                <a:lnTo>
                  <a:pt x="1004" y="64"/>
                </a:lnTo>
                <a:lnTo>
                  <a:pt x="1005" y="64"/>
                </a:lnTo>
                <a:lnTo>
                  <a:pt x="1006" y="64"/>
                </a:lnTo>
                <a:lnTo>
                  <a:pt x="1008" y="64"/>
                </a:lnTo>
                <a:lnTo>
                  <a:pt x="1009" y="64"/>
                </a:lnTo>
                <a:lnTo>
                  <a:pt x="1010" y="64"/>
                </a:lnTo>
                <a:lnTo>
                  <a:pt x="1011" y="64"/>
                </a:lnTo>
                <a:lnTo>
                  <a:pt x="1012" y="64"/>
                </a:lnTo>
                <a:lnTo>
                  <a:pt x="1013" y="64"/>
                </a:lnTo>
                <a:lnTo>
                  <a:pt x="1014" y="64"/>
                </a:lnTo>
                <a:lnTo>
                  <a:pt x="1014" y="65"/>
                </a:lnTo>
                <a:lnTo>
                  <a:pt x="1015" y="65"/>
                </a:lnTo>
                <a:lnTo>
                  <a:pt x="1016" y="65"/>
                </a:lnTo>
                <a:lnTo>
                  <a:pt x="1017" y="65"/>
                </a:lnTo>
                <a:lnTo>
                  <a:pt x="1018" y="65"/>
                </a:lnTo>
                <a:lnTo>
                  <a:pt x="1019" y="65"/>
                </a:lnTo>
                <a:lnTo>
                  <a:pt x="1020" y="65"/>
                </a:lnTo>
                <a:lnTo>
                  <a:pt x="1021" y="64"/>
                </a:lnTo>
                <a:lnTo>
                  <a:pt x="1022" y="64"/>
                </a:lnTo>
                <a:lnTo>
                  <a:pt x="1023" y="64"/>
                </a:lnTo>
                <a:lnTo>
                  <a:pt x="1024" y="64"/>
                </a:lnTo>
                <a:lnTo>
                  <a:pt x="1025" y="64"/>
                </a:lnTo>
                <a:lnTo>
                  <a:pt x="1027" y="64"/>
                </a:lnTo>
                <a:lnTo>
                  <a:pt x="1028" y="65"/>
                </a:lnTo>
                <a:lnTo>
                  <a:pt x="1027" y="66"/>
                </a:lnTo>
                <a:lnTo>
                  <a:pt x="1026" y="67"/>
                </a:lnTo>
                <a:lnTo>
                  <a:pt x="1026" y="68"/>
                </a:lnTo>
                <a:lnTo>
                  <a:pt x="1026" y="69"/>
                </a:lnTo>
                <a:lnTo>
                  <a:pt x="1025" y="70"/>
                </a:lnTo>
                <a:lnTo>
                  <a:pt x="1024" y="70"/>
                </a:lnTo>
                <a:lnTo>
                  <a:pt x="1025" y="71"/>
                </a:lnTo>
                <a:lnTo>
                  <a:pt x="1025" y="72"/>
                </a:lnTo>
                <a:lnTo>
                  <a:pt x="1026" y="72"/>
                </a:lnTo>
                <a:lnTo>
                  <a:pt x="1026" y="73"/>
                </a:lnTo>
                <a:lnTo>
                  <a:pt x="1026" y="74"/>
                </a:lnTo>
                <a:lnTo>
                  <a:pt x="1025" y="74"/>
                </a:lnTo>
                <a:lnTo>
                  <a:pt x="1024" y="74"/>
                </a:lnTo>
                <a:lnTo>
                  <a:pt x="1023" y="74"/>
                </a:lnTo>
                <a:lnTo>
                  <a:pt x="1023" y="75"/>
                </a:lnTo>
                <a:lnTo>
                  <a:pt x="1023" y="76"/>
                </a:lnTo>
                <a:lnTo>
                  <a:pt x="1023" y="77"/>
                </a:lnTo>
                <a:lnTo>
                  <a:pt x="1022" y="78"/>
                </a:lnTo>
                <a:lnTo>
                  <a:pt x="1022" y="79"/>
                </a:lnTo>
                <a:lnTo>
                  <a:pt x="1023" y="79"/>
                </a:lnTo>
                <a:lnTo>
                  <a:pt x="1023" y="80"/>
                </a:lnTo>
                <a:lnTo>
                  <a:pt x="1022" y="80"/>
                </a:lnTo>
                <a:lnTo>
                  <a:pt x="1023" y="81"/>
                </a:lnTo>
                <a:lnTo>
                  <a:pt x="1023" y="82"/>
                </a:lnTo>
                <a:lnTo>
                  <a:pt x="1023" y="84"/>
                </a:lnTo>
                <a:lnTo>
                  <a:pt x="1022" y="84"/>
                </a:lnTo>
                <a:lnTo>
                  <a:pt x="1022" y="85"/>
                </a:lnTo>
                <a:lnTo>
                  <a:pt x="1021" y="85"/>
                </a:lnTo>
                <a:lnTo>
                  <a:pt x="1021" y="84"/>
                </a:lnTo>
                <a:lnTo>
                  <a:pt x="1021" y="85"/>
                </a:lnTo>
                <a:lnTo>
                  <a:pt x="1021" y="86"/>
                </a:lnTo>
                <a:lnTo>
                  <a:pt x="1022" y="86"/>
                </a:lnTo>
                <a:lnTo>
                  <a:pt x="1022" y="87"/>
                </a:lnTo>
                <a:lnTo>
                  <a:pt x="1022" y="88"/>
                </a:lnTo>
                <a:lnTo>
                  <a:pt x="1023" y="89"/>
                </a:lnTo>
                <a:lnTo>
                  <a:pt x="1023" y="90"/>
                </a:lnTo>
                <a:lnTo>
                  <a:pt x="1024" y="90"/>
                </a:lnTo>
                <a:lnTo>
                  <a:pt x="1024" y="92"/>
                </a:lnTo>
                <a:lnTo>
                  <a:pt x="1023" y="92"/>
                </a:lnTo>
                <a:lnTo>
                  <a:pt x="1022" y="93"/>
                </a:lnTo>
                <a:lnTo>
                  <a:pt x="1022" y="92"/>
                </a:lnTo>
                <a:lnTo>
                  <a:pt x="1021" y="92"/>
                </a:lnTo>
                <a:lnTo>
                  <a:pt x="1020" y="92"/>
                </a:lnTo>
                <a:lnTo>
                  <a:pt x="1019" y="92"/>
                </a:lnTo>
                <a:lnTo>
                  <a:pt x="1019" y="93"/>
                </a:lnTo>
                <a:lnTo>
                  <a:pt x="1019" y="94"/>
                </a:lnTo>
                <a:lnTo>
                  <a:pt x="1019" y="95"/>
                </a:lnTo>
                <a:lnTo>
                  <a:pt x="1019" y="96"/>
                </a:lnTo>
                <a:lnTo>
                  <a:pt x="1018" y="96"/>
                </a:lnTo>
                <a:lnTo>
                  <a:pt x="1018" y="97"/>
                </a:lnTo>
                <a:lnTo>
                  <a:pt x="1019" y="97"/>
                </a:lnTo>
                <a:lnTo>
                  <a:pt x="1019" y="98"/>
                </a:lnTo>
                <a:lnTo>
                  <a:pt x="1019" y="99"/>
                </a:lnTo>
                <a:lnTo>
                  <a:pt x="1019" y="100"/>
                </a:lnTo>
                <a:lnTo>
                  <a:pt x="1020" y="100"/>
                </a:lnTo>
                <a:lnTo>
                  <a:pt x="1021" y="100"/>
                </a:lnTo>
                <a:lnTo>
                  <a:pt x="1022" y="100"/>
                </a:lnTo>
                <a:lnTo>
                  <a:pt x="1023" y="100"/>
                </a:lnTo>
                <a:lnTo>
                  <a:pt x="1023" y="101"/>
                </a:lnTo>
                <a:lnTo>
                  <a:pt x="1023" y="102"/>
                </a:lnTo>
                <a:lnTo>
                  <a:pt x="1024" y="102"/>
                </a:lnTo>
                <a:lnTo>
                  <a:pt x="1023" y="103"/>
                </a:lnTo>
                <a:lnTo>
                  <a:pt x="1022" y="103"/>
                </a:lnTo>
                <a:lnTo>
                  <a:pt x="1022" y="104"/>
                </a:lnTo>
                <a:lnTo>
                  <a:pt x="1021" y="104"/>
                </a:lnTo>
                <a:lnTo>
                  <a:pt x="1021" y="105"/>
                </a:lnTo>
                <a:lnTo>
                  <a:pt x="1020" y="106"/>
                </a:lnTo>
                <a:lnTo>
                  <a:pt x="1019" y="106"/>
                </a:lnTo>
                <a:lnTo>
                  <a:pt x="1020" y="106"/>
                </a:lnTo>
                <a:lnTo>
                  <a:pt x="1019" y="107"/>
                </a:lnTo>
                <a:lnTo>
                  <a:pt x="1018" y="107"/>
                </a:lnTo>
                <a:lnTo>
                  <a:pt x="1018" y="108"/>
                </a:lnTo>
                <a:lnTo>
                  <a:pt x="1019" y="108"/>
                </a:lnTo>
                <a:lnTo>
                  <a:pt x="1018" y="108"/>
                </a:lnTo>
                <a:lnTo>
                  <a:pt x="1017" y="109"/>
                </a:lnTo>
                <a:lnTo>
                  <a:pt x="1016" y="109"/>
                </a:lnTo>
                <a:lnTo>
                  <a:pt x="1015" y="108"/>
                </a:lnTo>
                <a:lnTo>
                  <a:pt x="1013" y="109"/>
                </a:lnTo>
                <a:lnTo>
                  <a:pt x="1012" y="109"/>
                </a:lnTo>
                <a:lnTo>
                  <a:pt x="1011" y="109"/>
                </a:lnTo>
                <a:lnTo>
                  <a:pt x="1010" y="110"/>
                </a:lnTo>
                <a:lnTo>
                  <a:pt x="1010" y="111"/>
                </a:lnTo>
                <a:lnTo>
                  <a:pt x="1009" y="111"/>
                </a:lnTo>
                <a:lnTo>
                  <a:pt x="1009" y="112"/>
                </a:lnTo>
                <a:lnTo>
                  <a:pt x="1008" y="112"/>
                </a:lnTo>
                <a:lnTo>
                  <a:pt x="1008" y="113"/>
                </a:lnTo>
                <a:lnTo>
                  <a:pt x="1007" y="113"/>
                </a:lnTo>
                <a:lnTo>
                  <a:pt x="1006" y="113"/>
                </a:lnTo>
                <a:lnTo>
                  <a:pt x="1005" y="113"/>
                </a:lnTo>
                <a:lnTo>
                  <a:pt x="1004" y="114"/>
                </a:lnTo>
                <a:lnTo>
                  <a:pt x="1003" y="114"/>
                </a:lnTo>
                <a:lnTo>
                  <a:pt x="1002" y="114"/>
                </a:lnTo>
                <a:lnTo>
                  <a:pt x="1001" y="114"/>
                </a:lnTo>
                <a:lnTo>
                  <a:pt x="1000" y="114"/>
                </a:lnTo>
                <a:lnTo>
                  <a:pt x="1000" y="115"/>
                </a:lnTo>
                <a:lnTo>
                  <a:pt x="1000" y="116"/>
                </a:lnTo>
                <a:lnTo>
                  <a:pt x="1001" y="116"/>
                </a:lnTo>
                <a:lnTo>
                  <a:pt x="1002" y="117"/>
                </a:lnTo>
                <a:lnTo>
                  <a:pt x="1002" y="118"/>
                </a:lnTo>
                <a:lnTo>
                  <a:pt x="1001" y="118"/>
                </a:lnTo>
                <a:lnTo>
                  <a:pt x="1001" y="119"/>
                </a:lnTo>
                <a:lnTo>
                  <a:pt x="1000" y="120"/>
                </a:lnTo>
                <a:lnTo>
                  <a:pt x="1000" y="121"/>
                </a:lnTo>
                <a:lnTo>
                  <a:pt x="1000" y="122"/>
                </a:lnTo>
                <a:lnTo>
                  <a:pt x="1001" y="123"/>
                </a:lnTo>
                <a:lnTo>
                  <a:pt x="1002" y="123"/>
                </a:lnTo>
                <a:lnTo>
                  <a:pt x="1002" y="122"/>
                </a:lnTo>
                <a:lnTo>
                  <a:pt x="1003" y="122"/>
                </a:lnTo>
                <a:lnTo>
                  <a:pt x="1003" y="123"/>
                </a:lnTo>
                <a:lnTo>
                  <a:pt x="1003" y="124"/>
                </a:lnTo>
                <a:lnTo>
                  <a:pt x="1002" y="124"/>
                </a:lnTo>
                <a:lnTo>
                  <a:pt x="1001" y="125"/>
                </a:lnTo>
                <a:lnTo>
                  <a:pt x="1000" y="125"/>
                </a:lnTo>
                <a:lnTo>
                  <a:pt x="999" y="125"/>
                </a:lnTo>
                <a:lnTo>
                  <a:pt x="999" y="126"/>
                </a:lnTo>
                <a:lnTo>
                  <a:pt x="998" y="126"/>
                </a:lnTo>
                <a:lnTo>
                  <a:pt x="998" y="127"/>
                </a:lnTo>
                <a:lnTo>
                  <a:pt x="997" y="127"/>
                </a:lnTo>
                <a:lnTo>
                  <a:pt x="996" y="128"/>
                </a:lnTo>
                <a:lnTo>
                  <a:pt x="996" y="129"/>
                </a:lnTo>
                <a:lnTo>
                  <a:pt x="997" y="129"/>
                </a:lnTo>
                <a:lnTo>
                  <a:pt x="997" y="130"/>
                </a:lnTo>
                <a:lnTo>
                  <a:pt x="998" y="130"/>
                </a:lnTo>
                <a:lnTo>
                  <a:pt x="998" y="131"/>
                </a:lnTo>
                <a:lnTo>
                  <a:pt x="999" y="131"/>
                </a:lnTo>
                <a:lnTo>
                  <a:pt x="999" y="132"/>
                </a:lnTo>
                <a:lnTo>
                  <a:pt x="999" y="133"/>
                </a:lnTo>
                <a:lnTo>
                  <a:pt x="1000" y="133"/>
                </a:lnTo>
                <a:lnTo>
                  <a:pt x="1000" y="134"/>
                </a:lnTo>
                <a:lnTo>
                  <a:pt x="1001" y="135"/>
                </a:lnTo>
                <a:lnTo>
                  <a:pt x="1001" y="136"/>
                </a:lnTo>
                <a:lnTo>
                  <a:pt x="1001" y="137"/>
                </a:lnTo>
                <a:lnTo>
                  <a:pt x="1001" y="138"/>
                </a:lnTo>
                <a:lnTo>
                  <a:pt x="1002" y="138"/>
                </a:lnTo>
                <a:lnTo>
                  <a:pt x="1003" y="138"/>
                </a:lnTo>
                <a:lnTo>
                  <a:pt x="1004" y="138"/>
                </a:lnTo>
                <a:lnTo>
                  <a:pt x="1004" y="139"/>
                </a:lnTo>
                <a:lnTo>
                  <a:pt x="1005" y="140"/>
                </a:lnTo>
                <a:lnTo>
                  <a:pt x="1006" y="139"/>
                </a:lnTo>
                <a:lnTo>
                  <a:pt x="1007" y="139"/>
                </a:lnTo>
                <a:lnTo>
                  <a:pt x="1008" y="140"/>
                </a:lnTo>
                <a:lnTo>
                  <a:pt x="1009" y="140"/>
                </a:lnTo>
                <a:lnTo>
                  <a:pt x="1009" y="141"/>
                </a:lnTo>
                <a:lnTo>
                  <a:pt x="1008" y="141"/>
                </a:lnTo>
                <a:lnTo>
                  <a:pt x="1008" y="142"/>
                </a:lnTo>
                <a:lnTo>
                  <a:pt x="1009" y="142"/>
                </a:lnTo>
                <a:lnTo>
                  <a:pt x="1009" y="143"/>
                </a:lnTo>
                <a:lnTo>
                  <a:pt x="1009" y="144"/>
                </a:lnTo>
                <a:lnTo>
                  <a:pt x="1009" y="145"/>
                </a:lnTo>
                <a:lnTo>
                  <a:pt x="1008" y="145"/>
                </a:lnTo>
                <a:lnTo>
                  <a:pt x="1009" y="145"/>
                </a:lnTo>
                <a:lnTo>
                  <a:pt x="1009" y="146"/>
                </a:lnTo>
                <a:lnTo>
                  <a:pt x="1008" y="146"/>
                </a:lnTo>
                <a:lnTo>
                  <a:pt x="1007" y="146"/>
                </a:lnTo>
                <a:lnTo>
                  <a:pt x="1008" y="146"/>
                </a:lnTo>
                <a:lnTo>
                  <a:pt x="1008" y="147"/>
                </a:lnTo>
                <a:lnTo>
                  <a:pt x="1008" y="148"/>
                </a:lnTo>
                <a:lnTo>
                  <a:pt x="1008" y="149"/>
                </a:lnTo>
                <a:lnTo>
                  <a:pt x="1008" y="150"/>
                </a:lnTo>
                <a:lnTo>
                  <a:pt x="1007" y="150"/>
                </a:lnTo>
                <a:lnTo>
                  <a:pt x="1006" y="150"/>
                </a:lnTo>
                <a:lnTo>
                  <a:pt x="1006" y="151"/>
                </a:lnTo>
                <a:lnTo>
                  <a:pt x="1007" y="151"/>
                </a:lnTo>
                <a:lnTo>
                  <a:pt x="1007" y="152"/>
                </a:lnTo>
                <a:lnTo>
                  <a:pt x="1007" y="153"/>
                </a:lnTo>
                <a:lnTo>
                  <a:pt x="1007" y="154"/>
                </a:lnTo>
                <a:lnTo>
                  <a:pt x="1006" y="155"/>
                </a:lnTo>
                <a:lnTo>
                  <a:pt x="1006" y="156"/>
                </a:lnTo>
                <a:lnTo>
                  <a:pt x="1007" y="156"/>
                </a:lnTo>
                <a:lnTo>
                  <a:pt x="1007" y="157"/>
                </a:lnTo>
                <a:lnTo>
                  <a:pt x="1006" y="157"/>
                </a:lnTo>
                <a:lnTo>
                  <a:pt x="1006" y="158"/>
                </a:lnTo>
                <a:lnTo>
                  <a:pt x="1006" y="159"/>
                </a:lnTo>
                <a:lnTo>
                  <a:pt x="1006" y="160"/>
                </a:lnTo>
                <a:lnTo>
                  <a:pt x="1007" y="160"/>
                </a:lnTo>
                <a:lnTo>
                  <a:pt x="1008" y="161"/>
                </a:lnTo>
                <a:lnTo>
                  <a:pt x="1008" y="162"/>
                </a:lnTo>
                <a:lnTo>
                  <a:pt x="1008" y="163"/>
                </a:lnTo>
                <a:lnTo>
                  <a:pt x="1009" y="162"/>
                </a:lnTo>
                <a:lnTo>
                  <a:pt x="1010" y="162"/>
                </a:lnTo>
                <a:lnTo>
                  <a:pt x="1011" y="163"/>
                </a:lnTo>
                <a:lnTo>
                  <a:pt x="1012" y="163"/>
                </a:lnTo>
                <a:lnTo>
                  <a:pt x="1011" y="163"/>
                </a:lnTo>
                <a:lnTo>
                  <a:pt x="1011" y="164"/>
                </a:lnTo>
                <a:lnTo>
                  <a:pt x="1013" y="164"/>
                </a:lnTo>
                <a:lnTo>
                  <a:pt x="1013" y="163"/>
                </a:lnTo>
                <a:lnTo>
                  <a:pt x="1014" y="163"/>
                </a:lnTo>
                <a:lnTo>
                  <a:pt x="1014" y="164"/>
                </a:lnTo>
                <a:lnTo>
                  <a:pt x="1014" y="163"/>
                </a:lnTo>
                <a:lnTo>
                  <a:pt x="1015" y="163"/>
                </a:lnTo>
                <a:lnTo>
                  <a:pt x="1016" y="163"/>
                </a:lnTo>
                <a:lnTo>
                  <a:pt x="1016" y="162"/>
                </a:lnTo>
                <a:lnTo>
                  <a:pt x="1017" y="162"/>
                </a:lnTo>
                <a:lnTo>
                  <a:pt x="1018" y="162"/>
                </a:lnTo>
                <a:lnTo>
                  <a:pt x="1018" y="161"/>
                </a:lnTo>
                <a:lnTo>
                  <a:pt x="1019" y="161"/>
                </a:lnTo>
                <a:lnTo>
                  <a:pt x="1019" y="160"/>
                </a:lnTo>
                <a:lnTo>
                  <a:pt x="1020" y="160"/>
                </a:lnTo>
                <a:lnTo>
                  <a:pt x="1021" y="161"/>
                </a:lnTo>
                <a:lnTo>
                  <a:pt x="1022" y="161"/>
                </a:lnTo>
                <a:lnTo>
                  <a:pt x="1023" y="162"/>
                </a:lnTo>
                <a:lnTo>
                  <a:pt x="1023" y="161"/>
                </a:lnTo>
                <a:lnTo>
                  <a:pt x="1024" y="161"/>
                </a:lnTo>
                <a:lnTo>
                  <a:pt x="1024" y="160"/>
                </a:lnTo>
                <a:lnTo>
                  <a:pt x="1025" y="160"/>
                </a:lnTo>
                <a:lnTo>
                  <a:pt x="1026" y="160"/>
                </a:lnTo>
                <a:lnTo>
                  <a:pt x="1027" y="160"/>
                </a:lnTo>
                <a:lnTo>
                  <a:pt x="1028" y="160"/>
                </a:lnTo>
                <a:lnTo>
                  <a:pt x="1028" y="161"/>
                </a:lnTo>
                <a:lnTo>
                  <a:pt x="1029" y="161"/>
                </a:lnTo>
                <a:lnTo>
                  <a:pt x="1029" y="162"/>
                </a:lnTo>
                <a:lnTo>
                  <a:pt x="1029" y="163"/>
                </a:lnTo>
                <a:lnTo>
                  <a:pt x="1029" y="164"/>
                </a:lnTo>
                <a:lnTo>
                  <a:pt x="1030" y="164"/>
                </a:lnTo>
                <a:lnTo>
                  <a:pt x="1029" y="164"/>
                </a:lnTo>
                <a:lnTo>
                  <a:pt x="1028" y="165"/>
                </a:lnTo>
                <a:lnTo>
                  <a:pt x="1029" y="165"/>
                </a:lnTo>
                <a:lnTo>
                  <a:pt x="1030" y="165"/>
                </a:lnTo>
                <a:lnTo>
                  <a:pt x="1031" y="165"/>
                </a:lnTo>
                <a:lnTo>
                  <a:pt x="1031" y="166"/>
                </a:lnTo>
                <a:lnTo>
                  <a:pt x="1032" y="166"/>
                </a:lnTo>
                <a:lnTo>
                  <a:pt x="1032" y="167"/>
                </a:lnTo>
                <a:lnTo>
                  <a:pt x="1031" y="167"/>
                </a:lnTo>
                <a:lnTo>
                  <a:pt x="1032" y="167"/>
                </a:lnTo>
                <a:lnTo>
                  <a:pt x="1032" y="168"/>
                </a:lnTo>
                <a:lnTo>
                  <a:pt x="1032" y="169"/>
                </a:lnTo>
                <a:lnTo>
                  <a:pt x="1032" y="170"/>
                </a:lnTo>
                <a:lnTo>
                  <a:pt x="1033" y="170"/>
                </a:lnTo>
                <a:lnTo>
                  <a:pt x="1034" y="170"/>
                </a:lnTo>
                <a:lnTo>
                  <a:pt x="1033" y="171"/>
                </a:lnTo>
                <a:lnTo>
                  <a:pt x="1032" y="171"/>
                </a:lnTo>
                <a:lnTo>
                  <a:pt x="1032" y="172"/>
                </a:lnTo>
                <a:lnTo>
                  <a:pt x="1031" y="172"/>
                </a:lnTo>
                <a:lnTo>
                  <a:pt x="1030" y="172"/>
                </a:lnTo>
                <a:lnTo>
                  <a:pt x="1030" y="173"/>
                </a:lnTo>
                <a:lnTo>
                  <a:pt x="1030" y="174"/>
                </a:lnTo>
                <a:lnTo>
                  <a:pt x="1029" y="174"/>
                </a:lnTo>
                <a:lnTo>
                  <a:pt x="1029" y="175"/>
                </a:lnTo>
                <a:lnTo>
                  <a:pt x="1028" y="175"/>
                </a:lnTo>
                <a:lnTo>
                  <a:pt x="1028" y="176"/>
                </a:lnTo>
                <a:lnTo>
                  <a:pt x="1028" y="177"/>
                </a:lnTo>
                <a:lnTo>
                  <a:pt x="1028" y="178"/>
                </a:lnTo>
                <a:lnTo>
                  <a:pt x="1027" y="178"/>
                </a:lnTo>
                <a:lnTo>
                  <a:pt x="1026" y="178"/>
                </a:lnTo>
                <a:lnTo>
                  <a:pt x="1025" y="177"/>
                </a:lnTo>
                <a:lnTo>
                  <a:pt x="1024" y="178"/>
                </a:lnTo>
                <a:lnTo>
                  <a:pt x="1023" y="178"/>
                </a:lnTo>
                <a:lnTo>
                  <a:pt x="1023" y="179"/>
                </a:lnTo>
                <a:lnTo>
                  <a:pt x="1022" y="179"/>
                </a:lnTo>
                <a:lnTo>
                  <a:pt x="1021" y="179"/>
                </a:lnTo>
                <a:lnTo>
                  <a:pt x="1021" y="180"/>
                </a:lnTo>
                <a:lnTo>
                  <a:pt x="1021" y="181"/>
                </a:lnTo>
                <a:lnTo>
                  <a:pt x="1022" y="181"/>
                </a:lnTo>
                <a:lnTo>
                  <a:pt x="1021" y="181"/>
                </a:lnTo>
                <a:lnTo>
                  <a:pt x="1020" y="182"/>
                </a:lnTo>
                <a:lnTo>
                  <a:pt x="1021" y="182"/>
                </a:lnTo>
                <a:lnTo>
                  <a:pt x="1021" y="183"/>
                </a:lnTo>
                <a:lnTo>
                  <a:pt x="1022" y="183"/>
                </a:lnTo>
                <a:lnTo>
                  <a:pt x="1022" y="184"/>
                </a:lnTo>
                <a:lnTo>
                  <a:pt x="1021" y="185"/>
                </a:lnTo>
                <a:lnTo>
                  <a:pt x="1021" y="186"/>
                </a:lnTo>
                <a:lnTo>
                  <a:pt x="1021" y="187"/>
                </a:lnTo>
                <a:lnTo>
                  <a:pt x="1022" y="187"/>
                </a:lnTo>
                <a:lnTo>
                  <a:pt x="1022" y="188"/>
                </a:lnTo>
                <a:lnTo>
                  <a:pt x="1023" y="188"/>
                </a:lnTo>
                <a:lnTo>
                  <a:pt x="1025" y="188"/>
                </a:lnTo>
                <a:lnTo>
                  <a:pt x="1025" y="189"/>
                </a:lnTo>
                <a:lnTo>
                  <a:pt x="1025" y="188"/>
                </a:lnTo>
                <a:lnTo>
                  <a:pt x="1026" y="188"/>
                </a:lnTo>
                <a:lnTo>
                  <a:pt x="1026" y="189"/>
                </a:lnTo>
                <a:lnTo>
                  <a:pt x="1027" y="190"/>
                </a:lnTo>
                <a:lnTo>
                  <a:pt x="1027" y="191"/>
                </a:lnTo>
                <a:lnTo>
                  <a:pt x="1027" y="192"/>
                </a:lnTo>
                <a:lnTo>
                  <a:pt x="1026" y="192"/>
                </a:lnTo>
                <a:lnTo>
                  <a:pt x="1026" y="193"/>
                </a:lnTo>
                <a:lnTo>
                  <a:pt x="1025" y="193"/>
                </a:lnTo>
                <a:lnTo>
                  <a:pt x="1025" y="194"/>
                </a:lnTo>
                <a:lnTo>
                  <a:pt x="1026" y="194"/>
                </a:lnTo>
                <a:lnTo>
                  <a:pt x="1026" y="195"/>
                </a:lnTo>
                <a:lnTo>
                  <a:pt x="1025" y="195"/>
                </a:lnTo>
                <a:lnTo>
                  <a:pt x="1026" y="196"/>
                </a:lnTo>
                <a:lnTo>
                  <a:pt x="1027" y="196"/>
                </a:lnTo>
                <a:lnTo>
                  <a:pt x="1028" y="197"/>
                </a:lnTo>
                <a:lnTo>
                  <a:pt x="1029" y="198"/>
                </a:lnTo>
                <a:lnTo>
                  <a:pt x="1028" y="198"/>
                </a:lnTo>
                <a:lnTo>
                  <a:pt x="1028" y="199"/>
                </a:lnTo>
                <a:lnTo>
                  <a:pt x="1029" y="199"/>
                </a:lnTo>
                <a:lnTo>
                  <a:pt x="1029" y="200"/>
                </a:lnTo>
                <a:lnTo>
                  <a:pt x="1028" y="200"/>
                </a:lnTo>
                <a:lnTo>
                  <a:pt x="1029" y="200"/>
                </a:lnTo>
                <a:lnTo>
                  <a:pt x="1029" y="201"/>
                </a:lnTo>
                <a:lnTo>
                  <a:pt x="1028" y="202"/>
                </a:lnTo>
                <a:lnTo>
                  <a:pt x="1028" y="203"/>
                </a:lnTo>
                <a:lnTo>
                  <a:pt x="1029" y="203"/>
                </a:lnTo>
                <a:lnTo>
                  <a:pt x="1029" y="204"/>
                </a:lnTo>
                <a:lnTo>
                  <a:pt x="1029" y="205"/>
                </a:lnTo>
                <a:lnTo>
                  <a:pt x="1028" y="205"/>
                </a:lnTo>
                <a:lnTo>
                  <a:pt x="1028" y="206"/>
                </a:lnTo>
                <a:lnTo>
                  <a:pt x="1029" y="206"/>
                </a:lnTo>
                <a:lnTo>
                  <a:pt x="1029" y="207"/>
                </a:lnTo>
                <a:lnTo>
                  <a:pt x="1030" y="207"/>
                </a:lnTo>
                <a:lnTo>
                  <a:pt x="1029" y="207"/>
                </a:lnTo>
                <a:lnTo>
                  <a:pt x="1029" y="208"/>
                </a:lnTo>
                <a:lnTo>
                  <a:pt x="1029" y="209"/>
                </a:lnTo>
                <a:lnTo>
                  <a:pt x="1029" y="210"/>
                </a:lnTo>
                <a:lnTo>
                  <a:pt x="1029" y="211"/>
                </a:lnTo>
                <a:lnTo>
                  <a:pt x="1028" y="212"/>
                </a:lnTo>
                <a:lnTo>
                  <a:pt x="1028" y="213"/>
                </a:lnTo>
                <a:lnTo>
                  <a:pt x="1027" y="213"/>
                </a:lnTo>
                <a:lnTo>
                  <a:pt x="1027" y="214"/>
                </a:lnTo>
                <a:lnTo>
                  <a:pt x="1028" y="214"/>
                </a:lnTo>
                <a:lnTo>
                  <a:pt x="1029" y="214"/>
                </a:lnTo>
                <a:lnTo>
                  <a:pt x="1030" y="215"/>
                </a:lnTo>
                <a:lnTo>
                  <a:pt x="1029" y="216"/>
                </a:lnTo>
                <a:lnTo>
                  <a:pt x="1030" y="217"/>
                </a:lnTo>
                <a:lnTo>
                  <a:pt x="1031" y="217"/>
                </a:lnTo>
                <a:lnTo>
                  <a:pt x="1032" y="217"/>
                </a:lnTo>
                <a:lnTo>
                  <a:pt x="1033" y="217"/>
                </a:lnTo>
                <a:lnTo>
                  <a:pt x="1033" y="219"/>
                </a:lnTo>
                <a:lnTo>
                  <a:pt x="1034" y="219"/>
                </a:lnTo>
                <a:lnTo>
                  <a:pt x="1034" y="220"/>
                </a:lnTo>
                <a:lnTo>
                  <a:pt x="1034" y="221"/>
                </a:lnTo>
                <a:lnTo>
                  <a:pt x="1033" y="221"/>
                </a:lnTo>
                <a:lnTo>
                  <a:pt x="1032" y="222"/>
                </a:lnTo>
                <a:lnTo>
                  <a:pt x="1032" y="223"/>
                </a:lnTo>
                <a:lnTo>
                  <a:pt x="1031" y="223"/>
                </a:lnTo>
                <a:lnTo>
                  <a:pt x="1030" y="223"/>
                </a:lnTo>
                <a:lnTo>
                  <a:pt x="1030" y="224"/>
                </a:lnTo>
                <a:lnTo>
                  <a:pt x="1030" y="225"/>
                </a:lnTo>
                <a:lnTo>
                  <a:pt x="1030" y="226"/>
                </a:lnTo>
                <a:lnTo>
                  <a:pt x="1031" y="227"/>
                </a:lnTo>
                <a:lnTo>
                  <a:pt x="1031" y="228"/>
                </a:lnTo>
                <a:lnTo>
                  <a:pt x="1030" y="228"/>
                </a:lnTo>
                <a:lnTo>
                  <a:pt x="1030" y="229"/>
                </a:lnTo>
                <a:lnTo>
                  <a:pt x="1030" y="230"/>
                </a:lnTo>
                <a:lnTo>
                  <a:pt x="1029" y="231"/>
                </a:lnTo>
                <a:lnTo>
                  <a:pt x="1030" y="232"/>
                </a:lnTo>
                <a:lnTo>
                  <a:pt x="1030" y="233"/>
                </a:lnTo>
                <a:lnTo>
                  <a:pt x="1029" y="233"/>
                </a:lnTo>
                <a:lnTo>
                  <a:pt x="1029" y="234"/>
                </a:lnTo>
                <a:lnTo>
                  <a:pt x="1028" y="234"/>
                </a:lnTo>
                <a:lnTo>
                  <a:pt x="1028" y="235"/>
                </a:lnTo>
                <a:lnTo>
                  <a:pt x="1029" y="235"/>
                </a:lnTo>
                <a:lnTo>
                  <a:pt x="1029" y="236"/>
                </a:lnTo>
                <a:lnTo>
                  <a:pt x="1029" y="237"/>
                </a:lnTo>
                <a:lnTo>
                  <a:pt x="1028" y="237"/>
                </a:lnTo>
                <a:lnTo>
                  <a:pt x="1028" y="238"/>
                </a:lnTo>
                <a:lnTo>
                  <a:pt x="1027" y="238"/>
                </a:lnTo>
                <a:lnTo>
                  <a:pt x="1026" y="238"/>
                </a:lnTo>
                <a:lnTo>
                  <a:pt x="1026" y="239"/>
                </a:lnTo>
                <a:lnTo>
                  <a:pt x="1026" y="238"/>
                </a:lnTo>
                <a:lnTo>
                  <a:pt x="1025" y="238"/>
                </a:lnTo>
                <a:lnTo>
                  <a:pt x="1024" y="238"/>
                </a:lnTo>
                <a:lnTo>
                  <a:pt x="1024" y="239"/>
                </a:lnTo>
                <a:lnTo>
                  <a:pt x="1023" y="239"/>
                </a:lnTo>
                <a:lnTo>
                  <a:pt x="1023" y="240"/>
                </a:lnTo>
                <a:lnTo>
                  <a:pt x="1023" y="241"/>
                </a:lnTo>
                <a:lnTo>
                  <a:pt x="1022" y="241"/>
                </a:lnTo>
                <a:lnTo>
                  <a:pt x="1020" y="241"/>
                </a:lnTo>
                <a:lnTo>
                  <a:pt x="1020" y="240"/>
                </a:lnTo>
                <a:lnTo>
                  <a:pt x="1019" y="240"/>
                </a:lnTo>
                <a:lnTo>
                  <a:pt x="1019" y="241"/>
                </a:lnTo>
                <a:lnTo>
                  <a:pt x="1018" y="241"/>
                </a:lnTo>
                <a:lnTo>
                  <a:pt x="1017" y="242"/>
                </a:lnTo>
                <a:lnTo>
                  <a:pt x="1017" y="243"/>
                </a:lnTo>
                <a:lnTo>
                  <a:pt x="1016" y="243"/>
                </a:lnTo>
                <a:lnTo>
                  <a:pt x="1016" y="244"/>
                </a:lnTo>
                <a:lnTo>
                  <a:pt x="1016" y="243"/>
                </a:lnTo>
                <a:lnTo>
                  <a:pt x="1015" y="243"/>
                </a:lnTo>
                <a:lnTo>
                  <a:pt x="1015" y="244"/>
                </a:lnTo>
                <a:lnTo>
                  <a:pt x="1014" y="244"/>
                </a:lnTo>
                <a:lnTo>
                  <a:pt x="1014" y="245"/>
                </a:lnTo>
                <a:lnTo>
                  <a:pt x="1014" y="246"/>
                </a:lnTo>
                <a:lnTo>
                  <a:pt x="1014" y="247"/>
                </a:lnTo>
                <a:lnTo>
                  <a:pt x="1014" y="248"/>
                </a:lnTo>
                <a:lnTo>
                  <a:pt x="1014" y="249"/>
                </a:lnTo>
                <a:lnTo>
                  <a:pt x="1013" y="249"/>
                </a:lnTo>
                <a:lnTo>
                  <a:pt x="1012" y="249"/>
                </a:lnTo>
                <a:lnTo>
                  <a:pt x="1013" y="250"/>
                </a:lnTo>
                <a:lnTo>
                  <a:pt x="1014" y="250"/>
                </a:lnTo>
                <a:lnTo>
                  <a:pt x="1014" y="251"/>
                </a:lnTo>
                <a:lnTo>
                  <a:pt x="1015" y="252"/>
                </a:lnTo>
                <a:lnTo>
                  <a:pt x="1015" y="253"/>
                </a:lnTo>
                <a:lnTo>
                  <a:pt x="1016" y="253"/>
                </a:lnTo>
                <a:lnTo>
                  <a:pt x="1016" y="254"/>
                </a:lnTo>
                <a:lnTo>
                  <a:pt x="1017" y="254"/>
                </a:lnTo>
                <a:lnTo>
                  <a:pt x="1017" y="255"/>
                </a:lnTo>
                <a:lnTo>
                  <a:pt x="1017" y="256"/>
                </a:lnTo>
                <a:lnTo>
                  <a:pt x="1017" y="257"/>
                </a:lnTo>
                <a:lnTo>
                  <a:pt x="1017" y="258"/>
                </a:lnTo>
                <a:lnTo>
                  <a:pt x="1018" y="258"/>
                </a:lnTo>
                <a:lnTo>
                  <a:pt x="1019" y="258"/>
                </a:lnTo>
                <a:lnTo>
                  <a:pt x="1020" y="259"/>
                </a:lnTo>
                <a:lnTo>
                  <a:pt x="1020" y="260"/>
                </a:lnTo>
                <a:lnTo>
                  <a:pt x="1020" y="261"/>
                </a:lnTo>
                <a:lnTo>
                  <a:pt x="1021" y="261"/>
                </a:lnTo>
                <a:lnTo>
                  <a:pt x="1022" y="262"/>
                </a:lnTo>
                <a:lnTo>
                  <a:pt x="1023" y="263"/>
                </a:lnTo>
                <a:lnTo>
                  <a:pt x="1024" y="263"/>
                </a:lnTo>
                <a:lnTo>
                  <a:pt x="1024" y="264"/>
                </a:lnTo>
                <a:lnTo>
                  <a:pt x="1024" y="265"/>
                </a:lnTo>
                <a:lnTo>
                  <a:pt x="1025" y="265"/>
                </a:lnTo>
                <a:lnTo>
                  <a:pt x="1026" y="266"/>
                </a:lnTo>
                <a:lnTo>
                  <a:pt x="1026" y="267"/>
                </a:lnTo>
                <a:lnTo>
                  <a:pt x="1027" y="267"/>
                </a:lnTo>
                <a:lnTo>
                  <a:pt x="1027" y="268"/>
                </a:lnTo>
                <a:lnTo>
                  <a:pt x="1028" y="268"/>
                </a:lnTo>
                <a:lnTo>
                  <a:pt x="1029" y="268"/>
                </a:lnTo>
                <a:lnTo>
                  <a:pt x="1030" y="268"/>
                </a:lnTo>
                <a:lnTo>
                  <a:pt x="1030" y="267"/>
                </a:lnTo>
                <a:lnTo>
                  <a:pt x="1031" y="267"/>
                </a:lnTo>
                <a:lnTo>
                  <a:pt x="1032" y="268"/>
                </a:lnTo>
                <a:lnTo>
                  <a:pt x="1032" y="269"/>
                </a:lnTo>
                <a:lnTo>
                  <a:pt x="1033" y="269"/>
                </a:lnTo>
                <a:lnTo>
                  <a:pt x="1033" y="270"/>
                </a:lnTo>
                <a:lnTo>
                  <a:pt x="1034" y="270"/>
                </a:lnTo>
                <a:lnTo>
                  <a:pt x="1034" y="271"/>
                </a:lnTo>
                <a:lnTo>
                  <a:pt x="1034" y="272"/>
                </a:lnTo>
                <a:lnTo>
                  <a:pt x="1035" y="272"/>
                </a:lnTo>
                <a:lnTo>
                  <a:pt x="1036" y="272"/>
                </a:lnTo>
                <a:lnTo>
                  <a:pt x="1036" y="273"/>
                </a:lnTo>
                <a:lnTo>
                  <a:pt x="1037" y="274"/>
                </a:lnTo>
                <a:lnTo>
                  <a:pt x="1038" y="273"/>
                </a:lnTo>
                <a:lnTo>
                  <a:pt x="1039" y="273"/>
                </a:lnTo>
                <a:lnTo>
                  <a:pt x="1039" y="274"/>
                </a:lnTo>
                <a:lnTo>
                  <a:pt x="1040" y="274"/>
                </a:lnTo>
                <a:lnTo>
                  <a:pt x="1040" y="275"/>
                </a:lnTo>
                <a:lnTo>
                  <a:pt x="1039" y="275"/>
                </a:lnTo>
                <a:lnTo>
                  <a:pt x="1039" y="276"/>
                </a:lnTo>
                <a:lnTo>
                  <a:pt x="1038" y="277"/>
                </a:lnTo>
                <a:lnTo>
                  <a:pt x="1038" y="278"/>
                </a:lnTo>
                <a:lnTo>
                  <a:pt x="1037" y="278"/>
                </a:lnTo>
                <a:lnTo>
                  <a:pt x="1037" y="279"/>
                </a:lnTo>
                <a:lnTo>
                  <a:pt x="1037" y="280"/>
                </a:lnTo>
                <a:lnTo>
                  <a:pt x="1037" y="281"/>
                </a:lnTo>
                <a:lnTo>
                  <a:pt x="1038" y="281"/>
                </a:lnTo>
                <a:lnTo>
                  <a:pt x="1038" y="280"/>
                </a:lnTo>
                <a:lnTo>
                  <a:pt x="1039" y="280"/>
                </a:lnTo>
                <a:lnTo>
                  <a:pt x="1040" y="280"/>
                </a:lnTo>
                <a:lnTo>
                  <a:pt x="1040" y="281"/>
                </a:lnTo>
                <a:lnTo>
                  <a:pt x="1042" y="281"/>
                </a:lnTo>
                <a:lnTo>
                  <a:pt x="1043" y="282"/>
                </a:lnTo>
                <a:lnTo>
                  <a:pt x="1044" y="282"/>
                </a:lnTo>
                <a:lnTo>
                  <a:pt x="1044" y="283"/>
                </a:lnTo>
                <a:lnTo>
                  <a:pt x="1044" y="284"/>
                </a:lnTo>
                <a:lnTo>
                  <a:pt x="1045" y="285"/>
                </a:lnTo>
                <a:lnTo>
                  <a:pt x="1046" y="285"/>
                </a:lnTo>
                <a:lnTo>
                  <a:pt x="1046" y="286"/>
                </a:lnTo>
                <a:lnTo>
                  <a:pt x="1046" y="287"/>
                </a:lnTo>
                <a:lnTo>
                  <a:pt x="1045" y="287"/>
                </a:lnTo>
                <a:lnTo>
                  <a:pt x="1045" y="288"/>
                </a:lnTo>
                <a:lnTo>
                  <a:pt x="1045" y="289"/>
                </a:lnTo>
                <a:lnTo>
                  <a:pt x="1046" y="289"/>
                </a:lnTo>
                <a:lnTo>
                  <a:pt x="1045" y="290"/>
                </a:lnTo>
                <a:lnTo>
                  <a:pt x="1045" y="291"/>
                </a:lnTo>
                <a:lnTo>
                  <a:pt x="1044" y="291"/>
                </a:lnTo>
                <a:lnTo>
                  <a:pt x="1044" y="292"/>
                </a:lnTo>
                <a:lnTo>
                  <a:pt x="1044" y="293"/>
                </a:lnTo>
                <a:lnTo>
                  <a:pt x="1044" y="294"/>
                </a:lnTo>
                <a:lnTo>
                  <a:pt x="1044" y="295"/>
                </a:lnTo>
                <a:lnTo>
                  <a:pt x="1044" y="296"/>
                </a:lnTo>
                <a:lnTo>
                  <a:pt x="1045" y="297"/>
                </a:lnTo>
                <a:lnTo>
                  <a:pt x="1046" y="298"/>
                </a:lnTo>
                <a:lnTo>
                  <a:pt x="1046" y="299"/>
                </a:lnTo>
                <a:lnTo>
                  <a:pt x="1046" y="300"/>
                </a:lnTo>
                <a:lnTo>
                  <a:pt x="1047" y="300"/>
                </a:lnTo>
                <a:lnTo>
                  <a:pt x="1048" y="300"/>
                </a:lnTo>
                <a:lnTo>
                  <a:pt x="1049" y="300"/>
                </a:lnTo>
                <a:lnTo>
                  <a:pt x="1050" y="300"/>
                </a:lnTo>
                <a:lnTo>
                  <a:pt x="1050" y="301"/>
                </a:lnTo>
                <a:lnTo>
                  <a:pt x="1051" y="301"/>
                </a:lnTo>
                <a:lnTo>
                  <a:pt x="1052" y="301"/>
                </a:lnTo>
                <a:lnTo>
                  <a:pt x="1052" y="302"/>
                </a:lnTo>
                <a:lnTo>
                  <a:pt x="1053" y="302"/>
                </a:lnTo>
                <a:lnTo>
                  <a:pt x="1053" y="303"/>
                </a:lnTo>
                <a:lnTo>
                  <a:pt x="1053" y="304"/>
                </a:lnTo>
                <a:lnTo>
                  <a:pt x="1053" y="305"/>
                </a:lnTo>
                <a:lnTo>
                  <a:pt x="1054" y="306"/>
                </a:lnTo>
                <a:lnTo>
                  <a:pt x="1053" y="307"/>
                </a:lnTo>
                <a:lnTo>
                  <a:pt x="1053" y="308"/>
                </a:lnTo>
                <a:lnTo>
                  <a:pt x="1054" y="308"/>
                </a:lnTo>
                <a:lnTo>
                  <a:pt x="1054" y="309"/>
                </a:lnTo>
                <a:lnTo>
                  <a:pt x="1055" y="309"/>
                </a:lnTo>
                <a:lnTo>
                  <a:pt x="1056" y="309"/>
                </a:lnTo>
                <a:lnTo>
                  <a:pt x="1057" y="309"/>
                </a:lnTo>
                <a:lnTo>
                  <a:pt x="1058" y="310"/>
                </a:lnTo>
                <a:lnTo>
                  <a:pt x="1059" y="310"/>
                </a:lnTo>
                <a:lnTo>
                  <a:pt x="1060" y="310"/>
                </a:lnTo>
                <a:lnTo>
                  <a:pt x="1060" y="311"/>
                </a:lnTo>
                <a:lnTo>
                  <a:pt x="1061" y="311"/>
                </a:lnTo>
                <a:lnTo>
                  <a:pt x="1062" y="311"/>
                </a:lnTo>
                <a:lnTo>
                  <a:pt x="1063" y="311"/>
                </a:lnTo>
                <a:lnTo>
                  <a:pt x="1063" y="312"/>
                </a:lnTo>
                <a:lnTo>
                  <a:pt x="1064" y="312"/>
                </a:lnTo>
                <a:lnTo>
                  <a:pt x="1064" y="311"/>
                </a:lnTo>
                <a:lnTo>
                  <a:pt x="1064" y="312"/>
                </a:lnTo>
                <a:lnTo>
                  <a:pt x="1064" y="311"/>
                </a:lnTo>
                <a:lnTo>
                  <a:pt x="1065" y="311"/>
                </a:lnTo>
                <a:lnTo>
                  <a:pt x="1065" y="312"/>
                </a:lnTo>
                <a:lnTo>
                  <a:pt x="1065" y="311"/>
                </a:lnTo>
                <a:lnTo>
                  <a:pt x="1066" y="311"/>
                </a:lnTo>
                <a:lnTo>
                  <a:pt x="1066" y="312"/>
                </a:lnTo>
                <a:lnTo>
                  <a:pt x="1067" y="312"/>
                </a:lnTo>
                <a:lnTo>
                  <a:pt x="1067" y="313"/>
                </a:lnTo>
                <a:lnTo>
                  <a:pt x="1068" y="313"/>
                </a:lnTo>
                <a:lnTo>
                  <a:pt x="1068" y="314"/>
                </a:lnTo>
                <a:lnTo>
                  <a:pt x="1069" y="315"/>
                </a:lnTo>
                <a:lnTo>
                  <a:pt x="1069" y="316"/>
                </a:lnTo>
                <a:lnTo>
                  <a:pt x="1070" y="316"/>
                </a:lnTo>
                <a:lnTo>
                  <a:pt x="1070" y="317"/>
                </a:lnTo>
                <a:lnTo>
                  <a:pt x="1071" y="318"/>
                </a:lnTo>
                <a:lnTo>
                  <a:pt x="1071" y="319"/>
                </a:lnTo>
                <a:lnTo>
                  <a:pt x="1072" y="319"/>
                </a:lnTo>
                <a:lnTo>
                  <a:pt x="1072" y="320"/>
                </a:lnTo>
                <a:lnTo>
                  <a:pt x="1073" y="320"/>
                </a:lnTo>
                <a:lnTo>
                  <a:pt x="1073" y="321"/>
                </a:lnTo>
                <a:lnTo>
                  <a:pt x="1074" y="322"/>
                </a:lnTo>
                <a:lnTo>
                  <a:pt x="1074" y="323"/>
                </a:lnTo>
                <a:lnTo>
                  <a:pt x="1075" y="323"/>
                </a:lnTo>
                <a:lnTo>
                  <a:pt x="1075" y="324"/>
                </a:lnTo>
                <a:lnTo>
                  <a:pt x="1075" y="325"/>
                </a:lnTo>
                <a:lnTo>
                  <a:pt x="1075" y="326"/>
                </a:lnTo>
                <a:lnTo>
                  <a:pt x="1076" y="326"/>
                </a:lnTo>
                <a:lnTo>
                  <a:pt x="1077" y="327"/>
                </a:lnTo>
                <a:lnTo>
                  <a:pt x="1078" y="327"/>
                </a:lnTo>
                <a:lnTo>
                  <a:pt x="1078" y="328"/>
                </a:lnTo>
                <a:lnTo>
                  <a:pt x="1079" y="328"/>
                </a:lnTo>
                <a:lnTo>
                  <a:pt x="1079" y="329"/>
                </a:lnTo>
                <a:lnTo>
                  <a:pt x="1080" y="329"/>
                </a:lnTo>
                <a:lnTo>
                  <a:pt x="1081" y="329"/>
                </a:lnTo>
                <a:lnTo>
                  <a:pt x="1081" y="330"/>
                </a:lnTo>
                <a:lnTo>
                  <a:pt x="1082" y="330"/>
                </a:lnTo>
                <a:lnTo>
                  <a:pt x="1082" y="329"/>
                </a:lnTo>
                <a:lnTo>
                  <a:pt x="1082" y="330"/>
                </a:lnTo>
                <a:lnTo>
                  <a:pt x="1083" y="329"/>
                </a:lnTo>
                <a:lnTo>
                  <a:pt x="1085" y="329"/>
                </a:lnTo>
                <a:lnTo>
                  <a:pt x="1086" y="329"/>
                </a:lnTo>
                <a:lnTo>
                  <a:pt x="1087" y="329"/>
                </a:lnTo>
                <a:lnTo>
                  <a:pt x="1088" y="329"/>
                </a:lnTo>
                <a:lnTo>
                  <a:pt x="1089" y="329"/>
                </a:lnTo>
                <a:lnTo>
                  <a:pt x="1090" y="329"/>
                </a:lnTo>
                <a:lnTo>
                  <a:pt x="1090" y="330"/>
                </a:lnTo>
                <a:lnTo>
                  <a:pt x="1091" y="330"/>
                </a:lnTo>
                <a:lnTo>
                  <a:pt x="1091" y="331"/>
                </a:lnTo>
                <a:lnTo>
                  <a:pt x="1092" y="331"/>
                </a:lnTo>
                <a:lnTo>
                  <a:pt x="1093" y="331"/>
                </a:lnTo>
                <a:lnTo>
                  <a:pt x="1094" y="331"/>
                </a:lnTo>
                <a:lnTo>
                  <a:pt x="1094" y="332"/>
                </a:lnTo>
                <a:lnTo>
                  <a:pt x="1095" y="332"/>
                </a:lnTo>
                <a:lnTo>
                  <a:pt x="1096" y="332"/>
                </a:lnTo>
                <a:lnTo>
                  <a:pt x="1096" y="333"/>
                </a:lnTo>
                <a:lnTo>
                  <a:pt x="1097" y="334"/>
                </a:lnTo>
                <a:lnTo>
                  <a:pt x="1098" y="335"/>
                </a:lnTo>
                <a:lnTo>
                  <a:pt x="1099" y="335"/>
                </a:lnTo>
                <a:lnTo>
                  <a:pt x="1100" y="336"/>
                </a:lnTo>
                <a:lnTo>
                  <a:pt x="1101" y="336"/>
                </a:lnTo>
                <a:lnTo>
                  <a:pt x="1101" y="337"/>
                </a:lnTo>
                <a:lnTo>
                  <a:pt x="1102" y="337"/>
                </a:lnTo>
                <a:lnTo>
                  <a:pt x="1102" y="338"/>
                </a:lnTo>
                <a:lnTo>
                  <a:pt x="1103" y="338"/>
                </a:lnTo>
                <a:lnTo>
                  <a:pt x="1104" y="339"/>
                </a:lnTo>
                <a:lnTo>
                  <a:pt x="1105" y="340"/>
                </a:lnTo>
                <a:lnTo>
                  <a:pt x="1106" y="341"/>
                </a:lnTo>
                <a:lnTo>
                  <a:pt x="1107" y="341"/>
                </a:lnTo>
                <a:lnTo>
                  <a:pt x="1108" y="341"/>
                </a:lnTo>
                <a:lnTo>
                  <a:pt x="1108" y="342"/>
                </a:lnTo>
                <a:lnTo>
                  <a:pt x="1109" y="342"/>
                </a:lnTo>
                <a:lnTo>
                  <a:pt x="1110" y="342"/>
                </a:lnTo>
                <a:lnTo>
                  <a:pt x="1111" y="342"/>
                </a:lnTo>
                <a:lnTo>
                  <a:pt x="1112" y="342"/>
                </a:lnTo>
                <a:lnTo>
                  <a:pt x="1113" y="342"/>
                </a:lnTo>
                <a:lnTo>
                  <a:pt x="1114" y="342"/>
                </a:lnTo>
                <a:lnTo>
                  <a:pt x="1115" y="342"/>
                </a:lnTo>
                <a:lnTo>
                  <a:pt x="1115" y="343"/>
                </a:lnTo>
                <a:lnTo>
                  <a:pt x="1116" y="344"/>
                </a:lnTo>
                <a:lnTo>
                  <a:pt x="1117" y="344"/>
                </a:lnTo>
                <a:lnTo>
                  <a:pt x="1118" y="344"/>
                </a:lnTo>
                <a:lnTo>
                  <a:pt x="1119" y="344"/>
                </a:lnTo>
                <a:lnTo>
                  <a:pt x="1120" y="344"/>
                </a:lnTo>
                <a:lnTo>
                  <a:pt x="1121" y="344"/>
                </a:lnTo>
                <a:lnTo>
                  <a:pt x="1121" y="345"/>
                </a:lnTo>
                <a:lnTo>
                  <a:pt x="1122" y="345"/>
                </a:lnTo>
                <a:lnTo>
                  <a:pt x="1122" y="344"/>
                </a:lnTo>
                <a:lnTo>
                  <a:pt x="1123" y="344"/>
                </a:lnTo>
                <a:lnTo>
                  <a:pt x="1124" y="344"/>
                </a:lnTo>
                <a:lnTo>
                  <a:pt x="1125" y="344"/>
                </a:lnTo>
                <a:lnTo>
                  <a:pt x="1125" y="345"/>
                </a:lnTo>
                <a:lnTo>
                  <a:pt x="1126" y="346"/>
                </a:lnTo>
                <a:lnTo>
                  <a:pt x="1126" y="347"/>
                </a:lnTo>
                <a:lnTo>
                  <a:pt x="1127" y="347"/>
                </a:lnTo>
                <a:lnTo>
                  <a:pt x="1127" y="346"/>
                </a:lnTo>
                <a:lnTo>
                  <a:pt x="1128" y="346"/>
                </a:lnTo>
                <a:lnTo>
                  <a:pt x="1128" y="345"/>
                </a:lnTo>
                <a:lnTo>
                  <a:pt x="1128" y="344"/>
                </a:lnTo>
                <a:lnTo>
                  <a:pt x="1129" y="344"/>
                </a:lnTo>
                <a:lnTo>
                  <a:pt x="1130" y="344"/>
                </a:lnTo>
                <a:lnTo>
                  <a:pt x="1131" y="344"/>
                </a:lnTo>
                <a:lnTo>
                  <a:pt x="1132" y="344"/>
                </a:lnTo>
                <a:lnTo>
                  <a:pt x="1133" y="344"/>
                </a:lnTo>
                <a:lnTo>
                  <a:pt x="1134" y="344"/>
                </a:lnTo>
                <a:lnTo>
                  <a:pt x="1135" y="344"/>
                </a:lnTo>
                <a:lnTo>
                  <a:pt x="1136" y="344"/>
                </a:lnTo>
                <a:lnTo>
                  <a:pt x="1137" y="344"/>
                </a:lnTo>
                <a:lnTo>
                  <a:pt x="1138" y="344"/>
                </a:lnTo>
                <a:lnTo>
                  <a:pt x="1138" y="345"/>
                </a:lnTo>
                <a:lnTo>
                  <a:pt x="1139" y="345"/>
                </a:lnTo>
                <a:lnTo>
                  <a:pt x="1138" y="345"/>
                </a:lnTo>
                <a:lnTo>
                  <a:pt x="1138" y="346"/>
                </a:lnTo>
                <a:lnTo>
                  <a:pt x="1139" y="346"/>
                </a:lnTo>
                <a:lnTo>
                  <a:pt x="1140" y="346"/>
                </a:lnTo>
                <a:lnTo>
                  <a:pt x="1140" y="345"/>
                </a:lnTo>
                <a:lnTo>
                  <a:pt x="1141" y="345"/>
                </a:lnTo>
                <a:lnTo>
                  <a:pt x="1142" y="345"/>
                </a:lnTo>
                <a:lnTo>
                  <a:pt x="1143" y="346"/>
                </a:lnTo>
                <a:lnTo>
                  <a:pt x="1144" y="346"/>
                </a:lnTo>
                <a:lnTo>
                  <a:pt x="1144" y="347"/>
                </a:lnTo>
                <a:lnTo>
                  <a:pt x="1145" y="347"/>
                </a:lnTo>
                <a:lnTo>
                  <a:pt x="1146" y="347"/>
                </a:lnTo>
                <a:lnTo>
                  <a:pt x="1146" y="348"/>
                </a:lnTo>
                <a:lnTo>
                  <a:pt x="1147" y="348"/>
                </a:lnTo>
                <a:lnTo>
                  <a:pt x="1148" y="349"/>
                </a:lnTo>
                <a:lnTo>
                  <a:pt x="1149" y="349"/>
                </a:lnTo>
                <a:lnTo>
                  <a:pt x="1149" y="348"/>
                </a:lnTo>
                <a:lnTo>
                  <a:pt x="1149" y="347"/>
                </a:lnTo>
                <a:lnTo>
                  <a:pt x="1150" y="347"/>
                </a:lnTo>
                <a:lnTo>
                  <a:pt x="1150" y="346"/>
                </a:lnTo>
                <a:lnTo>
                  <a:pt x="1150" y="345"/>
                </a:lnTo>
                <a:lnTo>
                  <a:pt x="1151" y="345"/>
                </a:lnTo>
                <a:lnTo>
                  <a:pt x="1151" y="344"/>
                </a:lnTo>
                <a:lnTo>
                  <a:pt x="1151" y="345"/>
                </a:lnTo>
                <a:lnTo>
                  <a:pt x="1152" y="345"/>
                </a:lnTo>
                <a:lnTo>
                  <a:pt x="1153" y="345"/>
                </a:lnTo>
                <a:lnTo>
                  <a:pt x="1153" y="344"/>
                </a:lnTo>
                <a:lnTo>
                  <a:pt x="1153" y="343"/>
                </a:lnTo>
                <a:lnTo>
                  <a:pt x="1154" y="343"/>
                </a:lnTo>
                <a:lnTo>
                  <a:pt x="1155" y="343"/>
                </a:lnTo>
                <a:lnTo>
                  <a:pt x="1156" y="343"/>
                </a:lnTo>
                <a:lnTo>
                  <a:pt x="1156" y="342"/>
                </a:lnTo>
                <a:lnTo>
                  <a:pt x="1157" y="342"/>
                </a:lnTo>
                <a:lnTo>
                  <a:pt x="1158" y="342"/>
                </a:lnTo>
                <a:lnTo>
                  <a:pt x="1159" y="342"/>
                </a:lnTo>
                <a:lnTo>
                  <a:pt x="1160" y="342"/>
                </a:lnTo>
                <a:lnTo>
                  <a:pt x="1160" y="343"/>
                </a:lnTo>
                <a:lnTo>
                  <a:pt x="1161" y="343"/>
                </a:lnTo>
                <a:lnTo>
                  <a:pt x="1162" y="343"/>
                </a:lnTo>
                <a:lnTo>
                  <a:pt x="1162" y="344"/>
                </a:lnTo>
                <a:lnTo>
                  <a:pt x="1163" y="344"/>
                </a:lnTo>
                <a:lnTo>
                  <a:pt x="1163" y="345"/>
                </a:lnTo>
                <a:lnTo>
                  <a:pt x="1164" y="345"/>
                </a:lnTo>
                <a:lnTo>
                  <a:pt x="1165" y="345"/>
                </a:lnTo>
                <a:lnTo>
                  <a:pt x="1166" y="345"/>
                </a:lnTo>
                <a:lnTo>
                  <a:pt x="1167" y="345"/>
                </a:lnTo>
                <a:lnTo>
                  <a:pt x="1167" y="346"/>
                </a:lnTo>
                <a:lnTo>
                  <a:pt x="1168" y="346"/>
                </a:lnTo>
                <a:lnTo>
                  <a:pt x="1169" y="346"/>
                </a:lnTo>
                <a:lnTo>
                  <a:pt x="1170" y="346"/>
                </a:lnTo>
                <a:lnTo>
                  <a:pt x="1170" y="347"/>
                </a:lnTo>
                <a:lnTo>
                  <a:pt x="1171" y="347"/>
                </a:lnTo>
                <a:lnTo>
                  <a:pt x="1171" y="348"/>
                </a:lnTo>
                <a:lnTo>
                  <a:pt x="1172" y="348"/>
                </a:lnTo>
                <a:lnTo>
                  <a:pt x="1173" y="348"/>
                </a:lnTo>
                <a:lnTo>
                  <a:pt x="1174" y="348"/>
                </a:lnTo>
                <a:lnTo>
                  <a:pt x="1174" y="349"/>
                </a:lnTo>
                <a:lnTo>
                  <a:pt x="1175" y="349"/>
                </a:lnTo>
                <a:lnTo>
                  <a:pt x="1177" y="349"/>
                </a:lnTo>
                <a:lnTo>
                  <a:pt x="1178" y="349"/>
                </a:lnTo>
                <a:lnTo>
                  <a:pt x="1178" y="348"/>
                </a:lnTo>
                <a:lnTo>
                  <a:pt x="1178" y="347"/>
                </a:lnTo>
                <a:lnTo>
                  <a:pt x="1179" y="347"/>
                </a:lnTo>
                <a:lnTo>
                  <a:pt x="1179" y="346"/>
                </a:lnTo>
                <a:lnTo>
                  <a:pt x="1180" y="346"/>
                </a:lnTo>
                <a:lnTo>
                  <a:pt x="1180" y="345"/>
                </a:lnTo>
                <a:lnTo>
                  <a:pt x="1181" y="345"/>
                </a:lnTo>
                <a:lnTo>
                  <a:pt x="1182" y="345"/>
                </a:lnTo>
                <a:lnTo>
                  <a:pt x="1182" y="346"/>
                </a:lnTo>
                <a:lnTo>
                  <a:pt x="1183" y="346"/>
                </a:lnTo>
                <a:lnTo>
                  <a:pt x="1184" y="346"/>
                </a:lnTo>
                <a:lnTo>
                  <a:pt x="1185" y="346"/>
                </a:lnTo>
                <a:lnTo>
                  <a:pt x="1186" y="347"/>
                </a:lnTo>
                <a:lnTo>
                  <a:pt x="1186" y="348"/>
                </a:lnTo>
                <a:lnTo>
                  <a:pt x="1187" y="348"/>
                </a:lnTo>
                <a:lnTo>
                  <a:pt x="1186" y="349"/>
                </a:lnTo>
                <a:lnTo>
                  <a:pt x="1186" y="350"/>
                </a:lnTo>
                <a:lnTo>
                  <a:pt x="1187" y="350"/>
                </a:lnTo>
                <a:lnTo>
                  <a:pt x="1187" y="351"/>
                </a:lnTo>
                <a:lnTo>
                  <a:pt x="1188" y="351"/>
                </a:lnTo>
                <a:lnTo>
                  <a:pt x="1189" y="351"/>
                </a:lnTo>
                <a:lnTo>
                  <a:pt x="1189" y="352"/>
                </a:lnTo>
                <a:lnTo>
                  <a:pt x="1190" y="352"/>
                </a:lnTo>
                <a:lnTo>
                  <a:pt x="1192" y="353"/>
                </a:lnTo>
                <a:lnTo>
                  <a:pt x="1193" y="354"/>
                </a:lnTo>
                <a:lnTo>
                  <a:pt x="1194" y="354"/>
                </a:lnTo>
                <a:lnTo>
                  <a:pt x="1195" y="354"/>
                </a:lnTo>
                <a:lnTo>
                  <a:pt x="1195" y="355"/>
                </a:lnTo>
                <a:lnTo>
                  <a:pt x="1196" y="355"/>
                </a:lnTo>
                <a:lnTo>
                  <a:pt x="1197" y="355"/>
                </a:lnTo>
                <a:lnTo>
                  <a:pt x="1197" y="356"/>
                </a:lnTo>
                <a:lnTo>
                  <a:pt x="1196" y="356"/>
                </a:lnTo>
                <a:lnTo>
                  <a:pt x="1197" y="356"/>
                </a:lnTo>
                <a:lnTo>
                  <a:pt x="1197" y="357"/>
                </a:lnTo>
                <a:lnTo>
                  <a:pt x="1198" y="357"/>
                </a:lnTo>
                <a:lnTo>
                  <a:pt x="1199" y="357"/>
                </a:lnTo>
                <a:lnTo>
                  <a:pt x="1200" y="358"/>
                </a:lnTo>
                <a:lnTo>
                  <a:pt x="1201" y="358"/>
                </a:lnTo>
                <a:lnTo>
                  <a:pt x="1202" y="358"/>
                </a:lnTo>
                <a:lnTo>
                  <a:pt x="1202" y="359"/>
                </a:lnTo>
                <a:lnTo>
                  <a:pt x="1203" y="359"/>
                </a:lnTo>
                <a:lnTo>
                  <a:pt x="1204" y="359"/>
                </a:lnTo>
                <a:lnTo>
                  <a:pt x="1204" y="360"/>
                </a:lnTo>
                <a:lnTo>
                  <a:pt x="1205" y="360"/>
                </a:lnTo>
                <a:lnTo>
                  <a:pt x="1206" y="360"/>
                </a:lnTo>
                <a:lnTo>
                  <a:pt x="1206" y="361"/>
                </a:lnTo>
                <a:lnTo>
                  <a:pt x="1207" y="362"/>
                </a:lnTo>
                <a:lnTo>
                  <a:pt x="1208" y="362"/>
                </a:lnTo>
                <a:lnTo>
                  <a:pt x="1209" y="362"/>
                </a:lnTo>
                <a:lnTo>
                  <a:pt x="1209" y="361"/>
                </a:lnTo>
                <a:lnTo>
                  <a:pt x="1210" y="361"/>
                </a:lnTo>
                <a:lnTo>
                  <a:pt x="1211" y="361"/>
                </a:lnTo>
                <a:lnTo>
                  <a:pt x="1211" y="362"/>
                </a:lnTo>
                <a:lnTo>
                  <a:pt x="1212" y="361"/>
                </a:lnTo>
                <a:lnTo>
                  <a:pt x="1212" y="362"/>
                </a:lnTo>
                <a:lnTo>
                  <a:pt x="1213" y="363"/>
                </a:lnTo>
                <a:lnTo>
                  <a:pt x="1213" y="364"/>
                </a:lnTo>
                <a:lnTo>
                  <a:pt x="1214" y="364"/>
                </a:lnTo>
                <a:lnTo>
                  <a:pt x="1214" y="365"/>
                </a:lnTo>
                <a:lnTo>
                  <a:pt x="1214" y="366"/>
                </a:lnTo>
                <a:lnTo>
                  <a:pt x="1215" y="366"/>
                </a:lnTo>
                <a:lnTo>
                  <a:pt x="1216" y="366"/>
                </a:lnTo>
                <a:lnTo>
                  <a:pt x="1217" y="366"/>
                </a:lnTo>
                <a:lnTo>
                  <a:pt x="1218" y="367"/>
                </a:lnTo>
                <a:lnTo>
                  <a:pt x="1217" y="367"/>
                </a:lnTo>
                <a:lnTo>
                  <a:pt x="1217" y="368"/>
                </a:lnTo>
                <a:lnTo>
                  <a:pt x="1218" y="368"/>
                </a:lnTo>
                <a:lnTo>
                  <a:pt x="1218" y="369"/>
                </a:lnTo>
                <a:lnTo>
                  <a:pt x="1219" y="369"/>
                </a:lnTo>
                <a:lnTo>
                  <a:pt x="1220" y="369"/>
                </a:lnTo>
                <a:lnTo>
                  <a:pt x="1220" y="370"/>
                </a:lnTo>
                <a:lnTo>
                  <a:pt x="1220" y="371"/>
                </a:lnTo>
                <a:lnTo>
                  <a:pt x="1221" y="371"/>
                </a:lnTo>
                <a:lnTo>
                  <a:pt x="1221" y="372"/>
                </a:lnTo>
                <a:lnTo>
                  <a:pt x="1221" y="373"/>
                </a:lnTo>
                <a:lnTo>
                  <a:pt x="1222" y="373"/>
                </a:lnTo>
                <a:lnTo>
                  <a:pt x="1222" y="374"/>
                </a:lnTo>
                <a:lnTo>
                  <a:pt x="1223" y="374"/>
                </a:lnTo>
                <a:lnTo>
                  <a:pt x="1223" y="375"/>
                </a:lnTo>
                <a:lnTo>
                  <a:pt x="1223" y="374"/>
                </a:lnTo>
                <a:lnTo>
                  <a:pt x="1224" y="374"/>
                </a:lnTo>
                <a:lnTo>
                  <a:pt x="1224" y="375"/>
                </a:lnTo>
                <a:lnTo>
                  <a:pt x="1224" y="374"/>
                </a:lnTo>
                <a:lnTo>
                  <a:pt x="1225" y="374"/>
                </a:lnTo>
                <a:lnTo>
                  <a:pt x="1226" y="374"/>
                </a:lnTo>
                <a:lnTo>
                  <a:pt x="1226" y="373"/>
                </a:lnTo>
                <a:lnTo>
                  <a:pt x="1227" y="373"/>
                </a:lnTo>
                <a:lnTo>
                  <a:pt x="1228" y="373"/>
                </a:lnTo>
                <a:lnTo>
                  <a:pt x="1228" y="374"/>
                </a:lnTo>
                <a:lnTo>
                  <a:pt x="1229" y="374"/>
                </a:lnTo>
                <a:lnTo>
                  <a:pt x="1229" y="373"/>
                </a:lnTo>
                <a:lnTo>
                  <a:pt x="1229" y="372"/>
                </a:lnTo>
                <a:lnTo>
                  <a:pt x="1229" y="371"/>
                </a:lnTo>
                <a:lnTo>
                  <a:pt x="1230" y="371"/>
                </a:lnTo>
                <a:lnTo>
                  <a:pt x="1230" y="370"/>
                </a:lnTo>
                <a:lnTo>
                  <a:pt x="1231" y="371"/>
                </a:lnTo>
                <a:lnTo>
                  <a:pt x="1232" y="371"/>
                </a:lnTo>
                <a:lnTo>
                  <a:pt x="1233" y="370"/>
                </a:lnTo>
                <a:lnTo>
                  <a:pt x="1233" y="371"/>
                </a:lnTo>
                <a:lnTo>
                  <a:pt x="1234" y="371"/>
                </a:lnTo>
                <a:lnTo>
                  <a:pt x="1236" y="371"/>
                </a:lnTo>
                <a:lnTo>
                  <a:pt x="1237" y="370"/>
                </a:lnTo>
                <a:lnTo>
                  <a:pt x="1237" y="369"/>
                </a:lnTo>
                <a:lnTo>
                  <a:pt x="1238" y="369"/>
                </a:lnTo>
                <a:lnTo>
                  <a:pt x="1239" y="368"/>
                </a:lnTo>
                <a:lnTo>
                  <a:pt x="1240" y="368"/>
                </a:lnTo>
                <a:lnTo>
                  <a:pt x="1240" y="369"/>
                </a:lnTo>
                <a:lnTo>
                  <a:pt x="1241" y="369"/>
                </a:lnTo>
                <a:lnTo>
                  <a:pt x="1242" y="369"/>
                </a:lnTo>
                <a:lnTo>
                  <a:pt x="1242" y="370"/>
                </a:lnTo>
                <a:lnTo>
                  <a:pt x="1243" y="370"/>
                </a:lnTo>
                <a:lnTo>
                  <a:pt x="1244" y="370"/>
                </a:lnTo>
                <a:lnTo>
                  <a:pt x="1245" y="370"/>
                </a:lnTo>
                <a:lnTo>
                  <a:pt x="1245" y="371"/>
                </a:lnTo>
                <a:lnTo>
                  <a:pt x="1246" y="371"/>
                </a:lnTo>
                <a:lnTo>
                  <a:pt x="1246" y="372"/>
                </a:lnTo>
                <a:lnTo>
                  <a:pt x="1247" y="372"/>
                </a:lnTo>
                <a:lnTo>
                  <a:pt x="1247" y="373"/>
                </a:lnTo>
                <a:lnTo>
                  <a:pt x="1247" y="374"/>
                </a:lnTo>
                <a:lnTo>
                  <a:pt x="1246" y="374"/>
                </a:lnTo>
                <a:lnTo>
                  <a:pt x="1246" y="375"/>
                </a:lnTo>
                <a:lnTo>
                  <a:pt x="1245" y="376"/>
                </a:lnTo>
                <a:lnTo>
                  <a:pt x="1244" y="376"/>
                </a:lnTo>
                <a:lnTo>
                  <a:pt x="1244" y="377"/>
                </a:lnTo>
                <a:lnTo>
                  <a:pt x="1245" y="377"/>
                </a:lnTo>
                <a:lnTo>
                  <a:pt x="1246" y="378"/>
                </a:lnTo>
                <a:lnTo>
                  <a:pt x="1246" y="379"/>
                </a:lnTo>
                <a:lnTo>
                  <a:pt x="1245" y="379"/>
                </a:lnTo>
                <a:lnTo>
                  <a:pt x="1245" y="380"/>
                </a:lnTo>
                <a:lnTo>
                  <a:pt x="1245" y="381"/>
                </a:lnTo>
                <a:lnTo>
                  <a:pt x="1245" y="382"/>
                </a:lnTo>
                <a:lnTo>
                  <a:pt x="1246" y="382"/>
                </a:lnTo>
                <a:lnTo>
                  <a:pt x="1246" y="383"/>
                </a:lnTo>
                <a:lnTo>
                  <a:pt x="1247" y="383"/>
                </a:lnTo>
                <a:lnTo>
                  <a:pt x="1248" y="383"/>
                </a:lnTo>
                <a:lnTo>
                  <a:pt x="1248" y="384"/>
                </a:lnTo>
                <a:lnTo>
                  <a:pt x="1249" y="384"/>
                </a:lnTo>
                <a:lnTo>
                  <a:pt x="1250" y="384"/>
                </a:lnTo>
                <a:lnTo>
                  <a:pt x="1250" y="385"/>
                </a:lnTo>
                <a:lnTo>
                  <a:pt x="1251" y="385"/>
                </a:lnTo>
                <a:lnTo>
                  <a:pt x="1251" y="384"/>
                </a:lnTo>
                <a:lnTo>
                  <a:pt x="1252" y="384"/>
                </a:lnTo>
                <a:lnTo>
                  <a:pt x="1253" y="383"/>
                </a:lnTo>
                <a:lnTo>
                  <a:pt x="1254" y="383"/>
                </a:lnTo>
                <a:lnTo>
                  <a:pt x="1254" y="382"/>
                </a:lnTo>
                <a:lnTo>
                  <a:pt x="1255" y="382"/>
                </a:lnTo>
                <a:lnTo>
                  <a:pt x="1256" y="382"/>
                </a:lnTo>
                <a:lnTo>
                  <a:pt x="1257" y="382"/>
                </a:lnTo>
                <a:lnTo>
                  <a:pt x="1257" y="383"/>
                </a:lnTo>
                <a:lnTo>
                  <a:pt x="1258" y="383"/>
                </a:lnTo>
                <a:lnTo>
                  <a:pt x="1259" y="383"/>
                </a:lnTo>
                <a:lnTo>
                  <a:pt x="1259" y="382"/>
                </a:lnTo>
                <a:lnTo>
                  <a:pt x="1259" y="381"/>
                </a:lnTo>
                <a:lnTo>
                  <a:pt x="1259" y="380"/>
                </a:lnTo>
                <a:lnTo>
                  <a:pt x="1260" y="381"/>
                </a:lnTo>
                <a:lnTo>
                  <a:pt x="1261" y="381"/>
                </a:lnTo>
                <a:lnTo>
                  <a:pt x="1262" y="382"/>
                </a:lnTo>
                <a:lnTo>
                  <a:pt x="1263" y="382"/>
                </a:lnTo>
                <a:lnTo>
                  <a:pt x="1264" y="382"/>
                </a:lnTo>
                <a:lnTo>
                  <a:pt x="1265" y="381"/>
                </a:lnTo>
                <a:lnTo>
                  <a:pt x="1266" y="381"/>
                </a:lnTo>
                <a:lnTo>
                  <a:pt x="1267" y="381"/>
                </a:lnTo>
                <a:lnTo>
                  <a:pt x="1267" y="380"/>
                </a:lnTo>
                <a:lnTo>
                  <a:pt x="1268" y="380"/>
                </a:lnTo>
                <a:lnTo>
                  <a:pt x="1268" y="381"/>
                </a:lnTo>
                <a:lnTo>
                  <a:pt x="1269" y="381"/>
                </a:lnTo>
                <a:lnTo>
                  <a:pt x="1269" y="382"/>
                </a:lnTo>
                <a:lnTo>
                  <a:pt x="1270" y="382"/>
                </a:lnTo>
                <a:lnTo>
                  <a:pt x="1270" y="383"/>
                </a:lnTo>
                <a:lnTo>
                  <a:pt x="1271" y="383"/>
                </a:lnTo>
                <a:lnTo>
                  <a:pt x="1271" y="382"/>
                </a:lnTo>
                <a:lnTo>
                  <a:pt x="1272" y="382"/>
                </a:lnTo>
                <a:lnTo>
                  <a:pt x="1272" y="383"/>
                </a:lnTo>
                <a:lnTo>
                  <a:pt x="1272" y="382"/>
                </a:lnTo>
                <a:lnTo>
                  <a:pt x="1273" y="383"/>
                </a:lnTo>
                <a:lnTo>
                  <a:pt x="1274" y="383"/>
                </a:lnTo>
                <a:lnTo>
                  <a:pt x="1275" y="383"/>
                </a:lnTo>
                <a:lnTo>
                  <a:pt x="1276" y="383"/>
                </a:lnTo>
                <a:lnTo>
                  <a:pt x="1277" y="383"/>
                </a:lnTo>
                <a:lnTo>
                  <a:pt x="1277" y="384"/>
                </a:lnTo>
                <a:lnTo>
                  <a:pt x="1278" y="384"/>
                </a:lnTo>
                <a:lnTo>
                  <a:pt x="1278" y="383"/>
                </a:lnTo>
                <a:lnTo>
                  <a:pt x="1279" y="383"/>
                </a:lnTo>
                <a:lnTo>
                  <a:pt x="1280" y="383"/>
                </a:lnTo>
                <a:lnTo>
                  <a:pt x="1281" y="383"/>
                </a:lnTo>
                <a:lnTo>
                  <a:pt x="1281" y="382"/>
                </a:lnTo>
                <a:lnTo>
                  <a:pt x="1281" y="383"/>
                </a:lnTo>
                <a:lnTo>
                  <a:pt x="1281" y="384"/>
                </a:lnTo>
                <a:lnTo>
                  <a:pt x="1282" y="384"/>
                </a:lnTo>
                <a:lnTo>
                  <a:pt x="1283" y="384"/>
                </a:lnTo>
                <a:lnTo>
                  <a:pt x="1284" y="384"/>
                </a:lnTo>
                <a:lnTo>
                  <a:pt x="1283" y="384"/>
                </a:lnTo>
                <a:lnTo>
                  <a:pt x="1284" y="385"/>
                </a:lnTo>
                <a:lnTo>
                  <a:pt x="1285" y="385"/>
                </a:lnTo>
                <a:lnTo>
                  <a:pt x="1286" y="384"/>
                </a:lnTo>
                <a:lnTo>
                  <a:pt x="1287" y="384"/>
                </a:lnTo>
                <a:lnTo>
                  <a:pt x="1287" y="383"/>
                </a:lnTo>
                <a:lnTo>
                  <a:pt x="1288" y="383"/>
                </a:lnTo>
                <a:lnTo>
                  <a:pt x="1288" y="382"/>
                </a:lnTo>
                <a:lnTo>
                  <a:pt x="1288" y="381"/>
                </a:lnTo>
                <a:lnTo>
                  <a:pt x="1289" y="380"/>
                </a:lnTo>
                <a:lnTo>
                  <a:pt x="1290" y="380"/>
                </a:lnTo>
                <a:lnTo>
                  <a:pt x="1290" y="381"/>
                </a:lnTo>
                <a:lnTo>
                  <a:pt x="1291" y="382"/>
                </a:lnTo>
                <a:lnTo>
                  <a:pt x="1292" y="382"/>
                </a:lnTo>
                <a:lnTo>
                  <a:pt x="1293" y="382"/>
                </a:lnTo>
                <a:lnTo>
                  <a:pt x="1294" y="383"/>
                </a:lnTo>
                <a:lnTo>
                  <a:pt x="1294" y="382"/>
                </a:lnTo>
                <a:lnTo>
                  <a:pt x="1295" y="382"/>
                </a:lnTo>
                <a:lnTo>
                  <a:pt x="1295" y="383"/>
                </a:lnTo>
                <a:lnTo>
                  <a:pt x="1296" y="383"/>
                </a:lnTo>
                <a:lnTo>
                  <a:pt x="1296" y="384"/>
                </a:lnTo>
                <a:lnTo>
                  <a:pt x="1297" y="384"/>
                </a:lnTo>
                <a:lnTo>
                  <a:pt x="1297" y="385"/>
                </a:lnTo>
                <a:lnTo>
                  <a:pt x="1298" y="385"/>
                </a:lnTo>
                <a:lnTo>
                  <a:pt x="1298" y="384"/>
                </a:lnTo>
                <a:lnTo>
                  <a:pt x="1299" y="384"/>
                </a:lnTo>
                <a:lnTo>
                  <a:pt x="1300" y="384"/>
                </a:lnTo>
                <a:lnTo>
                  <a:pt x="1301" y="384"/>
                </a:lnTo>
                <a:lnTo>
                  <a:pt x="1302" y="385"/>
                </a:lnTo>
                <a:lnTo>
                  <a:pt x="1303" y="386"/>
                </a:lnTo>
                <a:lnTo>
                  <a:pt x="1304" y="386"/>
                </a:lnTo>
                <a:lnTo>
                  <a:pt x="1305" y="387"/>
                </a:lnTo>
                <a:lnTo>
                  <a:pt x="1306" y="386"/>
                </a:lnTo>
                <a:lnTo>
                  <a:pt x="1307" y="386"/>
                </a:lnTo>
                <a:lnTo>
                  <a:pt x="1308" y="386"/>
                </a:lnTo>
                <a:lnTo>
                  <a:pt x="1309" y="386"/>
                </a:lnTo>
                <a:lnTo>
                  <a:pt x="1310" y="386"/>
                </a:lnTo>
                <a:lnTo>
                  <a:pt x="1311" y="385"/>
                </a:lnTo>
                <a:lnTo>
                  <a:pt x="1312" y="385"/>
                </a:lnTo>
                <a:lnTo>
                  <a:pt x="1313" y="385"/>
                </a:lnTo>
                <a:lnTo>
                  <a:pt x="1313" y="386"/>
                </a:lnTo>
                <a:lnTo>
                  <a:pt x="1314" y="386"/>
                </a:lnTo>
                <a:lnTo>
                  <a:pt x="1314" y="385"/>
                </a:lnTo>
                <a:lnTo>
                  <a:pt x="1315" y="385"/>
                </a:lnTo>
                <a:lnTo>
                  <a:pt x="1315" y="384"/>
                </a:lnTo>
                <a:lnTo>
                  <a:pt x="1316" y="384"/>
                </a:lnTo>
                <a:lnTo>
                  <a:pt x="1316" y="383"/>
                </a:lnTo>
                <a:lnTo>
                  <a:pt x="1317" y="383"/>
                </a:lnTo>
                <a:lnTo>
                  <a:pt x="1318" y="383"/>
                </a:lnTo>
                <a:lnTo>
                  <a:pt x="1319" y="383"/>
                </a:lnTo>
                <a:lnTo>
                  <a:pt x="1319" y="384"/>
                </a:lnTo>
                <a:lnTo>
                  <a:pt x="1319" y="385"/>
                </a:lnTo>
                <a:lnTo>
                  <a:pt x="1319" y="386"/>
                </a:lnTo>
                <a:lnTo>
                  <a:pt x="1319" y="387"/>
                </a:lnTo>
                <a:lnTo>
                  <a:pt x="1320" y="387"/>
                </a:lnTo>
                <a:lnTo>
                  <a:pt x="1321" y="387"/>
                </a:lnTo>
                <a:lnTo>
                  <a:pt x="1321" y="388"/>
                </a:lnTo>
                <a:lnTo>
                  <a:pt x="1321" y="389"/>
                </a:lnTo>
                <a:lnTo>
                  <a:pt x="1320" y="389"/>
                </a:lnTo>
                <a:lnTo>
                  <a:pt x="1320" y="390"/>
                </a:lnTo>
                <a:lnTo>
                  <a:pt x="1321" y="390"/>
                </a:lnTo>
                <a:lnTo>
                  <a:pt x="1321" y="391"/>
                </a:lnTo>
                <a:lnTo>
                  <a:pt x="1321" y="392"/>
                </a:lnTo>
                <a:lnTo>
                  <a:pt x="1322" y="392"/>
                </a:lnTo>
                <a:lnTo>
                  <a:pt x="1322" y="393"/>
                </a:lnTo>
                <a:lnTo>
                  <a:pt x="1322" y="394"/>
                </a:lnTo>
                <a:lnTo>
                  <a:pt x="1323" y="394"/>
                </a:lnTo>
                <a:lnTo>
                  <a:pt x="1324" y="394"/>
                </a:lnTo>
                <a:lnTo>
                  <a:pt x="1325" y="393"/>
                </a:lnTo>
                <a:lnTo>
                  <a:pt x="1326" y="393"/>
                </a:lnTo>
                <a:lnTo>
                  <a:pt x="1327" y="393"/>
                </a:lnTo>
                <a:lnTo>
                  <a:pt x="1327" y="392"/>
                </a:lnTo>
                <a:lnTo>
                  <a:pt x="1328" y="392"/>
                </a:lnTo>
                <a:lnTo>
                  <a:pt x="1328" y="393"/>
                </a:lnTo>
                <a:lnTo>
                  <a:pt x="1330" y="393"/>
                </a:lnTo>
                <a:lnTo>
                  <a:pt x="1331" y="393"/>
                </a:lnTo>
                <a:lnTo>
                  <a:pt x="1331" y="392"/>
                </a:lnTo>
                <a:lnTo>
                  <a:pt x="1331" y="391"/>
                </a:lnTo>
                <a:lnTo>
                  <a:pt x="1332" y="391"/>
                </a:lnTo>
                <a:lnTo>
                  <a:pt x="1332" y="390"/>
                </a:lnTo>
                <a:lnTo>
                  <a:pt x="1333" y="390"/>
                </a:lnTo>
                <a:lnTo>
                  <a:pt x="1334" y="390"/>
                </a:lnTo>
                <a:lnTo>
                  <a:pt x="1335" y="391"/>
                </a:lnTo>
                <a:lnTo>
                  <a:pt x="1336" y="391"/>
                </a:lnTo>
                <a:lnTo>
                  <a:pt x="1337" y="391"/>
                </a:lnTo>
                <a:lnTo>
                  <a:pt x="1338" y="391"/>
                </a:lnTo>
                <a:lnTo>
                  <a:pt x="1339" y="391"/>
                </a:lnTo>
                <a:lnTo>
                  <a:pt x="1340" y="391"/>
                </a:lnTo>
                <a:lnTo>
                  <a:pt x="1340" y="392"/>
                </a:lnTo>
                <a:lnTo>
                  <a:pt x="1339" y="392"/>
                </a:lnTo>
                <a:lnTo>
                  <a:pt x="1340" y="393"/>
                </a:lnTo>
                <a:lnTo>
                  <a:pt x="1340" y="394"/>
                </a:lnTo>
                <a:lnTo>
                  <a:pt x="1341" y="394"/>
                </a:lnTo>
                <a:lnTo>
                  <a:pt x="1341" y="395"/>
                </a:lnTo>
                <a:lnTo>
                  <a:pt x="1342" y="395"/>
                </a:lnTo>
                <a:lnTo>
                  <a:pt x="1343" y="395"/>
                </a:lnTo>
                <a:lnTo>
                  <a:pt x="1344" y="395"/>
                </a:lnTo>
                <a:lnTo>
                  <a:pt x="1344" y="396"/>
                </a:lnTo>
                <a:lnTo>
                  <a:pt x="1345" y="397"/>
                </a:lnTo>
                <a:lnTo>
                  <a:pt x="1345" y="398"/>
                </a:lnTo>
                <a:lnTo>
                  <a:pt x="1345" y="399"/>
                </a:lnTo>
                <a:lnTo>
                  <a:pt x="1345" y="400"/>
                </a:lnTo>
                <a:lnTo>
                  <a:pt x="1346" y="400"/>
                </a:lnTo>
                <a:lnTo>
                  <a:pt x="1347" y="400"/>
                </a:lnTo>
                <a:lnTo>
                  <a:pt x="1348" y="401"/>
                </a:lnTo>
                <a:lnTo>
                  <a:pt x="1349" y="401"/>
                </a:lnTo>
                <a:lnTo>
                  <a:pt x="1349" y="402"/>
                </a:lnTo>
                <a:lnTo>
                  <a:pt x="1350" y="402"/>
                </a:lnTo>
                <a:lnTo>
                  <a:pt x="1350" y="403"/>
                </a:lnTo>
                <a:lnTo>
                  <a:pt x="1351" y="403"/>
                </a:lnTo>
                <a:lnTo>
                  <a:pt x="1351" y="404"/>
                </a:lnTo>
                <a:lnTo>
                  <a:pt x="1351" y="405"/>
                </a:lnTo>
                <a:lnTo>
                  <a:pt x="1352" y="405"/>
                </a:lnTo>
                <a:lnTo>
                  <a:pt x="1352" y="404"/>
                </a:lnTo>
                <a:lnTo>
                  <a:pt x="1352" y="403"/>
                </a:lnTo>
                <a:lnTo>
                  <a:pt x="1353" y="403"/>
                </a:lnTo>
                <a:lnTo>
                  <a:pt x="1354" y="403"/>
                </a:lnTo>
                <a:lnTo>
                  <a:pt x="1354" y="402"/>
                </a:lnTo>
                <a:lnTo>
                  <a:pt x="1355" y="402"/>
                </a:lnTo>
                <a:lnTo>
                  <a:pt x="1356" y="402"/>
                </a:lnTo>
                <a:lnTo>
                  <a:pt x="1356" y="401"/>
                </a:lnTo>
                <a:lnTo>
                  <a:pt x="1357" y="401"/>
                </a:lnTo>
                <a:lnTo>
                  <a:pt x="1358" y="401"/>
                </a:lnTo>
                <a:lnTo>
                  <a:pt x="1359" y="402"/>
                </a:lnTo>
                <a:lnTo>
                  <a:pt x="1359" y="403"/>
                </a:lnTo>
                <a:lnTo>
                  <a:pt x="1359" y="404"/>
                </a:lnTo>
                <a:lnTo>
                  <a:pt x="1360" y="404"/>
                </a:lnTo>
                <a:lnTo>
                  <a:pt x="1359" y="405"/>
                </a:lnTo>
                <a:lnTo>
                  <a:pt x="1359" y="406"/>
                </a:lnTo>
                <a:lnTo>
                  <a:pt x="1360" y="406"/>
                </a:lnTo>
                <a:lnTo>
                  <a:pt x="1360" y="407"/>
                </a:lnTo>
                <a:lnTo>
                  <a:pt x="1361" y="407"/>
                </a:lnTo>
                <a:lnTo>
                  <a:pt x="1362" y="407"/>
                </a:lnTo>
                <a:lnTo>
                  <a:pt x="1362" y="408"/>
                </a:lnTo>
                <a:lnTo>
                  <a:pt x="1363" y="408"/>
                </a:lnTo>
                <a:lnTo>
                  <a:pt x="1363" y="409"/>
                </a:lnTo>
                <a:lnTo>
                  <a:pt x="1363" y="410"/>
                </a:lnTo>
                <a:lnTo>
                  <a:pt x="1364" y="410"/>
                </a:lnTo>
                <a:lnTo>
                  <a:pt x="1365" y="410"/>
                </a:lnTo>
                <a:lnTo>
                  <a:pt x="1365" y="409"/>
                </a:lnTo>
                <a:lnTo>
                  <a:pt x="1365" y="408"/>
                </a:lnTo>
                <a:lnTo>
                  <a:pt x="1366" y="408"/>
                </a:lnTo>
                <a:lnTo>
                  <a:pt x="1366" y="409"/>
                </a:lnTo>
                <a:lnTo>
                  <a:pt x="1367" y="409"/>
                </a:lnTo>
                <a:lnTo>
                  <a:pt x="1367" y="408"/>
                </a:lnTo>
                <a:lnTo>
                  <a:pt x="1368" y="408"/>
                </a:lnTo>
                <a:lnTo>
                  <a:pt x="1368" y="407"/>
                </a:lnTo>
                <a:lnTo>
                  <a:pt x="1369" y="407"/>
                </a:lnTo>
                <a:lnTo>
                  <a:pt x="1370" y="406"/>
                </a:lnTo>
                <a:lnTo>
                  <a:pt x="1371" y="406"/>
                </a:lnTo>
                <a:lnTo>
                  <a:pt x="1372" y="405"/>
                </a:lnTo>
                <a:lnTo>
                  <a:pt x="1373" y="405"/>
                </a:lnTo>
                <a:lnTo>
                  <a:pt x="1373" y="404"/>
                </a:lnTo>
                <a:lnTo>
                  <a:pt x="1373" y="403"/>
                </a:lnTo>
                <a:lnTo>
                  <a:pt x="1374" y="403"/>
                </a:lnTo>
                <a:lnTo>
                  <a:pt x="1373" y="403"/>
                </a:lnTo>
                <a:lnTo>
                  <a:pt x="1373" y="402"/>
                </a:lnTo>
                <a:lnTo>
                  <a:pt x="1374" y="402"/>
                </a:lnTo>
                <a:lnTo>
                  <a:pt x="1375" y="402"/>
                </a:lnTo>
                <a:lnTo>
                  <a:pt x="1375" y="400"/>
                </a:lnTo>
                <a:lnTo>
                  <a:pt x="1376" y="400"/>
                </a:lnTo>
                <a:lnTo>
                  <a:pt x="1377" y="400"/>
                </a:lnTo>
                <a:lnTo>
                  <a:pt x="1378" y="400"/>
                </a:lnTo>
                <a:lnTo>
                  <a:pt x="1379" y="400"/>
                </a:lnTo>
                <a:lnTo>
                  <a:pt x="1380" y="400"/>
                </a:lnTo>
                <a:lnTo>
                  <a:pt x="1380" y="399"/>
                </a:lnTo>
                <a:lnTo>
                  <a:pt x="1382" y="399"/>
                </a:lnTo>
                <a:lnTo>
                  <a:pt x="1382" y="400"/>
                </a:lnTo>
                <a:lnTo>
                  <a:pt x="1383" y="400"/>
                </a:lnTo>
                <a:lnTo>
                  <a:pt x="1384" y="400"/>
                </a:lnTo>
                <a:lnTo>
                  <a:pt x="1384" y="401"/>
                </a:lnTo>
                <a:lnTo>
                  <a:pt x="1385" y="401"/>
                </a:lnTo>
                <a:lnTo>
                  <a:pt x="1385" y="400"/>
                </a:lnTo>
                <a:lnTo>
                  <a:pt x="1386" y="400"/>
                </a:lnTo>
                <a:lnTo>
                  <a:pt x="1386" y="401"/>
                </a:lnTo>
                <a:lnTo>
                  <a:pt x="1387" y="401"/>
                </a:lnTo>
                <a:lnTo>
                  <a:pt x="1387" y="402"/>
                </a:lnTo>
                <a:lnTo>
                  <a:pt x="1388" y="402"/>
                </a:lnTo>
                <a:lnTo>
                  <a:pt x="1389" y="402"/>
                </a:lnTo>
                <a:lnTo>
                  <a:pt x="1391" y="402"/>
                </a:lnTo>
                <a:lnTo>
                  <a:pt x="1391" y="403"/>
                </a:lnTo>
                <a:lnTo>
                  <a:pt x="1391" y="404"/>
                </a:lnTo>
                <a:lnTo>
                  <a:pt x="1391" y="405"/>
                </a:lnTo>
                <a:lnTo>
                  <a:pt x="1393" y="406"/>
                </a:lnTo>
                <a:lnTo>
                  <a:pt x="1394" y="406"/>
                </a:lnTo>
                <a:lnTo>
                  <a:pt x="1394" y="407"/>
                </a:lnTo>
                <a:lnTo>
                  <a:pt x="1394" y="408"/>
                </a:lnTo>
                <a:lnTo>
                  <a:pt x="1393" y="408"/>
                </a:lnTo>
                <a:lnTo>
                  <a:pt x="1394" y="408"/>
                </a:lnTo>
                <a:lnTo>
                  <a:pt x="1394" y="409"/>
                </a:lnTo>
                <a:lnTo>
                  <a:pt x="1394" y="410"/>
                </a:lnTo>
                <a:lnTo>
                  <a:pt x="1394" y="411"/>
                </a:lnTo>
                <a:lnTo>
                  <a:pt x="1395" y="411"/>
                </a:lnTo>
                <a:lnTo>
                  <a:pt x="1395" y="410"/>
                </a:lnTo>
                <a:lnTo>
                  <a:pt x="1396" y="410"/>
                </a:lnTo>
                <a:lnTo>
                  <a:pt x="1397" y="410"/>
                </a:lnTo>
                <a:lnTo>
                  <a:pt x="1398" y="410"/>
                </a:lnTo>
                <a:lnTo>
                  <a:pt x="1398" y="411"/>
                </a:lnTo>
                <a:lnTo>
                  <a:pt x="1399" y="411"/>
                </a:lnTo>
                <a:lnTo>
                  <a:pt x="1399" y="410"/>
                </a:lnTo>
                <a:lnTo>
                  <a:pt x="1401" y="409"/>
                </a:lnTo>
                <a:lnTo>
                  <a:pt x="1402" y="409"/>
                </a:lnTo>
                <a:lnTo>
                  <a:pt x="1403" y="409"/>
                </a:lnTo>
                <a:lnTo>
                  <a:pt x="1404" y="409"/>
                </a:lnTo>
                <a:lnTo>
                  <a:pt x="1404" y="410"/>
                </a:lnTo>
                <a:lnTo>
                  <a:pt x="1405" y="411"/>
                </a:lnTo>
                <a:lnTo>
                  <a:pt x="1406" y="411"/>
                </a:lnTo>
                <a:lnTo>
                  <a:pt x="1407" y="411"/>
                </a:lnTo>
                <a:lnTo>
                  <a:pt x="1407" y="412"/>
                </a:lnTo>
                <a:lnTo>
                  <a:pt x="1408" y="412"/>
                </a:lnTo>
                <a:lnTo>
                  <a:pt x="1408" y="413"/>
                </a:lnTo>
                <a:lnTo>
                  <a:pt x="1410" y="413"/>
                </a:lnTo>
                <a:lnTo>
                  <a:pt x="1410" y="412"/>
                </a:lnTo>
                <a:lnTo>
                  <a:pt x="1411" y="411"/>
                </a:lnTo>
                <a:lnTo>
                  <a:pt x="1411" y="410"/>
                </a:lnTo>
                <a:lnTo>
                  <a:pt x="1412" y="410"/>
                </a:lnTo>
                <a:lnTo>
                  <a:pt x="1413" y="411"/>
                </a:lnTo>
                <a:lnTo>
                  <a:pt x="1414" y="411"/>
                </a:lnTo>
                <a:lnTo>
                  <a:pt x="1415" y="411"/>
                </a:lnTo>
                <a:lnTo>
                  <a:pt x="1416" y="412"/>
                </a:lnTo>
                <a:lnTo>
                  <a:pt x="1416" y="413"/>
                </a:lnTo>
                <a:lnTo>
                  <a:pt x="1417" y="413"/>
                </a:lnTo>
                <a:lnTo>
                  <a:pt x="1418" y="413"/>
                </a:lnTo>
                <a:lnTo>
                  <a:pt x="1418" y="414"/>
                </a:lnTo>
                <a:lnTo>
                  <a:pt x="1419" y="414"/>
                </a:lnTo>
                <a:lnTo>
                  <a:pt x="1420" y="414"/>
                </a:lnTo>
                <a:lnTo>
                  <a:pt x="1420" y="413"/>
                </a:lnTo>
                <a:lnTo>
                  <a:pt x="1421" y="413"/>
                </a:lnTo>
                <a:lnTo>
                  <a:pt x="1421" y="412"/>
                </a:lnTo>
                <a:lnTo>
                  <a:pt x="1422" y="412"/>
                </a:lnTo>
                <a:lnTo>
                  <a:pt x="1423" y="412"/>
                </a:lnTo>
                <a:lnTo>
                  <a:pt x="1423" y="411"/>
                </a:lnTo>
                <a:lnTo>
                  <a:pt x="1424" y="411"/>
                </a:lnTo>
                <a:lnTo>
                  <a:pt x="1424" y="410"/>
                </a:lnTo>
                <a:lnTo>
                  <a:pt x="1423" y="410"/>
                </a:lnTo>
                <a:lnTo>
                  <a:pt x="1423" y="409"/>
                </a:lnTo>
                <a:lnTo>
                  <a:pt x="1423" y="408"/>
                </a:lnTo>
                <a:lnTo>
                  <a:pt x="1423" y="407"/>
                </a:lnTo>
                <a:lnTo>
                  <a:pt x="1424" y="407"/>
                </a:lnTo>
                <a:lnTo>
                  <a:pt x="1425" y="406"/>
                </a:lnTo>
                <a:lnTo>
                  <a:pt x="1426" y="406"/>
                </a:lnTo>
                <a:lnTo>
                  <a:pt x="1427" y="406"/>
                </a:lnTo>
                <a:lnTo>
                  <a:pt x="1428" y="406"/>
                </a:lnTo>
                <a:lnTo>
                  <a:pt x="1429" y="406"/>
                </a:lnTo>
                <a:lnTo>
                  <a:pt x="1430" y="406"/>
                </a:lnTo>
                <a:lnTo>
                  <a:pt x="1431" y="406"/>
                </a:lnTo>
                <a:lnTo>
                  <a:pt x="1432" y="406"/>
                </a:lnTo>
                <a:lnTo>
                  <a:pt x="1433" y="407"/>
                </a:lnTo>
                <a:lnTo>
                  <a:pt x="1433" y="406"/>
                </a:lnTo>
                <a:lnTo>
                  <a:pt x="1433" y="405"/>
                </a:lnTo>
                <a:lnTo>
                  <a:pt x="1434" y="405"/>
                </a:lnTo>
                <a:lnTo>
                  <a:pt x="1435" y="405"/>
                </a:lnTo>
                <a:lnTo>
                  <a:pt x="1435" y="404"/>
                </a:lnTo>
                <a:lnTo>
                  <a:pt x="1436" y="404"/>
                </a:lnTo>
                <a:lnTo>
                  <a:pt x="1437" y="404"/>
                </a:lnTo>
                <a:lnTo>
                  <a:pt x="1438" y="404"/>
                </a:lnTo>
                <a:lnTo>
                  <a:pt x="1439" y="404"/>
                </a:lnTo>
                <a:lnTo>
                  <a:pt x="1439" y="405"/>
                </a:lnTo>
                <a:lnTo>
                  <a:pt x="1440" y="405"/>
                </a:lnTo>
                <a:lnTo>
                  <a:pt x="1440" y="404"/>
                </a:lnTo>
                <a:lnTo>
                  <a:pt x="1441" y="404"/>
                </a:lnTo>
                <a:lnTo>
                  <a:pt x="1441" y="403"/>
                </a:lnTo>
                <a:lnTo>
                  <a:pt x="1442" y="403"/>
                </a:lnTo>
                <a:lnTo>
                  <a:pt x="1442" y="402"/>
                </a:lnTo>
                <a:lnTo>
                  <a:pt x="1441" y="402"/>
                </a:lnTo>
                <a:lnTo>
                  <a:pt x="1441" y="401"/>
                </a:lnTo>
                <a:lnTo>
                  <a:pt x="1441" y="400"/>
                </a:lnTo>
                <a:lnTo>
                  <a:pt x="1442" y="400"/>
                </a:lnTo>
                <a:lnTo>
                  <a:pt x="1442" y="399"/>
                </a:lnTo>
                <a:lnTo>
                  <a:pt x="1442" y="398"/>
                </a:lnTo>
                <a:lnTo>
                  <a:pt x="1442" y="397"/>
                </a:lnTo>
                <a:lnTo>
                  <a:pt x="1443" y="397"/>
                </a:lnTo>
                <a:lnTo>
                  <a:pt x="1444" y="397"/>
                </a:lnTo>
                <a:lnTo>
                  <a:pt x="1444" y="398"/>
                </a:lnTo>
                <a:lnTo>
                  <a:pt x="1444" y="399"/>
                </a:lnTo>
                <a:lnTo>
                  <a:pt x="1445" y="400"/>
                </a:lnTo>
                <a:lnTo>
                  <a:pt x="1446" y="400"/>
                </a:lnTo>
                <a:lnTo>
                  <a:pt x="1446" y="401"/>
                </a:lnTo>
                <a:lnTo>
                  <a:pt x="1447" y="401"/>
                </a:lnTo>
                <a:lnTo>
                  <a:pt x="1447" y="400"/>
                </a:lnTo>
                <a:lnTo>
                  <a:pt x="1448" y="400"/>
                </a:lnTo>
                <a:lnTo>
                  <a:pt x="1449" y="400"/>
                </a:lnTo>
                <a:lnTo>
                  <a:pt x="1449" y="398"/>
                </a:lnTo>
                <a:lnTo>
                  <a:pt x="1449" y="397"/>
                </a:lnTo>
                <a:lnTo>
                  <a:pt x="1448" y="397"/>
                </a:lnTo>
                <a:lnTo>
                  <a:pt x="1449" y="397"/>
                </a:lnTo>
                <a:lnTo>
                  <a:pt x="1449" y="396"/>
                </a:lnTo>
                <a:lnTo>
                  <a:pt x="1450" y="396"/>
                </a:lnTo>
                <a:lnTo>
                  <a:pt x="1450" y="397"/>
                </a:lnTo>
                <a:lnTo>
                  <a:pt x="1451" y="397"/>
                </a:lnTo>
                <a:lnTo>
                  <a:pt x="1452" y="397"/>
                </a:lnTo>
                <a:lnTo>
                  <a:pt x="1453" y="397"/>
                </a:lnTo>
                <a:lnTo>
                  <a:pt x="1455" y="397"/>
                </a:lnTo>
                <a:lnTo>
                  <a:pt x="1456" y="397"/>
                </a:lnTo>
                <a:lnTo>
                  <a:pt x="1456" y="396"/>
                </a:lnTo>
                <a:lnTo>
                  <a:pt x="1457" y="396"/>
                </a:lnTo>
                <a:lnTo>
                  <a:pt x="1457" y="395"/>
                </a:lnTo>
                <a:lnTo>
                  <a:pt x="1458" y="394"/>
                </a:lnTo>
                <a:lnTo>
                  <a:pt x="1461" y="394"/>
                </a:lnTo>
                <a:lnTo>
                  <a:pt x="1460" y="393"/>
                </a:lnTo>
                <a:lnTo>
                  <a:pt x="1461" y="392"/>
                </a:lnTo>
                <a:lnTo>
                  <a:pt x="1461" y="391"/>
                </a:lnTo>
                <a:lnTo>
                  <a:pt x="1461" y="390"/>
                </a:lnTo>
                <a:lnTo>
                  <a:pt x="1462" y="390"/>
                </a:lnTo>
                <a:lnTo>
                  <a:pt x="1462" y="389"/>
                </a:lnTo>
                <a:lnTo>
                  <a:pt x="1462" y="390"/>
                </a:lnTo>
                <a:lnTo>
                  <a:pt x="1464" y="391"/>
                </a:lnTo>
                <a:lnTo>
                  <a:pt x="1464" y="392"/>
                </a:lnTo>
                <a:lnTo>
                  <a:pt x="1465" y="392"/>
                </a:lnTo>
                <a:lnTo>
                  <a:pt x="1465" y="393"/>
                </a:lnTo>
                <a:lnTo>
                  <a:pt x="1466" y="394"/>
                </a:lnTo>
                <a:lnTo>
                  <a:pt x="1467" y="394"/>
                </a:lnTo>
                <a:lnTo>
                  <a:pt x="1468" y="395"/>
                </a:lnTo>
                <a:lnTo>
                  <a:pt x="1469" y="395"/>
                </a:lnTo>
                <a:lnTo>
                  <a:pt x="1469" y="396"/>
                </a:lnTo>
                <a:lnTo>
                  <a:pt x="1469" y="397"/>
                </a:lnTo>
                <a:lnTo>
                  <a:pt x="1470" y="397"/>
                </a:lnTo>
                <a:lnTo>
                  <a:pt x="1471" y="397"/>
                </a:lnTo>
                <a:lnTo>
                  <a:pt x="1472" y="397"/>
                </a:lnTo>
                <a:lnTo>
                  <a:pt x="1472" y="398"/>
                </a:lnTo>
                <a:lnTo>
                  <a:pt x="1473" y="398"/>
                </a:lnTo>
                <a:lnTo>
                  <a:pt x="1473" y="399"/>
                </a:lnTo>
                <a:lnTo>
                  <a:pt x="1474" y="400"/>
                </a:lnTo>
                <a:lnTo>
                  <a:pt x="1474" y="401"/>
                </a:lnTo>
                <a:lnTo>
                  <a:pt x="1475" y="402"/>
                </a:lnTo>
                <a:lnTo>
                  <a:pt x="1477" y="402"/>
                </a:lnTo>
                <a:lnTo>
                  <a:pt x="1478" y="403"/>
                </a:lnTo>
                <a:lnTo>
                  <a:pt x="1478" y="404"/>
                </a:lnTo>
                <a:lnTo>
                  <a:pt x="1477" y="404"/>
                </a:lnTo>
                <a:lnTo>
                  <a:pt x="1476" y="404"/>
                </a:lnTo>
                <a:lnTo>
                  <a:pt x="1475" y="404"/>
                </a:lnTo>
                <a:lnTo>
                  <a:pt x="1476" y="405"/>
                </a:lnTo>
                <a:lnTo>
                  <a:pt x="1477" y="405"/>
                </a:lnTo>
                <a:lnTo>
                  <a:pt x="1478" y="405"/>
                </a:lnTo>
                <a:lnTo>
                  <a:pt x="1478" y="406"/>
                </a:lnTo>
                <a:lnTo>
                  <a:pt x="1478" y="407"/>
                </a:lnTo>
                <a:lnTo>
                  <a:pt x="1479" y="408"/>
                </a:lnTo>
                <a:lnTo>
                  <a:pt x="1480" y="408"/>
                </a:lnTo>
                <a:lnTo>
                  <a:pt x="1480" y="409"/>
                </a:lnTo>
                <a:lnTo>
                  <a:pt x="1481" y="409"/>
                </a:lnTo>
                <a:lnTo>
                  <a:pt x="1482" y="409"/>
                </a:lnTo>
                <a:lnTo>
                  <a:pt x="1483" y="409"/>
                </a:lnTo>
                <a:lnTo>
                  <a:pt x="1483" y="410"/>
                </a:lnTo>
                <a:lnTo>
                  <a:pt x="1484" y="411"/>
                </a:lnTo>
                <a:lnTo>
                  <a:pt x="1485" y="410"/>
                </a:lnTo>
                <a:lnTo>
                  <a:pt x="1486" y="410"/>
                </a:lnTo>
                <a:lnTo>
                  <a:pt x="1487" y="410"/>
                </a:lnTo>
                <a:lnTo>
                  <a:pt x="1488" y="411"/>
                </a:lnTo>
                <a:lnTo>
                  <a:pt x="1488" y="412"/>
                </a:lnTo>
                <a:lnTo>
                  <a:pt x="1489" y="412"/>
                </a:lnTo>
                <a:lnTo>
                  <a:pt x="1488" y="413"/>
                </a:lnTo>
                <a:lnTo>
                  <a:pt x="1489" y="414"/>
                </a:lnTo>
                <a:lnTo>
                  <a:pt x="1489" y="415"/>
                </a:lnTo>
                <a:lnTo>
                  <a:pt x="1489" y="416"/>
                </a:lnTo>
                <a:lnTo>
                  <a:pt x="1490" y="417"/>
                </a:lnTo>
                <a:lnTo>
                  <a:pt x="1491" y="417"/>
                </a:lnTo>
                <a:lnTo>
                  <a:pt x="1492" y="417"/>
                </a:lnTo>
                <a:lnTo>
                  <a:pt x="1493" y="416"/>
                </a:lnTo>
                <a:lnTo>
                  <a:pt x="1493" y="417"/>
                </a:lnTo>
                <a:lnTo>
                  <a:pt x="1494" y="417"/>
                </a:lnTo>
                <a:lnTo>
                  <a:pt x="1495" y="417"/>
                </a:lnTo>
                <a:lnTo>
                  <a:pt x="1496" y="416"/>
                </a:lnTo>
                <a:lnTo>
                  <a:pt x="1496" y="415"/>
                </a:lnTo>
                <a:lnTo>
                  <a:pt x="1497" y="416"/>
                </a:lnTo>
                <a:lnTo>
                  <a:pt x="1498" y="416"/>
                </a:lnTo>
                <a:lnTo>
                  <a:pt x="1498" y="417"/>
                </a:lnTo>
                <a:lnTo>
                  <a:pt x="1499" y="417"/>
                </a:lnTo>
                <a:lnTo>
                  <a:pt x="1500" y="417"/>
                </a:lnTo>
                <a:lnTo>
                  <a:pt x="1501" y="418"/>
                </a:lnTo>
                <a:lnTo>
                  <a:pt x="1502" y="418"/>
                </a:lnTo>
                <a:lnTo>
                  <a:pt x="1502" y="419"/>
                </a:lnTo>
                <a:lnTo>
                  <a:pt x="1503" y="419"/>
                </a:lnTo>
                <a:lnTo>
                  <a:pt x="1504" y="420"/>
                </a:lnTo>
                <a:lnTo>
                  <a:pt x="1504" y="419"/>
                </a:lnTo>
                <a:lnTo>
                  <a:pt x="1505" y="419"/>
                </a:lnTo>
                <a:lnTo>
                  <a:pt x="1506" y="419"/>
                </a:lnTo>
                <a:lnTo>
                  <a:pt x="1507" y="419"/>
                </a:lnTo>
                <a:lnTo>
                  <a:pt x="1508" y="419"/>
                </a:lnTo>
                <a:lnTo>
                  <a:pt x="1509" y="419"/>
                </a:lnTo>
                <a:lnTo>
                  <a:pt x="1509" y="418"/>
                </a:lnTo>
                <a:lnTo>
                  <a:pt x="1510" y="418"/>
                </a:lnTo>
                <a:lnTo>
                  <a:pt x="1510" y="417"/>
                </a:lnTo>
                <a:lnTo>
                  <a:pt x="1511" y="417"/>
                </a:lnTo>
                <a:lnTo>
                  <a:pt x="1511" y="418"/>
                </a:lnTo>
                <a:lnTo>
                  <a:pt x="1511" y="419"/>
                </a:lnTo>
                <a:lnTo>
                  <a:pt x="1512" y="419"/>
                </a:lnTo>
                <a:lnTo>
                  <a:pt x="1512" y="418"/>
                </a:lnTo>
                <a:lnTo>
                  <a:pt x="1513" y="418"/>
                </a:lnTo>
                <a:lnTo>
                  <a:pt x="1514" y="418"/>
                </a:lnTo>
                <a:lnTo>
                  <a:pt x="1514" y="419"/>
                </a:lnTo>
                <a:lnTo>
                  <a:pt x="1515" y="419"/>
                </a:lnTo>
                <a:lnTo>
                  <a:pt x="1516" y="419"/>
                </a:lnTo>
                <a:lnTo>
                  <a:pt x="1516" y="418"/>
                </a:lnTo>
                <a:lnTo>
                  <a:pt x="1517" y="418"/>
                </a:lnTo>
                <a:lnTo>
                  <a:pt x="1517" y="419"/>
                </a:lnTo>
                <a:lnTo>
                  <a:pt x="1517" y="420"/>
                </a:lnTo>
                <a:lnTo>
                  <a:pt x="1518" y="420"/>
                </a:lnTo>
                <a:lnTo>
                  <a:pt x="1518" y="421"/>
                </a:lnTo>
                <a:lnTo>
                  <a:pt x="1519" y="421"/>
                </a:lnTo>
                <a:lnTo>
                  <a:pt x="1519" y="422"/>
                </a:lnTo>
                <a:lnTo>
                  <a:pt x="1520" y="423"/>
                </a:lnTo>
                <a:lnTo>
                  <a:pt x="1519" y="423"/>
                </a:lnTo>
                <a:lnTo>
                  <a:pt x="1517" y="423"/>
                </a:lnTo>
                <a:lnTo>
                  <a:pt x="1516" y="424"/>
                </a:lnTo>
                <a:lnTo>
                  <a:pt x="1515" y="424"/>
                </a:lnTo>
                <a:lnTo>
                  <a:pt x="1514" y="425"/>
                </a:lnTo>
                <a:lnTo>
                  <a:pt x="1514" y="424"/>
                </a:lnTo>
                <a:lnTo>
                  <a:pt x="1513" y="424"/>
                </a:lnTo>
                <a:lnTo>
                  <a:pt x="1512" y="424"/>
                </a:lnTo>
                <a:lnTo>
                  <a:pt x="1512" y="425"/>
                </a:lnTo>
                <a:lnTo>
                  <a:pt x="1511" y="425"/>
                </a:lnTo>
                <a:lnTo>
                  <a:pt x="1511" y="424"/>
                </a:lnTo>
                <a:lnTo>
                  <a:pt x="1510" y="425"/>
                </a:lnTo>
                <a:lnTo>
                  <a:pt x="1509" y="425"/>
                </a:lnTo>
                <a:lnTo>
                  <a:pt x="1508" y="425"/>
                </a:lnTo>
                <a:lnTo>
                  <a:pt x="1507" y="425"/>
                </a:lnTo>
                <a:lnTo>
                  <a:pt x="1506" y="425"/>
                </a:lnTo>
                <a:lnTo>
                  <a:pt x="1506" y="426"/>
                </a:lnTo>
                <a:lnTo>
                  <a:pt x="1505" y="427"/>
                </a:lnTo>
                <a:lnTo>
                  <a:pt x="1505" y="428"/>
                </a:lnTo>
                <a:lnTo>
                  <a:pt x="1504" y="428"/>
                </a:lnTo>
                <a:lnTo>
                  <a:pt x="1504" y="429"/>
                </a:lnTo>
                <a:lnTo>
                  <a:pt x="1504" y="430"/>
                </a:lnTo>
                <a:lnTo>
                  <a:pt x="1505" y="430"/>
                </a:lnTo>
                <a:lnTo>
                  <a:pt x="1505" y="431"/>
                </a:lnTo>
                <a:lnTo>
                  <a:pt x="1506" y="431"/>
                </a:lnTo>
                <a:lnTo>
                  <a:pt x="1506" y="432"/>
                </a:lnTo>
                <a:lnTo>
                  <a:pt x="1507" y="432"/>
                </a:lnTo>
                <a:lnTo>
                  <a:pt x="1508" y="432"/>
                </a:lnTo>
                <a:lnTo>
                  <a:pt x="1508" y="431"/>
                </a:lnTo>
                <a:lnTo>
                  <a:pt x="1509" y="431"/>
                </a:lnTo>
                <a:lnTo>
                  <a:pt x="1509" y="430"/>
                </a:lnTo>
                <a:lnTo>
                  <a:pt x="1510" y="430"/>
                </a:lnTo>
                <a:lnTo>
                  <a:pt x="1511" y="430"/>
                </a:lnTo>
                <a:lnTo>
                  <a:pt x="1512" y="430"/>
                </a:lnTo>
                <a:lnTo>
                  <a:pt x="1513" y="430"/>
                </a:lnTo>
                <a:lnTo>
                  <a:pt x="1513" y="429"/>
                </a:lnTo>
                <a:lnTo>
                  <a:pt x="1514" y="429"/>
                </a:lnTo>
                <a:lnTo>
                  <a:pt x="1514" y="428"/>
                </a:lnTo>
                <a:lnTo>
                  <a:pt x="1514" y="429"/>
                </a:lnTo>
                <a:lnTo>
                  <a:pt x="1515" y="429"/>
                </a:lnTo>
                <a:lnTo>
                  <a:pt x="1515" y="428"/>
                </a:lnTo>
                <a:lnTo>
                  <a:pt x="1516" y="428"/>
                </a:lnTo>
                <a:lnTo>
                  <a:pt x="1516" y="427"/>
                </a:lnTo>
                <a:lnTo>
                  <a:pt x="1516" y="426"/>
                </a:lnTo>
                <a:lnTo>
                  <a:pt x="1516" y="425"/>
                </a:lnTo>
                <a:lnTo>
                  <a:pt x="1517" y="425"/>
                </a:lnTo>
                <a:lnTo>
                  <a:pt x="1517" y="426"/>
                </a:lnTo>
                <a:lnTo>
                  <a:pt x="1518" y="426"/>
                </a:lnTo>
                <a:lnTo>
                  <a:pt x="1519" y="426"/>
                </a:lnTo>
                <a:lnTo>
                  <a:pt x="1519" y="427"/>
                </a:lnTo>
                <a:lnTo>
                  <a:pt x="1519" y="428"/>
                </a:lnTo>
                <a:lnTo>
                  <a:pt x="1519" y="429"/>
                </a:lnTo>
                <a:lnTo>
                  <a:pt x="1519" y="430"/>
                </a:lnTo>
                <a:lnTo>
                  <a:pt x="1519" y="431"/>
                </a:lnTo>
                <a:lnTo>
                  <a:pt x="1520" y="432"/>
                </a:lnTo>
                <a:lnTo>
                  <a:pt x="1520" y="433"/>
                </a:lnTo>
                <a:lnTo>
                  <a:pt x="1520" y="434"/>
                </a:lnTo>
                <a:lnTo>
                  <a:pt x="1520" y="435"/>
                </a:lnTo>
                <a:lnTo>
                  <a:pt x="1521" y="436"/>
                </a:lnTo>
                <a:lnTo>
                  <a:pt x="1521" y="437"/>
                </a:lnTo>
                <a:lnTo>
                  <a:pt x="1522" y="437"/>
                </a:lnTo>
                <a:lnTo>
                  <a:pt x="1522" y="438"/>
                </a:lnTo>
                <a:lnTo>
                  <a:pt x="1521" y="438"/>
                </a:lnTo>
                <a:lnTo>
                  <a:pt x="1521" y="439"/>
                </a:lnTo>
                <a:lnTo>
                  <a:pt x="1522" y="439"/>
                </a:lnTo>
                <a:lnTo>
                  <a:pt x="1522" y="440"/>
                </a:lnTo>
                <a:lnTo>
                  <a:pt x="1523" y="440"/>
                </a:lnTo>
                <a:lnTo>
                  <a:pt x="1523" y="441"/>
                </a:lnTo>
                <a:lnTo>
                  <a:pt x="1524" y="441"/>
                </a:lnTo>
                <a:lnTo>
                  <a:pt x="1524" y="442"/>
                </a:lnTo>
                <a:lnTo>
                  <a:pt x="1525" y="442"/>
                </a:lnTo>
                <a:lnTo>
                  <a:pt x="1525" y="443"/>
                </a:lnTo>
                <a:lnTo>
                  <a:pt x="1526" y="443"/>
                </a:lnTo>
                <a:lnTo>
                  <a:pt x="1527" y="443"/>
                </a:lnTo>
                <a:lnTo>
                  <a:pt x="1528" y="443"/>
                </a:lnTo>
                <a:lnTo>
                  <a:pt x="1529" y="443"/>
                </a:lnTo>
                <a:lnTo>
                  <a:pt x="1529" y="444"/>
                </a:lnTo>
                <a:lnTo>
                  <a:pt x="1530" y="443"/>
                </a:lnTo>
                <a:lnTo>
                  <a:pt x="1530" y="442"/>
                </a:lnTo>
                <a:lnTo>
                  <a:pt x="1529" y="442"/>
                </a:lnTo>
                <a:lnTo>
                  <a:pt x="1529" y="441"/>
                </a:lnTo>
                <a:lnTo>
                  <a:pt x="1530" y="440"/>
                </a:lnTo>
                <a:lnTo>
                  <a:pt x="1531" y="440"/>
                </a:lnTo>
                <a:lnTo>
                  <a:pt x="1532" y="440"/>
                </a:lnTo>
                <a:lnTo>
                  <a:pt x="1533" y="440"/>
                </a:lnTo>
                <a:lnTo>
                  <a:pt x="1534" y="440"/>
                </a:lnTo>
                <a:lnTo>
                  <a:pt x="1535" y="441"/>
                </a:lnTo>
                <a:lnTo>
                  <a:pt x="1535" y="442"/>
                </a:lnTo>
                <a:lnTo>
                  <a:pt x="1536" y="442"/>
                </a:lnTo>
                <a:lnTo>
                  <a:pt x="1537" y="442"/>
                </a:lnTo>
                <a:lnTo>
                  <a:pt x="1537" y="443"/>
                </a:lnTo>
                <a:lnTo>
                  <a:pt x="1536" y="443"/>
                </a:lnTo>
                <a:lnTo>
                  <a:pt x="1536" y="444"/>
                </a:lnTo>
                <a:lnTo>
                  <a:pt x="1537" y="444"/>
                </a:lnTo>
                <a:lnTo>
                  <a:pt x="1537" y="445"/>
                </a:lnTo>
                <a:lnTo>
                  <a:pt x="1536" y="445"/>
                </a:lnTo>
                <a:lnTo>
                  <a:pt x="1536" y="446"/>
                </a:lnTo>
                <a:lnTo>
                  <a:pt x="1537" y="446"/>
                </a:lnTo>
                <a:lnTo>
                  <a:pt x="1537" y="447"/>
                </a:lnTo>
                <a:lnTo>
                  <a:pt x="1538" y="447"/>
                </a:lnTo>
                <a:lnTo>
                  <a:pt x="1538" y="448"/>
                </a:lnTo>
                <a:lnTo>
                  <a:pt x="1538" y="450"/>
                </a:lnTo>
                <a:lnTo>
                  <a:pt x="1538" y="451"/>
                </a:lnTo>
                <a:lnTo>
                  <a:pt x="1538" y="452"/>
                </a:lnTo>
                <a:lnTo>
                  <a:pt x="1537" y="452"/>
                </a:lnTo>
                <a:lnTo>
                  <a:pt x="1536" y="452"/>
                </a:lnTo>
                <a:lnTo>
                  <a:pt x="1536" y="453"/>
                </a:lnTo>
                <a:lnTo>
                  <a:pt x="1535" y="453"/>
                </a:lnTo>
                <a:lnTo>
                  <a:pt x="1535" y="454"/>
                </a:lnTo>
                <a:lnTo>
                  <a:pt x="1535" y="455"/>
                </a:lnTo>
                <a:lnTo>
                  <a:pt x="1536" y="456"/>
                </a:lnTo>
                <a:lnTo>
                  <a:pt x="1537" y="457"/>
                </a:lnTo>
                <a:lnTo>
                  <a:pt x="1538" y="457"/>
                </a:lnTo>
                <a:lnTo>
                  <a:pt x="1538" y="458"/>
                </a:lnTo>
                <a:lnTo>
                  <a:pt x="1537" y="458"/>
                </a:lnTo>
                <a:lnTo>
                  <a:pt x="1536" y="459"/>
                </a:lnTo>
                <a:lnTo>
                  <a:pt x="1536" y="458"/>
                </a:lnTo>
                <a:lnTo>
                  <a:pt x="1535" y="458"/>
                </a:lnTo>
                <a:lnTo>
                  <a:pt x="1534" y="458"/>
                </a:lnTo>
                <a:lnTo>
                  <a:pt x="1533" y="458"/>
                </a:lnTo>
                <a:lnTo>
                  <a:pt x="1533" y="459"/>
                </a:lnTo>
                <a:lnTo>
                  <a:pt x="1532" y="459"/>
                </a:lnTo>
                <a:lnTo>
                  <a:pt x="1531" y="460"/>
                </a:lnTo>
                <a:lnTo>
                  <a:pt x="1531" y="461"/>
                </a:lnTo>
                <a:lnTo>
                  <a:pt x="1530" y="462"/>
                </a:lnTo>
                <a:lnTo>
                  <a:pt x="1530" y="463"/>
                </a:lnTo>
                <a:lnTo>
                  <a:pt x="1530" y="464"/>
                </a:lnTo>
                <a:lnTo>
                  <a:pt x="1530" y="465"/>
                </a:lnTo>
                <a:lnTo>
                  <a:pt x="1530" y="466"/>
                </a:lnTo>
                <a:lnTo>
                  <a:pt x="1531" y="466"/>
                </a:lnTo>
                <a:lnTo>
                  <a:pt x="1532" y="466"/>
                </a:lnTo>
                <a:lnTo>
                  <a:pt x="1532" y="467"/>
                </a:lnTo>
                <a:lnTo>
                  <a:pt x="1533" y="467"/>
                </a:lnTo>
                <a:lnTo>
                  <a:pt x="1534" y="467"/>
                </a:lnTo>
                <a:lnTo>
                  <a:pt x="1534" y="468"/>
                </a:lnTo>
                <a:lnTo>
                  <a:pt x="1534" y="469"/>
                </a:lnTo>
                <a:lnTo>
                  <a:pt x="1535" y="470"/>
                </a:lnTo>
                <a:lnTo>
                  <a:pt x="1535" y="471"/>
                </a:lnTo>
                <a:lnTo>
                  <a:pt x="1535" y="472"/>
                </a:lnTo>
                <a:lnTo>
                  <a:pt x="1535" y="473"/>
                </a:lnTo>
                <a:lnTo>
                  <a:pt x="1536" y="475"/>
                </a:lnTo>
                <a:lnTo>
                  <a:pt x="1537" y="475"/>
                </a:lnTo>
                <a:lnTo>
                  <a:pt x="1537" y="476"/>
                </a:lnTo>
                <a:lnTo>
                  <a:pt x="1538" y="476"/>
                </a:lnTo>
                <a:lnTo>
                  <a:pt x="1539" y="477"/>
                </a:lnTo>
                <a:lnTo>
                  <a:pt x="1539" y="478"/>
                </a:lnTo>
                <a:lnTo>
                  <a:pt x="1538" y="478"/>
                </a:lnTo>
                <a:lnTo>
                  <a:pt x="1538" y="479"/>
                </a:lnTo>
                <a:lnTo>
                  <a:pt x="1539" y="479"/>
                </a:lnTo>
                <a:lnTo>
                  <a:pt x="1540" y="480"/>
                </a:lnTo>
                <a:lnTo>
                  <a:pt x="1541" y="480"/>
                </a:lnTo>
                <a:lnTo>
                  <a:pt x="1541" y="481"/>
                </a:lnTo>
                <a:lnTo>
                  <a:pt x="1543" y="483"/>
                </a:lnTo>
                <a:lnTo>
                  <a:pt x="1543" y="484"/>
                </a:lnTo>
                <a:lnTo>
                  <a:pt x="1545" y="485"/>
                </a:lnTo>
                <a:lnTo>
                  <a:pt x="1547" y="485"/>
                </a:lnTo>
                <a:lnTo>
                  <a:pt x="1548" y="485"/>
                </a:lnTo>
                <a:lnTo>
                  <a:pt x="1549" y="485"/>
                </a:lnTo>
                <a:lnTo>
                  <a:pt x="1549" y="484"/>
                </a:lnTo>
                <a:lnTo>
                  <a:pt x="1549" y="482"/>
                </a:lnTo>
                <a:lnTo>
                  <a:pt x="1550" y="482"/>
                </a:lnTo>
                <a:lnTo>
                  <a:pt x="1551" y="482"/>
                </a:lnTo>
                <a:lnTo>
                  <a:pt x="1552" y="482"/>
                </a:lnTo>
                <a:lnTo>
                  <a:pt x="1552" y="481"/>
                </a:lnTo>
                <a:lnTo>
                  <a:pt x="1553" y="481"/>
                </a:lnTo>
                <a:lnTo>
                  <a:pt x="1553" y="480"/>
                </a:lnTo>
                <a:lnTo>
                  <a:pt x="1562" y="483"/>
                </a:lnTo>
                <a:lnTo>
                  <a:pt x="1564" y="483"/>
                </a:lnTo>
                <a:lnTo>
                  <a:pt x="1566" y="484"/>
                </a:lnTo>
                <a:lnTo>
                  <a:pt x="1567" y="484"/>
                </a:lnTo>
                <a:lnTo>
                  <a:pt x="1568" y="485"/>
                </a:lnTo>
                <a:lnTo>
                  <a:pt x="1568" y="486"/>
                </a:lnTo>
                <a:lnTo>
                  <a:pt x="1569" y="487"/>
                </a:lnTo>
                <a:lnTo>
                  <a:pt x="1569" y="489"/>
                </a:lnTo>
                <a:lnTo>
                  <a:pt x="1570" y="489"/>
                </a:lnTo>
                <a:lnTo>
                  <a:pt x="1570" y="491"/>
                </a:lnTo>
                <a:lnTo>
                  <a:pt x="1571" y="491"/>
                </a:lnTo>
                <a:lnTo>
                  <a:pt x="1572" y="491"/>
                </a:lnTo>
                <a:lnTo>
                  <a:pt x="1574" y="489"/>
                </a:lnTo>
                <a:lnTo>
                  <a:pt x="1574" y="488"/>
                </a:lnTo>
                <a:lnTo>
                  <a:pt x="1574" y="487"/>
                </a:lnTo>
                <a:lnTo>
                  <a:pt x="1574" y="486"/>
                </a:lnTo>
                <a:lnTo>
                  <a:pt x="1574" y="485"/>
                </a:lnTo>
                <a:lnTo>
                  <a:pt x="1575" y="483"/>
                </a:lnTo>
                <a:lnTo>
                  <a:pt x="1575" y="482"/>
                </a:lnTo>
                <a:lnTo>
                  <a:pt x="1576" y="480"/>
                </a:lnTo>
                <a:lnTo>
                  <a:pt x="1578" y="477"/>
                </a:lnTo>
                <a:lnTo>
                  <a:pt x="1580" y="477"/>
                </a:lnTo>
                <a:lnTo>
                  <a:pt x="1583" y="477"/>
                </a:lnTo>
                <a:lnTo>
                  <a:pt x="1585" y="477"/>
                </a:lnTo>
                <a:lnTo>
                  <a:pt x="1586" y="477"/>
                </a:lnTo>
                <a:lnTo>
                  <a:pt x="1586" y="478"/>
                </a:lnTo>
                <a:lnTo>
                  <a:pt x="1586" y="479"/>
                </a:lnTo>
                <a:lnTo>
                  <a:pt x="1586" y="480"/>
                </a:lnTo>
                <a:lnTo>
                  <a:pt x="1587" y="482"/>
                </a:lnTo>
                <a:lnTo>
                  <a:pt x="1590" y="484"/>
                </a:lnTo>
                <a:lnTo>
                  <a:pt x="1591" y="485"/>
                </a:lnTo>
                <a:lnTo>
                  <a:pt x="1591" y="486"/>
                </a:lnTo>
                <a:lnTo>
                  <a:pt x="1592" y="486"/>
                </a:lnTo>
                <a:lnTo>
                  <a:pt x="1593" y="487"/>
                </a:lnTo>
                <a:lnTo>
                  <a:pt x="1596" y="488"/>
                </a:lnTo>
                <a:lnTo>
                  <a:pt x="1597" y="488"/>
                </a:lnTo>
                <a:lnTo>
                  <a:pt x="1597" y="489"/>
                </a:lnTo>
                <a:lnTo>
                  <a:pt x="1598" y="489"/>
                </a:lnTo>
                <a:lnTo>
                  <a:pt x="1599" y="489"/>
                </a:lnTo>
                <a:lnTo>
                  <a:pt x="1600" y="490"/>
                </a:lnTo>
                <a:lnTo>
                  <a:pt x="1601" y="491"/>
                </a:lnTo>
                <a:lnTo>
                  <a:pt x="1600" y="492"/>
                </a:lnTo>
                <a:lnTo>
                  <a:pt x="1601" y="492"/>
                </a:lnTo>
                <a:lnTo>
                  <a:pt x="1601" y="493"/>
                </a:lnTo>
                <a:lnTo>
                  <a:pt x="1601" y="494"/>
                </a:lnTo>
                <a:lnTo>
                  <a:pt x="1601" y="496"/>
                </a:lnTo>
                <a:lnTo>
                  <a:pt x="1601" y="498"/>
                </a:lnTo>
                <a:lnTo>
                  <a:pt x="1601" y="499"/>
                </a:lnTo>
                <a:lnTo>
                  <a:pt x="1602" y="499"/>
                </a:lnTo>
                <a:lnTo>
                  <a:pt x="1603" y="499"/>
                </a:lnTo>
                <a:lnTo>
                  <a:pt x="1604" y="499"/>
                </a:lnTo>
                <a:lnTo>
                  <a:pt x="1605" y="499"/>
                </a:lnTo>
                <a:lnTo>
                  <a:pt x="1606" y="499"/>
                </a:lnTo>
                <a:lnTo>
                  <a:pt x="1607" y="498"/>
                </a:lnTo>
                <a:lnTo>
                  <a:pt x="1607" y="497"/>
                </a:lnTo>
                <a:lnTo>
                  <a:pt x="1608" y="497"/>
                </a:lnTo>
                <a:lnTo>
                  <a:pt x="1608" y="496"/>
                </a:lnTo>
                <a:lnTo>
                  <a:pt x="1607" y="494"/>
                </a:lnTo>
                <a:lnTo>
                  <a:pt x="1608" y="494"/>
                </a:lnTo>
                <a:lnTo>
                  <a:pt x="1609" y="493"/>
                </a:lnTo>
                <a:lnTo>
                  <a:pt x="1610" y="493"/>
                </a:lnTo>
                <a:lnTo>
                  <a:pt x="1610" y="492"/>
                </a:lnTo>
                <a:lnTo>
                  <a:pt x="1609" y="491"/>
                </a:lnTo>
                <a:lnTo>
                  <a:pt x="1610" y="491"/>
                </a:lnTo>
                <a:lnTo>
                  <a:pt x="1610" y="489"/>
                </a:lnTo>
                <a:lnTo>
                  <a:pt x="1609" y="488"/>
                </a:lnTo>
                <a:lnTo>
                  <a:pt x="1608" y="487"/>
                </a:lnTo>
                <a:lnTo>
                  <a:pt x="1607" y="486"/>
                </a:lnTo>
                <a:lnTo>
                  <a:pt x="1607" y="485"/>
                </a:lnTo>
                <a:lnTo>
                  <a:pt x="1608" y="484"/>
                </a:lnTo>
                <a:lnTo>
                  <a:pt x="1606" y="483"/>
                </a:lnTo>
                <a:lnTo>
                  <a:pt x="1606" y="482"/>
                </a:lnTo>
                <a:lnTo>
                  <a:pt x="1605" y="482"/>
                </a:lnTo>
                <a:lnTo>
                  <a:pt x="1604" y="482"/>
                </a:lnTo>
                <a:lnTo>
                  <a:pt x="1603" y="482"/>
                </a:lnTo>
                <a:lnTo>
                  <a:pt x="1603" y="481"/>
                </a:lnTo>
                <a:lnTo>
                  <a:pt x="1603" y="480"/>
                </a:lnTo>
                <a:lnTo>
                  <a:pt x="1604" y="480"/>
                </a:lnTo>
                <a:lnTo>
                  <a:pt x="1604" y="479"/>
                </a:lnTo>
                <a:lnTo>
                  <a:pt x="1603" y="478"/>
                </a:lnTo>
                <a:lnTo>
                  <a:pt x="1603" y="477"/>
                </a:lnTo>
                <a:lnTo>
                  <a:pt x="1604" y="475"/>
                </a:lnTo>
                <a:lnTo>
                  <a:pt x="1605" y="475"/>
                </a:lnTo>
                <a:lnTo>
                  <a:pt x="1606" y="474"/>
                </a:lnTo>
                <a:lnTo>
                  <a:pt x="1606" y="473"/>
                </a:lnTo>
                <a:lnTo>
                  <a:pt x="1606" y="471"/>
                </a:lnTo>
                <a:lnTo>
                  <a:pt x="1605" y="471"/>
                </a:lnTo>
                <a:lnTo>
                  <a:pt x="1604" y="468"/>
                </a:lnTo>
                <a:lnTo>
                  <a:pt x="1605" y="468"/>
                </a:lnTo>
                <a:lnTo>
                  <a:pt x="1606" y="468"/>
                </a:lnTo>
                <a:lnTo>
                  <a:pt x="1607" y="468"/>
                </a:lnTo>
                <a:lnTo>
                  <a:pt x="1609" y="467"/>
                </a:lnTo>
                <a:lnTo>
                  <a:pt x="1609" y="466"/>
                </a:lnTo>
                <a:lnTo>
                  <a:pt x="1610" y="466"/>
                </a:lnTo>
                <a:lnTo>
                  <a:pt x="1611" y="467"/>
                </a:lnTo>
                <a:lnTo>
                  <a:pt x="1612" y="467"/>
                </a:lnTo>
                <a:lnTo>
                  <a:pt x="1614" y="467"/>
                </a:lnTo>
                <a:lnTo>
                  <a:pt x="1619" y="467"/>
                </a:lnTo>
                <a:lnTo>
                  <a:pt x="1620" y="467"/>
                </a:lnTo>
                <a:lnTo>
                  <a:pt x="1620" y="466"/>
                </a:lnTo>
                <a:lnTo>
                  <a:pt x="1622" y="466"/>
                </a:lnTo>
                <a:lnTo>
                  <a:pt x="1622" y="467"/>
                </a:lnTo>
                <a:lnTo>
                  <a:pt x="1623" y="470"/>
                </a:lnTo>
                <a:lnTo>
                  <a:pt x="1623" y="471"/>
                </a:lnTo>
                <a:lnTo>
                  <a:pt x="1624" y="472"/>
                </a:lnTo>
                <a:lnTo>
                  <a:pt x="1624" y="473"/>
                </a:lnTo>
                <a:lnTo>
                  <a:pt x="1624" y="474"/>
                </a:lnTo>
                <a:lnTo>
                  <a:pt x="1624" y="475"/>
                </a:lnTo>
                <a:lnTo>
                  <a:pt x="1625" y="475"/>
                </a:lnTo>
                <a:lnTo>
                  <a:pt x="1625" y="476"/>
                </a:lnTo>
                <a:lnTo>
                  <a:pt x="1626" y="476"/>
                </a:lnTo>
                <a:lnTo>
                  <a:pt x="1626" y="477"/>
                </a:lnTo>
                <a:lnTo>
                  <a:pt x="1626" y="478"/>
                </a:lnTo>
                <a:lnTo>
                  <a:pt x="1626" y="479"/>
                </a:lnTo>
                <a:lnTo>
                  <a:pt x="1627" y="480"/>
                </a:lnTo>
                <a:lnTo>
                  <a:pt x="1629" y="481"/>
                </a:lnTo>
                <a:lnTo>
                  <a:pt x="1629" y="482"/>
                </a:lnTo>
                <a:lnTo>
                  <a:pt x="1630" y="482"/>
                </a:lnTo>
                <a:lnTo>
                  <a:pt x="1631" y="482"/>
                </a:lnTo>
                <a:lnTo>
                  <a:pt x="1632" y="483"/>
                </a:lnTo>
                <a:lnTo>
                  <a:pt x="1633" y="484"/>
                </a:lnTo>
                <a:lnTo>
                  <a:pt x="1634" y="484"/>
                </a:lnTo>
                <a:lnTo>
                  <a:pt x="1634" y="485"/>
                </a:lnTo>
                <a:lnTo>
                  <a:pt x="1635" y="485"/>
                </a:lnTo>
                <a:lnTo>
                  <a:pt x="1635" y="486"/>
                </a:lnTo>
                <a:lnTo>
                  <a:pt x="1636" y="486"/>
                </a:lnTo>
                <a:lnTo>
                  <a:pt x="1637" y="487"/>
                </a:lnTo>
                <a:lnTo>
                  <a:pt x="1638" y="488"/>
                </a:lnTo>
                <a:lnTo>
                  <a:pt x="1639" y="488"/>
                </a:lnTo>
                <a:lnTo>
                  <a:pt x="1641" y="486"/>
                </a:lnTo>
                <a:lnTo>
                  <a:pt x="1642" y="486"/>
                </a:lnTo>
                <a:lnTo>
                  <a:pt x="1642" y="485"/>
                </a:lnTo>
                <a:lnTo>
                  <a:pt x="1643" y="485"/>
                </a:lnTo>
                <a:lnTo>
                  <a:pt x="1643" y="486"/>
                </a:lnTo>
                <a:lnTo>
                  <a:pt x="1643" y="487"/>
                </a:lnTo>
                <a:lnTo>
                  <a:pt x="1644" y="487"/>
                </a:lnTo>
                <a:lnTo>
                  <a:pt x="1645" y="488"/>
                </a:lnTo>
                <a:lnTo>
                  <a:pt x="1647" y="489"/>
                </a:lnTo>
                <a:lnTo>
                  <a:pt x="1648" y="488"/>
                </a:lnTo>
                <a:lnTo>
                  <a:pt x="1647" y="487"/>
                </a:lnTo>
                <a:lnTo>
                  <a:pt x="1647" y="486"/>
                </a:lnTo>
                <a:lnTo>
                  <a:pt x="1648" y="486"/>
                </a:lnTo>
                <a:lnTo>
                  <a:pt x="1649" y="487"/>
                </a:lnTo>
                <a:lnTo>
                  <a:pt x="1650" y="487"/>
                </a:lnTo>
                <a:lnTo>
                  <a:pt x="1650" y="488"/>
                </a:lnTo>
                <a:lnTo>
                  <a:pt x="1651" y="489"/>
                </a:lnTo>
                <a:lnTo>
                  <a:pt x="1652" y="490"/>
                </a:lnTo>
                <a:lnTo>
                  <a:pt x="1653" y="491"/>
                </a:lnTo>
                <a:lnTo>
                  <a:pt x="1653" y="492"/>
                </a:lnTo>
                <a:lnTo>
                  <a:pt x="1654" y="492"/>
                </a:lnTo>
                <a:lnTo>
                  <a:pt x="1657" y="492"/>
                </a:lnTo>
                <a:lnTo>
                  <a:pt x="1658" y="491"/>
                </a:lnTo>
                <a:lnTo>
                  <a:pt x="1658" y="490"/>
                </a:lnTo>
                <a:lnTo>
                  <a:pt x="1658" y="489"/>
                </a:lnTo>
                <a:lnTo>
                  <a:pt x="1659" y="489"/>
                </a:lnTo>
                <a:lnTo>
                  <a:pt x="1660" y="489"/>
                </a:lnTo>
                <a:lnTo>
                  <a:pt x="1661" y="489"/>
                </a:lnTo>
                <a:lnTo>
                  <a:pt x="1662" y="488"/>
                </a:lnTo>
                <a:lnTo>
                  <a:pt x="1663" y="487"/>
                </a:lnTo>
                <a:lnTo>
                  <a:pt x="1663" y="486"/>
                </a:lnTo>
                <a:lnTo>
                  <a:pt x="1662" y="485"/>
                </a:lnTo>
                <a:lnTo>
                  <a:pt x="1661" y="485"/>
                </a:lnTo>
                <a:lnTo>
                  <a:pt x="1660" y="483"/>
                </a:lnTo>
                <a:lnTo>
                  <a:pt x="1659" y="482"/>
                </a:lnTo>
                <a:lnTo>
                  <a:pt x="1659" y="481"/>
                </a:lnTo>
                <a:lnTo>
                  <a:pt x="1659" y="480"/>
                </a:lnTo>
                <a:lnTo>
                  <a:pt x="1659" y="479"/>
                </a:lnTo>
                <a:lnTo>
                  <a:pt x="1656" y="477"/>
                </a:lnTo>
                <a:lnTo>
                  <a:pt x="1656" y="475"/>
                </a:lnTo>
                <a:lnTo>
                  <a:pt x="1656" y="473"/>
                </a:lnTo>
                <a:lnTo>
                  <a:pt x="1656" y="472"/>
                </a:lnTo>
                <a:lnTo>
                  <a:pt x="1658" y="472"/>
                </a:lnTo>
                <a:lnTo>
                  <a:pt x="1659" y="472"/>
                </a:lnTo>
                <a:lnTo>
                  <a:pt x="1659" y="471"/>
                </a:lnTo>
                <a:lnTo>
                  <a:pt x="1659" y="470"/>
                </a:lnTo>
                <a:lnTo>
                  <a:pt x="1660" y="470"/>
                </a:lnTo>
                <a:lnTo>
                  <a:pt x="1660" y="469"/>
                </a:lnTo>
                <a:lnTo>
                  <a:pt x="1659" y="468"/>
                </a:lnTo>
                <a:lnTo>
                  <a:pt x="1658" y="468"/>
                </a:lnTo>
                <a:lnTo>
                  <a:pt x="1658" y="467"/>
                </a:lnTo>
                <a:lnTo>
                  <a:pt x="1657" y="466"/>
                </a:lnTo>
                <a:lnTo>
                  <a:pt x="1657" y="465"/>
                </a:lnTo>
                <a:lnTo>
                  <a:pt x="1657" y="464"/>
                </a:lnTo>
                <a:lnTo>
                  <a:pt x="1655" y="464"/>
                </a:lnTo>
                <a:lnTo>
                  <a:pt x="1655" y="463"/>
                </a:lnTo>
                <a:lnTo>
                  <a:pt x="1655" y="462"/>
                </a:lnTo>
                <a:lnTo>
                  <a:pt x="1654" y="461"/>
                </a:lnTo>
                <a:lnTo>
                  <a:pt x="1654" y="459"/>
                </a:lnTo>
                <a:lnTo>
                  <a:pt x="1654" y="458"/>
                </a:lnTo>
                <a:lnTo>
                  <a:pt x="1653" y="458"/>
                </a:lnTo>
                <a:lnTo>
                  <a:pt x="1652" y="457"/>
                </a:lnTo>
                <a:lnTo>
                  <a:pt x="1652" y="456"/>
                </a:lnTo>
                <a:lnTo>
                  <a:pt x="1653" y="456"/>
                </a:lnTo>
                <a:lnTo>
                  <a:pt x="1654" y="456"/>
                </a:lnTo>
                <a:lnTo>
                  <a:pt x="1654" y="457"/>
                </a:lnTo>
                <a:lnTo>
                  <a:pt x="1655" y="457"/>
                </a:lnTo>
                <a:lnTo>
                  <a:pt x="1656" y="457"/>
                </a:lnTo>
                <a:lnTo>
                  <a:pt x="1657" y="457"/>
                </a:lnTo>
                <a:lnTo>
                  <a:pt x="1658" y="457"/>
                </a:lnTo>
                <a:lnTo>
                  <a:pt x="1658" y="456"/>
                </a:lnTo>
                <a:lnTo>
                  <a:pt x="1659" y="456"/>
                </a:lnTo>
                <a:lnTo>
                  <a:pt x="1659" y="457"/>
                </a:lnTo>
                <a:lnTo>
                  <a:pt x="1660" y="457"/>
                </a:lnTo>
                <a:lnTo>
                  <a:pt x="1661" y="457"/>
                </a:lnTo>
                <a:lnTo>
                  <a:pt x="1661" y="458"/>
                </a:lnTo>
                <a:lnTo>
                  <a:pt x="1662" y="458"/>
                </a:lnTo>
                <a:lnTo>
                  <a:pt x="1662" y="459"/>
                </a:lnTo>
                <a:lnTo>
                  <a:pt x="1663" y="459"/>
                </a:lnTo>
                <a:lnTo>
                  <a:pt x="1663" y="458"/>
                </a:lnTo>
                <a:lnTo>
                  <a:pt x="1663" y="459"/>
                </a:lnTo>
                <a:lnTo>
                  <a:pt x="1664" y="459"/>
                </a:lnTo>
                <a:lnTo>
                  <a:pt x="1664" y="461"/>
                </a:lnTo>
                <a:lnTo>
                  <a:pt x="1665" y="462"/>
                </a:lnTo>
                <a:lnTo>
                  <a:pt x="1666" y="461"/>
                </a:lnTo>
                <a:lnTo>
                  <a:pt x="1665" y="461"/>
                </a:lnTo>
                <a:lnTo>
                  <a:pt x="1665" y="460"/>
                </a:lnTo>
                <a:lnTo>
                  <a:pt x="1665" y="459"/>
                </a:lnTo>
                <a:lnTo>
                  <a:pt x="1666" y="459"/>
                </a:lnTo>
                <a:lnTo>
                  <a:pt x="1667" y="458"/>
                </a:lnTo>
                <a:lnTo>
                  <a:pt x="1667" y="457"/>
                </a:lnTo>
                <a:lnTo>
                  <a:pt x="1668" y="457"/>
                </a:lnTo>
                <a:lnTo>
                  <a:pt x="1669" y="458"/>
                </a:lnTo>
                <a:lnTo>
                  <a:pt x="1670" y="458"/>
                </a:lnTo>
                <a:lnTo>
                  <a:pt x="1670" y="459"/>
                </a:lnTo>
                <a:lnTo>
                  <a:pt x="1671" y="459"/>
                </a:lnTo>
                <a:lnTo>
                  <a:pt x="1672" y="460"/>
                </a:lnTo>
                <a:lnTo>
                  <a:pt x="1673" y="459"/>
                </a:lnTo>
                <a:lnTo>
                  <a:pt x="1674" y="458"/>
                </a:lnTo>
                <a:lnTo>
                  <a:pt x="1674" y="457"/>
                </a:lnTo>
                <a:lnTo>
                  <a:pt x="1674" y="456"/>
                </a:lnTo>
                <a:lnTo>
                  <a:pt x="1673" y="456"/>
                </a:lnTo>
                <a:lnTo>
                  <a:pt x="1672" y="456"/>
                </a:lnTo>
                <a:lnTo>
                  <a:pt x="1672" y="455"/>
                </a:lnTo>
                <a:lnTo>
                  <a:pt x="1671" y="454"/>
                </a:lnTo>
                <a:lnTo>
                  <a:pt x="1671" y="453"/>
                </a:lnTo>
                <a:lnTo>
                  <a:pt x="1672" y="453"/>
                </a:lnTo>
                <a:lnTo>
                  <a:pt x="1673" y="452"/>
                </a:lnTo>
                <a:lnTo>
                  <a:pt x="1674" y="452"/>
                </a:lnTo>
                <a:lnTo>
                  <a:pt x="1675" y="452"/>
                </a:lnTo>
                <a:lnTo>
                  <a:pt x="1676" y="452"/>
                </a:lnTo>
                <a:lnTo>
                  <a:pt x="1677" y="452"/>
                </a:lnTo>
                <a:lnTo>
                  <a:pt x="1678" y="452"/>
                </a:lnTo>
                <a:lnTo>
                  <a:pt x="1678" y="451"/>
                </a:lnTo>
                <a:lnTo>
                  <a:pt x="1678" y="452"/>
                </a:lnTo>
                <a:lnTo>
                  <a:pt x="1679" y="452"/>
                </a:lnTo>
                <a:lnTo>
                  <a:pt x="1679" y="453"/>
                </a:lnTo>
                <a:lnTo>
                  <a:pt x="1680" y="453"/>
                </a:lnTo>
                <a:lnTo>
                  <a:pt x="1682" y="453"/>
                </a:lnTo>
                <a:lnTo>
                  <a:pt x="1682" y="454"/>
                </a:lnTo>
                <a:lnTo>
                  <a:pt x="1683" y="454"/>
                </a:lnTo>
                <a:lnTo>
                  <a:pt x="1684" y="454"/>
                </a:lnTo>
                <a:lnTo>
                  <a:pt x="1684" y="453"/>
                </a:lnTo>
                <a:lnTo>
                  <a:pt x="1685" y="454"/>
                </a:lnTo>
                <a:lnTo>
                  <a:pt x="1686" y="455"/>
                </a:lnTo>
                <a:lnTo>
                  <a:pt x="1687" y="454"/>
                </a:lnTo>
                <a:lnTo>
                  <a:pt x="1688" y="454"/>
                </a:lnTo>
                <a:lnTo>
                  <a:pt x="1689" y="454"/>
                </a:lnTo>
                <a:lnTo>
                  <a:pt x="1690" y="454"/>
                </a:lnTo>
                <a:lnTo>
                  <a:pt x="1691" y="455"/>
                </a:lnTo>
                <a:lnTo>
                  <a:pt x="1692" y="455"/>
                </a:lnTo>
                <a:lnTo>
                  <a:pt x="1692" y="456"/>
                </a:lnTo>
                <a:lnTo>
                  <a:pt x="1693" y="456"/>
                </a:lnTo>
                <a:lnTo>
                  <a:pt x="1693" y="455"/>
                </a:lnTo>
                <a:lnTo>
                  <a:pt x="1694" y="454"/>
                </a:lnTo>
                <a:lnTo>
                  <a:pt x="1694" y="453"/>
                </a:lnTo>
                <a:lnTo>
                  <a:pt x="1695" y="453"/>
                </a:lnTo>
                <a:lnTo>
                  <a:pt x="1696" y="453"/>
                </a:lnTo>
                <a:lnTo>
                  <a:pt x="1696" y="454"/>
                </a:lnTo>
                <a:lnTo>
                  <a:pt x="1697" y="454"/>
                </a:lnTo>
                <a:lnTo>
                  <a:pt x="1698" y="454"/>
                </a:lnTo>
                <a:lnTo>
                  <a:pt x="1699" y="454"/>
                </a:lnTo>
                <a:lnTo>
                  <a:pt x="1699" y="453"/>
                </a:lnTo>
                <a:lnTo>
                  <a:pt x="1699" y="452"/>
                </a:lnTo>
                <a:lnTo>
                  <a:pt x="1698" y="452"/>
                </a:lnTo>
                <a:lnTo>
                  <a:pt x="1698" y="451"/>
                </a:lnTo>
                <a:lnTo>
                  <a:pt x="1697" y="451"/>
                </a:lnTo>
                <a:lnTo>
                  <a:pt x="1696" y="450"/>
                </a:lnTo>
                <a:lnTo>
                  <a:pt x="1696" y="449"/>
                </a:lnTo>
                <a:lnTo>
                  <a:pt x="1695" y="449"/>
                </a:lnTo>
                <a:lnTo>
                  <a:pt x="1696" y="449"/>
                </a:lnTo>
                <a:lnTo>
                  <a:pt x="1696" y="448"/>
                </a:lnTo>
                <a:lnTo>
                  <a:pt x="1697" y="448"/>
                </a:lnTo>
                <a:lnTo>
                  <a:pt x="1697" y="447"/>
                </a:lnTo>
                <a:lnTo>
                  <a:pt x="1698" y="448"/>
                </a:lnTo>
                <a:lnTo>
                  <a:pt x="1698" y="449"/>
                </a:lnTo>
                <a:lnTo>
                  <a:pt x="1699" y="449"/>
                </a:lnTo>
                <a:lnTo>
                  <a:pt x="1699" y="450"/>
                </a:lnTo>
                <a:lnTo>
                  <a:pt x="1700" y="450"/>
                </a:lnTo>
                <a:lnTo>
                  <a:pt x="1700" y="451"/>
                </a:lnTo>
                <a:lnTo>
                  <a:pt x="1701" y="451"/>
                </a:lnTo>
                <a:lnTo>
                  <a:pt x="1702" y="451"/>
                </a:lnTo>
                <a:lnTo>
                  <a:pt x="1703" y="451"/>
                </a:lnTo>
                <a:lnTo>
                  <a:pt x="1704" y="451"/>
                </a:lnTo>
                <a:lnTo>
                  <a:pt x="1705" y="451"/>
                </a:lnTo>
                <a:lnTo>
                  <a:pt x="1705" y="450"/>
                </a:lnTo>
                <a:lnTo>
                  <a:pt x="1704" y="449"/>
                </a:lnTo>
                <a:lnTo>
                  <a:pt x="1704" y="448"/>
                </a:lnTo>
                <a:lnTo>
                  <a:pt x="1704" y="447"/>
                </a:lnTo>
                <a:lnTo>
                  <a:pt x="1705" y="446"/>
                </a:lnTo>
                <a:lnTo>
                  <a:pt x="1705" y="445"/>
                </a:lnTo>
                <a:lnTo>
                  <a:pt x="1706" y="445"/>
                </a:lnTo>
                <a:lnTo>
                  <a:pt x="1704" y="445"/>
                </a:lnTo>
                <a:lnTo>
                  <a:pt x="1703" y="445"/>
                </a:lnTo>
                <a:lnTo>
                  <a:pt x="1702" y="444"/>
                </a:lnTo>
                <a:lnTo>
                  <a:pt x="1702" y="443"/>
                </a:lnTo>
                <a:lnTo>
                  <a:pt x="1702" y="442"/>
                </a:lnTo>
                <a:lnTo>
                  <a:pt x="1701" y="440"/>
                </a:lnTo>
                <a:lnTo>
                  <a:pt x="1701" y="439"/>
                </a:lnTo>
                <a:lnTo>
                  <a:pt x="1702" y="438"/>
                </a:lnTo>
                <a:lnTo>
                  <a:pt x="1702" y="437"/>
                </a:lnTo>
                <a:lnTo>
                  <a:pt x="1702" y="436"/>
                </a:lnTo>
                <a:lnTo>
                  <a:pt x="1702" y="435"/>
                </a:lnTo>
                <a:lnTo>
                  <a:pt x="1703" y="435"/>
                </a:lnTo>
                <a:lnTo>
                  <a:pt x="1703" y="433"/>
                </a:lnTo>
                <a:lnTo>
                  <a:pt x="1703" y="432"/>
                </a:lnTo>
                <a:lnTo>
                  <a:pt x="1703" y="431"/>
                </a:lnTo>
                <a:lnTo>
                  <a:pt x="1703" y="430"/>
                </a:lnTo>
                <a:lnTo>
                  <a:pt x="1704" y="429"/>
                </a:lnTo>
                <a:lnTo>
                  <a:pt x="1704" y="428"/>
                </a:lnTo>
                <a:lnTo>
                  <a:pt x="1705" y="428"/>
                </a:lnTo>
                <a:lnTo>
                  <a:pt x="1706" y="428"/>
                </a:lnTo>
                <a:lnTo>
                  <a:pt x="1706" y="427"/>
                </a:lnTo>
                <a:lnTo>
                  <a:pt x="1707" y="427"/>
                </a:lnTo>
                <a:lnTo>
                  <a:pt x="1707" y="428"/>
                </a:lnTo>
                <a:lnTo>
                  <a:pt x="1708" y="428"/>
                </a:lnTo>
                <a:lnTo>
                  <a:pt x="1708" y="429"/>
                </a:lnTo>
                <a:lnTo>
                  <a:pt x="1708" y="430"/>
                </a:lnTo>
                <a:lnTo>
                  <a:pt x="1709" y="429"/>
                </a:lnTo>
                <a:lnTo>
                  <a:pt x="1709" y="430"/>
                </a:lnTo>
                <a:lnTo>
                  <a:pt x="1710" y="430"/>
                </a:lnTo>
                <a:lnTo>
                  <a:pt x="1711" y="430"/>
                </a:lnTo>
                <a:lnTo>
                  <a:pt x="1712" y="429"/>
                </a:lnTo>
                <a:lnTo>
                  <a:pt x="1713" y="429"/>
                </a:lnTo>
                <a:lnTo>
                  <a:pt x="1714" y="428"/>
                </a:lnTo>
                <a:lnTo>
                  <a:pt x="1714" y="429"/>
                </a:lnTo>
                <a:lnTo>
                  <a:pt x="1715" y="428"/>
                </a:lnTo>
                <a:lnTo>
                  <a:pt x="1715" y="427"/>
                </a:lnTo>
                <a:lnTo>
                  <a:pt x="1715" y="426"/>
                </a:lnTo>
                <a:lnTo>
                  <a:pt x="1716" y="425"/>
                </a:lnTo>
                <a:lnTo>
                  <a:pt x="1715" y="425"/>
                </a:lnTo>
                <a:lnTo>
                  <a:pt x="1714" y="425"/>
                </a:lnTo>
                <a:lnTo>
                  <a:pt x="1714" y="424"/>
                </a:lnTo>
                <a:lnTo>
                  <a:pt x="1715" y="424"/>
                </a:lnTo>
                <a:lnTo>
                  <a:pt x="1715" y="423"/>
                </a:lnTo>
                <a:lnTo>
                  <a:pt x="1714" y="423"/>
                </a:lnTo>
                <a:lnTo>
                  <a:pt x="1714" y="422"/>
                </a:lnTo>
                <a:lnTo>
                  <a:pt x="1715" y="422"/>
                </a:lnTo>
                <a:lnTo>
                  <a:pt x="1715" y="421"/>
                </a:lnTo>
                <a:lnTo>
                  <a:pt x="1714" y="421"/>
                </a:lnTo>
                <a:lnTo>
                  <a:pt x="1714" y="420"/>
                </a:lnTo>
                <a:lnTo>
                  <a:pt x="1714" y="419"/>
                </a:lnTo>
                <a:lnTo>
                  <a:pt x="1714" y="418"/>
                </a:lnTo>
                <a:lnTo>
                  <a:pt x="1713" y="418"/>
                </a:lnTo>
                <a:lnTo>
                  <a:pt x="1713" y="417"/>
                </a:lnTo>
                <a:lnTo>
                  <a:pt x="1712" y="416"/>
                </a:lnTo>
                <a:lnTo>
                  <a:pt x="1713" y="415"/>
                </a:lnTo>
                <a:lnTo>
                  <a:pt x="1712" y="415"/>
                </a:lnTo>
                <a:lnTo>
                  <a:pt x="1711" y="415"/>
                </a:lnTo>
                <a:lnTo>
                  <a:pt x="1711" y="414"/>
                </a:lnTo>
                <a:lnTo>
                  <a:pt x="1710" y="414"/>
                </a:lnTo>
                <a:lnTo>
                  <a:pt x="1709" y="414"/>
                </a:lnTo>
                <a:lnTo>
                  <a:pt x="1708" y="414"/>
                </a:lnTo>
                <a:lnTo>
                  <a:pt x="1708" y="413"/>
                </a:lnTo>
                <a:lnTo>
                  <a:pt x="1709" y="412"/>
                </a:lnTo>
                <a:lnTo>
                  <a:pt x="1709" y="411"/>
                </a:lnTo>
                <a:lnTo>
                  <a:pt x="1710" y="410"/>
                </a:lnTo>
                <a:lnTo>
                  <a:pt x="1711" y="409"/>
                </a:lnTo>
                <a:lnTo>
                  <a:pt x="1711" y="408"/>
                </a:lnTo>
                <a:lnTo>
                  <a:pt x="1712" y="408"/>
                </a:lnTo>
                <a:lnTo>
                  <a:pt x="1712" y="407"/>
                </a:lnTo>
                <a:lnTo>
                  <a:pt x="1711" y="407"/>
                </a:lnTo>
                <a:lnTo>
                  <a:pt x="1711" y="406"/>
                </a:lnTo>
                <a:lnTo>
                  <a:pt x="1710" y="406"/>
                </a:lnTo>
                <a:lnTo>
                  <a:pt x="1709" y="406"/>
                </a:lnTo>
                <a:lnTo>
                  <a:pt x="1708" y="406"/>
                </a:lnTo>
                <a:lnTo>
                  <a:pt x="1707" y="406"/>
                </a:lnTo>
                <a:lnTo>
                  <a:pt x="1707" y="405"/>
                </a:lnTo>
                <a:lnTo>
                  <a:pt x="1707" y="404"/>
                </a:lnTo>
                <a:lnTo>
                  <a:pt x="1707" y="403"/>
                </a:lnTo>
                <a:lnTo>
                  <a:pt x="1707" y="402"/>
                </a:lnTo>
                <a:lnTo>
                  <a:pt x="1708" y="402"/>
                </a:lnTo>
                <a:lnTo>
                  <a:pt x="1708" y="401"/>
                </a:lnTo>
                <a:lnTo>
                  <a:pt x="1709" y="401"/>
                </a:lnTo>
                <a:lnTo>
                  <a:pt x="1710" y="401"/>
                </a:lnTo>
                <a:lnTo>
                  <a:pt x="1710" y="402"/>
                </a:lnTo>
                <a:lnTo>
                  <a:pt x="1711" y="402"/>
                </a:lnTo>
                <a:lnTo>
                  <a:pt x="1712" y="402"/>
                </a:lnTo>
                <a:lnTo>
                  <a:pt x="1713" y="402"/>
                </a:lnTo>
                <a:lnTo>
                  <a:pt x="1713" y="401"/>
                </a:lnTo>
                <a:lnTo>
                  <a:pt x="1714" y="401"/>
                </a:lnTo>
                <a:lnTo>
                  <a:pt x="1714" y="400"/>
                </a:lnTo>
                <a:lnTo>
                  <a:pt x="1715" y="399"/>
                </a:lnTo>
                <a:lnTo>
                  <a:pt x="1716" y="399"/>
                </a:lnTo>
                <a:lnTo>
                  <a:pt x="1717" y="399"/>
                </a:lnTo>
                <a:lnTo>
                  <a:pt x="1717" y="398"/>
                </a:lnTo>
                <a:lnTo>
                  <a:pt x="1718" y="398"/>
                </a:lnTo>
                <a:lnTo>
                  <a:pt x="1719" y="400"/>
                </a:lnTo>
                <a:lnTo>
                  <a:pt x="1719" y="401"/>
                </a:lnTo>
                <a:lnTo>
                  <a:pt x="1719" y="402"/>
                </a:lnTo>
                <a:lnTo>
                  <a:pt x="1720" y="402"/>
                </a:lnTo>
                <a:lnTo>
                  <a:pt x="1720" y="403"/>
                </a:lnTo>
                <a:lnTo>
                  <a:pt x="1721" y="403"/>
                </a:lnTo>
                <a:lnTo>
                  <a:pt x="1722" y="404"/>
                </a:lnTo>
                <a:lnTo>
                  <a:pt x="1723" y="404"/>
                </a:lnTo>
                <a:lnTo>
                  <a:pt x="1724" y="404"/>
                </a:lnTo>
                <a:lnTo>
                  <a:pt x="1723" y="404"/>
                </a:lnTo>
                <a:lnTo>
                  <a:pt x="1724" y="404"/>
                </a:lnTo>
                <a:lnTo>
                  <a:pt x="1724" y="405"/>
                </a:lnTo>
                <a:lnTo>
                  <a:pt x="1725" y="405"/>
                </a:lnTo>
                <a:lnTo>
                  <a:pt x="1725" y="404"/>
                </a:lnTo>
                <a:lnTo>
                  <a:pt x="1726" y="404"/>
                </a:lnTo>
                <a:lnTo>
                  <a:pt x="1726" y="403"/>
                </a:lnTo>
                <a:lnTo>
                  <a:pt x="1726" y="404"/>
                </a:lnTo>
                <a:lnTo>
                  <a:pt x="1727" y="404"/>
                </a:lnTo>
                <a:lnTo>
                  <a:pt x="1728" y="404"/>
                </a:lnTo>
                <a:lnTo>
                  <a:pt x="1729" y="405"/>
                </a:lnTo>
                <a:lnTo>
                  <a:pt x="1730" y="405"/>
                </a:lnTo>
                <a:lnTo>
                  <a:pt x="1730" y="404"/>
                </a:lnTo>
                <a:lnTo>
                  <a:pt x="1731" y="404"/>
                </a:lnTo>
                <a:lnTo>
                  <a:pt x="1731" y="405"/>
                </a:lnTo>
                <a:lnTo>
                  <a:pt x="1732" y="405"/>
                </a:lnTo>
                <a:lnTo>
                  <a:pt x="1733" y="405"/>
                </a:lnTo>
                <a:lnTo>
                  <a:pt x="1734" y="405"/>
                </a:lnTo>
                <a:lnTo>
                  <a:pt x="1735" y="405"/>
                </a:lnTo>
                <a:lnTo>
                  <a:pt x="1736" y="405"/>
                </a:lnTo>
                <a:lnTo>
                  <a:pt x="1737" y="405"/>
                </a:lnTo>
                <a:lnTo>
                  <a:pt x="1738" y="406"/>
                </a:lnTo>
                <a:lnTo>
                  <a:pt x="1738" y="405"/>
                </a:lnTo>
                <a:lnTo>
                  <a:pt x="1739" y="404"/>
                </a:lnTo>
                <a:lnTo>
                  <a:pt x="1740" y="404"/>
                </a:lnTo>
                <a:lnTo>
                  <a:pt x="1740" y="405"/>
                </a:lnTo>
                <a:lnTo>
                  <a:pt x="1741" y="405"/>
                </a:lnTo>
                <a:lnTo>
                  <a:pt x="1742" y="405"/>
                </a:lnTo>
                <a:lnTo>
                  <a:pt x="1743" y="405"/>
                </a:lnTo>
                <a:lnTo>
                  <a:pt x="1743" y="404"/>
                </a:lnTo>
                <a:lnTo>
                  <a:pt x="1743" y="405"/>
                </a:lnTo>
                <a:lnTo>
                  <a:pt x="1744" y="405"/>
                </a:lnTo>
                <a:lnTo>
                  <a:pt x="1745" y="404"/>
                </a:lnTo>
                <a:lnTo>
                  <a:pt x="1746" y="404"/>
                </a:lnTo>
                <a:lnTo>
                  <a:pt x="1746" y="405"/>
                </a:lnTo>
                <a:lnTo>
                  <a:pt x="1747" y="405"/>
                </a:lnTo>
                <a:lnTo>
                  <a:pt x="1747" y="406"/>
                </a:lnTo>
                <a:lnTo>
                  <a:pt x="1748" y="405"/>
                </a:lnTo>
                <a:lnTo>
                  <a:pt x="1749" y="405"/>
                </a:lnTo>
                <a:lnTo>
                  <a:pt x="1749" y="406"/>
                </a:lnTo>
                <a:lnTo>
                  <a:pt x="1750" y="406"/>
                </a:lnTo>
                <a:lnTo>
                  <a:pt x="1750" y="407"/>
                </a:lnTo>
                <a:lnTo>
                  <a:pt x="1751" y="407"/>
                </a:lnTo>
                <a:lnTo>
                  <a:pt x="1752" y="407"/>
                </a:lnTo>
                <a:lnTo>
                  <a:pt x="1753" y="407"/>
                </a:lnTo>
                <a:lnTo>
                  <a:pt x="1754" y="407"/>
                </a:lnTo>
                <a:lnTo>
                  <a:pt x="1754" y="408"/>
                </a:lnTo>
                <a:lnTo>
                  <a:pt x="1755" y="408"/>
                </a:lnTo>
                <a:lnTo>
                  <a:pt x="1756" y="408"/>
                </a:lnTo>
                <a:lnTo>
                  <a:pt x="1757" y="409"/>
                </a:lnTo>
                <a:lnTo>
                  <a:pt x="1758" y="409"/>
                </a:lnTo>
                <a:lnTo>
                  <a:pt x="1759" y="408"/>
                </a:lnTo>
                <a:lnTo>
                  <a:pt x="1760" y="409"/>
                </a:lnTo>
                <a:lnTo>
                  <a:pt x="1761" y="409"/>
                </a:lnTo>
                <a:lnTo>
                  <a:pt x="1762" y="409"/>
                </a:lnTo>
                <a:lnTo>
                  <a:pt x="1762" y="410"/>
                </a:lnTo>
                <a:lnTo>
                  <a:pt x="1763" y="410"/>
                </a:lnTo>
                <a:lnTo>
                  <a:pt x="1764" y="411"/>
                </a:lnTo>
                <a:lnTo>
                  <a:pt x="1764" y="410"/>
                </a:lnTo>
                <a:lnTo>
                  <a:pt x="1765" y="410"/>
                </a:lnTo>
                <a:lnTo>
                  <a:pt x="1766" y="411"/>
                </a:lnTo>
                <a:lnTo>
                  <a:pt x="1767" y="411"/>
                </a:lnTo>
                <a:lnTo>
                  <a:pt x="1767" y="412"/>
                </a:lnTo>
                <a:lnTo>
                  <a:pt x="1768" y="412"/>
                </a:lnTo>
                <a:lnTo>
                  <a:pt x="1769" y="412"/>
                </a:lnTo>
                <a:lnTo>
                  <a:pt x="1770" y="412"/>
                </a:lnTo>
                <a:lnTo>
                  <a:pt x="1770" y="413"/>
                </a:lnTo>
                <a:lnTo>
                  <a:pt x="1770" y="414"/>
                </a:lnTo>
                <a:lnTo>
                  <a:pt x="1771" y="415"/>
                </a:lnTo>
                <a:lnTo>
                  <a:pt x="1772" y="415"/>
                </a:lnTo>
                <a:lnTo>
                  <a:pt x="1773" y="415"/>
                </a:lnTo>
                <a:lnTo>
                  <a:pt x="1773" y="416"/>
                </a:lnTo>
                <a:lnTo>
                  <a:pt x="1774" y="416"/>
                </a:lnTo>
                <a:lnTo>
                  <a:pt x="1774" y="417"/>
                </a:lnTo>
                <a:lnTo>
                  <a:pt x="1775" y="418"/>
                </a:lnTo>
                <a:lnTo>
                  <a:pt x="1776" y="418"/>
                </a:lnTo>
                <a:lnTo>
                  <a:pt x="1776" y="417"/>
                </a:lnTo>
                <a:lnTo>
                  <a:pt x="1777" y="418"/>
                </a:lnTo>
                <a:lnTo>
                  <a:pt x="1778" y="418"/>
                </a:lnTo>
                <a:lnTo>
                  <a:pt x="1779" y="417"/>
                </a:lnTo>
                <a:lnTo>
                  <a:pt x="1779" y="418"/>
                </a:lnTo>
                <a:lnTo>
                  <a:pt x="1779" y="419"/>
                </a:lnTo>
                <a:lnTo>
                  <a:pt x="1780" y="419"/>
                </a:lnTo>
                <a:lnTo>
                  <a:pt x="1780" y="420"/>
                </a:lnTo>
                <a:lnTo>
                  <a:pt x="1781" y="420"/>
                </a:lnTo>
                <a:lnTo>
                  <a:pt x="1782" y="420"/>
                </a:lnTo>
                <a:lnTo>
                  <a:pt x="1783" y="420"/>
                </a:lnTo>
                <a:lnTo>
                  <a:pt x="1784" y="421"/>
                </a:lnTo>
                <a:lnTo>
                  <a:pt x="1784" y="422"/>
                </a:lnTo>
                <a:lnTo>
                  <a:pt x="1785" y="422"/>
                </a:lnTo>
                <a:lnTo>
                  <a:pt x="1786" y="423"/>
                </a:lnTo>
                <a:lnTo>
                  <a:pt x="1787" y="423"/>
                </a:lnTo>
                <a:lnTo>
                  <a:pt x="1787" y="424"/>
                </a:lnTo>
                <a:lnTo>
                  <a:pt x="1787" y="425"/>
                </a:lnTo>
                <a:lnTo>
                  <a:pt x="1786" y="425"/>
                </a:lnTo>
                <a:lnTo>
                  <a:pt x="1786" y="426"/>
                </a:lnTo>
                <a:lnTo>
                  <a:pt x="1787" y="429"/>
                </a:lnTo>
                <a:lnTo>
                  <a:pt x="1788" y="430"/>
                </a:lnTo>
                <a:lnTo>
                  <a:pt x="1788" y="431"/>
                </a:lnTo>
                <a:lnTo>
                  <a:pt x="1788" y="432"/>
                </a:lnTo>
                <a:lnTo>
                  <a:pt x="1787" y="432"/>
                </a:lnTo>
                <a:lnTo>
                  <a:pt x="1787" y="433"/>
                </a:lnTo>
                <a:lnTo>
                  <a:pt x="1788" y="433"/>
                </a:lnTo>
                <a:lnTo>
                  <a:pt x="1787" y="434"/>
                </a:lnTo>
                <a:lnTo>
                  <a:pt x="1787" y="435"/>
                </a:lnTo>
                <a:lnTo>
                  <a:pt x="1788" y="435"/>
                </a:lnTo>
                <a:lnTo>
                  <a:pt x="1789" y="435"/>
                </a:lnTo>
                <a:lnTo>
                  <a:pt x="1790" y="436"/>
                </a:lnTo>
                <a:lnTo>
                  <a:pt x="1791" y="437"/>
                </a:lnTo>
                <a:lnTo>
                  <a:pt x="1792" y="438"/>
                </a:lnTo>
                <a:lnTo>
                  <a:pt x="1792" y="439"/>
                </a:lnTo>
                <a:lnTo>
                  <a:pt x="1792" y="440"/>
                </a:lnTo>
                <a:lnTo>
                  <a:pt x="1793" y="441"/>
                </a:lnTo>
                <a:lnTo>
                  <a:pt x="1793" y="442"/>
                </a:lnTo>
                <a:lnTo>
                  <a:pt x="1794" y="443"/>
                </a:lnTo>
                <a:lnTo>
                  <a:pt x="1794" y="444"/>
                </a:lnTo>
                <a:lnTo>
                  <a:pt x="1794" y="445"/>
                </a:lnTo>
                <a:lnTo>
                  <a:pt x="1795" y="446"/>
                </a:lnTo>
                <a:lnTo>
                  <a:pt x="1796" y="446"/>
                </a:lnTo>
                <a:lnTo>
                  <a:pt x="1795" y="447"/>
                </a:lnTo>
                <a:lnTo>
                  <a:pt x="1796" y="447"/>
                </a:lnTo>
                <a:lnTo>
                  <a:pt x="1797" y="447"/>
                </a:lnTo>
                <a:lnTo>
                  <a:pt x="1798" y="449"/>
                </a:lnTo>
                <a:lnTo>
                  <a:pt x="1799" y="449"/>
                </a:lnTo>
                <a:lnTo>
                  <a:pt x="1798" y="449"/>
                </a:lnTo>
                <a:lnTo>
                  <a:pt x="1799" y="449"/>
                </a:lnTo>
                <a:lnTo>
                  <a:pt x="1800" y="450"/>
                </a:lnTo>
                <a:lnTo>
                  <a:pt x="1800" y="451"/>
                </a:lnTo>
                <a:lnTo>
                  <a:pt x="1801" y="451"/>
                </a:lnTo>
                <a:lnTo>
                  <a:pt x="1802" y="452"/>
                </a:lnTo>
                <a:lnTo>
                  <a:pt x="1802" y="453"/>
                </a:lnTo>
                <a:lnTo>
                  <a:pt x="1803" y="453"/>
                </a:lnTo>
                <a:lnTo>
                  <a:pt x="1804" y="454"/>
                </a:lnTo>
                <a:lnTo>
                  <a:pt x="1804" y="455"/>
                </a:lnTo>
                <a:lnTo>
                  <a:pt x="1804" y="456"/>
                </a:lnTo>
                <a:lnTo>
                  <a:pt x="1805" y="456"/>
                </a:lnTo>
                <a:lnTo>
                  <a:pt x="1805" y="457"/>
                </a:lnTo>
                <a:lnTo>
                  <a:pt x="1806" y="457"/>
                </a:lnTo>
                <a:lnTo>
                  <a:pt x="1807" y="458"/>
                </a:lnTo>
                <a:lnTo>
                  <a:pt x="1806" y="459"/>
                </a:lnTo>
                <a:lnTo>
                  <a:pt x="1806" y="460"/>
                </a:lnTo>
                <a:lnTo>
                  <a:pt x="1806" y="461"/>
                </a:lnTo>
                <a:lnTo>
                  <a:pt x="1807" y="463"/>
                </a:lnTo>
                <a:lnTo>
                  <a:pt x="1806" y="463"/>
                </a:lnTo>
                <a:lnTo>
                  <a:pt x="1805" y="464"/>
                </a:lnTo>
                <a:lnTo>
                  <a:pt x="1806" y="465"/>
                </a:lnTo>
                <a:lnTo>
                  <a:pt x="1807" y="465"/>
                </a:lnTo>
                <a:lnTo>
                  <a:pt x="1806" y="466"/>
                </a:lnTo>
                <a:lnTo>
                  <a:pt x="1805" y="467"/>
                </a:lnTo>
                <a:lnTo>
                  <a:pt x="1804" y="467"/>
                </a:lnTo>
                <a:lnTo>
                  <a:pt x="1804" y="468"/>
                </a:lnTo>
                <a:lnTo>
                  <a:pt x="1803" y="469"/>
                </a:lnTo>
                <a:lnTo>
                  <a:pt x="1804" y="470"/>
                </a:lnTo>
                <a:lnTo>
                  <a:pt x="1804" y="471"/>
                </a:lnTo>
                <a:lnTo>
                  <a:pt x="1804" y="472"/>
                </a:lnTo>
                <a:lnTo>
                  <a:pt x="1805" y="472"/>
                </a:lnTo>
                <a:lnTo>
                  <a:pt x="1805" y="473"/>
                </a:lnTo>
                <a:lnTo>
                  <a:pt x="1806" y="473"/>
                </a:lnTo>
                <a:lnTo>
                  <a:pt x="1805" y="474"/>
                </a:lnTo>
                <a:lnTo>
                  <a:pt x="1805" y="475"/>
                </a:lnTo>
                <a:lnTo>
                  <a:pt x="1805" y="476"/>
                </a:lnTo>
                <a:lnTo>
                  <a:pt x="1806" y="476"/>
                </a:lnTo>
                <a:lnTo>
                  <a:pt x="1807" y="476"/>
                </a:lnTo>
                <a:lnTo>
                  <a:pt x="1807" y="477"/>
                </a:lnTo>
                <a:lnTo>
                  <a:pt x="1807" y="478"/>
                </a:lnTo>
                <a:lnTo>
                  <a:pt x="1808" y="478"/>
                </a:lnTo>
                <a:lnTo>
                  <a:pt x="1808" y="479"/>
                </a:lnTo>
                <a:lnTo>
                  <a:pt x="1809" y="479"/>
                </a:lnTo>
                <a:lnTo>
                  <a:pt x="1809" y="480"/>
                </a:lnTo>
                <a:lnTo>
                  <a:pt x="1808" y="480"/>
                </a:lnTo>
                <a:lnTo>
                  <a:pt x="1809" y="481"/>
                </a:lnTo>
                <a:lnTo>
                  <a:pt x="1810" y="481"/>
                </a:lnTo>
                <a:lnTo>
                  <a:pt x="1812" y="482"/>
                </a:lnTo>
                <a:lnTo>
                  <a:pt x="1813" y="483"/>
                </a:lnTo>
                <a:lnTo>
                  <a:pt x="1814" y="485"/>
                </a:lnTo>
                <a:lnTo>
                  <a:pt x="1814" y="487"/>
                </a:lnTo>
                <a:lnTo>
                  <a:pt x="1815" y="487"/>
                </a:lnTo>
                <a:lnTo>
                  <a:pt x="1816" y="488"/>
                </a:lnTo>
                <a:lnTo>
                  <a:pt x="1816" y="487"/>
                </a:lnTo>
                <a:lnTo>
                  <a:pt x="1817" y="487"/>
                </a:lnTo>
                <a:lnTo>
                  <a:pt x="1817" y="488"/>
                </a:lnTo>
                <a:lnTo>
                  <a:pt x="1816" y="489"/>
                </a:lnTo>
                <a:lnTo>
                  <a:pt x="1817" y="490"/>
                </a:lnTo>
                <a:lnTo>
                  <a:pt x="1818" y="490"/>
                </a:lnTo>
                <a:lnTo>
                  <a:pt x="1817" y="491"/>
                </a:lnTo>
                <a:lnTo>
                  <a:pt x="1818" y="492"/>
                </a:lnTo>
                <a:lnTo>
                  <a:pt x="1817" y="492"/>
                </a:lnTo>
                <a:lnTo>
                  <a:pt x="1817" y="493"/>
                </a:lnTo>
                <a:lnTo>
                  <a:pt x="1817" y="494"/>
                </a:lnTo>
                <a:lnTo>
                  <a:pt x="1818" y="495"/>
                </a:lnTo>
                <a:lnTo>
                  <a:pt x="1819" y="495"/>
                </a:lnTo>
                <a:lnTo>
                  <a:pt x="1820" y="496"/>
                </a:lnTo>
                <a:lnTo>
                  <a:pt x="1820" y="497"/>
                </a:lnTo>
                <a:lnTo>
                  <a:pt x="1821" y="497"/>
                </a:lnTo>
                <a:lnTo>
                  <a:pt x="1821" y="498"/>
                </a:lnTo>
                <a:lnTo>
                  <a:pt x="1822" y="499"/>
                </a:lnTo>
                <a:lnTo>
                  <a:pt x="1823" y="500"/>
                </a:lnTo>
                <a:lnTo>
                  <a:pt x="1824" y="500"/>
                </a:lnTo>
                <a:lnTo>
                  <a:pt x="1825" y="501"/>
                </a:lnTo>
                <a:lnTo>
                  <a:pt x="1826" y="502"/>
                </a:lnTo>
                <a:lnTo>
                  <a:pt x="1827" y="503"/>
                </a:lnTo>
                <a:lnTo>
                  <a:pt x="1829" y="504"/>
                </a:lnTo>
                <a:lnTo>
                  <a:pt x="1830" y="505"/>
                </a:lnTo>
                <a:lnTo>
                  <a:pt x="1830" y="506"/>
                </a:lnTo>
                <a:lnTo>
                  <a:pt x="1830" y="507"/>
                </a:lnTo>
                <a:lnTo>
                  <a:pt x="1831" y="507"/>
                </a:lnTo>
                <a:lnTo>
                  <a:pt x="1831" y="508"/>
                </a:lnTo>
                <a:lnTo>
                  <a:pt x="1834" y="510"/>
                </a:lnTo>
                <a:lnTo>
                  <a:pt x="1835" y="511"/>
                </a:lnTo>
                <a:lnTo>
                  <a:pt x="1836" y="511"/>
                </a:lnTo>
                <a:lnTo>
                  <a:pt x="1838" y="512"/>
                </a:lnTo>
                <a:lnTo>
                  <a:pt x="1839" y="513"/>
                </a:lnTo>
                <a:lnTo>
                  <a:pt x="1839" y="514"/>
                </a:lnTo>
                <a:lnTo>
                  <a:pt x="1841" y="515"/>
                </a:lnTo>
                <a:lnTo>
                  <a:pt x="1842" y="516"/>
                </a:lnTo>
                <a:lnTo>
                  <a:pt x="1843" y="516"/>
                </a:lnTo>
                <a:lnTo>
                  <a:pt x="1843" y="517"/>
                </a:lnTo>
                <a:lnTo>
                  <a:pt x="1844" y="517"/>
                </a:lnTo>
                <a:lnTo>
                  <a:pt x="1844" y="518"/>
                </a:lnTo>
                <a:lnTo>
                  <a:pt x="1843" y="518"/>
                </a:lnTo>
                <a:lnTo>
                  <a:pt x="1844" y="519"/>
                </a:lnTo>
                <a:lnTo>
                  <a:pt x="1845" y="519"/>
                </a:lnTo>
                <a:lnTo>
                  <a:pt x="1845" y="520"/>
                </a:lnTo>
                <a:lnTo>
                  <a:pt x="1846" y="520"/>
                </a:lnTo>
                <a:lnTo>
                  <a:pt x="1846" y="521"/>
                </a:lnTo>
                <a:lnTo>
                  <a:pt x="1847" y="522"/>
                </a:lnTo>
                <a:lnTo>
                  <a:pt x="1847" y="523"/>
                </a:lnTo>
                <a:lnTo>
                  <a:pt x="1846" y="524"/>
                </a:lnTo>
                <a:lnTo>
                  <a:pt x="1845" y="525"/>
                </a:lnTo>
                <a:lnTo>
                  <a:pt x="1845" y="526"/>
                </a:lnTo>
                <a:lnTo>
                  <a:pt x="1844" y="526"/>
                </a:lnTo>
                <a:lnTo>
                  <a:pt x="1843" y="526"/>
                </a:lnTo>
                <a:lnTo>
                  <a:pt x="1843" y="527"/>
                </a:lnTo>
                <a:lnTo>
                  <a:pt x="1842" y="528"/>
                </a:lnTo>
                <a:lnTo>
                  <a:pt x="1841" y="528"/>
                </a:lnTo>
                <a:lnTo>
                  <a:pt x="1841" y="529"/>
                </a:lnTo>
                <a:lnTo>
                  <a:pt x="1840" y="529"/>
                </a:lnTo>
                <a:lnTo>
                  <a:pt x="1840" y="530"/>
                </a:lnTo>
                <a:lnTo>
                  <a:pt x="1840" y="531"/>
                </a:lnTo>
                <a:lnTo>
                  <a:pt x="1840" y="532"/>
                </a:lnTo>
                <a:lnTo>
                  <a:pt x="1840" y="533"/>
                </a:lnTo>
                <a:lnTo>
                  <a:pt x="1839" y="534"/>
                </a:lnTo>
                <a:lnTo>
                  <a:pt x="1838" y="534"/>
                </a:lnTo>
                <a:lnTo>
                  <a:pt x="1838" y="535"/>
                </a:lnTo>
                <a:lnTo>
                  <a:pt x="1837" y="535"/>
                </a:lnTo>
                <a:lnTo>
                  <a:pt x="1836" y="534"/>
                </a:lnTo>
                <a:lnTo>
                  <a:pt x="1835" y="534"/>
                </a:lnTo>
                <a:lnTo>
                  <a:pt x="1834" y="533"/>
                </a:lnTo>
                <a:lnTo>
                  <a:pt x="1834" y="532"/>
                </a:lnTo>
                <a:lnTo>
                  <a:pt x="1834" y="531"/>
                </a:lnTo>
                <a:lnTo>
                  <a:pt x="1833" y="531"/>
                </a:lnTo>
                <a:lnTo>
                  <a:pt x="1833" y="530"/>
                </a:lnTo>
                <a:lnTo>
                  <a:pt x="1832" y="530"/>
                </a:lnTo>
                <a:lnTo>
                  <a:pt x="1831" y="529"/>
                </a:lnTo>
                <a:lnTo>
                  <a:pt x="1831" y="528"/>
                </a:lnTo>
                <a:lnTo>
                  <a:pt x="1830" y="527"/>
                </a:lnTo>
                <a:lnTo>
                  <a:pt x="1829" y="527"/>
                </a:lnTo>
                <a:lnTo>
                  <a:pt x="1827" y="526"/>
                </a:lnTo>
                <a:lnTo>
                  <a:pt x="1826" y="526"/>
                </a:lnTo>
                <a:lnTo>
                  <a:pt x="1825" y="526"/>
                </a:lnTo>
                <a:lnTo>
                  <a:pt x="1825" y="527"/>
                </a:lnTo>
                <a:lnTo>
                  <a:pt x="1824" y="527"/>
                </a:lnTo>
                <a:lnTo>
                  <a:pt x="1824" y="528"/>
                </a:lnTo>
                <a:lnTo>
                  <a:pt x="1823" y="529"/>
                </a:lnTo>
                <a:lnTo>
                  <a:pt x="1823" y="531"/>
                </a:lnTo>
                <a:lnTo>
                  <a:pt x="1822" y="533"/>
                </a:lnTo>
                <a:lnTo>
                  <a:pt x="1822" y="534"/>
                </a:lnTo>
                <a:lnTo>
                  <a:pt x="1822" y="536"/>
                </a:lnTo>
                <a:lnTo>
                  <a:pt x="1822" y="537"/>
                </a:lnTo>
                <a:lnTo>
                  <a:pt x="1823" y="537"/>
                </a:lnTo>
                <a:lnTo>
                  <a:pt x="1823" y="538"/>
                </a:lnTo>
                <a:lnTo>
                  <a:pt x="1824" y="538"/>
                </a:lnTo>
                <a:lnTo>
                  <a:pt x="1824" y="539"/>
                </a:lnTo>
                <a:lnTo>
                  <a:pt x="1823" y="540"/>
                </a:lnTo>
                <a:lnTo>
                  <a:pt x="1823" y="541"/>
                </a:lnTo>
                <a:lnTo>
                  <a:pt x="1822" y="541"/>
                </a:lnTo>
                <a:lnTo>
                  <a:pt x="1822" y="542"/>
                </a:lnTo>
                <a:lnTo>
                  <a:pt x="1823" y="542"/>
                </a:lnTo>
                <a:lnTo>
                  <a:pt x="1825" y="542"/>
                </a:lnTo>
                <a:lnTo>
                  <a:pt x="1825" y="543"/>
                </a:lnTo>
                <a:lnTo>
                  <a:pt x="1826" y="543"/>
                </a:lnTo>
                <a:lnTo>
                  <a:pt x="1826" y="544"/>
                </a:lnTo>
                <a:lnTo>
                  <a:pt x="1827" y="544"/>
                </a:lnTo>
                <a:lnTo>
                  <a:pt x="1828" y="545"/>
                </a:lnTo>
                <a:lnTo>
                  <a:pt x="1828" y="546"/>
                </a:lnTo>
                <a:lnTo>
                  <a:pt x="1829" y="546"/>
                </a:lnTo>
                <a:lnTo>
                  <a:pt x="1830" y="547"/>
                </a:lnTo>
                <a:lnTo>
                  <a:pt x="1831" y="548"/>
                </a:lnTo>
                <a:lnTo>
                  <a:pt x="1831" y="549"/>
                </a:lnTo>
                <a:lnTo>
                  <a:pt x="1832" y="552"/>
                </a:lnTo>
                <a:lnTo>
                  <a:pt x="1832" y="553"/>
                </a:lnTo>
                <a:lnTo>
                  <a:pt x="1833" y="553"/>
                </a:lnTo>
                <a:lnTo>
                  <a:pt x="1833" y="554"/>
                </a:lnTo>
                <a:lnTo>
                  <a:pt x="1834" y="554"/>
                </a:lnTo>
                <a:lnTo>
                  <a:pt x="1833" y="555"/>
                </a:lnTo>
                <a:lnTo>
                  <a:pt x="1834" y="556"/>
                </a:lnTo>
                <a:lnTo>
                  <a:pt x="1836" y="557"/>
                </a:lnTo>
                <a:lnTo>
                  <a:pt x="1837" y="557"/>
                </a:lnTo>
                <a:lnTo>
                  <a:pt x="1837" y="558"/>
                </a:lnTo>
                <a:lnTo>
                  <a:pt x="1838" y="559"/>
                </a:lnTo>
                <a:lnTo>
                  <a:pt x="1839" y="559"/>
                </a:lnTo>
                <a:lnTo>
                  <a:pt x="1839" y="560"/>
                </a:lnTo>
                <a:lnTo>
                  <a:pt x="1840" y="561"/>
                </a:lnTo>
                <a:lnTo>
                  <a:pt x="1840" y="562"/>
                </a:lnTo>
                <a:lnTo>
                  <a:pt x="1840" y="563"/>
                </a:lnTo>
                <a:lnTo>
                  <a:pt x="1840" y="564"/>
                </a:lnTo>
                <a:lnTo>
                  <a:pt x="1839" y="564"/>
                </a:lnTo>
                <a:lnTo>
                  <a:pt x="1839" y="565"/>
                </a:lnTo>
                <a:lnTo>
                  <a:pt x="1839" y="566"/>
                </a:lnTo>
                <a:lnTo>
                  <a:pt x="1839" y="567"/>
                </a:lnTo>
                <a:lnTo>
                  <a:pt x="1838" y="568"/>
                </a:lnTo>
                <a:lnTo>
                  <a:pt x="1838" y="569"/>
                </a:lnTo>
                <a:lnTo>
                  <a:pt x="1837" y="570"/>
                </a:lnTo>
                <a:lnTo>
                  <a:pt x="1838" y="571"/>
                </a:lnTo>
                <a:lnTo>
                  <a:pt x="1838" y="572"/>
                </a:lnTo>
                <a:lnTo>
                  <a:pt x="1839" y="573"/>
                </a:lnTo>
                <a:lnTo>
                  <a:pt x="1840" y="573"/>
                </a:lnTo>
                <a:lnTo>
                  <a:pt x="1841" y="574"/>
                </a:lnTo>
                <a:lnTo>
                  <a:pt x="1843" y="575"/>
                </a:lnTo>
                <a:lnTo>
                  <a:pt x="1844" y="576"/>
                </a:lnTo>
                <a:lnTo>
                  <a:pt x="1844" y="577"/>
                </a:lnTo>
                <a:lnTo>
                  <a:pt x="1844" y="578"/>
                </a:lnTo>
                <a:lnTo>
                  <a:pt x="1845" y="578"/>
                </a:lnTo>
                <a:lnTo>
                  <a:pt x="1846" y="578"/>
                </a:lnTo>
                <a:lnTo>
                  <a:pt x="1847" y="579"/>
                </a:lnTo>
                <a:lnTo>
                  <a:pt x="1847" y="580"/>
                </a:lnTo>
                <a:lnTo>
                  <a:pt x="1847" y="581"/>
                </a:lnTo>
                <a:lnTo>
                  <a:pt x="1848" y="582"/>
                </a:lnTo>
                <a:lnTo>
                  <a:pt x="1849" y="582"/>
                </a:lnTo>
                <a:lnTo>
                  <a:pt x="1849" y="583"/>
                </a:lnTo>
                <a:lnTo>
                  <a:pt x="1850" y="583"/>
                </a:lnTo>
                <a:lnTo>
                  <a:pt x="1851" y="583"/>
                </a:lnTo>
                <a:lnTo>
                  <a:pt x="1853" y="584"/>
                </a:lnTo>
                <a:lnTo>
                  <a:pt x="1854" y="585"/>
                </a:lnTo>
                <a:lnTo>
                  <a:pt x="1854" y="586"/>
                </a:lnTo>
                <a:lnTo>
                  <a:pt x="1854" y="587"/>
                </a:lnTo>
                <a:lnTo>
                  <a:pt x="1854" y="588"/>
                </a:lnTo>
                <a:lnTo>
                  <a:pt x="1854" y="589"/>
                </a:lnTo>
                <a:lnTo>
                  <a:pt x="1853" y="589"/>
                </a:lnTo>
                <a:lnTo>
                  <a:pt x="1852" y="589"/>
                </a:lnTo>
                <a:lnTo>
                  <a:pt x="1852" y="590"/>
                </a:lnTo>
                <a:lnTo>
                  <a:pt x="1852" y="591"/>
                </a:lnTo>
                <a:lnTo>
                  <a:pt x="1851" y="591"/>
                </a:lnTo>
                <a:lnTo>
                  <a:pt x="1850" y="591"/>
                </a:lnTo>
                <a:lnTo>
                  <a:pt x="1849" y="592"/>
                </a:lnTo>
                <a:lnTo>
                  <a:pt x="1849" y="593"/>
                </a:lnTo>
                <a:lnTo>
                  <a:pt x="1850" y="595"/>
                </a:lnTo>
                <a:lnTo>
                  <a:pt x="1850" y="596"/>
                </a:lnTo>
                <a:lnTo>
                  <a:pt x="1850" y="597"/>
                </a:lnTo>
                <a:lnTo>
                  <a:pt x="1851" y="598"/>
                </a:lnTo>
                <a:lnTo>
                  <a:pt x="1851" y="599"/>
                </a:lnTo>
                <a:lnTo>
                  <a:pt x="1850" y="600"/>
                </a:lnTo>
                <a:lnTo>
                  <a:pt x="1850" y="601"/>
                </a:lnTo>
                <a:lnTo>
                  <a:pt x="1851" y="601"/>
                </a:lnTo>
                <a:lnTo>
                  <a:pt x="1852" y="601"/>
                </a:lnTo>
                <a:lnTo>
                  <a:pt x="1852" y="602"/>
                </a:lnTo>
                <a:lnTo>
                  <a:pt x="1852" y="603"/>
                </a:lnTo>
                <a:lnTo>
                  <a:pt x="1852" y="604"/>
                </a:lnTo>
                <a:lnTo>
                  <a:pt x="1851" y="605"/>
                </a:lnTo>
                <a:lnTo>
                  <a:pt x="1851" y="606"/>
                </a:lnTo>
                <a:lnTo>
                  <a:pt x="1852" y="607"/>
                </a:lnTo>
                <a:lnTo>
                  <a:pt x="1852" y="608"/>
                </a:lnTo>
                <a:lnTo>
                  <a:pt x="1851" y="608"/>
                </a:lnTo>
                <a:lnTo>
                  <a:pt x="1851" y="609"/>
                </a:lnTo>
                <a:lnTo>
                  <a:pt x="1851" y="610"/>
                </a:lnTo>
                <a:lnTo>
                  <a:pt x="1852" y="611"/>
                </a:lnTo>
                <a:lnTo>
                  <a:pt x="1853" y="612"/>
                </a:lnTo>
                <a:lnTo>
                  <a:pt x="1852" y="613"/>
                </a:lnTo>
                <a:lnTo>
                  <a:pt x="1852" y="614"/>
                </a:lnTo>
                <a:lnTo>
                  <a:pt x="1853" y="614"/>
                </a:lnTo>
                <a:lnTo>
                  <a:pt x="1854" y="616"/>
                </a:lnTo>
                <a:lnTo>
                  <a:pt x="1854" y="617"/>
                </a:lnTo>
                <a:lnTo>
                  <a:pt x="1854" y="619"/>
                </a:lnTo>
                <a:lnTo>
                  <a:pt x="1854" y="620"/>
                </a:lnTo>
                <a:lnTo>
                  <a:pt x="1855" y="621"/>
                </a:lnTo>
                <a:lnTo>
                  <a:pt x="1855" y="622"/>
                </a:lnTo>
                <a:lnTo>
                  <a:pt x="1855" y="623"/>
                </a:lnTo>
                <a:lnTo>
                  <a:pt x="1855" y="624"/>
                </a:lnTo>
                <a:lnTo>
                  <a:pt x="1855" y="625"/>
                </a:lnTo>
                <a:lnTo>
                  <a:pt x="1855" y="626"/>
                </a:lnTo>
                <a:lnTo>
                  <a:pt x="1855" y="627"/>
                </a:lnTo>
                <a:lnTo>
                  <a:pt x="1855" y="628"/>
                </a:lnTo>
                <a:lnTo>
                  <a:pt x="1855" y="629"/>
                </a:lnTo>
                <a:lnTo>
                  <a:pt x="1856" y="630"/>
                </a:lnTo>
                <a:lnTo>
                  <a:pt x="1856" y="631"/>
                </a:lnTo>
                <a:lnTo>
                  <a:pt x="1856" y="632"/>
                </a:lnTo>
                <a:lnTo>
                  <a:pt x="1856" y="633"/>
                </a:lnTo>
                <a:lnTo>
                  <a:pt x="1856" y="634"/>
                </a:lnTo>
                <a:lnTo>
                  <a:pt x="1856" y="635"/>
                </a:lnTo>
                <a:lnTo>
                  <a:pt x="1856" y="636"/>
                </a:lnTo>
                <a:lnTo>
                  <a:pt x="1855" y="636"/>
                </a:lnTo>
                <a:lnTo>
                  <a:pt x="1855" y="637"/>
                </a:lnTo>
                <a:lnTo>
                  <a:pt x="1855" y="639"/>
                </a:lnTo>
                <a:lnTo>
                  <a:pt x="1855" y="640"/>
                </a:lnTo>
                <a:lnTo>
                  <a:pt x="1857" y="641"/>
                </a:lnTo>
                <a:lnTo>
                  <a:pt x="1857" y="642"/>
                </a:lnTo>
                <a:lnTo>
                  <a:pt x="1856" y="642"/>
                </a:lnTo>
                <a:lnTo>
                  <a:pt x="1856" y="643"/>
                </a:lnTo>
                <a:lnTo>
                  <a:pt x="1856" y="644"/>
                </a:lnTo>
                <a:lnTo>
                  <a:pt x="1856" y="645"/>
                </a:lnTo>
                <a:lnTo>
                  <a:pt x="1857" y="646"/>
                </a:lnTo>
                <a:lnTo>
                  <a:pt x="1856" y="647"/>
                </a:lnTo>
                <a:lnTo>
                  <a:pt x="1857" y="647"/>
                </a:lnTo>
                <a:lnTo>
                  <a:pt x="1857" y="648"/>
                </a:lnTo>
                <a:lnTo>
                  <a:pt x="1858" y="648"/>
                </a:lnTo>
                <a:lnTo>
                  <a:pt x="1859" y="649"/>
                </a:lnTo>
                <a:lnTo>
                  <a:pt x="1858" y="650"/>
                </a:lnTo>
                <a:lnTo>
                  <a:pt x="1858" y="651"/>
                </a:lnTo>
                <a:lnTo>
                  <a:pt x="1859" y="651"/>
                </a:lnTo>
                <a:lnTo>
                  <a:pt x="1859" y="652"/>
                </a:lnTo>
                <a:lnTo>
                  <a:pt x="1860" y="652"/>
                </a:lnTo>
                <a:lnTo>
                  <a:pt x="1860" y="653"/>
                </a:lnTo>
                <a:lnTo>
                  <a:pt x="1860" y="654"/>
                </a:lnTo>
                <a:lnTo>
                  <a:pt x="1861" y="654"/>
                </a:lnTo>
                <a:lnTo>
                  <a:pt x="1861" y="655"/>
                </a:lnTo>
                <a:lnTo>
                  <a:pt x="1862" y="655"/>
                </a:lnTo>
                <a:lnTo>
                  <a:pt x="1861" y="656"/>
                </a:lnTo>
                <a:lnTo>
                  <a:pt x="1861" y="657"/>
                </a:lnTo>
                <a:lnTo>
                  <a:pt x="1861" y="658"/>
                </a:lnTo>
                <a:lnTo>
                  <a:pt x="1861" y="659"/>
                </a:lnTo>
                <a:lnTo>
                  <a:pt x="1861" y="663"/>
                </a:lnTo>
                <a:lnTo>
                  <a:pt x="1862" y="667"/>
                </a:lnTo>
                <a:lnTo>
                  <a:pt x="1862" y="668"/>
                </a:lnTo>
                <a:lnTo>
                  <a:pt x="1862" y="669"/>
                </a:lnTo>
                <a:lnTo>
                  <a:pt x="1862" y="670"/>
                </a:lnTo>
                <a:lnTo>
                  <a:pt x="1863" y="670"/>
                </a:lnTo>
                <a:lnTo>
                  <a:pt x="1864" y="670"/>
                </a:lnTo>
                <a:lnTo>
                  <a:pt x="1864" y="671"/>
                </a:lnTo>
                <a:lnTo>
                  <a:pt x="1863" y="671"/>
                </a:lnTo>
                <a:lnTo>
                  <a:pt x="1863" y="672"/>
                </a:lnTo>
                <a:lnTo>
                  <a:pt x="1862" y="673"/>
                </a:lnTo>
                <a:lnTo>
                  <a:pt x="1862" y="674"/>
                </a:lnTo>
                <a:lnTo>
                  <a:pt x="1861" y="675"/>
                </a:lnTo>
                <a:lnTo>
                  <a:pt x="1861" y="676"/>
                </a:lnTo>
                <a:lnTo>
                  <a:pt x="1861" y="677"/>
                </a:lnTo>
                <a:lnTo>
                  <a:pt x="1861" y="678"/>
                </a:lnTo>
                <a:lnTo>
                  <a:pt x="1860" y="678"/>
                </a:lnTo>
                <a:lnTo>
                  <a:pt x="1860" y="680"/>
                </a:lnTo>
                <a:lnTo>
                  <a:pt x="1859" y="680"/>
                </a:lnTo>
                <a:lnTo>
                  <a:pt x="1859" y="681"/>
                </a:lnTo>
                <a:lnTo>
                  <a:pt x="1859" y="682"/>
                </a:lnTo>
                <a:lnTo>
                  <a:pt x="1859" y="683"/>
                </a:lnTo>
                <a:lnTo>
                  <a:pt x="1859" y="684"/>
                </a:lnTo>
                <a:lnTo>
                  <a:pt x="1859" y="685"/>
                </a:lnTo>
                <a:lnTo>
                  <a:pt x="1859" y="686"/>
                </a:lnTo>
                <a:lnTo>
                  <a:pt x="1858" y="686"/>
                </a:lnTo>
                <a:lnTo>
                  <a:pt x="1858" y="688"/>
                </a:lnTo>
                <a:lnTo>
                  <a:pt x="1858" y="689"/>
                </a:lnTo>
                <a:lnTo>
                  <a:pt x="1858" y="690"/>
                </a:lnTo>
                <a:lnTo>
                  <a:pt x="1858" y="691"/>
                </a:lnTo>
                <a:lnTo>
                  <a:pt x="1857" y="694"/>
                </a:lnTo>
                <a:lnTo>
                  <a:pt x="1857" y="695"/>
                </a:lnTo>
                <a:lnTo>
                  <a:pt x="1857" y="696"/>
                </a:lnTo>
                <a:lnTo>
                  <a:pt x="1857" y="697"/>
                </a:lnTo>
                <a:lnTo>
                  <a:pt x="1857" y="698"/>
                </a:lnTo>
                <a:lnTo>
                  <a:pt x="1858" y="698"/>
                </a:lnTo>
                <a:lnTo>
                  <a:pt x="1857" y="698"/>
                </a:lnTo>
                <a:lnTo>
                  <a:pt x="1857" y="699"/>
                </a:lnTo>
                <a:lnTo>
                  <a:pt x="1858" y="700"/>
                </a:lnTo>
                <a:lnTo>
                  <a:pt x="1858" y="701"/>
                </a:lnTo>
                <a:lnTo>
                  <a:pt x="1859" y="702"/>
                </a:lnTo>
                <a:lnTo>
                  <a:pt x="1859" y="703"/>
                </a:lnTo>
                <a:lnTo>
                  <a:pt x="1860" y="704"/>
                </a:lnTo>
                <a:lnTo>
                  <a:pt x="1860" y="705"/>
                </a:lnTo>
                <a:lnTo>
                  <a:pt x="1861" y="705"/>
                </a:lnTo>
                <a:lnTo>
                  <a:pt x="1861" y="706"/>
                </a:lnTo>
                <a:lnTo>
                  <a:pt x="1861" y="707"/>
                </a:lnTo>
                <a:lnTo>
                  <a:pt x="1862" y="707"/>
                </a:lnTo>
                <a:lnTo>
                  <a:pt x="1862" y="709"/>
                </a:lnTo>
                <a:lnTo>
                  <a:pt x="1862" y="711"/>
                </a:lnTo>
                <a:lnTo>
                  <a:pt x="1862" y="712"/>
                </a:lnTo>
                <a:lnTo>
                  <a:pt x="1862" y="713"/>
                </a:lnTo>
                <a:lnTo>
                  <a:pt x="1862" y="715"/>
                </a:lnTo>
                <a:lnTo>
                  <a:pt x="1862" y="716"/>
                </a:lnTo>
                <a:lnTo>
                  <a:pt x="1863" y="716"/>
                </a:lnTo>
                <a:lnTo>
                  <a:pt x="1863" y="717"/>
                </a:lnTo>
                <a:lnTo>
                  <a:pt x="1863" y="718"/>
                </a:lnTo>
                <a:lnTo>
                  <a:pt x="1862" y="719"/>
                </a:lnTo>
                <a:lnTo>
                  <a:pt x="1863" y="719"/>
                </a:lnTo>
                <a:lnTo>
                  <a:pt x="1863" y="720"/>
                </a:lnTo>
                <a:lnTo>
                  <a:pt x="1863" y="721"/>
                </a:lnTo>
                <a:lnTo>
                  <a:pt x="1864" y="722"/>
                </a:lnTo>
                <a:lnTo>
                  <a:pt x="1863" y="722"/>
                </a:lnTo>
                <a:lnTo>
                  <a:pt x="1863" y="723"/>
                </a:lnTo>
                <a:lnTo>
                  <a:pt x="1863" y="725"/>
                </a:lnTo>
                <a:lnTo>
                  <a:pt x="1863" y="726"/>
                </a:lnTo>
                <a:lnTo>
                  <a:pt x="1863" y="727"/>
                </a:lnTo>
                <a:lnTo>
                  <a:pt x="1864" y="731"/>
                </a:lnTo>
                <a:lnTo>
                  <a:pt x="1864" y="732"/>
                </a:lnTo>
                <a:lnTo>
                  <a:pt x="1864" y="733"/>
                </a:lnTo>
                <a:lnTo>
                  <a:pt x="1863" y="734"/>
                </a:lnTo>
                <a:lnTo>
                  <a:pt x="1863" y="735"/>
                </a:lnTo>
                <a:lnTo>
                  <a:pt x="1864" y="735"/>
                </a:lnTo>
                <a:lnTo>
                  <a:pt x="1865" y="735"/>
                </a:lnTo>
                <a:lnTo>
                  <a:pt x="1865" y="736"/>
                </a:lnTo>
                <a:lnTo>
                  <a:pt x="1866" y="737"/>
                </a:lnTo>
                <a:lnTo>
                  <a:pt x="1866" y="738"/>
                </a:lnTo>
                <a:lnTo>
                  <a:pt x="1867" y="739"/>
                </a:lnTo>
                <a:lnTo>
                  <a:pt x="1867" y="740"/>
                </a:lnTo>
                <a:lnTo>
                  <a:pt x="1868" y="740"/>
                </a:lnTo>
                <a:lnTo>
                  <a:pt x="1868" y="742"/>
                </a:lnTo>
                <a:lnTo>
                  <a:pt x="1868" y="743"/>
                </a:lnTo>
                <a:lnTo>
                  <a:pt x="1866" y="742"/>
                </a:lnTo>
                <a:lnTo>
                  <a:pt x="1864" y="743"/>
                </a:lnTo>
                <a:lnTo>
                  <a:pt x="1864" y="744"/>
                </a:lnTo>
                <a:lnTo>
                  <a:pt x="1862" y="744"/>
                </a:lnTo>
                <a:lnTo>
                  <a:pt x="1861" y="744"/>
                </a:lnTo>
                <a:lnTo>
                  <a:pt x="1860" y="745"/>
                </a:lnTo>
                <a:lnTo>
                  <a:pt x="1858" y="745"/>
                </a:lnTo>
                <a:lnTo>
                  <a:pt x="1857" y="744"/>
                </a:lnTo>
                <a:lnTo>
                  <a:pt x="1856" y="744"/>
                </a:lnTo>
                <a:lnTo>
                  <a:pt x="1855" y="744"/>
                </a:lnTo>
                <a:lnTo>
                  <a:pt x="1855" y="747"/>
                </a:lnTo>
                <a:lnTo>
                  <a:pt x="1854" y="747"/>
                </a:lnTo>
                <a:lnTo>
                  <a:pt x="1854" y="748"/>
                </a:lnTo>
                <a:lnTo>
                  <a:pt x="1854" y="750"/>
                </a:lnTo>
                <a:lnTo>
                  <a:pt x="1855" y="752"/>
                </a:lnTo>
                <a:lnTo>
                  <a:pt x="1856" y="753"/>
                </a:lnTo>
                <a:lnTo>
                  <a:pt x="1857" y="754"/>
                </a:lnTo>
                <a:lnTo>
                  <a:pt x="1857" y="755"/>
                </a:lnTo>
                <a:lnTo>
                  <a:pt x="1858" y="757"/>
                </a:lnTo>
                <a:lnTo>
                  <a:pt x="1859" y="759"/>
                </a:lnTo>
                <a:lnTo>
                  <a:pt x="1859" y="760"/>
                </a:lnTo>
                <a:lnTo>
                  <a:pt x="1859" y="761"/>
                </a:lnTo>
                <a:lnTo>
                  <a:pt x="1858" y="762"/>
                </a:lnTo>
                <a:lnTo>
                  <a:pt x="1857" y="762"/>
                </a:lnTo>
                <a:lnTo>
                  <a:pt x="1854" y="764"/>
                </a:lnTo>
                <a:lnTo>
                  <a:pt x="1854" y="766"/>
                </a:lnTo>
                <a:lnTo>
                  <a:pt x="1853" y="767"/>
                </a:lnTo>
                <a:lnTo>
                  <a:pt x="1852" y="767"/>
                </a:lnTo>
                <a:lnTo>
                  <a:pt x="1851" y="767"/>
                </a:lnTo>
                <a:lnTo>
                  <a:pt x="1851" y="768"/>
                </a:lnTo>
                <a:lnTo>
                  <a:pt x="1850" y="771"/>
                </a:lnTo>
                <a:lnTo>
                  <a:pt x="1850" y="772"/>
                </a:lnTo>
                <a:lnTo>
                  <a:pt x="1850" y="773"/>
                </a:lnTo>
                <a:lnTo>
                  <a:pt x="1850" y="774"/>
                </a:lnTo>
                <a:lnTo>
                  <a:pt x="1850" y="775"/>
                </a:lnTo>
                <a:lnTo>
                  <a:pt x="1850" y="777"/>
                </a:lnTo>
                <a:lnTo>
                  <a:pt x="1853" y="778"/>
                </a:lnTo>
                <a:lnTo>
                  <a:pt x="1854" y="778"/>
                </a:lnTo>
                <a:lnTo>
                  <a:pt x="1855" y="778"/>
                </a:lnTo>
                <a:lnTo>
                  <a:pt x="1855" y="779"/>
                </a:lnTo>
                <a:lnTo>
                  <a:pt x="1855" y="780"/>
                </a:lnTo>
                <a:lnTo>
                  <a:pt x="1854" y="780"/>
                </a:lnTo>
                <a:lnTo>
                  <a:pt x="1855" y="781"/>
                </a:lnTo>
                <a:lnTo>
                  <a:pt x="1855" y="782"/>
                </a:lnTo>
                <a:lnTo>
                  <a:pt x="1855" y="783"/>
                </a:lnTo>
                <a:lnTo>
                  <a:pt x="1853" y="783"/>
                </a:lnTo>
                <a:lnTo>
                  <a:pt x="1852" y="783"/>
                </a:lnTo>
                <a:lnTo>
                  <a:pt x="1851" y="783"/>
                </a:lnTo>
                <a:lnTo>
                  <a:pt x="1851" y="784"/>
                </a:lnTo>
                <a:lnTo>
                  <a:pt x="1850" y="784"/>
                </a:lnTo>
                <a:lnTo>
                  <a:pt x="1850" y="785"/>
                </a:lnTo>
                <a:lnTo>
                  <a:pt x="1850" y="786"/>
                </a:lnTo>
                <a:lnTo>
                  <a:pt x="1848" y="786"/>
                </a:lnTo>
                <a:lnTo>
                  <a:pt x="1848" y="785"/>
                </a:lnTo>
                <a:lnTo>
                  <a:pt x="1847" y="785"/>
                </a:lnTo>
                <a:lnTo>
                  <a:pt x="1846" y="785"/>
                </a:lnTo>
                <a:lnTo>
                  <a:pt x="1845" y="785"/>
                </a:lnTo>
                <a:lnTo>
                  <a:pt x="1845" y="786"/>
                </a:lnTo>
                <a:lnTo>
                  <a:pt x="1844" y="786"/>
                </a:lnTo>
                <a:lnTo>
                  <a:pt x="1843" y="785"/>
                </a:lnTo>
                <a:lnTo>
                  <a:pt x="1842" y="783"/>
                </a:lnTo>
                <a:lnTo>
                  <a:pt x="1842" y="782"/>
                </a:lnTo>
                <a:lnTo>
                  <a:pt x="1842" y="781"/>
                </a:lnTo>
                <a:lnTo>
                  <a:pt x="1842" y="779"/>
                </a:lnTo>
                <a:lnTo>
                  <a:pt x="1842" y="778"/>
                </a:lnTo>
                <a:lnTo>
                  <a:pt x="1841" y="777"/>
                </a:lnTo>
                <a:lnTo>
                  <a:pt x="1841" y="775"/>
                </a:lnTo>
                <a:lnTo>
                  <a:pt x="1840" y="772"/>
                </a:lnTo>
                <a:lnTo>
                  <a:pt x="1841" y="772"/>
                </a:lnTo>
                <a:lnTo>
                  <a:pt x="1841" y="771"/>
                </a:lnTo>
                <a:lnTo>
                  <a:pt x="1839" y="768"/>
                </a:lnTo>
                <a:lnTo>
                  <a:pt x="1839" y="766"/>
                </a:lnTo>
                <a:lnTo>
                  <a:pt x="1838" y="765"/>
                </a:lnTo>
                <a:lnTo>
                  <a:pt x="1837" y="765"/>
                </a:lnTo>
                <a:lnTo>
                  <a:pt x="1836" y="765"/>
                </a:lnTo>
                <a:lnTo>
                  <a:pt x="1835" y="765"/>
                </a:lnTo>
                <a:lnTo>
                  <a:pt x="1835" y="766"/>
                </a:lnTo>
                <a:lnTo>
                  <a:pt x="1834" y="766"/>
                </a:lnTo>
                <a:lnTo>
                  <a:pt x="1833" y="767"/>
                </a:lnTo>
                <a:lnTo>
                  <a:pt x="1832" y="768"/>
                </a:lnTo>
                <a:lnTo>
                  <a:pt x="1831" y="769"/>
                </a:lnTo>
                <a:lnTo>
                  <a:pt x="1830" y="769"/>
                </a:lnTo>
                <a:lnTo>
                  <a:pt x="1830" y="768"/>
                </a:lnTo>
                <a:lnTo>
                  <a:pt x="1827" y="768"/>
                </a:lnTo>
                <a:lnTo>
                  <a:pt x="1826" y="768"/>
                </a:lnTo>
                <a:lnTo>
                  <a:pt x="1825" y="768"/>
                </a:lnTo>
                <a:lnTo>
                  <a:pt x="1824" y="768"/>
                </a:lnTo>
                <a:lnTo>
                  <a:pt x="1824" y="769"/>
                </a:lnTo>
                <a:lnTo>
                  <a:pt x="1825" y="772"/>
                </a:lnTo>
                <a:lnTo>
                  <a:pt x="1826" y="772"/>
                </a:lnTo>
                <a:lnTo>
                  <a:pt x="1827" y="772"/>
                </a:lnTo>
                <a:lnTo>
                  <a:pt x="1827" y="773"/>
                </a:lnTo>
                <a:lnTo>
                  <a:pt x="1826" y="773"/>
                </a:lnTo>
                <a:lnTo>
                  <a:pt x="1826" y="774"/>
                </a:lnTo>
                <a:lnTo>
                  <a:pt x="1825" y="776"/>
                </a:lnTo>
                <a:lnTo>
                  <a:pt x="1826" y="777"/>
                </a:lnTo>
                <a:lnTo>
                  <a:pt x="1826" y="780"/>
                </a:lnTo>
                <a:lnTo>
                  <a:pt x="1827" y="780"/>
                </a:lnTo>
                <a:lnTo>
                  <a:pt x="1827" y="782"/>
                </a:lnTo>
                <a:lnTo>
                  <a:pt x="1827" y="783"/>
                </a:lnTo>
                <a:lnTo>
                  <a:pt x="1826" y="784"/>
                </a:lnTo>
                <a:lnTo>
                  <a:pt x="1826" y="785"/>
                </a:lnTo>
                <a:lnTo>
                  <a:pt x="1827" y="786"/>
                </a:lnTo>
                <a:lnTo>
                  <a:pt x="1827" y="787"/>
                </a:lnTo>
                <a:lnTo>
                  <a:pt x="1828" y="787"/>
                </a:lnTo>
                <a:lnTo>
                  <a:pt x="1828" y="788"/>
                </a:lnTo>
                <a:lnTo>
                  <a:pt x="1829" y="789"/>
                </a:lnTo>
                <a:lnTo>
                  <a:pt x="1828" y="790"/>
                </a:lnTo>
                <a:lnTo>
                  <a:pt x="1829" y="790"/>
                </a:lnTo>
                <a:lnTo>
                  <a:pt x="1829" y="791"/>
                </a:lnTo>
                <a:lnTo>
                  <a:pt x="1829" y="792"/>
                </a:lnTo>
                <a:lnTo>
                  <a:pt x="1829" y="793"/>
                </a:lnTo>
                <a:lnTo>
                  <a:pt x="1828" y="794"/>
                </a:lnTo>
                <a:lnTo>
                  <a:pt x="1827" y="796"/>
                </a:lnTo>
                <a:lnTo>
                  <a:pt x="1826" y="796"/>
                </a:lnTo>
                <a:lnTo>
                  <a:pt x="1825" y="797"/>
                </a:lnTo>
                <a:lnTo>
                  <a:pt x="1825" y="798"/>
                </a:lnTo>
                <a:lnTo>
                  <a:pt x="1824" y="798"/>
                </a:lnTo>
                <a:lnTo>
                  <a:pt x="1823" y="799"/>
                </a:lnTo>
                <a:lnTo>
                  <a:pt x="1822" y="799"/>
                </a:lnTo>
                <a:lnTo>
                  <a:pt x="1821" y="799"/>
                </a:lnTo>
                <a:lnTo>
                  <a:pt x="1821" y="800"/>
                </a:lnTo>
                <a:lnTo>
                  <a:pt x="1822" y="801"/>
                </a:lnTo>
                <a:lnTo>
                  <a:pt x="1822" y="804"/>
                </a:lnTo>
                <a:lnTo>
                  <a:pt x="1823" y="805"/>
                </a:lnTo>
                <a:lnTo>
                  <a:pt x="1823" y="806"/>
                </a:lnTo>
                <a:lnTo>
                  <a:pt x="1823" y="808"/>
                </a:lnTo>
                <a:lnTo>
                  <a:pt x="1824" y="809"/>
                </a:lnTo>
                <a:lnTo>
                  <a:pt x="1824" y="812"/>
                </a:lnTo>
                <a:lnTo>
                  <a:pt x="1825" y="814"/>
                </a:lnTo>
                <a:lnTo>
                  <a:pt x="1824" y="816"/>
                </a:lnTo>
                <a:lnTo>
                  <a:pt x="1823" y="816"/>
                </a:lnTo>
                <a:lnTo>
                  <a:pt x="1823" y="817"/>
                </a:lnTo>
                <a:lnTo>
                  <a:pt x="1824" y="818"/>
                </a:lnTo>
                <a:lnTo>
                  <a:pt x="1824" y="819"/>
                </a:lnTo>
                <a:lnTo>
                  <a:pt x="1825" y="819"/>
                </a:lnTo>
                <a:lnTo>
                  <a:pt x="1826" y="819"/>
                </a:lnTo>
                <a:lnTo>
                  <a:pt x="1828" y="820"/>
                </a:lnTo>
                <a:lnTo>
                  <a:pt x="1829" y="821"/>
                </a:lnTo>
                <a:lnTo>
                  <a:pt x="1829" y="823"/>
                </a:lnTo>
                <a:lnTo>
                  <a:pt x="1829" y="824"/>
                </a:lnTo>
                <a:lnTo>
                  <a:pt x="1830" y="824"/>
                </a:lnTo>
                <a:lnTo>
                  <a:pt x="1831" y="826"/>
                </a:lnTo>
                <a:lnTo>
                  <a:pt x="1831" y="827"/>
                </a:lnTo>
                <a:lnTo>
                  <a:pt x="1831" y="828"/>
                </a:lnTo>
                <a:lnTo>
                  <a:pt x="1832" y="829"/>
                </a:lnTo>
                <a:lnTo>
                  <a:pt x="1833" y="830"/>
                </a:lnTo>
                <a:lnTo>
                  <a:pt x="1833" y="831"/>
                </a:lnTo>
                <a:lnTo>
                  <a:pt x="1834" y="831"/>
                </a:lnTo>
                <a:lnTo>
                  <a:pt x="1834" y="832"/>
                </a:lnTo>
                <a:lnTo>
                  <a:pt x="1834" y="833"/>
                </a:lnTo>
                <a:lnTo>
                  <a:pt x="1835" y="833"/>
                </a:lnTo>
                <a:lnTo>
                  <a:pt x="1835" y="834"/>
                </a:lnTo>
                <a:lnTo>
                  <a:pt x="1835" y="835"/>
                </a:lnTo>
                <a:lnTo>
                  <a:pt x="1835" y="836"/>
                </a:lnTo>
                <a:lnTo>
                  <a:pt x="1833" y="836"/>
                </a:lnTo>
                <a:lnTo>
                  <a:pt x="1832" y="836"/>
                </a:lnTo>
                <a:lnTo>
                  <a:pt x="1832" y="837"/>
                </a:lnTo>
                <a:lnTo>
                  <a:pt x="1831" y="839"/>
                </a:lnTo>
                <a:lnTo>
                  <a:pt x="1832" y="839"/>
                </a:lnTo>
                <a:lnTo>
                  <a:pt x="1832" y="840"/>
                </a:lnTo>
                <a:lnTo>
                  <a:pt x="1831" y="842"/>
                </a:lnTo>
                <a:lnTo>
                  <a:pt x="1831" y="843"/>
                </a:lnTo>
                <a:lnTo>
                  <a:pt x="1832" y="845"/>
                </a:lnTo>
                <a:lnTo>
                  <a:pt x="1831" y="845"/>
                </a:lnTo>
                <a:lnTo>
                  <a:pt x="1830" y="847"/>
                </a:lnTo>
                <a:lnTo>
                  <a:pt x="1829" y="847"/>
                </a:lnTo>
                <a:lnTo>
                  <a:pt x="1828" y="847"/>
                </a:lnTo>
                <a:lnTo>
                  <a:pt x="1827" y="847"/>
                </a:lnTo>
                <a:lnTo>
                  <a:pt x="1826" y="848"/>
                </a:lnTo>
                <a:lnTo>
                  <a:pt x="1825" y="849"/>
                </a:lnTo>
                <a:lnTo>
                  <a:pt x="1824" y="850"/>
                </a:lnTo>
                <a:lnTo>
                  <a:pt x="1824" y="851"/>
                </a:lnTo>
                <a:lnTo>
                  <a:pt x="1822" y="851"/>
                </a:lnTo>
                <a:lnTo>
                  <a:pt x="1821" y="851"/>
                </a:lnTo>
                <a:lnTo>
                  <a:pt x="1819" y="850"/>
                </a:lnTo>
                <a:lnTo>
                  <a:pt x="1818" y="850"/>
                </a:lnTo>
                <a:lnTo>
                  <a:pt x="1816" y="850"/>
                </a:lnTo>
                <a:lnTo>
                  <a:pt x="1815" y="851"/>
                </a:lnTo>
                <a:lnTo>
                  <a:pt x="1815" y="852"/>
                </a:lnTo>
                <a:lnTo>
                  <a:pt x="1814" y="852"/>
                </a:lnTo>
                <a:lnTo>
                  <a:pt x="1813" y="854"/>
                </a:lnTo>
                <a:lnTo>
                  <a:pt x="1812" y="854"/>
                </a:lnTo>
                <a:lnTo>
                  <a:pt x="1811" y="853"/>
                </a:lnTo>
                <a:lnTo>
                  <a:pt x="1810" y="853"/>
                </a:lnTo>
                <a:lnTo>
                  <a:pt x="1809" y="853"/>
                </a:lnTo>
                <a:lnTo>
                  <a:pt x="1808" y="854"/>
                </a:lnTo>
                <a:lnTo>
                  <a:pt x="1809" y="854"/>
                </a:lnTo>
                <a:lnTo>
                  <a:pt x="1809" y="855"/>
                </a:lnTo>
                <a:lnTo>
                  <a:pt x="1808" y="856"/>
                </a:lnTo>
                <a:lnTo>
                  <a:pt x="1807" y="857"/>
                </a:lnTo>
                <a:lnTo>
                  <a:pt x="1806" y="858"/>
                </a:lnTo>
                <a:lnTo>
                  <a:pt x="1804" y="858"/>
                </a:lnTo>
                <a:lnTo>
                  <a:pt x="1803" y="858"/>
                </a:lnTo>
                <a:lnTo>
                  <a:pt x="1802" y="857"/>
                </a:lnTo>
                <a:lnTo>
                  <a:pt x="1803" y="856"/>
                </a:lnTo>
                <a:lnTo>
                  <a:pt x="1803" y="853"/>
                </a:lnTo>
                <a:lnTo>
                  <a:pt x="1802" y="851"/>
                </a:lnTo>
                <a:lnTo>
                  <a:pt x="1802" y="850"/>
                </a:lnTo>
                <a:lnTo>
                  <a:pt x="1801" y="850"/>
                </a:lnTo>
                <a:lnTo>
                  <a:pt x="1801" y="848"/>
                </a:lnTo>
                <a:lnTo>
                  <a:pt x="1801" y="847"/>
                </a:lnTo>
                <a:lnTo>
                  <a:pt x="1802" y="847"/>
                </a:lnTo>
                <a:lnTo>
                  <a:pt x="1802" y="845"/>
                </a:lnTo>
                <a:lnTo>
                  <a:pt x="1801" y="843"/>
                </a:lnTo>
                <a:lnTo>
                  <a:pt x="1801" y="841"/>
                </a:lnTo>
                <a:lnTo>
                  <a:pt x="1799" y="839"/>
                </a:lnTo>
                <a:lnTo>
                  <a:pt x="1796" y="836"/>
                </a:lnTo>
                <a:lnTo>
                  <a:pt x="1796" y="835"/>
                </a:lnTo>
                <a:lnTo>
                  <a:pt x="1797" y="834"/>
                </a:lnTo>
                <a:lnTo>
                  <a:pt x="1796" y="833"/>
                </a:lnTo>
                <a:lnTo>
                  <a:pt x="1796" y="832"/>
                </a:lnTo>
                <a:lnTo>
                  <a:pt x="1795" y="832"/>
                </a:lnTo>
                <a:lnTo>
                  <a:pt x="1794" y="831"/>
                </a:lnTo>
                <a:lnTo>
                  <a:pt x="1794" y="830"/>
                </a:lnTo>
                <a:lnTo>
                  <a:pt x="1795" y="830"/>
                </a:lnTo>
                <a:lnTo>
                  <a:pt x="1795" y="829"/>
                </a:lnTo>
                <a:lnTo>
                  <a:pt x="1794" y="828"/>
                </a:lnTo>
                <a:lnTo>
                  <a:pt x="1793" y="828"/>
                </a:lnTo>
                <a:lnTo>
                  <a:pt x="1792" y="828"/>
                </a:lnTo>
                <a:lnTo>
                  <a:pt x="1792" y="829"/>
                </a:lnTo>
                <a:lnTo>
                  <a:pt x="1791" y="830"/>
                </a:lnTo>
                <a:lnTo>
                  <a:pt x="1790" y="830"/>
                </a:lnTo>
                <a:lnTo>
                  <a:pt x="1789" y="831"/>
                </a:lnTo>
                <a:lnTo>
                  <a:pt x="1788" y="831"/>
                </a:lnTo>
                <a:lnTo>
                  <a:pt x="1788" y="832"/>
                </a:lnTo>
                <a:lnTo>
                  <a:pt x="1787" y="832"/>
                </a:lnTo>
                <a:lnTo>
                  <a:pt x="1786" y="832"/>
                </a:lnTo>
                <a:lnTo>
                  <a:pt x="1786" y="833"/>
                </a:lnTo>
                <a:lnTo>
                  <a:pt x="1786" y="834"/>
                </a:lnTo>
                <a:lnTo>
                  <a:pt x="1786" y="835"/>
                </a:lnTo>
                <a:lnTo>
                  <a:pt x="1787" y="836"/>
                </a:lnTo>
                <a:lnTo>
                  <a:pt x="1788" y="836"/>
                </a:lnTo>
                <a:lnTo>
                  <a:pt x="1789" y="838"/>
                </a:lnTo>
                <a:lnTo>
                  <a:pt x="1789" y="839"/>
                </a:lnTo>
                <a:lnTo>
                  <a:pt x="1789" y="840"/>
                </a:lnTo>
                <a:lnTo>
                  <a:pt x="1790" y="841"/>
                </a:lnTo>
                <a:lnTo>
                  <a:pt x="1791" y="843"/>
                </a:lnTo>
                <a:lnTo>
                  <a:pt x="1791" y="844"/>
                </a:lnTo>
                <a:lnTo>
                  <a:pt x="1790" y="844"/>
                </a:lnTo>
                <a:lnTo>
                  <a:pt x="1789" y="845"/>
                </a:lnTo>
                <a:lnTo>
                  <a:pt x="1788" y="845"/>
                </a:lnTo>
                <a:lnTo>
                  <a:pt x="1786" y="846"/>
                </a:lnTo>
                <a:lnTo>
                  <a:pt x="1784" y="846"/>
                </a:lnTo>
                <a:lnTo>
                  <a:pt x="1782" y="847"/>
                </a:lnTo>
                <a:lnTo>
                  <a:pt x="1782" y="850"/>
                </a:lnTo>
                <a:lnTo>
                  <a:pt x="1783" y="850"/>
                </a:lnTo>
                <a:lnTo>
                  <a:pt x="1783" y="852"/>
                </a:lnTo>
                <a:lnTo>
                  <a:pt x="1782" y="852"/>
                </a:lnTo>
                <a:lnTo>
                  <a:pt x="1780" y="853"/>
                </a:lnTo>
                <a:lnTo>
                  <a:pt x="1780" y="854"/>
                </a:lnTo>
                <a:lnTo>
                  <a:pt x="1779" y="853"/>
                </a:lnTo>
                <a:lnTo>
                  <a:pt x="1778" y="852"/>
                </a:lnTo>
                <a:lnTo>
                  <a:pt x="1777" y="852"/>
                </a:lnTo>
                <a:lnTo>
                  <a:pt x="1776" y="851"/>
                </a:lnTo>
                <a:lnTo>
                  <a:pt x="1776" y="850"/>
                </a:lnTo>
                <a:lnTo>
                  <a:pt x="1776" y="849"/>
                </a:lnTo>
                <a:lnTo>
                  <a:pt x="1775" y="849"/>
                </a:lnTo>
                <a:lnTo>
                  <a:pt x="1775" y="848"/>
                </a:lnTo>
                <a:lnTo>
                  <a:pt x="1774" y="848"/>
                </a:lnTo>
                <a:lnTo>
                  <a:pt x="1773" y="848"/>
                </a:lnTo>
                <a:lnTo>
                  <a:pt x="1772" y="848"/>
                </a:lnTo>
                <a:lnTo>
                  <a:pt x="1772" y="849"/>
                </a:lnTo>
                <a:lnTo>
                  <a:pt x="1771" y="850"/>
                </a:lnTo>
                <a:lnTo>
                  <a:pt x="1770" y="849"/>
                </a:lnTo>
                <a:lnTo>
                  <a:pt x="1769" y="849"/>
                </a:lnTo>
                <a:lnTo>
                  <a:pt x="1769" y="848"/>
                </a:lnTo>
                <a:lnTo>
                  <a:pt x="1768" y="847"/>
                </a:lnTo>
                <a:lnTo>
                  <a:pt x="1768" y="846"/>
                </a:lnTo>
                <a:lnTo>
                  <a:pt x="1769" y="845"/>
                </a:lnTo>
                <a:lnTo>
                  <a:pt x="1769" y="843"/>
                </a:lnTo>
                <a:lnTo>
                  <a:pt x="1769" y="842"/>
                </a:lnTo>
                <a:lnTo>
                  <a:pt x="1769" y="841"/>
                </a:lnTo>
                <a:lnTo>
                  <a:pt x="1768" y="841"/>
                </a:lnTo>
                <a:lnTo>
                  <a:pt x="1767" y="839"/>
                </a:lnTo>
                <a:lnTo>
                  <a:pt x="1766" y="839"/>
                </a:lnTo>
                <a:lnTo>
                  <a:pt x="1765" y="839"/>
                </a:lnTo>
                <a:lnTo>
                  <a:pt x="1764" y="839"/>
                </a:lnTo>
                <a:lnTo>
                  <a:pt x="1763" y="838"/>
                </a:lnTo>
                <a:lnTo>
                  <a:pt x="1763" y="837"/>
                </a:lnTo>
                <a:lnTo>
                  <a:pt x="1764" y="837"/>
                </a:lnTo>
                <a:lnTo>
                  <a:pt x="1764" y="836"/>
                </a:lnTo>
                <a:lnTo>
                  <a:pt x="1763" y="836"/>
                </a:lnTo>
                <a:lnTo>
                  <a:pt x="1762" y="835"/>
                </a:lnTo>
                <a:lnTo>
                  <a:pt x="1762" y="834"/>
                </a:lnTo>
                <a:lnTo>
                  <a:pt x="1761" y="834"/>
                </a:lnTo>
                <a:lnTo>
                  <a:pt x="1760" y="832"/>
                </a:lnTo>
                <a:lnTo>
                  <a:pt x="1759" y="831"/>
                </a:lnTo>
                <a:lnTo>
                  <a:pt x="1757" y="831"/>
                </a:lnTo>
                <a:lnTo>
                  <a:pt x="1756" y="831"/>
                </a:lnTo>
                <a:lnTo>
                  <a:pt x="1755" y="832"/>
                </a:lnTo>
                <a:lnTo>
                  <a:pt x="1754" y="833"/>
                </a:lnTo>
                <a:lnTo>
                  <a:pt x="1754" y="834"/>
                </a:lnTo>
                <a:lnTo>
                  <a:pt x="1754" y="835"/>
                </a:lnTo>
                <a:lnTo>
                  <a:pt x="1753" y="835"/>
                </a:lnTo>
                <a:lnTo>
                  <a:pt x="1751" y="835"/>
                </a:lnTo>
                <a:lnTo>
                  <a:pt x="1750" y="835"/>
                </a:lnTo>
                <a:lnTo>
                  <a:pt x="1749" y="835"/>
                </a:lnTo>
                <a:lnTo>
                  <a:pt x="1749" y="833"/>
                </a:lnTo>
                <a:lnTo>
                  <a:pt x="1748" y="832"/>
                </a:lnTo>
                <a:lnTo>
                  <a:pt x="1748" y="831"/>
                </a:lnTo>
                <a:lnTo>
                  <a:pt x="1747" y="831"/>
                </a:lnTo>
                <a:lnTo>
                  <a:pt x="1746" y="830"/>
                </a:lnTo>
                <a:lnTo>
                  <a:pt x="1745" y="830"/>
                </a:lnTo>
                <a:lnTo>
                  <a:pt x="1745" y="829"/>
                </a:lnTo>
                <a:lnTo>
                  <a:pt x="1744" y="828"/>
                </a:lnTo>
                <a:lnTo>
                  <a:pt x="1744" y="827"/>
                </a:lnTo>
                <a:lnTo>
                  <a:pt x="1744" y="826"/>
                </a:lnTo>
                <a:lnTo>
                  <a:pt x="1744" y="825"/>
                </a:lnTo>
                <a:lnTo>
                  <a:pt x="1744" y="824"/>
                </a:lnTo>
                <a:lnTo>
                  <a:pt x="1744" y="823"/>
                </a:lnTo>
                <a:lnTo>
                  <a:pt x="1744" y="821"/>
                </a:lnTo>
                <a:lnTo>
                  <a:pt x="1743" y="820"/>
                </a:lnTo>
                <a:lnTo>
                  <a:pt x="1742" y="818"/>
                </a:lnTo>
                <a:lnTo>
                  <a:pt x="1741" y="818"/>
                </a:lnTo>
                <a:lnTo>
                  <a:pt x="1740" y="817"/>
                </a:lnTo>
                <a:lnTo>
                  <a:pt x="1740" y="816"/>
                </a:lnTo>
                <a:lnTo>
                  <a:pt x="1739" y="816"/>
                </a:lnTo>
                <a:lnTo>
                  <a:pt x="1738" y="815"/>
                </a:lnTo>
                <a:lnTo>
                  <a:pt x="1737" y="815"/>
                </a:lnTo>
                <a:lnTo>
                  <a:pt x="1737" y="814"/>
                </a:lnTo>
                <a:lnTo>
                  <a:pt x="1735" y="814"/>
                </a:lnTo>
                <a:lnTo>
                  <a:pt x="1734" y="815"/>
                </a:lnTo>
                <a:lnTo>
                  <a:pt x="1734" y="816"/>
                </a:lnTo>
                <a:lnTo>
                  <a:pt x="1733" y="816"/>
                </a:lnTo>
                <a:lnTo>
                  <a:pt x="1732" y="816"/>
                </a:lnTo>
                <a:lnTo>
                  <a:pt x="1731" y="816"/>
                </a:lnTo>
                <a:lnTo>
                  <a:pt x="1731" y="815"/>
                </a:lnTo>
                <a:lnTo>
                  <a:pt x="1731" y="814"/>
                </a:lnTo>
                <a:lnTo>
                  <a:pt x="1730" y="813"/>
                </a:lnTo>
                <a:lnTo>
                  <a:pt x="1729" y="813"/>
                </a:lnTo>
                <a:lnTo>
                  <a:pt x="1728" y="814"/>
                </a:lnTo>
                <a:lnTo>
                  <a:pt x="1727" y="815"/>
                </a:lnTo>
                <a:lnTo>
                  <a:pt x="1726" y="815"/>
                </a:lnTo>
                <a:lnTo>
                  <a:pt x="1726" y="816"/>
                </a:lnTo>
                <a:lnTo>
                  <a:pt x="1725" y="817"/>
                </a:lnTo>
                <a:lnTo>
                  <a:pt x="1724" y="818"/>
                </a:lnTo>
                <a:lnTo>
                  <a:pt x="1723" y="818"/>
                </a:lnTo>
                <a:lnTo>
                  <a:pt x="1723" y="821"/>
                </a:lnTo>
                <a:lnTo>
                  <a:pt x="1724" y="823"/>
                </a:lnTo>
                <a:lnTo>
                  <a:pt x="1724" y="824"/>
                </a:lnTo>
                <a:lnTo>
                  <a:pt x="1723" y="825"/>
                </a:lnTo>
                <a:lnTo>
                  <a:pt x="1722" y="825"/>
                </a:lnTo>
                <a:lnTo>
                  <a:pt x="1723" y="826"/>
                </a:lnTo>
                <a:lnTo>
                  <a:pt x="1723" y="827"/>
                </a:lnTo>
                <a:lnTo>
                  <a:pt x="1723" y="828"/>
                </a:lnTo>
                <a:lnTo>
                  <a:pt x="1722" y="828"/>
                </a:lnTo>
                <a:lnTo>
                  <a:pt x="1721" y="829"/>
                </a:lnTo>
                <a:lnTo>
                  <a:pt x="1721" y="830"/>
                </a:lnTo>
                <a:lnTo>
                  <a:pt x="1721" y="831"/>
                </a:lnTo>
                <a:lnTo>
                  <a:pt x="1722" y="831"/>
                </a:lnTo>
                <a:lnTo>
                  <a:pt x="1722" y="832"/>
                </a:lnTo>
                <a:lnTo>
                  <a:pt x="1722" y="833"/>
                </a:lnTo>
                <a:lnTo>
                  <a:pt x="1722" y="834"/>
                </a:lnTo>
                <a:lnTo>
                  <a:pt x="1723" y="834"/>
                </a:lnTo>
                <a:lnTo>
                  <a:pt x="1724" y="835"/>
                </a:lnTo>
                <a:lnTo>
                  <a:pt x="1724" y="836"/>
                </a:lnTo>
                <a:lnTo>
                  <a:pt x="1723" y="836"/>
                </a:lnTo>
                <a:lnTo>
                  <a:pt x="1721" y="836"/>
                </a:lnTo>
                <a:lnTo>
                  <a:pt x="1721" y="837"/>
                </a:lnTo>
                <a:lnTo>
                  <a:pt x="1720" y="837"/>
                </a:lnTo>
                <a:lnTo>
                  <a:pt x="1720" y="838"/>
                </a:lnTo>
                <a:lnTo>
                  <a:pt x="1720" y="839"/>
                </a:lnTo>
                <a:lnTo>
                  <a:pt x="1721" y="840"/>
                </a:lnTo>
                <a:lnTo>
                  <a:pt x="1720" y="840"/>
                </a:lnTo>
                <a:lnTo>
                  <a:pt x="1719" y="841"/>
                </a:lnTo>
                <a:lnTo>
                  <a:pt x="1718" y="841"/>
                </a:lnTo>
                <a:lnTo>
                  <a:pt x="1718" y="840"/>
                </a:lnTo>
                <a:lnTo>
                  <a:pt x="1717" y="839"/>
                </a:lnTo>
                <a:lnTo>
                  <a:pt x="1716" y="839"/>
                </a:lnTo>
                <a:lnTo>
                  <a:pt x="1715" y="839"/>
                </a:lnTo>
                <a:lnTo>
                  <a:pt x="1714" y="839"/>
                </a:lnTo>
                <a:lnTo>
                  <a:pt x="1714" y="840"/>
                </a:lnTo>
                <a:lnTo>
                  <a:pt x="1713" y="840"/>
                </a:lnTo>
                <a:lnTo>
                  <a:pt x="1714" y="841"/>
                </a:lnTo>
                <a:lnTo>
                  <a:pt x="1714" y="842"/>
                </a:lnTo>
                <a:lnTo>
                  <a:pt x="1715" y="843"/>
                </a:lnTo>
                <a:lnTo>
                  <a:pt x="1714" y="843"/>
                </a:lnTo>
                <a:lnTo>
                  <a:pt x="1714" y="844"/>
                </a:lnTo>
                <a:lnTo>
                  <a:pt x="1712" y="844"/>
                </a:lnTo>
                <a:lnTo>
                  <a:pt x="1711" y="844"/>
                </a:lnTo>
                <a:lnTo>
                  <a:pt x="1710" y="844"/>
                </a:lnTo>
                <a:lnTo>
                  <a:pt x="1709" y="844"/>
                </a:lnTo>
                <a:lnTo>
                  <a:pt x="1709" y="845"/>
                </a:lnTo>
                <a:lnTo>
                  <a:pt x="1709" y="846"/>
                </a:lnTo>
                <a:lnTo>
                  <a:pt x="1709" y="847"/>
                </a:lnTo>
                <a:lnTo>
                  <a:pt x="1710" y="848"/>
                </a:lnTo>
                <a:lnTo>
                  <a:pt x="1710" y="849"/>
                </a:lnTo>
                <a:lnTo>
                  <a:pt x="1710" y="850"/>
                </a:lnTo>
                <a:lnTo>
                  <a:pt x="1710" y="851"/>
                </a:lnTo>
                <a:lnTo>
                  <a:pt x="1710" y="852"/>
                </a:lnTo>
                <a:lnTo>
                  <a:pt x="1709" y="853"/>
                </a:lnTo>
                <a:lnTo>
                  <a:pt x="1707" y="854"/>
                </a:lnTo>
                <a:lnTo>
                  <a:pt x="1707" y="855"/>
                </a:lnTo>
                <a:lnTo>
                  <a:pt x="1708" y="856"/>
                </a:lnTo>
                <a:lnTo>
                  <a:pt x="1708" y="857"/>
                </a:lnTo>
                <a:lnTo>
                  <a:pt x="1708" y="858"/>
                </a:lnTo>
                <a:lnTo>
                  <a:pt x="1707" y="858"/>
                </a:lnTo>
                <a:lnTo>
                  <a:pt x="1706" y="859"/>
                </a:lnTo>
                <a:lnTo>
                  <a:pt x="1705" y="859"/>
                </a:lnTo>
                <a:lnTo>
                  <a:pt x="1705" y="860"/>
                </a:lnTo>
                <a:lnTo>
                  <a:pt x="1705" y="862"/>
                </a:lnTo>
                <a:lnTo>
                  <a:pt x="1706" y="863"/>
                </a:lnTo>
                <a:lnTo>
                  <a:pt x="1708" y="863"/>
                </a:lnTo>
                <a:lnTo>
                  <a:pt x="1709" y="863"/>
                </a:lnTo>
                <a:lnTo>
                  <a:pt x="1710" y="862"/>
                </a:lnTo>
                <a:lnTo>
                  <a:pt x="1711" y="862"/>
                </a:lnTo>
                <a:lnTo>
                  <a:pt x="1711" y="863"/>
                </a:lnTo>
                <a:lnTo>
                  <a:pt x="1711" y="864"/>
                </a:lnTo>
                <a:lnTo>
                  <a:pt x="1711" y="865"/>
                </a:lnTo>
                <a:lnTo>
                  <a:pt x="1712" y="865"/>
                </a:lnTo>
                <a:lnTo>
                  <a:pt x="1712" y="866"/>
                </a:lnTo>
                <a:lnTo>
                  <a:pt x="1713" y="866"/>
                </a:lnTo>
                <a:lnTo>
                  <a:pt x="1714" y="866"/>
                </a:lnTo>
                <a:lnTo>
                  <a:pt x="1714" y="867"/>
                </a:lnTo>
                <a:lnTo>
                  <a:pt x="1714" y="868"/>
                </a:lnTo>
                <a:lnTo>
                  <a:pt x="1713" y="869"/>
                </a:lnTo>
                <a:lnTo>
                  <a:pt x="1712" y="869"/>
                </a:lnTo>
                <a:lnTo>
                  <a:pt x="1712" y="870"/>
                </a:lnTo>
                <a:lnTo>
                  <a:pt x="1712" y="871"/>
                </a:lnTo>
                <a:lnTo>
                  <a:pt x="1711" y="871"/>
                </a:lnTo>
                <a:lnTo>
                  <a:pt x="1711" y="872"/>
                </a:lnTo>
                <a:lnTo>
                  <a:pt x="1711" y="873"/>
                </a:lnTo>
                <a:lnTo>
                  <a:pt x="1711" y="874"/>
                </a:lnTo>
                <a:lnTo>
                  <a:pt x="1711" y="875"/>
                </a:lnTo>
                <a:lnTo>
                  <a:pt x="1711" y="876"/>
                </a:lnTo>
                <a:lnTo>
                  <a:pt x="1712" y="877"/>
                </a:lnTo>
                <a:lnTo>
                  <a:pt x="1713" y="877"/>
                </a:lnTo>
                <a:lnTo>
                  <a:pt x="1712" y="877"/>
                </a:lnTo>
                <a:lnTo>
                  <a:pt x="1712" y="878"/>
                </a:lnTo>
                <a:lnTo>
                  <a:pt x="1711" y="878"/>
                </a:lnTo>
                <a:lnTo>
                  <a:pt x="1711" y="879"/>
                </a:lnTo>
                <a:lnTo>
                  <a:pt x="1712" y="880"/>
                </a:lnTo>
                <a:lnTo>
                  <a:pt x="1712" y="881"/>
                </a:lnTo>
                <a:lnTo>
                  <a:pt x="1711" y="881"/>
                </a:lnTo>
                <a:lnTo>
                  <a:pt x="1710" y="882"/>
                </a:lnTo>
                <a:lnTo>
                  <a:pt x="1709" y="881"/>
                </a:lnTo>
                <a:lnTo>
                  <a:pt x="1708" y="881"/>
                </a:lnTo>
                <a:lnTo>
                  <a:pt x="1707" y="881"/>
                </a:lnTo>
                <a:lnTo>
                  <a:pt x="1706" y="881"/>
                </a:lnTo>
                <a:lnTo>
                  <a:pt x="1706" y="879"/>
                </a:lnTo>
                <a:lnTo>
                  <a:pt x="1706" y="878"/>
                </a:lnTo>
                <a:lnTo>
                  <a:pt x="1705" y="878"/>
                </a:lnTo>
                <a:lnTo>
                  <a:pt x="1705" y="877"/>
                </a:lnTo>
                <a:lnTo>
                  <a:pt x="1704" y="878"/>
                </a:lnTo>
                <a:lnTo>
                  <a:pt x="1703" y="878"/>
                </a:lnTo>
                <a:lnTo>
                  <a:pt x="1702" y="878"/>
                </a:lnTo>
                <a:lnTo>
                  <a:pt x="1702" y="879"/>
                </a:lnTo>
                <a:lnTo>
                  <a:pt x="1701" y="879"/>
                </a:lnTo>
                <a:lnTo>
                  <a:pt x="1700" y="880"/>
                </a:lnTo>
                <a:lnTo>
                  <a:pt x="1699" y="880"/>
                </a:lnTo>
                <a:lnTo>
                  <a:pt x="1699" y="881"/>
                </a:lnTo>
                <a:lnTo>
                  <a:pt x="1698" y="881"/>
                </a:lnTo>
                <a:lnTo>
                  <a:pt x="1698" y="882"/>
                </a:lnTo>
                <a:lnTo>
                  <a:pt x="1697" y="882"/>
                </a:lnTo>
                <a:lnTo>
                  <a:pt x="1697" y="883"/>
                </a:lnTo>
                <a:lnTo>
                  <a:pt x="1696" y="883"/>
                </a:lnTo>
                <a:lnTo>
                  <a:pt x="1696" y="884"/>
                </a:lnTo>
                <a:lnTo>
                  <a:pt x="1695" y="884"/>
                </a:lnTo>
                <a:lnTo>
                  <a:pt x="1695" y="885"/>
                </a:lnTo>
                <a:lnTo>
                  <a:pt x="1694" y="886"/>
                </a:lnTo>
                <a:lnTo>
                  <a:pt x="1693" y="886"/>
                </a:lnTo>
                <a:lnTo>
                  <a:pt x="1693" y="887"/>
                </a:lnTo>
                <a:lnTo>
                  <a:pt x="1692" y="888"/>
                </a:lnTo>
                <a:lnTo>
                  <a:pt x="1691" y="888"/>
                </a:lnTo>
                <a:lnTo>
                  <a:pt x="1691" y="889"/>
                </a:lnTo>
                <a:lnTo>
                  <a:pt x="1690" y="889"/>
                </a:lnTo>
                <a:lnTo>
                  <a:pt x="1690" y="890"/>
                </a:lnTo>
                <a:lnTo>
                  <a:pt x="1689" y="890"/>
                </a:lnTo>
                <a:lnTo>
                  <a:pt x="1688" y="890"/>
                </a:lnTo>
                <a:lnTo>
                  <a:pt x="1688" y="891"/>
                </a:lnTo>
                <a:lnTo>
                  <a:pt x="1687" y="891"/>
                </a:lnTo>
                <a:lnTo>
                  <a:pt x="1686" y="891"/>
                </a:lnTo>
                <a:lnTo>
                  <a:pt x="1686" y="892"/>
                </a:lnTo>
                <a:lnTo>
                  <a:pt x="1686" y="893"/>
                </a:lnTo>
                <a:lnTo>
                  <a:pt x="1686" y="895"/>
                </a:lnTo>
                <a:lnTo>
                  <a:pt x="1686" y="894"/>
                </a:lnTo>
                <a:lnTo>
                  <a:pt x="1685" y="893"/>
                </a:lnTo>
                <a:lnTo>
                  <a:pt x="1685" y="892"/>
                </a:lnTo>
                <a:lnTo>
                  <a:pt x="1684" y="892"/>
                </a:lnTo>
                <a:lnTo>
                  <a:pt x="1684" y="891"/>
                </a:lnTo>
                <a:lnTo>
                  <a:pt x="1684" y="890"/>
                </a:lnTo>
                <a:lnTo>
                  <a:pt x="1683" y="889"/>
                </a:lnTo>
                <a:lnTo>
                  <a:pt x="1682" y="889"/>
                </a:lnTo>
                <a:lnTo>
                  <a:pt x="1682" y="888"/>
                </a:lnTo>
                <a:lnTo>
                  <a:pt x="1682" y="887"/>
                </a:lnTo>
                <a:lnTo>
                  <a:pt x="1681" y="887"/>
                </a:lnTo>
                <a:lnTo>
                  <a:pt x="1680" y="887"/>
                </a:lnTo>
                <a:lnTo>
                  <a:pt x="1680" y="888"/>
                </a:lnTo>
                <a:lnTo>
                  <a:pt x="1679" y="888"/>
                </a:lnTo>
                <a:lnTo>
                  <a:pt x="1678" y="888"/>
                </a:lnTo>
                <a:lnTo>
                  <a:pt x="1677" y="888"/>
                </a:lnTo>
                <a:lnTo>
                  <a:pt x="1677" y="887"/>
                </a:lnTo>
                <a:lnTo>
                  <a:pt x="1676" y="887"/>
                </a:lnTo>
                <a:lnTo>
                  <a:pt x="1676" y="886"/>
                </a:lnTo>
                <a:lnTo>
                  <a:pt x="1675" y="886"/>
                </a:lnTo>
                <a:lnTo>
                  <a:pt x="1675" y="885"/>
                </a:lnTo>
                <a:lnTo>
                  <a:pt x="1675" y="884"/>
                </a:lnTo>
                <a:lnTo>
                  <a:pt x="1674" y="883"/>
                </a:lnTo>
                <a:lnTo>
                  <a:pt x="1673" y="883"/>
                </a:lnTo>
                <a:lnTo>
                  <a:pt x="1673" y="882"/>
                </a:lnTo>
                <a:lnTo>
                  <a:pt x="1672" y="882"/>
                </a:lnTo>
                <a:lnTo>
                  <a:pt x="1671" y="882"/>
                </a:lnTo>
                <a:lnTo>
                  <a:pt x="1671" y="881"/>
                </a:lnTo>
                <a:lnTo>
                  <a:pt x="1670" y="881"/>
                </a:lnTo>
                <a:lnTo>
                  <a:pt x="1669" y="881"/>
                </a:lnTo>
                <a:lnTo>
                  <a:pt x="1668" y="881"/>
                </a:lnTo>
                <a:lnTo>
                  <a:pt x="1667" y="881"/>
                </a:lnTo>
                <a:lnTo>
                  <a:pt x="1667" y="882"/>
                </a:lnTo>
                <a:lnTo>
                  <a:pt x="1666" y="882"/>
                </a:lnTo>
                <a:lnTo>
                  <a:pt x="1666" y="881"/>
                </a:lnTo>
                <a:lnTo>
                  <a:pt x="1665" y="881"/>
                </a:lnTo>
                <a:lnTo>
                  <a:pt x="1665" y="882"/>
                </a:lnTo>
                <a:lnTo>
                  <a:pt x="1664" y="881"/>
                </a:lnTo>
                <a:lnTo>
                  <a:pt x="1663" y="881"/>
                </a:lnTo>
                <a:lnTo>
                  <a:pt x="1663" y="880"/>
                </a:lnTo>
                <a:lnTo>
                  <a:pt x="1662" y="880"/>
                </a:lnTo>
                <a:lnTo>
                  <a:pt x="1661" y="880"/>
                </a:lnTo>
                <a:lnTo>
                  <a:pt x="1661" y="879"/>
                </a:lnTo>
                <a:lnTo>
                  <a:pt x="1660" y="879"/>
                </a:lnTo>
                <a:lnTo>
                  <a:pt x="1660" y="878"/>
                </a:lnTo>
                <a:lnTo>
                  <a:pt x="1659" y="878"/>
                </a:lnTo>
                <a:lnTo>
                  <a:pt x="1659" y="877"/>
                </a:lnTo>
                <a:lnTo>
                  <a:pt x="1659" y="876"/>
                </a:lnTo>
                <a:lnTo>
                  <a:pt x="1658" y="876"/>
                </a:lnTo>
                <a:lnTo>
                  <a:pt x="1657" y="876"/>
                </a:lnTo>
                <a:lnTo>
                  <a:pt x="1656" y="876"/>
                </a:lnTo>
                <a:lnTo>
                  <a:pt x="1656" y="875"/>
                </a:lnTo>
                <a:lnTo>
                  <a:pt x="1655" y="875"/>
                </a:lnTo>
                <a:lnTo>
                  <a:pt x="1655" y="874"/>
                </a:lnTo>
                <a:lnTo>
                  <a:pt x="1654" y="874"/>
                </a:lnTo>
                <a:lnTo>
                  <a:pt x="1653" y="874"/>
                </a:lnTo>
                <a:lnTo>
                  <a:pt x="1652" y="874"/>
                </a:lnTo>
                <a:lnTo>
                  <a:pt x="1652" y="873"/>
                </a:lnTo>
                <a:lnTo>
                  <a:pt x="1651" y="873"/>
                </a:lnTo>
                <a:lnTo>
                  <a:pt x="1650" y="873"/>
                </a:lnTo>
                <a:lnTo>
                  <a:pt x="1650" y="874"/>
                </a:lnTo>
                <a:lnTo>
                  <a:pt x="1649" y="874"/>
                </a:lnTo>
                <a:lnTo>
                  <a:pt x="1648" y="873"/>
                </a:lnTo>
                <a:lnTo>
                  <a:pt x="1647" y="872"/>
                </a:lnTo>
                <a:lnTo>
                  <a:pt x="1646" y="872"/>
                </a:lnTo>
                <a:lnTo>
                  <a:pt x="1646" y="871"/>
                </a:lnTo>
                <a:lnTo>
                  <a:pt x="1646" y="870"/>
                </a:lnTo>
                <a:lnTo>
                  <a:pt x="1645" y="870"/>
                </a:lnTo>
                <a:lnTo>
                  <a:pt x="1645" y="869"/>
                </a:lnTo>
                <a:lnTo>
                  <a:pt x="1644" y="869"/>
                </a:lnTo>
                <a:lnTo>
                  <a:pt x="1645" y="869"/>
                </a:lnTo>
                <a:lnTo>
                  <a:pt x="1644" y="868"/>
                </a:lnTo>
                <a:lnTo>
                  <a:pt x="1644" y="867"/>
                </a:lnTo>
                <a:lnTo>
                  <a:pt x="1644" y="866"/>
                </a:lnTo>
                <a:lnTo>
                  <a:pt x="1643" y="865"/>
                </a:lnTo>
                <a:lnTo>
                  <a:pt x="1642" y="864"/>
                </a:lnTo>
                <a:lnTo>
                  <a:pt x="1641" y="864"/>
                </a:lnTo>
                <a:lnTo>
                  <a:pt x="1640" y="864"/>
                </a:lnTo>
                <a:lnTo>
                  <a:pt x="1640" y="863"/>
                </a:lnTo>
                <a:lnTo>
                  <a:pt x="1639" y="862"/>
                </a:lnTo>
                <a:lnTo>
                  <a:pt x="1638" y="862"/>
                </a:lnTo>
                <a:lnTo>
                  <a:pt x="1637" y="862"/>
                </a:lnTo>
                <a:lnTo>
                  <a:pt x="1636" y="861"/>
                </a:lnTo>
                <a:lnTo>
                  <a:pt x="1635" y="861"/>
                </a:lnTo>
                <a:lnTo>
                  <a:pt x="1634" y="861"/>
                </a:lnTo>
                <a:lnTo>
                  <a:pt x="1633" y="861"/>
                </a:lnTo>
                <a:lnTo>
                  <a:pt x="1633" y="862"/>
                </a:lnTo>
                <a:lnTo>
                  <a:pt x="1632" y="862"/>
                </a:lnTo>
                <a:lnTo>
                  <a:pt x="1632" y="861"/>
                </a:lnTo>
                <a:lnTo>
                  <a:pt x="1631" y="859"/>
                </a:lnTo>
                <a:lnTo>
                  <a:pt x="1631" y="858"/>
                </a:lnTo>
                <a:lnTo>
                  <a:pt x="1631" y="857"/>
                </a:lnTo>
                <a:lnTo>
                  <a:pt x="1630" y="856"/>
                </a:lnTo>
                <a:lnTo>
                  <a:pt x="1629" y="855"/>
                </a:lnTo>
                <a:lnTo>
                  <a:pt x="1628" y="853"/>
                </a:lnTo>
                <a:lnTo>
                  <a:pt x="1627" y="853"/>
                </a:lnTo>
                <a:lnTo>
                  <a:pt x="1626" y="852"/>
                </a:lnTo>
                <a:lnTo>
                  <a:pt x="1625" y="852"/>
                </a:lnTo>
                <a:lnTo>
                  <a:pt x="1624" y="853"/>
                </a:lnTo>
                <a:lnTo>
                  <a:pt x="1623" y="853"/>
                </a:lnTo>
                <a:lnTo>
                  <a:pt x="1623" y="854"/>
                </a:lnTo>
                <a:lnTo>
                  <a:pt x="1623" y="855"/>
                </a:lnTo>
                <a:lnTo>
                  <a:pt x="1623" y="856"/>
                </a:lnTo>
                <a:lnTo>
                  <a:pt x="1622" y="856"/>
                </a:lnTo>
                <a:lnTo>
                  <a:pt x="1620" y="856"/>
                </a:lnTo>
                <a:lnTo>
                  <a:pt x="1619" y="856"/>
                </a:lnTo>
                <a:lnTo>
                  <a:pt x="1618" y="855"/>
                </a:lnTo>
                <a:lnTo>
                  <a:pt x="1617" y="855"/>
                </a:lnTo>
                <a:lnTo>
                  <a:pt x="1615" y="855"/>
                </a:lnTo>
                <a:lnTo>
                  <a:pt x="1615" y="854"/>
                </a:lnTo>
                <a:lnTo>
                  <a:pt x="1614" y="854"/>
                </a:lnTo>
                <a:lnTo>
                  <a:pt x="1613" y="853"/>
                </a:lnTo>
                <a:lnTo>
                  <a:pt x="1613" y="852"/>
                </a:lnTo>
                <a:lnTo>
                  <a:pt x="1613" y="851"/>
                </a:lnTo>
                <a:lnTo>
                  <a:pt x="1613" y="850"/>
                </a:lnTo>
                <a:lnTo>
                  <a:pt x="1613" y="847"/>
                </a:lnTo>
                <a:lnTo>
                  <a:pt x="1612" y="846"/>
                </a:lnTo>
                <a:lnTo>
                  <a:pt x="1612" y="845"/>
                </a:lnTo>
                <a:lnTo>
                  <a:pt x="1611" y="845"/>
                </a:lnTo>
                <a:lnTo>
                  <a:pt x="1609" y="845"/>
                </a:lnTo>
                <a:lnTo>
                  <a:pt x="1608" y="845"/>
                </a:lnTo>
                <a:lnTo>
                  <a:pt x="1607" y="845"/>
                </a:lnTo>
                <a:lnTo>
                  <a:pt x="1607" y="846"/>
                </a:lnTo>
                <a:lnTo>
                  <a:pt x="1606" y="846"/>
                </a:lnTo>
                <a:lnTo>
                  <a:pt x="1605" y="846"/>
                </a:lnTo>
                <a:lnTo>
                  <a:pt x="1603" y="847"/>
                </a:lnTo>
                <a:lnTo>
                  <a:pt x="1601" y="847"/>
                </a:lnTo>
                <a:lnTo>
                  <a:pt x="1599" y="847"/>
                </a:lnTo>
                <a:lnTo>
                  <a:pt x="1598" y="847"/>
                </a:lnTo>
                <a:lnTo>
                  <a:pt x="1597" y="847"/>
                </a:lnTo>
                <a:lnTo>
                  <a:pt x="1596" y="847"/>
                </a:lnTo>
                <a:lnTo>
                  <a:pt x="1595" y="847"/>
                </a:lnTo>
                <a:lnTo>
                  <a:pt x="1594" y="848"/>
                </a:lnTo>
                <a:lnTo>
                  <a:pt x="1593" y="848"/>
                </a:lnTo>
                <a:lnTo>
                  <a:pt x="1593" y="849"/>
                </a:lnTo>
                <a:lnTo>
                  <a:pt x="1591" y="849"/>
                </a:lnTo>
                <a:lnTo>
                  <a:pt x="1589" y="849"/>
                </a:lnTo>
                <a:lnTo>
                  <a:pt x="1587" y="848"/>
                </a:lnTo>
                <a:lnTo>
                  <a:pt x="1587" y="849"/>
                </a:lnTo>
                <a:lnTo>
                  <a:pt x="1586" y="849"/>
                </a:lnTo>
                <a:lnTo>
                  <a:pt x="1586" y="848"/>
                </a:lnTo>
                <a:lnTo>
                  <a:pt x="1585" y="848"/>
                </a:lnTo>
                <a:lnTo>
                  <a:pt x="1585" y="847"/>
                </a:lnTo>
                <a:lnTo>
                  <a:pt x="1584" y="847"/>
                </a:lnTo>
                <a:lnTo>
                  <a:pt x="1584" y="846"/>
                </a:lnTo>
                <a:lnTo>
                  <a:pt x="1583" y="846"/>
                </a:lnTo>
                <a:lnTo>
                  <a:pt x="1583" y="845"/>
                </a:lnTo>
                <a:lnTo>
                  <a:pt x="1582" y="844"/>
                </a:lnTo>
                <a:lnTo>
                  <a:pt x="1581" y="844"/>
                </a:lnTo>
                <a:lnTo>
                  <a:pt x="1579" y="844"/>
                </a:lnTo>
                <a:lnTo>
                  <a:pt x="1578" y="843"/>
                </a:lnTo>
                <a:lnTo>
                  <a:pt x="1578" y="842"/>
                </a:lnTo>
                <a:lnTo>
                  <a:pt x="1578" y="840"/>
                </a:lnTo>
                <a:lnTo>
                  <a:pt x="1577" y="840"/>
                </a:lnTo>
                <a:lnTo>
                  <a:pt x="1577" y="839"/>
                </a:lnTo>
                <a:lnTo>
                  <a:pt x="1576" y="839"/>
                </a:lnTo>
                <a:lnTo>
                  <a:pt x="1576" y="838"/>
                </a:lnTo>
                <a:lnTo>
                  <a:pt x="1575" y="838"/>
                </a:lnTo>
                <a:lnTo>
                  <a:pt x="1575" y="839"/>
                </a:lnTo>
                <a:lnTo>
                  <a:pt x="1574" y="839"/>
                </a:lnTo>
                <a:lnTo>
                  <a:pt x="1573" y="839"/>
                </a:lnTo>
                <a:lnTo>
                  <a:pt x="1572" y="839"/>
                </a:lnTo>
                <a:lnTo>
                  <a:pt x="1571" y="839"/>
                </a:lnTo>
                <a:lnTo>
                  <a:pt x="1570" y="839"/>
                </a:lnTo>
                <a:lnTo>
                  <a:pt x="1570" y="840"/>
                </a:lnTo>
                <a:lnTo>
                  <a:pt x="1569" y="841"/>
                </a:lnTo>
                <a:lnTo>
                  <a:pt x="1568" y="841"/>
                </a:lnTo>
                <a:lnTo>
                  <a:pt x="1567" y="841"/>
                </a:lnTo>
                <a:lnTo>
                  <a:pt x="1566" y="840"/>
                </a:lnTo>
                <a:lnTo>
                  <a:pt x="1565" y="840"/>
                </a:lnTo>
                <a:lnTo>
                  <a:pt x="1565" y="841"/>
                </a:lnTo>
                <a:lnTo>
                  <a:pt x="1564" y="840"/>
                </a:lnTo>
                <a:lnTo>
                  <a:pt x="1563" y="840"/>
                </a:lnTo>
                <a:lnTo>
                  <a:pt x="1563" y="841"/>
                </a:lnTo>
                <a:lnTo>
                  <a:pt x="1562" y="841"/>
                </a:lnTo>
                <a:lnTo>
                  <a:pt x="1561" y="841"/>
                </a:lnTo>
                <a:lnTo>
                  <a:pt x="1560" y="842"/>
                </a:lnTo>
                <a:lnTo>
                  <a:pt x="1559" y="842"/>
                </a:lnTo>
                <a:lnTo>
                  <a:pt x="1558" y="842"/>
                </a:lnTo>
                <a:lnTo>
                  <a:pt x="1558" y="843"/>
                </a:lnTo>
                <a:lnTo>
                  <a:pt x="1557" y="843"/>
                </a:lnTo>
                <a:lnTo>
                  <a:pt x="1556" y="843"/>
                </a:lnTo>
                <a:lnTo>
                  <a:pt x="1556" y="844"/>
                </a:lnTo>
                <a:lnTo>
                  <a:pt x="1555" y="844"/>
                </a:lnTo>
                <a:lnTo>
                  <a:pt x="1554" y="845"/>
                </a:lnTo>
                <a:lnTo>
                  <a:pt x="1552" y="846"/>
                </a:lnTo>
                <a:lnTo>
                  <a:pt x="1551" y="847"/>
                </a:lnTo>
                <a:lnTo>
                  <a:pt x="1550" y="847"/>
                </a:lnTo>
                <a:lnTo>
                  <a:pt x="1549" y="847"/>
                </a:lnTo>
                <a:lnTo>
                  <a:pt x="1549" y="848"/>
                </a:lnTo>
                <a:lnTo>
                  <a:pt x="1548" y="848"/>
                </a:lnTo>
                <a:lnTo>
                  <a:pt x="1547" y="849"/>
                </a:lnTo>
                <a:lnTo>
                  <a:pt x="1546" y="849"/>
                </a:lnTo>
                <a:lnTo>
                  <a:pt x="1546" y="850"/>
                </a:lnTo>
                <a:lnTo>
                  <a:pt x="1545" y="850"/>
                </a:lnTo>
                <a:lnTo>
                  <a:pt x="1544" y="850"/>
                </a:lnTo>
                <a:lnTo>
                  <a:pt x="1543" y="850"/>
                </a:lnTo>
                <a:lnTo>
                  <a:pt x="1542" y="851"/>
                </a:lnTo>
                <a:lnTo>
                  <a:pt x="1541" y="851"/>
                </a:lnTo>
                <a:lnTo>
                  <a:pt x="1540" y="851"/>
                </a:lnTo>
                <a:lnTo>
                  <a:pt x="1539" y="851"/>
                </a:lnTo>
                <a:lnTo>
                  <a:pt x="1539" y="852"/>
                </a:lnTo>
                <a:lnTo>
                  <a:pt x="1537" y="852"/>
                </a:lnTo>
                <a:lnTo>
                  <a:pt x="1536" y="852"/>
                </a:lnTo>
                <a:lnTo>
                  <a:pt x="1535" y="852"/>
                </a:lnTo>
                <a:lnTo>
                  <a:pt x="1535" y="853"/>
                </a:lnTo>
                <a:lnTo>
                  <a:pt x="1534" y="853"/>
                </a:lnTo>
                <a:lnTo>
                  <a:pt x="1533" y="853"/>
                </a:lnTo>
                <a:lnTo>
                  <a:pt x="1532" y="855"/>
                </a:lnTo>
                <a:lnTo>
                  <a:pt x="1531" y="855"/>
                </a:lnTo>
                <a:lnTo>
                  <a:pt x="1531" y="856"/>
                </a:lnTo>
                <a:lnTo>
                  <a:pt x="1531" y="857"/>
                </a:lnTo>
                <a:lnTo>
                  <a:pt x="1530" y="857"/>
                </a:lnTo>
                <a:lnTo>
                  <a:pt x="1530" y="858"/>
                </a:lnTo>
                <a:lnTo>
                  <a:pt x="1530" y="859"/>
                </a:lnTo>
                <a:lnTo>
                  <a:pt x="1530" y="860"/>
                </a:lnTo>
                <a:lnTo>
                  <a:pt x="1529" y="861"/>
                </a:lnTo>
                <a:lnTo>
                  <a:pt x="1529" y="862"/>
                </a:lnTo>
                <a:lnTo>
                  <a:pt x="1529" y="863"/>
                </a:lnTo>
                <a:lnTo>
                  <a:pt x="1529" y="864"/>
                </a:lnTo>
                <a:lnTo>
                  <a:pt x="1528" y="865"/>
                </a:lnTo>
                <a:lnTo>
                  <a:pt x="1528" y="866"/>
                </a:lnTo>
                <a:lnTo>
                  <a:pt x="1527" y="866"/>
                </a:lnTo>
                <a:lnTo>
                  <a:pt x="1526" y="867"/>
                </a:lnTo>
                <a:lnTo>
                  <a:pt x="1525" y="867"/>
                </a:lnTo>
                <a:lnTo>
                  <a:pt x="1525" y="868"/>
                </a:lnTo>
                <a:lnTo>
                  <a:pt x="1524" y="869"/>
                </a:lnTo>
                <a:lnTo>
                  <a:pt x="1524" y="870"/>
                </a:lnTo>
                <a:lnTo>
                  <a:pt x="1523" y="870"/>
                </a:lnTo>
                <a:lnTo>
                  <a:pt x="1523" y="871"/>
                </a:lnTo>
                <a:lnTo>
                  <a:pt x="1522" y="872"/>
                </a:lnTo>
                <a:lnTo>
                  <a:pt x="1522" y="873"/>
                </a:lnTo>
                <a:lnTo>
                  <a:pt x="1521" y="873"/>
                </a:lnTo>
                <a:lnTo>
                  <a:pt x="1521" y="874"/>
                </a:lnTo>
                <a:lnTo>
                  <a:pt x="1520" y="875"/>
                </a:lnTo>
                <a:lnTo>
                  <a:pt x="1520" y="876"/>
                </a:lnTo>
                <a:lnTo>
                  <a:pt x="1519" y="876"/>
                </a:lnTo>
                <a:lnTo>
                  <a:pt x="1519" y="877"/>
                </a:lnTo>
                <a:lnTo>
                  <a:pt x="1518" y="877"/>
                </a:lnTo>
                <a:lnTo>
                  <a:pt x="1517" y="878"/>
                </a:lnTo>
                <a:lnTo>
                  <a:pt x="1516" y="878"/>
                </a:lnTo>
                <a:lnTo>
                  <a:pt x="1515" y="879"/>
                </a:lnTo>
                <a:lnTo>
                  <a:pt x="1514" y="879"/>
                </a:lnTo>
                <a:lnTo>
                  <a:pt x="1513" y="879"/>
                </a:lnTo>
                <a:lnTo>
                  <a:pt x="1513" y="880"/>
                </a:lnTo>
                <a:lnTo>
                  <a:pt x="1512" y="880"/>
                </a:lnTo>
                <a:lnTo>
                  <a:pt x="1511" y="881"/>
                </a:lnTo>
                <a:lnTo>
                  <a:pt x="1510" y="881"/>
                </a:lnTo>
                <a:lnTo>
                  <a:pt x="1509" y="881"/>
                </a:lnTo>
                <a:lnTo>
                  <a:pt x="1508" y="882"/>
                </a:lnTo>
                <a:lnTo>
                  <a:pt x="1507" y="883"/>
                </a:lnTo>
                <a:lnTo>
                  <a:pt x="1506" y="883"/>
                </a:lnTo>
                <a:lnTo>
                  <a:pt x="1505" y="884"/>
                </a:lnTo>
                <a:lnTo>
                  <a:pt x="1504" y="884"/>
                </a:lnTo>
                <a:lnTo>
                  <a:pt x="1503" y="885"/>
                </a:lnTo>
                <a:lnTo>
                  <a:pt x="1502" y="885"/>
                </a:lnTo>
                <a:lnTo>
                  <a:pt x="1501" y="885"/>
                </a:lnTo>
                <a:lnTo>
                  <a:pt x="1501" y="886"/>
                </a:lnTo>
                <a:lnTo>
                  <a:pt x="1500" y="886"/>
                </a:lnTo>
                <a:lnTo>
                  <a:pt x="1499" y="886"/>
                </a:lnTo>
                <a:lnTo>
                  <a:pt x="1498" y="886"/>
                </a:lnTo>
                <a:lnTo>
                  <a:pt x="1497" y="886"/>
                </a:lnTo>
                <a:lnTo>
                  <a:pt x="1497" y="887"/>
                </a:lnTo>
                <a:lnTo>
                  <a:pt x="1496" y="887"/>
                </a:lnTo>
                <a:lnTo>
                  <a:pt x="1496" y="888"/>
                </a:lnTo>
                <a:lnTo>
                  <a:pt x="1495" y="888"/>
                </a:lnTo>
                <a:lnTo>
                  <a:pt x="1494" y="888"/>
                </a:lnTo>
                <a:lnTo>
                  <a:pt x="1494" y="889"/>
                </a:lnTo>
                <a:lnTo>
                  <a:pt x="1493" y="889"/>
                </a:lnTo>
                <a:lnTo>
                  <a:pt x="1492" y="889"/>
                </a:lnTo>
                <a:lnTo>
                  <a:pt x="1491" y="889"/>
                </a:lnTo>
                <a:lnTo>
                  <a:pt x="1490" y="889"/>
                </a:lnTo>
                <a:lnTo>
                  <a:pt x="1490" y="890"/>
                </a:lnTo>
                <a:lnTo>
                  <a:pt x="1489" y="890"/>
                </a:lnTo>
                <a:lnTo>
                  <a:pt x="1489" y="891"/>
                </a:lnTo>
                <a:lnTo>
                  <a:pt x="1488" y="891"/>
                </a:lnTo>
                <a:lnTo>
                  <a:pt x="1487" y="891"/>
                </a:lnTo>
                <a:lnTo>
                  <a:pt x="1486" y="891"/>
                </a:lnTo>
                <a:lnTo>
                  <a:pt x="1485" y="891"/>
                </a:lnTo>
                <a:lnTo>
                  <a:pt x="1484" y="890"/>
                </a:lnTo>
                <a:lnTo>
                  <a:pt x="1483" y="890"/>
                </a:lnTo>
                <a:lnTo>
                  <a:pt x="1482" y="890"/>
                </a:lnTo>
                <a:lnTo>
                  <a:pt x="1481" y="890"/>
                </a:lnTo>
                <a:lnTo>
                  <a:pt x="1481" y="891"/>
                </a:lnTo>
                <a:lnTo>
                  <a:pt x="1480" y="891"/>
                </a:lnTo>
                <a:lnTo>
                  <a:pt x="1479" y="891"/>
                </a:lnTo>
                <a:lnTo>
                  <a:pt x="1478" y="891"/>
                </a:lnTo>
                <a:lnTo>
                  <a:pt x="1478" y="892"/>
                </a:lnTo>
                <a:lnTo>
                  <a:pt x="1477" y="892"/>
                </a:lnTo>
                <a:lnTo>
                  <a:pt x="1476" y="892"/>
                </a:lnTo>
                <a:lnTo>
                  <a:pt x="1476" y="891"/>
                </a:lnTo>
                <a:lnTo>
                  <a:pt x="1475" y="891"/>
                </a:lnTo>
                <a:lnTo>
                  <a:pt x="1474" y="891"/>
                </a:lnTo>
                <a:lnTo>
                  <a:pt x="1475" y="890"/>
                </a:lnTo>
                <a:lnTo>
                  <a:pt x="1475" y="889"/>
                </a:lnTo>
                <a:lnTo>
                  <a:pt x="1474" y="889"/>
                </a:lnTo>
                <a:lnTo>
                  <a:pt x="1473" y="889"/>
                </a:lnTo>
                <a:lnTo>
                  <a:pt x="1471" y="889"/>
                </a:lnTo>
                <a:lnTo>
                  <a:pt x="1470" y="889"/>
                </a:lnTo>
                <a:lnTo>
                  <a:pt x="1470" y="890"/>
                </a:lnTo>
                <a:lnTo>
                  <a:pt x="1469" y="890"/>
                </a:lnTo>
                <a:lnTo>
                  <a:pt x="1469" y="891"/>
                </a:lnTo>
                <a:lnTo>
                  <a:pt x="1469" y="892"/>
                </a:lnTo>
                <a:lnTo>
                  <a:pt x="1468" y="892"/>
                </a:lnTo>
                <a:lnTo>
                  <a:pt x="1467" y="892"/>
                </a:lnTo>
                <a:lnTo>
                  <a:pt x="1467" y="893"/>
                </a:lnTo>
                <a:lnTo>
                  <a:pt x="1466" y="893"/>
                </a:lnTo>
                <a:lnTo>
                  <a:pt x="1465" y="893"/>
                </a:lnTo>
                <a:lnTo>
                  <a:pt x="1464" y="893"/>
                </a:lnTo>
                <a:lnTo>
                  <a:pt x="1463" y="893"/>
                </a:lnTo>
                <a:lnTo>
                  <a:pt x="1462" y="894"/>
                </a:lnTo>
                <a:lnTo>
                  <a:pt x="1461" y="894"/>
                </a:lnTo>
                <a:lnTo>
                  <a:pt x="1461" y="895"/>
                </a:lnTo>
                <a:lnTo>
                  <a:pt x="1459" y="895"/>
                </a:lnTo>
                <a:lnTo>
                  <a:pt x="1459" y="896"/>
                </a:lnTo>
                <a:lnTo>
                  <a:pt x="1458" y="896"/>
                </a:lnTo>
                <a:lnTo>
                  <a:pt x="1458" y="897"/>
                </a:lnTo>
                <a:lnTo>
                  <a:pt x="1457" y="897"/>
                </a:lnTo>
                <a:lnTo>
                  <a:pt x="1456" y="897"/>
                </a:lnTo>
                <a:lnTo>
                  <a:pt x="1455" y="897"/>
                </a:lnTo>
                <a:lnTo>
                  <a:pt x="1455" y="898"/>
                </a:lnTo>
                <a:lnTo>
                  <a:pt x="1454" y="898"/>
                </a:lnTo>
                <a:lnTo>
                  <a:pt x="1453" y="898"/>
                </a:lnTo>
                <a:lnTo>
                  <a:pt x="1451" y="898"/>
                </a:lnTo>
                <a:lnTo>
                  <a:pt x="1450" y="899"/>
                </a:lnTo>
                <a:lnTo>
                  <a:pt x="1450" y="900"/>
                </a:lnTo>
                <a:lnTo>
                  <a:pt x="1450" y="901"/>
                </a:lnTo>
                <a:lnTo>
                  <a:pt x="1449" y="902"/>
                </a:lnTo>
                <a:lnTo>
                  <a:pt x="1448" y="902"/>
                </a:lnTo>
                <a:lnTo>
                  <a:pt x="1447" y="903"/>
                </a:lnTo>
                <a:lnTo>
                  <a:pt x="1446" y="904"/>
                </a:lnTo>
                <a:lnTo>
                  <a:pt x="1446" y="905"/>
                </a:lnTo>
                <a:lnTo>
                  <a:pt x="1444" y="906"/>
                </a:lnTo>
                <a:lnTo>
                  <a:pt x="1444" y="907"/>
                </a:lnTo>
                <a:lnTo>
                  <a:pt x="1443" y="908"/>
                </a:lnTo>
                <a:lnTo>
                  <a:pt x="1442" y="908"/>
                </a:lnTo>
                <a:lnTo>
                  <a:pt x="1442" y="909"/>
                </a:lnTo>
                <a:lnTo>
                  <a:pt x="1441" y="909"/>
                </a:lnTo>
                <a:lnTo>
                  <a:pt x="1440" y="909"/>
                </a:lnTo>
                <a:lnTo>
                  <a:pt x="1439" y="909"/>
                </a:lnTo>
                <a:lnTo>
                  <a:pt x="1438" y="910"/>
                </a:lnTo>
                <a:lnTo>
                  <a:pt x="1437" y="910"/>
                </a:lnTo>
                <a:lnTo>
                  <a:pt x="1436" y="910"/>
                </a:lnTo>
                <a:lnTo>
                  <a:pt x="1435" y="911"/>
                </a:lnTo>
                <a:lnTo>
                  <a:pt x="1434" y="912"/>
                </a:lnTo>
                <a:lnTo>
                  <a:pt x="1433" y="912"/>
                </a:lnTo>
                <a:lnTo>
                  <a:pt x="1432" y="912"/>
                </a:lnTo>
                <a:lnTo>
                  <a:pt x="1432" y="913"/>
                </a:lnTo>
                <a:lnTo>
                  <a:pt x="1431" y="914"/>
                </a:lnTo>
                <a:lnTo>
                  <a:pt x="1430" y="914"/>
                </a:lnTo>
                <a:lnTo>
                  <a:pt x="1430" y="915"/>
                </a:lnTo>
                <a:lnTo>
                  <a:pt x="1429" y="915"/>
                </a:lnTo>
                <a:lnTo>
                  <a:pt x="1429" y="916"/>
                </a:lnTo>
                <a:lnTo>
                  <a:pt x="1428" y="916"/>
                </a:lnTo>
                <a:lnTo>
                  <a:pt x="1427" y="916"/>
                </a:lnTo>
                <a:lnTo>
                  <a:pt x="1427" y="917"/>
                </a:lnTo>
                <a:lnTo>
                  <a:pt x="1426" y="917"/>
                </a:lnTo>
                <a:lnTo>
                  <a:pt x="1426" y="918"/>
                </a:lnTo>
                <a:lnTo>
                  <a:pt x="1425" y="918"/>
                </a:lnTo>
                <a:lnTo>
                  <a:pt x="1424" y="919"/>
                </a:lnTo>
                <a:lnTo>
                  <a:pt x="1423" y="921"/>
                </a:lnTo>
                <a:lnTo>
                  <a:pt x="1422" y="921"/>
                </a:lnTo>
                <a:lnTo>
                  <a:pt x="1422" y="922"/>
                </a:lnTo>
                <a:lnTo>
                  <a:pt x="1421" y="923"/>
                </a:lnTo>
                <a:lnTo>
                  <a:pt x="1420" y="924"/>
                </a:lnTo>
                <a:lnTo>
                  <a:pt x="1419" y="924"/>
                </a:lnTo>
                <a:lnTo>
                  <a:pt x="1419" y="925"/>
                </a:lnTo>
                <a:lnTo>
                  <a:pt x="1418" y="925"/>
                </a:lnTo>
                <a:lnTo>
                  <a:pt x="1417" y="926"/>
                </a:lnTo>
                <a:lnTo>
                  <a:pt x="1416" y="927"/>
                </a:lnTo>
                <a:lnTo>
                  <a:pt x="1415" y="927"/>
                </a:lnTo>
                <a:lnTo>
                  <a:pt x="1415" y="928"/>
                </a:lnTo>
                <a:lnTo>
                  <a:pt x="1414" y="929"/>
                </a:lnTo>
                <a:lnTo>
                  <a:pt x="1413" y="929"/>
                </a:lnTo>
                <a:lnTo>
                  <a:pt x="1413" y="930"/>
                </a:lnTo>
                <a:lnTo>
                  <a:pt x="1412" y="931"/>
                </a:lnTo>
                <a:lnTo>
                  <a:pt x="1412" y="932"/>
                </a:lnTo>
                <a:lnTo>
                  <a:pt x="1411" y="932"/>
                </a:lnTo>
                <a:lnTo>
                  <a:pt x="1411" y="933"/>
                </a:lnTo>
                <a:lnTo>
                  <a:pt x="1410" y="933"/>
                </a:lnTo>
                <a:lnTo>
                  <a:pt x="1410" y="934"/>
                </a:lnTo>
                <a:lnTo>
                  <a:pt x="1409" y="935"/>
                </a:lnTo>
                <a:lnTo>
                  <a:pt x="1408" y="936"/>
                </a:lnTo>
                <a:lnTo>
                  <a:pt x="1407" y="936"/>
                </a:lnTo>
                <a:lnTo>
                  <a:pt x="1407" y="937"/>
                </a:lnTo>
                <a:lnTo>
                  <a:pt x="1406" y="938"/>
                </a:lnTo>
                <a:lnTo>
                  <a:pt x="1405" y="939"/>
                </a:lnTo>
                <a:lnTo>
                  <a:pt x="1405" y="940"/>
                </a:lnTo>
                <a:lnTo>
                  <a:pt x="1404" y="940"/>
                </a:lnTo>
                <a:lnTo>
                  <a:pt x="1404" y="941"/>
                </a:lnTo>
                <a:lnTo>
                  <a:pt x="1403" y="942"/>
                </a:lnTo>
                <a:lnTo>
                  <a:pt x="1402" y="943"/>
                </a:lnTo>
                <a:lnTo>
                  <a:pt x="1401" y="944"/>
                </a:lnTo>
                <a:lnTo>
                  <a:pt x="1400" y="945"/>
                </a:lnTo>
                <a:lnTo>
                  <a:pt x="1399" y="946"/>
                </a:lnTo>
                <a:lnTo>
                  <a:pt x="1399" y="947"/>
                </a:lnTo>
                <a:lnTo>
                  <a:pt x="1398" y="947"/>
                </a:lnTo>
                <a:lnTo>
                  <a:pt x="1398" y="948"/>
                </a:lnTo>
                <a:lnTo>
                  <a:pt x="1397" y="949"/>
                </a:lnTo>
                <a:lnTo>
                  <a:pt x="1396" y="950"/>
                </a:lnTo>
                <a:lnTo>
                  <a:pt x="1396" y="951"/>
                </a:lnTo>
                <a:lnTo>
                  <a:pt x="1395" y="951"/>
                </a:lnTo>
                <a:lnTo>
                  <a:pt x="1394" y="953"/>
                </a:lnTo>
                <a:lnTo>
                  <a:pt x="1394" y="954"/>
                </a:lnTo>
                <a:lnTo>
                  <a:pt x="1393" y="954"/>
                </a:lnTo>
                <a:lnTo>
                  <a:pt x="1393" y="955"/>
                </a:lnTo>
                <a:lnTo>
                  <a:pt x="1393" y="956"/>
                </a:lnTo>
                <a:lnTo>
                  <a:pt x="1393" y="957"/>
                </a:lnTo>
                <a:lnTo>
                  <a:pt x="1393" y="958"/>
                </a:lnTo>
                <a:lnTo>
                  <a:pt x="1393" y="960"/>
                </a:lnTo>
                <a:lnTo>
                  <a:pt x="1393" y="961"/>
                </a:lnTo>
                <a:lnTo>
                  <a:pt x="1393" y="962"/>
                </a:lnTo>
                <a:lnTo>
                  <a:pt x="1393" y="963"/>
                </a:lnTo>
                <a:lnTo>
                  <a:pt x="1393" y="964"/>
                </a:lnTo>
                <a:lnTo>
                  <a:pt x="1393" y="965"/>
                </a:lnTo>
                <a:lnTo>
                  <a:pt x="1392" y="966"/>
                </a:lnTo>
                <a:lnTo>
                  <a:pt x="1392" y="967"/>
                </a:lnTo>
                <a:lnTo>
                  <a:pt x="1392" y="968"/>
                </a:lnTo>
                <a:lnTo>
                  <a:pt x="1391" y="968"/>
                </a:lnTo>
                <a:lnTo>
                  <a:pt x="1391" y="969"/>
                </a:lnTo>
                <a:lnTo>
                  <a:pt x="1390" y="969"/>
                </a:lnTo>
                <a:lnTo>
                  <a:pt x="1389" y="969"/>
                </a:lnTo>
                <a:lnTo>
                  <a:pt x="1388" y="969"/>
                </a:lnTo>
                <a:lnTo>
                  <a:pt x="1387" y="969"/>
                </a:lnTo>
                <a:lnTo>
                  <a:pt x="1386" y="970"/>
                </a:lnTo>
                <a:lnTo>
                  <a:pt x="1385" y="970"/>
                </a:lnTo>
                <a:lnTo>
                  <a:pt x="1384" y="970"/>
                </a:lnTo>
                <a:lnTo>
                  <a:pt x="1383" y="970"/>
                </a:lnTo>
                <a:lnTo>
                  <a:pt x="1382" y="970"/>
                </a:lnTo>
                <a:lnTo>
                  <a:pt x="1381" y="971"/>
                </a:lnTo>
                <a:lnTo>
                  <a:pt x="1380" y="972"/>
                </a:lnTo>
                <a:lnTo>
                  <a:pt x="1379" y="972"/>
                </a:lnTo>
                <a:lnTo>
                  <a:pt x="1379" y="973"/>
                </a:lnTo>
                <a:lnTo>
                  <a:pt x="1378" y="973"/>
                </a:lnTo>
                <a:lnTo>
                  <a:pt x="1377" y="974"/>
                </a:lnTo>
                <a:lnTo>
                  <a:pt x="1376" y="974"/>
                </a:lnTo>
                <a:lnTo>
                  <a:pt x="1375" y="975"/>
                </a:lnTo>
                <a:lnTo>
                  <a:pt x="1374" y="975"/>
                </a:lnTo>
                <a:lnTo>
                  <a:pt x="1373" y="975"/>
                </a:lnTo>
                <a:lnTo>
                  <a:pt x="1373" y="976"/>
                </a:lnTo>
                <a:lnTo>
                  <a:pt x="1372" y="976"/>
                </a:lnTo>
                <a:lnTo>
                  <a:pt x="1371" y="976"/>
                </a:lnTo>
                <a:lnTo>
                  <a:pt x="1370" y="976"/>
                </a:lnTo>
                <a:lnTo>
                  <a:pt x="1370" y="977"/>
                </a:lnTo>
                <a:lnTo>
                  <a:pt x="1369" y="977"/>
                </a:lnTo>
                <a:lnTo>
                  <a:pt x="1368" y="977"/>
                </a:lnTo>
                <a:lnTo>
                  <a:pt x="1367" y="977"/>
                </a:lnTo>
                <a:lnTo>
                  <a:pt x="1366" y="977"/>
                </a:lnTo>
                <a:lnTo>
                  <a:pt x="1365" y="978"/>
                </a:lnTo>
                <a:lnTo>
                  <a:pt x="1364" y="978"/>
                </a:lnTo>
                <a:lnTo>
                  <a:pt x="1363" y="978"/>
                </a:lnTo>
                <a:lnTo>
                  <a:pt x="1362" y="978"/>
                </a:lnTo>
                <a:lnTo>
                  <a:pt x="1361" y="978"/>
                </a:lnTo>
                <a:lnTo>
                  <a:pt x="1360" y="978"/>
                </a:lnTo>
                <a:lnTo>
                  <a:pt x="1359" y="978"/>
                </a:lnTo>
                <a:lnTo>
                  <a:pt x="1358" y="979"/>
                </a:lnTo>
                <a:lnTo>
                  <a:pt x="1356" y="979"/>
                </a:lnTo>
                <a:lnTo>
                  <a:pt x="1355" y="979"/>
                </a:lnTo>
                <a:lnTo>
                  <a:pt x="1353" y="979"/>
                </a:lnTo>
                <a:lnTo>
                  <a:pt x="1352" y="979"/>
                </a:lnTo>
                <a:lnTo>
                  <a:pt x="1352" y="978"/>
                </a:lnTo>
                <a:lnTo>
                  <a:pt x="1350" y="978"/>
                </a:lnTo>
                <a:lnTo>
                  <a:pt x="1349" y="979"/>
                </a:lnTo>
                <a:lnTo>
                  <a:pt x="1348" y="979"/>
                </a:lnTo>
                <a:lnTo>
                  <a:pt x="1347" y="979"/>
                </a:lnTo>
                <a:lnTo>
                  <a:pt x="1346" y="979"/>
                </a:lnTo>
                <a:lnTo>
                  <a:pt x="1345" y="979"/>
                </a:lnTo>
                <a:lnTo>
                  <a:pt x="1344" y="979"/>
                </a:lnTo>
                <a:lnTo>
                  <a:pt x="1343" y="979"/>
                </a:lnTo>
                <a:lnTo>
                  <a:pt x="1342" y="979"/>
                </a:lnTo>
                <a:lnTo>
                  <a:pt x="1341" y="979"/>
                </a:lnTo>
                <a:lnTo>
                  <a:pt x="1340" y="980"/>
                </a:lnTo>
                <a:lnTo>
                  <a:pt x="1339" y="980"/>
                </a:lnTo>
                <a:lnTo>
                  <a:pt x="1338" y="980"/>
                </a:lnTo>
                <a:lnTo>
                  <a:pt x="1337" y="980"/>
                </a:lnTo>
                <a:lnTo>
                  <a:pt x="1336" y="980"/>
                </a:lnTo>
                <a:lnTo>
                  <a:pt x="1335" y="981"/>
                </a:lnTo>
                <a:lnTo>
                  <a:pt x="1334" y="981"/>
                </a:lnTo>
                <a:lnTo>
                  <a:pt x="1333" y="981"/>
                </a:lnTo>
                <a:lnTo>
                  <a:pt x="1332" y="981"/>
                </a:lnTo>
                <a:lnTo>
                  <a:pt x="1331" y="981"/>
                </a:lnTo>
                <a:lnTo>
                  <a:pt x="1330" y="981"/>
                </a:lnTo>
                <a:lnTo>
                  <a:pt x="1329" y="982"/>
                </a:lnTo>
                <a:lnTo>
                  <a:pt x="1328" y="982"/>
                </a:lnTo>
                <a:lnTo>
                  <a:pt x="1327" y="982"/>
                </a:lnTo>
                <a:lnTo>
                  <a:pt x="1326" y="982"/>
                </a:lnTo>
                <a:lnTo>
                  <a:pt x="1325" y="982"/>
                </a:lnTo>
                <a:lnTo>
                  <a:pt x="1324" y="982"/>
                </a:lnTo>
                <a:lnTo>
                  <a:pt x="1322" y="982"/>
                </a:lnTo>
                <a:lnTo>
                  <a:pt x="1321" y="982"/>
                </a:lnTo>
                <a:lnTo>
                  <a:pt x="1320" y="981"/>
                </a:lnTo>
                <a:lnTo>
                  <a:pt x="1319" y="981"/>
                </a:lnTo>
                <a:lnTo>
                  <a:pt x="1318" y="981"/>
                </a:lnTo>
                <a:lnTo>
                  <a:pt x="1317" y="980"/>
                </a:lnTo>
                <a:lnTo>
                  <a:pt x="1316" y="980"/>
                </a:lnTo>
                <a:lnTo>
                  <a:pt x="1315" y="980"/>
                </a:lnTo>
                <a:lnTo>
                  <a:pt x="1314" y="979"/>
                </a:lnTo>
                <a:lnTo>
                  <a:pt x="1312" y="979"/>
                </a:lnTo>
                <a:lnTo>
                  <a:pt x="1311" y="979"/>
                </a:lnTo>
                <a:lnTo>
                  <a:pt x="1310" y="979"/>
                </a:lnTo>
                <a:lnTo>
                  <a:pt x="1309" y="979"/>
                </a:lnTo>
                <a:lnTo>
                  <a:pt x="1308" y="979"/>
                </a:lnTo>
                <a:lnTo>
                  <a:pt x="1307" y="979"/>
                </a:lnTo>
                <a:lnTo>
                  <a:pt x="1306" y="979"/>
                </a:lnTo>
                <a:lnTo>
                  <a:pt x="1305" y="979"/>
                </a:lnTo>
                <a:lnTo>
                  <a:pt x="1304" y="979"/>
                </a:lnTo>
                <a:lnTo>
                  <a:pt x="1302" y="980"/>
                </a:lnTo>
                <a:lnTo>
                  <a:pt x="1301" y="980"/>
                </a:lnTo>
                <a:lnTo>
                  <a:pt x="1301" y="981"/>
                </a:lnTo>
                <a:lnTo>
                  <a:pt x="1300" y="981"/>
                </a:lnTo>
                <a:lnTo>
                  <a:pt x="1299" y="981"/>
                </a:lnTo>
                <a:lnTo>
                  <a:pt x="1298" y="981"/>
                </a:lnTo>
                <a:lnTo>
                  <a:pt x="1297" y="981"/>
                </a:lnTo>
                <a:lnTo>
                  <a:pt x="1296" y="980"/>
                </a:lnTo>
                <a:lnTo>
                  <a:pt x="1295" y="980"/>
                </a:lnTo>
                <a:lnTo>
                  <a:pt x="1294" y="980"/>
                </a:lnTo>
                <a:lnTo>
                  <a:pt x="1294" y="979"/>
                </a:lnTo>
                <a:lnTo>
                  <a:pt x="1293" y="979"/>
                </a:lnTo>
                <a:lnTo>
                  <a:pt x="1292" y="979"/>
                </a:lnTo>
                <a:lnTo>
                  <a:pt x="1292" y="978"/>
                </a:lnTo>
                <a:lnTo>
                  <a:pt x="1291" y="978"/>
                </a:lnTo>
                <a:lnTo>
                  <a:pt x="1290" y="977"/>
                </a:lnTo>
                <a:lnTo>
                  <a:pt x="1289" y="977"/>
                </a:lnTo>
                <a:lnTo>
                  <a:pt x="1288" y="976"/>
                </a:lnTo>
                <a:lnTo>
                  <a:pt x="1287" y="976"/>
                </a:lnTo>
                <a:lnTo>
                  <a:pt x="1286" y="975"/>
                </a:lnTo>
                <a:lnTo>
                  <a:pt x="1284" y="975"/>
                </a:lnTo>
                <a:lnTo>
                  <a:pt x="1284" y="976"/>
                </a:lnTo>
                <a:lnTo>
                  <a:pt x="1283" y="976"/>
                </a:lnTo>
                <a:lnTo>
                  <a:pt x="1282" y="976"/>
                </a:lnTo>
                <a:lnTo>
                  <a:pt x="1281" y="976"/>
                </a:lnTo>
                <a:lnTo>
                  <a:pt x="1279" y="976"/>
                </a:lnTo>
                <a:lnTo>
                  <a:pt x="1278" y="976"/>
                </a:lnTo>
                <a:lnTo>
                  <a:pt x="1277" y="976"/>
                </a:lnTo>
                <a:lnTo>
                  <a:pt x="1277" y="977"/>
                </a:lnTo>
                <a:lnTo>
                  <a:pt x="1276" y="977"/>
                </a:lnTo>
                <a:lnTo>
                  <a:pt x="1275" y="977"/>
                </a:lnTo>
                <a:lnTo>
                  <a:pt x="1274" y="977"/>
                </a:lnTo>
                <a:lnTo>
                  <a:pt x="1273" y="978"/>
                </a:lnTo>
                <a:lnTo>
                  <a:pt x="1272" y="979"/>
                </a:lnTo>
                <a:lnTo>
                  <a:pt x="1271" y="979"/>
                </a:lnTo>
                <a:lnTo>
                  <a:pt x="1270" y="979"/>
                </a:lnTo>
                <a:lnTo>
                  <a:pt x="1269" y="979"/>
                </a:lnTo>
                <a:lnTo>
                  <a:pt x="1268" y="980"/>
                </a:lnTo>
                <a:lnTo>
                  <a:pt x="1267" y="980"/>
                </a:lnTo>
                <a:lnTo>
                  <a:pt x="1266" y="980"/>
                </a:lnTo>
                <a:lnTo>
                  <a:pt x="1265" y="980"/>
                </a:lnTo>
                <a:lnTo>
                  <a:pt x="1264" y="981"/>
                </a:lnTo>
                <a:lnTo>
                  <a:pt x="1263" y="981"/>
                </a:lnTo>
                <a:lnTo>
                  <a:pt x="1262" y="981"/>
                </a:lnTo>
                <a:lnTo>
                  <a:pt x="1261" y="981"/>
                </a:lnTo>
                <a:lnTo>
                  <a:pt x="1260" y="981"/>
                </a:lnTo>
                <a:lnTo>
                  <a:pt x="1259" y="981"/>
                </a:lnTo>
                <a:lnTo>
                  <a:pt x="1259" y="982"/>
                </a:lnTo>
                <a:lnTo>
                  <a:pt x="1258" y="982"/>
                </a:lnTo>
                <a:lnTo>
                  <a:pt x="1257" y="982"/>
                </a:lnTo>
                <a:lnTo>
                  <a:pt x="1256" y="982"/>
                </a:lnTo>
                <a:lnTo>
                  <a:pt x="1255" y="982"/>
                </a:lnTo>
                <a:lnTo>
                  <a:pt x="1255" y="983"/>
                </a:lnTo>
                <a:lnTo>
                  <a:pt x="1254" y="983"/>
                </a:lnTo>
                <a:lnTo>
                  <a:pt x="1253" y="983"/>
                </a:lnTo>
                <a:lnTo>
                  <a:pt x="1252" y="983"/>
                </a:lnTo>
                <a:lnTo>
                  <a:pt x="1251" y="983"/>
                </a:lnTo>
                <a:lnTo>
                  <a:pt x="1250" y="984"/>
                </a:lnTo>
                <a:lnTo>
                  <a:pt x="1249" y="984"/>
                </a:lnTo>
                <a:lnTo>
                  <a:pt x="1248" y="984"/>
                </a:lnTo>
                <a:lnTo>
                  <a:pt x="1247" y="985"/>
                </a:lnTo>
                <a:lnTo>
                  <a:pt x="1246" y="985"/>
                </a:lnTo>
                <a:lnTo>
                  <a:pt x="1245" y="985"/>
                </a:lnTo>
                <a:lnTo>
                  <a:pt x="1244" y="985"/>
                </a:lnTo>
                <a:lnTo>
                  <a:pt x="1243" y="985"/>
                </a:lnTo>
                <a:lnTo>
                  <a:pt x="1243" y="986"/>
                </a:lnTo>
                <a:lnTo>
                  <a:pt x="1242" y="986"/>
                </a:lnTo>
                <a:lnTo>
                  <a:pt x="1239" y="986"/>
                </a:lnTo>
                <a:lnTo>
                  <a:pt x="1237" y="986"/>
                </a:lnTo>
                <a:lnTo>
                  <a:pt x="1236" y="986"/>
                </a:lnTo>
                <a:lnTo>
                  <a:pt x="1235" y="986"/>
                </a:lnTo>
                <a:lnTo>
                  <a:pt x="1234" y="986"/>
                </a:lnTo>
                <a:lnTo>
                  <a:pt x="1235" y="985"/>
                </a:lnTo>
                <a:lnTo>
                  <a:pt x="1236" y="985"/>
                </a:lnTo>
                <a:lnTo>
                  <a:pt x="1236" y="984"/>
                </a:lnTo>
                <a:lnTo>
                  <a:pt x="1236" y="983"/>
                </a:lnTo>
                <a:lnTo>
                  <a:pt x="1237" y="983"/>
                </a:lnTo>
                <a:lnTo>
                  <a:pt x="1237" y="982"/>
                </a:lnTo>
                <a:lnTo>
                  <a:pt x="1237" y="981"/>
                </a:lnTo>
                <a:lnTo>
                  <a:pt x="1237" y="980"/>
                </a:lnTo>
                <a:lnTo>
                  <a:pt x="1237" y="979"/>
                </a:lnTo>
                <a:lnTo>
                  <a:pt x="1237" y="978"/>
                </a:lnTo>
                <a:lnTo>
                  <a:pt x="1237" y="977"/>
                </a:lnTo>
                <a:lnTo>
                  <a:pt x="1237" y="976"/>
                </a:lnTo>
                <a:lnTo>
                  <a:pt x="1238" y="976"/>
                </a:lnTo>
                <a:lnTo>
                  <a:pt x="1238" y="975"/>
                </a:lnTo>
                <a:lnTo>
                  <a:pt x="1238" y="974"/>
                </a:lnTo>
                <a:lnTo>
                  <a:pt x="1237" y="973"/>
                </a:lnTo>
                <a:lnTo>
                  <a:pt x="1236" y="973"/>
                </a:lnTo>
                <a:lnTo>
                  <a:pt x="1236" y="972"/>
                </a:lnTo>
                <a:lnTo>
                  <a:pt x="1236" y="971"/>
                </a:lnTo>
                <a:lnTo>
                  <a:pt x="1236" y="970"/>
                </a:lnTo>
                <a:lnTo>
                  <a:pt x="1235" y="970"/>
                </a:lnTo>
                <a:lnTo>
                  <a:pt x="1235" y="969"/>
                </a:lnTo>
                <a:lnTo>
                  <a:pt x="1234" y="969"/>
                </a:lnTo>
                <a:lnTo>
                  <a:pt x="1234" y="968"/>
                </a:lnTo>
                <a:lnTo>
                  <a:pt x="1234" y="967"/>
                </a:lnTo>
                <a:lnTo>
                  <a:pt x="1234" y="966"/>
                </a:lnTo>
                <a:lnTo>
                  <a:pt x="1233" y="966"/>
                </a:lnTo>
                <a:lnTo>
                  <a:pt x="1233" y="967"/>
                </a:lnTo>
                <a:lnTo>
                  <a:pt x="1233" y="966"/>
                </a:lnTo>
                <a:lnTo>
                  <a:pt x="1232" y="966"/>
                </a:lnTo>
                <a:lnTo>
                  <a:pt x="1231" y="966"/>
                </a:lnTo>
                <a:lnTo>
                  <a:pt x="1231" y="965"/>
                </a:lnTo>
                <a:lnTo>
                  <a:pt x="1230" y="965"/>
                </a:lnTo>
                <a:lnTo>
                  <a:pt x="1230" y="964"/>
                </a:lnTo>
                <a:lnTo>
                  <a:pt x="1230" y="963"/>
                </a:lnTo>
                <a:lnTo>
                  <a:pt x="1230" y="962"/>
                </a:lnTo>
                <a:lnTo>
                  <a:pt x="1230" y="961"/>
                </a:lnTo>
                <a:lnTo>
                  <a:pt x="1229" y="961"/>
                </a:lnTo>
                <a:lnTo>
                  <a:pt x="1230" y="961"/>
                </a:lnTo>
                <a:lnTo>
                  <a:pt x="1229" y="961"/>
                </a:lnTo>
                <a:lnTo>
                  <a:pt x="1229" y="960"/>
                </a:lnTo>
                <a:lnTo>
                  <a:pt x="1229" y="959"/>
                </a:lnTo>
                <a:lnTo>
                  <a:pt x="1230" y="959"/>
                </a:lnTo>
                <a:lnTo>
                  <a:pt x="1230" y="958"/>
                </a:lnTo>
                <a:lnTo>
                  <a:pt x="1230" y="957"/>
                </a:lnTo>
                <a:lnTo>
                  <a:pt x="1230" y="956"/>
                </a:lnTo>
                <a:lnTo>
                  <a:pt x="1230" y="955"/>
                </a:lnTo>
                <a:lnTo>
                  <a:pt x="1229" y="954"/>
                </a:lnTo>
                <a:lnTo>
                  <a:pt x="1230" y="953"/>
                </a:lnTo>
                <a:lnTo>
                  <a:pt x="1230" y="952"/>
                </a:lnTo>
                <a:lnTo>
                  <a:pt x="1231" y="952"/>
                </a:lnTo>
                <a:lnTo>
                  <a:pt x="1232" y="952"/>
                </a:lnTo>
                <a:lnTo>
                  <a:pt x="1232" y="951"/>
                </a:lnTo>
                <a:lnTo>
                  <a:pt x="1232" y="950"/>
                </a:lnTo>
                <a:lnTo>
                  <a:pt x="1233" y="949"/>
                </a:lnTo>
                <a:lnTo>
                  <a:pt x="1233" y="948"/>
                </a:lnTo>
                <a:lnTo>
                  <a:pt x="1233" y="947"/>
                </a:lnTo>
                <a:lnTo>
                  <a:pt x="1233" y="946"/>
                </a:lnTo>
                <a:lnTo>
                  <a:pt x="1232" y="946"/>
                </a:lnTo>
                <a:lnTo>
                  <a:pt x="1232" y="945"/>
                </a:lnTo>
                <a:lnTo>
                  <a:pt x="1231" y="945"/>
                </a:lnTo>
                <a:lnTo>
                  <a:pt x="1230" y="945"/>
                </a:lnTo>
                <a:lnTo>
                  <a:pt x="1230" y="944"/>
                </a:lnTo>
                <a:lnTo>
                  <a:pt x="1231" y="944"/>
                </a:lnTo>
                <a:lnTo>
                  <a:pt x="1231" y="943"/>
                </a:lnTo>
                <a:lnTo>
                  <a:pt x="1232" y="943"/>
                </a:lnTo>
                <a:lnTo>
                  <a:pt x="1233" y="943"/>
                </a:lnTo>
                <a:lnTo>
                  <a:pt x="1234" y="943"/>
                </a:lnTo>
                <a:lnTo>
                  <a:pt x="1235" y="944"/>
                </a:lnTo>
                <a:lnTo>
                  <a:pt x="1235" y="943"/>
                </a:lnTo>
                <a:lnTo>
                  <a:pt x="1236" y="944"/>
                </a:lnTo>
                <a:lnTo>
                  <a:pt x="1236" y="943"/>
                </a:lnTo>
                <a:lnTo>
                  <a:pt x="1237" y="943"/>
                </a:lnTo>
                <a:lnTo>
                  <a:pt x="1237" y="944"/>
                </a:lnTo>
                <a:lnTo>
                  <a:pt x="1237" y="943"/>
                </a:lnTo>
                <a:lnTo>
                  <a:pt x="1238" y="943"/>
                </a:lnTo>
                <a:lnTo>
                  <a:pt x="1238" y="942"/>
                </a:lnTo>
                <a:lnTo>
                  <a:pt x="1237" y="941"/>
                </a:lnTo>
                <a:lnTo>
                  <a:pt x="1237" y="940"/>
                </a:lnTo>
                <a:lnTo>
                  <a:pt x="1237" y="939"/>
                </a:lnTo>
                <a:lnTo>
                  <a:pt x="1236" y="939"/>
                </a:lnTo>
                <a:lnTo>
                  <a:pt x="1236" y="938"/>
                </a:lnTo>
                <a:lnTo>
                  <a:pt x="1236" y="937"/>
                </a:lnTo>
                <a:lnTo>
                  <a:pt x="1235" y="937"/>
                </a:lnTo>
                <a:lnTo>
                  <a:pt x="1235" y="936"/>
                </a:lnTo>
                <a:lnTo>
                  <a:pt x="1235" y="935"/>
                </a:lnTo>
                <a:lnTo>
                  <a:pt x="1234" y="935"/>
                </a:lnTo>
                <a:lnTo>
                  <a:pt x="1234" y="934"/>
                </a:lnTo>
                <a:lnTo>
                  <a:pt x="1234" y="933"/>
                </a:lnTo>
                <a:lnTo>
                  <a:pt x="1233" y="932"/>
                </a:lnTo>
                <a:lnTo>
                  <a:pt x="1233" y="931"/>
                </a:lnTo>
                <a:lnTo>
                  <a:pt x="1232" y="931"/>
                </a:lnTo>
                <a:lnTo>
                  <a:pt x="1232" y="930"/>
                </a:lnTo>
                <a:lnTo>
                  <a:pt x="1232" y="929"/>
                </a:lnTo>
                <a:lnTo>
                  <a:pt x="1231" y="928"/>
                </a:lnTo>
                <a:lnTo>
                  <a:pt x="1231" y="927"/>
                </a:lnTo>
                <a:lnTo>
                  <a:pt x="1230" y="927"/>
                </a:lnTo>
                <a:lnTo>
                  <a:pt x="1230" y="926"/>
                </a:lnTo>
                <a:lnTo>
                  <a:pt x="1229" y="926"/>
                </a:lnTo>
                <a:lnTo>
                  <a:pt x="1229" y="925"/>
                </a:lnTo>
                <a:lnTo>
                  <a:pt x="1228" y="925"/>
                </a:lnTo>
                <a:lnTo>
                  <a:pt x="1229" y="925"/>
                </a:lnTo>
                <a:lnTo>
                  <a:pt x="1229" y="924"/>
                </a:lnTo>
                <a:lnTo>
                  <a:pt x="1228" y="924"/>
                </a:lnTo>
                <a:lnTo>
                  <a:pt x="1228" y="923"/>
                </a:lnTo>
                <a:lnTo>
                  <a:pt x="1228" y="922"/>
                </a:lnTo>
                <a:lnTo>
                  <a:pt x="1227" y="922"/>
                </a:lnTo>
                <a:lnTo>
                  <a:pt x="1227" y="923"/>
                </a:lnTo>
                <a:lnTo>
                  <a:pt x="1226" y="924"/>
                </a:lnTo>
                <a:lnTo>
                  <a:pt x="1225" y="924"/>
                </a:lnTo>
                <a:lnTo>
                  <a:pt x="1223" y="925"/>
                </a:lnTo>
                <a:lnTo>
                  <a:pt x="1223" y="926"/>
                </a:lnTo>
                <a:lnTo>
                  <a:pt x="1222" y="926"/>
                </a:lnTo>
                <a:lnTo>
                  <a:pt x="1221" y="926"/>
                </a:lnTo>
                <a:lnTo>
                  <a:pt x="1220" y="926"/>
                </a:lnTo>
                <a:lnTo>
                  <a:pt x="1218" y="925"/>
                </a:lnTo>
                <a:lnTo>
                  <a:pt x="1217" y="926"/>
                </a:lnTo>
                <a:lnTo>
                  <a:pt x="1216" y="926"/>
                </a:lnTo>
                <a:lnTo>
                  <a:pt x="1214" y="927"/>
                </a:lnTo>
                <a:lnTo>
                  <a:pt x="1213" y="927"/>
                </a:lnTo>
                <a:lnTo>
                  <a:pt x="1212" y="927"/>
                </a:lnTo>
                <a:lnTo>
                  <a:pt x="1211" y="928"/>
                </a:lnTo>
                <a:lnTo>
                  <a:pt x="1210" y="928"/>
                </a:lnTo>
                <a:lnTo>
                  <a:pt x="1210" y="929"/>
                </a:lnTo>
                <a:lnTo>
                  <a:pt x="1209" y="929"/>
                </a:lnTo>
                <a:lnTo>
                  <a:pt x="1208" y="928"/>
                </a:lnTo>
                <a:lnTo>
                  <a:pt x="1207" y="928"/>
                </a:lnTo>
                <a:lnTo>
                  <a:pt x="1207" y="929"/>
                </a:lnTo>
                <a:lnTo>
                  <a:pt x="1206" y="928"/>
                </a:lnTo>
                <a:lnTo>
                  <a:pt x="1207" y="928"/>
                </a:lnTo>
                <a:lnTo>
                  <a:pt x="1208" y="927"/>
                </a:lnTo>
                <a:lnTo>
                  <a:pt x="1208" y="926"/>
                </a:lnTo>
                <a:lnTo>
                  <a:pt x="1207" y="926"/>
                </a:lnTo>
                <a:lnTo>
                  <a:pt x="1205" y="925"/>
                </a:lnTo>
                <a:lnTo>
                  <a:pt x="1204" y="924"/>
                </a:lnTo>
                <a:lnTo>
                  <a:pt x="1203" y="923"/>
                </a:lnTo>
                <a:lnTo>
                  <a:pt x="1202" y="922"/>
                </a:lnTo>
                <a:lnTo>
                  <a:pt x="1201" y="922"/>
                </a:lnTo>
                <a:lnTo>
                  <a:pt x="1200" y="922"/>
                </a:lnTo>
                <a:lnTo>
                  <a:pt x="1199" y="922"/>
                </a:lnTo>
                <a:lnTo>
                  <a:pt x="1198" y="922"/>
                </a:lnTo>
                <a:lnTo>
                  <a:pt x="1197" y="921"/>
                </a:lnTo>
                <a:lnTo>
                  <a:pt x="1196" y="921"/>
                </a:lnTo>
                <a:lnTo>
                  <a:pt x="1196" y="920"/>
                </a:lnTo>
                <a:lnTo>
                  <a:pt x="1196" y="919"/>
                </a:lnTo>
                <a:lnTo>
                  <a:pt x="1195" y="919"/>
                </a:lnTo>
                <a:lnTo>
                  <a:pt x="1193" y="919"/>
                </a:lnTo>
                <a:lnTo>
                  <a:pt x="1193" y="918"/>
                </a:lnTo>
                <a:lnTo>
                  <a:pt x="1192" y="917"/>
                </a:lnTo>
                <a:lnTo>
                  <a:pt x="1192" y="916"/>
                </a:lnTo>
                <a:lnTo>
                  <a:pt x="1191" y="916"/>
                </a:lnTo>
                <a:lnTo>
                  <a:pt x="1190" y="916"/>
                </a:lnTo>
                <a:lnTo>
                  <a:pt x="1190" y="915"/>
                </a:lnTo>
                <a:lnTo>
                  <a:pt x="1189" y="915"/>
                </a:lnTo>
                <a:lnTo>
                  <a:pt x="1189" y="914"/>
                </a:lnTo>
                <a:lnTo>
                  <a:pt x="1189" y="913"/>
                </a:lnTo>
                <a:lnTo>
                  <a:pt x="1188" y="913"/>
                </a:lnTo>
                <a:lnTo>
                  <a:pt x="1188" y="912"/>
                </a:lnTo>
                <a:lnTo>
                  <a:pt x="1188" y="911"/>
                </a:lnTo>
                <a:lnTo>
                  <a:pt x="1188" y="910"/>
                </a:lnTo>
                <a:lnTo>
                  <a:pt x="1189" y="910"/>
                </a:lnTo>
                <a:lnTo>
                  <a:pt x="1189" y="909"/>
                </a:lnTo>
                <a:lnTo>
                  <a:pt x="1188" y="908"/>
                </a:lnTo>
                <a:lnTo>
                  <a:pt x="1188" y="907"/>
                </a:lnTo>
                <a:lnTo>
                  <a:pt x="1188" y="906"/>
                </a:lnTo>
                <a:lnTo>
                  <a:pt x="1188" y="905"/>
                </a:lnTo>
                <a:lnTo>
                  <a:pt x="1189" y="904"/>
                </a:lnTo>
                <a:lnTo>
                  <a:pt x="1189" y="903"/>
                </a:lnTo>
                <a:lnTo>
                  <a:pt x="1190" y="903"/>
                </a:lnTo>
                <a:lnTo>
                  <a:pt x="1190" y="902"/>
                </a:lnTo>
                <a:lnTo>
                  <a:pt x="1191" y="901"/>
                </a:lnTo>
                <a:lnTo>
                  <a:pt x="1192" y="901"/>
                </a:lnTo>
                <a:lnTo>
                  <a:pt x="1192" y="900"/>
                </a:lnTo>
                <a:lnTo>
                  <a:pt x="1193" y="900"/>
                </a:lnTo>
                <a:lnTo>
                  <a:pt x="1193" y="899"/>
                </a:lnTo>
                <a:lnTo>
                  <a:pt x="1193" y="898"/>
                </a:lnTo>
                <a:lnTo>
                  <a:pt x="1194" y="898"/>
                </a:lnTo>
                <a:lnTo>
                  <a:pt x="1194" y="897"/>
                </a:lnTo>
                <a:lnTo>
                  <a:pt x="1194" y="896"/>
                </a:lnTo>
                <a:lnTo>
                  <a:pt x="1194" y="895"/>
                </a:lnTo>
                <a:lnTo>
                  <a:pt x="1194" y="894"/>
                </a:lnTo>
                <a:lnTo>
                  <a:pt x="1195" y="894"/>
                </a:lnTo>
                <a:lnTo>
                  <a:pt x="1195" y="893"/>
                </a:lnTo>
                <a:lnTo>
                  <a:pt x="1195" y="892"/>
                </a:lnTo>
                <a:lnTo>
                  <a:pt x="1194" y="892"/>
                </a:lnTo>
                <a:lnTo>
                  <a:pt x="1194" y="891"/>
                </a:lnTo>
                <a:lnTo>
                  <a:pt x="1194" y="890"/>
                </a:lnTo>
                <a:lnTo>
                  <a:pt x="1194" y="889"/>
                </a:lnTo>
                <a:lnTo>
                  <a:pt x="1193" y="888"/>
                </a:lnTo>
                <a:lnTo>
                  <a:pt x="1192" y="887"/>
                </a:lnTo>
                <a:lnTo>
                  <a:pt x="1191" y="887"/>
                </a:lnTo>
                <a:lnTo>
                  <a:pt x="1190" y="887"/>
                </a:lnTo>
                <a:lnTo>
                  <a:pt x="1189" y="887"/>
                </a:lnTo>
                <a:lnTo>
                  <a:pt x="1189" y="888"/>
                </a:lnTo>
                <a:lnTo>
                  <a:pt x="1188" y="888"/>
                </a:lnTo>
                <a:lnTo>
                  <a:pt x="1188" y="887"/>
                </a:lnTo>
                <a:lnTo>
                  <a:pt x="1188" y="888"/>
                </a:lnTo>
                <a:lnTo>
                  <a:pt x="1188" y="887"/>
                </a:lnTo>
                <a:lnTo>
                  <a:pt x="1187" y="887"/>
                </a:lnTo>
                <a:lnTo>
                  <a:pt x="1186" y="887"/>
                </a:lnTo>
                <a:lnTo>
                  <a:pt x="1185" y="887"/>
                </a:lnTo>
                <a:lnTo>
                  <a:pt x="1185" y="886"/>
                </a:lnTo>
                <a:lnTo>
                  <a:pt x="1186" y="886"/>
                </a:lnTo>
                <a:lnTo>
                  <a:pt x="1186" y="885"/>
                </a:lnTo>
                <a:lnTo>
                  <a:pt x="1187" y="885"/>
                </a:lnTo>
                <a:lnTo>
                  <a:pt x="1187" y="884"/>
                </a:lnTo>
                <a:lnTo>
                  <a:pt x="1187" y="883"/>
                </a:lnTo>
                <a:lnTo>
                  <a:pt x="1188" y="883"/>
                </a:lnTo>
                <a:lnTo>
                  <a:pt x="1189" y="883"/>
                </a:lnTo>
                <a:lnTo>
                  <a:pt x="1190" y="883"/>
                </a:lnTo>
                <a:lnTo>
                  <a:pt x="1190" y="884"/>
                </a:lnTo>
                <a:lnTo>
                  <a:pt x="1190" y="883"/>
                </a:lnTo>
                <a:lnTo>
                  <a:pt x="1191" y="883"/>
                </a:lnTo>
                <a:lnTo>
                  <a:pt x="1192" y="883"/>
                </a:lnTo>
                <a:lnTo>
                  <a:pt x="1193" y="882"/>
                </a:lnTo>
                <a:lnTo>
                  <a:pt x="1193" y="881"/>
                </a:lnTo>
                <a:lnTo>
                  <a:pt x="1192" y="881"/>
                </a:lnTo>
                <a:lnTo>
                  <a:pt x="1192" y="880"/>
                </a:lnTo>
                <a:lnTo>
                  <a:pt x="1192" y="879"/>
                </a:lnTo>
                <a:lnTo>
                  <a:pt x="1191" y="879"/>
                </a:lnTo>
                <a:lnTo>
                  <a:pt x="1190" y="879"/>
                </a:lnTo>
                <a:lnTo>
                  <a:pt x="1190" y="878"/>
                </a:lnTo>
                <a:lnTo>
                  <a:pt x="1189" y="878"/>
                </a:lnTo>
                <a:lnTo>
                  <a:pt x="1189" y="879"/>
                </a:lnTo>
                <a:lnTo>
                  <a:pt x="1189" y="878"/>
                </a:lnTo>
                <a:lnTo>
                  <a:pt x="1189" y="879"/>
                </a:lnTo>
                <a:lnTo>
                  <a:pt x="1188" y="879"/>
                </a:lnTo>
                <a:lnTo>
                  <a:pt x="1187" y="879"/>
                </a:lnTo>
                <a:lnTo>
                  <a:pt x="1187" y="878"/>
                </a:lnTo>
                <a:lnTo>
                  <a:pt x="1186" y="878"/>
                </a:lnTo>
                <a:lnTo>
                  <a:pt x="1186" y="877"/>
                </a:lnTo>
                <a:lnTo>
                  <a:pt x="1185" y="877"/>
                </a:lnTo>
                <a:lnTo>
                  <a:pt x="1184" y="877"/>
                </a:lnTo>
                <a:lnTo>
                  <a:pt x="1184" y="876"/>
                </a:lnTo>
                <a:lnTo>
                  <a:pt x="1183" y="876"/>
                </a:lnTo>
                <a:lnTo>
                  <a:pt x="1183" y="875"/>
                </a:lnTo>
                <a:lnTo>
                  <a:pt x="1182" y="875"/>
                </a:lnTo>
                <a:lnTo>
                  <a:pt x="1181" y="875"/>
                </a:lnTo>
                <a:lnTo>
                  <a:pt x="1180" y="875"/>
                </a:lnTo>
                <a:lnTo>
                  <a:pt x="1180" y="874"/>
                </a:lnTo>
                <a:lnTo>
                  <a:pt x="1181" y="873"/>
                </a:lnTo>
                <a:lnTo>
                  <a:pt x="1181" y="872"/>
                </a:lnTo>
                <a:lnTo>
                  <a:pt x="1181" y="871"/>
                </a:lnTo>
                <a:lnTo>
                  <a:pt x="1180" y="871"/>
                </a:lnTo>
                <a:lnTo>
                  <a:pt x="1179" y="871"/>
                </a:lnTo>
                <a:lnTo>
                  <a:pt x="1179" y="870"/>
                </a:lnTo>
                <a:lnTo>
                  <a:pt x="1179" y="869"/>
                </a:lnTo>
                <a:lnTo>
                  <a:pt x="1178" y="869"/>
                </a:lnTo>
                <a:lnTo>
                  <a:pt x="1179" y="869"/>
                </a:lnTo>
                <a:lnTo>
                  <a:pt x="1179" y="868"/>
                </a:lnTo>
                <a:lnTo>
                  <a:pt x="1178" y="868"/>
                </a:lnTo>
                <a:lnTo>
                  <a:pt x="1177" y="868"/>
                </a:lnTo>
                <a:lnTo>
                  <a:pt x="1175" y="868"/>
                </a:lnTo>
                <a:lnTo>
                  <a:pt x="1175" y="869"/>
                </a:lnTo>
                <a:lnTo>
                  <a:pt x="1175" y="868"/>
                </a:lnTo>
                <a:lnTo>
                  <a:pt x="1175" y="867"/>
                </a:lnTo>
                <a:lnTo>
                  <a:pt x="1174" y="867"/>
                </a:lnTo>
                <a:lnTo>
                  <a:pt x="1173" y="867"/>
                </a:lnTo>
                <a:lnTo>
                  <a:pt x="1172" y="867"/>
                </a:lnTo>
                <a:lnTo>
                  <a:pt x="1172" y="866"/>
                </a:lnTo>
                <a:lnTo>
                  <a:pt x="1170" y="866"/>
                </a:lnTo>
                <a:lnTo>
                  <a:pt x="1170" y="865"/>
                </a:lnTo>
                <a:lnTo>
                  <a:pt x="1169" y="865"/>
                </a:lnTo>
                <a:lnTo>
                  <a:pt x="1169" y="864"/>
                </a:lnTo>
                <a:lnTo>
                  <a:pt x="1168" y="864"/>
                </a:lnTo>
                <a:lnTo>
                  <a:pt x="1167" y="864"/>
                </a:lnTo>
                <a:lnTo>
                  <a:pt x="1167" y="863"/>
                </a:lnTo>
                <a:lnTo>
                  <a:pt x="1166" y="862"/>
                </a:lnTo>
                <a:lnTo>
                  <a:pt x="1165" y="862"/>
                </a:lnTo>
                <a:lnTo>
                  <a:pt x="1165" y="863"/>
                </a:lnTo>
                <a:lnTo>
                  <a:pt x="1165" y="862"/>
                </a:lnTo>
                <a:lnTo>
                  <a:pt x="1165" y="863"/>
                </a:lnTo>
                <a:lnTo>
                  <a:pt x="1164" y="863"/>
                </a:lnTo>
                <a:lnTo>
                  <a:pt x="1163" y="863"/>
                </a:lnTo>
                <a:lnTo>
                  <a:pt x="1163" y="864"/>
                </a:lnTo>
                <a:lnTo>
                  <a:pt x="1164" y="864"/>
                </a:lnTo>
                <a:lnTo>
                  <a:pt x="1164" y="865"/>
                </a:lnTo>
                <a:lnTo>
                  <a:pt x="1163" y="865"/>
                </a:lnTo>
                <a:lnTo>
                  <a:pt x="1163" y="866"/>
                </a:lnTo>
                <a:lnTo>
                  <a:pt x="1162" y="866"/>
                </a:lnTo>
                <a:lnTo>
                  <a:pt x="1161" y="866"/>
                </a:lnTo>
                <a:lnTo>
                  <a:pt x="1161" y="867"/>
                </a:lnTo>
                <a:lnTo>
                  <a:pt x="1161" y="868"/>
                </a:lnTo>
                <a:lnTo>
                  <a:pt x="1160" y="868"/>
                </a:lnTo>
                <a:lnTo>
                  <a:pt x="1160" y="869"/>
                </a:lnTo>
                <a:lnTo>
                  <a:pt x="1160" y="870"/>
                </a:lnTo>
                <a:lnTo>
                  <a:pt x="1159" y="870"/>
                </a:lnTo>
                <a:lnTo>
                  <a:pt x="1159" y="871"/>
                </a:lnTo>
                <a:lnTo>
                  <a:pt x="1159" y="872"/>
                </a:lnTo>
                <a:lnTo>
                  <a:pt x="1158" y="872"/>
                </a:lnTo>
                <a:lnTo>
                  <a:pt x="1158" y="871"/>
                </a:lnTo>
                <a:lnTo>
                  <a:pt x="1157" y="871"/>
                </a:lnTo>
                <a:lnTo>
                  <a:pt x="1156" y="871"/>
                </a:lnTo>
                <a:lnTo>
                  <a:pt x="1156" y="870"/>
                </a:lnTo>
                <a:lnTo>
                  <a:pt x="1155" y="870"/>
                </a:lnTo>
                <a:lnTo>
                  <a:pt x="1154" y="870"/>
                </a:lnTo>
                <a:lnTo>
                  <a:pt x="1153" y="870"/>
                </a:lnTo>
                <a:lnTo>
                  <a:pt x="1153" y="871"/>
                </a:lnTo>
                <a:lnTo>
                  <a:pt x="1152" y="871"/>
                </a:lnTo>
                <a:lnTo>
                  <a:pt x="1151" y="871"/>
                </a:lnTo>
                <a:lnTo>
                  <a:pt x="1150" y="872"/>
                </a:lnTo>
                <a:lnTo>
                  <a:pt x="1150" y="873"/>
                </a:lnTo>
                <a:lnTo>
                  <a:pt x="1151" y="873"/>
                </a:lnTo>
                <a:lnTo>
                  <a:pt x="1151" y="874"/>
                </a:lnTo>
                <a:lnTo>
                  <a:pt x="1150" y="875"/>
                </a:lnTo>
                <a:lnTo>
                  <a:pt x="1149" y="876"/>
                </a:lnTo>
                <a:lnTo>
                  <a:pt x="1148" y="876"/>
                </a:lnTo>
                <a:lnTo>
                  <a:pt x="1147" y="877"/>
                </a:lnTo>
                <a:lnTo>
                  <a:pt x="1147" y="878"/>
                </a:lnTo>
                <a:lnTo>
                  <a:pt x="1146" y="878"/>
                </a:lnTo>
                <a:lnTo>
                  <a:pt x="1146" y="879"/>
                </a:lnTo>
                <a:lnTo>
                  <a:pt x="1145" y="879"/>
                </a:lnTo>
                <a:lnTo>
                  <a:pt x="1144" y="879"/>
                </a:lnTo>
                <a:lnTo>
                  <a:pt x="1144" y="880"/>
                </a:lnTo>
                <a:lnTo>
                  <a:pt x="1143" y="880"/>
                </a:lnTo>
                <a:lnTo>
                  <a:pt x="1143" y="881"/>
                </a:lnTo>
                <a:lnTo>
                  <a:pt x="1142" y="881"/>
                </a:lnTo>
                <a:lnTo>
                  <a:pt x="1142" y="882"/>
                </a:lnTo>
                <a:lnTo>
                  <a:pt x="1142" y="883"/>
                </a:lnTo>
                <a:lnTo>
                  <a:pt x="1142" y="884"/>
                </a:lnTo>
                <a:lnTo>
                  <a:pt x="1140" y="884"/>
                </a:lnTo>
                <a:lnTo>
                  <a:pt x="1140" y="883"/>
                </a:lnTo>
                <a:lnTo>
                  <a:pt x="1139" y="883"/>
                </a:lnTo>
                <a:lnTo>
                  <a:pt x="1138" y="883"/>
                </a:lnTo>
                <a:lnTo>
                  <a:pt x="1138" y="884"/>
                </a:lnTo>
                <a:lnTo>
                  <a:pt x="1137" y="884"/>
                </a:lnTo>
                <a:lnTo>
                  <a:pt x="1137" y="885"/>
                </a:lnTo>
                <a:lnTo>
                  <a:pt x="1136" y="885"/>
                </a:lnTo>
                <a:lnTo>
                  <a:pt x="1136" y="886"/>
                </a:lnTo>
                <a:lnTo>
                  <a:pt x="1135" y="886"/>
                </a:lnTo>
                <a:lnTo>
                  <a:pt x="1134" y="886"/>
                </a:lnTo>
                <a:lnTo>
                  <a:pt x="1133" y="886"/>
                </a:lnTo>
                <a:lnTo>
                  <a:pt x="1132" y="886"/>
                </a:lnTo>
                <a:lnTo>
                  <a:pt x="1131" y="886"/>
                </a:lnTo>
                <a:lnTo>
                  <a:pt x="1130" y="886"/>
                </a:lnTo>
                <a:lnTo>
                  <a:pt x="1130" y="885"/>
                </a:lnTo>
                <a:lnTo>
                  <a:pt x="1129" y="885"/>
                </a:lnTo>
                <a:lnTo>
                  <a:pt x="1128" y="885"/>
                </a:lnTo>
                <a:lnTo>
                  <a:pt x="1127" y="885"/>
                </a:lnTo>
                <a:lnTo>
                  <a:pt x="1127" y="884"/>
                </a:lnTo>
                <a:lnTo>
                  <a:pt x="1126" y="884"/>
                </a:lnTo>
                <a:lnTo>
                  <a:pt x="1125" y="884"/>
                </a:lnTo>
                <a:lnTo>
                  <a:pt x="1124" y="884"/>
                </a:lnTo>
                <a:lnTo>
                  <a:pt x="1124" y="883"/>
                </a:lnTo>
                <a:lnTo>
                  <a:pt x="1123" y="883"/>
                </a:lnTo>
                <a:lnTo>
                  <a:pt x="1123" y="882"/>
                </a:lnTo>
                <a:lnTo>
                  <a:pt x="1122" y="882"/>
                </a:lnTo>
                <a:lnTo>
                  <a:pt x="1122" y="881"/>
                </a:lnTo>
                <a:lnTo>
                  <a:pt x="1122" y="880"/>
                </a:lnTo>
                <a:lnTo>
                  <a:pt x="1121" y="880"/>
                </a:lnTo>
                <a:lnTo>
                  <a:pt x="1120" y="880"/>
                </a:lnTo>
                <a:lnTo>
                  <a:pt x="1120" y="881"/>
                </a:lnTo>
                <a:lnTo>
                  <a:pt x="1120" y="880"/>
                </a:lnTo>
                <a:lnTo>
                  <a:pt x="1120" y="879"/>
                </a:lnTo>
                <a:lnTo>
                  <a:pt x="1119" y="879"/>
                </a:lnTo>
                <a:lnTo>
                  <a:pt x="1119" y="878"/>
                </a:lnTo>
                <a:lnTo>
                  <a:pt x="1119" y="877"/>
                </a:lnTo>
                <a:lnTo>
                  <a:pt x="1118" y="877"/>
                </a:lnTo>
                <a:lnTo>
                  <a:pt x="1118" y="876"/>
                </a:lnTo>
                <a:lnTo>
                  <a:pt x="1118" y="875"/>
                </a:lnTo>
                <a:lnTo>
                  <a:pt x="1118" y="874"/>
                </a:lnTo>
                <a:lnTo>
                  <a:pt x="1117" y="874"/>
                </a:lnTo>
                <a:lnTo>
                  <a:pt x="1117" y="873"/>
                </a:lnTo>
                <a:lnTo>
                  <a:pt x="1117" y="872"/>
                </a:lnTo>
                <a:lnTo>
                  <a:pt x="1117" y="871"/>
                </a:lnTo>
                <a:lnTo>
                  <a:pt x="1117" y="870"/>
                </a:lnTo>
                <a:lnTo>
                  <a:pt x="1118" y="870"/>
                </a:lnTo>
                <a:lnTo>
                  <a:pt x="1118" y="869"/>
                </a:lnTo>
                <a:lnTo>
                  <a:pt x="1118" y="868"/>
                </a:lnTo>
                <a:lnTo>
                  <a:pt x="1118" y="867"/>
                </a:lnTo>
                <a:lnTo>
                  <a:pt x="1117" y="866"/>
                </a:lnTo>
                <a:lnTo>
                  <a:pt x="1118" y="866"/>
                </a:lnTo>
                <a:lnTo>
                  <a:pt x="1118" y="865"/>
                </a:lnTo>
                <a:lnTo>
                  <a:pt x="1117" y="864"/>
                </a:lnTo>
                <a:lnTo>
                  <a:pt x="1116" y="864"/>
                </a:lnTo>
                <a:lnTo>
                  <a:pt x="1116" y="865"/>
                </a:lnTo>
                <a:lnTo>
                  <a:pt x="1116" y="864"/>
                </a:lnTo>
                <a:lnTo>
                  <a:pt x="1115" y="864"/>
                </a:lnTo>
                <a:lnTo>
                  <a:pt x="1114" y="864"/>
                </a:lnTo>
                <a:lnTo>
                  <a:pt x="1113" y="864"/>
                </a:lnTo>
                <a:lnTo>
                  <a:pt x="1113" y="863"/>
                </a:lnTo>
                <a:lnTo>
                  <a:pt x="1112" y="863"/>
                </a:lnTo>
                <a:lnTo>
                  <a:pt x="1111" y="863"/>
                </a:lnTo>
                <a:lnTo>
                  <a:pt x="1111" y="862"/>
                </a:lnTo>
                <a:lnTo>
                  <a:pt x="1110" y="862"/>
                </a:lnTo>
                <a:lnTo>
                  <a:pt x="1109" y="862"/>
                </a:lnTo>
                <a:lnTo>
                  <a:pt x="1109" y="861"/>
                </a:lnTo>
                <a:lnTo>
                  <a:pt x="1108" y="861"/>
                </a:lnTo>
                <a:lnTo>
                  <a:pt x="1107" y="861"/>
                </a:lnTo>
                <a:lnTo>
                  <a:pt x="1107" y="862"/>
                </a:lnTo>
                <a:lnTo>
                  <a:pt x="1106" y="862"/>
                </a:lnTo>
                <a:lnTo>
                  <a:pt x="1106" y="863"/>
                </a:lnTo>
                <a:lnTo>
                  <a:pt x="1105" y="863"/>
                </a:lnTo>
                <a:lnTo>
                  <a:pt x="1104" y="863"/>
                </a:lnTo>
                <a:lnTo>
                  <a:pt x="1104" y="864"/>
                </a:lnTo>
                <a:lnTo>
                  <a:pt x="1103" y="864"/>
                </a:lnTo>
                <a:lnTo>
                  <a:pt x="1102" y="864"/>
                </a:lnTo>
                <a:lnTo>
                  <a:pt x="1101" y="864"/>
                </a:lnTo>
                <a:lnTo>
                  <a:pt x="1101" y="865"/>
                </a:lnTo>
                <a:lnTo>
                  <a:pt x="1100" y="865"/>
                </a:lnTo>
                <a:lnTo>
                  <a:pt x="1100" y="866"/>
                </a:lnTo>
                <a:lnTo>
                  <a:pt x="1099" y="866"/>
                </a:lnTo>
                <a:lnTo>
                  <a:pt x="1098" y="866"/>
                </a:lnTo>
                <a:lnTo>
                  <a:pt x="1097" y="866"/>
                </a:lnTo>
                <a:lnTo>
                  <a:pt x="1097" y="865"/>
                </a:lnTo>
                <a:lnTo>
                  <a:pt x="1097" y="864"/>
                </a:lnTo>
                <a:lnTo>
                  <a:pt x="1096" y="864"/>
                </a:lnTo>
                <a:lnTo>
                  <a:pt x="1095" y="864"/>
                </a:lnTo>
                <a:lnTo>
                  <a:pt x="1095" y="863"/>
                </a:lnTo>
                <a:lnTo>
                  <a:pt x="1094" y="863"/>
                </a:lnTo>
                <a:lnTo>
                  <a:pt x="1093" y="863"/>
                </a:lnTo>
                <a:lnTo>
                  <a:pt x="1092" y="863"/>
                </a:lnTo>
                <a:lnTo>
                  <a:pt x="1092" y="862"/>
                </a:lnTo>
                <a:lnTo>
                  <a:pt x="1091" y="862"/>
                </a:lnTo>
                <a:lnTo>
                  <a:pt x="1091" y="863"/>
                </a:lnTo>
                <a:lnTo>
                  <a:pt x="1090" y="863"/>
                </a:lnTo>
                <a:lnTo>
                  <a:pt x="1089" y="863"/>
                </a:lnTo>
                <a:lnTo>
                  <a:pt x="1089" y="864"/>
                </a:lnTo>
                <a:lnTo>
                  <a:pt x="1089" y="863"/>
                </a:lnTo>
                <a:lnTo>
                  <a:pt x="1089" y="864"/>
                </a:lnTo>
                <a:lnTo>
                  <a:pt x="1088" y="864"/>
                </a:lnTo>
                <a:lnTo>
                  <a:pt x="1086" y="864"/>
                </a:lnTo>
                <a:lnTo>
                  <a:pt x="1086" y="863"/>
                </a:lnTo>
                <a:lnTo>
                  <a:pt x="1085" y="863"/>
                </a:lnTo>
                <a:lnTo>
                  <a:pt x="1085" y="862"/>
                </a:lnTo>
                <a:lnTo>
                  <a:pt x="1084" y="862"/>
                </a:lnTo>
                <a:lnTo>
                  <a:pt x="1083" y="862"/>
                </a:lnTo>
                <a:lnTo>
                  <a:pt x="1082" y="862"/>
                </a:lnTo>
                <a:lnTo>
                  <a:pt x="1081" y="862"/>
                </a:lnTo>
                <a:lnTo>
                  <a:pt x="1080" y="862"/>
                </a:lnTo>
                <a:lnTo>
                  <a:pt x="1080" y="863"/>
                </a:lnTo>
                <a:lnTo>
                  <a:pt x="1080" y="862"/>
                </a:lnTo>
                <a:lnTo>
                  <a:pt x="1079" y="862"/>
                </a:lnTo>
                <a:lnTo>
                  <a:pt x="1079" y="861"/>
                </a:lnTo>
                <a:lnTo>
                  <a:pt x="1079" y="860"/>
                </a:lnTo>
                <a:lnTo>
                  <a:pt x="1078" y="860"/>
                </a:lnTo>
                <a:lnTo>
                  <a:pt x="1078" y="859"/>
                </a:lnTo>
                <a:lnTo>
                  <a:pt x="1077" y="858"/>
                </a:lnTo>
                <a:lnTo>
                  <a:pt x="1077" y="857"/>
                </a:lnTo>
                <a:lnTo>
                  <a:pt x="1076" y="857"/>
                </a:lnTo>
                <a:lnTo>
                  <a:pt x="1076" y="856"/>
                </a:lnTo>
                <a:lnTo>
                  <a:pt x="1075" y="856"/>
                </a:lnTo>
                <a:lnTo>
                  <a:pt x="1075" y="855"/>
                </a:lnTo>
                <a:lnTo>
                  <a:pt x="1074" y="855"/>
                </a:lnTo>
                <a:lnTo>
                  <a:pt x="1073" y="855"/>
                </a:lnTo>
                <a:lnTo>
                  <a:pt x="1073" y="854"/>
                </a:lnTo>
                <a:lnTo>
                  <a:pt x="1072" y="854"/>
                </a:lnTo>
                <a:lnTo>
                  <a:pt x="1072" y="853"/>
                </a:lnTo>
                <a:lnTo>
                  <a:pt x="1071" y="853"/>
                </a:lnTo>
                <a:lnTo>
                  <a:pt x="1070" y="853"/>
                </a:lnTo>
                <a:lnTo>
                  <a:pt x="1069" y="853"/>
                </a:lnTo>
                <a:lnTo>
                  <a:pt x="1069" y="854"/>
                </a:lnTo>
                <a:lnTo>
                  <a:pt x="1068" y="854"/>
                </a:lnTo>
                <a:lnTo>
                  <a:pt x="1068" y="853"/>
                </a:lnTo>
                <a:lnTo>
                  <a:pt x="1067" y="853"/>
                </a:lnTo>
                <a:lnTo>
                  <a:pt x="1067" y="854"/>
                </a:lnTo>
                <a:lnTo>
                  <a:pt x="1066" y="854"/>
                </a:lnTo>
                <a:lnTo>
                  <a:pt x="1065" y="854"/>
                </a:lnTo>
                <a:lnTo>
                  <a:pt x="1064" y="854"/>
                </a:lnTo>
                <a:lnTo>
                  <a:pt x="1064" y="853"/>
                </a:lnTo>
                <a:lnTo>
                  <a:pt x="1063" y="853"/>
                </a:lnTo>
                <a:lnTo>
                  <a:pt x="1063" y="852"/>
                </a:lnTo>
                <a:lnTo>
                  <a:pt x="1062" y="852"/>
                </a:lnTo>
                <a:lnTo>
                  <a:pt x="1062" y="851"/>
                </a:lnTo>
                <a:lnTo>
                  <a:pt x="1062" y="850"/>
                </a:lnTo>
                <a:lnTo>
                  <a:pt x="1061" y="850"/>
                </a:lnTo>
                <a:lnTo>
                  <a:pt x="1061" y="849"/>
                </a:lnTo>
                <a:lnTo>
                  <a:pt x="1060" y="849"/>
                </a:lnTo>
                <a:lnTo>
                  <a:pt x="1059" y="849"/>
                </a:lnTo>
                <a:lnTo>
                  <a:pt x="1058" y="849"/>
                </a:lnTo>
                <a:lnTo>
                  <a:pt x="1057" y="849"/>
                </a:lnTo>
                <a:lnTo>
                  <a:pt x="1056" y="849"/>
                </a:lnTo>
                <a:lnTo>
                  <a:pt x="1056" y="850"/>
                </a:lnTo>
                <a:lnTo>
                  <a:pt x="1057" y="850"/>
                </a:lnTo>
                <a:lnTo>
                  <a:pt x="1057" y="851"/>
                </a:lnTo>
                <a:lnTo>
                  <a:pt x="1057" y="852"/>
                </a:lnTo>
                <a:lnTo>
                  <a:pt x="1056" y="852"/>
                </a:lnTo>
                <a:lnTo>
                  <a:pt x="1056" y="853"/>
                </a:lnTo>
                <a:lnTo>
                  <a:pt x="1055" y="853"/>
                </a:lnTo>
                <a:lnTo>
                  <a:pt x="1055" y="854"/>
                </a:lnTo>
                <a:lnTo>
                  <a:pt x="1054" y="854"/>
                </a:lnTo>
                <a:lnTo>
                  <a:pt x="1054" y="853"/>
                </a:lnTo>
                <a:lnTo>
                  <a:pt x="1053" y="853"/>
                </a:lnTo>
                <a:lnTo>
                  <a:pt x="1051" y="853"/>
                </a:lnTo>
                <a:lnTo>
                  <a:pt x="1050" y="853"/>
                </a:lnTo>
                <a:lnTo>
                  <a:pt x="1050" y="854"/>
                </a:lnTo>
                <a:lnTo>
                  <a:pt x="1050" y="855"/>
                </a:lnTo>
                <a:lnTo>
                  <a:pt x="1049" y="855"/>
                </a:lnTo>
                <a:lnTo>
                  <a:pt x="1049" y="854"/>
                </a:lnTo>
                <a:lnTo>
                  <a:pt x="1048" y="854"/>
                </a:lnTo>
                <a:lnTo>
                  <a:pt x="1048" y="853"/>
                </a:lnTo>
                <a:lnTo>
                  <a:pt x="1047" y="853"/>
                </a:lnTo>
                <a:lnTo>
                  <a:pt x="1047" y="852"/>
                </a:lnTo>
                <a:lnTo>
                  <a:pt x="1047" y="851"/>
                </a:lnTo>
                <a:lnTo>
                  <a:pt x="1047" y="852"/>
                </a:lnTo>
                <a:lnTo>
                  <a:pt x="1046" y="851"/>
                </a:lnTo>
                <a:lnTo>
                  <a:pt x="1045" y="851"/>
                </a:lnTo>
                <a:lnTo>
                  <a:pt x="1045" y="850"/>
                </a:lnTo>
                <a:lnTo>
                  <a:pt x="1044" y="850"/>
                </a:lnTo>
                <a:lnTo>
                  <a:pt x="1044" y="849"/>
                </a:lnTo>
                <a:lnTo>
                  <a:pt x="1043" y="849"/>
                </a:lnTo>
                <a:lnTo>
                  <a:pt x="1042" y="849"/>
                </a:lnTo>
                <a:lnTo>
                  <a:pt x="1042" y="850"/>
                </a:lnTo>
                <a:lnTo>
                  <a:pt x="1041" y="850"/>
                </a:lnTo>
                <a:lnTo>
                  <a:pt x="1041" y="849"/>
                </a:lnTo>
                <a:lnTo>
                  <a:pt x="1040" y="849"/>
                </a:lnTo>
                <a:lnTo>
                  <a:pt x="1040" y="850"/>
                </a:lnTo>
                <a:lnTo>
                  <a:pt x="1039" y="850"/>
                </a:lnTo>
                <a:lnTo>
                  <a:pt x="1038" y="850"/>
                </a:lnTo>
                <a:lnTo>
                  <a:pt x="1037" y="850"/>
                </a:lnTo>
                <a:lnTo>
                  <a:pt x="1036" y="850"/>
                </a:lnTo>
                <a:lnTo>
                  <a:pt x="1036" y="849"/>
                </a:lnTo>
                <a:lnTo>
                  <a:pt x="1035" y="849"/>
                </a:lnTo>
                <a:lnTo>
                  <a:pt x="1035" y="848"/>
                </a:lnTo>
                <a:lnTo>
                  <a:pt x="1036" y="848"/>
                </a:lnTo>
                <a:lnTo>
                  <a:pt x="1035" y="848"/>
                </a:lnTo>
                <a:lnTo>
                  <a:pt x="1035" y="847"/>
                </a:lnTo>
                <a:lnTo>
                  <a:pt x="1034" y="847"/>
                </a:lnTo>
                <a:lnTo>
                  <a:pt x="1034" y="846"/>
                </a:lnTo>
                <a:lnTo>
                  <a:pt x="1033" y="846"/>
                </a:lnTo>
                <a:lnTo>
                  <a:pt x="1033" y="845"/>
                </a:lnTo>
                <a:lnTo>
                  <a:pt x="1032" y="845"/>
                </a:lnTo>
                <a:lnTo>
                  <a:pt x="1032" y="846"/>
                </a:lnTo>
                <a:lnTo>
                  <a:pt x="1031" y="846"/>
                </a:lnTo>
                <a:lnTo>
                  <a:pt x="1031" y="845"/>
                </a:lnTo>
                <a:lnTo>
                  <a:pt x="1030" y="845"/>
                </a:lnTo>
                <a:lnTo>
                  <a:pt x="1030" y="844"/>
                </a:lnTo>
                <a:lnTo>
                  <a:pt x="1029" y="844"/>
                </a:lnTo>
                <a:lnTo>
                  <a:pt x="1028" y="844"/>
                </a:lnTo>
                <a:lnTo>
                  <a:pt x="1028" y="845"/>
                </a:lnTo>
                <a:lnTo>
                  <a:pt x="1028" y="844"/>
                </a:lnTo>
                <a:lnTo>
                  <a:pt x="1028" y="843"/>
                </a:lnTo>
                <a:lnTo>
                  <a:pt x="1027" y="843"/>
                </a:lnTo>
                <a:lnTo>
                  <a:pt x="1027" y="844"/>
                </a:lnTo>
                <a:lnTo>
                  <a:pt x="1027" y="845"/>
                </a:lnTo>
                <a:lnTo>
                  <a:pt x="1026" y="845"/>
                </a:lnTo>
                <a:lnTo>
                  <a:pt x="1026" y="846"/>
                </a:lnTo>
                <a:lnTo>
                  <a:pt x="1025" y="846"/>
                </a:lnTo>
                <a:lnTo>
                  <a:pt x="1025" y="847"/>
                </a:lnTo>
                <a:lnTo>
                  <a:pt x="1026" y="847"/>
                </a:lnTo>
                <a:lnTo>
                  <a:pt x="1026" y="848"/>
                </a:lnTo>
                <a:lnTo>
                  <a:pt x="1025" y="849"/>
                </a:lnTo>
                <a:lnTo>
                  <a:pt x="1024" y="849"/>
                </a:lnTo>
                <a:lnTo>
                  <a:pt x="1024" y="850"/>
                </a:lnTo>
                <a:lnTo>
                  <a:pt x="1023" y="850"/>
                </a:lnTo>
                <a:lnTo>
                  <a:pt x="1023" y="849"/>
                </a:lnTo>
                <a:lnTo>
                  <a:pt x="1023" y="850"/>
                </a:lnTo>
                <a:lnTo>
                  <a:pt x="1022" y="850"/>
                </a:lnTo>
                <a:lnTo>
                  <a:pt x="1021" y="850"/>
                </a:lnTo>
                <a:lnTo>
                  <a:pt x="1021" y="851"/>
                </a:lnTo>
                <a:lnTo>
                  <a:pt x="1020" y="851"/>
                </a:lnTo>
                <a:lnTo>
                  <a:pt x="1019" y="851"/>
                </a:lnTo>
                <a:lnTo>
                  <a:pt x="1019" y="850"/>
                </a:lnTo>
                <a:lnTo>
                  <a:pt x="1018" y="850"/>
                </a:lnTo>
                <a:lnTo>
                  <a:pt x="1017" y="850"/>
                </a:lnTo>
                <a:lnTo>
                  <a:pt x="1016" y="850"/>
                </a:lnTo>
                <a:lnTo>
                  <a:pt x="1016" y="851"/>
                </a:lnTo>
                <a:lnTo>
                  <a:pt x="1015" y="851"/>
                </a:lnTo>
                <a:lnTo>
                  <a:pt x="1015" y="852"/>
                </a:lnTo>
                <a:lnTo>
                  <a:pt x="1014" y="852"/>
                </a:lnTo>
                <a:lnTo>
                  <a:pt x="1014" y="851"/>
                </a:lnTo>
                <a:lnTo>
                  <a:pt x="1013" y="851"/>
                </a:lnTo>
                <a:lnTo>
                  <a:pt x="1012" y="852"/>
                </a:lnTo>
                <a:lnTo>
                  <a:pt x="1011" y="852"/>
                </a:lnTo>
                <a:lnTo>
                  <a:pt x="1010" y="852"/>
                </a:lnTo>
                <a:lnTo>
                  <a:pt x="1009" y="852"/>
                </a:lnTo>
                <a:lnTo>
                  <a:pt x="1009" y="853"/>
                </a:lnTo>
                <a:lnTo>
                  <a:pt x="1009" y="854"/>
                </a:lnTo>
                <a:lnTo>
                  <a:pt x="1008" y="855"/>
                </a:lnTo>
                <a:lnTo>
                  <a:pt x="1007" y="856"/>
                </a:lnTo>
                <a:lnTo>
                  <a:pt x="1007" y="857"/>
                </a:lnTo>
                <a:lnTo>
                  <a:pt x="1006" y="857"/>
                </a:lnTo>
                <a:lnTo>
                  <a:pt x="1006" y="856"/>
                </a:lnTo>
                <a:lnTo>
                  <a:pt x="1006" y="857"/>
                </a:lnTo>
                <a:lnTo>
                  <a:pt x="1005" y="857"/>
                </a:lnTo>
                <a:lnTo>
                  <a:pt x="1005" y="858"/>
                </a:lnTo>
                <a:lnTo>
                  <a:pt x="1005" y="859"/>
                </a:lnTo>
                <a:lnTo>
                  <a:pt x="1004" y="859"/>
                </a:lnTo>
                <a:lnTo>
                  <a:pt x="1004" y="860"/>
                </a:lnTo>
                <a:lnTo>
                  <a:pt x="1003" y="860"/>
                </a:lnTo>
                <a:lnTo>
                  <a:pt x="1003" y="859"/>
                </a:lnTo>
                <a:lnTo>
                  <a:pt x="1002" y="860"/>
                </a:lnTo>
                <a:lnTo>
                  <a:pt x="1002" y="859"/>
                </a:lnTo>
                <a:lnTo>
                  <a:pt x="1001" y="860"/>
                </a:lnTo>
                <a:lnTo>
                  <a:pt x="1001" y="861"/>
                </a:lnTo>
                <a:lnTo>
                  <a:pt x="1000" y="861"/>
                </a:lnTo>
                <a:lnTo>
                  <a:pt x="1000" y="862"/>
                </a:lnTo>
                <a:lnTo>
                  <a:pt x="999" y="862"/>
                </a:lnTo>
                <a:lnTo>
                  <a:pt x="999" y="863"/>
                </a:lnTo>
                <a:lnTo>
                  <a:pt x="998" y="864"/>
                </a:lnTo>
                <a:lnTo>
                  <a:pt x="998" y="865"/>
                </a:lnTo>
                <a:lnTo>
                  <a:pt x="997" y="865"/>
                </a:lnTo>
                <a:lnTo>
                  <a:pt x="997" y="866"/>
                </a:lnTo>
                <a:lnTo>
                  <a:pt x="998" y="866"/>
                </a:lnTo>
                <a:lnTo>
                  <a:pt x="998" y="867"/>
                </a:lnTo>
                <a:lnTo>
                  <a:pt x="997" y="867"/>
                </a:lnTo>
                <a:lnTo>
                  <a:pt x="997" y="868"/>
                </a:lnTo>
                <a:lnTo>
                  <a:pt x="996" y="868"/>
                </a:lnTo>
                <a:lnTo>
                  <a:pt x="996" y="869"/>
                </a:lnTo>
                <a:lnTo>
                  <a:pt x="997" y="869"/>
                </a:lnTo>
                <a:lnTo>
                  <a:pt x="996" y="869"/>
                </a:lnTo>
                <a:lnTo>
                  <a:pt x="996" y="870"/>
                </a:lnTo>
                <a:lnTo>
                  <a:pt x="996" y="871"/>
                </a:lnTo>
                <a:lnTo>
                  <a:pt x="996" y="872"/>
                </a:lnTo>
                <a:lnTo>
                  <a:pt x="995" y="872"/>
                </a:lnTo>
                <a:lnTo>
                  <a:pt x="995" y="873"/>
                </a:lnTo>
                <a:lnTo>
                  <a:pt x="995" y="874"/>
                </a:lnTo>
                <a:lnTo>
                  <a:pt x="994" y="874"/>
                </a:lnTo>
                <a:lnTo>
                  <a:pt x="993" y="875"/>
                </a:lnTo>
                <a:lnTo>
                  <a:pt x="993" y="876"/>
                </a:lnTo>
                <a:lnTo>
                  <a:pt x="993" y="877"/>
                </a:lnTo>
                <a:lnTo>
                  <a:pt x="992" y="877"/>
                </a:lnTo>
                <a:lnTo>
                  <a:pt x="991" y="877"/>
                </a:lnTo>
                <a:lnTo>
                  <a:pt x="991" y="878"/>
                </a:lnTo>
                <a:lnTo>
                  <a:pt x="991" y="879"/>
                </a:lnTo>
                <a:lnTo>
                  <a:pt x="991" y="880"/>
                </a:lnTo>
                <a:lnTo>
                  <a:pt x="990" y="880"/>
                </a:lnTo>
                <a:lnTo>
                  <a:pt x="990" y="881"/>
                </a:lnTo>
                <a:lnTo>
                  <a:pt x="989" y="881"/>
                </a:lnTo>
                <a:lnTo>
                  <a:pt x="989" y="882"/>
                </a:lnTo>
                <a:lnTo>
                  <a:pt x="988" y="882"/>
                </a:lnTo>
                <a:lnTo>
                  <a:pt x="987" y="882"/>
                </a:lnTo>
                <a:lnTo>
                  <a:pt x="987" y="883"/>
                </a:lnTo>
                <a:lnTo>
                  <a:pt x="986" y="883"/>
                </a:lnTo>
                <a:lnTo>
                  <a:pt x="985" y="883"/>
                </a:lnTo>
                <a:lnTo>
                  <a:pt x="985" y="884"/>
                </a:lnTo>
                <a:lnTo>
                  <a:pt x="983" y="884"/>
                </a:lnTo>
                <a:lnTo>
                  <a:pt x="982" y="884"/>
                </a:lnTo>
                <a:lnTo>
                  <a:pt x="982" y="885"/>
                </a:lnTo>
                <a:lnTo>
                  <a:pt x="981" y="885"/>
                </a:lnTo>
                <a:lnTo>
                  <a:pt x="981" y="886"/>
                </a:lnTo>
                <a:lnTo>
                  <a:pt x="980" y="886"/>
                </a:lnTo>
                <a:lnTo>
                  <a:pt x="981" y="886"/>
                </a:lnTo>
                <a:lnTo>
                  <a:pt x="980" y="887"/>
                </a:lnTo>
                <a:lnTo>
                  <a:pt x="980" y="888"/>
                </a:lnTo>
                <a:lnTo>
                  <a:pt x="979" y="889"/>
                </a:lnTo>
                <a:lnTo>
                  <a:pt x="978" y="889"/>
                </a:lnTo>
                <a:lnTo>
                  <a:pt x="977" y="889"/>
                </a:lnTo>
                <a:lnTo>
                  <a:pt x="977" y="890"/>
                </a:lnTo>
                <a:lnTo>
                  <a:pt x="976" y="890"/>
                </a:lnTo>
                <a:lnTo>
                  <a:pt x="976" y="891"/>
                </a:lnTo>
                <a:lnTo>
                  <a:pt x="977" y="891"/>
                </a:lnTo>
                <a:lnTo>
                  <a:pt x="976" y="891"/>
                </a:lnTo>
                <a:lnTo>
                  <a:pt x="976" y="892"/>
                </a:lnTo>
                <a:lnTo>
                  <a:pt x="975" y="892"/>
                </a:lnTo>
                <a:lnTo>
                  <a:pt x="976" y="892"/>
                </a:lnTo>
                <a:lnTo>
                  <a:pt x="976" y="893"/>
                </a:lnTo>
                <a:lnTo>
                  <a:pt x="975" y="893"/>
                </a:lnTo>
                <a:lnTo>
                  <a:pt x="975" y="894"/>
                </a:lnTo>
                <a:lnTo>
                  <a:pt x="976" y="894"/>
                </a:lnTo>
                <a:lnTo>
                  <a:pt x="976" y="895"/>
                </a:lnTo>
                <a:lnTo>
                  <a:pt x="976" y="896"/>
                </a:lnTo>
                <a:lnTo>
                  <a:pt x="976" y="897"/>
                </a:lnTo>
                <a:lnTo>
                  <a:pt x="975" y="897"/>
                </a:lnTo>
                <a:lnTo>
                  <a:pt x="974" y="897"/>
                </a:lnTo>
                <a:lnTo>
                  <a:pt x="973" y="897"/>
                </a:lnTo>
                <a:lnTo>
                  <a:pt x="973" y="898"/>
                </a:lnTo>
                <a:lnTo>
                  <a:pt x="973" y="899"/>
                </a:lnTo>
                <a:lnTo>
                  <a:pt x="973" y="900"/>
                </a:lnTo>
                <a:lnTo>
                  <a:pt x="972" y="900"/>
                </a:lnTo>
                <a:lnTo>
                  <a:pt x="972" y="901"/>
                </a:lnTo>
                <a:lnTo>
                  <a:pt x="971" y="901"/>
                </a:lnTo>
                <a:lnTo>
                  <a:pt x="972" y="901"/>
                </a:lnTo>
                <a:lnTo>
                  <a:pt x="972" y="902"/>
                </a:lnTo>
                <a:lnTo>
                  <a:pt x="971" y="902"/>
                </a:lnTo>
                <a:lnTo>
                  <a:pt x="971" y="903"/>
                </a:lnTo>
                <a:lnTo>
                  <a:pt x="970" y="903"/>
                </a:lnTo>
                <a:lnTo>
                  <a:pt x="970" y="904"/>
                </a:lnTo>
                <a:lnTo>
                  <a:pt x="969" y="904"/>
                </a:lnTo>
                <a:lnTo>
                  <a:pt x="969" y="905"/>
                </a:lnTo>
                <a:lnTo>
                  <a:pt x="968" y="905"/>
                </a:lnTo>
                <a:lnTo>
                  <a:pt x="968" y="906"/>
                </a:lnTo>
                <a:lnTo>
                  <a:pt x="967" y="906"/>
                </a:lnTo>
                <a:lnTo>
                  <a:pt x="967" y="907"/>
                </a:lnTo>
                <a:lnTo>
                  <a:pt x="967" y="908"/>
                </a:lnTo>
                <a:lnTo>
                  <a:pt x="967" y="909"/>
                </a:lnTo>
                <a:lnTo>
                  <a:pt x="968" y="909"/>
                </a:lnTo>
                <a:lnTo>
                  <a:pt x="969" y="909"/>
                </a:lnTo>
                <a:lnTo>
                  <a:pt x="969" y="910"/>
                </a:lnTo>
                <a:lnTo>
                  <a:pt x="969" y="911"/>
                </a:lnTo>
                <a:lnTo>
                  <a:pt x="970" y="911"/>
                </a:lnTo>
                <a:lnTo>
                  <a:pt x="970" y="912"/>
                </a:lnTo>
                <a:lnTo>
                  <a:pt x="970" y="913"/>
                </a:lnTo>
                <a:lnTo>
                  <a:pt x="969" y="913"/>
                </a:lnTo>
                <a:lnTo>
                  <a:pt x="969" y="914"/>
                </a:lnTo>
                <a:lnTo>
                  <a:pt x="968" y="914"/>
                </a:lnTo>
                <a:lnTo>
                  <a:pt x="968" y="915"/>
                </a:lnTo>
                <a:lnTo>
                  <a:pt x="967" y="915"/>
                </a:lnTo>
                <a:lnTo>
                  <a:pt x="967" y="916"/>
                </a:lnTo>
                <a:lnTo>
                  <a:pt x="966" y="916"/>
                </a:lnTo>
                <a:lnTo>
                  <a:pt x="966" y="915"/>
                </a:lnTo>
                <a:lnTo>
                  <a:pt x="965" y="916"/>
                </a:lnTo>
                <a:lnTo>
                  <a:pt x="965" y="917"/>
                </a:lnTo>
                <a:lnTo>
                  <a:pt x="965" y="918"/>
                </a:lnTo>
                <a:lnTo>
                  <a:pt x="965" y="919"/>
                </a:lnTo>
                <a:lnTo>
                  <a:pt x="965" y="920"/>
                </a:lnTo>
                <a:lnTo>
                  <a:pt x="964" y="920"/>
                </a:lnTo>
                <a:lnTo>
                  <a:pt x="965" y="920"/>
                </a:lnTo>
                <a:lnTo>
                  <a:pt x="965" y="921"/>
                </a:lnTo>
                <a:lnTo>
                  <a:pt x="966" y="921"/>
                </a:lnTo>
                <a:lnTo>
                  <a:pt x="966" y="922"/>
                </a:lnTo>
                <a:lnTo>
                  <a:pt x="966" y="923"/>
                </a:lnTo>
                <a:lnTo>
                  <a:pt x="967" y="924"/>
                </a:lnTo>
                <a:lnTo>
                  <a:pt x="966" y="924"/>
                </a:lnTo>
                <a:lnTo>
                  <a:pt x="966" y="925"/>
                </a:lnTo>
                <a:lnTo>
                  <a:pt x="966" y="926"/>
                </a:lnTo>
                <a:lnTo>
                  <a:pt x="967" y="927"/>
                </a:lnTo>
                <a:lnTo>
                  <a:pt x="968" y="927"/>
                </a:lnTo>
                <a:lnTo>
                  <a:pt x="968" y="928"/>
                </a:lnTo>
                <a:lnTo>
                  <a:pt x="968" y="929"/>
                </a:lnTo>
                <a:lnTo>
                  <a:pt x="968" y="930"/>
                </a:lnTo>
                <a:lnTo>
                  <a:pt x="968" y="931"/>
                </a:lnTo>
                <a:lnTo>
                  <a:pt x="968" y="932"/>
                </a:lnTo>
                <a:lnTo>
                  <a:pt x="967" y="932"/>
                </a:lnTo>
                <a:lnTo>
                  <a:pt x="967" y="933"/>
                </a:lnTo>
                <a:lnTo>
                  <a:pt x="967" y="934"/>
                </a:lnTo>
                <a:lnTo>
                  <a:pt x="966" y="934"/>
                </a:lnTo>
                <a:lnTo>
                  <a:pt x="966" y="935"/>
                </a:lnTo>
                <a:lnTo>
                  <a:pt x="966" y="936"/>
                </a:lnTo>
                <a:lnTo>
                  <a:pt x="965" y="936"/>
                </a:lnTo>
                <a:lnTo>
                  <a:pt x="965" y="937"/>
                </a:lnTo>
                <a:lnTo>
                  <a:pt x="965" y="938"/>
                </a:lnTo>
                <a:lnTo>
                  <a:pt x="964" y="939"/>
                </a:lnTo>
                <a:lnTo>
                  <a:pt x="964" y="940"/>
                </a:lnTo>
                <a:lnTo>
                  <a:pt x="963" y="940"/>
                </a:lnTo>
                <a:lnTo>
                  <a:pt x="963" y="941"/>
                </a:lnTo>
                <a:lnTo>
                  <a:pt x="962" y="942"/>
                </a:lnTo>
                <a:lnTo>
                  <a:pt x="961" y="942"/>
                </a:lnTo>
                <a:lnTo>
                  <a:pt x="961" y="943"/>
                </a:lnTo>
                <a:lnTo>
                  <a:pt x="960" y="943"/>
                </a:lnTo>
                <a:lnTo>
                  <a:pt x="959" y="944"/>
                </a:lnTo>
                <a:lnTo>
                  <a:pt x="958" y="944"/>
                </a:lnTo>
                <a:lnTo>
                  <a:pt x="958" y="945"/>
                </a:lnTo>
                <a:lnTo>
                  <a:pt x="957" y="945"/>
                </a:lnTo>
                <a:lnTo>
                  <a:pt x="957" y="946"/>
                </a:lnTo>
                <a:lnTo>
                  <a:pt x="957" y="947"/>
                </a:lnTo>
                <a:lnTo>
                  <a:pt x="957" y="948"/>
                </a:lnTo>
                <a:lnTo>
                  <a:pt x="957" y="949"/>
                </a:lnTo>
                <a:lnTo>
                  <a:pt x="956" y="949"/>
                </a:lnTo>
                <a:lnTo>
                  <a:pt x="956" y="950"/>
                </a:lnTo>
                <a:lnTo>
                  <a:pt x="955" y="950"/>
                </a:lnTo>
                <a:lnTo>
                  <a:pt x="955" y="949"/>
                </a:lnTo>
                <a:lnTo>
                  <a:pt x="954" y="949"/>
                </a:lnTo>
                <a:lnTo>
                  <a:pt x="954" y="948"/>
                </a:lnTo>
                <a:lnTo>
                  <a:pt x="954" y="947"/>
                </a:lnTo>
                <a:lnTo>
                  <a:pt x="953" y="947"/>
                </a:lnTo>
                <a:lnTo>
                  <a:pt x="952" y="946"/>
                </a:lnTo>
                <a:lnTo>
                  <a:pt x="952" y="945"/>
                </a:lnTo>
                <a:lnTo>
                  <a:pt x="951" y="945"/>
                </a:lnTo>
                <a:lnTo>
                  <a:pt x="951" y="944"/>
                </a:lnTo>
                <a:lnTo>
                  <a:pt x="950" y="944"/>
                </a:lnTo>
                <a:lnTo>
                  <a:pt x="949" y="944"/>
                </a:lnTo>
                <a:lnTo>
                  <a:pt x="949" y="943"/>
                </a:lnTo>
                <a:lnTo>
                  <a:pt x="948" y="943"/>
                </a:lnTo>
                <a:lnTo>
                  <a:pt x="947" y="943"/>
                </a:lnTo>
                <a:lnTo>
                  <a:pt x="948" y="943"/>
                </a:lnTo>
                <a:lnTo>
                  <a:pt x="948" y="942"/>
                </a:lnTo>
                <a:lnTo>
                  <a:pt x="948" y="941"/>
                </a:lnTo>
                <a:lnTo>
                  <a:pt x="949" y="941"/>
                </a:lnTo>
                <a:lnTo>
                  <a:pt x="949" y="940"/>
                </a:lnTo>
                <a:lnTo>
                  <a:pt x="949" y="939"/>
                </a:lnTo>
                <a:lnTo>
                  <a:pt x="948" y="939"/>
                </a:lnTo>
                <a:lnTo>
                  <a:pt x="948" y="938"/>
                </a:lnTo>
                <a:lnTo>
                  <a:pt x="947" y="938"/>
                </a:lnTo>
                <a:lnTo>
                  <a:pt x="947" y="937"/>
                </a:lnTo>
                <a:lnTo>
                  <a:pt x="946" y="937"/>
                </a:lnTo>
                <a:lnTo>
                  <a:pt x="946" y="936"/>
                </a:lnTo>
                <a:lnTo>
                  <a:pt x="945" y="936"/>
                </a:lnTo>
                <a:lnTo>
                  <a:pt x="945" y="935"/>
                </a:lnTo>
                <a:lnTo>
                  <a:pt x="945" y="934"/>
                </a:lnTo>
                <a:lnTo>
                  <a:pt x="944" y="934"/>
                </a:lnTo>
                <a:lnTo>
                  <a:pt x="943" y="934"/>
                </a:lnTo>
                <a:lnTo>
                  <a:pt x="943" y="933"/>
                </a:lnTo>
                <a:lnTo>
                  <a:pt x="943" y="932"/>
                </a:lnTo>
                <a:lnTo>
                  <a:pt x="942" y="932"/>
                </a:lnTo>
                <a:lnTo>
                  <a:pt x="941" y="932"/>
                </a:lnTo>
                <a:lnTo>
                  <a:pt x="940" y="932"/>
                </a:lnTo>
                <a:lnTo>
                  <a:pt x="940" y="931"/>
                </a:lnTo>
                <a:lnTo>
                  <a:pt x="939" y="931"/>
                </a:lnTo>
                <a:lnTo>
                  <a:pt x="939" y="930"/>
                </a:lnTo>
                <a:lnTo>
                  <a:pt x="938" y="930"/>
                </a:lnTo>
                <a:lnTo>
                  <a:pt x="938" y="929"/>
                </a:lnTo>
                <a:lnTo>
                  <a:pt x="938" y="928"/>
                </a:lnTo>
                <a:lnTo>
                  <a:pt x="938" y="927"/>
                </a:lnTo>
                <a:lnTo>
                  <a:pt x="937" y="927"/>
                </a:lnTo>
                <a:lnTo>
                  <a:pt x="937" y="926"/>
                </a:lnTo>
                <a:lnTo>
                  <a:pt x="937" y="925"/>
                </a:lnTo>
                <a:lnTo>
                  <a:pt x="936" y="925"/>
                </a:lnTo>
                <a:lnTo>
                  <a:pt x="936" y="924"/>
                </a:lnTo>
                <a:lnTo>
                  <a:pt x="936" y="923"/>
                </a:lnTo>
                <a:lnTo>
                  <a:pt x="935" y="923"/>
                </a:lnTo>
                <a:lnTo>
                  <a:pt x="936" y="923"/>
                </a:lnTo>
                <a:lnTo>
                  <a:pt x="936" y="922"/>
                </a:lnTo>
                <a:lnTo>
                  <a:pt x="936" y="921"/>
                </a:lnTo>
                <a:lnTo>
                  <a:pt x="936" y="920"/>
                </a:lnTo>
                <a:lnTo>
                  <a:pt x="936" y="919"/>
                </a:lnTo>
                <a:lnTo>
                  <a:pt x="937" y="919"/>
                </a:lnTo>
                <a:lnTo>
                  <a:pt x="937" y="918"/>
                </a:lnTo>
                <a:lnTo>
                  <a:pt x="936" y="918"/>
                </a:lnTo>
                <a:lnTo>
                  <a:pt x="937" y="918"/>
                </a:lnTo>
                <a:lnTo>
                  <a:pt x="937" y="917"/>
                </a:lnTo>
                <a:lnTo>
                  <a:pt x="936" y="917"/>
                </a:lnTo>
                <a:lnTo>
                  <a:pt x="935" y="917"/>
                </a:lnTo>
                <a:lnTo>
                  <a:pt x="935" y="916"/>
                </a:lnTo>
                <a:lnTo>
                  <a:pt x="935" y="915"/>
                </a:lnTo>
                <a:lnTo>
                  <a:pt x="935" y="914"/>
                </a:lnTo>
                <a:lnTo>
                  <a:pt x="934" y="914"/>
                </a:lnTo>
                <a:lnTo>
                  <a:pt x="934" y="913"/>
                </a:lnTo>
                <a:lnTo>
                  <a:pt x="935" y="913"/>
                </a:lnTo>
                <a:lnTo>
                  <a:pt x="936" y="913"/>
                </a:lnTo>
                <a:lnTo>
                  <a:pt x="936" y="912"/>
                </a:lnTo>
                <a:lnTo>
                  <a:pt x="937" y="912"/>
                </a:lnTo>
                <a:lnTo>
                  <a:pt x="936" y="911"/>
                </a:lnTo>
                <a:lnTo>
                  <a:pt x="937" y="911"/>
                </a:lnTo>
                <a:lnTo>
                  <a:pt x="937" y="910"/>
                </a:lnTo>
                <a:lnTo>
                  <a:pt x="938" y="910"/>
                </a:lnTo>
                <a:lnTo>
                  <a:pt x="938" y="909"/>
                </a:lnTo>
                <a:lnTo>
                  <a:pt x="938" y="908"/>
                </a:lnTo>
                <a:lnTo>
                  <a:pt x="938" y="907"/>
                </a:lnTo>
                <a:lnTo>
                  <a:pt x="938" y="906"/>
                </a:lnTo>
                <a:lnTo>
                  <a:pt x="939" y="906"/>
                </a:lnTo>
                <a:lnTo>
                  <a:pt x="939" y="905"/>
                </a:lnTo>
                <a:lnTo>
                  <a:pt x="940" y="905"/>
                </a:lnTo>
                <a:lnTo>
                  <a:pt x="941" y="905"/>
                </a:lnTo>
                <a:lnTo>
                  <a:pt x="941" y="904"/>
                </a:lnTo>
                <a:lnTo>
                  <a:pt x="941" y="903"/>
                </a:lnTo>
                <a:lnTo>
                  <a:pt x="942" y="903"/>
                </a:lnTo>
                <a:lnTo>
                  <a:pt x="942" y="902"/>
                </a:lnTo>
                <a:lnTo>
                  <a:pt x="942" y="901"/>
                </a:lnTo>
                <a:lnTo>
                  <a:pt x="941" y="901"/>
                </a:lnTo>
                <a:lnTo>
                  <a:pt x="942" y="901"/>
                </a:lnTo>
                <a:lnTo>
                  <a:pt x="942" y="900"/>
                </a:lnTo>
                <a:lnTo>
                  <a:pt x="942" y="899"/>
                </a:lnTo>
                <a:lnTo>
                  <a:pt x="941" y="899"/>
                </a:lnTo>
                <a:lnTo>
                  <a:pt x="941" y="898"/>
                </a:lnTo>
                <a:lnTo>
                  <a:pt x="942" y="898"/>
                </a:lnTo>
                <a:lnTo>
                  <a:pt x="943" y="898"/>
                </a:lnTo>
                <a:lnTo>
                  <a:pt x="943" y="897"/>
                </a:lnTo>
                <a:lnTo>
                  <a:pt x="942" y="897"/>
                </a:lnTo>
                <a:lnTo>
                  <a:pt x="943" y="897"/>
                </a:lnTo>
                <a:lnTo>
                  <a:pt x="942" y="897"/>
                </a:lnTo>
                <a:lnTo>
                  <a:pt x="943" y="897"/>
                </a:lnTo>
                <a:lnTo>
                  <a:pt x="943" y="896"/>
                </a:lnTo>
                <a:lnTo>
                  <a:pt x="943" y="895"/>
                </a:lnTo>
                <a:lnTo>
                  <a:pt x="943" y="894"/>
                </a:lnTo>
                <a:lnTo>
                  <a:pt x="942" y="894"/>
                </a:lnTo>
                <a:lnTo>
                  <a:pt x="942" y="893"/>
                </a:lnTo>
                <a:lnTo>
                  <a:pt x="942" y="892"/>
                </a:lnTo>
                <a:lnTo>
                  <a:pt x="943" y="892"/>
                </a:lnTo>
                <a:lnTo>
                  <a:pt x="942" y="892"/>
                </a:lnTo>
                <a:lnTo>
                  <a:pt x="942" y="891"/>
                </a:lnTo>
                <a:lnTo>
                  <a:pt x="943" y="891"/>
                </a:lnTo>
                <a:lnTo>
                  <a:pt x="943" y="890"/>
                </a:lnTo>
                <a:lnTo>
                  <a:pt x="943" y="889"/>
                </a:lnTo>
                <a:lnTo>
                  <a:pt x="943" y="888"/>
                </a:lnTo>
                <a:lnTo>
                  <a:pt x="943" y="887"/>
                </a:lnTo>
                <a:lnTo>
                  <a:pt x="944" y="887"/>
                </a:lnTo>
                <a:lnTo>
                  <a:pt x="944" y="886"/>
                </a:lnTo>
                <a:lnTo>
                  <a:pt x="945" y="886"/>
                </a:lnTo>
                <a:lnTo>
                  <a:pt x="945" y="885"/>
                </a:lnTo>
                <a:lnTo>
                  <a:pt x="945" y="884"/>
                </a:lnTo>
                <a:lnTo>
                  <a:pt x="945" y="883"/>
                </a:lnTo>
                <a:lnTo>
                  <a:pt x="945" y="882"/>
                </a:lnTo>
                <a:lnTo>
                  <a:pt x="945" y="881"/>
                </a:lnTo>
                <a:lnTo>
                  <a:pt x="945" y="880"/>
                </a:lnTo>
                <a:lnTo>
                  <a:pt x="944" y="880"/>
                </a:lnTo>
                <a:lnTo>
                  <a:pt x="944" y="879"/>
                </a:lnTo>
                <a:lnTo>
                  <a:pt x="944" y="878"/>
                </a:lnTo>
                <a:lnTo>
                  <a:pt x="944" y="877"/>
                </a:lnTo>
                <a:lnTo>
                  <a:pt x="943" y="877"/>
                </a:lnTo>
                <a:lnTo>
                  <a:pt x="943" y="876"/>
                </a:lnTo>
                <a:lnTo>
                  <a:pt x="942" y="876"/>
                </a:lnTo>
                <a:lnTo>
                  <a:pt x="941" y="876"/>
                </a:lnTo>
                <a:lnTo>
                  <a:pt x="941" y="875"/>
                </a:lnTo>
                <a:lnTo>
                  <a:pt x="941" y="874"/>
                </a:lnTo>
                <a:lnTo>
                  <a:pt x="941" y="873"/>
                </a:lnTo>
                <a:lnTo>
                  <a:pt x="941" y="872"/>
                </a:lnTo>
                <a:lnTo>
                  <a:pt x="941" y="871"/>
                </a:lnTo>
                <a:lnTo>
                  <a:pt x="941" y="870"/>
                </a:lnTo>
                <a:lnTo>
                  <a:pt x="941" y="869"/>
                </a:lnTo>
                <a:lnTo>
                  <a:pt x="940" y="869"/>
                </a:lnTo>
                <a:lnTo>
                  <a:pt x="941" y="868"/>
                </a:lnTo>
                <a:lnTo>
                  <a:pt x="941" y="867"/>
                </a:lnTo>
                <a:lnTo>
                  <a:pt x="940" y="867"/>
                </a:lnTo>
                <a:lnTo>
                  <a:pt x="939" y="867"/>
                </a:lnTo>
                <a:lnTo>
                  <a:pt x="938" y="866"/>
                </a:lnTo>
                <a:lnTo>
                  <a:pt x="938" y="865"/>
                </a:lnTo>
                <a:lnTo>
                  <a:pt x="937" y="865"/>
                </a:lnTo>
                <a:lnTo>
                  <a:pt x="937" y="864"/>
                </a:lnTo>
                <a:lnTo>
                  <a:pt x="936" y="864"/>
                </a:lnTo>
                <a:lnTo>
                  <a:pt x="936" y="863"/>
                </a:lnTo>
                <a:lnTo>
                  <a:pt x="935" y="863"/>
                </a:lnTo>
                <a:lnTo>
                  <a:pt x="935" y="862"/>
                </a:lnTo>
                <a:lnTo>
                  <a:pt x="934" y="862"/>
                </a:lnTo>
                <a:lnTo>
                  <a:pt x="934" y="861"/>
                </a:lnTo>
                <a:lnTo>
                  <a:pt x="933" y="861"/>
                </a:lnTo>
                <a:lnTo>
                  <a:pt x="932" y="861"/>
                </a:lnTo>
                <a:lnTo>
                  <a:pt x="931" y="861"/>
                </a:lnTo>
                <a:lnTo>
                  <a:pt x="930" y="861"/>
                </a:lnTo>
                <a:lnTo>
                  <a:pt x="929" y="861"/>
                </a:lnTo>
                <a:lnTo>
                  <a:pt x="928" y="861"/>
                </a:lnTo>
                <a:lnTo>
                  <a:pt x="927" y="861"/>
                </a:lnTo>
                <a:lnTo>
                  <a:pt x="927" y="862"/>
                </a:lnTo>
                <a:lnTo>
                  <a:pt x="926" y="862"/>
                </a:lnTo>
                <a:lnTo>
                  <a:pt x="926" y="861"/>
                </a:lnTo>
                <a:lnTo>
                  <a:pt x="925" y="861"/>
                </a:lnTo>
                <a:lnTo>
                  <a:pt x="926" y="860"/>
                </a:lnTo>
                <a:lnTo>
                  <a:pt x="925" y="860"/>
                </a:lnTo>
                <a:lnTo>
                  <a:pt x="925" y="859"/>
                </a:lnTo>
                <a:lnTo>
                  <a:pt x="924" y="859"/>
                </a:lnTo>
                <a:lnTo>
                  <a:pt x="923" y="858"/>
                </a:lnTo>
                <a:lnTo>
                  <a:pt x="923" y="857"/>
                </a:lnTo>
                <a:lnTo>
                  <a:pt x="922" y="857"/>
                </a:lnTo>
                <a:lnTo>
                  <a:pt x="921" y="858"/>
                </a:lnTo>
                <a:lnTo>
                  <a:pt x="921" y="859"/>
                </a:lnTo>
                <a:lnTo>
                  <a:pt x="920" y="859"/>
                </a:lnTo>
                <a:lnTo>
                  <a:pt x="920" y="860"/>
                </a:lnTo>
                <a:lnTo>
                  <a:pt x="919" y="860"/>
                </a:lnTo>
                <a:lnTo>
                  <a:pt x="918" y="860"/>
                </a:lnTo>
                <a:lnTo>
                  <a:pt x="917" y="860"/>
                </a:lnTo>
                <a:lnTo>
                  <a:pt x="917" y="859"/>
                </a:lnTo>
                <a:lnTo>
                  <a:pt x="916" y="860"/>
                </a:lnTo>
                <a:lnTo>
                  <a:pt x="915" y="860"/>
                </a:lnTo>
                <a:lnTo>
                  <a:pt x="915" y="861"/>
                </a:lnTo>
                <a:lnTo>
                  <a:pt x="916" y="861"/>
                </a:lnTo>
                <a:lnTo>
                  <a:pt x="915" y="861"/>
                </a:lnTo>
                <a:lnTo>
                  <a:pt x="915" y="862"/>
                </a:lnTo>
                <a:lnTo>
                  <a:pt x="916" y="862"/>
                </a:lnTo>
                <a:lnTo>
                  <a:pt x="916" y="863"/>
                </a:lnTo>
                <a:lnTo>
                  <a:pt x="915" y="863"/>
                </a:lnTo>
                <a:lnTo>
                  <a:pt x="915" y="864"/>
                </a:lnTo>
                <a:lnTo>
                  <a:pt x="915" y="865"/>
                </a:lnTo>
                <a:lnTo>
                  <a:pt x="914" y="865"/>
                </a:lnTo>
                <a:lnTo>
                  <a:pt x="913" y="865"/>
                </a:lnTo>
                <a:lnTo>
                  <a:pt x="912" y="865"/>
                </a:lnTo>
                <a:lnTo>
                  <a:pt x="912" y="864"/>
                </a:lnTo>
                <a:lnTo>
                  <a:pt x="912" y="865"/>
                </a:lnTo>
                <a:lnTo>
                  <a:pt x="911" y="865"/>
                </a:lnTo>
                <a:lnTo>
                  <a:pt x="911" y="864"/>
                </a:lnTo>
                <a:lnTo>
                  <a:pt x="910" y="864"/>
                </a:lnTo>
                <a:lnTo>
                  <a:pt x="909" y="864"/>
                </a:lnTo>
                <a:lnTo>
                  <a:pt x="908" y="865"/>
                </a:lnTo>
                <a:lnTo>
                  <a:pt x="908" y="866"/>
                </a:lnTo>
                <a:lnTo>
                  <a:pt x="908" y="867"/>
                </a:lnTo>
                <a:lnTo>
                  <a:pt x="907" y="867"/>
                </a:lnTo>
                <a:lnTo>
                  <a:pt x="906" y="867"/>
                </a:lnTo>
                <a:lnTo>
                  <a:pt x="906" y="868"/>
                </a:lnTo>
                <a:lnTo>
                  <a:pt x="905" y="868"/>
                </a:lnTo>
                <a:lnTo>
                  <a:pt x="904" y="868"/>
                </a:lnTo>
                <a:lnTo>
                  <a:pt x="904" y="869"/>
                </a:lnTo>
                <a:lnTo>
                  <a:pt x="903" y="869"/>
                </a:lnTo>
                <a:lnTo>
                  <a:pt x="903" y="870"/>
                </a:lnTo>
                <a:lnTo>
                  <a:pt x="903" y="871"/>
                </a:lnTo>
                <a:lnTo>
                  <a:pt x="902" y="871"/>
                </a:lnTo>
                <a:lnTo>
                  <a:pt x="901" y="871"/>
                </a:lnTo>
                <a:lnTo>
                  <a:pt x="900" y="871"/>
                </a:lnTo>
                <a:lnTo>
                  <a:pt x="900" y="870"/>
                </a:lnTo>
                <a:lnTo>
                  <a:pt x="899" y="870"/>
                </a:lnTo>
                <a:lnTo>
                  <a:pt x="898" y="870"/>
                </a:lnTo>
                <a:lnTo>
                  <a:pt x="897" y="870"/>
                </a:lnTo>
                <a:lnTo>
                  <a:pt x="896" y="870"/>
                </a:lnTo>
                <a:lnTo>
                  <a:pt x="896" y="871"/>
                </a:lnTo>
                <a:lnTo>
                  <a:pt x="895" y="871"/>
                </a:lnTo>
                <a:lnTo>
                  <a:pt x="894" y="871"/>
                </a:lnTo>
                <a:lnTo>
                  <a:pt x="894" y="872"/>
                </a:lnTo>
                <a:lnTo>
                  <a:pt x="893" y="872"/>
                </a:lnTo>
                <a:lnTo>
                  <a:pt x="892" y="872"/>
                </a:lnTo>
                <a:lnTo>
                  <a:pt x="891" y="872"/>
                </a:lnTo>
                <a:lnTo>
                  <a:pt x="891" y="873"/>
                </a:lnTo>
                <a:lnTo>
                  <a:pt x="890" y="873"/>
                </a:lnTo>
                <a:lnTo>
                  <a:pt x="890" y="874"/>
                </a:lnTo>
                <a:lnTo>
                  <a:pt x="890" y="873"/>
                </a:lnTo>
                <a:lnTo>
                  <a:pt x="889" y="873"/>
                </a:lnTo>
                <a:lnTo>
                  <a:pt x="889" y="874"/>
                </a:lnTo>
                <a:lnTo>
                  <a:pt x="888" y="874"/>
                </a:lnTo>
                <a:lnTo>
                  <a:pt x="888" y="875"/>
                </a:lnTo>
                <a:lnTo>
                  <a:pt x="888" y="874"/>
                </a:lnTo>
                <a:lnTo>
                  <a:pt x="888" y="873"/>
                </a:lnTo>
                <a:lnTo>
                  <a:pt x="887" y="873"/>
                </a:lnTo>
                <a:lnTo>
                  <a:pt x="887" y="872"/>
                </a:lnTo>
                <a:lnTo>
                  <a:pt x="886" y="872"/>
                </a:lnTo>
                <a:lnTo>
                  <a:pt x="886" y="873"/>
                </a:lnTo>
                <a:lnTo>
                  <a:pt x="885" y="873"/>
                </a:lnTo>
                <a:lnTo>
                  <a:pt x="885" y="872"/>
                </a:lnTo>
                <a:lnTo>
                  <a:pt x="884" y="872"/>
                </a:lnTo>
                <a:lnTo>
                  <a:pt x="884" y="873"/>
                </a:lnTo>
                <a:lnTo>
                  <a:pt x="884" y="874"/>
                </a:lnTo>
                <a:lnTo>
                  <a:pt x="883" y="874"/>
                </a:lnTo>
                <a:lnTo>
                  <a:pt x="883" y="875"/>
                </a:lnTo>
                <a:lnTo>
                  <a:pt x="882" y="875"/>
                </a:lnTo>
                <a:lnTo>
                  <a:pt x="882" y="874"/>
                </a:lnTo>
                <a:lnTo>
                  <a:pt x="881" y="874"/>
                </a:lnTo>
                <a:lnTo>
                  <a:pt x="880" y="873"/>
                </a:lnTo>
                <a:lnTo>
                  <a:pt x="879" y="873"/>
                </a:lnTo>
                <a:lnTo>
                  <a:pt x="879" y="872"/>
                </a:lnTo>
                <a:lnTo>
                  <a:pt x="878" y="873"/>
                </a:lnTo>
                <a:lnTo>
                  <a:pt x="878" y="874"/>
                </a:lnTo>
                <a:lnTo>
                  <a:pt x="877" y="874"/>
                </a:lnTo>
                <a:lnTo>
                  <a:pt x="878" y="874"/>
                </a:lnTo>
                <a:lnTo>
                  <a:pt x="878" y="875"/>
                </a:lnTo>
                <a:lnTo>
                  <a:pt x="877" y="875"/>
                </a:lnTo>
                <a:lnTo>
                  <a:pt x="877" y="876"/>
                </a:lnTo>
                <a:lnTo>
                  <a:pt x="877" y="877"/>
                </a:lnTo>
                <a:lnTo>
                  <a:pt x="876" y="877"/>
                </a:lnTo>
                <a:lnTo>
                  <a:pt x="876" y="878"/>
                </a:lnTo>
                <a:lnTo>
                  <a:pt x="877" y="878"/>
                </a:lnTo>
                <a:lnTo>
                  <a:pt x="877" y="879"/>
                </a:lnTo>
                <a:lnTo>
                  <a:pt x="877" y="880"/>
                </a:lnTo>
                <a:lnTo>
                  <a:pt x="878" y="880"/>
                </a:lnTo>
                <a:lnTo>
                  <a:pt x="878" y="881"/>
                </a:lnTo>
                <a:lnTo>
                  <a:pt x="877" y="881"/>
                </a:lnTo>
                <a:lnTo>
                  <a:pt x="876" y="881"/>
                </a:lnTo>
                <a:lnTo>
                  <a:pt x="876" y="882"/>
                </a:lnTo>
                <a:lnTo>
                  <a:pt x="874" y="882"/>
                </a:lnTo>
                <a:lnTo>
                  <a:pt x="874" y="881"/>
                </a:lnTo>
                <a:lnTo>
                  <a:pt x="873" y="881"/>
                </a:lnTo>
                <a:lnTo>
                  <a:pt x="873" y="880"/>
                </a:lnTo>
                <a:lnTo>
                  <a:pt x="873" y="879"/>
                </a:lnTo>
                <a:lnTo>
                  <a:pt x="872" y="879"/>
                </a:lnTo>
                <a:lnTo>
                  <a:pt x="872" y="880"/>
                </a:lnTo>
                <a:lnTo>
                  <a:pt x="871" y="880"/>
                </a:lnTo>
                <a:lnTo>
                  <a:pt x="870" y="880"/>
                </a:lnTo>
                <a:lnTo>
                  <a:pt x="870" y="879"/>
                </a:lnTo>
                <a:lnTo>
                  <a:pt x="869" y="879"/>
                </a:lnTo>
                <a:lnTo>
                  <a:pt x="869" y="878"/>
                </a:lnTo>
                <a:lnTo>
                  <a:pt x="868" y="878"/>
                </a:lnTo>
                <a:lnTo>
                  <a:pt x="868" y="879"/>
                </a:lnTo>
                <a:lnTo>
                  <a:pt x="867" y="879"/>
                </a:lnTo>
                <a:lnTo>
                  <a:pt x="866" y="879"/>
                </a:lnTo>
                <a:lnTo>
                  <a:pt x="865" y="879"/>
                </a:lnTo>
                <a:lnTo>
                  <a:pt x="865" y="880"/>
                </a:lnTo>
                <a:lnTo>
                  <a:pt x="864" y="880"/>
                </a:lnTo>
                <a:lnTo>
                  <a:pt x="863" y="880"/>
                </a:lnTo>
                <a:lnTo>
                  <a:pt x="862" y="880"/>
                </a:lnTo>
                <a:lnTo>
                  <a:pt x="862" y="879"/>
                </a:lnTo>
                <a:lnTo>
                  <a:pt x="862" y="878"/>
                </a:lnTo>
                <a:lnTo>
                  <a:pt x="861" y="878"/>
                </a:lnTo>
                <a:lnTo>
                  <a:pt x="860" y="878"/>
                </a:lnTo>
                <a:lnTo>
                  <a:pt x="859" y="877"/>
                </a:lnTo>
                <a:lnTo>
                  <a:pt x="858" y="877"/>
                </a:lnTo>
                <a:lnTo>
                  <a:pt x="857" y="877"/>
                </a:lnTo>
                <a:lnTo>
                  <a:pt x="857" y="878"/>
                </a:lnTo>
                <a:lnTo>
                  <a:pt x="856" y="878"/>
                </a:lnTo>
                <a:lnTo>
                  <a:pt x="855" y="878"/>
                </a:lnTo>
                <a:lnTo>
                  <a:pt x="854" y="878"/>
                </a:lnTo>
                <a:lnTo>
                  <a:pt x="853" y="878"/>
                </a:lnTo>
                <a:lnTo>
                  <a:pt x="853" y="877"/>
                </a:lnTo>
                <a:lnTo>
                  <a:pt x="853" y="876"/>
                </a:lnTo>
                <a:lnTo>
                  <a:pt x="852" y="876"/>
                </a:lnTo>
                <a:lnTo>
                  <a:pt x="853" y="876"/>
                </a:lnTo>
                <a:lnTo>
                  <a:pt x="853" y="875"/>
                </a:lnTo>
                <a:lnTo>
                  <a:pt x="853" y="874"/>
                </a:lnTo>
                <a:lnTo>
                  <a:pt x="852" y="874"/>
                </a:lnTo>
                <a:lnTo>
                  <a:pt x="851" y="874"/>
                </a:lnTo>
                <a:lnTo>
                  <a:pt x="850" y="874"/>
                </a:lnTo>
                <a:lnTo>
                  <a:pt x="850" y="875"/>
                </a:lnTo>
                <a:lnTo>
                  <a:pt x="850" y="876"/>
                </a:lnTo>
                <a:lnTo>
                  <a:pt x="850" y="877"/>
                </a:lnTo>
                <a:lnTo>
                  <a:pt x="849" y="877"/>
                </a:lnTo>
                <a:lnTo>
                  <a:pt x="848" y="877"/>
                </a:lnTo>
                <a:lnTo>
                  <a:pt x="848" y="878"/>
                </a:lnTo>
                <a:lnTo>
                  <a:pt x="847" y="878"/>
                </a:lnTo>
                <a:lnTo>
                  <a:pt x="847" y="879"/>
                </a:lnTo>
                <a:lnTo>
                  <a:pt x="846" y="879"/>
                </a:lnTo>
                <a:lnTo>
                  <a:pt x="846" y="880"/>
                </a:lnTo>
                <a:lnTo>
                  <a:pt x="845" y="880"/>
                </a:lnTo>
                <a:lnTo>
                  <a:pt x="845" y="881"/>
                </a:lnTo>
                <a:lnTo>
                  <a:pt x="845" y="882"/>
                </a:lnTo>
                <a:lnTo>
                  <a:pt x="845" y="883"/>
                </a:lnTo>
                <a:lnTo>
                  <a:pt x="844" y="883"/>
                </a:lnTo>
                <a:lnTo>
                  <a:pt x="844" y="884"/>
                </a:lnTo>
                <a:lnTo>
                  <a:pt x="844" y="885"/>
                </a:lnTo>
                <a:lnTo>
                  <a:pt x="843" y="885"/>
                </a:lnTo>
                <a:lnTo>
                  <a:pt x="843" y="886"/>
                </a:lnTo>
                <a:lnTo>
                  <a:pt x="842" y="886"/>
                </a:lnTo>
                <a:lnTo>
                  <a:pt x="842" y="887"/>
                </a:lnTo>
                <a:lnTo>
                  <a:pt x="841" y="887"/>
                </a:lnTo>
                <a:lnTo>
                  <a:pt x="841" y="888"/>
                </a:lnTo>
                <a:lnTo>
                  <a:pt x="842" y="888"/>
                </a:lnTo>
                <a:lnTo>
                  <a:pt x="841" y="888"/>
                </a:lnTo>
                <a:lnTo>
                  <a:pt x="841" y="889"/>
                </a:lnTo>
                <a:lnTo>
                  <a:pt x="840" y="889"/>
                </a:lnTo>
                <a:lnTo>
                  <a:pt x="840" y="888"/>
                </a:lnTo>
                <a:lnTo>
                  <a:pt x="839" y="888"/>
                </a:lnTo>
                <a:lnTo>
                  <a:pt x="838" y="888"/>
                </a:lnTo>
                <a:lnTo>
                  <a:pt x="837" y="888"/>
                </a:lnTo>
                <a:lnTo>
                  <a:pt x="836" y="888"/>
                </a:lnTo>
                <a:lnTo>
                  <a:pt x="836" y="889"/>
                </a:lnTo>
                <a:lnTo>
                  <a:pt x="835" y="889"/>
                </a:lnTo>
                <a:lnTo>
                  <a:pt x="835" y="888"/>
                </a:lnTo>
                <a:lnTo>
                  <a:pt x="835" y="887"/>
                </a:lnTo>
                <a:lnTo>
                  <a:pt x="835" y="886"/>
                </a:lnTo>
                <a:lnTo>
                  <a:pt x="836" y="886"/>
                </a:lnTo>
                <a:lnTo>
                  <a:pt x="835" y="886"/>
                </a:lnTo>
                <a:lnTo>
                  <a:pt x="834" y="886"/>
                </a:lnTo>
                <a:lnTo>
                  <a:pt x="833" y="886"/>
                </a:lnTo>
                <a:lnTo>
                  <a:pt x="832" y="886"/>
                </a:lnTo>
                <a:lnTo>
                  <a:pt x="832" y="887"/>
                </a:lnTo>
                <a:lnTo>
                  <a:pt x="831" y="887"/>
                </a:lnTo>
                <a:lnTo>
                  <a:pt x="831" y="888"/>
                </a:lnTo>
                <a:lnTo>
                  <a:pt x="830" y="888"/>
                </a:lnTo>
                <a:lnTo>
                  <a:pt x="830" y="887"/>
                </a:lnTo>
                <a:lnTo>
                  <a:pt x="829" y="887"/>
                </a:lnTo>
                <a:lnTo>
                  <a:pt x="828" y="887"/>
                </a:lnTo>
                <a:lnTo>
                  <a:pt x="828" y="886"/>
                </a:lnTo>
                <a:lnTo>
                  <a:pt x="829" y="886"/>
                </a:lnTo>
                <a:lnTo>
                  <a:pt x="829" y="885"/>
                </a:lnTo>
                <a:lnTo>
                  <a:pt x="828" y="885"/>
                </a:lnTo>
                <a:lnTo>
                  <a:pt x="828" y="884"/>
                </a:lnTo>
                <a:lnTo>
                  <a:pt x="828" y="883"/>
                </a:lnTo>
                <a:lnTo>
                  <a:pt x="827" y="883"/>
                </a:lnTo>
                <a:lnTo>
                  <a:pt x="826" y="883"/>
                </a:lnTo>
                <a:lnTo>
                  <a:pt x="826" y="882"/>
                </a:lnTo>
                <a:lnTo>
                  <a:pt x="825" y="882"/>
                </a:lnTo>
                <a:lnTo>
                  <a:pt x="825" y="883"/>
                </a:lnTo>
                <a:lnTo>
                  <a:pt x="825" y="884"/>
                </a:lnTo>
                <a:lnTo>
                  <a:pt x="824" y="884"/>
                </a:lnTo>
                <a:lnTo>
                  <a:pt x="824" y="885"/>
                </a:lnTo>
                <a:lnTo>
                  <a:pt x="823" y="885"/>
                </a:lnTo>
                <a:lnTo>
                  <a:pt x="822" y="885"/>
                </a:lnTo>
                <a:lnTo>
                  <a:pt x="821" y="885"/>
                </a:lnTo>
                <a:lnTo>
                  <a:pt x="821" y="884"/>
                </a:lnTo>
                <a:lnTo>
                  <a:pt x="821" y="885"/>
                </a:lnTo>
                <a:lnTo>
                  <a:pt x="820" y="885"/>
                </a:lnTo>
                <a:lnTo>
                  <a:pt x="819" y="885"/>
                </a:lnTo>
                <a:lnTo>
                  <a:pt x="818" y="885"/>
                </a:lnTo>
                <a:lnTo>
                  <a:pt x="818" y="886"/>
                </a:lnTo>
                <a:lnTo>
                  <a:pt x="817" y="886"/>
                </a:lnTo>
                <a:lnTo>
                  <a:pt x="817" y="887"/>
                </a:lnTo>
                <a:lnTo>
                  <a:pt x="816" y="887"/>
                </a:lnTo>
                <a:lnTo>
                  <a:pt x="815" y="887"/>
                </a:lnTo>
                <a:lnTo>
                  <a:pt x="814" y="886"/>
                </a:lnTo>
                <a:lnTo>
                  <a:pt x="813" y="886"/>
                </a:lnTo>
                <a:lnTo>
                  <a:pt x="812" y="886"/>
                </a:lnTo>
                <a:lnTo>
                  <a:pt x="812" y="885"/>
                </a:lnTo>
                <a:lnTo>
                  <a:pt x="813" y="885"/>
                </a:lnTo>
                <a:lnTo>
                  <a:pt x="814" y="885"/>
                </a:lnTo>
                <a:lnTo>
                  <a:pt x="814" y="884"/>
                </a:lnTo>
                <a:lnTo>
                  <a:pt x="814" y="883"/>
                </a:lnTo>
                <a:lnTo>
                  <a:pt x="813" y="883"/>
                </a:lnTo>
                <a:lnTo>
                  <a:pt x="812" y="883"/>
                </a:lnTo>
                <a:lnTo>
                  <a:pt x="812" y="884"/>
                </a:lnTo>
                <a:lnTo>
                  <a:pt x="811" y="884"/>
                </a:lnTo>
                <a:lnTo>
                  <a:pt x="810" y="884"/>
                </a:lnTo>
                <a:lnTo>
                  <a:pt x="810" y="885"/>
                </a:lnTo>
                <a:lnTo>
                  <a:pt x="809" y="885"/>
                </a:lnTo>
                <a:lnTo>
                  <a:pt x="808" y="885"/>
                </a:lnTo>
                <a:lnTo>
                  <a:pt x="808" y="886"/>
                </a:lnTo>
                <a:lnTo>
                  <a:pt x="807" y="886"/>
                </a:lnTo>
                <a:lnTo>
                  <a:pt x="806" y="886"/>
                </a:lnTo>
                <a:lnTo>
                  <a:pt x="805" y="886"/>
                </a:lnTo>
                <a:lnTo>
                  <a:pt x="805" y="887"/>
                </a:lnTo>
                <a:lnTo>
                  <a:pt x="805" y="886"/>
                </a:lnTo>
                <a:lnTo>
                  <a:pt x="804" y="886"/>
                </a:lnTo>
                <a:lnTo>
                  <a:pt x="804" y="887"/>
                </a:lnTo>
                <a:lnTo>
                  <a:pt x="804" y="886"/>
                </a:lnTo>
                <a:lnTo>
                  <a:pt x="803" y="886"/>
                </a:lnTo>
                <a:lnTo>
                  <a:pt x="803" y="885"/>
                </a:lnTo>
                <a:lnTo>
                  <a:pt x="802" y="885"/>
                </a:lnTo>
                <a:lnTo>
                  <a:pt x="801" y="885"/>
                </a:lnTo>
                <a:lnTo>
                  <a:pt x="800" y="885"/>
                </a:lnTo>
                <a:lnTo>
                  <a:pt x="800" y="884"/>
                </a:lnTo>
                <a:lnTo>
                  <a:pt x="799" y="884"/>
                </a:lnTo>
                <a:lnTo>
                  <a:pt x="798" y="884"/>
                </a:lnTo>
                <a:lnTo>
                  <a:pt x="798" y="885"/>
                </a:lnTo>
                <a:lnTo>
                  <a:pt x="797" y="885"/>
                </a:lnTo>
                <a:lnTo>
                  <a:pt x="797" y="886"/>
                </a:lnTo>
                <a:lnTo>
                  <a:pt x="796" y="886"/>
                </a:lnTo>
                <a:lnTo>
                  <a:pt x="796" y="887"/>
                </a:lnTo>
                <a:lnTo>
                  <a:pt x="795" y="887"/>
                </a:lnTo>
                <a:lnTo>
                  <a:pt x="794" y="887"/>
                </a:lnTo>
                <a:lnTo>
                  <a:pt x="793" y="887"/>
                </a:lnTo>
                <a:lnTo>
                  <a:pt x="792" y="887"/>
                </a:lnTo>
                <a:lnTo>
                  <a:pt x="791" y="887"/>
                </a:lnTo>
                <a:lnTo>
                  <a:pt x="790" y="887"/>
                </a:lnTo>
                <a:lnTo>
                  <a:pt x="789" y="887"/>
                </a:lnTo>
                <a:lnTo>
                  <a:pt x="789" y="886"/>
                </a:lnTo>
                <a:lnTo>
                  <a:pt x="788" y="886"/>
                </a:lnTo>
                <a:lnTo>
                  <a:pt x="788" y="885"/>
                </a:lnTo>
                <a:lnTo>
                  <a:pt x="788" y="886"/>
                </a:lnTo>
                <a:lnTo>
                  <a:pt x="788" y="885"/>
                </a:lnTo>
                <a:lnTo>
                  <a:pt x="787" y="885"/>
                </a:lnTo>
                <a:lnTo>
                  <a:pt x="787" y="886"/>
                </a:lnTo>
                <a:lnTo>
                  <a:pt x="786" y="886"/>
                </a:lnTo>
                <a:lnTo>
                  <a:pt x="786" y="885"/>
                </a:lnTo>
                <a:lnTo>
                  <a:pt x="785" y="885"/>
                </a:lnTo>
                <a:lnTo>
                  <a:pt x="785" y="884"/>
                </a:lnTo>
                <a:lnTo>
                  <a:pt x="785" y="883"/>
                </a:lnTo>
                <a:lnTo>
                  <a:pt x="785" y="882"/>
                </a:lnTo>
                <a:lnTo>
                  <a:pt x="785" y="881"/>
                </a:lnTo>
                <a:lnTo>
                  <a:pt x="784" y="881"/>
                </a:lnTo>
                <a:lnTo>
                  <a:pt x="783" y="881"/>
                </a:lnTo>
                <a:lnTo>
                  <a:pt x="783" y="880"/>
                </a:lnTo>
                <a:lnTo>
                  <a:pt x="783" y="879"/>
                </a:lnTo>
                <a:lnTo>
                  <a:pt x="782" y="879"/>
                </a:lnTo>
                <a:lnTo>
                  <a:pt x="782" y="878"/>
                </a:lnTo>
                <a:lnTo>
                  <a:pt x="782" y="877"/>
                </a:lnTo>
                <a:lnTo>
                  <a:pt x="781" y="877"/>
                </a:lnTo>
                <a:lnTo>
                  <a:pt x="781" y="876"/>
                </a:lnTo>
                <a:lnTo>
                  <a:pt x="780" y="876"/>
                </a:lnTo>
                <a:lnTo>
                  <a:pt x="780" y="875"/>
                </a:lnTo>
                <a:lnTo>
                  <a:pt x="779" y="875"/>
                </a:lnTo>
                <a:lnTo>
                  <a:pt x="779" y="874"/>
                </a:lnTo>
                <a:lnTo>
                  <a:pt x="778" y="874"/>
                </a:lnTo>
                <a:lnTo>
                  <a:pt x="777" y="874"/>
                </a:lnTo>
                <a:lnTo>
                  <a:pt x="777" y="873"/>
                </a:lnTo>
                <a:lnTo>
                  <a:pt x="776" y="873"/>
                </a:lnTo>
                <a:lnTo>
                  <a:pt x="776" y="874"/>
                </a:lnTo>
                <a:lnTo>
                  <a:pt x="775" y="874"/>
                </a:lnTo>
                <a:lnTo>
                  <a:pt x="775" y="873"/>
                </a:lnTo>
                <a:lnTo>
                  <a:pt x="775" y="874"/>
                </a:lnTo>
                <a:lnTo>
                  <a:pt x="775" y="873"/>
                </a:lnTo>
                <a:lnTo>
                  <a:pt x="774" y="874"/>
                </a:lnTo>
                <a:lnTo>
                  <a:pt x="773" y="874"/>
                </a:lnTo>
                <a:lnTo>
                  <a:pt x="773" y="873"/>
                </a:lnTo>
                <a:lnTo>
                  <a:pt x="772" y="873"/>
                </a:lnTo>
                <a:lnTo>
                  <a:pt x="771" y="873"/>
                </a:lnTo>
                <a:lnTo>
                  <a:pt x="770" y="873"/>
                </a:lnTo>
                <a:lnTo>
                  <a:pt x="769" y="873"/>
                </a:lnTo>
                <a:lnTo>
                  <a:pt x="769" y="871"/>
                </a:lnTo>
                <a:lnTo>
                  <a:pt x="769" y="870"/>
                </a:lnTo>
                <a:lnTo>
                  <a:pt x="768" y="870"/>
                </a:lnTo>
                <a:lnTo>
                  <a:pt x="767" y="870"/>
                </a:lnTo>
                <a:lnTo>
                  <a:pt x="766" y="870"/>
                </a:lnTo>
                <a:lnTo>
                  <a:pt x="766" y="869"/>
                </a:lnTo>
                <a:lnTo>
                  <a:pt x="765" y="869"/>
                </a:lnTo>
                <a:lnTo>
                  <a:pt x="765" y="868"/>
                </a:lnTo>
                <a:lnTo>
                  <a:pt x="764" y="868"/>
                </a:lnTo>
                <a:lnTo>
                  <a:pt x="764" y="867"/>
                </a:lnTo>
                <a:lnTo>
                  <a:pt x="764" y="866"/>
                </a:lnTo>
                <a:lnTo>
                  <a:pt x="763" y="866"/>
                </a:lnTo>
                <a:lnTo>
                  <a:pt x="762" y="866"/>
                </a:lnTo>
                <a:lnTo>
                  <a:pt x="762" y="867"/>
                </a:lnTo>
                <a:lnTo>
                  <a:pt x="761" y="867"/>
                </a:lnTo>
                <a:lnTo>
                  <a:pt x="760" y="867"/>
                </a:lnTo>
                <a:lnTo>
                  <a:pt x="759" y="867"/>
                </a:lnTo>
                <a:lnTo>
                  <a:pt x="758" y="867"/>
                </a:lnTo>
                <a:lnTo>
                  <a:pt x="758" y="866"/>
                </a:lnTo>
                <a:lnTo>
                  <a:pt x="757" y="866"/>
                </a:lnTo>
                <a:lnTo>
                  <a:pt x="757" y="867"/>
                </a:lnTo>
                <a:lnTo>
                  <a:pt x="756" y="867"/>
                </a:lnTo>
                <a:lnTo>
                  <a:pt x="756" y="866"/>
                </a:lnTo>
                <a:lnTo>
                  <a:pt x="755" y="866"/>
                </a:lnTo>
                <a:lnTo>
                  <a:pt x="755" y="865"/>
                </a:lnTo>
                <a:lnTo>
                  <a:pt x="754" y="865"/>
                </a:lnTo>
                <a:lnTo>
                  <a:pt x="753" y="865"/>
                </a:lnTo>
                <a:lnTo>
                  <a:pt x="753" y="864"/>
                </a:lnTo>
                <a:lnTo>
                  <a:pt x="753" y="863"/>
                </a:lnTo>
                <a:lnTo>
                  <a:pt x="753" y="862"/>
                </a:lnTo>
                <a:lnTo>
                  <a:pt x="754" y="862"/>
                </a:lnTo>
                <a:lnTo>
                  <a:pt x="754" y="861"/>
                </a:lnTo>
                <a:lnTo>
                  <a:pt x="753" y="861"/>
                </a:lnTo>
                <a:lnTo>
                  <a:pt x="753" y="860"/>
                </a:lnTo>
                <a:lnTo>
                  <a:pt x="752" y="860"/>
                </a:lnTo>
                <a:lnTo>
                  <a:pt x="753" y="860"/>
                </a:lnTo>
                <a:lnTo>
                  <a:pt x="753" y="859"/>
                </a:lnTo>
                <a:lnTo>
                  <a:pt x="752" y="859"/>
                </a:lnTo>
                <a:lnTo>
                  <a:pt x="752" y="858"/>
                </a:lnTo>
                <a:lnTo>
                  <a:pt x="751" y="858"/>
                </a:lnTo>
                <a:lnTo>
                  <a:pt x="750" y="858"/>
                </a:lnTo>
                <a:lnTo>
                  <a:pt x="749" y="858"/>
                </a:lnTo>
                <a:lnTo>
                  <a:pt x="748" y="858"/>
                </a:lnTo>
                <a:lnTo>
                  <a:pt x="747" y="858"/>
                </a:lnTo>
                <a:lnTo>
                  <a:pt x="746" y="858"/>
                </a:lnTo>
                <a:lnTo>
                  <a:pt x="746" y="859"/>
                </a:lnTo>
                <a:lnTo>
                  <a:pt x="745" y="859"/>
                </a:lnTo>
                <a:lnTo>
                  <a:pt x="745" y="860"/>
                </a:lnTo>
                <a:lnTo>
                  <a:pt x="744" y="860"/>
                </a:lnTo>
                <a:lnTo>
                  <a:pt x="744" y="861"/>
                </a:lnTo>
                <a:lnTo>
                  <a:pt x="743" y="861"/>
                </a:lnTo>
                <a:lnTo>
                  <a:pt x="743" y="862"/>
                </a:lnTo>
                <a:lnTo>
                  <a:pt x="742" y="862"/>
                </a:lnTo>
                <a:lnTo>
                  <a:pt x="742" y="861"/>
                </a:lnTo>
                <a:lnTo>
                  <a:pt x="741" y="861"/>
                </a:lnTo>
                <a:lnTo>
                  <a:pt x="740" y="861"/>
                </a:lnTo>
                <a:lnTo>
                  <a:pt x="740" y="860"/>
                </a:lnTo>
                <a:lnTo>
                  <a:pt x="739" y="860"/>
                </a:lnTo>
                <a:lnTo>
                  <a:pt x="740" y="860"/>
                </a:lnTo>
                <a:lnTo>
                  <a:pt x="740" y="859"/>
                </a:lnTo>
                <a:lnTo>
                  <a:pt x="739" y="859"/>
                </a:lnTo>
                <a:lnTo>
                  <a:pt x="739" y="858"/>
                </a:lnTo>
                <a:lnTo>
                  <a:pt x="738" y="858"/>
                </a:lnTo>
                <a:lnTo>
                  <a:pt x="737" y="858"/>
                </a:lnTo>
                <a:lnTo>
                  <a:pt x="737" y="857"/>
                </a:lnTo>
                <a:lnTo>
                  <a:pt x="737" y="858"/>
                </a:lnTo>
                <a:lnTo>
                  <a:pt x="737" y="857"/>
                </a:lnTo>
                <a:lnTo>
                  <a:pt x="736" y="857"/>
                </a:lnTo>
                <a:lnTo>
                  <a:pt x="736" y="858"/>
                </a:lnTo>
                <a:lnTo>
                  <a:pt x="736" y="859"/>
                </a:lnTo>
                <a:lnTo>
                  <a:pt x="736" y="860"/>
                </a:lnTo>
                <a:lnTo>
                  <a:pt x="735" y="860"/>
                </a:lnTo>
                <a:lnTo>
                  <a:pt x="735" y="861"/>
                </a:lnTo>
                <a:lnTo>
                  <a:pt x="736" y="861"/>
                </a:lnTo>
                <a:lnTo>
                  <a:pt x="736" y="862"/>
                </a:lnTo>
                <a:lnTo>
                  <a:pt x="735" y="862"/>
                </a:lnTo>
                <a:lnTo>
                  <a:pt x="735" y="863"/>
                </a:lnTo>
                <a:lnTo>
                  <a:pt x="735" y="864"/>
                </a:lnTo>
                <a:lnTo>
                  <a:pt x="733" y="864"/>
                </a:lnTo>
                <a:lnTo>
                  <a:pt x="733" y="865"/>
                </a:lnTo>
                <a:lnTo>
                  <a:pt x="733" y="866"/>
                </a:lnTo>
                <a:lnTo>
                  <a:pt x="732" y="866"/>
                </a:lnTo>
                <a:lnTo>
                  <a:pt x="732" y="867"/>
                </a:lnTo>
                <a:lnTo>
                  <a:pt x="732" y="868"/>
                </a:lnTo>
                <a:lnTo>
                  <a:pt x="732" y="869"/>
                </a:lnTo>
                <a:lnTo>
                  <a:pt x="732" y="870"/>
                </a:lnTo>
                <a:lnTo>
                  <a:pt x="731" y="870"/>
                </a:lnTo>
                <a:lnTo>
                  <a:pt x="731" y="871"/>
                </a:lnTo>
                <a:lnTo>
                  <a:pt x="732" y="871"/>
                </a:lnTo>
                <a:lnTo>
                  <a:pt x="732" y="872"/>
                </a:lnTo>
                <a:lnTo>
                  <a:pt x="731" y="872"/>
                </a:lnTo>
                <a:lnTo>
                  <a:pt x="731" y="873"/>
                </a:lnTo>
                <a:lnTo>
                  <a:pt x="732" y="873"/>
                </a:lnTo>
                <a:lnTo>
                  <a:pt x="731" y="873"/>
                </a:lnTo>
                <a:lnTo>
                  <a:pt x="730" y="873"/>
                </a:lnTo>
                <a:lnTo>
                  <a:pt x="730" y="874"/>
                </a:lnTo>
                <a:lnTo>
                  <a:pt x="729" y="874"/>
                </a:lnTo>
                <a:lnTo>
                  <a:pt x="728" y="874"/>
                </a:lnTo>
                <a:lnTo>
                  <a:pt x="727" y="874"/>
                </a:lnTo>
                <a:lnTo>
                  <a:pt x="727" y="875"/>
                </a:lnTo>
                <a:lnTo>
                  <a:pt x="728" y="875"/>
                </a:lnTo>
                <a:lnTo>
                  <a:pt x="728" y="876"/>
                </a:lnTo>
                <a:lnTo>
                  <a:pt x="727" y="876"/>
                </a:lnTo>
                <a:lnTo>
                  <a:pt x="727" y="877"/>
                </a:lnTo>
                <a:lnTo>
                  <a:pt x="726" y="877"/>
                </a:lnTo>
                <a:lnTo>
                  <a:pt x="726" y="878"/>
                </a:lnTo>
                <a:lnTo>
                  <a:pt x="725" y="878"/>
                </a:lnTo>
                <a:lnTo>
                  <a:pt x="724" y="878"/>
                </a:lnTo>
                <a:lnTo>
                  <a:pt x="723" y="878"/>
                </a:lnTo>
                <a:lnTo>
                  <a:pt x="722" y="878"/>
                </a:lnTo>
                <a:lnTo>
                  <a:pt x="721" y="877"/>
                </a:lnTo>
                <a:lnTo>
                  <a:pt x="721" y="876"/>
                </a:lnTo>
                <a:lnTo>
                  <a:pt x="720" y="876"/>
                </a:lnTo>
                <a:lnTo>
                  <a:pt x="720" y="875"/>
                </a:lnTo>
                <a:lnTo>
                  <a:pt x="719" y="875"/>
                </a:lnTo>
                <a:lnTo>
                  <a:pt x="718" y="875"/>
                </a:lnTo>
                <a:lnTo>
                  <a:pt x="717" y="875"/>
                </a:lnTo>
                <a:lnTo>
                  <a:pt x="716" y="875"/>
                </a:lnTo>
                <a:lnTo>
                  <a:pt x="716" y="874"/>
                </a:lnTo>
                <a:lnTo>
                  <a:pt x="715" y="874"/>
                </a:lnTo>
                <a:lnTo>
                  <a:pt x="716" y="874"/>
                </a:lnTo>
                <a:lnTo>
                  <a:pt x="715" y="873"/>
                </a:lnTo>
                <a:lnTo>
                  <a:pt x="715" y="872"/>
                </a:lnTo>
                <a:lnTo>
                  <a:pt x="715" y="873"/>
                </a:lnTo>
                <a:lnTo>
                  <a:pt x="714" y="873"/>
                </a:lnTo>
                <a:lnTo>
                  <a:pt x="714" y="874"/>
                </a:lnTo>
                <a:lnTo>
                  <a:pt x="713" y="874"/>
                </a:lnTo>
                <a:lnTo>
                  <a:pt x="713" y="873"/>
                </a:lnTo>
                <a:lnTo>
                  <a:pt x="712" y="873"/>
                </a:lnTo>
                <a:lnTo>
                  <a:pt x="712" y="872"/>
                </a:lnTo>
                <a:lnTo>
                  <a:pt x="712" y="871"/>
                </a:lnTo>
                <a:lnTo>
                  <a:pt x="711" y="871"/>
                </a:lnTo>
                <a:lnTo>
                  <a:pt x="710" y="871"/>
                </a:lnTo>
                <a:lnTo>
                  <a:pt x="709" y="871"/>
                </a:lnTo>
                <a:lnTo>
                  <a:pt x="708" y="871"/>
                </a:lnTo>
                <a:lnTo>
                  <a:pt x="707" y="871"/>
                </a:lnTo>
                <a:lnTo>
                  <a:pt x="706" y="871"/>
                </a:lnTo>
                <a:lnTo>
                  <a:pt x="706" y="870"/>
                </a:lnTo>
                <a:lnTo>
                  <a:pt x="705" y="870"/>
                </a:lnTo>
                <a:lnTo>
                  <a:pt x="705" y="868"/>
                </a:lnTo>
                <a:lnTo>
                  <a:pt x="705" y="866"/>
                </a:lnTo>
                <a:lnTo>
                  <a:pt x="705" y="865"/>
                </a:lnTo>
                <a:lnTo>
                  <a:pt x="705" y="864"/>
                </a:lnTo>
                <a:lnTo>
                  <a:pt x="704" y="864"/>
                </a:lnTo>
                <a:lnTo>
                  <a:pt x="705" y="864"/>
                </a:lnTo>
                <a:lnTo>
                  <a:pt x="705" y="863"/>
                </a:lnTo>
                <a:lnTo>
                  <a:pt x="704" y="863"/>
                </a:lnTo>
                <a:lnTo>
                  <a:pt x="704" y="862"/>
                </a:lnTo>
                <a:lnTo>
                  <a:pt x="704" y="861"/>
                </a:lnTo>
                <a:lnTo>
                  <a:pt x="704" y="860"/>
                </a:lnTo>
                <a:lnTo>
                  <a:pt x="704" y="859"/>
                </a:lnTo>
                <a:lnTo>
                  <a:pt x="705" y="859"/>
                </a:lnTo>
                <a:lnTo>
                  <a:pt x="705" y="858"/>
                </a:lnTo>
                <a:lnTo>
                  <a:pt x="705" y="857"/>
                </a:lnTo>
                <a:lnTo>
                  <a:pt x="704" y="857"/>
                </a:lnTo>
                <a:lnTo>
                  <a:pt x="704" y="856"/>
                </a:lnTo>
                <a:lnTo>
                  <a:pt x="704" y="855"/>
                </a:lnTo>
                <a:lnTo>
                  <a:pt x="703" y="855"/>
                </a:lnTo>
                <a:lnTo>
                  <a:pt x="703" y="854"/>
                </a:lnTo>
                <a:lnTo>
                  <a:pt x="703" y="853"/>
                </a:lnTo>
                <a:lnTo>
                  <a:pt x="703" y="852"/>
                </a:lnTo>
                <a:lnTo>
                  <a:pt x="702" y="852"/>
                </a:lnTo>
                <a:lnTo>
                  <a:pt x="702" y="851"/>
                </a:lnTo>
                <a:lnTo>
                  <a:pt x="701" y="851"/>
                </a:lnTo>
                <a:lnTo>
                  <a:pt x="701" y="852"/>
                </a:lnTo>
                <a:lnTo>
                  <a:pt x="701" y="853"/>
                </a:lnTo>
                <a:lnTo>
                  <a:pt x="701" y="854"/>
                </a:lnTo>
                <a:lnTo>
                  <a:pt x="700" y="854"/>
                </a:lnTo>
                <a:lnTo>
                  <a:pt x="700" y="855"/>
                </a:lnTo>
                <a:lnTo>
                  <a:pt x="699" y="855"/>
                </a:lnTo>
                <a:lnTo>
                  <a:pt x="699" y="856"/>
                </a:lnTo>
                <a:lnTo>
                  <a:pt x="699" y="855"/>
                </a:lnTo>
                <a:lnTo>
                  <a:pt x="699" y="856"/>
                </a:lnTo>
                <a:lnTo>
                  <a:pt x="698" y="856"/>
                </a:lnTo>
                <a:lnTo>
                  <a:pt x="698" y="857"/>
                </a:lnTo>
                <a:lnTo>
                  <a:pt x="697" y="857"/>
                </a:lnTo>
                <a:lnTo>
                  <a:pt x="697" y="858"/>
                </a:lnTo>
                <a:lnTo>
                  <a:pt x="697" y="859"/>
                </a:lnTo>
                <a:lnTo>
                  <a:pt x="696" y="859"/>
                </a:lnTo>
                <a:lnTo>
                  <a:pt x="695" y="859"/>
                </a:lnTo>
                <a:lnTo>
                  <a:pt x="694" y="859"/>
                </a:lnTo>
                <a:lnTo>
                  <a:pt x="693" y="859"/>
                </a:lnTo>
                <a:lnTo>
                  <a:pt x="693" y="860"/>
                </a:lnTo>
                <a:lnTo>
                  <a:pt x="693" y="861"/>
                </a:lnTo>
                <a:lnTo>
                  <a:pt x="693" y="862"/>
                </a:lnTo>
                <a:lnTo>
                  <a:pt x="694" y="862"/>
                </a:lnTo>
                <a:lnTo>
                  <a:pt x="694" y="863"/>
                </a:lnTo>
                <a:lnTo>
                  <a:pt x="693" y="863"/>
                </a:lnTo>
                <a:lnTo>
                  <a:pt x="693" y="864"/>
                </a:lnTo>
                <a:lnTo>
                  <a:pt x="693" y="865"/>
                </a:lnTo>
                <a:lnTo>
                  <a:pt x="693" y="866"/>
                </a:lnTo>
                <a:lnTo>
                  <a:pt x="692" y="866"/>
                </a:lnTo>
                <a:lnTo>
                  <a:pt x="692" y="867"/>
                </a:lnTo>
                <a:lnTo>
                  <a:pt x="693" y="867"/>
                </a:lnTo>
                <a:lnTo>
                  <a:pt x="693" y="868"/>
                </a:lnTo>
                <a:lnTo>
                  <a:pt x="693" y="869"/>
                </a:lnTo>
                <a:lnTo>
                  <a:pt x="694" y="869"/>
                </a:lnTo>
                <a:lnTo>
                  <a:pt x="694" y="870"/>
                </a:lnTo>
                <a:lnTo>
                  <a:pt x="695" y="870"/>
                </a:lnTo>
                <a:lnTo>
                  <a:pt x="695" y="871"/>
                </a:lnTo>
                <a:lnTo>
                  <a:pt x="695" y="872"/>
                </a:lnTo>
                <a:lnTo>
                  <a:pt x="695" y="873"/>
                </a:lnTo>
                <a:lnTo>
                  <a:pt x="695" y="874"/>
                </a:lnTo>
                <a:lnTo>
                  <a:pt x="696" y="874"/>
                </a:lnTo>
                <a:lnTo>
                  <a:pt x="696" y="875"/>
                </a:lnTo>
                <a:lnTo>
                  <a:pt x="697" y="875"/>
                </a:lnTo>
                <a:lnTo>
                  <a:pt x="697" y="876"/>
                </a:lnTo>
                <a:lnTo>
                  <a:pt x="696" y="876"/>
                </a:lnTo>
                <a:lnTo>
                  <a:pt x="695" y="876"/>
                </a:lnTo>
                <a:lnTo>
                  <a:pt x="695" y="877"/>
                </a:lnTo>
                <a:lnTo>
                  <a:pt x="695" y="876"/>
                </a:lnTo>
                <a:lnTo>
                  <a:pt x="695" y="877"/>
                </a:lnTo>
                <a:lnTo>
                  <a:pt x="694" y="877"/>
                </a:lnTo>
                <a:lnTo>
                  <a:pt x="693" y="877"/>
                </a:lnTo>
                <a:lnTo>
                  <a:pt x="693" y="878"/>
                </a:lnTo>
                <a:lnTo>
                  <a:pt x="692" y="878"/>
                </a:lnTo>
                <a:lnTo>
                  <a:pt x="691" y="878"/>
                </a:lnTo>
                <a:lnTo>
                  <a:pt x="691" y="879"/>
                </a:lnTo>
                <a:lnTo>
                  <a:pt x="690" y="879"/>
                </a:lnTo>
                <a:lnTo>
                  <a:pt x="690" y="878"/>
                </a:lnTo>
                <a:lnTo>
                  <a:pt x="689" y="878"/>
                </a:lnTo>
                <a:lnTo>
                  <a:pt x="689" y="879"/>
                </a:lnTo>
                <a:lnTo>
                  <a:pt x="688" y="879"/>
                </a:lnTo>
                <a:lnTo>
                  <a:pt x="688" y="878"/>
                </a:lnTo>
                <a:lnTo>
                  <a:pt x="687" y="878"/>
                </a:lnTo>
                <a:lnTo>
                  <a:pt x="686" y="878"/>
                </a:lnTo>
                <a:lnTo>
                  <a:pt x="685" y="878"/>
                </a:lnTo>
                <a:lnTo>
                  <a:pt x="685" y="877"/>
                </a:lnTo>
                <a:lnTo>
                  <a:pt x="684" y="877"/>
                </a:lnTo>
                <a:lnTo>
                  <a:pt x="683" y="877"/>
                </a:lnTo>
                <a:lnTo>
                  <a:pt x="683" y="876"/>
                </a:lnTo>
                <a:lnTo>
                  <a:pt x="682" y="876"/>
                </a:lnTo>
                <a:lnTo>
                  <a:pt x="682" y="875"/>
                </a:lnTo>
                <a:lnTo>
                  <a:pt x="681" y="875"/>
                </a:lnTo>
                <a:lnTo>
                  <a:pt x="681" y="874"/>
                </a:lnTo>
                <a:lnTo>
                  <a:pt x="681" y="873"/>
                </a:lnTo>
                <a:lnTo>
                  <a:pt x="681" y="872"/>
                </a:lnTo>
                <a:lnTo>
                  <a:pt x="682" y="872"/>
                </a:lnTo>
                <a:lnTo>
                  <a:pt x="682" y="871"/>
                </a:lnTo>
                <a:lnTo>
                  <a:pt x="683" y="871"/>
                </a:lnTo>
                <a:lnTo>
                  <a:pt x="683" y="870"/>
                </a:lnTo>
                <a:lnTo>
                  <a:pt x="683" y="869"/>
                </a:lnTo>
                <a:lnTo>
                  <a:pt x="682" y="869"/>
                </a:lnTo>
                <a:lnTo>
                  <a:pt x="682" y="868"/>
                </a:lnTo>
                <a:lnTo>
                  <a:pt x="681" y="868"/>
                </a:lnTo>
                <a:lnTo>
                  <a:pt x="681" y="867"/>
                </a:lnTo>
                <a:lnTo>
                  <a:pt x="680" y="867"/>
                </a:lnTo>
                <a:lnTo>
                  <a:pt x="680" y="866"/>
                </a:lnTo>
                <a:lnTo>
                  <a:pt x="679" y="866"/>
                </a:lnTo>
                <a:lnTo>
                  <a:pt x="678" y="865"/>
                </a:lnTo>
                <a:lnTo>
                  <a:pt x="678" y="864"/>
                </a:lnTo>
                <a:lnTo>
                  <a:pt x="677" y="864"/>
                </a:lnTo>
                <a:lnTo>
                  <a:pt x="677" y="863"/>
                </a:lnTo>
                <a:lnTo>
                  <a:pt x="676" y="863"/>
                </a:lnTo>
                <a:lnTo>
                  <a:pt x="676" y="862"/>
                </a:lnTo>
                <a:lnTo>
                  <a:pt x="676" y="861"/>
                </a:lnTo>
                <a:lnTo>
                  <a:pt x="676" y="860"/>
                </a:lnTo>
                <a:lnTo>
                  <a:pt x="676" y="859"/>
                </a:lnTo>
                <a:lnTo>
                  <a:pt x="676" y="858"/>
                </a:lnTo>
                <a:lnTo>
                  <a:pt x="676" y="857"/>
                </a:lnTo>
                <a:lnTo>
                  <a:pt x="675" y="857"/>
                </a:lnTo>
                <a:lnTo>
                  <a:pt x="674" y="857"/>
                </a:lnTo>
                <a:lnTo>
                  <a:pt x="674" y="856"/>
                </a:lnTo>
                <a:lnTo>
                  <a:pt x="673" y="856"/>
                </a:lnTo>
                <a:lnTo>
                  <a:pt x="673" y="855"/>
                </a:lnTo>
                <a:lnTo>
                  <a:pt x="673" y="854"/>
                </a:lnTo>
                <a:lnTo>
                  <a:pt x="674" y="854"/>
                </a:lnTo>
                <a:lnTo>
                  <a:pt x="673" y="854"/>
                </a:lnTo>
                <a:lnTo>
                  <a:pt x="673" y="853"/>
                </a:lnTo>
                <a:lnTo>
                  <a:pt x="672" y="853"/>
                </a:lnTo>
                <a:lnTo>
                  <a:pt x="673" y="853"/>
                </a:lnTo>
                <a:lnTo>
                  <a:pt x="673" y="852"/>
                </a:lnTo>
                <a:lnTo>
                  <a:pt x="672" y="852"/>
                </a:lnTo>
                <a:lnTo>
                  <a:pt x="672" y="851"/>
                </a:lnTo>
                <a:lnTo>
                  <a:pt x="672" y="850"/>
                </a:lnTo>
                <a:lnTo>
                  <a:pt x="671" y="850"/>
                </a:lnTo>
                <a:lnTo>
                  <a:pt x="670" y="850"/>
                </a:lnTo>
                <a:lnTo>
                  <a:pt x="669" y="850"/>
                </a:lnTo>
                <a:lnTo>
                  <a:pt x="669" y="849"/>
                </a:lnTo>
                <a:lnTo>
                  <a:pt x="669" y="848"/>
                </a:lnTo>
                <a:lnTo>
                  <a:pt x="668" y="848"/>
                </a:lnTo>
                <a:lnTo>
                  <a:pt x="668" y="849"/>
                </a:lnTo>
                <a:lnTo>
                  <a:pt x="667" y="849"/>
                </a:lnTo>
                <a:lnTo>
                  <a:pt x="667" y="848"/>
                </a:lnTo>
                <a:lnTo>
                  <a:pt x="666" y="848"/>
                </a:lnTo>
                <a:lnTo>
                  <a:pt x="665" y="848"/>
                </a:lnTo>
                <a:lnTo>
                  <a:pt x="665" y="847"/>
                </a:lnTo>
                <a:lnTo>
                  <a:pt x="665" y="846"/>
                </a:lnTo>
                <a:lnTo>
                  <a:pt x="664" y="846"/>
                </a:lnTo>
                <a:lnTo>
                  <a:pt x="663" y="846"/>
                </a:lnTo>
                <a:lnTo>
                  <a:pt x="663" y="845"/>
                </a:lnTo>
                <a:lnTo>
                  <a:pt x="662" y="845"/>
                </a:lnTo>
                <a:lnTo>
                  <a:pt x="662" y="844"/>
                </a:lnTo>
                <a:lnTo>
                  <a:pt x="662" y="843"/>
                </a:lnTo>
                <a:lnTo>
                  <a:pt x="662" y="841"/>
                </a:lnTo>
                <a:lnTo>
                  <a:pt x="662" y="840"/>
                </a:lnTo>
                <a:lnTo>
                  <a:pt x="661" y="840"/>
                </a:lnTo>
                <a:lnTo>
                  <a:pt x="661" y="839"/>
                </a:lnTo>
                <a:lnTo>
                  <a:pt x="661" y="838"/>
                </a:lnTo>
                <a:lnTo>
                  <a:pt x="661" y="837"/>
                </a:lnTo>
                <a:lnTo>
                  <a:pt x="662" y="837"/>
                </a:lnTo>
                <a:lnTo>
                  <a:pt x="661" y="837"/>
                </a:lnTo>
                <a:lnTo>
                  <a:pt x="661" y="836"/>
                </a:lnTo>
                <a:lnTo>
                  <a:pt x="662" y="836"/>
                </a:lnTo>
                <a:lnTo>
                  <a:pt x="661" y="836"/>
                </a:lnTo>
                <a:lnTo>
                  <a:pt x="661" y="835"/>
                </a:lnTo>
                <a:lnTo>
                  <a:pt x="661" y="834"/>
                </a:lnTo>
                <a:lnTo>
                  <a:pt x="661" y="833"/>
                </a:lnTo>
                <a:lnTo>
                  <a:pt x="660" y="833"/>
                </a:lnTo>
                <a:lnTo>
                  <a:pt x="660" y="832"/>
                </a:lnTo>
                <a:lnTo>
                  <a:pt x="660" y="831"/>
                </a:lnTo>
                <a:lnTo>
                  <a:pt x="660" y="830"/>
                </a:lnTo>
                <a:lnTo>
                  <a:pt x="659" y="830"/>
                </a:lnTo>
                <a:lnTo>
                  <a:pt x="659" y="829"/>
                </a:lnTo>
                <a:lnTo>
                  <a:pt x="658" y="829"/>
                </a:lnTo>
                <a:lnTo>
                  <a:pt x="658" y="830"/>
                </a:lnTo>
                <a:lnTo>
                  <a:pt x="658" y="829"/>
                </a:lnTo>
                <a:lnTo>
                  <a:pt x="658" y="830"/>
                </a:lnTo>
                <a:lnTo>
                  <a:pt x="657" y="830"/>
                </a:lnTo>
                <a:lnTo>
                  <a:pt x="657" y="833"/>
                </a:lnTo>
                <a:lnTo>
                  <a:pt x="656" y="833"/>
                </a:lnTo>
                <a:lnTo>
                  <a:pt x="655" y="833"/>
                </a:lnTo>
                <a:lnTo>
                  <a:pt x="655" y="834"/>
                </a:lnTo>
                <a:lnTo>
                  <a:pt x="655" y="835"/>
                </a:lnTo>
                <a:lnTo>
                  <a:pt x="655" y="836"/>
                </a:lnTo>
                <a:lnTo>
                  <a:pt x="654" y="836"/>
                </a:lnTo>
                <a:lnTo>
                  <a:pt x="654" y="835"/>
                </a:lnTo>
                <a:lnTo>
                  <a:pt x="654" y="836"/>
                </a:lnTo>
                <a:lnTo>
                  <a:pt x="654" y="837"/>
                </a:lnTo>
                <a:lnTo>
                  <a:pt x="655" y="837"/>
                </a:lnTo>
                <a:lnTo>
                  <a:pt x="655" y="838"/>
                </a:lnTo>
                <a:lnTo>
                  <a:pt x="654" y="838"/>
                </a:lnTo>
                <a:lnTo>
                  <a:pt x="654" y="839"/>
                </a:lnTo>
                <a:lnTo>
                  <a:pt x="653" y="839"/>
                </a:lnTo>
                <a:lnTo>
                  <a:pt x="653" y="840"/>
                </a:lnTo>
                <a:lnTo>
                  <a:pt x="653" y="841"/>
                </a:lnTo>
                <a:lnTo>
                  <a:pt x="652" y="841"/>
                </a:lnTo>
                <a:lnTo>
                  <a:pt x="652" y="842"/>
                </a:lnTo>
                <a:lnTo>
                  <a:pt x="651" y="842"/>
                </a:lnTo>
                <a:lnTo>
                  <a:pt x="650" y="842"/>
                </a:lnTo>
                <a:lnTo>
                  <a:pt x="650" y="843"/>
                </a:lnTo>
                <a:lnTo>
                  <a:pt x="650" y="842"/>
                </a:lnTo>
                <a:lnTo>
                  <a:pt x="649" y="842"/>
                </a:lnTo>
                <a:lnTo>
                  <a:pt x="649" y="841"/>
                </a:lnTo>
                <a:lnTo>
                  <a:pt x="649" y="840"/>
                </a:lnTo>
                <a:lnTo>
                  <a:pt x="649" y="839"/>
                </a:lnTo>
                <a:lnTo>
                  <a:pt x="649" y="838"/>
                </a:lnTo>
                <a:lnTo>
                  <a:pt x="649" y="837"/>
                </a:lnTo>
                <a:lnTo>
                  <a:pt x="648" y="837"/>
                </a:lnTo>
                <a:lnTo>
                  <a:pt x="648" y="838"/>
                </a:lnTo>
                <a:lnTo>
                  <a:pt x="647" y="838"/>
                </a:lnTo>
                <a:lnTo>
                  <a:pt x="647" y="837"/>
                </a:lnTo>
                <a:lnTo>
                  <a:pt x="646" y="837"/>
                </a:lnTo>
                <a:lnTo>
                  <a:pt x="645" y="837"/>
                </a:lnTo>
                <a:lnTo>
                  <a:pt x="644" y="837"/>
                </a:lnTo>
                <a:lnTo>
                  <a:pt x="644" y="836"/>
                </a:lnTo>
                <a:lnTo>
                  <a:pt x="643" y="836"/>
                </a:lnTo>
                <a:lnTo>
                  <a:pt x="643" y="835"/>
                </a:lnTo>
                <a:lnTo>
                  <a:pt x="642" y="835"/>
                </a:lnTo>
                <a:lnTo>
                  <a:pt x="641" y="835"/>
                </a:lnTo>
                <a:lnTo>
                  <a:pt x="640" y="835"/>
                </a:lnTo>
                <a:lnTo>
                  <a:pt x="639" y="835"/>
                </a:lnTo>
                <a:lnTo>
                  <a:pt x="638" y="835"/>
                </a:lnTo>
                <a:lnTo>
                  <a:pt x="637" y="835"/>
                </a:lnTo>
                <a:lnTo>
                  <a:pt x="637" y="834"/>
                </a:lnTo>
                <a:lnTo>
                  <a:pt x="636" y="834"/>
                </a:lnTo>
                <a:lnTo>
                  <a:pt x="636" y="835"/>
                </a:lnTo>
                <a:lnTo>
                  <a:pt x="634" y="835"/>
                </a:lnTo>
                <a:lnTo>
                  <a:pt x="633" y="835"/>
                </a:lnTo>
                <a:lnTo>
                  <a:pt x="632" y="835"/>
                </a:lnTo>
                <a:lnTo>
                  <a:pt x="632" y="836"/>
                </a:lnTo>
                <a:lnTo>
                  <a:pt x="632" y="837"/>
                </a:lnTo>
                <a:lnTo>
                  <a:pt x="632" y="838"/>
                </a:lnTo>
                <a:lnTo>
                  <a:pt x="631" y="838"/>
                </a:lnTo>
                <a:lnTo>
                  <a:pt x="631" y="839"/>
                </a:lnTo>
                <a:lnTo>
                  <a:pt x="630" y="839"/>
                </a:lnTo>
                <a:lnTo>
                  <a:pt x="630" y="840"/>
                </a:lnTo>
                <a:lnTo>
                  <a:pt x="629" y="840"/>
                </a:lnTo>
                <a:lnTo>
                  <a:pt x="627" y="840"/>
                </a:lnTo>
                <a:lnTo>
                  <a:pt x="627" y="839"/>
                </a:lnTo>
                <a:lnTo>
                  <a:pt x="626" y="839"/>
                </a:lnTo>
                <a:lnTo>
                  <a:pt x="626" y="838"/>
                </a:lnTo>
                <a:lnTo>
                  <a:pt x="625" y="838"/>
                </a:lnTo>
                <a:lnTo>
                  <a:pt x="624" y="838"/>
                </a:lnTo>
                <a:lnTo>
                  <a:pt x="624" y="839"/>
                </a:lnTo>
                <a:lnTo>
                  <a:pt x="623" y="839"/>
                </a:lnTo>
                <a:lnTo>
                  <a:pt x="622" y="839"/>
                </a:lnTo>
                <a:lnTo>
                  <a:pt x="621" y="839"/>
                </a:lnTo>
                <a:lnTo>
                  <a:pt x="620" y="839"/>
                </a:lnTo>
                <a:lnTo>
                  <a:pt x="619" y="839"/>
                </a:lnTo>
                <a:lnTo>
                  <a:pt x="619" y="838"/>
                </a:lnTo>
                <a:lnTo>
                  <a:pt x="619" y="839"/>
                </a:lnTo>
                <a:lnTo>
                  <a:pt x="618" y="839"/>
                </a:lnTo>
                <a:lnTo>
                  <a:pt x="618" y="838"/>
                </a:lnTo>
                <a:lnTo>
                  <a:pt x="617" y="838"/>
                </a:lnTo>
                <a:lnTo>
                  <a:pt x="617" y="837"/>
                </a:lnTo>
                <a:lnTo>
                  <a:pt x="617" y="836"/>
                </a:lnTo>
                <a:lnTo>
                  <a:pt x="616" y="836"/>
                </a:lnTo>
                <a:lnTo>
                  <a:pt x="616" y="835"/>
                </a:lnTo>
                <a:lnTo>
                  <a:pt x="615" y="835"/>
                </a:lnTo>
                <a:lnTo>
                  <a:pt x="614" y="835"/>
                </a:lnTo>
                <a:lnTo>
                  <a:pt x="614" y="834"/>
                </a:lnTo>
                <a:lnTo>
                  <a:pt x="613" y="834"/>
                </a:lnTo>
                <a:lnTo>
                  <a:pt x="613" y="835"/>
                </a:lnTo>
                <a:lnTo>
                  <a:pt x="612" y="835"/>
                </a:lnTo>
                <a:lnTo>
                  <a:pt x="612" y="836"/>
                </a:lnTo>
                <a:lnTo>
                  <a:pt x="611" y="836"/>
                </a:lnTo>
                <a:lnTo>
                  <a:pt x="611" y="835"/>
                </a:lnTo>
                <a:lnTo>
                  <a:pt x="610" y="835"/>
                </a:lnTo>
                <a:lnTo>
                  <a:pt x="608" y="835"/>
                </a:lnTo>
                <a:lnTo>
                  <a:pt x="607" y="835"/>
                </a:lnTo>
                <a:lnTo>
                  <a:pt x="607" y="834"/>
                </a:lnTo>
                <a:lnTo>
                  <a:pt x="606" y="834"/>
                </a:lnTo>
                <a:lnTo>
                  <a:pt x="606" y="835"/>
                </a:lnTo>
                <a:lnTo>
                  <a:pt x="606" y="834"/>
                </a:lnTo>
                <a:lnTo>
                  <a:pt x="605" y="834"/>
                </a:lnTo>
                <a:lnTo>
                  <a:pt x="605" y="833"/>
                </a:lnTo>
                <a:lnTo>
                  <a:pt x="605" y="832"/>
                </a:lnTo>
                <a:lnTo>
                  <a:pt x="605" y="831"/>
                </a:lnTo>
                <a:lnTo>
                  <a:pt x="606" y="831"/>
                </a:lnTo>
                <a:lnTo>
                  <a:pt x="606" y="830"/>
                </a:lnTo>
                <a:lnTo>
                  <a:pt x="606" y="829"/>
                </a:lnTo>
                <a:lnTo>
                  <a:pt x="607" y="829"/>
                </a:lnTo>
                <a:lnTo>
                  <a:pt x="606" y="829"/>
                </a:lnTo>
                <a:lnTo>
                  <a:pt x="606" y="828"/>
                </a:lnTo>
                <a:lnTo>
                  <a:pt x="606" y="827"/>
                </a:lnTo>
                <a:lnTo>
                  <a:pt x="606" y="826"/>
                </a:lnTo>
                <a:lnTo>
                  <a:pt x="605" y="826"/>
                </a:lnTo>
                <a:lnTo>
                  <a:pt x="605" y="825"/>
                </a:lnTo>
                <a:lnTo>
                  <a:pt x="605" y="824"/>
                </a:lnTo>
                <a:lnTo>
                  <a:pt x="605" y="823"/>
                </a:lnTo>
                <a:lnTo>
                  <a:pt x="604" y="823"/>
                </a:lnTo>
                <a:lnTo>
                  <a:pt x="604" y="822"/>
                </a:lnTo>
                <a:lnTo>
                  <a:pt x="605" y="822"/>
                </a:lnTo>
                <a:lnTo>
                  <a:pt x="605" y="821"/>
                </a:lnTo>
                <a:lnTo>
                  <a:pt x="605" y="820"/>
                </a:lnTo>
                <a:lnTo>
                  <a:pt x="606" y="820"/>
                </a:lnTo>
                <a:lnTo>
                  <a:pt x="606" y="819"/>
                </a:lnTo>
                <a:lnTo>
                  <a:pt x="607" y="819"/>
                </a:lnTo>
                <a:lnTo>
                  <a:pt x="608" y="819"/>
                </a:lnTo>
                <a:lnTo>
                  <a:pt x="609" y="819"/>
                </a:lnTo>
                <a:lnTo>
                  <a:pt x="609" y="818"/>
                </a:lnTo>
                <a:lnTo>
                  <a:pt x="609" y="817"/>
                </a:lnTo>
                <a:lnTo>
                  <a:pt x="609" y="816"/>
                </a:lnTo>
                <a:lnTo>
                  <a:pt x="610" y="816"/>
                </a:lnTo>
                <a:lnTo>
                  <a:pt x="610" y="814"/>
                </a:lnTo>
                <a:lnTo>
                  <a:pt x="612" y="814"/>
                </a:lnTo>
                <a:lnTo>
                  <a:pt x="612" y="813"/>
                </a:lnTo>
                <a:lnTo>
                  <a:pt x="612" y="812"/>
                </a:lnTo>
                <a:lnTo>
                  <a:pt x="612" y="811"/>
                </a:lnTo>
                <a:lnTo>
                  <a:pt x="612" y="810"/>
                </a:lnTo>
                <a:lnTo>
                  <a:pt x="611" y="810"/>
                </a:lnTo>
                <a:lnTo>
                  <a:pt x="611" y="809"/>
                </a:lnTo>
                <a:lnTo>
                  <a:pt x="611" y="808"/>
                </a:lnTo>
                <a:lnTo>
                  <a:pt x="611" y="807"/>
                </a:lnTo>
                <a:lnTo>
                  <a:pt x="612" y="807"/>
                </a:lnTo>
                <a:lnTo>
                  <a:pt x="612" y="806"/>
                </a:lnTo>
                <a:lnTo>
                  <a:pt x="613" y="806"/>
                </a:lnTo>
                <a:lnTo>
                  <a:pt x="613" y="805"/>
                </a:lnTo>
                <a:lnTo>
                  <a:pt x="613" y="804"/>
                </a:lnTo>
                <a:lnTo>
                  <a:pt x="612" y="804"/>
                </a:lnTo>
                <a:lnTo>
                  <a:pt x="612" y="803"/>
                </a:lnTo>
                <a:lnTo>
                  <a:pt x="611" y="803"/>
                </a:lnTo>
                <a:lnTo>
                  <a:pt x="610" y="803"/>
                </a:lnTo>
                <a:lnTo>
                  <a:pt x="609" y="803"/>
                </a:lnTo>
                <a:lnTo>
                  <a:pt x="609" y="802"/>
                </a:lnTo>
                <a:lnTo>
                  <a:pt x="608" y="802"/>
                </a:lnTo>
                <a:lnTo>
                  <a:pt x="608" y="801"/>
                </a:lnTo>
                <a:lnTo>
                  <a:pt x="607" y="801"/>
                </a:lnTo>
                <a:lnTo>
                  <a:pt x="607" y="800"/>
                </a:lnTo>
                <a:lnTo>
                  <a:pt x="607" y="799"/>
                </a:lnTo>
                <a:lnTo>
                  <a:pt x="606" y="799"/>
                </a:lnTo>
                <a:lnTo>
                  <a:pt x="605" y="799"/>
                </a:lnTo>
                <a:lnTo>
                  <a:pt x="604" y="799"/>
                </a:lnTo>
                <a:lnTo>
                  <a:pt x="603" y="799"/>
                </a:lnTo>
                <a:lnTo>
                  <a:pt x="603" y="800"/>
                </a:lnTo>
                <a:lnTo>
                  <a:pt x="602" y="800"/>
                </a:lnTo>
                <a:lnTo>
                  <a:pt x="602" y="799"/>
                </a:lnTo>
                <a:lnTo>
                  <a:pt x="601" y="799"/>
                </a:lnTo>
                <a:lnTo>
                  <a:pt x="600" y="799"/>
                </a:lnTo>
                <a:lnTo>
                  <a:pt x="600" y="800"/>
                </a:lnTo>
                <a:lnTo>
                  <a:pt x="599" y="800"/>
                </a:lnTo>
                <a:lnTo>
                  <a:pt x="599" y="801"/>
                </a:lnTo>
                <a:lnTo>
                  <a:pt x="599" y="802"/>
                </a:lnTo>
                <a:lnTo>
                  <a:pt x="598" y="802"/>
                </a:lnTo>
                <a:lnTo>
                  <a:pt x="597" y="802"/>
                </a:lnTo>
                <a:lnTo>
                  <a:pt x="597" y="803"/>
                </a:lnTo>
                <a:lnTo>
                  <a:pt x="596" y="803"/>
                </a:lnTo>
                <a:lnTo>
                  <a:pt x="596" y="804"/>
                </a:lnTo>
                <a:lnTo>
                  <a:pt x="595" y="804"/>
                </a:lnTo>
                <a:lnTo>
                  <a:pt x="595" y="805"/>
                </a:lnTo>
                <a:lnTo>
                  <a:pt x="595" y="806"/>
                </a:lnTo>
                <a:lnTo>
                  <a:pt x="594" y="806"/>
                </a:lnTo>
                <a:lnTo>
                  <a:pt x="594" y="807"/>
                </a:lnTo>
                <a:lnTo>
                  <a:pt x="594" y="808"/>
                </a:lnTo>
                <a:lnTo>
                  <a:pt x="593" y="808"/>
                </a:lnTo>
                <a:lnTo>
                  <a:pt x="593" y="809"/>
                </a:lnTo>
                <a:lnTo>
                  <a:pt x="592" y="809"/>
                </a:lnTo>
                <a:lnTo>
                  <a:pt x="591" y="809"/>
                </a:lnTo>
                <a:lnTo>
                  <a:pt x="590" y="809"/>
                </a:lnTo>
                <a:lnTo>
                  <a:pt x="590" y="808"/>
                </a:lnTo>
                <a:lnTo>
                  <a:pt x="589" y="808"/>
                </a:lnTo>
                <a:lnTo>
                  <a:pt x="588" y="808"/>
                </a:lnTo>
                <a:lnTo>
                  <a:pt x="587" y="808"/>
                </a:lnTo>
                <a:lnTo>
                  <a:pt x="587" y="809"/>
                </a:lnTo>
                <a:lnTo>
                  <a:pt x="586" y="808"/>
                </a:lnTo>
                <a:lnTo>
                  <a:pt x="585" y="808"/>
                </a:lnTo>
                <a:lnTo>
                  <a:pt x="585" y="809"/>
                </a:lnTo>
                <a:lnTo>
                  <a:pt x="584" y="809"/>
                </a:lnTo>
                <a:lnTo>
                  <a:pt x="583" y="809"/>
                </a:lnTo>
                <a:lnTo>
                  <a:pt x="583" y="810"/>
                </a:lnTo>
                <a:lnTo>
                  <a:pt x="582" y="810"/>
                </a:lnTo>
                <a:lnTo>
                  <a:pt x="581" y="810"/>
                </a:lnTo>
                <a:lnTo>
                  <a:pt x="581" y="809"/>
                </a:lnTo>
                <a:lnTo>
                  <a:pt x="580" y="809"/>
                </a:lnTo>
                <a:lnTo>
                  <a:pt x="579" y="809"/>
                </a:lnTo>
                <a:lnTo>
                  <a:pt x="579" y="808"/>
                </a:lnTo>
                <a:lnTo>
                  <a:pt x="578" y="808"/>
                </a:lnTo>
                <a:lnTo>
                  <a:pt x="577" y="808"/>
                </a:lnTo>
                <a:lnTo>
                  <a:pt x="577" y="807"/>
                </a:lnTo>
                <a:lnTo>
                  <a:pt x="576" y="807"/>
                </a:lnTo>
                <a:lnTo>
                  <a:pt x="575" y="807"/>
                </a:lnTo>
                <a:lnTo>
                  <a:pt x="575" y="806"/>
                </a:lnTo>
                <a:lnTo>
                  <a:pt x="574" y="806"/>
                </a:lnTo>
                <a:lnTo>
                  <a:pt x="573" y="806"/>
                </a:lnTo>
                <a:lnTo>
                  <a:pt x="572" y="806"/>
                </a:lnTo>
                <a:lnTo>
                  <a:pt x="572" y="805"/>
                </a:lnTo>
                <a:lnTo>
                  <a:pt x="572" y="806"/>
                </a:lnTo>
                <a:lnTo>
                  <a:pt x="571" y="806"/>
                </a:lnTo>
                <a:lnTo>
                  <a:pt x="571" y="805"/>
                </a:lnTo>
                <a:lnTo>
                  <a:pt x="570" y="805"/>
                </a:lnTo>
                <a:lnTo>
                  <a:pt x="570" y="804"/>
                </a:lnTo>
                <a:lnTo>
                  <a:pt x="569" y="804"/>
                </a:lnTo>
                <a:lnTo>
                  <a:pt x="568" y="804"/>
                </a:lnTo>
                <a:lnTo>
                  <a:pt x="568" y="803"/>
                </a:lnTo>
                <a:lnTo>
                  <a:pt x="568" y="802"/>
                </a:lnTo>
                <a:lnTo>
                  <a:pt x="568" y="801"/>
                </a:lnTo>
                <a:lnTo>
                  <a:pt x="568" y="800"/>
                </a:lnTo>
                <a:lnTo>
                  <a:pt x="567" y="800"/>
                </a:lnTo>
                <a:lnTo>
                  <a:pt x="567" y="799"/>
                </a:lnTo>
                <a:lnTo>
                  <a:pt x="566" y="799"/>
                </a:lnTo>
                <a:lnTo>
                  <a:pt x="565" y="799"/>
                </a:lnTo>
                <a:lnTo>
                  <a:pt x="565" y="798"/>
                </a:lnTo>
                <a:lnTo>
                  <a:pt x="565" y="797"/>
                </a:lnTo>
                <a:lnTo>
                  <a:pt x="564" y="797"/>
                </a:lnTo>
                <a:lnTo>
                  <a:pt x="564" y="796"/>
                </a:lnTo>
                <a:lnTo>
                  <a:pt x="564" y="794"/>
                </a:lnTo>
                <a:lnTo>
                  <a:pt x="563" y="794"/>
                </a:lnTo>
                <a:lnTo>
                  <a:pt x="563" y="793"/>
                </a:lnTo>
                <a:lnTo>
                  <a:pt x="562" y="793"/>
                </a:lnTo>
                <a:lnTo>
                  <a:pt x="561" y="793"/>
                </a:lnTo>
                <a:lnTo>
                  <a:pt x="561" y="792"/>
                </a:lnTo>
                <a:lnTo>
                  <a:pt x="560" y="792"/>
                </a:lnTo>
                <a:lnTo>
                  <a:pt x="560" y="793"/>
                </a:lnTo>
                <a:lnTo>
                  <a:pt x="559" y="793"/>
                </a:lnTo>
                <a:lnTo>
                  <a:pt x="559" y="792"/>
                </a:lnTo>
                <a:lnTo>
                  <a:pt x="558" y="792"/>
                </a:lnTo>
                <a:lnTo>
                  <a:pt x="558" y="793"/>
                </a:lnTo>
                <a:lnTo>
                  <a:pt x="557" y="793"/>
                </a:lnTo>
                <a:lnTo>
                  <a:pt x="556" y="793"/>
                </a:lnTo>
                <a:lnTo>
                  <a:pt x="556" y="792"/>
                </a:lnTo>
                <a:lnTo>
                  <a:pt x="555" y="792"/>
                </a:lnTo>
                <a:lnTo>
                  <a:pt x="555" y="791"/>
                </a:lnTo>
                <a:lnTo>
                  <a:pt x="554" y="791"/>
                </a:lnTo>
                <a:lnTo>
                  <a:pt x="554" y="792"/>
                </a:lnTo>
                <a:lnTo>
                  <a:pt x="553" y="792"/>
                </a:lnTo>
                <a:lnTo>
                  <a:pt x="553" y="791"/>
                </a:lnTo>
                <a:lnTo>
                  <a:pt x="553" y="792"/>
                </a:lnTo>
                <a:lnTo>
                  <a:pt x="552" y="792"/>
                </a:lnTo>
                <a:lnTo>
                  <a:pt x="552" y="791"/>
                </a:lnTo>
                <a:lnTo>
                  <a:pt x="551" y="791"/>
                </a:lnTo>
                <a:lnTo>
                  <a:pt x="551" y="792"/>
                </a:lnTo>
                <a:lnTo>
                  <a:pt x="550" y="792"/>
                </a:lnTo>
                <a:lnTo>
                  <a:pt x="549" y="792"/>
                </a:lnTo>
                <a:lnTo>
                  <a:pt x="549" y="793"/>
                </a:lnTo>
                <a:lnTo>
                  <a:pt x="549" y="792"/>
                </a:lnTo>
                <a:lnTo>
                  <a:pt x="548" y="792"/>
                </a:lnTo>
                <a:lnTo>
                  <a:pt x="548" y="791"/>
                </a:lnTo>
                <a:lnTo>
                  <a:pt x="547" y="791"/>
                </a:lnTo>
                <a:lnTo>
                  <a:pt x="546" y="791"/>
                </a:lnTo>
                <a:lnTo>
                  <a:pt x="546" y="790"/>
                </a:lnTo>
                <a:lnTo>
                  <a:pt x="545" y="790"/>
                </a:lnTo>
                <a:lnTo>
                  <a:pt x="545" y="789"/>
                </a:lnTo>
                <a:lnTo>
                  <a:pt x="544" y="789"/>
                </a:lnTo>
                <a:lnTo>
                  <a:pt x="545" y="788"/>
                </a:lnTo>
                <a:lnTo>
                  <a:pt x="545" y="787"/>
                </a:lnTo>
                <a:lnTo>
                  <a:pt x="545" y="786"/>
                </a:lnTo>
                <a:lnTo>
                  <a:pt x="544" y="786"/>
                </a:lnTo>
                <a:lnTo>
                  <a:pt x="544" y="785"/>
                </a:lnTo>
                <a:lnTo>
                  <a:pt x="544" y="784"/>
                </a:lnTo>
                <a:lnTo>
                  <a:pt x="543" y="784"/>
                </a:lnTo>
                <a:lnTo>
                  <a:pt x="543" y="783"/>
                </a:lnTo>
                <a:lnTo>
                  <a:pt x="542" y="783"/>
                </a:lnTo>
                <a:lnTo>
                  <a:pt x="541" y="783"/>
                </a:lnTo>
                <a:lnTo>
                  <a:pt x="541" y="782"/>
                </a:lnTo>
                <a:lnTo>
                  <a:pt x="542" y="782"/>
                </a:lnTo>
                <a:lnTo>
                  <a:pt x="542" y="781"/>
                </a:lnTo>
                <a:lnTo>
                  <a:pt x="542" y="780"/>
                </a:lnTo>
                <a:lnTo>
                  <a:pt x="541" y="780"/>
                </a:lnTo>
                <a:lnTo>
                  <a:pt x="540" y="780"/>
                </a:lnTo>
                <a:lnTo>
                  <a:pt x="539" y="780"/>
                </a:lnTo>
                <a:lnTo>
                  <a:pt x="539" y="779"/>
                </a:lnTo>
                <a:lnTo>
                  <a:pt x="538" y="779"/>
                </a:lnTo>
                <a:lnTo>
                  <a:pt x="538" y="780"/>
                </a:lnTo>
                <a:lnTo>
                  <a:pt x="537" y="780"/>
                </a:lnTo>
                <a:lnTo>
                  <a:pt x="537" y="779"/>
                </a:lnTo>
                <a:lnTo>
                  <a:pt x="536" y="779"/>
                </a:lnTo>
                <a:lnTo>
                  <a:pt x="535" y="779"/>
                </a:lnTo>
                <a:lnTo>
                  <a:pt x="535" y="780"/>
                </a:lnTo>
                <a:lnTo>
                  <a:pt x="534" y="780"/>
                </a:lnTo>
                <a:lnTo>
                  <a:pt x="534" y="779"/>
                </a:lnTo>
                <a:lnTo>
                  <a:pt x="533" y="779"/>
                </a:lnTo>
                <a:lnTo>
                  <a:pt x="532" y="779"/>
                </a:lnTo>
                <a:lnTo>
                  <a:pt x="532" y="778"/>
                </a:lnTo>
                <a:lnTo>
                  <a:pt x="531" y="778"/>
                </a:lnTo>
                <a:lnTo>
                  <a:pt x="531" y="777"/>
                </a:lnTo>
                <a:lnTo>
                  <a:pt x="530" y="777"/>
                </a:lnTo>
                <a:lnTo>
                  <a:pt x="529" y="776"/>
                </a:lnTo>
                <a:lnTo>
                  <a:pt x="528" y="776"/>
                </a:lnTo>
                <a:lnTo>
                  <a:pt x="528" y="777"/>
                </a:lnTo>
                <a:lnTo>
                  <a:pt x="527" y="777"/>
                </a:lnTo>
                <a:lnTo>
                  <a:pt x="526" y="777"/>
                </a:lnTo>
                <a:lnTo>
                  <a:pt x="526" y="776"/>
                </a:lnTo>
                <a:lnTo>
                  <a:pt x="525" y="776"/>
                </a:lnTo>
                <a:lnTo>
                  <a:pt x="525" y="775"/>
                </a:lnTo>
                <a:lnTo>
                  <a:pt x="525" y="774"/>
                </a:lnTo>
                <a:lnTo>
                  <a:pt x="525" y="773"/>
                </a:lnTo>
                <a:lnTo>
                  <a:pt x="525" y="772"/>
                </a:lnTo>
                <a:lnTo>
                  <a:pt x="525" y="771"/>
                </a:lnTo>
                <a:lnTo>
                  <a:pt x="526" y="771"/>
                </a:lnTo>
                <a:lnTo>
                  <a:pt x="526" y="770"/>
                </a:lnTo>
                <a:lnTo>
                  <a:pt x="526" y="769"/>
                </a:lnTo>
                <a:lnTo>
                  <a:pt x="527" y="769"/>
                </a:lnTo>
                <a:lnTo>
                  <a:pt x="526" y="769"/>
                </a:lnTo>
                <a:lnTo>
                  <a:pt x="526" y="768"/>
                </a:lnTo>
                <a:lnTo>
                  <a:pt x="527" y="768"/>
                </a:lnTo>
                <a:lnTo>
                  <a:pt x="526" y="768"/>
                </a:lnTo>
                <a:lnTo>
                  <a:pt x="526" y="767"/>
                </a:lnTo>
                <a:lnTo>
                  <a:pt x="527" y="767"/>
                </a:lnTo>
                <a:lnTo>
                  <a:pt x="527" y="766"/>
                </a:lnTo>
                <a:lnTo>
                  <a:pt x="526" y="766"/>
                </a:lnTo>
                <a:lnTo>
                  <a:pt x="527" y="766"/>
                </a:lnTo>
                <a:lnTo>
                  <a:pt x="527" y="765"/>
                </a:lnTo>
                <a:lnTo>
                  <a:pt x="527" y="764"/>
                </a:lnTo>
                <a:lnTo>
                  <a:pt x="528" y="764"/>
                </a:lnTo>
                <a:lnTo>
                  <a:pt x="528" y="763"/>
                </a:lnTo>
                <a:lnTo>
                  <a:pt x="527" y="763"/>
                </a:lnTo>
                <a:lnTo>
                  <a:pt x="527" y="762"/>
                </a:lnTo>
                <a:lnTo>
                  <a:pt x="527" y="761"/>
                </a:lnTo>
                <a:lnTo>
                  <a:pt x="526" y="761"/>
                </a:lnTo>
                <a:lnTo>
                  <a:pt x="525" y="760"/>
                </a:lnTo>
                <a:lnTo>
                  <a:pt x="524" y="760"/>
                </a:lnTo>
                <a:lnTo>
                  <a:pt x="523" y="760"/>
                </a:lnTo>
                <a:lnTo>
                  <a:pt x="523" y="761"/>
                </a:lnTo>
                <a:lnTo>
                  <a:pt x="522" y="761"/>
                </a:lnTo>
                <a:lnTo>
                  <a:pt x="522" y="760"/>
                </a:lnTo>
                <a:lnTo>
                  <a:pt x="522" y="759"/>
                </a:lnTo>
                <a:lnTo>
                  <a:pt x="522" y="758"/>
                </a:lnTo>
                <a:lnTo>
                  <a:pt x="522" y="757"/>
                </a:lnTo>
                <a:lnTo>
                  <a:pt x="522" y="756"/>
                </a:lnTo>
                <a:lnTo>
                  <a:pt x="523" y="756"/>
                </a:lnTo>
                <a:lnTo>
                  <a:pt x="522" y="756"/>
                </a:lnTo>
                <a:lnTo>
                  <a:pt x="523" y="755"/>
                </a:lnTo>
                <a:lnTo>
                  <a:pt x="523" y="754"/>
                </a:lnTo>
                <a:lnTo>
                  <a:pt x="523" y="753"/>
                </a:lnTo>
                <a:lnTo>
                  <a:pt x="522" y="753"/>
                </a:lnTo>
                <a:lnTo>
                  <a:pt x="521" y="752"/>
                </a:lnTo>
                <a:lnTo>
                  <a:pt x="521" y="751"/>
                </a:lnTo>
                <a:lnTo>
                  <a:pt x="521" y="750"/>
                </a:lnTo>
                <a:lnTo>
                  <a:pt x="520" y="750"/>
                </a:lnTo>
                <a:lnTo>
                  <a:pt x="520" y="749"/>
                </a:lnTo>
                <a:lnTo>
                  <a:pt x="520" y="748"/>
                </a:lnTo>
                <a:lnTo>
                  <a:pt x="520" y="747"/>
                </a:lnTo>
                <a:lnTo>
                  <a:pt x="520" y="746"/>
                </a:lnTo>
                <a:lnTo>
                  <a:pt x="520" y="745"/>
                </a:lnTo>
                <a:lnTo>
                  <a:pt x="521" y="745"/>
                </a:lnTo>
                <a:lnTo>
                  <a:pt x="521" y="744"/>
                </a:lnTo>
                <a:lnTo>
                  <a:pt x="522" y="744"/>
                </a:lnTo>
                <a:lnTo>
                  <a:pt x="523" y="744"/>
                </a:lnTo>
                <a:lnTo>
                  <a:pt x="523" y="743"/>
                </a:lnTo>
                <a:lnTo>
                  <a:pt x="523" y="742"/>
                </a:lnTo>
                <a:lnTo>
                  <a:pt x="523" y="741"/>
                </a:lnTo>
                <a:lnTo>
                  <a:pt x="522" y="741"/>
                </a:lnTo>
                <a:lnTo>
                  <a:pt x="521" y="741"/>
                </a:lnTo>
                <a:lnTo>
                  <a:pt x="520" y="741"/>
                </a:lnTo>
                <a:lnTo>
                  <a:pt x="519" y="741"/>
                </a:lnTo>
                <a:lnTo>
                  <a:pt x="518" y="741"/>
                </a:lnTo>
                <a:lnTo>
                  <a:pt x="517" y="741"/>
                </a:lnTo>
                <a:lnTo>
                  <a:pt x="516" y="741"/>
                </a:lnTo>
                <a:lnTo>
                  <a:pt x="516" y="740"/>
                </a:lnTo>
                <a:lnTo>
                  <a:pt x="515" y="741"/>
                </a:lnTo>
                <a:lnTo>
                  <a:pt x="515" y="740"/>
                </a:lnTo>
                <a:lnTo>
                  <a:pt x="515" y="739"/>
                </a:lnTo>
                <a:lnTo>
                  <a:pt x="515" y="738"/>
                </a:lnTo>
                <a:lnTo>
                  <a:pt x="516" y="738"/>
                </a:lnTo>
                <a:lnTo>
                  <a:pt x="516" y="737"/>
                </a:lnTo>
                <a:lnTo>
                  <a:pt x="515" y="737"/>
                </a:lnTo>
                <a:lnTo>
                  <a:pt x="515" y="736"/>
                </a:lnTo>
                <a:lnTo>
                  <a:pt x="514" y="736"/>
                </a:lnTo>
                <a:lnTo>
                  <a:pt x="513" y="736"/>
                </a:lnTo>
                <a:lnTo>
                  <a:pt x="513" y="735"/>
                </a:lnTo>
                <a:lnTo>
                  <a:pt x="513" y="736"/>
                </a:lnTo>
                <a:lnTo>
                  <a:pt x="512" y="736"/>
                </a:lnTo>
                <a:lnTo>
                  <a:pt x="511" y="736"/>
                </a:lnTo>
                <a:lnTo>
                  <a:pt x="510" y="736"/>
                </a:lnTo>
                <a:lnTo>
                  <a:pt x="510" y="735"/>
                </a:lnTo>
                <a:lnTo>
                  <a:pt x="509" y="735"/>
                </a:lnTo>
                <a:lnTo>
                  <a:pt x="508" y="735"/>
                </a:lnTo>
                <a:lnTo>
                  <a:pt x="508" y="736"/>
                </a:lnTo>
                <a:lnTo>
                  <a:pt x="507" y="736"/>
                </a:lnTo>
                <a:lnTo>
                  <a:pt x="506" y="736"/>
                </a:lnTo>
                <a:lnTo>
                  <a:pt x="506" y="735"/>
                </a:lnTo>
                <a:lnTo>
                  <a:pt x="505" y="735"/>
                </a:lnTo>
                <a:lnTo>
                  <a:pt x="504" y="735"/>
                </a:lnTo>
                <a:lnTo>
                  <a:pt x="505" y="734"/>
                </a:lnTo>
                <a:lnTo>
                  <a:pt x="505" y="733"/>
                </a:lnTo>
                <a:lnTo>
                  <a:pt x="504" y="733"/>
                </a:lnTo>
                <a:lnTo>
                  <a:pt x="503" y="732"/>
                </a:lnTo>
                <a:lnTo>
                  <a:pt x="502" y="732"/>
                </a:lnTo>
                <a:lnTo>
                  <a:pt x="501" y="732"/>
                </a:lnTo>
                <a:lnTo>
                  <a:pt x="501" y="733"/>
                </a:lnTo>
                <a:lnTo>
                  <a:pt x="500" y="733"/>
                </a:lnTo>
                <a:lnTo>
                  <a:pt x="499" y="733"/>
                </a:lnTo>
                <a:lnTo>
                  <a:pt x="498" y="733"/>
                </a:lnTo>
                <a:lnTo>
                  <a:pt x="497" y="733"/>
                </a:lnTo>
                <a:lnTo>
                  <a:pt x="497" y="732"/>
                </a:lnTo>
                <a:lnTo>
                  <a:pt x="496" y="732"/>
                </a:lnTo>
                <a:lnTo>
                  <a:pt x="496" y="733"/>
                </a:lnTo>
                <a:lnTo>
                  <a:pt x="495" y="733"/>
                </a:lnTo>
                <a:lnTo>
                  <a:pt x="494" y="733"/>
                </a:lnTo>
                <a:lnTo>
                  <a:pt x="493" y="734"/>
                </a:lnTo>
                <a:lnTo>
                  <a:pt x="492" y="734"/>
                </a:lnTo>
                <a:lnTo>
                  <a:pt x="492" y="735"/>
                </a:lnTo>
                <a:lnTo>
                  <a:pt x="491" y="735"/>
                </a:lnTo>
                <a:lnTo>
                  <a:pt x="490" y="735"/>
                </a:lnTo>
                <a:lnTo>
                  <a:pt x="489" y="735"/>
                </a:lnTo>
                <a:lnTo>
                  <a:pt x="488" y="735"/>
                </a:lnTo>
                <a:lnTo>
                  <a:pt x="488" y="736"/>
                </a:lnTo>
                <a:lnTo>
                  <a:pt x="487" y="736"/>
                </a:lnTo>
                <a:lnTo>
                  <a:pt x="487" y="737"/>
                </a:lnTo>
                <a:lnTo>
                  <a:pt x="486" y="737"/>
                </a:lnTo>
                <a:lnTo>
                  <a:pt x="486" y="738"/>
                </a:lnTo>
                <a:lnTo>
                  <a:pt x="487" y="738"/>
                </a:lnTo>
                <a:lnTo>
                  <a:pt x="487" y="739"/>
                </a:lnTo>
                <a:lnTo>
                  <a:pt x="487" y="740"/>
                </a:lnTo>
                <a:lnTo>
                  <a:pt x="486" y="740"/>
                </a:lnTo>
                <a:lnTo>
                  <a:pt x="486" y="741"/>
                </a:lnTo>
                <a:lnTo>
                  <a:pt x="485" y="741"/>
                </a:lnTo>
                <a:lnTo>
                  <a:pt x="485" y="740"/>
                </a:lnTo>
                <a:lnTo>
                  <a:pt x="484" y="740"/>
                </a:lnTo>
                <a:lnTo>
                  <a:pt x="484" y="741"/>
                </a:lnTo>
                <a:lnTo>
                  <a:pt x="483" y="741"/>
                </a:lnTo>
                <a:lnTo>
                  <a:pt x="482" y="741"/>
                </a:lnTo>
                <a:lnTo>
                  <a:pt x="481" y="741"/>
                </a:lnTo>
                <a:lnTo>
                  <a:pt x="480" y="741"/>
                </a:lnTo>
                <a:lnTo>
                  <a:pt x="479" y="741"/>
                </a:lnTo>
                <a:lnTo>
                  <a:pt x="478" y="741"/>
                </a:lnTo>
                <a:lnTo>
                  <a:pt x="478" y="742"/>
                </a:lnTo>
                <a:lnTo>
                  <a:pt x="478" y="743"/>
                </a:lnTo>
                <a:lnTo>
                  <a:pt x="477" y="743"/>
                </a:lnTo>
                <a:lnTo>
                  <a:pt x="477" y="744"/>
                </a:lnTo>
                <a:lnTo>
                  <a:pt x="476" y="744"/>
                </a:lnTo>
                <a:lnTo>
                  <a:pt x="475" y="744"/>
                </a:lnTo>
                <a:lnTo>
                  <a:pt x="475" y="745"/>
                </a:lnTo>
                <a:lnTo>
                  <a:pt x="474" y="745"/>
                </a:lnTo>
                <a:lnTo>
                  <a:pt x="474" y="746"/>
                </a:lnTo>
                <a:lnTo>
                  <a:pt x="475" y="747"/>
                </a:lnTo>
                <a:lnTo>
                  <a:pt x="474" y="747"/>
                </a:lnTo>
                <a:lnTo>
                  <a:pt x="474" y="748"/>
                </a:lnTo>
                <a:lnTo>
                  <a:pt x="473" y="748"/>
                </a:lnTo>
                <a:lnTo>
                  <a:pt x="473" y="749"/>
                </a:lnTo>
                <a:lnTo>
                  <a:pt x="472" y="749"/>
                </a:lnTo>
                <a:lnTo>
                  <a:pt x="471" y="749"/>
                </a:lnTo>
                <a:lnTo>
                  <a:pt x="471" y="748"/>
                </a:lnTo>
                <a:lnTo>
                  <a:pt x="470" y="748"/>
                </a:lnTo>
                <a:lnTo>
                  <a:pt x="470" y="747"/>
                </a:lnTo>
                <a:lnTo>
                  <a:pt x="469" y="747"/>
                </a:lnTo>
                <a:lnTo>
                  <a:pt x="469" y="748"/>
                </a:lnTo>
                <a:lnTo>
                  <a:pt x="468" y="748"/>
                </a:lnTo>
                <a:lnTo>
                  <a:pt x="467" y="748"/>
                </a:lnTo>
                <a:lnTo>
                  <a:pt x="467" y="747"/>
                </a:lnTo>
                <a:lnTo>
                  <a:pt x="467" y="746"/>
                </a:lnTo>
                <a:lnTo>
                  <a:pt x="466" y="746"/>
                </a:lnTo>
                <a:lnTo>
                  <a:pt x="466" y="745"/>
                </a:lnTo>
                <a:lnTo>
                  <a:pt x="466" y="744"/>
                </a:lnTo>
                <a:lnTo>
                  <a:pt x="465" y="744"/>
                </a:lnTo>
                <a:lnTo>
                  <a:pt x="465" y="745"/>
                </a:lnTo>
                <a:lnTo>
                  <a:pt x="464" y="745"/>
                </a:lnTo>
                <a:lnTo>
                  <a:pt x="463" y="745"/>
                </a:lnTo>
                <a:lnTo>
                  <a:pt x="463" y="744"/>
                </a:lnTo>
                <a:lnTo>
                  <a:pt x="462" y="744"/>
                </a:lnTo>
                <a:lnTo>
                  <a:pt x="462" y="743"/>
                </a:lnTo>
                <a:lnTo>
                  <a:pt x="461" y="743"/>
                </a:lnTo>
                <a:lnTo>
                  <a:pt x="462" y="743"/>
                </a:lnTo>
                <a:lnTo>
                  <a:pt x="462" y="742"/>
                </a:lnTo>
                <a:lnTo>
                  <a:pt x="461" y="742"/>
                </a:lnTo>
                <a:lnTo>
                  <a:pt x="462" y="742"/>
                </a:lnTo>
                <a:lnTo>
                  <a:pt x="462" y="741"/>
                </a:lnTo>
                <a:lnTo>
                  <a:pt x="461" y="741"/>
                </a:lnTo>
                <a:lnTo>
                  <a:pt x="462" y="741"/>
                </a:lnTo>
                <a:lnTo>
                  <a:pt x="462" y="740"/>
                </a:lnTo>
                <a:lnTo>
                  <a:pt x="461" y="740"/>
                </a:lnTo>
                <a:lnTo>
                  <a:pt x="461" y="739"/>
                </a:lnTo>
                <a:lnTo>
                  <a:pt x="460" y="739"/>
                </a:lnTo>
                <a:lnTo>
                  <a:pt x="459" y="739"/>
                </a:lnTo>
                <a:lnTo>
                  <a:pt x="459" y="738"/>
                </a:lnTo>
                <a:lnTo>
                  <a:pt x="459" y="737"/>
                </a:lnTo>
                <a:lnTo>
                  <a:pt x="458" y="737"/>
                </a:lnTo>
                <a:lnTo>
                  <a:pt x="457" y="737"/>
                </a:lnTo>
                <a:lnTo>
                  <a:pt x="457" y="738"/>
                </a:lnTo>
                <a:lnTo>
                  <a:pt x="457" y="737"/>
                </a:lnTo>
                <a:lnTo>
                  <a:pt x="456" y="737"/>
                </a:lnTo>
                <a:lnTo>
                  <a:pt x="457" y="737"/>
                </a:lnTo>
                <a:lnTo>
                  <a:pt x="456" y="737"/>
                </a:lnTo>
                <a:lnTo>
                  <a:pt x="456" y="736"/>
                </a:lnTo>
                <a:lnTo>
                  <a:pt x="455" y="736"/>
                </a:lnTo>
                <a:lnTo>
                  <a:pt x="455" y="735"/>
                </a:lnTo>
                <a:lnTo>
                  <a:pt x="455" y="734"/>
                </a:lnTo>
                <a:lnTo>
                  <a:pt x="454" y="734"/>
                </a:lnTo>
                <a:lnTo>
                  <a:pt x="455" y="734"/>
                </a:lnTo>
                <a:lnTo>
                  <a:pt x="455" y="733"/>
                </a:lnTo>
                <a:lnTo>
                  <a:pt x="454" y="733"/>
                </a:lnTo>
                <a:lnTo>
                  <a:pt x="455" y="733"/>
                </a:lnTo>
                <a:lnTo>
                  <a:pt x="455" y="732"/>
                </a:lnTo>
                <a:lnTo>
                  <a:pt x="455" y="731"/>
                </a:lnTo>
                <a:lnTo>
                  <a:pt x="455" y="730"/>
                </a:lnTo>
                <a:lnTo>
                  <a:pt x="454" y="730"/>
                </a:lnTo>
                <a:lnTo>
                  <a:pt x="453" y="730"/>
                </a:lnTo>
                <a:lnTo>
                  <a:pt x="453" y="729"/>
                </a:lnTo>
                <a:lnTo>
                  <a:pt x="452" y="729"/>
                </a:lnTo>
                <a:lnTo>
                  <a:pt x="452" y="728"/>
                </a:lnTo>
                <a:lnTo>
                  <a:pt x="452" y="727"/>
                </a:lnTo>
                <a:lnTo>
                  <a:pt x="452" y="726"/>
                </a:lnTo>
                <a:lnTo>
                  <a:pt x="453" y="726"/>
                </a:lnTo>
                <a:lnTo>
                  <a:pt x="453" y="725"/>
                </a:lnTo>
                <a:lnTo>
                  <a:pt x="453" y="724"/>
                </a:lnTo>
                <a:lnTo>
                  <a:pt x="452" y="724"/>
                </a:lnTo>
                <a:lnTo>
                  <a:pt x="452" y="723"/>
                </a:lnTo>
                <a:lnTo>
                  <a:pt x="452" y="722"/>
                </a:lnTo>
                <a:lnTo>
                  <a:pt x="451" y="722"/>
                </a:lnTo>
                <a:lnTo>
                  <a:pt x="450" y="722"/>
                </a:lnTo>
                <a:lnTo>
                  <a:pt x="449" y="722"/>
                </a:lnTo>
                <a:lnTo>
                  <a:pt x="448" y="722"/>
                </a:lnTo>
                <a:lnTo>
                  <a:pt x="448" y="721"/>
                </a:lnTo>
                <a:lnTo>
                  <a:pt x="448" y="720"/>
                </a:lnTo>
                <a:lnTo>
                  <a:pt x="448" y="719"/>
                </a:lnTo>
                <a:lnTo>
                  <a:pt x="447" y="719"/>
                </a:lnTo>
                <a:lnTo>
                  <a:pt x="446" y="719"/>
                </a:lnTo>
                <a:lnTo>
                  <a:pt x="446" y="718"/>
                </a:lnTo>
                <a:lnTo>
                  <a:pt x="446" y="717"/>
                </a:lnTo>
                <a:lnTo>
                  <a:pt x="446" y="716"/>
                </a:lnTo>
                <a:lnTo>
                  <a:pt x="446" y="715"/>
                </a:lnTo>
                <a:lnTo>
                  <a:pt x="445" y="715"/>
                </a:lnTo>
                <a:lnTo>
                  <a:pt x="445" y="714"/>
                </a:lnTo>
                <a:lnTo>
                  <a:pt x="444" y="714"/>
                </a:lnTo>
                <a:lnTo>
                  <a:pt x="443" y="714"/>
                </a:lnTo>
                <a:lnTo>
                  <a:pt x="443" y="713"/>
                </a:lnTo>
                <a:lnTo>
                  <a:pt x="443" y="714"/>
                </a:lnTo>
                <a:lnTo>
                  <a:pt x="442" y="714"/>
                </a:lnTo>
                <a:lnTo>
                  <a:pt x="441" y="714"/>
                </a:lnTo>
                <a:lnTo>
                  <a:pt x="440" y="714"/>
                </a:lnTo>
                <a:lnTo>
                  <a:pt x="439" y="714"/>
                </a:lnTo>
                <a:lnTo>
                  <a:pt x="439" y="713"/>
                </a:lnTo>
                <a:lnTo>
                  <a:pt x="439" y="712"/>
                </a:lnTo>
                <a:lnTo>
                  <a:pt x="439" y="711"/>
                </a:lnTo>
                <a:lnTo>
                  <a:pt x="438" y="711"/>
                </a:lnTo>
                <a:lnTo>
                  <a:pt x="438" y="710"/>
                </a:lnTo>
                <a:lnTo>
                  <a:pt x="438" y="709"/>
                </a:lnTo>
                <a:lnTo>
                  <a:pt x="439" y="709"/>
                </a:lnTo>
                <a:lnTo>
                  <a:pt x="440" y="709"/>
                </a:lnTo>
                <a:lnTo>
                  <a:pt x="440" y="708"/>
                </a:lnTo>
                <a:lnTo>
                  <a:pt x="440" y="707"/>
                </a:lnTo>
                <a:lnTo>
                  <a:pt x="439" y="707"/>
                </a:lnTo>
                <a:lnTo>
                  <a:pt x="438" y="707"/>
                </a:lnTo>
                <a:lnTo>
                  <a:pt x="438" y="706"/>
                </a:lnTo>
                <a:lnTo>
                  <a:pt x="437" y="706"/>
                </a:lnTo>
                <a:lnTo>
                  <a:pt x="437" y="707"/>
                </a:lnTo>
                <a:lnTo>
                  <a:pt x="437" y="706"/>
                </a:lnTo>
                <a:lnTo>
                  <a:pt x="436" y="706"/>
                </a:lnTo>
                <a:lnTo>
                  <a:pt x="435" y="706"/>
                </a:lnTo>
                <a:lnTo>
                  <a:pt x="434" y="705"/>
                </a:lnTo>
                <a:lnTo>
                  <a:pt x="434" y="704"/>
                </a:lnTo>
                <a:lnTo>
                  <a:pt x="435" y="704"/>
                </a:lnTo>
                <a:lnTo>
                  <a:pt x="434" y="704"/>
                </a:lnTo>
                <a:lnTo>
                  <a:pt x="434" y="703"/>
                </a:lnTo>
                <a:lnTo>
                  <a:pt x="433" y="703"/>
                </a:lnTo>
                <a:lnTo>
                  <a:pt x="433" y="704"/>
                </a:lnTo>
                <a:lnTo>
                  <a:pt x="433" y="703"/>
                </a:lnTo>
                <a:lnTo>
                  <a:pt x="432" y="703"/>
                </a:lnTo>
                <a:lnTo>
                  <a:pt x="432" y="704"/>
                </a:lnTo>
                <a:lnTo>
                  <a:pt x="432" y="705"/>
                </a:lnTo>
                <a:lnTo>
                  <a:pt x="431" y="705"/>
                </a:lnTo>
                <a:lnTo>
                  <a:pt x="430" y="705"/>
                </a:lnTo>
                <a:lnTo>
                  <a:pt x="429" y="705"/>
                </a:lnTo>
                <a:lnTo>
                  <a:pt x="429" y="704"/>
                </a:lnTo>
                <a:lnTo>
                  <a:pt x="429" y="703"/>
                </a:lnTo>
                <a:lnTo>
                  <a:pt x="430" y="703"/>
                </a:lnTo>
                <a:lnTo>
                  <a:pt x="430" y="702"/>
                </a:lnTo>
                <a:lnTo>
                  <a:pt x="429" y="702"/>
                </a:lnTo>
                <a:lnTo>
                  <a:pt x="428" y="702"/>
                </a:lnTo>
                <a:lnTo>
                  <a:pt x="427" y="702"/>
                </a:lnTo>
                <a:lnTo>
                  <a:pt x="426" y="702"/>
                </a:lnTo>
                <a:lnTo>
                  <a:pt x="426" y="701"/>
                </a:lnTo>
                <a:lnTo>
                  <a:pt x="425" y="702"/>
                </a:lnTo>
                <a:lnTo>
                  <a:pt x="424" y="702"/>
                </a:lnTo>
                <a:lnTo>
                  <a:pt x="424" y="703"/>
                </a:lnTo>
                <a:lnTo>
                  <a:pt x="423" y="703"/>
                </a:lnTo>
                <a:lnTo>
                  <a:pt x="423" y="704"/>
                </a:lnTo>
                <a:lnTo>
                  <a:pt x="422" y="704"/>
                </a:lnTo>
                <a:lnTo>
                  <a:pt x="422" y="703"/>
                </a:lnTo>
                <a:lnTo>
                  <a:pt x="421" y="703"/>
                </a:lnTo>
                <a:lnTo>
                  <a:pt x="421" y="702"/>
                </a:lnTo>
                <a:lnTo>
                  <a:pt x="421" y="701"/>
                </a:lnTo>
                <a:lnTo>
                  <a:pt x="420" y="701"/>
                </a:lnTo>
                <a:lnTo>
                  <a:pt x="420" y="702"/>
                </a:lnTo>
                <a:lnTo>
                  <a:pt x="420" y="701"/>
                </a:lnTo>
                <a:lnTo>
                  <a:pt x="419" y="701"/>
                </a:lnTo>
                <a:lnTo>
                  <a:pt x="419" y="700"/>
                </a:lnTo>
                <a:lnTo>
                  <a:pt x="418" y="700"/>
                </a:lnTo>
                <a:lnTo>
                  <a:pt x="418" y="699"/>
                </a:lnTo>
                <a:lnTo>
                  <a:pt x="417" y="699"/>
                </a:lnTo>
                <a:lnTo>
                  <a:pt x="417" y="698"/>
                </a:lnTo>
                <a:lnTo>
                  <a:pt x="416" y="698"/>
                </a:lnTo>
                <a:lnTo>
                  <a:pt x="416" y="697"/>
                </a:lnTo>
                <a:lnTo>
                  <a:pt x="415" y="697"/>
                </a:lnTo>
                <a:lnTo>
                  <a:pt x="415" y="698"/>
                </a:lnTo>
                <a:lnTo>
                  <a:pt x="415" y="697"/>
                </a:lnTo>
                <a:lnTo>
                  <a:pt x="414" y="697"/>
                </a:lnTo>
                <a:lnTo>
                  <a:pt x="414" y="698"/>
                </a:lnTo>
                <a:lnTo>
                  <a:pt x="414" y="697"/>
                </a:lnTo>
                <a:lnTo>
                  <a:pt x="412" y="697"/>
                </a:lnTo>
                <a:lnTo>
                  <a:pt x="412" y="698"/>
                </a:lnTo>
                <a:lnTo>
                  <a:pt x="411" y="698"/>
                </a:lnTo>
                <a:lnTo>
                  <a:pt x="411" y="697"/>
                </a:lnTo>
                <a:lnTo>
                  <a:pt x="410" y="697"/>
                </a:lnTo>
                <a:lnTo>
                  <a:pt x="409" y="697"/>
                </a:lnTo>
                <a:lnTo>
                  <a:pt x="410" y="697"/>
                </a:lnTo>
                <a:lnTo>
                  <a:pt x="410" y="696"/>
                </a:lnTo>
                <a:lnTo>
                  <a:pt x="410" y="695"/>
                </a:lnTo>
                <a:lnTo>
                  <a:pt x="410" y="694"/>
                </a:lnTo>
                <a:lnTo>
                  <a:pt x="409" y="694"/>
                </a:lnTo>
                <a:lnTo>
                  <a:pt x="409" y="693"/>
                </a:lnTo>
                <a:lnTo>
                  <a:pt x="409" y="694"/>
                </a:lnTo>
                <a:lnTo>
                  <a:pt x="408" y="694"/>
                </a:lnTo>
                <a:lnTo>
                  <a:pt x="408" y="693"/>
                </a:lnTo>
                <a:lnTo>
                  <a:pt x="407" y="693"/>
                </a:lnTo>
                <a:lnTo>
                  <a:pt x="407" y="694"/>
                </a:lnTo>
                <a:lnTo>
                  <a:pt x="406" y="694"/>
                </a:lnTo>
                <a:lnTo>
                  <a:pt x="405" y="694"/>
                </a:lnTo>
                <a:lnTo>
                  <a:pt x="405" y="695"/>
                </a:lnTo>
                <a:lnTo>
                  <a:pt x="404" y="695"/>
                </a:lnTo>
                <a:lnTo>
                  <a:pt x="403" y="695"/>
                </a:lnTo>
                <a:lnTo>
                  <a:pt x="402" y="695"/>
                </a:lnTo>
                <a:lnTo>
                  <a:pt x="402" y="696"/>
                </a:lnTo>
                <a:lnTo>
                  <a:pt x="402" y="695"/>
                </a:lnTo>
                <a:lnTo>
                  <a:pt x="401" y="695"/>
                </a:lnTo>
                <a:lnTo>
                  <a:pt x="400" y="695"/>
                </a:lnTo>
                <a:lnTo>
                  <a:pt x="399" y="695"/>
                </a:lnTo>
                <a:lnTo>
                  <a:pt x="399" y="694"/>
                </a:lnTo>
                <a:lnTo>
                  <a:pt x="398" y="694"/>
                </a:lnTo>
                <a:lnTo>
                  <a:pt x="398" y="693"/>
                </a:lnTo>
                <a:lnTo>
                  <a:pt x="399" y="693"/>
                </a:lnTo>
                <a:lnTo>
                  <a:pt x="399" y="692"/>
                </a:lnTo>
                <a:lnTo>
                  <a:pt x="398" y="692"/>
                </a:lnTo>
                <a:lnTo>
                  <a:pt x="397" y="692"/>
                </a:lnTo>
                <a:lnTo>
                  <a:pt x="396" y="692"/>
                </a:lnTo>
                <a:lnTo>
                  <a:pt x="396" y="691"/>
                </a:lnTo>
                <a:lnTo>
                  <a:pt x="395" y="691"/>
                </a:lnTo>
                <a:lnTo>
                  <a:pt x="394" y="691"/>
                </a:lnTo>
                <a:lnTo>
                  <a:pt x="393" y="691"/>
                </a:lnTo>
                <a:lnTo>
                  <a:pt x="394" y="691"/>
                </a:lnTo>
                <a:lnTo>
                  <a:pt x="394" y="690"/>
                </a:lnTo>
                <a:lnTo>
                  <a:pt x="394" y="689"/>
                </a:lnTo>
                <a:lnTo>
                  <a:pt x="393" y="689"/>
                </a:lnTo>
                <a:lnTo>
                  <a:pt x="393" y="688"/>
                </a:lnTo>
                <a:lnTo>
                  <a:pt x="393" y="687"/>
                </a:lnTo>
                <a:lnTo>
                  <a:pt x="392" y="687"/>
                </a:lnTo>
                <a:lnTo>
                  <a:pt x="391" y="687"/>
                </a:lnTo>
                <a:lnTo>
                  <a:pt x="390" y="687"/>
                </a:lnTo>
                <a:lnTo>
                  <a:pt x="389" y="687"/>
                </a:lnTo>
                <a:lnTo>
                  <a:pt x="388" y="687"/>
                </a:lnTo>
                <a:lnTo>
                  <a:pt x="388" y="688"/>
                </a:lnTo>
                <a:lnTo>
                  <a:pt x="387" y="688"/>
                </a:lnTo>
                <a:lnTo>
                  <a:pt x="387" y="687"/>
                </a:lnTo>
                <a:lnTo>
                  <a:pt x="387" y="686"/>
                </a:lnTo>
                <a:lnTo>
                  <a:pt x="388" y="686"/>
                </a:lnTo>
                <a:lnTo>
                  <a:pt x="388" y="685"/>
                </a:lnTo>
                <a:lnTo>
                  <a:pt x="387" y="685"/>
                </a:lnTo>
                <a:lnTo>
                  <a:pt x="387" y="684"/>
                </a:lnTo>
                <a:lnTo>
                  <a:pt x="388" y="684"/>
                </a:lnTo>
                <a:lnTo>
                  <a:pt x="388" y="685"/>
                </a:lnTo>
                <a:lnTo>
                  <a:pt x="389" y="685"/>
                </a:lnTo>
                <a:lnTo>
                  <a:pt x="389" y="684"/>
                </a:lnTo>
                <a:lnTo>
                  <a:pt x="390" y="684"/>
                </a:lnTo>
                <a:lnTo>
                  <a:pt x="390" y="683"/>
                </a:lnTo>
                <a:lnTo>
                  <a:pt x="391" y="683"/>
                </a:lnTo>
                <a:lnTo>
                  <a:pt x="391" y="682"/>
                </a:lnTo>
                <a:lnTo>
                  <a:pt x="391" y="681"/>
                </a:lnTo>
                <a:lnTo>
                  <a:pt x="390" y="681"/>
                </a:lnTo>
                <a:lnTo>
                  <a:pt x="390" y="680"/>
                </a:lnTo>
                <a:lnTo>
                  <a:pt x="389" y="680"/>
                </a:lnTo>
                <a:lnTo>
                  <a:pt x="389" y="679"/>
                </a:lnTo>
                <a:lnTo>
                  <a:pt x="388" y="679"/>
                </a:lnTo>
                <a:lnTo>
                  <a:pt x="388" y="678"/>
                </a:lnTo>
                <a:lnTo>
                  <a:pt x="387" y="678"/>
                </a:lnTo>
                <a:lnTo>
                  <a:pt x="386" y="678"/>
                </a:lnTo>
                <a:lnTo>
                  <a:pt x="386" y="679"/>
                </a:lnTo>
                <a:lnTo>
                  <a:pt x="385" y="679"/>
                </a:lnTo>
                <a:lnTo>
                  <a:pt x="384" y="679"/>
                </a:lnTo>
                <a:lnTo>
                  <a:pt x="384" y="680"/>
                </a:lnTo>
                <a:lnTo>
                  <a:pt x="383" y="680"/>
                </a:lnTo>
                <a:lnTo>
                  <a:pt x="382" y="680"/>
                </a:lnTo>
                <a:lnTo>
                  <a:pt x="381" y="680"/>
                </a:lnTo>
                <a:lnTo>
                  <a:pt x="381" y="679"/>
                </a:lnTo>
                <a:lnTo>
                  <a:pt x="382" y="679"/>
                </a:lnTo>
                <a:lnTo>
                  <a:pt x="382" y="678"/>
                </a:lnTo>
                <a:lnTo>
                  <a:pt x="382" y="677"/>
                </a:lnTo>
                <a:lnTo>
                  <a:pt x="383" y="677"/>
                </a:lnTo>
                <a:lnTo>
                  <a:pt x="383" y="676"/>
                </a:lnTo>
                <a:lnTo>
                  <a:pt x="382" y="676"/>
                </a:lnTo>
                <a:lnTo>
                  <a:pt x="381" y="676"/>
                </a:lnTo>
                <a:lnTo>
                  <a:pt x="381" y="675"/>
                </a:lnTo>
                <a:lnTo>
                  <a:pt x="380" y="675"/>
                </a:lnTo>
                <a:lnTo>
                  <a:pt x="379" y="675"/>
                </a:lnTo>
                <a:lnTo>
                  <a:pt x="379" y="674"/>
                </a:lnTo>
                <a:lnTo>
                  <a:pt x="378" y="674"/>
                </a:lnTo>
                <a:lnTo>
                  <a:pt x="378" y="673"/>
                </a:lnTo>
                <a:lnTo>
                  <a:pt x="378" y="672"/>
                </a:lnTo>
                <a:lnTo>
                  <a:pt x="377" y="672"/>
                </a:lnTo>
                <a:lnTo>
                  <a:pt x="377" y="671"/>
                </a:lnTo>
                <a:lnTo>
                  <a:pt x="376" y="671"/>
                </a:lnTo>
                <a:lnTo>
                  <a:pt x="376" y="670"/>
                </a:lnTo>
                <a:lnTo>
                  <a:pt x="376" y="669"/>
                </a:lnTo>
                <a:lnTo>
                  <a:pt x="376" y="668"/>
                </a:lnTo>
                <a:lnTo>
                  <a:pt x="375" y="668"/>
                </a:lnTo>
                <a:lnTo>
                  <a:pt x="375" y="667"/>
                </a:lnTo>
                <a:lnTo>
                  <a:pt x="374" y="667"/>
                </a:lnTo>
                <a:lnTo>
                  <a:pt x="373" y="667"/>
                </a:lnTo>
                <a:lnTo>
                  <a:pt x="373" y="666"/>
                </a:lnTo>
                <a:lnTo>
                  <a:pt x="372" y="666"/>
                </a:lnTo>
                <a:lnTo>
                  <a:pt x="372" y="667"/>
                </a:lnTo>
                <a:lnTo>
                  <a:pt x="372" y="668"/>
                </a:lnTo>
                <a:lnTo>
                  <a:pt x="371" y="668"/>
                </a:lnTo>
                <a:lnTo>
                  <a:pt x="370" y="668"/>
                </a:lnTo>
                <a:lnTo>
                  <a:pt x="370" y="669"/>
                </a:lnTo>
                <a:lnTo>
                  <a:pt x="369" y="669"/>
                </a:lnTo>
                <a:lnTo>
                  <a:pt x="369" y="668"/>
                </a:lnTo>
                <a:lnTo>
                  <a:pt x="368" y="668"/>
                </a:lnTo>
                <a:lnTo>
                  <a:pt x="368" y="667"/>
                </a:lnTo>
                <a:lnTo>
                  <a:pt x="367" y="667"/>
                </a:lnTo>
                <a:lnTo>
                  <a:pt x="368" y="667"/>
                </a:lnTo>
                <a:lnTo>
                  <a:pt x="368" y="666"/>
                </a:lnTo>
                <a:lnTo>
                  <a:pt x="367" y="666"/>
                </a:lnTo>
                <a:lnTo>
                  <a:pt x="367" y="665"/>
                </a:lnTo>
                <a:lnTo>
                  <a:pt x="366" y="665"/>
                </a:lnTo>
                <a:lnTo>
                  <a:pt x="366" y="666"/>
                </a:lnTo>
                <a:lnTo>
                  <a:pt x="366" y="665"/>
                </a:lnTo>
                <a:lnTo>
                  <a:pt x="365" y="665"/>
                </a:lnTo>
                <a:lnTo>
                  <a:pt x="364" y="665"/>
                </a:lnTo>
                <a:lnTo>
                  <a:pt x="364" y="664"/>
                </a:lnTo>
                <a:lnTo>
                  <a:pt x="363" y="664"/>
                </a:lnTo>
                <a:lnTo>
                  <a:pt x="363" y="663"/>
                </a:lnTo>
                <a:lnTo>
                  <a:pt x="362" y="663"/>
                </a:lnTo>
                <a:lnTo>
                  <a:pt x="362" y="662"/>
                </a:lnTo>
                <a:lnTo>
                  <a:pt x="361" y="662"/>
                </a:lnTo>
                <a:lnTo>
                  <a:pt x="361" y="661"/>
                </a:lnTo>
                <a:lnTo>
                  <a:pt x="360" y="661"/>
                </a:lnTo>
                <a:lnTo>
                  <a:pt x="359" y="661"/>
                </a:lnTo>
                <a:lnTo>
                  <a:pt x="359" y="660"/>
                </a:lnTo>
                <a:lnTo>
                  <a:pt x="359" y="661"/>
                </a:lnTo>
                <a:lnTo>
                  <a:pt x="359" y="662"/>
                </a:lnTo>
                <a:lnTo>
                  <a:pt x="358" y="662"/>
                </a:lnTo>
                <a:lnTo>
                  <a:pt x="357" y="662"/>
                </a:lnTo>
                <a:lnTo>
                  <a:pt x="357" y="661"/>
                </a:lnTo>
                <a:lnTo>
                  <a:pt x="356" y="661"/>
                </a:lnTo>
                <a:lnTo>
                  <a:pt x="356" y="660"/>
                </a:lnTo>
                <a:lnTo>
                  <a:pt x="356" y="659"/>
                </a:lnTo>
                <a:lnTo>
                  <a:pt x="355" y="659"/>
                </a:lnTo>
                <a:lnTo>
                  <a:pt x="355" y="658"/>
                </a:lnTo>
                <a:lnTo>
                  <a:pt x="354" y="658"/>
                </a:lnTo>
                <a:lnTo>
                  <a:pt x="354" y="659"/>
                </a:lnTo>
                <a:lnTo>
                  <a:pt x="353" y="659"/>
                </a:lnTo>
                <a:lnTo>
                  <a:pt x="352" y="659"/>
                </a:lnTo>
                <a:lnTo>
                  <a:pt x="351" y="659"/>
                </a:lnTo>
                <a:lnTo>
                  <a:pt x="350" y="659"/>
                </a:lnTo>
                <a:lnTo>
                  <a:pt x="350" y="658"/>
                </a:lnTo>
                <a:lnTo>
                  <a:pt x="350" y="657"/>
                </a:lnTo>
                <a:lnTo>
                  <a:pt x="349" y="657"/>
                </a:lnTo>
                <a:lnTo>
                  <a:pt x="348" y="657"/>
                </a:lnTo>
                <a:lnTo>
                  <a:pt x="348" y="656"/>
                </a:lnTo>
                <a:lnTo>
                  <a:pt x="347" y="656"/>
                </a:lnTo>
                <a:lnTo>
                  <a:pt x="347" y="655"/>
                </a:lnTo>
                <a:lnTo>
                  <a:pt x="346" y="656"/>
                </a:lnTo>
                <a:lnTo>
                  <a:pt x="346" y="657"/>
                </a:lnTo>
                <a:lnTo>
                  <a:pt x="345" y="657"/>
                </a:lnTo>
                <a:lnTo>
                  <a:pt x="345" y="656"/>
                </a:lnTo>
                <a:lnTo>
                  <a:pt x="344" y="656"/>
                </a:lnTo>
                <a:lnTo>
                  <a:pt x="344" y="657"/>
                </a:lnTo>
                <a:lnTo>
                  <a:pt x="344" y="656"/>
                </a:lnTo>
                <a:lnTo>
                  <a:pt x="343" y="656"/>
                </a:lnTo>
                <a:lnTo>
                  <a:pt x="342" y="656"/>
                </a:lnTo>
                <a:lnTo>
                  <a:pt x="341" y="656"/>
                </a:lnTo>
                <a:lnTo>
                  <a:pt x="340" y="656"/>
                </a:lnTo>
                <a:lnTo>
                  <a:pt x="340" y="657"/>
                </a:lnTo>
                <a:lnTo>
                  <a:pt x="340" y="656"/>
                </a:lnTo>
                <a:lnTo>
                  <a:pt x="340" y="655"/>
                </a:lnTo>
                <a:lnTo>
                  <a:pt x="340" y="654"/>
                </a:lnTo>
                <a:lnTo>
                  <a:pt x="341" y="654"/>
                </a:lnTo>
                <a:lnTo>
                  <a:pt x="341" y="653"/>
                </a:lnTo>
                <a:lnTo>
                  <a:pt x="341" y="652"/>
                </a:lnTo>
                <a:lnTo>
                  <a:pt x="342" y="652"/>
                </a:lnTo>
                <a:lnTo>
                  <a:pt x="341" y="652"/>
                </a:lnTo>
                <a:lnTo>
                  <a:pt x="341" y="651"/>
                </a:lnTo>
                <a:lnTo>
                  <a:pt x="340" y="651"/>
                </a:lnTo>
                <a:lnTo>
                  <a:pt x="341" y="651"/>
                </a:lnTo>
                <a:lnTo>
                  <a:pt x="341" y="650"/>
                </a:lnTo>
                <a:lnTo>
                  <a:pt x="342" y="650"/>
                </a:lnTo>
                <a:lnTo>
                  <a:pt x="342" y="649"/>
                </a:lnTo>
                <a:lnTo>
                  <a:pt x="343" y="649"/>
                </a:lnTo>
                <a:lnTo>
                  <a:pt x="342" y="649"/>
                </a:lnTo>
                <a:lnTo>
                  <a:pt x="343" y="649"/>
                </a:lnTo>
                <a:lnTo>
                  <a:pt x="343" y="648"/>
                </a:lnTo>
                <a:lnTo>
                  <a:pt x="343" y="647"/>
                </a:lnTo>
                <a:lnTo>
                  <a:pt x="342" y="647"/>
                </a:lnTo>
                <a:lnTo>
                  <a:pt x="341" y="647"/>
                </a:lnTo>
                <a:lnTo>
                  <a:pt x="341" y="646"/>
                </a:lnTo>
                <a:lnTo>
                  <a:pt x="342" y="646"/>
                </a:lnTo>
                <a:lnTo>
                  <a:pt x="342" y="645"/>
                </a:lnTo>
                <a:lnTo>
                  <a:pt x="341" y="645"/>
                </a:lnTo>
                <a:lnTo>
                  <a:pt x="342" y="645"/>
                </a:lnTo>
                <a:lnTo>
                  <a:pt x="342" y="644"/>
                </a:lnTo>
                <a:lnTo>
                  <a:pt x="341" y="644"/>
                </a:lnTo>
                <a:lnTo>
                  <a:pt x="340" y="644"/>
                </a:lnTo>
                <a:lnTo>
                  <a:pt x="339" y="644"/>
                </a:lnTo>
                <a:lnTo>
                  <a:pt x="338" y="644"/>
                </a:lnTo>
                <a:lnTo>
                  <a:pt x="338" y="643"/>
                </a:lnTo>
                <a:lnTo>
                  <a:pt x="337" y="643"/>
                </a:lnTo>
                <a:lnTo>
                  <a:pt x="337" y="642"/>
                </a:lnTo>
                <a:lnTo>
                  <a:pt x="337" y="641"/>
                </a:lnTo>
                <a:lnTo>
                  <a:pt x="337" y="640"/>
                </a:lnTo>
                <a:lnTo>
                  <a:pt x="336" y="640"/>
                </a:lnTo>
                <a:lnTo>
                  <a:pt x="335" y="640"/>
                </a:lnTo>
                <a:lnTo>
                  <a:pt x="334" y="640"/>
                </a:lnTo>
                <a:lnTo>
                  <a:pt x="334" y="639"/>
                </a:lnTo>
                <a:lnTo>
                  <a:pt x="334" y="638"/>
                </a:lnTo>
                <a:lnTo>
                  <a:pt x="334" y="637"/>
                </a:lnTo>
                <a:lnTo>
                  <a:pt x="335" y="637"/>
                </a:lnTo>
                <a:lnTo>
                  <a:pt x="335" y="636"/>
                </a:lnTo>
                <a:lnTo>
                  <a:pt x="335" y="635"/>
                </a:lnTo>
                <a:lnTo>
                  <a:pt x="335" y="634"/>
                </a:lnTo>
                <a:lnTo>
                  <a:pt x="335" y="633"/>
                </a:lnTo>
                <a:lnTo>
                  <a:pt x="336" y="633"/>
                </a:lnTo>
                <a:lnTo>
                  <a:pt x="336" y="632"/>
                </a:lnTo>
                <a:lnTo>
                  <a:pt x="336" y="631"/>
                </a:lnTo>
                <a:lnTo>
                  <a:pt x="335" y="631"/>
                </a:lnTo>
                <a:lnTo>
                  <a:pt x="335" y="630"/>
                </a:lnTo>
                <a:lnTo>
                  <a:pt x="336" y="630"/>
                </a:lnTo>
                <a:lnTo>
                  <a:pt x="335" y="630"/>
                </a:lnTo>
                <a:lnTo>
                  <a:pt x="335" y="629"/>
                </a:lnTo>
                <a:lnTo>
                  <a:pt x="335" y="628"/>
                </a:lnTo>
                <a:lnTo>
                  <a:pt x="334" y="628"/>
                </a:lnTo>
                <a:lnTo>
                  <a:pt x="333" y="628"/>
                </a:lnTo>
                <a:lnTo>
                  <a:pt x="333" y="627"/>
                </a:lnTo>
                <a:lnTo>
                  <a:pt x="332" y="627"/>
                </a:lnTo>
                <a:lnTo>
                  <a:pt x="332" y="626"/>
                </a:lnTo>
                <a:lnTo>
                  <a:pt x="332" y="627"/>
                </a:lnTo>
                <a:lnTo>
                  <a:pt x="331" y="627"/>
                </a:lnTo>
                <a:lnTo>
                  <a:pt x="330" y="627"/>
                </a:lnTo>
                <a:lnTo>
                  <a:pt x="331" y="627"/>
                </a:lnTo>
                <a:lnTo>
                  <a:pt x="331" y="628"/>
                </a:lnTo>
                <a:lnTo>
                  <a:pt x="330" y="628"/>
                </a:lnTo>
                <a:lnTo>
                  <a:pt x="330" y="629"/>
                </a:lnTo>
                <a:lnTo>
                  <a:pt x="329" y="629"/>
                </a:lnTo>
                <a:lnTo>
                  <a:pt x="329" y="628"/>
                </a:lnTo>
                <a:lnTo>
                  <a:pt x="328" y="628"/>
                </a:lnTo>
                <a:lnTo>
                  <a:pt x="328" y="629"/>
                </a:lnTo>
                <a:lnTo>
                  <a:pt x="327" y="629"/>
                </a:lnTo>
                <a:lnTo>
                  <a:pt x="327" y="628"/>
                </a:lnTo>
                <a:lnTo>
                  <a:pt x="326" y="628"/>
                </a:lnTo>
                <a:lnTo>
                  <a:pt x="326" y="629"/>
                </a:lnTo>
                <a:lnTo>
                  <a:pt x="326" y="630"/>
                </a:lnTo>
                <a:lnTo>
                  <a:pt x="326" y="629"/>
                </a:lnTo>
                <a:lnTo>
                  <a:pt x="326" y="630"/>
                </a:lnTo>
                <a:lnTo>
                  <a:pt x="325" y="630"/>
                </a:lnTo>
                <a:lnTo>
                  <a:pt x="324" y="630"/>
                </a:lnTo>
                <a:lnTo>
                  <a:pt x="323" y="630"/>
                </a:lnTo>
                <a:lnTo>
                  <a:pt x="323" y="629"/>
                </a:lnTo>
                <a:lnTo>
                  <a:pt x="322" y="629"/>
                </a:lnTo>
                <a:lnTo>
                  <a:pt x="322" y="628"/>
                </a:lnTo>
                <a:lnTo>
                  <a:pt x="322" y="629"/>
                </a:lnTo>
                <a:lnTo>
                  <a:pt x="321" y="629"/>
                </a:lnTo>
                <a:lnTo>
                  <a:pt x="321" y="628"/>
                </a:lnTo>
                <a:lnTo>
                  <a:pt x="321" y="627"/>
                </a:lnTo>
                <a:lnTo>
                  <a:pt x="320" y="627"/>
                </a:lnTo>
                <a:lnTo>
                  <a:pt x="320" y="628"/>
                </a:lnTo>
                <a:lnTo>
                  <a:pt x="319" y="628"/>
                </a:lnTo>
                <a:lnTo>
                  <a:pt x="318" y="628"/>
                </a:lnTo>
                <a:lnTo>
                  <a:pt x="318" y="627"/>
                </a:lnTo>
                <a:lnTo>
                  <a:pt x="317" y="627"/>
                </a:lnTo>
                <a:lnTo>
                  <a:pt x="316" y="627"/>
                </a:lnTo>
                <a:lnTo>
                  <a:pt x="315" y="627"/>
                </a:lnTo>
                <a:lnTo>
                  <a:pt x="315" y="626"/>
                </a:lnTo>
                <a:lnTo>
                  <a:pt x="314" y="626"/>
                </a:lnTo>
                <a:lnTo>
                  <a:pt x="314" y="625"/>
                </a:lnTo>
                <a:lnTo>
                  <a:pt x="313" y="625"/>
                </a:lnTo>
                <a:lnTo>
                  <a:pt x="312" y="625"/>
                </a:lnTo>
                <a:lnTo>
                  <a:pt x="312" y="624"/>
                </a:lnTo>
                <a:lnTo>
                  <a:pt x="311" y="624"/>
                </a:lnTo>
                <a:lnTo>
                  <a:pt x="311" y="625"/>
                </a:lnTo>
                <a:lnTo>
                  <a:pt x="310" y="625"/>
                </a:lnTo>
                <a:lnTo>
                  <a:pt x="309" y="625"/>
                </a:lnTo>
                <a:lnTo>
                  <a:pt x="308" y="625"/>
                </a:lnTo>
                <a:lnTo>
                  <a:pt x="308" y="624"/>
                </a:lnTo>
                <a:lnTo>
                  <a:pt x="307" y="624"/>
                </a:lnTo>
                <a:lnTo>
                  <a:pt x="306" y="624"/>
                </a:lnTo>
                <a:lnTo>
                  <a:pt x="305" y="624"/>
                </a:lnTo>
                <a:lnTo>
                  <a:pt x="304" y="624"/>
                </a:lnTo>
                <a:lnTo>
                  <a:pt x="303" y="624"/>
                </a:lnTo>
                <a:lnTo>
                  <a:pt x="302" y="624"/>
                </a:lnTo>
                <a:lnTo>
                  <a:pt x="302" y="623"/>
                </a:lnTo>
                <a:lnTo>
                  <a:pt x="301" y="623"/>
                </a:lnTo>
                <a:lnTo>
                  <a:pt x="301" y="622"/>
                </a:lnTo>
                <a:lnTo>
                  <a:pt x="300" y="622"/>
                </a:lnTo>
                <a:lnTo>
                  <a:pt x="300" y="621"/>
                </a:lnTo>
                <a:lnTo>
                  <a:pt x="299" y="621"/>
                </a:lnTo>
                <a:lnTo>
                  <a:pt x="298" y="621"/>
                </a:lnTo>
                <a:lnTo>
                  <a:pt x="298" y="620"/>
                </a:lnTo>
                <a:lnTo>
                  <a:pt x="297" y="620"/>
                </a:lnTo>
                <a:lnTo>
                  <a:pt x="296" y="620"/>
                </a:lnTo>
                <a:lnTo>
                  <a:pt x="296" y="619"/>
                </a:lnTo>
                <a:lnTo>
                  <a:pt x="295" y="619"/>
                </a:lnTo>
                <a:lnTo>
                  <a:pt x="294" y="619"/>
                </a:lnTo>
                <a:lnTo>
                  <a:pt x="293" y="619"/>
                </a:lnTo>
                <a:lnTo>
                  <a:pt x="293" y="618"/>
                </a:lnTo>
                <a:lnTo>
                  <a:pt x="292" y="618"/>
                </a:lnTo>
                <a:lnTo>
                  <a:pt x="291" y="618"/>
                </a:lnTo>
                <a:lnTo>
                  <a:pt x="291" y="617"/>
                </a:lnTo>
                <a:lnTo>
                  <a:pt x="291" y="618"/>
                </a:lnTo>
                <a:lnTo>
                  <a:pt x="290" y="618"/>
                </a:lnTo>
                <a:lnTo>
                  <a:pt x="290" y="619"/>
                </a:lnTo>
                <a:lnTo>
                  <a:pt x="291" y="619"/>
                </a:lnTo>
                <a:lnTo>
                  <a:pt x="291" y="620"/>
                </a:lnTo>
                <a:lnTo>
                  <a:pt x="290" y="620"/>
                </a:lnTo>
                <a:lnTo>
                  <a:pt x="290" y="621"/>
                </a:lnTo>
                <a:lnTo>
                  <a:pt x="289" y="621"/>
                </a:lnTo>
                <a:lnTo>
                  <a:pt x="288" y="621"/>
                </a:lnTo>
                <a:lnTo>
                  <a:pt x="288" y="620"/>
                </a:lnTo>
                <a:lnTo>
                  <a:pt x="287" y="620"/>
                </a:lnTo>
                <a:lnTo>
                  <a:pt x="286" y="620"/>
                </a:lnTo>
                <a:lnTo>
                  <a:pt x="286" y="619"/>
                </a:lnTo>
                <a:lnTo>
                  <a:pt x="285" y="619"/>
                </a:lnTo>
                <a:lnTo>
                  <a:pt x="285" y="620"/>
                </a:lnTo>
                <a:lnTo>
                  <a:pt x="285" y="621"/>
                </a:lnTo>
                <a:lnTo>
                  <a:pt x="285" y="622"/>
                </a:lnTo>
                <a:lnTo>
                  <a:pt x="284" y="622"/>
                </a:lnTo>
                <a:lnTo>
                  <a:pt x="284" y="624"/>
                </a:lnTo>
                <a:lnTo>
                  <a:pt x="284" y="625"/>
                </a:lnTo>
                <a:lnTo>
                  <a:pt x="285" y="625"/>
                </a:lnTo>
                <a:lnTo>
                  <a:pt x="284" y="625"/>
                </a:lnTo>
                <a:lnTo>
                  <a:pt x="283" y="625"/>
                </a:lnTo>
                <a:lnTo>
                  <a:pt x="282" y="625"/>
                </a:lnTo>
                <a:lnTo>
                  <a:pt x="281" y="625"/>
                </a:lnTo>
                <a:lnTo>
                  <a:pt x="281" y="624"/>
                </a:lnTo>
                <a:lnTo>
                  <a:pt x="280" y="624"/>
                </a:lnTo>
                <a:lnTo>
                  <a:pt x="279" y="624"/>
                </a:lnTo>
                <a:lnTo>
                  <a:pt x="278" y="624"/>
                </a:lnTo>
                <a:lnTo>
                  <a:pt x="277" y="623"/>
                </a:lnTo>
                <a:lnTo>
                  <a:pt x="277" y="622"/>
                </a:lnTo>
                <a:lnTo>
                  <a:pt x="276" y="622"/>
                </a:lnTo>
                <a:lnTo>
                  <a:pt x="276" y="621"/>
                </a:lnTo>
                <a:lnTo>
                  <a:pt x="275" y="621"/>
                </a:lnTo>
                <a:lnTo>
                  <a:pt x="274" y="621"/>
                </a:lnTo>
                <a:lnTo>
                  <a:pt x="274" y="620"/>
                </a:lnTo>
                <a:lnTo>
                  <a:pt x="274" y="621"/>
                </a:lnTo>
                <a:lnTo>
                  <a:pt x="273" y="620"/>
                </a:lnTo>
                <a:lnTo>
                  <a:pt x="271" y="620"/>
                </a:lnTo>
                <a:lnTo>
                  <a:pt x="271" y="621"/>
                </a:lnTo>
                <a:lnTo>
                  <a:pt x="271" y="622"/>
                </a:lnTo>
                <a:lnTo>
                  <a:pt x="271" y="623"/>
                </a:lnTo>
                <a:lnTo>
                  <a:pt x="272" y="623"/>
                </a:lnTo>
                <a:lnTo>
                  <a:pt x="272" y="624"/>
                </a:lnTo>
                <a:lnTo>
                  <a:pt x="273" y="624"/>
                </a:lnTo>
                <a:lnTo>
                  <a:pt x="273" y="625"/>
                </a:lnTo>
                <a:lnTo>
                  <a:pt x="272" y="625"/>
                </a:lnTo>
                <a:lnTo>
                  <a:pt x="271" y="625"/>
                </a:lnTo>
                <a:lnTo>
                  <a:pt x="270" y="625"/>
                </a:lnTo>
                <a:lnTo>
                  <a:pt x="270" y="626"/>
                </a:lnTo>
                <a:lnTo>
                  <a:pt x="271" y="626"/>
                </a:lnTo>
                <a:lnTo>
                  <a:pt x="271" y="627"/>
                </a:lnTo>
                <a:lnTo>
                  <a:pt x="271" y="628"/>
                </a:lnTo>
                <a:lnTo>
                  <a:pt x="271" y="629"/>
                </a:lnTo>
                <a:lnTo>
                  <a:pt x="271" y="630"/>
                </a:lnTo>
                <a:lnTo>
                  <a:pt x="270" y="630"/>
                </a:lnTo>
                <a:lnTo>
                  <a:pt x="271" y="630"/>
                </a:lnTo>
                <a:lnTo>
                  <a:pt x="271" y="631"/>
                </a:lnTo>
                <a:lnTo>
                  <a:pt x="272" y="631"/>
                </a:lnTo>
                <a:lnTo>
                  <a:pt x="272" y="632"/>
                </a:lnTo>
                <a:lnTo>
                  <a:pt x="273" y="632"/>
                </a:lnTo>
                <a:lnTo>
                  <a:pt x="272" y="632"/>
                </a:lnTo>
                <a:lnTo>
                  <a:pt x="272" y="633"/>
                </a:lnTo>
                <a:lnTo>
                  <a:pt x="271" y="633"/>
                </a:lnTo>
                <a:lnTo>
                  <a:pt x="271" y="634"/>
                </a:lnTo>
                <a:lnTo>
                  <a:pt x="272" y="634"/>
                </a:lnTo>
                <a:lnTo>
                  <a:pt x="272" y="635"/>
                </a:lnTo>
                <a:lnTo>
                  <a:pt x="272" y="636"/>
                </a:lnTo>
                <a:lnTo>
                  <a:pt x="271" y="636"/>
                </a:lnTo>
                <a:lnTo>
                  <a:pt x="271" y="637"/>
                </a:lnTo>
                <a:lnTo>
                  <a:pt x="270" y="637"/>
                </a:lnTo>
                <a:lnTo>
                  <a:pt x="270" y="638"/>
                </a:lnTo>
                <a:lnTo>
                  <a:pt x="270" y="639"/>
                </a:lnTo>
                <a:lnTo>
                  <a:pt x="270" y="640"/>
                </a:lnTo>
                <a:lnTo>
                  <a:pt x="270" y="641"/>
                </a:lnTo>
                <a:lnTo>
                  <a:pt x="270" y="642"/>
                </a:lnTo>
                <a:lnTo>
                  <a:pt x="270" y="643"/>
                </a:lnTo>
                <a:lnTo>
                  <a:pt x="269" y="643"/>
                </a:lnTo>
                <a:lnTo>
                  <a:pt x="268" y="643"/>
                </a:lnTo>
                <a:lnTo>
                  <a:pt x="268" y="644"/>
                </a:lnTo>
                <a:lnTo>
                  <a:pt x="267" y="644"/>
                </a:lnTo>
                <a:lnTo>
                  <a:pt x="267" y="645"/>
                </a:lnTo>
                <a:lnTo>
                  <a:pt x="266" y="645"/>
                </a:lnTo>
                <a:lnTo>
                  <a:pt x="266" y="646"/>
                </a:lnTo>
                <a:lnTo>
                  <a:pt x="265" y="646"/>
                </a:lnTo>
                <a:lnTo>
                  <a:pt x="265" y="647"/>
                </a:lnTo>
                <a:lnTo>
                  <a:pt x="265" y="648"/>
                </a:lnTo>
                <a:lnTo>
                  <a:pt x="264" y="648"/>
                </a:lnTo>
                <a:lnTo>
                  <a:pt x="263" y="648"/>
                </a:lnTo>
                <a:lnTo>
                  <a:pt x="263" y="647"/>
                </a:lnTo>
                <a:lnTo>
                  <a:pt x="262" y="647"/>
                </a:lnTo>
                <a:lnTo>
                  <a:pt x="263" y="647"/>
                </a:lnTo>
                <a:lnTo>
                  <a:pt x="262" y="647"/>
                </a:lnTo>
                <a:lnTo>
                  <a:pt x="261" y="647"/>
                </a:lnTo>
                <a:lnTo>
                  <a:pt x="260" y="647"/>
                </a:lnTo>
                <a:lnTo>
                  <a:pt x="259" y="647"/>
                </a:lnTo>
                <a:lnTo>
                  <a:pt x="259" y="648"/>
                </a:lnTo>
                <a:lnTo>
                  <a:pt x="258" y="648"/>
                </a:lnTo>
                <a:lnTo>
                  <a:pt x="258" y="649"/>
                </a:lnTo>
                <a:lnTo>
                  <a:pt x="259" y="649"/>
                </a:lnTo>
                <a:lnTo>
                  <a:pt x="259" y="650"/>
                </a:lnTo>
                <a:lnTo>
                  <a:pt x="260" y="650"/>
                </a:lnTo>
                <a:lnTo>
                  <a:pt x="260" y="651"/>
                </a:lnTo>
                <a:lnTo>
                  <a:pt x="260" y="652"/>
                </a:lnTo>
                <a:lnTo>
                  <a:pt x="261" y="652"/>
                </a:lnTo>
                <a:lnTo>
                  <a:pt x="260" y="652"/>
                </a:lnTo>
                <a:lnTo>
                  <a:pt x="260" y="653"/>
                </a:lnTo>
                <a:lnTo>
                  <a:pt x="261" y="653"/>
                </a:lnTo>
                <a:lnTo>
                  <a:pt x="261" y="654"/>
                </a:lnTo>
                <a:lnTo>
                  <a:pt x="261" y="655"/>
                </a:lnTo>
                <a:lnTo>
                  <a:pt x="260" y="655"/>
                </a:lnTo>
                <a:lnTo>
                  <a:pt x="261" y="655"/>
                </a:lnTo>
                <a:lnTo>
                  <a:pt x="261" y="656"/>
                </a:lnTo>
                <a:lnTo>
                  <a:pt x="260" y="656"/>
                </a:lnTo>
                <a:lnTo>
                  <a:pt x="260" y="657"/>
                </a:lnTo>
                <a:lnTo>
                  <a:pt x="259" y="657"/>
                </a:lnTo>
                <a:lnTo>
                  <a:pt x="259" y="658"/>
                </a:lnTo>
                <a:lnTo>
                  <a:pt x="259" y="659"/>
                </a:lnTo>
                <a:lnTo>
                  <a:pt x="258" y="659"/>
                </a:lnTo>
                <a:lnTo>
                  <a:pt x="257" y="659"/>
                </a:lnTo>
                <a:lnTo>
                  <a:pt x="257" y="660"/>
                </a:lnTo>
                <a:lnTo>
                  <a:pt x="256" y="660"/>
                </a:lnTo>
                <a:lnTo>
                  <a:pt x="257" y="660"/>
                </a:lnTo>
                <a:lnTo>
                  <a:pt x="257" y="661"/>
                </a:lnTo>
                <a:lnTo>
                  <a:pt x="258" y="661"/>
                </a:lnTo>
                <a:lnTo>
                  <a:pt x="257" y="661"/>
                </a:lnTo>
                <a:lnTo>
                  <a:pt x="257" y="662"/>
                </a:lnTo>
                <a:lnTo>
                  <a:pt x="256" y="662"/>
                </a:lnTo>
                <a:lnTo>
                  <a:pt x="256" y="663"/>
                </a:lnTo>
                <a:lnTo>
                  <a:pt x="254" y="663"/>
                </a:lnTo>
                <a:lnTo>
                  <a:pt x="254" y="662"/>
                </a:lnTo>
                <a:lnTo>
                  <a:pt x="253" y="661"/>
                </a:lnTo>
                <a:lnTo>
                  <a:pt x="252" y="661"/>
                </a:lnTo>
                <a:lnTo>
                  <a:pt x="252" y="662"/>
                </a:lnTo>
                <a:lnTo>
                  <a:pt x="251" y="662"/>
                </a:lnTo>
                <a:lnTo>
                  <a:pt x="250" y="662"/>
                </a:lnTo>
                <a:lnTo>
                  <a:pt x="249" y="662"/>
                </a:lnTo>
                <a:lnTo>
                  <a:pt x="248" y="662"/>
                </a:lnTo>
                <a:lnTo>
                  <a:pt x="247" y="662"/>
                </a:lnTo>
                <a:lnTo>
                  <a:pt x="246" y="662"/>
                </a:lnTo>
                <a:lnTo>
                  <a:pt x="246" y="661"/>
                </a:lnTo>
                <a:lnTo>
                  <a:pt x="246" y="660"/>
                </a:lnTo>
                <a:lnTo>
                  <a:pt x="245" y="660"/>
                </a:lnTo>
                <a:lnTo>
                  <a:pt x="244" y="660"/>
                </a:lnTo>
                <a:lnTo>
                  <a:pt x="244" y="659"/>
                </a:lnTo>
                <a:lnTo>
                  <a:pt x="244" y="658"/>
                </a:lnTo>
                <a:lnTo>
                  <a:pt x="243" y="658"/>
                </a:lnTo>
                <a:lnTo>
                  <a:pt x="243" y="657"/>
                </a:lnTo>
                <a:lnTo>
                  <a:pt x="244" y="657"/>
                </a:lnTo>
                <a:lnTo>
                  <a:pt x="244" y="656"/>
                </a:lnTo>
                <a:lnTo>
                  <a:pt x="244" y="655"/>
                </a:lnTo>
                <a:lnTo>
                  <a:pt x="244" y="654"/>
                </a:lnTo>
                <a:lnTo>
                  <a:pt x="244" y="653"/>
                </a:lnTo>
                <a:lnTo>
                  <a:pt x="243" y="653"/>
                </a:lnTo>
                <a:lnTo>
                  <a:pt x="242" y="653"/>
                </a:lnTo>
                <a:lnTo>
                  <a:pt x="242" y="652"/>
                </a:lnTo>
                <a:lnTo>
                  <a:pt x="242" y="651"/>
                </a:lnTo>
                <a:lnTo>
                  <a:pt x="242" y="650"/>
                </a:lnTo>
                <a:lnTo>
                  <a:pt x="242" y="648"/>
                </a:lnTo>
                <a:lnTo>
                  <a:pt x="242" y="647"/>
                </a:lnTo>
                <a:lnTo>
                  <a:pt x="241" y="647"/>
                </a:lnTo>
                <a:lnTo>
                  <a:pt x="240" y="647"/>
                </a:lnTo>
                <a:lnTo>
                  <a:pt x="240" y="646"/>
                </a:lnTo>
                <a:lnTo>
                  <a:pt x="240" y="645"/>
                </a:lnTo>
                <a:lnTo>
                  <a:pt x="239" y="645"/>
                </a:lnTo>
                <a:lnTo>
                  <a:pt x="239" y="644"/>
                </a:lnTo>
                <a:lnTo>
                  <a:pt x="238" y="644"/>
                </a:lnTo>
                <a:lnTo>
                  <a:pt x="238" y="643"/>
                </a:lnTo>
                <a:lnTo>
                  <a:pt x="238" y="642"/>
                </a:lnTo>
                <a:lnTo>
                  <a:pt x="239" y="642"/>
                </a:lnTo>
                <a:lnTo>
                  <a:pt x="238" y="642"/>
                </a:lnTo>
                <a:lnTo>
                  <a:pt x="238" y="641"/>
                </a:lnTo>
                <a:lnTo>
                  <a:pt x="237" y="641"/>
                </a:lnTo>
                <a:lnTo>
                  <a:pt x="237" y="640"/>
                </a:lnTo>
                <a:lnTo>
                  <a:pt x="237" y="639"/>
                </a:lnTo>
                <a:lnTo>
                  <a:pt x="237" y="638"/>
                </a:lnTo>
                <a:lnTo>
                  <a:pt x="236" y="638"/>
                </a:lnTo>
                <a:lnTo>
                  <a:pt x="236" y="637"/>
                </a:lnTo>
                <a:lnTo>
                  <a:pt x="235" y="637"/>
                </a:lnTo>
                <a:lnTo>
                  <a:pt x="235" y="636"/>
                </a:lnTo>
                <a:lnTo>
                  <a:pt x="234" y="636"/>
                </a:lnTo>
                <a:lnTo>
                  <a:pt x="233" y="636"/>
                </a:lnTo>
                <a:lnTo>
                  <a:pt x="231" y="636"/>
                </a:lnTo>
                <a:lnTo>
                  <a:pt x="230" y="636"/>
                </a:lnTo>
                <a:lnTo>
                  <a:pt x="229" y="636"/>
                </a:lnTo>
                <a:lnTo>
                  <a:pt x="228" y="636"/>
                </a:lnTo>
                <a:lnTo>
                  <a:pt x="228" y="635"/>
                </a:lnTo>
                <a:lnTo>
                  <a:pt x="228" y="634"/>
                </a:lnTo>
                <a:lnTo>
                  <a:pt x="227" y="634"/>
                </a:lnTo>
                <a:lnTo>
                  <a:pt x="227" y="633"/>
                </a:lnTo>
                <a:lnTo>
                  <a:pt x="226" y="633"/>
                </a:lnTo>
                <a:lnTo>
                  <a:pt x="226" y="632"/>
                </a:lnTo>
                <a:lnTo>
                  <a:pt x="225" y="632"/>
                </a:lnTo>
                <a:lnTo>
                  <a:pt x="224" y="632"/>
                </a:lnTo>
                <a:lnTo>
                  <a:pt x="224" y="633"/>
                </a:lnTo>
                <a:lnTo>
                  <a:pt x="224" y="632"/>
                </a:lnTo>
                <a:lnTo>
                  <a:pt x="223" y="632"/>
                </a:lnTo>
                <a:lnTo>
                  <a:pt x="223" y="631"/>
                </a:lnTo>
                <a:lnTo>
                  <a:pt x="222" y="631"/>
                </a:lnTo>
                <a:lnTo>
                  <a:pt x="221" y="631"/>
                </a:lnTo>
                <a:lnTo>
                  <a:pt x="220" y="631"/>
                </a:lnTo>
                <a:lnTo>
                  <a:pt x="219" y="631"/>
                </a:lnTo>
                <a:lnTo>
                  <a:pt x="218" y="631"/>
                </a:lnTo>
                <a:lnTo>
                  <a:pt x="218" y="630"/>
                </a:lnTo>
                <a:lnTo>
                  <a:pt x="217" y="630"/>
                </a:lnTo>
                <a:lnTo>
                  <a:pt x="217" y="629"/>
                </a:lnTo>
                <a:lnTo>
                  <a:pt x="216" y="629"/>
                </a:lnTo>
                <a:lnTo>
                  <a:pt x="216" y="628"/>
                </a:lnTo>
                <a:lnTo>
                  <a:pt x="215" y="628"/>
                </a:lnTo>
                <a:lnTo>
                  <a:pt x="215" y="627"/>
                </a:lnTo>
                <a:lnTo>
                  <a:pt x="214" y="626"/>
                </a:lnTo>
                <a:lnTo>
                  <a:pt x="214" y="625"/>
                </a:lnTo>
                <a:lnTo>
                  <a:pt x="213" y="625"/>
                </a:lnTo>
                <a:lnTo>
                  <a:pt x="212" y="624"/>
                </a:lnTo>
                <a:lnTo>
                  <a:pt x="212" y="623"/>
                </a:lnTo>
                <a:lnTo>
                  <a:pt x="211" y="623"/>
                </a:lnTo>
                <a:lnTo>
                  <a:pt x="211" y="622"/>
                </a:lnTo>
                <a:lnTo>
                  <a:pt x="210" y="622"/>
                </a:lnTo>
                <a:lnTo>
                  <a:pt x="209" y="621"/>
                </a:lnTo>
                <a:lnTo>
                  <a:pt x="208" y="621"/>
                </a:lnTo>
                <a:lnTo>
                  <a:pt x="208" y="620"/>
                </a:lnTo>
                <a:lnTo>
                  <a:pt x="208" y="621"/>
                </a:lnTo>
                <a:lnTo>
                  <a:pt x="207" y="621"/>
                </a:lnTo>
                <a:lnTo>
                  <a:pt x="206" y="621"/>
                </a:lnTo>
                <a:lnTo>
                  <a:pt x="206" y="620"/>
                </a:lnTo>
                <a:lnTo>
                  <a:pt x="206" y="619"/>
                </a:lnTo>
                <a:lnTo>
                  <a:pt x="205" y="619"/>
                </a:lnTo>
                <a:lnTo>
                  <a:pt x="204" y="618"/>
                </a:lnTo>
                <a:lnTo>
                  <a:pt x="203" y="618"/>
                </a:lnTo>
                <a:lnTo>
                  <a:pt x="203" y="617"/>
                </a:lnTo>
                <a:lnTo>
                  <a:pt x="202" y="617"/>
                </a:lnTo>
                <a:lnTo>
                  <a:pt x="201" y="617"/>
                </a:lnTo>
                <a:lnTo>
                  <a:pt x="201" y="616"/>
                </a:lnTo>
                <a:lnTo>
                  <a:pt x="201" y="617"/>
                </a:lnTo>
                <a:lnTo>
                  <a:pt x="201" y="616"/>
                </a:lnTo>
                <a:lnTo>
                  <a:pt x="200" y="616"/>
                </a:lnTo>
                <a:lnTo>
                  <a:pt x="199" y="616"/>
                </a:lnTo>
                <a:lnTo>
                  <a:pt x="199" y="615"/>
                </a:lnTo>
                <a:lnTo>
                  <a:pt x="198" y="615"/>
                </a:lnTo>
                <a:lnTo>
                  <a:pt x="197" y="615"/>
                </a:lnTo>
                <a:lnTo>
                  <a:pt x="197" y="616"/>
                </a:lnTo>
                <a:lnTo>
                  <a:pt x="196" y="616"/>
                </a:lnTo>
                <a:lnTo>
                  <a:pt x="195" y="616"/>
                </a:lnTo>
                <a:lnTo>
                  <a:pt x="195" y="617"/>
                </a:lnTo>
                <a:lnTo>
                  <a:pt x="194" y="617"/>
                </a:lnTo>
                <a:lnTo>
                  <a:pt x="193" y="617"/>
                </a:lnTo>
                <a:lnTo>
                  <a:pt x="192" y="617"/>
                </a:lnTo>
                <a:lnTo>
                  <a:pt x="192" y="616"/>
                </a:lnTo>
                <a:lnTo>
                  <a:pt x="192" y="615"/>
                </a:lnTo>
                <a:lnTo>
                  <a:pt x="191" y="615"/>
                </a:lnTo>
                <a:lnTo>
                  <a:pt x="190" y="615"/>
                </a:lnTo>
                <a:lnTo>
                  <a:pt x="190" y="614"/>
                </a:lnTo>
                <a:lnTo>
                  <a:pt x="190" y="613"/>
                </a:lnTo>
                <a:lnTo>
                  <a:pt x="189" y="613"/>
                </a:lnTo>
                <a:lnTo>
                  <a:pt x="189" y="614"/>
                </a:lnTo>
                <a:lnTo>
                  <a:pt x="188" y="614"/>
                </a:lnTo>
                <a:lnTo>
                  <a:pt x="188" y="613"/>
                </a:lnTo>
                <a:lnTo>
                  <a:pt x="187" y="613"/>
                </a:lnTo>
                <a:lnTo>
                  <a:pt x="186" y="613"/>
                </a:lnTo>
                <a:lnTo>
                  <a:pt x="186" y="612"/>
                </a:lnTo>
                <a:lnTo>
                  <a:pt x="185" y="612"/>
                </a:lnTo>
                <a:lnTo>
                  <a:pt x="184" y="612"/>
                </a:lnTo>
                <a:lnTo>
                  <a:pt x="184" y="611"/>
                </a:lnTo>
                <a:lnTo>
                  <a:pt x="183" y="611"/>
                </a:lnTo>
                <a:lnTo>
                  <a:pt x="182" y="611"/>
                </a:lnTo>
                <a:lnTo>
                  <a:pt x="182" y="610"/>
                </a:lnTo>
                <a:lnTo>
                  <a:pt x="181" y="610"/>
                </a:lnTo>
                <a:lnTo>
                  <a:pt x="180" y="610"/>
                </a:lnTo>
                <a:lnTo>
                  <a:pt x="179" y="610"/>
                </a:lnTo>
                <a:lnTo>
                  <a:pt x="178" y="610"/>
                </a:lnTo>
                <a:lnTo>
                  <a:pt x="178" y="609"/>
                </a:lnTo>
                <a:lnTo>
                  <a:pt x="177" y="609"/>
                </a:lnTo>
                <a:lnTo>
                  <a:pt x="177" y="610"/>
                </a:lnTo>
                <a:lnTo>
                  <a:pt x="176" y="610"/>
                </a:lnTo>
                <a:lnTo>
                  <a:pt x="175" y="610"/>
                </a:lnTo>
                <a:lnTo>
                  <a:pt x="175" y="609"/>
                </a:lnTo>
                <a:lnTo>
                  <a:pt x="175" y="608"/>
                </a:lnTo>
                <a:lnTo>
                  <a:pt x="174" y="608"/>
                </a:lnTo>
                <a:lnTo>
                  <a:pt x="173" y="608"/>
                </a:lnTo>
                <a:lnTo>
                  <a:pt x="173" y="607"/>
                </a:lnTo>
                <a:lnTo>
                  <a:pt x="174" y="607"/>
                </a:lnTo>
                <a:lnTo>
                  <a:pt x="173" y="607"/>
                </a:lnTo>
                <a:lnTo>
                  <a:pt x="173" y="606"/>
                </a:lnTo>
                <a:lnTo>
                  <a:pt x="173" y="605"/>
                </a:lnTo>
                <a:lnTo>
                  <a:pt x="172" y="605"/>
                </a:lnTo>
                <a:lnTo>
                  <a:pt x="171" y="605"/>
                </a:lnTo>
                <a:lnTo>
                  <a:pt x="170" y="605"/>
                </a:lnTo>
                <a:lnTo>
                  <a:pt x="169" y="605"/>
                </a:lnTo>
                <a:lnTo>
                  <a:pt x="168" y="605"/>
                </a:lnTo>
                <a:lnTo>
                  <a:pt x="167" y="605"/>
                </a:lnTo>
                <a:lnTo>
                  <a:pt x="166" y="605"/>
                </a:lnTo>
                <a:lnTo>
                  <a:pt x="166" y="604"/>
                </a:lnTo>
                <a:lnTo>
                  <a:pt x="165" y="604"/>
                </a:lnTo>
                <a:lnTo>
                  <a:pt x="164" y="604"/>
                </a:lnTo>
                <a:lnTo>
                  <a:pt x="164" y="603"/>
                </a:lnTo>
                <a:lnTo>
                  <a:pt x="163" y="603"/>
                </a:lnTo>
                <a:lnTo>
                  <a:pt x="162" y="603"/>
                </a:lnTo>
                <a:lnTo>
                  <a:pt x="162" y="604"/>
                </a:lnTo>
                <a:lnTo>
                  <a:pt x="161" y="604"/>
                </a:lnTo>
                <a:lnTo>
                  <a:pt x="160" y="604"/>
                </a:lnTo>
                <a:lnTo>
                  <a:pt x="160" y="605"/>
                </a:lnTo>
                <a:lnTo>
                  <a:pt x="159" y="605"/>
                </a:lnTo>
                <a:lnTo>
                  <a:pt x="159" y="604"/>
                </a:lnTo>
                <a:lnTo>
                  <a:pt x="159" y="605"/>
                </a:lnTo>
                <a:lnTo>
                  <a:pt x="158" y="605"/>
                </a:lnTo>
                <a:lnTo>
                  <a:pt x="157" y="606"/>
                </a:lnTo>
                <a:lnTo>
                  <a:pt x="156" y="606"/>
                </a:lnTo>
                <a:lnTo>
                  <a:pt x="155" y="606"/>
                </a:lnTo>
                <a:lnTo>
                  <a:pt x="155" y="605"/>
                </a:lnTo>
                <a:lnTo>
                  <a:pt x="154" y="605"/>
                </a:lnTo>
                <a:lnTo>
                  <a:pt x="153" y="605"/>
                </a:lnTo>
                <a:lnTo>
                  <a:pt x="153" y="604"/>
                </a:lnTo>
                <a:lnTo>
                  <a:pt x="152" y="604"/>
                </a:lnTo>
                <a:lnTo>
                  <a:pt x="152" y="603"/>
                </a:lnTo>
                <a:lnTo>
                  <a:pt x="152" y="602"/>
                </a:lnTo>
                <a:lnTo>
                  <a:pt x="151" y="602"/>
                </a:lnTo>
                <a:lnTo>
                  <a:pt x="150" y="602"/>
                </a:lnTo>
                <a:lnTo>
                  <a:pt x="148" y="602"/>
                </a:lnTo>
                <a:lnTo>
                  <a:pt x="149" y="602"/>
                </a:lnTo>
                <a:lnTo>
                  <a:pt x="148" y="602"/>
                </a:lnTo>
                <a:lnTo>
                  <a:pt x="148" y="601"/>
                </a:lnTo>
                <a:lnTo>
                  <a:pt x="148" y="600"/>
                </a:lnTo>
                <a:lnTo>
                  <a:pt x="148" y="599"/>
                </a:lnTo>
                <a:lnTo>
                  <a:pt x="148" y="598"/>
                </a:lnTo>
                <a:lnTo>
                  <a:pt x="147" y="598"/>
                </a:lnTo>
                <a:lnTo>
                  <a:pt x="147" y="597"/>
                </a:lnTo>
                <a:lnTo>
                  <a:pt x="146" y="597"/>
                </a:lnTo>
                <a:lnTo>
                  <a:pt x="146" y="596"/>
                </a:lnTo>
                <a:lnTo>
                  <a:pt x="146" y="595"/>
                </a:lnTo>
                <a:lnTo>
                  <a:pt x="145" y="595"/>
                </a:lnTo>
                <a:lnTo>
                  <a:pt x="145" y="594"/>
                </a:lnTo>
                <a:lnTo>
                  <a:pt x="144" y="594"/>
                </a:lnTo>
                <a:lnTo>
                  <a:pt x="143" y="594"/>
                </a:lnTo>
                <a:lnTo>
                  <a:pt x="143" y="593"/>
                </a:lnTo>
                <a:lnTo>
                  <a:pt x="142" y="593"/>
                </a:lnTo>
                <a:lnTo>
                  <a:pt x="141" y="593"/>
                </a:lnTo>
                <a:lnTo>
                  <a:pt x="141" y="592"/>
                </a:lnTo>
                <a:lnTo>
                  <a:pt x="141" y="591"/>
                </a:lnTo>
                <a:lnTo>
                  <a:pt x="142" y="591"/>
                </a:lnTo>
                <a:lnTo>
                  <a:pt x="142" y="590"/>
                </a:lnTo>
                <a:lnTo>
                  <a:pt x="142" y="589"/>
                </a:lnTo>
                <a:lnTo>
                  <a:pt x="141" y="589"/>
                </a:lnTo>
                <a:lnTo>
                  <a:pt x="141" y="588"/>
                </a:lnTo>
                <a:lnTo>
                  <a:pt x="140" y="588"/>
                </a:lnTo>
                <a:lnTo>
                  <a:pt x="140" y="587"/>
                </a:lnTo>
                <a:lnTo>
                  <a:pt x="140" y="586"/>
                </a:lnTo>
                <a:lnTo>
                  <a:pt x="141" y="586"/>
                </a:lnTo>
                <a:lnTo>
                  <a:pt x="141" y="585"/>
                </a:lnTo>
                <a:lnTo>
                  <a:pt x="140" y="585"/>
                </a:lnTo>
                <a:lnTo>
                  <a:pt x="140" y="584"/>
                </a:lnTo>
                <a:lnTo>
                  <a:pt x="141" y="584"/>
                </a:lnTo>
                <a:lnTo>
                  <a:pt x="140" y="584"/>
                </a:lnTo>
                <a:lnTo>
                  <a:pt x="140" y="583"/>
                </a:lnTo>
                <a:lnTo>
                  <a:pt x="139" y="583"/>
                </a:lnTo>
                <a:lnTo>
                  <a:pt x="139" y="582"/>
                </a:lnTo>
                <a:lnTo>
                  <a:pt x="138" y="582"/>
                </a:lnTo>
                <a:lnTo>
                  <a:pt x="137" y="582"/>
                </a:lnTo>
                <a:lnTo>
                  <a:pt x="137" y="581"/>
                </a:lnTo>
                <a:lnTo>
                  <a:pt x="136" y="581"/>
                </a:lnTo>
                <a:lnTo>
                  <a:pt x="135" y="581"/>
                </a:lnTo>
                <a:lnTo>
                  <a:pt x="135" y="580"/>
                </a:lnTo>
                <a:lnTo>
                  <a:pt x="136" y="580"/>
                </a:lnTo>
                <a:lnTo>
                  <a:pt x="136" y="579"/>
                </a:lnTo>
                <a:lnTo>
                  <a:pt x="136" y="578"/>
                </a:lnTo>
                <a:lnTo>
                  <a:pt x="136" y="577"/>
                </a:lnTo>
                <a:lnTo>
                  <a:pt x="135" y="577"/>
                </a:lnTo>
                <a:lnTo>
                  <a:pt x="135" y="576"/>
                </a:lnTo>
                <a:lnTo>
                  <a:pt x="135" y="575"/>
                </a:lnTo>
                <a:lnTo>
                  <a:pt x="134" y="575"/>
                </a:lnTo>
                <a:lnTo>
                  <a:pt x="133" y="575"/>
                </a:lnTo>
                <a:lnTo>
                  <a:pt x="132" y="575"/>
                </a:lnTo>
                <a:lnTo>
                  <a:pt x="131" y="575"/>
                </a:lnTo>
                <a:lnTo>
                  <a:pt x="131" y="576"/>
                </a:lnTo>
                <a:lnTo>
                  <a:pt x="130" y="576"/>
                </a:lnTo>
                <a:lnTo>
                  <a:pt x="129" y="576"/>
                </a:lnTo>
                <a:lnTo>
                  <a:pt x="128" y="576"/>
                </a:lnTo>
                <a:lnTo>
                  <a:pt x="128" y="575"/>
                </a:lnTo>
                <a:lnTo>
                  <a:pt x="128" y="574"/>
                </a:lnTo>
                <a:lnTo>
                  <a:pt x="127" y="574"/>
                </a:lnTo>
                <a:lnTo>
                  <a:pt x="127" y="573"/>
                </a:lnTo>
                <a:lnTo>
                  <a:pt x="127" y="572"/>
                </a:lnTo>
                <a:lnTo>
                  <a:pt x="126" y="572"/>
                </a:lnTo>
                <a:lnTo>
                  <a:pt x="126" y="571"/>
                </a:lnTo>
                <a:lnTo>
                  <a:pt x="125" y="571"/>
                </a:lnTo>
                <a:lnTo>
                  <a:pt x="125" y="570"/>
                </a:lnTo>
                <a:lnTo>
                  <a:pt x="125" y="569"/>
                </a:lnTo>
                <a:lnTo>
                  <a:pt x="124" y="569"/>
                </a:lnTo>
                <a:lnTo>
                  <a:pt x="124" y="568"/>
                </a:lnTo>
                <a:lnTo>
                  <a:pt x="123" y="568"/>
                </a:lnTo>
                <a:lnTo>
                  <a:pt x="123" y="567"/>
                </a:lnTo>
                <a:lnTo>
                  <a:pt x="122" y="567"/>
                </a:lnTo>
                <a:lnTo>
                  <a:pt x="122" y="566"/>
                </a:lnTo>
                <a:lnTo>
                  <a:pt x="122" y="567"/>
                </a:lnTo>
                <a:lnTo>
                  <a:pt x="121" y="567"/>
                </a:lnTo>
                <a:lnTo>
                  <a:pt x="120" y="567"/>
                </a:lnTo>
                <a:lnTo>
                  <a:pt x="120" y="566"/>
                </a:lnTo>
                <a:lnTo>
                  <a:pt x="119" y="566"/>
                </a:lnTo>
                <a:lnTo>
                  <a:pt x="118" y="566"/>
                </a:lnTo>
                <a:lnTo>
                  <a:pt x="118" y="565"/>
                </a:lnTo>
                <a:lnTo>
                  <a:pt x="118" y="564"/>
                </a:lnTo>
                <a:lnTo>
                  <a:pt x="117" y="564"/>
                </a:lnTo>
                <a:lnTo>
                  <a:pt x="116" y="564"/>
                </a:lnTo>
                <a:lnTo>
                  <a:pt x="116" y="563"/>
                </a:lnTo>
                <a:lnTo>
                  <a:pt x="115" y="563"/>
                </a:lnTo>
                <a:lnTo>
                  <a:pt x="114" y="563"/>
                </a:lnTo>
                <a:lnTo>
                  <a:pt x="114" y="564"/>
                </a:lnTo>
                <a:lnTo>
                  <a:pt x="114" y="565"/>
                </a:lnTo>
                <a:lnTo>
                  <a:pt x="113" y="565"/>
                </a:lnTo>
                <a:lnTo>
                  <a:pt x="112" y="565"/>
                </a:lnTo>
                <a:lnTo>
                  <a:pt x="112" y="566"/>
                </a:lnTo>
                <a:lnTo>
                  <a:pt x="111" y="566"/>
                </a:lnTo>
                <a:lnTo>
                  <a:pt x="110" y="566"/>
                </a:lnTo>
                <a:lnTo>
                  <a:pt x="110" y="567"/>
                </a:lnTo>
                <a:lnTo>
                  <a:pt x="109" y="567"/>
                </a:lnTo>
                <a:lnTo>
                  <a:pt x="109" y="568"/>
                </a:lnTo>
                <a:lnTo>
                  <a:pt x="108" y="568"/>
                </a:lnTo>
                <a:lnTo>
                  <a:pt x="108" y="567"/>
                </a:lnTo>
                <a:lnTo>
                  <a:pt x="107" y="566"/>
                </a:lnTo>
                <a:lnTo>
                  <a:pt x="106" y="566"/>
                </a:lnTo>
                <a:lnTo>
                  <a:pt x="105" y="566"/>
                </a:lnTo>
                <a:lnTo>
                  <a:pt x="105" y="565"/>
                </a:lnTo>
                <a:lnTo>
                  <a:pt x="104" y="565"/>
                </a:lnTo>
                <a:lnTo>
                  <a:pt x="104" y="564"/>
                </a:lnTo>
                <a:lnTo>
                  <a:pt x="103" y="564"/>
                </a:lnTo>
                <a:lnTo>
                  <a:pt x="103" y="563"/>
                </a:lnTo>
                <a:lnTo>
                  <a:pt x="102" y="563"/>
                </a:lnTo>
                <a:lnTo>
                  <a:pt x="102" y="562"/>
                </a:lnTo>
                <a:lnTo>
                  <a:pt x="101" y="562"/>
                </a:lnTo>
                <a:lnTo>
                  <a:pt x="101" y="561"/>
                </a:lnTo>
                <a:lnTo>
                  <a:pt x="101" y="560"/>
                </a:lnTo>
                <a:lnTo>
                  <a:pt x="100" y="560"/>
                </a:lnTo>
                <a:lnTo>
                  <a:pt x="100" y="559"/>
                </a:lnTo>
                <a:lnTo>
                  <a:pt x="100" y="558"/>
                </a:lnTo>
                <a:lnTo>
                  <a:pt x="99" y="558"/>
                </a:lnTo>
                <a:lnTo>
                  <a:pt x="98" y="558"/>
                </a:lnTo>
                <a:lnTo>
                  <a:pt x="97" y="558"/>
                </a:lnTo>
                <a:lnTo>
                  <a:pt x="97" y="557"/>
                </a:lnTo>
                <a:lnTo>
                  <a:pt x="97" y="558"/>
                </a:lnTo>
                <a:lnTo>
                  <a:pt x="96" y="558"/>
                </a:lnTo>
                <a:lnTo>
                  <a:pt x="95" y="558"/>
                </a:lnTo>
                <a:lnTo>
                  <a:pt x="94" y="558"/>
                </a:lnTo>
                <a:lnTo>
                  <a:pt x="94" y="559"/>
                </a:lnTo>
                <a:lnTo>
                  <a:pt x="93" y="559"/>
                </a:lnTo>
                <a:lnTo>
                  <a:pt x="93" y="558"/>
                </a:lnTo>
                <a:lnTo>
                  <a:pt x="93" y="557"/>
                </a:lnTo>
                <a:lnTo>
                  <a:pt x="92" y="557"/>
                </a:lnTo>
                <a:lnTo>
                  <a:pt x="92" y="556"/>
                </a:lnTo>
                <a:lnTo>
                  <a:pt x="92" y="555"/>
                </a:lnTo>
                <a:lnTo>
                  <a:pt x="92" y="554"/>
                </a:lnTo>
                <a:lnTo>
                  <a:pt x="92" y="553"/>
                </a:lnTo>
                <a:lnTo>
                  <a:pt x="92" y="554"/>
                </a:lnTo>
                <a:lnTo>
                  <a:pt x="91" y="554"/>
                </a:lnTo>
                <a:lnTo>
                  <a:pt x="90" y="554"/>
                </a:lnTo>
                <a:lnTo>
                  <a:pt x="89" y="554"/>
                </a:lnTo>
                <a:lnTo>
                  <a:pt x="89" y="555"/>
                </a:lnTo>
                <a:lnTo>
                  <a:pt x="88" y="555"/>
                </a:lnTo>
                <a:lnTo>
                  <a:pt x="88" y="556"/>
                </a:lnTo>
                <a:lnTo>
                  <a:pt x="88" y="557"/>
                </a:lnTo>
                <a:lnTo>
                  <a:pt x="87" y="557"/>
                </a:lnTo>
                <a:lnTo>
                  <a:pt x="87" y="558"/>
                </a:lnTo>
                <a:lnTo>
                  <a:pt x="86" y="558"/>
                </a:lnTo>
                <a:lnTo>
                  <a:pt x="85" y="558"/>
                </a:lnTo>
                <a:lnTo>
                  <a:pt x="84" y="558"/>
                </a:lnTo>
                <a:lnTo>
                  <a:pt x="83" y="558"/>
                </a:lnTo>
                <a:lnTo>
                  <a:pt x="83" y="559"/>
                </a:lnTo>
                <a:lnTo>
                  <a:pt x="82" y="559"/>
                </a:lnTo>
                <a:lnTo>
                  <a:pt x="82" y="560"/>
                </a:lnTo>
                <a:lnTo>
                  <a:pt x="82" y="561"/>
                </a:lnTo>
                <a:lnTo>
                  <a:pt x="83" y="561"/>
                </a:lnTo>
                <a:lnTo>
                  <a:pt x="84" y="561"/>
                </a:lnTo>
                <a:lnTo>
                  <a:pt x="84" y="562"/>
                </a:lnTo>
                <a:lnTo>
                  <a:pt x="84" y="563"/>
                </a:lnTo>
                <a:lnTo>
                  <a:pt x="84" y="564"/>
                </a:lnTo>
                <a:lnTo>
                  <a:pt x="84" y="565"/>
                </a:lnTo>
                <a:lnTo>
                  <a:pt x="83" y="565"/>
                </a:lnTo>
                <a:lnTo>
                  <a:pt x="82" y="565"/>
                </a:lnTo>
                <a:lnTo>
                  <a:pt x="82" y="564"/>
                </a:lnTo>
                <a:lnTo>
                  <a:pt x="81" y="564"/>
                </a:lnTo>
                <a:lnTo>
                  <a:pt x="80" y="564"/>
                </a:lnTo>
                <a:lnTo>
                  <a:pt x="80" y="565"/>
                </a:lnTo>
                <a:lnTo>
                  <a:pt x="79" y="565"/>
                </a:lnTo>
                <a:lnTo>
                  <a:pt x="78" y="565"/>
                </a:lnTo>
                <a:lnTo>
                  <a:pt x="78" y="566"/>
                </a:lnTo>
                <a:lnTo>
                  <a:pt x="77" y="566"/>
                </a:lnTo>
                <a:lnTo>
                  <a:pt x="76" y="566"/>
                </a:lnTo>
                <a:lnTo>
                  <a:pt x="75" y="566"/>
                </a:lnTo>
                <a:lnTo>
                  <a:pt x="74" y="566"/>
                </a:lnTo>
                <a:lnTo>
                  <a:pt x="74" y="565"/>
                </a:lnTo>
                <a:lnTo>
                  <a:pt x="74" y="564"/>
                </a:lnTo>
                <a:lnTo>
                  <a:pt x="73" y="564"/>
                </a:lnTo>
                <a:lnTo>
                  <a:pt x="74" y="563"/>
                </a:lnTo>
                <a:lnTo>
                  <a:pt x="73" y="562"/>
                </a:lnTo>
                <a:lnTo>
                  <a:pt x="73" y="561"/>
                </a:lnTo>
                <a:lnTo>
                  <a:pt x="73" y="560"/>
                </a:lnTo>
                <a:lnTo>
                  <a:pt x="72" y="560"/>
                </a:lnTo>
                <a:lnTo>
                  <a:pt x="71" y="560"/>
                </a:lnTo>
                <a:lnTo>
                  <a:pt x="71" y="559"/>
                </a:lnTo>
                <a:lnTo>
                  <a:pt x="70" y="559"/>
                </a:lnTo>
                <a:lnTo>
                  <a:pt x="69" y="560"/>
                </a:lnTo>
                <a:lnTo>
                  <a:pt x="69" y="561"/>
                </a:lnTo>
                <a:lnTo>
                  <a:pt x="68" y="561"/>
                </a:lnTo>
                <a:lnTo>
                  <a:pt x="68" y="560"/>
                </a:lnTo>
                <a:lnTo>
                  <a:pt x="67" y="560"/>
                </a:lnTo>
                <a:lnTo>
                  <a:pt x="66" y="560"/>
                </a:lnTo>
                <a:lnTo>
                  <a:pt x="66" y="561"/>
                </a:lnTo>
                <a:lnTo>
                  <a:pt x="65" y="561"/>
                </a:lnTo>
                <a:lnTo>
                  <a:pt x="64" y="561"/>
                </a:lnTo>
                <a:lnTo>
                  <a:pt x="63" y="561"/>
                </a:lnTo>
                <a:lnTo>
                  <a:pt x="63" y="562"/>
                </a:lnTo>
                <a:lnTo>
                  <a:pt x="63" y="561"/>
                </a:lnTo>
                <a:lnTo>
                  <a:pt x="62" y="560"/>
                </a:lnTo>
                <a:lnTo>
                  <a:pt x="61" y="560"/>
                </a:lnTo>
                <a:lnTo>
                  <a:pt x="61" y="559"/>
                </a:lnTo>
                <a:lnTo>
                  <a:pt x="60" y="558"/>
                </a:lnTo>
                <a:lnTo>
                  <a:pt x="59" y="558"/>
                </a:lnTo>
                <a:lnTo>
                  <a:pt x="59" y="557"/>
                </a:lnTo>
                <a:lnTo>
                  <a:pt x="58" y="557"/>
                </a:lnTo>
                <a:lnTo>
                  <a:pt x="57" y="557"/>
                </a:lnTo>
                <a:lnTo>
                  <a:pt x="55" y="557"/>
                </a:lnTo>
                <a:lnTo>
                  <a:pt x="55" y="556"/>
                </a:lnTo>
                <a:lnTo>
                  <a:pt x="55" y="555"/>
                </a:lnTo>
                <a:lnTo>
                  <a:pt x="54" y="555"/>
                </a:lnTo>
                <a:lnTo>
                  <a:pt x="54" y="554"/>
                </a:lnTo>
                <a:lnTo>
                  <a:pt x="53" y="554"/>
                </a:lnTo>
                <a:lnTo>
                  <a:pt x="53" y="553"/>
                </a:lnTo>
                <a:lnTo>
                  <a:pt x="54" y="553"/>
                </a:lnTo>
                <a:lnTo>
                  <a:pt x="54" y="552"/>
                </a:lnTo>
                <a:lnTo>
                  <a:pt x="54" y="551"/>
                </a:lnTo>
                <a:lnTo>
                  <a:pt x="53" y="551"/>
                </a:lnTo>
                <a:lnTo>
                  <a:pt x="53" y="550"/>
                </a:lnTo>
                <a:lnTo>
                  <a:pt x="52" y="550"/>
                </a:lnTo>
                <a:lnTo>
                  <a:pt x="52" y="549"/>
                </a:lnTo>
                <a:lnTo>
                  <a:pt x="52" y="548"/>
                </a:lnTo>
                <a:lnTo>
                  <a:pt x="52" y="547"/>
                </a:lnTo>
                <a:lnTo>
                  <a:pt x="53" y="547"/>
                </a:lnTo>
                <a:lnTo>
                  <a:pt x="52" y="547"/>
                </a:lnTo>
                <a:lnTo>
                  <a:pt x="53" y="547"/>
                </a:lnTo>
                <a:lnTo>
                  <a:pt x="53" y="546"/>
                </a:lnTo>
                <a:lnTo>
                  <a:pt x="54" y="546"/>
                </a:lnTo>
                <a:lnTo>
                  <a:pt x="54" y="545"/>
                </a:lnTo>
                <a:lnTo>
                  <a:pt x="53" y="545"/>
                </a:lnTo>
                <a:lnTo>
                  <a:pt x="54" y="545"/>
                </a:lnTo>
                <a:lnTo>
                  <a:pt x="54" y="544"/>
                </a:lnTo>
                <a:lnTo>
                  <a:pt x="53" y="544"/>
                </a:lnTo>
                <a:lnTo>
                  <a:pt x="53" y="543"/>
                </a:lnTo>
                <a:lnTo>
                  <a:pt x="52" y="543"/>
                </a:lnTo>
                <a:lnTo>
                  <a:pt x="52" y="542"/>
                </a:lnTo>
                <a:lnTo>
                  <a:pt x="51" y="542"/>
                </a:lnTo>
                <a:lnTo>
                  <a:pt x="51" y="541"/>
                </a:lnTo>
                <a:lnTo>
                  <a:pt x="50" y="541"/>
                </a:lnTo>
                <a:lnTo>
                  <a:pt x="50" y="540"/>
                </a:lnTo>
                <a:lnTo>
                  <a:pt x="50" y="539"/>
                </a:lnTo>
                <a:lnTo>
                  <a:pt x="48" y="539"/>
                </a:lnTo>
                <a:lnTo>
                  <a:pt x="48" y="538"/>
                </a:lnTo>
                <a:lnTo>
                  <a:pt x="48" y="537"/>
                </a:lnTo>
                <a:lnTo>
                  <a:pt x="47" y="537"/>
                </a:lnTo>
                <a:lnTo>
                  <a:pt x="47" y="536"/>
                </a:lnTo>
                <a:lnTo>
                  <a:pt x="47" y="535"/>
                </a:lnTo>
                <a:lnTo>
                  <a:pt x="46" y="535"/>
                </a:lnTo>
                <a:lnTo>
                  <a:pt x="45" y="534"/>
                </a:lnTo>
                <a:lnTo>
                  <a:pt x="44" y="534"/>
                </a:lnTo>
                <a:lnTo>
                  <a:pt x="44" y="533"/>
                </a:lnTo>
                <a:lnTo>
                  <a:pt x="44" y="532"/>
                </a:lnTo>
                <a:lnTo>
                  <a:pt x="44" y="531"/>
                </a:lnTo>
                <a:lnTo>
                  <a:pt x="44" y="530"/>
                </a:lnTo>
                <a:lnTo>
                  <a:pt x="43" y="530"/>
                </a:lnTo>
                <a:lnTo>
                  <a:pt x="42" y="530"/>
                </a:lnTo>
                <a:lnTo>
                  <a:pt x="42" y="529"/>
                </a:lnTo>
                <a:lnTo>
                  <a:pt x="41" y="529"/>
                </a:lnTo>
                <a:lnTo>
                  <a:pt x="41" y="530"/>
                </a:lnTo>
                <a:lnTo>
                  <a:pt x="42" y="530"/>
                </a:lnTo>
                <a:lnTo>
                  <a:pt x="42" y="531"/>
                </a:lnTo>
                <a:lnTo>
                  <a:pt x="41" y="531"/>
                </a:lnTo>
                <a:lnTo>
                  <a:pt x="40" y="531"/>
                </a:lnTo>
                <a:lnTo>
                  <a:pt x="39" y="531"/>
                </a:lnTo>
                <a:lnTo>
                  <a:pt x="38" y="531"/>
                </a:lnTo>
                <a:lnTo>
                  <a:pt x="38" y="530"/>
                </a:lnTo>
                <a:lnTo>
                  <a:pt x="37" y="530"/>
                </a:lnTo>
                <a:lnTo>
                  <a:pt x="36" y="530"/>
                </a:lnTo>
                <a:lnTo>
                  <a:pt x="35" y="530"/>
                </a:lnTo>
                <a:lnTo>
                  <a:pt x="35" y="529"/>
                </a:lnTo>
                <a:lnTo>
                  <a:pt x="34" y="529"/>
                </a:lnTo>
                <a:lnTo>
                  <a:pt x="35" y="529"/>
                </a:lnTo>
                <a:lnTo>
                  <a:pt x="34" y="528"/>
                </a:lnTo>
                <a:lnTo>
                  <a:pt x="34" y="527"/>
                </a:lnTo>
                <a:lnTo>
                  <a:pt x="34" y="526"/>
                </a:lnTo>
                <a:lnTo>
                  <a:pt x="33" y="526"/>
                </a:lnTo>
                <a:lnTo>
                  <a:pt x="34" y="526"/>
                </a:lnTo>
                <a:lnTo>
                  <a:pt x="34" y="525"/>
                </a:lnTo>
                <a:lnTo>
                  <a:pt x="33" y="525"/>
                </a:lnTo>
                <a:lnTo>
                  <a:pt x="33" y="524"/>
                </a:lnTo>
                <a:lnTo>
                  <a:pt x="32" y="524"/>
                </a:lnTo>
                <a:lnTo>
                  <a:pt x="32" y="523"/>
                </a:lnTo>
                <a:lnTo>
                  <a:pt x="33" y="523"/>
                </a:lnTo>
                <a:lnTo>
                  <a:pt x="33" y="522"/>
                </a:lnTo>
                <a:lnTo>
                  <a:pt x="32" y="522"/>
                </a:lnTo>
                <a:lnTo>
                  <a:pt x="32" y="521"/>
                </a:lnTo>
                <a:lnTo>
                  <a:pt x="33" y="521"/>
                </a:lnTo>
                <a:lnTo>
                  <a:pt x="33" y="520"/>
                </a:lnTo>
                <a:lnTo>
                  <a:pt x="34" y="520"/>
                </a:lnTo>
                <a:lnTo>
                  <a:pt x="34" y="519"/>
                </a:lnTo>
                <a:lnTo>
                  <a:pt x="34" y="518"/>
                </a:lnTo>
                <a:lnTo>
                  <a:pt x="35" y="518"/>
                </a:lnTo>
                <a:lnTo>
                  <a:pt x="35" y="517"/>
                </a:lnTo>
                <a:lnTo>
                  <a:pt x="35" y="516"/>
                </a:lnTo>
                <a:lnTo>
                  <a:pt x="36" y="516"/>
                </a:lnTo>
                <a:lnTo>
                  <a:pt x="36" y="515"/>
                </a:lnTo>
                <a:lnTo>
                  <a:pt x="35" y="515"/>
                </a:lnTo>
                <a:lnTo>
                  <a:pt x="34" y="515"/>
                </a:lnTo>
                <a:lnTo>
                  <a:pt x="34" y="514"/>
                </a:lnTo>
                <a:lnTo>
                  <a:pt x="34" y="513"/>
                </a:lnTo>
                <a:lnTo>
                  <a:pt x="33" y="513"/>
                </a:lnTo>
                <a:lnTo>
                  <a:pt x="33" y="512"/>
                </a:lnTo>
                <a:lnTo>
                  <a:pt x="32" y="512"/>
                </a:lnTo>
                <a:lnTo>
                  <a:pt x="32" y="511"/>
                </a:lnTo>
                <a:lnTo>
                  <a:pt x="31" y="511"/>
                </a:lnTo>
                <a:lnTo>
                  <a:pt x="31" y="512"/>
                </a:lnTo>
                <a:lnTo>
                  <a:pt x="31" y="511"/>
                </a:lnTo>
                <a:lnTo>
                  <a:pt x="30" y="511"/>
                </a:lnTo>
                <a:lnTo>
                  <a:pt x="30" y="510"/>
                </a:lnTo>
                <a:lnTo>
                  <a:pt x="29" y="510"/>
                </a:lnTo>
                <a:lnTo>
                  <a:pt x="29" y="509"/>
                </a:lnTo>
                <a:lnTo>
                  <a:pt x="29" y="508"/>
                </a:lnTo>
                <a:lnTo>
                  <a:pt x="30" y="508"/>
                </a:lnTo>
                <a:lnTo>
                  <a:pt x="30" y="507"/>
                </a:lnTo>
                <a:lnTo>
                  <a:pt x="30" y="506"/>
                </a:lnTo>
                <a:lnTo>
                  <a:pt x="31" y="506"/>
                </a:lnTo>
                <a:lnTo>
                  <a:pt x="32" y="506"/>
                </a:lnTo>
                <a:lnTo>
                  <a:pt x="33" y="506"/>
                </a:lnTo>
                <a:lnTo>
                  <a:pt x="33" y="505"/>
                </a:lnTo>
                <a:lnTo>
                  <a:pt x="34" y="505"/>
                </a:lnTo>
                <a:lnTo>
                  <a:pt x="34" y="504"/>
                </a:lnTo>
                <a:lnTo>
                  <a:pt x="35" y="504"/>
                </a:lnTo>
                <a:lnTo>
                  <a:pt x="36" y="504"/>
                </a:lnTo>
                <a:lnTo>
                  <a:pt x="36" y="503"/>
                </a:lnTo>
                <a:lnTo>
                  <a:pt x="37" y="503"/>
                </a:lnTo>
                <a:lnTo>
                  <a:pt x="37" y="502"/>
                </a:lnTo>
                <a:lnTo>
                  <a:pt x="38" y="502"/>
                </a:lnTo>
                <a:lnTo>
                  <a:pt x="38" y="501"/>
                </a:lnTo>
                <a:lnTo>
                  <a:pt x="39" y="501"/>
                </a:lnTo>
                <a:lnTo>
                  <a:pt x="39" y="500"/>
                </a:lnTo>
                <a:lnTo>
                  <a:pt x="40" y="500"/>
                </a:lnTo>
                <a:lnTo>
                  <a:pt x="40" y="499"/>
                </a:lnTo>
                <a:lnTo>
                  <a:pt x="41" y="499"/>
                </a:lnTo>
                <a:lnTo>
                  <a:pt x="41" y="498"/>
                </a:lnTo>
                <a:lnTo>
                  <a:pt x="40" y="498"/>
                </a:lnTo>
                <a:lnTo>
                  <a:pt x="40" y="497"/>
                </a:lnTo>
                <a:lnTo>
                  <a:pt x="39" y="497"/>
                </a:lnTo>
                <a:lnTo>
                  <a:pt x="39" y="496"/>
                </a:lnTo>
                <a:lnTo>
                  <a:pt x="38" y="496"/>
                </a:lnTo>
                <a:lnTo>
                  <a:pt x="37" y="496"/>
                </a:lnTo>
                <a:lnTo>
                  <a:pt x="37" y="495"/>
                </a:lnTo>
                <a:lnTo>
                  <a:pt x="37" y="494"/>
                </a:lnTo>
                <a:lnTo>
                  <a:pt x="36" y="494"/>
                </a:lnTo>
                <a:lnTo>
                  <a:pt x="36" y="493"/>
                </a:lnTo>
                <a:lnTo>
                  <a:pt x="36" y="492"/>
                </a:lnTo>
                <a:lnTo>
                  <a:pt x="37" y="492"/>
                </a:lnTo>
                <a:lnTo>
                  <a:pt x="36" y="492"/>
                </a:lnTo>
                <a:lnTo>
                  <a:pt x="36" y="491"/>
                </a:lnTo>
                <a:lnTo>
                  <a:pt x="36" y="492"/>
                </a:lnTo>
                <a:lnTo>
                  <a:pt x="35" y="492"/>
                </a:lnTo>
                <a:lnTo>
                  <a:pt x="34" y="492"/>
                </a:lnTo>
                <a:lnTo>
                  <a:pt x="33" y="492"/>
                </a:lnTo>
                <a:lnTo>
                  <a:pt x="32" y="492"/>
                </a:lnTo>
                <a:lnTo>
                  <a:pt x="32" y="491"/>
                </a:lnTo>
                <a:lnTo>
                  <a:pt x="32" y="490"/>
                </a:lnTo>
                <a:lnTo>
                  <a:pt x="32" y="489"/>
                </a:lnTo>
                <a:lnTo>
                  <a:pt x="31" y="489"/>
                </a:lnTo>
                <a:lnTo>
                  <a:pt x="31" y="488"/>
                </a:lnTo>
                <a:lnTo>
                  <a:pt x="31" y="487"/>
                </a:lnTo>
                <a:lnTo>
                  <a:pt x="30" y="487"/>
                </a:lnTo>
                <a:lnTo>
                  <a:pt x="30" y="486"/>
                </a:lnTo>
                <a:lnTo>
                  <a:pt x="30" y="485"/>
                </a:lnTo>
                <a:lnTo>
                  <a:pt x="30" y="484"/>
                </a:lnTo>
                <a:lnTo>
                  <a:pt x="30" y="483"/>
                </a:lnTo>
                <a:lnTo>
                  <a:pt x="29" y="483"/>
                </a:lnTo>
                <a:lnTo>
                  <a:pt x="29" y="482"/>
                </a:lnTo>
                <a:lnTo>
                  <a:pt x="28" y="482"/>
                </a:lnTo>
                <a:lnTo>
                  <a:pt x="28" y="481"/>
                </a:lnTo>
                <a:lnTo>
                  <a:pt x="27" y="481"/>
                </a:lnTo>
                <a:lnTo>
                  <a:pt x="26" y="481"/>
                </a:lnTo>
                <a:lnTo>
                  <a:pt x="26" y="480"/>
                </a:lnTo>
                <a:lnTo>
                  <a:pt x="25" y="480"/>
                </a:lnTo>
                <a:lnTo>
                  <a:pt x="25" y="479"/>
                </a:lnTo>
                <a:lnTo>
                  <a:pt x="24" y="479"/>
                </a:lnTo>
                <a:lnTo>
                  <a:pt x="24" y="478"/>
                </a:lnTo>
                <a:lnTo>
                  <a:pt x="23" y="478"/>
                </a:lnTo>
                <a:lnTo>
                  <a:pt x="23" y="477"/>
                </a:lnTo>
                <a:lnTo>
                  <a:pt x="23" y="476"/>
                </a:lnTo>
                <a:lnTo>
                  <a:pt x="23" y="475"/>
                </a:lnTo>
                <a:lnTo>
                  <a:pt x="24" y="475"/>
                </a:lnTo>
                <a:lnTo>
                  <a:pt x="24" y="474"/>
                </a:lnTo>
                <a:lnTo>
                  <a:pt x="24" y="473"/>
                </a:lnTo>
                <a:lnTo>
                  <a:pt x="25" y="473"/>
                </a:lnTo>
                <a:lnTo>
                  <a:pt x="25" y="472"/>
                </a:lnTo>
                <a:lnTo>
                  <a:pt x="26" y="472"/>
                </a:lnTo>
                <a:lnTo>
                  <a:pt x="27" y="472"/>
                </a:lnTo>
                <a:lnTo>
                  <a:pt x="27" y="471"/>
                </a:lnTo>
                <a:lnTo>
                  <a:pt x="28" y="471"/>
                </a:lnTo>
                <a:lnTo>
                  <a:pt x="29" y="471"/>
                </a:lnTo>
                <a:lnTo>
                  <a:pt x="30" y="470"/>
                </a:lnTo>
                <a:lnTo>
                  <a:pt x="31" y="470"/>
                </a:lnTo>
                <a:lnTo>
                  <a:pt x="32" y="470"/>
                </a:lnTo>
                <a:lnTo>
                  <a:pt x="32" y="469"/>
                </a:lnTo>
                <a:lnTo>
                  <a:pt x="31" y="469"/>
                </a:lnTo>
                <a:lnTo>
                  <a:pt x="31" y="468"/>
                </a:lnTo>
                <a:lnTo>
                  <a:pt x="32" y="468"/>
                </a:lnTo>
                <a:lnTo>
                  <a:pt x="32" y="467"/>
                </a:lnTo>
                <a:lnTo>
                  <a:pt x="33" y="467"/>
                </a:lnTo>
                <a:lnTo>
                  <a:pt x="34" y="466"/>
                </a:lnTo>
                <a:lnTo>
                  <a:pt x="34" y="465"/>
                </a:lnTo>
                <a:lnTo>
                  <a:pt x="34" y="464"/>
                </a:lnTo>
                <a:lnTo>
                  <a:pt x="33" y="464"/>
                </a:lnTo>
                <a:lnTo>
                  <a:pt x="32" y="464"/>
                </a:lnTo>
                <a:lnTo>
                  <a:pt x="31" y="464"/>
                </a:lnTo>
                <a:lnTo>
                  <a:pt x="31" y="463"/>
                </a:lnTo>
                <a:lnTo>
                  <a:pt x="30" y="463"/>
                </a:lnTo>
                <a:lnTo>
                  <a:pt x="30" y="462"/>
                </a:lnTo>
                <a:lnTo>
                  <a:pt x="31" y="462"/>
                </a:lnTo>
                <a:lnTo>
                  <a:pt x="30" y="462"/>
                </a:lnTo>
                <a:lnTo>
                  <a:pt x="30" y="461"/>
                </a:lnTo>
                <a:lnTo>
                  <a:pt x="29" y="461"/>
                </a:lnTo>
                <a:lnTo>
                  <a:pt x="29" y="460"/>
                </a:lnTo>
                <a:lnTo>
                  <a:pt x="28" y="460"/>
                </a:lnTo>
                <a:lnTo>
                  <a:pt x="27" y="460"/>
                </a:lnTo>
                <a:lnTo>
                  <a:pt x="27" y="459"/>
                </a:lnTo>
                <a:lnTo>
                  <a:pt x="26" y="459"/>
                </a:lnTo>
                <a:lnTo>
                  <a:pt x="25" y="459"/>
                </a:lnTo>
                <a:lnTo>
                  <a:pt x="24" y="459"/>
                </a:lnTo>
                <a:lnTo>
                  <a:pt x="24" y="458"/>
                </a:lnTo>
                <a:lnTo>
                  <a:pt x="24" y="459"/>
                </a:lnTo>
                <a:lnTo>
                  <a:pt x="24" y="458"/>
                </a:lnTo>
                <a:lnTo>
                  <a:pt x="23" y="458"/>
                </a:lnTo>
                <a:lnTo>
                  <a:pt x="22" y="458"/>
                </a:lnTo>
                <a:lnTo>
                  <a:pt x="22" y="457"/>
                </a:lnTo>
                <a:lnTo>
                  <a:pt x="21" y="457"/>
                </a:lnTo>
                <a:lnTo>
                  <a:pt x="20" y="457"/>
                </a:lnTo>
                <a:lnTo>
                  <a:pt x="20" y="456"/>
                </a:lnTo>
                <a:lnTo>
                  <a:pt x="19" y="456"/>
                </a:lnTo>
                <a:lnTo>
                  <a:pt x="18" y="456"/>
                </a:lnTo>
                <a:lnTo>
                  <a:pt x="18" y="455"/>
                </a:lnTo>
                <a:lnTo>
                  <a:pt x="18" y="454"/>
                </a:lnTo>
                <a:lnTo>
                  <a:pt x="19" y="454"/>
                </a:lnTo>
                <a:lnTo>
                  <a:pt x="19" y="453"/>
                </a:lnTo>
                <a:lnTo>
                  <a:pt x="19" y="452"/>
                </a:lnTo>
                <a:lnTo>
                  <a:pt x="18" y="452"/>
                </a:lnTo>
                <a:lnTo>
                  <a:pt x="17" y="452"/>
                </a:lnTo>
                <a:lnTo>
                  <a:pt x="16" y="452"/>
                </a:lnTo>
                <a:lnTo>
                  <a:pt x="15" y="453"/>
                </a:lnTo>
                <a:lnTo>
                  <a:pt x="15" y="452"/>
                </a:lnTo>
                <a:lnTo>
                  <a:pt x="14" y="452"/>
                </a:lnTo>
                <a:lnTo>
                  <a:pt x="13" y="452"/>
                </a:lnTo>
                <a:lnTo>
                  <a:pt x="13" y="453"/>
                </a:lnTo>
                <a:lnTo>
                  <a:pt x="13" y="452"/>
                </a:lnTo>
                <a:lnTo>
                  <a:pt x="13" y="451"/>
                </a:lnTo>
                <a:lnTo>
                  <a:pt x="13" y="450"/>
                </a:lnTo>
                <a:lnTo>
                  <a:pt x="13" y="449"/>
                </a:lnTo>
                <a:lnTo>
                  <a:pt x="13" y="448"/>
                </a:lnTo>
                <a:lnTo>
                  <a:pt x="12" y="447"/>
                </a:lnTo>
                <a:lnTo>
                  <a:pt x="12" y="446"/>
                </a:lnTo>
                <a:lnTo>
                  <a:pt x="11" y="446"/>
                </a:lnTo>
                <a:lnTo>
                  <a:pt x="11" y="445"/>
                </a:lnTo>
                <a:lnTo>
                  <a:pt x="11" y="444"/>
                </a:lnTo>
                <a:lnTo>
                  <a:pt x="10" y="444"/>
                </a:lnTo>
                <a:lnTo>
                  <a:pt x="10" y="443"/>
                </a:lnTo>
                <a:lnTo>
                  <a:pt x="10" y="444"/>
                </a:lnTo>
                <a:lnTo>
                  <a:pt x="9" y="444"/>
                </a:lnTo>
                <a:lnTo>
                  <a:pt x="8" y="444"/>
                </a:lnTo>
                <a:lnTo>
                  <a:pt x="8" y="445"/>
                </a:lnTo>
                <a:lnTo>
                  <a:pt x="7" y="445"/>
                </a:lnTo>
                <a:lnTo>
                  <a:pt x="6" y="445"/>
                </a:lnTo>
                <a:lnTo>
                  <a:pt x="5" y="445"/>
                </a:lnTo>
                <a:lnTo>
                  <a:pt x="5" y="444"/>
                </a:lnTo>
                <a:lnTo>
                  <a:pt x="5" y="443"/>
                </a:lnTo>
                <a:lnTo>
                  <a:pt x="4" y="443"/>
                </a:lnTo>
                <a:lnTo>
                  <a:pt x="5" y="443"/>
                </a:lnTo>
                <a:lnTo>
                  <a:pt x="5" y="442"/>
                </a:lnTo>
                <a:lnTo>
                  <a:pt x="4" y="442"/>
                </a:lnTo>
                <a:lnTo>
                  <a:pt x="4" y="441"/>
                </a:lnTo>
                <a:lnTo>
                  <a:pt x="4" y="440"/>
                </a:lnTo>
                <a:lnTo>
                  <a:pt x="4" y="439"/>
                </a:lnTo>
                <a:lnTo>
                  <a:pt x="3" y="439"/>
                </a:lnTo>
                <a:lnTo>
                  <a:pt x="3" y="438"/>
                </a:lnTo>
                <a:lnTo>
                  <a:pt x="3" y="437"/>
                </a:lnTo>
                <a:lnTo>
                  <a:pt x="4" y="437"/>
                </a:lnTo>
                <a:lnTo>
                  <a:pt x="4" y="436"/>
                </a:lnTo>
                <a:lnTo>
                  <a:pt x="5" y="436"/>
                </a:lnTo>
                <a:lnTo>
                  <a:pt x="5" y="435"/>
                </a:lnTo>
                <a:lnTo>
                  <a:pt x="6" y="435"/>
                </a:lnTo>
                <a:lnTo>
                  <a:pt x="7" y="435"/>
                </a:lnTo>
                <a:lnTo>
                  <a:pt x="7" y="434"/>
                </a:lnTo>
                <a:lnTo>
                  <a:pt x="7" y="433"/>
                </a:lnTo>
                <a:lnTo>
                  <a:pt x="8" y="433"/>
                </a:lnTo>
                <a:lnTo>
                  <a:pt x="8" y="432"/>
                </a:lnTo>
                <a:lnTo>
                  <a:pt x="9" y="432"/>
                </a:lnTo>
                <a:lnTo>
                  <a:pt x="8" y="432"/>
                </a:lnTo>
                <a:lnTo>
                  <a:pt x="8" y="431"/>
                </a:lnTo>
                <a:lnTo>
                  <a:pt x="9" y="431"/>
                </a:lnTo>
                <a:lnTo>
                  <a:pt x="8" y="430"/>
                </a:lnTo>
                <a:lnTo>
                  <a:pt x="9" y="430"/>
                </a:lnTo>
                <a:lnTo>
                  <a:pt x="9" y="429"/>
                </a:lnTo>
                <a:lnTo>
                  <a:pt x="9" y="428"/>
                </a:lnTo>
                <a:lnTo>
                  <a:pt x="10" y="428"/>
                </a:lnTo>
                <a:lnTo>
                  <a:pt x="10" y="427"/>
                </a:lnTo>
                <a:lnTo>
                  <a:pt x="10" y="426"/>
                </a:lnTo>
                <a:lnTo>
                  <a:pt x="9" y="426"/>
                </a:lnTo>
                <a:lnTo>
                  <a:pt x="9" y="425"/>
                </a:lnTo>
                <a:lnTo>
                  <a:pt x="9" y="426"/>
                </a:lnTo>
                <a:lnTo>
                  <a:pt x="8" y="426"/>
                </a:lnTo>
                <a:lnTo>
                  <a:pt x="8" y="425"/>
                </a:lnTo>
                <a:lnTo>
                  <a:pt x="7" y="425"/>
                </a:lnTo>
                <a:lnTo>
                  <a:pt x="7" y="424"/>
                </a:lnTo>
                <a:lnTo>
                  <a:pt x="8" y="424"/>
                </a:lnTo>
                <a:lnTo>
                  <a:pt x="8" y="423"/>
                </a:lnTo>
                <a:lnTo>
                  <a:pt x="8" y="422"/>
                </a:lnTo>
                <a:lnTo>
                  <a:pt x="8" y="421"/>
                </a:lnTo>
                <a:lnTo>
                  <a:pt x="7" y="421"/>
                </a:lnTo>
                <a:lnTo>
                  <a:pt x="6" y="421"/>
                </a:lnTo>
                <a:lnTo>
                  <a:pt x="6" y="420"/>
                </a:lnTo>
                <a:lnTo>
                  <a:pt x="5" y="419"/>
                </a:lnTo>
                <a:lnTo>
                  <a:pt x="6" y="419"/>
                </a:lnTo>
                <a:lnTo>
                  <a:pt x="6" y="418"/>
                </a:lnTo>
                <a:lnTo>
                  <a:pt x="7" y="418"/>
                </a:lnTo>
                <a:lnTo>
                  <a:pt x="7" y="417"/>
                </a:lnTo>
                <a:lnTo>
                  <a:pt x="7" y="416"/>
                </a:lnTo>
                <a:lnTo>
                  <a:pt x="7" y="415"/>
                </a:lnTo>
                <a:lnTo>
                  <a:pt x="7" y="414"/>
                </a:lnTo>
                <a:lnTo>
                  <a:pt x="7" y="413"/>
                </a:lnTo>
                <a:lnTo>
                  <a:pt x="6" y="413"/>
                </a:lnTo>
                <a:lnTo>
                  <a:pt x="6" y="412"/>
                </a:lnTo>
                <a:lnTo>
                  <a:pt x="5" y="412"/>
                </a:lnTo>
                <a:lnTo>
                  <a:pt x="5" y="411"/>
                </a:lnTo>
                <a:lnTo>
                  <a:pt x="5" y="410"/>
                </a:lnTo>
                <a:lnTo>
                  <a:pt x="4" y="410"/>
                </a:lnTo>
                <a:lnTo>
                  <a:pt x="4" y="409"/>
                </a:lnTo>
                <a:lnTo>
                  <a:pt x="3" y="409"/>
                </a:lnTo>
                <a:lnTo>
                  <a:pt x="3" y="408"/>
                </a:lnTo>
                <a:lnTo>
                  <a:pt x="3" y="407"/>
                </a:lnTo>
                <a:lnTo>
                  <a:pt x="3" y="406"/>
                </a:lnTo>
                <a:lnTo>
                  <a:pt x="2" y="406"/>
                </a:lnTo>
                <a:lnTo>
                  <a:pt x="1" y="406"/>
                </a:lnTo>
                <a:lnTo>
                  <a:pt x="1" y="405"/>
                </a:lnTo>
                <a:lnTo>
                  <a:pt x="0" y="405"/>
                </a:lnTo>
                <a:lnTo>
                  <a:pt x="0" y="404"/>
                </a:lnTo>
                <a:lnTo>
                  <a:pt x="0" y="403"/>
                </a:lnTo>
                <a:lnTo>
                  <a:pt x="1" y="403"/>
                </a:lnTo>
                <a:lnTo>
                  <a:pt x="1" y="402"/>
                </a:lnTo>
                <a:lnTo>
                  <a:pt x="2" y="402"/>
                </a:lnTo>
                <a:lnTo>
                  <a:pt x="2" y="401"/>
                </a:lnTo>
                <a:lnTo>
                  <a:pt x="3" y="401"/>
                </a:lnTo>
                <a:lnTo>
                  <a:pt x="3" y="400"/>
                </a:lnTo>
                <a:lnTo>
                  <a:pt x="4" y="400"/>
                </a:lnTo>
                <a:lnTo>
                  <a:pt x="5" y="400"/>
                </a:lnTo>
                <a:lnTo>
                  <a:pt x="5" y="399"/>
                </a:lnTo>
                <a:lnTo>
                  <a:pt x="7" y="399"/>
                </a:lnTo>
                <a:lnTo>
                  <a:pt x="7" y="400"/>
                </a:lnTo>
                <a:lnTo>
                  <a:pt x="8" y="400"/>
                </a:lnTo>
                <a:lnTo>
                  <a:pt x="8" y="399"/>
                </a:lnTo>
                <a:lnTo>
                  <a:pt x="9" y="399"/>
                </a:lnTo>
                <a:lnTo>
                  <a:pt x="10" y="399"/>
                </a:lnTo>
                <a:lnTo>
                  <a:pt x="10" y="398"/>
                </a:lnTo>
                <a:lnTo>
                  <a:pt x="10" y="397"/>
                </a:lnTo>
                <a:lnTo>
                  <a:pt x="11" y="397"/>
                </a:lnTo>
                <a:lnTo>
                  <a:pt x="11" y="396"/>
                </a:lnTo>
                <a:lnTo>
                  <a:pt x="12" y="396"/>
                </a:lnTo>
                <a:lnTo>
                  <a:pt x="12" y="395"/>
                </a:lnTo>
                <a:lnTo>
                  <a:pt x="12" y="396"/>
                </a:lnTo>
                <a:lnTo>
                  <a:pt x="13" y="396"/>
                </a:lnTo>
                <a:lnTo>
                  <a:pt x="14" y="396"/>
                </a:lnTo>
                <a:lnTo>
                  <a:pt x="14" y="395"/>
                </a:lnTo>
                <a:lnTo>
                  <a:pt x="14" y="396"/>
                </a:lnTo>
                <a:lnTo>
                  <a:pt x="14" y="395"/>
                </a:lnTo>
                <a:lnTo>
                  <a:pt x="15" y="395"/>
                </a:lnTo>
                <a:lnTo>
                  <a:pt x="15" y="396"/>
                </a:lnTo>
                <a:lnTo>
                  <a:pt x="16" y="396"/>
                </a:lnTo>
                <a:lnTo>
                  <a:pt x="16" y="395"/>
                </a:lnTo>
                <a:lnTo>
                  <a:pt x="17" y="395"/>
                </a:lnTo>
                <a:lnTo>
                  <a:pt x="17" y="394"/>
                </a:lnTo>
                <a:lnTo>
                  <a:pt x="16" y="394"/>
                </a:lnTo>
                <a:lnTo>
                  <a:pt x="17" y="394"/>
                </a:lnTo>
                <a:lnTo>
                  <a:pt x="17" y="393"/>
                </a:lnTo>
                <a:lnTo>
                  <a:pt x="18" y="393"/>
                </a:lnTo>
                <a:lnTo>
                  <a:pt x="19" y="393"/>
                </a:lnTo>
                <a:lnTo>
                  <a:pt x="19" y="394"/>
                </a:lnTo>
                <a:lnTo>
                  <a:pt x="20" y="394"/>
                </a:lnTo>
                <a:lnTo>
                  <a:pt x="21" y="394"/>
                </a:lnTo>
                <a:lnTo>
                  <a:pt x="21" y="393"/>
                </a:lnTo>
                <a:lnTo>
                  <a:pt x="22" y="392"/>
                </a:lnTo>
                <a:lnTo>
                  <a:pt x="22" y="393"/>
                </a:lnTo>
                <a:lnTo>
                  <a:pt x="22" y="392"/>
                </a:lnTo>
                <a:lnTo>
                  <a:pt x="23" y="392"/>
                </a:lnTo>
                <a:lnTo>
                  <a:pt x="23" y="391"/>
                </a:lnTo>
                <a:lnTo>
                  <a:pt x="24" y="391"/>
                </a:lnTo>
                <a:lnTo>
                  <a:pt x="25" y="391"/>
                </a:lnTo>
                <a:lnTo>
                  <a:pt x="25" y="390"/>
                </a:lnTo>
                <a:lnTo>
                  <a:pt x="26" y="390"/>
                </a:lnTo>
                <a:lnTo>
                  <a:pt x="26" y="389"/>
                </a:lnTo>
                <a:lnTo>
                  <a:pt x="27" y="389"/>
                </a:lnTo>
                <a:lnTo>
                  <a:pt x="27" y="388"/>
                </a:lnTo>
                <a:lnTo>
                  <a:pt x="28" y="388"/>
                </a:lnTo>
                <a:lnTo>
                  <a:pt x="29" y="388"/>
                </a:lnTo>
                <a:lnTo>
                  <a:pt x="29" y="387"/>
                </a:lnTo>
                <a:lnTo>
                  <a:pt x="30" y="387"/>
                </a:lnTo>
                <a:lnTo>
                  <a:pt x="30" y="386"/>
                </a:lnTo>
                <a:lnTo>
                  <a:pt x="31" y="386"/>
                </a:lnTo>
                <a:lnTo>
                  <a:pt x="32" y="386"/>
                </a:lnTo>
                <a:lnTo>
                  <a:pt x="31" y="386"/>
                </a:lnTo>
                <a:lnTo>
                  <a:pt x="31" y="387"/>
                </a:lnTo>
                <a:lnTo>
                  <a:pt x="31" y="388"/>
                </a:lnTo>
                <a:lnTo>
                  <a:pt x="32" y="388"/>
                </a:lnTo>
                <a:lnTo>
                  <a:pt x="32" y="389"/>
                </a:lnTo>
                <a:lnTo>
                  <a:pt x="31" y="389"/>
                </a:lnTo>
                <a:lnTo>
                  <a:pt x="31" y="390"/>
                </a:lnTo>
                <a:lnTo>
                  <a:pt x="31" y="391"/>
                </a:lnTo>
                <a:lnTo>
                  <a:pt x="31" y="392"/>
                </a:lnTo>
                <a:lnTo>
                  <a:pt x="32" y="392"/>
                </a:lnTo>
                <a:lnTo>
                  <a:pt x="32" y="393"/>
                </a:lnTo>
                <a:lnTo>
                  <a:pt x="33" y="394"/>
                </a:lnTo>
                <a:lnTo>
                  <a:pt x="34" y="394"/>
                </a:lnTo>
                <a:lnTo>
                  <a:pt x="34" y="395"/>
                </a:lnTo>
                <a:lnTo>
                  <a:pt x="34" y="396"/>
                </a:lnTo>
                <a:lnTo>
                  <a:pt x="35" y="396"/>
                </a:lnTo>
                <a:lnTo>
                  <a:pt x="34" y="396"/>
                </a:lnTo>
                <a:lnTo>
                  <a:pt x="34" y="397"/>
                </a:lnTo>
                <a:lnTo>
                  <a:pt x="34" y="398"/>
                </a:lnTo>
                <a:lnTo>
                  <a:pt x="34" y="399"/>
                </a:lnTo>
                <a:lnTo>
                  <a:pt x="33" y="399"/>
                </a:lnTo>
                <a:lnTo>
                  <a:pt x="33" y="400"/>
                </a:lnTo>
                <a:lnTo>
                  <a:pt x="32" y="401"/>
                </a:lnTo>
                <a:lnTo>
                  <a:pt x="33" y="401"/>
                </a:lnTo>
                <a:lnTo>
                  <a:pt x="33" y="402"/>
                </a:lnTo>
                <a:lnTo>
                  <a:pt x="33" y="403"/>
                </a:lnTo>
                <a:lnTo>
                  <a:pt x="34" y="403"/>
                </a:lnTo>
                <a:lnTo>
                  <a:pt x="34" y="404"/>
                </a:lnTo>
                <a:lnTo>
                  <a:pt x="33" y="404"/>
                </a:lnTo>
                <a:lnTo>
                  <a:pt x="34" y="404"/>
                </a:lnTo>
                <a:lnTo>
                  <a:pt x="34" y="405"/>
                </a:lnTo>
                <a:lnTo>
                  <a:pt x="34" y="406"/>
                </a:lnTo>
                <a:lnTo>
                  <a:pt x="35" y="406"/>
                </a:lnTo>
                <a:lnTo>
                  <a:pt x="34" y="406"/>
                </a:lnTo>
                <a:lnTo>
                  <a:pt x="34" y="407"/>
                </a:lnTo>
                <a:lnTo>
                  <a:pt x="35" y="407"/>
                </a:lnTo>
                <a:lnTo>
                  <a:pt x="34" y="407"/>
                </a:lnTo>
                <a:lnTo>
                  <a:pt x="34" y="408"/>
                </a:lnTo>
                <a:lnTo>
                  <a:pt x="35" y="409"/>
                </a:lnTo>
                <a:lnTo>
                  <a:pt x="35" y="410"/>
                </a:lnTo>
                <a:lnTo>
                  <a:pt x="34" y="410"/>
                </a:lnTo>
                <a:lnTo>
                  <a:pt x="35" y="410"/>
                </a:lnTo>
                <a:lnTo>
                  <a:pt x="36" y="410"/>
                </a:lnTo>
                <a:lnTo>
                  <a:pt x="36" y="411"/>
                </a:lnTo>
                <a:lnTo>
                  <a:pt x="37" y="412"/>
                </a:lnTo>
                <a:lnTo>
                  <a:pt x="37" y="413"/>
                </a:lnTo>
                <a:lnTo>
                  <a:pt x="37" y="414"/>
                </a:lnTo>
                <a:lnTo>
                  <a:pt x="38" y="414"/>
                </a:lnTo>
                <a:lnTo>
                  <a:pt x="38" y="415"/>
                </a:lnTo>
                <a:lnTo>
                  <a:pt x="38" y="414"/>
                </a:lnTo>
                <a:lnTo>
                  <a:pt x="38" y="415"/>
                </a:lnTo>
                <a:lnTo>
                  <a:pt x="39" y="415"/>
                </a:lnTo>
                <a:lnTo>
                  <a:pt x="39" y="416"/>
                </a:lnTo>
                <a:lnTo>
                  <a:pt x="40" y="416"/>
                </a:lnTo>
                <a:lnTo>
                  <a:pt x="40" y="417"/>
                </a:lnTo>
                <a:lnTo>
                  <a:pt x="41" y="417"/>
                </a:lnTo>
                <a:lnTo>
                  <a:pt x="41" y="416"/>
                </a:lnTo>
                <a:lnTo>
                  <a:pt x="42" y="416"/>
                </a:lnTo>
                <a:lnTo>
                  <a:pt x="43" y="416"/>
                </a:lnTo>
                <a:lnTo>
                  <a:pt x="43" y="417"/>
                </a:lnTo>
                <a:lnTo>
                  <a:pt x="43" y="418"/>
                </a:lnTo>
                <a:lnTo>
                  <a:pt x="44" y="418"/>
                </a:lnTo>
                <a:lnTo>
                  <a:pt x="45" y="418"/>
                </a:lnTo>
                <a:lnTo>
                  <a:pt x="46" y="418"/>
                </a:lnTo>
                <a:lnTo>
                  <a:pt x="46" y="419"/>
                </a:lnTo>
                <a:lnTo>
                  <a:pt x="46" y="420"/>
                </a:lnTo>
                <a:lnTo>
                  <a:pt x="46" y="421"/>
                </a:lnTo>
                <a:lnTo>
                  <a:pt x="47" y="421"/>
                </a:lnTo>
                <a:lnTo>
                  <a:pt x="48" y="421"/>
                </a:lnTo>
                <a:lnTo>
                  <a:pt x="48" y="422"/>
                </a:lnTo>
                <a:lnTo>
                  <a:pt x="49" y="422"/>
                </a:lnTo>
                <a:lnTo>
                  <a:pt x="49" y="423"/>
                </a:lnTo>
                <a:lnTo>
                  <a:pt x="50" y="423"/>
                </a:lnTo>
                <a:lnTo>
                  <a:pt x="50" y="424"/>
                </a:lnTo>
                <a:lnTo>
                  <a:pt x="51" y="424"/>
                </a:lnTo>
                <a:lnTo>
                  <a:pt x="52" y="424"/>
                </a:lnTo>
                <a:lnTo>
                  <a:pt x="52" y="423"/>
                </a:lnTo>
                <a:lnTo>
                  <a:pt x="53" y="423"/>
                </a:lnTo>
                <a:lnTo>
                  <a:pt x="53" y="422"/>
                </a:lnTo>
                <a:lnTo>
                  <a:pt x="53" y="421"/>
                </a:lnTo>
                <a:lnTo>
                  <a:pt x="54" y="421"/>
                </a:lnTo>
                <a:lnTo>
                  <a:pt x="54" y="420"/>
                </a:lnTo>
                <a:lnTo>
                  <a:pt x="55" y="420"/>
                </a:lnTo>
                <a:lnTo>
                  <a:pt x="56" y="420"/>
                </a:lnTo>
                <a:lnTo>
                  <a:pt x="56" y="419"/>
                </a:lnTo>
                <a:lnTo>
                  <a:pt x="57" y="419"/>
                </a:lnTo>
                <a:lnTo>
                  <a:pt x="57" y="420"/>
                </a:lnTo>
                <a:lnTo>
                  <a:pt x="58" y="420"/>
                </a:lnTo>
                <a:lnTo>
                  <a:pt x="58" y="419"/>
                </a:lnTo>
                <a:lnTo>
                  <a:pt x="58" y="420"/>
                </a:lnTo>
                <a:lnTo>
                  <a:pt x="58" y="419"/>
                </a:lnTo>
                <a:lnTo>
                  <a:pt x="59" y="419"/>
                </a:lnTo>
                <a:lnTo>
                  <a:pt x="60" y="419"/>
                </a:lnTo>
                <a:lnTo>
                  <a:pt x="61" y="419"/>
                </a:lnTo>
                <a:lnTo>
                  <a:pt x="61" y="420"/>
                </a:lnTo>
                <a:lnTo>
                  <a:pt x="62" y="420"/>
                </a:lnTo>
                <a:lnTo>
                  <a:pt x="62" y="421"/>
                </a:lnTo>
                <a:lnTo>
                  <a:pt x="63" y="421"/>
                </a:lnTo>
                <a:lnTo>
                  <a:pt x="64" y="421"/>
                </a:lnTo>
                <a:lnTo>
                  <a:pt x="64" y="420"/>
                </a:lnTo>
                <a:lnTo>
                  <a:pt x="64" y="419"/>
                </a:lnTo>
                <a:lnTo>
                  <a:pt x="64" y="418"/>
                </a:lnTo>
                <a:lnTo>
                  <a:pt x="63" y="418"/>
                </a:lnTo>
                <a:lnTo>
                  <a:pt x="64" y="418"/>
                </a:lnTo>
                <a:lnTo>
                  <a:pt x="64" y="417"/>
                </a:lnTo>
                <a:lnTo>
                  <a:pt x="65" y="417"/>
                </a:lnTo>
                <a:lnTo>
                  <a:pt x="65" y="416"/>
                </a:lnTo>
                <a:lnTo>
                  <a:pt x="66" y="416"/>
                </a:lnTo>
                <a:lnTo>
                  <a:pt x="66" y="415"/>
                </a:lnTo>
                <a:lnTo>
                  <a:pt x="65" y="415"/>
                </a:lnTo>
                <a:lnTo>
                  <a:pt x="65" y="414"/>
                </a:lnTo>
                <a:lnTo>
                  <a:pt x="65" y="413"/>
                </a:lnTo>
                <a:lnTo>
                  <a:pt x="65" y="412"/>
                </a:lnTo>
                <a:lnTo>
                  <a:pt x="66" y="412"/>
                </a:lnTo>
                <a:lnTo>
                  <a:pt x="66" y="411"/>
                </a:lnTo>
                <a:lnTo>
                  <a:pt x="66" y="410"/>
                </a:lnTo>
                <a:lnTo>
                  <a:pt x="66" y="409"/>
                </a:lnTo>
                <a:lnTo>
                  <a:pt x="67" y="409"/>
                </a:lnTo>
                <a:lnTo>
                  <a:pt x="67" y="410"/>
                </a:lnTo>
                <a:lnTo>
                  <a:pt x="68" y="410"/>
                </a:lnTo>
                <a:lnTo>
                  <a:pt x="68" y="409"/>
                </a:lnTo>
                <a:lnTo>
                  <a:pt x="68" y="408"/>
                </a:lnTo>
                <a:lnTo>
                  <a:pt x="69" y="408"/>
                </a:lnTo>
                <a:lnTo>
                  <a:pt x="70" y="408"/>
                </a:lnTo>
                <a:lnTo>
                  <a:pt x="71" y="408"/>
                </a:lnTo>
                <a:lnTo>
                  <a:pt x="71" y="407"/>
                </a:lnTo>
                <a:lnTo>
                  <a:pt x="71" y="406"/>
                </a:lnTo>
                <a:lnTo>
                  <a:pt x="72" y="406"/>
                </a:lnTo>
                <a:lnTo>
                  <a:pt x="73" y="406"/>
                </a:lnTo>
                <a:lnTo>
                  <a:pt x="74" y="406"/>
                </a:lnTo>
                <a:lnTo>
                  <a:pt x="74" y="407"/>
                </a:lnTo>
                <a:lnTo>
                  <a:pt x="74" y="406"/>
                </a:lnTo>
                <a:lnTo>
                  <a:pt x="74" y="405"/>
                </a:lnTo>
                <a:lnTo>
                  <a:pt x="75" y="405"/>
                </a:lnTo>
                <a:lnTo>
                  <a:pt x="75" y="406"/>
                </a:lnTo>
                <a:lnTo>
                  <a:pt x="76" y="406"/>
                </a:lnTo>
                <a:lnTo>
                  <a:pt x="77" y="406"/>
                </a:lnTo>
                <a:lnTo>
                  <a:pt x="77" y="405"/>
                </a:lnTo>
                <a:lnTo>
                  <a:pt x="77" y="404"/>
                </a:lnTo>
                <a:lnTo>
                  <a:pt x="78" y="404"/>
                </a:lnTo>
                <a:lnTo>
                  <a:pt x="79" y="404"/>
                </a:lnTo>
                <a:lnTo>
                  <a:pt x="79" y="403"/>
                </a:lnTo>
                <a:lnTo>
                  <a:pt x="79" y="402"/>
                </a:lnTo>
                <a:lnTo>
                  <a:pt x="78" y="402"/>
                </a:lnTo>
                <a:lnTo>
                  <a:pt x="78" y="401"/>
                </a:lnTo>
                <a:lnTo>
                  <a:pt x="79" y="401"/>
                </a:lnTo>
                <a:lnTo>
                  <a:pt x="79" y="400"/>
                </a:lnTo>
                <a:lnTo>
                  <a:pt x="80" y="400"/>
                </a:lnTo>
                <a:lnTo>
                  <a:pt x="80" y="399"/>
                </a:lnTo>
                <a:lnTo>
                  <a:pt x="81" y="399"/>
                </a:lnTo>
                <a:lnTo>
                  <a:pt x="81" y="398"/>
                </a:lnTo>
                <a:lnTo>
                  <a:pt x="81" y="397"/>
                </a:lnTo>
                <a:lnTo>
                  <a:pt x="82" y="397"/>
                </a:lnTo>
                <a:lnTo>
                  <a:pt x="82" y="396"/>
                </a:lnTo>
                <a:lnTo>
                  <a:pt x="81" y="396"/>
                </a:lnTo>
                <a:lnTo>
                  <a:pt x="81" y="395"/>
                </a:lnTo>
                <a:lnTo>
                  <a:pt x="81" y="394"/>
                </a:lnTo>
                <a:lnTo>
                  <a:pt x="81" y="393"/>
                </a:lnTo>
                <a:lnTo>
                  <a:pt x="80" y="393"/>
                </a:lnTo>
                <a:lnTo>
                  <a:pt x="80" y="392"/>
                </a:lnTo>
                <a:lnTo>
                  <a:pt x="80" y="391"/>
                </a:lnTo>
                <a:lnTo>
                  <a:pt x="79" y="390"/>
                </a:lnTo>
                <a:lnTo>
                  <a:pt x="79" y="389"/>
                </a:lnTo>
                <a:lnTo>
                  <a:pt x="79" y="388"/>
                </a:lnTo>
                <a:lnTo>
                  <a:pt x="80" y="388"/>
                </a:lnTo>
                <a:lnTo>
                  <a:pt x="80" y="387"/>
                </a:lnTo>
                <a:lnTo>
                  <a:pt x="80" y="386"/>
                </a:lnTo>
                <a:lnTo>
                  <a:pt x="80" y="385"/>
                </a:lnTo>
                <a:lnTo>
                  <a:pt x="81" y="385"/>
                </a:lnTo>
                <a:lnTo>
                  <a:pt x="81" y="384"/>
                </a:lnTo>
                <a:lnTo>
                  <a:pt x="80" y="383"/>
                </a:lnTo>
                <a:lnTo>
                  <a:pt x="81" y="383"/>
                </a:lnTo>
                <a:lnTo>
                  <a:pt x="80" y="383"/>
                </a:lnTo>
                <a:lnTo>
                  <a:pt x="80" y="382"/>
                </a:lnTo>
                <a:lnTo>
                  <a:pt x="80" y="381"/>
                </a:lnTo>
                <a:lnTo>
                  <a:pt x="79" y="381"/>
                </a:lnTo>
                <a:lnTo>
                  <a:pt x="79" y="380"/>
                </a:lnTo>
                <a:lnTo>
                  <a:pt x="79" y="379"/>
                </a:lnTo>
                <a:lnTo>
                  <a:pt x="79" y="378"/>
                </a:lnTo>
                <a:lnTo>
                  <a:pt x="78" y="378"/>
                </a:lnTo>
                <a:lnTo>
                  <a:pt x="77" y="378"/>
                </a:lnTo>
                <a:lnTo>
                  <a:pt x="76" y="378"/>
                </a:lnTo>
                <a:lnTo>
                  <a:pt x="75" y="378"/>
                </a:lnTo>
                <a:lnTo>
                  <a:pt x="74" y="378"/>
                </a:lnTo>
                <a:lnTo>
                  <a:pt x="75" y="378"/>
                </a:lnTo>
                <a:lnTo>
                  <a:pt x="75" y="377"/>
                </a:lnTo>
                <a:lnTo>
                  <a:pt x="74" y="377"/>
                </a:lnTo>
                <a:lnTo>
                  <a:pt x="75" y="377"/>
                </a:lnTo>
                <a:lnTo>
                  <a:pt x="75" y="376"/>
                </a:lnTo>
                <a:lnTo>
                  <a:pt x="75" y="375"/>
                </a:lnTo>
                <a:lnTo>
                  <a:pt x="75" y="374"/>
                </a:lnTo>
                <a:lnTo>
                  <a:pt x="75" y="373"/>
                </a:lnTo>
                <a:lnTo>
                  <a:pt x="75" y="372"/>
                </a:lnTo>
                <a:lnTo>
                  <a:pt x="76" y="372"/>
                </a:lnTo>
                <a:lnTo>
                  <a:pt x="75" y="372"/>
                </a:lnTo>
                <a:lnTo>
                  <a:pt x="75" y="371"/>
                </a:lnTo>
                <a:lnTo>
                  <a:pt x="75" y="370"/>
                </a:lnTo>
                <a:lnTo>
                  <a:pt x="75" y="369"/>
                </a:lnTo>
                <a:lnTo>
                  <a:pt x="76" y="369"/>
                </a:lnTo>
                <a:lnTo>
                  <a:pt x="75" y="368"/>
                </a:lnTo>
                <a:lnTo>
                  <a:pt x="75" y="367"/>
                </a:lnTo>
                <a:lnTo>
                  <a:pt x="75" y="366"/>
                </a:lnTo>
                <a:lnTo>
                  <a:pt x="75" y="365"/>
                </a:lnTo>
                <a:lnTo>
                  <a:pt x="76" y="365"/>
                </a:lnTo>
                <a:lnTo>
                  <a:pt x="76" y="364"/>
                </a:lnTo>
                <a:lnTo>
                  <a:pt x="76" y="363"/>
                </a:lnTo>
                <a:lnTo>
                  <a:pt x="77" y="363"/>
                </a:lnTo>
                <a:lnTo>
                  <a:pt x="77" y="362"/>
                </a:lnTo>
                <a:lnTo>
                  <a:pt x="77" y="361"/>
                </a:lnTo>
                <a:lnTo>
                  <a:pt x="76" y="361"/>
                </a:lnTo>
                <a:lnTo>
                  <a:pt x="75" y="361"/>
                </a:lnTo>
                <a:lnTo>
                  <a:pt x="75" y="360"/>
                </a:lnTo>
                <a:lnTo>
                  <a:pt x="74" y="360"/>
                </a:lnTo>
                <a:lnTo>
                  <a:pt x="73" y="360"/>
                </a:lnTo>
                <a:lnTo>
                  <a:pt x="73" y="359"/>
                </a:lnTo>
                <a:lnTo>
                  <a:pt x="72" y="358"/>
                </a:lnTo>
                <a:lnTo>
                  <a:pt x="71" y="358"/>
                </a:lnTo>
                <a:lnTo>
                  <a:pt x="70" y="358"/>
                </a:lnTo>
                <a:lnTo>
                  <a:pt x="70" y="357"/>
                </a:lnTo>
                <a:lnTo>
                  <a:pt x="70" y="356"/>
                </a:lnTo>
                <a:lnTo>
                  <a:pt x="69" y="356"/>
                </a:lnTo>
                <a:lnTo>
                  <a:pt x="69" y="355"/>
                </a:lnTo>
                <a:lnTo>
                  <a:pt x="69" y="354"/>
                </a:lnTo>
                <a:lnTo>
                  <a:pt x="69" y="353"/>
                </a:lnTo>
                <a:lnTo>
                  <a:pt x="68" y="352"/>
                </a:lnTo>
                <a:lnTo>
                  <a:pt x="68" y="351"/>
                </a:lnTo>
                <a:lnTo>
                  <a:pt x="68" y="350"/>
                </a:lnTo>
                <a:lnTo>
                  <a:pt x="68" y="349"/>
                </a:lnTo>
                <a:lnTo>
                  <a:pt x="68" y="348"/>
                </a:lnTo>
                <a:lnTo>
                  <a:pt x="67" y="348"/>
                </a:lnTo>
                <a:lnTo>
                  <a:pt x="67" y="347"/>
                </a:lnTo>
                <a:lnTo>
                  <a:pt x="67" y="346"/>
                </a:lnTo>
                <a:lnTo>
                  <a:pt x="67" y="345"/>
                </a:lnTo>
                <a:lnTo>
                  <a:pt x="67" y="344"/>
                </a:lnTo>
                <a:lnTo>
                  <a:pt x="67" y="343"/>
                </a:lnTo>
                <a:lnTo>
                  <a:pt x="68" y="343"/>
                </a:lnTo>
                <a:lnTo>
                  <a:pt x="68" y="342"/>
                </a:lnTo>
                <a:lnTo>
                  <a:pt x="68" y="341"/>
                </a:lnTo>
                <a:lnTo>
                  <a:pt x="68" y="340"/>
                </a:lnTo>
                <a:lnTo>
                  <a:pt x="69" y="340"/>
                </a:lnTo>
                <a:lnTo>
                  <a:pt x="69" y="339"/>
                </a:lnTo>
                <a:lnTo>
                  <a:pt x="69" y="338"/>
                </a:lnTo>
                <a:lnTo>
                  <a:pt x="68" y="338"/>
                </a:lnTo>
                <a:lnTo>
                  <a:pt x="68" y="337"/>
                </a:lnTo>
                <a:lnTo>
                  <a:pt x="67" y="337"/>
                </a:lnTo>
                <a:lnTo>
                  <a:pt x="67" y="336"/>
                </a:lnTo>
                <a:lnTo>
                  <a:pt x="66" y="336"/>
                </a:lnTo>
                <a:lnTo>
                  <a:pt x="65" y="336"/>
                </a:lnTo>
                <a:lnTo>
                  <a:pt x="64" y="336"/>
                </a:lnTo>
                <a:lnTo>
                  <a:pt x="64" y="335"/>
                </a:lnTo>
                <a:lnTo>
                  <a:pt x="63" y="335"/>
                </a:lnTo>
                <a:lnTo>
                  <a:pt x="63" y="334"/>
                </a:lnTo>
                <a:lnTo>
                  <a:pt x="62" y="334"/>
                </a:lnTo>
                <a:lnTo>
                  <a:pt x="61" y="334"/>
                </a:lnTo>
                <a:lnTo>
                  <a:pt x="61" y="333"/>
                </a:lnTo>
                <a:lnTo>
                  <a:pt x="60" y="333"/>
                </a:lnTo>
                <a:lnTo>
                  <a:pt x="60" y="332"/>
                </a:lnTo>
                <a:lnTo>
                  <a:pt x="61" y="332"/>
                </a:lnTo>
                <a:lnTo>
                  <a:pt x="61" y="331"/>
                </a:lnTo>
                <a:lnTo>
                  <a:pt x="62" y="331"/>
                </a:lnTo>
                <a:lnTo>
                  <a:pt x="61" y="331"/>
                </a:lnTo>
                <a:lnTo>
                  <a:pt x="61" y="330"/>
                </a:lnTo>
                <a:lnTo>
                  <a:pt x="60" y="330"/>
                </a:lnTo>
                <a:lnTo>
                  <a:pt x="59" y="330"/>
                </a:lnTo>
                <a:lnTo>
                  <a:pt x="58" y="330"/>
                </a:lnTo>
                <a:lnTo>
                  <a:pt x="58" y="329"/>
                </a:lnTo>
                <a:lnTo>
                  <a:pt x="58" y="328"/>
                </a:lnTo>
                <a:lnTo>
                  <a:pt x="57" y="328"/>
                </a:lnTo>
                <a:lnTo>
                  <a:pt x="58" y="328"/>
                </a:lnTo>
                <a:lnTo>
                  <a:pt x="58" y="327"/>
                </a:lnTo>
                <a:lnTo>
                  <a:pt x="57" y="327"/>
                </a:lnTo>
                <a:lnTo>
                  <a:pt x="57" y="326"/>
                </a:lnTo>
                <a:lnTo>
                  <a:pt x="58" y="326"/>
                </a:lnTo>
                <a:lnTo>
                  <a:pt x="58" y="325"/>
                </a:lnTo>
                <a:lnTo>
                  <a:pt x="57" y="325"/>
                </a:lnTo>
                <a:lnTo>
                  <a:pt x="57" y="324"/>
                </a:lnTo>
                <a:lnTo>
                  <a:pt x="56" y="323"/>
                </a:lnTo>
                <a:lnTo>
                  <a:pt x="55" y="323"/>
                </a:lnTo>
                <a:lnTo>
                  <a:pt x="54" y="323"/>
                </a:lnTo>
                <a:lnTo>
                  <a:pt x="53" y="323"/>
                </a:lnTo>
                <a:lnTo>
                  <a:pt x="52" y="323"/>
                </a:lnTo>
                <a:lnTo>
                  <a:pt x="52" y="322"/>
                </a:lnTo>
                <a:lnTo>
                  <a:pt x="51" y="322"/>
                </a:lnTo>
                <a:lnTo>
                  <a:pt x="51" y="321"/>
                </a:lnTo>
                <a:lnTo>
                  <a:pt x="51" y="320"/>
                </a:lnTo>
                <a:lnTo>
                  <a:pt x="50" y="320"/>
                </a:lnTo>
                <a:lnTo>
                  <a:pt x="50" y="319"/>
                </a:lnTo>
                <a:lnTo>
                  <a:pt x="50" y="318"/>
                </a:lnTo>
                <a:lnTo>
                  <a:pt x="49" y="318"/>
                </a:lnTo>
                <a:lnTo>
                  <a:pt x="49" y="317"/>
                </a:lnTo>
                <a:lnTo>
                  <a:pt x="48" y="317"/>
                </a:lnTo>
                <a:lnTo>
                  <a:pt x="48" y="316"/>
                </a:lnTo>
                <a:lnTo>
                  <a:pt x="47" y="316"/>
                </a:lnTo>
                <a:lnTo>
                  <a:pt x="46" y="316"/>
                </a:lnTo>
                <a:lnTo>
                  <a:pt x="46" y="315"/>
                </a:lnTo>
                <a:lnTo>
                  <a:pt x="46" y="314"/>
                </a:lnTo>
                <a:lnTo>
                  <a:pt x="45" y="314"/>
                </a:lnTo>
                <a:lnTo>
                  <a:pt x="44" y="314"/>
                </a:lnTo>
                <a:lnTo>
                  <a:pt x="43" y="314"/>
                </a:lnTo>
                <a:lnTo>
                  <a:pt x="42" y="314"/>
                </a:lnTo>
                <a:lnTo>
                  <a:pt x="41" y="314"/>
                </a:lnTo>
                <a:lnTo>
                  <a:pt x="41" y="313"/>
                </a:lnTo>
                <a:lnTo>
                  <a:pt x="40" y="313"/>
                </a:lnTo>
                <a:lnTo>
                  <a:pt x="40" y="312"/>
                </a:lnTo>
                <a:lnTo>
                  <a:pt x="39" y="312"/>
                </a:lnTo>
                <a:lnTo>
                  <a:pt x="40" y="312"/>
                </a:lnTo>
                <a:lnTo>
                  <a:pt x="40" y="311"/>
                </a:lnTo>
                <a:lnTo>
                  <a:pt x="39" y="311"/>
                </a:lnTo>
                <a:lnTo>
                  <a:pt x="39" y="310"/>
                </a:lnTo>
                <a:lnTo>
                  <a:pt x="38" y="310"/>
                </a:lnTo>
                <a:lnTo>
                  <a:pt x="38" y="309"/>
                </a:lnTo>
                <a:lnTo>
                  <a:pt x="38" y="308"/>
                </a:lnTo>
                <a:lnTo>
                  <a:pt x="37" y="308"/>
                </a:lnTo>
                <a:lnTo>
                  <a:pt x="37" y="307"/>
                </a:lnTo>
                <a:lnTo>
                  <a:pt x="38" y="307"/>
                </a:lnTo>
                <a:lnTo>
                  <a:pt x="37" y="307"/>
                </a:lnTo>
                <a:lnTo>
                  <a:pt x="37" y="306"/>
                </a:lnTo>
                <a:lnTo>
                  <a:pt x="36" y="306"/>
                </a:lnTo>
                <a:lnTo>
                  <a:pt x="36" y="305"/>
                </a:lnTo>
                <a:lnTo>
                  <a:pt x="35" y="305"/>
                </a:lnTo>
                <a:lnTo>
                  <a:pt x="35" y="304"/>
                </a:lnTo>
                <a:lnTo>
                  <a:pt x="34" y="304"/>
                </a:lnTo>
                <a:lnTo>
                  <a:pt x="34" y="303"/>
                </a:lnTo>
                <a:lnTo>
                  <a:pt x="34" y="302"/>
                </a:lnTo>
                <a:lnTo>
                  <a:pt x="33" y="302"/>
                </a:lnTo>
                <a:lnTo>
                  <a:pt x="33" y="301"/>
                </a:lnTo>
                <a:lnTo>
                  <a:pt x="32" y="301"/>
                </a:lnTo>
                <a:lnTo>
                  <a:pt x="32" y="300"/>
                </a:lnTo>
                <a:lnTo>
                  <a:pt x="31" y="300"/>
                </a:lnTo>
                <a:lnTo>
                  <a:pt x="31" y="299"/>
                </a:lnTo>
                <a:lnTo>
                  <a:pt x="30" y="299"/>
                </a:lnTo>
                <a:lnTo>
                  <a:pt x="30" y="298"/>
                </a:lnTo>
                <a:lnTo>
                  <a:pt x="31" y="298"/>
                </a:lnTo>
                <a:lnTo>
                  <a:pt x="31" y="297"/>
                </a:lnTo>
                <a:lnTo>
                  <a:pt x="31" y="296"/>
                </a:lnTo>
                <a:lnTo>
                  <a:pt x="31" y="295"/>
                </a:lnTo>
                <a:lnTo>
                  <a:pt x="32" y="294"/>
                </a:lnTo>
                <a:lnTo>
                  <a:pt x="32" y="293"/>
                </a:lnTo>
                <a:lnTo>
                  <a:pt x="33" y="293"/>
                </a:lnTo>
                <a:lnTo>
                  <a:pt x="32" y="293"/>
                </a:lnTo>
                <a:lnTo>
                  <a:pt x="32" y="292"/>
                </a:lnTo>
                <a:lnTo>
                  <a:pt x="31" y="292"/>
                </a:lnTo>
                <a:lnTo>
                  <a:pt x="31" y="293"/>
                </a:lnTo>
                <a:lnTo>
                  <a:pt x="30" y="293"/>
                </a:lnTo>
                <a:lnTo>
                  <a:pt x="29" y="293"/>
                </a:lnTo>
                <a:lnTo>
                  <a:pt x="29" y="292"/>
                </a:lnTo>
                <a:lnTo>
                  <a:pt x="28" y="292"/>
                </a:lnTo>
                <a:lnTo>
                  <a:pt x="27" y="292"/>
                </a:lnTo>
                <a:lnTo>
                  <a:pt x="27" y="291"/>
                </a:lnTo>
                <a:lnTo>
                  <a:pt x="27" y="290"/>
                </a:lnTo>
                <a:lnTo>
                  <a:pt x="26" y="290"/>
                </a:lnTo>
                <a:lnTo>
                  <a:pt x="26" y="289"/>
                </a:lnTo>
                <a:lnTo>
                  <a:pt x="26" y="288"/>
                </a:lnTo>
                <a:lnTo>
                  <a:pt x="25" y="288"/>
                </a:lnTo>
                <a:lnTo>
                  <a:pt x="26" y="288"/>
                </a:lnTo>
                <a:lnTo>
                  <a:pt x="27" y="288"/>
                </a:lnTo>
                <a:lnTo>
                  <a:pt x="28" y="288"/>
                </a:lnTo>
                <a:lnTo>
                  <a:pt x="28" y="287"/>
                </a:lnTo>
                <a:lnTo>
                  <a:pt x="29" y="287"/>
                </a:lnTo>
                <a:lnTo>
                  <a:pt x="30" y="287"/>
                </a:lnTo>
                <a:lnTo>
                  <a:pt x="31" y="287"/>
                </a:lnTo>
                <a:lnTo>
                  <a:pt x="31" y="286"/>
                </a:lnTo>
                <a:lnTo>
                  <a:pt x="32" y="285"/>
                </a:lnTo>
                <a:lnTo>
                  <a:pt x="33" y="285"/>
                </a:lnTo>
                <a:lnTo>
                  <a:pt x="33" y="284"/>
                </a:lnTo>
                <a:lnTo>
                  <a:pt x="34" y="284"/>
                </a:lnTo>
                <a:lnTo>
                  <a:pt x="35" y="283"/>
                </a:lnTo>
                <a:lnTo>
                  <a:pt x="36" y="282"/>
                </a:lnTo>
                <a:lnTo>
                  <a:pt x="35" y="282"/>
                </a:lnTo>
                <a:lnTo>
                  <a:pt x="35" y="281"/>
                </a:lnTo>
                <a:lnTo>
                  <a:pt x="34" y="281"/>
                </a:lnTo>
                <a:lnTo>
                  <a:pt x="34" y="280"/>
                </a:lnTo>
                <a:lnTo>
                  <a:pt x="34" y="279"/>
                </a:lnTo>
                <a:lnTo>
                  <a:pt x="33" y="279"/>
                </a:lnTo>
                <a:lnTo>
                  <a:pt x="34" y="279"/>
                </a:lnTo>
                <a:lnTo>
                  <a:pt x="33" y="279"/>
                </a:lnTo>
                <a:lnTo>
                  <a:pt x="33" y="278"/>
                </a:lnTo>
                <a:lnTo>
                  <a:pt x="33" y="277"/>
                </a:lnTo>
                <a:lnTo>
                  <a:pt x="32" y="277"/>
                </a:lnTo>
                <a:lnTo>
                  <a:pt x="32" y="276"/>
                </a:lnTo>
                <a:lnTo>
                  <a:pt x="32" y="275"/>
                </a:lnTo>
                <a:lnTo>
                  <a:pt x="33" y="275"/>
                </a:lnTo>
                <a:lnTo>
                  <a:pt x="33" y="274"/>
                </a:lnTo>
                <a:lnTo>
                  <a:pt x="33" y="273"/>
                </a:lnTo>
                <a:lnTo>
                  <a:pt x="33" y="272"/>
                </a:lnTo>
                <a:lnTo>
                  <a:pt x="33" y="271"/>
                </a:lnTo>
                <a:lnTo>
                  <a:pt x="33" y="270"/>
                </a:lnTo>
                <a:lnTo>
                  <a:pt x="33" y="269"/>
                </a:lnTo>
                <a:lnTo>
                  <a:pt x="33" y="268"/>
                </a:lnTo>
                <a:lnTo>
                  <a:pt x="33" y="267"/>
                </a:lnTo>
                <a:lnTo>
                  <a:pt x="32" y="267"/>
                </a:lnTo>
                <a:lnTo>
                  <a:pt x="32" y="266"/>
                </a:lnTo>
                <a:lnTo>
                  <a:pt x="33" y="265"/>
                </a:lnTo>
                <a:lnTo>
                  <a:pt x="33" y="264"/>
                </a:lnTo>
                <a:lnTo>
                  <a:pt x="33" y="263"/>
                </a:lnTo>
                <a:lnTo>
                  <a:pt x="32" y="263"/>
                </a:lnTo>
                <a:lnTo>
                  <a:pt x="32" y="262"/>
                </a:lnTo>
                <a:lnTo>
                  <a:pt x="31" y="262"/>
                </a:lnTo>
                <a:lnTo>
                  <a:pt x="30" y="262"/>
                </a:lnTo>
                <a:lnTo>
                  <a:pt x="30" y="261"/>
                </a:lnTo>
                <a:lnTo>
                  <a:pt x="30" y="260"/>
                </a:lnTo>
                <a:lnTo>
                  <a:pt x="31" y="260"/>
                </a:lnTo>
                <a:lnTo>
                  <a:pt x="30" y="260"/>
                </a:lnTo>
                <a:lnTo>
                  <a:pt x="31" y="259"/>
                </a:lnTo>
                <a:lnTo>
                  <a:pt x="30" y="259"/>
                </a:lnTo>
                <a:lnTo>
                  <a:pt x="30" y="258"/>
                </a:lnTo>
                <a:lnTo>
                  <a:pt x="31" y="258"/>
                </a:lnTo>
                <a:lnTo>
                  <a:pt x="30" y="258"/>
                </a:lnTo>
                <a:lnTo>
                  <a:pt x="31" y="258"/>
                </a:lnTo>
                <a:lnTo>
                  <a:pt x="31" y="257"/>
                </a:lnTo>
                <a:lnTo>
                  <a:pt x="31" y="256"/>
                </a:lnTo>
                <a:lnTo>
                  <a:pt x="31" y="255"/>
                </a:lnTo>
                <a:lnTo>
                  <a:pt x="31" y="254"/>
                </a:lnTo>
                <a:lnTo>
                  <a:pt x="31" y="253"/>
                </a:lnTo>
                <a:lnTo>
                  <a:pt x="30" y="253"/>
                </a:lnTo>
                <a:lnTo>
                  <a:pt x="30" y="252"/>
                </a:lnTo>
                <a:lnTo>
                  <a:pt x="30" y="253"/>
                </a:lnTo>
                <a:lnTo>
                  <a:pt x="29" y="253"/>
                </a:lnTo>
                <a:lnTo>
                  <a:pt x="29" y="252"/>
                </a:lnTo>
                <a:lnTo>
                  <a:pt x="28" y="252"/>
                </a:lnTo>
                <a:lnTo>
                  <a:pt x="28" y="251"/>
                </a:lnTo>
                <a:lnTo>
                  <a:pt x="27" y="251"/>
                </a:lnTo>
                <a:lnTo>
                  <a:pt x="27" y="252"/>
                </a:lnTo>
                <a:lnTo>
                  <a:pt x="26" y="252"/>
                </a:lnTo>
                <a:lnTo>
                  <a:pt x="25" y="252"/>
                </a:lnTo>
                <a:lnTo>
                  <a:pt x="25" y="251"/>
                </a:lnTo>
                <a:lnTo>
                  <a:pt x="24" y="251"/>
                </a:lnTo>
                <a:lnTo>
                  <a:pt x="23" y="251"/>
                </a:lnTo>
                <a:lnTo>
                  <a:pt x="23" y="250"/>
                </a:lnTo>
                <a:lnTo>
                  <a:pt x="23" y="249"/>
                </a:lnTo>
                <a:lnTo>
                  <a:pt x="23" y="248"/>
                </a:lnTo>
                <a:lnTo>
                  <a:pt x="24" y="248"/>
                </a:lnTo>
                <a:lnTo>
                  <a:pt x="25" y="248"/>
                </a:lnTo>
                <a:lnTo>
                  <a:pt x="25" y="247"/>
                </a:lnTo>
                <a:lnTo>
                  <a:pt x="24" y="247"/>
                </a:lnTo>
                <a:lnTo>
                  <a:pt x="24" y="246"/>
                </a:lnTo>
                <a:lnTo>
                  <a:pt x="24" y="245"/>
                </a:lnTo>
                <a:lnTo>
                  <a:pt x="25" y="245"/>
                </a:lnTo>
                <a:lnTo>
                  <a:pt x="26" y="245"/>
                </a:lnTo>
                <a:lnTo>
                  <a:pt x="26" y="246"/>
                </a:lnTo>
                <a:lnTo>
                  <a:pt x="27" y="246"/>
                </a:lnTo>
                <a:lnTo>
                  <a:pt x="27" y="245"/>
                </a:lnTo>
                <a:lnTo>
                  <a:pt x="28" y="244"/>
                </a:lnTo>
                <a:lnTo>
                  <a:pt x="28" y="245"/>
                </a:lnTo>
                <a:lnTo>
                  <a:pt x="29" y="245"/>
                </a:lnTo>
                <a:lnTo>
                  <a:pt x="30" y="245"/>
                </a:lnTo>
                <a:lnTo>
                  <a:pt x="31" y="245"/>
                </a:lnTo>
                <a:lnTo>
                  <a:pt x="32" y="245"/>
                </a:lnTo>
                <a:lnTo>
                  <a:pt x="32" y="244"/>
                </a:lnTo>
                <a:lnTo>
                  <a:pt x="33" y="244"/>
                </a:lnTo>
                <a:lnTo>
                  <a:pt x="33" y="243"/>
                </a:lnTo>
                <a:lnTo>
                  <a:pt x="34" y="243"/>
                </a:lnTo>
                <a:lnTo>
                  <a:pt x="34" y="242"/>
                </a:lnTo>
                <a:lnTo>
                  <a:pt x="35" y="242"/>
                </a:lnTo>
                <a:lnTo>
                  <a:pt x="35" y="241"/>
                </a:lnTo>
                <a:lnTo>
                  <a:pt x="36" y="241"/>
                </a:lnTo>
                <a:lnTo>
                  <a:pt x="36" y="240"/>
                </a:lnTo>
                <a:lnTo>
                  <a:pt x="37" y="240"/>
                </a:lnTo>
                <a:lnTo>
                  <a:pt x="37" y="241"/>
                </a:lnTo>
                <a:lnTo>
                  <a:pt x="38" y="241"/>
                </a:lnTo>
                <a:lnTo>
                  <a:pt x="39" y="241"/>
                </a:lnTo>
                <a:lnTo>
                  <a:pt x="40" y="241"/>
                </a:lnTo>
                <a:lnTo>
                  <a:pt x="39" y="241"/>
                </a:lnTo>
                <a:lnTo>
                  <a:pt x="40" y="240"/>
                </a:lnTo>
                <a:lnTo>
                  <a:pt x="40" y="239"/>
                </a:lnTo>
                <a:lnTo>
                  <a:pt x="40" y="240"/>
                </a:lnTo>
                <a:lnTo>
                  <a:pt x="41" y="240"/>
                </a:lnTo>
                <a:lnTo>
                  <a:pt x="41" y="239"/>
                </a:lnTo>
                <a:lnTo>
                  <a:pt x="42" y="239"/>
                </a:lnTo>
                <a:lnTo>
                  <a:pt x="42" y="238"/>
                </a:lnTo>
                <a:lnTo>
                  <a:pt x="42" y="237"/>
                </a:lnTo>
                <a:lnTo>
                  <a:pt x="43" y="237"/>
                </a:lnTo>
                <a:lnTo>
                  <a:pt x="43" y="238"/>
                </a:lnTo>
                <a:lnTo>
                  <a:pt x="44" y="238"/>
                </a:lnTo>
                <a:lnTo>
                  <a:pt x="44" y="239"/>
                </a:lnTo>
                <a:lnTo>
                  <a:pt x="45" y="239"/>
                </a:lnTo>
                <a:lnTo>
                  <a:pt x="46" y="239"/>
                </a:lnTo>
                <a:lnTo>
                  <a:pt x="46" y="240"/>
                </a:lnTo>
                <a:lnTo>
                  <a:pt x="46" y="239"/>
                </a:lnTo>
                <a:lnTo>
                  <a:pt x="47" y="238"/>
                </a:lnTo>
                <a:lnTo>
                  <a:pt x="48" y="238"/>
                </a:lnTo>
                <a:lnTo>
                  <a:pt x="48" y="237"/>
                </a:lnTo>
                <a:lnTo>
                  <a:pt x="48" y="236"/>
                </a:lnTo>
                <a:lnTo>
                  <a:pt x="48" y="235"/>
                </a:lnTo>
                <a:lnTo>
                  <a:pt x="48" y="234"/>
                </a:lnTo>
                <a:lnTo>
                  <a:pt x="49" y="234"/>
                </a:lnTo>
                <a:lnTo>
                  <a:pt x="49" y="233"/>
                </a:lnTo>
                <a:lnTo>
                  <a:pt x="49" y="232"/>
                </a:lnTo>
                <a:lnTo>
                  <a:pt x="49" y="231"/>
                </a:lnTo>
                <a:lnTo>
                  <a:pt x="50" y="231"/>
                </a:lnTo>
                <a:lnTo>
                  <a:pt x="50" y="230"/>
                </a:lnTo>
                <a:lnTo>
                  <a:pt x="51" y="230"/>
                </a:lnTo>
                <a:lnTo>
                  <a:pt x="51" y="229"/>
                </a:lnTo>
                <a:lnTo>
                  <a:pt x="51" y="228"/>
                </a:lnTo>
                <a:lnTo>
                  <a:pt x="51" y="227"/>
                </a:lnTo>
                <a:lnTo>
                  <a:pt x="52" y="227"/>
                </a:lnTo>
                <a:lnTo>
                  <a:pt x="52" y="226"/>
                </a:lnTo>
                <a:lnTo>
                  <a:pt x="52" y="225"/>
                </a:lnTo>
                <a:lnTo>
                  <a:pt x="52" y="224"/>
                </a:lnTo>
                <a:lnTo>
                  <a:pt x="53" y="224"/>
                </a:lnTo>
                <a:lnTo>
                  <a:pt x="53" y="223"/>
                </a:lnTo>
                <a:lnTo>
                  <a:pt x="52" y="223"/>
                </a:lnTo>
                <a:lnTo>
                  <a:pt x="52" y="222"/>
                </a:lnTo>
                <a:lnTo>
                  <a:pt x="53" y="222"/>
                </a:lnTo>
                <a:lnTo>
                  <a:pt x="54" y="222"/>
                </a:lnTo>
                <a:lnTo>
                  <a:pt x="55" y="222"/>
                </a:lnTo>
                <a:lnTo>
                  <a:pt x="56" y="222"/>
                </a:lnTo>
                <a:lnTo>
                  <a:pt x="57" y="222"/>
                </a:lnTo>
                <a:lnTo>
                  <a:pt x="57" y="221"/>
                </a:lnTo>
                <a:lnTo>
                  <a:pt x="58" y="221"/>
                </a:lnTo>
                <a:lnTo>
                  <a:pt x="58" y="220"/>
                </a:lnTo>
                <a:lnTo>
                  <a:pt x="58" y="219"/>
                </a:lnTo>
                <a:lnTo>
                  <a:pt x="59" y="218"/>
                </a:lnTo>
                <a:lnTo>
                  <a:pt x="59" y="217"/>
                </a:lnTo>
                <a:lnTo>
                  <a:pt x="59" y="215"/>
                </a:lnTo>
                <a:lnTo>
                  <a:pt x="60" y="214"/>
                </a:lnTo>
                <a:lnTo>
                  <a:pt x="60" y="212"/>
                </a:lnTo>
                <a:lnTo>
                  <a:pt x="62" y="211"/>
                </a:lnTo>
                <a:lnTo>
                  <a:pt x="63" y="210"/>
                </a:lnTo>
                <a:lnTo>
                  <a:pt x="64" y="210"/>
                </a:lnTo>
                <a:lnTo>
                  <a:pt x="65" y="210"/>
                </a:lnTo>
                <a:lnTo>
                  <a:pt x="67" y="209"/>
                </a:lnTo>
                <a:lnTo>
                  <a:pt x="68" y="208"/>
                </a:lnTo>
                <a:lnTo>
                  <a:pt x="69" y="208"/>
                </a:lnTo>
                <a:lnTo>
                  <a:pt x="69" y="209"/>
                </a:lnTo>
                <a:lnTo>
                  <a:pt x="69" y="210"/>
                </a:lnTo>
                <a:lnTo>
                  <a:pt x="70" y="210"/>
                </a:lnTo>
                <a:lnTo>
                  <a:pt x="71" y="210"/>
                </a:lnTo>
                <a:lnTo>
                  <a:pt x="71" y="211"/>
                </a:lnTo>
                <a:lnTo>
                  <a:pt x="72" y="211"/>
                </a:lnTo>
                <a:lnTo>
                  <a:pt x="74" y="211"/>
                </a:lnTo>
                <a:lnTo>
                  <a:pt x="75" y="211"/>
                </a:lnTo>
                <a:lnTo>
                  <a:pt x="77" y="211"/>
                </a:lnTo>
                <a:lnTo>
                  <a:pt x="78" y="211"/>
                </a:lnTo>
                <a:lnTo>
                  <a:pt x="78" y="210"/>
                </a:lnTo>
                <a:lnTo>
                  <a:pt x="78" y="209"/>
                </a:lnTo>
                <a:lnTo>
                  <a:pt x="79" y="209"/>
                </a:lnTo>
                <a:lnTo>
                  <a:pt x="80" y="209"/>
                </a:lnTo>
                <a:lnTo>
                  <a:pt x="82" y="209"/>
                </a:lnTo>
                <a:lnTo>
                  <a:pt x="83" y="209"/>
                </a:lnTo>
                <a:lnTo>
                  <a:pt x="84" y="209"/>
                </a:lnTo>
                <a:lnTo>
                  <a:pt x="85" y="209"/>
                </a:lnTo>
                <a:lnTo>
                  <a:pt x="86" y="210"/>
                </a:lnTo>
                <a:lnTo>
                  <a:pt x="87" y="210"/>
                </a:lnTo>
                <a:lnTo>
                  <a:pt x="88" y="209"/>
                </a:lnTo>
                <a:lnTo>
                  <a:pt x="89" y="209"/>
                </a:lnTo>
                <a:lnTo>
                  <a:pt x="90" y="210"/>
                </a:lnTo>
                <a:lnTo>
                  <a:pt x="91" y="209"/>
                </a:lnTo>
                <a:lnTo>
                  <a:pt x="91" y="208"/>
                </a:lnTo>
                <a:lnTo>
                  <a:pt x="92" y="208"/>
                </a:lnTo>
                <a:lnTo>
                  <a:pt x="93" y="208"/>
                </a:lnTo>
                <a:lnTo>
                  <a:pt x="94" y="209"/>
                </a:lnTo>
                <a:lnTo>
                  <a:pt x="95" y="209"/>
                </a:lnTo>
                <a:lnTo>
                  <a:pt x="95" y="208"/>
                </a:lnTo>
                <a:lnTo>
                  <a:pt x="96" y="208"/>
                </a:lnTo>
                <a:lnTo>
                  <a:pt x="97" y="208"/>
                </a:lnTo>
                <a:lnTo>
                  <a:pt x="98" y="208"/>
                </a:lnTo>
                <a:lnTo>
                  <a:pt x="102" y="207"/>
                </a:lnTo>
                <a:lnTo>
                  <a:pt x="103" y="206"/>
                </a:lnTo>
                <a:lnTo>
                  <a:pt x="103" y="205"/>
                </a:lnTo>
                <a:lnTo>
                  <a:pt x="104" y="205"/>
                </a:lnTo>
                <a:lnTo>
                  <a:pt x="104" y="206"/>
                </a:lnTo>
                <a:lnTo>
                  <a:pt x="105" y="207"/>
                </a:lnTo>
                <a:lnTo>
                  <a:pt x="106" y="207"/>
                </a:lnTo>
                <a:lnTo>
                  <a:pt x="107" y="207"/>
                </a:lnTo>
                <a:lnTo>
                  <a:pt x="108" y="207"/>
                </a:lnTo>
                <a:lnTo>
                  <a:pt x="108" y="206"/>
                </a:lnTo>
                <a:lnTo>
                  <a:pt x="109" y="206"/>
                </a:lnTo>
                <a:lnTo>
                  <a:pt x="109" y="207"/>
                </a:lnTo>
                <a:lnTo>
                  <a:pt x="110" y="207"/>
                </a:lnTo>
                <a:lnTo>
                  <a:pt x="110" y="208"/>
                </a:lnTo>
                <a:lnTo>
                  <a:pt x="111" y="208"/>
                </a:lnTo>
                <a:lnTo>
                  <a:pt x="112" y="208"/>
                </a:lnTo>
                <a:lnTo>
                  <a:pt x="112" y="207"/>
                </a:lnTo>
                <a:lnTo>
                  <a:pt x="113" y="207"/>
                </a:lnTo>
                <a:lnTo>
                  <a:pt x="113" y="208"/>
                </a:lnTo>
                <a:lnTo>
                  <a:pt x="114" y="208"/>
                </a:lnTo>
                <a:lnTo>
                  <a:pt x="115" y="208"/>
                </a:lnTo>
                <a:lnTo>
                  <a:pt x="115" y="207"/>
                </a:lnTo>
                <a:lnTo>
                  <a:pt x="116" y="207"/>
                </a:lnTo>
                <a:lnTo>
                  <a:pt x="116" y="206"/>
                </a:lnTo>
                <a:lnTo>
                  <a:pt x="116" y="205"/>
                </a:lnTo>
                <a:lnTo>
                  <a:pt x="118" y="204"/>
                </a:lnTo>
                <a:lnTo>
                  <a:pt x="119" y="205"/>
                </a:lnTo>
                <a:lnTo>
                  <a:pt x="119" y="206"/>
                </a:lnTo>
                <a:lnTo>
                  <a:pt x="120" y="206"/>
                </a:lnTo>
                <a:lnTo>
                  <a:pt x="121" y="206"/>
                </a:lnTo>
                <a:lnTo>
                  <a:pt x="122" y="205"/>
                </a:lnTo>
                <a:lnTo>
                  <a:pt x="124" y="205"/>
                </a:lnTo>
                <a:lnTo>
                  <a:pt x="125" y="205"/>
                </a:lnTo>
                <a:lnTo>
                  <a:pt x="126" y="205"/>
                </a:lnTo>
                <a:lnTo>
                  <a:pt x="126" y="204"/>
                </a:lnTo>
                <a:lnTo>
                  <a:pt x="127" y="204"/>
                </a:lnTo>
                <a:lnTo>
                  <a:pt x="128" y="204"/>
                </a:lnTo>
                <a:lnTo>
                  <a:pt x="128" y="203"/>
                </a:lnTo>
                <a:lnTo>
                  <a:pt x="129" y="202"/>
                </a:lnTo>
                <a:lnTo>
                  <a:pt x="129" y="201"/>
                </a:lnTo>
                <a:lnTo>
                  <a:pt x="130" y="201"/>
                </a:lnTo>
                <a:lnTo>
                  <a:pt x="131" y="201"/>
                </a:lnTo>
                <a:lnTo>
                  <a:pt x="131" y="200"/>
                </a:lnTo>
                <a:lnTo>
                  <a:pt x="130" y="199"/>
                </a:lnTo>
                <a:lnTo>
                  <a:pt x="131" y="199"/>
                </a:lnTo>
                <a:lnTo>
                  <a:pt x="132" y="199"/>
                </a:lnTo>
                <a:lnTo>
                  <a:pt x="131" y="198"/>
                </a:lnTo>
                <a:lnTo>
                  <a:pt x="130" y="198"/>
                </a:lnTo>
                <a:lnTo>
                  <a:pt x="130" y="197"/>
                </a:lnTo>
                <a:lnTo>
                  <a:pt x="130" y="196"/>
                </a:lnTo>
                <a:lnTo>
                  <a:pt x="131" y="195"/>
                </a:lnTo>
                <a:lnTo>
                  <a:pt x="132" y="195"/>
                </a:lnTo>
                <a:lnTo>
                  <a:pt x="132" y="194"/>
                </a:lnTo>
                <a:lnTo>
                  <a:pt x="131" y="194"/>
                </a:lnTo>
                <a:lnTo>
                  <a:pt x="131" y="193"/>
                </a:lnTo>
                <a:lnTo>
                  <a:pt x="132" y="193"/>
                </a:lnTo>
                <a:lnTo>
                  <a:pt x="132" y="192"/>
                </a:lnTo>
                <a:lnTo>
                  <a:pt x="132" y="191"/>
                </a:lnTo>
                <a:lnTo>
                  <a:pt x="133" y="191"/>
                </a:lnTo>
                <a:lnTo>
                  <a:pt x="134" y="190"/>
                </a:lnTo>
                <a:lnTo>
                  <a:pt x="134" y="189"/>
                </a:lnTo>
                <a:lnTo>
                  <a:pt x="135" y="188"/>
                </a:lnTo>
                <a:lnTo>
                  <a:pt x="135" y="187"/>
                </a:lnTo>
                <a:lnTo>
                  <a:pt x="133" y="187"/>
                </a:lnTo>
                <a:lnTo>
                  <a:pt x="132" y="187"/>
                </a:lnTo>
                <a:lnTo>
                  <a:pt x="132" y="186"/>
                </a:lnTo>
                <a:lnTo>
                  <a:pt x="132" y="185"/>
                </a:lnTo>
                <a:lnTo>
                  <a:pt x="134" y="184"/>
                </a:lnTo>
                <a:lnTo>
                  <a:pt x="135" y="184"/>
                </a:lnTo>
                <a:lnTo>
                  <a:pt x="136" y="184"/>
                </a:lnTo>
                <a:lnTo>
                  <a:pt x="136" y="183"/>
                </a:lnTo>
                <a:lnTo>
                  <a:pt x="136" y="182"/>
                </a:lnTo>
                <a:lnTo>
                  <a:pt x="136" y="181"/>
                </a:lnTo>
                <a:lnTo>
                  <a:pt x="135" y="180"/>
                </a:lnTo>
                <a:lnTo>
                  <a:pt x="135" y="179"/>
                </a:lnTo>
                <a:lnTo>
                  <a:pt x="136" y="177"/>
                </a:lnTo>
                <a:lnTo>
                  <a:pt x="137" y="176"/>
                </a:lnTo>
                <a:lnTo>
                  <a:pt x="138" y="175"/>
                </a:lnTo>
                <a:lnTo>
                  <a:pt x="138" y="174"/>
                </a:lnTo>
                <a:lnTo>
                  <a:pt x="138" y="173"/>
                </a:lnTo>
                <a:lnTo>
                  <a:pt x="139" y="172"/>
                </a:lnTo>
                <a:lnTo>
                  <a:pt x="139" y="171"/>
                </a:lnTo>
                <a:lnTo>
                  <a:pt x="139" y="170"/>
                </a:lnTo>
                <a:lnTo>
                  <a:pt x="139" y="169"/>
                </a:lnTo>
                <a:lnTo>
                  <a:pt x="138" y="167"/>
                </a:lnTo>
                <a:lnTo>
                  <a:pt x="139" y="166"/>
                </a:lnTo>
                <a:lnTo>
                  <a:pt x="141" y="166"/>
                </a:lnTo>
                <a:lnTo>
                  <a:pt x="143" y="166"/>
                </a:lnTo>
                <a:lnTo>
                  <a:pt x="144" y="166"/>
                </a:lnTo>
                <a:lnTo>
                  <a:pt x="144" y="165"/>
                </a:lnTo>
                <a:lnTo>
                  <a:pt x="144" y="164"/>
                </a:lnTo>
                <a:lnTo>
                  <a:pt x="144" y="163"/>
                </a:lnTo>
                <a:lnTo>
                  <a:pt x="145" y="162"/>
                </a:lnTo>
                <a:lnTo>
                  <a:pt x="146" y="162"/>
                </a:lnTo>
                <a:lnTo>
                  <a:pt x="147" y="162"/>
                </a:lnTo>
                <a:lnTo>
                  <a:pt x="148" y="162"/>
                </a:lnTo>
                <a:lnTo>
                  <a:pt x="148" y="161"/>
                </a:lnTo>
                <a:lnTo>
                  <a:pt x="148" y="160"/>
                </a:lnTo>
                <a:lnTo>
                  <a:pt x="147" y="160"/>
                </a:lnTo>
                <a:lnTo>
                  <a:pt x="147" y="159"/>
                </a:lnTo>
                <a:lnTo>
                  <a:pt x="148" y="159"/>
                </a:lnTo>
                <a:lnTo>
                  <a:pt x="148" y="158"/>
                </a:lnTo>
                <a:lnTo>
                  <a:pt x="148" y="157"/>
                </a:lnTo>
                <a:lnTo>
                  <a:pt x="147" y="157"/>
                </a:lnTo>
                <a:lnTo>
                  <a:pt x="147" y="156"/>
                </a:lnTo>
                <a:lnTo>
                  <a:pt x="147" y="155"/>
                </a:lnTo>
                <a:lnTo>
                  <a:pt x="147" y="154"/>
                </a:lnTo>
                <a:lnTo>
                  <a:pt x="148" y="154"/>
                </a:lnTo>
                <a:lnTo>
                  <a:pt x="148" y="153"/>
                </a:lnTo>
                <a:lnTo>
                  <a:pt x="147" y="153"/>
                </a:lnTo>
                <a:lnTo>
                  <a:pt x="147" y="152"/>
                </a:lnTo>
                <a:lnTo>
                  <a:pt x="147" y="151"/>
                </a:lnTo>
                <a:lnTo>
                  <a:pt x="148" y="151"/>
                </a:lnTo>
                <a:lnTo>
                  <a:pt x="148" y="149"/>
                </a:lnTo>
                <a:lnTo>
                  <a:pt x="147" y="149"/>
                </a:lnTo>
                <a:lnTo>
                  <a:pt x="147" y="148"/>
                </a:lnTo>
                <a:lnTo>
                  <a:pt x="149" y="146"/>
                </a:lnTo>
                <a:lnTo>
                  <a:pt x="149" y="145"/>
                </a:lnTo>
                <a:lnTo>
                  <a:pt x="151" y="144"/>
                </a:lnTo>
                <a:lnTo>
                  <a:pt x="152" y="144"/>
                </a:lnTo>
                <a:lnTo>
                  <a:pt x="153" y="145"/>
                </a:lnTo>
                <a:lnTo>
                  <a:pt x="154" y="145"/>
                </a:lnTo>
                <a:lnTo>
                  <a:pt x="155" y="145"/>
                </a:lnTo>
                <a:lnTo>
                  <a:pt x="158" y="143"/>
                </a:lnTo>
                <a:lnTo>
                  <a:pt x="161" y="140"/>
                </a:lnTo>
                <a:lnTo>
                  <a:pt x="163" y="139"/>
                </a:lnTo>
                <a:lnTo>
                  <a:pt x="164" y="138"/>
                </a:lnTo>
                <a:lnTo>
                  <a:pt x="164" y="137"/>
                </a:lnTo>
                <a:lnTo>
                  <a:pt x="165" y="137"/>
                </a:lnTo>
                <a:lnTo>
                  <a:pt x="166" y="137"/>
                </a:lnTo>
                <a:lnTo>
                  <a:pt x="166" y="136"/>
                </a:lnTo>
                <a:lnTo>
                  <a:pt x="165" y="135"/>
                </a:lnTo>
                <a:lnTo>
                  <a:pt x="164" y="134"/>
                </a:lnTo>
                <a:lnTo>
                  <a:pt x="165" y="133"/>
                </a:lnTo>
                <a:lnTo>
                  <a:pt x="166" y="133"/>
                </a:lnTo>
                <a:lnTo>
                  <a:pt x="167" y="133"/>
                </a:lnTo>
                <a:lnTo>
                  <a:pt x="167" y="132"/>
                </a:lnTo>
                <a:lnTo>
                  <a:pt x="167" y="131"/>
                </a:lnTo>
                <a:lnTo>
                  <a:pt x="168" y="131"/>
                </a:lnTo>
                <a:lnTo>
                  <a:pt x="169" y="131"/>
                </a:lnTo>
                <a:lnTo>
                  <a:pt x="170" y="131"/>
                </a:lnTo>
                <a:lnTo>
                  <a:pt x="170" y="130"/>
                </a:lnTo>
                <a:lnTo>
                  <a:pt x="171" y="130"/>
                </a:lnTo>
                <a:lnTo>
                  <a:pt x="172" y="130"/>
                </a:lnTo>
                <a:lnTo>
                  <a:pt x="172" y="131"/>
                </a:lnTo>
                <a:lnTo>
                  <a:pt x="173" y="131"/>
                </a:lnTo>
                <a:lnTo>
                  <a:pt x="174" y="131"/>
                </a:lnTo>
                <a:lnTo>
                  <a:pt x="175" y="131"/>
                </a:lnTo>
                <a:lnTo>
                  <a:pt x="176" y="131"/>
                </a:lnTo>
                <a:lnTo>
                  <a:pt x="177" y="131"/>
                </a:lnTo>
                <a:lnTo>
                  <a:pt x="177" y="130"/>
                </a:lnTo>
                <a:lnTo>
                  <a:pt x="175" y="129"/>
                </a:lnTo>
                <a:lnTo>
                  <a:pt x="174" y="129"/>
                </a:lnTo>
                <a:lnTo>
                  <a:pt x="174" y="127"/>
                </a:lnTo>
                <a:lnTo>
                  <a:pt x="173" y="125"/>
                </a:lnTo>
                <a:lnTo>
                  <a:pt x="172" y="125"/>
                </a:lnTo>
                <a:lnTo>
                  <a:pt x="171" y="125"/>
                </a:lnTo>
                <a:lnTo>
                  <a:pt x="170" y="123"/>
                </a:lnTo>
                <a:lnTo>
                  <a:pt x="169" y="122"/>
                </a:lnTo>
                <a:lnTo>
                  <a:pt x="169" y="120"/>
                </a:lnTo>
                <a:lnTo>
                  <a:pt x="169" y="118"/>
                </a:lnTo>
                <a:lnTo>
                  <a:pt x="170" y="118"/>
                </a:lnTo>
                <a:lnTo>
                  <a:pt x="170" y="117"/>
                </a:lnTo>
                <a:lnTo>
                  <a:pt x="170" y="116"/>
                </a:lnTo>
                <a:lnTo>
                  <a:pt x="170" y="115"/>
                </a:lnTo>
                <a:lnTo>
                  <a:pt x="171" y="115"/>
                </a:lnTo>
                <a:lnTo>
                  <a:pt x="171" y="114"/>
                </a:lnTo>
                <a:lnTo>
                  <a:pt x="172" y="114"/>
                </a:lnTo>
                <a:lnTo>
                  <a:pt x="172" y="113"/>
                </a:lnTo>
                <a:lnTo>
                  <a:pt x="172" y="112"/>
                </a:lnTo>
                <a:lnTo>
                  <a:pt x="173" y="112"/>
                </a:lnTo>
                <a:lnTo>
                  <a:pt x="174" y="112"/>
                </a:lnTo>
                <a:lnTo>
                  <a:pt x="175" y="112"/>
                </a:lnTo>
                <a:lnTo>
                  <a:pt x="176" y="112"/>
                </a:lnTo>
                <a:lnTo>
                  <a:pt x="178" y="112"/>
                </a:lnTo>
                <a:lnTo>
                  <a:pt x="179" y="112"/>
                </a:lnTo>
                <a:lnTo>
                  <a:pt x="179" y="111"/>
                </a:lnTo>
                <a:lnTo>
                  <a:pt x="180" y="110"/>
                </a:lnTo>
                <a:lnTo>
                  <a:pt x="181" y="109"/>
                </a:lnTo>
                <a:lnTo>
                  <a:pt x="181" y="108"/>
                </a:lnTo>
                <a:lnTo>
                  <a:pt x="182" y="107"/>
                </a:lnTo>
                <a:lnTo>
                  <a:pt x="182" y="106"/>
                </a:lnTo>
                <a:lnTo>
                  <a:pt x="183" y="106"/>
                </a:lnTo>
                <a:lnTo>
                  <a:pt x="184" y="106"/>
                </a:lnTo>
                <a:lnTo>
                  <a:pt x="184" y="107"/>
                </a:lnTo>
                <a:lnTo>
                  <a:pt x="184" y="108"/>
                </a:lnTo>
                <a:lnTo>
                  <a:pt x="184" y="109"/>
                </a:lnTo>
                <a:lnTo>
                  <a:pt x="185" y="109"/>
                </a:lnTo>
                <a:lnTo>
                  <a:pt x="186" y="109"/>
                </a:lnTo>
                <a:lnTo>
                  <a:pt x="187" y="110"/>
                </a:lnTo>
                <a:lnTo>
                  <a:pt x="189" y="110"/>
                </a:lnTo>
                <a:lnTo>
                  <a:pt x="190" y="111"/>
                </a:lnTo>
                <a:lnTo>
                  <a:pt x="191" y="112"/>
                </a:lnTo>
                <a:lnTo>
                  <a:pt x="192" y="111"/>
                </a:lnTo>
                <a:lnTo>
                  <a:pt x="192" y="110"/>
                </a:lnTo>
                <a:lnTo>
                  <a:pt x="193" y="110"/>
                </a:lnTo>
                <a:lnTo>
                  <a:pt x="195" y="111"/>
                </a:lnTo>
                <a:lnTo>
                  <a:pt x="195" y="112"/>
                </a:lnTo>
                <a:lnTo>
                  <a:pt x="196" y="112"/>
                </a:lnTo>
                <a:lnTo>
                  <a:pt x="197" y="111"/>
                </a:lnTo>
                <a:lnTo>
                  <a:pt x="198" y="111"/>
                </a:lnTo>
                <a:lnTo>
                  <a:pt x="198" y="110"/>
                </a:lnTo>
                <a:lnTo>
                  <a:pt x="199" y="110"/>
                </a:lnTo>
                <a:lnTo>
                  <a:pt x="200" y="110"/>
                </a:lnTo>
                <a:lnTo>
                  <a:pt x="200" y="111"/>
                </a:lnTo>
                <a:lnTo>
                  <a:pt x="201" y="111"/>
                </a:lnTo>
                <a:lnTo>
                  <a:pt x="201" y="112"/>
                </a:lnTo>
                <a:lnTo>
                  <a:pt x="202" y="112"/>
                </a:lnTo>
                <a:lnTo>
                  <a:pt x="203" y="111"/>
                </a:lnTo>
                <a:lnTo>
                  <a:pt x="204" y="111"/>
                </a:lnTo>
                <a:lnTo>
                  <a:pt x="204" y="112"/>
                </a:lnTo>
                <a:lnTo>
                  <a:pt x="204" y="113"/>
                </a:lnTo>
                <a:lnTo>
                  <a:pt x="203" y="113"/>
                </a:lnTo>
                <a:lnTo>
                  <a:pt x="204" y="114"/>
                </a:lnTo>
                <a:lnTo>
                  <a:pt x="205" y="114"/>
                </a:lnTo>
                <a:lnTo>
                  <a:pt x="206" y="114"/>
                </a:lnTo>
                <a:lnTo>
                  <a:pt x="206" y="115"/>
                </a:lnTo>
                <a:lnTo>
                  <a:pt x="206" y="116"/>
                </a:lnTo>
                <a:lnTo>
                  <a:pt x="206" y="117"/>
                </a:lnTo>
                <a:lnTo>
                  <a:pt x="207" y="117"/>
                </a:lnTo>
                <a:lnTo>
                  <a:pt x="209" y="117"/>
                </a:lnTo>
                <a:lnTo>
                  <a:pt x="210" y="117"/>
                </a:lnTo>
                <a:lnTo>
                  <a:pt x="212" y="117"/>
                </a:lnTo>
                <a:lnTo>
                  <a:pt x="213" y="117"/>
                </a:lnTo>
                <a:lnTo>
                  <a:pt x="215" y="117"/>
                </a:lnTo>
                <a:lnTo>
                  <a:pt x="219" y="117"/>
                </a:lnTo>
                <a:lnTo>
                  <a:pt x="220" y="117"/>
                </a:lnTo>
                <a:lnTo>
                  <a:pt x="222" y="117"/>
                </a:lnTo>
                <a:lnTo>
                  <a:pt x="224" y="118"/>
                </a:lnTo>
                <a:lnTo>
                  <a:pt x="224" y="119"/>
                </a:lnTo>
                <a:lnTo>
                  <a:pt x="225" y="119"/>
                </a:lnTo>
                <a:lnTo>
                  <a:pt x="226" y="119"/>
                </a:lnTo>
                <a:lnTo>
                  <a:pt x="227" y="119"/>
                </a:lnTo>
                <a:lnTo>
                  <a:pt x="227" y="118"/>
                </a:lnTo>
                <a:lnTo>
                  <a:pt x="228" y="118"/>
                </a:lnTo>
                <a:lnTo>
                  <a:pt x="229" y="118"/>
                </a:lnTo>
                <a:lnTo>
                  <a:pt x="229" y="119"/>
                </a:lnTo>
                <a:lnTo>
                  <a:pt x="230" y="120"/>
                </a:lnTo>
                <a:lnTo>
                  <a:pt x="231" y="120"/>
                </a:lnTo>
                <a:lnTo>
                  <a:pt x="232" y="120"/>
                </a:lnTo>
                <a:lnTo>
                  <a:pt x="233" y="120"/>
                </a:lnTo>
                <a:lnTo>
                  <a:pt x="234" y="120"/>
                </a:lnTo>
                <a:lnTo>
                  <a:pt x="235" y="120"/>
                </a:lnTo>
                <a:lnTo>
                  <a:pt x="237" y="120"/>
                </a:lnTo>
                <a:lnTo>
                  <a:pt x="236" y="120"/>
                </a:lnTo>
                <a:lnTo>
                  <a:pt x="236" y="119"/>
                </a:lnTo>
                <a:lnTo>
                  <a:pt x="235" y="118"/>
                </a:lnTo>
                <a:lnTo>
                  <a:pt x="235" y="117"/>
                </a:lnTo>
                <a:lnTo>
                  <a:pt x="237" y="117"/>
                </a:lnTo>
                <a:lnTo>
                  <a:pt x="238" y="116"/>
                </a:lnTo>
                <a:lnTo>
                  <a:pt x="238" y="114"/>
                </a:lnTo>
                <a:lnTo>
                  <a:pt x="237" y="114"/>
                </a:lnTo>
                <a:lnTo>
                  <a:pt x="237" y="113"/>
                </a:lnTo>
                <a:lnTo>
                  <a:pt x="238" y="111"/>
                </a:lnTo>
                <a:lnTo>
                  <a:pt x="239" y="111"/>
                </a:lnTo>
                <a:lnTo>
                  <a:pt x="239" y="110"/>
                </a:lnTo>
                <a:lnTo>
                  <a:pt x="240" y="111"/>
                </a:lnTo>
                <a:lnTo>
                  <a:pt x="241" y="111"/>
                </a:lnTo>
                <a:lnTo>
                  <a:pt x="243" y="110"/>
                </a:lnTo>
                <a:lnTo>
                  <a:pt x="244" y="110"/>
                </a:lnTo>
                <a:lnTo>
                  <a:pt x="244" y="111"/>
                </a:lnTo>
                <a:lnTo>
                  <a:pt x="243" y="111"/>
                </a:lnTo>
                <a:lnTo>
                  <a:pt x="243" y="112"/>
                </a:lnTo>
                <a:lnTo>
                  <a:pt x="243" y="113"/>
                </a:lnTo>
                <a:lnTo>
                  <a:pt x="244" y="113"/>
                </a:lnTo>
                <a:lnTo>
                  <a:pt x="244" y="112"/>
                </a:lnTo>
                <a:lnTo>
                  <a:pt x="245" y="112"/>
                </a:lnTo>
                <a:lnTo>
                  <a:pt x="246" y="112"/>
                </a:lnTo>
                <a:lnTo>
                  <a:pt x="246" y="113"/>
                </a:lnTo>
                <a:lnTo>
                  <a:pt x="246" y="114"/>
                </a:lnTo>
                <a:lnTo>
                  <a:pt x="248" y="115"/>
                </a:lnTo>
                <a:lnTo>
                  <a:pt x="250" y="114"/>
                </a:lnTo>
                <a:lnTo>
                  <a:pt x="251" y="114"/>
                </a:lnTo>
                <a:lnTo>
                  <a:pt x="252" y="114"/>
                </a:lnTo>
                <a:lnTo>
                  <a:pt x="252" y="115"/>
                </a:lnTo>
                <a:lnTo>
                  <a:pt x="253" y="116"/>
                </a:lnTo>
                <a:lnTo>
                  <a:pt x="254" y="119"/>
                </a:lnTo>
                <a:lnTo>
                  <a:pt x="255" y="118"/>
                </a:lnTo>
                <a:lnTo>
                  <a:pt x="256" y="118"/>
                </a:lnTo>
                <a:lnTo>
                  <a:pt x="256" y="117"/>
                </a:lnTo>
                <a:lnTo>
                  <a:pt x="257" y="118"/>
                </a:lnTo>
                <a:lnTo>
                  <a:pt x="258" y="118"/>
                </a:lnTo>
                <a:lnTo>
                  <a:pt x="258" y="117"/>
                </a:lnTo>
                <a:lnTo>
                  <a:pt x="259" y="117"/>
                </a:lnTo>
                <a:lnTo>
                  <a:pt x="259" y="116"/>
                </a:lnTo>
                <a:lnTo>
                  <a:pt x="262" y="117"/>
                </a:lnTo>
                <a:lnTo>
                  <a:pt x="263" y="117"/>
                </a:lnTo>
                <a:lnTo>
                  <a:pt x="264" y="117"/>
                </a:lnTo>
                <a:lnTo>
                  <a:pt x="264" y="116"/>
                </a:lnTo>
                <a:lnTo>
                  <a:pt x="265" y="116"/>
                </a:lnTo>
                <a:lnTo>
                  <a:pt x="266" y="117"/>
                </a:lnTo>
                <a:lnTo>
                  <a:pt x="267" y="116"/>
                </a:lnTo>
                <a:lnTo>
                  <a:pt x="268" y="116"/>
                </a:lnTo>
                <a:lnTo>
                  <a:pt x="268" y="117"/>
                </a:lnTo>
                <a:lnTo>
                  <a:pt x="269" y="117"/>
                </a:lnTo>
                <a:lnTo>
                  <a:pt x="271" y="117"/>
                </a:lnTo>
                <a:lnTo>
                  <a:pt x="272" y="117"/>
                </a:lnTo>
                <a:lnTo>
                  <a:pt x="273" y="117"/>
                </a:lnTo>
                <a:lnTo>
                  <a:pt x="274" y="118"/>
                </a:lnTo>
                <a:lnTo>
                  <a:pt x="275" y="118"/>
                </a:lnTo>
                <a:lnTo>
                  <a:pt x="275" y="119"/>
                </a:lnTo>
                <a:lnTo>
                  <a:pt x="275" y="120"/>
                </a:lnTo>
                <a:lnTo>
                  <a:pt x="278" y="122"/>
                </a:lnTo>
                <a:lnTo>
                  <a:pt x="279" y="122"/>
                </a:lnTo>
                <a:lnTo>
                  <a:pt x="280" y="123"/>
                </a:lnTo>
                <a:lnTo>
                  <a:pt x="280" y="125"/>
                </a:lnTo>
                <a:lnTo>
                  <a:pt x="279" y="125"/>
                </a:lnTo>
                <a:lnTo>
                  <a:pt x="279" y="126"/>
                </a:lnTo>
                <a:lnTo>
                  <a:pt x="280" y="126"/>
                </a:lnTo>
                <a:lnTo>
                  <a:pt x="280" y="127"/>
                </a:lnTo>
                <a:lnTo>
                  <a:pt x="281" y="128"/>
                </a:lnTo>
                <a:lnTo>
                  <a:pt x="281" y="127"/>
                </a:lnTo>
                <a:lnTo>
                  <a:pt x="282" y="127"/>
                </a:lnTo>
                <a:lnTo>
                  <a:pt x="283" y="127"/>
                </a:lnTo>
                <a:lnTo>
                  <a:pt x="284" y="127"/>
                </a:lnTo>
                <a:lnTo>
                  <a:pt x="285" y="128"/>
                </a:lnTo>
                <a:lnTo>
                  <a:pt x="289" y="128"/>
                </a:lnTo>
                <a:lnTo>
                  <a:pt x="290" y="127"/>
                </a:lnTo>
                <a:lnTo>
                  <a:pt x="290" y="128"/>
                </a:lnTo>
                <a:lnTo>
                  <a:pt x="291" y="128"/>
                </a:lnTo>
                <a:lnTo>
                  <a:pt x="293" y="128"/>
                </a:lnTo>
                <a:lnTo>
                  <a:pt x="296" y="128"/>
                </a:lnTo>
                <a:lnTo>
                  <a:pt x="297" y="127"/>
                </a:lnTo>
                <a:lnTo>
                  <a:pt x="298" y="126"/>
                </a:lnTo>
                <a:lnTo>
                  <a:pt x="299" y="125"/>
                </a:lnTo>
                <a:lnTo>
                  <a:pt x="300" y="125"/>
                </a:lnTo>
                <a:lnTo>
                  <a:pt x="301" y="125"/>
                </a:lnTo>
                <a:lnTo>
                  <a:pt x="302" y="125"/>
                </a:lnTo>
                <a:lnTo>
                  <a:pt x="302" y="124"/>
                </a:lnTo>
                <a:lnTo>
                  <a:pt x="303" y="124"/>
                </a:lnTo>
                <a:lnTo>
                  <a:pt x="303" y="125"/>
                </a:lnTo>
                <a:lnTo>
                  <a:pt x="304" y="125"/>
                </a:lnTo>
                <a:lnTo>
                  <a:pt x="305" y="124"/>
                </a:lnTo>
                <a:lnTo>
                  <a:pt x="306" y="124"/>
                </a:lnTo>
                <a:lnTo>
                  <a:pt x="307" y="124"/>
                </a:lnTo>
                <a:lnTo>
                  <a:pt x="308" y="124"/>
                </a:lnTo>
                <a:lnTo>
                  <a:pt x="308" y="125"/>
                </a:lnTo>
                <a:lnTo>
                  <a:pt x="309" y="125"/>
                </a:lnTo>
                <a:lnTo>
                  <a:pt x="312" y="125"/>
                </a:lnTo>
                <a:lnTo>
                  <a:pt x="313" y="125"/>
                </a:lnTo>
                <a:lnTo>
                  <a:pt x="315" y="124"/>
                </a:lnTo>
                <a:lnTo>
                  <a:pt x="317" y="124"/>
                </a:lnTo>
                <a:lnTo>
                  <a:pt x="318" y="124"/>
                </a:lnTo>
                <a:lnTo>
                  <a:pt x="319" y="123"/>
                </a:lnTo>
                <a:lnTo>
                  <a:pt x="319" y="122"/>
                </a:lnTo>
                <a:lnTo>
                  <a:pt x="319" y="121"/>
                </a:lnTo>
                <a:lnTo>
                  <a:pt x="320" y="120"/>
                </a:lnTo>
                <a:lnTo>
                  <a:pt x="321" y="120"/>
                </a:lnTo>
                <a:lnTo>
                  <a:pt x="322" y="120"/>
                </a:lnTo>
                <a:lnTo>
                  <a:pt x="323" y="120"/>
                </a:lnTo>
                <a:lnTo>
                  <a:pt x="323" y="121"/>
                </a:lnTo>
                <a:lnTo>
                  <a:pt x="324" y="121"/>
                </a:lnTo>
                <a:lnTo>
                  <a:pt x="324" y="120"/>
                </a:lnTo>
                <a:lnTo>
                  <a:pt x="325" y="120"/>
                </a:lnTo>
                <a:lnTo>
                  <a:pt x="326" y="120"/>
                </a:lnTo>
                <a:lnTo>
                  <a:pt x="326" y="119"/>
                </a:lnTo>
                <a:lnTo>
                  <a:pt x="328" y="118"/>
                </a:lnTo>
                <a:lnTo>
                  <a:pt x="329" y="117"/>
                </a:lnTo>
                <a:lnTo>
                  <a:pt x="329" y="116"/>
                </a:lnTo>
                <a:lnTo>
                  <a:pt x="329" y="115"/>
                </a:lnTo>
                <a:lnTo>
                  <a:pt x="329" y="114"/>
                </a:lnTo>
                <a:lnTo>
                  <a:pt x="329" y="112"/>
                </a:lnTo>
                <a:lnTo>
                  <a:pt x="328" y="110"/>
                </a:lnTo>
                <a:lnTo>
                  <a:pt x="327" y="109"/>
                </a:lnTo>
                <a:lnTo>
                  <a:pt x="327" y="108"/>
                </a:lnTo>
                <a:lnTo>
                  <a:pt x="327" y="106"/>
                </a:lnTo>
                <a:lnTo>
                  <a:pt x="328" y="105"/>
                </a:lnTo>
                <a:lnTo>
                  <a:pt x="329" y="106"/>
                </a:lnTo>
                <a:lnTo>
                  <a:pt x="332" y="106"/>
                </a:lnTo>
                <a:lnTo>
                  <a:pt x="332" y="104"/>
                </a:lnTo>
                <a:lnTo>
                  <a:pt x="333" y="104"/>
                </a:lnTo>
                <a:lnTo>
                  <a:pt x="334" y="104"/>
                </a:lnTo>
                <a:lnTo>
                  <a:pt x="334" y="103"/>
                </a:lnTo>
                <a:lnTo>
                  <a:pt x="336" y="103"/>
                </a:lnTo>
                <a:lnTo>
                  <a:pt x="337" y="102"/>
                </a:lnTo>
                <a:lnTo>
                  <a:pt x="338" y="102"/>
                </a:lnTo>
                <a:lnTo>
                  <a:pt x="338" y="101"/>
                </a:lnTo>
                <a:lnTo>
                  <a:pt x="339" y="101"/>
                </a:lnTo>
                <a:lnTo>
                  <a:pt x="340" y="101"/>
                </a:lnTo>
                <a:lnTo>
                  <a:pt x="340" y="102"/>
                </a:lnTo>
                <a:lnTo>
                  <a:pt x="341" y="102"/>
                </a:lnTo>
                <a:lnTo>
                  <a:pt x="341" y="101"/>
                </a:lnTo>
                <a:lnTo>
                  <a:pt x="341" y="100"/>
                </a:lnTo>
                <a:lnTo>
                  <a:pt x="342" y="99"/>
                </a:lnTo>
                <a:lnTo>
                  <a:pt x="343" y="98"/>
                </a:lnTo>
                <a:lnTo>
                  <a:pt x="344" y="98"/>
                </a:lnTo>
                <a:lnTo>
                  <a:pt x="344" y="99"/>
                </a:lnTo>
                <a:lnTo>
                  <a:pt x="346" y="98"/>
                </a:lnTo>
                <a:lnTo>
                  <a:pt x="347" y="98"/>
                </a:lnTo>
                <a:lnTo>
                  <a:pt x="348" y="98"/>
                </a:lnTo>
                <a:lnTo>
                  <a:pt x="348" y="97"/>
                </a:lnTo>
                <a:lnTo>
                  <a:pt x="348" y="96"/>
                </a:lnTo>
                <a:lnTo>
                  <a:pt x="349" y="95"/>
                </a:lnTo>
                <a:lnTo>
                  <a:pt x="349" y="96"/>
                </a:lnTo>
                <a:lnTo>
                  <a:pt x="350" y="96"/>
                </a:lnTo>
                <a:lnTo>
                  <a:pt x="350" y="97"/>
                </a:lnTo>
                <a:lnTo>
                  <a:pt x="352" y="96"/>
                </a:lnTo>
                <a:lnTo>
                  <a:pt x="353" y="96"/>
                </a:lnTo>
                <a:lnTo>
                  <a:pt x="354" y="95"/>
                </a:lnTo>
                <a:lnTo>
                  <a:pt x="354" y="94"/>
                </a:lnTo>
                <a:lnTo>
                  <a:pt x="355" y="93"/>
                </a:lnTo>
                <a:lnTo>
                  <a:pt x="354" y="93"/>
                </a:lnTo>
                <a:lnTo>
                  <a:pt x="354" y="91"/>
                </a:lnTo>
                <a:lnTo>
                  <a:pt x="355" y="91"/>
                </a:lnTo>
                <a:lnTo>
                  <a:pt x="356" y="90"/>
                </a:lnTo>
                <a:lnTo>
                  <a:pt x="356" y="89"/>
                </a:lnTo>
                <a:lnTo>
                  <a:pt x="356" y="87"/>
                </a:lnTo>
                <a:lnTo>
                  <a:pt x="355" y="87"/>
                </a:lnTo>
                <a:lnTo>
                  <a:pt x="355" y="86"/>
                </a:lnTo>
                <a:lnTo>
                  <a:pt x="355" y="85"/>
                </a:lnTo>
                <a:lnTo>
                  <a:pt x="356" y="85"/>
                </a:lnTo>
                <a:lnTo>
                  <a:pt x="357" y="85"/>
                </a:lnTo>
                <a:lnTo>
                  <a:pt x="358" y="85"/>
                </a:lnTo>
                <a:lnTo>
                  <a:pt x="360" y="85"/>
                </a:lnTo>
                <a:lnTo>
                  <a:pt x="361" y="85"/>
                </a:lnTo>
                <a:lnTo>
                  <a:pt x="361" y="84"/>
                </a:lnTo>
                <a:lnTo>
                  <a:pt x="361" y="83"/>
                </a:lnTo>
                <a:lnTo>
                  <a:pt x="361" y="82"/>
                </a:lnTo>
                <a:lnTo>
                  <a:pt x="361" y="81"/>
                </a:lnTo>
                <a:lnTo>
                  <a:pt x="362" y="80"/>
                </a:lnTo>
                <a:lnTo>
                  <a:pt x="362" y="79"/>
                </a:lnTo>
                <a:lnTo>
                  <a:pt x="363" y="79"/>
                </a:lnTo>
                <a:lnTo>
                  <a:pt x="365" y="79"/>
                </a:lnTo>
                <a:lnTo>
                  <a:pt x="366" y="79"/>
                </a:lnTo>
                <a:lnTo>
                  <a:pt x="368" y="79"/>
                </a:lnTo>
                <a:lnTo>
                  <a:pt x="369" y="79"/>
                </a:lnTo>
                <a:lnTo>
                  <a:pt x="369" y="80"/>
                </a:lnTo>
                <a:lnTo>
                  <a:pt x="370" y="80"/>
                </a:lnTo>
                <a:lnTo>
                  <a:pt x="371" y="80"/>
                </a:lnTo>
                <a:lnTo>
                  <a:pt x="372" y="80"/>
                </a:lnTo>
                <a:lnTo>
                  <a:pt x="373" y="80"/>
                </a:lnTo>
                <a:lnTo>
                  <a:pt x="373" y="79"/>
                </a:lnTo>
                <a:lnTo>
                  <a:pt x="374" y="79"/>
                </a:lnTo>
                <a:lnTo>
                  <a:pt x="375" y="80"/>
                </a:lnTo>
                <a:lnTo>
                  <a:pt x="376" y="80"/>
                </a:lnTo>
                <a:lnTo>
                  <a:pt x="377" y="81"/>
                </a:lnTo>
                <a:lnTo>
                  <a:pt x="379" y="81"/>
                </a:lnTo>
                <a:lnTo>
                  <a:pt x="379" y="80"/>
                </a:lnTo>
                <a:lnTo>
                  <a:pt x="380" y="80"/>
                </a:lnTo>
                <a:lnTo>
                  <a:pt x="381" y="81"/>
                </a:lnTo>
                <a:lnTo>
                  <a:pt x="381" y="82"/>
                </a:lnTo>
                <a:lnTo>
                  <a:pt x="382" y="82"/>
                </a:lnTo>
                <a:lnTo>
                  <a:pt x="383" y="82"/>
                </a:lnTo>
                <a:lnTo>
                  <a:pt x="384" y="83"/>
                </a:lnTo>
                <a:lnTo>
                  <a:pt x="385" y="84"/>
                </a:lnTo>
                <a:lnTo>
                  <a:pt x="385" y="83"/>
                </a:lnTo>
                <a:lnTo>
                  <a:pt x="386" y="83"/>
                </a:lnTo>
                <a:lnTo>
                  <a:pt x="387" y="84"/>
                </a:lnTo>
                <a:lnTo>
                  <a:pt x="388" y="84"/>
                </a:lnTo>
                <a:lnTo>
                  <a:pt x="388" y="85"/>
                </a:lnTo>
                <a:lnTo>
                  <a:pt x="390" y="86"/>
                </a:lnTo>
                <a:lnTo>
                  <a:pt x="391" y="86"/>
                </a:lnTo>
                <a:lnTo>
                  <a:pt x="392" y="85"/>
                </a:lnTo>
                <a:lnTo>
                  <a:pt x="393" y="85"/>
                </a:lnTo>
                <a:lnTo>
                  <a:pt x="394" y="84"/>
                </a:lnTo>
                <a:lnTo>
                  <a:pt x="395" y="84"/>
                </a:lnTo>
                <a:lnTo>
                  <a:pt x="395" y="83"/>
                </a:lnTo>
                <a:lnTo>
                  <a:pt x="395" y="82"/>
                </a:lnTo>
                <a:lnTo>
                  <a:pt x="396" y="82"/>
                </a:lnTo>
                <a:lnTo>
                  <a:pt x="396" y="81"/>
                </a:lnTo>
                <a:lnTo>
                  <a:pt x="397" y="81"/>
                </a:lnTo>
                <a:lnTo>
                  <a:pt x="397" y="82"/>
                </a:lnTo>
                <a:lnTo>
                  <a:pt x="400" y="82"/>
                </a:lnTo>
                <a:lnTo>
                  <a:pt x="401" y="82"/>
                </a:lnTo>
                <a:lnTo>
                  <a:pt x="402" y="81"/>
                </a:lnTo>
                <a:lnTo>
                  <a:pt x="403" y="81"/>
                </a:lnTo>
                <a:lnTo>
                  <a:pt x="404" y="81"/>
                </a:lnTo>
                <a:lnTo>
                  <a:pt x="404" y="82"/>
                </a:lnTo>
                <a:lnTo>
                  <a:pt x="404" y="83"/>
                </a:lnTo>
                <a:lnTo>
                  <a:pt x="406" y="82"/>
                </a:lnTo>
                <a:lnTo>
                  <a:pt x="410" y="82"/>
                </a:lnTo>
                <a:lnTo>
                  <a:pt x="412" y="83"/>
                </a:lnTo>
                <a:lnTo>
                  <a:pt x="412" y="84"/>
                </a:lnTo>
                <a:lnTo>
                  <a:pt x="411" y="84"/>
                </a:lnTo>
                <a:lnTo>
                  <a:pt x="411" y="85"/>
                </a:lnTo>
                <a:lnTo>
                  <a:pt x="411" y="86"/>
                </a:lnTo>
                <a:lnTo>
                  <a:pt x="411" y="87"/>
                </a:lnTo>
                <a:lnTo>
                  <a:pt x="411" y="88"/>
                </a:lnTo>
                <a:lnTo>
                  <a:pt x="412" y="88"/>
                </a:lnTo>
                <a:lnTo>
                  <a:pt x="412" y="89"/>
                </a:lnTo>
                <a:lnTo>
                  <a:pt x="413" y="90"/>
                </a:lnTo>
                <a:lnTo>
                  <a:pt x="413" y="91"/>
                </a:lnTo>
                <a:lnTo>
                  <a:pt x="413" y="92"/>
                </a:lnTo>
                <a:lnTo>
                  <a:pt x="413" y="93"/>
                </a:lnTo>
                <a:lnTo>
                  <a:pt x="413" y="95"/>
                </a:lnTo>
                <a:lnTo>
                  <a:pt x="413" y="96"/>
                </a:lnTo>
                <a:lnTo>
                  <a:pt x="412" y="96"/>
                </a:lnTo>
                <a:lnTo>
                  <a:pt x="412" y="97"/>
                </a:lnTo>
                <a:lnTo>
                  <a:pt x="413" y="98"/>
                </a:lnTo>
                <a:lnTo>
                  <a:pt x="413" y="99"/>
                </a:lnTo>
                <a:lnTo>
                  <a:pt x="413" y="100"/>
                </a:lnTo>
                <a:lnTo>
                  <a:pt x="414" y="101"/>
                </a:lnTo>
                <a:lnTo>
                  <a:pt x="415" y="101"/>
                </a:lnTo>
                <a:lnTo>
                  <a:pt x="415" y="102"/>
                </a:lnTo>
                <a:lnTo>
                  <a:pt x="415" y="103"/>
                </a:lnTo>
                <a:lnTo>
                  <a:pt x="416" y="103"/>
                </a:lnTo>
                <a:lnTo>
                  <a:pt x="416" y="102"/>
                </a:lnTo>
                <a:lnTo>
                  <a:pt x="417" y="103"/>
                </a:lnTo>
                <a:lnTo>
                  <a:pt x="419" y="103"/>
                </a:lnTo>
                <a:lnTo>
                  <a:pt x="420" y="103"/>
                </a:lnTo>
                <a:lnTo>
                  <a:pt x="421" y="105"/>
                </a:lnTo>
                <a:lnTo>
                  <a:pt x="422" y="106"/>
                </a:lnTo>
                <a:lnTo>
                  <a:pt x="422" y="107"/>
                </a:lnTo>
                <a:lnTo>
                  <a:pt x="422" y="108"/>
                </a:lnTo>
                <a:lnTo>
                  <a:pt x="423" y="108"/>
                </a:lnTo>
                <a:lnTo>
                  <a:pt x="424" y="109"/>
                </a:lnTo>
                <a:lnTo>
                  <a:pt x="424" y="110"/>
                </a:lnTo>
                <a:lnTo>
                  <a:pt x="425" y="111"/>
                </a:lnTo>
                <a:lnTo>
                  <a:pt x="426" y="111"/>
                </a:lnTo>
                <a:lnTo>
                  <a:pt x="428" y="111"/>
                </a:lnTo>
                <a:lnTo>
                  <a:pt x="429" y="111"/>
                </a:lnTo>
                <a:lnTo>
                  <a:pt x="430" y="112"/>
                </a:lnTo>
                <a:lnTo>
                  <a:pt x="431" y="112"/>
                </a:lnTo>
                <a:lnTo>
                  <a:pt x="433" y="111"/>
                </a:lnTo>
                <a:lnTo>
                  <a:pt x="434" y="111"/>
                </a:lnTo>
                <a:lnTo>
                  <a:pt x="435" y="110"/>
                </a:lnTo>
                <a:lnTo>
                  <a:pt x="436" y="109"/>
                </a:lnTo>
                <a:lnTo>
                  <a:pt x="436" y="108"/>
                </a:lnTo>
                <a:lnTo>
                  <a:pt x="437" y="109"/>
                </a:lnTo>
                <a:lnTo>
                  <a:pt x="438" y="110"/>
                </a:lnTo>
                <a:lnTo>
                  <a:pt x="439" y="110"/>
                </a:lnTo>
                <a:lnTo>
                  <a:pt x="440" y="110"/>
                </a:lnTo>
                <a:lnTo>
                  <a:pt x="440" y="111"/>
                </a:lnTo>
                <a:lnTo>
                  <a:pt x="441" y="111"/>
                </a:lnTo>
                <a:lnTo>
                  <a:pt x="442" y="111"/>
                </a:lnTo>
                <a:lnTo>
                  <a:pt x="443" y="111"/>
                </a:lnTo>
                <a:lnTo>
                  <a:pt x="444" y="111"/>
                </a:lnTo>
                <a:lnTo>
                  <a:pt x="445" y="111"/>
                </a:lnTo>
                <a:lnTo>
                  <a:pt x="446" y="111"/>
                </a:lnTo>
                <a:lnTo>
                  <a:pt x="447" y="111"/>
                </a:lnTo>
                <a:lnTo>
                  <a:pt x="447" y="112"/>
                </a:lnTo>
                <a:lnTo>
                  <a:pt x="447" y="113"/>
                </a:lnTo>
                <a:lnTo>
                  <a:pt x="449" y="113"/>
                </a:lnTo>
                <a:lnTo>
                  <a:pt x="450" y="113"/>
                </a:lnTo>
                <a:lnTo>
                  <a:pt x="451" y="113"/>
                </a:lnTo>
                <a:lnTo>
                  <a:pt x="452" y="113"/>
                </a:lnTo>
                <a:lnTo>
                  <a:pt x="453" y="113"/>
                </a:lnTo>
                <a:lnTo>
                  <a:pt x="454" y="113"/>
                </a:lnTo>
                <a:lnTo>
                  <a:pt x="455" y="113"/>
                </a:lnTo>
                <a:lnTo>
                  <a:pt x="456" y="113"/>
                </a:lnTo>
                <a:lnTo>
                  <a:pt x="456" y="114"/>
                </a:lnTo>
                <a:lnTo>
                  <a:pt x="457" y="114"/>
                </a:lnTo>
                <a:lnTo>
                  <a:pt x="458" y="114"/>
                </a:lnTo>
                <a:lnTo>
                  <a:pt x="459" y="115"/>
                </a:lnTo>
                <a:lnTo>
                  <a:pt x="460" y="115"/>
                </a:lnTo>
                <a:lnTo>
                  <a:pt x="461" y="114"/>
                </a:lnTo>
                <a:lnTo>
                  <a:pt x="462" y="114"/>
                </a:lnTo>
                <a:lnTo>
                  <a:pt x="463" y="114"/>
                </a:lnTo>
                <a:lnTo>
                  <a:pt x="463" y="115"/>
                </a:lnTo>
                <a:lnTo>
                  <a:pt x="463" y="116"/>
                </a:lnTo>
                <a:lnTo>
                  <a:pt x="463" y="117"/>
                </a:lnTo>
                <a:lnTo>
                  <a:pt x="464" y="116"/>
                </a:lnTo>
                <a:lnTo>
                  <a:pt x="465" y="116"/>
                </a:lnTo>
                <a:lnTo>
                  <a:pt x="466" y="116"/>
                </a:lnTo>
                <a:lnTo>
                  <a:pt x="467" y="116"/>
                </a:lnTo>
                <a:lnTo>
                  <a:pt x="470" y="116"/>
                </a:lnTo>
                <a:lnTo>
                  <a:pt x="470" y="117"/>
                </a:lnTo>
                <a:lnTo>
                  <a:pt x="472" y="117"/>
                </a:lnTo>
                <a:lnTo>
                  <a:pt x="473" y="117"/>
                </a:lnTo>
                <a:lnTo>
                  <a:pt x="475" y="115"/>
                </a:lnTo>
                <a:lnTo>
                  <a:pt x="476" y="115"/>
                </a:lnTo>
                <a:lnTo>
                  <a:pt x="476" y="114"/>
                </a:lnTo>
                <a:lnTo>
                  <a:pt x="477" y="114"/>
                </a:lnTo>
                <a:lnTo>
                  <a:pt x="480" y="114"/>
                </a:lnTo>
                <a:lnTo>
                  <a:pt x="481" y="114"/>
                </a:lnTo>
                <a:lnTo>
                  <a:pt x="482" y="114"/>
                </a:lnTo>
                <a:lnTo>
                  <a:pt x="482" y="115"/>
                </a:lnTo>
                <a:lnTo>
                  <a:pt x="484" y="114"/>
                </a:lnTo>
                <a:lnTo>
                  <a:pt x="485" y="114"/>
                </a:lnTo>
                <a:lnTo>
                  <a:pt x="486" y="114"/>
                </a:lnTo>
                <a:lnTo>
                  <a:pt x="486" y="115"/>
                </a:lnTo>
                <a:lnTo>
                  <a:pt x="486" y="116"/>
                </a:lnTo>
                <a:lnTo>
                  <a:pt x="487" y="116"/>
                </a:lnTo>
                <a:lnTo>
                  <a:pt x="488" y="115"/>
                </a:lnTo>
                <a:lnTo>
                  <a:pt x="489" y="115"/>
                </a:lnTo>
                <a:lnTo>
                  <a:pt x="490" y="115"/>
                </a:lnTo>
                <a:lnTo>
                  <a:pt x="491" y="115"/>
                </a:lnTo>
                <a:lnTo>
                  <a:pt x="492" y="115"/>
                </a:lnTo>
                <a:lnTo>
                  <a:pt x="494" y="114"/>
                </a:lnTo>
                <a:lnTo>
                  <a:pt x="495" y="113"/>
                </a:lnTo>
                <a:lnTo>
                  <a:pt x="495" y="112"/>
                </a:lnTo>
                <a:lnTo>
                  <a:pt x="496" y="110"/>
                </a:lnTo>
                <a:lnTo>
                  <a:pt x="497" y="110"/>
                </a:lnTo>
                <a:lnTo>
                  <a:pt x="498" y="110"/>
                </a:lnTo>
                <a:lnTo>
                  <a:pt x="499" y="110"/>
                </a:lnTo>
                <a:lnTo>
                  <a:pt x="500" y="110"/>
                </a:lnTo>
                <a:lnTo>
                  <a:pt x="502" y="109"/>
                </a:lnTo>
                <a:lnTo>
                  <a:pt x="505" y="109"/>
                </a:lnTo>
                <a:lnTo>
                  <a:pt x="506" y="109"/>
                </a:lnTo>
                <a:lnTo>
                  <a:pt x="507" y="109"/>
                </a:lnTo>
                <a:lnTo>
                  <a:pt x="508" y="110"/>
                </a:lnTo>
                <a:lnTo>
                  <a:pt x="509" y="109"/>
                </a:lnTo>
                <a:lnTo>
                  <a:pt x="510" y="109"/>
                </a:lnTo>
                <a:lnTo>
                  <a:pt x="510" y="110"/>
                </a:lnTo>
                <a:lnTo>
                  <a:pt x="511" y="110"/>
                </a:lnTo>
                <a:lnTo>
                  <a:pt x="512" y="111"/>
                </a:lnTo>
                <a:lnTo>
                  <a:pt x="512" y="112"/>
                </a:lnTo>
                <a:lnTo>
                  <a:pt x="513" y="112"/>
                </a:lnTo>
                <a:lnTo>
                  <a:pt x="513" y="113"/>
                </a:lnTo>
                <a:lnTo>
                  <a:pt x="513" y="114"/>
                </a:lnTo>
                <a:lnTo>
                  <a:pt x="513" y="115"/>
                </a:lnTo>
                <a:lnTo>
                  <a:pt x="514" y="115"/>
                </a:lnTo>
                <a:lnTo>
                  <a:pt x="514" y="114"/>
                </a:lnTo>
                <a:lnTo>
                  <a:pt x="515" y="114"/>
                </a:lnTo>
                <a:lnTo>
                  <a:pt x="516" y="113"/>
                </a:lnTo>
                <a:lnTo>
                  <a:pt x="517" y="114"/>
                </a:lnTo>
                <a:lnTo>
                  <a:pt x="517" y="113"/>
                </a:lnTo>
                <a:lnTo>
                  <a:pt x="518" y="113"/>
                </a:lnTo>
                <a:lnTo>
                  <a:pt x="519" y="115"/>
                </a:lnTo>
                <a:lnTo>
                  <a:pt x="520" y="115"/>
                </a:lnTo>
                <a:lnTo>
                  <a:pt x="521" y="115"/>
                </a:lnTo>
                <a:lnTo>
                  <a:pt x="521" y="114"/>
                </a:lnTo>
                <a:lnTo>
                  <a:pt x="522" y="114"/>
                </a:lnTo>
                <a:lnTo>
                  <a:pt x="523" y="113"/>
                </a:lnTo>
                <a:lnTo>
                  <a:pt x="524" y="112"/>
                </a:lnTo>
                <a:lnTo>
                  <a:pt x="525" y="112"/>
                </a:lnTo>
                <a:lnTo>
                  <a:pt x="526" y="111"/>
                </a:lnTo>
                <a:lnTo>
                  <a:pt x="527" y="111"/>
                </a:lnTo>
                <a:lnTo>
                  <a:pt x="527" y="112"/>
                </a:lnTo>
                <a:lnTo>
                  <a:pt x="527" y="111"/>
                </a:lnTo>
                <a:lnTo>
                  <a:pt x="528" y="110"/>
                </a:lnTo>
                <a:lnTo>
                  <a:pt x="529" y="110"/>
                </a:lnTo>
                <a:lnTo>
                  <a:pt x="530" y="110"/>
                </a:lnTo>
                <a:lnTo>
                  <a:pt x="531" y="110"/>
                </a:lnTo>
                <a:lnTo>
                  <a:pt x="532" y="110"/>
                </a:lnTo>
                <a:lnTo>
                  <a:pt x="533" y="110"/>
                </a:lnTo>
                <a:lnTo>
                  <a:pt x="534" y="109"/>
                </a:lnTo>
                <a:lnTo>
                  <a:pt x="535" y="109"/>
                </a:lnTo>
                <a:lnTo>
                  <a:pt x="536" y="109"/>
                </a:lnTo>
                <a:lnTo>
                  <a:pt x="536" y="108"/>
                </a:lnTo>
                <a:lnTo>
                  <a:pt x="537" y="108"/>
                </a:lnTo>
                <a:lnTo>
                  <a:pt x="537" y="107"/>
                </a:lnTo>
                <a:lnTo>
                  <a:pt x="538" y="107"/>
                </a:lnTo>
                <a:lnTo>
                  <a:pt x="539" y="107"/>
                </a:lnTo>
                <a:lnTo>
                  <a:pt x="539" y="106"/>
                </a:lnTo>
                <a:lnTo>
                  <a:pt x="540" y="106"/>
                </a:lnTo>
                <a:lnTo>
                  <a:pt x="541" y="105"/>
                </a:lnTo>
                <a:lnTo>
                  <a:pt x="542" y="104"/>
                </a:lnTo>
                <a:lnTo>
                  <a:pt x="543" y="104"/>
                </a:lnTo>
                <a:lnTo>
                  <a:pt x="544" y="104"/>
                </a:lnTo>
                <a:lnTo>
                  <a:pt x="545" y="103"/>
                </a:lnTo>
                <a:lnTo>
                  <a:pt x="546" y="103"/>
                </a:lnTo>
                <a:lnTo>
                  <a:pt x="545" y="103"/>
                </a:lnTo>
                <a:lnTo>
                  <a:pt x="545" y="102"/>
                </a:lnTo>
                <a:lnTo>
                  <a:pt x="546" y="102"/>
                </a:lnTo>
                <a:lnTo>
                  <a:pt x="546" y="101"/>
                </a:lnTo>
                <a:lnTo>
                  <a:pt x="547" y="101"/>
                </a:lnTo>
                <a:lnTo>
                  <a:pt x="547" y="100"/>
                </a:lnTo>
                <a:lnTo>
                  <a:pt x="547" y="99"/>
                </a:lnTo>
                <a:lnTo>
                  <a:pt x="548" y="99"/>
                </a:lnTo>
                <a:lnTo>
                  <a:pt x="548" y="98"/>
                </a:lnTo>
                <a:lnTo>
                  <a:pt x="546" y="98"/>
                </a:lnTo>
                <a:lnTo>
                  <a:pt x="545" y="98"/>
                </a:lnTo>
                <a:lnTo>
                  <a:pt x="545" y="97"/>
                </a:lnTo>
                <a:lnTo>
                  <a:pt x="545" y="96"/>
                </a:lnTo>
                <a:lnTo>
                  <a:pt x="545" y="95"/>
                </a:lnTo>
                <a:lnTo>
                  <a:pt x="546" y="95"/>
                </a:lnTo>
                <a:lnTo>
                  <a:pt x="547" y="95"/>
                </a:lnTo>
                <a:lnTo>
                  <a:pt x="548" y="95"/>
                </a:lnTo>
                <a:lnTo>
                  <a:pt x="548" y="94"/>
                </a:lnTo>
                <a:lnTo>
                  <a:pt x="549" y="94"/>
                </a:lnTo>
                <a:lnTo>
                  <a:pt x="550" y="94"/>
                </a:lnTo>
                <a:lnTo>
                  <a:pt x="551" y="94"/>
                </a:lnTo>
                <a:lnTo>
                  <a:pt x="552" y="94"/>
                </a:lnTo>
                <a:lnTo>
                  <a:pt x="552" y="93"/>
                </a:lnTo>
                <a:lnTo>
                  <a:pt x="553" y="93"/>
                </a:lnTo>
                <a:lnTo>
                  <a:pt x="554" y="93"/>
                </a:lnTo>
                <a:lnTo>
                  <a:pt x="554" y="92"/>
                </a:lnTo>
                <a:lnTo>
                  <a:pt x="555" y="92"/>
                </a:lnTo>
                <a:lnTo>
                  <a:pt x="556" y="92"/>
                </a:lnTo>
                <a:lnTo>
                  <a:pt x="556" y="91"/>
                </a:lnTo>
                <a:lnTo>
                  <a:pt x="557" y="91"/>
                </a:lnTo>
                <a:lnTo>
                  <a:pt x="559" y="91"/>
                </a:lnTo>
                <a:lnTo>
                  <a:pt x="560" y="91"/>
                </a:lnTo>
                <a:lnTo>
                  <a:pt x="561" y="91"/>
                </a:lnTo>
                <a:lnTo>
                  <a:pt x="562" y="91"/>
                </a:lnTo>
                <a:lnTo>
                  <a:pt x="564" y="90"/>
                </a:lnTo>
                <a:lnTo>
                  <a:pt x="565" y="89"/>
                </a:lnTo>
                <a:lnTo>
                  <a:pt x="566" y="89"/>
                </a:lnTo>
                <a:lnTo>
                  <a:pt x="567" y="89"/>
                </a:lnTo>
                <a:lnTo>
                  <a:pt x="568" y="89"/>
                </a:lnTo>
                <a:lnTo>
                  <a:pt x="569" y="89"/>
                </a:lnTo>
                <a:lnTo>
                  <a:pt x="570" y="89"/>
                </a:lnTo>
                <a:lnTo>
                  <a:pt x="571" y="89"/>
                </a:lnTo>
                <a:lnTo>
                  <a:pt x="572" y="89"/>
                </a:lnTo>
                <a:lnTo>
                  <a:pt x="572" y="88"/>
                </a:lnTo>
                <a:lnTo>
                  <a:pt x="573" y="88"/>
                </a:lnTo>
                <a:lnTo>
                  <a:pt x="574" y="88"/>
                </a:lnTo>
                <a:lnTo>
                  <a:pt x="574" y="87"/>
                </a:lnTo>
                <a:lnTo>
                  <a:pt x="575" y="87"/>
                </a:lnTo>
                <a:lnTo>
                  <a:pt x="576" y="86"/>
                </a:lnTo>
                <a:lnTo>
                  <a:pt x="577" y="86"/>
                </a:lnTo>
                <a:lnTo>
                  <a:pt x="578" y="86"/>
                </a:lnTo>
                <a:lnTo>
                  <a:pt x="578" y="85"/>
                </a:lnTo>
                <a:lnTo>
                  <a:pt x="579" y="85"/>
                </a:lnTo>
                <a:lnTo>
                  <a:pt x="580" y="85"/>
                </a:lnTo>
                <a:lnTo>
                  <a:pt x="580" y="84"/>
                </a:lnTo>
                <a:lnTo>
                  <a:pt x="581" y="84"/>
                </a:lnTo>
                <a:lnTo>
                  <a:pt x="581" y="83"/>
                </a:lnTo>
                <a:lnTo>
                  <a:pt x="582" y="83"/>
                </a:lnTo>
                <a:lnTo>
                  <a:pt x="583" y="83"/>
                </a:lnTo>
                <a:lnTo>
                  <a:pt x="584" y="82"/>
                </a:lnTo>
                <a:lnTo>
                  <a:pt x="585" y="82"/>
                </a:lnTo>
                <a:lnTo>
                  <a:pt x="587" y="81"/>
                </a:lnTo>
                <a:lnTo>
                  <a:pt x="588" y="81"/>
                </a:lnTo>
                <a:lnTo>
                  <a:pt x="589" y="80"/>
                </a:lnTo>
                <a:lnTo>
                  <a:pt x="590" y="80"/>
                </a:lnTo>
                <a:lnTo>
                  <a:pt x="591" y="80"/>
                </a:lnTo>
                <a:lnTo>
                  <a:pt x="592" y="79"/>
                </a:lnTo>
                <a:lnTo>
                  <a:pt x="593" y="78"/>
                </a:lnTo>
                <a:lnTo>
                  <a:pt x="594" y="78"/>
                </a:lnTo>
                <a:lnTo>
                  <a:pt x="595" y="76"/>
                </a:lnTo>
                <a:lnTo>
                  <a:pt x="596" y="76"/>
                </a:lnTo>
                <a:lnTo>
                  <a:pt x="597" y="75"/>
                </a:lnTo>
                <a:lnTo>
                  <a:pt x="598" y="75"/>
                </a:lnTo>
                <a:lnTo>
                  <a:pt x="599" y="75"/>
                </a:lnTo>
                <a:lnTo>
                  <a:pt x="600" y="75"/>
                </a:lnTo>
                <a:lnTo>
                  <a:pt x="601" y="75"/>
                </a:lnTo>
                <a:lnTo>
                  <a:pt x="602" y="75"/>
                </a:lnTo>
                <a:lnTo>
                  <a:pt x="603" y="76"/>
                </a:lnTo>
                <a:lnTo>
                  <a:pt x="604" y="76"/>
                </a:lnTo>
                <a:lnTo>
                  <a:pt x="605" y="76"/>
                </a:lnTo>
                <a:lnTo>
                  <a:pt x="606" y="76"/>
                </a:lnTo>
                <a:lnTo>
                  <a:pt x="607" y="76"/>
                </a:lnTo>
                <a:lnTo>
                  <a:pt x="608" y="76"/>
                </a:lnTo>
                <a:lnTo>
                  <a:pt x="609" y="75"/>
                </a:lnTo>
                <a:lnTo>
                  <a:pt x="610" y="75"/>
                </a:lnTo>
                <a:lnTo>
                  <a:pt x="611" y="74"/>
                </a:lnTo>
                <a:lnTo>
                  <a:pt x="612" y="74"/>
                </a:lnTo>
                <a:lnTo>
                  <a:pt x="613" y="74"/>
                </a:lnTo>
                <a:lnTo>
                  <a:pt x="614" y="74"/>
                </a:lnTo>
                <a:lnTo>
                  <a:pt x="615" y="73"/>
                </a:lnTo>
                <a:lnTo>
                  <a:pt x="615" y="72"/>
                </a:lnTo>
                <a:lnTo>
                  <a:pt x="616" y="72"/>
                </a:lnTo>
                <a:lnTo>
                  <a:pt x="617" y="72"/>
                </a:lnTo>
                <a:lnTo>
                  <a:pt x="618" y="72"/>
                </a:lnTo>
                <a:lnTo>
                  <a:pt x="619" y="71"/>
                </a:lnTo>
                <a:lnTo>
                  <a:pt x="620" y="71"/>
                </a:lnTo>
                <a:lnTo>
                  <a:pt x="621" y="71"/>
                </a:lnTo>
                <a:lnTo>
                  <a:pt x="621" y="72"/>
                </a:lnTo>
                <a:lnTo>
                  <a:pt x="620" y="72"/>
                </a:lnTo>
                <a:lnTo>
                  <a:pt x="621" y="73"/>
                </a:lnTo>
                <a:lnTo>
                  <a:pt x="622" y="73"/>
                </a:lnTo>
                <a:lnTo>
                  <a:pt x="623" y="73"/>
                </a:lnTo>
                <a:lnTo>
                  <a:pt x="623" y="74"/>
                </a:lnTo>
                <a:lnTo>
                  <a:pt x="624" y="74"/>
                </a:lnTo>
                <a:lnTo>
                  <a:pt x="626" y="75"/>
                </a:lnTo>
                <a:lnTo>
                  <a:pt x="627" y="76"/>
                </a:lnTo>
                <a:lnTo>
                  <a:pt x="628" y="77"/>
                </a:lnTo>
                <a:lnTo>
                  <a:pt x="628" y="79"/>
                </a:lnTo>
                <a:lnTo>
                  <a:pt x="628" y="80"/>
                </a:lnTo>
                <a:lnTo>
                  <a:pt x="629" y="80"/>
                </a:lnTo>
                <a:lnTo>
                  <a:pt x="630" y="80"/>
                </a:lnTo>
                <a:lnTo>
                  <a:pt x="631" y="80"/>
                </a:lnTo>
                <a:lnTo>
                  <a:pt x="633" y="81"/>
                </a:lnTo>
                <a:lnTo>
                  <a:pt x="634" y="81"/>
                </a:lnTo>
                <a:lnTo>
                  <a:pt x="635" y="81"/>
                </a:lnTo>
                <a:lnTo>
                  <a:pt x="636" y="81"/>
                </a:lnTo>
                <a:lnTo>
                  <a:pt x="637" y="82"/>
                </a:lnTo>
                <a:lnTo>
                  <a:pt x="639" y="82"/>
                </a:lnTo>
                <a:lnTo>
                  <a:pt x="640" y="82"/>
                </a:lnTo>
                <a:lnTo>
                  <a:pt x="641" y="82"/>
                </a:lnTo>
                <a:lnTo>
                  <a:pt x="642" y="82"/>
                </a:lnTo>
                <a:lnTo>
                  <a:pt x="642" y="83"/>
                </a:lnTo>
                <a:lnTo>
                  <a:pt x="642" y="84"/>
                </a:lnTo>
                <a:lnTo>
                  <a:pt x="643" y="84"/>
                </a:lnTo>
                <a:lnTo>
                  <a:pt x="644" y="85"/>
                </a:lnTo>
                <a:lnTo>
                  <a:pt x="645" y="85"/>
                </a:lnTo>
                <a:lnTo>
                  <a:pt x="646" y="86"/>
                </a:lnTo>
                <a:lnTo>
                  <a:pt x="647" y="86"/>
                </a:lnTo>
                <a:lnTo>
                  <a:pt x="648" y="86"/>
                </a:lnTo>
                <a:lnTo>
                  <a:pt x="649" y="86"/>
                </a:lnTo>
                <a:lnTo>
                  <a:pt x="649" y="85"/>
                </a:lnTo>
                <a:lnTo>
                  <a:pt x="650" y="85"/>
                </a:lnTo>
                <a:lnTo>
                  <a:pt x="650" y="84"/>
                </a:lnTo>
                <a:lnTo>
                  <a:pt x="651" y="84"/>
                </a:lnTo>
                <a:lnTo>
                  <a:pt x="651" y="83"/>
                </a:lnTo>
                <a:lnTo>
                  <a:pt x="652" y="82"/>
                </a:lnTo>
                <a:lnTo>
                  <a:pt x="652" y="80"/>
                </a:lnTo>
                <a:lnTo>
                  <a:pt x="653" y="80"/>
                </a:lnTo>
                <a:lnTo>
                  <a:pt x="653" y="79"/>
                </a:lnTo>
                <a:lnTo>
                  <a:pt x="653" y="78"/>
                </a:lnTo>
                <a:lnTo>
                  <a:pt x="654" y="78"/>
                </a:lnTo>
                <a:lnTo>
                  <a:pt x="654" y="77"/>
                </a:lnTo>
                <a:lnTo>
                  <a:pt x="655" y="77"/>
                </a:lnTo>
                <a:lnTo>
                  <a:pt x="656" y="76"/>
                </a:lnTo>
                <a:lnTo>
                  <a:pt x="657" y="75"/>
                </a:lnTo>
                <a:lnTo>
                  <a:pt x="658" y="75"/>
                </a:lnTo>
                <a:lnTo>
                  <a:pt x="659" y="75"/>
                </a:lnTo>
                <a:lnTo>
                  <a:pt x="660" y="74"/>
                </a:lnTo>
                <a:lnTo>
                  <a:pt x="661" y="74"/>
                </a:lnTo>
                <a:lnTo>
                  <a:pt x="662" y="74"/>
                </a:lnTo>
                <a:lnTo>
                  <a:pt x="662" y="73"/>
                </a:lnTo>
                <a:lnTo>
                  <a:pt x="662" y="74"/>
                </a:lnTo>
                <a:lnTo>
                  <a:pt x="663" y="73"/>
                </a:lnTo>
                <a:lnTo>
                  <a:pt x="664" y="73"/>
                </a:lnTo>
                <a:lnTo>
                  <a:pt x="665" y="73"/>
                </a:lnTo>
                <a:lnTo>
                  <a:pt x="666" y="73"/>
                </a:lnTo>
                <a:lnTo>
                  <a:pt x="667" y="73"/>
                </a:lnTo>
                <a:lnTo>
                  <a:pt x="667" y="72"/>
                </a:lnTo>
                <a:lnTo>
                  <a:pt x="668" y="72"/>
                </a:lnTo>
                <a:lnTo>
                  <a:pt x="669" y="72"/>
                </a:lnTo>
                <a:lnTo>
                  <a:pt x="669" y="73"/>
                </a:lnTo>
                <a:lnTo>
                  <a:pt x="670" y="73"/>
                </a:lnTo>
                <a:lnTo>
                  <a:pt x="672" y="72"/>
                </a:lnTo>
                <a:lnTo>
                  <a:pt x="674" y="72"/>
                </a:lnTo>
                <a:lnTo>
                  <a:pt x="676" y="72"/>
                </a:lnTo>
                <a:lnTo>
                  <a:pt x="677" y="71"/>
                </a:lnTo>
                <a:lnTo>
                  <a:pt x="677" y="72"/>
                </a:lnTo>
                <a:lnTo>
                  <a:pt x="679" y="72"/>
                </a:lnTo>
                <a:lnTo>
                  <a:pt x="680" y="72"/>
                </a:lnTo>
                <a:lnTo>
                  <a:pt x="681" y="72"/>
                </a:lnTo>
                <a:lnTo>
                  <a:pt x="681" y="71"/>
                </a:lnTo>
                <a:lnTo>
                  <a:pt x="682" y="71"/>
                </a:lnTo>
                <a:lnTo>
                  <a:pt x="682" y="70"/>
                </a:lnTo>
                <a:lnTo>
                  <a:pt x="683" y="70"/>
                </a:lnTo>
                <a:lnTo>
                  <a:pt x="684" y="69"/>
                </a:lnTo>
                <a:lnTo>
                  <a:pt x="684" y="68"/>
                </a:lnTo>
                <a:lnTo>
                  <a:pt x="685" y="68"/>
                </a:lnTo>
                <a:lnTo>
                  <a:pt x="686" y="67"/>
                </a:lnTo>
                <a:lnTo>
                  <a:pt x="687" y="66"/>
                </a:lnTo>
                <a:lnTo>
                  <a:pt x="688" y="66"/>
                </a:lnTo>
                <a:lnTo>
                  <a:pt x="688" y="65"/>
                </a:lnTo>
                <a:lnTo>
                  <a:pt x="689" y="65"/>
                </a:lnTo>
                <a:lnTo>
                  <a:pt x="690" y="66"/>
                </a:lnTo>
                <a:lnTo>
                  <a:pt x="690" y="65"/>
                </a:lnTo>
                <a:lnTo>
                  <a:pt x="690" y="64"/>
                </a:lnTo>
                <a:lnTo>
                  <a:pt x="691" y="64"/>
                </a:lnTo>
                <a:lnTo>
                  <a:pt x="692" y="64"/>
                </a:lnTo>
                <a:lnTo>
                  <a:pt x="692" y="63"/>
                </a:lnTo>
                <a:lnTo>
                  <a:pt x="693" y="62"/>
                </a:lnTo>
                <a:lnTo>
                  <a:pt x="693" y="61"/>
                </a:lnTo>
                <a:lnTo>
                  <a:pt x="693" y="60"/>
                </a:lnTo>
                <a:lnTo>
                  <a:pt x="693" y="59"/>
                </a:lnTo>
                <a:lnTo>
                  <a:pt x="694" y="58"/>
                </a:lnTo>
                <a:lnTo>
                  <a:pt x="695" y="57"/>
                </a:lnTo>
                <a:lnTo>
                  <a:pt x="696" y="57"/>
                </a:lnTo>
                <a:lnTo>
                  <a:pt x="696" y="56"/>
                </a:lnTo>
                <a:lnTo>
                  <a:pt x="697" y="55"/>
                </a:lnTo>
                <a:lnTo>
                  <a:pt x="697" y="54"/>
                </a:lnTo>
                <a:lnTo>
                  <a:pt x="697" y="53"/>
                </a:lnTo>
                <a:lnTo>
                  <a:pt x="697" y="52"/>
                </a:lnTo>
                <a:lnTo>
                  <a:pt x="697" y="51"/>
                </a:lnTo>
                <a:lnTo>
                  <a:pt x="698" y="51"/>
                </a:lnTo>
                <a:lnTo>
                  <a:pt x="698" y="50"/>
                </a:lnTo>
                <a:lnTo>
                  <a:pt x="698" y="49"/>
                </a:lnTo>
                <a:lnTo>
                  <a:pt x="699" y="49"/>
                </a:lnTo>
                <a:lnTo>
                  <a:pt x="700" y="49"/>
                </a:lnTo>
                <a:lnTo>
                  <a:pt x="701" y="49"/>
                </a:lnTo>
                <a:lnTo>
                  <a:pt x="701" y="48"/>
                </a:lnTo>
                <a:lnTo>
                  <a:pt x="700" y="48"/>
                </a:lnTo>
                <a:lnTo>
                  <a:pt x="701" y="47"/>
                </a:lnTo>
                <a:lnTo>
                  <a:pt x="701" y="46"/>
                </a:lnTo>
                <a:lnTo>
                  <a:pt x="702" y="46"/>
                </a:lnTo>
                <a:lnTo>
                  <a:pt x="703" y="46"/>
                </a:lnTo>
                <a:lnTo>
                  <a:pt x="703" y="45"/>
                </a:lnTo>
                <a:lnTo>
                  <a:pt x="703" y="44"/>
                </a:lnTo>
                <a:lnTo>
                  <a:pt x="702" y="44"/>
                </a:lnTo>
                <a:lnTo>
                  <a:pt x="702" y="43"/>
                </a:lnTo>
                <a:lnTo>
                  <a:pt x="701" y="43"/>
                </a:lnTo>
                <a:lnTo>
                  <a:pt x="701" y="42"/>
                </a:lnTo>
                <a:lnTo>
                  <a:pt x="701" y="41"/>
                </a:lnTo>
                <a:lnTo>
                  <a:pt x="702" y="41"/>
                </a:lnTo>
                <a:lnTo>
                  <a:pt x="702" y="40"/>
                </a:lnTo>
                <a:lnTo>
                  <a:pt x="701" y="40"/>
                </a:lnTo>
                <a:lnTo>
                  <a:pt x="702" y="39"/>
                </a:lnTo>
                <a:lnTo>
                  <a:pt x="702" y="37"/>
                </a:lnTo>
                <a:lnTo>
                  <a:pt x="702" y="36"/>
                </a:lnTo>
                <a:lnTo>
                  <a:pt x="703" y="36"/>
                </a:lnTo>
                <a:lnTo>
                  <a:pt x="704" y="36"/>
                </a:lnTo>
                <a:lnTo>
                  <a:pt x="705" y="36"/>
                </a:lnTo>
                <a:lnTo>
                  <a:pt x="705" y="35"/>
                </a:lnTo>
                <a:lnTo>
                  <a:pt x="707" y="35"/>
                </a:lnTo>
                <a:lnTo>
                  <a:pt x="707" y="34"/>
                </a:lnTo>
                <a:lnTo>
                  <a:pt x="708" y="34"/>
                </a:lnTo>
                <a:lnTo>
                  <a:pt x="709" y="34"/>
                </a:lnTo>
                <a:lnTo>
                  <a:pt x="709" y="33"/>
                </a:lnTo>
                <a:lnTo>
                  <a:pt x="710" y="33"/>
                </a:lnTo>
                <a:lnTo>
                  <a:pt x="710" y="32"/>
                </a:lnTo>
                <a:lnTo>
                  <a:pt x="712" y="32"/>
                </a:lnTo>
                <a:lnTo>
                  <a:pt x="713" y="32"/>
                </a:lnTo>
                <a:lnTo>
                  <a:pt x="713" y="33"/>
                </a:lnTo>
                <a:lnTo>
                  <a:pt x="714" y="33"/>
                </a:lnTo>
                <a:lnTo>
                  <a:pt x="715" y="33"/>
                </a:lnTo>
                <a:lnTo>
                  <a:pt x="716" y="33"/>
                </a:lnTo>
                <a:lnTo>
                  <a:pt x="717" y="33"/>
                </a:lnTo>
                <a:lnTo>
                  <a:pt x="718" y="33"/>
                </a:lnTo>
                <a:lnTo>
                  <a:pt x="718" y="32"/>
                </a:lnTo>
                <a:lnTo>
                  <a:pt x="718" y="31"/>
                </a:lnTo>
                <a:lnTo>
                  <a:pt x="719" y="31"/>
                </a:lnTo>
                <a:lnTo>
                  <a:pt x="719" y="30"/>
                </a:lnTo>
                <a:lnTo>
                  <a:pt x="720" y="30"/>
                </a:lnTo>
                <a:lnTo>
                  <a:pt x="720" y="29"/>
                </a:lnTo>
                <a:lnTo>
                  <a:pt x="721" y="29"/>
                </a:lnTo>
                <a:lnTo>
                  <a:pt x="721" y="28"/>
                </a:lnTo>
                <a:lnTo>
                  <a:pt x="722" y="28"/>
                </a:lnTo>
                <a:lnTo>
                  <a:pt x="723" y="28"/>
                </a:lnTo>
                <a:lnTo>
                  <a:pt x="724" y="28"/>
                </a:lnTo>
                <a:lnTo>
                  <a:pt x="724" y="27"/>
                </a:lnTo>
                <a:lnTo>
                  <a:pt x="724" y="26"/>
                </a:lnTo>
                <a:lnTo>
                  <a:pt x="725" y="26"/>
                </a:lnTo>
                <a:lnTo>
                  <a:pt x="725" y="27"/>
                </a:lnTo>
                <a:lnTo>
                  <a:pt x="726" y="27"/>
                </a:lnTo>
                <a:lnTo>
                  <a:pt x="726" y="28"/>
                </a:lnTo>
                <a:lnTo>
                  <a:pt x="726" y="27"/>
                </a:lnTo>
                <a:lnTo>
                  <a:pt x="727" y="27"/>
                </a:lnTo>
                <a:lnTo>
                  <a:pt x="728" y="28"/>
                </a:lnTo>
                <a:lnTo>
                  <a:pt x="729" y="28"/>
                </a:lnTo>
                <a:lnTo>
                  <a:pt x="729" y="29"/>
                </a:lnTo>
                <a:lnTo>
                  <a:pt x="730" y="29"/>
                </a:lnTo>
                <a:lnTo>
                  <a:pt x="731" y="29"/>
                </a:lnTo>
                <a:lnTo>
                  <a:pt x="732" y="29"/>
                </a:lnTo>
                <a:lnTo>
                  <a:pt x="732" y="28"/>
                </a:lnTo>
                <a:lnTo>
                  <a:pt x="732" y="27"/>
                </a:lnTo>
                <a:lnTo>
                  <a:pt x="732" y="26"/>
                </a:lnTo>
                <a:lnTo>
                  <a:pt x="733" y="26"/>
                </a:lnTo>
                <a:lnTo>
                  <a:pt x="734" y="26"/>
                </a:lnTo>
                <a:lnTo>
                  <a:pt x="734" y="27"/>
                </a:lnTo>
                <a:lnTo>
                  <a:pt x="735" y="27"/>
                </a:lnTo>
                <a:lnTo>
                  <a:pt x="736" y="27"/>
                </a:lnTo>
                <a:lnTo>
                  <a:pt x="737" y="27"/>
                </a:lnTo>
                <a:lnTo>
                  <a:pt x="738" y="27"/>
                </a:lnTo>
                <a:lnTo>
                  <a:pt x="739" y="27"/>
                </a:lnTo>
                <a:lnTo>
                  <a:pt x="739" y="26"/>
                </a:lnTo>
                <a:lnTo>
                  <a:pt x="740" y="26"/>
                </a:lnTo>
                <a:lnTo>
                  <a:pt x="740" y="27"/>
                </a:lnTo>
                <a:lnTo>
                  <a:pt x="741" y="27"/>
                </a:lnTo>
                <a:lnTo>
                  <a:pt x="741" y="26"/>
                </a:lnTo>
                <a:lnTo>
                  <a:pt x="742" y="26"/>
                </a:lnTo>
                <a:lnTo>
                  <a:pt x="743" y="26"/>
                </a:lnTo>
                <a:lnTo>
                  <a:pt x="744" y="26"/>
                </a:lnTo>
                <a:lnTo>
                  <a:pt x="744" y="25"/>
                </a:lnTo>
                <a:lnTo>
                  <a:pt x="744" y="24"/>
                </a:lnTo>
                <a:lnTo>
                  <a:pt x="745" y="24"/>
                </a:lnTo>
                <a:lnTo>
                  <a:pt x="746" y="24"/>
                </a:lnTo>
                <a:lnTo>
                  <a:pt x="746" y="25"/>
                </a:lnTo>
                <a:lnTo>
                  <a:pt x="747" y="25"/>
                </a:lnTo>
                <a:lnTo>
                  <a:pt x="747" y="24"/>
                </a:lnTo>
                <a:lnTo>
                  <a:pt x="748" y="24"/>
                </a:lnTo>
                <a:lnTo>
                  <a:pt x="748" y="23"/>
                </a:lnTo>
                <a:lnTo>
                  <a:pt x="749" y="23"/>
                </a:lnTo>
                <a:lnTo>
                  <a:pt x="749" y="22"/>
                </a:lnTo>
                <a:lnTo>
                  <a:pt x="749" y="23"/>
                </a:lnTo>
                <a:lnTo>
                  <a:pt x="750" y="23"/>
                </a:lnTo>
                <a:lnTo>
                  <a:pt x="751" y="23"/>
                </a:lnTo>
                <a:lnTo>
                  <a:pt x="751" y="22"/>
                </a:lnTo>
                <a:lnTo>
                  <a:pt x="751" y="21"/>
                </a:lnTo>
                <a:lnTo>
                  <a:pt x="751" y="20"/>
                </a:lnTo>
                <a:lnTo>
                  <a:pt x="752" y="20"/>
                </a:lnTo>
                <a:lnTo>
                  <a:pt x="753" y="20"/>
                </a:lnTo>
                <a:lnTo>
                  <a:pt x="754" y="20"/>
                </a:lnTo>
                <a:lnTo>
                  <a:pt x="754" y="19"/>
                </a:lnTo>
                <a:lnTo>
                  <a:pt x="755" y="19"/>
                </a:lnTo>
                <a:lnTo>
                  <a:pt x="756" y="19"/>
                </a:lnTo>
                <a:lnTo>
                  <a:pt x="757" y="19"/>
                </a:lnTo>
                <a:lnTo>
                  <a:pt x="758" y="19"/>
                </a:lnTo>
                <a:lnTo>
                  <a:pt x="758" y="20"/>
                </a:lnTo>
                <a:lnTo>
                  <a:pt x="759" y="20"/>
                </a:lnTo>
                <a:lnTo>
                  <a:pt x="760" y="20"/>
                </a:lnTo>
                <a:lnTo>
                  <a:pt x="760" y="19"/>
                </a:lnTo>
                <a:lnTo>
                  <a:pt x="761" y="19"/>
                </a:lnTo>
                <a:lnTo>
                  <a:pt x="762" y="19"/>
                </a:lnTo>
                <a:lnTo>
                  <a:pt x="763" y="19"/>
                </a:lnTo>
                <a:lnTo>
                  <a:pt x="763" y="20"/>
                </a:lnTo>
                <a:lnTo>
                  <a:pt x="764" y="20"/>
                </a:lnTo>
                <a:lnTo>
                  <a:pt x="764" y="21"/>
                </a:lnTo>
                <a:lnTo>
                  <a:pt x="764" y="22"/>
                </a:lnTo>
                <a:lnTo>
                  <a:pt x="765" y="22"/>
                </a:lnTo>
                <a:lnTo>
                  <a:pt x="765" y="23"/>
                </a:lnTo>
                <a:lnTo>
                  <a:pt x="766" y="23"/>
                </a:lnTo>
                <a:lnTo>
                  <a:pt x="766" y="22"/>
                </a:lnTo>
                <a:lnTo>
                  <a:pt x="767" y="22"/>
                </a:lnTo>
                <a:lnTo>
                  <a:pt x="768" y="22"/>
                </a:lnTo>
                <a:lnTo>
                  <a:pt x="769" y="22"/>
                </a:lnTo>
                <a:lnTo>
                  <a:pt x="769" y="21"/>
                </a:lnTo>
                <a:lnTo>
                  <a:pt x="770" y="21"/>
                </a:lnTo>
                <a:lnTo>
                  <a:pt x="770" y="20"/>
                </a:lnTo>
                <a:lnTo>
                  <a:pt x="771" y="20"/>
                </a:lnTo>
                <a:lnTo>
                  <a:pt x="772" y="20"/>
                </a:lnTo>
                <a:lnTo>
                  <a:pt x="773" y="20"/>
                </a:lnTo>
                <a:lnTo>
                  <a:pt x="773" y="19"/>
                </a:lnTo>
                <a:lnTo>
                  <a:pt x="774" y="19"/>
                </a:lnTo>
                <a:lnTo>
                  <a:pt x="774" y="20"/>
                </a:lnTo>
                <a:lnTo>
                  <a:pt x="775" y="19"/>
                </a:lnTo>
                <a:lnTo>
                  <a:pt x="776" y="19"/>
                </a:lnTo>
                <a:lnTo>
                  <a:pt x="777" y="19"/>
                </a:lnTo>
                <a:lnTo>
                  <a:pt x="778" y="19"/>
                </a:lnTo>
                <a:lnTo>
                  <a:pt x="779" y="19"/>
                </a:lnTo>
                <a:lnTo>
                  <a:pt x="779" y="20"/>
                </a:lnTo>
                <a:lnTo>
                  <a:pt x="780" y="20"/>
                </a:lnTo>
                <a:lnTo>
                  <a:pt x="780" y="19"/>
                </a:lnTo>
                <a:lnTo>
                  <a:pt x="781" y="19"/>
                </a:lnTo>
                <a:lnTo>
                  <a:pt x="782" y="19"/>
                </a:lnTo>
                <a:lnTo>
                  <a:pt x="782" y="18"/>
                </a:lnTo>
                <a:lnTo>
                  <a:pt x="783" y="18"/>
                </a:lnTo>
                <a:lnTo>
                  <a:pt x="783" y="19"/>
                </a:lnTo>
                <a:lnTo>
                  <a:pt x="784" y="19"/>
                </a:lnTo>
                <a:lnTo>
                  <a:pt x="784" y="18"/>
                </a:lnTo>
                <a:lnTo>
                  <a:pt x="784" y="19"/>
                </a:lnTo>
                <a:lnTo>
                  <a:pt x="785" y="19"/>
                </a:lnTo>
                <a:lnTo>
                  <a:pt x="786" y="19"/>
                </a:lnTo>
                <a:lnTo>
                  <a:pt x="787" y="19"/>
                </a:lnTo>
                <a:lnTo>
                  <a:pt x="788" y="19"/>
                </a:lnTo>
                <a:lnTo>
                  <a:pt x="788" y="20"/>
                </a:lnTo>
                <a:lnTo>
                  <a:pt x="788" y="19"/>
                </a:lnTo>
                <a:lnTo>
                  <a:pt x="789" y="19"/>
                </a:lnTo>
                <a:lnTo>
                  <a:pt x="790" y="19"/>
                </a:lnTo>
                <a:lnTo>
                  <a:pt x="790" y="18"/>
                </a:lnTo>
                <a:lnTo>
                  <a:pt x="789" y="18"/>
                </a:lnTo>
                <a:lnTo>
                  <a:pt x="789" y="17"/>
                </a:lnTo>
                <a:lnTo>
                  <a:pt x="790" y="17"/>
                </a:lnTo>
                <a:lnTo>
                  <a:pt x="790" y="16"/>
                </a:lnTo>
                <a:lnTo>
                  <a:pt x="791" y="16"/>
                </a:lnTo>
                <a:lnTo>
                  <a:pt x="791" y="15"/>
                </a:lnTo>
                <a:lnTo>
                  <a:pt x="792" y="15"/>
                </a:lnTo>
                <a:lnTo>
                  <a:pt x="792" y="14"/>
                </a:lnTo>
                <a:lnTo>
                  <a:pt x="793" y="14"/>
                </a:lnTo>
                <a:lnTo>
                  <a:pt x="793" y="13"/>
                </a:lnTo>
                <a:lnTo>
                  <a:pt x="794" y="13"/>
                </a:lnTo>
                <a:lnTo>
                  <a:pt x="795" y="13"/>
                </a:lnTo>
                <a:lnTo>
                  <a:pt x="796" y="13"/>
                </a:lnTo>
                <a:lnTo>
                  <a:pt x="796" y="12"/>
                </a:lnTo>
                <a:lnTo>
                  <a:pt x="797" y="12"/>
                </a:lnTo>
                <a:lnTo>
                  <a:pt x="798" y="12"/>
                </a:lnTo>
                <a:lnTo>
                  <a:pt x="798" y="13"/>
                </a:lnTo>
                <a:lnTo>
                  <a:pt x="799" y="13"/>
                </a:lnTo>
                <a:lnTo>
                  <a:pt x="800" y="13"/>
                </a:lnTo>
                <a:lnTo>
                  <a:pt x="800" y="12"/>
                </a:lnTo>
                <a:lnTo>
                  <a:pt x="801" y="12"/>
                </a:lnTo>
                <a:lnTo>
                  <a:pt x="802" y="13"/>
                </a:lnTo>
                <a:lnTo>
                  <a:pt x="803" y="13"/>
                </a:lnTo>
                <a:lnTo>
                  <a:pt x="803" y="12"/>
                </a:lnTo>
                <a:lnTo>
                  <a:pt x="805" y="10"/>
                </a:lnTo>
                <a:lnTo>
                  <a:pt x="806" y="10"/>
                </a:lnTo>
                <a:lnTo>
                  <a:pt x="806" y="9"/>
                </a:lnTo>
                <a:lnTo>
                  <a:pt x="806" y="8"/>
                </a:lnTo>
                <a:lnTo>
                  <a:pt x="807" y="8"/>
                </a:lnTo>
                <a:lnTo>
                  <a:pt x="808" y="8"/>
                </a:lnTo>
                <a:lnTo>
                  <a:pt x="808" y="7"/>
                </a:lnTo>
                <a:lnTo>
                  <a:pt x="808" y="6"/>
                </a:lnTo>
                <a:lnTo>
                  <a:pt x="808" y="7"/>
                </a:lnTo>
                <a:lnTo>
                  <a:pt x="809" y="7"/>
                </a:lnTo>
                <a:lnTo>
                  <a:pt x="810" y="7"/>
                </a:lnTo>
                <a:lnTo>
                  <a:pt x="811" y="7"/>
                </a:lnTo>
                <a:lnTo>
                  <a:pt x="812" y="7"/>
                </a:lnTo>
                <a:lnTo>
                  <a:pt x="812" y="6"/>
                </a:lnTo>
                <a:lnTo>
                  <a:pt x="813" y="6"/>
                </a:lnTo>
                <a:lnTo>
                  <a:pt x="814" y="6"/>
                </a:lnTo>
                <a:lnTo>
                  <a:pt x="814" y="7"/>
                </a:lnTo>
                <a:lnTo>
                  <a:pt x="816" y="7"/>
                </a:lnTo>
                <a:lnTo>
                  <a:pt x="816" y="8"/>
                </a:lnTo>
                <a:lnTo>
                  <a:pt x="816" y="10"/>
                </a:lnTo>
                <a:lnTo>
                  <a:pt x="816" y="11"/>
                </a:lnTo>
                <a:lnTo>
                  <a:pt x="817" y="12"/>
                </a:lnTo>
                <a:lnTo>
                  <a:pt x="817" y="13"/>
                </a:lnTo>
                <a:lnTo>
                  <a:pt x="818" y="13"/>
                </a:lnTo>
                <a:lnTo>
                  <a:pt x="819" y="13"/>
                </a:lnTo>
                <a:lnTo>
                  <a:pt x="820" y="13"/>
                </a:lnTo>
                <a:lnTo>
                  <a:pt x="821" y="13"/>
                </a:lnTo>
                <a:lnTo>
                  <a:pt x="821" y="14"/>
                </a:lnTo>
                <a:lnTo>
                  <a:pt x="823" y="14"/>
                </a:lnTo>
                <a:lnTo>
                  <a:pt x="824" y="14"/>
                </a:lnTo>
                <a:lnTo>
                  <a:pt x="825" y="14"/>
                </a:lnTo>
                <a:lnTo>
                  <a:pt x="825" y="15"/>
                </a:lnTo>
                <a:lnTo>
                  <a:pt x="826" y="15"/>
                </a:lnTo>
                <a:lnTo>
                  <a:pt x="826" y="14"/>
                </a:lnTo>
                <a:lnTo>
                  <a:pt x="827" y="14"/>
                </a:lnTo>
                <a:lnTo>
                  <a:pt x="828" y="14"/>
                </a:lnTo>
                <a:lnTo>
                  <a:pt x="828" y="13"/>
                </a:lnTo>
                <a:lnTo>
                  <a:pt x="829" y="13"/>
                </a:lnTo>
                <a:lnTo>
                  <a:pt x="830" y="13"/>
                </a:lnTo>
                <a:lnTo>
                  <a:pt x="831" y="13"/>
                </a:lnTo>
                <a:lnTo>
                  <a:pt x="831" y="12"/>
                </a:lnTo>
                <a:lnTo>
                  <a:pt x="831" y="13"/>
                </a:lnTo>
                <a:lnTo>
                  <a:pt x="832" y="13"/>
                </a:lnTo>
                <a:lnTo>
                  <a:pt x="833" y="13"/>
                </a:lnTo>
                <a:lnTo>
                  <a:pt x="833" y="12"/>
                </a:lnTo>
                <a:lnTo>
                  <a:pt x="834" y="12"/>
                </a:lnTo>
                <a:lnTo>
                  <a:pt x="834" y="11"/>
                </a:lnTo>
                <a:lnTo>
                  <a:pt x="834" y="12"/>
                </a:lnTo>
                <a:lnTo>
                  <a:pt x="835" y="12"/>
                </a:lnTo>
                <a:lnTo>
                  <a:pt x="836" y="12"/>
                </a:lnTo>
                <a:lnTo>
                  <a:pt x="837" y="12"/>
                </a:lnTo>
                <a:lnTo>
                  <a:pt x="838" y="11"/>
                </a:lnTo>
                <a:lnTo>
                  <a:pt x="839" y="11"/>
                </a:lnTo>
                <a:lnTo>
                  <a:pt x="839" y="10"/>
                </a:lnTo>
                <a:lnTo>
                  <a:pt x="840" y="10"/>
                </a:lnTo>
                <a:lnTo>
                  <a:pt x="841" y="10"/>
                </a:lnTo>
                <a:lnTo>
                  <a:pt x="842" y="10"/>
                </a:lnTo>
                <a:lnTo>
                  <a:pt x="843" y="11"/>
                </a:lnTo>
                <a:lnTo>
                  <a:pt x="844" y="11"/>
                </a:lnTo>
                <a:lnTo>
                  <a:pt x="846" y="11"/>
                </a:lnTo>
                <a:lnTo>
                  <a:pt x="847" y="11"/>
                </a:lnTo>
                <a:lnTo>
                  <a:pt x="847" y="10"/>
                </a:lnTo>
                <a:lnTo>
                  <a:pt x="848" y="10"/>
                </a:lnTo>
                <a:lnTo>
                  <a:pt x="848" y="9"/>
                </a:lnTo>
                <a:lnTo>
                  <a:pt x="848" y="10"/>
                </a:lnTo>
                <a:lnTo>
                  <a:pt x="849" y="10"/>
                </a:lnTo>
                <a:lnTo>
                  <a:pt x="849" y="9"/>
                </a:lnTo>
                <a:lnTo>
                  <a:pt x="850" y="9"/>
                </a:lnTo>
                <a:lnTo>
                  <a:pt x="850" y="10"/>
                </a:lnTo>
                <a:lnTo>
                  <a:pt x="851" y="10"/>
                </a:lnTo>
                <a:lnTo>
                  <a:pt x="852" y="10"/>
                </a:lnTo>
                <a:lnTo>
                  <a:pt x="852" y="9"/>
                </a:lnTo>
                <a:lnTo>
                  <a:pt x="853" y="9"/>
                </a:lnTo>
                <a:lnTo>
                  <a:pt x="854" y="9"/>
                </a:lnTo>
                <a:lnTo>
                  <a:pt x="854" y="10"/>
                </a:lnTo>
                <a:lnTo>
                  <a:pt x="856" y="10"/>
                </a:lnTo>
                <a:lnTo>
                  <a:pt x="857" y="9"/>
                </a:lnTo>
                <a:lnTo>
                  <a:pt x="858" y="9"/>
                </a:lnTo>
                <a:lnTo>
                  <a:pt x="859" y="9"/>
                </a:lnTo>
                <a:lnTo>
                  <a:pt x="859" y="8"/>
                </a:lnTo>
                <a:lnTo>
                  <a:pt x="860" y="8"/>
                </a:lnTo>
                <a:lnTo>
                  <a:pt x="861" y="8"/>
                </a:lnTo>
                <a:lnTo>
                  <a:pt x="862" y="8"/>
                </a:lnTo>
                <a:lnTo>
                  <a:pt x="862" y="7"/>
                </a:lnTo>
                <a:lnTo>
                  <a:pt x="863" y="7"/>
                </a:lnTo>
                <a:lnTo>
                  <a:pt x="862" y="6"/>
                </a:lnTo>
                <a:lnTo>
                  <a:pt x="862" y="5"/>
                </a:lnTo>
                <a:lnTo>
                  <a:pt x="863" y="5"/>
                </a:lnTo>
                <a:lnTo>
                  <a:pt x="863" y="6"/>
                </a:lnTo>
                <a:lnTo>
                  <a:pt x="863" y="5"/>
                </a:lnTo>
                <a:lnTo>
                  <a:pt x="864" y="5"/>
                </a:lnTo>
                <a:lnTo>
                  <a:pt x="864" y="6"/>
                </a:lnTo>
                <a:lnTo>
                  <a:pt x="864" y="5"/>
                </a:lnTo>
                <a:lnTo>
                  <a:pt x="864" y="6"/>
                </a:lnTo>
                <a:lnTo>
                  <a:pt x="865" y="6"/>
                </a:lnTo>
                <a:lnTo>
                  <a:pt x="865" y="5"/>
                </a:lnTo>
                <a:lnTo>
                  <a:pt x="865" y="6"/>
                </a:lnTo>
                <a:lnTo>
                  <a:pt x="866" y="6"/>
                </a:lnTo>
                <a:lnTo>
                  <a:pt x="867" y="5"/>
                </a:lnTo>
                <a:lnTo>
                  <a:pt x="869" y="5"/>
                </a:lnTo>
                <a:lnTo>
                  <a:pt x="870" y="5"/>
                </a:lnTo>
                <a:lnTo>
                  <a:pt x="871" y="5"/>
                </a:lnTo>
                <a:lnTo>
                  <a:pt x="872" y="5"/>
                </a:lnTo>
                <a:lnTo>
                  <a:pt x="873" y="5"/>
                </a:lnTo>
                <a:lnTo>
                  <a:pt x="874" y="6"/>
                </a:lnTo>
                <a:lnTo>
                  <a:pt x="878" y="6"/>
                </a:lnTo>
                <a:lnTo>
                  <a:pt x="879" y="5"/>
                </a:lnTo>
                <a:lnTo>
                  <a:pt x="880" y="5"/>
                </a:lnTo>
                <a:lnTo>
                  <a:pt x="879" y="5"/>
                </a:lnTo>
                <a:lnTo>
                  <a:pt x="880" y="5"/>
                </a:lnTo>
                <a:lnTo>
                  <a:pt x="881" y="4"/>
                </a:lnTo>
                <a:lnTo>
                  <a:pt x="881" y="3"/>
                </a:lnTo>
                <a:lnTo>
                  <a:pt x="882" y="3"/>
                </a:lnTo>
                <a:lnTo>
                  <a:pt x="883" y="3"/>
                </a:lnTo>
                <a:lnTo>
                  <a:pt x="884" y="3"/>
                </a:lnTo>
                <a:lnTo>
                  <a:pt x="884" y="4"/>
                </a:lnTo>
                <a:lnTo>
                  <a:pt x="885" y="4"/>
                </a:lnTo>
                <a:lnTo>
                  <a:pt x="885" y="3"/>
                </a:lnTo>
                <a:lnTo>
                  <a:pt x="886" y="3"/>
                </a:lnTo>
                <a:lnTo>
                  <a:pt x="886" y="2"/>
                </a:lnTo>
                <a:lnTo>
                  <a:pt x="887" y="2"/>
                </a:lnTo>
                <a:lnTo>
                  <a:pt x="887" y="1"/>
                </a:lnTo>
                <a:lnTo>
                  <a:pt x="888" y="1"/>
                </a:lnTo>
                <a:lnTo>
                  <a:pt x="889" y="1"/>
                </a:lnTo>
                <a:lnTo>
                  <a:pt x="890" y="1"/>
                </a:lnTo>
                <a:lnTo>
                  <a:pt x="890" y="2"/>
                </a:lnTo>
                <a:lnTo>
                  <a:pt x="891" y="2"/>
                </a:lnTo>
                <a:lnTo>
                  <a:pt x="892" y="2"/>
                </a:lnTo>
                <a:lnTo>
                  <a:pt x="893" y="2"/>
                </a:lnTo>
                <a:lnTo>
                  <a:pt x="894" y="2"/>
                </a:lnTo>
                <a:lnTo>
                  <a:pt x="895" y="2"/>
                </a:lnTo>
                <a:lnTo>
                  <a:pt x="896" y="2"/>
                </a:lnTo>
                <a:lnTo>
                  <a:pt x="896" y="3"/>
                </a:lnTo>
                <a:lnTo>
                  <a:pt x="897" y="3"/>
                </a:lnTo>
                <a:lnTo>
                  <a:pt x="898" y="3"/>
                </a:lnTo>
                <a:lnTo>
                  <a:pt x="898" y="2"/>
                </a:lnTo>
                <a:lnTo>
                  <a:pt x="898" y="1"/>
                </a:lnTo>
                <a:lnTo>
                  <a:pt x="897" y="1"/>
                </a:lnTo>
                <a:lnTo>
                  <a:pt x="898" y="1"/>
                </a:lnTo>
                <a:lnTo>
                  <a:pt x="898" y="0"/>
                </a:lnTo>
                <a:lnTo>
                  <a:pt x="898" y="1"/>
                </a:lnTo>
                <a:lnTo>
                  <a:pt x="899" y="1"/>
                </a:lnTo>
                <a:lnTo>
                  <a:pt x="899" y="0"/>
                </a:lnTo>
                <a:lnTo>
                  <a:pt x="900" y="0"/>
                </a:lnTo>
                <a:lnTo>
                  <a:pt x="90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07" name=""/>
          <p:cNvSpPr/>
          <p:nvPr/>
        </p:nvSpPr>
        <p:spPr>
          <a:xfrm>
            <a:off x="4152240" y="3677760"/>
            <a:ext cx="187200" cy="290520"/>
          </a:xfrm>
          <a:custGeom>
            <a:avLst/>
            <a:gdLst/>
            <a:ahLst/>
            <a:rect l="0" t="0" r="r" b="b"/>
            <a:pathLst>
              <a:path w="520" h="807">
                <a:moveTo>
                  <a:pt x="511" y="2"/>
                </a:moveTo>
                <a:lnTo>
                  <a:pt x="511" y="5"/>
                </a:lnTo>
                <a:lnTo>
                  <a:pt x="510" y="6"/>
                </a:lnTo>
                <a:lnTo>
                  <a:pt x="508" y="7"/>
                </a:lnTo>
                <a:lnTo>
                  <a:pt x="507" y="9"/>
                </a:lnTo>
                <a:lnTo>
                  <a:pt x="506" y="10"/>
                </a:lnTo>
                <a:lnTo>
                  <a:pt x="506" y="11"/>
                </a:lnTo>
                <a:lnTo>
                  <a:pt x="505" y="12"/>
                </a:lnTo>
                <a:lnTo>
                  <a:pt x="504" y="13"/>
                </a:lnTo>
                <a:lnTo>
                  <a:pt x="503" y="14"/>
                </a:lnTo>
                <a:lnTo>
                  <a:pt x="502" y="16"/>
                </a:lnTo>
                <a:lnTo>
                  <a:pt x="503" y="18"/>
                </a:lnTo>
                <a:lnTo>
                  <a:pt x="503" y="19"/>
                </a:lnTo>
                <a:lnTo>
                  <a:pt x="504" y="19"/>
                </a:lnTo>
                <a:lnTo>
                  <a:pt x="504" y="18"/>
                </a:lnTo>
                <a:lnTo>
                  <a:pt x="505" y="18"/>
                </a:lnTo>
                <a:lnTo>
                  <a:pt x="506" y="18"/>
                </a:lnTo>
                <a:lnTo>
                  <a:pt x="506" y="19"/>
                </a:lnTo>
                <a:lnTo>
                  <a:pt x="505" y="20"/>
                </a:lnTo>
                <a:lnTo>
                  <a:pt x="505" y="21"/>
                </a:lnTo>
                <a:lnTo>
                  <a:pt x="506" y="23"/>
                </a:lnTo>
                <a:lnTo>
                  <a:pt x="507" y="23"/>
                </a:lnTo>
                <a:lnTo>
                  <a:pt x="508" y="23"/>
                </a:lnTo>
                <a:lnTo>
                  <a:pt x="508" y="22"/>
                </a:lnTo>
                <a:lnTo>
                  <a:pt x="509" y="22"/>
                </a:lnTo>
                <a:lnTo>
                  <a:pt x="510" y="22"/>
                </a:lnTo>
                <a:lnTo>
                  <a:pt x="511" y="22"/>
                </a:lnTo>
                <a:lnTo>
                  <a:pt x="512" y="23"/>
                </a:lnTo>
                <a:lnTo>
                  <a:pt x="511" y="24"/>
                </a:lnTo>
                <a:lnTo>
                  <a:pt x="511" y="25"/>
                </a:lnTo>
                <a:lnTo>
                  <a:pt x="512" y="25"/>
                </a:lnTo>
                <a:lnTo>
                  <a:pt x="513" y="24"/>
                </a:lnTo>
                <a:lnTo>
                  <a:pt x="514" y="24"/>
                </a:lnTo>
                <a:lnTo>
                  <a:pt x="515" y="24"/>
                </a:lnTo>
                <a:lnTo>
                  <a:pt x="515" y="25"/>
                </a:lnTo>
                <a:lnTo>
                  <a:pt x="514" y="25"/>
                </a:lnTo>
                <a:lnTo>
                  <a:pt x="514" y="26"/>
                </a:lnTo>
                <a:lnTo>
                  <a:pt x="513" y="26"/>
                </a:lnTo>
                <a:lnTo>
                  <a:pt x="514" y="28"/>
                </a:lnTo>
                <a:lnTo>
                  <a:pt x="515" y="28"/>
                </a:lnTo>
                <a:lnTo>
                  <a:pt x="516" y="29"/>
                </a:lnTo>
                <a:lnTo>
                  <a:pt x="517" y="29"/>
                </a:lnTo>
                <a:lnTo>
                  <a:pt x="518" y="29"/>
                </a:lnTo>
                <a:lnTo>
                  <a:pt x="519" y="29"/>
                </a:lnTo>
                <a:lnTo>
                  <a:pt x="520" y="29"/>
                </a:lnTo>
                <a:lnTo>
                  <a:pt x="519" y="30"/>
                </a:lnTo>
                <a:lnTo>
                  <a:pt x="518" y="30"/>
                </a:lnTo>
                <a:lnTo>
                  <a:pt x="518" y="31"/>
                </a:lnTo>
                <a:lnTo>
                  <a:pt x="517" y="32"/>
                </a:lnTo>
                <a:lnTo>
                  <a:pt x="517" y="33"/>
                </a:lnTo>
                <a:lnTo>
                  <a:pt x="517" y="34"/>
                </a:lnTo>
                <a:lnTo>
                  <a:pt x="517" y="35"/>
                </a:lnTo>
                <a:lnTo>
                  <a:pt x="517" y="36"/>
                </a:lnTo>
                <a:lnTo>
                  <a:pt x="516" y="36"/>
                </a:lnTo>
                <a:lnTo>
                  <a:pt x="516" y="37"/>
                </a:lnTo>
                <a:lnTo>
                  <a:pt x="515" y="37"/>
                </a:lnTo>
                <a:lnTo>
                  <a:pt x="515" y="38"/>
                </a:lnTo>
                <a:lnTo>
                  <a:pt x="515" y="39"/>
                </a:lnTo>
                <a:lnTo>
                  <a:pt x="514" y="40"/>
                </a:lnTo>
                <a:lnTo>
                  <a:pt x="514" y="41"/>
                </a:lnTo>
                <a:lnTo>
                  <a:pt x="514" y="42"/>
                </a:lnTo>
                <a:lnTo>
                  <a:pt x="513" y="42"/>
                </a:lnTo>
                <a:lnTo>
                  <a:pt x="512" y="44"/>
                </a:lnTo>
                <a:lnTo>
                  <a:pt x="512" y="45"/>
                </a:lnTo>
                <a:lnTo>
                  <a:pt x="513" y="45"/>
                </a:lnTo>
                <a:lnTo>
                  <a:pt x="513" y="46"/>
                </a:lnTo>
                <a:lnTo>
                  <a:pt x="512" y="47"/>
                </a:lnTo>
                <a:lnTo>
                  <a:pt x="512" y="48"/>
                </a:lnTo>
                <a:lnTo>
                  <a:pt x="512" y="49"/>
                </a:lnTo>
                <a:lnTo>
                  <a:pt x="511" y="49"/>
                </a:lnTo>
                <a:lnTo>
                  <a:pt x="510" y="49"/>
                </a:lnTo>
                <a:lnTo>
                  <a:pt x="510" y="50"/>
                </a:lnTo>
                <a:lnTo>
                  <a:pt x="510" y="52"/>
                </a:lnTo>
                <a:lnTo>
                  <a:pt x="510" y="53"/>
                </a:lnTo>
                <a:lnTo>
                  <a:pt x="508" y="55"/>
                </a:lnTo>
                <a:lnTo>
                  <a:pt x="507" y="55"/>
                </a:lnTo>
                <a:lnTo>
                  <a:pt x="507" y="56"/>
                </a:lnTo>
                <a:lnTo>
                  <a:pt x="506" y="56"/>
                </a:lnTo>
                <a:lnTo>
                  <a:pt x="505" y="57"/>
                </a:lnTo>
                <a:lnTo>
                  <a:pt x="504" y="57"/>
                </a:lnTo>
                <a:lnTo>
                  <a:pt x="502" y="57"/>
                </a:lnTo>
                <a:lnTo>
                  <a:pt x="502" y="58"/>
                </a:lnTo>
                <a:lnTo>
                  <a:pt x="501" y="58"/>
                </a:lnTo>
                <a:lnTo>
                  <a:pt x="500" y="58"/>
                </a:lnTo>
                <a:lnTo>
                  <a:pt x="497" y="60"/>
                </a:lnTo>
                <a:lnTo>
                  <a:pt x="496" y="61"/>
                </a:lnTo>
                <a:lnTo>
                  <a:pt x="496" y="62"/>
                </a:lnTo>
                <a:lnTo>
                  <a:pt x="496" y="63"/>
                </a:lnTo>
                <a:lnTo>
                  <a:pt x="495" y="63"/>
                </a:lnTo>
                <a:lnTo>
                  <a:pt x="496" y="63"/>
                </a:lnTo>
                <a:lnTo>
                  <a:pt x="496" y="64"/>
                </a:lnTo>
                <a:lnTo>
                  <a:pt x="497" y="64"/>
                </a:lnTo>
                <a:lnTo>
                  <a:pt x="498" y="67"/>
                </a:lnTo>
                <a:lnTo>
                  <a:pt x="498" y="68"/>
                </a:lnTo>
                <a:lnTo>
                  <a:pt x="499" y="70"/>
                </a:lnTo>
                <a:lnTo>
                  <a:pt x="499" y="71"/>
                </a:lnTo>
                <a:lnTo>
                  <a:pt x="499" y="72"/>
                </a:lnTo>
                <a:lnTo>
                  <a:pt x="498" y="72"/>
                </a:lnTo>
                <a:lnTo>
                  <a:pt x="498" y="73"/>
                </a:lnTo>
                <a:lnTo>
                  <a:pt x="497" y="73"/>
                </a:lnTo>
                <a:lnTo>
                  <a:pt x="497" y="74"/>
                </a:lnTo>
                <a:lnTo>
                  <a:pt x="498" y="75"/>
                </a:lnTo>
                <a:lnTo>
                  <a:pt x="498" y="76"/>
                </a:lnTo>
                <a:lnTo>
                  <a:pt x="498" y="77"/>
                </a:lnTo>
                <a:lnTo>
                  <a:pt x="497" y="77"/>
                </a:lnTo>
                <a:lnTo>
                  <a:pt x="497" y="78"/>
                </a:lnTo>
                <a:lnTo>
                  <a:pt x="496" y="79"/>
                </a:lnTo>
                <a:lnTo>
                  <a:pt x="496" y="80"/>
                </a:lnTo>
                <a:lnTo>
                  <a:pt x="496" y="81"/>
                </a:lnTo>
                <a:lnTo>
                  <a:pt x="495" y="81"/>
                </a:lnTo>
                <a:lnTo>
                  <a:pt x="495" y="82"/>
                </a:lnTo>
                <a:lnTo>
                  <a:pt x="494" y="82"/>
                </a:lnTo>
                <a:lnTo>
                  <a:pt x="493" y="82"/>
                </a:lnTo>
                <a:lnTo>
                  <a:pt x="493" y="83"/>
                </a:lnTo>
                <a:lnTo>
                  <a:pt x="493" y="84"/>
                </a:lnTo>
                <a:lnTo>
                  <a:pt x="494" y="84"/>
                </a:lnTo>
                <a:lnTo>
                  <a:pt x="494" y="85"/>
                </a:lnTo>
                <a:lnTo>
                  <a:pt x="493" y="86"/>
                </a:lnTo>
                <a:lnTo>
                  <a:pt x="493" y="87"/>
                </a:lnTo>
                <a:lnTo>
                  <a:pt x="492" y="87"/>
                </a:lnTo>
                <a:lnTo>
                  <a:pt x="492" y="88"/>
                </a:lnTo>
                <a:lnTo>
                  <a:pt x="491" y="89"/>
                </a:lnTo>
                <a:lnTo>
                  <a:pt x="490" y="89"/>
                </a:lnTo>
                <a:lnTo>
                  <a:pt x="490" y="90"/>
                </a:lnTo>
                <a:lnTo>
                  <a:pt x="489" y="91"/>
                </a:lnTo>
                <a:lnTo>
                  <a:pt x="489" y="92"/>
                </a:lnTo>
                <a:lnTo>
                  <a:pt x="490" y="92"/>
                </a:lnTo>
                <a:lnTo>
                  <a:pt x="490" y="93"/>
                </a:lnTo>
                <a:lnTo>
                  <a:pt x="490" y="94"/>
                </a:lnTo>
                <a:lnTo>
                  <a:pt x="489" y="94"/>
                </a:lnTo>
                <a:lnTo>
                  <a:pt x="488" y="94"/>
                </a:lnTo>
                <a:lnTo>
                  <a:pt x="488" y="95"/>
                </a:lnTo>
                <a:lnTo>
                  <a:pt x="488" y="96"/>
                </a:lnTo>
                <a:lnTo>
                  <a:pt x="487" y="96"/>
                </a:lnTo>
                <a:lnTo>
                  <a:pt x="487" y="97"/>
                </a:lnTo>
                <a:lnTo>
                  <a:pt x="487" y="98"/>
                </a:lnTo>
                <a:lnTo>
                  <a:pt x="486" y="98"/>
                </a:lnTo>
                <a:lnTo>
                  <a:pt x="486" y="99"/>
                </a:lnTo>
                <a:lnTo>
                  <a:pt x="487" y="99"/>
                </a:lnTo>
                <a:lnTo>
                  <a:pt x="488" y="101"/>
                </a:lnTo>
                <a:lnTo>
                  <a:pt x="488" y="102"/>
                </a:lnTo>
                <a:lnTo>
                  <a:pt x="489" y="102"/>
                </a:lnTo>
                <a:lnTo>
                  <a:pt x="490" y="102"/>
                </a:lnTo>
                <a:lnTo>
                  <a:pt x="490" y="103"/>
                </a:lnTo>
                <a:lnTo>
                  <a:pt x="490" y="104"/>
                </a:lnTo>
                <a:lnTo>
                  <a:pt x="489" y="104"/>
                </a:lnTo>
                <a:lnTo>
                  <a:pt x="489" y="105"/>
                </a:lnTo>
                <a:lnTo>
                  <a:pt x="489" y="106"/>
                </a:lnTo>
                <a:lnTo>
                  <a:pt x="489" y="107"/>
                </a:lnTo>
                <a:lnTo>
                  <a:pt x="489" y="108"/>
                </a:lnTo>
                <a:lnTo>
                  <a:pt x="489" y="109"/>
                </a:lnTo>
                <a:lnTo>
                  <a:pt x="488" y="109"/>
                </a:lnTo>
                <a:lnTo>
                  <a:pt x="487" y="109"/>
                </a:lnTo>
                <a:lnTo>
                  <a:pt x="486" y="109"/>
                </a:lnTo>
                <a:lnTo>
                  <a:pt x="486" y="110"/>
                </a:lnTo>
                <a:lnTo>
                  <a:pt x="485" y="110"/>
                </a:lnTo>
                <a:lnTo>
                  <a:pt x="486" y="110"/>
                </a:lnTo>
                <a:lnTo>
                  <a:pt x="486" y="111"/>
                </a:lnTo>
                <a:lnTo>
                  <a:pt x="486" y="113"/>
                </a:lnTo>
                <a:lnTo>
                  <a:pt x="486" y="114"/>
                </a:lnTo>
                <a:lnTo>
                  <a:pt x="486" y="115"/>
                </a:lnTo>
                <a:lnTo>
                  <a:pt x="486" y="116"/>
                </a:lnTo>
                <a:lnTo>
                  <a:pt x="485" y="116"/>
                </a:lnTo>
                <a:lnTo>
                  <a:pt x="484" y="117"/>
                </a:lnTo>
                <a:lnTo>
                  <a:pt x="483" y="117"/>
                </a:lnTo>
                <a:lnTo>
                  <a:pt x="482" y="117"/>
                </a:lnTo>
                <a:lnTo>
                  <a:pt x="482" y="116"/>
                </a:lnTo>
                <a:lnTo>
                  <a:pt x="481" y="116"/>
                </a:lnTo>
                <a:lnTo>
                  <a:pt x="480" y="116"/>
                </a:lnTo>
                <a:lnTo>
                  <a:pt x="479" y="116"/>
                </a:lnTo>
                <a:lnTo>
                  <a:pt x="478" y="116"/>
                </a:lnTo>
                <a:lnTo>
                  <a:pt x="476" y="119"/>
                </a:lnTo>
                <a:lnTo>
                  <a:pt x="475" y="122"/>
                </a:lnTo>
                <a:lnTo>
                  <a:pt x="475" y="123"/>
                </a:lnTo>
                <a:lnTo>
                  <a:pt x="475" y="124"/>
                </a:lnTo>
                <a:lnTo>
                  <a:pt x="474" y="125"/>
                </a:lnTo>
                <a:lnTo>
                  <a:pt x="473" y="125"/>
                </a:lnTo>
                <a:lnTo>
                  <a:pt x="472" y="125"/>
                </a:lnTo>
                <a:lnTo>
                  <a:pt x="472" y="126"/>
                </a:lnTo>
                <a:lnTo>
                  <a:pt x="470" y="127"/>
                </a:lnTo>
                <a:lnTo>
                  <a:pt x="469" y="128"/>
                </a:lnTo>
                <a:lnTo>
                  <a:pt x="468" y="129"/>
                </a:lnTo>
                <a:lnTo>
                  <a:pt x="468" y="130"/>
                </a:lnTo>
                <a:lnTo>
                  <a:pt x="467" y="130"/>
                </a:lnTo>
                <a:lnTo>
                  <a:pt x="466" y="131"/>
                </a:lnTo>
                <a:lnTo>
                  <a:pt x="464" y="131"/>
                </a:lnTo>
                <a:lnTo>
                  <a:pt x="463" y="131"/>
                </a:lnTo>
                <a:lnTo>
                  <a:pt x="462" y="131"/>
                </a:lnTo>
                <a:lnTo>
                  <a:pt x="461" y="130"/>
                </a:lnTo>
                <a:lnTo>
                  <a:pt x="461" y="131"/>
                </a:lnTo>
                <a:lnTo>
                  <a:pt x="460" y="131"/>
                </a:lnTo>
                <a:lnTo>
                  <a:pt x="459" y="131"/>
                </a:lnTo>
                <a:lnTo>
                  <a:pt x="459" y="132"/>
                </a:lnTo>
                <a:lnTo>
                  <a:pt x="459" y="133"/>
                </a:lnTo>
                <a:lnTo>
                  <a:pt x="459" y="134"/>
                </a:lnTo>
                <a:lnTo>
                  <a:pt x="459" y="135"/>
                </a:lnTo>
                <a:lnTo>
                  <a:pt x="459" y="136"/>
                </a:lnTo>
                <a:lnTo>
                  <a:pt x="458" y="136"/>
                </a:lnTo>
                <a:lnTo>
                  <a:pt x="458" y="137"/>
                </a:lnTo>
                <a:lnTo>
                  <a:pt x="458" y="138"/>
                </a:lnTo>
                <a:lnTo>
                  <a:pt x="458" y="139"/>
                </a:lnTo>
                <a:lnTo>
                  <a:pt x="458" y="140"/>
                </a:lnTo>
                <a:lnTo>
                  <a:pt x="457" y="140"/>
                </a:lnTo>
                <a:lnTo>
                  <a:pt x="457" y="141"/>
                </a:lnTo>
                <a:lnTo>
                  <a:pt x="456" y="140"/>
                </a:lnTo>
                <a:lnTo>
                  <a:pt x="455" y="140"/>
                </a:lnTo>
                <a:lnTo>
                  <a:pt x="455" y="141"/>
                </a:lnTo>
                <a:lnTo>
                  <a:pt x="454" y="141"/>
                </a:lnTo>
                <a:lnTo>
                  <a:pt x="454" y="142"/>
                </a:lnTo>
                <a:lnTo>
                  <a:pt x="453" y="142"/>
                </a:lnTo>
                <a:lnTo>
                  <a:pt x="453" y="143"/>
                </a:lnTo>
                <a:lnTo>
                  <a:pt x="453" y="146"/>
                </a:lnTo>
                <a:lnTo>
                  <a:pt x="453" y="147"/>
                </a:lnTo>
                <a:lnTo>
                  <a:pt x="454" y="148"/>
                </a:lnTo>
                <a:lnTo>
                  <a:pt x="454" y="149"/>
                </a:lnTo>
                <a:lnTo>
                  <a:pt x="454" y="150"/>
                </a:lnTo>
                <a:lnTo>
                  <a:pt x="453" y="151"/>
                </a:lnTo>
                <a:lnTo>
                  <a:pt x="452" y="152"/>
                </a:lnTo>
                <a:lnTo>
                  <a:pt x="452" y="153"/>
                </a:lnTo>
                <a:lnTo>
                  <a:pt x="452" y="154"/>
                </a:lnTo>
                <a:lnTo>
                  <a:pt x="453" y="154"/>
                </a:lnTo>
                <a:lnTo>
                  <a:pt x="453" y="155"/>
                </a:lnTo>
                <a:lnTo>
                  <a:pt x="453" y="156"/>
                </a:lnTo>
                <a:lnTo>
                  <a:pt x="453" y="157"/>
                </a:lnTo>
                <a:lnTo>
                  <a:pt x="452" y="158"/>
                </a:lnTo>
                <a:lnTo>
                  <a:pt x="452" y="159"/>
                </a:lnTo>
                <a:lnTo>
                  <a:pt x="453" y="160"/>
                </a:lnTo>
                <a:lnTo>
                  <a:pt x="453" y="161"/>
                </a:lnTo>
                <a:lnTo>
                  <a:pt x="454" y="161"/>
                </a:lnTo>
                <a:lnTo>
                  <a:pt x="454" y="162"/>
                </a:lnTo>
                <a:lnTo>
                  <a:pt x="455" y="162"/>
                </a:lnTo>
                <a:lnTo>
                  <a:pt x="455" y="163"/>
                </a:lnTo>
                <a:lnTo>
                  <a:pt x="454" y="164"/>
                </a:lnTo>
                <a:lnTo>
                  <a:pt x="454" y="165"/>
                </a:lnTo>
                <a:lnTo>
                  <a:pt x="454" y="166"/>
                </a:lnTo>
                <a:lnTo>
                  <a:pt x="454" y="167"/>
                </a:lnTo>
                <a:lnTo>
                  <a:pt x="455" y="167"/>
                </a:lnTo>
                <a:lnTo>
                  <a:pt x="456" y="167"/>
                </a:lnTo>
                <a:lnTo>
                  <a:pt x="457" y="168"/>
                </a:lnTo>
                <a:lnTo>
                  <a:pt x="458" y="168"/>
                </a:lnTo>
                <a:lnTo>
                  <a:pt x="459" y="169"/>
                </a:lnTo>
                <a:lnTo>
                  <a:pt x="460" y="169"/>
                </a:lnTo>
                <a:lnTo>
                  <a:pt x="461" y="170"/>
                </a:lnTo>
                <a:lnTo>
                  <a:pt x="461" y="171"/>
                </a:lnTo>
                <a:lnTo>
                  <a:pt x="462" y="173"/>
                </a:lnTo>
                <a:lnTo>
                  <a:pt x="463" y="174"/>
                </a:lnTo>
                <a:lnTo>
                  <a:pt x="464" y="175"/>
                </a:lnTo>
                <a:lnTo>
                  <a:pt x="465" y="178"/>
                </a:lnTo>
                <a:lnTo>
                  <a:pt x="466" y="179"/>
                </a:lnTo>
                <a:lnTo>
                  <a:pt x="467" y="182"/>
                </a:lnTo>
                <a:lnTo>
                  <a:pt x="468" y="182"/>
                </a:lnTo>
                <a:lnTo>
                  <a:pt x="467" y="183"/>
                </a:lnTo>
                <a:lnTo>
                  <a:pt x="468" y="183"/>
                </a:lnTo>
                <a:lnTo>
                  <a:pt x="468" y="184"/>
                </a:lnTo>
                <a:lnTo>
                  <a:pt x="469" y="184"/>
                </a:lnTo>
                <a:lnTo>
                  <a:pt x="470" y="184"/>
                </a:lnTo>
                <a:lnTo>
                  <a:pt x="472" y="185"/>
                </a:lnTo>
                <a:lnTo>
                  <a:pt x="474" y="186"/>
                </a:lnTo>
                <a:lnTo>
                  <a:pt x="475" y="187"/>
                </a:lnTo>
                <a:lnTo>
                  <a:pt x="476" y="187"/>
                </a:lnTo>
                <a:lnTo>
                  <a:pt x="476" y="188"/>
                </a:lnTo>
                <a:lnTo>
                  <a:pt x="475" y="188"/>
                </a:lnTo>
                <a:lnTo>
                  <a:pt x="475" y="189"/>
                </a:lnTo>
                <a:lnTo>
                  <a:pt x="473" y="189"/>
                </a:lnTo>
                <a:lnTo>
                  <a:pt x="473" y="190"/>
                </a:lnTo>
                <a:lnTo>
                  <a:pt x="472" y="190"/>
                </a:lnTo>
                <a:lnTo>
                  <a:pt x="471" y="190"/>
                </a:lnTo>
                <a:lnTo>
                  <a:pt x="470" y="191"/>
                </a:lnTo>
                <a:lnTo>
                  <a:pt x="471" y="192"/>
                </a:lnTo>
                <a:lnTo>
                  <a:pt x="471" y="193"/>
                </a:lnTo>
                <a:lnTo>
                  <a:pt x="472" y="193"/>
                </a:lnTo>
                <a:lnTo>
                  <a:pt x="473" y="193"/>
                </a:lnTo>
                <a:lnTo>
                  <a:pt x="473" y="194"/>
                </a:lnTo>
                <a:lnTo>
                  <a:pt x="474" y="194"/>
                </a:lnTo>
                <a:lnTo>
                  <a:pt x="475" y="194"/>
                </a:lnTo>
                <a:lnTo>
                  <a:pt x="476" y="194"/>
                </a:lnTo>
                <a:lnTo>
                  <a:pt x="477" y="194"/>
                </a:lnTo>
                <a:lnTo>
                  <a:pt x="477" y="195"/>
                </a:lnTo>
                <a:lnTo>
                  <a:pt x="478" y="196"/>
                </a:lnTo>
                <a:lnTo>
                  <a:pt x="479" y="196"/>
                </a:lnTo>
                <a:lnTo>
                  <a:pt x="479" y="197"/>
                </a:lnTo>
                <a:lnTo>
                  <a:pt x="479" y="198"/>
                </a:lnTo>
                <a:lnTo>
                  <a:pt x="478" y="198"/>
                </a:lnTo>
                <a:lnTo>
                  <a:pt x="477" y="198"/>
                </a:lnTo>
                <a:lnTo>
                  <a:pt x="476" y="198"/>
                </a:lnTo>
                <a:lnTo>
                  <a:pt x="476" y="199"/>
                </a:lnTo>
                <a:lnTo>
                  <a:pt x="476" y="200"/>
                </a:lnTo>
                <a:lnTo>
                  <a:pt x="477" y="200"/>
                </a:lnTo>
                <a:lnTo>
                  <a:pt x="477" y="201"/>
                </a:lnTo>
                <a:lnTo>
                  <a:pt x="477" y="203"/>
                </a:lnTo>
                <a:lnTo>
                  <a:pt x="477" y="204"/>
                </a:lnTo>
                <a:lnTo>
                  <a:pt x="477" y="205"/>
                </a:lnTo>
                <a:lnTo>
                  <a:pt x="478" y="205"/>
                </a:lnTo>
                <a:lnTo>
                  <a:pt x="478" y="206"/>
                </a:lnTo>
                <a:lnTo>
                  <a:pt x="479" y="206"/>
                </a:lnTo>
                <a:lnTo>
                  <a:pt x="479" y="207"/>
                </a:lnTo>
                <a:lnTo>
                  <a:pt x="478" y="208"/>
                </a:lnTo>
                <a:lnTo>
                  <a:pt x="478" y="209"/>
                </a:lnTo>
                <a:lnTo>
                  <a:pt x="477" y="209"/>
                </a:lnTo>
                <a:lnTo>
                  <a:pt x="477" y="210"/>
                </a:lnTo>
                <a:lnTo>
                  <a:pt x="477" y="211"/>
                </a:lnTo>
                <a:lnTo>
                  <a:pt x="476" y="212"/>
                </a:lnTo>
                <a:lnTo>
                  <a:pt x="476" y="213"/>
                </a:lnTo>
                <a:lnTo>
                  <a:pt x="475" y="213"/>
                </a:lnTo>
                <a:lnTo>
                  <a:pt x="475" y="215"/>
                </a:lnTo>
                <a:lnTo>
                  <a:pt x="476" y="215"/>
                </a:lnTo>
                <a:lnTo>
                  <a:pt x="476" y="216"/>
                </a:lnTo>
                <a:lnTo>
                  <a:pt x="475" y="218"/>
                </a:lnTo>
                <a:lnTo>
                  <a:pt x="474" y="218"/>
                </a:lnTo>
                <a:lnTo>
                  <a:pt x="473" y="218"/>
                </a:lnTo>
                <a:lnTo>
                  <a:pt x="472" y="219"/>
                </a:lnTo>
                <a:lnTo>
                  <a:pt x="470" y="219"/>
                </a:lnTo>
                <a:lnTo>
                  <a:pt x="469" y="219"/>
                </a:lnTo>
                <a:lnTo>
                  <a:pt x="468" y="219"/>
                </a:lnTo>
                <a:lnTo>
                  <a:pt x="467" y="219"/>
                </a:lnTo>
                <a:lnTo>
                  <a:pt x="466" y="219"/>
                </a:lnTo>
                <a:lnTo>
                  <a:pt x="465" y="220"/>
                </a:lnTo>
                <a:lnTo>
                  <a:pt x="465" y="221"/>
                </a:lnTo>
                <a:lnTo>
                  <a:pt x="464" y="223"/>
                </a:lnTo>
                <a:lnTo>
                  <a:pt x="464" y="224"/>
                </a:lnTo>
                <a:lnTo>
                  <a:pt x="464" y="226"/>
                </a:lnTo>
                <a:lnTo>
                  <a:pt x="465" y="227"/>
                </a:lnTo>
                <a:lnTo>
                  <a:pt x="465" y="228"/>
                </a:lnTo>
                <a:lnTo>
                  <a:pt x="466" y="228"/>
                </a:lnTo>
                <a:lnTo>
                  <a:pt x="469" y="228"/>
                </a:lnTo>
                <a:lnTo>
                  <a:pt x="470" y="228"/>
                </a:lnTo>
                <a:lnTo>
                  <a:pt x="470" y="229"/>
                </a:lnTo>
                <a:lnTo>
                  <a:pt x="470" y="230"/>
                </a:lnTo>
                <a:lnTo>
                  <a:pt x="470" y="231"/>
                </a:lnTo>
                <a:lnTo>
                  <a:pt x="469" y="231"/>
                </a:lnTo>
                <a:lnTo>
                  <a:pt x="469" y="232"/>
                </a:lnTo>
                <a:lnTo>
                  <a:pt x="468" y="232"/>
                </a:lnTo>
                <a:lnTo>
                  <a:pt x="468" y="233"/>
                </a:lnTo>
                <a:lnTo>
                  <a:pt x="469" y="233"/>
                </a:lnTo>
                <a:lnTo>
                  <a:pt x="469" y="234"/>
                </a:lnTo>
                <a:lnTo>
                  <a:pt x="469" y="235"/>
                </a:lnTo>
                <a:lnTo>
                  <a:pt x="468" y="235"/>
                </a:lnTo>
                <a:lnTo>
                  <a:pt x="467" y="235"/>
                </a:lnTo>
                <a:lnTo>
                  <a:pt x="466" y="236"/>
                </a:lnTo>
                <a:lnTo>
                  <a:pt x="466" y="237"/>
                </a:lnTo>
                <a:lnTo>
                  <a:pt x="466" y="238"/>
                </a:lnTo>
                <a:lnTo>
                  <a:pt x="465" y="239"/>
                </a:lnTo>
                <a:lnTo>
                  <a:pt x="465" y="240"/>
                </a:lnTo>
                <a:lnTo>
                  <a:pt x="464" y="240"/>
                </a:lnTo>
                <a:lnTo>
                  <a:pt x="463" y="242"/>
                </a:lnTo>
                <a:lnTo>
                  <a:pt x="462" y="242"/>
                </a:lnTo>
                <a:lnTo>
                  <a:pt x="462" y="243"/>
                </a:lnTo>
                <a:lnTo>
                  <a:pt x="461" y="244"/>
                </a:lnTo>
                <a:lnTo>
                  <a:pt x="461" y="245"/>
                </a:lnTo>
                <a:lnTo>
                  <a:pt x="460" y="245"/>
                </a:lnTo>
                <a:lnTo>
                  <a:pt x="460" y="246"/>
                </a:lnTo>
                <a:lnTo>
                  <a:pt x="459" y="247"/>
                </a:lnTo>
                <a:lnTo>
                  <a:pt x="458" y="247"/>
                </a:lnTo>
                <a:lnTo>
                  <a:pt x="458" y="248"/>
                </a:lnTo>
                <a:lnTo>
                  <a:pt x="457" y="249"/>
                </a:lnTo>
                <a:lnTo>
                  <a:pt x="456" y="249"/>
                </a:lnTo>
                <a:lnTo>
                  <a:pt x="456" y="250"/>
                </a:lnTo>
                <a:lnTo>
                  <a:pt x="455" y="250"/>
                </a:lnTo>
                <a:lnTo>
                  <a:pt x="455" y="252"/>
                </a:lnTo>
                <a:lnTo>
                  <a:pt x="455" y="253"/>
                </a:lnTo>
                <a:lnTo>
                  <a:pt x="455" y="254"/>
                </a:lnTo>
                <a:lnTo>
                  <a:pt x="454" y="254"/>
                </a:lnTo>
                <a:lnTo>
                  <a:pt x="453" y="255"/>
                </a:lnTo>
                <a:lnTo>
                  <a:pt x="452" y="255"/>
                </a:lnTo>
                <a:lnTo>
                  <a:pt x="452" y="256"/>
                </a:lnTo>
                <a:lnTo>
                  <a:pt x="451" y="256"/>
                </a:lnTo>
                <a:lnTo>
                  <a:pt x="450" y="258"/>
                </a:lnTo>
                <a:lnTo>
                  <a:pt x="449" y="259"/>
                </a:lnTo>
                <a:lnTo>
                  <a:pt x="448" y="260"/>
                </a:lnTo>
                <a:lnTo>
                  <a:pt x="447" y="260"/>
                </a:lnTo>
                <a:lnTo>
                  <a:pt x="446" y="260"/>
                </a:lnTo>
                <a:lnTo>
                  <a:pt x="445" y="260"/>
                </a:lnTo>
                <a:lnTo>
                  <a:pt x="445" y="261"/>
                </a:lnTo>
                <a:lnTo>
                  <a:pt x="445" y="262"/>
                </a:lnTo>
                <a:lnTo>
                  <a:pt x="446" y="262"/>
                </a:lnTo>
                <a:lnTo>
                  <a:pt x="447" y="262"/>
                </a:lnTo>
                <a:lnTo>
                  <a:pt x="448" y="262"/>
                </a:lnTo>
                <a:lnTo>
                  <a:pt x="448" y="263"/>
                </a:lnTo>
                <a:lnTo>
                  <a:pt x="447" y="263"/>
                </a:lnTo>
                <a:lnTo>
                  <a:pt x="447" y="264"/>
                </a:lnTo>
                <a:lnTo>
                  <a:pt x="446" y="264"/>
                </a:lnTo>
                <a:lnTo>
                  <a:pt x="446" y="263"/>
                </a:lnTo>
                <a:lnTo>
                  <a:pt x="445" y="263"/>
                </a:lnTo>
                <a:lnTo>
                  <a:pt x="444" y="262"/>
                </a:lnTo>
                <a:lnTo>
                  <a:pt x="443" y="262"/>
                </a:lnTo>
                <a:lnTo>
                  <a:pt x="442" y="262"/>
                </a:lnTo>
                <a:lnTo>
                  <a:pt x="441" y="262"/>
                </a:lnTo>
                <a:lnTo>
                  <a:pt x="441" y="263"/>
                </a:lnTo>
                <a:lnTo>
                  <a:pt x="441" y="264"/>
                </a:lnTo>
                <a:lnTo>
                  <a:pt x="442" y="264"/>
                </a:lnTo>
                <a:lnTo>
                  <a:pt x="443" y="265"/>
                </a:lnTo>
                <a:lnTo>
                  <a:pt x="444" y="265"/>
                </a:lnTo>
                <a:lnTo>
                  <a:pt x="444" y="266"/>
                </a:lnTo>
                <a:lnTo>
                  <a:pt x="445" y="266"/>
                </a:lnTo>
                <a:lnTo>
                  <a:pt x="445" y="267"/>
                </a:lnTo>
                <a:lnTo>
                  <a:pt x="445" y="268"/>
                </a:lnTo>
                <a:lnTo>
                  <a:pt x="445" y="269"/>
                </a:lnTo>
                <a:lnTo>
                  <a:pt x="445" y="271"/>
                </a:lnTo>
                <a:lnTo>
                  <a:pt x="444" y="272"/>
                </a:lnTo>
                <a:lnTo>
                  <a:pt x="444" y="274"/>
                </a:lnTo>
                <a:lnTo>
                  <a:pt x="444" y="275"/>
                </a:lnTo>
                <a:lnTo>
                  <a:pt x="444" y="276"/>
                </a:lnTo>
                <a:lnTo>
                  <a:pt x="443" y="276"/>
                </a:lnTo>
                <a:lnTo>
                  <a:pt x="442" y="276"/>
                </a:lnTo>
                <a:lnTo>
                  <a:pt x="441" y="276"/>
                </a:lnTo>
                <a:lnTo>
                  <a:pt x="441" y="277"/>
                </a:lnTo>
                <a:lnTo>
                  <a:pt x="442" y="278"/>
                </a:lnTo>
                <a:lnTo>
                  <a:pt x="444" y="278"/>
                </a:lnTo>
                <a:lnTo>
                  <a:pt x="445" y="278"/>
                </a:lnTo>
                <a:lnTo>
                  <a:pt x="445" y="279"/>
                </a:lnTo>
                <a:lnTo>
                  <a:pt x="445" y="280"/>
                </a:lnTo>
                <a:lnTo>
                  <a:pt x="445" y="281"/>
                </a:lnTo>
                <a:lnTo>
                  <a:pt x="444" y="282"/>
                </a:lnTo>
                <a:lnTo>
                  <a:pt x="445" y="282"/>
                </a:lnTo>
                <a:lnTo>
                  <a:pt x="445" y="283"/>
                </a:lnTo>
                <a:lnTo>
                  <a:pt x="445" y="284"/>
                </a:lnTo>
                <a:lnTo>
                  <a:pt x="445" y="285"/>
                </a:lnTo>
                <a:lnTo>
                  <a:pt x="444" y="287"/>
                </a:lnTo>
                <a:lnTo>
                  <a:pt x="443" y="287"/>
                </a:lnTo>
                <a:lnTo>
                  <a:pt x="442" y="287"/>
                </a:lnTo>
                <a:lnTo>
                  <a:pt x="442" y="288"/>
                </a:lnTo>
                <a:lnTo>
                  <a:pt x="443" y="288"/>
                </a:lnTo>
                <a:lnTo>
                  <a:pt x="444" y="288"/>
                </a:lnTo>
                <a:lnTo>
                  <a:pt x="445" y="289"/>
                </a:lnTo>
                <a:lnTo>
                  <a:pt x="446" y="289"/>
                </a:lnTo>
                <a:lnTo>
                  <a:pt x="446" y="290"/>
                </a:lnTo>
                <a:lnTo>
                  <a:pt x="446" y="291"/>
                </a:lnTo>
                <a:lnTo>
                  <a:pt x="445" y="291"/>
                </a:lnTo>
                <a:lnTo>
                  <a:pt x="445" y="292"/>
                </a:lnTo>
                <a:lnTo>
                  <a:pt x="445" y="293"/>
                </a:lnTo>
                <a:lnTo>
                  <a:pt x="446" y="292"/>
                </a:lnTo>
                <a:lnTo>
                  <a:pt x="446" y="291"/>
                </a:lnTo>
                <a:lnTo>
                  <a:pt x="447" y="291"/>
                </a:lnTo>
                <a:lnTo>
                  <a:pt x="448" y="291"/>
                </a:lnTo>
                <a:lnTo>
                  <a:pt x="448" y="292"/>
                </a:lnTo>
                <a:lnTo>
                  <a:pt x="448" y="293"/>
                </a:lnTo>
                <a:lnTo>
                  <a:pt x="447" y="293"/>
                </a:lnTo>
                <a:lnTo>
                  <a:pt x="447" y="294"/>
                </a:lnTo>
                <a:lnTo>
                  <a:pt x="446" y="294"/>
                </a:lnTo>
                <a:lnTo>
                  <a:pt x="446" y="295"/>
                </a:lnTo>
                <a:lnTo>
                  <a:pt x="447" y="296"/>
                </a:lnTo>
                <a:lnTo>
                  <a:pt x="447" y="297"/>
                </a:lnTo>
                <a:lnTo>
                  <a:pt x="446" y="297"/>
                </a:lnTo>
                <a:lnTo>
                  <a:pt x="445" y="297"/>
                </a:lnTo>
                <a:lnTo>
                  <a:pt x="445" y="296"/>
                </a:lnTo>
                <a:lnTo>
                  <a:pt x="444" y="295"/>
                </a:lnTo>
                <a:lnTo>
                  <a:pt x="443" y="295"/>
                </a:lnTo>
                <a:lnTo>
                  <a:pt x="443" y="296"/>
                </a:lnTo>
                <a:lnTo>
                  <a:pt x="442" y="296"/>
                </a:lnTo>
                <a:lnTo>
                  <a:pt x="442" y="297"/>
                </a:lnTo>
                <a:lnTo>
                  <a:pt x="443" y="297"/>
                </a:lnTo>
                <a:lnTo>
                  <a:pt x="443" y="298"/>
                </a:lnTo>
                <a:lnTo>
                  <a:pt x="444" y="298"/>
                </a:lnTo>
                <a:lnTo>
                  <a:pt x="445" y="298"/>
                </a:lnTo>
                <a:lnTo>
                  <a:pt x="445" y="299"/>
                </a:lnTo>
                <a:lnTo>
                  <a:pt x="446" y="299"/>
                </a:lnTo>
                <a:lnTo>
                  <a:pt x="446" y="300"/>
                </a:lnTo>
                <a:lnTo>
                  <a:pt x="446" y="301"/>
                </a:lnTo>
                <a:lnTo>
                  <a:pt x="447" y="302"/>
                </a:lnTo>
                <a:lnTo>
                  <a:pt x="447" y="303"/>
                </a:lnTo>
                <a:lnTo>
                  <a:pt x="448" y="303"/>
                </a:lnTo>
                <a:lnTo>
                  <a:pt x="449" y="305"/>
                </a:lnTo>
                <a:lnTo>
                  <a:pt x="450" y="306"/>
                </a:lnTo>
                <a:lnTo>
                  <a:pt x="451" y="306"/>
                </a:lnTo>
                <a:lnTo>
                  <a:pt x="451" y="307"/>
                </a:lnTo>
                <a:lnTo>
                  <a:pt x="452" y="307"/>
                </a:lnTo>
                <a:lnTo>
                  <a:pt x="452" y="308"/>
                </a:lnTo>
                <a:lnTo>
                  <a:pt x="452" y="309"/>
                </a:lnTo>
                <a:lnTo>
                  <a:pt x="451" y="309"/>
                </a:lnTo>
                <a:lnTo>
                  <a:pt x="451" y="310"/>
                </a:lnTo>
                <a:lnTo>
                  <a:pt x="451" y="311"/>
                </a:lnTo>
                <a:lnTo>
                  <a:pt x="452" y="311"/>
                </a:lnTo>
                <a:lnTo>
                  <a:pt x="452" y="312"/>
                </a:lnTo>
                <a:lnTo>
                  <a:pt x="452" y="313"/>
                </a:lnTo>
                <a:lnTo>
                  <a:pt x="452" y="314"/>
                </a:lnTo>
                <a:lnTo>
                  <a:pt x="452" y="315"/>
                </a:lnTo>
                <a:lnTo>
                  <a:pt x="453" y="315"/>
                </a:lnTo>
                <a:lnTo>
                  <a:pt x="453" y="317"/>
                </a:lnTo>
                <a:lnTo>
                  <a:pt x="452" y="317"/>
                </a:lnTo>
                <a:lnTo>
                  <a:pt x="452" y="318"/>
                </a:lnTo>
                <a:lnTo>
                  <a:pt x="451" y="318"/>
                </a:lnTo>
                <a:lnTo>
                  <a:pt x="451" y="319"/>
                </a:lnTo>
                <a:lnTo>
                  <a:pt x="450" y="320"/>
                </a:lnTo>
                <a:lnTo>
                  <a:pt x="450" y="321"/>
                </a:lnTo>
                <a:lnTo>
                  <a:pt x="450" y="322"/>
                </a:lnTo>
                <a:lnTo>
                  <a:pt x="451" y="322"/>
                </a:lnTo>
                <a:lnTo>
                  <a:pt x="451" y="323"/>
                </a:lnTo>
                <a:lnTo>
                  <a:pt x="451" y="324"/>
                </a:lnTo>
                <a:lnTo>
                  <a:pt x="452" y="324"/>
                </a:lnTo>
                <a:lnTo>
                  <a:pt x="451" y="324"/>
                </a:lnTo>
                <a:lnTo>
                  <a:pt x="451" y="325"/>
                </a:lnTo>
                <a:lnTo>
                  <a:pt x="451" y="326"/>
                </a:lnTo>
                <a:lnTo>
                  <a:pt x="451" y="327"/>
                </a:lnTo>
                <a:lnTo>
                  <a:pt x="450" y="327"/>
                </a:lnTo>
                <a:lnTo>
                  <a:pt x="450" y="328"/>
                </a:lnTo>
                <a:lnTo>
                  <a:pt x="450" y="329"/>
                </a:lnTo>
                <a:lnTo>
                  <a:pt x="449" y="329"/>
                </a:lnTo>
                <a:lnTo>
                  <a:pt x="450" y="330"/>
                </a:lnTo>
                <a:lnTo>
                  <a:pt x="449" y="331"/>
                </a:lnTo>
                <a:lnTo>
                  <a:pt x="449" y="332"/>
                </a:lnTo>
                <a:lnTo>
                  <a:pt x="449" y="333"/>
                </a:lnTo>
                <a:lnTo>
                  <a:pt x="449" y="334"/>
                </a:lnTo>
                <a:lnTo>
                  <a:pt x="450" y="334"/>
                </a:lnTo>
                <a:lnTo>
                  <a:pt x="450" y="335"/>
                </a:lnTo>
                <a:lnTo>
                  <a:pt x="450" y="336"/>
                </a:lnTo>
                <a:lnTo>
                  <a:pt x="449" y="336"/>
                </a:lnTo>
                <a:lnTo>
                  <a:pt x="449" y="337"/>
                </a:lnTo>
                <a:lnTo>
                  <a:pt x="450" y="337"/>
                </a:lnTo>
                <a:lnTo>
                  <a:pt x="450" y="338"/>
                </a:lnTo>
                <a:lnTo>
                  <a:pt x="450" y="339"/>
                </a:lnTo>
                <a:lnTo>
                  <a:pt x="450" y="340"/>
                </a:lnTo>
                <a:lnTo>
                  <a:pt x="450" y="341"/>
                </a:lnTo>
                <a:lnTo>
                  <a:pt x="450" y="342"/>
                </a:lnTo>
                <a:lnTo>
                  <a:pt x="449" y="342"/>
                </a:lnTo>
                <a:lnTo>
                  <a:pt x="449" y="343"/>
                </a:lnTo>
                <a:lnTo>
                  <a:pt x="448" y="343"/>
                </a:lnTo>
                <a:lnTo>
                  <a:pt x="448" y="344"/>
                </a:lnTo>
                <a:lnTo>
                  <a:pt x="448" y="345"/>
                </a:lnTo>
                <a:lnTo>
                  <a:pt x="449" y="346"/>
                </a:lnTo>
                <a:lnTo>
                  <a:pt x="449" y="347"/>
                </a:lnTo>
                <a:lnTo>
                  <a:pt x="448" y="347"/>
                </a:lnTo>
                <a:lnTo>
                  <a:pt x="448" y="348"/>
                </a:lnTo>
                <a:lnTo>
                  <a:pt x="448" y="349"/>
                </a:lnTo>
                <a:lnTo>
                  <a:pt x="447" y="349"/>
                </a:lnTo>
                <a:lnTo>
                  <a:pt x="447" y="350"/>
                </a:lnTo>
                <a:lnTo>
                  <a:pt x="448" y="350"/>
                </a:lnTo>
                <a:lnTo>
                  <a:pt x="448" y="351"/>
                </a:lnTo>
                <a:lnTo>
                  <a:pt x="448" y="353"/>
                </a:lnTo>
                <a:lnTo>
                  <a:pt x="448" y="354"/>
                </a:lnTo>
                <a:lnTo>
                  <a:pt x="448" y="355"/>
                </a:lnTo>
                <a:lnTo>
                  <a:pt x="449" y="355"/>
                </a:lnTo>
                <a:lnTo>
                  <a:pt x="449" y="356"/>
                </a:lnTo>
                <a:lnTo>
                  <a:pt x="450" y="357"/>
                </a:lnTo>
                <a:lnTo>
                  <a:pt x="450" y="358"/>
                </a:lnTo>
                <a:lnTo>
                  <a:pt x="449" y="358"/>
                </a:lnTo>
                <a:lnTo>
                  <a:pt x="449" y="359"/>
                </a:lnTo>
                <a:lnTo>
                  <a:pt x="450" y="359"/>
                </a:lnTo>
                <a:lnTo>
                  <a:pt x="450" y="360"/>
                </a:lnTo>
                <a:lnTo>
                  <a:pt x="450" y="361"/>
                </a:lnTo>
                <a:lnTo>
                  <a:pt x="451" y="361"/>
                </a:lnTo>
                <a:lnTo>
                  <a:pt x="451" y="362"/>
                </a:lnTo>
                <a:lnTo>
                  <a:pt x="452" y="363"/>
                </a:lnTo>
                <a:lnTo>
                  <a:pt x="452" y="364"/>
                </a:lnTo>
                <a:lnTo>
                  <a:pt x="452" y="365"/>
                </a:lnTo>
                <a:lnTo>
                  <a:pt x="452" y="366"/>
                </a:lnTo>
                <a:lnTo>
                  <a:pt x="452" y="367"/>
                </a:lnTo>
                <a:lnTo>
                  <a:pt x="451" y="367"/>
                </a:lnTo>
                <a:lnTo>
                  <a:pt x="452" y="367"/>
                </a:lnTo>
                <a:lnTo>
                  <a:pt x="452" y="368"/>
                </a:lnTo>
                <a:lnTo>
                  <a:pt x="453" y="368"/>
                </a:lnTo>
                <a:lnTo>
                  <a:pt x="453" y="369"/>
                </a:lnTo>
                <a:lnTo>
                  <a:pt x="454" y="369"/>
                </a:lnTo>
                <a:lnTo>
                  <a:pt x="454" y="370"/>
                </a:lnTo>
                <a:lnTo>
                  <a:pt x="454" y="371"/>
                </a:lnTo>
                <a:lnTo>
                  <a:pt x="453" y="371"/>
                </a:lnTo>
                <a:lnTo>
                  <a:pt x="453" y="372"/>
                </a:lnTo>
                <a:lnTo>
                  <a:pt x="453" y="373"/>
                </a:lnTo>
                <a:lnTo>
                  <a:pt x="453" y="374"/>
                </a:lnTo>
                <a:lnTo>
                  <a:pt x="454" y="374"/>
                </a:lnTo>
                <a:lnTo>
                  <a:pt x="454" y="375"/>
                </a:lnTo>
                <a:lnTo>
                  <a:pt x="454" y="376"/>
                </a:lnTo>
                <a:lnTo>
                  <a:pt x="454" y="377"/>
                </a:lnTo>
                <a:lnTo>
                  <a:pt x="454" y="378"/>
                </a:lnTo>
                <a:lnTo>
                  <a:pt x="453" y="378"/>
                </a:lnTo>
                <a:lnTo>
                  <a:pt x="453" y="379"/>
                </a:lnTo>
                <a:lnTo>
                  <a:pt x="454" y="379"/>
                </a:lnTo>
                <a:lnTo>
                  <a:pt x="455" y="379"/>
                </a:lnTo>
                <a:lnTo>
                  <a:pt x="456" y="379"/>
                </a:lnTo>
                <a:lnTo>
                  <a:pt x="457" y="379"/>
                </a:lnTo>
                <a:lnTo>
                  <a:pt x="457" y="381"/>
                </a:lnTo>
                <a:lnTo>
                  <a:pt x="457" y="382"/>
                </a:lnTo>
                <a:lnTo>
                  <a:pt x="457" y="383"/>
                </a:lnTo>
                <a:lnTo>
                  <a:pt x="457" y="384"/>
                </a:lnTo>
                <a:lnTo>
                  <a:pt x="458" y="385"/>
                </a:lnTo>
                <a:lnTo>
                  <a:pt x="459" y="387"/>
                </a:lnTo>
                <a:lnTo>
                  <a:pt x="458" y="388"/>
                </a:lnTo>
                <a:lnTo>
                  <a:pt x="458" y="389"/>
                </a:lnTo>
                <a:lnTo>
                  <a:pt x="459" y="389"/>
                </a:lnTo>
                <a:lnTo>
                  <a:pt x="459" y="390"/>
                </a:lnTo>
                <a:lnTo>
                  <a:pt x="459" y="391"/>
                </a:lnTo>
                <a:lnTo>
                  <a:pt x="459" y="392"/>
                </a:lnTo>
                <a:lnTo>
                  <a:pt x="459" y="393"/>
                </a:lnTo>
                <a:lnTo>
                  <a:pt x="459" y="395"/>
                </a:lnTo>
                <a:lnTo>
                  <a:pt x="459" y="396"/>
                </a:lnTo>
                <a:lnTo>
                  <a:pt x="459" y="397"/>
                </a:lnTo>
                <a:lnTo>
                  <a:pt x="460" y="398"/>
                </a:lnTo>
                <a:lnTo>
                  <a:pt x="460" y="399"/>
                </a:lnTo>
                <a:lnTo>
                  <a:pt x="461" y="399"/>
                </a:lnTo>
                <a:lnTo>
                  <a:pt x="461" y="400"/>
                </a:lnTo>
                <a:lnTo>
                  <a:pt x="460" y="400"/>
                </a:lnTo>
                <a:lnTo>
                  <a:pt x="460" y="401"/>
                </a:lnTo>
                <a:lnTo>
                  <a:pt x="461" y="401"/>
                </a:lnTo>
                <a:lnTo>
                  <a:pt x="462" y="401"/>
                </a:lnTo>
                <a:lnTo>
                  <a:pt x="462" y="402"/>
                </a:lnTo>
                <a:lnTo>
                  <a:pt x="462" y="403"/>
                </a:lnTo>
                <a:lnTo>
                  <a:pt x="463" y="403"/>
                </a:lnTo>
                <a:lnTo>
                  <a:pt x="463" y="405"/>
                </a:lnTo>
                <a:lnTo>
                  <a:pt x="462" y="406"/>
                </a:lnTo>
                <a:lnTo>
                  <a:pt x="462" y="407"/>
                </a:lnTo>
                <a:lnTo>
                  <a:pt x="462" y="408"/>
                </a:lnTo>
                <a:lnTo>
                  <a:pt x="462" y="409"/>
                </a:lnTo>
                <a:lnTo>
                  <a:pt x="462" y="410"/>
                </a:lnTo>
                <a:lnTo>
                  <a:pt x="461" y="411"/>
                </a:lnTo>
                <a:lnTo>
                  <a:pt x="460" y="411"/>
                </a:lnTo>
                <a:lnTo>
                  <a:pt x="460" y="412"/>
                </a:lnTo>
                <a:lnTo>
                  <a:pt x="459" y="412"/>
                </a:lnTo>
                <a:lnTo>
                  <a:pt x="459" y="413"/>
                </a:lnTo>
                <a:lnTo>
                  <a:pt x="458" y="414"/>
                </a:lnTo>
                <a:lnTo>
                  <a:pt x="458" y="415"/>
                </a:lnTo>
                <a:lnTo>
                  <a:pt x="457" y="416"/>
                </a:lnTo>
                <a:lnTo>
                  <a:pt x="457" y="417"/>
                </a:lnTo>
                <a:lnTo>
                  <a:pt x="457" y="418"/>
                </a:lnTo>
                <a:lnTo>
                  <a:pt x="457" y="419"/>
                </a:lnTo>
                <a:lnTo>
                  <a:pt x="456" y="419"/>
                </a:lnTo>
                <a:lnTo>
                  <a:pt x="456" y="420"/>
                </a:lnTo>
                <a:lnTo>
                  <a:pt x="456" y="421"/>
                </a:lnTo>
                <a:lnTo>
                  <a:pt x="455" y="421"/>
                </a:lnTo>
                <a:lnTo>
                  <a:pt x="455" y="422"/>
                </a:lnTo>
                <a:lnTo>
                  <a:pt x="454" y="423"/>
                </a:lnTo>
                <a:lnTo>
                  <a:pt x="453" y="424"/>
                </a:lnTo>
                <a:lnTo>
                  <a:pt x="452" y="424"/>
                </a:lnTo>
                <a:lnTo>
                  <a:pt x="451" y="424"/>
                </a:lnTo>
                <a:lnTo>
                  <a:pt x="451" y="425"/>
                </a:lnTo>
                <a:lnTo>
                  <a:pt x="450" y="426"/>
                </a:lnTo>
                <a:lnTo>
                  <a:pt x="450" y="427"/>
                </a:lnTo>
                <a:lnTo>
                  <a:pt x="449" y="428"/>
                </a:lnTo>
                <a:lnTo>
                  <a:pt x="448" y="428"/>
                </a:lnTo>
                <a:lnTo>
                  <a:pt x="448" y="429"/>
                </a:lnTo>
                <a:lnTo>
                  <a:pt x="447" y="429"/>
                </a:lnTo>
                <a:lnTo>
                  <a:pt x="447" y="430"/>
                </a:lnTo>
                <a:lnTo>
                  <a:pt x="447" y="431"/>
                </a:lnTo>
                <a:lnTo>
                  <a:pt x="446" y="432"/>
                </a:lnTo>
                <a:lnTo>
                  <a:pt x="445" y="433"/>
                </a:lnTo>
                <a:lnTo>
                  <a:pt x="445" y="434"/>
                </a:lnTo>
                <a:lnTo>
                  <a:pt x="445" y="435"/>
                </a:lnTo>
                <a:lnTo>
                  <a:pt x="445" y="436"/>
                </a:lnTo>
                <a:lnTo>
                  <a:pt x="444" y="436"/>
                </a:lnTo>
                <a:lnTo>
                  <a:pt x="444" y="437"/>
                </a:lnTo>
                <a:lnTo>
                  <a:pt x="445" y="437"/>
                </a:lnTo>
                <a:lnTo>
                  <a:pt x="444" y="437"/>
                </a:lnTo>
                <a:lnTo>
                  <a:pt x="444" y="438"/>
                </a:lnTo>
                <a:lnTo>
                  <a:pt x="444" y="439"/>
                </a:lnTo>
                <a:lnTo>
                  <a:pt x="443" y="440"/>
                </a:lnTo>
                <a:lnTo>
                  <a:pt x="442" y="440"/>
                </a:lnTo>
                <a:lnTo>
                  <a:pt x="442" y="441"/>
                </a:lnTo>
                <a:lnTo>
                  <a:pt x="441" y="442"/>
                </a:lnTo>
                <a:lnTo>
                  <a:pt x="441" y="443"/>
                </a:lnTo>
                <a:lnTo>
                  <a:pt x="441" y="444"/>
                </a:lnTo>
                <a:lnTo>
                  <a:pt x="441" y="445"/>
                </a:lnTo>
                <a:lnTo>
                  <a:pt x="441" y="446"/>
                </a:lnTo>
                <a:lnTo>
                  <a:pt x="440" y="447"/>
                </a:lnTo>
                <a:lnTo>
                  <a:pt x="440" y="448"/>
                </a:lnTo>
                <a:lnTo>
                  <a:pt x="440" y="449"/>
                </a:lnTo>
                <a:lnTo>
                  <a:pt x="440" y="451"/>
                </a:lnTo>
                <a:lnTo>
                  <a:pt x="440" y="452"/>
                </a:lnTo>
                <a:lnTo>
                  <a:pt x="440" y="453"/>
                </a:lnTo>
                <a:lnTo>
                  <a:pt x="440" y="454"/>
                </a:lnTo>
                <a:lnTo>
                  <a:pt x="441" y="454"/>
                </a:lnTo>
                <a:lnTo>
                  <a:pt x="441" y="455"/>
                </a:lnTo>
                <a:lnTo>
                  <a:pt x="441" y="456"/>
                </a:lnTo>
                <a:lnTo>
                  <a:pt x="440" y="457"/>
                </a:lnTo>
                <a:lnTo>
                  <a:pt x="440" y="458"/>
                </a:lnTo>
                <a:lnTo>
                  <a:pt x="439" y="459"/>
                </a:lnTo>
                <a:lnTo>
                  <a:pt x="438" y="460"/>
                </a:lnTo>
                <a:lnTo>
                  <a:pt x="437" y="460"/>
                </a:lnTo>
                <a:lnTo>
                  <a:pt x="437" y="461"/>
                </a:lnTo>
                <a:lnTo>
                  <a:pt x="438" y="462"/>
                </a:lnTo>
                <a:lnTo>
                  <a:pt x="438" y="463"/>
                </a:lnTo>
                <a:lnTo>
                  <a:pt x="438" y="464"/>
                </a:lnTo>
                <a:lnTo>
                  <a:pt x="437" y="464"/>
                </a:lnTo>
                <a:lnTo>
                  <a:pt x="437" y="465"/>
                </a:lnTo>
                <a:lnTo>
                  <a:pt x="437" y="466"/>
                </a:lnTo>
                <a:lnTo>
                  <a:pt x="436" y="466"/>
                </a:lnTo>
                <a:lnTo>
                  <a:pt x="435" y="466"/>
                </a:lnTo>
                <a:lnTo>
                  <a:pt x="435" y="467"/>
                </a:lnTo>
                <a:lnTo>
                  <a:pt x="435" y="468"/>
                </a:lnTo>
                <a:lnTo>
                  <a:pt x="435" y="469"/>
                </a:lnTo>
                <a:lnTo>
                  <a:pt x="434" y="469"/>
                </a:lnTo>
                <a:lnTo>
                  <a:pt x="434" y="470"/>
                </a:lnTo>
                <a:lnTo>
                  <a:pt x="433" y="470"/>
                </a:lnTo>
                <a:lnTo>
                  <a:pt x="432" y="471"/>
                </a:lnTo>
                <a:lnTo>
                  <a:pt x="432" y="472"/>
                </a:lnTo>
                <a:lnTo>
                  <a:pt x="432" y="473"/>
                </a:lnTo>
                <a:lnTo>
                  <a:pt x="431" y="473"/>
                </a:lnTo>
                <a:lnTo>
                  <a:pt x="430" y="474"/>
                </a:lnTo>
                <a:lnTo>
                  <a:pt x="429" y="474"/>
                </a:lnTo>
                <a:lnTo>
                  <a:pt x="429" y="475"/>
                </a:lnTo>
                <a:lnTo>
                  <a:pt x="429" y="476"/>
                </a:lnTo>
                <a:lnTo>
                  <a:pt x="429" y="477"/>
                </a:lnTo>
                <a:lnTo>
                  <a:pt x="428" y="477"/>
                </a:lnTo>
                <a:lnTo>
                  <a:pt x="428" y="479"/>
                </a:lnTo>
                <a:lnTo>
                  <a:pt x="429" y="479"/>
                </a:lnTo>
                <a:lnTo>
                  <a:pt x="429" y="480"/>
                </a:lnTo>
                <a:lnTo>
                  <a:pt x="429" y="481"/>
                </a:lnTo>
                <a:lnTo>
                  <a:pt x="429" y="482"/>
                </a:lnTo>
                <a:lnTo>
                  <a:pt x="429" y="483"/>
                </a:lnTo>
                <a:lnTo>
                  <a:pt x="429" y="485"/>
                </a:lnTo>
                <a:lnTo>
                  <a:pt x="430" y="486"/>
                </a:lnTo>
                <a:lnTo>
                  <a:pt x="430" y="487"/>
                </a:lnTo>
                <a:lnTo>
                  <a:pt x="430" y="488"/>
                </a:lnTo>
                <a:lnTo>
                  <a:pt x="430" y="489"/>
                </a:lnTo>
                <a:lnTo>
                  <a:pt x="430" y="490"/>
                </a:lnTo>
                <a:lnTo>
                  <a:pt x="430" y="491"/>
                </a:lnTo>
                <a:lnTo>
                  <a:pt x="430" y="492"/>
                </a:lnTo>
                <a:lnTo>
                  <a:pt x="430" y="496"/>
                </a:lnTo>
                <a:lnTo>
                  <a:pt x="430" y="497"/>
                </a:lnTo>
                <a:lnTo>
                  <a:pt x="430" y="498"/>
                </a:lnTo>
                <a:lnTo>
                  <a:pt x="430" y="499"/>
                </a:lnTo>
                <a:lnTo>
                  <a:pt x="430" y="500"/>
                </a:lnTo>
                <a:lnTo>
                  <a:pt x="429" y="500"/>
                </a:lnTo>
                <a:lnTo>
                  <a:pt x="429" y="501"/>
                </a:lnTo>
                <a:lnTo>
                  <a:pt x="429" y="503"/>
                </a:lnTo>
                <a:lnTo>
                  <a:pt x="429" y="504"/>
                </a:lnTo>
                <a:lnTo>
                  <a:pt x="429" y="505"/>
                </a:lnTo>
                <a:lnTo>
                  <a:pt x="430" y="505"/>
                </a:lnTo>
                <a:lnTo>
                  <a:pt x="430" y="506"/>
                </a:lnTo>
                <a:lnTo>
                  <a:pt x="430" y="507"/>
                </a:lnTo>
                <a:lnTo>
                  <a:pt x="431" y="507"/>
                </a:lnTo>
                <a:lnTo>
                  <a:pt x="432" y="508"/>
                </a:lnTo>
                <a:lnTo>
                  <a:pt x="433" y="508"/>
                </a:lnTo>
                <a:lnTo>
                  <a:pt x="434" y="508"/>
                </a:lnTo>
                <a:lnTo>
                  <a:pt x="434" y="509"/>
                </a:lnTo>
                <a:lnTo>
                  <a:pt x="436" y="509"/>
                </a:lnTo>
                <a:lnTo>
                  <a:pt x="440" y="509"/>
                </a:lnTo>
                <a:lnTo>
                  <a:pt x="441" y="510"/>
                </a:lnTo>
                <a:lnTo>
                  <a:pt x="440" y="511"/>
                </a:lnTo>
                <a:lnTo>
                  <a:pt x="441" y="511"/>
                </a:lnTo>
                <a:lnTo>
                  <a:pt x="441" y="512"/>
                </a:lnTo>
                <a:lnTo>
                  <a:pt x="440" y="512"/>
                </a:lnTo>
                <a:lnTo>
                  <a:pt x="440" y="513"/>
                </a:lnTo>
                <a:lnTo>
                  <a:pt x="441" y="513"/>
                </a:lnTo>
                <a:lnTo>
                  <a:pt x="443" y="513"/>
                </a:lnTo>
                <a:lnTo>
                  <a:pt x="444" y="514"/>
                </a:lnTo>
                <a:lnTo>
                  <a:pt x="443" y="514"/>
                </a:lnTo>
                <a:lnTo>
                  <a:pt x="442" y="514"/>
                </a:lnTo>
                <a:lnTo>
                  <a:pt x="441" y="515"/>
                </a:lnTo>
                <a:lnTo>
                  <a:pt x="440" y="516"/>
                </a:lnTo>
                <a:lnTo>
                  <a:pt x="440" y="517"/>
                </a:lnTo>
                <a:lnTo>
                  <a:pt x="440" y="518"/>
                </a:lnTo>
                <a:lnTo>
                  <a:pt x="440" y="519"/>
                </a:lnTo>
                <a:lnTo>
                  <a:pt x="440" y="520"/>
                </a:lnTo>
                <a:lnTo>
                  <a:pt x="441" y="520"/>
                </a:lnTo>
                <a:lnTo>
                  <a:pt x="441" y="521"/>
                </a:lnTo>
                <a:lnTo>
                  <a:pt x="441" y="522"/>
                </a:lnTo>
                <a:lnTo>
                  <a:pt x="442" y="523"/>
                </a:lnTo>
                <a:lnTo>
                  <a:pt x="443" y="523"/>
                </a:lnTo>
                <a:lnTo>
                  <a:pt x="443" y="524"/>
                </a:lnTo>
                <a:lnTo>
                  <a:pt x="443" y="525"/>
                </a:lnTo>
                <a:lnTo>
                  <a:pt x="443" y="526"/>
                </a:lnTo>
                <a:lnTo>
                  <a:pt x="444" y="526"/>
                </a:lnTo>
                <a:lnTo>
                  <a:pt x="444" y="527"/>
                </a:lnTo>
                <a:lnTo>
                  <a:pt x="444" y="528"/>
                </a:lnTo>
                <a:lnTo>
                  <a:pt x="445" y="528"/>
                </a:lnTo>
                <a:lnTo>
                  <a:pt x="445" y="529"/>
                </a:lnTo>
                <a:lnTo>
                  <a:pt x="446" y="529"/>
                </a:lnTo>
                <a:lnTo>
                  <a:pt x="447" y="529"/>
                </a:lnTo>
                <a:lnTo>
                  <a:pt x="447" y="530"/>
                </a:lnTo>
                <a:lnTo>
                  <a:pt x="448" y="530"/>
                </a:lnTo>
                <a:lnTo>
                  <a:pt x="449" y="530"/>
                </a:lnTo>
                <a:lnTo>
                  <a:pt x="449" y="529"/>
                </a:lnTo>
                <a:lnTo>
                  <a:pt x="450" y="529"/>
                </a:lnTo>
                <a:lnTo>
                  <a:pt x="450" y="530"/>
                </a:lnTo>
                <a:lnTo>
                  <a:pt x="450" y="531"/>
                </a:lnTo>
                <a:lnTo>
                  <a:pt x="450" y="532"/>
                </a:lnTo>
                <a:lnTo>
                  <a:pt x="451" y="532"/>
                </a:lnTo>
                <a:lnTo>
                  <a:pt x="451" y="533"/>
                </a:lnTo>
                <a:lnTo>
                  <a:pt x="451" y="534"/>
                </a:lnTo>
                <a:lnTo>
                  <a:pt x="451" y="535"/>
                </a:lnTo>
                <a:lnTo>
                  <a:pt x="452" y="535"/>
                </a:lnTo>
                <a:lnTo>
                  <a:pt x="453" y="536"/>
                </a:lnTo>
                <a:lnTo>
                  <a:pt x="453" y="537"/>
                </a:lnTo>
                <a:lnTo>
                  <a:pt x="452" y="538"/>
                </a:lnTo>
                <a:lnTo>
                  <a:pt x="451" y="538"/>
                </a:lnTo>
                <a:lnTo>
                  <a:pt x="450" y="538"/>
                </a:lnTo>
                <a:lnTo>
                  <a:pt x="450" y="539"/>
                </a:lnTo>
                <a:lnTo>
                  <a:pt x="449" y="540"/>
                </a:lnTo>
                <a:lnTo>
                  <a:pt x="448" y="540"/>
                </a:lnTo>
                <a:lnTo>
                  <a:pt x="448" y="541"/>
                </a:lnTo>
                <a:lnTo>
                  <a:pt x="447" y="541"/>
                </a:lnTo>
                <a:lnTo>
                  <a:pt x="446" y="541"/>
                </a:lnTo>
                <a:lnTo>
                  <a:pt x="446" y="542"/>
                </a:lnTo>
                <a:lnTo>
                  <a:pt x="446" y="543"/>
                </a:lnTo>
                <a:lnTo>
                  <a:pt x="447" y="545"/>
                </a:lnTo>
                <a:lnTo>
                  <a:pt x="447" y="546"/>
                </a:lnTo>
                <a:lnTo>
                  <a:pt x="448" y="546"/>
                </a:lnTo>
                <a:lnTo>
                  <a:pt x="449" y="547"/>
                </a:lnTo>
                <a:lnTo>
                  <a:pt x="450" y="547"/>
                </a:lnTo>
                <a:lnTo>
                  <a:pt x="451" y="547"/>
                </a:lnTo>
                <a:lnTo>
                  <a:pt x="452" y="548"/>
                </a:lnTo>
                <a:lnTo>
                  <a:pt x="453" y="548"/>
                </a:lnTo>
                <a:lnTo>
                  <a:pt x="453" y="549"/>
                </a:lnTo>
                <a:lnTo>
                  <a:pt x="454" y="549"/>
                </a:lnTo>
                <a:lnTo>
                  <a:pt x="454" y="548"/>
                </a:lnTo>
                <a:lnTo>
                  <a:pt x="454" y="549"/>
                </a:lnTo>
                <a:lnTo>
                  <a:pt x="455" y="549"/>
                </a:lnTo>
                <a:lnTo>
                  <a:pt x="456" y="549"/>
                </a:lnTo>
                <a:lnTo>
                  <a:pt x="457" y="549"/>
                </a:lnTo>
                <a:lnTo>
                  <a:pt x="457" y="550"/>
                </a:lnTo>
                <a:lnTo>
                  <a:pt x="457" y="551"/>
                </a:lnTo>
                <a:lnTo>
                  <a:pt x="458" y="551"/>
                </a:lnTo>
                <a:lnTo>
                  <a:pt x="459" y="551"/>
                </a:lnTo>
                <a:lnTo>
                  <a:pt x="460" y="552"/>
                </a:lnTo>
                <a:lnTo>
                  <a:pt x="461" y="552"/>
                </a:lnTo>
                <a:lnTo>
                  <a:pt x="460" y="552"/>
                </a:lnTo>
                <a:lnTo>
                  <a:pt x="460" y="553"/>
                </a:lnTo>
                <a:lnTo>
                  <a:pt x="461" y="553"/>
                </a:lnTo>
                <a:lnTo>
                  <a:pt x="462" y="553"/>
                </a:lnTo>
                <a:lnTo>
                  <a:pt x="463" y="553"/>
                </a:lnTo>
                <a:lnTo>
                  <a:pt x="464" y="554"/>
                </a:lnTo>
                <a:lnTo>
                  <a:pt x="465" y="554"/>
                </a:lnTo>
                <a:lnTo>
                  <a:pt x="465" y="555"/>
                </a:lnTo>
                <a:lnTo>
                  <a:pt x="464" y="557"/>
                </a:lnTo>
                <a:lnTo>
                  <a:pt x="464" y="558"/>
                </a:lnTo>
                <a:lnTo>
                  <a:pt x="463" y="558"/>
                </a:lnTo>
                <a:lnTo>
                  <a:pt x="463" y="559"/>
                </a:lnTo>
                <a:lnTo>
                  <a:pt x="462" y="559"/>
                </a:lnTo>
                <a:lnTo>
                  <a:pt x="462" y="560"/>
                </a:lnTo>
                <a:lnTo>
                  <a:pt x="461" y="560"/>
                </a:lnTo>
                <a:lnTo>
                  <a:pt x="460" y="561"/>
                </a:lnTo>
                <a:lnTo>
                  <a:pt x="461" y="561"/>
                </a:lnTo>
                <a:lnTo>
                  <a:pt x="461" y="562"/>
                </a:lnTo>
                <a:lnTo>
                  <a:pt x="461" y="564"/>
                </a:lnTo>
                <a:lnTo>
                  <a:pt x="461" y="565"/>
                </a:lnTo>
                <a:lnTo>
                  <a:pt x="460" y="565"/>
                </a:lnTo>
                <a:lnTo>
                  <a:pt x="460" y="566"/>
                </a:lnTo>
                <a:lnTo>
                  <a:pt x="461" y="566"/>
                </a:lnTo>
                <a:lnTo>
                  <a:pt x="460" y="567"/>
                </a:lnTo>
                <a:lnTo>
                  <a:pt x="460" y="568"/>
                </a:lnTo>
                <a:lnTo>
                  <a:pt x="460" y="569"/>
                </a:lnTo>
                <a:lnTo>
                  <a:pt x="460" y="568"/>
                </a:lnTo>
                <a:lnTo>
                  <a:pt x="461" y="568"/>
                </a:lnTo>
                <a:lnTo>
                  <a:pt x="461" y="569"/>
                </a:lnTo>
                <a:lnTo>
                  <a:pt x="462" y="569"/>
                </a:lnTo>
                <a:lnTo>
                  <a:pt x="462" y="568"/>
                </a:lnTo>
                <a:lnTo>
                  <a:pt x="463" y="568"/>
                </a:lnTo>
                <a:lnTo>
                  <a:pt x="462" y="568"/>
                </a:lnTo>
                <a:lnTo>
                  <a:pt x="463" y="567"/>
                </a:lnTo>
                <a:lnTo>
                  <a:pt x="464" y="567"/>
                </a:lnTo>
                <a:lnTo>
                  <a:pt x="464" y="568"/>
                </a:lnTo>
                <a:lnTo>
                  <a:pt x="464" y="569"/>
                </a:lnTo>
                <a:lnTo>
                  <a:pt x="465" y="569"/>
                </a:lnTo>
                <a:lnTo>
                  <a:pt x="465" y="570"/>
                </a:lnTo>
                <a:lnTo>
                  <a:pt x="465" y="571"/>
                </a:lnTo>
                <a:lnTo>
                  <a:pt x="466" y="571"/>
                </a:lnTo>
                <a:lnTo>
                  <a:pt x="466" y="572"/>
                </a:lnTo>
                <a:lnTo>
                  <a:pt x="466" y="573"/>
                </a:lnTo>
                <a:lnTo>
                  <a:pt x="466" y="574"/>
                </a:lnTo>
                <a:lnTo>
                  <a:pt x="467" y="574"/>
                </a:lnTo>
                <a:lnTo>
                  <a:pt x="468" y="575"/>
                </a:lnTo>
                <a:lnTo>
                  <a:pt x="468" y="576"/>
                </a:lnTo>
                <a:lnTo>
                  <a:pt x="468" y="577"/>
                </a:lnTo>
                <a:lnTo>
                  <a:pt x="467" y="577"/>
                </a:lnTo>
                <a:lnTo>
                  <a:pt x="466" y="577"/>
                </a:lnTo>
                <a:lnTo>
                  <a:pt x="465" y="577"/>
                </a:lnTo>
                <a:lnTo>
                  <a:pt x="465" y="578"/>
                </a:lnTo>
                <a:lnTo>
                  <a:pt x="464" y="579"/>
                </a:lnTo>
                <a:lnTo>
                  <a:pt x="464" y="578"/>
                </a:lnTo>
                <a:lnTo>
                  <a:pt x="463" y="579"/>
                </a:lnTo>
                <a:lnTo>
                  <a:pt x="464" y="580"/>
                </a:lnTo>
                <a:lnTo>
                  <a:pt x="463" y="580"/>
                </a:lnTo>
                <a:lnTo>
                  <a:pt x="462" y="580"/>
                </a:lnTo>
                <a:lnTo>
                  <a:pt x="462" y="581"/>
                </a:lnTo>
                <a:lnTo>
                  <a:pt x="461" y="581"/>
                </a:lnTo>
                <a:lnTo>
                  <a:pt x="460" y="581"/>
                </a:lnTo>
                <a:lnTo>
                  <a:pt x="460" y="582"/>
                </a:lnTo>
                <a:lnTo>
                  <a:pt x="460" y="583"/>
                </a:lnTo>
                <a:lnTo>
                  <a:pt x="461" y="583"/>
                </a:lnTo>
                <a:lnTo>
                  <a:pt x="461" y="584"/>
                </a:lnTo>
                <a:lnTo>
                  <a:pt x="462" y="584"/>
                </a:lnTo>
                <a:lnTo>
                  <a:pt x="462" y="585"/>
                </a:lnTo>
                <a:lnTo>
                  <a:pt x="462" y="586"/>
                </a:lnTo>
                <a:lnTo>
                  <a:pt x="463" y="586"/>
                </a:lnTo>
                <a:lnTo>
                  <a:pt x="464" y="587"/>
                </a:lnTo>
                <a:lnTo>
                  <a:pt x="465" y="587"/>
                </a:lnTo>
                <a:lnTo>
                  <a:pt x="466" y="586"/>
                </a:lnTo>
                <a:lnTo>
                  <a:pt x="467" y="586"/>
                </a:lnTo>
                <a:lnTo>
                  <a:pt x="468" y="587"/>
                </a:lnTo>
                <a:lnTo>
                  <a:pt x="469" y="587"/>
                </a:lnTo>
                <a:lnTo>
                  <a:pt x="470" y="588"/>
                </a:lnTo>
                <a:lnTo>
                  <a:pt x="471" y="588"/>
                </a:lnTo>
                <a:lnTo>
                  <a:pt x="472" y="589"/>
                </a:lnTo>
                <a:lnTo>
                  <a:pt x="472" y="590"/>
                </a:lnTo>
                <a:lnTo>
                  <a:pt x="473" y="590"/>
                </a:lnTo>
                <a:lnTo>
                  <a:pt x="473" y="591"/>
                </a:lnTo>
                <a:lnTo>
                  <a:pt x="474" y="591"/>
                </a:lnTo>
                <a:lnTo>
                  <a:pt x="474" y="592"/>
                </a:lnTo>
                <a:lnTo>
                  <a:pt x="475" y="592"/>
                </a:lnTo>
                <a:lnTo>
                  <a:pt x="476" y="592"/>
                </a:lnTo>
                <a:lnTo>
                  <a:pt x="477" y="592"/>
                </a:lnTo>
                <a:lnTo>
                  <a:pt x="478" y="592"/>
                </a:lnTo>
                <a:lnTo>
                  <a:pt x="478" y="593"/>
                </a:lnTo>
                <a:lnTo>
                  <a:pt x="478" y="594"/>
                </a:lnTo>
                <a:lnTo>
                  <a:pt x="479" y="594"/>
                </a:lnTo>
                <a:lnTo>
                  <a:pt x="479" y="595"/>
                </a:lnTo>
                <a:lnTo>
                  <a:pt x="480" y="595"/>
                </a:lnTo>
                <a:lnTo>
                  <a:pt x="480" y="596"/>
                </a:lnTo>
                <a:lnTo>
                  <a:pt x="481" y="596"/>
                </a:lnTo>
                <a:lnTo>
                  <a:pt x="481" y="598"/>
                </a:lnTo>
                <a:lnTo>
                  <a:pt x="481" y="599"/>
                </a:lnTo>
                <a:lnTo>
                  <a:pt x="482" y="600"/>
                </a:lnTo>
                <a:lnTo>
                  <a:pt x="482" y="601"/>
                </a:lnTo>
                <a:lnTo>
                  <a:pt x="481" y="602"/>
                </a:lnTo>
                <a:lnTo>
                  <a:pt x="481" y="603"/>
                </a:lnTo>
                <a:lnTo>
                  <a:pt x="482" y="604"/>
                </a:lnTo>
                <a:lnTo>
                  <a:pt x="482" y="605"/>
                </a:lnTo>
                <a:lnTo>
                  <a:pt x="483" y="605"/>
                </a:lnTo>
                <a:lnTo>
                  <a:pt x="483" y="606"/>
                </a:lnTo>
                <a:lnTo>
                  <a:pt x="484" y="606"/>
                </a:lnTo>
                <a:lnTo>
                  <a:pt x="485" y="606"/>
                </a:lnTo>
                <a:lnTo>
                  <a:pt x="485" y="607"/>
                </a:lnTo>
                <a:lnTo>
                  <a:pt x="486" y="608"/>
                </a:lnTo>
                <a:lnTo>
                  <a:pt x="486" y="609"/>
                </a:lnTo>
                <a:lnTo>
                  <a:pt x="487" y="609"/>
                </a:lnTo>
                <a:lnTo>
                  <a:pt x="488" y="608"/>
                </a:lnTo>
                <a:lnTo>
                  <a:pt x="488" y="609"/>
                </a:lnTo>
                <a:lnTo>
                  <a:pt x="489" y="609"/>
                </a:lnTo>
                <a:lnTo>
                  <a:pt x="490" y="609"/>
                </a:lnTo>
                <a:lnTo>
                  <a:pt x="491" y="609"/>
                </a:lnTo>
                <a:lnTo>
                  <a:pt x="492" y="610"/>
                </a:lnTo>
                <a:lnTo>
                  <a:pt x="492" y="611"/>
                </a:lnTo>
                <a:lnTo>
                  <a:pt x="493" y="611"/>
                </a:lnTo>
                <a:lnTo>
                  <a:pt x="494" y="611"/>
                </a:lnTo>
                <a:lnTo>
                  <a:pt x="495" y="611"/>
                </a:lnTo>
                <a:lnTo>
                  <a:pt x="495" y="612"/>
                </a:lnTo>
                <a:lnTo>
                  <a:pt x="496" y="612"/>
                </a:lnTo>
                <a:lnTo>
                  <a:pt x="496" y="613"/>
                </a:lnTo>
                <a:lnTo>
                  <a:pt x="497" y="613"/>
                </a:lnTo>
                <a:lnTo>
                  <a:pt x="498" y="614"/>
                </a:lnTo>
                <a:lnTo>
                  <a:pt x="498" y="615"/>
                </a:lnTo>
                <a:lnTo>
                  <a:pt x="498" y="616"/>
                </a:lnTo>
                <a:lnTo>
                  <a:pt x="498" y="617"/>
                </a:lnTo>
                <a:lnTo>
                  <a:pt x="498" y="618"/>
                </a:lnTo>
                <a:lnTo>
                  <a:pt x="497" y="619"/>
                </a:lnTo>
                <a:lnTo>
                  <a:pt x="498" y="619"/>
                </a:lnTo>
                <a:lnTo>
                  <a:pt x="499" y="619"/>
                </a:lnTo>
                <a:lnTo>
                  <a:pt x="499" y="620"/>
                </a:lnTo>
                <a:lnTo>
                  <a:pt x="499" y="621"/>
                </a:lnTo>
                <a:lnTo>
                  <a:pt x="500" y="621"/>
                </a:lnTo>
                <a:lnTo>
                  <a:pt x="500" y="622"/>
                </a:lnTo>
                <a:lnTo>
                  <a:pt x="500" y="623"/>
                </a:lnTo>
                <a:lnTo>
                  <a:pt x="500" y="624"/>
                </a:lnTo>
                <a:lnTo>
                  <a:pt x="499" y="625"/>
                </a:lnTo>
                <a:lnTo>
                  <a:pt x="500" y="625"/>
                </a:lnTo>
                <a:lnTo>
                  <a:pt x="500" y="626"/>
                </a:lnTo>
                <a:lnTo>
                  <a:pt x="499" y="627"/>
                </a:lnTo>
                <a:lnTo>
                  <a:pt x="499" y="628"/>
                </a:lnTo>
                <a:lnTo>
                  <a:pt x="499" y="629"/>
                </a:lnTo>
                <a:lnTo>
                  <a:pt x="498" y="629"/>
                </a:lnTo>
                <a:lnTo>
                  <a:pt x="498" y="628"/>
                </a:lnTo>
                <a:lnTo>
                  <a:pt x="497" y="628"/>
                </a:lnTo>
                <a:lnTo>
                  <a:pt x="497" y="629"/>
                </a:lnTo>
                <a:lnTo>
                  <a:pt x="498" y="630"/>
                </a:lnTo>
                <a:lnTo>
                  <a:pt x="498" y="631"/>
                </a:lnTo>
                <a:lnTo>
                  <a:pt x="498" y="632"/>
                </a:lnTo>
                <a:lnTo>
                  <a:pt x="499" y="633"/>
                </a:lnTo>
                <a:lnTo>
                  <a:pt x="500" y="634"/>
                </a:lnTo>
                <a:lnTo>
                  <a:pt x="500" y="635"/>
                </a:lnTo>
                <a:lnTo>
                  <a:pt x="501" y="635"/>
                </a:lnTo>
                <a:lnTo>
                  <a:pt x="501" y="636"/>
                </a:lnTo>
                <a:lnTo>
                  <a:pt x="500" y="636"/>
                </a:lnTo>
                <a:lnTo>
                  <a:pt x="500" y="637"/>
                </a:lnTo>
                <a:lnTo>
                  <a:pt x="500" y="638"/>
                </a:lnTo>
                <a:lnTo>
                  <a:pt x="500" y="639"/>
                </a:lnTo>
                <a:lnTo>
                  <a:pt x="500" y="640"/>
                </a:lnTo>
                <a:lnTo>
                  <a:pt x="498" y="640"/>
                </a:lnTo>
                <a:lnTo>
                  <a:pt x="498" y="641"/>
                </a:lnTo>
                <a:lnTo>
                  <a:pt x="498" y="642"/>
                </a:lnTo>
                <a:lnTo>
                  <a:pt x="497" y="642"/>
                </a:lnTo>
                <a:lnTo>
                  <a:pt x="497" y="643"/>
                </a:lnTo>
                <a:lnTo>
                  <a:pt x="497" y="644"/>
                </a:lnTo>
                <a:lnTo>
                  <a:pt x="497" y="645"/>
                </a:lnTo>
                <a:lnTo>
                  <a:pt x="496" y="645"/>
                </a:lnTo>
                <a:lnTo>
                  <a:pt x="496" y="646"/>
                </a:lnTo>
                <a:lnTo>
                  <a:pt x="496" y="647"/>
                </a:lnTo>
                <a:lnTo>
                  <a:pt x="497" y="647"/>
                </a:lnTo>
                <a:lnTo>
                  <a:pt x="496" y="647"/>
                </a:lnTo>
                <a:lnTo>
                  <a:pt x="495" y="647"/>
                </a:lnTo>
                <a:lnTo>
                  <a:pt x="494" y="647"/>
                </a:lnTo>
                <a:lnTo>
                  <a:pt x="494" y="648"/>
                </a:lnTo>
                <a:lnTo>
                  <a:pt x="493" y="648"/>
                </a:lnTo>
                <a:lnTo>
                  <a:pt x="493" y="649"/>
                </a:lnTo>
                <a:lnTo>
                  <a:pt x="492" y="649"/>
                </a:lnTo>
                <a:lnTo>
                  <a:pt x="492" y="650"/>
                </a:lnTo>
                <a:lnTo>
                  <a:pt x="492" y="651"/>
                </a:lnTo>
                <a:lnTo>
                  <a:pt x="491" y="651"/>
                </a:lnTo>
                <a:lnTo>
                  <a:pt x="490" y="653"/>
                </a:lnTo>
                <a:lnTo>
                  <a:pt x="490" y="654"/>
                </a:lnTo>
                <a:lnTo>
                  <a:pt x="490" y="653"/>
                </a:lnTo>
                <a:lnTo>
                  <a:pt x="489" y="653"/>
                </a:lnTo>
                <a:lnTo>
                  <a:pt x="490" y="653"/>
                </a:lnTo>
                <a:lnTo>
                  <a:pt x="490" y="651"/>
                </a:lnTo>
                <a:lnTo>
                  <a:pt x="489" y="653"/>
                </a:lnTo>
                <a:lnTo>
                  <a:pt x="489" y="654"/>
                </a:lnTo>
                <a:lnTo>
                  <a:pt x="488" y="654"/>
                </a:lnTo>
                <a:lnTo>
                  <a:pt x="488" y="653"/>
                </a:lnTo>
                <a:lnTo>
                  <a:pt x="487" y="653"/>
                </a:lnTo>
                <a:lnTo>
                  <a:pt x="486" y="653"/>
                </a:lnTo>
                <a:lnTo>
                  <a:pt x="486" y="651"/>
                </a:lnTo>
                <a:lnTo>
                  <a:pt x="485" y="651"/>
                </a:lnTo>
                <a:lnTo>
                  <a:pt x="485" y="653"/>
                </a:lnTo>
                <a:lnTo>
                  <a:pt x="484" y="653"/>
                </a:lnTo>
                <a:lnTo>
                  <a:pt x="483" y="653"/>
                </a:lnTo>
                <a:lnTo>
                  <a:pt x="482" y="654"/>
                </a:lnTo>
                <a:lnTo>
                  <a:pt x="481" y="654"/>
                </a:lnTo>
                <a:lnTo>
                  <a:pt x="481" y="655"/>
                </a:lnTo>
                <a:lnTo>
                  <a:pt x="481" y="656"/>
                </a:lnTo>
                <a:lnTo>
                  <a:pt x="481" y="657"/>
                </a:lnTo>
                <a:lnTo>
                  <a:pt x="481" y="658"/>
                </a:lnTo>
                <a:lnTo>
                  <a:pt x="481" y="659"/>
                </a:lnTo>
                <a:lnTo>
                  <a:pt x="480" y="659"/>
                </a:lnTo>
                <a:lnTo>
                  <a:pt x="480" y="658"/>
                </a:lnTo>
                <a:lnTo>
                  <a:pt x="479" y="658"/>
                </a:lnTo>
                <a:lnTo>
                  <a:pt x="479" y="659"/>
                </a:lnTo>
                <a:lnTo>
                  <a:pt x="478" y="659"/>
                </a:lnTo>
                <a:lnTo>
                  <a:pt x="477" y="659"/>
                </a:lnTo>
                <a:lnTo>
                  <a:pt x="476" y="659"/>
                </a:lnTo>
                <a:lnTo>
                  <a:pt x="475" y="659"/>
                </a:lnTo>
                <a:lnTo>
                  <a:pt x="475" y="660"/>
                </a:lnTo>
                <a:lnTo>
                  <a:pt x="474" y="660"/>
                </a:lnTo>
                <a:lnTo>
                  <a:pt x="473" y="661"/>
                </a:lnTo>
                <a:lnTo>
                  <a:pt x="472" y="661"/>
                </a:lnTo>
                <a:lnTo>
                  <a:pt x="472" y="662"/>
                </a:lnTo>
                <a:lnTo>
                  <a:pt x="472" y="664"/>
                </a:lnTo>
                <a:lnTo>
                  <a:pt x="471" y="665"/>
                </a:lnTo>
                <a:lnTo>
                  <a:pt x="470" y="664"/>
                </a:lnTo>
                <a:lnTo>
                  <a:pt x="470" y="663"/>
                </a:lnTo>
                <a:lnTo>
                  <a:pt x="469" y="662"/>
                </a:lnTo>
                <a:lnTo>
                  <a:pt x="468" y="662"/>
                </a:lnTo>
                <a:lnTo>
                  <a:pt x="468" y="661"/>
                </a:lnTo>
                <a:lnTo>
                  <a:pt x="468" y="660"/>
                </a:lnTo>
                <a:lnTo>
                  <a:pt x="467" y="660"/>
                </a:lnTo>
                <a:lnTo>
                  <a:pt x="466" y="659"/>
                </a:lnTo>
                <a:lnTo>
                  <a:pt x="466" y="658"/>
                </a:lnTo>
                <a:lnTo>
                  <a:pt x="465" y="657"/>
                </a:lnTo>
                <a:lnTo>
                  <a:pt x="465" y="658"/>
                </a:lnTo>
                <a:lnTo>
                  <a:pt x="465" y="659"/>
                </a:lnTo>
                <a:lnTo>
                  <a:pt x="464" y="660"/>
                </a:lnTo>
                <a:lnTo>
                  <a:pt x="463" y="660"/>
                </a:lnTo>
                <a:lnTo>
                  <a:pt x="463" y="659"/>
                </a:lnTo>
                <a:lnTo>
                  <a:pt x="462" y="659"/>
                </a:lnTo>
                <a:lnTo>
                  <a:pt x="461" y="659"/>
                </a:lnTo>
                <a:lnTo>
                  <a:pt x="461" y="658"/>
                </a:lnTo>
                <a:lnTo>
                  <a:pt x="461" y="657"/>
                </a:lnTo>
                <a:lnTo>
                  <a:pt x="461" y="656"/>
                </a:lnTo>
                <a:lnTo>
                  <a:pt x="461" y="654"/>
                </a:lnTo>
                <a:lnTo>
                  <a:pt x="461" y="653"/>
                </a:lnTo>
                <a:lnTo>
                  <a:pt x="461" y="651"/>
                </a:lnTo>
                <a:lnTo>
                  <a:pt x="460" y="651"/>
                </a:lnTo>
                <a:lnTo>
                  <a:pt x="460" y="650"/>
                </a:lnTo>
                <a:lnTo>
                  <a:pt x="460" y="649"/>
                </a:lnTo>
                <a:lnTo>
                  <a:pt x="460" y="648"/>
                </a:lnTo>
                <a:lnTo>
                  <a:pt x="459" y="648"/>
                </a:lnTo>
                <a:lnTo>
                  <a:pt x="458" y="648"/>
                </a:lnTo>
                <a:lnTo>
                  <a:pt x="458" y="647"/>
                </a:lnTo>
                <a:lnTo>
                  <a:pt x="457" y="647"/>
                </a:lnTo>
                <a:lnTo>
                  <a:pt x="456" y="647"/>
                </a:lnTo>
                <a:lnTo>
                  <a:pt x="455" y="647"/>
                </a:lnTo>
                <a:lnTo>
                  <a:pt x="455" y="648"/>
                </a:lnTo>
                <a:lnTo>
                  <a:pt x="456" y="648"/>
                </a:lnTo>
                <a:lnTo>
                  <a:pt x="456" y="649"/>
                </a:lnTo>
                <a:lnTo>
                  <a:pt x="455" y="650"/>
                </a:lnTo>
                <a:lnTo>
                  <a:pt x="454" y="650"/>
                </a:lnTo>
                <a:lnTo>
                  <a:pt x="454" y="649"/>
                </a:lnTo>
                <a:lnTo>
                  <a:pt x="453" y="650"/>
                </a:lnTo>
                <a:lnTo>
                  <a:pt x="453" y="651"/>
                </a:lnTo>
                <a:lnTo>
                  <a:pt x="452" y="653"/>
                </a:lnTo>
                <a:lnTo>
                  <a:pt x="452" y="654"/>
                </a:lnTo>
                <a:lnTo>
                  <a:pt x="451" y="654"/>
                </a:lnTo>
                <a:lnTo>
                  <a:pt x="451" y="655"/>
                </a:lnTo>
                <a:lnTo>
                  <a:pt x="450" y="655"/>
                </a:lnTo>
                <a:lnTo>
                  <a:pt x="450" y="656"/>
                </a:lnTo>
                <a:lnTo>
                  <a:pt x="450" y="657"/>
                </a:lnTo>
                <a:lnTo>
                  <a:pt x="449" y="656"/>
                </a:lnTo>
                <a:lnTo>
                  <a:pt x="448" y="656"/>
                </a:lnTo>
                <a:lnTo>
                  <a:pt x="447" y="656"/>
                </a:lnTo>
                <a:lnTo>
                  <a:pt x="446" y="656"/>
                </a:lnTo>
                <a:lnTo>
                  <a:pt x="446" y="657"/>
                </a:lnTo>
                <a:lnTo>
                  <a:pt x="445" y="657"/>
                </a:lnTo>
                <a:lnTo>
                  <a:pt x="444" y="656"/>
                </a:lnTo>
                <a:lnTo>
                  <a:pt x="443" y="656"/>
                </a:lnTo>
                <a:lnTo>
                  <a:pt x="442" y="656"/>
                </a:lnTo>
                <a:lnTo>
                  <a:pt x="441" y="656"/>
                </a:lnTo>
                <a:lnTo>
                  <a:pt x="441" y="655"/>
                </a:lnTo>
                <a:lnTo>
                  <a:pt x="440" y="655"/>
                </a:lnTo>
                <a:lnTo>
                  <a:pt x="440" y="656"/>
                </a:lnTo>
                <a:lnTo>
                  <a:pt x="439" y="656"/>
                </a:lnTo>
                <a:lnTo>
                  <a:pt x="438" y="656"/>
                </a:lnTo>
                <a:lnTo>
                  <a:pt x="438" y="657"/>
                </a:lnTo>
                <a:lnTo>
                  <a:pt x="438" y="658"/>
                </a:lnTo>
                <a:lnTo>
                  <a:pt x="437" y="658"/>
                </a:lnTo>
                <a:lnTo>
                  <a:pt x="437" y="657"/>
                </a:lnTo>
                <a:lnTo>
                  <a:pt x="436" y="657"/>
                </a:lnTo>
                <a:lnTo>
                  <a:pt x="435" y="657"/>
                </a:lnTo>
                <a:lnTo>
                  <a:pt x="434" y="657"/>
                </a:lnTo>
                <a:lnTo>
                  <a:pt x="433" y="657"/>
                </a:lnTo>
                <a:lnTo>
                  <a:pt x="431" y="657"/>
                </a:lnTo>
                <a:lnTo>
                  <a:pt x="431" y="658"/>
                </a:lnTo>
                <a:lnTo>
                  <a:pt x="430" y="658"/>
                </a:lnTo>
                <a:lnTo>
                  <a:pt x="430" y="657"/>
                </a:lnTo>
                <a:lnTo>
                  <a:pt x="429" y="657"/>
                </a:lnTo>
                <a:lnTo>
                  <a:pt x="428" y="658"/>
                </a:lnTo>
                <a:lnTo>
                  <a:pt x="427" y="658"/>
                </a:lnTo>
                <a:lnTo>
                  <a:pt x="426" y="657"/>
                </a:lnTo>
                <a:lnTo>
                  <a:pt x="426" y="656"/>
                </a:lnTo>
                <a:lnTo>
                  <a:pt x="425" y="656"/>
                </a:lnTo>
                <a:lnTo>
                  <a:pt x="425" y="655"/>
                </a:lnTo>
                <a:lnTo>
                  <a:pt x="424" y="655"/>
                </a:lnTo>
                <a:lnTo>
                  <a:pt x="423" y="655"/>
                </a:lnTo>
                <a:lnTo>
                  <a:pt x="423" y="654"/>
                </a:lnTo>
                <a:lnTo>
                  <a:pt x="423" y="653"/>
                </a:lnTo>
                <a:lnTo>
                  <a:pt x="422" y="653"/>
                </a:lnTo>
                <a:lnTo>
                  <a:pt x="421" y="653"/>
                </a:lnTo>
                <a:lnTo>
                  <a:pt x="420" y="653"/>
                </a:lnTo>
                <a:lnTo>
                  <a:pt x="419" y="653"/>
                </a:lnTo>
                <a:lnTo>
                  <a:pt x="418" y="654"/>
                </a:lnTo>
                <a:lnTo>
                  <a:pt x="417" y="654"/>
                </a:lnTo>
                <a:lnTo>
                  <a:pt x="417" y="653"/>
                </a:lnTo>
                <a:lnTo>
                  <a:pt x="416" y="653"/>
                </a:lnTo>
                <a:lnTo>
                  <a:pt x="415" y="654"/>
                </a:lnTo>
                <a:lnTo>
                  <a:pt x="414" y="654"/>
                </a:lnTo>
                <a:lnTo>
                  <a:pt x="414" y="653"/>
                </a:lnTo>
                <a:lnTo>
                  <a:pt x="413" y="653"/>
                </a:lnTo>
                <a:lnTo>
                  <a:pt x="413" y="654"/>
                </a:lnTo>
                <a:lnTo>
                  <a:pt x="412" y="655"/>
                </a:lnTo>
                <a:lnTo>
                  <a:pt x="412" y="654"/>
                </a:lnTo>
                <a:lnTo>
                  <a:pt x="411" y="654"/>
                </a:lnTo>
                <a:lnTo>
                  <a:pt x="410" y="654"/>
                </a:lnTo>
                <a:lnTo>
                  <a:pt x="409" y="653"/>
                </a:lnTo>
                <a:lnTo>
                  <a:pt x="408" y="653"/>
                </a:lnTo>
                <a:lnTo>
                  <a:pt x="407" y="653"/>
                </a:lnTo>
                <a:lnTo>
                  <a:pt x="407" y="654"/>
                </a:lnTo>
                <a:lnTo>
                  <a:pt x="406" y="654"/>
                </a:lnTo>
                <a:lnTo>
                  <a:pt x="405" y="653"/>
                </a:lnTo>
                <a:lnTo>
                  <a:pt x="404" y="653"/>
                </a:lnTo>
                <a:lnTo>
                  <a:pt x="403" y="651"/>
                </a:lnTo>
                <a:lnTo>
                  <a:pt x="402" y="651"/>
                </a:lnTo>
                <a:lnTo>
                  <a:pt x="401" y="650"/>
                </a:lnTo>
                <a:lnTo>
                  <a:pt x="400" y="650"/>
                </a:lnTo>
                <a:lnTo>
                  <a:pt x="399" y="650"/>
                </a:lnTo>
                <a:lnTo>
                  <a:pt x="399" y="649"/>
                </a:lnTo>
                <a:lnTo>
                  <a:pt x="398" y="649"/>
                </a:lnTo>
                <a:lnTo>
                  <a:pt x="397" y="649"/>
                </a:lnTo>
                <a:lnTo>
                  <a:pt x="396" y="648"/>
                </a:lnTo>
                <a:lnTo>
                  <a:pt x="394" y="648"/>
                </a:lnTo>
                <a:lnTo>
                  <a:pt x="393" y="648"/>
                </a:lnTo>
                <a:lnTo>
                  <a:pt x="392" y="648"/>
                </a:lnTo>
                <a:lnTo>
                  <a:pt x="391" y="649"/>
                </a:lnTo>
                <a:lnTo>
                  <a:pt x="390" y="649"/>
                </a:lnTo>
                <a:lnTo>
                  <a:pt x="388" y="649"/>
                </a:lnTo>
                <a:lnTo>
                  <a:pt x="387" y="649"/>
                </a:lnTo>
                <a:lnTo>
                  <a:pt x="386" y="649"/>
                </a:lnTo>
                <a:lnTo>
                  <a:pt x="384" y="649"/>
                </a:lnTo>
                <a:lnTo>
                  <a:pt x="383" y="649"/>
                </a:lnTo>
                <a:lnTo>
                  <a:pt x="382" y="649"/>
                </a:lnTo>
                <a:lnTo>
                  <a:pt x="381" y="649"/>
                </a:lnTo>
                <a:lnTo>
                  <a:pt x="381" y="648"/>
                </a:lnTo>
                <a:lnTo>
                  <a:pt x="380" y="647"/>
                </a:lnTo>
                <a:lnTo>
                  <a:pt x="379" y="647"/>
                </a:lnTo>
                <a:lnTo>
                  <a:pt x="378" y="647"/>
                </a:lnTo>
                <a:lnTo>
                  <a:pt x="377" y="647"/>
                </a:lnTo>
                <a:lnTo>
                  <a:pt x="377" y="648"/>
                </a:lnTo>
                <a:lnTo>
                  <a:pt x="376" y="648"/>
                </a:lnTo>
                <a:lnTo>
                  <a:pt x="376" y="647"/>
                </a:lnTo>
                <a:lnTo>
                  <a:pt x="375" y="647"/>
                </a:lnTo>
                <a:lnTo>
                  <a:pt x="375" y="646"/>
                </a:lnTo>
                <a:lnTo>
                  <a:pt x="374" y="646"/>
                </a:lnTo>
                <a:lnTo>
                  <a:pt x="374" y="645"/>
                </a:lnTo>
                <a:lnTo>
                  <a:pt x="373" y="645"/>
                </a:lnTo>
                <a:lnTo>
                  <a:pt x="373" y="646"/>
                </a:lnTo>
                <a:lnTo>
                  <a:pt x="372" y="647"/>
                </a:lnTo>
                <a:lnTo>
                  <a:pt x="372" y="648"/>
                </a:lnTo>
                <a:lnTo>
                  <a:pt x="372" y="649"/>
                </a:lnTo>
                <a:lnTo>
                  <a:pt x="372" y="650"/>
                </a:lnTo>
                <a:lnTo>
                  <a:pt x="372" y="649"/>
                </a:lnTo>
                <a:lnTo>
                  <a:pt x="371" y="649"/>
                </a:lnTo>
                <a:lnTo>
                  <a:pt x="371" y="650"/>
                </a:lnTo>
                <a:lnTo>
                  <a:pt x="370" y="650"/>
                </a:lnTo>
                <a:lnTo>
                  <a:pt x="369" y="649"/>
                </a:lnTo>
                <a:lnTo>
                  <a:pt x="368" y="649"/>
                </a:lnTo>
                <a:lnTo>
                  <a:pt x="367" y="649"/>
                </a:lnTo>
                <a:lnTo>
                  <a:pt x="366" y="648"/>
                </a:lnTo>
                <a:lnTo>
                  <a:pt x="366" y="649"/>
                </a:lnTo>
                <a:lnTo>
                  <a:pt x="365" y="649"/>
                </a:lnTo>
                <a:lnTo>
                  <a:pt x="365" y="648"/>
                </a:lnTo>
                <a:lnTo>
                  <a:pt x="364" y="648"/>
                </a:lnTo>
                <a:lnTo>
                  <a:pt x="364" y="649"/>
                </a:lnTo>
                <a:lnTo>
                  <a:pt x="363" y="650"/>
                </a:lnTo>
                <a:lnTo>
                  <a:pt x="363" y="651"/>
                </a:lnTo>
                <a:lnTo>
                  <a:pt x="363" y="653"/>
                </a:lnTo>
                <a:lnTo>
                  <a:pt x="362" y="653"/>
                </a:lnTo>
                <a:lnTo>
                  <a:pt x="361" y="653"/>
                </a:lnTo>
                <a:lnTo>
                  <a:pt x="361" y="654"/>
                </a:lnTo>
                <a:lnTo>
                  <a:pt x="360" y="654"/>
                </a:lnTo>
                <a:lnTo>
                  <a:pt x="361" y="654"/>
                </a:lnTo>
                <a:lnTo>
                  <a:pt x="361" y="655"/>
                </a:lnTo>
                <a:lnTo>
                  <a:pt x="360" y="655"/>
                </a:lnTo>
                <a:lnTo>
                  <a:pt x="360" y="656"/>
                </a:lnTo>
                <a:lnTo>
                  <a:pt x="359" y="656"/>
                </a:lnTo>
                <a:lnTo>
                  <a:pt x="358" y="657"/>
                </a:lnTo>
                <a:lnTo>
                  <a:pt x="358" y="658"/>
                </a:lnTo>
                <a:lnTo>
                  <a:pt x="357" y="659"/>
                </a:lnTo>
                <a:lnTo>
                  <a:pt x="358" y="659"/>
                </a:lnTo>
                <a:lnTo>
                  <a:pt x="359" y="660"/>
                </a:lnTo>
                <a:lnTo>
                  <a:pt x="361" y="660"/>
                </a:lnTo>
                <a:lnTo>
                  <a:pt x="362" y="660"/>
                </a:lnTo>
                <a:lnTo>
                  <a:pt x="363" y="660"/>
                </a:lnTo>
                <a:lnTo>
                  <a:pt x="364" y="660"/>
                </a:lnTo>
                <a:lnTo>
                  <a:pt x="364" y="661"/>
                </a:lnTo>
                <a:lnTo>
                  <a:pt x="365" y="661"/>
                </a:lnTo>
                <a:lnTo>
                  <a:pt x="366" y="661"/>
                </a:lnTo>
                <a:lnTo>
                  <a:pt x="367" y="661"/>
                </a:lnTo>
                <a:lnTo>
                  <a:pt x="367" y="662"/>
                </a:lnTo>
                <a:lnTo>
                  <a:pt x="368" y="662"/>
                </a:lnTo>
                <a:lnTo>
                  <a:pt x="368" y="661"/>
                </a:lnTo>
                <a:lnTo>
                  <a:pt x="369" y="661"/>
                </a:lnTo>
                <a:lnTo>
                  <a:pt x="369" y="662"/>
                </a:lnTo>
                <a:lnTo>
                  <a:pt x="368" y="662"/>
                </a:lnTo>
                <a:lnTo>
                  <a:pt x="369" y="662"/>
                </a:lnTo>
                <a:lnTo>
                  <a:pt x="370" y="662"/>
                </a:lnTo>
                <a:lnTo>
                  <a:pt x="371" y="662"/>
                </a:lnTo>
                <a:lnTo>
                  <a:pt x="371" y="663"/>
                </a:lnTo>
                <a:lnTo>
                  <a:pt x="372" y="663"/>
                </a:lnTo>
                <a:lnTo>
                  <a:pt x="372" y="664"/>
                </a:lnTo>
                <a:lnTo>
                  <a:pt x="373" y="663"/>
                </a:lnTo>
                <a:lnTo>
                  <a:pt x="374" y="663"/>
                </a:lnTo>
                <a:lnTo>
                  <a:pt x="375" y="663"/>
                </a:lnTo>
                <a:lnTo>
                  <a:pt x="376" y="663"/>
                </a:lnTo>
                <a:lnTo>
                  <a:pt x="377" y="663"/>
                </a:lnTo>
                <a:lnTo>
                  <a:pt x="378" y="663"/>
                </a:lnTo>
                <a:lnTo>
                  <a:pt x="378" y="662"/>
                </a:lnTo>
                <a:lnTo>
                  <a:pt x="379" y="662"/>
                </a:lnTo>
                <a:lnTo>
                  <a:pt x="380" y="663"/>
                </a:lnTo>
                <a:lnTo>
                  <a:pt x="381" y="664"/>
                </a:lnTo>
                <a:lnTo>
                  <a:pt x="382" y="664"/>
                </a:lnTo>
                <a:lnTo>
                  <a:pt x="383" y="665"/>
                </a:lnTo>
                <a:lnTo>
                  <a:pt x="384" y="665"/>
                </a:lnTo>
                <a:lnTo>
                  <a:pt x="385" y="666"/>
                </a:lnTo>
                <a:lnTo>
                  <a:pt x="386" y="666"/>
                </a:lnTo>
                <a:lnTo>
                  <a:pt x="386" y="667"/>
                </a:lnTo>
                <a:lnTo>
                  <a:pt x="387" y="667"/>
                </a:lnTo>
                <a:lnTo>
                  <a:pt x="388" y="667"/>
                </a:lnTo>
                <a:lnTo>
                  <a:pt x="389" y="667"/>
                </a:lnTo>
                <a:lnTo>
                  <a:pt x="389" y="668"/>
                </a:lnTo>
                <a:lnTo>
                  <a:pt x="389" y="669"/>
                </a:lnTo>
                <a:lnTo>
                  <a:pt x="389" y="670"/>
                </a:lnTo>
                <a:lnTo>
                  <a:pt x="389" y="671"/>
                </a:lnTo>
                <a:lnTo>
                  <a:pt x="388" y="671"/>
                </a:lnTo>
                <a:lnTo>
                  <a:pt x="388" y="672"/>
                </a:lnTo>
                <a:lnTo>
                  <a:pt x="389" y="672"/>
                </a:lnTo>
                <a:lnTo>
                  <a:pt x="389" y="673"/>
                </a:lnTo>
                <a:lnTo>
                  <a:pt x="388" y="673"/>
                </a:lnTo>
                <a:lnTo>
                  <a:pt x="388" y="674"/>
                </a:lnTo>
                <a:lnTo>
                  <a:pt x="388" y="675"/>
                </a:lnTo>
                <a:lnTo>
                  <a:pt x="388" y="676"/>
                </a:lnTo>
                <a:lnTo>
                  <a:pt x="388" y="677"/>
                </a:lnTo>
                <a:lnTo>
                  <a:pt x="388" y="678"/>
                </a:lnTo>
                <a:lnTo>
                  <a:pt x="387" y="678"/>
                </a:lnTo>
                <a:lnTo>
                  <a:pt x="387" y="679"/>
                </a:lnTo>
                <a:lnTo>
                  <a:pt x="387" y="680"/>
                </a:lnTo>
                <a:lnTo>
                  <a:pt x="387" y="681"/>
                </a:lnTo>
                <a:lnTo>
                  <a:pt x="387" y="682"/>
                </a:lnTo>
                <a:lnTo>
                  <a:pt x="386" y="682"/>
                </a:lnTo>
                <a:lnTo>
                  <a:pt x="386" y="684"/>
                </a:lnTo>
                <a:lnTo>
                  <a:pt x="387" y="684"/>
                </a:lnTo>
                <a:lnTo>
                  <a:pt x="387" y="685"/>
                </a:lnTo>
                <a:lnTo>
                  <a:pt x="388" y="685"/>
                </a:lnTo>
                <a:lnTo>
                  <a:pt x="388" y="686"/>
                </a:lnTo>
                <a:lnTo>
                  <a:pt x="389" y="687"/>
                </a:lnTo>
                <a:lnTo>
                  <a:pt x="390" y="687"/>
                </a:lnTo>
                <a:lnTo>
                  <a:pt x="390" y="686"/>
                </a:lnTo>
                <a:lnTo>
                  <a:pt x="391" y="686"/>
                </a:lnTo>
                <a:lnTo>
                  <a:pt x="391" y="685"/>
                </a:lnTo>
                <a:lnTo>
                  <a:pt x="392" y="685"/>
                </a:lnTo>
                <a:lnTo>
                  <a:pt x="393" y="685"/>
                </a:lnTo>
                <a:lnTo>
                  <a:pt x="394" y="685"/>
                </a:lnTo>
                <a:lnTo>
                  <a:pt x="394" y="684"/>
                </a:lnTo>
                <a:lnTo>
                  <a:pt x="394" y="683"/>
                </a:lnTo>
                <a:lnTo>
                  <a:pt x="395" y="683"/>
                </a:lnTo>
                <a:lnTo>
                  <a:pt x="396" y="683"/>
                </a:lnTo>
                <a:lnTo>
                  <a:pt x="397" y="684"/>
                </a:lnTo>
                <a:lnTo>
                  <a:pt x="398" y="684"/>
                </a:lnTo>
                <a:lnTo>
                  <a:pt x="399" y="684"/>
                </a:lnTo>
                <a:lnTo>
                  <a:pt x="400" y="684"/>
                </a:lnTo>
                <a:lnTo>
                  <a:pt x="400" y="685"/>
                </a:lnTo>
                <a:lnTo>
                  <a:pt x="401" y="685"/>
                </a:lnTo>
                <a:lnTo>
                  <a:pt x="401" y="686"/>
                </a:lnTo>
                <a:lnTo>
                  <a:pt x="402" y="686"/>
                </a:lnTo>
                <a:lnTo>
                  <a:pt x="403" y="686"/>
                </a:lnTo>
                <a:lnTo>
                  <a:pt x="404" y="686"/>
                </a:lnTo>
                <a:lnTo>
                  <a:pt x="405" y="686"/>
                </a:lnTo>
                <a:lnTo>
                  <a:pt x="406" y="686"/>
                </a:lnTo>
                <a:lnTo>
                  <a:pt x="407" y="686"/>
                </a:lnTo>
                <a:lnTo>
                  <a:pt x="407" y="687"/>
                </a:lnTo>
                <a:lnTo>
                  <a:pt x="408" y="687"/>
                </a:lnTo>
                <a:lnTo>
                  <a:pt x="409" y="687"/>
                </a:lnTo>
                <a:lnTo>
                  <a:pt x="410" y="687"/>
                </a:lnTo>
                <a:lnTo>
                  <a:pt x="410" y="688"/>
                </a:lnTo>
                <a:lnTo>
                  <a:pt x="410" y="689"/>
                </a:lnTo>
                <a:lnTo>
                  <a:pt x="411" y="689"/>
                </a:lnTo>
                <a:lnTo>
                  <a:pt x="412" y="689"/>
                </a:lnTo>
                <a:lnTo>
                  <a:pt x="412" y="690"/>
                </a:lnTo>
                <a:lnTo>
                  <a:pt x="413" y="690"/>
                </a:lnTo>
                <a:lnTo>
                  <a:pt x="414" y="690"/>
                </a:lnTo>
                <a:lnTo>
                  <a:pt x="415" y="690"/>
                </a:lnTo>
                <a:lnTo>
                  <a:pt x="415" y="691"/>
                </a:lnTo>
                <a:lnTo>
                  <a:pt x="416" y="691"/>
                </a:lnTo>
                <a:lnTo>
                  <a:pt x="417" y="691"/>
                </a:lnTo>
                <a:lnTo>
                  <a:pt x="418" y="692"/>
                </a:lnTo>
                <a:lnTo>
                  <a:pt x="418" y="693"/>
                </a:lnTo>
                <a:lnTo>
                  <a:pt x="418" y="694"/>
                </a:lnTo>
                <a:lnTo>
                  <a:pt x="419" y="694"/>
                </a:lnTo>
                <a:lnTo>
                  <a:pt x="420" y="694"/>
                </a:lnTo>
                <a:lnTo>
                  <a:pt x="420" y="695"/>
                </a:lnTo>
                <a:lnTo>
                  <a:pt x="420" y="696"/>
                </a:lnTo>
                <a:lnTo>
                  <a:pt x="419" y="696"/>
                </a:lnTo>
                <a:lnTo>
                  <a:pt x="419" y="697"/>
                </a:lnTo>
                <a:lnTo>
                  <a:pt x="420" y="698"/>
                </a:lnTo>
                <a:lnTo>
                  <a:pt x="421" y="698"/>
                </a:lnTo>
                <a:lnTo>
                  <a:pt x="422" y="698"/>
                </a:lnTo>
                <a:lnTo>
                  <a:pt x="422" y="699"/>
                </a:lnTo>
                <a:lnTo>
                  <a:pt x="422" y="700"/>
                </a:lnTo>
                <a:lnTo>
                  <a:pt x="422" y="701"/>
                </a:lnTo>
                <a:lnTo>
                  <a:pt x="422" y="702"/>
                </a:lnTo>
                <a:lnTo>
                  <a:pt x="423" y="703"/>
                </a:lnTo>
                <a:lnTo>
                  <a:pt x="422" y="704"/>
                </a:lnTo>
                <a:lnTo>
                  <a:pt x="422" y="706"/>
                </a:lnTo>
                <a:lnTo>
                  <a:pt x="421" y="706"/>
                </a:lnTo>
                <a:lnTo>
                  <a:pt x="421" y="707"/>
                </a:lnTo>
                <a:lnTo>
                  <a:pt x="423" y="708"/>
                </a:lnTo>
                <a:lnTo>
                  <a:pt x="423" y="709"/>
                </a:lnTo>
                <a:lnTo>
                  <a:pt x="424" y="709"/>
                </a:lnTo>
                <a:lnTo>
                  <a:pt x="424" y="710"/>
                </a:lnTo>
                <a:lnTo>
                  <a:pt x="425" y="711"/>
                </a:lnTo>
                <a:lnTo>
                  <a:pt x="426" y="711"/>
                </a:lnTo>
                <a:lnTo>
                  <a:pt x="426" y="712"/>
                </a:lnTo>
                <a:lnTo>
                  <a:pt x="425" y="712"/>
                </a:lnTo>
                <a:lnTo>
                  <a:pt x="425" y="713"/>
                </a:lnTo>
                <a:lnTo>
                  <a:pt x="424" y="713"/>
                </a:lnTo>
                <a:lnTo>
                  <a:pt x="424" y="714"/>
                </a:lnTo>
                <a:lnTo>
                  <a:pt x="424" y="713"/>
                </a:lnTo>
                <a:lnTo>
                  <a:pt x="423" y="714"/>
                </a:lnTo>
                <a:lnTo>
                  <a:pt x="423" y="715"/>
                </a:lnTo>
                <a:lnTo>
                  <a:pt x="422" y="715"/>
                </a:lnTo>
                <a:lnTo>
                  <a:pt x="422" y="716"/>
                </a:lnTo>
                <a:lnTo>
                  <a:pt x="421" y="716"/>
                </a:lnTo>
                <a:lnTo>
                  <a:pt x="420" y="716"/>
                </a:lnTo>
                <a:lnTo>
                  <a:pt x="420" y="715"/>
                </a:lnTo>
                <a:lnTo>
                  <a:pt x="419" y="715"/>
                </a:lnTo>
                <a:lnTo>
                  <a:pt x="419" y="714"/>
                </a:lnTo>
                <a:lnTo>
                  <a:pt x="419" y="713"/>
                </a:lnTo>
                <a:lnTo>
                  <a:pt x="417" y="713"/>
                </a:lnTo>
                <a:lnTo>
                  <a:pt x="416" y="713"/>
                </a:lnTo>
                <a:lnTo>
                  <a:pt x="415" y="713"/>
                </a:lnTo>
                <a:lnTo>
                  <a:pt x="415" y="714"/>
                </a:lnTo>
                <a:lnTo>
                  <a:pt x="415" y="715"/>
                </a:lnTo>
                <a:lnTo>
                  <a:pt x="415" y="716"/>
                </a:lnTo>
                <a:lnTo>
                  <a:pt x="416" y="716"/>
                </a:lnTo>
                <a:lnTo>
                  <a:pt x="416" y="717"/>
                </a:lnTo>
                <a:lnTo>
                  <a:pt x="415" y="717"/>
                </a:lnTo>
                <a:lnTo>
                  <a:pt x="414" y="717"/>
                </a:lnTo>
                <a:lnTo>
                  <a:pt x="413" y="718"/>
                </a:lnTo>
                <a:lnTo>
                  <a:pt x="413" y="719"/>
                </a:lnTo>
                <a:lnTo>
                  <a:pt x="412" y="719"/>
                </a:lnTo>
                <a:lnTo>
                  <a:pt x="411" y="720"/>
                </a:lnTo>
                <a:lnTo>
                  <a:pt x="410" y="721"/>
                </a:lnTo>
                <a:lnTo>
                  <a:pt x="409" y="721"/>
                </a:lnTo>
                <a:lnTo>
                  <a:pt x="408" y="721"/>
                </a:lnTo>
                <a:lnTo>
                  <a:pt x="408" y="720"/>
                </a:lnTo>
                <a:lnTo>
                  <a:pt x="407" y="720"/>
                </a:lnTo>
                <a:lnTo>
                  <a:pt x="406" y="720"/>
                </a:lnTo>
                <a:lnTo>
                  <a:pt x="405" y="719"/>
                </a:lnTo>
                <a:lnTo>
                  <a:pt x="405" y="718"/>
                </a:lnTo>
                <a:lnTo>
                  <a:pt x="404" y="718"/>
                </a:lnTo>
                <a:lnTo>
                  <a:pt x="403" y="718"/>
                </a:lnTo>
                <a:lnTo>
                  <a:pt x="402" y="718"/>
                </a:lnTo>
                <a:lnTo>
                  <a:pt x="402" y="717"/>
                </a:lnTo>
                <a:lnTo>
                  <a:pt x="401" y="716"/>
                </a:lnTo>
                <a:lnTo>
                  <a:pt x="400" y="716"/>
                </a:lnTo>
                <a:lnTo>
                  <a:pt x="399" y="716"/>
                </a:lnTo>
                <a:lnTo>
                  <a:pt x="398" y="716"/>
                </a:lnTo>
                <a:lnTo>
                  <a:pt x="397" y="716"/>
                </a:lnTo>
                <a:lnTo>
                  <a:pt x="398" y="716"/>
                </a:lnTo>
                <a:lnTo>
                  <a:pt x="397" y="716"/>
                </a:lnTo>
                <a:lnTo>
                  <a:pt x="396" y="716"/>
                </a:lnTo>
                <a:lnTo>
                  <a:pt x="395" y="717"/>
                </a:lnTo>
                <a:lnTo>
                  <a:pt x="394" y="717"/>
                </a:lnTo>
                <a:lnTo>
                  <a:pt x="393" y="717"/>
                </a:lnTo>
                <a:lnTo>
                  <a:pt x="392" y="717"/>
                </a:lnTo>
                <a:lnTo>
                  <a:pt x="392" y="718"/>
                </a:lnTo>
                <a:lnTo>
                  <a:pt x="391" y="718"/>
                </a:lnTo>
                <a:lnTo>
                  <a:pt x="391" y="717"/>
                </a:lnTo>
                <a:lnTo>
                  <a:pt x="390" y="717"/>
                </a:lnTo>
                <a:lnTo>
                  <a:pt x="389" y="717"/>
                </a:lnTo>
                <a:lnTo>
                  <a:pt x="388" y="717"/>
                </a:lnTo>
                <a:lnTo>
                  <a:pt x="387" y="717"/>
                </a:lnTo>
                <a:lnTo>
                  <a:pt x="387" y="716"/>
                </a:lnTo>
                <a:lnTo>
                  <a:pt x="387" y="717"/>
                </a:lnTo>
                <a:lnTo>
                  <a:pt x="386" y="717"/>
                </a:lnTo>
                <a:lnTo>
                  <a:pt x="385" y="717"/>
                </a:lnTo>
                <a:lnTo>
                  <a:pt x="385" y="716"/>
                </a:lnTo>
                <a:lnTo>
                  <a:pt x="384" y="716"/>
                </a:lnTo>
                <a:lnTo>
                  <a:pt x="383" y="715"/>
                </a:lnTo>
                <a:lnTo>
                  <a:pt x="382" y="715"/>
                </a:lnTo>
                <a:lnTo>
                  <a:pt x="381" y="715"/>
                </a:lnTo>
                <a:lnTo>
                  <a:pt x="380" y="715"/>
                </a:lnTo>
                <a:lnTo>
                  <a:pt x="380" y="716"/>
                </a:lnTo>
                <a:lnTo>
                  <a:pt x="379" y="716"/>
                </a:lnTo>
                <a:lnTo>
                  <a:pt x="379" y="715"/>
                </a:lnTo>
                <a:lnTo>
                  <a:pt x="378" y="715"/>
                </a:lnTo>
                <a:lnTo>
                  <a:pt x="377" y="715"/>
                </a:lnTo>
                <a:lnTo>
                  <a:pt x="376" y="715"/>
                </a:lnTo>
                <a:lnTo>
                  <a:pt x="375" y="715"/>
                </a:lnTo>
                <a:lnTo>
                  <a:pt x="374" y="715"/>
                </a:lnTo>
                <a:lnTo>
                  <a:pt x="373" y="716"/>
                </a:lnTo>
                <a:lnTo>
                  <a:pt x="373" y="717"/>
                </a:lnTo>
                <a:lnTo>
                  <a:pt x="374" y="717"/>
                </a:lnTo>
                <a:lnTo>
                  <a:pt x="374" y="718"/>
                </a:lnTo>
                <a:lnTo>
                  <a:pt x="373" y="718"/>
                </a:lnTo>
                <a:lnTo>
                  <a:pt x="373" y="719"/>
                </a:lnTo>
                <a:lnTo>
                  <a:pt x="373" y="720"/>
                </a:lnTo>
                <a:lnTo>
                  <a:pt x="373" y="719"/>
                </a:lnTo>
                <a:lnTo>
                  <a:pt x="374" y="719"/>
                </a:lnTo>
                <a:lnTo>
                  <a:pt x="374" y="720"/>
                </a:lnTo>
                <a:lnTo>
                  <a:pt x="375" y="720"/>
                </a:lnTo>
                <a:lnTo>
                  <a:pt x="375" y="721"/>
                </a:lnTo>
                <a:lnTo>
                  <a:pt x="375" y="722"/>
                </a:lnTo>
                <a:lnTo>
                  <a:pt x="374" y="722"/>
                </a:lnTo>
                <a:lnTo>
                  <a:pt x="373" y="722"/>
                </a:lnTo>
                <a:lnTo>
                  <a:pt x="373" y="723"/>
                </a:lnTo>
                <a:lnTo>
                  <a:pt x="372" y="723"/>
                </a:lnTo>
                <a:lnTo>
                  <a:pt x="370" y="724"/>
                </a:lnTo>
                <a:lnTo>
                  <a:pt x="369" y="725"/>
                </a:lnTo>
                <a:lnTo>
                  <a:pt x="369" y="726"/>
                </a:lnTo>
                <a:lnTo>
                  <a:pt x="369" y="727"/>
                </a:lnTo>
                <a:lnTo>
                  <a:pt x="368" y="727"/>
                </a:lnTo>
                <a:lnTo>
                  <a:pt x="367" y="727"/>
                </a:lnTo>
                <a:lnTo>
                  <a:pt x="367" y="728"/>
                </a:lnTo>
                <a:lnTo>
                  <a:pt x="367" y="729"/>
                </a:lnTo>
                <a:lnTo>
                  <a:pt x="367" y="730"/>
                </a:lnTo>
                <a:lnTo>
                  <a:pt x="366" y="731"/>
                </a:lnTo>
                <a:lnTo>
                  <a:pt x="365" y="732"/>
                </a:lnTo>
                <a:lnTo>
                  <a:pt x="364" y="733"/>
                </a:lnTo>
                <a:lnTo>
                  <a:pt x="364" y="734"/>
                </a:lnTo>
                <a:lnTo>
                  <a:pt x="365" y="734"/>
                </a:lnTo>
                <a:lnTo>
                  <a:pt x="365" y="735"/>
                </a:lnTo>
                <a:lnTo>
                  <a:pt x="365" y="736"/>
                </a:lnTo>
                <a:lnTo>
                  <a:pt x="364" y="736"/>
                </a:lnTo>
                <a:lnTo>
                  <a:pt x="363" y="736"/>
                </a:lnTo>
                <a:lnTo>
                  <a:pt x="362" y="736"/>
                </a:lnTo>
                <a:lnTo>
                  <a:pt x="362" y="737"/>
                </a:lnTo>
                <a:lnTo>
                  <a:pt x="363" y="738"/>
                </a:lnTo>
                <a:lnTo>
                  <a:pt x="363" y="739"/>
                </a:lnTo>
                <a:lnTo>
                  <a:pt x="363" y="740"/>
                </a:lnTo>
                <a:lnTo>
                  <a:pt x="363" y="741"/>
                </a:lnTo>
                <a:lnTo>
                  <a:pt x="364" y="742"/>
                </a:lnTo>
                <a:lnTo>
                  <a:pt x="364" y="743"/>
                </a:lnTo>
                <a:lnTo>
                  <a:pt x="363" y="743"/>
                </a:lnTo>
                <a:lnTo>
                  <a:pt x="363" y="744"/>
                </a:lnTo>
                <a:lnTo>
                  <a:pt x="362" y="745"/>
                </a:lnTo>
                <a:lnTo>
                  <a:pt x="362" y="746"/>
                </a:lnTo>
                <a:lnTo>
                  <a:pt x="361" y="746"/>
                </a:lnTo>
                <a:lnTo>
                  <a:pt x="361" y="747"/>
                </a:lnTo>
                <a:lnTo>
                  <a:pt x="362" y="747"/>
                </a:lnTo>
                <a:lnTo>
                  <a:pt x="363" y="747"/>
                </a:lnTo>
                <a:lnTo>
                  <a:pt x="364" y="748"/>
                </a:lnTo>
                <a:lnTo>
                  <a:pt x="364" y="749"/>
                </a:lnTo>
                <a:lnTo>
                  <a:pt x="365" y="749"/>
                </a:lnTo>
                <a:lnTo>
                  <a:pt x="365" y="750"/>
                </a:lnTo>
                <a:lnTo>
                  <a:pt x="366" y="751"/>
                </a:lnTo>
                <a:lnTo>
                  <a:pt x="366" y="752"/>
                </a:lnTo>
                <a:lnTo>
                  <a:pt x="367" y="753"/>
                </a:lnTo>
                <a:lnTo>
                  <a:pt x="367" y="754"/>
                </a:lnTo>
                <a:lnTo>
                  <a:pt x="368" y="754"/>
                </a:lnTo>
                <a:lnTo>
                  <a:pt x="369" y="754"/>
                </a:lnTo>
                <a:lnTo>
                  <a:pt x="370" y="755"/>
                </a:lnTo>
                <a:lnTo>
                  <a:pt x="371" y="755"/>
                </a:lnTo>
                <a:lnTo>
                  <a:pt x="372" y="755"/>
                </a:lnTo>
                <a:lnTo>
                  <a:pt x="372" y="756"/>
                </a:lnTo>
                <a:lnTo>
                  <a:pt x="371" y="756"/>
                </a:lnTo>
                <a:lnTo>
                  <a:pt x="371" y="757"/>
                </a:lnTo>
                <a:lnTo>
                  <a:pt x="371" y="758"/>
                </a:lnTo>
                <a:lnTo>
                  <a:pt x="371" y="759"/>
                </a:lnTo>
                <a:lnTo>
                  <a:pt x="370" y="759"/>
                </a:lnTo>
                <a:lnTo>
                  <a:pt x="370" y="760"/>
                </a:lnTo>
                <a:lnTo>
                  <a:pt x="370" y="761"/>
                </a:lnTo>
                <a:lnTo>
                  <a:pt x="371" y="762"/>
                </a:lnTo>
                <a:lnTo>
                  <a:pt x="371" y="763"/>
                </a:lnTo>
                <a:lnTo>
                  <a:pt x="371" y="764"/>
                </a:lnTo>
                <a:lnTo>
                  <a:pt x="372" y="764"/>
                </a:lnTo>
                <a:lnTo>
                  <a:pt x="373" y="765"/>
                </a:lnTo>
                <a:lnTo>
                  <a:pt x="373" y="766"/>
                </a:lnTo>
                <a:lnTo>
                  <a:pt x="373" y="767"/>
                </a:lnTo>
                <a:lnTo>
                  <a:pt x="372" y="767"/>
                </a:lnTo>
                <a:lnTo>
                  <a:pt x="372" y="768"/>
                </a:lnTo>
                <a:lnTo>
                  <a:pt x="373" y="768"/>
                </a:lnTo>
                <a:lnTo>
                  <a:pt x="373" y="769"/>
                </a:lnTo>
                <a:lnTo>
                  <a:pt x="372" y="769"/>
                </a:lnTo>
                <a:lnTo>
                  <a:pt x="372" y="770"/>
                </a:lnTo>
                <a:lnTo>
                  <a:pt x="371" y="770"/>
                </a:lnTo>
                <a:lnTo>
                  <a:pt x="370" y="771"/>
                </a:lnTo>
                <a:lnTo>
                  <a:pt x="370" y="772"/>
                </a:lnTo>
                <a:lnTo>
                  <a:pt x="371" y="772"/>
                </a:lnTo>
                <a:lnTo>
                  <a:pt x="370" y="773"/>
                </a:lnTo>
                <a:lnTo>
                  <a:pt x="370" y="774"/>
                </a:lnTo>
                <a:lnTo>
                  <a:pt x="370" y="776"/>
                </a:lnTo>
                <a:lnTo>
                  <a:pt x="370" y="777"/>
                </a:lnTo>
                <a:lnTo>
                  <a:pt x="371" y="777"/>
                </a:lnTo>
                <a:lnTo>
                  <a:pt x="371" y="778"/>
                </a:lnTo>
                <a:lnTo>
                  <a:pt x="372" y="778"/>
                </a:lnTo>
                <a:lnTo>
                  <a:pt x="373" y="779"/>
                </a:lnTo>
                <a:lnTo>
                  <a:pt x="374" y="780"/>
                </a:lnTo>
                <a:lnTo>
                  <a:pt x="373" y="780"/>
                </a:lnTo>
                <a:lnTo>
                  <a:pt x="374" y="780"/>
                </a:lnTo>
                <a:lnTo>
                  <a:pt x="374" y="781"/>
                </a:lnTo>
                <a:lnTo>
                  <a:pt x="374" y="782"/>
                </a:lnTo>
                <a:lnTo>
                  <a:pt x="374" y="783"/>
                </a:lnTo>
                <a:lnTo>
                  <a:pt x="373" y="784"/>
                </a:lnTo>
                <a:lnTo>
                  <a:pt x="373" y="785"/>
                </a:lnTo>
                <a:lnTo>
                  <a:pt x="372" y="785"/>
                </a:lnTo>
                <a:lnTo>
                  <a:pt x="372" y="784"/>
                </a:lnTo>
                <a:lnTo>
                  <a:pt x="371" y="784"/>
                </a:lnTo>
                <a:lnTo>
                  <a:pt x="371" y="785"/>
                </a:lnTo>
                <a:lnTo>
                  <a:pt x="370" y="786"/>
                </a:lnTo>
                <a:lnTo>
                  <a:pt x="370" y="787"/>
                </a:lnTo>
                <a:lnTo>
                  <a:pt x="371" y="788"/>
                </a:lnTo>
                <a:lnTo>
                  <a:pt x="372" y="789"/>
                </a:lnTo>
                <a:lnTo>
                  <a:pt x="372" y="788"/>
                </a:lnTo>
                <a:lnTo>
                  <a:pt x="372" y="789"/>
                </a:lnTo>
                <a:lnTo>
                  <a:pt x="373" y="790"/>
                </a:lnTo>
                <a:lnTo>
                  <a:pt x="373" y="791"/>
                </a:lnTo>
                <a:lnTo>
                  <a:pt x="372" y="791"/>
                </a:lnTo>
                <a:lnTo>
                  <a:pt x="373" y="791"/>
                </a:lnTo>
                <a:lnTo>
                  <a:pt x="373" y="792"/>
                </a:lnTo>
                <a:lnTo>
                  <a:pt x="373" y="793"/>
                </a:lnTo>
                <a:lnTo>
                  <a:pt x="374" y="793"/>
                </a:lnTo>
                <a:lnTo>
                  <a:pt x="374" y="794"/>
                </a:lnTo>
                <a:lnTo>
                  <a:pt x="374" y="795"/>
                </a:lnTo>
                <a:lnTo>
                  <a:pt x="375" y="795"/>
                </a:lnTo>
                <a:lnTo>
                  <a:pt x="375" y="796"/>
                </a:lnTo>
                <a:lnTo>
                  <a:pt x="374" y="797"/>
                </a:lnTo>
                <a:lnTo>
                  <a:pt x="373" y="797"/>
                </a:lnTo>
                <a:lnTo>
                  <a:pt x="373" y="796"/>
                </a:lnTo>
                <a:lnTo>
                  <a:pt x="372" y="796"/>
                </a:lnTo>
                <a:lnTo>
                  <a:pt x="372" y="797"/>
                </a:lnTo>
                <a:lnTo>
                  <a:pt x="371" y="797"/>
                </a:lnTo>
                <a:lnTo>
                  <a:pt x="372" y="797"/>
                </a:lnTo>
                <a:lnTo>
                  <a:pt x="372" y="798"/>
                </a:lnTo>
                <a:lnTo>
                  <a:pt x="371" y="798"/>
                </a:lnTo>
                <a:lnTo>
                  <a:pt x="371" y="799"/>
                </a:lnTo>
                <a:lnTo>
                  <a:pt x="370" y="799"/>
                </a:lnTo>
                <a:lnTo>
                  <a:pt x="371" y="799"/>
                </a:lnTo>
                <a:lnTo>
                  <a:pt x="371" y="800"/>
                </a:lnTo>
                <a:lnTo>
                  <a:pt x="371" y="801"/>
                </a:lnTo>
                <a:lnTo>
                  <a:pt x="371" y="802"/>
                </a:lnTo>
                <a:lnTo>
                  <a:pt x="372" y="802"/>
                </a:lnTo>
                <a:lnTo>
                  <a:pt x="372" y="803"/>
                </a:lnTo>
                <a:lnTo>
                  <a:pt x="371" y="803"/>
                </a:lnTo>
                <a:lnTo>
                  <a:pt x="371" y="804"/>
                </a:lnTo>
                <a:lnTo>
                  <a:pt x="370" y="804"/>
                </a:lnTo>
                <a:lnTo>
                  <a:pt x="369" y="804"/>
                </a:lnTo>
                <a:lnTo>
                  <a:pt x="368" y="805"/>
                </a:lnTo>
                <a:lnTo>
                  <a:pt x="367" y="805"/>
                </a:lnTo>
                <a:lnTo>
                  <a:pt x="367" y="804"/>
                </a:lnTo>
                <a:lnTo>
                  <a:pt x="365" y="805"/>
                </a:lnTo>
                <a:lnTo>
                  <a:pt x="364" y="805"/>
                </a:lnTo>
                <a:lnTo>
                  <a:pt x="363" y="805"/>
                </a:lnTo>
                <a:lnTo>
                  <a:pt x="362" y="805"/>
                </a:lnTo>
                <a:lnTo>
                  <a:pt x="361" y="805"/>
                </a:lnTo>
                <a:lnTo>
                  <a:pt x="360" y="805"/>
                </a:lnTo>
                <a:lnTo>
                  <a:pt x="359" y="806"/>
                </a:lnTo>
                <a:lnTo>
                  <a:pt x="359" y="805"/>
                </a:lnTo>
                <a:lnTo>
                  <a:pt x="358" y="805"/>
                </a:lnTo>
                <a:lnTo>
                  <a:pt x="357" y="805"/>
                </a:lnTo>
                <a:lnTo>
                  <a:pt x="355" y="805"/>
                </a:lnTo>
                <a:lnTo>
                  <a:pt x="355" y="806"/>
                </a:lnTo>
                <a:lnTo>
                  <a:pt x="354" y="806"/>
                </a:lnTo>
                <a:lnTo>
                  <a:pt x="353" y="806"/>
                </a:lnTo>
                <a:lnTo>
                  <a:pt x="352" y="807"/>
                </a:lnTo>
                <a:lnTo>
                  <a:pt x="351" y="807"/>
                </a:lnTo>
                <a:lnTo>
                  <a:pt x="351" y="806"/>
                </a:lnTo>
                <a:lnTo>
                  <a:pt x="350" y="806"/>
                </a:lnTo>
                <a:lnTo>
                  <a:pt x="346" y="806"/>
                </a:lnTo>
                <a:lnTo>
                  <a:pt x="345" y="806"/>
                </a:lnTo>
                <a:lnTo>
                  <a:pt x="344" y="806"/>
                </a:lnTo>
                <a:lnTo>
                  <a:pt x="343" y="806"/>
                </a:lnTo>
                <a:lnTo>
                  <a:pt x="343" y="805"/>
                </a:lnTo>
                <a:lnTo>
                  <a:pt x="342" y="805"/>
                </a:lnTo>
                <a:lnTo>
                  <a:pt x="342" y="804"/>
                </a:lnTo>
                <a:lnTo>
                  <a:pt x="343" y="803"/>
                </a:lnTo>
                <a:lnTo>
                  <a:pt x="342" y="802"/>
                </a:lnTo>
                <a:lnTo>
                  <a:pt x="341" y="802"/>
                </a:lnTo>
                <a:lnTo>
                  <a:pt x="342" y="802"/>
                </a:lnTo>
                <a:lnTo>
                  <a:pt x="342" y="801"/>
                </a:lnTo>
                <a:lnTo>
                  <a:pt x="341" y="801"/>
                </a:lnTo>
                <a:lnTo>
                  <a:pt x="340" y="801"/>
                </a:lnTo>
                <a:lnTo>
                  <a:pt x="340" y="800"/>
                </a:lnTo>
                <a:lnTo>
                  <a:pt x="341" y="800"/>
                </a:lnTo>
                <a:lnTo>
                  <a:pt x="342" y="799"/>
                </a:lnTo>
                <a:lnTo>
                  <a:pt x="342" y="798"/>
                </a:lnTo>
                <a:lnTo>
                  <a:pt x="342" y="797"/>
                </a:lnTo>
                <a:lnTo>
                  <a:pt x="341" y="797"/>
                </a:lnTo>
                <a:lnTo>
                  <a:pt x="340" y="797"/>
                </a:lnTo>
                <a:lnTo>
                  <a:pt x="340" y="796"/>
                </a:lnTo>
                <a:lnTo>
                  <a:pt x="339" y="796"/>
                </a:lnTo>
                <a:lnTo>
                  <a:pt x="338" y="796"/>
                </a:lnTo>
                <a:lnTo>
                  <a:pt x="337" y="795"/>
                </a:lnTo>
                <a:lnTo>
                  <a:pt x="336" y="795"/>
                </a:lnTo>
                <a:lnTo>
                  <a:pt x="335" y="795"/>
                </a:lnTo>
                <a:lnTo>
                  <a:pt x="334" y="794"/>
                </a:lnTo>
                <a:lnTo>
                  <a:pt x="335" y="794"/>
                </a:lnTo>
                <a:lnTo>
                  <a:pt x="335" y="793"/>
                </a:lnTo>
                <a:lnTo>
                  <a:pt x="335" y="792"/>
                </a:lnTo>
                <a:lnTo>
                  <a:pt x="334" y="792"/>
                </a:lnTo>
                <a:lnTo>
                  <a:pt x="334" y="791"/>
                </a:lnTo>
                <a:lnTo>
                  <a:pt x="333" y="791"/>
                </a:lnTo>
                <a:lnTo>
                  <a:pt x="333" y="790"/>
                </a:lnTo>
                <a:lnTo>
                  <a:pt x="332" y="789"/>
                </a:lnTo>
                <a:lnTo>
                  <a:pt x="331" y="789"/>
                </a:lnTo>
                <a:lnTo>
                  <a:pt x="331" y="788"/>
                </a:lnTo>
                <a:lnTo>
                  <a:pt x="329" y="788"/>
                </a:lnTo>
                <a:lnTo>
                  <a:pt x="328" y="787"/>
                </a:lnTo>
                <a:lnTo>
                  <a:pt x="328" y="786"/>
                </a:lnTo>
                <a:lnTo>
                  <a:pt x="327" y="786"/>
                </a:lnTo>
                <a:lnTo>
                  <a:pt x="326" y="785"/>
                </a:lnTo>
                <a:lnTo>
                  <a:pt x="325" y="784"/>
                </a:lnTo>
                <a:lnTo>
                  <a:pt x="325" y="783"/>
                </a:lnTo>
                <a:lnTo>
                  <a:pt x="324" y="783"/>
                </a:lnTo>
                <a:lnTo>
                  <a:pt x="323" y="783"/>
                </a:lnTo>
                <a:lnTo>
                  <a:pt x="323" y="782"/>
                </a:lnTo>
                <a:lnTo>
                  <a:pt x="322" y="782"/>
                </a:lnTo>
                <a:lnTo>
                  <a:pt x="321" y="782"/>
                </a:lnTo>
                <a:lnTo>
                  <a:pt x="321" y="781"/>
                </a:lnTo>
                <a:lnTo>
                  <a:pt x="321" y="780"/>
                </a:lnTo>
                <a:lnTo>
                  <a:pt x="320" y="781"/>
                </a:lnTo>
                <a:lnTo>
                  <a:pt x="319" y="780"/>
                </a:lnTo>
                <a:lnTo>
                  <a:pt x="318" y="780"/>
                </a:lnTo>
                <a:lnTo>
                  <a:pt x="318" y="779"/>
                </a:lnTo>
                <a:lnTo>
                  <a:pt x="317" y="779"/>
                </a:lnTo>
                <a:lnTo>
                  <a:pt x="316" y="779"/>
                </a:lnTo>
                <a:lnTo>
                  <a:pt x="316" y="778"/>
                </a:lnTo>
                <a:lnTo>
                  <a:pt x="314" y="778"/>
                </a:lnTo>
                <a:lnTo>
                  <a:pt x="313" y="779"/>
                </a:lnTo>
                <a:lnTo>
                  <a:pt x="313" y="778"/>
                </a:lnTo>
                <a:lnTo>
                  <a:pt x="312" y="778"/>
                </a:lnTo>
                <a:lnTo>
                  <a:pt x="311" y="778"/>
                </a:lnTo>
                <a:lnTo>
                  <a:pt x="309" y="778"/>
                </a:lnTo>
                <a:lnTo>
                  <a:pt x="308" y="778"/>
                </a:lnTo>
                <a:lnTo>
                  <a:pt x="307" y="777"/>
                </a:lnTo>
                <a:lnTo>
                  <a:pt x="306" y="777"/>
                </a:lnTo>
                <a:lnTo>
                  <a:pt x="306" y="776"/>
                </a:lnTo>
                <a:lnTo>
                  <a:pt x="305" y="776"/>
                </a:lnTo>
                <a:lnTo>
                  <a:pt x="305" y="775"/>
                </a:lnTo>
                <a:lnTo>
                  <a:pt x="304" y="775"/>
                </a:lnTo>
                <a:lnTo>
                  <a:pt x="304" y="774"/>
                </a:lnTo>
                <a:lnTo>
                  <a:pt x="303" y="773"/>
                </a:lnTo>
                <a:lnTo>
                  <a:pt x="302" y="772"/>
                </a:lnTo>
                <a:lnTo>
                  <a:pt x="301" y="772"/>
                </a:lnTo>
                <a:lnTo>
                  <a:pt x="300" y="772"/>
                </a:lnTo>
                <a:lnTo>
                  <a:pt x="299" y="772"/>
                </a:lnTo>
                <a:lnTo>
                  <a:pt x="298" y="772"/>
                </a:lnTo>
                <a:lnTo>
                  <a:pt x="298" y="771"/>
                </a:lnTo>
                <a:lnTo>
                  <a:pt x="297" y="771"/>
                </a:lnTo>
                <a:lnTo>
                  <a:pt x="297" y="770"/>
                </a:lnTo>
                <a:lnTo>
                  <a:pt x="296" y="770"/>
                </a:lnTo>
                <a:lnTo>
                  <a:pt x="296" y="769"/>
                </a:lnTo>
                <a:lnTo>
                  <a:pt x="295" y="769"/>
                </a:lnTo>
                <a:lnTo>
                  <a:pt x="295" y="768"/>
                </a:lnTo>
                <a:lnTo>
                  <a:pt x="295" y="767"/>
                </a:lnTo>
                <a:lnTo>
                  <a:pt x="295" y="766"/>
                </a:lnTo>
                <a:lnTo>
                  <a:pt x="294" y="766"/>
                </a:lnTo>
                <a:lnTo>
                  <a:pt x="293" y="766"/>
                </a:lnTo>
                <a:lnTo>
                  <a:pt x="293" y="765"/>
                </a:lnTo>
                <a:lnTo>
                  <a:pt x="293" y="766"/>
                </a:lnTo>
                <a:lnTo>
                  <a:pt x="292" y="766"/>
                </a:lnTo>
                <a:lnTo>
                  <a:pt x="291" y="766"/>
                </a:lnTo>
                <a:lnTo>
                  <a:pt x="290" y="766"/>
                </a:lnTo>
                <a:lnTo>
                  <a:pt x="289" y="766"/>
                </a:lnTo>
                <a:lnTo>
                  <a:pt x="288" y="766"/>
                </a:lnTo>
                <a:lnTo>
                  <a:pt x="287" y="766"/>
                </a:lnTo>
                <a:lnTo>
                  <a:pt x="287" y="765"/>
                </a:lnTo>
                <a:lnTo>
                  <a:pt x="286" y="765"/>
                </a:lnTo>
                <a:lnTo>
                  <a:pt x="286" y="764"/>
                </a:lnTo>
                <a:lnTo>
                  <a:pt x="285" y="763"/>
                </a:lnTo>
                <a:lnTo>
                  <a:pt x="284" y="763"/>
                </a:lnTo>
                <a:lnTo>
                  <a:pt x="283" y="762"/>
                </a:lnTo>
                <a:lnTo>
                  <a:pt x="283" y="761"/>
                </a:lnTo>
                <a:lnTo>
                  <a:pt x="282" y="761"/>
                </a:lnTo>
                <a:lnTo>
                  <a:pt x="282" y="760"/>
                </a:lnTo>
                <a:lnTo>
                  <a:pt x="282" y="761"/>
                </a:lnTo>
                <a:lnTo>
                  <a:pt x="281" y="761"/>
                </a:lnTo>
                <a:lnTo>
                  <a:pt x="281" y="760"/>
                </a:lnTo>
                <a:lnTo>
                  <a:pt x="280" y="760"/>
                </a:lnTo>
                <a:lnTo>
                  <a:pt x="280" y="759"/>
                </a:lnTo>
                <a:lnTo>
                  <a:pt x="279" y="759"/>
                </a:lnTo>
                <a:lnTo>
                  <a:pt x="278" y="759"/>
                </a:lnTo>
                <a:lnTo>
                  <a:pt x="278" y="758"/>
                </a:lnTo>
                <a:lnTo>
                  <a:pt x="277" y="758"/>
                </a:lnTo>
                <a:lnTo>
                  <a:pt x="276" y="758"/>
                </a:lnTo>
                <a:lnTo>
                  <a:pt x="275" y="758"/>
                </a:lnTo>
                <a:lnTo>
                  <a:pt x="275" y="757"/>
                </a:lnTo>
                <a:lnTo>
                  <a:pt x="274" y="757"/>
                </a:lnTo>
                <a:lnTo>
                  <a:pt x="273" y="756"/>
                </a:lnTo>
                <a:lnTo>
                  <a:pt x="273" y="755"/>
                </a:lnTo>
                <a:lnTo>
                  <a:pt x="273" y="754"/>
                </a:lnTo>
                <a:lnTo>
                  <a:pt x="273" y="753"/>
                </a:lnTo>
                <a:lnTo>
                  <a:pt x="273" y="752"/>
                </a:lnTo>
                <a:lnTo>
                  <a:pt x="273" y="751"/>
                </a:lnTo>
                <a:lnTo>
                  <a:pt x="272" y="751"/>
                </a:lnTo>
                <a:lnTo>
                  <a:pt x="271" y="751"/>
                </a:lnTo>
                <a:lnTo>
                  <a:pt x="271" y="750"/>
                </a:lnTo>
                <a:lnTo>
                  <a:pt x="270" y="749"/>
                </a:lnTo>
                <a:lnTo>
                  <a:pt x="269" y="749"/>
                </a:lnTo>
                <a:lnTo>
                  <a:pt x="269" y="750"/>
                </a:lnTo>
                <a:lnTo>
                  <a:pt x="268" y="750"/>
                </a:lnTo>
                <a:lnTo>
                  <a:pt x="267" y="750"/>
                </a:lnTo>
                <a:lnTo>
                  <a:pt x="266" y="750"/>
                </a:lnTo>
                <a:lnTo>
                  <a:pt x="265" y="750"/>
                </a:lnTo>
                <a:lnTo>
                  <a:pt x="264" y="750"/>
                </a:lnTo>
                <a:lnTo>
                  <a:pt x="263" y="750"/>
                </a:lnTo>
                <a:lnTo>
                  <a:pt x="262" y="750"/>
                </a:lnTo>
                <a:lnTo>
                  <a:pt x="261" y="750"/>
                </a:lnTo>
                <a:lnTo>
                  <a:pt x="261" y="751"/>
                </a:lnTo>
                <a:lnTo>
                  <a:pt x="260" y="751"/>
                </a:lnTo>
                <a:lnTo>
                  <a:pt x="259" y="751"/>
                </a:lnTo>
                <a:lnTo>
                  <a:pt x="259" y="750"/>
                </a:lnTo>
                <a:lnTo>
                  <a:pt x="259" y="751"/>
                </a:lnTo>
                <a:lnTo>
                  <a:pt x="258" y="752"/>
                </a:lnTo>
                <a:lnTo>
                  <a:pt x="257" y="752"/>
                </a:lnTo>
                <a:lnTo>
                  <a:pt x="257" y="753"/>
                </a:lnTo>
                <a:lnTo>
                  <a:pt x="255" y="753"/>
                </a:lnTo>
                <a:lnTo>
                  <a:pt x="254" y="752"/>
                </a:lnTo>
                <a:lnTo>
                  <a:pt x="253" y="751"/>
                </a:lnTo>
                <a:lnTo>
                  <a:pt x="252" y="751"/>
                </a:lnTo>
                <a:lnTo>
                  <a:pt x="251" y="750"/>
                </a:lnTo>
                <a:lnTo>
                  <a:pt x="250" y="749"/>
                </a:lnTo>
                <a:lnTo>
                  <a:pt x="249" y="748"/>
                </a:lnTo>
                <a:lnTo>
                  <a:pt x="249" y="749"/>
                </a:lnTo>
                <a:lnTo>
                  <a:pt x="248" y="749"/>
                </a:lnTo>
                <a:lnTo>
                  <a:pt x="248" y="750"/>
                </a:lnTo>
                <a:lnTo>
                  <a:pt x="247" y="750"/>
                </a:lnTo>
                <a:lnTo>
                  <a:pt x="246" y="750"/>
                </a:lnTo>
                <a:lnTo>
                  <a:pt x="246" y="751"/>
                </a:lnTo>
                <a:lnTo>
                  <a:pt x="246" y="752"/>
                </a:lnTo>
                <a:lnTo>
                  <a:pt x="245" y="752"/>
                </a:lnTo>
                <a:lnTo>
                  <a:pt x="245" y="753"/>
                </a:lnTo>
                <a:lnTo>
                  <a:pt x="244" y="753"/>
                </a:lnTo>
                <a:lnTo>
                  <a:pt x="245" y="753"/>
                </a:lnTo>
                <a:lnTo>
                  <a:pt x="244" y="754"/>
                </a:lnTo>
                <a:lnTo>
                  <a:pt x="243" y="754"/>
                </a:lnTo>
                <a:lnTo>
                  <a:pt x="243" y="753"/>
                </a:lnTo>
                <a:lnTo>
                  <a:pt x="242" y="753"/>
                </a:lnTo>
                <a:lnTo>
                  <a:pt x="241" y="752"/>
                </a:lnTo>
                <a:lnTo>
                  <a:pt x="241" y="753"/>
                </a:lnTo>
                <a:lnTo>
                  <a:pt x="240" y="753"/>
                </a:lnTo>
                <a:lnTo>
                  <a:pt x="240" y="754"/>
                </a:lnTo>
                <a:lnTo>
                  <a:pt x="239" y="754"/>
                </a:lnTo>
                <a:lnTo>
                  <a:pt x="238" y="754"/>
                </a:lnTo>
                <a:lnTo>
                  <a:pt x="237" y="754"/>
                </a:lnTo>
                <a:lnTo>
                  <a:pt x="236" y="754"/>
                </a:lnTo>
                <a:lnTo>
                  <a:pt x="236" y="753"/>
                </a:lnTo>
                <a:lnTo>
                  <a:pt x="235" y="753"/>
                </a:lnTo>
                <a:lnTo>
                  <a:pt x="234" y="753"/>
                </a:lnTo>
                <a:lnTo>
                  <a:pt x="233" y="753"/>
                </a:lnTo>
                <a:lnTo>
                  <a:pt x="233" y="754"/>
                </a:lnTo>
                <a:lnTo>
                  <a:pt x="232" y="754"/>
                </a:lnTo>
                <a:lnTo>
                  <a:pt x="231" y="755"/>
                </a:lnTo>
                <a:lnTo>
                  <a:pt x="230" y="754"/>
                </a:lnTo>
                <a:lnTo>
                  <a:pt x="229" y="755"/>
                </a:lnTo>
                <a:lnTo>
                  <a:pt x="229" y="756"/>
                </a:lnTo>
                <a:lnTo>
                  <a:pt x="229" y="757"/>
                </a:lnTo>
                <a:lnTo>
                  <a:pt x="229" y="758"/>
                </a:lnTo>
                <a:lnTo>
                  <a:pt x="229" y="759"/>
                </a:lnTo>
                <a:lnTo>
                  <a:pt x="228" y="759"/>
                </a:lnTo>
                <a:lnTo>
                  <a:pt x="228" y="760"/>
                </a:lnTo>
                <a:lnTo>
                  <a:pt x="227" y="760"/>
                </a:lnTo>
                <a:lnTo>
                  <a:pt x="227" y="761"/>
                </a:lnTo>
                <a:lnTo>
                  <a:pt x="226" y="761"/>
                </a:lnTo>
                <a:lnTo>
                  <a:pt x="225" y="762"/>
                </a:lnTo>
                <a:lnTo>
                  <a:pt x="225" y="761"/>
                </a:lnTo>
                <a:lnTo>
                  <a:pt x="224" y="761"/>
                </a:lnTo>
                <a:lnTo>
                  <a:pt x="224" y="760"/>
                </a:lnTo>
                <a:lnTo>
                  <a:pt x="223" y="760"/>
                </a:lnTo>
                <a:lnTo>
                  <a:pt x="221" y="758"/>
                </a:lnTo>
                <a:lnTo>
                  <a:pt x="221" y="757"/>
                </a:lnTo>
                <a:lnTo>
                  <a:pt x="220" y="757"/>
                </a:lnTo>
                <a:lnTo>
                  <a:pt x="220" y="756"/>
                </a:lnTo>
                <a:lnTo>
                  <a:pt x="219" y="756"/>
                </a:lnTo>
                <a:lnTo>
                  <a:pt x="219" y="755"/>
                </a:lnTo>
                <a:lnTo>
                  <a:pt x="218" y="755"/>
                </a:lnTo>
                <a:lnTo>
                  <a:pt x="217" y="755"/>
                </a:lnTo>
                <a:lnTo>
                  <a:pt x="216" y="756"/>
                </a:lnTo>
                <a:lnTo>
                  <a:pt x="215" y="756"/>
                </a:lnTo>
                <a:lnTo>
                  <a:pt x="214" y="755"/>
                </a:lnTo>
                <a:lnTo>
                  <a:pt x="213" y="754"/>
                </a:lnTo>
                <a:lnTo>
                  <a:pt x="212" y="754"/>
                </a:lnTo>
                <a:lnTo>
                  <a:pt x="212" y="753"/>
                </a:lnTo>
                <a:lnTo>
                  <a:pt x="211" y="753"/>
                </a:lnTo>
                <a:lnTo>
                  <a:pt x="211" y="752"/>
                </a:lnTo>
                <a:lnTo>
                  <a:pt x="210" y="751"/>
                </a:lnTo>
                <a:lnTo>
                  <a:pt x="210" y="750"/>
                </a:lnTo>
                <a:lnTo>
                  <a:pt x="210" y="749"/>
                </a:lnTo>
                <a:lnTo>
                  <a:pt x="209" y="749"/>
                </a:lnTo>
                <a:lnTo>
                  <a:pt x="208" y="748"/>
                </a:lnTo>
                <a:lnTo>
                  <a:pt x="208" y="747"/>
                </a:lnTo>
                <a:lnTo>
                  <a:pt x="207" y="747"/>
                </a:lnTo>
                <a:lnTo>
                  <a:pt x="207" y="746"/>
                </a:lnTo>
                <a:lnTo>
                  <a:pt x="207" y="745"/>
                </a:lnTo>
                <a:lnTo>
                  <a:pt x="206" y="745"/>
                </a:lnTo>
                <a:lnTo>
                  <a:pt x="206" y="744"/>
                </a:lnTo>
                <a:lnTo>
                  <a:pt x="205" y="742"/>
                </a:lnTo>
                <a:lnTo>
                  <a:pt x="204" y="742"/>
                </a:lnTo>
                <a:lnTo>
                  <a:pt x="203" y="743"/>
                </a:lnTo>
                <a:lnTo>
                  <a:pt x="202" y="743"/>
                </a:lnTo>
                <a:lnTo>
                  <a:pt x="201" y="743"/>
                </a:lnTo>
                <a:lnTo>
                  <a:pt x="200" y="742"/>
                </a:lnTo>
                <a:lnTo>
                  <a:pt x="200" y="741"/>
                </a:lnTo>
                <a:lnTo>
                  <a:pt x="200" y="740"/>
                </a:lnTo>
                <a:lnTo>
                  <a:pt x="199" y="739"/>
                </a:lnTo>
                <a:lnTo>
                  <a:pt x="200" y="739"/>
                </a:lnTo>
                <a:lnTo>
                  <a:pt x="200" y="738"/>
                </a:lnTo>
                <a:lnTo>
                  <a:pt x="199" y="736"/>
                </a:lnTo>
                <a:lnTo>
                  <a:pt x="198" y="736"/>
                </a:lnTo>
                <a:lnTo>
                  <a:pt x="197" y="736"/>
                </a:lnTo>
                <a:lnTo>
                  <a:pt x="197" y="735"/>
                </a:lnTo>
                <a:lnTo>
                  <a:pt x="196" y="735"/>
                </a:lnTo>
                <a:lnTo>
                  <a:pt x="196" y="734"/>
                </a:lnTo>
                <a:lnTo>
                  <a:pt x="195" y="734"/>
                </a:lnTo>
                <a:lnTo>
                  <a:pt x="195" y="735"/>
                </a:lnTo>
                <a:lnTo>
                  <a:pt x="194" y="735"/>
                </a:lnTo>
                <a:lnTo>
                  <a:pt x="193" y="735"/>
                </a:lnTo>
                <a:lnTo>
                  <a:pt x="192" y="735"/>
                </a:lnTo>
                <a:lnTo>
                  <a:pt x="192" y="734"/>
                </a:lnTo>
                <a:lnTo>
                  <a:pt x="191" y="734"/>
                </a:lnTo>
                <a:lnTo>
                  <a:pt x="190" y="735"/>
                </a:lnTo>
                <a:lnTo>
                  <a:pt x="189" y="735"/>
                </a:lnTo>
                <a:lnTo>
                  <a:pt x="188" y="736"/>
                </a:lnTo>
                <a:lnTo>
                  <a:pt x="187" y="736"/>
                </a:lnTo>
                <a:lnTo>
                  <a:pt x="186" y="736"/>
                </a:lnTo>
                <a:lnTo>
                  <a:pt x="186" y="737"/>
                </a:lnTo>
                <a:lnTo>
                  <a:pt x="185" y="737"/>
                </a:lnTo>
                <a:lnTo>
                  <a:pt x="184" y="737"/>
                </a:lnTo>
                <a:lnTo>
                  <a:pt x="183" y="736"/>
                </a:lnTo>
                <a:lnTo>
                  <a:pt x="182" y="736"/>
                </a:lnTo>
                <a:lnTo>
                  <a:pt x="182" y="735"/>
                </a:lnTo>
                <a:lnTo>
                  <a:pt x="181" y="734"/>
                </a:lnTo>
                <a:lnTo>
                  <a:pt x="181" y="733"/>
                </a:lnTo>
                <a:lnTo>
                  <a:pt x="180" y="733"/>
                </a:lnTo>
                <a:lnTo>
                  <a:pt x="180" y="734"/>
                </a:lnTo>
                <a:lnTo>
                  <a:pt x="179" y="734"/>
                </a:lnTo>
                <a:lnTo>
                  <a:pt x="178" y="734"/>
                </a:lnTo>
                <a:lnTo>
                  <a:pt x="178" y="733"/>
                </a:lnTo>
                <a:lnTo>
                  <a:pt x="177" y="733"/>
                </a:lnTo>
                <a:lnTo>
                  <a:pt x="177" y="732"/>
                </a:lnTo>
                <a:lnTo>
                  <a:pt x="178" y="732"/>
                </a:lnTo>
                <a:lnTo>
                  <a:pt x="178" y="731"/>
                </a:lnTo>
                <a:lnTo>
                  <a:pt x="178" y="730"/>
                </a:lnTo>
                <a:lnTo>
                  <a:pt x="178" y="729"/>
                </a:lnTo>
                <a:lnTo>
                  <a:pt x="177" y="729"/>
                </a:lnTo>
                <a:lnTo>
                  <a:pt x="176" y="727"/>
                </a:lnTo>
                <a:lnTo>
                  <a:pt x="176" y="726"/>
                </a:lnTo>
                <a:lnTo>
                  <a:pt x="176" y="725"/>
                </a:lnTo>
                <a:lnTo>
                  <a:pt x="176" y="724"/>
                </a:lnTo>
                <a:lnTo>
                  <a:pt x="176" y="722"/>
                </a:lnTo>
                <a:lnTo>
                  <a:pt x="176" y="721"/>
                </a:lnTo>
                <a:lnTo>
                  <a:pt x="176" y="722"/>
                </a:lnTo>
                <a:lnTo>
                  <a:pt x="175" y="722"/>
                </a:lnTo>
                <a:lnTo>
                  <a:pt x="175" y="721"/>
                </a:lnTo>
                <a:lnTo>
                  <a:pt x="174" y="721"/>
                </a:lnTo>
                <a:lnTo>
                  <a:pt x="173" y="721"/>
                </a:lnTo>
                <a:lnTo>
                  <a:pt x="172" y="721"/>
                </a:lnTo>
                <a:lnTo>
                  <a:pt x="171" y="720"/>
                </a:lnTo>
                <a:lnTo>
                  <a:pt x="171" y="721"/>
                </a:lnTo>
                <a:lnTo>
                  <a:pt x="170" y="721"/>
                </a:lnTo>
                <a:lnTo>
                  <a:pt x="170" y="722"/>
                </a:lnTo>
                <a:lnTo>
                  <a:pt x="170" y="723"/>
                </a:lnTo>
                <a:lnTo>
                  <a:pt x="169" y="723"/>
                </a:lnTo>
                <a:lnTo>
                  <a:pt x="168" y="724"/>
                </a:lnTo>
                <a:lnTo>
                  <a:pt x="167" y="725"/>
                </a:lnTo>
                <a:lnTo>
                  <a:pt x="166" y="725"/>
                </a:lnTo>
                <a:lnTo>
                  <a:pt x="165" y="725"/>
                </a:lnTo>
                <a:lnTo>
                  <a:pt x="165" y="726"/>
                </a:lnTo>
                <a:lnTo>
                  <a:pt x="164" y="726"/>
                </a:lnTo>
                <a:lnTo>
                  <a:pt x="164" y="727"/>
                </a:lnTo>
                <a:lnTo>
                  <a:pt x="164" y="728"/>
                </a:lnTo>
                <a:lnTo>
                  <a:pt x="163" y="728"/>
                </a:lnTo>
                <a:lnTo>
                  <a:pt x="163" y="729"/>
                </a:lnTo>
                <a:lnTo>
                  <a:pt x="162" y="729"/>
                </a:lnTo>
                <a:lnTo>
                  <a:pt x="162" y="730"/>
                </a:lnTo>
                <a:lnTo>
                  <a:pt x="163" y="730"/>
                </a:lnTo>
                <a:lnTo>
                  <a:pt x="163" y="731"/>
                </a:lnTo>
                <a:lnTo>
                  <a:pt x="162" y="731"/>
                </a:lnTo>
                <a:lnTo>
                  <a:pt x="162" y="732"/>
                </a:lnTo>
                <a:lnTo>
                  <a:pt x="163" y="732"/>
                </a:lnTo>
                <a:lnTo>
                  <a:pt x="162" y="733"/>
                </a:lnTo>
                <a:lnTo>
                  <a:pt x="161" y="733"/>
                </a:lnTo>
                <a:lnTo>
                  <a:pt x="161" y="734"/>
                </a:lnTo>
                <a:lnTo>
                  <a:pt x="162" y="735"/>
                </a:lnTo>
                <a:lnTo>
                  <a:pt x="161" y="735"/>
                </a:lnTo>
                <a:lnTo>
                  <a:pt x="160" y="735"/>
                </a:lnTo>
                <a:lnTo>
                  <a:pt x="160" y="734"/>
                </a:lnTo>
                <a:lnTo>
                  <a:pt x="159" y="734"/>
                </a:lnTo>
                <a:lnTo>
                  <a:pt x="159" y="735"/>
                </a:lnTo>
                <a:lnTo>
                  <a:pt x="159" y="734"/>
                </a:lnTo>
                <a:lnTo>
                  <a:pt x="158" y="734"/>
                </a:lnTo>
                <a:lnTo>
                  <a:pt x="158" y="733"/>
                </a:lnTo>
                <a:lnTo>
                  <a:pt x="157" y="732"/>
                </a:lnTo>
                <a:lnTo>
                  <a:pt x="156" y="732"/>
                </a:lnTo>
                <a:lnTo>
                  <a:pt x="155" y="731"/>
                </a:lnTo>
                <a:lnTo>
                  <a:pt x="155" y="730"/>
                </a:lnTo>
                <a:lnTo>
                  <a:pt x="155" y="729"/>
                </a:lnTo>
                <a:lnTo>
                  <a:pt x="154" y="729"/>
                </a:lnTo>
                <a:lnTo>
                  <a:pt x="154" y="728"/>
                </a:lnTo>
                <a:lnTo>
                  <a:pt x="153" y="728"/>
                </a:lnTo>
                <a:lnTo>
                  <a:pt x="153" y="727"/>
                </a:lnTo>
                <a:lnTo>
                  <a:pt x="152" y="727"/>
                </a:lnTo>
                <a:lnTo>
                  <a:pt x="152" y="728"/>
                </a:lnTo>
                <a:lnTo>
                  <a:pt x="151" y="728"/>
                </a:lnTo>
                <a:lnTo>
                  <a:pt x="151" y="727"/>
                </a:lnTo>
                <a:lnTo>
                  <a:pt x="150" y="727"/>
                </a:lnTo>
                <a:lnTo>
                  <a:pt x="149" y="727"/>
                </a:lnTo>
                <a:lnTo>
                  <a:pt x="148" y="727"/>
                </a:lnTo>
                <a:lnTo>
                  <a:pt x="148" y="726"/>
                </a:lnTo>
                <a:lnTo>
                  <a:pt x="147" y="726"/>
                </a:lnTo>
                <a:lnTo>
                  <a:pt x="147" y="725"/>
                </a:lnTo>
                <a:lnTo>
                  <a:pt x="148" y="724"/>
                </a:lnTo>
                <a:lnTo>
                  <a:pt x="147" y="724"/>
                </a:lnTo>
                <a:lnTo>
                  <a:pt x="146" y="724"/>
                </a:lnTo>
                <a:lnTo>
                  <a:pt x="145" y="723"/>
                </a:lnTo>
                <a:lnTo>
                  <a:pt x="144" y="722"/>
                </a:lnTo>
                <a:lnTo>
                  <a:pt x="143" y="722"/>
                </a:lnTo>
                <a:lnTo>
                  <a:pt x="144" y="721"/>
                </a:lnTo>
                <a:lnTo>
                  <a:pt x="145" y="721"/>
                </a:lnTo>
                <a:lnTo>
                  <a:pt x="145" y="720"/>
                </a:lnTo>
                <a:lnTo>
                  <a:pt x="145" y="719"/>
                </a:lnTo>
                <a:lnTo>
                  <a:pt x="145" y="718"/>
                </a:lnTo>
                <a:lnTo>
                  <a:pt x="146" y="717"/>
                </a:lnTo>
                <a:lnTo>
                  <a:pt x="146" y="716"/>
                </a:lnTo>
                <a:lnTo>
                  <a:pt x="146" y="715"/>
                </a:lnTo>
                <a:lnTo>
                  <a:pt x="146" y="714"/>
                </a:lnTo>
                <a:lnTo>
                  <a:pt x="146" y="713"/>
                </a:lnTo>
                <a:lnTo>
                  <a:pt x="145" y="713"/>
                </a:lnTo>
                <a:lnTo>
                  <a:pt x="145" y="712"/>
                </a:lnTo>
                <a:lnTo>
                  <a:pt x="145" y="711"/>
                </a:lnTo>
                <a:lnTo>
                  <a:pt x="146" y="710"/>
                </a:lnTo>
                <a:lnTo>
                  <a:pt x="146" y="709"/>
                </a:lnTo>
                <a:lnTo>
                  <a:pt x="145" y="708"/>
                </a:lnTo>
                <a:lnTo>
                  <a:pt x="144" y="708"/>
                </a:lnTo>
                <a:lnTo>
                  <a:pt x="143" y="708"/>
                </a:lnTo>
                <a:lnTo>
                  <a:pt x="142" y="707"/>
                </a:lnTo>
                <a:lnTo>
                  <a:pt x="142" y="706"/>
                </a:lnTo>
                <a:lnTo>
                  <a:pt x="143" y="705"/>
                </a:lnTo>
                <a:lnTo>
                  <a:pt x="143" y="704"/>
                </a:lnTo>
                <a:lnTo>
                  <a:pt x="142" y="703"/>
                </a:lnTo>
                <a:lnTo>
                  <a:pt x="141" y="703"/>
                </a:lnTo>
                <a:lnTo>
                  <a:pt x="141" y="704"/>
                </a:lnTo>
                <a:lnTo>
                  <a:pt x="140" y="704"/>
                </a:lnTo>
                <a:lnTo>
                  <a:pt x="140" y="703"/>
                </a:lnTo>
                <a:lnTo>
                  <a:pt x="138" y="703"/>
                </a:lnTo>
                <a:lnTo>
                  <a:pt x="138" y="702"/>
                </a:lnTo>
                <a:lnTo>
                  <a:pt x="137" y="703"/>
                </a:lnTo>
                <a:lnTo>
                  <a:pt x="136" y="704"/>
                </a:lnTo>
                <a:lnTo>
                  <a:pt x="135" y="704"/>
                </a:lnTo>
                <a:lnTo>
                  <a:pt x="134" y="703"/>
                </a:lnTo>
                <a:lnTo>
                  <a:pt x="133" y="703"/>
                </a:lnTo>
                <a:lnTo>
                  <a:pt x="132" y="703"/>
                </a:lnTo>
                <a:lnTo>
                  <a:pt x="132" y="704"/>
                </a:lnTo>
                <a:lnTo>
                  <a:pt x="131" y="704"/>
                </a:lnTo>
                <a:lnTo>
                  <a:pt x="130" y="704"/>
                </a:lnTo>
                <a:lnTo>
                  <a:pt x="129" y="704"/>
                </a:lnTo>
                <a:lnTo>
                  <a:pt x="128" y="704"/>
                </a:lnTo>
                <a:lnTo>
                  <a:pt x="128" y="703"/>
                </a:lnTo>
                <a:lnTo>
                  <a:pt x="128" y="702"/>
                </a:lnTo>
                <a:lnTo>
                  <a:pt x="127" y="703"/>
                </a:lnTo>
                <a:lnTo>
                  <a:pt x="126" y="703"/>
                </a:lnTo>
                <a:lnTo>
                  <a:pt x="125" y="702"/>
                </a:lnTo>
                <a:lnTo>
                  <a:pt x="124" y="702"/>
                </a:lnTo>
                <a:lnTo>
                  <a:pt x="123" y="703"/>
                </a:lnTo>
                <a:lnTo>
                  <a:pt x="123" y="704"/>
                </a:lnTo>
                <a:lnTo>
                  <a:pt x="120" y="704"/>
                </a:lnTo>
                <a:lnTo>
                  <a:pt x="119" y="704"/>
                </a:lnTo>
                <a:lnTo>
                  <a:pt x="118" y="704"/>
                </a:lnTo>
                <a:lnTo>
                  <a:pt x="117" y="704"/>
                </a:lnTo>
                <a:lnTo>
                  <a:pt x="117" y="705"/>
                </a:lnTo>
                <a:lnTo>
                  <a:pt x="116" y="705"/>
                </a:lnTo>
                <a:lnTo>
                  <a:pt x="116" y="704"/>
                </a:lnTo>
                <a:lnTo>
                  <a:pt x="116" y="703"/>
                </a:lnTo>
                <a:lnTo>
                  <a:pt x="116" y="702"/>
                </a:lnTo>
                <a:lnTo>
                  <a:pt x="117" y="701"/>
                </a:lnTo>
                <a:lnTo>
                  <a:pt x="116" y="701"/>
                </a:lnTo>
                <a:lnTo>
                  <a:pt x="115" y="701"/>
                </a:lnTo>
                <a:lnTo>
                  <a:pt x="114" y="701"/>
                </a:lnTo>
                <a:lnTo>
                  <a:pt x="113" y="701"/>
                </a:lnTo>
                <a:lnTo>
                  <a:pt x="112" y="701"/>
                </a:lnTo>
                <a:lnTo>
                  <a:pt x="111" y="701"/>
                </a:lnTo>
                <a:lnTo>
                  <a:pt x="111" y="702"/>
                </a:lnTo>
                <a:lnTo>
                  <a:pt x="110" y="702"/>
                </a:lnTo>
                <a:lnTo>
                  <a:pt x="110" y="703"/>
                </a:lnTo>
                <a:lnTo>
                  <a:pt x="108" y="704"/>
                </a:lnTo>
                <a:lnTo>
                  <a:pt x="107" y="704"/>
                </a:lnTo>
                <a:lnTo>
                  <a:pt x="107" y="705"/>
                </a:lnTo>
                <a:lnTo>
                  <a:pt x="106" y="706"/>
                </a:lnTo>
                <a:lnTo>
                  <a:pt x="105" y="706"/>
                </a:lnTo>
                <a:lnTo>
                  <a:pt x="104" y="706"/>
                </a:lnTo>
                <a:lnTo>
                  <a:pt x="103" y="706"/>
                </a:lnTo>
                <a:lnTo>
                  <a:pt x="103" y="707"/>
                </a:lnTo>
                <a:lnTo>
                  <a:pt x="102" y="707"/>
                </a:lnTo>
                <a:lnTo>
                  <a:pt x="101" y="707"/>
                </a:lnTo>
                <a:lnTo>
                  <a:pt x="100" y="706"/>
                </a:lnTo>
                <a:lnTo>
                  <a:pt x="99" y="706"/>
                </a:lnTo>
                <a:lnTo>
                  <a:pt x="98" y="706"/>
                </a:lnTo>
                <a:lnTo>
                  <a:pt x="98" y="707"/>
                </a:lnTo>
                <a:lnTo>
                  <a:pt x="97" y="707"/>
                </a:lnTo>
                <a:lnTo>
                  <a:pt x="97" y="708"/>
                </a:lnTo>
                <a:lnTo>
                  <a:pt x="96" y="708"/>
                </a:lnTo>
                <a:lnTo>
                  <a:pt x="96" y="707"/>
                </a:lnTo>
                <a:lnTo>
                  <a:pt x="95" y="707"/>
                </a:lnTo>
                <a:lnTo>
                  <a:pt x="95" y="708"/>
                </a:lnTo>
                <a:lnTo>
                  <a:pt x="94" y="708"/>
                </a:lnTo>
                <a:lnTo>
                  <a:pt x="93" y="708"/>
                </a:lnTo>
                <a:lnTo>
                  <a:pt x="92" y="708"/>
                </a:lnTo>
                <a:lnTo>
                  <a:pt x="91" y="709"/>
                </a:lnTo>
                <a:lnTo>
                  <a:pt x="91" y="710"/>
                </a:lnTo>
                <a:lnTo>
                  <a:pt x="89" y="710"/>
                </a:lnTo>
                <a:lnTo>
                  <a:pt x="88" y="710"/>
                </a:lnTo>
                <a:lnTo>
                  <a:pt x="87" y="709"/>
                </a:lnTo>
                <a:lnTo>
                  <a:pt x="87" y="710"/>
                </a:lnTo>
                <a:lnTo>
                  <a:pt x="87" y="711"/>
                </a:lnTo>
                <a:lnTo>
                  <a:pt x="86" y="711"/>
                </a:lnTo>
                <a:lnTo>
                  <a:pt x="85" y="713"/>
                </a:lnTo>
                <a:lnTo>
                  <a:pt x="84" y="713"/>
                </a:lnTo>
                <a:lnTo>
                  <a:pt x="83" y="713"/>
                </a:lnTo>
                <a:lnTo>
                  <a:pt x="82" y="713"/>
                </a:lnTo>
                <a:lnTo>
                  <a:pt x="81" y="713"/>
                </a:lnTo>
                <a:lnTo>
                  <a:pt x="80" y="711"/>
                </a:lnTo>
                <a:lnTo>
                  <a:pt x="81" y="711"/>
                </a:lnTo>
                <a:lnTo>
                  <a:pt x="81" y="710"/>
                </a:lnTo>
                <a:lnTo>
                  <a:pt x="80" y="710"/>
                </a:lnTo>
                <a:lnTo>
                  <a:pt x="79" y="709"/>
                </a:lnTo>
                <a:lnTo>
                  <a:pt x="78" y="708"/>
                </a:lnTo>
                <a:lnTo>
                  <a:pt x="77" y="708"/>
                </a:lnTo>
                <a:lnTo>
                  <a:pt x="76" y="708"/>
                </a:lnTo>
                <a:lnTo>
                  <a:pt x="75" y="708"/>
                </a:lnTo>
                <a:lnTo>
                  <a:pt x="74" y="708"/>
                </a:lnTo>
                <a:lnTo>
                  <a:pt x="73" y="707"/>
                </a:lnTo>
                <a:lnTo>
                  <a:pt x="72" y="707"/>
                </a:lnTo>
                <a:lnTo>
                  <a:pt x="72" y="708"/>
                </a:lnTo>
                <a:lnTo>
                  <a:pt x="71" y="708"/>
                </a:lnTo>
                <a:lnTo>
                  <a:pt x="70" y="708"/>
                </a:lnTo>
                <a:lnTo>
                  <a:pt x="70" y="707"/>
                </a:lnTo>
                <a:lnTo>
                  <a:pt x="70" y="706"/>
                </a:lnTo>
                <a:lnTo>
                  <a:pt x="69" y="706"/>
                </a:lnTo>
                <a:lnTo>
                  <a:pt x="69" y="705"/>
                </a:lnTo>
                <a:lnTo>
                  <a:pt x="68" y="705"/>
                </a:lnTo>
                <a:lnTo>
                  <a:pt x="68" y="706"/>
                </a:lnTo>
                <a:lnTo>
                  <a:pt x="67" y="706"/>
                </a:lnTo>
                <a:lnTo>
                  <a:pt x="66" y="706"/>
                </a:lnTo>
                <a:lnTo>
                  <a:pt x="66" y="705"/>
                </a:lnTo>
                <a:lnTo>
                  <a:pt x="65" y="705"/>
                </a:lnTo>
                <a:lnTo>
                  <a:pt x="63" y="705"/>
                </a:lnTo>
                <a:lnTo>
                  <a:pt x="62" y="706"/>
                </a:lnTo>
                <a:lnTo>
                  <a:pt x="62" y="705"/>
                </a:lnTo>
                <a:lnTo>
                  <a:pt x="62" y="704"/>
                </a:lnTo>
                <a:lnTo>
                  <a:pt x="61" y="704"/>
                </a:lnTo>
                <a:lnTo>
                  <a:pt x="60" y="704"/>
                </a:lnTo>
                <a:lnTo>
                  <a:pt x="59" y="704"/>
                </a:lnTo>
                <a:lnTo>
                  <a:pt x="59" y="703"/>
                </a:lnTo>
                <a:lnTo>
                  <a:pt x="58" y="703"/>
                </a:lnTo>
                <a:lnTo>
                  <a:pt x="58" y="702"/>
                </a:lnTo>
                <a:lnTo>
                  <a:pt x="58" y="703"/>
                </a:lnTo>
                <a:lnTo>
                  <a:pt x="57" y="703"/>
                </a:lnTo>
                <a:lnTo>
                  <a:pt x="56" y="703"/>
                </a:lnTo>
                <a:lnTo>
                  <a:pt x="56" y="702"/>
                </a:lnTo>
                <a:lnTo>
                  <a:pt x="55" y="701"/>
                </a:lnTo>
                <a:lnTo>
                  <a:pt x="54" y="701"/>
                </a:lnTo>
                <a:lnTo>
                  <a:pt x="54" y="700"/>
                </a:lnTo>
                <a:lnTo>
                  <a:pt x="53" y="700"/>
                </a:lnTo>
                <a:lnTo>
                  <a:pt x="52" y="699"/>
                </a:lnTo>
                <a:lnTo>
                  <a:pt x="52" y="698"/>
                </a:lnTo>
                <a:lnTo>
                  <a:pt x="51" y="697"/>
                </a:lnTo>
                <a:lnTo>
                  <a:pt x="52" y="696"/>
                </a:lnTo>
                <a:lnTo>
                  <a:pt x="53" y="696"/>
                </a:lnTo>
                <a:lnTo>
                  <a:pt x="54" y="696"/>
                </a:lnTo>
                <a:lnTo>
                  <a:pt x="55" y="696"/>
                </a:lnTo>
                <a:lnTo>
                  <a:pt x="55" y="695"/>
                </a:lnTo>
                <a:lnTo>
                  <a:pt x="55" y="694"/>
                </a:lnTo>
                <a:lnTo>
                  <a:pt x="54" y="694"/>
                </a:lnTo>
                <a:lnTo>
                  <a:pt x="54" y="693"/>
                </a:lnTo>
                <a:lnTo>
                  <a:pt x="54" y="692"/>
                </a:lnTo>
                <a:lnTo>
                  <a:pt x="53" y="692"/>
                </a:lnTo>
                <a:lnTo>
                  <a:pt x="52" y="692"/>
                </a:lnTo>
                <a:lnTo>
                  <a:pt x="52" y="691"/>
                </a:lnTo>
                <a:lnTo>
                  <a:pt x="51" y="691"/>
                </a:lnTo>
                <a:lnTo>
                  <a:pt x="51" y="690"/>
                </a:lnTo>
                <a:lnTo>
                  <a:pt x="50" y="689"/>
                </a:lnTo>
                <a:lnTo>
                  <a:pt x="50" y="688"/>
                </a:lnTo>
                <a:lnTo>
                  <a:pt x="50" y="689"/>
                </a:lnTo>
                <a:lnTo>
                  <a:pt x="49" y="689"/>
                </a:lnTo>
                <a:lnTo>
                  <a:pt x="48" y="689"/>
                </a:lnTo>
                <a:lnTo>
                  <a:pt x="48" y="690"/>
                </a:lnTo>
                <a:lnTo>
                  <a:pt x="47" y="690"/>
                </a:lnTo>
                <a:lnTo>
                  <a:pt x="47" y="691"/>
                </a:lnTo>
                <a:lnTo>
                  <a:pt x="47" y="692"/>
                </a:lnTo>
                <a:lnTo>
                  <a:pt x="46" y="692"/>
                </a:lnTo>
                <a:lnTo>
                  <a:pt x="45" y="692"/>
                </a:lnTo>
                <a:lnTo>
                  <a:pt x="45" y="691"/>
                </a:lnTo>
                <a:lnTo>
                  <a:pt x="44" y="691"/>
                </a:lnTo>
                <a:lnTo>
                  <a:pt x="44" y="690"/>
                </a:lnTo>
                <a:lnTo>
                  <a:pt x="43" y="690"/>
                </a:lnTo>
                <a:lnTo>
                  <a:pt x="42" y="690"/>
                </a:lnTo>
                <a:lnTo>
                  <a:pt x="42" y="691"/>
                </a:lnTo>
                <a:lnTo>
                  <a:pt x="41" y="691"/>
                </a:lnTo>
                <a:lnTo>
                  <a:pt x="40" y="692"/>
                </a:lnTo>
                <a:lnTo>
                  <a:pt x="39" y="692"/>
                </a:lnTo>
                <a:lnTo>
                  <a:pt x="38" y="691"/>
                </a:lnTo>
                <a:lnTo>
                  <a:pt x="36" y="691"/>
                </a:lnTo>
                <a:lnTo>
                  <a:pt x="35" y="691"/>
                </a:lnTo>
                <a:lnTo>
                  <a:pt x="35" y="692"/>
                </a:lnTo>
                <a:lnTo>
                  <a:pt x="34" y="692"/>
                </a:lnTo>
                <a:lnTo>
                  <a:pt x="33" y="692"/>
                </a:lnTo>
                <a:lnTo>
                  <a:pt x="33" y="693"/>
                </a:lnTo>
                <a:lnTo>
                  <a:pt x="32" y="693"/>
                </a:lnTo>
                <a:lnTo>
                  <a:pt x="31" y="692"/>
                </a:lnTo>
                <a:lnTo>
                  <a:pt x="30" y="692"/>
                </a:lnTo>
                <a:lnTo>
                  <a:pt x="30" y="693"/>
                </a:lnTo>
                <a:lnTo>
                  <a:pt x="30" y="694"/>
                </a:lnTo>
                <a:lnTo>
                  <a:pt x="30" y="695"/>
                </a:lnTo>
                <a:lnTo>
                  <a:pt x="30" y="696"/>
                </a:lnTo>
                <a:lnTo>
                  <a:pt x="30" y="697"/>
                </a:lnTo>
                <a:lnTo>
                  <a:pt x="30" y="698"/>
                </a:lnTo>
                <a:lnTo>
                  <a:pt x="30" y="697"/>
                </a:lnTo>
                <a:lnTo>
                  <a:pt x="29" y="697"/>
                </a:lnTo>
                <a:lnTo>
                  <a:pt x="29" y="698"/>
                </a:lnTo>
                <a:lnTo>
                  <a:pt x="28" y="699"/>
                </a:lnTo>
                <a:lnTo>
                  <a:pt x="27" y="699"/>
                </a:lnTo>
                <a:lnTo>
                  <a:pt x="26" y="700"/>
                </a:lnTo>
                <a:lnTo>
                  <a:pt x="26" y="699"/>
                </a:lnTo>
                <a:lnTo>
                  <a:pt x="25" y="698"/>
                </a:lnTo>
                <a:lnTo>
                  <a:pt x="24" y="698"/>
                </a:lnTo>
                <a:lnTo>
                  <a:pt x="23" y="698"/>
                </a:lnTo>
                <a:lnTo>
                  <a:pt x="23" y="699"/>
                </a:lnTo>
                <a:lnTo>
                  <a:pt x="22" y="699"/>
                </a:lnTo>
                <a:lnTo>
                  <a:pt x="21" y="699"/>
                </a:lnTo>
                <a:lnTo>
                  <a:pt x="20" y="699"/>
                </a:lnTo>
                <a:lnTo>
                  <a:pt x="19" y="700"/>
                </a:lnTo>
                <a:lnTo>
                  <a:pt x="19" y="701"/>
                </a:lnTo>
                <a:lnTo>
                  <a:pt x="18" y="701"/>
                </a:lnTo>
                <a:lnTo>
                  <a:pt x="17" y="701"/>
                </a:lnTo>
                <a:lnTo>
                  <a:pt x="17" y="702"/>
                </a:lnTo>
                <a:lnTo>
                  <a:pt x="16" y="702"/>
                </a:lnTo>
                <a:lnTo>
                  <a:pt x="15" y="703"/>
                </a:lnTo>
                <a:lnTo>
                  <a:pt x="14" y="703"/>
                </a:lnTo>
                <a:lnTo>
                  <a:pt x="14" y="704"/>
                </a:lnTo>
                <a:lnTo>
                  <a:pt x="13" y="704"/>
                </a:lnTo>
                <a:lnTo>
                  <a:pt x="12" y="704"/>
                </a:lnTo>
                <a:lnTo>
                  <a:pt x="12" y="705"/>
                </a:lnTo>
                <a:lnTo>
                  <a:pt x="11" y="705"/>
                </a:lnTo>
                <a:lnTo>
                  <a:pt x="10" y="705"/>
                </a:lnTo>
                <a:lnTo>
                  <a:pt x="9" y="705"/>
                </a:lnTo>
                <a:lnTo>
                  <a:pt x="9" y="704"/>
                </a:lnTo>
                <a:lnTo>
                  <a:pt x="9" y="703"/>
                </a:lnTo>
                <a:lnTo>
                  <a:pt x="9" y="702"/>
                </a:lnTo>
                <a:lnTo>
                  <a:pt x="8" y="702"/>
                </a:lnTo>
                <a:lnTo>
                  <a:pt x="7" y="702"/>
                </a:lnTo>
                <a:lnTo>
                  <a:pt x="6" y="702"/>
                </a:lnTo>
                <a:lnTo>
                  <a:pt x="6" y="701"/>
                </a:lnTo>
                <a:lnTo>
                  <a:pt x="6" y="700"/>
                </a:lnTo>
                <a:lnTo>
                  <a:pt x="7" y="699"/>
                </a:lnTo>
                <a:lnTo>
                  <a:pt x="7" y="698"/>
                </a:lnTo>
                <a:lnTo>
                  <a:pt x="6" y="698"/>
                </a:lnTo>
                <a:lnTo>
                  <a:pt x="6" y="697"/>
                </a:lnTo>
                <a:lnTo>
                  <a:pt x="6" y="696"/>
                </a:lnTo>
                <a:lnTo>
                  <a:pt x="6" y="695"/>
                </a:lnTo>
                <a:lnTo>
                  <a:pt x="5" y="695"/>
                </a:lnTo>
                <a:lnTo>
                  <a:pt x="5" y="696"/>
                </a:lnTo>
                <a:lnTo>
                  <a:pt x="4" y="696"/>
                </a:lnTo>
                <a:lnTo>
                  <a:pt x="4" y="695"/>
                </a:lnTo>
                <a:lnTo>
                  <a:pt x="4" y="694"/>
                </a:lnTo>
                <a:lnTo>
                  <a:pt x="4" y="693"/>
                </a:lnTo>
                <a:lnTo>
                  <a:pt x="4" y="692"/>
                </a:lnTo>
                <a:lnTo>
                  <a:pt x="3" y="692"/>
                </a:lnTo>
                <a:lnTo>
                  <a:pt x="3" y="691"/>
                </a:lnTo>
                <a:lnTo>
                  <a:pt x="3" y="690"/>
                </a:lnTo>
                <a:lnTo>
                  <a:pt x="2" y="689"/>
                </a:lnTo>
                <a:lnTo>
                  <a:pt x="2" y="688"/>
                </a:lnTo>
                <a:lnTo>
                  <a:pt x="1" y="688"/>
                </a:lnTo>
                <a:lnTo>
                  <a:pt x="0" y="687"/>
                </a:lnTo>
                <a:lnTo>
                  <a:pt x="0" y="686"/>
                </a:lnTo>
                <a:lnTo>
                  <a:pt x="0" y="685"/>
                </a:lnTo>
                <a:lnTo>
                  <a:pt x="1" y="685"/>
                </a:lnTo>
                <a:lnTo>
                  <a:pt x="0" y="684"/>
                </a:lnTo>
                <a:lnTo>
                  <a:pt x="1" y="683"/>
                </a:lnTo>
                <a:lnTo>
                  <a:pt x="2" y="683"/>
                </a:lnTo>
                <a:lnTo>
                  <a:pt x="2" y="682"/>
                </a:lnTo>
                <a:lnTo>
                  <a:pt x="3" y="682"/>
                </a:lnTo>
                <a:lnTo>
                  <a:pt x="4" y="683"/>
                </a:lnTo>
                <a:lnTo>
                  <a:pt x="4" y="684"/>
                </a:lnTo>
                <a:lnTo>
                  <a:pt x="5" y="684"/>
                </a:lnTo>
                <a:lnTo>
                  <a:pt x="5" y="683"/>
                </a:lnTo>
                <a:lnTo>
                  <a:pt x="7" y="683"/>
                </a:lnTo>
                <a:lnTo>
                  <a:pt x="7" y="684"/>
                </a:lnTo>
                <a:lnTo>
                  <a:pt x="8" y="685"/>
                </a:lnTo>
                <a:lnTo>
                  <a:pt x="8" y="686"/>
                </a:lnTo>
                <a:lnTo>
                  <a:pt x="9" y="687"/>
                </a:lnTo>
                <a:lnTo>
                  <a:pt x="10" y="686"/>
                </a:lnTo>
                <a:lnTo>
                  <a:pt x="11" y="686"/>
                </a:lnTo>
                <a:lnTo>
                  <a:pt x="12" y="686"/>
                </a:lnTo>
                <a:lnTo>
                  <a:pt x="13" y="686"/>
                </a:lnTo>
                <a:lnTo>
                  <a:pt x="15" y="685"/>
                </a:lnTo>
                <a:lnTo>
                  <a:pt x="15" y="684"/>
                </a:lnTo>
                <a:lnTo>
                  <a:pt x="16" y="684"/>
                </a:lnTo>
                <a:lnTo>
                  <a:pt x="18" y="684"/>
                </a:lnTo>
                <a:lnTo>
                  <a:pt x="19" y="684"/>
                </a:lnTo>
                <a:lnTo>
                  <a:pt x="19" y="683"/>
                </a:lnTo>
                <a:lnTo>
                  <a:pt x="20" y="683"/>
                </a:lnTo>
                <a:lnTo>
                  <a:pt x="21" y="683"/>
                </a:lnTo>
                <a:lnTo>
                  <a:pt x="21" y="684"/>
                </a:lnTo>
                <a:lnTo>
                  <a:pt x="22" y="684"/>
                </a:lnTo>
                <a:lnTo>
                  <a:pt x="22" y="683"/>
                </a:lnTo>
                <a:lnTo>
                  <a:pt x="23" y="683"/>
                </a:lnTo>
                <a:lnTo>
                  <a:pt x="24" y="682"/>
                </a:lnTo>
                <a:lnTo>
                  <a:pt x="25" y="682"/>
                </a:lnTo>
                <a:lnTo>
                  <a:pt x="26" y="681"/>
                </a:lnTo>
                <a:lnTo>
                  <a:pt x="27" y="681"/>
                </a:lnTo>
                <a:lnTo>
                  <a:pt x="28" y="681"/>
                </a:lnTo>
                <a:lnTo>
                  <a:pt x="29" y="680"/>
                </a:lnTo>
                <a:lnTo>
                  <a:pt x="29" y="679"/>
                </a:lnTo>
                <a:lnTo>
                  <a:pt x="30" y="679"/>
                </a:lnTo>
                <a:lnTo>
                  <a:pt x="30" y="678"/>
                </a:lnTo>
                <a:lnTo>
                  <a:pt x="31" y="679"/>
                </a:lnTo>
                <a:lnTo>
                  <a:pt x="32" y="679"/>
                </a:lnTo>
                <a:lnTo>
                  <a:pt x="32" y="680"/>
                </a:lnTo>
                <a:lnTo>
                  <a:pt x="33" y="680"/>
                </a:lnTo>
                <a:lnTo>
                  <a:pt x="34" y="680"/>
                </a:lnTo>
                <a:lnTo>
                  <a:pt x="34" y="679"/>
                </a:lnTo>
                <a:lnTo>
                  <a:pt x="34" y="678"/>
                </a:lnTo>
                <a:lnTo>
                  <a:pt x="35" y="678"/>
                </a:lnTo>
                <a:lnTo>
                  <a:pt x="36" y="678"/>
                </a:lnTo>
                <a:lnTo>
                  <a:pt x="36" y="677"/>
                </a:lnTo>
                <a:lnTo>
                  <a:pt x="36" y="676"/>
                </a:lnTo>
                <a:lnTo>
                  <a:pt x="37" y="675"/>
                </a:lnTo>
                <a:lnTo>
                  <a:pt x="38" y="675"/>
                </a:lnTo>
                <a:lnTo>
                  <a:pt x="39" y="675"/>
                </a:lnTo>
                <a:lnTo>
                  <a:pt x="39" y="674"/>
                </a:lnTo>
                <a:lnTo>
                  <a:pt x="39" y="673"/>
                </a:lnTo>
                <a:lnTo>
                  <a:pt x="39" y="672"/>
                </a:lnTo>
                <a:lnTo>
                  <a:pt x="40" y="672"/>
                </a:lnTo>
                <a:lnTo>
                  <a:pt x="40" y="671"/>
                </a:lnTo>
                <a:lnTo>
                  <a:pt x="39" y="670"/>
                </a:lnTo>
                <a:lnTo>
                  <a:pt x="38" y="669"/>
                </a:lnTo>
                <a:lnTo>
                  <a:pt x="38" y="668"/>
                </a:lnTo>
                <a:lnTo>
                  <a:pt x="38" y="667"/>
                </a:lnTo>
                <a:lnTo>
                  <a:pt x="39" y="667"/>
                </a:lnTo>
                <a:lnTo>
                  <a:pt x="40" y="667"/>
                </a:lnTo>
                <a:lnTo>
                  <a:pt x="40" y="666"/>
                </a:lnTo>
                <a:lnTo>
                  <a:pt x="39" y="666"/>
                </a:lnTo>
                <a:lnTo>
                  <a:pt x="39" y="665"/>
                </a:lnTo>
                <a:lnTo>
                  <a:pt x="39" y="663"/>
                </a:lnTo>
                <a:lnTo>
                  <a:pt x="40" y="663"/>
                </a:lnTo>
                <a:lnTo>
                  <a:pt x="40" y="662"/>
                </a:lnTo>
                <a:lnTo>
                  <a:pt x="39" y="662"/>
                </a:lnTo>
                <a:lnTo>
                  <a:pt x="39" y="661"/>
                </a:lnTo>
                <a:lnTo>
                  <a:pt x="38" y="661"/>
                </a:lnTo>
                <a:lnTo>
                  <a:pt x="38" y="660"/>
                </a:lnTo>
                <a:lnTo>
                  <a:pt x="39" y="660"/>
                </a:lnTo>
                <a:lnTo>
                  <a:pt x="39" y="661"/>
                </a:lnTo>
                <a:lnTo>
                  <a:pt x="39" y="660"/>
                </a:lnTo>
                <a:lnTo>
                  <a:pt x="40" y="659"/>
                </a:lnTo>
                <a:lnTo>
                  <a:pt x="39" y="659"/>
                </a:lnTo>
                <a:lnTo>
                  <a:pt x="38" y="660"/>
                </a:lnTo>
                <a:lnTo>
                  <a:pt x="37" y="660"/>
                </a:lnTo>
                <a:lnTo>
                  <a:pt x="36" y="659"/>
                </a:lnTo>
                <a:lnTo>
                  <a:pt x="37" y="658"/>
                </a:lnTo>
                <a:lnTo>
                  <a:pt x="38" y="658"/>
                </a:lnTo>
                <a:lnTo>
                  <a:pt x="39" y="657"/>
                </a:lnTo>
                <a:lnTo>
                  <a:pt x="39" y="656"/>
                </a:lnTo>
                <a:lnTo>
                  <a:pt x="38" y="656"/>
                </a:lnTo>
                <a:lnTo>
                  <a:pt x="39" y="656"/>
                </a:lnTo>
                <a:lnTo>
                  <a:pt x="39" y="655"/>
                </a:lnTo>
                <a:lnTo>
                  <a:pt x="39" y="654"/>
                </a:lnTo>
                <a:lnTo>
                  <a:pt x="40" y="654"/>
                </a:lnTo>
                <a:lnTo>
                  <a:pt x="40" y="655"/>
                </a:lnTo>
                <a:lnTo>
                  <a:pt x="40" y="656"/>
                </a:lnTo>
                <a:lnTo>
                  <a:pt x="41" y="656"/>
                </a:lnTo>
                <a:lnTo>
                  <a:pt x="41" y="657"/>
                </a:lnTo>
                <a:lnTo>
                  <a:pt x="41" y="658"/>
                </a:lnTo>
                <a:lnTo>
                  <a:pt x="41" y="659"/>
                </a:lnTo>
                <a:lnTo>
                  <a:pt x="42" y="659"/>
                </a:lnTo>
                <a:lnTo>
                  <a:pt x="43" y="659"/>
                </a:lnTo>
                <a:lnTo>
                  <a:pt x="44" y="658"/>
                </a:lnTo>
                <a:lnTo>
                  <a:pt x="43" y="657"/>
                </a:lnTo>
                <a:lnTo>
                  <a:pt x="43" y="656"/>
                </a:lnTo>
                <a:lnTo>
                  <a:pt x="43" y="655"/>
                </a:lnTo>
                <a:lnTo>
                  <a:pt x="43" y="654"/>
                </a:lnTo>
                <a:lnTo>
                  <a:pt x="43" y="653"/>
                </a:lnTo>
                <a:lnTo>
                  <a:pt x="42" y="651"/>
                </a:lnTo>
                <a:lnTo>
                  <a:pt x="42" y="653"/>
                </a:lnTo>
                <a:lnTo>
                  <a:pt x="41" y="653"/>
                </a:lnTo>
                <a:lnTo>
                  <a:pt x="40" y="651"/>
                </a:lnTo>
                <a:lnTo>
                  <a:pt x="41" y="651"/>
                </a:lnTo>
                <a:lnTo>
                  <a:pt x="41" y="650"/>
                </a:lnTo>
                <a:lnTo>
                  <a:pt x="40" y="650"/>
                </a:lnTo>
                <a:lnTo>
                  <a:pt x="39" y="649"/>
                </a:lnTo>
                <a:lnTo>
                  <a:pt x="39" y="648"/>
                </a:lnTo>
                <a:lnTo>
                  <a:pt x="38" y="648"/>
                </a:lnTo>
                <a:lnTo>
                  <a:pt x="37" y="648"/>
                </a:lnTo>
                <a:lnTo>
                  <a:pt x="36" y="649"/>
                </a:lnTo>
                <a:lnTo>
                  <a:pt x="35" y="649"/>
                </a:lnTo>
                <a:lnTo>
                  <a:pt x="34" y="649"/>
                </a:lnTo>
                <a:lnTo>
                  <a:pt x="33" y="649"/>
                </a:lnTo>
                <a:lnTo>
                  <a:pt x="32" y="648"/>
                </a:lnTo>
                <a:lnTo>
                  <a:pt x="31" y="648"/>
                </a:lnTo>
                <a:lnTo>
                  <a:pt x="31" y="647"/>
                </a:lnTo>
                <a:lnTo>
                  <a:pt x="30" y="647"/>
                </a:lnTo>
                <a:lnTo>
                  <a:pt x="29" y="647"/>
                </a:lnTo>
                <a:lnTo>
                  <a:pt x="29" y="646"/>
                </a:lnTo>
                <a:lnTo>
                  <a:pt x="28" y="646"/>
                </a:lnTo>
                <a:lnTo>
                  <a:pt x="28" y="647"/>
                </a:lnTo>
                <a:lnTo>
                  <a:pt x="28" y="646"/>
                </a:lnTo>
                <a:lnTo>
                  <a:pt x="27" y="646"/>
                </a:lnTo>
                <a:lnTo>
                  <a:pt x="27" y="645"/>
                </a:lnTo>
                <a:lnTo>
                  <a:pt x="27" y="644"/>
                </a:lnTo>
                <a:lnTo>
                  <a:pt x="26" y="644"/>
                </a:lnTo>
                <a:lnTo>
                  <a:pt x="25" y="644"/>
                </a:lnTo>
                <a:lnTo>
                  <a:pt x="24" y="644"/>
                </a:lnTo>
                <a:lnTo>
                  <a:pt x="23" y="644"/>
                </a:lnTo>
                <a:lnTo>
                  <a:pt x="23" y="643"/>
                </a:lnTo>
                <a:lnTo>
                  <a:pt x="22" y="642"/>
                </a:lnTo>
                <a:lnTo>
                  <a:pt x="22" y="641"/>
                </a:lnTo>
                <a:lnTo>
                  <a:pt x="23" y="641"/>
                </a:lnTo>
                <a:lnTo>
                  <a:pt x="24" y="641"/>
                </a:lnTo>
                <a:lnTo>
                  <a:pt x="24" y="640"/>
                </a:lnTo>
                <a:lnTo>
                  <a:pt x="23" y="638"/>
                </a:lnTo>
                <a:lnTo>
                  <a:pt x="22" y="638"/>
                </a:lnTo>
                <a:lnTo>
                  <a:pt x="22" y="637"/>
                </a:lnTo>
                <a:lnTo>
                  <a:pt x="21" y="637"/>
                </a:lnTo>
                <a:lnTo>
                  <a:pt x="21" y="636"/>
                </a:lnTo>
                <a:lnTo>
                  <a:pt x="20" y="635"/>
                </a:lnTo>
                <a:lnTo>
                  <a:pt x="20" y="634"/>
                </a:lnTo>
                <a:lnTo>
                  <a:pt x="19" y="634"/>
                </a:lnTo>
                <a:lnTo>
                  <a:pt x="19" y="633"/>
                </a:lnTo>
                <a:lnTo>
                  <a:pt x="20" y="633"/>
                </a:lnTo>
                <a:lnTo>
                  <a:pt x="21" y="633"/>
                </a:lnTo>
                <a:lnTo>
                  <a:pt x="22" y="633"/>
                </a:lnTo>
                <a:lnTo>
                  <a:pt x="22" y="634"/>
                </a:lnTo>
                <a:lnTo>
                  <a:pt x="23" y="634"/>
                </a:lnTo>
                <a:lnTo>
                  <a:pt x="24" y="634"/>
                </a:lnTo>
                <a:lnTo>
                  <a:pt x="24" y="635"/>
                </a:lnTo>
                <a:lnTo>
                  <a:pt x="25" y="635"/>
                </a:lnTo>
                <a:lnTo>
                  <a:pt x="25" y="634"/>
                </a:lnTo>
                <a:lnTo>
                  <a:pt x="26" y="633"/>
                </a:lnTo>
                <a:lnTo>
                  <a:pt x="27" y="633"/>
                </a:lnTo>
                <a:lnTo>
                  <a:pt x="27" y="634"/>
                </a:lnTo>
                <a:lnTo>
                  <a:pt x="28" y="634"/>
                </a:lnTo>
                <a:lnTo>
                  <a:pt x="29" y="634"/>
                </a:lnTo>
                <a:lnTo>
                  <a:pt x="30" y="634"/>
                </a:lnTo>
                <a:lnTo>
                  <a:pt x="31" y="633"/>
                </a:lnTo>
                <a:lnTo>
                  <a:pt x="31" y="632"/>
                </a:lnTo>
                <a:lnTo>
                  <a:pt x="31" y="631"/>
                </a:lnTo>
                <a:lnTo>
                  <a:pt x="31" y="630"/>
                </a:lnTo>
                <a:lnTo>
                  <a:pt x="31" y="629"/>
                </a:lnTo>
                <a:lnTo>
                  <a:pt x="31" y="628"/>
                </a:lnTo>
                <a:lnTo>
                  <a:pt x="31" y="627"/>
                </a:lnTo>
                <a:lnTo>
                  <a:pt x="30" y="626"/>
                </a:lnTo>
                <a:lnTo>
                  <a:pt x="31" y="626"/>
                </a:lnTo>
                <a:lnTo>
                  <a:pt x="32" y="625"/>
                </a:lnTo>
                <a:lnTo>
                  <a:pt x="31" y="625"/>
                </a:lnTo>
                <a:lnTo>
                  <a:pt x="31" y="624"/>
                </a:lnTo>
                <a:lnTo>
                  <a:pt x="32" y="624"/>
                </a:lnTo>
                <a:lnTo>
                  <a:pt x="32" y="623"/>
                </a:lnTo>
                <a:lnTo>
                  <a:pt x="31" y="623"/>
                </a:lnTo>
                <a:lnTo>
                  <a:pt x="32" y="623"/>
                </a:lnTo>
                <a:lnTo>
                  <a:pt x="32" y="622"/>
                </a:lnTo>
                <a:lnTo>
                  <a:pt x="33" y="622"/>
                </a:lnTo>
                <a:lnTo>
                  <a:pt x="33" y="621"/>
                </a:lnTo>
                <a:lnTo>
                  <a:pt x="34" y="620"/>
                </a:lnTo>
                <a:lnTo>
                  <a:pt x="35" y="620"/>
                </a:lnTo>
                <a:lnTo>
                  <a:pt x="35" y="618"/>
                </a:lnTo>
                <a:lnTo>
                  <a:pt x="36" y="618"/>
                </a:lnTo>
                <a:lnTo>
                  <a:pt x="37" y="617"/>
                </a:lnTo>
                <a:lnTo>
                  <a:pt x="37" y="616"/>
                </a:lnTo>
                <a:lnTo>
                  <a:pt x="37" y="615"/>
                </a:lnTo>
                <a:lnTo>
                  <a:pt x="38" y="616"/>
                </a:lnTo>
                <a:lnTo>
                  <a:pt x="39" y="616"/>
                </a:lnTo>
                <a:lnTo>
                  <a:pt x="40" y="615"/>
                </a:lnTo>
                <a:lnTo>
                  <a:pt x="40" y="614"/>
                </a:lnTo>
                <a:lnTo>
                  <a:pt x="41" y="614"/>
                </a:lnTo>
                <a:lnTo>
                  <a:pt x="41" y="613"/>
                </a:lnTo>
                <a:lnTo>
                  <a:pt x="42" y="613"/>
                </a:lnTo>
                <a:lnTo>
                  <a:pt x="42" y="612"/>
                </a:lnTo>
                <a:lnTo>
                  <a:pt x="43" y="611"/>
                </a:lnTo>
                <a:lnTo>
                  <a:pt x="42" y="611"/>
                </a:lnTo>
                <a:lnTo>
                  <a:pt x="42" y="610"/>
                </a:lnTo>
                <a:lnTo>
                  <a:pt x="43" y="610"/>
                </a:lnTo>
                <a:lnTo>
                  <a:pt x="43" y="611"/>
                </a:lnTo>
                <a:lnTo>
                  <a:pt x="44" y="611"/>
                </a:lnTo>
                <a:lnTo>
                  <a:pt x="45" y="611"/>
                </a:lnTo>
                <a:lnTo>
                  <a:pt x="46" y="611"/>
                </a:lnTo>
                <a:lnTo>
                  <a:pt x="47" y="611"/>
                </a:lnTo>
                <a:lnTo>
                  <a:pt x="48" y="611"/>
                </a:lnTo>
                <a:lnTo>
                  <a:pt x="48" y="612"/>
                </a:lnTo>
                <a:lnTo>
                  <a:pt x="49" y="612"/>
                </a:lnTo>
                <a:lnTo>
                  <a:pt x="49" y="611"/>
                </a:lnTo>
                <a:lnTo>
                  <a:pt x="50" y="611"/>
                </a:lnTo>
                <a:lnTo>
                  <a:pt x="51" y="611"/>
                </a:lnTo>
                <a:lnTo>
                  <a:pt x="52" y="611"/>
                </a:lnTo>
                <a:lnTo>
                  <a:pt x="53" y="611"/>
                </a:lnTo>
                <a:lnTo>
                  <a:pt x="54" y="610"/>
                </a:lnTo>
                <a:lnTo>
                  <a:pt x="55" y="611"/>
                </a:lnTo>
                <a:lnTo>
                  <a:pt x="56" y="611"/>
                </a:lnTo>
                <a:lnTo>
                  <a:pt x="56" y="612"/>
                </a:lnTo>
                <a:lnTo>
                  <a:pt x="57" y="612"/>
                </a:lnTo>
                <a:lnTo>
                  <a:pt x="57" y="611"/>
                </a:lnTo>
                <a:lnTo>
                  <a:pt x="58" y="611"/>
                </a:lnTo>
                <a:lnTo>
                  <a:pt x="58" y="612"/>
                </a:lnTo>
                <a:lnTo>
                  <a:pt x="57" y="613"/>
                </a:lnTo>
                <a:lnTo>
                  <a:pt x="56" y="613"/>
                </a:lnTo>
                <a:lnTo>
                  <a:pt x="56" y="614"/>
                </a:lnTo>
                <a:lnTo>
                  <a:pt x="55" y="614"/>
                </a:lnTo>
                <a:lnTo>
                  <a:pt x="55" y="615"/>
                </a:lnTo>
                <a:lnTo>
                  <a:pt x="56" y="615"/>
                </a:lnTo>
                <a:lnTo>
                  <a:pt x="57" y="615"/>
                </a:lnTo>
                <a:lnTo>
                  <a:pt x="58" y="615"/>
                </a:lnTo>
                <a:lnTo>
                  <a:pt x="58" y="614"/>
                </a:lnTo>
                <a:lnTo>
                  <a:pt x="59" y="614"/>
                </a:lnTo>
                <a:lnTo>
                  <a:pt x="59" y="615"/>
                </a:lnTo>
                <a:lnTo>
                  <a:pt x="59" y="616"/>
                </a:lnTo>
                <a:lnTo>
                  <a:pt x="60" y="616"/>
                </a:lnTo>
                <a:lnTo>
                  <a:pt x="61" y="616"/>
                </a:lnTo>
                <a:lnTo>
                  <a:pt x="61" y="617"/>
                </a:lnTo>
                <a:lnTo>
                  <a:pt x="62" y="617"/>
                </a:lnTo>
                <a:lnTo>
                  <a:pt x="63" y="617"/>
                </a:lnTo>
                <a:lnTo>
                  <a:pt x="64" y="617"/>
                </a:lnTo>
                <a:lnTo>
                  <a:pt x="64" y="616"/>
                </a:lnTo>
                <a:lnTo>
                  <a:pt x="65" y="616"/>
                </a:lnTo>
                <a:lnTo>
                  <a:pt x="65" y="615"/>
                </a:lnTo>
                <a:lnTo>
                  <a:pt x="66" y="615"/>
                </a:lnTo>
                <a:lnTo>
                  <a:pt x="66" y="616"/>
                </a:lnTo>
                <a:lnTo>
                  <a:pt x="67" y="615"/>
                </a:lnTo>
                <a:lnTo>
                  <a:pt x="68" y="614"/>
                </a:lnTo>
                <a:lnTo>
                  <a:pt x="69" y="613"/>
                </a:lnTo>
                <a:lnTo>
                  <a:pt x="70" y="612"/>
                </a:lnTo>
                <a:lnTo>
                  <a:pt x="71" y="612"/>
                </a:lnTo>
                <a:lnTo>
                  <a:pt x="71" y="611"/>
                </a:lnTo>
                <a:lnTo>
                  <a:pt x="72" y="611"/>
                </a:lnTo>
                <a:lnTo>
                  <a:pt x="73" y="611"/>
                </a:lnTo>
                <a:lnTo>
                  <a:pt x="74" y="611"/>
                </a:lnTo>
                <a:lnTo>
                  <a:pt x="74" y="612"/>
                </a:lnTo>
                <a:lnTo>
                  <a:pt x="75" y="612"/>
                </a:lnTo>
                <a:lnTo>
                  <a:pt x="75" y="613"/>
                </a:lnTo>
                <a:lnTo>
                  <a:pt x="76" y="613"/>
                </a:lnTo>
                <a:lnTo>
                  <a:pt x="77" y="613"/>
                </a:lnTo>
                <a:lnTo>
                  <a:pt x="78" y="612"/>
                </a:lnTo>
                <a:lnTo>
                  <a:pt x="79" y="612"/>
                </a:lnTo>
                <a:lnTo>
                  <a:pt x="80" y="612"/>
                </a:lnTo>
                <a:lnTo>
                  <a:pt x="80" y="611"/>
                </a:lnTo>
                <a:lnTo>
                  <a:pt x="80" y="610"/>
                </a:lnTo>
                <a:lnTo>
                  <a:pt x="79" y="610"/>
                </a:lnTo>
                <a:lnTo>
                  <a:pt x="80" y="610"/>
                </a:lnTo>
                <a:lnTo>
                  <a:pt x="81" y="610"/>
                </a:lnTo>
                <a:lnTo>
                  <a:pt x="82" y="610"/>
                </a:lnTo>
                <a:lnTo>
                  <a:pt x="83" y="610"/>
                </a:lnTo>
                <a:lnTo>
                  <a:pt x="84" y="610"/>
                </a:lnTo>
                <a:lnTo>
                  <a:pt x="85" y="610"/>
                </a:lnTo>
                <a:lnTo>
                  <a:pt x="86" y="610"/>
                </a:lnTo>
                <a:lnTo>
                  <a:pt x="86" y="612"/>
                </a:lnTo>
                <a:lnTo>
                  <a:pt x="86" y="613"/>
                </a:lnTo>
                <a:lnTo>
                  <a:pt x="87" y="613"/>
                </a:lnTo>
                <a:lnTo>
                  <a:pt x="87" y="614"/>
                </a:lnTo>
                <a:lnTo>
                  <a:pt x="87" y="615"/>
                </a:lnTo>
                <a:lnTo>
                  <a:pt x="87" y="616"/>
                </a:lnTo>
                <a:lnTo>
                  <a:pt x="87" y="617"/>
                </a:lnTo>
                <a:lnTo>
                  <a:pt x="87" y="618"/>
                </a:lnTo>
                <a:lnTo>
                  <a:pt x="88" y="618"/>
                </a:lnTo>
                <a:lnTo>
                  <a:pt x="88" y="619"/>
                </a:lnTo>
                <a:lnTo>
                  <a:pt x="88" y="620"/>
                </a:lnTo>
                <a:lnTo>
                  <a:pt x="90" y="619"/>
                </a:lnTo>
                <a:lnTo>
                  <a:pt x="90" y="618"/>
                </a:lnTo>
                <a:lnTo>
                  <a:pt x="91" y="618"/>
                </a:lnTo>
                <a:lnTo>
                  <a:pt x="91" y="619"/>
                </a:lnTo>
                <a:lnTo>
                  <a:pt x="92" y="620"/>
                </a:lnTo>
                <a:lnTo>
                  <a:pt x="92" y="621"/>
                </a:lnTo>
                <a:lnTo>
                  <a:pt x="93" y="621"/>
                </a:lnTo>
                <a:lnTo>
                  <a:pt x="94" y="620"/>
                </a:lnTo>
                <a:lnTo>
                  <a:pt x="95" y="620"/>
                </a:lnTo>
                <a:lnTo>
                  <a:pt x="96" y="619"/>
                </a:lnTo>
                <a:lnTo>
                  <a:pt x="96" y="618"/>
                </a:lnTo>
                <a:lnTo>
                  <a:pt x="97" y="617"/>
                </a:lnTo>
                <a:lnTo>
                  <a:pt x="96" y="617"/>
                </a:lnTo>
                <a:lnTo>
                  <a:pt x="96" y="616"/>
                </a:lnTo>
                <a:lnTo>
                  <a:pt x="96" y="615"/>
                </a:lnTo>
                <a:lnTo>
                  <a:pt x="96" y="614"/>
                </a:lnTo>
                <a:lnTo>
                  <a:pt x="97" y="614"/>
                </a:lnTo>
                <a:lnTo>
                  <a:pt x="98" y="614"/>
                </a:lnTo>
                <a:lnTo>
                  <a:pt x="98" y="613"/>
                </a:lnTo>
                <a:lnTo>
                  <a:pt x="98" y="612"/>
                </a:lnTo>
                <a:lnTo>
                  <a:pt x="98" y="611"/>
                </a:lnTo>
                <a:lnTo>
                  <a:pt x="98" y="610"/>
                </a:lnTo>
                <a:lnTo>
                  <a:pt x="98" y="609"/>
                </a:lnTo>
                <a:lnTo>
                  <a:pt x="98" y="608"/>
                </a:lnTo>
                <a:lnTo>
                  <a:pt x="97" y="608"/>
                </a:lnTo>
                <a:lnTo>
                  <a:pt x="97" y="607"/>
                </a:lnTo>
                <a:lnTo>
                  <a:pt x="96" y="606"/>
                </a:lnTo>
                <a:lnTo>
                  <a:pt x="95" y="606"/>
                </a:lnTo>
                <a:lnTo>
                  <a:pt x="96" y="605"/>
                </a:lnTo>
                <a:lnTo>
                  <a:pt x="96" y="604"/>
                </a:lnTo>
                <a:lnTo>
                  <a:pt x="95" y="604"/>
                </a:lnTo>
                <a:lnTo>
                  <a:pt x="95" y="603"/>
                </a:lnTo>
                <a:lnTo>
                  <a:pt x="94" y="602"/>
                </a:lnTo>
                <a:lnTo>
                  <a:pt x="93" y="602"/>
                </a:lnTo>
                <a:lnTo>
                  <a:pt x="93" y="601"/>
                </a:lnTo>
                <a:lnTo>
                  <a:pt x="92" y="601"/>
                </a:lnTo>
                <a:lnTo>
                  <a:pt x="92" y="602"/>
                </a:lnTo>
                <a:lnTo>
                  <a:pt x="92" y="601"/>
                </a:lnTo>
                <a:lnTo>
                  <a:pt x="91" y="601"/>
                </a:lnTo>
                <a:lnTo>
                  <a:pt x="90" y="601"/>
                </a:lnTo>
                <a:lnTo>
                  <a:pt x="89" y="600"/>
                </a:lnTo>
                <a:lnTo>
                  <a:pt x="89" y="599"/>
                </a:lnTo>
                <a:lnTo>
                  <a:pt x="90" y="598"/>
                </a:lnTo>
                <a:lnTo>
                  <a:pt x="90" y="597"/>
                </a:lnTo>
                <a:lnTo>
                  <a:pt x="89" y="597"/>
                </a:lnTo>
                <a:lnTo>
                  <a:pt x="90" y="596"/>
                </a:lnTo>
                <a:lnTo>
                  <a:pt x="90" y="594"/>
                </a:lnTo>
                <a:lnTo>
                  <a:pt x="89" y="593"/>
                </a:lnTo>
                <a:lnTo>
                  <a:pt x="88" y="593"/>
                </a:lnTo>
                <a:lnTo>
                  <a:pt x="87" y="593"/>
                </a:lnTo>
                <a:lnTo>
                  <a:pt x="87" y="592"/>
                </a:lnTo>
                <a:lnTo>
                  <a:pt x="87" y="591"/>
                </a:lnTo>
                <a:lnTo>
                  <a:pt x="87" y="590"/>
                </a:lnTo>
                <a:lnTo>
                  <a:pt x="88" y="590"/>
                </a:lnTo>
                <a:lnTo>
                  <a:pt x="87" y="590"/>
                </a:lnTo>
                <a:lnTo>
                  <a:pt x="88" y="589"/>
                </a:lnTo>
                <a:lnTo>
                  <a:pt x="88" y="588"/>
                </a:lnTo>
                <a:lnTo>
                  <a:pt x="89" y="588"/>
                </a:lnTo>
                <a:lnTo>
                  <a:pt x="90" y="588"/>
                </a:lnTo>
                <a:lnTo>
                  <a:pt x="91" y="587"/>
                </a:lnTo>
                <a:lnTo>
                  <a:pt x="91" y="586"/>
                </a:lnTo>
                <a:lnTo>
                  <a:pt x="90" y="586"/>
                </a:lnTo>
                <a:lnTo>
                  <a:pt x="90" y="585"/>
                </a:lnTo>
                <a:lnTo>
                  <a:pt x="89" y="585"/>
                </a:lnTo>
                <a:lnTo>
                  <a:pt x="89" y="584"/>
                </a:lnTo>
                <a:lnTo>
                  <a:pt x="88" y="583"/>
                </a:lnTo>
                <a:lnTo>
                  <a:pt x="87" y="583"/>
                </a:lnTo>
                <a:lnTo>
                  <a:pt x="88" y="583"/>
                </a:lnTo>
                <a:lnTo>
                  <a:pt x="87" y="583"/>
                </a:lnTo>
                <a:lnTo>
                  <a:pt x="86" y="584"/>
                </a:lnTo>
                <a:lnTo>
                  <a:pt x="84" y="584"/>
                </a:lnTo>
                <a:lnTo>
                  <a:pt x="84" y="583"/>
                </a:lnTo>
                <a:lnTo>
                  <a:pt x="83" y="583"/>
                </a:lnTo>
                <a:lnTo>
                  <a:pt x="84" y="583"/>
                </a:lnTo>
                <a:lnTo>
                  <a:pt x="84" y="582"/>
                </a:lnTo>
                <a:lnTo>
                  <a:pt x="83" y="581"/>
                </a:lnTo>
                <a:lnTo>
                  <a:pt x="83" y="580"/>
                </a:lnTo>
                <a:lnTo>
                  <a:pt x="84" y="580"/>
                </a:lnTo>
                <a:lnTo>
                  <a:pt x="85" y="579"/>
                </a:lnTo>
                <a:lnTo>
                  <a:pt x="85" y="578"/>
                </a:lnTo>
                <a:lnTo>
                  <a:pt x="86" y="578"/>
                </a:lnTo>
                <a:lnTo>
                  <a:pt x="86" y="577"/>
                </a:lnTo>
                <a:lnTo>
                  <a:pt x="86" y="576"/>
                </a:lnTo>
                <a:lnTo>
                  <a:pt x="87" y="575"/>
                </a:lnTo>
                <a:lnTo>
                  <a:pt x="88" y="575"/>
                </a:lnTo>
                <a:lnTo>
                  <a:pt x="88" y="574"/>
                </a:lnTo>
                <a:lnTo>
                  <a:pt x="88" y="573"/>
                </a:lnTo>
                <a:lnTo>
                  <a:pt x="89" y="572"/>
                </a:lnTo>
                <a:lnTo>
                  <a:pt x="89" y="571"/>
                </a:lnTo>
                <a:lnTo>
                  <a:pt x="89" y="570"/>
                </a:lnTo>
                <a:lnTo>
                  <a:pt x="88" y="569"/>
                </a:lnTo>
                <a:lnTo>
                  <a:pt x="88" y="568"/>
                </a:lnTo>
                <a:lnTo>
                  <a:pt x="89" y="567"/>
                </a:lnTo>
                <a:lnTo>
                  <a:pt x="90" y="567"/>
                </a:lnTo>
                <a:lnTo>
                  <a:pt x="90" y="566"/>
                </a:lnTo>
                <a:lnTo>
                  <a:pt x="90" y="565"/>
                </a:lnTo>
                <a:lnTo>
                  <a:pt x="91" y="565"/>
                </a:lnTo>
                <a:lnTo>
                  <a:pt x="91" y="564"/>
                </a:lnTo>
                <a:lnTo>
                  <a:pt x="92" y="564"/>
                </a:lnTo>
                <a:lnTo>
                  <a:pt x="92" y="563"/>
                </a:lnTo>
                <a:lnTo>
                  <a:pt x="91" y="563"/>
                </a:lnTo>
                <a:lnTo>
                  <a:pt x="91" y="562"/>
                </a:lnTo>
                <a:lnTo>
                  <a:pt x="91" y="561"/>
                </a:lnTo>
                <a:lnTo>
                  <a:pt x="91" y="560"/>
                </a:lnTo>
                <a:lnTo>
                  <a:pt x="91" y="559"/>
                </a:lnTo>
                <a:lnTo>
                  <a:pt x="93" y="559"/>
                </a:lnTo>
                <a:lnTo>
                  <a:pt x="93" y="560"/>
                </a:lnTo>
                <a:lnTo>
                  <a:pt x="94" y="560"/>
                </a:lnTo>
                <a:lnTo>
                  <a:pt x="95" y="559"/>
                </a:lnTo>
                <a:lnTo>
                  <a:pt x="96" y="560"/>
                </a:lnTo>
                <a:lnTo>
                  <a:pt x="97" y="558"/>
                </a:lnTo>
                <a:lnTo>
                  <a:pt x="98" y="558"/>
                </a:lnTo>
                <a:lnTo>
                  <a:pt x="98" y="557"/>
                </a:lnTo>
                <a:lnTo>
                  <a:pt x="98" y="556"/>
                </a:lnTo>
                <a:lnTo>
                  <a:pt x="99" y="556"/>
                </a:lnTo>
                <a:lnTo>
                  <a:pt x="98" y="555"/>
                </a:lnTo>
                <a:lnTo>
                  <a:pt x="97" y="554"/>
                </a:lnTo>
                <a:lnTo>
                  <a:pt x="97" y="553"/>
                </a:lnTo>
                <a:lnTo>
                  <a:pt x="97" y="552"/>
                </a:lnTo>
                <a:lnTo>
                  <a:pt x="96" y="551"/>
                </a:lnTo>
                <a:lnTo>
                  <a:pt x="97" y="551"/>
                </a:lnTo>
                <a:lnTo>
                  <a:pt x="96" y="550"/>
                </a:lnTo>
                <a:lnTo>
                  <a:pt x="96" y="549"/>
                </a:lnTo>
                <a:lnTo>
                  <a:pt x="96" y="548"/>
                </a:lnTo>
                <a:lnTo>
                  <a:pt x="96" y="547"/>
                </a:lnTo>
                <a:lnTo>
                  <a:pt x="95" y="547"/>
                </a:lnTo>
                <a:lnTo>
                  <a:pt x="95" y="546"/>
                </a:lnTo>
                <a:lnTo>
                  <a:pt x="94" y="545"/>
                </a:lnTo>
                <a:lnTo>
                  <a:pt x="93" y="545"/>
                </a:lnTo>
                <a:lnTo>
                  <a:pt x="93" y="546"/>
                </a:lnTo>
                <a:lnTo>
                  <a:pt x="92" y="546"/>
                </a:lnTo>
                <a:lnTo>
                  <a:pt x="91" y="546"/>
                </a:lnTo>
                <a:lnTo>
                  <a:pt x="90" y="546"/>
                </a:lnTo>
                <a:lnTo>
                  <a:pt x="90" y="545"/>
                </a:lnTo>
                <a:lnTo>
                  <a:pt x="91" y="544"/>
                </a:lnTo>
                <a:lnTo>
                  <a:pt x="92" y="543"/>
                </a:lnTo>
                <a:lnTo>
                  <a:pt x="92" y="542"/>
                </a:lnTo>
                <a:lnTo>
                  <a:pt x="93" y="542"/>
                </a:lnTo>
                <a:lnTo>
                  <a:pt x="93" y="541"/>
                </a:lnTo>
                <a:lnTo>
                  <a:pt x="94" y="541"/>
                </a:lnTo>
                <a:lnTo>
                  <a:pt x="95" y="542"/>
                </a:lnTo>
                <a:lnTo>
                  <a:pt x="96" y="542"/>
                </a:lnTo>
                <a:lnTo>
                  <a:pt x="97" y="542"/>
                </a:lnTo>
                <a:lnTo>
                  <a:pt x="98" y="542"/>
                </a:lnTo>
                <a:lnTo>
                  <a:pt x="98" y="543"/>
                </a:lnTo>
                <a:lnTo>
                  <a:pt x="98" y="544"/>
                </a:lnTo>
                <a:lnTo>
                  <a:pt x="98" y="545"/>
                </a:lnTo>
                <a:lnTo>
                  <a:pt x="99" y="545"/>
                </a:lnTo>
                <a:lnTo>
                  <a:pt x="100" y="545"/>
                </a:lnTo>
                <a:lnTo>
                  <a:pt x="100" y="544"/>
                </a:lnTo>
                <a:lnTo>
                  <a:pt x="102" y="544"/>
                </a:lnTo>
                <a:lnTo>
                  <a:pt x="103" y="545"/>
                </a:lnTo>
                <a:lnTo>
                  <a:pt x="104" y="545"/>
                </a:lnTo>
                <a:lnTo>
                  <a:pt x="104" y="546"/>
                </a:lnTo>
                <a:lnTo>
                  <a:pt x="106" y="545"/>
                </a:lnTo>
                <a:lnTo>
                  <a:pt x="107" y="545"/>
                </a:lnTo>
                <a:lnTo>
                  <a:pt x="107" y="544"/>
                </a:lnTo>
                <a:lnTo>
                  <a:pt x="108" y="543"/>
                </a:lnTo>
                <a:lnTo>
                  <a:pt x="109" y="543"/>
                </a:lnTo>
                <a:lnTo>
                  <a:pt x="109" y="542"/>
                </a:lnTo>
                <a:lnTo>
                  <a:pt x="109" y="541"/>
                </a:lnTo>
                <a:lnTo>
                  <a:pt x="109" y="540"/>
                </a:lnTo>
                <a:lnTo>
                  <a:pt x="109" y="538"/>
                </a:lnTo>
                <a:lnTo>
                  <a:pt x="109" y="537"/>
                </a:lnTo>
                <a:lnTo>
                  <a:pt x="108" y="537"/>
                </a:lnTo>
                <a:lnTo>
                  <a:pt x="108" y="536"/>
                </a:lnTo>
                <a:lnTo>
                  <a:pt x="110" y="535"/>
                </a:lnTo>
                <a:lnTo>
                  <a:pt x="111" y="535"/>
                </a:lnTo>
                <a:lnTo>
                  <a:pt x="111" y="534"/>
                </a:lnTo>
                <a:lnTo>
                  <a:pt x="111" y="533"/>
                </a:lnTo>
                <a:lnTo>
                  <a:pt x="110" y="532"/>
                </a:lnTo>
                <a:lnTo>
                  <a:pt x="109" y="533"/>
                </a:lnTo>
                <a:lnTo>
                  <a:pt x="109" y="532"/>
                </a:lnTo>
                <a:lnTo>
                  <a:pt x="108" y="532"/>
                </a:lnTo>
                <a:lnTo>
                  <a:pt x="108" y="533"/>
                </a:lnTo>
                <a:lnTo>
                  <a:pt x="107" y="533"/>
                </a:lnTo>
                <a:lnTo>
                  <a:pt x="107" y="532"/>
                </a:lnTo>
                <a:lnTo>
                  <a:pt x="106" y="532"/>
                </a:lnTo>
                <a:lnTo>
                  <a:pt x="105" y="531"/>
                </a:lnTo>
                <a:lnTo>
                  <a:pt x="104" y="531"/>
                </a:lnTo>
                <a:lnTo>
                  <a:pt x="103" y="531"/>
                </a:lnTo>
                <a:lnTo>
                  <a:pt x="103" y="530"/>
                </a:lnTo>
                <a:lnTo>
                  <a:pt x="103" y="529"/>
                </a:lnTo>
                <a:lnTo>
                  <a:pt x="102" y="529"/>
                </a:lnTo>
                <a:lnTo>
                  <a:pt x="102" y="528"/>
                </a:lnTo>
                <a:lnTo>
                  <a:pt x="102" y="527"/>
                </a:lnTo>
                <a:lnTo>
                  <a:pt x="101" y="526"/>
                </a:lnTo>
                <a:lnTo>
                  <a:pt x="102" y="525"/>
                </a:lnTo>
                <a:lnTo>
                  <a:pt x="101" y="525"/>
                </a:lnTo>
                <a:lnTo>
                  <a:pt x="101" y="524"/>
                </a:lnTo>
                <a:lnTo>
                  <a:pt x="100" y="525"/>
                </a:lnTo>
                <a:lnTo>
                  <a:pt x="99" y="525"/>
                </a:lnTo>
                <a:lnTo>
                  <a:pt x="99" y="524"/>
                </a:lnTo>
                <a:lnTo>
                  <a:pt x="100" y="524"/>
                </a:lnTo>
                <a:lnTo>
                  <a:pt x="100" y="523"/>
                </a:lnTo>
                <a:lnTo>
                  <a:pt x="99" y="523"/>
                </a:lnTo>
                <a:lnTo>
                  <a:pt x="99" y="524"/>
                </a:lnTo>
                <a:lnTo>
                  <a:pt x="99" y="523"/>
                </a:lnTo>
                <a:lnTo>
                  <a:pt x="98" y="523"/>
                </a:lnTo>
                <a:lnTo>
                  <a:pt x="99" y="523"/>
                </a:lnTo>
                <a:lnTo>
                  <a:pt x="98" y="523"/>
                </a:lnTo>
                <a:lnTo>
                  <a:pt x="98" y="522"/>
                </a:lnTo>
                <a:lnTo>
                  <a:pt x="97" y="523"/>
                </a:lnTo>
                <a:lnTo>
                  <a:pt x="97" y="522"/>
                </a:lnTo>
                <a:lnTo>
                  <a:pt x="98" y="522"/>
                </a:lnTo>
                <a:lnTo>
                  <a:pt x="98" y="521"/>
                </a:lnTo>
                <a:lnTo>
                  <a:pt x="97" y="521"/>
                </a:lnTo>
                <a:lnTo>
                  <a:pt x="96" y="521"/>
                </a:lnTo>
                <a:lnTo>
                  <a:pt x="95" y="521"/>
                </a:lnTo>
                <a:lnTo>
                  <a:pt x="94" y="521"/>
                </a:lnTo>
                <a:lnTo>
                  <a:pt x="94" y="520"/>
                </a:lnTo>
                <a:lnTo>
                  <a:pt x="93" y="520"/>
                </a:lnTo>
                <a:lnTo>
                  <a:pt x="92" y="520"/>
                </a:lnTo>
                <a:lnTo>
                  <a:pt x="92" y="519"/>
                </a:lnTo>
                <a:lnTo>
                  <a:pt x="91" y="519"/>
                </a:lnTo>
                <a:lnTo>
                  <a:pt x="91" y="518"/>
                </a:lnTo>
                <a:lnTo>
                  <a:pt x="90" y="518"/>
                </a:lnTo>
                <a:lnTo>
                  <a:pt x="90" y="517"/>
                </a:lnTo>
                <a:lnTo>
                  <a:pt x="89" y="517"/>
                </a:lnTo>
                <a:lnTo>
                  <a:pt x="89" y="518"/>
                </a:lnTo>
                <a:lnTo>
                  <a:pt x="89" y="517"/>
                </a:lnTo>
                <a:lnTo>
                  <a:pt x="88" y="517"/>
                </a:lnTo>
                <a:lnTo>
                  <a:pt x="87" y="517"/>
                </a:lnTo>
                <a:lnTo>
                  <a:pt x="86" y="517"/>
                </a:lnTo>
                <a:lnTo>
                  <a:pt x="85" y="517"/>
                </a:lnTo>
                <a:lnTo>
                  <a:pt x="84" y="517"/>
                </a:lnTo>
                <a:lnTo>
                  <a:pt x="83" y="517"/>
                </a:lnTo>
                <a:lnTo>
                  <a:pt x="83" y="518"/>
                </a:lnTo>
                <a:lnTo>
                  <a:pt x="82" y="518"/>
                </a:lnTo>
                <a:lnTo>
                  <a:pt x="82" y="519"/>
                </a:lnTo>
                <a:lnTo>
                  <a:pt x="81" y="519"/>
                </a:lnTo>
                <a:lnTo>
                  <a:pt x="81" y="518"/>
                </a:lnTo>
                <a:lnTo>
                  <a:pt x="80" y="518"/>
                </a:lnTo>
                <a:lnTo>
                  <a:pt x="79" y="519"/>
                </a:lnTo>
                <a:lnTo>
                  <a:pt x="79" y="518"/>
                </a:lnTo>
                <a:lnTo>
                  <a:pt x="78" y="518"/>
                </a:lnTo>
                <a:lnTo>
                  <a:pt x="77" y="518"/>
                </a:lnTo>
                <a:lnTo>
                  <a:pt x="76" y="518"/>
                </a:lnTo>
                <a:lnTo>
                  <a:pt x="77" y="517"/>
                </a:lnTo>
                <a:lnTo>
                  <a:pt x="77" y="516"/>
                </a:lnTo>
                <a:lnTo>
                  <a:pt x="77" y="515"/>
                </a:lnTo>
                <a:lnTo>
                  <a:pt x="76" y="515"/>
                </a:lnTo>
                <a:lnTo>
                  <a:pt x="77" y="514"/>
                </a:lnTo>
                <a:lnTo>
                  <a:pt x="77" y="513"/>
                </a:lnTo>
                <a:lnTo>
                  <a:pt x="76" y="513"/>
                </a:lnTo>
                <a:lnTo>
                  <a:pt x="76" y="512"/>
                </a:lnTo>
                <a:lnTo>
                  <a:pt x="75" y="512"/>
                </a:lnTo>
                <a:lnTo>
                  <a:pt x="74" y="512"/>
                </a:lnTo>
                <a:lnTo>
                  <a:pt x="74" y="511"/>
                </a:lnTo>
                <a:lnTo>
                  <a:pt x="75" y="511"/>
                </a:lnTo>
                <a:lnTo>
                  <a:pt x="76" y="510"/>
                </a:lnTo>
                <a:lnTo>
                  <a:pt x="77" y="509"/>
                </a:lnTo>
                <a:lnTo>
                  <a:pt x="78" y="509"/>
                </a:lnTo>
                <a:lnTo>
                  <a:pt x="78" y="508"/>
                </a:lnTo>
                <a:lnTo>
                  <a:pt x="79" y="508"/>
                </a:lnTo>
                <a:lnTo>
                  <a:pt x="80" y="508"/>
                </a:lnTo>
                <a:lnTo>
                  <a:pt x="80" y="507"/>
                </a:lnTo>
                <a:lnTo>
                  <a:pt x="81" y="507"/>
                </a:lnTo>
                <a:lnTo>
                  <a:pt x="81" y="508"/>
                </a:lnTo>
                <a:lnTo>
                  <a:pt x="81" y="507"/>
                </a:lnTo>
                <a:lnTo>
                  <a:pt x="82" y="506"/>
                </a:lnTo>
                <a:lnTo>
                  <a:pt x="83" y="506"/>
                </a:lnTo>
                <a:lnTo>
                  <a:pt x="84" y="505"/>
                </a:lnTo>
                <a:lnTo>
                  <a:pt x="84" y="504"/>
                </a:lnTo>
                <a:lnTo>
                  <a:pt x="86" y="506"/>
                </a:lnTo>
                <a:lnTo>
                  <a:pt x="88" y="506"/>
                </a:lnTo>
                <a:lnTo>
                  <a:pt x="88" y="505"/>
                </a:lnTo>
                <a:lnTo>
                  <a:pt x="88" y="504"/>
                </a:lnTo>
                <a:lnTo>
                  <a:pt x="87" y="503"/>
                </a:lnTo>
                <a:lnTo>
                  <a:pt x="86" y="503"/>
                </a:lnTo>
                <a:lnTo>
                  <a:pt x="86" y="502"/>
                </a:lnTo>
                <a:lnTo>
                  <a:pt x="87" y="502"/>
                </a:lnTo>
                <a:lnTo>
                  <a:pt x="87" y="501"/>
                </a:lnTo>
                <a:lnTo>
                  <a:pt x="86" y="501"/>
                </a:lnTo>
                <a:lnTo>
                  <a:pt x="86" y="500"/>
                </a:lnTo>
                <a:lnTo>
                  <a:pt x="87" y="499"/>
                </a:lnTo>
                <a:lnTo>
                  <a:pt x="87" y="498"/>
                </a:lnTo>
                <a:lnTo>
                  <a:pt x="88" y="498"/>
                </a:lnTo>
                <a:lnTo>
                  <a:pt x="88" y="499"/>
                </a:lnTo>
                <a:lnTo>
                  <a:pt x="89" y="498"/>
                </a:lnTo>
                <a:lnTo>
                  <a:pt x="90" y="498"/>
                </a:lnTo>
                <a:lnTo>
                  <a:pt x="90" y="497"/>
                </a:lnTo>
                <a:lnTo>
                  <a:pt x="91" y="497"/>
                </a:lnTo>
                <a:lnTo>
                  <a:pt x="91" y="496"/>
                </a:lnTo>
                <a:lnTo>
                  <a:pt x="91" y="495"/>
                </a:lnTo>
                <a:lnTo>
                  <a:pt x="92" y="495"/>
                </a:lnTo>
                <a:lnTo>
                  <a:pt x="93" y="495"/>
                </a:lnTo>
                <a:lnTo>
                  <a:pt x="93" y="494"/>
                </a:lnTo>
                <a:lnTo>
                  <a:pt x="95" y="494"/>
                </a:lnTo>
                <a:lnTo>
                  <a:pt x="95" y="493"/>
                </a:lnTo>
                <a:lnTo>
                  <a:pt x="96" y="493"/>
                </a:lnTo>
                <a:lnTo>
                  <a:pt x="96" y="492"/>
                </a:lnTo>
                <a:lnTo>
                  <a:pt x="97" y="493"/>
                </a:lnTo>
                <a:lnTo>
                  <a:pt x="97" y="492"/>
                </a:lnTo>
                <a:lnTo>
                  <a:pt x="98" y="492"/>
                </a:lnTo>
                <a:lnTo>
                  <a:pt x="98" y="491"/>
                </a:lnTo>
                <a:lnTo>
                  <a:pt x="98" y="490"/>
                </a:lnTo>
                <a:lnTo>
                  <a:pt x="97" y="490"/>
                </a:lnTo>
                <a:lnTo>
                  <a:pt x="97" y="489"/>
                </a:lnTo>
                <a:lnTo>
                  <a:pt x="97" y="488"/>
                </a:lnTo>
                <a:lnTo>
                  <a:pt x="96" y="488"/>
                </a:lnTo>
                <a:lnTo>
                  <a:pt x="96" y="487"/>
                </a:lnTo>
                <a:lnTo>
                  <a:pt x="96" y="486"/>
                </a:lnTo>
                <a:lnTo>
                  <a:pt x="97" y="486"/>
                </a:lnTo>
                <a:lnTo>
                  <a:pt x="97" y="485"/>
                </a:lnTo>
                <a:lnTo>
                  <a:pt x="96" y="485"/>
                </a:lnTo>
                <a:lnTo>
                  <a:pt x="96" y="484"/>
                </a:lnTo>
                <a:lnTo>
                  <a:pt x="96" y="483"/>
                </a:lnTo>
                <a:lnTo>
                  <a:pt x="95" y="483"/>
                </a:lnTo>
                <a:lnTo>
                  <a:pt x="95" y="482"/>
                </a:lnTo>
                <a:lnTo>
                  <a:pt x="94" y="481"/>
                </a:lnTo>
                <a:lnTo>
                  <a:pt x="93" y="481"/>
                </a:lnTo>
                <a:lnTo>
                  <a:pt x="92" y="480"/>
                </a:lnTo>
                <a:lnTo>
                  <a:pt x="92" y="479"/>
                </a:lnTo>
                <a:lnTo>
                  <a:pt x="92" y="478"/>
                </a:lnTo>
                <a:lnTo>
                  <a:pt x="93" y="477"/>
                </a:lnTo>
                <a:lnTo>
                  <a:pt x="92" y="477"/>
                </a:lnTo>
                <a:lnTo>
                  <a:pt x="91" y="476"/>
                </a:lnTo>
                <a:lnTo>
                  <a:pt x="91" y="475"/>
                </a:lnTo>
                <a:lnTo>
                  <a:pt x="90" y="475"/>
                </a:lnTo>
                <a:lnTo>
                  <a:pt x="90" y="474"/>
                </a:lnTo>
                <a:lnTo>
                  <a:pt x="90" y="473"/>
                </a:lnTo>
                <a:lnTo>
                  <a:pt x="90" y="472"/>
                </a:lnTo>
                <a:lnTo>
                  <a:pt x="90" y="471"/>
                </a:lnTo>
                <a:lnTo>
                  <a:pt x="89" y="471"/>
                </a:lnTo>
                <a:lnTo>
                  <a:pt x="90" y="470"/>
                </a:lnTo>
                <a:lnTo>
                  <a:pt x="91" y="470"/>
                </a:lnTo>
                <a:lnTo>
                  <a:pt x="91" y="469"/>
                </a:lnTo>
                <a:lnTo>
                  <a:pt x="90" y="469"/>
                </a:lnTo>
                <a:lnTo>
                  <a:pt x="90" y="467"/>
                </a:lnTo>
                <a:lnTo>
                  <a:pt x="90" y="466"/>
                </a:lnTo>
                <a:lnTo>
                  <a:pt x="91" y="466"/>
                </a:lnTo>
                <a:lnTo>
                  <a:pt x="91" y="465"/>
                </a:lnTo>
                <a:lnTo>
                  <a:pt x="92" y="465"/>
                </a:lnTo>
                <a:lnTo>
                  <a:pt x="92" y="466"/>
                </a:lnTo>
                <a:lnTo>
                  <a:pt x="93" y="466"/>
                </a:lnTo>
                <a:lnTo>
                  <a:pt x="93" y="465"/>
                </a:lnTo>
                <a:lnTo>
                  <a:pt x="95" y="462"/>
                </a:lnTo>
                <a:lnTo>
                  <a:pt x="95" y="461"/>
                </a:lnTo>
                <a:lnTo>
                  <a:pt x="95" y="460"/>
                </a:lnTo>
                <a:lnTo>
                  <a:pt x="96" y="459"/>
                </a:lnTo>
                <a:lnTo>
                  <a:pt x="96" y="460"/>
                </a:lnTo>
                <a:lnTo>
                  <a:pt x="97" y="460"/>
                </a:lnTo>
                <a:lnTo>
                  <a:pt x="98" y="461"/>
                </a:lnTo>
                <a:lnTo>
                  <a:pt x="98" y="460"/>
                </a:lnTo>
                <a:lnTo>
                  <a:pt x="97" y="460"/>
                </a:lnTo>
                <a:lnTo>
                  <a:pt x="98" y="460"/>
                </a:lnTo>
                <a:lnTo>
                  <a:pt x="98" y="459"/>
                </a:lnTo>
                <a:lnTo>
                  <a:pt x="98" y="460"/>
                </a:lnTo>
                <a:lnTo>
                  <a:pt x="99" y="460"/>
                </a:lnTo>
                <a:lnTo>
                  <a:pt x="100" y="460"/>
                </a:lnTo>
                <a:lnTo>
                  <a:pt x="101" y="461"/>
                </a:lnTo>
                <a:lnTo>
                  <a:pt x="102" y="461"/>
                </a:lnTo>
                <a:lnTo>
                  <a:pt x="104" y="461"/>
                </a:lnTo>
                <a:lnTo>
                  <a:pt x="105" y="461"/>
                </a:lnTo>
                <a:lnTo>
                  <a:pt x="106" y="462"/>
                </a:lnTo>
                <a:lnTo>
                  <a:pt x="106" y="461"/>
                </a:lnTo>
                <a:lnTo>
                  <a:pt x="107" y="461"/>
                </a:lnTo>
                <a:lnTo>
                  <a:pt x="108" y="461"/>
                </a:lnTo>
                <a:lnTo>
                  <a:pt x="109" y="461"/>
                </a:lnTo>
                <a:lnTo>
                  <a:pt x="109" y="460"/>
                </a:lnTo>
                <a:lnTo>
                  <a:pt x="110" y="460"/>
                </a:lnTo>
                <a:lnTo>
                  <a:pt x="109" y="460"/>
                </a:lnTo>
                <a:lnTo>
                  <a:pt x="110" y="460"/>
                </a:lnTo>
                <a:lnTo>
                  <a:pt x="110" y="459"/>
                </a:lnTo>
                <a:lnTo>
                  <a:pt x="111" y="458"/>
                </a:lnTo>
                <a:lnTo>
                  <a:pt x="112" y="458"/>
                </a:lnTo>
                <a:lnTo>
                  <a:pt x="113" y="458"/>
                </a:lnTo>
                <a:lnTo>
                  <a:pt x="113" y="459"/>
                </a:lnTo>
                <a:lnTo>
                  <a:pt x="115" y="459"/>
                </a:lnTo>
                <a:lnTo>
                  <a:pt x="116" y="459"/>
                </a:lnTo>
                <a:lnTo>
                  <a:pt x="117" y="459"/>
                </a:lnTo>
                <a:lnTo>
                  <a:pt x="118" y="459"/>
                </a:lnTo>
                <a:lnTo>
                  <a:pt x="119" y="460"/>
                </a:lnTo>
                <a:lnTo>
                  <a:pt x="120" y="460"/>
                </a:lnTo>
                <a:lnTo>
                  <a:pt x="120" y="461"/>
                </a:lnTo>
                <a:lnTo>
                  <a:pt x="123" y="461"/>
                </a:lnTo>
                <a:lnTo>
                  <a:pt x="123" y="460"/>
                </a:lnTo>
                <a:lnTo>
                  <a:pt x="124" y="459"/>
                </a:lnTo>
                <a:lnTo>
                  <a:pt x="126" y="459"/>
                </a:lnTo>
                <a:lnTo>
                  <a:pt x="127" y="459"/>
                </a:lnTo>
                <a:lnTo>
                  <a:pt x="128" y="459"/>
                </a:lnTo>
                <a:lnTo>
                  <a:pt x="129" y="459"/>
                </a:lnTo>
                <a:lnTo>
                  <a:pt x="129" y="460"/>
                </a:lnTo>
                <a:lnTo>
                  <a:pt x="130" y="461"/>
                </a:lnTo>
                <a:lnTo>
                  <a:pt x="131" y="461"/>
                </a:lnTo>
                <a:lnTo>
                  <a:pt x="131" y="460"/>
                </a:lnTo>
                <a:lnTo>
                  <a:pt x="132" y="460"/>
                </a:lnTo>
                <a:lnTo>
                  <a:pt x="132" y="461"/>
                </a:lnTo>
                <a:lnTo>
                  <a:pt x="133" y="461"/>
                </a:lnTo>
                <a:lnTo>
                  <a:pt x="133" y="462"/>
                </a:lnTo>
                <a:lnTo>
                  <a:pt x="134" y="462"/>
                </a:lnTo>
                <a:lnTo>
                  <a:pt x="135" y="462"/>
                </a:lnTo>
                <a:lnTo>
                  <a:pt x="136" y="462"/>
                </a:lnTo>
                <a:lnTo>
                  <a:pt x="136" y="463"/>
                </a:lnTo>
                <a:lnTo>
                  <a:pt x="137" y="463"/>
                </a:lnTo>
                <a:lnTo>
                  <a:pt x="137" y="464"/>
                </a:lnTo>
                <a:lnTo>
                  <a:pt x="138" y="465"/>
                </a:lnTo>
                <a:lnTo>
                  <a:pt x="138" y="466"/>
                </a:lnTo>
                <a:lnTo>
                  <a:pt x="139" y="466"/>
                </a:lnTo>
                <a:lnTo>
                  <a:pt x="140" y="466"/>
                </a:lnTo>
                <a:lnTo>
                  <a:pt x="140" y="465"/>
                </a:lnTo>
                <a:lnTo>
                  <a:pt x="140" y="464"/>
                </a:lnTo>
                <a:lnTo>
                  <a:pt x="141" y="464"/>
                </a:lnTo>
                <a:lnTo>
                  <a:pt x="142" y="465"/>
                </a:lnTo>
                <a:lnTo>
                  <a:pt x="141" y="465"/>
                </a:lnTo>
                <a:lnTo>
                  <a:pt x="141" y="466"/>
                </a:lnTo>
                <a:lnTo>
                  <a:pt x="142" y="466"/>
                </a:lnTo>
                <a:lnTo>
                  <a:pt x="142" y="467"/>
                </a:lnTo>
                <a:lnTo>
                  <a:pt x="143" y="467"/>
                </a:lnTo>
                <a:lnTo>
                  <a:pt x="144" y="467"/>
                </a:lnTo>
                <a:lnTo>
                  <a:pt x="145" y="467"/>
                </a:lnTo>
                <a:lnTo>
                  <a:pt x="145" y="468"/>
                </a:lnTo>
                <a:lnTo>
                  <a:pt x="146" y="468"/>
                </a:lnTo>
                <a:lnTo>
                  <a:pt x="146" y="469"/>
                </a:lnTo>
                <a:lnTo>
                  <a:pt x="146" y="470"/>
                </a:lnTo>
                <a:lnTo>
                  <a:pt x="145" y="470"/>
                </a:lnTo>
                <a:lnTo>
                  <a:pt x="145" y="471"/>
                </a:lnTo>
                <a:lnTo>
                  <a:pt x="145" y="472"/>
                </a:lnTo>
                <a:lnTo>
                  <a:pt x="146" y="472"/>
                </a:lnTo>
                <a:lnTo>
                  <a:pt x="146" y="473"/>
                </a:lnTo>
                <a:lnTo>
                  <a:pt x="147" y="473"/>
                </a:lnTo>
                <a:lnTo>
                  <a:pt x="148" y="473"/>
                </a:lnTo>
                <a:lnTo>
                  <a:pt x="148" y="474"/>
                </a:lnTo>
                <a:lnTo>
                  <a:pt x="149" y="474"/>
                </a:lnTo>
                <a:lnTo>
                  <a:pt x="150" y="474"/>
                </a:lnTo>
                <a:lnTo>
                  <a:pt x="151" y="475"/>
                </a:lnTo>
                <a:lnTo>
                  <a:pt x="150" y="475"/>
                </a:lnTo>
                <a:lnTo>
                  <a:pt x="151" y="475"/>
                </a:lnTo>
                <a:lnTo>
                  <a:pt x="152" y="475"/>
                </a:lnTo>
                <a:lnTo>
                  <a:pt x="153" y="475"/>
                </a:lnTo>
                <a:lnTo>
                  <a:pt x="153" y="477"/>
                </a:lnTo>
                <a:lnTo>
                  <a:pt x="154" y="478"/>
                </a:lnTo>
                <a:lnTo>
                  <a:pt x="154" y="479"/>
                </a:lnTo>
                <a:lnTo>
                  <a:pt x="153" y="479"/>
                </a:lnTo>
                <a:lnTo>
                  <a:pt x="154" y="480"/>
                </a:lnTo>
                <a:lnTo>
                  <a:pt x="154" y="481"/>
                </a:lnTo>
                <a:lnTo>
                  <a:pt x="155" y="480"/>
                </a:lnTo>
                <a:lnTo>
                  <a:pt x="156" y="480"/>
                </a:lnTo>
                <a:lnTo>
                  <a:pt x="156" y="481"/>
                </a:lnTo>
                <a:lnTo>
                  <a:pt x="157" y="481"/>
                </a:lnTo>
                <a:lnTo>
                  <a:pt x="158" y="480"/>
                </a:lnTo>
                <a:lnTo>
                  <a:pt x="159" y="480"/>
                </a:lnTo>
                <a:lnTo>
                  <a:pt x="159" y="481"/>
                </a:lnTo>
                <a:lnTo>
                  <a:pt x="160" y="481"/>
                </a:lnTo>
                <a:lnTo>
                  <a:pt x="160" y="479"/>
                </a:lnTo>
                <a:lnTo>
                  <a:pt x="161" y="478"/>
                </a:lnTo>
                <a:lnTo>
                  <a:pt x="162" y="478"/>
                </a:lnTo>
                <a:lnTo>
                  <a:pt x="162" y="477"/>
                </a:lnTo>
                <a:lnTo>
                  <a:pt x="163" y="477"/>
                </a:lnTo>
                <a:lnTo>
                  <a:pt x="163" y="476"/>
                </a:lnTo>
                <a:lnTo>
                  <a:pt x="163" y="475"/>
                </a:lnTo>
                <a:lnTo>
                  <a:pt x="164" y="474"/>
                </a:lnTo>
                <a:lnTo>
                  <a:pt x="164" y="475"/>
                </a:lnTo>
                <a:lnTo>
                  <a:pt x="165" y="475"/>
                </a:lnTo>
                <a:lnTo>
                  <a:pt x="166" y="475"/>
                </a:lnTo>
                <a:lnTo>
                  <a:pt x="167" y="475"/>
                </a:lnTo>
                <a:lnTo>
                  <a:pt x="168" y="475"/>
                </a:lnTo>
                <a:lnTo>
                  <a:pt x="168" y="476"/>
                </a:lnTo>
                <a:lnTo>
                  <a:pt x="169" y="476"/>
                </a:lnTo>
                <a:lnTo>
                  <a:pt x="169" y="477"/>
                </a:lnTo>
                <a:lnTo>
                  <a:pt x="170" y="477"/>
                </a:lnTo>
                <a:lnTo>
                  <a:pt x="170" y="478"/>
                </a:lnTo>
                <a:lnTo>
                  <a:pt x="170" y="477"/>
                </a:lnTo>
                <a:lnTo>
                  <a:pt x="171" y="476"/>
                </a:lnTo>
                <a:lnTo>
                  <a:pt x="172" y="475"/>
                </a:lnTo>
                <a:lnTo>
                  <a:pt x="173" y="476"/>
                </a:lnTo>
                <a:lnTo>
                  <a:pt x="174" y="475"/>
                </a:lnTo>
                <a:lnTo>
                  <a:pt x="175" y="475"/>
                </a:lnTo>
                <a:lnTo>
                  <a:pt x="176" y="476"/>
                </a:lnTo>
                <a:lnTo>
                  <a:pt x="176" y="477"/>
                </a:lnTo>
                <a:lnTo>
                  <a:pt x="177" y="477"/>
                </a:lnTo>
                <a:lnTo>
                  <a:pt x="178" y="477"/>
                </a:lnTo>
                <a:lnTo>
                  <a:pt x="179" y="477"/>
                </a:lnTo>
                <a:lnTo>
                  <a:pt x="180" y="477"/>
                </a:lnTo>
                <a:lnTo>
                  <a:pt x="181" y="477"/>
                </a:lnTo>
                <a:lnTo>
                  <a:pt x="181" y="478"/>
                </a:lnTo>
                <a:lnTo>
                  <a:pt x="182" y="478"/>
                </a:lnTo>
                <a:lnTo>
                  <a:pt x="185" y="478"/>
                </a:lnTo>
                <a:lnTo>
                  <a:pt x="185" y="477"/>
                </a:lnTo>
                <a:lnTo>
                  <a:pt x="184" y="477"/>
                </a:lnTo>
                <a:lnTo>
                  <a:pt x="185" y="476"/>
                </a:lnTo>
                <a:lnTo>
                  <a:pt x="186" y="475"/>
                </a:lnTo>
                <a:lnTo>
                  <a:pt x="187" y="475"/>
                </a:lnTo>
                <a:lnTo>
                  <a:pt x="187" y="474"/>
                </a:lnTo>
                <a:lnTo>
                  <a:pt x="187" y="473"/>
                </a:lnTo>
                <a:lnTo>
                  <a:pt x="188" y="473"/>
                </a:lnTo>
                <a:lnTo>
                  <a:pt x="188" y="472"/>
                </a:lnTo>
                <a:lnTo>
                  <a:pt x="189" y="472"/>
                </a:lnTo>
                <a:lnTo>
                  <a:pt x="190" y="473"/>
                </a:lnTo>
                <a:lnTo>
                  <a:pt x="191" y="474"/>
                </a:lnTo>
                <a:lnTo>
                  <a:pt x="191" y="473"/>
                </a:lnTo>
                <a:lnTo>
                  <a:pt x="191" y="472"/>
                </a:lnTo>
                <a:lnTo>
                  <a:pt x="192" y="472"/>
                </a:lnTo>
                <a:lnTo>
                  <a:pt x="193" y="472"/>
                </a:lnTo>
                <a:lnTo>
                  <a:pt x="194" y="473"/>
                </a:lnTo>
                <a:lnTo>
                  <a:pt x="194" y="474"/>
                </a:lnTo>
                <a:lnTo>
                  <a:pt x="194" y="475"/>
                </a:lnTo>
                <a:lnTo>
                  <a:pt x="194" y="476"/>
                </a:lnTo>
                <a:lnTo>
                  <a:pt x="193" y="477"/>
                </a:lnTo>
                <a:lnTo>
                  <a:pt x="194" y="477"/>
                </a:lnTo>
                <a:lnTo>
                  <a:pt x="195" y="477"/>
                </a:lnTo>
                <a:lnTo>
                  <a:pt x="195" y="476"/>
                </a:lnTo>
                <a:lnTo>
                  <a:pt x="194" y="476"/>
                </a:lnTo>
                <a:lnTo>
                  <a:pt x="194" y="475"/>
                </a:lnTo>
                <a:lnTo>
                  <a:pt x="195" y="475"/>
                </a:lnTo>
                <a:lnTo>
                  <a:pt x="195" y="476"/>
                </a:lnTo>
                <a:lnTo>
                  <a:pt x="196" y="476"/>
                </a:lnTo>
                <a:lnTo>
                  <a:pt x="196" y="475"/>
                </a:lnTo>
                <a:lnTo>
                  <a:pt x="196" y="474"/>
                </a:lnTo>
                <a:lnTo>
                  <a:pt x="197" y="474"/>
                </a:lnTo>
                <a:lnTo>
                  <a:pt x="198" y="474"/>
                </a:lnTo>
                <a:lnTo>
                  <a:pt x="199" y="474"/>
                </a:lnTo>
                <a:lnTo>
                  <a:pt x="200" y="474"/>
                </a:lnTo>
                <a:lnTo>
                  <a:pt x="201" y="473"/>
                </a:lnTo>
                <a:lnTo>
                  <a:pt x="201" y="472"/>
                </a:lnTo>
                <a:lnTo>
                  <a:pt x="201" y="473"/>
                </a:lnTo>
                <a:lnTo>
                  <a:pt x="201" y="474"/>
                </a:lnTo>
                <a:lnTo>
                  <a:pt x="202" y="474"/>
                </a:lnTo>
                <a:lnTo>
                  <a:pt x="203" y="473"/>
                </a:lnTo>
                <a:lnTo>
                  <a:pt x="204" y="473"/>
                </a:lnTo>
                <a:lnTo>
                  <a:pt x="205" y="473"/>
                </a:lnTo>
                <a:lnTo>
                  <a:pt x="207" y="473"/>
                </a:lnTo>
                <a:lnTo>
                  <a:pt x="208" y="473"/>
                </a:lnTo>
                <a:lnTo>
                  <a:pt x="209" y="473"/>
                </a:lnTo>
                <a:lnTo>
                  <a:pt x="209" y="472"/>
                </a:lnTo>
                <a:lnTo>
                  <a:pt x="210" y="471"/>
                </a:lnTo>
                <a:lnTo>
                  <a:pt x="211" y="471"/>
                </a:lnTo>
                <a:lnTo>
                  <a:pt x="212" y="471"/>
                </a:lnTo>
                <a:lnTo>
                  <a:pt x="213" y="471"/>
                </a:lnTo>
                <a:lnTo>
                  <a:pt x="214" y="471"/>
                </a:lnTo>
                <a:lnTo>
                  <a:pt x="214" y="470"/>
                </a:lnTo>
                <a:lnTo>
                  <a:pt x="215" y="469"/>
                </a:lnTo>
                <a:lnTo>
                  <a:pt x="214" y="469"/>
                </a:lnTo>
                <a:lnTo>
                  <a:pt x="213" y="469"/>
                </a:lnTo>
                <a:lnTo>
                  <a:pt x="213" y="468"/>
                </a:lnTo>
                <a:lnTo>
                  <a:pt x="213" y="467"/>
                </a:lnTo>
                <a:lnTo>
                  <a:pt x="213" y="466"/>
                </a:lnTo>
                <a:lnTo>
                  <a:pt x="210" y="466"/>
                </a:lnTo>
                <a:lnTo>
                  <a:pt x="209" y="465"/>
                </a:lnTo>
                <a:lnTo>
                  <a:pt x="208" y="464"/>
                </a:lnTo>
                <a:lnTo>
                  <a:pt x="208" y="463"/>
                </a:lnTo>
                <a:lnTo>
                  <a:pt x="207" y="463"/>
                </a:lnTo>
                <a:lnTo>
                  <a:pt x="207" y="462"/>
                </a:lnTo>
                <a:lnTo>
                  <a:pt x="206" y="462"/>
                </a:lnTo>
                <a:lnTo>
                  <a:pt x="205" y="462"/>
                </a:lnTo>
                <a:lnTo>
                  <a:pt x="205" y="461"/>
                </a:lnTo>
                <a:lnTo>
                  <a:pt x="206" y="460"/>
                </a:lnTo>
                <a:lnTo>
                  <a:pt x="205" y="459"/>
                </a:lnTo>
                <a:lnTo>
                  <a:pt x="204" y="459"/>
                </a:lnTo>
                <a:lnTo>
                  <a:pt x="204" y="458"/>
                </a:lnTo>
                <a:lnTo>
                  <a:pt x="203" y="458"/>
                </a:lnTo>
                <a:lnTo>
                  <a:pt x="203" y="457"/>
                </a:lnTo>
                <a:lnTo>
                  <a:pt x="202" y="457"/>
                </a:lnTo>
                <a:lnTo>
                  <a:pt x="202" y="456"/>
                </a:lnTo>
                <a:lnTo>
                  <a:pt x="203" y="456"/>
                </a:lnTo>
                <a:lnTo>
                  <a:pt x="203" y="455"/>
                </a:lnTo>
                <a:lnTo>
                  <a:pt x="202" y="454"/>
                </a:lnTo>
                <a:lnTo>
                  <a:pt x="202" y="453"/>
                </a:lnTo>
                <a:lnTo>
                  <a:pt x="201" y="453"/>
                </a:lnTo>
                <a:lnTo>
                  <a:pt x="201" y="452"/>
                </a:lnTo>
                <a:lnTo>
                  <a:pt x="201" y="451"/>
                </a:lnTo>
                <a:lnTo>
                  <a:pt x="202" y="451"/>
                </a:lnTo>
                <a:lnTo>
                  <a:pt x="201" y="450"/>
                </a:lnTo>
                <a:lnTo>
                  <a:pt x="201" y="449"/>
                </a:lnTo>
                <a:lnTo>
                  <a:pt x="200" y="449"/>
                </a:lnTo>
                <a:lnTo>
                  <a:pt x="199" y="449"/>
                </a:lnTo>
                <a:lnTo>
                  <a:pt x="199" y="448"/>
                </a:lnTo>
                <a:lnTo>
                  <a:pt x="199" y="447"/>
                </a:lnTo>
                <a:lnTo>
                  <a:pt x="199" y="446"/>
                </a:lnTo>
                <a:lnTo>
                  <a:pt x="198" y="446"/>
                </a:lnTo>
                <a:lnTo>
                  <a:pt x="198" y="447"/>
                </a:lnTo>
                <a:lnTo>
                  <a:pt x="197" y="447"/>
                </a:lnTo>
                <a:lnTo>
                  <a:pt x="197" y="446"/>
                </a:lnTo>
                <a:lnTo>
                  <a:pt x="197" y="445"/>
                </a:lnTo>
                <a:lnTo>
                  <a:pt x="196" y="445"/>
                </a:lnTo>
                <a:lnTo>
                  <a:pt x="197" y="445"/>
                </a:lnTo>
                <a:lnTo>
                  <a:pt x="197" y="444"/>
                </a:lnTo>
                <a:lnTo>
                  <a:pt x="196" y="444"/>
                </a:lnTo>
                <a:lnTo>
                  <a:pt x="196" y="443"/>
                </a:lnTo>
                <a:lnTo>
                  <a:pt x="197" y="443"/>
                </a:lnTo>
                <a:lnTo>
                  <a:pt x="198" y="443"/>
                </a:lnTo>
                <a:lnTo>
                  <a:pt x="199" y="443"/>
                </a:lnTo>
                <a:lnTo>
                  <a:pt x="200" y="443"/>
                </a:lnTo>
                <a:lnTo>
                  <a:pt x="201" y="444"/>
                </a:lnTo>
                <a:lnTo>
                  <a:pt x="202" y="444"/>
                </a:lnTo>
                <a:lnTo>
                  <a:pt x="202" y="443"/>
                </a:lnTo>
                <a:lnTo>
                  <a:pt x="201" y="443"/>
                </a:lnTo>
                <a:lnTo>
                  <a:pt x="201" y="442"/>
                </a:lnTo>
                <a:lnTo>
                  <a:pt x="202" y="442"/>
                </a:lnTo>
                <a:lnTo>
                  <a:pt x="203" y="442"/>
                </a:lnTo>
                <a:lnTo>
                  <a:pt x="202" y="442"/>
                </a:lnTo>
                <a:lnTo>
                  <a:pt x="201" y="442"/>
                </a:lnTo>
                <a:lnTo>
                  <a:pt x="202" y="442"/>
                </a:lnTo>
                <a:lnTo>
                  <a:pt x="202" y="441"/>
                </a:lnTo>
                <a:lnTo>
                  <a:pt x="203" y="441"/>
                </a:lnTo>
                <a:lnTo>
                  <a:pt x="203" y="442"/>
                </a:lnTo>
                <a:lnTo>
                  <a:pt x="203" y="441"/>
                </a:lnTo>
                <a:lnTo>
                  <a:pt x="204" y="441"/>
                </a:lnTo>
                <a:lnTo>
                  <a:pt x="204" y="440"/>
                </a:lnTo>
                <a:lnTo>
                  <a:pt x="203" y="440"/>
                </a:lnTo>
                <a:lnTo>
                  <a:pt x="204" y="439"/>
                </a:lnTo>
                <a:lnTo>
                  <a:pt x="204" y="438"/>
                </a:lnTo>
                <a:lnTo>
                  <a:pt x="203" y="438"/>
                </a:lnTo>
                <a:lnTo>
                  <a:pt x="202" y="438"/>
                </a:lnTo>
                <a:lnTo>
                  <a:pt x="202" y="439"/>
                </a:lnTo>
                <a:lnTo>
                  <a:pt x="201" y="439"/>
                </a:lnTo>
                <a:lnTo>
                  <a:pt x="201" y="438"/>
                </a:lnTo>
                <a:lnTo>
                  <a:pt x="202" y="438"/>
                </a:lnTo>
                <a:lnTo>
                  <a:pt x="203" y="437"/>
                </a:lnTo>
                <a:lnTo>
                  <a:pt x="204" y="437"/>
                </a:lnTo>
                <a:lnTo>
                  <a:pt x="205" y="438"/>
                </a:lnTo>
                <a:lnTo>
                  <a:pt x="206" y="438"/>
                </a:lnTo>
                <a:lnTo>
                  <a:pt x="207" y="438"/>
                </a:lnTo>
                <a:lnTo>
                  <a:pt x="207" y="439"/>
                </a:lnTo>
                <a:lnTo>
                  <a:pt x="208" y="438"/>
                </a:lnTo>
                <a:lnTo>
                  <a:pt x="208" y="439"/>
                </a:lnTo>
                <a:lnTo>
                  <a:pt x="209" y="440"/>
                </a:lnTo>
                <a:lnTo>
                  <a:pt x="210" y="439"/>
                </a:lnTo>
                <a:lnTo>
                  <a:pt x="210" y="440"/>
                </a:lnTo>
                <a:lnTo>
                  <a:pt x="211" y="440"/>
                </a:lnTo>
                <a:lnTo>
                  <a:pt x="212" y="441"/>
                </a:lnTo>
                <a:lnTo>
                  <a:pt x="213" y="440"/>
                </a:lnTo>
                <a:lnTo>
                  <a:pt x="213" y="441"/>
                </a:lnTo>
                <a:lnTo>
                  <a:pt x="214" y="441"/>
                </a:lnTo>
                <a:lnTo>
                  <a:pt x="214" y="442"/>
                </a:lnTo>
                <a:lnTo>
                  <a:pt x="215" y="442"/>
                </a:lnTo>
                <a:lnTo>
                  <a:pt x="215" y="443"/>
                </a:lnTo>
                <a:lnTo>
                  <a:pt x="216" y="442"/>
                </a:lnTo>
                <a:lnTo>
                  <a:pt x="218" y="442"/>
                </a:lnTo>
                <a:lnTo>
                  <a:pt x="219" y="442"/>
                </a:lnTo>
                <a:lnTo>
                  <a:pt x="219" y="443"/>
                </a:lnTo>
                <a:lnTo>
                  <a:pt x="220" y="443"/>
                </a:lnTo>
                <a:lnTo>
                  <a:pt x="220" y="442"/>
                </a:lnTo>
                <a:lnTo>
                  <a:pt x="220" y="443"/>
                </a:lnTo>
                <a:lnTo>
                  <a:pt x="221" y="443"/>
                </a:lnTo>
                <a:lnTo>
                  <a:pt x="221" y="442"/>
                </a:lnTo>
                <a:lnTo>
                  <a:pt x="221" y="441"/>
                </a:lnTo>
                <a:lnTo>
                  <a:pt x="222" y="441"/>
                </a:lnTo>
                <a:lnTo>
                  <a:pt x="223" y="441"/>
                </a:lnTo>
                <a:lnTo>
                  <a:pt x="224" y="442"/>
                </a:lnTo>
                <a:lnTo>
                  <a:pt x="223" y="442"/>
                </a:lnTo>
                <a:lnTo>
                  <a:pt x="223" y="443"/>
                </a:lnTo>
                <a:lnTo>
                  <a:pt x="223" y="444"/>
                </a:lnTo>
                <a:lnTo>
                  <a:pt x="224" y="444"/>
                </a:lnTo>
                <a:lnTo>
                  <a:pt x="225" y="444"/>
                </a:lnTo>
                <a:lnTo>
                  <a:pt x="226" y="444"/>
                </a:lnTo>
                <a:lnTo>
                  <a:pt x="227" y="444"/>
                </a:lnTo>
                <a:lnTo>
                  <a:pt x="227" y="443"/>
                </a:lnTo>
                <a:lnTo>
                  <a:pt x="228" y="443"/>
                </a:lnTo>
                <a:lnTo>
                  <a:pt x="229" y="443"/>
                </a:lnTo>
                <a:lnTo>
                  <a:pt x="230" y="443"/>
                </a:lnTo>
                <a:lnTo>
                  <a:pt x="231" y="443"/>
                </a:lnTo>
                <a:lnTo>
                  <a:pt x="232" y="442"/>
                </a:lnTo>
                <a:lnTo>
                  <a:pt x="233" y="442"/>
                </a:lnTo>
                <a:lnTo>
                  <a:pt x="234" y="442"/>
                </a:lnTo>
                <a:lnTo>
                  <a:pt x="234" y="441"/>
                </a:lnTo>
                <a:lnTo>
                  <a:pt x="235" y="441"/>
                </a:lnTo>
                <a:lnTo>
                  <a:pt x="235" y="440"/>
                </a:lnTo>
                <a:lnTo>
                  <a:pt x="237" y="440"/>
                </a:lnTo>
                <a:lnTo>
                  <a:pt x="238" y="440"/>
                </a:lnTo>
                <a:lnTo>
                  <a:pt x="239" y="440"/>
                </a:lnTo>
                <a:lnTo>
                  <a:pt x="239" y="439"/>
                </a:lnTo>
                <a:lnTo>
                  <a:pt x="240" y="439"/>
                </a:lnTo>
                <a:lnTo>
                  <a:pt x="240" y="440"/>
                </a:lnTo>
                <a:lnTo>
                  <a:pt x="241" y="439"/>
                </a:lnTo>
                <a:lnTo>
                  <a:pt x="241" y="438"/>
                </a:lnTo>
                <a:lnTo>
                  <a:pt x="242" y="438"/>
                </a:lnTo>
                <a:lnTo>
                  <a:pt x="243" y="437"/>
                </a:lnTo>
                <a:lnTo>
                  <a:pt x="243" y="438"/>
                </a:lnTo>
                <a:lnTo>
                  <a:pt x="244" y="438"/>
                </a:lnTo>
                <a:lnTo>
                  <a:pt x="245" y="438"/>
                </a:lnTo>
                <a:lnTo>
                  <a:pt x="246" y="438"/>
                </a:lnTo>
                <a:lnTo>
                  <a:pt x="247" y="438"/>
                </a:lnTo>
                <a:lnTo>
                  <a:pt x="247" y="439"/>
                </a:lnTo>
                <a:lnTo>
                  <a:pt x="248" y="439"/>
                </a:lnTo>
                <a:lnTo>
                  <a:pt x="248" y="440"/>
                </a:lnTo>
                <a:lnTo>
                  <a:pt x="247" y="440"/>
                </a:lnTo>
                <a:lnTo>
                  <a:pt x="248" y="441"/>
                </a:lnTo>
                <a:lnTo>
                  <a:pt x="249" y="442"/>
                </a:lnTo>
                <a:lnTo>
                  <a:pt x="250" y="443"/>
                </a:lnTo>
                <a:lnTo>
                  <a:pt x="250" y="442"/>
                </a:lnTo>
                <a:lnTo>
                  <a:pt x="250" y="441"/>
                </a:lnTo>
                <a:lnTo>
                  <a:pt x="251" y="441"/>
                </a:lnTo>
                <a:lnTo>
                  <a:pt x="251" y="442"/>
                </a:lnTo>
                <a:lnTo>
                  <a:pt x="252" y="442"/>
                </a:lnTo>
                <a:lnTo>
                  <a:pt x="254" y="441"/>
                </a:lnTo>
                <a:lnTo>
                  <a:pt x="255" y="441"/>
                </a:lnTo>
                <a:lnTo>
                  <a:pt x="255" y="440"/>
                </a:lnTo>
                <a:lnTo>
                  <a:pt x="255" y="439"/>
                </a:lnTo>
                <a:lnTo>
                  <a:pt x="254" y="439"/>
                </a:lnTo>
                <a:lnTo>
                  <a:pt x="254" y="438"/>
                </a:lnTo>
                <a:lnTo>
                  <a:pt x="255" y="438"/>
                </a:lnTo>
                <a:lnTo>
                  <a:pt x="255" y="439"/>
                </a:lnTo>
                <a:lnTo>
                  <a:pt x="256" y="439"/>
                </a:lnTo>
                <a:lnTo>
                  <a:pt x="257" y="439"/>
                </a:lnTo>
                <a:lnTo>
                  <a:pt x="257" y="438"/>
                </a:lnTo>
                <a:lnTo>
                  <a:pt x="258" y="438"/>
                </a:lnTo>
                <a:lnTo>
                  <a:pt x="259" y="438"/>
                </a:lnTo>
                <a:lnTo>
                  <a:pt x="259" y="439"/>
                </a:lnTo>
                <a:lnTo>
                  <a:pt x="259" y="440"/>
                </a:lnTo>
                <a:lnTo>
                  <a:pt x="260" y="440"/>
                </a:lnTo>
                <a:lnTo>
                  <a:pt x="260" y="439"/>
                </a:lnTo>
                <a:lnTo>
                  <a:pt x="261" y="439"/>
                </a:lnTo>
                <a:lnTo>
                  <a:pt x="262" y="439"/>
                </a:lnTo>
                <a:lnTo>
                  <a:pt x="263" y="440"/>
                </a:lnTo>
                <a:lnTo>
                  <a:pt x="264" y="441"/>
                </a:lnTo>
                <a:lnTo>
                  <a:pt x="265" y="441"/>
                </a:lnTo>
                <a:lnTo>
                  <a:pt x="265" y="440"/>
                </a:lnTo>
                <a:lnTo>
                  <a:pt x="266" y="440"/>
                </a:lnTo>
                <a:lnTo>
                  <a:pt x="266" y="441"/>
                </a:lnTo>
                <a:lnTo>
                  <a:pt x="267" y="441"/>
                </a:lnTo>
                <a:lnTo>
                  <a:pt x="268" y="441"/>
                </a:lnTo>
                <a:lnTo>
                  <a:pt x="269" y="440"/>
                </a:lnTo>
                <a:lnTo>
                  <a:pt x="271" y="440"/>
                </a:lnTo>
                <a:lnTo>
                  <a:pt x="272" y="440"/>
                </a:lnTo>
                <a:lnTo>
                  <a:pt x="274" y="439"/>
                </a:lnTo>
                <a:lnTo>
                  <a:pt x="275" y="439"/>
                </a:lnTo>
                <a:lnTo>
                  <a:pt x="275" y="438"/>
                </a:lnTo>
                <a:lnTo>
                  <a:pt x="276" y="438"/>
                </a:lnTo>
                <a:lnTo>
                  <a:pt x="276" y="437"/>
                </a:lnTo>
                <a:lnTo>
                  <a:pt x="276" y="438"/>
                </a:lnTo>
                <a:lnTo>
                  <a:pt x="277" y="438"/>
                </a:lnTo>
                <a:lnTo>
                  <a:pt x="277" y="439"/>
                </a:lnTo>
                <a:lnTo>
                  <a:pt x="278" y="439"/>
                </a:lnTo>
                <a:lnTo>
                  <a:pt x="280" y="439"/>
                </a:lnTo>
                <a:lnTo>
                  <a:pt x="280" y="438"/>
                </a:lnTo>
                <a:lnTo>
                  <a:pt x="280" y="437"/>
                </a:lnTo>
                <a:lnTo>
                  <a:pt x="281" y="437"/>
                </a:lnTo>
                <a:lnTo>
                  <a:pt x="282" y="437"/>
                </a:lnTo>
                <a:lnTo>
                  <a:pt x="282" y="436"/>
                </a:lnTo>
                <a:lnTo>
                  <a:pt x="282" y="435"/>
                </a:lnTo>
                <a:lnTo>
                  <a:pt x="283" y="435"/>
                </a:lnTo>
                <a:lnTo>
                  <a:pt x="282" y="435"/>
                </a:lnTo>
                <a:lnTo>
                  <a:pt x="282" y="434"/>
                </a:lnTo>
                <a:lnTo>
                  <a:pt x="282" y="432"/>
                </a:lnTo>
                <a:lnTo>
                  <a:pt x="282" y="431"/>
                </a:lnTo>
                <a:lnTo>
                  <a:pt x="283" y="431"/>
                </a:lnTo>
                <a:lnTo>
                  <a:pt x="283" y="430"/>
                </a:lnTo>
                <a:lnTo>
                  <a:pt x="282" y="430"/>
                </a:lnTo>
                <a:lnTo>
                  <a:pt x="284" y="429"/>
                </a:lnTo>
                <a:lnTo>
                  <a:pt x="284" y="428"/>
                </a:lnTo>
                <a:lnTo>
                  <a:pt x="285" y="428"/>
                </a:lnTo>
                <a:lnTo>
                  <a:pt x="285" y="427"/>
                </a:lnTo>
                <a:lnTo>
                  <a:pt x="284" y="426"/>
                </a:lnTo>
                <a:lnTo>
                  <a:pt x="284" y="425"/>
                </a:lnTo>
                <a:lnTo>
                  <a:pt x="283" y="425"/>
                </a:lnTo>
                <a:lnTo>
                  <a:pt x="284" y="425"/>
                </a:lnTo>
                <a:lnTo>
                  <a:pt x="284" y="423"/>
                </a:lnTo>
                <a:lnTo>
                  <a:pt x="283" y="423"/>
                </a:lnTo>
                <a:lnTo>
                  <a:pt x="283" y="421"/>
                </a:lnTo>
                <a:lnTo>
                  <a:pt x="283" y="419"/>
                </a:lnTo>
                <a:lnTo>
                  <a:pt x="282" y="419"/>
                </a:lnTo>
                <a:lnTo>
                  <a:pt x="282" y="418"/>
                </a:lnTo>
                <a:lnTo>
                  <a:pt x="282" y="417"/>
                </a:lnTo>
                <a:lnTo>
                  <a:pt x="282" y="416"/>
                </a:lnTo>
                <a:lnTo>
                  <a:pt x="283" y="415"/>
                </a:lnTo>
                <a:lnTo>
                  <a:pt x="283" y="414"/>
                </a:lnTo>
                <a:lnTo>
                  <a:pt x="283" y="413"/>
                </a:lnTo>
                <a:lnTo>
                  <a:pt x="283" y="412"/>
                </a:lnTo>
                <a:lnTo>
                  <a:pt x="282" y="412"/>
                </a:lnTo>
                <a:lnTo>
                  <a:pt x="282" y="411"/>
                </a:lnTo>
                <a:lnTo>
                  <a:pt x="281" y="411"/>
                </a:lnTo>
                <a:lnTo>
                  <a:pt x="281" y="410"/>
                </a:lnTo>
                <a:lnTo>
                  <a:pt x="280" y="410"/>
                </a:lnTo>
                <a:lnTo>
                  <a:pt x="280" y="409"/>
                </a:lnTo>
                <a:lnTo>
                  <a:pt x="279" y="409"/>
                </a:lnTo>
                <a:lnTo>
                  <a:pt x="278" y="409"/>
                </a:lnTo>
                <a:lnTo>
                  <a:pt x="278" y="408"/>
                </a:lnTo>
                <a:lnTo>
                  <a:pt x="278" y="407"/>
                </a:lnTo>
                <a:lnTo>
                  <a:pt x="277" y="407"/>
                </a:lnTo>
                <a:lnTo>
                  <a:pt x="276" y="407"/>
                </a:lnTo>
                <a:lnTo>
                  <a:pt x="276" y="406"/>
                </a:lnTo>
                <a:lnTo>
                  <a:pt x="275" y="406"/>
                </a:lnTo>
                <a:lnTo>
                  <a:pt x="275" y="405"/>
                </a:lnTo>
                <a:lnTo>
                  <a:pt x="275" y="404"/>
                </a:lnTo>
                <a:lnTo>
                  <a:pt x="275" y="403"/>
                </a:lnTo>
                <a:lnTo>
                  <a:pt x="274" y="402"/>
                </a:lnTo>
                <a:lnTo>
                  <a:pt x="274" y="401"/>
                </a:lnTo>
                <a:lnTo>
                  <a:pt x="275" y="400"/>
                </a:lnTo>
                <a:lnTo>
                  <a:pt x="275" y="399"/>
                </a:lnTo>
                <a:lnTo>
                  <a:pt x="274" y="398"/>
                </a:lnTo>
                <a:lnTo>
                  <a:pt x="274" y="397"/>
                </a:lnTo>
                <a:lnTo>
                  <a:pt x="274" y="396"/>
                </a:lnTo>
                <a:lnTo>
                  <a:pt x="274" y="395"/>
                </a:lnTo>
                <a:lnTo>
                  <a:pt x="275" y="394"/>
                </a:lnTo>
                <a:lnTo>
                  <a:pt x="275" y="393"/>
                </a:lnTo>
                <a:lnTo>
                  <a:pt x="275" y="392"/>
                </a:lnTo>
                <a:lnTo>
                  <a:pt x="274" y="391"/>
                </a:lnTo>
                <a:lnTo>
                  <a:pt x="274" y="390"/>
                </a:lnTo>
                <a:lnTo>
                  <a:pt x="275" y="390"/>
                </a:lnTo>
                <a:lnTo>
                  <a:pt x="275" y="389"/>
                </a:lnTo>
                <a:lnTo>
                  <a:pt x="275" y="388"/>
                </a:lnTo>
                <a:lnTo>
                  <a:pt x="275" y="387"/>
                </a:lnTo>
                <a:lnTo>
                  <a:pt x="275" y="385"/>
                </a:lnTo>
                <a:lnTo>
                  <a:pt x="274" y="384"/>
                </a:lnTo>
                <a:lnTo>
                  <a:pt x="274" y="383"/>
                </a:lnTo>
                <a:lnTo>
                  <a:pt x="274" y="382"/>
                </a:lnTo>
                <a:lnTo>
                  <a:pt x="273" y="382"/>
                </a:lnTo>
                <a:lnTo>
                  <a:pt x="273" y="381"/>
                </a:lnTo>
                <a:lnTo>
                  <a:pt x="273" y="380"/>
                </a:lnTo>
                <a:lnTo>
                  <a:pt x="272" y="380"/>
                </a:lnTo>
                <a:lnTo>
                  <a:pt x="272" y="379"/>
                </a:lnTo>
                <a:lnTo>
                  <a:pt x="272" y="378"/>
                </a:lnTo>
                <a:lnTo>
                  <a:pt x="273" y="378"/>
                </a:lnTo>
                <a:lnTo>
                  <a:pt x="273" y="377"/>
                </a:lnTo>
                <a:lnTo>
                  <a:pt x="274" y="377"/>
                </a:lnTo>
                <a:lnTo>
                  <a:pt x="274" y="376"/>
                </a:lnTo>
                <a:lnTo>
                  <a:pt x="275" y="376"/>
                </a:lnTo>
                <a:lnTo>
                  <a:pt x="276" y="376"/>
                </a:lnTo>
                <a:lnTo>
                  <a:pt x="277" y="375"/>
                </a:lnTo>
                <a:lnTo>
                  <a:pt x="278" y="375"/>
                </a:lnTo>
                <a:lnTo>
                  <a:pt x="278" y="374"/>
                </a:lnTo>
                <a:lnTo>
                  <a:pt x="278" y="373"/>
                </a:lnTo>
                <a:lnTo>
                  <a:pt x="279" y="373"/>
                </a:lnTo>
                <a:lnTo>
                  <a:pt x="279" y="372"/>
                </a:lnTo>
                <a:lnTo>
                  <a:pt x="280" y="372"/>
                </a:lnTo>
                <a:lnTo>
                  <a:pt x="281" y="372"/>
                </a:lnTo>
                <a:lnTo>
                  <a:pt x="282" y="372"/>
                </a:lnTo>
                <a:lnTo>
                  <a:pt x="282" y="373"/>
                </a:lnTo>
                <a:lnTo>
                  <a:pt x="282" y="372"/>
                </a:lnTo>
                <a:lnTo>
                  <a:pt x="283" y="372"/>
                </a:lnTo>
                <a:lnTo>
                  <a:pt x="284" y="373"/>
                </a:lnTo>
                <a:lnTo>
                  <a:pt x="284" y="372"/>
                </a:lnTo>
                <a:lnTo>
                  <a:pt x="285" y="372"/>
                </a:lnTo>
                <a:lnTo>
                  <a:pt x="286" y="372"/>
                </a:lnTo>
                <a:lnTo>
                  <a:pt x="286" y="371"/>
                </a:lnTo>
                <a:lnTo>
                  <a:pt x="286" y="369"/>
                </a:lnTo>
                <a:lnTo>
                  <a:pt x="286" y="368"/>
                </a:lnTo>
                <a:lnTo>
                  <a:pt x="287" y="367"/>
                </a:lnTo>
                <a:lnTo>
                  <a:pt x="288" y="367"/>
                </a:lnTo>
                <a:lnTo>
                  <a:pt x="288" y="366"/>
                </a:lnTo>
                <a:lnTo>
                  <a:pt x="289" y="365"/>
                </a:lnTo>
                <a:lnTo>
                  <a:pt x="289" y="364"/>
                </a:lnTo>
                <a:lnTo>
                  <a:pt x="289" y="363"/>
                </a:lnTo>
                <a:lnTo>
                  <a:pt x="288" y="362"/>
                </a:lnTo>
                <a:lnTo>
                  <a:pt x="288" y="361"/>
                </a:lnTo>
                <a:lnTo>
                  <a:pt x="289" y="358"/>
                </a:lnTo>
                <a:lnTo>
                  <a:pt x="290" y="357"/>
                </a:lnTo>
                <a:lnTo>
                  <a:pt x="290" y="356"/>
                </a:lnTo>
                <a:lnTo>
                  <a:pt x="291" y="355"/>
                </a:lnTo>
                <a:lnTo>
                  <a:pt x="290" y="354"/>
                </a:lnTo>
                <a:lnTo>
                  <a:pt x="290" y="353"/>
                </a:lnTo>
                <a:lnTo>
                  <a:pt x="291" y="353"/>
                </a:lnTo>
                <a:lnTo>
                  <a:pt x="291" y="352"/>
                </a:lnTo>
                <a:lnTo>
                  <a:pt x="291" y="351"/>
                </a:lnTo>
                <a:lnTo>
                  <a:pt x="290" y="350"/>
                </a:lnTo>
                <a:lnTo>
                  <a:pt x="289" y="347"/>
                </a:lnTo>
                <a:lnTo>
                  <a:pt x="287" y="345"/>
                </a:lnTo>
                <a:lnTo>
                  <a:pt x="286" y="345"/>
                </a:lnTo>
                <a:lnTo>
                  <a:pt x="286" y="344"/>
                </a:lnTo>
                <a:lnTo>
                  <a:pt x="286" y="342"/>
                </a:lnTo>
                <a:lnTo>
                  <a:pt x="286" y="340"/>
                </a:lnTo>
                <a:lnTo>
                  <a:pt x="286" y="339"/>
                </a:lnTo>
                <a:lnTo>
                  <a:pt x="286" y="338"/>
                </a:lnTo>
                <a:lnTo>
                  <a:pt x="285" y="337"/>
                </a:lnTo>
                <a:lnTo>
                  <a:pt x="285" y="335"/>
                </a:lnTo>
                <a:lnTo>
                  <a:pt x="285" y="334"/>
                </a:lnTo>
                <a:lnTo>
                  <a:pt x="285" y="330"/>
                </a:lnTo>
                <a:lnTo>
                  <a:pt x="286" y="327"/>
                </a:lnTo>
                <a:lnTo>
                  <a:pt x="285" y="325"/>
                </a:lnTo>
                <a:lnTo>
                  <a:pt x="284" y="324"/>
                </a:lnTo>
                <a:lnTo>
                  <a:pt x="284" y="323"/>
                </a:lnTo>
                <a:lnTo>
                  <a:pt x="283" y="322"/>
                </a:lnTo>
                <a:lnTo>
                  <a:pt x="282" y="322"/>
                </a:lnTo>
                <a:lnTo>
                  <a:pt x="281" y="323"/>
                </a:lnTo>
                <a:lnTo>
                  <a:pt x="280" y="322"/>
                </a:lnTo>
                <a:lnTo>
                  <a:pt x="279" y="322"/>
                </a:lnTo>
                <a:lnTo>
                  <a:pt x="278" y="322"/>
                </a:lnTo>
                <a:lnTo>
                  <a:pt x="276" y="320"/>
                </a:lnTo>
                <a:lnTo>
                  <a:pt x="274" y="319"/>
                </a:lnTo>
                <a:lnTo>
                  <a:pt x="273" y="318"/>
                </a:lnTo>
                <a:lnTo>
                  <a:pt x="273" y="319"/>
                </a:lnTo>
                <a:lnTo>
                  <a:pt x="273" y="320"/>
                </a:lnTo>
                <a:lnTo>
                  <a:pt x="273" y="321"/>
                </a:lnTo>
                <a:lnTo>
                  <a:pt x="273" y="322"/>
                </a:lnTo>
                <a:lnTo>
                  <a:pt x="272" y="323"/>
                </a:lnTo>
                <a:lnTo>
                  <a:pt x="270" y="323"/>
                </a:lnTo>
                <a:lnTo>
                  <a:pt x="266" y="322"/>
                </a:lnTo>
                <a:lnTo>
                  <a:pt x="264" y="321"/>
                </a:lnTo>
                <a:lnTo>
                  <a:pt x="263" y="321"/>
                </a:lnTo>
                <a:lnTo>
                  <a:pt x="264" y="319"/>
                </a:lnTo>
                <a:lnTo>
                  <a:pt x="264" y="318"/>
                </a:lnTo>
                <a:lnTo>
                  <a:pt x="263" y="315"/>
                </a:lnTo>
                <a:lnTo>
                  <a:pt x="261" y="314"/>
                </a:lnTo>
                <a:lnTo>
                  <a:pt x="260" y="313"/>
                </a:lnTo>
                <a:lnTo>
                  <a:pt x="259" y="311"/>
                </a:lnTo>
                <a:lnTo>
                  <a:pt x="259" y="310"/>
                </a:lnTo>
                <a:lnTo>
                  <a:pt x="256" y="310"/>
                </a:lnTo>
                <a:lnTo>
                  <a:pt x="254" y="309"/>
                </a:lnTo>
                <a:lnTo>
                  <a:pt x="254" y="308"/>
                </a:lnTo>
                <a:lnTo>
                  <a:pt x="254" y="309"/>
                </a:lnTo>
                <a:lnTo>
                  <a:pt x="254" y="310"/>
                </a:lnTo>
                <a:lnTo>
                  <a:pt x="253" y="310"/>
                </a:lnTo>
                <a:lnTo>
                  <a:pt x="252" y="309"/>
                </a:lnTo>
                <a:lnTo>
                  <a:pt x="251" y="308"/>
                </a:lnTo>
                <a:lnTo>
                  <a:pt x="251" y="309"/>
                </a:lnTo>
                <a:lnTo>
                  <a:pt x="251" y="310"/>
                </a:lnTo>
                <a:lnTo>
                  <a:pt x="251" y="311"/>
                </a:lnTo>
                <a:lnTo>
                  <a:pt x="250" y="311"/>
                </a:lnTo>
                <a:lnTo>
                  <a:pt x="250" y="310"/>
                </a:lnTo>
                <a:lnTo>
                  <a:pt x="250" y="309"/>
                </a:lnTo>
                <a:lnTo>
                  <a:pt x="249" y="308"/>
                </a:lnTo>
                <a:lnTo>
                  <a:pt x="247" y="308"/>
                </a:lnTo>
                <a:lnTo>
                  <a:pt x="246" y="308"/>
                </a:lnTo>
                <a:lnTo>
                  <a:pt x="246" y="307"/>
                </a:lnTo>
                <a:lnTo>
                  <a:pt x="246" y="305"/>
                </a:lnTo>
                <a:lnTo>
                  <a:pt x="246" y="304"/>
                </a:lnTo>
                <a:lnTo>
                  <a:pt x="247" y="303"/>
                </a:lnTo>
                <a:lnTo>
                  <a:pt x="247" y="302"/>
                </a:lnTo>
                <a:lnTo>
                  <a:pt x="246" y="302"/>
                </a:lnTo>
                <a:lnTo>
                  <a:pt x="244" y="304"/>
                </a:lnTo>
                <a:lnTo>
                  <a:pt x="243" y="305"/>
                </a:lnTo>
                <a:lnTo>
                  <a:pt x="243" y="306"/>
                </a:lnTo>
                <a:lnTo>
                  <a:pt x="243" y="307"/>
                </a:lnTo>
                <a:lnTo>
                  <a:pt x="242" y="308"/>
                </a:lnTo>
                <a:lnTo>
                  <a:pt x="241" y="309"/>
                </a:lnTo>
                <a:lnTo>
                  <a:pt x="240" y="309"/>
                </a:lnTo>
                <a:lnTo>
                  <a:pt x="239" y="309"/>
                </a:lnTo>
                <a:lnTo>
                  <a:pt x="239" y="308"/>
                </a:lnTo>
                <a:lnTo>
                  <a:pt x="240" y="308"/>
                </a:lnTo>
                <a:lnTo>
                  <a:pt x="240" y="307"/>
                </a:lnTo>
                <a:lnTo>
                  <a:pt x="239" y="307"/>
                </a:lnTo>
                <a:lnTo>
                  <a:pt x="237" y="306"/>
                </a:lnTo>
                <a:lnTo>
                  <a:pt x="236" y="306"/>
                </a:lnTo>
                <a:lnTo>
                  <a:pt x="236" y="307"/>
                </a:lnTo>
                <a:lnTo>
                  <a:pt x="235" y="307"/>
                </a:lnTo>
                <a:lnTo>
                  <a:pt x="235" y="306"/>
                </a:lnTo>
                <a:lnTo>
                  <a:pt x="235" y="305"/>
                </a:lnTo>
                <a:lnTo>
                  <a:pt x="236" y="305"/>
                </a:lnTo>
                <a:lnTo>
                  <a:pt x="235" y="305"/>
                </a:lnTo>
                <a:lnTo>
                  <a:pt x="235" y="304"/>
                </a:lnTo>
                <a:lnTo>
                  <a:pt x="234" y="304"/>
                </a:lnTo>
                <a:lnTo>
                  <a:pt x="234" y="305"/>
                </a:lnTo>
                <a:lnTo>
                  <a:pt x="232" y="306"/>
                </a:lnTo>
                <a:lnTo>
                  <a:pt x="231" y="305"/>
                </a:lnTo>
                <a:lnTo>
                  <a:pt x="230" y="303"/>
                </a:lnTo>
                <a:lnTo>
                  <a:pt x="228" y="302"/>
                </a:lnTo>
                <a:lnTo>
                  <a:pt x="228" y="301"/>
                </a:lnTo>
                <a:lnTo>
                  <a:pt x="228" y="302"/>
                </a:lnTo>
                <a:lnTo>
                  <a:pt x="227" y="302"/>
                </a:lnTo>
                <a:lnTo>
                  <a:pt x="227" y="301"/>
                </a:lnTo>
                <a:lnTo>
                  <a:pt x="227" y="300"/>
                </a:lnTo>
                <a:lnTo>
                  <a:pt x="228" y="300"/>
                </a:lnTo>
                <a:lnTo>
                  <a:pt x="228" y="301"/>
                </a:lnTo>
                <a:lnTo>
                  <a:pt x="229" y="300"/>
                </a:lnTo>
                <a:lnTo>
                  <a:pt x="229" y="299"/>
                </a:lnTo>
                <a:lnTo>
                  <a:pt x="229" y="298"/>
                </a:lnTo>
                <a:lnTo>
                  <a:pt x="228" y="297"/>
                </a:lnTo>
                <a:lnTo>
                  <a:pt x="227" y="297"/>
                </a:lnTo>
                <a:lnTo>
                  <a:pt x="226" y="297"/>
                </a:lnTo>
                <a:lnTo>
                  <a:pt x="226" y="298"/>
                </a:lnTo>
                <a:lnTo>
                  <a:pt x="226" y="299"/>
                </a:lnTo>
                <a:lnTo>
                  <a:pt x="226" y="300"/>
                </a:lnTo>
                <a:lnTo>
                  <a:pt x="225" y="300"/>
                </a:lnTo>
                <a:lnTo>
                  <a:pt x="225" y="299"/>
                </a:lnTo>
                <a:lnTo>
                  <a:pt x="225" y="298"/>
                </a:lnTo>
                <a:lnTo>
                  <a:pt x="224" y="299"/>
                </a:lnTo>
                <a:lnTo>
                  <a:pt x="223" y="299"/>
                </a:lnTo>
                <a:lnTo>
                  <a:pt x="222" y="300"/>
                </a:lnTo>
                <a:lnTo>
                  <a:pt x="222" y="299"/>
                </a:lnTo>
                <a:lnTo>
                  <a:pt x="221" y="299"/>
                </a:lnTo>
                <a:lnTo>
                  <a:pt x="222" y="298"/>
                </a:lnTo>
                <a:lnTo>
                  <a:pt x="222" y="297"/>
                </a:lnTo>
                <a:lnTo>
                  <a:pt x="222" y="295"/>
                </a:lnTo>
                <a:lnTo>
                  <a:pt x="222" y="294"/>
                </a:lnTo>
                <a:lnTo>
                  <a:pt x="221" y="294"/>
                </a:lnTo>
                <a:lnTo>
                  <a:pt x="220" y="294"/>
                </a:lnTo>
                <a:lnTo>
                  <a:pt x="220" y="293"/>
                </a:lnTo>
                <a:lnTo>
                  <a:pt x="220" y="292"/>
                </a:lnTo>
                <a:lnTo>
                  <a:pt x="219" y="292"/>
                </a:lnTo>
                <a:lnTo>
                  <a:pt x="219" y="291"/>
                </a:lnTo>
                <a:lnTo>
                  <a:pt x="219" y="290"/>
                </a:lnTo>
                <a:lnTo>
                  <a:pt x="218" y="290"/>
                </a:lnTo>
                <a:lnTo>
                  <a:pt x="217" y="290"/>
                </a:lnTo>
                <a:lnTo>
                  <a:pt x="216" y="290"/>
                </a:lnTo>
                <a:lnTo>
                  <a:pt x="215" y="288"/>
                </a:lnTo>
                <a:lnTo>
                  <a:pt x="214" y="288"/>
                </a:lnTo>
                <a:lnTo>
                  <a:pt x="213" y="288"/>
                </a:lnTo>
                <a:lnTo>
                  <a:pt x="213" y="287"/>
                </a:lnTo>
                <a:lnTo>
                  <a:pt x="212" y="286"/>
                </a:lnTo>
                <a:lnTo>
                  <a:pt x="211" y="286"/>
                </a:lnTo>
                <a:lnTo>
                  <a:pt x="211" y="287"/>
                </a:lnTo>
                <a:lnTo>
                  <a:pt x="209" y="287"/>
                </a:lnTo>
                <a:lnTo>
                  <a:pt x="207" y="286"/>
                </a:lnTo>
                <a:lnTo>
                  <a:pt x="207" y="285"/>
                </a:lnTo>
                <a:lnTo>
                  <a:pt x="206" y="285"/>
                </a:lnTo>
                <a:lnTo>
                  <a:pt x="205" y="284"/>
                </a:lnTo>
                <a:lnTo>
                  <a:pt x="204" y="283"/>
                </a:lnTo>
                <a:lnTo>
                  <a:pt x="203" y="283"/>
                </a:lnTo>
                <a:lnTo>
                  <a:pt x="203" y="284"/>
                </a:lnTo>
                <a:lnTo>
                  <a:pt x="202" y="284"/>
                </a:lnTo>
                <a:lnTo>
                  <a:pt x="200" y="284"/>
                </a:lnTo>
                <a:lnTo>
                  <a:pt x="199" y="284"/>
                </a:lnTo>
                <a:lnTo>
                  <a:pt x="199" y="283"/>
                </a:lnTo>
                <a:lnTo>
                  <a:pt x="199" y="282"/>
                </a:lnTo>
                <a:lnTo>
                  <a:pt x="198" y="282"/>
                </a:lnTo>
                <a:lnTo>
                  <a:pt x="197" y="282"/>
                </a:lnTo>
                <a:lnTo>
                  <a:pt x="196" y="282"/>
                </a:lnTo>
                <a:lnTo>
                  <a:pt x="195" y="283"/>
                </a:lnTo>
                <a:lnTo>
                  <a:pt x="194" y="283"/>
                </a:lnTo>
                <a:lnTo>
                  <a:pt x="191" y="282"/>
                </a:lnTo>
                <a:lnTo>
                  <a:pt x="191" y="281"/>
                </a:lnTo>
                <a:lnTo>
                  <a:pt x="190" y="281"/>
                </a:lnTo>
                <a:lnTo>
                  <a:pt x="189" y="281"/>
                </a:lnTo>
                <a:lnTo>
                  <a:pt x="188" y="281"/>
                </a:lnTo>
                <a:lnTo>
                  <a:pt x="188" y="282"/>
                </a:lnTo>
                <a:lnTo>
                  <a:pt x="187" y="282"/>
                </a:lnTo>
                <a:lnTo>
                  <a:pt x="187" y="281"/>
                </a:lnTo>
                <a:lnTo>
                  <a:pt x="186" y="281"/>
                </a:lnTo>
                <a:lnTo>
                  <a:pt x="186" y="282"/>
                </a:lnTo>
                <a:lnTo>
                  <a:pt x="185" y="282"/>
                </a:lnTo>
                <a:lnTo>
                  <a:pt x="185" y="281"/>
                </a:lnTo>
                <a:lnTo>
                  <a:pt x="185" y="280"/>
                </a:lnTo>
                <a:lnTo>
                  <a:pt x="185" y="279"/>
                </a:lnTo>
                <a:lnTo>
                  <a:pt x="184" y="279"/>
                </a:lnTo>
                <a:lnTo>
                  <a:pt x="185" y="279"/>
                </a:lnTo>
                <a:lnTo>
                  <a:pt x="185" y="278"/>
                </a:lnTo>
                <a:lnTo>
                  <a:pt x="183" y="277"/>
                </a:lnTo>
                <a:lnTo>
                  <a:pt x="182" y="276"/>
                </a:lnTo>
                <a:lnTo>
                  <a:pt x="181" y="275"/>
                </a:lnTo>
                <a:lnTo>
                  <a:pt x="181" y="274"/>
                </a:lnTo>
                <a:lnTo>
                  <a:pt x="181" y="273"/>
                </a:lnTo>
                <a:lnTo>
                  <a:pt x="179" y="274"/>
                </a:lnTo>
                <a:lnTo>
                  <a:pt x="178" y="274"/>
                </a:lnTo>
                <a:lnTo>
                  <a:pt x="178" y="275"/>
                </a:lnTo>
                <a:lnTo>
                  <a:pt x="177" y="276"/>
                </a:lnTo>
                <a:lnTo>
                  <a:pt x="177" y="275"/>
                </a:lnTo>
                <a:lnTo>
                  <a:pt x="177" y="274"/>
                </a:lnTo>
                <a:lnTo>
                  <a:pt x="176" y="274"/>
                </a:lnTo>
                <a:lnTo>
                  <a:pt x="175" y="274"/>
                </a:lnTo>
                <a:lnTo>
                  <a:pt x="175" y="275"/>
                </a:lnTo>
                <a:lnTo>
                  <a:pt x="174" y="274"/>
                </a:lnTo>
                <a:lnTo>
                  <a:pt x="173" y="274"/>
                </a:lnTo>
                <a:lnTo>
                  <a:pt x="172" y="274"/>
                </a:lnTo>
                <a:lnTo>
                  <a:pt x="171" y="274"/>
                </a:lnTo>
                <a:lnTo>
                  <a:pt x="170" y="274"/>
                </a:lnTo>
                <a:lnTo>
                  <a:pt x="169" y="274"/>
                </a:lnTo>
                <a:lnTo>
                  <a:pt x="169" y="273"/>
                </a:lnTo>
                <a:lnTo>
                  <a:pt x="168" y="273"/>
                </a:lnTo>
                <a:lnTo>
                  <a:pt x="167" y="272"/>
                </a:lnTo>
                <a:lnTo>
                  <a:pt x="166" y="272"/>
                </a:lnTo>
                <a:lnTo>
                  <a:pt x="167" y="272"/>
                </a:lnTo>
                <a:lnTo>
                  <a:pt x="166" y="273"/>
                </a:lnTo>
                <a:lnTo>
                  <a:pt x="165" y="273"/>
                </a:lnTo>
                <a:lnTo>
                  <a:pt x="165" y="272"/>
                </a:lnTo>
                <a:lnTo>
                  <a:pt x="164" y="271"/>
                </a:lnTo>
                <a:lnTo>
                  <a:pt x="164" y="270"/>
                </a:lnTo>
                <a:lnTo>
                  <a:pt x="164" y="269"/>
                </a:lnTo>
                <a:lnTo>
                  <a:pt x="164" y="267"/>
                </a:lnTo>
                <a:lnTo>
                  <a:pt x="163" y="267"/>
                </a:lnTo>
                <a:lnTo>
                  <a:pt x="163" y="265"/>
                </a:lnTo>
                <a:lnTo>
                  <a:pt x="163" y="263"/>
                </a:lnTo>
                <a:lnTo>
                  <a:pt x="163" y="262"/>
                </a:lnTo>
                <a:lnTo>
                  <a:pt x="162" y="262"/>
                </a:lnTo>
                <a:lnTo>
                  <a:pt x="162" y="261"/>
                </a:lnTo>
                <a:lnTo>
                  <a:pt x="162" y="260"/>
                </a:lnTo>
                <a:lnTo>
                  <a:pt x="163" y="258"/>
                </a:lnTo>
                <a:lnTo>
                  <a:pt x="162" y="258"/>
                </a:lnTo>
                <a:lnTo>
                  <a:pt x="162" y="257"/>
                </a:lnTo>
                <a:lnTo>
                  <a:pt x="162" y="256"/>
                </a:lnTo>
                <a:lnTo>
                  <a:pt x="162" y="255"/>
                </a:lnTo>
                <a:lnTo>
                  <a:pt x="161" y="254"/>
                </a:lnTo>
                <a:lnTo>
                  <a:pt x="162" y="254"/>
                </a:lnTo>
                <a:lnTo>
                  <a:pt x="162" y="253"/>
                </a:lnTo>
                <a:lnTo>
                  <a:pt x="162" y="252"/>
                </a:lnTo>
                <a:lnTo>
                  <a:pt x="162" y="251"/>
                </a:lnTo>
                <a:lnTo>
                  <a:pt x="164" y="253"/>
                </a:lnTo>
                <a:lnTo>
                  <a:pt x="164" y="254"/>
                </a:lnTo>
                <a:lnTo>
                  <a:pt x="165" y="254"/>
                </a:lnTo>
                <a:lnTo>
                  <a:pt x="166" y="252"/>
                </a:lnTo>
                <a:lnTo>
                  <a:pt x="166" y="251"/>
                </a:lnTo>
                <a:lnTo>
                  <a:pt x="167" y="251"/>
                </a:lnTo>
                <a:lnTo>
                  <a:pt x="167" y="250"/>
                </a:lnTo>
                <a:lnTo>
                  <a:pt x="167" y="249"/>
                </a:lnTo>
                <a:lnTo>
                  <a:pt x="167" y="248"/>
                </a:lnTo>
                <a:lnTo>
                  <a:pt x="167" y="247"/>
                </a:lnTo>
                <a:lnTo>
                  <a:pt x="167" y="246"/>
                </a:lnTo>
                <a:lnTo>
                  <a:pt x="166" y="246"/>
                </a:lnTo>
                <a:lnTo>
                  <a:pt x="166" y="244"/>
                </a:lnTo>
                <a:lnTo>
                  <a:pt x="165" y="244"/>
                </a:lnTo>
                <a:lnTo>
                  <a:pt x="164" y="243"/>
                </a:lnTo>
                <a:lnTo>
                  <a:pt x="163" y="242"/>
                </a:lnTo>
                <a:lnTo>
                  <a:pt x="162" y="242"/>
                </a:lnTo>
                <a:lnTo>
                  <a:pt x="162" y="241"/>
                </a:lnTo>
                <a:lnTo>
                  <a:pt x="161" y="241"/>
                </a:lnTo>
                <a:lnTo>
                  <a:pt x="160" y="241"/>
                </a:lnTo>
                <a:lnTo>
                  <a:pt x="161" y="240"/>
                </a:lnTo>
                <a:lnTo>
                  <a:pt x="162" y="240"/>
                </a:lnTo>
                <a:lnTo>
                  <a:pt x="163" y="240"/>
                </a:lnTo>
                <a:lnTo>
                  <a:pt x="165" y="240"/>
                </a:lnTo>
                <a:lnTo>
                  <a:pt x="165" y="239"/>
                </a:lnTo>
                <a:lnTo>
                  <a:pt x="165" y="238"/>
                </a:lnTo>
                <a:lnTo>
                  <a:pt x="164" y="237"/>
                </a:lnTo>
                <a:lnTo>
                  <a:pt x="163" y="236"/>
                </a:lnTo>
                <a:lnTo>
                  <a:pt x="162" y="234"/>
                </a:lnTo>
                <a:lnTo>
                  <a:pt x="161" y="234"/>
                </a:lnTo>
                <a:lnTo>
                  <a:pt x="161" y="232"/>
                </a:lnTo>
                <a:lnTo>
                  <a:pt x="160" y="232"/>
                </a:lnTo>
                <a:lnTo>
                  <a:pt x="160" y="230"/>
                </a:lnTo>
                <a:lnTo>
                  <a:pt x="160" y="229"/>
                </a:lnTo>
                <a:lnTo>
                  <a:pt x="161" y="229"/>
                </a:lnTo>
                <a:lnTo>
                  <a:pt x="161" y="226"/>
                </a:lnTo>
                <a:lnTo>
                  <a:pt x="161" y="225"/>
                </a:lnTo>
                <a:lnTo>
                  <a:pt x="161" y="224"/>
                </a:lnTo>
                <a:lnTo>
                  <a:pt x="162" y="224"/>
                </a:lnTo>
                <a:lnTo>
                  <a:pt x="162" y="223"/>
                </a:lnTo>
                <a:lnTo>
                  <a:pt x="162" y="222"/>
                </a:lnTo>
                <a:lnTo>
                  <a:pt x="162" y="220"/>
                </a:lnTo>
                <a:lnTo>
                  <a:pt x="163" y="219"/>
                </a:lnTo>
                <a:lnTo>
                  <a:pt x="163" y="218"/>
                </a:lnTo>
                <a:lnTo>
                  <a:pt x="163" y="217"/>
                </a:lnTo>
                <a:lnTo>
                  <a:pt x="163" y="216"/>
                </a:lnTo>
                <a:lnTo>
                  <a:pt x="163" y="215"/>
                </a:lnTo>
                <a:lnTo>
                  <a:pt x="163" y="214"/>
                </a:lnTo>
                <a:lnTo>
                  <a:pt x="165" y="213"/>
                </a:lnTo>
                <a:lnTo>
                  <a:pt x="166" y="213"/>
                </a:lnTo>
                <a:lnTo>
                  <a:pt x="166" y="214"/>
                </a:lnTo>
                <a:lnTo>
                  <a:pt x="167" y="214"/>
                </a:lnTo>
                <a:lnTo>
                  <a:pt x="167" y="213"/>
                </a:lnTo>
                <a:lnTo>
                  <a:pt x="167" y="212"/>
                </a:lnTo>
                <a:lnTo>
                  <a:pt x="168" y="211"/>
                </a:lnTo>
                <a:lnTo>
                  <a:pt x="169" y="210"/>
                </a:lnTo>
                <a:lnTo>
                  <a:pt x="169" y="209"/>
                </a:lnTo>
                <a:lnTo>
                  <a:pt x="170" y="207"/>
                </a:lnTo>
                <a:lnTo>
                  <a:pt x="170" y="206"/>
                </a:lnTo>
                <a:lnTo>
                  <a:pt x="170" y="205"/>
                </a:lnTo>
                <a:lnTo>
                  <a:pt x="170" y="204"/>
                </a:lnTo>
                <a:lnTo>
                  <a:pt x="169" y="204"/>
                </a:lnTo>
                <a:lnTo>
                  <a:pt x="168" y="205"/>
                </a:lnTo>
                <a:lnTo>
                  <a:pt x="167" y="204"/>
                </a:lnTo>
                <a:lnTo>
                  <a:pt x="165" y="202"/>
                </a:lnTo>
                <a:lnTo>
                  <a:pt x="166" y="202"/>
                </a:lnTo>
                <a:lnTo>
                  <a:pt x="167" y="202"/>
                </a:lnTo>
                <a:lnTo>
                  <a:pt x="168" y="202"/>
                </a:lnTo>
                <a:lnTo>
                  <a:pt x="169" y="202"/>
                </a:lnTo>
                <a:lnTo>
                  <a:pt x="170" y="201"/>
                </a:lnTo>
                <a:lnTo>
                  <a:pt x="170" y="200"/>
                </a:lnTo>
                <a:lnTo>
                  <a:pt x="173" y="197"/>
                </a:lnTo>
                <a:lnTo>
                  <a:pt x="175" y="198"/>
                </a:lnTo>
                <a:lnTo>
                  <a:pt x="175" y="196"/>
                </a:lnTo>
                <a:lnTo>
                  <a:pt x="172" y="196"/>
                </a:lnTo>
                <a:lnTo>
                  <a:pt x="172" y="195"/>
                </a:lnTo>
                <a:lnTo>
                  <a:pt x="172" y="194"/>
                </a:lnTo>
                <a:lnTo>
                  <a:pt x="172" y="193"/>
                </a:lnTo>
                <a:lnTo>
                  <a:pt x="173" y="193"/>
                </a:lnTo>
                <a:lnTo>
                  <a:pt x="174" y="194"/>
                </a:lnTo>
                <a:lnTo>
                  <a:pt x="174" y="195"/>
                </a:lnTo>
                <a:lnTo>
                  <a:pt x="175" y="195"/>
                </a:lnTo>
                <a:lnTo>
                  <a:pt x="176" y="194"/>
                </a:lnTo>
                <a:lnTo>
                  <a:pt x="177" y="194"/>
                </a:lnTo>
                <a:lnTo>
                  <a:pt x="179" y="194"/>
                </a:lnTo>
                <a:lnTo>
                  <a:pt x="179" y="193"/>
                </a:lnTo>
                <a:lnTo>
                  <a:pt x="180" y="192"/>
                </a:lnTo>
                <a:lnTo>
                  <a:pt x="181" y="191"/>
                </a:lnTo>
                <a:lnTo>
                  <a:pt x="181" y="190"/>
                </a:lnTo>
                <a:lnTo>
                  <a:pt x="182" y="190"/>
                </a:lnTo>
                <a:lnTo>
                  <a:pt x="182" y="189"/>
                </a:lnTo>
                <a:lnTo>
                  <a:pt x="182" y="188"/>
                </a:lnTo>
                <a:lnTo>
                  <a:pt x="182" y="186"/>
                </a:lnTo>
                <a:lnTo>
                  <a:pt x="185" y="184"/>
                </a:lnTo>
                <a:lnTo>
                  <a:pt x="186" y="185"/>
                </a:lnTo>
                <a:lnTo>
                  <a:pt x="188" y="185"/>
                </a:lnTo>
                <a:lnTo>
                  <a:pt x="189" y="185"/>
                </a:lnTo>
                <a:lnTo>
                  <a:pt x="190" y="185"/>
                </a:lnTo>
                <a:lnTo>
                  <a:pt x="190" y="184"/>
                </a:lnTo>
                <a:lnTo>
                  <a:pt x="189" y="183"/>
                </a:lnTo>
                <a:lnTo>
                  <a:pt x="190" y="183"/>
                </a:lnTo>
                <a:lnTo>
                  <a:pt x="190" y="184"/>
                </a:lnTo>
                <a:lnTo>
                  <a:pt x="191" y="184"/>
                </a:lnTo>
                <a:lnTo>
                  <a:pt x="192" y="185"/>
                </a:lnTo>
                <a:lnTo>
                  <a:pt x="193" y="186"/>
                </a:lnTo>
                <a:lnTo>
                  <a:pt x="193" y="185"/>
                </a:lnTo>
                <a:lnTo>
                  <a:pt x="194" y="185"/>
                </a:lnTo>
                <a:lnTo>
                  <a:pt x="194" y="184"/>
                </a:lnTo>
                <a:lnTo>
                  <a:pt x="195" y="182"/>
                </a:lnTo>
                <a:lnTo>
                  <a:pt x="196" y="182"/>
                </a:lnTo>
                <a:lnTo>
                  <a:pt x="195" y="182"/>
                </a:lnTo>
                <a:lnTo>
                  <a:pt x="196" y="180"/>
                </a:lnTo>
                <a:lnTo>
                  <a:pt x="196" y="179"/>
                </a:lnTo>
                <a:lnTo>
                  <a:pt x="197" y="179"/>
                </a:lnTo>
                <a:lnTo>
                  <a:pt x="197" y="177"/>
                </a:lnTo>
                <a:lnTo>
                  <a:pt x="196" y="176"/>
                </a:lnTo>
                <a:lnTo>
                  <a:pt x="198" y="175"/>
                </a:lnTo>
                <a:lnTo>
                  <a:pt x="199" y="173"/>
                </a:lnTo>
                <a:lnTo>
                  <a:pt x="200" y="174"/>
                </a:lnTo>
                <a:lnTo>
                  <a:pt x="199" y="174"/>
                </a:lnTo>
                <a:lnTo>
                  <a:pt x="199" y="175"/>
                </a:lnTo>
                <a:lnTo>
                  <a:pt x="201" y="175"/>
                </a:lnTo>
                <a:lnTo>
                  <a:pt x="203" y="177"/>
                </a:lnTo>
                <a:lnTo>
                  <a:pt x="204" y="178"/>
                </a:lnTo>
                <a:lnTo>
                  <a:pt x="205" y="178"/>
                </a:lnTo>
                <a:lnTo>
                  <a:pt x="207" y="178"/>
                </a:lnTo>
                <a:lnTo>
                  <a:pt x="208" y="179"/>
                </a:lnTo>
                <a:lnTo>
                  <a:pt x="209" y="179"/>
                </a:lnTo>
                <a:lnTo>
                  <a:pt x="211" y="180"/>
                </a:lnTo>
                <a:lnTo>
                  <a:pt x="211" y="179"/>
                </a:lnTo>
                <a:lnTo>
                  <a:pt x="212" y="179"/>
                </a:lnTo>
                <a:lnTo>
                  <a:pt x="213" y="179"/>
                </a:lnTo>
                <a:lnTo>
                  <a:pt x="214" y="180"/>
                </a:lnTo>
                <a:lnTo>
                  <a:pt x="217" y="182"/>
                </a:lnTo>
                <a:lnTo>
                  <a:pt x="217" y="181"/>
                </a:lnTo>
                <a:lnTo>
                  <a:pt x="218" y="181"/>
                </a:lnTo>
                <a:lnTo>
                  <a:pt x="220" y="182"/>
                </a:lnTo>
                <a:lnTo>
                  <a:pt x="221" y="183"/>
                </a:lnTo>
                <a:lnTo>
                  <a:pt x="225" y="184"/>
                </a:lnTo>
                <a:lnTo>
                  <a:pt x="225" y="186"/>
                </a:lnTo>
                <a:lnTo>
                  <a:pt x="227" y="188"/>
                </a:lnTo>
                <a:lnTo>
                  <a:pt x="226" y="189"/>
                </a:lnTo>
                <a:lnTo>
                  <a:pt x="227" y="189"/>
                </a:lnTo>
                <a:lnTo>
                  <a:pt x="228" y="189"/>
                </a:lnTo>
                <a:lnTo>
                  <a:pt x="228" y="190"/>
                </a:lnTo>
                <a:lnTo>
                  <a:pt x="229" y="193"/>
                </a:lnTo>
                <a:lnTo>
                  <a:pt x="229" y="194"/>
                </a:lnTo>
                <a:lnTo>
                  <a:pt x="229" y="195"/>
                </a:lnTo>
                <a:lnTo>
                  <a:pt x="228" y="195"/>
                </a:lnTo>
                <a:lnTo>
                  <a:pt x="228" y="197"/>
                </a:lnTo>
                <a:lnTo>
                  <a:pt x="229" y="198"/>
                </a:lnTo>
                <a:lnTo>
                  <a:pt x="230" y="198"/>
                </a:lnTo>
                <a:lnTo>
                  <a:pt x="232" y="198"/>
                </a:lnTo>
                <a:lnTo>
                  <a:pt x="234" y="199"/>
                </a:lnTo>
                <a:lnTo>
                  <a:pt x="235" y="199"/>
                </a:lnTo>
                <a:lnTo>
                  <a:pt x="237" y="199"/>
                </a:lnTo>
                <a:lnTo>
                  <a:pt x="238" y="200"/>
                </a:lnTo>
                <a:lnTo>
                  <a:pt x="239" y="201"/>
                </a:lnTo>
                <a:lnTo>
                  <a:pt x="240" y="201"/>
                </a:lnTo>
                <a:lnTo>
                  <a:pt x="241" y="200"/>
                </a:lnTo>
                <a:lnTo>
                  <a:pt x="244" y="200"/>
                </a:lnTo>
                <a:lnTo>
                  <a:pt x="245" y="198"/>
                </a:lnTo>
                <a:lnTo>
                  <a:pt x="245" y="197"/>
                </a:lnTo>
                <a:lnTo>
                  <a:pt x="246" y="197"/>
                </a:lnTo>
                <a:lnTo>
                  <a:pt x="249" y="196"/>
                </a:lnTo>
                <a:lnTo>
                  <a:pt x="251" y="196"/>
                </a:lnTo>
                <a:lnTo>
                  <a:pt x="253" y="197"/>
                </a:lnTo>
                <a:lnTo>
                  <a:pt x="254" y="198"/>
                </a:lnTo>
                <a:lnTo>
                  <a:pt x="254" y="199"/>
                </a:lnTo>
                <a:lnTo>
                  <a:pt x="255" y="199"/>
                </a:lnTo>
                <a:lnTo>
                  <a:pt x="257" y="200"/>
                </a:lnTo>
                <a:lnTo>
                  <a:pt x="258" y="200"/>
                </a:lnTo>
                <a:lnTo>
                  <a:pt x="260" y="199"/>
                </a:lnTo>
                <a:lnTo>
                  <a:pt x="263" y="198"/>
                </a:lnTo>
                <a:lnTo>
                  <a:pt x="264" y="198"/>
                </a:lnTo>
                <a:lnTo>
                  <a:pt x="266" y="198"/>
                </a:lnTo>
                <a:lnTo>
                  <a:pt x="266" y="197"/>
                </a:lnTo>
                <a:lnTo>
                  <a:pt x="267" y="197"/>
                </a:lnTo>
                <a:lnTo>
                  <a:pt x="269" y="196"/>
                </a:lnTo>
                <a:lnTo>
                  <a:pt x="270" y="195"/>
                </a:lnTo>
                <a:lnTo>
                  <a:pt x="271" y="195"/>
                </a:lnTo>
                <a:lnTo>
                  <a:pt x="275" y="194"/>
                </a:lnTo>
                <a:lnTo>
                  <a:pt x="276" y="194"/>
                </a:lnTo>
                <a:lnTo>
                  <a:pt x="277" y="194"/>
                </a:lnTo>
                <a:lnTo>
                  <a:pt x="278" y="195"/>
                </a:lnTo>
                <a:lnTo>
                  <a:pt x="280" y="196"/>
                </a:lnTo>
                <a:lnTo>
                  <a:pt x="281" y="197"/>
                </a:lnTo>
                <a:lnTo>
                  <a:pt x="282" y="197"/>
                </a:lnTo>
                <a:lnTo>
                  <a:pt x="284" y="197"/>
                </a:lnTo>
                <a:lnTo>
                  <a:pt x="287" y="197"/>
                </a:lnTo>
                <a:lnTo>
                  <a:pt x="289" y="196"/>
                </a:lnTo>
                <a:lnTo>
                  <a:pt x="290" y="196"/>
                </a:lnTo>
                <a:lnTo>
                  <a:pt x="291" y="195"/>
                </a:lnTo>
                <a:lnTo>
                  <a:pt x="292" y="194"/>
                </a:lnTo>
                <a:lnTo>
                  <a:pt x="293" y="194"/>
                </a:lnTo>
                <a:lnTo>
                  <a:pt x="294" y="194"/>
                </a:lnTo>
                <a:lnTo>
                  <a:pt x="295" y="194"/>
                </a:lnTo>
                <a:lnTo>
                  <a:pt x="296" y="195"/>
                </a:lnTo>
                <a:lnTo>
                  <a:pt x="297" y="195"/>
                </a:lnTo>
                <a:lnTo>
                  <a:pt x="298" y="194"/>
                </a:lnTo>
                <a:lnTo>
                  <a:pt x="298" y="193"/>
                </a:lnTo>
                <a:lnTo>
                  <a:pt x="298" y="192"/>
                </a:lnTo>
                <a:lnTo>
                  <a:pt x="298" y="191"/>
                </a:lnTo>
                <a:lnTo>
                  <a:pt x="298" y="190"/>
                </a:lnTo>
                <a:lnTo>
                  <a:pt x="298" y="189"/>
                </a:lnTo>
                <a:lnTo>
                  <a:pt x="298" y="187"/>
                </a:lnTo>
                <a:lnTo>
                  <a:pt x="298" y="186"/>
                </a:lnTo>
                <a:lnTo>
                  <a:pt x="299" y="185"/>
                </a:lnTo>
                <a:lnTo>
                  <a:pt x="299" y="184"/>
                </a:lnTo>
                <a:lnTo>
                  <a:pt x="299" y="183"/>
                </a:lnTo>
                <a:lnTo>
                  <a:pt x="299" y="182"/>
                </a:lnTo>
                <a:lnTo>
                  <a:pt x="299" y="179"/>
                </a:lnTo>
                <a:lnTo>
                  <a:pt x="298" y="176"/>
                </a:lnTo>
                <a:lnTo>
                  <a:pt x="298" y="174"/>
                </a:lnTo>
                <a:lnTo>
                  <a:pt x="299" y="170"/>
                </a:lnTo>
                <a:lnTo>
                  <a:pt x="299" y="168"/>
                </a:lnTo>
                <a:lnTo>
                  <a:pt x="301" y="164"/>
                </a:lnTo>
                <a:lnTo>
                  <a:pt x="302" y="164"/>
                </a:lnTo>
                <a:lnTo>
                  <a:pt x="301" y="161"/>
                </a:lnTo>
                <a:lnTo>
                  <a:pt x="301" y="160"/>
                </a:lnTo>
                <a:lnTo>
                  <a:pt x="300" y="159"/>
                </a:lnTo>
                <a:lnTo>
                  <a:pt x="299" y="157"/>
                </a:lnTo>
                <a:lnTo>
                  <a:pt x="302" y="157"/>
                </a:lnTo>
                <a:lnTo>
                  <a:pt x="303" y="157"/>
                </a:lnTo>
                <a:lnTo>
                  <a:pt x="306" y="159"/>
                </a:lnTo>
                <a:lnTo>
                  <a:pt x="307" y="162"/>
                </a:lnTo>
                <a:lnTo>
                  <a:pt x="307" y="163"/>
                </a:lnTo>
                <a:lnTo>
                  <a:pt x="308" y="164"/>
                </a:lnTo>
                <a:lnTo>
                  <a:pt x="308" y="165"/>
                </a:lnTo>
                <a:lnTo>
                  <a:pt x="310" y="168"/>
                </a:lnTo>
                <a:lnTo>
                  <a:pt x="311" y="169"/>
                </a:lnTo>
                <a:lnTo>
                  <a:pt x="311" y="170"/>
                </a:lnTo>
                <a:lnTo>
                  <a:pt x="312" y="170"/>
                </a:lnTo>
                <a:lnTo>
                  <a:pt x="315" y="169"/>
                </a:lnTo>
                <a:lnTo>
                  <a:pt x="315" y="168"/>
                </a:lnTo>
                <a:lnTo>
                  <a:pt x="316" y="167"/>
                </a:lnTo>
                <a:lnTo>
                  <a:pt x="315" y="167"/>
                </a:lnTo>
                <a:lnTo>
                  <a:pt x="315" y="166"/>
                </a:lnTo>
                <a:lnTo>
                  <a:pt x="316" y="166"/>
                </a:lnTo>
                <a:lnTo>
                  <a:pt x="317" y="165"/>
                </a:lnTo>
                <a:lnTo>
                  <a:pt x="319" y="164"/>
                </a:lnTo>
                <a:lnTo>
                  <a:pt x="320" y="163"/>
                </a:lnTo>
                <a:lnTo>
                  <a:pt x="321" y="161"/>
                </a:lnTo>
                <a:lnTo>
                  <a:pt x="323" y="160"/>
                </a:lnTo>
                <a:lnTo>
                  <a:pt x="323" y="159"/>
                </a:lnTo>
                <a:lnTo>
                  <a:pt x="323" y="158"/>
                </a:lnTo>
                <a:lnTo>
                  <a:pt x="322" y="158"/>
                </a:lnTo>
                <a:lnTo>
                  <a:pt x="322" y="157"/>
                </a:lnTo>
                <a:lnTo>
                  <a:pt x="321" y="156"/>
                </a:lnTo>
                <a:lnTo>
                  <a:pt x="322" y="155"/>
                </a:lnTo>
                <a:lnTo>
                  <a:pt x="322" y="154"/>
                </a:lnTo>
                <a:lnTo>
                  <a:pt x="323" y="153"/>
                </a:lnTo>
                <a:lnTo>
                  <a:pt x="323" y="152"/>
                </a:lnTo>
                <a:lnTo>
                  <a:pt x="321" y="151"/>
                </a:lnTo>
                <a:lnTo>
                  <a:pt x="319" y="149"/>
                </a:lnTo>
                <a:lnTo>
                  <a:pt x="318" y="148"/>
                </a:lnTo>
                <a:lnTo>
                  <a:pt x="315" y="146"/>
                </a:lnTo>
                <a:lnTo>
                  <a:pt x="314" y="145"/>
                </a:lnTo>
                <a:lnTo>
                  <a:pt x="313" y="145"/>
                </a:lnTo>
                <a:lnTo>
                  <a:pt x="312" y="144"/>
                </a:lnTo>
                <a:lnTo>
                  <a:pt x="312" y="140"/>
                </a:lnTo>
                <a:lnTo>
                  <a:pt x="313" y="139"/>
                </a:lnTo>
                <a:lnTo>
                  <a:pt x="314" y="138"/>
                </a:lnTo>
                <a:lnTo>
                  <a:pt x="315" y="136"/>
                </a:lnTo>
                <a:lnTo>
                  <a:pt x="314" y="135"/>
                </a:lnTo>
                <a:lnTo>
                  <a:pt x="314" y="134"/>
                </a:lnTo>
                <a:lnTo>
                  <a:pt x="315" y="133"/>
                </a:lnTo>
                <a:lnTo>
                  <a:pt x="315" y="132"/>
                </a:lnTo>
                <a:lnTo>
                  <a:pt x="315" y="131"/>
                </a:lnTo>
                <a:lnTo>
                  <a:pt x="316" y="131"/>
                </a:lnTo>
                <a:lnTo>
                  <a:pt x="318" y="125"/>
                </a:lnTo>
                <a:lnTo>
                  <a:pt x="319" y="125"/>
                </a:lnTo>
                <a:lnTo>
                  <a:pt x="320" y="125"/>
                </a:lnTo>
                <a:lnTo>
                  <a:pt x="320" y="124"/>
                </a:lnTo>
                <a:lnTo>
                  <a:pt x="323" y="121"/>
                </a:lnTo>
                <a:lnTo>
                  <a:pt x="323" y="119"/>
                </a:lnTo>
                <a:lnTo>
                  <a:pt x="322" y="118"/>
                </a:lnTo>
                <a:lnTo>
                  <a:pt x="326" y="115"/>
                </a:lnTo>
                <a:lnTo>
                  <a:pt x="328" y="114"/>
                </a:lnTo>
                <a:lnTo>
                  <a:pt x="329" y="113"/>
                </a:lnTo>
                <a:lnTo>
                  <a:pt x="331" y="110"/>
                </a:lnTo>
                <a:lnTo>
                  <a:pt x="334" y="108"/>
                </a:lnTo>
                <a:lnTo>
                  <a:pt x="336" y="105"/>
                </a:lnTo>
                <a:lnTo>
                  <a:pt x="336" y="104"/>
                </a:lnTo>
                <a:lnTo>
                  <a:pt x="339" y="101"/>
                </a:lnTo>
                <a:lnTo>
                  <a:pt x="340" y="100"/>
                </a:lnTo>
                <a:lnTo>
                  <a:pt x="341" y="99"/>
                </a:lnTo>
                <a:lnTo>
                  <a:pt x="342" y="98"/>
                </a:lnTo>
                <a:lnTo>
                  <a:pt x="343" y="98"/>
                </a:lnTo>
                <a:lnTo>
                  <a:pt x="343" y="99"/>
                </a:lnTo>
                <a:lnTo>
                  <a:pt x="344" y="99"/>
                </a:lnTo>
                <a:lnTo>
                  <a:pt x="346" y="99"/>
                </a:lnTo>
                <a:lnTo>
                  <a:pt x="347" y="99"/>
                </a:lnTo>
                <a:lnTo>
                  <a:pt x="348" y="99"/>
                </a:lnTo>
                <a:lnTo>
                  <a:pt x="349" y="97"/>
                </a:lnTo>
                <a:lnTo>
                  <a:pt x="347" y="95"/>
                </a:lnTo>
                <a:lnTo>
                  <a:pt x="347" y="94"/>
                </a:lnTo>
                <a:lnTo>
                  <a:pt x="346" y="94"/>
                </a:lnTo>
                <a:lnTo>
                  <a:pt x="347" y="91"/>
                </a:lnTo>
                <a:lnTo>
                  <a:pt x="348" y="91"/>
                </a:lnTo>
                <a:lnTo>
                  <a:pt x="348" y="90"/>
                </a:lnTo>
                <a:lnTo>
                  <a:pt x="349" y="90"/>
                </a:lnTo>
                <a:lnTo>
                  <a:pt x="350" y="90"/>
                </a:lnTo>
                <a:lnTo>
                  <a:pt x="350" y="89"/>
                </a:lnTo>
                <a:lnTo>
                  <a:pt x="351" y="89"/>
                </a:lnTo>
                <a:lnTo>
                  <a:pt x="354" y="87"/>
                </a:lnTo>
                <a:lnTo>
                  <a:pt x="355" y="86"/>
                </a:lnTo>
                <a:lnTo>
                  <a:pt x="357" y="82"/>
                </a:lnTo>
                <a:lnTo>
                  <a:pt x="358" y="82"/>
                </a:lnTo>
                <a:lnTo>
                  <a:pt x="360" y="79"/>
                </a:lnTo>
                <a:lnTo>
                  <a:pt x="363" y="77"/>
                </a:lnTo>
                <a:lnTo>
                  <a:pt x="364" y="77"/>
                </a:lnTo>
                <a:lnTo>
                  <a:pt x="366" y="80"/>
                </a:lnTo>
                <a:lnTo>
                  <a:pt x="367" y="80"/>
                </a:lnTo>
                <a:lnTo>
                  <a:pt x="367" y="79"/>
                </a:lnTo>
                <a:lnTo>
                  <a:pt x="370" y="76"/>
                </a:lnTo>
                <a:lnTo>
                  <a:pt x="372" y="75"/>
                </a:lnTo>
                <a:lnTo>
                  <a:pt x="374" y="74"/>
                </a:lnTo>
                <a:lnTo>
                  <a:pt x="375" y="72"/>
                </a:lnTo>
                <a:lnTo>
                  <a:pt x="376" y="72"/>
                </a:lnTo>
                <a:lnTo>
                  <a:pt x="377" y="69"/>
                </a:lnTo>
                <a:lnTo>
                  <a:pt x="379" y="66"/>
                </a:lnTo>
                <a:lnTo>
                  <a:pt x="379" y="63"/>
                </a:lnTo>
                <a:lnTo>
                  <a:pt x="380" y="60"/>
                </a:lnTo>
                <a:lnTo>
                  <a:pt x="380" y="58"/>
                </a:lnTo>
                <a:lnTo>
                  <a:pt x="383" y="58"/>
                </a:lnTo>
                <a:lnTo>
                  <a:pt x="384" y="55"/>
                </a:lnTo>
                <a:lnTo>
                  <a:pt x="385" y="54"/>
                </a:lnTo>
                <a:lnTo>
                  <a:pt x="386" y="53"/>
                </a:lnTo>
                <a:lnTo>
                  <a:pt x="387" y="53"/>
                </a:lnTo>
                <a:lnTo>
                  <a:pt x="391" y="52"/>
                </a:lnTo>
                <a:lnTo>
                  <a:pt x="392" y="51"/>
                </a:lnTo>
                <a:lnTo>
                  <a:pt x="393" y="51"/>
                </a:lnTo>
                <a:lnTo>
                  <a:pt x="394" y="50"/>
                </a:lnTo>
                <a:lnTo>
                  <a:pt x="395" y="50"/>
                </a:lnTo>
                <a:lnTo>
                  <a:pt x="396" y="50"/>
                </a:lnTo>
                <a:lnTo>
                  <a:pt x="397" y="50"/>
                </a:lnTo>
                <a:lnTo>
                  <a:pt x="398" y="50"/>
                </a:lnTo>
                <a:lnTo>
                  <a:pt x="398" y="49"/>
                </a:lnTo>
                <a:lnTo>
                  <a:pt x="399" y="49"/>
                </a:lnTo>
                <a:lnTo>
                  <a:pt x="399" y="48"/>
                </a:lnTo>
                <a:lnTo>
                  <a:pt x="399" y="47"/>
                </a:lnTo>
                <a:lnTo>
                  <a:pt x="399" y="46"/>
                </a:lnTo>
                <a:lnTo>
                  <a:pt x="398" y="45"/>
                </a:lnTo>
                <a:lnTo>
                  <a:pt x="401" y="42"/>
                </a:lnTo>
                <a:lnTo>
                  <a:pt x="402" y="42"/>
                </a:lnTo>
                <a:lnTo>
                  <a:pt x="403" y="42"/>
                </a:lnTo>
                <a:lnTo>
                  <a:pt x="403" y="41"/>
                </a:lnTo>
                <a:lnTo>
                  <a:pt x="404" y="41"/>
                </a:lnTo>
                <a:lnTo>
                  <a:pt x="404" y="40"/>
                </a:lnTo>
                <a:lnTo>
                  <a:pt x="403" y="40"/>
                </a:lnTo>
                <a:lnTo>
                  <a:pt x="400" y="37"/>
                </a:lnTo>
                <a:lnTo>
                  <a:pt x="398" y="36"/>
                </a:lnTo>
                <a:lnTo>
                  <a:pt x="397" y="36"/>
                </a:lnTo>
                <a:lnTo>
                  <a:pt x="396" y="35"/>
                </a:lnTo>
                <a:lnTo>
                  <a:pt x="396" y="34"/>
                </a:lnTo>
                <a:lnTo>
                  <a:pt x="397" y="33"/>
                </a:lnTo>
                <a:lnTo>
                  <a:pt x="398" y="32"/>
                </a:lnTo>
                <a:lnTo>
                  <a:pt x="399" y="32"/>
                </a:lnTo>
                <a:lnTo>
                  <a:pt x="401" y="34"/>
                </a:lnTo>
                <a:lnTo>
                  <a:pt x="402" y="35"/>
                </a:lnTo>
                <a:lnTo>
                  <a:pt x="402" y="36"/>
                </a:lnTo>
                <a:lnTo>
                  <a:pt x="403" y="37"/>
                </a:lnTo>
                <a:lnTo>
                  <a:pt x="404" y="38"/>
                </a:lnTo>
                <a:lnTo>
                  <a:pt x="406" y="38"/>
                </a:lnTo>
                <a:lnTo>
                  <a:pt x="407" y="38"/>
                </a:lnTo>
                <a:lnTo>
                  <a:pt x="408" y="38"/>
                </a:lnTo>
                <a:lnTo>
                  <a:pt x="410" y="38"/>
                </a:lnTo>
                <a:lnTo>
                  <a:pt x="411" y="38"/>
                </a:lnTo>
                <a:lnTo>
                  <a:pt x="411" y="37"/>
                </a:lnTo>
                <a:lnTo>
                  <a:pt x="412" y="37"/>
                </a:lnTo>
                <a:lnTo>
                  <a:pt x="415" y="36"/>
                </a:lnTo>
                <a:lnTo>
                  <a:pt x="416" y="35"/>
                </a:lnTo>
                <a:lnTo>
                  <a:pt x="417" y="35"/>
                </a:lnTo>
                <a:lnTo>
                  <a:pt x="417" y="34"/>
                </a:lnTo>
                <a:lnTo>
                  <a:pt x="420" y="33"/>
                </a:lnTo>
                <a:lnTo>
                  <a:pt x="424" y="31"/>
                </a:lnTo>
                <a:lnTo>
                  <a:pt x="425" y="31"/>
                </a:lnTo>
                <a:lnTo>
                  <a:pt x="426" y="31"/>
                </a:lnTo>
                <a:lnTo>
                  <a:pt x="427" y="31"/>
                </a:lnTo>
                <a:lnTo>
                  <a:pt x="426" y="31"/>
                </a:lnTo>
                <a:lnTo>
                  <a:pt x="426" y="30"/>
                </a:lnTo>
                <a:lnTo>
                  <a:pt x="426" y="29"/>
                </a:lnTo>
                <a:lnTo>
                  <a:pt x="425" y="27"/>
                </a:lnTo>
                <a:lnTo>
                  <a:pt x="425" y="26"/>
                </a:lnTo>
                <a:lnTo>
                  <a:pt x="424" y="25"/>
                </a:lnTo>
                <a:lnTo>
                  <a:pt x="424" y="23"/>
                </a:lnTo>
                <a:lnTo>
                  <a:pt x="423" y="22"/>
                </a:lnTo>
                <a:lnTo>
                  <a:pt x="422" y="22"/>
                </a:lnTo>
                <a:lnTo>
                  <a:pt x="422" y="21"/>
                </a:lnTo>
                <a:lnTo>
                  <a:pt x="422" y="20"/>
                </a:lnTo>
                <a:lnTo>
                  <a:pt x="421" y="20"/>
                </a:lnTo>
                <a:lnTo>
                  <a:pt x="420" y="20"/>
                </a:lnTo>
                <a:lnTo>
                  <a:pt x="419" y="20"/>
                </a:lnTo>
                <a:lnTo>
                  <a:pt x="419" y="18"/>
                </a:lnTo>
                <a:lnTo>
                  <a:pt x="419" y="17"/>
                </a:lnTo>
                <a:lnTo>
                  <a:pt x="419" y="16"/>
                </a:lnTo>
                <a:lnTo>
                  <a:pt x="419" y="14"/>
                </a:lnTo>
                <a:lnTo>
                  <a:pt x="419" y="13"/>
                </a:lnTo>
                <a:lnTo>
                  <a:pt x="420" y="13"/>
                </a:lnTo>
                <a:lnTo>
                  <a:pt x="421" y="13"/>
                </a:lnTo>
                <a:lnTo>
                  <a:pt x="425" y="15"/>
                </a:lnTo>
                <a:lnTo>
                  <a:pt x="427" y="14"/>
                </a:lnTo>
                <a:lnTo>
                  <a:pt x="428" y="15"/>
                </a:lnTo>
                <a:lnTo>
                  <a:pt x="428" y="16"/>
                </a:lnTo>
                <a:lnTo>
                  <a:pt x="429" y="16"/>
                </a:lnTo>
                <a:lnTo>
                  <a:pt x="432" y="16"/>
                </a:lnTo>
                <a:lnTo>
                  <a:pt x="432" y="17"/>
                </a:lnTo>
                <a:lnTo>
                  <a:pt x="432" y="18"/>
                </a:lnTo>
                <a:lnTo>
                  <a:pt x="431" y="19"/>
                </a:lnTo>
                <a:lnTo>
                  <a:pt x="432" y="19"/>
                </a:lnTo>
                <a:lnTo>
                  <a:pt x="433" y="19"/>
                </a:lnTo>
                <a:lnTo>
                  <a:pt x="434" y="21"/>
                </a:lnTo>
                <a:lnTo>
                  <a:pt x="435" y="22"/>
                </a:lnTo>
                <a:lnTo>
                  <a:pt x="436" y="23"/>
                </a:lnTo>
                <a:lnTo>
                  <a:pt x="436" y="24"/>
                </a:lnTo>
                <a:lnTo>
                  <a:pt x="437" y="24"/>
                </a:lnTo>
                <a:lnTo>
                  <a:pt x="438" y="25"/>
                </a:lnTo>
                <a:lnTo>
                  <a:pt x="439" y="26"/>
                </a:lnTo>
                <a:lnTo>
                  <a:pt x="440" y="26"/>
                </a:lnTo>
                <a:lnTo>
                  <a:pt x="441" y="26"/>
                </a:lnTo>
                <a:lnTo>
                  <a:pt x="441" y="27"/>
                </a:lnTo>
                <a:lnTo>
                  <a:pt x="442" y="27"/>
                </a:lnTo>
                <a:lnTo>
                  <a:pt x="442" y="28"/>
                </a:lnTo>
                <a:lnTo>
                  <a:pt x="443" y="28"/>
                </a:lnTo>
                <a:lnTo>
                  <a:pt x="444" y="27"/>
                </a:lnTo>
                <a:lnTo>
                  <a:pt x="446" y="25"/>
                </a:lnTo>
                <a:lnTo>
                  <a:pt x="445" y="24"/>
                </a:lnTo>
                <a:lnTo>
                  <a:pt x="445" y="23"/>
                </a:lnTo>
                <a:lnTo>
                  <a:pt x="446" y="21"/>
                </a:lnTo>
                <a:lnTo>
                  <a:pt x="447" y="21"/>
                </a:lnTo>
                <a:lnTo>
                  <a:pt x="448" y="21"/>
                </a:lnTo>
                <a:lnTo>
                  <a:pt x="449" y="21"/>
                </a:lnTo>
                <a:lnTo>
                  <a:pt x="450" y="21"/>
                </a:lnTo>
                <a:lnTo>
                  <a:pt x="450" y="22"/>
                </a:lnTo>
                <a:lnTo>
                  <a:pt x="450" y="23"/>
                </a:lnTo>
                <a:lnTo>
                  <a:pt x="451" y="23"/>
                </a:lnTo>
                <a:lnTo>
                  <a:pt x="452" y="23"/>
                </a:lnTo>
                <a:lnTo>
                  <a:pt x="453" y="23"/>
                </a:lnTo>
                <a:lnTo>
                  <a:pt x="453" y="22"/>
                </a:lnTo>
                <a:lnTo>
                  <a:pt x="453" y="21"/>
                </a:lnTo>
                <a:lnTo>
                  <a:pt x="454" y="21"/>
                </a:lnTo>
                <a:lnTo>
                  <a:pt x="456" y="21"/>
                </a:lnTo>
                <a:lnTo>
                  <a:pt x="456" y="22"/>
                </a:lnTo>
                <a:lnTo>
                  <a:pt x="457" y="24"/>
                </a:lnTo>
                <a:lnTo>
                  <a:pt x="459" y="26"/>
                </a:lnTo>
                <a:lnTo>
                  <a:pt x="458" y="27"/>
                </a:lnTo>
                <a:lnTo>
                  <a:pt x="459" y="28"/>
                </a:lnTo>
                <a:lnTo>
                  <a:pt x="460" y="29"/>
                </a:lnTo>
                <a:lnTo>
                  <a:pt x="461" y="31"/>
                </a:lnTo>
                <a:lnTo>
                  <a:pt x="463" y="32"/>
                </a:lnTo>
                <a:lnTo>
                  <a:pt x="464" y="32"/>
                </a:lnTo>
                <a:lnTo>
                  <a:pt x="469" y="32"/>
                </a:lnTo>
                <a:lnTo>
                  <a:pt x="470" y="32"/>
                </a:lnTo>
                <a:lnTo>
                  <a:pt x="471" y="31"/>
                </a:lnTo>
                <a:lnTo>
                  <a:pt x="473" y="29"/>
                </a:lnTo>
                <a:lnTo>
                  <a:pt x="474" y="24"/>
                </a:lnTo>
                <a:lnTo>
                  <a:pt x="474" y="23"/>
                </a:lnTo>
                <a:lnTo>
                  <a:pt x="476" y="21"/>
                </a:lnTo>
                <a:lnTo>
                  <a:pt x="478" y="20"/>
                </a:lnTo>
                <a:lnTo>
                  <a:pt x="478" y="19"/>
                </a:lnTo>
                <a:lnTo>
                  <a:pt x="479" y="18"/>
                </a:lnTo>
                <a:lnTo>
                  <a:pt x="480" y="17"/>
                </a:lnTo>
                <a:lnTo>
                  <a:pt x="481" y="15"/>
                </a:lnTo>
                <a:lnTo>
                  <a:pt x="482" y="15"/>
                </a:lnTo>
                <a:lnTo>
                  <a:pt x="483" y="13"/>
                </a:lnTo>
                <a:lnTo>
                  <a:pt x="485" y="10"/>
                </a:lnTo>
                <a:lnTo>
                  <a:pt x="487" y="8"/>
                </a:lnTo>
                <a:lnTo>
                  <a:pt x="488" y="7"/>
                </a:lnTo>
                <a:lnTo>
                  <a:pt x="489" y="7"/>
                </a:lnTo>
                <a:lnTo>
                  <a:pt x="489" y="8"/>
                </a:lnTo>
                <a:lnTo>
                  <a:pt x="490" y="8"/>
                </a:lnTo>
                <a:lnTo>
                  <a:pt x="494" y="7"/>
                </a:lnTo>
                <a:lnTo>
                  <a:pt x="496" y="5"/>
                </a:lnTo>
                <a:lnTo>
                  <a:pt x="497" y="5"/>
                </a:lnTo>
                <a:lnTo>
                  <a:pt x="497" y="4"/>
                </a:lnTo>
                <a:lnTo>
                  <a:pt x="498" y="3"/>
                </a:lnTo>
                <a:lnTo>
                  <a:pt x="500" y="2"/>
                </a:lnTo>
                <a:lnTo>
                  <a:pt x="502" y="3"/>
                </a:lnTo>
                <a:lnTo>
                  <a:pt x="505" y="3"/>
                </a:lnTo>
                <a:lnTo>
                  <a:pt x="506" y="3"/>
                </a:lnTo>
                <a:lnTo>
                  <a:pt x="507" y="3"/>
                </a:lnTo>
                <a:lnTo>
                  <a:pt x="507" y="2"/>
                </a:lnTo>
                <a:lnTo>
                  <a:pt x="508" y="2"/>
                </a:lnTo>
                <a:lnTo>
                  <a:pt x="508" y="1"/>
                </a:lnTo>
                <a:lnTo>
                  <a:pt x="509" y="0"/>
                </a:lnTo>
                <a:lnTo>
                  <a:pt x="510" y="0"/>
                </a:lnTo>
                <a:lnTo>
                  <a:pt x="511" y="1"/>
                </a:lnTo>
                <a:lnTo>
                  <a:pt x="51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08" name=""/>
          <p:cNvSpPr/>
          <p:nvPr/>
        </p:nvSpPr>
        <p:spPr>
          <a:xfrm>
            <a:off x="3725640" y="3559320"/>
            <a:ext cx="531360" cy="376200"/>
          </a:xfrm>
          <a:custGeom>
            <a:avLst/>
            <a:gdLst/>
            <a:ahLst/>
            <a:rect l="0" t="0" r="r" b="b"/>
            <a:pathLst>
              <a:path w="1476" h="1045">
                <a:moveTo>
                  <a:pt x="442" y="13"/>
                </a:moveTo>
                <a:lnTo>
                  <a:pt x="442" y="14"/>
                </a:lnTo>
                <a:lnTo>
                  <a:pt x="443" y="16"/>
                </a:lnTo>
                <a:lnTo>
                  <a:pt x="451" y="32"/>
                </a:lnTo>
                <a:lnTo>
                  <a:pt x="460" y="48"/>
                </a:lnTo>
                <a:lnTo>
                  <a:pt x="460" y="49"/>
                </a:lnTo>
                <a:lnTo>
                  <a:pt x="461" y="50"/>
                </a:lnTo>
                <a:lnTo>
                  <a:pt x="462" y="52"/>
                </a:lnTo>
                <a:lnTo>
                  <a:pt x="463" y="53"/>
                </a:lnTo>
                <a:lnTo>
                  <a:pt x="464" y="56"/>
                </a:lnTo>
                <a:lnTo>
                  <a:pt x="465" y="58"/>
                </a:lnTo>
                <a:lnTo>
                  <a:pt x="466" y="60"/>
                </a:lnTo>
                <a:lnTo>
                  <a:pt x="469" y="64"/>
                </a:lnTo>
                <a:lnTo>
                  <a:pt x="469" y="65"/>
                </a:lnTo>
                <a:lnTo>
                  <a:pt x="469" y="66"/>
                </a:lnTo>
                <a:lnTo>
                  <a:pt x="470" y="66"/>
                </a:lnTo>
                <a:lnTo>
                  <a:pt x="470" y="67"/>
                </a:lnTo>
                <a:lnTo>
                  <a:pt x="471" y="69"/>
                </a:lnTo>
                <a:lnTo>
                  <a:pt x="472" y="70"/>
                </a:lnTo>
                <a:lnTo>
                  <a:pt x="472" y="71"/>
                </a:lnTo>
                <a:lnTo>
                  <a:pt x="473" y="71"/>
                </a:lnTo>
                <a:lnTo>
                  <a:pt x="474" y="74"/>
                </a:lnTo>
                <a:lnTo>
                  <a:pt x="474" y="75"/>
                </a:lnTo>
                <a:lnTo>
                  <a:pt x="476" y="78"/>
                </a:lnTo>
                <a:lnTo>
                  <a:pt x="476" y="79"/>
                </a:lnTo>
                <a:lnTo>
                  <a:pt x="477" y="80"/>
                </a:lnTo>
                <a:lnTo>
                  <a:pt x="477" y="81"/>
                </a:lnTo>
                <a:lnTo>
                  <a:pt x="478" y="83"/>
                </a:lnTo>
                <a:lnTo>
                  <a:pt x="479" y="84"/>
                </a:lnTo>
                <a:lnTo>
                  <a:pt x="480" y="85"/>
                </a:lnTo>
                <a:lnTo>
                  <a:pt x="480" y="86"/>
                </a:lnTo>
                <a:lnTo>
                  <a:pt x="480" y="87"/>
                </a:lnTo>
                <a:lnTo>
                  <a:pt x="481" y="88"/>
                </a:lnTo>
                <a:lnTo>
                  <a:pt x="481" y="89"/>
                </a:lnTo>
                <a:lnTo>
                  <a:pt x="482" y="90"/>
                </a:lnTo>
                <a:lnTo>
                  <a:pt x="482" y="91"/>
                </a:lnTo>
                <a:lnTo>
                  <a:pt x="483" y="91"/>
                </a:lnTo>
                <a:lnTo>
                  <a:pt x="483" y="92"/>
                </a:lnTo>
                <a:lnTo>
                  <a:pt x="484" y="93"/>
                </a:lnTo>
                <a:lnTo>
                  <a:pt x="484" y="94"/>
                </a:lnTo>
                <a:lnTo>
                  <a:pt x="485" y="95"/>
                </a:lnTo>
                <a:lnTo>
                  <a:pt x="485" y="96"/>
                </a:lnTo>
                <a:lnTo>
                  <a:pt x="486" y="97"/>
                </a:lnTo>
                <a:lnTo>
                  <a:pt x="486" y="98"/>
                </a:lnTo>
                <a:lnTo>
                  <a:pt x="487" y="100"/>
                </a:lnTo>
                <a:lnTo>
                  <a:pt x="488" y="101"/>
                </a:lnTo>
                <a:lnTo>
                  <a:pt x="488" y="102"/>
                </a:lnTo>
                <a:lnTo>
                  <a:pt x="489" y="102"/>
                </a:lnTo>
                <a:lnTo>
                  <a:pt x="489" y="103"/>
                </a:lnTo>
                <a:lnTo>
                  <a:pt x="489" y="104"/>
                </a:lnTo>
                <a:lnTo>
                  <a:pt x="490" y="105"/>
                </a:lnTo>
                <a:lnTo>
                  <a:pt x="490" y="106"/>
                </a:lnTo>
                <a:lnTo>
                  <a:pt x="491" y="107"/>
                </a:lnTo>
                <a:lnTo>
                  <a:pt x="491" y="108"/>
                </a:lnTo>
                <a:lnTo>
                  <a:pt x="492" y="109"/>
                </a:lnTo>
                <a:lnTo>
                  <a:pt x="492" y="110"/>
                </a:lnTo>
                <a:lnTo>
                  <a:pt x="493" y="110"/>
                </a:lnTo>
                <a:lnTo>
                  <a:pt x="493" y="111"/>
                </a:lnTo>
                <a:lnTo>
                  <a:pt x="494" y="112"/>
                </a:lnTo>
                <a:lnTo>
                  <a:pt x="494" y="113"/>
                </a:lnTo>
                <a:lnTo>
                  <a:pt x="495" y="114"/>
                </a:lnTo>
                <a:lnTo>
                  <a:pt x="495" y="115"/>
                </a:lnTo>
                <a:lnTo>
                  <a:pt x="495" y="116"/>
                </a:lnTo>
                <a:lnTo>
                  <a:pt x="496" y="117"/>
                </a:lnTo>
                <a:lnTo>
                  <a:pt x="497" y="118"/>
                </a:lnTo>
                <a:lnTo>
                  <a:pt x="496" y="119"/>
                </a:lnTo>
                <a:lnTo>
                  <a:pt x="494" y="120"/>
                </a:lnTo>
                <a:lnTo>
                  <a:pt x="494" y="121"/>
                </a:lnTo>
                <a:lnTo>
                  <a:pt x="493" y="121"/>
                </a:lnTo>
                <a:lnTo>
                  <a:pt x="492" y="122"/>
                </a:lnTo>
                <a:lnTo>
                  <a:pt x="491" y="123"/>
                </a:lnTo>
                <a:lnTo>
                  <a:pt x="490" y="124"/>
                </a:lnTo>
                <a:lnTo>
                  <a:pt x="488" y="125"/>
                </a:lnTo>
                <a:lnTo>
                  <a:pt x="488" y="126"/>
                </a:lnTo>
                <a:lnTo>
                  <a:pt x="487" y="126"/>
                </a:lnTo>
                <a:lnTo>
                  <a:pt x="487" y="127"/>
                </a:lnTo>
                <a:lnTo>
                  <a:pt x="486" y="127"/>
                </a:lnTo>
                <a:lnTo>
                  <a:pt x="484" y="129"/>
                </a:lnTo>
                <a:lnTo>
                  <a:pt x="483" y="130"/>
                </a:lnTo>
                <a:lnTo>
                  <a:pt x="482" y="131"/>
                </a:lnTo>
                <a:lnTo>
                  <a:pt x="481" y="131"/>
                </a:lnTo>
                <a:lnTo>
                  <a:pt x="481" y="132"/>
                </a:lnTo>
                <a:lnTo>
                  <a:pt x="480" y="133"/>
                </a:lnTo>
                <a:lnTo>
                  <a:pt x="479" y="133"/>
                </a:lnTo>
                <a:lnTo>
                  <a:pt x="478" y="134"/>
                </a:lnTo>
                <a:lnTo>
                  <a:pt x="477" y="135"/>
                </a:lnTo>
                <a:lnTo>
                  <a:pt x="476" y="136"/>
                </a:lnTo>
                <a:lnTo>
                  <a:pt x="476" y="138"/>
                </a:lnTo>
                <a:lnTo>
                  <a:pt x="477" y="139"/>
                </a:lnTo>
                <a:lnTo>
                  <a:pt x="477" y="140"/>
                </a:lnTo>
                <a:lnTo>
                  <a:pt x="486" y="151"/>
                </a:lnTo>
                <a:lnTo>
                  <a:pt x="487" y="151"/>
                </a:lnTo>
                <a:lnTo>
                  <a:pt x="488" y="153"/>
                </a:lnTo>
                <a:lnTo>
                  <a:pt x="502" y="168"/>
                </a:lnTo>
                <a:lnTo>
                  <a:pt x="502" y="169"/>
                </a:lnTo>
                <a:lnTo>
                  <a:pt x="508" y="175"/>
                </a:lnTo>
                <a:lnTo>
                  <a:pt x="510" y="177"/>
                </a:lnTo>
                <a:lnTo>
                  <a:pt x="511" y="177"/>
                </a:lnTo>
                <a:lnTo>
                  <a:pt x="514" y="179"/>
                </a:lnTo>
                <a:lnTo>
                  <a:pt x="516" y="180"/>
                </a:lnTo>
                <a:lnTo>
                  <a:pt x="519" y="182"/>
                </a:lnTo>
                <a:lnTo>
                  <a:pt x="520" y="183"/>
                </a:lnTo>
                <a:lnTo>
                  <a:pt x="521" y="183"/>
                </a:lnTo>
                <a:lnTo>
                  <a:pt x="522" y="184"/>
                </a:lnTo>
                <a:lnTo>
                  <a:pt x="523" y="185"/>
                </a:lnTo>
                <a:lnTo>
                  <a:pt x="524" y="185"/>
                </a:lnTo>
                <a:lnTo>
                  <a:pt x="526" y="186"/>
                </a:lnTo>
                <a:lnTo>
                  <a:pt x="527" y="186"/>
                </a:lnTo>
                <a:lnTo>
                  <a:pt x="528" y="187"/>
                </a:lnTo>
                <a:lnTo>
                  <a:pt x="529" y="188"/>
                </a:lnTo>
                <a:lnTo>
                  <a:pt x="530" y="189"/>
                </a:lnTo>
                <a:lnTo>
                  <a:pt x="531" y="190"/>
                </a:lnTo>
                <a:lnTo>
                  <a:pt x="532" y="190"/>
                </a:lnTo>
                <a:lnTo>
                  <a:pt x="532" y="191"/>
                </a:lnTo>
                <a:lnTo>
                  <a:pt x="533" y="191"/>
                </a:lnTo>
                <a:lnTo>
                  <a:pt x="533" y="192"/>
                </a:lnTo>
                <a:lnTo>
                  <a:pt x="534" y="192"/>
                </a:lnTo>
                <a:lnTo>
                  <a:pt x="535" y="192"/>
                </a:lnTo>
                <a:lnTo>
                  <a:pt x="537" y="192"/>
                </a:lnTo>
                <a:lnTo>
                  <a:pt x="539" y="193"/>
                </a:lnTo>
                <a:lnTo>
                  <a:pt x="540" y="193"/>
                </a:lnTo>
                <a:lnTo>
                  <a:pt x="540" y="194"/>
                </a:lnTo>
                <a:lnTo>
                  <a:pt x="540" y="199"/>
                </a:lnTo>
                <a:lnTo>
                  <a:pt x="541" y="199"/>
                </a:lnTo>
                <a:lnTo>
                  <a:pt x="541" y="204"/>
                </a:lnTo>
                <a:lnTo>
                  <a:pt x="541" y="205"/>
                </a:lnTo>
                <a:lnTo>
                  <a:pt x="541" y="209"/>
                </a:lnTo>
                <a:lnTo>
                  <a:pt x="541" y="210"/>
                </a:lnTo>
                <a:lnTo>
                  <a:pt x="541" y="213"/>
                </a:lnTo>
                <a:lnTo>
                  <a:pt x="541" y="217"/>
                </a:lnTo>
                <a:lnTo>
                  <a:pt x="541" y="218"/>
                </a:lnTo>
                <a:lnTo>
                  <a:pt x="541" y="219"/>
                </a:lnTo>
                <a:lnTo>
                  <a:pt x="541" y="223"/>
                </a:lnTo>
                <a:lnTo>
                  <a:pt x="541" y="226"/>
                </a:lnTo>
                <a:lnTo>
                  <a:pt x="541" y="229"/>
                </a:lnTo>
                <a:lnTo>
                  <a:pt x="549" y="226"/>
                </a:lnTo>
                <a:lnTo>
                  <a:pt x="555" y="223"/>
                </a:lnTo>
                <a:lnTo>
                  <a:pt x="556" y="223"/>
                </a:lnTo>
                <a:lnTo>
                  <a:pt x="557" y="222"/>
                </a:lnTo>
                <a:lnTo>
                  <a:pt x="558" y="222"/>
                </a:lnTo>
                <a:lnTo>
                  <a:pt x="559" y="222"/>
                </a:lnTo>
                <a:lnTo>
                  <a:pt x="561" y="221"/>
                </a:lnTo>
                <a:lnTo>
                  <a:pt x="562" y="220"/>
                </a:lnTo>
                <a:lnTo>
                  <a:pt x="564" y="219"/>
                </a:lnTo>
                <a:lnTo>
                  <a:pt x="565" y="219"/>
                </a:lnTo>
                <a:lnTo>
                  <a:pt x="566" y="219"/>
                </a:lnTo>
                <a:lnTo>
                  <a:pt x="567" y="218"/>
                </a:lnTo>
                <a:lnTo>
                  <a:pt x="566" y="217"/>
                </a:lnTo>
                <a:lnTo>
                  <a:pt x="566" y="216"/>
                </a:lnTo>
                <a:lnTo>
                  <a:pt x="565" y="216"/>
                </a:lnTo>
                <a:lnTo>
                  <a:pt x="565" y="215"/>
                </a:lnTo>
                <a:lnTo>
                  <a:pt x="563" y="213"/>
                </a:lnTo>
                <a:lnTo>
                  <a:pt x="562" y="212"/>
                </a:lnTo>
                <a:lnTo>
                  <a:pt x="562" y="211"/>
                </a:lnTo>
                <a:lnTo>
                  <a:pt x="564" y="210"/>
                </a:lnTo>
                <a:lnTo>
                  <a:pt x="566" y="210"/>
                </a:lnTo>
                <a:lnTo>
                  <a:pt x="568" y="209"/>
                </a:lnTo>
                <a:lnTo>
                  <a:pt x="569" y="209"/>
                </a:lnTo>
                <a:lnTo>
                  <a:pt x="570" y="209"/>
                </a:lnTo>
                <a:lnTo>
                  <a:pt x="571" y="208"/>
                </a:lnTo>
                <a:lnTo>
                  <a:pt x="571" y="210"/>
                </a:lnTo>
                <a:lnTo>
                  <a:pt x="571" y="211"/>
                </a:lnTo>
                <a:lnTo>
                  <a:pt x="571" y="212"/>
                </a:lnTo>
                <a:lnTo>
                  <a:pt x="572" y="213"/>
                </a:lnTo>
                <a:lnTo>
                  <a:pt x="572" y="214"/>
                </a:lnTo>
                <a:lnTo>
                  <a:pt x="572" y="215"/>
                </a:lnTo>
                <a:lnTo>
                  <a:pt x="572" y="216"/>
                </a:lnTo>
                <a:lnTo>
                  <a:pt x="572" y="217"/>
                </a:lnTo>
                <a:lnTo>
                  <a:pt x="573" y="217"/>
                </a:lnTo>
                <a:lnTo>
                  <a:pt x="573" y="218"/>
                </a:lnTo>
                <a:lnTo>
                  <a:pt x="574" y="219"/>
                </a:lnTo>
                <a:lnTo>
                  <a:pt x="575" y="220"/>
                </a:lnTo>
                <a:lnTo>
                  <a:pt x="576" y="220"/>
                </a:lnTo>
                <a:lnTo>
                  <a:pt x="576" y="221"/>
                </a:lnTo>
                <a:lnTo>
                  <a:pt x="578" y="221"/>
                </a:lnTo>
                <a:lnTo>
                  <a:pt x="579" y="222"/>
                </a:lnTo>
                <a:lnTo>
                  <a:pt x="581" y="223"/>
                </a:lnTo>
                <a:lnTo>
                  <a:pt x="582" y="225"/>
                </a:lnTo>
                <a:lnTo>
                  <a:pt x="583" y="225"/>
                </a:lnTo>
                <a:lnTo>
                  <a:pt x="583" y="224"/>
                </a:lnTo>
                <a:lnTo>
                  <a:pt x="582" y="224"/>
                </a:lnTo>
                <a:lnTo>
                  <a:pt x="582" y="223"/>
                </a:lnTo>
                <a:lnTo>
                  <a:pt x="582" y="222"/>
                </a:lnTo>
                <a:lnTo>
                  <a:pt x="583" y="222"/>
                </a:lnTo>
                <a:lnTo>
                  <a:pt x="583" y="220"/>
                </a:lnTo>
                <a:lnTo>
                  <a:pt x="583" y="219"/>
                </a:lnTo>
                <a:lnTo>
                  <a:pt x="582" y="219"/>
                </a:lnTo>
                <a:lnTo>
                  <a:pt x="582" y="218"/>
                </a:lnTo>
                <a:lnTo>
                  <a:pt x="581" y="218"/>
                </a:lnTo>
                <a:lnTo>
                  <a:pt x="581" y="217"/>
                </a:lnTo>
                <a:lnTo>
                  <a:pt x="582" y="217"/>
                </a:lnTo>
                <a:lnTo>
                  <a:pt x="582" y="215"/>
                </a:lnTo>
                <a:lnTo>
                  <a:pt x="583" y="215"/>
                </a:lnTo>
                <a:lnTo>
                  <a:pt x="585" y="214"/>
                </a:lnTo>
                <a:lnTo>
                  <a:pt x="587" y="213"/>
                </a:lnTo>
                <a:lnTo>
                  <a:pt x="589" y="212"/>
                </a:lnTo>
                <a:lnTo>
                  <a:pt x="590" y="211"/>
                </a:lnTo>
                <a:lnTo>
                  <a:pt x="591" y="211"/>
                </a:lnTo>
                <a:lnTo>
                  <a:pt x="593" y="210"/>
                </a:lnTo>
                <a:lnTo>
                  <a:pt x="594" y="210"/>
                </a:lnTo>
                <a:lnTo>
                  <a:pt x="596" y="209"/>
                </a:lnTo>
                <a:lnTo>
                  <a:pt x="597" y="208"/>
                </a:lnTo>
                <a:lnTo>
                  <a:pt x="599" y="207"/>
                </a:lnTo>
                <a:lnTo>
                  <a:pt x="600" y="209"/>
                </a:lnTo>
                <a:lnTo>
                  <a:pt x="601" y="210"/>
                </a:lnTo>
                <a:lnTo>
                  <a:pt x="601" y="211"/>
                </a:lnTo>
                <a:lnTo>
                  <a:pt x="602" y="212"/>
                </a:lnTo>
                <a:lnTo>
                  <a:pt x="602" y="213"/>
                </a:lnTo>
                <a:lnTo>
                  <a:pt x="603" y="215"/>
                </a:lnTo>
                <a:lnTo>
                  <a:pt x="604" y="216"/>
                </a:lnTo>
                <a:lnTo>
                  <a:pt x="604" y="217"/>
                </a:lnTo>
                <a:lnTo>
                  <a:pt x="605" y="217"/>
                </a:lnTo>
                <a:lnTo>
                  <a:pt x="606" y="217"/>
                </a:lnTo>
                <a:lnTo>
                  <a:pt x="607" y="217"/>
                </a:lnTo>
                <a:lnTo>
                  <a:pt x="607" y="218"/>
                </a:lnTo>
                <a:lnTo>
                  <a:pt x="608" y="218"/>
                </a:lnTo>
                <a:lnTo>
                  <a:pt x="609" y="218"/>
                </a:lnTo>
                <a:lnTo>
                  <a:pt x="610" y="218"/>
                </a:lnTo>
                <a:lnTo>
                  <a:pt x="610" y="217"/>
                </a:lnTo>
                <a:lnTo>
                  <a:pt x="611" y="216"/>
                </a:lnTo>
                <a:lnTo>
                  <a:pt x="611" y="215"/>
                </a:lnTo>
                <a:lnTo>
                  <a:pt x="612" y="214"/>
                </a:lnTo>
                <a:lnTo>
                  <a:pt x="616" y="211"/>
                </a:lnTo>
                <a:lnTo>
                  <a:pt x="616" y="202"/>
                </a:lnTo>
                <a:lnTo>
                  <a:pt x="616" y="200"/>
                </a:lnTo>
                <a:lnTo>
                  <a:pt x="623" y="200"/>
                </a:lnTo>
                <a:lnTo>
                  <a:pt x="626" y="200"/>
                </a:lnTo>
                <a:lnTo>
                  <a:pt x="633" y="200"/>
                </a:lnTo>
                <a:lnTo>
                  <a:pt x="640" y="201"/>
                </a:lnTo>
                <a:lnTo>
                  <a:pt x="651" y="201"/>
                </a:lnTo>
                <a:lnTo>
                  <a:pt x="661" y="192"/>
                </a:lnTo>
                <a:lnTo>
                  <a:pt x="668" y="193"/>
                </a:lnTo>
                <a:lnTo>
                  <a:pt x="675" y="193"/>
                </a:lnTo>
                <a:lnTo>
                  <a:pt x="689" y="194"/>
                </a:lnTo>
                <a:lnTo>
                  <a:pt x="691" y="195"/>
                </a:lnTo>
                <a:lnTo>
                  <a:pt x="696" y="195"/>
                </a:lnTo>
                <a:lnTo>
                  <a:pt x="700" y="198"/>
                </a:lnTo>
                <a:lnTo>
                  <a:pt x="703" y="202"/>
                </a:lnTo>
                <a:lnTo>
                  <a:pt x="704" y="204"/>
                </a:lnTo>
                <a:lnTo>
                  <a:pt x="711" y="213"/>
                </a:lnTo>
                <a:lnTo>
                  <a:pt x="712" y="214"/>
                </a:lnTo>
                <a:lnTo>
                  <a:pt x="712" y="219"/>
                </a:lnTo>
                <a:lnTo>
                  <a:pt x="712" y="224"/>
                </a:lnTo>
                <a:lnTo>
                  <a:pt x="706" y="232"/>
                </a:lnTo>
                <a:lnTo>
                  <a:pt x="706" y="259"/>
                </a:lnTo>
                <a:lnTo>
                  <a:pt x="704" y="260"/>
                </a:lnTo>
                <a:lnTo>
                  <a:pt x="703" y="260"/>
                </a:lnTo>
                <a:lnTo>
                  <a:pt x="702" y="261"/>
                </a:lnTo>
                <a:lnTo>
                  <a:pt x="701" y="262"/>
                </a:lnTo>
                <a:lnTo>
                  <a:pt x="699" y="262"/>
                </a:lnTo>
                <a:lnTo>
                  <a:pt x="698" y="263"/>
                </a:lnTo>
                <a:lnTo>
                  <a:pt x="697" y="264"/>
                </a:lnTo>
                <a:lnTo>
                  <a:pt x="695" y="265"/>
                </a:lnTo>
                <a:lnTo>
                  <a:pt x="694" y="265"/>
                </a:lnTo>
                <a:lnTo>
                  <a:pt x="693" y="266"/>
                </a:lnTo>
                <a:lnTo>
                  <a:pt x="692" y="266"/>
                </a:lnTo>
                <a:lnTo>
                  <a:pt x="691" y="267"/>
                </a:lnTo>
                <a:lnTo>
                  <a:pt x="690" y="268"/>
                </a:lnTo>
                <a:lnTo>
                  <a:pt x="689" y="268"/>
                </a:lnTo>
                <a:lnTo>
                  <a:pt x="689" y="269"/>
                </a:lnTo>
                <a:lnTo>
                  <a:pt x="688" y="270"/>
                </a:lnTo>
                <a:lnTo>
                  <a:pt x="687" y="271"/>
                </a:lnTo>
                <a:lnTo>
                  <a:pt x="687" y="272"/>
                </a:lnTo>
                <a:lnTo>
                  <a:pt x="686" y="272"/>
                </a:lnTo>
                <a:lnTo>
                  <a:pt x="686" y="273"/>
                </a:lnTo>
                <a:lnTo>
                  <a:pt x="686" y="274"/>
                </a:lnTo>
                <a:lnTo>
                  <a:pt x="686" y="275"/>
                </a:lnTo>
                <a:lnTo>
                  <a:pt x="686" y="276"/>
                </a:lnTo>
                <a:lnTo>
                  <a:pt x="685" y="276"/>
                </a:lnTo>
                <a:lnTo>
                  <a:pt x="685" y="277"/>
                </a:lnTo>
                <a:lnTo>
                  <a:pt x="685" y="278"/>
                </a:lnTo>
                <a:lnTo>
                  <a:pt x="685" y="279"/>
                </a:lnTo>
                <a:lnTo>
                  <a:pt x="684" y="280"/>
                </a:lnTo>
                <a:lnTo>
                  <a:pt x="684" y="281"/>
                </a:lnTo>
                <a:lnTo>
                  <a:pt x="683" y="282"/>
                </a:lnTo>
                <a:lnTo>
                  <a:pt x="682" y="282"/>
                </a:lnTo>
                <a:lnTo>
                  <a:pt x="682" y="283"/>
                </a:lnTo>
                <a:lnTo>
                  <a:pt x="681" y="283"/>
                </a:lnTo>
                <a:lnTo>
                  <a:pt x="680" y="284"/>
                </a:lnTo>
                <a:lnTo>
                  <a:pt x="679" y="285"/>
                </a:lnTo>
                <a:lnTo>
                  <a:pt x="678" y="285"/>
                </a:lnTo>
                <a:lnTo>
                  <a:pt x="678" y="286"/>
                </a:lnTo>
                <a:lnTo>
                  <a:pt x="677" y="286"/>
                </a:lnTo>
                <a:lnTo>
                  <a:pt x="676" y="286"/>
                </a:lnTo>
                <a:lnTo>
                  <a:pt x="675" y="286"/>
                </a:lnTo>
                <a:lnTo>
                  <a:pt x="673" y="286"/>
                </a:lnTo>
                <a:lnTo>
                  <a:pt x="671" y="286"/>
                </a:lnTo>
                <a:lnTo>
                  <a:pt x="671" y="287"/>
                </a:lnTo>
                <a:lnTo>
                  <a:pt x="669" y="287"/>
                </a:lnTo>
                <a:lnTo>
                  <a:pt x="668" y="287"/>
                </a:lnTo>
                <a:lnTo>
                  <a:pt x="668" y="288"/>
                </a:lnTo>
                <a:lnTo>
                  <a:pt x="667" y="288"/>
                </a:lnTo>
                <a:lnTo>
                  <a:pt x="667" y="289"/>
                </a:lnTo>
                <a:lnTo>
                  <a:pt x="666" y="289"/>
                </a:lnTo>
                <a:lnTo>
                  <a:pt x="666" y="290"/>
                </a:lnTo>
                <a:lnTo>
                  <a:pt x="665" y="290"/>
                </a:lnTo>
                <a:lnTo>
                  <a:pt x="664" y="291"/>
                </a:lnTo>
                <a:lnTo>
                  <a:pt x="663" y="291"/>
                </a:lnTo>
                <a:lnTo>
                  <a:pt x="662" y="292"/>
                </a:lnTo>
                <a:lnTo>
                  <a:pt x="661" y="292"/>
                </a:lnTo>
                <a:lnTo>
                  <a:pt x="661" y="293"/>
                </a:lnTo>
                <a:lnTo>
                  <a:pt x="660" y="293"/>
                </a:lnTo>
                <a:lnTo>
                  <a:pt x="657" y="294"/>
                </a:lnTo>
                <a:lnTo>
                  <a:pt x="657" y="295"/>
                </a:lnTo>
                <a:lnTo>
                  <a:pt x="656" y="295"/>
                </a:lnTo>
                <a:lnTo>
                  <a:pt x="655" y="295"/>
                </a:lnTo>
                <a:lnTo>
                  <a:pt x="653" y="296"/>
                </a:lnTo>
                <a:lnTo>
                  <a:pt x="651" y="297"/>
                </a:lnTo>
                <a:lnTo>
                  <a:pt x="650" y="297"/>
                </a:lnTo>
                <a:lnTo>
                  <a:pt x="650" y="298"/>
                </a:lnTo>
                <a:lnTo>
                  <a:pt x="649" y="298"/>
                </a:lnTo>
                <a:lnTo>
                  <a:pt x="649" y="299"/>
                </a:lnTo>
                <a:lnTo>
                  <a:pt x="648" y="299"/>
                </a:lnTo>
                <a:lnTo>
                  <a:pt x="647" y="299"/>
                </a:lnTo>
                <a:lnTo>
                  <a:pt x="646" y="299"/>
                </a:lnTo>
                <a:lnTo>
                  <a:pt x="645" y="299"/>
                </a:lnTo>
                <a:lnTo>
                  <a:pt x="644" y="299"/>
                </a:lnTo>
                <a:lnTo>
                  <a:pt x="643" y="299"/>
                </a:lnTo>
                <a:lnTo>
                  <a:pt x="643" y="298"/>
                </a:lnTo>
                <a:lnTo>
                  <a:pt x="642" y="298"/>
                </a:lnTo>
                <a:lnTo>
                  <a:pt x="641" y="298"/>
                </a:lnTo>
                <a:lnTo>
                  <a:pt x="640" y="299"/>
                </a:lnTo>
                <a:lnTo>
                  <a:pt x="641" y="299"/>
                </a:lnTo>
                <a:lnTo>
                  <a:pt x="641" y="300"/>
                </a:lnTo>
                <a:lnTo>
                  <a:pt x="659" y="299"/>
                </a:lnTo>
                <a:lnTo>
                  <a:pt x="660" y="299"/>
                </a:lnTo>
                <a:lnTo>
                  <a:pt x="662" y="299"/>
                </a:lnTo>
                <a:lnTo>
                  <a:pt x="663" y="299"/>
                </a:lnTo>
                <a:lnTo>
                  <a:pt x="664" y="300"/>
                </a:lnTo>
                <a:lnTo>
                  <a:pt x="666" y="300"/>
                </a:lnTo>
                <a:lnTo>
                  <a:pt x="667" y="300"/>
                </a:lnTo>
                <a:lnTo>
                  <a:pt x="668" y="300"/>
                </a:lnTo>
                <a:lnTo>
                  <a:pt x="669" y="301"/>
                </a:lnTo>
                <a:lnTo>
                  <a:pt x="670" y="301"/>
                </a:lnTo>
                <a:lnTo>
                  <a:pt x="673" y="301"/>
                </a:lnTo>
                <a:lnTo>
                  <a:pt x="674" y="301"/>
                </a:lnTo>
                <a:lnTo>
                  <a:pt x="680" y="308"/>
                </a:lnTo>
                <a:lnTo>
                  <a:pt x="682" y="309"/>
                </a:lnTo>
                <a:lnTo>
                  <a:pt x="687" y="311"/>
                </a:lnTo>
                <a:lnTo>
                  <a:pt x="694" y="312"/>
                </a:lnTo>
                <a:lnTo>
                  <a:pt x="701" y="318"/>
                </a:lnTo>
                <a:lnTo>
                  <a:pt x="713" y="320"/>
                </a:lnTo>
                <a:lnTo>
                  <a:pt x="715" y="321"/>
                </a:lnTo>
                <a:lnTo>
                  <a:pt x="720" y="327"/>
                </a:lnTo>
                <a:lnTo>
                  <a:pt x="719" y="331"/>
                </a:lnTo>
                <a:lnTo>
                  <a:pt x="721" y="338"/>
                </a:lnTo>
                <a:lnTo>
                  <a:pt x="731" y="340"/>
                </a:lnTo>
                <a:lnTo>
                  <a:pt x="736" y="340"/>
                </a:lnTo>
                <a:lnTo>
                  <a:pt x="736" y="349"/>
                </a:lnTo>
                <a:lnTo>
                  <a:pt x="739" y="349"/>
                </a:lnTo>
                <a:lnTo>
                  <a:pt x="740" y="349"/>
                </a:lnTo>
                <a:lnTo>
                  <a:pt x="741" y="349"/>
                </a:lnTo>
                <a:lnTo>
                  <a:pt x="742" y="349"/>
                </a:lnTo>
                <a:lnTo>
                  <a:pt x="743" y="349"/>
                </a:lnTo>
                <a:lnTo>
                  <a:pt x="744" y="350"/>
                </a:lnTo>
                <a:lnTo>
                  <a:pt x="745" y="350"/>
                </a:lnTo>
                <a:lnTo>
                  <a:pt x="748" y="350"/>
                </a:lnTo>
                <a:lnTo>
                  <a:pt x="749" y="350"/>
                </a:lnTo>
                <a:lnTo>
                  <a:pt x="750" y="350"/>
                </a:lnTo>
                <a:lnTo>
                  <a:pt x="751" y="349"/>
                </a:lnTo>
                <a:lnTo>
                  <a:pt x="753" y="349"/>
                </a:lnTo>
                <a:lnTo>
                  <a:pt x="754" y="349"/>
                </a:lnTo>
                <a:lnTo>
                  <a:pt x="755" y="348"/>
                </a:lnTo>
                <a:lnTo>
                  <a:pt x="756" y="348"/>
                </a:lnTo>
                <a:lnTo>
                  <a:pt x="757" y="348"/>
                </a:lnTo>
                <a:lnTo>
                  <a:pt x="758" y="349"/>
                </a:lnTo>
                <a:lnTo>
                  <a:pt x="758" y="348"/>
                </a:lnTo>
                <a:lnTo>
                  <a:pt x="759" y="348"/>
                </a:lnTo>
                <a:lnTo>
                  <a:pt x="766" y="348"/>
                </a:lnTo>
                <a:lnTo>
                  <a:pt x="767" y="354"/>
                </a:lnTo>
                <a:lnTo>
                  <a:pt x="767" y="360"/>
                </a:lnTo>
                <a:lnTo>
                  <a:pt x="767" y="364"/>
                </a:lnTo>
                <a:lnTo>
                  <a:pt x="767" y="368"/>
                </a:lnTo>
                <a:lnTo>
                  <a:pt x="767" y="369"/>
                </a:lnTo>
                <a:lnTo>
                  <a:pt x="768" y="370"/>
                </a:lnTo>
                <a:lnTo>
                  <a:pt x="768" y="371"/>
                </a:lnTo>
                <a:lnTo>
                  <a:pt x="768" y="372"/>
                </a:lnTo>
                <a:lnTo>
                  <a:pt x="768" y="373"/>
                </a:lnTo>
                <a:lnTo>
                  <a:pt x="768" y="374"/>
                </a:lnTo>
                <a:lnTo>
                  <a:pt x="769" y="374"/>
                </a:lnTo>
                <a:lnTo>
                  <a:pt x="769" y="375"/>
                </a:lnTo>
                <a:lnTo>
                  <a:pt x="769" y="376"/>
                </a:lnTo>
                <a:lnTo>
                  <a:pt x="769" y="377"/>
                </a:lnTo>
                <a:lnTo>
                  <a:pt x="770" y="377"/>
                </a:lnTo>
                <a:lnTo>
                  <a:pt x="769" y="378"/>
                </a:lnTo>
                <a:lnTo>
                  <a:pt x="770" y="378"/>
                </a:lnTo>
                <a:lnTo>
                  <a:pt x="769" y="379"/>
                </a:lnTo>
                <a:lnTo>
                  <a:pt x="766" y="382"/>
                </a:lnTo>
                <a:lnTo>
                  <a:pt x="766" y="383"/>
                </a:lnTo>
                <a:lnTo>
                  <a:pt x="766" y="386"/>
                </a:lnTo>
                <a:lnTo>
                  <a:pt x="766" y="387"/>
                </a:lnTo>
                <a:lnTo>
                  <a:pt x="767" y="387"/>
                </a:lnTo>
                <a:lnTo>
                  <a:pt x="767" y="388"/>
                </a:lnTo>
                <a:lnTo>
                  <a:pt x="768" y="388"/>
                </a:lnTo>
                <a:lnTo>
                  <a:pt x="769" y="389"/>
                </a:lnTo>
                <a:lnTo>
                  <a:pt x="770" y="390"/>
                </a:lnTo>
                <a:lnTo>
                  <a:pt x="771" y="390"/>
                </a:lnTo>
                <a:lnTo>
                  <a:pt x="773" y="386"/>
                </a:lnTo>
                <a:lnTo>
                  <a:pt x="778" y="389"/>
                </a:lnTo>
                <a:lnTo>
                  <a:pt x="778" y="390"/>
                </a:lnTo>
                <a:lnTo>
                  <a:pt x="779" y="391"/>
                </a:lnTo>
                <a:lnTo>
                  <a:pt x="779" y="392"/>
                </a:lnTo>
                <a:lnTo>
                  <a:pt x="779" y="393"/>
                </a:lnTo>
                <a:lnTo>
                  <a:pt x="779" y="394"/>
                </a:lnTo>
                <a:lnTo>
                  <a:pt x="779" y="395"/>
                </a:lnTo>
                <a:lnTo>
                  <a:pt x="778" y="395"/>
                </a:lnTo>
                <a:lnTo>
                  <a:pt x="779" y="395"/>
                </a:lnTo>
                <a:lnTo>
                  <a:pt x="780" y="395"/>
                </a:lnTo>
                <a:lnTo>
                  <a:pt x="785" y="394"/>
                </a:lnTo>
                <a:lnTo>
                  <a:pt x="793" y="392"/>
                </a:lnTo>
                <a:lnTo>
                  <a:pt x="797" y="390"/>
                </a:lnTo>
                <a:lnTo>
                  <a:pt x="798" y="390"/>
                </a:lnTo>
                <a:lnTo>
                  <a:pt x="802" y="387"/>
                </a:lnTo>
                <a:lnTo>
                  <a:pt x="801" y="391"/>
                </a:lnTo>
                <a:lnTo>
                  <a:pt x="800" y="393"/>
                </a:lnTo>
                <a:lnTo>
                  <a:pt x="800" y="394"/>
                </a:lnTo>
                <a:lnTo>
                  <a:pt x="799" y="395"/>
                </a:lnTo>
                <a:lnTo>
                  <a:pt x="801" y="398"/>
                </a:lnTo>
                <a:lnTo>
                  <a:pt x="803" y="399"/>
                </a:lnTo>
                <a:lnTo>
                  <a:pt x="803" y="400"/>
                </a:lnTo>
                <a:lnTo>
                  <a:pt x="803" y="401"/>
                </a:lnTo>
                <a:lnTo>
                  <a:pt x="803" y="404"/>
                </a:lnTo>
                <a:lnTo>
                  <a:pt x="805" y="404"/>
                </a:lnTo>
                <a:lnTo>
                  <a:pt x="807" y="405"/>
                </a:lnTo>
                <a:lnTo>
                  <a:pt x="809" y="405"/>
                </a:lnTo>
                <a:lnTo>
                  <a:pt x="812" y="405"/>
                </a:lnTo>
                <a:lnTo>
                  <a:pt x="812" y="406"/>
                </a:lnTo>
                <a:lnTo>
                  <a:pt x="812" y="407"/>
                </a:lnTo>
                <a:lnTo>
                  <a:pt x="812" y="408"/>
                </a:lnTo>
                <a:lnTo>
                  <a:pt x="813" y="408"/>
                </a:lnTo>
                <a:lnTo>
                  <a:pt x="812" y="408"/>
                </a:lnTo>
                <a:lnTo>
                  <a:pt x="812" y="409"/>
                </a:lnTo>
                <a:lnTo>
                  <a:pt x="811" y="409"/>
                </a:lnTo>
                <a:lnTo>
                  <a:pt x="811" y="410"/>
                </a:lnTo>
                <a:lnTo>
                  <a:pt x="810" y="410"/>
                </a:lnTo>
                <a:lnTo>
                  <a:pt x="809" y="410"/>
                </a:lnTo>
                <a:lnTo>
                  <a:pt x="809" y="411"/>
                </a:lnTo>
                <a:lnTo>
                  <a:pt x="810" y="412"/>
                </a:lnTo>
                <a:lnTo>
                  <a:pt x="811" y="412"/>
                </a:lnTo>
                <a:lnTo>
                  <a:pt x="811" y="413"/>
                </a:lnTo>
                <a:lnTo>
                  <a:pt x="811" y="412"/>
                </a:lnTo>
                <a:lnTo>
                  <a:pt x="812" y="412"/>
                </a:lnTo>
                <a:lnTo>
                  <a:pt x="813" y="412"/>
                </a:lnTo>
                <a:lnTo>
                  <a:pt x="813" y="413"/>
                </a:lnTo>
                <a:lnTo>
                  <a:pt x="814" y="413"/>
                </a:lnTo>
                <a:lnTo>
                  <a:pt x="815" y="413"/>
                </a:lnTo>
                <a:lnTo>
                  <a:pt x="816" y="413"/>
                </a:lnTo>
                <a:lnTo>
                  <a:pt x="817" y="413"/>
                </a:lnTo>
                <a:lnTo>
                  <a:pt x="818" y="413"/>
                </a:lnTo>
                <a:lnTo>
                  <a:pt x="818" y="414"/>
                </a:lnTo>
                <a:lnTo>
                  <a:pt x="819" y="414"/>
                </a:lnTo>
                <a:lnTo>
                  <a:pt x="820" y="414"/>
                </a:lnTo>
                <a:lnTo>
                  <a:pt x="821" y="415"/>
                </a:lnTo>
                <a:lnTo>
                  <a:pt x="822" y="415"/>
                </a:lnTo>
                <a:lnTo>
                  <a:pt x="823" y="415"/>
                </a:lnTo>
                <a:lnTo>
                  <a:pt x="823" y="416"/>
                </a:lnTo>
                <a:lnTo>
                  <a:pt x="824" y="416"/>
                </a:lnTo>
                <a:lnTo>
                  <a:pt x="824" y="417"/>
                </a:lnTo>
                <a:lnTo>
                  <a:pt x="825" y="417"/>
                </a:lnTo>
                <a:lnTo>
                  <a:pt x="826" y="417"/>
                </a:lnTo>
                <a:lnTo>
                  <a:pt x="827" y="417"/>
                </a:lnTo>
                <a:lnTo>
                  <a:pt x="832" y="419"/>
                </a:lnTo>
                <a:lnTo>
                  <a:pt x="833" y="421"/>
                </a:lnTo>
                <a:lnTo>
                  <a:pt x="835" y="423"/>
                </a:lnTo>
                <a:lnTo>
                  <a:pt x="835" y="424"/>
                </a:lnTo>
                <a:lnTo>
                  <a:pt x="836" y="426"/>
                </a:lnTo>
                <a:lnTo>
                  <a:pt x="836" y="425"/>
                </a:lnTo>
                <a:lnTo>
                  <a:pt x="837" y="424"/>
                </a:lnTo>
                <a:lnTo>
                  <a:pt x="838" y="424"/>
                </a:lnTo>
                <a:lnTo>
                  <a:pt x="839" y="423"/>
                </a:lnTo>
                <a:lnTo>
                  <a:pt x="840" y="423"/>
                </a:lnTo>
                <a:lnTo>
                  <a:pt x="840" y="422"/>
                </a:lnTo>
                <a:lnTo>
                  <a:pt x="841" y="422"/>
                </a:lnTo>
                <a:lnTo>
                  <a:pt x="841" y="421"/>
                </a:lnTo>
                <a:lnTo>
                  <a:pt x="842" y="421"/>
                </a:lnTo>
                <a:lnTo>
                  <a:pt x="843" y="422"/>
                </a:lnTo>
                <a:lnTo>
                  <a:pt x="843" y="421"/>
                </a:lnTo>
                <a:lnTo>
                  <a:pt x="844" y="421"/>
                </a:lnTo>
                <a:lnTo>
                  <a:pt x="844" y="422"/>
                </a:lnTo>
                <a:lnTo>
                  <a:pt x="845" y="422"/>
                </a:lnTo>
                <a:lnTo>
                  <a:pt x="846" y="422"/>
                </a:lnTo>
                <a:lnTo>
                  <a:pt x="846" y="423"/>
                </a:lnTo>
                <a:lnTo>
                  <a:pt x="849" y="423"/>
                </a:lnTo>
                <a:lnTo>
                  <a:pt x="850" y="423"/>
                </a:lnTo>
                <a:lnTo>
                  <a:pt x="851" y="425"/>
                </a:lnTo>
                <a:lnTo>
                  <a:pt x="852" y="424"/>
                </a:lnTo>
                <a:lnTo>
                  <a:pt x="853" y="423"/>
                </a:lnTo>
                <a:lnTo>
                  <a:pt x="859" y="418"/>
                </a:lnTo>
                <a:lnTo>
                  <a:pt x="866" y="409"/>
                </a:lnTo>
                <a:lnTo>
                  <a:pt x="872" y="405"/>
                </a:lnTo>
                <a:lnTo>
                  <a:pt x="878" y="401"/>
                </a:lnTo>
                <a:lnTo>
                  <a:pt x="872" y="395"/>
                </a:lnTo>
                <a:lnTo>
                  <a:pt x="870" y="393"/>
                </a:lnTo>
                <a:lnTo>
                  <a:pt x="867" y="390"/>
                </a:lnTo>
                <a:lnTo>
                  <a:pt x="866" y="389"/>
                </a:lnTo>
                <a:lnTo>
                  <a:pt x="856" y="380"/>
                </a:lnTo>
                <a:lnTo>
                  <a:pt x="858" y="380"/>
                </a:lnTo>
                <a:lnTo>
                  <a:pt x="872" y="376"/>
                </a:lnTo>
                <a:lnTo>
                  <a:pt x="897" y="370"/>
                </a:lnTo>
                <a:lnTo>
                  <a:pt x="903" y="366"/>
                </a:lnTo>
                <a:lnTo>
                  <a:pt x="913" y="364"/>
                </a:lnTo>
                <a:lnTo>
                  <a:pt x="915" y="365"/>
                </a:lnTo>
                <a:lnTo>
                  <a:pt x="918" y="367"/>
                </a:lnTo>
                <a:lnTo>
                  <a:pt x="926" y="372"/>
                </a:lnTo>
                <a:lnTo>
                  <a:pt x="944" y="375"/>
                </a:lnTo>
                <a:lnTo>
                  <a:pt x="952" y="377"/>
                </a:lnTo>
                <a:lnTo>
                  <a:pt x="962" y="379"/>
                </a:lnTo>
                <a:lnTo>
                  <a:pt x="963" y="380"/>
                </a:lnTo>
                <a:lnTo>
                  <a:pt x="974" y="370"/>
                </a:lnTo>
                <a:lnTo>
                  <a:pt x="977" y="369"/>
                </a:lnTo>
                <a:lnTo>
                  <a:pt x="982" y="365"/>
                </a:lnTo>
                <a:lnTo>
                  <a:pt x="985" y="363"/>
                </a:lnTo>
                <a:lnTo>
                  <a:pt x="988" y="360"/>
                </a:lnTo>
                <a:lnTo>
                  <a:pt x="993" y="356"/>
                </a:lnTo>
                <a:lnTo>
                  <a:pt x="994" y="355"/>
                </a:lnTo>
                <a:lnTo>
                  <a:pt x="1005" y="352"/>
                </a:lnTo>
                <a:lnTo>
                  <a:pt x="1038" y="343"/>
                </a:lnTo>
                <a:lnTo>
                  <a:pt x="1047" y="343"/>
                </a:lnTo>
                <a:lnTo>
                  <a:pt x="1052" y="344"/>
                </a:lnTo>
                <a:lnTo>
                  <a:pt x="1060" y="347"/>
                </a:lnTo>
                <a:lnTo>
                  <a:pt x="1057" y="355"/>
                </a:lnTo>
                <a:lnTo>
                  <a:pt x="1056" y="359"/>
                </a:lnTo>
                <a:lnTo>
                  <a:pt x="1061" y="365"/>
                </a:lnTo>
                <a:lnTo>
                  <a:pt x="1068" y="374"/>
                </a:lnTo>
                <a:lnTo>
                  <a:pt x="1070" y="381"/>
                </a:lnTo>
                <a:lnTo>
                  <a:pt x="1070" y="383"/>
                </a:lnTo>
                <a:lnTo>
                  <a:pt x="1069" y="384"/>
                </a:lnTo>
                <a:lnTo>
                  <a:pt x="1069" y="385"/>
                </a:lnTo>
                <a:lnTo>
                  <a:pt x="1069" y="389"/>
                </a:lnTo>
                <a:lnTo>
                  <a:pt x="1069" y="390"/>
                </a:lnTo>
                <a:lnTo>
                  <a:pt x="1070" y="391"/>
                </a:lnTo>
                <a:lnTo>
                  <a:pt x="1067" y="396"/>
                </a:lnTo>
                <a:lnTo>
                  <a:pt x="1055" y="401"/>
                </a:lnTo>
                <a:lnTo>
                  <a:pt x="1052" y="405"/>
                </a:lnTo>
                <a:lnTo>
                  <a:pt x="1046" y="416"/>
                </a:lnTo>
                <a:lnTo>
                  <a:pt x="1045" y="417"/>
                </a:lnTo>
                <a:lnTo>
                  <a:pt x="1044" y="418"/>
                </a:lnTo>
                <a:lnTo>
                  <a:pt x="1043" y="420"/>
                </a:lnTo>
                <a:lnTo>
                  <a:pt x="1039" y="426"/>
                </a:lnTo>
                <a:lnTo>
                  <a:pt x="1014" y="441"/>
                </a:lnTo>
                <a:lnTo>
                  <a:pt x="1007" y="445"/>
                </a:lnTo>
                <a:lnTo>
                  <a:pt x="1007" y="446"/>
                </a:lnTo>
                <a:lnTo>
                  <a:pt x="999" y="451"/>
                </a:lnTo>
                <a:lnTo>
                  <a:pt x="1000" y="452"/>
                </a:lnTo>
                <a:lnTo>
                  <a:pt x="1002" y="453"/>
                </a:lnTo>
                <a:lnTo>
                  <a:pt x="1004" y="456"/>
                </a:lnTo>
                <a:lnTo>
                  <a:pt x="1004" y="458"/>
                </a:lnTo>
                <a:lnTo>
                  <a:pt x="1012" y="476"/>
                </a:lnTo>
                <a:lnTo>
                  <a:pt x="1006" y="478"/>
                </a:lnTo>
                <a:lnTo>
                  <a:pt x="995" y="483"/>
                </a:lnTo>
                <a:lnTo>
                  <a:pt x="994" y="485"/>
                </a:lnTo>
                <a:lnTo>
                  <a:pt x="994" y="487"/>
                </a:lnTo>
                <a:lnTo>
                  <a:pt x="994" y="488"/>
                </a:lnTo>
                <a:lnTo>
                  <a:pt x="994" y="489"/>
                </a:lnTo>
                <a:lnTo>
                  <a:pt x="994" y="490"/>
                </a:lnTo>
                <a:lnTo>
                  <a:pt x="995" y="492"/>
                </a:lnTo>
                <a:lnTo>
                  <a:pt x="995" y="493"/>
                </a:lnTo>
                <a:lnTo>
                  <a:pt x="995" y="494"/>
                </a:lnTo>
                <a:lnTo>
                  <a:pt x="995" y="495"/>
                </a:lnTo>
                <a:lnTo>
                  <a:pt x="996" y="495"/>
                </a:lnTo>
                <a:lnTo>
                  <a:pt x="996" y="496"/>
                </a:lnTo>
                <a:lnTo>
                  <a:pt x="996" y="497"/>
                </a:lnTo>
                <a:lnTo>
                  <a:pt x="997" y="498"/>
                </a:lnTo>
                <a:lnTo>
                  <a:pt x="997" y="499"/>
                </a:lnTo>
                <a:lnTo>
                  <a:pt x="997" y="500"/>
                </a:lnTo>
                <a:lnTo>
                  <a:pt x="997" y="501"/>
                </a:lnTo>
                <a:lnTo>
                  <a:pt x="997" y="502"/>
                </a:lnTo>
                <a:lnTo>
                  <a:pt x="997" y="503"/>
                </a:lnTo>
                <a:lnTo>
                  <a:pt x="998" y="506"/>
                </a:lnTo>
                <a:lnTo>
                  <a:pt x="999" y="506"/>
                </a:lnTo>
                <a:lnTo>
                  <a:pt x="1007" y="509"/>
                </a:lnTo>
                <a:lnTo>
                  <a:pt x="1008" y="509"/>
                </a:lnTo>
                <a:lnTo>
                  <a:pt x="1023" y="514"/>
                </a:lnTo>
                <a:lnTo>
                  <a:pt x="1035" y="526"/>
                </a:lnTo>
                <a:lnTo>
                  <a:pt x="1038" y="528"/>
                </a:lnTo>
                <a:lnTo>
                  <a:pt x="1040" y="532"/>
                </a:lnTo>
                <a:lnTo>
                  <a:pt x="1046" y="536"/>
                </a:lnTo>
                <a:lnTo>
                  <a:pt x="1052" y="540"/>
                </a:lnTo>
                <a:lnTo>
                  <a:pt x="1059" y="546"/>
                </a:lnTo>
                <a:lnTo>
                  <a:pt x="1068" y="553"/>
                </a:lnTo>
                <a:lnTo>
                  <a:pt x="1073" y="552"/>
                </a:lnTo>
                <a:lnTo>
                  <a:pt x="1078" y="550"/>
                </a:lnTo>
                <a:lnTo>
                  <a:pt x="1078" y="551"/>
                </a:lnTo>
                <a:lnTo>
                  <a:pt x="1079" y="552"/>
                </a:lnTo>
                <a:lnTo>
                  <a:pt x="1080" y="552"/>
                </a:lnTo>
                <a:lnTo>
                  <a:pt x="1083" y="551"/>
                </a:lnTo>
                <a:lnTo>
                  <a:pt x="1084" y="551"/>
                </a:lnTo>
                <a:lnTo>
                  <a:pt x="1085" y="551"/>
                </a:lnTo>
                <a:lnTo>
                  <a:pt x="1086" y="551"/>
                </a:lnTo>
                <a:lnTo>
                  <a:pt x="1088" y="549"/>
                </a:lnTo>
                <a:lnTo>
                  <a:pt x="1090" y="549"/>
                </a:lnTo>
                <a:lnTo>
                  <a:pt x="1091" y="549"/>
                </a:lnTo>
                <a:lnTo>
                  <a:pt x="1092" y="550"/>
                </a:lnTo>
                <a:lnTo>
                  <a:pt x="1092" y="551"/>
                </a:lnTo>
                <a:lnTo>
                  <a:pt x="1093" y="551"/>
                </a:lnTo>
                <a:lnTo>
                  <a:pt x="1096" y="551"/>
                </a:lnTo>
                <a:lnTo>
                  <a:pt x="1097" y="551"/>
                </a:lnTo>
                <a:lnTo>
                  <a:pt x="1098" y="551"/>
                </a:lnTo>
                <a:lnTo>
                  <a:pt x="1099" y="550"/>
                </a:lnTo>
                <a:lnTo>
                  <a:pt x="1100" y="550"/>
                </a:lnTo>
                <a:lnTo>
                  <a:pt x="1101" y="551"/>
                </a:lnTo>
                <a:lnTo>
                  <a:pt x="1102" y="551"/>
                </a:lnTo>
                <a:lnTo>
                  <a:pt x="1104" y="551"/>
                </a:lnTo>
                <a:lnTo>
                  <a:pt x="1105" y="551"/>
                </a:lnTo>
                <a:lnTo>
                  <a:pt x="1106" y="551"/>
                </a:lnTo>
                <a:lnTo>
                  <a:pt x="1107" y="551"/>
                </a:lnTo>
                <a:lnTo>
                  <a:pt x="1108" y="552"/>
                </a:lnTo>
                <a:lnTo>
                  <a:pt x="1109" y="552"/>
                </a:lnTo>
                <a:lnTo>
                  <a:pt x="1109" y="551"/>
                </a:lnTo>
                <a:lnTo>
                  <a:pt x="1110" y="552"/>
                </a:lnTo>
                <a:lnTo>
                  <a:pt x="1112" y="552"/>
                </a:lnTo>
                <a:lnTo>
                  <a:pt x="1113" y="552"/>
                </a:lnTo>
                <a:lnTo>
                  <a:pt x="1113" y="553"/>
                </a:lnTo>
                <a:lnTo>
                  <a:pt x="1112" y="554"/>
                </a:lnTo>
                <a:lnTo>
                  <a:pt x="1112" y="555"/>
                </a:lnTo>
                <a:lnTo>
                  <a:pt x="1112" y="556"/>
                </a:lnTo>
                <a:lnTo>
                  <a:pt x="1111" y="556"/>
                </a:lnTo>
                <a:lnTo>
                  <a:pt x="1111" y="557"/>
                </a:lnTo>
                <a:lnTo>
                  <a:pt x="1112" y="558"/>
                </a:lnTo>
                <a:lnTo>
                  <a:pt x="1115" y="559"/>
                </a:lnTo>
                <a:lnTo>
                  <a:pt x="1116" y="559"/>
                </a:lnTo>
                <a:lnTo>
                  <a:pt x="1116" y="560"/>
                </a:lnTo>
                <a:lnTo>
                  <a:pt x="1116" y="561"/>
                </a:lnTo>
                <a:lnTo>
                  <a:pt x="1115" y="561"/>
                </a:lnTo>
                <a:lnTo>
                  <a:pt x="1114" y="561"/>
                </a:lnTo>
                <a:lnTo>
                  <a:pt x="1114" y="562"/>
                </a:lnTo>
                <a:lnTo>
                  <a:pt x="1113" y="562"/>
                </a:lnTo>
                <a:lnTo>
                  <a:pt x="1112" y="562"/>
                </a:lnTo>
                <a:lnTo>
                  <a:pt x="1112" y="563"/>
                </a:lnTo>
                <a:lnTo>
                  <a:pt x="1112" y="564"/>
                </a:lnTo>
                <a:lnTo>
                  <a:pt x="1111" y="564"/>
                </a:lnTo>
                <a:lnTo>
                  <a:pt x="1111" y="565"/>
                </a:lnTo>
                <a:lnTo>
                  <a:pt x="1110" y="565"/>
                </a:lnTo>
                <a:lnTo>
                  <a:pt x="1110" y="564"/>
                </a:lnTo>
                <a:lnTo>
                  <a:pt x="1109" y="564"/>
                </a:lnTo>
                <a:lnTo>
                  <a:pt x="1108" y="564"/>
                </a:lnTo>
                <a:lnTo>
                  <a:pt x="1108" y="565"/>
                </a:lnTo>
                <a:lnTo>
                  <a:pt x="1108" y="566"/>
                </a:lnTo>
                <a:lnTo>
                  <a:pt x="1107" y="566"/>
                </a:lnTo>
                <a:lnTo>
                  <a:pt x="1106" y="566"/>
                </a:lnTo>
                <a:lnTo>
                  <a:pt x="1106" y="567"/>
                </a:lnTo>
                <a:lnTo>
                  <a:pt x="1106" y="568"/>
                </a:lnTo>
                <a:lnTo>
                  <a:pt x="1106" y="569"/>
                </a:lnTo>
                <a:lnTo>
                  <a:pt x="1106" y="570"/>
                </a:lnTo>
                <a:lnTo>
                  <a:pt x="1107" y="572"/>
                </a:lnTo>
                <a:lnTo>
                  <a:pt x="1108" y="572"/>
                </a:lnTo>
                <a:lnTo>
                  <a:pt x="1108" y="573"/>
                </a:lnTo>
                <a:lnTo>
                  <a:pt x="1109" y="574"/>
                </a:lnTo>
                <a:lnTo>
                  <a:pt x="1111" y="574"/>
                </a:lnTo>
                <a:lnTo>
                  <a:pt x="1111" y="573"/>
                </a:lnTo>
                <a:lnTo>
                  <a:pt x="1112" y="573"/>
                </a:lnTo>
                <a:lnTo>
                  <a:pt x="1113" y="574"/>
                </a:lnTo>
                <a:lnTo>
                  <a:pt x="1114" y="573"/>
                </a:lnTo>
                <a:lnTo>
                  <a:pt x="1116" y="573"/>
                </a:lnTo>
                <a:lnTo>
                  <a:pt x="1117" y="572"/>
                </a:lnTo>
                <a:lnTo>
                  <a:pt x="1118" y="572"/>
                </a:lnTo>
                <a:lnTo>
                  <a:pt x="1119" y="570"/>
                </a:lnTo>
                <a:lnTo>
                  <a:pt x="1120" y="570"/>
                </a:lnTo>
                <a:lnTo>
                  <a:pt x="1121" y="570"/>
                </a:lnTo>
                <a:lnTo>
                  <a:pt x="1121" y="569"/>
                </a:lnTo>
                <a:lnTo>
                  <a:pt x="1122" y="569"/>
                </a:lnTo>
                <a:lnTo>
                  <a:pt x="1123" y="570"/>
                </a:lnTo>
                <a:lnTo>
                  <a:pt x="1123" y="571"/>
                </a:lnTo>
                <a:lnTo>
                  <a:pt x="1124" y="571"/>
                </a:lnTo>
                <a:lnTo>
                  <a:pt x="1124" y="570"/>
                </a:lnTo>
                <a:lnTo>
                  <a:pt x="1124" y="571"/>
                </a:lnTo>
                <a:lnTo>
                  <a:pt x="1125" y="571"/>
                </a:lnTo>
                <a:lnTo>
                  <a:pt x="1126" y="571"/>
                </a:lnTo>
                <a:lnTo>
                  <a:pt x="1127" y="572"/>
                </a:lnTo>
                <a:lnTo>
                  <a:pt x="1128" y="572"/>
                </a:lnTo>
                <a:lnTo>
                  <a:pt x="1129" y="573"/>
                </a:lnTo>
                <a:lnTo>
                  <a:pt x="1129" y="574"/>
                </a:lnTo>
                <a:lnTo>
                  <a:pt x="1129" y="575"/>
                </a:lnTo>
                <a:lnTo>
                  <a:pt x="1129" y="576"/>
                </a:lnTo>
                <a:lnTo>
                  <a:pt x="1130" y="576"/>
                </a:lnTo>
                <a:lnTo>
                  <a:pt x="1130" y="577"/>
                </a:lnTo>
                <a:lnTo>
                  <a:pt x="1131" y="577"/>
                </a:lnTo>
                <a:lnTo>
                  <a:pt x="1132" y="578"/>
                </a:lnTo>
                <a:lnTo>
                  <a:pt x="1133" y="580"/>
                </a:lnTo>
                <a:lnTo>
                  <a:pt x="1133" y="581"/>
                </a:lnTo>
                <a:lnTo>
                  <a:pt x="1134" y="582"/>
                </a:lnTo>
                <a:lnTo>
                  <a:pt x="1135" y="583"/>
                </a:lnTo>
                <a:lnTo>
                  <a:pt x="1134" y="583"/>
                </a:lnTo>
                <a:lnTo>
                  <a:pt x="1134" y="584"/>
                </a:lnTo>
                <a:lnTo>
                  <a:pt x="1134" y="585"/>
                </a:lnTo>
                <a:lnTo>
                  <a:pt x="1135" y="585"/>
                </a:lnTo>
                <a:lnTo>
                  <a:pt x="1136" y="585"/>
                </a:lnTo>
                <a:lnTo>
                  <a:pt x="1137" y="586"/>
                </a:lnTo>
                <a:lnTo>
                  <a:pt x="1138" y="586"/>
                </a:lnTo>
                <a:lnTo>
                  <a:pt x="1138" y="590"/>
                </a:lnTo>
                <a:lnTo>
                  <a:pt x="1139" y="591"/>
                </a:lnTo>
                <a:lnTo>
                  <a:pt x="1141" y="591"/>
                </a:lnTo>
                <a:lnTo>
                  <a:pt x="1142" y="591"/>
                </a:lnTo>
                <a:lnTo>
                  <a:pt x="1143" y="591"/>
                </a:lnTo>
                <a:lnTo>
                  <a:pt x="1143" y="593"/>
                </a:lnTo>
                <a:lnTo>
                  <a:pt x="1144" y="593"/>
                </a:lnTo>
                <a:lnTo>
                  <a:pt x="1145" y="594"/>
                </a:lnTo>
                <a:lnTo>
                  <a:pt x="1145" y="593"/>
                </a:lnTo>
                <a:lnTo>
                  <a:pt x="1146" y="593"/>
                </a:lnTo>
                <a:lnTo>
                  <a:pt x="1146" y="592"/>
                </a:lnTo>
                <a:lnTo>
                  <a:pt x="1147" y="592"/>
                </a:lnTo>
                <a:lnTo>
                  <a:pt x="1148" y="592"/>
                </a:lnTo>
                <a:lnTo>
                  <a:pt x="1149" y="593"/>
                </a:lnTo>
                <a:lnTo>
                  <a:pt x="1151" y="594"/>
                </a:lnTo>
                <a:lnTo>
                  <a:pt x="1152" y="594"/>
                </a:lnTo>
                <a:lnTo>
                  <a:pt x="1153" y="595"/>
                </a:lnTo>
                <a:lnTo>
                  <a:pt x="1155" y="595"/>
                </a:lnTo>
                <a:lnTo>
                  <a:pt x="1156" y="595"/>
                </a:lnTo>
                <a:lnTo>
                  <a:pt x="1157" y="595"/>
                </a:lnTo>
                <a:lnTo>
                  <a:pt x="1157" y="597"/>
                </a:lnTo>
                <a:lnTo>
                  <a:pt x="1157" y="598"/>
                </a:lnTo>
                <a:lnTo>
                  <a:pt x="1158" y="598"/>
                </a:lnTo>
                <a:lnTo>
                  <a:pt x="1158" y="599"/>
                </a:lnTo>
                <a:lnTo>
                  <a:pt x="1158" y="600"/>
                </a:lnTo>
                <a:lnTo>
                  <a:pt x="1159" y="600"/>
                </a:lnTo>
                <a:lnTo>
                  <a:pt x="1159" y="601"/>
                </a:lnTo>
                <a:lnTo>
                  <a:pt x="1158" y="602"/>
                </a:lnTo>
                <a:lnTo>
                  <a:pt x="1158" y="601"/>
                </a:lnTo>
                <a:lnTo>
                  <a:pt x="1158" y="603"/>
                </a:lnTo>
                <a:lnTo>
                  <a:pt x="1158" y="604"/>
                </a:lnTo>
                <a:lnTo>
                  <a:pt x="1158" y="605"/>
                </a:lnTo>
                <a:lnTo>
                  <a:pt x="1159" y="606"/>
                </a:lnTo>
                <a:lnTo>
                  <a:pt x="1159" y="605"/>
                </a:lnTo>
                <a:lnTo>
                  <a:pt x="1160" y="605"/>
                </a:lnTo>
                <a:lnTo>
                  <a:pt x="1161" y="605"/>
                </a:lnTo>
                <a:lnTo>
                  <a:pt x="1162" y="605"/>
                </a:lnTo>
                <a:lnTo>
                  <a:pt x="1162" y="606"/>
                </a:lnTo>
                <a:lnTo>
                  <a:pt x="1163" y="605"/>
                </a:lnTo>
                <a:lnTo>
                  <a:pt x="1164" y="605"/>
                </a:lnTo>
                <a:lnTo>
                  <a:pt x="1165" y="606"/>
                </a:lnTo>
                <a:lnTo>
                  <a:pt x="1167" y="607"/>
                </a:lnTo>
                <a:lnTo>
                  <a:pt x="1167" y="608"/>
                </a:lnTo>
                <a:lnTo>
                  <a:pt x="1167" y="609"/>
                </a:lnTo>
                <a:lnTo>
                  <a:pt x="1169" y="610"/>
                </a:lnTo>
                <a:lnTo>
                  <a:pt x="1169" y="611"/>
                </a:lnTo>
                <a:lnTo>
                  <a:pt x="1168" y="611"/>
                </a:lnTo>
                <a:lnTo>
                  <a:pt x="1169" y="612"/>
                </a:lnTo>
                <a:lnTo>
                  <a:pt x="1169" y="613"/>
                </a:lnTo>
                <a:lnTo>
                  <a:pt x="1171" y="614"/>
                </a:lnTo>
                <a:lnTo>
                  <a:pt x="1172" y="614"/>
                </a:lnTo>
                <a:lnTo>
                  <a:pt x="1172" y="615"/>
                </a:lnTo>
                <a:lnTo>
                  <a:pt x="1172" y="617"/>
                </a:lnTo>
                <a:lnTo>
                  <a:pt x="1172" y="618"/>
                </a:lnTo>
                <a:lnTo>
                  <a:pt x="1173" y="618"/>
                </a:lnTo>
                <a:lnTo>
                  <a:pt x="1172" y="619"/>
                </a:lnTo>
                <a:lnTo>
                  <a:pt x="1172" y="620"/>
                </a:lnTo>
                <a:lnTo>
                  <a:pt x="1171" y="620"/>
                </a:lnTo>
                <a:lnTo>
                  <a:pt x="1170" y="621"/>
                </a:lnTo>
                <a:lnTo>
                  <a:pt x="1169" y="620"/>
                </a:lnTo>
                <a:lnTo>
                  <a:pt x="1168" y="620"/>
                </a:lnTo>
                <a:lnTo>
                  <a:pt x="1167" y="620"/>
                </a:lnTo>
                <a:lnTo>
                  <a:pt x="1166" y="621"/>
                </a:lnTo>
                <a:lnTo>
                  <a:pt x="1165" y="621"/>
                </a:lnTo>
                <a:lnTo>
                  <a:pt x="1163" y="621"/>
                </a:lnTo>
                <a:lnTo>
                  <a:pt x="1163" y="622"/>
                </a:lnTo>
                <a:lnTo>
                  <a:pt x="1162" y="621"/>
                </a:lnTo>
                <a:lnTo>
                  <a:pt x="1161" y="622"/>
                </a:lnTo>
                <a:lnTo>
                  <a:pt x="1161" y="624"/>
                </a:lnTo>
                <a:lnTo>
                  <a:pt x="1160" y="624"/>
                </a:lnTo>
                <a:lnTo>
                  <a:pt x="1160" y="626"/>
                </a:lnTo>
                <a:lnTo>
                  <a:pt x="1160" y="627"/>
                </a:lnTo>
                <a:lnTo>
                  <a:pt x="1161" y="627"/>
                </a:lnTo>
                <a:lnTo>
                  <a:pt x="1161" y="628"/>
                </a:lnTo>
                <a:lnTo>
                  <a:pt x="1162" y="628"/>
                </a:lnTo>
                <a:lnTo>
                  <a:pt x="1162" y="629"/>
                </a:lnTo>
                <a:lnTo>
                  <a:pt x="1162" y="630"/>
                </a:lnTo>
                <a:lnTo>
                  <a:pt x="1162" y="632"/>
                </a:lnTo>
                <a:lnTo>
                  <a:pt x="1163" y="632"/>
                </a:lnTo>
                <a:lnTo>
                  <a:pt x="1164" y="632"/>
                </a:lnTo>
                <a:lnTo>
                  <a:pt x="1164" y="634"/>
                </a:lnTo>
                <a:lnTo>
                  <a:pt x="1164" y="635"/>
                </a:lnTo>
                <a:lnTo>
                  <a:pt x="1165" y="635"/>
                </a:lnTo>
                <a:lnTo>
                  <a:pt x="1166" y="636"/>
                </a:lnTo>
                <a:lnTo>
                  <a:pt x="1166" y="637"/>
                </a:lnTo>
                <a:lnTo>
                  <a:pt x="1167" y="637"/>
                </a:lnTo>
                <a:lnTo>
                  <a:pt x="1167" y="639"/>
                </a:lnTo>
                <a:lnTo>
                  <a:pt x="1166" y="640"/>
                </a:lnTo>
                <a:lnTo>
                  <a:pt x="1165" y="640"/>
                </a:lnTo>
                <a:lnTo>
                  <a:pt x="1164" y="640"/>
                </a:lnTo>
                <a:lnTo>
                  <a:pt x="1165" y="642"/>
                </a:lnTo>
                <a:lnTo>
                  <a:pt x="1166" y="642"/>
                </a:lnTo>
                <a:lnTo>
                  <a:pt x="1167" y="643"/>
                </a:lnTo>
                <a:lnTo>
                  <a:pt x="1168" y="643"/>
                </a:lnTo>
                <a:lnTo>
                  <a:pt x="1170" y="642"/>
                </a:lnTo>
                <a:lnTo>
                  <a:pt x="1171" y="642"/>
                </a:lnTo>
                <a:lnTo>
                  <a:pt x="1172" y="643"/>
                </a:lnTo>
                <a:lnTo>
                  <a:pt x="1173" y="643"/>
                </a:lnTo>
                <a:lnTo>
                  <a:pt x="1173" y="644"/>
                </a:lnTo>
                <a:lnTo>
                  <a:pt x="1174" y="645"/>
                </a:lnTo>
                <a:lnTo>
                  <a:pt x="1174" y="646"/>
                </a:lnTo>
                <a:lnTo>
                  <a:pt x="1175" y="647"/>
                </a:lnTo>
                <a:lnTo>
                  <a:pt x="1175" y="650"/>
                </a:lnTo>
                <a:lnTo>
                  <a:pt x="1175" y="651"/>
                </a:lnTo>
                <a:lnTo>
                  <a:pt x="1175" y="652"/>
                </a:lnTo>
                <a:lnTo>
                  <a:pt x="1176" y="652"/>
                </a:lnTo>
                <a:lnTo>
                  <a:pt x="1176" y="651"/>
                </a:lnTo>
                <a:lnTo>
                  <a:pt x="1177" y="652"/>
                </a:lnTo>
                <a:lnTo>
                  <a:pt x="1178" y="652"/>
                </a:lnTo>
                <a:lnTo>
                  <a:pt x="1178" y="653"/>
                </a:lnTo>
                <a:lnTo>
                  <a:pt x="1178" y="654"/>
                </a:lnTo>
                <a:lnTo>
                  <a:pt x="1178" y="655"/>
                </a:lnTo>
                <a:lnTo>
                  <a:pt x="1178" y="657"/>
                </a:lnTo>
                <a:lnTo>
                  <a:pt x="1179" y="657"/>
                </a:lnTo>
                <a:lnTo>
                  <a:pt x="1180" y="658"/>
                </a:lnTo>
                <a:lnTo>
                  <a:pt x="1179" y="659"/>
                </a:lnTo>
                <a:lnTo>
                  <a:pt x="1178" y="659"/>
                </a:lnTo>
                <a:lnTo>
                  <a:pt x="1178" y="660"/>
                </a:lnTo>
                <a:lnTo>
                  <a:pt x="1179" y="660"/>
                </a:lnTo>
                <a:lnTo>
                  <a:pt x="1179" y="661"/>
                </a:lnTo>
                <a:lnTo>
                  <a:pt x="1180" y="661"/>
                </a:lnTo>
                <a:lnTo>
                  <a:pt x="1180" y="662"/>
                </a:lnTo>
                <a:lnTo>
                  <a:pt x="1180" y="663"/>
                </a:lnTo>
                <a:lnTo>
                  <a:pt x="1181" y="663"/>
                </a:lnTo>
                <a:lnTo>
                  <a:pt x="1182" y="663"/>
                </a:lnTo>
                <a:lnTo>
                  <a:pt x="1183" y="663"/>
                </a:lnTo>
                <a:lnTo>
                  <a:pt x="1183" y="664"/>
                </a:lnTo>
                <a:lnTo>
                  <a:pt x="1183" y="665"/>
                </a:lnTo>
                <a:lnTo>
                  <a:pt x="1184" y="665"/>
                </a:lnTo>
                <a:lnTo>
                  <a:pt x="1184" y="666"/>
                </a:lnTo>
                <a:lnTo>
                  <a:pt x="1185" y="667"/>
                </a:lnTo>
                <a:lnTo>
                  <a:pt x="1185" y="668"/>
                </a:lnTo>
                <a:lnTo>
                  <a:pt x="1184" y="668"/>
                </a:lnTo>
                <a:lnTo>
                  <a:pt x="1183" y="669"/>
                </a:lnTo>
                <a:lnTo>
                  <a:pt x="1183" y="670"/>
                </a:lnTo>
                <a:lnTo>
                  <a:pt x="1184" y="670"/>
                </a:lnTo>
                <a:lnTo>
                  <a:pt x="1184" y="671"/>
                </a:lnTo>
                <a:lnTo>
                  <a:pt x="1183" y="671"/>
                </a:lnTo>
                <a:lnTo>
                  <a:pt x="1183" y="672"/>
                </a:lnTo>
                <a:lnTo>
                  <a:pt x="1183" y="673"/>
                </a:lnTo>
                <a:lnTo>
                  <a:pt x="1183" y="674"/>
                </a:lnTo>
                <a:lnTo>
                  <a:pt x="1184" y="674"/>
                </a:lnTo>
                <a:lnTo>
                  <a:pt x="1185" y="675"/>
                </a:lnTo>
                <a:lnTo>
                  <a:pt x="1186" y="677"/>
                </a:lnTo>
                <a:lnTo>
                  <a:pt x="1186" y="678"/>
                </a:lnTo>
                <a:lnTo>
                  <a:pt x="1186" y="679"/>
                </a:lnTo>
                <a:lnTo>
                  <a:pt x="1187" y="680"/>
                </a:lnTo>
                <a:lnTo>
                  <a:pt x="1187" y="681"/>
                </a:lnTo>
                <a:lnTo>
                  <a:pt x="1188" y="681"/>
                </a:lnTo>
                <a:lnTo>
                  <a:pt x="1188" y="682"/>
                </a:lnTo>
                <a:lnTo>
                  <a:pt x="1187" y="682"/>
                </a:lnTo>
                <a:lnTo>
                  <a:pt x="1187" y="684"/>
                </a:lnTo>
                <a:lnTo>
                  <a:pt x="1187" y="685"/>
                </a:lnTo>
                <a:lnTo>
                  <a:pt x="1186" y="686"/>
                </a:lnTo>
                <a:lnTo>
                  <a:pt x="1185" y="686"/>
                </a:lnTo>
                <a:lnTo>
                  <a:pt x="1184" y="686"/>
                </a:lnTo>
                <a:lnTo>
                  <a:pt x="1183" y="686"/>
                </a:lnTo>
                <a:lnTo>
                  <a:pt x="1182" y="686"/>
                </a:lnTo>
                <a:lnTo>
                  <a:pt x="1181" y="686"/>
                </a:lnTo>
                <a:lnTo>
                  <a:pt x="1180" y="686"/>
                </a:lnTo>
                <a:lnTo>
                  <a:pt x="1179" y="689"/>
                </a:lnTo>
                <a:lnTo>
                  <a:pt x="1178" y="689"/>
                </a:lnTo>
                <a:lnTo>
                  <a:pt x="1178" y="688"/>
                </a:lnTo>
                <a:lnTo>
                  <a:pt x="1177" y="689"/>
                </a:lnTo>
                <a:lnTo>
                  <a:pt x="1177" y="690"/>
                </a:lnTo>
                <a:lnTo>
                  <a:pt x="1176" y="690"/>
                </a:lnTo>
                <a:lnTo>
                  <a:pt x="1175" y="692"/>
                </a:lnTo>
                <a:lnTo>
                  <a:pt x="1174" y="692"/>
                </a:lnTo>
                <a:lnTo>
                  <a:pt x="1175" y="692"/>
                </a:lnTo>
                <a:lnTo>
                  <a:pt x="1175" y="693"/>
                </a:lnTo>
                <a:lnTo>
                  <a:pt x="1173" y="693"/>
                </a:lnTo>
                <a:lnTo>
                  <a:pt x="1173" y="694"/>
                </a:lnTo>
                <a:lnTo>
                  <a:pt x="1172" y="695"/>
                </a:lnTo>
                <a:lnTo>
                  <a:pt x="1172" y="696"/>
                </a:lnTo>
                <a:lnTo>
                  <a:pt x="1172" y="697"/>
                </a:lnTo>
                <a:lnTo>
                  <a:pt x="1172" y="698"/>
                </a:lnTo>
                <a:lnTo>
                  <a:pt x="1172" y="699"/>
                </a:lnTo>
                <a:lnTo>
                  <a:pt x="1172" y="701"/>
                </a:lnTo>
                <a:lnTo>
                  <a:pt x="1172" y="702"/>
                </a:lnTo>
                <a:lnTo>
                  <a:pt x="1171" y="702"/>
                </a:lnTo>
                <a:lnTo>
                  <a:pt x="1171" y="703"/>
                </a:lnTo>
                <a:lnTo>
                  <a:pt x="1172" y="704"/>
                </a:lnTo>
                <a:lnTo>
                  <a:pt x="1172" y="705"/>
                </a:lnTo>
                <a:lnTo>
                  <a:pt x="1172" y="706"/>
                </a:lnTo>
                <a:lnTo>
                  <a:pt x="1171" y="706"/>
                </a:lnTo>
                <a:lnTo>
                  <a:pt x="1172" y="707"/>
                </a:lnTo>
                <a:lnTo>
                  <a:pt x="1172" y="708"/>
                </a:lnTo>
                <a:lnTo>
                  <a:pt x="1173" y="709"/>
                </a:lnTo>
                <a:lnTo>
                  <a:pt x="1174" y="709"/>
                </a:lnTo>
                <a:lnTo>
                  <a:pt x="1175" y="709"/>
                </a:lnTo>
                <a:lnTo>
                  <a:pt x="1175" y="710"/>
                </a:lnTo>
                <a:lnTo>
                  <a:pt x="1176" y="710"/>
                </a:lnTo>
                <a:lnTo>
                  <a:pt x="1176" y="709"/>
                </a:lnTo>
                <a:lnTo>
                  <a:pt x="1177" y="710"/>
                </a:lnTo>
                <a:lnTo>
                  <a:pt x="1178" y="711"/>
                </a:lnTo>
                <a:lnTo>
                  <a:pt x="1178" y="712"/>
                </a:lnTo>
                <a:lnTo>
                  <a:pt x="1177" y="712"/>
                </a:lnTo>
                <a:lnTo>
                  <a:pt x="1177" y="711"/>
                </a:lnTo>
                <a:lnTo>
                  <a:pt x="1176" y="712"/>
                </a:lnTo>
                <a:lnTo>
                  <a:pt x="1175" y="712"/>
                </a:lnTo>
                <a:lnTo>
                  <a:pt x="1175" y="713"/>
                </a:lnTo>
                <a:lnTo>
                  <a:pt x="1176" y="713"/>
                </a:lnTo>
                <a:lnTo>
                  <a:pt x="1176" y="714"/>
                </a:lnTo>
                <a:lnTo>
                  <a:pt x="1176" y="716"/>
                </a:lnTo>
                <a:lnTo>
                  <a:pt x="1175" y="716"/>
                </a:lnTo>
                <a:lnTo>
                  <a:pt x="1176" y="717"/>
                </a:lnTo>
                <a:lnTo>
                  <a:pt x="1176" y="718"/>
                </a:lnTo>
                <a:lnTo>
                  <a:pt x="1177" y="718"/>
                </a:lnTo>
                <a:lnTo>
                  <a:pt x="1177" y="717"/>
                </a:lnTo>
                <a:lnTo>
                  <a:pt x="1177" y="716"/>
                </a:lnTo>
                <a:lnTo>
                  <a:pt x="1178" y="716"/>
                </a:lnTo>
                <a:lnTo>
                  <a:pt x="1178" y="715"/>
                </a:lnTo>
                <a:lnTo>
                  <a:pt x="1179" y="715"/>
                </a:lnTo>
                <a:lnTo>
                  <a:pt x="1179" y="714"/>
                </a:lnTo>
                <a:lnTo>
                  <a:pt x="1179" y="715"/>
                </a:lnTo>
                <a:lnTo>
                  <a:pt x="1179" y="716"/>
                </a:lnTo>
                <a:lnTo>
                  <a:pt x="1180" y="716"/>
                </a:lnTo>
                <a:lnTo>
                  <a:pt x="1180" y="715"/>
                </a:lnTo>
                <a:lnTo>
                  <a:pt x="1181" y="715"/>
                </a:lnTo>
                <a:lnTo>
                  <a:pt x="1181" y="717"/>
                </a:lnTo>
                <a:lnTo>
                  <a:pt x="1181" y="718"/>
                </a:lnTo>
                <a:lnTo>
                  <a:pt x="1181" y="719"/>
                </a:lnTo>
                <a:lnTo>
                  <a:pt x="1182" y="719"/>
                </a:lnTo>
                <a:lnTo>
                  <a:pt x="1183" y="720"/>
                </a:lnTo>
                <a:lnTo>
                  <a:pt x="1183" y="721"/>
                </a:lnTo>
                <a:lnTo>
                  <a:pt x="1183" y="722"/>
                </a:lnTo>
                <a:lnTo>
                  <a:pt x="1184" y="722"/>
                </a:lnTo>
                <a:lnTo>
                  <a:pt x="1185" y="722"/>
                </a:lnTo>
                <a:lnTo>
                  <a:pt x="1185" y="723"/>
                </a:lnTo>
                <a:lnTo>
                  <a:pt x="1185" y="724"/>
                </a:lnTo>
                <a:lnTo>
                  <a:pt x="1186" y="725"/>
                </a:lnTo>
                <a:lnTo>
                  <a:pt x="1186" y="724"/>
                </a:lnTo>
                <a:lnTo>
                  <a:pt x="1186" y="725"/>
                </a:lnTo>
                <a:lnTo>
                  <a:pt x="1187" y="725"/>
                </a:lnTo>
                <a:lnTo>
                  <a:pt x="1188" y="725"/>
                </a:lnTo>
                <a:lnTo>
                  <a:pt x="1189" y="725"/>
                </a:lnTo>
                <a:lnTo>
                  <a:pt x="1190" y="724"/>
                </a:lnTo>
                <a:lnTo>
                  <a:pt x="1190" y="725"/>
                </a:lnTo>
                <a:lnTo>
                  <a:pt x="1191" y="725"/>
                </a:lnTo>
                <a:lnTo>
                  <a:pt x="1191" y="724"/>
                </a:lnTo>
                <a:lnTo>
                  <a:pt x="1192" y="725"/>
                </a:lnTo>
                <a:lnTo>
                  <a:pt x="1193" y="725"/>
                </a:lnTo>
                <a:lnTo>
                  <a:pt x="1193" y="726"/>
                </a:lnTo>
                <a:lnTo>
                  <a:pt x="1192" y="727"/>
                </a:lnTo>
                <a:lnTo>
                  <a:pt x="1192" y="728"/>
                </a:lnTo>
                <a:lnTo>
                  <a:pt x="1193" y="728"/>
                </a:lnTo>
                <a:lnTo>
                  <a:pt x="1194" y="727"/>
                </a:lnTo>
                <a:lnTo>
                  <a:pt x="1194" y="726"/>
                </a:lnTo>
                <a:lnTo>
                  <a:pt x="1194" y="725"/>
                </a:lnTo>
                <a:lnTo>
                  <a:pt x="1195" y="725"/>
                </a:lnTo>
                <a:lnTo>
                  <a:pt x="1196" y="725"/>
                </a:lnTo>
                <a:lnTo>
                  <a:pt x="1196" y="724"/>
                </a:lnTo>
                <a:lnTo>
                  <a:pt x="1197" y="724"/>
                </a:lnTo>
                <a:lnTo>
                  <a:pt x="1198" y="724"/>
                </a:lnTo>
                <a:lnTo>
                  <a:pt x="1199" y="724"/>
                </a:lnTo>
                <a:lnTo>
                  <a:pt x="1199" y="723"/>
                </a:lnTo>
                <a:lnTo>
                  <a:pt x="1200" y="723"/>
                </a:lnTo>
                <a:lnTo>
                  <a:pt x="1202" y="722"/>
                </a:lnTo>
                <a:lnTo>
                  <a:pt x="1203" y="722"/>
                </a:lnTo>
                <a:lnTo>
                  <a:pt x="1203" y="723"/>
                </a:lnTo>
                <a:lnTo>
                  <a:pt x="1203" y="722"/>
                </a:lnTo>
                <a:lnTo>
                  <a:pt x="1204" y="722"/>
                </a:lnTo>
                <a:lnTo>
                  <a:pt x="1204" y="723"/>
                </a:lnTo>
                <a:lnTo>
                  <a:pt x="1204" y="724"/>
                </a:lnTo>
                <a:lnTo>
                  <a:pt x="1205" y="724"/>
                </a:lnTo>
                <a:lnTo>
                  <a:pt x="1206" y="723"/>
                </a:lnTo>
                <a:lnTo>
                  <a:pt x="1207" y="724"/>
                </a:lnTo>
                <a:lnTo>
                  <a:pt x="1208" y="724"/>
                </a:lnTo>
                <a:lnTo>
                  <a:pt x="1208" y="725"/>
                </a:lnTo>
                <a:lnTo>
                  <a:pt x="1208" y="724"/>
                </a:lnTo>
                <a:lnTo>
                  <a:pt x="1209" y="724"/>
                </a:lnTo>
                <a:lnTo>
                  <a:pt x="1210" y="724"/>
                </a:lnTo>
                <a:lnTo>
                  <a:pt x="1210" y="725"/>
                </a:lnTo>
                <a:lnTo>
                  <a:pt x="1210" y="726"/>
                </a:lnTo>
                <a:lnTo>
                  <a:pt x="1209" y="727"/>
                </a:lnTo>
                <a:lnTo>
                  <a:pt x="1208" y="727"/>
                </a:lnTo>
                <a:lnTo>
                  <a:pt x="1207" y="727"/>
                </a:lnTo>
                <a:lnTo>
                  <a:pt x="1207" y="726"/>
                </a:lnTo>
                <a:lnTo>
                  <a:pt x="1207" y="725"/>
                </a:lnTo>
                <a:lnTo>
                  <a:pt x="1207" y="724"/>
                </a:lnTo>
                <a:lnTo>
                  <a:pt x="1207" y="725"/>
                </a:lnTo>
                <a:lnTo>
                  <a:pt x="1206" y="725"/>
                </a:lnTo>
                <a:lnTo>
                  <a:pt x="1206" y="726"/>
                </a:lnTo>
                <a:lnTo>
                  <a:pt x="1205" y="727"/>
                </a:lnTo>
                <a:lnTo>
                  <a:pt x="1204" y="727"/>
                </a:lnTo>
                <a:lnTo>
                  <a:pt x="1204" y="729"/>
                </a:lnTo>
                <a:lnTo>
                  <a:pt x="1205" y="729"/>
                </a:lnTo>
                <a:lnTo>
                  <a:pt x="1206" y="729"/>
                </a:lnTo>
                <a:lnTo>
                  <a:pt x="1206" y="730"/>
                </a:lnTo>
                <a:lnTo>
                  <a:pt x="1206" y="729"/>
                </a:lnTo>
                <a:lnTo>
                  <a:pt x="1207" y="729"/>
                </a:lnTo>
                <a:lnTo>
                  <a:pt x="1207" y="730"/>
                </a:lnTo>
                <a:lnTo>
                  <a:pt x="1207" y="731"/>
                </a:lnTo>
                <a:lnTo>
                  <a:pt x="1206" y="732"/>
                </a:lnTo>
                <a:lnTo>
                  <a:pt x="1206" y="733"/>
                </a:lnTo>
                <a:lnTo>
                  <a:pt x="1207" y="733"/>
                </a:lnTo>
                <a:lnTo>
                  <a:pt x="1207" y="734"/>
                </a:lnTo>
                <a:lnTo>
                  <a:pt x="1208" y="733"/>
                </a:lnTo>
                <a:lnTo>
                  <a:pt x="1208" y="734"/>
                </a:lnTo>
                <a:lnTo>
                  <a:pt x="1209" y="734"/>
                </a:lnTo>
                <a:lnTo>
                  <a:pt x="1209" y="735"/>
                </a:lnTo>
                <a:lnTo>
                  <a:pt x="1210" y="735"/>
                </a:lnTo>
                <a:lnTo>
                  <a:pt x="1210" y="734"/>
                </a:lnTo>
                <a:lnTo>
                  <a:pt x="1211" y="734"/>
                </a:lnTo>
                <a:lnTo>
                  <a:pt x="1210" y="735"/>
                </a:lnTo>
                <a:lnTo>
                  <a:pt x="1210" y="736"/>
                </a:lnTo>
                <a:lnTo>
                  <a:pt x="1209" y="736"/>
                </a:lnTo>
                <a:lnTo>
                  <a:pt x="1210" y="736"/>
                </a:lnTo>
                <a:lnTo>
                  <a:pt x="1210" y="737"/>
                </a:lnTo>
                <a:lnTo>
                  <a:pt x="1211" y="737"/>
                </a:lnTo>
                <a:lnTo>
                  <a:pt x="1212" y="737"/>
                </a:lnTo>
                <a:lnTo>
                  <a:pt x="1212" y="738"/>
                </a:lnTo>
                <a:lnTo>
                  <a:pt x="1213" y="738"/>
                </a:lnTo>
                <a:lnTo>
                  <a:pt x="1213" y="739"/>
                </a:lnTo>
                <a:lnTo>
                  <a:pt x="1212" y="739"/>
                </a:lnTo>
                <a:lnTo>
                  <a:pt x="1212" y="738"/>
                </a:lnTo>
                <a:lnTo>
                  <a:pt x="1212" y="739"/>
                </a:lnTo>
                <a:lnTo>
                  <a:pt x="1213" y="740"/>
                </a:lnTo>
                <a:lnTo>
                  <a:pt x="1214" y="741"/>
                </a:lnTo>
                <a:lnTo>
                  <a:pt x="1215" y="741"/>
                </a:lnTo>
                <a:lnTo>
                  <a:pt x="1215" y="740"/>
                </a:lnTo>
                <a:lnTo>
                  <a:pt x="1216" y="740"/>
                </a:lnTo>
                <a:lnTo>
                  <a:pt x="1216" y="741"/>
                </a:lnTo>
                <a:lnTo>
                  <a:pt x="1216" y="742"/>
                </a:lnTo>
                <a:lnTo>
                  <a:pt x="1216" y="743"/>
                </a:lnTo>
                <a:lnTo>
                  <a:pt x="1216" y="744"/>
                </a:lnTo>
                <a:lnTo>
                  <a:pt x="1217" y="743"/>
                </a:lnTo>
                <a:lnTo>
                  <a:pt x="1217" y="744"/>
                </a:lnTo>
                <a:lnTo>
                  <a:pt x="1217" y="745"/>
                </a:lnTo>
                <a:lnTo>
                  <a:pt x="1217" y="746"/>
                </a:lnTo>
                <a:lnTo>
                  <a:pt x="1217" y="747"/>
                </a:lnTo>
                <a:lnTo>
                  <a:pt x="1217" y="748"/>
                </a:lnTo>
                <a:lnTo>
                  <a:pt x="1218" y="749"/>
                </a:lnTo>
                <a:lnTo>
                  <a:pt x="1218" y="748"/>
                </a:lnTo>
                <a:lnTo>
                  <a:pt x="1219" y="748"/>
                </a:lnTo>
                <a:lnTo>
                  <a:pt x="1219" y="747"/>
                </a:lnTo>
                <a:lnTo>
                  <a:pt x="1219" y="746"/>
                </a:lnTo>
                <a:lnTo>
                  <a:pt x="1220" y="745"/>
                </a:lnTo>
                <a:lnTo>
                  <a:pt x="1220" y="744"/>
                </a:lnTo>
                <a:lnTo>
                  <a:pt x="1220" y="743"/>
                </a:lnTo>
                <a:lnTo>
                  <a:pt x="1220" y="744"/>
                </a:lnTo>
                <a:lnTo>
                  <a:pt x="1221" y="744"/>
                </a:lnTo>
                <a:lnTo>
                  <a:pt x="1221" y="743"/>
                </a:lnTo>
                <a:lnTo>
                  <a:pt x="1222" y="743"/>
                </a:lnTo>
                <a:lnTo>
                  <a:pt x="1223" y="743"/>
                </a:lnTo>
                <a:lnTo>
                  <a:pt x="1224" y="743"/>
                </a:lnTo>
                <a:lnTo>
                  <a:pt x="1224" y="744"/>
                </a:lnTo>
                <a:lnTo>
                  <a:pt x="1225" y="744"/>
                </a:lnTo>
                <a:lnTo>
                  <a:pt x="1226" y="744"/>
                </a:lnTo>
                <a:lnTo>
                  <a:pt x="1227" y="744"/>
                </a:lnTo>
                <a:lnTo>
                  <a:pt x="1228" y="744"/>
                </a:lnTo>
                <a:lnTo>
                  <a:pt x="1229" y="744"/>
                </a:lnTo>
                <a:lnTo>
                  <a:pt x="1230" y="744"/>
                </a:lnTo>
                <a:lnTo>
                  <a:pt x="1230" y="745"/>
                </a:lnTo>
                <a:lnTo>
                  <a:pt x="1231" y="745"/>
                </a:lnTo>
                <a:lnTo>
                  <a:pt x="1232" y="745"/>
                </a:lnTo>
                <a:lnTo>
                  <a:pt x="1233" y="745"/>
                </a:lnTo>
                <a:lnTo>
                  <a:pt x="1233" y="747"/>
                </a:lnTo>
                <a:lnTo>
                  <a:pt x="1233" y="746"/>
                </a:lnTo>
                <a:lnTo>
                  <a:pt x="1233" y="747"/>
                </a:lnTo>
                <a:lnTo>
                  <a:pt x="1233" y="748"/>
                </a:lnTo>
                <a:lnTo>
                  <a:pt x="1234" y="748"/>
                </a:lnTo>
                <a:lnTo>
                  <a:pt x="1235" y="748"/>
                </a:lnTo>
                <a:lnTo>
                  <a:pt x="1236" y="748"/>
                </a:lnTo>
                <a:lnTo>
                  <a:pt x="1237" y="748"/>
                </a:lnTo>
                <a:lnTo>
                  <a:pt x="1238" y="747"/>
                </a:lnTo>
                <a:lnTo>
                  <a:pt x="1238" y="748"/>
                </a:lnTo>
                <a:lnTo>
                  <a:pt x="1238" y="749"/>
                </a:lnTo>
                <a:lnTo>
                  <a:pt x="1238" y="748"/>
                </a:lnTo>
                <a:lnTo>
                  <a:pt x="1239" y="748"/>
                </a:lnTo>
                <a:lnTo>
                  <a:pt x="1239" y="747"/>
                </a:lnTo>
                <a:lnTo>
                  <a:pt x="1239" y="746"/>
                </a:lnTo>
                <a:lnTo>
                  <a:pt x="1240" y="746"/>
                </a:lnTo>
                <a:lnTo>
                  <a:pt x="1240" y="747"/>
                </a:lnTo>
                <a:lnTo>
                  <a:pt x="1241" y="747"/>
                </a:lnTo>
                <a:lnTo>
                  <a:pt x="1241" y="748"/>
                </a:lnTo>
                <a:lnTo>
                  <a:pt x="1240" y="748"/>
                </a:lnTo>
                <a:lnTo>
                  <a:pt x="1240" y="749"/>
                </a:lnTo>
                <a:lnTo>
                  <a:pt x="1238" y="749"/>
                </a:lnTo>
                <a:lnTo>
                  <a:pt x="1238" y="750"/>
                </a:lnTo>
                <a:lnTo>
                  <a:pt x="1238" y="751"/>
                </a:lnTo>
                <a:lnTo>
                  <a:pt x="1238" y="752"/>
                </a:lnTo>
                <a:lnTo>
                  <a:pt x="1238" y="753"/>
                </a:lnTo>
                <a:lnTo>
                  <a:pt x="1239" y="753"/>
                </a:lnTo>
                <a:lnTo>
                  <a:pt x="1239" y="754"/>
                </a:lnTo>
                <a:lnTo>
                  <a:pt x="1239" y="755"/>
                </a:lnTo>
                <a:lnTo>
                  <a:pt x="1239" y="756"/>
                </a:lnTo>
                <a:lnTo>
                  <a:pt x="1240" y="757"/>
                </a:lnTo>
                <a:lnTo>
                  <a:pt x="1240" y="758"/>
                </a:lnTo>
                <a:lnTo>
                  <a:pt x="1241" y="758"/>
                </a:lnTo>
                <a:lnTo>
                  <a:pt x="1241" y="759"/>
                </a:lnTo>
                <a:lnTo>
                  <a:pt x="1241" y="760"/>
                </a:lnTo>
                <a:lnTo>
                  <a:pt x="1241" y="761"/>
                </a:lnTo>
                <a:lnTo>
                  <a:pt x="1242" y="762"/>
                </a:lnTo>
                <a:lnTo>
                  <a:pt x="1242" y="761"/>
                </a:lnTo>
                <a:lnTo>
                  <a:pt x="1242" y="760"/>
                </a:lnTo>
                <a:lnTo>
                  <a:pt x="1243" y="760"/>
                </a:lnTo>
                <a:lnTo>
                  <a:pt x="1243" y="761"/>
                </a:lnTo>
                <a:lnTo>
                  <a:pt x="1243" y="760"/>
                </a:lnTo>
                <a:lnTo>
                  <a:pt x="1243" y="759"/>
                </a:lnTo>
                <a:lnTo>
                  <a:pt x="1244" y="758"/>
                </a:lnTo>
                <a:lnTo>
                  <a:pt x="1245" y="758"/>
                </a:lnTo>
                <a:lnTo>
                  <a:pt x="1246" y="756"/>
                </a:lnTo>
                <a:lnTo>
                  <a:pt x="1247" y="756"/>
                </a:lnTo>
                <a:lnTo>
                  <a:pt x="1247" y="755"/>
                </a:lnTo>
                <a:lnTo>
                  <a:pt x="1247" y="754"/>
                </a:lnTo>
                <a:lnTo>
                  <a:pt x="1248" y="754"/>
                </a:lnTo>
                <a:lnTo>
                  <a:pt x="1248" y="755"/>
                </a:lnTo>
                <a:lnTo>
                  <a:pt x="1249" y="755"/>
                </a:lnTo>
                <a:lnTo>
                  <a:pt x="1249" y="756"/>
                </a:lnTo>
                <a:lnTo>
                  <a:pt x="1249" y="757"/>
                </a:lnTo>
                <a:lnTo>
                  <a:pt x="1250" y="757"/>
                </a:lnTo>
                <a:lnTo>
                  <a:pt x="1251" y="757"/>
                </a:lnTo>
                <a:lnTo>
                  <a:pt x="1251" y="756"/>
                </a:lnTo>
                <a:lnTo>
                  <a:pt x="1252" y="756"/>
                </a:lnTo>
                <a:lnTo>
                  <a:pt x="1252" y="757"/>
                </a:lnTo>
                <a:lnTo>
                  <a:pt x="1253" y="757"/>
                </a:lnTo>
                <a:lnTo>
                  <a:pt x="1253" y="759"/>
                </a:lnTo>
                <a:lnTo>
                  <a:pt x="1254" y="759"/>
                </a:lnTo>
                <a:lnTo>
                  <a:pt x="1254" y="760"/>
                </a:lnTo>
                <a:lnTo>
                  <a:pt x="1254" y="761"/>
                </a:lnTo>
                <a:lnTo>
                  <a:pt x="1255" y="761"/>
                </a:lnTo>
                <a:lnTo>
                  <a:pt x="1254" y="761"/>
                </a:lnTo>
                <a:lnTo>
                  <a:pt x="1254" y="762"/>
                </a:lnTo>
                <a:lnTo>
                  <a:pt x="1254" y="763"/>
                </a:lnTo>
                <a:lnTo>
                  <a:pt x="1255" y="763"/>
                </a:lnTo>
                <a:lnTo>
                  <a:pt x="1255" y="764"/>
                </a:lnTo>
                <a:lnTo>
                  <a:pt x="1255" y="765"/>
                </a:lnTo>
                <a:lnTo>
                  <a:pt x="1256" y="765"/>
                </a:lnTo>
                <a:lnTo>
                  <a:pt x="1257" y="765"/>
                </a:lnTo>
                <a:lnTo>
                  <a:pt x="1258" y="767"/>
                </a:lnTo>
                <a:lnTo>
                  <a:pt x="1258" y="768"/>
                </a:lnTo>
                <a:lnTo>
                  <a:pt x="1259" y="769"/>
                </a:lnTo>
                <a:lnTo>
                  <a:pt x="1260" y="769"/>
                </a:lnTo>
                <a:lnTo>
                  <a:pt x="1261" y="770"/>
                </a:lnTo>
                <a:lnTo>
                  <a:pt x="1261" y="771"/>
                </a:lnTo>
                <a:lnTo>
                  <a:pt x="1261" y="772"/>
                </a:lnTo>
                <a:lnTo>
                  <a:pt x="1262" y="773"/>
                </a:lnTo>
                <a:lnTo>
                  <a:pt x="1263" y="773"/>
                </a:lnTo>
                <a:lnTo>
                  <a:pt x="1264" y="774"/>
                </a:lnTo>
                <a:lnTo>
                  <a:pt x="1265" y="774"/>
                </a:lnTo>
                <a:lnTo>
                  <a:pt x="1265" y="773"/>
                </a:lnTo>
                <a:lnTo>
                  <a:pt x="1266" y="773"/>
                </a:lnTo>
                <a:lnTo>
                  <a:pt x="1265" y="772"/>
                </a:lnTo>
                <a:lnTo>
                  <a:pt x="1265" y="771"/>
                </a:lnTo>
                <a:lnTo>
                  <a:pt x="1266" y="771"/>
                </a:lnTo>
                <a:lnTo>
                  <a:pt x="1267" y="771"/>
                </a:lnTo>
                <a:lnTo>
                  <a:pt x="1268" y="771"/>
                </a:lnTo>
                <a:lnTo>
                  <a:pt x="1269" y="770"/>
                </a:lnTo>
                <a:lnTo>
                  <a:pt x="1270" y="770"/>
                </a:lnTo>
                <a:lnTo>
                  <a:pt x="1270" y="769"/>
                </a:lnTo>
                <a:lnTo>
                  <a:pt x="1271" y="769"/>
                </a:lnTo>
                <a:lnTo>
                  <a:pt x="1271" y="768"/>
                </a:lnTo>
                <a:lnTo>
                  <a:pt x="1272" y="768"/>
                </a:lnTo>
                <a:lnTo>
                  <a:pt x="1273" y="767"/>
                </a:lnTo>
                <a:lnTo>
                  <a:pt x="1274" y="767"/>
                </a:lnTo>
                <a:lnTo>
                  <a:pt x="1275" y="767"/>
                </a:lnTo>
                <a:lnTo>
                  <a:pt x="1276" y="765"/>
                </a:lnTo>
                <a:lnTo>
                  <a:pt x="1276" y="764"/>
                </a:lnTo>
                <a:lnTo>
                  <a:pt x="1276" y="763"/>
                </a:lnTo>
                <a:lnTo>
                  <a:pt x="1277" y="763"/>
                </a:lnTo>
                <a:lnTo>
                  <a:pt x="1277" y="762"/>
                </a:lnTo>
                <a:lnTo>
                  <a:pt x="1277" y="761"/>
                </a:lnTo>
                <a:lnTo>
                  <a:pt x="1277" y="759"/>
                </a:lnTo>
                <a:lnTo>
                  <a:pt x="1276" y="759"/>
                </a:lnTo>
                <a:lnTo>
                  <a:pt x="1276" y="758"/>
                </a:lnTo>
                <a:lnTo>
                  <a:pt x="1277" y="757"/>
                </a:lnTo>
                <a:lnTo>
                  <a:pt x="1277" y="756"/>
                </a:lnTo>
                <a:lnTo>
                  <a:pt x="1277" y="755"/>
                </a:lnTo>
                <a:lnTo>
                  <a:pt x="1277" y="754"/>
                </a:lnTo>
                <a:lnTo>
                  <a:pt x="1276" y="754"/>
                </a:lnTo>
                <a:lnTo>
                  <a:pt x="1276" y="753"/>
                </a:lnTo>
                <a:lnTo>
                  <a:pt x="1275" y="753"/>
                </a:lnTo>
                <a:lnTo>
                  <a:pt x="1276" y="752"/>
                </a:lnTo>
                <a:lnTo>
                  <a:pt x="1276" y="750"/>
                </a:lnTo>
                <a:lnTo>
                  <a:pt x="1276" y="749"/>
                </a:lnTo>
                <a:lnTo>
                  <a:pt x="1275" y="749"/>
                </a:lnTo>
                <a:lnTo>
                  <a:pt x="1275" y="750"/>
                </a:lnTo>
                <a:lnTo>
                  <a:pt x="1274" y="750"/>
                </a:lnTo>
                <a:lnTo>
                  <a:pt x="1274" y="749"/>
                </a:lnTo>
                <a:lnTo>
                  <a:pt x="1274" y="748"/>
                </a:lnTo>
                <a:lnTo>
                  <a:pt x="1274" y="747"/>
                </a:lnTo>
                <a:lnTo>
                  <a:pt x="1273" y="747"/>
                </a:lnTo>
                <a:lnTo>
                  <a:pt x="1272" y="747"/>
                </a:lnTo>
                <a:lnTo>
                  <a:pt x="1272" y="746"/>
                </a:lnTo>
                <a:lnTo>
                  <a:pt x="1273" y="746"/>
                </a:lnTo>
                <a:lnTo>
                  <a:pt x="1272" y="746"/>
                </a:lnTo>
                <a:lnTo>
                  <a:pt x="1272" y="745"/>
                </a:lnTo>
                <a:lnTo>
                  <a:pt x="1272" y="744"/>
                </a:lnTo>
                <a:lnTo>
                  <a:pt x="1273" y="744"/>
                </a:lnTo>
                <a:lnTo>
                  <a:pt x="1272" y="743"/>
                </a:lnTo>
                <a:lnTo>
                  <a:pt x="1273" y="742"/>
                </a:lnTo>
                <a:lnTo>
                  <a:pt x="1273" y="741"/>
                </a:lnTo>
                <a:lnTo>
                  <a:pt x="1273" y="740"/>
                </a:lnTo>
                <a:lnTo>
                  <a:pt x="1273" y="739"/>
                </a:lnTo>
                <a:lnTo>
                  <a:pt x="1274" y="739"/>
                </a:lnTo>
                <a:lnTo>
                  <a:pt x="1275" y="740"/>
                </a:lnTo>
                <a:lnTo>
                  <a:pt x="1275" y="739"/>
                </a:lnTo>
                <a:lnTo>
                  <a:pt x="1275" y="738"/>
                </a:lnTo>
                <a:lnTo>
                  <a:pt x="1274" y="737"/>
                </a:lnTo>
                <a:lnTo>
                  <a:pt x="1274" y="736"/>
                </a:lnTo>
                <a:lnTo>
                  <a:pt x="1274" y="735"/>
                </a:lnTo>
                <a:lnTo>
                  <a:pt x="1273" y="735"/>
                </a:lnTo>
                <a:lnTo>
                  <a:pt x="1273" y="734"/>
                </a:lnTo>
                <a:lnTo>
                  <a:pt x="1273" y="733"/>
                </a:lnTo>
                <a:lnTo>
                  <a:pt x="1272" y="733"/>
                </a:lnTo>
                <a:lnTo>
                  <a:pt x="1272" y="732"/>
                </a:lnTo>
                <a:lnTo>
                  <a:pt x="1271" y="731"/>
                </a:lnTo>
                <a:lnTo>
                  <a:pt x="1271" y="730"/>
                </a:lnTo>
                <a:lnTo>
                  <a:pt x="1271" y="728"/>
                </a:lnTo>
                <a:lnTo>
                  <a:pt x="1272" y="728"/>
                </a:lnTo>
                <a:lnTo>
                  <a:pt x="1272" y="727"/>
                </a:lnTo>
                <a:lnTo>
                  <a:pt x="1273" y="726"/>
                </a:lnTo>
                <a:lnTo>
                  <a:pt x="1274" y="725"/>
                </a:lnTo>
                <a:lnTo>
                  <a:pt x="1275" y="725"/>
                </a:lnTo>
                <a:lnTo>
                  <a:pt x="1276" y="725"/>
                </a:lnTo>
                <a:lnTo>
                  <a:pt x="1276" y="724"/>
                </a:lnTo>
                <a:lnTo>
                  <a:pt x="1276" y="723"/>
                </a:lnTo>
                <a:lnTo>
                  <a:pt x="1278" y="723"/>
                </a:lnTo>
                <a:lnTo>
                  <a:pt x="1279" y="724"/>
                </a:lnTo>
                <a:lnTo>
                  <a:pt x="1278" y="724"/>
                </a:lnTo>
                <a:lnTo>
                  <a:pt x="1279" y="724"/>
                </a:lnTo>
                <a:lnTo>
                  <a:pt x="1279" y="725"/>
                </a:lnTo>
                <a:lnTo>
                  <a:pt x="1279" y="723"/>
                </a:lnTo>
                <a:lnTo>
                  <a:pt x="1280" y="723"/>
                </a:lnTo>
                <a:lnTo>
                  <a:pt x="1281" y="723"/>
                </a:lnTo>
                <a:lnTo>
                  <a:pt x="1282" y="723"/>
                </a:lnTo>
                <a:lnTo>
                  <a:pt x="1283" y="723"/>
                </a:lnTo>
                <a:lnTo>
                  <a:pt x="1284" y="724"/>
                </a:lnTo>
                <a:lnTo>
                  <a:pt x="1285" y="724"/>
                </a:lnTo>
                <a:lnTo>
                  <a:pt x="1286" y="724"/>
                </a:lnTo>
                <a:lnTo>
                  <a:pt x="1286" y="723"/>
                </a:lnTo>
                <a:lnTo>
                  <a:pt x="1286" y="722"/>
                </a:lnTo>
                <a:lnTo>
                  <a:pt x="1286" y="723"/>
                </a:lnTo>
                <a:lnTo>
                  <a:pt x="1287" y="723"/>
                </a:lnTo>
                <a:lnTo>
                  <a:pt x="1288" y="723"/>
                </a:lnTo>
                <a:lnTo>
                  <a:pt x="1288" y="724"/>
                </a:lnTo>
                <a:lnTo>
                  <a:pt x="1288" y="725"/>
                </a:lnTo>
                <a:lnTo>
                  <a:pt x="1289" y="726"/>
                </a:lnTo>
                <a:lnTo>
                  <a:pt x="1290" y="726"/>
                </a:lnTo>
                <a:lnTo>
                  <a:pt x="1291" y="726"/>
                </a:lnTo>
                <a:lnTo>
                  <a:pt x="1291" y="727"/>
                </a:lnTo>
                <a:lnTo>
                  <a:pt x="1292" y="727"/>
                </a:lnTo>
                <a:lnTo>
                  <a:pt x="1293" y="727"/>
                </a:lnTo>
                <a:lnTo>
                  <a:pt x="1292" y="727"/>
                </a:lnTo>
                <a:lnTo>
                  <a:pt x="1292" y="726"/>
                </a:lnTo>
                <a:lnTo>
                  <a:pt x="1292" y="725"/>
                </a:lnTo>
                <a:lnTo>
                  <a:pt x="1293" y="725"/>
                </a:lnTo>
                <a:lnTo>
                  <a:pt x="1293" y="724"/>
                </a:lnTo>
                <a:lnTo>
                  <a:pt x="1295" y="725"/>
                </a:lnTo>
                <a:lnTo>
                  <a:pt x="1294" y="725"/>
                </a:lnTo>
                <a:lnTo>
                  <a:pt x="1295" y="725"/>
                </a:lnTo>
                <a:lnTo>
                  <a:pt x="1295" y="726"/>
                </a:lnTo>
                <a:lnTo>
                  <a:pt x="1296" y="727"/>
                </a:lnTo>
                <a:lnTo>
                  <a:pt x="1297" y="727"/>
                </a:lnTo>
                <a:lnTo>
                  <a:pt x="1297" y="728"/>
                </a:lnTo>
                <a:lnTo>
                  <a:pt x="1298" y="728"/>
                </a:lnTo>
                <a:lnTo>
                  <a:pt x="1297" y="728"/>
                </a:lnTo>
                <a:lnTo>
                  <a:pt x="1298" y="728"/>
                </a:lnTo>
                <a:lnTo>
                  <a:pt x="1299" y="728"/>
                </a:lnTo>
                <a:lnTo>
                  <a:pt x="1300" y="728"/>
                </a:lnTo>
                <a:lnTo>
                  <a:pt x="1300" y="727"/>
                </a:lnTo>
                <a:lnTo>
                  <a:pt x="1299" y="728"/>
                </a:lnTo>
                <a:lnTo>
                  <a:pt x="1299" y="727"/>
                </a:lnTo>
                <a:lnTo>
                  <a:pt x="1299" y="726"/>
                </a:lnTo>
                <a:lnTo>
                  <a:pt x="1300" y="725"/>
                </a:lnTo>
                <a:lnTo>
                  <a:pt x="1301" y="724"/>
                </a:lnTo>
                <a:lnTo>
                  <a:pt x="1301" y="725"/>
                </a:lnTo>
                <a:lnTo>
                  <a:pt x="1303" y="725"/>
                </a:lnTo>
                <a:lnTo>
                  <a:pt x="1304" y="726"/>
                </a:lnTo>
                <a:lnTo>
                  <a:pt x="1305" y="726"/>
                </a:lnTo>
                <a:lnTo>
                  <a:pt x="1306" y="725"/>
                </a:lnTo>
                <a:lnTo>
                  <a:pt x="1306" y="724"/>
                </a:lnTo>
                <a:lnTo>
                  <a:pt x="1306" y="723"/>
                </a:lnTo>
                <a:lnTo>
                  <a:pt x="1306" y="722"/>
                </a:lnTo>
                <a:lnTo>
                  <a:pt x="1309" y="723"/>
                </a:lnTo>
                <a:lnTo>
                  <a:pt x="1310" y="724"/>
                </a:lnTo>
                <a:lnTo>
                  <a:pt x="1310" y="723"/>
                </a:lnTo>
                <a:lnTo>
                  <a:pt x="1310" y="722"/>
                </a:lnTo>
                <a:lnTo>
                  <a:pt x="1310" y="721"/>
                </a:lnTo>
                <a:lnTo>
                  <a:pt x="1310" y="720"/>
                </a:lnTo>
                <a:lnTo>
                  <a:pt x="1310" y="719"/>
                </a:lnTo>
                <a:lnTo>
                  <a:pt x="1311" y="719"/>
                </a:lnTo>
                <a:lnTo>
                  <a:pt x="1312" y="719"/>
                </a:lnTo>
                <a:lnTo>
                  <a:pt x="1312" y="720"/>
                </a:lnTo>
                <a:lnTo>
                  <a:pt x="1312" y="721"/>
                </a:lnTo>
                <a:lnTo>
                  <a:pt x="1313" y="721"/>
                </a:lnTo>
                <a:lnTo>
                  <a:pt x="1313" y="720"/>
                </a:lnTo>
                <a:lnTo>
                  <a:pt x="1313" y="719"/>
                </a:lnTo>
                <a:lnTo>
                  <a:pt x="1314" y="720"/>
                </a:lnTo>
                <a:lnTo>
                  <a:pt x="1314" y="719"/>
                </a:lnTo>
                <a:lnTo>
                  <a:pt x="1314" y="718"/>
                </a:lnTo>
                <a:lnTo>
                  <a:pt x="1314" y="717"/>
                </a:lnTo>
                <a:lnTo>
                  <a:pt x="1313" y="717"/>
                </a:lnTo>
                <a:lnTo>
                  <a:pt x="1312" y="716"/>
                </a:lnTo>
                <a:lnTo>
                  <a:pt x="1315" y="716"/>
                </a:lnTo>
                <a:lnTo>
                  <a:pt x="1315" y="717"/>
                </a:lnTo>
                <a:lnTo>
                  <a:pt x="1315" y="716"/>
                </a:lnTo>
                <a:lnTo>
                  <a:pt x="1316" y="716"/>
                </a:lnTo>
                <a:lnTo>
                  <a:pt x="1315" y="716"/>
                </a:lnTo>
                <a:lnTo>
                  <a:pt x="1315" y="715"/>
                </a:lnTo>
                <a:lnTo>
                  <a:pt x="1314" y="714"/>
                </a:lnTo>
                <a:lnTo>
                  <a:pt x="1313" y="714"/>
                </a:lnTo>
                <a:lnTo>
                  <a:pt x="1312" y="714"/>
                </a:lnTo>
                <a:lnTo>
                  <a:pt x="1312" y="713"/>
                </a:lnTo>
                <a:lnTo>
                  <a:pt x="1312" y="712"/>
                </a:lnTo>
                <a:lnTo>
                  <a:pt x="1311" y="712"/>
                </a:lnTo>
                <a:lnTo>
                  <a:pt x="1311" y="711"/>
                </a:lnTo>
                <a:lnTo>
                  <a:pt x="1310" y="710"/>
                </a:lnTo>
                <a:lnTo>
                  <a:pt x="1310" y="709"/>
                </a:lnTo>
                <a:lnTo>
                  <a:pt x="1311" y="709"/>
                </a:lnTo>
                <a:lnTo>
                  <a:pt x="1311" y="710"/>
                </a:lnTo>
                <a:lnTo>
                  <a:pt x="1312" y="710"/>
                </a:lnTo>
                <a:lnTo>
                  <a:pt x="1312" y="709"/>
                </a:lnTo>
                <a:lnTo>
                  <a:pt x="1311" y="709"/>
                </a:lnTo>
                <a:lnTo>
                  <a:pt x="1311" y="708"/>
                </a:lnTo>
                <a:lnTo>
                  <a:pt x="1311" y="709"/>
                </a:lnTo>
                <a:lnTo>
                  <a:pt x="1310" y="709"/>
                </a:lnTo>
                <a:lnTo>
                  <a:pt x="1309" y="709"/>
                </a:lnTo>
                <a:lnTo>
                  <a:pt x="1309" y="708"/>
                </a:lnTo>
                <a:lnTo>
                  <a:pt x="1309" y="707"/>
                </a:lnTo>
                <a:lnTo>
                  <a:pt x="1310" y="707"/>
                </a:lnTo>
                <a:lnTo>
                  <a:pt x="1310" y="706"/>
                </a:lnTo>
                <a:lnTo>
                  <a:pt x="1311" y="706"/>
                </a:lnTo>
                <a:lnTo>
                  <a:pt x="1311" y="705"/>
                </a:lnTo>
                <a:lnTo>
                  <a:pt x="1312" y="705"/>
                </a:lnTo>
                <a:lnTo>
                  <a:pt x="1313" y="705"/>
                </a:lnTo>
                <a:lnTo>
                  <a:pt x="1314" y="706"/>
                </a:lnTo>
                <a:lnTo>
                  <a:pt x="1314" y="705"/>
                </a:lnTo>
                <a:lnTo>
                  <a:pt x="1313" y="705"/>
                </a:lnTo>
                <a:lnTo>
                  <a:pt x="1313" y="704"/>
                </a:lnTo>
                <a:lnTo>
                  <a:pt x="1314" y="704"/>
                </a:lnTo>
                <a:lnTo>
                  <a:pt x="1314" y="703"/>
                </a:lnTo>
                <a:lnTo>
                  <a:pt x="1315" y="704"/>
                </a:lnTo>
                <a:lnTo>
                  <a:pt x="1316" y="704"/>
                </a:lnTo>
                <a:lnTo>
                  <a:pt x="1317" y="703"/>
                </a:lnTo>
                <a:lnTo>
                  <a:pt x="1317" y="702"/>
                </a:lnTo>
                <a:lnTo>
                  <a:pt x="1316" y="702"/>
                </a:lnTo>
                <a:lnTo>
                  <a:pt x="1316" y="701"/>
                </a:lnTo>
                <a:lnTo>
                  <a:pt x="1315" y="701"/>
                </a:lnTo>
                <a:lnTo>
                  <a:pt x="1315" y="702"/>
                </a:lnTo>
                <a:lnTo>
                  <a:pt x="1315" y="703"/>
                </a:lnTo>
                <a:lnTo>
                  <a:pt x="1314" y="703"/>
                </a:lnTo>
                <a:lnTo>
                  <a:pt x="1313" y="702"/>
                </a:lnTo>
                <a:lnTo>
                  <a:pt x="1312" y="701"/>
                </a:lnTo>
                <a:lnTo>
                  <a:pt x="1312" y="700"/>
                </a:lnTo>
                <a:lnTo>
                  <a:pt x="1312" y="699"/>
                </a:lnTo>
                <a:lnTo>
                  <a:pt x="1313" y="699"/>
                </a:lnTo>
                <a:lnTo>
                  <a:pt x="1313" y="700"/>
                </a:lnTo>
                <a:lnTo>
                  <a:pt x="1312" y="700"/>
                </a:lnTo>
                <a:lnTo>
                  <a:pt x="1313" y="700"/>
                </a:lnTo>
                <a:lnTo>
                  <a:pt x="1314" y="700"/>
                </a:lnTo>
                <a:lnTo>
                  <a:pt x="1314" y="701"/>
                </a:lnTo>
                <a:lnTo>
                  <a:pt x="1313" y="701"/>
                </a:lnTo>
                <a:lnTo>
                  <a:pt x="1313" y="702"/>
                </a:lnTo>
                <a:lnTo>
                  <a:pt x="1314" y="702"/>
                </a:lnTo>
                <a:lnTo>
                  <a:pt x="1314" y="703"/>
                </a:lnTo>
                <a:lnTo>
                  <a:pt x="1314" y="702"/>
                </a:lnTo>
                <a:lnTo>
                  <a:pt x="1314" y="701"/>
                </a:lnTo>
                <a:lnTo>
                  <a:pt x="1315" y="700"/>
                </a:lnTo>
                <a:lnTo>
                  <a:pt x="1315" y="699"/>
                </a:lnTo>
                <a:lnTo>
                  <a:pt x="1316" y="699"/>
                </a:lnTo>
                <a:lnTo>
                  <a:pt x="1317" y="698"/>
                </a:lnTo>
                <a:lnTo>
                  <a:pt x="1317" y="697"/>
                </a:lnTo>
                <a:lnTo>
                  <a:pt x="1317" y="696"/>
                </a:lnTo>
                <a:lnTo>
                  <a:pt x="1316" y="696"/>
                </a:lnTo>
                <a:lnTo>
                  <a:pt x="1315" y="695"/>
                </a:lnTo>
                <a:lnTo>
                  <a:pt x="1315" y="694"/>
                </a:lnTo>
                <a:lnTo>
                  <a:pt x="1316" y="694"/>
                </a:lnTo>
                <a:lnTo>
                  <a:pt x="1316" y="693"/>
                </a:lnTo>
                <a:lnTo>
                  <a:pt x="1317" y="693"/>
                </a:lnTo>
                <a:lnTo>
                  <a:pt x="1317" y="692"/>
                </a:lnTo>
                <a:lnTo>
                  <a:pt x="1316" y="691"/>
                </a:lnTo>
                <a:lnTo>
                  <a:pt x="1316" y="690"/>
                </a:lnTo>
                <a:lnTo>
                  <a:pt x="1317" y="690"/>
                </a:lnTo>
                <a:lnTo>
                  <a:pt x="1318" y="689"/>
                </a:lnTo>
                <a:lnTo>
                  <a:pt x="1318" y="687"/>
                </a:lnTo>
                <a:lnTo>
                  <a:pt x="1317" y="686"/>
                </a:lnTo>
                <a:lnTo>
                  <a:pt x="1316" y="686"/>
                </a:lnTo>
                <a:lnTo>
                  <a:pt x="1316" y="685"/>
                </a:lnTo>
                <a:lnTo>
                  <a:pt x="1317" y="685"/>
                </a:lnTo>
                <a:lnTo>
                  <a:pt x="1317" y="684"/>
                </a:lnTo>
                <a:lnTo>
                  <a:pt x="1317" y="683"/>
                </a:lnTo>
                <a:lnTo>
                  <a:pt x="1316" y="684"/>
                </a:lnTo>
                <a:lnTo>
                  <a:pt x="1316" y="685"/>
                </a:lnTo>
                <a:lnTo>
                  <a:pt x="1315" y="685"/>
                </a:lnTo>
                <a:lnTo>
                  <a:pt x="1315" y="684"/>
                </a:lnTo>
                <a:lnTo>
                  <a:pt x="1316" y="683"/>
                </a:lnTo>
                <a:lnTo>
                  <a:pt x="1316" y="682"/>
                </a:lnTo>
                <a:lnTo>
                  <a:pt x="1315" y="682"/>
                </a:lnTo>
                <a:lnTo>
                  <a:pt x="1315" y="683"/>
                </a:lnTo>
                <a:lnTo>
                  <a:pt x="1314" y="683"/>
                </a:lnTo>
                <a:lnTo>
                  <a:pt x="1314" y="682"/>
                </a:lnTo>
                <a:lnTo>
                  <a:pt x="1314" y="681"/>
                </a:lnTo>
                <a:lnTo>
                  <a:pt x="1313" y="679"/>
                </a:lnTo>
                <a:lnTo>
                  <a:pt x="1312" y="679"/>
                </a:lnTo>
                <a:lnTo>
                  <a:pt x="1311" y="678"/>
                </a:lnTo>
                <a:lnTo>
                  <a:pt x="1310" y="678"/>
                </a:lnTo>
                <a:lnTo>
                  <a:pt x="1310" y="677"/>
                </a:lnTo>
                <a:lnTo>
                  <a:pt x="1309" y="675"/>
                </a:lnTo>
                <a:lnTo>
                  <a:pt x="1308" y="675"/>
                </a:lnTo>
                <a:lnTo>
                  <a:pt x="1308" y="676"/>
                </a:lnTo>
                <a:lnTo>
                  <a:pt x="1308" y="675"/>
                </a:lnTo>
                <a:lnTo>
                  <a:pt x="1307" y="674"/>
                </a:lnTo>
                <a:lnTo>
                  <a:pt x="1307" y="673"/>
                </a:lnTo>
                <a:lnTo>
                  <a:pt x="1306" y="675"/>
                </a:lnTo>
                <a:lnTo>
                  <a:pt x="1306" y="674"/>
                </a:lnTo>
                <a:lnTo>
                  <a:pt x="1305" y="674"/>
                </a:lnTo>
                <a:lnTo>
                  <a:pt x="1305" y="675"/>
                </a:lnTo>
                <a:lnTo>
                  <a:pt x="1304" y="675"/>
                </a:lnTo>
                <a:lnTo>
                  <a:pt x="1304" y="674"/>
                </a:lnTo>
                <a:lnTo>
                  <a:pt x="1303" y="673"/>
                </a:lnTo>
                <a:lnTo>
                  <a:pt x="1302" y="674"/>
                </a:lnTo>
                <a:lnTo>
                  <a:pt x="1301" y="675"/>
                </a:lnTo>
                <a:lnTo>
                  <a:pt x="1302" y="675"/>
                </a:lnTo>
                <a:lnTo>
                  <a:pt x="1301" y="675"/>
                </a:lnTo>
                <a:lnTo>
                  <a:pt x="1300" y="674"/>
                </a:lnTo>
                <a:lnTo>
                  <a:pt x="1299" y="674"/>
                </a:lnTo>
                <a:lnTo>
                  <a:pt x="1299" y="673"/>
                </a:lnTo>
                <a:lnTo>
                  <a:pt x="1298" y="672"/>
                </a:lnTo>
                <a:lnTo>
                  <a:pt x="1298" y="673"/>
                </a:lnTo>
                <a:lnTo>
                  <a:pt x="1296" y="673"/>
                </a:lnTo>
                <a:lnTo>
                  <a:pt x="1295" y="672"/>
                </a:lnTo>
                <a:lnTo>
                  <a:pt x="1295" y="671"/>
                </a:lnTo>
                <a:lnTo>
                  <a:pt x="1294" y="669"/>
                </a:lnTo>
                <a:lnTo>
                  <a:pt x="1294" y="668"/>
                </a:lnTo>
                <a:lnTo>
                  <a:pt x="1293" y="668"/>
                </a:lnTo>
                <a:lnTo>
                  <a:pt x="1292" y="669"/>
                </a:lnTo>
                <a:lnTo>
                  <a:pt x="1291" y="669"/>
                </a:lnTo>
                <a:lnTo>
                  <a:pt x="1291" y="670"/>
                </a:lnTo>
                <a:lnTo>
                  <a:pt x="1290" y="670"/>
                </a:lnTo>
                <a:lnTo>
                  <a:pt x="1290" y="668"/>
                </a:lnTo>
                <a:lnTo>
                  <a:pt x="1290" y="667"/>
                </a:lnTo>
                <a:lnTo>
                  <a:pt x="1290" y="668"/>
                </a:lnTo>
                <a:lnTo>
                  <a:pt x="1289" y="669"/>
                </a:lnTo>
                <a:lnTo>
                  <a:pt x="1287" y="669"/>
                </a:lnTo>
                <a:lnTo>
                  <a:pt x="1287" y="668"/>
                </a:lnTo>
                <a:lnTo>
                  <a:pt x="1287" y="667"/>
                </a:lnTo>
                <a:lnTo>
                  <a:pt x="1287" y="666"/>
                </a:lnTo>
                <a:lnTo>
                  <a:pt x="1286" y="666"/>
                </a:lnTo>
                <a:lnTo>
                  <a:pt x="1286" y="667"/>
                </a:lnTo>
                <a:lnTo>
                  <a:pt x="1286" y="668"/>
                </a:lnTo>
                <a:lnTo>
                  <a:pt x="1286" y="669"/>
                </a:lnTo>
                <a:lnTo>
                  <a:pt x="1285" y="669"/>
                </a:lnTo>
                <a:lnTo>
                  <a:pt x="1285" y="668"/>
                </a:lnTo>
                <a:lnTo>
                  <a:pt x="1284" y="667"/>
                </a:lnTo>
                <a:lnTo>
                  <a:pt x="1283" y="667"/>
                </a:lnTo>
                <a:lnTo>
                  <a:pt x="1282" y="667"/>
                </a:lnTo>
                <a:lnTo>
                  <a:pt x="1282" y="668"/>
                </a:lnTo>
                <a:lnTo>
                  <a:pt x="1282" y="669"/>
                </a:lnTo>
                <a:lnTo>
                  <a:pt x="1282" y="670"/>
                </a:lnTo>
                <a:lnTo>
                  <a:pt x="1281" y="671"/>
                </a:lnTo>
                <a:lnTo>
                  <a:pt x="1281" y="670"/>
                </a:lnTo>
                <a:lnTo>
                  <a:pt x="1280" y="670"/>
                </a:lnTo>
                <a:lnTo>
                  <a:pt x="1279" y="669"/>
                </a:lnTo>
                <a:lnTo>
                  <a:pt x="1278" y="669"/>
                </a:lnTo>
                <a:lnTo>
                  <a:pt x="1277" y="669"/>
                </a:lnTo>
                <a:lnTo>
                  <a:pt x="1276" y="668"/>
                </a:lnTo>
                <a:lnTo>
                  <a:pt x="1276" y="667"/>
                </a:lnTo>
                <a:lnTo>
                  <a:pt x="1275" y="666"/>
                </a:lnTo>
                <a:lnTo>
                  <a:pt x="1274" y="665"/>
                </a:lnTo>
                <a:lnTo>
                  <a:pt x="1274" y="664"/>
                </a:lnTo>
                <a:lnTo>
                  <a:pt x="1275" y="664"/>
                </a:lnTo>
                <a:lnTo>
                  <a:pt x="1276" y="664"/>
                </a:lnTo>
                <a:lnTo>
                  <a:pt x="1276" y="665"/>
                </a:lnTo>
                <a:lnTo>
                  <a:pt x="1277" y="664"/>
                </a:lnTo>
                <a:lnTo>
                  <a:pt x="1277" y="663"/>
                </a:lnTo>
                <a:lnTo>
                  <a:pt x="1278" y="661"/>
                </a:lnTo>
                <a:lnTo>
                  <a:pt x="1277" y="661"/>
                </a:lnTo>
                <a:lnTo>
                  <a:pt x="1277" y="659"/>
                </a:lnTo>
                <a:lnTo>
                  <a:pt x="1278" y="659"/>
                </a:lnTo>
                <a:lnTo>
                  <a:pt x="1280" y="659"/>
                </a:lnTo>
                <a:lnTo>
                  <a:pt x="1280" y="658"/>
                </a:lnTo>
                <a:lnTo>
                  <a:pt x="1279" y="657"/>
                </a:lnTo>
                <a:lnTo>
                  <a:pt x="1279" y="656"/>
                </a:lnTo>
                <a:lnTo>
                  <a:pt x="1277" y="655"/>
                </a:lnTo>
                <a:lnTo>
                  <a:pt x="1276" y="656"/>
                </a:lnTo>
                <a:lnTo>
                  <a:pt x="1276" y="655"/>
                </a:lnTo>
                <a:lnTo>
                  <a:pt x="1276" y="654"/>
                </a:lnTo>
                <a:lnTo>
                  <a:pt x="1276" y="653"/>
                </a:lnTo>
                <a:lnTo>
                  <a:pt x="1277" y="653"/>
                </a:lnTo>
                <a:lnTo>
                  <a:pt x="1277" y="654"/>
                </a:lnTo>
                <a:lnTo>
                  <a:pt x="1278" y="653"/>
                </a:lnTo>
                <a:lnTo>
                  <a:pt x="1277" y="652"/>
                </a:lnTo>
                <a:lnTo>
                  <a:pt x="1277" y="651"/>
                </a:lnTo>
                <a:lnTo>
                  <a:pt x="1278" y="651"/>
                </a:lnTo>
                <a:lnTo>
                  <a:pt x="1278" y="650"/>
                </a:lnTo>
                <a:lnTo>
                  <a:pt x="1279" y="650"/>
                </a:lnTo>
                <a:lnTo>
                  <a:pt x="1279" y="649"/>
                </a:lnTo>
                <a:lnTo>
                  <a:pt x="1279" y="648"/>
                </a:lnTo>
                <a:lnTo>
                  <a:pt x="1278" y="647"/>
                </a:lnTo>
                <a:lnTo>
                  <a:pt x="1277" y="647"/>
                </a:lnTo>
                <a:lnTo>
                  <a:pt x="1277" y="646"/>
                </a:lnTo>
                <a:lnTo>
                  <a:pt x="1276" y="646"/>
                </a:lnTo>
                <a:lnTo>
                  <a:pt x="1276" y="647"/>
                </a:lnTo>
                <a:lnTo>
                  <a:pt x="1275" y="647"/>
                </a:lnTo>
                <a:lnTo>
                  <a:pt x="1275" y="646"/>
                </a:lnTo>
                <a:lnTo>
                  <a:pt x="1274" y="645"/>
                </a:lnTo>
                <a:lnTo>
                  <a:pt x="1273" y="645"/>
                </a:lnTo>
                <a:lnTo>
                  <a:pt x="1273" y="646"/>
                </a:lnTo>
                <a:lnTo>
                  <a:pt x="1272" y="645"/>
                </a:lnTo>
                <a:lnTo>
                  <a:pt x="1272" y="644"/>
                </a:lnTo>
                <a:lnTo>
                  <a:pt x="1271" y="644"/>
                </a:lnTo>
                <a:lnTo>
                  <a:pt x="1271" y="643"/>
                </a:lnTo>
                <a:lnTo>
                  <a:pt x="1270" y="644"/>
                </a:lnTo>
                <a:lnTo>
                  <a:pt x="1269" y="643"/>
                </a:lnTo>
                <a:lnTo>
                  <a:pt x="1270" y="643"/>
                </a:lnTo>
                <a:lnTo>
                  <a:pt x="1269" y="642"/>
                </a:lnTo>
                <a:lnTo>
                  <a:pt x="1268" y="641"/>
                </a:lnTo>
                <a:lnTo>
                  <a:pt x="1268" y="640"/>
                </a:lnTo>
                <a:lnTo>
                  <a:pt x="1267" y="640"/>
                </a:lnTo>
                <a:lnTo>
                  <a:pt x="1267" y="641"/>
                </a:lnTo>
                <a:lnTo>
                  <a:pt x="1266" y="641"/>
                </a:lnTo>
                <a:lnTo>
                  <a:pt x="1265" y="640"/>
                </a:lnTo>
                <a:lnTo>
                  <a:pt x="1265" y="639"/>
                </a:lnTo>
                <a:lnTo>
                  <a:pt x="1265" y="638"/>
                </a:lnTo>
                <a:lnTo>
                  <a:pt x="1265" y="637"/>
                </a:lnTo>
                <a:lnTo>
                  <a:pt x="1265" y="638"/>
                </a:lnTo>
                <a:lnTo>
                  <a:pt x="1266" y="638"/>
                </a:lnTo>
                <a:lnTo>
                  <a:pt x="1266" y="639"/>
                </a:lnTo>
                <a:lnTo>
                  <a:pt x="1267" y="639"/>
                </a:lnTo>
                <a:lnTo>
                  <a:pt x="1267" y="640"/>
                </a:lnTo>
                <a:lnTo>
                  <a:pt x="1267" y="639"/>
                </a:lnTo>
                <a:lnTo>
                  <a:pt x="1268" y="639"/>
                </a:lnTo>
                <a:lnTo>
                  <a:pt x="1268" y="638"/>
                </a:lnTo>
                <a:lnTo>
                  <a:pt x="1268" y="637"/>
                </a:lnTo>
                <a:lnTo>
                  <a:pt x="1268" y="638"/>
                </a:lnTo>
                <a:lnTo>
                  <a:pt x="1269" y="638"/>
                </a:lnTo>
                <a:lnTo>
                  <a:pt x="1269" y="639"/>
                </a:lnTo>
                <a:lnTo>
                  <a:pt x="1270" y="639"/>
                </a:lnTo>
                <a:lnTo>
                  <a:pt x="1271" y="639"/>
                </a:lnTo>
                <a:lnTo>
                  <a:pt x="1272" y="639"/>
                </a:lnTo>
                <a:lnTo>
                  <a:pt x="1273" y="639"/>
                </a:lnTo>
                <a:lnTo>
                  <a:pt x="1273" y="638"/>
                </a:lnTo>
                <a:lnTo>
                  <a:pt x="1274" y="637"/>
                </a:lnTo>
                <a:lnTo>
                  <a:pt x="1273" y="636"/>
                </a:lnTo>
                <a:lnTo>
                  <a:pt x="1272" y="636"/>
                </a:lnTo>
                <a:lnTo>
                  <a:pt x="1272" y="635"/>
                </a:lnTo>
                <a:lnTo>
                  <a:pt x="1272" y="634"/>
                </a:lnTo>
                <a:lnTo>
                  <a:pt x="1272" y="633"/>
                </a:lnTo>
                <a:lnTo>
                  <a:pt x="1273" y="633"/>
                </a:lnTo>
                <a:lnTo>
                  <a:pt x="1274" y="633"/>
                </a:lnTo>
                <a:lnTo>
                  <a:pt x="1275" y="632"/>
                </a:lnTo>
                <a:lnTo>
                  <a:pt x="1276" y="632"/>
                </a:lnTo>
                <a:lnTo>
                  <a:pt x="1276" y="631"/>
                </a:lnTo>
                <a:lnTo>
                  <a:pt x="1276" y="628"/>
                </a:lnTo>
                <a:lnTo>
                  <a:pt x="1276" y="627"/>
                </a:lnTo>
                <a:lnTo>
                  <a:pt x="1276" y="626"/>
                </a:lnTo>
                <a:lnTo>
                  <a:pt x="1277" y="626"/>
                </a:lnTo>
                <a:lnTo>
                  <a:pt x="1278" y="626"/>
                </a:lnTo>
                <a:lnTo>
                  <a:pt x="1279" y="626"/>
                </a:lnTo>
                <a:lnTo>
                  <a:pt x="1280" y="626"/>
                </a:lnTo>
                <a:lnTo>
                  <a:pt x="1279" y="624"/>
                </a:lnTo>
                <a:lnTo>
                  <a:pt x="1278" y="623"/>
                </a:lnTo>
                <a:lnTo>
                  <a:pt x="1279" y="623"/>
                </a:lnTo>
                <a:lnTo>
                  <a:pt x="1280" y="622"/>
                </a:lnTo>
                <a:lnTo>
                  <a:pt x="1281" y="622"/>
                </a:lnTo>
                <a:lnTo>
                  <a:pt x="1282" y="621"/>
                </a:lnTo>
                <a:lnTo>
                  <a:pt x="1283" y="622"/>
                </a:lnTo>
                <a:lnTo>
                  <a:pt x="1284" y="621"/>
                </a:lnTo>
                <a:lnTo>
                  <a:pt x="1284" y="620"/>
                </a:lnTo>
                <a:lnTo>
                  <a:pt x="1286" y="620"/>
                </a:lnTo>
                <a:lnTo>
                  <a:pt x="1286" y="621"/>
                </a:lnTo>
                <a:lnTo>
                  <a:pt x="1287" y="622"/>
                </a:lnTo>
                <a:lnTo>
                  <a:pt x="1287" y="621"/>
                </a:lnTo>
                <a:lnTo>
                  <a:pt x="1288" y="622"/>
                </a:lnTo>
                <a:lnTo>
                  <a:pt x="1289" y="622"/>
                </a:lnTo>
                <a:lnTo>
                  <a:pt x="1289" y="623"/>
                </a:lnTo>
                <a:lnTo>
                  <a:pt x="1290" y="623"/>
                </a:lnTo>
                <a:lnTo>
                  <a:pt x="1290" y="622"/>
                </a:lnTo>
                <a:lnTo>
                  <a:pt x="1289" y="622"/>
                </a:lnTo>
                <a:lnTo>
                  <a:pt x="1289" y="621"/>
                </a:lnTo>
                <a:lnTo>
                  <a:pt x="1288" y="620"/>
                </a:lnTo>
                <a:lnTo>
                  <a:pt x="1289" y="619"/>
                </a:lnTo>
                <a:lnTo>
                  <a:pt x="1289" y="618"/>
                </a:lnTo>
                <a:lnTo>
                  <a:pt x="1289" y="616"/>
                </a:lnTo>
                <a:lnTo>
                  <a:pt x="1290" y="616"/>
                </a:lnTo>
                <a:lnTo>
                  <a:pt x="1290" y="615"/>
                </a:lnTo>
                <a:lnTo>
                  <a:pt x="1290" y="614"/>
                </a:lnTo>
                <a:lnTo>
                  <a:pt x="1291" y="614"/>
                </a:lnTo>
                <a:lnTo>
                  <a:pt x="1291" y="613"/>
                </a:lnTo>
                <a:lnTo>
                  <a:pt x="1290" y="612"/>
                </a:lnTo>
                <a:lnTo>
                  <a:pt x="1290" y="611"/>
                </a:lnTo>
                <a:lnTo>
                  <a:pt x="1290" y="610"/>
                </a:lnTo>
                <a:lnTo>
                  <a:pt x="1290" y="609"/>
                </a:lnTo>
                <a:lnTo>
                  <a:pt x="1288" y="608"/>
                </a:lnTo>
                <a:lnTo>
                  <a:pt x="1289" y="608"/>
                </a:lnTo>
                <a:lnTo>
                  <a:pt x="1290" y="606"/>
                </a:lnTo>
                <a:lnTo>
                  <a:pt x="1289" y="605"/>
                </a:lnTo>
                <a:lnTo>
                  <a:pt x="1288" y="605"/>
                </a:lnTo>
                <a:lnTo>
                  <a:pt x="1288" y="606"/>
                </a:lnTo>
                <a:lnTo>
                  <a:pt x="1287" y="606"/>
                </a:lnTo>
                <a:lnTo>
                  <a:pt x="1286" y="605"/>
                </a:lnTo>
                <a:lnTo>
                  <a:pt x="1287" y="604"/>
                </a:lnTo>
                <a:lnTo>
                  <a:pt x="1287" y="603"/>
                </a:lnTo>
                <a:lnTo>
                  <a:pt x="1286" y="603"/>
                </a:lnTo>
                <a:lnTo>
                  <a:pt x="1284" y="601"/>
                </a:lnTo>
                <a:lnTo>
                  <a:pt x="1283" y="601"/>
                </a:lnTo>
                <a:lnTo>
                  <a:pt x="1282" y="601"/>
                </a:lnTo>
                <a:lnTo>
                  <a:pt x="1281" y="600"/>
                </a:lnTo>
                <a:lnTo>
                  <a:pt x="1282" y="599"/>
                </a:lnTo>
                <a:lnTo>
                  <a:pt x="1281" y="598"/>
                </a:lnTo>
                <a:lnTo>
                  <a:pt x="1281" y="597"/>
                </a:lnTo>
                <a:lnTo>
                  <a:pt x="1281" y="596"/>
                </a:lnTo>
                <a:lnTo>
                  <a:pt x="1281" y="597"/>
                </a:lnTo>
                <a:lnTo>
                  <a:pt x="1282" y="598"/>
                </a:lnTo>
                <a:lnTo>
                  <a:pt x="1283" y="598"/>
                </a:lnTo>
                <a:lnTo>
                  <a:pt x="1284" y="599"/>
                </a:lnTo>
                <a:lnTo>
                  <a:pt x="1284" y="600"/>
                </a:lnTo>
                <a:lnTo>
                  <a:pt x="1283" y="600"/>
                </a:lnTo>
                <a:lnTo>
                  <a:pt x="1284" y="600"/>
                </a:lnTo>
                <a:lnTo>
                  <a:pt x="1284" y="601"/>
                </a:lnTo>
                <a:lnTo>
                  <a:pt x="1285" y="600"/>
                </a:lnTo>
                <a:lnTo>
                  <a:pt x="1285" y="599"/>
                </a:lnTo>
                <a:lnTo>
                  <a:pt x="1285" y="598"/>
                </a:lnTo>
                <a:lnTo>
                  <a:pt x="1285" y="597"/>
                </a:lnTo>
                <a:lnTo>
                  <a:pt x="1286" y="598"/>
                </a:lnTo>
                <a:lnTo>
                  <a:pt x="1287" y="598"/>
                </a:lnTo>
                <a:lnTo>
                  <a:pt x="1288" y="598"/>
                </a:lnTo>
                <a:lnTo>
                  <a:pt x="1290" y="598"/>
                </a:lnTo>
                <a:lnTo>
                  <a:pt x="1290" y="597"/>
                </a:lnTo>
                <a:lnTo>
                  <a:pt x="1290" y="596"/>
                </a:lnTo>
                <a:lnTo>
                  <a:pt x="1290" y="595"/>
                </a:lnTo>
                <a:lnTo>
                  <a:pt x="1290" y="594"/>
                </a:lnTo>
                <a:lnTo>
                  <a:pt x="1290" y="593"/>
                </a:lnTo>
                <a:lnTo>
                  <a:pt x="1291" y="593"/>
                </a:lnTo>
                <a:lnTo>
                  <a:pt x="1292" y="593"/>
                </a:lnTo>
                <a:lnTo>
                  <a:pt x="1292" y="592"/>
                </a:lnTo>
                <a:lnTo>
                  <a:pt x="1291" y="592"/>
                </a:lnTo>
                <a:lnTo>
                  <a:pt x="1290" y="590"/>
                </a:lnTo>
                <a:lnTo>
                  <a:pt x="1290" y="589"/>
                </a:lnTo>
                <a:lnTo>
                  <a:pt x="1290" y="588"/>
                </a:lnTo>
                <a:lnTo>
                  <a:pt x="1290" y="587"/>
                </a:lnTo>
                <a:lnTo>
                  <a:pt x="1289" y="586"/>
                </a:lnTo>
                <a:lnTo>
                  <a:pt x="1288" y="585"/>
                </a:lnTo>
                <a:lnTo>
                  <a:pt x="1288" y="584"/>
                </a:lnTo>
                <a:lnTo>
                  <a:pt x="1287" y="582"/>
                </a:lnTo>
                <a:lnTo>
                  <a:pt x="1287" y="581"/>
                </a:lnTo>
                <a:lnTo>
                  <a:pt x="1286" y="581"/>
                </a:lnTo>
                <a:lnTo>
                  <a:pt x="1287" y="581"/>
                </a:lnTo>
                <a:lnTo>
                  <a:pt x="1287" y="580"/>
                </a:lnTo>
                <a:lnTo>
                  <a:pt x="1288" y="580"/>
                </a:lnTo>
                <a:lnTo>
                  <a:pt x="1288" y="581"/>
                </a:lnTo>
                <a:lnTo>
                  <a:pt x="1289" y="581"/>
                </a:lnTo>
                <a:lnTo>
                  <a:pt x="1290" y="582"/>
                </a:lnTo>
                <a:lnTo>
                  <a:pt x="1291" y="581"/>
                </a:lnTo>
                <a:lnTo>
                  <a:pt x="1292" y="581"/>
                </a:lnTo>
                <a:lnTo>
                  <a:pt x="1292" y="582"/>
                </a:lnTo>
                <a:lnTo>
                  <a:pt x="1292" y="583"/>
                </a:lnTo>
                <a:lnTo>
                  <a:pt x="1293" y="583"/>
                </a:lnTo>
                <a:lnTo>
                  <a:pt x="1293" y="582"/>
                </a:lnTo>
                <a:lnTo>
                  <a:pt x="1293" y="581"/>
                </a:lnTo>
                <a:lnTo>
                  <a:pt x="1294" y="581"/>
                </a:lnTo>
                <a:lnTo>
                  <a:pt x="1294" y="582"/>
                </a:lnTo>
                <a:lnTo>
                  <a:pt x="1295" y="582"/>
                </a:lnTo>
                <a:lnTo>
                  <a:pt x="1296" y="582"/>
                </a:lnTo>
                <a:lnTo>
                  <a:pt x="1297" y="582"/>
                </a:lnTo>
                <a:lnTo>
                  <a:pt x="1298" y="582"/>
                </a:lnTo>
                <a:lnTo>
                  <a:pt x="1297" y="582"/>
                </a:lnTo>
                <a:lnTo>
                  <a:pt x="1297" y="583"/>
                </a:lnTo>
                <a:lnTo>
                  <a:pt x="1298" y="583"/>
                </a:lnTo>
                <a:lnTo>
                  <a:pt x="1298" y="584"/>
                </a:lnTo>
                <a:lnTo>
                  <a:pt x="1299" y="584"/>
                </a:lnTo>
                <a:lnTo>
                  <a:pt x="1300" y="584"/>
                </a:lnTo>
                <a:lnTo>
                  <a:pt x="1299" y="585"/>
                </a:lnTo>
                <a:lnTo>
                  <a:pt x="1300" y="585"/>
                </a:lnTo>
                <a:lnTo>
                  <a:pt x="1300" y="586"/>
                </a:lnTo>
                <a:lnTo>
                  <a:pt x="1301" y="585"/>
                </a:lnTo>
                <a:lnTo>
                  <a:pt x="1300" y="584"/>
                </a:lnTo>
                <a:lnTo>
                  <a:pt x="1300" y="583"/>
                </a:lnTo>
                <a:lnTo>
                  <a:pt x="1301" y="583"/>
                </a:lnTo>
                <a:lnTo>
                  <a:pt x="1301" y="582"/>
                </a:lnTo>
                <a:lnTo>
                  <a:pt x="1302" y="582"/>
                </a:lnTo>
                <a:lnTo>
                  <a:pt x="1301" y="581"/>
                </a:lnTo>
                <a:lnTo>
                  <a:pt x="1301" y="580"/>
                </a:lnTo>
                <a:lnTo>
                  <a:pt x="1302" y="578"/>
                </a:lnTo>
                <a:lnTo>
                  <a:pt x="1303" y="578"/>
                </a:lnTo>
                <a:lnTo>
                  <a:pt x="1303" y="579"/>
                </a:lnTo>
                <a:lnTo>
                  <a:pt x="1304" y="579"/>
                </a:lnTo>
                <a:lnTo>
                  <a:pt x="1305" y="579"/>
                </a:lnTo>
                <a:lnTo>
                  <a:pt x="1305" y="580"/>
                </a:lnTo>
                <a:lnTo>
                  <a:pt x="1306" y="580"/>
                </a:lnTo>
                <a:lnTo>
                  <a:pt x="1306" y="581"/>
                </a:lnTo>
                <a:lnTo>
                  <a:pt x="1307" y="581"/>
                </a:lnTo>
                <a:lnTo>
                  <a:pt x="1308" y="582"/>
                </a:lnTo>
                <a:lnTo>
                  <a:pt x="1309" y="583"/>
                </a:lnTo>
                <a:lnTo>
                  <a:pt x="1310" y="582"/>
                </a:lnTo>
                <a:lnTo>
                  <a:pt x="1311" y="583"/>
                </a:lnTo>
                <a:lnTo>
                  <a:pt x="1312" y="584"/>
                </a:lnTo>
                <a:lnTo>
                  <a:pt x="1313" y="584"/>
                </a:lnTo>
                <a:lnTo>
                  <a:pt x="1314" y="582"/>
                </a:lnTo>
                <a:lnTo>
                  <a:pt x="1315" y="582"/>
                </a:lnTo>
                <a:lnTo>
                  <a:pt x="1315" y="581"/>
                </a:lnTo>
                <a:lnTo>
                  <a:pt x="1314" y="581"/>
                </a:lnTo>
                <a:lnTo>
                  <a:pt x="1313" y="581"/>
                </a:lnTo>
                <a:lnTo>
                  <a:pt x="1313" y="580"/>
                </a:lnTo>
                <a:lnTo>
                  <a:pt x="1312" y="580"/>
                </a:lnTo>
                <a:lnTo>
                  <a:pt x="1313" y="579"/>
                </a:lnTo>
                <a:lnTo>
                  <a:pt x="1314" y="579"/>
                </a:lnTo>
                <a:lnTo>
                  <a:pt x="1315" y="579"/>
                </a:lnTo>
                <a:lnTo>
                  <a:pt x="1316" y="580"/>
                </a:lnTo>
                <a:lnTo>
                  <a:pt x="1317" y="580"/>
                </a:lnTo>
                <a:lnTo>
                  <a:pt x="1317" y="581"/>
                </a:lnTo>
                <a:lnTo>
                  <a:pt x="1318" y="581"/>
                </a:lnTo>
                <a:lnTo>
                  <a:pt x="1318" y="582"/>
                </a:lnTo>
                <a:lnTo>
                  <a:pt x="1319" y="583"/>
                </a:lnTo>
                <a:lnTo>
                  <a:pt x="1321" y="583"/>
                </a:lnTo>
                <a:lnTo>
                  <a:pt x="1322" y="583"/>
                </a:lnTo>
                <a:lnTo>
                  <a:pt x="1321" y="582"/>
                </a:lnTo>
                <a:lnTo>
                  <a:pt x="1324" y="583"/>
                </a:lnTo>
                <a:lnTo>
                  <a:pt x="1325" y="583"/>
                </a:lnTo>
                <a:lnTo>
                  <a:pt x="1325" y="582"/>
                </a:lnTo>
                <a:lnTo>
                  <a:pt x="1324" y="581"/>
                </a:lnTo>
                <a:lnTo>
                  <a:pt x="1325" y="580"/>
                </a:lnTo>
                <a:lnTo>
                  <a:pt x="1326" y="581"/>
                </a:lnTo>
                <a:lnTo>
                  <a:pt x="1327" y="582"/>
                </a:lnTo>
                <a:lnTo>
                  <a:pt x="1328" y="582"/>
                </a:lnTo>
                <a:lnTo>
                  <a:pt x="1328" y="581"/>
                </a:lnTo>
                <a:lnTo>
                  <a:pt x="1329" y="581"/>
                </a:lnTo>
                <a:lnTo>
                  <a:pt x="1330" y="581"/>
                </a:lnTo>
                <a:lnTo>
                  <a:pt x="1330" y="582"/>
                </a:lnTo>
                <a:lnTo>
                  <a:pt x="1331" y="582"/>
                </a:lnTo>
                <a:lnTo>
                  <a:pt x="1332" y="581"/>
                </a:lnTo>
                <a:lnTo>
                  <a:pt x="1334" y="581"/>
                </a:lnTo>
                <a:lnTo>
                  <a:pt x="1334" y="580"/>
                </a:lnTo>
                <a:lnTo>
                  <a:pt x="1336" y="580"/>
                </a:lnTo>
                <a:lnTo>
                  <a:pt x="1337" y="580"/>
                </a:lnTo>
                <a:lnTo>
                  <a:pt x="1338" y="580"/>
                </a:lnTo>
                <a:lnTo>
                  <a:pt x="1341" y="582"/>
                </a:lnTo>
                <a:lnTo>
                  <a:pt x="1343" y="584"/>
                </a:lnTo>
                <a:lnTo>
                  <a:pt x="1344" y="584"/>
                </a:lnTo>
                <a:lnTo>
                  <a:pt x="1345" y="584"/>
                </a:lnTo>
                <a:lnTo>
                  <a:pt x="1346" y="584"/>
                </a:lnTo>
                <a:lnTo>
                  <a:pt x="1347" y="585"/>
                </a:lnTo>
                <a:lnTo>
                  <a:pt x="1347" y="586"/>
                </a:lnTo>
                <a:lnTo>
                  <a:pt x="1347" y="587"/>
                </a:lnTo>
                <a:lnTo>
                  <a:pt x="1347" y="588"/>
                </a:lnTo>
                <a:lnTo>
                  <a:pt x="1348" y="588"/>
                </a:lnTo>
                <a:lnTo>
                  <a:pt x="1347" y="590"/>
                </a:lnTo>
                <a:lnTo>
                  <a:pt x="1347" y="591"/>
                </a:lnTo>
                <a:lnTo>
                  <a:pt x="1347" y="592"/>
                </a:lnTo>
                <a:lnTo>
                  <a:pt x="1348" y="592"/>
                </a:lnTo>
                <a:lnTo>
                  <a:pt x="1348" y="593"/>
                </a:lnTo>
                <a:lnTo>
                  <a:pt x="1348" y="595"/>
                </a:lnTo>
                <a:lnTo>
                  <a:pt x="1348" y="597"/>
                </a:lnTo>
                <a:lnTo>
                  <a:pt x="1349" y="597"/>
                </a:lnTo>
                <a:lnTo>
                  <a:pt x="1349" y="599"/>
                </a:lnTo>
                <a:lnTo>
                  <a:pt x="1349" y="600"/>
                </a:lnTo>
                <a:lnTo>
                  <a:pt x="1349" y="601"/>
                </a:lnTo>
                <a:lnTo>
                  <a:pt x="1350" y="602"/>
                </a:lnTo>
                <a:lnTo>
                  <a:pt x="1350" y="603"/>
                </a:lnTo>
                <a:lnTo>
                  <a:pt x="1351" y="603"/>
                </a:lnTo>
                <a:lnTo>
                  <a:pt x="1352" y="602"/>
                </a:lnTo>
                <a:lnTo>
                  <a:pt x="1351" y="602"/>
                </a:lnTo>
                <a:lnTo>
                  <a:pt x="1352" y="602"/>
                </a:lnTo>
                <a:lnTo>
                  <a:pt x="1353" y="603"/>
                </a:lnTo>
                <a:lnTo>
                  <a:pt x="1354" y="603"/>
                </a:lnTo>
                <a:lnTo>
                  <a:pt x="1354" y="604"/>
                </a:lnTo>
                <a:lnTo>
                  <a:pt x="1355" y="604"/>
                </a:lnTo>
                <a:lnTo>
                  <a:pt x="1356" y="604"/>
                </a:lnTo>
                <a:lnTo>
                  <a:pt x="1357" y="604"/>
                </a:lnTo>
                <a:lnTo>
                  <a:pt x="1358" y="604"/>
                </a:lnTo>
                <a:lnTo>
                  <a:pt x="1359" y="604"/>
                </a:lnTo>
                <a:lnTo>
                  <a:pt x="1360" y="605"/>
                </a:lnTo>
                <a:lnTo>
                  <a:pt x="1360" y="604"/>
                </a:lnTo>
                <a:lnTo>
                  <a:pt x="1361" y="604"/>
                </a:lnTo>
                <a:lnTo>
                  <a:pt x="1362" y="604"/>
                </a:lnTo>
                <a:lnTo>
                  <a:pt x="1362" y="605"/>
                </a:lnTo>
                <a:lnTo>
                  <a:pt x="1362" y="606"/>
                </a:lnTo>
                <a:lnTo>
                  <a:pt x="1363" y="605"/>
                </a:lnTo>
                <a:lnTo>
                  <a:pt x="1363" y="604"/>
                </a:lnTo>
                <a:lnTo>
                  <a:pt x="1364" y="604"/>
                </a:lnTo>
                <a:lnTo>
                  <a:pt x="1366" y="603"/>
                </a:lnTo>
                <a:lnTo>
                  <a:pt x="1366" y="604"/>
                </a:lnTo>
                <a:lnTo>
                  <a:pt x="1366" y="605"/>
                </a:lnTo>
                <a:lnTo>
                  <a:pt x="1367" y="606"/>
                </a:lnTo>
                <a:lnTo>
                  <a:pt x="1368" y="607"/>
                </a:lnTo>
                <a:lnTo>
                  <a:pt x="1370" y="608"/>
                </a:lnTo>
                <a:lnTo>
                  <a:pt x="1370" y="609"/>
                </a:lnTo>
                <a:lnTo>
                  <a:pt x="1369" y="609"/>
                </a:lnTo>
                <a:lnTo>
                  <a:pt x="1370" y="609"/>
                </a:lnTo>
                <a:lnTo>
                  <a:pt x="1370" y="610"/>
                </a:lnTo>
                <a:lnTo>
                  <a:pt x="1370" y="611"/>
                </a:lnTo>
                <a:lnTo>
                  <a:pt x="1370" y="612"/>
                </a:lnTo>
                <a:lnTo>
                  <a:pt x="1371" y="612"/>
                </a:lnTo>
                <a:lnTo>
                  <a:pt x="1371" y="611"/>
                </a:lnTo>
                <a:lnTo>
                  <a:pt x="1372" y="611"/>
                </a:lnTo>
                <a:lnTo>
                  <a:pt x="1372" y="612"/>
                </a:lnTo>
                <a:lnTo>
                  <a:pt x="1373" y="612"/>
                </a:lnTo>
                <a:lnTo>
                  <a:pt x="1373" y="611"/>
                </a:lnTo>
                <a:lnTo>
                  <a:pt x="1374" y="611"/>
                </a:lnTo>
                <a:lnTo>
                  <a:pt x="1375" y="611"/>
                </a:lnTo>
                <a:lnTo>
                  <a:pt x="1376" y="611"/>
                </a:lnTo>
                <a:lnTo>
                  <a:pt x="1376" y="612"/>
                </a:lnTo>
                <a:lnTo>
                  <a:pt x="1379" y="613"/>
                </a:lnTo>
                <a:lnTo>
                  <a:pt x="1380" y="613"/>
                </a:lnTo>
                <a:lnTo>
                  <a:pt x="1381" y="612"/>
                </a:lnTo>
                <a:lnTo>
                  <a:pt x="1382" y="612"/>
                </a:lnTo>
                <a:lnTo>
                  <a:pt x="1383" y="612"/>
                </a:lnTo>
                <a:lnTo>
                  <a:pt x="1384" y="612"/>
                </a:lnTo>
                <a:lnTo>
                  <a:pt x="1384" y="613"/>
                </a:lnTo>
                <a:lnTo>
                  <a:pt x="1384" y="614"/>
                </a:lnTo>
                <a:lnTo>
                  <a:pt x="1385" y="614"/>
                </a:lnTo>
                <a:lnTo>
                  <a:pt x="1387" y="614"/>
                </a:lnTo>
                <a:lnTo>
                  <a:pt x="1388" y="614"/>
                </a:lnTo>
                <a:lnTo>
                  <a:pt x="1388" y="613"/>
                </a:lnTo>
                <a:lnTo>
                  <a:pt x="1389" y="613"/>
                </a:lnTo>
                <a:lnTo>
                  <a:pt x="1390" y="614"/>
                </a:lnTo>
                <a:lnTo>
                  <a:pt x="1391" y="615"/>
                </a:lnTo>
                <a:lnTo>
                  <a:pt x="1392" y="615"/>
                </a:lnTo>
                <a:lnTo>
                  <a:pt x="1392" y="616"/>
                </a:lnTo>
                <a:lnTo>
                  <a:pt x="1394" y="617"/>
                </a:lnTo>
                <a:lnTo>
                  <a:pt x="1396" y="617"/>
                </a:lnTo>
                <a:lnTo>
                  <a:pt x="1396" y="616"/>
                </a:lnTo>
                <a:lnTo>
                  <a:pt x="1397" y="616"/>
                </a:lnTo>
                <a:lnTo>
                  <a:pt x="1398" y="617"/>
                </a:lnTo>
                <a:lnTo>
                  <a:pt x="1398" y="618"/>
                </a:lnTo>
                <a:lnTo>
                  <a:pt x="1399" y="618"/>
                </a:lnTo>
                <a:lnTo>
                  <a:pt x="1400" y="618"/>
                </a:lnTo>
                <a:lnTo>
                  <a:pt x="1401" y="620"/>
                </a:lnTo>
                <a:lnTo>
                  <a:pt x="1402" y="620"/>
                </a:lnTo>
                <a:lnTo>
                  <a:pt x="1403" y="620"/>
                </a:lnTo>
                <a:lnTo>
                  <a:pt x="1404" y="620"/>
                </a:lnTo>
                <a:lnTo>
                  <a:pt x="1404" y="621"/>
                </a:lnTo>
                <a:lnTo>
                  <a:pt x="1404" y="622"/>
                </a:lnTo>
                <a:lnTo>
                  <a:pt x="1405" y="622"/>
                </a:lnTo>
                <a:lnTo>
                  <a:pt x="1405" y="623"/>
                </a:lnTo>
                <a:lnTo>
                  <a:pt x="1405" y="624"/>
                </a:lnTo>
                <a:lnTo>
                  <a:pt x="1406" y="624"/>
                </a:lnTo>
                <a:lnTo>
                  <a:pt x="1407" y="624"/>
                </a:lnTo>
                <a:lnTo>
                  <a:pt x="1407" y="625"/>
                </a:lnTo>
                <a:lnTo>
                  <a:pt x="1407" y="627"/>
                </a:lnTo>
                <a:lnTo>
                  <a:pt x="1407" y="628"/>
                </a:lnTo>
                <a:lnTo>
                  <a:pt x="1406" y="629"/>
                </a:lnTo>
                <a:lnTo>
                  <a:pt x="1407" y="629"/>
                </a:lnTo>
                <a:lnTo>
                  <a:pt x="1407" y="630"/>
                </a:lnTo>
                <a:lnTo>
                  <a:pt x="1408" y="629"/>
                </a:lnTo>
                <a:lnTo>
                  <a:pt x="1409" y="629"/>
                </a:lnTo>
                <a:lnTo>
                  <a:pt x="1410" y="628"/>
                </a:lnTo>
                <a:lnTo>
                  <a:pt x="1410" y="629"/>
                </a:lnTo>
                <a:lnTo>
                  <a:pt x="1410" y="630"/>
                </a:lnTo>
                <a:lnTo>
                  <a:pt x="1411" y="630"/>
                </a:lnTo>
                <a:lnTo>
                  <a:pt x="1411" y="629"/>
                </a:lnTo>
                <a:lnTo>
                  <a:pt x="1411" y="628"/>
                </a:lnTo>
                <a:lnTo>
                  <a:pt x="1411" y="627"/>
                </a:lnTo>
                <a:lnTo>
                  <a:pt x="1412" y="627"/>
                </a:lnTo>
                <a:lnTo>
                  <a:pt x="1413" y="627"/>
                </a:lnTo>
                <a:lnTo>
                  <a:pt x="1414" y="628"/>
                </a:lnTo>
                <a:lnTo>
                  <a:pt x="1414" y="629"/>
                </a:lnTo>
                <a:lnTo>
                  <a:pt x="1414" y="630"/>
                </a:lnTo>
                <a:lnTo>
                  <a:pt x="1413" y="631"/>
                </a:lnTo>
                <a:lnTo>
                  <a:pt x="1413" y="630"/>
                </a:lnTo>
                <a:lnTo>
                  <a:pt x="1412" y="630"/>
                </a:lnTo>
                <a:lnTo>
                  <a:pt x="1412" y="631"/>
                </a:lnTo>
                <a:lnTo>
                  <a:pt x="1412" y="632"/>
                </a:lnTo>
                <a:lnTo>
                  <a:pt x="1413" y="632"/>
                </a:lnTo>
                <a:lnTo>
                  <a:pt x="1413" y="631"/>
                </a:lnTo>
                <a:lnTo>
                  <a:pt x="1413" y="632"/>
                </a:lnTo>
                <a:lnTo>
                  <a:pt x="1415" y="633"/>
                </a:lnTo>
                <a:lnTo>
                  <a:pt x="1416" y="635"/>
                </a:lnTo>
                <a:lnTo>
                  <a:pt x="1417" y="636"/>
                </a:lnTo>
                <a:lnTo>
                  <a:pt x="1419" y="635"/>
                </a:lnTo>
                <a:lnTo>
                  <a:pt x="1419" y="634"/>
                </a:lnTo>
                <a:lnTo>
                  <a:pt x="1420" y="634"/>
                </a:lnTo>
                <a:lnTo>
                  <a:pt x="1420" y="635"/>
                </a:lnTo>
                <a:lnTo>
                  <a:pt x="1421" y="635"/>
                </a:lnTo>
                <a:lnTo>
                  <a:pt x="1420" y="635"/>
                </a:lnTo>
                <a:lnTo>
                  <a:pt x="1420" y="636"/>
                </a:lnTo>
                <a:lnTo>
                  <a:pt x="1420" y="637"/>
                </a:lnTo>
                <a:lnTo>
                  <a:pt x="1421" y="637"/>
                </a:lnTo>
                <a:lnTo>
                  <a:pt x="1421" y="636"/>
                </a:lnTo>
                <a:lnTo>
                  <a:pt x="1422" y="636"/>
                </a:lnTo>
                <a:lnTo>
                  <a:pt x="1424" y="637"/>
                </a:lnTo>
                <a:lnTo>
                  <a:pt x="1425" y="637"/>
                </a:lnTo>
                <a:lnTo>
                  <a:pt x="1425" y="638"/>
                </a:lnTo>
                <a:lnTo>
                  <a:pt x="1424" y="638"/>
                </a:lnTo>
                <a:lnTo>
                  <a:pt x="1424" y="639"/>
                </a:lnTo>
                <a:lnTo>
                  <a:pt x="1425" y="639"/>
                </a:lnTo>
                <a:lnTo>
                  <a:pt x="1426" y="639"/>
                </a:lnTo>
                <a:lnTo>
                  <a:pt x="1427" y="638"/>
                </a:lnTo>
                <a:lnTo>
                  <a:pt x="1428" y="637"/>
                </a:lnTo>
                <a:lnTo>
                  <a:pt x="1428" y="636"/>
                </a:lnTo>
                <a:lnTo>
                  <a:pt x="1428" y="635"/>
                </a:lnTo>
                <a:lnTo>
                  <a:pt x="1429" y="634"/>
                </a:lnTo>
                <a:lnTo>
                  <a:pt x="1431" y="632"/>
                </a:lnTo>
                <a:lnTo>
                  <a:pt x="1432" y="632"/>
                </a:lnTo>
                <a:lnTo>
                  <a:pt x="1432" y="633"/>
                </a:lnTo>
                <a:lnTo>
                  <a:pt x="1431" y="634"/>
                </a:lnTo>
                <a:lnTo>
                  <a:pt x="1431" y="635"/>
                </a:lnTo>
                <a:lnTo>
                  <a:pt x="1431" y="637"/>
                </a:lnTo>
                <a:lnTo>
                  <a:pt x="1431" y="638"/>
                </a:lnTo>
                <a:lnTo>
                  <a:pt x="1432" y="638"/>
                </a:lnTo>
                <a:lnTo>
                  <a:pt x="1434" y="638"/>
                </a:lnTo>
                <a:lnTo>
                  <a:pt x="1435" y="639"/>
                </a:lnTo>
                <a:lnTo>
                  <a:pt x="1435" y="640"/>
                </a:lnTo>
                <a:lnTo>
                  <a:pt x="1435" y="641"/>
                </a:lnTo>
                <a:lnTo>
                  <a:pt x="1436" y="641"/>
                </a:lnTo>
                <a:lnTo>
                  <a:pt x="1436" y="640"/>
                </a:lnTo>
                <a:lnTo>
                  <a:pt x="1436" y="639"/>
                </a:lnTo>
                <a:lnTo>
                  <a:pt x="1436" y="638"/>
                </a:lnTo>
                <a:lnTo>
                  <a:pt x="1437" y="639"/>
                </a:lnTo>
                <a:lnTo>
                  <a:pt x="1438" y="640"/>
                </a:lnTo>
                <a:lnTo>
                  <a:pt x="1439" y="640"/>
                </a:lnTo>
                <a:lnTo>
                  <a:pt x="1439" y="639"/>
                </a:lnTo>
                <a:lnTo>
                  <a:pt x="1439" y="638"/>
                </a:lnTo>
                <a:lnTo>
                  <a:pt x="1439" y="639"/>
                </a:lnTo>
                <a:lnTo>
                  <a:pt x="1441" y="640"/>
                </a:lnTo>
                <a:lnTo>
                  <a:pt x="1444" y="640"/>
                </a:lnTo>
                <a:lnTo>
                  <a:pt x="1444" y="641"/>
                </a:lnTo>
                <a:lnTo>
                  <a:pt x="1445" y="643"/>
                </a:lnTo>
                <a:lnTo>
                  <a:pt x="1446" y="644"/>
                </a:lnTo>
                <a:lnTo>
                  <a:pt x="1448" y="645"/>
                </a:lnTo>
                <a:lnTo>
                  <a:pt x="1449" y="648"/>
                </a:lnTo>
                <a:lnTo>
                  <a:pt x="1449" y="649"/>
                </a:lnTo>
                <a:lnTo>
                  <a:pt x="1448" y="651"/>
                </a:lnTo>
                <a:lnTo>
                  <a:pt x="1449" y="651"/>
                </a:lnTo>
                <a:lnTo>
                  <a:pt x="1451" y="652"/>
                </a:lnTo>
                <a:lnTo>
                  <a:pt x="1455" y="653"/>
                </a:lnTo>
                <a:lnTo>
                  <a:pt x="1457" y="653"/>
                </a:lnTo>
                <a:lnTo>
                  <a:pt x="1458" y="652"/>
                </a:lnTo>
                <a:lnTo>
                  <a:pt x="1458" y="651"/>
                </a:lnTo>
                <a:lnTo>
                  <a:pt x="1458" y="650"/>
                </a:lnTo>
                <a:lnTo>
                  <a:pt x="1458" y="649"/>
                </a:lnTo>
                <a:lnTo>
                  <a:pt x="1458" y="648"/>
                </a:lnTo>
                <a:lnTo>
                  <a:pt x="1459" y="649"/>
                </a:lnTo>
                <a:lnTo>
                  <a:pt x="1461" y="650"/>
                </a:lnTo>
                <a:lnTo>
                  <a:pt x="1463" y="652"/>
                </a:lnTo>
                <a:lnTo>
                  <a:pt x="1464" y="652"/>
                </a:lnTo>
                <a:lnTo>
                  <a:pt x="1465" y="652"/>
                </a:lnTo>
                <a:lnTo>
                  <a:pt x="1466" y="653"/>
                </a:lnTo>
                <a:lnTo>
                  <a:pt x="1467" y="652"/>
                </a:lnTo>
                <a:lnTo>
                  <a:pt x="1468" y="652"/>
                </a:lnTo>
                <a:lnTo>
                  <a:pt x="1469" y="653"/>
                </a:lnTo>
                <a:lnTo>
                  <a:pt x="1469" y="654"/>
                </a:lnTo>
                <a:lnTo>
                  <a:pt x="1470" y="655"/>
                </a:lnTo>
                <a:lnTo>
                  <a:pt x="1471" y="657"/>
                </a:lnTo>
                <a:lnTo>
                  <a:pt x="1470" y="660"/>
                </a:lnTo>
                <a:lnTo>
                  <a:pt x="1470" y="664"/>
                </a:lnTo>
                <a:lnTo>
                  <a:pt x="1470" y="665"/>
                </a:lnTo>
                <a:lnTo>
                  <a:pt x="1470" y="667"/>
                </a:lnTo>
                <a:lnTo>
                  <a:pt x="1471" y="668"/>
                </a:lnTo>
                <a:lnTo>
                  <a:pt x="1471" y="669"/>
                </a:lnTo>
                <a:lnTo>
                  <a:pt x="1471" y="670"/>
                </a:lnTo>
                <a:lnTo>
                  <a:pt x="1471" y="672"/>
                </a:lnTo>
                <a:lnTo>
                  <a:pt x="1471" y="674"/>
                </a:lnTo>
                <a:lnTo>
                  <a:pt x="1471" y="675"/>
                </a:lnTo>
                <a:lnTo>
                  <a:pt x="1472" y="675"/>
                </a:lnTo>
                <a:lnTo>
                  <a:pt x="1474" y="677"/>
                </a:lnTo>
                <a:lnTo>
                  <a:pt x="1475" y="680"/>
                </a:lnTo>
                <a:lnTo>
                  <a:pt x="1476" y="681"/>
                </a:lnTo>
                <a:lnTo>
                  <a:pt x="1476" y="682"/>
                </a:lnTo>
                <a:lnTo>
                  <a:pt x="1476" y="683"/>
                </a:lnTo>
                <a:lnTo>
                  <a:pt x="1475" y="683"/>
                </a:lnTo>
                <a:lnTo>
                  <a:pt x="1475" y="684"/>
                </a:lnTo>
                <a:lnTo>
                  <a:pt x="1476" y="685"/>
                </a:lnTo>
                <a:lnTo>
                  <a:pt x="1475" y="686"/>
                </a:lnTo>
                <a:lnTo>
                  <a:pt x="1475" y="687"/>
                </a:lnTo>
                <a:lnTo>
                  <a:pt x="1474" y="688"/>
                </a:lnTo>
                <a:lnTo>
                  <a:pt x="1473" y="691"/>
                </a:lnTo>
                <a:lnTo>
                  <a:pt x="1473" y="692"/>
                </a:lnTo>
                <a:lnTo>
                  <a:pt x="1474" y="693"/>
                </a:lnTo>
                <a:lnTo>
                  <a:pt x="1474" y="694"/>
                </a:lnTo>
                <a:lnTo>
                  <a:pt x="1474" y="695"/>
                </a:lnTo>
                <a:lnTo>
                  <a:pt x="1473" y="696"/>
                </a:lnTo>
                <a:lnTo>
                  <a:pt x="1473" y="697"/>
                </a:lnTo>
                <a:lnTo>
                  <a:pt x="1472" y="697"/>
                </a:lnTo>
                <a:lnTo>
                  <a:pt x="1471" y="698"/>
                </a:lnTo>
                <a:lnTo>
                  <a:pt x="1471" y="699"/>
                </a:lnTo>
                <a:lnTo>
                  <a:pt x="1471" y="701"/>
                </a:lnTo>
                <a:lnTo>
                  <a:pt x="1471" y="702"/>
                </a:lnTo>
                <a:lnTo>
                  <a:pt x="1470" y="702"/>
                </a:lnTo>
                <a:lnTo>
                  <a:pt x="1469" y="702"/>
                </a:lnTo>
                <a:lnTo>
                  <a:pt x="1469" y="703"/>
                </a:lnTo>
                <a:lnTo>
                  <a:pt x="1468" y="702"/>
                </a:lnTo>
                <a:lnTo>
                  <a:pt x="1467" y="702"/>
                </a:lnTo>
                <a:lnTo>
                  <a:pt x="1467" y="703"/>
                </a:lnTo>
                <a:lnTo>
                  <a:pt x="1467" y="702"/>
                </a:lnTo>
                <a:lnTo>
                  <a:pt x="1466" y="702"/>
                </a:lnTo>
                <a:lnTo>
                  <a:pt x="1465" y="702"/>
                </a:lnTo>
                <a:lnTo>
                  <a:pt x="1464" y="702"/>
                </a:lnTo>
                <a:lnTo>
                  <a:pt x="1464" y="703"/>
                </a:lnTo>
                <a:lnTo>
                  <a:pt x="1463" y="703"/>
                </a:lnTo>
                <a:lnTo>
                  <a:pt x="1463" y="704"/>
                </a:lnTo>
                <a:lnTo>
                  <a:pt x="1463" y="705"/>
                </a:lnTo>
                <a:lnTo>
                  <a:pt x="1462" y="705"/>
                </a:lnTo>
                <a:lnTo>
                  <a:pt x="1461" y="706"/>
                </a:lnTo>
                <a:lnTo>
                  <a:pt x="1460" y="706"/>
                </a:lnTo>
                <a:lnTo>
                  <a:pt x="1459" y="706"/>
                </a:lnTo>
                <a:lnTo>
                  <a:pt x="1459" y="707"/>
                </a:lnTo>
                <a:lnTo>
                  <a:pt x="1458" y="707"/>
                </a:lnTo>
                <a:lnTo>
                  <a:pt x="1458" y="708"/>
                </a:lnTo>
                <a:lnTo>
                  <a:pt x="1457" y="708"/>
                </a:lnTo>
                <a:lnTo>
                  <a:pt x="1457" y="709"/>
                </a:lnTo>
                <a:lnTo>
                  <a:pt x="1457" y="710"/>
                </a:lnTo>
                <a:lnTo>
                  <a:pt x="1458" y="710"/>
                </a:lnTo>
                <a:lnTo>
                  <a:pt x="1458" y="711"/>
                </a:lnTo>
                <a:lnTo>
                  <a:pt x="1458" y="712"/>
                </a:lnTo>
                <a:lnTo>
                  <a:pt x="1459" y="712"/>
                </a:lnTo>
                <a:lnTo>
                  <a:pt x="1459" y="713"/>
                </a:lnTo>
                <a:lnTo>
                  <a:pt x="1459" y="714"/>
                </a:lnTo>
                <a:lnTo>
                  <a:pt x="1460" y="715"/>
                </a:lnTo>
                <a:lnTo>
                  <a:pt x="1460" y="717"/>
                </a:lnTo>
                <a:lnTo>
                  <a:pt x="1460" y="718"/>
                </a:lnTo>
                <a:lnTo>
                  <a:pt x="1460" y="719"/>
                </a:lnTo>
                <a:lnTo>
                  <a:pt x="1460" y="720"/>
                </a:lnTo>
                <a:lnTo>
                  <a:pt x="1459" y="720"/>
                </a:lnTo>
                <a:lnTo>
                  <a:pt x="1459" y="721"/>
                </a:lnTo>
                <a:lnTo>
                  <a:pt x="1460" y="722"/>
                </a:lnTo>
                <a:lnTo>
                  <a:pt x="1460" y="723"/>
                </a:lnTo>
                <a:lnTo>
                  <a:pt x="1460" y="724"/>
                </a:lnTo>
                <a:lnTo>
                  <a:pt x="1459" y="725"/>
                </a:lnTo>
                <a:lnTo>
                  <a:pt x="1459" y="726"/>
                </a:lnTo>
                <a:lnTo>
                  <a:pt x="1459" y="727"/>
                </a:lnTo>
                <a:lnTo>
                  <a:pt x="1459" y="728"/>
                </a:lnTo>
                <a:lnTo>
                  <a:pt x="1460" y="729"/>
                </a:lnTo>
                <a:lnTo>
                  <a:pt x="1460" y="730"/>
                </a:lnTo>
                <a:lnTo>
                  <a:pt x="1459" y="731"/>
                </a:lnTo>
                <a:lnTo>
                  <a:pt x="1459" y="732"/>
                </a:lnTo>
                <a:lnTo>
                  <a:pt x="1460" y="733"/>
                </a:lnTo>
                <a:lnTo>
                  <a:pt x="1460" y="734"/>
                </a:lnTo>
                <a:lnTo>
                  <a:pt x="1460" y="735"/>
                </a:lnTo>
                <a:lnTo>
                  <a:pt x="1460" y="736"/>
                </a:lnTo>
                <a:lnTo>
                  <a:pt x="1461" y="736"/>
                </a:lnTo>
                <a:lnTo>
                  <a:pt x="1461" y="737"/>
                </a:lnTo>
                <a:lnTo>
                  <a:pt x="1462" y="737"/>
                </a:lnTo>
                <a:lnTo>
                  <a:pt x="1463" y="737"/>
                </a:lnTo>
                <a:lnTo>
                  <a:pt x="1463" y="738"/>
                </a:lnTo>
                <a:lnTo>
                  <a:pt x="1463" y="739"/>
                </a:lnTo>
                <a:lnTo>
                  <a:pt x="1464" y="739"/>
                </a:lnTo>
                <a:lnTo>
                  <a:pt x="1465" y="739"/>
                </a:lnTo>
                <a:lnTo>
                  <a:pt x="1465" y="740"/>
                </a:lnTo>
                <a:lnTo>
                  <a:pt x="1466" y="740"/>
                </a:lnTo>
                <a:lnTo>
                  <a:pt x="1466" y="741"/>
                </a:lnTo>
                <a:lnTo>
                  <a:pt x="1467" y="741"/>
                </a:lnTo>
                <a:lnTo>
                  <a:pt x="1467" y="742"/>
                </a:lnTo>
                <a:lnTo>
                  <a:pt x="1468" y="742"/>
                </a:lnTo>
                <a:lnTo>
                  <a:pt x="1468" y="743"/>
                </a:lnTo>
                <a:lnTo>
                  <a:pt x="1468" y="744"/>
                </a:lnTo>
                <a:lnTo>
                  <a:pt x="1468" y="745"/>
                </a:lnTo>
                <a:lnTo>
                  <a:pt x="1467" y="746"/>
                </a:lnTo>
                <a:lnTo>
                  <a:pt x="1467" y="747"/>
                </a:lnTo>
                <a:lnTo>
                  <a:pt x="1467" y="748"/>
                </a:lnTo>
                <a:lnTo>
                  <a:pt x="1467" y="749"/>
                </a:lnTo>
                <a:lnTo>
                  <a:pt x="1468" y="749"/>
                </a:lnTo>
                <a:lnTo>
                  <a:pt x="1468" y="751"/>
                </a:lnTo>
                <a:lnTo>
                  <a:pt x="1468" y="753"/>
                </a:lnTo>
                <a:lnTo>
                  <a:pt x="1469" y="753"/>
                </a:lnTo>
                <a:lnTo>
                  <a:pt x="1469" y="755"/>
                </a:lnTo>
                <a:lnTo>
                  <a:pt x="1468" y="755"/>
                </a:lnTo>
                <a:lnTo>
                  <a:pt x="1469" y="755"/>
                </a:lnTo>
                <a:lnTo>
                  <a:pt x="1469" y="756"/>
                </a:lnTo>
                <a:lnTo>
                  <a:pt x="1470" y="757"/>
                </a:lnTo>
                <a:lnTo>
                  <a:pt x="1470" y="758"/>
                </a:lnTo>
                <a:lnTo>
                  <a:pt x="1469" y="758"/>
                </a:lnTo>
                <a:lnTo>
                  <a:pt x="1469" y="759"/>
                </a:lnTo>
                <a:lnTo>
                  <a:pt x="1467" y="760"/>
                </a:lnTo>
                <a:lnTo>
                  <a:pt x="1468" y="760"/>
                </a:lnTo>
                <a:lnTo>
                  <a:pt x="1468" y="761"/>
                </a:lnTo>
                <a:lnTo>
                  <a:pt x="1467" y="761"/>
                </a:lnTo>
                <a:lnTo>
                  <a:pt x="1467" y="762"/>
                </a:lnTo>
                <a:lnTo>
                  <a:pt x="1467" y="764"/>
                </a:lnTo>
                <a:lnTo>
                  <a:pt x="1467" y="765"/>
                </a:lnTo>
                <a:lnTo>
                  <a:pt x="1468" y="765"/>
                </a:lnTo>
                <a:lnTo>
                  <a:pt x="1467" y="765"/>
                </a:lnTo>
                <a:lnTo>
                  <a:pt x="1467" y="766"/>
                </a:lnTo>
                <a:lnTo>
                  <a:pt x="1467" y="767"/>
                </a:lnTo>
                <a:lnTo>
                  <a:pt x="1466" y="767"/>
                </a:lnTo>
                <a:lnTo>
                  <a:pt x="1465" y="767"/>
                </a:lnTo>
                <a:lnTo>
                  <a:pt x="1465" y="768"/>
                </a:lnTo>
                <a:lnTo>
                  <a:pt x="1465" y="769"/>
                </a:lnTo>
                <a:lnTo>
                  <a:pt x="1463" y="769"/>
                </a:lnTo>
                <a:lnTo>
                  <a:pt x="1462" y="769"/>
                </a:lnTo>
                <a:lnTo>
                  <a:pt x="1462" y="768"/>
                </a:lnTo>
                <a:lnTo>
                  <a:pt x="1461" y="768"/>
                </a:lnTo>
                <a:lnTo>
                  <a:pt x="1461" y="767"/>
                </a:lnTo>
                <a:lnTo>
                  <a:pt x="1461" y="768"/>
                </a:lnTo>
                <a:lnTo>
                  <a:pt x="1460" y="768"/>
                </a:lnTo>
                <a:lnTo>
                  <a:pt x="1460" y="769"/>
                </a:lnTo>
                <a:lnTo>
                  <a:pt x="1459" y="769"/>
                </a:lnTo>
                <a:lnTo>
                  <a:pt x="1457" y="770"/>
                </a:lnTo>
                <a:lnTo>
                  <a:pt x="1456" y="770"/>
                </a:lnTo>
                <a:lnTo>
                  <a:pt x="1454" y="770"/>
                </a:lnTo>
                <a:lnTo>
                  <a:pt x="1453" y="771"/>
                </a:lnTo>
                <a:lnTo>
                  <a:pt x="1452" y="771"/>
                </a:lnTo>
                <a:lnTo>
                  <a:pt x="1451" y="771"/>
                </a:lnTo>
                <a:lnTo>
                  <a:pt x="1451" y="770"/>
                </a:lnTo>
                <a:lnTo>
                  <a:pt x="1450" y="770"/>
                </a:lnTo>
                <a:lnTo>
                  <a:pt x="1450" y="771"/>
                </a:lnTo>
                <a:lnTo>
                  <a:pt x="1449" y="771"/>
                </a:lnTo>
                <a:lnTo>
                  <a:pt x="1448" y="770"/>
                </a:lnTo>
                <a:lnTo>
                  <a:pt x="1447" y="769"/>
                </a:lnTo>
                <a:lnTo>
                  <a:pt x="1446" y="769"/>
                </a:lnTo>
                <a:lnTo>
                  <a:pt x="1445" y="769"/>
                </a:lnTo>
                <a:lnTo>
                  <a:pt x="1445" y="770"/>
                </a:lnTo>
                <a:lnTo>
                  <a:pt x="1444" y="770"/>
                </a:lnTo>
                <a:lnTo>
                  <a:pt x="1444" y="769"/>
                </a:lnTo>
                <a:lnTo>
                  <a:pt x="1444" y="768"/>
                </a:lnTo>
                <a:lnTo>
                  <a:pt x="1443" y="768"/>
                </a:lnTo>
                <a:lnTo>
                  <a:pt x="1442" y="768"/>
                </a:lnTo>
                <a:lnTo>
                  <a:pt x="1442" y="769"/>
                </a:lnTo>
                <a:lnTo>
                  <a:pt x="1441" y="769"/>
                </a:lnTo>
                <a:lnTo>
                  <a:pt x="1440" y="769"/>
                </a:lnTo>
                <a:lnTo>
                  <a:pt x="1440" y="768"/>
                </a:lnTo>
                <a:lnTo>
                  <a:pt x="1439" y="768"/>
                </a:lnTo>
                <a:lnTo>
                  <a:pt x="1439" y="769"/>
                </a:lnTo>
                <a:lnTo>
                  <a:pt x="1440" y="769"/>
                </a:lnTo>
                <a:lnTo>
                  <a:pt x="1440" y="770"/>
                </a:lnTo>
                <a:lnTo>
                  <a:pt x="1440" y="771"/>
                </a:lnTo>
                <a:lnTo>
                  <a:pt x="1439" y="771"/>
                </a:lnTo>
                <a:lnTo>
                  <a:pt x="1437" y="772"/>
                </a:lnTo>
                <a:lnTo>
                  <a:pt x="1436" y="772"/>
                </a:lnTo>
                <a:lnTo>
                  <a:pt x="1436" y="771"/>
                </a:lnTo>
                <a:lnTo>
                  <a:pt x="1435" y="771"/>
                </a:lnTo>
                <a:lnTo>
                  <a:pt x="1435" y="772"/>
                </a:lnTo>
                <a:lnTo>
                  <a:pt x="1435" y="773"/>
                </a:lnTo>
                <a:lnTo>
                  <a:pt x="1434" y="772"/>
                </a:lnTo>
                <a:lnTo>
                  <a:pt x="1433" y="771"/>
                </a:lnTo>
                <a:lnTo>
                  <a:pt x="1432" y="770"/>
                </a:lnTo>
                <a:lnTo>
                  <a:pt x="1433" y="770"/>
                </a:lnTo>
                <a:lnTo>
                  <a:pt x="1433" y="769"/>
                </a:lnTo>
                <a:lnTo>
                  <a:pt x="1432" y="769"/>
                </a:lnTo>
                <a:lnTo>
                  <a:pt x="1432" y="768"/>
                </a:lnTo>
                <a:lnTo>
                  <a:pt x="1431" y="768"/>
                </a:lnTo>
                <a:lnTo>
                  <a:pt x="1430" y="768"/>
                </a:lnTo>
                <a:lnTo>
                  <a:pt x="1429" y="768"/>
                </a:lnTo>
                <a:lnTo>
                  <a:pt x="1428" y="768"/>
                </a:lnTo>
                <a:lnTo>
                  <a:pt x="1428" y="767"/>
                </a:lnTo>
                <a:lnTo>
                  <a:pt x="1427" y="768"/>
                </a:lnTo>
                <a:lnTo>
                  <a:pt x="1426" y="768"/>
                </a:lnTo>
                <a:lnTo>
                  <a:pt x="1426" y="769"/>
                </a:lnTo>
                <a:lnTo>
                  <a:pt x="1425" y="770"/>
                </a:lnTo>
                <a:lnTo>
                  <a:pt x="1425" y="769"/>
                </a:lnTo>
                <a:lnTo>
                  <a:pt x="1424" y="769"/>
                </a:lnTo>
                <a:lnTo>
                  <a:pt x="1424" y="770"/>
                </a:lnTo>
                <a:lnTo>
                  <a:pt x="1423" y="770"/>
                </a:lnTo>
                <a:lnTo>
                  <a:pt x="1422" y="770"/>
                </a:lnTo>
                <a:lnTo>
                  <a:pt x="1420" y="770"/>
                </a:lnTo>
                <a:lnTo>
                  <a:pt x="1420" y="771"/>
                </a:lnTo>
                <a:lnTo>
                  <a:pt x="1419" y="771"/>
                </a:lnTo>
                <a:lnTo>
                  <a:pt x="1419" y="772"/>
                </a:lnTo>
                <a:lnTo>
                  <a:pt x="1418" y="772"/>
                </a:lnTo>
                <a:lnTo>
                  <a:pt x="1417" y="772"/>
                </a:lnTo>
                <a:lnTo>
                  <a:pt x="1416" y="773"/>
                </a:lnTo>
                <a:lnTo>
                  <a:pt x="1415" y="773"/>
                </a:lnTo>
                <a:lnTo>
                  <a:pt x="1414" y="773"/>
                </a:lnTo>
                <a:lnTo>
                  <a:pt x="1413" y="773"/>
                </a:lnTo>
                <a:lnTo>
                  <a:pt x="1412" y="773"/>
                </a:lnTo>
                <a:lnTo>
                  <a:pt x="1412" y="774"/>
                </a:lnTo>
                <a:lnTo>
                  <a:pt x="1411" y="774"/>
                </a:lnTo>
                <a:lnTo>
                  <a:pt x="1410" y="774"/>
                </a:lnTo>
                <a:lnTo>
                  <a:pt x="1409" y="774"/>
                </a:lnTo>
                <a:lnTo>
                  <a:pt x="1408" y="774"/>
                </a:lnTo>
                <a:lnTo>
                  <a:pt x="1408" y="773"/>
                </a:lnTo>
                <a:lnTo>
                  <a:pt x="1408" y="772"/>
                </a:lnTo>
                <a:lnTo>
                  <a:pt x="1409" y="772"/>
                </a:lnTo>
                <a:lnTo>
                  <a:pt x="1408" y="771"/>
                </a:lnTo>
                <a:lnTo>
                  <a:pt x="1407" y="771"/>
                </a:lnTo>
                <a:lnTo>
                  <a:pt x="1406" y="771"/>
                </a:lnTo>
                <a:lnTo>
                  <a:pt x="1406" y="772"/>
                </a:lnTo>
                <a:lnTo>
                  <a:pt x="1406" y="773"/>
                </a:lnTo>
                <a:lnTo>
                  <a:pt x="1405" y="773"/>
                </a:lnTo>
                <a:lnTo>
                  <a:pt x="1405" y="772"/>
                </a:lnTo>
                <a:lnTo>
                  <a:pt x="1405" y="773"/>
                </a:lnTo>
                <a:lnTo>
                  <a:pt x="1404" y="773"/>
                </a:lnTo>
                <a:lnTo>
                  <a:pt x="1404" y="772"/>
                </a:lnTo>
                <a:lnTo>
                  <a:pt x="1403" y="772"/>
                </a:lnTo>
                <a:lnTo>
                  <a:pt x="1401" y="772"/>
                </a:lnTo>
                <a:lnTo>
                  <a:pt x="1400" y="773"/>
                </a:lnTo>
                <a:lnTo>
                  <a:pt x="1400" y="772"/>
                </a:lnTo>
                <a:lnTo>
                  <a:pt x="1399" y="772"/>
                </a:lnTo>
                <a:lnTo>
                  <a:pt x="1399" y="771"/>
                </a:lnTo>
                <a:lnTo>
                  <a:pt x="1398" y="771"/>
                </a:lnTo>
                <a:lnTo>
                  <a:pt x="1398" y="770"/>
                </a:lnTo>
                <a:lnTo>
                  <a:pt x="1397" y="771"/>
                </a:lnTo>
                <a:lnTo>
                  <a:pt x="1396" y="770"/>
                </a:lnTo>
                <a:lnTo>
                  <a:pt x="1395" y="770"/>
                </a:lnTo>
                <a:lnTo>
                  <a:pt x="1395" y="769"/>
                </a:lnTo>
                <a:lnTo>
                  <a:pt x="1394" y="770"/>
                </a:lnTo>
                <a:lnTo>
                  <a:pt x="1393" y="769"/>
                </a:lnTo>
                <a:lnTo>
                  <a:pt x="1393" y="768"/>
                </a:lnTo>
                <a:lnTo>
                  <a:pt x="1392" y="769"/>
                </a:lnTo>
                <a:lnTo>
                  <a:pt x="1392" y="768"/>
                </a:lnTo>
                <a:lnTo>
                  <a:pt x="1391" y="768"/>
                </a:lnTo>
                <a:lnTo>
                  <a:pt x="1390" y="768"/>
                </a:lnTo>
                <a:lnTo>
                  <a:pt x="1389" y="767"/>
                </a:lnTo>
                <a:lnTo>
                  <a:pt x="1388" y="767"/>
                </a:lnTo>
                <a:lnTo>
                  <a:pt x="1387" y="768"/>
                </a:lnTo>
                <a:lnTo>
                  <a:pt x="1386" y="768"/>
                </a:lnTo>
                <a:lnTo>
                  <a:pt x="1386" y="769"/>
                </a:lnTo>
                <a:lnTo>
                  <a:pt x="1387" y="769"/>
                </a:lnTo>
                <a:lnTo>
                  <a:pt x="1387" y="768"/>
                </a:lnTo>
                <a:lnTo>
                  <a:pt x="1388" y="768"/>
                </a:lnTo>
                <a:lnTo>
                  <a:pt x="1389" y="768"/>
                </a:lnTo>
                <a:lnTo>
                  <a:pt x="1389" y="769"/>
                </a:lnTo>
                <a:lnTo>
                  <a:pt x="1388" y="770"/>
                </a:lnTo>
                <a:lnTo>
                  <a:pt x="1389" y="770"/>
                </a:lnTo>
                <a:lnTo>
                  <a:pt x="1389" y="771"/>
                </a:lnTo>
                <a:lnTo>
                  <a:pt x="1388" y="771"/>
                </a:lnTo>
                <a:lnTo>
                  <a:pt x="1388" y="772"/>
                </a:lnTo>
                <a:lnTo>
                  <a:pt x="1388" y="771"/>
                </a:lnTo>
                <a:lnTo>
                  <a:pt x="1387" y="771"/>
                </a:lnTo>
                <a:lnTo>
                  <a:pt x="1387" y="772"/>
                </a:lnTo>
                <a:lnTo>
                  <a:pt x="1386" y="772"/>
                </a:lnTo>
                <a:lnTo>
                  <a:pt x="1387" y="772"/>
                </a:lnTo>
                <a:lnTo>
                  <a:pt x="1388" y="772"/>
                </a:lnTo>
                <a:lnTo>
                  <a:pt x="1387" y="772"/>
                </a:lnTo>
                <a:lnTo>
                  <a:pt x="1386" y="772"/>
                </a:lnTo>
                <a:lnTo>
                  <a:pt x="1386" y="773"/>
                </a:lnTo>
                <a:lnTo>
                  <a:pt x="1387" y="773"/>
                </a:lnTo>
                <a:lnTo>
                  <a:pt x="1387" y="774"/>
                </a:lnTo>
                <a:lnTo>
                  <a:pt x="1386" y="774"/>
                </a:lnTo>
                <a:lnTo>
                  <a:pt x="1385" y="773"/>
                </a:lnTo>
                <a:lnTo>
                  <a:pt x="1384" y="773"/>
                </a:lnTo>
                <a:lnTo>
                  <a:pt x="1383" y="773"/>
                </a:lnTo>
                <a:lnTo>
                  <a:pt x="1382" y="773"/>
                </a:lnTo>
                <a:lnTo>
                  <a:pt x="1381" y="773"/>
                </a:lnTo>
                <a:lnTo>
                  <a:pt x="1381" y="774"/>
                </a:lnTo>
                <a:lnTo>
                  <a:pt x="1382" y="774"/>
                </a:lnTo>
                <a:lnTo>
                  <a:pt x="1382" y="775"/>
                </a:lnTo>
                <a:lnTo>
                  <a:pt x="1381" y="775"/>
                </a:lnTo>
                <a:lnTo>
                  <a:pt x="1382" y="775"/>
                </a:lnTo>
                <a:lnTo>
                  <a:pt x="1382" y="776"/>
                </a:lnTo>
                <a:lnTo>
                  <a:pt x="1382" y="777"/>
                </a:lnTo>
                <a:lnTo>
                  <a:pt x="1383" y="777"/>
                </a:lnTo>
                <a:lnTo>
                  <a:pt x="1383" y="776"/>
                </a:lnTo>
                <a:lnTo>
                  <a:pt x="1384" y="776"/>
                </a:lnTo>
                <a:lnTo>
                  <a:pt x="1384" y="777"/>
                </a:lnTo>
                <a:lnTo>
                  <a:pt x="1384" y="778"/>
                </a:lnTo>
                <a:lnTo>
                  <a:pt x="1384" y="779"/>
                </a:lnTo>
                <a:lnTo>
                  <a:pt x="1385" y="779"/>
                </a:lnTo>
                <a:lnTo>
                  <a:pt x="1386" y="779"/>
                </a:lnTo>
                <a:lnTo>
                  <a:pt x="1386" y="780"/>
                </a:lnTo>
                <a:lnTo>
                  <a:pt x="1387" y="781"/>
                </a:lnTo>
                <a:lnTo>
                  <a:pt x="1386" y="781"/>
                </a:lnTo>
                <a:lnTo>
                  <a:pt x="1386" y="782"/>
                </a:lnTo>
                <a:lnTo>
                  <a:pt x="1386" y="783"/>
                </a:lnTo>
                <a:lnTo>
                  <a:pt x="1387" y="783"/>
                </a:lnTo>
                <a:lnTo>
                  <a:pt x="1387" y="784"/>
                </a:lnTo>
                <a:lnTo>
                  <a:pt x="1388" y="785"/>
                </a:lnTo>
                <a:lnTo>
                  <a:pt x="1388" y="786"/>
                </a:lnTo>
                <a:lnTo>
                  <a:pt x="1387" y="786"/>
                </a:lnTo>
                <a:lnTo>
                  <a:pt x="1387" y="787"/>
                </a:lnTo>
                <a:lnTo>
                  <a:pt x="1388" y="787"/>
                </a:lnTo>
                <a:lnTo>
                  <a:pt x="1388" y="788"/>
                </a:lnTo>
                <a:lnTo>
                  <a:pt x="1389" y="788"/>
                </a:lnTo>
                <a:lnTo>
                  <a:pt x="1389" y="789"/>
                </a:lnTo>
                <a:lnTo>
                  <a:pt x="1390" y="789"/>
                </a:lnTo>
                <a:lnTo>
                  <a:pt x="1391" y="790"/>
                </a:lnTo>
                <a:lnTo>
                  <a:pt x="1390" y="791"/>
                </a:lnTo>
                <a:lnTo>
                  <a:pt x="1390" y="792"/>
                </a:lnTo>
                <a:lnTo>
                  <a:pt x="1391" y="792"/>
                </a:lnTo>
                <a:lnTo>
                  <a:pt x="1392" y="792"/>
                </a:lnTo>
                <a:lnTo>
                  <a:pt x="1392" y="793"/>
                </a:lnTo>
                <a:lnTo>
                  <a:pt x="1393" y="793"/>
                </a:lnTo>
                <a:lnTo>
                  <a:pt x="1393" y="794"/>
                </a:lnTo>
                <a:lnTo>
                  <a:pt x="1394" y="795"/>
                </a:lnTo>
                <a:lnTo>
                  <a:pt x="1395" y="796"/>
                </a:lnTo>
                <a:lnTo>
                  <a:pt x="1398" y="796"/>
                </a:lnTo>
                <a:lnTo>
                  <a:pt x="1398" y="797"/>
                </a:lnTo>
                <a:lnTo>
                  <a:pt x="1398" y="798"/>
                </a:lnTo>
                <a:lnTo>
                  <a:pt x="1398" y="799"/>
                </a:lnTo>
                <a:lnTo>
                  <a:pt x="1399" y="799"/>
                </a:lnTo>
                <a:lnTo>
                  <a:pt x="1400" y="799"/>
                </a:lnTo>
                <a:lnTo>
                  <a:pt x="1399" y="800"/>
                </a:lnTo>
                <a:lnTo>
                  <a:pt x="1399" y="801"/>
                </a:lnTo>
                <a:lnTo>
                  <a:pt x="1398" y="801"/>
                </a:lnTo>
                <a:lnTo>
                  <a:pt x="1397" y="801"/>
                </a:lnTo>
                <a:lnTo>
                  <a:pt x="1396" y="801"/>
                </a:lnTo>
                <a:lnTo>
                  <a:pt x="1395" y="801"/>
                </a:lnTo>
                <a:lnTo>
                  <a:pt x="1394" y="802"/>
                </a:lnTo>
                <a:lnTo>
                  <a:pt x="1394" y="803"/>
                </a:lnTo>
                <a:lnTo>
                  <a:pt x="1393" y="803"/>
                </a:lnTo>
                <a:lnTo>
                  <a:pt x="1392" y="803"/>
                </a:lnTo>
                <a:lnTo>
                  <a:pt x="1390" y="803"/>
                </a:lnTo>
                <a:lnTo>
                  <a:pt x="1389" y="803"/>
                </a:lnTo>
                <a:lnTo>
                  <a:pt x="1388" y="803"/>
                </a:lnTo>
                <a:lnTo>
                  <a:pt x="1387" y="804"/>
                </a:lnTo>
                <a:lnTo>
                  <a:pt x="1386" y="804"/>
                </a:lnTo>
                <a:lnTo>
                  <a:pt x="1386" y="803"/>
                </a:lnTo>
                <a:lnTo>
                  <a:pt x="1386" y="802"/>
                </a:lnTo>
                <a:lnTo>
                  <a:pt x="1386" y="803"/>
                </a:lnTo>
                <a:lnTo>
                  <a:pt x="1385" y="804"/>
                </a:lnTo>
                <a:lnTo>
                  <a:pt x="1384" y="804"/>
                </a:lnTo>
                <a:lnTo>
                  <a:pt x="1383" y="804"/>
                </a:lnTo>
                <a:lnTo>
                  <a:pt x="1382" y="804"/>
                </a:lnTo>
                <a:lnTo>
                  <a:pt x="1381" y="804"/>
                </a:lnTo>
                <a:lnTo>
                  <a:pt x="1381" y="805"/>
                </a:lnTo>
                <a:lnTo>
                  <a:pt x="1381" y="806"/>
                </a:lnTo>
                <a:lnTo>
                  <a:pt x="1380" y="806"/>
                </a:lnTo>
                <a:lnTo>
                  <a:pt x="1380" y="805"/>
                </a:lnTo>
                <a:lnTo>
                  <a:pt x="1379" y="805"/>
                </a:lnTo>
                <a:lnTo>
                  <a:pt x="1379" y="806"/>
                </a:lnTo>
                <a:lnTo>
                  <a:pt x="1380" y="806"/>
                </a:lnTo>
                <a:lnTo>
                  <a:pt x="1380" y="807"/>
                </a:lnTo>
                <a:lnTo>
                  <a:pt x="1379" y="807"/>
                </a:lnTo>
                <a:lnTo>
                  <a:pt x="1378" y="807"/>
                </a:lnTo>
                <a:lnTo>
                  <a:pt x="1379" y="806"/>
                </a:lnTo>
                <a:lnTo>
                  <a:pt x="1379" y="805"/>
                </a:lnTo>
                <a:lnTo>
                  <a:pt x="1379" y="804"/>
                </a:lnTo>
                <a:lnTo>
                  <a:pt x="1379" y="803"/>
                </a:lnTo>
                <a:lnTo>
                  <a:pt x="1378" y="802"/>
                </a:lnTo>
                <a:lnTo>
                  <a:pt x="1377" y="802"/>
                </a:lnTo>
                <a:lnTo>
                  <a:pt x="1376" y="802"/>
                </a:lnTo>
                <a:lnTo>
                  <a:pt x="1376" y="803"/>
                </a:lnTo>
                <a:lnTo>
                  <a:pt x="1376" y="804"/>
                </a:lnTo>
                <a:lnTo>
                  <a:pt x="1375" y="803"/>
                </a:lnTo>
                <a:lnTo>
                  <a:pt x="1374" y="802"/>
                </a:lnTo>
                <a:lnTo>
                  <a:pt x="1373" y="802"/>
                </a:lnTo>
                <a:lnTo>
                  <a:pt x="1373" y="803"/>
                </a:lnTo>
                <a:lnTo>
                  <a:pt x="1372" y="803"/>
                </a:lnTo>
                <a:lnTo>
                  <a:pt x="1372" y="804"/>
                </a:lnTo>
                <a:lnTo>
                  <a:pt x="1372" y="805"/>
                </a:lnTo>
                <a:lnTo>
                  <a:pt x="1371" y="805"/>
                </a:lnTo>
                <a:lnTo>
                  <a:pt x="1370" y="806"/>
                </a:lnTo>
                <a:lnTo>
                  <a:pt x="1369" y="807"/>
                </a:lnTo>
                <a:lnTo>
                  <a:pt x="1370" y="807"/>
                </a:lnTo>
                <a:lnTo>
                  <a:pt x="1370" y="808"/>
                </a:lnTo>
                <a:lnTo>
                  <a:pt x="1367" y="808"/>
                </a:lnTo>
                <a:lnTo>
                  <a:pt x="1366" y="808"/>
                </a:lnTo>
                <a:lnTo>
                  <a:pt x="1366" y="807"/>
                </a:lnTo>
                <a:lnTo>
                  <a:pt x="1365" y="807"/>
                </a:lnTo>
                <a:lnTo>
                  <a:pt x="1364" y="807"/>
                </a:lnTo>
                <a:lnTo>
                  <a:pt x="1363" y="807"/>
                </a:lnTo>
                <a:lnTo>
                  <a:pt x="1362" y="807"/>
                </a:lnTo>
                <a:lnTo>
                  <a:pt x="1361" y="807"/>
                </a:lnTo>
                <a:lnTo>
                  <a:pt x="1361" y="806"/>
                </a:lnTo>
                <a:lnTo>
                  <a:pt x="1360" y="805"/>
                </a:lnTo>
                <a:lnTo>
                  <a:pt x="1359" y="805"/>
                </a:lnTo>
                <a:lnTo>
                  <a:pt x="1358" y="806"/>
                </a:lnTo>
                <a:lnTo>
                  <a:pt x="1357" y="805"/>
                </a:lnTo>
                <a:lnTo>
                  <a:pt x="1356" y="806"/>
                </a:lnTo>
                <a:lnTo>
                  <a:pt x="1355" y="807"/>
                </a:lnTo>
                <a:lnTo>
                  <a:pt x="1355" y="808"/>
                </a:lnTo>
                <a:lnTo>
                  <a:pt x="1355" y="807"/>
                </a:lnTo>
                <a:lnTo>
                  <a:pt x="1354" y="807"/>
                </a:lnTo>
                <a:lnTo>
                  <a:pt x="1354" y="806"/>
                </a:lnTo>
                <a:lnTo>
                  <a:pt x="1353" y="806"/>
                </a:lnTo>
                <a:lnTo>
                  <a:pt x="1353" y="805"/>
                </a:lnTo>
                <a:lnTo>
                  <a:pt x="1352" y="805"/>
                </a:lnTo>
                <a:lnTo>
                  <a:pt x="1351" y="805"/>
                </a:lnTo>
                <a:lnTo>
                  <a:pt x="1350" y="805"/>
                </a:lnTo>
                <a:lnTo>
                  <a:pt x="1349" y="805"/>
                </a:lnTo>
                <a:lnTo>
                  <a:pt x="1349" y="804"/>
                </a:lnTo>
                <a:lnTo>
                  <a:pt x="1348" y="805"/>
                </a:lnTo>
                <a:lnTo>
                  <a:pt x="1348" y="806"/>
                </a:lnTo>
                <a:lnTo>
                  <a:pt x="1348" y="807"/>
                </a:lnTo>
                <a:lnTo>
                  <a:pt x="1347" y="807"/>
                </a:lnTo>
                <a:lnTo>
                  <a:pt x="1347" y="808"/>
                </a:lnTo>
                <a:lnTo>
                  <a:pt x="1346" y="808"/>
                </a:lnTo>
                <a:lnTo>
                  <a:pt x="1345" y="809"/>
                </a:lnTo>
                <a:lnTo>
                  <a:pt x="1345" y="811"/>
                </a:lnTo>
                <a:lnTo>
                  <a:pt x="1344" y="811"/>
                </a:lnTo>
                <a:lnTo>
                  <a:pt x="1344" y="810"/>
                </a:lnTo>
                <a:lnTo>
                  <a:pt x="1343" y="810"/>
                </a:lnTo>
                <a:lnTo>
                  <a:pt x="1342" y="811"/>
                </a:lnTo>
                <a:lnTo>
                  <a:pt x="1341" y="811"/>
                </a:lnTo>
                <a:lnTo>
                  <a:pt x="1341" y="810"/>
                </a:lnTo>
                <a:lnTo>
                  <a:pt x="1340" y="810"/>
                </a:lnTo>
                <a:lnTo>
                  <a:pt x="1339" y="811"/>
                </a:lnTo>
                <a:lnTo>
                  <a:pt x="1339" y="810"/>
                </a:lnTo>
                <a:lnTo>
                  <a:pt x="1338" y="809"/>
                </a:lnTo>
                <a:lnTo>
                  <a:pt x="1339" y="809"/>
                </a:lnTo>
                <a:lnTo>
                  <a:pt x="1339" y="808"/>
                </a:lnTo>
                <a:lnTo>
                  <a:pt x="1338" y="807"/>
                </a:lnTo>
                <a:lnTo>
                  <a:pt x="1338" y="805"/>
                </a:lnTo>
                <a:lnTo>
                  <a:pt x="1337" y="805"/>
                </a:lnTo>
                <a:lnTo>
                  <a:pt x="1336" y="805"/>
                </a:lnTo>
                <a:lnTo>
                  <a:pt x="1335" y="805"/>
                </a:lnTo>
                <a:lnTo>
                  <a:pt x="1336" y="805"/>
                </a:lnTo>
                <a:lnTo>
                  <a:pt x="1335" y="804"/>
                </a:lnTo>
                <a:lnTo>
                  <a:pt x="1334" y="804"/>
                </a:lnTo>
                <a:lnTo>
                  <a:pt x="1333" y="804"/>
                </a:lnTo>
                <a:lnTo>
                  <a:pt x="1333" y="803"/>
                </a:lnTo>
                <a:lnTo>
                  <a:pt x="1332" y="803"/>
                </a:lnTo>
                <a:lnTo>
                  <a:pt x="1331" y="803"/>
                </a:lnTo>
                <a:lnTo>
                  <a:pt x="1331" y="802"/>
                </a:lnTo>
                <a:lnTo>
                  <a:pt x="1330" y="802"/>
                </a:lnTo>
                <a:lnTo>
                  <a:pt x="1330" y="801"/>
                </a:lnTo>
                <a:lnTo>
                  <a:pt x="1330" y="800"/>
                </a:lnTo>
                <a:lnTo>
                  <a:pt x="1331" y="800"/>
                </a:lnTo>
                <a:lnTo>
                  <a:pt x="1331" y="799"/>
                </a:lnTo>
                <a:lnTo>
                  <a:pt x="1331" y="798"/>
                </a:lnTo>
                <a:lnTo>
                  <a:pt x="1330" y="798"/>
                </a:lnTo>
                <a:lnTo>
                  <a:pt x="1330" y="797"/>
                </a:lnTo>
                <a:lnTo>
                  <a:pt x="1329" y="797"/>
                </a:lnTo>
                <a:lnTo>
                  <a:pt x="1328" y="797"/>
                </a:lnTo>
                <a:lnTo>
                  <a:pt x="1327" y="797"/>
                </a:lnTo>
                <a:lnTo>
                  <a:pt x="1327" y="796"/>
                </a:lnTo>
                <a:lnTo>
                  <a:pt x="1326" y="796"/>
                </a:lnTo>
                <a:lnTo>
                  <a:pt x="1326" y="795"/>
                </a:lnTo>
                <a:lnTo>
                  <a:pt x="1327" y="795"/>
                </a:lnTo>
                <a:lnTo>
                  <a:pt x="1326" y="794"/>
                </a:lnTo>
                <a:lnTo>
                  <a:pt x="1325" y="794"/>
                </a:lnTo>
                <a:lnTo>
                  <a:pt x="1325" y="795"/>
                </a:lnTo>
                <a:lnTo>
                  <a:pt x="1325" y="796"/>
                </a:lnTo>
                <a:lnTo>
                  <a:pt x="1324" y="796"/>
                </a:lnTo>
                <a:lnTo>
                  <a:pt x="1323" y="796"/>
                </a:lnTo>
                <a:lnTo>
                  <a:pt x="1323" y="795"/>
                </a:lnTo>
                <a:lnTo>
                  <a:pt x="1322" y="794"/>
                </a:lnTo>
                <a:lnTo>
                  <a:pt x="1322" y="793"/>
                </a:lnTo>
                <a:lnTo>
                  <a:pt x="1321" y="793"/>
                </a:lnTo>
                <a:lnTo>
                  <a:pt x="1321" y="792"/>
                </a:lnTo>
                <a:lnTo>
                  <a:pt x="1320" y="792"/>
                </a:lnTo>
                <a:lnTo>
                  <a:pt x="1319" y="792"/>
                </a:lnTo>
                <a:lnTo>
                  <a:pt x="1318" y="792"/>
                </a:lnTo>
                <a:lnTo>
                  <a:pt x="1318" y="791"/>
                </a:lnTo>
                <a:lnTo>
                  <a:pt x="1317" y="791"/>
                </a:lnTo>
                <a:lnTo>
                  <a:pt x="1317" y="790"/>
                </a:lnTo>
                <a:lnTo>
                  <a:pt x="1316" y="790"/>
                </a:lnTo>
                <a:lnTo>
                  <a:pt x="1316" y="791"/>
                </a:lnTo>
                <a:lnTo>
                  <a:pt x="1315" y="791"/>
                </a:lnTo>
                <a:lnTo>
                  <a:pt x="1314" y="790"/>
                </a:lnTo>
                <a:lnTo>
                  <a:pt x="1314" y="789"/>
                </a:lnTo>
                <a:lnTo>
                  <a:pt x="1313" y="789"/>
                </a:lnTo>
                <a:lnTo>
                  <a:pt x="1312" y="789"/>
                </a:lnTo>
                <a:lnTo>
                  <a:pt x="1311" y="789"/>
                </a:lnTo>
                <a:lnTo>
                  <a:pt x="1309" y="789"/>
                </a:lnTo>
                <a:lnTo>
                  <a:pt x="1308" y="790"/>
                </a:lnTo>
                <a:lnTo>
                  <a:pt x="1308" y="791"/>
                </a:lnTo>
                <a:lnTo>
                  <a:pt x="1306" y="791"/>
                </a:lnTo>
                <a:lnTo>
                  <a:pt x="1306" y="790"/>
                </a:lnTo>
                <a:lnTo>
                  <a:pt x="1305" y="790"/>
                </a:lnTo>
                <a:lnTo>
                  <a:pt x="1304" y="789"/>
                </a:lnTo>
                <a:lnTo>
                  <a:pt x="1303" y="789"/>
                </a:lnTo>
                <a:lnTo>
                  <a:pt x="1302" y="789"/>
                </a:lnTo>
                <a:lnTo>
                  <a:pt x="1301" y="789"/>
                </a:lnTo>
                <a:lnTo>
                  <a:pt x="1299" y="789"/>
                </a:lnTo>
                <a:lnTo>
                  <a:pt x="1299" y="788"/>
                </a:lnTo>
                <a:lnTo>
                  <a:pt x="1298" y="788"/>
                </a:lnTo>
                <a:lnTo>
                  <a:pt x="1297" y="788"/>
                </a:lnTo>
                <a:lnTo>
                  <a:pt x="1296" y="789"/>
                </a:lnTo>
                <a:lnTo>
                  <a:pt x="1296" y="790"/>
                </a:lnTo>
                <a:lnTo>
                  <a:pt x="1295" y="790"/>
                </a:lnTo>
                <a:lnTo>
                  <a:pt x="1296" y="790"/>
                </a:lnTo>
                <a:lnTo>
                  <a:pt x="1295" y="790"/>
                </a:lnTo>
                <a:lnTo>
                  <a:pt x="1295" y="791"/>
                </a:lnTo>
                <a:lnTo>
                  <a:pt x="1294" y="791"/>
                </a:lnTo>
                <a:lnTo>
                  <a:pt x="1293" y="791"/>
                </a:lnTo>
                <a:lnTo>
                  <a:pt x="1292" y="791"/>
                </a:lnTo>
                <a:lnTo>
                  <a:pt x="1292" y="792"/>
                </a:lnTo>
                <a:lnTo>
                  <a:pt x="1291" y="791"/>
                </a:lnTo>
                <a:lnTo>
                  <a:pt x="1290" y="791"/>
                </a:lnTo>
                <a:lnTo>
                  <a:pt x="1288" y="791"/>
                </a:lnTo>
                <a:lnTo>
                  <a:pt x="1287" y="791"/>
                </a:lnTo>
                <a:lnTo>
                  <a:pt x="1286" y="790"/>
                </a:lnTo>
                <a:lnTo>
                  <a:pt x="1285" y="790"/>
                </a:lnTo>
                <a:lnTo>
                  <a:pt x="1284" y="790"/>
                </a:lnTo>
                <a:lnTo>
                  <a:pt x="1284" y="789"/>
                </a:lnTo>
                <a:lnTo>
                  <a:pt x="1284" y="790"/>
                </a:lnTo>
                <a:lnTo>
                  <a:pt x="1283" y="790"/>
                </a:lnTo>
                <a:lnTo>
                  <a:pt x="1284" y="790"/>
                </a:lnTo>
                <a:lnTo>
                  <a:pt x="1284" y="791"/>
                </a:lnTo>
                <a:lnTo>
                  <a:pt x="1283" y="790"/>
                </a:lnTo>
                <a:lnTo>
                  <a:pt x="1282" y="790"/>
                </a:lnTo>
                <a:lnTo>
                  <a:pt x="1282" y="789"/>
                </a:lnTo>
                <a:lnTo>
                  <a:pt x="1281" y="790"/>
                </a:lnTo>
                <a:lnTo>
                  <a:pt x="1281" y="791"/>
                </a:lnTo>
                <a:lnTo>
                  <a:pt x="1281" y="792"/>
                </a:lnTo>
                <a:lnTo>
                  <a:pt x="1279" y="795"/>
                </a:lnTo>
                <a:lnTo>
                  <a:pt x="1279" y="796"/>
                </a:lnTo>
                <a:lnTo>
                  <a:pt x="1278" y="796"/>
                </a:lnTo>
                <a:lnTo>
                  <a:pt x="1278" y="795"/>
                </a:lnTo>
                <a:lnTo>
                  <a:pt x="1277" y="795"/>
                </a:lnTo>
                <a:lnTo>
                  <a:pt x="1277" y="796"/>
                </a:lnTo>
                <a:lnTo>
                  <a:pt x="1276" y="796"/>
                </a:lnTo>
                <a:lnTo>
                  <a:pt x="1276" y="797"/>
                </a:lnTo>
                <a:lnTo>
                  <a:pt x="1276" y="799"/>
                </a:lnTo>
                <a:lnTo>
                  <a:pt x="1277" y="799"/>
                </a:lnTo>
                <a:lnTo>
                  <a:pt x="1277" y="800"/>
                </a:lnTo>
                <a:lnTo>
                  <a:pt x="1276" y="800"/>
                </a:lnTo>
                <a:lnTo>
                  <a:pt x="1275" y="801"/>
                </a:lnTo>
                <a:lnTo>
                  <a:pt x="1276" y="801"/>
                </a:lnTo>
                <a:lnTo>
                  <a:pt x="1276" y="802"/>
                </a:lnTo>
                <a:lnTo>
                  <a:pt x="1276" y="803"/>
                </a:lnTo>
                <a:lnTo>
                  <a:pt x="1276" y="804"/>
                </a:lnTo>
                <a:lnTo>
                  <a:pt x="1276" y="805"/>
                </a:lnTo>
                <a:lnTo>
                  <a:pt x="1277" y="805"/>
                </a:lnTo>
                <a:lnTo>
                  <a:pt x="1277" y="806"/>
                </a:lnTo>
                <a:lnTo>
                  <a:pt x="1278" y="807"/>
                </a:lnTo>
                <a:lnTo>
                  <a:pt x="1279" y="807"/>
                </a:lnTo>
                <a:lnTo>
                  <a:pt x="1278" y="808"/>
                </a:lnTo>
                <a:lnTo>
                  <a:pt x="1278" y="809"/>
                </a:lnTo>
                <a:lnTo>
                  <a:pt x="1278" y="810"/>
                </a:lnTo>
                <a:lnTo>
                  <a:pt x="1279" y="811"/>
                </a:lnTo>
                <a:lnTo>
                  <a:pt x="1280" y="811"/>
                </a:lnTo>
                <a:lnTo>
                  <a:pt x="1281" y="812"/>
                </a:lnTo>
                <a:lnTo>
                  <a:pt x="1281" y="813"/>
                </a:lnTo>
                <a:lnTo>
                  <a:pt x="1282" y="813"/>
                </a:lnTo>
                <a:lnTo>
                  <a:pt x="1282" y="814"/>
                </a:lnTo>
                <a:lnTo>
                  <a:pt x="1282" y="815"/>
                </a:lnTo>
                <a:lnTo>
                  <a:pt x="1283" y="815"/>
                </a:lnTo>
                <a:lnTo>
                  <a:pt x="1283" y="816"/>
                </a:lnTo>
                <a:lnTo>
                  <a:pt x="1282" y="816"/>
                </a:lnTo>
                <a:lnTo>
                  <a:pt x="1282" y="817"/>
                </a:lnTo>
                <a:lnTo>
                  <a:pt x="1282" y="818"/>
                </a:lnTo>
                <a:lnTo>
                  <a:pt x="1283" y="818"/>
                </a:lnTo>
                <a:lnTo>
                  <a:pt x="1283" y="819"/>
                </a:lnTo>
                <a:lnTo>
                  <a:pt x="1283" y="820"/>
                </a:lnTo>
                <a:lnTo>
                  <a:pt x="1284" y="820"/>
                </a:lnTo>
                <a:lnTo>
                  <a:pt x="1284" y="821"/>
                </a:lnTo>
                <a:lnTo>
                  <a:pt x="1284" y="822"/>
                </a:lnTo>
                <a:lnTo>
                  <a:pt x="1283" y="822"/>
                </a:lnTo>
                <a:lnTo>
                  <a:pt x="1283" y="823"/>
                </a:lnTo>
                <a:lnTo>
                  <a:pt x="1282" y="822"/>
                </a:lnTo>
                <a:lnTo>
                  <a:pt x="1282" y="823"/>
                </a:lnTo>
                <a:lnTo>
                  <a:pt x="1281" y="823"/>
                </a:lnTo>
                <a:lnTo>
                  <a:pt x="1281" y="824"/>
                </a:lnTo>
                <a:lnTo>
                  <a:pt x="1279" y="824"/>
                </a:lnTo>
                <a:lnTo>
                  <a:pt x="1279" y="825"/>
                </a:lnTo>
                <a:lnTo>
                  <a:pt x="1278" y="825"/>
                </a:lnTo>
                <a:lnTo>
                  <a:pt x="1277" y="825"/>
                </a:lnTo>
                <a:lnTo>
                  <a:pt x="1277" y="826"/>
                </a:lnTo>
                <a:lnTo>
                  <a:pt x="1277" y="827"/>
                </a:lnTo>
                <a:lnTo>
                  <a:pt x="1276" y="827"/>
                </a:lnTo>
                <a:lnTo>
                  <a:pt x="1276" y="828"/>
                </a:lnTo>
                <a:lnTo>
                  <a:pt x="1275" y="828"/>
                </a:lnTo>
                <a:lnTo>
                  <a:pt x="1274" y="829"/>
                </a:lnTo>
                <a:lnTo>
                  <a:pt x="1274" y="828"/>
                </a:lnTo>
                <a:lnTo>
                  <a:pt x="1273" y="828"/>
                </a:lnTo>
                <a:lnTo>
                  <a:pt x="1273" y="829"/>
                </a:lnTo>
                <a:lnTo>
                  <a:pt x="1272" y="830"/>
                </a:lnTo>
                <a:lnTo>
                  <a:pt x="1272" y="831"/>
                </a:lnTo>
                <a:lnTo>
                  <a:pt x="1273" y="831"/>
                </a:lnTo>
                <a:lnTo>
                  <a:pt x="1273" y="832"/>
                </a:lnTo>
                <a:lnTo>
                  <a:pt x="1272" y="832"/>
                </a:lnTo>
                <a:lnTo>
                  <a:pt x="1272" y="833"/>
                </a:lnTo>
                <a:lnTo>
                  <a:pt x="1273" y="833"/>
                </a:lnTo>
                <a:lnTo>
                  <a:pt x="1274" y="834"/>
                </a:lnTo>
                <a:lnTo>
                  <a:pt x="1274" y="835"/>
                </a:lnTo>
                <a:lnTo>
                  <a:pt x="1274" y="836"/>
                </a:lnTo>
                <a:lnTo>
                  <a:pt x="1272" y="836"/>
                </a:lnTo>
                <a:lnTo>
                  <a:pt x="1270" y="834"/>
                </a:lnTo>
                <a:lnTo>
                  <a:pt x="1270" y="835"/>
                </a:lnTo>
                <a:lnTo>
                  <a:pt x="1269" y="836"/>
                </a:lnTo>
                <a:lnTo>
                  <a:pt x="1268" y="836"/>
                </a:lnTo>
                <a:lnTo>
                  <a:pt x="1267" y="837"/>
                </a:lnTo>
                <a:lnTo>
                  <a:pt x="1267" y="838"/>
                </a:lnTo>
                <a:lnTo>
                  <a:pt x="1267" y="837"/>
                </a:lnTo>
                <a:lnTo>
                  <a:pt x="1266" y="837"/>
                </a:lnTo>
                <a:lnTo>
                  <a:pt x="1266" y="838"/>
                </a:lnTo>
                <a:lnTo>
                  <a:pt x="1265" y="838"/>
                </a:lnTo>
                <a:lnTo>
                  <a:pt x="1264" y="838"/>
                </a:lnTo>
                <a:lnTo>
                  <a:pt x="1264" y="839"/>
                </a:lnTo>
                <a:lnTo>
                  <a:pt x="1263" y="839"/>
                </a:lnTo>
                <a:lnTo>
                  <a:pt x="1262" y="840"/>
                </a:lnTo>
                <a:lnTo>
                  <a:pt x="1261" y="841"/>
                </a:lnTo>
                <a:lnTo>
                  <a:pt x="1260" y="841"/>
                </a:lnTo>
                <a:lnTo>
                  <a:pt x="1260" y="842"/>
                </a:lnTo>
                <a:lnTo>
                  <a:pt x="1261" y="842"/>
                </a:lnTo>
                <a:lnTo>
                  <a:pt x="1262" y="842"/>
                </a:lnTo>
                <a:lnTo>
                  <a:pt x="1262" y="843"/>
                </a:lnTo>
                <a:lnTo>
                  <a:pt x="1263" y="843"/>
                </a:lnTo>
                <a:lnTo>
                  <a:pt x="1263" y="844"/>
                </a:lnTo>
                <a:lnTo>
                  <a:pt x="1262" y="845"/>
                </a:lnTo>
                <a:lnTo>
                  <a:pt x="1263" y="845"/>
                </a:lnTo>
                <a:lnTo>
                  <a:pt x="1263" y="846"/>
                </a:lnTo>
                <a:lnTo>
                  <a:pt x="1263" y="847"/>
                </a:lnTo>
                <a:lnTo>
                  <a:pt x="1262" y="848"/>
                </a:lnTo>
                <a:lnTo>
                  <a:pt x="1263" y="848"/>
                </a:lnTo>
                <a:lnTo>
                  <a:pt x="1264" y="848"/>
                </a:lnTo>
                <a:lnTo>
                  <a:pt x="1265" y="848"/>
                </a:lnTo>
                <a:lnTo>
                  <a:pt x="1265" y="849"/>
                </a:lnTo>
                <a:lnTo>
                  <a:pt x="1266" y="848"/>
                </a:lnTo>
                <a:lnTo>
                  <a:pt x="1267" y="848"/>
                </a:lnTo>
                <a:lnTo>
                  <a:pt x="1267" y="849"/>
                </a:lnTo>
                <a:lnTo>
                  <a:pt x="1268" y="849"/>
                </a:lnTo>
                <a:lnTo>
                  <a:pt x="1268" y="848"/>
                </a:lnTo>
                <a:lnTo>
                  <a:pt x="1269" y="848"/>
                </a:lnTo>
                <a:lnTo>
                  <a:pt x="1269" y="847"/>
                </a:lnTo>
                <a:lnTo>
                  <a:pt x="1270" y="847"/>
                </a:lnTo>
                <a:lnTo>
                  <a:pt x="1271" y="847"/>
                </a:lnTo>
                <a:lnTo>
                  <a:pt x="1272" y="847"/>
                </a:lnTo>
                <a:lnTo>
                  <a:pt x="1273" y="847"/>
                </a:lnTo>
                <a:lnTo>
                  <a:pt x="1274" y="847"/>
                </a:lnTo>
                <a:lnTo>
                  <a:pt x="1275" y="847"/>
                </a:lnTo>
                <a:lnTo>
                  <a:pt x="1275" y="848"/>
                </a:lnTo>
                <a:lnTo>
                  <a:pt x="1275" y="847"/>
                </a:lnTo>
                <a:lnTo>
                  <a:pt x="1276" y="847"/>
                </a:lnTo>
                <a:lnTo>
                  <a:pt x="1276" y="848"/>
                </a:lnTo>
                <a:lnTo>
                  <a:pt x="1277" y="848"/>
                </a:lnTo>
                <a:lnTo>
                  <a:pt x="1277" y="849"/>
                </a:lnTo>
                <a:lnTo>
                  <a:pt x="1278" y="849"/>
                </a:lnTo>
                <a:lnTo>
                  <a:pt x="1278" y="850"/>
                </a:lnTo>
                <a:lnTo>
                  <a:pt x="1279" y="850"/>
                </a:lnTo>
                <a:lnTo>
                  <a:pt x="1280" y="850"/>
                </a:lnTo>
                <a:lnTo>
                  <a:pt x="1280" y="851"/>
                </a:lnTo>
                <a:lnTo>
                  <a:pt x="1281" y="851"/>
                </a:lnTo>
                <a:lnTo>
                  <a:pt x="1282" y="851"/>
                </a:lnTo>
                <a:lnTo>
                  <a:pt x="1283" y="851"/>
                </a:lnTo>
                <a:lnTo>
                  <a:pt x="1284" y="851"/>
                </a:lnTo>
                <a:lnTo>
                  <a:pt x="1284" y="852"/>
                </a:lnTo>
                <a:lnTo>
                  <a:pt x="1283" y="852"/>
                </a:lnTo>
                <a:lnTo>
                  <a:pt x="1283" y="853"/>
                </a:lnTo>
                <a:lnTo>
                  <a:pt x="1284" y="852"/>
                </a:lnTo>
                <a:lnTo>
                  <a:pt x="1284" y="853"/>
                </a:lnTo>
                <a:lnTo>
                  <a:pt x="1285" y="853"/>
                </a:lnTo>
                <a:lnTo>
                  <a:pt x="1284" y="853"/>
                </a:lnTo>
                <a:lnTo>
                  <a:pt x="1285" y="853"/>
                </a:lnTo>
                <a:lnTo>
                  <a:pt x="1285" y="854"/>
                </a:lnTo>
                <a:lnTo>
                  <a:pt x="1285" y="853"/>
                </a:lnTo>
                <a:lnTo>
                  <a:pt x="1286" y="853"/>
                </a:lnTo>
                <a:lnTo>
                  <a:pt x="1286" y="854"/>
                </a:lnTo>
                <a:lnTo>
                  <a:pt x="1285" y="854"/>
                </a:lnTo>
                <a:lnTo>
                  <a:pt x="1285" y="855"/>
                </a:lnTo>
                <a:lnTo>
                  <a:pt x="1286" y="855"/>
                </a:lnTo>
                <a:lnTo>
                  <a:pt x="1287" y="854"/>
                </a:lnTo>
                <a:lnTo>
                  <a:pt x="1287" y="855"/>
                </a:lnTo>
                <a:lnTo>
                  <a:pt x="1288" y="855"/>
                </a:lnTo>
                <a:lnTo>
                  <a:pt x="1287" y="856"/>
                </a:lnTo>
                <a:lnTo>
                  <a:pt x="1288" y="857"/>
                </a:lnTo>
                <a:lnTo>
                  <a:pt x="1288" y="858"/>
                </a:lnTo>
                <a:lnTo>
                  <a:pt x="1288" y="859"/>
                </a:lnTo>
                <a:lnTo>
                  <a:pt x="1289" y="859"/>
                </a:lnTo>
                <a:lnTo>
                  <a:pt x="1289" y="860"/>
                </a:lnTo>
                <a:lnTo>
                  <a:pt x="1289" y="861"/>
                </a:lnTo>
                <a:lnTo>
                  <a:pt x="1290" y="861"/>
                </a:lnTo>
                <a:lnTo>
                  <a:pt x="1291" y="861"/>
                </a:lnTo>
                <a:lnTo>
                  <a:pt x="1292" y="862"/>
                </a:lnTo>
                <a:lnTo>
                  <a:pt x="1293" y="862"/>
                </a:lnTo>
                <a:lnTo>
                  <a:pt x="1293" y="863"/>
                </a:lnTo>
                <a:lnTo>
                  <a:pt x="1294" y="863"/>
                </a:lnTo>
                <a:lnTo>
                  <a:pt x="1294" y="862"/>
                </a:lnTo>
                <a:lnTo>
                  <a:pt x="1295" y="862"/>
                </a:lnTo>
                <a:lnTo>
                  <a:pt x="1295" y="863"/>
                </a:lnTo>
                <a:lnTo>
                  <a:pt x="1296" y="862"/>
                </a:lnTo>
                <a:lnTo>
                  <a:pt x="1297" y="863"/>
                </a:lnTo>
                <a:lnTo>
                  <a:pt x="1297" y="864"/>
                </a:lnTo>
                <a:lnTo>
                  <a:pt x="1297" y="865"/>
                </a:lnTo>
                <a:lnTo>
                  <a:pt x="1296" y="865"/>
                </a:lnTo>
                <a:lnTo>
                  <a:pt x="1294" y="866"/>
                </a:lnTo>
                <a:lnTo>
                  <a:pt x="1294" y="867"/>
                </a:lnTo>
                <a:lnTo>
                  <a:pt x="1295" y="867"/>
                </a:lnTo>
                <a:lnTo>
                  <a:pt x="1295" y="868"/>
                </a:lnTo>
                <a:lnTo>
                  <a:pt x="1295" y="870"/>
                </a:lnTo>
                <a:lnTo>
                  <a:pt x="1295" y="871"/>
                </a:lnTo>
                <a:lnTo>
                  <a:pt x="1295" y="872"/>
                </a:lnTo>
                <a:lnTo>
                  <a:pt x="1295" y="873"/>
                </a:lnTo>
                <a:lnTo>
                  <a:pt x="1294" y="873"/>
                </a:lnTo>
                <a:lnTo>
                  <a:pt x="1293" y="874"/>
                </a:lnTo>
                <a:lnTo>
                  <a:pt x="1293" y="875"/>
                </a:lnTo>
                <a:lnTo>
                  <a:pt x="1292" y="875"/>
                </a:lnTo>
                <a:lnTo>
                  <a:pt x="1290" y="876"/>
                </a:lnTo>
                <a:lnTo>
                  <a:pt x="1290" y="875"/>
                </a:lnTo>
                <a:lnTo>
                  <a:pt x="1289" y="875"/>
                </a:lnTo>
                <a:lnTo>
                  <a:pt x="1288" y="874"/>
                </a:lnTo>
                <a:lnTo>
                  <a:pt x="1286" y="874"/>
                </a:lnTo>
                <a:lnTo>
                  <a:pt x="1286" y="875"/>
                </a:lnTo>
                <a:lnTo>
                  <a:pt x="1285" y="875"/>
                </a:lnTo>
                <a:lnTo>
                  <a:pt x="1284" y="875"/>
                </a:lnTo>
                <a:lnTo>
                  <a:pt x="1284" y="874"/>
                </a:lnTo>
                <a:lnTo>
                  <a:pt x="1284" y="873"/>
                </a:lnTo>
                <a:lnTo>
                  <a:pt x="1284" y="872"/>
                </a:lnTo>
                <a:lnTo>
                  <a:pt x="1283" y="872"/>
                </a:lnTo>
                <a:lnTo>
                  <a:pt x="1282" y="872"/>
                </a:lnTo>
                <a:lnTo>
                  <a:pt x="1281" y="872"/>
                </a:lnTo>
                <a:lnTo>
                  <a:pt x="1280" y="871"/>
                </a:lnTo>
                <a:lnTo>
                  <a:pt x="1279" y="871"/>
                </a:lnTo>
                <a:lnTo>
                  <a:pt x="1279" y="872"/>
                </a:lnTo>
                <a:lnTo>
                  <a:pt x="1278" y="872"/>
                </a:lnTo>
                <a:lnTo>
                  <a:pt x="1278" y="873"/>
                </a:lnTo>
                <a:lnTo>
                  <a:pt x="1277" y="874"/>
                </a:lnTo>
                <a:lnTo>
                  <a:pt x="1276" y="875"/>
                </a:lnTo>
                <a:lnTo>
                  <a:pt x="1276" y="876"/>
                </a:lnTo>
                <a:lnTo>
                  <a:pt x="1277" y="876"/>
                </a:lnTo>
                <a:lnTo>
                  <a:pt x="1278" y="876"/>
                </a:lnTo>
                <a:lnTo>
                  <a:pt x="1279" y="876"/>
                </a:lnTo>
                <a:lnTo>
                  <a:pt x="1279" y="875"/>
                </a:lnTo>
                <a:lnTo>
                  <a:pt x="1280" y="875"/>
                </a:lnTo>
                <a:lnTo>
                  <a:pt x="1281" y="876"/>
                </a:lnTo>
                <a:lnTo>
                  <a:pt x="1281" y="877"/>
                </a:lnTo>
                <a:lnTo>
                  <a:pt x="1282" y="877"/>
                </a:lnTo>
                <a:lnTo>
                  <a:pt x="1282" y="878"/>
                </a:lnTo>
                <a:lnTo>
                  <a:pt x="1282" y="879"/>
                </a:lnTo>
                <a:lnTo>
                  <a:pt x="1282" y="880"/>
                </a:lnTo>
                <a:lnTo>
                  <a:pt x="1283" y="881"/>
                </a:lnTo>
                <a:lnTo>
                  <a:pt x="1282" y="881"/>
                </a:lnTo>
                <a:lnTo>
                  <a:pt x="1283" y="882"/>
                </a:lnTo>
                <a:lnTo>
                  <a:pt x="1283" y="883"/>
                </a:lnTo>
                <a:lnTo>
                  <a:pt x="1283" y="884"/>
                </a:lnTo>
                <a:lnTo>
                  <a:pt x="1284" y="885"/>
                </a:lnTo>
                <a:lnTo>
                  <a:pt x="1285" y="886"/>
                </a:lnTo>
                <a:lnTo>
                  <a:pt x="1284" y="886"/>
                </a:lnTo>
                <a:lnTo>
                  <a:pt x="1284" y="887"/>
                </a:lnTo>
                <a:lnTo>
                  <a:pt x="1284" y="888"/>
                </a:lnTo>
                <a:lnTo>
                  <a:pt x="1283" y="888"/>
                </a:lnTo>
                <a:lnTo>
                  <a:pt x="1282" y="890"/>
                </a:lnTo>
                <a:lnTo>
                  <a:pt x="1281" y="889"/>
                </a:lnTo>
                <a:lnTo>
                  <a:pt x="1280" y="890"/>
                </a:lnTo>
                <a:lnTo>
                  <a:pt x="1279" y="890"/>
                </a:lnTo>
                <a:lnTo>
                  <a:pt x="1279" y="889"/>
                </a:lnTo>
                <a:lnTo>
                  <a:pt x="1277" y="889"/>
                </a:lnTo>
                <a:lnTo>
                  <a:pt x="1277" y="890"/>
                </a:lnTo>
                <a:lnTo>
                  <a:pt x="1277" y="891"/>
                </a:lnTo>
                <a:lnTo>
                  <a:pt x="1277" y="892"/>
                </a:lnTo>
                <a:lnTo>
                  <a:pt x="1277" y="893"/>
                </a:lnTo>
                <a:lnTo>
                  <a:pt x="1278" y="893"/>
                </a:lnTo>
                <a:lnTo>
                  <a:pt x="1278" y="894"/>
                </a:lnTo>
                <a:lnTo>
                  <a:pt x="1277" y="894"/>
                </a:lnTo>
                <a:lnTo>
                  <a:pt x="1277" y="895"/>
                </a:lnTo>
                <a:lnTo>
                  <a:pt x="1276" y="895"/>
                </a:lnTo>
                <a:lnTo>
                  <a:pt x="1276" y="896"/>
                </a:lnTo>
                <a:lnTo>
                  <a:pt x="1276" y="897"/>
                </a:lnTo>
                <a:lnTo>
                  <a:pt x="1275" y="897"/>
                </a:lnTo>
                <a:lnTo>
                  <a:pt x="1274" y="898"/>
                </a:lnTo>
                <a:lnTo>
                  <a:pt x="1274" y="899"/>
                </a:lnTo>
                <a:lnTo>
                  <a:pt x="1275" y="900"/>
                </a:lnTo>
                <a:lnTo>
                  <a:pt x="1275" y="901"/>
                </a:lnTo>
                <a:lnTo>
                  <a:pt x="1275" y="902"/>
                </a:lnTo>
                <a:lnTo>
                  <a:pt x="1274" y="903"/>
                </a:lnTo>
                <a:lnTo>
                  <a:pt x="1274" y="904"/>
                </a:lnTo>
                <a:lnTo>
                  <a:pt x="1274" y="905"/>
                </a:lnTo>
                <a:lnTo>
                  <a:pt x="1273" y="905"/>
                </a:lnTo>
                <a:lnTo>
                  <a:pt x="1272" y="906"/>
                </a:lnTo>
                <a:lnTo>
                  <a:pt x="1272" y="907"/>
                </a:lnTo>
                <a:lnTo>
                  <a:pt x="1272" y="908"/>
                </a:lnTo>
                <a:lnTo>
                  <a:pt x="1271" y="908"/>
                </a:lnTo>
                <a:lnTo>
                  <a:pt x="1271" y="909"/>
                </a:lnTo>
                <a:lnTo>
                  <a:pt x="1270" y="910"/>
                </a:lnTo>
                <a:lnTo>
                  <a:pt x="1269" y="910"/>
                </a:lnTo>
                <a:lnTo>
                  <a:pt x="1269" y="911"/>
                </a:lnTo>
                <a:lnTo>
                  <a:pt x="1270" y="912"/>
                </a:lnTo>
                <a:lnTo>
                  <a:pt x="1270" y="913"/>
                </a:lnTo>
                <a:lnTo>
                  <a:pt x="1269" y="913"/>
                </a:lnTo>
                <a:lnTo>
                  <a:pt x="1270" y="913"/>
                </a:lnTo>
                <a:lnTo>
                  <a:pt x="1270" y="914"/>
                </a:lnTo>
                <a:lnTo>
                  <a:pt x="1272" y="914"/>
                </a:lnTo>
                <a:lnTo>
                  <a:pt x="1273" y="913"/>
                </a:lnTo>
                <a:lnTo>
                  <a:pt x="1274" y="913"/>
                </a:lnTo>
                <a:lnTo>
                  <a:pt x="1273" y="913"/>
                </a:lnTo>
                <a:lnTo>
                  <a:pt x="1274" y="913"/>
                </a:lnTo>
                <a:lnTo>
                  <a:pt x="1275" y="914"/>
                </a:lnTo>
                <a:lnTo>
                  <a:pt x="1275" y="915"/>
                </a:lnTo>
                <a:lnTo>
                  <a:pt x="1276" y="915"/>
                </a:lnTo>
                <a:lnTo>
                  <a:pt x="1276" y="916"/>
                </a:lnTo>
                <a:lnTo>
                  <a:pt x="1277" y="916"/>
                </a:lnTo>
                <a:lnTo>
                  <a:pt x="1277" y="917"/>
                </a:lnTo>
                <a:lnTo>
                  <a:pt x="1276" y="918"/>
                </a:lnTo>
                <a:lnTo>
                  <a:pt x="1275" y="918"/>
                </a:lnTo>
                <a:lnTo>
                  <a:pt x="1274" y="918"/>
                </a:lnTo>
                <a:lnTo>
                  <a:pt x="1274" y="919"/>
                </a:lnTo>
                <a:lnTo>
                  <a:pt x="1273" y="920"/>
                </a:lnTo>
                <a:lnTo>
                  <a:pt x="1274" y="920"/>
                </a:lnTo>
                <a:lnTo>
                  <a:pt x="1273" y="920"/>
                </a:lnTo>
                <a:lnTo>
                  <a:pt x="1273" y="921"/>
                </a:lnTo>
                <a:lnTo>
                  <a:pt x="1273" y="922"/>
                </a:lnTo>
                <a:lnTo>
                  <a:pt x="1273" y="923"/>
                </a:lnTo>
                <a:lnTo>
                  <a:pt x="1274" y="923"/>
                </a:lnTo>
                <a:lnTo>
                  <a:pt x="1275" y="923"/>
                </a:lnTo>
                <a:lnTo>
                  <a:pt x="1276" y="924"/>
                </a:lnTo>
                <a:lnTo>
                  <a:pt x="1276" y="926"/>
                </a:lnTo>
                <a:lnTo>
                  <a:pt x="1275" y="927"/>
                </a:lnTo>
                <a:lnTo>
                  <a:pt x="1276" y="927"/>
                </a:lnTo>
                <a:lnTo>
                  <a:pt x="1276" y="928"/>
                </a:lnTo>
                <a:lnTo>
                  <a:pt x="1275" y="929"/>
                </a:lnTo>
                <a:lnTo>
                  <a:pt x="1275" y="930"/>
                </a:lnTo>
                <a:lnTo>
                  <a:pt x="1276" y="931"/>
                </a:lnTo>
                <a:lnTo>
                  <a:pt x="1277" y="931"/>
                </a:lnTo>
                <a:lnTo>
                  <a:pt x="1278" y="931"/>
                </a:lnTo>
                <a:lnTo>
                  <a:pt x="1278" y="932"/>
                </a:lnTo>
                <a:lnTo>
                  <a:pt x="1278" y="931"/>
                </a:lnTo>
                <a:lnTo>
                  <a:pt x="1279" y="931"/>
                </a:lnTo>
                <a:lnTo>
                  <a:pt x="1279" y="932"/>
                </a:lnTo>
                <a:lnTo>
                  <a:pt x="1280" y="932"/>
                </a:lnTo>
                <a:lnTo>
                  <a:pt x="1281" y="933"/>
                </a:lnTo>
                <a:lnTo>
                  <a:pt x="1281" y="934"/>
                </a:lnTo>
                <a:lnTo>
                  <a:pt x="1282" y="934"/>
                </a:lnTo>
                <a:lnTo>
                  <a:pt x="1282" y="935"/>
                </a:lnTo>
                <a:lnTo>
                  <a:pt x="1281" y="936"/>
                </a:lnTo>
                <a:lnTo>
                  <a:pt x="1282" y="936"/>
                </a:lnTo>
                <a:lnTo>
                  <a:pt x="1283" y="937"/>
                </a:lnTo>
                <a:lnTo>
                  <a:pt x="1283" y="938"/>
                </a:lnTo>
                <a:lnTo>
                  <a:pt x="1284" y="938"/>
                </a:lnTo>
                <a:lnTo>
                  <a:pt x="1284" y="939"/>
                </a:lnTo>
                <a:lnTo>
                  <a:pt x="1284" y="940"/>
                </a:lnTo>
                <a:lnTo>
                  <a:pt x="1284" y="941"/>
                </a:lnTo>
                <a:lnTo>
                  <a:pt x="1284" y="942"/>
                </a:lnTo>
                <a:lnTo>
                  <a:pt x="1284" y="943"/>
                </a:lnTo>
                <a:lnTo>
                  <a:pt x="1284" y="944"/>
                </a:lnTo>
                <a:lnTo>
                  <a:pt x="1283" y="944"/>
                </a:lnTo>
                <a:lnTo>
                  <a:pt x="1282" y="944"/>
                </a:lnTo>
                <a:lnTo>
                  <a:pt x="1282" y="945"/>
                </a:lnTo>
                <a:lnTo>
                  <a:pt x="1282" y="946"/>
                </a:lnTo>
                <a:lnTo>
                  <a:pt x="1282" y="947"/>
                </a:lnTo>
                <a:lnTo>
                  <a:pt x="1283" y="947"/>
                </a:lnTo>
                <a:lnTo>
                  <a:pt x="1282" y="948"/>
                </a:lnTo>
                <a:lnTo>
                  <a:pt x="1282" y="949"/>
                </a:lnTo>
                <a:lnTo>
                  <a:pt x="1281" y="950"/>
                </a:lnTo>
                <a:lnTo>
                  <a:pt x="1280" y="950"/>
                </a:lnTo>
                <a:lnTo>
                  <a:pt x="1279" y="951"/>
                </a:lnTo>
                <a:lnTo>
                  <a:pt x="1278" y="951"/>
                </a:lnTo>
                <a:lnTo>
                  <a:pt x="1278" y="950"/>
                </a:lnTo>
                <a:lnTo>
                  <a:pt x="1277" y="949"/>
                </a:lnTo>
                <a:lnTo>
                  <a:pt x="1277" y="948"/>
                </a:lnTo>
                <a:lnTo>
                  <a:pt x="1276" y="948"/>
                </a:lnTo>
                <a:lnTo>
                  <a:pt x="1276" y="949"/>
                </a:lnTo>
                <a:lnTo>
                  <a:pt x="1274" y="950"/>
                </a:lnTo>
                <a:lnTo>
                  <a:pt x="1274" y="949"/>
                </a:lnTo>
                <a:lnTo>
                  <a:pt x="1274" y="948"/>
                </a:lnTo>
                <a:lnTo>
                  <a:pt x="1273" y="948"/>
                </a:lnTo>
                <a:lnTo>
                  <a:pt x="1273" y="947"/>
                </a:lnTo>
                <a:lnTo>
                  <a:pt x="1273" y="946"/>
                </a:lnTo>
                <a:lnTo>
                  <a:pt x="1273" y="945"/>
                </a:lnTo>
                <a:lnTo>
                  <a:pt x="1273" y="944"/>
                </a:lnTo>
                <a:lnTo>
                  <a:pt x="1273" y="943"/>
                </a:lnTo>
                <a:lnTo>
                  <a:pt x="1272" y="943"/>
                </a:lnTo>
                <a:lnTo>
                  <a:pt x="1272" y="942"/>
                </a:lnTo>
                <a:lnTo>
                  <a:pt x="1272" y="940"/>
                </a:lnTo>
                <a:lnTo>
                  <a:pt x="1271" y="940"/>
                </a:lnTo>
                <a:lnTo>
                  <a:pt x="1270" y="940"/>
                </a:lnTo>
                <a:lnTo>
                  <a:pt x="1269" y="940"/>
                </a:lnTo>
                <a:lnTo>
                  <a:pt x="1268" y="940"/>
                </a:lnTo>
                <a:lnTo>
                  <a:pt x="1267" y="940"/>
                </a:lnTo>
                <a:lnTo>
                  <a:pt x="1266" y="940"/>
                </a:lnTo>
                <a:lnTo>
                  <a:pt x="1265" y="940"/>
                </a:lnTo>
                <a:lnTo>
                  <a:pt x="1266" y="940"/>
                </a:lnTo>
                <a:lnTo>
                  <a:pt x="1266" y="941"/>
                </a:lnTo>
                <a:lnTo>
                  <a:pt x="1266" y="942"/>
                </a:lnTo>
                <a:lnTo>
                  <a:pt x="1265" y="942"/>
                </a:lnTo>
                <a:lnTo>
                  <a:pt x="1264" y="942"/>
                </a:lnTo>
                <a:lnTo>
                  <a:pt x="1263" y="943"/>
                </a:lnTo>
                <a:lnTo>
                  <a:pt x="1262" y="943"/>
                </a:lnTo>
                <a:lnTo>
                  <a:pt x="1261" y="943"/>
                </a:lnTo>
                <a:lnTo>
                  <a:pt x="1261" y="942"/>
                </a:lnTo>
                <a:lnTo>
                  <a:pt x="1260" y="942"/>
                </a:lnTo>
                <a:lnTo>
                  <a:pt x="1260" y="941"/>
                </a:lnTo>
                <a:lnTo>
                  <a:pt x="1259" y="941"/>
                </a:lnTo>
                <a:lnTo>
                  <a:pt x="1258" y="941"/>
                </a:lnTo>
                <a:lnTo>
                  <a:pt x="1257" y="941"/>
                </a:lnTo>
                <a:lnTo>
                  <a:pt x="1257" y="942"/>
                </a:lnTo>
                <a:lnTo>
                  <a:pt x="1256" y="942"/>
                </a:lnTo>
                <a:lnTo>
                  <a:pt x="1255" y="943"/>
                </a:lnTo>
                <a:lnTo>
                  <a:pt x="1254" y="944"/>
                </a:lnTo>
                <a:lnTo>
                  <a:pt x="1253" y="945"/>
                </a:lnTo>
                <a:lnTo>
                  <a:pt x="1252" y="946"/>
                </a:lnTo>
                <a:lnTo>
                  <a:pt x="1252" y="945"/>
                </a:lnTo>
                <a:lnTo>
                  <a:pt x="1251" y="945"/>
                </a:lnTo>
                <a:lnTo>
                  <a:pt x="1251" y="946"/>
                </a:lnTo>
                <a:lnTo>
                  <a:pt x="1250" y="946"/>
                </a:lnTo>
                <a:lnTo>
                  <a:pt x="1250" y="947"/>
                </a:lnTo>
                <a:lnTo>
                  <a:pt x="1249" y="947"/>
                </a:lnTo>
                <a:lnTo>
                  <a:pt x="1248" y="947"/>
                </a:lnTo>
                <a:lnTo>
                  <a:pt x="1247" y="947"/>
                </a:lnTo>
                <a:lnTo>
                  <a:pt x="1247" y="946"/>
                </a:lnTo>
                <a:lnTo>
                  <a:pt x="1246" y="946"/>
                </a:lnTo>
                <a:lnTo>
                  <a:pt x="1245" y="946"/>
                </a:lnTo>
                <a:lnTo>
                  <a:pt x="1245" y="945"/>
                </a:lnTo>
                <a:lnTo>
                  <a:pt x="1245" y="944"/>
                </a:lnTo>
                <a:lnTo>
                  <a:pt x="1244" y="944"/>
                </a:lnTo>
                <a:lnTo>
                  <a:pt x="1244" y="945"/>
                </a:lnTo>
                <a:lnTo>
                  <a:pt x="1243" y="945"/>
                </a:lnTo>
                <a:lnTo>
                  <a:pt x="1242" y="945"/>
                </a:lnTo>
                <a:lnTo>
                  <a:pt x="1241" y="945"/>
                </a:lnTo>
                <a:lnTo>
                  <a:pt x="1241" y="944"/>
                </a:lnTo>
                <a:lnTo>
                  <a:pt x="1242" y="944"/>
                </a:lnTo>
                <a:lnTo>
                  <a:pt x="1242" y="943"/>
                </a:lnTo>
                <a:lnTo>
                  <a:pt x="1243" y="943"/>
                </a:lnTo>
                <a:lnTo>
                  <a:pt x="1244" y="942"/>
                </a:lnTo>
                <a:lnTo>
                  <a:pt x="1244" y="941"/>
                </a:lnTo>
                <a:lnTo>
                  <a:pt x="1243" y="941"/>
                </a:lnTo>
                <a:lnTo>
                  <a:pt x="1243" y="942"/>
                </a:lnTo>
                <a:lnTo>
                  <a:pt x="1242" y="942"/>
                </a:lnTo>
                <a:lnTo>
                  <a:pt x="1242" y="941"/>
                </a:lnTo>
                <a:lnTo>
                  <a:pt x="1241" y="941"/>
                </a:lnTo>
                <a:lnTo>
                  <a:pt x="1240" y="940"/>
                </a:lnTo>
                <a:lnTo>
                  <a:pt x="1239" y="941"/>
                </a:lnTo>
                <a:lnTo>
                  <a:pt x="1238" y="941"/>
                </a:lnTo>
                <a:lnTo>
                  <a:pt x="1237" y="941"/>
                </a:lnTo>
                <a:lnTo>
                  <a:pt x="1236" y="941"/>
                </a:lnTo>
                <a:lnTo>
                  <a:pt x="1235" y="941"/>
                </a:lnTo>
                <a:lnTo>
                  <a:pt x="1235" y="942"/>
                </a:lnTo>
                <a:lnTo>
                  <a:pt x="1234" y="942"/>
                </a:lnTo>
                <a:lnTo>
                  <a:pt x="1234" y="941"/>
                </a:lnTo>
                <a:lnTo>
                  <a:pt x="1233" y="941"/>
                </a:lnTo>
                <a:lnTo>
                  <a:pt x="1232" y="941"/>
                </a:lnTo>
                <a:lnTo>
                  <a:pt x="1231" y="941"/>
                </a:lnTo>
                <a:lnTo>
                  <a:pt x="1230" y="941"/>
                </a:lnTo>
                <a:lnTo>
                  <a:pt x="1229" y="941"/>
                </a:lnTo>
                <a:lnTo>
                  <a:pt x="1229" y="940"/>
                </a:lnTo>
                <a:lnTo>
                  <a:pt x="1228" y="940"/>
                </a:lnTo>
                <a:lnTo>
                  <a:pt x="1228" y="941"/>
                </a:lnTo>
                <a:lnTo>
                  <a:pt x="1229" y="941"/>
                </a:lnTo>
                <a:lnTo>
                  <a:pt x="1228" y="942"/>
                </a:lnTo>
                <a:lnTo>
                  <a:pt x="1228" y="943"/>
                </a:lnTo>
                <a:lnTo>
                  <a:pt x="1227" y="943"/>
                </a:lnTo>
                <a:lnTo>
                  <a:pt x="1227" y="944"/>
                </a:lnTo>
                <a:lnTo>
                  <a:pt x="1226" y="944"/>
                </a:lnTo>
                <a:lnTo>
                  <a:pt x="1226" y="945"/>
                </a:lnTo>
                <a:lnTo>
                  <a:pt x="1225" y="946"/>
                </a:lnTo>
                <a:lnTo>
                  <a:pt x="1224" y="946"/>
                </a:lnTo>
                <a:lnTo>
                  <a:pt x="1223" y="945"/>
                </a:lnTo>
                <a:lnTo>
                  <a:pt x="1223" y="946"/>
                </a:lnTo>
                <a:lnTo>
                  <a:pt x="1223" y="947"/>
                </a:lnTo>
                <a:lnTo>
                  <a:pt x="1222" y="948"/>
                </a:lnTo>
                <a:lnTo>
                  <a:pt x="1221" y="948"/>
                </a:lnTo>
                <a:lnTo>
                  <a:pt x="1221" y="950"/>
                </a:lnTo>
                <a:lnTo>
                  <a:pt x="1220" y="950"/>
                </a:lnTo>
                <a:lnTo>
                  <a:pt x="1219" y="951"/>
                </a:lnTo>
                <a:lnTo>
                  <a:pt x="1219" y="952"/>
                </a:lnTo>
                <a:lnTo>
                  <a:pt x="1218" y="952"/>
                </a:lnTo>
                <a:lnTo>
                  <a:pt x="1218" y="953"/>
                </a:lnTo>
                <a:lnTo>
                  <a:pt x="1217" y="953"/>
                </a:lnTo>
                <a:lnTo>
                  <a:pt x="1218" y="953"/>
                </a:lnTo>
                <a:lnTo>
                  <a:pt x="1218" y="954"/>
                </a:lnTo>
                <a:lnTo>
                  <a:pt x="1217" y="954"/>
                </a:lnTo>
                <a:lnTo>
                  <a:pt x="1217" y="955"/>
                </a:lnTo>
                <a:lnTo>
                  <a:pt x="1218" y="955"/>
                </a:lnTo>
                <a:lnTo>
                  <a:pt x="1217" y="956"/>
                </a:lnTo>
                <a:lnTo>
                  <a:pt x="1216" y="956"/>
                </a:lnTo>
                <a:lnTo>
                  <a:pt x="1217" y="957"/>
                </a:lnTo>
                <a:lnTo>
                  <a:pt x="1217" y="958"/>
                </a:lnTo>
                <a:lnTo>
                  <a:pt x="1217" y="959"/>
                </a:lnTo>
                <a:lnTo>
                  <a:pt x="1217" y="960"/>
                </a:lnTo>
                <a:lnTo>
                  <a:pt x="1217" y="961"/>
                </a:lnTo>
                <a:lnTo>
                  <a:pt x="1217" y="962"/>
                </a:lnTo>
                <a:lnTo>
                  <a:pt x="1217" y="963"/>
                </a:lnTo>
                <a:lnTo>
                  <a:pt x="1216" y="964"/>
                </a:lnTo>
                <a:lnTo>
                  <a:pt x="1215" y="964"/>
                </a:lnTo>
                <a:lnTo>
                  <a:pt x="1214" y="964"/>
                </a:lnTo>
                <a:lnTo>
                  <a:pt x="1213" y="964"/>
                </a:lnTo>
                <a:lnTo>
                  <a:pt x="1213" y="963"/>
                </a:lnTo>
                <a:lnTo>
                  <a:pt x="1212" y="963"/>
                </a:lnTo>
                <a:lnTo>
                  <a:pt x="1211" y="964"/>
                </a:lnTo>
                <a:lnTo>
                  <a:pt x="1211" y="965"/>
                </a:lnTo>
                <a:lnTo>
                  <a:pt x="1210" y="965"/>
                </a:lnTo>
                <a:lnTo>
                  <a:pt x="1210" y="964"/>
                </a:lnTo>
                <a:lnTo>
                  <a:pt x="1209" y="964"/>
                </a:lnTo>
                <a:lnTo>
                  <a:pt x="1208" y="964"/>
                </a:lnTo>
                <a:lnTo>
                  <a:pt x="1208" y="963"/>
                </a:lnTo>
                <a:lnTo>
                  <a:pt x="1207" y="963"/>
                </a:lnTo>
                <a:lnTo>
                  <a:pt x="1206" y="963"/>
                </a:lnTo>
                <a:lnTo>
                  <a:pt x="1205" y="963"/>
                </a:lnTo>
                <a:lnTo>
                  <a:pt x="1205" y="964"/>
                </a:lnTo>
                <a:lnTo>
                  <a:pt x="1206" y="964"/>
                </a:lnTo>
                <a:lnTo>
                  <a:pt x="1206" y="965"/>
                </a:lnTo>
                <a:lnTo>
                  <a:pt x="1207" y="966"/>
                </a:lnTo>
                <a:lnTo>
                  <a:pt x="1207" y="967"/>
                </a:lnTo>
                <a:lnTo>
                  <a:pt x="1208" y="967"/>
                </a:lnTo>
                <a:lnTo>
                  <a:pt x="1208" y="968"/>
                </a:lnTo>
                <a:lnTo>
                  <a:pt x="1209" y="968"/>
                </a:lnTo>
                <a:lnTo>
                  <a:pt x="1210" y="970"/>
                </a:lnTo>
                <a:lnTo>
                  <a:pt x="1210" y="971"/>
                </a:lnTo>
                <a:lnTo>
                  <a:pt x="1209" y="971"/>
                </a:lnTo>
                <a:lnTo>
                  <a:pt x="1208" y="971"/>
                </a:lnTo>
                <a:lnTo>
                  <a:pt x="1208" y="972"/>
                </a:lnTo>
                <a:lnTo>
                  <a:pt x="1209" y="973"/>
                </a:lnTo>
                <a:lnTo>
                  <a:pt x="1209" y="974"/>
                </a:lnTo>
                <a:lnTo>
                  <a:pt x="1210" y="974"/>
                </a:lnTo>
                <a:lnTo>
                  <a:pt x="1211" y="974"/>
                </a:lnTo>
                <a:lnTo>
                  <a:pt x="1212" y="974"/>
                </a:lnTo>
                <a:lnTo>
                  <a:pt x="1213" y="974"/>
                </a:lnTo>
                <a:lnTo>
                  <a:pt x="1213" y="975"/>
                </a:lnTo>
                <a:lnTo>
                  <a:pt x="1213" y="976"/>
                </a:lnTo>
                <a:lnTo>
                  <a:pt x="1214" y="976"/>
                </a:lnTo>
                <a:lnTo>
                  <a:pt x="1214" y="977"/>
                </a:lnTo>
                <a:lnTo>
                  <a:pt x="1214" y="976"/>
                </a:lnTo>
                <a:lnTo>
                  <a:pt x="1215" y="976"/>
                </a:lnTo>
                <a:lnTo>
                  <a:pt x="1215" y="977"/>
                </a:lnTo>
                <a:lnTo>
                  <a:pt x="1216" y="977"/>
                </a:lnTo>
                <a:lnTo>
                  <a:pt x="1217" y="977"/>
                </a:lnTo>
                <a:lnTo>
                  <a:pt x="1217" y="978"/>
                </a:lnTo>
                <a:lnTo>
                  <a:pt x="1218" y="978"/>
                </a:lnTo>
                <a:lnTo>
                  <a:pt x="1219" y="979"/>
                </a:lnTo>
                <a:lnTo>
                  <a:pt x="1220" y="979"/>
                </a:lnTo>
                <a:lnTo>
                  <a:pt x="1221" y="979"/>
                </a:lnTo>
                <a:lnTo>
                  <a:pt x="1222" y="979"/>
                </a:lnTo>
                <a:lnTo>
                  <a:pt x="1223" y="978"/>
                </a:lnTo>
                <a:lnTo>
                  <a:pt x="1224" y="978"/>
                </a:lnTo>
                <a:lnTo>
                  <a:pt x="1225" y="978"/>
                </a:lnTo>
                <a:lnTo>
                  <a:pt x="1225" y="979"/>
                </a:lnTo>
                <a:lnTo>
                  <a:pt x="1226" y="980"/>
                </a:lnTo>
                <a:lnTo>
                  <a:pt x="1227" y="980"/>
                </a:lnTo>
                <a:lnTo>
                  <a:pt x="1227" y="981"/>
                </a:lnTo>
                <a:lnTo>
                  <a:pt x="1226" y="981"/>
                </a:lnTo>
                <a:lnTo>
                  <a:pt x="1227" y="982"/>
                </a:lnTo>
                <a:lnTo>
                  <a:pt x="1228" y="982"/>
                </a:lnTo>
                <a:lnTo>
                  <a:pt x="1228" y="981"/>
                </a:lnTo>
                <a:lnTo>
                  <a:pt x="1229" y="982"/>
                </a:lnTo>
                <a:lnTo>
                  <a:pt x="1229" y="983"/>
                </a:lnTo>
                <a:lnTo>
                  <a:pt x="1229" y="984"/>
                </a:lnTo>
                <a:lnTo>
                  <a:pt x="1229" y="985"/>
                </a:lnTo>
                <a:lnTo>
                  <a:pt x="1229" y="986"/>
                </a:lnTo>
                <a:lnTo>
                  <a:pt x="1230" y="987"/>
                </a:lnTo>
                <a:lnTo>
                  <a:pt x="1229" y="988"/>
                </a:lnTo>
                <a:lnTo>
                  <a:pt x="1228" y="988"/>
                </a:lnTo>
                <a:lnTo>
                  <a:pt x="1227" y="988"/>
                </a:lnTo>
                <a:lnTo>
                  <a:pt x="1227" y="987"/>
                </a:lnTo>
                <a:lnTo>
                  <a:pt x="1227" y="986"/>
                </a:lnTo>
                <a:lnTo>
                  <a:pt x="1227" y="985"/>
                </a:lnTo>
                <a:lnTo>
                  <a:pt x="1226" y="985"/>
                </a:lnTo>
                <a:lnTo>
                  <a:pt x="1226" y="984"/>
                </a:lnTo>
                <a:lnTo>
                  <a:pt x="1226" y="983"/>
                </a:lnTo>
                <a:lnTo>
                  <a:pt x="1225" y="983"/>
                </a:lnTo>
                <a:lnTo>
                  <a:pt x="1225" y="984"/>
                </a:lnTo>
                <a:lnTo>
                  <a:pt x="1225" y="985"/>
                </a:lnTo>
                <a:lnTo>
                  <a:pt x="1224" y="985"/>
                </a:lnTo>
                <a:lnTo>
                  <a:pt x="1225" y="985"/>
                </a:lnTo>
                <a:lnTo>
                  <a:pt x="1225" y="986"/>
                </a:lnTo>
                <a:lnTo>
                  <a:pt x="1224" y="987"/>
                </a:lnTo>
                <a:lnTo>
                  <a:pt x="1223" y="987"/>
                </a:lnTo>
                <a:lnTo>
                  <a:pt x="1222" y="988"/>
                </a:lnTo>
                <a:lnTo>
                  <a:pt x="1223" y="989"/>
                </a:lnTo>
                <a:lnTo>
                  <a:pt x="1224" y="989"/>
                </a:lnTo>
                <a:lnTo>
                  <a:pt x="1225" y="988"/>
                </a:lnTo>
                <a:lnTo>
                  <a:pt x="1226" y="988"/>
                </a:lnTo>
                <a:lnTo>
                  <a:pt x="1225" y="989"/>
                </a:lnTo>
                <a:lnTo>
                  <a:pt x="1225" y="990"/>
                </a:lnTo>
                <a:lnTo>
                  <a:pt x="1225" y="989"/>
                </a:lnTo>
                <a:lnTo>
                  <a:pt x="1224" y="989"/>
                </a:lnTo>
                <a:lnTo>
                  <a:pt x="1224" y="990"/>
                </a:lnTo>
                <a:lnTo>
                  <a:pt x="1225" y="990"/>
                </a:lnTo>
                <a:lnTo>
                  <a:pt x="1225" y="991"/>
                </a:lnTo>
                <a:lnTo>
                  <a:pt x="1226" y="991"/>
                </a:lnTo>
                <a:lnTo>
                  <a:pt x="1226" y="992"/>
                </a:lnTo>
                <a:lnTo>
                  <a:pt x="1225" y="992"/>
                </a:lnTo>
                <a:lnTo>
                  <a:pt x="1225" y="994"/>
                </a:lnTo>
                <a:lnTo>
                  <a:pt x="1225" y="995"/>
                </a:lnTo>
                <a:lnTo>
                  <a:pt x="1226" y="995"/>
                </a:lnTo>
                <a:lnTo>
                  <a:pt x="1226" y="996"/>
                </a:lnTo>
                <a:lnTo>
                  <a:pt x="1225" y="996"/>
                </a:lnTo>
                <a:lnTo>
                  <a:pt x="1224" y="996"/>
                </a:lnTo>
                <a:lnTo>
                  <a:pt x="1224" y="997"/>
                </a:lnTo>
                <a:lnTo>
                  <a:pt x="1224" y="998"/>
                </a:lnTo>
                <a:lnTo>
                  <a:pt x="1225" y="999"/>
                </a:lnTo>
                <a:lnTo>
                  <a:pt x="1226" y="1000"/>
                </a:lnTo>
                <a:lnTo>
                  <a:pt x="1226" y="1001"/>
                </a:lnTo>
                <a:lnTo>
                  <a:pt x="1225" y="1001"/>
                </a:lnTo>
                <a:lnTo>
                  <a:pt x="1225" y="1002"/>
                </a:lnTo>
                <a:lnTo>
                  <a:pt x="1225" y="1003"/>
                </a:lnTo>
                <a:lnTo>
                  <a:pt x="1225" y="1004"/>
                </a:lnTo>
                <a:lnTo>
                  <a:pt x="1224" y="1004"/>
                </a:lnTo>
                <a:lnTo>
                  <a:pt x="1223" y="1004"/>
                </a:lnTo>
                <a:lnTo>
                  <a:pt x="1222" y="1005"/>
                </a:lnTo>
                <a:lnTo>
                  <a:pt x="1222" y="1006"/>
                </a:lnTo>
                <a:lnTo>
                  <a:pt x="1222" y="1007"/>
                </a:lnTo>
                <a:lnTo>
                  <a:pt x="1221" y="1007"/>
                </a:lnTo>
                <a:lnTo>
                  <a:pt x="1220" y="1007"/>
                </a:lnTo>
                <a:lnTo>
                  <a:pt x="1220" y="1008"/>
                </a:lnTo>
                <a:lnTo>
                  <a:pt x="1220" y="1009"/>
                </a:lnTo>
                <a:lnTo>
                  <a:pt x="1219" y="1009"/>
                </a:lnTo>
                <a:lnTo>
                  <a:pt x="1218" y="1009"/>
                </a:lnTo>
                <a:lnTo>
                  <a:pt x="1218" y="1008"/>
                </a:lnTo>
                <a:lnTo>
                  <a:pt x="1217" y="1008"/>
                </a:lnTo>
                <a:lnTo>
                  <a:pt x="1216" y="1007"/>
                </a:lnTo>
                <a:lnTo>
                  <a:pt x="1216" y="1008"/>
                </a:lnTo>
                <a:lnTo>
                  <a:pt x="1215" y="1008"/>
                </a:lnTo>
                <a:lnTo>
                  <a:pt x="1215" y="1009"/>
                </a:lnTo>
                <a:lnTo>
                  <a:pt x="1214" y="1010"/>
                </a:lnTo>
                <a:lnTo>
                  <a:pt x="1213" y="1010"/>
                </a:lnTo>
                <a:lnTo>
                  <a:pt x="1212" y="1010"/>
                </a:lnTo>
                <a:lnTo>
                  <a:pt x="1211" y="1011"/>
                </a:lnTo>
                <a:lnTo>
                  <a:pt x="1210" y="1011"/>
                </a:lnTo>
                <a:lnTo>
                  <a:pt x="1209" y="1012"/>
                </a:lnTo>
                <a:lnTo>
                  <a:pt x="1208" y="1012"/>
                </a:lnTo>
                <a:lnTo>
                  <a:pt x="1208" y="1013"/>
                </a:lnTo>
                <a:lnTo>
                  <a:pt x="1207" y="1013"/>
                </a:lnTo>
                <a:lnTo>
                  <a:pt x="1207" y="1012"/>
                </a:lnTo>
                <a:lnTo>
                  <a:pt x="1206" y="1012"/>
                </a:lnTo>
                <a:lnTo>
                  <a:pt x="1205" y="1012"/>
                </a:lnTo>
                <a:lnTo>
                  <a:pt x="1205" y="1013"/>
                </a:lnTo>
                <a:lnTo>
                  <a:pt x="1204" y="1013"/>
                </a:lnTo>
                <a:lnTo>
                  <a:pt x="1202" y="1013"/>
                </a:lnTo>
                <a:lnTo>
                  <a:pt x="1201" y="1013"/>
                </a:lnTo>
                <a:lnTo>
                  <a:pt x="1201" y="1014"/>
                </a:lnTo>
                <a:lnTo>
                  <a:pt x="1199" y="1015"/>
                </a:lnTo>
                <a:lnTo>
                  <a:pt x="1198" y="1015"/>
                </a:lnTo>
                <a:lnTo>
                  <a:pt x="1197" y="1015"/>
                </a:lnTo>
                <a:lnTo>
                  <a:pt x="1196" y="1015"/>
                </a:lnTo>
                <a:lnTo>
                  <a:pt x="1195" y="1016"/>
                </a:lnTo>
                <a:lnTo>
                  <a:pt x="1194" y="1015"/>
                </a:lnTo>
                <a:lnTo>
                  <a:pt x="1194" y="1014"/>
                </a:lnTo>
                <a:lnTo>
                  <a:pt x="1193" y="1013"/>
                </a:lnTo>
                <a:lnTo>
                  <a:pt x="1193" y="1012"/>
                </a:lnTo>
                <a:lnTo>
                  <a:pt x="1191" y="1012"/>
                </a:lnTo>
                <a:lnTo>
                  <a:pt x="1191" y="1013"/>
                </a:lnTo>
                <a:lnTo>
                  <a:pt x="1190" y="1013"/>
                </a:lnTo>
                <a:lnTo>
                  <a:pt x="1190" y="1012"/>
                </a:lnTo>
                <a:lnTo>
                  <a:pt x="1189" y="1011"/>
                </a:lnTo>
                <a:lnTo>
                  <a:pt x="1188" y="1011"/>
                </a:lnTo>
                <a:lnTo>
                  <a:pt x="1188" y="1012"/>
                </a:lnTo>
                <a:lnTo>
                  <a:pt x="1187" y="1012"/>
                </a:lnTo>
                <a:lnTo>
                  <a:pt x="1186" y="1011"/>
                </a:lnTo>
                <a:lnTo>
                  <a:pt x="1184" y="1010"/>
                </a:lnTo>
                <a:lnTo>
                  <a:pt x="1183" y="1010"/>
                </a:lnTo>
                <a:lnTo>
                  <a:pt x="1182" y="1010"/>
                </a:lnTo>
                <a:lnTo>
                  <a:pt x="1181" y="1010"/>
                </a:lnTo>
                <a:lnTo>
                  <a:pt x="1180" y="1010"/>
                </a:lnTo>
                <a:lnTo>
                  <a:pt x="1179" y="1011"/>
                </a:lnTo>
                <a:lnTo>
                  <a:pt x="1179" y="1013"/>
                </a:lnTo>
                <a:lnTo>
                  <a:pt x="1179" y="1014"/>
                </a:lnTo>
                <a:lnTo>
                  <a:pt x="1179" y="1015"/>
                </a:lnTo>
                <a:lnTo>
                  <a:pt x="1178" y="1015"/>
                </a:lnTo>
                <a:lnTo>
                  <a:pt x="1177" y="1016"/>
                </a:lnTo>
                <a:lnTo>
                  <a:pt x="1177" y="1017"/>
                </a:lnTo>
                <a:lnTo>
                  <a:pt x="1178" y="1018"/>
                </a:lnTo>
                <a:lnTo>
                  <a:pt x="1177" y="1018"/>
                </a:lnTo>
                <a:lnTo>
                  <a:pt x="1177" y="1019"/>
                </a:lnTo>
                <a:lnTo>
                  <a:pt x="1178" y="1019"/>
                </a:lnTo>
                <a:lnTo>
                  <a:pt x="1178" y="1020"/>
                </a:lnTo>
                <a:lnTo>
                  <a:pt x="1177" y="1020"/>
                </a:lnTo>
                <a:lnTo>
                  <a:pt x="1178" y="1021"/>
                </a:lnTo>
                <a:lnTo>
                  <a:pt x="1179" y="1022"/>
                </a:lnTo>
                <a:lnTo>
                  <a:pt x="1179" y="1023"/>
                </a:lnTo>
                <a:lnTo>
                  <a:pt x="1180" y="1023"/>
                </a:lnTo>
                <a:lnTo>
                  <a:pt x="1180" y="1024"/>
                </a:lnTo>
                <a:lnTo>
                  <a:pt x="1180" y="1025"/>
                </a:lnTo>
                <a:lnTo>
                  <a:pt x="1180" y="1026"/>
                </a:lnTo>
                <a:lnTo>
                  <a:pt x="1181" y="1026"/>
                </a:lnTo>
                <a:lnTo>
                  <a:pt x="1182" y="1026"/>
                </a:lnTo>
                <a:lnTo>
                  <a:pt x="1182" y="1027"/>
                </a:lnTo>
                <a:lnTo>
                  <a:pt x="1182" y="1028"/>
                </a:lnTo>
                <a:lnTo>
                  <a:pt x="1182" y="1027"/>
                </a:lnTo>
                <a:lnTo>
                  <a:pt x="1183" y="1027"/>
                </a:lnTo>
                <a:lnTo>
                  <a:pt x="1183" y="1028"/>
                </a:lnTo>
                <a:lnTo>
                  <a:pt x="1183" y="1029"/>
                </a:lnTo>
                <a:lnTo>
                  <a:pt x="1183" y="1030"/>
                </a:lnTo>
                <a:lnTo>
                  <a:pt x="1182" y="1030"/>
                </a:lnTo>
                <a:lnTo>
                  <a:pt x="1182" y="1031"/>
                </a:lnTo>
                <a:lnTo>
                  <a:pt x="1181" y="1030"/>
                </a:lnTo>
                <a:lnTo>
                  <a:pt x="1180" y="1030"/>
                </a:lnTo>
                <a:lnTo>
                  <a:pt x="1179" y="1032"/>
                </a:lnTo>
                <a:lnTo>
                  <a:pt x="1178" y="1032"/>
                </a:lnTo>
                <a:lnTo>
                  <a:pt x="1177" y="1032"/>
                </a:lnTo>
                <a:lnTo>
                  <a:pt x="1176" y="1033"/>
                </a:lnTo>
                <a:lnTo>
                  <a:pt x="1175" y="1033"/>
                </a:lnTo>
                <a:lnTo>
                  <a:pt x="1174" y="1034"/>
                </a:lnTo>
                <a:lnTo>
                  <a:pt x="1173" y="1035"/>
                </a:lnTo>
                <a:lnTo>
                  <a:pt x="1173" y="1036"/>
                </a:lnTo>
                <a:lnTo>
                  <a:pt x="1172" y="1036"/>
                </a:lnTo>
                <a:lnTo>
                  <a:pt x="1171" y="1036"/>
                </a:lnTo>
                <a:lnTo>
                  <a:pt x="1171" y="1037"/>
                </a:lnTo>
                <a:lnTo>
                  <a:pt x="1170" y="1037"/>
                </a:lnTo>
                <a:lnTo>
                  <a:pt x="1169" y="1037"/>
                </a:lnTo>
                <a:lnTo>
                  <a:pt x="1169" y="1038"/>
                </a:lnTo>
                <a:lnTo>
                  <a:pt x="1168" y="1038"/>
                </a:lnTo>
                <a:lnTo>
                  <a:pt x="1167" y="1038"/>
                </a:lnTo>
                <a:lnTo>
                  <a:pt x="1166" y="1038"/>
                </a:lnTo>
                <a:lnTo>
                  <a:pt x="1166" y="1039"/>
                </a:lnTo>
                <a:lnTo>
                  <a:pt x="1165" y="1039"/>
                </a:lnTo>
                <a:lnTo>
                  <a:pt x="1165" y="1038"/>
                </a:lnTo>
                <a:lnTo>
                  <a:pt x="1164" y="1037"/>
                </a:lnTo>
                <a:lnTo>
                  <a:pt x="1163" y="1037"/>
                </a:lnTo>
                <a:lnTo>
                  <a:pt x="1162" y="1037"/>
                </a:lnTo>
                <a:lnTo>
                  <a:pt x="1162" y="1038"/>
                </a:lnTo>
                <a:lnTo>
                  <a:pt x="1161" y="1038"/>
                </a:lnTo>
                <a:lnTo>
                  <a:pt x="1161" y="1039"/>
                </a:lnTo>
                <a:lnTo>
                  <a:pt x="1161" y="1040"/>
                </a:lnTo>
                <a:lnTo>
                  <a:pt x="1160" y="1041"/>
                </a:lnTo>
                <a:lnTo>
                  <a:pt x="1159" y="1041"/>
                </a:lnTo>
                <a:lnTo>
                  <a:pt x="1159" y="1042"/>
                </a:lnTo>
                <a:lnTo>
                  <a:pt x="1158" y="1042"/>
                </a:lnTo>
                <a:lnTo>
                  <a:pt x="1158" y="1043"/>
                </a:lnTo>
                <a:lnTo>
                  <a:pt x="1157" y="1043"/>
                </a:lnTo>
                <a:lnTo>
                  <a:pt x="1156" y="1043"/>
                </a:lnTo>
                <a:lnTo>
                  <a:pt x="1155" y="1044"/>
                </a:lnTo>
                <a:lnTo>
                  <a:pt x="1154" y="1044"/>
                </a:lnTo>
                <a:lnTo>
                  <a:pt x="1153" y="1044"/>
                </a:lnTo>
                <a:lnTo>
                  <a:pt x="1152" y="1045"/>
                </a:lnTo>
                <a:lnTo>
                  <a:pt x="1151" y="1044"/>
                </a:lnTo>
                <a:lnTo>
                  <a:pt x="1151" y="1043"/>
                </a:lnTo>
                <a:lnTo>
                  <a:pt x="1150" y="1043"/>
                </a:lnTo>
                <a:lnTo>
                  <a:pt x="1150" y="1042"/>
                </a:lnTo>
                <a:lnTo>
                  <a:pt x="1149" y="1041"/>
                </a:lnTo>
                <a:lnTo>
                  <a:pt x="1149" y="1040"/>
                </a:lnTo>
                <a:lnTo>
                  <a:pt x="1148" y="1040"/>
                </a:lnTo>
                <a:lnTo>
                  <a:pt x="1147" y="1039"/>
                </a:lnTo>
                <a:lnTo>
                  <a:pt x="1146" y="1039"/>
                </a:lnTo>
                <a:lnTo>
                  <a:pt x="1145" y="1039"/>
                </a:lnTo>
                <a:lnTo>
                  <a:pt x="1144" y="1039"/>
                </a:lnTo>
                <a:lnTo>
                  <a:pt x="1144" y="1040"/>
                </a:lnTo>
                <a:lnTo>
                  <a:pt x="1143" y="1040"/>
                </a:lnTo>
                <a:lnTo>
                  <a:pt x="1142" y="1040"/>
                </a:lnTo>
                <a:lnTo>
                  <a:pt x="1141" y="1040"/>
                </a:lnTo>
                <a:lnTo>
                  <a:pt x="1141" y="1041"/>
                </a:lnTo>
                <a:lnTo>
                  <a:pt x="1140" y="1041"/>
                </a:lnTo>
                <a:lnTo>
                  <a:pt x="1139" y="1041"/>
                </a:lnTo>
                <a:lnTo>
                  <a:pt x="1138" y="1042"/>
                </a:lnTo>
                <a:lnTo>
                  <a:pt x="1137" y="1042"/>
                </a:lnTo>
                <a:lnTo>
                  <a:pt x="1136" y="1042"/>
                </a:lnTo>
                <a:lnTo>
                  <a:pt x="1136" y="1043"/>
                </a:lnTo>
                <a:lnTo>
                  <a:pt x="1135" y="1043"/>
                </a:lnTo>
                <a:lnTo>
                  <a:pt x="1134" y="1043"/>
                </a:lnTo>
                <a:lnTo>
                  <a:pt x="1134" y="1044"/>
                </a:lnTo>
                <a:lnTo>
                  <a:pt x="1133" y="1044"/>
                </a:lnTo>
                <a:lnTo>
                  <a:pt x="1132" y="1044"/>
                </a:lnTo>
                <a:lnTo>
                  <a:pt x="1131" y="1044"/>
                </a:lnTo>
                <a:lnTo>
                  <a:pt x="1131" y="1043"/>
                </a:lnTo>
                <a:lnTo>
                  <a:pt x="1130" y="1043"/>
                </a:lnTo>
                <a:lnTo>
                  <a:pt x="1131" y="1043"/>
                </a:lnTo>
                <a:lnTo>
                  <a:pt x="1131" y="1042"/>
                </a:lnTo>
                <a:lnTo>
                  <a:pt x="1130" y="1042"/>
                </a:lnTo>
                <a:lnTo>
                  <a:pt x="1130" y="1041"/>
                </a:lnTo>
                <a:lnTo>
                  <a:pt x="1129" y="1041"/>
                </a:lnTo>
                <a:lnTo>
                  <a:pt x="1129" y="1040"/>
                </a:lnTo>
                <a:lnTo>
                  <a:pt x="1128" y="1039"/>
                </a:lnTo>
                <a:lnTo>
                  <a:pt x="1128" y="1038"/>
                </a:lnTo>
                <a:lnTo>
                  <a:pt x="1127" y="1038"/>
                </a:lnTo>
                <a:lnTo>
                  <a:pt x="1126" y="1038"/>
                </a:lnTo>
                <a:lnTo>
                  <a:pt x="1125" y="1038"/>
                </a:lnTo>
                <a:lnTo>
                  <a:pt x="1125" y="1039"/>
                </a:lnTo>
                <a:lnTo>
                  <a:pt x="1124" y="1039"/>
                </a:lnTo>
                <a:lnTo>
                  <a:pt x="1123" y="1039"/>
                </a:lnTo>
                <a:lnTo>
                  <a:pt x="1123" y="1040"/>
                </a:lnTo>
                <a:lnTo>
                  <a:pt x="1122" y="1040"/>
                </a:lnTo>
                <a:lnTo>
                  <a:pt x="1121" y="1040"/>
                </a:lnTo>
                <a:lnTo>
                  <a:pt x="1120" y="1039"/>
                </a:lnTo>
                <a:lnTo>
                  <a:pt x="1119" y="1040"/>
                </a:lnTo>
                <a:lnTo>
                  <a:pt x="1118" y="1040"/>
                </a:lnTo>
                <a:lnTo>
                  <a:pt x="1117" y="1040"/>
                </a:lnTo>
                <a:lnTo>
                  <a:pt x="1117" y="1039"/>
                </a:lnTo>
                <a:lnTo>
                  <a:pt x="1116" y="1038"/>
                </a:lnTo>
                <a:lnTo>
                  <a:pt x="1116" y="1037"/>
                </a:lnTo>
                <a:lnTo>
                  <a:pt x="1115" y="1037"/>
                </a:lnTo>
                <a:lnTo>
                  <a:pt x="1115" y="1036"/>
                </a:lnTo>
                <a:lnTo>
                  <a:pt x="1113" y="1037"/>
                </a:lnTo>
                <a:lnTo>
                  <a:pt x="1112" y="1038"/>
                </a:lnTo>
                <a:lnTo>
                  <a:pt x="1111" y="1037"/>
                </a:lnTo>
                <a:lnTo>
                  <a:pt x="1110" y="1038"/>
                </a:lnTo>
                <a:lnTo>
                  <a:pt x="1109" y="1037"/>
                </a:lnTo>
                <a:lnTo>
                  <a:pt x="1108" y="1036"/>
                </a:lnTo>
                <a:lnTo>
                  <a:pt x="1107" y="1035"/>
                </a:lnTo>
                <a:lnTo>
                  <a:pt x="1106" y="1035"/>
                </a:lnTo>
                <a:lnTo>
                  <a:pt x="1105" y="1034"/>
                </a:lnTo>
                <a:lnTo>
                  <a:pt x="1105" y="1033"/>
                </a:lnTo>
                <a:lnTo>
                  <a:pt x="1104" y="1033"/>
                </a:lnTo>
                <a:lnTo>
                  <a:pt x="1104" y="1032"/>
                </a:lnTo>
                <a:lnTo>
                  <a:pt x="1104" y="1031"/>
                </a:lnTo>
                <a:lnTo>
                  <a:pt x="1103" y="1031"/>
                </a:lnTo>
                <a:lnTo>
                  <a:pt x="1102" y="1030"/>
                </a:lnTo>
                <a:lnTo>
                  <a:pt x="1101" y="1030"/>
                </a:lnTo>
                <a:lnTo>
                  <a:pt x="1101" y="1031"/>
                </a:lnTo>
                <a:lnTo>
                  <a:pt x="1100" y="1031"/>
                </a:lnTo>
                <a:lnTo>
                  <a:pt x="1099" y="1031"/>
                </a:lnTo>
                <a:lnTo>
                  <a:pt x="1099" y="1030"/>
                </a:lnTo>
                <a:lnTo>
                  <a:pt x="1098" y="1030"/>
                </a:lnTo>
                <a:lnTo>
                  <a:pt x="1098" y="1029"/>
                </a:lnTo>
                <a:lnTo>
                  <a:pt x="1098" y="1028"/>
                </a:lnTo>
                <a:lnTo>
                  <a:pt x="1097" y="1028"/>
                </a:lnTo>
                <a:lnTo>
                  <a:pt x="1096" y="1028"/>
                </a:lnTo>
                <a:lnTo>
                  <a:pt x="1096" y="1029"/>
                </a:lnTo>
                <a:lnTo>
                  <a:pt x="1095" y="1029"/>
                </a:lnTo>
                <a:lnTo>
                  <a:pt x="1094" y="1029"/>
                </a:lnTo>
                <a:lnTo>
                  <a:pt x="1093" y="1029"/>
                </a:lnTo>
                <a:lnTo>
                  <a:pt x="1093" y="1028"/>
                </a:lnTo>
                <a:lnTo>
                  <a:pt x="1092" y="1028"/>
                </a:lnTo>
                <a:lnTo>
                  <a:pt x="1092" y="1027"/>
                </a:lnTo>
                <a:lnTo>
                  <a:pt x="1091" y="1027"/>
                </a:lnTo>
                <a:lnTo>
                  <a:pt x="1090" y="1027"/>
                </a:lnTo>
                <a:lnTo>
                  <a:pt x="1090" y="1026"/>
                </a:lnTo>
                <a:lnTo>
                  <a:pt x="1090" y="1025"/>
                </a:lnTo>
                <a:lnTo>
                  <a:pt x="1089" y="1025"/>
                </a:lnTo>
                <a:lnTo>
                  <a:pt x="1088" y="1025"/>
                </a:lnTo>
                <a:lnTo>
                  <a:pt x="1088" y="1024"/>
                </a:lnTo>
                <a:lnTo>
                  <a:pt x="1087" y="1024"/>
                </a:lnTo>
                <a:lnTo>
                  <a:pt x="1086" y="1023"/>
                </a:lnTo>
                <a:lnTo>
                  <a:pt x="1085" y="1023"/>
                </a:lnTo>
                <a:lnTo>
                  <a:pt x="1085" y="1022"/>
                </a:lnTo>
                <a:lnTo>
                  <a:pt x="1085" y="1021"/>
                </a:lnTo>
                <a:lnTo>
                  <a:pt x="1084" y="1021"/>
                </a:lnTo>
                <a:lnTo>
                  <a:pt x="1083" y="1021"/>
                </a:lnTo>
                <a:lnTo>
                  <a:pt x="1082" y="1021"/>
                </a:lnTo>
                <a:lnTo>
                  <a:pt x="1081" y="1021"/>
                </a:lnTo>
                <a:lnTo>
                  <a:pt x="1080" y="1021"/>
                </a:lnTo>
                <a:lnTo>
                  <a:pt x="1079" y="1021"/>
                </a:lnTo>
                <a:lnTo>
                  <a:pt x="1078" y="1020"/>
                </a:lnTo>
                <a:lnTo>
                  <a:pt x="1078" y="1018"/>
                </a:lnTo>
                <a:lnTo>
                  <a:pt x="1078" y="1017"/>
                </a:lnTo>
                <a:lnTo>
                  <a:pt x="1078" y="1015"/>
                </a:lnTo>
                <a:lnTo>
                  <a:pt x="1077" y="1015"/>
                </a:lnTo>
                <a:lnTo>
                  <a:pt x="1077" y="1013"/>
                </a:lnTo>
                <a:lnTo>
                  <a:pt x="1077" y="1011"/>
                </a:lnTo>
                <a:lnTo>
                  <a:pt x="1078" y="1011"/>
                </a:lnTo>
                <a:lnTo>
                  <a:pt x="1078" y="1010"/>
                </a:lnTo>
                <a:lnTo>
                  <a:pt x="1078" y="1009"/>
                </a:lnTo>
                <a:lnTo>
                  <a:pt x="1079" y="1009"/>
                </a:lnTo>
                <a:lnTo>
                  <a:pt x="1079" y="1008"/>
                </a:lnTo>
                <a:lnTo>
                  <a:pt x="1080" y="1008"/>
                </a:lnTo>
                <a:lnTo>
                  <a:pt x="1080" y="1009"/>
                </a:lnTo>
                <a:lnTo>
                  <a:pt x="1081" y="1009"/>
                </a:lnTo>
                <a:lnTo>
                  <a:pt x="1081" y="1008"/>
                </a:lnTo>
                <a:lnTo>
                  <a:pt x="1082" y="1008"/>
                </a:lnTo>
                <a:lnTo>
                  <a:pt x="1082" y="1009"/>
                </a:lnTo>
                <a:lnTo>
                  <a:pt x="1083" y="1009"/>
                </a:lnTo>
                <a:lnTo>
                  <a:pt x="1084" y="1009"/>
                </a:lnTo>
                <a:lnTo>
                  <a:pt x="1085" y="1009"/>
                </a:lnTo>
                <a:lnTo>
                  <a:pt x="1086" y="1008"/>
                </a:lnTo>
                <a:lnTo>
                  <a:pt x="1086" y="1007"/>
                </a:lnTo>
                <a:lnTo>
                  <a:pt x="1086" y="1006"/>
                </a:lnTo>
                <a:lnTo>
                  <a:pt x="1086" y="1005"/>
                </a:lnTo>
                <a:lnTo>
                  <a:pt x="1086" y="1004"/>
                </a:lnTo>
                <a:lnTo>
                  <a:pt x="1087" y="1004"/>
                </a:lnTo>
                <a:lnTo>
                  <a:pt x="1087" y="1003"/>
                </a:lnTo>
                <a:lnTo>
                  <a:pt x="1088" y="1003"/>
                </a:lnTo>
                <a:lnTo>
                  <a:pt x="1090" y="1002"/>
                </a:lnTo>
                <a:lnTo>
                  <a:pt x="1090" y="1000"/>
                </a:lnTo>
                <a:lnTo>
                  <a:pt x="1089" y="1000"/>
                </a:lnTo>
                <a:lnTo>
                  <a:pt x="1088" y="1000"/>
                </a:lnTo>
                <a:lnTo>
                  <a:pt x="1088" y="999"/>
                </a:lnTo>
                <a:lnTo>
                  <a:pt x="1087" y="999"/>
                </a:lnTo>
                <a:lnTo>
                  <a:pt x="1086" y="999"/>
                </a:lnTo>
                <a:lnTo>
                  <a:pt x="1086" y="1000"/>
                </a:lnTo>
                <a:lnTo>
                  <a:pt x="1085" y="1000"/>
                </a:lnTo>
                <a:lnTo>
                  <a:pt x="1084" y="1000"/>
                </a:lnTo>
                <a:lnTo>
                  <a:pt x="1083" y="999"/>
                </a:lnTo>
                <a:lnTo>
                  <a:pt x="1082" y="999"/>
                </a:lnTo>
                <a:lnTo>
                  <a:pt x="1082" y="998"/>
                </a:lnTo>
                <a:lnTo>
                  <a:pt x="1083" y="998"/>
                </a:lnTo>
                <a:lnTo>
                  <a:pt x="1083" y="997"/>
                </a:lnTo>
                <a:lnTo>
                  <a:pt x="1084" y="997"/>
                </a:lnTo>
                <a:lnTo>
                  <a:pt x="1084" y="996"/>
                </a:lnTo>
                <a:lnTo>
                  <a:pt x="1084" y="995"/>
                </a:lnTo>
                <a:lnTo>
                  <a:pt x="1085" y="995"/>
                </a:lnTo>
                <a:lnTo>
                  <a:pt x="1085" y="994"/>
                </a:lnTo>
                <a:lnTo>
                  <a:pt x="1084" y="994"/>
                </a:lnTo>
                <a:lnTo>
                  <a:pt x="1084" y="995"/>
                </a:lnTo>
                <a:lnTo>
                  <a:pt x="1084" y="994"/>
                </a:lnTo>
                <a:lnTo>
                  <a:pt x="1084" y="993"/>
                </a:lnTo>
                <a:lnTo>
                  <a:pt x="1086" y="992"/>
                </a:lnTo>
                <a:lnTo>
                  <a:pt x="1085" y="991"/>
                </a:lnTo>
                <a:lnTo>
                  <a:pt x="1085" y="990"/>
                </a:lnTo>
                <a:lnTo>
                  <a:pt x="1085" y="989"/>
                </a:lnTo>
                <a:lnTo>
                  <a:pt x="1084" y="988"/>
                </a:lnTo>
                <a:lnTo>
                  <a:pt x="1084" y="987"/>
                </a:lnTo>
                <a:lnTo>
                  <a:pt x="1084" y="986"/>
                </a:lnTo>
                <a:lnTo>
                  <a:pt x="1084" y="985"/>
                </a:lnTo>
                <a:lnTo>
                  <a:pt x="1083" y="984"/>
                </a:lnTo>
                <a:lnTo>
                  <a:pt x="1083" y="983"/>
                </a:lnTo>
                <a:lnTo>
                  <a:pt x="1082" y="983"/>
                </a:lnTo>
                <a:lnTo>
                  <a:pt x="1082" y="982"/>
                </a:lnTo>
                <a:lnTo>
                  <a:pt x="1082" y="981"/>
                </a:lnTo>
                <a:lnTo>
                  <a:pt x="1081" y="981"/>
                </a:lnTo>
                <a:lnTo>
                  <a:pt x="1081" y="980"/>
                </a:lnTo>
                <a:lnTo>
                  <a:pt x="1081" y="979"/>
                </a:lnTo>
                <a:lnTo>
                  <a:pt x="1081" y="978"/>
                </a:lnTo>
                <a:lnTo>
                  <a:pt x="1081" y="977"/>
                </a:lnTo>
                <a:lnTo>
                  <a:pt x="1081" y="976"/>
                </a:lnTo>
                <a:lnTo>
                  <a:pt x="1081" y="975"/>
                </a:lnTo>
                <a:lnTo>
                  <a:pt x="1080" y="974"/>
                </a:lnTo>
                <a:lnTo>
                  <a:pt x="1079" y="972"/>
                </a:lnTo>
                <a:lnTo>
                  <a:pt x="1080" y="972"/>
                </a:lnTo>
                <a:lnTo>
                  <a:pt x="1081" y="971"/>
                </a:lnTo>
                <a:lnTo>
                  <a:pt x="1082" y="971"/>
                </a:lnTo>
                <a:lnTo>
                  <a:pt x="1083" y="972"/>
                </a:lnTo>
                <a:lnTo>
                  <a:pt x="1085" y="972"/>
                </a:lnTo>
                <a:lnTo>
                  <a:pt x="1086" y="973"/>
                </a:lnTo>
                <a:lnTo>
                  <a:pt x="1087" y="973"/>
                </a:lnTo>
                <a:lnTo>
                  <a:pt x="1088" y="973"/>
                </a:lnTo>
                <a:lnTo>
                  <a:pt x="1088" y="972"/>
                </a:lnTo>
                <a:lnTo>
                  <a:pt x="1087" y="972"/>
                </a:lnTo>
                <a:lnTo>
                  <a:pt x="1087" y="971"/>
                </a:lnTo>
                <a:lnTo>
                  <a:pt x="1088" y="971"/>
                </a:lnTo>
                <a:lnTo>
                  <a:pt x="1089" y="971"/>
                </a:lnTo>
                <a:lnTo>
                  <a:pt x="1090" y="970"/>
                </a:lnTo>
                <a:lnTo>
                  <a:pt x="1091" y="970"/>
                </a:lnTo>
                <a:lnTo>
                  <a:pt x="1089" y="970"/>
                </a:lnTo>
                <a:lnTo>
                  <a:pt x="1089" y="969"/>
                </a:lnTo>
                <a:lnTo>
                  <a:pt x="1088" y="969"/>
                </a:lnTo>
                <a:lnTo>
                  <a:pt x="1087" y="968"/>
                </a:lnTo>
                <a:lnTo>
                  <a:pt x="1086" y="968"/>
                </a:lnTo>
                <a:lnTo>
                  <a:pt x="1085" y="968"/>
                </a:lnTo>
                <a:lnTo>
                  <a:pt x="1084" y="968"/>
                </a:lnTo>
                <a:lnTo>
                  <a:pt x="1083" y="969"/>
                </a:lnTo>
                <a:lnTo>
                  <a:pt x="1082" y="970"/>
                </a:lnTo>
                <a:lnTo>
                  <a:pt x="1081" y="970"/>
                </a:lnTo>
                <a:lnTo>
                  <a:pt x="1081" y="969"/>
                </a:lnTo>
                <a:lnTo>
                  <a:pt x="1080" y="969"/>
                </a:lnTo>
                <a:lnTo>
                  <a:pt x="1079" y="969"/>
                </a:lnTo>
                <a:lnTo>
                  <a:pt x="1078" y="969"/>
                </a:lnTo>
                <a:lnTo>
                  <a:pt x="1078" y="968"/>
                </a:lnTo>
                <a:lnTo>
                  <a:pt x="1078" y="967"/>
                </a:lnTo>
                <a:lnTo>
                  <a:pt x="1078" y="966"/>
                </a:lnTo>
                <a:lnTo>
                  <a:pt x="1077" y="965"/>
                </a:lnTo>
                <a:lnTo>
                  <a:pt x="1076" y="964"/>
                </a:lnTo>
                <a:lnTo>
                  <a:pt x="1076" y="963"/>
                </a:lnTo>
                <a:lnTo>
                  <a:pt x="1075" y="963"/>
                </a:lnTo>
                <a:lnTo>
                  <a:pt x="1075" y="962"/>
                </a:lnTo>
                <a:lnTo>
                  <a:pt x="1074" y="961"/>
                </a:lnTo>
                <a:lnTo>
                  <a:pt x="1073" y="962"/>
                </a:lnTo>
                <a:lnTo>
                  <a:pt x="1072" y="962"/>
                </a:lnTo>
                <a:lnTo>
                  <a:pt x="1071" y="960"/>
                </a:lnTo>
                <a:lnTo>
                  <a:pt x="1072" y="960"/>
                </a:lnTo>
                <a:lnTo>
                  <a:pt x="1072" y="959"/>
                </a:lnTo>
                <a:lnTo>
                  <a:pt x="1071" y="958"/>
                </a:lnTo>
                <a:lnTo>
                  <a:pt x="1071" y="957"/>
                </a:lnTo>
                <a:lnTo>
                  <a:pt x="1070" y="957"/>
                </a:lnTo>
                <a:lnTo>
                  <a:pt x="1069" y="956"/>
                </a:lnTo>
                <a:lnTo>
                  <a:pt x="1068" y="956"/>
                </a:lnTo>
                <a:lnTo>
                  <a:pt x="1068" y="955"/>
                </a:lnTo>
                <a:lnTo>
                  <a:pt x="1068" y="954"/>
                </a:lnTo>
                <a:lnTo>
                  <a:pt x="1068" y="953"/>
                </a:lnTo>
                <a:lnTo>
                  <a:pt x="1067" y="952"/>
                </a:lnTo>
                <a:lnTo>
                  <a:pt x="1068" y="952"/>
                </a:lnTo>
                <a:lnTo>
                  <a:pt x="1068" y="951"/>
                </a:lnTo>
                <a:lnTo>
                  <a:pt x="1067" y="951"/>
                </a:lnTo>
                <a:lnTo>
                  <a:pt x="1066" y="950"/>
                </a:lnTo>
                <a:lnTo>
                  <a:pt x="1066" y="948"/>
                </a:lnTo>
                <a:lnTo>
                  <a:pt x="1066" y="947"/>
                </a:lnTo>
                <a:lnTo>
                  <a:pt x="1066" y="946"/>
                </a:lnTo>
                <a:lnTo>
                  <a:pt x="1067" y="946"/>
                </a:lnTo>
                <a:lnTo>
                  <a:pt x="1067" y="945"/>
                </a:lnTo>
                <a:lnTo>
                  <a:pt x="1067" y="944"/>
                </a:lnTo>
                <a:lnTo>
                  <a:pt x="1068" y="944"/>
                </a:lnTo>
                <a:lnTo>
                  <a:pt x="1068" y="943"/>
                </a:lnTo>
                <a:lnTo>
                  <a:pt x="1068" y="942"/>
                </a:lnTo>
                <a:lnTo>
                  <a:pt x="1067" y="941"/>
                </a:lnTo>
                <a:lnTo>
                  <a:pt x="1067" y="940"/>
                </a:lnTo>
                <a:lnTo>
                  <a:pt x="1066" y="940"/>
                </a:lnTo>
                <a:lnTo>
                  <a:pt x="1065" y="939"/>
                </a:lnTo>
                <a:lnTo>
                  <a:pt x="1064" y="939"/>
                </a:lnTo>
                <a:lnTo>
                  <a:pt x="1064" y="938"/>
                </a:lnTo>
                <a:lnTo>
                  <a:pt x="1063" y="937"/>
                </a:lnTo>
                <a:lnTo>
                  <a:pt x="1062" y="936"/>
                </a:lnTo>
                <a:lnTo>
                  <a:pt x="1062" y="935"/>
                </a:lnTo>
                <a:lnTo>
                  <a:pt x="1061" y="935"/>
                </a:lnTo>
                <a:lnTo>
                  <a:pt x="1060" y="935"/>
                </a:lnTo>
                <a:lnTo>
                  <a:pt x="1059" y="935"/>
                </a:lnTo>
                <a:lnTo>
                  <a:pt x="1059" y="934"/>
                </a:lnTo>
                <a:lnTo>
                  <a:pt x="1058" y="934"/>
                </a:lnTo>
                <a:lnTo>
                  <a:pt x="1057" y="934"/>
                </a:lnTo>
                <a:lnTo>
                  <a:pt x="1056" y="933"/>
                </a:lnTo>
                <a:lnTo>
                  <a:pt x="1055" y="933"/>
                </a:lnTo>
                <a:lnTo>
                  <a:pt x="1054" y="933"/>
                </a:lnTo>
                <a:lnTo>
                  <a:pt x="1053" y="934"/>
                </a:lnTo>
                <a:lnTo>
                  <a:pt x="1053" y="933"/>
                </a:lnTo>
                <a:lnTo>
                  <a:pt x="1052" y="934"/>
                </a:lnTo>
                <a:lnTo>
                  <a:pt x="1051" y="934"/>
                </a:lnTo>
                <a:lnTo>
                  <a:pt x="1050" y="934"/>
                </a:lnTo>
                <a:lnTo>
                  <a:pt x="1049" y="934"/>
                </a:lnTo>
                <a:lnTo>
                  <a:pt x="1048" y="934"/>
                </a:lnTo>
                <a:lnTo>
                  <a:pt x="1047" y="934"/>
                </a:lnTo>
                <a:lnTo>
                  <a:pt x="1046" y="934"/>
                </a:lnTo>
                <a:lnTo>
                  <a:pt x="1046" y="933"/>
                </a:lnTo>
                <a:lnTo>
                  <a:pt x="1045" y="933"/>
                </a:lnTo>
                <a:lnTo>
                  <a:pt x="1044" y="934"/>
                </a:lnTo>
                <a:lnTo>
                  <a:pt x="1043" y="934"/>
                </a:lnTo>
                <a:lnTo>
                  <a:pt x="1042" y="933"/>
                </a:lnTo>
                <a:lnTo>
                  <a:pt x="1041" y="933"/>
                </a:lnTo>
                <a:lnTo>
                  <a:pt x="1040" y="933"/>
                </a:lnTo>
                <a:lnTo>
                  <a:pt x="1039" y="933"/>
                </a:lnTo>
                <a:lnTo>
                  <a:pt x="1038" y="934"/>
                </a:lnTo>
                <a:lnTo>
                  <a:pt x="1037" y="934"/>
                </a:lnTo>
                <a:lnTo>
                  <a:pt x="1036" y="934"/>
                </a:lnTo>
                <a:lnTo>
                  <a:pt x="1035" y="934"/>
                </a:lnTo>
                <a:lnTo>
                  <a:pt x="1034" y="935"/>
                </a:lnTo>
                <a:lnTo>
                  <a:pt x="1033" y="935"/>
                </a:lnTo>
                <a:lnTo>
                  <a:pt x="1032" y="935"/>
                </a:lnTo>
                <a:lnTo>
                  <a:pt x="1031" y="936"/>
                </a:lnTo>
                <a:lnTo>
                  <a:pt x="1030" y="936"/>
                </a:lnTo>
                <a:lnTo>
                  <a:pt x="1030" y="935"/>
                </a:lnTo>
                <a:lnTo>
                  <a:pt x="1029" y="935"/>
                </a:lnTo>
                <a:lnTo>
                  <a:pt x="1028" y="934"/>
                </a:lnTo>
                <a:lnTo>
                  <a:pt x="1027" y="934"/>
                </a:lnTo>
                <a:lnTo>
                  <a:pt x="1026" y="934"/>
                </a:lnTo>
                <a:lnTo>
                  <a:pt x="1026" y="933"/>
                </a:lnTo>
                <a:lnTo>
                  <a:pt x="1025" y="932"/>
                </a:lnTo>
                <a:lnTo>
                  <a:pt x="1024" y="932"/>
                </a:lnTo>
                <a:lnTo>
                  <a:pt x="1024" y="933"/>
                </a:lnTo>
                <a:lnTo>
                  <a:pt x="1023" y="933"/>
                </a:lnTo>
                <a:lnTo>
                  <a:pt x="1023" y="932"/>
                </a:lnTo>
                <a:lnTo>
                  <a:pt x="1023" y="933"/>
                </a:lnTo>
                <a:lnTo>
                  <a:pt x="1022" y="933"/>
                </a:lnTo>
                <a:lnTo>
                  <a:pt x="1022" y="932"/>
                </a:lnTo>
                <a:lnTo>
                  <a:pt x="1021" y="932"/>
                </a:lnTo>
                <a:lnTo>
                  <a:pt x="1020" y="932"/>
                </a:lnTo>
                <a:lnTo>
                  <a:pt x="1021" y="931"/>
                </a:lnTo>
                <a:lnTo>
                  <a:pt x="1022" y="931"/>
                </a:lnTo>
                <a:lnTo>
                  <a:pt x="1022" y="930"/>
                </a:lnTo>
                <a:lnTo>
                  <a:pt x="1021" y="930"/>
                </a:lnTo>
                <a:lnTo>
                  <a:pt x="1021" y="929"/>
                </a:lnTo>
                <a:lnTo>
                  <a:pt x="1020" y="929"/>
                </a:lnTo>
                <a:lnTo>
                  <a:pt x="1020" y="930"/>
                </a:lnTo>
                <a:lnTo>
                  <a:pt x="1020" y="931"/>
                </a:lnTo>
                <a:lnTo>
                  <a:pt x="1019" y="931"/>
                </a:lnTo>
                <a:lnTo>
                  <a:pt x="1018" y="930"/>
                </a:lnTo>
                <a:lnTo>
                  <a:pt x="1019" y="929"/>
                </a:lnTo>
                <a:lnTo>
                  <a:pt x="1018" y="929"/>
                </a:lnTo>
                <a:lnTo>
                  <a:pt x="1018" y="930"/>
                </a:lnTo>
                <a:lnTo>
                  <a:pt x="1017" y="930"/>
                </a:lnTo>
                <a:lnTo>
                  <a:pt x="1016" y="930"/>
                </a:lnTo>
                <a:lnTo>
                  <a:pt x="1016" y="929"/>
                </a:lnTo>
                <a:lnTo>
                  <a:pt x="1015" y="929"/>
                </a:lnTo>
                <a:lnTo>
                  <a:pt x="1015" y="930"/>
                </a:lnTo>
                <a:lnTo>
                  <a:pt x="1014" y="930"/>
                </a:lnTo>
                <a:lnTo>
                  <a:pt x="1014" y="931"/>
                </a:lnTo>
                <a:lnTo>
                  <a:pt x="1013" y="931"/>
                </a:lnTo>
                <a:lnTo>
                  <a:pt x="1013" y="932"/>
                </a:lnTo>
                <a:lnTo>
                  <a:pt x="1012" y="932"/>
                </a:lnTo>
                <a:lnTo>
                  <a:pt x="1012" y="933"/>
                </a:lnTo>
                <a:lnTo>
                  <a:pt x="1012" y="934"/>
                </a:lnTo>
                <a:lnTo>
                  <a:pt x="1011" y="935"/>
                </a:lnTo>
                <a:lnTo>
                  <a:pt x="1011" y="934"/>
                </a:lnTo>
                <a:lnTo>
                  <a:pt x="1010" y="934"/>
                </a:lnTo>
                <a:lnTo>
                  <a:pt x="1010" y="933"/>
                </a:lnTo>
                <a:lnTo>
                  <a:pt x="1009" y="933"/>
                </a:lnTo>
                <a:lnTo>
                  <a:pt x="1009" y="934"/>
                </a:lnTo>
                <a:lnTo>
                  <a:pt x="1009" y="933"/>
                </a:lnTo>
                <a:lnTo>
                  <a:pt x="1009" y="932"/>
                </a:lnTo>
                <a:lnTo>
                  <a:pt x="1010" y="931"/>
                </a:lnTo>
                <a:lnTo>
                  <a:pt x="1010" y="930"/>
                </a:lnTo>
                <a:lnTo>
                  <a:pt x="1011" y="930"/>
                </a:lnTo>
                <a:lnTo>
                  <a:pt x="1011" y="929"/>
                </a:lnTo>
                <a:lnTo>
                  <a:pt x="1011" y="928"/>
                </a:lnTo>
                <a:lnTo>
                  <a:pt x="1011" y="927"/>
                </a:lnTo>
                <a:lnTo>
                  <a:pt x="1010" y="927"/>
                </a:lnTo>
                <a:lnTo>
                  <a:pt x="1010" y="926"/>
                </a:lnTo>
                <a:lnTo>
                  <a:pt x="1010" y="925"/>
                </a:lnTo>
                <a:lnTo>
                  <a:pt x="1010" y="924"/>
                </a:lnTo>
                <a:lnTo>
                  <a:pt x="1010" y="923"/>
                </a:lnTo>
                <a:lnTo>
                  <a:pt x="1010" y="922"/>
                </a:lnTo>
                <a:lnTo>
                  <a:pt x="1010" y="921"/>
                </a:lnTo>
                <a:lnTo>
                  <a:pt x="1009" y="921"/>
                </a:lnTo>
                <a:lnTo>
                  <a:pt x="1009" y="920"/>
                </a:lnTo>
                <a:lnTo>
                  <a:pt x="1008" y="920"/>
                </a:lnTo>
                <a:lnTo>
                  <a:pt x="1007" y="920"/>
                </a:lnTo>
                <a:lnTo>
                  <a:pt x="1007" y="921"/>
                </a:lnTo>
                <a:lnTo>
                  <a:pt x="1006" y="921"/>
                </a:lnTo>
                <a:lnTo>
                  <a:pt x="1005" y="920"/>
                </a:lnTo>
                <a:lnTo>
                  <a:pt x="1004" y="921"/>
                </a:lnTo>
                <a:lnTo>
                  <a:pt x="1004" y="922"/>
                </a:lnTo>
                <a:lnTo>
                  <a:pt x="1004" y="923"/>
                </a:lnTo>
                <a:lnTo>
                  <a:pt x="1003" y="923"/>
                </a:lnTo>
                <a:lnTo>
                  <a:pt x="1002" y="923"/>
                </a:lnTo>
                <a:lnTo>
                  <a:pt x="1002" y="924"/>
                </a:lnTo>
                <a:lnTo>
                  <a:pt x="1001" y="925"/>
                </a:lnTo>
                <a:lnTo>
                  <a:pt x="1002" y="925"/>
                </a:lnTo>
                <a:lnTo>
                  <a:pt x="1002" y="926"/>
                </a:lnTo>
                <a:lnTo>
                  <a:pt x="1001" y="926"/>
                </a:lnTo>
                <a:lnTo>
                  <a:pt x="1001" y="927"/>
                </a:lnTo>
                <a:lnTo>
                  <a:pt x="1000" y="927"/>
                </a:lnTo>
                <a:lnTo>
                  <a:pt x="999" y="927"/>
                </a:lnTo>
                <a:lnTo>
                  <a:pt x="997" y="927"/>
                </a:lnTo>
                <a:lnTo>
                  <a:pt x="997" y="926"/>
                </a:lnTo>
                <a:lnTo>
                  <a:pt x="996" y="926"/>
                </a:lnTo>
                <a:lnTo>
                  <a:pt x="995" y="927"/>
                </a:lnTo>
                <a:lnTo>
                  <a:pt x="994" y="927"/>
                </a:lnTo>
                <a:lnTo>
                  <a:pt x="993" y="927"/>
                </a:lnTo>
                <a:lnTo>
                  <a:pt x="992" y="927"/>
                </a:lnTo>
                <a:lnTo>
                  <a:pt x="990" y="926"/>
                </a:lnTo>
                <a:lnTo>
                  <a:pt x="989" y="926"/>
                </a:lnTo>
                <a:lnTo>
                  <a:pt x="989" y="925"/>
                </a:lnTo>
                <a:lnTo>
                  <a:pt x="988" y="924"/>
                </a:lnTo>
                <a:lnTo>
                  <a:pt x="987" y="924"/>
                </a:lnTo>
                <a:lnTo>
                  <a:pt x="987" y="923"/>
                </a:lnTo>
                <a:lnTo>
                  <a:pt x="988" y="923"/>
                </a:lnTo>
                <a:lnTo>
                  <a:pt x="988" y="922"/>
                </a:lnTo>
                <a:lnTo>
                  <a:pt x="987" y="921"/>
                </a:lnTo>
                <a:lnTo>
                  <a:pt x="986" y="920"/>
                </a:lnTo>
                <a:lnTo>
                  <a:pt x="985" y="920"/>
                </a:lnTo>
                <a:lnTo>
                  <a:pt x="984" y="920"/>
                </a:lnTo>
                <a:lnTo>
                  <a:pt x="983" y="920"/>
                </a:lnTo>
                <a:lnTo>
                  <a:pt x="982" y="921"/>
                </a:lnTo>
                <a:lnTo>
                  <a:pt x="982" y="922"/>
                </a:lnTo>
                <a:lnTo>
                  <a:pt x="980" y="922"/>
                </a:lnTo>
                <a:lnTo>
                  <a:pt x="979" y="921"/>
                </a:lnTo>
                <a:lnTo>
                  <a:pt x="978" y="921"/>
                </a:lnTo>
                <a:lnTo>
                  <a:pt x="977" y="921"/>
                </a:lnTo>
                <a:lnTo>
                  <a:pt x="976" y="921"/>
                </a:lnTo>
                <a:lnTo>
                  <a:pt x="975" y="920"/>
                </a:lnTo>
                <a:lnTo>
                  <a:pt x="976" y="920"/>
                </a:lnTo>
                <a:lnTo>
                  <a:pt x="976" y="919"/>
                </a:lnTo>
                <a:lnTo>
                  <a:pt x="976" y="918"/>
                </a:lnTo>
                <a:lnTo>
                  <a:pt x="976" y="917"/>
                </a:lnTo>
                <a:lnTo>
                  <a:pt x="977" y="916"/>
                </a:lnTo>
                <a:lnTo>
                  <a:pt x="977" y="915"/>
                </a:lnTo>
                <a:lnTo>
                  <a:pt x="976" y="915"/>
                </a:lnTo>
                <a:lnTo>
                  <a:pt x="977" y="915"/>
                </a:lnTo>
                <a:lnTo>
                  <a:pt x="977" y="914"/>
                </a:lnTo>
                <a:lnTo>
                  <a:pt x="977" y="913"/>
                </a:lnTo>
                <a:lnTo>
                  <a:pt x="978" y="912"/>
                </a:lnTo>
                <a:lnTo>
                  <a:pt x="978" y="911"/>
                </a:lnTo>
                <a:lnTo>
                  <a:pt x="979" y="911"/>
                </a:lnTo>
                <a:lnTo>
                  <a:pt x="978" y="911"/>
                </a:lnTo>
                <a:lnTo>
                  <a:pt x="978" y="910"/>
                </a:lnTo>
                <a:lnTo>
                  <a:pt x="978" y="909"/>
                </a:lnTo>
                <a:lnTo>
                  <a:pt x="977" y="909"/>
                </a:lnTo>
                <a:lnTo>
                  <a:pt x="977" y="908"/>
                </a:lnTo>
                <a:lnTo>
                  <a:pt x="976" y="908"/>
                </a:lnTo>
                <a:lnTo>
                  <a:pt x="975" y="908"/>
                </a:lnTo>
                <a:lnTo>
                  <a:pt x="975" y="909"/>
                </a:lnTo>
                <a:lnTo>
                  <a:pt x="975" y="908"/>
                </a:lnTo>
                <a:lnTo>
                  <a:pt x="974" y="908"/>
                </a:lnTo>
                <a:lnTo>
                  <a:pt x="973" y="908"/>
                </a:lnTo>
                <a:lnTo>
                  <a:pt x="973" y="907"/>
                </a:lnTo>
                <a:lnTo>
                  <a:pt x="972" y="906"/>
                </a:lnTo>
                <a:lnTo>
                  <a:pt x="972" y="905"/>
                </a:lnTo>
                <a:lnTo>
                  <a:pt x="973" y="905"/>
                </a:lnTo>
                <a:lnTo>
                  <a:pt x="973" y="904"/>
                </a:lnTo>
                <a:lnTo>
                  <a:pt x="974" y="904"/>
                </a:lnTo>
                <a:lnTo>
                  <a:pt x="974" y="903"/>
                </a:lnTo>
                <a:lnTo>
                  <a:pt x="974" y="902"/>
                </a:lnTo>
                <a:lnTo>
                  <a:pt x="975" y="902"/>
                </a:lnTo>
                <a:lnTo>
                  <a:pt x="976" y="902"/>
                </a:lnTo>
                <a:lnTo>
                  <a:pt x="976" y="901"/>
                </a:lnTo>
                <a:lnTo>
                  <a:pt x="976" y="900"/>
                </a:lnTo>
                <a:lnTo>
                  <a:pt x="975" y="899"/>
                </a:lnTo>
                <a:lnTo>
                  <a:pt x="975" y="898"/>
                </a:lnTo>
                <a:lnTo>
                  <a:pt x="975" y="897"/>
                </a:lnTo>
                <a:lnTo>
                  <a:pt x="974" y="897"/>
                </a:lnTo>
                <a:lnTo>
                  <a:pt x="973" y="897"/>
                </a:lnTo>
                <a:lnTo>
                  <a:pt x="972" y="897"/>
                </a:lnTo>
                <a:lnTo>
                  <a:pt x="973" y="897"/>
                </a:lnTo>
                <a:lnTo>
                  <a:pt x="973" y="896"/>
                </a:lnTo>
                <a:lnTo>
                  <a:pt x="973" y="895"/>
                </a:lnTo>
                <a:lnTo>
                  <a:pt x="973" y="894"/>
                </a:lnTo>
                <a:lnTo>
                  <a:pt x="974" y="894"/>
                </a:lnTo>
                <a:lnTo>
                  <a:pt x="974" y="895"/>
                </a:lnTo>
                <a:lnTo>
                  <a:pt x="975" y="895"/>
                </a:lnTo>
                <a:lnTo>
                  <a:pt x="976" y="894"/>
                </a:lnTo>
                <a:lnTo>
                  <a:pt x="977" y="894"/>
                </a:lnTo>
                <a:lnTo>
                  <a:pt x="977" y="893"/>
                </a:lnTo>
                <a:lnTo>
                  <a:pt x="978" y="893"/>
                </a:lnTo>
                <a:lnTo>
                  <a:pt x="977" y="892"/>
                </a:lnTo>
                <a:lnTo>
                  <a:pt x="976" y="891"/>
                </a:lnTo>
                <a:lnTo>
                  <a:pt x="975" y="891"/>
                </a:lnTo>
                <a:lnTo>
                  <a:pt x="975" y="890"/>
                </a:lnTo>
                <a:lnTo>
                  <a:pt x="974" y="890"/>
                </a:lnTo>
                <a:lnTo>
                  <a:pt x="974" y="891"/>
                </a:lnTo>
                <a:lnTo>
                  <a:pt x="973" y="890"/>
                </a:lnTo>
                <a:lnTo>
                  <a:pt x="973" y="889"/>
                </a:lnTo>
                <a:lnTo>
                  <a:pt x="973" y="888"/>
                </a:lnTo>
                <a:lnTo>
                  <a:pt x="973" y="887"/>
                </a:lnTo>
                <a:lnTo>
                  <a:pt x="973" y="886"/>
                </a:lnTo>
                <a:lnTo>
                  <a:pt x="973" y="884"/>
                </a:lnTo>
                <a:lnTo>
                  <a:pt x="972" y="884"/>
                </a:lnTo>
                <a:lnTo>
                  <a:pt x="972" y="883"/>
                </a:lnTo>
                <a:lnTo>
                  <a:pt x="971" y="883"/>
                </a:lnTo>
                <a:lnTo>
                  <a:pt x="970" y="883"/>
                </a:lnTo>
                <a:lnTo>
                  <a:pt x="969" y="882"/>
                </a:lnTo>
                <a:lnTo>
                  <a:pt x="968" y="882"/>
                </a:lnTo>
                <a:lnTo>
                  <a:pt x="967" y="881"/>
                </a:lnTo>
                <a:lnTo>
                  <a:pt x="966" y="881"/>
                </a:lnTo>
                <a:lnTo>
                  <a:pt x="966" y="882"/>
                </a:lnTo>
                <a:lnTo>
                  <a:pt x="965" y="882"/>
                </a:lnTo>
                <a:lnTo>
                  <a:pt x="964" y="882"/>
                </a:lnTo>
                <a:lnTo>
                  <a:pt x="963" y="882"/>
                </a:lnTo>
                <a:lnTo>
                  <a:pt x="962" y="882"/>
                </a:lnTo>
                <a:lnTo>
                  <a:pt x="961" y="882"/>
                </a:lnTo>
                <a:lnTo>
                  <a:pt x="961" y="881"/>
                </a:lnTo>
                <a:lnTo>
                  <a:pt x="960" y="881"/>
                </a:lnTo>
                <a:lnTo>
                  <a:pt x="959" y="881"/>
                </a:lnTo>
                <a:lnTo>
                  <a:pt x="959" y="880"/>
                </a:lnTo>
                <a:lnTo>
                  <a:pt x="960" y="879"/>
                </a:lnTo>
                <a:lnTo>
                  <a:pt x="960" y="877"/>
                </a:lnTo>
                <a:lnTo>
                  <a:pt x="959" y="877"/>
                </a:lnTo>
                <a:lnTo>
                  <a:pt x="959" y="876"/>
                </a:lnTo>
                <a:lnTo>
                  <a:pt x="959" y="875"/>
                </a:lnTo>
                <a:lnTo>
                  <a:pt x="958" y="875"/>
                </a:lnTo>
                <a:lnTo>
                  <a:pt x="958" y="874"/>
                </a:lnTo>
                <a:lnTo>
                  <a:pt x="958" y="873"/>
                </a:lnTo>
                <a:lnTo>
                  <a:pt x="958" y="872"/>
                </a:lnTo>
                <a:lnTo>
                  <a:pt x="957" y="872"/>
                </a:lnTo>
                <a:lnTo>
                  <a:pt x="957" y="871"/>
                </a:lnTo>
                <a:lnTo>
                  <a:pt x="958" y="871"/>
                </a:lnTo>
                <a:lnTo>
                  <a:pt x="957" y="870"/>
                </a:lnTo>
                <a:lnTo>
                  <a:pt x="956" y="870"/>
                </a:lnTo>
                <a:lnTo>
                  <a:pt x="955" y="869"/>
                </a:lnTo>
                <a:lnTo>
                  <a:pt x="954" y="869"/>
                </a:lnTo>
                <a:lnTo>
                  <a:pt x="951" y="869"/>
                </a:lnTo>
                <a:lnTo>
                  <a:pt x="950" y="869"/>
                </a:lnTo>
                <a:lnTo>
                  <a:pt x="949" y="870"/>
                </a:lnTo>
                <a:lnTo>
                  <a:pt x="949" y="871"/>
                </a:lnTo>
                <a:lnTo>
                  <a:pt x="950" y="871"/>
                </a:lnTo>
                <a:lnTo>
                  <a:pt x="950" y="872"/>
                </a:lnTo>
                <a:lnTo>
                  <a:pt x="949" y="872"/>
                </a:lnTo>
                <a:lnTo>
                  <a:pt x="949" y="873"/>
                </a:lnTo>
                <a:lnTo>
                  <a:pt x="948" y="873"/>
                </a:lnTo>
                <a:lnTo>
                  <a:pt x="947" y="873"/>
                </a:lnTo>
                <a:lnTo>
                  <a:pt x="946" y="873"/>
                </a:lnTo>
                <a:lnTo>
                  <a:pt x="944" y="873"/>
                </a:lnTo>
                <a:lnTo>
                  <a:pt x="943" y="873"/>
                </a:lnTo>
                <a:lnTo>
                  <a:pt x="943" y="874"/>
                </a:lnTo>
                <a:lnTo>
                  <a:pt x="942" y="874"/>
                </a:lnTo>
                <a:lnTo>
                  <a:pt x="942" y="875"/>
                </a:lnTo>
                <a:lnTo>
                  <a:pt x="942" y="876"/>
                </a:lnTo>
                <a:lnTo>
                  <a:pt x="942" y="877"/>
                </a:lnTo>
                <a:lnTo>
                  <a:pt x="941" y="877"/>
                </a:lnTo>
                <a:lnTo>
                  <a:pt x="939" y="877"/>
                </a:lnTo>
                <a:lnTo>
                  <a:pt x="938" y="877"/>
                </a:lnTo>
                <a:lnTo>
                  <a:pt x="937" y="877"/>
                </a:lnTo>
                <a:lnTo>
                  <a:pt x="937" y="878"/>
                </a:lnTo>
                <a:lnTo>
                  <a:pt x="936" y="878"/>
                </a:lnTo>
                <a:lnTo>
                  <a:pt x="936" y="879"/>
                </a:lnTo>
                <a:lnTo>
                  <a:pt x="935" y="879"/>
                </a:lnTo>
                <a:lnTo>
                  <a:pt x="934" y="880"/>
                </a:lnTo>
                <a:lnTo>
                  <a:pt x="934" y="881"/>
                </a:lnTo>
                <a:lnTo>
                  <a:pt x="933" y="881"/>
                </a:lnTo>
                <a:lnTo>
                  <a:pt x="932" y="881"/>
                </a:lnTo>
                <a:lnTo>
                  <a:pt x="931" y="881"/>
                </a:lnTo>
                <a:lnTo>
                  <a:pt x="931" y="882"/>
                </a:lnTo>
                <a:lnTo>
                  <a:pt x="930" y="882"/>
                </a:lnTo>
                <a:lnTo>
                  <a:pt x="930" y="883"/>
                </a:lnTo>
                <a:lnTo>
                  <a:pt x="930" y="884"/>
                </a:lnTo>
                <a:lnTo>
                  <a:pt x="929" y="884"/>
                </a:lnTo>
                <a:lnTo>
                  <a:pt x="929" y="883"/>
                </a:lnTo>
                <a:lnTo>
                  <a:pt x="929" y="884"/>
                </a:lnTo>
                <a:lnTo>
                  <a:pt x="928" y="885"/>
                </a:lnTo>
                <a:lnTo>
                  <a:pt x="928" y="884"/>
                </a:lnTo>
                <a:lnTo>
                  <a:pt x="927" y="884"/>
                </a:lnTo>
                <a:lnTo>
                  <a:pt x="927" y="885"/>
                </a:lnTo>
                <a:lnTo>
                  <a:pt x="926" y="885"/>
                </a:lnTo>
                <a:lnTo>
                  <a:pt x="926" y="886"/>
                </a:lnTo>
                <a:lnTo>
                  <a:pt x="926" y="887"/>
                </a:lnTo>
                <a:lnTo>
                  <a:pt x="927" y="887"/>
                </a:lnTo>
                <a:lnTo>
                  <a:pt x="928" y="887"/>
                </a:lnTo>
                <a:lnTo>
                  <a:pt x="929" y="888"/>
                </a:lnTo>
                <a:lnTo>
                  <a:pt x="929" y="889"/>
                </a:lnTo>
                <a:lnTo>
                  <a:pt x="930" y="889"/>
                </a:lnTo>
                <a:lnTo>
                  <a:pt x="931" y="889"/>
                </a:lnTo>
                <a:lnTo>
                  <a:pt x="931" y="890"/>
                </a:lnTo>
                <a:lnTo>
                  <a:pt x="932" y="891"/>
                </a:lnTo>
                <a:lnTo>
                  <a:pt x="931" y="892"/>
                </a:lnTo>
                <a:lnTo>
                  <a:pt x="931" y="891"/>
                </a:lnTo>
                <a:lnTo>
                  <a:pt x="931" y="892"/>
                </a:lnTo>
                <a:lnTo>
                  <a:pt x="931" y="893"/>
                </a:lnTo>
                <a:lnTo>
                  <a:pt x="930" y="893"/>
                </a:lnTo>
                <a:lnTo>
                  <a:pt x="930" y="892"/>
                </a:lnTo>
                <a:lnTo>
                  <a:pt x="929" y="892"/>
                </a:lnTo>
                <a:lnTo>
                  <a:pt x="928" y="892"/>
                </a:lnTo>
                <a:lnTo>
                  <a:pt x="927" y="891"/>
                </a:lnTo>
                <a:lnTo>
                  <a:pt x="926" y="891"/>
                </a:lnTo>
                <a:lnTo>
                  <a:pt x="925" y="891"/>
                </a:lnTo>
                <a:lnTo>
                  <a:pt x="924" y="891"/>
                </a:lnTo>
                <a:lnTo>
                  <a:pt x="923" y="891"/>
                </a:lnTo>
                <a:lnTo>
                  <a:pt x="923" y="892"/>
                </a:lnTo>
                <a:lnTo>
                  <a:pt x="922" y="892"/>
                </a:lnTo>
                <a:lnTo>
                  <a:pt x="921" y="892"/>
                </a:lnTo>
                <a:lnTo>
                  <a:pt x="920" y="892"/>
                </a:lnTo>
                <a:lnTo>
                  <a:pt x="919" y="892"/>
                </a:lnTo>
                <a:lnTo>
                  <a:pt x="918" y="892"/>
                </a:lnTo>
                <a:lnTo>
                  <a:pt x="917" y="893"/>
                </a:lnTo>
                <a:lnTo>
                  <a:pt x="916" y="893"/>
                </a:lnTo>
                <a:lnTo>
                  <a:pt x="915" y="893"/>
                </a:lnTo>
                <a:lnTo>
                  <a:pt x="914" y="893"/>
                </a:lnTo>
                <a:lnTo>
                  <a:pt x="913" y="893"/>
                </a:lnTo>
                <a:lnTo>
                  <a:pt x="912" y="892"/>
                </a:lnTo>
                <a:lnTo>
                  <a:pt x="911" y="892"/>
                </a:lnTo>
                <a:lnTo>
                  <a:pt x="911" y="893"/>
                </a:lnTo>
                <a:lnTo>
                  <a:pt x="910" y="893"/>
                </a:lnTo>
                <a:lnTo>
                  <a:pt x="910" y="894"/>
                </a:lnTo>
                <a:lnTo>
                  <a:pt x="910" y="895"/>
                </a:lnTo>
                <a:lnTo>
                  <a:pt x="910" y="896"/>
                </a:lnTo>
                <a:lnTo>
                  <a:pt x="909" y="897"/>
                </a:lnTo>
                <a:lnTo>
                  <a:pt x="908" y="898"/>
                </a:lnTo>
                <a:lnTo>
                  <a:pt x="908" y="899"/>
                </a:lnTo>
                <a:lnTo>
                  <a:pt x="908" y="900"/>
                </a:lnTo>
                <a:lnTo>
                  <a:pt x="907" y="901"/>
                </a:lnTo>
                <a:lnTo>
                  <a:pt x="907" y="903"/>
                </a:lnTo>
                <a:lnTo>
                  <a:pt x="907" y="904"/>
                </a:lnTo>
                <a:lnTo>
                  <a:pt x="906" y="904"/>
                </a:lnTo>
                <a:lnTo>
                  <a:pt x="905" y="904"/>
                </a:lnTo>
                <a:lnTo>
                  <a:pt x="904" y="904"/>
                </a:lnTo>
                <a:lnTo>
                  <a:pt x="904" y="903"/>
                </a:lnTo>
                <a:lnTo>
                  <a:pt x="903" y="903"/>
                </a:lnTo>
                <a:lnTo>
                  <a:pt x="903" y="904"/>
                </a:lnTo>
                <a:lnTo>
                  <a:pt x="902" y="904"/>
                </a:lnTo>
                <a:lnTo>
                  <a:pt x="902" y="903"/>
                </a:lnTo>
                <a:lnTo>
                  <a:pt x="901" y="903"/>
                </a:lnTo>
                <a:lnTo>
                  <a:pt x="901" y="904"/>
                </a:lnTo>
                <a:lnTo>
                  <a:pt x="900" y="904"/>
                </a:lnTo>
                <a:lnTo>
                  <a:pt x="900" y="903"/>
                </a:lnTo>
                <a:lnTo>
                  <a:pt x="900" y="902"/>
                </a:lnTo>
                <a:lnTo>
                  <a:pt x="900" y="901"/>
                </a:lnTo>
                <a:lnTo>
                  <a:pt x="899" y="901"/>
                </a:lnTo>
                <a:lnTo>
                  <a:pt x="899" y="902"/>
                </a:lnTo>
                <a:lnTo>
                  <a:pt x="899" y="903"/>
                </a:lnTo>
                <a:lnTo>
                  <a:pt x="898" y="903"/>
                </a:lnTo>
                <a:lnTo>
                  <a:pt x="897" y="903"/>
                </a:lnTo>
                <a:lnTo>
                  <a:pt x="897" y="902"/>
                </a:lnTo>
                <a:lnTo>
                  <a:pt x="896" y="902"/>
                </a:lnTo>
                <a:lnTo>
                  <a:pt x="895" y="902"/>
                </a:lnTo>
                <a:lnTo>
                  <a:pt x="895" y="903"/>
                </a:lnTo>
                <a:lnTo>
                  <a:pt x="895" y="904"/>
                </a:lnTo>
                <a:lnTo>
                  <a:pt x="895" y="905"/>
                </a:lnTo>
                <a:lnTo>
                  <a:pt x="895" y="904"/>
                </a:lnTo>
                <a:lnTo>
                  <a:pt x="894" y="904"/>
                </a:lnTo>
                <a:lnTo>
                  <a:pt x="895" y="903"/>
                </a:lnTo>
                <a:lnTo>
                  <a:pt x="894" y="903"/>
                </a:lnTo>
                <a:lnTo>
                  <a:pt x="894" y="902"/>
                </a:lnTo>
                <a:lnTo>
                  <a:pt x="893" y="903"/>
                </a:lnTo>
                <a:lnTo>
                  <a:pt x="894" y="903"/>
                </a:lnTo>
                <a:lnTo>
                  <a:pt x="894" y="904"/>
                </a:lnTo>
                <a:lnTo>
                  <a:pt x="893" y="904"/>
                </a:lnTo>
                <a:lnTo>
                  <a:pt x="892" y="904"/>
                </a:lnTo>
                <a:lnTo>
                  <a:pt x="893" y="904"/>
                </a:lnTo>
                <a:lnTo>
                  <a:pt x="893" y="905"/>
                </a:lnTo>
                <a:lnTo>
                  <a:pt x="892" y="905"/>
                </a:lnTo>
                <a:lnTo>
                  <a:pt x="891" y="905"/>
                </a:lnTo>
                <a:lnTo>
                  <a:pt x="891" y="904"/>
                </a:lnTo>
                <a:lnTo>
                  <a:pt x="890" y="904"/>
                </a:lnTo>
                <a:lnTo>
                  <a:pt x="889" y="904"/>
                </a:lnTo>
                <a:lnTo>
                  <a:pt x="889" y="903"/>
                </a:lnTo>
                <a:lnTo>
                  <a:pt x="890" y="903"/>
                </a:lnTo>
                <a:lnTo>
                  <a:pt x="888" y="903"/>
                </a:lnTo>
                <a:lnTo>
                  <a:pt x="888" y="904"/>
                </a:lnTo>
                <a:lnTo>
                  <a:pt x="887" y="904"/>
                </a:lnTo>
                <a:lnTo>
                  <a:pt x="888" y="904"/>
                </a:lnTo>
                <a:lnTo>
                  <a:pt x="888" y="903"/>
                </a:lnTo>
                <a:lnTo>
                  <a:pt x="887" y="903"/>
                </a:lnTo>
                <a:lnTo>
                  <a:pt x="885" y="903"/>
                </a:lnTo>
                <a:lnTo>
                  <a:pt x="885" y="904"/>
                </a:lnTo>
                <a:lnTo>
                  <a:pt x="884" y="904"/>
                </a:lnTo>
                <a:lnTo>
                  <a:pt x="883" y="904"/>
                </a:lnTo>
                <a:lnTo>
                  <a:pt x="884" y="905"/>
                </a:lnTo>
                <a:lnTo>
                  <a:pt x="886" y="905"/>
                </a:lnTo>
                <a:lnTo>
                  <a:pt x="886" y="906"/>
                </a:lnTo>
                <a:lnTo>
                  <a:pt x="887" y="907"/>
                </a:lnTo>
                <a:lnTo>
                  <a:pt x="888" y="908"/>
                </a:lnTo>
                <a:lnTo>
                  <a:pt x="889" y="908"/>
                </a:lnTo>
                <a:lnTo>
                  <a:pt x="889" y="909"/>
                </a:lnTo>
                <a:lnTo>
                  <a:pt x="890" y="910"/>
                </a:lnTo>
                <a:lnTo>
                  <a:pt x="890" y="911"/>
                </a:lnTo>
                <a:lnTo>
                  <a:pt x="891" y="911"/>
                </a:lnTo>
                <a:lnTo>
                  <a:pt x="891" y="912"/>
                </a:lnTo>
                <a:lnTo>
                  <a:pt x="892" y="913"/>
                </a:lnTo>
                <a:lnTo>
                  <a:pt x="892" y="914"/>
                </a:lnTo>
                <a:lnTo>
                  <a:pt x="893" y="914"/>
                </a:lnTo>
                <a:lnTo>
                  <a:pt x="893" y="915"/>
                </a:lnTo>
                <a:lnTo>
                  <a:pt x="894" y="915"/>
                </a:lnTo>
                <a:lnTo>
                  <a:pt x="894" y="916"/>
                </a:lnTo>
                <a:lnTo>
                  <a:pt x="895" y="916"/>
                </a:lnTo>
                <a:lnTo>
                  <a:pt x="895" y="917"/>
                </a:lnTo>
                <a:lnTo>
                  <a:pt x="896" y="917"/>
                </a:lnTo>
                <a:lnTo>
                  <a:pt x="896" y="918"/>
                </a:lnTo>
                <a:lnTo>
                  <a:pt x="896" y="919"/>
                </a:lnTo>
                <a:lnTo>
                  <a:pt x="895" y="919"/>
                </a:lnTo>
                <a:lnTo>
                  <a:pt x="895" y="920"/>
                </a:lnTo>
                <a:lnTo>
                  <a:pt x="894" y="920"/>
                </a:lnTo>
                <a:lnTo>
                  <a:pt x="893" y="921"/>
                </a:lnTo>
                <a:lnTo>
                  <a:pt x="893" y="922"/>
                </a:lnTo>
                <a:lnTo>
                  <a:pt x="893" y="923"/>
                </a:lnTo>
                <a:lnTo>
                  <a:pt x="894" y="923"/>
                </a:lnTo>
                <a:lnTo>
                  <a:pt x="895" y="923"/>
                </a:lnTo>
                <a:lnTo>
                  <a:pt x="896" y="923"/>
                </a:lnTo>
                <a:lnTo>
                  <a:pt x="897" y="923"/>
                </a:lnTo>
                <a:lnTo>
                  <a:pt x="898" y="923"/>
                </a:lnTo>
                <a:lnTo>
                  <a:pt x="899" y="924"/>
                </a:lnTo>
                <a:lnTo>
                  <a:pt x="900" y="925"/>
                </a:lnTo>
                <a:lnTo>
                  <a:pt x="901" y="926"/>
                </a:lnTo>
                <a:lnTo>
                  <a:pt x="900" y="927"/>
                </a:lnTo>
                <a:lnTo>
                  <a:pt x="899" y="927"/>
                </a:lnTo>
                <a:lnTo>
                  <a:pt x="899" y="928"/>
                </a:lnTo>
                <a:lnTo>
                  <a:pt x="898" y="928"/>
                </a:lnTo>
                <a:lnTo>
                  <a:pt x="897" y="929"/>
                </a:lnTo>
                <a:lnTo>
                  <a:pt x="897" y="930"/>
                </a:lnTo>
                <a:lnTo>
                  <a:pt x="898" y="930"/>
                </a:lnTo>
                <a:lnTo>
                  <a:pt x="899" y="931"/>
                </a:lnTo>
                <a:lnTo>
                  <a:pt x="899" y="930"/>
                </a:lnTo>
                <a:lnTo>
                  <a:pt x="900" y="930"/>
                </a:lnTo>
                <a:lnTo>
                  <a:pt x="900" y="929"/>
                </a:lnTo>
                <a:lnTo>
                  <a:pt x="901" y="928"/>
                </a:lnTo>
                <a:lnTo>
                  <a:pt x="902" y="928"/>
                </a:lnTo>
                <a:lnTo>
                  <a:pt x="903" y="929"/>
                </a:lnTo>
                <a:lnTo>
                  <a:pt x="902" y="930"/>
                </a:lnTo>
                <a:lnTo>
                  <a:pt x="901" y="931"/>
                </a:lnTo>
                <a:lnTo>
                  <a:pt x="901" y="933"/>
                </a:lnTo>
                <a:lnTo>
                  <a:pt x="900" y="934"/>
                </a:lnTo>
                <a:lnTo>
                  <a:pt x="900" y="935"/>
                </a:lnTo>
                <a:lnTo>
                  <a:pt x="900" y="936"/>
                </a:lnTo>
                <a:lnTo>
                  <a:pt x="901" y="936"/>
                </a:lnTo>
                <a:lnTo>
                  <a:pt x="901" y="937"/>
                </a:lnTo>
                <a:lnTo>
                  <a:pt x="902" y="937"/>
                </a:lnTo>
                <a:lnTo>
                  <a:pt x="902" y="938"/>
                </a:lnTo>
                <a:lnTo>
                  <a:pt x="902" y="939"/>
                </a:lnTo>
                <a:lnTo>
                  <a:pt x="902" y="940"/>
                </a:lnTo>
                <a:lnTo>
                  <a:pt x="902" y="941"/>
                </a:lnTo>
                <a:lnTo>
                  <a:pt x="903" y="941"/>
                </a:lnTo>
                <a:lnTo>
                  <a:pt x="904" y="942"/>
                </a:lnTo>
                <a:lnTo>
                  <a:pt x="905" y="942"/>
                </a:lnTo>
                <a:lnTo>
                  <a:pt x="906" y="942"/>
                </a:lnTo>
                <a:lnTo>
                  <a:pt x="907" y="942"/>
                </a:lnTo>
                <a:lnTo>
                  <a:pt x="907" y="943"/>
                </a:lnTo>
                <a:lnTo>
                  <a:pt x="908" y="943"/>
                </a:lnTo>
                <a:lnTo>
                  <a:pt x="908" y="944"/>
                </a:lnTo>
                <a:lnTo>
                  <a:pt x="909" y="944"/>
                </a:lnTo>
                <a:lnTo>
                  <a:pt x="910" y="944"/>
                </a:lnTo>
                <a:lnTo>
                  <a:pt x="911" y="944"/>
                </a:lnTo>
                <a:lnTo>
                  <a:pt x="912" y="944"/>
                </a:lnTo>
                <a:lnTo>
                  <a:pt x="912" y="945"/>
                </a:lnTo>
                <a:lnTo>
                  <a:pt x="912" y="946"/>
                </a:lnTo>
                <a:lnTo>
                  <a:pt x="913" y="946"/>
                </a:lnTo>
                <a:lnTo>
                  <a:pt x="913" y="947"/>
                </a:lnTo>
                <a:lnTo>
                  <a:pt x="914" y="947"/>
                </a:lnTo>
                <a:lnTo>
                  <a:pt x="915" y="947"/>
                </a:lnTo>
                <a:lnTo>
                  <a:pt x="915" y="948"/>
                </a:lnTo>
                <a:lnTo>
                  <a:pt x="915" y="949"/>
                </a:lnTo>
                <a:lnTo>
                  <a:pt x="914" y="949"/>
                </a:lnTo>
                <a:lnTo>
                  <a:pt x="913" y="949"/>
                </a:lnTo>
                <a:lnTo>
                  <a:pt x="912" y="949"/>
                </a:lnTo>
                <a:lnTo>
                  <a:pt x="912" y="950"/>
                </a:lnTo>
                <a:lnTo>
                  <a:pt x="913" y="951"/>
                </a:lnTo>
                <a:lnTo>
                  <a:pt x="913" y="952"/>
                </a:lnTo>
                <a:lnTo>
                  <a:pt x="912" y="953"/>
                </a:lnTo>
                <a:lnTo>
                  <a:pt x="912" y="954"/>
                </a:lnTo>
                <a:lnTo>
                  <a:pt x="913" y="954"/>
                </a:lnTo>
                <a:lnTo>
                  <a:pt x="914" y="955"/>
                </a:lnTo>
                <a:lnTo>
                  <a:pt x="915" y="955"/>
                </a:lnTo>
                <a:lnTo>
                  <a:pt x="915" y="956"/>
                </a:lnTo>
                <a:lnTo>
                  <a:pt x="915" y="957"/>
                </a:lnTo>
                <a:lnTo>
                  <a:pt x="914" y="957"/>
                </a:lnTo>
                <a:lnTo>
                  <a:pt x="914" y="956"/>
                </a:lnTo>
                <a:lnTo>
                  <a:pt x="914" y="955"/>
                </a:lnTo>
                <a:lnTo>
                  <a:pt x="913" y="955"/>
                </a:lnTo>
                <a:lnTo>
                  <a:pt x="912" y="955"/>
                </a:lnTo>
                <a:lnTo>
                  <a:pt x="912" y="956"/>
                </a:lnTo>
                <a:lnTo>
                  <a:pt x="913" y="956"/>
                </a:lnTo>
                <a:lnTo>
                  <a:pt x="914" y="956"/>
                </a:lnTo>
                <a:lnTo>
                  <a:pt x="914" y="957"/>
                </a:lnTo>
                <a:lnTo>
                  <a:pt x="913" y="957"/>
                </a:lnTo>
                <a:lnTo>
                  <a:pt x="912" y="957"/>
                </a:lnTo>
                <a:lnTo>
                  <a:pt x="911" y="957"/>
                </a:lnTo>
                <a:lnTo>
                  <a:pt x="911" y="958"/>
                </a:lnTo>
                <a:lnTo>
                  <a:pt x="910" y="958"/>
                </a:lnTo>
                <a:lnTo>
                  <a:pt x="910" y="959"/>
                </a:lnTo>
                <a:lnTo>
                  <a:pt x="909" y="959"/>
                </a:lnTo>
                <a:lnTo>
                  <a:pt x="908" y="959"/>
                </a:lnTo>
                <a:lnTo>
                  <a:pt x="908" y="960"/>
                </a:lnTo>
                <a:lnTo>
                  <a:pt x="907" y="961"/>
                </a:lnTo>
                <a:lnTo>
                  <a:pt x="907" y="962"/>
                </a:lnTo>
                <a:lnTo>
                  <a:pt x="906" y="962"/>
                </a:lnTo>
                <a:lnTo>
                  <a:pt x="906" y="961"/>
                </a:lnTo>
                <a:lnTo>
                  <a:pt x="905" y="961"/>
                </a:lnTo>
                <a:lnTo>
                  <a:pt x="905" y="962"/>
                </a:lnTo>
                <a:lnTo>
                  <a:pt x="905" y="963"/>
                </a:lnTo>
                <a:lnTo>
                  <a:pt x="904" y="963"/>
                </a:lnTo>
                <a:lnTo>
                  <a:pt x="904" y="962"/>
                </a:lnTo>
                <a:lnTo>
                  <a:pt x="903" y="961"/>
                </a:lnTo>
                <a:lnTo>
                  <a:pt x="902" y="962"/>
                </a:lnTo>
                <a:lnTo>
                  <a:pt x="900" y="963"/>
                </a:lnTo>
                <a:lnTo>
                  <a:pt x="899" y="962"/>
                </a:lnTo>
                <a:lnTo>
                  <a:pt x="899" y="961"/>
                </a:lnTo>
                <a:lnTo>
                  <a:pt x="898" y="961"/>
                </a:lnTo>
                <a:lnTo>
                  <a:pt x="897" y="962"/>
                </a:lnTo>
                <a:lnTo>
                  <a:pt x="896" y="961"/>
                </a:lnTo>
                <a:lnTo>
                  <a:pt x="896" y="960"/>
                </a:lnTo>
                <a:lnTo>
                  <a:pt x="895" y="961"/>
                </a:lnTo>
                <a:lnTo>
                  <a:pt x="895" y="962"/>
                </a:lnTo>
                <a:lnTo>
                  <a:pt x="895" y="963"/>
                </a:lnTo>
                <a:lnTo>
                  <a:pt x="894" y="963"/>
                </a:lnTo>
                <a:lnTo>
                  <a:pt x="893" y="963"/>
                </a:lnTo>
                <a:lnTo>
                  <a:pt x="893" y="964"/>
                </a:lnTo>
                <a:lnTo>
                  <a:pt x="892" y="964"/>
                </a:lnTo>
                <a:lnTo>
                  <a:pt x="892" y="965"/>
                </a:lnTo>
                <a:lnTo>
                  <a:pt x="893" y="965"/>
                </a:lnTo>
                <a:lnTo>
                  <a:pt x="892" y="966"/>
                </a:lnTo>
                <a:lnTo>
                  <a:pt x="891" y="966"/>
                </a:lnTo>
                <a:lnTo>
                  <a:pt x="891" y="967"/>
                </a:lnTo>
                <a:lnTo>
                  <a:pt x="890" y="968"/>
                </a:lnTo>
                <a:lnTo>
                  <a:pt x="890" y="969"/>
                </a:lnTo>
                <a:lnTo>
                  <a:pt x="889" y="969"/>
                </a:lnTo>
                <a:lnTo>
                  <a:pt x="889" y="970"/>
                </a:lnTo>
                <a:lnTo>
                  <a:pt x="890" y="970"/>
                </a:lnTo>
                <a:lnTo>
                  <a:pt x="890" y="971"/>
                </a:lnTo>
                <a:lnTo>
                  <a:pt x="890" y="972"/>
                </a:lnTo>
                <a:lnTo>
                  <a:pt x="890" y="973"/>
                </a:lnTo>
                <a:lnTo>
                  <a:pt x="891" y="973"/>
                </a:lnTo>
                <a:lnTo>
                  <a:pt x="891" y="974"/>
                </a:lnTo>
                <a:lnTo>
                  <a:pt x="891" y="975"/>
                </a:lnTo>
                <a:lnTo>
                  <a:pt x="891" y="976"/>
                </a:lnTo>
                <a:lnTo>
                  <a:pt x="891" y="977"/>
                </a:lnTo>
                <a:lnTo>
                  <a:pt x="891" y="978"/>
                </a:lnTo>
                <a:lnTo>
                  <a:pt x="891" y="979"/>
                </a:lnTo>
                <a:lnTo>
                  <a:pt x="891" y="980"/>
                </a:lnTo>
                <a:lnTo>
                  <a:pt x="890" y="980"/>
                </a:lnTo>
                <a:lnTo>
                  <a:pt x="889" y="980"/>
                </a:lnTo>
                <a:lnTo>
                  <a:pt x="888" y="980"/>
                </a:lnTo>
                <a:lnTo>
                  <a:pt x="887" y="979"/>
                </a:lnTo>
                <a:lnTo>
                  <a:pt x="886" y="978"/>
                </a:lnTo>
                <a:lnTo>
                  <a:pt x="885" y="977"/>
                </a:lnTo>
                <a:lnTo>
                  <a:pt x="885" y="976"/>
                </a:lnTo>
                <a:lnTo>
                  <a:pt x="885" y="975"/>
                </a:lnTo>
                <a:lnTo>
                  <a:pt x="884" y="975"/>
                </a:lnTo>
                <a:lnTo>
                  <a:pt x="883" y="975"/>
                </a:lnTo>
                <a:lnTo>
                  <a:pt x="882" y="974"/>
                </a:lnTo>
                <a:lnTo>
                  <a:pt x="882" y="973"/>
                </a:lnTo>
                <a:lnTo>
                  <a:pt x="881" y="973"/>
                </a:lnTo>
                <a:lnTo>
                  <a:pt x="882" y="973"/>
                </a:lnTo>
                <a:lnTo>
                  <a:pt x="882" y="974"/>
                </a:lnTo>
                <a:lnTo>
                  <a:pt x="881" y="974"/>
                </a:lnTo>
                <a:lnTo>
                  <a:pt x="881" y="975"/>
                </a:lnTo>
                <a:lnTo>
                  <a:pt x="881" y="976"/>
                </a:lnTo>
                <a:lnTo>
                  <a:pt x="882" y="976"/>
                </a:lnTo>
                <a:lnTo>
                  <a:pt x="882" y="977"/>
                </a:lnTo>
                <a:lnTo>
                  <a:pt x="881" y="977"/>
                </a:lnTo>
                <a:lnTo>
                  <a:pt x="880" y="978"/>
                </a:lnTo>
                <a:lnTo>
                  <a:pt x="881" y="978"/>
                </a:lnTo>
                <a:lnTo>
                  <a:pt x="881" y="979"/>
                </a:lnTo>
                <a:lnTo>
                  <a:pt x="880" y="979"/>
                </a:lnTo>
                <a:lnTo>
                  <a:pt x="880" y="980"/>
                </a:lnTo>
                <a:lnTo>
                  <a:pt x="880" y="981"/>
                </a:lnTo>
                <a:lnTo>
                  <a:pt x="880" y="982"/>
                </a:lnTo>
                <a:lnTo>
                  <a:pt x="879" y="982"/>
                </a:lnTo>
                <a:lnTo>
                  <a:pt x="879" y="983"/>
                </a:lnTo>
                <a:lnTo>
                  <a:pt x="878" y="983"/>
                </a:lnTo>
                <a:lnTo>
                  <a:pt x="877" y="983"/>
                </a:lnTo>
                <a:lnTo>
                  <a:pt x="876" y="983"/>
                </a:lnTo>
                <a:lnTo>
                  <a:pt x="875" y="983"/>
                </a:lnTo>
                <a:lnTo>
                  <a:pt x="874" y="983"/>
                </a:lnTo>
                <a:lnTo>
                  <a:pt x="873" y="983"/>
                </a:lnTo>
                <a:lnTo>
                  <a:pt x="872" y="983"/>
                </a:lnTo>
                <a:lnTo>
                  <a:pt x="871" y="982"/>
                </a:lnTo>
                <a:lnTo>
                  <a:pt x="871" y="983"/>
                </a:lnTo>
                <a:lnTo>
                  <a:pt x="870" y="983"/>
                </a:lnTo>
                <a:lnTo>
                  <a:pt x="869" y="984"/>
                </a:lnTo>
                <a:lnTo>
                  <a:pt x="868" y="984"/>
                </a:lnTo>
                <a:lnTo>
                  <a:pt x="866" y="984"/>
                </a:lnTo>
                <a:lnTo>
                  <a:pt x="866" y="985"/>
                </a:lnTo>
                <a:lnTo>
                  <a:pt x="865" y="986"/>
                </a:lnTo>
                <a:lnTo>
                  <a:pt x="865" y="987"/>
                </a:lnTo>
                <a:lnTo>
                  <a:pt x="864" y="988"/>
                </a:lnTo>
                <a:lnTo>
                  <a:pt x="863" y="988"/>
                </a:lnTo>
                <a:lnTo>
                  <a:pt x="863" y="989"/>
                </a:lnTo>
                <a:lnTo>
                  <a:pt x="862" y="989"/>
                </a:lnTo>
                <a:lnTo>
                  <a:pt x="861" y="989"/>
                </a:lnTo>
                <a:lnTo>
                  <a:pt x="861" y="990"/>
                </a:lnTo>
                <a:lnTo>
                  <a:pt x="861" y="991"/>
                </a:lnTo>
                <a:lnTo>
                  <a:pt x="861" y="992"/>
                </a:lnTo>
                <a:lnTo>
                  <a:pt x="860" y="993"/>
                </a:lnTo>
                <a:lnTo>
                  <a:pt x="859" y="993"/>
                </a:lnTo>
                <a:lnTo>
                  <a:pt x="859" y="992"/>
                </a:lnTo>
                <a:lnTo>
                  <a:pt x="858" y="992"/>
                </a:lnTo>
                <a:lnTo>
                  <a:pt x="857" y="991"/>
                </a:lnTo>
                <a:lnTo>
                  <a:pt x="856" y="991"/>
                </a:lnTo>
                <a:lnTo>
                  <a:pt x="856" y="990"/>
                </a:lnTo>
                <a:lnTo>
                  <a:pt x="856" y="989"/>
                </a:lnTo>
                <a:lnTo>
                  <a:pt x="857" y="989"/>
                </a:lnTo>
                <a:lnTo>
                  <a:pt x="857" y="988"/>
                </a:lnTo>
                <a:lnTo>
                  <a:pt x="857" y="987"/>
                </a:lnTo>
                <a:lnTo>
                  <a:pt x="857" y="985"/>
                </a:lnTo>
                <a:lnTo>
                  <a:pt x="857" y="984"/>
                </a:lnTo>
                <a:lnTo>
                  <a:pt x="858" y="984"/>
                </a:lnTo>
                <a:lnTo>
                  <a:pt x="857" y="984"/>
                </a:lnTo>
                <a:lnTo>
                  <a:pt x="857" y="983"/>
                </a:lnTo>
                <a:lnTo>
                  <a:pt x="856" y="982"/>
                </a:lnTo>
                <a:lnTo>
                  <a:pt x="856" y="981"/>
                </a:lnTo>
                <a:lnTo>
                  <a:pt x="855" y="981"/>
                </a:lnTo>
                <a:lnTo>
                  <a:pt x="855" y="980"/>
                </a:lnTo>
                <a:lnTo>
                  <a:pt x="854" y="980"/>
                </a:lnTo>
                <a:lnTo>
                  <a:pt x="853" y="979"/>
                </a:lnTo>
                <a:lnTo>
                  <a:pt x="853" y="980"/>
                </a:lnTo>
                <a:lnTo>
                  <a:pt x="852" y="979"/>
                </a:lnTo>
                <a:lnTo>
                  <a:pt x="851" y="978"/>
                </a:lnTo>
                <a:lnTo>
                  <a:pt x="851" y="977"/>
                </a:lnTo>
                <a:lnTo>
                  <a:pt x="851" y="976"/>
                </a:lnTo>
                <a:lnTo>
                  <a:pt x="852" y="976"/>
                </a:lnTo>
                <a:lnTo>
                  <a:pt x="852" y="975"/>
                </a:lnTo>
                <a:lnTo>
                  <a:pt x="853" y="975"/>
                </a:lnTo>
                <a:lnTo>
                  <a:pt x="854" y="975"/>
                </a:lnTo>
                <a:lnTo>
                  <a:pt x="854" y="974"/>
                </a:lnTo>
                <a:lnTo>
                  <a:pt x="855" y="974"/>
                </a:lnTo>
                <a:lnTo>
                  <a:pt x="855" y="975"/>
                </a:lnTo>
                <a:lnTo>
                  <a:pt x="856" y="975"/>
                </a:lnTo>
                <a:lnTo>
                  <a:pt x="856" y="974"/>
                </a:lnTo>
                <a:lnTo>
                  <a:pt x="856" y="973"/>
                </a:lnTo>
                <a:lnTo>
                  <a:pt x="857" y="973"/>
                </a:lnTo>
                <a:lnTo>
                  <a:pt x="858" y="973"/>
                </a:lnTo>
                <a:lnTo>
                  <a:pt x="858" y="972"/>
                </a:lnTo>
                <a:lnTo>
                  <a:pt x="859" y="972"/>
                </a:lnTo>
                <a:lnTo>
                  <a:pt x="859" y="971"/>
                </a:lnTo>
                <a:lnTo>
                  <a:pt x="861" y="971"/>
                </a:lnTo>
                <a:lnTo>
                  <a:pt x="861" y="970"/>
                </a:lnTo>
                <a:lnTo>
                  <a:pt x="860" y="970"/>
                </a:lnTo>
                <a:lnTo>
                  <a:pt x="860" y="969"/>
                </a:lnTo>
                <a:lnTo>
                  <a:pt x="861" y="969"/>
                </a:lnTo>
                <a:lnTo>
                  <a:pt x="861" y="968"/>
                </a:lnTo>
                <a:lnTo>
                  <a:pt x="860" y="968"/>
                </a:lnTo>
                <a:lnTo>
                  <a:pt x="860" y="967"/>
                </a:lnTo>
                <a:lnTo>
                  <a:pt x="861" y="967"/>
                </a:lnTo>
                <a:lnTo>
                  <a:pt x="861" y="966"/>
                </a:lnTo>
                <a:lnTo>
                  <a:pt x="861" y="965"/>
                </a:lnTo>
                <a:lnTo>
                  <a:pt x="861" y="964"/>
                </a:lnTo>
                <a:lnTo>
                  <a:pt x="862" y="964"/>
                </a:lnTo>
                <a:lnTo>
                  <a:pt x="862" y="963"/>
                </a:lnTo>
                <a:lnTo>
                  <a:pt x="863" y="963"/>
                </a:lnTo>
                <a:lnTo>
                  <a:pt x="863" y="962"/>
                </a:lnTo>
                <a:lnTo>
                  <a:pt x="864" y="962"/>
                </a:lnTo>
                <a:lnTo>
                  <a:pt x="864" y="961"/>
                </a:lnTo>
                <a:lnTo>
                  <a:pt x="864" y="960"/>
                </a:lnTo>
                <a:lnTo>
                  <a:pt x="865" y="959"/>
                </a:lnTo>
                <a:lnTo>
                  <a:pt x="866" y="959"/>
                </a:lnTo>
                <a:lnTo>
                  <a:pt x="867" y="958"/>
                </a:lnTo>
                <a:lnTo>
                  <a:pt x="866" y="958"/>
                </a:lnTo>
                <a:lnTo>
                  <a:pt x="865" y="958"/>
                </a:lnTo>
                <a:lnTo>
                  <a:pt x="865" y="957"/>
                </a:lnTo>
                <a:lnTo>
                  <a:pt x="865" y="956"/>
                </a:lnTo>
                <a:lnTo>
                  <a:pt x="865" y="955"/>
                </a:lnTo>
                <a:lnTo>
                  <a:pt x="864" y="954"/>
                </a:lnTo>
                <a:lnTo>
                  <a:pt x="863" y="954"/>
                </a:lnTo>
                <a:lnTo>
                  <a:pt x="863" y="953"/>
                </a:lnTo>
                <a:lnTo>
                  <a:pt x="863" y="952"/>
                </a:lnTo>
                <a:lnTo>
                  <a:pt x="863" y="951"/>
                </a:lnTo>
                <a:lnTo>
                  <a:pt x="863" y="950"/>
                </a:lnTo>
                <a:lnTo>
                  <a:pt x="863" y="949"/>
                </a:lnTo>
                <a:lnTo>
                  <a:pt x="863" y="948"/>
                </a:lnTo>
                <a:lnTo>
                  <a:pt x="863" y="947"/>
                </a:lnTo>
                <a:lnTo>
                  <a:pt x="863" y="946"/>
                </a:lnTo>
                <a:lnTo>
                  <a:pt x="862" y="946"/>
                </a:lnTo>
                <a:lnTo>
                  <a:pt x="861" y="946"/>
                </a:lnTo>
                <a:lnTo>
                  <a:pt x="861" y="945"/>
                </a:lnTo>
                <a:lnTo>
                  <a:pt x="861" y="944"/>
                </a:lnTo>
                <a:lnTo>
                  <a:pt x="860" y="944"/>
                </a:lnTo>
                <a:lnTo>
                  <a:pt x="859" y="943"/>
                </a:lnTo>
                <a:lnTo>
                  <a:pt x="859" y="942"/>
                </a:lnTo>
                <a:lnTo>
                  <a:pt x="858" y="942"/>
                </a:lnTo>
                <a:lnTo>
                  <a:pt x="858" y="941"/>
                </a:lnTo>
                <a:lnTo>
                  <a:pt x="858" y="942"/>
                </a:lnTo>
                <a:lnTo>
                  <a:pt x="857" y="942"/>
                </a:lnTo>
                <a:lnTo>
                  <a:pt x="857" y="943"/>
                </a:lnTo>
                <a:lnTo>
                  <a:pt x="856" y="944"/>
                </a:lnTo>
                <a:lnTo>
                  <a:pt x="857" y="944"/>
                </a:lnTo>
                <a:lnTo>
                  <a:pt x="857" y="945"/>
                </a:lnTo>
                <a:lnTo>
                  <a:pt x="857" y="946"/>
                </a:lnTo>
                <a:lnTo>
                  <a:pt x="856" y="946"/>
                </a:lnTo>
                <a:lnTo>
                  <a:pt x="856" y="947"/>
                </a:lnTo>
                <a:lnTo>
                  <a:pt x="855" y="947"/>
                </a:lnTo>
                <a:lnTo>
                  <a:pt x="854" y="947"/>
                </a:lnTo>
                <a:lnTo>
                  <a:pt x="854" y="946"/>
                </a:lnTo>
                <a:lnTo>
                  <a:pt x="853" y="946"/>
                </a:lnTo>
                <a:lnTo>
                  <a:pt x="852" y="946"/>
                </a:lnTo>
                <a:lnTo>
                  <a:pt x="852" y="947"/>
                </a:lnTo>
                <a:lnTo>
                  <a:pt x="851" y="947"/>
                </a:lnTo>
                <a:lnTo>
                  <a:pt x="851" y="948"/>
                </a:lnTo>
                <a:lnTo>
                  <a:pt x="850" y="948"/>
                </a:lnTo>
                <a:lnTo>
                  <a:pt x="850" y="950"/>
                </a:lnTo>
                <a:lnTo>
                  <a:pt x="849" y="950"/>
                </a:lnTo>
                <a:lnTo>
                  <a:pt x="849" y="951"/>
                </a:lnTo>
                <a:lnTo>
                  <a:pt x="849" y="952"/>
                </a:lnTo>
                <a:lnTo>
                  <a:pt x="848" y="952"/>
                </a:lnTo>
                <a:lnTo>
                  <a:pt x="847" y="952"/>
                </a:lnTo>
                <a:lnTo>
                  <a:pt x="846" y="952"/>
                </a:lnTo>
                <a:lnTo>
                  <a:pt x="845" y="952"/>
                </a:lnTo>
                <a:lnTo>
                  <a:pt x="844" y="952"/>
                </a:lnTo>
                <a:lnTo>
                  <a:pt x="842" y="952"/>
                </a:lnTo>
                <a:lnTo>
                  <a:pt x="841" y="952"/>
                </a:lnTo>
                <a:lnTo>
                  <a:pt x="840" y="952"/>
                </a:lnTo>
                <a:lnTo>
                  <a:pt x="840" y="953"/>
                </a:lnTo>
                <a:lnTo>
                  <a:pt x="839" y="953"/>
                </a:lnTo>
                <a:lnTo>
                  <a:pt x="838" y="953"/>
                </a:lnTo>
                <a:lnTo>
                  <a:pt x="838" y="952"/>
                </a:lnTo>
                <a:lnTo>
                  <a:pt x="837" y="950"/>
                </a:lnTo>
                <a:lnTo>
                  <a:pt x="837" y="949"/>
                </a:lnTo>
                <a:lnTo>
                  <a:pt x="837" y="948"/>
                </a:lnTo>
                <a:lnTo>
                  <a:pt x="837" y="947"/>
                </a:lnTo>
                <a:lnTo>
                  <a:pt x="837" y="946"/>
                </a:lnTo>
                <a:lnTo>
                  <a:pt x="837" y="945"/>
                </a:lnTo>
                <a:lnTo>
                  <a:pt x="837" y="944"/>
                </a:lnTo>
                <a:lnTo>
                  <a:pt x="837" y="943"/>
                </a:lnTo>
                <a:lnTo>
                  <a:pt x="837" y="942"/>
                </a:lnTo>
                <a:lnTo>
                  <a:pt x="837" y="941"/>
                </a:lnTo>
                <a:lnTo>
                  <a:pt x="837" y="940"/>
                </a:lnTo>
                <a:lnTo>
                  <a:pt x="836" y="939"/>
                </a:lnTo>
                <a:lnTo>
                  <a:pt x="836" y="938"/>
                </a:lnTo>
                <a:lnTo>
                  <a:pt x="835" y="938"/>
                </a:lnTo>
                <a:lnTo>
                  <a:pt x="834" y="937"/>
                </a:lnTo>
                <a:lnTo>
                  <a:pt x="835" y="937"/>
                </a:lnTo>
                <a:lnTo>
                  <a:pt x="835" y="936"/>
                </a:lnTo>
                <a:lnTo>
                  <a:pt x="835" y="935"/>
                </a:lnTo>
                <a:lnTo>
                  <a:pt x="834" y="934"/>
                </a:lnTo>
                <a:lnTo>
                  <a:pt x="833" y="934"/>
                </a:lnTo>
                <a:lnTo>
                  <a:pt x="833" y="935"/>
                </a:lnTo>
                <a:lnTo>
                  <a:pt x="832" y="935"/>
                </a:lnTo>
                <a:lnTo>
                  <a:pt x="832" y="934"/>
                </a:lnTo>
                <a:lnTo>
                  <a:pt x="832" y="933"/>
                </a:lnTo>
                <a:lnTo>
                  <a:pt x="831" y="933"/>
                </a:lnTo>
                <a:lnTo>
                  <a:pt x="831" y="932"/>
                </a:lnTo>
                <a:lnTo>
                  <a:pt x="830" y="932"/>
                </a:lnTo>
                <a:lnTo>
                  <a:pt x="829" y="932"/>
                </a:lnTo>
                <a:lnTo>
                  <a:pt x="828" y="932"/>
                </a:lnTo>
                <a:lnTo>
                  <a:pt x="827" y="932"/>
                </a:lnTo>
                <a:lnTo>
                  <a:pt x="827" y="931"/>
                </a:lnTo>
                <a:lnTo>
                  <a:pt x="825" y="932"/>
                </a:lnTo>
                <a:lnTo>
                  <a:pt x="824" y="933"/>
                </a:lnTo>
                <a:lnTo>
                  <a:pt x="823" y="933"/>
                </a:lnTo>
                <a:lnTo>
                  <a:pt x="822" y="933"/>
                </a:lnTo>
                <a:lnTo>
                  <a:pt x="821" y="933"/>
                </a:lnTo>
                <a:lnTo>
                  <a:pt x="820" y="933"/>
                </a:lnTo>
                <a:lnTo>
                  <a:pt x="820" y="934"/>
                </a:lnTo>
                <a:lnTo>
                  <a:pt x="820" y="935"/>
                </a:lnTo>
                <a:lnTo>
                  <a:pt x="820" y="936"/>
                </a:lnTo>
                <a:lnTo>
                  <a:pt x="819" y="937"/>
                </a:lnTo>
                <a:lnTo>
                  <a:pt x="818" y="937"/>
                </a:lnTo>
                <a:lnTo>
                  <a:pt x="817" y="937"/>
                </a:lnTo>
                <a:lnTo>
                  <a:pt x="816" y="937"/>
                </a:lnTo>
                <a:lnTo>
                  <a:pt x="815" y="937"/>
                </a:lnTo>
                <a:lnTo>
                  <a:pt x="815" y="936"/>
                </a:lnTo>
                <a:lnTo>
                  <a:pt x="813" y="936"/>
                </a:lnTo>
                <a:lnTo>
                  <a:pt x="812" y="936"/>
                </a:lnTo>
                <a:lnTo>
                  <a:pt x="811" y="936"/>
                </a:lnTo>
                <a:lnTo>
                  <a:pt x="810" y="936"/>
                </a:lnTo>
                <a:lnTo>
                  <a:pt x="810" y="935"/>
                </a:lnTo>
                <a:lnTo>
                  <a:pt x="809" y="936"/>
                </a:lnTo>
                <a:lnTo>
                  <a:pt x="809" y="935"/>
                </a:lnTo>
                <a:lnTo>
                  <a:pt x="808" y="936"/>
                </a:lnTo>
                <a:lnTo>
                  <a:pt x="807" y="936"/>
                </a:lnTo>
                <a:lnTo>
                  <a:pt x="807" y="935"/>
                </a:lnTo>
                <a:lnTo>
                  <a:pt x="806" y="935"/>
                </a:lnTo>
                <a:lnTo>
                  <a:pt x="805" y="935"/>
                </a:lnTo>
                <a:lnTo>
                  <a:pt x="804" y="934"/>
                </a:lnTo>
                <a:lnTo>
                  <a:pt x="804" y="933"/>
                </a:lnTo>
                <a:lnTo>
                  <a:pt x="803" y="933"/>
                </a:lnTo>
                <a:lnTo>
                  <a:pt x="802" y="933"/>
                </a:lnTo>
                <a:lnTo>
                  <a:pt x="801" y="934"/>
                </a:lnTo>
                <a:lnTo>
                  <a:pt x="801" y="935"/>
                </a:lnTo>
                <a:lnTo>
                  <a:pt x="800" y="935"/>
                </a:lnTo>
                <a:lnTo>
                  <a:pt x="799" y="935"/>
                </a:lnTo>
                <a:lnTo>
                  <a:pt x="798" y="935"/>
                </a:lnTo>
                <a:lnTo>
                  <a:pt x="798" y="936"/>
                </a:lnTo>
                <a:lnTo>
                  <a:pt x="797" y="936"/>
                </a:lnTo>
                <a:lnTo>
                  <a:pt x="797" y="935"/>
                </a:lnTo>
                <a:lnTo>
                  <a:pt x="797" y="934"/>
                </a:lnTo>
                <a:lnTo>
                  <a:pt x="797" y="933"/>
                </a:lnTo>
                <a:lnTo>
                  <a:pt x="797" y="932"/>
                </a:lnTo>
                <a:lnTo>
                  <a:pt x="796" y="931"/>
                </a:lnTo>
                <a:lnTo>
                  <a:pt x="796" y="930"/>
                </a:lnTo>
                <a:lnTo>
                  <a:pt x="796" y="929"/>
                </a:lnTo>
                <a:lnTo>
                  <a:pt x="797" y="929"/>
                </a:lnTo>
                <a:lnTo>
                  <a:pt x="797" y="928"/>
                </a:lnTo>
                <a:lnTo>
                  <a:pt x="798" y="928"/>
                </a:lnTo>
                <a:lnTo>
                  <a:pt x="798" y="927"/>
                </a:lnTo>
                <a:lnTo>
                  <a:pt x="799" y="927"/>
                </a:lnTo>
                <a:lnTo>
                  <a:pt x="799" y="926"/>
                </a:lnTo>
                <a:lnTo>
                  <a:pt x="798" y="926"/>
                </a:lnTo>
                <a:lnTo>
                  <a:pt x="798" y="925"/>
                </a:lnTo>
                <a:lnTo>
                  <a:pt x="798" y="924"/>
                </a:lnTo>
                <a:lnTo>
                  <a:pt x="799" y="924"/>
                </a:lnTo>
                <a:lnTo>
                  <a:pt x="799" y="923"/>
                </a:lnTo>
                <a:lnTo>
                  <a:pt x="799" y="922"/>
                </a:lnTo>
                <a:lnTo>
                  <a:pt x="798" y="922"/>
                </a:lnTo>
                <a:lnTo>
                  <a:pt x="797" y="921"/>
                </a:lnTo>
                <a:lnTo>
                  <a:pt x="796" y="920"/>
                </a:lnTo>
                <a:lnTo>
                  <a:pt x="796" y="919"/>
                </a:lnTo>
                <a:lnTo>
                  <a:pt x="795" y="919"/>
                </a:lnTo>
                <a:lnTo>
                  <a:pt x="795" y="918"/>
                </a:lnTo>
                <a:lnTo>
                  <a:pt x="796" y="918"/>
                </a:lnTo>
                <a:lnTo>
                  <a:pt x="796" y="917"/>
                </a:lnTo>
                <a:lnTo>
                  <a:pt x="795" y="917"/>
                </a:lnTo>
                <a:lnTo>
                  <a:pt x="794" y="917"/>
                </a:lnTo>
                <a:lnTo>
                  <a:pt x="793" y="916"/>
                </a:lnTo>
                <a:lnTo>
                  <a:pt x="792" y="916"/>
                </a:lnTo>
                <a:lnTo>
                  <a:pt x="791" y="915"/>
                </a:lnTo>
                <a:lnTo>
                  <a:pt x="790" y="915"/>
                </a:lnTo>
                <a:lnTo>
                  <a:pt x="790" y="916"/>
                </a:lnTo>
                <a:lnTo>
                  <a:pt x="789" y="916"/>
                </a:lnTo>
                <a:lnTo>
                  <a:pt x="786" y="915"/>
                </a:lnTo>
                <a:lnTo>
                  <a:pt x="786" y="914"/>
                </a:lnTo>
                <a:lnTo>
                  <a:pt x="786" y="913"/>
                </a:lnTo>
                <a:lnTo>
                  <a:pt x="785" y="912"/>
                </a:lnTo>
                <a:lnTo>
                  <a:pt x="785" y="913"/>
                </a:lnTo>
                <a:lnTo>
                  <a:pt x="784" y="912"/>
                </a:lnTo>
                <a:lnTo>
                  <a:pt x="784" y="911"/>
                </a:lnTo>
                <a:lnTo>
                  <a:pt x="783" y="911"/>
                </a:lnTo>
                <a:lnTo>
                  <a:pt x="783" y="912"/>
                </a:lnTo>
                <a:lnTo>
                  <a:pt x="781" y="912"/>
                </a:lnTo>
                <a:lnTo>
                  <a:pt x="781" y="911"/>
                </a:lnTo>
                <a:lnTo>
                  <a:pt x="781" y="910"/>
                </a:lnTo>
                <a:lnTo>
                  <a:pt x="780" y="910"/>
                </a:lnTo>
                <a:lnTo>
                  <a:pt x="780" y="909"/>
                </a:lnTo>
                <a:lnTo>
                  <a:pt x="779" y="909"/>
                </a:lnTo>
                <a:lnTo>
                  <a:pt x="779" y="908"/>
                </a:lnTo>
                <a:lnTo>
                  <a:pt x="779" y="907"/>
                </a:lnTo>
                <a:lnTo>
                  <a:pt x="779" y="906"/>
                </a:lnTo>
                <a:lnTo>
                  <a:pt x="778" y="906"/>
                </a:lnTo>
                <a:lnTo>
                  <a:pt x="777" y="906"/>
                </a:lnTo>
                <a:lnTo>
                  <a:pt x="777" y="905"/>
                </a:lnTo>
                <a:lnTo>
                  <a:pt x="776" y="904"/>
                </a:lnTo>
                <a:lnTo>
                  <a:pt x="775" y="904"/>
                </a:lnTo>
                <a:lnTo>
                  <a:pt x="775" y="903"/>
                </a:lnTo>
                <a:lnTo>
                  <a:pt x="775" y="902"/>
                </a:lnTo>
                <a:lnTo>
                  <a:pt x="775" y="901"/>
                </a:lnTo>
                <a:lnTo>
                  <a:pt x="774" y="900"/>
                </a:lnTo>
                <a:lnTo>
                  <a:pt x="773" y="900"/>
                </a:lnTo>
                <a:lnTo>
                  <a:pt x="773" y="899"/>
                </a:lnTo>
                <a:lnTo>
                  <a:pt x="772" y="898"/>
                </a:lnTo>
                <a:lnTo>
                  <a:pt x="772" y="897"/>
                </a:lnTo>
                <a:lnTo>
                  <a:pt x="771" y="898"/>
                </a:lnTo>
                <a:lnTo>
                  <a:pt x="771" y="897"/>
                </a:lnTo>
                <a:lnTo>
                  <a:pt x="771" y="896"/>
                </a:lnTo>
                <a:lnTo>
                  <a:pt x="771" y="895"/>
                </a:lnTo>
                <a:lnTo>
                  <a:pt x="770" y="895"/>
                </a:lnTo>
                <a:lnTo>
                  <a:pt x="770" y="894"/>
                </a:lnTo>
                <a:lnTo>
                  <a:pt x="770" y="893"/>
                </a:lnTo>
                <a:lnTo>
                  <a:pt x="770" y="892"/>
                </a:lnTo>
                <a:lnTo>
                  <a:pt x="769" y="892"/>
                </a:lnTo>
                <a:lnTo>
                  <a:pt x="768" y="892"/>
                </a:lnTo>
                <a:lnTo>
                  <a:pt x="768" y="891"/>
                </a:lnTo>
                <a:lnTo>
                  <a:pt x="767" y="891"/>
                </a:lnTo>
                <a:lnTo>
                  <a:pt x="767" y="890"/>
                </a:lnTo>
                <a:lnTo>
                  <a:pt x="767" y="889"/>
                </a:lnTo>
                <a:lnTo>
                  <a:pt x="767" y="888"/>
                </a:lnTo>
                <a:lnTo>
                  <a:pt x="766" y="888"/>
                </a:lnTo>
                <a:lnTo>
                  <a:pt x="765" y="887"/>
                </a:lnTo>
                <a:lnTo>
                  <a:pt x="765" y="886"/>
                </a:lnTo>
                <a:lnTo>
                  <a:pt x="764" y="885"/>
                </a:lnTo>
                <a:lnTo>
                  <a:pt x="763" y="885"/>
                </a:lnTo>
                <a:lnTo>
                  <a:pt x="762" y="885"/>
                </a:lnTo>
                <a:lnTo>
                  <a:pt x="762" y="884"/>
                </a:lnTo>
                <a:lnTo>
                  <a:pt x="761" y="883"/>
                </a:lnTo>
                <a:lnTo>
                  <a:pt x="760" y="883"/>
                </a:lnTo>
                <a:lnTo>
                  <a:pt x="761" y="882"/>
                </a:lnTo>
                <a:lnTo>
                  <a:pt x="761" y="881"/>
                </a:lnTo>
                <a:lnTo>
                  <a:pt x="762" y="881"/>
                </a:lnTo>
                <a:lnTo>
                  <a:pt x="762" y="880"/>
                </a:lnTo>
                <a:lnTo>
                  <a:pt x="763" y="880"/>
                </a:lnTo>
                <a:lnTo>
                  <a:pt x="763" y="879"/>
                </a:lnTo>
                <a:lnTo>
                  <a:pt x="763" y="878"/>
                </a:lnTo>
                <a:lnTo>
                  <a:pt x="763" y="877"/>
                </a:lnTo>
                <a:lnTo>
                  <a:pt x="764" y="877"/>
                </a:lnTo>
                <a:lnTo>
                  <a:pt x="764" y="876"/>
                </a:lnTo>
                <a:lnTo>
                  <a:pt x="764" y="875"/>
                </a:lnTo>
                <a:lnTo>
                  <a:pt x="763" y="875"/>
                </a:lnTo>
                <a:lnTo>
                  <a:pt x="764" y="874"/>
                </a:lnTo>
                <a:lnTo>
                  <a:pt x="764" y="873"/>
                </a:lnTo>
                <a:lnTo>
                  <a:pt x="764" y="872"/>
                </a:lnTo>
                <a:lnTo>
                  <a:pt x="764" y="871"/>
                </a:lnTo>
                <a:lnTo>
                  <a:pt x="765" y="871"/>
                </a:lnTo>
                <a:lnTo>
                  <a:pt x="765" y="870"/>
                </a:lnTo>
                <a:lnTo>
                  <a:pt x="765" y="869"/>
                </a:lnTo>
                <a:lnTo>
                  <a:pt x="766" y="869"/>
                </a:lnTo>
                <a:lnTo>
                  <a:pt x="766" y="868"/>
                </a:lnTo>
                <a:lnTo>
                  <a:pt x="767" y="868"/>
                </a:lnTo>
                <a:lnTo>
                  <a:pt x="768" y="868"/>
                </a:lnTo>
                <a:lnTo>
                  <a:pt x="769" y="867"/>
                </a:lnTo>
                <a:lnTo>
                  <a:pt x="770" y="867"/>
                </a:lnTo>
                <a:lnTo>
                  <a:pt x="771" y="865"/>
                </a:lnTo>
                <a:lnTo>
                  <a:pt x="772" y="864"/>
                </a:lnTo>
                <a:lnTo>
                  <a:pt x="772" y="863"/>
                </a:lnTo>
                <a:lnTo>
                  <a:pt x="772" y="862"/>
                </a:lnTo>
                <a:lnTo>
                  <a:pt x="773" y="862"/>
                </a:lnTo>
                <a:lnTo>
                  <a:pt x="774" y="863"/>
                </a:lnTo>
                <a:lnTo>
                  <a:pt x="775" y="863"/>
                </a:lnTo>
                <a:lnTo>
                  <a:pt x="776" y="862"/>
                </a:lnTo>
                <a:lnTo>
                  <a:pt x="777" y="862"/>
                </a:lnTo>
                <a:lnTo>
                  <a:pt x="778" y="862"/>
                </a:lnTo>
                <a:lnTo>
                  <a:pt x="779" y="863"/>
                </a:lnTo>
                <a:lnTo>
                  <a:pt x="780" y="863"/>
                </a:lnTo>
                <a:lnTo>
                  <a:pt x="781" y="863"/>
                </a:lnTo>
                <a:lnTo>
                  <a:pt x="782" y="863"/>
                </a:lnTo>
                <a:lnTo>
                  <a:pt x="782" y="864"/>
                </a:lnTo>
                <a:lnTo>
                  <a:pt x="782" y="865"/>
                </a:lnTo>
                <a:lnTo>
                  <a:pt x="783" y="865"/>
                </a:lnTo>
                <a:lnTo>
                  <a:pt x="784" y="865"/>
                </a:lnTo>
                <a:lnTo>
                  <a:pt x="784" y="866"/>
                </a:lnTo>
                <a:lnTo>
                  <a:pt x="785" y="866"/>
                </a:lnTo>
                <a:lnTo>
                  <a:pt x="786" y="866"/>
                </a:lnTo>
                <a:lnTo>
                  <a:pt x="786" y="867"/>
                </a:lnTo>
                <a:lnTo>
                  <a:pt x="786" y="868"/>
                </a:lnTo>
                <a:lnTo>
                  <a:pt x="787" y="868"/>
                </a:lnTo>
                <a:lnTo>
                  <a:pt x="787" y="867"/>
                </a:lnTo>
                <a:lnTo>
                  <a:pt x="788" y="867"/>
                </a:lnTo>
                <a:lnTo>
                  <a:pt x="789" y="868"/>
                </a:lnTo>
                <a:lnTo>
                  <a:pt x="790" y="867"/>
                </a:lnTo>
                <a:lnTo>
                  <a:pt x="791" y="867"/>
                </a:lnTo>
                <a:lnTo>
                  <a:pt x="791" y="868"/>
                </a:lnTo>
                <a:lnTo>
                  <a:pt x="792" y="868"/>
                </a:lnTo>
                <a:lnTo>
                  <a:pt x="792" y="867"/>
                </a:lnTo>
                <a:lnTo>
                  <a:pt x="793" y="868"/>
                </a:lnTo>
                <a:lnTo>
                  <a:pt x="794" y="868"/>
                </a:lnTo>
                <a:lnTo>
                  <a:pt x="794" y="867"/>
                </a:lnTo>
                <a:lnTo>
                  <a:pt x="795" y="867"/>
                </a:lnTo>
                <a:lnTo>
                  <a:pt x="796" y="867"/>
                </a:lnTo>
                <a:lnTo>
                  <a:pt x="796" y="868"/>
                </a:lnTo>
                <a:lnTo>
                  <a:pt x="797" y="868"/>
                </a:lnTo>
                <a:lnTo>
                  <a:pt x="798" y="868"/>
                </a:lnTo>
                <a:lnTo>
                  <a:pt x="798" y="867"/>
                </a:lnTo>
                <a:lnTo>
                  <a:pt x="799" y="867"/>
                </a:lnTo>
                <a:lnTo>
                  <a:pt x="799" y="866"/>
                </a:lnTo>
                <a:lnTo>
                  <a:pt x="799" y="867"/>
                </a:lnTo>
                <a:lnTo>
                  <a:pt x="800" y="867"/>
                </a:lnTo>
                <a:lnTo>
                  <a:pt x="802" y="867"/>
                </a:lnTo>
                <a:lnTo>
                  <a:pt x="803" y="868"/>
                </a:lnTo>
                <a:lnTo>
                  <a:pt x="803" y="869"/>
                </a:lnTo>
                <a:lnTo>
                  <a:pt x="802" y="869"/>
                </a:lnTo>
                <a:lnTo>
                  <a:pt x="802" y="870"/>
                </a:lnTo>
                <a:lnTo>
                  <a:pt x="803" y="871"/>
                </a:lnTo>
                <a:lnTo>
                  <a:pt x="804" y="870"/>
                </a:lnTo>
                <a:lnTo>
                  <a:pt x="805" y="871"/>
                </a:lnTo>
                <a:lnTo>
                  <a:pt x="806" y="871"/>
                </a:lnTo>
                <a:lnTo>
                  <a:pt x="805" y="872"/>
                </a:lnTo>
                <a:lnTo>
                  <a:pt x="806" y="872"/>
                </a:lnTo>
                <a:lnTo>
                  <a:pt x="807" y="873"/>
                </a:lnTo>
                <a:lnTo>
                  <a:pt x="808" y="873"/>
                </a:lnTo>
                <a:lnTo>
                  <a:pt x="808" y="874"/>
                </a:lnTo>
                <a:lnTo>
                  <a:pt x="809" y="874"/>
                </a:lnTo>
                <a:lnTo>
                  <a:pt x="810" y="874"/>
                </a:lnTo>
                <a:lnTo>
                  <a:pt x="811" y="873"/>
                </a:lnTo>
                <a:lnTo>
                  <a:pt x="811" y="874"/>
                </a:lnTo>
                <a:lnTo>
                  <a:pt x="811" y="875"/>
                </a:lnTo>
                <a:lnTo>
                  <a:pt x="811" y="876"/>
                </a:lnTo>
                <a:lnTo>
                  <a:pt x="812" y="876"/>
                </a:lnTo>
                <a:lnTo>
                  <a:pt x="813" y="875"/>
                </a:lnTo>
                <a:lnTo>
                  <a:pt x="815" y="876"/>
                </a:lnTo>
                <a:lnTo>
                  <a:pt x="816" y="876"/>
                </a:lnTo>
                <a:lnTo>
                  <a:pt x="816" y="877"/>
                </a:lnTo>
                <a:lnTo>
                  <a:pt x="817" y="877"/>
                </a:lnTo>
                <a:lnTo>
                  <a:pt x="818" y="877"/>
                </a:lnTo>
                <a:lnTo>
                  <a:pt x="819" y="877"/>
                </a:lnTo>
                <a:lnTo>
                  <a:pt x="819" y="878"/>
                </a:lnTo>
                <a:lnTo>
                  <a:pt x="820" y="877"/>
                </a:lnTo>
                <a:lnTo>
                  <a:pt x="820" y="878"/>
                </a:lnTo>
                <a:lnTo>
                  <a:pt x="821" y="878"/>
                </a:lnTo>
                <a:lnTo>
                  <a:pt x="822" y="878"/>
                </a:lnTo>
                <a:lnTo>
                  <a:pt x="823" y="878"/>
                </a:lnTo>
                <a:lnTo>
                  <a:pt x="824" y="878"/>
                </a:lnTo>
                <a:lnTo>
                  <a:pt x="825" y="878"/>
                </a:lnTo>
                <a:lnTo>
                  <a:pt x="825" y="879"/>
                </a:lnTo>
                <a:lnTo>
                  <a:pt x="826" y="879"/>
                </a:lnTo>
                <a:lnTo>
                  <a:pt x="826" y="880"/>
                </a:lnTo>
                <a:lnTo>
                  <a:pt x="825" y="880"/>
                </a:lnTo>
                <a:lnTo>
                  <a:pt x="825" y="881"/>
                </a:lnTo>
                <a:lnTo>
                  <a:pt x="826" y="881"/>
                </a:lnTo>
                <a:lnTo>
                  <a:pt x="827" y="881"/>
                </a:lnTo>
                <a:lnTo>
                  <a:pt x="828" y="881"/>
                </a:lnTo>
                <a:lnTo>
                  <a:pt x="828" y="880"/>
                </a:lnTo>
                <a:lnTo>
                  <a:pt x="829" y="880"/>
                </a:lnTo>
                <a:lnTo>
                  <a:pt x="829" y="879"/>
                </a:lnTo>
                <a:lnTo>
                  <a:pt x="830" y="879"/>
                </a:lnTo>
                <a:lnTo>
                  <a:pt x="831" y="879"/>
                </a:lnTo>
                <a:lnTo>
                  <a:pt x="831" y="880"/>
                </a:lnTo>
                <a:lnTo>
                  <a:pt x="832" y="880"/>
                </a:lnTo>
                <a:lnTo>
                  <a:pt x="832" y="881"/>
                </a:lnTo>
                <a:lnTo>
                  <a:pt x="833" y="881"/>
                </a:lnTo>
                <a:lnTo>
                  <a:pt x="834" y="881"/>
                </a:lnTo>
                <a:lnTo>
                  <a:pt x="835" y="882"/>
                </a:lnTo>
                <a:lnTo>
                  <a:pt x="836" y="882"/>
                </a:lnTo>
                <a:lnTo>
                  <a:pt x="836" y="883"/>
                </a:lnTo>
                <a:lnTo>
                  <a:pt x="837" y="883"/>
                </a:lnTo>
                <a:lnTo>
                  <a:pt x="838" y="884"/>
                </a:lnTo>
                <a:lnTo>
                  <a:pt x="839" y="885"/>
                </a:lnTo>
                <a:lnTo>
                  <a:pt x="840" y="885"/>
                </a:lnTo>
                <a:lnTo>
                  <a:pt x="841" y="886"/>
                </a:lnTo>
                <a:lnTo>
                  <a:pt x="840" y="886"/>
                </a:lnTo>
                <a:lnTo>
                  <a:pt x="840" y="887"/>
                </a:lnTo>
                <a:lnTo>
                  <a:pt x="840" y="888"/>
                </a:lnTo>
                <a:lnTo>
                  <a:pt x="842" y="889"/>
                </a:lnTo>
                <a:lnTo>
                  <a:pt x="843" y="890"/>
                </a:lnTo>
                <a:lnTo>
                  <a:pt x="844" y="890"/>
                </a:lnTo>
                <a:lnTo>
                  <a:pt x="844" y="889"/>
                </a:lnTo>
                <a:lnTo>
                  <a:pt x="845" y="889"/>
                </a:lnTo>
                <a:lnTo>
                  <a:pt x="846" y="890"/>
                </a:lnTo>
                <a:lnTo>
                  <a:pt x="846" y="891"/>
                </a:lnTo>
                <a:lnTo>
                  <a:pt x="846" y="892"/>
                </a:lnTo>
                <a:lnTo>
                  <a:pt x="847" y="892"/>
                </a:lnTo>
                <a:lnTo>
                  <a:pt x="847" y="891"/>
                </a:lnTo>
                <a:lnTo>
                  <a:pt x="848" y="891"/>
                </a:lnTo>
                <a:lnTo>
                  <a:pt x="848" y="892"/>
                </a:lnTo>
                <a:lnTo>
                  <a:pt x="847" y="892"/>
                </a:lnTo>
                <a:lnTo>
                  <a:pt x="848" y="893"/>
                </a:lnTo>
                <a:lnTo>
                  <a:pt x="848" y="892"/>
                </a:lnTo>
                <a:lnTo>
                  <a:pt x="849" y="892"/>
                </a:lnTo>
                <a:lnTo>
                  <a:pt x="849" y="891"/>
                </a:lnTo>
                <a:lnTo>
                  <a:pt x="850" y="891"/>
                </a:lnTo>
                <a:lnTo>
                  <a:pt x="850" y="890"/>
                </a:lnTo>
                <a:lnTo>
                  <a:pt x="850" y="889"/>
                </a:lnTo>
                <a:lnTo>
                  <a:pt x="850" y="888"/>
                </a:lnTo>
                <a:lnTo>
                  <a:pt x="851" y="888"/>
                </a:lnTo>
                <a:lnTo>
                  <a:pt x="852" y="888"/>
                </a:lnTo>
                <a:lnTo>
                  <a:pt x="853" y="887"/>
                </a:lnTo>
                <a:lnTo>
                  <a:pt x="853" y="888"/>
                </a:lnTo>
                <a:lnTo>
                  <a:pt x="854" y="888"/>
                </a:lnTo>
                <a:lnTo>
                  <a:pt x="856" y="888"/>
                </a:lnTo>
                <a:lnTo>
                  <a:pt x="857" y="888"/>
                </a:lnTo>
                <a:lnTo>
                  <a:pt x="858" y="888"/>
                </a:lnTo>
                <a:lnTo>
                  <a:pt x="858" y="887"/>
                </a:lnTo>
                <a:lnTo>
                  <a:pt x="858" y="886"/>
                </a:lnTo>
                <a:lnTo>
                  <a:pt x="858" y="885"/>
                </a:lnTo>
                <a:lnTo>
                  <a:pt x="859" y="885"/>
                </a:lnTo>
                <a:lnTo>
                  <a:pt x="860" y="886"/>
                </a:lnTo>
                <a:lnTo>
                  <a:pt x="860" y="888"/>
                </a:lnTo>
                <a:lnTo>
                  <a:pt x="861" y="888"/>
                </a:lnTo>
                <a:lnTo>
                  <a:pt x="862" y="887"/>
                </a:lnTo>
                <a:lnTo>
                  <a:pt x="863" y="887"/>
                </a:lnTo>
                <a:lnTo>
                  <a:pt x="863" y="888"/>
                </a:lnTo>
                <a:lnTo>
                  <a:pt x="864" y="888"/>
                </a:lnTo>
                <a:lnTo>
                  <a:pt x="864" y="889"/>
                </a:lnTo>
                <a:lnTo>
                  <a:pt x="866" y="889"/>
                </a:lnTo>
                <a:lnTo>
                  <a:pt x="867" y="889"/>
                </a:lnTo>
                <a:lnTo>
                  <a:pt x="867" y="890"/>
                </a:lnTo>
                <a:lnTo>
                  <a:pt x="868" y="890"/>
                </a:lnTo>
                <a:lnTo>
                  <a:pt x="868" y="889"/>
                </a:lnTo>
                <a:lnTo>
                  <a:pt x="868" y="888"/>
                </a:lnTo>
                <a:lnTo>
                  <a:pt x="868" y="886"/>
                </a:lnTo>
                <a:lnTo>
                  <a:pt x="869" y="886"/>
                </a:lnTo>
                <a:lnTo>
                  <a:pt x="869" y="885"/>
                </a:lnTo>
                <a:lnTo>
                  <a:pt x="868" y="885"/>
                </a:lnTo>
                <a:lnTo>
                  <a:pt x="868" y="884"/>
                </a:lnTo>
                <a:lnTo>
                  <a:pt x="869" y="884"/>
                </a:lnTo>
                <a:lnTo>
                  <a:pt x="870" y="884"/>
                </a:lnTo>
                <a:lnTo>
                  <a:pt x="871" y="884"/>
                </a:lnTo>
                <a:lnTo>
                  <a:pt x="872" y="884"/>
                </a:lnTo>
                <a:lnTo>
                  <a:pt x="873" y="884"/>
                </a:lnTo>
                <a:lnTo>
                  <a:pt x="873" y="883"/>
                </a:lnTo>
                <a:lnTo>
                  <a:pt x="873" y="882"/>
                </a:lnTo>
                <a:lnTo>
                  <a:pt x="873" y="881"/>
                </a:lnTo>
                <a:lnTo>
                  <a:pt x="874" y="881"/>
                </a:lnTo>
                <a:lnTo>
                  <a:pt x="874" y="880"/>
                </a:lnTo>
                <a:lnTo>
                  <a:pt x="874" y="879"/>
                </a:lnTo>
                <a:lnTo>
                  <a:pt x="873" y="879"/>
                </a:lnTo>
                <a:lnTo>
                  <a:pt x="873" y="878"/>
                </a:lnTo>
                <a:lnTo>
                  <a:pt x="874" y="878"/>
                </a:lnTo>
                <a:lnTo>
                  <a:pt x="875" y="877"/>
                </a:lnTo>
                <a:lnTo>
                  <a:pt x="876" y="877"/>
                </a:lnTo>
                <a:lnTo>
                  <a:pt x="877" y="878"/>
                </a:lnTo>
                <a:lnTo>
                  <a:pt x="877" y="877"/>
                </a:lnTo>
                <a:lnTo>
                  <a:pt x="878" y="877"/>
                </a:lnTo>
                <a:lnTo>
                  <a:pt x="878" y="876"/>
                </a:lnTo>
                <a:lnTo>
                  <a:pt x="877" y="876"/>
                </a:lnTo>
                <a:lnTo>
                  <a:pt x="877" y="875"/>
                </a:lnTo>
                <a:lnTo>
                  <a:pt x="877" y="874"/>
                </a:lnTo>
                <a:lnTo>
                  <a:pt x="877" y="873"/>
                </a:lnTo>
                <a:lnTo>
                  <a:pt x="877" y="872"/>
                </a:lnTo>
                <a:lnTo>
                  <a:pt x="878" y="871"/>
                </a:lnTo>
                <a:lnTo>
                  <a:pt x="879" y="871"/>
                </a:lnTo>
                <a:lnTo>
                  <a:pt x="880" y="871"/>
                </a:lnTo>
                <a:lnTo>
                  <a:pt x="880" y="872"/>
                </a:lnTo>
                <a:lnTo>
                  <a:pt x="881" y="872"/>
                </a:lnTo>
                <a:lnTo>
                  <a:pt x="883" y="873"/>
                </a:lnTo>
                <a:lnTo>
                  <a:pt x="884" y="873"/>
                </a:lnTo>
                <a:lnTo>
                  <a:pt x="885" y="873"/>
                </a:lnTo>
                <a:lnTo>
                  <a:pt x="885" y="872"/>
                </a:lnTo>
                <a:lnTo>
                  <a:pt x="885" y="871"/>
                </a:lnTo>
                <a:lnTo>
                  <a:pt x="886" y="871"/>
                </a:lnTo>
                <a:lnTo>
                  <a:pt x="886" y="870"/>
                </a:lnTo>
                <a:lnTo>
                  <a:pt x="887" y="870"/>
                </a:lnTo>
                <a:lnTo>
                  <a:pt x="887" y="869"/>
                </a:lnTo>
                <a:lnTo>
                  <a:pt x="887" y="867"/>
                </a:lnTo>
                <a:lnTo>
                  <a:pt x="888" y="867"/>
                </a:lnTo>
                <a:lnTo>
                  <a:pt x="888" y="866"/>
                </a:lnTo>
                <a:lnTo>
                  <a:pt x="888" y="865"/>
                </a:lnTo>
                <a:lnTo>
                  <a:pt x="889" y="865"/>
                </a:lnTo>
                <a:lnTo>
                  <a:pt x="890" y="865"/>
                </a:lnTo>
                <a:lnTo>
                  <a:pt x="891" y="865"/>
                </a:lnTo>
                <a:lnTo>
                  <a:pt x="891" y="866"/>
                </a:lnTo>
                <a:lnTo>
                  <a:pt x="892" y="866"/>
                </a:lnTo>
                <a:lnTo>
                  <a:pt x="893" y="866"/>
                </a:lnTo>
                <a:lnTo>
                  <a:pt x="894" y="866"/>
                </a:lnTo>
                <a:lnTo>
                  <a:pt x="895" y="865"/>
                </a:lnTo>
                <a:lnTo>
                  <a:pt x="894" y="864"/>
                </a:lnTo>
                <a:lnTo>
                  <a:pt x="894" y="863"/>
                </a:lnTo>
                <a:lnTo>
                  <a:pt x="893" y="862"/>
                </a:lnTo>
                <a:lnTo>
                  <a:pt x="892" y="862"/>
                </a:lnTo>
                <a:lnTo>
                  <a:pt x="892" y="861"/>
                </a:lnTo>
                <a:lnTo>
                  <a:pt x="891" y="861"/>
                </a:lnTo>
                <a:lnTo>
                  <a:pt x="891" y="860"/>
                </a:lnTo>
                <a:lnTo>
                  <a:pt x="890" y="859"/>
                </a:lnTo>
                <a:lnTo>
                  <a:pt x="890" y="858"/>
                </a:lnTo>
                <a:lnTo>
                  <a:pt x="889" y="857"/>
                </a:lnTo>
                <a:lnTo>
                  <a:pt x="890" y="857"/>
                </a:lnTo>
                <a:lnTo>
                  <a:pt x="889" y="856"/>
                </a:lnTo>
                <a:lnTo>
                  <a:pt x="888" y="856"/>
                </a:lnTo>
                <a:lnTo>
                  <a:pt x="887" y="855"/>
                </a:lnTo>
                <a:lnTo>
                  <a:pt x="887" y="854"/>
                </a:lnTo>
                <a:lnTo>
                  <a:pt x="887" y="853"/>
                </a:lnTo>
                <a:lnTo>
                  <a:pt x="887" y="852"/>
                </a:lnTo>
                <a:lnTo>
                  <a:pt x="887" y="851"/>
                </a:lnTo>
                <a:lnTo>
                  <a:pt x="886" y="851"/>
                </a:lnTo>
                <a:lnTo>
                  <a:pt x="886" y="850"/>
                </a:lnTo>
                <a:lnTo>
                  <a:pt x="886" y="849"/>
                </a:lnTo>
                <a:lnTo>
                  <a:pt x="885" y="849"/>
                </a:lnTo>
                <a:lnTo>
                  <a:pt x="884" y="849"/>
                </a:lnTo>
                <a:lnTo>
                  <a:pt x="883" y="848"/>
                </a:lnTo>
                <a:lnTo>
                  <a:pt x="882" y="847"/>
                </a:lnTo>
                <a:lnTo>
                  <a:pt x="882" y="848"/>
                </a:lnTo>
                <a:lnTo>
                  <a:pt x="881" y="848"/>
                </a:lnTo>
                <a:lnTo>
                  <a:pt x="881" y="847"/>
                </a:lnTo>
                <a:lnTo>
                  <a:pt x="880" y="846"/>
                </a:lnTo>
                <a:lnTo>
                  <a:pt x="879" y="846"/>
                </a:lnTo>
                <a:lnTo>
                  <a:pt x="878" y="846"/>
                </a:lnTo>
                <a:lnTo>
                  <a:pt x="877" y="846"/>
                </a:lnTo>
                <a:lnTo>
                  <a:pt x="876" y="846"/>
                </a:lnTo>
                <a:lnTo>
                  <a:pt x="875" y="846"/>
                </a:lnTo>
                <a:lnTo>
                  <a:pt x="874" y="846"/>
                </a:lnTo>
                <a:lnTo>
                  <a:pt x="873" y="846"/>
                </a:lnTo>
                <a:lnTo>
                  <a:pt x="872" y="846"/>
                </a:lnTo>
                <a:lnTo>
                  <a:pt x="871" y="845"/>
                </a:lnTo>
                <a:lnTo>
                  <a:pt x="870" y="845"/>
                </a:lnTo>
                <a:lnTo>
                  <a:pt x="869" y="845"/>
                </a:lnTo>
                <a:lnTo>
                  <a:pt x="869" y="844"/>
                </a:lnTo>
                <a:lnTo>
                  <a:pt x="870" y="844"/>
                </a:lnTo>
                <a:lnTo>
                  <a:pt x="869" y="844"/>
                </a:lnTo>
                <a:lnTo>
                  <a:pt x="869" y="843"/>
                </a:lnTo>
                <a:lnTo>
                  <a:pt x="868" y="843"/>
                </a:lnTo>
                <a:lnTo>
                  <a:pt x="868" y="842"/>
                </a:lnTo>
                <a:lnTo>
                  <a:pt x="868" y="841"/>
                </a:lnTo>
                <a:lnTo>
                  <a:pt x="867" y="841"/>
                </a:lnTo>
                <a:lnTo>
                  <a:pt x="866" y="841"/>
                </a:lnTo>
                <a:lnTo>
                  <a:pt x="865" y="840"/>
                </a:lnTo>
                <a:lnTo>
                  <a:pt x="865" y="839"/>
                </a:lnTo>
                <a:lnTo>
                  <a:pt x="865" y="837"/>
                </a:lnTo>
                <a:lnTo>
                  <a:pt x="865" y="836"/>
                </a:lnTo>
                <a:lnTo>
                  <a:pt x="864" y="835"/>
                </a:lnTo>
                <a:lnTo>
                  <a:pt x="865" y="834"/>
                </a:lnTo>
                <a:lnTo>
                  <a:pt x="864" y="834"/>
                </a:lnTo>
                <a:lnTo>
                  <a:pt x="864" y="833"/>
                </a:lnTo>
                <a:lnTo>
                  <a:pt x="864" y="832"/>
                </a:lnTo>
                <a:lnTo>
                  <a:pt x="865" y="832"/>
                </a:lnTo>
                <a:lnTo>
                  <a:pt x="865" y="831"/>
                </a:lnTo>
                <a:lnTo>
                  <a:pt x="865" y="830"/>
                </a:lnTo>
                <a:lnTo>
                  <a:pt x="864" y="829"/>
                </a:lnTo>
                <a:lnTo>
                  <a:pt x="864" y="828"/>
                </a:lnTo>
                <a:lnTo>
                  <a:pt x="864" y="827"/>
                </a:lnTo>
                <a:lnTo>
                  <a:pt x="864" y="826"/>
                </a:lnTo>
                <a:lnTo>
                  <a:pt x="864" y="825"/>
                </a:lnTo>
                <a:lnTo>
                  <a:pt x="864" y="824"/>
                </a:lnTo>
                <a:lnTo>
                  <a:pt x="865" y="823"/>
                </a:lnTo>
                <a:lnTo>
                  <a:pt x="864" y="822"/>
                </a:lnTo>
                <a:lnTo>
                  <a:pt x="865" y="822"/>
                </a:lnTo>
                <a:lnTo>
                  <a:pt x="864" y="821"/>
                </a:lnTo>
                <a:lnTo>
                  <a:pt x="864" y="820"/>
                </a:lnTo>
                <a:lnTo>
                  <a:pt x="865" y="819"/>
                </a:lnTo>
                <a:lnTo>
                  <a:pt x="865" y="818"/>
                </a:lnTo>
                <a:lnTo>
                  <a:pt x="865" y="816"/>
                </a:lnTo>
                <a:lnTo>
                  <a:pt x="865" y="815"/>
                </a:lnTo>
                <a:lnTo>
                  <a:pt x="866" y="815"/>
                </a:lnTo>
                <a:lnTo>
                  <a:pt x="866" y="814"/>
                </a:lnTo>
                <a:lnTo>
                  <a:pt x="865" y="814"/>
                </a:lnTo>
                <a:lnTo>
                  <a:pt x="864" y="812"/>
                </a:lnTo>
                <a:lnTo>
                  <a:pt x="864" y="811"/>
                </a:lnTo>
                <a:lnTo>
                  <a:pt x="865" y="811"/>
                </a:lnTo>
                <a:lnTo>
                  <a:pt x="866" y="811"/>
                </a:lnTo>
                <a:lnTo>
                  <a:pt x="866" y="810"/>
                </a:lnTo>
                <a:lnTo>
                  <a:pt x="867" y="810"/>
                </a:lnTo>
                <a:lnTo>
                  <a:pt x="868" y="810"/>
                </a:lnTo>
                <a:lnTo>
                  <a:pt x="869" y="810"/>
                </a:lnTo>
                <a:lnTo>
                  <a:pt x="869" y="809"/>
                </a:lnTo>
                <a:lnTo>
                  <a:pt x="870" y="809"/>
                </a:lnTo>
                <a:lnTo>
                  <a:pt x="870" y="810"/>
                </a:lnTo>
                <a:lnTo>
                  <a:pt x="870" y="809"/>
                </a:lnTo>
                <a:lnTo>
                  <a:pt x="871" y="809"/>
                </a:lnTo>
                <a:lnTo>
                  <a:pt x="872" y="809"/>
                </a:lnTo>
                <a:lnTo>
                  <a:pt x="873" y="809"/>
                </a:lnTo>
                <a:lnTo>
                  <a:pt x="874" y="809"/>
                </a:lnTo>
                <a:lnTo>
                  <a:pt x="875" y="810"/>
                </a:lnTo>
                <a:lnTo>
                  <a:pt x="876" y="810"/>
                </a:lnTo>
                <a:lnTo>
                  <a:pt x="877" y="810"/>
                </a:lnTo>
                <a:lnTo>
                  <a:pt x="878" y="810"/>
                </a:lnTo>
                <a:lnTo>
                  <a:pt x="878" y="809"/>
                </a:lnTo>
                <a:lnTo>
                  <a:pt x="877" y="809"/>
                </a:lnTo>
                <a:lnTo>
                  <a:pt x="876" y="809"/>
                </a:lnTo>
                <a:lnTo>
                  <a:pt x="876" y="808"/>
                </a:lnTo>
                <a:lnTo>
                  <a:pt x="876" y="807"/>
                </a:lnTo>
                <a:lnTo>
                  <a:pt x="876" y="806"/>
                </a:lnTo>
                <a:lnTo>
                  <a:pt x="877" y="806"/>
                </a:lnTo>
                <a:lnTo>
                  <a:pt x="877" y="805"/>
                </a:lnTo>
                <a:lnTo>
                  <a:pt x="878" y="804"/>
                </a:lnTo>
                <a:lnTo>
                  <a:pt x="879" y="804"/>
                </a:lnTo>
                <a:lnTo>
                  <a:pt x="879" y="803"/>
                </a:lnTo>
                <a:lnTo>
                  <a:pt x="878" y="803"/>
                </a:lnTo>
                <a:lnTo>
                  <a:pt x="879" y="803"/>
                </a:lnTo>
                <a:lnTo>
                  <a:pt x="879" y="802"/>
                </a:lnTo>
                <a:lnTo>
                  <a:pt x="880" y="802"/>
                </a:lnTo>
                <a:lnTo>
                  <a:pt x="880" y="801"/>
                </a:lnTo>
                <a:lnTo>
                  <a:pt x="880" y="800"/>
                </a:lnTo>
                <a:lnTo>
                  <a:pt x="881" y="800"/>
                </a:lnTo>
                <a:lnTo>
                  <a:pt x="882" y="799"/>
                </a:lnTo>
                <a:lnTo>
                  <a:pt x="881" y="799"/>
                </a:lnTo>
                <a:lnTo>
                  <a:pt x="882" y="799"/>
                </a:lnTo>
                <a:lnTo>
                  <a:pt x="883" y="798"/>
                </a:lnTo>
                <a:lnTo>
                  <a:pt x="884" y="797"/>
                </a:lnTo>
                <a:lnTo>
                  <a:pt x="884" y="798"/>
                </a:lnTo>
                <a:lnTo>
                  <a:pt x="885" y="798"/>
                </a:lnTo>
                <a:lnTo>
                  <a:pt x="885" y="797"/>
                </a:lnTo>
                <a:lnTo>
                  <a:pt x="886" y="798"/>
                </a:lnTo>
                <a:lnTo>
                  <a:pt x="886" y="797"/>
                </a:lnTo>
                <a:lnTo>
                  <a:pt x="887" y="796"/>
                </a:lnTo>
                <a:lnTo>
                  <a:pt x="887" y="795"/>
                </a:lnTo>
                <a:lnTo>
                  <a:pt x="888" y="795"/>
                </a:lnTo>
                <a:lnTo>
                  <a:pt x="891" y="795"/>
                </a:lnTo>
                <a:lnTo>
                  <a:pt x="891" y="794"/>
                </a:lnTo>
                <a:lnTo>
                  <a:pt x="891" y="793"/>
                </a:lnTo>
                <a:lnTo>
                  <a:pt x="892" y="793"/>
                </a:lnTo>
                <a:lnTo>
                  <a:pt x="893" y="793"/>
                </a:lnTo>
                <a:lnTo>
                  <a:pt x="894" y="794"/>
                </a:lnTo>
                <a:lnTo>
                  <a:pt x="895" y="793"/>
                </a:lnTo>
                <a:lnTo>
                  <a:pt x="896" y="793"/>
                </a:lnTo>
                <a:lnTo>
                  <a:pt x="897" y="793"/>
                </a:lnTo>
                <a:lnTo>
                  <a:pt x="898" y="792"/>
                </a:lnTo>
                <a:lnTo>
                  <a:pt x="899" y="790"/>
                </a:lnTo>
                <a:lnTo>
                  <a:pt x="899" y="789"/>
                </a:lnTo>
                <a:lnTo>
                  <a:pt x="899" y="788"/>
                </a:lnTo>
                <a:lnTo>
                  <a:pt x="899" y="787"/>
                </a:lnTo>
                <a:lnTo>
                  <a:pt x="900" y="787"/>
                </a:lnTo>
                <a:lnTo>
                  <a:pt x="900" y="786"/>
                </a:lnTo>
                <a:lnTo>
                  <a:pt x="900" y="785"/>
                </a:lnTo>
                <a:lnTo>
                  <a:pt x="901" y="785"/>
                </a:lnTo>
                <a:lnTo>
                  <a:pt x="902" y="785"/>
                </a:lnTo>
                <a:lnTo>
                  <a:pt x="902" y="784"/>
                </a:lnTo>
                <a:lnTo>
                  <a:pt x="902" y="783"/>
                </a:lnTo>
                <a:lnTo>
                  <a:pt x="903" y="783"/>
                </a:lnTo>
                <a:lnTo>
                  <a:pt x="903" y="782"/>
                </a:lnTo>
                <a:lnTo>
                  <a:pt x="904" y="782"/>
                </a:lnTo>
                <a:lnTo>
                  <a:pt x="905" y="782"/>
                </a:lnTo>
                <a:lnTo>
                  <a:pt x="906" y="782"/>
                </a:lnTo>
                <a:lnTo>
                  <a:pt x="907" y="782"/>
                </a:lnTo>
                <a:lnTo>
                  <a:pt x="907" y="781"/>
                </a:lnTo>
                <a:lnTo>
                  <a:pt x="908" y="781"/>
                </a:lnTo>
                <a:lnTo>
                  <a:pt x="908" y="780"/>
                </a:lnTo>
                <a:lnTo>
                  <a:pt x="907" y="779"/>
                </a:lnTo>
                <a:lnTo>
                  <a:pt x="906" y="778"/>
                </a:lnTo>
                <a:lnTo>
                  <a:pt x="906" y="777"/>
                </a:lnTo>
                <a:lnTo>
                  <a:pt x="906" y="776"/>
                </a:lnTo>
                <a:lnTo>
                  <a:pt x="906" y="775"/>
                </a:lnTo>
                <a:lnTo>
                  <a:pt x="905" y="775"/>
                </a:lnTo>
                <a:lnTo>
                  <a:pt x="905" y="774"/>
                </a:lnTo>
                <a:lnTo>
                  <a:pt x="904" y="774"/>
                </a:lnTo>
                <a:lnTo>
                  <a:pt x="905" y="773"/>
                </a:lnTo>
                <a:lnTo>
                  <a:pt x="905" y="772"/>
                </a:lnTo>
                <a:lnTo>
                  <a:pt x="904" y="771"/>
                </a:lnTo>
                <a:lnTo>
                  <a:pt x="903" y="770"/>
                </a:lnTo>
                <a:lnTo>
                  <a:pt x="902" y="770"/>
                </a:lnTo>
                <a:lnTo>
                  <a:pt x="901" y="770"/>
                </a:lnTo>
                <a:lnTo>
                  <a:pt x="900" y="770"/>
                </a:lnTo>
                <a:lnTo>
                  <a:pt x="898" y="769"/>
                </a:lnTo>
                <a:lnTo>
                  <a:pt x="897" y="768"/>
                </a:lnTo>
                <a:lnTo>
                  <a:pt x="897" y="767"/>
                </a:lnTo>
                <a:lnTo>
                  <a:pt x="898" y="766"/>
                </a:lnTo>
                <a:lnTo>
                  <a:pt x="899" y="766"/>
                </a:lnTo>
                <a:lnTo>
                  <a:pt x="899" y="767"/>
                </a:lnTo>
                <a:lnTo>
                  <a:pt x="900" y="767"/>
                </a:lnTo>
                <a:lnTo>
                  <a:pt x="900" y="765"/>
                </a:lnTo>
                <a:lnTo>
                  <a:pt x="900" y="764"/>
                </a:lnTo>
                <a:lnTo>
                  <a:pt x="900" y="763"/>
                </a:lnTo>
                <a:lnTo>
                  <a:pt x="899" y="763"/>
                </a:lnTo>
                <a:lnTo>
                  <a:pt x="899" y="762"/>
                </a:lnTo>
                <a:lnTo>
                  <a:pt x="899" y="761"/>
                </a:lnTo>
                <a:lnTo>
                  <a:pt x="898" y="761"/>
                </a:lnTo>
                <a:lnTo>
                  <a:pt x="897" y="761"/>
                </a:lnTo>
                <a:lnTo>
                  <a:pt x="897" y="760"/>
                </a:lnTo>
                <a:lnTo>
                  <a:pt x="897" y="759"/>
                </a:lnTo>
                <a:lnTo>
                  <a:pt x="897" y="758"/>
                </a:lnTo>
                <a:lnTo>
                  <a:pt x="898" y="757"/>
                </a:lnTo>
                <a:lnTo>
                  <a:pt x="898" y="756"/>
                </a:lnTo>
                <a:lnTo>
                  <a:pt x="898" y="755"/>
                </a:lnTo>
                <a:lnTo>
                  <a:pt x="899" y="755"/>
                </a:lnTo>
                <a:lnTo>
                  <a:pt x="900" y="754"/>
                </a:lnTo>
                <a:lnTo>
                  <a:pt x="901" y="754"/>
                </a:lnTo>
                <a:lnTo>
                  <a:pt x="901" y="755"/>
                </a:lnTo>
                <a:lnTo>
                  <a:pt x="902" y="755"/>
                </a:lnTo>
                <a:lnTo>
                  <a:pt x="903" y="755"/>
                </a:lnTo>
                <a:lnTo>
                  <a:pt x="904" y="755"/>
                </a:lnTo>
                <a:lnTo>
                  <a:pt x="904" y="756"/>
                </a:lnTo>
                <a:lnTo>
                  <a:pt x="905" y="756"/>
                </a:lnTo>
                <a:lnTo>
                  <a:pt x="907" y="756"/>
                </a:lnTo>
                <a:lnTo>
                  <a:pt x="908" y="757"/>
                </a:lnTo>
                <a:lnTo>
                  <a:pt x="908" y="756"/>
                </a:lnTo>
                <a:lnTo>
                  <a:pt x="909" y="756"/>
                </a:lnTo>
                <a:lnTo>
                  <a:pt x="910" y="756"/>
                </a:lnTo>
                <a:lnTo>
                  <a:pt x="910" y="755"/>
                </a:lnTo>
                <a:lnTo>
                  <a:pt x="912" y="754"/>
                </a:lnTo>
                <a:lnTo>
                  <a:pt x="912" y="753"/>
                </a:lnTo>
                <a:lnTo>
                  <a:pt x="911" y="752"/>
                </a:lnTo>
                <a:lnTo>
                  <a:pt x="911" y="751"/>
                </a:lnTo>
                <a:lnTo>
                  <a:pt x="912" y="750"/>
                </a:lnTo>
                <a:lnTo>
                  <a:pt x="913" y="750"/>
                </a:lnTo>
                <a:lnTo>
                  <a:pt x="914" y="749"/>
                </a:lnTo>
                <a:lnTo>
                  <a:pt x="914" y="748"/>
                </a:lnTo>
                <a:lnTo>
                  <a:pt x="914" y="747"/>
                </a:lnTo>
                <a:lnTo>
                  <a:pt x="913" y="747"/>
                </a:lnTo>
                <a:lnTo>
                  <a:pt x="914" y="747"/>
                </a:lnTo>
                <a:lnTo>
                  <a:pt x="915" y="746"/>
                </a:lnTo>
                <a:lnTo>
                  <a:pt x="916" y="745"/>
                </a:lnTo>
                <a:lnTo>
                  <a:pt x="916" y="744"/>
                </a:lnTo>
                <a:lnTo>
                  <a:pt x="916" y="743"/>
                </a:lnTo>
                <a:lnTo>
                  <a:pt x="917" y="742"/>
                </a:lnTo>
                <a:lnTo>
                  <a:pt x="917" y="740"/>
                </a:lnTo>
                <a:lnTo>
                  <a:pt x="917" y="741"/>
                </a:lnTo>
                <a:lnTo>
                  <a:pt x="918" y="741"/>
                </a:lnTo>
                <a:lnTo>
                  <a:pt x="918" y="740"/>
                </a:lnTo>
                <a:lnTo>
                  <a:pt x="918" y="739"/>
                </a:lnTo>
                <a:lnTo>
                  <a:pt x="917" y="739"/>
                </a:lnTo>
                <a:lnTo>
                  <a:pt x="917" y="738"/>
                </a:lnTo>
                <a:lnTo>
                  <a:pt x="918" y="739"/>
                </a:lnTo>
                <a:lnTo>
                  <a:pt x="918" y="740"/>
                </a:lnTo>
                <a:lnTo>
                  <a:pt x="919" y="740"/>
                </a:lnTo>
                <a:lnTo>
                  <a:pt x="919" y="739"/>
                </a:lnTo>
                <a:lnTo>
                  <a:pt x="920" y="739"/>
                </a:lnTo>
                <a:lnTo>
                  <a:pt x="921" y="740"/>
                </a:lnTo>
                <a:lnTo>
                  <a:pt x="921" y="741"/>
                </a:lnTo>
                <a:lnTo>
                  <a:pt x="923" y="742"/>
                </a:lnTo>
                <a:lnTo>
                  <a:pt x="924" y="743"/>
                </a:lnTo>
                <a:lnTo>
                  <a:pt x="925" y="743"/>
                </a:lnTo>
                <a:lnTo>
                  <a:pt x="926" y="744"/>
                </a:lnTo>
                <a:lnTo>
                  <a:pt x="927" y="744"/>
                </a:lnTo>
                <a:lnTo>
                  <a:pt x="928" y="744"/>
                </a:lnTo>
                <a:lnTo>
                  <a:pt x="928" y="743"/>
                </a:lnTo>
                <a:lnTo>
                  <a:pt x="929" y="743"/>
                </a:lnTo>
                <a:lnTo>
                  <a:pt x="929" y="744"/>
                </a:lnTo>
                <a:lnTo>
                  <a:pt x="930" y="744"/>
                </a:lnTo>
                <a:lnTo>
                  <a:pt x="932" y="745"/>
                </a:lnTo>
                <a:lnTo>
                  <a:pt x="932" y="744"/>
                </a:lnTo>
                <a:lnTo>
                  <a:pt x="933" y="744"/>
                </a:lnTo>
                <a:lnTo>
                  <a:pt x="933" y="745"/>
                </a:lnTo>
                <a:lnTo>
                  <a:pt x="933" y="744"/>
                </a:lnTo>
                <a:lnTo>
                  <a:pt x="934" y="744"/>
                </a:lnTo>
                <a:lnTo>
                  <a:pt x="934" y="745"/>
                </a:lnTo>
                <a:lnTo>
                  <a:pt x="935" y="745"/>
                </a:lnTo>
                <a:lnTo>
                  <a:pt x="936" y="745"/>
                </a:lnTo>
                <a:lnTo>
                  <a:pt x="936" y="746"/>
                </a:lnTo>
                <a:lnTo>
                  <a:pt x="937" y="747"/>
                </a:lnTo>
                <a:lnTo>
                  <a:pt x="938" y="747"/>
                </a:lnTo>
                <a:lnTo>
                  <a:pt x="939" y="748"/>
                </a:lnTo>
                <a:lnTo>
                  <a:pt x="940" y="748"/>
                </a:lnTo>
                <a:lnTo>
                  <a:pt x="940" y="747"/>
                </a:lnTo>
                <a:lnTo>
                  <a:pt x="940" y="746"/>
                </a:lnTo>
                <a:lnTo>
                  <a:pt x="941" y="746"/>
                </a:lnTo>
                <a:lnTo>
                  <a:pt x="942" y="745"/>
                </a:lnTo>
                <a:lnTo>
                  <a:pt x="942" y="744"/>
                </a:lnTo>
                <a:lnTo>
                  <a:pt x="941" y="744"/>
                </a:lnTo>
                <a:lnTo>
                  <a:pt x="940" y="744"/>
                </a:lnTo>
                <a:lnTo>
                  <a:pt x="940" y="745"/>
                </a:lnTo>
                <a:lnTo>
                  <a:pt x="939" y="745"/>
                </a:lnTo>
                <a:lnTo>
                  <a:pt x="938" y="745"/>
                </a:lnTo>
                <a:lnTo>
                  <a:pt x="937" y="745"/>
                </a:lnTo>
                <a:lnTo>
                  <a:pt x="937" y="744"/>
                </a:lnTo>
                <a:lnTo>
                  <a:pt x="938" y="744"/>
                </a:lnTo>
                <a:lnTo>
                  <a:pt x="939" y="743"/>
                </a:lnTo>
                <a:lnTo>
                  <a:pt x="940" y="743"/>
                </a:lnTo>
                <a:lnTo>
                  <a:pt x="941" y="743"/>
                </a:lnTo>
                <a:lnTo>
                  <a:pt x="941" y="742"/>
                </a:lnTo>
                <a:lnTo>
                  <a:pt x="942" y="742"/>
                </a:lnTo>
                <a:lnTo>
                  <a:pt x="942" y="743"/>
                </a:lnTo>
                <a:lnTo>
                  <a:pt x="942" y="742"/>
                </a:lnTo>
                <a:lnTo>
                  <a:pt x="943" y="742"/>
                </a:lnTo>
                <a:lnTo>
                  <a:pt x="943" y="741"/>
                </a:lnTo>
                <a:lnTo>
                  <a:pt x="944" y="741"/>
                </a:lnTo>
                <a:lnTo>
                  <a:pt x="944" y="742"/>
                </a:lnTo>
                <a:lnTo>
                  <a:pt x="944" y="741"/>
                </a:lnTo>
                <a:lnTo>
                  <a:pt x="944" y="740"/>
                </a:lnTo>
                <a:lnTo>
                  <a:pt x="943" y="740"/>
                </a:lnTo>
                <a:lnTo>
                  <a:pt x="942" y="739"/>
                </a:lnTo>
                <a:lnTo>
                  <a:pt x="941" y="738"/>
                </a:lnTo>
                <a:lnTo>
                  <a:pt x="941" y="737"/>
                </a:lnTo>
                <a:lnTo>
                  <a:pt x="941" y="736"/>
                </a:lnTo>
                <a:lnTo>
                  <a:pt x="940" y="736"/>
                </a:lnTo>
                <a:lnTo>
                  <a:pt x="940" y="735"/>
                </a:lnTo>
                <a:lnTo>
                  <a:pt x="941" y="734"/>
                </a:lnTo>
                <a:lnTo>
                  <a:pt x="941" y="733"/>
                </a:lnTo>
                <a:lnTo>
                  <a:pt x="941" y="732"/>
                </a:lnTo>
                <a:lnTo>
                  <a:pt x="940" y="732"/>
                </a:lnTo>
                <a:lnTo>
                  <a:pt x="939" y="732"/>
                </a:lnTo>
                <a:lnTo>
                  <a:pt x="938" y="731"/>
                </a:lnTo>
                <a:lnTo>
                  <a:pt x="938" y="730"/>
                </a:lnTo>
                <a:lnTo>
                  <a:pt x="937" y="729"/>
                </a:lnTo>
                <a:lnTo>
                  <a:pt x="937" y="728"/>
                </a:lnTo>
                <a:lnTo>
                  <a:pt x="936" y="727"/>
                </a:lnTo>
                <a:lnTo>
                  <a:pt x="935" y="726"/>
                </a:lnTo>
                <a:lnTo>
                  <a:pt x="935" y="725"/>
                </a:lnTo>
                <a:lnTo>
                  <a:pt x="935" y="724"/>
                </a:lnTo>
                <a:lnTo>
                  <a:pt x="934" y="724"/>
                </a:lnTo>
                <a:lnTo>
                  <a:pt x="934" y="722"/>
                </a:lnTo>
                <a:lnTo>
                  <a:pt x="934" y="721"/>
                </a:lnTo>
                <a:lnTo>
                  <a:pt x="934" y="720"/>
                </a:lnTo>
                <a:lnTo>
                  <a:pt x="934" y="719"/>
                </a:lnTo>
                <a:lnTo>
                  <a:pt x="934" y="718"/>
                </a:lnTo>
                <a:lnTo>
                  <a:pt x="934" y="717"/>
                </a:lnTo>
                <a:lnTo>
                  <a:pt x="935" y="717"/>
                </a:lnTo>
                <a:lnTo>
                  <a:pt x="936" y="717"/>
                </a:lnTo>
                <a:lnTo>
                  <a:pt x="936" y="716"/>
                </a:lnTo>
                <a:lnTo>
                  <a:pt x="936" y="715"/>
                </a:lnTo>
                <a:lnTo>
                  <a:pt x="937" y="715"/>
                </a:lnTo>
                <a:lnTo>
                  <a:pt x="938" y="715"/>
                </a:lnTo>
                <a:lnTo>
                  <a:pt x="939" y="714"/>
                </a:lnTo>
                <a:lnTo>
                  <a:pt x="940" y="713"/>
                </a:lnTo>
                <a:lnTo>
                  <a:pt x="941" y="712"/>
                </a:lnTo>
                <a:lnTo>
                  <a:pt x="941" y="711"/>
                </a:lnTo>
                <a:lnTo>
                  <a:pt x="942" y="711"/>
                </a:lnTo>
                <a:lnTo>
                  <a:pt x="943" y="711"/>
                </a:lnTo>
                <a:lnTo>
                  <a:pt x="944" y="711"/>
                </a:lnTo>
                <a:lnTo>
                  <a:pt x="945" y="711"/>
                </a:lnTo>
                <a:lnTo>
                  <a:pt x="945" y="712"/>
                </a:lnTo>
                <a:lnTo>
                  <a:pt x="946" y="712"/>
                </a:lnTo>
                <a:lnTo>
                  <a:pt x="946" y="711"/>
                </a:lnTo>
                <a:lnTo>
                  <a:pt x="948" y="711"/>
                </a:lnTo>
                <a:lnTo>
                  <a:pt x="949" y="712"/>
                </a:lnTo>
                <a:lnTo>
                  <a:pt x="950" y="712"/>
                </a:lnTo>
                <a:lnTo>
                  <a:pt x="951" y="712"/>
                </a:lnTo>
                <a:lnTo>
                  <a:pt x="952" y="712"/>
                </a:lnTo>
                <a:lnTo>
                  <a:pt x="953" y="712"/>
                </a:lnTo>
                <a:lnTo>
                  <a:pt x="954" y="712"/>
                </a:lnTo>
                <a:lnTo>
                  <a:pt x="954" y="713"/>
                </a:lnTo>
                <a:lnTo>
                  <a:pt x="955" y="713"/>
                </a:lnTo>
                <a:lnTo>
                  <a:pt x="955" y="714"/>
                </a:lnTo>
                <a:lnTo>
                  <a:pt x="956" y="714"/>
                </a:lnTo>
                <a:lnTo>
                  <a:pt x="957" y="714"/>
                </a:lnTo>
                <a:lnTo>
                  <a:pt x="957" y="713"/>
                </a:lnTo>
                <a:lnTo>
                  <a:pt x="957" y="712"/>
                </a:lnTo>
                <a:lnTo>
                  <a:pt x="957" y="711"/>
                </a:lnTo>
                <a:lnTo>
                  <a:pt x="958" y="711"/>
                </a:lnTo>
                <a:lnTo>
                  <a:pt x="958" y="710"/>
                </a:lnTo>
                <a:lnTo>
                  <a:pt x="957" y="710"/>
                </a:lnTo>
                <a:lnTo>
                  <a:pt x="957" y="709"/>
                </a:lnTo>
                <a:lnTo>
                  <a:pt x="957" y="708"/>
                </a:lnTo>
                <a:lnTo>
                  <a:pt x="957" y="707"/>
                </a:lnTo>
                <a:lnTo>
                  <a:pt x="957" y="705"/>
                </a:lnTo>
                <a:lnTo>
                  <a:pt x="957" y="704"/>
                </a:lnTo>
                <a:lnTo>
                  <a:pt x="957" y="702"/>
                </a:lnTo>
                <a:lnTo>
                  <a:pt x="957" y="701"/>
                </a:lnTo>
                <a:lnTo>
                  <a:pt x="957" y="700"/>
                </a:lnTo>
                <a:lnTo>
                  <a:pt x="958" y="699"/>
                </a:lnTo>
                <a:lnTo>
                  <a:pt x="959" y="698"/>
                </a:lnTo>
                <a:lnTo>
                  <a:pt x="959" y="697"/>
                </a:lnTo>
                <a:lnTo>
                  <a:pt x="959" y="696"/>
                </a:lnTo>
                <a:lnTo>
                  <a:pt x="958" y="696"/>
                </a:lnTo>
                <a:lnTo>
                  <a:pt x="958" y="695"/>
                </a:lnTo>
                <a:lnTo>
                  <a:pt x="957" y="694"/>
                </a:lnTo>
                <a:lnTo>
                  <a:pt x="958" y="694"/>
                </a:lnTo>
                <a:lnTo>
                  <a:pt x="958" y="693"/>
                </a:lnTo>
                <a:lnTo>
                  <a:pt x="959" y="693"/>
                </a:lnTo>
                <a:lnTo>
                  <a:pt x="960" y="693"/>
                </a:lnTo>
                <a:lnTo>
                  <a:pt x="959" y="692"/>
                </a:lnTo>
                <a:lnTo>
                  <a:pt x="957" y="692"/>
                </a:lnTo>
                <a:lnTo>
                  <a:pt x="956" y="692"/>
                </a:lnTo>
                <a:lnTo>
                  <a:pt x="956" y="691"/>
                </a:lnTo>
                <a:lnTo>
                  <a:pt x="955" y="691"/>
                </a:lnTo>
                <a:lnTo>
                  <a:pt x="954" y="690"/>
                </a:lnTo>
                <a:lnTo>
                  <a:pt x="954" y="689"/>
                </a:lnTo>
                <a:lnTo>
                  <a:pt x="953" y="689"/>
                </a:lnTo>
                <a:lnTo>
                  <a:pt x="953" y="690"/>
                </a:lnTo>
                <a:lnTo>
                  <a:pt x="952" y="689"/>
                </a:lnTo>
                <a:lnTo>
                  <a:pt x="951" y="688"/>
                </a:lnTo>
                <a:lnTo>
                  <a:pt x="952" y="687"/>
                </a:lnTo>
                <a:lnTo>
                  <a:pt x="953" y="687"/>
                </a:lnTo>
                <a:lnTo>
                  <a:pt x="954" y="687"/>
                </a:lnTo>
                <a:lnTo>
                  <a:pt x="956" y="686"/>
                </a:lnTo>
                <a:lnTo>
                  <a:pt x="957" y="686"/>
                </a:lnTo>
                <a:lnTo>
                  <a:pt x="957" y="685"/>
                </a:lnTo>
                <a:lnTo>
                  <a:pt x="957" y="684"/>
                </a:lnTo>
                <a:lnTo>
                  <a:pt x="957" y="683"/>
                </a:lnTo>
                <a:lnTo>
                  <a:pt x="958" y="683"/>
                </a:lnTo>
                <a:lnTo>
                  <a:pt x="958" y="682"/>
                </a:lnTo>
                <a:lnTo>
                  <a:pt x="957" y="681"/>
                </a:lnTo>
                <a:lnTo>
                  <a:pt x="958" y="681"/>
                </a:lnTo>
                <a:lnTo>
                  <a:pt x="959" y="681"/>
                </a:lnTo>
                <a:lnTo>
                  <a:pt x="959" y="680"/>
                </a:lnTo>
                <a:lnTo>
                  <a:pt x="959" y="679"/>
                </a:lnTo>
                <a:lnTo>
                  <a:pt x="960" y="678"/>
                </a:lnTo>
                <a:lnTo>
                  <a:pt x="960" y="677"/>
                </a:lnTo>
                <a:lnTo>
                  <a:pt x="961" y="677"/>
                </a:lnTo>
                <a:lnTo>
                  <a:pt x="962" y="676"/>
                </a:lnTo>
                <a:lnTo>
                  <a:pt x="963" y="676"/>
                </a:lnTo>
                <a:lnTo>
                  <a:pt x="964" y="676"/>
                </a:lnTo>
                <a:lnTo>
                  <a:pt x="965" y="676"/>
                </a:lnTo>
                <a:lnTo>
                  <a:pt x="966" y="676"/>
                </a:lnTo>
                <a:lnTo>
                  <a:pt x="967" y="676"/>
                </a:lnTo>
                <a:lnTo>
                  <a:pt x="968" y="675"/>
                </a:lnTo>
                <a:lnTo>
                  <a:pt x="968" y="674"/>
                </a:lnTo>
                <a:lnTo>
                  <a:pt x="967" y="674"/>
                </a:lnTo>
                <a:lnTo>
                  <a:pt x="966" y="674"/>
                </a:lnTo>
                <a:lnTo>
                  <a:pt x="966" y="673"/>
                </a:lnTo>
                <a:lnTo>
                  <a:pt x="965" y="673"/>
                </a:lnTo>
                <a:lnTo>
                  <a:pt x="964" y="673"/>
                </a:lnTo>
                <a:lnTo>
                  <a:pt x="964" y="672"/>
                </a:lnTo>
                <a:lnTo>
                  <a:pt x="964" y="671"/>
                </a:lnTo>
                <a:lnTo>
                  <a:pt x="964" y="670"/>
                </a:lnTo>
                <a:lnTo>
                  <a:pt x="963" y="670"/>
                </a:lnTo>
                <a:lnTo>
                  <a:pt x="962" y="670"/>
                </a:lnTo>
                <a:lnTo>
                  <a:pt x="961" y="670"/>
                </a:lnTo>
                <a:lnTo>
                  <a:pt x="961" y="669"/>
                </a:lnTo>
                <a:lnTo>
                  <a:pt x="960" y="669"/>
                </a:lnTo>
                <a:lnTo>
                  <a:pt x="960" y="668"/>
                </a:lnTo>
                <a:lnTo>
                  <a:pt x="959" y="668"/>
                </a:lnTo>
                <a:lnTo>
                  <a:pt x="959" y="667"/>
                </a:lnTo>
                <a:lnTo>
                  <a:pt x="958" y="667"/>
                </a:lnTo>
                <a:lnTo>
                  <a:pt x="957" y="667"/>
                </a:lnTo>
                <a:lnTo>
                  <a:pt x="956" y="667"/>
                </a:lnTo>
                <a:lnTo>
                  <a:pt x="956" y="666"/>
                </a:lnTo>
                <a:lnTo>
                  <a:pt x="955" y="666"/>
                </a:lnTo>
                <a:lnTo>
                  <a:pt x="954" y="664"/>
                </a:lnTo>
                <a:lnTo>
                  <a:pt x="953" y="663"/>
                </a:lnTo>
                <a:lnTo>
                  <a:pt x="952" y="663"/>
                </a:lnTo>
                <a:lnTo>
                  <a:pt x="951" y="662"/>
                </a:lnTo>
                <a:lnTo>
                  <a:pt x="950" y="662"/>
                </a:lnTo>
                <a:lnTo>
                  <a:pt x="949" y="663"/>
                </a:lnTo>
                <a:lnTo>
                  <a:pt x="948" y="662"/>
                </a:lnTo>
                <a:lnTo>
                  <a:pt x="947" y="662"/>
                </a:lnTo>
                <a:lnTo>
                  <a:pt x="947" y="661"/>
                </a:lnTo>
                <a:lnTo>
                  <a:pt x="946" y="660"/>
                </a:lnTo>
                <a:lnTo>
                  <a:pt x="946" y="659"/>
                </a:lnTo>
                <a:lnTo>
                  <a:pt x="947" y="659"/>
                </a:lnTo>
                <a:lnTo>
                  <a:pt x="946" y="658"/>
                </a:lnTo>
                <a:lnTo>
                  <a:pt x="946" y="657"/>
                </a:lnTo>
                <a:lnTo>
                  <a:pt x="945" y="656"/>
                </a:lnTo>
                <a:lnTo>
                  <a:pt x="946" y="655"/>
                </a:lnTo>
                <a:lnTo>
                  <a:pt x="945" y="655"/>
                </a:lnTo>
                <a:lnTo>
                  <a:pt x="945" y="653"/>
                </a:lnTo>
                <a:lnTo>
                  <a:pt x="944" y="653"/>
                </a:lnTo>
                <a:lnTo>
                  <a:pt x="943" y="653"/>
                </a:lnTo>
                <a:lnTo>
                  <a:pt x="943" y="652"/>
                </a:lnTo>
                <a:lnTo>
                  <a:pt x="943" y="651"/>
                </a:lnTo>
                <a:lnTo>
                  <a:pt x="942" y="650"/>
                </a:lnTo>
                <a:lnTo>
                  <a:pt x="941" y="650"/>
                </a:lnTo>
                <a:lnTo>
                  <a:pt x="941" y="649"/>
                </a:lnTo>
                <a:lnTo>
                  <a:pt x="941" y="648"/>
                </a:lnTo>
                <a:lnTo>
                  <a:pt x="942" y="648"/>
                </a:lnTo>
                <a:lnTo>
                  <a:pt x="943" y="647"/>
                </a:lnTo>
                <a:lnTo>
                  <a:pt x="943" y="646"/>
                </a:lnTo>
                <a:lnTo>
                  <a:pt x="943" y="645"/>
                </a:lnTo>
                <a:lnTo>
                  <a:pt x="942" y="645"/>
                </a:lnTo>
                <a:lnTo>
                  <a:pt x="942" y="644"/>
                </a:lnTo>
                <a:lnTo>
                  <a:pt x="941" y="643"/>
                </a:lnTo>
                <a:lnTo>
                  <a:pt x="940" y="643"/>
                </a:lnTo>
                <a:lnTo>
                  <a:pt x="939" y="641"/>
                </a:lnTo>
                <a:lnTo>
                  <a:pt x="938" y="639"/>
                </a:lnTo>
                <a:lnTo>
                  <a:pt x="938" y="638"/>
                </a:lnTo>
                <a:lnTo>
                  <a:pt x="939" y="638"/>
                </a:lnTo>
                <a:lnTo>
                  <a:pt x="940" y="638"/>
                </a:lnTo>
                <a:lnTo>
                  <a:pt x="941" y="638"/>
                </a:lnTo>
                <a:lnTo>
                  <a:pt x="940" y="637"/>
                </a:lnTo>
                <a:lnTo>
                  <a:pt x="939" y="637"/>
                </a:lnTo>
                <a:lnTo>
                  <a:pt x="938" y="636"/>
                </a:lnTo>
                <a:lnTo>
                  <a:pt x="937" y="636"/>
                </a:lnTo>
                <a:lnTo>
                  <a:pt x="936" y="635"/>
                </a:lnTo>
                <a:lnTo>
                  <a:pt x="937" y="635"/>
                </a:lnTo>
                <a:lnTo>
                  <a:pt x="937" y="634"/>
                </a:lnTo>
                <a:lnTo>
                  <a:pt x="936" y="633"/>
                </a:lnTo>
                <a:lnTo>
                  <a:pt x="935" y="633"/>
                </a:lnTo>
                <a:lnTo>
                  <a:pt x="933" y="633"/>
                </a:lnTo>
                <a:lnTo>
                  <a:pt x="932" y="632"/>
                </a:lnTo>
                <a:lnTo>
                  <a:pt x="931" y="631"/>
                </a:lnTo>
                <a:lnTo>
                  <a:pt x="929" y="630"/>
                </a:lnTo>
                <a:lnTo>
                  <a:pt x="928" y="630"/>
                </a:lnTo>
                <a:lnTo>
                  <a:pt x="928" y="629"/>
                </a:lnTo>
                <a:lnTo>
                  <a:pt x="928" y="628"/>
                </a:lnTo>
                <a:lnTo>
                  <a:pt x="927" y="628"/>
                </a:lnTo>
                <a:lnTo>
                  <a:pt x="926" y="627"/>
                </a:lnTo>
                <a:lnTo>
                  <a:pt x="926" y="626"/>
                </a:lnTo>
                <a:lnTo>
                  <a:pt x="926" y="625"/>
                </a:lnTo>
                <a:lnTo>
                  <a:pt x="926" y="624"/>
                </a:lnTo>
                <a:lnTo>
                  <a:pt x="926" y="623"/>
                </a:lnTo>
                <a:lnTo>
                  <a:pt x="926" y="622"/>
                </a:lnTo>
                <a:lnTo>
                  <a:pt x="927" y="621"/>
                </a:lnTo>
                <a:lnTo>
                  <a:pt x="928" y="621"/>
                </a:lnTo>
                <a:lnTo>
                  <a:pt x="929" y="621"/>
                </a:lnTo>
                <a:lnTo>
                  <a:pt x="930" y="621"/>
                </a:lnTo>
                <a:lnTo>
                  <a:pt x="930" y="620"/>
                </a:lnTo>
                <a:lnTo>
                  <a:pt x="931" y="620"/>
                </a:lnTo>
                <a:lnTo>
                  <a:pt x="932" y="619"/>
                </a:lnTo>
                <a:lnTo>
                  <a:pt x="933" y="619"/>
                </a:lnTo>
                <a:lnTo>
                  <a:pt x="933" y="618"/>
                </a:lnTo>
                <a:lnTo>
                  <a:pt x="934" y="618"/>
                </a:lnTo>
                <a:lnTo>
                  <a:pt x="934" y="617"/>
                </a:lnTo>
                <a:lnTo>
                  <a:pt x="935" y="617"/>
                </a:lnTo>
                <a:lnTo>
                  <a:pt x="935" y="618"/>
                </a:lnTo>
                <a:lnTo>
                  <a:pt x="936" y="618"/>
                </a:lnTo>
                <a:lnTo>
                  <a:pt x="937" y="618"/>
                </a:lnTo>
                <a:lnTo>
                  <a:pt x="936" y="618"/>
                </a:lnTo>
                <a:lnTo>
                  <a:pt x="935" y="617"/>
                </a:lnTo>
                <a:lnTo>
                  <a:pt x="935" y="616"/>
                </a:lnTo>
                <a:lnTo>
                  <a:pt x="935" y="615"/>
                </a:lnTo>
                <a:lnTo>
                  <a:pt x="934" y="614"/>
                </a:lnTo>
                <a:lnTo>
                  <a:pt x="933" y="614"/>
                </a:lnTo>
                <a:lnTo>
                  <a:pt x="932" y="613"/>
                </a:lnTo>
                <a:lnTo>
                  <a:pt x="931" y="612"/>
                </a:lnTo>
                <a:lnTo>
                  <a:pt x="930" y="611"/>
                </a:lnTo>
                <a:lnTo>
                  <a:pt x="930" y="610"/>
                </a:lnTo>
                <a:lnTo>
                  <a:pt x="929" y="610"/>
                </a:lnTo>
                <a:lnTo>
                  <a:pt x="929" y="609"/>
                </a:lnTo>
                <a:lnTo>
                  <a:pt x="928" y="609"/>
                </a:lnTo>
                <a:lnTo>
                  <a:pt x="927" y="608"/>
                </a:lnTo>
                <a:lnTo>
                  <a:pt x="926" y="608"/>
                </a:lnTo>
                <a:lnTo>
                  <a:pt x="925" y="608"/>
                </a:lnTo>
                <a:lnTo>
                  <a:pt x="924" y="607"/>
                </a:lnTo>
                <a:lnTo>
                  <a:pt x="924" y="606"/>
                </a:lnTo>
                <a:lnTo>
                  <a:pt x="923" y="606"/>
                </a:lnTo>
                <a:lnTo>
                  <a:pt x="923" y="605"/>
                </a:lnTo>
                <a:lnTo>
                  <a:pt x="922" y="605"/>
                </a:lnTo>
                <a:lnTo>
                  <a:pt x="922" y="604"/>
                </a:lnTo>
                <a:lnTo>
                  <a:pt x="923" y="603"/>
                </a:lnTo>
                <a:lnTo>
                  <a:pt x="922" y="602"/>
                </a:lnTo>
                <a:lnTo>
                  <a:pt x="921" y="602"/>
                </a:lnTo>
                <a:lnTo>
                  <a:pt x="920" y="602"/>
                </a:lnTo>
                <a:lnTo>
                  <a:pt x="919" y="602"/>
                </a:lnTo>
                <a:lnTo>
                  <a:pt x="919" y="601"/>
                </a:lnTo>
                <a:lnTo>
                  <a:pt x="919" y="600"/>
                </a:lnTo>
                <a:lnTo>
                  <a:pt x="918" y="600"/>
                </a:lnTo>
                <a:lnTo>
                  <a:pt x="918" y="601"/>
                </a:lnTo>
                <a:lnTo>
                  <a:pt x="918" y="600"/>
                </a:lnTo>
                <a:lnTo>
                  <a:pt x="917" y="600"/>
                </a:lnTo>
                <a:lnTo>
                  <a:pt x="917" y="599"/>
                </a:lnTo>
                <a:lnTo>
                  <a:pt x="916" y="599"/>
                </a:lnTo>
                <a:lnTo>
                  <a:pt x="915" y="599"/>
                </a:lnTo>
                <a:lnTo>
                  <a:pt x="914" y="599"/>
                </a:lnTo>
                <a:lnTo>
                  <a:pt x="913" y="599"/>
                </a:lnTo>
                <a:lnTo>
                  <a:pt x="913" y="598"/>
                </a:lnTo>
                <a:lnTo>
                  <a:pt x="912" y="597"/>
                </a:lnTo>
                <a:lnTo>
                  <a:pt x="913" y="597"/>
                </a:lnTo>
                <a:lnTo>
                  <a:pt x="914" y="597"/>
                </a:lnTo>
                <a:lnTo>
                  <a:pt x="914" y="596"/>
                </a:lnTo>
                <a:lnTo>
                  <a:pt x="914" y="595"/>
                </a:lnTo>
                <a:lnTo>
                  <a:pt x="915" y="594"/>
                </a:lnTo>
                <a:lnTo>
                  <a:pt x="916" y="593"/>
                </a:lnTo>
                <a:lnTo>
                  <a:pt x="917" y="592"/>
                </a:lnTo>
                <a:lnTo>
                  <a:pt x="917" y="591"/>
                </a:lnTo>
                <a:lnTo>
                  <a:pt x="916" y="590"/>
                </a:lnTo>
                <a:lnTo>
                  <a:pt x="916" y="589"/>
                </a:lnTo>
                <a:lnTo>
                  <a:pt x="917" y="589"/>
                </a:lnTo>
                <a:lnTo>
                  <a:pt x="916" y="588"/>
                </a:lnTo>
                <a:lnTo>
                  <a:pt x="916" y="587"/>
                </a:lnTo>
                <a:lnTo>
                  <a:pt x="916" y="586"/>
                </a:lnTo>
                <a:lnTo>
                  <a:pt x="916" y="585"/>
                </a:lnTo>
                <a:lnTo>
                  <a:pt x="917" y="585"/>
                </a:lnTo>
                <a:lnTo>
                  <a:pt x="918" y="585"/>
                </a:lnTo>
                <a:lnTo>
                  <a:pt x="919" y="585"/>
                </a:lnTo>
                <a:lnTo>
                  <a:pt x="920" y="585"/>
                </a:lnTo>
                <a:lnTo>
                  <a:pt x="921" y="585"/>
                </a:lnTo>
                <a:lnTo>
                  <a:pt x="922" y="585"/>
                </a:lnTo>
                <a:lnTo>
                  <a:pt x="923" y="584"/>
                </a:lnTo>
                <a:lnTo>
                  <a:pt x="924" y="584"/>
                </a:lnTo>
                <a:lnTo>
                  <a:pt x="925" y="584"/>
                </a:lnTo>
                <a:lnTo>
                  <a:pt x="926" y="584"/>
                </a:lnTo>
                <a:lnTo>
                  <a:pt x="928" y="584"/>
                </a:lnTo>
                <a:lnTo>
                  <a:pt x="929" y="584"/>
                </a:lnTo>
                <a:lnTo>
                  <a:pt x="929" y="583"/>
                </a:lnTo>
                <a:lnTo>
                  <a:pt x="929" y="582"/>
                </a:lnTo>
                <a:lnTo>
                  <a:pt x="928" y="581"/>
                </a:lnTo>
                <a:lnTo>
                  <a:pt x="928" y="580"/>
                </a:lnTo>
                <a:lnTo>
                  <a:pt x="927" y="579"/>
                </a:lnTo>
                <a:lnTo>
                  <a:pt x="926" y="578"/>
                </a:lnTo>
                <a:lnTo>
                  <a:pt x="927" y="578"/>
                </a:lnTo>
                <a:lnTo>
                  <a:pt x="926" y="578"/>
                </a:lnTo>
                <a:lnTo>
                  <a:pt x="926" y="577"/>
                </a:lnTo>
                <a:lnTo>
                  <a:pt x="926" y="576"/>
                </a:lnTo>
                <a:lnTo>
                  <a:pt x="925" y="577"/>
                </a:lnTo>
                <a:lnTo>
                  <a:pt x="924" y="577"/>
                </a:lnTo>
                <a:lnTo>
                  <a:pt x="923" y="576"/>
                </a:lnTo>
                <a:lnTo>
                  <a:pt x="923" y="575"/>
                </a:lnTo>
                <a:lnTo>
                  <a:pt x="922" y="575"/>
                </a:lnTo>
                <a:lnTo>
                  <a:pt x="922" y="574"/>
                </a:lnTo>
                <a:lnTo>
                  <a:pt x="921" y="574"/>
                </a:lnTo>
                <a:lnTo>
                  <a:pt x="921" y="573"/>
                </a:lnTo>
                <a:lnTo>
                  <a:pt x="920" y="572"/>
                </a:lnTo>
                <a:lnTo>
                  <a:pt x="919" y="572"/>
                </a:lnTo>
                <a:lnTo>
                  <a:pt x="918" y="572"/>
                </a:lnTo>
                <a:lnTo>
                  <a:pt x="917" y="572"/>
                </a:lnTo>
                <a:lnTo>
                  <a:pt x="916" y="571"/>
                </a:lnTo>
                <a:lnTo>
                  <a:pt x="915" y="571"/>
                </a:lnTo>
                <a:lnTo>
                  <a:pt x="915" y="570"/>
                </a:lnTo>
                <a:lnTo>
                  <a:pt x="914" y="569"/>
                </a:lnTo>
                <a:lnTo>
                  <a:pt x="913" y="569"/>
                </a:lnTo>
                <a:lnTo>
                  <a:pt x="913" y="568"/>
                </a:lnTo>
                <a:lnTo>
                  <a:pt x="912" y="567"/>
                </a:lnTo>
                <a:lnTo>
                  <a:pt x="913" y="567"/>
                </a:lnTo>
                <a:lnTo>
                  <a:pt x="913" y="566"/>
                </a:lnTo>
                <a:lnTo>
                  <a:pt x="912" y="566"/>
                </a:lnTo>
                <a:lnTo>
                  <a:pt x="910" y="565"/>
                </a:lnTo>
                <a:lnTo>
                  <a:pt x="910" y="564"/>
                </a:lnTo>
                <a:lnTo>
                  <a:pt x="909" y="564"/>
                </a:lnTo>
                <a:lnTo>
                  <a:pt x="910" y="564"/>
                </a:lnTo>
                <a:lnTo>
                  <a:pt x="910" y="563"/>
                </a:lnTo>
                <a:lnTo>
                  <a:pt x="910" y="562"/>
                </a:lnTo>
                <a:lnTo>
                  <a:pt x="909" y="562"/>
                </a:lnTo>
                <a:lnTo>
                  <a:pt x="908" y="562"/>
                </a:lnTo>
                <a:lnTo>
                  <a:pt x="907" y="561"/>
                </a:lnTo>
                <a:lnTo>
                  <a:pt x="906" y="561"/>
                </a:lnTo>
                <a:lnTo>
                  <a:pt x="905" y="561"/>
                </a:lnTo>
                <a:lnTo>
                  <a:pt x="904" y="560"/>
                </a:lnTo>
                <a:lnTo>
                  <a:pt x="903" y="559"/>
                </a:lnTo>
                <a:lnTo>
                  <a:pt x="902" y="559"/>
                </a:lnTo>
                <a:lnTo>
                  <a:pt x="901" y="558"/>
                </a:lnTo>
                <a:lnTo>
                  <a:pt x="900" y="558"/>
                </a:lnTo>
                <a:lnTo>
                  <a:pt x="900" y="557"/>
                </a:lnTo>
                <a:lnTo>
                  <a:pt x="899" y="556"/>
                </a:lnTo>
                <a:lnTo>
                  <a:pt x="898" y="556"/>
                </a:lnTo>
                <a:lnTo>
                  <a:pt x="898" y="555"/>
                </a:lnTo>
                <a:lnTo>
                  <a:pt x="899" y="555"/>
                </a:lnTo>
                <a:lnTo>
                  <a:pt x="899" y="554"/>
                </a:lnTo>
                <a:lnTo>
                  <a:pt x="898" y="554"/>
                </a:lnTo>
                <a:lnTo>
                  <a:pt x="897" y="554"/>
                </a:lnTo>
                <a:lnTo>
                  <a:pt x="896" y="554"/>
                </a:lnTo>
                <a:lnTo>
                  <a:pt x="895" y="554"/>
                </a:lnTo>
                <a:lnTo>
                  <a:pt x="895" y="553"/>
                </a:lnTo>
                <a:lnTo>
                  <a:pt x="894" y="553"/>
                </a:lnTo>
                <a:lnTo>
                  <a:pt x="894" y="552"/>
                </a:lnTo>
                <a:lnTo>
                  <a:pt x="893" y="552"/>
                </a:lnTo>
                <a:lnTo>
                  <a:pt x="892" y="552"/>
                </a:lnTo>
                <a:lnTo>
                  <a:pt x="891" y="552"/>
                </a:lnTo>
                <a:lnTo>
                  <a:pt x="890" y="551"/>
                </a:lnTo>
                <a:lnTo>
                  <a:pt x="889" y="551"/>
                </a:lnTo>
                <a:lnTo>
                  <a:pt x="889" y="550"/>
                </a:lnTo>
                <a:lnTo>
                  <a:pt x="889" y="549"/>
                </a:lnTo>
                <a:lnTo>
                  <a:pt x="888" y="549"/>
                </a:lnTo>
                <a:lnTo>
                  <a:pt x="888" y="548"/>
                </a:lnTo>
                <a:lnTo>
                  <a:pt x="887" y="547"/>
                </a:lnTo>
                <a:lnTo>
                  <a:pt x="886" y="546"/>
                </a:lnTo>
                <a:lnTo>
                  <a:pt x="885" y="546"/>
                </a:lnTo>
                <a:lnTo>
                  <a:pt x="884" y="546"/>
                </a:lnTo>
                <a:lnTo>
                  <a:pt x="883" y="545"/>
                </a:lnTo>
                <a:lnTo>
                  <a:pt x="882" y="545"/>
                </a:lnTo>
                <a:lnTo>
                  <a:pt x="881" y="545"/>
                </a:lnTo>
                <a:lnTo>
                  <a:pt x="881" y="544"/>
                </a:lnTo>
                <a:lnTo>
                  <a:pt x="882" y="542"/>
                </a:lnTo>
                <a:lnTo>
                  <a:pt x="883" y="541"/>
                </a:lnTo>
                <a:lnTo>
                  <a:pt x="882" y="541"/>
                </a:lnTo>
                <a:lnTo>
                  <a:pt x="882" y="540"/>
                </a:lnTo>
                <a:lnTo>
                  <a:pt x="883" y="539"/>
                </a:lnTo>
                <a:lnTo>
                  <a:pt x="883" y="538"/>
                </a:lnTo>
                <a:lnTo>
                  <a:pt x="882" y="538"/>
                </a:lnTo>
                <a:lnTo>
                  <a:pt x="882" y="537"/>
                </a:lnTo>
                <a:lnTo>
                  <a:pt x="881" y="536"/>
                </a:lnTo>
                <a:lnTo>
                  <a:pt x="880" y="535"/>
                </a:lnTo>
                <a:lnTo>
                  <a:pt x="879" y="535"/>
                </a:lnTo>
                <a:lnTo>
                  <a:pt x="878" y="535"/>
                </a:lnTo>
                <a:lnTo>
                  <a:pt x="878" y="534"/>
                </a:lnTo>
                <a:lnTo>
                  <a:pt x="878" y="533"/>
                </a:lnTo>
                <a:lnTo>
                  <a:pt x="877" y="532"/>
                </a:lnTo>
                <a:lnTo>
                  <a:pt x="877" y="531"/>
                </a:lnTo>
                <a:lnTo>
                  <a:pt x="876" y="531"/>
                </a:lnTo>
                <a:lnTo>
                  <a:pt x="875" y="531"/>
                </a:lnTo>
                <a:lnTo>
                  <a:pt x="875" y="530"/>
                </a:lnTo>
                <a:lnTo>
                  <a:pt x="875" y="529"/>
                </a:lnTo>
                <a:lnTo>
                  <a:pt x="876" y="529"/>
                </a:lnTo>
                <a:lnTo>
                  <a:pt x="876" y="528"/>
                </a:lnTo>
                <a:lnTo>
                  <a:pt x="876" y="527"/>
                </a:lnTo>
                <a:lnTo>
                  <a:pt x="875" y="527"/>
                </a:lnTo>
                <a:lnTo>
                  <a:pt x="875" y="526"/>
                </a:lnTo>
                <a:lnTo>
                  <a:pt x="875" y="525"/>
                </a:lnTo>
                <a:lnTo>
                  <a:pt x="875" y="524"/>
                </a:lnTo>
                <a:lnTo>
                  <a:pt x="874" y="523"/>
                </a:lnTo>
                <a:lnTo>
                  <a:pt x="873" y="523"/>
                </a:lnTo>
                <a:lnTo>
                  <a:pt x="873" y="522"/>
                </a:lnTo>
                <a:lnTo>
                  <a:pt x="873" y="521"/>
                </a:lnTo>
                <a:lnTo>
                  <a:pt x="872" y="521"/>
                </a:lnTo>
                <a:lnTo>
                  <a:pt x="872" y="520"/>
                </a:lnTo>
                <a:lnTo>
                  <a:pt x="871" y="520"/>
                </a:lnTo>
                <a:lnTo>
                  <a:pt x="870" y="520"/>
                </a:lnTo>
                <a:lnTo>
                  <a:pt x="869" y="520"/>
                </a:lnTo>
                <a:lnTo>
                  <a:pt x="868" y="520"/>
                </a:lnTo>
                <a:lnTo>
                  <a:pt x="867" y="520"/>
                </a:lnTo>
                <a:lnTo>
                  <a:pt x="866" y="520"/>
                </a:lnTo>
                <a:lnTo>
                  <a:pt x="865" y="520"/>
                </a:lnTo>
                <a:lnTo>
                  <a:pt x="865" y="521"/>
                </a:lnTo>
                <a:lnTo>
                  <a:pt x="864" y="522"/>
                </a:lnTo>
                <a:lnTo>
                  <a:pt x="863" y="522"/>
                </a:lnTo>
                <a:lnTo>
                  <a:pt x="862" y="522"/>
                </a:lnTo>
                <a:lnTo>
                  <a:pt x="862" y="523"/>
                </a:lnTo>
                <a:lnTo>
                  <a:pt x="861" y="523"/>
                </a:lnTo>
                <a:lnTo>
                  <a:pt x="861" y="524"/>
                </a:lnTo>
                <a:lnTo>
                  <a:pt x="860" y="524"/>
                </a:lnTo>
                <a:lnTo>
                  <a:pt x="860" y="525"/>
                </a:lnTo>
                <a:lnTo>
                  <a:pt x="860" y="526"/>
                </a:lnTo>
                <a:lnTo>
                  <a:pt x="859" y="526"/>
                </a:lnTo>
                <a:lnTo>
                  <a:pt x="859" y="527"/>
                </a:lnTo>
                <a:lnTo>
                  <a:pt x="859" y="526"/>
                </a:lnTo>
                <a:lnTo>
                  <a:pt x="858" y="526"/>
                </a:lnTo>
                <a:lnTo>
                  <a:pt x="858" y="527"/>
                </a:lnTo>
                <a:lnTo>
                  <a:pt x="857" y="527"/>
                </a:lnTo>
                <a:lnTo>
                  <a:pt x="856" y="527"/>
                </a:lnTo>
                <a:lnTo>
                  <a:pt x="855" y="527"/>
                </a:lnTo>
                <a:lnTo>
                  <a:pt x="855" y="526"/>
                </a:lnTo>
                <a:lnTo>
                  <a:pt x="855" y="525"/>
                </a:lnTo>
                <a:lnTo>
                  <a:pt x="855" y="524"/>
                </a:lnTo>
                <a:lnTo>
                  <a:pt x="854" y="524"/>
                </a:lnTo>
                <a:lnTo>
                  <a:pt x="853" y="524"/>
                </a:lnTo>
                <a:lnTo>
                  <a:pt x="853" y="523"/>
                </a:lnTo>
                <a:lnTo>
                  <a:pt x="852" y="523"/>
                </a:lnTo>
                <a:lnTo>
                  <a:pt x="851" y="523"/>
                </a:lnTo>
                <a:lnTo>
                  <a:pt x="851" y="522"/>
                </a:lnTo>
                <a:lnTo>
                  <a:pt x="850" y="522"/>
                </a:lnTo>
                <a:lnTo>
                  <a:pt x="849" y="522"/>
                </a:lnTo>
                <a:lnTo>
                  <a:pt x="848" y="522"/>
                </a:lnTo>
                <a:lnTo>
                  <a:pt x="847" y="522"/>
                </a:lnTo>
                <a:lnTo>
                  <a:pt x="847" y="521"/>
                </a:lnTo>
                <a:lnTo>
                  <a:pt x="846" y="521"/>
                </a:lnTo>
                <a:lnTo>
                  <a:pt x="845" y="521"/>
                </a:lnTo>
                <a:lnTo>
                  <a:pt x="844" y="520"/>
                </a:lnTo>
                <a:lnTo>
                  <a:pt x="843" y="520"/>
                </a:lnTo>
                <a:lnTo>
                  <a:pt x="842" y="520"/>
                </a:lnTo>
                <a:lnTo>
                  <a:pt x="841" y="520"/>
                </a:lnTo>
                <a:lnTo>
                  <a:pt x="841" y="519"/>
                </a:lnTo>
                <a:lnTo>
                  <a:pt x="841" y="518"/>
                </a:lnTo>
                <a:lnTo>
                  <a:pt x="842" y="518"/>
                </a:lnTo>
                <a:lnTo>
                  <a:pt x="842" y="517"/>
                </a:lnTo>
                <a:lnTo>
                  <a:pt x="842" y="516"/>
                </a:lnTo>
                <a:lnTo>
                  <a:pt x="841" y="516"/>
                </a:lnTo>
                <a:lnTo>
                  <a:pt x="841" y="515"/>
                </a:lnTo>
                <a:lnTo>
                  <a:pt x="840" y="515"/>
                </a:lnTo>
                <a:lnTo>
                  <a:pt x="839" y="515"/>
                </a:lnTo>
                <a:lnTo>
                  <a:pt x="839" y="514"/>
                </a:lnTo>
                <a:lnTo>
                  <a:pt x="838" y="514"/>
                </a:lnTo>
                <a:lnTo>
                  <a:pt x="838" y="513"/>
                </a:lnTo>
                <a:lnTo>
                  <a:pt x="838" y="512"/>
                </a:lnTo>
                <a:lnTo>
                  <a:pt x="837" y="512"/>
                </a:lnTo>
                <a:lnTo>
                  <a:pt x="837" y="511"/>
                </a:lnTo>
                <a:lnTo>
                  <a:pt x="836" y="511"/>
                </a:lnTo>
                <a:lnTo>
                  <a:pt x="836" y="510"/>
                </a:lnTo>
                <a:lnTo>
                  <a:pt x="835" y="510"/>
                </a:lnTo>
                <a:lnTo>
                  <a:pt x="835" y="509"/>
                </a:lnTo>
                <a:lnTo>
                  <a:pt x="834" y="509"/>
                </a:lnTo>
                <a:lnTo>
                  <a:pt x="833" y="509"/>
                </a:lnTo>
                <a:lnTo>
                  <a:pt x="831" y="509"/>
                </a:lnTo>
                <a:lnTo>
                  <a:pt x="831" y="508"/>
                </a:lnTo>
                <a:lnTo>
                  <a:pt x="830" y="508"/>
                </a:lnTo>
                <a:lnTo>
                  <a:pt x="829" y="508"/>
                </a:lnTo>
                <a:lnTo>
                  <a:pt x="829" y="507"/>
                </a:lnTo>
                <a:lnTo>
                  <a:pt x="828" y="507"/>
                </a:lnTo>
                <a:lnTo>
                  <a:pt x="827" y="507"/>
                </a:lnTo>
                <a:lnTo>
                  <a:pt x="827" y="506"/>
                </a:lnTo>
                <a:lnTo>
                  <a:pt x="827" y="507"/>
                </a:lnTo>
                <a:lnTo>
                  <a:pt x="826" y="507"/>
                </a:lnTo>
                <a:lnTo>
                  <a:pt x="825" y="507"/>
                </a:lnTo>
                <a:lnTo>
                  <a:pt x="824" y="507"/>
                </a:lnTo>
                <a:lnTo>
                  <a:pt x="823" y="507"/>
                </a:lnTo>
                <a:lnTo>
                  <a:pt x="823" y="506"/>
                </a:lnTo>
                <a:lnTo>
                  <a:pt x="822" y="506"/>
                </a:lnTo>
                <a:lnTo>
                  <a:pt x="822" y="505"/>
                </a:lnTo>
                <a:lnTo>
                  <a:pt x="821" y="505"/>
                </a:lnTo>
                <a:lnTo>
                  <a:pt x="821" y="506"/>
                </a:lnTo>
                <a:lnTo>
                  <a:pt x="821" y="507"/>
                </a:lnTo>
                <a:lnTo>
                  <a:pt x="820" y="507"/>
                </a:lnTo>
                <a:lnTo>
                  <a:pt x="819" y="508"/>
                </a:lnTo>
                <a:lnTo>
                  <a:pt x="818" y="508"/>
                </a:lnTo>
                <a:lnTo>
                  <a:pt x="818" y="509"/>
                </a:lnTo>
                <a:lnTo>
                  <a:pt x="817" y="509"/>
                </a:lnTo>
                <a:lnTo>
                  <a:pt x="817" y="510"/>
                </a:lnTo>
                <a:lnTo>
                  <a:pt x="816" y="510"/>
                </a:lnTo>
                <a:lnTo>
                  <a:pt x="816" y="511"/>
                </a:lnTo>
                <a:lnTo>
                  <a:pt x="815" y="511"/>
                </a:lnTo>
                <a:lnTo>
                  <a:pt x="815" y="512"/>
                </a:lnTo>
                <a:lnTo>
                  <a:pt x="816" y="512"/>
                </a:lnTo>
                <a:lnTo>
                  <a:pt x="815" y="512"/>
                </a:lnTo>
                <a:lnTo>
                  <a:pt x="815" y="513"/>
                </a:lnTo>
                <a:lnTo>
                  <a:pt x="814" y="513"/>
                </a:lnTo>
                <a:lnTo>
                  <a:pt x="813" y="513"/>
                </a:lnTo>
                <a:lnTo>
                  <a:pt x="813" y="512"/>
                </a:lnTo>
                <a:lnTo>
                  <a:pt x="812" y="512"/>
                </a:lnTo>
                <a:lnTo>
                  <a:pt x="811" y="512"/>
                </a:lnTo>
                <a:lnTo>
                  <a:pt x="811" y="511"/>
                </a:lnTo>
                <a:lnTo>
                  <a:pt x="810" y="511"/>
                </a:lnTo>
                <a:lnTo>
                  <a:pt x="809" y="511"/>
                </a:lnTo>
                <a:lnTo>
                  <a:pt x="809" y="510"/>
                </a:lnTo>
                <a:lnTo>
                  <a:pt x="808" y="510"/>
                </a:lnTo>
                <a:lnTo>
                  <a:pt x="807" y="510"/>
                </a:lnTo>
                <a:lnTo>
                  <a:pt x="807" y="509"/>
                </a:lnTo>
                <a:lnTo>
                  <a:pt x="806" y="509"/>
                </a:lnTo>
                <a:lnTo>
                  <a:pt x="805" y="509"/>
                </a:lnTo>
                <a:lnTo>
                  <a:pt x="804" y="509"/>
                </a:lnTo>
                <a:lnTo>
                  <a:pt x="804" y="508"/>
                </a:lnTo>
                <a:lnTo>
                  <a:pt x="803" y="508"/>
                </a:lnTo>
                <a:lnTo>
                  <a:pt x="802" y="508"/>
                </a:lnTo>
                <a:lnTo>
                  <a:pt x="801" y="508"/>
                </a:lnTo>
                <a:lnTo>
                  <a:pt x="800" y="508"/>
                </a:lnTo>
                <a:lnTo>
                  <a:pt x="800" y="507"/>
                </a:lnTo>
                <a:lnTo>
                  <a:pt x="799" y="507"/>
                </a:lnTo>
                <a:lnTo>
                  <a:pt x="798" y="507"/>
                </a:lnTo>
                <a:lnTo>
                  <a:pt x="798" y="506"/>
                </a:lnTo>
                <a:lnTo>
                  <a:pt x="797" y="506"/>
                </a:lnTo>
                <a:lnTo>
                  <a:pt x="797" y="505"/>
                </a:lnTo>
                <a:lnTo>
                  <a:pt x="796" y="505"/>
                </a:lnTo>
                <a:lnTo>
                  <a:pt x="796" y="506"/>
                </a:lnTo>
                <a:lnTo>
                  <a:pt x="796" y="505"/>
                </a:lnTo>
                <a:lnTo>
                  <a:pt x="795" y="505"/>
                </a:lnTo>
                <a:lnTo>
                  <a:pt x="795" y="504"/>
                </a:lnTo>
                <a:lnTo>
                  <a:pt x="795" y="503"/>
                </a:lnTo>
                <a:lnTo>
                  <a:pt x="795" y="502"/>
                </a:lnTo>
                <a:lnTo>
                  <a:pt x="794" y="502"/>
                </a:lnTo>
                <a:lnTo>
                  <a:pt x="794" y="501"/>
                </a:lnTo>
                <a:lnTo>
                  <a:pt x="793" y="501"/>
                </a:lnTo>
                <a:lnTo>
                  <a:pt x="793" y="500"/>
                </a:lnTo>
                <a:lnTo>
                  <a:pt x="793" y="501"/>
                </a:lnTo>
                <a:lnTo>
                  <a:pt x="792" y="501"/>
                </a:lnTo>
                <a:lnTo>
                  <a:pt x="792" y="500"/>
                </a:lnTo>
                <a:lnTo>
                  <a:pt x="792" y="499"/>
                </a:lnTo>
                <a:lnTo>
                  <a:pt x="792" y="498"/>
                </a:lnTo>
                <a:lnTo>
                  <a:pt x="791" y="498"/>
                </a:lnTo>
                <a:lnTo>
                  <a:pt x="791" y="497"/>
                </a:lnTo>
                <a:lnTo>
                  <a:pt x="791" y="498"/>
                </a:lnTo>
                <a:lnTo>
                  <a:pt x="790" y="498"/>
                </a:lnTo>
                <a:lnTo>
                  <a:pt x="789" y="498"/>
                </a:lnTo>
                <a:lnTo>
                  <a:pt x="788" y="498"/>
                </a:lnTo>
                <a:lnTo>
                  <a:pt x="788" y="497"/>
                </a:lnTo>
                <a:lnTo>
                  <a:pt x="787" y="497"/>
                </a:lnTo>
                <a:lnTo>
                  <a:pt x="787" y="496"/>
                </a:lnTo>
                <a:lnTo>
                  <a:pt x="786" y="496"/>
                </a:lnTo>
                <a:lnTo>
                  <a:pt x="785" y="496"/>
                </a:lnTo>
                <a:lnTo>
                  <a:pt x="785" y="495"/>
                </a:lnTo>
                <a:lnTo>
                  <a:pt x="785" y="494"/>
                </a:lnTo>
                <a:lnTo>
                  <a:pt x="784" y="494"/>
                </a:lnTo>
                <a:lnTo>
                  <a:pt x="784" y="495"/>
                </a:lnTo>
                <a:lnTo>
                  <a:pt x="783" y="495"/>
                </a:lnTo>
                <a:lnTo>
                  <a:pt x="783" y="494"/>
                </a:lnTo>
                <a:lnTo>
                  <a:pt x="782" y="494"/>
                </a:lnTo>
                <a:lnTo>
                  <a:pt x="782" y="493"/>
                </a:lnTo>
                <a:lnTo>
                  <a:pt x="781" y="493"/>
                </a:lnTo>
                <a:lnTo>
                  <a:pt x="781" y="492"/>
                </a:lnTo>
                <a:lnTo>
                  <a:pt x="780" y="492"/>
                </a:lnTo>
                <a:lnTo>
                  <a:pt x="780" y="491"/>
                </a:lnTo>
                <a:lnTo>
                  <a:pt x="779" y="491"/>
                </a:lnTo>
                <a:lnTo>
                  <a:pt x="778" y="491"/>
                </a:lnTo>
                <a:lnTo>
                  <a:pt x="777" y="491"/>
                </a:lnTo>
                <a:lnTo>
                  <a:pt x="777" y="492"/>
                </a:lnTo>
                <a:lnTo>
                  <a:pt x="776" y="492"/>
                </a:lnTo>
                <a:lnTo>
                  <a:pt x="776" y="491"/>
                </a:lnTo>
                <a:lnTo>
                  <a:pt x="775" y="491"/>
                </a:lnTo>
                <a:lnTo>
                  <a:pt x="775" y="492"/>
                </a:lnTo>
                <a:lnTo>
                  <a:pt x="774" y="492"/>
                </a:lnTo>
                <a:lnTo>
                  <a:pt x="773" y="491"/>
                </a:lnTo>
                <a:lnTo>
                  <a:pt x="772" y="491"/>
                </a:lnTo>
                <a:lnTo>
                  <a:pt x="772" y="490"/>
                </a:lnTo>
                <a:lnTo>
                  <a:pt x="772" y="489"/>
                </a:lnTo>
                <a:lnTo>
                  <a:pt x="772" y="488"/>
                </a:lnTo>
                <a:lnTo>
                  <a:pt x="771" y="487"/>
                </a:lnTo>
                <a:lnTo>
                  <a:pt x="772" y="487"/>
                </a:lnTo>
                <a:lnTo>
                  <a:pt x="771" y="487"/>
                </a:lnTo>
                <a:lnTo>
                  <a:pt x="772" y="487"/>
                </a:lnTo>
                <a:lnTo>
                  <a:pt x="772" y="486"/>
                </a:lnTo>
                <a:lnTo>
                  <a:pt x="772" y="485"/>
                </a:lnTo>
                <a:lnTo>
                  <a:pt x="773" y="485"/>
                </a:lnTo>
                <a:lnTo>
                  <a:pt x="773" y="484"/>
                </a:lnTo>
                <a:lnTo>
                  <a:pt x="774" y="484"/>
                </a:lnTo>
                <a:lnTo>
                  <a:pt x="774" y="483"/>
                </a:lnTo>
                <a:lnTo>
                  <a:pt x="775" y="483"/>
                </a:lnTo>
                <a:lnTo>
                  <a:pt x="775" y="482"/>
                </a:lnTo>
                <a:lnTo>
                  <a:pt x="774" y="481"/>
                </a:lnTo>
                <a:lnTo>
                  <a:pt x="774" y="480"/>
                </a:lnTo>
                <a:lnTo>
                  <a:pt x="774" y="479"/>
                </a:lnTo>
                <a:lnTo>
                  <a:pt x="775" y="478"/>
                </a:lnTo>
                <a:lnTo>
                  <a:pt x="775" y="477"/>
                </a:lnTo>
                <a:lnTo>
                  <a:pt x="776" y="476"/>
                </a:lnTo>
                <a:lnTo>
                  <a:pt x="776" y="475"/>
                </a:lnTo>
                <a:lnTo>
                  <a:pt x="775" y="475"/>
                </a:lnTo>
                <a:lnTo>
                  <a:pt x="775" y="474"/>
                </a:lnTo>
                <a:lnTo>
                  <a:pt x="774" y="474"/>
                </a:lnTo>
                <a:lnTo>
                  <a:pt x="773" y="474"/>
                </a:lnTo>
                <a:lnTo>
                  <a:pt x="772" y="474"/>
                </a:lnTo>
                <a:lnTo>
                  <a:pt x="772" y="475"/>
                </a:lnTo>
                <a:lnTo>
                  <a:pt x="771" y="475"/>
                </a:lnTo>
                <a:lnTo>
                  <a:pt x="771" y="476"/>
                </a:lnTo>
                <a:lnTo>
                  <a:pt x="770" y="476"/>
                </a:lnTo>
                <a:lnTo>
                  <a:pt x="769" y="477"/>
                </a:lnTo>
                <a:lnTo>
                  <a:pt x="768" y="477"/>
                </a:lnTo>
                <a:lnTo>
                  <a:pt x="767" y="477"/>
                </a:lnTo>
                <a:lnTo>
                  <a:pt x="767" y="476"/>
                </a:lnTo>
                <a:lnTo>
                  <a:pt x="766" y="476"/>
                </a:lnTo>
                <a:lnTo>
                  <a:pt x="765" y="475"/>
                </a:lnTo>
                <a:lnTo>
                  <a:pt x="765" y="474"/>
                </a:lnTo>
                <a:lnTo>
                  <a:pt x="764" y="474"/>
                </a:lnTo>
                <a:lnTo>
                  <a:pt x="764" y="473"/>
                </a:lnTo>
                <a:lnTo>
                  <a:pt x="763" y="473"/>
                </a:lnTo>
                <a:lnTo>
                  <a:pt x="763" y="472"/>
                </a:lnTo>
                <a:lnTo>
                  <a:pt x="762" y="472"/>
                </a:lnTo>
                <a:lnTo>
                  <a:pt x="762" y="471"/>
                </a:lnTo>
                <a:lnTo>
                  <a:pt x="762" y="470"/>
                </a:lnTo>
                <a:lnTo>
                  <a:pt x="761" y="470"/>
                </a:lnTo>
                <a:lnTo>
                  <a:pt x="761" y="469"/>
                </a:lnTo>
                <a:lnTo>
                  <a:pt x="760" y="469"/>
                </a:lnTo>
                <a:lnTo>
                  <a:pt x="760" y="468"/>
                </a:lnTo>
                <a:lnTo>
                  <a:pt x="759" y="467"/>
                </a:lnTo>
                <a:lnTo>
                  <a:pt x="758" y="468"/>
                </a:lnTo>
                <a:lnTo>
                  <a:pt x="758" y="467"/>
                </a:lnTo>
                <a:lnTo>
                  <a:pt x="757" y="467"/>
                </a:lnTo>
                <a:lnTo>
                  <a:pt x="757" y="466"/>
                </a:lnTo>
                <a:lnTo>
                  <a:pt x="756" y="466"/>
                </a:lnTo>
                <a:lnTo>
                  <a:pt x="755" y="466"/>
                </a:lnTo>
                <a:lnTo>
                  <a:pt x="755" y="467"/>
                </a:lnTo>
                <a:lnTo>
                  <a:pt x="754" y="467"/>
                </a:lnTo>
                <a:lnTo>
                  <a:pt x="753" y="466"/>
                </a:lnTo>
                <a:lnTo>
                  <a:pt x="752" y="466"/>
                </a:lnTo>
                <a:lnTo>
                  <a:pt x="751" y="466"/>
                </a:lnTo>
                <a:lnTo>
                  <a:pt x="751" y="465"/>
                </a:lnTo>
                <a:lnTo>
                  <a:pt x="750" y="465"/>
                </a:lnTo>
                <a:lnTo>
                  <a:pt x="749" y="465"/>
                </a:lnTo>
                <a:lnTo>
                  <a:pt x="748" y="465"/>
                </a:lnTo>
                <a:lnTo>
                  <a:pt x="747" y="465"/>
                </a:lnTo>
                <a:lnTo>
                  <a:pt x="746" y="466"/>
                </a:lnTo>
                <a:lnTo>
                  <a:pt x="746" y="467"/>
                </a:lnTo>
                <a:lnTo>
                  <a:pt x="745" y="467"/>
                </a:lnTo>
                <a:lnTo>
                  <a:pt x="744" y="467"/>
                </a:lnTo>
                <a:lnTo>
                  <a:pt x="743" y="466"/>
                </a:lnTo>
                <a:lnTo>
                  <a:pt x="742" y="466"/>
                </a:lnTo>
                <a:lnTo>
                  <a:pt x="742" y="467"/>
                </a:lnTo>
                <a:lnTo>
                  <a:pt x="741" y="466"/>
                </a:lnTo>
                <a:lnTo>
                  <a:pt x="741" y="467"/>
                </a:lnTo>
                <a:lnTo>
                  <a:pt x="740" y="467"/>
                </a:lnTo>
                <a:lnTo>
                  <a:pt x="740" y="466"/>
                </a:lnTo>
                <a:lnTo>
                  <a:pt x="739" y="465"/>
                </a:lnTo>
                <a:lnTo>
                  <a:pt x="738" y="465"/>
                </a:lnTo>
                <a:lnTo>
                  <a:pt x="738" y="464"/>
                </a:lnTo>
                <a:lnTo>
                  <a:pt x="737" y="464"/>
                </a:lnTo>
                <a:lnTo>
                  <a:pt x="736" y="464"/>
                </a:lnTo>
                <a:lnTo>
                  <a:pt x="736" y="463"/>
                </a:lnTo>
                <a:lnTo>
                  <a:pt x="736" y="464"/>
                </a:lnTo>
                <a:lnTo>
                  <a:pt x="736" y="463"/>
                </a:lnTo>
                <a:lnTo>
                  <a:pt x="735" y="463"/>
                </a:lnTo>
                <a:lnTo>
                  <a:pt x="734" y="463"/>
                </a:lnTo>
                <a:lnTo>
                  <a:pt x="734" y="462"/>
                </a:lnTo>
                <a:lnTo>
                  <a:pt x="734" y="463"/>
                </a:lnTo>
                <a:lnTo>
                  <a:pt x="734" y="464"/>
                </a:lnTo>
                <a:lnTo>
                  <a:pt x="733" y="464"/>
                </a:lnTo>
                <a:lnTo>
                  <a:pt x="733" y="465"/>
                </a:lnTo>
                <a:lnTo>
                  <a:pt x="732" y="465"/>
                </a:lnTo>
                <a:lnTo>
                  <a:pt x="732" y="464"/>
                </a:lnTo>
                <a:lnTo>
                  <a:pt x="731" y="464"/>
                </a:lnTo>
                <a:lnTo>
                  <a:pt x="731" y="465"/>
                </a:lnTo>
                <a:lnTo>
                  <a:pt x="731" y="464"/>
                </a:lnTo>
                <a:lnTo>
                  <a:pt x="730" y="464"/>
                </a:lnTo>
                <a:lnTo>
                  <a:pt x="731" y="464"/>
                </a:lnTo>
                <a:lnTo>
                  <a:pt x="731" y="463"/>
                </a:lnTo>
                <a:lnTo>
                  <a:pt x="731" y="462"/>
                </a:lnTo>
                <a:lnTo>
                  <a:pt x="731" y="461"/>
                </a:lnTo>
                <a:lnTo>
                  <a:pt x="730" y="461"/>
                </a:lnTo>
                <a:lnTo>
                  <a:pt x="729" y="461"/>
                </a:lnTo>
                <a:lnTo>
                  <a:pt x="728" y="461"/>
                </a:lnTo>
                <a:lnTo>
                  <a:pt x="728" y="462"/>
                </a:lnTo>
                <a:lnTo>
                  <a:pt x="727" y="462"/>
                </a:lnTo>
                <a:lnTo>
                  <a:pt x="727" y="461"/>
                </a:lnTo>
                <a:lnTo>
                  <a:pt x="726" y="461"/>
                </a:lnTo>
                <a:lnTo>
                  <a:pt x="726" y="462"/>
                </a:lnTo>
                <a:lnTo>
                  <a:pt x="726" y="461"/>
                </a:lnTo>
                <a:lnTo>
                  <a:pt x="725" y="461"/>
                </a:lnTo>
                <a:lnTo>
                  <a:pt x="725" y="460"/>
                </a:lnTo>
                <a:lnTo>
                  <a:pt x="725" y="461"/>
                </a:lnTo>
                <a:lnTo>
                  <a:pt x="724" y="461"/>
                </a:lnTo>
                <a:lnTo>
                  <a:pt x="724" y="460"/>
                </a:lnTo>
                <a:lnTo>
                  <a:pt x="723" y="460"/>
                </a:lnTo>
                <a:lnTo>
                  <a:pt x="722" y="460"/>
                </a:lnTo>
                <a:lnTo>
                  <a:pt x="722" y="459"/>
                </a:lnTo>
                <a:lnTo>
                  <a:pt x="721" y="459"/>
                </a:lnTo>
                <a:lnTo>
                  <a:pt x="720" y="459"/>
                </a:lnTo>
                <a:lnTo>
                  <a:pt x="720" y="458"/>
                </a:lnTo>
                <a:lnTo>
                  <a:pt x="721" y="458"/>
                </a:lnTo>
                <a:lnTo>
                  <a:pt x="721" y="457"/>
                </a:lnTo>
                <a:lnTo>
                  <a:pt x="722" y="457"/>
                </a:lnTo>
                <a:lnTo>
                  <a:pt x="721" y="457"/>
                </a:lnTo>
                <a:lnTo>
                  <a:pt x="721" y="456"/>
                </a:lnTo>
                <a:lnTo>
                  <a:pt x="720" y="456"/>
                </a:lnTo>
                <a:lnTo>
                  <a:pt x="720" y="455"/>
                </a:lnTo>
                <a:lnTo>
                  <a:pt x="720" y="454"/>
                </a:lnTo>
                <a:lnTo>
                  <a:pt x="719" y="454"/>
                </a:lnTo>
                <a:lnTo>
                  <a:pt x="719" y="453"/>
                </a:lnTo>
                <a:lnTo>
                  <a:pt x="719" y="452"/>
                </a:lnTo>
                <a:lnTo>
                  <a:pt x="718" y="452"/>
                </a:lnTo>
                <a:lnTo>
                  <a:pt x="718" y="453"/>
                </a:lnTo>
                <a:lnTo>
                  <a:pt x="717" y="453"/>
                </a:lnTo>
                <a:lnTo>
                  <a:pt x="716" y="453"/>
                </a:lnTo>
                <a:lnTo>
                  <a:pt x="716" y="454"/>
                </a:lnTo>
                <a:lnTo>
                  <a:pt x="715" y="454"/>
                </a:lnTo>
                <a:lnTo>
                  <a:pt x="715" y="455"/>
                </a:lnTo>
                <a:lnTo>
                  <a:pt x="715" y="454"/>
                </a:lnTo>
                <a:lnTo>
                  <a:pt x="713" y="454"/>
                </a:lnTo>
                <a:lnTo>
                  <a:pt x="713" y="453"/>
                </a:lnTo>
                <a:lnTo>
                  <a:pt x="713" y="452"/>
                </a:lnTo>
                <a:lnTo>
                  <a:pt x="713" y="451"/>
                </a:lnTo>
                <a:lnTo>
                  <a:pt x="713" y="450"/>
                </a:lnTo>
                <a:lnTo>
                  <a:pt x="713" y="449"/>
                </a:lnTo>
                <a:lnTo>
                  <a:pt x="713" y="448"/>
                </a:lnTo>
                <a:lnTo>
                  <a:pt x="712" y="448"/>
                </a:lnTo>
                <a:lnTo>
                  <a:pt x="712" y="447"/>
                </a:lnTo>
                <a:lnTo>
                  <a:pt x="711" y="446"/>
                </a:lnTo>
                <a:lnTo>
                  <a:pt x="710" y="446"/>
                </a:lnTo>
                <a:lnTo>
                  <a:pt x="710" y="445"/>
                </a:lnTo>
                <a:lnTo>
                  <a:pt x="709" y="445"/>
                </a:lnTo>
                <a:lnTo>
                  <a:pt x="708" y="445"/>
                </a:lnTo>
                <a:lnTo>
                  <a:pt x="707" y="445"/>
                </a:lnTo>
                <a:lnTo>
                  <a:pt x="706" y="445"/>
                </a:lnTo>
                <a:lnTo>
                  <a:pt x="705" y="445"/>
                </a:lnTo>
                <a:lnTo>
                  <a:pt x="705" y="444"/>
                </a:lnTo>
                <a:lnTo>
                  <a:pt x="704" y="444"/>
                </a:lnTo>
                <a:lnTo>
                  <a:pt x="705" y="444"/>
                </a:lnTo>
                <a:lnTo>
                  <a:pt x="704" y="444"/>
                </a:lnTo>
                <a:lnTo>
                  <a:pt x="704" y="443"/>
                </a:lnTo>
                <a:lnTo>
                  <a:pt x="703" y="443"/>
                </a:lnTo>
                <a:lnTo>
                  <a:pt x="702" y="443"/>
                </a:lnTo>
                <a:lnTo>
                  <a:pt x="702" y="442"/>
                </a:lnTo>
                <a:lnTo>
                  <a:pt x="701" y="442"/>
                </a:lnTo>
                <a:lnTo>
                  <a:pt x="701" y="441"/>
                </a:lnTo>
                <a:lnTo>
                  <a:pt x="700" y="441"/>
                </a:lnTo>
                <a:lnTo>
                  <a:pt x="699" y="441"/>
                </a:lnTo>
                <a:lnTo>
                  <a:pt x="699" y="442"/>
                </a:lnTo>
                <a:lnTo>
                  <a:pt x="699" y="441"/>
                </a:lnTo>
                <a:lnTo>
                  <a:pt x="698" y="441"/>
                </a:lnTo>
                <a:lnTo>
                  <a:pt x="697" y="441"/>
                </a:lnTo>
                <a:lnTo>
                  <a:pt x="697" y="440"/>
                </a:lnTo>
                <a:lnTo>
                  <a:pt x="697" y="439"/>
                </a:lnTo>
                <a:lnTo>
                  <a:pt x="696" y="439"/>
                </a:lnTo>
                <a:lnTo>
                  <a:pt x="695" y="439"/>
                </a:lnTo>
                <a:lnTo>
                  <a:pt x="695" y="440"/>
                </a:lnTo>
                <a:lnTo>
                  <a:pt x="694" y="440"/>
                </a:lnTo>
                <a:lnTo>
                  <a:pt x="693" y="440"/>
                </a:lnTo>
                <a:lnTo>
                  <a:pt x="693" y="441"/>
                </a:lnTo>
                <a:lnTo>
                  <a:pt x="692" y="441"/>
                </a:lnTo>
                <a:lnTo>
                  <a:pt x="692" y="442"/>
                </a:lnTo>
                <a:lnTo>
                  <a:pt x="691" y="442"/>
                </a:lnTo>
                <a:lnTo>
                  <a:pt x="691" y="443"/>
                </a:lnTo>
                <a:lnTo>
                  <a:pt x="691" y="444"/>
                </a:lnTo>
                <a:lnTo>
                  <a:pt x="691" y="445"/>
                </a:lnTo>
                <a:lnTo>
                  <a:pt x="692" y="446"/>
                </a:lnTo>
                <a:lnTo>
                  <a:pt x="693" y="446"/>
                </a:lnTo>
                <a:lnTo>
                  <a:pt x="693" y="447"/>
                </a:lnTo>
                <a:lnTo>
                  <a:pt x="692" y="448"/>
                </a:lnTo>
                <a:lnTo>
                  <a:pt x="693" y="448"/>
                </a:lnTo>
                <a:lnTo>
                  <a:pt x="694" y="448"/>
                </a:lnTo>
                <a:lnTo>
                  <a:pt x="695" y="448"/>
                </a:lnTo>
                <a:lnTo>
                  <a:pt x="695" y="449"/>
                </a:lnTo>
                <a:lnTo>
                  <a:pt x="696" y="449"/>
                </a:lnTo>
                <a:lnTo>
                  <a:pt x="697" y="449"/>
                </a:lnTo>
                <a:lnTo>
                  <a:pt x="698" y="450"/>
                </a:lnTo>
                <a:lnTo>
                  <a:pt x="699" y="450"/>
                </a:lnTo>
                <a:lnTo>
                  <a:pt x="699" y="451"/>
                </a:lnTo>
                <a:lnTo>
                  <a:pt x="699" y="452"/>
                </a:lnTo>
                <a:lnTo>
                  <a:pt x="700" y="452"/>
                </a:lnTo>
                <a:lnTo>
                  <a:pt x="700" y="453"/>
                </a:lnTo>
                <a:lnTo>
                  <a:pt x="701" y="453"/>
                </a:lnTo>
                <a:lnTo>
                  <a:pt x="700" y="453"/>
                </a:lnTo>
                <a:lnTo>
                  <a:pt x="700" y="454"/>
                </a:lnTo>
                <a:lnTo>
                  <a:pt x="701" y="455"/>
                </a:lnTo>
                <a:lnTo>
                  <a:pt x="701" y="456"/>
                </a:lnTo>
                <a:lnTo>
                  <a:pt x="701" y="457"/>
                </a:lnTo>
                <a:lnTo>
                  <a:pt x="702" y="457"/>
                </a:lnTo>
                <a:lnTo>
                  <a:pt x="703" y="458"/>
                </a:lnTo>
                <a:lnTo>
                  <a:pt x="704" y="458"/>
                </a:lnTo>
                <a:lnTo>
                  <a:pt x="705" y="458"/>
                </a:lnTo>
                <a:lnTo>
                  <a:pt x="705" y="459"/>
                </a:lnTo>
                <a:lnTo>
                  <a:pt x="706" y="459"/>
                </a:lnTo>
                <a:lnTo>
                  <a:pt x="706" y="460"/>
                </a:lnTo>
                <a:lnTo>
                  <a:pt x="705" y="460"/>
                </a:lnTo>
                <a:lnTo>
                  <a:pt x="705" y="461"/>
                </a:lnTo>
                <a:lnTo>
                  <a:pt x="705" y="462"/>
                </a:lnTo>
                <a:lnTo>
                  <a:pt x="705" y="463"/>
                </a:lnTo>
                <a:lnTo>
                  <a:pt x="706" y="463"/>
                </a:lnTo>
                <a:lnTo>
                  <a:pt x="705" y="464"/>
                </a:lnTo>
                <a:lnTo>
                  <a:pt x="706" y="464"/>
                </a:lnTo>
                <a:lnTo>
                  <a:pt x="706" y="465"/>
                </a:lnTo>
                <a:lnTo>
                  <a:pt x="706" y="466"/>
                </a:lnTo>
                <a:lnTo>
                  <a:pt x="707" y="467"/>
                </a:lnTo>
                <a:lnTo>
                  <a:pt x="707" y="468"/>
                </a:lnTo>
                <a:lnTo>
                  <a:pt x="707" y="469"/>
                </a:lnTo>
                <a:lnTo>
                  <a:pt x="707" y="470"/>
                </a:lnTo>
                <a:lnTo>
                  <a:pt x="706" y="470"/>
                </a:lnTo>
                <a:lnTo>
                  <a:pt x="705" y="470"/>
                </a:lnTo>
                <a:lnTo>
                  <a:pt x="705" y="469"/>
                </a:lnTo>
                <a:lnTo>
                  <a:pt x="704" y="469"/>
                </a:lnTo>
                <a:lnTo>
                  <a:pt x="703" y="469"/>
                </a:lnTo>
                <a:lnTo>
                  <a:pt x="703" y="468"/>
                </a:lnTo>
                <a:lnTo>
                  <a:pt x="702" y="468"/>
                </a:lnTo>
                <a:lnTo>
                  <a:pt x="702" y="467"/>
                </a:lnTo>
                <a:lnTo>
                  <a:pt x="701" y="467"/>
                </a:lnTo>
                <a:lnTo>
                  <a:pt x="701" y="466"/>
                </a:lnTo>
                <a:lnTo>
                  <a:pt x="700" y="466"/>
                </a:lnTo>
                <a:lnTo>
                  <a:pt x="700" y="465"/>
                </a:lnTo>
                <a:lnTo>
                  <a:pt x="699" y="465"/>
                </a:lnTo>
                <a:lnTo>
                  <a:pt x="699" y="464"/>
                </a:lnTo>
                <a:lnTo>
                  <a:pt x="700" y="464"/>
                </a:lnTo>
                <a:lnTo>
                  <a:pt x="699" y="464"/>
                </a:lnTo>
                <a:lnTo>
                  <a:pt x="698" y="464"/>
                </a:lnTo>
                <a:lnTo>
                  <a:pt x="698" y="463"/>
                </a:lnTo>
                <a:lnTo>
                  <a:pt x="697" y="463"/>
                </a:lnTo>
                <a:lnTo>
                  <a:pt x="696" y="463"/>
                </a:lnTo>
                <a:lnTo>
                  <a:pt x="695" y="463"/>
                </a:lnTo>
                <a:lnTo>
                  <a:pt x="694" y="463"/>
                </a:lnTo>
                <a:lnTo>
                  <a:pt x="694" y="462"/>
                </a:lnTo>
                <a:lnTo>
                  <a:pt x="693" y="462"/>
                </a:lnTo>
                <a:lnTo>
                  <a:pt x="693" y="461"/>
                </a:lnTo>
                <a:lnTo>
                  <a:pt x="692" y="461"/>
                </a:lnTo>
                <a:lnTo>
                  <a:pt x="691" y="461"/>
                </a:lnTo>
                <a:lnTo>
                  <a:pt x="691" y="460"/>
                </a:lnTo>
                <a:lnTo>
                  <a:pt x="689" y="460"/>
                </a:lnTo>
                <a:lnTo>
                  <a:pt x="688" y="460"/>
                </a:lnTo>
                <a:lnTo>
                  <a:pt x="687" y="460"/>
                </a:lnTo>
                <a:lnTo>
                  <a:pt x="687" y="459"/>
                </a:lnTo>
                <a:lnTo>
                  <a:pt x="686" y="459"/>
                </a:lnTo>
                <a:lnTo>
                  <a:pt x="686" y="458"/>
                </a:lnTo>
                <a:lnTo>
                  <a:pt x="685" y="458"/>
                </a:lnTo>
                <a:lnTo>
                  <a:pt x="686" y="458"/>
                </a:lnTo>
                <a:lnTo>
                  <a:pt x="686" y="457"/>
                </a:lnTo>
                <a:lnTo>
                  <a:pt x="685" y="457"/>
                </a:lnTo>
                <a:lnTo>
                  <a:pt x="684" y="457"/>
                </a:lnTo>
                <a:lnTo>
                  <a:pt x="684" y="458"/>
                </a:lnTo>
                <a:lnTo>
                  <a:pt x="683" y="458"/>
                </a:lnTo>
                <a:lnTo>
                  <a:pt x="683" y="457"/>
                </a:lnTo>
                <a:lnTo>
                  <a:pt x="682" y="457"/>
                </a:lnTo>
                <a:lnTo>
                  <a:pt x="682" y="456"/>
                </a:lnTo>
                <a:lnTo>
                  <a:pt x="681" y="456"/>
                </a:lnTo>
                <a:lnTo>
                  <a:pt x="681" y="457"/>
                </a:lnTo>
                <a:lnTo>
                  <a:pt x="680" y="457"/>
                </a:lnTo>
                <a:lnTo>
                  <a:pt x="680" y="456"/>
                </a:lnTo>
                <a:lnTo>
                  <a:pt x="679" y="456"/>
                </a:lnTo>
                <a:lnTo>
                  <a:pt x="679" y="455"/>
                </a:lnTo>
                <a:lnTo>
                  <a:pt x="678" y="455"/>
                </a:lnTo>
                <a:lnTo>
                  <a:pt x="677" y="455"/>
                </a:lnTo>
                <a:lnTo>
                  <a:pt x="676" y="455"/>
                </a:lnTo>
                <a:lnTo>
                  <a:pt x="676" y="454"/>
                </a:lnTo>
                <a:lnTo>
                  <a:pt x="675" y="454"/>
                </a:lnTo>
                <a:lnTo>
                  <a:pt x="674" y="454"/>
                </a:lnTo>
                <a:lnTo>
                  <a:pt x="673" y="454"/>
                </a:lnTo>
                <a:lnTo>
                  <a:pt x="673" y="453"/>
                </a:lnTo>
                <a:lnTo>
                  <a:pt x="673" y="452"/>
                </a:lnTo>
                <a:lnTo>
                  <a:pt x="672" y="452"/>
                </a:lnTo>
                <a:lnTo>
                  <a:pt x="671" y="452"/>
                </a:lnTo>
                <a:lnTo>
                  <a:pt x="671" y="451"/>
                </a:lnTo>
                <a:lnTo>
                  <a:pt x="670" y="451"/>
                </a:lnTo>
                <a:lnTo>
                  <a:pt x="670" y="450"/>
                </a:lnTo>
                <a:lnTo>
                  <a:pt x="669" y="450"/>
                </a:lnTo>
                <a:lnTo>
                  <a:pt x="668" y="450"/>
                </a:lnTo>
                <a:lnTo>
                  <a:pt x="667" y="450"/>
                </a:lnTo>
                <a:lnTo>
                  <a:pt x="666" y="450"/>
                </a:lnTo>
                <a:lnTo>
                  <a:pt x="666" y="449"/>
                </a:lnTo>
                <a:lnTo>
                  <a:pt x="665" y="449"/>
                </a:lnTo>
                <a:lnTo>
                  <a:pt x="664" y="449"/>
                </a:lnTo>
                <a:lnTo>
                  <a:pt x="664" y="448"/>
                </a:lnTo>
                <a:lnTo>
                  <a:pt x="663" y="448"/>
                </a:lnTo>
                <a:lnTo>
                  <a:pt x="662" y="448"/>
                </a:lnTo>
                <a:lnTo>
                  <a:pt x="661" y="448"/>
                </a:lnTo>
                <a:lnTo>
                  <a:pt x="661" y="447"/>
                </a:lnTo>
                <a:lnTo>
                  <a:pt x="660" y="447"/>
                </a:lnTo>
                <a:lnTo>
                  <a:pt x="659" y="447"/>
                </a:lnTo>
                <a:lnTo>
                  <a:pt x="659" y="446"/>
                </a:lnTo>
                <a:lnTo>
                  <a:pt x="660" y="446"/>
                </a:lnTo>
                <a:lnTo>
                  <a:pt x="659" y="446"/>
                </a:lnTo>
                <a:lnTo>
                  <a:pt x="660" y="446"/>
                </a:lnTo>
                <a:lnTo>
                  <a:pt x="660" y="445"/>
                </a:lnTo>
                <a:lnTo>
                  <a:pt x="660" y="444"/>
                </a:lnTo>
                <a:lnTo>
                  <a:pt x="659" y="444"/>
                </a:lnTo>
                <a:lnTo>
                  <a:pt x="659" y="443"/>
                </a:lnTo>
                <a:lnTo>
                  <a:pt x="658" y="443"/>
                </a:lnTo>
                <a:lnTo>
                  <a:pt x="657" y="443"/>
                </a:lnTo>
                <a:lnTo>
                  <a:pt x="656" y="443"/>
                </a:lnTo>
                <a:lnTo>
                  <a:pt x="656" y="442"/>
                </a:lnTo>
                <a:lnTo>
                  <a:pt x="655" y="442"/>
                </a:lnTo>
                <a:lnTo>
                  <a:pt x="654" y="442"/>
                </a:lnTo>
                <a:lnTo>
                  <a:pt x="654" y="441"/>
                </a:lnTo>
                <a:lnTo>
                  <a:pt x="653" y="441"/>
                </a:lnTo>
                <a:lnTo>
                  <a:pt x="653" y="440"/>
                </a:lnTo>
                <a:lnTo>
                  <a:pt x="652" y="440"/>
                </a:lnTo>
                <a:lnTo>
                  <a:pt x="652" y="439"/>
                </a:lnTo>
                <a:lnTo>
                  <a:pt x="651" y="439"/>
                </a:lnTo>
                <a:lnTo>
                  <a:pt x="650" y="438"/>
                </a:lnTo>
                <a:lnTo>
                  <a:pt x="650" y="437"/>
                </a:lnTo>
                <a:lnTo>
                  <a:pt x="649" y="437"/>
                </a:lnTo>
                <a:lnTo>
                  <a:pt x="649" y="436"/>
                </a:lnTo>
                <a:lnTo>
                  <a:pt x="648" y="436"/>
                </a:lnTo>
                <a:lnTo>
                  <a:pt x="648" y="435"/>
                </a:lnTo>
                <a:lnTo>
                  <a:pt x="647" y="435"/>
                </a:lnTo>
                <a:lnTo>
                  <a:pt x="647" y="434"/>
                </a:lnTo>
                <a:lnTo>
                  <a:pt x="647" y="433"/>
                </a:lnTo>
                <a:lnTo>
                  <a:pt x="647" y="432"/>
                </a:lnTo>
                <a:lnTo>
                  <a:pt x="646" y="432"/>
                </a:lnTo>
                <a:lnTo>
                  <a:pt x="647" y="432"/>
                </a:lnTo>
                <a:lnTo>
                  <a:pt x="647" y="431"/>
                </a:lnTo>
                <a:lnTo>
                  <a:pt x="647" y="430"/>
                </a:lnTo>
                <a:lnTo>
                  <a:pt x="646" y="430"/>
                </a:lnTo>
                <a:lnTo>
                  <a:pt x="646" y="429"/>
                </a:lnTo>
                <a:lnTo>
                  <a:pt x="646" y="430"/>
                </a:lnTo>
                <a:lnTo>
                  <a:pt x="646" y="429"/>
                </a:lnTo>
                <a:lnTo>
                  <a:pt x="645" y="429"/>
                </a:lnTo>
                <a:lnTo>
                  <a:pt x="644" y="429"/>
                </a:lnTo>
                <a:lnTo>
                  <a:pt x="643" y="429"/>
                </a:lnTo>
                <a:lnTo>
                  <a:pt x="643" y="430"/>
                </a:lnTo>
                <a:lnTo>
                  <a:pt x="642" y="430"/>
                </a:lnTo>
                <a:lnTo>
                  <a:pt x="641" y="430"/>
                </a:lnTo>
                <a:lnTo>
                  <a:pt x="640" y="430"/>
                </a:lnTo>
                <a:lnTo>
                  <a:pt x="640" y="429"/>
                </a:lnTo>
                <a:lnTo>
                  <a:pt x="639" y="429"/>
                </a:lnTo>
                <a:lnTo>
                  <a:pt x="639" y="428"/>
                </a:lnTo>
                <a:lnTo>
                  <a:pt x="640" y="428"/>
                </a:lnTo>
                <a:lnTo>
                  <a:pt x="640" y="427"/>
                </a:lnTo>
                <a:lnTo>
                  <a:pt x="639" y="427"/>
                </a:lnTo>
                <a:lnTo>
                  <a:pt x="639" y="426"/>
                </a:lnTo>
                <a:lnTo>
                  <a:pt x="639" y="425"/>
                </a:lnTo>
                <a:lnTo>
                  <a:pt x="638" y="425"/>
                </a:lnTo>
                <a:lnTo>
                  <a:pt x="638" y="424"/>
                </a:lnTo>
                <a:lnTo>
                  <a:pt x="638" y="423"/>
                </a:lnTo>
                <a:lnTo>
                  <a:pt x="637" y="423"/>
                </a:lnTo>
                <a:lnTo>
                  <a:pt x="636" y="423"/>
                </a:lnTo>
                <a:lnTo>
                  <a:pt x="635" y="423"/>
                </a:lnTo>
                <a:lnTo>
                  <a:pt x="635" y="422"/>
                </a:lnTo>
                <a:lnTo>
                  <a:pt x="635" y="421"/>
                </a:lnTo>
                <a:lnTo>
                  <a:pt x="634" y="421"/>
                </a:lnTo>
                <a:lnTo>
                  <a:pt x="634" y="420"/>
                </a:lnTo>
                <a:lnTo>
                  <a:pt x="635" y="420"/>
                </a:lnTo>
                <a:lnTo>
                  <a:pt x="634" y="420"/>
                </a:lnTo>
                <a:lnTo>
                  <a:pt x="634" y="419"/>
                </a:lnTo>
                <a:lnTo>
                  <a:pt x="633" y="419"/>
                </a:lnTo>
                <a:lnTo>
                  <a:pt x="633" y="418"/>
                </a:lnTo>
                <a:lnTo>
                  <a:pt x="632" y="418"/>
                </a:lnTo>
                <a:lnTo>
                  <a:pt x="632" y="417"/>
                </a:lnTo>
                <a:lnTo>
                  <a:pt x="633" y="417"/>
                </a:lnTo>
                <a:lnTo>
                  <a:pt x="632" y="417"/>
                </a:lnTo>
                <a:lnTo>
                  <a:pt x="632" y="416"/>
                </a:lnTo>
                <a:lnTo>
                  <a:pt x="631" y="416"/>
                </a:lnTo>
                <a:lnTo>
                  <a:pt x="631" y="417"/>
                </a:lnTo>
                <a:lnTo>
                  <a:pt x="630" y="417"/>
                </a:lnTo>
                <a:lnTo>
                  <a:pt x="630" y="416"/>
                </a:lnTo>
                <a:lnTo>
                  <a:pt x="629" y="416"/>
                </a:lnTo>
                <a:lnTo>
                  <a:pt x="629" y="415"/>
                </a:lnTo>
                <a:lnTo>
                  <a:pt x="629" y="414"/>
                </a:lnTo>
                <a:lnTo>
                  <a:pt x="628" y="414"/>
                </a:lnTo>
                <a:lnTo>
                  <a:pt x="627" y="414"/>
                </a:lnTo>
                <a:lnTo>
                  <a:pt x="626" y="414"/>
                </a:lnTo>
                <a:lnTo>
                  <a:pt x="626" y="413"/>
                </a:lnTo>
                <a:lnTo>
                  <a:pt x="625" y="413"/>
                </a:lnTo>
                <a:lnTo>
                  <a:pt x="624" y="413"/>
                </a:lnTo>
                <a:lnTo>
                  <a:pt x="624" y="412"/>
                </a:lnTo>
                <a:lnTo>
                  <a:pt x="623" y="412"/>
                </a:lnTo>
                <a:lnTo>
                  <a:pt x="622" y="412"/>
                </a:lnTo>
                <a:lnTo>
                  <a:pt x="622" y="411"/>
                </a:lnTo>
                <a:lnTo>
                  <a:pt x="621" y="411"/>
                </a:lnTo>
                <a:lnTo>
                  <a:pt x="620" y="411"/>
                </a:lnTo>
                <a:lnTo>
                  <a:pt x="620" y="410"/>
                </a:lnTo>
                <a:lnTo>
                  <a:pt x="619" y="410"/>
                </a:lnTo>
                <a:lnTo>
                  <a:pt x="618" y="410"/>
                </a:lnTo>
                <a:lnTo>
                  <a:pt x="619" y="409"/>
                </a:lnTo>
                <a:lnTo>
                  <a:pt x="618" y="409"/>
                </a:lnTo>
                <a:lnTo>
                  <a:pt x="618" y="408"/>
                </a:lnTo>
                <a:lnTo>
                  <a:pt x="618" y="409"/>
                </a:lnTo>
                <a:lnTo>
                  <a:pt x="617" y="409"/>
                </a:lnTo>
                <a:lnTo>
                  <a:pt x="617" y="408"/>
                </a:lnTo>
                <a:lnTo>
                  <a:pt x="616" y="408"/>
                </a:lnTo>
                <a:lnTo>
                  <a:pt x="616" y="407"/>
                </a:lnTo>
                <a:lnTo>
                  <a:pt x="615" y="407"/>
                </a:lnTo>
                <a:lnTo>
                  <a:pt x="615" y="406"/>
                </a:lnTo>
                <a:lnTo>
                  <a:pt x="614" y="406"/>
                </a:lnTo>
                <a:lnTo>
                  <a:pt x="614" y="405"/>
                </a:lnTo>
                <a:lnTo>
                  <a:pt x="613" y="405"/>
                </a:lnTo>
                <a:lnTo>
                  <a:pt x="613" y="404"/>
                </a:lnTo>
                <a:lnTo>
                  <a:pt x="612" y="404"/>
                </a:lnTo>
                <a:lnTo>
                  <a:pt x="611" y="404"/>
                </a:lnTo>
                <a:lnTo>
                  <a:pt x="611" y="403"/>
                </a:lnTo>
                <a:lnTo>
                  <a:pt x="610" y="403"/>
                </a:lnTo>
                <a:lnTo>
                  <a:pt x="610" y="402"/>
                </a:lnTo>
                <a:lnTo>
                  <a:pt x="609" y="402"/>
                </a:lnTo>
                <a:lnTo>
                  <a:pt x="609" y="401"/>
                </a:lnTo>
                <a:lnTo>
                  <a:pt x="608" y="401"/>
                </a:lnTo>
                <a:lnTo>
                  <a:pt x="607" y="401"/>
                </a:lnTo>
                <a:lnTo>
                  <a:pt x="607" y="400"/>
                </a:lnTo>
                <a:lnTo>
                  <a:pt x="606" y="400"/>
                </a:lnTo>
                <a:lnTo>
                  <a:pt x="606" y="399"/>
                </a:lnTo>
                <a:lnTo>
                  <a:pt x="607" y="399"/>
                </a:lnTo>
                <a:lnTo>
                  <a:pt x="607" y="398"/>
                </a:lnTo>
                <a:lnTo>
                  <a:pt x="607" y="397"/>
                </a:lnTo>
                <a:lnTo>
                  <a:pt x="608" y="397"/>
                </a:lnTo>
                <a:lnTo>
                  <a:pt x="608" y="396"/>
                </a:lnTo>
                <a:lnTo>
                  <a:pt x="609" y="396"/>
                </a:lnTo>
                <a:lnTo>
                  <a:pt x="609" y="395"/>
                </a:lnTo>
                <a:lnTo>
                  <a:pt x="610" y="395"/>
                </a:lnTo>
                <a:lnTo>
                  <a:pt x="609" y="394"/>
                </a:lnTo>
                <a:lnTo>
                  <a:pt x="608" y="395"/>
                </a:lnTo>
                <a:lnTo>
                  <a:pt x="607" y="394"/>
                </a:lnTo>
                <a:lnTo>
                  <a:pt x="606" y="394"/>
                </a:lnTo>
                <a:lnTo>
                  <a:pt x="605" y="394"/>
                </a:lnTo>
                <a:lnTo>
                  <a:pt x="605" y="393"/>
                </a:lnTo>
                <a:lnTo>
                  <a:pt x="605" y="392"/>
                </a:lnTo>
                <a:lnTo>
                  <a:pt x="604" y="392"/>
                </a:lnTo>
                <a:lnTo>
                  <a:pt x="603" y="392"/>
                </a:lnTo>
                <a:lnTo>
                  <a:pt x="602" y="392"/>
                </a:lnTo>
                <a:lnTo>
                  <a:pt x="602" y="391"/>
                </a:lnTo>
                <a:lnTo>
                  <a:pt x="601" y="391"/>
                </a:lnTo>
                <a:lnTo>
                  <a:pt x="601" y="392"/>
                </a:lnTo>
                <a:lnTo>
                  <a:pt x="600" y="392"/>
                </a:lnTo>
                <a:lnTo>
                  <a:pt x="599" y="392"/>
                </a:lnTo>
                <a:lnTo>
                  <a:pt x="599" y="391"/>
                </a:lnTo>
                <a:lnTo>
                  <a:pt x="598" y="391"/>
                </a:lnTo>
                <a:lnTo>
                  <a:pt x="597" y="391"/>
                </a:lnTo>
                <a:lnTo>
                  <a:pt x="596" y="391"/>
                </a:lnTo>
                <a:lnTo>
                  <a:pt x="596" y="390"/>
                </a:lnTo>
                <a:lnTo>
                  <a:pt x="595" y="390"/>
                </a:lnTo>
                <a:lnTo>
                  <a:pt x="594" y="390"/>
                </a:lnTo>
                <a:lnTo>
                  <a:pt x="594" y="389"/>
                </a:lnTo>
                <a:lnTo>
                  <a:pt x="593" y="389"/>
                </a:lnTo>
                <a:lnTo>
                  <a:pt x="592" y="389"/>
                </a:lnTo>
                <a:lnTo>
                  <a:pt x="592" y="388"/>
                </a:lnTo>
                <a:lnTo>
                  <a:pt x="591" y="388"/>
                </a:lnTo>
                <a:lnTo>
                  <a:pt x="591" y="387"/>
                </a:lnTo>
                <a:lnTo>
                  <a:pt x="591" y="386"/>
                </a:lnTo>
                <a:lnTo>
                  <a:pt x="590" y="386"/>
                </a:lnTo>
                <a:lnTo>
                  <a:pt x="590" y="385"/>
                </a:lnTo>
                <a:lnTo>
                  <a:pt x="589" y="385"/>
                </a:lnTo>
                <a:lnTo>
                  <a:pt x="588" y="385"/>
                </a:lnTo>
                <a:lnTo>
                  <a:pt x="588" y="384"/>
                </a:lnTo>
                <a:lnTo>
                  <a:pt x="587" y="384"/>
                </a:lnTo>
                <a:lnTo>
                  <a:pt x="586" y="384"/>
                </a:lnTo>
                <a:lnTo>
                  <a:pt x="585" y="384"/>
                </a:lnTo>
                <a:lnTo>
                  <a:pt x="585" y="383"/>
                </a:lnTo>
                <a:lnTo>
                  <a:pt x="584" y="383"/>
                </a:lnTo>
                <a:lnTo>
                  <a:pt x="585" y="383"/>
                </a:lnTo>
                <a:lnTo>
                  <a:pt x="585" y="382"/>
                </a:lnTo>
                <a:lnTo>
                  <a:pt x="584" y="382"/>
                </a:lnTo>
                <a:lnTo>
                  <a:pt x="584" y="381"/>
                </a:lnTo>
                <a:lnTo>
                  <a:pt x="583" y="381"/>
                </a:lnTo>
                <a:lnTo>
                  <a:pt x="582" y="381"/>
                </a:lnTo>
                <a:lnTo>
                  <a:pt x="581" y="381"/>
                </a:lnTo>
                <a:lnTo>
                  <a:pt x="580" y="381"/>
                </a:lnTo>
                <a:lnTo>
                  <a:pt x="579" y="381"/>
                </a:lnTo>
                <a:lnTo>
                  <a:pt x="578" y="381"/>
                </a:lnTo>
                <a:lnTo>
                  <a:pt x="577" y="381"/>
                </a:lnTo>
                <a:lnTo>
                  <a:pt x="577" y="382"/>
                </a:lnTo>
                <a:lnTo>
                  <a:pt x="577" y="383"/>
                </a:lnTo>
                <a:lnTo>
                  <a:pt x="576" y="383"/>
                </a:lnTo>
                <a:lnTo>
                  <a:pt x="576" y="384"/>
                </a:lnTo>
                <a:lnTo>
                  <a:pt x="575" y="384"/>
                </a:lnTo>
                <a:lnTo>
                  <a:pt x="575" y="385"/>
                </a:lnTo>
                <a:lnTo>
                  <a:pt x="574" y="385"/>
                </a:lnTo>
                <a:lnTo>
                  <a:pt x="574" y="386"/>
                </a:lnTo>
                <a:lnTo>
                  <a:pt x="573" y="386"/>
                </a:lnTo>
                <a:lnTo>
                  <a:pt x="573" y="387"/>
                </a:lnTo>
                <a:lnTo>
                  <a:pt x="573" y="388"/>
                </a:lnTo>
                <a:lnTo>
                  <a:pt x="572" y="388"/>
                </a:lnTo>
                <a:lnTo>
                  <a:pt x="572" y="389"/>
                </a:lnTo>
                <a:lnTo>
                  <a:pt x="571" y="389"/>
                </a:lnTo>
                <a:lnTo>
                  <a:pt x="570" y="389"/>
                </a:lnTo>
                <a:lnTo>
                  <a:pt x="570" y="390"/>
                </a:lnTo>
                <a:lnTo>
                  <a:pt x="569" y="390"/>
                </a:lnTo>
                <a:lnTo>
                  <a:pt x="569" y="391"/>
                </a:lnTo>
                <a:lnTo>
                  <a:pt x="568" y="391"/>
                </a:lnTo>
                <a:lnTo>
                  <a:pt x="567" y="391"/>
                </a:lnTo>
                <a:lnTo>
                  <a:pt x="566" y="391"/>
                </a:lnTo>
                <a:lnTo>
                  <a:pt x="566" y="392"/>
                </a:lnTo>
                <a:lnTo>
                  <a:pt x="566" y="393"/>
                </a:lnTo>
                <a:lnTo>
                  <a:pt x="566" y="394"/>
                </a:lnTo>
                <a:lnTo>
                  <a:pt x="567" y="394"/>
                </a:lnTo>
                <a:lnTo>
                  <a:pt x="567" y="395"/>
                </a:lnTo>
                <a:lnTo>
                  <a:pt x="566" y="395"/>
                </a:lnTo>
                <a:lnTo>
                  <a:pt x="564" y="395"/>
                </a:lnTo>
                <a:lnTo>
                  <a:pt x="564" y="396"/>
                </a:lnTo>
                <a:lnTo>
                  <a:pt x="563" y="397"/>
                </a:lnTo>
                <a:lnTo>
                  <a:pt x="562" y="397"/>
                </a:lnTo>
                <a:lnTo>
                  <a:pt x="562" y="396"/>
                </a:lnTo>
                <a:lnTo>
                  <a:pt x="561" y="396"/>
                </a:lnTo>
                <a:lnTo>
                  <a:pt x="561" y="395"/>
                </a:lnTo>
                <a:lnTo>
                  <a:pt x="560" y="395"/>
                </a:lnTo>
                <a:lnTo>
                  <a:pt x="559" y="395"/>
                </a:lnTo>
                <a:lnTo>
                  <a:pt x="558" y="395"/>
                </a:lnTo>
                <a:lnTo>
                  <a:pt x="558" y="394"/>
                </a:lnTo>
                <a:lnTo>
                  <a:pt x="557" y="394"/>
                </a:lnTo>
                <a:lnTo>
                  <a:pt x="556" y="394"/>
                </a:lnTo>
                <a:lnTo>
                  <a:pt x="556" y="395"/>
                </a:lnTo>
                <a:lnTo>
                  <a:pt x="555" y="395"/>
                </a:lnTo>
                <a:lnTo>
                  <a:pt x="554" y="395"/>
                </a:lnTo>
                <a:lnTo>
                  <a:pt x="553" y="395"/>
                </a:lnTo>
                <a:lnTo>
                  <a:pt x="553" y="394"/>
                </a:lnTo>
                <a:lnTo>
                  <a:pt x="552" y="394"/>
                </a:lnTo>
                <a:lnTo>
                  <a:pt x="551" y="394"/>
                </a:lnTo>
                <a:lnTo>
                  <a:pt x="551" y="393"/>
                </a:lnTo>
                <a:lnTo>
                  <a:pt x="550" y="393"/>
                </a:lnTo>
                <a:lnTo>
                  <a:pt x="549" y="392"/>
                </a:lnTo>
                <a:lnTo>
                  <a:pt x="549" y="391"/>
                </a:lnTo>
                <a:lnTo>
                  <a:pt x="550" y="391"/>
                </a:lnTo>
                <a:lnTo>
                  <a:pt x="550" y="390"/>
                </a:lnTo>
                <a:lnTo>
                  <a:pt x="549" y="390"/>
                </a:lnTo>
                <a:lnTo>
                  <a:pt x="548" y="390"/>
                </a:lnTo>
                <a:lnTo>
                  <a:pt x="547" y="390"/>
                </a:lnTo>
                <a:lnTo>
                  <a:pt x="547" y="389"/>
                </a:lnTo>
                <a:lnTo>
                  <a:pt x="547" y="388"/>
                </a:lnTo>
                <a:lnTo>
                  <a:pt x="546" y="388"/>
                </a:lnTo>
                <a:lnTo>
                  <a:pt x="546" y="387"/>
                </a:lnTo>
                <a:lnTo>
                  <a:pt x="545" y="387"/>
                </a:lnTo>
                <a:lnTo>
                  <a:pt x="545" y="386"/>
                </a:lnTo>
                <a:lnTo>
                  <a:pt x="544" y="386"/>
                </a:lnTo>
                <a:lnTo>
                  <a:pt x="544" y="387"/>
                </a:lnTo>
                <a:lnTo>
                  <a:pt x="543" y="387"/>
                </a:lnTo>
                <a:lnTo>
                  <a:pt x="543" y="386"/>
                </a:lnTo>
                <a:lnTo>
                  <a:pt x="542" y="386"/>
                </a:lnTo>
                <a:lnTo>
                  <a:pt x="541" y="386"/>
                </a:lnTo>
                <a:lnTo>
                  <a:pt x="540" y="386"/>
                </a:lnTo>
                <a:lnTo>
                  <a:pt x="539" y="386"/>
                </a:lnTo>
                <a:lnTo>
                  <a:pt x="538" y="386"/>
                </a:lnTo>
                <a:lnTo>
                  <a:pt x="537" y="386"/>
                </a:lnTo>
                <a:lnTo>
                  <a:pt x="536" y="386"/>
                </a:lnTo>
                <a:lnTo>
                  <a:pt x="536" y="387"/>
                </a:lnTo>
                <a:lnTo>
                  <a:pt x="537" y="387"/>
                </a:lnTo>
                <a:lnTo>
                  <a:pt x="536" y="387"/>
                </a:lnTo>
                <a:lnTo>
                  <a:pt x="536" y="389"/>
                </a:lnTo>
                <a:lnTo>
                  <a:pt x="536" y="390"/>
                </a:lnTo>
                <a:lnTo>
                  <a:pt x="535" y="391"/>
                </a:lnTo>
                <a:lnTo>
                  <a:pt x="535" y="392"/>
                </a:lnTo>
                <a:lnTo>
                  <a:pt x="535" y="393"/>
                </a:lnTo>
                <a:lnTo>
                  <a:pt x="534" y="394"/>
                </a:lnTo>
                <a:lnTo>
                  <a:pt x="534" y="395"/>
                </a:lnTo>
                <a:lnTo>
                  <a:pt x="533" y="395"/>
                </a:lnTo>
                <a:lnTo>
                  <a:pt x="533" y="396"/>
                </a:lnTo>
                <a:lnTo>
                  <a:pt x="532" y="396"/>
                </a:lnTo>
                <a:lnTo>
                  <a:pt x="532" y="397"/>
                </a:lnTo>
                <a:lnTo>
                  <a:pt x="532" y="398"/>
                </a:lnTo>
                <a:lnTo>
                  <a:pt x="533" y="398"/>
                </a:lnTo>
                <a:lnTo>
                  <a:pt x="533" y="399"/>
                </a:lnTo>
                <a:lnTo>
                  <a:pt x="533" y="400"/>
                </a:lnTo>
                <a:lnTo>
                  <a:pt x="533" y="401"/>
                </a:lnTo>
                <a:lnTo>
                  <a:pt x="533" y="402"/>
                </a:lnTo>
                <a:lnTo>
                  <a:pt x="532" y="402"/>
                </a:lnTo>
                <a:lnTo>
                  <a:pt x="531" y="402"/>
                </a:lnTo>
                <a:lnTo>
                  <a:pt x="531" y="403"/>
                </a:lnTo>
                <a:lnTo>
                  <a:pt x="530" y="403"/>
                </a:lnTo>
                <a:lnTo>
                  <a:pt x="529" y="404"/>
                </a:lnTo>
                <a:lnTo>
                  <a:pt x="528" y="404"/>
                </a:lnTo>
                <a:lnTo>
                  <a:pt x="528" y="405"/>
                </a:lnTo>
                <a:lnTo>
                  <a:pt x="527" y="405"/>
                </a:lnTo>
                <a:lnTo>
                  <a:pt x="526" y="405"/>
                </a:lnTo>
                <a:lnTo>
                  <a:pt x="526" y="406"/>
                </a:lnTo>
                <a:lnTo>
                  <a:pt x="525" y="406"/>
                </a:lnTo>
                <a:lnTo>
                  <a:pt x="525" y="407"/>
                </a:lnTo>
                <a:lnTo>
                  <a:pt x="524" y="407"/>
                </a:lnTo>
                <a:lnTo>
                  <a:pt x="524" y="408"/>
                </a:lnTo>
                <a:lnTo>
                  <a:pt x="523" y="408"/>
                </a:lnTo>
                <a:lnTo>
                  <a:pt x="523" y="409"/>
                </a:lnTo>
                <a:lnTo>
                  <a:pt x="522" y="409"/>
                </a:lnTo>
                <a:lnTo>
                  <a:pt x="521" y="409"/>
                </a:lnTo>
                <a:lnTo>
                  <a:pt x="521" y="410"/>
                </a:lnTo>
                <a:lnTo>
                  <a:pt x="520" y="410"/>
                </a:lnTo>
                <a:lnTo>
                  <a:pt x="520" y="411"/>
                </a:lnTo>
                <a:lnTo>
                  <a:pt x="519" y="411"/>
                </a:lnTo>
                <a:lnTo>
                  <a:pt x="519" y="412"/>
                </a:lnTo>
                <a:lnTo>
                  <a:pt x="519" y="411"/>
                </a:lnTo>
                <a:lnTo>
                  <a:pt x="518" y="411"/>
                </a:lnTo>
                <a:lnTo>
                  <a:pt x="518" y="410"/>
                </a:lnTo>
                <a:lnTo>
                  <a:pt x="517" y="410"/>
                </a:lnTo>
                <a:lnTo>
                  <a:pt x="517" y="409"/>
                </a:lnTo>
                <a:lnTo>
                  <a:pt x="517" y="408"/>
                </a:lnTo>
                <a:lnTo>
                  <a:pt x="516" y="408"/>
                </a:lnTo>
                <a:lnTo>
                  <a:pt x="515" y="408"/>
                </a:lnTo>
                <a:lnTo>
                  <a:pt x="515" y="407"/>
                </a:lnTo>
                <a:lnTo>
                  <a:pt x="514" y="407"/>
                </a:lnTo>
                <a:lnTo>
                  <a:pt x="513" y="407"/>
                </a:lnTo>
                <a:lnTo>
                  <a:pt x="513" y="406"/>
                </a:lnTo>
                <a:lnTo>
                  <a:pt x="513" y="405"/>
                </a:lnTo>
                <a:lnTo>
                  <a:pt x="512" y="405"/>
                </a:lnTo>
                <a:lnTo>
                  <a:pt x="512" y="404"/>
                </a:lnTo>
                <a:lnTo>
                  <a:pt x="511" y="404"/>
                </a:lnTo>
                <a:lnTo>
                  <a:pt x="510" y="404"/>
                </a:lnTo>
                <a:lnTo>
                  <a:pt x="508" y="404"/>
                </a:lnTo>
                <a:lnTo>
                  <a:pt x="508" y="403"/>
                </a:lnTo>
                <a:lnTo>
                  <a:pt x="507" y="403"/>
                </a:lnTo>
                <a:lnTo>
                  <a:pt x="506" y="402"/>
                </a:lnTo>
                <a:lnTo>
                  <a:pt x="506" y="403"/>
                </a:lnTo>
                <a:lnTo>
                  <a:pt x="506" y="402"/>
                </a:lnTo>
                <a:lnTo>
                  <a:pt x="505" y="402"/>
                </a:lnTo>
                <a:lnTo>
                  <a:pt x="504" y="402"/>
                </a:lnTo>
                <a:lnTo>
                  <a:pt x="503" y="402"/>
                </a:lnTo>
                <a:lnTo>
                  <a:pt x="502" y="402"/>
                </a:lnTo>
                <a:lnTo>
                  <a:pt x="502" y="401"/>
                </a:lnTo>
                <a:lnTo>
                  <a:pt x="501" y="401"/>
                </a:lnTo>
                <a:lnTo>
                  <a:pt x="501" y="400"/>
                </a:lnTo>
                <a:lnTo>
                  <a:pt x="500" y="400"/>
                </a:lnTo>
                <a:lnTo>
                  <a:pt x="499" y="400"/>
                </a:lnTo>
                <a:lnTo>
                  <a:pt x="499" y="399"/>
                </a:lnTo>
                <a:lnTo>
                  <a:pt x="498" y="399"/>
                </a:lnTo>
                <a:lnTo>
                  <a:pt x="498" y="398"/>
                </a:lnTo>
                <a:lnTo>
                  <a:pt x="497" y="398"/>
                </a:lnTo>
                <a:lnTo>
                  <a:pt x="496" y="398"/>
                </a:lnTo>
                <a:lnTo>
                  <a:pt x="496" y="397"/>
                </a:lnTo>
                <a:lnTo>
                  <a:pt x="495" y="397"/>
                </a:lnTo>
                <a:lnTo>
                  <a:pt x="494" y="397"/>
                </a:lnTo>
                <a:lnTo>
                  <a:pt x="494" y="396"/>
                </a:lnTo>
                <a:lnTo>
                  <a:pt x="493" y="396"/>
                </a:lnTo>
                <a:lnTo>
                  <a:pt x="492" y="396"/>
                </a:lnTo>
                <a:lnTo>
                  <a:pt x="491" y="396"/>
                </a:lnTo>
                <a:lnTo>
                  <a:pt x="490" y="396"/>
                </a:lnTo>
                <a:lnTo>
                  <a:pt x="490" y="395"/>
                </a:lnTo>
                <a:lnTo>
                  <a:pt x="489" y="395"/>
                </a:lnTo>
                <a:lnTo>
                  <a:pt x="488" y="395"/>
                </a:lnTo>
                <a:lnTo>
                  <a:pt x="488" y="394"/>
                </a:lnTo>
                <a:lnTo>
                  <a:pt x="487" y="394"/>
                </a:lnTo>
                <a:lnTo>
                  <a:pt x="486" y="394"/>
                </a:lnTo>
                <a:lnTo>
                  <a:pt x="486" y="393"/>
                </a:lnTo>
                <a:lnTo>
                  <a:pt x="485" y="393"/>
                </a:lnTo>
                <a:lnTo>
                  <a:pt x="484" y="393"/>
                </a:lnTo>
                <a:lnTo>
                  <a:pt x="483" y="393"/>
                </a:lnTo>
                <a:lnTo>
                  <a:pt x="482" y="393"/>
                </a:lnTo>
                <a:lnTo>
                  <a:pt x="482" y="392"/>
                </a:lnTo>
                <a:lnTo>
                  <a:pt x="482" y="391"/>
                </a:lnTo>
                <a:lnTo>
                  <a:pt x="482" y="390"/>
                </a:lnTo>
                <a:lnTo>
                  <a:pt x="482" y="389"/>
                </a:lnTo>
                <a:lnTo>
                  <a:pt x="481" y="389"/>
                </a:lnTo>
                <a:lnTo>
                  <a:pt x="481" y="388"/>
                </a:lnTo>
                <a:lnTo>
                  <a:pt x="480" y="389"/>
                </a:lnTo>
                <a:lnTo>
                  <a:pt x="480" y="388"/>
                </a:lnTo>
                <a:lnTo>
                  <a:pt x="479" y="388"/>
                </a:lnTo>
                <a:lnTo>
                  <a:pt x="478" y="388"/>
                </a:lnTo>
                <a:lnTo>
                  <a:pt x="478" y="387"/>
                </a:lnTo>
                <a:lnTo>
                  <a:pt x="477" y="387"/>
                </a:lnTo>
                <a:lnTo>
                  <a:pt x="477" y="386"/>
                </a:lnTo>
                <a:lnTo>
                  <a:pt x="476" y="386"/>
                </a:lnTo>
                <a:lnTo>
                  <a:pt x="475" y="386"/>
                </a:lnTo>
                <a:lnTo>
                  <a:pt x="474" y="386"/>
                </a:lnTo>
                <a:lnTo>
                  <a:pt x="474" y="385"/>
                </a:lnTo>
                <a:lnTo>
                  <a:pt x="473" y="385"/>
                </a:lnTo>
                <a:lnTo>
                  <a:pt x="473" y="384"/>
                </a:lnTo>
                <a:lnTo>
                  <a:pt x="472" y="384"/>
                </a:lnTo>
                <a:lnTo>
                  <a:pt x="471" y="384"/>
                </a:lnTo>
                <a:lnTo>
                  <a:pt x="470" y="384"/>
                </a:lnTo>
                <a:lnTo>
                  <a:pt x="470" y="383"/>
                </a:lnTo>
                <a:lnTo>
                  <a:pt x="469" y="383"/>
                </a:lnTo>
                <a:lnTo>
                  <a:pt x="469" y="382"/>
                </a:lnTo>
                <a:lnTo>
                  <a:pt x="468" y="382"/>
                </a:lnTo>
                <a:lnTo>
                  <a:pt x="467" y="382"/>
                </a:lnTo>
                <a:lnTo>
                  <a:pt x="466" y="382"/>
                </a:lnTo>
                <a:lnTo>
                  <a:pt x="465" y="382"/>
                </a:lnTo>
                <a:lnTo>
                  <a:pt x="464" y="381"/>
                </a:lnTo>
                <a:lnTo>
                  <a:pt x="464" y="380"/>
                </a:lnTo>
                <a:lnTo>
                  <a:pt x="463" y="380"/>
                </a:lnTo>
                <a:lnTo>
                  <a:pt x="463" y="379"/>
                </a:lnTo>
                <a:lnTo>
                  <a:pt x="463" y="378"/>
                </a:lnTo>
                <a:lnTo>
                  <a:pt x="462" y="378"/>
                </a:lnTo>
                <a:lnTo>
                  <a:pt x="462" y="377"/>
                </a:lnTo>
                <a:lnTo>
                  <a:pt x="462" y="378"/>
                </a:lnTo>
                <a:lnTo>
                  <a:pt x="461" y="378"/>
                </a:lnTo>
                <a:lnTo>
                  <a:pt x="460" y="378"/>
                </a:lnTo>
                <a:lnTo>
                  <a:pt x="460" y="377"/>
                </a:lnTo>
                <a:lnTo>
                  <a:pt x="459" y="377"/>
                </a:lnTo>
                <a:lnTo>
                  <a:pt x="458" y="377"/>
                </a:lnTo>
                <a:lnTo>
                  <a:pt x="458" y="376"/>
                </a:lnTo>
                <a:lnTo>
                  <a:pt x="458" y="375"/>
                </a:lnTo>
                <a:lnTo>
                  <a:pt x="457" y="375"/>
                </a:lnTo>
                <a:lnTo>
                  <a:pt x="457" y="374"/>
                </a:lnTo>
                <a:lnTo>
                  <a:pt x="456" y="375"/>
                </a:lnTo>
                <a:lnTo>
                  <a:pt x="455" y="374"/>
                </a:lnTo>
                <a:lnTo>
                  <a:pt x="454" y="374"/>
                </a:lnTo>
                <a:lnTo>
                  <a:pt x="453" y="374"/>
                </a:lnTo>
                <a:lnTo>
                  <a:pt x="452" y="373"/>
                </a:lnTo>
                <a:lnTo>
                  <a:pt x="452" y="372"/>
                </a:lnTo>
                <a:lnTo>
                  <a:pt x="451" y="372"/>
                </a:lnTo>
                <a:lnTo>
                  <a:pt x="450" y="372"/>
                </a:lnTo>
                <a:lnTo>
                  <a:pt x="449" y="372"/>
                </a:lnTo>
                <a:lnTo>
                  <a:pt x="449" y="373"/>
                </a:lnTo>
                <a:lnTo>
                  <a:pt x="448" y="373"/>
                </a:lnTo>
                <a:lnTo>
                  <a:pt x="446" y="373"/>
                </a:lnTo>
                <a:lnTo>
                  <a:pt x="445" y="372"/>
                </a:lnTo>
                <a:lnTo>
                  <a:pt x="444" y="372"/>
                </a:lnTo>
                <a:lnTo>
                  <a:pt x="443" y="371"/>
                </a:lnTo>
                <a:lnTo>
                  <a:pt x="441" y="371"/>
                </a:lnTo>
                <a:lnTo>
                  <a:pt x="440" y="370"/>
                </a:lnTo>
                <a:lnTo>
                  <a:pt x="439" y="370"/>
                </a:lnTo>
                <a:lnTo>
                  <a:pt x="438" y="370"/>
                </a:lnTo>
                <a:lnTo>
                  <a:pt x="436" y="370"/>
                </a:lnTo>
                <a:lnTo>
                  <a:pt x="435" y="370"/>
                </a:lnTo>
                <a:lnTo>
                  <a:pt x="434" y="370"/>
                </a:lnTo>
                <a:lnTo>
                  <a:pt x="434" y="369"/>
                </a:lnTo>
                <a:lnTo>
                  <a:pt x="433" y="369"/>
                </a:lnTo>
                <a:lnTo>
                  <a:pt x="432" y="369"/>
                </a:lnTo>
                <a:lnTo>
                  <a:pt x="432" y="370"/>
                </a:lnTo>
                <a:lnTo>
                  <a:pt x="431" y="369"/>
                </a:lnTo>
                <a:lnTo>
                  <a:pt x="430" y="369"/>
                </a:lnTo>
                <a:lnTo>
                  <a:pt x="429" y="369"/>
                </a:lnTo>
                <a:lnTo>
                  <a:pt x="428" y="369"/>
                </a:lnTo>
                <a:lnTo>
                  <a:pt x="427" y="369"/>
                </a:lnTo>
                <a:lnTo>
                  <a:pt x="426" y="369"/>
                </a:lnTo>
                <a:lnTo>
                  <a:pt x="425" y="369"/>
                </a:lnTo>
                <a:lnTo>
                  <a:pt x="425" y="368"/>
                </a:lnTo>
                <a:lnTo>
                  <a:pt x="424" y="368"/>
                </a:lnTo>
                <a:lnTo>
                  <a:pt x="422" y="368"/>
                </a:lnTo>
                <a:lnTo>
                  <a:pt x="421" y="368"/>
                </a:lnTo>
                <a:lnTo>
                  <a:pt x="421" y="369"/>
                </a:lnTo>
                <a:lnTo>
                  <a:pt x="420" y="369"/>
                </a:lnTo>
                <a:lnTo>
                  <a:pt x="419" y="369"/>
                </a:lnTo>
                <a:lnTo>
                  <a:pt x="418" y="369"/>
                </a:lnTo>
                <a:lnTo>
                  <a:pt x="417" y="369"/>
                </a:lnTo>
                <a:lnTo>
                  <a:pt x="417" y="370"/>
                </a:lnTo>
                <a:lnTo>
                  <a:pt x="418" y="370"/>
                </a:lnTo>
                <a:lnTo>
                  <a:pt x="418" y="371"/>
                </a:lnTo>
                <a:lnTo>
                  <a:pt x="418" y="372"/>
                </a:lnTo>
                <a:lnTo>
                  <a:pt x="419" y="372"/>
                </a:lnTo>
                <a:lnTo>
                  <a:pt x="419" y="371"/>
                </a:lnTo>
                <a:lnTo>
                  <a:pt x="419" y="372"/>
                </a:lnTo>
                <a:lnTo>
                  <a:pt x="420" y="372"/>
                </a:lnTo>
                <a:lnTo>
                  <a:pt x="420" y="373"/>
                </a:lnTo>
                <a:lnTo>
                  <a:pt x="420" y="374"/>
                </a:lnTo>
                <a:lnTo>
                  <a:pt x="421" y="374"/>
                </a:lnTo>
                <a:lnTo>
                  <a:pt x="421" y="375"/>
                </a:lnTo>
                <a:lnTo>
                  <a:pt x="421" y="376"/>
                </a:lnTo>
                <a:lnTo>
                  <a:pt x="420" y="376"/>
                </a:lnTo>
                <a:lnTo>
                  <a:pt x="421" y="376"/>
                </a:lnTo>
                <a:lnTo>
                  <a:pt x="420" y="376"/>
                </a:lnTo>
                <a:lnTo>
                  <a:pt x="420" y="377"/>
                </a:lnTo>
                <a:lnTo>
                  <a:pt x="419" y="377"/>
                </a:lnTo>
                <a:lnTo>
                  <a:pt x="420" y="377"/>
                </a:lnTo>
                <a:lnTo>
                  <a:pt x="419" y="377"/>
                </a:lnTo>
                <a:lnTo>
                  <a:pt x="419" y="378"/>
                </a:lnTo>
                <a:lnTo>
                  <a:pt x="419" y="379"/>
                </a:lnTo>
                <a:lnTo>
                  <a:pt x="418" y="379"/>
                </a:lnTo>
                <a:lnTo>
                  <a:pt x="418" y="380"/>
                </a:lnTo>
                <a:lnTo>
                  <a:pt x="418" y="381"/>
                </a:lnTo>
                <a:lnTo>
                  <a:pt x="417" y="382"/>
                </a:lnTo>
                <a:lnTo>
                  <a:pt x="417" y="383"/>
                </a:lnTo>
                <a:lnTo>
                  <a:pt x="416" y="384"/>
                </a:lnTo>
                <a:lnTo>
                  <a:pt x="416" y="385"/>
                </a:lnTo>
                <a:lnTo>
                  <a:pt x="417" y="386"/>
                </a:lnTo>
                <a:lnTo>
                  <a:pt x="418" y="386"/>
                </a:lnTo>
                <a:lnTo>
                  <a:pt x="418" y="387"/>
                </a:lnTo>
                <a:lnTo>
                  <a:pt x="418" y="388"/>
                </a:lnTo>
                <a:lnTo>
                  <a:pt x="417" y="388"/>
                </a:lnTo>
                <a:lnTo>
                  <a:pt x="416" y="389"/>
                </a:lnTo>
                <a:lnTo>
                  <a:pt x="416" y="390"/>
                </a:lnTo>
                <a:lnTo>
                  <a:pt x="415" y="390"/>
                </a:lnTo>
                <a:lnTo>
                  <a:pt x="415" y="391"/>
                </a:lnTo>
                <a:lnTo>
                  <a:pt x="415" y="392"/>
                </a:lnTo>
                <a:lnTo>
                  <a:pt x="414" y="392"/>
                </a:lnTo>
                <a:lnTo>
                  <a:pt x="414" y="393"/>
                </a:lnTo>
                <a:lnTo>
                  <a:pt x="414" y="394"/>
                </a:lnTo>
                <a:lnTo>
                  <a:pt x="415" y="395"/>
                </a:lnTo>
                <a:lnTo>
                  <a:pt x="416" y="396"/>
                </a:lnTo>
                <a:lnTo>
                  <a:pt x="415" y="397"/>
                </a:lnTo>
                <a:lnTo>
                  <a:pt x="415" y="398"/>
                </a:lnTo>
                <a:lnTo>
                  <a:pt x="415" y="399"/>
                </a:lnTo>
                <a:lnTo>
                  <a:pt x="416" y="399"/>
                </a:lnTo>
                <a:lnTo>
                  <a:pt x="416" y="400"/>
                </a:lnTo>
                <a:lnTo>
                  <a:pt x="416" y="401"/>
                </a:lnTo>
                <a:lnTo>
                  <a:pt x="418" y="401"/>
                </a:lnTo>
                <a:lnTo>
                  <a:pt x="419" y="401"/>
                </a:lnTo>
                <a:lnTo>
                  <a:pt x="419" y="402"/>
                </a:lnTo>
                <a:lnTo>
                  <a:pt x="420" y="402"/>
                </a:lnTo>
                <a:lnTo>
                  <a:pt x="419" y="402"/>
                </a:lnTo>
                <a:lnTo>
                  <a:pt x="419" y="403"/>
                </a:lnTo>
                <a:lnTo>
                  <a:pt x="419" y="404"/>
                </a:lnTo>
                <a:lnTo>
                  <a:pt x="419" y="405"/>
                </a:lnTo>
                <a:lnTo>
                  <a:pt x="420" y="406"/>
                </a:lnTo>
                <a:lnTo>
                  <a:pt x="420" y="407"/>
                </a:lnTo>
                <a:lnTo>
                  <a:pt x="419" y="407"/>
                </a:lnTo>
                <a:lnTo>
                  <a:pt x="419" y="408"/>
                </a:lnTo>
                <a:lnTo>
                  <a:pt x="419" y="409"/>
                </a:lnTo>
                <a:lnTo>
                  <a:pt x="419" y="410"/>
                </a:lnTo>
                <a:lnTo>
                  <a:pt x="419" y="411"/>
                </a:lnTo>
                <a:lnTo>
                  <a:pt x="419" y="412"/>
                </a:lnTo>
                <a:lnTo>
                  <a:pt x="420" y="412"/>
                </a:lnTo>
                <a:lnTo>
                  <a:pt x="420" y="413"/>
                </a:lnTo>
                <a:lnTo>
                  <a:pt x="420" y="414"/>
                </a:lnTo>
                <a:lnTo>
                  <a:pt x="421" y="414"/>
                </a:lnTo>
                <a:lnTo>
                  <a:pt x="422" y="414"/>
                </a:lnTo>
                <a:lnTo>
                  <a:pt x="422" y="415"/>
                </a:lnTo>
                <a:lnTo>
                  <a:pt x="422" y="416"/>
                </a:lnTo>
                <a:lnTo>
                  <a:pt x="422" y="417"/>
                </a:lnTo>
                <a:lnTo>
                  <a:pt x="422" y="418"/>
                </a:lnTo>
                <a:lnTo>
                  <a:pt x="421" y="418"/>
                </a:lnTo>
                <a:lnTo>
                  <a:pt x="421" y="419"/>
                </a:lnTo>
                <a:lnTo>
                  <a:pt x="422" y="419"/>
                </a:lnTo>
                <a:lnTo>
                  <a:pt x="421" y="419"/>
                </a:lnTo>
                <a:lnTo>
                  <a:pt x="422" y="419"/>
                </a:lnTo>
                <a:lnTo>
                  <a:pt x="422" y="420"/>
                </a:lnTo>
                <a:lnTo>
                  <a:pt x="421" y="420"/>
                </a:lnTo>
                <a:lnTo>
                  <a:pt x="421" y="421"/>
                </a:lnTo>
                <a:lnTo>
                  <a:pt x="422" y="421"/>
                </a:lnTo>
                <a:lnTo>
                  <a:pt x="422" y="422"/>
                </a:lnTo>
                <a:lnTo>
                  <a:pt x="423" y="422"/>
                </a:lnTo>
                <a:lnTo>
                  <a:pt x="424" y="422"/>
                </a:lnTo>
                <a:lnTo>
                  <a:pt x="425" y="422"/>
                </a:lnTo>
                <a:lnTo>
                  <a:pt x="425" y="423"/>
                </a:lnTo>
                <a:lnTo>
                  <a:pt x="425" y="424"/>
                </a:lnTo>
                <a:lnTo>
                  <a:pt x="425" y="425"/>
                </a:lnTo>
                <a:lnTo>
                  <a:pt x="424" y="425"/>
                </a:lnTo>
                <a:lnTo>
                  <a:pt x="423" y="425"/>
                </a:lnTo>
                <a:lnTo>
                  <a:pt x="423" y="426"/>
                </a:lnTo>
                <a:lnTo>
                  <a:pt x="424" y="426"/>
                </a:lnTo>
                <a:lnTo>
                  <a:pt x="425" y="426"/>
                </a:lnTo>
                <a:lnTo>
                  <a:pt x="425" y="427"/>
                </a:lnTo>
                <a:lnTo>
                  <a:pt x="425" y="428"/>
                </a:lnTo>
                <a:lnTo>
                  <a:pt x="425" y="429"/>
                </a:lnTo>
                <a:lnTo>
                  <a:pt x="425" y="430"/>
                </a:lnTo>
                <a:lnTo>
                  <a:pt x="425" y="431"/>
                </a:lnTo>
                <a:lnTo>
                  <a:pt x="425" y="432"/>
                </a:lnTo>
                <a:lnTo>
                  <a:pt x="424" y="432"/>
                </a:lnTo>
                <a:lnTo>
                  <a:pt x="423" y="432"/>
                </a:lnTo>
                <a:lnTo>
                  <a:pt x="423" y="433"/>
                </a:lnTo>
                <a:lnTo>
                  <a:pt x="422" y="433"/>
                </a:lnTo>
                <a:lnTo>
                  <a:pt x="421" y="433"/>
                </a:lnTo>
                <a:lnTo>
                  <a:pt x="421" y="434"/>
                </a:lnTo>
                <a:lnTo>
                  <a:pt x="420" y="434"/>
                </a:lnTo>
                <a:lnTo>
                  <a:pt x="419" y="434"/>
                </a:lnTo>
                <a:lnTo>
                  <a:pt x="418" y="435"/>
                </a:lnTo>
                <a:lnTo>
                  <a:pt x="417" y="435"/>
                </a:lnTo>
                <a:lnTo>
                  <a:pt x="416" y="435"/>
                </a:lnTo>
                <a:lnTo>
                  <a:pt x="415" y="435"/>
                </a:lnTo>
                <a:lnTo>
                  <a:pt x="414" y="435"/>
                </a:lnTo>
                <a:lnTo>
                  <a:pt x="413" y="435"/>
                </a:lnTo>
                <a:lnTo>
                  <a:pt x="412" y="434"/>
                </a:lnTo>
                <a:lnTo>
                  <a:pt x="411" y="433"/>
                </a:lnTo>
                <a:lnTo>
                  <a:pt x="410" y="433"/>
                </a:lnTo>
                <a:lnTo>
                  <a:pt x="409" y="433"/>
                </a:lnTo>
                <a:lnTo>
                  <a:pt x="408" y="433"/>
                </a:lnTo>
                <a:lnTo>
                  <a:pt x="407" y="432"/>
                </a:lnTo>
                <a:lnTo>
                  <a:pt x="407" y="431"/>
                </a:lnTo>
                <a:lnTo>
                  <a:pt x="407" y="432"/>
                </a:lnTo>
                <a:lnTo>
                  <a:pt x="406" y="432"/>
                </a:lnTo>
                <a:lnTo>
                  <a:pt x="406" y="431"/>
                </a:lnTo>
                <a:lnTo>
                  <a:pt x="405" y="431"/>
                </a:lnTo>
                <a:lnTo>
                  <a:pt x="404" y="431"/>
                </a:lnTo>
                <a:lnTo>
                  <a:pt x="403" y="430"/>
                </a:lnTo>
                <a:lnTo>
                  <a:pt x="402" y="430"/>
                </a:lnTo>
                <a:lnTo>
                  <a:pt x="402" y="431"/>
                </a:lnTo>
                <a:lnTo>
                  <a:pt x="402" y="432"/>
                </a:lnTo>
                <a:lnTo>
                  <a:pt x="403" y="432"/>
                </a:lnTo>
                <a:lnTo>
                  <a:pt x="403" y="433"/>
                </a:lnTo>
                <a:lnTo>
                  <a:pt x="403" y="434"/>
                </a:lnTo>
                <a:lnTo>
                  <a:pt x="404" y="434"/>
                </a:lnTo>
                <a:lnTo>
                  <a:pt x="403" y="435"/>
                </a:lnTo>
                <a:lnTo>
                  <a:pt x="403" y="434"/>
                </a:lnTo>
                <a:lnTo>
                  <a:pt x="402" y="433"/>
                </a:lnTo>
                <a:lnTo>
                  <a:pt x="402" y="434"/>
                </a:lnTo>
                <a:lnTo>
                  <a:pt x="401" y="434"/>
                </a:lnTo>
                <a:lnTo>
                  <a:pt x="400" y="434"/>
                </a:lnTo>
                <a:lnTo>
                  <a:pt x="399" y="435"/>
                </a:lnTo>
                <a:lnTo>
                  <a:pt x="399" y="436"/>
                </a:lnTo>
                <a:lnTo>
                  <a:pt x="399" y="437"/>
                </a:lnTo>
                <a:lnTo>
                  <a:pt x="400" y="437"/>
                </a:lnTo>
                <a:lnTo>
                  <a:pt x="401" y="438"/>
                </a:lnTo>
                <a:lnTo>
                  <a:pt x="402" y="438"/>
                </a:lnTo>
                <a:lnTo>
                  <a:pt x="401" y="439"/>
                </a:lnTo>
                <a:lnTo>
                  <a:pt x="400" y="440"/>
                </a:lnTo>
                <a:lnTo>
                  <a:pt x="399" y="440"/>
                </a:lnTo>
                <a:lnTo>
                  <a:pt x="398" y="441"/>
                </a:lnTo>
                <a:lnTo>
                  <a:pt x="397" y="441"/>
                </a:lnTo>
                <a:lnTo>
                  <a:pt x="395" y="440"/>
                </a:lnTo>
                <a:lnTo>
                  <a:pt x="394" y="440"/>
                </a:lnTo>
                <a:lnTo>
                  <a:pt x="393" y="440"/>
                </a:lnTo>
                <a:lnTo>
                  <a:pt x="393" y="441"/>
                </a:lnTo>
                <a:lnTo>
                  <a:pt x="392" y="441"/>
                </a:lnTo>
                <a:lnTo>
                  <a:pt x="391" y="441"/>
                </a:lnTo>
                <a:lnTo>
                  <a:pt x="390" y="442"/>
                </a:lnTo>
                <a:lnTo>
                  <a:pt x="389" y="442"/>
                </a:lnTo>
                <a:lnTo>
                  <a:pt x="390" y="442"/>
                </a:lnTo>
                <a:lnTo>
                  <a:pt x="390" y="443"/>
                </a:lnTo>
                <a:lnTo>
                  <a:pt x="392" y="444"/>
                </a:lnTo>
                <a:lnTo>
                  <a:pt x="392" y="445"/>
                </a:lnTo>
                <a:lnTo>
                  <a:pt x="393" y="445"/>
                </a:lnTo>
                <a:lnTo>
                  <a:pt x="393" y="446"/>
                </a:lnTo>
                <a:lnTo>
                  <a:pt x="392" y="446"/>
                </a:lnTo>
                <a:lnTo>
                  <a:pt x="392" y="447"/>
                </a:lnTo>
                <a:lnTo>
                  <a:pt x="392" y="448"/>
                </a:lnTo>
                <a:lnTo>
                  <a:pt x="392" y="449"/>
                </a:lnTo>
                <a:lnTo>
                  <a:pt x="392" y="450"/>
                </a:lnTo>
                <a:lnTo>
                  <a:pt x="391" y="450"/>
                </a:lnTo>
                <a:lnTo>
                  <a:pt x="390" y="452"/>
                </a:lnTo>
                <a:lnTo>
                  <a:pt x="389" y="453"/>
                </a:lnTo>
                <a:lnTo>
                  <a:pt x="388" y="453"/>
                </a:lnTo>
                <a:lnTo>
                  <a:pt x="388" y="454"/>
                </a:lnTo>
                <a:lnTo>
                  <a:pt x="387" y="455"/>
                </a:lnTo>
                <a:lnTo>
                  <a:pt x="387" y="456"/>
                </a:lnTo>
                <a:lnTo>
                  <a:pt x="386" y="457"/>
                </a:lnTo>
                <a:lnTo>
                  <a:pt x="387" y="458"/>
                </a:lnTo>
                <a:lnTo>
                  <a:pt x="387" y="459"/>
                </a:lnTo>
                <a:lnTo>
                  <a:pt x="387" y="460"/>
                </a:lnTo>
                <a:lnTo>
                  <a:pt x="388" y="460"/>
                </a:lnTo>
                <a:lnTo>
                  <a:pt x="388" y="461"/>
                </a:lnTo>
                <a:lnTo>
                  <a:pt x="389" y="461"/>
                </a:lnTo>
                <a:lnTo>
                  <a:pt x="389" y="462"/>
                </a:lnTo>
                <a:lnTo>
                  <a:pt x="389" y="463"/>
                </a:lnTo>
                <a:lnTo>
                  <a:pt x="389" y="464"/>
                </a:lnTo>
                <a:lnTo>
                  <a:pt x="390" y="465"/>
                </a:lnTo>
                <a:lnTo>
                  <a:pt x="390" y="469"/>
                </a:lnTo>
                <a:lnTo>
                  <a:pt x="381" y="467"/>
                </a:lnTo>
                <a:lnTo>
                  <a:pt x="380" y="466"/>
                </a:lnTo>
                <a:lnTo>
                  <a:pt x="379" y="466"/>
                </a:lnTo>
                <a:lnTo>
                  <a:pt x="378" y="465"/>
                </a:lnTo>
                <a:lnTo>
                  <a:pt x="377" y="465"/>
                </a:lnTo>
                <a:lnTo>
                  <a:pt x="376" y="465"/>
                </a:lnTo>
                <a:lnTo>
                  <a:pt x="374" y="465"/>
                </a:lnTo>
                <a:lnTo>
                  <a:pt x="370" y="463"/>
                </a:lnTo>
                <a:lnTo>
                  <a:pt x="369" y="463"/>
                </a:lnTo>
                <a:lnTo>
                  <a:pt x="366" y="463"/>
                </a:lnTo>
                <a:lnTo>
                  <a:pt x="364" y="464"/>
                </a:lnTo>
                <a:lnTo>
                  <a:pt x="362" y="465"/>
                </a:lnTo>
                <a:lnTo>
                  <a:pt x="362" y="466"/>
                </a:lnTo>
                <a:lnTo>
                  <a:pt x="361" y="466"/>
                </a:lnTo>
                <a:lnTo>
                  <a:pt x="360" y="468"/>
                </a:lnTo>
                <a:lnTo>
                  <a:pt x="358" y="471"/>
                </a:lnTo>
                <a:lnTo>
                  <a:pt x="358" y="472"/>
                </a:lnTo>
                <a:lnTo>
                  <a:pt x="358" y="473"/>
                </a:lnTo>
                <a:lnTo>
                  <a:pt x="357" y="473"/>
                </a:lnTo>
                <a:lnTo>
                  <a:pt x="358" y="474"/>
                </a:lnTo>
                <a:lnTo>
                  <a:pt x="358" y="475"/>
                </a:lnTo>
                <a:lnTo>
                  <a:pt x="358" y="476"/>
                </a:lnTo>
                <a:lnTo>
                  <a:pt x="357" y="476"/>
                </a:lnTo>
                <a:lnTo>
                  <a:pt x="355" y="476"/>
                </a:lnTo>
                <a:lnTo>
                  <a:pt x="355" y="477"/>
                </a:lnTo>
                <a:lnTo>
                  <a:pt x="354" y="477"/>
                </a:lnTo>
                <a:lnTo>
                  <a:pt x="353" y="476"/>
                </a:lnTo>
                <a:lnTo>
                  <a:pt x="353" y="475"/>
                </a:lnTo>
                <a:lnTo>
                  <a:pt x="352" y="475"/>
                </a:lnTo>
                <a:lnTo>
                  <a:pt x="351" y="475"/>
                </a:lnTo>
                <a:lnTo>
                  <a:pt x="349" y="475"/>
                </a:lnTo>
                <a:lnTo>
                  <a:pt x="350" y="476"/>
                </a:lnTo>
                <a:lnTo>
                  <a:pt x="349" y="476"/>
                </a:lnTo>
                <a:lnTo>
                  <a:pt x="349" y="477"/>
                </a:lnTo>
                <a:lnTo>
                  <a:pt x="348" y="477"/>
                </a:lnTo>
                <a:lnTo>
                  <a:pt x="347" y="476"/>
                </a:lnTo>
                <a:lnTo>
                  <a:pt x="346" y="476"/>
                </a:lnTo>
                <a:lnTo>
                  <a:pt x="345" y="476"/>
                </a:lnTo>
                <a:lnTo>
                  <a:pt x="345" y="475"/>
                </a:lnTo>
                <a:lnTo>
                  <a:pt x="343" y="475"/>
                </a:lnTo>
                <a:lnTo>
                  <a:pt x="344" y="474"/>
                </a:lnTo>
                <a:lnTo>
                  <a:pt x="343" y="474"/>
                </a:lnTo>
                <a:lnTo>
                  <a:pt x="342" y="474"/>
                </a:lnTo>
                <a:lnTo>
                  <a:pt x="341" y="474"/>
                </a:lnTo>
                <a:lnTo>
                  <a:pt x="340" y="474"/>
                </a:lnTo>
                <a:lnTo>
                  <a:pt x="340" y="473"/>
                </a:lnTo>
                <a:lnTo>
                  <a:pt x="339" y="473"/>
                </a:lnTo>
                <a:lnTo>
                  <a:pt x="338" y="473"/>
                </a:lnTo>
                <a:lnTo>
                  <a:pt x="337" y="473"/>
                </a:lnTo>
                <a:lnTo>
                  <a:pt x="336" y="473"/>
                </a:lnTo>
                <a:lnTo>
                  <a:pt x="336" y="474"/>
                </a:lnTo>
                <a:lnTo>
                  <a:pt x="335" y="474"/>
                </a:lnTo>
                <a:lnTo>
                  <a:pt x="334" y="473"/>
                </a:lnTo>
                <a:lnTo>
                  <a:pt x="333" y="472"/>
                </a:lnTo>
                <a:lnTo>
                  <a:pt x="332" y="472"/>
                </a:lnTo>
                <a:lnTo>
                  <a:pt x="331" y="472"/>
                </a:lnTo>
                <a:lnTo>
                  <a:pt x="331" y="471"/>
                </a:lnTo>
                <a:lnTo>
                  <a:pt x="330" y="471"/>
                </a:lnTo>
                <a:lnTo>
                  <a:pt x="329" y="470"/>
                </a:lnTo>
                <a:lnTo>
                  <a:pt x="328" y="470"/>
                </a:lnTo>
                <a:lnTo>
                  <a:pt x="328" y="469"/>
                </a:lnTo>
                <a:lnTo>
                  <a:pt x="327" y="469"/>
                </a:lnTo>
                <a:lnTo>
                  <a:pt x="326" y="469"/>
                </a:lnTo>
                <a:lnTo>
                  <a:pt x="326" y="468"/>
                </a:lnTo>
                <a:lnTo>
                  <a:pt x="325" y="468"/>
                </a:lnTo>
                <a:lnTo>
                  <a:pt x="324" y="468"/>
                </a:lnTo>
                <a:lnTo>
                  <a:pt x="324" y="467"/>
                </a:lnTo>
                <a:lnTo>
                  <a:pt x="324" y="466"/>
                </a:lnTo>
                <a:lnTo>
                  <a:pt x="324" y="465"/>
                </a:lnTo>
                <a:lnTo>
                  <a:pt x="323" y="465"/>
                </a:lnTo>
                <a:lnTo>
                  <a:pt x="323" y="464"/>
                </a:lnTo>
                <a:lnTo>
                  <a:pt x="322" y="464"/>
                </a:lnTo>
                <a:lnTo>
                  <a:pt x="322" y="463"/>
                </a:lnTo>
                <a:lnTo>
                  <a:pt x="321" y="462"/>
                </a:lnTo>
                <a:lnTo>
                  <a:pt x="320" y="462"/>
                </a:lnTo>
                <a:lnTo>
                  <a:pt x="319" y="463"/>
                </a:lnTo>
                <a:lnTo>
                  <a:pt x="318" y="463"/>
                </a:lnTo>
                <a:lnTo>
                  <a:pt x="317" y="463"/>
                </a:lnTo>
                <a:lnTo>
                  <a:pt x="317" y="462"/>
                </a:lnTo>
                <a:lnTo>
                  <a:pt x="317" y="461"/>
                </a:lnTo>
                <a:lnTo>
                  <a:pt x="316" y="460"/>
                </a:lnTo>
                <a:lnTo>
                  <a:pt x="316" y="459"/>
                </a:lnTo>
                <a:lnTo>
                  <a:pt x="316" y="458"/>
                </a:lnTo>
                <a:lnTo>
                  <a:pt x="316" y="457"/>
                </a:lnTo>
                <a:lnTo>
                  <a:pt x="315" y="457"/>
                </a:lnTo>
                <a:lnTo>
                  <a:pt x="315" y="456"/>
                </a:lnTo>
                <a:lnTo>
                  <a:pt x="314" y="456"/>
                </a:lnTo>
                <a:lnTo>
                  <a:pt x="313" y="456"/>
                </a:lnTo>
                <a:lnTo>
                  <a:pt x="312" y="456"/>
                </a:lnTo>
                <a:lnTo>
                  <a:pt x="311" y="456"/>
                </a:lnTo>
                <a:lnTo>
                  <a:pt x="310" y="456"/>
                </a:lnTo>
                <a:lnTo>
                  <a:pt x="309" y="455"/>
                </a:lnTo>
                <a:lnTo>
                  <a:pt x="309" y="454"/>
                </a:lnTo>
                <a:lnTo>
                  <a:pt x="308" y="454"/>
                </a:lnTo>
                <a:lnTo>
                  <a:pt x="307" y="454"/>
                </a:lnTo>
                <a:lnTo>
                  <a:pt x="306" y="454"/>
                </a:lnTo>
                <a:lnTo>
                  <a:pt x="305" y="453"/>
                </a:lnTo>
                <a:lnTo>
                  <a:pt x="304" y="452"/>
                </a:lnTo>
                <a:lnTo>
                  <a:pt x="305" y="452"/>
                </a:lnTo>
                <a:lnTo>
                  <a:pt x="304" y="452"/>
                </a:lnTo>
                <a:lnTo>
                  <a:pt x="304" y="451"/>
                </a:lnTo>
                <a:lnTo>
                  <a:pt x="303" y="451"/>
                </a:lnTo>
                <a:lnTo>
                  <a:pt x="302" y="451"/>
                </a:lnTo>
                <a:lnTo>
                  <a:pt x="302" y="452"/>
                </a:lnTo>
                <a:lnTo>
                  <a:pt x="301" y="452"/>
                </a:lnTo>
                <a:lnTo>
                  <a:pt x="300" y="453"/>
                </a:lnTo>
                <a:lnTo>
                  <a:pt x="301" y="453"/>
                </a:lnTo>
                <a:lnTo>
                  <a:pt x="300" y="453"/>
                </a:lnTo>
                <a:lnTo>
                  <a:pt x="300" y="454"/>
                </a:lnTo>
                <a:lnTo>
                  <a:pt x="300" y="455"/>
                </a:lnTo>
                <a:lnTo>
                  <a:pt x="299" y="455"/>
                </a:lnTo>
                <a:lnTo>
                  <a:pt x="298" y="454"/>
                </a:lnTo>
                <a:lnTo>
                  <a:pt x="298" y="455"/>
                </a:lnTo>
                <a:lnTo>
                  <a:pt x="297" y="456"/>
                </a:lnTo>
                <a:lnTo>
                  <a:pt x="296" y="456"/>
                </a:lnTo>
                <a:lnTo>
                  <a:pt x="296" y="457"/>
                </a:lnTo>
                <a:lnTo>
                  <a:pt x="295" y="457"/>
                </a:lnTo>
                <a:lnTo>
                  <a:pt x="294" y="457"/>
                </a:lnTo>
                <a:lnTo>
                  <a:pt x="293" y="457"/>
                </a:lnTo>
                <a:lnTo>
                  <a:pt x="292" y="458"/>
                </a:lnTo>
                <a:lnTo>
                  <a:pt x="291" y="458"/>
                </a:lnTo>
                <a:lnTo>
                  <a:pt x="291" y="459"/>
                </a:lnTo>
                <a:lnTo>
                  <a:pt x="290" y="459"/>
                </a:lnTo>
                <a:lnTo>
                  <a:pt x="290" y="460"/>
                </a:lnTo>
                <a:lnTo>
                  <a:pt x="289" y="460"/>
                </a:lnTo>
                <a:lnTo>
                  <a:pt x="288" y="460"/>
                </a:lnTo>
                <a:lnTo>
                  <a:pt x="288" y="461"/>
                </a:lnTo>
                <a:lnTo>
                  <a:pt x="287" y="461"/>
                </a:lnTo>
                <a:lnTo>
                  <a:pt x="287" y="462"/>
                </a:lnTo>
                <a:lnTo>
                  <a:pt x="286" y="462"/>
                </a:lnTo>
                <a:lnTo>
                  <a:pt x="286" y="460"/>
                </a:lnTo>
                <a:lnTo>
                  <a:pt x="285" y="460"/>
                </a:lnTo>
                <a:lnTo>
                  <a:pt x="284" y="460"/>
                </a:lnTo>
                <a:lnTo>
                  <a:pt x="283" y="461"/>
                </a:lnTo>
                <a:lnTo>
                  <a:pt x="282" y="461"/>
                </a:lnTo>
                <a:lnTo>
                  <a:pt x="282" y="462"/>
                </a:lnTo>
                <a:lnTo>
                  <a:pt x="281" y="462"/>
                </a:lnTo>
                <a:lnTo>
                  <a:pt x="280" y="461"/>
                </a:lnTo>
                <a:lnTo>
                  <a:pt x="280" y="460"/>
                </a:lnTo>
                <a:lnTo>
                  <a:pt x="279" y="460"/>
                </a:lnTo>
                <a:lnTo>
                  <a:pt x="279" y="461"/>
                </a:lnTo>
                <a:lnTo>
                  <a:pt x="279" y="460"/>
                </a:lnTo>
                <a:lnTo>
                  <a:pt x="278" y="460"/>
                </a:lnTo>
                <a:lnTo>
                  <a:pt x="278" y="461"/>
                </a:lnTo>
                <a:lnTo>
                  <a:pt x="277" y="461"/>
                </a:lnTo>
                <a:lnTo>
                  <a:pt x="276" y="461"/>
                </a:lnTo>
                <a:lnTo>
                  <a:pt x="275" y="461"/>
                </a:lnTo>
                <a:lnTo>
                  <a:pt x="274" y="461"/>
                </a:lnTo>
                <a:lnTo>
                  <a:pt x="273" y="460"/>
                </a:lnTo>
                <a:lnTo>
                  <a:pt x="272" y="460"/>
                </a:lnTo>
                <a:lnTo>
                  <a:pt x="271" y="460"/>
                </a:lnTo>
                <a:lnTo>
                  <a:pt x="270" y="461"/>
                </a:lnTo>
                <a:lnTo>
                  <a:pt x="270" y="460"/>
                </a:lnTo>
                <a:lnTo>
                  <a:pt x="269" y="459"/>
                </a:lnTo>
                <a:lnTo>
                  <a:pt x="268" y="460"/>
                </a:lnTo>
                <a:lnTo>
                  <a:pt x="267" y="460"/>
                </a:lnTo>
                <a:lnTo>
                  <a:pt x="266" y="460"/>
                </a:lnTo>
                <a:lnTo>
                  <a:pt x="266" y="461"/>
                </a:lnTo>
                <a:lnTo>
                  <a:pt x="265" y="461"/>
                </a:lnTo>
                <a:lnTo>
                  <a:pt x="265" y="462"/>
                </a:lnTo>
                <a:lnTo>
                  <a:pt x="264" y="462"/>
                </a:lnTo>
                <a:lnTo>
                  <a:pt x="264" y="461"/>
                </a:lnTo>
                <a:lnTo>
                  <a:pt x="263" y="461"/>
                </a:lnTo>
                <a:lnTo>
                  <a:pt x="263" y="460"/>
                </a:lnTo>
                <a:lnTo>
                  <a:pt x="262" y="459"/>
                </a:lnTo>
                <a:lnTo>
                  <a:pt x="261" y="459"/>
                </a:lnTo>
                <a:lnTo>
                  <a:pt x="261" y="458"/>
                </a:lnTo>
                <a:lnTo>
                  <a:pt x="260" y="458"/>
                </a:lnTo>
                <a:lnTo>
                  <a:pt x="259" y="459"/>
                </a:lnTo>
                <a:lnTo>
                  <a:pt x="258" y="458"/>
                </a:lnTo>
                <a:lnTo>
                  <a:pt x="258" y="457"/>
                </a:lnTo>
                <a:lnTo>
                  <a:pt x="258" y="456"/>
                </a:lnTo>
                <a:lnTo>
                  <a:pt x="257" y="455"/>
                </a:lnTo>
                <a:lnTo>
                  <a:pt x="257" y="454"/>
                </a:lnTo>
                <a:lnTo>
                  <a:pt x="257" y="453"/>
                </a:lnTo>
                <a:lnTo>
                  <a:pt x="256" y="453"/>
                </a:lnTo>
                <a:lnTo>
                  <a:pt x="255" y="453"/>
                </a:lnTo>
                <a:lnTo>
                  <a:pt x="255" y="452"/>
                </a:lnTo>
                <a:lnTo>
                  <a:pt x="253" y="452"/>
                </a:lnTo>
                <a:lnTo>
                  <a:pt x="252" y="452"/>
                </a:lnTo>
                <a:lnTo>
                  <a:pt x="252" y="451"/>
                </a:lnTo>
                <a:lnTo>
                  <a:pt x="252" y="450"/>
                </a:lnTo>
                <a:lnTo>
                  <a:pt x="251" y="450"/>
                </a:lnTo>
                <a:lnTo>
                  <a:pt x="251" y="449"/>
                </a:lnTo>
                <a:lnTo>
                  <a:pt x="250" y="450"/>
                </a:lnTo>
                <a:lnTo>
                  <a:pt x="250" y="449"/>
                </a:lnTo>
                <a:lnTo>
                  <a:pt x="249" y="450"/>
                </a:lnTo>
                <a:lnTo>
                  <a:pt x="248" y="450"/>
                </a:lnTo>
                <a:lnTo>
                  <a:pt x="247" y="450"/>
                </a:lnTo>
                <a:lnTo>
                  <a:pt x="247" y="451"/>
                </a:lnTo>
                <a:lnTo>
                  <a:pt x="246" y="451"/>
                </a:lnTo>
                <a:lnTo>
                  <a:pt x="245" y="450"/>
                </a:lnTo>
                <a:lnTo>
                  <a:pt x="244" y="449"/>
                </a:lnTo>
                <a:lnTo>
                  <a:pt x="243" y="450"/>
                </a:lnTo>
                <a:lnTo>
                  <a:pt x="242" y="449"/>
                </a:lnTo>
                <a:lnTo>
                  <a:pt x="242" y="448"/>
                </a:lnTo>
                <a:lnTo>
                  <a:pt x="241" y="448"/>
                </a:lnTo>
                <a:lnTo>
                  <a:pt x="241" y="449"/>
                </a:lnTo>
                <a:lnTo>
                  <a:pt x="240" y="449"/>
                </a:lnTo>
                <a:lnTo>
                  <a:pt x="240" y="448"/>
                </a:lnTo>
                <a:lnTo>
                  <a:pt x="239" y="449"/>
                </a:lnTo>
                <a:lnTo>
                  <a:pt x="238" y="449"/>
                </a:lnTo>
                <a:lnTo>
                  <a:pt x="238" y="448"/>
                </a:lnTo>
                <a:lnTo>
                  <a:pt x="237" y="448"/>
                </a:lnTo>
                <a:lnTo>
                  <a:pt x="236" y="448"/>
                </a:lnTo>
                <a:lnTo>
                  <a:pt x="235" y="448"/>
                </a:lnTo>
                <a:lnTo>
                  <a:pt x="234" y="448"/>
                </a:lnTo>
                <a:lnTo>
                  <a:pt x="234" y="449"/>
                </a:lnTo>
                <a:lnTo>
                  <a:pt x="233" y="449"/>
                </a:lnTo>
                <a:lnTo>
                  <a:pt x="232" y="449"/>
                </a:lnTo>
                <a:lnTo>
                  <a:pt x="231" y="449"/>
                </a:lnTo>
                <a:lnTo>
                  <a:pt x="231" y="450"/>
                </a:lnTo>
                <a:lnTo>
                  <a:pt x="230" y="450"/>
                </a:lnTo>
                <a:lnTo>
                  <a:pt x="230" y="449"/>
                </a:lnTo>
                <a:lnTo>
                  <a:pt x="230" y="450"/>
                </a:lnTo>
                <a:lnTo>
                  <a:pt x="229" y="450"/>
                </a:lnTo>
                <a:lnTo>
                  <a:pt x="229" y="451"/>
                </a:lnTo>
                <a:lnTo>
                  <a:pt x="228" y="451"/>
                </a:lnTo>
                <a:lnTo>
                  <a:pt x="227" y="452"/>
                </a:lnTo>
                <a:lnTo>
                  <a:pt x="226" y="452"/>
                </a:lnTo>
                <a:lnTo>
                  <a:pt x="225" y="452"/>
                </a:lnTo>
                <a:lnTo>
                  <a:pt x="224" y="452"/>
                </a:lnTo>
                <a:lnTo>
                  <a:pt x="223" y="452"/>
                </a:lnTo>
                <a:lnTo>
                  <a:pt x="220" y="452"/>
                </a:lnTo>
                <a:lnTo>
                  <a:pt x="220" y="453"/>
                </a:lnTo>
                <a:lnTo>
                  <a:pt x="219" y="452"/>
                </a:lnTo>
                <a:lnTo>
                  <a:pt x="218" y="452"/>
                </a:lnTo>
                <a:lnTo>
                  <a:pt x="218" y="453"/>
                </a:lnTo>
                <a:lnTo>
                  <a:pt x="217" y="453"/>
                </a:lnTo>
                <a:lnTo>
                  <a:pt x="217" y="452"/>
                </a:lnTo>
                <a:lnTo>
                  <a:pt x="216" y="452"/>
                </a:lnTo>
                <a:lnTo>
                  <a:pt x="215" y="452"/>
                </a:lnTo>
                <a:lnTo>
                  <a:pt x="213" y="452"/>
                </a:lnTo>
                <a:lnTo>
                  <a:pt x="213" y="453"/>
                </a:lnTo>
                <a:lnTo>
                  <a:pt x="212" y="453"/>
                </a:lnTo>
                <a:lnTo>
                  <a:pt x="212" y="452"/>
                </a:lnTo>
                <a:lnTo>
                  <a:pt x="211" y="452"/>
                </a:lnTo>
                <a:lnTo>
                  <a:pt x="210" y="452"/>
                </a:lnTo>
                <a:lnTo>
                  <a:pt x="209" y="453"/>
                </a:lnTo>
                <a:lnTo>
                  <a:pt x="208" y="453"/>
                </a:lnTo>
                <a:lnTo>
                  <a:pt x="207" y="453"/>
                </a:lnTo>
                <a:lnTo>
                  <a:pt x="206" y="453"/>
                </a:lnTo>
                <a:lnTo>
                  <a:pt x="206" y="454"/>
                </a:lnTo>
                <a:lnTo>
                  <a:pt x="205" y="454"/>
                </a:lnTo>
                <a:lnTo>
                  <a:pt x="204" y="454"/>
                </a:lnTo>
                <a:lnTo>
                  <a:pt x="203" y="454"/>
                </a:lnTo>
                <a:lnTo>
                  <a:pt x="202" y="454"/>
                </a:lnTo>
                <a:lnTo>
                  <a:pt x="202" y="455"/>
                </a:lnTo>
                <a:lnTo>
                  <a:pt x="201" y="455"/>
                </a:lnTo>
                <a:lnTo>
                  <a:pt x="201" y="456"/>
                </a:lnTo>
                <a:lnTo>
                  <a:pt x="200" y="456"/>
                </a:lnTo>
                <a:lnTo>
                  <a:pt x="199" y="456"/>
                </a:lnTo>
                <a:lnTo>
                  <a:pt x="198" y="456"/>
                </a:lnTo>
                <a:lnTo>
                  <a:pt x="198" y="455"/>
                </a:lnTo>
                <a:lnTo>
                  <a:pt x="197" y="455"/>
                </a:lnTo>
                <a:lnTo>
                  <a:pt x="197" y="450"/>
                </a:lnTo>
                <a:lnTo>
                  <a:pt x="198" y="450"/>
                </a:lnTo>
                <a:lnTo>
                  <a:pt x="198" y="449"/>
                </a:lnTo>
                <a:lnTo>
                  <a:pt x="197" y="449"/>
                </a:lnTo>
                <a:lnTo>
                  <a:pt x="197" y="448"/>
                </a:lnTo>
                <a:lnTo>
                  <a:pt x="197" y="447"/>
                </a:lnTo>
                <a:lnTo>
                  <a:pt x="196" y="447"/>
                </a:lnTo>
                <a:lnTo>
                  <a:pt x="196" y="446"/>
                </a:lnTo>
                <a:lnTo>
                  <a:pt x="196" y="445"/>
                </a:lnTo>
                <a:lnTo>
                  <a:pt x="195" y="445"/>
                </a:lnTo>
                <a:lnTo>
                  <a:pt x="195" y="444"/>
                </a:lnTo>
                <a:lnTo>
                  <a:pt x="195" y="443"/>
                </a:lnTo>
                <a:lnTo>
                  <a:pt x="194" y="442"/>
                </a:lnTo>
                <a:lnTo>
                  <a:pt x="194" y="441"/>
                </a:lnTo>
                <a:lnTo>
                  <a:pt x="194" y="440"/>
                </a:lnTo>
                <a:lnTo>
                  <a:pt x="193" y="440"/>
                </a:lnTo>
                <a:lnTo>
                  <a:pt x="193" y="439"/>
                </a:lnTo>
                <a:lnTo>
                  <a:pt x="193" y="438"/>
                </a:lnTo>
                <a:lnTo>
                  <a:pt x="192" y="438"/>
                </a:lnTo>
                <a:lnTo>
                  <a:pt x="192" y="437"/>
                </a:lnTo>
                <a:lnTo>
                  <a:pt x="192" y="436"/>
                </a:lnTo>
                <a:lnTo>
                  <a:pt x="192" y="435"/>
                </a:lnTo>
                <a:lnTo>
                  <a:pt x="191" y="435"/>
                </a:lnTo>
                <a:lnTo>
                  <a:pt x="191" y="434"/>
                </a:lnTo>
                <a:lnTo>
                  <a:pt x="191" y="433"/>
                </a:lnTo>
                <a:lnTo>
                  <a:pt x="191" y="432"/>
                </a:lnTo>
                <a:lnTo>
                  <a:pt x="190" y="432"/>
                </a:lnTo>
                <a:lnTo>
                  <a:pt x="190" y="431"/>
                </a:lnTo>
                <a:lnTo>
                  <a:pt x="190" y="430"/>
                </a:lnTo>
                <a:lnTo>
                  <a:pt x="189" y="430"/>
                </a:lnTo>
                <a:lnTo>
                  <a:pt x="189" y="429"/>
                </a:lnTo>
                <a:lnTo>
                  <a:pt x="189" y="428"/>
                </a:lnTo>
                <a:lnTo>
                  <a:pt x="189" y="427"/>
                </a:lnTo>
                <a:lnTo>
                  <a:pt x="188" y="427"/>
                </a:lnTo>
                <a:lnTo>
                  <a:pt x="188" y="426"/>
                </a:lnTo>
                <a:lnTo>
                  <a:pt x="188" y="425"/>
                </a:lnTo>
                <a:lnTo>
                  <a:pt x="187" y="424"/>
                </a:lnTo>
                <a:lnTo>
                  <a:pt x="187" y="423"/>
                </a:lnTo>
                <a:lnTo>
                  <a:pt x="187" y="422"/>
                </a:lnTo>
                <a:lnTo>
                  <a:pt x="186" y="422"/>
                </a:lnTo>
                <a:lnTo>
                  <a:pt x="186" y="421"/>
                </a:lnTo>
                <a:lnTo>
                  <a:pt x="186" y="420"/>
                </a:lnTo>
                <a:lnTo>
                  <a:pt x="185" y="419"/>
                </a:lnTo>
                <a:lnTo>
                  <a:pt x="185" y="418"/>
                </a:lnTo>
                <a:lnTo>
                  <a:pt x="185" y="417"/>
                </a:lnTo>
                <a:lnTo>
                  <a:pt x="184" y="417"/>
                </a:lnTo>
                <a:lnTo>
                  <a:pt x="184" y="416"/>
                </a:lnTo>
                <a:lnTo>
                  <a:pt x="184" y="415"/>
                </a:lnTo>
                <a:lnTo>
                  <a:pt x="184" y="414"/>
                </a:lnTo>
                <a:lnTo>
                  <a:pt x="183" y="414"/>
                </a:lnTo>
                <a:lnTo>
                  <a:pt x="182" y="414"/>
                </a:lnTo>
                <a:lnTo>
                  <a:pt x="181" y="414"/>
                </a:lnTo>
                <a:lnTo>
                  <a:pt x="181" y="415"/>
                </a:lnTo>
                <a:lnTo>
                  <a:pt x="180" y="415"/>
                </a:lnTo>
                <a:lnTo>
                  <a:pt x="177" y="415"/>
                </a:lnTo>
                <a:lnTo>
                  <a:pt x="176" y="415"/>
                </a:lnTo>
                <a:lnTo>
                  <a:pt x="175" y="414"/>
                </a:lnTo>
                <a:lnTo>
                  <a:pt x="174" y="414"/>
                </a:lnTo>
                <a:lnTo>
                  <a:pt x="173" y="415"/>
                </a:lnTo>
                <a:lnTo>
                  <a:pt x="161" y="416"/>
                </a:lnTo>
                <a:lnTo>
                  <a:pt x="157" y="416"/>
                </a:lnTo>
                <a:lnTo>
                  <a:pt x="152" y="417"/>
                </a:lnTo>
                <a:lnTo>
                  <a:pt x="149" y="418"/>
                </a:lnTo>
                <a:lnTo>
                  <a:pt x="148" y="418"/>
                </a:lnTo>
                <a:lnTo>
                  <a:pt x="147" y="418"/>
                </a:lnTo>
                <a:lnTo>
                  <a:pt x="146" y="419"/>
                </a:lnTo>
                <a:lnTo>
                  <a:pt x="145" y="419"/>
                </a:lnTo>
                <a:lnTo>
                  <a:pt x="143" y="419"/>
                </a:lnTo>
                <a:lnTo>
                  <a:pt x="142" y="418"/>
                </a:lnTo>
                <a:lnTo>
                  <a:pt x="141" y="418"/>
                </a:lnTo>
                <a:lnTo>
                  <a:pt x="140" y="418"/>
                </a:lnTo>
                <a:lnTo>
                  <a:pt x="138" y="418"/>
                </a:lnTo>
                <a:lnTo>
                  <a:pt x="137" y="418"/>
                </a:lnTo>
                <a:lnTo>
                  <a:pt x="137" y="417"/>
                </a:lnTo>
                <a:lnTo>
                  <a:pt x="136" y="417"/>
                </a:lnTo>
                <a:lnTo>
                  <a:pt x="135" y="417"/>
                </a:lnTo>
                <a:lnTo>
                  <a:pt x="133" y="416"/>
                </a:lnTo>
                <a:lnTo>
                  <a:pt x="132" y="415"/>
                </a:lnTo>
                <a:lnTo>
                  <a:pt x="131" y="414"/>
                </a:lnTo>
                <a:lnTo>
                  <a:pt x="130" y="413"/>
                </a:lnTo>
                <a:lnTo>
                  <a:pt x="129" y="413"/>
                </a:lnTo>
                <a:lnTo>
                  <a:pt x="129" y="412"/>
                </a:lnTo>
                <a:lnTo>
                  <a:pt x="129" y="411"/>
                </a:lnTo>
                <a:lnTo>
                  <a:pt x="129" y="410"/>
                </a:lnTo>
                <a:lnTo>
                  <a:pt x="128" y="410"/>
                </a:lnTo>
                <a:lnTo>
                  <a:pt x="128" y="409"/>
                </a:lnTo>
                <a:lnTo>
                  <a:pt x="129" y="408"/>
                </a:lnTo>
                <a:lnTo>
                  <a:pt x="130" y="408"/>
                </a:lnTo>
                <a:lnTo>
                  <a:pt x="131" y="408"/>
                </a:lnTo>
                <a:lnTo>
                  <a:pt x="133" y="408"/>
                </a:lnTo>
                <a:lnTo>
                  <a:pt x="134" y="408"/>
                </a:lnTo>
                <a:lnTo>
                  <a:pt x="135" y="408"/>
                </a:lnTo>
                <a:lnTo>
                  <a:pt x="137" y="408"/>
                </a:lnTo>
                <a:lnTo>
                  <a:pt x="138" y="407"/>
                </a:lnTo>
                <a:lnTo>
                  <a:pt x="139" y="407"/>
                </a:lnTo>
                <a:lnTo>
                  <a:pt x="139" y="403"/>
                </a:lnTo>
                <a:lnTo>
                  <a:pt x="135" y="403"/>
                </a:lnTo>
                <a:lnTo>
                  <a:pt x="134" y="403"/>
                </a:lnTo>
                <a:lnTo>
                  <a:pt x="134" y="402"/>
                </a:lnTo>
                <a:lnTo>
                  <a:pt x="133" y="402"/>
                </a:lnTo>
                <a:lnTo>
                  <a:pt x="132" y="401"/>
                </a:lnTo>
                <a:lnTo>
                  <a:pt x="131" y="401"/>
                </a:lnTo>
                <a:lnTo>
                  <a:pt x="129" y="400"/>
                </a:lnTo>
                <a:lnTo>
                  <a:pt x="128" y="399"/>
                </a:lnTo>
                <a:lnTo>
                  <a:pt x="127" y="399"/>
                </a:lnTo>
                <a:lnTo>
                  <a:pt x="127" y="398"/>
                </a:lnTo>
                <a:lnTo>
                  <a:pt x="126" y="398"/>
                </a:lnTo>
                <a:lnTo>
                  <a:pt x="126" y="397"/>
                </a:lnTo>
                <a:lnTo>
                  <a:pt x="126" y="398"/>
                </a:lnTo>
                <a:lnTo>
                  <a:pt x="124" y="398"/>
                </a:lnTo>
                <a:lnTo>
                  <a:pt x="122" y="398"/>
                </a:lnTo>
                <a:lnTo>
                  <a:pt x="112" y="398"/>
                </a:lnTo>
                <a:lnTo>
                  <a:pt x="107" y="398"/>
                </a:lnTo>
                <a:lnTo>
                  <a:pt x="105" y="398"/>
                </a:lnTo>
                <a:lnTo>
                  <a:pt x="104" y="398"/>
                </a:lnTo>
                <a:lnTo>
                  <a:pt x="103" y="398"/>
                </a:lnTo>
                <a:lnTo>
                  <a:pt x="102" y="398"/>
                </a:lnTo>
                <a:lnTo>
                  <a:pt x="99" y="398"/>
                </a:lnTo>
                <a:lnTo>
                  <a:pt x="98" y="399"/>
                </a:lnTo>
                <a:lnTo>
                  <a:pt x="95" y="399"/>
                </a:lnTo>
                <a:lnTo>
                  <a:pt x="93" y="399"/>
                </a:lnTo>
                <a:lnTo>
                  <a:pt x="91" y="399"/>
                </a:lnTo>
                <a:lnTo>
                  <a:pt x="90" y="399"/>
                </a:lnTo>
                <a:lnTo>
                  <a:pt x="90" y="400"/>
                </a:lnTo>
                <a:lnTo>
                  <a:pt x="89" y="400"/>
                </a:lnTo>
                <a:lnTo>
                  <a:pt x="88" y="400"/>
                </a:lnTo>
                <a:lnTo>
                  <a:pt x="87" y="400"/>
                </a:lnTo>
                <a:lnTo>
                  <a:pt x="87" y="401"/>
                </a:lnTo>
                <a:lnTo>
                  <a:pt x="85" y="401"/>
                </a:lnTo>
                <a:lnTo>
                  <a:pt x="85" y="400"/>
                </a:lnTo>
                <a:lnTo>
                  <a:pt x="84" y="400"/>
                </a:lnTo>
                <a:lnTo>
                  <a:pt x="83" y="399"/>
                </a:lnTo>
                <a:lnTo>
                  <a:pt x="81" y="398"/>
                </a:lnTo>
                <a:lnTo>
                  <a:pt x="78" y="398"/>
                </a:lnTo>
                <a:lnTo>
                  <a:pt x="77" y="398"/>
                </a:lnTo>
                <a:lnTo>
                  <a:pt x="76" y="398"/>
                </a:lnTo>
                <a:lnTo>
                  <a:pt x="76" y="397"/>
                </a:lnTo>
                <a:lnTo>
                  <a:pt x="77" y="392"/>
                </a:lnTo>
                <a:lnTo>
                  <a:pt x="77" y="390"/>
                </a:lnTo>
                <a:lnTo>
                  <a:pt x="77" y="386"/>
                </a:lnTo>
                <a:lnTo>
                  <a:pt x="78" y="385"/>
                </a:lnTo>
                <a:lnTo>
                  <a:pt x="77" y="385"/>
                </a:lnTo>
                <a:lnTo>
                  <a:pt x="77" y="384"/>
                </a:lnTo>
                <a:lnTo>
                  <a:pt x="77" y="383"/>
                </a:lnTo>
                <a:lnTo>
                  <a:pt x="76" y="383"/>
                </a:lnTo>
                <a:lnTo>
                  <a:pt x="76" y="382"/>
                </a:lnTo>
                <a:lnTo>
                  <a:pt x="75" y="382"/>
                </a:lnTo>
                <a:lnTo>
                  <a:pt x="75" y="381"/>
                </a:lnTo>
                <a:lnTo>
                  <a:pt x="75" y="380"/>
                </a:lnTo>
                <a:lnTo>
                  <a:pt x="73" y="379"/>
                </a:lnTo>
                <a:lnTo>
                  <a:pt x="72" y="379"/>
                </a:lnTo>
                <a:lnTo>
                  <a:pt x="72" y="378"/>
                </a:lnTo>
                <a:lnTo>
                  <a:pt x="71" y="378"/>
                </a:lnTo>
                <a:lnTo>
                  <a:pt x="71" y="377"/>
                </a:lnTo>
                <a:lnTo>
                  <a:pt x="72" y="377"/>
                </a:lnTo>
                <a:lnTo>
                  <a:pt x="72" y="376"/>
                </a:lnTo>
                <a:lnTo>
                  <a:pt x="72" y="375"/>
                </a:lnTo>
                <a:lnTo>
                  <a:pt x="72" y="374"/>
                </a:lnTo>
                <a:lnTo>
                  <a:pt x="72" y="373"/>
                </a:lnTo>
                <a:lnTo>
                  <a:pt x="73" y="373"/>
                </a:lnTo>
                <a:lnTo>
                  <a:pt x="72" y="373"/>
                </a:lnTo>
                <a:lnTo>
                  <a:pt x="71" y="372"/>
                </a:lnTo>
                <a:lnTo>
                  <a:pt x="71" y="371"/>
                </a:lnTo>
                <a:lnTo>
                  <a:pt x="70" y="371"/>
                </a:lnTo>
                <a:lnTo>
                  <a:pt x="69" y="371"/>
                </a:lnTo>
                <a:lnTo>
                  <a:pt x="69" y="372"/>
                </a:lnTo>
                <a:lnTo>
                  <a:pt x="68" y="372"/>
                </a:lnTo>
                <a:lnTo>
                  <a:pt x="68" y="373"/>
                </a:lnTo>
                <a:lnTo>
                  <a:pt x="66" y="373"/>
                </a:lnTo>
                <a:lnTo>
                  <a:pt x="66" y="374"/>
                </a:lnTo>
                <a:lnTo>
                  <a:pt x="65" y="374"/>
                </a:lnTo>
                <a:lnTo>
                  <a:pt x="64" y="374"/>
                </a:lnTo>
                <a:lnTo>
                  <a:pt x="64" y="375"/>
                </a:lnTo>
                <a:lnTo>
                  <a:pt x="63" y="375"/>
                </a:lnTo>
                <a:lnTo>
                  <a:pt x="63" y="374"/>
                </a:lnTo>
                <a:lnTo>
                  <a:pt x="61" y="374"/>
                </a:lnTo>
                <a:lnTo>
                  <a:pt x="60" y="374"/>
                </a:lnTo>
                <a:lnTo>
                  <a:pt x="59" y="374"/>
                </a:lnTo>
                <a:lnTo>
                  <a:pt x="59" y="375"/>
                </a:lnTo>
                <a:lnTo>
                  <a:pt x="58" y="375"/>
                </a:lnTo>
                <a:lnTo>
                  <a:pt x="57" y="375"/>
                </a:lnTo>
                <a:lnTo>
                  <a:pt x="57" y="374"/>
                </a:lnTo>
                <a:lnTo>
                  <a:pt x="56" y="373"/>
                </a:lnTo>
                <a:lnTo>
                  <a:pt x="55" y="372"/>
                </a:lnTo>
                <a:lnTo>
                  <a:pt x="54" y="372"/>
                </a:lnTo>
                <a:lnTo>
                  <a:pt x="54" y="373"/>
                </a:lnTo>
                <a:lnTo>
                  <a:pt x="53" y="373"/>
                </a:lnTo>
                <a:lnTo>
                  <a:pt x="52" y="373"/>
                </a:lnTo>
                <a:lnTo>
                  <a:pt x="51" y="373"/>
                </a:lnTo>
                <a:lnTo>
                  <a:pt x="50" y="373"/>
                </a:lnTo>
                <a:lnTo>
                  <a:pt x="50" y="374"/>
                </a:lnTo>
                <a:lnTo>
                  <a:pt x="49" y="374"/>
                </a:lnTo>
                <a:lnTo>
                  <a:pt x="48" y="375"/>
                </a:lnTo>
                <a:lnTo>
                  <a:pt x="47" y="375"/>
                </a:lnTo>
                <a:lnTo>
                  <a:pt x="46" y="375"/>
                </a:lnTo>
                <a:lnTo>
                  <a:pt x="45" y="375"/>
                </a:lnTo>
                <a:lnTo>
                  <a:pt x="44" y="375"/>
                </a:lnTo>
                <a:lnTo>
                  <a:pt x="44" y="376"/>
                </a:lnTo>
                <a:lnTo>
                  <a:pt x="43" y="376"/>
                </a:lnTo>
                <a:lnTo>
                  <a:pt x="42" y="375"/>
                </a:lnTo>
                <a:lnTo>
                  <a:pt x="42" y="376"/>
                </a:lnTo>
                <a:lnTo>
                  <a:pt x="41" y="375"/>
                </a:lnTo>
                <a:lnTo>
                  <a:pt x="40" y="375"/>
                </a:lnTo>
                <a:lnTo>
                  <a:pt x="40" y="376"/>
                </a:lnTo>
                <a:lnTo>
                  <a:pt x="39" y="376"/>
                </a:lnTo>
                <a:lnTo>
                  <a:pt x="38" y="376"/>
                </a:lnTo>
                <a:lnTo>
                  <a:pt x="37" y="376"/>
                </a:lnTo>
                <a:lnTo>
                  <a:pt x="37" y="377"/>
                </a:lnTo>
                <a:lnTo>
                  <a:pt x="36" y="377"/>
                </a:lnTo>
                <a:lnTo>
                  <a:pt x="35" y="377"/>
                </a:lnTo>
                <a:lnTo>
                  <a:pt x="34" y="377"/>
                </a:lnTo>
                <a:lnTo>
                  <a:pt x="33" y="377"/>
                </a:lnTo>
                <a:lnTo>
                  <a:pt x="33" y="378"/>
                </a:lnTo>
                <a:lnTo>
                  <a:pt x="32" y="378"/>
                </a:lnTo>
                <a:lnTo>
                  <a:pt x="31" y="378"/>
                </a:lnTo>
                <a:lnTo>
                  <a:pt x="30" y="378"/>
                </a:lnTo>
                <a:lnTo>
                  <a:pt x="29" y="378"/>
                </a:lnTo>
                <a:lnTo>
                  <a:pt x="29" y="379"/>
                </a:lnTo>
                <a:lnTo>
                  <a:pt x="29" y="378"/>
                </a:lnTo>
                <a:lnTo>
                  <a:pt x="28" y="378"/>
                </a:lnTo>
                <a:lnTo>
                  <a:pt x="28" y="377"/>
                </a:lnTo>
                <a:lnTo>
                  <a:pt x="28" y="378"/>
                </a:lnTo>
                <a:lnTo>
                  <a:pt x="27" y="378"/>
                </a:lnTo>
                <a:lnTo>
                  <a:pt x="26" y="378"/>
                </a:lnTo>
                <a:lnTo>
                  <a:pt x="25" y="378"/>
                </a:lnTo>
                <a:lnTo>
                  <a:pt x="25" y="379"/>
                </a:lnTo>
                <a:lnTo>
                  <a:pt x="24" y="379"/>
                </a:lnTo>
                <a:lnTo>
                  <a:pt x="24" y="378"/>
                </a:lnTo>
                <a:lnTo>
                  <a:pt x="23" y="378"/>
                </a:lnTo>
                <a:lnTo>
                  <a:pt x="23" y="379"/>
                </a:lnTo>
                <a:lnTo>
                  <a:pt x="22" y="379"/>
                </a:lnTo>
                <a:lnTo>
                  <a:pt x="21" y="379"/>
                </a:lnTo>
                <a:lnTo>
                  <a:pt x="21" y="378"/>
                </a:lnTo>
                <a:lnTo>
                  <a:pt x="20" y="379"/>
                </a:lnTo>
                <a:lnTo>
                  <a:pt x="19" y="379"/>
                </a:lnTo>
                <a:lnTo>
                  <a:pt x="19" y="378"/>
                </a:lnTo>
                <a:lnTo>
                  <a:pt x="19" y="379"/>
                </a:lnTo>
                <a:lnTo>
                  <a:pt x="18" y="379"/>
                </a:lnTo>
                <a:lnTo>
                  <a:pt x="19" y="379"/>
                </a:lnTo>
                <a:lnTo>
                  <a:pt x="18" y="379"/>
                </a:lnTo>
                <a:lnTo>
                  <a:pt x="17" y="379"/>
                </a:lnTo>
                <a:lnTo>
                  <a:pt x="16" y="379"/>
                </a:lnTo>
                <a:lnTo>
                  <a:pt x="14" y="379"/>
                </a:lnTo>
                <a:lnTo>
                  <a:pt x="13" y="380"/>
                </a:lnTo>
                <a:lnTo>
                  <a:pt x="13" y="381"/>
                </a:lnTo>
                <a:lnTo>
                  <a:pt x="12" y="382"/>
                </a:lnTo>
                <a:lnTo>
                  <a:pt x="11" y="383"/>
                </a:lnTo>
                <a:lnTo>
                  <a:pt x="11" y="384"/>
                </a:lnTo>
                <a:lnTo>
                  <a:pt x="11" y="385"/>
                </a:lnTo>
                <a:lnTo>
                  <a:pt x="10" y="385"/>
                </a:lnTo>
                <a:lnTo>
                  <a:pt x="9" y="385"/>
                </a:lnTo>
                <a:lnTo>
                  <a:pt x="8" y="385"/>
                </a:lnTo>
                <a:lnTo>
                  <a:pt x="8" y="386"/>
                </a:lnTo>
                <a:lnTo>
                  <a:pt x="7" y="386"/>
                </a:lnTo>
                <a:lnTo>
                  <a:pt x="6" y="386"/>
                </a:lnTo>
                <a:lnTo>
                  <a:pt x="6" y="385"/>
                </a:lnTo>
                <a:lnTo>
                  <a:pt x="5" y="385"/>
                </a:lnTo>
                <a:lnTo>
                  <a:pt x="6" y="385"/>
                </a:lnTo>
                <a:lnTo>
                  <a:pt x="5" y="384"/>
                </a:lnTo>
                <a:lnTo>
                  <a:pt x="5" y="383"/>
                </a:lnTo>
                <a:lnTo>
                  <a:pt x="4" y="383"/>
                </a:lnTo>
                <a:lnTo>
                  <a:pt x="4" y="384"/>
                </a:lnTo>
                <a:lnTo>
                  <a:pt x="3" y="384"/>
                </a:lnTo>
                <a:lnTo>
                  <a:pt x="2" y="383"/>
                </a:lnTo>
                <a:lnTo>
                  <a:pt x="2" y="382"/>
                </a:lnTo>
                <a:lnTo>
                  <a:pt x="1" y="382"/>
                </a:lnTo>
                <a:lnTo>
                  <a:pt x="1" y="381"/>
                </a:lnTo>
                <a:lnTo>
                  <a:pt x="2" y="380"/>
                </a:lnTo>
                <a:lnTo>
                  <a:pt x="3" y="380"/>
                </a:lnTo>
                <a:lnTo>
                  <a:pt x="3" y="379"/>
                </a:lnTo>
                <a:lnTo>
                  <a:pt x="2" y="379"/>
                </a:lnTo>
                <a:lnTo>
                  <a:pt x="2" y="378"/>
                </a:lnTo>
                <a:lnTo>
                  <a:pt x="2" y="377"/>
                </a:lnTo>
                <a:lnTo>
                  <a:pt x="1" y="377"/>
                </a:lnTo>
                <a:lnTo>
                  <a:pt x="2" y="377"/>
                </a:lnTo>
                <a:lnTo>
                  <a:pt x="1" y="376"/>
                </a:lnTo>
                <a:lnTo>
                  <a:pt x="1" y="375"/>
                </a:lnTo>
                <a:lnTo>
                  <a:pt x="1" y="374"/>
                </a:lnTo>
                <a:lnTo>
                  <a:pt x="1" y="373"/>
                </a:lnTo>
                <a:lnTo>
                  <a:pt x="0" y="371"/>
                </a:lnTo>
                <a:lnTo>
                  <a:pt x="1" y="370"/>
                </a:lnTo>
                <a:lnTo>
                  <a:pt x="1" y="369"/>
                </a:lnTo>
                <a:lnTo>
                  <a:pt x="1" y="367"/>
                </a:lnTo>
                <a:lnTo>
                  <a:pt x="0" y="365"/>
                </a:lnTo>
                <a:lnTo>
                  <a:pt x="1" y="365"/>
                </a:lnTo>
                <a:lnTo>
                  <a:pt x="2" y="364"/>
                </a:lnTo>
                <a:lnTo>
                  <a:pt x="4" y="363"/>
                </a:lnTo>
                <a:lnTo>
                  <a:pt x="5" y="362"/>
                </a:lnTo>
                <a:lnTo>
                  <a:pt x="11" y="357"/>
                </a:lnTo>
                <a:lnTo>
                  <a:pt x="17" y="352"/>
                </a:lnTo>
                <a:lnTo>
                  <a:pt x="26" y="338"/>
                </a:lnTo>
                <a:lnTo>
                  <a:pt x="27" y="337"/>
                </a:lnTo>
                <a:lnTo>
                  <a:pt x="32" y="322"/>
                </a:lnTo>
                <a:lnTo>
                  <a:pt x="32" y="321"/>
                </a:lnTo>
                <a:lnTo>
                  <a:pt x="33" y="317"/>
                </a:lnTo>
                <a:lnTo>
                  <a:pt x="36" y="307"/>
                </a:lnTo>
                <a:lnTo>
                  <a:pt x="36" y="304"/>
                </a:lnTo>
                <a:lnTo>
                  <a:pt x="37" y="301"/>
                </a:lnTo>
                <a:lnTo>
                  <a:pt x="37" y="298"/>
                </a:lnTo>
                <a:lnTo>
                  <a:pt x="37" y="297"/>
                </a:lnTo>
                <a:lnTo>
                  <a:pt x="39" y="287"/>
                </a:lnTo>
                <a:lnTo>
                  <a:pt x="41" y="272"/>
                </a:lnTo>
                <a:lnTo>
                  <a:pt x="44" y="267"/>
                </a:lnTo>
                <a:lnTo>
                  <a:pt x="48" y="261"/>
                </a:lnTo>
                <a:lnTo>
                  <a:pt x="51" y="256"/>
                </a:lnTo>
                <a:lnTo>
                  <a:pt x="53" y="247"/>
                </a:lnTo>
                <a:lnTo>
                  <a:pt x="53" y="245"/>
                </a:lnTo>
                <a:lnTo>
                  <a:pt x="53" y="230"/>
                </a:lnTo>
                <a:lnTo>
                  <a:pt x="53" y="229"/>
                </a:lnTo>
                <a:lnTo>
                  <a:pt x="60" y="228"/>
                </a:lnTo>
                <a:lnTo>
                  <a:pt x="90" y="223"/>
                </a:lnTo>
                <a:lnTo>
                  <a:pt x="105" y="221"/>
                </a:lnTo>
                <a:lnTo>
                  <a:pt x="128" y="219"/>
                </a:lnTo>
                <a:lnTo>
                  <a:pt x="134" y="206"/>
                </a:lnTo>
                <a:lnTo>
                  <a:pt x="133" y="198"/>
                </a:lnTo>
                <a:lnTo>
                  <a:pt x="142" y="187"/>
                </a:lnTo>
                <a:lnTo>
                  <a:pt x="150" y="175"/>
                </a:lnTo>
                <a:lnTo>
                  <a:pt x="151" y="173"/>
                </a:lnTo>
                <a:lnTo>
                  <a:pt x="166" y="158"/>
                </a:lnTo>
                <a:lnTo>
                  <a:pt x="175" y="151"/>
                </a:lnTo>
                <a:lnTo>
                  <a:pt x="198" y="133"/>
                </a:lnTo>
                <a:lnTo>
                  <a:pt x="213" y="131"/>
                </a:lnTo>
                <a:lnTo>
                  <a:pt x="217" y="130"/>
                </a:lnTo>
                <a:lnTo>
                  <a:pt x="220" y="127"/>
                </a:lnTo>
                <a:lnTo>
                  <a:pt x="223" y="122"/>
                </a:lnTo>
                <a:lnTo>
                  <a:pt x="224" y="120"/>
                </a:lnTo>
                <a:lnTo>
                  <a:pt x="228" y="117"/>
                </a:lnTo>
                <a:lnTo>
                  <a:pt x="237" y="112"/>
                </a:lnTo>
                <a:lnTo>
                  <a:pt x="241" y="111"/>
                </a:lnTo>
                <a:lnTo>
                  <a:pt x="250" y="107"/>
                </a:lnTo>
                <a:lnTo>
                  <a:pt x="252" y="106"/>
                </a:lnTo>
                <a:lnTo>
                  <a:pt x="253" y="107"/>
                </a:lnTo>
                <a:lnTo>
                  <a:pt x="253" y="108"/>
                </a:lnTo>
                <a:lnTo>
                  <a:pt x="254" y="109"/>
                </a:lnTo>
                <a:lnTo>
                  <a:pt x="255" y="110"/>
                </a:lnTo>
                <a:lnTo>
                  <a:pt x="256" y="111"/>
                </a:lnTo>
                <a:lnTo>
                  <a:pt x="258" y="111"/>
                </a:lnTo>
                <a:lnTo>
                  <a:pt x="258" y="112"/>
                </a:lnTo>
                <a:lnTo>
                  <a:pt x="258" y="113"/>
                </a:lnTo>
                <a:lnTo>
                  <a:pt x="257" y="113"/>
                </a:lnTo>
                <a:lnTo>
                  <a:pt x="257" y="114"/>
                </a:lnTo>
                <a:lnTo>
                  <a:pt x="258" y="114"/>
                </a:lnTo>
                <a:lnTo>
                  <a:pt x="259" y="116"/>
                </a:lnTo>
                <a:lnTo>
                  <a:pt x="259" y="117"/>
                </a:lnTo>
                <a:lnTo>
                  <a:pt x="260" y="118"/>
                </a:lnTo>
                <a:lnTo>
                  <a:pt x="260" y="119"/>
                </a:lnTo>
                <a:lnTo>
                  <a:pt x="261" y="120"/>
                </a:lnTo>
                <a:lnTo>
                  <a:pt x="262" y="123"/>
                </a:lnTo>
                <a:lnTo>
                  <a:pt x="267" y="127"/>
                </a:lnTo>
                <a:lnTo>
                  <a:pt x="268" y="127"/>
                </a:lnTo>
                <a:lnTo>
                  <a:pt x="268" y="126"/>
                </a:lnTo>
                <a:lnTo>
                  <a:pt x="268" y="125"/>
                </a:lnTo>
                <a:lnTo>
                  <a:pt x="268" y="124"/>
                </a:lnTo>
                <a:lnTo>
                  <a:pt x="269" y="123"/>
                </a:lnTo>
                <a:lnTo>
                  <a:pt x="269" y="122"/>
                </a:lnTo>
                <a:lnTo>
                  <a:pt x="270" y="121"/>
                </a:lnTo>
                <a:lnTo>
                  <a:pt x="270" y="120"/>
                </a:lnTo>
                <a:lnTo>
                  <a:pt x="270" y="119"/>
                </a:lnTo>
                <a:lnTo>
                  <a:pt x="271" y="119"/>
                </a:lnTo>
                <a:lnTo>
                  <a:pt x="271" y="118"/>
                </a:lnTo>
                <a:lnTo>
                  <a:pt x="273" y="117"/>
                </a:lnTo>
                <a:lnTo>
                  <a:pt x="273" y="116"/>
                </a:lnTo>
                <a:lnTo>
                  <a:pt x="274" y="116"/>
                </a:lnTo>
                <a:lnTo>
                  <a:pt x="274" y="115"/>
                </a:lnTo>
                <a:lnTo>
                  <a:pt x="276" y="114"/>
                </a:lnTo>
                <a:lnTo>
                  <a:pt x="278" y="113"/>
                </a:lnTo>
                <a:lnTo>
                  <a:pt x="279" y="113"/>
                </a:lnTo>
                <a:lnTo>
                  <a:pt x="280" y="112"/>
                </a:lnTo>
                <a:lnTo>
                  <a:pt x="282" y="110"/>
                </a:lnTo>
                <a:lnTo>
                  <a:pt x="283" y="109"/>
                </a:lnTo>
                <a:lnTo>
                  <a:pt x="284" y="109"/>
                </a:lnTo>
                <a:lnTo>
                  <a:pt x="285" y="108"/>
                </a:lnTo>
                <a:lnTo>
                  <a:pt x="286" y="108"/>
                </a:lnTo>
                <a:lnTo>
                  <a:pt x="287" y="107"/>
                </a:lnTo>
                <a:lnTo>
                  <a:pt x="288" y="106"/>
                </a:lnTo>
                <a:lnTo>
                  <a:pt x="290" y="105"/>
                </a:lnTo>
                <a:lnTo>
                  <a:pt x="291" y="105"/>
                </a:lnTo>
                <a:lnTo>
                  <a:pt x="291" y="104"/>
                </a:lnTo>
                <a:lnTo>
                  <a:pt x="292" y="104"/>
                </a:lnTo>
                <a:lnTo>
                  <a:pt x="294" y="103"/>
                </a:lnTo>
                <a:lnTo>
                  <a:pt x="296" y="103"/>
                </a:lnTo>
                <a:lnTo>
                  <a:pt x="296" y="102"/>
                </a:lnTo>
                <a:lnTo>
                  <a:pt x="297" y="102"/>
                </a:lnTo>
                <a:lnTo>
                  <a:pt x="298" y="102"/>
                </a:lnTo>
                <a:lnTo>
                  <a:pt x="298" y="101"/>
                </a:lnTo>
                <a:lnTo>
                  <a:pt x="299" y="101"/>
                </a:lnTo>
                <a:lnTo>
                  <a:pt x="301" y="100"/>
                </a:lnTo>
                <a:lnTo>
                  <a:pt x="303" y="100"/>
                </a:lnTo>
                <a:lnTo>
                  <a:pt x="304" y="100"/>
                </a:lnTo>
                <a:lnTo>
                  <a:pt x="305" y="100"/>
                </a:lnTo>
                <a:lnTo>
                  <a:pt x="307" y="100"/>
                </a:lnTo>
                <a:lnTo>
                  <a:pt x="308" y="100"/>
                </a:lnTo>
                <a:lnTo>
                  <a:pt x="309" y="100"/>
                </a:lnTo>
                <a:lnTo>
                  <a:pt x="311" y="99"/>
                </a:lnTo>
                <a:lnTo>
                  <a:pt x="312" y="98"/>
                </a:lnTo>
                <a:lnTo>
                  <a:pt x="313" y="98"/>
                </a:lnTo>
                <a:lnTo>
                  <a:pt x="314" y="98"/>
                </a:lnTo>
                <a:lnTo>
                  <a:pt x="315" y="98"/>
                </a:lnTo>
                <a:lnTo>
                  <a:pt x="317" y="98"/>
                </a:lnTo>
                <a:lnTo>
                  <a:pt x="318" y="98"/>
                </a:lnTo>
                <a:lnTo>
                  <a:pt x="319" y="97"/>
                </a:lnTo>
                <a:lnTo>
                  <a:pt x="320" y="97"/>
                </a:lnTo>
                <a:lnTo>
                  <a:pt x="321" y="96"/>
                </a:lnTo>
                <a:lnTo>
                  <a:pt x="322" y="96"/>
                </a:lnTo>
                <a:lnTo>
                  <a:pt x="324" y="95"/>
                </a:lnTo>
                <a:lnTo>
                  <a:pt x="326" y="95"/>
                </a:lnTo>
                <a:lnTo>
                  <a:pt x="326" y="94"/>
                </a:lnTo>
                <a:lnTo>
                  <a:pt x="327" y="94"/>
                </a:lnTo>
                <a:lnTo>
                  <a:pt x="329" y="93"/>
                </a:lnTo>
                <a:lnTo>
                  <a:pt x="330" y="93"/>
                </a:lnTo>
                <a:lnTo>
                  <a:pt x="330" y="92"/>
                </a:lnTo>
                <a:lnTo>
                  <a:pt x="331" y="92"/>
                </a:lnTo>
                <a:lnTo>
                  <a:pt x="332" y="92"/>
                </a:lnTo>
                <a:lnTo>
                  <a:pt x="332" y="91"/>
                </a:lnTo>
                <a:lnTo>
                  <a:pt x="333" y="91"/>
                </a:lnTo>
                <a:lnTo>
                  <a:pt x="334" y="91"/>
                </a:lnTo>
                <a:lnTo>
                  <a:pt x="334" y="90"/>
                </a:lnTo>
                <a:lnTo>
                  <a:pt x="335" y="90"/>
                </a:lnTo>
                <a:lnTo>
                  <a:pt x="336" y="89"/>
                </a:lnTo>
                <a:lnTo>
                  <a:pt x="336" y="88"/>
                </a:lnTo>
                <a:lnTo>
                  <a:pt x="337" y="88"/>
                </a:lnTo>
                <a:lnTo>
                  <a:pt x="337" y="87"/>
                </a:lnTo>
                <a:lnTo>
                  <a:pt x="338" y="87"/>
                </a:lnTo>
                <a:lnTo>
                  <a:pt x="339" y="86"/>
                </a:lnTo>
                <a:lnTo>
                  <a:pt x="340" y="86"/>
                </a:lnTo>
                <a:lnTo>
                  <a:pt x="340" y="85"/>
                </a:lnTo>
                <a:lnTo>
                  <a:pt x="341" y="84"/>
                </a:lnTo>
                <a:lnTo>
                  <a:pt x="341" y="83"/>
                </a:lnTo>
                <a:lnTo>
                  <a:pt x="341" y="82"/>
                </a:lnTo>
                <a:lnTo>
                  <a:pt x="342" y="82"/>
                </a:lnTo>
                <a:lnTo>
                  <a:pt x="342" y="81"/>
                </a:lnTo>
                <a:lnTo>
                  <a:pt x="343" y="81"/>
                </a:lnTo>
                <a:lnTo>
                  <a:pt x="342" y="81"/>
                </a:lnTo>
                <a:lnTo>
                  <a:pt x="342" y="80"/>
                </a:lnTo>
                <a:lnTo>
                  <a:pt x="343" y="80"/>
                </a:lnTo>
                <a:lnTo>
                  <a:pt x="342" y="80"/>
                </a:lnTo>
                <a:lnTo>
                  <a:pt x="343" y="77"/>
                </a:lnTo>
                <a:lnTo>
                  <a:pt x="337" y="68"/>
                </a:lnTo>
                <a:lnTo>
                  <a:pt x="340" y="66"/>
                </a:lnTo>
                <a:lnTo>
                  <a:pt x="342" y="63"/>
                </a:lnTo>
                <a:lnTo>
                  <a:pt x="346" y="61"/>
                </a:lnTo>
                <a:lnTo>
                  <a:pt x="334" y="50"/>
                </a:lnTo>
                <a:lnTo>
                  <a:pt x="334" y="47"/>
                </a:lnTo>
                <a:lnTo>
                  <a:pt x="336" y="41"/>
                </a:lnTo>
                <a:lnTo>
                  <a:pt x="330" y="39"/>
                </a:lnTo>
                <a:lnTo>
                  <a:pt x="328" y="38"/>
                </a:lnTo>
                <a:lnTo>
                  <a:pt x="330" y="36"/>
                </a:lnTo>
                <a:lnTo>
                  <a:pt x="332" y="34"/>
                </a:lnTo>
                <a:lnTo>
                  <a:pt x="332" y="32"/>
                </a:lnTo>
                <a:lnTo>
                  <a:pt x="332" y="28"/>
                </a:lnTo>
                <a:lnTo>
                  <a:pt x="332" y="27"/>
                </a:lnTo>
                <a:lnTo>
                  <a:pt x="333" y="27"/>
                </a:lnTo>
                <a:lnTo>
                  <a:pt x="335" y="26"/>
                </a:lnTo>
                <a:lnTo>
                  <a:pt x="336" y="25"/>
                </a:lnTo>
                <a:lnTo>
                  <a:pt x="337" y="25"/>
                </a:lnTo>
                <a:lnTo>
                  <a:pt x="337" y="24"/>
                </a:lnTo>
                <a:lnTo>
                  <a:pt x="339" y="20"/>
                </a:lnTo>
                <a:lnTo>
                  <a:pt x="340" y="20"/>
                </a:lnTo>
                <a:lnTo>
                  <a:pt x="341" y="19"/>
                </a:lnTo>
                <a:lnTo>
                  <a:pt x="342" y="19"/>
                </a:lnTo>
                <a:lnTo>
                  <a:pt x="344" y="19"/>
                </a:lnTo>
                <a:lnTo>
                  <a:pt x="345" y="18"/>
                </a:lnTo>
                <a:lnTo>
                  <a:pt x="345" y="17"/>
                </a:lnTo>
                <a:lnTo>
                  <a:pt x="346" y="17"/>
                </a:lnTo>
                <a:lnTo>
                  <a:pt x="347" y="17"/>
                </a:lnTo>
                <a:lnTo>
                  <a:pt x="350" y="16"/>
                </a:lnTo>
                <a:lnTo>
                  <a:pt x="350" y="15"/>
                </a:lnTo>
                <a:lnTo>
                  <a:pt x="352" y="15"/>
                </a:lnTo>
                <a:lnTo>
                  <a:pt x="353" y="14"/>
                </a:lnTo>
                <a:lnTo>
                  <a:pt x="354" y="14"/>
                </a:lnTo>
                <a:lnTo>
                  <a:pt x="354" y="13"/>
                </a:lnTo>
                <a:lnTo>
                  <a:pt x="355" y="13"/>
                </a:lnTo>
                <a:lnTo>
                  <a:pt x="356" y="13"/>
                </a:lnTo>
                <a:lnTo>
                  <a:pt x="356" y="12"/>
                </a:lnTo>
                <a:lnTo>
                  <a:pt x="357" y="12"/>
                </a:lnTo>
                <a:lnTo>
                  <a:pt x="358" y="12"/>
                </a:lnTo>
                <a:lnTo>
                  <a:pt x="358" y="11"/>
                </a:lnTo>
                <a:lnTo>
                  <a:pt x="359" y="11"/>
                </a:lnTo>
                <a:lnTo>
                  <a:pt x="360" y="11"/>
                </a:lnTo>
                <a:lnTo>
                  <a:pt x="360" y="10"/>
                </a:lnTo>
                <a:lnTo>
                  <a:pt x="361" y="10"/>
                </a:lnTo>
                <a:lnTo>
                  <a:pt x="362" y="10"/>
                </a:lnTo>
                <a:lnTo>
                  <a:pt x="362" y="9"/>
                </a:lnTo>
                <a:lnTo>
                  <a:pt x="363" y="9"/>
                </a:lnTo>
                <a:lnTo>
                  <a:pt x="365" y="8"/>
                </a:lnTo>
                <a:lnTo>
                  <a:pt x="369" y="7"/>
                </a:lnTo>
                <a:lnTo>
                  <a:pt x="371" y="7"/>
                </a:lnTo>
                <a:lnTo>
                  <a:pt x="373" y="7"/>
                </a:lnTo>
                <a:lnTo>
                  <a:pt x="375" y="7"/>
                </a:lnTo>
                <a:lnTo>
                  <a:pt x="376" y="7"/>
                </a:lnTo>
                <a:lnTo>
                  <a:pt x="378" y="6"/>
                </a:lnTo>
                <a:lnTo>
                  <a:pt x="380" y="6"/>
                </a:lnTo>
                <a:lnTo>
                  <a:pt x="381" y="6"/>
                </a:lnTo>
                <a:lnTo>
                  <a:pt x="383" y="6"/>
                </a:lnTo>
                <a:lnTo>
                  <a:pt x="385" y="6"/>
                </a:lnTo>
                <a:lnTo>
                  <a:pt x="388" y="5"/>
                </a:lnTo>
                <a:lnTo>
                  <a:pt x="398" y="4"/>
                </a:lnTo>
                <a:lnTo>
                  <a:pt x="403" y="5"/>
                </a:lnTo>
                <a:lnTo>
                  <a:pt x="418" y="5"/>
                </a:lnTo>
                <a:lnTo>
                  <a:pt x="420" y="4"/>
                </a:lnTo>
                <a:lnTo>
                  <a:pt x="422" y="4"/>
                </a:lnTo>
                <a:lnTo>
                  <a:pt x="423" y="4"/>
                </a:lnTo>
                <a:lnTo>
                  <a:pt x="424" y="3"/>
                </a:lnTo>
                <a:lnTo>
                  <a:pt x="426" y="3"/>
                </a:lnTo>
                <a:lnTo>
                  <a:pt x="427" y="3"/>
                </a:lnTo>
                <a:lnTo>
                  <a:pt x="430" y="2"/>
                </a:lnTo>
                <a:lnTo>
                  <a:pt x="432" y="1"/>
                </a:lnTo>
                <a:lnTo>
                  <a:pt x="436" y="0"/>
                </a:lnTo>
                <a:lnTo>
                  <a:pt x="437" y="4"/>
                </a:lnTo>
                <a:lnTo>
                  <a:pt x="442" y="13"/>
                </a:lnTo>
                <a:moveTo>
                  <a:pt x="1234" y="749"/>
                </a:moveTo>
                <a:lnTo>
                  <a:pt x="1234" y="750"/>
                </a:lnTo>
                <a:lnTo>
                  <a:pt x="1233" y="750"/>
                </a:lnTo>
                <a:lnTo>
                  <a:pt x="1233" y="749"/>
                </a:lnTo>
                <a:lnTo>
                  <a:pt x="1232" y="750"/>
                </a:lnTo>
                <a:lnTo>
                  <a:pt x="1231" y="750"/>
                </a:lnTo>
                <a:lnTo>
                  <a:pt x="1230" y="751"/>
                </a:lnTo>
                <a:lnTo>
                  <a:pt x="1227" y="752"/>
                </a:lnTo>
                <a:lnTo>
                  <a:pt x="1226" y="752"/>
                </a:lnTo>
                <a:lnTo>
                  <a:pt x="1225" y="752"/>
                </a:lnTo>
                <a:lnTo>
                  <a:pt x="1225" y="753"/>
                </a:lnTo>
                <a:lnTo>
                  <a:pt x="1224" y="753"/>
                </a:lnTo>
                <a:lnTo>
                  <a:pt x="1224" y="752"/>
                </a:lnTo>
                <a:lnTo>
                  <a:pt x="1223" y="753"/>
                </a:lnTo>
                <a:lnTo>
                  <a:pt x="1222" y="753"/>
                </a:lnTo>
                <a:lnTo>
                  <a:pt x="1222" y="754"/>
                </a:lnTo>
                <a:lnTo>
                  <a:pt x="1222" y="755"/>
                </a:lnTo>
                <a:lnTo>
                  <a:pt x="1222" y="756"/>
                </a:lnTo>
                <a:lnTo>
                  <a:pt x="1223" y="756"/>
                </a:lnTo>
                <a:lnTo>
                  <a:pt x="1224" y="756"/>
                </a:lnTo>
                <a:lnTo>
                  <a:pt x="1225" y="756"/>
                </a:lnTo>
                <a:lnTo>
                  <a:pt x="1226" y="755"/>
                </a:lnTo>
                <a:lnTo>
                  <a:pt x="1227" y="755"/>
                </a:lnTo>
                <a:lnTo>
                  <a:pt x="1227" y="756"/>
                </a:lnTo>
                <a:lnTo>
                  <a:pt x="1227" y="755"/>
                </a:lnTo>
                <a:lnTo>
                  <a:pt x="1228" y="755"/>
                </a:lnTo>
                <a:lnTo>
                  <a:pt x="1228" y="754"/>
                </a:lnTo>
                <a:lnTo>
                  <a:pt x="1229" y="755"/>
                </a:lnTo>
                <a:lnTo>
                  <a:pt x="1230" y="755"/>
                </a:lnTo>
                <a:lnTo>
                  <a:pt x="1231" y="754"/>
                </a:lnTo>
                <a:lnTo>
                  <a:pt x="1231" y="753"/>
                </a:lnTo>
                <a:lnTo>
                  <a:pt x="1232" y="753"/>
                </a:lnTo>
                <a:lnTo>
                  <a:pt x="1232" y="754"/>
                </a:lnTo>
                <a:lnTo>
                  <a:pt x="1233" y="753"/>
                </a:lnTo>
                <a:lnTo>
                  <a:pt x="1233" y="752"/>
                </a:lnTo>
                <a:lnTo>
                  <a:pt x="1234" y="751"/>
                </a:lnTo>
                <a:lnTo>
                  <a:pt x="1235" y="751"/>
                </a:lnTo>
                <a:lnTo>
                  <a:pt x="1236" y="752"/>
                </a:lnTo>
                <a:lnTo>
                  <a:pt x="1237" y="753"/>
                </a:lnTo>
                <a:lnTo>
                  <a:pt x="1237" y="752"/>
                </a:lnTo>
                <a:lnTo>
                  <a:pt x="1236" y="752"/>
                </a:lnTo>
                <a:lnTo>
                  <a:pt x="1237" y="751"/>
                </a:lnTo>
                <a:lnTo>
                  <a:pt x="1237" y="750"/>
                </a:lnTo>
                <a:lnTo>
                  <a:pt x="1237" y="749"/>
                </a:lnTo>
                <a:lnTo>
                  <a:pt x="1236" y="749"/>
                </a:lnTo>
                <a:lnTo>
                  <a:pt x="1235" y="749"/>
                </a:lnTo>
                <a:lnTo>
                  <a:pt x="1234" y="749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09" name=""/>
          <p:cNvSpPr/>
          <p:nvPr/>
        </p:nvSpPr>
        <p:spPr>
          <a:xfrm>
            <a:off x="3630600" y="3691440"/>
            <a:ext cx="443520" cy="280440"/>
          </a:xfrm>
          <a:custGeom>
            <a:avLst/>
            <a:gdLst/>
            <a:ahLst/>
            <a:rect l="0" t="0" r="r" b="b"/>
            <a:pathLst>
              <a:path w="1232" h="779">
                <a:moveTo>
                  <a:pt x="687" y="0"/>
                </a:moveTo>
                <a:lnTo>
                  <a:pt x="689" y="0"/>
                </a:lnTo>
                <a:lnTo>
                  <a:pt x="690" y="0"/>
                </a:lnTo>
                <a:lnTo>
                  <a:pt x="690" y="1"/>
                </a:lnTo>
                <a:lnTo>
                  <a:pt x="691" y="1"/>
                </a:lnTo>
                <a:lnTo>
                  <a:pt x="692" y="1"/>
                </a:lnTo>
                <a:lnTo>
                  <a:pt x="693" y="1"/>
                </a:lnTo>
                <a:lnTo>
                  <a:pt x="694" y="1"/>
                </a:lnTo>
                <a:lnTo>
                  <a:pt x="695" y="1"/>
                </a:lnTo>
                <a:lnTo>
                  <a:pt x="696" y="1"/>
                </a:lnTo>
                <a:lnTo>
                  <a:pt x="697" y="2"/>
                </a:lnTo>
                <a:lnTo>
                  <a:pt x="697" y="1"/>
                </a:lnTo>
                <a:lnTo>
                  <a:pt x="698" y="1"/>
                </a:lnTo>
                <a:lnTo>
                  <a:pt x="699" y="1"/>
                </a:lnTo>
                <a:lnTo>
                  <a:pt x="699" y="2"/>
                </a:lnTo>
                <a:lnTo>
                  <a:pt x="700" y="2"/>
                </a:lnTo>
                <a:lnTo>
                  <a:pt x="701" y="2"/>
                </a:lnTo>
                <a:lnTo>
                  <a:pt x="703" y="2"/>
                </a:lnTo>
                <a:lnTo>
                  <a:pt x="704" y="2"/>
                </a:lnTo>
                <a:lnTo>
                  <a:pt x="705" y="2"/>
                </a:lnTo>
                <a:lnTo>
                  <a:pt x="706" y="3"/>
                </a:lnTo>
                <a:lnTo>
                  <a:pt x="708" y="3"/>
                </a:lnTo>
                <a:lnTo>
                  <a:pt x="709" y="4"/>
                </a:lnTo>
                <a:lnTo>
                  <a:pt x="710" y="4"/>
                </a:lnTo>
                <a:lnTo>
                  <a:pt x="711" y="5"/>
                </a:lnTo>
                <a:lnTo>
                  <a:pt x="713" y="5"/>
                </a:lnTo>
                <a:lnTo>
                  <a:pt x="714" y="5"/>
                </a:lnTo>
                <a:lnTo>
                  <a:pt x="714" y="4"/>
                </a:lnTo>
                <a:lnTo>
                  <a:pt x="715" y="4"/>
                </a:lnTo>
                <a:lnTo>
                  <a:pt x="716" y="4"/>
                </a:lnTo>
                <a:lnTo>
                  <a:pt x="717" y="4"/>
                </a:lnTo>
                <a:lnTo>
                  <a:pt x="717" y="5"/>
                </a:lnTo>
                <a:lnTo>
                  <a:pt x="718" y="6"/>
                </a:lnTo>
                <a:lnTo>
                  <a:pt x="719" y="6"/>
                </a:lnTo>
                <a:lnTo>
                  <a:pt x="720" y="6"/>
                </a:lnTo>
                <a:lnTo>
                  <a:pt x="721" y="7"/>
                </a:lnTo>
                <a:lnTo>
                  <a:pt x="722" y="6"/>
                </a:lnTo>
                <a:lnTo>
                  <a:pt x="722" y="7"/>
                </a:lnTo>
                <a:lnTo>
                  <a:pt x="723" y="7"/>
                </a:lnTo>
                <a:lnTo>
                  <a:pt x="723" y="8"/>
                </a:lnTo>
                <a:lnTo>
                  <a:pt x="723" y="9"/>
                </a:lnTo>
                <a:lnTo>
                  <a:pt x="724" y="9"/>
                </a:lnTo>
                <a:lnTo>
                  <a:pt x="725" y="9"/>
                </a:lnTo>
                <a:lnTo>
                  <a:pt x="725" y="10"/>
                </a:lnTo>
                <a:lnTo>
                  <a:pt x="726" y="10"/>
                </a:lnTo>
                <a:lnTo>
                  <a:pt x="727" y="10"/>
                </a:lnTo>
                <a:lnTo>
                  <a:pt x="727" y="9"/>
                </a:lnTo>
                <a:lnTo>
                  <a:pt x="727" y="10"/>
                </a:lnTo>
                <a:lnTo>
                  <a:pt x="728" y="10"/>
                </a:lnTo>
                <a:lnTo>
                  <a:pt x="728" y="11"/>
                </a:lnTo>
                <a:lnTo>
                  <a:pt x="728" y="12"/>
                </a:lnTo>
                <a:lnTo>
                  <a:pt x="729" y="12"/>
                </a:lnTo>
                <a:lnTo>
                  <a:pt x="729" y="13"/>
                </a:lnTo>
                <a:lnTo>
                  <a:pt x="730" y="14"/>
                </a:lnTo>
                <a:lnTo>
                  <a:pt x="731" y="14"/>
                </a:lnTo>
                <a:lnTo>
                  <a:pt x="732" y="14"/>
                </a:lnTo>
                <a:lnTo>
                  <a:pt x="733" y="14"/>
                </a:lnTo>
                <a:lnTo>
                  <a:pt x="734" y="14"/>
                </a:lnTo>
                <a:lnTo>
                  <a:pt x="734" y="15"/>
                </a:lnTo>
                <a:lnTo>
                  <a:pt x="735" y="15"/>
                </a:lnTo>
                <a:lnTo>
                  <a:pt x="735" y="16"/>
                </a:lnTo>
                <a:lnTo>
                  <a:pt x="736" y="16"/>
                </a:lnTo>
                <a:lnTo>
                  <a:pt x="737" y="16"/>
                </a:lnTo>
                <a:lnTo>
                  <a:pt x="738" y="16"/>
                </a:lnTo>
                <a:lnTo>
                  <a:pt x="738" y="17"/>
                </a:lnTo>
                <a:lnTo>
                  <a:pt x="739" y="17"/>
                </a:lnTo>
                <a:lnTo>
                  <a:pt x="739" y="18"/>
                </a:lnTo>
                <a:lnTo>
                  <a:pt x="740" y="18"/>
                </a:lnTo>
                <a:lnTo>
                  <a:pt x="741" y="18"/>
                </a:lnTo>
                <a:lnTo>
                  <a:pt x="742" y="18"/>
                </a:lnTo>
                <a:lnTo>
                  <a:pt x="742" y="19"/>
                </a:lnTo>
                <a:lnTo>
                  <a:pt x="743" y="19"/>
                </a:lnTo>
                <a:lnTo>
                  <a:pt x="743" y="20"/>
                </a:lnTo>
                <a:lnTo>
                  <a:pt x="744" y="20"/>
                </a:lnTo>
                <a:lnTo>
                  <a:pt x="745" y="20"/>
                </a:lnTo>
                <a:lnTo>
                  <a:pt x="745" y="21"/>
                </a:lnTo>
                <a:lnTo>
                  <a:pt x="746" y="20"/>
                </a:lnTo>
                <a:lnTo>
                  <a:pt x="746" y="21"/>
                </a:lnTo>
                <a:lnTo>
                  <a:pt x="747" y="21"/>
                </a:lnTo>
                <a:lnTo>
                  <a:pt x="747" y="22"/>
                </a:lnTo>
                <a:lnTo>
                  <a:pt x="747" y="23"/>
                </a:lnTo>
                <a:lnTo>
                  <a:pt x="747" y="24"/>
                </a:lnTo>
                <a:lnTo>
                  <a:pt x="747" y="25"/>
                </a:lnTo>
                <a:lnTo>
                  <a:pt x="748" y="25"/>
                </a:lnTo>
                <a:lnTo>
                  <a:pt x="749" y="25"/>
                </a:lnTo>
                <a:lnTo>
                  <a:pt x="750" y="25"/>
                </a:lnTo>
                <a:lnTo>
                  <a:pt x="751" y="25"/>
                </a:lnTo>
                <a:lnTo>
                  <a:pt x="751" y="26"/>
                </a:lnTo>
                <a:lnTo>
                  <a:pt x="752" y="26"/>
                </a:lnTo>
                <a:lnTo>
                  <a:pt x="753" y="26"/>
                </a:lnTo>
                <a:lnTo>
                  <a:pt x="753" y="27"/>
                </a:lnTo>
                <a:lnTo>
                  <a:pt x="754" y="27"/>
                </a:lnTo>
                <a:lnTo>
                  <a:pt x="755" y="27"/>
                </a:lnTo>
                <a:lnTo>
                  <a:pt x="755" y="28"/>
                </a:lnTo>
                <a:lnTo>
                  <a:pt x="756" y="28"/>
                </a:lnTo>
                <a:lnTo>
                  <a:pt x="757" y="28"/>
                </a:lnTo>
                <a:lnTo>
                  <a:pt x="758" y="28"/>
                </a:lnTo>
                <a:lnTo>
                  <a:pt x="759" y="28"/>
                </a:lnTo>
                <a:lnTo>
                  <a:pt x="759" y="29"/>
                </a:lnTo>
                <a:lnTo>
                  <a:pt x="760" y="29"/>
                </a:lnTo>
                <a:lnTo>
                  <a:pt x="761" y="29"/>
                </a:lnTo>
                <a:lnTo>
                  <a:pt x="761" y="30"/>
                </a:lnTo>
                <a:lnTo>
                  <a:pt x="762" y="30"/>
                </a:lnTo>
                <a:lnTo>
                  <a:pt x="763" y="30"/>
                </a:lnTo>
                <a:lnTo>
                  <a:pt x="763" y="31"/>
                </a:lnTo>
                <a:lnTo>
                  <a:pt x="764" y="31"/>
                </a:lnTo>
                <a:lnTo>
                  <a:pt x="764" y="32"/>
                </a:lnTo>
                <a:lnTo>
                  <a:pt x="765" y="32"/>
                </a:lnTo>
                <a:lnTo>
                  <a:pt x="766" y="32"/>
                </a:lnTo>
                <a:lnTo>
                  <a:pt x="766" y="33"/>
                </a:lnTo>
                <a:lnTo>
                  <a:pt x="767" y="33"/>
                </a:lnTo>
                <a:lnTo>
                  <a:pt x="767" y="34"/>
                </a:lnTo>
                <a:lnTo>
                  <a:pt x="768" y="34"/>
                </a:lnTo>
                <a:lnTo>
                  <a:pt x="769" y="34"/>
                </a:lnTo>
                <a:lnTo>
                  <a:pt x="770" y="34"/>
                </a:lnTo>
                <a:lnTo>
                  <a:pt x="771" y="34"/>
                </a:lnTo>
                <a:lnTo>
                  <a:pt x="771" y="35"/>
                </a:lnTo>
                <a:lnTo>
                  <a:pt x="771" y="34"/>
                </a:lnTo>
                <a:lnTo>
                  <a:pt x="772" y="35"/>
                </a:lnTo>
                <a:lnTo>
                  <a:pt x="773" y="35"/>
                </a:lnTo>
                <a:lnTo>
                  <a:pt x="773" y="36"/>
                </a:lnTo>
                <a:lnTo>
                  <a:pt x="775" y="36"/>
                </a:lnTo>
                <a:lnTo>
                  <a:pt x="776" y="36"/>
                </a:lnTo>
                <a:lnTo>
                  <a:pt x="777" y="36"/>
                </a:lnTo>
                <a:lnTo>
                  <a:pt x="777" y="37"/>
                </a:lnTo>
                <a:lnTo>
                  <a:pt x="778" y="37"/>
                </a:lnTo>
                <a:lnTo>
                  <a:pt x="778" y="38"/>
                </a:lnTo>
                <a:lnTo>
                  <a:pt x="778" y="39"/>
                </a:lnTo>
                <a:lnTo>
                  <a:pt x="779" y="39"/>
                </a:lnTo>
                <a:lnTo>
                  <a:pt x="780" y="39"/>
                </a:lnTo>
                <a:lnTo>
                  <a:pt x="780" y="40"/>
                </a:lnTo>
                <a:lnTo>
                  <a:pt x="781" y="40"/>
                </a:lnTo>
                <a:lnTo>
                  <a:pt x="782" y="40"/>
                </a:lnTo>
                <a:lnTo>
                  <a:pt x="782" y="41"/>
                </a:lnTo>
                <a:lnTo>
                  <a:pt x="782" y="42"/>
                </a:lnTo>
                <a:lnTo>
                  <a:pt x="783" y="42"/>
                </a:lnTo>
                <a:lnTo>
                  <a:pt x="783" y="43"/>
                </a:lnTo>
                <a:lnTo>
                  <a:pt x="784" y="43"/>
                </a:lnTo>
                <a:lnTo>
                  <a:pt x="784" y="44"/>
                </a:lnTo>
                <a:lnTo>
                  <a:pt x="784" y="43"/>
                </a:lnTo>
                <a:lnTo>
                  <a:pt x="785" y="43"/>
                </a:lnTo>
                <a:lnTo>
                  <a:pt x="785" y="42"/>
                </a:lnTo>
                <a:lnTo>
                  <a:pt x="786" y="42"/>
                </a:lnTo>
                <a:lnTo>
                  <a:pt x="786" y="41"/>
                </a:lnTo>
                <a:lnTo>
                  <a:pt x="787" y="41"/>
                </a:lnTo>
                <a:lnTo>
                  <a:pt x="788" y="41"/>
                </a:lnTo>
                <a:lnTo>
                  <a:pt x="788" y="40"/>
                </a:lnTo>
                <a:lnTo>
                  <a:pt x="789" y="40"/>
                </a:lnTo>
                <a:lnTo>
                  <a:pt x="789" y="39"/>
                </a:lnTo>
                <a:lnTo>
                  <a:pt x="790" y="39"/>
                </a:lnTo>
                <a:lnTo>
                  <a:pt x="790" y="38"/>
                </a:lnTo>
                <a:lnTo>
                  <a:pt x="791" y="38"/>
                </a:lnTo>
                <a:lnTo>
                  <a:pt x="791" y="37"/>
                </a:lnTo>
                <a:lnTo>
                  <a:pt x="792" y="37"/>
                </a:lnTo>
                <a:lnTo>
                  <a:pt x="793" y="37"/>
                </a:lnTo>
                <a:lnTo>
                  <a:pt x="793" y="36"/>
                </a:lnTo>
                <a:lnTo>
                  <a:pt x="794" y="36"/>
                </a:lnTo>
                <a:lnTo>
                  <a:pt x="795" y="35"/>
                </a:lnTo>
                <a:lnTo>
                  <a:pt x="796" y="35"/>
                </a:lnTo>
                <a:lnTo>
                  <a:pt x="796" y="34"/>
                </a:lnTo>
                <a:lnTo>
                  <a:pt x="797" y="34"/>
                </a:lnTo>
                <a:lnTo>
                  <a:pt x="798" y="34"/>
                </a:lnTo>
                <a:lnTo>
                  <a:pt x="798" y="33"/>
                </a:lnTo>
                <a:lnTo>
                  <a:pt x="798" y="32"/>
                </a:lnTo>
                <a:lnTo>
                  <a:pt x="798" y="31"/>
                </a:lnTo>
                <a:lnTo>
                  <a:pt x="798" y="30"/>
                </a:lnTo>
                <a:lnTo>
                  <a:pt x="797" y="30"/>
                </a:lnTo>
                <a:lnTo>
                  <a:pt x="797" y="29"/>
                </a:lnTo>
                <a:lnTo>
                  <a:pt x="797" y="28"/>
                </a:lnTo>
                <a:lnTo>
                  <a:pt x="798" y="28"/>
                </a:lnTo>
                <a:lnTo>
                  <a:pt x="798" y="27"/>
                </a:lnTo>
                <a:lnTo>
                  <a:pt x="799" y="27"/>
                </a:lnTo>
                <a:lnTo>
                  <a:pt x="799" y="26"/>
                </a:lnTo>
                <a:lnTo>
                  <a:pt x="800" y="25"/>
                </a:lnTo>
                <a:lnTo>
                  <a:pt x="800" y="24"/>
                </a:lnTo>
                <a:lnTo>
                  <a:pt x="800" y="23"/>
                </a:lnTo>
                <a:lnTo>
                  <a:pt x="801" y="22"/>
                </a:lnTo>
                <a:lnTo>
                  <a:pt x="801" y="21"/>
                </a:lnTo>
                <a:lnTo>
                  <a:pt x="801" y="19"/>
                </a:lnTo>
                <a:lnTo>
                  <a:pt x="802" y="19"/>
                </a:lnTo>
                <a:lnTo>
                  <a:pt x="801" y="19"/>
                </a:lnTo>
                <a:lnTo>
                  <a:pt x="801" y="18"/>
                </a:lnTo>
                <a:lnTo>
                  <a:pt x="802" y="18"/>
                </a:lnTo>
                <a:lnTo>
                  <a:pt x="803" y="18"/>
                </a:lnTo>
                <a:lnTo>
                  <a:pt x="804" y="18"/>
                </a:lnTo>
                <a:lnTo>
                  <a:pt x="805" y="18"/>
                </a:lnTo>
                <a:lnTo>
                  <a:pt x="806" y="18"/>
                </a:lnTo>
                <a:lnTo>
                  <a:pt x="807" y="18"/>
                </a:lnTo>
                <a:lnTo>
                  <a:pt x="808" y="18"/>
                </a:lnTo>
                <a:lnTo>
                  <a:pt x="808" y="19"/>
                </a:lnTo>
                <a:lnTo>
                  <a:pt x="809" y="19"/>
                </a:lnTo>
                <a:lnTo>
                  <a:pt x="809" y="18"/>
                </a:lnTo>
                <a:lnTo>
                  <a:pt x="810" y="18"/>
                </a:lnTo>
                <a:lnTo>
                  <a:pt x="810" y="19"/>
                </a:lnTo>
                <a:lnTo>
                  <a:pt x="811" y="19"/>
                </a:lnTo>
                <a:lnTo>
                  <a:pt x="811" y="20"/>
                </a:lnTo>
                <a:lnTo>
                  <a:pt x="812" y="20"/>
                </a:lnTo>
                <a:lnTo>
                  <a:pt x="812" y="21"/>
                </a:lnTo>
                <a:lnTo>
                  <a:pt x="812" y="22"/>
                </a:lnTo>
                <a:lnTo>
                  <a:pt x="813" y="22"/>
                </a:lnTo>
                <a:lnTo>
                  <a:pt x="814" y="22"/>
                </a:lnTo>
                <a:lnTo>
                  <a:pt x="815" y="22"/>
                </a:lnTo>
                <a:lnTo>
                  <a:pt x="815" y="23"/>
                </a:lnTo>
                <a:lnTo>
                  <a:pt x="814" y="23"/>
                </a:lnTo>
                <a:lnTo>
                  <a:pt x="814" y="24"/>
                </a:lnTo>
                <a:lnTo>
                  <a:pt x="815" y="25"/>
                </a:lnTo>
                <a:lnTo>
                  <a:pt x="816" y="25"/>
                </a:lnTo>
                <a:lnTo>
                  <a:pt x="816" y="26"/>
                </a:lnTo>
                <a:lnTo>
                  <a:pt x="817" y="26"/>
                </a:lnTo>
                <a:lnTo>
                  <a:pt x="818" y="26"/>
                </a:lnTo>
                <a:lnTo>
                  <a:pt x="818" y="27"/>
                </a:lnTo>
                <a:lnTo>
                  <a:pt x="819" y="27"/>
                </a:lnTo>
                <a:lnTo>
                  <a:pt x="820" y="27"/>
                </a:lnTo>
                <a:lnTo>
                  <a:pt x="821" y="27"/>
                </a:lnTo>
                <a:lnTo>
                  <a:pt x="821" y="26"/>
                </a:lnTo>
                <a:lnTo>
                  <a:pt x="822" y="26"/>
                </a:lnTo>
                <a:lnTo>
                  <a:pt x="823" y="26"/>
                </a:lnTo>
                <a:lnTo>
                  <a:pt x="823" y="27"/>
                </a:lnTo>
                <a:lnTo>
                  <a:pt x="824" y="27"/>
                </a:lnTo>
                <a:lnTo>
                  <a:pt x="825" y="27"/>
                </a:lnTo>
                <a:lnTo>
                  <a:pt x="826" y="27"/>
                </a:lnTo>
                <a:lnTo>
                  <a:pt x="826" y="28"/>
                </a:lnTo>
                <a:lnTo>
                  <a:pt x="827" y="28"/>
                </a:lnTo>
                <a:lnTo>
                  <a:pt x="827" y="29"/>
                </a:lnTo>
                <a:lnTo>
                  <a:pt x="828" y="29"/>
                </a:lnTo>
                <a:lnTo>
                  <a:pt x="829" y="28"/>
                </a:lnTo>
                <a:lnTo>
                  <a:pt x="829" y="27"/>
                </a:lnTo>
                <a:lnTo>
                  <a:pt x="831" y="27"/>
                </a:lnTo>
                <a:lnTo>
                  <a:pt x="832" y="27"/>
                </a:lnTo>
                <a:lnTo>
                  <a:pt x="832" y="26"/>
                </a:lnTo>
                <a:lnTo>
                  <a:pt x="831" y="26"/>
                </a:lnTo>
                <a:lnTo>
                  <a:pt x="831" y="25"/>
                </a:lnTo>
                <a:lnTo>
                  <a:pt x="831" y="24"/>
                </a:lnTo>
                <a:lnTo>
                  <a:pt x="831" y="23"/>
                </a:lnTo>
                <a:lnTo>
                  <a:pt x="832" y="23"/>
                </a:lnTo>
                <a:lnTo>
                  <a:pt x="833" y="23"/>
                </a:lnTo>
                <a:lnTo>
                  <a:pt x="834" y="23"/>
                </a:lnTo>
                <a:lnTo>
                  <a:pt x="834" y="22"/>
                </a:lnTo>
                <a:lnTo>
                  <a:pt x="835" y="22"/>
                </a:lnTo>
                <a:lnTo>
                  <a:pt x="835" y="21"/>
                </a:lnTo>
                <a:lnTo>
                  <a:pt x="836" y="21"/>
                </a:lnTo>
                <a:lnTo>
                  <a:pt x="837" y="21"/>
                </a:lnTo>
                <a:lnTo>
                  <a:pt x="837" y="20"/>
                </a:lnTo>
                <a:lnTo>
                  <a:pt x="838" y="20"/>
                </a:lnTo>
                <a:lnTo>
                  <a:pt x="838" y="19"/>
                </a:lnTo>
                <a:lnTo>
                  <a:pt x="838" y="18"/>
                </a:lnTo>
                <a:lnTo>
                  <a:pt x="839" y="18"/>
                </a:lnTo>
                <a:lnTo>
                  <a:pt x="839" y="17"/>
                </a:lnTo>
                <a:lnTo>
                  <a:pt x="840" y="17"/>
                </a:lnTo>
                <a:lnTo>
                  <a:pt x="840" y="16"/>
                </a:lnTo>
                <a:lnTo>
                  <a:pt x="841" y="16"/>
                </a:lnTo>
                <a:lnTo>
                  <a:pt x="841" y="15"/>
                </a:lnTo>
                <a:lnTo>
                  <a:pt x="842" y="15"/>
                </a:lnTo>
                <a:lnTo>
                  <a:pt x="842" y="14"/>
                </a:lnTo>
                <a:lnTo>
                  <a:pt x="842" y="13"/>
                </a:lnTo>
                <a:lnTo>
                  <a:pt x="843" y="13"/>
                </a:lnTo>
                <a:lnTo>
                  <a:pt x="844" y="13"/>
                </a:lnTo>
                <a:lnTo>
                  <a:pt x="845" y="13"/>
                </a:lnTo>
                <a:lnTo>
                  <a:pt x="846" y="13"/>
                </a:lnTo>
                <a:lnTo>
                  <a:pt x="847" y="13"/>
                </a:lnTo>
                <a:lnTo>
                  <a:pt x="848" y="13"/>
                </a:lnTo>
                <a:lnTo>
                  <a:pt x="849" y="13"/>
                </a:lnTo>
                <a:lnTo>
                  <a:pt x="849" y="14"/>
                </a:lnTo>
                <a:lnTo>
                  <a:pt x="850" y="14"/>
                </a:lnTo>
                <a:lnTo>
                  <a:pt x="850" y="15"/>
                </a:lnTo>
                <a:lnTo>
                  <a:pt x="849" y="15"/>
                </a:lnTo>
                <a:lnTo>
                  <a:pt x="850" y="15"/>
                </a:lnTo>
                <a:lnTo>
                  <a:pt x="850" y="16"/>
                </a:lnTo>
                <a:lnTo>
                  <a:pt x="851" y="16"/>
                </a:lnTo>
                <a:lnTo>
                  <a:pt x="852" y="16"/>
                </a:lnTo>
                <a:lnTo>
                  <a:pt x="853" y="16"/>
                </a:lnTo>
                <a:lnTo>
                  <a:pt x="853" y="17"/>
                </a:lnTo>
                <a:lnTo>
                  <a:pt x="854" y="17"/>
                </a:lnTo>
                <a:lnTo>
                  <a:pt x="855" y="17"/>
                </a:lnTo>
                <a:lnTo>
                  <a:pt x="855" y="18"/>
                </a:lnTo>
                <a:lnTo>
                  <a:pt x="856" y="18"/>
                </a:lnTo>
                <a:lnTo>
                  <a:pt x="856" y="19"/>
                </a:lnTo>
                <a:lnTo>
                  <a:pt x="856" y="20"/>
                </a:lnTo>
                <a:lnTo>
                  <a:pt x="857" y="20"/>
                </a:lnTo>
                <a:lnTo>
                  <a:pt x="857" y="21"/>
                </a:lnTo>
                <a:lnTo>
                  <a:pt x="858" y="21"/>
                </a:lnTo>
                <a:lnTo>
                  <a:pt x="859" y="21"/>
                </a:lnTo>
                <a:lnTo>
                  <a:pt x="859" y="22"/>
                </a:lnTo>
                <a:lnTo>
                  <a:pt x="860" y="22"/>
                </a:lnTo>
                <a:lnTo>
                  <a:pt x="861" y="22"/>
                </a:lnTo>
                <a:lnTo>
                  <a:pt x="861" y="23"/>
                </a:lnTo>
                <a:lnTo>
                  <a:pt x="862" y="23"/>
                </a:lnTo>
                <a:lnTo>
                  <a:pt x="863" y="23"/>
                </a:lnTo>
                <a:lnTo>
                  <a:pt x="864" y="23"/>
                </a:lnTo>
                <a:lnTo>
                  <a:pt x="864" y="24"/>
                </a:lnTo>
                <a:lnTo>
                  <a:pt x="865" y="24"/>
                </a:lnTo>
                <a:lnTo>
                  <a:pt x="866" y="24"/>
                </a:lnTo>
                <a:lnTo>
                  <a:pt x="866" y="23"/>
                </a:lnTo>
                <a:lnTo>
                  <a:pt x="867" y="23"/>
                </a:lnTo>
                <a:lnTo>
                  <a:pt x="867" y="24"/>
                </a:lnTo>
                <a:lnTo>
                  <a:pt x="868" y="24"/>
                </a:lnTo>
                <a:lnTo>
                  <a:pt x="869" y="24"/>
                </a:lnTo>
                <a:lnTo>
                  <a:pt x="870" y="24"/>
                </a:lnTo>
                <a:lnTo>
                  <a:pt x="870" y="25"/>
                </a:lnTo>
                <a:lnTo>
                  <a:pt x="870" y="26"/>
                </a:lnTo>
                <a:lnTo>
                  <a:pt x="871" y="26"/>
                </a:lnTo>
                <a:lnTo>
                  <a:pt x="872" y="26"/>
                </a:lnTo>
                <a:lnTo>
                  <a:pt x="873" y="27"/>
                </a:lnTo>
                <a:lnTo>
                  <a:pt x="874" y="26"/>
                </a:lnTo>
                <a:lnTo>
                  <a:pt x="875" y="27"/>
                </a:lnTo>
                <a:lnTo>
                  <a:pt x="874" y="27"/>
                </a:lnTo>
                <a:lnTo>
                  <a:pt x="874" y="28"/>
                </a:lnTo>
                <a:lnTo>
                  <a:pt x="873" y="28"/>
                </a:lnTo>
                <a:lnTo>
                  <a:pt x="873" y="29"/>
                </a:lnTo>
                <a:lnTo>
                  <a:pt x="872" y="29"/>
                </a:lnTo>
                <a:lnTo>
                  <a:pt x="872" y="30"/>
                </a:lnTo>
                <a:lnTo>
                  <a:pt x="872" y="31"/>
                </a:lnTo>
                <a:lnTo>
                  <a:pt x="871" y="31"/>
                </a:lnTo>
                <a:lnTo>
                  <a:pt x="871" y="32"/>
                </a:lnTo>
                <a:lnTo>
                  <a:pt x="872" y="32"/>
                </a:lnTo>
                <a:lnTo>
                  <a:pt x="872" y="33"/>
                </a:lnTo>
                <a:lnTo>
                  <a:pt x="873" y="33"/>
                </a:lnTo>
                <a:lnTo>
                  <a:pt x="874" y="33"/>
                </a:lnTo>
                <a:lnTo>
                  <a:pt x="874" y="34"/>
                </a:lnTo>
                <a:lnTo>
                  <a:pt x="875" y="34"/>
                </a:lnTo>
                <a:lnTo>
                  <a:pt x="875" y="35"/>
                </a:lnTo>
                <a:lnTo>
                  <a:pt x="876" y="35"/>
                </a:lnTo>
                <a:lnTo>
                  <a:pt x="876" y="36"/>
                </a:lnTo>
                <a:lnTo>
                  <a:pt x="877" y="36"/>
                </a:lnTo>
                <a:lnTo>
                  <a:pt x="878" y="36"/>
                </a:lnTo>
                <a:lnTo>
                  <a:pt x="878" y="37"/>
                </a:lnTo>
                <a:lnTo>
                  <a:pt x="879" y="37"/>
                </a:lnTo>
                <a:lnTo>
                  <a:pt x="879" y="38"/>
                </a:lnTo>
                <a:lnTo>
                  <a:pt x="880" y="38"/>
                </a:lnTo>
                <a:lnTo>
                  <a:pt x="880" y="39"/>
                </a:lnTo>
                <a:lnTo>
                  <a:pt x="881" y="39"/>
                </a:lnTo>
                <a:lnTo>
                  <a:pt x="881" y="40"/>
                </a:lnTo>
                <a:lnTo>
                  <a:pt x="882" y="40"/>
                </a:lnTo>
                <a:lnTo>
                  <a:pt x="882" y="41"/>
                </a:lnTo>
                <a:lnTo>
                  <a:pt x="883" y="41"/>
                </a:lnTo>
                <a:lnTo>
                  <a:pt x="883" y="40"/>
                </a:lnTo>
                <a:lnTo>
                  <a:pt x="883" y="41"/>
                </a:lnTo>
                <a:lnTo>
                  <a:pt x="884" y="41"/>
                </a:lnTo>
                <a:lnTo>
                  <a:pt x="883" y="42"/>
                </a:lnTo>
                <a:lnTo>
                  <a:pt x="884" y="42"/>
                </a:lnTo>
                <a:lnTo>
                  <a:pt x="885" y="42"/>
                </a:lnTo>
                <a:lnTo>
                  <a:pt x="885" y="43"/>
                </a:lnTo>
                <a:lnTo>
                  <a:pt x="886" y="43"/>
                </a:lnTo>
                <a:lnTo>
                  <a:pt x="887" y="43"/>
                </a:lnTo>
                <a:lnTo>
                  <a:pt x="887" y="44"/>
                </a:lnTo>
                <a:lnTo>
                  <a:pt x="888" y="44"/>
                </a:lnTo>
                <a:lnTo>
                  <a:pt x="889" y="44"/>
                </a:lnTo>
                <a:lnTo>
                  <a:pt x="889" y="45"/>
                </a:lnTo>
                <a:lnTo>
                  <a:pt x="890" y="45"/>
                </a:lnTo>
                <a:lnTo>
                  <a:pt x="891" y="45"/>
                </a:lnTo>
                <a:lnTo>
                  <a:pt x="891" y="46"/>
                </a:lnTo>
                <a:lnTo>
                  <a:pt x="892" y="46"/>
                </a:lnTo>
                <a:lnTo>
                  <a:pt x="893" y="46"/>
                </a:lnTo>
                <a:lnTo>
                  <a:pt x="894" y="46"/>
                </a:lnTo>
                <a:lnTo>
                  <a:pt x="894" y="47"/>
                </a:lnTo>
                <a:lnTo>
                  <a:pt x="894" y="48"/>
                </a:lnTo>
                <a:lnTo>
                  <a:pt x="895" y="48"/>
                </a:lnTo>
                <a:lnTo>
                  <a:pt x="895" y="49"/>
                </a:lnTo>
                <a:lnTo>
                  <a:pt x="896" y="49"/>
                </a:lnTo>
                <a:lnTo>
                  <a:pt x="896" y="48"/>
                </a:lnTo>
                <a:lnTo>
                  <a:pt x="897" y="48"/>
                </a:lnTo>
                <a:lnTo>
                  <a:pt x="897" y="49"/>
                </a:lnTo>
                <a:lnTo>
                  <a:pt x="898" y="49"/>
                </a:lnTo>
                <a:lnTo>
                  <a:pt x="897" y="49"/>
                </a:lnTo>
                <a:lnTo>
                  <a:pt x="897" y="50"/>
                </a:lnTo>
                <a:lnTo>
                  <a:pt x="898" y="50"/>
                </a:lnTo>
                <a:lnTo>
                  <a:pt x="898" y="51"/>
                </a:lnTo>
                <a:lnTo>
                  <a:pt x="899" y="51"/>
                </a:lnTo>
                <a:lnTo>
                  <a:pt x="899" y="52"/>
                </a:lnTo>
                <a:lnTo>
                  <a:pt x="900" y="52"/>
                </a:lnTo>
                <a:lnTo>
                  <a:pt x="899" y="52"/>
                </a:lnTo>
                <a:lnTo>
                  <a:pt x="899" y="53"/>
                </a:lnTo>
                <a:lnTo>
                  <a:pt x="900" y="53"/>
                </a:lnTo>
                <a:lnTo>
                  <a:pt x="900" y="54"/>
                </a:lnTo>
                <a:lnTo>
                  <a:pt x="900" y="55"/>
                </a:lnTo>
                <a:lnTo>
                  <a:pt x="901" y="55"/>
                </a:lnTo>
                <a:lnTo>
                  <a:pt x="902" y="55"/>
                </a:lnTo>
                <a:lnTo>
                  <a:pt x="903" y="55"/>
                </a:lnTo>
                <a:lnTo>
                  <a:pt x="903" y="56"/>
                </a:lnTo>
                <a:lnTo>
                  <a:pt x="903" y="57"/>
                </a:lnTo>
                <a:lnTo>
                  <a:pt x="904" y="57"/>
                </a:lnTo>
                <a:lnTo>
                  <a:pt x="904" y="58"/>
                </a:lnTo>
                <a:lnTo>
                  <a:pt x="904" y="59"/>
                </a:lnTo>
                <a:lnTo>
                  <a:pt x="905" y="59"/>
                </a:lnTo>
                <a:lnTo>
                  <a:pt x="905" y="60"/>
                </a:lnTo>
                <a:lnTo>
                  <a:pt x="904" y="60"/>
                </a:lnTo>
                <a:lnTo>
                  <a:pt x="904" y="61"/>
                </a:lnTo>
                <a:lnTo>
                  <a:pt x="905" y="61"/>
                </a:lnTo>
                <a:lnTo>
                  <a:pt x="905" y="62"/>
                </a:lnTo>
                <a:lnTo>
                  <a:pt x="906" y="62"/>
                </a:lnTo>
                <a:lnTo>
                  <a:pt x="907" y="62"/>
                </a:lnTo>
                <a:lnTo>
                  <a:pt x="908" y="62"/>
                </a:lnTo>
                <a:lnTo>
                  <a:pt x="908" y="61"/>
                </a:lnTo>
                <a:lnTo>
                  <a:pt x="909" y="61"/>
                </a:lnTo>
                <a:lnTo>
                  <a:pt x="910" y="61"/>
                </a:lnTo>
                <a:lnTo>
                  <a:pt x="911" y="61"/>
                </a:lnTo>
                <a:lnTo>
                  <a:pt x="911" y="62"/>
                </a:lnTo>
                <a:lnTo>
                  <a:pt x="911" y="61"/>
                </a:lnTo>
                <a:lnTo>
                  <a:pt x="911" y="62"/>
                </a:lnTo>
                <a:lnTo>
                  <a:pt x="912" y="62"/>
                </a:lnTo>
                <a:lnTo>
                  <a:pt x="912" y="63"/>
                </a:lnTo>
                <a:lnTo>
                  <a:pt x="912" y="64"/>
                </a:lnTo>
                <a:lnTo>
                  <a:pt x="911" y="64"/>
                </a:lnTo>
                <a:lnTo>
                  <a:pt x="912" y="64"/>
                </a:lnTo>
                <a:lnTo>
                  <a:pt x="912" y="65"/>
                </a:lnTo>
                <a:lnTo>
                  <a:pt x="912" y="66"/>
                </a:lnTo>
                <a:lnTo>
                  <a:pt x="912" y="67"/>
                </a:lnTo>
                <a:lnTo>
                  <a:pt x="913" y="67"/>
                </a:lnTo>
                <a:lnTo>
                  <a:pt x="913" y="68"/>
                </a:lnTo>
                <a:lnTo>
                  <a:pt x="914" y="68"/>
                </a:lnTo>
                <a:lnTo>
                  <a:pt x="914" y="69"/>
                </a:lnTo>
                <a:lnTo>
                  <a:pt x="915" y="69"/>
                </a:lnTo>
                <a:lnTo>
                  <a:pt x="915" y="70"/>
                </a:lnTo>
                <a:lnTo>
                  <a:pt x="916" y="71"/>
                </a:lnTo>
                <a:lnTo>
                  <a:pt x="917" y="71"/>
                </a:lnTo>
                <a:lnTo>
                  <a:pt x="917" y="72"/>
                </a:lnTo>
                <a:lnTo>
                  <a:pt x="918" y="72"/>
                </a:lnTo>
                <a:lnTo>
                  <a:pt x="918" y="73"/>
                </a:lnTo>
                <a:lnTo>
                  <a:pt x="919" y="73"/>
                </a:lnTo>
                <a:lnTo>
                  <a:pt x="919" y="74"/>
                </a:lnTo>
                <a:lnTo>
                  <a:pt x="920" y="74"/>
                </a:lnTo>
                <a:lnTo>
                  <a:pt x="921" y="74"/>
                </a:lnTo>
                <a:lnTo>
                  <a:pt x="921" y="75"/>
                </a:lnTo>
                <a:lnTo>
                  <a:pt x="922" y="75"/>
                </a:lnTo>
                <a:lnTo>
                  <a:pt x="923" y="75"/>
                </a:lnTo>
                <a:lnTo>
                  <a:pt x="924" y="75"/>
                </a:lnTo>
                <a:lnTo>
                  <a:pt x="924" y="76"/>
                </a:lnTo>
                <a:lnTo>
                  <a:pt x="925" y="76"/>
                </a:lnTo>
                <a:lnTo>
                  <a:pt x="925" y="77"/>
                </a:lnTo>
                <a:lnTo>
                  <a:pt x="925" y="78"/>
                </a:lnTo>
                <a:lnTo>
                  <a:pt x="924" y="78"/>
                </a:lnTo>
                <a:lnTo>
                  <a:pt x="925" y="78"/>
                </a:lnTo>
                <a:lnTo>
                  <a:pt x="924" y="78"/>
                </a:lnTo>
                <a:lnTo>
                  <a:pt x="924" y="79"/>
                </a:lnTo>
                <a:lnTo>
                  <a:pt x="925" y="79"/>
                </a:lnTo>
                <a:lnTo>
                  <a:pt x="926" y="79"/>
                </a:lnTo>
                <a:lnTo>
                  <a:pt x="926" y="80"/>
                </a:lnTo>
                <a:lnTo>
                  <a:pt x="927" y="80"/>
                </a:lnTo>
                <a:lnTo>
                  <a:pt x="928" y="80"/>
                </a:lnTo>
                <a:lnTo>
                  <a:pt x="929" y="80"/>
                </a:lnTo>
                <a:lnTo>
                  <a:pt x="929" y="81"/>
                </a:lnTo>
                <a:lnTo>
                  <a:pt x="930" y="81"/>
                </a:lnTo>
                <a:lnTo>
                  <a:pt x="931" y="81"/>
                </a:lnTo>
                <a:lnTo>
                  <a:pt x="931" y="82"/>
                </a:lnTo>
                <a:lnTo>
                  <a:pt x="932" y="82"/>
                </a:lnTo>
                <a:lnTo>
                  <a:pt x="933" y="82"/>
                </a:lnTo>
                <a:lnTo>
                  <a:pt x="934" y="82"/>
                </a:lnTo>
                <a:lnTo>
                  <a:pt x="935" y="82"/>
                </a:lnTo>
                <a:lnTo>
                  <a:pt x="935" y="83"/>
                </a:lnTo>
                <a:lnTo>
                  <a:pt x="936" y="83"/>
                </a:lnTo>
                <a:lnTo>
                  <a:pt x="936" y="84"/>
                </a:lnTo>
                <a:lnTo>
                  <a:pt x="937" y="84"/>
                </a:lnTo>
                <a:lnTo>
                  <a:pt x="938" y="84"/>
                </a:lnTo>
                <a:lnTo>
                  <a:pt x="938" y="85"/>
                </a:lnTo>
                <a:lnTo>
                  <a:pt x="938" y="86"/>
                </a:lnTo>
                <a:lnTo>
                  <a:pt x="939" y="86"/>
                </a:lnTo>
                <a:lnTo>
                  <a:pt x="940" y="86"/>
                </a:lnTo>
                <a:lnTo>
                  <a:pt x="941" y="86"/>
                </a:lnTo>
                <a:lnTo>
                  <a:pt x="941" y="87"/>
                </a:lnTo>
                <a:lnTo>
                  <a:pt x="942" y="87"/>
                </a:lnTo>
                <a:lnTo>
                  <a:pt x="943" y="87"/>
                </a:lnTo>
                <a:lnTo>
                  <a:pt x="944" y="87"/>
                </a:lnTo>
                <a:lnTo>
                  <a:pt x="944" y="88"/>
                </a:lnTo>
                <a:lnTo>
                  <a:pt x="945" y="88"/>
                </a:lnTo>
                <a:lnTo>
                  <a:pt x="945" y="89"/>
                </a:lnTo>
                <a:lnTo>
                  <a:pt x="946" y="89"/>
                </a:lnTo>
                <a:lnTo>
                  <a:pt x="946" y="88"/>
                </a:lnTo>
                <a:lnTo>
                  <a:pt x="947" y="88"/>
                </a:lnTo>
                <a:lnTo>
                  <a:pt x="947" y="89"/>
                </a:lnTo>
                <a:lnTo>
                  <a:pt x="948" y="89"/>
                </a:lnTo>
                <a:lnTo>
                  <a:pt x="948" y="90"/>
                </a:lnTo>
                <a:lnTo>
                  <a:pt x="949" y="90"/>
                </a:lnTo>
                <a:lnTo>
                  <a:pt x="949" y="89"/>
                </a:lnTo>
                <a:lnTo>
                  <a:pt x="950" y="89"/>
                </a:lnTo>
                <a:lnTo>
                  <a:pt x="951" y="89"/>
                </a:lnTo>
                <a:lnTo>
                  <a:pt x="951" y="90"/>
                </a:lnTo>
                <a:lnTo>
                  <a:pt x="950" y="90"/>
                </a:lnTo>
                <a:lnTo>
                  <a:pt x="951" y="90"/>
                </a:lnTo>
                <a:lnTo>
                  <a:pt x="951" y="91"/>
                </a:lnTo>
                <a:lnTo>
                  <a:pt x="952" y="91"/>
                </a:lnTo>
                <a:lnTo>
                  <a:pt x="952" y="92"/>
                </a:lnTo>
                <a:lnTo>
                  <a:pt x="953" y="92"/>
                </a:lnTo>
                <a:lnTo>
                  <a:pt x="954" y="92"/>
                </a:lnTo>
                <a:lnTo>
                  <a:pt x="956" y="92"/>
                </a:lnTo>
                <a:lnTo>
                  <a:pt x="956" y="93"/>
                </a:lnTo>
                <a:lnTo>
                  <a:pt x="957" y="93"/>
                </a:lnTo>
                <a:lnTo>
                  <a:pt x="958" y="93"/>
                </a:lnTo>
                <a:lnTo>
                  <a:pt x="958" y="94"/>
                </a:lnTo>
                <a:lnTo>
                  <a:pt x="959" y="94"/>
                </a:lnTo>
                <a:lnTo>
                  <a:pt x="959" y="95"/>
                </a:lnTo>
                <a:lnTo>
                  <a:pt x="960" y="95"/>
                </a:lnTo>
                <a:lnTo>
                  <a:pt x="961" y="95"/>
                </a:lnTo>
                <a:lnTo>
                  <a:pt x="962" y="95"/>
                </a:lnTo>
                <a:lnTo>
                  <a:pt x="963" y="95"/>
                </a:lnTo>
                <a:lnTo>
                  <a:pt x="963" y="96"/>
                </a:lnTo>
                <a:lnTo>
                  <a:pt x="964" y="96"/>
                </a:lnTo>
                <a:lnTo>
                  <a:pt x="965" y="96"/>
                </a:lnTo>
                <a:lnTo>
                  <a:pt x="964" y="96"/>
                </a:lnTo>
                <a:lnTo>
                  <a:pt x="964" y="97"/>
                </a:lnTo>
                <a:lnTo>
                  <a:pt x="965" y="97"/>
                </a:lnTo>
                <a:lnTo>
                  <a:pt x="965" y="98"/>
                </a:lnTo>
                <a:lnTo>
                  <a:pt x="966" y="98"/>
                </a:lnTo>
                <a:lnTo>
                  <a:pt x="966" y="99"/>
                </a:lnTo>
                <a:lnTo>
                  <a:pt x="967" y="99"/>
                </a:lnTo>
                <a:lnTo>
                  <a:pt x="967" y="100"/>
                </a:lnTo>
                <a:lnTo>
                  <a:pt x="968" y="100"/>
                </a:lnTo>
                <a:lnTo>
                  <a:pt x="968" y="101"/>
                </a:lnTo>
                <a:lnTo>
                  <a:pt x="969" y="101"/>
                </a:lnTo>
                <a:lnTo>
                  <a:pt x="970" y="101"/>
                </a:lnTo>
                <a:lnTo>
                  <a:pt x="970" y="102"/>
                </a:lnTo>
                <a:lnTo>
                  <a:pt x="971" y="102"/>
                </a:lnTo>
                <a:lnTo>
                  <a:pt x="972" y="102"/>
                </a:lnTo>
                <a:lnTo>
                  <a:pt x="972" y="101"/>
                </a:lnTo>
                <a:lnTo>
                  <a:pt x="972" y="100"/>
                </a:lnTo>
                <a:lnTo>
                  <a:pt x="972" y="99"/>
                </a:lnTo>
                <a:lnTo>
                  <a:pt x="971" y="98"/>
                </a:lnTo>
                <a:lnTo>
                  <a:pt x="971" y="97"/>
                </a:lnTo>
                <a:lnTo>
                  <a:pt x="971" y="96"/>
                </a:lnTo>
                <a:lnTo>
                  <a:pt x="970" y="96"/>
                </a:lnTo>
                <a:lnTo>
                  <a:pt x="971" y="95"/>
                </a:lnTo>
                <a:lnTo>
                  <a:pt x="970" y="95"/>
                </a:lnTo>
                <a:lnTo>
                  <a:pt x="970" y="94"/>
                </a:lnTo>
                <a:lnTo>
                  <a:pt x="970" y="93"/>
                </a:lnTo>
                <a:lnTo>
                  <a:pt x="970" y="92"/>
                </a:lnTo>
                <a:lnTo>
                  <a:pt x="971" y="92"/>
                </a:lnTo>
                <a:lnTo>
                  <a:pt x="971" y="91"/>
                </a:lnTo>
                <a:lnTo>
                  <a:pt x="970" y="91"/>
                </a:lnTo>
                <a:lnTo>
                  <a:pt x="970" y="90"/>
                </a:lnTo>
                <a:lnTo>
                  <a:pt x="969" y="90"/>
                </a:lnTo>
                <a:lnTo>
                  <a:pt x="968" y="90"/>
                </a:lnTo>
                <a:lnTo>
                  <a:pt x="967" y="89"/>
                </a:lnTo>
                <a:lnTo>
                  <a:pt x="966" y="89"/>
                </a:lnTo>
                <a:lnTo>
                  <a:pt x="966" y="88"/>
                </a:lnTo>
                <a:lnTo>
                  <a:pt x="966" y="87"/>
                </a:lnTo>
                <a:lnTo>
                  <a:pt x="965" y="86"/>
                </a:lnTo>
                <a:lnTo>
                  <a:pt x="965" y="85"/>
                </a:lnTo>
                <a:lnTo>
                  <a:pt x="966" y="85"/>
                </a:lnTo>
                <a:lnTo>
                  <a:pt x="965" y="85"/>
                </a:lnTo>
                <a:lnTo>
                  <a:pt x="965" y="84"/>
                </a:lnTo>
                <a:lnTo>
                  <a:pt x="964" y="84"/>
                </a:lnTo>
                <a:lnTo>
                  <a:pt x="964" y="83"/>
                </a:lnTo>
                <a:lnTo>
                  <a:pt x="964" y="82"/>
                </a:lnTo>
                <a:lnTo>
                  <a:pt x="963" y="82"/>
                </a:lnTo>
                <a:lnTo>
                  <a:pt x="962" y="81"/>
                </a:lnTo>
                <a:lnTo>
                  <a:pt x="961" y="81"/>
                </a:lnTo>
                <a:lnTo>
                  <a:pt x="960" y="81"/>
                </a:lnTo>
                <a:lnTo>
                  <a:pt x="960" y="80"/>
                </a:lnTo>
                <a:lnTo>
                  <a:pt x="959" y="80"/>
                </a:lnTo>
                <a:lnTo>
                  <a:pt x="958" y="80"/>
                </a:lnTo>
                <a:lnTo>
                  <a:pt x="957" y="80"/>
                </a:lnTo>
                <a:lnTo>
                  <a:pt x="958" y="79"/>
                </a:lnTo>
                <a:lnTo>
                  <a:pt x="958" y="78"/>
                </a:lnTo>
                <a:lnTo>
                  <a:pt x="957" y="78"/>
                </a:lnTo>
                <a:lnTo>
                  <a:pt x="956" y="77"/>
                </a:lnTo>
                <a:lnTo>
                  <a:pt x="956" y="76"/>
                </a:lnTo>
                <a:lnTo>
                  <a:pt x="956" y="75"/>
                </a:lnTo>
                <a:lnTo>
                  <a:pt x="956" y="74"/>
                </a:lnTo>
                <a:lnTo>
                  <a:pt x="957" y="74"/>
                </a:lnTo>
                <a:lnTo>
                  <a:pt x="957" y="73"/>
                </a:lnTo>
                <a:lnTo>
                  <a:pt x="958" y="73"/>
                </a:lnTo>
                <a:lnTo>
                  <a:pt x="958" y="72"/>
                </a:lnTo>
                <a:lnTo>
                  <a:pt x="959" y="72"/>
                </a:lnTo>
                <a:lnTo>
                  <a:pt x="960" y="72"/>
                </a:lnTo>
                <a:lnTo>
                  <a:pt x="960" y="71"/>
                </a:lnTo>
                <a:lnTo>
                  <a:pt x="961" y="71"/>
                </a:lnTo>
                <a:lnTo>
                  <a:pt x="962" y="71"/>
                </a:lnTo>
                <a:lnTo>
                  <a:pt x="962" y="72"/>
                </a:lnTo>
                <a:lnTo>
                  <a:pt x="962" y="73"/>
                </a:lnTo>
                <a:lnTo>
                  <a:pt x="963" y="73"/>
                </a:lnTo>
                <a:lnTo>
                  <a:pt x="964" y="73"/>
                </a:lnTo>
                <a:lnTo>
                  <a:pt x="964" y="74"/>
                </a:lnTo>
                <a:lnTo>
                  <a:pt x="964" y="73"/>
                </a:lnTo>
                <a:lnTo>
                  <a:pt x="965" y="73"/>
                </a:lnTo>
                <a:lnTo>
                  <a:pt x="966" y="73"/>
                </a:lnTo>
                <a:lnTo>
                  <a:pt x="966" y="74"/>
                </a:lnTo>
                <a:lnTo>
                  <a:pt x="967" y="74"/>
                </a:lnTo>
                <a:lnTo>
                  <a:pt x="967" y="75"/>
                </a:lnTo>
                <a:lnTo>
                  <a:pt x="968" y="75"/>
                </a:lnTo>
                <a:lnTo>
                  <a:pt x="969" y="75"/>
                </a:lnTo>
                <a:lnTo>
                  <a:pt x="969" y="76"/>
                </a:lnTo>
                <a:lnTo>
                  <a:pt x="970" y="76"/>
                </a:lnTo>
                <a:lnTo>
                  <a:pt x="969" y="76"/>
                </a:lnTo>
                <a:lnTo>
                  <a:pt x="970" y="76"/>
                </a:lnTo>
                <a:lnTo>
                  <a:pt x="970" y="77"/>
                </a:lnTo>
                <a:lnTo>
                  <a:pt x="971" y="77"/>
                </a:lnTo>
                <a:lnTo>
                  <a:pt x="972" y="77"/>
                </a:lnTo>
                <a:lnTo>
                  <a:pt x="973" y="77"/>
                </a:lnTo>
                <a:lnTo>
                  <a:pt x="974" y="77"/>
                </a:lnTo>
                <a:lnTo>
                  <a:pt x="975" y="77"/>
                </a:lnTo>
                <a:lnTo>
                  <a:pt x="975" y="78"/>
                </a:lnTo>
                <a:lnTo>
                  <a:pt x="976" y="78"/>
                </a:lnTo>
                <a:lnTo>
                  <a:pt x="977" y="79"/>
                </a:lnTo>
                <a:lnTo>
                  <a:pt x="977" y="80"/>
                </a:lnTo>
                <a:lnTo>
                  <a:pt x="978" y="80"/>
                </a:lnTo>
                <a:lnTo>
                  <a:pt x="978" y="81"/>
                </a:lnTo>
                <a:lnTo>
                  <a:pt x="978" y="82"/>
                </a:lnTo>
                <a:lnTo>
                  <a:pt x="978" y="83"/>
                </a:lnTo>
                <a:lnTo>
                  <a:pt x="978" y="84"/>
                </a:lnTo>
                <a:lnTo>
                  <a:pt x="978" y="85"/>
                </a:lnTo>
                <a:lnTo>
                  <a:pt x="978" y="86"/>
                </a:lnTo>
                <a:lnTo>
                  <a:pt x="979" y="86"/>
                </a:lnTo>
                <a:lnTo>
                  <a:pt x="979" y="87"/>
                </a:lnTo>
                <a:lnTo>
                  <a:pt x="979" y="86"/>
                </a:lnTo>
                <a:lnTo>
                  <a:pt x="980" y="86"/>
                </a:lnTo>
                <a:lnTo>
                  <a:pt x="980" y="85"/>
                </a:lnTo>
                <a:lnTo>
                  <a:pt x="981" y="85"/>
                </a:lnTo>
                <a:lnTo>
                  <a:pt x="982" y="85"/>
                </a:lnTo>
                <a:lnTo>
                  <a:pt x="982" y="84"/>
                </a:lnTo>
                <a:lnTo>
                  <a:pt x="983" y="84"/>
                </a:lnTo>
                <a:lnTo>
                  <a:pt x="983" y="85"/>
                </a:lnTo>
                <a:lnTo>
                  <a:pt x="983" y="86"/>
                </a:lnTo>
                <a:lnTo>
                  <a:pt x="984" y="86"/>
                </a:lnTo>
                <a:lnTo>
                  <a:pt x="984" y="87"/>
                </a:lnTo>
                <a:lnTo>
                  <a:pt x="984" y="88"/>
                </a:lnTo>
                <a:lnTo>
                  <a:pt x="985" y="88"/>
                </a:lnTo>
                <a:lnTo>
                  <a:pt x="985" y="89"/>
                </a:lnTo>
                <a:lnTo>
                  <a:pt x="986" y="89"/>
                </a:lnTo>
                <a:lnTo>
                  <a:pt x="985" y="89"/>
                </a:lnTo>
                <a:lnTo>
                  <a:pt x="985" y="90"/>
                </a:lnTo>
                <a:lnTo>
                  <a:pt x="984" y="90"/>
                </a:lnTo>
                <a:lnTo>
                  <a:pt x="984" y="91"/>
                </a:lnTo>
                <a:lnTo>
                  <a:pt x="985" y="91"/>
                </a:lnTo>
                <a:lnTo>
                  <a:pt x="986" y="91"/>
                </a:lnTo>
                <a:lnTo>
                  <a:pt x="986" y="92"/>
                </a:lnTo>
                <a:lnTo>
                  <a:pt x="987" y="92"/>
                </a:lnTo>
                <a:lnTo>
                  <a:pt x="988" y="92"/>
                </a:lnTo>
                <a:lnTo>
                  <a:pt x="988" y="93"/>
                </a:lnTo>
                <a:lnTo>
                  <a:pt x="989" y="93"/>
                </a:lnTo>
                <a:lnTo>
                  <a:pt x="989" y="92"/>
                </a:lnTo>
                <a:lnTo>
                  <a:pt x="989" y="93"/>
                </a:lnTo>
                <a:lnTo>
                  <a:pt x="990" y="93"/>
                </a:lnTo>
                <a:lnTo>
                  <a:pt x="990" y="94"/>
                </a:lnTo>
                <a:lnTo>
                  <a:pt x="990" y="93"/>
                </a:lnTo>
                <a:lnTo>
                  <a:pt x="991" y="93"/>
                </a:lnTo>
                <a:lnTo>
                  <a:pt x="991" y="94"/>
                </a:lnTo>
                <a:lnTo>
                  <a:pt x="992" y="94"/>
                </a:lnTo>
                <a:lnTo>
                  <a:pt x="992" y="93"/>
                </a:lnTo>
                <a:lnTo>
                  <a:pt x="993" y="93"/>
                </a:lnTo>
                <a:lnTo>
                  <a:pt x="994" y="93"/>
                </a:lnTo>
                <a:lnTo>
                  <a:pt x="995" y="93"/>
                </a:lnTo>
                <a:lnTo>
                  <a:pt x="995" y="94"/>
                </a:lnTo>
                <a:lnTo>
                  <a:pt x="995" y="95"/>
                </a:lnTo>
                <a:lnTo>
                  <a:pt x="995" y="96"/>
                </a:lnTo>
                <a:lnTo>
                  <a:pt x="994" y="96"/>
                </a:lnTo>
                <a:lnTo>
                  <a:pt x="995" y="96"/>
                </a:lnTo>
                <a:lnTo>
                  <a:pt x="995" y="97"/>
                </a:lnTo>
                <a:lnTo>
                  <a:pt x="995" y="96"/>
                </a:lnTo>
                <a:lnTo>
                  <a:pt x="996" y="96"/>
                </a:lnTo>
                <a:lnTo>
                  <a:pt x="996" y="97"/>
                </a:lnTo>
                <a:lnTo>
                  <a:pt x="997" y="97"/>
                </a:lnTo>
                <a:lnTo>
                  <a:pt x="997" y="96"/>
                </a:lnTo>
                <a:lnTo>
                  <a:pt x="998" y="96"/>
                </a:lnTo>
                <a:lnTo>
                  <a:pt x="998" y="95"/>
                </a:lnTo>
                <a:lnTo>
                  <a:pt x="998" y="94"/>
                </a:lnTo>
                <a:lnTo>
                  <a:pt x="998" y="95"/>
                </a:lnTo>
                <a:lnTo>
                  <a:pt x="999" y="95"/>
                </a:lnTo>
                <a:lnTo>
                  <a:pt x="1000" y="95"/>
                </a:lnTo>
                <a:lnTo>
                  <a:pt x="1000" y="96"/>
                </a:lnTo>
                <a:lnTo>
                  <a:pt x="1000" y="95"/>
                </a:lnTo>
                <a:lnTo>
                  <a:pt x="1000" y="96"/>
                </a:lnTo>
                <a:lnTo>
                  <a:pt x="1001" y="96"/>
                </a:lnTo>
                <a:lnTo>
                  <a:pt x="1002" y="96"/>
                </a:lnTo>
                <a:lnTo>
                  <a:pt x="1002" y="97"/>
                </a:lnTo>
                <a:lnTo>
                  <a:pt x="1003" y="97"/>
                </a:lnTo>
                <a:lnTo>
                  <a:pt x="1004" y="98"/>
                </a:lnTo>
                <a:lnTo>
                  <a:pt x="1004" y="99"/>
                </a:lnTo>
                <a:lnTo>
                  <a:pt x="1005" y="99"/>
                </a:lnTo>
                <a:lnTo>
                  <a:pt x="1005" y="98"/>
                </a:lnTo>
                <a:lnTo>
                  <a:pt x="1006" y="99"/>
                </a:lnTo>
                <a:lnTo>
                  <a:pt x="1006" y="98"/>
                </a:lnTo>
                <a:lnTo>
                  <a:pt x="1007" y="98"/>
                </a:lnTo>
                <a:lnTo>
                  <a:pt x="1008" y="99"/>
                </a:lnTo>
                <a:lnTo>
                  <a:pt x="1009" y="99"/>
                </a:lnTo>
                <a:lnTo>
                  <a:pt x="1010" y="99"/>
                </a:lnTo>
                <a:lnTo>
                  <a:pt x="1010" y="98"/>
                </a:lnTo>
                <a:lnTo>
                  <a:pt x="1011" y="97"/>
                </a:lnTo>
                <a:lnTo>
                  <a:pt x="1012" y="97"/>
                </a:lnTo>
                <a:lnTo>
                  <a:pt x="1013" y="97"/>
                </a:lnTo>
                <a:lnTo>
                  <a:pt x="1014" y="97"/>
                </a:lnTo>
                <a:lnTo>
                  <a:pt x="1015" y="97"/>
                </a:lnTo>
                <a:lnTo>
                  <a:pt x="1015" y="98"/>
                </a:lnTo>
                <a:lnTo>
                  <a:pt x="1016" y="98"/>
                </a:lnTo>
                <a:lnTo>
                  <a:pt x="1017" y="98"/>
                </a:lnTo>
                <a:lnTo>
                  <a:pt x="1018" y="99"/>
                </a:lnTo>
                <a:lnTo>
                  <a:pt x="1019" y="99"/>
                </a:lnTo>
                <a:lnTo>
                  <a:pt x="1019" y="98"/>
                </a:lnTo>
                <a:lnTo>
                  <a:pt x="1020" y="98"/>
                </a:lnTo>
                <a:lnTo>
                  <a:pt x="1021" y="98"/>
                </a:lnTo>
                <a:lnTo>
                  <a:pt x="1021" y="99"/>
                </a:lnTo>
                <a:lnTo>
                  <a:pt x="1022" y="99"/>
                </a:lnTo>
                <a:lnTo>
                  <a:pt x="1022" y="100"/>
                </a:lnTo>
                <a:lnTo>
                  <a:pt x="1023" y="99"/>
                </a:lnTo>
                <a:lnTo>
                  <a:pt x="1024" y="100"/>
                </a:lnTo>
                <a:lnTo>
                  <a:pt x="1024" y="101"/>
                </a:lnTo>
                <a:lnTo>
                  <a:pt x="1025" y="101"/>
                </a:lnTo>
                <a:lnTo>
                  <a:pt x="1025" y="102"/>
                </a:lnTo>
                <a:lnTo>
                  <a:pt x="1026" y="102"/>
                </a:lnTo>
                <a:lnTo>
                  <a:pt x="1026" y="103"/>
                </a:lnTo>
                <a:lnTo>
                  <a:pt x="1026" y="104"/>
                </a:lnTo>
                <a:lnTo>
                  <a:pt x="1027" y="104"/>
                </a:lnTo>
                <a:lnTo>
                  <a:pt x="1027" y="105"/>
                </a:lnTo>
                <a:lnTo>
                  <a:pt x="1028" y="105"/>
                </a:lnTo>
                <a:lnTo>
                  <a:pt x="1028" y="106"/>
                </a:lnTo>
                <a:lnTo>
                  <a:pt x="1029" y="106"/>
                </a:lnTo>
                <a:lnTo>
                  <a:pt x="1029" y="107"/>
                </a:lnTo>
                <a:lnTo>
                  <a:pt x="1030" y="108"/>
                </a:lnTo>
                <a:lnTo>
                  <a:pt x="1031" y="108"/>
                </a:lnTo>
                <a:lnTo>
                  <a:pt x="1031" y="109"/>
                </a:lnTo>
                <a:lnTo>
                  <a:pt x="1032" y="109"/>
                </a:lnTo>
                <a:lnTo>
                  <a:pt x="1033" y="109"/>
                </a:lnTo>
                <a:lnTo>
                  <a:pt x="1034" y="108"/>
                </a:lnTo>
                <a:lnTo>
                  <a:pt x="1035" y="108"/>
                </a:lnTo>
                <a:lnTo>
                  <a:pt x="1035" y="107"/>
                </a:lnTo>
                <a:lnTo>
                  <a:pt x="1036" y="107"/>
                </a:lnTo>
                <a:lnTo>
                  <a:pt x="1036" y="106"/>
                </a:lnTo>
                <a:lnTo>
                  <a:pt x="1037" y="106"/>
                </a:lnTo>
                <a:lnTo>
                  <a:pt x="1038" y="106"/>
                </a:lnTo>
                <a:lnTo>
                  <a:pt x="1039" y="106"/>
                </a:lnTo>
                <a:lnTo>
                  <a:pt x="1039" y="107"/>
                </a:lnTo>
                <a:lnTo>
                  <a:pt x="1040" y="107"/>
                </a:lnTo>
                <a:lnTo>
                  <a:pt x="1040" y="108"/>
                </a:lnTo>
                <a:lnTo>
                  <a:pt x="1039" y="109"/>
                </a:lnTo>
                <a:lnTo>
                  <a:pt x="1039" y="110"/>
                </a:lnTo>
                <a:lnTo>
                  <a:pt x="1038" y="111"/>
                </a:lnTo>
                <a:lnTo>
                  <a:pt x="1038" y="112"/>
                </a:lnTo>
                <a:lnTo>
                  <a:pt x="1038" y="113"/>
                </a:lnTo>
                <a:lnTo>
                  <a:pt x="1039" y="114"/>
                </a:lnTo>
                <a:lnTo>
                  <a:pt x="1039" y="115"/>
                </a:lnTo>
                <a:lnTo>
                  <a:pt x="1038" y="115"/>
                </a:lnTo>
                <a:lnTo>
                  <a:pt x="1038" y="116"/>
                </a:lnTo>
                <a:lnTo>
                  <a:pt x="1037" y="116"/>
                </a:lnTo>
                <a:lnTo>
                  <a:pt x="1037" y="117"/>
                </a:lnTo>
                <a:lnTo>
                  <a:pt x="1036" y="117"/>
                </a:lnTo>
                <a:lnTo>
                  <a:pt x="1036" y="118"/>
                </a:lnTo>
                <a:lnTo>
                  <a:pt x="1036" y="119"/>
                </a:lnTo>
                <a:lnTo>
                  <a:pt x="1035" y="119"/>
                </a:lnTo>
                <a:lnTo>
                  <a:pt x="1036" y="119"/>
                </a:lnTo>
                <a:lnTo>
                  <a:pt x="1035" y="119"/>
                </a:lnTo>
                <a:lnTo>
                  <a:pt x="1036" y="120"/>
                </a:lnTo>
                <a:lnTo>
                  <a:pt x="1036" y="121"/>
                </a:lnTo>
                <a:lnTo>
                  <a:pt x="1036" y="122"/>
                </a:lnTo>
                <a:lnTo>
                  <a:pt x="1036" y="123"/>
                </a:lnTo>
                <a:lnTo>
                  <a:pt x="1037" y="123"/>
                </a:lnTo>
                <a:lnTo>
                  <a:pt x="1038" y="124"/>
                </a:lnTo>
                <a:lnTo>
                  <a:pt x="1039" y="124"/>
                </a:lnTo>
                <a:lnTo>
                  <a:pt x="1039" y="123"/>
                </a:lnTo>
                <a:lnTo>
                  <a:pt x="1040" y="123"/>
                </a:lnTo>
                <a:lnTo>
                  <a:pt x="1040" y="124"/>
                </a:lnTo>
                <a:lnTo>
                  <a:pt x="1041" y="124"/>
                </a:lnTo>
                <a:lnTo>
                  <a:pt x="1041" y="123"/>
                </a:lnTo>
                <a:lnTo>
                  <a:pt x="1042" y="123"/>
                </a:lnTo>
                <a:lnTo>
                  <a:pt x="1043" y="123"/>
                </a:lnTo>
                <a:lnTo>
                  <a:pt x="1044" y="123"/>
                </a:lnTo>
                <a:lnTo>
                  <a:pt x="1044" y="124"/>
                </a:lnTo>
                <a:lnTo>
                  <a:pt x="1045" y="124"/>
                </a:lnTo>
                <a:lnTo>
                  <a:pt x="1045" y="125"/>
                </a:lnTo>
                <a:lnTo>
                  <a:pt x="1046" y="125"/>
                </a:lnTo>
                <a:lnTo>
                  <a:pt x="1046" y="126"/>
                </a:lnTo>
                <a:lnTo>
                  <a:pt x="1047" y="126"/>
                </a:lnTo>
                <a:lnTo>
                  <a:pt x="1047" y="127"/>
                </a:lnTo>
                <a:lnTo>
                  <a:pt x="1048" y="127"/>
                </a:lnTo>
                <a:lnTo>
                  <a:pt x="1048" y="126"/>
                </a:lnTo>
                <a:lnTo>
                  <a:pt x="1049" y="126"/>
                </a:lnTo>
                <a:lnTo>
                  <a:pt x="1049" y="127"/>
                </a:lnTo>
                <a:lnTo>
                  <a:pt x="1049" y="128"/>
                </a:lnTo>
                <a:lnTo>
                  <a:pt x="1050" y="128"/>
                </a:lnTo>
                <a:lnTo>
                  <a:pt x="1051" y="128"/>
                </a:lnTo>
                <a:lnTo>
                  <a:pt x="1051" y="129"/>
                </a:lnTo>
                <a:lnTo>
                  <a:pt x="1052" y="129"/>
                </a:lnTo>
                <a:lnTo>
                  <a:pt x="1052" y="130"/>
                </a:lnTo>
                <a:lnTo>
                  <a:pt x="1053" y="130"/>
                </a:lnTo>
                <a:lnTo>
                  <a:pt x="1054" y="130"/>
                </a:lnTo>
                <a:lnTo>
                  <a:pt x="1055" y="130"/>
                </a:lnTo>
                <a:lnTo>
                  <a:pt x="1055" y="129"/>
                </a:lnTo>
                <a:lnTo>
                  <a:pt x="1055" y="130"/>
                </a:lnTo>
                <a:lnTo>
                  <a:pt x="1056" y="130"/>
                </a:lnTo>
                <a:lnTo>
                  <a:pt x="1056" y="131"/>
                </a:lnTo>
                <a:lnTo>
                  <a:pt x="1056" y="132"/>
                </a:lnTo>
                <a:lnTo>
                  <a:pt x="1056" y="133"/>
                </a:lnTo>
                <a:lnTo>
                  <a:pt x="1057" y="133"/>
                </a:lnTo>
                <a:lnTo>
                  <a:pt x="1057" y="132"/>
                </a:lnTo>
                <a:lnTo>
                  <a:pt x="1057" y="133"/>
                </a:lnTo>
                <a:lnTo>
                  <a:pt x="1058" y="133"/>
                </a:lnTo>
                <a:lnTo>
                  <a:pt x="1058" y="134"/>
                </a:lnTo>
                <a:lnTo>
                  <a:pt x="1059" y="134"/>
                </a:lnTo>
                <a:lnTo>
                  <a:pt x="1059" y="135"/>
                </a:lnTo>
                <a:lnTo>
                  <a:pt x="1059" y="136"/>
                </a:lnTo>
                <a:lnTo>
                  <a:pt x="1059" y="137"/>
                </a:lnTo>
                <a:lnTo>
                  <a:pt x="1060" y="137"/>
                </a:lnTo>
                <a:lnTo>
                  <a:pt x="1060" y="138"/>
                </a:lnTo>
                <a:lnTo>
                  <a:pt x="1060" y="137"/>
                </a:lnTo>
                <a:lnTo>
                  <a:pt x="1061" y="137"/>
                </a:lnTo>
                <a:lnTo>
                  <a:pt x="1061" y="138"/>
                </a:lnTo>
                <a:lnTo>
                  <a:pt x="1062" y="138"/>
                </a:lnTo>
                <a:lnTo>
                  <a:pt x="1062" y="139"/>
                </a:lnTo>
                <a:lnTo>
                  <a:pt x="1063" y="139"/>
                </a:lnTo>
                <a:lnTo>
                  <a:pt x="1064" y="139"/>
                </a:lnTo>
                <a:lnTo>
                  <a:pt x="1064" y="140"/>
                </a:lnTo>
                <a:lnTo>
                  <a:pt x="1065" y="140"/>
                </a:lnTo>
                <a:lnTo>
                  <a:pt x="1066" y="140"/>
                </a:lnTo>
                <a:lnTo>
                  <a:pt x="1067" y="140"/>
                </a:lnTo>
                <a:lnTo>
                  <a:pt x="1068" y="140"/>
                </a:lnTo>
                <a:lnTo>
                  <a:pt x="1068" y="141"/>
                </a:lnTo>
                <a:lnTo>
                  <a:pt x="1069" y="141"/>
                </a:lnTo>
                <a:lnTo>
                  <a:pt x="1070" y="141"/>
                </a:lnTo>
                <a:lnTo>
                  <a:pt x="1071" y="141"/>
                </a:lnTo>
                <a:lnTo>
                  <a:pt x="1071" y="142"/>
                </a:lnTo>
                <a:lnTo>
                  <a:pt x="1072" y="142"/>
                </a:lnTo>
                <a:lnTo>
                  <a:pt x="1073" y="142"/>
                </a:lnTo>
                <a:lnTo>
                  <a:pt x="1073" y="143"/>
                </a:lnTo>
                <a:lnTo>
                  <a:pt x="1074" y="143"/>
                </a:lnTo>
                <a:lnTo>
                  <a:pt x="1075" y="143"/>
                </a:lnTo>
                <a:lnTo>
                  <a:pt x="1075" y="144"/>
                </a:lnTo>
                <a:lnTo>
                  <a:pt x="1076" y="144"/>
                </a:lnTo>
                <a:lnTo>
                  <a:pt x="1077" y="144"/>
                </a:lnTo>
                <a:lnTo>
                  <a:pt x="1077" y="145"/>
                </a:lnTo>
                <a:lnTo>
                  <a:pt x="1078" y="145"/>
                </a:lnTo>
                <a:lnTo>
                  <a:pt x="1079" y="145"/>
                </a:lnTo>
                <a:lnTo>
                  <a:pt x="1079" y="144"/>
                </a:lnTo>
                <a:lnTo>
                  <a:pt x="1080" y="144"/>
                </a:lnTo>
                <a:lnTo>
                  <a:pt x="1079" y="144"/>
                </a:lnTo>
                <a:lnTo>
                  <a:pt x="1079" y="143"/>
                </a:lnTo>
                <a:lnTo>
                  <a:pt x="1080" y="143"/>
                </a:lnTo>
                <a:lnTo>
                  <a:pt x="1080" y="142"/>
                </a:lnTo>
                <a:lnTo>
                  <a:pt x="1081" y="142"/>
                </a:lnTo>
                <a:lnTo>
                  <a:pt x="1081" y="141"/>
                </a:lnTo>
                <a:lnTo>
                  <a:pt x="1082" y="141"/>
                </a:lnTo>
                <a:lnTo>
                  <a:pt x="1082" y="140"/>
                </a:lnTo>
                <a:lnTo>
                  <a:pt x="1083" y="140"/>
                </a:lnTo>
                <a:lnTo>
                  <a:pt x="1084" y="139"/>
                </a:lnTo>
                <a:lnTo>
                  <a:pt x="1085" y="139"/>
                </a:lnTo>
                <a:lnTo>
                  <a:pt x="1085" y="138"/>
                </a:lnTo>
                <a:lnTo>
                  <a:pt x="1085" y="137"/>
                </a:lnTo>
                <a:lnTo>
                  <a:pt x="1086" y="137"/>
                </a:lnTo>
                <a:lnTo>
                  <a:pt x="1086" y="138"/>
                </a:lnTo>
                <a:lnTo>
                  <a:pt x="1087" y="138"/>
                </a:lnTo>
                <a:lnTo>
                  <a:pt x="1087" y="139"/>
                </a:lnTo>
                <a:lnTo>
                  <a:pt x="1088" y="139"/>
                </a:lnTo>
                <a:lnTo>
                  <a:pt x="1089" y="139"/>
                </a:lnTo>
                <a:lnTo>
                  <a:pt x="1090" y="139"/>
                </a:lnTo>
                <a:lnTo>
                  <a:pt x="1091" y="139"/>
                </a:lnTo>
                <a:lnTo>
                  <a:pt x="1091" y="138"/>
                </a:lnTo>
                <a:lnTo>
                  <a:pt x="1091" y="139"/>
                </a:lnTo>
                <a:lnTo>
                  <a:pt x="1092" y="139"/>
                </a:lnTo>
                <a:lnTo>
                  <a:pt x="1093" y="139"/>
                </a:lnTo>
                <a:lnTo>
                  <a:pt x="1093" y="140"/>
                </a:lnTo>
                <a:lnTo>
                  <a:pt x="1094" y="140"/>
                </a:lnTo>
                <a:lnTo>
                  <a:pt x="1095" y="140"/>
                </a:lnTo>
                <a:lnTo>
                  <a:pt x="1095" y="141"/>
                </a:lnTo>
                <a:lnTo>
                  <a:pt x="1097" y="141"/>
                </a:lnTo>
                <a:lnTo>
                  <a:pt x="1098" y="141"/>
                </a:lnTo>
                <a:lnTo>
                  <a:pt x="1099" y="141"/>
                </a:lnTo>
                <a:lnTo>
                  <a:pt x="1099" y="142"/>
                </a:lnTo>
                <a:lnTo>
                  <a:pt x="1100" y="142"/>
                </a:lnTo>
                <a:lnTo>
                  <a:pt x="1100" y="143"/>
                </a:lnTo>
                <a:lnTo>
                  <a:pt x="1101" y="143"/>
                </a:lnTo>
                <a:lnTo>
                  <a:pt x="1101" y="144"/>
                </a:lnTo>
                <a:lnTo>
                  <a:pt x="1102" y="144"/>
                </a:lnTo>
                <a:lnTo>
                  <a:pt x="1102" y="145"/>
                </a:lnTo>
                <a:lnTo>
                  <a:pt x="1102" y="146"/>
                </a:lnTo>
                <a:lnTo>
                  <a:pt x="1103" y="146"/>
                </a:lnTo>
                <a:lnTo>
                  <a:pt x="1103" y="147"/>
                </a:lnTo>
                <a:lnTo>
                  <a:pt x="1104" y="147"/>
                </a:lnTo>
                <a:lnTo>
                  <a:pt x="1105" y="147"/>
                </a:lnTo>
                <a:lnTo>
                  <a:pt x="1105" y="148"/>
                </a:lnTo>
                <a:lnTo>
                  <a:pt x="1106" y="148"/>
                </a:lnTo>
                <a:lnTo>
                  <a:pt x="1106" y="149"/>
                </a:lnTo>
                <a:lnTo>
                  <a:pt x="1106" y="150"/>
                </a:lnTo>
                <a:lnTo>
                  <a:pt x="1105" y="150"/>
                </a:lnTo>
                <a:lnTo>
                  <a:pt x="1105" y="151"/>
                </a:lnTo>
                <a:lnTo>
                  <a:pt x="1105" y="152"/>
                </a:lnTo>
                <a:lnTo>
                  <a:pt x="1106" y="152"/>
                </a:lnTo>
                <a:lnTo>
                  <a:pt x="1107" y="152"/>
                </a:lnTo>
                <a:lnTo>
                  <a:pt x="1108" y="152"/>
                </a:lnTo>
                <a:lnTo>
                  <a:pt x="1109" y="153"/>
                </a:lnTo>
                <a:lnTo>
                  <a:pt x="1110" y="153"/>
                </a:lnTo>
                <a:lnTo>
                  <a:pt x="1111" y="153"/>
                </a:lnTo>
                <a:lnTo>
                  <a:pt x="1111" y="154"/>
                </a:lnTo>
                <a:lnTo>
                  <a:pt x="1112" y="154"/>
                </a:lnTo>
                <a:lnTo>
                  <a:pt x="1113" y="154"/>
                </a:lnTo>
                <a:lnTo>
                  <a:pt x="1114" y="154"/>
                </a:lnTo>
                <a:lnTo>
                  <a:pt x="1115" y="154"/>
                </a:lnTo>
                <a:lnTo>
                  <a:pt x="1115" y="155"/>
                </a:lnTo>
                <a:lnTo>
                  <a:pt x="1116" y="155"/>
                </a:lnTo>
                <a:lnTo>
                  <a:pt x="1117" y="155"/>
                </a:lnTo>
                <a:lnTo>
                  <a:pt x="1117" y="156"/>
                </a:lnTo>
                <a:lnTo>
                  <a:pt x="1118" y="156"/>
                </a:lnTo>
                <a:lnTo>
                  <a:pt x="1119" y="156"/>
                </a:lnTo>
                <a:lnTo>
                  <a:pt x="1119" y="157"/>
                </a:lnTo>
                <a:lnTo>
                  <a:pt x="1119" y="158"/>
                </a:lnTo>
                <a:lnTo>
                  <a:pt x="1119" y="159"/>
                </a:lnTo>
                <a:lnTo>
                  <a:pt x="1120" y="159"/>
                </a:lnTo>
                <a:lnTo>
                  <a:pt x="1121" y="159"/>
                </a:lnTo>
                <a:lnTo>
                  <a:pt x="1122" y="159"/>
                </a:lnTo>
                <a:lnTo>
                  <a:pt x="1122" y="158"/>
                </a:lnTo>
                <a:lnTo>
                  <a:pt x="1123" y="158"/>
                </a:lnTo>
                <a:lnTo>
                  <a:pt x="1123" y="159"/>
                </a:lnTo>
                <a:lnTo>
                  <a:pt x="1123" y="158"/>
                </a:lnTo>
                <a:lnTo>
                  <a:pt x="1124" y="158"/>
                </a:lnTo>
                <a:lnTo>
                  <a:pt x="1124" y="157"/>
                </a:lnTo>
                <a:lnTo>
                  <a:pt x="1124" y="156"/>
                </a:lnTo>
                <a:lnTo>
                  <a:pt x="1125" y="156"/>
                </a:lnTo>
                <a:lnTo>
                  <a:pt x="1125" y="155"/>
                </a:lnTo>
                <a:lnTo>
                  <a:pt x="1126" y="155"/>
                </a:lnTo>
                <a:lnTo>
                  <a:pt x="1126" y="154"/>
                </a:lnTo>
                <a:lnTo>
                  <a:pt x="1127" y="154"/>
                </a:lnTo>
                <a:lnTo>
                  <a:pt x="1128" y="154"/>
                </a:lnTo>
                <a:lnTo>
                  <a:pt x="1129" y="153"/>
                </a:lnTo>
                <a:lnTo>
                  <a:pt x="1129" y="152"/>
                </a:lnTo>
                <a:lnTo>
                  <a:pt x="1130" y="152"/>
                </a:lnTo>
                <a:lnTo>
                  <a:pt x="1131" y="152"/>
                </a:lnTo>
                <a:lnTo>
                  <a:pt x="1132" y="152"/>
                </a:lnTo>
                <a:lnTo>
                  <a:pt x="1133" y="152"/>
                </a:lnTo>
                <a:lnTo>
                  <a:pt x="1134" y="152"/>
                </a:lnTo>
                <a:lnTo>
                  <a:pt x="1135" y="152"/>
                </a:lnTo>
                <a:lnTo>
                  <a:pt x="1136" y="152"/>
                </a:lnTo>
                <a:lnTo>
                  <a:pt x="1136" y="153"/>
                </a:lnTo>
                <a:lnTo>
                  <a:pt x="1137" y="153"/>
                </a:lnTo>
                <a:lnTo>
                  <a:pt x="1137" y="154"/>
                </a:lnTo>
                <a:lnTo>
                  <a:pt x="1137" y="155"/>
                </a:lnTo>
                <a:lnTo>
                  <a:pt x="1138" y="155"/>
                </a:lnTo>
                <a:lnTo>
                  <a:pt x="1139" y="156"/>
                </a:lnTo>
                <a:lnTo>
                  <a:pt x="1139" y="157"/>
                </a:lnTo>
                <a:lnTo>
                  <a:pt x="1139" y="158"/>
                </a:lnTo>
                <a:lnTo>
                  <a:pt x="1139" y="159"/>
                </a:lnTo>
                <a:lnTo>
                  <a:pt x="1140" y="159"/>
                </a:lnTo>
                <a:lnTo>
                  <a:pt x="1140" y="160"/>
                </a:lnTo>
                <a:lnTo>
                  <a:pt x="1140" y="161"/>
                </a:lnTo>
                <a:lnTo>
                  <a:pt x="1139" y="161"/>
                </a:lnTo>
                <a:lnTo>
                  <a:pt x="1139" y="162"/>
                </a:lnTo>
                <a:lnTo>
                  <a:pt x="1139" y="163"/>
                </a:lnTo>
                <a:lnTo>
                  <a:pt x="1140" y="163"/>
                </a:lnTo>
                <a:lnTo>
                  <a:pt x="1141" y="163"/>
                </a:lnTo>
                <a:lnTo>
                  <a:pt x="1141" y="164"/>
                </a:lnTo>
                <a:lnTo>
                  <a:pt x="1142" y="165"/>
                </a:lnTo>
                <a:lnTo>
                  <a:pt x="1142" y="166"/>
                </a:lnTo>
                <a:lnTo>
                  <a:pt x="1142" y="167"/>
                </a:lnTo>
                <a:lnTo>
                  <a:pt x="1143" y="167"/>
                </a:lnTo>
                <a:lnTo>
                  <a:pt x="1144" y="167"/>
                </a:lnTo>
                <a:lnTo>
                  <a:pt x="1145" y="168"/>
                </a:lnTo>
                <a:lnTo>
                  <a:pt x="1146" y="169"/>
                </a:lnTo>
                <a:lnTo>
                  <a:pt x="1146" y="170"/>
                </a:lnTo>
                <a:lnTo>
                  <a:pt x="1147" y="170"/>
                </a:lnTo>
                <a:lnTo>
                  <a:pt x="1147" y="171"/>
                </a:lnTo>
                <a:lnTo>
                  <a:pt x="1146" y="172"/>
                </a:lnTo>
                <a:lnTo>
                  <a:pt x="1146" y="173"/>
                </a:lnTo>
                <a:lnTo>
                  <a:pt x="1147" y="173"/>
                </a:lnTo>
                <a:lnTo>
                  <a:pt x="1146" y="174"/>
                </a:lnTo>
                <a:lnTo>
                  <a:pt x="1145" y="176"/>
                </a:lnTo>
                <a:lnTo>
                  <a:pt x="1145" y="177"/>
                </a:lnTo>
                <a:lnTo>
                  <a:pt x="1146" y="177"/>
                </a:lnTo>
                <a:lnTo>
                  <a:pt x="1147" y="177"/>
                </a:lnTo>
                <a:lnTo>
                  <a:pt x="1148" y="178"/>
                </a:lnTo>
                <a:lnTo>
                  <a:pt x="1149" y="178"/>
                </a:lnTo>
                <a:lnTo>
                  <a:pt x="1150" y="178"/>
                </a:lnTo>
                <a:lnTo>
                  <a:pt x="1151" y="179"/>
                </a:lnTo>
                <a:lnTo>
                  <a:pt x="1152" y="180"/>
                </a:lnTo>
                <a:lnTo>
                  <a:pt x="1152" y="181"/>
                </a:lnTo>
                <a:lnTo>
                  <a:pt x="1153" y="181"/>
                </a:lnTo>
                <a:lnTo>
                  <a:pt x="1153" y="182"/>
                </a:lnTo>
                <a:lnTo>
                  <a:pt x="1153" y="183"/>
                </a:lnTo>
                <a:lnTo>
                  <a:pt x="1154" y="183"/>
                </a:lnTo>
                <a:lnTo>
                  <a:pt x="1155" y="184"/>
                </a:lnTo>
                <a:lnTo>
                  <a:pt x="1156" y="184"/>
                </a:lnTo>
                <a:lnTo>
                  <a:pt x="1157" y="184"/>
                </a:lnTo>
                <a:lnTo>
                  <a:pt x="1158" y="184"/>
                </a:lnTo>
                <a:lnTo>
                  <a:pt x="1158" y="185"/>
                </a:lnTo>
                <a:lnTo>
                  <a:pt x="1159" y="185"/>
                </a:lnTo>
                <a:lnTo>
                  <a:pt x="1159" y="186"/>
                </a:lnTo>
                <a:lnTo>
                  <a:pt x="1160" y="186"/>
                </a:lnTo>
                <a:lnTo>
                  <a:pt x="1161" y="186"/>
                </a:lnTo>
                <a:lnTo>
                  <a:pt x="1162" y="186"/>
                </a:lnTo>
                <a:lnTo>
                  <a:pt x="1163" y="186"/>
                </a:lnTo>
                <a:lnTo>
                  <a:pt x="1163" y="187"/>
                </a:lnTo>
                <a:lnTo>
                  <a:pt x="1162" y="187"/>
                </a:lnTo>
                <a:lnTo>
                  <a:pt x="1162" y="188"/>
                </a:lnTo>
                <a:lnTo>
                  <a:pt x="1163" y="188"/>
                </a:lnTo>
                <a:lnTo>
                  <a:pt x="1164" y="189"/>
                </a:lnTo>
                <a:lnTo>
                  <a:pt x="1164" y="190"/>
                </a:lnTo>
                <a:lnTo>
                  <a:pt x="1165" y="190"/>
                </a:lnTo>
                <a:lnTo>
                  <a:pt x="1166" y="191"/>
                </a:lnTo>
                <a:lnTo>
                  <a:pt x="1167" y="191"/>
                </a:lnTo>
                <a:lnTo>
                  <a:pt x="1168" y="192"/>
                </a:lnTo>
                <a:lnTo>
                  <a:pt x="1169" y="193"/>
                </a:lnTo>
                <a:lnTo>
                  <a:pt x="1170" y="193"/>
                </a:lnTo>
                <a:lnTo>
                  <a:pt x="1171" y="193"/>
                </a:lnTo>
                <a:lnTo>
                  <a:pt x="1172" y="194"/>
                </a:lnTo>
                <a:lnTo>
                  <a:pt x="1173" y="194"/>
                </a:lnTo>
                <a:lnTo>
                  <a:pt x="1174" y="194"/>
                </a:lnTo>
                <a:lnTo>
                  <a:pt x="1174" y="195"/>
                </a:lnTo>
                <a:lnTo>
                  <a:pt x="1174" y="196"/>
                </a:lnTo>
                <a:lnTo>
                  <a:pt x="1173" y="196"/>
                </a:lnTo>
                <a:lnTo>
                  <a:pt x="1174" y="196"/>
                </a:lnTo>
                <a:lnTo>
                  <a:pt x="1174" y="197"/>
                </a:lnTo>
                <a:lnTo>
                  <a:pt x="1176" y="198"/>
                </a:lnTo>
                <a:lnTo>
                  <a:pt x="1177" y="198"/>
                </a:lnTo>
                <a:lnTo>
                  <a:pt x="1177" y="199"/>
                </a:lnTo>
                <a:lnTo>
                  <a:pt x="1176" y="199"/>
                </a:lnTo>
                <a:lnTo>
                  <a:pt x="1177" y="200"/>
                </a:lnTo>
                <a:lnTo>
                  <a:pt x="1177" y="201"/>
                </a:lnTo>
                <a:lnTo>
                  <a:pt x="1178" y="201"/>
                </a:lnTo>
                <a:lnTo>
                  <a:pt x="1179" y="202"/>
                </a:lnTo>
                <a:lnTo>
                  <a:pt x="1179" y="203"/>
                </a:lnTo>
                <a:lnTo>
                  <a:pt x="1180" y="203"/>
                </a:lnTo>
                <a:lnTo>
                  <a:pt x="1181" y="204"/>
                </a:lnTo>
                <a:lnTo>
                  <a:pt x="1182" y="204"/>
                </a:lnTo>
                <a:lnTo>
                  <a:pt x="1183" y="204"/>
                </a:lnTo>
                <a:lnTo>
                  <a:pt x="1184" y="204"/>
                </a:lnTo>
                <a:lnTo>
                  <a:pt x="1185" y="205"/>
                </a:lnTo>
                <a:lnTo>
                  <a:pt x="1185" y="206"/>
                </a:lnTo>
                <a:lnTo>
                  <a:pt x="1186" y="206"/>
                </a:lnTo>
                <a:lnTo>
                  <a:pt x="1186" y="207"/>
                </a:lnTo>
                <a:lnTo>
                  <a:pt x="1187" y="207"/>
                </a:lnTo>
                <a:lnTo>
                  <a:pt x="1187" y="208"/>
                </a:lnTo>
                <a:lnTo>
                  <a:pt x="1188" y="209"/>
                </a:lnTo>
                <a:lnTo>
                  <a:pt x="1189" y="209"/>
                </a:lnTo>
                <a:lnTo>
                  <a:pt x="1190" y="208"/>
                </a:lnTo>
                <a:lnTo>
                  <a:pt x="1190" y="209"/>
                </a:lnTo>
                <a:lnTo>
                  <a:pt x="1190" y="210"/>
                </a:lnTo>
                <a:lnTo>
                  <a:pt x="1191" y="210"/>
                </a:lnTo>
                <a:lnTo>
                  <a:pt x="1190" y="210"/>
                </a:lnTo>
                <a:lnTo>
                  <a:pt x="1191" y="211"/>
                </a:lnTo>
                <a:lnTo>
                  <a:pt x="1192" y="212"/>
                </a:lnTo>
                <a:lnTo>
                  <a:pt x="1192" y="213"/>
                </a:lnTo>
                <a:lnTo>
                  <a:pt x="1193" y="214"/>
                </a:lnTo>
                <a:lnTo>
                  <a:pt x="1193" y="215"/>
                </a:lnTo>
                <a:lnTo>
                  <a:pt x="1193" y="216"/>
                </a:lnTo>
                <a:lnTo>
                  <a:pt x="1192" y="216"/>
                </a:lnTo>
                <a:lnTo>
                  <a:pt x="1190" y="216"/>
                </a:lnTo>
                <a:lnTo>
                  <a:pt x="1189" y="216"/>
                </a:lnTo>
                <a:lnTo>
                  <a:pt x="1188" y="216"/>
                </a:lnTo>
                <a:lnTo>
                  <a:pt x="1187" y="216"/>
                </a:lnTo>
                <a:lnTo>
                  <a:pt x="1186" y="217"/>
                </a:lnTo>
                <a:lnTo>
                  <a:pt x="1185" y="217"/>
                </a:lnTo>
                <a:lnTo>
                  <a:pt x="1184" y="217"/>
                </a:lnTo>
                <a:lnTo>
                  <a:pt x="1183" y="217"/>
                </a:lnTo>
                <a:lnTo>
                  <a:pt x="1182" y="217"/>
                </a:lnTo>
                <a:lnTo>
                  <a:pt x="1181" y="217"/>
                </a:lnTo>
                <a:lnTo>
                  <a:pt x="1180" y="217"/>
                </a:lnTo>
                <a:lnTo>
                  <a:pt x="1180" y="218"/>
                </a:lnTo>
                <a:lnTo>
                  <a:pt x="1180" y="219"/>
                </a:lnTo>
                <a:lnTo>
                  <a:pt x="1180" y="220"/>
                </a:lnTo>
                <a:lnTo>
                  <a:pt x="1181" y="221"/>
                </a:lnTo>
                <a:lnTo>
                  <a:pt x="1180" y="221"/>
                </a:lnTo>
                <a:lnTo>
                  <a:pt x="1180" y="222"/>
                </a:lnTo>
                <a:lnTo>
                  <a:pt x="1181" y="223"/>
                </a:lnTo>
                <a:lnTo>
                  <a:pt x="1181" y="224"/>
                </a:lnTo>
                <a:lnTo>
                  <a:pt x="1180" y="225"/>
                </a:lnTo>
                <a:lnTo>
                  <a:pt x="1179" y="226"/>
                </a:lnTo>
                <a:lnTo>
                  <a:pt x="1178" y="227"/>
                </a:lnTo>
                <a:lnTo>
                  <a:pt x="1178" y="228"/>
                </a:lnTo>
                <a:lnTo>
                  <a:pt x="1178" y="229"/>
                </a:lnTo>
                <a:lnTo>
                  <a:pt x="1177" y="229"/>
                </a:lnTo>
                <a:lnTo>
                  <a:pt x="1176" y="229"/>
                </a:lnTo>
                <a:lnTo>
                  <a:pt x="1177" y="230"/>
                </a:lnTo>
                <a:lnTo>
                  <a:pt x="1177" y="231"/>
                </a:lnTo>
                <a:lnTo>
                  <a:pt x="1178" y="231"/>
                </a:lnTo>
                <a:lnTo>
                  <a:pt x="1179" y="231"/>
                </a:lnTo>
                <a:lnTo>
                  <a:pt x="1180" y="231"/>
                </a:lnTo>
                <a:lnTo>
                  <a:pt x="1181" y="231"/>
                </a:lnTo>
                <a:lnTo>
                  <a:pt x="1181" y="232"/>
                </a:lnTo>
                <a:lnTo>
                  <a:pt x="1182" y="232"/>
                </a:lnTo>
                <a:lnTo>
                  <a:pt x="1182" y="233"/>
                </a:lnTo>
                <a:lnTo>
                  <a:pt x="1182" y="232"/>
                </a:lnTo>
                <a:lnTo>
                  <a:pt x="1183" y="232"/>
                </a:lnTo>
                <a:lnTo>
                  <a:pt x="1183" y="233"/>
                </a:lnTo>
                <a:lnTo>
                  <a:pt x="1183" y="234"/>
                </a:lnTo>
                <a:lnTo>
                  <a:pt x="1184" y="234"/>
                </a:lnTo>
                <a:lnTo>
                  <a:pt x="1185" y="234"/>
                </a:lnTo>
                <a:lnTo>
                  <a:pt x="1186" y="234"/>
                </a:lnTo>
                <a:lnTo>
                  <a:pt x="1187" y="235"/>
                </a:lnTo>
                <a:lnTo>
                  <a:pt x="1186" y="236"/>
                </a:lnTo>
                <a:lnTo>
                  <a:pt x="1186" y="237"/>
                </a:lnTo>
                <a:lnTo>
                  <a:pt x="1187" y="237"/>
                </a:lnTo>
                <a:lnTo>
                  <a:pt x="1187" y="238"/>
                </a:lnTo>
                <a:lnTo>
                  <a:pt x="1188" y="238"/>
                </a:lnTo>
                <a:lnTo>
                  <a:pt x="1188" y="239"/>
                </a:lnTo>
                <a:lnTo>
                  <a:pt x="1189" y="240"/>
                </a:lnTo>
                <a:lnTo>
                  <a:pt x="1190" y="240"/>
                </a:lnTo>
                <a:lnTo>
                  <a:pt x="1191" y="240"/>
                </a:lnTo>
                <a:lnTo>
                  <a:pt x="1192" y="241"/>
                </a:lnTo>
                <a:lnTo>
                  <a:pt x="1193" y="241"/>
                </a:lnTo>
                <a:lnTo>
                  <a:pt x="1193" y="242"/>
                </a:lnTo>
                <a:lnTo>
                  <a:pt x="1194" y="242"/>
                </a:lnTo>
                <a:lnTo>
                  <a:pt x="1194" y="243"/>
                </a:lnTo>
                <a:lnTo>
                  <a:pt x="1195" y="244"/>
                </a:lnTo>
                <a:lnTo>
                  <a:pt x="1196" y="245"/>
                </a:lnTo>
                <a:lnTo>
                  <a:pt x="1197" y="246"/>
                </a:lnTo>
                <a:lnTo>
                  <a:pt x="1198" y="246"/>
                </a:lnTo>
                <a:lnTo>
                  <a:pt x="1199" y="247"/>
                </a:lnTo>
                <a:lnTo>
                  <a:pt x="1199" y="248"/>
                </a:lnTo>
                <a:lnTo>
                  <a:pt x="1199" y="250"/>
                </a:lnTo>
                <a:lnTo>
                  <a:pt x="1200" y="251"/>
                </a:lnTo>
                <a:lnTo>
                  <a:pt x="1201" y="251"/>
                </a:lnTo>
                <a:lnTo>
                  <a:pt x="1200" y="251"/>
                </a:lnTo>
                <a:lnTo>
                  <a:pt x="1199" y="251"/>
                </a:lnTo>
                <a:lnTo>
                  <a:pt x="1199" y="250"/>
                </a:lnTo>
                <a:lnTo>
                  <a:pt x="1198" y="250"/>
                </a:lnTo>
                <a:lnTo>
                  <a:pt x="1198" y="251"/>
                </a:lnTo>
                <a:lnTo>
                  <a:pt x="1197" y="251"/>
                </a:lnTo>
                <a:lnTo>
                  <a:pt x="1197" y="252"/>
                </a:lnTo>
                <a:lnTo>
                  <a:pt x="1196" y="252"/>
                </a:lnTo>
                <a:lnTo>
                  <a:pt x="1195" y="253"/>
                </a:lnTo>
                <a:lnTo>
                  <a:pt x="1194" y="253"/>
                </a:lnTo>
                <a:lnTo>
                  <a:pt x="1194" y="254"/>
                </a:lnTo>
                <a:lnTo>
                  <a:pt x="1193" y="254"/>
                </a:lnTo>
                <a:lnTo>
                  <a:pt x="1192" y="254"/>
                </a:lnTo>
                <a:lnTo>
                  <a:pt x="1191" y="254"/>
                </a:lnTo>
                <a:lnTo>
                  <a:pt x="1190" y="255"/>
                </a:lnTo>
                <a:lnTo>
                  <a:pt x="1190" y="256"/>
                </a:lnTo>
                <a:lnTo>
                  <a:pt x="1190" y="257"/>
                </a:lnTo>
                <a:lnTo>
                  <a:pt x="1190" y="258"/>
                </a:lnTo>
                <a:lnTo>
                  <a:pt x="1190" y="259"/>
                </a:lnTo>
                <a:lnTo>
                  <a:pt x="1190" y="260"/>
                </a:lnTo>
                <a:lnTo>
                  <a:pt x="1191" y="261"/>
                </a:lnTo>
                <a:lnTo>
                  <a:pt x="1192" y="261"/>
                </a:lnTo>
                <a:lnTo>
                  <a:pt x="1192" y="262"/>
                </a:lnTo>
                <a:lnTo>
                  <a:pt x="1192" y="263"/>
                </a:lnTo>
                <a:lnTo>
                  <a:pt x="1193" y="263"/>
                </a:lnTo>
                <a:lnTo>
                  <a:pt x="1195" y="264"/>
                </a:lnTo>
                <a:lnTo>
                  <a:pt x="1196" y="265"/>
                </a:lnTo>
                <a:lnTo>
                  <a:pt x="1197" y="266"/>
                </a:lnTo>
                <a:lnTo>
                  <a:pt x="1199" y="266"/>
                </a:lnTo>
                <a:lnTo>
                  <a:pt x="1200" y="266"/>
                </a:lnTo>
                <a:lnTo>
                  <a:pt x="1201" y="267"/>
                </a:lnTo>
                <a:lnTo>
                  <a:pt x="1201" y="268"/>
                </a:lnTo>
                <a:lnTo>
                  <a:pt x="1200" y="268"/>
                </a:lnTo>
                <a:lnTo>
                  <a:pt x="1201" y="269"/>
                </a:lnTo>
                <a:lnTo>
                  <a:pt x="1202" y="269"/>
                </a:lnTo>
                <a:lnTo>
                  <a:pt x="1203" y="270"/>
                </a:lnTo>
                <a:lnTo>
                  <a:pt x="1204" y="270"/>
                </a:lnTo>
                <a:lnTo>
                  <a:pt x="1205" y="271"/>
                </a:lnTo>
                <a:lnTo>
                  <a:pt x="1204" y="271"/>
                </a:lnTo>
                <a:lnTo>
                  <a:pt x="1203" y="271"/>
                </a:lnTo>
                <a:lnTo>
                  <a:pt x="1202" y="271"/>
                </a:lnTo>
                <a:lnTo>
                  <a:pt x="1202" y="272"/>
                </a:lnTo>
                <a:lnTo>
                  <a:pt x="1203" y="274"/>
                </a:lnTo>
                <a:lnTo>
                  <a:pt x="1204" y="276"/>
                </a:lnTo>
                <a:lnTo>
                  <a:pt x="1205" y="276"/>
                </a:lnTo>
                <a:lnTo>
                  <a:pt x="1206" y="277"/>
                </a:lnTo>
                <a:lnTo>
                  <a:pt x="1206" y="278"/>
                </a:lnTo>
                <a:lnTo>
                  <a:pt x="1207" y="278"/>
                </a:lnTo>
                <a:lnTo>
                  <a:pt x="1207" y="279"/>
                </a:lnTo>
                <a:lnTo>
                  <a:pt x="1207" y="280"/>
                </a:lnTo>
                <a:lnTo>
                  <a:pt x="1206" y="281"/>
                </a:lnTo>
                <a:lnTo>
                  <a:pt x="1205" y="281"/>
                </a:lnTo>
                <a:lnTo>
                  <a:pt x="1205" y="282"/>
                </a:lnTo>
                <a:lnTo>
                  <a:pt x="1205" y="283"/>
                </a:lnTo>
                <a:lnTo>
                  <a:pt x="1206" y="283"/>
                </a:lnTo>
                <a:lnTo>
                  <a:pt x="1207" y="284"/>
                </a:lnTo>
                <a:lnTo>
                  <a:pt x="1207" y="285"/>
                </a:lnTo>
                <a:lnTo>
                  <a:pt x="1207" y="286"/>
                </a:lnTo>
                <a:lnTo>
                  <a:pt x="1208" y="286"/>
                </a:lnTo>
                <a:lnTo>
                  <a:pt x="1209" y="286"/>
                </a:lnTo>
                <a:lnTo>
                  <a:pt x="1209" y="288"/>
                </a:lnTo>
                <a:lnTo>
                  <a:pt x="1210" y="288"/>
                </a:lnTo>
                <a:lnTo>
                  <a:pt x="1209" y="289"/>
                </a:lnTo>
                <a:lnTo>
                  <a:pt x="1210" y="290"/>
                </a:lnTo>
                <a:lnTo>
                  <a:pt x="1210" y="291"/>
                </a:lnTo>
                <a:lnTo>
                  <a:pt x="1211" y="292"/>
                </a:lnTo>
                <a:lnTo>
                  <a:pt x="1210" y="292"/>
                </a:lnTo>
                <a:lnTo>
                  <a:pt x="1210" y="293"/>
                </a:lnTo>
                <a:lnTo>
                  <a:pt x="1211" y="294"/>
                </a:lnTo>
                <a:lnTo>
                  <a:pt x="1211" y="295"/>
                </a:lnTo>
                <a:lnTo>
                  <a:pt x="1212" y="295"/>
                </a:lnTo>
                <a:lnTo>
                  <a:pt x="1213" y="296"/>
                </a:lnTo>
                <a:lnTo>
                  <a:pt x="1214" y="295"/>
                </a:lnTo>
                <a:lnTo>
                  <a:pt x="1215" y="295"/>
                </a:lnTo>
                <a:lnTo>
                  <a:pt x="1216" y="296"/>
                </a:lnTo>
                <a:lnTo>
                  <a:pt x="1217" y="296"/>
                </a:lnTo>
                <a:lnTo>
                  <a:pt x="1218" y="297"/>
                </a:lnTo>
                <a:lnTo>
                  <a:pt x="1219" y="299"/>
                </a:lnTo>
                <a:lnTo>
                  <a:pt x="1220" y="299"/>
                </a:lnTo>
                <a:lnTo>
                  <a:pt x="1220" y="300"/>
                </a:lnTo>
                <a:lnTo>
                  <a:pt x="1221" y="300"/>
                </a:lnTo>
                <a:lnTo>
                  <a:pt x="1222" y="300"/>
                </a:lnTo>
                <a:lnTo>
                  <a:pt x="1223" y="300"/>
                </a:lnTo>
                <a:lnTo>
                  <a:pt x="1223" y="301"/>
                </a:lnTo>
                <a:lnTo>
                  <a:pt x="1224" y="301"/>
                </a:lnTo>
                <a:lnTo>
                  <a:pt x="1224" y="302"/>
                </a:lnTo>
                <a:lnTo>
                  <a:pt x="1225" y="302"/>
                </a:lnTo>
                <a:lnTo>
                  <a:pt x="1225" y="303"/>
                </a:lnTo>
                <a:lnTo>
                  <a:pt x="1226" y="303"/>
                </a:lnTo>
                <a:lnTo>
                  <a:pt x="1227" y="303"/>
                </a:lnTo>
                <a:lnTo>
                  <a:pt x="1228" y="303"/>
                </a:lnTo>
                <a:lnTo>
                  <a:pt x="1228" y="304"/>
                </a:lnTo>
                <a:lnTo>
                  <a:pt x="1228" y="305"/>
                </a:lnTo>
                <a:lnTo>
                  <a:pt x="1228" y="306"/>
                </a:lnTo>
                <a:lnTo>
                  <a:pt x="1229" y="306"/>
                </a:lnTo>
                <a:lnTo>
                  <a:pt x="1230" y="306"/>
                </a:lnTo>
                <a:lnTo>
                  <a:pt x="1230" y="307"/>
                </a:lnTo>
                <a:lnTo>
                  <a:pt x="1231" y="307"/>
                </a:lnTo>
                <a:lnTo>
                  <a:pt x="1232" y="307"/>
                </a:lnTo>
                <a:lnTo>
                  <a:pt x="1232" y="308"/>
                </a:lnTo>
                <a:lnTo>
                  <a:pt x="1231" y="309"/>
                </a:lnTo>
                <a:lnTo>
                  <a:pt x="1230" y="309"/>
                </a:lnTo>
                <a:lnTo>
                  <a:pt x="1229" y="309"/>
                </a:lnTo>
                <a:lnTo>
                  <a:pt x="1228" y="309"/>
                </a:lnTo>
                <a:lnTo>
                  <a:pt x="1227" y="309"/>
                </a:lnTo>
                <a:lnTo>
                  <a:pt x="1226" y="309"/>
                </a:lnTo>
                <a:lnTo>
                  <a:pt x="1225" y="310"/>
                </a:lnTo>
                <a:lnTo>
                  <a:pt x="1224" y="310"/>
                </a:lnTo>
                <a:lnTo>
                  <a:pt x="1224" y="311"/>
                </a:lnTo>
                <a:lnTo>
                  <a:pt x="1223" y="312"/>
                </a:lnTo>
                <a:lnTo>
                  <a:pt x="1223" y="313"/>
                </a:lnTo>
                <a:lnTo>
                  <a:pt x="1223" y="314"/>
                </a:lnTo>
                <a:lnTo>
                  <a:pt x="1222" y="314"/>
                </a:lnTo>
                <a:lnTo>
                  <a:pt x="1221" y="314"/>
                </a:lnTo>
                <a:lnTo>
                  <a:pt x="1222" y="315"/>
                </a:lnTo>
                <a:lnTo>
                  <a:pt x="1222" y="316"/>
                </a:lnTo>
                <a:lnTo>
                  <a:pt x="1221" y="316"/>
                </a:lnTo>
                <a:lnTo>
                  <a:pt x="1221" y="317"/>
                </a:lnTo>
                <a:lnTo>
                  <a:pt x="1221" y="318"/>
                </a:lnTo>
                <a:lnTo>
                  <a:pt x="1221" y="319"/>
                </a:lnTo>
                <a:lnTo>
                  <a:pt x="1220" y="319"/>
                </a:lnTo>
                <a:lnTo>
                  <a:pt x="1218" y="320"/>
                </a:lnTo>
                <a:lnTo>
                  <a:pt x="1217" y="320"/>
                </a:lnTo>
                <a:lnTo>
                  <a:pt x="1216" y="320"/>
                </a:lnTo>
                <a:lnTo>
                  <a:pt x="1215" y="321"/>
                </a:lnTo>
                <a:lnTo>
                  <a:pt x="1216" y="322"/>
                </a:lnTo>
                <a:lnTo>
                  <a:pt x="1217" y="323"/>
                </a:lnTo>
                <a:lnTo>
                  <a:pt x="1217" y="322"/>
                </a:lnTo>
                <a:lnTo>
                  <a:pt x="1218" y="322"/>
                </a:lnTo>
                <a:lnTo>
                  <a:pt x="1218" y="323"/>
                </a:lnTo>
                <a:lnTo>
                  <a:pt x="1219" y="324"/>
                </a:lnTo>
                <a:lnTo>
                  <a:pt x="1220" y="324"/>
                </a:lnTo>
                <a:lnTo>
                  <a:pt x="1220" y="325"/>
                </a:lnTo>
                <a:lnTo>
                  <a:pt x="1221" y="325"/>
                </a:lnTo>
                <a:lnTo>
                  <a:pt x="1223" y="325"/>
                </a:lnTo>
                <a:lnTo>
                  <a:pt x="1224" y="326"/>
                </a:lnTo>
                <a:lnTo>
                  <a:pt x="1223" y="326"/>
                </a:lnTo>
                <a:lnTo>
                  <a:pt x="1222" y="326"/>
                </a:lnTo>
                <a:lnTo>
                  <a:pt x="1222" y="327"/>
                </a:lnTo>
                <a:lnTo>
                  <a:pt x="1221" y="327"/>
                </a:lnTo>
                <a:lnTo>
                  <a:pt x="1222" y="328"/>
                </a:lnTo>
                <a:lnTo>
                  <a:pt x="1222" y="329"/>
                </a:lnTo>
                <a:lnTo>
                  <a:pt x="1223" y="329"/>
                </a:lnTo>
                <a:lnTo>
                  <a:pt x="1223" y="330"/>
                </a:lnTo>
                <a:lnTo>
                  <a:pt x="1223" y="331"/>
                </a:lnTo>
                <a:lnTo>
                  <a:pt x="1222" y="332"/>
                </a:lnTo>
                <a:lnTo>
                  <a:pt x="1221" y="333"/>
                </a:lnTo>
                <a:lnTo>
                  <a:pt x="1221" y="334"/>
                </a:lnTo>
                <a:lnTo>
                  <a:pt x="1221" y="335"/>
                </a:lnTo>
                <a:lnTo>
                  <a:pt x="1221" y="337"/>
                </a:lnTo>
                <a:lnTo>
                  <a:pt x="1221" y="338"/>
                </a:lnTo>
                <a:lnTo>
                  <a:pt x="1221" y="340"/>
                </a:lnTo>
                <a:lnTo>
                  <a:pt x="1221" y="341"/>
                </a:lnTo>
                <a:lnTo>
                  <a:pt x="1221" y="342"/>
                </a:lnTo>
                <a:lnTo>
                  <a:pt x="1221" y="343"/>
                </a:lnTo>
                <a:lnTo>
                  <a:pt x="1222" y="343"/>
                </a:lnTo>
                <a:lnTo>
                  <a:pt x="1222" y="344"/>
                </a:lnTo>
                <a:lnTo>
                  <a:pt x="1221" y="344"/>
                </a:lnTo>
                <a:lnTo>
                  <a:pt x="1221" y="345"/>
                </a:lnTo>
                <a:lnTo>
                  <a:pt x="1221" y="346"/>
                </a:lnTo>
                <a:lnTo>
                  <a:pt x="1221" y="347"/>
                </a:lnTo>
                <a:lnTo>
                  <a:pt x="1220" y="347"/>
                </a:lnTo>
                <a:lnTo>
                  <a:pt x="1219" y="347"/>
                </a:lnTo>
                <a:lnTo>
                  <a:pt x="1219" y="346"/>
                </a:lnTo>
                <a:lnTo>
                  <a:pt x="1218" y="346"/>
                </a:lnTo>
                <a:lnTo>
                  <a:pt x="1218" y="345"/>
                </a:lnTo>
                <a:lnTo>
                  <a:pt x="1217" y="345"/>
                </a:lnTo>
                <a:lnTo>
                  <a:pt x="1216" y="345"/>
                </a:lnTo>
                <a:lnTo>
                  <a:pt x="1215" y="345"/>
                </a:lnTo>
                <a:lnTo>
                  <a:pt x="1214" y="345"/>
                </a:lnTo>
                <a:lnTo>
                  <a:pt x="1213" y="345"/>
                </a:lnTo>
                <a:lnTo>
                  <a:pt x="1212" y="344"/>
                </a:lnTo>
                <a:lnTo>
                  <a:pt x="1210" y="344"/>
                </a:lnTo>
                <a:lnTo>
                  <a:pt x="1210" y="345"/>
                </a:lnTo>
                <a:lnTo>
                  <a:pt x="1209" y="345"/>
                </a:lnTo>
                <a:lnTo>
                  <a:pt x="1209" y="344"/>
                </a:lnTo>
                <a:lnTo>
                  <a:pt x="1208" y="344"/>
                </a:lnTo>
                <a:lnTo>
                  <a:pt x="1207" y="344"/>
                </a:lnTo>
                <a:lnTo>
                  <a:pt x="1206" y="344"/>
                </a:lnTo>
                <a:lnTo>
                  <a:pt x="1205" y="344"/>
                </a:lnTo>
                <a:lnTo>
                  <a:pt x="1205" y="345"/>
                </a:lnTo>
                <a:lnTo>
                  <a:pt x="1204" y="346"/>
                </a:lnTo>
                <a:lnTo>
                  <a:pt x="1203" y="347"/>
                </a:lnTo>
                <a:lnTo>
                  <a:pt x="1202" y="348"/>
                </a:lnTo>
                <a:lnTo>
                  <a:pt x="1201" y="348"/>
                </a:lnTo>
                <a:lnTo>
                  <a:pt x="1200" y="348"/>
                </a:lnTo>
                <a:lnTo>
                  <a:pt x="1200" y="349"/>
                </a:lnTo>
                <a:lnTo>
                  <a:pt x="1200" y="350"/>
                </a:lnTo>
                <a:lnTo>
                  <a:pt x="1199" y="350"/>
                </a:lnTo>
                <a:lnTo>
                  <a:pt x="1198" y="350"/>
                </a:lnTo>
                <a:lnTo>
                  <a:pt x="1198" y="351"/>
                </a:lnTo>
                <a:lnTo>
                  <a:pt x="1198" y="352"/>
                </a:lnTo>
                <a:lnTo>
                  <a:pt x="1198" y="353"/>
                </a:lnTo>
                <a:lnTo>
                  <a:pt x="1198" y="354"/>
                </a:lnTo>
                <a:lnTo>
                  <a:pt x="1198" y="355"/>
                </a:lnTo>
                <a:lnTo>
                  <a:pt x="1198" y="357"/>
                </a:lnTo>
                <a:lnTo>
                  <a:pt x="1199" y="357"/>
                </a:lnTo>
                <a:lnTo>
                  <a:pt x="1199" y="358"/>
                </a:lnTo>
                <a:lnTo>
                  <a:pt x="1199" y="359"/>
                </a:lnTo>
                <a:lnTo>
                  <a:pt x="1200" y="360"/>
                </a:lnTo>
                <a:lnTo>
                  <a:pt x="1201" y="361"/>
                </a:lnTo>
                <a:lnTo>
                  <a:pt x="1201" y="362"/>
                </a:lnTo>
                <a:lnTo>
                  <a:pt x="1202" y="363"/>
                </a:lnTo>
                <a:lnTo>
                  <a:pt x="1202" y="364"/>
                </a:lnTo>
                <a:lnTo>
                  <a:pt x="1203" y="365"/>
                </a:lnTo>
                <a:lnTo>
                  <a:pt x="1204" y="365"/>
                </a:lnTo>
                <a:lnTo>
                  <a:pt x="1205" y="365"/>
                </a:lnTo>
                <a:lnTo>
                  <a:pt x="1205" y="366"/>
                </a:lnTo>
                <a:lnTo>
                  <a:pt x="1205" y="367"/>
                </a:lnTo>
                <a:lnTo>
                  <a:pt x="1204" y="368"/>
                </a:lnTo>
                <a:lnTo>
                  <a:pt x="1204" y="369"/>
                </a:lnTo>
                <a:lnTo>
                  <a:pt x="1205" y="369"/>
                </a:lnTo>
                <a:lnTo>
                  <a:pt x="1205" y="370"/>
                </a:lnTo>
                <a:lnTo>
                  <a:pt x="1205" y="371"/>
                </a:lnTo>
                <a:lnTo>
                  <a:pt x="1206" y="372"/>
                </a:lnTo>
                <a:lnTo>
                  <a:pt x="1207" y="373"/>
                </a:lnTo>
                <a:lnTo>
                  <a:pt x="1208" y="373"/>
                </a:lnTo>
                <a:lnTo>
                  <a:pt x="1208" y="374"/>
                </a:lnTo>
                <a:lnTo>
                  <a:pt x="1208" y="375"/>
                </a:lnTo>
                <a:lnTo>
                  <a:pt x="1208" y="374"/>
                </a:lnTo>
                <a:lnTo>
                  <a:pt x="1207" y="374"/>
                </a:lnTo>
                <a:lnTo>
                  <a:pt x="1207" y="375"/>
                </a:lnTo>
                <a:lnTo>
                  <a:pt x="1206" y="375"/>
                </a:lnTo>
                <a:lnTo>
                  <a:pt x="1206" y="376"/>
                </a:lnTo>
                <a:lnTo>
                  <a:pt x="1206" y="375"/>
                </a:lnTo>
                <a:lnTo>
                  <a:pt x="1205" y="375"/>
                </a:lnTo>
                <a:lnTo>
                  <a:pt x="1205" y="376"/>
                </a:lnTo>
                <a:lnTo>
                  <a:pt x="1204" y="376"/>
                </a:lnTo>
                <a:lnTo>
                  <a:pt x="1203" y="376"/>
                </a:lnTo>
                <a:lnTo>
                  <a:pt x="1202" y="377"/>
                </a:lnTo>
                <a:lnTo>
                  <a:pt x="1201" y="377"/>
                </a:lnTo>
                <a:lnTo>
                  <a:pt x="1201" y="378"/>
                </a:lnTo>
                <a:lnTo>
                  <a:pt x="1202" y="378"/>
                </a:lnTo>
                <a:lnTo>
                  <a:pt x="1203" y="378"/>
                </a:lnTo>
                <a:lnTo>
                  <a:pt x="1204" y="378"/>
                </a:lnTo>
                <a:lnTo>
                  <a:pt x="1204" y="377"/>
                </a:lnTo>
                <a:lnTo>
                  <a:pt x="1205" y="377"/>
                </a:lnTo>
                <a:lnTo>
                  <a:pt x="1206" y="377"/>
                </a:lnTo>
                <a:lnTo>
                  <a:pt x="1206" y="378"/>
                </a:lnTo>
                <a:lnTo>
                  <a:pt x="1205" y="379"/>
                </a:lnTo>
                <a:lnTo>
                  <a:pt x="1204" y="379"/>
                </a:lnTo>
                <a:lnTo>
                  <a:pt x="1204" y="380"/>
                </a:lnTo>
                <a:lnTo>
                  <a:pt x="1204" y="381"/>
                </a:lnTo>
                <a:lnTo>
                  <a:pt x="1203" y="381"/>
                </a:lnTo>
                <a:lnTo>
                  <a:pt x="1202" y="380"/>
                </a:lnTo>
                <a:lnTo>
                  <a:pt x="1201" y="380"/>
                </a:lnTo>
                <a:lnTo>
                  <a:pt x="1200" y="379"/>
                </a:lnTo>
                <a:lnTo>
                  <a:pt x="1200" y="378"/>
                </a:lnTo>
                <a:lnTo>
                  <a:pt x="1199" y="378"/>
                </a:lnTo>
                <a:lnTo>
                  <a:pt x="1198" y="378"/>
                </a:lnTo>
                <a:lnTo>
                  <a:pt x="1198" y="377"/>
                </a:lnTo>
                <a:lnTo>
                  <a:pt x="1197" y="377"/>
                </a:lnTo>
                <a:lnTo>
                  <a:pt x="1197" y="378"/>
                </a:lnTo>
                <a:lnTo>
                  <a:pt x="1197" y="377"/>
                </a:lnTo>
                <a:lnTo>
                  <a:pt x="1196" y="377"/>
                </a:lnTo>
                <a:lnTo>
                  <a:pt x="1196" y="378"/>
                </a:lnTo>
                <a:lnTo>
                  <a:pt x="1194" y="377"/>
                </a:lnTo>
                <a:lnTo>
                  <a:pt x="1193" y="377"/>
                </a:lnTo>
                <a:lnTo>
                  <a:pt x="1193" y="376"/>
                </a:lnTo>
                <a:lnTo>
                  <a:pt x="1192" y="376"/>
                </a:lnTo>
                <a:lnTo>
                  <a:pt x="1192" y="377"/>
                </a:lnTo>
                <a:lnTo>
                  <a:pt x="1191" y="377"/>
                </a:lnTo>
                <a:lnTo>
                  <a:pt x="1190" y="377"/>
                </a:lnTo>
                <a:lnTo>
                  <a:pt x="1189" y="376"/>
                </a:lnTo>
                <a:lnTo>
                  <a:pt x="1188" y="376"/>
                </a:lnTo>
                <a:lnTo>
                  <a:pt x="1187" y="375"/>
                </a:lnTo>
                <a:lnTo>
                  <a:pt x="1185" y="374"/>
                </a:lnTo>
                <a:lnTo>
                  <a:pt x="1185" y="373"/>
                </a:lnTo>
                <a:lnTo>
                  <a:pt x="1184" y="372"/>
                </a:lnTo>
                <a:lnTo>
                  <a:pt x="1183" y="372"/>
                </a:lnTo>
                <a:lnTo>
                  <a:pt x="1183" y="373"/>
                </a:lnTo>
                <a:lnTo>
                  <a:pt x="1182" y="373"/>
                </a:lnTo>
                <a:lnTo>
                  <a:pt x="1182" y="372"/>
                </a:lnTo>
                <a:lnTo>
                  <a:pt x="1181" y="371"/>
                </a:lnTo>
                <a:lnTo>
                  <a:pt x="1181" y="372"/>
                </a:lnTo>
                <a:lnTo>
                  <a:pt x="1182" y="372"/>
                </a:lnTo>
                <a:lnTo>
                  <a:pt x="1182" y="373"/>
                </a:lnTo>
                <a:lnTo>
                  <a:pt x="1182" y="374"/>
                </a:lnTo>
                <a:lnTo>
                  <a:pt x="1181" y="374"/>
                </a:lnTo>
                <a:lnTo>
                  <a:pt x="1181" y="373"/>
                </a:lnTo>
                <a:lnTo>
                  <a:pt x="1181" y="375"/>
                </a:lnTo>
                <a:lnTo>
                  <a:pt x="1180" y="376"/>
                </a:lnTo>
                <a:lnTo>
                  <a:pt x="1180" y="377"/>
                </a:lnTo>
                <a:lnTo>
                  <a:pt x="1180" y="378"/>
                </a:lnTo>
                <a:lnTo>
                  <a:pt x="1179" y="379"/>
                </a:lnTo>
                <a:lnTo>
                  <a:pt x="1178" y="380"/>
                </a:lnTo>
                <a:lnTo>
                  <a:pt x="1177" y="380"/>
                </a:lnTo>
                <a:lnTo>
                  <a:pt x="1178" y="380"/>
                </a:lnTo>
                <a:lnTo>
                  <a:pt x="1178" y="381"/>
                </a:lnTo>
                <a:lnTo>
                  <a:pt x="1178" y="382"/>
                </a:lnTo>
                <a:lnTo>
                  <a:pt x="1177" y="383"/>
                </a:lnTo>
                <a:lnTo>
                  <a:pt x="1176" y="383"/>
                </a:lnTo>
                <a:lnTo>
                  <a:pt x="1175" y="384"/>
                </a:lnTo>
                <a:lnTo>
                  <a:pt x="1175" y="385"/>
                </a:lnTo>
                <a:lnTo>
                  <a:pt x="1176" y="386"/>
                </a:lnTo>
                <a:lnTo>
                  <a:pt x="1176" y="387"/>
                </a:lnTo>
                <a:lnTo>
                  <a:pt x="1174" y="388"/>
                </a:lnTo>
                <a:lnTo>
                  <a:pt x="1174" y="389"/>
                </a:lnTo>
                <a:lnTo>
                  <a:pt x="1173" y="389"/>
                </a:lnTo>
                <a:lnTo>
                  <a:pt x="1172" y="389"/>
                </a:lnTo>
                <a:lnTo>
                  <a:pt x="1172" y="390"/>
                </a:lnTo>
                <a:lnTo>
                  <a:pt x="1171" y="389"/>
                </a:lnTo>
                <a:lnTo>
                  <a:pt x="1169" y="389"/>
                </a:lnTo>
                <a:lnTo>
                  <a:pt x="1168" y="389"/>
                </a:lnTo>
                <a:lnTo>
                  <a:pt x="1168" y="388"/>
                </a:lnTo>
                <a:lnTo>
                  <a:pt x="1167" y="388"/>
                </a:lnTo>
                <a:lnTo>
                  <a:pt x="1166" y="388"/>
                </a:lnTo>
                <a:lnTo>
                  <a:pt x="1165" y="388"/>
                </a:lnTo>
                <a:lnTo>
                  <a:pt x="1165" y="387"/>
                </a:lnTo>
                <a:lnTo>
                  <a:pt x="1164" y="387"/>
                </a:lnTo>
                <a:lnTo>
                  <a:pt x="1163" y="388"/>
                </a:lnTo>
                <a:lnTo>
                  <a:pt x="1162" y="388"/>
                </a:lnTo>
                <a:lnTo>
                  <a:pt x="1162" y="389"/>
                </a:lnTo>
                <a:lnTo>
                  <a:pt x="1162" y="390"/>
                </a:lnTo>
                <a:lnTo>
                  <a:pt x="1161" y="391"/>
                </a:lnTo>
                <a:lnTo>
                  <a:pt x="1161" y="392"/>
                </a:lnTo>
                <a:lnTo>
                  <a:pt x="1161" y="393"/>
                </a:lnTo>
                <a:lnTo>
                  <a:pt x="1161" y="394"/>
                </a:lnTo>
                <a:lnTo>
                  <a:pt x="1162" y="394"/>
                </a:lnTo>
                <a:lnTo>
                  <a:pt x="1163" y="394"/>
                </a:lnTo>
                <a:lnTo>
                  <a:pt x="1163" y="395"/>
                </a:lnTo>
                <a:lnTo>
                  <a:pt x="1163" y="396"/>
                </a:lnTo>
                <a:lnTo>
                  <a:pt x="1164" y="396"/>
                </a:lnTo>
                <a:lnTo>
                  <a:pt x="1164" y="397"/>
                </a:lnTo>
                <a:lnTo>
                  <a:pt x="1164" y="398"/>
                </a:lnTo>
                <a:lnTo>
                  <a:pt x="1164" y="400"/>
                </a:lnTo>
                <a:lnTo>
                  <a:pt x="1163" y="400"/>
                </a:lnTo>
                <a:lnTo>
                  <a:pt x="1163" y="399"/>
                </a:lnTo>
                <a:lnTo>
                  <a:pt x="1162" y="399"/>
                </a:lnTo>
                <a:lnTo>
                  <a:pt x="1161" y="400"/>
                </a:lnTo>
                <a:lnTo>
                  <a:pt x="1161" y="401"/>
                </a:lnTo>
                <a:lnTo>
                  <a:pt x="1162" y="402"/>
                </a:lnTo>
                <a:lnTo>
                  <a:pt x="1164" y="403"/>
                </a:lnTo>
                <a:lnTo>
                  <a:pt x="1165" y="403"/>
                </a:lnTo>
                <a:lnTo>
                  <a:pt x="1166" y="403"/>
                </a:lnTo>
                <a:lnTo>
                  <a:pt x="1167" y="403"/>
                </a:lnTo>
                <a:lnTo>
                  <a:pt x="1168" y="404"/>
                </a:lnTo>
                <a:lnTo>
                  <a:pt x="1169" y="405"/>
                </a:lnTo>
                <a:lnTo>
                  <a:pt x="1169" y="406"/>
                </a:lnTo>
                <a:lnTo>
                  <a:pt x="1168" y="407"/>
                </a:lnTo>
                <a:lnTo>
                  <a:pt x="1169" y="407"/>
                </a:lnTo>
                <a:lnTo>
                  <a:pt x="1169" y="408"/>
                </a:lnTo>
                <a:lnTo>
                  <a:pt x="1170" y="408"/>
                </a:lnTo>
                <a:lnTo>
                  <a:pt x="1170" y="409"/>
                </a:lnTo>
                <a:lnTo>
                  <a:pt x="1170" y="410"/>
                </a:lnTo>
                <a:lnTo>
                  <a:pt x="1170" y="411"/>
                </a:lnTo>
                <a:lnTo>
                  <a:pt x="1171" y="412"/>
                </a:lnTo>
                <a:lnTo>
                  <a:pt x="1172" y="413"/>
                </a:lnTo>
                <a:lnTo>
                  <a:pt x="1172" y="414"/>
                </a:lnTo>
                <a:lnTo>
                  <a:pt x="1171" y="414"/>
                </a:lnTo>
                <a:lnTo>
                  <a:pt x="1171" y="415"/>
                </a:lnTo>
                <a:lnTo>
                  <a:pt x="1170" y="415"/>
                </a:lnTo>
                <a:lnTo>
                  <a:pt x="1169" y="415"/>
                </a:lnTo>
                <a:lnTo>
                  <a:pt x="1168" y="415"/>
                </a:lnTo>
                <a:lnTo>
                  <a:pt x="1167" y="415"/>
                </a:lnTo>
                <a:lnTo>
                  <a:pt x="1167" y="416"/>
                </a:lnTo>
                <a:lnTo>
                  <a:pt x="1166" y="416"/>
                </a:lnTo>
                <a:lnTo>
                  <a:pt x="1166" y="417"/>
                </a:lnTo>
                <a:lnTo>
                  <a:pt x="1166" y="418"/>
                </a:lnTo>
                <a:lnTo>
                  <a:pt x="1165" y="418"/>
                </a:lnTo>
                <a:lnTo>
                  <a:pt x="1164" y="418"/>
                </a:lnTo>
                <a:lnTo>
                  <a:pt x="1164" y="419"/>
                </a:lnTo>
                <a:lnTo>
                  <a:pt x="1164" y="420"/>
                </a:lnTo>
                <a:lnTo>
                  <a:pt x="1163" y="420"/>
                </a:lnTo>
                <a:lnTo>
                  <a:pt x="1163" y="421"/>
                </a:lnTo>
                <a:lnTo>
                  <a:pt x="1163" y="422"/>
                </a:lnTo>
                <a:lnTo>
                  <a:pt x="1163" y="423"/>
                </a:lnTo>
                <a:lnTo>
                  <a:pt x="1162" y="425"/>
                </a:lnTo>
                <a:lnTo>
                  <a:pt x="1161" y="426"/>
                </a:lnTo>
                <a:lnTo>
                  <a:pt x="1160" y="426"/>
                </a:lnTo>
                <a:lnTo>
                  <a:pt x="1159" y="426"/>
                </a:lnTo>
                <a:lnTo>
                  <a:pt x="1158" y="427"/>
                </a:lnTo>
                <a:lnTo>
                  <a:pt x="1157" y="426"/>
                </a:lnTo>
                <a:lnTo>
                  <a:pt x="1156" y="426"/>
                </a:lnTo>
                <a:lnTo>
                  <a:pt x="1155" y="426"/>
                </a:lnTo>
                <a:lnTo>
                  <a:pt x="1155" y="427"/>
                </a:lnTo>
                <a:lnTo>
                  <a:pt x="1155" y="428"/>
                </a:lnTo>
                <a:lnTo>
                  <a:pt x="1152" y="428"/>
                </a:lnTo>
                <a:lnTo>
                  <a:pt x="1151" y="428"/>
                </a:lnTo>
                <a:lnTo>
                  <a:pt x="1151" y="429"/>
                </a:lnTo>
                <a:lnTo>
                  <a:pt x="1150" y="430"/>
                </a:lnTo>
                <a:lnTo>
                  <a:pt x="1150" y="431"/>
                </a:lnTo>
                <a:lnTo>
                  <a:pt x="1149" y="430"/>
                </a:lnTo>
                <a:lnTo>
                  <a:pt x="1149" y="431"/>
                </a:lnTo>
                <a:lnTo>
                  <a:pt x="1148" y="431"/>
                </a:lnTo>
                <a:lnTo>
                  <a:pt x="1148" y="430"/>
                </a:lnTo>
                <a:lnTo>
                  <a:pt x="1147" y="431"/>
                </a:lnTo>
                <a:lnTo>
                  <a:pt x="1146" y="432"/>
                </a:lnTo>
                <a:lnTo>
                  <a:pt x="1145" y="432"/>
                </a:lnTo>
                <a:lnTo>
                  <a:pt x="1146" y="432"/>
                </a:lnTo>
                <a:lnTo>
                  <a:pt x="1145" y="433"/>
                </a:lnTo>
                <a:lnTo>
                  <a:pt x="1144" y="433"/>
                </a:lnTo>
                <a:lnTo>
                  <a:pt x="1144" y="434"/>
                </a:lnTo>
                <a:lnTo>
                  <a:pt x="1144" y="435"/>
                </a:lnTo>
                <a:lnTo>
                  <a:pt x="1143" y="435"/>
                </a:lnTo>
                <a:lnTo>
                  <a:pt x="1143" y="436"/>
                </a:lnTo>
                <a:lnTo>
                  <a:pt x="1142" y="436"/>
                </a:lnTo>
                <a:lnTo>
                  <a:pt x="1143" y="436"/>
                </a:lnTo>
                <a:lnTo>
                  <a:pt x="1143" y="437"/>
                </a:lnTo>
                <a:lnTo>
                  <a:pt x="1142" y="437"/>
                </a:lnTo>
                <a:lnTo>
                  <a:pt x="1141" y="438"/>
                </a:lnTo>
                <a:lnTo>
                  <a:pt x="1141" y="439"/>
                </a:lnTo>
                <a:lnTo>
                  <a:pt x="1140" y="439"/>
                </a:lnTo>
                <a:lnTo>
                  <a:pt x="1140" y="440"/>
                </a:lnTo>
                <a:lnTo>
                  <a:pt x="1140" y="441"/>
                </a:lnTo>
                <a:lnTo>
                  <a:pt x="1140" y="442"/>
                </a:lnTo>
                <a:lnTo>
                  <a:pt x="1141" y="442"/>
                </a:lnTo>
                <a:lnTo>
                  <a:pt x="1142" y="442"/>
                </a:lnTo>
                <a:lnTo>
                  <a:pt x="1142" y="443"/>
                </a:lnTo>
                <a:lnTo>
                  <a:pt x="1141" y="443"/>
                </a:lnTo>
                <a:lnTo>
                  <a:pt x="1140" y="443"/>
                </a:lnTo>
                <a:lnTo>
                  <a:pt x="1139" y="443"/>
                </a:lnTo>
                <a:lnTo>
                  <a:pt x="1138" y="442"/>
                </a:lnTo>
                <a:lnTo>
                  <a:pt x="1137" y="442"/>
                </a:lnTo>
                <a:lnTo>
                  <a:pt x="1136" y="442"/>
                </a:lnTo>
                <a:lnTo>
                  <a:pt x="1135" y="442"/>
                </a:lnTo>
                <a:lnTo>
                  <a:pt x="1134" y="442"/>
                </a:lnTo>
                <a:lnTo>
                  <a:pt x="1134" y="443"/>
                </a:lnTo>
                <a:lnTo>
                  <a:pt x="1134" y="442"/>
                </a:lnTo>
                <a:lnTo>
                  <a:pt x="1133" y="442"/>
                </a:lnTo>
                <a:lnTo>
                  <a:pt x="1133" y="443"/>
                </a:lnTo>
                <a:lnTo>
                  <a:pt x="1132" y="443"/>
                </a:lnTo>
                <a:lnTo>
                  <a:pt x="1131" y="443"/>
                </a:lnTo>
                <a:lnTo>
                  <a:pt x="1130" y="443"/>
                </a:lnTo>
                <a:lnTo>
                  <a:pt x="1130" y="444"/>
                </a:lnTo>
                <a:lnTo>
                  <a:pt x="1129" y="444"/>
                </a:lnTo>
                <a:lnTo>
                  <a:pt x="1128" y="444"/>
                </a:lnTo>
                <a:lnTo>
                  <a:pt x="1128" y="445"/>
                </a:lnTo>
                <a:lnTo>
                  <a:pt x="1129" y="447"/>
                </a:lnTo>
                <a:lnTo>
                  <a:pt x="1130" y="447"/>
                </a:lnTo>
                <a:lnTo>
                  <a:pt x="1130" y="448"/>
                </a:lnTo>
                <a:lnTo>
                  <a:pt x="1129" y="448"/>
                </a:lnTo>
                <a:lnTo>
                  <a:pt x="1129" y="449"/>
                </a:lnTo>
                <a:lnTo>
                  <a:pt x="1129" y="451"/>
                </a:lnTo>
                <a:lnTo>
                  <a:pt x="1129" y="452"/>
                </a:lnTo>
                <a:lnTo>
                  <a:pt x="1128" y="453"/>
                </a:lnTo>
                <a:lnTo>
                  <a:pt x="1128" y="454"/>
                </a:lnTo>
                <a:lnTo>
                  <a:pt x="1129" y="455"/>
                </a:lnTo>
                <a:lnTo>
                  <a:pt x="1128" y="455"/>
                </a:lnTo>
                <a:lnTo>
                  <a:pt x="1129" y="456"/>
                </a:lnTo>
                <a:lnTo>
                  <a:pt x="1128" y="457"/>
                </a:lnTo>
                <a:lnTo>
                  <a:pt x="1128" y="458"/>
                </a:lnTo>
                <a:lnTo>
                  <a:pt x="1128" y="459"/>
                </a:lnTo>
                <a:lnTo>
                  <a:pt x="1128" y="460"/>
                </a:lnTo>
                <a:lnTo>
                  <a:pt x="1128" y="461"/>
                </a:lnTo>
                <a:lnTo>
                  <a:pt x="1128" y="462"/>
                </a:lnTo>
                <a:lnTo>
                  <a:pt x="1129" y="463"/>
                </a:lnTo>
                <a:lnTo>
                  <a:pt x="1129" y="464"/>
                </a:lnTo>
                <a:lnTo>
                  <a:pt x="1129" y="465"/>
                </a:lnTo>
                <a:lnTo>
                  <a:pt x="1128" y="465"/>
                </a:lnTo>
                <a:lnTo>
                  <a:pt x="1128" y="466"/>
                </a:lnTo>
                <a:lnTo>
                  <a:pt x="1128" y="467"/>
                </a:lnTo>
                <a:lnTo>
                  <a:pt x="1129" y="467"/>
                </a:lnTo>
                <a:lnTo>
                  <a:pt x="1128" y="468"/>
                </a:lnTo>
                <a:lnTo>
                  <a:pt x="1129" y="469"/>
                </a:lnTo>
                <a:lnTo>
                  <a:pt x="1129" y="470"/>
                </a:lnTo>
                <a:lnTo>
                  <a:pt x="1129" y="472"/>
                </a:lnTo>
                <a:lnTo>
                  <a:pt x="1129" y="473"/>
                </a:lnTo>
                <a:lnTo>
                  <a:pt x="1130" y="474"/>
                </a:lnTo>
                <a:lnTo>
                  <a:pt x="1131" y="474"/>
                </a:lnTo>
                <a:lnTo>
                  <a:pt x="1132" y="474"/>
                </a:lnTo>
                <a:lnTo>
                  <a:pt x="1132" y="475"/>
                </a:lnTo>
                <a:lnTo>
                  <a:pt x="1132" y="476"/>
                </a:lnTo>
                <a:lnTo>
                  <a:pt x="1133" y="476"/>
                </a:lnTo>
                <a:lnTo>
                  <a:pt x="1133" y="477"/>
                </a:lnTo>
                <a:lnTo>
                  <a:pt x="1134" y="477"/>
                </a:lnTo>
                <a:lnTo>
                  <a:pt x="1133" y="477"/>
                </a:lnTo>
                <a:lnTo>
                  <a:pt x="1133" y="478"/>
                </a:lnTo>
                <a:lnTo>
                  <a:pt x="1134" y="478"/>
                </a:lnTo>
                <a:lnTo>
                  <a:pt x="1135" y="478"/>
                </a:lnTo>
                <a:lnTo>
                  <a:pt x="1136" y="479"/>
                </a:lnTo>
                <a:lnTo>
                  <a:pt x="1137" y="479"/>
                </a:lnTo>
                <a:lnTo>
                  <a:pt x="1138" y="479"/>
                </a:lnTo>
                <a:lnTo>
                  <a:pt x="1139" y="479"/>
                </a:lnTo>
                <a:lnTo>
                  <a:pt x="1140" y="479"/>
                </a:lnTo>
                <a:lnTo>
                  <a:pt x="1141" y="479"/>
                </a:lnTo>
                <a:lnTo>
                  <a:pt x="1142" y="479"/>
                </a:lnTo>
                <a:lnTo>
                  <a:pt x="1143" y="479"/>
                </a:lnTo>
                <a:lnTo>
                  <a:pt x="1144" y="479"/>
                </a:lnTo>
                <a:lnTo>
                  <a:pt x="1145" y="480"/>
                </a:lnTo>
                <a:lnTo>
                  <a:pt x="1145" y="481"/>
                </a:lnTo>
                <a:lnTo>
                  <a:pt x="1146" y="481"/>
                </a:lnTo>
                <a:lnTo>
                  <a:pt x="1146" y="480"/>
                </a:lnTo>
                <a:lnTo>
                  <a:pt x="1147" y="481"/>
                </a:lnTo>
                <a:lnTo>
                  <a:pt x="1148" y="482"/>
                </a:lnTo>
                <a:lnTo>
                  <a:pt x="1149" y="482"/>
                </a:lnTo>
                <a:lnTo>
                  <a:pt x="1150" y="482"/>
                </a:lnTo>
                <a:lnTo>
                  <a:pt x="1150" y="483"/>
                </a:lnTo>
                <a:lnTo>
                  <a:pt x="1150" y="484"/>
                </a:lnTo>
                <a:lnTo>
                  <a:pt x="1151" y="484"/>
                </a:lnTo>
                <a:lnTo>
                  <a:pt x="1151" y="485"/>
                </a:lnTo>
                <a:lnTo>
                  <a:pt x="1151" y="486"/>
                </a:lnTo>
                <a:lnTo>
                  <a:pt x="1151" y="487"/>
                </a:lnTo>
                <a:lnTo>
                  <a:pt x="1151" y="488"/>
                </a:lnTo>
                <a:lnTo>
                  <a:pt x="1152" y="489"/>
                </a:lnTo>
                <a:lnTo>
                  <a:pt x="1153" y="489"/>
                </a:lnTo>
                <a:lnTo>
                  <a:pt x="1154" y="490"/>
                </a:lnTo>
                <a:lnTo>
                  <a:pt x="1153" y="490"/>
                </a:lnTo>
                <a:lnTo>
                  <a:pt x="1154" y="491"/>
                </a:lnTo>
                <a:lnTo>
                  <a:pt x="1154" y="492"/>
                </a:lnTo>
                <a:lnTo>
                  <a:pt x="1155" y="493"/>
                </a:lnTo>
                <a:lnTo>
                  <a:pt x="1155" y="494"/>
                </a:lnTo>
                <a:lnTo>
                  <a:pt x="1156" y="494"/>
                </a:lnTo>
                <a:lnTo>
                  <a:pt x="1156" y="495"/>
                </a:lnTo>
                <a:lnTo>
                  <a:pt x="1157" y="495"/>
                </a:lnTo>
                <a:lnTo>
                  <a:pt x="1158" y="496"/>
                </a:lnTo>
                <a:lnTo>
                  <a:pt x="1158" y="497"/>
                </a:lnTo>
                <a:lnTo>
                  <a:pt x="1159" y="498"/>
                </a:lnTo>
                <a:lnTo>
                  <a:pt x="1158" y="499"/>
                </a:lnTo>
                <a:lnTo>
                  <a:pt x="1157" y="499"/>
                </a:lnTo>
                <a:lnTo>
                  <a:pt x="1156" y="499"/>
                </a:lnTo>
                <a:lnTo>
                  <a:pt x="1155" y="499"/>
                </a:lnTo>
                <a:lnTo>
                  <a:pt x="1155" y="498"/>
                </a:lnTo>
                <a:lnTo>
                  <a:pt x="1154" y="498"/>
                </a:lnTo>
                <a:lnTo>
                  <a:pt x="1153" y="498"/>
                </a:lnTo>
                <a:lnTo>
                  <a:pt x="1152" y="498"/>
                </a:lnTo>
                <a:lnTo>
                  <a:pt x="1152" y="499"/>
                </a:lnTo>
                <a:lnTo>
                  <a:pt x="1152" y="500"/>
                </a:lnTo>
                <a:lnTo>
                  <a:pt x="1151" y="500"/>
                </a:lnTo>
                <a:lnTo>
                  <a:pt x="1151" y="502"/>
                </a:lnTo>
                <a:lnTo>
                  <a:pt x="1151" y="503"/>
                </a:lnTo>
                <a:lnTo>
                  <a:pt x="1150" y="503"/>
                </a:lnTo>
                <a:lnTo>
                  <a:pt x="1150" y="504"/>
                </a:lnTo>
                <a:lnTo>
                  <a:pt x="1149" y="504"/>
                </a:lnTo>
                <a:lnTo>
                  <a:pt x="1149" y="505"/>
                </a:lnTo>
                <a:lnTo>
                  <a:pt x="1149" y="506"/>
                </a:lnTo>
                <a:lnTo>
                  <a:pt x="1148" y="506"/>
                </a:lnTo>
                <a:lnTo>
                  <a:pt x="1147" y="506"/>
                </a:lnTo>
                <a:lnTo>
                  <a:pt x="1145" y="505"/>
                </a:lnTo>
                <a:lnTo>
                  <a:pt x="1144" y="505"/>
                </a:lnTo>
                <a:lnTo>
                  <a:pt x="1144" y="504"/>
                </a:lnTo>
                <a:lnTo>
                  <a:pt x="1143" y="504"/>
                </a:lnTo>
                <a:lnTo>
                  <a:pt x="1142" y="504"/>
                </a:lnTo>
                <a:lnTo>
                  <a:pt x="1141" y="505"/>
                </a:lnTo>
                <a:lnTo>
                  <a:pt x="1141" y="506"/>
                </a:lnTo>
                <a:lnTo>
                  <a:pt x="1141" y="507"/>
                </a:lnTo>
                <a:lnTo>
                  <a:pt x="1141" y="508"/>
                </a:lnTo>
                <a:lnTo>
                  <a:pt x="1141" y="509"/>
                </a:lnTo>
                <a:lnTo>
                  <a:pt x="1142" y="509"/>
                </a:lnTo>
                <a:lnTo>
                  <a:pt x="1142" y="510"/>
                </a:lnTo>
                <a:lnTo>
                  <a:pt x="1141" y="510"/>
                </a:lnTo>
                <a:lnTo>
                  <a:pt x="1141" y="511"/>
                </a:lnTo>
                <a:lnTo>
                  <a:pt x="1140" y="510"/>
                </a:lnTo>
                <a:lnTo>
                  <a:pt x="1139" y="510"/>
                </a:lnTo>
                <a:lnTo>
                  <a:pt x="1138" y="511"/>
                </a:lnTo>
                <a:lnTo>
                  <a:pt x="1137" y="511"/>
                </a:lnTo>
                <a:lnTo>
                  <a:pt x="1137" y="512"/>
                </a:lnTo>
                <a:lnTo>
                  <a:pt x="1138" y="512"/>
                </a:lnTo>
                <a:lnTo>
                  <a:pt x="1138" y="513"/>
                </a:lnTo>
                <a:lnTo>
                  <a:pt x="1138" y="514"/>
                </a:lnTo>
                <a:lnTo>
                  <a:pt x="1137" y="514"/>
                </a:lnTo>
                <a:lnTo>
                  <a:pt x="1137" y="515"/>
                </a:lnTo>
                <a:lnTo>
                  <a:pt x="1137" y="516"/>
                </a:lnTo>
                <a:lnTo>
                  <a:pt x="1137" y="517"/>
                </a:lnTo>
                <a:lnTo>
                  <a:pt x="1136" y="517"/>
                </a:lnTo>
                <a:lnTo>
                  <a:pt x="1135" y="517"/>
                </a:lnTo>
                <a:lnTo>
                  <a:pt x="1134" y="517"/>
                </a:lnTo>
                <a:lnTo>
                  <a:pt x="1133" y="517"/>
                </a:lnTo>
                <a:lnTo>
                  <a:pt x="1132" y="517"/>
                </a:lnTo>
                <a:lnTo>
                  <a:pt x="1132" y="518"/>
                </a:lnTo>
                <a:lnTo>
                  <a:pt x="1133" y="518"/>
                </a:lnTo>
                <a:lnTo>
                  <a:pt x="1133" y="519"/>
                </a:lnTo>
                <a:lnTo>
                  <a:pt x="1132" y="519"/>
                </a:lnTo>
                <a:lnTo>
                  <a:pt x="1132" y="521"/>
                </a:lnTo>
                <a:lnTo>
                  <a:pt x="1132" y="522"/>
                </a:lnTo>
                <a:lnTo>
                  <a:pt x="1132" y="523"/>
                </a:lnTo>
                <a:lnTo>
                  <a:pt x="1131" y="523"/>
                </a:lnTo>
                <a:lnTo>
                  <a:pt x="1131" y="522"/>
                </a:lnTo>
                <a:lnTo>
                  <a:pt x="1130" y="522"/>
                </a:lnTo>
                <a:lnTo>
                  <a:pt x="1128" y="522"/>
                </a:lnTo>
                <a:lnTo>
                  <a:pt x="1128" y="521"/>
                </a:lnTo>
                <a:lnTo>
                  <a:pt x="1127" y="521"/>
                </a:lnTo>
                <a:lnTo>
                  <a:pt x="1127" y="520"/>
                </a:lnTo>
                <a:lnTo>
                  <a:pt x="1126" y="520"/>
                </a:lnTo>
                <a:lnTo>
                  <a:pt x="1125" y="521"/>
                </a:lnTo>
                <a:lnTo>
                  <a:pt x="1124" y="521"/>
                </a:lnTo>
                <a:lnTo>
                  <a:pt x="1124" y="519"/>
                </a:lnTo>
                <a:lnTo>
                  <a:pt x="1123" y="518"/>
                </a:lnTo>
                <a:lnTo>
                  <a:pt x="1122" y="518"/>
                </a:lnTo>
                <a:lnTo>
                  <a:pt x="1122" y="519"/>
                </a:lnTo>
                <a:lnTo>
                  <a:pt x="1122" y="520"/>
                </a:lnTo>
                <a:lnTo>
                  <a:pt x="1122" y="521"/>
                </a:lnTo>
                <a:lnTo>
                  <a:pt x="1121" y="521"/>
                </a:lnTo>
                <a:lnTo>
                  <a:pt x="1120" y="521"/>
                </a:lnTo>
                <a:lnTo>
                  <a:pt x="1118" y="521"/>
                </a:lnTo>
                <a:lnTo>
                  <a:pt x="1117" y="521"/>
                </a:lnTo>
                <a:lnTo>
                  <a:pt x="1117" y="520"/>
                </a:lnTo>
                <a:lnTo>
                  <a:pt x="1116" y="521"/>
                </a:lnTo>
                <a:lnTo>
                  <a:pt x="1115" y="521"/>
                </a:lnTo>
                <a:lnTo>
                  <a:pt x="1114" y="521"/>
                </a:lnTo>
                <a:lnTo>
                  <a:pt x="1114" y="522"/>
                </a:lnTo>
                <a:lnTo>
                  <a:pt x="1114" y="523"/>
                </a:lnTo>
                <a:lnTo>
                  <a:pt x="1114" y="524"/>
                </a:lnTo>
                <a:lnTo>
                  <a:pt x="1113" y="524"/>
                </a:lnTo>
                <a:lnTo>
                  <a:pt x="1113" y="525"/>
                </a:lnTo>
                <a:lnTo>
                  <a:pt x="1112" y="525"/>
                </a:lnTo>
                <a:lnTo>
                  <a:pt x="1112" y="526"/>
                </a:lnTo>
                <a:lnTo>
                  <a:pt x="1111" y="525"/>
                </a:lnTo>
                <a:lnTo>
                  <a:pt x="1112" y="525"/>
                </a:lnTo>
                <a:lnTo>
                  <a:pt x="1112" y="524"/>
                </a:lnTo>
                <a:lnTo>
                  <a:pt x="1111" y="524"/>
                </a:lnTo>
                <a:lnTo>
                  <a:pt x="1111" y="525"/>
                </a:lnTo>
                <a:lnTo>
                  <a:pt x="1110" y="525"/>
                </a:lnTo>
                <a:lnTo>
                  <a:pt x="1110" y="524"/>
                </a:lnTo>
                <a:lnTo>
                  <a:pt x="1110" y="523"/>
                </a:lnTo>
                <a:lnTo>
                  <a:pt x="1109" y="522"/>
                </a:lnTo>
                <a:lnTo>
                  <a:pt x="1108" y="522"/>
                </a:lnTo>
                <a:lnTo>
                  <a:pt x="1108" y="523"/>
                </a:lnTo>
                <a:lnTo>
                  <a:pt x="1107" y="523"/>
                </a:lnTo>
                <a:lnTo>
                  <a:pt x="1106" y="522"/>
                </a:lnTo>
                <a:lnTo>
                  <a:pt x="1104" y="521"/>
                </a:lnTo>
                <a:lnTo>
                  <a:pt x="1104" y="520"/>
                </a:lnTo>
                <a:lnTo>
                  <a:pt x="1104" y="519"/>
                </a:lnTo>
                <a:lnTo>
                  <a:pt x="1105" y="519"/>
                </a:lnTo>
                <a:lnTo>
                  <a:pt x="1104" y="518"/>
                </a:lnTo>
                <a:lnTo>
                  <a:pt x="1103" y="518"/>
                </a:lnTo>
                <a:lnTo>
                  <a:pt x="1102" y="517"/>
                </a:lnTo>
                <a:lnTo>
                  <a:pt x="1101" y="516"/>
                </a:lnTo>
                <a:lnTo>
                  <a:pt x="1100" y="516"/>
                </a:lnTo>
                <a:lnTo>
                  <a:pt x="1100" y="515"/>
                </a:lnTo>
                <a:lnTo>
                  <a:pt x="1099" y="515"/>
                </a:lnTo>
                <a:lnTo>
                  <a:pt x="1098" y="514"/>
                </a:lnTo>
                <a:lnTo>
                  <a:pt x="1097" y="514"/>
                </a:lnTo>
                <a:lnTo>
                  <a:pt x="1096" y="514"/>
                </a:lnTo>
                <a:lnTo>
                  <a:pt x="1096" y="513"/>
                </a:lnTo>
                <a:lnTo>
                  <a:pt x="1095" y="513"/>
                </a:lnTo>
                <a:lnTo>
                  <a:pt x="1095" y="512"/>
                </a:lnTo>
                <a:lnTo>
                  <a:pt x="1094" y="512"/>
                </a:lnTo>
                <a:lnTo>
                  <a:pt x="1093" y="512"/>
                </a:lnTo>
                <a:lnTo>
                  <a:pt x="1093" y="513"/>
                </a:lnTo>
                <a:lnTo>
                  <a:pt x="1092" y="513"/>
                </a:lnTo>
                <a:lnTo>
                  <a:pt x="1092" y="514"/>
                </a:lnTo>
                <a:lnTo>
                  <a:pt x="1091" y="514"/>
                </a:lnTo>
                <a:lnTo>
                  <a:pt x="1090" y="514"/>
                </a:lnTo>
                <a:lnTo>
                  <a:pt x="1089" y="514"/>
                </a:lnTo>
                <a:lnTo>
                  <a:pt x="1089" y="513"/>
                </a:lnTo>
                <a:lnTo>
                  <a:pt x="1090" y="513"/>
                </a:lnTo>
                <a:lnTo>
                  <a:pt x="1090" y="512"/>
                </a:lnTo>
                <a:lnTo>
                  <a:pt x="1089" y="512"/>
                </a:lnTo>
                <a:lnTo>
                  <a:pt x="1089" y="511"/>
                </a:lnTo>
                <a:lnTo>
                  <a:pt x="1088" y="511"/>
                </a:lnTo>
                <a:lnTo>
                  <a:pt x="1087" y="511"/>
                </a:lnTo>
                <a:lnTo>
                  <a:pt x="1086" y="511"/>
                </a:lnTo>
                <a:lnTo>
                  <a:pt x="1085" y="511"/>
                </a:lnTo>
                <a:lnTo>
                  <a:pt x="1084" y="511"/>
                </a:lnTo>
                <a:lnTo>
                  <a:pt x="1084" y="510"/>
                </a:lnTo>
                <a:lnTo>
                  <a:pt x="1083" y="511"/>
                </a:lnTo>
                <a:lnTo>
                  <a:pt x="1083" y="510"/>
                </a:lnTo>
                <a:lnTo>
                  <a:pt x="1082" y="510"/>
                </a:lnTo>
                <a:lnTo>
                  <a:pt x="1081" y="510"/>
                </a:lnTo>
                <a:lnTo>
                  <a:pt x="1080" y="510"/>
                </a:lnTo>
                <a:lnTo>
                  <a:pt x="1080" y="509"/>
                </a:lnTo>
                <a:lnTo>
                  <a:pt x="1079" y="509"/>
                </a:lnTo>
                <a:lnTo>
                  <a:pt x="1077" y="508"/>
                </a:lnTo>
                <a:lnTo>
                  <a:pt x="1076" y="509"/>
                </a:lnTo>
                <a:lnTo>
                  <a:pt x="1075" y="509"/>
                </a:lnTo>
                <a:lnTo>
                  <a:pt x="1075" y="508"/>
                </a:lnTo>
                <a:lnTo>
                  <a:pt x="1075" y="507"/>
                </a:lnTo>
                <a:lnTo>
                  <a:pt x="1075" y="506"/>
                </a:lnTo>
                <a:lnTo>
                  <a:pt x="1074" y="507"/>
                </a:lnTo>
                <a:lnTo>
                  <a:pt x="1073" y="507"/>
                </a:lnTo>
                <a:lnTo>
                  <a:pt x="1072" y="507"/>
                </a:lnTo>
                <a:lnTo>
                  <a:pt x="1072" y="506"/>
                </a:lnTo>
                <a:lnTo>
                  <a:pt x="1071" y="506"/>
                </a:lnTo>
                <a:lnTo>
                  <a:pt x="1070" y="505"/>
                </a:lnTo>
                <a:lnTo>
                  <a:pt x="1069" y="505"/>
                </a:lnTo>
                <a:lnTo>
                  <a:pt x="1070" y="504"/>
                </a:lnTo>
                <a:lnTo>
                  <a:pt x="1069" y="504"/>
                </a:lnTo>
                <a:lnTo>
                  <a:pt x="1068" y="503"/>
                </a:lnTo>
                <a:lnTo>
                  <a:pt x="1067" y="504"/>
                </a:lnTo>
                <a:lnTo>
                  <a:pt x="1066" y="503"/>
                </a:lnTo>
                <a:lnTo>
                  <a:pt x="1066" y="502"/>
                </a:lnTo>
                <a:lnTo>
                  <a:pt x="1067" y="502"/>
                </a:lnTo>
                <a:lnTo>
                  <a:pt x="1067" y="501"/>
                </a:lnTo>
                <a:lnTo>
                  <a:pt x="1066" y="500"/>
                </a:lnTo>
                <a:lnTo>
                  <a:pt x="1064" y="500"/>
                </a:lnTo>
                <a:lnTo>
                  <a:pt x="1063" y="500"/>
                </a:lnTo>
                <a:lnTo>
                  <a:pt x="1063" y="499"/>
                </a:lnTo>
                <a:lnTo>
                  <a:pt x="1063" y="500"/>
                </a:lnTo>
                <a:lnTo>
                  <a:pt x="1062" y="500"/>
                </a:lnTo>
                <a:lnTo>
                  <a:pt x="1062" y="501"/>
                </a:lnTo>
                <a:lnTo>
                  <a:pt x="1061" y="501"/>
                </a:lnTo>
                <a:lnTo>
                  <a:pt x="1060" y="501"/>
                </a:lnTo>
                <a:lnTo>
                  <a:pt x="1060" y="500"/>
                </a:lnTo>
                <a:lnTo>
                  <a:pt x="1059" y="500"/>
                </a:lnTo>
                <a:lnTo>
                  <a:pt x="1058" y="500"/>
                </a:lnTo>
                <a:lnTo>
                  <a:pt x="1058" y="501"/>
                </a:lnTo>
                <a:lnTo>
                  <a:pt x="1057" y="501"/>
                </a:lnTo>
                <a:lnTo>
                  <a:pt x="1056" y="500"/>
                </a:lnTo>
                <a:lnTo>
                  <a:pt x="1056" y="501"/>
                </a:lnTo>
                <a:lnTo>
                  <a:pt x="1055" y="501"/>
                </a:lnTo>
                <a:lnTo>
                  <a:pt x="1055" y="500"/>
                </a:lnTo>
                <a:lnTo>
                  <a:pt x="1054" y="500"/>
                </a:lnTo>
                <a:lnTo>
                  <a:pt x="1053" y="501"/>
                </a:lnTo>
                <a:lnTo>
                  <a:pt x="1052" y="500"/>
                </a:lnTo>
                <a:lnTo>
                  <a:pt x="1051" y="500"/>
                </a:lnTo>
                <a:lnTo>
                  <a:pt x="1051" y="501"/>
                </a:lnTo>
                <a:lnTo>
                  <a:pt x="1050" y="501"/>
                </a:lnTo>
                <a:lnTo>
                  <a:pt x="1050" y="500"/>
                </a:lnTo>
                <a:lnTo>
                  <a:pt x="1050" y="499"/>
                </a:lnTo>
                <a:lnTo>
                  <a:pt x="1049" y="499"/>
                </a:lnTo>
                <a:lnTo>
                  <a:pt x="1048" y="499"/>
                </a:lnTo>
                <a:lnTo>
                  <a:pt x="1048" y="498"/>
                </a:lnTo>
                <a:lnTo>
                  <a:pt x="1047" y="498"/>
                </a:lnTo>
                <a:lnTo>
                  <a:pt x="1046" y="498"/>
                </a:lnTo>
                <a:lnTo>
                  <a:pt x="1046" y="497"/>
                </a:lnTo>
                <a:lnTo>
                  <a:pt x="1046" y="496"/>
                </a:lnTo>
                <a:lnTo>
                  <a:pt x="1045" y="496"/>
                </a:lnTo>
                <a:lnTo>
                  <a:pt x="1044" y="496"/>
                </a:lnTo>
                <a:lnTo>
                  <a:pt x="1043" y="496"/>
                </a:lnTo>
                <a:lnTo>
                  <a:pt x="1042" y="495"/>
                </a:lnTo>
                <a:lnTo>
                  <a:pt x="1041" y="495"/>
                </a:lnTo>
                <a:lnTo>
                  <a:pt x="1040" y="495"/>
                </a:lnTo>
                <a:lnTo>
                  <a:pt x="1039" y="496"/>
                </a:lnTo>
                <a:lnTo>
                  <a:pt x="1038" y="496"/>
                </a:lnTo>
                <a:lnTo>
                  <a:pt x="1037" y="495"/>
                </a:lnTo>
                <a:lnTo>
                  <a:pt x="1036" y="495"/>
                </a:lnTo>
                <a:lnTo>
                  <a:pt x="1036" y="496"/>
                </a:lnTo>
                <a:lnTo>
                  <a:pt x="1036" y="497"/>
                </a:lnTo>
                <a:lnTo>
                  <a:pt x="1035" y="498"/>
                </a:lnTo>
                <a:lnTo>
                  <a:pt x="1034" y="500"/>
                </a:lnTo>
                <a:lnTo>
                  <a:pt x="1033" y="500"/>
                </a:lnTo>
                <a:lnTo>
                  <a:pt x="1032" y="501"/>
                </a:lnTo>
                <a:lnTo>
                  <a:pt x="1031" y="501"/>
                </a:lnTo>
                <a:lnTo>
                  <a:pt x="1030" y="501"/>
                </a:lnTo>
                <a:lnTo>
                  <a:pt x="1030" y="502"/>
                </a:lnTo>
                <a:lnTo>
                  <a:pt x="1029" y="502"/>
                </a:lnTo>
                <a:lnTo>
                  <a:pt x="1029" y="503"/>
                </a:lnTo>
                <a:lnTo>
                  <a:pt x="1029" y="504"/>
                </a:lnTo>
                <a:lnTo>
                  <a:pt x="1028" y="504"/>
                </a:lnTo>
                <a:lnTo>
                  <a:pt x="1028" y="505"/>
                </a:lnTo>
                <a:lnTo>
                  <a:pt x="1028" y="506"/>
                </a:lnTo>
                <a:lnTo>
                  <a:pt x="1028" y="507"/>
                </a:lnTo>
                <a:lnTo>
                  <a:pt x="1027" y="508"/>
                </a:lnTo>
                <a:lnTo>
                  <a:pt x="1028" y="508"/>
                </a:lnTo>
                <a:lnTo>
                  <a:pt x="1028" y="509"/>
                </a:lnTo>
                <a:lnTo>
                  <a:pt x="1028" y="510"/>
                </a:lnTo>
                <a:lnTo>
                  <a:pt x="1027" y="510"/>
                </a:lnTo>
                <a:lnTo>
                  <a:pt x="1027" y="511"/>
                </a:lnTo>
                <a:lnTo>
                  <a:pt x="1027" y="512"/>
                </a:lnTo>
                <a:lnTo>
                  <a:pt x="1027" y="513"/>
                </a:lnTo>
                <a:lnTo>
                  <a:pt x="1026" y="513"/>
                </a:lnTo>
                <a:lnTo>
                  <a:pt x="1026" y="514"/>
                </a:lnTo>
                <a:lnTo>
                  <a:pt x="1025" y="514"/>
                </a:lnTo>
                <a:lnTo>
                  <a:pt x="1025" y="515"/>
                </a:lnTo>
                <a:lnTo>
                  <a:pt x="1024" y="516"/>
                </a:lnTo>
                <a:lnTo>
                  <a:pt x="1025" y="516"/>
                </a:lnTo>
                <a:lnTo>
                  <a:pt x="1026" y="517"/>
                </a:lnTo>
                <a:lnTo>
                  <a:pt x="1026" y="518"/>
                </a:lnTo>
                <a:lnTo>
                  <a:pt x="1027" y="518"/>
                </a:lnTo>
                <a:lnTo>
                  <a:pt x="1028" y="518"/>
                </a:lnTo>
                <a:lnTo>
                  <a:pt x="1029" y="519"/>
                </a:lnTo>
                <a:lnTo>
                  <a:pt x="1029" y="520"/>
                </a:lnTo>
                <a:lnTo>
                  <a:pt x="1030" y="521"/>
                </a:lnTo>
                <a:lnTo>
                  <a:pt x="1031" y="521"/>
                </a:lnTo>
                <a:lnTo>
                  <a:pt x="1031" y="522"/>
                </a:lnTo>
                <a:lnTo>
                  <a:pt x="1031" y="523"/>
                </a:lnTo>
                <a:lnTo>
                  <a:pt x="1031" y="524"/>
                </a:lnTo>
                <a:lnTo>
                  <a:pt x="1032" y="524"/>
                </a:lnTo>
                <a:lnTo>
                  <a:pt x="1032" y="525"/>
                </a:lnTo>
                <a:lnTo>
                  <a:pt x="1033" y="525"/>
                </a:lnTo>
                <a:lnTo>
                  <a:pt x="1034" y="525"/>
                </a:lnTo>
                <a:lnTo>
                  <a:pt x="1034" y="526"/>
                </a:lnTo>
                <a:lnTo>
                  <a:pt x="1034" y="527"/>
                </a:lnTo>
                <a:lnTo>
                  <a:pt x="1034" y="528"/>
                </a:lnTo>
                <a:lnTo>
                  <a:pt x="1035" y="528"/>
                </a:lnTo>
                <a:lnTo>
                  <a:pt x="1035" y="529"/>
                </a:lnTo>
                <a:lnTo>
                  <a:pt x="1035" y="530"/>
                </a:lnTo>
                <a:lnTo>
                  <a:pt x="1035" y="531"/>
                </a:lnTo>
                <a:lnTo>
                  <a:pt x="1036" y="530"/>
                </a:lnTo>
                <a:lnTo>
                  <a:pt x="1036" y="531"/>
                </a:lnTo>
                <a:lnTo>
                  <a:pt x="1037" y="532"/>
                </a:lnTo>
                <a:lnTo>
                  <a:pt x="1037" y="533"/>
                </a:lnTo>
                <a:lnTo>
                  <a:pt x="1038" y="533"/>
                </a:lnTo>
                <a:lnTo>
                  <a:pt x="1039" y="534"/>
                </a:lnTo>
                <a:lnTo>
                  <a:pt x="1039" y="535"/>
                </a:lnTo>
                <a:lnTo>
                  <a:pt x="1039" y="536"/>
                </a:lnTo>
                <a:lnTo>
                  <a:pt x="1039" y="537"/>
                </a:lnTo>
                <a:lnTo>
                  <a:pt x="1040" y="537"/>
                </a:lnTo>
                <a:lnTo>
                  <a:pt x="1041" y="538"/>
                </a:lnTo>
                <a:lnTo>
                  <a:pt x="1041" y="539"/>
                </a:lnTo>
                <a:lnTo>
                  <a:pt x="1042" y="539"/>
                </a:lnTo>
                <a:lnTo>
                  <a:pt x="1043" y="539"/>
                </a:lnTo>
                <a:lnTo>
                  <a:pt x="1043" y="540"/>
                </a:lnTo>
                <a:lnTo>
                  <a:pt x="1043" y="541"/>
                </a:lnTo>
                <a:lnTo>
                  <a:pt x="1043" y="542"/>
                </a:lnTo>
                <a:lnTo>
                  <a:pt x="1044" y="542"/>
                </a:lnTo>
                <a:lnTo>
                  <a:pt x="1044" y="543"/>
                </a:lnTo>
                <a:lnTo>
                  <a:pt x="1045" y="543"/>
                </a:lnTo>
                <a:lnTo>
                  <a:pt x="1045" y="544"/>
                </a:lnTo>
                <a:lnTo>
                  <a:pt x="1045" y="545"/>
                </a:lnTo>
                <a:lnTo>
                  <a:pt x="1047" y="545"/>
                </a:lnTo>
                <a:lnTo>
                  <a:pt x="1047" y="544"/>
                </a:lnTo>
                <a:lnTo>
                  <a:pt x="1048" y="544"/>
                </a:lnTo>
                <a:lnTo>
                  <a:pt x="1048" y="545"/>
                </a:lnTo>
                <a:lnTo>
                  <a:pt x="1049" y="546"/>
                </a:lnTo>
                <a:lnTo>
                  <a:pt x="1049" y="545"/>
                </a:lnTo>
                <a:lnTo>
                  <a:pt x="1050" y="546"/>
                </a:lnTo>
                <a:lnTo>
                  <a:pt x="1050" y="547"/>
                </a:lnTo>
                <a:lnTo>
                  <a:pt x="1050" y="548"/>
                </a:lnTo>
                <a:lnTo>
                  <a:pt x="1053" y="549"/>
                </a:lnTo>
                <a:lnTo>
                  <a:pt x="1054" y="549"/>
                </a:lnTo>
                <a:lnTo>
                  <a:pt x="1054" y="548"/>
                </a:lnTo>
                <a:lnTo>
                  <a:pt x="1055" y="548"/>
                </a:lnTo>
                <a:lnTo>
                  <a:pt x="1056" y="549"/>
                </a:lnTo>
                <a:lnTo>
                  <a:pt x="1057" y="549"/>
                </a:lnTo>
                <a:lnTo>
                  <a:pt x="1058" y="550"/>
                </a:lnTo>
                <a:lnTo>
                  <a:pt x="1059" y="550"/>
                </a:lnTo>
                <a:lnTo>
                  <a:pt x="1060" y="550"/>
                </a:lnTo>
                <a:lnTo>
                  <a:pt x="1060" y="551"/>
                </a:lnTo>
                <a:lnTo>
                  <a:pt x="1059" y="551"/>
                </a:lnTo>
                <a:lnTo>
                  <a:pt x="1059" y="552"/>
                </a:lnTo>
                <a:lnTo>
                  <a:pt x="1060" y="552"/>
                </a:lnTo>
                <a:lnTo>
                  <a:pt x="1060" y="553"/>
                </a:lnTo>
                <a:lnTo>
                  <a:pt x="1061" y="554"/>
                </a:lnTo>
                <a:lnTo>
                  <a:pt x="1062" y="555"/>
                </a:lnTo>
                <a:lnTo>
                  <a:pt x="1063" y="555"/>
                </a:lnTo>
                <a:lnTo>
                  <a:pt x="1063" y="556"/>
                </a:lnTo>
                <a:lnTo>
                  <a:pt x="1063" y="557"/>
                </a:lnTo>
                <a:lnTo>
                  <a:pt x="1062" y="557"/>
                </a:lnTo>
                <a:lnTo>
                  <a:pt x="1062" y="558"/>
                </a:lnTo>
                <a:lnTo>
                  <a:pt x="1062" y="559"/>
                </a:lnTo>
                <a:lnTo>
                  <a:pt x="1063" y="559"/>
                </a:lnTo>
                <a:lnTo>
                  <a:pt x="1063" y="560"/>
                </a:lnTo>
                <a:lnTo>
                  <a:pt x="1062" y="560"/>
                </a:lnTo>
                <a:lnTo>
                  <a:pt x="1062" y="561"/>
                </a:lnTo>
                <a:lnTo>
                  <a:pt x="1061" y="561"/>
                </a:lnTo>
                <a:lnTo>
                  <a:pt x="1061" y="562"/>
                </a:lnTo>
                <a:lnTo>
                  <a:pt x="1060" y="562"/>
                </a:lnTo>
                <a:lnTo>
                  <a:pt x="1060" y="563"/>
                </a:lnTo>
                <a:lnTo>
                  <a:pt x="1060" y="564"/>
                </a:lnTo>
                <a:lnTo>
                  <a:pt x="1061" y="565"/>
                </a:lnTo>
                <a:lnTo>
                  <a:pt x="1061" y="566"/>
                </a:lnTo>
                <a:lnTo>
                  <a:pt x="1061" y="567"/>
                </a:lnTo>
                <a:lnTo>
                  <a:pt x="1061" y="568"/>
                </a:lnTo>
                <a:lnTo>
                  <a:pt x="1061" y="569"/>
                </a:lnTo>
                <a:lnTo>
                  <a:pt x="1062" y="569"/>
                </a:lnTo>
                <a:lnTo>
                  <a:pt x="1062" y="568"/>
                </a:lnTo>
                <a:lnTo>
                  <a:pt x="1063" y="568"/>
                </a:lnTo>
                <a:lnTo>
                  <a:pt x="1064" y="568"/>
                </a:lnTo>
                <a:lnTo>
                  <a:pt x="1065" y="568"/>
                </a:lnTo>
                <a:lnTo>
                  <a:pt x="1065" y="567"/>
                </a:lnTo>
                <a:lnTo>
                  <a:pt x="1066" y="566"/>
                </a:lnTo>
                <a:lnTo>
                  <a:pt x="1067" y="566"/>
                </a:lnTo>
                <a:lnTo>
                  <a:pt x="1068" y="566"/>
                </a:lnTo>
                <a:lnTo>
                  <a:pt x="1068" y="567"/>
                </a:lnTo>
                <a:lnTo>
                  <a:pt x="1069" y="568"/>
                </a:lnTo>
                <a:lnTo>
                  <a:pt x="1070" y="568"/>
                </a:lnTo>
                <a:lnTo>
                  <a:pt x="1071" y="568"/>
                </a:lnTo>
                <a:lnTo>
                  <a:pt x="1071" y="569"/>
                </a:lnTo>
                <a:lnTo>
                  <a:pt x="1072" y="569"/>
                </a:lnTo>
                <a:lnTo>
                  <a:pt x="1073" y="568"/>
                </a:lnTo>
                <a:lnTo>
                  <a:pt x="1073" y="569"/>
                </a:lnTo>
                <a:lnTo>
                  <a:pt x="1074" y="568"/>
                </a:lnTo>
                <a:lnTo>
                  <a:pt x="1074" y="569"/>
                </a:lnTo>
                <a:lnTo>
                  <a:pt x="1075" y="569"/>
                </a:lnTo>
                <a:lnTo>
                  <a:pt x="1076" y="569"/>
                </a:lnTo>
                <a:lnTo>
                  <a:pt x="1077" y="569"/>
                </a:lnTo>
                <a:lnTo>
                  <a:pt x="1079" y="569"/>
                </a:lnTo>
                <a:lnTo>
                  <a:pt x="1079" y="570"/>
                </a:lnTo>
                <a:lnTo>
                  <a:pt x="1080" y="570"/>
                </a:lnTo>
                <a:lnTo>
                  <a:pt x="1081" y="570"/>
                </a:lnTo>
                <a:lnTo>
                  <a:pt x="1082" y="570"/>
                </a:lnTo>
                <a:lnTo>
                  <a:pt x="1083" y="570"/>
                </a:lnTo>
                <a:lnTo>
                  <a:pt x="1084" y="569"/>
                </a:lnTo>
                <a:lnTo>
                  <a:pt x="1084" y="568"/>
                </a:lnTo>
                <a:lnTo>
                  <a:pt x="1084" y="567"/>
                </a:lnTo>
                <a:lnTo>
                  <a:pt x="1084" y="566"/>
                </a:lnTo>
                <a:lnTo>
                  <a:pt x="1085" y="566"/>
                </a:lnTo>
                <a:lnTo>
                  <a:pt x="1086" y="566"/>
                </a:lnTo>
                <a:lnTo>
                  <a:pt x="1087" y="566"/>
                </a:lnTo>
                <a:lnTo>
                  <a:pt x="1088" y="566"/>
                </a:lnTo>
                <a:lnTo>
                  <a:pt x="1089" y="565"/>
                </a:lnTo>
                <a:lnTo>
                  <a:pt x="1091" y="564"/>
                </a:lnTo>
                <a:lnTo>
                  <a:pt x="1091" y="565"/>
                </a:lnTo>
                <a:lnTo>
                  <a:pt x="1092" y="565"/>
                </a:lnTo>
                <a:lnTo>
                  <a:pt x="1093" y="565"/>
                </a:lnTo>
                <a:lnTo>
                  <a:pt x="1094" y="565"/>
                </a:lnTo>
                <a:lnTo>
                  <a:pt x="1095" y="565"/>
                </a:lnTo>
                <a:lnTo>
                  <a:pt x="1095" y="566"/>
                </a:lnTo>
                <a:lnTo>
                  <a:pt x="1096" y="566"/>
                </a:lnTo>
                <a:lnTo>
                  <a:pt x="1096" y="567"/>
                </a:lnTo>
                <a:lnTo>
                  <a:pt x="1096" y="568"/>
                </a:lnTo>
                <a:lnTo>
                  <a:pt x="1097" y="568"/>
                </a:lnTo>
                <a:lnTo>
                  <a:pt x="1097" y="567"/>
                </a:lnTo>
                <a:lnTo>
                  <a:pt x="1098" y="567"/>
                </a:lnTo>
                <a:lnTo>
                  <a:pt x="1099" y="568"/>
                </a:lnTo>
                <a:lnTo>
                  <a:pt x="1099" y="569"/>
                </a:lnTo>
                <a:lnTo>
                  <a:pt x="1099" y="570"/>
                </a:lnTo>
                <a:lnTo>
                  <a:pt x="1098" y="570"/>
                </a:lnTo>
                <a:lnTo>
                  <a:pt x="1099" y="571"/>
                </a:lnTo>
                <a:lnTo>
                  <a:pt x="1100" y="571"/>
                </a:lnTo>
                <a:lnTo>
                  <a:pt x="1100" y="572"/>
                </a:lnTo>
                <a:lnTo>
                  <a:pt x="1101" y="573"/>
                </a:lnTo>
                <a:lnTo>
                  <a:pt x="1101" y="574"/>
                </a:lnTo>
                <a:lnTo>
                  <a:pt x="1101" y="575"/>
                </a:lnTo>
                <a:lnTo>
                  <a:pt x="1101" y="576"/>
                </a:lnTo>
                <a:lnTo>
                  <a:pt x="1101" y="577"/>
                </a:lnTo>
                <a:lnTo>
                  <a:pt x="1101" y="578"/>
                </a:lnTo>
                <a:lnTo>
                  <a:pt x="1101" y="579"/>
                </a:lnTo>
                <a:lnTo>
                  <a:pt x="1101" y="580"/>
                </a:lnTo>
                <a:lnTo>
                  <a:pt x="1101" y="581"/>
                </a:lnTo>
                <a:lnTo>
                  <a:pt x="1101" y="582"/>
                </a:lnTo>
                <a:lnTo>
                  <a:pt x="1101" y="583"/>
                </a:lnTo>
                <a:lnTo>
                  <a:pt x="1102" y="585"/>
                </a:lnTo>
                <a:lnTo>
                  <a:pt x="1102" y="586"/>
                </a:lnTo>
                <a:lnTo>
                  <a:pt x="1103" y="586"/>
                </a:lnTo>
                <a:lnTo>
                  <a:pt x="1104" y="586"/>
                </a:lnTo>
                <a:lnTo>
                  <a:pt x="1104" y="585"/>
                </a:lnTo>
                <a:lnTo>
                  <a:pt x="1105" y="585"/>
                </a:lnTo>
                <a:lnTo>
                  <a:pt x="1106" y="585"/>
                </a:lnTo>
                <a:lnTo>
                  <a:pt x="1108" y="585"/>
                </a:lnTo>
                <a:lnTo>
                  <a:pt x="1109" y="585"/>
                </a:lnTo>
                <a:lnTo>
                  <a:pt x="1110" y="585"/>
                </a:lnTo>
                <a:lnTo>
                  <a:pt x="1111" y="585"/>
                </a:lnTo>
                <a:lnTo>
                  <a:pt x="1112" y="585"/>
                </a:lnTo>
                <a:lnTo>
                  <a:pt x="1113" y="585"/>
                </a:lnTo>
                <a:lnTo>
                  <a:pt x="1113" y="584"/>
                </a:lnTo>
                <a:lnTo>
                  <a:pt x="1113" y="583"/>
                </a:lnTo>
                <a:lnTo>
                  <a:pt x="1114" y="583"/>
                </a:lnTo>
                <a:lnTo>
                  <a:pt x="1114" y="581"/>
                </a:lnTo>
                <a:lnTo>
                  <a:pt x="1115" y="581"/>
                </a:lnTo>
                <a:lnTo>
                  <a:pt x="1116" y="581"/>
                </a:lnTo>
                <a:lnTo>
                  <a:pt x="1116" y="583"/>
                </a:lnTo>
                <a:lnTo>
                  <a:pt x="1115" y="583"/>
                </a:lnTo>
                <a:lnTo>
                  <a:pt x="1115" y="584"/>
                </a:lnTo>
                <a:lnTo>
                  <a:pt x="1115" y="585"/>
                </a:lnTo>
                <a:lnTo>
                  <a:pt x="1115" y="586"/>
                </a:lnTo>
                <a:lnTo>
                  <a:pt x="1115" y="587"/>
                </a:lnTo>
                <a:lnTo>
                  <a:pt x="1115" y="588"/>
                </a:lnTo>
                <a:lnTo>
                  <a:pt x="1115" y="589"/>
                </a:lnTo>
                <a:lnTo>
                  <a:pt x="1115" y="590"/>
                </a:lnTo>
                <a:lnTo>
                  <a:pt x="1113" y="591"/>
                </a:lnTo>
                <a:lnTo>
                  <a:pt x="1111" y="591"/>
                </a:lnTo>
                <a:lnTo>
                  <a:pt x="1110" y="591"/>
                </a:lnTo>
                <a:lnTo>
                  <a:pt x="1109" y="591"/>
                </a:lnTo>
                <a:lnTo>
                  <a:pt x="1108" y="592"/>
                </a:lnTo>
                <a:lnTo>
                  <a:pt x="1108" y="593"/>
                </a:lnTo>
                <a:lnTo>
                  <a:pt x="1107" y="595"/>
                </a:lnTo>
                <a:lnTo>
                  <a:pt x="1106" y="595"/>
                </a:lnTo>
                <a:lnTo>
                  <a:pt x="1106" y="596"/>
                </a:lnTo>
                <a:lnTo>
                  <a:pt x="1106" y="597"/>
                </a:lnTo>
                <a:lnTo>
                  <a:pt x="1105" y="597"/>
                </a:lnTo>
                <a:lnTo>
                  <a:pt x="1105" y="598"/>
                </a:lnTo>
                <a:lnTo>
                  <a:pt x="1105" y="599"/>
                </a:lnTo>
                <a:lnTo>
                  <a:pt x="1104" y="600"/>
                </a:lnTo>
                <a:lnTo>
                  <a:pt x="1104" y="601"/>
                </a:lnTo>
                <a:lnTo>
                  <a:pt x="1104" y="602"/>
                </a:lnTo>
                <a:lnTo>
                  <a:pt x="1104" y="603"/>
                </a:lnTo>
                <a:lnTo>
                  <a:pt x="1104" y="604"/>
                </a:lnTo>
                <a:lnTo>
                  <a:pt x="1105" y="604"/>
                </a:lnTo>
                <a:lnTo>
                  <a:pt x="1105" y="605"/>
                </a:lnTo>
                <a:lnTo>
                  <a:pt x="1106" y="605"/>
                </a:lnTo>
                <a:lnTo>
                  <a:pt x="1106" y="606"/>
                </a:lnTo>
                <a:lnTo>
                  <a:pt x="1107" y="606"/>
                </a:lnTo>
                <a:lnTo>
                  <a:pt x="1109" y="606"/>
                </a:lnTo>
                <a:lnTo>
                  <a:pt x="1110" y="606"/>
                </a:lnTo>
                <a:lnTo>
                  <a:pt x="1110" y="607"/>
                </a:lnTo>
                <a:lnTo>
                  <a:pt x="1111" y="607"/>
                </a:lnTo>
                <a:lnTo>
                  <a:pt x="1112" y="607"/>
                </a:lnTo>
                <a:lnTo>
                  <a:pt x="1112" y="608"/>
                </a:lnTo>
                <a:lnTo>
                  <a:pt x="1112" y="609"/>
                </a:lnTo>
                <a:lnTo>
                  <a:pt x="1111" y="610"/>
                </a:lnTo>
                <a:lnTo>
                  <a:pt x="1111" y="611"/>
                </a:lnTo>
                <a:lnTo>
                  <a:pt x="1111" y="612"/>
                </a:lnTo>
                <a:lnTo>
                  <a:pt x="1111" y="613"/>
                </a:lnTo>
                <a:lnTo>
                  <a:pt x="1110" y="614"/>
                </a:lnTo>
                <a:lnTo>
                  <a:pt x="1109" y="614"/>
                </a:lnTo>
                <a:lnTo>
                  <a:pt x="1109" y="615"/>
                </a:lnTo>
                <a:lnTo>
                  <a:pt x="1108" y="615"/>
                </a:lnTo>
                <a:lnTo>
                  <a:pt x="1107" y="615"/>
                </a:lnTo>
                <a:lnTo>
                  <a:pt x="1107" y="616"/>
                </a:lnTo>
                <a:lnTo>
                  <a:pt x="1107" y="617"/>
                </a:lnTo>
                <a:lnTo>
                  <a:pt x="1108" y="617"/>
                </a:lnTo>
                <a:lnTo>
                  <a:pt x="1108" y="618"/>
                </a:lnTo>
                <a:lnTo>
                  <a:pt x="1107" y="618"/>
                </a:lnTo>
                <a:lnTo>
                  <a:pt x="1107" y="619"/>
                </a:lnTo>
                <a:lnTo>
                  <a:pt x="1106" y="619"/>
                </a:lnTo>
                <a:lnTo>
                  <a:pt x="1105" y="619"/>
                </a:lnTo>
                <a:lnTo>
                  <a:pt x="1105" y="620"/>
                </a:lnTo>
                <a:lnTo>
                  <a:pt x="1105" y="621"/>
                </a:lnTo>
                <a:lnTo>
                  <a:pt x="1105" y="622"/>
                </a:lnTo>
                <a:lnTo>
                  <a:pt x="1104" y="623"/>
                </a:lnTo>
                <a:lnTo>
                  <a:pt x="1104" y="624"/>
                </a:lnTo>
                <a:lnTo>
                  <a:pt x="1103" y="625"/>
                </a:lnTo>
                <a:lnTo>
                  <a:pt x="1103" y="626"/>
                </a:lnTo>
                <a:lnTo>
                  <a:pt x="1102" y="626"/>
                </a:lnTo>
                <a:lnTo>
                  <a:pt x="1102" y="625"/>
                </a:lnTo>
                <a:lnTo>
                  <a:pt x="1101" y="625"/>
                </a:lnTo>
                <a:lnTo>
                  <a:pt x="1101" y="624"/>
                </a:lnTo>
                <a:lnTo>
                  <a:pt x="1100" y="624"/>
                </a:lnTo>
                <a:lnTo>
                  <a:pt x="1100" y="623"/>
                </a:lnTo>
                <a:lnTo>
                  <a:pt x="1098" y="622"/>
                </a:lnTo>
                <a:lnTo>
                  <a:pt x="1098" y="621"/>
                </a:lnTo>
                <a:lnTo>
                  <a:pt x="1097" y="621"/>
                </a:lnTo>
                <a:lnTo>
                  <a:pt x="1096" y="620"/>
                </a:lnTo>
                <a:lnTo>
                  <a:pt x="1096" y="619"/>
                </a:lnTo>
                <a:lnTo>
                  <a:pt x="1095" y="619"/>
                </a:lnTo>
                <a:lnTo>
                  <a:pt x="1095" y="618"/>
                </a:lnTo>
                <a:lnTo>
                  <a:pt x="1094" y="618"/>
                </a:lnTo>
                <a:lnTo>
                  <a:pt x="1093" y="618"/>
                </a:lnTo>
                <a:lnTo>
                  <a:pt x="1093" y="617"/>
                </a:lnTo>
                <a:lnTo>
                  <a:pt x="1092" y="617"/>
                </a:lnTo>
                <a:lnTo>
                  <a:pt x="1092" y="616"/>
                </a:lnTo>
                <a:lnTo>
                  <a:pt x="1092" y="615"/>
                </a:lnTo>
                <a:lnTo>
                  <a:pt x="1091" y="615"/>
                </a:lnTo>
                <a:lnTo>
                  <a:pt x="1090" y="614"/>
                </a:lnTo>
                <a:lnTo>
                  <a:pt x="1090" y="613"/>
                </a:lnTo>
                <a:lnTo>
                  <a:pt x="1089" y="613"/>
                </a:lnTo>
                <a:lnTo>
                  <a:pt x="1088" y="613"/>
                </a:lnTo>
                <a:lnTo>
                  <a:pt x="1087" y="613"/>
                </a:lnTo>
                <a:lnTo>
                  <a:pt x="1086" y="613"/>
                </a:lnTo>
                <a:lnTo>
                  <a:pt x="1085" y="613"/>
                </a:lnTo>
                <a:lnTo>
                  <a:pt x="1084" y="613"/>
                </a:lnTo>
                <a:lnTo>
                  <a:pt x="1082" y="613"/>
                </a:lnTo>
                <a:lnTo>
                  <a:pt x="1081" y="614"/>
                </a:lnTo>
                <a:lnTo>
                  <a:pt x="1081" y="615"/>
                </a:lnTo>
                <a:lnTo>
                  <a:pt x="1080" y="615"/>
                </a:lnTo>
                <a:lnTo>
                  <a:pt x="1081" y="615"/>
                </a:lnTo>
                <a:lnTo>
                  <a:pt x="1081" y="616"/>
                </a:lnTo>
                <a:lnTo>
                  <a:pt x="1081" y="617"/>
                </a:lnTo>
                <a:lnTo>
                  <a:pt x="1081" y="618"/>
                </a:lnTo>
                <a:lnTo>
                  <a:pt x="1081" y="619"/>
                </a:lnTo>
                <a:lnTo>
                  <a:pt x="1081" y="620"/>
                </a:lnTo>
                <a:lnTo>
                  <a:pt x="1080" y="620"/>
                </a:lnTo>
                <a:lnTo>
                  <a:pt x="1080" y="621"/>
                </a:lnTo>
                <a:lnTo>
                  <a:pt x="1080" y="620"/>
                </a:lnTo>
                <a:lnTo>
                  <a:pt x="1080" y="619"/>
                </a:lnTo>
                <a:lnTo>
                  <a:pt x="1079" y="619"/>
                </a:lnTo>
                <a:lnTo>
                  <a:pt x="1080" y="619"/>
                </a:lnTo>
                <a:lnTo>
                  <a:pt x="1079" y="619"/>
                </a:lnTo>
                <a:lnTo>
                  <a:pt x="1078" y="618"/>
                </a:lnTo>
                <a:lnTo>
                  <a:pt x="1078" y="617"/>
                </a:lnTo>
                <a:lnTo>
                  <a:pt x="1078" y="616"/>
                </a:lnTo>
                <a:lnTo>
                  <a:pt x="1077" y="616"/>
                </a:lnTo>
                <a:lnTo>
                  <a:pt x="1077" y="615"/>
                </a:lnTo>
                <a:lnTo>
                  <a:pt x="1076" y="614"/>
                </a:lnTo>
                <a:lnTo>
                  <a:pt x="1076" y="613"/>
                </a:lnTo>
                <a:lnTo>
                  <a:pt x="1075" y="613"/>
                </a:lnTo>
                <a:lnTo>
                  <a:pt x="1075" y="612"/>
                </a:lnTo>
                <a:lnTo>
                  <a:pt x="1075" y="611"/>
                </a:lnTo>
                <a:lnTo>
                  <a:pt x="1074" y="611"/>
                </a:lnTo>
                <a:lnTo>
                  <a:pt x="1073" y="611"/>
                </a:lnTo>
                <a:lnTo>
                  <a:pt x="1073" y="610"/>
                </a:lnTo>
                <a:lnTo>
                  <a:pt x="1072" y="609"/>
                </a:lnTo>
                <a:lnTo>
                  <a:pt x="1071" y="609"/>
                </a:lnTo>
                <a:lnTo>
                  <a:pt x="1070" y="609"/>
                </a:lnTo>
                <a:lnTo>
                  <a:pt x="1069" y="609"/>
                </a:lnTo>
                <a:lnTo>
                  <a:pt x="1068" y="609"/>
                </a:lnTo>
                <a:lnTo>
                  <a:pt x="1067" y="609"/>
                </a:lnTo>
                <a:lnTo>
                  <a:pt x="1066" y="609"/>
                </a:lnTo>
                <a:lnTo>
                  <a:pt x="1066" y="608"/>
                </a:lnTo>
                <a:lnTo>
                  <a:pt x="1066" y="609"/>
                </a:lnTo>
                <a:lnTo>
                  <a:pt x="1065" y="610"/>
                </a:lnTo>
                <a:lnTo>
                  <a:pt x="1064" y="610"/>
                </a:lnTo>
                <a:lnTo>
                  <a:pt x="1064" y="609"/>
                </a:lnTo>
                <a:lnTo>
                  <a:pt x="1063" y="608"/>
                </a:lnTo>
                <a:lnTo>
                  <a:pt x="1062" y="608"/>
                </a:lnTo>
                <a:lnTo>
                  <a:pt x="1062" y="609"/>
                </a:lnTo>
                <a:lnTo>
                  <a:pt x="1061" y="609"/>
                </a:lnTo>
                <a:lnTo>
                  <a:pt x="1061" y="610"/>
                </a:lnTo>
                <a:lnTo>
                  <a:pt x="1061" y="611"/>
                </a:lnTo>
                <a:lnTo>
                  <a:pt x="1060" y="611"/>
                </a:lnTo>
                <a:lnTo>
                  <a:pt x="1059" y="611"/>
                </a:lnTo>
                <a:lnTo>
                  <a:pt x="1060" y="611"/>
                </a:lnTo>
                <a:lnTo>
                  <a:pt x="1060" y="612"/>
                </a:lnTo>
                <a:lnTo>
                  <a:pt x="1059" y="612"/>
                </a:lnTo>
                <a:lnTo>
                  <a:pt x="1059" y="613"/>
                </a:lnTo>
                <a:lnTo>
                  <a:pt x="1058" y="613"/>
                </a:lnTo>
                <a:lnTo>
                  <a:pt x="1057" y="613"/>
                </a:lnTo>
                <a:lnTo>
                  <a:pt x="1057" y="614"/>
                </a:lnTo>
                <a:lnTo>
                  <a:pt x="1057" y="616"/>
                </a:lnTo>
                <a:lnTo>
                  <a:pt x="1056" y="616"/>
                </a:lnTo>
                <a:lnTo>
                  <a:pt x="1057" y="617"/>
                </a:lnTo>
                <a:lnTo>
                  <a:pt x="1058" y="617"/>
                </a:lnTo>
                <a:lnTo>
                  <a:pt x="1058" y="618"/>
                </a:lnTo>
                <a:lnTo>
                  <a:pt x="1057" y="618"/>
                </a:lnTo>
                <a:lnTo>
                  <a:pt x="1057" y="619"/>
                </a:lnTo>
                <a:lnTo>
                  <a:pt x="1058" y="619"/>
                </a:lnTo>
                <a:lnTo>
                  <a:pt x="1059" y="619"/>
                </a:lnTo>
                <a:lnTo>
                  <a:pt x="1059" y="621"/>
                </a:lnTo>
                <a:lnTo>
                  <a:pt x="1060" y="621"/>
                </a:lnTo>
                <a:lnTo>
                  <a:pt x="1060" y="622"/>
                </a:lnTo>
                <a:lnTo>
                  <a:pt x="1059" y="623"/>
                </a:lnTo>
                <a:lnTo>
                  <a:pt x="1060" y="624"/>
                </a:lnTo>
                <a:lnTo>
                  <a:pt x="1061" y="625"/>
                </a:lnTo>
                <a:lnTo>
                  <a:pt x="1061" y="626"/>
                </a:lnTo>
                <a:lnTo>
                  <a:pt x="1060" y="627"/>
                </a:lnTo>
                <a:lnTo>
                  <a:pt x="1059" y="627"/>
                </a:lnTo>
                <a:lnTo>
                  <a:pt x="1058" y="627"/>
                </a:lnTo>
                <a:lnTo>
                  <a:pt x="1058" y="628"/>
                </a:lnTo>
                <a:lnTo>
                  <a:pt x="1059" y="629"/>
                </a:lnTo>
                <a:lnTo>
                  <a:pt x="1059" y="630"/>
                </a:lnTo>
                <a:lnTo>
                  <a:pt x="1058" y="630"/>
                </a:lnTo>
                <a:lnTo>
                  <a:pt x="1059" y="630"/>
                </a:lnTo>
                <a:lnTo>
                  <a:pt x="1060" y="630"/>
                </a:lnTo>
                <a:lnTo>
                  <a:pt x="1061" y="631"/>
                </a:lnTo>
                <a:lnTo>
                  <a:pt x="1062" y="631"/>
                </a:lnTo>
                <a:lnTo>
                  <a:pt x="1062" y="632"/>
                </a:lnTo>
                <a:lnTo>
                  <a:pt x="1062" y="633"/>
                </a:lnTo>
                <a:lnTo>
                  <a:pt x="1062" y="634"/>
                </a:lnTo>
                <a:lnTo>
                  <a:pt x="1061" y="634"/>
                </a:lnTo>
                <a:lnTo>
                  <a:pt x="1061" y="635"/>
                </a:lnTo>
                <a:lnTo>
                  <a:pt x="1061" y="636"/>
                </a:lnTo>
                <a:lnTo>
                  <a:pt x="1062" y="636"/>
                </a:lnTo>
                <a:lnTo>
                  <a:pt x="1062" y="637"/>
                </a:lnTo>
                <a:lnTo>
                  <a:pt x="1062" y="638"/>
                </a:lnTo>
                <a:lnTo>
                  <a:pt x="1061" y="638"/>
                </a:lnTo>
                <a:lnTo>
                  <a:pt x="1060" y="638"/>
                </a:lnTo>
                <a:lnTo>
                  <a:pt x="1058" y="637"/>
                </a:lnTo>
                <a:lnTo>
                  <a:pt x="1057" y="637"/>
                </a:lnTo>
                <a:lnTo>
                  <a:pt x="1057" y="638"/>
                </a:lnTo>
                <a:lnTo>
                  <a:pt x="1057" y="639"/>
                </a:lnTo>
                <a:lnTo>
                  <a:pt x="1057" y="641"/>
                </a:lnTo>
                <a:lnTo>
                  <a:pt x="1058" y="641"/>
                </a:lnTo>
                <a:lnTo>
                  <a:pt x="1057" y="642"/>
                </a:lnTo>
                <a:lnTo>
                  <a:pt x="1057" y="643"/>
                </a:lnTo>
                <a:lnTo>
                  <a:pt x="1057" y="644"/>
                </a:lnTo>
                <a:lnTo>
                  <a:pt x="1057" y="645"/>
                </a:lnTo>
                <a:lnTo>
                  <a:pt x="1058" y="646"/>
                </a:lnTo>
                <a:lnTo>
                  <a:pt x="1060" y="646"/>
                </a:lnTo>
                <a:lnTo>
                  <a:pt x="1061" y="647"/>
                </a:lnTo>
                <a:lnTo>
                  <a:pt x="1062" y="647"/>
                </a:lnTo>
                <a:lnTo>
                  <a:pt x="1062" y="648"/>
                </a:lnTo>
                <a:lnTo>
                  <a:pt x="1063" y="648"/>
                </a:lnTo>
                <a:lnTo>
                  <a:pt x="1063" y="649"/>
                </a:lnTo>
                <a:lnTo>
                  <a:pt x="1064" y="649"/>
                </a:lnTo>
                <a:lnTo>
                  <a:pt x="1064" y="650"/>
                </a:lnTo>
                <a:lnTo>
                  <a:pt x="1065" y="650"/>
                </a:lnTo>
                <a:lnTo>
                  <a:pt x="1066" y="651"/>
                </a:lnTo>
                <a:lnTo>
                  <a:pt x="1065" y="652"/>
                </a:lnTo>
                <a:lnTo>
                  <a:pt x="1066" y="653"/>
                </a:lnTo>
                <a:lnTo>
                  <a:pt x="1067" y="653"/>
                </a:lnTo>
                <a:lnTo>
                  <a:pt x="1067" y="654"/>
                </a:lnTo>
                <a:lnTo>
                  <a:pt x="1067" y="655"/>
                </a:lnTo>
                <a:lnTo>
                  <a:pt x="1067" y="656"/>
                </a:lnTo>
                <a:lnTo>
                  <a:pt x="1066" y="656"/>
                </a:lnTo>
                <a:lnTo>
                  <a:pt x="1066" y="657"/>
                </a:lnTo>
                <a:lnTo>
                  <a:pt x="1066" y="658"/>
                </a:lnTo>
                <a:lnTo>
                  <a:pt x="1067" y="658"/>
                </a:lnTo>
                <a:lnTo>
                  <a:pt x="1067" y="659"/>
                </a:lnTo>
                <a:lnTo>
                  <a:pt x="1066" y="659"/>
                </a:lnTo>
                <a:lnTo>
                  <a:pt x="1066" y="660"/>
                </a:lnTo>
                <a:lnTo>
                  <a:pt x="1066" y="661"/>
                </a:lnTo>
                <a:lnTo>
                  <a:pt x="1066" y="662"/>
                </a:lnTo>
                <a:lnTo>
                  <a:pt x="1066" y="663"/>
                </a:lnTo>
                <a:lnTo>
                  <a:pt x="1066" y="664"/>
                </a:lnTo>
                <a:lnTo>
                  <a:pt x="1066" y="665"/>
                </a:lnTo>
                <a:lnTo>
                  <a:pt x="1065" y="665"/>
                </a:lnTo>
                <a:lnTo>
                  <a:pt x="1065" y="666"/>
                </a:lnTo>
                <a:lnTo>
                  <a:pt x="1064" y="666"/>
                </a:lnTo>
                <a:lnTo>
                  <a:pt x="1064" y="667"/>
                </a:lnTo>
                <a:lnTo>
                  <a:pt x="1063" y="668"/>
                </a:lnTo>
                <a:lnTo>
                  <a:pt x="1062" y="669"/>
                </a:lnTo>
                <a:lnTo>
                  <a:pt x="1062" y="668"/>
                </a:lnTo>
                <a:lnTo>
                  <a:pt x="1062" y="669"/>
                </a:lnTo>
                <a:lnTo>
                  <a:pt x="1061" y="670"/>
                </a:lnTo>
                <a:lnTo>
                  <a:pt x="1060" y="671"/>
                </a:lnTo>
                <a:lnTo>
                  <a:pt x="1059" y="671"/>
                </a:lnTo>
                <a:lnTo>
                  <a:pt x="1057" y="671"/>
                </a:lnTo>
                <a:lnTo>
                  <a:pt x="1056" y="672"/>
                </a:lnTo>
                <a:lnTo>
                  <a:pt x="1056" y="673"/>
                </a:lnTo>
                <a:lnTo>
                  <a:pt x="1057" y="673"/>
                </a:lnTo>
                <a:lnTo>
                  <a:pt x="1057" y="674"/>
                </a:lnTo>
                <a:lnTo>
                  <a:pt x="1056" y="674"/>
                </a:lnTo>
                <a:lnTo>
                  <a:pt x="1056" y="673"/>
                </a:lnTo>
                <a:lnTo>
                  <a:pt x="1055" y="672"/>
                </a:lnTo>
                <a:lnTo>
                  <a:pt x="1056" y="671"/>
                </a:lnTo>
                <a:lnTo>
                  <a:pt x="1056" y="670"/>
                </a:lnTo>
                <a:lnTo>
                  <a:pt x="1055" y="670"/>
                </a:lnTo>
                <a:lnTo>
                  <a:pt x="1054" y="670"/>
                </a:lnTo>
                <a:lnTo>
                  <a:pt x="1053" y="670"/>
                </a:lnTo>
                <a:lnTo>
                  <a:pt x="1053" y="669"/>
                </a:lnTo>
                <a:lnTo>
                  <a:pt x="1052" y="669"/>
                </a:lnTo>
                <a:lnTo>
                  <a:pt x="1051" y="669"/>
                </a:lnTo>
                <a:lnTo>
                  <a:pt x="1050" y="670"/>
                </a:lnTo>
                <a:lnTo>
                  <a:pt x="1049" y="671"/>
                </a:lnTo>
                <a:lnTo>
                  <a:pt x="1048" y="671"/>
                </a:lnTo>
                <a:lnTo>
                  <a:pt x="1048" y="672"/>
                </a:lnTo>
                <a:lnTo>
                  <a:pt x="1047" y="673"/>
                </a:lnTo>
                <a:lnTo>
                  <a:pt x="1046" y="673"/>
                </a:lnTo>
                <a:lnTo>
                  <a:pt x="1046" y="674"/>
                </a:lnTo>
                <a:lnTo>
                  <a:pt x="1045" y="674"/>
                </a:lnTo>
                <a:lnTo>
                  <a:pt x="1044" y="674"/>
                </a:lnTo>
                <a:lnTo>
                  <a:pt x="1043" y="675"/>
                </a:lnTo>
                <a:lnTo>
                  <a:pt x="1042" y="675"/>
                </a:lnTo>
                <a:lnTo>
                  <a:pt x="1041" y="675"/>
                </a:lnTo>
                <a:lnTo>
                  <a:pt x="1041" y="676"/>
                </a:lnTo>
                <a:lnTo>
                  <a:pt x="1040" y="677"/>
                </a:lnTo>
                <a:lnTo>
                  <a:pt x="1039" y="677"/>
                </a:lnTo>
                <a:lnTo>
                  <a:pt x="1039" y="676"/>
                </a:lnTo>
                <a:lnTo>
                  <a:pt x="1038" y="676"/>
                </a:lnTo>
                <a:lnTo>
                  <a:pt x="1038" y="675"/>
                </a:lnTo>
                <a:lnTo>
                  <a:pt x="1037" y="675"/>
                </a:lnTo>
                <a:lnTo>
                  <a:pt x="1037" y="676"/>
                </a:lnTo>
                <a:lnTo>
                  <a:pt x="1037" y="675"/>
                </a:lnTo>
                <a:lnTo>
                  <a:pt x="1036" y="675"/>
                </a:lnTo>
                <a:lnTo>
                  <a:pt x="1036" y="674"/>
                </a:lnTo>
                <a:lnTo>
                  <a:pt x="1035" y="674"/>
                </a:lnTo>
                <a:lnTo>
                  <a:pt x="1034" y="674"/>
                </a:lnTo>
                <a:lnTo>
                  <a:pt x="1034" y="673"/>
                </a:lnTo>
                <a:lnTo>
                  <a:pt x="1033" y="673"/>
                </a:lnTo>
                <a:lnTo>
                  <a:pt x="1032" y="673"/>
                </a:lnTo>
                <a:lnTo>
                  <a:pt x="1032" y="672"/>
                </a:lnTo>
                <a:lnTo>
                  <a:pt x="1031" y="672"/>
                </a:lnTo>
                <a:lnTo>
                  <a:pt x="1030" y="672"/>
                </a:lnTo>
                <a:lnTo>
                  <a:pt x="1029" y="672"/>
                </a:lnTo>
                <a:lnTo>
                  <a:pt x="1028" y="672"/>
                </a:lnTo>
                <a:lnTo>
                  <a:pt x="1028" y="671"/>
                </a:lnTo>
                <a:lnTo>
                  <a:pt x="1027" y="671"/>
                </a:lnTo>
                <a:lnTo>
                  <a:pt x="1027" y="672"/>
                </a:lnTo>
                <a:lnTo>
                  <a:pt x="1026" y="673"/>
                </a:lnTo>
                <a:lnTo>
                  <a:pt x="1025" y="673"/>
                </a:lnTo>
                <a:lnTo>
                  <a:pt x="1025" y="672"/>
                </a:lnTo>
                <a:lnTo>
                  <a:pt x="1025" y="671"/>
                </a:lnTo>
                <a:lnTo>
                  <a:pt x="1025" y="670"/>
                </a:lnTo>
                <a:lnTo>
                  <a:pt x="1024" y="670"/>
                </a:lnTo>
                <a:lnTo>
                  <a:pt x="1024" y="671"/>
                </a:lnTo>
                <a:lnTo>
                  <a:pt x="1024" y="672"/>
                </a:lnTo>
                <a:lnTo>
                  <a:pt x="1023" y="672"/>
                </a:lnTo>
                <a:lnTo>
                  <a:pt x="1023" y="671"/>
                </a:lnTo>
                <a:lnTo>
                  <a:pt x="1022" y="671"/>
                </a:lnTo>
                <a:lnTo>
                  <a:pt x="1021" y="671"/>
                </a:lnTo>
                <a:lnTo>
                  <a:pt x="1021" y="670"/>
                </a:lnTo>
                <a:lnTo>
                  <a:pt x="1020" y="670"/>
                </a:lnTo>
                <a:lnTo>
                  <a:pt x="1019" y="670"/>
                </a:lnTo>
                <a:lnTo>
                  <a:pt x="1019" y="669"/>
                </a:lnTo>
                <a:lnTo>
                  <a:pt x="1018" y="669"/>
                </a:lnTo>
                <a:lnTo>
                  <a:pt x="1017" y="669"/>
                </a:lnTo>
                <a:lnTo>
                  <a:pt x="1017" y="670"/>
                </a:lnTo>
                <a:lnTo>
                  <a:pt x="1018" y="670"/>
                </a:lnTo>
                <a:lnTo>
                  <a:pt x="1019" y="671"/>
                </a:lnTo>
                <a:lnTo>
                  <a:pt x="1019" y="672"/>
                </a:lnTo>
                <a:lnTo>
                  <a:pt x="1020" y="673"/>
                </a:lnTo>
                <a:lnTo>
                  <a:pt x="1020" y="674"/>
                </a:lnTo>
                <a:lnTo>
                  <a:pt x="1020" y="675"/>
                </a:lnTo>
                <a:lnTo>
                  <a:pt x="1020" y="676"/>
                </a:lnTo>
                <a:lnTo>
                  <a:pt x="1019" y="676"/>
                </a:lnTo>
                <a:lnTo>
                  <a:pt x="1018" y="676"/>
                </a:lnTo>
                <a:lnTo>
                  <a:pt x="1018" y="675"/>
                </a:lnTo>
                <a:lnTo>
                  <a:pt x="1017" y="674"/>
                </a:lnTo>
                <a:lnTo>
                  <a:pt x="1016" y="674"/>
                </a:lnTo>
                <a:lnTo>
                  <a:pt x="1015" y="675"/>
                </a:lnTo>
                <a:lnTo>
                  <a:pt x="1015" y="676"/>
                </a:lnTo>
                <a:lnTo>
                  <a:pt x="1015" y="677"/>
                </a:lnTo>
                <a:lnTo>
                  <a:pt x="1015" y="678"/>
                </a:lnTo>
                <a:lnTo>
                  <a:pt x="1015" y="681"/>
                </a:lnTo>
                <a:lnTo>
                  <a:pt x="1015" y="682"/>
                </a:lnTo>
                <a:lnTo>
                  <a:pt x="1015" y="683"/>
                </a:lnTo>
                <a:lnTo>
                  <a:pt x="1015" y="684"/>
                </a:lnTo>
                <a:lnTo>
                  <a:pt x="1016" y="684"/>
                </a:lnTo>
                <a:lnTo>
                  <a:pt x="1016" y="685"/>
                </a:lnTo>
                <a:lnTo>
                  <a:pt x="1015" y="685"/>
                </a:lnTo>
                <a:lnTo>
                  <a:pt x="1014" y="685"/>
                </a:lnTo>
                <a:lnTo>
                  <a:pt x="1014" y="684"/>
                </a:lnTo>
                <a:lnTo>
                  <a:pt x="1013" y="684"/>
                </a:lnTo>
                <a:lnTo>
                  <a:pt x="1012" y="684"/>
                </a:lnTo>
                <a:lnTo>
                  <a:pt x="1012" y="683"/>
                </a:lnTo>
                <a:lnTo>
                  <a:pt x="1011" y="683"/>
                </a:lnTo>
                <a:lnTo>
                  <a:pt x="1010" y="683"/>
                </a:lnTo>
                <a:lnTo>
                  <a:pt x="1010" y="682"/>
                </a:lnTo>
                <a:lnTo>
                  <a:pt x="1010" y="683"/>
                </a:lnTo>
                <a:lnTo>
                  <a:pt x="1010" y="682"/>
                </a:lnTo>
                <a:lnTo>
                  <a:pt x="1009" y="682"/>
                </a:lnTo>
                <a:lnTo>
                  <a:pt x="1009" y="681"/>
                </a:lnTo>
                <a:lnTo>
                  <a:pt x="1008" y="681"/>
                </a:lnTo>
                <a:lnTo>
                  <a:pt x="1008" y="682"/>
                </a:lnTo>
                <a:lnTo>
                  <a:pt x="1007" y="682"/>
                </a:lnTo>
                <a:lnTo>
                  <a:pt x="1007" y="681"/>
                </a:lnTo>
                <a:lnTo>
                  <a:pt x="1008" y="681"/>
                </a:lnTo>
                <a:lnTo>
                  <a:pt x="1007" y="681"/>
                </a:lnTo>
                <a:lnTo>
                  <a:pt x="1007" y="680"/>
                </a:lnTo>
                <a:lnTo>
                  <a:pt x="1006" y="680"/>
                </a:lnTo>
                <a:lnTo>
                  <a:pt x="1006" y="681"/>
                </a:lnTo>
                <a:lnTo>
                  <a:pt x="1006" y="680"/>
                </a:lnTo>
                <a:lnTo>
                  <a:pt x="1005" y="680"/>
                </a:lnTo>
                <a:lnTo>
                  <a:pt x="1004" y="680"/>
                </a:lnTo>
                <a:lnTo>
                  <a:pt x="1005" y="680"/>
                </a:lnTo>
                <a:lnTo>
                  <a:pt x="1005" y="679"/>
                </a:lnTo>
                <a:lnTo>
                  <a:pt x="1004" y="679"/>
                </a:lnTo>
                <a:lnTo>
                  <a:pt x="1004" y="678"/>
                </a:lnTo>
                <a:lnTo>
                  <a:pt x="1004" y="677"/>
                </a:lnTo>
                <a:lnTo>
                  <a:pt x="1003" y="678"/>
                </a:lnTo>
                <a:lnTo>
                  <a:pt x="1003" y="677"/>
                </a:lnTo>
                <a:lnTo>
                  <a:pt x="1003" y="676"/>
                </a:lnTo>
                <a:lnTo>
                  <a:pt x="1002" y="676"/>
                </a:lnTo>
                <a:lnTo>
                  <a:pt x="1001" y="676"/>
                </a:lnTo>
                <a:lnTo>
                  <a:pt x="1002" y="675"/>
                </a:lnTo>
                <a:lnTo>
                  <a:pt x="1001" y="675"/>
                </a:lnTo>
                <a:lnTo>
                  <a:pt x="1001" y="674"/>
                </a:lnTo>
                <a:lnTo>
                  <a:pt x="1002" y="674"/>
                </a:lnTo>
                <a:lnTo>
                  <a:pt x="1002" y="673"/>
                </a:lnTo>
                <a:lnTo>
                  <a:pt x="1001" y="672"/>
                </a:lnTo>
                <a:lnTo>
                  <a:pt x="1000" y="672"/>
                </a:lnTo>
                <a:lnTo>
                  <a:pt x="1000" y="671"/>
                </a:lnTo>
                <a:lnTo>
                  <a:pt x="999" y="670"/>
                </a:lnTo>
                <a:lnTo>
                  <a:pt x="998" y="669"/>
                </a:lnTo>
                <a:lnTo>
                  <a:pt x="998" y="668"/>
                </a:lnTo>
                <a:lnTo>
                  <a:pt x="998" y="667"/>
                </a:lnTo>
                <a:lnTo>
                  <a:pt x="997" y="667"/>
                </a:lnTo>
                <a:lnTo>
                  <a:pt x="996" y="667"/>
                </a:lnTo>
                <a:lnTo>
                  <a:pt x="995" y="666"/>
                </a:lnTo>
                <a:lnTo>
                  <a:pt x="995" y="665"/>
                </a:lnTo>
                <a:lnTo>
                  <a:pt x="994" y="665"/>
                </a:lnTo>
                <a:lnTo>
                  <a:pt x="994" y="664"/>
                </a:lnTo>
                <a:lnTo>
                  <a:pt x="993" y="664"/>
                </a:lnTo>
                <a:lnTo>
                  <a:pt x="992" y="665"/>
                </a:lnTo>
                <a:lnTo>
                  <a:pt x="991" y="666"/>
                </a:lnTo>
                <a:lnTo>
                  <a:pt x="991" y="667"/>
                </a:lnTo>
                <a:lnTo>
                  <a:pt x="990" y="667"/>
                </a:lnTo>
                <a:lnTo>
                  <a:pt x="990" y="666"/>
                </a:lnTo>
                <a:lnTo>
                  <a:pt x="990" y="665"/>
                </a:lnTo>
                <a:lnTo>
                  <a:pt x="991" y="665"/>
                </a:lnTo>
                <a:lnTo>
                  <a:pt x="991" y="664"/>
                </a:lnTo>
                <a:lnTo>
                  <a:pt x="991" y="663"/>
                </a:lnTo>
                <a:lnTo>
                  <a:pt x="992" y="663"/>
                </a:lnTo>
                <a:lnTo>
                  <a:pt x="992" y="662"/>
                </a:lnTo>
                <a:lnTo>
                  <a:pt x="992" y="661"/>
                </a:lnTo>
                <a:lnTo>
                  <a:pt x="991" y="661"/>
                </a:lnTo>
                <a:lnTo>
                  <a:pt x="991" y="662"/>
                </a:lnTo>
                <a:lnTo>
                  <a:pt x="990" y="662"/>
                </a:lnTo>
                <a:lnTo>
                  <a:pt x="989" y="662"/>
                </a:lnTo>
                <a:lnTo>
                  <a:pt x="989" y="663"/>
                </a:lnTo>
                <a:lnTo>
                  <a:pt x="988" y="664"/>
                </a:lnTo>
                <a:lnTo>
                  <a:pt x="987" y="664"/>
                </a:lnTo>
                <a:lnTo>
                  <a:pt x="986" y="665"/>
                </a:lnTo>
                <a:lnTo>
                  <a:pt x="985" y="665"/>
                </a:lnTo>
                <a:lnTo>
                  <a:pt x="985" y="664"/>
                </a:lnTo>
                <a:lnTo>
                  <a:pt x="984" y="664"/>
                </a:lnTo>
                <a:lnTo>
                  <a:pt x="983" y="664"/>
                </a:lnTo>
                <a:lnTo>
                  <a:pt x="982" y="664"/>
                </a:lnTo>
                <a:lnTo>
                  <a:pt x="982" y="663"/>
                </a:lnTo>
                <a:lnTo>
                  <a:pt x="981" y="663"/>
                </a:lnTo>
                <a:lnTo>
                  <a:pt x="980" y="663"/>
                </a:lnTo>
                <a:lnTo>
                  <a:pt x="979" y="663"/>
                </a:lnTo>
                <a:lnTo>
                  <a:pt x="979" y="662"/>
                </a:lnTo>
                <a:lnTo>
                  <a:pt x="979" y="663"/>
                </a:lnTo>
                <a:lnTo>
                  <a:pt x="979" y="664"/>
                </a:lnTo>
                <a:lnTo>
                  <a:pt x="978" y="665"/>
                </a:lnTo>
                <a:lnTo>
                  <a:pt x="977" y="665"/>
                </a:lnTo>
                <a:lnTo>
                  <a:pt x="977" y="666"/>
                </a:lnTo>
                <a:lnTo>
                  <a:pt x="977" y="667"/>
                </a:lnTo>
                <a:lnTo>
                  <a:pt x="976" y="667"/>
                </a:lnTo>
                <a:lnTo>
                  <a:pt x="976" y="668"/>
                </a:lnTo>
                <a:lnTo>
                  <a:pt x="976" y="669"/>
                </a:lnTo>
                <a:lnTo>
                  <a:pt x="976" y="670"/>
                </a:lnTo>
                <a:lnTo>
                  <a:pt x="976" y="672"/>
                </a:lnTo>
                <a:lnTo>
                  <a:pt x="976" y="673"/>
                </a:lnTo>
                <a:lnTo>
                  <a:pt x="976" y="674"/>
                </a:lnTo>
                <a:lnTo>
                  <a:pt x="976" y="675"/>
                </a:lnTo>
                <a:lnTo>
                  <a:pt x="975" y="675"/>
                </a:lnTo>
                <a:lnTo>
                  <a:pt x="975" y="676"/>
                </a:lnTo>
                <a:lnTo>
                  <a:pt x="974" y="676"/>
                </a:lnTo>
                <a:lnTo>
                  <a:pt x="973" y="676"/>
                </a:lnTo>
                <a:lnTo>
                  <a:pt x="973" y="675"/>
                </a:lnTo>
                <a:lnTo>
                  <a:pt x="973" y="674"/>
                </a:lnTo>
                <a:lnTo>
                  <a:pt x="972" y="674"/>
                </a:lnTo>
                <a:lnTo>
                  <a:pt x="971" y="674"/>
                </a:lnTo>
                <a:lnTo>
                  <a:pt x="970" y="674"/>
                </a:lnTo>
                <a:lnTo>
                  <a:pt x="970" y="673"/>
                </a:lnTo>
                <a:lnTo>
                  <a:pt x="970" y="674"/>
                </a:lnTo>
                <a:lnTo>
                  <a:pt x="969" y="674"/>
                </a:lnTo>
                <a:lnTo>
                  <a:pt x="969" y="673"/>
                </a:lnTo>
                <a:lnTo>
                  <a:pt x="968" y="674"/>
                </a:lnTo>
                <a:lnTo>
                  <a:pt x="967" y="674"/>
                </a:lnTo>
                <a:lnTo>
                  <a:pt x="967" y="673"/>
                </a:lnTo>
                <a:lnTo>
                  <a:pt x="966" y="673"/>
                </a:lnTo>
                <a:lnTo>
                  <a:pt x="965" y="671"/>
                </a:lnTo>
                <a:lnTo>
                  <a:pt x="964" y="670"/>
                </a:lnTo>
                <a:lnTo>
                  <a:pt x="963" y="670"/>
                </a:lnTo>
                <a:lnTo>
                  <a:pt x="964" y="669"/>
                </a:lnTo>
                <a:lnTo>
                  <a:pt x="965" y="669"/>
                </a:lnTo>
                <a:lnTo>
                  <a:pt x="965" y="668"/>
                </a:lnTo>
                <a:lnTo>
                  <a:pt x="965" y="667"/>
                </a:lnTo>
                <a:lnTo>
                  <a:pt x="966" y="667"/>
                </a:lnTo>
                <a:lnTo>
                  <a:pt x="966" y="666"/>
                </a:lnTo>
                <a:lnTo>
                  <a:pt x="967" y="665"/>
                </a:lnTo>
                <a:lnTo>
                  <a:pt x="968" y="665"/>
                </a:lnTo>
                <a:lnTo>
                  <a:pt x="968" y="664"/>
                </a:lnTo>
                <a:lnTo>
                  <a:pt x="968" y="663"/>
                </a:lnTo>
                <a:lnTo>
                  <a:pt x="967" y="662"/>
                </a:lnTo>
                <a:lnTo>
                  <a:pt x="967" y="661"/>
                </a:lnTo>
                <a:lnTo>
                  <a:pt x="966" y="658"/>
                </a:lnTo>
                <a:lnTo>
                  <a:pt x="966" y="657"/>
                </a:lnTo>
                <a:lnTo>
                  <a:pt x="966" y="656"/>
                </a:lnTo>
                <a:lnTo>
                  <a:pt x="966" y="655"/>
                </a:lnTo>
                <a:lnTo>
                  <a:pt x="966" y="653"/>
                </a:lnTo>
                <a:lnTo>
                  <a:pt x="967" y="653"/>
                </a:lnTo>
                <a:lnTo>
                  <a:pt x="966" y="653"/>
                </a:lnTo>
                <a:lnTo>
                  <a:pt x="966" y="652"/>
                </a:lnTo>
                <a:lnTo>
                  <a:pt x="965" y="652"/>
                </a:lnTo>
                <a:lnTo>
                  <a:pt x="965" y="651"/>
                </a:lnTo>
                <a:lnTo>
                  <a:pt x="966" y="651"/>
                </a:lnTo>
                <a:lnTo>
                  <a:pt x="966" y="650"/>
                </a:lnTo>
                <a:lnTo>
                  <a:pt x="965" y="650"/>
                </a:lnTo>
                <a:lnTo>
                  <a:pt x="964" y="650"/>
                </a:lnTo>
                <a:lnTo>
                  <a:pt x="963" y="649"/>
                </a:lnTo>
                <a:lnTo>
                  <a:pt x="963" y="648"/>
                </a:lnTo>
                <a:lnTo>
                  <a:pt x="962" y="647"/>
                </a:lnTo>
                <a:lnTo>
                  <a:pt x="961" y="647"/>
                </a:lnTo>
                <a:lnTo>
                  <a:pt x="960" y="647"/>
                </a:lnTo>
                <a:lnTo>
                  <a:pt x="959" y="647"/>
                </a:lnTo>
                <a:lnTo>
                  <a:pt x="958" y="647"/>
                </a:lnTo>
                <a:lnTo>
                  <a:pt x="958" y="646"/>
                </a:lnTo>
                <a:lnTo>
                  <a:pt x="959" y="645"/>
                </a:lnTo>
                <a:lnTo>
                  <a:pt x="959" y="644"/>
                </a:lnTo>
                <a:lnTo>
                  <a:pt x="959" y="643"/>
                </a:lnTo>
                <a:lnTo>
                  <a:pt x="958" y="643"/>
                </a:lnTo>
                <a:lnTo>
                  <a:pt x="957" y="643"/>
                </a:lnTo>
                <a:lnTo>
                  <a:pt x="956" y="643"/>
                </a:lnTo>
                <a:lnTo>
                  <a:pt x="956" y="642"/>
                </a:lnTo>
                <a:lnTo>
                  <a:pt x="955" y="642"/>
                </a:lnTo>
                <a:lnTo>
                  <a:pt x="954" y="642"/>
                </a:lnTo>
                <a:lnTo>
                  <a:pt x="953" y="642"/>
                </a:lnTo>
                <a:lnTo>
                  <a:pt x="952" y="642"/>
                </a:lnTo>
                <a:lnTo>
                  <a:pt x="952" y="641"/>
                </a:lnTo>
                <a:lnTo>
                  <a:pt x="951" y="641"/>
                </a:lnTo>
                <a:lnTo>
                  <a:pt x="951" y="640"/>
                </a:lnTo>
                <a:lnTo>
                  <a:pt x="951" y="639"/>
                </a:lnTo>
                <a:lnTo>
                  <a:pt x="951" y="638"/>
                </a:lnTo>
                <a:lnTo>
                  <a:pt x="951" y="637"/>
                </a:lnTo>
                <a:lnTo>
                  <a:pt x="950" y="637"/>
                </a:lnTo>
                <a:lnTo>
                  <a:pt x="950" y="636"/>
                </a:lnTo>
                <a:lnTo>
                  <a:pt x="949" y="636"/>
                </a:lnTo>
                <a:lnTo>
                  <a:pt x="948" y="635"/>
                </a:lnTo>
                <a:lnTo>
                  <a:pt x="948" y="634"/>
                </a:lnTo>
                <a:lnTo>
                  <a:pt x="948" y="635"/>
                </a:lnTo>
                <a:lnTo>
                  <a:pt x="948" y="634"/>
                </a:lnTo>
                <a:lnTo>
                  <a:pt x="947" y="634"/>
                </a:lnTo>
                <a:lnTo>
                  <a:pt x="947" y="632"/>
                </a:lnTo>
                <a:lnTo>
                  <a:pt x="947" y="631"/>
                </a:lnTo>
                <a:lnTo>
                  <a:pt x="946" y="631"/>
                </a:lnTo>
                <a:lnTo>
                  <a:pt x="945" y="631"/>
                </a:lnTo>
                <a:lnTo>
                  <a:pt x="944" y="631"/>
                </a:lnTo>
                <a:lnTo>
                  <a:pt x="945" y="632"/>
                </a:lnTo>
                <a:lnTo>
                  <a:pt x="945" y="633"/>
                </a:lnTo>
                <a:lnTo>
                  <a:pt x="945" y="634"/>
                </a:lnTo>
                <a:lnTo>
                  <a:pt x="945" y="635"/>
                </a:lnTo>
                <a:lnTo>
                  <a:pt x="945" y="636"/>
                </a:lnTo>
                <a:lnTo>
                  <a:pt x="944" y="636"/>
                </a:lnTo>
                <a:lnTo>
                  <a:pt x="944" y="637"/>
                </a:lnTo>
                <a:lnTo>
                  <a:pt x="943" y="638"/>
                </a:lnTo>
                <a:lnTo>
                  <a:pt x="944" y="638"/>
                </a:lnTo>
                <a:lnTo>
                  <a:pt x="944" y="639"/>
                </a:lnTo>
                <a:lnTo>
                  <a:pt x="943" y="639"/>
                </a:lnTo>
                <a:lnTo>
                  <a:pt x="943" y="640"/>
                </a:lnTo>
                <a:lnTo>
                  <a:pt x="943" y="641"/>
                </a:lnTo>
                <a:lnTo>
                  <a:pt x="943" y="642"/>
                </a:lnTo>
                <a:lnTo>
                  <a:pt x="942" y="642"/>
                </a:lnTo>
                <a:lnTo>
                  <a:pt x="941" y="642"/>
                </a:lnTo>
                <a:lnTo>
                  <a:pt x="941" y="641"/>
                </a:lnTo>
                <a:lnTo>
                  <a:pt x="940" y="641"/>
                </a:lnTo>
                <a:lnTo>
                  <a:pt x="939" y="642"/>
                </a:lnTo>
                <a:lnTo>
                  <a:pt x="938" y="642"/>
                </a:lnTo>
                <a:lnTo>
                  <a:pt x="937" y="641"/>
                </a:lnTo>
                <a:lnTo>
                  <a:pt x="936" y="641"/>
                </a:lnTo>
                <a:lnTo>
                  <a:pt x="935" y="641"/>
                </a:lnTo>
                <a:lnTo>
                  <a:pt x="935" y="642"/>
                </a:lnTo>
                <a:lnTo>
                  <a:pt x="934" y="642"/>
                </a:lnTo>
                <a:lnTo>
                  <a:pt x="935" y="643"/>
                </a:lnTo>
                <a:lnTo>
                  <a:pt x="934" y="644"/>
                </a:lnTo>
                <a:lnTo>
                  <a:pt x="935" y="644"/>
                </a:lnTo>
                <a:lnTo>
                  <a:pt x="936" y="644"/>
                </a:lnTo>
                <a:lnTo>
                  <a:pt x="936" y="645"/>
                </a:lnTo>
                <a:lnTo>
                  <a:pt x="936" y="646"/>
                </a:lnTo>
                <a:lnTo>
                  <a:pt x="936" y="647"/>
                </a:lnTo>
                <a:lnTo>
                  <a:pt x="937" y="648"/>
                </a:lnTo>
                <a:lnTo>
                  <a:pt x="937" y="649"/>
                </a:lnTo>
                <a:lnTo>
                  <a:pt x="936" y="649"/>
                </a:lnTo>
                <a:lnTo>
                  <a:pt x="936" y="650"/>
                </a:lnTo>
                <a:lnTo>
                  <a:pt x="936" y="651"/>
                </a:lnTo>
                <a:lnTo>
                  <a:pt x="935" y="652"/>
                </a:lnTo>
                <a:lnTo>
                  <a:pt x="935" y="653"/>
                </a:lnTo>
                <a:lnTo>
                  <a:pt x="934" y="654"/>
                </a:lnTo>
                <a:lnTo>
                  <a:pt x="935" y="654"/>
                </a:lnTo>
                <a:lnTo>
                  <a:pt x="935" y="655"/>
                </a:lnTo>
                <a:lnTo>
                  <a:pt x="935" y="656"/>
                </a:lnTo>
                <a:lnTo>
                  <a:pt x="935" y="657"/>
                </a:lnTo>
                <a:lnTo>
                  <a:pt x="934" y="657"/>
                </a:lnTo>
                <a:lnTo>
                  <a:pt x="934" y="658"/>
                </a:lnTo>
                <a:lnTo>
                  <a:pt x="934" y="659"/>
                </a:lnTo>
                <a:lnTo>
                  <a:pt x="934" y="660"/>
                </a:lnTo>
                <a:lnTo>
                  <a:pt x="933" y="661"/>
                </a:lnTo>
                <a:lnTo>
                  <a:pt x="932" y="662"/>
                </a:lnTo>
                <a:lnTo>
                  <a:pt x="932" y="663"/>
                </a:lnTo>
                <a:lnTo>
                  <a:pt x="932" y="664"/>
                </a:lnTo>
                <a:lnTo>
                  <a:pt x="931" y="664"/>
                </a:lnTo>
                <a:lnTo>
                  <a:pt x="930" y="664"/>
                </a:lnTo>
                <a:lnTo>
                  <a:pt x="930" y="663"/>
                </a:lnTo>
                <a:lnTo>
                  <a:pt x="930" y="662"/>
                </a:lnTo>
                <a:lnTo>
                  <a:pt x="929" y="661"/>
                </a:lnTo>
                <a:lnTo>
                  <a:pt x="929" y="660"/>
                </a:lnTo>
                <a:lnTo>
                  <a:pt x="928" y="660"/>
                </a:lnTo>
                <a:lnTo>
                  <a:pt x="927" y="660"/>
                </a:lnTo>
                <a:lnTo>
                  <a:pt x="926" y="660"/>
                </a:lnTo>
                <a:lnTo>
                  <a:pt x="926" y="659"/>
                </a:lnTo>
                <a:lnTo>
                  <a:pt x="925" y="659"/>
                </a:lnTo>
                <a:lnTo>
                  <a:pt x="924" y="659"/>
                </a:lnTo>
                <a:lnTo>
                  <a:pt x="924" y="658"/>
                </a:lnTo>
                <a:lnTo>
                  <a:pt x="923" y="657"/>
                </a:lnTo>
                <a:lnTo>
                  <a:pt x="923" y="658"/>
                </a:lnTo>
                <a:lnTo>
                  <a:pt x="922" y="658"/>
                </a:lnTo>
                <a:lnTo>
                  <a:pt x="921" y="658"/>
                </a:lnTo>
                <a:lnTo>
                  <a:pt x="921" y="659"/>
                </a:lnTo>
                <a:lnTo>
                  <a:pt x="920" y="659"/>
                </a:lnTo>
                <a:lnTo>
                  <a:pt x="920" y="658"/>
                </a:lnTo>
                <a:lnTo>
                  <a:pt x="919" y="658"/>
                </a:lnTo>
                <a:lnTo>
                  <a:pt x="918" y="658"/>
                </a:lnTo>
                <a:lnTo>
                  <a:pt x="918" y="657"/>
                </a:lnTo>
                <a:lnTo>
                  <a:pt x="918" y="656"/>
                </a:lnTo>
                <a:lnTo>
                  <a:pt x="918" y="655"/>
                </a:lnTo>
                <a:lnTo>
                  <a:pt x="917" y="655"/>
                </a:lnTo>
                <a:lnTo>
                  <a:pt x="917" y="654"/>
                </a:lnTo>
                <a:lnTo>
                  <a:pt x="916" y="654"/>
                </a:lnTo>
                <a:lnTo>
                  <a:pt x="916" y="653"/>
                </a:lnTo>
                <a:lnTo>
                  <a:pt x="915" y="652"/>
                </a:lnTo>
                <a:lnTo>
                  <a:pt x="914" y="652"/>
                </a:lnTo>
                <a:lnTo>
                  <a:pt x="913" y="652"/>
                </a:lnTo>
                <a:lnTo>
                  <a:pt x="912" y="652"/>
                </a:lnTo>
                <a:lnTo>
                  <a:pt x="911" y="651"/>
                </a:lnTo>
                <a:lnTo>
                  <a:pt x="910" y="651"/>
                </a:lnTo>
                <a:lnTo>
                  <a:pt x="909" y="651"/>
                </a:lnTo>
                <a:lnTo>
                  <a:pt x="907" y="651"/>
                </a:lnTo>
                <a:lnTo>
                  <a:pt x="907" y="650"/>
                </a:lnTo>
                <a:lnTo>
                  <a:pt x="906" y="650"/>
                </a:lnTo>
                <a:lnTo>
                  <a:pt x="905" y="649"/>
                </a:lnTo>
                <a:lnTo>
                  <a:pt x="904" y="649"/>
                </a:lnTo>
                <a:lnTo>
                  <a:pt x="903" y="648"/>
                </a:lnTo>
                <a:lnTo>
                  <a:pt x="902" y="648"/>
                </a:lnTo>
                <a:lnTo>
                  <a:pt x="900" y="646"/>
                </a:lnTo>
                <a:lnTo>
                  <a:pt x="899" y="646"/>
                </a:lnTo>
                <a:lnTo>
                  <a:pt x="899" y="647"/>
                </a:lnTo>
                <a:lnTo>
                  <a:pt x="898" y="647"/>
                </a:lnTo>
                <a:lnTo>
                  <a:pt x="898" y="648"/>
                </a:lnTo>
                <a:lnTo>
                  <a:pt x="897" y="648"/>
                </a:lnTo>
                <a:lnTo>
                  <a:pt x="897" y="647"/>
                </a:lnTo>
                <a:lnTo>
                  <a:pt x="896" y="647"/>
                </a:lnTo>
                <a:lnTo>
                  <a:pt x="895" y="647"/>
                </a:lnTo>
                <a:lnTo>
                  <a:pt x="895" y="648"/>
                </a:lnTo>
                <a:lnTo>
                  <a:pt x="893" y="649"/>
                </a:lnTo>
                <a:lnTo>
                  <a:pt x="893" y="648"/>
                </a:lnTo>
                <a:lnTo>
                  <a:pt x="892" y="648"/>
                </a:lnTo>
                <a:lnTo>
                  <a:pt x="891" y="648"/>
                </a:lnTo>
                <a:lnTo>
                  <a:pt x="890" y="648"/>
                </a:lnTo>
                <a:lnTo>
                  <a:pt x="890" y="649"/>
                </a:lnTo>
                <a:lnTo>
                  <a:pt x="889" y="648"/>
                </a:lnTo>
                <a:lnTo>
                  <a:pt x="889" y="647"/>
                </a:lnTo>
                <a:lnTo>
                  <a:pt x="889" y="646"/>
                </a:lnTo>
                <a:lnTo>
                  <a:pt x="889" y="645"/>
                </a:lnTo>
                <a:lnTo>
                  <a:pt x="888" y="645"/>
                </a:lnTo>
                <a:lnTo>
                  <a:pt x="888" y="644"/>
                </a:lnTo>
                <a:lnTo>
                  <a:pt x="888" y="643"/>
                </a:lnTo>
                <a:lnTo>
                  <a:pt x="888" y="642"/>
                </a:lnTo>
                <a:lnTo>
                  <a:pt x="888" y="641"/>
                </a:lnTo>
                <a:lnTo>
                  <a:pt x="887" y="641"/>
                </a:lnTo>
                <a:lnTo>
                  <a:pt x="886" y="641"/>
                </a:lnTo>
                <a:lnTo>
                  <a:pt x="886" y="640"/>
                </a:lnTo>
                <a:lnTo>
                  <a:pt x="886" y="639"/>
                </a:lnTo>
                <a:lnTo>
                  <a:pt x="886" y="638"/>
                </a:lnTo>
                <a:lnTo>
                  <a:pt x="887" y="638"/>
                </a:lnTo>
                <a:lnTo>
                  <a:pt x="886" y="637"/>
                </a:lnTo>
                <a:lnTo>
                  <a:pt x="885" y="637"/>
                </a:lnTo>
                <a:lnTo>
                  <a:pt x="885" y="636"/>
                </a:lnTo>
                <a:lnTo>
                  <a:pt x="885" y="635"/>
                </a:lnTo>
                <a:lnTo>
                  <a:pt x="884" y="635"/>
                </a:lnTo>
                <a:lnTo>
                  <a:pt x="884" y="634"/>
                </a:lnTo>
                <a:lnTo>
                  <a:pt x="884" y="633"/>
                </a:lnTo>
                <a:lnTo>
                  <a:pt x="883" y="633"/>
                </a:lnTo>
                <a:lnTo>
                  <a:pt x="882" y="633"/>
                </a:lnTo>
                <a:lnTo>
                  <a:pt x="882" y="632"/>
                </a:lnTo>
                <a:lnTo>
                  <a:pt x="881" y="632"/>
                </a:lnTo>
                <a:lnTo>
                  <a:pt x="879" y="631"/>
                </a:lnTo>
                <a:lnTo>
                  <a:pt x="878" y="631"/>
                </a:lnTo>
                <a:lnTo>
                  <a:pt x="877" y="631"/>
                </a:lnTo>
                <a:lnTo>
                  <a:pt x="876" y="631"/>
                </a:lnTo>
                <a:lnTo>
                  <a:pt x="876" y="630"/>
                </a:lnTo>
                <a:lnTo>
                  <a:pt x="875" y="630"/>
                </a:lnTo>
                <a:lnTo>
                  <a:pt x="874" y="630"/>
                </a:lnTo>
                <a:lnTo>
                  <a:pt x="874" y="629"/>
                </a:lnTo>
                <a:lnTo>
                  <a:pt x="874" y="628"/>
                </a:lnTo>
                <a:lnTo>
                  <a:pt x="873" y="628"/>
                </a:lnTo>
                <a:lnTo>
                  <a:pt x="872" y="628"/>
                </a:lnTo>
                <a:lnTo>
                  <a:pt x="871" y="628"/>
                </a:lnTo>
                <a:lnTo>
                  <a:pt x="871" y="627"/>
                </a:lnTo>
                <a:lnTo>
                  <a:pt x="870" y="628"/>
                </a:lnTo>
                <a:lnTo>
                  <a:pt x="869" y="628"/>
                </a:lnTo>
                <a:lnTo>
                  <a:pt x="869" y="627"/>
                </a:lnTo>
                <a:lnTo>
                  <a:pt x="868" y="627"/>
                </a:lnTo>
                <a:lnTo>
                  <a:pt x="867" y="627"/>
                </a:lnTo>
                <a:lnTo>
                  <a:pt x="867" y="628"/>
                </a:lnTo>
                <a:lnTo>
                  <a:pt x="866" y="628"/>
                </a:lnTo>
                <a:lnTo>
                  <a:pt x="865" y="628"/>
                </a:lnTo>
                <a:lnTo>
                  <a:pt x="865" y="627"/>
                </a:lnTo>
                <a:lnTo>
                  <a:pt x="864" y="627"/>
                </a:lnTo>
                <a:lnTo>
                  <a:pt x="863" y="626"/>
                </a:lnTo>
                <a:lnTo>
                  <a:pt x="863" y="625"/>
                </a:lnTo>
                <a:lnTo>
                  <a:pt x="863" y="624"/>
                </a:lnTo>
                <a:lnTo>
                  <a:pt x="862" y="624"/>
                </a:lnTo>
                <a:lnTo>
                  <a:pt x="861" y="624"/>
                </a:lnTo>
                <a:lnTo>
                  <a:pt x="860" y="624"/>
                </a:lnTo>
                <a:lnTo>
                  <a:pt x="858" y="624"/>
                </a:lnTo>
                <a:lnTo>
                  <a:pt x="857" y="624"/>
                </a:lnTo>
                <a:lnTo>
                  <a:pt x="857" y="623"/>
                </a:lnTo>
                <a:lnTo>
                  <a:pt x="856" y="623"/>
                </a:lnTo>
                <a:lnTo>
                  <a:pt x="855" y="622"/>
                </a:lnTo>
                <a:lnTo>
                  <a:pt x="854" y="622"/>
                </a:lnTo>
                <a:lnTo>
                  <a:pt x="854" y="621"/>
                </a:lnTo>
                <a:lnTo>
                  <a:pt x="853" y="621"/>
                </a:lnTo>
                <a:lnTo>
                  <a:pt x="852" y="620"/>
                </a:lnTo>
                <a:lnTo>
                  <a:pt x="851" y="619"/>
                </a:lnTo>
                <a:lnTo>
                  <a:pt x="850" y="618"/>
                </a:lnTo>
                <a:lnTo>
                  <a:pt x="850" y="617"/>
                </a:lnTo>
                <a:lnTo>
                  <a:pt x="850" y="616"/>
                </a:lnTo>
                <a:lnTo>
                  <a:pt x="850" y="615"/>
                </a:lnTo>
                <a:lnTo>
                  <a:pt x="849" y="615"/>
                </a:lnTo>
                <a:lnTo>
                  <a:pt x="848" y="615"/>
                </a:lnTo>
                <a:lnTo>
                  <a:pt x="848" y="613"/>
                </a:lnTo>
                <a:lnTo>
                  <a:pt x="848" y="612"/>
                </a:lnTo>
                <a:lnTo>
                  <a:pt x="848" y="611"/>
                </a:lnTo>
                <a:lnTo>
                  <a:pt x="849" y="611"/>
                </a:lnTo>
                <a:lnTo>
                  <a:pt x="849" y="610"/>
                </a:lnTo>
                <a:lnTo>
                  <a:pt x="848" y="610"/>
                </a:lnTo>
                <a:lnTo>
                  <a:pt x="848" y="609"/>
                </a:lnTo>
                <a:lnTo>
                  <a:pt x="848" y="608"/>
                </a:lnTo>
                <a:lnTo>
                  <a:pt x="847" y="608"/>
                </a:lnTo>
                <a:lnTo>
                  <a:pt x="846" y="608"/>
                </a:lnTo>
                <a:lnTo>
                  <a:pt x="845" y="608"/>
                </a:lnTo>
                <a:lnTo>
                  <a:pt x="844" y="608"/>
                </a:lnTo>
                <a:lnTo>
                  <a:pt x="844" y="607"/>
                </a:lnTo>
                <a:lnTo>
                  <a:pt x="844" y="606"/>
                </a:lnTo>
                <a:lnTo>
                  <a:pt x="845" y="606"/>
                </a:lnTo>
                <a:lnTo>
                  <a:pt x="845" y="605"/>
                </a:lnTo>
                <a:lnTo>
                  <a:pt x="845" y="604"/>
                </a:lnTo>
                <a:lnTo>
                  <a:pt x="844" y="604"/>
                </a:lnTo>
                <a:lnTo>
                  <a:pt x="844" y="603"/>
                </a:lnTo>
                <a:lnTo>
                  <a:pt x="845" y="603"/>
                </a:lnTo>
                <a:lnTo>
                  <a:pt x="845" y="602"/>
                </a:lnTo>
                <a:lnTo>
                  <a:pt x="845" y="601"/>
                </a:lnTo>
                <a:lnTo>
                  <a:pt x="846" y="601"/>
                </a:lnTo>
                <a:lnTo>
                  <a:pt x="846" y="600"/>
                </a:lnTo>
                <a:lnTo>
                  <a:pt x="846" y="598"/>
                </a:lnTo>
                <a:lnTo>
                  <a:pt x="845" y="598"/>
                </a:lnTo>
                <a:lnTo>
                  <a:pt x="845" y="597"/>
                </a:lnTo>
                <a:lnTo>
                  <a:pt x="844" y="597"/>
                </a:lnTo>
                <a:lnTo>
                  <a:pt x="843" y="597"/>
                </a:lnTo>
                <a:lnTo>
                  <a:pt x="843" y="596"/>
                </a:lnTo>
                <a:lnTo>
                  <a:pt x="843" y="595"/>
                </a:lnTo>
                <a:lnTo>
                  <a:pt x="842" y="595"/>
                </a:lnTo>
                <a:lnTo>
                  <a:pt x="842" y="594"/>
                </a:lnTo>
                <a:lnTo>
                  <a:pt x="842" y="592"/>
                </a:lnTo>
                <a:lnTo>
                  <a:pt x="842" y="591"/>
                </a:lnTo>
                <a:lnTo>
                  <a:pt x="842" y="590"/>
                </a:lnTo>
                <a:lnTo>
                  <a:pt x="842" y="589"/>
                </a:lnTo>
                <a:lnTo>
                  <a:pt x="842" y="587"/>
                </a:lnTo>
                <a:lnTo>
                  <a:pt x="841" y="587"/>
                </a:lnTo>
                <a:lnTo>
                  <a:pt x="840" y="586"/>
                </a:lnTo>
                <a:lnTo>
                  <a:pt x="840" y="585"/>
                </a:lnTo>
                <a:lnTo>
                  <a:pt x="841" y="585"/>
                </a:lnTo>
                <a:lnTo>
                  <a:pt x="841" y="584"/>
                </a:lnTo>
                <a:lnTo>
                  <a:pt x="840" y="584"/>
                </a:lnTo>
                <a:lnTo>
                  <a:pt x="839" y="584"/>
                </a:lnTo>
                <a:lnTo>
                  <a:pt x="838" y="583"/>
                </a:lnTo>
                <a:lnTo>
                  <a:pt x="837" y="583"/>
                </a:lnTo>
                <a:lnTo>
                  <a:pt x="836" y="583"/>
                </a:lnTo>
                <a:lnTo>
                  <a:pt x="837" y="582"/>
                </a:lnTo>
                <a:lnTo>
                  <a:pt x="836" y="582"/>
                </a:lnTo>
                <a:lnTo>
                  <a:pt x="836" y="581"/>
                </a:lnTo>
                <a:lnTo>
                  <a:pt x="836" y="580"/>
                </a:lnTo>
                <a:lnTo>
                  <a:pt x="835" y="580"/>
                </a:lnTo>
                <a:lnTo>
                  <a:pt x="835" y="581"/>
                </a:lnTo>
                <a:lnTo>
                  <a:pt x="834" y="581"/>
                </a:lnTo>
                <a:lnTo>
                  <a:pt x="834" y="580"/>
                </a:lnTo>
                <a:lnTo>
                  <a:pt x="834" y="579"/>
                </a:lnTo>
                <a:lnTo>
                  <a:pt x="834" y="578"/>
                </a:lnTo>
                <a:lnTo>
                  <a:pt x="835" y="578"/>
                </a:lnTo>
                <a:lnTo>
                  <a:pt x="835" y="577"/>
                </a:lnTo>
                <a:lnTo>
                  <a:pt x="835" y="576"/>
                </a:lnTo>
                <a:lnTo>
                  <a:pt x="834" y="575"/>
                </a:lnTo>
                <a:lnTo>
                  <a:pt x="833" y="575"/>
                </a:lnTo>
                <a:lnTo>
                  <a:pt x="833" y="574"/>
                </a:lnTo>
                <a:lnTo>
                  <a:pt x="832" y="574"/>
                </a:lnTo>
                <a:lnTo>
                  <a:pt x="831" y="573"/>
                </a:lnTo>
                <a:lnTo>
                  <a:pt x="831" y="572"/>
                </a:lnTo>
                <a:lnTo>
                  <a:pt x="831" y="571"/>
                </a:lnTo>
                <a:lnTo>
                  <a:pt x="832" y="571"/>
                </a:lnTo>
                <a:lnTo>
                  <a:pt x="833" y="571"/>
                </a:lnTo>
                <a:lnTo>
                  <a:pt x="833" y="570"/>
                </a:lnTo>
                <a:lnTo>
                  <a:pt x="834" y="569"/>
                </a:lnTo>
                <a:lnTo>
                  <a:pt x="833" y="569"/>
                </a:lnTo>
                <a:lnTo>
                  <a:pt x="833" y="568"/>
                </a:lnTo>
                <a:lnTo>
                  <a:pt x="832" y="568"/>
                </a:lnTo>
                <a:lnTo>
                  <a:pt x="832" y="567"/>
                </a:lnTo>
                <a:lnTo>
                  <a:pt x="831" y="567"/>
                </a:lnTo>
                <a:lnTo>
                  <a:pt x="831" y="566"/>
                </a:lnTo>
                <a:lnTo>
                  <a:pt x="830" y="566"/>
                </a:lnTo>
                <a:lnTo>
                  <a:pt x="830" y="565"/>
                </a:lnTo>
                <a:lnTo>
                  <a:pt x="829" y="565"/>
                </a:lnTo>
                <a:lnTo>
                  <a:pt x="829" y="564"/>
                </a:lnTo>
                <a:lnTo>
                  <a:pt x="829" y="563"/>
                </a:lnTo>
                <a:lnTo>
                  <a:pt x="828" y="561"/>
                </a:lnTo>
                <a:lnTo>
                  <a:pt x="827" y="561"/>
                </a:lnTo>
                <a:lnTo>
                  <a:pt x="826" y="561"/>
                </a:lnTo>
                <a:lnTo>
                  <a:pt x="826" y="560"/>
                </a:lnTo>
                <a:lnTo>
                  <a:pt x="825" y="560"/>
                </a:lnTo>
                <a:lnTo>
                  <a:pt x="824" y="560"/>
                </a:lnTo>
                <a:lnTo>
                  <a:pt x="824" y="559"/>
                </a:lnTo>
                <a:lnTo>
                  <a:pt x="823" y="559"/>
                </a:lnTo>
                <a:lnTo>
                  <a:pt x="823" y="558"/>
                </a:lnTo>
                <a:lnTo>
                  <a:pt x="822" y="557"/>
                </a:lnTo>
                <a:lnTo>
                  <a:pt x="821" y="557"/>
                </a:lnTo>
                <a:lnTo>
                  <a:pt x="820" y="557"/>
                </a:lnTo>
                <a:lnTo>
                  <a:pt x="820" y="558"/>
                </a:lnTo>
                <a:lnTo>
                  <a:pt x="820" y="557"/>
                </a:lnTo>
                <a:lnTo>
                  <a:pt x="819" y="557"/>
                </a:lnTo>
                <a:lnTo>
                  <a:pt x="819" y="556"/>
                </a:lnTo>
                <a:lnTo>
                  <a:pt x="820" y="556"/>
                </a:lnTo>
                <a:lnTo>
                  <a:pt x="820" y="555"/>
                </a:lnTo>
                <a:lnTo>
                  <a:pt x="820" y="554"/>
                </a:lnTo>
                <a:lnTo>
                  <a:pt x="819" y="554"/>
                </a:lnTo>
                <a:lnTo>
                  <a:pt x="819" y="553"/>
                </a:lnTo>
                <a:lnTo>
                  <a:pt x="819" y="552"/>
                </a:lnTo>
                <a:lnTo>
                  <a:pt x="818" y="551"/>
                </a:lnTo>
                <a:lnTo>
                  <a:pt x="817" y="550"/>
                </a:lnTo>
                <a:lnTo>
                  <a:pt x="817" y="549"/>
                </a:lnTo>
                <a:lnTo>
                  <a:pt x="816" y="549"/>
                </a:lnTo>
                <a:lnTo>
                  <a:pt x="816" y="550"/>
                </a:lnTo>
                <a:lnTo>
                  <a:pt x="815" y="550"/>
                </a:lnTo>
                <a:lnTo>
                  <a:pt x="814" y="549"/>
                </a:lnTo>
                <a:lnTo>
                  <a:pt x="813" y="548"/>
                </a:lnTo>
                <a:lnTo>
                  <a:pt x="812" y="548"/>
                </a:lnTo>
                <a:lnTo>
                  <a:pt x="812" y="547"/>
                </a:lnTo>
                <a:lnTo>
                  <a:pt x="812" y="546"/>
                </a:lnTo>
                <a:lnTo>
                  <a:pt x="813" y="545"/>
                </a:lnTo>
                <a:lnTo>
                  <a:pt x="814" y="545"/>
                </a:lnTo>
                <a:lnTo>
                  <a:pt x="814" y="544"/>
                </a:lnTo>
                <a:lnTo>
                  <a:pt x="814" y="543"/>
                </a:lnTo>
                <a:lnTo>
                  <a:pt x="813" y="542"/>
                </a:lnTo>
                <a:lnTo>
                  <a:pt x="812" y="542"/>
                </a:lnTo>
                <a:lnTo>
                  <a:pt x="812" y="541"/>
                </a:lnTo>
                <a:lnTo>
                  <a:pt x="812" y="540"/>
                </a:lnTo>
                <a:lnTo>
                  <a:pt x="813" y="539"/>
                </a:lnTo>
                <a:lnTo>
                  <a:pt x="812" y="539"/>
                </a:lnTo>
                <a:lnTo>
                  <a:pt x="812" y="538"/>
                </a:lnTo>
                <a:lnTo>
                  <a:pt x="813" y="538"/>
                </a:lnTo>
                <a:lnTo>
                  <a:pt x="814" y="538"/>
                </a:lnTo>
                <a:lnTo>
                  <a:pt x="814" y="537"/>
                </a:lnTo>
                <a:lnTo>
                  <a:pt x="815" y="537"/>
                </a:lnTo>
                <a:lnTo>
                  <a:pt x="815" y="536"/>
                </a:lnTo>
                <a:lnTo>
                  <a:pt x="815" y="535"/>
                </a:lnTo>
                <a:lnTo>
                  <a:pt x="814" y="534"/>
                </a:lnTo>
                <a:lnTo>
                  <a:pt x="815" y="534"/>
                </a:lnTo>
                <a:lnTo>
                  <a:pt x="815" y="533"/>
                </a:lnTo>
                <a:lnTo>
                  <a:pt x="814" y="532"/>
                </a:lnTo>
                <a:lnTo>
                  <a:pt x="814" y="531"/>
                </a:lnTo>
                <a:lnTo>
                  <a:pt x="813" y="530"/>
                </a:lnTo>
                <a:lnTo>
                  <a:pt x="812" y="530"/>
                </a:lnTo>
                <a:lnTo>
                  <a:pt x="812" y="529"/>
                </a:lnTo>
                <a:lnTo>
                  <a:pt x="811" y="529"/>
                </a:lnTo>
                <a:lnTo>
                  <a:pt x="811" y="528"/>
                </a:lnTo>
                <a:lnTo>
                  <a:pt x="811" y="527"/>
                </a:lnTo>
                <a:lnTo>
                  <a:pt x="811" y="526"/>
                </a:lnTo>
                <a:lnTo>
                  <a:pt x="811" y="525"/>
                </a:lnTo>
                <a:lnTo>
                  <a:pt x="812" y="525"/>
                </a:lnTo>
                <a:lnTo>
                  <a:pt x="809" y="525"/>
                </a:lnTo>
                <a:lnTo>
                  <a:pt x="808" y="524"/>
                </a:lnTo>
                <a:lnTo>
                  <a:pt x="807" y="524"/>
                </a:lnTo>
                <a:lnTo>
                  <a:pt x="805" y="524"/>
                </a:lnTo>
                <a:lnTo>
                  <a:pt x="804" y="525"/>
                </a:lnTo>
                <a:lnTo>
                  <a:pt x="803" y="525"/>
                </a:lnTo>
                <a:lnTo>
                  <a:pt x="801" y="525"/>
                </a:lnTo>
                <a:lnTo>
                  <a:pt x="800" y="525"/>
                </a:lnTo>
                <a:lnTo>
                  <a:pt x="799" y="525"/>
                </a:lnTo>
                <a:lnTo>
                  <a:pt x="798" y="525"/>
                </a:lnTo>
                <a:lnTo>
                  <a:pt x="797" y="526"/>
                </a:lnTo>
                <a:lnTo>
                  <a:pt x="796" y="525"/>
                </a:lnTo>
                <a:lnTo>
                  <a:pt x="795" y="526"/>
                </a:lnTo>
                <a:lnTo>
                  <a:pt x="794" y="526"/>
                </a:lnTo>
                <a:lnTo>
                  <a:pt x="794" y="525"/>
                </a:lnTo>
                <a:lnTo>
                  <a:pt x="793" y="525"/>
                </a:lnTo>
                <a:lnTo>
                  <a:pt x="792" y="525"/>
                </a:lnTo>
                <a:lnTo>
                  <a:pt x="792" y="524"/>
                </a:lnTo>
                <a:lnTo>
                  <a:pt x="791" y="524"/>
                </a:lnTo>
                <a:lnTo>
                  <a:pt x="790" y="524"/>
                </a:lnTo>
                <a:lnTo>
                  <a:pt x="790" y="523"/>
                </a:lnTo>
                <a:lnTo>
                  <a:pt x="789" y="523"/>
                </a:lnTo>
                <a:lnTo>
                  <a:pt x="788" y="523"/>
                </a:lnTo>
                <a:lnTo>
                  <a:pt x="787" y="523"/>
                </a:lnTo>
                <a:lnTo>
                  <a:pt x="786" y="522"/>
                </a:lnTo>
                <a:lnTo>
                  <a:pt x="784" y="521"/>
                </a:lnTo>
                <a:lnTo>
                  <a:pt x="783" y="521"/>
                </a:lnTo>
                <a:lnTo>
                  <a:pt x="783" y="522"/>
                </a:lnTo>
                <a:lnTo>
                  <a:pt x="782" y="522"/>
                </a:lnTo>
                <a:lnTo>
                  <a:pt x="781" y="522"/>
                </a:lnTo>
                <a:lnTo>
                  <a:pt x="780" y="522"/>
                </a:lnTo>
                <a:lnTo>
                  <a:pt x="779" y="522"/>
                </a:lnTo>
                <a:lnTo>
                  <a:pt x="778" y="521"/>
                </a:lnTo>
                <a:lnTo>
                  <a:pt x="777" y="519"/>
                </a:lnTo>
                <a:lnTo>
                  <a:pt x="776" y="518"/>
                </a:lnTo>
                <a:lnTo>
                  <a:pt x="775" y="518"/>
                </a:lnTo>
                <a:lnTo>
                  <a:pt x="774" y="517"/>
                </a:lnTo>
                <a:lnTo>
                  <a:pt x="773" y="517"/>
                </a:lnTo>
                <a:lnTo>
                  <a:pt x="773" y="516"/>
                </a:lnTo>
                <a:lnTo>
                  <a:pt x="772" y="515"/>
                </a:lnTo>
                <a:lnTo>
                  <a:pt x="771" y="515"/>
                </a:lnTo>
                <a:lnTo>
                  <a:pt x="771" y="514"/>
                </a:lnTo>
                <a:lnTo>
                  <a:pt x="770" y="514"/>
                </a:lnTo>
                <a:lnTo>
                  <a:pt x="769" y="514"/>
                </a:lnTo>
                <a:lnTo>
                  <a:pt x="769" y="513"/>
                </a:lnTo>
                <a:lnTo>
                  <a:pt x="767" y="513"/>
                </a:lnTo>
                <a:lnTo>
                  <a:pt x="766" y="512"/>
                </a:lnTo>
                <a:lnTo>
                  <a:pt x="766" y="513"/>
                </a:lnTo>
                <a:lnTo>
                  <a:pt x="765" y="513"/>
                </a:lnTo>
                <a:lnTo>
                  <a:pt x="764" y="513"/>
                </a:lnTo>
                <a:lnTo>
                  <a:pt x="763" y="513"/>
                </a:lnTo>
                <a:lnTo>
                  <a:pt x="761" y="513"/>
                </a:lnTo>
                <a:lnTo>
                  <a:pt x="759" y="513"/>
                </a:lnTo>
                <a:lnTo>
                  <a:pt x="758" y="513"/>
                </a:lnTo>
                <a:lnTo>
                  <a:pt x="757" y="513"/>
                </a:lnTo>
                <a:lnTo>
                  <a:pt x="757" y="514"/>
                </a:lnTo>
                <a:lnTo>
                  <a:pt x="756" y="516"/>
                </a:lnTo>
                <a:lnTo>
                  <a:pt x="756" y="517"/>
                </a:lnTo>
                <a:lnTo>
                  <a:pt x="755" y="517"/>
                </a:lnTo>
                <a:lnTo>
                  <a:pt x="754" y="518"/>
                </a:lnTo>
                <a:lnTo>
                  <a:pt x="752" y="518"/>
                </a:lnTo>
                <a:lnTo>
                  <a:pt x="749" y="519"/>
                </a:lnTo>
                <a:lnTo>
                  <a:pt x="748" y="520"/>
                </a:lnTo>
                <a:lnTo>
                  <a:pt x="747" y="520"/>
                </a:lnTo>
                <a:lnTo>
                  <a:pt x="746" y="520"/>
                </a:lnTo>
                <a:lnTo>
                  <a:pt x="745" y="521"/>
                </a:lnTo>
                <a:lnTo>
                  <a:pt x="745" y="522"/>
                </a:lnTo>
                <a:lnTo>
                  <a:pt x="745" y="523"/>
                </a:lnTo>
                <a:lnTo>
                  <a:pt x="746" y="524"/>
                </a:lnTo>
                <a:lnTo>
                  <a:pt x="746" y="525"/>
                </a:lnTo>
                <a:lnTo>
                  <a:pt x="747" y="525"/>
                </a:lnTo>
                <a:lnTo>
                  <a:pt x="747" y="526"/>
                </a:lnTo>
                <a:lnTo>
                  <a:pt x="748" y="526"/>
                </a:lnTo>
                <a:lnTo>
                  <a:pt x="748" y="527"/>
                </a:lnTo>
                <a:lnTo>
                  <a:pt x="749" y="528"/>
                </a:lnTo>
                <a:lnTo>
                  <a:pt x="749" y="529"/>
                </a:lnTo>
                <a:lnTo>
                  <a:pt x="749" y="530"/>
                </a:lnTo>
                <a:lnTo>
                  <a:pt x="748" y="530"/>
                </a:lnTo>
                <a:lnTo>
                  <a:pt x="748" y="531"/>
                </a:lnTo>
                <a:lnTo>
                  <a:pt x="748" y="532"/>
                </a:lnTo>
                <a:lnTo>
                  <a:pt x="747" y="532"/>
                </a:lnTo>
                <a:lnTo>
                  <a:pt x="746" y="533"/>
                </a:lnTo>
                <a:lnTo>
                  <a:pt x="745" y="533"/>
                </a:lnTo>
                <a:lnTo>
                  <a:pt x="744" y="533"/>
                </a:lnTo>
                <a:lnTo>
                  <a:pt x="744" y="534"/>
                </a:lnTo>
                <a:lnTo>
                  <a:pt x="744" y="535"/>
                </a:lnTo>
                <a:lnTo>
                  <a:pt x="745" y="536"/>
                </a:lnTo>
                <a:lnTo>
                  <a:pt x="745" y="537"/>
                </a:lnTo>
                <a:lnTo>
                  <a:pt x="745" y="538"/>
                </a:lnTo>
                <a:lnTo>
                  <a:pt x="744" y="539"/>
                </a:lnTo>
                <a:lnTo>
                  <a:pt x="743" y="539"/>
                </a:lnTo>
                <a:lnTo>
                  <a:pt x="743" y="540"/>
                </a:lnTo>
                <a:lnTo>
                  <a:pt x="743" y="541"/>
                </a:lnTo>
                <a:lnTo>
                  <a:pt x="743" y="542"/>
                </a:lnTo>
                <a:lnTo>
                  <a:pt x="742" y="542"/>
                </a:lnTo>
                <a:lnTo>
                  <a:pt x="741" y="542"/>
                </a:lnTo>
                <a:lnTo>
                  <a:pt x="741" y="541"/>
                </a:lnTo>
                <a:lnTo>
                  <a:pt x="740" y="541"/>
                </a:lnTo>
                <a:lnTo>
                  <a:pt x="739" y="541"/>
                </a:lnTo>
                <a:lnTo>
                  <a:pt x="738" y="541"/>
                </a:lnTo>
                <a:lnTo>
                  <a:pt x="738" y="542"/>
                </a:lnTo>
                <a:lnTo>
                  <a:pt x="737" y="542"/>
                </a:lnTo>
                <a:lnTo>
                  <a:pt x="736" y="543"/>
                </a:lnTo>
                <a:lnTo>
                  <a:pt x="735" y="543"/>
                </a:lnTo>
                <a:lnTo>
                  <a:pt x="734" y="543"/>
                </a:lnTo>
                <a:lnTo>
                  <a:pt x="733" y="544"/>
                </a:lnTo>
                <a:lnTo>
                  <a:pt x="732" y="544"/>
                </a:lnTo>
                <a:lnTo>
                  <a:pt x="731" y="543"/>
                </a:lnTo>
                <a:lnTo>
                  <a:pt x="730" y="543"/>
                </a:lnTo>
                <a:lnTo>
                  <a:pt x="730" y="544"/>
                </a:lnTo>
                <a:lnTo>
                  <a:pt x="729" y="544"/>
                </a:lnTo>
                <a:lnTo>
                  <a:pt x="728" y="544"/>
                </a:lnTo>
                <a:lnTo>
                  <a:pt x="727" y="544"/>
                </a:lnTo>
                <a:lnTo>
                  <a:pt x="727" y="545"/>
                </a:lnTo>
                <a:lnTo>
                  <a:pt x="726" y="545"/>
                </a:lnTo>
                <a:lnTo>
                  <a:pt x="725" y="545"/>
                </a:lnTo>
                <a:lnTo>
                  <a:pt x="724" y="545"/>
                </a:lnTo>
                <a:lnTo>
                  <a:pt x="723" y="545"/>
                </a:lnTo>
                <a:lnTo>
                  <a:pt x="722" y="546"/>
                </a:lnTo>
                <a:lnTo>
                  <a:pt x="721" y="545"/>
                </a:lnTo>
                <a:lnTo>
                  <a:pt x="720" y="545"/>
                </a:lnTo>
                <a:lnTo>
                  <a:pt x="720" y="546"/>
                </a:lnTo>
                <a:lnTo>
                  <a:pt x="721" y="547"/>
                </a:lnTo>
                <a:lnTo>
                  <a:pt x="721" y="548"/>
                </a:lnTo>
                <a:lnTo>
                  <a:pt x="721" y="549"/>
                </a:lnTo>
                <a:lnTo>
                  <a:pt x="721" y="550"/>
                </a:lnTo>
                <a:lnTo>
                  <a:pt x="720" y="550"/>
                </a:lnTo>
                <a:lnTo>
                  <a:pt x="719" y="550"/>
                </a:lnTo>
                <a:lnTo>
                  <a:pt x="719" y="551"/>
                </a:lnTo>
                <a:lnTo>
                  <a:pt x="719" y="552"/>
                </a:lnTo>
                <a:lnTo>
                  <a:pt x="719" y="553"/>
                </a:lnTo>
                <a:lnTo>
                  <a:pt x="720" y="553"/>
                </a:lnTo>
                <a:lnTo>
                  <a:pt x="720" y="554"/>
                </a:lnTo>
                <a:lnTo>
                  <a:pt x="721" y="554"/>
                </a:lnTo>
                <a:lnTo>
                  <a:pt x="722" y="555"/>
                </a:lnTo>
                <a:lnTo>
                  <a:pt x="722" y="556"/>
                </a:lnTo>
                <a:lnTo>
                  <a:pt x="722" y="557"/>
                </a:lnTo>
                <a:lnTo>
                  <a:pt x="722" y="558"/>
                </a:lnTo>
                <a:lnTo>
                  <a:pt x="723" y="558"/>
                </a:lnTo>
                <a:lnTo>
                  <a:pt x="723" y="559"/>
                </a:lnTo>
                <a:lnTo>
                  <a:pt x="723" y="560"/>
                </a:lnTo>
                <a:lnTo>
                  <a:pt x="723" y="561"/>
                </a:lnTo>
                <a:lnTo>
                  <a:pt x="723" y="562"/>
                </a:lnTo>
                <a:lnTo>
                  <a:pt x="724" y="562"/>
                </a:lnTo>
                <a:lnTo>
                  <a:pt x="724" y="563"/>
                </a:lnTo>
                <a:lnTo>
                  <a:pt x="723" y="564"/>
                </a:lnTo>
                <a:lnTo>
                  <a:pt x="724" y="565"/>
                </a:lnTo>
                <a:lnTo>
                  <a:pt x="725" y="567"/>
                </a:lnTo>
                <a:lnTo>
                  <a:pt x="724" y="567"/>
                </a:lnTo>
                <a:lnTo>
                  <a:pt x="724" y="568"/>
                </a:lnTo>
                <a:lnTo>
                  <a:pt x="723" y="569"/>
                </a:lnTo>
                <a:lnTo>
                  <a:pt x="723" y="570"/>
                </a:lnTo>
                <a:lnTo>
                  <a:pt x="723" y="571"/>
                </a:lnTo>
                <a:lnTo>
                  <a:pt x="722" y="572"/>
                </a:lnTo>
                <a:lnTo>
                  <a:pt x="722" y="573"/>
                </a:lnTo>
                <a:lnTo>
                  <a:pt x="723" y="574"/>
                </a:lnTo>
                <a:lnTo>
                  <a:pt x="723" y="575"/>
                </a:lnTo>
                <a:lnTo>
                  <a:pt x="724" y="575"/>
                </a:lnTo>
                <a:lnTo>
                  <a:pt x="725" y="575"/>
                </a:lnTo>
                <a:lnTo>
                  <a:pt x="725" y="576"/>
                </a:lnTo>
                <a:lnTo>
                  <a:pt x="726" y="576"/>
                </a:lnTo>
                <a:lnTo>
                  <a:pt x="726" y="577"/>
                </a:lnTo>
                <a:lnTo>
                  <a:pt x="727" y="577"/>
                </a:lnTo>
                <a:lnTo>
                  <a:pt x="727" y="576"/>
                </a:lnTo>
                <a:lnTo>
                  <a:pt x="728" y="576"/>
                </a:lnTo>
                <a:lnTo>
                  <a:pt x="729" y="576"/>
                </a:lnTo>
                <a:lnTo>
                  <a:pt x="730" y="576"/>
                </a:lnTo>
                <a:lnTo>
                  <a:pt x="731" y="576"/>
                </a:lnTo>
                <a:lnTo>
                  <a:pt x="731" y="577"/>
                </a:lnTo>
                <a:lnTo>
                  <a:pt x="732" y="577"/>
                </a:lnTo>
                <a:lnTo>
                  <a:pt x="733" y="577"/>
                </a:lnTo>
                <a:lnTo>
                  <a:pt x="733" y="578"/>
                </a:lnTo>
                <a:lnTo>
                  <a:pt x="732" y="578"/>
                </a:lnTo>
                <a:lnTo>
                  <a:pt x="732" y="579"/>
                </a:lnTo>
                <a:lnTo>
                  <a:pt x="732" y="580"/>
                </a:lnTo>
                <a:lnTo>
                  <a:pt x="732" y="581"/>
                </a:lnTo>
                <a:lnTo>
                  <a:pt x="732" y="582"/>
                </a:lnTo>
                <a:lnTo>
                  <a:pt x="731" y="583"/>
                </a:lnTo>
                <a:lnTo>
                  <a:pt x="732" y="584"/>
                </a:lnTo>
                <a:lnTo>
                  <a:pt x="733" y="585"/>
                </a:lnTo>
                <a:lnTo>
                  <a:pt x="734" y="585"/>
                </a:lnTo>
                <a:lnTo>
                  <a:pt x="734" y="586"/>
                </a:lnTo>
                <a:lnTo>
                  <a:pt x="734" y="587"/>
                </a:lnTo>
                <a:lnTo>
                  <a:pt x="735" y="587"/>
                </a:lnTo>
                <a:lnTo>
                  <a:pt x="735" y="588"/>
                </a:lnTo>
                <a:lnTo>
                  <a:pt x="735" y="589"/>
                </a:lnTo>
                <a:lnTo>
                  <a:pt x="736" y="589"/>
                </a:lnTo>
                <a:lnTo>
                  <a:pt x="737" y="589"/>
                </a:lnTo>
                <a:lnTo>
                  <a:pt x="737" y="588"/>
                </a:lnTo>
                <a:lnTo>
                  <a:pt x="738" y="588"/>
                </a:lnTo>
                <a:lnTo>
                  <a:pt x="738" y="589"/>
                </a:lnTo>
                <a:lnTo>
                  <a:pt x="739" y="589"/>
                </a:lnTo>
                <a:lnTo>
                  <a:pt x="739" y="590"/>
                </a:lnTo>
                <a:lnTo>
                  <a:pt x="740" y="590"/>
                </a:lnTo>
                <a:lnTo>
                  <a:pt x="741" y="589"/>
                </a:lnTo>
                <a:lnTo>
                  <a:pt x="742" y="589"/>
                </a:lnTo>
                <a:lnTo>
                  <a:pt x="742" y="590"/>
                </a:lnTo>
                <a:lnTo>
                  <a:pt x="743" y="590"/>
                </a:lnTo>
                <a:lnTo>
                  <a:pt x="744" y="590"/>
                </a:lnTo>
                <a:lnTo>
                  <a:pt x="745" y="590"/>
                </a:lnTo>
                <a:lnTo>
                  <a:pt x="745" y="591"/>
                </a:lnTo>
                <a:lnTo>
                  <a:pt x="746" y="591"/>
                </a:lnTo>
                <a:lnTo>
                  <a:pt x="746" y="592"/>
                </a:lnTo>
                <a:lnTo>
                  <a:pt x="747" y="592"/>
                </a:lnTo>
                <a:lnTo>
                  <a:pt x="748" y="592"/>
                </a:lnTo>
                <a:lnTo>
                  <a:pt x="749" y="592"/>
                </a:lnTo>
                <a:lnTo>
                  <a:pt x="749" y="593"/>
                </a:lnTo>
                <a:lnTo>
                  <a:pt x="750" y="593"/>
                </a:lnTo>
                <a:lnTo>
                  <a:pt x="751" y="593"/>
                </a:lnTo>
                <a:lnTo>
                  <a:pt x="752" y="594"/>
                </a:lnTo>
                <a:lnTo>
                  <a:pt x="753" y="594"/>
                </a:lnTo>
                <a:lnTo>
                  <a:pt x="754" y="594"/>
                </a:lnTo>
                <a:lnTo>
                  <a:pt x="754" y="595"/>
                </a:lnTo>
                <a:lnTo>
                  <a:pt x="753" y="595"/>
                </a:lnTo>
                <a:lnTo>
                  <a:pt x="753" y="596"/>
                </a:lnTo>
                <a:lnTo>
                  <a:pt x="752" y="596"/>
                </a:lnTo>
                <a:lnTo>
                  <a:pt x="751" y="597"/>
                </a:lnTo>
                <a:lnTo>
                  <a:pt x="750" y="597"/>
                </a:lnTo>
                <a:lnTo>
                  <a:pt x="749" y="598"/>
                </a:lnTo>
                <a:lnTo>
                  <a:pt x="749" y="599"/>
                </a:lnTo>
                <a:lnTo>
                  <a:pt x="748" y="599"/>
                </a:lnTo>
                <a:lnTo>
                  <a:pt x="747" y="599"/>
                </a:lnTo>
                <a:lnTo>
                  <a:pt x="746" y="600"/>
                </a:lnTo>
                <a:lnTo>
                  <a:pt x="746" y="601"/>
                </a:lnTo>
                <a:lnTo>
                  <a:pt x="747" y="601"/>
                </a:lnTo>
                <a:lnTo>
                  <a:pt x="746" y="601"/>
                </a:lnTo>
                <a:lnTo>
                  <a:pt x="745" y="601"/>
                </a:lnTo>
                <a:lnTo>
                  <a:pt x="744" y="601"/>
                </a:lnTo>
                <a:lnTo>
                  <a:pt x="743" y="601"/>
                </a:lnTo>
                <a:lnTo>
                  <a:pt x="742" y="601"/>
                </a:lnTo>
                <a:lnTo>
                  <a:pt x="741" y="601"/>
                </a:lnTo>
                <a:lnTo>
                  <a:pt x="741" y="602"/>
                </a:lnTo>
                <a:lnTo>
                  <a:pt x="741" y="603"/>
                </a:lnTo>
                <a:lnTo>
                  <a:pt x="741" y="604"/>
                </a:lnTo>
                <a:lnTo>
                  <a:pt x="741" y="605"/>
                </a:lnTo>
                <a:lnTo>
                  <a:pt x="741" y="606"/>
                </a:lnTo>
                <a:lnTo>
                  <a:pt x="740" y="606"/>
                </a:lnTo>
                <a:lnTo>
                  <a:pt x="740" y="607"/>
                </a:lnTo>
                <a:lnTo>
                  <a:pt x="740" y="608"/>
                </a:lnTo>
                <a:lnTo>
                  <a:pt x="740" y="609"/>
                </a:lnTo>
                <a:lnTo>
                  <a:pt x="739" y="611"/>
                </a:lnTo>
                <a:lnTo>
                  <a:pt x="738" y="611"/>
                </a:lnTo>
                <a:lnTo>
                  <a:pt x="737" y="612"/>
                </a:lnTo>
                <a:lnTo>
                  <a:pt x="737" y="613"/>
                </a:lnTo>
                <a:lnTo>
                  <a:pt x="737" y="614"/>
                </a:lnTo>
                <a:lnTo>
                  <a:pt x="736" y="614"/>
                </a:lnTo>
                <a:lnTo>
                  <a:pt x="735" y="615"/>
                </a:lnTo>
                <a:lnTo>
                  <a:pt x="734" y="615"/>
                </a:lnTo>
                <a:lnTo>
                  <a:pt x="733" y="615"/>
                </a:lnTo>
                <a:lnTo>
                  <a:pt x="733" y="616"/>
                </a:lnTo>
                <a:lnTo>
                  <a:pt x="733" y="617"/>
                </a:lnTo>
                <a:lnTo>
                  <a:pt x="732" y="617"/>
                </a:lnTo>
                <a:lnTo>
                  <a:pt x="732" y="618"/>
                </a:lnTo>
                <a:lnTo>
                  <a:pt x="731" y="618"/>
                </a:lnTo>
                <a:lnTo>
                  <a:pt x="731" y="619"/>
                </a:lnTo>
                <a:lnTo>
                  <a:pt x="730" y="619"/>
                </a:lnTo>
                <a:lnTo>
                  <a:pt x="729" y="619"/>
                </a:lnTo>
                <a:lnTo>
                  <a:pt x="729" y="620"/>
                </a:lnTo>
                <a:lnTo>
                  <a:pt x="729" y="621"/>
                </a:lnTo>
                <a:lnTo>
                  <a:pt x="730" y="622"/>
                </a:lnTo>
                <a:lnTo>
                  <a:pt x="730" y="623"/>
                </a:lnTo>
                <a:lnTo>
                  <a:pt x="729" y="624"/>
                </a:lnTo>
                <a:lnTo>
                  <a:pt x="729" y="625"/>
                </a:lnTo>
                <a:lnTo>
                  <a:pt x="730" y="626"/>
                </a:lnTo>
                <a:lnTo>
                  <a:pt x="731" y="626"/>
                </a:lnTo>
                <a:lnTo>
                  <a:pt x="732" y="627"/>
                </a:lnTo>
                <a:lnTo>
                  <a:pt x="733" y="629"/>
                </a:lnTo>
                <a:lnTo>
                  <a:pt x="733" y="630"/>
                </a:lnTo>
                <a:lnTo>
                  <a:pt x="734" y="630"/>
                </a:lnTo>
                <a:lnTo>
                  <a:pt x="734" y="631"/>
                </a:lnTo>
                <a:lnTo>
                  <a:pt x="734" y="632"/>
                </a:lnTo>
                <a:lnTo>
                  <a:pt x="734" y="633"/>
                </a:lnTo>
                <a:lnTo>
                  <a:pt x="733" y="633"/>
                </a:lnTo>
                <a:lnTo>
                  <a:pt x="732" y="634"/>
                </a:lnTo>
                <a:lnTo>
                  <a:pt x="731" y="634"/>
                </a:lnTo>
                <a:lnTo>
                  <a:pt x="730" y="634"/>
                </a:lnTo>
                <a:lnTo>
                  <a:pt x="730" y="635"/>
                </a:lnTo>
                <a:lnTo>
                  <a:pt x="731" y="635"/>
                </a:lnTo>
                <a:lnTo>
                  <a:pt x="732" y="637"/>
                </a:lnTo>
                <a:lnTo>
                  <a:pt x="732" y="638"/>
                </a:lnTo>
                <a:lnTo>
                  <a:pt x="731" y="638"/>
                </a:lnTo>
                <a:lnTo>
                  <a:pt x="729" y="638"/>
                </a:lnTo>
                <a:lnTo>
                  <a:pt x="728" y="638"/>
                </a:lnTo>
                <a:lnTo>
                  <a:pt x="727" y="639"/>
                </a:lnTo>
                <a:lnTo>
                  <a:pt x="726" y="639"/>
                </a:lnTo>
                <a:lnTo>
                  <a:pt x="725" y="639"/>
                </a:lnTo>
                <a:lnTo>
                  <a:pt x="724" y="639"/>
                </a:lnTo>
                <a:lnTo>
                  <a:pt x="723" y="639"/>
                </a:lnTo>
                <a:lnTo>
                  <a:pt x="722" y="639"/>
                </a:lnTo>
                <a:lnTo>
                  <a:pt x="722" y="640"/>
                </a:lnTo>
                <a:lnTo>
                  <a:pt x="721" y="640"/>
                </a:lnTo>
                <a:lnTo>
                  <a:pt x="720" y="640"/>
                </a:lnTo>
                <a:lnTo>
                  <a:pt x="720" y="641"/>
                </a:lnTo>
                <a:lnTo>
                  <a:pt x="719" y="641"/>
                </a:lnTo>
                <a:lnTo>
                  <a:pt x="718" y="641"/>
                </a:lnTo>
                <a:lnTo>
                  <a:pt x="718" y="642"/>
                </a:lnTo>
                <a:lnTo>
                  <a:pt x="718" y="643"/>
                </a:lnTo>
                <a:lnTo>
                  <a:pt x="719" y="644"/>
                </a:lnTo>
                <a:lnTo>
                  <a:pt x="718" y="644"/>
                </a:lnTo>
                <a:lnTo>
                  <a:pt x="718" y="645"/>
                </a:lnTo>
                <a:lnTo>
                  <a:pt x="717" y="646"/>
                </a:lnTo>
                <a:lnTo>
                  <a:pt x="717" y="647"/>
                </a:lnTo>
                <a:lnTo>
                  <a:pt x="717" y="648"/>
                </a:lnTo>
                <a:lnTo>
                  <a:pt x="719" y="648"/>
                </a:lnTo>
                <a:lnTo>
                  <a:pt x="719" y="649"/>
                </a:lnTo>
                <a:lnTo>
                  <a:pt x="719" y="650"/>
                </a:lnTo>
                <a:lnTo>
                  <a:pt x="720" y="650"/>
                </a:lnTo>
                <a:lnTo>
                  <a:pt x="720" y="651"/>
                </a:lnTo>
                <a:lnTo>
                  <a:pt x="720" y="652"/>
                </a:lnTo>
                <a:lnTo>
                  <a:pt x="721" y="652"/>
                </a:lnTo>
                <a:lnTo>
                  <a:pt x="721" y="653"/>
                </a:lnTo>
                <a:lnTo>
                  <a:pt x="721" y="654"/>
                </a:lnTo>
                <a:lnTo>
                  <a:pt x="720" y="654"/>
                </a:lnTo>
                <a:lnTo>
                  <a:pt x="719" y="654"/>
                </a:lnTo>
                <a:lnTo>
                  <a:pt x="719" y="655"/>
                </a:lnTo>
                <a:lnTo>
                  <a:pt x="720" y="656"/>
                </a:lnTo>
                <a:lnTo>
                  <a:pt x="720" y="657"/>
                </a:lnTo>
                <a:lnTo>
                  <a:pt x="720" y="658"/>
                </a:lnTo>
                <a:lnTo>
                  <a:pt x="720" y="659"/>
                </a:lnTo>
                <a:lnTo>
                  <a:pt x="721" y="660"/>
                </a:lnTo>
                <a:lnTo>
                  <a:pt x="721" y="661"/>
                </a:lnTo>
                <a:lnTo>
                  <a:pt x="722" y="663"/>
                </a:lnTo>
                <a:lnTo>
                  <a:pt x="723" y="663"/>
                </a:lnTo>
                <a:lnTo>
                  <a:pt x="723" y="664"/>
                </a:lnTo>
                <a:lnTo>
                  <a:pt x="724" y="664"/>
                </a:lnTo>
                <a:lnTo>
                  <a:pt x="724" y="665"/>
                </a:lnTo>
                <a:lnTo>
                  <a:pt x="724" y="666"/>
                </a:lnTo>
                <a:lnTo>
                  <a:pt x="723" y="666"/>
                </a:lnTo>
                <a:lnTo>
                  <a:pt x="724" y="667"/>
                </a:lnTo>
                <a:lnTo>
                  <a:pt x="725" y="667"/>
                </a:lnTo>
                <a:lnTo>
                  <a:pt x="726" y="668"/>
                </a:lnTo>
                <a:lnTo>
                  <a:pt x="727" y="669"/>
                </a:lnTo>
                <a:lnTo>
                  <a:pt x="727" y="670"/>
                </a:lnTo>
                <a:lnTo>
                  <a:pt x="728" y="670"/>
                </a:lnTo>
                <a:lnTo>
                  <a:pt x="729" y="670"/>
                </a:lnTo>
                <a:lnTo>
                  <a:pt x="729" y="671"/>
                </a:lnTo>
                <a:lnTo>
                  <a:pt x="729" y="672"/>
                </a:lnTo>
                <a:lnTo>
                  <a:pt x="730" y="672"/>
                </a:lnTo>
                <a:lnTo>
                  <a:pt x="731" y="672"/>
                </a:lnTo>
                <a:lnTo>
                  <a:pt x="732" y="672"/>
                </a:lnTo>
                <a:lnTo>
                  <a:pt x="732" y="673"/>
                </a:lnTo>
                <a:lnTo>
                  <a:pt x="732" y="674"/>
                </a:lnTo>
                <a:lnTo>
                  <a:pt x="733" y="674"/>
                </a:lnTo>
                <a:lnTo>
                  <a:pt x="733" y="673"/>
                </a:lnTo>
                <a:lnTo>
                  <a:pt x="734" y="673"/>
                </a:lnTo>
                <a:lnTo>
                  <a:pt x="734" y="674"/>
                </a:lnTo>
                <a:lnTo>
                  <a:pt x="734" y="675"/>
                </a:lnTo>
                <a:lnTo>
                  <a:pt x="735" y="675"/>
                </a:lnTo>
                <a:lnTo>
                  <a:pt x="736" y="675"/>
                </a:lnTo>
                <a:lnTo>
                  <a:pt x="737" y="675"/>
                </a:lnTo>
                <a:lnTo>
                  <a:pt x="738" y="675"/>
                </a:lnTo>
                <a:lnTo>
                  <a:pt x="738" y="676"/>
                </a:lnTo>
                <a:lnTo>
                  <a:pt x="739" y="676"/>
                </a:lnTo>
                <a:lnTo>
                  <a:pt x="739" y="675"/>
                </a:lnTo>
                <a:lnTo>
                  <a:pt x="740" y="675"/>
                </a:lnTo>
                <a:lnTo>
                  <a:pt x="740" y="676"/>
                </a:lnTo>
                <a:lnTo>
                  <a:pt x="740" y="677"/>
                </a:lnTo>
                <a:lnTo>
                  <a:pt x="741" y="678"/>
                </a:lnTo>
                <a:lnTo>
                  <a:pt x="741" y="679"/>
                </a:lnTo>
                <a:lnTo>
                  <a:pt x="742" y="679"/>
                </a:lnTo>
                <a:lnTo>
                  <a:pt x="742" y="680"/>
                </a:lnTo>
                <a:lnTo>
                  <a:pt x="742" y="679"/>
                </a:lnTo>
                <a:lnTo>
                  <a:pt x="743" y="679"/>
                </a:lnTo>
                <a:lnTo>
                  <a:pt x="743" y="680"/>
                </a:lnTo>
                <a:lnTo>
                  <a:pt x="744" y="680"/>
                </a:lnTo>
                <a:lnTo>
                  <a:pt x="744" y="681"/>
                </a:lnTo>
                <a:lnTo>
                  <a:pt x="745" y="681"/>
                </a:lnTo>
                <a:lnTo>
                  <a:pt x="745" y="682"/>
                </a:lnTo>
                <a:lnTo>
                  <a:pt x="746" y="682"/>
                </a:lnTo>
                <a:lnTo>
                  <a:pt x="747" y="682"/>
                </a:lnTo>
                <a:lnTo>
                  <a:pt x="748" y="683"/>
                </a:lnTo>
                <a:lnTo>
                  <a:pt x="748" y="684"/>
                </a:lnTo>
                <a:lnTo>
                  <a:pt x="749" y="684"/>
                </a:lnTo>
                <a:lnTo>
                  <a:pt x="750" y="684"/>
                </a:lnTo>
                <a:lnTo>
                  <a:pt x="751" y="684"/>
                </a:lnTo>
                <a:lnTo>
                  <a:pt x="751" y="685"/>
                </a:lnTo>
                <a:lnTo>
                  <a:pt x="750" y="685"/>
                </a:lnTo>
                <a:lnTo>
                  <a:pt x="749" y="685"/>
                </a:lnTo>
                <a:lnTo>
                  <a:pt x="748" y="685"/>
                </a:lnTo>
                <a:lnTo>
                  <a:pt x="748" y="684"/>
                </a:lnTo>
                <a:lnTo>
                  <a:pt x="747" y="684"/>
                </a:lnTo>
                <a:lnTo>
                  <a:pt x="746" y="685"/>
                </a:lnTo>
                <a:lnTo>
                  <a:pt x="746" y="686"/>
                </a:lnTo>
                <a:lnTo>
                  <a:pt x="745" y="685"/>
                </a:lnTo>
                <a:lnTo>
                  <a:pt x="744" y="685"/>
                </a:lnTo>
                <a:lnTo>
                  <a:pt x="743" y="685"/>
                </a:lnTo>
                <a:lnTo>
                  <a:pt x="742" y="685"/>
                </a:lnTo>
                <a:lnTo>
                  <a:pt x="741" y="685"/>
                </a:lnTo>
                <a:lnTo>
                  <a:pt x="740" y="685"/>
                </a:lnTo>
                <a:lnTo>
                  <a:pt x="739" y="685"/>
                </a:lnTo>
                <a:lnTo>
                  <a:pt x="739" y="684"/>
                </a:lnTo>
                <a:lnTo>
                  <a:pt x="738" y="684"/>
                </a:lnTo>
                <a:lnTo>
                  <a:pt x="738" y="685"/>
                </a:lnTo>
                <a:lnTo>
                  <a:pt x="737" y="685"/>
                </a:lnTo>
                <a:lnTo>
                  <a:pt x="736" y="684"/>
                </a:lnTo>
                <a:lnTo>
                  <a:pt x="735" y="684"/>
                </a:lnTo>
                <a:lnTo>
                  <a:pt x="734" y="684"/>
                </a:lnTo>
                <a:lnTo>
                  <a:pt x="734" y="683"/>
                </a:lnTo>
                <a:lnTo>
                  <a:pt x="734" y="684"/>
                </a:lnTo>
                <a:lnTo>
                  <a:pt x="733" y="684"/>
                </a:lnTo>
                <a:lnTo>
                  <a:pt x="733" y="685"/>
                </a:lnTo>
                <a:lnTo>
                  <a:pt x="732" y="685"/>
                </a:lnTo>
                <a:lnTo>
                  <a:pt x="732" y="684"/>
                </a:lnTo>
                <a:lnTo>
                  <a:pt x="731" y="684"/>
                </a:lnTo>
                <a:lnTo>
                  <a:pt x="732" y="684"/>
                </a:lnTo>
                <a:lnTo>
                  <a:pt x="731" y="684"/>
                </a:lnTo>
                <a:lnTo>
                  <a:pt x="730" y="684"/>
                </a:lnTo>
                <a:lnTo>
                  <a:pt x="729" y="683"/>
                </a:lnTo>
                <a:lnTo>
                  <a:pt x="728" y="683"/>
                </a:lnTo>
                <a:lnTo>
                  <a:pt x="728" y="682"/>
                </a:lnTo>
                <a:lnTo>
                  <a:pt x="727" y="682"/>
                </a:lnTo>
                <a:lnTo>
                  <a:pt x="727" y="681"/>
                </a:lnTo>
                <a:lnTo>
                  <a:pt x="727" y="680"/>
                </a:lnTo>
                <a:lnTo>
                  <a:pt x="726" y="678"/>
                </a:lnTo>
                <a:lnTo>
                  <a:pt x="725" y="678"/>
                </a:lnTo>
                <a:lnTo>
                  <a:pt x="725" y="679"/>
                </a:lnTo>
                <a:lnTo>
                  <a:pt x="724" y="679"/>
                </a:lnTo>
                <a:lnTo>
                  <a:pt x="723" y="679"/>
                </a:lnTo>
                <a:lnTo>
                  <a:pt x="722" y="680"/>
                </a:lnTo>
                <a:lnTo>
                  <a:pt x="722" y="681"/>
                </a:lnTo>
                <a:lnTo>
                  <a:pt x="721" y="681"/>
                </a:lnTo>
                <a:lnTo>
                  <a:pt x="721" y="682"/>
                </a:lnTo>
                <a:lnTo>
                  <a:pt x="720" y="682"/>
                </a:lnTo>
                <a:lnTo>
                  <a:pt x="719" y="682"/>
                </a:lnTo>
                <a:lnTo>
                  <a:pt x="718" y="682"/>
                </a:lnTo>
                <a:lnTo>
                  <a:pt x="718" y="681"/>
                </a:lnTo>
                <a:lnTo>
                  <a:pt x="717" y="681"/>
                </a:lnTo>
                <a:lnTo>
                  <a:pt x="716" y="681"/>
                </a:lnTo>
                <a:lnTo>
                  <a:pt x="716" y="682"/>
                </a:lnTo>
                <a:lnTo>
                  <a:pt x="715" y="682"/>
                </a:lnTo>
                <a:lnTo>
                  <a:pt x="715" y="683"/>
                </a:lnTo>
                <a:lnTo>
                  <a:pt x="715" y="684"/>
                </a:lnTo>
                <a:lnTo>
                  <a:pt x="715" y="685"/>
                </a:lnTo>
                <a:lnTo>
                  <a:pt x="715" y="686"/>
                </a:lnTo>
                <a:lnTo>
                  <a:pt x="716" y="686"/>
                </a:lnTo>
                <a:lnTo>
                  <a:pt x="717" y="686"/>
                </a:lnTo>
                <a:lnTo>
                  <a:pt x="718" y="686"/>
                </a:lnTo>
                <a:lnTo>
                  <a:pt x="719" y="686"/>
                </a:lnTo>
                <a:lnTo>
                  <a:pt x="719" y="687"/>
                </a:lnTo>
                <a:lnTo>
                  <a:pt x="720" y="687"/>
                </a:lnTo>
                <a:lnTo>
                  <a:pt x="720" y="688"/>
                </a:lnTo>
                <a:lnTo>
                  <a:pt x="719" y="688"/>
                </a:lnTo>
                <a:lnTo>
                  <a:pt x="719" y="689"/>
                </a:lnTo>
                <a:lnTo>
                  <a:pt x="718" y="690"/>
                </a:lnTo>
                <a:lnTo>
                  <a:pt x="717" y="691"/>
                </a:lnTo>
                <a:lnTo>
                  <a:pt x="717" y="692"/>
                </a:lnTo>
                <a:lnTo>
                  <a:pt x="716" y="693"/>
                </a:lnTo>
                <a:lnTo>
                  <a:pt x="716" y="694"/>
                </a:lnTo>
                <a:lnTo>
                  <a:pt x="717" y="694"/>
                </a:lnTo>
                <a:lnTo>
                  <a:pt x="718" y="694"/>
                </a:lnTo>
                <a:lnTo>
                  <a:pt x="719" y="694"/>
                </a:lnTo>
                <a:lnTo>
                  <a:pt x="719" y="695"/>
                </a:lnTo>
                <a:lnTo>
                  <a:pt x="720" y="695"/>
                </a:lnTo>
                <a:lnTo>
                  <a:pt x="721" y="695"/>
                </a:lnTo>
                <a:lnTo>
                  <a:pt x="720" y="696"/>
                </a:lnTo>
                <a:lnTo>
                  <a:pt x="721" y="697"/>
                </a:lnTo>
                <a:lnTo>
                  <a:pt x="721" y="698"/>
                </a:lnTo>
                <a:lnTo>
                  <a:pt x="722" y="698"/>
                </a:lnTo>
                <a:lnTo>
                  <a:pt x="722" y="699"/>
                </a:lnTo>
                <a:lnTo>
                  <a:pt x="722" y="700"/>
                </a:lnTo>
                <a:lnTo>
                  <a:pt x="722" y="701"/>
                </a:lnTo>
                <a:lnTo>
                  <a:pt x="723" y="701"/>
                </a:lnTo>
                <a:lnTo>
                  <a:pt x="723" y="702"/>
                </a:lnTo>
                <a:lnTo>
                  <a:pt x="722" y="702"/>
                </a:lnTo>
                <a:lnTo>
                  <a:pt x="722" y="703"/>
                </a:lnTo>
                <a:lnTo>
                  <a:pt x="723" y="703"/>
                </a:lnTo>
                <a:lnTo>
                  <a:pt x="723" y="704"/>
                </a:lnTo>
                <a:lnTo>
                  <a:pt x="722" y="704"/>
                </a:lnTo>
                <a:lnTo>
                  <a:pt x="722" y="705"/>
                </a:lnTo>
                <a:lnTo>
                  <a:pt x="723" y="705"/>
                </a:lnTo>
                <a:lnTo>
                  <a:pt x="724" y="705"/>
                </a:lnTo>
                <a:lnTo>
                  <a:pt x="723" y="706"/>
                </a:lnTo>
                <a:lnTo>
                  <a:pt x="723" y="707"/>
                </a:lnTo>
                <a:lnTo>
                  <a:pt x="723" y="708"/>
                </a:lnTo>
                <a:lnTo>
                  <a:pt x="722" y="709"/>
                </a:lnTo>
                <a:lnTo>
                  <a:pt x="722" y="708"/>
                </a:lnTo>
                <a:lnTo>
                  <a:pt x="721" y="709"/>
                </a:lnTo>
                <a:lnTo>
                  <a:pt x="720" y="709"/>
                </a:lnTo>
                <a:lnTo>
                  <a:pt x="719" y="710"/>
                </a:lnTo>
                <a:lnTo>
                  <a:pt x="718" y="710"/>
                </a:lnTo>
                <a:lnTo>
                  <a:pt x="717" y="710"/>
                </a:lnTo>
                <a:lnTo>
                  <a:pt x="717" y="709"/>
                </a:lnTo>
                <a:lnTo>
                  <a:pt x="716" y="710"/>
                </a:lnTo>
                <a:lnTo>
                  <a:pt x="716" y="709"/>
                </a:lnTo>
                <a:lnTo>
                  <a:pt x="716" y="708"/>
                </a:lnTo>
                <a:lnTo>
                  <a:pt x="715" y="708"/>
                </a:lnTo>
                <a:lnTo>
                  <a:pt x="715" y="707"/>
                </a:lnTo>
                <a:lnTo>
                  <a:pt x="714" y="707"/>
                </a:lnTo>
                <a:lnTo>
                  <a:pt x="714" y="708"/>
                </a:lnTo>
                <a:lnTo>
                  <a:pt x="713" y="708"/>
                </a:lnTo>
                <a:lnTo>
                  <a:pt x="712" y="708"/>
                </a:lnTo>
                <a:lnTo>
                  <a:pt x="712" y="709"/>
                </a:lnTo>
                <a:lnTo>
                  <a:pt x="711" y="710"/>
                </a:lnTo>
                <a:lnTo>
                  <a:pt x="711" y="711"/>
                </a:lnTo>
                <a:lnTo>
                  <a:pt x="711" y="712"/>
                </a:lnTo>
                <a:lnTo>
                  <a:pt x="711" y="713"/>
                </a:lnTo>
                <a:lnTo>
                  <a:pt x="711" y="715"/>
                </a:lnTo>
                <a:lnTo>
                  <a:pt x="710" y="715"/>
                </a:lnTo>
                <a:lnTo>
                  <a:pt x="710" y="716"/>
                </a:lnTo>
                <a:lnTo>
                  <a:pt x="710" y="717"/>
                </a:lnTo>
                <a:lnTo>
                  <a:pt x="710" y="718"/>
                </a:lnTo>
                <a:lnTo>
                  <a:pt x="709" y="719"/>
                </a:lnTo>
                <a:lnTo>
                  <a:pt x="709" y="720"/>
                </a:lnTo>
                <a:lnTo>
                  <a:pt x="710" y="722"/>
                </a:lnTo>
                <a:lnTo>
                  <a:pt x="710" y="723"/>
                </a:lnTo>
                <a:lnTo>
                  <a:pt x="710" y="724"/>
                </a:lnTo>
                <a:lnTo>
                  <a:pt x="711" y="725"/>
                </a:lnTo>
                <a:lnTo>
                  <a:pt x="712" y="725"/>
                </a:lnTo>
                <a:lnTo>
                  <a:pt x="714" y="725"/>
                </a:lnTo>
                <a:lnTo>
                  <a:pt x="713" y="725"/>
                </a:lnTo>
                <a:lnTo>
                  <a:pt x="713" y="726"/>
                </a:lnTo>
                <a:lnTo>
                  <a:pt x="712" y="727"/>
                </a:lnTo>
                <a:lnTo>
                  <a:pt x="712" y="728"/>
                </a:lnTo>
                <a:lnTo>
                  <a:pt x="712" y="729"/>
                </a:lnTo>
                <a:lnTo>
                  <a:pt x="713" y="730"/>
                </a:lnTo>
                <a:lnTo>
                  <a:pt x="713" y="731"/>
                </a:lnTo>
                <a:lnTo>
                  <a:pt x="712" y="731"/>
                </a:lnTo>
                <a:lnTo>
                  <a:pt x="711" y="731"/>
                </a:lnTo>
                <a:lnTo>
                  <a:pt x="710" y="731"/>
                </a:lnTo>
                <a:lnTo>
                  <a:pt x="709" y="731"/>
                </a:lnTo>
                <a:lnTo>
                  <a:pt x="708" y="731"/>
                </a:lnTo>
                <a:lnTo>
                  <a:pt x="708" y="730"/>
                </a:lnTo>
                <a:lnTo>
                  <a:pt x="707" y="730"/>
                </a:lnTo>
                <a:lnTo>
                  <a:pt x="707" y="729"/>
                </a:lnTo>
                <a:lnTo>
                  <a:pt x="706" y="729"/>
                </a:lnTo>
                <a:lnTo>
                  <a:pt x="706" y="728"/>
                </a:lnTo>
                <a:lnTo>
                  <a:pt x="705" y="727"/>
                </a:lnTo>
                <a:lnTo>
                  <a:pt x="705" y="728"/>
                </a:lnTo>
                <a:lnTo>
                  <a:pt x="704" y="728"/>
                </a:lnTo>
                <a:lnTo>
                  <a:pt x="704" y="729"/>
                </a:lnTo>
                <a:lnTo>
                  <a:pt x="703" y="729"/>
                </a:lnTo>
                <a:lnTo>
                  <a:pt x="704" y="729"/>
                </a:lnTo>
                <a:lnTo>
                  <a:pt x="704" y="730"/>
                </a:lnTo>
                <a:lnTo>
                  <a:pt x="705" y="731"/>
                </a:lnTo>
                <a:lnTo>
                  <a:pt x="706" y="731"/>
                </a:lnTo>
                <a:lnTo>
                  <a:pt x="706" y="732"/>
                </a:lnTo>
                <a:lnTo>
                  <a:pt x="707" y="732"/>
                </a:lnTo>
                <a:lnTo>
                  <a:pt x="707" y="733"/>
                </a:lnTo>
                <a:lnTo>
                  <a:pt x="707" y="734"/>
                </a:lnTo>
                <a:lnTo>
                  <a:pt x="706" y="734"/>
                </a:lnTo>
                <a:lnTo>
                  <a:pt x="705" y="734"/>
                </a:lnTo>
                <a:lnTo>
                  <a:pt x="704" y="734"/>
                </a:lnTo>
                <a:lnTo>
                  <a:pt x="704" y="733"/>
                </a:lnTo>
                <a:lnTo>
                  <a:pt x="703" y="733"/>
                </a:lnTo>
                <a:lnTo>
                  <a:pt x="702" y="733"/>
                </a:lnTo>
                <a:lnTo>
                  <a:pt x="702" y="734"/>
                </a:lnTo>
                <a:lnTo>
                  <a:pt x="701" y="735"/>
                </a:lnTo>
                <a:lnTo>
                  <a:pt x="701" y="736"/>
                </a:lnTo>
                <a:lnTo>
                  <a:pt x="700" y="736"/>
                </a:lnTo>
                <a:lnTo>
                  <a:pt x="700" y="735"/>
                </a:lnTo>
                <a:lnTo>
                  <a:pt x="699" y="735"/>
                </a:lnTo>
                <a:lnTo>
                  <a:pt x="698" y="734"/>
                </a:lnTo>
                <a:lnTo>
                  <a:pt x="697" y="734"/>
                </a:lnTo>
                <a:lnTo>
                  <a:pt x="696" y="734"/>
                </a:lnTo>
                <a:lnTo>
                  <a:pt x="695" y="734"/>
                </a:lnTo>
                <a:lnTo>
                  <a:pt x="694" y="735"/>
                </a:lnTo>
                <a:lnTo>
                  <a:pt x="693" y="734"/>
                </a:lnTo>
                <a:lnTo>
                  <a:pt x="692" y="733"/>
                </a:lnTo>
                <a:lnTo>
                  <a:pt x="692" y="734"/>
                </a:lnTo>
                <a:lnTo>
                  <a:pt x="691" y="734"/>
                </a:lnTo>
                <a:lnTo>
                  <a:pt x="690" y="734"/>
                </a:lnTo>
                <a:lnTo>
                  <a:pt x="690" y="733"/>
                </a:lnTo>
                <a:lnTo>
                  <a:pt x="688" y="733"/>
                </a:lnTo>
                <a:lnTo>
                  <a:pt x="687" y="733"/>
                </a:lnTo>
                <a:lnTo>
                  <a:pt x="687" y="732"/>
                </a:lnTo>
                <a:lnTo>
                  <a:pt x="686" y="732"/>
                </a:lnTo>
                <a:lnTo>
                  <a:pt x="686" y="731"/>
                </a:lnTo>
                <a:lnTo>
                  <a:pt x="686" y="732"/>
                </a:lnTo>
                <a:lnTo>
                  <a:pt x="685" y="732"/>
                </a:lnTo>
                <a:lnTo>
                  <a:pt x="684" y="732"/>
                </a:lnTo>
                <a:lnTo>
                  <a:pt x="683" y="732"/>
                </a:lnTo>
                <a:lnTo>
                  <a:pt x="682" y="732"/>
                </a:lnTo>
                <a:lnTo>
                  <a:pt x="681" y="732"/>
                </a:lnTo>
                <a:lnTo>
                  <a:pt x="680" y="733"/>
                </a:lnTo>
                <a:lnTo>
                  <a:pt x="679" y="733"/>
                </a:lnTo>
                <a:lnTo>
                  <a:pt x="679" y="734"/>
                </a:lnTo>
                <a:lnTo>
                  <a:pt x="680" y="735"/>
                </a:lnTo>
                <a:lnTo>
                  <a:pt x="680" y="736"/>
                </a:lnTo>
                <a:lnTo>
                  <a:pt x="681" y="736"/>
                </a:lnTo>
                <a:lnTo>
                  <a:pt x="682" y="736"/>
                </a:lnTo>
                <a:lnTo>
                  <a:pt x="682" y="737"/>
                </a:lnTo>
                <a:lnTo>
                  <a:pt x="682" y="738"/>
                </a:lnTo>
                <a:lnTo>
                  <a:pt x="681" y="739"/>
                </a:lnTo>
                <a:lnTo>
                  <a:pt x="680" y="740"/>
                </a:lnTo>
                <a:lnTo>
                  <a:pt x="679" y="739"/>
                </a:lnTo>
                <a:lnTo>
                  <a:pt x="678" y="739"/>
                </a:lnTo>
                <a:lnTo>
                  <a:pt x="678" y="738"/>
                </a:lnTo>
                <a:lnTo>
                  <a:pt x="677" y="738"/>
                </a:lnTo>
                <a:lnTo>
                  <a:pt x="676" y="737"/>
                </a:lnTo>
                <a:lnTo>
                  <a:pt x="675" y="737"/>
                </a:lnTo>
                <a:lnTo>
                  <a:pt x="675" y="738"/>
                </a:lnTo>
                <a:lnTo>
                  <a:pt x="674" y="739"/>
                </a:lnTo>
                <a:lnTo>
                  <a:pt x="673" y="739"/>
                </a:lnTo>
                <a:lnTo>
                  <a:pt x="673" y="740"/>
                </a:lnTo>
                <a:lnTo>
                  <a:pt x="673" y="741"/>
                </a:lnTo>
                <a:lnTo>
                  <a:pt x="674" y="741"/>
                </a:lnTo>
                <a:lnTo>
                  <a:pt x="673" y="742"/>
                </a:lnTo>
                <a:lnTo>
                  <a:pt x="672" y="741"/>
                </a:lnTo>
                <a:lnTo>
                  <a:pt x="672" y="739"/>
                </a:lnTo>
                <a:lnTo>
                  <a:pt x="671" y="739"/>
                </a:lnTo>
                <a:lnTo>
                  <a:pt x="671" y="738"/>
                </a:lnTo>
                <a:lnTo>
                  <a:pt x="671" y="739"/>
                </a:lnTo>
                <a:lnTo>
                  <a:pt x="670" y="739"/>
                </a:lnTo>
                <a:lnTo>
                  <a:pt x="670" y="738"/>
                </a:lnTo>
                <a:lnTo>
                  <a:pt x="669" y="738"/>
                </a:lnTo>
                <a:lnTo>
                  <a:pt x="669" y="737"/>
                </a:lnTo>
                <a:lnTo>
                  <a:pt x="668" y="737"/>
                </a:lnTo>
                <a:lnTo>
                  <a:pt x="667" y="737"/>
                </a:lnTo>
                <a:lnTo>
                  <a:pt x="667" y="736"/>
                </a:lnTo>
                <a:lnTo>
                  <a:pt x="666" y="736"/>
                </a:lnTo>
                <a:lnTo>
                  <a:pt x="666" y="737"/>
                </a:lnTo>
                <a:lnTo>
                  <a:pt x="665" y="737"/>
                </a:lnTo>
                <a:lnTo>
                  <a:pt x="664" y="737"/>
                </a:lnTo>
                <a:lnTo>
                  <a:pt x="663" y="737"/>
                </a:lnTo>
                <a:lnTo>
                  <a:pt x="662" y="737"/>
                </a:lnTo>
                <a:lnTo>
                  <a:pt x="662" y="736"/>
                </a:lnTo>
                <a:lnTo>
                  <a:pt x="661" y="736"/>
                </a:lnTo>
                <a:lnTo>
                  <a:pt x="660" y="736"/>
                </a:lnTo>
                <a:lnTo>
                  <a:pt x="660" y="737"/>
                </a:lnTo>
                <a:lnTo>
                  <a:pt x="661" y="738"/>
                </a:lnTo>
                <a:lnTo>
                  <a:pt x="662" y="738"/>
                </a:lnTo>
                <a:lnTo>
                  <a:pt x="662" y="739"/>
                </a:lnTo>
                <a:lnTo>
                  <a:pt x="662" y="741"/>
                </a:lnTo>
                <a:lnTo>
                  <a:pt x="663" y="742"/>
                </a:lnTo>
                <a:lnTo>
                  <a:pt x="663" y="743"/>
                </a:lnTo>
                <a:lnTo>
                  <a:pt x="663" y="744"/>
                </a:lnTo>
                <a:lnTo>
                  <a:pt x="665" y="744"/>
                </a:lnTo>
                <a:lnTo>
                  <a:pt x="665" y="745"/>
                </a:lnTo>
                <a:lnTo>
                  <a:pt x="665" y="746"/>
                </a:lnTo>
                <a:lnTo>
                  <a:pt x="666" y="747"/>
                </a:lnTo>
                <a:lnTo>
                  <a:pt x="666" y="748"/>
                </a:lnTo>
                <a:lnTo>
                  <a:pt x="667" y="748"/>
                </a:lnTo>
                <a:lnTo>
                  <a:pt x="668" y="749"/>
                </a:lnTo>
                <a:lnTo>
                  <a:pt x="668" y="750"/>
                </a:lnTo>
                <a:lnTo>
                  <a:pt x="667" y="750"/>
                </a:lnTo>
                <a:lnTo>
                  <a:pt x="667" y="751"/>
                </a:lnTo>
                <a:lnTo>
                  <a:pt x="667" y="752"/>
                </a:lnTo>
                <a:lnTo>
                  <a:pt x="666" y="752"/>
                </a:lnTo>
                <a:lnTo>
                  <a:pt x="664" y="752"/>
                </a:lnTo>
                <a:lnTo>
                  <a:pt x="664" y="753"/>
                </a:lnTo>
                <a:lnTo>
                  <a:pt x="664" y="755"/>
                </a:lnTo>
                <a:lnTo>
                  <a:pt x="664" y="757"/>
                </a:lnTo>
                <a:lnTo>
                  <a:pt x="667" y="759"/>
                </a:lnTo>
                <a:lnTo>
                  <a:pt x="667" y="760"/>
                </a:lnTo>
                <a:lnTo>
                  <a:pt x="667" y="761"/>
                </a:lnTo>
                <a:lnTo>
                  <a:pt x="667" y="762"/>
                </a:lnTo>
                <a:lnTo>
                  <a:pt x="668" y="763"/>
                </a:lnTo>
                <a:lnTo>
                  <a:pt x="669" y="765"/>
                </a:lnTo>
                <a:lnTo>
                  <a:pt x="670" y="765"/>
                </a:lnTo>
                <a:lnTo>
                  <a:pt x="671" y="766"/>
                </a:lnTo>
                <a:lnTo>
                  <a:pt x="671" y="767"/>
                </a:lnTo>
                <a:lnTo>
                  <a:pt x="670" y="768"/>
                </a:lnTo>
                <a:lnTo>
                  <a:pt x="669" y="769"/>
                </a:lnTo>
                <a:lnTo>
                  <a:pt x="668" y="769"/>
                </a:lnTo>
                <a:lnTo>
                  <a:pt x="667" y="769"/>
                </a:lnTo>
                <a:lnTo>
                  <a:pt x="666" y="769"/>
                </a:lnTo>
                <a:lnTo>
                  <a:pt x="666" y="770"/>
                </a:lnTo>
                <a:lnTo>
                  <a:pt x="666" y="771"/>
                </a:lnTo>
                <a:lnTo>
                  <a:pt x="665" y="772"/>
                </a:lnTo>
                <a:lnTo>
                  <a:pt x="662" y="772"/>
                </a:lnTo>
                <a:lnTo>
                  <a:pt x="661" y="772"/>
                </a:lnTo>
                <a:lnTo>
                  <a:pt x="661" y="771"/>
                </a:lnTo>
                <a:lnTo>
                  <a:pt x="660" y="770"/>
                </a:lnTo>
                <a:lnTo>
                  <a:pt x="659" y="769"/>
                </a:lnTo>
                <a:lnTo>
                  <a:pt x="658" y="768"/>
                </a:lnTo>
                <a:lnTo>
                  <a:pt x="658" y="767"/>
                </a:lnTo>
                <a:lnTo>
                  <a:pt x="657" y="767"/>
                </a:lnTo>
                <a:lnTo>
                  <a:pt x="656" y="766"/>
                </a:lnTo>
                <a:lnTo>
                  <a:pt x="655" y="766"/>
                </a:lnTo>
                <a:lnTo>
                  <a:pt x="655" y="767"/>
                </a:lnTo>
                <a:lnTo>
                  <a:pt x="656" y="768"/>
                </a:lnTo>
                <a:lnTo>
                  <a:pt x="655" y="769"/>
                </a:lnTo>
                <a:lnTo>
                  <a:pt x="653" y="768"/>
                </a:lnTo>
                <a:lnTo>
                  <a:pt x="652" y="767"/>
                </a:lnTo>
                <a:lnTo>
                  <a:pt x="651" y="767"/>
                </a:lnTo>
                <a:lnTo>
                  <a:pt x="651" y="766"/>
                </a:lnTo>
                <a:lnTo>
                  <a:pt x="651" y="765"/>
                </a:lnTo>
                <a:lnTo>
                  <a:pt x="650" y="765"/>
                </a:lnTo>
                <a:lnTo>
                  <a:pt x="650" y="766"/>
                </a:lnTo>
                <a:lnTo>
                  <a:pt x="649" y="766"/>
                </a:lnTo>
                <a:lnTo>
                  <a:pt x="647" y="768"/>
                </a:lnTo>
                <a:lnTo>
                  <a:pt x="646" y="768"/>
                </a:lnTo>
                <a:lnTo>
                  <a:pt x="645" y="767"/>
                </a:lnTo>
                <a:lnTo>
                  <a:pt x="644" y="766"/>
                </a:lnTo>
                <a:lnTo>
                  <a:pt x="643" y="766"/>
                </a:lnTo>
                <a:lnTo>
                  <a:pt x="643" y="765"/>
                </a:lnTo>
                <a:lnTo>
                  <a:pt x="642" y="765"/>
                </a:lnTo>
                <a:lnTo>
                  <a:pt x="642" y="764"/>
                </a:lnTo>
                <a:lnTo>
                  <a:pt x="641" y="764"/>
                </a:lnTo>
                <a:lnTo>
                  <a:pt x="640" y="763"/>
                </a:lnTo>
                <a:lnTo>
                  <a:pt x="639" y="762"/>
                </a:lnTo>
                <a:lnTo>
                  <a:pt x="638" y="762"/>
                </a:lnTo>
                <a:lnTo>
                  <a:pt x="637" y="762"/>
                </a:lnTo>
                <a:lnTo>
                  <a:pt x="637" y="761"/>
                </a:lnTo>
                <a:lnTo>
                  <a:pt x="635" y="760"/>
                </a:lnTo>
                <a:lnTo>
                  <a:pt x="634" y="759"/>
                </a:lnTo>
                <a:lnTo>
                  <a:pt x="634" y="758"/>
                </a:lnTo>
                <a:lnTo>
                  <a:pt x="634" y="757"/>
                </a:lnTo>
                <a:lnTo>
                  <a:pt x="634" y="756"/>
                </a:lnTo>
                <a:lnTo>
                  <a:pt x="633" y="756"/>
                </a:lnTo>
                <a:lnTo>
                  <a:pt x="633" y="755"/>
                </a:lnTo>
                <a:lnTo>
                  <a:pt x="632" y="755"/>
                </a:lnTo>
                <a:lnTo>
                  <a:pt x="632" y="754"/>
                </a:lnTo>
                <a:lnTo>
                  <a:pt x="632" y="753"/>
                </a:lnTo>
                <a:lnTo>
                  <a:pt x="632" y="752"/>
                </a:lnTo>
                <a:lnTo>
                  <a:pt x="631" y="751"/>
                </a:lnTo>
                <a:lnTo>
                  <a:pt x="631" y="750"/>
                </a:lnTo>
                <a:lnTo>
                  <a:pt x="630" y="747"/>
                </a:lnTo>
                <a:lnTo>
                  <a:pt x="630" y="746"/>
                </a:lnTo>
                <a:lnTo>
                  <a:pt x="628" y="746"/>
                </a:lnTo>
                <a:lnTo>
                  <a:pt x="628" y="747"/>
                </a:lnTo>
                <a:lnTo>
                  <a:pt x="627" y="747"/>
                </a:lnTo>
                <a:lnTo>
                  <a:pt x="622" y="747"/>
                </a:lnTo>
                <a:lnTo>
                  <a:pt x="620" y="747"/>
                </a:lnTo>
                <a:lnTo>
                  <a:pt x="619" y="747"/>
                </a:lnTo>
                <a:lnTo>
                  <a:pt x="618" y="746"/>
                </a:lnTo>
                <a:lnTo>
                  <a:pt x="617" y="746"/>
                </a:lnTo>
                <a:lnTo>
                  <a:pt x="617" y="747"/>
                </a:lnTo>
                <a:lnTo>
                  <a:pt x="615" y="748"/>
                </a:lnTo>
                <a:lnTo>
                  <a:pt x="614" y="748"/>
                </a:lnTo>
                <a:lnTo>
                  <a:pt x="613" y="748"/>
                </a:lnTo>
                <a:lnTo>
                  <a:pt x="612" y="748"/>
                </a:lnTo>
                <a:lnTo>
                  <a:pt x="613" y="751"/>
                </a:lnTo>
                <a:lnTo>
                  <a:pt x="614" y="751"/>
                </a:lnTo>
                <a:lnTo>
                  <a:pt x="614" y="753"/>
                </a:lnTo>
                <a:lnTo>
                  <a:pt x="614" y="754"/>
                </a:lnTo>
                <a:lnTo>
                  <a:pt x="613" y="755"/>
                </a:lnTo>
                <a:lnTo>
                  <a:pt x="612" y="755"/>
                </a:lnTo>
                <a:lnTo>
                  <a:pt x="611" y="757"/>
                </a:lnTo>
                <a:lnTo>
                  <a:pt x="611" y="758"/>
                </a:lnTo>
                <a:lnTo>
                  <a:pt x="612" y="759"/>
                </a:lnTo>
                <a:lnTo>
                  <a:pt x="612" y="760"/>
                </a:lnTo>
                <a:lnTo>
                  <a:pt x="611" y="760"/>
                </a:lnTo>
                <a:lnTo>
                  <a:pt x="611" y="761"/>
                </a:lnTo>
                <a:lnTo>
                  <a:pt x="611" y="762"/>
                </a:lnTo>
                <a:lnTo>
                  <a:pt x="612" y="762"/>
                </a:lnTo>
                <a:lnTo>
                  <a:pt x="613" y="762"/>
                </a:lnTo>
                <a:lnTo>
                  <a:pt x="614" y="762"/>
                </a:lnTo>
                <a:lnTo>
                  <a:pt x="614" y="763"/>
                </a:lnTo>
                <a:lnTo>
                  <a:pt x="616" y="764"/>
                </a:lnTo>
                <a:lnTo>
                  <a:pt x="615" y="765"/>
                </a:lnTo>
                <a:lnTo>
                  <a:pt x="615" y="766"/>
                </a:lnTo>
                <a:lnTo>
                  <a:pt x="616" y="767"/>
                </a:lnTo>
                <a:lnTo>
                  <a:pt x="617" y="768"/>
                </a:lnTo>
                <a:lnTo>
                  <a:pt x="618" y="769"/>
                </a:lnTo>
                <a:lnTo>
                  <a:pt x="618" y="771"/>
                </a:lnTo>
                <a:lnTo>
                  <a:pt x="617" y="771"/>
                </a:lnTo>
                <a:lnTo>
                  <a:pt x="618" y="772"/>
                </a:lnTo>
                <a:lnTo>
                  <a:pt x="618" y="773"/>
                </a:lnTo>
                <a:lnTo>
                  <a:pt x="617" y="773"/>
                </a:lnTo>
                <a:lnTo>
                  <a:pt x="616" y="774"/>
                </a:lnTo>
                <a:lnTo>
                  <a:pt x="615" y="774"/>
                </a:lnTo>
                <a:lnTo>
                  <a:pt x="616" y="776"/>
                </a:lnTo>
                <a:lnTo>
                  <a:pt x="616" y="777"/>
                </a:lnTo>
                <a:lnTo>
                  <a:pt x="615" y="777"/>
                </a:lnTo>
                <a:lnTo>
                  <a:pt x="615" y="778"/>
                </a:lnTo>
                <a:lnTo>
                  <a:pt x="614" y="779"/>
                </a:lnTo>
                <a:lnTo>
                  <a:pt x="613" y="779"/>
                </a:lnTo>
                <a:lnTo>
                  <a:pt x="612" y="779"/>
                </a:lnTo>
                <a:lnTo>
                  <a:pt x="611" y="779"/>
                </a:lnTo>
                <a:lnTo>
                  <a:pt x="610" y="779"/>
                </a:lnTo>
                <a:lnTo>
                  <a:pt x="609" y="779"/>
                </a:lnTo>
                <a:lnTo>
                  <a:pt x="609" y="778"/>
                </a:lnTo>
                <a:lnTo>
                  <a:pt x="609" y="776"/>
                </a:lnTo>
                <a:lnTo>
                  <a:pt x="609" y="774"/>
                </a:lnTo>
                <a:lnTo>
                  <a:pt x="609" y="773"/>
                </a:lnTo>
                <a:lnTo>
                  <a:pt x="609" y="772"/>
                </a:lnTo>
                <a:lnTo>
                  <a:pt x="608" y="772"/>
                </a:lnTo>
                <a:lnTo>
                  <a:pt x="609" y="771"/>
                </a:lnTo>
                <a:lnTo>
                  <a:pt x="608" y="770"/>
                </a:lnTo>
                <a:lnTo>
                  <a:pt x="607" y="769"/>
                </a:lnTo>
                <a:lnTo>
                  <a:pt x="606" y="769"/>
                </a:lnTo>
                <a:lnTo>
                  <a:pt x="605" y="769"/>
                </a:lnTo>
                <a:lnTo>
                  <a:pt x="605" y="768"/>
                </a:lnTo>
                <a:lnTo>
                  <a:pt x="604" y="768"/>
                </a:lnTo>
                <a:lnTo>
                  <a:pt x="601" y="767"/>
                </a:lnTo>
                <a:lnTo>
                  <a:pt x="600" y="766"/>
                </a:lnTo>
                <a:lnTo>
                  <a:pt x="599" y="766"/>
                </a:lnTo>
                <a:lnTo>
                  <a:pt x="599" y="765"/>
                </a:lnTo>
                <a:lnTo>
                  <a:pt x="598" y="764"/>
                </a:lnTo>
                <a:lnTo>
                  <a:pt x="595" y="762"/>
                </a:lnTo>
                <a:lnTo>
                  <a:pt x="594" y="760"/>
                </a:lnTo>
                <a:lnTo>
                  <a:pt x="594" y="759"/>
                </a:lnTo>
                <a:lnTo>
                  <a:pt x="594" y="758"/>
                </a:lnTo>
                <a:lnTo>
                  <a:pt x="594" y="757"/>
                </a:lnTo>
                <a:lnTo>
                  <a:pt x="593" y="757"/>
                </a:lnTo>
                <a:lnTo>
                  <a:pt x="591" y="757"/>
                </a:lnTo>
                <a:lnTo>
                  <a:pt x="588" y="757"/>
                </a:lnTo>
                <a:lnTo>
                  <a:pt x="586" y="757"/>
                </a:lnTo>
                <a:lnTo>
                  <a:pt x="584" y="760"/>
                </a:lnTo>
                <a:lnTo>
                  <a:pt x="583" y="762"/>
                </a:lnTo>
                <a:lnTo>
                  <a:pt x="583" y="763"/>
                </a:lnTo>
                <a:lnTo>
                  <a:pt x="582" y="765"/>
                </a:lnTo>
                <a:lnTo>
                  <a:pt x="582" y="766"/>
                </a:lnTo>
                <a:lnTo>
                  <a:pt x="582" y="767"/>
                </a:lnTo>
                <a:lnTo>
                  <a:pt x="582" y="768"/>
                </a:lnTo>
                <a:lnTo>
                  <a:pt x="582" y="769"/>
                </a:lnTo>
                <a:lnTo>
                  <a:pt x="580" y="771"/>
                </a:lnTo>
                <a:lnTo>
                  <a:pt x="579" y="771"/>
                </a:lnTo>
                <a:lnTo>
                  <a:pt x="578" y="771"/>
                </a:lnTo>
                <a:lnTo>
                  <a:pt x="578" y="769"/>
                </a:lnTo>
                <a:lnTo>
                  <a:pt x="577" y="769"/>
                </a:lnTo>
                <a:lnTo>
                  <a:pt x="577" y="767"/>
                </a:lnTo>
                <a:lnTo>
                  <a:pt x="576" y="766"/>
                </a:lnTo>
                <a:lnTo>
                  <a:pt x="576" y="765"/>
                </a:lnTo>
                <a:lnTo>
                  <a:pt x="575" y="764"/>
                </a:lnTo>
                <a:lnTo>
                  <a:pt x="574" y="764"/>
                </a:lnTo>
                <a:lnTo>
                  <a:pt x="572" y="763"/>
                </a:lnTo>
                <a:lnTo>
                  <a:pt x="570" y="763"/>
                </a:lnTo>
                <a:lnTo>
                  <a:pt x="561" y="760"/>
                </a:lnTo>
                <a:lnTo>
                  <a:pt x="561" y="761"/>
                </a:lnTo>
                <a:lnTo>
                  <a:pt x="560" y="761"/>
                </a:lnTo>
                <a:lnTo>
                  <a:pt x="560" y="762"/>
                </a:lnTo>
                <a:lnTo>
                  <a:pt x="559" y="762"/>
                </a:lnTo>
                <a:lnTo>
                  <a:pt x="558" y="762"/>
                </a:lnTo>
                <a:lnTo>
                  <a:pt x="557" y="762"/>
                </a:lnTo>
                <a:lnTo>
                  <a:pt x="557" y="764"/>
                </a:lnTo>
                <a:lnTo>
                  <a:pt x="557" y="765"/>
                </a:lnTo>
                <a:lnTo>
                  <a:pt x="556" y="765"/>
                </a:lnTo>
                <a:lnTo>
                  <a:pt x="555" y="765"/>
                </a:lnTo>
                <a:lnTo>
                  <a:pt x="553" y="765"/>
                </a:lnTo>
                <a:lnTo>
                  <a:pt x="551" y="764"/>
                </a:lnTo>
                <a:lnTo>
                  <a:pt x="551" y="763"/>
                </a:lnTo>
                <a:lnTo>
                  <a:pt x="549" y="761"/>
                </a:lnTo>
                <a:lnTo>
                  <a:pt x="549" y="760"/>
                </a:lnTo>
                <a:lnTo>
                  <a:pt x="548" y="760"/>
                </a:lnTo>
                <a:lnTo>
                  <a:pt x="547" y="759"/>
                </a:lnTo>
                <a:lnTo>
                  <a:pt x="546" y="759"/>
                </a:lnTo>
                <a:lnTo>
                  <a:pt x="546" y="758"/>
                </a:lnTo>
                <a:lnTo>
                  <a:pt x="547" y="758"/>
                </a:lnTo>
                <a:lnTo>
                  <a:pt x="547" y="757"/>
                </a:lnTo>
                <a:lnTo>
                  <a:pt x="546" y="756"/>
                </a:lnTo>
                <a:lnTo>
                  <a:pt x="545" y="756"/>
                </a:lnTo>
                <a:lnTo>
                  <a:pt x="545" y="755"/>
                </a:lnTo>
                <a:lnTo>
                  <a:pt x="544" y="755"/>
                </a:lnTo>
                <a:lnTo>
                  <a:pt x="543" y="753"/>
                </a:lnTo>
                <a:lnTo>
                  <a:pt x="543" y="752"/>
                </a:lnTo>
                <a:lnTo>
                  <a:pt x="543" y="751"/>
                </a:lnTo>
                <a:lnTo>
                  <a:pt x="543" y="750"/>
                </a:lnTo>
                <a:lnTo>
                  <a:pt x="542" y="749"/>
                </a:lnTo>
                <a:lnTo>
                  <a:pt x="542" y="748"/>
                </a:lnTo>
                <a:lnTo>
                  <a:pt x="542" y="747"/>
                </a:lnTo>
                <a:lnTo>
                  <a:pt x="541" y="747"/>
                </a:lnTo>
                <a:lnTo>
                  <a:pt x="540" y="747"/>
                </a:lnTo>
                <a:lnTo>
                  <a:pt x="540" y="746"/>
                </a:lnTo>
                <a:lnTo>
                  <a:pt x="539" y="746"/>
                </a:lnTo>
                <a:lnTo>
                  <a:pt x="538" y="746"/>
                </a:lnTo>
                <a:lnTo>
                  <a:pt x="538" y="745"/>
                </a:lnTo>
                <a:lnTo>
                  <a:pt x="538" y="744"/>
                </a:lnTo>
                <a:lnTo>
                  <a:pt x="538" y="743"/>
                </a:lnTo>
                <a:lnTo>
                  <a:pt x="538" y="742"/>
                </a:lnTo>
                <a:lnTo>
                  <a:pt x="539" y="741"/>
                </a:lnTo>
                <a:lnTo>
                  <a:pt x="539" y="740"/>
                </a:lnTo>
                <a:lnTo>
                  <a:pt x="540" y="739"/>
                </a:lnTo>
                <a:lnTo>
                  <a:pt x="541" y="739"/>
                </a:lnTo>
                <a:lnTo>
                  <a:pt x="541" y="738"/>
                </a:lnTo>
                <a:lnTo>
                  <a:pt x="542" y="738"/>
                </a:lnTo>
                <a:lnTo>
                  <a:pt x="543" y="738"/>
                </a:lnTo>
                <a:lnTo>
                  <a:pt x="544" y="738"/>
                </a:lnTo>
                <a:lnTo>
                  <a:pt x="544" y="739"/>
                </a:lnTo>
                <a:lnTo>
                  <a:pt x="545" y="738"/>
                </a:lnTo>
                <a:lnTo>
                  <a:pt x="546" y="738"/>
                </a:lnTo>
                <a:lnTo>
                  <a:pt x="546" y="737"/>
                </a:lnTo>
                <a:lnTo>
                  <a:pt x="545" y="737"/>
                </a:lnTo>
                <a:lnTo>
                  <a:pt x="544" y="736"/>
                </a:lnTo>
                <a:lnTo>
                  <a:pt x="543" y="735"/>
                </a:lnTo>
                <a:lnTo>
                  <a:pt x="543" y="734"/>
                </a:lnTo>
                <a:lnTo>
                  <a:pt x="543" y="733"/>
                </a:lnTo>
                <a:lnTo>
                  <a:pt x="544" y="733"/>
                </a:lnTo>
                <a:lnTo>
                  <a:pt x="544" y="732"/>
                </a:lnTo>
                <a:lnTo>
                  <a:pt x="545" y="732"/>
                </a:lnTo>
                <a:lnTo>
                  <a:pt x="546" y="732"/>
                </a:lnTo>
                <a:lnTo>
                  <a:pt x="546" y="731"/>
                </a:lnTo>
                <a:lnTo>
                  <a:pt x="546" y="730"/>
                </a:lnTo>
                <a:lnTo>
                  <a:pt x="546" y="728"/>
                </a:lnTo>
                <a:lnTo>
                  <a:pt x="546" y="727"/>
                </a:lnTo>
                <a:lnTo>
                  <a:pt x="545" y="727"/>
                </a:lnTo>
                <a:lnTo>
                  <a:pt x="545" y="726"/>
                </a:lnTo>
                <a:lnTo>
                  <a:pt x="544" y="726"/>
                </a:lnTo>
                <a:lnTo>
                  <a:pt x="544" y="725"/>
                </a:lnTo>
                <a:lnTo>
                  <a:pt x="545" y="725"/>
                </a:lnTo>
                <a:lnTo>
                  <a:pt x="545" y="724"/>
                </a:lnTo>
                <a:lnTo>
                  <a:pt x="544" y="724"/>
                </a:lnTo>
                <a:lnTo>
                  <a:pt x="544" y="723"/>
                </a:lnTo>
                <a:lnTo>
                  <a:pt x="545" y="723"/>
                </a:lnTo>
                <a:lnTo>
                  <a:pt x="545" y="722"/>
                </a:lnTo>
                <a:lnTo>
                  <a:pt x="544" y="722"/>
                </a:lnTo>
                <a:lnTo>
                  <a:pt x="543" y="722"/>
                </a:lnTo>
                <a:lnTo>
                  <a:pt x="543" y="721"/>
                </a:lnTo>
                <a:lnTo>
                  <a:pt x="542" y="720"/>
                </a:lnTo>
                <a:lnTo>
                  <a:pt x="541" y="720"/>
                </a:lnTo>
                <a:lnTo>
                  <a:pt x="540" y="720"/>
                </a:lnTo>
                <a:lnTo>
                  <a:pt x="539" y="720"/>
                </a:lnTo>
                <a:lnTo>
                  <a:pt x="538" y="720"/>
                </a:lnTo>
                <a:lnTo>
                  <a:pt x="537" y="721"/>
                </a:lnTo>
                <a:lnTo>
                  <a:pt x="537" y="722"/>
                </a:lnTo>
                <a:lnTo>
                  <a:pt x="538" y="722"/>
                </a:lnTo>
                <a:lnTo>
                  <a:pt x="538" y="723"/>
                </a:lnTo>
                <a:lnTo>
                  <a:pt x="537" y="724"/>
                </a:lnTo>
                <a:lnTo>
                  <a:pt x="537" y="723"/>
                </a:lnTo>
                <a:lnTo>
                  <a:pt x="536" y="723"/>
                </a:lnTo>
                <a:lnTo>
                  <a:pt x="535" y="723"/>
                </a:lnTo>
                <a:lnTo>
                  <a:pt x="534" y="723"/>
                </a:lnTo>
                <a:lnTo>
                  <a:pt x="533" y="723"/>
                </a:lnTo>
                <a:lnTo>
                  <a:pt x="533" y="722"/>
                </a:lnTo>
                <a:lnTo>
                  <a:pt x="532" y="722"/>
                </a:lnTo>
                <a:lnTo>
                  <a:pt x="532" y="721"/>
                </a:lnTo>
                <a:lnTo>
                  <a:pt x="531" y="721"/>
                </a:lnTo>
                <a:lnTo>
                  <a:pt x="531" y="720"/>
                </a:lnTo>
                <a:lnTo>
                  <a:pt x="530" y="720"/>
                </a:lnTo>
                <a:lnTo>
                  <a:pt x="530" y="719"/>
                </a:lnTo>
                <a:lnTo>
                  <a:pt x="529" y="719"/>
                </a:lnTo>
                <a:lnTo>
                  <a:pt x="529" y="718"/>
                </a:lnTo>
                <a:lnTo>
                  <a:pt x="530" y="718"/>
                </a:lnTo>
                <a:lnTo>
                  <a:pt x="530" y="717"/>
                </a:lnTo>
                <a:lnTo>
                  <a:pt x="529" y="717"/>
                </a:lnTo>
                <a:lnTo>
                  <a:pt x="529" y="716"/>
                </a:lnTo>
                <a:lnTo>
                  <a:pt x="528" y="715"/>
                </a:lnTo>
                <a:lnTo>
                  <a:pt x="528" y="714"/>
                </a:lnTo>
                <a:lnTo>
                  <a:pt x="528" y="713"/>
                </a:lnTo>
                <a:lnTo>
                  <a:pt x="528" y="712"/>
                </a:lnTo>
                <a:lnTo>
                  <a:pt x="527" y="711"/>
                </a:lnTo>
                <a:lnTo>
                  <a:pt x="527" y="710"/>
                </a:lnTo>
                <a:lnTo>
                  <a:pt x="527" y="709"/>
                </a:lnTo>
                <a:lnTo>
                  <a:pt x="527" y="708"/>
                </a:lnTo>
                <a:lnTo>
                  <a:pt x="527" y="707"/>
                </a:lnTo>
                <a:lnTo>
                  <a:pt x="527" y="706"/>
                </a:lnTo>
                <a:lnTo>
                  <a:pt x="526" y="706"/>
                </a:lnTo>
                <a:lnTo>
                  <a:pt x="525" y="706"/>
                </a:lnTo>
                <a:lnTo>
                  <a:pt x="525" y="705"/>
                </a:lnTo>
                <a:lnTo>
                  <a:pt x="524" y="705"/>
                </a:lnTo>
                <a:lnTo>
                  <a:pt x="524" y="706"/>
                </a:lnTo>
                <a:lnTo>
                  <a:pt x="524" y="707"/>
                </a:lnTo>
                <a:lnTo>
                  <a:pt x="524" y="708"/>
                </a:lnTo>
                <a:lnTo>
                  <a:pt x="523" y="708"/>
                </a:lnTo>
                <a:lnTo>
                  <a:pt x="523" y="709"/>
                </a:lnTo>
                <a:lnTo>
                  <a:pt x="522" y="709"/>
                </a:lnTo>
                <a:lnTo>
                  <a:pt x="522" y="708"/>
                </a:lnTo>
                <a:lnTo>
                  <a:pt x="522" y="709"/>
                </a:lnTo>
                <a:lnTo>
                  <a:pt x="521" y="709"/>
                </a:lnTo>
                <a:lnTo>
                  <a:pt x="521" y="710"/>
                </a:lnTo>
                <a:lnTo>
                  <a:pt x="520" y="710"/>
                </a:lnTo>
                <a:lnTo>
                  <a:pt x="519" y="710"/>
                </a:lnTo>
                <a:lnTo>
                  <a:pt x="518" y="710"/>
                </a:lnTo>
                <a:lnTo>
                  <a:pt x="517" y="710"/>
                </a:lnTo>
                <a:lnTo>
                  <a:pt x="517" y="711"/>
                </a:lnTo>
                <a:lnTo>
                  <a:pt x="516" y="711"/>
                </a:lnTo>
                <a:lnTo>
                  <a:pt x="516" y="712"/>
                </a:lnTo>
                <a:lnTo>
                  <a:pt x="515" y="712"/>
                </a:lnTo>
                <a:lnTo>
                  <a:pt x="514" y="712"/>
                </a:lnTo>
                <a:lnTo>
                  <a:pt x="514" y="711"/>
                </a:lnTo>
                <a:lnTo>
                  <a:pt x="513" y="711"/>
                </a:lnTo>
                <a:lnTo>
                  <a:pt x="513" y="710"/>
                </a:lnTo>
                <a:lnTo>
                  <a:pt x="512" y="710"/>
                </a:lnTo>
                <a:lnTo>
                  <a:pt x="512" y="709"/>
                </a:lnTo>
                <a:lnTo>
                  <a:pt x="512" y="708"/>
                </a:lnTo>
                <a:lnTo>
                  <a:pt x="513" y="708"/>
                </a:lnTo>
                <a:lnTo>
                  <a:pt x="513" y="707"/>
                </a:lnTo>
                <a:lnTo>
                  <a:pt x="514" y="706"/>
                </a:lnTo>
                <a:lnTo>
                  <a:pt x="514" y="705"/>
                </a:lnTo>
                <a:lnTo>
                  <a:pt x="515" y="705"/>
                </a:lnTo>
                <a:lnTo>
                  <a:pt x="516" y="705"/>
                </a:lnTo>
                <a:lnTo>
                  <a:pt x="517" y="705"/>
                </a:lnTo>
                <a:lnTo>
                  <a:pt x="518" y="705"/>
                </a:lnTo>
                <a:lnTo>
                  <a:pt x="519" y="704"/>
                </a:lnTo>
                <a:lnTo>
                  <a:pt x="519" y="705"/>
                </a:lnTo>
                <a:lnTo>
                  <a:pt x="520" y="705"/>
                </a:lnTo>
                <a:lnTo>
                  <a:pt x="520" y="704"/>
                </a:lnTo>
                <a:lnTo>
                  <a:pt x="521" y="704"/>
                </a:lnTo>
                <a:lnTo>
                  <a:pt x="522" y="704"/>
                </a:lnTo>
                <a:lnTo>
                  <a:pt x="522" y="705"/>
                </a:lnTo>
                <a:lnTo>
                  <a:pt x="523" y="704"/>
                </a:lnTo>
                <a:lnTo>
                  <a:pt x="524" y="704"/>
                </a:lnTo>
                <a:lnTo>
                  <a:pt x="525" y="703"/>
                </a:lnTo>
                <a:lnTo>
                  <a:pt x="527" y="703"/>
                </a:lnTo>
                <a:lnTo>
                  <a:pt x="528" y="703"/>
                </a:lnTo>
                <a:lnTo>
                  <a:pt x="527" y="702"/>
                </a:lnTo>
                <a:lnTo>
                  <a:pt x="527" y="701"/>
                </a:lnTo>
                <a:lnTo>
                  <a:pt x="526" y="701"/>
                </a:lnTo>
                <a:lnTo>
                  <a:pt x="526" y="700"/>
                </a:lnTo>
                <a:lnTo>
                  <a:pt x="525" y="700"/>
                </a:lnTo>
                <a:lnTo>
                  <a:pt x="525" y="699"/>
                </a:lnTo>
                <a:lnTo>
                  <a:pt x="525" y="698"/>
                </a:lnTo>
                <a:lnTo>
                  <a:pt x="524" y="698"/>
                </a:lnTo>
                <a:lnTo>
                  <a:pt x="524" y="699"/>
                </a:lnTo>
                <a:lnTo>
                  <a:pt x="523" y="699"/>
                </a:lnTo>
                <a:lnTo>
                  <a:pt x="522" y="699"/>
                </a:lnTo>
                <a:lnTo>
                  <a:pt x="522" y="698"/>
                </a:lnTo>
                <a:lnTo>
                  <a:pt x="521" y="698"/>
                </a:lnTo>
                <a:lnTo>
                  <a:pt x="520" y="698"/>
                </a:lnTo>
                <a:lnTo>
                  <a:pt x="520" y="699"/>
                </a:lnTo>
                <a:lnTo>
                  <a:pt x="519" y="699"/>
                </a:lnTo>
                <a:lnTo>
                  <a:pt x="519" y="698"/>
                </a:lnTo>
                <a:lnTo>
                  <a:pt x="519" y="697"/>
                </a:lnTo>
                <a:lnTo>
                  <a:pt x="518" y="697"/>
                </a:lnTo>
                <a:lnTo>
                  <a:pt x="518" y="698"/>
                </a:lnTo>
                <a:lnTo>
                  <a:pt x="517" y="698"/>
                </a:lnTo>
                <a:lnTo>
                  <a:pt x="517" y="699"/>
                </a:lnTo>
                <a:lnTo>
                  <a:pt x="516" y="699"/>
                </a:lnTo>
                <a:lnTo>
                  <a:pt x="515" y="699"/>
                </a:lnTo>
                <a:lnTo>
                  <a:pt x="514" y="699"/>
                </a:lnTo>
                <a:lnTo>
                  <a:pt x="513" y="699"/>
                </a:lnTo>
                <a:lnTo>
                  <a:pt x="512" y="699"/>
                </a:lnTo>
                <a:lnTo>
                  <a:pt x="512" y="700"/>
                </a:lnTo>
                <a:lnTo>
                  <a:pt x="511" y="699"/>
                </a:lnTo>
                <a:lnTo>
                  <a:pt x="510" y="699"/>
                </a:lnTo>
                <a:lnTo>
                  <a:pt x="510" y="698"/>
                </a:lnTo>
                <a:lnTo>
                  <a:pt x="509" y="698"/>
                </a:lnTo>
                <a:lnTo>
                  <a:pt x="508" y="697"/>
                </a:lnTo>
                <a:lnTo>
                  <a:pt x="507" y="697"/>
                </a:lnTo>
                <a:lnTo>
                  <a:pt x="506" y="697"/>
                </a:lnTo>
                <a:lnTo>
                  <a:pt x="506" y="696"/>
                </a:lnTo>
                <a:lnTo>
                  <a:pt x="505" y="696"/>
                </a:lnTo>
                <a:lnTo>
                  <a:pt x="504" y="695"/>
                </a:lnTo>
                <a:lnTo>
                  <a:pt x="504" y="696"/>
                </a:lnTo>
                <a:lnTo>
                  <a:pt x="503" y="697"/>
                </a:lnTo>
                <a:lnTo>
                  <a:pt x="502" y="697"/>
                </a:lnTo>
                <a:lnTo>
                  <a:pt x="501" y="697"/>
                </a:lnTo>
                <a:lnTo>
                  <a:pt x="501" y="696"/>
                </a:lnTo>
                <a:lnTo>
                  <a:pt x="500" y="697"/>
                </a:lnTo>
                <a:lnTo>
                  <a:pt x="499" y="697"/>
                </a:lnTo>
                <a:lnTo>
                  <a:pt x="498" y="697"/>
                </a:lnTo>
                <a:lnTo>
                  <a:pt x="497" y="696"/>
                </a:lnTo>
                <a:lnTo>
                  <a:pt x="497" y="695"/>
                </a:lnTo>
                <a:lnTo>
                  <a:pt x="497" y="694"/>
                </a:lnTo>
                <a:lnTo>
                  <a:pt x="496" y="693"/>
                </a:lnTo>
                <a:lnTo>
                  <a:pt x="497" y="692"/>
                </a:lnTo>
                <a:lnTo>
                  <a:pt x="496" y="692"/>
                </a:lnTo>
                <a:lnTo>
                  <a:pt x="496" y="691"/>
                </a:lnTo>
                <a:lnTo>
                  <a:pt x="495" y="690"/>
                </a:lnTo>
                <a:lnTo>
                  <a:pt x="494" y="690"/>
                </a:lnTo>
                <a:lnTo>
                  <a:pt x="493" y="690"/>
                </a:lnTo>
                <a:lnTo>
                  <a:pt x="492" y="691"/>
                </a:lnTo>
                <a:lnTo>
                  <a:pt x="491" y="690"/>
                </a:lnTo>
                <a:lnTo>
                  <a:pt x="491" y="689"/>
                </a:lnTo>
                <a:lnTo>
                  <a:pt x="490" y="689"/>
                </a:lnTo>
                <a:lnTo>
                  <a:pt x="489" y="689"/>
                </a:lnTo>
                <a:lnTo>
                  <a:pt x="488" y="689"/>
                </a:lnTo>
                <a:lnTo>
                  <a:pt x="488" y="688"/>
                </a:lnTo>
                <a:lnTo>
                  <a:pt x="487" y="688"/>
                </a:lnTo>
                <a:lnTo>
                  <a:pt x="486" y="687"/>
                </a:lnTo>
                <a:lnTo>
                  <a:pt x="486" y="686"/>
                </a:lnTo>
                <a:lnTo>
                  <a:pt x="486" y="685"/>
                </a:lnTo>
                <a:lnTo>
                  <a:pt x="485" y="685"/>
                </a:lnTo>
                <a:lnTo>
                  <a:pt x="484" y="685"/>
                </a:lnTo>
                <a:lnTo>
                  <a:pt x="483" y="684"/>
                </a:lnTo>
                <a:lnTo>
                  <a:pt x="484" y="684"/>
                </a:lnTo>
                <a:lnTo>
                  <a:pt x="485" y="684"/>
                </a:lnTo>
                <a:lnTo>
                  <a:pt x="486" y="684"/>
                </a:lnTo>
                <a:lnTo>
                  <a:pt x="486" y="683"/>
                </a:lnTo>
                <a:lnTo>
                  <a:pt x="485" y="682"/>
                </a:lnTo>
                <a:lnTo>
                  <a:pt x="483" y="682"/>
                </a:lnTo>
                <a:lnTo>
                  <a:pt x="482" y="681"/>
                </a:lnTo>
                <a:lnTo>
                  <a:pt x="482" y="680"/>
                </a:lnTo>
                <a:lnTo>
                  <a:pt x="481" y="679"/>
                </a:lnTo>
                <a:lnTo>
                  <a:pt x="481" y="678"/>
                </a:lnTo>
                <a:lnTo>
                  <a:pt x="480" y="678"/>
                </a:lnTo>
                <a:lnTo>
                  <a:pt x="480" y="677"/>
                </a:lnTo>
                <a:lnTo>
                  <a:pt x="479" y="677"/>
                </a:lnTo>
                <a:lnTo>
                  <a:pt x="478" y="677"/>
                </a:lnTo>
                <a:lnTo>
                  <a:pt x="477" y="677"/>
                </a:lnTo>
                <a:lnTo>
                  <a:pt x="477" y="676"/>
                </a:lnTo>
                <a:lnTo>
                  <a:pt x="477" y="675"/>
                </a:lnTo>
                <a:lnTo>
                  <a:pt x="476" y="675"/>
                </a:lnTo>
                <a:lnTo>
                  <a:pt x="475" y="674"/>
                </a:lnTo>
                <a:lnTo>
                  <a:pt x="474" y="674"/>
                </a:lnTo>
                <a:lnTo>
                  <a:pt x="473" y="673"/>
                </a:lnTo>
                <a:lnTo>
                  <a:pt x="473" y="672"/>
                </a:lnTo>
                <a:lnTo>
                  <a:pt x="472" y="672"/>
                </a:lnTo>
                <a:lnTo>
                  <a:pt x="472" y="671"/>
                </a:lnTo>
                <a:lnTo>
                  <a:pt x="470" y="670"/>
                </a:lnTo>
                <a:lnTo>
                  <a:pt x="470" y="669"/>
                </a:lnTo>
                <a:lnTo>
                  <a:pt x="470" y="670"/>
                </a:lnTo>
                <a:lnTo>
                  <a:pt x="469" y="670"/>
                </a:lnTo>
                <a:lnTo>
                  <a:pt x="469" y="671"/>
                </a:lnTo>
                <a:lnTo>
                  <a:pt x="469" y="672"/>
                </a:lnTo>
                <a:lnTo>
                  <a:pt x="468" y="673"/>
                </a:lnTo>
                <a:lnTo>
                  <a:pt x="469" y="674"/>
                </a:lnTo>
                <a:lnTo>
                  <a:pt x="466" y="674"/>
                </a:lnTo>
                <a:lnTo>
                  <a:pt x="465" y="675"/>
                </a:lnTo>
                <a:lnTo>
                  <a:pt x="465" y="676"/>
                </a:lnTo>
                <a:lnTo>
                  <a:pt x="464" y="676"/>
                </a:lnTo>
                <a:lnTo>
                  <a:pt x="464" y="677"/>
                </a:lnTo>
                <a:lnTo>
                  <a:pt x="463" y="677"/>
                </a:lnTo>
                <a:lnTo>
                  <a:pt x="461" y="677"/>
                </a:lnTo>
                <a:lnTo>
                  <a:pt x="460" y="677"/>
                </a:lnTo>
                <a:lnTo>
                  <a:pt x="459" y="677"/>
                </a:lnTo>
                <a:lnTo>
                  <a:pt x="458" y="677"/>
                </a:lnTo>
                <a:lnTo>
                  <a:pt x="458" y="676"/>
                </a:lnTo>
                <a:lnTo>
                  <a:pt x="457" y="676"/>
                </a:lnTo>
                <a:lnTo>
                  <a:pt x="457" y="677"/>
                </a:lnTo>
                <a:lnTo>
                  <a:pt x="456" y="677"/>
                </a:lnTo>
                <a:lnTo>
                  <a:pt x="457" y="677"/>
                </a:lnTo>
                <a:lnTo>
                  <a:pt x="457" y="678"/>
                </a:lnTo>
                <a:lnTo>
                  <a:pt x="457" y="680"/>
                </a:lnTo>
                <a:lnTo>
                  <a:pt x="456" y="680"/>
                </a:lnTo>
                <a:lnTo>
                  <a:pt x="455" y="680"/>
                </a:lnTo>
                <a:lnTo>
                  <a:pt x="455" y="681"/>
                </a:lnTo>
                <a:lnTo>
                  <a:pt x="454" y="681"/>
                </a:lnTo>
                <a:lnTo>
                  <a:pt x="454" y="680"/>
                </a:lnTo>
                <a:lnTo>
                  <a:pt x="453" y="680"/>
                </a:lnTo>
                <a:lnTo>
                  <a:pt x="452" y="679"/>
                </a:lnTo>
                <a:lnTo>
                  <a:pt x="452" y="678"/>
                </a:lnTo>
                <a:lnTo>
                  <a:pt x="452" y="677"/>
                </a:lnTo>
                <a:lnTo>
                  <a:pt x="451" y="677"/>
                </a:lnTo>
                <a:lnTo>
                  <a:pt x="450" y="677"/>
                </a:lnTo>
                <a:lnTo>
                  <a:pt x="450" y="678"/>
                </a:lnTo>
                <a:lnTo>
                  <a:pt x="450" y="679"/>
                </a:lnTo>
                <a:lnTo>
                  <a:pt x="450" y="680"/>
                </a:lnTo>
                <a:lnTo>
                  <a:pt x="449" y="680"/>
                </a:lnTo>
                <a:lnTo>
                  <a:pt x="449" y="681"/>
                </a:lnTo>
                <a:lnTo>
                  <a:pt x="449" y="682"/>
                </a:lnTo>
                <a:lnTo>
                  <a:pt x="450" y="682"/>
                </a:lnTo>
                <a:lnTo>
                  <a:pt x="450" y="683"/>
                </a:lnTo>
                <a:lnTo>
                  <a:pt x="449" y="683"/>
                </a:lnTo>
                <a:lnTo>
                  <a:pt x="449" y="684"/>
                </a:lnTo>
                <a:lnTo>
                  <a:pt x="448" y="684"/>
                </a:lnTo>
                <a:lnTo>
                  <a:pt x="448" y="685"/>
                </a:lnTo>
                <a:lnTo>
                  <a:pt x="447" y="685"/>
                </a:lnTo>
                <a:lnTo>
                  <a:pt x="447" y="684"/>
                </a:lnTo>
                <a:lnTo>
                  <a:pt x="446" y="684"/>
                </a:lnTo>
                <a:lnTo>
                  <a:pt x="445" y="684"/>
                </a:lnTo>
                <a:lnTo>
                  <a:pt x="444" y="684"/>
                </a:lnTo>
                <a:lnTo>
                  <a:pt x="443" y="684"/>
                </a:lnTo>
                <a:lnTo>
                  <a:pt x="443" y="685"/>
                </a:lnTo>
                <a:lnTo>
                  <a:pt x="442" y="685"/>
                </a:lnTo>
                <a:lnTo>
                  <a:pt x="441" y="685"/>
                </a:lnTo>
                <a:lnTo>
                  <a:pt x="441" y="686"/>
                </a:lnTo>
                <a:lnTo>
                  <a:pt x="441" y="687"/>
                </a:lnTo>
                <a:lnTo>
                  <a:pt x="440" y="686"/>
                </a:lnTo>
                <a:lnTo>
                  <a:pt x="439" y="686"/>
                </a:lnTo>
                <a:lnTo>
                  <a:pt x="438" y="686"/>
                </a:lnTo>
                <a:lnTo>
                  <a:pt x="437" y="686"/>
                </a:lnTo>
                <a:lnTo>
                  <a:pt x="436" y="686"/>
                </a:lnTo>
                <a:lnTo>
                  <a:pt x="435" y="686"/>
                </a:lnTo>
                <a:lnTo>
                  <a:pt x="434" y="686"/>
                </a:lnTo>
                <a:lnTo>
                  <a:pt x="433" y="686"/>
                </a:lnTo>
                <a:lnTo>
                  <a:pt x="432" y="687"/>
                </a:lnTo>
                <a:lnTo>
                  <a:pt x="431" y="687"/>
                </a:lnTo>
                <a:lnTo>
                  <a:pt x="431" y="688"/>
                </a:lnTo>
                <a:lnTo>
                  <a:pt x="431" y="689"/>
                </a:lnTo>
                <a:lnTo>
                  <a:pt x="431" y="690"/>
                </a:lnTo>
                <a:lnTo>
                  <a:pt x="432" y="690"/>
                </a:lnTo>
                <a:lnTo>
                  <a:pt x="432" y="691"/>
                </a:lnTo>
                <a:lnTo>
                  <a:pt x="431" y="691"/>
                </a:lnTo>
                <a:lnTo>
                  <a:pt x="431" y="692"/>
                </a:lnTo>
                <a:lnTo>
                  <a:pt x="430" y="692"/>
                </a:lnTo>
                <a:lnTo>
                  <a:pt x="429" y="692"/>
                </a:lnTo>
                <a:lnTo>
                  <a:pt x="429" y="693"/>
                </a:lnTo>
                <a:lnTo>
                  <a:pt x="428" y="693"/>
                </a:lnTo>
                <a:lnTo>
                  <a:pt x="428" y="694"/>
                </a:lnTo>
                <a:lnTo>
                  <a:pt x="427" y="694"/>
                </a:lnTo>
                <a:lnTo>
                  <a:pt x="426" y="694"/>
                </a:lnTo>
                <a:lnTo>
                  <a:pt x="426" y="693"/>
                </a:lnTo>
                <a:lnTo>
                  <a:pt x="425" y="693"/>
                </a:lnTo>
                <a:lnTo>
                  <a:pt x="424" y="693"/>
                </a:lnTo>
                <a:lnTo>
                  <a:pt x="424" y="692"/>
                </a:lnTo>
                <a:lnTo>
                  <a:pt x="423" y="691"/>
                </a:lnTo>
                <a:lnTo>
                  <a:pt x="422" y="691"/>
                </a:lnTo>
                <a:lnTo>
                  <a:pt x="421" y="691"/>
                </a:lnTo>
                <a:lnTo>
                  <a:pt x="420" y="690"/>
                </a:lnTo>
                <a:lnTo>
                  <a:pt x="419" y="690"/>
                </a:lnTo>
                <a:lnTo>
                  <a:pt x="419" y="691"/>
                </a:lnTo>
                <a:lnTo>
                  <a:pt x="418" y="692"/>
                </a:lnTo>
                <a:lnTo>
                  <a:pt x="418" y="693"/>
                </a:lnTo>
                <a:lnTo>
                  <a:pt x="416" y="693"/>
                </a:lnTo>
                <a:lnTo>
                  <a:pt x="416" y="692"/>
                </a:lnTo>
                <a:lnTo>
                  <a:pt x="415" y="692"/>
                </a:lnTo>
                <a:lnTo>
                  <a:pt x="415" y="691"/>
                </a:lnTo>
                <a:lnTo>
                  <a:pt x="414" y="691"/>
                </a:lnTo>
                <a:lnTo>
                  <a:pt x="413" y="691"/>
                </a:lnTo>
                <a:lnTo>
                  <a:pt x="412" y="690"/>
                </a:lnTo>
                <a:lnTo>
                  <a:pt x="412" y="689"/>
                </a:lnTo>
                <a:lnTo>
                  <a:pt x="411" y="689"/>
                </a:lnTo>
                <a:lnTo>
                  <a:pt x="410" y="689"/>
                </a:lnTo>
                <a:lnTo>
                  <a:pt x="409" y="689"/>
                </a:lnTo>
                <a:lnTo>
                  <a:pt x="407" y="690"/>
                </a:lnTo>
                <a:lnTo>
                  <a:pt x="407" y="691"/>
                </a:lnTo>
                <a:lnTo>
                  <a:pt x="406" y="691"/>
                </a:lnTo>
                <a:lnTo>
                  <a:pt x="406" y="690"/>
                </a:lnTo>
                <a:lnTo>
                  <a:pt x="405" y="690"/>
                </a:lnTo>
                <a:lnTo>
                  <a:pt x="404" y="690"/>
                </a:lnTo>
                <a:lnTo>
                  <a:pt x="403" y="690"/>
                </a:lnTo>
                <a:lnTo>
                  <a:pt x="403" y="691"/>
                </a:lnTo>
                <a:lnTo>
                  <a:pt x="402" y="691"/>
                </a:lnTo>
                <a:lnTo>
                  <a:pt x="402" y="690"/>
                </a:lnTo>
                <a:lnTo>
                  <a:pt x="402" y="689"/>
                </a:lnTo>
                <a:lnTo>
                  <a:pt x="402" y="688"/>
                </a:lnTo>
                <a:lnTo>
                  <a:pt x="401" y="688"/>
                </a:lnTo>
                <a:lnTo>
                  <a:pt x="402" y="688"/>
                </a:lnTo>
                <a:lnTo>
                  <a:pt x="402" y="687"/>
                </a:lnTo>
                <a:lnTo>
                  <a:pt x="402" y="686"/>
                </a:lnTo>
                <a:lnTo>
                  <a:pt x="401" y="686"/>
                </a:lnTo>
                <a:lnTo>
                  <a:pt x="399" y="685"/>
                </a:lnTo>
                <a:lnTo>
                  <a:pt x="399" y="684"/>
                </a:lnTo>
                <a:lnTo>
                  <a:pt x="399" y="683"/>
                </a:lnTo>
                <a:lnTo>
                  <a:pt x="399" y="682"/>
                </a:lnTo>
                <a:lnTo>
                  <a:pt x="397" y="682"/>
                </a:lnTo>
                <a:lnTo>
                  <a:pt x="396" y="682"/>
                </a:lnTo>
                <a:lnTo>
                  <a:pt x="395" y="682"/>
                </a:lnTo>
                <a:lnTo>
                  <a:pt x="395" y="681"/>
                </a:lnTo>
                <a:lnTo>
                  <a:pt x="394" y="681"/>
                </a:lnTo>
                <a:lnTo>
                  <a:pt x="394" y="680"/>
                </a:lnTo>
                <a:lnTo>
                  <a:pt x="393" y="680"/>
                </a:lnTo>
                <a:lnTo>
                  <a:pt x="393" y="681"/>
                </a:lnTo>
                <a:lnTo>
                  <a:pt x="392" y="681"/>
                </a:lnTo>
                <a:lnTo>
                  <a:pt x="392" y="680"/>
                </a:lnTo>
                <a:lnTo>
                  <a:pt x="391" y="680"/>
                </a:lnTo>
                <a:lnTo>
                  <a:pt x="390" y="680"/>
                </a:lnTo>
                <a:lnTo>
                  <a:pt x="390" y="679"/>
                </a:lnTo>
                <a:lnTo>
                  <a:pt x="388" y="679"/>
                </a:lnTo>
                <a:lnTo>
                  <a:pt x="388" y="680"/>
                </a:lnTo>
                <a:lnTo>
                  <a:pt x="387" y="680"/>
                </a:lnTo>
                <a:lnTo>
                  <a:pt x="386" y="680"/>
                </a:lnTo>
                <a:lnTo>
                  <a:pt x="385" y="680"/>
                </a:lnTo>
                <a:lnTo>
                  <a:pt x="384" y="680"/>
                </a:lnTo>
                <a:lnTo>
                  <a:pt x="383" y="680"/>
                </a:lnTo>
                <a:lnTo>
                  <a:pt x="383" y="682"/>
                </a:lnTo>
                <a:lnTo>
                  <a:pt x="382" y="682"/>
                </a:lnTo>
                <a:lnTo>
                  <a:pt x="381" y="682"/>
                </a:lnTo>
                <a:lnTo>
                  <a:pt x="381" y="683"/>
                </a:lnTo>
                <a:lnTo>
                  <a:pt x="382" y="683"/>
                </a:lnTo>
                <a:lnTo>
                  <a:pt x="381" y="683"/>
                </a:lnTo>
                <a:lnTo>
                  <a:pt x="381" y="684"/>
                </a:lnTo>
                <a:lnTo>
                  <a:pt x="381" y="685"/>
                </a:lnTo>
                <a:lnTo>
                  <a:pt x="380" y="685"/>
                </a:lnTo>
                <a:lnTo>
                  <a:pt x="378" y="686"/>
                </a:lnTo>
                <a:lnTo>
                  <a:pt x="377" y="686"/>
                </a:lnTo>
                <a:lnTo>
                  <a:pt x="376" y="687"/>
                </a:lnTo>
                <a:lnTo>
                  <a:pt x="375" y="687"/>
                </a:lnTo>
                <a:lnTo>
                  <a:pt x="375" y="688"/>
                </a:lnTo>
                <a:lnTo>
                  <a:pt x="374" y="688"/>
                </a:lnTo>
                <a:lnTo>
                  <a:pt x="374" y="689"/>
                </a:lnTo>
                <a:lnTo>
                  <a:pt x="373" y="689"/>
                </a:lnTo>
                <a:lnTo>
                  <a:pt x="373" y="688"/>
                </a:lnTo>
                <a:lnTo>
                  <a:pt x="372" y="688"/>
                </a:lnTo>
                <a:lnTo>
                  <a:pt x="372" y="689"/>
                </a:lnTo>
                <a:lnTo>
                  <a:pt x="372" y="690"/>
                </a:lnTo>
                <a:lnTo>
                  <a:pt x="371" y="690"/>
                </a:lnTo>
                <a:lnTo>
                  <a:pt x="370" y="690"/>
                </a:lnTo>
                <a:lnTo>
                  <a:pt x="370" y="689"/>
                </a:lnTo>
                <a:lnTo>
                  <a:pt x="370" y="688"/>
                </a:lnTo>
                <a:lnTo>
                  <a:pt x="369" y="688"/>
                </a:lnTo>
                <a:lnTo>
                  <a:pt x="369" y="687"/>
                </a:lnTo>
                <a:lnTo>
                  <a:pt x="368" y="687"/>
                </a:lnTo>
                <a:lnTo>
                  <a:pt x="367" y="687"/>
                </a:lnTo>
                <a:lnTo>
                  <a:pt x="367" y="686"/>
                </a:lnTo>
                <a:lnTo>
                  <a:pt x="366" y="686"/>
                </a:lnTo>
                <a:lnTo>
                  <a:pt x="366" y="685"/>
                </a:lnTo>
                <a:lnTo>
                  <a:pt x="367" y="684"/>
                </a:lnTo>
                <a:lnTo>
                  <a:pt x="366" y="684"/>
                </a:lnTo>
                <a:lnTo>
                  <a:pt x="366" y="683"/>
                </a:lnTo>
                <a:lnTo>
                  <a:pt x="366" y="682"/>
                </a:lnTo>
                <a:lnTo>
                  <a:pt x="365" y="681"/>
                </a:lnTo>
                <a:lnTo>
                  <a:pt x="364" y="681"/>
                </a:lnTo>
                <a:lnTo>
                  <a:pt x="363" y="681"/>
                </a:lnTo>
                <a:lnTo>
                  <a:pt x="363" y="682"/>
                </a:lnTo>
                <a:lnTo>
                  <a:pt x="362" y="682"/>
                </a:lnTo>
                <a:lnTo>
                  <a:pt x="361" y="682"/>
                </a:lnTo>
                <a:lnTo>
                  <a:pt x="361" y="683"/>
                </a:lnTo>
                <a:lnTo>
                  <a:pt x="360" y="683"/>
                </a:lnTo>
                <a:lnTo>
                  <a:pt x="359" y="683"/>
                </a:lnTo>
                <a:lnTo>
                  <a:pt x="359" y="684"/>
                </a:lnTo>
                <a:lnTo>
                  <a:pt x="359" y="685"/>
                </a:lnTo>
                <a:lnTo>
                  <a:pt x="358" y="685"/>
                </a:lnTo>
                <a:lnTo>
                  <a:pt x="358" y="684"/>
                </a:lnTo>
                <a:lnTo>
                  <a:pt x="358" y="683"/>
                </a:lnTo>
                <a:lnTo>
                  <a:pt x="357" y="683"/>
                </a:lnTo>
                <a:lnTo>
                  <a:pt x="357" y="682"/>
                </a:lnTo>
                <a:lnTo>
                  <a:pt x="356" y="682"/>
                </a:lnTo>
                <a:lnTo>
                  <a:pt x="356" y="681"/>
                </a:lnTo>
                <a:lnTo>
                  <a:pt x="355" y="681"/>
                </a:lnTo>
                <a:lnTo>
                  <a:pt x="354" y="680"/>
                </a:lnTo>
                <a:lnTo>
                  <a:pt x="353" y="680"/>
                </a:lnTo>
                <a:lnTo>
                  <a:pt x="352" y="680"/>
                </a:lnTo>
                <a:lnTo>
                  <a:pt x="352" y="679"/>
                </a:lnTo>
                <a:lnTo>
                  <a:pt x="352" y="678"/>
                </a:lnTo>
                <a:lnTo>
                  <a:pt x="352" y="677"/>
                </a:lnTo>
                <a:lnTo>
                  <a:pt x="351" y="676"/>
                </a:lnTo>
                <a:lnTo>
                  <a:pt x="351" y="675"/>
                </a:lnTo>
                <a:lnTo>
                  <a:pt x="350" y="675"/>
                </a:lnTo>
                <a:lnTo>
                  <a:pt x="349" y="675"/>
                </a:lnTo>
                <a:lnTo>
                  <a:pt x="348" y="675"/>
                </a:lnTo>
                <a:lnTo>
                  <a:pt x="348" y="674"/>
                </a:lnTo>
                <a:lnTo>
                  <a:pt x="347" y="674"/>
                </a:lnTo>
                <a:lnTo>
                  <a:pt x="347" y="673"/>
                </a:lnTo>
                <a:lnTo>
                  <a:pt x="346" y="672"/>
                </a:lnTo>
                <a:lnTo>
                  <a:pt x="347" y="672"/>
                </a:lnTo>
                <a:lnTo>
                  <a:pt x="347" y="671"/>
                </a:lnTo>
                <a:lnTo>
                  <a:pt x="346" y="671"/>
                </a:lnTo>
                <a:lnTo>
                  <a:pt x="345" y="671"/>
                </a:lnTo>
                <a:lnTo>
                  <a:pt x="344" y="671"/>
                </a:lnTo>
                <a:lnTo>
                  <a:pt x="343" y="671"/>
                </a:lnTo>
                <a:lnTo>
                  <a:pt x="342" y="671"/>
                </a:lnTo>
                <a:lnTo>
                  <a:pt x="341" y="670"/>
                </a:lnTo>
                <a:lnTo>
                  <a:pt x="340" y="670"/>
                </a:lnTo>
                <a:lnTo>
                  <a:pt x="339" y="670"/>
                </a:lnTo>
                <a:lnTo>
                  <a:pt x="339" y="671"/>
                </a:lnTo>
                <a:lnTo>
                  <a:pt x="338" y="671"/>
                </a:lnTo>
                <a:lnTo>
                  <a:pt x="338" y="672"/>
                </a:lnTo>
                <a:lnTo>
                  <a:pt x="338" y="673"/>
                </a:lnTo>
                <a:lnTo>
                  <a:pt x="337" y="673"/>
                </a:lnTo>
                <a:lnTo>
                  <a:pt x="335" y="673"/>
                </a:lnTo>
                <a:lnTo>
                  <a:pt x="335" y="672"/>
                </a:lnTo>
                <a:lnTo>
                  <a:pt x="334" y="672"/>
                </a:lnTo>
                <a:lnTo>
                  <a:pt x="334" y="673"/>
                </a:lnTo>
                <a:lnTo>
                  <a:pt x="333" y="673"/>
                </a:lnTo>
                <a:lnTo>
                  <a:pt x="332" y="673"/>
                </a:lnTo>
                <a:lnTo>
                  <a:pt x="331" y="674"/>
                </a:lnTo>
                <a:lnTo>
                  <a:pt x="330" y="674"/>
                </a:lnTo>
                <a:lnTo>
                  <a:pt x="329" y="674"/>
                </a:lnTo>
                <a:lnTo>
                  <a:pt x="329" y="673"/>
                </a:lnTo>
                <a:lnTo>
                  <a:pt x="329" y="672"/>
                </a:lnTo>
                <a:lnTo>
                  <a:pt x="328" y="672"/>
                </a:lnTo>
                <a:lnTo>
                  <a:pt x="328" y="671"/>
                </a:lnTo>
                <a:lnTo>
                  <a:pt x="328" y="670"/>
                </a:lnTo>
                <a:lnTo>
                  <a:pt x="327" y="670"/>
                </a:lnTo>
                <a:lnTo>
                  <a:pt x="327" y="669"/>
                </a:lnTo>
                <a:lnTo>
                  <a:pt x="328" y="669"/>
                </a:lnTo>
                <a:lnTo>
                  <a:pt x="328" y="668"/>
                </a:lnTo>
                <a:lnTo>
                  <a:pt x="328" y="667"/>
                </a:lnTo>
                <a:lnTo>
                  <a:pt x="327" y="667"/>
                </a:lnTo>
                <a:lnTo>
                  <a:pt x="326" y="667"/>
                </a:lnTo>
                <a:lnTo>
                  <a:pt x="326" y="666"/>
                </a:lnTo>
                <a:lnTo>
                  <a:pt x="326" y="665"/>
                </a:lnTo>
                <a:lnTo>
                  <a:pt x="326" y="664"/>
                </a:lnTo>
                <a:lnTo>
                  <a:pt x="326" y="663"/>
                </a:lnTo>
                <a:lnTo>
                  <a:pt x="325" y="663"/>
                </a:lnTo>
                <a:lnTo>
                  <a:pt x="324" y="663"/>
                </a:lnTo>
                <a:lnTo>
                  <a:pt x="323" y="663"/>
                </a:lnTo>
                <a:lnTo>
                  <a:pt x="323" y="664"/>
                </a:lnTo>
                <a:lnTo>
                  <a:pt x="322" y="664"/>
                </a:lnTo>
                <a:lnTo>
                  <a:pt x="322" y="665"/>
                </a:lnTo>
                <a:lnTo>
                  <a:pt x="321" y="665"/>
                </a:lnTo>
                <a:lnTo>
                  <a:pt x="321" y="666"/>
                </a:lnTo>
                <a:lnTo>
                  <a:pt x="320" y="666"/>
                </a:lnTo>
                <a:lnTo>
                  <a:pt x="320" y="665"/>
                </a:lnTo>
                <a:lnTo>
                  <a:pt x="319" y="665"/>
                </a:lnTo>
                <a:lnTo>
                  <a:pt x="318" y="665"/>
                </a:lnTo>
                <a:lnTo>
                  <a:pt x="317" y="666"/>
                </a:lnTo>
                <a:lnTo>
                  <a:pt x="316" y="666"/>
                </a:lnTo>
                <a:lnTo>
                  <a:pt x="315" y="666"/>
                </a:lnTo>
                <a:lnTo>
                  <a:pt x="314" y="666"/>
                </a:lnTo>
                <a:lnTo>
                  <a:pt x="313" y="666"/>
                </a:lnTo>
                <a:lnTo>
                  <a:pt x="312" y="667"/>
                </a:lnTo>
                <a:lnTo>
                  <a:pt x="311" y="666"/>
                </a:lnTo>
                <a:lnTo>
                  <a:pt x="310" y="666"/>
                </a:lnTo>
                <a:lnTo>
                  <a:pt x="309" y="665"/>
                </a:lnTo>
                <a:lnTo>
                  <a:pt x="308" y="664"/>
                </a:lnTo>
                <a:lnTo>
                  <a:pt x="307" y="664"/>
                </a:lnTo>
                <a:lnTo>
                  <a:pt x="306" y="664"/>
                </a:lnTo>
                <a:lnTo>
                  <a:pt x="305" y="664"/>
                </a:lnTo>
                <a:lnTo>
                  <a:pt x="305" y="665"/>
                </a:lnTo>
                <a:lnTo>
                  <a:pt x="304" y="665"/>
                </a:lnTo>
                <a:lnTo>
                  <a:pt x="304" y="664"/>
                </a:lnTo>
                <a:lnTo>
                  <a:pt x="303" y="664"/>
                </a:lnTo>
                <a:lnTo>
                  <a:pt x="303" y="663"/>
                </a:lnTo>
                <a:lnTo>
                  <a:pt x="302" y="663"/>
                </a:lnTo>
                <a:lnTo>
                  <a:pt x="302" y="662"/>
                </a:lnTo>
                <a:lnTo>
                  <a:pt x="301" y="662"/>
                </a:lnTo>
                <a:lnTo>
                  <a:pt x="301" y="663"/>
                </a:lnTo>
                <a:lnTo>
                  <a:pt x="300" y="662"/>
                </a:lnTo>
                <a:lnTo>
                  <a:pt x="299" y="662"/>
                </a:lnTo>
                <a:lnTo>
                  <a:pt x="298" y="662"/>
                </a:lnTo>
                <a:lnTo>
                  <a:pt x="297" y="661"/>
                </a:lnTo>
                <a:lnTo>
                  <a:pt x="297" y="660"/>
                </a:lnTo>
                <a:lnTo>
                  <a:pt x="296" y="660"/>
                </a:lnTo>
                <a:lnTo>
                  <a:pt x="295" y="661"/>
                </a:lnTo>
                <a:lnTo>
                  <a:pt x="295" y="662"/>
                </a:lnTo>
                <a:lnTo>
                  <a:pt x="295" y="663"/>
                </a:lnTo>
                <a:lnTo>
                  <a:pt x="294" y="663"/>
                </a:lnTo>
                <a:lnTo>
                  <a:pt x="294" y="664"/>
                </a:lnTo>
                <a:lnTo>
                  <a:pt x="293" y="664"/>
                </a:lnTo>
                <a:lnTo>
                  <a:pt x="292" y="665"/>
                </a:lnTo>
                <a:lnTo>
                  <a:pt x="291" y="665"/>
                </a:lnTo>
                <a:lnTo>
                  <a:pt x="290" y="664"/>
                </a:lnTo>
                <a:lnTo>
                  <a:pt x="291" y="664"/>
                </a:lnTo>
                <a:lnTo>
                  <a:pt x="290" y="664"/>
                </a:lnTo>
                <a:lnTo>
                  <a:pt x="289" y="664"/>
                </a:lnTo>
                <a:lnTo>
                  <a:pt x="288" y="664"/>
                </a:lnTo>
                <a:lnTo>
                  <a:pt x="288" y="663"/>
                </a:lnTo>
                <a:lnTo>
                  <a:pt x="288" y="662"/>
                </a:lnTo>
                <a:lnTo>
                  <a:pt x="288" y="663"/>
                </a:lnTo>
                <a:lnTo>
                  <a:pt x="287" y="663"/>
                </a:lnTo>
                <a:lnTo>
                  <a:pt x="286" y="663"/>
                </a:lnTo>
                <a:lnTo>
                  <a:pt x="285" y="663"/>
                </a:lnTo>
                <a:lnTo>
                  <a:pt x="285" y="664"/>
                </a:lnTo>
                <a:lnTo>
                  <a:pt x="284" y="664"/>
                </a:lnTo>
                <a:lnTo>
                  <a:pt x="284" y="663"/>
                </a:lnTo>
                <a:lnTo>
                  <a:pt x="283" y="663"/>
                </a:lnTo>
                <a:lnTo>
                  <a:pt x="282" y="663"/>
                </a:lnTo>
                <a:lnTo>
                  <a:pt x="281" y="663"/>
                </a:lnTo>
                <a:lnTo>
                  <a:pt x="280" y="663"/>
                </a:lnTo>
                <a:lnTo>
                  <a:pt x="279" y="662"/>
                </a:lnTo>
                <a:lnTo>
                  <a:pt x="279" y="663"/>
                </a:lnTo>
                <a:lnTo>
                  <a:pt x="279" y="662"/>
                </a:lnTo>
                <a:lnTo>
                  <a:pt x="278" y="662"/>
                </a:lnTo>
                <a:lnTo>
                  <a:pt x="278" y="663"/>
                </a:lnTo>
                <a:lnTo>
                  <a:pt x="277" y="663"/>
                </a:lnTo>
                <a:lnTo>
                  <a:pt x="277" y="662"/>
                </a:lnTo>
                <a:lnTo>
                  <a:pt x="276" y="662"/>
                </a:lnTo>
                <a:lnTo>
                  <a:pt x="276" y="661"/>
                </a:lnTo>
                <a:lnTo>
                  <a:pt x="275" y="661"/>
                </a:lnTo>
                <a:lnTo>
                  <a:pt x="275" y="660"/>
                </a:lnTo>
                <a:lnTo>
                  <a:pt x="274" y="660"/>
                </a:lnTo>
                <a:lnTo>
                  <a:pt x="274" y="661"/>
                </a:lnTo>
                <a:lnTo>
                  <a:pt x="273" y="661"/>
                </a:lnTo>
                <a:lnTo>
                  <a:pt x="272" y="661"/>
                </a:lnTo>
                <a:lnTo>
                  <a:pt x="271" y="662"/>
                </a:lnTo>
                <a:lnTo>
                  <a:pt x="270" y="662"/>
                </a:lnTo>
                <a:lnTo>
                  <a:pt x="269" y="662"/>
                </a:lnTo>
                <a:lnTo>
                  <a:pt x="268" y="661"/>
                </a:lnTo>
                <a:lnTo>
                  <a:pt x="267" y="661"/>
                </a:lnTo>
                <a:lnTo>
                  <a:pt x="266" y="660"/>
                </a:lnTo>
                <a:lnTo>
                  <a:pt x="266" y="661"/>
                </a:lnTo>
                <a:lnTo>
                  <a:pt x="266" y="662"/>
                </a:lnTo>
                <a:lnTo>
                  <a:pt x="266" y="663"/>
                </a:lnTo>
                <a:lnTo>
                  <a:pt x="265" y="663"/>
                </a:lnTo>
                <a:lnTo>
                  <a:pt x="264" y="663"/>
                </a:lnTo>
                <a:lnTo>
                  <a:pt x="264" y="662"/>
                </a:lnTo>
                <a:lnTo>
                  <a:pt x="263" y="662"/>
                </a:lnTo>
                <a:lnTo>
                  <a:pt x="262" y="662"/>
                </a:lnTo>
                <a:lnTo>
                  <a:pt x="261" y="662"/>
                </a:lnTo>
                <a:lnTo>
                  <a:pt x="261" y="663"/>
                </a:lnTo>
                <a:lnTo>
                  <a:pt x="260" y="663"/>
                </a:lnTo>
                <a:lnTo>
                  <a:pt x="259" y="664"/>
                </a:lnTo>
                <a:lnTo>
                  <a:pt x="258" y="664"/>
                </a:lnTo>
                <a:lnTo>
                  <a:pt x="258" y="665"/>
                </a:lnTo>
                <a:lnTo>
                  <a:pt x="257" y="665"/>
                </a:lnTo>
                <a:lnTo>
                  <a:pt x="257" y="664"/>
                </a:lnTo>
                <a:lnTo>
                  <a:pt x="256" y="664"/>
                </a:lnTo>
                <a:lnTo>
                  <a:pt x="255" y="664"/>
                </a:lnTo>
                <a:lnTo>
                  <a:pt x="255" y="663"/>
                </a:lnTo>
                <a:lnTo>
                  <a:pt x="254" y="663"/>
                </a:lnTo>
                <a:lnTo>
                  <a:pt x="253" y="663"/>
                </a:lnTo>
                <a:lnTo>
                  <a:pt x="253" y="662"/>
                </a:lnTo>
                <a:lnTo>
                  <a:pt x="252" y="662"/>
                </a:lnTo>
                <a:lnTo>
                  <a:pt x="252" y="661"/>
                </a:lnTo>
                <a:lnTo>
                  <a:pt x="252" y="660"/>
                </a:lnTo>
                <a:lnTo>
                  <a:pt x="252" y="659"/>
                </a:lnTo>
                <a:lnTo>
                  <a:pt x="253" y="659"/>
                </a:lnTo>
                <a:lnTo>
                  <a:pt x="253" y="658"/>
                </a:lnTo>
                <a:lnTo>
                  <a:pt x="252" y="657"/>
                </a:lnTo>
                <a:lnTo>
                  <a:pt x="251" y="657"/>
                </a:lnTo>
                <a:lnTo>
                  <a:pt x="251" y="656"/>
                </a:lnTo>
                <a:lnTo>
                  <a:pt x="252" y="656"/>
                </a:lnTo>
                <a:lnTo>
                  <a:pt x="253" y="655"/>
                </a:lnTo>
                <a:lnTo>
                  <a:pt x="253" y="654"/>
                </a:lnTo>
                <a:lnTo>
                  <a:pt x="254" y="654"/>
                </a:lnTo>
                <a:lnTo>
                  <a:pt x="254" y="653"/>
                </a:lnTo>
                <a:lnTo>
                  <a:pt x="254" y="652"/>
                </a:lnTo>
                <a:lnTo>
                  <a:pt x="253" y="652"/>
                </a:lnTo>
                <a:lnTo>
                  <a:pt x="253" y="651"/>
                </a:lnTo>
                <a:lnTo>
                  <a:pt x="252" y="651"/>
                </a:lnTo>
                <a:lnTo>
                  <a:pt x="252" y="650"/>
                </a:lnTo>
                <a:lnTo>
                  <a:pt x="251" y="650"/>
                </a:lnTo>
                <a:lnTo>
                  <a:pt x="250" y="650"/>
                </a:lnTo>
                <a:lnTo>
                  <a:pt x="249" y="650"/>
                </a:lnTo>
                <a:lnTo>
                  <a:pt x="249" y="649"/>
                </a:lnTo>
                <a:lnTo>
                  <a:pt x="248" y="649"/>
                </a:lnTo>
                <a:lnTo>
                  <a:pt x="247" y="649"/>
                </a:lnTo>
                <a:lnTo>
                  <a:pt x="247" y="648"/>
                </a:lnTo>
                <a:lnTo>
                  <a:pt x="246" y="648"/>
                </a:lnTo>
                <a:lnTo>
                  <a:pt x="245" y="649"/>
                </a:lnTo>
                <a:lnTo>
                  <a:pt x="244" y="649"/>
                </a:lnTo>
                <a:lnTo>
                  <a:pt x="244" y="650"/>
                </a:lnTo>
                <a:lnTo>
                  <a:pt x="243" y="651"/>
                </a:lnTo>
                <a:lnTo>
                  <a:pt x="241" y="651"/>
                </a:lnTo>
                <a:lnTo>
                  <a:pt x="240" y="651"/>
                </a:lnTo>
                <a:lnTo>
                  <a:pt x="240" y="650"/>
                </a:lnTo>
                <a:lnTo>
                  <a:pt x="239" y="651"/>
                </a:lnTo>
                <a:lnTo>
                  <a:pt x="238" y="651"/>
                </a:lnTo>
                <a:lnTo>
                  <a:pt x="237" y="650"/>
                </a:lnTo>
                <a:lnTo>
                  <a:pt x="237" y="651"/>
                </a:lnTo>
                <a:lnTo>
                  <a:pt x="236" y="651"/>
                </a:lnTo>
                <a:lnTo>
                  <a:pt x="236" y="652"/>
                </a:lnTo>
                <a:lnTo>
                  <a:pt x="236" y="653"/>
                </a:lnTo>
                <a:lnTo>
                  <a:pt x="236" y="654"/>
                </a:lnTo>
                <a:lnTo>
                  <a:pt x="235" y="654"/>
                </a:lnTo>
                <a:lnTo>
                  <a:pt x="235" y="653"/>
                </a:lnTo>
                <a:lnTo>
                  <a:pt x="234" y="653"/>
                </a:lnTo>
                <a:lnTo>
                  <a:pt x="233" y="653"/>
                </a:lnTo>
                <a:lnTo>
                  <a:pt x="233" y="654"/>
                </a:lnTo>
                <a:lnTo>
                  <a:pt x="232" y="654"/>
                </a:lnTo>
                <a:lnTo>
                  <a:pt x="231" y="654"/>
                </a:lnTo>
                <a:lnTo>
                  <a:pt x="231" y="655"/>
                </a:lnTo>
                <a:lnTo>
                  <a:pt x="231" y="654"/>
                </a:lnTo>
                <a:lnTo>
                  <a:pt x="230" y="654"/>
                </a:lnTo>
                <a:lnTo>
                  <a:pt x="230" y="655"/>
                </a:lnTo>
                <a:lnTo>
                  <a:pt x="230" y="654"/>
                </a:lnTo>
                <a:lnTo>
                  <a:pt x="229" y="654"/>
                </a:lnTo>
                <a:lnTo>
                  <a:pt x="229" y="653"/>
                </a:lnTo>
                <a:lnTo>
                  <a:pt x="228" y="653"/>
                </a:lnTo>
                <a:lnTo>
                  <a:pt x="228" y="652"/>
                </a:lnTo>
                <a:lnTo>
                  <a:pt x="228" y="651"/>
                </a:lnTo>
                <a:lnTo>
                  <a:pt x="227" y="651"/>
                </a:lnTo>
                <a:lnTo>
                  <a:pt x="227" y="650"/>
                </a:lnTo>
                <a:lnTo>
                  <a:pt x="227" y="649"/>
                </a:lnTo>
                <a:lnTo>
                  <a:pt x="226" y="649"/>
                </a:lnTo>
                <a:lnTo>
                  <a:pt x="225" y="649"/>
                </a:lnTo>
                <a:lnTo>
                  <a:pt x="225" y="648"/>
                </a:lnTo>
                <a:lnTo>
                  <a:pt x="224" y="648"/>
                </a:lnTo>
                <a:lnTo>
                  <a:pt x="224" y="647"/>
                </a:lnTo>
                <a:lnTo>
                  <a:pt x="225" y="647"/>
                </a:lnTo>
                <a:lnTo>
                  <a:pt x="224" y="646"/>
                </a:lnTo>
                <a:lnTo>
                  <a:pt x="223" y="646"/>
                </a:lnTo>
                <a:lnTo>
                  <a:pt x="222" y="646"/>
                </a:lnTo>
                <a:lnTo>
                  <a:pt x="221" y="646"/>
                </a:lnTo>
                <a:lnTo>
                  <a:pt x="221" y="645"/>
                </a:lnTo>
                <a:lnTo>
                  <a:pt x="221" y="644"/>
                </a:lnTo>
                <a:lnTo>
                  <a:pt x="220" y="644"/>
                </a:lnTo>
                <a:lnTo>
                  <a:pt x="220" y="643"/>
                </a:lnTo>
                <a:lnTo>
                  <a:pt x="219" y="642"/>
                </a:lnTo>
                <a:lnTo>
                  <a:pt x="219" y="641"/>
                </a:lnTo>
                <a:lnTo>
                  <a:pt x="218" y="642"/>
                </a:lnTo>
                <a:lnTo>
                  <a:pt x="218" y="641"/>
                </a:lnTo>
                <a:lnTo>
                  <a:pt x="217" y="641"/>
                </a:lnTo>
                <a:lnTo>
                  <a:pt x="216" y="641"/>
                </a:lnTo>
                <a:lnTo>
                  <a:pt x="216" y="642"/>
                </a:lnTo>
                <a:lnTo>
                  <a:pt x="215" y="642"/>
                </a:lnTo>
                <a:lnTo>
                  <a:pt x="214" y="642"/>
                </a:lnTo>
                <a:lnTo>
                  <a:pt x="213" y="641"/>
                </a:lnTo>
                <a:lnTo>
                  <a:pt x="213" y="640"/>
                </a:lnTo>
                <a:lnTo>
                  <a:pt x="212" y="640"/>
                </a:lnTo>
                <a:lnTo>
                  <a:pt x="211" y="640"/>
                </a:lnTo>
                <a:lnTo>
                  <a:pt x="211" y="639"/>
                </a:lnTo>
                <a:lnTo>
                  <a:pt x="210" y="639"/>
                </a:lnTo>
                <a:lnTo>
                  <a:pt x="209" y="639"/>
                </a:lnTo>
                <a:lnTo>
                  <a:pt x="209" y="638"/>
                </a:lnTo>
                <a:lnTo>
                  <a:pt x="208" y="638"/>
                </a:lnTo>
                <a:lnTo>
                  <a:pt x="207" y="638"/>
                </a:lnTo>
                <a:lnTo>
                  <a:pt x="206" y="637"/>
                </a:lnTo>
                <a:lnTo>
                  <a:pt x="205" y="637"/>
                </a:lnTo>
                <a:lnTo>
                  <a:pt x="204" y="637"/>
                </a:lnTo>
                <a:lnTo>
                  <a:pt x="204" y="636"/>
                </a:lnTo>
                <a:lnTo>
                  <a:pt x="203" y="636"/>
                </a:lnTo>
                <a:lnTo>
                  <a:pt x="204" y="636"/>
                </a:lnTo>
                <a:lnTo>
                  <a:pt x="204" y="635"/>
                </a:lnTo>
                <a:lnTo>
                  <a:pt x="203" y="635"/>
                </a:lnTo>
                <a:lnTo>
                  <a:pt x="202" y="635"/>
                </a:lnTo>
                <a:lnTo>
                  <a:pt x="202" y="634"/>
                </a:lnTo>
                <a:lnTo>
                  <a:pt x="201" y="634"/>
                </a:lnTo>
                <a:lnTo>
                  <a:pt x="200" y="634"/>
                </a:lnTo>
                <a:lnTo>
                  <a:pt x="199" y="633"/>
                </a:lnTo>
                <a:lnTo>
                  <a:pt x="197" y="632"/>
                </a:lnTo>
                <a:lnTo>
                  <a:pt x="196" y="632"/>
                </a:lnTo>
                <a:lnTo>
                  <a:pt x="196" y="631"/>
                </a:lnTo>
                <a:lnTo>
                  <a:pt x="195" y="631"/>
                </a:lnTo>
                <a:lnTo>
                  <a:pt x="194" y="631"/>
                </a:lnTo>
                <a:lnTo>
                  <a:pt x="194" y="630"/>
                </a:lnTo>
                <a:lnTo>
                  <a:pt x="193" y="630"/>
                </a:lnTo>
                <a:lnTo>
                  <a:pt x="193" y="629"/>
                </a:lnTo>
                <a:lnTo>
                  <a:pt x="194" y="628"/>
                </a:lnTo>
                <a:lnTo>
                  <a:pt x="193" y="628"/>
                </a:lnTo>
                <a:lnTo>
                  <a:pt x="193" y="627"/>
                </a:lnTo>
                <a:lnTo>
                  <a:pt x="192" y="626"/>
                </a:lnTo>
                <a:lnTo>
                  <a:pt x="191" y="626"/>
                </a:lnTo>
                <a:lnTo>
                  <a:pt x="190" y="626"/>
                </a:lnTo>
                <a:lnTo>
                  <a:pt x="189" y="626"/>
                </a:lnTo>
                <a:lnTo>
                  <a:pt x="189" y="625"/>
                </a:lnTo>
                <a:lnTo>
                  <a:pt x="188" y="625"/>
                </a:lnTo>
                <a:lnTo>
                  <a:pt x="187" y="625"/>
                </a:lnTo>
                <a:lnTo>
                  <a:pt x="187" y="626"/>
                </a:lnTo>
                <a:lnTo>
                  <a:pt x="186" y="626"/>
                </a:lnTo>
                <a:lnTo>
                  <a:pt x="186" y="627"/>
                </a:lnTo>
                <a:lnTo>
                  <a:pt x="185" y="627"/>
                </a:lnTo>
                <a:lnTo>
                  <a:pt x="185" y="628"/>
                </a:lnTo>
                <a:lnTo>
                  <a:pt x="185" y="629"/>
                </a:lnTo>
                <a:lnTo>
                  <a:pt x="184" y="629"/>
                </a:lnTo>
                <a:lnTo>
                  <a:pt x="183" y="629"/>
                </a:lnTo>
                <a:lnTo>
                  <a:pt x="182" y="629"/>
                </a:lnTo>
                <a:lnTo>
                  <a:pt x="182" y="628"/>
                </a:lnTo>
                <a:lnTo>
                  <a:pt x="181" y="628"/>
                </a:lnTo>
                <a:lnTo>
                  <a:pt x="180" y="628"/>
                </a:lnTo>
                <a:lnTo>
                  <a:pt x="179" y="628"/>
                </a:lnTo>
                <a:lnTo>
                  <a:pt x="179" y="627"/>
                </a:lnTo>
                <a:lnTo>
                  <a:pt x="178" y="627"/>
                </a:lnTo>
                <a:lnTo>
                  <a:pt x="178" y="626"/>
                </a:lnTo>
                <a:lnTo>
                  <a:pt x="177" y="626"/>
                </a:lnTo>
                <a:lnTo>
                  <a:pt x="176" y="626"/>
                </a:lnTo>
                <a:lnTo>
                  <a:pt x="175" y="626"/>
                </a:lnTo>
                <a:lnTo>
                  <a:pt x="175" y="625"/>
                </a:lnTo>
                <a:lnTo>
                  <a:pt x="174" y="625"/>
                </a:lnTo>
                <a:lnTo>
                  <a:pt x="173" y="625"/>
                </a:lnTo>
                <a:lnTo>
                  <a:pt x="172" y="625"/>
                </a:lnTo>
                <a:lnTo>
                  <a:pt x="171" y="625"/>
                </a:lnTo>
                <a:lnTo>
                  <a:pt x="171" y="624"/>
                </a:lnTo>
                <a:lnTo>
                  <a:pt x="170" y="624"/>
                </a:lnTo>
                <a:lnTo>
                  <a:pt x="170" y="623"/>
                </a:lnTo>
                <a:lnTo>
                  <a:pt x="169" y="623"/>
                </a:lnTo>
                <a:lnTo>
                  <a:pt x="168" y="623"/>
                </a:lnTo>
                <a:lnTo>
                  <a:pt x="168" y="622"/>
                </a:lnTo>
                <a:lnTo>
                  <a:pt x="167" y="622"/>
                </a:lnTo>
                <a:lnTo>
                  <a:pt x="166" y="622"/>
                </a:lnTo>
                <a:lnTo>
                  <a:pt x="165" y="622"/>
                </a:lnTo>
                <a:lnTo>
                  <a:pt x="164" y="622"/>
                </a:lnTo>
                <a:lnTo>
                  <a:pt x="164" y="623"/>
                </a:lnTo>
                <a:lnTo>
                  <a:pt x="163" y="623"/>
                </a:lnTo>
                <a:lnTo>
                  <a:pt x="162" y="623"/>
                </a:lnTo>
                <a:lnTo>
                  <a:pt x="161" y="623"/>
                </a:lnTo>
                <a:lnTo>
                  <a:pt x="161" y="624"/>
                </a:lnTo>
                <a:lnTo>
                  <a:pt x="161" y="625"/>
                </a:lnTo>
                <a:lnTo>
                  <a:pt x="160" y="625"/>
                </a:lnTo>
                <a:lnTo>
                  <a:pt x="159" y="625"/>
                </a:lnTo>
                <a:lnTo>
                  <a:pt x="159" y="624"/>
                </a:lnTo>
                <a:lnTo>
                  <a:pt x="159" y="625"/>
                </a:lnTo>
                <a:lnTo>
                  <a:pt x="158" y="625"/>
                </a:lnTo>
                <a:lnTo>
                  <a:pt x="158" y="626"/>
                </a:lnTo>
                <a:lnTo>
                  <a:pt x="158" y="627"/>
                </a:lnTo>
                <a:lnTo>
                  <a:pt x="157" y="627"/>
                </a:lnTo>
                <a:lnTo>
                  <a:pt x="157" y="628"/>
                </a:lnTo>
                <a:lnTo>
                  <a:pt x="157" y="629"/>
                </a:lnTo>
                <a:lnTo>
                  <a:pt x="156" y="629"/>
                </a:lnTo>
                <a:lnTo>
                  <a:pt x="155" y="628"/>
                </a:lnTo>
                <a:lnTo>
                  <a:pt x="154" y="628"/>
                </a:lnTo>
                <a:lnTo>
                  <a:pt x="154" y="627"/>
                </a:lnTo>
                <a:lnTo>
                  <a:pt x="153" y="627"/>
                </a:lnTo>
                <a:lnTo>
                  <a:pt x="152" y="627"/>
                </a:lnTo>
                <a:lnTo>
                  <a:pt x="152" y="626"/>
                </a:lnTo>
                <a:lnTo>
                  <a:pt x="151" y="626"/>
                </a:lnTo>
                <a:lnTo>
                  <a:pt x="150" y="625"/>
                </a:lnTo>
                <a:lnTo>
                  <a:pt x="149" y="625"/>
                </a:lnTo>
                <a:lnTo>
                  <a:pt x="148" y="625"/>
                </a:lnTo>
                <a:lnTo>
                  <a:pt x="148" y="626"/>
                </a:lnTo>
                <a:lnTo>
                  <a:pt x="147" y="626"/>
                </a:lnTo>
                <a:lnTo>
                  <a:pt x="146" y="626"/>
                </a:lnTo>
                <a:lnTo>
                  <a:pt x="146" y="625"/>
                </a:lnTo>
                <a:lnTo>
                  <a:pt x="147" y="625"/>
                </a:lnTo>
                <a:lnTo>
                  <a:pt x="146" y="625"/>
                </a:lnTo>
                <a:lnTo>
                  <a:pt x="146" y="624"/>
                </a:lnTo>
                <a:lnTo>
                  <a:pt x="145" y="624"/>
                </a:lnTo>
                <a:lnTo>
                  <a:pt x="144" y="624"/>
                </a:lnTo>
                <a:lnTo>
                  <a:pt x="143" y="624"/>
                </a:lnTo>
                <a:lnTo>
                  <a:pt x="142" y="624"/>
                </a:lnTo>
                <a:lnTo>
                  <a:pt x="141" y="624"/>
                </a:lnTo>
                <a:lnTo>
                  <a:pt x="140" y="624"/>
                </a:lnTo>
                <a:lnTo>
                  <a:pt x="139" y="624"/>
                </a:lnTo>
                <a:lnTo>
                  <a:pt x="138" y="624"/>
                </a:lnTo>
                <a:lnTo>
                  <a:pt x="137" y="624"/>
                </a:lnTo>
                <a:lnTo>
                  <a:pt x="136" y="624"/>
                </a:lnTo>
                <a:lnTo>
                  <a:pt x="136" y="625"/>
                </a:lnTo>
                <a:lnTo>
                  <a:pt x="136" y="626"/>
                </a:lnTo>
                <a:lnTo>
                  <a:pt x="135" y="626"/>
                </a:lnTo>
                <a:lnTo>
                  <a:pt x="135" y="627"/>
                </a:lnTo>
                <a:lnTo>
                  <a:pt x="134" y="627"/>
                </a:lnTo>
                <a:lnTo>
                  <a:pt x="134" y="626"/>
                </a:lnTo>
                <a:lnTo>
                  <a:pt x="133" y="625"/>
                </a:lnTo>
                <a:lnTo>
                  <a:pt x="133" y="624"/>
                </a:lnTo>
                <a:lnTo>
                  <a:pt x="132" y="624"/>
                </a:lnTo>
                <a:lnTo>
                  <a:pt x="131" y="624"/>
                </a:lnTo>
                <a:lnTo>
                  <a:pt x="130" y="624"/>
                </a:lnTo>
                <a:lnTo>
                  <a:pt x="130" y="625"/>
                </a:lnTo>
                <a:lnTo>
                  <a:pt x="129" y="625"/>
                </a:lnTo>
                <a:lnTo>
                  <a:pt x="129" y="624"/>
                </a:lnTo>
                <a:lnTo>
                  <a:pt x="128" y="624"/>
                </a:lnTo>
                <a:lnTo>
                  <a:pt x="127" y="624"/>
                </a:lnTo>
                <a:lnTo>
                  <a:pt x="126" y="624"/>
                </a:lnTo>
                <a:lnTo>
                  <a:pt x="125" y="624"/>
                </a:lnTo>
                <a:lnTo>
                  <a:pt x="124" y="624"/>
                </a:lnTo>
                <a:lnTo>
                  <a:pt x="123" y="623"/>
                </a:lnTo>
                <a:lnTo>
                  <a:pt x="123" y="622"/>
                </a:lnTo>
                <a:lnTo>
                  <a:pt x="122" y="622"/>
                </a:lnTo>
                <a:lnTo>
                  <a:pt x="121" y="622"/>
                </a:lnTo>
                <a:lnTo>
                  <a:pt x="120" y="622"/>
                </a:lnTo>
                <a:lnTo>
                  <a:pt x="119" y="622"/>
                </a:lnTo>
                <a:lnTo>
                  <a:pt x="118" y="622"/>
                </a:lnTo>
                <a:lnTo>
                  <a:pt x="117" y="622"/>
                </a:lnTo>
                <a:lnTo>
                  <a:pt x="116" y="622"/>
                </a:lnTo>
                <a:lnTo>
                  <a:pt x="116" y="621"/>
                </a:lnTo>
                <a:lnTo>
                  <a:pt x="115" y="621"/>
                </a:lnTo>
                <a:lnTo>
                  <a:pt x="114" y="621"/>
                </a:lnTo>
                <a:lnTo>
                  <a:pt x="113" y="620"/>
                </a:lnTo>
                <a:lnTo>
                  <a:pt x="112" y="619"/>
                </a:lnTo>
                <a:lnTo>
                  <a:pt x="111" y="618"/>
                </a:lnTo>
                <a:lnTo>
                  <a:pt x="110" y="618"/>
                </a:lnTo>
                <a:lnTo>
                  <a:pt x="110" y="617"/>
                </a:lnTo>
                <a:lnTo>
                  <a:pt x="109" y="617"/>
                </a:lnTo>
                <a:lnTo>
                  <a:pt x="109" y="616"/>
                </a:lnTo>
                <a:lnTo>
                  <a:pt x="108" y="616"/>
                </a:lnTo>
                <a:lnTo>
                  <a:pt x="107" y="615"/>
                </a:lnTo>
                <a:lnTo>
                  <a:pt x="106" y="615"/>
                </a:lnTo>
                <a:lnTo>
                  <a:pt x="105" y="614"/>
                </a:lnTo>
                <a:lnTo>
                  <a:pt x="104" y="613"/>
                </a:lnTo>
                <a:lnTo>
                  <a:pt x="104" y="612"/>
                </a:lnTo>
                <a:lnTo>
                  <a:pt x="103" y="612"/>
                </a:lnTo>
                <a:lnTo>
                  <a:pt x="102" y="612"/>
                </a:lnTo>
                <a:lnTo>
                  <a:pt x="102" y="611"/>
                </a:lnTo>
                <a:lnTo>
                  <a:pt x="101" y="611"/>
                </a:lnTo>
                <a:lnTo>
                  <a:pt x="100" y="611"/>
                </a:lnTo>
                <a:lnTo>
                  <a:pt x="99" y="611"/>
                </a:lnTo>
                <a:lnTo>
                  <a:pt x="99" y="610"/>
                </a:lnTo>
                <a:lnTo>
                  <a:pt x="98" y="610"/>
                </a:lnTo>
                <a:lnTo>
                  <a:pt x="98" y="609"/>
                </a:lnTo>
                <a:lnTo>
                  <a:pt x="97" y="609"/>
                </a:lnTo>
                <a:lnTo>
                  <a:pt x="96" y="609"/>
                </a:lnTo>
                <a:lnTo>
                  <a:pt x="95" y="609"/>
                </a:lnTo>
                <a:lnTo>
                  <a:pt x="94" y="609"/>
                </a:lnTo>
                <a:lnTo>
                  <a:pt x="93" y="609"/>
                </a:lnTo>
                <a:lnTo>
                  <a:pt x="91" y="609"/>
                </a:lnTo>
                <a:lnTo>
                  <a:pt x="90" y="610"/>
                </a:lnTo>
                <a:lnTo>
                  <a:pt x="90" y="609"/>
                </a:lnTo>
                <a:lnTo>
                  <a:pt x="90" y="610"/>
                </a:lnTo>
                <a:lnTo>
                  <a:pt x="89" y="610"/>
                </a:lnTo>
                <a:lnTo>
                  <a:pt x="89" y="609"/>
                </a:lnTo>
                <a:lnTo>
                  <a:pt x="88" y="609"/>
                </a:lnTo>
                <a:lnTo>
                  <a:pt x="87" y="609"/>
                </a:lnTo>
                <a:lnTo>
                  <a:pt x="87" y="608"/>
                </a:lnTo>
                <a:lnTo>
                  <a:pt x="86" y="608"/>
                </a:lnTo>
                <a:lnTo>
                  <a:pt x="86" y="607"/>
                </a:lnTo>
                <a:lnTo>
                  <a:pt x="85" y="607"/>
                </a:lnTo>
                <a:lnTo>
                  <a:pt x="84" y="606"/>
                </a:lnTo>
                <a:lnTo>
                  <a:pt x="83" y="606"/>
                </a:lnTo>
                <a:lnTo>
                  <a:pt x="83" y="605"/>
                </a:lnTo>
                <a:lnTo>
                  <a:pt x="83" y="604"/>
                </a:lnTo>
                <a:lnTo>
                  <a:pt x="83" y="603"/>
                </a:lnTo>
                <a:lnTo>
                  <a:pt x="82" y="603"/>
                </a:lnTo>
                <a:lnTo>
                  <a:pt x="82" y="602"/>
                </a:lnTo>
                <a:lnTo>
                  <a:pt x="81" y="601"/>
                </a:lnTo>
                <a:lnTo>
                  <a:pt x="81" y="600"/>
                </a:lnTo>
                <a:lnTo>
                  <a:pt x="80" y="600"/>
                </a:lnTo>
                <a:lnTo>
                  <a:pt x="80" y="599"/>
                </a:lnTo>
                <a:lnTo>
                  <a:pt x="79" y="599"/>
                </a:lnTo>
                <a:lnTo>
                  <a:pt x="79" y="598"/>
                </a:lnTo>
                <a:lnTo>
                  <a:pt x="78" y="597"/>
                </a:lnTo>
                <a:lnTo>
                  <a:pt x="78" y="596"/>
                </a:lnTo>
                <a:lnTo>
                  <a:pt x="77" y="596"/>
                </a:lnTo>
                <a:lnTo>
                  <a:pt x="77" y="595"/>
                </a:lnTo>
                <a:lnTo>
                  <a:pt x="76" y="594"/>
                </a:lnTo>
                <a:lnTo>
                  <a:pt x="76" y="593"/>
                </a:lnTo>
                <a:lnTo>
                  <a:pt x="75" y="593"/>
                </a:lnTo>
                <a:lnTo>
                  <a:pt x="75" y="592"/>
                </a:lnTo>
                <a:lnTo>
                  <a:pt x="74" y="592"/>
                </a:lnTo>
                <a:lnTo>
                  <a:pt x="74" y="591"/>
                </a:lnTo>
                <a:lnTo>
                  <a:pt x="73" y="591"/>
                </a:lnTo>
                <a:lnTo>
                  <a:pt x="73" y="592"/>
                </a:lnTo>
                <a:lnTo>
                  <a:pt x="73" y="591"/>
                </a:lnTo>
                <a:lnTo>
                  <a:pt x="72" y="591"/>
                </a:lnTo>
                <a:lnTo>
                  <a:pt x="72" y="592"/>
                </a:lnTo>
                <a:lnTo>
                  <a:pt x="72" y="591"/>
                </a:lnTo>
                <a:lnTo>
                  <a:pt x="72" y="592"/>
                </a:lnTo>
                <a:lnTo>
                  <a:pt x="71" y="592"/>
                </a:lnTo>
                <a:lnTo>
                  <a:pt x="71" y="591"/>
                </a:lnTo>
                <a:lnTo>
                  <a:pt x="70" y="591"/>
                </a:lnTo>
                <a:lnTo>
                  <a:pt x="69" y="591"/>
                </a:lnTo>
                <a:lnTo>
                  <a:pt x="68" y="591"/>
                </a:lnTo>
                <a:lnTo>
                  <a:pt x="68" y="590"/>
                </a:lnTo>
                <a:lnTo>
                  <a:pt x="67" y="590"/>
                </a:lnTo>
                <a:lnTo>
                  <a:pt x="66" y="590"/>
                </a:lnTo>
                <a:lnTo>
                  <a:pt x="65" y="589"/>
                </a:lnTo>
                <a:lnTo>
                  <a:pt x="64" y="589"/>
                </a:lnTo>
                <a:lnTo>
                  <a:pt x="63" y="589"/>
                </a:lnTo>
                <a:lnTo>
                  <a:pt x="62" y="589"/>
                </a:lnTo>
                <a:lnTo>
                  <a:pt x="62" y="588"/>
                </a:lnTo>
                <a:lnTo>
                  <a:pt x="61" y="588"/>
                </a:lnTo>
                <a:lnTo>
                  <a:pt x="61" y="587"/>
                </a:lnTo>
                <a:lnTo>
                  <a:pt x="62" y="586"/>
                </a:lnTo>
                <a:lnTo>
                  <a:pt x="61" y="585"/>
                </a:lnTo>
                <a:lnTo>
                  <a:pt x="61" y="584"/>
                </a:lnTo>
                <a:lnTo>
                  <a:pt x="61" y="583"/>
                </a:lnTo>
                <a:lnTo>
                  <a:pt x="61" y="582"/>
                </a:lnTo>
                <a:lnTo>
                  <a:pt x="60" y="582"/>
                </a:lnTo>
                <a:lnTo>
                  <a:pt x="60" y="581"/>
                </a:lnTo>
                <a:lnTo>
                  <a:pt x="59" y="581"/>
                </a:lnTo>
                <a:lnTo>
                  <a:pt x="58" y="581"/>
                </a:lnTo>
                <a:lnTo>
                  <a:pt x="58" y="580"/>
                </a:lnTo>
                <a:lnTo>
                  <a:pt x="57" y="580"/>
                </a:lnTo>
                <a:lnTo>
                  <a:pt x="56" y="580"/>
                </a:lnTo>
                <a:lnTo>
                  <a:pt x="55" y="580"/>
                </a:lnTo>
                <a:lnTo>
                  <a:pt x="54" y="580"/>
                </a:lnTo>
                <a:lnTo>
                  <a:pt x="54" y="579"/>
                </a:lnTo>
                <a:lnTo>
                  <a:pt x="54" y="578"/>
                </a:lnTo>
                <a:lnTo>
                  <a:pt x="53" y="577"/>
                </a:lnTo>
                <a:lnTo>
                  <a:pt x="52" y="576"/>
                </a:lnTo>
                <a:lnTo>
                  <a:pt x="52" y="575"/>
                </a:lnTo>
                <a:lnTo>
                  <a:pt x="52" y="574"/>
                </a:lnTo>
                <a:lnTo>
                  <a:pt x="52" y="573"/>
                </a:lnTo>
                <a:lnTo>
                  <a:pt x="52" y="572"/>
                </a:lnTo>
                <a:lnTo>
                  <a:pt x="52" y="571"/>
                </a:lnTo>
                <a:lnTo>
                  <a:pt x="53" y="571"/>
                </a:lnTo>
                <a:lnTo>
                  <a:pt x="53" y="570"/>
                </a:lnTo>
                <a:lnTo>
                  <a:pt x="54" y="569"/>
                </a:lnTo>
                <a:lnTo>
                  <a:pt x="53" y="569"/>
                </a:lnTo>
                <a:lnTo>
                  <a:pt x="53" y="568"/>
                </a:lnTo>
                <a:lnTo>
                  <a:pt x="53" y="567"/>
                </a:lnTo>
                <a:lnTo>
                  <a:pt x="54" y="567"/>
                </a:lnTo>
                <a:lnTo>
                  <a:pt x="54" y="566"/>
                </a:lnTo>
                <a:lnTo>
                  <a:pt x="54" y="565"/>
                </a:lnTo>
                <a:lnTo>
                  <a:pt x="53" y="565"/>
                </a:lnTo>
                <a:lnTo>
                  <a:pt x="52" y="564"/>
                </a:lnTo>
                <a:lnTo>
                  <a:pt x="52" y="563"/>
                </a:lnTo>
                <a:lnTo>
                  <a:pt x="52" y="562"/>
                </a:lnTo>
                <a:lnTo>
                  <a:pt x="51" y="562"/>
                </a:lnTo>
                <a:lnTo>
                  <a:pt x="50" y="561"/>
                </a:lnTo>
                <a:lnTo>
                  <a:pt x="48" y="561"/>
                </a:lnTo>
                <a:lnTo>
                  <a:pt x="48" y="560"/>
                </a:lnTo>
                <a:lnTo>
                  <a:pt x="47" y="560"/>
                </a:lnTo>
                <a:lnTo>
                  <a:pt x="46" y="560"/>
                </a:lnTo>
                <a:lnTo>
                  <a:pt x="46" y="561"/>
                </a:lnTo>
                <a:lnTo>
                  <a:pt x="45" y="561"/>
                </a:lnTo>
                <a:lnTo>
                  <a:pt x="45" y="560"/>
                </a:lnTo>
                <a:lnTo>
                  <a:pt x="45" y="559"/>
                </a:lnTo>
                <a:lnTo>
                  <a:pt x="45" y="558"/>
                </a:lnTo>
                <a:lnTo>
                  <a:pt x="46" y="558"/>
                </a:lnTo>
                <a:lnTo>
                  <a:pt x="46" y="557"/>
                </a:lnTo>
                <a:lnTo>
                  <a:pt x="47" y="556"/>
                </a:lnTo>
                <a:lnTo>
                  <a:pt x="47" y="555"/>
                </a:lnTo>
                <a:lnTo>
                  <a:pt x="48" y="555"/>
                </a:lnTo>
                <a:lnTo>
                  <a:pt x="48" y="554"/>
                </a:lnTo>
                <a:lnTo>
                  <a:pt x="47" y="554"/>
                </a:lnTo>
                <a:lnTo>
                  <a:pt x="47" y="553"/>
                </a:lnTo>
                <a:lnTo>
                  <a:pt x="46" y="553"/>
                </a:lnTo>
                <a:lnTo>
                  <a:pt x="45" y="554"/>
                </a:lnTo>
                <a:lnTo>
                  <a:pt x="44" y="553"/>
                </a:lnTo>
                <a:lnTo>
                  <a:pt x="44" y="552"/>
                </a:lnTo>
                <a:lnTo>
                  <a:pt x="43" y="552"/>
                </a:lnTo>
                <a:lnTo>
                  <a:pt x="42" y="552"/>
                </a:lnTo>
                <a:lnTo>
                  <a:pt x="42" y="551"/>
                </a:lnTo>
                <a:lnTo>
                  <a:pt x="42" y="550"/>
                </a:lnTo>
                <a:lnTo>
                  <a:pt x="41" y="550"/>
                </a:lnTo>
                <a:lnTo>
                  <a:pt x="41" y="549"/>
                </a:lnTo>
                <a:lnTo>
                  <a:pt x="40" y="549"/>
                </a:lnTo>
                <a:lnTo>
                  <a:pt x="40" y="548"/>
                </a:lnTo>
                <a:lnTo>
                  <a:pt x="39" y="547"/>
                </a:lnTo>
                <a:lnTo>
                  <a:pt x="38" y="547"/>
                </a:lnTo>
                <a:lnTo>
                  <a:pt x="38" y="548"/>
                </a:lnTo>
                <a:lnTo>
                  <a:pt x="37" y="548"/>
                </a:lnTo>
                <a:lnTo>
                  <a:pt x="36" y="548"/>
                </a:lnTo>
                <a:lnTo>
                  <a:pt x="35" y="548"/>
                </a:lnTo>
                <a:lnTo>
                  <a:pt x="35" y="547"/>
                </a:lnTo>
                <a:lnTo>
                  <a:pt x="34" y="547"/>
                </a:lnTo>
                <a:lnTo>
                  <a:pt x="34" y="546"/>
                </a:lnTo>
                <a:lnTo>
                  <a:pt x="33" y="545"/>
                </a:lnTo>
                <a:lnTo>
                  <a:pt x="32" y="545"/>
                </a:lnTo>
                <a:lnTo>
                  <a:pt x="32" y="544"/>
                </a:lnTo>
                <a:lnTo>
                  <a:pt x="32" y="543"/>
                </a:lnTo>
                <a:lnTo>
                  <a:pt x="31" y="543"/>
                </a:lnTo>
                <a:lnTo>
                  <a:pt x="30" y="542"/>
                </a:lnTo>
                <a:lnTo>
                  <a:pt x="29" y="541"/>
                </a:lnTo>
                <a:lnTo>
                  <a:pt x="28" y="541"/>
                </a:lnTo>
                <a:lnTo>
                  <a:pt x="28" y="540"/>
                </a:lnTo>
                <a:lnTo>
                  <a:pt x="28" y="539"/>
                </a:lnTo>
                <a:lnTo>
                  <a:pt x="27" y="538"/>
                </a:lnTo>
                <a:lnTo>
                  <a:pt x="26" y="538"/>
                </a:lnTo>
                <a:lnTo>
                  <a:pt x="25" y="538"/>
                </a:lnTo>
                <a:lnTo>
                  <a:pt x="25" y="537"/>
                </a:lnTo>
                <a:lnTo>
                  <a:pt x="25" y="536"/>
                </a:lnTo>
                <a:lnTo>
                  <a:pt x="25" y="535"/>
                </a:lnTo>
                <a:lnTo>
                  <a:pt x="25" y="534"/>
                </a:lnTo>
                <a:lnTo>
                  <a:pt x="24" y="534"/>
                </a:lnTo>
                <a:lnTo>
                  <a:pt x="24" y="533"/>
                </a:lnTo>
                <a:lnTo>
                  <a:pt x="23" y="533"/>
                </a:lnTo>
                <a:lnTo>
                  <a:pt x="23" y="532"/>
                </a:lnTo>
                <a:lnTo>
                  <a:pt x="22" y="531"/>
                </a:lnTo>
                <a:lnTo>
                  <a:pt x="22" y="530"/>
                </a:lnTo>
                <a:lnTo>
                  <a:pt x="21" y="530"/>
                </a:lnTo>
                <a:lnTo>
                  <a:pt x="20" y="529"/>
                </a:lnTo>
                <a:lnTo>
                  <a:pt x="21" y="529"/>
                </a:lnTo>
                <a:lnTo>
                  <a:pt x="22" y="529"/>
                </a:lnTo>
                <a:lnTo>
                  <a:pt x="22" y="528"/>
                </a:lnTo>
                <a:lnTo>
                  <a:pt x="22" y="527"/>
                </a:lnTo>
                <a:lnTo>
                  <a:pt x="22" y="526"/>
                </a:lnTo>
                <a:lnTo>
                  <a:pt x="22" y="525"/>
                </a:lnTo>
                <a:lnTo>
                  <a:pt x="22" y="524"/>
                </a:lnTo>
                <a:lnTo>
                  <a:pt x="23" y="524"/>
                </a:lnTo>
                <a:lnTo>
                  <a:pt x="23" y="523"/>
                </a:lnTo>
                <a:lnTo>
                  <a:pt x="24" y="523"/>
                </a:lnTo>
                <a:lnTo>
                  <a:pt x="24" y="524"/>
                </a:lnTo>
                <a:lnTo>
                  <a:pt x="24" y="523"/>
                </a:lnTo>
                <a:lnTo>
                  <a:pt x="25" y="523"/>
                </a:lnTo>
                <a:lnTo>
                  <a:pt x="25" y="522"/>
                </a:lnTo>
                <a:lnTo>
                  <a:pt x="26" y="521"/>
                </a:lnTo>
                <a:lnTo>
                  <a:pt x="27" y="521"/>
                </a:lnTo>
                <a:lnTo>
                  <a:pt x="27" y="520"/>
                </a:lnTo>
                <a:lnTo>
                  <a:pt x="28" y="520"/>
                </a:lnTo>
                <a:lnTo>
                  <a:pt x="28" y="521"/>
                </a:lnTo>
                <a:lnTo>
                  <a:pt x="30" y="521"/>
                </a:lnTo>
                <a:lnTo>
                  <a:pt x="31" y="521"/>
                </a:lnTo>
                <a:lnTo>
                  <a:pt x="31" y="520"/>
                </a:lnTo>
                <a:lnTo>
                  <a:pt x="31" y="519"/>
                </a:lnTo>
                <a:lnTo>
                  <a:pt x="32" y="519"/>
                </a:lnTo>
                <a:lnTo>
                  <a:pt x="32" y="518"/>
                </a:lnTo>
                <a:lnTo>
                  <a:pt x="33" y="518"/>
                </a:lnTo>
                <a:lnTo>
                  <a:pt x="34" y="518"/>
                </a:lnTo>
                <a:lnTo>
                  <a:pt x="34" y="519"/>
                </a:lnTo>
                <a:lnTo>
                  <a:pt x="34" y="518"/>
                </a:lnTo>
                <a:lnTo>
                  <a:pt x="35" y="518"/>
                </a:lnTo>
                <a:lnTo>
                  <a:pt x="36" y="518"/>
                </a:lnTo>
                <a:lnTo>
                  <a:pt x="36" y="517"/>
                </a:lnTo>
                <a:lnTo>
                  <a:pt x="37" y="517"/>
                </a:lnTo>
                <a:lnTo>
                  <a:pt x="37" y="516"/>
                </a:lnTo>
                <a:lnTo>
                  <a:pt x="37" y="515"/>
                </a:lnTo>
                <a:lnTo>
                  <a:pt x="36" y="515"/>
                </a:lnTo>
                <a:lnTo>
                  <a:pt x="36" y="514"/>
                </a:lnTo>
                <a:lnTo>
                  <a:pt x="37" y="514"/>
                </a:lnTo>
                <a:lnTo>
                  <a:pt x="37" y="513"/>
                </a:lnTo>
                <a:lnTo>
                  <a:pt x="38" y="513"/>
                </a:lnTo>
                <a:lnTo>
                  <a:pt x="38" y="512"/>
                </a:lnTo>
                <a:lnTo>
                  <a:pt x="37" y="511"/>
                </a:lnTo>
                <a:lnTo>
                  <a:pt x="38" y="510"/>
                </a:lnTo>
                <a:lnTo>
                  <a:pt x="38" y="509"/>
                </a:lnTo>
                <a:lnTo>
                  <a:pt x="38" y="508"/>
                </a:lnTo>
                <a:lnTo>
                  <a:pt x="39" y="508"/>
                </a:lnTo>
                <a:lnTo>
                  <a:pt x="39" y="507"/>
                </a:lnTo>
                <a:lnTo>
                  <a:pt x="38" y="506"/>
                </a:lnTo>
                <a:lnTo>
                  <a:pt x="38" y="505"/>
                </a:lnTo>
                <a:lnTo>
                  <a:pt x="38" y="504"/>
                </a:lnTo>
                <a:lnTo>
                  <a:pt x="38" y="503"/>
                </a:lnTo>
                <a:lnTo>
                  <a:pt x="39" y="503"/>
                </a:lnTo>
                <a:lnTo>
                  <a:pt x="40" y="503"/>
                </a:lnTo>
                <a:lnTo>
                  <a:pt x="40" y="502"/>
                </a:lnTo>
                <a:lnTo>
                  <a:pt x="41" y="501"/>
                </a:lnTo>
                <a:lnTo>
                  <a:pt x="42" y="501"/>
                </a:lnTo>
                <a:lnTo>
                  <a:pt x="42" y="500"/>
                </a:lnTo>
                <a:lnTo>
                  <a:pt x="42" y="499"/>
                </a:lnTo>
                <a:lnTo>
                  <a:pt x="41" y="499"/>
                </a:lnTo>
                <a:lnTo>
                  <a:pt x="41" y="497"/>
                </a:lnTo>
                <a:lnTo>
                  <a:pt x="40" y="497"/>
                </a:lnTo>
                <a:lnTo>
                  <a:pt x="39" y="497"/>
                </a:lnTo>
                <a:lnTo>
                  <a:pt x="38" y="497"/>
                </a:lnTo>
                <a:lnTo>
                  <a:pt x="37" y="496"/>
                </a:lnTo>
                <a:lnTo>
                  <a:pt x="38" y="495"/>
                </a:lnTo>
                <a:lnTo>
                  <a:pt x="37" y="494"/>
                </a:lnTo>
                <a:lnTo>
                  <a:pt x="36" y="494"/>
                </a:lnTo>
                <a:lnTo>
                  <a:pt x="35" y="494"/>
                </a:lnTo>
                <a:lnTo>
                  <a:pt x="35" y="493"/>
                </a:lnTo>
                <a:lnTo>
                  <a:pt x="36" y="493"/>
                </a:lnTo>
                <a:lnTo>
                  <a:pt x="36" y="492"/>
                </a:lnTo>
                <a:lnTo>
                  <a:pt x="37" y="491"/>
                </a:lnTo>
                <a:lnTo>
                  <a:pt x="37" y="490"/>
                </a:lnTo>
                <a:lnTo>
                  <a:pt x="37" y="489"/>
                </a:lnTo>
                <a:lnTo>
                  <a:pt x="37" y="488"/>
                </a:lnTo>
                <a:lnTo>
                  <a:pt x="37" y="487"/>
                </a:lnTo>
                <a:lnTo>
                  <a:pt x="38" y="487"/>
                </a:lnTo>
                <a:lnTo>
                  <a:pt x="37" y="487"/>
                </a:lnTo>
                <a:lnTo>
                  <a:pt x="37" y="486"/>
                </a:lnTo>
                <a:lnTo>
                  <a:pt x="36" y="486"/>
                </a:lnTo>
                <a:lnTo>
                  <a:pt x="36" y="485"/>
                </a:lnTo>
                <a:lnTo>
                  <a:pt x="37" y="485"/>
                </a:lnTo>
                <a:lnTo>
                  <a:pt x="37" y="484"/>
                </a:lnTo>
                <a:lnTo>
                  <a:pt x="37" y="483"/>
                </a:lnTo>
                <a:lnTo>
                  <a:pt x="36" y="483"/>
                </a:lnTo>
                <a:lnTo>
                  <a:pt x="36" y="482"/>
                </a:lnTo>
                <a:lnTo>
                  <a:pt x="37" y="481"/>
                </a:lnTo>
                <a:lnTo>
                  <a:pt x="37" y="480"/>
                </a:lnTo>
                <a:lnTo>
                  <a:pt x="36" y="480"/>
                </a:lnTo>
                <a:lnTo>
                  <a:pt x="37" y="480"/>
                </a:lnTo>
                <a:lnTo>
                  <a:pt x="37" y="479"/>
                </a:lnTo>
                <a:lnTo>
                  <a:pt x="36" y="479"/>
                </a:lnTo>
                <a:lnTo>
                  <a:pt x="36" y="478"/>
                </a:lnTo>
                <a:lnTo>
                  <a:pt x="37" y="478"/>
                </a:lnTo>
                <a:lnTo>
                  <a:pt x="36" y="477"/>
                </a:lnTo>
                <a:lnTo>
                  <a:pt x="35" y="476"/>
                </a:lnTo>
                <a:lnTo>
                  <a:pt x="34" y="476"/>
                </a:lnTo>
                <a:lnTo>
                  <a:pt x="33" y="475"/>
                </a:lnTo>
                <a:lnTo>
                  <a:pt x="34" y="475"/>
                </a:lnTo>
                <a:lnTo>
                  <a:pt x="34" y="474"/>
                </a:lnTo>
                <a:lnTo>
                  <a:pt x="33" y="474"/>
                </a:lnTo>
                <a:lnTo>
                  <a:pt x="33" y="473"/>
                </a:lnTo>
                <a:lnTo>
                  <a:pt x="34" y="473"/>
                </a:lnTo>
                <a:lnTo>
                  <a:pt x="34" y="472"/>
                </a:lnTo>
                <a:lnTo>
                  <a:pt x="35" y="472"/>
                </a:lnTo>
                <a:lnTo>
                  <a:pt x="35" y="471"/>
                </a:lnTo>
                <a:lnTo>
                  <a:pt x="35" y="470"/>
                </a:lnTo>
                <a:lnTo>
                  <a:pt x="34" y="469"/>
                </a:lnTo>
                <a:lnTo>
                  <a:pt x="34" y="468"/>
                </a:lnTo>
                <a:lnTo>
                  <a:pt x="33" y="468"/>
                </a:lnTo>
                <a:lnTo>
                  <a:pt x="33" y="469"/>
                </a:lnTo>
                <a:lnTo>
                  <a:pt x="33" y="468"/>
                </a:lnTo>
                <a:lnTo>
                  <a:pt x="31" y="468"/>
                </a:lnTo>
                <a:lnTo>
                  <a:pt x="30" y="468"/>
                </a:lnTo>
                <a:lnTo>
                  <a:pt x="30" y="467"/>
                </a:lnTo>
                <a:lnTo>
                  <a:pt x="29" y="467"/>
                </a:lnTo>
                <a:lnTo>
                  <a:pt x="29" y="466"/>
                </a:lnTo>
                <a:lnTo>
                  <a:pt x="29" y="465"/>
                </a:lnTo>
                <a:lnTo>
                  <a:pt x="30" y="464"/>
                </a:lnTo>
                <a:lnTo>
                  <a:pt x="30" y="463"/>
                </a:lnTo>
                <a:lnTo>
                  <a:pt x="29" y="463"/>
                </a:lnTo>
                <a:lnTo>
                  <a:pt x="29" y="462"/>
                </a:lnTo>
                <a:lnTo>
                  <a:pt x="28" y="462"/>
                </a:lnTo>
                <a:lnTo>
                  <a:pt x="29" y="461"/>
                </a:lnTo>
                <a:lnTo>
                  <a:pt x="30" y="461"/>
                </a:lnTo>
                <a:lnTo>
                  <a:pt x="29" y="461"/>
                </a:lnTo>
                <a:lnTo>
                  <a:pt x="29" y="460"/>
                </a:lnTo>
                <a:lnTo>
                  <a:pt x="29" y="459"/>
                </a:lnTo>
                <a:lnTo>
                  <a:pt x="30" y="459"/>
                </a:lnTo>
                <a:lnTo>
                  <a:pt x="31" y="459"/>
                </a:lnTo>
                <a:lnTo>
                  <a:pt x="31" y="458"/>
                </a:lnTo>
                <a:lnTo>
                  <a:pt x="32" y="458"/>
                </a:lnTo>
                <a:lnTo>
                  <a:pt x="33" y="457"/>
                </a:lnTo>
                <a:lnTo>
                  <a:pt x="34" y="458"/>
                </a:lnTo>
                <a:lnTo>
                  <a:pt x="35" y="458"/>
                </a:lnTo>
                <a:lnTo>
                  <a:pt x="36" y="458"/>
                </a:lnTo>
                <a:lnTo>
                  <a:pt x="36" y="457"/>
                </a:lnTo>
                <a:lnTo>
                  <a:pt x="36" y="456"/>
                </a:lnTo>
                <a:lnTo>
                  <a:pt x="36" y="455"/>
                </a:lnTo>
                <a:lnTo>
                  <a:pt x="37" y="455"/>
                </a:lnTo>
                <a:lnTo>
                  <a:pt x="37" y="454"/>
                </a:lnTo>
                <a:lnTo>
                  <a:pt x="38" y="454"/>
                </a:lnTo>
                <a:lnTo>
                  <a:pt x="38" y="453"/>
                </a:lnTo>
                <a:lnTo>
                  <a:pt x="38" y="452"/>
                </a:lnTo>
                <a:lnTo>
                  <a:pt x="39" y="452"/>
                </a:lnTo>
                <a:lnTo>
                  <a:pt x="40" y="452"/>
                </a:lnTo>
                <a:lnTo>
                  <a:pt x="40" y="451"/>
                </a:lnTo>
                <a:lnTo>
                  <a:pt x="41" y="451"/>
                </a:lnTo>
                <a:lnTo>
                  <a:pt x="42" y="450"/>
                </a:lnTo>
                <a:lnTo>
                  <a:pt x="41" y="450"/>
                </a:lnTo>
                <a:lnTo>
                  <a:pt x="40" y="450"/>
                </a:lnTo>
                <a:lnTo>
                  <a:pt x="40" y="449"/>
                </a:lnTo>
                <a:lnTo>
                  <a:pt x="40" y="448"/>
                </a:lnTo>
                <a:lnTo>
                  <a:pt x="40" y="447"/>
                </a:lnTo>
                <a:lnTo>
                  <a:pt x="39" y="447"/>
                </a:lnTo>
                <a:lnTo>
                  <a:pt x="40" y="447"/>
                </a:lnTo>
                <a:lnTo>
                  <a:pt x="40" y="446"/>
                </a:lnTo>
                <a:lnTo>
                  <a:pt x="39" y="446"/>
                </a:lnTo>
                <a:lnTo>
                  <a:pt x="39" y="445"/>
                </a:lnTo>
                <a:lnTo>
                  <a:pt x="38" y="445"/>
                </a:lnTo>
                <a:lnTo>
                  <a:pt x="37" y="445"/>
                </a:lnTo>
                <a:lnTo>
                  <a:pt x="36" y="445"/>
                </a:lnTo>
                <a:lnTo>
                  <a:pt x="37" y="444"/>
                </a:lnTo>
                <a:lnTo>
                  <a:pt x="38" y="444"/>
                </a:lnTo>
                <a:lnTo>
                  <a:pt x="37" y="444"/>
                </a:lnTo>
                <a:lnTo>
                  <a:pt x="37" y="443"/>
                </a:lnTo>
                <a:lnTo>
                  <a:pt x="37" y="442"/>
                </a:lnTo>
                <a:lnTo>
                  <a:pt x="37" y="441"/>
                </a:lnTo>
                <a:lnTo>
                  <a:pt x="36" y="441"/>
                </a:lnTo>
                <a:lnTo>
                  <a:pt x="36" y="440"/>
                </a:lnTo>
                <a:lnTo>
                  <a:pt x="35" y="440"/>
                </a:lnTo>
                <a:lnTo>
                  <a:pt x="34" y="440"/>
                </a:lnTo>
                <a:lnTo>
                  <a:pt x="33" y="440"/>
                </a:lnTo>
                <a:lnTo>
                  <a:pt x="32" y="440"/>
                </a:lnTo>
                <a:lnTo>
                  <a:pt x="32" y="441"/>
                </a:lnTo>
                <a:lnTo>
                  <a:pt x="31" y="441"/>
                </a:lnTo>
                <a:lnTo>
                  <a:pt x="31" y="442"/>
                </a:lnTo>
                <a:lnTo>
                  <a:pt x="30" y="441"/>
                </a:lnTo>
                <a:lnTo>
                  <a:pt x="29" y="441"/>
                </a:lnTo>
                <a:lnTo>
                  <a:pt x="28" y="440"/>
                </a:lnTo>
                <a:lnTo>
                  <a:pt x="27" y="440"/>
                </a:lnTo>
                <a:lnTo>
                  <a:pt x="27" y="441"/>
                </a:lnTo>
                <a:lnTo>
                  <a:pt x="26" y="441"/>
                </a:lnTo>
                <a:lnTo>
                  <a:pt x="26" y="442"/>
                </a:lnTo>
                <a:lnTo>
                  <a:pt x="25" y="442"/>
                </a:lnTo>
                <a:lnTo>
                  <a:pt x="24" y="442"/>
                </a:lnTo>
                <a:lnTo>
                  <a:pt x="24" y="443"/>
                </a:lnTo>
                <a:lnTo>
                  <a:pt x="23" y="443"/>
                </a:lnTo>
                <a:lnTo>
                  <a:pt x="22" y="443"/>
                </a:lnTo>
                <a:lnTo>
                  <a:pt x="22" y="444"/>
                </a:lnTo>
                <a:lnTo>
                  <a:pt x="22" y="443"/>
                </a:lnTo>
                <a:lnTo>
                  <a:pt x="21" y="443"/>
                </a:lnTo>
                <a:lnTo>
                  <a:pt x="21" y="444"/>
                </a:lnTo>
                <a:lnTo>
                  <a:pt x="19" y="444"/>
                </a:lnTo>
                <a:lnTo>
                  <a:pt x="19" y="443"/>
                </a:lnTo>
                <a:lnTo>
                  <a:pt x="20" y="443"/>
                </a:lnTo>
                <a:lnTo>
                  <a:pt x="19" y="443"/>
                </a:lnTo>
                <a:lnTo>
                  <a:pt x="18" y="442"/>
                </a:lnTo>
                <a:lnTo>
                  <a:pt x="17" y="442"/>
                </a:lnTo>
                <a:lnTo>
                  <a:pt x="16" y="443"/>
                </a:lnTo>
                <a:lnTo>
                  <a:pt x="16" y="442"/>
                </a:lnTo>
                <a:lnTo>
                  <a:pt x="16" y="441"/>
                </a:lnTo>
                <a:lnTo>
                  <a:pt x="15" y="440"/>
                </a:lnTo>
                <a:lnTo>
                  <a:pt x="14" y="440"/>
                </a:lnTo>
                <a:lnTo>
                  <a:pt x="14" y="439"/>
                </a:lnTo>
                <a:lnTo>
                  <a:pt x="14" y="438"/>
                </a:lnTo>
                <a:lnTo>
                  <a:pt x="14" y="437"/>
                </a:lnTo>
                <a:lnTo>
                  <a:pt x="15" y="437"/>
                </a:lnTo>
                <a:lnTo>
                  <a:pt x="15" y="436"/>
                </a:lnTo>
                <a:lnTo>
                  <a:pt x="14" y="436"/>
                </a:lnTo>
                <a:lnTo>
                  <a:pt x="14" y="435"/>
                </a:lnTo>
                <a:lnTo>
                  <a:pt x="15" y="434"/>
                </a:lnTo>
                <a:lnTo>
                  <a:pt x="15" y="433"/>
                </a:lnTo>
                <a:lnTo>
                  <a:pt x="15" y="432"/>
                </a:lnTo>
                <a:lnTo>
                  <a:pt x="15" y="431"/>
                </a:lnTo>
                <a:lnTo>
                  <a:pt x="14" y="431"/>
                </a:lnTo>
                <a:lnTo>
                  <a:pt x="14" y="430"/>
                </a:lnTo>
                <a:lnTo>
                  <a:pt x="15" y="430"/>
                </a:lnTo>
                <a:lnTo>
                  <a:pt x="16" y="430"/>
                </a:lnTo>
                <a:lnTo>
                  <a:pt x="16" y="429"/>
                </a:lnTo>
                <a:lnTo>
                  <a:pt x="16" y="428"/>
                </a:lnTo>
                <a:lnTo>
                  <a:pt x="16" y="427"/>
                </a:lnTo>
                <a:lnTo>
                  <a:pt x="16" y="426"/>
                </a:lnTo>
                <a:lnTo>
                  <a:pt x="15" y="426"/>
                </a:lnTo>
                <a:lnTo>
                  <a:pt x="16" y="426"/>
                </a:lnTo>
                <a:lnTo>
                  <a:pt x="17" y="426"/>
                </a:lnTo>
                <a:lnTo>
                  <a:pt x="17" y="425"/>
                </a:lnTo>
                <a:lnTo>
                  <a:pt x="16" y="425"/>
                </a:lnTo>
                <a:lnTo>
                  <a:pt x="17" y="425"/>
                </a:lnTo>
                <a:lnTo>
                  <a:pt x="17" y="424"/>
                </a:lnTo>
                <a:lnTo>
                  <a:pt x="17" y="423"/>
                </a:lnTo>
                <a:lnTo>
                  <a:pt x="17" y="422"/>
                </a:lnTo>
                <a:lnTo>
                  <a:pt x="16" y="422"/>
                </a:lnTo>
                <a:lnTo>
                  <a:pt x="16" y="421"/>
                </a:lnTo>
                <a:lnTo>
                  <a:pt x="17" y="421"/>
                </a:lnTo>
                <a:lnTo>
                  <a:pt x="17" y="420"/>
                </a:lnTo>
                <a:lnTo>
                  <a:pt x="16" y="420"/>
                </a:lnTo>
                <a:lnTo>
                  <a:pt x="15" y="419"/>
                </a:lnTo>
                <a:lnTo>
                  <a:pt x="14" y="419"/>
                </a:lnTo>
                <a:lnTo>
                  <a:pt x="13" y="420"/>
                </a:lnTo>
                <a:lnTo>
                  <a:pt x="12" y="419"/>
                </a:lnTo>
                <a:lnTo>
                  <a:pt x="12" y="418"/>
                </a:lnTo>
                <a:lnTo>
                  <a:pt x="11" y="418"/>
                </a:lnTo>
                <a:lnTo>
                  <a:pt x="10" y="418"/>
                </a:lnTo>
                <a:lnTo>
                  <a:pt x="9" y="418"/>
                </a:lnTo>
                <a:lnTo>
                  <a:pt x="9" y="417"/>
                </a:lnTo>
                <a:lnTo>
                  <a:pt x="9" y="416"/>
                </a:lnTo>
                <a:lnTo>
                  <a:pt x="9" y="415"/>
                </a:lnTo>
                <a:lnTo>
                  <a:pt x="8" y="414"/>
                </a:lnTo>
                <a:lnTo>
                  <a:pt x="8" y="413"/>
                </a:lnTo>
                <a:lnTo>
                  <a:pt x="7" y="413"/>
                </a:lnTo>
                <a:lnTo>
                  <a:pt x="7" y="412"/>
                </a:lnTo>
                <a:lnTo>
                  <a:pt x="7" y="411"/>
                </a:lnTo>
                <a:lnTo>
                  <a:pt x="6" y="411"/>
                </a:lnTo>
                <a:lnTo>
                  <a:pt x="6" y="410"/>
                </a:lnTo>
                <a:lnTo>
                  <a:pt x="5" y="410"/>
                </a:lnTo>
                <a:lnTo>
                  <a:pt x="5" y="409"/>
                </a:lnTo>
                <a:lnTo>
                  <a:pt x="4" y="409"/>
                </a:lnTo>
                <a:lnTo>
                  <a:pt x="4" y="408"/>
                </a:lnTo>
                <a:lnTo>
                  <a:pt x="5" y="407"/>
                </a:lnTo>
                <a:lnTo>
                  <a:pt x="6" y="407"/>
                </a:lnTo>
                <a:lnTo>
                  <a:pt x="6" y="406"/>
                </a:lnTo>
                <a:lnTo>
                  <a:pt x="7" y="406"/>
                </a:lnTo>
                <a:lnTo>
                  <a:pt x="7" y="405"/>
                </a:lnTo>
                <a:lnTo>
                  <a:pt x="8" y="405"/>
                </a:lnTo>
                <a:lnTo>
                  <a:pt x="9" y="405"/>
                </a:lnTo>
                <a:lnTo>
                  <a:pt x="10" y="404"/>
                </a:lnTo>
                <a:lnTo>
                  <a:pt x="11" y="404"/>
                </a:lnTo>
                <a:lnTo>
                  <a:pt x="11" y="403"/>
                </a:lnTo>
                <a:lnTo>
                  <a:pt x="11" y="402"/>
                </a:lnTo>
                <a:lnTo>
                  <a:pt x="10" y="402"/>
                </a:lnTo>
                <a:lnTo>
                  <a:pt x="10" y="403"/>
                </a:lnTo>
                <a:lnTo>
                  <a:pt x="9" y="403"/>
                </a:lnTo>
                <a:lnTo>
                  <a:pt x="8" y="402"/>
                </a:lnTo>
                <a:lnTo>
                  <a:pt x="8" y="401"/>
                </a:lnTo>
                <a:lnTo>
                  <a:pt x="8" y="400"/>
                </a:lnTo>
                <a:lnTo>
                  <a:pt x="9" y="399"/>
                </a:lnTo>
                <a:lnTo>
                  <a:pt x="9" y="398"/>
                </a:lnTo>
                <a:lnTo>
                  <a:pt x="10" y="398"/>
                </a:lnTo>
                <a:lnTo>
                  <a:pt x="10" y="397"/>
                </a:lnTo>
                <a:lnTo>
                  <a:pt x="9" y="396"/>
                </a:lnTo>
                <a:lnTo>
                  <a:pt x="8" y="396"/>
                </a:lnTo>
                <a:lnTo>
                  <a:pt x="8" y="395"/>
                </a:lnTo>
                <a:lnTo>
                  <a:pt x="8" y="394"/>
                </a:lnTo>
                <a:lnTo>
                  <a:pt x="9" y="394"/>
                </a:lnTo>
                <a:lnTo>
                  <a:pt x="10" y="394"/>
                </a:lnTo>
                <a:lnTo>
                  <a:pt x="11" y="394"/>
                </a:lnTo>
                <a:lnTo>
                  <a:pt x="12" y="394"/>
                </a:lnTo>
                <a:lnTo>
                  <a:pt x="13" y="393"/>
                </a:lnTo>
                <a:lnTo>
                  <a:pt x="14" y="393"/>
                </a:lnTo>
                <a:lnTo>
                  <a:pt x="15" y="393"/>
                </a:lnTo>
                <a:lnTo>
                  <a:pt x="16" y="393"/>
                </a:lnTo>
                <a:lnTo>
                  <a:pt x="16" y="392"/>
                </a:lnTo>
                <a:lnTo>
                  <a:pt x="17" y="392"/>
                </a:lnTo>
                <a:lnTo>
                  <a:pt x="17" y="391"/>
                </a:lnTo>
                <a:lnTo>
                  <a:pt x="18" y="391"/>
                </a:lnTo>
                <a:lnTo>
                  <a:pt x="18" y="390"/>
                </a:lnTo>
                <a:lnTo>
                  <a:pt x="19" y="389"/>
                </a:lnTo>
                <a:lnTo>
                  <a:pt x="20" y="389"/>
                </a:lnTo>
                <a:lnTo>
                  <a:pt x="21" y="389"/>
                </a:lnTo>
                <a:lnTo>
                  <a:pt x="23" y="388"/>
                </a:lnTo>
                <a:lnTo>
                  <a:pt x="24" y="389"/>
                </a:lnTo>
                <a:lnTo>
                  <a:pt x="25" y="389"/>
                </a:lnTo>
                <a:lnTo>
                  <a:pt x="26" y="388"/>
                </a:lnTo>
                <a:lnTo>
                  <a:pt x="27" y="388"/>
                </a:lnTo>
                <a:lnTo>
                  <a:pt x="26" y="388"/>
                </a:lnTo>
                <a:lnTo>
                  <a:pt x="26" y="387"/>
                </a:lnTo>
                <a:lnTo>
                  <a:pt x="27" y="387"/>
                </a:lnTo>
                <a:lnTo>
                  <a:pt x="28" y="386"/>
                </a:lnTo>
                <a:lnTo>
                  <a:pt x="27" y="386"/>
                </a:lnTo>
                <a:lnTo>
                  <a:pt x="28" y="386"/>
                </a:lnTo>
                <a:lnTo>
                  <a:pt x="29" y="385"/>
                </a:lnTo>
                <a:lnTo>
                  <a:pt x="29" y="384"/>
                </a:lnTo>
                <a:lnTo>
                  <a:pt x="30" y="384"/>
                </a:lnTo>
                <a:lnTo>
                  <a:pt x="30" y="383"/>
                </a:lnTo>
                <a:lnTo>
                  <a:pt x="31" y="383"/>
                </a:lnTo>
                <a:lnTo>
                  <a:pt x="32" y="382"/>
                </a:lnTo>
                <a:lnTo>
                  <a:pt x="31" y="382"/>
                </a:lnTo>
                <a:lnTo>
                  <a:pt x="31" y="381"/>
                </a:lnTo>
                <a:lnTo>
                  <a:pt x="31" y="380"/>
                </a:lnTo>
                <a:lnTo>
                  <a:pt x="30" y="380"/>
                </a:lnTo>
                <a:lnTo>
                  <a:pt x="29" y="380"/>
                </a:lnTo>
                <a:lnTo>
                  <a:pt x="28" y="380"/>
                </a:lnTo>
                <a:lnTo>
                  <a:pt x="27" y="380"/>
                </a:lnTo>
                <a:lnTo>
                  <a:pt x="27" y="379"/>
                </a:lnTo>
                <a:lnTo>
                  <a:pt x="27" y="378"/>
                </a:lnTo>
                <a:lnTo>
                  <a:pt x="27" y="377"/>
                </a:lnTo>
                <a:lnTo>
                  <a:pt x="26" y="377"/>
                </a:lnTo>
                <a:lnTo>
                  <a:pt x="26" y="376"/>
                </a:lnTo>
                <a:lnTo>
                  <a:pt x="27" y="376"/>
                </a:lnTo>
                <a:lnTo>
                  <a:pt x="27" y="375"/>
                </a:lnTo>
                <a:lnTo>
                  <a:pt x="27" y="374"/>
                </a:lnTo>
                <a:lnTo>
                  <a:pt x="27" y="373"/>
                </a:lnTo>
                <a:lnTo>
                  <a:pt x="27" y="372"/>
                </a:lnTo>
                <a:lnTo>
                  <a:pt x="28" y="372"/>
                </a:lnTo>
                <a:lnTo>
                  <a:pt x="29" y="372"/>
                </a:lnTo>
                <a:lnTo>
                  <a:pt x="30" y="372"/>
                </a:lnTo>
                <a:lnTo>
                  <a:pt x="30" y="373"/>
                </a:lnTo>
                <a:lnTo>
                  <a:pt x="31" y="372"/>
                </a:lnTo>
                <a:lnTo>
                  <a:pt x="32" y="372"/>
                </a:lnTo>
                <a:lnTo>
                  <a:pt x="32" y="370"/>
                </a:lnTo>
                <a:lnTo>
                  <a:pt x="31" y="370"/>
                </a:lnTo>
                <a:lnTo>
                  <a:pt x="31" y="369"/>
                </a:lnTo>
                <a:lnTo>
                  <a:pt x="30" y="368"/>
                </a:lnTo>
                <a:lnTo>
                  <a:pt x="30" y="367"/>
                </a:lnTo>
                <a:lnTo>
                  <a:pt x="30" y="366"/>
                </a:lnTo>
                <a:lnTo>
                  <a:pt x="29" y="366"/>
                </a:lnTo>
                <a:lnTo>
                  <a:pt x="29" y="365"/>
                </a:lnTo>
                <a:lnTo>
                  <a:pt x="29" y="364"/>
                </a:lnTo>
                <a:lnTo>
                  <a:pt x="29" y="365"/>
                </a:lnTo>
                <a:lnTo>
                  <a:pt x="30" y="365"/>
                </a:lnTo>
                <a:lnTo>
                  <a:pt x="30" y="364"/>
                </a:lnTo>
                <a:lnTo>
                  <a:pt x="31" y="364"/>
                </a:lnTo>
                <a:lnTo>
                  <a:pt x="31" y="362"/>
                </a:lnTo>
                <a:lnTo>
                  <a:pt x="31" y="361"/>
                </a:lnTo>
                <a:lnTo>
                  <a:pt x="30" y="360"/>
                </a:lnTo>
                <a:lnTo>
                  <a:pt x="31" y="360"/>
                </a:lnTo>
                <a:lnTo>
                  <a:pt x="31" y="359"/>
                </a:lnTo>
                <a:lnTo>
                  <a:pt x="30" y="359"/>
                </a:lnTo>
                <a:lnTo>
                  <a:pt x="30" y="358"/>
                </a:lnTo>
                <a:lnTo>
                  <a:pt x="31" y="357"/>
                </a:lnTo>
                <a:lnTo>
                  <a:pt x="31" y="356"/>
                </a:lnTo>
                <a:lnTo>
                  <a:pt x="31" y="355"/>
                </a:lnTo>
                <a:lnTo>
                  <a:pt x="31" y="354"/>
                </a:lnTo>
                <a:lnTo>
                  <a:pt x="32" y="354"/>
                </a:lnTo>
                <a:lnTo>
                  <a:pt x="33" y="354"/>
                </a:lnTo>
                <a:lnTo>
                  <a:pt x="34" y="354"/>
                </a:lnTo>
                <a:lnTo>
                  <a:pt x="34" y="353"/>
                </a:lnTo>
                <a:lnTo>
                  <a:pt x="34" y="352"/>
                </a:lnTo>
                <a:lnTo>
                  <a:pt x="33" y="352"/>
                </a:lnTo>
                <a:lnTo>
                  <a:pt x="33" y="351"/>
                </a:lnTo>
                <a:lnTo>
                  <a:pt x="32" y="350"/>
                </a:lnTo>
                <a:lnTo>
                  <a:pt x="33" y="350"/>
                </a:lnTo>
                <a:lnTo>
                  <a:pt x="34" y="349"/>
                </a:lnTo>
                <a:lnTo>
                  <a:pt x="34" y="348"/>
                </a:lnTo>
                <a:lnTo>
                  <a:pt x="34" y="347"/>
                </a:lnTo>
                <a:lnTo>
                  <a:pt x="35" y="346"/>
                </a:lnTo>
                <a:lnTo>
                  <a:pt x="36" y="345"/>
                </a:lnTo>
                <a:lnTo>
                  <a:pt x="35" y="344"/>
                </a:lnTo>
                <a:lnTo>
                  <a:pt x="33" y="344"/>
                </a:lnTo>
                <a:lnTo>
                  <a:pt x="32" y="344"/>
                </a:lnTo>
                <a:lnTo>
                  <a:pt x="31" y="344"/>
                </a:lnTo>
                <a:lnTo>
                  <a:pt x="30" y="344"/>
                </a:lnTo>
                <a:lnTo>
                  <a:pt x="29" y="344"/>
                </a:lnTo>
                <a:lnTo>
                  <a:pt x="28" y="345"/>
                </a:lnTo>
                <a:lnTo>
                  <a:pt x="27" y="345"/>
                </a:lnTo>
                <a:lnTo>
                  <a:pt x="26" y="345"/>
                </a:lnTo>
                <a:lnTo>
                  <a:pt x="25" y="345"/>
                </a:lnTo>
                <a:lnTo>
                  <a:pt x="24" y="345"/>
                </a:lnTo>
                <a:lnTo>
                  <a:pt x="23" y="345"/>
                </a:lnTo>
                <a:lnTo>
                  <a:pt x="22" y="345"/>
                </a:lnTo>
                <a:lnTo>
                  <a:pt x="22" y="344"/>
                </a:lnTo>
                <a:lnTo>
                  <a:pt x="21" y="344"/>
                </a:lnTo>
                <a:lnTo>
                  <a:pt x="20" y="344"/>
                </a:lnTo>
                <a:lnTo>
                  <a:pt x="19" y="344"/>
                </a:lnTo>
                <a:lnTo>
                  <a:pt x="18" y="344"/>
                </a:lnTo>
                <a:lnTo>
                  <a:pt x="17" y="344"/>
                </a:lnTo>
                <a:lnTo>
                  <a:pt x="16" y="344"/>
                </a:lnTo>
                <a:lnTo>
                  <a:pt x="14" y="344"/>
                </a:lnTo>
                <a:lnTo>
                  <a:pt x="13" y="344"/>
                </a:lnTo>
                <a:lnTo>
                  <a:pt x="12" y="344"/>
                </a:lnTo>
                <a:lnTo>
                  <a:pt x="12" y="343"/>
                </a:lnTo>
                <a:lnTo>
                  <a:pt x="11" y="343"/>
                </a:lnTo>
                <a:lnTo>
                  <a:pt x="11" y="342"/>
                </a:lnTo>
                <a:lnTo>
                  <a:pt x="12" y="342"/>
                </a:lnTo>
                <a:lnTo>
                  <a:pt x="13" y="342"/>
                </a:lnTo>
                <a:lnTo>
                  <a:pt x="12" y="342"/>
                </a:lnTo>
                <a:lnTo>
                  <a:pt x="12" y="341"/>
                </a:lnTo>
                <a:lnTo>
                  <a:pt x="11" y="341"/>
                </a:lnTo>
                <a:lnTo>
                  <a:pt x="10" y="341"/>
                </a:lnTo>
                <a:lnTo>
                  <a:pt x="8" y="340"/>
                </a:lnTo>
                <a:lnTo>
                  <a:pt x="8" y="339"/>
                </a:lnTo>
                <a:lnTo>
                  <a:pt x="7" y="339"/>
                </a:lnTo>
                <a:lnTo>
                  <a:pt x="6" y="339"/>
                </a:lnTo>
                <a:lnTo>
                  <a:pt x="6" y="340"/>
                </a:lnTo>
                <a:lnTo>
                  <a:pt x="5" y="340"/>
                </a:lnTo>
                <a:lnTo>
                  <a:pt x="5" y="339"/>
                </a:lnTo>
                <a:lnTo>
                  <a:pt x="4" y="339"/>
                </a:lnTo>
                <a:lnTo>
                  <a:pt x="3" y="338"/>
                </a:lnTo>
                <a:lnTo>
                  <a:pt x="2" y="338"/>
                </a:lnTo>
                <a:lnTo>
                  <a:pt x="1" y="338"/>
                </a:lnTo>
                <a:lnTo>
                  <a:pt x="1" y="337"/>
                </a:lnTo>
                <a:lnTo>
                  <a:pt x="1" y="336"/>
                </a:lnTo>
                <a:lnTo>
                  <a:pt x="2" y="336"/>
                </a:lnTo>
                <a:lnTo>
                  <a:pt x="2" y="335"/>
                </a:lnTo>
                <a:lnTo>
                  <a:pt x="2" y="334"/>
                </a:lnTo>
                <a:lnTo>
                  <a:pt x="2" y="333"/>
                </a:lnTo>
                <a:lnTo>
                  <a:pt x="2" y="332"/>
                </a:lnTo>
                <a:lnTo>
                  <a:pt x="2" y="331"/>
                </a:lnTo>
                <a:lnTo>
                  <a:pt x="2" y="330"/>
                </a:lnTo>
                <a:lnTo>
                  <a:pt x="2" y="329"/>
                </a:lnTo>
                <a:lnTo>
                  <a:pt x="1" y="329"/>
                </a:lnTo>
                <a:lnTo>
                  <a:pt x="1" y="328"/>
                </a:lnTo>
                <a:lnTo>
                  <a:pt x="0" y="328"/>
                </a:lnTo>
                <a:lnTo>
                  <a:pt x="0" y="327"/>
                </a:lnTo>
                <a:lnTo>
                  <a:pt x="0" y="326"/>
                </a:lnTo>
                <a:lnTo>
                  <a:pt x="0" y="325"/>
                </a:lnTo>
                <a:lnTo>
                  <a:pt x="1" y="325"/>
                </a:lnTo>
                <a:lnTo>
                  <a:pt x="2" y="325"/>
                </a:lnTo>
                <a:lnTo>
                  <a:pt x="2" y="326"/>
                </a:lnTo>
                <a:lnTo>
                  <a:pt x="3" y="326"/>
                </a:lnTo>
                <a:lnTo>
                  <a:pt x="4" y="326"/>
                </a:lnTo>
                <a:lnTo>
                  <a:pt x="4" y="327"/>
                </a:lnTo>
                <a:lnTo>
                  <a:pt x="5" y="327"/>
                </a:lnTo>
                <a:lnTo>
                  <a:pt x="5" y="326"/>
                </a:lnTo>
                <a:lnTo>
                  <a:pt x="5" y="327"/>
                </a:lnTo>
                <a:lnTo>
                  <a:pt x="6" y="327"/>
                </a:lnTo>
                <a:lnTo>
                  <a:pt x="7" y="327"/>
                </a:lnTo>
                <a:lnTo>
                  <a:pt x="8" y="327"/>
                </a:lnTo>
                <a:lnTo>
                  <a:pt x="9" y="327"/>
                </a:lnTo>
                <a:lnTo>
                  <a:pt x="10" y="327"/>
                </a:lnTo>
                <a:lnTo>
                  <a:pt x="11" y="327"/>
                </a:lnTo>
                <a:lnTo>
                  <a:pt x="11" y="326"/>
                </a:lnTo>
                <a:lnTo>
                  <a:pt x="11" y="327"/>
                </a:lnTo>
                <a:lnTo>
                  <a:pt x="12" y="327"/>
                </a:lnTo>
                <a:lnTo>
                  <a:pt x="12" y="326"/>
                </a:lnTo>
                <a:lnTo>
                  <a:pt x="13" y="326"/>
                </a:lnTo>
                <a:lnTo>
                  <a:pt x="13" y="327"/>
                </a:lnTo>
                <a:lnTo>
                  <a:pt x="13" y="326"/>
                </a:lnTo>
                <a:lnTo>
                  <a:pt x="14" y="326"/>
                </a:lnTo>
                <a:lnTo>
                  <a:pt x="15" y="326"/>
                </a:lnTo>
                <a:lnTo>
                  <a:pt x="16" y="326"/>
                </a:lnTo>
                <a:lnTo>
                  <a:pt x="17" y="326"/>
                </a:lnTo>
                <a:lnTo>
                  <a:pt x="18" y="326"/>
                </a:lnTo>
                <a:lnTo>
                  <a:pt x="18" y="325"/>
                </a:lnTo>
                <a:lnTo>
                  <a:pt x="19" y="325"/>
                </a:lnTo>
                <a:lnTo>
                  <a:pt x="19" y="324"/>
                </a:lnTo>
                <a:lnTo>
                  <a:pt x="19" y="325"/>
                </a:lnTo>
                <a:lnTo>
                  <a:pt x="20" y="325"/>
                </a:lnTo>
                <a:lnTo>
                  <a:pt x="21" y="324"/>
                </a:lnTo>
                <a:lnTo>
                  <a:pt x="21" y="323"/>
                </a:lnTo>
                <a:lnTo>
                  <a:pt x="21" y="322"/>
                </a:lnTo>
                <a:lnTo>
                  <a:pt x="21" y="323"/>
                </a:lnTo>
                <a:lnTo>
                  <a:pt x="22" y="323"/>
                </a:lnTo>
                <a:lnTo>
                  <a:pt x="22" y="322"/>
                </a:lnTo>
                <a:lnTo>
                  <a:pt x="23" y="322"/>
                </a:lnTo>
                <a:lnTo>
                  <a:pt x="24" y="321"/>
                </a:lnTo>
                <a:lnTo>
                  <a:pt x="25" y="321"/>
                </a:lnTo>
                <a:lnTo>
                  <a:pt x="25" y="320"/>
                </a:lnTo>
                <a:lnTo>
                  <a:pt x="26" y="320"/>
                </a:lnTo>
                <a:lnTo>
                  <a:pt x="27" y="320"/>
                </a:lnTo>
                <a:lnTo>
                  <a:pt x="28" y="320"/>
                </a:lnTo>
                <a:lnTo>
                  <a:pt x="29" y="320"/>
                </a:lnTo>
                <a:lnTo>
                  <a:pt x="29" y="321"/>
                </a:lnTo>
                <a:lnTo>
                  <a:pt x="30" y="321"/>
                </a:lnTo>
                <a:lnTo>
                  <a:pt x="31" y="321"/>
                </a:lnTo>
                <a:lnTo>
                  <a:pt x="31" y="322"/>
                </a:lnTo>
                <a:lnTo>
                  <a:pt x="32" y="322"/>
                </a:lnTo>
                <a:lnTo>
                  <a:pt x="33" y="322"/>
                </a:lnTo>
                <a:lnTo>
                  <a:pt x="33" y="321"/>
                </a:lnTo>
                <a:lnTo>
                  <a:pt x="33" y="322"/>
                </a:lnTo>
                <a:lnTo>
                  <a:pt x="34" y="322"/>
                </a:lnTo>
                <a:lnTo>
                  <a:pt x="35" y="322"/>
                </a:lnTo>
                <a:lnTo>
                  <a:pt x="36" y="322"/>
                </a:lnTo>
                <a:lnTo>
                  <a:pt x="36" y="321"/>
                </a:lnTo>
                <a:lnTo>
                  <a:pt x="37" y="321"/>
                </a:lnTo>
                <a:lnTo>
                  <a:pt x="37" y="322"/>
                </a:lnTo>
                <a:lnTo>
                  <a:pt x="38" y="322"/>
                </a:lnTo>
                <a:lnTo>
                  <a:pt x="38" y="321"/>
                </a:lnTo>
                <a:lnTo>
                  <a:pt x="39" y="321"/>
                </a:lnTo>
                <a:lnTo>
                  <a:pt x="39" y="322"/>
                </a:lnTo>
                <a:lnTo>
                  <a:pt x="40" y="322"/>
                </a:lnTo>
                <a:lnTo>
                  <a:pt x="40" y="321"/>
                </a:lnTo>
                <a:lnTo>
                  <a:pt x="41" y="321"/>
                </a:lnTo>
                <a:lnTo>
                  <a:pt x="43" y="322"/>
                </a:lnTo>
                <a:lnTo>
                  <a:pt x="44" y="322"/>
                </a:lnTo>
                <a:lnTo>
                  <a:pt x="44" y="321"/>
                </a:lnTo>
                <a:lnTo>
                  <a:pt x="45" y="321"/>
                </a:lnTo>
                <a:lnTo>
                  <a:pt x="45" y="322"/>
                </a:lnTo>
                <a:lnTo>
                  <a:pt x="45" y="321"/>
                </a:lnTo>
                <a:lnTo>
                  <a:pt x="46" y="321"/>
                </a:lnTo>
                <a:lnTo>
                  <a:pt x="46" y="322"/>
                </a:lnTo>
                <a:lnTo>
                  <a:pt x="47" y="322"/>
                </a:lnTo>
                <a:lnTo>
                  <a:pt x="48" y="322"/>
                </a:lnTo>
                <a:lnTo>
                  <a:pt x="48" y="323"/>
                </a:lnTo>
                <a:lnTo>
                  <a:pt x="48" y="322"/>
                </a:lnTo>
                <a:lnTo>
                  <a:pt x="49" y="322"/>
                </a:lnTo>
                <a:lnTo>
                  <a:pt x="49" y="321"/>
                </a:lnTo>
                <a:lnTo>
                  <a:pt x="48" y="321"/>
                </a:lnTo>
                <a:lnTo>
                  <a:pt x="48" y="320"/>
                </a:lnTo>
                <a:lnTo>
                  <a:pt x="49" y="320"/>
                </a:lnTo>
                <a:lnTo>
                  <a:pt x="49" y="319"/>
                </a:lnTo>
                <a:lnTo>
                  <a:pt x="49" y="318"/>
                </a:lnTo>
                <a:lnTo>
                  <a:pt x="48" y="318"/>
                </a:lnTo>
                <a:lnTo>
                  <a:pt x="48" y="317"/>
                </a:lnTo>
                <a:lnTo>
                  <a:pt x="48" y="316"/>
                </a:lnTo>
                <a:lnTo>
                  <a:pt x="48" y="315"/>
                </a:lnTo>
                <a:lnTo>
                  <a:pt x="49" y="315"/>
                </a:lnTo>
                <a:lnTo>
                  <a:pt x="50" y="315"/>
                </a:lnTo>
                <a:lnTo>
                  <a:pt x="50" y="314"/>
                </a:lnTo>
                <a:lnTo>
                  <a:pt x="51" y="314"/>
                </a:lnTo>
                <a:lnTo>
                  <a:pt x="52" y="314"/>
                </a:lnTo>
                <a:lnTo>
                  <a:pt x="52" y="313"/>
                </a:lnTo>
                <a:lnTo>
                  <a:pt x="53" y="313"/>
                </a:lnTo>
                <a:lnTo>
                  <a:pt x="53" y="312"/>
                </a:lnTo>
                <a:lnTo>
                  <a:pt x="54" y="312"/>
                </a:lnTo>
                <a:lnTo>
                  <a:pt x="54" y="311"/>
                </a:lnTo>
                <a:lnTo>
                  <a:pt x="54" y="310"/>
                </a:lnTo>
                <a:lnTo>
                  <a:pt x="54" y="309"/>
                </a:lnTo>
                <a:lnTo>
                  <a:pt x="55" y="309"/>
                </a:lnTo>
                <a:lnTo>
                  <a:pt x="55" y="308"/>
                </a:lnTo>
                <a:lnTo>
                  <a:pt x="55" y="307"/>
                </a:lnTo>
                <a:lnTo>
                  <a:pt x="55" y="306"/>
                </a:lnTo>
                <a:lnTo>
                  <a:pt x="55" y="305"/>
                </a:lnTo>
                <a:lnTo>
                  <a:pt x="56" y="304"/>
                </a:lnTo>
                <a:lnTo>
                  <a:pt x="56" y="303"/>
                </a:lnTo>
                <a:lnTo>
                  <a:pt x="55" y="303"/>
                </a:lnTo>
                <a:lnTo>
                  <a:pt x="55" y="302"/>
                </a:lnTo>
                <a:lnTo>
                  <a:pt x="54" y="302"/>
                </a:lnTo>
                <a:lnTo>
                  <a:pt x="54" y="301"/>
                </a:lnTo>
                <a:lnTo>
                  <a:pt x="55" y="301"/>
                </a:lnTo>
                <a:lnTo>
                  <a:pt x="57" y="301"/>
                </a:lnTo>
                <a:lnTo>
                  <a:pt x="58" y="302"/>
                </a:lnTo>
                <a:lnTo>
                  <a:pt x="58" y="303"/>
                </a:lnTo>
                <a:lnTo>
                  <a:pt x="59" y="303"/>
                </a:lnTo>
                <a:lnTo>
                  <a:pt x="59" y="304"/>
                </a:lnTo>
                <a:lnTo>
                  <a:pt x="59" y="303"/>
                </a:lnTo>
                <a:lnTo>
                  <a:pt x="60" y="303"/>
                </a:lnTo>
                <a:lnTo>
                  <a:pt x="61" y="303"/>
                </a:lnTo>
                <a:lnTo>
                  <a:pt x="61" y="304"/>
                </a:lnTo>
                <a:lnTo>
                  <a:pt x="63" y="304"/>
                </a:lnTo>
                <a:lnTo>
                  <a:pt x="64" y="304"/>
                </a:lnTo>
                <a:lnTo>
                  <a:pt x="65" y="304"/>
                </a:lnTo>
                <a:lnTo>
                  <a:pt x="66" y="305"/>
                </a:lnTo>
                <a:lnTo>
                  <a:pt x="66" y="306"/>
                </a:lnTo>
                <a:lnTo>
                  <a:pt x="65" y="307"/>
                </a:lnTo>
                <a:lnTo>
                  <a:pt x="65" y="308"/>
                </a:lnTo>
                <a:lnTo>
                  <a:pt x="66" y="308"/>
                </a:lnTo>
                <a:lnTo>
                  <a:pt x="66" y="309"/>
                </a:lnTo>
                <a:lnTo>
                  <a:pt x="67" y="309"/>
                </a:lnTo>
                <a:lnTo>
                  <a:pt x="67" y="310"/>
                </a:lnTo>
                <a:lnTo>
                  <a:pt x="68" y="310"/>
                </a:lnTo>
                <a:lnTo>
                  <a:pt x="69" y="310"/>
                </a:lnTo>
                <a:lnTo>
                  <a:pt x="71" y="310"/>
                </a:lnTo>
                <a:lnTo>
                  <a:pt x="72" y="311"/>
                </a:lnTo>
                <a:lnTo>
                  <a:pt x="73" y="311"/>
                </a:lnTo>
                <a:lnTo>
                  <a:pt x="73" y="312"/>
                </a:lnTo>
                <a:lnTo>
                  <a:pt x="74" y="312"/>
                </a:lnTo>
                <a:lnTo>
                  <a:pt x="75" y="313"/>
                </a:lnTo>
                <a:lnTo>
                  <a:pt x="76" y="313"/>
                </a:lnTo>
                <a:lnTo>
                  <a:pt x="77" y="313"/>
                </a:lnTo>
                <a:lnTo>
                  <a:pt x="78" y="313"/>
                </a:lnTo>
                <a:lnTo>
                  <a:pt x="79" y="313"/>
                </a:lnTo>
                <a:lnTo>
                  <a:pt x="80" y="313"/>
                </a:lnTo>
                <a:lnTo>
                  <a:pt x="81" y="313"/>
                </a:lnTo>
                <a:lnTo>
                  <a:pt x="82" y="313"/>
                </a:lnTo>
                <a:lnTo>
                  <a:pt x="83" y="313"/>
                </a:lnTo>
                <a:lnTo>
                  <a:pt x="83" y="314"/>
                </a:lnTo>
                <a:lnTo>
                  <a:pt x="84" y="314"/>
                </a:lnTo>
                <a:lnTo>
                  <a:pt x="84" y="315"/>
                </a:lnTo>
                <a:lnTo>
                  <a:pt x="85" y="315"/>
                </a:lnTo>
                <a:lnTo>
                  <a:pt x="86" y="315"/>
                </a:lnTo>
                <a:lnTo>
                  <a:pt x="87" y="314"/>
                </a:lnTo>
                <a:lnTo>
                  <a:pt x="88" y="315"/>
                </a:lnTo>
                <a:lnTo>
                  <a:pt x="89" y="315"/>
                </a:lnTo>
                <a:lnTo>
                  <a:pt x="90" y="315"/>
                </a:lnTo>
                <a:lnTo>
                  <a:pt x="92" y="316"/>
                </a:lnTo>
                <a:lnTo>
                  <a:pt x="95" y="316"/>
                </a:lnTo>
                <a:lnTo>
                  <a:pt x="96" y="316"/>
                </a:lnTo>
                <a:lnTo>
                  <a:pt x="97" y="316"/>
                </a:lnTo>
                <a:lnTo>
                  <a:pt x="97" y="315"/>
                </a:lnTo>
                <a:lnTo>
                  <a:pt x="98" y="315"/>
                </a:lnTo>
                <a:lnTo>
                  <a:pt x="100" y="314"/>
                </a:lnTo>
                <a:lnTo>
                  <a:pt x="101" y="314"/>
                </a:lnTo>
                <a:lnTo>
                  <a:pt x="102" y="314"/>
                </a:lnTo>
                <a:lnTo>
                  <a:pt x="103" y="315"/>
                </a:lnTo>
                <a:lnTo>
                  <a:pt x="104" y="315"/>
                </a:lnTo>
                <a:lnTo>
                  <a:pt x="104" y="316"/>
                </a:lnTo>
                <a:lnTo>
                  <a:pt x="105" y="316"/>
                </a:lnTo>
                <a:lnTo>
                  <a:pt x="106" y="316"/>
                </a:lnTo>
                <a:lnTo>
                  <a:pt x="107" y="316"/>
                </a:lnTo>
                <a:lnTo>
                  <a:pt x="108" y="316"/>
                </a:lnTo>
                <a:lnTo>
                  <a:pt x="109" y="316"/>
                </a:lnTo>
                <a:lnTo>
                  <a:pt x="110" y="316"/>
                </a:lnTo>
                <a:lnTo>
                  <a:pt x="112" y="316"/>
                </a:lnTo>
                <a:lnTo>
                  <a:pt x="113" y="316"/>
                </a:lnTo>
                <a:lnTo>
                  <a:pt x="114" y="316"/>
                </a:lnTo>
                <a:lnTo>
                  <a:pt x="115" y="316"/>
                </a:lnTo>
                <a:lnTo>
                  <a:pt x="116" y="317"/>
                </a:lnTo>
                <a:lnTo>
                  <a:pt x="117" y="317"/>
                </a:lnTo>
                <a:lnTo>
                  <a:pt x="118" y="318"/>
                </a:lnTo>
                <a:lnTo>
                  <a:pt x="119" y="319"/>
                </a:lnTo>
                <a:lnTo>
                  <a:pt x="120" y="319"/>
                </a:lnTo>
                <a:lnTo>
                  <a:pt x="121" y="320"/>
                </a:lnTo>
                <a:lnTo>
                  <a:pt x="122" y="320"/>
                </a:lnTo>
                <a:lnTo>
                  <a:pt x="123" y="320"/>
                </a:lnTo>
                <a:lnTo>
                  <a:pt x="124" y="321"/>
                </a:lnTo>
                <a:lnTo>
                  <a:pt x="124" y="322"/>
                </a:lnTo>
                <a:lnTo>
                  <a:pt x="124" y="323"/>
                </a:lnTo>
                <a:lnTo>
                  <a:pt x="125" y="324"/>
                </a:lnTo>
                <a:lnTo>
                  <a:pt x="126" y="325"/>
                </a:lnTo>
                <a:lnTo>
                  <a:pt x="127" y="325"/>
                </a:lnTo>
                <a:lnTo>
                  <a:pt x="127" y="326"/>
                </a:lnTo>
                <a:lnTo>
                  <a:pt x="128" y="326"/>
                </a:lnTo>
                <a:lnTo>
                  <a:pt x="129" y="327"/>
                </a:lnTo>
                <a:lnTo>
                  <a:pt x="129" y="328"/>
                </a:lnTo>
                <a:lnTo>
                  <a:pt x="130" y="328"/>
                </a:lnTo>
                <a:lnTo>
                  <a:pt x="131" y="327"/>
                </a:lnTo>
                <a:lnTo>
                  <a:pt x="132" y="327"/>
                </a:lnTo>
                <a:lnTo>
                  <a:pt x="133" y="327"/>
                </a:lnTo>
                <a:lnTo>
                  <a:pt x="134" y="327"/>
                </a:lnTo>
                <a:lnTo>
                  <a:pt x="135" y="326"/>
                </a:lnTo>
                <a:lnTo>
                  <a:pt x="136" y="326"/>
                </a:lnTo>
                <a:lnTo>
                  <a:pt x="136" y="327"/>
                </a:lnTo>
                <a:lnTo>
                  <a:pt x="137" y="327"/>
                </a:lnTo>
                <a:lnTo>
                  <a:pt x="137" y="326"/>
                </a:lnTo>
                <a:lnTo>
                  <a:pt x="137" y="325"/>
                </a:lnTo>
                <a:lnTo>
                  <a:pt x="138" y="325"/>
                </a:lnTo>
                <a:lnTo>
                  <a:pt x="138" y="324"/>
                </a:lnTo>
                <a:lnTo>
                  <a:pt x="139" y="324"/>
                </a:lnTo>
                <a:lnTo>
                  <a:pt x="139" y="323"/>
                </a:lnTo>
                <a:lnTo>
                  <a:pt x="139" y="322"/>
                </a:lnTo>
                <a:lnTo>
                  <a:pt x="140" y="321"/>
                </a:lnTo>
                <a:lnTo>
                  <a:pt x="140" y="320"/>
                </a:lnTo>
                <a:lnTo>
                  <a:pt x="141" y="320"/>
                </a:lnTo>
                <a:lnTo>
                  <a:pt x="141" y="319"/>
                </a:lnTo>
                <a:lnTo>
                  <a:pt x="142" y="319"/>
                </a:lnTo>
                <a:lnTo>
                  <a:pt x="143" y="319"/>
                </a:lnTo>
                <a:lnTo>
                  <a:pt x="143" y="318"/>
                </a:lnTo>
                <a:lnTo>
                  <a:pt x="143" y="319"/>
                </a:lnTo>
                <a:lnTo>
                  <a:pt x="144" y="319"/>
                </a:lnTo>
                <a:lnTo>
                  <a:pt x="145" y="319"/>
                </a:lnTo>
                <a:lnTo>
                  <a:pt x="146" y="319"/>
                </a:lnTo>
                <a:lnTo>
                  <a:pt x="147" y="320"/>
                </a:lnTo>
                <a:lnTo>
                  <a:pt x="148" y="320"/>
                </a:lnTo>
                <a:lnTo>
                  <a:pt x="149" y="320"/>
                </a:lnTo>
                <a:lnTo>
                  <a:pt x="151" y="320"/>
                </a:lnTo>
                <a:lnTo>
                  <a:pt x="152" y="320"/>
                </a:lnTo>
                <a:lnTo>
                  <a:pt x="153" y="320"/>
                </a:lnTo>
                <a:lnTo>
                  <a:pt x="154" y="320"/>
                </a:lnTo>
                <a:lnTo>
                  <a:pt x="154" y="319"/>
                </a:lnTo>
                <a:lnTo>
                  <a:pt x="155" y="318"/>
                </a:lnTo>
                <a:lnTo>
                  <a:pt x="154" y="317"/>
                </a:lnTo>
                <a:lnTo>
                  <a:pt x="154" y="316"/>
                </a:lnTo>
                <a:lnTo>
                  <a:pt x="154" y="315"/>
                </a:lnTo>
                <a:lnTo>
                  <a:pt x="153" y="314"/>
                </a:lnTo>
                <a:lnTo>
                  <a:pt x="153" y="313"/>
                </a:lnTo>
                <a:lnTo>
                  <a:pt x="152" y="313"/>
                </a:lnTo>
                <a:lnTo>
                  <a:pt x="152" y="312"/>
                </a:lnTo>
                <a:lnTo>
                  <a:pt x="153" y="312"/>
                </a:lnTo>
                <a:lnTo>
                  <a:pt x="153" y="311"/>
                </a:lnTo>
                <a:lnTo>
                  <a:pt x="152" y="311"/>
                </a:lnTo>
                <a:lnTo>
                  <a:pt x="152" y="310"/>
                </a:lnTo>
                <a:lnTo>
                  <a:pt x="152" y="309"/>
                </a:lnTo>
                <a:lnTo>
                  <a:pt x="152" y="308"/>
                </a:lnTo>
                <a:lnTo>
                  <a:pt x="152" y="307"/>
                </a:lnTo>
                <a:lnTo>
                  <a:pt x="151" y="307"/>
                </a:lnTo>
                <a:lnTo>
                  <a:pt x="150" y="306"/>
                </a:lnTo>
                <a:lnTo>
                  <a:pt x="149" y="306"/>
                </a:lnTo>
                <a:lnTo>
                  <a:pt x="148" y="305"/>
                </a:lnTo>
                <a:lnTo>
                  <a:pt x="148" y="304"/>
                </a:lnTo>
                <a:lnTo>
                  <a:pt x="148" y="303"/>
                </a:lnTo>
                <a:lnTo>
                  <a:pt x="148" y="302"/>
                </a:lnTo>
                <a:lnTo>
                  <a:pt x="149" y="302"/>
                </a:lnTo>
                <a:lnTo>
                  <a:pt x="150" y="301"/>
                </a:lnTo>
                <a:lnTo>
                  <a:pt x="150" y="300"/>
                </a:lnTo>
                <a:lnTo>
                  <a:pt x="151" y="300"/>
                </a:lnTo>
                <a:lnTo>
                  <a:pt x="150" y="300"/>
                </a:lnTo>
                <a:lnTo>
                  <a:pt x="150" y="299"/>
                </a:lnTo>
                <a:lnTo>
                  <a:pt x="149" y="299"/>
                </a:lnTo>
                <a:lnTo>
                  <a:pt x="148" y="299"/>
                </a:lnTo>
                <a:lnTo>
                  <a:pt x="148" y="298"/>
                </a:lnTo>
                <a:lnTo>
                  <a:pt x="147" y="297"/>
                </a:lnTo>
                <a:lnTo>
                  <a:pt x="146" y="297"/>
                </a:lnTo>
                <a:lnTo>
                  <a:pt x="146" y="296"/>
                </a:lnTo>
                <a:lnTo>
                  <a:pt x="147" y="295"/>
                </a:lnTo>
                <a:lnTo>
                  <a:pt x="147" y="294"/>
                </a:lnTo>
                <a:lnTo>
                  <a:pt x="146" y="293"/>
                </a:lnTo>
                <a:lnTo>
                  <a:pt x="146" y="292"/>
                </a:lnTo>
                <a:lnTo>
                  <a:pt x="147" y="292"/>
                </a:lnTo>
                <a:lnTo>
                  <a:pt x="147" y="291"/>
                </a:lnTo>
                <a:lnTo>
                  <a:pt x="147" y="290"/>
                </a:lnTo>
                <a:lnTo>
                  <a:pt x="147" y="289"/>
                </a:lnTo>
                <a:lnTo>
                  <a:pt x="147" y="288"/>
                </a:lnTo>
                <a:lnTo>
                  <a:pt x="147" y="287"/>
                </a:lnTo>
                <a:lnTo>
                  <a:pt x="148" y="287"/>
                </a:lnTo>
                <a:lnTo>
                  <a:pt x="148" y="286"/>
                </a:lnTo>
                <a:lnTo>
                  <a:pt x="148" y="285"/>
                </a:lnTo>
                <a:lnTo>
                  <a:pt x="147" y="285"/>
                </a:lnTo>
                <a:lnTo>
                  <a:pt x="146" y="284"/>
                </a:lnTo>
                <a:lnTo>
                  <a:pt x="146" y="283"/>
                </a:lnTo>
                <a:lnTo>
                  <a:pt x="146" y="282"/>
                </a:lnTo>
                <a:lnTo>
                  <a:pt x="146" y="281"/>
                </a:lnTo>
                <a:lnTo>
                  <a:pt x="147" y="281"/>
                </a:lnTo>
                <a:lnTo>
                  <a:pt x="147" y="280"/>
                </a:lnTo>
                <a:lnTo>
                  <a:pt x="146" y="280"/>
                </a:lnTo>
                <a:lnTo>
                  <a:pt x="147" y="279"/>
                </a:lnTo>
                <a:lnTo>
                  <a:pt x="147" y="278"/>
                </a:lnTo>
                <a:lnTo>
                  <a:pt x="146" y="278"/>
                </a:lnTo>
                <a:lnTo>
                  <a:pt x="146" y="277"/>
                </a:lnTo>
                <a:lnTo>
                  <a:pt x="146" y="276"/>
                </a:lnTo>
                <a:lnTo>
                  <a:pt x="147" y="276"/>
                </a:lnTo>
                <a:lnTo>
                  <a:pt x="147" y="275"/>
                </a:lnTo>
                <a:lnTo>
                  <a:pt x="146" y="275"/>
                </a:lnTo>
                <a:lnTo>
                  <a:pt x="145" y="275"/>
                </a:lnTo>
                <a:lnTo>
                  <a:pt x="144" y="274"/>
                </a:lnTo>
                <a:lnTo>
                  <a:pt x="143" y="274"/>
                </a:lnTo>
                <a:lnTo>
                  <a:pt x="142" y="274"/>
                </a:lnTo>
                <a:lnTo>
                  <a:pt x="141" y="273"/>
                </a:lnTo>
                <a:lnTo>
                  <a:pt x="140" y="273"/>
                </a:lnTo>
                <a:lnTo>
                  <a:pt x="139" y="273"/>
                </a:lnTo>
                <a:lnTo>
                  <a:pt x="138" y="273"/>
                </a:lnTo>
                <a:lnTo>
                  <a:pt x="137" y="273"/>
                </a:lnTo>
                <a:lnTo>
                  <a:pt x="136" y="273"/>
                </a:lnTo>
                <a:lnTo>
                  <a:pt x="135" y="273"/>
                </a:lnTo>
                <a:lnTo>
                  <a:pt x="135" y="272"/>
                </a:lnTo>
                <a:lnTo>
                  <a:pt x="134" y="272"/>
                </a:lnTo>
                <a:lnTo>
                  <a:pt x="133" y="273"/>
                </a:lnTo>
                <a:lnTo>
                  <a:pt x="133" y="272"/>
                </a:lnTo>
                <a:lnTo>
                  <a:pt x="132" y="273"/>
                </a:lnTo>
                <a:lnTo>
                  <a:pt x="131" y="273"/>
                </a:lnTo>
                <a:lnTo>
                  <a:pt x="131" y="272"/>
                </a:lnTo>
                <a:lnTo>
                  <a:pt x="130" y="272"/>
                </a:lnTo>
                <a:lnTo>
                  <a:pt x="129" y="272"/>
                </a:lnTo>
                <a:lnTo>
                  <a:pt x="128" y="272"/>
                </a:lnTo>
                <a:lnTo>
                  <a:pt x="127" y="272"/>
                </a:lnTo>
                <a:lnTo>
                  <a:pt x="127" y="271"/>
                </a:lnTo>
                <a:lnTo>
                  <a:pt x="128" y="271"/>
                </a:lnTo>
                <a:lnTo>
                  <a:pt x="128" y="270"/>
                </a:lnTo>
                <a:lnTo>
                  <a:pt x="127" y="270"/>
                </a:lnTo>
                <a:lnTo>
                  <a:pt x="126" y="270"/>
                </a:lnTo>
                <a:lnTo>
                  <a:pt x="125" y="270"/>
                </a:lnTo>
                <a:lnTo>
                  <a:pt x="124" y="270"/>
                </a:lnTo>
                <a:lnTo>
                  <a:pt x="123" y="269"/>
                </a:lnTo>
                <a:lnTo>
                  <a:pt x="122" y="269"/>
                </a:lnTo>
                <a:lnTo>
                  <a:pt x="122" y="270"/>
                </a:lnTo>
                <a:lnTo>
                  <a:pt x="121" y="270"/>
                </a:lnTo>
                <a:lnTo>
                  <a:pt x="120" y="270"/>
                </a:lnTo>
                <a:lnTo>
                  <a:pt x="120" y="269"/>
                </a:lnTo>
                <a:lnTo>
                  <a:pt x="119" y="268"/>
                </a:lnTo>
                <a:lnTo>
                  <a:pt x="119" y="267"/>
                </a:lnTo>
                <a:lnTo>
                  <a:pt x="119" y="266"/>
                </a:lnTo>
                <a:lnTo>
                  <a:pt x="120" y="266"/>
                </a:lnTo>
                <a:lnTo>
                  <a:pt x="120" y="264"/>
                </a:lnTo>
                <a:lnTo>
                  <a:pt x="119" y="264"/>
                </a:lnTo>
                <a:lnTo>
                  <a:pt x="119" y="263"/>
                </a:lnTo>
                <a:lnTo>
                  <a:pt x="119" y="262"/>
                </a:lnTo>
                <a:lnTo>
                  <a:pt x="118" y="262"/>
                </a:lnTo>
                <a:lnTo>
                  <a:pt x="117" y="262"/>
                </a:lnTo>
                <a:lnTo>
                  <a:pt x="117" y="261"/>
                </a:lnTo>
                <a:lnTo>
                  <a:pt x="118" y="261"/>
                </a:lnTo>
                <a:lnTo>
                  <a:pt x="118" y="260"/>
                </a:lnTo>
                <a:lnTo>
                  <a:pt x="118" y="259"/>
                </a:lnTo>
                <a:lnTo>
                  <a:pt x="118" y="258"/>
                </a:lnTo>
                <a:lnTo>
                  <a:pt x="118" y="257"/>
                </a:lnTo>
                <a:lnTo>
                  <a:pt x="119" y="257"/>
                </a:lnTo>
                <a:lnTo>
                  <a:pt x="120" y="257"/>
                </a:lnTo>
                <a:lnTo>
                  <a:pt x="121" y="257"/>
                </a:lnTo>
                <a:lnTo>
                  <a:pt x="121" y="256"/>
                </a:lnTo>
                <a:lnTo>
                  <a:pt x="122" y="256"/>
                </a:lnTo>
                <a:lnTo>
                  <a:pt x="121" y="255"/>
                </a:lnTo>
                <a:lnTo>
                  <a:pt x="121" y="254"/>
                </a:lnTo>
                <a:lnTo>
                  <a:pt x="120" y="254"/>
                </a:lnTo>
                <a:lnTo>
                  <a:pt x="120" y="253"/>
                </a:lnTo>
                <a:lnTo>
                  <a:pt x="119" y="253"/>
                </a:lnTo>
                <a:lnTo>
                  <a:pt x="119" y="252"/>
                </a:lnTo>
                <a:lnTo>
                  <a:pt x="119" y="251"/>
                </a:lnTo>
                <a:lnTo>
                  <a:pt x="119" y="250"/>
                </a:lnTo>
                <a:lnTo>
                  <a:pt x="119" y="248"/>
                </a:lnTo>
                <a:lnTo>
                  <a:pt x="119" y="247"/>
                </a:lnTo>
                <a:lnTo>
                  <a:pt x="119" y="246"/>
                </a:lnTo>
                <a:lnTo>
                  <a:pt x="119" y="245"/>
                </a:lnTo>
                <a:lnTo>
                  <a:pt x="119" y="244"/>
                </a:lnTo>
                <a:lnTo>
                  <a:pt x="120" y="244"/>
                </a:lnTo>
                <a:lnTo>
                  <a:pt x="121" y="244"/>
                </a:lnTo>
                <a:lnTo>
                  <a:pt x="122" y="244"/>
                </a:lnTo>
                <a:lnTo>
                  <a:pt x="122" y="243"/>
                </a:lnTo>
                <a:lnTo>
                  <a:pt x="123" y="243"/>
                </a:lnTo>
                <a:lnTo>
                  <a:pt x="124" y="243"/>
                </a:lnTo>
                <a:lnTo>
                  <a:pt x="124" y="242"/>
                </a:lnTo>
                <a:lnTo>
                  <a:pt x="125" y="242"/>
                </a:lnTo>
                <a:lnTo>
                  <a:pt x="125" y="241"/>
                </a:lnTo>
                <a:lnTo>
                  <a:pt x="125" y="240"/>
                </a:lnTo>
                <a:lnTo>
                  <a:pt x="126" y="240"/>
                </a:lnTo>
                <a:lnTo>
                  <a:pt x="127" y="239"/>
                </a:lnTo>
                <a:lnTo>
                  <a:pt x="127" y="238"/>
                </a:lnTo>
                <a:lnTo>
                  <a:pt x="129" y="236"/>
                </a:lnTo>
                <a:lnTo>
                  <a:pt x="130" y="236"/>
                </a:lnTo>
                <a:lnTo>
                  <a:pt x="130" y="235"/>
                </a:lnTo>
                <a:lnTo>
                  <a:pt x="131" y="235"/>
                </a:lnTo>
                <a:lnTo>
                  <a:pt x="132" y="234"/>
                </a:lnTo>
                <a:lnTo>
                  <a:pt x="133" y="234"/>
                </a:lnTo>
                <a:lnTo>
                  <a:pt x="133" y="235"/>
                </a:lnTo>
                <a:lnTo>
                  <a:pt x="134" y="235"/>
                </a:lnTo>
                <a:lnTo>
                  <a:pt x="134" y="234"/>
                </a:lnTo>
                <a:lnTo>
                  <a:pt x="135" y="234"/>
                </a:lnTo>
                <a:lnTo>
                  <a:pt x="138" y="234"/>
                </a:lnTo>
                <a:lnTo>
                  <a:pt x="138" y="235"/>
                </a:lnTo>
                <a:lnTo>
                  <a:pt x="140" y="235"/>
                </a:lnTo>
                <a:lnTo>
                  <a:pt x="140" y="234"/>
                </a:lnTo>
                <a:lnTo>
                  <a:pt x="141" y="234"/>
                </a:lnTo>
                <a:lnTo>
                  <a:pt x="141" y="235"/>
                </a:lnTo>
                <a:lnTo>
                  <a:pt x="142" y="235"/>
                </a:lnTo>
                <a:lnTo>
                  <a:pt x="143" y="235"/>
                </a:lnTo>
                <a:lnTo>
                  <a:pt x="144" y="235"/>
                </a:lnTo>
                <a:lnTo>
                  <a:pt x="145" y="234"/>
                </a:lnTo>
                <a:lnTo>
                  <a:pt x="146" y="234"/>
                </a:lnTo>
                <a:lnTo>
                  <a:pt x="147" y="234"/>
                </a:lnTo>
                <a:lnTo>
                  <a:pt x="147" y="233"/>
                </a:lnTo>
                <a:lnTo>
                  <a:pt x="147" y="232"/>
                </a:lnTo>
                <a:lnTo>
                  <a:pt x="148" y="231"/>
                </a:lnTo>
                <a:lnTo>
                  <a:pt x="148" y="230"/>
                </a:lnTo>
                <a:lnTo>
                  <a:pt x="149" y="230"/>
                </a:lnTo>
                <a:lnTo>
                  <a:pt x="149" y="229"/>
                </a:lnTo>
                <a:lnTo>
                  <a:pt x="150" y="229"/>
                </a:lnTo>
                <a:lnTo>
                  <a:pt x="151" y="229"/>
                </a:lnTo>
                <a:lnTo>
                  <a:pt x="154" y="229"/>
                </a:lnTo>
                <a:lnTo>
                  <a:pt x="155" y="229"/>
                </a:lnTo>
                <a:lnTo>
                  <a:pt x="155" y="228"/>
                </a:lnTo>
                <a:lnTo>
                  <a:pt x="155" y="227"/>
                </a:lnTo>
                <a:lnTo>
                  <a:pt x="155" y="226"/>
                </a:lnTo>
                <a:lnTo>
                  <a:pt x="156" y="226"/>
                </a:lnTo>
                <a:lnTo>
                  <a:pt x="156" y="225"/>
                </a:lnTo>
                <a:lnTo>
                  <a:pt x="157" y="225"/>
                </a:lnTo>
                <a:lnTo>
                  <a:pt x="158" y="225"/>
                </a:lnTo>
                <a:lnTo>
                  <a:pt x="159" y="224"/>
                </a:lnTo>
                <a:lnTo>
                  <a:pt x="160" y="224"/>
                </a:lnTo>
                <a:lnTo>
                  <a:pt x="161" y="224"/>
                </a:lnTo>
                <a:lnTo>
                  <a:pt x="162" y="225"/>
                </a:lnTo>
                <a:lnTo>
                  <a:pt x="163" y="225"/>
                </a:lnTo>
                <a:lnTo>
                  <a:pt x="165" y="225"/>
                </a:lnTo>
                <a:lnTo>
                  <a:pt x="166" y="225"/>
                </a:lnTo>
                <a:lnTo>
                  <a:pt x="167" y="225"/>
                </a:lnTo>
                <a:lnTo>
                  <a:pt x="168" y="225"/>
                </a:lnTo>
                <a:lnTo>
                  <a:pt x="169" y="225"/>
                </a:lnTo>
                <a:lnTo>
                  <a:pt x="171" y="225"/>
                </a:lnTo>
                <a:lnTo>
                  <a:pt x="172" y="225"/>
                </a:lnTo>
                <a:lnTo>
                  <a:pt x="172" y="224"/>
                </a:lnTo>
                <a:lnTo>
                  <a:pt x="172" y="223"/>
                </a:lnTo>
                <a:lnTo>
                  <a:pt x="171" y="223"/>
                </a:lnTo>
                <a:lnTo>
                  <a:pt x="170" y="222"/>
                </a:lnTo>
                <a:lnTo>
                  <a:pt x="170" y="221"/>
                </a:lnTo>
                <a:lnTo>
                  <a:pt x="171" y="220"/>
                </a:lnTo>
                <a:lnTo>
                  <a:pt x="171" y="218"/>
                </a:lnTo>
                <a:lnTo>
                  <a:pt x="171" y="217"/>
                </a:lnTo>
                <a:lnTo>
                  <a:pt x="170" y="217"/>
                </a:lnTo>
                <a:lnTo>
                  <a:pt x="170" y="216"/>
                </a:lnTo>
                <a:lnTo>
                  <a:pt x="169" y="216"/>
                </a:lnTo>
                <a:lnTo>
                  <a:pt x="169" y="215"/>
                </a:lnTo>
                <a:lnTo>
                  <a:pt x="169" y="214"/>
                </a:lnTo>
                <a:lnTo>
                  <a:pt x="169" y="213"/>
                </a:lnTo>
                <a:lnTo>
                  <a:pt x="169" y="212"/>
                </a:lnTo>
                <a:lnTo>
                  <a:pt x="169" y="211"/>
                </a:lnTo>
                <a:lnTo>
                  <a:pt x="168" y="211"/>
                </a:lnTo>
                <a:lnTo>
                  <a:pt x="169" y="210"/>
                </a:lnTo>
                <a:lnTo>
                  <a:pt x="168" y="209"/>
                </a:lnTo>
                <a:lnTo>
                  <a:pt x="167" y="209"/>
                </a:lnTo>
                <a:lnTo>
                  <a:pt x="167" y="208"/>
                </a:lnTo>
                <a:lnTo>
                  <a:pt x="166" y="208"/>
                </a:lnTo>
                <a:lnTo>
                  <a:pt x="165" y="208"/>
                </a:lnTo>
                <a:lnTo>
                  <a:pt x="164" y="208"/>
                </a:lnTo>
                <a:lnTo>
                  <a:pt x="164" y="207"/>
                </a:lnTo>
                <a:lnTo>
                  <a:pt x="164" y="206"/>
                </a:lnTo>
                <a:lnTo>
                  <a:pt x="163" y="206"/>
                </a:lnTo>
                <a:lnTo>
                  <a:pt x="162" y="206"/>
                </a:lnTo>
                <a:lnTo>
                  <a:pt x="161" y="206"/>
                </a:lnTo>
                <a:lnTo>
                  <a:pt x="161" y="205"/>
                </a:lnTo>
                <a:lnTo>
                  <a:pt x="161" y="204"/>
                </a:lnTo>
                <a:lnTo>
                  <a:pt x="161" y="203"/>
                </a:lnTo>
                <a:lnTo>
                  <a:pt x="161" y="202"/>
                </a:lnTo>
                <a:lnTo>
                  <a:pt x="161" y="201"/>
                </a:lnTo>
                <a:lnTo>
                  <a:pt x="161" y="200"/>
                </a:lnTo>
                <a:lnTo>
                  <a:pt x="161" y="199"/>
                </a:lnTo>
                <a:lnTo>
                  <a:pt x="161" y="198"/>
                </a:lnTo>
                <a:lnTo>
                  <a:pt x="160" y="198"/>
                </a:lnTo>
                <a:lnTo>
                  <a:pt x="159" y="197"/>
                </a:lnTo>
                <a:lnTo>
                  <a:pt x="159" y="196"/>
                </a:lnTo>
                <a:lnTo>
                  <a:pt x="159" y="195"/>
                </a:lnTo>
                <a:lnTo>
                  <a:pt x="158" y="195"/>
                </a:lnTo>
                <a:lnTo>
                  <a:pt x="158" y="194"/>
                </a:lnTo>
                <a:lnTo>
                  <a:pt x="157" y="194"/>
                </a:lnTo>
                <a:lnTo>
                  <a:pt x="156" y="193"/>
                </a:lnTo>
                <a:lnTo>
                  <a:pt x="156" y="192"/>
                </a:lnTo>
                <a:lnTo>
                  <a:pt x="156" y="191"/>
                </a:lnTo>
                <a:lnTo>
                  <a:pt x="156" y="190"/>
                </a:lnTo>
                <a:lnTo>
                  <a:pt x="155" y="189"/>
                </a:lnTo>
                <a:lnTo>
                  <a:pt x="155" y="188"/>
                </a:lnTo>
                <a:lnTo>
                  <a:pt x="154" y="188"/>
                </a:lnTo>
                <a:lnTo>
                  <a:pt x="154" y="187"/>
                </a:lnTo>
                <a:lnTo>
                  <a:pt x="154" y="186"/>
                </a:lnTo>
                <a:lnTo>
                  <a:pt x="153" y="186"/>
                </a:lnTo>
                <a:lnTo>
                  <a:pt x="153" y="183"/>
                </a:lnTo>
                <a:lnTo>
                  <a:pt x="153" y="182"/>
                </a:lnTo>
                <a:lnTo>
                  <a:pt x="153" y="181"/>
                </a:lnTo>
                <a:lnTo>
                  <a:pt x="152" y="180"/>
                </a:lnTo>
                <a:lnTo>
                  <a:pt x="152" y="179"/>
                </a:lnTo>
                <a:lnTo>
                  <a:pt x="151" y="179"/>
                </a:lnTo>
                <a:lnTo>
                  <a:pt x="151" y="178"/>
                </a:lnTo>
                <a:lnTo>
                  <a:pt x="150" y="178"/>
                </a:lnTo>
                <a:lnTo>
                  <a:pt x="150" y="177"/>
                </a:lnTo>
                <a:lnTo>
                  <a:pt x="149" y="177"/>
                </a:lnTo>
                <a:lnTo>
                  <a:pt x="148" y="177"/>
                </a:lnTo>
                <a:lnTo>
                  <a:pt x="147" y="176"/>
                </a:lnTo>
                <a:lnTo>
                  <a:pt x="146" y="176"/>
                </a:lnTo>
                <a:lnTo>
                  <a:pt x="145" y="176"/>
                </a:lnTo>
                <a:lnTo>
                  <a:pt x="144" y="176"/>
                </a:lnTo>
                <a:lnTo>
                  <a:pt x="143" y="176"/>
                </a:lnTo>
                <a:lnTo>
                  <a:pt x="143" y="177"/>
                </a:lnTo>
                <a:lnTo>
                  <a:pt x="141" y="177"/>
                </a:lnTo>
                <a:lnTo>
                  <a:pt x="140" y="177"/>
                </a:lnTo>
                <a:lnTo>
                  <a:pt x="139" y="177"/>
                </a:lnTo>
                <a:lnTo>
                  <a:pt x="138" y="177"/>
                </a:lnTo>
                <a:lnTo>
                  <a:pt x="138" y="176"/>
                </a:lnTo>
                <a:lnTo>
                  <a:pt x="138" y="175"/>
                </a:lnTo>
                <a:lnTo>
                  <a:pt x="137" y="175"/>
                </a:lnTo>
                <a:lnTo>
                  <a:pt x="137" y="174"/>
                </a:lnTo>
                <a:lnTo>
                  <a:pt x="136" y="174"/>
                </a:lnTo>
                <a:lnTo>
                  <a:pt x="136" y="173"/>
                </a:lnTo>
                <a:lnTo>
                  <a:pt x="135" y="173"/>
                </a:lnTo>
                <a:lnTo>
                  <a:pt x="134" y="173"/>
                </a:lnTo>
                <a:lnTo>
                  <a:pt x="134" y="172"/>
                </a:lnTo>
                <a:lnTo>
                  <a:pt x="133" y="172"/>
                </a:lnTo>
                <a:lnTo>
                  <a:pt x="132" y="172"/>
                </a:lnTo>
                <a:lnTo>
                  <a:pt x="131" y="172"/>
                </a:lnTo>
                <a:lnTo>
                  <a:pt x="131" y="171"/>
                </a:lnTo>
                <a:lnTo>
                  <a:pt x="131" y="170"/>
                </a:lnTo>
                <a:lnTo>
                  <a:pt x="132" y="170"/>
                </a:lnTo>
                <a:lnTo>
                  <a:pt x="132" y="169"/>
                </a:lnTo>
                <a:lnTo>
                  <a:pt x="132" y="168"/>
                </a:lnTo>
                <a:lnTo>
                  <a:pt x="133" y="168"/>
                </a:lnTo>
                <a:lnTo>
                  <a:pt x="133" y="167"/>
                </a:lnTo>
                <a:lnTo>
                  <a:pt x="132" y="166"/>
                </a:lnTo>
                <a:lnTo>
                  <a:pt x="131" y="166"/>
                </a:lnTo>
                <a:lnTo>
                  <a:pt x="130" y="165"/>
                </a:lnTo>
                <a:lnTo>
                  <a:pt x="130" y="164"/>
                </a:lnTo>
                <a:lnTo>
                  <a:pt x="129" y="164"/>
                </a:lnTo>
                <a:lnTo>
                  <a:pt x="128" y="164"/>
                </a:lnTo>
                <a:lnTo>
                  <a:pt x="127" y="164"/>
                </a:lnTo>
                <a:lnTo>
                  <a:pt x="127" y="163"/>
                </a:lnTo>
                <a:lnTo>
                  <a:pt x="127" y="162"/>
                </a:lnTo>
                <a:lnTo>
                  <a:pt x="126" y="162"/>
                </a:lnTo>
                <a:lnTo>
                  <a:pt x="125" y="162"/>
                </a:lnTo>
                <a:lnTo>
                  <a:pt x="125" y="161"/>
                </a:lnTo>
                <a:lnTo>
                  <a:pt x="124" y="160"/>
                </a:lnTo>
                <a:lnTo>
                  <a:pt x="123" y="160"/>
                </a:lnTo>
                <a:lnTo>
                  <a:pt x="122" y="160"/>
                </a:lnTo>
                <a:lnTo>
                  <a:pt x="122" y="159"/>
                </a:lnTo>
                <a:lnTo>
                  <a:pt x="121" y="159"/>
                </a:lnTo>
                <a:lnTo>
                  <a:pt x="120" y="159"/>
                </a:lnTo>
                <a:lnTo>
                  <a:pt x="120" y="158"/>
                </a:lnTo>
                <a:lnTo>
                  <a:pt x="119" y="158"/>
                </a:lnTo>
                <a:lnTo>
                  <a:pt x="119" y="157"/>
                </a:lnTo>
                <a:lnTo>
                  <a:pt x="118" y="157"/>
                </a:lnTo>
                <a:lnTo>
                  <a:pt x="117" y="157"/>
                </a:lnTo>
                <a:lnTo>
                  <a:pt x="115" y="156"/>
                </a:lnTo>
                <a:lnTo>
                  <a:pt x="115" y="157"/>
                </a:lnTo>
                <a:lnTo>
                  <a:pt x="114" y="156"/>
                </a:lnTo>
                <a:lnTo>
                  <a:pt x="114" y="155"/>
                </a:lnTo>
                <a:lnTo>
                  <a:pt x="113" y="155"/>
                </a:lnTo>
                <a:lnTo>
                  <a:pt x="113" y="154"/>
                </a:lnTo>
                <a:lnTo>
                  <a:pt x="112" y="154"/>
                </a:lnTo>
                <a:lnTo>
                  <a:pt x="112" y="155"/>
                </a:lnTo>
                <a:lnTo>
                  <a:pt x="111" y="155"/>
                </a:lnTo>
                <a:lnTo>
                  <a:pt x="110" y="155"/>
                </a:lnTo>
                <a:lnTo>
                  <a:pt x="109" y="155"/>
                </a:lnTo>
                <a:lnTo>
                  <a:pt x="108" y="155"/>
                </a:lnTo>
                <a:lnTo>
                  <a:pt x="108" y="154"/>
                </a:lnTo>
                <a:lnTo>
                  <a:pt x="106" y="154"/>
                </a:lnTo>
                <a:lnTo>
                  <a:pt x="106" y="153"/>
                </a:lnTo>
                <a:lnTo>
                  <a:pt x="106" y="152"/>
                </a:lnTo>
                <a:lnTo>
                  <a:pt x="105" y="152"/>
                </a:lnTo>
                <a:lnTo>
                  <a:pt x="104" y="152"/>
                </a:lnTo>
                <a:lnTo>
                  <a:pt x="103" y="152"/>
                </a:lnTo>
                <a:lnTo>
                  <a:pt x="102" y="152"/>
                </a:lnTo>
                <a:lnTo>
                  <a:pt x="101" y="152"/>
                </a:lnTo>
                <a:lnTo>
                  <a:pt x="100" y="152"/>
                </a:lnTo>
                <a:lnTo>
                  <a:pt x="100" y="151"/>
                </a:lnTo>
                <a:lnTo>
                  <a:pt x="100" y="138"/>
                </a:lnTo>
                <a:lnTo>
                  <a:pt x="100" y="137"/>
                </a:lnTo>
                <a:lnTo>
                  <a:pt x="100" y="122"/>
                </a:lnTo>
                <a:lnTo>
                  <a:pt x="100" y="120"/>
                </a:lnTo>
                <a:lnTo>
                  <a:pt x="100" y="102"/>
                </a:lnTo>
                <a:lnTo>
                  <a:pt x="100" y="101"/>
                </a:lnTo>
                <a:lnTo>
                  <a:pt x="100" y="100"/>
                </a:lnTo>
                <a:lnTo>
                  <a:pt x="100" y="98"/>
                </a:lnTo>
                <a:lnTo>
                  <a:pt x="101" y="97"/>
                </a:lnTo>
                <a:lnTo>
                  <a:pt x="101" y="96"/>
                </a:lnTo>
                <a:lnTo>
                  <a:pt x="101" y="95"/>
                </a:lnTo>
                <a:lnTo>
                  <a:pt x="101" y="93"/>
                </a:lnTo>
                <a:lnTo>
                  <a:pt x="101" y="91"/>
                </a:lnTo>
                <a:lnTo>
                  <a:pt x="100" y="91"/>
                </a:lnTo>
                <a:lnTo>
                  <a:pt x="99" y="91"/>
                </a:lnTo>
                <a:lnTo>
                  <a:pt x="98" y="92"/>
                </a:lnTo>
                <a:lnTo>
                  <a:pt x="96" y="92"/>
                </a:lnTo>
                <a:lnTo>
                  <a:pt x="94" y="92"/>
                </a:lnTo>
                <a:lnTo>
                  <a:pt x="92" y="92"/>
                </a:lnTo>
                <a:lnTo>
                  <a:pt x="91" y="92"/>
                </a:lnTo>
                <a:lnTo>
                  <a:pt x="90" y="92"/>
                </a:lnTo>
                <a:lnTo>
                  <a:pt x="89" y="92"/>
                </a:lnTo>
                <a:lnTo>
                  <a:pt x="88" y="93"/>
                </a:lnTo>
                <a:lnTo>
                  <a:pt x="87" y="93"/>
                </a:lnTo>
                <a:lnTo>
                  <a:pt x="86" y="93"/>
                </a:lnTo>
                <a:lnTo>
                  <a:pt x="86" y="94"/>
                </a:lnTo>
                <a:lnTo>
                  <a:pt x="86" y="95"/>
                </a:lnTo>
                <a:lnTo>
                  <a:pt x="86" y="96"/>
                </a:lnTo>
                <a:lnTo>
                  <a:pt x="85" y="99"/>
                </a:lnTo>
                <a:lnTo>
                  <a:pt x="85" y="100"/>
                </a:lnTo>
                <a:lnTo>
                  <a:pt x="84" y="100"/>
                </a:lnTo>
                <a:lnTo>
                  <a:pt x="83" y="100"/>
                </a:lnTo>
                <a:lnTo>
                  <a:pt x="82" y="100"/>
                </a:lnTo>
                <a:lnTo>
                  <a:pt x="79" y="100"/>
                </a:lnTo>
                <a:lnTo>
                  <a:pt x="78" y="99"/>
                </a:lnTo>
                <a:lnTo>
                  <a:pt x="77" y="99"/>
                </a:lnTo>
                <a:lnTo>
                  <a:pt x="77" y="98"/>
                </a:lnTo>
                <a:lnTo>
                  <a:pt x="74" y="96"/>
                </a:lnTo>
                <a:lnTo>
                  <a:pt x="73" y="95"/>
                </a:lnTo>
                <a:lnTo>
                  <a:pt x="72" y="94"/>
                </a:lnTo>
                <a:lnTo>
                  <a:pt x="71" y="94"/>
                </a:lnTo>
                <a:lnTo>
                  <a:pt x="71" y="93"/>
                </a:lnTo>
                <a:lnTo>
                  <a:pt x="67" y="90"/>
                </a:lnTo>
                <a:lnTo>
                  <a:pt x="66" y="90"/>
                </a:lnTo>
                <a:lnTo>
                  <a:pt x="66" y="89"/>
                </a:lnTo>
                <a:lnTo>
                  <a:pt x="67" y="88"/>
                </a:lnTo>
                <a:lnTo>
                  <a:pt x="66" y="88"/>
                </a:lnTo>
                <a:lnTo>
                  <a:pt x="66" y="87"/>
                </a:lnTo>
                <a:lnTo>
                  <a:pt x="67" y="87"/>
                </a:lnTo>
                <a:lnTo>
                  <a:pt x="68" y="87"/>
                </a:lnTo>
                <a:lnTo>
                  <a:pt x="68" y="86"/>
                </a:lnTo>
                <a:lnTo>
                  <a:pt x="69" y="86"/>
                </a:lnTo>
                <a:lnTo>
                  <a:pt x="69" y="85"/>
                </a:lnTo>
                <a:lnTo>
                  <a:pt x="69" y="84"/>
                </a:lnTo>
                <a:lnTo>
                  <a:pt x="70" y="83"/>
                </a:lnTo>
                <a:lnTo>
                  <a:pt x="69" y="83"/>
                </a:lnTo>
                <a:lnTo>
                  <a:pt x="68" y="83"/>
                </a:lnTo>
                <a:lnTo>
                  <a:pt x="66" y="83"/>
                </a:lnTo>
                <a:lnTo>
                  <a:pt x="65" y="83"/>
                </a:lnTo>
                <a:lnTo>
                  <a:pt x="64" y="82"/>
                </a:lnTo>
                <a:lnTo>
                  <a:pt x="64" y="81"/>
                </a:lnTo>
                <a:lnTo>
                  <a:pt x="63" y="81"/>
                </a:lnTo>
                <a:lnTo>
                  <a:pt x="63" y="80"/>
                </a:lnTo>
                <a:lnTo>
                  <a:pt x="63" y="79"/>
                </a:lnTo>
                <a:lnTo>
                  <a:pt x="63" y="75"/>
                </a:lnTo>
                <a:lnTo>
                  <a:pt x="64" y="75"/>
                </a:lnTo>
                <a:lnTo>
                  <a:pt x="64" y="74"/>
                </a:lnTo>
                <a:lnTo>
                  <a:pt x="65" y="74"/>
                </a:lnTo>
                <a:lnTo>
                  <a:pt x="65" y="73"/>
                </a:lnTo>
                <a:lnTo>
                  <a:pt x="66" y="73"/>
                </a:lnTo>
                <a:lnTo>
                  <a:pt x="66" y="74"/>
                </a:lnTo>
                <a:lnTo>
                  <a:pt x="67" y="74"/>
                </a:lnTo>
                <a:lnTo>
                  <a:pt x="69" y="73"/>
                </a:lnTo>
                <a:lnTo>
                  <a:pt x="70" y="73"/>
                </a:lnTo>
                <a:lnTo>
                  <a:pt x="71" y="74"/>
                </a:lnTo>
                <a:lnTo>
                  <a:pt x="72" y="74"/>
                </a:lnTo>
                <a:lnTo>
                  <a:pt x="73" y="73"/>
                </a:lnTo>
                <a:lnTo>
                  <a:pt x="74" y="73"/>
                </a:lnTo>
                <a:lnTo>
                  <a:pt x="75" y="73"/>
                </a:lnTo>
                <a:lnTo>
                  <a:pt x="76" y="73"/>
                </a:lnTo>
                <a:lnTo>
                  <a:pt x="76" y="74"/>
                </a:lnTo>
                <a:lnTo>
                  <a:pt x="77" y="74"/>
                </a:lnTo>
                <a:lnTo>
                  <a:pt x="77" y="73"/>
                </a:lnTo>
                <a:lnTo>
                  <a:pt x="78" y="73"/>
                </a:lnTo>
                <a:lnTo>
                  <a:pt x="80" y="73"/>
                </a:lnTo>
                <a:lnTo>
                  <a:pt x="81" y="73"/>
                </a:lnTo>
                <a:lnTo>
                  <a:pt x="82" y="73"/>
                </a:lnTo>
                <a:lnTo>
                  <a:pt x="81" y="73"/>
                </a:lnTo>
                <a:lnTo>
                  <a:pt x="82" y="74"/>
                </a:lnTo>
                <a:lnTo>
                  <a:pt x="82" y="73"/>
                </a:lnTo>
                <a:lnTo>
                  <a:pt x="83" y="73"/>
                </a:lnTo>
                <a:lnTo>
                  <a:pt x="83" y="74"/>
                </a:lnTo>
                <a:lnTo>
                  <a:pt x="84" y="74"/>
                </a:lnTo>
                <a:lnTo>
                  <a:pt x="85" y="74"/>
                </a:lnTo>
                <a:lnTo>
                  <a:pt x="86" y="75"/>
                </a:lnTo>
                <a:lnTo>
                  <a:pt x="87" y="74"/>
                </a:lnTo>
                <a:lnTo>
                  <a:pt x="88" y="74"/>
                </a:lnTo>
                <a:lnTo>
                  <a:pt x="89" y="74"/>
                </a:lnTo>
                <a:lnTo>
                  <a:pt x="90" y="74"/>
                </a:lnTo>
                <a:lnTo>
                  <a:pt x="91" y="74"/>
                </a:lnTo>
                <a:lnTo>
                  <a:pt x="92" y="74"/>
                </a:lnTo>
                <a:lnTo>
                  <a:pt x="92" y="73"/>
                </a:lnTo>
                <a:lnTo>
                  <a:pt x="93" y="72"/>
                </a:lnTo>
                <a:lnTo>
                  <a:pt x="94" y="72"/>
                </a:lnTo>
                <a:lnTo>
                  <a:pt x="95" y="71"/>
                </a:lnTo>
                <a:lnTo>
                  <a:pt x="95" y="70"/>
                </a:lnTo>
                <a:lnTo>
                  <a:pt x="95" y="69"/>
                </a:lnTo>
                <a:lnTo>
                  <a:pt x="95" y="68"/>
                </a:lnTo>
                <a:lnTo>
                  <a:pt x="95" y="67"/>
                </a:lnTo>
                <a:lnTo>
                  <a:pt x="96" y="67"/>
                </a:lnTo>
                <a:lnTo>
                  <a:pt x="97" y="67"/>
                </a:lnTo>
                <a:lnTo>
                  <a:pt x="98" y="67"/>
                </a:lnTo>
                <a:lnTo>
                  <a:pt x="99" y="67"/>
                </a:lnTo>
                <a:lnTo>
                  <a:pt x="100" y="67"/>
                </a:lnTo>
                <a:lnTo>
                  <a:pt x="101" y="67"/>
                </a:lnTo>
                <a:lnTo>
                  <a:pt x="101" y="66"/>
                </a:lnTo>
                <a:lnTo>
                  <a:pt x="102" y="66"/>
                </a:lnTo>
                <a:lnTo>
                  <a:pt x="102" y="65"/>
                </a:lnTo>
                <a:lnTo>
                  <a:pt x="101" y="65"/>
                </a:lnTo>
                <a:lnTo>
                  <a:pt x="102" y="64"/>
                </a:lnTo>
                <a:lnTo>
                  <a:pt x="102" y="65"/>
                </a:lnTo>
                <a:lnTo>
                  <a:pt x="102" y="64"/>
                </a:lnTo>
                <a:lnTo>
                  <a:pt x="103" y="64"/>
                </a:lnTo>
                <a:lnTo>
                  <a:pt x="104" y="63"/>
                </a:lnTo>
                <a:lnTo>
                  <a:pt x="105" y="63"/>
                </a:lnTo>
                <a:lnTo>
                  <a:pt x="106" y="63"/>
                </a:lnTo>
                <a:lnTo>
                  <a:pt x="107" y="63"/>
                </a:lnTo>
                <a:lnTo>
                  <a:pt x="108" y="63"/>
                </a:lnTo>
                <a:lnTo>
                  <a:pt x="109" y="63"/>
                </a:lnTo>
                <a:lnTo>
                  <a:pt x="108" y="62"/>
                </a:lnTo>
                <a:lnTo>
                  <a:pt x="108" y="61"/>
                </a:lnTo>
                <a:lnTo>
                  <a:pt x="109" y="61"/>
                </a:lnTo>
                <a:lnTo>
                  <a:pt x="109" y="60"/>
                </a:lnTo>
                <a:lnTo>
                  <a:pt x="110" y="60"/>
                </a:lnTo>
                <a:lnTo>
                  <a:pt x="111" y="59"/>
                </a:lnTo>
                <a:lnTo>
                  <a:pt x="112" y="59"/>
                </a:lnTo>
                <a:lnTo>
                  <a:pt x="111" y="58"/>
                </a:lnTo>
                <a:lnTo>
                  <a:pt x="110" y="57"/>
                </a:lnTo>
                <a:lnTo>
                  <a:pt x="109" y="56"/>
                </a:lnTo>
                <a:lnTo>
                  <a:pt x="110" y="56"/>
                </a:lnTo>
                <a:lnTo>
                  <a:pt x="111" y="56"/>
                </a:lnTo>
                <a:lnTo>
                  <a:pt x="111" y="55"/>
                </a:lnTo>
                <a:lnTo>
                  <a:pt x="112" y="55"/>
                </a:lnTo>
                <a:lnTo>
                  <a:pt x="113" y="55"/>
                </a:lnTo>
                <a:lnTo>
                  <a:pt x="114" y="56"/>
                </a:lnTo>
                <a:lnTo>
                  <a:pt x="115" y="56"/>
                </a:lnTo>
                <a:lnTo>
                  <a:pt x="116" y="56"/>
                </a:lnTo>
                <a:lnTo>
                  <a:pt x="117" y="56"/>
                </a:lnTo>
                <a:lnTo>
                  <a:pt x="119" y="57"/>
                </a:lnTo>
                <a:lnTo>
                  <a:pt x="121" y="56"/>
                </a:lnTo>
                <a:lnTo>
                  <a:pt x="122" y="56"/>
                </a:lnTo>
                <a:lnTo>
                  <a:pt x="122" y="57"/>
                </a:lnTo>
                <a:lnTo>
                  <a:pt x="123" y="57"/>
                </a:lnTo>
                <a:lnTo>
                  <a:pt x="123" y="56"/>
                </a:lnTo>
                <a:lnTo>
                  <a:pt x="124" y="56"/>
                </a:lnTo>
                <a:lnTo>
                  <a:pt x="125" y="56"/>
                </a:lnTo>
                <a:lnTo>
                  <a:pt x="126" y="56"/>
                </a:lnTo>
                <a:lnTo>
                  <a:pt x="126" y="57"/>
                </a:lnTo>
                <a:lnTo>
                  <a:pt x="127" y="57"/>
                </a:lnTo>
                <a:lnTo>
                  <a:pt x="127" y="56"/>
                </a:lnTo>
                <a:lnTo>
                  <a:pt x="128" y="56"/>
                </a:lnTo>
                <a:lnTo>
                  <a:pt x="129" y="56"/>
                </a:lnTo>
                <a:lnTo>
                  <a:pt x="129" y="55"/>
                </a:lnTo>
                <a:lnTo>
                  <a:pt x="130" y="55"/>
                </a:lnTo>
                <a:lnTo>
                  <a:pt x="131" y="55"/>
                </a:lnTo>
                <a:lnTo>
                  <a:pt x="132" y="55"/>
                </a:lnTo>
                <a:lnTo>
                  <a:pt x="133" y="55"/>
                </a:lnTo>
                <a:lnTo>
                  <a:pt x="134" y="54"/>
                </a:lnTo>
                <a:lnTo>
                  <a:pt x="135" y="54"/>
                </a:lnTo>
                <a:lnTo>
                  <a:pt x="136" y="54"/>
                </a:lnTo>
                <a:lnTo>
                  <a:pt x="137" y="53"/>
                </a:lnTo>
                <a:lnTo>
                  <a:pt x="137" y="54"/>
                </a:lnTo>
                <a:lnTo>
                  <a:pt x="137" y="53"/>
                </a:lnTo>
                <a:lnTo>
                  <a:pt x="138" y="53"/>
                </a:lnTo>
                <a:lnTo>
                  <a:pt x="139" y="53"/>
                </a:lnTo>
                <a:lnTo>
                  <a:pt x="140" y="53"/>
                </a:lnTo>
                <a:lnTo>
                  <a:pt x="142" y="53"/>
                </a:lnTo>
                <a:lnTo>
                  <a:pt x="143" y="53"/>
                </a:lnTo>
                <a:lnTo>
                  <a:pt x="144" y="53"/>
                </a:lnTo>
                <a:lnTo>
                  <a:pt x="145" y="53"/>
                </a:lnTo>
                <a:lnTo>
                  <a:pt x="146" y="53"/>
                </a:lnTo>
                <a:lnTo>
                  <a:pt x="146" y="52"/>
                </a:lnTo>
                <a:lnTo>
                  <a:pt x="147" y="52"/>
                </a:lnTo>
                <a:lnTo>
                  <a:pt x="149" y="52"/>
                </a:lnTo>
                <a:lnTo>
                  <a:pt x="150" y="52"/>
                </a:lnTo>
                <a:lnTo>
                  <a:pt x="150" y="51"/>
                </a:lnTo>
                <a:lnTo>
                  <a:pt x="152" y="51"/>
                </a:lnTo>
                <a:lnTo>
                  <a:pt x="153" y="52"/>
                </a:lnTo>
                <a:lnTo>
                  <a:pt x="154" y="52"/>
                </a:lnTo>
                <a:lnTo>
                  <a:pt x="154" y="51"/>
                </a:lnTo>
                <a:lnTo>
                  <a:pt x="155" y="51"/>
                </a:lnTo>
                <a:lnTo>
                  <a:pt x="155" y="50"/>
                </a:lnTo>
                <a:lnTo>
                  <a:pt x="156" y="50"/>
                </a:lnTo>
                <a:lnTo>
                  <a:pt x="157" y="50"/>
                </a:lnTo>
                <a:lnTo>
                  <a:pt x="158" y="50"/>
                </a:lnTo>
                <a:lnTo>
                  <a:pt x="159" y="50"/>
                </a:lnTo>
                <a:lnTo>
                  <a:pt x="160" y="49"/>
                </a:lnTo>
                <a:lnTo>
                  <a:pt x="161" y="49"/>
                </a:lnTo>
                <a:lnTo>
                  <a:pt x="162" y="48"/>
                </a:lnTo>
                <a:lnTo>
                  <a:pt x="163" y="48"/>
                </a:lnTo>
                <a:lnTo>
                  <a:pt x="164" y="48"/>
                </a:lnTo>
                <a:lnTo>
                  <a:pt x="164" y="47"/>
                </a:lnTo>
                <a:lnTo>
                  <a:pt x="165" y="47"/>
                </a:lnTo>
                <a:lnTo>
                  <a:pt x="166" y="47"/>
                </a:lnTo>
                <a:lnTo>
                  <a:pt x="167" y="47"/>
                </a:lnTo>
                <a:lnTo>
                  <a:pt x="168" y="48"/>
                </a:lnTo>
                <a:lnTo>
                  <a:pt x="168" y="47"/>
                </a:lnTo>
                <a:lnTo>
                  <a:pt x="169" y="47"/>
                </a:lnTo>
                <a:lnTo>
                  <a:pt x="169" y="48"/>
                </a:lnTo>
                <a:lnTo>
                  <a:pt x="170" y="48"/>
                </a:lnTo>
                <a:lnTo>
                  <a:pt x="171" y="47"/>
                </a:lnTo>
                <a:lnTo>
                  <a:pt x="172" y="47"/>
                </a:lnTo>
                <a:lnTo>
                  <a:pt x="172" y="46"/>
                </a:lnTo>
                <a:lnTo>
                  <a:pt x="173" y="46"/>
                </a:lnTo>
                <a:lnTo>
                  <a:pt x="174" y="45"/>
                </a:lnTo>
                <a:lnTo>
                  <a:pt x="175" y="45"/>
                </a:lnTo>
                <a:lnTo>
                  <a:pt x="175" y="46"/>
                </a:lnTo>
                <a:lnTo>
                  <a:pt x="176" y="45"/>
                </a:lnTo>
                <a:lnTo>
                  <a:pt x="176" y="44"/>
                </a:lnTo>
                <a:lnTo>
                  <a:pt x="177" y="44"/>
                </a:lnTo>
                <a:lnTo>
                  <a:pt x="178" y="44"/>
                </a:lnTo>
                <a:lnTo>
                  <a:pt x="178" y="43"/>
                </a:lnTo>
                <a:lnTo>
                  <a:pt x="179" y="43"/>
                </a:lnTo>
                <a:lnTo>
                  <a:pt x="180" y="43"/>
                </a:lnTo>
                <a:lnTo>
                  <a:pt x="181" y="43"/>
                </a:lnTo>
                <a:lnTo>
                  <a:pt x="181" y="42"/>
                </a:lnTo>
                <a:lnTo>
                  <a:pt x="182" y="42"/>
                </a:lnTo>
                <a:lnTo>
                  <a:pt x="183" y="41"/>
                </a:lnTo>
                <a:lnTo>
                  <a:pt x="184" y="41"/>
                </a:lnTo>
                <a:lnTo>
                  <a:pt x="185" y="41"/>
                </a:lnTo>
                <a:lnTo>
                  <a:pt x="186" y="41"/>
                </a:lnTo>
                <a:lnTo>
                  <a:pt x="187" y="41"/>
                </a:lnTo>
                <a:lnTo>
                  <a:pt x="188" y="41"/>
                </a:lnTo>
                <a:lnTo>
                  <a:pt x="188" y="40"/>
                </a:lnTo>
                <a:lnTo>
                  <a:pt x="189" y="40"/>
                </a:lnTo>
                <a:lnTo>
                  <a:pt x="189" y="41"/>
                </a:lnTo>
                <a:lnTo>
                  <a:pt x="189" y="40"/>
                </a:lnTo>
                <a:lnTo>
                  <a:pt x="190" y="40"/>
                </a:lnTo>
                <a:lnTo>
                  <a:pt x="191" y="40"/>
                </a:lnTo>
                <a:lnTo>
                  <a:pt x="192" y="39"/>
                </a:lnTo>
                <a:lnTo>
                  <a:pt x="193" y="39"/>
                </a:lnTo>
                <a:lnTo>
                  <a:pt x="193" y="40"/>
                </a:lnTo>
                <a:lnTo>
                  <a:pt x="193" y="39"/>
                </a:lnTo>
                <a:lnTo>
                  <a:pt x="194" y="39"/>
                </a:lnTo>
                <a:lnTo>
                  <a:pt x="196" y="39"/>
                </a:lnTo>
                <a:lnTo>
                  <a:pt x="196" y="38"/>
                </a:lnTo>
                <a:lnTo>
                  <a:pt x="197" y="38"/>
                </a:lnTo>
                <a:lnTo>
                  <a:pt x="198" y="38"/>
                </a:lnTo>
                <a:lnTo>
                  <a:pt x="199" y="38"/>
                </a:lnTo>
                <a:lnTo>
                  <a:pt x="200" y="38"/>
                </a:lnTo>
                <a:lnTo>
                  <a:pt x="200" y="37"/>
                </a:lnTo>
                <a:lnTo>
                  <a:pt x="200" y="38"/>
                </a:lnTo>
                <a:lnTo>
                  <a:pt x="201" y="37"/>
                </a:lnTo>
                <a:lnTo>
                  <a:pt x="201" y="36"/>
                </a:lnTo>
                <a:lnTo>
                  <a:pt x="202" y="36"/>
                </a:lnTo>
                <a:lnTo>
                  <a:pt x="202" y="37"/>
                </a:lnTo>
                <a:lnTo>
                  <a:pt x="203" y="37"/>
                </a:lnTo>
                <a:lnTo>
                  <a:pt x="203" y="36"/>
                </a:lnTo>
                <a:lnTo>
                  <a:pt x="204" y="36"/>
                </a:lnTo>
                <a:lnTo>
                  <a:pt x="204" y="37"/>
                </a:lnTo>
                <a:lnTo>
                  <a:pt x="205" y="37"/>
                </a:lnTo>
                <a:lnTo>
                  <a:pt x="205" y="36"/>
                </a:lnTo>
                <a:lnTo>
                  <a:pt x="206" y="35"/>
                </a:lnTo>
                <a:lnTo>
                  <a:pt x="208" y="35"/>
                </a:lnTo>
                <a:lnTo>
                  <a:pt x="209" y="35"/>
                </a:lnTo>
                <a:lnTo>
                  <a:pt x="210" y="35"/>
                </a:lnTo>
                <a:lnTo>
                  <a:pt x="211" y="35"/>
                </a:lnTo>
                <a:lnTo>
                  <a:pt x="212" y="35"/>
                </a:lnTo>
                <a:lnTo>
                  <a:pt x="213" y="35"/>
                </a:lnTo>
                <a:lnTo>
                  <a:pt x="214" y="36"/>
                </a:lnTo>
                <a:lnTo>
                  <a:pt x="215" y="35"/>
                </a:lnTo>
                <a:lnTo>
                  <a:pt x="216" y="35"/>
                </a:lnTo>
                <a:lnTo>
                  <a:pt x="216" y="34"/>
                </a:lnTo>
                <a:lnTo>
                  <a:pt x="217" y="34"/>
                </a:lnTo>
                <a:lnTo>
                  <a:pt x="218" y="34"/>
                </a:lnTo>
                <a:lnTo>
                  <a:pt x="219" y="34"/>
                </a:lnTo>
                <a:lnTo>
                  <a:pt x="220" y="34"/>
                </a:lnTo>
                <a:lnTo>
                  <a:pt x="221" y="34"/>
                </a:lnTo>
                <a:lnTo>
                  <a:pt x="222" y="34"/>
                </a:lnTo>
                <a:lnTo>
                  <a:pt x="223" y="34"/>
                </a:lnTo>
                <a:lnTo>
                  <a:pt x="223" y="33"/>
                </a:lnTo>
                <a:lnTo>
                  <a:pt x="223" y="32"/>
                </a:lnTo>
                <a:lnTo>
                  <a:pt x="224" y="32"/>
                </a:lnTo>
                <a:lnTo>
                  <a:pt x="226" y="31"/>
                </a:lnTo>
                <a:lnTo>
                  <a:pt x="227" y="31"/>
                </a:lnTo>
                <a:lnTo>
                  <a:pt x="227" y="30"/>
                </a:lnTo>
                <a:lnTo>
                  <a:pt x="228" y="30"/>
                </a:lnTo>
                <a:lnTo>
                  <a:pt x="229" y="30"/>
                </a:lnTo>
                <a:lnTo>
                  <a:pt x="230" y="29"/>
                </a:lnTo>
                <a:lnTo>
                  <a:pt x="230" y="30"/>
                </a:lnTo>
                <a:lnTo>
                  <a:pt x="230" y="29"/>
                </a:lnTo>
                <a:lnTo>
                  <a:pt x="231" y="28"/>
                </a:lnTo>
                <a:lnTo>
                  <a:pt x="232" y="28"/>
                </a:lnTo>
                <a:lnTo>
                  <a:pt x="233" y="28"/>
                </a:lnTo>
                <a:lnTo>
                  <a:pt x="234" y="28"/>
                </a:lnTo>
                <a:lnTo>
                  <a:pt x="234" y="27"/>
                </a:lnTo>
                <a:lnTo>
                  <a:pt x="235" y="27"/>
                </a:lnTo>
                <a:lnTo>
                  <a:pt x="235" y="28"/>
                </a:lnTo>
                <a:lnTo>
                  <a:pt x="236" y="28"/>
                </a:lnTo>
                <a:lnTo>
                  <a:pt x="236" y="27"/>
                </a:lnTo>
                <a:lnTo>
                  <a:pt x="237" y="27"/>
                </a:lnTo>
                <a:lnTo>
                  <a:pt x="238" y="27"/>
                </a:lnTo>
                <a:lnTo>
                  <a:pt x="239" y="27"/>
                </a:lnTo>
                <a:lnTo>
                  <a:pt x="239" y="26"/>
                </a:lnTo>
                <a:lnTo>
                  <a:pt x="240" y="26"/>
                </a:lnTo>
                <a:lnTo>
                  <a:pt x="241" y="26"/>
                </a:lnTo>
                <a:lnTo>
                  <a:pt x="242" y="26"/>
                </a:lnTo>
                <a:lnTo>
                  <a:pt x="243" y="26"/>
                </a:lnTo>
                <a:lnTo>
                  <a:pt x="243" y="25"/>
                </a:lnTo>
                <a:lnTo>
                  <a:pt x="244" y="25"/>
                </a:lnTo>
                <a:lnTo>
                  <a:pt x="244" y="26"/>
                </a:lnTo>
                <a:lnTo>
                  <a:pt x="246" y="26"/>
                </a:lnTo>
                <a:lnTo>
                  <a:pt x="246" y="25"/>
                </a:lnTo>
                <a:lnTo>
                  <a:pt x="247" y="26"/>
                </a:lnTo>
                <a:lnTo>
                  <a:pt x="247" y="25"/>
                </a:lnTo>
                <a:lnTo>
                  <a:pt x="249" y="25"/>
                </a:lnTo>
                <a:lnTo>
                  <a:pt x="249" y="26"/>
                </a:lnTo>
                <a:lnTo>
                  <a:pt x="250" y="25"/>
                </a:lnTo>
                <a:lnTo>
                  <a:pt x="250" y="24"/>
                </a:lnTo>
                <a:lnTo>
                  <a:pt x="251" y="24"/>
                </a:lnTo>
                <a:lnTo>
                  <a:pt x="251" y="23"/>
                </a:lnTo>
                <a:lnTo>
                  <a:pt x="252" y="23"/>
                </a:lnTo>
                <a:lnTo>
                  <a:pt x="253" y="23"/>
                </a:lnTo>
                <a:lnTo>
                  <a:pt x="254" y="23"/>
                </a:lnTo>
                <a:lnTo>
                  <a:pt x="255" y="22"/>
                </a:lnTo>
                <a:lnTo>
                  <a:pt x="256" y="22"/>
                </a:lnTo>
                <a:lnTo>
                  <a:pt x="257" y="22"/>
                </a:lnTo>
                <a:lnTo>
                  <a:pt x="260" y="22"/>
                </a:lnTo>
                <a:lnTo>
                  <a:pt x="261" y="21"/>
                </a:lnTo>
                <a:lnTo>
                  <a:pt x="263" y="21"/>
                </a:lnTo>
                <a:lnTo>
                  <a:pt x="263" y="22"/>
                </a:lnTo>
                <a:lnTo>
                  <a:pt x="264" y="22"/>
                </a:lnTo>
                <a:lnTo>
                  <a:pt x="265" y="22"/>
                </a:lnTo>
                <a:lnTo>
                  <a:pt x="266" y="22"/>
                </a:lnTo>
                <a:lnTo>
                  <a:pt x="268" y="22"/>
                </a:lnTo>
                <a:lnTo>
                  <a:pt x="269" y="21"/>
                </a:lnTo>
                <a:lnTo>
                  <a:pt x="270" y="21"/>
                </a:lnTo>
                <a:lnTo>
                  <a:pt x="270" y="20"/>
                </a:lnTo>
                <a:lnTo>
                  <a:pt x="271" y="20"/>
                </a:lnTo>
                <a:lnTo>
                  <a:pt x="271" y="21"/>
                </a:lnTo>
                <a:lnTo>
                  <a:pt x="271" y="20"/>
                </a:lnTo>
                <a:lnTo>
                  <a:pt x="271" y="19"/>
                </a:lnTo>
                <a:lnTo>
                  <a:pt x="270" y="18"/>
                </a:lnTo>
                <a:lnTo>
                  <a:pt x="271" y="18"/>
                </a:lnTo>
                <a:lnTo>
                  <a:pt x="272" y="18"/>
                </a:lnTo>
                <a:lnTo>
                  <a:pt x="272" y="17"/>
                </a:lnTo>
                <a:lnTo>
                  <a:pt x="273" y="17"/>
                </a:lnTo>
                <a:lnTo>
                  <a:pt x="274" y="17"/>
                </a:lnTo>
                <a:lnTo>
                  <a:pt x="275" y="17"/>
                </a:lnTo>
                <a:lnTo>
                  <a:pt x="275" y="16"/>
                </a:lnTo>
                <a:lnTo>
                  <a:pt x="275" y="15"/>
                </a:lnTo>
                <a:lnTo>
                  <a:pt x="276" y="14"/>
                </a:lnTo>
                <a:lnTo>
                  <a:pt x="277" y="13"/>
                </a:lnTo>
                <a:lnTo>
                  <a:pt x="277" y="12"/>
                </a:lnTo>
                <a:lnTo>
                  <a:pt x="278" y="11"/>
                </a:lnTo>
                <a:lnTo>
                  <a:pt x="280" y="11"/>
                </a:lnTo>
                <a:lnTo>
                  <a:pt x="281" y="11"/>
                </a:lnTo>
                <a:lnTo>
                  <a:pt x="282" y="11"/>
                </a:lnTo>
                <a:lnTo>
                  <a:pt x="283" y="11"/>
                </a:lnTo>
                <a:lnTo>
                  <a:pt x="282" y="11"/>
                </a:lnTo>
                <a:lnTo>
                  <a:pt x="283" y="11"/>
                </a:lnTo>
                <a:lnTo>
                  <a:pt x="283" y="10"/>
                </a:lnTo>
                <a:lnTo>
                  <a:pt x="283" y="11"/>
                </a:lnTo>
                <a:lnTo>
                  <a:pt x="284" y="11"/>
                </a:lnTo>
                <a:lnTo>
                  <a:pt x="285" y="10"/>
                </a:lnTo>
                <a:lnTo>
                  <a:pt x="285" y="11"/>
                </a:lnTo>
                <a:lnTo>
                  <a:pt x="286" y="11"/>
                </a:lnTo>
                <a:lnTo>
                  <a:pt x="287" y="11"/>
                </a:lnTo>
                <a:lnTo>
                  <a:pt x="287" y="10"/>
                </a:lnTo>
                <a:lnTo>
                  <a:pt x="288" y="10"/>
                </a:lnTo>
                <a:lnTo>
                  <a:pt x="288" y="11"/>
                </a:lnTo>
                <a:lnTo>
                  <a:pt x="289" y="11"/>
                </a:lnTo>
                <a:lnTo>
                  <a:pt x="289" y="10"/>
                </a:lnTo>
                <a:lnTo>
                  <a:pt x="290" y="10"/>
                </a:lnTo>
                <a:lnTo>
                  <a:pt x="291" y="10"/>
                </a:lnTo>
                <a:lnTo>
                  <a:pt x="292" y="10"/>
                </a:lnTo>
                <a:lnTo>
                  <a:pt x="292" y="9"/>
                </a:lnTo>
                <a:lnTo>
                  <a:pt x="292" y="10"/>
                </a:lnTo>
                <a:lnTo>
                  <a:pt x="293" y="10"/>
                </a:lnTo>
                <a:lnTo>
                  <a:pt x="293" y="11"/>
                </a:lnTo>
                <a:lnTo>
                  <a:pt x="293" y="10"/>
                </a:lnTo>
                <a:lnTo>
                  <a:pt x="294" y="10"/>
                </a:lnTo>
                <a:lnTo>
                  <a:pt x="295" y="10"/>
                </a:lnTo>
                <a:lnTo>
                  <a:pt x="296" y="10"/>
                </a:lnTo>
                <a:lnTo>
                  <a:pt x="297" y="10"/>
                </a:lnTo>
                <a:lnTo>
                  <a:pt x="297" y="9"/>
                </a:lnTo>
                <a:lnTo>
                  <a:pt x="298" y="9"/>
                </a:lnTo>
                <a:lnTo>
                  <a:pt x="299" y="9"/>
                </a:lnTo>
                <a:lnTo>
                  <a:pt x="300" y="9"/>
                </a:lnTo>
                <a:lnTo>
                  <a:pt x="301" y="9"/>
                </a:lnTo>
                <a:lnTo>
                  <a:pt x="301" y="8"/>
                </a:lnTo>
                <a:lnTo>
                  <a:pt x="302" y="8"/>
                </a:lnTo>
                <a:lnTo>
                  <a:pt x="303" y="8"/>
                </a:lnTo>
                <a:lnTo>
                  <a:pt x="304" y="8"/>
                </a:lnTo>
                <a:lnTo>
                  <a:pt x="304" y="7"/>
                </a:lnTo>
                <a:lnTo>
                  <a:pt x="305" y="7"/>
                </a:lnTo>
                <a:lnTo>
                  <a:pt x="306" y="8"/>
                </a:lnTo>
                <a:lnTo>
                  <a:pt x="306" y="7"/>
                </a:lnTo>
                <a:lnTo>
                  <a:pt x="307" y="8"/>
                </a:lnTo>
                <a:lnTo>
                  <a:pt x="308" y="8"/>
                </a:lnTo>
                <a:lnTo>
                  <a:pt x="308" y="7"/>
                </a:lnTo>
                <a:lnTo>
                  <a:pt x="309" y="7"/>
                </a:lnTo>
                <a:lnTo>
                  <a:pt x="310" y="7"/>
                </a:lnTo>
                <a:lnTo>
                  <a:pt x="311" y="7"/>
                </a:lnTo>
                <a:lnTo>
                  <a:pt x="312" y="7"/>
                </a:lnTo>
                <a:lnTo>
                  <a:pt x="313" y="6"/>
                </a:lnTo>
                <a:lnTo>
                  <a:pt x="314" y="6"/>
                </a:lnTo>
                <a:lnTo>
                  <a:pt x="314" y="5"/>
                </a:lnTo>
                <a:lnTo>
                  <a:pt x="315" y="5"/>
                </a:lnTo>
                <a:lnTo>
                  <a:pt x="316" y="5"/>
                </a:lnTo>
                <a:lnTo>
                  <a:pt x="317" y="5"/>
                </a:lnTo>
                <a:lnTo>
                  <a:pt x="318" y="5"/>
                </a:lnTo>
                <a:lnTo>
                  <a:pt x="318" y="4"/>
                </a:lnTo>
                <a:lnTo>
                  <a:pt x="319" y="4"/>
                </a:lnTo>
                <a:lnTo>
                  <a:pt x="320" y="5"/>
                </a:lnTo>
                <a:lnTo>
                  <a:pt x="321" y="6"/>
                </a:lnTo>
                <a:lnTo>
                  <a:pt x="321" y="7"/>
                </a:lnTo>
                <a:lnTo>
                  <a:pt x="322" y="7"/>
                </a:lnTo>
                <a:lnTo>
                  <a:pt x="323" y="7"/>
                </a:lnTo>
                <a:lnTo>
                  <a:pt x="323" y="6"/>
                </a:lnTo>
                <a:lnTo>
                  <a:pt x="324" y="6"/>
                </a:lnTo>
                <a:lnTo>
                  <a:pt x="325" y="6"/>
                </a:lnTo>
                <a:lnTo>
                  <a:pt x="327" y="6"/>
                </a:lnTo>
                <a:lnTo>
                  <a:pt x="327" y="7"/>
                </a:lnTo>
                <a:lnTo>
                  <a:pt x="328" y="7"/>
                </a:lnTo>
                <a:lnTo>
                  <a:pt x="328" y="6"/>
                </a:lnTo>
                <a:lnTo>
                  <a:pt x="329" y="6"/>
                </a:lnTo>
                <a:lnTo>
                  <a:pt x="330" y="6"/>
                </a:lnTo>
                <a:lnTo>
                  <a:pt x="330" y="5"/>
                </a:lnTo>
                <a:lnTo>
                  <a:pt x="332" y="5"/>
                </a:lnTo>
                <a:lnTo>
                  <a:pt x="332" y="4"/>
                </a:lnTo>
                <a:lnTo>
                  <a:pt x="333" y="4"/>
                </a:lnTo>
                <a:lnTo>
                  <a:pt x="333" y="3"/>
                </a:lnTo>
                <a:lnTo>
                  <a:pt x="334" y="3"/>
                </a:lnTo>
                <a:lnTo>
                  <a:pt x="335" y="3"/>
                </a:lnTo>
                <a:lnTo>
                  <a:pt x="335" y="4"/>
                </a:lnTo>
                <a:lnTo>
                  <a:pt x="336" y="5"/>
                </a:lnTo>
                <a:lnTo>
                  <a:pt x="337" y="5"/>
                </a:lnTo>
                <a:lnTo>
                  <a:pt x="336" y="5"/>
                </a:lnTo>
                <a:lnTo>
                  <a:pt x="336" y="6"/>
                </a:lnTo>
                <a:lnTo>
                  <a:pt x="336" y="7"/>
                </a:lnTo>
                <a:lnTo>
                  <a:pt x="336" y="8"/>
                </a:lnTo>
                <a:lnTo>
                  <a:pt x="336" y="9"/>
                </a:lnTo>
                <a:lnTo>
                  <a:pt x="335" y="9"/>
                </a:lnTo>
                <a:lnTo>
                  <a:pt x="335" y="10"/>
                </a:lnTo>
                <a:lnTo>
                  <a:pt x="336" y="10"/>
                </a:lnTo>
                <a:lnTo>
                  <a:pt x="336" y="11"/>
                </a:lnTo>
                <a:lnTo>
                  <a:pt x="337" y="11"/>
                </a:lnTo>
                <a:lnTo>
                  <a:pt x="339" y="12"/>
                </a:lnTo>
                <a:lnTo>
                  <a:pt x="339" y="13"/>
                </a:lnTo>
                <a:lnTo>
                  <a:pt x="339" y="14"/>
                </a:lnTo>
                <a:lnTo>
                  <a:pt x="340" y="14"/>
                </a:lnTo>
                <a:lnTo>
                  <a:pt x="340" y="15"/>
                </a:lnTo>
                <a:lnTo>
                  <a:pt x="341" y="15"/>
                </a:lnTo>
                <a:lnTo>
                  <a:pt x="341" y="16"/>
                </a:lnTo>
                <a:lnTo>
                  <a:pt x="341" y="17"/>
                </a:lnTo>
                <a:lnTo>
                  <a:pt x="342" y="17"/>
                </a:lnTo>
                <a:lnTo>
                  <a:pt x="341" y="18"/>
                </a:lnTo>
                <a:lnTo>
                  <a:pt x="341" y="22"/>
                </a:lnTo>
                <a:lnTo>
                  <a:pt x="341" y="24"/>
                </a:lnTo>
                <a:lnTo>
                  <a:pt x="340" y="29"/>
                </a:lnTo>
                <a:lnTo>
                  <a:pt x="340" y="30"/>
                </a:lnTo>
                <a:lnTo>
                  <a:pt x="341" y="30"/>
                </a:lnTo>
                <a:lnTo>
                  <a:pt x="342" y="30"/>
                </a:lnTo>
                <a:lnTo>
                  <a:pt x="345" y="30"/>
                </a:lnTo>
                <a:lnTo>
                  <a:pt x="347" y="31"/>
                </a:lnTo>
                <a:lnTo>
                  <a:pt x="348" y="32"/>
                </a:lnTo>
                <a:lnTo>
                  <a:pt x="349" y="32"/>
                </a:lnTo>
                <a:lnTo>
                  <a:pt x="349" y="33"/>
                </a:lnTo>
                <a:lnTo>
                  <a:pt x="351" y="33"/>
                </a:lnTo>
                <a:lnTo>
                  <a:pt x="351" y="32"/>
                </a:lnTo>
                <a:lnTo>
                  <a:pt x="352" y="32"/>
                </a:lnTo>
                <a:lnTo>
                  <a:pt x="353" y="32"/>
                </a:lnTo>
                <a:lnTo>
                  <a:pt x="354" y="32"/>
                </a:lnTo>
                <a:lnTo>
                  <a:pt x="354" y="31"/>
                </a:lnTo>
                <a:lnTo>
                  <a:pt x="355" y="31"/>
                </a:lnTo>
                <a:lnTo>
                  <a:pt x="357" y="31"/>
                </a:lnTo>
                <a:lnTo>
                  <a:pt x="359" y="31"/>
                </a:lnTo>
                <a:lnTo>
                  <a:pt x="362" y="31"/>
                </a:lnTo>
                <a:lnTo>
                  <a:pt x="363" y="30"/>
                </a:lnTo>
                <a:lnTo>
                  <a:pt x="366" y="30"/>
                </a:lnTo>
                <a:lnTo>
                  <a:pt x="367" y="30"/>
                </a:lnTo>
                <a:lnTo>
                  <a:pt x="368" y="30"/>
                </a:lnTo>
                <a:lnTo>
                  <a:pt x="369" y="30"/>
                </a:lnTo>
                <a:lnTo>
                  <a:pt x="371" y="30"/>
                </a:lnTo>
                <a:lnTo>
                  <a:pt x="376" y="30"/>
                </a:lnTo>
                <a:lnTo>
                  <a:pt x="387" y="30"/>
                </a:lnTo>
                <a:lnTo>
                  <a:pt x="389" y="30"/>
                </a:lnTo>
                <a:lnTo>
                  <a:pt x="391" y="30"/>
                </a:lnTo>
                <a:lnTo>
                  <a:pt x="391" y="29"/>
                </a:lnTo>
                <a:lnTo>
                  <a:pt x="391" y="30"/>
                </a:lnTo>
                <a:lnTo>
                  <a:pt x="392" y="30"/>
                </a:lnTo>
                <a:lnTo>
                  <a:pt x="392" y="31"/>
                </a:lnTo>
                <a:lnTo>
                  <a:pt x="393" y="31"/>
                </a:lnTo>
                <a:lnTo>
                  <a:pt x="394" y="32"/>
                </a:lnTo>
                <a:lnTo>
                  <a:pt x="396" y="33"/>
                </a:lnTo>
                <a:lnTo>
                  <a:pt x="397" y="33"/>
                </a:lnTo>
                <a:lnTo>
                  <a:pt x="398" y="34"/>
                </a:lnTo>
                <a:lnTo>
                  <a:pt x="399" y="34"/>
                </a:lnTo>
                <a:lnTo>
                  <a:pt x="399" y="35"/>
                </a:lnTo>
                <a:lnTo>
                  <a:pt x="400" y="35"/>
                </a:lnTo>
                <a:lnTo>
                  <a:pt x="404" y="35"/>
                </a:lnTo>
                <a:lnTo>
                  <a:pt x="404" y="39"/>
                </a:lnTo>
                <a:lnTo>
                  <a:pt x="403" y="39"/>
                </a:lnTo>
                <a:lnTo>
                  <a:pt x="402" y="40"/>
                </a:lnTo>
                <a:lnTo>
                  <a:pt x="400" y="40"/>
                </a:lnTo>
                <a:lnTo>
                  <a:pt x="399" y="40"/>
                </a:lnTo>
                <a:lnTo>
                  <a:pt x="398" y="40"/>
                </a:lnTo>
                <a:lnTo>
                  <a:pt x="396" y="40"/>
                </a:lnTo>
                <a:lnTo>
                  <a:pt x="395" y="40"/>
                </a:lnTo>
                <a:lnTo>
                  <a:pt x="394" y="40"/>
                </a:lnTo>
                <a:lnTo>
                  <a:pt x="393" y="41"/>
                </a:lnTo>
                <a:lnTo>
                  <a:pt x="393" y="42"/>
                </a:lnTo>
                <a:lnTo>
                  <a:pt x="394" y="42"/>
                </a:lnTo>
                <a:lnTo>
                  <a:pt x="394" y="43"/>
                </a:lnTo>
                <a:lnTo>
                  <a:pt x="394" y="44"/>
                </a:lnTo>
                <a:lnTo>
                  <a:pt x="394" y="45"/>
                </a:lnTo>
                <a:lnTo>
                  <a:pt x="395" y="45"/>
                </a:lnTo>
                <a:lnTo>
                  <a:pt x="396" y="46"/>
                </a:lnTo>
                <a:lnTo>
                  <a:pt x="397" y="47"/>
                </a:lnTo>
                <a:lnTo>
                  <a:pt x="398" y="48"/>
                </a:lnTo>
                <a:lnTo>
                  <a:pt x="400" y="49"/>
                </a:lnTo>
                <a:lnTo>
                  <a:pt x="401" y="49"/>
                </a:lnTo>
                <a:lnTo>
                  <a:pt x="402" y="49"/>
                </a:lnTo>
                <a:lnTo>
                  <a:pt x="402" y="50"/>
                </a:lnTo>
                <a:lnTo>
                  <a:pt x="403" y="50"/>
                </a:lnTo>
                <a:lnTo>
                  <a:pt x="405" y="50"/>
                </a:lnTo>
                <a:lnTo>
                  <a:pt x="406" y="50"/>
                </a:lnTo>
                <a:lnTo>
                  <a:pt x="407" y="50"/>
                </a:lnTo>
                <a:lnTo>
                  <a:pt x="408" y="51"/>
                </a:lnTo>
                <a:lnTo>
                  <a:pt x="410" y="51"/>
                </a:lnTo>
                <a:lnTo>
                  <a:pt x="411" y="51"/>
                </a:lnTo>
                <a:lnTo>
                  <a:pt x="412" y="50"/>
                </a:lnTo>
                <a:lnTo>
                  <a:pt x="413" y="50"/>
                </a:lnTo>
                <a:lnTo>
                  <a:pt x="414" y="50"/>
                </a:lnTo>
                <a:lnTo>
                  <a:pt x="417" y="49"/>
                </a:lnTo>
                <a:lnTo>
                  <a:pt x="422" y="48"/>
                </a:lnTo>
                <a:lnTo>
                  <a:pt x="426" y="48"/>
                </a:lnTo>
                <a:lnTo>
                  <a:pt x="438" y="47"/>
                </a:lnTo>
                <a:lnTo>
                  <a:pt x="439" y="46"/>
                </a:lnTo>
                <a:lnTo>
                  <a:pt x="440" y="46"/>
                </a:lnTo>
                <a:lnTo>
                  <a:pt x="441" y="47"/>
                </a:lnTo>
                <a:lnTo>
                  <a:pt x="442" y="47"/>
                </a:lnTo>
                <a:lnTo>
                  <a:pt x="445" y="47"/>
                </a:lnTo>
                <a:lnTo>
                  <a:pt x="446" y="47"/>
                </a:lnTo>
                <a:lnTo>
                  <a:pt x="446" y="46"/>
                </a:lnTo>
                <a:lnTo>
                  <a:pt x="447" y="46"/>
                </a:lnTo>
                <a:lnTo>
                  <a:pt x="448" y="46"/>
                </a:lnTo>
                <a:lnTo>
                  <a:pt x="449" y="46"/>
                </a:lnTo>
                <a:lnTo>
                  <a:pt x="449" y="47"/>
                </a:lnTo>
                <a:lnTo>
                  <a:pt x="449" y="48"/>
                </a:lnTo>
                <a:lnTo>
                  <a:pt x="449" y="49"/>
                </a:lnTo>
                <a:lnTo>
                  <a:pt x="450" y="49"/>
                </a:lnTo>
                <a:lnTo>
                  <a:pt x="450" y="50"/>
                </a:lnTo>
                <a:lnTo>
                  <a:pt x="450" y="51"/>
                </a:lnTo>
                <a:lnTo>
                  <a:pt x="451" y="52"/>
                </a:lnTo>
                <a:lnTo>
                  <a:pt x="451" y="53"/>
                </a:lnTo>
                <a:lnTo>
                  <a:pt x="451" y="54"/>
                </a:lnTo>
                <a:lnTo>
                  <a:pt x="452" y="54"/>
                </a:lnTo>
                <a:lnTo>
                  <a:pt x="452" y="55"/>
                </a:lnTo>
                <a:lnTo>
                  <a:pt x="452" y="56"/>
                </a:lnTo>
                <a:lnTo>
                  <a:pt x="453" y="57"/>
                </a:lnTo>
                <a:lnTo>
                  <a:pt x="453" y="58"/>
                </a:lnTo>
                <a:lnTo>
                  <a:pt x="453" y="59"/>
                </a:lnTo>
                <a:lnTo>
                  <a:pt x="454" y="59"/>
                </a:lnTo>
                <a:lnTo>
                  <a:pt x="454" y="60"/>
                </a:lnTo>
                <a:lnTo>
                  <a:pt x="454" y="61"/>
                </a:lnTo>
                <a:lnTo>
                  <a:pt x="454" y="62"/>
                </a:lnTo>
                <a:lnTo>
                  <a:pt x="455" y="62"/>
                </a:lnTo>
                <a:lnTo>
                  <a:pt x="455" y="63"/>
                </a:lnTo>
                <a:lnTo>
                  <a:pt x="455" y="64"/>
                </a:lnTo>
                <a:lnTo>
                  <a:pt x="456" y="64"/>
                </a:lnTo>
                <a:lnTo>
                  <a:pt x="456" y="65"/>
                </a:lnTo>
                <a:lnTo>
                  <a:pt x="456" y="66"/>
                </a:lnTo>
                <a:lnTo>
                  <a:pt x="456" y="67"/>
                </a:lnTo>
                <a:lnTo>
                  <a:pt x="457" y="67"/>
                </a:lnTo>
                <a:lnTo>
                  <a:pt x="457" y="68"/>
                </a:lnTo>
                <a:lnTo>
                  <a:pt x="457" y="69"/>
                </a:lnTo>
                <a:lnTo>
                  <a:pt x="457" y="70"/>
                </a:lnTo>
                <a:lnTo>
                  <a:pt x="458" y="70"/>
                </a:lnTo>
                <a:lnTo>
                  <a:pt x="458" y="71"/>
                </a:lnTo>
                <a:lnTo>
                  <a:pt x="458" y="72"/>
                </a:lnTo>
                <a:lnTo>
                  <a:pt x="459" y="72"/>
                </a:lnTo>
                <a:lnTo>
                  <a:pt x="459" y="73"/>
                </a:lnTo>
                <a:lnTo>
                  <a:pt x="459" y="74"/>
                </a:lnTo>
                <a:lnTo>
                  <a:pt x="460" y="75"/>
                </a:lnTo>
                <a:lnTo>
                  <a:pt x="460" y="76"/>
                </a:lnTo>
                <a:lnTo>
                  <a:pt x="460" y="77"/>
                </a:lnTo>
                <a:lnTo>
                  <a:pt x="461" y="77"/>
                </a:lnTo>
                <a:lnTo>
                  <a:pt x="461" y="78"/>
                </a:lnTo>
                <a:lnTo>
                  <a:pt x="461" y="79"/>
                </a:lnTo>
                <a:lnTo>
                  <a:pt x="462" y="79"/>
                </a:lnTo>
                <a:lnTo>
                  <a:pt x="462" y="80"/>
                </a:lnTo>
                <a:lnTo>
                  <a:pt x="462" y="81"/>
                </a:lnTo>
                <a:lnTo>
                  <a:pt x="463" y="81"/>
                </a:lnTo>
                <a:lnTo>
                  <a:pt x="463" y="82"/>
                </a:lnTo>
                <a:lnTo>
                  <a:pt x="462" y="82"/>
                </a:lnTo>
                <a:lnTo>
                  <a:pt x="462" y="87"/>
                </a:lnTo>
                <a:lnTo>
                  <a:pt x="463" y="87"/>
                </a:lnTo>
                <a:lnTo>
                  <a:pt x="463" y="88"/>
                </a:lnTo>
                <a:lnTo>
                  <a:pt x="464" y="88"/>
                </a:lnTo>
                <a:lnTo>
                  <a:pt x="465" y="88"/>
                </a:lnTo>
                <a:lnTo>
                  <a:pt x="466" y="88"/>
                </a:lnTo>
                <a:lnTo>
                  <a:pt x="466" y="87"/>
                </a:lnTo>
                <a:lnTo>
                  <a:pt x="467" y="87"/>
                </a:lnTo>
                <a:lnTo>
                  <a:pt x="467" y="86"/>
                </a:lnTo>
                <a:lnTo>
                  <a:pt x="468" y="86"/>
                </a:lnTo>
                <a:lnTo>
                  <a:pt x="469" y="86"/>
                </a:lnTo>
                <a:lnTo>
                  <a:pt x="470" y="86"/>
                </a:lnTo>
                <a:lnTo>
                  <a:pt x="471" y="86"/>
                </a:lnTo>
                <a:lnTo>
                  <a:pt x="471" y="85"/>
                </a:lnTo>
                <a:lnTo>
                  <a:pt x="472" y="85"/>
                </a:lnTo>
                <a:lnTo>
                  <a:pt x="473" y="85"/>
                </a:lnTo>
                <a:lnTo>
                  <a:pt x="474" y="85"/>
                </a:lnTo>
                <a:lnTo>
                  <a:pt x="475" y="84"/>
                </a:lnTo>
                <a:lnTo>
                  <a:pt x="476" y="84"/>
                </a:lnTo>
                <a:lnTo>
                  <a:pt x="477" y="84"/>
                </a:lnTo>
                <a:lnTo>
                  <a:pt x="477" y="85"/>
                </a:lnTo>
                <a:lnTo>
                  <a:pt x="478" y="85"/>
                </a:lnTo>
                <a:lnTo>
                  <a:pt x="478" y="84"/>
                </a:lnTo>
                <a:lnTo>
                  <a:pt x="480" y="84"/>
                </a:lnTo>
                <a:lnTo>
                  <a:pt x="481" y="84"/>
                </a:lnTo>
                <a:lnTo>
                  <a:pt x="482" y="84"/>
                </a:lnTo>
                <a:lnTo>
                  <a:pt x="482" y="85"/>
                </a:lnTo>
                <a:lnTo>
                  <a:pt x="483" y="85"/>
                </a:lnTo>
                <a:lnTo>
                  <a:pt x="483" y="84"/>
                </a:lnTo>
                <a:lnTo>
                  <a:pt x="484" y="84"/>
                </a:lnTo>
                <a:lnTo>
                  <a:pt x="485" y="85"/>
                </a:lnTo>
                <a:lnTo>
                  <a:pt x="485" y="84"/>
                </a:lnTo>
                <a:lnTo>
                  <a:pt x="488" y="84"/>
                </a:lnTo>
                <a:lnTo>
                  <a:pt x="489" y="84"/>
                </a:lnTo>
                <a:lnTo>
                  <a:pt x="490" y="84"/>
                </a:lnTo>
                <a:lnTo>
                  <a:pt x="491" y="84"/>
                </a:lnTo>
                <a:lnTo>
                  <a:pt x="492" y="84"/>
                </a:lnTo>
                <a:lnTo>
                  <a:pt x="493" y="83"/>
                </a:lnTo>
                <a:lnTo>
                  <a:pt x="494" y="83"/>
                </a:lnTo>
                <a:lnTo>
                  <a:pt x="494" y="82"/>
                </a:lnTo>
                <a:lnTo>
                  <a:pt x="495" y="82"/>
                </a:lnTo>
                <a:lnTo>
                  <a:pt x="495" y="81"/>
                </a:lnTo>
                <a:lnTo>
                  <a:pt x="495" y="82"/>
                </a:lnTo>
                <a:lnTo>
                  <a:pt x="496" y="82"/>
                </a:lnTo>
                <a:lnTo>
                  <a:pt x="496" y="81"/>
                </a:lnTo>
                <a:lnTo>
                  <a:pt x="497" y="81"/>
                </a:lnTo>
                <a:lnTo>
                  <a:pt x="498" y="81"/>
                </a:lnTo>
                <a:lnTo>
                  <a:pt x="499" y="81"/>
                </a:lnTo>
                <a:lnTo>
                  <a:pt x="499" y="80"/>
                </a:lnTo>
                <a:lnTo>
                  <a:pt x="500" y="80"/>
                </a:lnTo>
                <a:lnTo>
                  <a:pt x="501" y="80"/>
                </a:lnTo>
                <a:lnTo>
                  <a:pt x="502" y="80"/>
                </a:lnTo>
                <a:lnTo>
                  <a:pt x="503" y="80"/>
                </a:lnTo>
                <a:lnTo>
                  <a:pt x="503" y="81"/>
                </a:lnTo>
                <a:lnTo>
                  <a:pt x="504" y="81"/>
                </a:lnTo>
                <a:lnTo>
                  <a:pt x="505" y="80"/>
                </a:lnTo>
                <a:lnTo>
                  <a:pt x="505" y="81"/>
                </a:lnTo>
                <a:lnTo>
                  <a:pt x="506" y="81"/>
                </a:lnTo>
                <a:lnTo>
                  <a:pt x="506" y="80"/>
                </a:lnTo>
                <a:lnTo>
                  <a:pt x="507" y="80"/>
                </a:lnTo>
                <a:lnTo>
                  <a:pt x="507" y="81"/>
                </a:lnTo>
                <a:lnTo>
                  <a:pt x="508" y="82"/>
                </a:lnTo>
                <a:lnTo>
                  <a:pt x="509" y="81"/>
                </a:lnTo>
                <a:lnTo>
                  <a:pt x="510" y="82"/>
                </a:lnTo>
                <a:lnTo>
                  <a:pt x="511" y="83"/>
                </a:lnTo>
                <a:lnTo>
                  <a:pt x="512" y="83"/>
                </a:lnTo>
                <a:lnTo>
                  <a:pt x="512" y="82"/>
                </a:lnTo>
                <a:lnTo>
                  <a:pt x="513" y="82"/>
                </a:lnTo>
                <a:lnTo>
                  <a:pt x="514" y="82"/>
                </a:lnTo>
                <a:lnTo>
                  <a:pt x="515" y="81"/>
                </a:lnTo>
                <a:lnTo>
                  <a:pt x="515" y="82"/>
                </a:lnTo>
                <a:lnTo>
                  <a:pt x="516" y="81"/>
                </a:lnTo>
                <a:lnTo>
                  <a:pt x="516" y="82"/>
                </a:lnTo>
                <a:lnTo>
                  <a:pt x="517" y="82"/>
                </a:lnTo>
                <a:lnTo>
                  <a:pt x="517" y="83"/>
                </a:lnTo>
                <a:lnTo>
                  <a:pt x="517" y="84"/>
                </a:lnTo>
                <a:lnTo>
                  <a:pt x="518" y="84"/>
                </a:lnTo>
                <a:lnTo>
                  <a:pt x="520" y="84"/>
                </a:lnTo>
                <a:lnTo>
                  <a:pt x="520" y="85"/>
                </a:lnTo>
                <a:lnTo>
                  <a:pt x="521" y="85"/>
                </a:lnTo>
                <a:lnTo>
                  <a:pt x="522" y="85"/>
                </a:lnTo>
                <a:lnTo>
                  <a:pt x="522" y="86"/>
                </a:lnTo>
                <a:lnTo>
                  <a:pt x="522" y="87"/>
                </a:lnTo>
                <a:lnTo>
                  <a:pt x="523" y="88"/>
                </a:lnTo>
                <a:lnTo>
                  <a:pt x="523" y="89"/>
                </a:lnTo>
                <a:lnTo>
                  <a:pt x="523" y="90"/>
                </a:lnTo>
                <a:lnTo>
                  <a:pt x="524" y="91"/>
                </a:lnTo>
                <a:lnTo>
                  <a:pt x="525" y="90"/>
                </a:lnTo>
                <a:lnTo>
                  <a:pt x="526" y="90"/>
                </a:lnTo>
                <a:lnTo>
                  <a:pt x="526" y="91"/>
                </a:lnTo>
                <a:lnTo>
                  <a:pt x="527" y="91"/>
                </a:lnTo>
                <a:lnTo>
                  <a:pt x="528" y="92"/>
                </a:lnTo>
                <a:lnTo>
                  <a:pt x="528" y="93"/>
                </a:lnTo>
                <a:lnTo>
                  <a:pt x="529" y="93"/>
                </a:lnTo>
                <a:lnTo>
                  <a:pt x="529" y="94"/>
                </a:lnTo>
                <a:lnTo>
                  <a:pt x="530" y="94"/>
                </a:lnTo>
                <a:lnTo>
                  <a:pt x="530" y="93"/>
                </a:lnTo>
                <a:lnTo>
                  <a:pt x="531" y="93"/>
                </a:lnTo>
                <a:lnTo>
                  <a:pt x="531" y="92"/>
                </a:lnTo>
                <a:lnTo>
                  <a:pt x="532" y="92"/>
                </a:lnTo>
                <a:lnTo>
                  <a:pt x="533" y="92"/>
                </a:lnTo>
                <a:lnTo>
                  <a:pt x="534" y="91"/>
                </a:lnTo>
                <a:lnTo>
                  <a:pt x="535" y="92"/>
                </a:lnTo>
                <a:lnTo>
                  <a:pt x="535" y="93"/>
                </a:lnTo>
                <a:lnTo>
                  <a:pt x="536" y="92"/>
                </a:lnTo>
                <a:lnTo>
                  <a:pt x="537" y="92"/>
                </a:lnTo>
                <a:lnTo>
                  <a:pt x="538" y="92"/>
                </a:lnTo>
                <a:lnTo>
                  <a:pt x="539" y="93"/>
                </a:lnTo>
                <a:lnTo>
                  <a:pt x="540" y="93"/>
                </a:lnTo>
                <a:lnTo>
                  <a:pt x="541" y="93"/>
                </a:lnTo>
                <a:lnTo>
                  <a:pt x="542" y="93"/>
                </a:lnTo>
                <a:lnTo>
                  <a:pt x="543" y="93"/>
                </a:lnTo>
                <a:lnTo>
                  <a:pt x="543" y="92"/>
                </a:lnTo>
                <a:lnTo>
                  <a:pt x="544" y="92"/>
                </a:lnTo>
                <a:lnTo>
                  <a:pt x="544" y="93"/>
                </a:lnTo>
                <a:lnTo>
                  <a:pt x="544" y="92"/>
                </a:lnTo>
                <a:lnTo>
                  <a:pt x="545" y="92"/>
                </a:lnTo>
                <a:lnTo>
                  <a:pt x="545" y="93"/>
                </a:lnTo>
                <a:lnTo>
                  <a:pt x="546" y="94"/>
                </a:lnTo>
                <a:lnTo>
                  <a:pt x="547" y="94"/>
                </a:lnTo>
                <a:lnTo>
                  <a:pt x="547" y="93"/>
                </a:lnTo>
                <a:lnTo>
                  <a:pt x="548" y="93"/>
                </a:lnTo>
                <a:lnTo>
                  <a:pt x="549" y="92"/>
                </a:lnTo>
                <a:lnTo>
                  <a:pt x="550" y="92"/>
                </a:lnTo>
                <a:lnTo>
                  <a:pt x="551" y="92"/>
                </a:lnTo>
                <a:lnTo>
                  <a:pt x="551" y="94"/>
                </a:lnTo>
                <a:lnTo>
                  <a:pt x="552" y="94"/>
                </a:lnTo>
                <a:lnTo>
                  <a:pt x="552" y="93"/>
                </a:lnTo>
                <a:lnTo>
                  <a:pt x="553" y="93"/>
                </a:lnTo>
                <a:lnTo>
                  <a:pt x="553" y="92"/>
                </a:lnTo>
                <a:lnTo>
                  <a:pt x="554" y="92"/>
                </a:lnTo>
                <a:lnTo>
                  <a:pt x="555" y="92"/>
                </a:lnTo>
                <a:lnTo>
                  <a:pt x="555" y="91"/>
                </a:lnTo>
                <a:lnTo>
                  <a:pt x="556" y="91"/>
                </a:lnTo>
                <a:lnTo>
                  <a:pt x="556" y="90"/>
                </a:lnTo>
                <a:lnTo>
                  <a:pt x="557" y="90"/>
                </a:lnTo>
                <a:lnTo>
                  <a:pt x="558" y="89"/>
                </a:lnTo>
                <a:lnTo>
                  <a:pt x="559" y="89"/>
                </a:lnTo>
                <a:lnTo>
                  <a:pt x="560" y="89"/>
                </a:lnTo>
                <a:lnTo>
                  <a:pt x="561" y="89"/>
                </a:lnTo>
                <a:lnTo>
                  <a:pt x="561" y="88"/>
                </a:lnTo>
                <a:lnTo>
                  <a:pt x="562" y="88"/>
                </a:lnTo>
                <a:lnTo>
                  <a:pt x="563" y="87"/>
                </a:lnTo>
                <a:lnTo>
                  <a:pt x="563" y="86"/>
                </a:lnTo>
                <a:lnTo>
                  <a:pt x="564" y="87"/>
                </a:lnTo>
                <a:lnTo>
                  <a:pt x="565" y="87"/>
                </a:lnTo>
                <a:lnTo>
                  <a:pt x="565" y="86"/>
                </a:lnTo>
                <a:lnTo>
                  <a:pt x="565" y="85"/>
                </a:lnTo>
                <a:lnTo>
                  <a:pt x="566" y="85"/>
                </a:lnTo>
                <a:lnTo>
                  <a:pt x="565" y="85"/>
                </a:lnTo>
                <a:lnTo>
                  <a:pt x="566" y="84"/>
                </a:lnTo>
                <a:lnTo>
                  <a:pt x="567" y="84"/>
                </a:lnTo>
                <a:lnTo>
                  <a:pt x="567" y="83"/>
                </a:lnTo>
                <a:lnTo>
                  <a:pt x="568" y="83"/>
                </a:lnTo>
                <a:lnTo>
                  <a:pt x="569" y="83"/>
                </a:lnTo>
                <a:lnTo>
                  <a:pt x="569" y="84"/>
                </a:lnTo>
                <a:lnTo>
                  <a:pt x="570" y="84"/>
                </a:lnTo>
                <a:lnTo>
                  <a:pt x="569" y="84"/>
                </a:lnTo>
                <a:lnTo>
                  <a:pt x="570" y="85"/>
                </a:lnTo>
                <a:lnTo>
                  <a:pt x="571" y="86"/>
                </a:lnTo>
                <a:lnTo>
                  <a:pt x="572" y="86"/>
                </a:lnTo>
                <a:lnTo>
                  <a:pt x="573" y="86"/>
                </a:lnTo>
                <a:lnTo>
                  <a:pt x="574" y="86"/>
                </a:lnTo>
                <a:lnTo>
                  <a:pt x="574" y="87"/>
                </a:lnTo>
                <a:lnTo>
                  <a:pt x="575" y="88"/>
                </a:lnTo>
                <a:lnTo>
                  <a:pt x="576" y="88"/>
                </a:lnTo>
                <a:lnTo>
                  <a:pt x="577" y="88"/>
                </a:lnTo>
                <a:lnTo>
                  <a:pt x="578" y="88"/>
                </a:lnTo>
                <a:lnTo>
                  <a:pt x="579" y="88"/>
                </a:lnTo>
                <a:lnTo>
                  <a:pt x="580" y="88"/>
                </a:lnTo>
                <a:lnTo>
                  <a:pt x="580" y="89"/>
                </a:lnTo>
                <a:lnTo>
                  <a:pt x="581" y="89"/>
                </a:lnTo>
                <a:lnTo>
                  <a:pt x="581" y="90"/>
                </a:lnTo>
                <a:lnTo>
                  <a:pt x="581" y="91"/>
                </a:lnTo>
                <a:lnTo>
                  <a:pt x="581" y="92"/>
                </a:lnTo>
                <a:lnTo>
                  <a:pt x="582" y="93"/>
                </a:lnTo>
                <a:lnTo>
                  <a:pt x="582" y="94"/>
                </a:lnTo>
                <a:lnTo>
                  <a:pt x="582" y="95"/>
                </a:lnTo>
                <a:lnTo>
                  <a:pt x="583" y="95"/>
                </a:lnTo>
                <a:lnTo>
                  <a:pt x="584" y="95"/>
                </a:lnTo>
                <a:lnTo>
                  <a:pt x="585" y="94"/>
                </a:lnTo>
                <a:lnTo>
                  <a:pt x="586" y="94"/>
                </a:lnTo>
                <a:lnTo>
                  <a:pt x="587" y="95"/>
                </a:lnTo>
                <a:lnTo>
                  <a:pt x="587" y="96"/>
                </a:lnTo>
                <a:lnTo>
                  <a:pt x="588" y="96"/>
                </a:lnTo>
                <a:lnTo>
                  <a:pt x="588" y="97"/>
                </a:lnTo>
                <a:lnTo>
                  <a:pt x="589" y="97"/>
                </a:lnTo>
                <a:lnTo>
                  <a:pt x="589" y="98"/>
                </a:lnTo>
                <a:lnTo>
                  <a:pt x="589" y="99"/>
                </a:lnTo>
                <a:lnTo>
                  <a:pt x="589" y="100"/>
                </a:lnTo>
                <a:lnTo>
                  <a:pt x="590" y="100"/>
                </a:lnTo>
                <a:lnTo>
                  <a:pt x="591" y="100"/>
                </a:lnTo>
                <a:lnTo>
                  <a:pt x="591" y="101"/>
                </a:lnTo>
                <a:lnTo>
                  <a:pt x="592" y="101"/>
                </a:lnTo>
                <a:lnTo>
                  <a:pt x="593" y="101"/>
                </a:lnTo>
                <a:lnTo>
                  <a:pt x="593" y="102"/>
                </a:lnTo>
                <a:lnTo>
                  <a:pt x="594" y="102"/>
                </a:lnTo>
                <a:lnTo>
                  <a:pt x="595" y="103"/>
                </a:lnTo>
                <a:lnTo>
                  <a:pt x="596" y="103"/>
                </a:lnTo>
                <a:lnTo>
                  <a:pt x="596" y="104"/>
                </a:lnTo>
                <a:lnTo>
                  <a:pt x="597" y="104"/>
                </a:lnTo>
                <a:lnTo>
                  <a:pt x="598" y="104"/>
                </a:lnTo>
                <a:lnTo>
                  <a:pt x="599" y="105"/>
                </a:lnTo>
                <a:lnTo>
                  <a:pt x="600" y="106"/>
                </a:lnTo>
                <a:lnTo>
                  <a:pt x="601" y="106"/>
                </a:lnTo>
                <a:lnTo>
                  <a:pt x="601" y="105"/>
                </a:lnTo>
                <a:lnTo>
                  <a:pt x="602" y="105"/>
                </a:lnTo>
                <a:lnTo>
                  <a:pt x="603" y="105"/>
                </a:lnTo>
                <a:lnTo>
                  <a:pt x="604" y="105"/>
                </a:lnTo>
                <a:lnTo>
                  <a:pt x="605" y="105"/>
                </a:lnTo>
                <a:lnTo>
                  <a:pt x="605" y="106"/>
                </a:lnTo>
                <a:lnTo>
                  <a:pt x="606" y="106"/>
                </a:lnTo>
                <a:lnTo>
                  <a:pt x="607" y="106"/>
                </a:lnTo>
                <a:lnTo>
                  <a:pt x="608" y="106"/>
                </a:lnTo>
                <a:lnTo>
                  <a:pt x="609" y="106"/>
                </a:lnTo>
                <a:lnTo>
                  <a:pt x="608" y="107"/>
                </a:lnTo>
                <a:lnTo>
                  <a:pt x="610" y="107"/>
                </a:lnTo>
                <a:lnTo>
                  <a:pt x="610" y="108"/>
                </a:lnTo>
                <a:lnTo>
                  <a:pt x="611" y="108"/>
                </a:lnTo>
                <a:lnTo>
                  <a:pt x="612" y="108"/>
                </a:lnTo>
                <a:lnTo>
                  <a:pt x="613" y="109"/>
                </a:lnTo>
                <a:lnTo>
                  <a:pt x="614" y="109"/>
                </a:lnTo>
                <a:lnTo>
                  <a:pt x="614" y="108"/>
                </a:lnTo>
                <a:lnTo>
                  <a:pt x="615" y="108"/>
                </a:lnTo>
                <a:lnTo>
                  <a:pt x="614" y="107"/>
                </a:lnTo>
                <a:lnTo>
                  <a:pt x="616" y="107"/>
                </a:lnTo>
                <a:lnTo>
                  <a:pt x="617" y="107"/>
                </a:lnTo>
                <a:lnTo>
                  <a:pt x="618" y="107"/>
                </a:lnTo>
                <a:lnTo>
                  <a:pt x="618" y="108"/>
                </a:lnTo>
                <a:lnTo>
                  <a:pt x="619" y="109"/>
                </a:lnTo>
                <a:lnTo>
                  <a:pt x="620" y="109"/>
                </a:lnTo>
                <a:lnTo>
                  <a:pt x="620" y="108"/>
                </a:lnTo>
                <a:lnTo>
                  <a:pt x="622" y="108"/>
                </a:lnTo>
                <a:lnTo>
                  <a:pt x="623" y="108"/>
                </a:lnTo>
                <a:lnTo>
                  <a:pt x="623" y="107"/>
                </a:lnTo>
                <a:lnTo>
                  <a:pt x="623" y="106"/>
                </a:lnTo>
                <a:lnTo>
                  <a:pt x="622" y="105"/>
                </a:lnTo>
                <a:lnTo>
                  <a:pt x="623" y="105"/>
                </a:lnTo>
                <a:lnTo>
                  <a:pt x="623" y="104"/>
                </a:lnTo>
                <a:lnTo>
                  <a:pt x="623" y="103"/>
                </a:lnTo>
                <a:lnTo>
                  <a:pt x="625" y="100"/>
                </a:lnTo>
                <a:lnTo>
                  <a:pt x="626" y="98"/>
                </a:lnTo>
                <a:lnTo>
                  <a:pt x="627" y="98"/>
                </a:lnTo>
                <a:lnTo>
                  <a:pt x="627" y="97"/>
                </a:lnTo>
                <a:lnTo>
                  <a:pt x="629" y="96"/>
                </a:lnTo>
                <a:lnTo>
                  <a:pt x="631" y="95"/>
                </a:lnTo>
                <a:lnTo>
                  <a:pt x="634" y="95"/>
                </a:lnTo>
                <a:lnTo>
                  <a:pt x="635" y="95"/>
                </a:lnTo>
                <a:lnTo>
                  <a:pt x="639" y="97"/>
                </a:lnTo>
                <a:lnTo>
                  <a:pt x="641" y="97"/>
                </a:lnTo>
                <a:lnTo>
                  <a:pt x="642" y="97"/>
                </a:lnTo>
                <a:lnTo>
                  <a:pt x="643" y="97"/>
                </a:lnTo>
                <a:lnTo>
                  <a:pt x="644" y="98"/>
                </a:lnTo>
                <a:lnTo>
                  <a:pt x="645" y="98"/>
                </a:lnTo>
                <a:lnTo>
                  <a:pt x="646" y="99"/>
                </a:lnTo>
                <a:lnTo>
                  <a:pt x="655" y="101"/>
                </a:lnTo>
                <a:lnTo>
                  <a:pt x="655" y="97"/>
                </a:lnTo>
                <a:lnTo>
                  <a:pt x="654" y="96"/>
                </a:lnTo>
                <a:lnTo>
                  <a:pt x="654" y="95"/>
                </a:lnTo>
                <a:lnTo>
                  <a:pt x="654" y="94"/>
                </a:lnTo>
                <a:lnTo>
                  <a:pt x="654" y="93"/>
                </a:lnTo>
                <a:lnTo>
                  <a:pt x="653" y="93"/>
                </a:lnTo>
                <a:lnTo>
                  <a:pt x="653" y="92"/>
                </a:lnTo>
                <a:lnTo>
                  <a:pt x="652" y="92"/>
                </a:lnTo>
                <a:lnTo>
                  <a:pt x="652" y="91"/>
                </a:lnTo>
                <a:lnTo>
                  <a:pt x="652" y="90"/>
                </a:lnTo>
                <a:lnTo>
                  <a:pt x="651" y="89"/>
                </a:lnTo>
                <a:lnTo>
                  <a:pt x="652" y="88"/>
                </a:lnTo>
                <a:lnTo>
                  <a:pt x="652" y="87"/>
                </a:lnTo>
                <a:lnTo>
                  <a:pt x="653" y="86"/>
                </a:lnTo>
                <a:lnTo>
                  <a:pt x="653" y="85"/>
                </a:lnTo>
                <a:lnTo>
                  <a:pt x="654" y="85"/>
                </a:lnTo>
                <a:lnTo>
                  <a:pt x="655" y="84"/>
                </a:lnTo>
                <a:lnTo>
                  <a:pt x="656" y="82"/>
                </a:lnTo>
                <a:lnTo>
                  <a:pt x="657" y="82"/>
                </a:lnTo>
                <a:lnTo>
                  <a:pt x="657" y="81"/>
                </a:lnTo>
                <a:lnTo>
                  <a:pt x="657" y="80"/>
                </a:lnTo>
                <a:lnTo>
                  <a:pt x="657" y="79"/>
                </a:lnTo>
                <a:lnTo>
                  <a:pt x="657" y="78"/>
                </a:lnTo>
                <a:lnTo>
                  <a:pt x="658" y="78"/>
                </a:lnTo>
                <a:lnTo>
                  <a:pt x="658" y="77"/>
                </a:lnTo>
                <a:lnTo>
                  <a:pt x="657" y="77"/>
                </a:lnTo>
                <a:lnTo>
                  <a:pt x="657" y="76"/>
                </a:lnTo>
                <a:lnTo>
                  <a:pt x="655" y="75"/>
                </a:lnTo>
                <a:lnTo>
                  <a:pt x="655" y="74"/>
                </a:lnTo>
                <a:lnTo>
                  <a:pt x="654" y="74"/>
                </a:lnTo>
                <a:lnTo>
                  <a:pt x="655" y="74"/>
                </a:lnTo>
                <a:lnTo>
                  <a:pt x="656" y="73"/>
                </a:lnTo>
                <a:lnTo>
                  <a:pt x="657" y="73"/>
                </a:lnTo>
                <a:lnTo>
                  <a:pt x="658" y="73"/>
                </a:lnTo>
                <a:lnTo>
                  <a:pt x="658" y="72"/>
                </a:lnTo>
                <a:lnTo>
                  <a:pt x="659" y="72"/>
                </a:lnTo>
                <a:lnTo>
                  <a:pt x="660" y="72"/>
                </a:lnTo>
                <a:lnTo>
                  <a:pt x="662" y="73"/>
                </a:lnTo>
                <a:lnTo>
                  <a:pt x="663" y="73"/>
                </a:lnTo>
                <a:lnTo>
                  <a:pt x="664" y="72"/>
                </a:lnTo>
                <a:lnTo>
                  <a:pt x="665" y="72"/>
                </a:lnTo>
                <a:lnTo>
                  <a:pt x="666" y="71"/>
                </a:lnTo>
                <a:lnTo>
                  <a:pt x="667" y="70"/>
                </a:lnTo>
                <a:lnTo>
                  <a:pt x="666" y="70"/>
                </a:lnTo>
                <a:lnTo>
                  <a:pt x="665" y="69"/>
                </a:lnTo>
                <a:lnTo>
                  <a:pt x="664" y="69"/>
                </a:lnTo>
                <a:lnTo>
                  <a:pt x="664" y="68"/>
                </a:lnTo>
                <a:lnTo>
                  <a:pt x="664" y="67"/>
                </a:lnTo>
                <a:lnTo>
                  <a:pt x="665" y="66"/>
                </a:lnTo>
                <a:lnTo>
                  <a:pt x="666" y="66"/>
                </a:lnTo>
                <a:lnTo>
                  <a:pt x="667" y="66"/>
                </a:lnTo>
                <a:lnTo>
                  <a:pt x="667" y="65"/>
                </a:lnTo>
                <a:lnTo>
                  <a:pt x="668" y="66"/>
                </a:lnTo>
                <a:lnTo>
                  <a:pt x="668" y="67"/>
                </a:lnTo>
                <a:lnTo>
                  <a:pt x="669" y="66"/>
                </a:lnTo>
                <a:lnTo>
                  <a:pt x="668" y="66"/>
                </a:lnTo>
                <a:lnTo>
                  <a:pt x="668" y="65"/>
                </a:lnTo>
                <a:lnTo>
                  <a:pt x="668" y="64"/>
                </a:lnTo>
                <a:lnTo>
                  <a:pt x="667" y="64"/>
                </a:lnTo>
                <a:lnTo>
                  <a:pt x="667" y="63"/>
                </a:lnTo>
                <a:lnTo>
                  <a:pt x="667" y="62"/>
                </a:lnTo>
                <a:lnTo>
                  <a:pt x="668" y="62"/>
                </a:lnTo>
                <a:lnTo>
                  <a:pt x="669" y="63"/>
                </a:lnTo>
                <a:lnTo>
                  <a:pt x="670" y="63"/>
                </a:lnTo>
                <a:lnTo>
                  <a:pt x="671" y="63"/>
                </a:lnTo>
                <a:lnTo>
                  <a:pt x="671" y="64"/>
                </a:lnTo>
                <a:lnTo>
                  <a:pt x="672" y="64"/>
                </a:lnTo>
                <a:lnTo>
                  <a:pt x="672" y="63"/>
                </a:lnTo>
                <a:lnTo>
                  <a:pt x="672" y="64"/>
                </a:lnTo>
                <a:lnTo>
                  <a:pt x="673" y="65"/>
                </a:lnTo>
                <a:lnTo>
                  <a:pt x="674" y="65"/>
                </a:lnTo>
                <a:lnTo>
                  <a:pt x="675" y="65"/>
                </a:lnTo>
                <a:lnTo>
                  <a:pt x="676" y="65"/>
                </a:lnTo>
                <a:lnTo>
                  <a:pt x="677" y="66"/>
                </a:lnTo>
                <a:lnTo>
                  <a:pt x="678" y="67"/>
                </a:lnTo>
                <a:lnTo>
                  <a:pt x="679" y="67"/>
                </a:lnTo>
                <a:lnTo>
                  <a:pt x="680" y="67"/>
                </a:lnTo>
                <a:lnTo>
                  <a:pt x="681" y="67"/>
                </a:lnTo>
                <a:lnTo>
                  <a:pt x="682" y="67"/>
                </a:lnTo>
                <a:lnTo>
                  <a:pt x="683" y="67"/>
                </a:lnTo>
                <a:lnTo>
                  <a:pt x="684" y="66"/>
                </a:lnTo>
                <a:lnTo>
                  <a:pt x="685" y="66"/>
                </a:lnTo>
                <a:lnTo>
                  <a:pt x="686" y="66"/>
                </a:lnTo>
                <a:lnTo>
                  <a:pt x="686" y="65"/>
                </a:lnTo>
                <a:lnTo>
                  <a:pt x="687" y="65"/>
                </a:lnTo>
                <a:lnTo>
                  <a:pt x="688" y="65"/>
                </a:lnTo>
                <a:lnTo>
                  <a:pt x="688" y="64"/>
                </a:lnTo>
                <a:lnTo>
                  <a:pt x="689" y="64"/>
                </a:lnTo>
                <a:lnTo>
                  <a:pt x="690" y="64"/>
                </a:lnTo>
                <a:lnTo>
                  <a:pt x="690" y="63"/>
                </a:lnTo>
                <a:lnTo>
                  <a:pt x="690" y="62"/>
                </a:lnTo>
                <a:lnTo>
                  <a:pt x="690" y="61"/>
                </a:lnTo>
                <a:lnTo>
                  <a:pt x="690" y="60"/>
                </a:lnTo>
                <a:lnTo>
                  <a:pt x="690" y="59"/>
                </a:lnTo>
                <a:lnTo>
                  <a:pt x="690" y="58"/>
                </a:lnTo>
                <a:lnTo>
                  <a:pt x="689" y="58"/>
                </a:lnTo>
                <a:lnTo>
                  <a:pt x="688" y="58"/>
                </a:lnTo>
                <a:lnTo>
                  <a:pt x="688" y="57"/>
                </a:lnTo>
                <a:lnTo>
                  <a:pt x="689" y="57"/>
                </a:lnTo>
                <a:lnTo>
                  <a:pt x="690" y="57"/>
                </a:lnTo>
                <a:lnTo>
                  <a:pt x="690" y="56"/>
                </a:lnTo>
                <a:lnTo>
                  <a:pt x="690" y="55"/>
                </a:lnTo>
                <a:lnTo>
                  <a:pt x="690" y="54"/>
                </a:lnTo>
                <a:lnTo>
                  <a:pt x="689" y="54"/>
                </a:lnTo>
                <a:lnTo>
                  <a:pt x="688" y="54"/>
                </a:lnTo>
                <a:lnTo>
                  <a:pt x="687" y="54"/>
                </a:lnTo>
                <a:lnTo>
                  <a:pt x="687" y="53"/>
                </a:lnTo>
                <a:lnTo>
                  <a:pt x="686" y="53"/>
                </a:lnTo>
                <a:lnTo>
                  <a:pt x="686" y="52"/>
                </a:lnTo>
                <a:lnTo>
                  <a:pt x="687" y="52"/>
                </a:lnTo>
                <a:lnTo>
                  <a:pt x="687" y="51"/>
                </a:lnTo>
                <a:lnTo>
                  <a:pt x="686" y="51"/>
                </a:lnTo>
                <a:lnTo>
                  <a:pt x="687" y="51"/>
                </a:lnTo>
                <a:lnTo>
                  <a:pt x="686" y="51"/>
                </a:lnTo>
                <a:lnTo>
                  <a:pt x="686" y="50"/>
                </a:lnTo>
                <a:lnTo>
                  <a:pt x="687" y="50"/>
                </a:lnTo>
                <a:lnTo>
                  <a:pt x="687" y="49"/>
                </a:lnTo>
                <a:lnTo>
                  <a:pt x="687" y="48"/>
                </a:lnTo>
                <a:lnTo>
                  <a:pt x="687" y="47"/>
                </a:lnTo>
                <a:lnTo>
                  <a:pt x="687" y="46"/>
                </a:lnTo>
                <a:lnTo>
                  <a:pt x="686" y="46"/>
                </a:lnTo>
                <a:lnTo>
                  <a:pt x="685" y="46"/>
                </a:lnTo>
                <a:lnTo>
                  <a:pt x="685" y="45"/>
                </a:lnTo>
                <a:lnTo>
                  <a:pt x="685" y="44"/>
                </a:lnTo>
                <a:lnTo>
                  <a:pt x="684" y="44"/>
                </a:lnTo>
                <a:lnTo>
                  <a:pt x="684" y="43"/>
                </a:lnTo>
                <a:lnTo>
                  <a:pt x="684" y="42"/>
                </a:lnTo>
                <a:lnTo>
                  <a:pt x="684" y="41"/>
                </a:lnTo>
                <a:lnTo>
                  <a:pt x="684" y="40"/>
                </a:lnTo>
                <a:lnTo>
                  <a:pt x="684" y="39"/>
                </a:lnTo>
                <a:lnTo>
                  <a:pt x="685" y="39"/>
                </a:lnTo>
                <a:lnTo>
                  <a:pt x="685" y="38"/>
                </a:lnTo>
                <a:lnTo>
                  <a:pt x="684" y="37"/>
                </a:lnTo>
                <a:lnTo>
                  <a:pt x="684" y="36"/>
                </a:lnTo>
                <a:lnTo>
                  <a:pt x="684" y="35"/>
                </a:lnTo>
                <a:lnTo>
                  <a:pt x="684" y="34"/>
                </a:lnTo>
                <a:lnTo>
                  <a:pt x="685" y="34"/>
                </a:lnTo>
                <a:lnTo>
                  <a:pt x="684" y="34"/>
                </a:lnTo>
                <a:lnTo>
                  <a:pt x="684" y="33"/>
                </a:lnTo>
                <a:lnTo>
                  <a:pt x="683" y="33"/>
                </a:lnTo>
                <a:lnTo>
                  <a:pt x="681" y="33"/>
                </a:lnTo>
                <a:lnTo>
                  <a:pt x="681" y="32"/>
                </a:lnTo>
                <a:lnTo>
                  <a:pt x="681" y="31"/>
                </a:lnTo>
                <a:lnTo>
                  <a:pt x="680" y="31"/>
                </a:lnTo>
                <a:lnTo>
                  <a:pt x="680" y="30"/>
                </a:lnTo>
                <a:lnTo>
                  <a:pt x="680" y="29"/>
                </a:lnTo>
                <a:lnTo>
                  <a:pt x="681" y="28"/>
                </a:lnTo>
                <a:lnTo>
                  <a:pt x="680" y="27"/>
                </a:lnTo>
                <a:lnTo>
                  <a:pt x="679" y="26"/>
                </a:lnTo>
                <a:lnTo>
                  <a:pt x="679" y="25"/>
                </a:lnTo>
                <a:lnTo>
                  <a:pt x="679" y="24"/>
                </a:lnTo>
                <a:lnTo>
                  <a:pt x="680" y="24"/>
                </a:lnTo>
                <a:lnTo>
                  <a:pt x="680" y="23"/>
                </a:lnTo>
                <a:lnTo>
                  <a:pt x="680" y="22"/>
                </a:lnTo>
                <a:lnTo>
                  <a:pt x="681" y="22"/>
                </a:lnTo>
                <a:lnTo>
                  <a:pt x="681" y="21"/>
                </a:lnTo>
                <a:lnTo>
                  <a:pt x="682" y="20"/>
                </a:lnTo>
                <a:lnTo>
                  <a:pt x="683" y="20"/>
                </a:lnTo>
                <a:lnTo>
                  <a:pt x="683" y="19"/>
                </a:lnTo>
                <a:lnTo>
                  <a:pt x="683" y="18"/>
                </a:lnTo>
                <a:lnTo>
                  <a:pt x="682" y="18"/>
                </a:lnTo>
                <a:lnTo>
                  <a:pt x="681" y="17"/>
                </a:lnTo>
                <a:lnTo>
                  <a:pt x="681" y="16"/>
                </a:lnTo>
                <a:lnTo>
                  <a:pt x="682" y="15"/>
                </a:lnTo>
                <a:lnTo>
                  <a:pt x="682" y="14"/>
                </a:lnTo>
                <a:lnTo>
                  <a:pt x="683" y="13"/>
                </a:lnTo>
                <a:lnTo>
                  <a:pt x="683" y="12"/>
                </a:lnTo>
                <a:lnTo>
                  <a:pt x="683" y="11"/>
                </a:lnTo>
                <a:lnTo>
                  <a:pt x="684" y="11"/>
                </a:lnTo>
                <a:lnTo>
                  <a:pt x="684" y="10"/>
                </a:lnTo>
                <a:lnTo>
                  <a:pt x="684" y="9"/>
                </a:lnTo>
                <a:lnTo>
                  <a:pt x="685" y="9"/>
                </a:lnTo>
                <a:lnTo>
                  <a:pt x="684" y="9"/>
                </a:lnTo>
                <a:lnTo>
                  <a:pt x="685" y="9"/>
                </a:lnTo>
                <a:lnTo>
                  <a:pt x="685" y="8"/>
                </a:lnTo>
                <a:lnTo>
                  <a:pt x="686" y="8"/>
                </a:lnTo>
                <a:lnTo>
                  <a:pt x="685" y="8"/>
                </a:lnTo>
                <a:lnTo>
                  <a:pt x="686" y="8"/>
                </a:lnTo>
                <a:lnTo>
                  <a:pt x="686" y="7"/>
                </a:lnTo>
                <a:lnTo>
                  <a:pt x="686" y="6"/>
                </a:lnTo>
                <a:lnTo>
                  <a:pt x="685" y="6"/>
                </a:lnTo>
                <a:lnTo>
                  <a:pt x="685" y="5"/>
                </a:lnTo>
                <a:lnTo>
                  <a:pt x="685" y="4"/>
                </a:lnTo>
                <a:lnTo>
                  <a:pt x="684" y="4"/>
                </a:lnTo>
                <a:lnTo>
                  <a:pt x="684" y="3"/>
                </a:lnTo>
                <a:lnTo>
                  <a:pt x="684" y="4"/>
                </a:lnTo>
                <a:lnTo>
                  <a:pt x="683" y="4"/>
                </a:lnTo>
                <a:lnTo>
                  <a:pt x="683" y="3"/>
                </a:lnTo>
                <a:lnTo>
                  <a:pt x="683" y="2"/>
                </a:lnTo>
                <a:lnTo>
                  <a:pt x="682" y="2"/>
                </a:lnTo>
                <a:lnTo>
                  <a:pt x="682" y="1"/>
                </a:lnTo>
                <a:lnTo>
                  <a:pt x="683" y="1"/>
                </a:lnTo>
                <a:lnTo>
                  <a:pt x="684" y="1"/>
                </a:lnTo>
                <a:lnTo>
                  <a:pt x="685" y="1"/>
                </a:lnTo>
                <a:lnTo>
                  <a:pt x="686" y="1"/>
                </a:lnTo>
                <a:lnTo>
                  <a:pt x="686" y="0"/>
                </a:lnTo>
                <a:lnTo>
                  <a:pt x="687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10" name=""/>
          <p:cNvSpPr/>
          <p:nvPr/>
        </p:nvSpPr>
        <p:spPr>
          <a:xfrm>
            <a:off x="4165200" y="3828600"/>
            <a:ext cx="5760" cy="2880"/>
          </a:xfrm>
          <a:custGeom>
            <a:avLst/>
            <a:gdLst/>
            <a:ahLst/>
            <a:rect l="0" t="0" r="r" b="b"/>
            <a:pathLst>
              <a:path w="16" h="8">
                <a:moveTo>
                  <a:pt x="16" y="1"/>
                </a:moveTo>
                <a:lnTo>
                  <a:pt x="16" y="3"/>
                </a:lnTo>
                <a:lnTo>
                  <a:pt x="15" y="4"/>
                </a:lnTo>
                <a:lnTo>
                  <a:pt x="16" y="4"/>
                </a:lnTo>
                <a:lnTo>
                  <a:pt x="16" y="5"/>
                </a:lnTo>
                <a:lnTo>
                  <a:pt x="15" y="4"/>
                </a:lnTo>
                <a:lnTo>
                  <a:pt x="14" y="3"/>
                </a:lnTo>
                <a:lnTo>
                  <a:pt x="13" y="3"/>
                </a:lnTo>
                <a:lnTo>
                  <a:pt x="12" y="4"/>
                </a:lnTo>
                <a:lnTo>
                  <a:pt x="12" y="5"/>
                </a:lnTo>
                <a:lnTo>
                  <a:pt x="11" y="6"/>
                </a:lnTo>
                <a:lnTo>
                  <a:pt x="11" y="5"/>
                </a:lnTo>
                <a:lnTo>
                  <a:pt x="10" y="5"/>
                </a:lnTo>
                <a:lnTo>
                  <a:pt x="10" y="6"/>
                </a:lnTo>
                <a:lnTo>
                  <a:pt x="9" y="7"/>
                </a:lnTo>
                <a:lnTo>
                  <a:pt x="8" y="7"/>
                </a:lnTo>
                <a:lnTo>
                  <a:pt x="7" y="6"/>
                </a:lnTo>
                <a:lnTo>
                  <a:pt x="7" y="7"/>
                </a:lnTo>
                <a:lnTo>
                  <a:pt x="6" y="7"/>
                </a:lnTo>
                <a:lnTo>
                  <a:pt x="6" y="8"/>
                </a:lnTo>
                <a:lnTo>
                  <a:pt x="6" y="7"/>
                </a:lnTo>
                <a:lnTo>
                  <a:pt x="5" y="7"/>
                </a:lnTo>
                <a:lnTo>
                  <a:pt x="4" y="8"/>
                </a:lnTo>
                <a:lnTo>
                  <a:pt x="2" y="8"/>
                </a:lnTo>
                <a:lnTo>
                  <a:pt x="1" y="8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2" y="4"/>
                </a:lnTo>
                <a:lnTo>
                  <a:pt x="2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9" y="3"/>
                </a:lnTo>
                <a:lnTo>
                  <a:pt x="10" y="1"/>
                </a:lnTo>
                <a:lnTo>
                  <a:pt x="11" y="1"/>
                </a:lnTo>
                <a:lnTo>
                  <a:pt x="12" y="0"/>
                </a:lnTo>
                <a:lnTo>
                  <a:pt x="12" y="1"/>
                </a:lnTo>
                <a:lnTo>
                  <a:pt x="13" y="1"/>
                </a:lnTo>
                <a:lnTo>
                  <a:pt x="13" y="0"/>
                </a:lnTo>
                <a:lnTo>
                  <a:pt x="14" y="0"/>
                </a:lnTo>
                <a:lnTo>
                  <a:pt x="15" y="0"/>
                </a:lnTo>
                <a:lnTo>
                  <a:pt x="16" y="0"/>
                </a:lnTo>
                <a:lnTo>
                  <a:pt x="1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11" name=""/>
          <p:cNvSpPr/>
          <p:nvPr/>
        </p:nvSpPr>
        <p:spPr>
          <a:xfrm>
            <a:off x="4113360" y="3684960"/>
            <a:ext cx="109800" cy="153000"/>
          </a:xfrm>
          <a:custGeom>
            <a:avLst/>
            <a:gdLst/>
            <a:ahLst/>
            <a:rect l="0" t="0" r="r" b="b"/>
            <a:pathLst>
              <a:path w="305" h="425">
                <a:moveTo>
                  <a:pt x="222" y="2"/>
                </a:moveTo>
                <a:lnTo>
                  <a:pt x="224" y="2"/>
                </a:lnTo>
                <a:lnTo>
                  <a:pt x="225" y="2"/>
                </a:lnTo>
                <a:lnTo>
                  <a:pt x="225" y="3"/>
                </a:lnTo>
                <a:lnTo>
                  <a:pt x="226" y="4"/>
                </a:lnTo>
                <a:lnTo>
                  <a:pt x="226" y="5"/>
                </a:lnTo>
                <a:lnTo>
                  <a:pt x="225" y="5"/>
                </a:lnTo>
                <a:lnTo>
                  <a:pt x="226" y="6"/>
                </a:lnTo>
                <a:lnTo>
                  <a:pt x="226" y="7"/>
                </a:lnTo>
                <a:lnTo>
                  <a:pt x="227" y="7"/>
                </a:lnTo>
                <a:lnTo>
                  <a:pt x="226" y="9"/>
                </a:lnTo>
                <a:lnTo>
                  <a:pt x="226" y="10"/>
                </a:lnTo>
                <a:lnTo>
                  <a:pt x="226" y="11"/>
                </a:lnTo>
                <a:lnTo>
                  <a:pt x="226" y="12"/>
                </a:lnTo>
                <a:lnTo>
                  <a:pt x="226" y="13"/>
                </a:lnTo>
                <a:lnTo>
                  <a:pt x="225" y="14"/>
                </a:lnTo>
                <a:lnTo>
                  <a:pt x="225" y="15"/>
                </a:lnTo>
                <a:lnTo>
                  <a:pt x="226" y="15"/>
                </a:lnTo>
                <a:lnTo>
                  <a:pt x="226" y="16"/>
                </a:lnTo>
                <a:lnTo>
                  <a:pt x="226" y="17"/>
                </a:lnTo>
                <a:lnTo>
                  <a:pt x="227" y="17"/>
                </a:lnTo>
                <a:lnTo>
                  <a:pt x="227" y="18"/>
                </a:lnTo>
                <a:lnTo>
                  <a:pt x="228" y="18"/>
                </a:lnTo>
                <a:lnTo>
                  <a:pt x="228" y="19"/>
                </a:lnTo>
                <a:lnTo>
                  <a:pt x="228" y="20"/>
                </a:lnTo>
                <a:lnTo>
                  <a:pt x="228" y="21"/>
                </a:lnTo>
                <a:lnTo>
                  <a:pt x="229" y="21"/>
                </a:lnTo>
                <a:lnTo>
                  <a:pt x="229" y="22"/>
                </a:lnTo>
                <a:lnTo>
                  <a:pt x="229" y="23"/>
                </a:lnTo>
                <a:lnTo>
                  <a:pt x="230" y="24"/>
                </a:lnTo>
                <a:lnTo>
                  <a:pt x="230" y="25"/>
                </a:lnTo>
                <a:lnTo>
                  <a:pt x="230" y="26"/>
                </a:lnTo>
                <a:lnTo>
                  <a:pt x="230" y="27"/>
                </a:lnTo>
                <a:lnTo>
                  <a:pt x="231" y="27"/>
                </a:lnTo>
                <a:lnTo>
                  <a:pt x="231" y="28"/>
                </a:lnTo>
                <a:lnTo>
                  <a:pt x="231" y="29"/>
                </a:lnTo>
                <a:lnTo>
                  <a:pt x="232" y="29"/>
                </a:lnTo>
                <a:lnTo>
                  <a:pt x="232" y="30"/>
                </a:lnTo>
                <a:lnTo>
                  <a:pt x="233" y="31"/>
                </a:lnTo>
                <a:lnTo>
                  <a:pt x="235" y="31"/>
                </a:lnTo>
                <a:lnTo>
                  <a:pt x="236" y="32"/>
                </a:lnTo>
                <a:lnTo>
                  <a:pt x="237" y="32"/>
                </a:lnTo>
                <a:lnTo>
                  <a:pt x="238" y="32"/>
                </a:lnTo>
                <a:lnTo>
                  <a:pt x="239" y="33"/>
                </a:lnTo>
                <a:lnTo>
                  <a:pt x="240" y="34"/>
                </a:lnTo>
                <a:lnTo>
                  <a:pt x="241" y="34"/>
                </a:lnTo>
                <a:lnTo>
                  <a:pt x="241" y="35"/>
                </a:lnTo>
                <a:lnTo>
                  <a:pt x="241" y="37"/>
                </a:lnTo>
                <a:lnTo>
                  <a:pt x="240" y="45"/>
                </a:lnTo>
                <a:lnTo>
                  <a:pt x="228" y="56"/>
                </a:lnTo>
                <a:lnTo>
                  <a:pt x="226" y="60"/>
                </a:lnTo>
                <a:lnTo>
                  <a:pt x="222" y="65"/>
                </a:lnTo>
                <a:lnTo>
                  <a:pt x="217" y="69"/>
                </a:lnTo>
                <a:lnTo>
                  <a:pt x="216" y="74"/>
                </a:lnTo>
                <a:lnTo>
                  <a:pt x="214" y="80"/>
                </a:lnTo>
                <a:lnTo>
                  <a:pt x="213" y="88"/>
                </a:lnTo>
                <a:lnTo>
                  <a:pt x="213" y="91"/>
                </a:lnTo>
                <a:lnTo>
                  <a:pt x="212" y="94"/>
                </a:lnTo>
                <a:lnTo>
                  <a:pt x="208" y="102"/>
                </a:lnTo>
                <a:lnTo>
                  <a:pt x="197" y="109"/>
                </a:lnTo>
                <a:lnTo>
                  <a:pt x="198" y="110"/>
                </a:lnTo>
                <a:lnTo>
                  <a:pt x="198" y="111"/>
                </a:lnTo>
                <a:lnTo>
                  <a:pt x="199" y="111"/>
                </a:lnTo>
                <a:lnTo>
                  <a:pt x="200" y="111"/>
                </a:lnTo>
                <a:lnTo>
                  <a:pt x="201" y="112"/>
                </a:lnTo>
                <a:lnTo>
                  <a:pt x="202" y="113"/>
                </a:lnTo>
                <a:lnTo>
                  <a:pt x="203" y="114"/>
                </a:lnTo>
                <a:lnTo>
                  <a:pt x="203" y="115"/>
                </a:lnTo>
                <a:lnTo>
                  <a:pt x="204" y="115"/>
                </a:lnTo>
                <a:lnTo>
                  <a:pt x="206" y="116"/>
                </a:lnTo>
                <a:lnTo>
                  <a:pt x="207" y="116"/>
                </a:lnTo>
                <a:lnTo>
                  <a:pt x="209" y="118"/>
                </a:lnTo>
                <a:lnTo>
                  <a:pt x="210" y="118"/>
                </a:lnTo>
                <a:lnTo>
                  <a:pt x="212" y="118"/>
                </a:lnTo>
                <a:lnTo>
                  <a:pt x="213" y="119"/>
                </a:lnTo>
                <a:lnTo>
                  <a:pt x="214" y="119"/>
                </a:lnTo>
                <a:lnTo>
                  <a:pt x="216" y="120"/>
                </a:lnTo>
                <a:lnTo>
                  <a:pt x="217" y="120"/>
                </a:lnTo>
                <a:lnTo>
                  <a:pt x="218" y="121"/>
                </a:lnTo>
                <a:lnTo>
                  <a:pt x="219" y="121"/>
                </a:lnTo>
                <a:lnTo>
                  <a:pt x="221" y="122"/>
                </a:lnTo>
                <a:lnTo>
                  <a:pt x="221" y="123"/>
                </a:lnTo>
                <a:lnTo>
                  <a:pt x="222" y="124"/>
                </a:lnTo>
                <a:lnTo>
                  <a:pt x="223" y="124"/>
                </a:lnTo>
                <a:lnTo>
                  <a:pt x="224" y="125"/>
                </a:lnTo>
                <a:lnTo>
                  <a:pt x="227" y="125"/>
                </a:lnTo>
                <a:lnTo>
                  <a:pt x="228" y="125"/>
                </a:lnTo>
                <a:lnTo>
                  <a:pt x="229" y="126"/>
                </a:lnTo>
                <a:lnTo>
                  <a:pt x="230" y="126"/>
                </a:lnTo>
                <a:lnTo>
                  <a:pt x="231" y="126"/>
                </a:lnTo>
                <a:lnTo>
                  <a:pt x="233" y="127"/>
                </a:lnTo>
                <a:lnTo>
                  <a:pt x="234" y="127"/>
                </a:lnTo>
                <a:lnTo>
                  <a:pt x="235" y="127"/>
                </a:lnTo>
                <a:lnTo>
                  <a:pt x="236" y="127"/>
                </a:lnTo>
                <a:lnTo>
                  <a:pt x="236" y="128"/>
                </a:lnTo>
                <a:lnTo>
                  <a:pt x="239" y="129"/>
                </a:lnTo>
                <a:lnTo>
                  <a:pt x="240" y="129"/>
                </a:lnTo>
                <a:lnTo>
                  <a:pt x="244" y="130"/>
                </a:lnTo>
                <a:lnTo>
                  <a:pt x="247" y="130"/>
                </a:lnTo>
                <a:lnTo>
                  <a:pt x="248" y="129"/>
                </a:lnTo>
                <a:lnTo>
                  <a:pt x="255" y="127"/>
                </a:lnTo>
                <a:lnTo>
                  <a:pt x="256" y="126"/>
                </a:lnTo>
                <a:lnTo>
                  <a:pt x="257" y="126"/>
                </a:lnTo>
                <a:lnTo>
                  <a:pt x="258" y="126"/>
                </a:lnTo>
                <a:lnTo>
                  <a:pt x="259" y="126"/>
                </a:lnTo>
                <a:lnTo>
                  <a:pt x="260" y="126"/>
                </a:lnTo>
                <a:lnTo>
                  <a:pt x="261" y="126"/>
                </a:lnTo>
                <a:lnTo>
                  <a:pt x="262" y="127"/>
                </a:lnTo>
                <a:lnTo>
                  <a:pt x="263" y="128"/>
                </a:lnTo>
                <a:lnTo>
                  <a:pt x="263" y="129"/>
                </a:lnTo>
                <a:lnTo>
                  <a:pt x="264" y="129"/>
                </a:lnTo>
                <a:lnTo>
                  <a:pt x="265" y="130"/>
                </a:lnTo>
                <a:lnTo>
                  <a:pt x="266" y="130"/>
                </a:lnTo>
                <a:lnTo>
                  <a:pt x="266" y="131"/>
                </a:lnTo>
                <a:lnTo>
                  <a:pt x="267" y="131"/>
                </a:lnTo>
                <a:lnTo>
                  <a:pt x="268" y="131"/>
                </a:lnTo>
                <a:lnTo>
                  <a:pt x="269" y="132"/>
                </a:lnTo>
                <a:lnTo>
                  <a:pt x="270" y="132"/>
                </a:lnTo>
                <a:lnTo>
                  <a:pt x="271" y="132"/>
                </a:lnTo>
                <a:lnTo>
                  <a:pt x="273" y="133"/>
                </a:lnTo>
                <a:lnTo>
                  <a:pt x="274" y="133"/>
                </a:lnTo>
                <a:lnTo>
                  <a:pt x="275" y="133"/>
                </a:lnTo>
                <a:lnTo>
                  <a:pt x="275" y="134"/>
                </a:lnTo>
                <a:lnTo>
                  <a:pt x="275" y="135"/>
                </a:lnTo>
                <a:lnTo>
                  <a:pt x="276" y="136"/>
                </a:lnTo>
                <a:lnTo>
                  <a:pt x="276" y="137"/>
                </a:lnTo>
                <a:lnTo>
                  <a:pt x="277" y="137"/>
                </a:lnTo>
                <a:lnTo>
                  <a:pt x="279" y="138"/>
                </a:lnTo>
                <a:lnTo>
                  <a:pt x="279" y="139"/>
                </a:lnTo>
                <a:lnTo>
                  <a:pt x="280" y="139"/>
                </a:lnTo>
                <a:lnTo>
                  <a:pt x="281" y="140"/>
                </a:lnTo>
                <a:lnTo>
                  <a:pt x="282" y="141"/>
                </a:lnTo>
                <a:lnTo>
                  <a:pt x="284" y="142"/>
                </a:lnTo>
                <a:lnTo>
                  <a:pt x="285" y="142"/>
                </a:lnTo>
                <a:lnTo>
                  <a:pt x="283" y="146"/>
                </a:lnTo>
                <a:lnTo>
                  <a:pt x="282" y="147"/>
                </a:lnTo>
                <a:lnTo>
                  <a:pt x="283" y="148"/>
                </a:lnTo>
                <a:lnTo>
                  <a:pt x="285" y="149"/>
                </a:lnTo>
                <a:lnTo>
                  <a:pt x="286" y="148"/>
                </a:lnTo>
                <a:lnTo>
                  <a:pt x="288" y="148"/>
                </a:lnTo>
                <a:lnTo>
                  <a:pt x="289" y="148"/>
                </a:lnTo>
                <a:lnTo>
                  <a:pt x="290" y="149"/>
                </a:lnTo>
                <a:lnTo>
                  <a:pt x="295" y="153"/>
                </a:lnTo>
                <a:lnTo>
                  <a:pt x="295" y="154"/>
                </a:lnTo>
                <a:lnTo>
                  <a:pt x="296" y="154"/>
                </a:lnTo>
                <a:lnTo>
                  <a:pt x="302" y="156"/>
                </a:lnTo>
                <a:lnTo>
                  <a:pt x="303" y="157"/>
                </a:lnTo>
                <a:lnTo>
                  <a:pt x="304" y="157"/>
                </a:lnTo>
                <a:lnTo>
                  <a:pt x="305" y="158"/>
                </a:lnTo>
                <a:lnTo>
                  <a:pt x="305" y="160"/>
                </a:lnTo>
                <a:lnTo>
                  <a:pt x="304" y="160"/>
                </a:lnTo>
                <a:lnTo>
                  <a:pt x="304" y="161"/>
                </a:lnTo>
                <a:lnTo>
                  <a:pt x="303" y="163"/>
                </a:lnTo>
                <a:lnTo>
                  <a:pt x="304" y="163"/>
                </a:lnTo>
                <a:lnTo>
                  <a:pt x="303" y="163"/>
                </a:lnTo>
                <a:lnTo>
                  <a:pt x="302" y="165"/>
                </a:lnTo>
                <a:lnTo>
                  <a:pt x="302" y="166"/>
                </a:lnTo>
                <a:lnTo>
                  <a:pt x="301" y="166"/>
                </a:lnTo>
                <a:lnTo>
                  <a:pt x="301" y="167"/>
                </a:lnTo>
                <a:lnTo>
                  <a:pt x="300" y="166"/>
                </a:lnTo>
                <a:lnTo>
                  <a:pt x="299" y="165"/>
                </a:lnTo>
                <a:lnTo>
                  <a:pt x="298" y="165"/>
                </a:lnTo>
                <a:lnTo>
                  <a:pt x="298" y="164"/>
                </a:lnTo>
                <a:lnTo>
                  <a:pt x="297" y="164"/>
                </a:lnTo>
                <a:lnTo>
                  <a:pt x="298" y="165"/>
                </a:lnTo>
                <a:lnTo>
                  <a:pt x="298" y="166"/>
                </a:lnTo>
                <a:lnTo>
                  <a:pt x="297" y="166"/>
                </a:lnTo>
                <a:lnTo>
                  <a:pt x="296" y="166"/>
                </a:lnTo>
                <a:lnTo>
                  <a:pt x="294" y="166"/>
                </a:lnTo>
                <a:lnTo>
                  <a:pt x="293" y="165"/>
                </a:lnTo>
                <a:lnTo>
                  <a:pt x="290" y="167"/>
                </a:lnTo>
                <a:lnTo>
                  <a:pt x="290" y="169"/>
                </a:lnTo>
                <a:lnTo>
                  <a:pt x="290" y="170"/>
                </a:lnTo>
                <a:lnTo>
                  <a:pt x="290" y="171"/>
                </a:lnTo>
                <a:lnTo>
                  <a:pt x="289" y="171"/>
                </a:lnTo>
                <a:lnTo>
                  <a:pt x="289" y="172"/>
                </a:lnTo>
                <a:lnTo>
                  <a:pt x="288" y="173"/>
                </a:lnTo>
                <a:lnTo>
                  <a:pt x="287" y="174"/>
                </a:lnTo>
                <a:lnTo>
                  <a:pt x="287" y="175"/>
                </a:lnTo>
                <a:lnTo>
                  <a:pt x="285" y="175"/>
                </a:lnTo>
                <a:lnTo>
                  <a:pt x="284" y="175"/>
                </a:lnTo>
                <a:lnTo>
                  <a:pt x="283" y="176"/>
                </a:lnTo>
                <a:lnTo>
                  <a:pt x="282" y="176"/>
                </a:lnTo>
                <a:lnTo>
                  <a:pt x="282" y="175"/>
                </a:lnTo>
                <a:lnTo>
                  <a:pt x="281" y="174"/>
                </a:lnTo>
                <a:lnTo>
                  <a:pt x="280" y="174"/>
                </a:lnTo>
                <a:lnTo>
                  <a:pt x="280" y="175"/>
                </a:lnTo>
                <a:lnTo>
                  <a:pt x="280" y="176"/>
                </a:lnTo>
                <a:lnTo>
                  <a:pt x="280" y="177"/>
                </a:lnTo>
                <a:lnTo>
                  <a:pt x="283" y="177"/>
                </a:lnTo>
                <a:lnTo>
                  <a:pt x="283" y="179"/>
                </a:lnTo>
                <a:lnTo>
                  <a:pt x="281" y="178"/>
                </a:lnTo>
                <a:lnTo>
                  <a:pt x="277" y="181"/>
                </a:lnTo>
                <a:lnTo>
                  <a:pt x="277" y="182"/>
                </a:lnTo>
                <a:lnTo>
                  <a:pt x="276" y="183"/>
                </a:lnTo>
                <a:lnTo>
                  <a:pt x="275" y="183"/>
                </a:lnTo>
                <a:lnTo>
                  <a:pt x="274" y="183"/>
                </a:lnTo>
                <a:lnTo>
                  <a:pt x="273" y="183"/>
                </a:lnTo>
                <a:lnTo>
                  <a:pt x="272" y="183"/>
                </a:lnTo>
                <a:lnTo>
                  <a:pt x="274" y="185"/>
                </a:lnTo>
                <a:lnTo>
                  <a:pt x="275" y="186"/>
                </a:lnTo>
                <a:lnTo>
                  <a:pt x="276" y="185"/>
                </a:lnTo>
                <a:lnTo>
                  <a:pt x="277" y="185"/>
                </a:lnTo>
                <a:lnTo>
                  <a:pt x="277" y="186"/>
                </a:lnTo>
                <a:lnTo>
                  <a:pt x="277" y="187"/>
                </a:lnTo>
                <a:lnTo>
                  <a:pt x="277" y="188"/>
                </a:lnTo>
                <a:lnTo>
                  <a:pt x="276" y="190"/>
                </a:lnTo>
                <a:lnTo>
                  <a:pt x="276" y="191"/>
                </a:lnTo>
                <a:lnTo>
                  <a:pt x="275" y="192"/>
                </a:lnTo>
                <a:lnTo>
                  <a:pt x="274" y="193"/>
                </a:lnTo>
                <a:lnTo>
                  <a:pt x="274" y="194"/>
                </a:lnTo>
                <a:lnTo>
                  <a:pt x="274" y="195"/>
                </a:lnTo>
                <a:lnTo>
                  <a:pt x="273" y="195"/>
                </a:lnTo>
                <a:lnTo>
                  <a:pt x="273" y="194"/>
                </a:lnTo>
                <a:lnTo>
                  <a:pt x="272" y="194"/>
                </a:lnTo>
                <a:lnTo>
                  <a:pt x="270" y="195"/>
                </a:lnTo>
                <a:lnTo>
                  <a:pt x="270" y="196"/>
                </a:lnTo>
                <a:lnTo>
                  <a:pt x="270" y="197"/>
                </a:lnTo>
                <a:lnTo>
                  <a:pt x="270" y="198"/>
                </a:lnTo>
                <a:lnTo>
                  <a:pt x="270" y="199"/>
                </a:lnTo>
                <a:lnTo>
                  <a:pt x="270" y="200"/>
                </a:lnTo>
                <a:lnTo>
                  <a:pt x="269" y="201"/>
                </a:lnTo>
                <a:lnTo>
                  <a:pt x="269" y="203"/>
                </a:lnTo>
                <a:lnTo>
                  <a:pt x="269" y="204"/>
                </a:lnTo>
                <a:lnTo>
                  <a:pt x="269" y="205"/>
                </a:lnTo>
                <a:lnTo>
                  <a:pt x="268" y="205"/>
                </a:lnTo>
                <a:lnTo>
                  <a:pt x="268" y="206"/>
                </a:lnTo>
                <a:lnTo>
                  <a:pt x="268" y="207"/>
                </a:lnTo>
                <a:lnTo>
                  <a:pt x="268" y="210"/>
                </a:lnTo>
                <a:lnTo>
                  <a:pt x="267" y="210"/>
                </a:lnTo>
                <a:lnTo>
                  <a:pt x="267" y="211"/>
                </a:lnTo>
                <a:lnTo>
                  <a:pt x="267" y="213"/>
                </a:lnTo>
                <a:lnTo>
                  <a:pt x="268" y="213"/>
                </a:lnTo>
                <a:lnTo>
                  <a:pt x="268" y="215"/>
                </a:lnTo>
                <a:lnTo>
                  <a:pt x="269" y="215"/>
                </a:lnTo>
                <a:lnTo>
                  <a:pt x="270" y="217"/>
                </a:lnTo>
                <a:lnTo>
                  <a:pt x="271" y="218"/>
                </a:lnTo>
                <a:lnTo>
                  <a:pt x="272" y="219"/>
                </a:lnTo>
                <a:lnTo>
                  <a:pt x="272" y="220"/>
                </a:lnTo>
                <a:lnTo>
                  <a:pt x="272" y="221"/>
                </a:lnTo>
                <a:lnTo>
                  <a:pt x="270" y="221"/>
                </a:lnTo>
                <a:lnTo>
                  <a:pt x="269" y="221"/>
                </a:lnTo>
                <a:lnTo>
                  <a:pt x="268" y="221"/>
                </a:lnTo>
                <a:lnTo>
                  <a:pt x="267" y="222"/>
                </a:lnTo>
                <a:lnTo>
                  <a:pt x="268" y="222"/>
                </a:lnTo>
                <a:lnTo>
                  <a:pt x="269" y="222"/>
                </a:lnTo>
                <a:lnTo>
                  <a:pt x="269" y="223"/>
                </a:lnTo>
                <a:lnTo>
                  <a:pt x="270" y="223"/>
                </a:lnTo>
                <a:lnTo>
                  <a:pt x="271" y="224"/>
                </a:lnTo>
                <a:lnTo>
                  <a:pt x="272" y="225"/>
                </a:lnTo>
                <a:lnTo>
                  <a:pt x="273" y="225"/>
                </a:lnTo>
                <a:lnTo>
                  <a:pt x="273" y="227"/>
                </a:lnTo>
                <a:lnTo>
                  <a:pt x="274" y="227"/>
                </a:lnTo>
                <a:lnTo>
                  <a:pt x="274" y="228"/>
                </a:lnTo>
                <a:lnTo>
                  <a:pt x="274" y="229"/>
                </a:lnTo>
                <a:lnTo>
                  <a:pt x="274" y="230"/>
                </a:lnTo>
                <a:lnTo>
                  <a:pt x="274" y="231"/>
                </a:lnTo>
                <a:lnTo>
                  <a:pt x="274" y="232"/>
                </a:lnTo>
                <a:lnTo>
                  <a:pt x="273" y="232"/>
                </a:lnTo>
                <a:lnTo>
                  <a:pt x="273" y="233"/>
                </a:lnTo>
                <a:lnTo>
                  <a:pt x="272" y="235"/>
                </a:lnTo>
                <a:lnTo>
                  <a:pt x="271" y="235"/>
                </a:lnTo>
                <a:lnTo>
                  <a:pt x="271" y="234"/>
                </a:lnTo>
                <a:lnTo>
                  <a:pt x="269" y="232"/>
                </a:lnTo>
                <a:lnTo>
                  <a:pt x="269" y="233"/>
                </a:lnTo>
                <a:lnTo>
                  <a:pt x="269" y="234"/>
                </a:lnTo>
                <a:lnTo>
                  <a:pt x="269" y="235"/>
                </a:lnTo>
                <a:lnTo>
                  <a:pt x="268" y="235"/>
                </a:lnTo>
                <a:lnTo>
                  <a:pt x="267" y="235"/>
                </a:lnTo>
                <a:lnTo>
                  <a:pt x="266" y="235"/>
                </a:lnTo>
                <a:lnTo>
                  <a:pt x="265" y="235"/>
                </a:lnTo>
                <a:lnTo>
                  <a:pt x="263" y="233"/>
                </a:lnTo>
                <a:lnTo>
                  <a:pt x="260" y="231"/>
                </a:lnTo>
                <a:lnTo>
                  <a:pt x="259" y="231"/>
                </a:lnTo>
                <a:lnTo>
                  <a:pt x="258" y="231"/>
                </a:lnTo>
                <a:lnTo>
                  <a:pt x="256" y="231"/>
                </a:lnTo>
                <a:lnTo>
                  <a:pt x="256" y="232"/>
                </a:lnTo>
                <a:lnTo>
                  <a:pt x="254" y="232"/>
                </a:lnTo>
                <a:lnTo>
                  <a:pt x="253" y="233"/>
                </a:lnTo>
                <a:lnTo>
                  <a:pt x="252" y="233"/>
                </a:lnTo>
                <a:lnTo>
                  <a:pt x="252" y="232"/>
                </a:lnTo>
                <a:lnTo>
                  <a:pt x="251" y="232"/>
                </a:lnTo>
                <a:lnTo>
                  <a:pt x="250" y="232"/>
                </a:lnTo>
                <a:lnTo>
                  <a:pt x="250" y="233"/>
                </a:lnTo>
                <a:lnTo>
                  <a:pt x="249" y="233"/>
                </a:lnTo>
                <a:lnTo>
                  <a:pt x="248" y="232"/>
                </a:lnTo>
                <a:lnTo>
                  <a:pt x="247" y="231"/>
                </a:lnTo>
                <a:lnTo>
                  <a:pt x="246" y="232"/>
                </a:lnTo>
                <a:lnTo>
                  <a:pt x="247" y="233"/>
                </a:lnTo>
                <a:lnTo>
                  <a:pt x="247" y="234"/>
                </a:lnTo>
                <a:lnTo>
                  <a:pt x="246" y="234"/>
                </a:lnTo>
                <a:lnTo>
                  <a:pt x="243" y="233"/>
                </a:lnTo>
                <a:lnTo>
                  <a:pt x="244" y="234"/>
                </a:lnTo>
                <a:lnTo>
                  <a:pt x="243" y="234"/>
                </a:lnTo>
                <a:lnTo>
                  <a:pt x="241" y="234"/>
                </a:lnTo>
                <a:lnTo>
                  <a:pt x="240" y="233"/>
                </a:lnTo>
                <a:lnTo>
                  <a:pt x="240" y="232"/>
                </a:lnTo>
                <a:lnTo>
                  <a:pt x="239" y="232"/>
                </a:lnTo>
                <a:lnTo>
                  <a:pt x="239" y="231"/>
                </a:lnTo>
                <a:lnTo>
                  <a:pt x="238" y="231"/>
                </a:lnTo>
                <a:lnTo>
                  <a:pt x="237" y="230"/>
                </a:lnTo>
                <a:lnTo>
                  <a:pt x="236" y="230"/>
                </a:lnTo>
                <a:lnTo>
                  <a:pt x="235" y="230"/>
                </a:lnTo>
                <a:lnTo>
                  <a:pt x="234" y="231"/>
                </a:lnTo>
                <a:lnTo>
                  <a:pt x="235" y="231"/>
                </a:lnTo>
                <a:lnTo>
                  <a:pt x="235" y="232"/>
                </a:lnTo>
                <a:lnTo>
                  <a:pt x="236" y="232"/>
                </a:lnTo>
                <a:lnTo>
                  <a:pt x="237" y="232"/>
                </a:lnTo>
                <a:lnTo>
                  <a:pt x="237" y="233"/>
                </a:lnTo>
                <a:lnTo>
                  <a:pt x="236" y="233"/>
                </a:lnTo>
                <a:lnTo>
                  <a:pt x="235" y="235"/>
                </a:lnTo>
                <a:lnTo>
                  <a:pt x="234" y="235"/>
                </a:lnTo>
                <a:lnTo>
                  <a:pt x="233" y="234"/>
                </a:lnTo>
                <a:lnTo>
                  <a:pt x="232" y="233"/>
                </a:lnTo>
                <a:lnTo>
                  <a:pt x="231" y="234"/>
                </a:lnTo>
                <a:lnTo>
                  <a:pt x="230" y="233"/>
                </a:lnTo>
                <a:lnTo>
                  <a:pt x="229" y="232"/>
                </a:lnTo>
                <a:lnTo>
                  <a:pt x="228" y="232"/>
                </a:lnTo>
                <a:lnTo>
                  <a:pt x="228" y="231"/>
                </a:lnTo>
                <a:lnTo>
                  <a:pt x="227" y="231"/>
                </a:lnTo>
                <a:lnTo>
                  <a:pt x="227" y="230"/>
                </a:lnTo>
                <a:lnTo>
                  <a:pt x="226" y="230"/>
                </a:lnTo>
                <a:lnTo>
                  <a:pt x="225" y="230"/>
                </a:lnTo>
                <a:lnTo>
                  <a:pt x="225" y="229"/>
                </a:lnTo>
                <a:lnTo>
                  <a:pt x="224" y="229"/>
                </a:lnTo>
                <a:lnTo>
                  <a:pt x="223" y="231"/>
                </a:lnTo>
                <a:lnTo>
                  <a:pt x="223" y="232"/>
                </a:lnTo>
                <a:lnTo>
                  <a:pt x="224" y="233"/>
                </a:lnTo>
                <a:lnTo>
                  <a:pt x="223" y="233"/>
                </a:lnTo>
                <a:lnTo>
                  <a:pt x="223" y="234"/>
                </a:lnTo>
                <a:lnTo>
                  <a:pt x="222" y="234"/>
                </a:lnTo>
                <a:lnTo>
                  <a:pt x="222" y="235"/>
                </a:lnTo>
                <a:lnTo>
                  <a:pt x="223" y="236"/>
                </a:lnTo>
                <a:lnTo>
                  <a:pt x="222" y="237"/>
                </a:lnTo>
                <a:lnTo>
                  <a:pt x="222" y="236"/>
                </a:lnTo>
                <a:lnTo>
                  <a:pt x="221" y="236"/>
                </a:lnTo>
                <a:lnTo>
                  <a:pt x="222" y="235"/>
                </a:lnTo>
                <a:lnTo>
                  <a:pt x="221" y="235"/>
                </a:lnTo>
                <a:lnTo>
                  <a:pt x="220" y="235"/>
                </a:lnTo>
                <a:lnTo>
                  <a:pt x="220" y="234"/>
                </a:lnTo>
                <a:lnTo>
                  <a:pt x="219" y="234"/>
                </a:lnTo>
                <a:lnTo>
                  <a:pt x="219" y="233"/>
                </a:lnTo>
                <a:lnTo>
                  <a:pt x="220" y="233"/>
                </a:lnTo>
                <a:lnTo>
                  <a:pt x="219" y="233"/>
                </a:lnTo>
                <a:lnTo>
                  <a:pt x="218" y="233"/>
                </a:lnTo>
                <a:lnTo>
                  <a:pt x="217" y="233"/>
                </a:lnTo>
                <a:lnTo>
                  <a:pt x="216" y="233"/>
                </a:lnTo>
                <a:lnTo>
                  <a:pt x="216" y="232"/>
                </a:lnTo>
                <a:lnTo>
                  <a:pt x="215" y="232"/>
                </a:lnTo>
                <a:lnTo>
                  <a:pt x="215" y="233"/>
                </a:lnTo>
                <a:lnTo>
                  <a:pt x="215" y="234"/>
                </a:lnTo>
                <a:lnTo>
                  <a:pt x="214" y="234"/>
                </a:lnTo>
                <a:lnTo>
                  <a:pt x="214" y="233"/>
                </a:lnTo>
                <a:lnTo>
                  <a:pt x="214" y="232"/>
                </a:lnTo>
                <a:lnTo>
                  <a:pt x="213" y="232"/>
                </a:lnTo>
                <a:lnTo>
                  <a:pt x="212" y="233"/>
                </a:lnTo>
                <a:lnTo>
                  <a:pt x="211" y="232"/>
                </a:lnTo>
                <a:lnTo>
                  <a:pt x="210" y="232"/>
                </a:lnTo>
                <a:lnTo>
                  <a:pt x="210" y="231"/>
                </a:lnTo>
                <a:lnTo>
                  <a:pt x="209" y="231"/>
                </a:lnTo>
                <a:lnTo>
                  <a:pt x="209" y="232"/>
                </a:lnTo>
                <a:lnTo>
                  <a:pt x="208" y="232"/>
                </a:lnTo>
                <a:lnTo>
                  <a:pt x="209" y="232"/>
                </a:lnTo>
                <a:lnTo>
                  <a:pt x="209" y="233"/>
                </a:lnTo>
                <a:lnTo>
                  <a:pt x="210" y="235"/>
                </a:lnTo>
                <a:lnTo>
                  <a:pt x="210" y="236"/>
                </a:lnTo>
                <a:lnTo>
                  <a:pt x="211" y="237"/>
                </a:lnTo>
                <a:lnTo>
                  <a:pt x="212" y="238"/>
                </a:lnTo>
                <a:lnTo>
                  <a:pt x="212" y="239"/>
                </a:lnTo>
                <a:lnTo>
                  <a:pt x="212" y="240"/>
                </a:lnTo>
                <a:lnTo>
                  <a:pt x="212" y="241"/>
                </a:lnTo>
                <a:lnTo>
                  <a:pt x="213" y="243"/>
                </a:lnTo>
                <a:lnTo>
                  <a:pt x="214" y="243"/>
                </a:lnTo>
                <a:lnTo>
                  <a:pt x="214" y="244"/>
                </a:lnTo>
                <a:lnTo>
                  <a:pt x="213" y="244"/>
                </a:lnTo>
                <a:lnTo>
                  <a:pt x="212" y="244"/>
                </a:lnTo>
                <a:lnTo>
                  <a:pt x="212" y="245"/>
                </a:lnTo>
                <a:lnTo>
                  <a:pt x="212" y="246"/>
                </a:lnTo>
                <a:lnTo>
                  <a:pt x="212" y="247"/>
                </a:lnTo>
                <a:lnTo>
                  <a:pt x="212" y="248"/>
                </a:lnTo>
                <a:lnTo>
                  <a:pt x="212" y="249"/>
                </a:lnTo>
                <a:lnTo>
                  <a:pt x="210" y="249"/>
                </a:lnTo>
                <a:lnTo>
                  <a:pt x="209" y="249"/>
                </a:lnTo>
                <a:lnTo>
                  <a:pt x="208" y="249"/>
                </a:lnTo>
                <a:lnTo>
                  <a:pt x="207" y="248"/>
                </a:lnTo>
                <a:lnTo>
                  <a:pt x="207" y="249"/>
                </a:lnTo>
                <a:lnTo>
                  <a:pt x="207" y="250"/>
                </a:lnTo>
                <a:lnTo>
                  <a:pt x="207" y="251"/>
                </a:lnTo>
                <a:lnTo>
                  <a:pt x="206" y="252"/>
                </a:lnTo>
                <a:lnTo>
                  <a:pt x="206" y="251"/>
                </a:lnTo>
                <a:lnTo>
                  <a:pt x="205" y="251"/>
                </a:lnTo>
                <a:lnTo>
                  <a:pt x="206" y="251"/>
                </a:lnTo>
                <a:lnTo>
                  <a:pt x="206" y="250"/>
                </a:lnTo>
                <a:lnTo>
                  <a:pt x="205" y="249"/>
                </a:lnTo>
                <a:lnTo>
                  <a:pt x="204" y="249"/>
                </a:lnTo>
                <a:lnTo>
                  <a:pt x="203" y="248"/>
                </a:lnTo>
                <a:lnTo>
                  <a:pt x="203" y="247"/>
                </a:lnTo>
                <a:lnTo>
                  <a:pt x="203" y="248"/>
                </a:lnTo>
                <a:lnTo>
                  <a:pt x="203" y="249"/>
                </a:lnTo>
                <a:lnTo>
                  <a:pt x="204" y="250"/>
                </a:lnTo>
                <a:lnTo>
                  <a:pt x="203" y="251"/>
                </a:lnTo>
                <a:lnTo>
                  <a:pt x="204" y="252"/>
                </a:lnTo>
                <a:lnTo>
                  <a:pt x="205" y="252"/>
                </a:lnTo>
                <a:lnTo>
                  <a:pt x="206" y="252"/>
                </a:lnTo>
                <a:lnTo>
                  <a:pt x="208" y="254"/>
                </a:lnTo>
                <a:lnTo>
                  <a:pt x="209" y="254"/>
                </a:lnTo>
                <a:lnTo>
                  <a:pt x="209" y="255"/>
                </a:lnTo>
                <a:lnTo>
                  <a:pt x="208" y="256"/>
                </a:lnTo>
                <a:lnTo>
                  <a:pt x="209" y="257"/>
                </a:lnTo>
                <a:lnTo>
                  <a:pt x="210" y="257"/>
                </a:lnTo>
                <a:lnTo>
                  <a:pt x="210" y="256"/>
                </a:lnTo>
                <a:lnTo>
                  <a:pt x="211" y="256"/>
                </a:lnTo>
                <a:lnTo>
                  <a:pt x="212" y="257"/>
                </a:lnTo>
                <a:lnTo>
                  <a:pt x="211" y="259"/>
                </a:lnTo>
                <a:lnTo>
                  <a:pt x="210" y="259"/>
                </a:lnTo>
                <a:lnTo>
                  <a:pt x="212" y="260"/>
                </a:lnTo>
                <a:lnTo>
                  <a:pt x="212" y="261"/>
                </a:lnTo>
                <a:lnTo>
                  <a:pt x="212" y="262"/>
                </a:lnTo>
                <a:lnTo>
                  <a:pt x="212" y="263"/>
                </a:lnTo>
                <a:lnTo>
                  <a:pt x="213" y="264"/>
                </a:lnTo>
                <a:lnTo>
                  <a:pt x="213" y="265"/>
                </a:lnTo>
                <a:lnTo>
                  <a:pt x="212" y="265"/>
                </a:lnTo>
                <a:lnTo>
                  <a:pt x="212" y="266"/>
                </a:lnTo>
                <a:lnTo>
                  <a:pt x="212" y="267"/>
                </a:lnTo>
                <a:lnTo>
                  <a:pt x="211" y="267"/>
                </a:lnTo>
                <a:lnTo>
                  <a:pt x="211" y="269"/>
                </a:lnTo>
                <a:lnTo>
                  <a:pt x="211" y="270"/>
                </a:lnTo>
                <a:lnTo>
                  <a:pt x="210" y="271"/>
                </a:lnTo>
                <a:lnTo>
                  <a:pt x="211" y="272"/>
                </a:lnTo>
                <a:lnTo>
                  <a:pt x="211" y="273"/>
                </a:lnTo>
                <a:lnTo>
                  <a:pt x="212" y="273"/>
                </a:lnTo>
                <a:lnTo>
                  <a:pt x="212" y="274"/>
                </a:lnTo>
                <a:lnTo>
                  <a:pt x="211" y="274"/>
                </a:lnTo>
                <a:lnTo>
                  <a:pt x="211" y="273"/>
                </a:lnTo>
                <a:lnTo>
                  <a:pt x="210" y="273"/>
                </a:lnTo>
                <a:lnTo>
                  <a:pt x="209" y="272"/>
                </a:lnTo>
                <a:lnTo>
                  <a:pt x="209" y="273"/>
                </a:lnTo>
                <a:lnTo>
                  <a:pt x="208" y="272"/>
                </a:lnTo>
                <a:lnTo>
                  <a:pt x="208" y="271"/>
                </a:lnTo>
                <a:lnTo>
                  <a:pt x="206" y="271"/>
                </a:lnTo>
                <a:lnTo>
                  <a:pt x="206" y="272"/>
                </a:lnTo>
                <a:lnTo>
                  <a:pt x="205" y="273"/>
                </a:lnTo>
                <a:lnTo>
                  <a:pt x="204" y="272"/>
                </a:lnTo>
                <a:lnTo>
                  <a:pt x="203" y="273"/>
                </a:lnTo>
                <a:lnTo>
                  <a:pt x="202" y="273"/>
                </a:lnTo>
                <a:lnTo>
                  <a:pt x="201" y="274"/>
                </a:lnTo>
                <a:lnTo>
                  <a:pt x="200" y="274"/>
                </a:lnTo>
                <a:lnTo>
                  <a:pt x="201" y="275"/>
                </a:lnTo>
                <a:lnTo>
                  <a:pt x="202" y="277"/>
                </a:lnTo>
                <a:lnTo>
                  <a:pt x="201" y="277"/>
                </a:lnTo>
                <a:lnTo>
                  <a:pt x="200" y="277"/>
                </a:lnTo>
                <a:lnTo>
                  <a:pt x="199" y="277"/>
                </a:lnTo>
                <a:lnTo>
                  <a:pt x="198" y="277"/>
                </a:lnTo>
                <a:lnTo>
                  <a:pt x="198" y="278"/>
                </a:lnTo>
                <a:lnTo>
                  <a:pt x="198" y="279"/>
                </a:lnTo>
                <a:lnTo>
                  <a:pt x="198" y="282"/>
                </a:lnTo>
                <a:lnTo>
                  <a:pt x="198" y="283"/>
                </a:lnTo>
                <a:lnTo>
                  <a:pt x="197" y="283"/>
                </a:lnTo>
                <a:lnTo>
                  <a:pt x="196" y="284"/>
                </a:lnTo>
                <a:lnTo>
                  <a:pt x="195" y="284"/>
                </a:lnTo>
                <a:lnTo>
                  <a:pt x="194" y="284"/>
                </a:lnTo>
                <a:lnTo>
                  <a:pt x="194" y="285"/>
                </a:lnTo>
                <a:lnTo>
                  <a:pt x="194" y="286"/>
                </a:lnTo>
                <a:lnTo>
                  <a:pt x="194" y="287"/>
                </a:lnTo>
                <a:lnTo>
                  <a:pt x="195" y="287"/>
                </a:lnTo>
                <a:lnTo>
                  <a:pt x="196" y="288"/>
                </a:lnTo>
                <a:lnTo>
                  <a:pt x="195" y="289"/>
                </a:lnTo>
                <a:lnTo>
                  <a:pt x="195" y="290"/>
                </a:lnTo>
                <a:lnTo>
                  <a:pt x="194" y="290"/>
                </a:lnTo>
                <a:lnTo>
                  <a:pt x="193" y="290"/>
                </a:lnTo>
                <a:lnTo>
                  <a:pt x="192" y="290"/>
                </a:lnTo>
                <a:lnTo>
                  <a:pt x="191" y="290"/>
                </a:lnTo>
                <a:lnTo>
                  <a:pt x="191" y="289"/>
                </a:lnTo>
                <a:lnTo>
                  <a:pt x="190" y="289"/>
                </a:lnTo>
                <a:lnTo>
                  <a:pt x="190" y="288"/>
                </a:lnTo>
                <a:lnTo>
                  <a:pt x="190" y="289"/>
                </a:lnTo>
                <a:lnTo>
                  <a:pt x="190" y="290"/>
                </a:lnTo>
                <a:lnTo>
                  <a:pt x="189" y="290"/>
                </a:lnTo>
                <a:lnTo>
                  <a:pt x="189" y="291"/>
                </a:lnTo>
                <a:lnTo>
                  <a:pt x="189" y="290"/>
                </a:lnTo>
                <a:lnTo>
                  <a:pt x="188" y="290"/>
                </a:lnTo>
                <a:lnTo>
                  <a:pt x="188" y="289"/>
                </a:lnTo>
                <a:lnTo>
                  <a:pt x="187" y="289"/>
                </a:lnTo>
                <a:lnTo>
                  <a:pt x="187" y="288"/>
                </a:lnTo>
                <a:lnTo>
                  <a:pt x="187" y="289"/>
                </a:lnTo>
                <a:lnTo>
                  <a:pt x="187" y="290"/>
                </a:lnTo>
                <a:lnTo>
                  <a:pt x="187" y="291"/>
                </a:lnTo>
                <a:lnTo>
                  <a:pt x="188" y="292"/>
                </a:lnTo>
                <a:lnTo>
                  <a:pt x="189" y="292"/>
                </a:lnTo>
                <a:lnTo>
                  <a:pt x="189" y="291"/>
                </a:lnTo>
                <a:lnTo>
                  <a:pt x="190" y="291"/>
                </a:lnTo>
                <a:lnTo>
                  <a:pt x="190" y="292"/>
                </a:lnTo>
                <a:lnTo>
                  <a:pt x="191" y="293"/>
                </a:lnTo>
                <a:lnTo>
                  <a:pt x="192" y="294"/>
                </a:lnTo>
                <a:lnTo>
                  <a:pt x="191" y="294"/>
                </a:lnTo>
                <a:lnTo>
                  <a:pt x="192" y="295"/>
                </a:lnTo>
                <a:lnTo>
                  <a:pt x="193" y="294"/>
                </a:lnTo>
                <a:lnTo>
                  <a:pt x="193" y="295"/>
                </a:lnTo>
                <a:lnTo>
                  <a:pt x="194" y="295"/>
                </a:lnTo>
                <a:lnTo>
                  <a:pt x="194" y="296"/>
                </a:lnTo>
                <a:lnTo>
                  <a:pt x="195" y="297"/>
                </a:lnTo>
                <a:lnTo>
                  <a:pt x="195" y="296"/>
                </a:lnTo>
                <a:lnTo>
                  <a:pt x="196" y="296"/>
                </a:lnTo>
                <a:lnTo>
                  <a:pt x="197" y="297"/>
                </a:lnTo>
                <a:lnTo>
                  <a:pt x="197" y="298"/>
                </a:lnTo>
                <a:lnTo>
                  <a:pt x="198" y="298"/>
                </a:lnTo>
                <a:lnTo>
                  <a:pt x="198" y="297"/>
                </a:lnTo>
                <a:lnTo>
                  <a:pt x="199" y="297"/>
                </a:lnTo>
                <a:lnTo>
                  <a:pt x="199" y="298"/>
                </a:lnTo>
                <a:lnTo>
                  <a:pt x="200" y="298"/>
                </a:lnTo>
                <a:lnTo>
                  <a:pt x="201" y="299"/>
                </a:lnTo>
                <a:lnTo>
                  <a:pt x="201" y="300"/>
                </a:lnTo>
                <a:lnTo>
                  <a:pt x="201" y="301"/>
                </a:lnTo>
                <a:lnTo>
                  <a:pt x="200" y="301"/>
                </a:lnTo>
                <a:lnTo>
                  <a:pt x="200" y="302"/>
                </a:lnTo>
                <a:lnTo>
                  <a:pt x="199" y="302"/>
                </a:lnTo>
                <a:lnTo>
                  <a:pt x="199" y="303"/>
                </a:lnTo>
                <a:lnTo>
                  <a:pt x="200" y="304"/>
                </a:lnTo>
                <a:lnTo>
                  <a:pt x="199" y="305"/>
                </a:lnTo>
                <a:lnTo>
                  <a:pt x="199" y="304"/>
                </a:lnTo>
                <a:lnTo>
                  <a:pt x="198" y="304"/>
                </a:lnTo>
                <a:lnTo>
                  <a:pt x="198" y="305"/>
                </a:lnTo>
                <a:lnTo>
                  <a:pt x="198" y="306"/>
                </a:lnTo>
                <a:lnTo>
                  <a:pt x="198" y="307"/>
                </a:lnTo>
                <a:lnTo>
                  <a:pt x="199" y="306"/>
                </a:lnTo>
                <a:lnTo>
                  <a:pt x="201" y="307"/>
                </a:lnTo>
                <a:lnTo>
                  <a:pt x="201" y="308"/>
                </a:lnTo>
                <a:lnTo>
                  <a:pt x="202" y="309"/>
                </a:lnTo>
                <a:lnTo>
                  <a:pt x="202" y="310"/>
                </a:lnTo>
                <a:lnTo>
                  <a:pt x="200" y="310"/>
                </a:lnTo>
                <a:lnTo>
                  <a:pt x="199" y="310"/>
                </a:lnTo>
                <a:lnTo>
                  <a:pt x="199" y="312"/>
                </a:lnTo>
                <a:lnTo>
                  <a:pt x="200" y="312"/>
                </a:lnTo>
                <a:lnTo>
                  <a:pt x="199" y="314"/>
                </a:lnTo>
                <a:lnTo>
                  <a:pt x="199" y="315"/>
                </a:lnTo>
                <a:lnTo>
                  <a:pt x="198" y="316"/>
                </a:lnTo>
                <a:lnTo>
                  <a:pt x="198" y="315"/>
                </a:lnTo>
                <a:lnTo>
                  <a:pt x="197" y="315"/>
                </a:lnTo>
                <a:lnTo>
                  <a:pt x="196" y="315"/>
                </a:lnTo>
                <a:lnTo>
                  <a:pt x="196" y="316"/>
                </a:lnTo>
                <a:lnTo>
                  <a:pt x="197" y="317"/>
                </a:lnTo>
                <a:lnTo>
                  <a:pt x="198" y="318"/>
                </a:lnTo>
                <a:lnTo>
                  <a:pt x="198" y="319"/>
                </a:lnTo>
                <a:lnTo>
                  <a:pt x="199" y="320"/>
                </a:lnTo>
                <a:lnTo>
                  <a:pt x="200" y="320"/>
                </a:lnTo>
                <a:lnTo>
                  <a:pt x="201" y="320"/>
                </a:lnTo>
                <a:lnTo>
                  <a:pt x="202" y="321"/>
                </a:lnTo>
                <a:lnTo>
                  <a:pt x="203" y="321"/>
                </a:lnTo>
                <a:lnTo>
                  <a:pt x="203" y="322"/>
                </a:lnTo>
                <a:lnTo>
                  <a:pt x="204" y="321"/>
                </a:lnTo>
                <a:lnTo>
                  <a:pt x="204" y="320"/>
                </a:lnTo>
                <a:lnTo>
                  <a:pt x="204" y="319"/>
                </a:lnTo>
                <a:lnTo>
                  <a:pt x="204" y="318"/>
                </a:lnTo>
                <a:lnTo>
                  <a:pt x="205" y="318"/>
                </a:lnTo>
                <a:lnTo>
                  <a:pt x="206" y="318"/>
                </a:lnTo>
                <a:lnTo>
                  <a:pt x="207" y="319"/>
                </a:lnTo>
                <a:lnTo>
                  <a:pt x="207" y="320"/>
                </a:lnTo>
                <a:lnTo>
                  <a:pt x="208" y="320"/>
                </a:lnTo>
                <a:lnTo>
                  <a:pt x="208" y="319"/>
                </a:lnTo>
                <a:lnTo>
                  <a:pt x="208" y="318"/>
                </a:lnTo>
                <a:lnTo>
                  <a:pt x="208" y="317"/>
                </a:lnTo>
                <a:lnTo>
                  <a:pt x="209" y="317"/>
                </a:lnTo>
                <a:lnTo>
                  <a:pt x="209" y="318"/>
                </a:lnTo>
                <a:lnTo>
                  <a:pt x="209" y="319"/>
                </a:lnTo>
                <a:lnTo>
                  <a:pt x="209" y="320"/>
                </a:lnTo>
                <a:lnTo>
                  <a:pt x="211" y="320"/>
                </a:lnTo>
                <a:lnTo>
                  <a:pt x="212" y="319"/>
                </a:lnTo>
                <a:lnTo>
                  <a:pt x="212" y="318"/>
                </a:lnTo>
                <a:lnTo>
                  <a:pt x="212" y="319"/>
                </a:lnTo>
                <a:lnTo>
                  <a:pt x="212" y="321"/>
                </a:lnTo>
                <a:lnTo>
                  <a:pt x="213" y="321"/>
                </a:lnTo>
                <a:lnTo>
                  <a:pt x="213" y="320"/>
                </a:lnTo>
                <a:lnTo>
                  <a:pt x="214" y="320"/>
                </a:lnTo>
                <a:lnTo>
                  <a:pt x="215" y="319"/>
                </a:lnTo>
                <a:lnTo>
                  <a:pt x="216" y="319"/>
                </a:lnTo>
                <a:lnTo>
                  <a:pt x="216" y="320"/>
                </a:lnTo>
                <a:lnTo>
                  <a:pt x="217" y="322"/>
                </a:lnTo>
                <a:lnTo>
                  <a:pt x="217" y="323"/>
                </a:lnTo>
                <a:lnTo>
                  <a:pt x="218" y="324"/>
                </a:lnTo>
                <a:lnTo>
                  <a:pt x="220" y="324"/>
                </a:lnTo>
                <a:lnTo>
                  <a:pt x="220" y="323"/>
                </a:lnTo>
                <a:lnTo>
                  <a:pt x="221" y="324"/>
                </a:lnTo>
                <a:lnTo>
                  <a:pt x="221" y="325"/>
                </a:lnTo>
                <a:lnTo>
                  <a:pt x="222" y="325"/>
                </a:lnTo>
                <a:lnTo>
                  <a:pt x="223" y="326"/>
                </a:lnTo>
                <a:lnTo>
                  <a:pt x="224" y="326"/>
                </a:lnTo>
                <a:lnTo>
                  <a:pt x="223" y="326"/>
                </a:lnTo>
                <a:lnTo>
                  <a:pt x="224" y="325"/>
                </a:lnTo>
                <a:lnTo>
                  <a:pt x="225" y="324"/>
                </a:lnTo>
                <a:lnTo>
                  <a:pt x="226" y="325"/>
                </a:lnTo>
                <a:lnTo>
                  <a:pt x="226" y="326"/>
                </a:lnTo>
                <a:lnTo>
                  <a:pt x="227" y="326"/>
                </a:lnTo>
                <a:lnTo>
                  <a:pt x="227" y="325"/>
                </a:lnTo>
                <a:lnTo>
                  <a:pt x="228" y="325"/>
                </a:lnTo>
                <a:lnTo>
                  <a:pt x="228" y="326"/>
                </a:lnTo>
                <a:lnTo>
                  <a:pt x="229" y="324"/>
                </a:lnTo>
                <a:lnTo>
                  <a:pt x="229" y="325"/>
                </a:lnTo>
                <a:lnTo>
                  <a:pt x="230" y="326"/>
                </a:lnTo>
                <a:lnTo>
                  <a:pt x="230" y="327"/>
                </a:lnTo>
                <a:lnTo>
                  <a:pt x="230" y="326"/>
                </a:lnTo>
                <a:lnTo>
                  <a:pt x="231" y="326"/>
                </a:lnTo>
                <a:lnTo>
                  <a:pt x="232" y="328"/>
                </a:lnTo>
                <a:lnTo>
                  <a:pt x="232" y="329"/>
                </a:lnTo>
                <a:lnTo>
                  <a:pt x="233" y="329"/>
                </a:lnTo>
                <a:lnTo>
                  <a:pt x="234" y="330"/>
                </a:lnTo>
                <a:lnTo>
                  <a:pt x="235" y="330"/>
                </a:lnTo>
                <a:lnTo>
                  <a:pt x="236" y="332"/>
                </a:lnTo>
                <a:lnTo>
                  <a:pt x="236" y="333"/>
                </a:lnTo>
                <a:lnTo>
                  <a:pt x="236" y="334"/>
                </a:lnTo>
                <a:lnTo>
                  <a:pt x="237" y="334"/>
                </a:lnTo>
                <a:lnTo>
                  <a:pt x="237" y="333"/>
                </a:lnTo>
                <a:lnTo>
                  <a:pt x="238" y="333"/>
                </a:lnTo>
                <a:lnTo>
                  <a:pt x="238" y="334"/>
                </a:lnTo>
                <a:lnTo>
                  <a:pt x="237" y="335"/>
                </a:lnTo>
                <a:lnTo>
                  <a:pt x="237" y="336"/>
                </a:lnTo>
                <a:lnTo>
                  <a:pt x="238" y="336"/>
                </a:lnTo>
                <a:lnTo>
                  <a:pt x="238" y="335"/>
                </a:lnTo>
                <a:lnTo>
                  <a:pt x="239" y="334"/>
                </a:lnTo>
                <a:lnTo>
                  <a:pt x="239" y="335"/>
                </a:lnTo>
                <a:lnTo>
                  <a:pt x="239" y="336"/>
                </a:lnTo>
                <a:lnTo>
                  <a:pt x="238" y="336"/>
                </a:lnTo>
                <a:lnTo>
                  <a:pt x="238" y="337"/>
                </a:lnTo>
                <a:lnTo>
                  <a:pt x="239" y="337"/>
                </a:lnTo>
                <a:lnTo>
                  <a:pt x="240" y="338"/>
                </a:lnTo>
                <a:lnTo>
                  <a:pt x="240" y="340"/>
                </a:lnTo>
                <a:lnTo>
                  <a:pt x="239" y="341"/>
                </a:lnTo>
                <a:lnTo>
                  <a:pt x="238" y="341"/>
                </a:lnTo>
                <a:lnTo>
                  <a:pt x="238" y="342"/>
                </a:lnTo>
                <a:lnTo>
                  <a:pt x="239" y="343"/>
                </a:lnTo>
                <a:lnTo>
                  <a:pt x="239" y="344"/>
                </a:lnTo>
                <a:lnTo>
                  <a:pt x="238" y="344"/>
                </a:lnTo>
                <a:lnTo>
                  <a:pt x="238" y="345"/>
                </a:lnTo>
                <a:lnTo>
                  <a:pt x="237" y="345"/>
                </a:lnTo>
                <a:lnTo>
                  <a:pt x="237" y="346"/>
                </a:lnTo>
                <a:lnTo>
                  <a:pt x="238" y="347"/>
                </a:lnTo>
                <a:lnTo>
                  <a:pt x="239" y="347"/>
                </a:lnTo>
                <a:lnTo>
                  <a:pt x="239" y="348"/>
                </a:lnTo>
                <a:lnTo>
                  <a:pt x="239" y="349"/>
                </a:lnTo>
                <a:lnTo>
                  <a:pt x="238" y="350"/>
                </a:lnTo>
                <a:lnTo>
                  <a:pt x="237" y="350"/>
                </a:lnTo>
                <a:lnTo>
                  <a:pt x="237" y="351"/>
                </a:lnTo>
                <a:lnTo>
                  <a:pt x="236" y="352"/>
                </a:lnTo>
                <a:lnTo>
                  <a:pt x="236" y="353"/>
                </a:lnTo>
                <a:lnTo>
                  <a:pt x="236" y="354"/>
                </a:lnTo>
                <a:lnTo>
                  <a:pt x="236" y="353"/>
                </a:lnTo>
                <a:lnTo>
                  <a:pt x="235" y="353"/>
                </a:lnTo>
                <a:lnTo>
                  <a:pt x="235" y="352"/>
                </a:lnTo>
                <a:lnTo>
                  <a:pt x="236" y="352"/>
                </a:lnTo>
                <a:lnTo>
                  <a:pt x="236" y="351"/>
                </a:lnTo>
                <a:lnTo>
                  <a:pt x="235" y="351"/>
                </a:lnTo>
                <a:lnTo>
                  <a:pt x="234" y="351"/>
                </a:lnTo>
                <a:lnTo>
                  <a:pt x="235" y="351"/>
                </a:lnTo>
                <a:lnTo>
                  <a:pt x="235" y="350"/>
                </a:lnTo>
                <a:lnTo>
                  <a:pt x="234" y="350"/>
                </a:lnTo>
                <a:lnTo>
                  <a:pt x="234" y="351"/>
                </a:lnTo>
                <a:lnTo>
                  <a:pt x="234" y="352"/>
                </a:lnTo>
                <a:lnTo>
                  <a:pt x="235" y="353"/>
                </a:lnTo>
                <a:lnTo>
                  <a:pt x="236" y="354"/>
                </a:lnTo>
                <a:lnTo>
                  <a:pt x="237" y="354"/>
                </a:lnTo>
                <a:lnTo>
                  <a:pt x="237" y="353"/>
                </a:lnTo>
                <a:lnTo>
                  <a:pt x="237" y="352"/>
                </a:lnTo>
                <a:lnTo>
                  <a:pt x="238" y="352"/>
                </a:lnTo>
                <a:lnTo>
                  <a:pt x="238" y="353"/>
                </a:lnTo>
                <a:lnTo>
                  <a:pt x="239" y="353"/>
                </a:lnTo>
                <a:lnTo>
                  <a:pt x="239" y="354"/>
                </a:lnTo>
                <a:lnTo>
                  <a:pt x="238" y="355"/>
                </a:lnTo>
                <a:lnTo>
                  <a:pt x="237" y="355"/>
                </a:lnTo>
                <a:lnTo>
                  <a:pt x="236" y="354"/>
                </a:lnTo>
                <a:lnTo>
                  <a:pt x="236" y="355"/>
                </a:lnTo>
                <a:lnTo>
                  <a:pt x="235" y="355"/>
                </a:lnTo>
                <a:lnTo>
                  <a:pt x="235" y="356"/>
                </a:lnTo>
                <a:lnTo>
                  <a:pt x="236" y="356"/>
                </a:lnTo>
                <a:lnTo>
                  <a:pt x="236" y="357"/>
                </a:lnTo>
                <a:lnTo>
                  <a:pt x="235" y="356"/>
                </a:lnTo>
                <a:lnTo>
                  <a:pt x="234" y="356"/>
                </a:lnTo>
                <a:lnTo>
                  <a:pt x="233" y="356"/>
                </a:lnTo>
                <a:lnTo>
                  <a:pt x="233" y="357"/>
                </a:lnTo>
                <a:lnTo>
                  <a:pt x="232" y="357"/>
                </a:lnTo>
                <a:lnTo>
                  <a:pt x="232" y="358"/>
                </a:lnTo>
                <a:lnTo>
                  <a:pt x="231" y="358"/>
                </a:lnTo>
                <a:lnTo>
                  <a:pt x="231" y="359"/>
                </a:lnTo>
                <a:lnTo>
                  <a:pt x="231" y="360"/>
                </a:lnTo>
                <a:lnTo>
                  <a:pt x="232" y="360"/>
                </a:lnTo>
                <a:lnTo>
                  <a:pt x="233" y="360"/>
                </a:lnTo>
                <a:lnTo>
                  <a:pt x="233" y="359"/>
                </a:lnTo>
                <a:lnTo>
                  <a:pt x="233" y="360"/>
                </a:lnTo>
                <a:lnTo>
                  <a:pt x="234" y="360"/>
                </a:lnTo>
                <a:lnTo>
                  <a:pt x="234" y="361"/>
                </a:lnTo>
                <a:lnTo>
                  <a:pt x="233" y="361"/>
                </a:lnTo>
                <a:lnTo>
                  <a:pt x="233" y="360"/>
                </a:lnTo>
                <a:lnTo>
                  <a:pt x="232" y="360"/>
                </a:lnTo>
                <a:lnTo>
                  <a:pt x="232" y="361"/>
                </a:lnTo>
                <a:lnTo>
                  <a:pt x="233" y="362"/>
                </a:lnTo>
                <a:lnTo>
                  <a:pt x="233" y="363"/>
                </a:lnTo>
                <a:lnTo>
                  <a:pt x="234" y="363"/>
                </a:lnTo>
                <a:lnTo>
                  <a:pt x="234" y="364"/>
                </a:lnTo>
                <a:lnTo>
                  <a:pt x="234" y="365"/>
                </a:lnTo>
                <a:lnTo>
                  <a:pt x="235" y="365"/>
                </a:lnTo>
                <a:lnTo>
                  <a:pt x="236" y="365"/>
                </a:lnTo>
                <a:lnTo>
                  <a:pt x="237" y="366"/>
                </a:lnTo>
                <a:lnTo>
                  <a:pt x="237" y="367"/>
                </a:lnTo>
                <a:lnTo>
                  <a:pt x="238" y="367"/>
                </a:lnTo>
                <a:lnTo>
                  <a:pt x="237" y="367"/>
                </a:lnTo>
                <a:lnTo>
                  <a:pt x="237" y="368"/>
                </a:lnTo>
                <a:lnTo>
                  <a:pt x="237" y="367"/>
                </a:lnTo>
                <a:lnTo>
                  <a:pt x="234" y="367"/>
                </a:lnTo>
                <a:lnTo>
                  <a:pt x="235" y="368"/>
                </a:lnTo>
                <a:lnTo>
                  <a:pt x="236" y="368"/>
                </a:lnTo>
                <a:lnTo>
                  <a:pt x="236" y="369"/>
                </a:lnTo>
                <a:lnTo>
                  <a:pt x="236" y="370"/>
                </a:lnTo>
                <a:lnTo>
                  <a:pt x="236" y="371"/>
                </a:lnTo>
                <a:lnTo>
                  <a:pt x="235" y="370"/>
                </a:lnTo>
                <a:lnTo>
                  <a:pt x="235" y="371"/>
                </a:lnTo>
                <a:lnTo>
                  <a:pt x="235" y="372"/>
                </a:lnTo>
                <a:lnTo>
                  <a:pt x="234" y="372"/>
                </a:lnTo>
                <a:lnTo>
                  <a:pt x="234" y="371"/>
                </a:lnTo>
                <a:lnTo>
                  <a:pt x="234" y="370"/>
                </a:lnTo>
                <a:lnTo>
                  <a:pt x="233" y="370"/>
                </a:lnTo>
                <a:lnTo>
                  <a:pt x="232" y="370"/>
                </a:lnTo>
                <a:lnTo>
                  <a:pt x="232" y="371"/>
                </a:lnTo>
                <a:lnTo>
                  <a:pt x="232" y="372"/>
                </a:lnTo>
                <a:lnTo>
                  <a:pt x="232" y="373"/>
                </a:lnTo>
                <a:lnTo>
                  <a:pt x="232" y="374"/>
                </a:lnTo>
                <a:lnTo>
                  <a:pt x="232" y="375"/>
                </a:lnTo>
                <a:lnTo>
                  <a:pt x="231" y="374"/>
                </a:lnTo>
                <a:lnTo>
                  <a:pt x="228" y="373"/>
                </a:lnTo>
                <a:lnTo>
                  <a:pt x="228" y="374"/>
                </a:lnTo>
                <a:lnTo>
                  <a:pt x="228" y="375"/>
                </a:lnTo>
                <a:lnTo>
                  <a:pt x="228" y="376"/>
                </a:lnTo>
                <a:lnTo>
                  <a:pt x="227" y="377"/>
                </a:lnTo>
                <a:lnTo>
                  <a:pt x="226" y="377"/>
                </a:lnTo>
                <a:lnTo>
                  <a:pt x="225" y="376"/>
                </a:lnTo>
                <a:lnTo>
                  <a:pt x="223" y="376"/>
                </a:lnTo>
                <a:lnTo>
                  <a:pt x="223" y="375"/>
                </a:lnTo>
                <a:lnTo>
                  <a:pt x="222" y="376"/>
                </a:lnTo>
                <a:lnTo>
                  <a:pt x="221" y="377"/>
                </a:lnTo>
                <a:lnTo>
                  <a:pt x="221" y="378"/>
                </a:lnTo>
                <a:lnTo>
                  <a:pt x="221" y="379"/>
                </a:lnTo>
                <a:lnTo>
                  <a:pt x="222" y="378"/>
                </a:lnTo>
                <a:lnTo>
                  <a:pt x="222" y="379"/>
                </a:lnTo>
                <a:lnTo>
                  <a:pt x="221" y="379"/>
                </a:lnTo>
                <a:lnTo>
                  <a:pt x="220" y="379"/>
                </a:lnTo>
                <a:lnTo>
                  <a:pt x="219" y="379"/>
                </a:lnTo>
                <a:lnTo>
                  <a:pt x="220" y="379"/>
                </a:lnTo>
                <a:lnTo>
                  <a:pt x="219" y="379"/>
                </a:lnTo>
                <a:lnTo>
                  <a:pt x="219" y="378"/>
                </a:lnTo>
                <a:lnTo>
                  <a:pt x="218" y="378"/>
                </a:lnTo>
                <a:lnTo>
                  <a:pt x="217" y="377"/>
                </a:lnTo>
                <a:lnTo>
                  <a:pt x="217" y="376"/>
                </a:lnTo>
                <a:lnTo>
                  <a:pt x="216" y="376"/>
                </a:lnTo>
                <a:lnTo>
                  <a:pt x="217" y="376"/>
                </a:lnTo>
                <a:lnTo>
                  <a:pt x="215" y="375"/>
                </a:lnTo>
                <a:lnTo>
                  <a:pt x="215" y="376"/>
                </a:lnTo>
                <a:lnTo>
                  <a:pt x="214" y="376"/>
                </a:lnTo>
                <a:lnTo>
                  <a:pt x="214" y="377"/>
                </a:lnTo>
                <a:lnTo>
                  <a:pt x="214" y="378"/>
                </a:lnTo>
                <a:lnTo>
                  <a:pt x="215" y="378"/>
                </a:lnTo>
                <a:lnTo>
                  <a:pt x="214" y="378"/>
                </a:lnTo>
                <a:lnTo>
                  <a:pt x="213" y="378"/>
                </a:lnTo>
                <a:lnTo>
                  <a:pt x="213" y="377"/>
                </a:lnTo>
                <a:lnTo>
                  <a:pt x="212" y="377"/>
                </a:lnTo>
                <a:lnTo>
                  <a:pt x="211" y="377"/>
                </a:lnTo>
                <a:lnTo>
                  <a:pt x="210" y="376"/>
                </a:lnTo>
                <a:lnTo>
                  <a:pt x="210" y="375"/>
                </a:lnTo>
                <a:lnTo>
                  <a:pt x="210" y="374"/>
                </a:lnTo>
                <a:lnTo>
                  <a:pt x="209" y="374"/>
                </a:lnTo>
                <a:lnTo>
                  <a:pt x="208" y="374"/>
                </a:lnTo>
                <a:lnTo>
                  <a:pt x="208" y="373"/>
                </a:lnTo>
                <a:lnTo>
                  <a:pt x="208" y="374"/>
                </a:lnTo>
                <a:lnTo>
                  <a:pt x="208" y="375"/>
                </a:lnTo>
                <a:lnTo>
                  <a:pt x="207" y="375"/>
                </a:lnTo>
                <a:lnTo>
                  <a:pt x="206" y="375"/>
                </a:lnTo>
                <a:lnTo>
                  <a:pt x="205" y="374"/>
                </a:lnTo>
                <a:lnTo>
                  <a:pt x="204" y="374"/>
                </a:lnTo>
                <a:lnTo>
                  <a:pt x="203" y="374"/>
                </a:lnTo>
                <a:lnTo>
                  <a:pt x="202" y="374"/>
                </a:lnTo>
                <a:lnTo>
                  <a:pt x="201" y="374"/>
                </a:lnTo>
                <a:lnTo>
                  <a:pt x="201" y="376"/>
                </a:lnTo>
                <a:lnTo>
                  <a:pt x="201" y="375"/>
                </a:lnTo>
                <a:lnTo>
                  <a:pt x="200" y="375"/>
                </a:lnTo>
                <a:lnTo>
                  <a:pt x="201" y="375"/>
                </a:lnTo>
                <a:lnTo>
                  <a:pt x="200" y="374"/>
                </a:lnTo>
                <a:lnTo>
                  <a:pt x="198" y="374"/>
                </a:lnTo>
                <a:lnTo>
                  <a:pt x="198" y="375"/>
                </a:lnTo>
                <a:lnTo>
                  <a:pt x="198" y="376"/>
                </a:lnTo>
                <a:lnTo>
                  <a:pt x="197" y="376"/>
                </a:lnTo>
                <a:lnTo>
                  <a:pt x="196" y="376"/>
                </a:lnTo>
                <a:lnTo>
                  <a:pt x="195" y="377"/>
                </a:lnTo>
                <a:lnTo>
                  <a:pt x="194" y="378"/>
                </a:lnTo>
                <a:lnTo>
                  <a:pt x="194" y="379"/>
                </a:lnTo>
                <a:lnTo>
                  <a:pt x="193" y="379"/>
                </a:lnTo>
                <a:lnTo>
                  <a:pt x="193" y="381"/>
                </a:lnTo>
                <a:lnTo>
                  <a:pt x="193" y="382"/>
                </a:lnTo>
                <a:lnTo>
                  <a:pt x="194" y="383"/>
                </a:lnTo>
                <a:lnTo>
                  <a:pt x="194" y="384"/>
                </a:lnTo>
                <a:lnTo>
                  <a:pt x="195" y="384"/>
                </a:lnTo>
                <a:lnTo>
                  <a:pt x="195" y="385"/>
                </a:lnTo>
                <a:lnTo>
                  <a:pt x="195" y="386"/>
                </a:lnTo>
                <a:lnTo>
                  <a:pt x="196" y="386"/>
                </a:lnTo>
                <a:lnTo>
                  <a:pt x="196" y="387"/>
                </a:lnTo>
                <a:lnTo>
                  <a:pt x="196" y="388"/>
                </a:lnTo>
                <a:lnTo>
                  <a:pt x="197" y="389"/>
                </a:lnTo>
                <a:lnTo>
                  <a:pt x="197" y="390"/>
                </a:lnTo>
                <a:lnTo>
                  <a:pt x="197" y="391"/>
                </a:lnTo>
                <a:lnTo>
                  <a:pt x="196" y="390"/>
                </a:lnTo>
                <a:lnTo>
                  <a:pt x="195" y="390"/>
                </a:lnTo>
                <a:lnTo>
                  <a:pt x="195" y="391"/>
                </a:lnTo>
                <a:lnTo>
                  <a:pt x="195" y="392"/>
                </a:lnTo>
                <a:lnTo>
                  <a:pt x="195" y="393"/>
                </a:lnTo>
                <a:lnTo>
                  <a:pt x="194" y="394"/>
                </a:lnTo>
                <a:lnTo>
                  <a:pt x="195" y="395"/>
                </a:lnTo>
                <a:lnTo>
                  <a:pt x="194" y="395"/>
                </a:lnTo>
                <a:lnTo>
                  <a:pt x="194" y="396"/>
                </a:lnTo>
                <a:lnTo>
                  <a:pt x="194" y="397"/>
                </a:lnTo>
                <a:lnTo>
                  <a:pt x="195" y="397"/>
                </a:lnTo>
                <a:lnTo>
                  <a:pt x="194" y="397"/>
                </a:lnTo>
                <a:lnTo>
                  <a:pt x="194" y="398"/>
                </a:lnTo>
                <a:lnTo>
                  <a:pt x="195" y="398"/>
                </a:lnTo>
                <a:lnTo>
                  <a:pt x="196" y="398"/>
                </a:lnTo>
                <a:lnTo>
                  <a:pt x="196" y="399"/>
                </a:lnTo>
                <a:lnTo>
                  <a:pt x="196" y="400"/>
                </a:lnTo>
                <a:lnTo>
                  <a:pt x="196" y="401"/>
                </a:lnTo>
                <a:lnTo>
                  <a:pt x="197" y="401"/>
                </a:lnTo>
                <a:lnTo>
                  <a:pt x="197" y="400"/>
                </a:lnTo>
                <a:lnTo>
                  <a:pt x="198" y="400"/>
                </a:lnTo>
                <a:lnTo>
                  <a:pt x="198" y="401"/>
                </a:lnTo>
                <a:lnTo>
                  <a:pt x="198" y="403"/>
                </a:lnTo>
                <a:lnTo>
                  <a:pt x="197" y="404"/>
                </a:lnTo>
                <a:lnTo>
                  <a:pt x="198" y="404"/>
                </a:lnTo>
                <a:lnTo>
                  <a:pt x="198" y="405"/>
                </a:lnTo>
                <a:lnTo>
                  <a:pt x="199" y="405"/>
                </a:lnTo>
                <a:lnTo>
                  <a:pt x="199" y="406"/>
                </a:lnTo>
                <a:lnTo>
                  <a:pt x="199" y="407"/>
                </a:lnTo>
                <a:lnTo>
                  <a:pt x="199" y="408"/>
                </a:lnTo>
                <a:lnTo>
                  <a:pt x="198" y="409"/>
                </a:lnTo>
                <a:lnTo>
                  <a:pt x="198" y="410"/>
                </a:lnTo>
                <a:lnTo>
                  <a:pt x="199" y="410"/>
                </a:lnTo>
                <a:lnTo>
                  <a:pt x="199" y="412"/>
                </a:lnTo>
                <a:lnTo>
                  <a:pt x="199" y="413"/>
                </a:lnTo>
                <a:lnTo>
                  <a:pt x="199" y="414"/>
                </a:lnTo>
                <a:lnTo>
                  <a:pt x="198" y="414"/>
                </a:lnTo>
                <a:lnTo>
                  <a:pt x="198" y="415"/>
                </a:lnTo>
                <a:lnTo>
                  <a:pt x="198" y="416"/>
                </a:lnTo>
                <a:lnTo>
                  <a:pt x="197" y="418"/>
                </a:lnTo>
                <a:lnTo>
                  <a:pt x="196" y="418"/>
                </a:lnTo>
                <a:lnTo>
                  <a:pt x="195" y="418"/>
                </a:lnTo>
                <a:lnTo>
                  <a:pt x="194" y="419"/>
                </a:lnTo>
                <a:lnTo>
                  <a:pt x="193" y="419"/>
                </a:lnTo>
                <a:lnTo>
                  <a:pt x="193" y="420"/>
                </a:lnTo>
                <a:lnTo>
                  <a:pt x="192" y="420"/>
                </a:lnTo>
                <a:lnTo>
                  <a:pt x="192" y="421"/>
                </a:lnTo>
                <a:lnTo>
                  <a:pt x="191" y="421"/>
                </a:lnTo>
                <a:lnTo>
                  <a:pt x="190" y="422"/>
                </a:lnTo>
                <a:lnTo>
                  <a:pt x="189" y="422"/>
                </a:lnTo>
                <a:lnTo>
                  <a:pt x="188" y="422"/>
                </a:lnTo>
                <a:lnTo>
                  <a:pt x="187" y="422"/>
                </a:lnTo>
                <a:lnTo>
                  <a:pt x="187" y="423"/>
                </a:lnTo>
                <a:lnTo>
                  <a:pt x="188" y="424"/>
                </a:lnTo>
                <a:lnTo>
                  <a:pt x="187" y="424"/>
                </a:lnTo>
                <a:lnTo>
                  <a:pt x="187" y="425"/>
                </a:lnTo>
                <a:lnTo>
                  <a:pt x="186" y="425"/>
                </a:lnTo>
                <a:lnTo>
                  <a:pt x="185" y="424"/>
                </a:lnTo>
                <a:lnTo>
                  <a:pt x="184" y="424"/>
                </a:lnTo>
                <a:lnTo>
                  <a:pt x="183" y="423"/>
                </a:lnTo>
                <a:lnTo>
                  <a:pt x="183" y="422"/>
                </a:lnTo>
                <a:lnTo>
                  <a:pt x="183" y="421"/>
                </a:lnTo>
                <a:lnTo>
                  <a:pt x="182" y="420"/>
                </a:lnTo>
                <a:lnTo>
                  <a:pt x="181" y="420"/>
                </a:lnTo>
                <a:lnTo>
                  <a:pt x="180" y="419"/>
                </a:lnTo>
                <a:lnTo>
                  <a:pt x="180" y="418"/>
                </a:lnTo>
                <a:lnTo>
                  <a:pt x="179" y="416"/>
                </a:lnTo>
                <a:lnTo>
                  <a:pt x="178" y="416"/>
                </a:lnTo>
                <a:lnTo>
                  <a:pt x="177" y="416"/>
                </a:lnTo>
                <a:lnTo>
                  <a:pt x="177" y="415"/>
                </a:lnTo>
                <a:lnTo>
                  <a:pt x="177" y="414"/>
                </a:lnTo>
                <a:lnTo>
                  <a:pt x="176" y="414"/>
                </a:lnTo>
                <a:lnTo>
                  <a:pt x="176" y="413"/>
                </a:lnTo>
                <a:lnTo>
                  <a:pt x="176" y="412"/>
                </a:lnTo>
                <a:lnTo>
                  <a:pt x="177" y="412"/>
                </a:lnTo>
                <a:lnTo>
                  <a:pt x="176" y="412"/>
                </a:lnTo>
                <a:lnTo>
                  <a:pt x="176" y="411"/>
                </a:lnTo>
                <a:lnTo>
                  <a:pt x="176" y="410"/>
                </a:lnTo>
                <a:lnTo>
                  <a:pt x="175" y="410"/>
                </a:lnTo>
                <a:lnTo>
                  <a:pt x="175" y="408"/>
                </a:lnTo>
                <a:lnTo>
                  <a:pt x="174" y="408"/>
                </a:lnTo>
                <a:lnTo>
                  <a:pt x="174" y="407"/>
                </a:lnTo>
                <a:lnTo>
                  <a:pt x="173" y="407"/>
                </a:lnTo>
                <a:lnTo>
                  <a:pt x="173" y="408"/>
                </a:lnTo>
                <a:lnTo>
                  <a:pt x="172" y="408"/>
                </a:lnTo>
                <a:lnTo>
                  <a:pt x="171" y="408"/>
                </a:lnTo>
                <a:lnTo>
                  <a:pt x="171" y="407"/>
                </a:lnTo>
                <a:lnTo>
                  <a:pt x="171" y="406"/>
                </a:lnTo>
                <a:lnTo>
                  <a:pt x="170" y="406"/>
                </a:lnTo>
                <a:lnTo>
                  <a:pt x="170" y="405"/>
                </a:lnTo>
                <a:lnTo>
                  <a:pt x="169" y="405"/>
                </a:lnTo>
                <a:lnTo>
                  <a:pt x="169" y="406"/>
                </a:lnTo>
                <a:lnTo>
                  <a:pt x="169" y="407"/>
                </a:lnTo>
                <a:lnTo>
                  <a:pt x="168" y="407"/>
                </a:lnTo>
                <a:lnTo>
                  <a:pt x="167" y="409"/>
                </a:lnTo>
                <a:lnTo>
                  <a:pt x="166" y="409"/>
                </a:lnTo>
                <a:lnTo>
                  <a:pt x="165" y="410"/>
                </a:lnTo>
                <a:lnTo>
                  <a:pt x="165" y="411"/>
                </a:lnTo>
                <a:lnTo>
                  <a:pt x="165" y="412"/>
                </a:lnTo>
                <a:lnTo>
                  <a:pt x="165" y="411"/>
                </a:lnTo>
                <a:lnTo>
                  <a:pt x="164" y="411"/>
                </a:lnTo>
                <a:lnTo>
                  <a:pt x="164" y="412"/>
                </a:lnTo>
                <a:lnTo>
                  <a:pt x="164" y="413"/>
                </a:lnTo>
                <a:lnTo>
                  <a:pt x="163" y="412"/>
                </a:lnTo>
                <a:lnTo>
                  <a:pt x="163" y="411"/>
                </a:lnTo>
                <a:lnTo>
                  <a:pt x="163" y="410"/>
                </a:lnTo>
                <a:lnTo>
                  <a:pt x="163" y="409"/>
                </a:lnTo>
                <a:lnTo>
                  <a:pt x="162" y="409"/>
                </a:lnTo>
                <a:lnTo>
                  <a:pt x="162" y="408"/>
                </a:lnTo>
                <a:lnTo>
                  <a:pt x="161" y="407"/>
                </a:lnTo>
                <a:lnTo>
                  <a:pt x="161" y="406"/>
                </a:lnTo>
                <a:lnTo>
                  <a:pt x="161" y="405"/>
                </a:lnTo>
                <a:lnTo>
                  <a:pt x="161" y="404"/>
                </a:lnTo>
                <a:lnTo>
                  <a:pt x="160" y="404"/>
                </a:lnTo>
                <a:lnTo>
                  <a:pt x="160" y="403"/>
                </a:lnTo>
                <a:lnTo>
                  <a:pt x="160" y="402"/>
                </a:lnTo>
                <a:lnTo>
                  <a:pt x="160" y="401"/>
                </a:lnTo>
                <a:lnTo>
                  <a:pt x="160" y="400"/>
                </a:lnTo>
                <a:lnTo>
                  <a:pt x="162" y="400"/>
                </a:lnTo>
                <a:lnTo>
                  <a:pt x="162" y="399"/>
                </a:lnTo>
                <a:lnTo>
                  <a:pt x="163" y="399"/>
                </a:lnTo>
                <a:lnTo>
                  <a:pt x="163" y="398"/>
                </a:lnTo>
                <a:lnTo>
                  <a:pt x="162" y="398"/>
                </a:lnTo>
                <a:lnTo>
                  <a:pt x="162" y="397"/>
                </a:lnTo>
                <a:lnTo>
                  <a:pt x="161" y="397"/>
                </a:lnTo>
                <a:lnTo>
                  <a:pt x="161" y="398"/>
                </a:lnTo>
                <a:lnTo>
                  <a:pt x="161" y="399"/>
                </a:lnTo>
                <a:lnTo>
                  <a:pt x="160" y="399"/>
                </a:lnTo>
                <a:lnTo>
                  <a:pt x="160" y="400"/>
                </a:lnTo>
                <a:lnTo>
                  <a:pt x="160" y="399"/>
                </a:lnTo>
                <a:lnTo>
                  <a:pt x="160" y="398"/>
                </a:lnTo>
                <a:lnTo>
                  <a:pt x="159" y="399"/>
                </a:lnTo>
                <a:lnTo>
                  <a:pt x="158" y="399"/>
                </a:lnTo>
                <a:lnTo>
                  <a:pt x="157" y="399"/>
                </a:lnTo>
                <a:lnTo>
                  <a:pt x="156" y="399"/>
                </a:lnTo>
                <a:lnTo>
                  <a:pt x="155" y="399"/>
                </a:lnTo>
                <a:lnTo>
                  <a:pt x="155" y="398"/>
                </a:lnTo>
                <a:lnTo>
                  <a:pt x="155" y="397"/>
                </a:lnTo>
                <a:lnTo>
                  <a:pt x="155" y="398"/>
                </a:lnTo>
                <a:lnTo>
                  <a:pt x="155" y="396"/>
                </a:lnTo>
                <a:lnTo>
                  <a:pt x="154" y="396"/>
                </a:lnTo>
                <a:lnTo>
                  <a:pt x="153" y="396"/>
                </a:lnTo>
                <a:lnTo>
                  <a:pt x="152" y="396"/>
                </a:lnTo>
                <a:lnTo>
                  <a:pt x="152" y="395"/>
                </a:lnTo>
                <a:lnTo>
                  <a:pt x="151" y="395"/>
                </a:lnTo>
                <a:lnTo>
                  <a:pt x="150" y="395"/>
                </a:lnTo>
                <a:lnTo>
                  <a:pt x="149" y="395"/>
                </a:lnTo>
                <a:lnTo>
                  <a:pt x="148" y="395"/>
                </a:lnTo>
                <a:lnTo>
                  <a:pt x="147" y="395"/>
                </a:lnTo>
                <a:lnTo>
                  <a:pt x="146" y="395"/>
                </a:lnTo>
                <a:lnTo>
                  <a:pt x="146" y="394"/>
                </a:lnTo>
                <a:lnTo>
                  <a:pt x="145" y="394"/>
                </a:lnTo>
                <a:lnTo>
                  <a:pt x="144" y="394"/>
                </a:lnTo>
                <a:lnTo>
                  <a:pt x="143" y="394"/>
                </a:lnTo>
                <a:lnTo>
                  <a:pt x="143" y="395"/>
                </a:lnTo>
                <a:lnTo>
                  <a:pt x="142" y="395"/>
                </a:lnTo>
                <a:lnTo>
                  <a:pt x="142" y="394"/>
                </a:lnTo>
                <a:lnTo>
                  <a:pt x="142" y="395"/>
                </a:lnTo>
                <a:lnTo>
                  <a:pt x="142" y="396"/>
                </a:lnTo>
                <a:lnTo>
                  <a:pt x="141" y="397"/>
                </a:lnTo>
                <a:lnTo>
                  <a:pt x="141" y="398"/>
                </a:lnTo>
                <a:lnTo>
                  <a:pt x="141" y="399"/>
                </a:lnTo>
                <a:lnTo>
                  <a:pt x="140" y="399"/>
                </a:lnTo>
                <a:lnTo>
                  <a:pt x="140" y="400"/>
                </a:lnTo>
                <a:lnTo>
                  <a:pt x="139" y="399"/>
                </a:lnTo>
                <a:lnTo>
                  <a:pt x="139" y="398"/>
                </a:lnTo>
                <a:lnTo>
                  <a:pt x="139" y="397"/>
                </a:lnTo>
                <a:lnTo>
                  <a:pt x="139" y="396"/>
                </a:lnTo>
                <a:lnTo>
                  <a:pt x="139" y="395"/>
                </a:lnTo>
                <a:lnTo>
                  <a:pt x="139" y="394"/>
                </a:lnTo>
                <a:lnTo>
                  <a:pt x="138" y="395"/>
                </a:lnTo>
                <a:lnTo>
                  <a:pt x="138" y="394"/>
                </a:lnTo>
                <a:lnTo>
                  <a:pt x="138" y="393"/>
                </a:lnTo>
                <a:lnTo>
                  <a:pt x="138" y="392"/>
                </a:lnTo>
                <a:lnTo>
                  <a:pt x="138" y="391"/>
                </a:lnTo>
                <a:lnTo>
                  <a:pt x="137" y="391"/>
                </a:lnTo>
                <a:lnTo>
                  <a:pt x="137" y="392"/>
                </a:lnTo>
                <a:lnTo>
                  <a:pt x="136" y="392"/>
                </a:lnTo>
                <a:lnTo>
                  <a:pt x="135" y="391"/>
                </a:lnTo>
                <a:lnTo>
                  <a:pt x="134" y="390"/>
                </a:lnTo>
                <a:lnTo>
                  <a:pt x="134" y="389"/>
                </a:lnTo>
                <a:lnTo>
                  <a:pt x="134" y="390"/>
                </a:lnTo>
                <a:lnTo>
                  <a:pt x="135" y="390"/>
                </a:lnTo>
                <a:lnTo>
                  <a:pt x="135" y="389"/>
                </a:lnTo>
                <a:lnTo>
                  <a:pt x="134" y="389"/>
                </a:lnTo>
                <a:lnTo>
                  <a:pt x="134" y="388"/>
                </a:lnTo>
                <a:lnTo>
                  <a:pt x="133" y="388"/>
                </a:lnTo>
                <a:lnTo>
                  <a:pt x="132" y="388"/>
                </a:lnTo>
                <a:lnTo>
                  <a:pt x="132" y="387"/>
                </a:lnTo>
                <a:lnTo>
                  <a:pt x="131" y="387"/>
                </a:lnTo>
                <a:lnTo>
                  <a:pt x="132" y="387"/>
                </a:lnTo>
                <a:lnTo>
                  <a:pt x="132" y="386"/>
                </a:lnTo>
                <a:lnTo>
                  <a:pt x="133" y="385"/>
                </a:lnTo>
                <a:lnTo>
                  <a:pt x="132" y="385"/>
                </a:lnTo>
                <a:lnTo>
                  <a:pt x="132" y="386"/>
                </a:lnTo>
                <a:lnTo>
                  <a:pt x="131" y="386"/>
                </a:lnTo>
                <a:lnTo>
                  <a:pt x="131" y="385"/>
                </a:lnTo>
                <a:lnTo>
                  <a:pt x="130" y="385"/>
                </a:lnTo>
                <a:lnTo>
                  <a:pt x="130" y="384"/>
                </a:lnTo>
                <a:lnTo>
                  <a:pt x="129" y="385"/>
                </a:lnTo>
                <a:lnTo>
                  <a:pt x="129" y="384"/>
                </a:lnTo>
                <a:lnTo>
                  <a:pt x="128" y="384"/>
                </a:lnTo>
                <a:lnTo>
                  <a:pt x="128" y="383"/>
                </a:lnTo>
                <a:lnTo>
                  <a:pt x="129" y="382"/>
                </a:lnTo>
                <a:lnTo>
                  <a:pt x="129" y="381"/>
                </a:lnTo>
                <a:lnTo>
                  <a:pt x="129" y="380"/>
                </a:lnTo>
                <a:lnTo>
                  <a:pt x="128" y="380"/>
                </a:lnTo>
                <a:lnTo>
                  <a:pt x="128" y="381"/>
                </a:lnTo>
                <a:lnTo>
                  <a:pt x="128" y="380"/>
                </a:lnTo>
                <a:lnTo>
                  <a:pt x="127" y="380"/>
                </a:lnTo>
                <a:lnTo>
                  <a:pt x="126" y="380"/>
                </a:lnTo>
                <a:lnTo>
                  <a:pt x="126" y="378"/>
                </a:lnTo>
                <a:lnTo>
                  <a:pt x="127" y="378"/>
                </a:lnTo>
                <a:lnTo>
                  <a:pt x="128" y="377"/>
                </a:lnTo>
                <a:lnTo>
                  <a:pt x="128" y="376"/>
                </a:lnTo>
                <a:lnTo>
                  <a:pt x="129" y="376"/>
                </a:lnTo>
                <a:lnTo>
                  <a:pt x="129" y="375"/>
                </a:lnTo>
                <a:lnTo>
                  <a:pt x="129" y="376"/>
                </a:lnTo>
                <a:lnTo>
                  <a:pt x="129" y="377"/>
                </a:lnTo>
                <a:lnTo>
                  <a:pt x="129" y="378"/>
                </a:lnTo>
                <a:lnTo>
                  <a:pt x="130" y="378"/>
                </a:lnTo>
                <a:lnTo>
                  <a:pt x="131" y="378"/>
                </a:lnTo>
                <a:lnTo>
                  <a:pt x="132" y="377"/>
                </a:lnTo>
                <a:lnTo>
                  <a:pt x="132" y="376"/>
                </a:lnTo>
                <a:lnTo>
                  <a:pt x="132" y="375"/>
                </a:lnTo>
                <a:lnTo>
                  <a:pt x="131" y="375"/>
                </a:lnTo>
                <a:lnTo>
                  <a:pt x="130" y="375"/>
                </a:lnTo>
                <a:lnTo>
                  <a:pt x="130" y="376"/>
                </a:lnTo>
                <a:lnTo>
                  <a:pt x="130" y="375"/>
                </a:lnTo>
                <a:lnTo>
                  <a:pt x="129" y="375"/>
                </a:lnTo>
                <a:lnTo>
                  <a:pt x="128" y="374"/>
                </a:lnTo>
                <a:lnTo>
                  <a:pt x="127" y="375"/>
                </a:lnTo>
                <a:lnTo>
                  <a:pt x="126" y="375"/>
                </a:lnTo>
                <a:lnTo>
                  <a:pt x="126" y="374"/>
                </a:lnTo>
                <a:lnTo>
                  <a:pt x="126" y="373"/>
                </a:lnTo>
                <a:lnTo>
                  <a:pt x="125" y="373"/>
                </a:lnTo>
                <a:lnTo>
                  <a:pt x="125" y="374"/>
                </a:lnTo>
                <a:lnTo>
                  <a:pt x="125" y="373"/>
                </a:lnTo>
                <a:lnTo>
                  <a:pt x="124" y="373"/>
                </a:lnTo>
                <a:lnTo>
                  <a:pt x="122" y="374"/>
                </a:lnTo>
                <a:lnTo>
                  <a:pt x="121" y="374"/>
                </a:lnTo>
                <a:lnTo>
                  <a:pt x="121" y="375"/>
                </a:lnTo>
                <a:lnTo>
                  <a:pt x="120" y="375"/>
                </a:lnTo>
                <a:lnTo>
                  <a:pt x="119" y="375"/>
                </a:lnTo>
                <a:lnTo>
                  <a:pt x="118" y="375"/>
                </a:lnTo>
                <a:lnTo>
                  <a:pt x="118" y="376"/>
                </a:lnTo>
                <a:lnTo>
                  <a:pt x="117" y="376"/>
                </a:lnTo>
                <a:lnTo>
                  <a:pt x="116" y="376"/>
                </a:lnTo>
                <a:lnTo>
                  <a:pt x="116" y="377"/>
                </a:lnTo>
                <a:lnTo>
                  <a:pt x="116" y="378"/>
                </a:lnTo>
                <a:lnTo>
                  <a:pt x="115" y="379"/>
                </a:lnTo>
                <a:lnTo>
                  <a:pt x="114" y="379"/>
                </a:lnTo>
                <a:lnTo>
                  <a:pt x="114" y="378"/>
                </a:lnTo>
                <a:lnTo>
                  <a:pt x="115" y="377"/>
                </a:lnTo>
                <a:lnTo>
                  <a:pt x="115" y="376"/>
                </a:lnTo>
                <a:lnTo>
                  <a:pt x="114" y="376"/>
                </a:lnTo>
                <a:lnTo>
                  <a:pt x="113" y="375"/>
                </a:lnTo>
                <a:lnTo>
                  <a:pt x="113" y="376"/>
                </a:lnTo>
                <a:lnTo>
                  <a:pt x="112" y="376"/>
                </a:lnTo>
                <a:lnTo>
                  <a:pt x="112" y="375"/>
                </a:lnTo>
                <a:lnTo>
                  <a:pt x="111" y="376"/>
                </a:lnTo>
                <a:lnTo>
                  <a:pt x="110" y="376"/>
                </a:lnTo>
                <a:lnTo>
                  <a:pt x="109" y="376"/>
                </a:lnTo>
                <a:lnTo>
                  <a:pt x="108" y="376"/>
                </a:lnTo>
                <a:lnTo>
                  <a:pt x="108" y="375"/>
                </a:lnTo>
                <a:lnTo>
                  <a:pt x="108" y="376"/>
                </a:lnTo>
                <a:lnTo>
                  <a:pt x="107" y="375"/>
                </a:lnTo>
                <a:lnTo>
                  <a:pt x="107" y="374"/>
                </a:lnTo>
                <a:lnTo>
                  <a:pt x="107" y="373"/>
                </a:lnTo>
                <a:lnTo>
                  <a:pt x="106" y="373"/>
                </a:lnTo>
                <a:lnTo>
                  <a:pt x="105" y="373"/>
                </a:lnTo>
                <a:lnTo>
                  <a:pt x="105" y="372"/>
                </a:lnTo>
                <a:lnTo>
                  <a:pt x="105" y="371"/>
                </a:lnTo>
                <a:lnTo>
                  <a:pt x="104" y="370"/>
                </a:lnTo>
                <a:lnTo>
                  <a:pt x="103" y="370"/>
                </a:lnTo>
                <a:lnTo>
                  <a:pt x="103" y="369"/>
                </a:lnTo>
                <a:lnTo>
                  <a:pt x="103" y="368"/>
                </a:lnTo>
                <a:lnTo>
                  <a:pt x="103" y="366"/>
                </a:lnTo>
                <a:lnTo>
                  <a:pt x="102" y="366"/>
                </a:lnTo>
                <a:lnTo>
                  <a:pt x="102" y="367"/>
                </a:lnTo>
                <a:lnTo>
                  <a:pt x="101" y="367"/>
                </a:lnTo>
                <a:lnTo>
                  <a:pt x="101" y="366"/>
                </a:lnTo>
                <a:lnTo>
                  <a:pt x="101" y="365"/>
                </a:lnTo>
                <a:lnTo>
                  <a:pt x="101" y="366"/>
                </a:lnTo>
                <a:lnTo>
                  <a:pt x="100" y="366"/>
                </a:lnTo>
                <a:lnTo>
                  <a:pt x="100" y="367"/>
                </a:lnTo>
                <a:lnTo>
                  <a:pt x="99" y="367"/>
                </a:lnTo>
                <a:lnTo>
                  <a:pt x="99" y="368"/>
                </a:lnTo>
                <a:lnTo>
                  <a:pt x="99" y="369"/>
                </a:lnTo>
                <a:lnTo>
                  <a:pt x="98" y="369"/>
                </a:lnTo>
                <a:lnTo>
                  <a:pt x="98" y="368"/>
                </a:lnTo>
                <a:lnTo>
                  <a:pt x="97" y="367"/>
                </a:lnTo>
                <a:lnTo>
                  <a:pt x="98" y="367"/>
                </a:lnTo>
                <a:lnTo>
                  <a:pt x="98" y="365"/>
                </a:lnTo>
                <a:lnTo>
                  <a:pt x="98" y="364"/>
                </a:lnTo>
                <a:lnTo>
                  <a:pt x="97" y="364"/>
                </a:lnTo>
                <a:lnTo>
                  <a:pt x="97" y="363"/>
                </a:lnTo>
                <a:lnTo>
                  <a:pt x="98" y="363"/>
                </a:lnTo>
                <a:lnTo>
                  <a:pt x="99" y="362"/>
                </a:lnTo>
                <a:lnTo>
                  <a:pt x="99" y="363"/>
                </a:lnTo>
                <a:lnTo>
                  <a:pt x="100" y="363"/>
                </a:lnTo>
                <a:lnTo>
                  <a:pt x="100" y="362"/>
                </a:lnTo>
                <a:lnTo>
                  <a:pt x="99" y="361"/>
                </a:lnTo>
                <a:lnTo>
                  <a:pt x="98" y="360"/>
                </a:lnTo>
                <a:lnTo>
                  <a:pt x="98" y="361"/>
                </a:lnTo>
                <a:lnTo>
                  <a:pt x="97" y="361"/>
                </a:lnTo>
                <a:lnTo>
                  <a:pt x="97" y="360"/>
                </a:lnTo>
                <a:lnTo>
                  <a:pt x="96" y="360"/>
                </a:lnTo>
                <a:lnTo>
                  <a:pt x="95" y="360"/>
                </a:lnTo>
                <a:lnTo>
                  <a:pt x="94" y="359"/>
                </a:lnTo>
                <a:lnTo>
                  <a:pt x="94" y="358"/>
                </a:lnTo>
                <a:lnTo>
                  <a:pt x="93" y="357"/>
                </a:lnTo>
                <a:lnTo>
                  <a:pt x="94" y="357"/>
                </a:lnTo>
                <a:lnTo>
                  <a:pt x="94" y="356"/>
                </a:lnTo>
                <a:lnTo>
                  <a:pt x="94" y="355"/>
                </a:lnTo>
                <a:lnTo>
                  <a:pt x="93" y="354"/>
                </a:lnTo>
                <a:lnTo>
                  <a:pt x="93" y="353"/>
                </a:lnTo>
                <a:lnTo>
                  <a:pt x="94" y="353"/>
                </a:lnTo>
                <a:lnTo>
                  <a:pt x="94" y="352"/>
                </a:lnTo>
                <a:lnTo>
                  <a:pt x="94" y="350"/>
                </a:lnTo>
                <a:lnTo>
                  <a:pt x="94" y="349"/>
                </a:lnTo>
                <a:lnTo>
                  <a:pt x="94" y="348"/>
                </a:lnTo>
                <a:lnTo>
                  <a:pt x="94" y="347"/>
                </a:lnTo>
                <a:lnTo>
                  <a:pt x="94" y="346"/>
                </a:lnTo>
                <a:lnTo>
                  <a:pt x="95" y="345"/>
                </a:lnTo>
                <a:lnTo>
                  <a:pt x="95" y="344"/>
                </a:lnTo>
                <a:lnTo>
                  <a:pt x="97" y="344"/>
                </a:lnTo>
                <a:lnTo>
                  <a:pt x="97" y="343"/>
                </a:lnTo>
                <a:lnTo>
                  <a:pt x="96" y="343"/>
                </a:lnTo>
                <a:lnTo>
                  <a:pt x="97" y="343"/>
                </a:lnTo>
                <a:lnTo>
                  <a:pt x="98" y="341"/>
                </a:lnTo>
                <a:lnTo>
                  <a:pt x="99" y="341"/>
                </a:lnTo>
                <a:lnTo>
                  <a:pt x="99" y="340"/>
                </a:lnTo>
                <a:lnTo>
                  <a:pt x="100" y="339"/>
                </a:lnTo>
                <a:lnTo>
                  <a:pt x="100" y="340"/>
                </a:lnTo>
                <a:lnTo>
                  <a:pt x="101" y="340"/>
                </a:lnTo>
                <a:lnTo>
                  <a:pt x="102" y="337"/>
                </a:lnTo>
                <a:lnTo>
                  <a:pt x="103" y="337"/>
                </a:lnTo>
                <a:lnTo>
                  <a:pt x="104" y="337"/>
                </a:lnTo>
                <a:lnTo>
                  <a:pt x="105" y="337"/>
                </a:lnTo>
                <a:lnTo>
                  <a:pt x="106" y="337"/>
                </a:lnTo>
                <a:lnTo>
                  <a:pt x="107" y="337"/>
                </a:lnTo>
                <a:lnTo>
                  <a:pt x="108" y="337"/>
                </a:lnTo>
                <a:lnTo>
                  <a:pt x="109" y="336"/>
                </a:lnTo>
                <a:lnTo>
                  <a:pt x="109" y="335"/>
                </a:lnTo>
                <a:lnTo>
                  <a:pt x="109" y="333"/>
                </a:lnTo>
                <a:lnTo>
                  <a:pt x="110" y="333"/>
                </a:lnTo>
                <a:lnTo>
                  <a:pt x="110" y="332"/>
                </a:lnTo>
                <a:lnTo>
                  <a:pt x="109" y="332"/>
                </a:lnTo>
                <a:lnTo>
                  <a:pt x="109" y="331"/>
                </a:lnTo>
                <a:lnTo>
                  <a:pt x="108" y="330"/>
                </a:lnTo>
                <a:lnTo>
                  <a:pt x="108" y="329"/>
                </a:lnTo>
                <a:lnTo>
                  <a:pt x="108" y="328"/>
                </a:lnTo>
                <a:lnTo>
                  <a:pt x="107" y="326"/>
                </a:lnTo>
                <a:lnTo>
                  <a:pt x="106" y="325"/>
                </a:lnTo>
                <a:lnTo>
                  <a:pt x="105" y="325"/>
                </a:lnTo>
                <a:lnTo>
                  <a:pt x="105" y="324"/>
                </a:lnTo>
                <a:lnTo>
                  <a:pt x="105" y="323"/>
                </a:lnTo>
                <a:lnTo>
                  <a:pt x="105" y="322"/>
                </a:lnTo>
                <a:lnTo>
                  <a:pt x="106" y="322"/>
                </a:lnTo>
                <a:lnTo>
                  <a:pt x="106" y="321"/>
                </a:lnTo>
                <a:lnTo>
                  <a:pt x="105" y="321"/>
                </a:lnTo>
                <a:lnTo>
                  <a:pt x="105" y="320"/>
                </a:lnTo>
                <a:lnTo>
                  <a:pt x="106" y="319"/>
                </a:lnTo>
                <a:lnTo>
                  <a:pt x="107" y="319"/>
                </a:lnTo>
                <a:lnTo>
                  <a:pt x="107" y="318"/>
                </a:lnTo>
                <a:lnTo>
                  <a:pt x="106" y="317"/>
                </a:lnTo>
                <a:lnTo>
                  <a:pt x="106" y="316"/>
                </a:lnTo>
                <a:lnTo>
                  <a:pt x="105" y="316"/>
                </a:lnTo>
                <a:lnTo>
                  <a:pt x="105" y="315"/>
                </a:lnTo>
                <a:lnTo>
                  <a:pt x="105" y="314"/>
                </a:lnTo>
                <a:lnTo>
                  <a:pt x="104" y="314"/>
                </a:lnTo>
                <a:lnTo>
                  <a:pt x="103" y="314"/>
                </a:lnTo>
                <a:lnTo>
                  <a:pt x="102" y="314"/>
                </a:lnTo>
                <a:lnTo>
                  <a:pt x="102" y="313"/>
                </a:lnTo>
                <a:lnTo>
                  <a:pt x="102" y="312"/>
                </a:lnTo>
                <a:lnTo>
                  <a:pt x="101" y="312"/>
                </a:lnTo>
                <a:lnTo>
                  <a:pt x="101" y="311"/>
                </a:lnTo>
                <a:lnTo>
                  <a:pt x="100" y="311"/>
                </a:lnTo>
                <a:lnTo>
                  <a:pt x="100" y="310"/>
                </a:lnTo>
                <a:lnTo>
                  <a:pt x="101" y="310"/>
                </a:lnTo>
                <a:lnTo>
                  <a:pt x="102" y="309"/>
                </a:lnTo>
                <a:lnTo>
                  <a:pt x="101" y="308"/>
                </a:lnTo>
                <a:lnTo>
                  <a:pt x="100" y="308"/>
                </a:lnTo>
                <a:lnTo>
                  <a:pt x="100" y="306"/>
                </a:lnTo>
                <a:lnTo>
                  <a:pt x="100" y="305"/>
                </a:lnTo>
                <a:lnTo>
                  <a:pt x="100" y="304"/>
                </a:lnTo>
                <a:lnTo>
                  <a:pt x="100" y="303"/>
                </a:lnTo>
                <a:lnTo>
                  <a:pt x="99" y="303"/>
                </a:lnTo>
                <a:lnTo>
                  <a:pt x="98" y="302"/>
                </a:lnTo>
                <a:lnTo>
                  <a:pt x="98" y="303"/>
                </a:lnTo>
                <a:lnTo>
                  <a:pt x="97" y="303"/>
                </a:lnTo>
                <a:lnTo>
                  <a:pt x="97" y="302"/>
                </a:lnTo>
                <a:lnTo>
                  <a:pt x="97" y="301"/>
                </a:lnTo>
                <a:lnTo>
                  <a:pt x="97" y="298"/>
                </a:lnTo>
                <a:lnTo>
                  <a:pt x="96" y="297"/>
                </a:lnTo>
                <a:lnTo>
                  <a:pt x="96" y="296"/>
                </a:lnTo>
                <a:lnTo>
                  <a:pt x="95" y="295"/>
                </a:lnTo>
                <a:lnTo>
                  <a:pt x="95" y="294"/>
                </a:lnTo>
                <a:lnTo>
                  <a:pt x="94" y="294"/>
                </a:lnTo>
                <a:lnTo>
                  <a:pt x="93" y="293"/>
                </a:lnTo>
                <a:lnTo>
                  <a:pt x="92" y="293"/>
                </a:lnTo>
                <a:lnTo>
                  <a:pt x="90" y="294"/>
                </a:lnTo>
                <a:lnTo>
                  <a:pt x="89" y="294"/>
                </a:lnTo>
                <a:lnTo>
                  <a:pt x="88" y="293"/>
                </a:lnTo>
                <a:lnTo>
                  <a:pt x="87" y="293"/>
                </a:lnTo>
                <a:lnTo>
                  <a:pt x="86" y="291"/>
                </a:lnTo>
                <a:lnTo>
                  <a:pt x="87" y="291"/>
                </a:lnTo>
                <a:lnTo>
                  <a:pt x="88" y="291"/>
                </a:lnTo>
                <a:lnTo>
                  <a:pt x="89" y="290"/>
                </a:lnTo>
                <a:lnTo>
                  <a:pt x="89" y="288"/>
                </a:lnTo>
                <a:lnTo>
                  <a:pt x="88" y="288"/>
                </a:lnTo>
                <a:lnTo>
                  <a:pt x="88" y="287"/>
                </a:lnTo>
                <a:lnTo>
                  <a:pt x="87" y="286"/>
                </a:lnTo>
                <a:lnTo>
                  <a:pt x="86" y="286"/>
                </a:lnTo>
                <a:lnTo>
                  <a:pt x="86" y="285"/>
                </a:lnTo>
                <a:lnTo>
                  <a:pt x="86" y="283"/>
                </a:lnTo>
                <a:lnTo>
                  <a:pt x="85" y="283"/>
                </a:lnTo>
                <a:lnTo>
                  <a:pt x="84" y="283"/>
                </a:lnTo>
                <a:lnTo>
                  <a:pt x="84" y="281"/>
                </a:lnTo>
                <a:lnTo>
                  <a:pt x="84" y="280"/>
                </a:lnTo>
                <a:lnTo>
                  <a:pt x="84" y="279"/>
                </a:lnTo>
                <a:lnTo>
                  <a:pt x="83" y="279"/>
                </a:lnTo>
                <a:lnTo>
                  <a:pt x="83" y="278"/>
                </a:lnTo>
                <a:lnTo>
                  <a:pt x="82" y="278"/>
                </a:lnTo>
                <a:lnTo>
                  <a:pt x="82" y="277"/>
                </a:lnTo>
                <a:lnTo>
                  <a:pt x="82" y="275"/>
                </a:lnTo>
                <a:lnTo>
                  <a:pt x="83" y="275"/>
                </a:lnTo>
                <a:lnTo>
                  <a:pt x="83" y="273"/>
                </a:lnTo>
                <a:lnTo>
                  <a:pt x="84" y="272"/>
                </a:lnTo>
                <a:lnTo>
                  <a:pt x="85" y="273"/>
                </a:lnTo>
                <a:lnTo>
                  <a:pt x="85" y="272"/>
                </a:lnTo>
                <a:lnTo>
                  <a:pt x="87" y="272"/>
                </a:lnTo>
                <a:lnTo>
                  <a:pt x="88" y="272"/>
                </a:lnTo>
                <a:lnTo>
                  <a:pt x="89" y="271"/>
                </a:lnTo>
                <a:lnTo>
                  <a:pt x="90" y="271"/>
                </a:lnTo>
                <a:lnTo>
                  <a:pt x="91" y="271"/>
                </a:lnTo>
                <a:lnTo>
                  <a:pt x="92" y="272"/>
                </a:lnTo>
                <a:lnTo>
                  <a:pt x="93" y="271"/>
                </a:lnTo>
                <a:lnTo>
                  <a:pt x="94" y="271"/>
                </a:lnTo>
                <a:lnTo>
                  <a:pt x="94" y="270"/>
                </a:lnTo>
                <a:lnTo>
                  <a:pt x="95" y="269"/>
                </a:lnTo>
                <a:lnTo>
                  <a:pt x="94" y="269"/>
                </a:lnTo>
                <a:lnTo>
                  <a:pt x="94" y="268"/>
                </a:lnTo>
                <a:lnTo>
                  <a:pt x="94" y="266"/>
                </a:lnTo>
                <a:lnTo>
                  <a:pt x="94" y="265"/>
                </a:lnTo>
                <a:lnTo>
                  <a:pt x="93" y="265"/>
                </a:lnTo>
                <a:lnTo>
                  <a:pt x="91" y="264"/>
                </a:lnTo>
                <a:lnTo>
                  <a:pt x="91" y="263"/>
                </a:lnTo>
                <a:lnTo>
                  <a:pt x="90" y="262"/>
                </a:lnTo>
                <a:lnTo>
                  <a:pt x="91" y="262"/>
                </a:lnTo>
                <a:lnTo>
                  <a:pt x="91" y="261"/>
                </a:lnTo>
                <a:lnTo>
                  <a:pt x="89" y="260"/>
                </a:lnTo>
                <a:lnTo>
                  <a:pt x="89" y="259"/>
                </a:lnTo>
                <a:lnTo>
                  <a:pt x="89" y="258"/>
                </a:lnTo>
                <a:lnTo>
                  <a:pt x="87" y="257"/>
                </a:lnTo>
                <a:lnTo>
                  <a:pt x="86" y="256"/>
                </a:lnTo>
                <a:lnTo>
                  <a:pt x="85" y="256"/>
                </a:lnTo>
                <a:lnTo>
                  <a:pt x="84" y="257"/>
                </a:lnTo>
                <a:lnTo>
                  <a:pt x="84" y="256"/>
                </a:lnTo>
                <a:lnTo>
                  <a:pt x="83" y="256"/>
                </a:lnTo>
                <a:lnTo>
                  <a:pt x="82" y="256"/>
                </a:lnTo>
                <a:lnTo>
                  <a:pt x="81" y="256"/>
                </a:lnTo>
                <a:lnTo>
                  <a:pt x="81" y="257"/>
                </a:lnTo>
                <a:lnTo>
                  <a:pt x="80" y="256"/>
                </a:lnTo>
                <a:lnTo>
                  <a:pt x="80" y="255"/>
                </a:lnTo>
                <a:lnTo>
                  <a:pt x="80" y="254"/>
                </a:lnTo>
                <a:lnTo>
                  <a:pt x="80" y="252"/>
                </a:lnTo>
                <a:lnTo>
                  <a:pt x="80" y="253"/>
                </a:lnTo>
                <a:lnTo>
                  <a:pt x="81" y="252"/>
                </a:lnTo>
                <a:lnTo>
                  <a:pt x="81" y="251"/>
                </a:lnTo>
                <a:lnTo>
                  <a:pt x="80" y="251"/>
                </a:lnTo>
                <a:lnTo>
                  <a:pt x="80" y="250"/>
                </a:lnTo>
                <a:lnTo>
                  <a:pt x="80" y="249"/>
                </a:lnTo>
                <a:lnTo>
                  <a:pt x="79" y="249"/>
                </a:lnTo>
                <a:lnTo>
                  <a:pt x="79" y="248"/>
                </a:lnTo>
                <a:lnTo>
                  <a:pt x="79" y="246"/>
                </a:lnTo>
                <a:lnTo>
                  <a:pt x="78" y="246"/>
                </a:lnTo>
                <a:lnTo>
                  <a:pt x="77" y="246"/>
                </a:lnTo>
                <a:lnTo>
                  <a:pt x="75" y="246"/>
                </a:lnTo>
                <a:lnTo>
                  <a:pt x="74" y="245"/>
                </a:lnTo>
                <a:lnTo>
                  <a:pt x="73" y="245"/>
                </a:lnTo>
                <a:lnTo>
                  <a:pt x="71" y="244"/>
                </a:lnTo>
                <a:lnTo>
                  <a:pt x="70" y="243"/>
                </a:lnTo>
                <a:lnTo>
                  <a:pt x="69" y="243"/>
                </a:lnTo>
                <a:lnTo>
                  <a:pt x="68" y="243"/>
                </a:lnTo>
                <a:lnTo>
                  <a:pt x="68" y="244"/>
                </a:lnTo>
                <a:lnTo>
                  <a:pt x="67" y="244"/>
                </a:lnTo>
                <a:lnTo>
                  <a:pt x="67" y="245"/>
                </a:lnTo>
                <a:lnTo>
                  <a:pt x="66" y="244"/>
                </a:lnTo>
                <a:lnTo>
                  <a:pt x="65" y="244"/>
                </a:lnTo>
                <a:lnTo>
                  <a:pt x="65" y="242"/>
                </a:lnTo>
                <a:lnTo>
                  <a:pt x="64" y="242"/>
                </a:lnTo>
                <a:lnTo>
                  <a:pt x="63" y="242"/>
                </a:lnTo>
                <a:lnTo>
                  <a:pt x="61" y="242"/>
                </a:lnTo>
                <a:lnTo>
                  <a:pt x="60" y="241"/>
                </a:lnTo>
                <a:lnTo>
                  <a:pt x="60" y="237"/>
                </a:lnTo>
                <a:lnTo>
                  <a:pt x="59" y="237"/>
                </a:lnTo>
                <a:lnTo>
                  <a:pt x="58" y="236"/>
                </a:lnTo>
                <a:lnTo>
                  <a:pt x="57" y="236"/>
                </a:lnTo>
                <a:lnTo>
                  <a:pt x="56" y="236"/>
                </a:lnTo>
                <a:lnTo>
                  <a:pt x="56" y="235"/>
                </a:lnTo>
                <a:lnTo>
                  <a:pt x="56" y="234"/>
                </a:lnTo>
                <a:lnTo>
                  <a:pt x="57" y="234"/>
                </a:lnTo>
                <a:lnTo>
                  <a:pt x="56" y="233"/>
                </a:lnTo>
                <a:lnTo>
                  <a:pt x="55" y="232"/>
                </a:lnTo>
                <a:lnTo>
                  <a:pt x="55" y="231"/>
                </a:lnTo>
                <a:lnTo>
                  <a:pt x="54" y="229"/>
                </a:lnTo>
                <a:lnTo>
                  <a:pt x="53" y="228"/>
                </a:lnTo>
                <a:lnTo>
                  <a:pt x="52" y="228"/>
                </a:lnTo>
                <a:lnTo>
                  <a:pt x="52" y="227"/>
                </a:lnTo>
                <a:lnTo>
                  <a:pt x="51" y="227"/>
                </a:lnTo>
                <a:lnTo>
                  <a:pt x="51" y="226"/>
                </a:lnTo>
                <a:lnTo>
                  <a:pt x="51" y="225"/>
                </a:lnTo>
                <a:lnTo>
                  <a:pt x="51" y="224"/>
                </a:lnTo>
                <a:lnTo>
                  <a:pt x="50" y="223"/>
                </a:lnTo>
                <a:lnTo>
                  <a:pt x="49" y="223"/>
                </a:lnTo>
                <a:lnTo>
                  <a:pt x="48" y="222"/>
                </a:lnTo>
                <a:lnTo>
                  <a:pt x="47" y="222"/>
                </a:lnTo>
                <a:lnTo>
                  <a:pt x="46" y="222"/>
                </a:lnTo>
                <a:lnTo>
                  <a:pt x="46" y="221"/>
                </a:lnTo>
                <a:lnTo>
                  <a:pt x="46" y="222"/>
                </a:lnTo>
                <a:lnTo>
                  <a:pt x="45" y="222"/>
                </a:lnTo>
                <a:lnTo>
                  <a:pt x="45" y="221"/>
                </a:lnTo>
                <a:lnTo>
                  <a:pt x="44" y="220"/>
                </a:lnTo>
                <a:lnTo>
                  <a:pt x="43" y="220"/>
                </a:lnTo>
                <a:lnTo>
                  <a:pt x="43" y="221"/>
                </a:lnTo>
                <a:lnTo>
                  <a:pt x="42" y="221"/>
                </a:lnTo>
                <a:lnTo>
                  <a:pt x="41" y="221"/>
                </a:lnTo>
                <a:lnTo>
                  <a:pt x="40" y="223"/>
                </a:lnTo>
                <a:lnTo>
                  <a:pt x="39" y="223"/>
                </a:lnTo>
                <a:lnTo>
                  <a:pt x="38" y="224"/>
                </a:lnTo>
                <a:lnTo>
                  <a:pt x="36" y="224"/>
                </a:lnTo>
                <a:lnTo>
                  <a:pt x="35" y="225"/>
                </a:lnTo>
                <a:lnTo>
                  <a:pt x="34" y="224"/>
                </a:lnTo>
                <a:lnTo>
                  <a:pt x="33" y="224"/>
                </a:lnTo>
                <a:lnTo>
                  <a:pt x="33" y="225"/>
                </a:lnTo>
                <a:lnTo>
                  <a:pt x="31" y="225"/>
                </a:lnTo>
                <a:lnTo>
                  <a:pt x="30" y="224"/>
                </a:lnTo>
                <a:lnTo>
                  <a:pt x="30" y="223"/>
                </a:lnTo>
                <a:lnTo>
                  <a:pt x="29" y="223"/>
                </a:lnTo>
                <a:lnTo>
                  <a:pt x="28" y="221"/>
                </a:lnTo>
                <a:lnTo>
                  <a:pt x="28" y="220"/>
                </a:lnTo>
                <a:lnTo>
                  <a:pt x="28" y="219"/>
                </a:lnTo>
                <a:lnTo>
                  <a:pt x="28" y="218"/>
                </a:lnTo>
                <a:lnTo>
                  <a:pt x="28" y="217"/>
                </a:lnTo>
                <a:lnTo>
                  <a:pt x="29" y="217"/>
                </a:lnTo>
                <a:lnTo>
                  <a:pt x="30" y="217"/>
                </a:lnTo>
                <a:lnTo>
                  <a:pt x="30" y="216"/>
                </a:lnTo>
                <a:lnTo>
                  <a:pt x="30" y="215"/>
                </a:lnTo>
                <a:lnTo>
                  <a:pt x="31" y="215"/>
                </a:lnTo>
                <a:lnTo>
                  <a:pt x="32" y="215"/>
                </a:lnTo>
                <a:lnTo>
                  <a:pt x="32" y="216"/>
                </a:lnTo>
                <a:lnTo>
                  <a:pt x="33" y="216"/>
                </a:lnTo>
                <a:lnTo>
                  <a:pt x="33" y="215"/>
                </a:lnTo>
                <a:lnTo>
                  <a:pt x="34" y="215"/>
                </a:lnTo>
                <a:lnTo>
                  <a:pt x="34" y="214"/>
                </a:lnTo>
                <a:lnTo>
                  <a:pt x="34" y="213"/>
                </a:lnTo>
                <a:lnTo>
                  <a:pt x="35" y="213"/>
                </a:lnTo>
                <a:lnTo>
                  <a:pt x="36" y="213"/>
                </a:lnTo>
                <a:lnTo>
                  <a:pt x="36" y="212"/>
                </a:lnTo>
                <a:lnTo>
                  <a:pt x="37" y="212"/>
                </a:lnTo>
                <a:lnTo>
                  <a:pt x="38" y="212"/>
                </a:lnTo>
                <a:lnTo>
                  <a:pt x="38" y="211"/>
                </a:lnTo>
                <a:lnTo>
                  <a:pt x="38" y="210"/>
                </a:lnTo>
                <a:lnTo>
                  <a:pt x="37" y="210"/>
                </a:lnTo>
                <a:lnTo>
                  <a:pt x="34" y="209"/>
                </a:lnTo>
                <a:lnTo>
                  <a:pt x="33" y="208"/>
                </a:lnTo>
                <a:lnTo>
                  <a:pt x="33" y="207"/>
                </a:lnTo>
                <a:lnTo>
                  <a:pt x="34" y="207"/>
                </a:lnTo>
                <a:lnTo>
                  <a:pt x="34" y="206"/>
                </a:lnTo>
                <a:lnTo>
                  <a:pt x="34" y="205"/>
                </a:lnTo>
                <a:lnTo>
                  <a:pt x="35" y="204"/>
                </a:lnTo>
                <a:lnTo>
                  <a:pt x="35" y="203"/>
                </a:lnTo>
                <a:lnTo>
                  <a:pt x="34" y="203"/>
                </a:lnTo>
                <a:lnTo>
                  <a:pt x="32" y="203"/>
                </a:lnTo>
                <a:lnTo>
                  <a:pt x="31" y="202"/>
                </a:lnTo>
                <a:lnTo>
                  <a:pt x="31" y="203"/>
                </a:lnTo>
                <a:lnTo>
                  <a:pt x="30" y="203"/>
                </a:lnTo>
                <a:lnTo>
                  <a:pt x="29" y="202"/>
                </a:lnTo>
                <a:lnTo>
                  <a:pt x="28" y="202"/>
                </a:lnTo>
                <a:lnTo>
                  <a:pt x="27" y="202"/>
                </a:lnTo>
                <a:lnTo>
                  <a:pt x="26" y="202"/>
                </a:lnTo>
                <a:lnTo>
                  <a:pt x="24" y="202"/>
                </a:lnTo>
                <a:lnTo>
                  <a:pt x="23" y="202"/>
                </a:lnTo>
                <a:lnTo>
                  <a:pt x="22" y="201"/>
                </a:lnTo>
                <a:lnTo>
                  <a:pt x="21" y="201"/>
                </a:lnTo>
                <a:lnTo>
                  <a:pt x="20" y="202"/>
                </a:lnTo>
                <a:lnTo>
                  <a:pt x="19" y="202"/>
                </a:lnTo>
                <a:lnTo>
                  <a:pt x="18" y="202"/>
                </a:lnTo>
                <a:lnTo>
                  <a:pt x="15" y="202"/>
                </a:lnTo>
                <a:lnTo>
                  <a:pt x="14" y="202"/>
                </a:lnTo>
                <a:lnTo>
                  <a:pt x="14" y="201"/>
                </a:lnTo>
                <a:lnTo>
                  <a:pt x="13" y="200"/>
                </a:lnTo>
                <a:lnTo>
                  <a:pt x="12" y="200"/>
                </a:lnTo>
                <a:lnTo>
                  <a:pt x="10" y="200"/>
                </a:lnTo>
                <a:lnTo>
                  <a:pt x="8" y="202"/>
                </a:lnTo>
                <a:lnTo>
                  <a:pt x="7" y="202"/>
                </a:lnTo>
                <a:lnTo>
                  <a:pt x="6" y="202"/>
                </a:lnTo>
                <a:lnTo>
                  <a:pt x="5" y="202"/>
                </a:lnTo>
                <a:lnTo>
                  <a:pt x="2" y="203"/>
                </a:lnTo>
                <a:lnTo>
                  <a:pt x="1" y="203"/>
                </a:lnTo>
                <a:lnTo>
                  <a:pt x="0" y="202"/>
                </a:lnTo>
                <a:lnTo>
                  <a:pt x="1" y="200"/>
                </a:lnTo>
                <a:lnTo>
                  <a:pt x="3" y="199"/>
                </a:lnTo>
                <a:lnTo>
                  <a:pt x="4" y="200"/>
                </a:lnTo>
                <a:lnTo>
                  <a:pt x="5" y="200"/>
                </a:lnTo>
                <a:lnTo>
                  <a:pt x="6" y="199"/>
                </a:lnTo>
                <a:lnTo>
                  <a:pt x="7" y="198"/>
                </a:lnTo>
                <a:lnTo>
                  <a:pt x="8" y="198"/>
                </a:lnTo>
                <a:lnTo>
                  <a:pt x="9" y="198"/>
                </a:lnTo>
                <a:lnTo>
                  <a:pt x="11" y="198"/>
                </a:lnTo>
                <a:lnTo>
                  <a:pt x="11" y="196"/>
                </a:lnTo>
                <a:lnTo>
                  <a:pt x="12" y="193"/>
                </a:lnTo>
                <a:lnTo>
                  <a:pt x="13" y="193"/>
                </a:lnTo>
                <a:lnTo>
                  <a:pt x="19" y="192"/>
                </a:lnTo>
                <a:lnTo>
                  <a:pt x="29" y="192"/>
                </a:lnTo>
                <a:lnTo>
                  <a:pt x="42" y="191"/>
                </a:lnTo>
                <a:lnTo>
                  <a:pt x="46" y="190"/>
                </a:lnTo>
                <a:lnTo>
                  <a:pt x="49" y="189"/>
                </a:lnTo>
                <a:lnTo>
                  <a:pt x="52" y="187"/>
                </a:lnTo>
                <a:lnTo>
                  <a:pt x="55" y="187"/>
                </a:lnTo>
                <a:lnTo>
                  <a:pt x="57" y="187"/>
                </a:lnTo>
                <a:lnTo>
                  <a:pt x="64" y="186"/>
                </a:lnTo>
                <a:lnTo>
                  <a:pt x="66" y="186"/>
                </a:lnTo>
                <a:lnTo>
                  <a:pt x="67" y="185"/>
                </a:lnTo>
                <a:lnTo>
                  <a:pt x="72" y="182"/>
                </a:lnTo>
                <a:lnTo>
                  <a:pt x="78" y="178"/>
                </a:lnTo>
                <a:lnTo>
                  <a:pt x="80" y="177"/>
                </a:lnTo>
                <a:lnTo>
                  <a:pt x="82" y="177"/>
                </a:lnTo>
                <a:lnTo>
                  <a:pt x="85" y="177"/>
                </a:lnTo>
                <a:lnTo>
                  <a:pt x="88" y="175"/>
                </a:lnTo>
                <a:lnTo>
                  <a:pt x="93" y="173"/>
                </a:lnTo>
                <a:lnTo>
                  <a:pt x="97" y="172"/>
                </a:lnTo>
                <a:lnTo>
                  <a:pt x="99" y="173"/>
                </a:lnTo>
                <a:lnTo>
                  <a:pt x="104" y="174"/>
                </a:lnTo>
                <a:lnTo>
                  <a:pt x="106" y="173"/>
                </a:lnTo>
                <a:lnTo>
                  <a:pt x="109" y="174"/>
                </a:lnTo>
                <a:lnTo>
                  <a:pt x="114" y="174"/>
                </a:lnTo>
                <a:lnTo>
                  <a:pt x="116" y="174"/>
                </a:lnTo>
                <a:lnTo>
                  <a:pt x="116" y="173"/>
                </a:lnTo>
                <a:lnTo>
                  <a:pt x="118" y="173"/>
                </a:lnTo>
                <a:lnTo>
                  <a:pt x="119" y="172"/>
                </a:lnTo>
                <a:lnTo>
                  <a:pt x="119" y="168"/>
                </a:lnTo>
                <a:lnTo>
                  <a:pt x="120" y="166"/>
                </a:lnTo>
                <a:lnTo>
                  <a:pt x="121" y="165"/>
                </a:lnTo>
                <a:lnTo>
                  <a:pt x="122" y="165"/>
                </a:lnTo>
                <a:lnTo>
                  <a:pt x="123" y="166"/>
                </a:lnTo>
                <a:lnTo>
                  <a:pt x="124" y="167"/>
                </a:lnTo>
                <a:lnTo>
                  <a:pt x="124" y="166"/>
                </a:lnTo>
                <a:lnTo>
                  <a:pt x="125" y="166"/>
                </a:lnTo>
                <a:lnTo>
                  <a:pt x="126" y="166"/>
                </a:lnTo>
                <a:lnTo>
                  <a:pt x="127" y="165"/>
                </a:lnTo>
                <a:lnTo>
                  <a:pt x="128" y="165"/>
                </a:lnTo>
                <a:lnTo>
                  <a:pt x="130" y="164"/>
                </a:lnTo>
                <a:lnTo>
                  <a:pt x="131" y="163"/>
                </a:lnTo>
                <a:lnTo>
                  <a:pt x="132" y="163"/>
                </a:lnTo>
                <a:lnTo>
                  <a:pt x="132" y="164"/>
                </a:lnTo>
                <a:lnTo>
                  <a:pt x="133" y="164"/>
                </a:lnTo>
                <a:lnTo>
                  <a:pt x="133" y="163"/>
                </a:lnTo>
                <a:lnTo>
                  <a:pt x="134" y="163"/>
                </a:lnTo>
                <a:lnTo>
                  <a:pt x="134" y="162"/>
                </a:lnTo>
                <a:lnTo>
                  <a:pt x="133" y="162"/>
                </a:lnTo>
                <a:lnTo>
                  <a:pt x="133" y="161"/>
                </a:lnTo>
                <a:lnTo>
                  <a:pt x="134" y="160"/>
                </a:lnTo>
                <a:lnTo>
                  <a:pt x="135" y="159"/>
                </a:lnTo>
                <a:lnTo>
                  <a:pt x="136" y="158"/>
                </a:lnTo>
                <a:lnTo>
                  <a:pt x="136" y="157"/>
                </a:lnTo>
                <a:lnTo>
                  <a:pt x="137" y="156"/>
                </a:lnTo>
                <a:lnTo>
                  <a:pt x="136" y="155"/>
                </a:lnTo>
                <a:lnTo>
                  <a:pt x="136" y="154"/>
                </a:lnTo>
                <a:lnTo>
                  <a:pt x="136" y="153"/>
                </a:lnTo>
                <a:lnTo>
                  <a:pt x="136" y="151"/>
                </a:lnTo>
                <a:lnTo>
                  <a:pt x="136" y="150"/>
                </a:lnTo>
                <a:lnTo>
                  <a:pt x="136" y="149"/>
                </a:lnTo>
                <a:lnTo>
                  <a:pt x="136" y="147"/>
                </a:lnTo>
                <a:lnTo>
                  <a:pt x="136" y="146"/>
                </a:lnTo>
                <a:lnTo>
                  <a:pt x="137" y="146"/>
                </a:lnTo>
                <a:lnTo>
                  <a:pt x="139" y="143"/>
                </a:lnTo>
                <a:lnTo>
                  <a:pt x="139" y="142"/>
                </a:lnTo>
                <a:lnTo>
                  <a:pt x="140" y="142"/>
                </a:lnTo>
                <a:lnTo>
                  <a:pt x="140" y="141"/>
                </a:lnTo>
                <a:lnTo>
                  <a:pt x="139" y="140"/>
                </a:lnTo>
                <a:lnTo>
                  <a:pt x="138" y="138"/>
                </a:lnTo>
                <a:lnTo>
                  <a:pt x="137" y="138"/>
                </a:lnTo>
                <a:lnTo>
                  <a:pt x="136" y="137"/>
                </a:lnTo>
                <a:lnTo>
                  <a:pt x="136" y="136"/>
                </a:lnTo>
                <a:lnTo>
                  <a:pt x="135" y="135"/>
                </a:lnTo>
                <a:lnTo>
                  <a:pt x="135" y="134"/>
                </a:lnTo>
                <a:lnTo>
                  <a:pt x="134" y="133"/>
                </a:lnTo>
                <a:lnTo>
                  <a:pt x="134" y="132"/>
                </a:lnTo>
                <a:lnTo>
                  <a:pt x="133" y="130"/>
                </a:lnTo>
                <a:lnTo>
                  <a:pt x="133" y="127"/>
                </a:lnTo>
                <a:lnTo>
                  <a:pt x="133" y="126"/>
                </a:lnTo>
                <a:lnTo>
                  <a:pt x="134" y="124"/>
                </a:lnTo>
                <a:lnTo>
                  <a:pt x="134" y="122"/>
                </a:lnTo>
                <a:lnTo>
                  <a:pt x="134" y="121"/>
                </a:lnTo>
                <a:lnTo>
                  <a:pt x="134" y="120"/>
                </a:lnTo>
                <a:lnTo>
                  <a:pt x="138" y="119"/>
                </a:lnTo>
                <a:lnTo>
                  <a:pt x="139" y="119"/>
                </a:lnTo>
                <a:lnTo>
                  <a:pt x="139" y="118"/>
                </a:lnTo>
                <a:lnTo>
                  <a:pt x="140" y="118"/>
                </a:lnTo>
                <a:lnTo>
                  <a:pt x="140" y="117"/>
                </a:lnTo>
                <a:lnTo>
                  <a:pt x="140" y="116"/>
                </a:lnTo>
                <a:lnTo>
                  <a:pt x="141" y="115"/>
                </a:lnTo>
                <a:lnTo>
                  <a:pt x="142" y="113"/>
                </a:lnTo>
                <a:lnTo>
                  <a:pt x="142" y="112"/>
                </a:lnTo>
                <a:lnTo>
                  <a:pt x="141" y="110"/>
                </a:lnTo>
                <a:lnTo>
                  <a:pt x="140" y="110"/>
                </a:lnTo>
                <a:lnTo>
                  <a:pt x="140" y="109"/>
                </a:lnTo>
                <a:lnTo>
                  <a:pt x="139" y="108"/>
                </a:lnTo>
                <a:lnTo>
                  <a:pt x="139" y="107"/>
                </a:lnTo>
                <a:lnTo>
                  <a:pt x="138" y="107"/>
                </a:lnTo>
                <a:lnTo>
                  <a:pt x="138" y="106"/>
                </a:lnTo>
                <a:lnTo>
                  <a:pt x="138" y="105"/>
                </a:lnTo>
                <a:lnTo>
                  <a:pt x="138" y="104"/>
                </a:lnTo>
                <a:lnTo>
                  <a:pt x="138" y="103"/>
                </a:lnTo>
                <a:lnTo>
                  <a:pt x="139" y="103"/>
                </a:lnTo>
                <a:lnTo>
                  <a:pt x="139" y="102"/>
                </a:lnTo>
                <a:lnTo>
                  <a:pt x="139" y="101"/>
                </a:lnTo>
                <a:lnTo>
                  <a:pt x="138" y="100"/>
                </a:lnTo>
                <a:lnTo>
                  <a:pt x="138" y="99"/>
                </a:lnTo>
                <a:lnTo>
                  <a:pt x="138" y="98"/>
                </a:lnTo>
                <a:lnTo>
                  <a:pt x="138" y="97"/>
                </a:lnTo>
                <a:lnTo>
                  <a:pt x="139" y="97"/>
                </a:lnTo>
                <a:lnTo>
                  <a:pt x="140" y="97"/>
                </a:lnTo>
                <a:lnTo>
                  <a:pt x="140" y="96"/>
                </a:lnTo>
                <a:lnTo>
                  <a:pt x="140" y="95"/>
                </a:lnTo>
                <a:lnTo>
                  <a:pt x="139" y="95"/>
                </a:lnTo>
                <a:lnTo>
                  <a:pt x="139" y="94"/>
                </a:lnTo>
                <a:lnTo>
                  <a:pt x="139" y="93"/>
                </a:lnTo>
                <a:lnTo>
                  <a:pt x="139" y="92"/>
                </a:lnTo>
                <a:lnTo>
                  <a:pt x="140" y="91"/>
                </a:lnTo>
                <a:lnTo>
                  <a:pt x="140" y="90"/>
                </a:lnTo>
                <a:lnTo>
                  <a:pt x="140" y="89"/>
                </a:lnTo>
                <a:lnTo>
                  <a:pt x="141" y="89"/>
                </a:lnTo>
                <a:lnTo>
                  <a:pt x="141" y="88"/>
                </a:lnTo>
                <a:lnTo>
                  <a:pt x="142" y="88"/>
                </a:lnTo>
                <a:lnTo>
                  <a:pt x="142" y="87"/>
                </a:lnTo>
                <a:lnTo>
                  <a:pt x="142" y="86"/>
                </a:lnTo>
                <a:lnTo>
                  <a:pt x="141" y="86"/>
                </a:lnTo>
                <a:lnTo>
                  <a:pt x="141" y="85"/>
                </a:lnTo>
                <a:lnTo>
                  <a:pt x="141" y="84"/>
                </a:lnTo>
                <a:lnTo>
                  <a:pt x="141" y="83"/>
                </a:lnTo>
                <a:lnTo>
                  <a:pt x="142" y="83"/>
                </a:lnTo>
                <a:lnTo>
                  <a:pt x="142" y="82"/>
                </a:lnTo>
                <a:lnTo>
                  <a:pt x="143" y="82"/>
                </a:lnTo>
                <a:lnTo>
                  <a:pt x="143" y="81"/>
                </a:lnTo>
                <a:lnTo>
                  <a:pt x="142" y="80"/>
                </a:lnTo>
                <a:lnTo>
                  <a:pt x="141" y="80"/>
                </a:lnTo>
                <a:lnTo>
                  <a:pt x="141" y="79"/>
                </a:lnTo>
                <a:lnTo>
                  <a:pt x="141" y="78"/>
                </a:lnTo>
                <a:lnTo>
                  <a:pt x="141" y="77"/>
                </a:lnTo>
                <a:lnTo>
                  <a:pt x="141" y="76"/>
                </a:lnTo>
                <a:lnTo>
                  <a:pt x="141" y="75"/>
                </a:lnTo>
                <a:lnTo>
                  <a:pt x="142" y="75"/>
                </a:lnTo>
                <a:lnTo>
                  <a:pt x="143" y="75"/>
                </a:lnTo>
                <a:lnTo>
                  <a:pt x="143" y="74"/>
                </a:lnTo>
                <a:lnTo>
                  <a:pt x="142" y="74"/>
                </a:lnTo>
                <a:lnTo>
                  <a:pt x="142" y="73"/>
                </a:lnTo>
                <a:lnTo>
                  <a:pt x="143" y="73"/>
                </a:lnTo>
                <a:lnTo>
                  <a:pt x="144" y="71"/>
                </a:lnTo>
                <a:lnTo>
                  <a:pt x="144" y="70"/>
                </a:lnTo>
                <a:lnTo>
                  <a:pt x="144" y="69"/>
                </a:lnTo>
                <a:lnTo>
                  <a:pt x="144" y="68"/>
                </a:lnTo>
                <a:lnTo>
                  <a:pt x="145" y="67"/>
                </a:lnTo>
                <a:lnTo>
                  <a:pt x="146" y="66"/>
                </a:lnTo>
                <a:lnTo>
                  <a:pt x="145" y="66"/>
                </a:lnTo>
                <a:lnTo>
                  <a:pt x="145" y="65"/>
                </a:lnTo>
                <a:lnTo>
                  <a:pt x="145" y="64"/>
                </a:lnTo>
                <a:lnTo>
                  <a:pt x="145" y="63"/>
                </a:lnTo>
                <a:lnTo>
                  <a:pt x="145" y="62"/>
                </a:lnTo>
                <a:lnTo>
                  <a:pt x="145" y="61"/>
                </a:lnTo>
                <a:lnTo>
                  <a:pt x="146" y="61"/>
                </a:lnTo>
                <a:lnTo>
                  <a:pt x="148" y="60"/>
                </a:lnTo>
                <a:lnTo>
                  <a:pt x="148" y="59"/>
                </a:lnTo>
                <a:lnTo>
                  <a:pt x="149" y="58"/>
                </a:lnTo>
                <a:lnTo>
                  <a:pt x="152" y="56"/>
                </a:lnTo>
                <a:lnTo>
                  <a:pt x="152" y="55"/>
                </a:lnTo>
                <a:lnTo>
                  <a:pt x="153" y="55"/>
                </a:lnTo>
                <a:lnTo>
                  <a:pt x="154" y="53"/>
                </a:lnTo>
                <a:lnTo>
                  <a:pt x="154" y="52"/>
                </a:lnTo>
                <a:lnTo>
                  <a:pt x="153" y="52"/>
                </a:lnTo>
                <a:lnTo>
                  <a:pt x="153" y="53"/>
                </a:lnTo>
                <a:lnTo>
                  <a:pt x="152" y="52"/>
                </a:lnTo>
                <a:lnTo>
                  <a:pt x="151" y="51"/>
                </a:lnTo>
                <a:lnTo>
                  <a:pt x="151" y="50"/>
                </a:lnTo>
                <a:lnTo>
                  <a:pt x="153" y="48"/>
                </a:lnTo>
                <a:lnTo>
                  <a:pt x="154" y="48"/>
                </a:lnTo>
                <a:lnTo>
                  <a:pt x="154" y="47"/>
                </a:lnTo>
                <a:lnTo>
                  <a:pt x="154" y="46"/>
                </a:lnTo>
                <a:lnTo>
                  <a:pt x="155" y="46"/>
                </a:lnTo>
                <a:lnTo>
                  <a:pt x="155" y="45"/>
                </a:lnTo>
                <a:lnTo>
                  <a:pt x="157" y="44"/>
                </a:lnTo>
                <a:lnTo>
                  <a:pt x="158" y="44"/>
                </a:lnTo>
                <a:lnTo>
                  <a:pt x="159" y="43"/>
                </a:lnTo>
                <a:lnTo>
                  <a:pt x="159" y="42"/>
                </a:lnTo>
                <a:lnTo>
                  <a:pt x="160" y="41"/>
                </a:lnTo>
                <a:lnTo>
                  <a:pt x="161" y="40"/>
                </a:lnTo>
                <a:lnTo>
                  <a:pt x="162" y="39"/>
                </a:lnTo>
                <a:lnTo>
                  <a:pt x="162" y="38"/>
                </a:lnTo>
                <a:lnTo>
                  <a:pt x="162" y="37"/>
                </a:lnTo>
                <a:lnTo>
                  <a:pt x="161" y="37"/>
                </a:lnTo>
                <a:lnTo>
                  <a:pt x="161" y="36"/>
                </a:lnTo>
                <a:lnTo>
                  <a:pt x="162" y="35"/>
                </a:lnTo>
                <a:lnTo>
                  <a:pt x="161" y="35"/>
                </a:lnTo>
                <a:lnTo>
                  <a:pt x="162" y="34"/>
                </a:lnTo>
                <a:lnTo>
                  <a:pt x="162" y="33"/>
                </a:lnTo>
                <a:lnTo>
                  <a:pt x="163" y="32"/>
                </a:lnTo>
                <a:lnTo>
                  <a:pt x="163" y="31"/>
                </a:lnTo>
                <a:lnTo>
                  <a:pt x="163" y="30"/>
                </a:lnTo>
                <a:lnTo>
                  <a:pt x="164" y="30"/>
                </a:lnTo>
                <a:lnTo>
                  <a:pt x="164" y="29"/>
                </a:lnTo>
                <a:lnTo>
                  <a:pt x="164" y="28"/>
                </a:lnTo>
                <a:lnTo>
                  <a:pt x="164" y="27"/>
                </a:lnTo>
                <a:lnTo>
                  <a:pt x="165" y="27"/>
                </a:lnTo>
                <a:lnTo>
                  <a:pt x="165" y="26"/>
                </a:lnTo>
                <a:lnTo>
                  <a:pt x="166" y="25"/>
                </a:lnTo>
                <a:lnTo>
                  <a:pt x="167" y="24"/>
                </a:lnTo>
                <a:lnTo>
                  <a:pt x="168" y="24"/>
                </a:lnTo>
                <a:lnTo>
                  <a:pt x="168" y="23"/>
                </a:lnTo>
                <a:lnTo>
                  <a:pt x="169" y="24"/>
                </a:lnTo>
                <a:lnTo>
                  <a:pt x="170" y="24"/>
                </a:lnTo>
                <a:lnTo>
                  <a:pt x="170" y="25"/>
                </a:lnTo>
                <a:lnTo>
                  <a:pt x="171" y="25"/>
                </a:lnTo>
                <a:lnTo>
                  <a:pt x="172" y="26"/>
                </a:lnTo>
                <a:lnTo>
                  <a:pt x="173" y="26"/>
                </a:lnTo>
                <a:lnTo>
                  <a:pt x="174" y="26"/>
                </a:lnTo>
                <a:lnTo>
                  <a:pt x="175" y="25"/>
                </a:lnTo>
                <a:lnTo>
                  <a:pt x="175" y="26"/>
                </a:lnTo>
                <a:lnTo>
                  <a:pt x="177" y="26"/>
                </a:lnTo>
                <a:lnTo>
                  <a:pt x="178" y="26"/>
                </a:lnTo>
                <a:lnTo>
                  <a:pt x="179" y="25"/>
                </a:lnTo>
                <a:lnTo>
                  <a:pt x="180" y="25"/>
                </a:lnTo>
                <a:lnTo>
                  <a:pt x="180" y="23"/>
                </a:lnTo>
                <a:lnTo>
                  <a:pt x="180" y="21"/>
                </a:lnTo>
                <a:lnTo>
                  <a:pt x="180" y="20"/>
                </a:lnTo>
                <a:lnTo>
                  <a:pt x="179" y="20"/>
                </a:lnTo>
                <a:lnTo>
                  <a:pt x="179" y="19"/>
                </a:lnTo>
                <a:lnTo>
                  <a:pt x="179" y="18"/>
                </a:lnTo>
                <a:lnTo>
                  <a:pt x="180" y="18"/>
                </a:lnTo>
                <a:lnTo>
                  <a:pt x="180" y="17"/>
                </a:lnTo>
                <a:lnTo>
                  <a:pt x="180" y="16"/>
                </a:lnTo>
                <a:lnTo>
                  <a:pt x="179" y="15"/>
                </a:lnTo>
                <a:lnTo>
                  <a:pt x="179" y="14"/>
                </a:lnTo>
                <a:lnTo>
                  <a:pt x="179" y="13"/>
                </a:lnTo>
                <a:lnTo>
                  <a:pt x="179" y="12"/>
                </a:lnTo>
                <a:lnTo>
                  <a:pt x="180" y="11"/>
                </a:lnTo>
                <a:lnTo>
                  <a:pt x="181" y="12"/>
                </a:lnTo>
                <a:lnTo>
                  <a:pt x="182" y="12"/>
                </a:lnTo>
                <a:lnTo>
                  <a:pt x="183" y="11"/>
                </a:lnTo>
                <a:lnTo>
                  <a:pt x="185" y="11"/>
                </a:lnTo>
                <a:lnTo>
                  <a:pt x="186" y="11"/>
                </a:lnTo>
                <a:lnTo>
                  <a:pt x="187" y="11"/>
                </a:lnTo>
                <a:lnTo>
                  <a:pt x="190" y="10"/>
                </a:lnTo>
                <a:lnTo>
                  <a:pt x="193" y="10"/>
                </a:lnTo>
                <a:lnTo>
                  <a:pt x="193" y="11"/>
                </a:lnTo>
                <a:lnTo>
                  <a:pt x="194" y="11"/>
                </a:lnTo>
                <a:lnTo>
                  <a:pt x="195" y="11"/>
                </a:lnTo>
                <a:lnTo>
                  <a:pt x="198" y="11"/>
                </a:lnTo>
                <a:lnTo>
                  <a:pt x="198" y="12"/>
                </a:lnTo>
                <a:lnTo>
                  <a:pt x="200" y="12"/>
                </a:lnTo>
                <a:lnTo>
                  <a:pt x="202" y="9"/>
                </a:lnTo>
                <a:lnTo>
                  <a:pt x="204" y="6"/>
                </a:lnTo>
                <a:lnTo>
                  <a:pt x="206" y="4"/>
                </a:lnTo>
                <a:lnTo>
                  <a:pt x="208" y="1"/>
                </a:lnTo>
                <a:lnTo>
                  <a:pt x="210" y="2"/>
                </a:lnTo>
                <a:lnTo>
                  <a:pt x="211" y="2"/>
                </a:lnTo>
                <a:lnTo>
                  <a:pt x="211" y="3"/>
                </a:lnTo>
                <a:lnTo>
                  <a:pt x="212" y="3"/>
                </a:lnTo>
                <a:lnTo>
                  <a:pt x="214" y="3"/>
                </a:lnTo>
                <a:lnTo>
                  <a:pt x="215" y="3"/>
                </a:lnTo>
                <a:lnTo>
                  <a:pt x="216" y="3"/>
                </a:lnTo>
                <a:lnTo>
                  <a:pt x="216" y="2"/>
                </a:lnTo>
                <a:lnTo>
                  <a:pt x="217" y="2"/>
                </a:lnTo>
                <a:lnTo>
                  <a:pt x="220" y="1"/>
                </a:lnTo>
                <a:lnTo>
                  <a:pt x="220" y="0"/>
                </a:lnTo>
                <a:lnTo>
                  <a:pt x="222" y="0"/>
                </a:lnTo>
                <a:lnTo>
                  <a:pt x="222" y="1"/>
                </a:lnTo>
                <a:lnTo>
                  <a:pt x="22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12" name=""/>
          <p:cNvSpPr/>
          <p:nvPr/>
        </p:nvSpPr>
        <p:spPr>
          <a:xfrm>
            <a:off x="3114720" y="3324240"/>
            <a:ext cx="742680" cy="547200"/>
          </a:xfrm>
          <a:custGeom>
            <a:avLst/>
            <a:gdLst/>
            <a:ahLst/>
            <a:rect l="0" t="0" r="r" b="b"/>
            <a:pathLst>
              <a:path w="2063" h="1520">
                <a:moveTo>
                  <a:pt x="2063" y="662"/>
                </a:moveTo>
                <a:lnTo>
                  <a:pt x="2061" y="663"/>
                </a:lnTo>
                <a:lnTo>
                  <a:pt x="2060" y="663"/>
                </a:lnTo>
                <a:lnTo>
                  <a:pt x="2060" y="664"/>
                </a:lnTo>
                <a:lnTo>
                  <a:pt x="2059" y="664"/>
                </a:lnTo>
                <a:lnTo>
                  <a:pt x="2058" y="664"/>
                </a:lnTo>
                <a:lnTo>
                  <a:pt x="2058" y="665"/>
                </a:lnTo>
                <a:lnTo>
                  <a:pt x="2057" y="665"/>
                </a:lnTo>
                <a:lnTo>
                  <a:pt x="2056" y="665"/>
                </a:lnTo>
                <a:lnTo>
                  <a:pt x="2056" y="666"/>
                </a:lnTo>
                <a:lnTo>
                  <a:pt x="2055" y="666"/>
                </a:lnTo>
                <a:lnTo>
                  <a:pt x="2054" y="666"/>
                </a:lnTo>
                <a:lnTo>
                  <a:pt x="2054" y="667"/>
                </a:lnTo>
                <a:lnTo>
                  <a:pt x="2053" y="667"/>
                </a:lnTo>
                <a:lnTo>
                  <a:pt x="2052" y="667"/>
                </a:lnTo>
                <a:lnTo>
                  <a:pt x="2052" y="668"/>
                </a:lnTo>
                <a:lnTo>
                  <a:pt x="2051" y="668"/>
                </a:lnTo>
                <a:lnTo>
                  <a:pt x="2050" y="669"/>
                </a:lnTo>
                <a:lnTo>
                  <a:pt x="2048" y="669"/>
                </a:lnTo>
                <a:lnTo>
                  <a:pt x="2048" y="670"/>
                </a:lnTo>
                <a:lnTo>
                  <a:pt x="2045" y="671"/>
                </a:lnTo>
                <a:lnTo>
                  <a:pt x="2044" y="671"/>
                </a:lnTo>
                <a:lnTo>
                  <a:pt x="2043" y="671"/>
                </a:lnTo>
                <a:lnTo>
                  <a:pt x="2043" y="672"/>
                </a:lnTo>
                <a:lnTo>
                  <a:pt x="2042" y="673"/>
                </a:lnTo>
                <a:lnTo>
                  <a:pt x="2040" y="673"/>
                </a:lnTo>
                <a:lnTo>
                  <a:pt x="2039" y="673"/>
                </a:lnTo>
                <a:lnTo>
                  <a:pt x="2038" y="674"/>
                </a:lnTo>
                <a:lnTo>
                  <a:pt x="2037" y="674"/>
                </a:lnTo>
                <a:lnTo>
                  <a:pt x="2035" y="677"/>
                </a:lnTo>
                <a:lnTo>
                  <a:pt x="2035" y="678"/>
                </a:lnTo>
                <a:lnTo>
                  <a:pt x="2034" y="678"/>
                </a:lnTo>
                <a:lnTo>
                  <a:pt x="2033" y="679"/>
                </a:lnTo>
                <a:lnTo>
                  <a:pt x="2031" y="680"/>
                </a:lnTo>
                <a:lnTo>
                  <a:pt x="2030" y="680"/>
                </a:lnTo>
                <a:lnTo>
                  <a:pt x="2030" y="681"/>
                </a:lnTo>
                <a:lnTo>
                  <a:pt x="2030" y="685"/>
                </a:lnTo>
                <a:lnTo>
                  <a:pt x="2030" y="687"/>
                </a:lnTo>
                <a:lnTo>
                  <a:pt x="2028" y="689"/>
                </a:lnTo>
                <a:lnTo>
                  <a:pt x="2026" y="691"/>
                </a:lnTo>
                <a:lnTo>
                  <a:pt x="2028" y="692"/>
                </a:lnTo>
                <a:lnTo>
                  <a:pt x="2034" y="694"/>
                </a:lnTo>
                <a:lnTo>
                  <a:pt x="2032" y="700"/>
                </a:lnTo>
                <a:lnTo>
                  <a:pt x="2032" y="703"/>
                </a:lnTo>
                <a:lnTo>
                  <a:pt x="2044" y="714"/>
                </a:lnTo>
                <a:lnTo>
                  <a:pt x="2040" y="716"/>
                </a:lnTo>
                <a:lnTo>
                  <a:pt x="2038" y="719"/>
                </a:lnTo>
                <a:lnTo>
                  <a:pt x="2035" y="721"/>
                </a:lnTo>
                <a:lnTo>
                  <a:pt x="2041" y="730"/>
                </a:lnTo>
                <a:lnTo>
                  <a:pt x="2040" y="733"/>
                </a:lnTo>
                <a:lnTo>
                  <a:pt x="2041" y="733"/>
                </a:lnTo>
                <a:lnTo>
                  <a:pt x="2040" y="733"/>
                </a:lnTo>
                <a:lnTo>
                  <a:pt x="2040" y="734"/>
                </a:lnTo>
                <a:lnTo>
                  <a:pt x="2041" y="734"/>
                </a:lnTo>
                <a:lnTo>
                  <a:pt x="2040" y="734"/>
                </a:lnTo>
                <a:lnTo>
                  <a:pt x="2040" y="735"/>
                </a:lnTo>
                <a:lnTo>
                  <a:pt x="2039" y="735"/>
                </a:lnTo>
                <a:lnTo>
                  <a:pt x="2039" y="736"/>
                </a:lnTo>
                <a:lnTo>
                  <a:pt x="2039" y="737"/>
                </a:lnTo>
                <a:lnTo>
                  <a:pt x="2038" y="738"/>
                </a:lnTo>
                <a:lnTo>
                  <a:pt x="2038" y="739"/>
                </a:lnTo>
                <a:lnTo>
                  <a:pt x="2037" y="739"/>
                </a:lnTo>
                <a:lnTo>
                  <a:pt x="2036" y="740"/>
                </a:lnTo>
                <a:lnTo>
                  <a:pt x="2035" y="740"/>
                </a:lnTo>
                <a:lnTo>
                  <a:pt x="2035" y="741"/>
                </a:lnTo>
                <a:lnTo>
                  <a:pt x="2034" y="741"/>
                </a:lnTo>
                <a:lnTo>
                  <a:pt x="2034" y="742"/>
                </a:lnTo>
                <a:lnTo>
                  <a:pt x="2033" y="743"/>
                </a:lnTo>
                <a:lnTo>
                  <a:pt x="2032" y="743"/>
                </a:lnTo>
                <a:lnTo>
                  <a:pt x="2032" y="744"/>
                </a:lnTo>
                <a:lnTo>
                  <a:pt x="2031" y="744"/>
                </a:lnTo>
                <a:lnTo>
                  <a:pt x="2030" y="744"/>
                </a:lnTo>
                <a:lnTo>
                  <a:pt x="2030" y="745"/>
                </a:lnTo>
                <a:lnTo>
                  <a:pt x="2029" y="745"/>
                </a:lnTo>
                <a:lnTo>
                  <a:pt x="2028" y="745"/>
                </a:lnTo>
                <a:lnTo>
                  <a:pt x="2028" y="746"/>
                </a:lnTo>
                <a:lnTo>
                  <a:pt x="2027" y="746"/>
                </a:lnTo>
                <a:lnTo>
                  <a:pt x="2025" y="747"/>
                </a:lnTo>
                <a:lnTo>
                  <a:pt x="2024" y="747"/>
                </a:lnTo>
                <a:lnTo>
                  <a:pt x="2024" y="748"/>
                </a:lnTo>
                <a:lnTo>
                  <a:pt x="2022" y="748"/>
                </a:lnTo>
                <a:lnTo>
                  <a:pt x="2020" y="749"/>
                </a:lnTo>
                <a:lnTo>
                  <a:pt x="2019" y="749"/>
                </a:lnTo>
                <a:lnTo>
                  <a:pt x="2018" y="750"/>
                </a:lnTo>
                <a:lnTo>
                  <a:pt x="2017" y="750"/>
                </a:lnTo>
                <a:lnTo>
                  <a:pt x="2016" y="751"/>
                </a:lnTo>
                <a:lnTo>
                  <a:pt x="2015" y="751"/>
                </a:lnTo>
                <a:lnTo>
                  <a:pt x="2013" y="751"/>
                </a:lnTo>
                <a:lnTo>
                  <a:pt x="2012" y="751"/>
                </a:lnTo>
                <a:lnTo>
                  <a:pt x="2011" y="751"/>
                </a:lnTo>
                <a:lnTo>
                  <a:pt x="2010" y="751"/>
                </a:lnTo>
                <a:lnTo>
                  <a:pt x="2009" y="752"/>
                </a:lnTo>
                <a:lnTo>
                  <a:pt x="2007" y="753"/>
                </a:lnTo>
                <a:lnTo>
                  <a:pt x="2006" y="753"/>
                </a:lnTo>
                <a:lnTo>
                  <a:pt x="2005" y="753"/>
                </a:lnTo>
                <a:lnTo>
                  <a:pt x="2003" y="753"/>
                </a:lnTo>
                <a:lnTo>
                  <a:pt x="2002" y="753"/>
                </a:lnTo>
                <a:lnTo>
                  <a:pt x="2001" y="753"/>
                </a:lnTo>
                <a:lnTo>
                  <a:pt x="1999" y="753"/>
                </a:lnTo>
                <a:lnTo>
                  <a:pt x="1997" y="754"/>
                </a:lnTo>
                <a:lnTo>
                  <a:pt x="1996" y="754"/>
                </a:lnTo>
                <a:lnTo>
                  <a:pt x="1996" y="755"/>
                </a:lnTo>
                <a:lnTo>
                  <a:pt x="1995" y="755"/>
                </a:lnTo>
                <a:lnTo>
                  <a:pt x="1994" y="755"/>
                </a:lnTo>
                <a:lnTo>
                  <a:pt x="1994" y="756"/>
                </a:lnTo>
                <a:lnTo>
                  <a:pt x="1992" y="756"/>
                </a:lnTo>
                <a:lnTo>
                  <a:pt x="1990" y="757"/>
                </a:lnTo>
                <a:lnTo>
                  <a:pt x="1989" y="757"/>
                </a:lnTo>
                <a:lnTo>
                  <a:pt x="1989" y="758"/>
                </a:lnTo>
                <a:lnTo>
                  <a:pt x="1988" y="758"/>
                </a:lnTo>
                <a:lnTo>
                  <a:pt x="1986" y="759"/>
                </a:lnTo>
                <a:lnTo>
                  <a:pt x="1985" y="760"/>
                </a:lnTo>
                <a:lnTo>
                  <a:pt x="1984" y="761"/>
                </a:lnTo>
                <a:lnTo>
                  <a:pt x="1983" y="761"/>
                </a:lnTo>
                <a:lnTo>
                  <a:pt x="1982" y="762"/>
                </a:lnTo>
                <a:lnTo>
                  <a:pt x="1981" y="762"/>
                </a:lnTo>
                <a:lnTo>
                  <a:pt x="1980" y="763"/>
                </a:lnTo>
                <a:lnTo>
                  <a:pt x="1978" y="765"/>
                </a:lnTo>
                <a:lnTo>
                  <a:pt x="1977" y="766"/>
                </a:lnTo>
                <a:lnTo>
                  <a:pt x="1976" y="766"/>
                </a:lnTo>
                <a:lnTo>
                  <a:pt x="1974" y="767"/>
                </a:lnTo>
                <a:lnTo>
                  <a:pt x="1972" y="768"/>
                </a:lnTo>
                <a:lnTo>
                  <a:pt x="1972" y="769"/>
                </a:lnTo>
                <a:lnTo>
                  <a:pt x="1971" y="769"/>
                </a:lnTo>
                <a:lnTo>
                  <a:pt x="1971" y="770"/>
                </a:lnTo>
                <a:lnTo>
                  <a:pt x="1969" y="771"/>
                </a:lnTo>
                <a:lnTo>
                  <a:pt x="1969" y="772"/>
                </a:lnTo>
                <a:lnTo>
                  <a:pt x="1968" y="772"/>
                </a:lnTo>
                <a:lnTo>
                  <a:pt x="1968" y="773"/>
                </a:lnTo>
                <a:lnTo>
                  <a:pt x="1968" y="774"/>
                </a:lnTo>
                <a:lnTo>
                  <a:pt x="1967" y="775"/>
                </a:lnTo>
                <a:lnTo>
                  <a:pt x="1967" y="776"/>
                </a:lnTo>
                <a:lnTo>
                  <a:pt x="1966" y="777"/>
                </a:lnTo>
                <a:lnTo>
                  <a:pt x="1966" y="778"/>
                </a:lnTo>
                <a:lnTo>
                  <a:pt x="1966" y="779"/>
                </a:lnTo>
                <a:lnTo>
                  <a:pt x="1966" y="780"/>
                </a:lnTo>
                <a:lnTo>
                  <a:pt x="1965" y="780"/>
                </a:lnTo>
                <a:lnTo>
                  <a:pt x="1960" y="776"/>
                </a:lnTo>
                <a:lnTo>
                  <a:pt x="1959" y="773"/>
                </a:lnTo>
                <a:lnTo>
                  <a:pt x="1958" y="772"/>
                </a:lnTo>
                <a:lnTo>
                  <a:pt x="1958" y="771"/>
                </a:lnTo>
                <a:lnTo>
                  <a:pt x="1957" y="770"/>
                </a:lnTo>
                <a:lnTo>
                  <a:pt x="1957" y="769"/>
                </a:lnTo>
                <a:lnTo>
                  <a:pt x="1956" y="767"/>
                </a:lnTo>
                <a:lnTo>
                  <a:pt x="1955" y="767"/>
                </a:lnTo>
                <a:lnTo>
                  <a:pt x="1955" y="766"/>
                </a:lnTo>
                <a:lnTo>
                  <a:pt x="1956" y="766"/>
                </a:lnTo>
                <a:lnTo>
                  <a:pt x="1956" y="765"/>
                </a:lnTo>
                <a:lnTo>
                  <a:pt x="1956" y="764"/>
                </a:lnTo>
                <a:lnTo>
                  <a:pt x="1954" y="764"/>
                </a:lnTo>
                <a:lnTo>
                  <a:pt x="1953" y="763"/>
                </a:lnTo>
                <a:lnTo>
                  <a:pt x="1952" y="762"/>
                </a:lnTo>
                <a:lnTo>
                  <a:pt x="1951" y="761"/>
                </a:lnTo>
                <a:lnTo>
                  <a:pt x="1951" y="760"/>
                </a:lnTo>
                <a:lnTo>
                  <a:pt x="1950" y="759"/>
                </a:lnTo>
                <a:lnTo>
                  <a:pt x="1948" y="760"/>
                </a:lnTo>
                <a:lnTo>
                  <a:pt x="1939" y="764"/>
                </a:lnTo>
                <a:lnTo>
                  <a:pt x="1935" y="765"/>
                </a:lnTo>
                <a:lnTo>
                  <a:pt x="1926" y="770"/>
                </a:lnTo>
                <a:lnTo>
                  <a:pt x="1922" y="773"/>
                </a:lnTo>
                <a:lnTo>
                  <a:pt x="1921" y="775"/>
                </a:lnTo>
                <a:lnTo>
                  <a:pt x="1918" y="780"/>
                </a:lnTo>
                <a:lnTo>
                  <a:pt x="1915" y="783"/>
                </a:lnTo>
                <a:lnTo>
                  <a:pt x="1911" y="784"/>
                </a:lnTo>
                <a:lnTo>
                  <a:pt x="1896" y="786"/>
                </a:lnTo>
                <a:lnTo>
                  <a:pt x="1873" y="804"/>
                </a:lnTo>
                <a:lnTo>
                  <a:pt x="1864" y="811"/>
                </a:lnTo>
                <a:lnTo>
                  <a:pt x="1849" y="826"/>
                </a:lnTo>
                <a:lnTo>
                  <a:pt x="1848" y="828"/>
                </a:lnTo>
                <a:lnTo>
                  <a:pt x="1840" y="840"/>
                </a:lnTo>
                <a:lnTo>
                  <a:pt x="1831" y="851"/>
                </a:lnTo>
                <a:lnTo>
                  <a:pt x="1832" y="859"/>
                </a:lnTo>
                <a:lnTo>
                  <a:pt x="1826" y="872"/>
                </a:lnTo>
                <a:lnTo>
                  <a:pt x="1803" y="874"/>
                </a:lnTo>
                <a:lnTo>
                  <a:pt x="1788" y="876"/>
                </a:lnTo>
                <a:lnTo>
                  <a:pt x="1758" y="881"/>
                </a:lnTo>
                <a:lnTo>
                  <a:pt x="1751" y="882"/>
                </a:lnTo>
                <a:lnTo>
                  <a:pt x="1751" y="883"/>
                </a:lnTo>
                <a:lnTo>
                  <a:pt x="1751" y="898"/>
                </a:lnTo>
                <a:lnTo>
                  <a:pt x="1751" y="900"/>
                </a:lnTo>
                <a:lnTo>
                  <a:pt x="1749" y="909"/>
                </a:lnTo>
                <a:lnTo>
                  <a:pt x="1746" y="914"/>
                </a:lnTo>
                <a:lnTo>
                  <a:pt x="1742" y="920"/>
                </a:lnTo>
                <a:lnTo>
                  <a:pt x="1739" y="925"/>
                </a:lnTo>
                <a:lnTo>
                  <a:pt x="1737" y="940"/>
                </a:lnTo>
                <a:lnTo>
                  <a:pt x="1735" y="950"/>
                </a:lnTo>
                <a:lnTo>
                  <a:pt x="1735" y="951"/>
                </a:lnTo>
                <a:lnTo>
                  <a:pt x="1735" y="954"/>
                </a:lnTo>
                <a:lnTo>
                  <a:pt x="1734" y="957"/>
                </a:lnTo>
                <a:lnTo>
                  <a:pt x="1734" y="960"/>
                </a:lnTo>
                <a:lnTo>
                  <a:pt x="1731" y="970"/>
                </a:lnTo>
                <a:lnTo>
                  <a:pt x="1730" y="974"/>
                </a:lnTo>
                <a:lnTo>
                  <a:pt x="1730" y="975"/>
                </a:lnTo>
                <a:lnTo>
                  <a:pt x="1725" y="990"/>
                </a:lnTo>
                <a:lnTo>
                  <a:pt x="1724" y="991"/>
                </a:lnTo>
                <a:lnTo>
                  <a:pt x="1715" y="1005"/>
                </a:lnTo>
                <a:lnTo>
                  <a:pt x="1709" y="1010"/>
                </a:lnTo>
                <a:lnTo>
                  <a:pt x="1703" y="1015"/>
                </a:lnTo>
                <a:lnTo>
                  <a:pt x="1702" y="1016"/>
                </a:lnTo>
                <a:lnTo>
                  <a:pt x="1700" y="1017"/>
                </a:lnTo>
                <a:lnTo>
                  <a:pt x="1699" y="1018"/>
                </a:lnTo>
                <a:lnTo>
                  <a:pt x="1698" y="1018"/>
                </a:lnTo>
                <a:lnTo>
                  <a:pt x="1699" y="1020"/>
                </a:lnTo>
                <a:lnTo>
                  <a:pt x="1699" y="1022"/>
                </a:lnTo>
                <a:lnTo>
                  <a:pt x="1699" y="1023"/>
                </a:lnTo>
                <a:lnTo>
                  <a:pt x="1698" y="1024"/>
                </a:lnTo>
                <a:lnTo>
                  <a:pt x="1699" y="1026"/>
                </a:lnTo>
                <a:lnTo>
                  <a:pt x="1699" y="1027"/>
                </a:lnTo>
                <a:lnTo>
                  <a:pt x="1699" y="1028"/>
                </a:lnTo>
                <a:lnTo>
                  <a:pt x="1699" y="1029"/>
                </a:lnTo>
                <a:lnTo>
                  <a:pt x="1700" y="1030"/>
                </a:lnTo>
                <a:lnTo>
                  <a:pt x="1699" y="1030"/>
                </a:lnTo>
                <a:lnTo>
                  <a:pt x="1700" y="1030"/>
                </a:lnTo>
                <a:lnTo>
                  <a:pt x="1700" y="1031"/>
                </a:lnTo>
                <a:lnTo>
                  <a:pt x="1700" y="1032"/>
                </a:lnTo>
                <a:lnTo>
                  <a:pt x="1701" y="1032"/>
                </a:lnTo>
                <a:lnTo>
                  <a:pt x="1701" y="1033"/>
                </a:lnTo>
                <a:lnTo>
                  <a:pt x="1700" y="1033"/>
                </a:lnTo>
                <a:lnTo>
                  <a:pt x="1699" y="1034"/>
                </a:lnTo>
                <a:lnTo>
                  <a:pt x="1699" y="1035"/>
                </a:lnTo>
                <a:lnTo>
                  <a:pt x="1700" y="1035"/>
                </a:lnTo>
                <a:lnTo>
                  <a:pt x="1700" y="1036"/>
                </a:lnTo>
                <a:lnTo>
                  <a:pt x="1701" y="1037"/>
                </a:lnTo>
                <a:lnTo>
                  <a:pt x="1702" y="1037"/>
                </a:lnTo>
                <a:lnTo>
                  <a:pt x="1702" y="1036"/>
                </a:lnTo>
                <a:lnTo>
                  <a:pt x="1703" y="1036"/>
                </a:lnTo>
                <a:lnTo>
                  <a:pt x="1703" y="1037"/>
                </a:lnTo>
                <a:lnTo>
                  <a:pt x="1704" y="1038"/>
                </a:lnTo>
                <a:lnTo>
                  <a:pt x="1703" y="1038"/>
                </a:lnTo>
                <a:lnTo>
                  <a:pt x="1704" y="1038"/>
                </a:lnTo>
                <a:lnTo>
                  <a:pt x="1704" y="1039"/>
                </a:lnTo>
                <a:lnTo>
                  <a:pt x="1705" y="1040"/>
                </a:lnTo>
                <a:lnTo>
                  <a:pt x="1705" y="1041"/>
                </a:lnTo>
                <a:lnTo>
                  <a:pt x="1705" y="1042"/>
                </a:lnTo>
                <a:lnTo>
                  <a:pt x="1705" y="1041"/>
                </a:lnTo>
                <a:lnTo>
                  <a:pt x="1704" y="1041"/>
                </a:lnTo>
                <a:lnTo>
                  <a:pt x="1704" y="1042"/>
                </a:lnTo>
                <a:lnTo>
                  <a:pt x="1703" y="1042"/>
                </a:lnTo>
                <a:lnTo>
                  <a:pt x="1702" y="1043"/>
                </a:lnTo>
                <a:lnTo>
                  <a:pt x="1700" y="1043"/>
                </a:lnTo>
                <a:lnTo>
                  <a:pt x="1699" y="1043"/>
                </a:lnTo>
                <a:lnTo>
                  <a:pt x="1698" y="1043"/>
                </a:lnTo>
                <a:lnTo>
                  <a:pt x="1697" y="1043"/>
                </a:lnTo>
                <a:lnTo>
                  <a:pt x="1697" y="1042"/>
                </a:lnTo>
                <a:lnTo>
                  <a:pt x="1695" y="1042"/>
                </a:lnTo>
                <a:lnTo>
                  <a:pt x="1694" y="1043"/>
                </a:lnTo>
                <a:lnTo>
                  <a:pt x="1691" y="1043"/>
                </a:lnTo>
                <a:lnTo>
                  <a:pt x="1690" y="1043"/>
                </a:lnTo>
                <a:lnTo>
                  <a:pt x="1689" y="1043"/>
                </a:lnTo>
                <a:lnTo>
                  <a:pt x="1688" y="1044"/>
                </a:lnTo>
                <a:lnTo>
                  <a:pt x="1687" y="1044"/>
                </a:lnTo>
                <a:lnTo>
                  <a:pt x="1686" y="1044"/>
                </a:lnTo>
                <a:lnTo>
                  <a:pt x="1685" y="1044"/>
                </a:lnTo>
                <a:lnTo>
                  <a:pt x="1685" y="1045"/>
                </a:lnTo>
                <a:lnTo>
                  <a:pt x="1684" y="1045"/>
                </a:lnTo>
                <a:lnTo>
                  <a:pt x="1684" y="1046"/>
                </a:lnTo>
                <a:lnTo>
                  <a:pt x="1683" y="1047"/>
                </a:lnTo>
                <a:lnTo>
                  <a:pt x="1683" y="1046"/>
                </a:lnTo>
                <a:lnTo>
                  <a:pt x="1681" y="1046"/>
                </a:lnTo>
                <a:lnTo>
                  <a:pt x="1681" y="1047"/>
                </a:lnTo>
                <a:lnTo>
                  <a:pt x="1680" y="1046"/>
                </a:lnTo>
                <a:lnTo>
                  <a:pt x="1680" y="1047"/>
                </a:lnTo>
                <a:lnTo>
                  <a:pt x="1678" y="1047"/>
                </a:lnTo>
                <a:lnTo>
                  <a:pt x="1678" y="1046"/>
                </a:lnTo>
                <a:lnTo>
                  <a:pt x="1677" y="1046"/>
                </a:lnTo>
                <a:lnTo>
                  <a:pt x="1677" y="1047"/>
                </a:lnTo>
                <a:lnTo>
                  <a:pt x="1676" y="1047"/>
                </a:lnTo>
                <a:lnTo>
                  <a:pt x="1675" y="1047"/>
                </a:lnTo>
                <a:lnTo>
                  <a:pt x="1674" y="1047"/>
                </a:lnTo>
                <a:lnTo>
                  <a:pt x="1673" y="1047"/>
                </a:lnTo>
                <a:lnTo>
                  <a:pt x="1673" y="1048"/>
                </a:lnTo>
                <a:lnTo>
                  <a:pt x="1672" y="1048"/>
                </a:lnTo>
                <a:lnTo>
                  <a:pt x="1671" y="1048"/>
                </a:lnTo>
                <a:lnTo>
                  <a:pt x="1670" y="1048"/>
                </a:lnTo>
                <a:lnTo>
                  <a:pt x="1670" y="1049"/>
                </a:lnTo>
                <a:lnTo>
                  <a:pt x="1669" y="1049"/>
                </a:lnTo>
                <a:lnTo>
                  <a:pt x="1669" y="1048"/>
                </a:lnTo>
                <a:lnTo>
                  <a:pt x="1668" y="1048"/>
                </a:lnTo>
                <a:lnTo>
                  <a:pt x="1668" y="1049"/>
                </a:lnTo>
                <a:lnTo>
                  <a:pt x="1667" y="1049"/>
                </a:lnTo>
                <a:lnTo>
                  <a:pt x="1666" y="1049"/>
                </a:lnTo>
                <a:lnTo>
                  <a:pt x="1665" y="1049"/>
                </a:lnTo>
                <a:lnTo>
                  <a:pt x="1664" y="1050"/>
                </a:lnTo>
                <a:lnTo>
                  <a:pt x="1664" y="1051"/>
                </a:lnTo>
                <a:lnTo>
                  <a:pt x="1664" y="1050"/>
                </a:lnTo>
                <a:lnTo>
                  <a:pt x="1663" y="1051"/>
                </a:lnTo>
                <a:lnTo>
                  <a:pt x="1662" y="1051"/>
                </a:lnTo>
                <a:lnTo>
                  <a:pt x="1661" y="1051"/>
                </a:lnTo>
                <a:lnTo>
                  <a:pt x="1661" y="1052"/>
                </a:lnTo>
                <a:lnTo>
                  <a:pt x="1660" y="1052"/>
                </a:lnTo>
                <a:lnTo>
                  <a:pt x="1658" y="1053"/>
                </a:lnTo>
                <a:lnTo>
                  <a:pt x="1657" y="1053"/>
                </a:lnTo>
                <a:lnTo>
                  <a:pt x="1657" y="1054"/>
                </a:lnTo>
                <a:lnTo>
                  <a:pt x="1657" y="1055"/>
                </a:lnTo>
                <a:lnTo>
                  <a:pt x="1656" y="1055"/>
                </a:lnTo>
                <a:lnTo>
                  <a:pt x="1655" y="1055"/>
                </a:lnTo>
                <a:lnTo>
                  <a:pt x="1654" y="1055"/>
                </a:lnTo>
                <a:lnTo>
                  <a:pt x="1653" y="1055"/>
                </a:lnTo>
                <a:lnTo>
                  <a:pt x="1652" y="1055"/>
                </a:lnTo>
                <a:lnTo>
                  <a:pt x="1651" y="1055"/>
                </a:lnTo>
                <a:lnTo>
                  <a:pt x="1650" y="1055"/>
                </a:lnTo>
                <a:lnTo>
                  <a:pt x="1650" y="1056"/>
                </a:lnTo>
                <a:lnTo>
                  <a:pt x="1649" y="1056"/>
                </a:lnTo>
                <a:lnTo>
                  <a:pt x="1648" y="1057"/>
                </a:lnTo>
                <a:lnTo>
                  <a:pt x="1647" y="1056"/>
                </a:lnTo>
                <a:lnTo>
                  <a:pt x="1646" y="1056"/>
                </a:lnTo>
                <a:lnTo>
                  <a:pt x="1645" y="1056"/>
                </a:lnTo>
                <a:lnTo>
                  <a:pt x="1644" y="1056"/>
                </a:lnTo>
                <a:lnTo>
                  <a:pt x="1643" y="1056"/>
                </a:lnTo>
                <a:lnTo>
                  <a:pt x="1642" y="1056"/>
                </a:lnTo>
                <a:lnTo>
                  <a:pt x="1640" y="1056"/>
                </a:lnTo>
                <a:lnTo>
                  <a:pt x="1639" y="1057"/>
                </a:lnTo>
                <a:lnTo>
                  <a:pt x="1639" y="1058"/>
                </a:lnTo>
                <a:lnTo>
                  <a:pt x="1638" y="1058"/>
                </a:lnTo>
                <a:lnTo>
                  <a:pt x="1638" y="1057"/>
                </a:lnTo>
                <a:lnTo>
                  <a:pt x="1637" y="1057"/>
                </a:lnTo>
                <a:lnTo>
                  <a:pt x="1637" y="1058"/>
                </a:lnTo>
                <a:lnTo>
                  <a:pt x="1636" y="1058"/>
                </a:lnTo>
                <a:lnTo>
                  <a:pt x="1636" y="1057"/>
                </a:lnTo>
                <a:lnTo>
                  <a:pt x="1635" y="1057"/>
                </a:lnTo>
                <a:lnTo>
                  <a:pt x="1635" y="1058"/>
                </a:lnTo>
                <a:lnTo>
                  <a:pt x="1634" y="1059"/>
                </a:lnTo>
                <a:lnTo>
                  <a:pt x="1634" y="1058"/>
                </a:lnTo>
                <a:lnTo>
                  <a:pt x="1634" y="1059"/>
                </a:lnTo>
                <a:lnTo>
                  <a:pt x="1633" y="1059"/>
                </a:lnTo>
                <a:lnTo>
                  <a:pt x="1632" y="1059"/>
                </a:lnTo>
                <a:lnTo>
                  <a:pt x="1631" y="1059"/>
                </a:lnTo>
                <a:lnTo>
                  <a:pt x="1630" y="1059"/>
                </a:lnTo>
                <a:lnTo>
                  <a:pt x="1630" y="1060"/>
                </a:lnTo>
                <a:lnTo>
                  <a:pt x="1628" y="1060"/>
                </a:lnTo>
                <a:lnTo>
                  <a:pt x="1627" y="1060"/>
                </a:lnTo>
                <a:lnTo>
                  <a:pt x="1627" y="1061"/>
                </a:lnTo>
                <a:lnTo>
                  <a:pt x="1627" y="1060"/>
                </a:lnTo>
                <a:lnTo>
                  <a:pt x="1626" y="1060"/>
                </a:lnTo>
                <a:lnTo>
                  <a:pt x="1625" y="1061"/>
                </a:lnTo>
                <a:lnTo>
                  <a:pt x="1624" y="1061"/>
                </a:lnTo>
                <a:lnTo>
                  <a:pt x="1623" y="1061"/>
                </a:lnTo>
                <a:lnTo>
                  <a:pt x="1623" y="1062"/>
                </a:lnTo>
                <a:lnTo>
                  <a:pt x="1623" y="1061"/>
                </a:lnTo>
                <a:lnTo>
                  <a:pt x="1622" y="1061"/>
                </a:lnTo>
                <a:lnTo>
                  <a:pt x="1622" y="1062"/>
                </a:lnTo>
                <a:lnTo>
                  <a:pt x="1621" y="1062"/>
                </a:lnTo>
                <a:lnTo>
                  <a:pt x="1620" y="1062"/>
                </a:lnTo>
                <a:lnTo>
                  <a:pt x="1619" y="1062"/>
                </a:lnTo>
                <a:lnTo>
                  <a:pt x="1618" y="1062"/>
                </a:lnTo>
                <a:lnTo>
                  <a:pt x="1617" y="1062"/>
                </a:lnTo>
                <a:lnTo>
                  <a:pt x="1616" y="1063"/>
                </a:lnTo>
                <a:lnTo>
                  <a:pt x="1615" y="1063"/>
                </a:lnTo>
                <a:lnTo>
                  <a:pt x="1615" y="1064"/>
                </a:lnTo>
                <a:lnTo>
                  <a:pt x="1614" y="1064"/>
                </a:lnTo>
                <a:lnTo>
                  <a:pt x="1613" y="1064"/>
                </a:lnTo>
                <a:lnTo>
                  <a:pt x="1612" y="1064"/>
                </a:lnTo>
                <a:lnTo>
                  <a:pt x="1612" y="1065"/>
                </a:lnTo>
                <a:lnTo>
                  <a:pt x="1611" y="1065"/>
                </a:lnTo>
                <a:lnTo>
                  <a:pt x="1610" y="1065"/>
                </a:lnTo>
                <a:lnTo>
                  <a:pt x="1610" y="1066"/>
                </a:lnTo>
                <a:lnTo>
                  <a:pt x="1609" y="1067"/>
                </a:lnTo>
                <a:lnTo>
                  <a:pt x="1609" y="1066"/>
                </a:lnTo>
                <a:lnTo>
                  <a:pt x="1608" y="1066"/>
                </a:lnTo>
                <a:lnTo>
                  <a:pt x="1607" y="1067"/>
                </a:lnTo>
                <a:lnTo>
                  <a:pt x="1606" y="1067"/>
                </a:lnTo>
                <a:lnTo>
                  <a:pt x="1606" y="1068"/>
                </a:lnTo>
                <a:lnTo>
                  <a:pt x="1605" y="1068"/>
                </a:lnTo>
                <a:lnTo>
                  <a:pt x="1604" y="1069"/>
                </a:lnTo>
                <a:lnTo>
                  <a:pt x="1603" y="1069"/>
                </a:lnTo>
                <a:lnTo>
                  <a:pt x="1603" y="1068"/>
                </a:lnTo>
                <a:lnTo>
                  <a:pt x="1602" y="1068"/>
                </a:lnTo>
                <a:lnTo>
                  <a:pt x="1602" y="1069"/>
                </a:lnTo>
                <a:lnTo>
                  <a:pt x="1601" y="1068"/>
                </a:lnTo>
                <a:lnTo>
                  <a:pt x="1600" y="1068"/>
                </a:lnTo>
                <a:lnTo>
                  <a:pt x="1599" y="1068"/>
                </a:lnTo>
                <a:lnTo>
                  <a:pt x="1598" y="1068"/>
                </a:lnTo>
                <a:lnTo>
                  <a:pt x="1598" y="1069"/>
                </a:lnTo>
                <a:lnTo>
                  <a:pt x="1597" y="1069"/>
                </a:lnTo>
                <a:lnTo>
                  <a:pt x="1596" y="1069"/>
                </a:lnTo>
                <a:lnTo>
                  <a:pt x="1595" y="1070"/>
                </a:lnTo>
                <a:lnTo>
                  <a:pt x="1594" y="1070"/>
                </a:lnTo>
                <a:lnTo>
                  <a:pt x="1593" y="1071"/>
                </a:lnTo>
                <a:lnTo>
                  <a:pt x="1592" y="1071"/>
                </a:lnTo>
                <a:lnTo>
                  <a:pt x="1591" y="1071"/>
                </a:lnTo>
                <a:lnTo>
                  <a:pt x="1590" y="1071"/>
                </a:lnTo>
                <a:lnTo>
                  <a:pt x="1589" y="1071"/>
                </a:lnTo>
                <a:lnTo>
                  <a:pt x="1589" y="1072"/>
                </a:lnTo>
                <a:lnTo>
                  <a:pt x="1588" y="1072"/>
                </a:lnTo>
                <a:lnTo>
                  <a:pt x="1588" y="1073"/>
                </a:lnTo>
                <a:lnTo>
                  <a:pt x="1587" y="1073"/>
                </a:lnTo>
                <a:lnTo>
                  <a:pt x="1586" y="1072"/>
                </a:lnTo>
                <a:lnTo>
                  <a:pt x="1584" y="1072"/>
                </a:lnTo>
                <a:lnTo>
                  <a:pt x="1584" y="1073"/>
                </a:lnTo>
                <a:lnTo>
                  <a:pt x="1583" y="1073"/>
                </a:lnTo>
                <a:lnTo>
                  <a:pt x="1581" y="1073"/>
                </a:lnTo>
                <a:lnTo>
                  <a:pt x="1580" y="1073"/>
                </a:lnTo>
                <a:lnTo>
                  <a:pt x="1580" y="1074"/>
                </a:lnTo>
                <a:lnTo>
                  <a:pt x="1579" y="1074"/>
                </a:lnTo>
                <a:lnTo>
                  <a:pt x="1578" y="1074"/>
                </a:lnTo>
                <a:lnTo>
                  <a:pt x="1577" y="1074"/>
                </a:lnTo>
                <a:lnTo>
                  <a:pt x="1576" y="1074"/>
                </a:lnTo>
                <a:lnTo>
                  <a:pt x="1574" y="1074"/>
                </a:lnTo>
                <a:lnTo>
                  <a:pt x="1573" y="1074"/>
                </a:lnTo>
                <a:lnTo>
                  <a:pt x="1572" y="1074"/>
                </a:lnTo>
                <a:lnTo>
                  <a:pt x="1571" y="1074"/>
                </a:lnTo>
                <a:lnTo>
                  <a:pt x="1571" y="1075"/>
                </a:lnTo>
                <a:lnTo>
                  <a:pt x="1571" y="1074"/>
                </a:lnTo>
                <a:lnTo>
                  <a:pt x="1570" y="1075"/>
                </a:lnTo>
                <a:lnTo>
                  <a:pt x="1569" y="1075"/>
                </a:lnTo>
                <a:lnTo>
                  <a:pt x="1568" y="1075"/>
                </a:lnTo>
                <a:lnTo>
                  <a:pt x="1567" y="1076"/>
                </a:lnTo>
                <a:lnTo>
                  <a:pt x="1566" y="1076"/>
                </a:lnTo>
                <a:lnTo>
                  <a:pt x="1565" y="1076"/>
                </a:lnTo>
                <a:lnTo>
                  <a:pt x="1564" y="1076"/>
                </a:lnTo>
                <a:lnTo>
                  <a:pt x="1563" y="1076"/>
                </a:lnTo>
                <a:lnTo>
                  <a:pt x="1563" y="1077"/>
                </a:lnTo>
                <a:lnTo>
                  <a:pt x="1562" y="1077"/>
                </a:lnTo>
                <a:lnTo>
                  <a:pt x="1561" y="1077"/>
                </a:lnTo>
                <a:lnTo>
                  <a:pt x="1561" y="1078"/>
                </a:lnTo>
                <a:lnTo>
                  <a:pt x="1560" y="1078"/>
                </a:lnTo>
                <a:lnTo>
                  <a:pt x="1560" y="1077"/>
                </a:lnTo>
                <a:lnTo>
                  <a:pt x="1559" y="1077"/>
                </a:lnTo>
                <a:lnTo>
                  <a:pt x="1558" y="1077"/>
                </a:lnTo>
                <a:lnTo>
                  <a:pt x="1557" y="1077"/>
                </a:lnTo>
                <a:lnTo>
                  <a:pt x="1557" y="1078"/>
                </a:lnTo>
                <a:lnTo>
                  <a:pt x="1556" y="1078"/>
                </a:lnTo>
                <a:lnTo>
                  <a:pt x="1556" y="1077"/>
                </a:lnTo>
                <a:lnTo>
                  <a:pt x="1555" y="1077"/>
                </a:lnTo>
                <a:lnTo>
                  <a:pt x="1553" y="1078"/>
                </a:lnTo>
                <a:lnTo>
                  <a:pt x="1551" y="1077"/>
                </a:lnTo>
                <a:lnTo>
                  <a:pt x="1550" y="1077"/>
                </a:lnTo>
                <a:lnTo>
                  <a:pt x="1549" y="1077"/>
                </a:lnTo>
                <a:lnTo>
                  <a:pt x="1548" y="1077"/>
                </a:lnTo>
                <a:lnTo>
                  <a:pt x="1547" y="1076"/>
                </a:lnTo>
                <a:lnTo>
                  <a:pt x="1546" y="1076"/>
                </a:lnTo>
                <a:lnTo>
                  <a:pt x="1545" y="1076"/>
                </a:lnTo>
                <a:lnTo>
                  <a:pt x="1545" y="1077"/>
                </a:lnTo>
                <a:lnTo>
                  <a:pt x="1544" y="1077"/>
                </a:lnTo>
                <a:lnTo>
                  <a:pt x="1543" y="1077"/>
                </a:lnTo>
                <a:lnTo>
                  <a:pt x="1544" y="1078"/>
                </a:lnTo>
                <a:lnTo>
                  <a:pt x="1545" y="1079"/>
                </a:lnTo>
                <a:lnTo>
                  <a:pt x="1546" y="1080"/>
                </a:lnTo>
                <a:lnTo>
                  <a:pt x="1545" y="1080"/>
                </a:lnTo>
                <a:lnTo>
                  <a:pt x="1544" y="1081"/>
                </a:lnTo>
                <a:lnTo>
                  <a:pt x="1543" y="1081"/>
                </a:lnTo>
                <a:lnTo>
                  <a:pt x="1543" y="1082"/>
                </a:lnTo>
                <a:lnTo>
                  <a:pt x="1542" y="1082"/>
                </a:lnTo>
                <a:lnTo>
                  <a:pt x="1542" y="1083"/>
                </a:lnTo>
                <a:lnTo>
                  <a:pt x="1543" y="1084"/>
                </a:lnTo>
                <a:lnTo>
                  <a:pt x="1542" y="1084"/>
                </a:lnTo>
                <a:lnTo>
                  <a:pt x="1541" y="1084"/>
                </a:lnTo>
                <a:lnTo>
                  <a:pt x="1540" y="1084"/>
                </a:lnTo>
                <a:lnTo>
                  <a:pt x="1539" y="1084"/>
                </a:lnTo>
                <a:lnTo>
                  <a:pt x="1538" y="1084"/>
                </a:lnTo>
                <a:lnTo>
                  <a:pt x="1537" y="1085"/>
                </a:lnTo>
                <a:lnTo>
                  <a:pt x="1536" y="1085"/>
                </a:lnTo>
                <a:lnTo>
                  <a:pt x="1536" y="1086"/>
                </a:lnTo>
                <a:lnTo>
                  <a:pt x="1536" y="1085"/>
                </a:lnTo>
                <a:lnTo>
                  <a:pt x="1535" y="1086"/>
                </a:lnTo>
                <a:lnTo>
                  <a:pt x="1536" y="1086"/>
                </a:lnTo>
                <a:lnTo>
                  <a:pt x="1536" y="1087"/>
                </a:lnTo>
                <a:lnTo>
                  <a:pt x="1535" y="1087"/>
                </a:lnTo>
                <a:lnTo>
                  <a:pt x="1535" y="1088"/>
                </a:lnTo>
                <a:lnTo>
                  <a:pt x="1534" y="1088"/>
                </a:lnTo>
                <a:lnTo>
                  <a:pt x="1533" y="1088"/>
                </a:lnTo>
                <a:lnTo>
                  <a:pt x="1532" y="1088"/>
                </a:lnTo>
                <a:lnTo>
                  <a:pt x="1531" y="1088"/>
                </a:lnTo>
                <a:lnTo>
                  <a:pt x="1530" y="1088"/>
                </a:lnTo>
                <a:lnTo>
                  <a:pt x="1529" y="1088"/>
                </a:lnTo>
                <a:lnTo>
                  <a:pt x="1529" y="1089"/>
                </a:lnTo>
                <a:lnTo>
                  <a:pt x="1529" y="1090"/>
                </a:lnTo>
                <a:lnTo>
                  <a:pt x="1529" y="1091"/>
                </a:lnTo>
                <a:lnTo>
                  <a:pt x="1529" y="1092"/>
                </a:lnTo>
                <a:lnTo>
                  <a:pt x="1528" y="1093"/>
                </a:lnTo>
                <a:lnTo>
                  <a:pt x="1527" y="1093"/>
                </a:lnTo>
                <a:lnTo>
                  <a:pt x="1526" y="1094"/>
                </a:lnTo>
                <a:lnTo>
                  <a:pt x="1526" y="1095"/>
                </a:lnTo>
                <a:lnTo>
                  <a:pt x="1525" y="1095"/>
                </a:lnTo>
                <a:lnTo>
                  <a:pt x="1524" y="1095"/>
                </a:lnTo>
                <a:lnTo>
                  <a:pt x="1523" y="1095"/>
                </a:lnTo>
                <a:lnTo>
                  <a:pt x="1522" y="1095"/>
                </a:lnTo>
                <a:lnTo>
                  <a:pt x="1521" y="1095"/>
                </a:lnTo>
                <a:lnTo>
                  <a:pt x="1520" y="1096"/>
                </a:lnTo>
                <a:lnTo>
                  <a:pt x="1519" y="1095"/>
                </a:lnTo>
                <a:lnTo>
                  <a:pt x="1518" y="1095"/>
                </a:lnTo>
                <a:lnTo>
                  <a:pt x="1517" y="1095"/>
                </a:lnTo>
                <a:lnTo>
                  <a:pt x="1517" y="1094"/>
                </a:lnTo>
                <a:lnTo>
                  <a:pt x="1516" y="1094"/>
                </a:lnTo>
                <a:lnTo>
                  <a:pt x="1516" y="1095"/>
                </a:lnTo>
                <a:lnTo>
                  <a:pt x="1515" y="1094"/>
                </a:lnTo>
                <a:lnTo>
                  <a:pt x="1516" y="1094"/>
                </a:lnTo>
                <a:lnTo>
                  <a:pt x="1515" y="1094"/>
                </a:lnTo>
                <a:lnTo>
                  <a:pt x="1514" y="1094"/>
                </a:lnTo>
                <a:lnTo>
                  <a:pt x="1512" y="1094"/>
                </a:lnTo>
                <a:lnTo>
                  <a:pt x="1511" y="1094"/>
                </a:lnTo>
                <a:lnTo>
                  <a:pt x="1511" y="1095"/>
                </a:lnTo>
                <a:lnTo>
                  <a:pt x="1510" y="1095"/>
                </a:lnTo>
                <a:lnTo>
                  <a:pt x="1510" y="1094"/>
                </a:lnTo>
                <a:lnTo>
                  <a:pt x="1509" y="1094"/>
                </a:lnTo>
                <a:lnTo>
                  <a:pt x="1508" y="1094"/>
                </a:lnTo>
                <a:lnTo>
                  <a:pt x="1507" y="1094"/>
                </a:lnTo>
                <a:lnTo>
                  <a:pt x="1506" y="1095"/>
                </a:lnTo>
                <a:lnTo>
                  <a:pt x="1505" y="1095"/>
                </a:lnTo>
                <a:lnTo>
                  <a:pt x="1504" y="1094"/>
                </a:lnTo>
                <a:lnTo>
                  <a:pt x="1503" y="1094"/>
                </a:lnTo>
                <a:lnTo>
                  <a:pt x="1501" y="1095"/>
                </a:lnTo>
                <a:lnTo>
                  <a:pt x="1500" y="1095"/>
                </a:lnTo>
                <a:lnTo>
                  <a:pt x="1500" y="1094"/>
                </a:lnTo>
                <a:lnTo>
                  <a:pt x="1499" y="1094"/>
                </a:lnTo>
                <a:lnTo>
                  <a:pt x="1499" y="1095"/>
                </a:lnTo>
                <a:lnTo>
                  <a:pt x="1498" y="1095"/>
                </a:lnTo>
                <a:lnTo>
                  <a:pt x="1498" y="1096"/>
                </a:lnTo>
                <a:lnTo>
                  <a:pt x="1497" y="1096"/>
                </a:lnTo>
                <a:lnTo>
                  <a:pt x="1497" y="1100"/>
                </a:lnTo>
                <a:lnTo>
                  <a:pt x="1497" y="1101"/>
                </a:lnTo>
                <a:lnTo>
                  <a:pt x="1497" y="1102"/>
                </a:lnTo>
                <a:lnTo>
                  <a:pt x="1498" y="1102"/>
                </a:lnTo>
                <a:lnTo>
                  <a:pt x="1498" y="1103"/>
                </a:lnTo>
                <a:lnTo>
                  <a:pt x="1499" y="1104"/>
                </a:lnTo>
                <a:lnTo>
                  <a:pt x="1500" y="1104"/>
                </a:lnTo>
                <a:lnTo>
                  <a:pt x="1502" y="1104"/>
                </a:lnTo>
                <a:lnTo>
                  <a:pt x="1503" y="1104"/>
                </a:lnTo>
                <a:lnTo>
                  <a:pt x="1504" y="1104"/>
                </a:lnTo>
                <a:lnTo>
                  <a:pt x="1503" y="1105"/>
                </a:lnTo>
                <a:lnTo>
                  <a:pt x="1503" y="1106"/>
                </a:lnTo>
                <a:lnTo>
                  <a:pt x="1503" y="1107"/>
                </a:lnTo>
                <a:lnTo>
                  <a:pt x="1502" y="1107"/>
                </a:lnTo>
                <a:lnTo>
                  <a:pt x="1502" y="1108"/>
                </a:lnTo>
                <a:lnTo>
                  <a:pt x="1501" y="1108"/>
                </a:lnTo>
                <a:lnTo>
                  <a:pt x="1500" y="1108"/>
                </a:lnTo>
                <a:lnTo>
                  <a:pt x="1500" y="1109"/>
                </a:lnTo>
                <a:lnTo>
                  <a:pt x="1501" y="1109"/>
                </a:lnTo>
                <a:lnTo>
                  <a:pt x="1500" y="1110"/>
                </a:lnTo>
                <a:lnTo>
                  <a:pt x="1500" y="1111"/>
                </a:lnTo>
                <a:lnTo>
                  <a:pt x="1501" y="1111"/>
                </a:lnTo>
                <a:lnTo>
                  <a:pt x="1505" y="1114"/>
                </a:lnTo>
                <a:lnTo>
                  <a:pt x="1505" y="1115"/>
                </a:lnTo>
                <a:lnTo>
                  <a:pt x="1506" y="1115"/>
                </a:lnTo>
                <a:lnTo>
                  <a:pt x="1507" y="1116"/>
                </a:lnTo>
                <a:lnTo>
                  <a:pt x="1508" y="1117"/>
                </a:lnTo>
                <a:lnTo>
                  <a:pt x="1511" y="1119"/>
                </a:lnTo>
                <a:lnTo>
                  <a:pt x="1511" y="1120"/>
                </a:lnTo>
                <a:lnTo>
                  <a:pt x="1512" y="1120"/>
                </a:lnTo>
                <a:lnTo>
                  <a:pt x="1513" y="1121"/>
                </a:lnTo>
                <a:lnTo>
                  <a:pt x="1516" y="1121"/>
                </a:lnTo>
                <a:lnTo>
                  <a:pt x="1517" y="1121"/>
                </a:lnTo>
                <a:lnTo>
                  <a:pt x="1518" y="1121"/>
                </a:lnTo>
                <a:lnTo>
                  <a:pt x="1519" y="1121"/>
                </a:lnTo>
                <a:lnTo>
                  <a:pt x="1519" y="1120"/>
                </a:lnTo>
                <a:lnTo>
                  <a:pt x="1520" y="1117"/>
                </a:lnTo>
                <a:lnTo>
                  <a:pt x="1520" y="1116"/>
                </a:lnTo>
                <a:lnTo>
                  <a:pt x="1520" y="1115"/>
                </a:lnTo>
                <a:lnTo>
                  <a:pt x="1520" y="1114"/>
                </a:lnTo>
                <a:lnTo>
                  <a:pt x="1521" y="1114"/>
                </a:lnTo>
                <a:lnTo>
                  <a:pt x="1522" y="1114"/>
                </a:lnTo>
                <a:lnTo>
                  <a:pt x="1523" y="1113"/>
                </a:lnTo>
                <a:lnTo>
                  <a:pt x="1524" y="1113"/>
                </a:lnTo>
                <a:lnTo>
                  <a:pt x="1525" y="1113"/>
                </a:lnTo>
                <a:lnTo>
                  <a:pt x="1526" y="1113"/>
                </a:lnTo>
                <a:lnTo>
                  <a:pt x="1528" y="1113"/>
                </a:lnTo>
                <a:lnTo>
                  <a:pt x="1530" y="1113"/>
                </a:lnTo>
                <a:lnTo>
                  <a:pt x="1532" y="1113"/>
                </a:lnTo>
                <a:lnTo>
                  <a:pt x="1533" y="1112"/>
                </a:lnTo>
                <a:lnTo>
                  <a:pt x="1534" y="1112"/>
                </a:lnTo>
                <a:lnTo>
                  <a:pt x="1535" y="1112"/>
                </a:lnTo>
                <a:lnTo>
                  <a:pt x="1535" y="1114"/>
                </a:lnTo>
                <a:lnTo>
                  <a:pt x="1535" y="1116"/>
                </a:lnTo>
                <a:lnTo>
                  <a:pt x="1535" y="1117"/>
                </a:lnTo>
                <a:lnTo>
                  <a:pt x="1535" y="1118"/>
                </a:lnTo>
                <a:lnTo>
                  <a:pt x="1534" y="1119"/>
                </a:lnTo>
                <a:lnTo>
                  <a:pt x="1534" y="1121"/>
                </a:lnTo>
                <a:lnTo>
                  <a:pt x="1534" y="1122"/>
                </a:lnTo>
                <a:lnTo>
                  <a:pt x="1534" y="1123"/>
                </a:lnTo>
                <a:lnTo>
                  <a:pt x="1534" y="1141"/>
                </a:lnTo>
                <a:lnTo>
                  <a:pt x="1534" y="1143"/>
                </a:lnTo>
                <a:lnTo>
                  <a:pt x="1534" y="1158"/>
                </a:lnTo>
                <a:lnTo>
                  <a:pt x="1534" y="1159"/>
                </a:lnTo>
                <a:lnTo>
                  <a:pt x="1534" y="1172"/>
                </a:lnTo>
                <a:lnTo>
                  <a:pt x="1534" y="1173"/>
                </a:lnTo>
                <a:lnTo>
                  <a:pt x="1535" y="1173"/>
                </a:lnTo>
                <a:lnTo>
                  <a:pt x="1536" y="1173"/>
                </a:lnTo>
                <a:lnTo>
                  <a:pt x="1537" y="1173"/>
                </a:lnTo>
                <a:lnTo>
                  <a:pt x="1538" y="1173"/>
                </a:lnTo>
                <a:lnTo>
                  <a:pt x="1539" y="1173"/>
                </a:lnTo>
                <a:lnTo>
                  <a:pt x="1540" y="1173"/>
                </a:lnTo>
                <a:lnTo>
                  <a:pt x="1540" y="1174"/>
                </a:lnTo>
                <a:lnTo>
                  <a:pt x="1540" y="1175"/>
                </a:lnTo>
                <a:lnTo>
                  <a:pt x="1542" y="1175"/>
                </a:lnTo>
                <a:lnTo>
                  <a:pt x="1542" y="1176"/>
                </a:lnTo>
                <a:lnTo>
                  <a:pt x="1543" y="1176"/>
                </a:lnTo>
                <a:lnTo>
                  <a:pt x="1544" y="1176"/>
                </a:lnTo>
                <a:lnTo>
                  <a:pt x="1545" y="1176"/>
                </a:lnTo>
                <a:lnTo>
                  <a:pt x="1546" y="1176"/>
                </a:lnTo>
                <a:lnTo>
                  <a:pt x="1546" y="1175"/>
                </a:lnTo>
                <a:lnTo>
                  <a:pt x="1547" y="1175"/>
                </a:lnTo>
                <a:lnTo>
                  <a:pt x="1547" y="1176"/>
                </a:lnTo>
                <a:lnTo>
                  <a:pt x="1548" y="1176"/>
                </a:lnTo>
                <a:lnTo>
                  <a:pt x="1548" y="1177"/>
                </a:lnTo>
                <a:lnTo>
                  <a:pt x="1549" y="1178"/>
                </a:lnTo>
                <a:lnTo>
                  <a:pt x="1549" y="1177"/>
                </a:lnTo>
                <a:lnTo>
                  <a:pt x="1551" y="1178"/>
                </a:lnTo>
                <a:lnTo>
                  <a:pt x="1552" y="1178"/>
                </a:lnTo>
                <a:lnTo>
                  <a:pt x="1553" y="1178"/>
                </a:lnTo>
                <a:lnTo>
                  <a:pt x="1553" y="1179"/>
                </a:lnTo>
                <a:lnTo>
                  <a:pt x="1554" y="1179"/>
                </a:lnTo>
                <a:lnTo>
                  <a:pt x="1554" y="1180"/>
                </a:lnTo>
                <a:lnTo>
                  <a:pt x="1555" y="1180"/>
                </a:lnTo>
                <a:lnTo>
                  <a:pt x="1556" y="1180"/>
                </a:lnTo>
                <a:lnTo>
                  <a:pt x="1556" y="1181"/>
                </a:lnTo>
                <a:lnTo>
                  <a:pt x="1557" y="1181"/>
                </a:lnTo>
                <a:lnTo>
                  <a:pt x="1558" y="1181"/>
                </a:lnTo>
                <a:lnTo>
                  <a:pt x="1559" y="1182"/>
                </a:lnTo>
                <a:lnTo>
                  <a:pt x="1559" y="1183"/>
                </a:lnTo>
                <a:lnTo>
                  <a:pt x="1560" y="1183"/>
                </a:lnTo>
                <a:lnTo>
                  <a:pt x="1561" y="1183"/>
                </a:lnTo>
                <a:lnTo>
                  <a:pt x="1561" y="1184"/>
                </a:lnTo>
                <a:lnTo>
                  <a:pt x="1561" y="1185"/>
                </a:lnTo>
                <a:lnTo>
                  <a:pt x="1562" y="1185"/>
                </a:lnTo>
                <a:lnTo>
                  <a:pt x="1563" y="1185"/>
                </a:lnTo>
                <a:lnTo>
                  <a:pt x="1564" y="1185"/>
                </a:lnTo>
                <a:lnTo>
                  <a:pt x="1564" y="1186"/>
                </a:lnTo>
                <a:lnTo>
                  <a:pt x="1565" y="1187"/>
                </a:lnTo>
                <a:lnTo>
                  <a:pt x="1566" y="1187"/>
                </a:lnTo>
                <a:lnTo>
                  <a:pt x="1567" y="1188"/>
                </a:lnTo>
                <a:lnTo>
                  <a:pt x="1567" y="1189"/>
                </a:lnTo>
                <a:lnTo>
                  <a:pt x="1566" y="1189"/>
                </a:lnTo>
                <a:lnTo>
                  <a:pt x="1566" y="1190"/>
                </a:lnTo>
                <a:lnTo>
                  <a:pt x="1566" y="1191"/>
                </a:lnTo>
                <a:lnTo>
                  <a:pt x="1565" y="1191"/>
                </a:lnTo>
                <a:lnTo>
                  <a:pt x="1565" y="1192"/>
                </a:lnTo>
                <a:lnTo>
                  <a:pt x="1565" y="1193"/>
                </a:lnTo>
                <a:lnTo>
                  <a:pt x="1566" y="1193"/>
                </a:lnTo>
                <a:lnTo>
                  <a:pt x="1567" y="1193"/>
                </a:lnTo>
                <a:lnTo>
                  <a:pt x="1568" y="1193"/>
                </a:lnTo>
                <a:lnTo>
                  <a:pt x="1568" y="1194"/>
                </a:lnTo>
                <a:lnTo>
                  <a:pt x="1569" y="1194"/>
                </a:lnTo>
                <a:lnTo>
                  <a:pt x="1570" y="1194"/>
                </a:lnTo>
                <a:lnTo>
                  <a:pt x="1570" y="1195"/>
                </a:lnTo>
                <a:lnTo>
                  <a:pt x="1571" y="1195"/>
                </a:lnTo>
                <a:lnTo>
                  <a:pt x="1571" y="1196"/>
                </a:lnTo>
                <a:lnTo>
                  <a:pt x="1572" y="1196"/>
                </a:lnTo>
                <a:lnTo>
                  <a:pt x="1572" y="1197"/>
                </a:lnTo>
                <a:lnTo>
                  <a:pt x="1572" y="1198"/>
                </a:lnTo>
                <a:lnTo>
                  <a:pt x="1573" y="1198"/>
                </a:lnTo>
                <a:lnTo>
                  <a:pt x="1574" y="1198"/>
                </a:lnTo>
                <a:lnTo>
                  <a:pt x="1575" y="1198"/>
                </a:lnTo>
                <a:lnTo>
                  <a:pt x="1577" y="1198"/>
                </a:lnTo>
                <a:lnTo>
                  <a:pt x="1577" y="1197"/>
                </a:lnTo>
                <a:lnTo>
                  <a:pt x="1578" y="1197"/>
                </a:lnTo>
                <a:lnTo>
                  <a:pt x="1579" y="1197"/>
                </a:lnTo>
                <a:lnTo>
                  <a:pt x="1580" y="1197"/>
                </a:lnTo>
                <a:lnTo>
                  <a:pt x="1581" y="1197"/>
                </a:lnTo>
                <a:lnTo>
                  <a:pt x="1582" y="1198"/>
                </a:lnTo>
                <a:lnTo>
                  <a:pt x="1583" y="1198"/>
                </a:lnTo>
                <a:lnTo>
                  <a:pt x="1584" y="1198"/>
                </a:lnTo>
                <a:lnTo>
                  <a:pt x="1584" y="1199"/>
                </a:lnTo>
                <a:lnTo>
                  <a:pt x="1585" y="1199"/>
                </a:lnTo>
                <a:lnTo>
                  <a:pt x="1585" y="1200"/>
                </a:lnTo>
                <a:lnTo>
                  <a:pt x="1586" y="1200"/>
                </a:lnTo>
                <a:lnTo>
                  <a:pt x="1586" y="1201"/>
                </a:lnTo>
                <a:lnTo>
                  <a:pt x="1587" y="1202"/>
                </a:lnTo>
                <a:lnTo>
                  <a:pt x="1587" y="1203"/>
                </a:lnTo>
                <a:lnTo>
                  <a:pt x="1587" y="1204"/>
                </a:lnTo>
                <a:lnTo>
                  <a:pt x="1587" y="1207"/>
                </a:lnTo>
                <a:lnTo>
                  <a:pt x="1588" y="1207"/>
                </a:lnTo>
                <a:lnTo>
                  <a:pt x="1588" y="1208"/>
                </a:lnTo>
                <a:lnTo>
                  <a:pt x="1588" y="1209"/>
                </a:lnTo>
                <a:lnTo>
                  <a:pt x="1589" y="1209"/>
                </a:lnTo>
                <a:lnTo>
                  <a:pt x="1589" y="1210"/>
                </a:lnTo>
                <a:lnTo>
                  <a:pt x="1590" y="1211"/>
                </a:lnTo>
                <a:lnTo>
                  <a:pt x="1590" y="1212"/>
                </a:lnTo>
                <a:lnTo>
                  <a:pt x="1590" y="1213"/>
                </a:lnTo>
                <a:lnTo>
                  <a:pt x="1590" y="1214"/>
                </a:lnTo>
                <a:lnTo>
                  <a:pt x="1591" y="1215"/>
                </a:lnTo>
                <a:lnTo>
                  <a:pt x="1592" y="1215"/>
                </a:lnTo>
                <a:lnTo>
                  <a:pt x="1592" y="1216"/>
                </a:lnTo>
                <a:lnTo>
                  <a:pt x="1593" y="1216"/>
                </a:lnTo>
                <a:lnTo>
                  <a:pt x="1593" y="1217"/>
                </a:lnTo>
                <a:lnTo>
                  <a:pt x="1593" y="1218"/>
                </a:lnTo>
                <a:lnTo>
                  <a:pt x="1594" y="1219"/>
                </a:lnTo>
                <a:lnTo>
                  <a:pt x="1595" y="1219"/>
                </a:lnTo>
                <a:lnTo>
                  <a:pt x="1595" y="1220"/>
                </a:lnTo>
                <a:lnTo>
                  <a:pt x="1595" y="1221"/>
                </a:lnTo>
                <a:lnTo>
                  <a:pt x="1595" y="1222"/>
                </a:lnTo>
                <a:lnTo>
                  <a:pt x="1595" y="1223"/>
                </a:lnTo>
                <a:lnTo>
                  <a:pt x="1595" y="1224"/>
                </a:lnTo>
                <a:lnTo>
                  <a:pt x="1595" y="1225"/>
                </a:lnTo>
                <a:lnTo>
                  <a:pt x="1595" y="1226"/>
                </a:lnTo>
                <a:lnTo>
                  <a:pt x="1595" y="1227"/>
                </a:lnTo>
                <a:lnTo>
                  <a:pt x="1596" y="1227"/>
                </a:lnTo>
                <a:lnTo>
                  <a:pt x="1597" y="1227"/>
                </a:lnTo>
                <a:lnTo>
                  <a:pt x="1598" y="1227"/>
                </a:lnTo>
                <a:lnTo>
                  <a:pt x="1598" y="1228"/>
                </a:lnTo>
                <a:lnTo>
                  <a:pt x="1598" y="1229"/>
                </a:lnTo>
                <a:lnTo>
                  <a:pt x="1599" y="1229"/>
                </a:lnTo>
                <a:lnTo>
                  <a:pt x="1600" y="1229"/>
                </a:lnTo>
                <a:lnTo>
                  <a:pt x="1601" y="1229"/>
                </a:lnTo>
                <a:lnTo>
                  <a:pt x="1601" y="1230"/>
                </a:lnTo>
                <a:lnTo>
                  <a:pt x="1602" y="1230"/>
                </a:lnTo>
                <a:lnTo>
                  <a:pt x="1603" y="1231"/>
                </a:lnTo>
                <a:lnTo>
                  <a:pt x="1602" y="1232"/>
                </a:lnTo>
                <a:lnTo>
                  <a:pt x="1603" y="1232"/>
                </a:lnTo>
                <a:lnTo>
                  <a:pt x="1603" y="1233"/>
                </a:lnTo>
                <a:lnTo>
                  <a:pt x="1603" y="1234"/>
                </a:lnTo>
                <a:lnTo>
                  <a:pt x="1603" y="1235"/>
                </a:lnTo>
                <a:lnTo>
                  <a:pt x="1603" y="1236"/>
                </a:lnTo>
                <a:lnTo>
                  <a:pt x="1603" y="1237"/>
                </a:lnTo>
                <a:lnTo>
                  <a:pt x="1604" y="1237"/>
                </a:lnTo>
                <a:lnTo>
                  <a:pt x="1604" y="1238"/>
                </a:lnTo>
                <a:lnTo>
                  <a:pt x="1605" y="1238"/>
                </a:lnTo>
                <a:lnTo>
                  <a:pt x="1605" y="1239"/>
                </a:lnTo>
                <a:lnTo>
                  <a:pt x="1605" y="1241"/>
                </a:lnTo>
                <a:lnTo>
                  <a:pt x="1604" y="1242"/>
                </a:lnTo>
                <a:lnTo>
                  <a:pt x="1604" y="1243"/>
                </a:lnTo>
                <a:lnTo>
                  <a:pt x="1605" y="1244"/>
                </a:lnTo>
                <a:lnTo>
                  <a:pt x="1606" y="1244"/>
                </a:lnTo>
                <a:lnTo>
                  <a:pt x="1606" y="1245"/>
                </a:lnTo>
                <a:lnTo>
                  <a:pt x="1606" y="1246"/>
                </a:lnTo>
                <a:lnTo>
                  <a:pt x="1605" y="1246"/>
                </a:lnTo>
                <a:lnTo>
                  <a:pt x="1603" y="1246"/>
                </a:lnTo>
                <a:lnTo>
                  <a:pt x="1602" y="1246"/>
                </a:lnTo>
                <a:lnTo>
                  <a:pt x="1601" y="1246"/>
                </a:lnTo>
                <a:lnTo>
                  <a:pt x="1600" y="1246"/>
                </a:lnTo>
                <a:lnTo>
                  <a:pt x="1599" y="1246"/>
                </a:lnTo>
                <a:lnTo>
                  <a:pt x="1597" y="1246"/>
                </a:lnTo>
                <a:lnTo>
                  <a:pt x="1596" y="1246"/>
                </a:lnTo>
                <a:lnTo>
                  <a:pt x="1595" y="1245"/>
                </a:lnTo>
                <a:lnTo>
                  <a:pt x="1594" y="1245"/>
                </a:lnTo>
                <a:lnTo>
                  <a:pt x="1593" y="1245"/>
                </a:lnTo>
                <a:lnTo>
                  <a:pt x="1592" y="1246"/>
                </a:lnTo>
                <a:lnTo>
                  <a:pt x="1591" y="1246"/>
                </a:lnTo>
                <a:lnTo>
                  <a:pt x="1590" y="1246"/>
                </a:lnTo>
                <a:lnTo>
                  <a:pt x="1590" y="1247"/>
                </a:lnTo>
                <a:lnTo>
                  <a:pt x="1589" y="1247"/>
                </a:lnTo>
                <a:lnTo>
                  <a:pt x="1589" y="1248"/>
                </a:lnTo>
                <a:lnTo>
                  <a:pt x="1589" y="1249"/>
                </a:lnTo>
                <a:lnTo>
                  <a:pt x="1589" y="1250"/>
                </a:lnTo>
                <a:lnTo>
                  <a:pt x="1588" y="1250"/>
                </a:lnTo>
                <a:lnTo>
                  <a:pt x="1585" y="1250"/>
                </a:lnTo>
                <a:lnTo>
                  <a:pt x="1584" y="1250"/>
                </a:lnTo>
                <a:lnTo>
                  <a:pt x="1583" y="1250"/>
                </a:lnTo>
                <a:lnTo>
                  <a:pt x="1583" y="1251"/>
                </a:lnTo>
                <a:lnTo>
                  <a:pt x="1582" y="1251"/>
                </a:lnTo>
                <a:lnTo>
                  <a:pt x="1582" y="1252"/>
                </a:lnTo>
                <a:lnTo>
                  <a:pt x="1581" y="1253"/>
                </a:lnTo>
                <a:lnTo>
                  <a:pt x="1581" y="1254"/>
                </a:lnTo>
                <a:lnTo>
                  <a:pt x="1581" y="1255"/>
                </a:lnTo>
                <a:lnTo>
                  <a:pt x="1580" y="1255"/>
                </a:lnTo>
                <a:lnTo>
                  <a:pt x="1579" y="1255"/>
                </a:lnTo>
                <a:lnTo>
                  <a:pt x="1578" y="1256"/>
                </a:lnTo>
                <a:lnTo>
                  <a:pt x="1577" y="1256"/>
                </a:lnTo>
                <a:lnTo>
                  <a:pt x="1576" y="1256"/>
                </a:lnTo>
                <a:lnTo>
                  <a:pt x="1575" y="1256"/>
                </a:lnTo>
                <a:lnTo>
                  <a:pt x="1575" y="1255"/>
                </a:lnTo>
                <a:lnTo>
                  <a:pt x="1574" y="1255"/>
                </a:lnTo>
                <a:lnTo>
                  <a:pt x="1574" y="1256"/>
                </a:lnTo>
                <a:lnTo>
                  <a:pt x="1572" y="1256"/>
                </a:lnTo>
                <a:lnTo>
                  <a:pt x="1572" y="1255"/>
                </a:lnTo>
                <a:lnTo>
                  <a:pt x="1569" y="1255"/>
                </a:lnTo>
                <a:lnTo>
                  <a:pt x="1568" y="1255"/>
                </a:lnTo>
                <a:lnTo>
                  <a:pt x="1568" y="1256"/>
                </a:lnTo>
                <a:lnTo>
                  <a:pt x="1567" y="1256"/>
                </a:lnTo>
                <a:lnTo>
                  <a:pt x="1567" y="1255"/>
                </a:lnTo>
                <a:lnTo>
                  <a:pt x="1566" y="1255"/>
                </a:lnTo>
                <a:lnTo>
                  <a:pt x="1565" y="1256"/>
                </a:lnTo>
                <a:lnTo>
                  <a:pt x="1564" y="1256"/>
                </a:lnTo>
                <a:lnTo>
                  <a:pt x="1564" y="1257"/>
                </a:lnTo>
                <a:lnTo>
                  <a:pt x="1563" y="1257"/>
                </a:lnTo>
                <a:lnTo>
                  <a:pt x="1561" y="1259"/>
                </a:lnTo>
                <a:lnTo>
                  <a:pt x="1561" y="1260"/>
                </a:lnTo>
                <a:lnTo>
                  <a:pt x="1560" y="1261"/>
                </a:lnTo>
                <a:lnTo>
                  <a:pt x="1559" y="1261"/>
                </a:lnTo>
                <a:lnTo>
                  <a:pt x="1559" y="1262"/>
                </a:lnTo>
                <a:lnTo>
                  <a:pt x="1559" y="1263"/>
                </a:lnTo>
                <a:lnTo>
                  <a:pt x="1558" y="1263"/>
                </a:lnTo>
                <a:lnTo>
                  <a:pt x="1558" y="1264"/>
                </a:lnTo>
                <a:lnTo>
                  <a:pt x="1557" y="1264"/>
                </a:lnTo>
                <a:lnTo>
                  <a:pt x="1556" y="1264"/>
                </a:lnTo>
                <a:lnTo>
                  <a:pt x="1556" y="1265"/>
                </a:lnTo>
                <a:lnTo>
                  <a:pt x="1555" y="1265"/>
                </a:lnTo>
                <a:lnTo>
                  <a:pt x="1554" y="1265"/>
                </a:lnTo>
                <a:lnTo>
                  <a:pt x="1553" y="1265"/>
                </a:lnTo>
                <a:lnTo>
                  <a:pt x="1553" y="1266"/>
                </a:lnTo>
                <a:lnTo>
                  <a:pt x="1553" y="1267"/>
                </a:lnTo>
                <a:lnTo>
                  <a:pt x="1553" y="1268"/>
                </a:lnTo>
                <a:lnTo>
                  <a:pt x="1553" y="1269"/>
                </a:lnTo>
                <a:lnTo>
                  <a:pt x="1553" y="1270"/>
                </a:lnTo>
                <a:lnTo>
                  <a:pt x="1553" y="1271"/>
                </a:lnTo>
                <a:lnTo>
                  <a:pt x="1553" y="1272"/>
                </a:lnTo>
                <a:lnTo>
                  <a:pt x="1553" y="1273"/>
                </a:lnTo>
                <a:lnTo>
                  <a:pt x="1554" y="1273"/>
                </a:lnTo>
                <a:lnTo>
                  <a:pt x="1554" y="1274"/>
                </a:lnTo>
                <a:lnTo>
                  <a:pt x="1555" y="1274"/>
                </a:lnTo>
                <a:lnTo>
                  <a:pt x="1555" y="1275"/>
                </a:lnTo>
                <a:lnTo>
                  <a:pt x="1556" y="1276"/>
                </a:lnTo>
                <a:lnTo>
                  <a:pt x="1555" y="1276"/>
                </a:lnTo>
                <a:lnTo>
                  <a:pt x="1555" y="1277"/>
                </a:lnTo>
                <a:lnTo>
                  <a:pt x="1554" y="1277"/>
                </a:lnTo>
                <a:lnTo>
                  <a:pt x="1553" y="1277"/>
                </a:lnTo>
                <a:lnTo>
                  <a:pt x="1552" y="1277"/>
                </a:lnTo>
                <a:lnTo>
                  <a:pt x="1552" y="1278"/>
                </a:lnTo>
                <a:lnTo>
                  <a:pt x="1552" y="1279"/>
                </a:lnTo>
                <a:lnTo>
                  <a:pt x="1552" y="1280"/>
                </a:lnTo>
                <a:lnTo>
                  <a:pt x="1552" y="1281"/>
                </a:lnTo>
                <a:lnTo>
                  <a:pt x="1551" y="1281"/>
                </a:lnTo>
                <a:lnTo>
                  <a:pt x="1551" y="1282"/>
                </a:lnTo>
                <a:lnTo>
                  <a:pt x="1552" y="1282"/>
                </a:lnTo>
                <a:lnTo>
                  <a:pt x="1553" y="1282"/>
                </a:lnTo>
                <a:lnTo>
                  <a:pt x="1553" y="1283"/>
                </a:lnTo>
                <a:lnTo>
                  <a:pt x="1553" y="1284"/>
                </a:lnTo>
                <a:lnTo>
                  <a:pt x="1554" y="1284"/>
                </a:lnTo>
                <a:lnTo>
                  <a:pt x="1554" y="1286"/>
                </a:lnTo>
                <a:lnTo>
                  <a:pt x="1553" y="1286"/>
                </a:lnTo>
                <a:lnTo>
                  <a:pt x="1553" y="1287"/>
                </a:lnTo>
                <a:lnTo>
                  <a:pt x="1553" y="1288"/>
                </a:lnTo>
                <a:lnTo>
                  <a:pt x="1554" y="1289"/>
                </a:lnTo>
                <a:lnTo>
                  <a:pt x="1554" y="1290"/>
                </a:lnTo>
                <a:lnTo>
                  <a:pt x="1555" y="1290"/>
                </a:lnTo>
                <a:lnTo>
                  <a:pt x="1556" y="1290"/>
                </a:lnTo>
                <a:lnTo>
                  <a:pt x="1556" y="1289"/>
                </a:lnTo>
                <a:lnTo>
                  <a:pt x="1557" y="1289"/>
                </a:lnTo>
                <a:lnTo>
                  <a:pt x="1558" y="1290"/>
                </a:lnTo>
                <a:lnTo>
                  <a:pt x="1559" y="1290"/>
                </a:lnTo>
                <a:lnTo>
                  <a:pt x="1560" y="1290"/>
                </a:lnTo>
                <a:lnTo>
                  <a:pt x="1561" y="1290"/>
                </a:lnTo>
                <a:lnTo>
                  <a:pt x="1562" y="1290"/>
                </a:lnTo>
                <a:lnTo>
                  <a:pt x="1562" y="1291"/>
                </a:lnTo>
                <a:lnTo>
                  <a:pt x="1561" y="1291"/>
                </a:lnTo>
                <a:lnTo>
                  <a:pt x="1561" y="1292"/>
                </a:lnTo>
                <a:lnTo>
                  <a:pt x="1562" y="1292"/>
                </a:lnTo>
                <a:lnTo>
                  <a:pt x="1563" y="1292"/>
                </a:lnTo>
                <a:lnTo>
                  <a:pt x="1564" y="1292"/>
                </a:lnTo>
                <a:lnTo>
                  <a:pt x="1565" y="1292"/>
                </a:lnTo>
                <a:lnTo>
                  <a:pt x="1565" y="1293"/>
                </a:lnTo>
                <a:lnTo>
                  <a:pt x="1566" y="1293"/>
                </a:lnTo>
                <a:lnTo>
                  <a:pt x="1567" y="1292"/>
                </a:lnTo>
                <a:lnTo>
                  <a:pt x="1567" y="1293"/>
                </a:lnTo>
                <a:lnTo>
                  <a:pt x="1568" y="1292"/>
                </a:lnTo>
                <a:lnTo>
                  <a:pt x="1569" y="1292"/>
                </a:lnTo>
                <a:lnTo>
                  <a:pt x="1569" y="1293"/>
                </a:lnTo>
                <a:lnTo>
                  <a:pt x="1570" y="1293"/>
                </a:lnTo>
                <a:lnTo>
                  <a:pt x="1571" y="1293"/>
                </a:lnTo>
                <a:lnTo>
                  <a:pt x="1572" y="1293"/>
                </a:lnTo>
                <a:lnTo>
                  <a:pt x="1573" y="1293"/>
                </a:lnTo>
                <a:lnTo>
                  <a:pt x="1574" y="1293"/>
                </a:lnTo>
                <a:lnTo>
                  <a:pt x="1575" y="1293"/>
                </a:lnTo>
                <a:lnTo>
                  <a:pt x="1576" y="1294"/>
                </a:lnTo>
                <a:lnTo>
                  <a:pt x="1577" y="1294"/>
                </a:lnTo>
                <a:lnTo>
                  <a:pt x="1578" y="1294"/>
                </a:lnTo>
                <a:lnTo>
                  <a:pt x="1579" y="1295"/>
                </a:lnTo>
                <a:lnTo>
                  <a:pt x="1580" y="1295"/>
                </a:lnTo>
                <a:lnTo>
                  <a:pt x="1581" y="1295"/>
                </a:lnTo>
                <a:lnTo>
                  <a:pt x="1581" y="1296"/>
                </a:lnTo>
                <a:lnTo>
                  <a:pt x="1580" y="1296"/>
                </a:lnTo>
                <a:lnTo>
                  <a:pt x="1580" y="1297"/>
                </a:lnTo>
                <a:lnTo>
                  <a:pt x="1580" y="1298"/>
                </a:lnTo>
                <a:lnTo>
                  <a:pt x="1581" y="1298"/>
                </a:lnTo>
                <a:lnTo>
                  <a:pt x="1581" y="1299"/>
                </a:lnTo>
                <a:lnTo>
                  <a:pt x="1580" y="1300"/>
                </a:lnTo>
                <a:lnTo>
                  <a:pt x="1581" y="1300"/>
                </a:lnTo>
                <a:lnTo>
                  <a:pt x="1581" y="1301"/>
                </a:lnTo>
                <a:lnTo>
                  <a:pt x="1580" y="1301"/>
                </a:lnTo>
                <a:lnTo>
                  <a:pt x="1580" y="1302"/>
                </a:lnTo>
                <a:lnTo>
                  <a:pt x="1580" y="1303"/>
                </a:lnTo>
                <a:lnTo>
                  <a:pt x="1580" y="1304"/>
                </a:lnTo>
                <a:lnTo>
                  <a:pt x="1581" y="1305"/>
                </a:lnTo>
                <a:lnTo>
                  <a:pt x="1582" y="1305"/>
                </a:lnTo>
                <a:lnTo>
                  <a:pt x="1582" y="1306"/>
                </a:lnTo>
                <a:lnTo>
                  <a:pt x="1582" y="1307"/>
                </a:lnTo>
                <a:lnTo>
                  <a:pt x="1581" y="1307"/>
                </a:lnTo>
                <a:lnTo>
                  <a:pt x="1581" y="1308"/>
                </a:lnTo>
                <a:lnTo>
                  <a:pt x="1581" y="1309"/>
                </a:lnTo>
                <a:lnTo>
                  <a:pt x="1581" y="1310"/>
                </a:lnTo>
                <a:lnTo>
                  <a:pt x="1581" y="1311"/>
                </a:lnTo>
                <a:lnTo>
                  <a:pt x="1581" y="1312"/>
                </a:lnTo>
                <a:lnTo>
                  <a:pt x="1580" y="1312"/>
                </a:lnTo>
                <a:lnTo>
                  <a:pt x="1580" y="1313"/>
                </a:lnTo>
                <a:lnTo>
                  <a:pt x="1581" y="1314"/>
                </a:lnTo>
                <a:lnTo>
                  <a:pt x="1581" y="1315"/>
                </a:lnTo>
                <a:lnTo>
                  <a:pt x="1580" y="1316"/>
                </a:lnTo>
                <a:lnTo>
                  <a:pt x="1580" y="1317"/>
                </a:lnTo>
                <a:lnTo>
                  <a:pt x="1581" y="1317"/>
                </a:lnTo>
                <a:lnTo>
                  <a:pt x="1582" y="1318"/>
                </a:lnTo>
                <a:lnTo>
                  <a:pt x="1582" y="1319"/>
                </a:lnTo>
                <a:lnTo>
                  <a:pt x="1583" y="1319"/>
                </a:lnTo>
                <a:lnTo>
                  <a:pt x="1584" y="1319"/>
                </a:lnTo>
                <a:lnTo>
                  <a:pt x="1584" y="1320"/>
                </a:lnTo>
                <a:lnTo>
                  <a:pt x="1585" y="1320"/>
                </a:lnTo>
                <a:lnTo>
                  <a:pt x="1584" y="1320"/>
                </a:lnTo>
                <a:lnTo>
                  <a:pt x="1584" y="1321"/>
                </a:lnTo>
                <a:lnTo>
                  <a:pt x="1583" y="1322"/>
                </a:lnTo>
                <a:lnTo>
                  <a:pt x="1582" y="1322"/>
                </a:lnTo>
                <a:lnTo>
                  <a:pt x="1582" y="1323"/>
                </a:lnTo>
                <a:lnTo>
                  <a:pt x="1582" y="1324"/>
                </a:lnTo>
                <a:lnTo>
                  <a:pt x="1582" y="1325"/>
                </a:lnTo>
                <a:lnTo>
                  <a:pt x="1583" y="1326"/>
                </a:lnTo>
                <a:lnTo>
                  <a:pt x="1584" y="1326"/>
                </a:lnTo>
                <a:lnTo>
                  <a:pt x="1585" y="1327"/>
                </a:lnTo>
                <a:lnTo>
                  <a:pt x="1586" y="1327"/>
                </a:lnTo>
                <a:lnTo>
                  <a:pt x="1586" y="1328"/>
                </a:lnTo>
                <a:lnTo>
                  <a:pt x="1586" y="1329"/>
                </a:lnTo>
                <a:lnTo>
                  <a:pt x="1586" y="1330"/>
                </a:lnTo>
                <a:lnTo>
                  <a:pt x="1586" y="1331"/>
                </a:lnTo>
                <a:lnTo>
                  <a:pt x="1587" y="1331"/>
                </a:lnTo>
                <a:lnTo>
                  <a:pt x="1587" y="1332"/>
                </a:lnTo>
                <a:lnTo>
                  <a:pt x="1586" y="1332"/>
                </a:lnTo>
                <a:lnTo>
                  <a:pt x="1586" y="1333"/>
                </a:lnTo>
                <a:lnTo>
                  <a:pt x="1587" y="1333"/>
                </a:lnTo>
                <a:lnTo>
                  <a:pt x="1587" y="1334"/>
                </a:lnTo>
                <a:lnTo>
                  <a:pt x="1588" y="1335"/>
                </a:lnTo>
                <a:lnTo>
                  <a:pt x="1588" y="1336"/>
                </a:lnTo>
                <a:lnTo>
                  <a:pt x="1588" y="1337"/>
                </a:lnTo>
                <a:lnTo>
                  <a:pt x="1589" y="1338"/>
                </a:lnTo>
                <a:lnTo>
                  <a:pt x="1588" y="1339"/>
                </a:lnTo>
                <a:lnTo>
                  <a:pt x="1588" y="1340"/>
                </a:lnTo>
                <a:lnTo>
                  <a:pt x="1587" y="1340"/>
                </a:lnTo>
                <a:lnTo>
                  <a:pt x="1586" y="1340"/>
                </a:lnTo>
                <a:lnTo>
                  <a:pt x="1585" y="1340"/>
                </a:lnTo>
                <a:lnTo>
                  <a:pt x="1583" y="1340"/>
                </a:lnTo>
                <a:lnTo>
                  <a:pt x="1582" y="1340"/>
                </a:lnTo>
                <a:lnTo>
                  <a:pt x="1581" y="1340"/>
                </a:lnTo>
                <a:lnTo>
                  <a:pt x="1580" y="1339"/>
                </a:lnTo>
                <a:lnTo>
                  <a:pt x="1579" y="1339"/>
                </a:lnTo>
                <a:lnTo>
                  <a:pt x="1578" y="1339"/>
                </a:lnTo>
                <a:lnTo>
                  <a:pt x="1577" y="1339"/>
                </a:lnTo>
                <a:lnTo>
                  <a:pt x="1577" y="1338"/>
                </a:lnTo>
                <a:lnTo>
                  <a:pt x="1577" y="1339"/>
                </a:lnTo>
                <a:lnTo>
                  <a:pt x="1576" y="1339"/>
                </a:lnTo>
                <a:lnTo>
                  <a:pt x="1575" y="1339"/>
                </a:lnTo>
                <a:lnTo>
                  <a:pt x="1575" y="1340"/>
                </a:lnTo>
                <a:lnTo>
                  <a:pt x="1574" y="1340"/>
                </a:lnTo>
                <a:lnTo>
                  <a:pt x="1574" y="1341"/>
                </a:lnTo>
                <a:lnTo>
                  <a:pt x="1573" y="1342"/>
                </a:lnTo>
                <a:lnTo>
                  <a:pt x="1573" y="1343"/>
                </a:lnTo>
                <a:lnTo>
                  <a:pt x="1573" y="1344"/>
                </a:lnTo>
                <a:lnTo>
                  <a:pt x="1572" y="1344"/>
                </a:lnTo>
                <a:lnTo>
                  <a:pt x="1572" y="1345"/>
                </a:lnTo>
                <a:lnTo>
                  <a:pt x="1571" y="1345"/>
                </a:lnTo>
                <a:lnTo>
                  <a:pt x="1571" y="1346"/>
                </a:lnTo>
                <a:lnTo>
                  <a:pt x="1571" y="1347"/>
                </a:lnTo>
                <a:lnTo>
                  <a:pt x="1570" y="1347"/>
                </a:lnTo>
                <a:lnTo>
                  <a:pt x="1570" y="1346"/>
                </a:lnTo>
                <a:lnTo>
                  <a:pt x="1569" y="1346"/>
                </a:lnTo>
                <a:lnTo>
                  <a:pt x="1568" y="1347"/>
                </a:lnTo>
                <a:lnTo>
                  <a:pt x="1567" y="1347"/>
                </a:lnTo>
                <a:lnTo>
                  <a:pt x="1566" y="1347"/>
                </a:lnTo>
                <a:lnTo>
                  <a:pt x="1565" y="1347"/>
                </a:lnTo>
                <a:lnTo>
                  <a:pt x="1564" y="1348"/>
                </a:lnTo>
                <a:lnTo>
                  <a:pt x="1563" y="1348"/>
                </a:lnTo>
                <a:lnTo>
                  <a:pt x="1563" y="1347"/>
                </a:lnTo>
                <a:lnTo>
                  <a:pt x="1562" y="1346"/>
                </a:lnTo>
                <a:lnTo>
                  <a:pt x="1561" y="1346"/>
                </a:lnTo>
                <a:lnTo>
                  <a:pt x="1561" y="1345"/>
                </a:lnTo>
                <a:lnTo>
                  <a:pt x="1560" y="1345"/>
                </a:lnTo>
                <a:lnTo>
                  <a:pt x="1559" y="1344"/>
                </a:lnTo>
                <a:lnTo>
                  <a:pt x="1558" y="1343"/>
                </a:lnTo>
                <a:lnTo>
                  <a:pt x="1558" y="1342"/>
                </a:lnTo>
                <a:lnTo>
                  <a:pt x="1558" y="1341"/>
                </a:lnTo>
                <a:lnTo>
                  <a:pt x="1557" y="1340"/>
                </a:lnTo>
                <a:lnTo>
                  <a:pt x="1556" y="1340"/>
                </a:lnTo>
                <a:lnTo>
                  <a:pt x="1555" y="1340"/>
                </a:lnTo>
                <a:lnTo>
                  <a:pt x="1554" y="1339"/>
                </a:lnTo>
                <a:lnTo>
                  <a:pt x="1553" y="1339"/>
                </a:lnTo>
                <a:lnTo>
                  <a:pt x="1552" y="1338"/>
                </a:lnTo>
                <a:lnTo>
                  <a:pt x="1551" y="1337"/>
                </a:lnTo>
                <a:lnTo>
                  <a:pt x="1550" y="1337"/>
                </a:lnTo>
                <a:lnTo>
                  <a:pt x="1549" y="1336"/>
                </a:lnTo>
                <a:lnTo>
                  <a:pt x="1548" y="1336"/>
                </a:lnTo>
                <a:lnTo>
                  <a:pt x="1547" y="1336"/>
                </a:lnTo>
                <a:lnTo>
                  <a:pt x="1546" y="1336"/>
                </a:lnTo>
                <a:lnTo>
                  <a:pt x="1544" y="1336"/>
                </a:lnTo>
                <a:lnTo>
                  <a:pt x="1543" y="1336"/>
                </a:lnTo>
                <a:lnTo>
                  <a:pt x="1542" y="1336"/>
                </a:lnTo>
                <a:lnTo>
                  <a:pt x="1541" y="1336"/>
                </a:lnTo>
                <a:lnTo>
                  <a:pt x="1540" y="1336"/>
                </a:lnTo>
                <a:lnTo>
                  <a:pt x="1539" y="1336"/>
                </a:lnTo>
                <a:lnTo>
                  <a:pt x="1538" y="1336"/>
                </a:lnTo>
                <a:lnTo>
                  <a:pt x="1538" y="1335"/>
                </a:lnTo>
                <a:lnTo>
                  <a:pt x="1537" y="1335"/>
                </a:lnTo>
                <a:lnTo>
                  <a:pt x="1536" y="1334"/>
                </a:lnTo>
                <a:lnTo>
                  <a:pt x="1535" y="1334"/>
                </a:lnTo>
                <a:lnTo>
                  <a:pt x="1534" y="1334"/>
                </a:lnTo>
                <a:lnTo>
                  <a:pt x="1532" y="1335"/>
                </a:lnTo>
                <a:lnTo>
                  <a:pt x="1531" y="1335"/>
                </a:lnTo>
                <a:lnTo>
                  <a:pt x="1531" y="1336"/>
                </a:lnTo>
                <a:lnTo>
                  <a:pt x="1530" y="1336"/>
                </a:lnTo>
                <a:lnTo>
                  <a:pt x="1529" y="1336"/>
                </a:lnTo>
                <a:lnTo>
                  <a:pt x="1526" y="1336"/>
                </a:lnTo>
                <a:lnTo>
                  <a:pt x="1524" y="1335"/>
                </a:lnTo>
                <a:lnTo>
                  <a:pt x="1523" y="1335"/>
                </a:lnTo>
                <a:lnTo>
                  <a:pt x="1522" y="1335"/>
                </a:lnTo>
                <a:lnTo>
                  <a:pt x="1521" y="1334"/>
                </a:lnTo>
                <a:lnTo>
                  <a:pt x="1520" y="1335"/>
                </a:lnTo>
                <a:lnTo>
                  <a:pt x="1519" y="1335"/>
                </a:lnTo>
                <a:lnTo>
                  <a:pt x="1518" y="1335"/>
                </a:lnTo>
                <a:lnTo>
                  <a:pt x="1518" y="1334"/>
                </a:lnTo>
                <a:lnTo>
                  <a:pt x="1517" y="1334"/>
                </a:lnTo>
                <a:lnTo>
                  <a:pt x="1517" y="1333"/>
                </a:lnTo>
                <a:lnTo>
                  <a:pt x="1516" y="1333"/>
                </a:lnTo>
                <a:lnTo>
                  <a:pt x="1515" y="1333"/>
                </a:lnTo>
                <a:lnTo>
                  <a:pt x="1514" y="1333"/>
                </a:lnTo>
                <a:lnTo>
                  <a:pt x="1513" y="1333"/>
                </a:lnTo>
                <a:lnTo>
                  <a:pt x="1512" y="1333"/>
                </a:lnTo>
                <a:lnTo>
                  <a:pt x="1511" y="1333"/>
                </a:lnTo>
                <a:lnTo>
                  <a:pt x="1510" y="1333"/>
                </a:lnTo>
                <a:lnTo>
                  <a:pt x="1509" y="1333"/>
                </a:lnTo>
                <a:lnTo>
                  <a:pt x="1508" y="1332"/>
                </a:lnTo>
                <a:lnTo>
                  <a:pt x="1507" y="1332"/>
                </a:lnTo>
                <a:lnTo>
                  <a:pt x="1507" y="1331"/>
                </a:lnTo>
                <a:lnTo>
                  <a:pt x="1506" y="1331"/>
                </a:lnTo>
                <a:lnTo>
                  <a:pt x="1505" y="1330"/>
                </a:lnTo>
                <a:lnTo>
                  <a:pt x="1503" y="1330"/>
                </a:lnTo>
                <a:lnTo>
                  <a:pt x="1502" y="1330"/>
                </a:lnTo>
                <a:lnTo>
                  <a:pt x="1501" y="1330"/>
                </a:lnTo>
                <a:lnTo>
                  <a:pt x="1501" y="1329"/>
                </a:lnTo>
                <a:lnTo>
                  <a:pt x="1500" y="1329"/>
                </a:lnTo>
                <a:lnTo>
                  <a:pt x="1500" y="1328"/>
                </a:lnTo>
                <a:lnTo>
                  <a:pt x="1499" y="1328"/>
                </a:lnTo>
                <a:lnTo>
                  <a:pt x="1499" y="1327"/>
                </a:lnTo>
                <a:lnTo>
                  <a:pt x="1500" y="1326"/>
                </a:lnTo>
                <a:lnTo>
                  <a:pt x="1500" y="1325"/>
                </a:lnTo>
                <a:lnTo>
                  <a:pt x="1499" y="1324"/>
                </a:lnTo>
                <a:lnTo>
                  <a:pt x="1498" y="1324"/>
                </a:lnTo>
                <a:lnTo>
                  <a:pt x="1497" y="1324"/>
                </a:lnTo>
                <a:lnTo>
                  <a:pt x="1495" y="1324"/>
                </a:lnTo>
                <a:lnTo>
                  <a:pt x="1495" y="1323"/>
                </a:lnTo>
                <a:lnTo>
                  <a:pt x="1494" y="1323"/>
                </a:lnTo>
                <a:lnTo>
                  <a:pt x="1493" y="1323"/>
                </a:lnTo>
                <a:lnTo>
                  <a:pt x="1493" y="1324"/>
                </a:lnTo>
                <a:lnTo>
                  <a:pt x="1493" y="1323"/>
                </a:lnTo>
                <a:lnTo>
                  <a:pt x="1492" y="1323"/>
                </a:lnTo>
                <a:lnTo>
                  <a:pt x="1492" y="1322"/>
                </a:lnTo>
                <a:lnTo>
                  <a:pt x="1491" y="1321"/>
                </a:lnTo>
                <a:lnTo>
                  <a:pt x="1489" y="1321"/>
                </a:lnTo>
                <a:lnTo>
                  <a:pt x="1488" y="1321"/>
                </a:lnTo>
                <a:lnTo>
                  <a:pt x="1488" y="1322"/>
                </a:lnTo>
                <a:lnTo>
                  <a:pt x="1489" y="1322"/>
                </a:lnTo>
                <a:lnTo>
                  <a:pt x="1489" y="1323"/>
                </a:lnTo>
                <a:lnTo>
                  <a:pt x="1490" y="1323"/>
                </a:lnTo>
                <a:lnTo>
                  <a:pt x="1490" y="1324"/>
                </a:lnTo>
                <a:lnTo>
                  <a:pt x="1489" y="1325"/>
                </a:lnTo>
                <a:lnTo>
                  <a:pt x="1489" y="1326"/>
                </a:lnTo>
                <a:lnTo>
                  <a:pt x="1489" y="1327"/>
                </a:lnTo>
                <a:lnTo>
                  <a:pt x="1489" y="1328"/>
                </a:lnTo>
                <a:lnTo>
                  <a:pt x="1489" y="1329"/>
                </a:lnTo>
                <a:lnTo>
                  <a:pt x="1488" y="1329"/>
                </a:lnTo>
                <a:lnTo>
                  <a:pt x="1488" y="1330"/>
                </a:lnTo>
                <a:lnTo>
                  <a:pt x="1488" y="1331"/>
                </a:lnTo>
                <a:lnTo>
                  <a:pt x="1488" y="1332"/>
                </a:lnTo>
                <a:lnTo>
                  <a:pt x="1487" y="1332"/>
                </a:lnTo>
                <a:lnTo>
                  <a:pt x="1487" y="1333"/>
                </a:lnTo>
                <a:lnTo>
                  <a:pt x="1486" y="1333"/>
                </a:lnTo>
                <a:lnTo>
                  <a:pt x="1486" y="1334"/>
                </a:lnTo>
                <a:lnTo>
                  <a:pt x="1485" y="1334"/>
                </a:lnTo>
                <a:lnTo>
                  <a:pt x="1484" y="1334"/>
                </a:lnTo>
                <a:lnTo>
                  <a:pt x="1484" y="1335"/>
                </a:lnTo>
                <a:lnTo>
                  <a:pt x="1483" y="1335"/>
                </a:lnTo>
                <a:lnTo>
                  <a:pt x="1482" y="1335"/>
                </a:lnTo>
                <a:lnTo>
                  <a:pt x="1482" y="1336"/>
                </a:lnTo>
                <a:lnTo>
                  <a:pt x="1482" y="1337"/>
                </a:lnTo>
                <a:lnTo>
                  <a:pt x="1482" y="1338"/>
                </a:lnTo>
                <a:lnTo>
                  <a:pt x="1483" y="1338"/>
                </a:lnTo>
                <a:lnTo>
                  <a:pt x="1483" y="1339"/>
                </a:lnTo>
                <a:lnTo>
                  <a:pt x="1483" y="1340"/>
                </a:lnTo>
                <a:lnTo>
                  <a:pt x="1482" y="1340"/>
                </a:lnTo>
                <a:lnTo>
                  <a:pt x="1482" y="1341"/>
                </a:lnTo>
                <a:lnTo>
                  <a:pt x="1483" y="1341"/>
                </a:lnTo>
                <a:lnTo>
                  <a:pt x="1483" y="1342"/>
                </a:lnTo>
                <a:lnTo>
                  <a:pt x="1482" y="1342"/>
                </a:lnTo>
                <a:lnTo>
                  <a:pt x="1482" y="1343"/>
                </a:lnTo>
                <a:lnTo>
                  <a:pt x="1482" y="1342"/>
                </a:lnTo>
                <a:lnTo>
                  <a:pt x="1481" y="1342"/>
                </a:lnTo>
                <a:lnTo>
                  <a:pt x="1480" y="1342"/>
                </a:lnTo>
                <a:lnTo>
                  <a:pt x="1480" y="1341"/>
                </a:lnTo>
                <a:lnTo>
                  <a:pt x="1479" y="1341"/>
                </a:lnTo>
                <a:lnTo>
                  <a:pt x="1479" y="1342"/>
                </a:lnTo>
                <a:lnTo>
                  <a:pt x="1479" y="1341"/>
                </a:lnTo>
                <a:lnTo>
                  <a:pt x="1478" y="1341"/>
                </a:lnTo>
                <a:lnTo>
                  <a:pt x="1478" y="1342"/>
                </a:lnTo>
                <a:lnTo>
                  <a:pt x="1477" y="1342"/>
                </a:lnTo>
                <a:lnTo>
                  <a:pt x="1475" y="1341"/>
                </a:lnTo>
                <a:lnTo>
                  <a:pt x="1474" y="1341"/>
                </a:lnTo>
                <a:lnTo>
                  <a:pt x="1474" y="1342"/>
                </a:lnTo>
                <a:lnTo>
                  <a:pt x="1473" y="1342"/>
                </a:lnTo>
                <a:lnTo>
                  <a:pt x="1473" y="1341"/>
                </a:lnTo>
                <a:lnTo>
                  <a:pt x="1472" y="1341"/>
                </a:lnTo>
                <a:lnTo>
                  <a:pt x="1472" y="1342"/>
                </a:lnTo>
                <a:lnTo>
                  <a:pt x="1471" y="1342"/>
                </a:lnTo>
                <a:lnTo>
                  <a:pt x="1471" y="1341"/>
                </a:lnTo>
                <a:lnTo>
                  <a:pt x="1470" y="1341"/>
                </a:lnTo>
                <a:lnTo>
                  <a:pt x="1470" y="1342"/>
                </a:lnTo>
                <a:lnTo>
                  <a:pt x="1469" y="1342"/>
                </a:lnTo>
                <a:lnTo>
                  <a:pt x="1468" y="1342"/>
                </a:lnTo>
                <a:lnTo>
                  <a:pt x="1467" y="1342"/>
                </a:lnTo>
                <a:lnTo>
                  <a:pt x="1467" y="1341"/>
                </a:lnTo>
                <a:lnTo>
                  <a:pt x="1467" y="1342"/>
                </a:lnTo>
                <a:lnTo>
                  <a:pt x="1466" y="1342"/>
                </a:lnTo>
                <a:lnTo>
                  <a:pt x="1465" y="1342"/>
                </a:lnTo>
                <a:lnTo>
                  <a:pt x="1465" y="1341"/>
                </a:lnTo>
                <a:lnTo>
                  <a:pt x="1464" y="1341"/>
                </a:lnTo>
                <a:lnTo>
                  <a:pt x="1463" y="1341"/>
                </a:lnTo>
                <a:lnTo>
                  <a:pt x="1463" y="1340"/>
                </a:lnTo>
                <a:lnTo>
                  <a:pt x="1462" y="1340"/>
                </a:lnTo>
                <a:lnTo>
                  <a:pt x="1461" y="1340"/>
                </a:lnTo>
                <a:lnTo>
                  <a:pt x="1461" y="1339"/>
                </a:lnTo>
                <a:lnTo>
                  <a:pt x="1460" y="1339"/>
                </a:lnTo>
                <a:lnTo>
                  <a:pt x="1459" y="1340"/>
                </a:lnTo>
                <a:lnTo>
                  <a:pt x="1458" y="1340"/>
                </a:lnTo>
                <a:lnTo>
                  <a:pt x="1458" y="1339"/>
                </a:lnTo>
                <a:lnTo>
                  <a:pt x="1457" y="1339"/>
                </a:lnTo>
                <a:lnTo>
                  <a:pt x="1456" y="1339"/>
                </a:lnTo>
                <a:lnTo>
                  <a:pt x="1455" y="1339"/>
                </a:lnTo>
                <a:lnTo>
                  <a:pt x="1455" y="1338"/>
                </a:lnTo>
                <a:lnTo>
                  <a:pt x="1454" y="1338"/>
                </a:lnTo>
                <a:lnTo>
                  <a:pt x="1453" y="1338"/>
                </a:lnTo>
                <a:lnTo>
                  <a:pt x="1452" y="1338"/>
                </a:lnTo>
                <a:lnTo>
                  <a:pt x="1452" y="1337"/>
                </a:lnTo>
                <a:lnTo>
                  <a:pt x="1451" y="1337"/>
                </a:lnTo>
                <a:lnTo>
                  <a:pt x="1451" y="1336"/>
                </a:lnTo>
                <a:lnTo>
                  <a:pt x="1450" y="1336"/>
                </a:lnTo>
                <a:lnTo>
                  <a:pt x="1449" y="1336"/>
                </a:lnTo>
                <a:lnTo>
                  <a:pt x="1448" y="1336"/>
                </a:lnTo>
                <a:lnTo>
                  <a:pt x="1448" y="1335"/>
                </a:lnTo>
                <a:lnTo>
                  <a:pt x="1447" y="1335"/>
                </a:lnTo>
                <a:lnTo>
                  <a:pt x="1447" y="1336"/>
                </a:lnTo>
                <a:lnTo>
                  <a:pt x="1446" y="1336"/>
                </a:lnTo>
                <a:lnTo>
                  <a:pt x="1445" y="1335"/>
                </a:lnTo>
                <a:lnTo>
                  <a:pt x="1444" y="1335"/>
                </a:lnTo>
                <a:lnTo>
                  <a:pt x="1443" y="1335"/>
                </a:lnTo>
                <a:lnTo>
                  <a:pt x="1443" y="1334"/>
                </a:lnTo>
                <a:lnTo>
                  <a:pt x="1442" y="1334"/>
                </a:lnTo>
                <a:lnTo>
                  <a:pt x="1442" y="1333"/>
                </a:lnTo>
                <a:lnTo>
                  <a:pt x="1442" y="1334"/>
                </a:lnTo>
                <a:lnTo>
                  <a:pt x="1441" y="1334"/>
                </a:lnTo>
                <a:lnTo>
                  <a:pt x="1441" y="1333"/>
                </a:lnTo>
                <a:lnTo>
                  <a:pt x="1440" y="1333"/>
                </a:lnTo>
                <a:lnTo>
                  <a:pt x="1440" y="1332"/>
                </a:lnTo>
                <a:lnTo>
                  <a:pt x="1439" y="1332"/>
                </a:lnTo>
                <a:lnTo>
                  <a:pt x="1438" y="1332"/>
                </a:lnTo>
                <a:lnTo>
                  <a:pt x="1438" y="1331"/>
                </a:lnTo>
                <a:lnTo>
                  <a:pt x="1437" y="1331"/>
                </a:lnTo>
                <a:lnTo>
                  <a:pt x="1436" y="1330"/>
                </a:lnTo>
                <a:lnTo>
                  <a:pt x="1436" y="1329"/>
                </a:lnTo>
                <a:lnTo>
                  <a:pt x="1435" y="1328"/>
                </a:lnTo>
                <a:lnTo>
                  <a:pt x="1434" y="1328"/>
                </a:lnTo>
                <a:lnTo>
                  <a:pt x="1433" y="1328"/>
                </a:lnTo>
                <a:lnTo>
                  <a:pt x="1431" y="1328"/>
                </a:lnTo>
                <a:lnTo>
                  <a:pt x="1431" y="1327"/>
                </a:lnTo>
                <a:lnTo>
                  <a:pt x="1431" y="1326"/>
                </a:lnTo>
                <a:lnTo>
                  <a:pt x="1430" y="1326"/>
                </a:lnTo>
                <a:lnTo>
                  <a:pt x="1429" y="1326"/>
                </a:lnTo>
                <a:lnTo>
                  <a:pt x="1428" y="1326"/>
                </a:lnTo>
                <a:lnTo>
                  <a:pt x="1428" y="1325"/>
                </a:lnTo>
                <a:lnTo>
                  <a:pt x="1427" y="1325"/>
                </a:lnTo>
                <a:lnTo>
                  <a:pt x="1426" y="1325"/>
                </a:lnTo>
                <a:lnTo>
                  <a:pt x="1426" y="1326"/>
                </a:lnTo>
                <a:lnTo>
                  <a:pt x="1425" y="1326"/>
                </a:lnTo>
                <a:lnTo>
                  <a:pt x="1424" y="1326"/>
                </a:lnTo>
                <a:lnTo>
                  <a:pt x="1423" y="1326"/>
                </a:lnTo>
                <a:lnTo>
                  <a:pt x="1423" y="1325"/>
                </a:lnTo>
                <a:lnTo>
                  <a:pt x="1423" y="1324"/>
                </a:lnTo>
                <a:lnTo>
                  <a:pt x="1422" y="1324"/>
                </a:lnTo>
                <a:lnTo>
                  <a:pt x="1422" y="1323"/>
                </a:lnTo>
                <a:lnTo>
                  <a:pt x="1421" y="1323"/>
                </a:lnTo>
                <a:lnTo>
                  <a:pt x="1421" y="1322"/>
                </a:lnTo>
                <a:lnTo>
                  <a:pt x="1420" y="1322"/>
                </a:lnTo>
                <a:lnTo>
                  <a:pt x="1420" y="1321"/>
                </a:lnTo>
                <a:lnTo>
                  <a:pt x="1420" y="1320"/>
                </a:lnTo>
                <a:lnTo>
                  <a:pt x="1419" y="1320"/>
                </a:lnTo>
                <a:lnTo>
                  <a:pt x="1418" y="1320"/>
                </a:lnTo>
                <a:lnTo>
                  <a:pt x="1417" y="1321"/>
                </a:lnTo>
                <a:lnTo>
                  <a:pt x="1417" y="1322"/>
                </a:lnTo>
                <a:lnTo>
                  <a:pt x="1416" y="1322"/>
                </a:lnTo>
                <a:lnTo>
                  <a:pt x="1416" y="1323"/>
                </a:lnTo>
                <a:lnTo>
                  <a:pt x="1415" y="1323"/>
                </a:lnTo>
                <a:lnTo>
                  <a:pt x="1414" y="1323"/>
                </a:lnTo>
                <a:lnTo>
                  <a:pt x="1413" y="1323"/>
                </a:lnTo>
                <a:lnTo>
                  <a:pt x="1412" y="1323"/>
                </a:lnTo>
                <a:lnTo>
                  <a:pt x="1411" y="1323"/>
                </a:lnTo>
                <a:lnTo>
                  <a:pt x="1410" y="1323"/>
                </a:lnTo>
                <a:lnTo>
                  <a:pt x="1409" y="1324"/>
                </a:lnTo>
                <a:lnTo>
                  <a:pt x="1407" y="1323"/>
                </a:lnTo>
                <a:lnTo>
                  <a:pt x="1407" y="1322"/>
                </a:lnTo>
                <a:lnTo>
                  <a:pt x="1406" y="1321"/>
                </a:lnTo>
                <a:lnTo>
                  <a:pt x="1406" y="1320"/>
                </a:lnTo>
                <a:lnTo>
                  <a:pt x="1406" y="1321"/>
                </a:lnTo>
                <a:lnTo>
                  <a:pt x="1406" y="1320"/>
                </a:lnTo>
                <a:lnTo>
                  <a:pt x="1405" y="1320"/>
                </a:lnTo>
                <a:lnTo>
                  <a:pt x="1404" y="1320"/>
                </a:lnTo>
                <a:lnTo>
                  <a:pt x="1403" y="1320"/>
                </a:lnTo>
                <a:lnTo>
                  <a:pt x="1403" y="1319"/>
                </a:lnTo>
                <a:lnTo>
                  <a:pt x="1403" y="1320"/>
                </a:lnTo>
                <a:lnTo>
                  <a:pt x="1402" y="1320"/>
                </a:lnTo>
                <a:lnTo>
                  <a:pt x="1402" y="1319"/>
                </a:lnTo>
                <a:lnTo>
                  <a:pt x="1401" y="1319"/>
                </a:lnTo>
                <a:lnTo>
                  <a:pt x="1401" y="1318"/>
                </a:lnTo>
                <a:lnTo>
                  <a:pt x="1400" y="1318"/>
                </a:lnTo>
                <a:lnTo>
                  <a:pt x="1399" y="1318"/>
                </a:lnTo>
                <a:lnTo>
                  <a:pt x="1399" y="1317"/>
                </a:lnTo>
                <a:lnTo>
                  <a:pt x="1398" y="1317"/>
                </a:lnTo>
                <a:lnTo>
                  <a:pt x="1397" y="1317"/>
                </a:lnTo>
                <a:lnTo>
                  <a:pt x="1397" y="1318"/>
                </a:lnTo>
                <a:lnTo>
                  <a:pt x="1396" y="1318"/>
                </a:lnTo>
                <a:lnTo>
                  <a:pt x="1396" y="1317"/>
                </a:lnTo>
                <a:lnTo>
                  <a:pt x="1395" y="1317"/>
                </a:lnTo>
                <a:lnTo>
                  <a:pt x="1394" y="1317"/>
                </a:lnTo>
                <a:lnTo>
                  <a:pt x="1394" y="1316"/>
                </a:lnTo>
                <a:lnTo>
                  <a:pt x="1393" y="1316"/>
                </a:lnTo>
                <a:lnTo>
                  <a:pt x="1392" y="1316"/>
                </a:lnTo>
                <a:lnTo>
                  <a:pt x="1392" y="1315"/>
                </a:lnTo>
                <a:lnTo>
                  <a:pt x="1392" y="1314"/>
                </a:lnTo>
                <a:lnTo>
                  <a:pt x="1391" y="1313"/>
                </a:lnTo>
                <a:lnTo>
                  <a:pt x="1391" y="1312"/>
                </a:lnTo>
                <a:lnTo>
                  <a:pt x="1390" y="1312"/>
                </a:lnTo>
                <a:lnTo>
                  <a:pt x="1390" y="1313"/>
                </a:lnTo>
                <a:lnTo>
                  <a:pt x="1389" y="1312"/>
                </a:lnTo>
                <a:lnTo>
                  <a:pt x="1388" y="1312"/>
                </a:lnTo>
                <a:lnTo>
                  <a:pt x="1388" y="1313"/>
                </a:lnTo>
                <a:lnTo>
                  <a:pt x="1387" y="1313"/>
                </a:lnTo>
                <a:lnTo>
                  <a:pt x="1386" y="1314"/>
                </a:lnTo>
                <a:lnTo>
                  <a:pt x="1385" y="1314"/>
                </a:lnTo>
                <a:lnTo>
                  <a:pt x="1384" y="1313"/>
                </a:lnTo>
                <a:lnTo>
                  <a:pt x="1383" y="1313"/>
                </a:lnTo>
                <a:lnTo>
                  <a:pt x="1382" y="1313"/>
                </a:lnTo>
                <a:lnTo>
                  <a:pt x="1381" y="1314"/>
                </a:lnTo>
                <a:lnTo>
                  <a:pt x="1380" y="1315"/>
                </a:lnTo>
                <a:lnTo>
                  <a:pt x="1379" y="1315"/>
                </a:lnTo>
                <a:lnTo>
                  <a:pt x="1379" y="1316"/>
                </a:lnTo>
                <a:lnTo>
                  <a:pt x="1379" y="1317"/>
                </a:lnTo>
                <a:lnTo>
                  <a:pt x="1378" y="1317"/>
                </a:lnTo>
                <a:lnTo>
                  <a:pt x="1379" y="1317"/>
                </a:lnTo>
                <a:lnTo>
                  <a:pt x="1379" y="1318"/>
                </a:lnTo>
                <a:lnTo>
                  <a:pt x="1378" y="1318"/>
                </a:lnTo>
                <a:lnTo>
                  <a:pt x="1378" y="1319"/>
                </a:lnTo>
                <a:lnTo>
                  <a:pt x="1378" y="1320"/>
                </a:lnTo>
                <a:lnTo>
                  <a:pt x="1377" y="1320"/>
                </a:lnTo>
                <a:lnTo>
                  <a:pt x="1376" y="1320"/>
                </a:lnTo>
                <a:lnTo>
                  <a:pt x="1376" y="1319"/>
                </a:lnTo>
                <a:lnTo>
                  <a:pt x="1375" y="1319"/>
                </a:lnTo>
                <a:lnTo>
                  <a:pt x="1375" y="1318"/>
                </a:lnTo>
                <a:lnTo>
                  <a:pt x="1374" y="1318"/>
                </a:lnTo>
                <a:lnTo>
                  <a:pt x="1373" y="1317"/>
                </a:lnTo>
                <a:lnTo>
                  <a:pt x="1373" y="1316"/>
                </a:lnTo>
                <a:lnTo>
                  <a:pt x="1373" y="1315"/>
                </a:lnTo>
                <a:lnTo>
                  <a:pt x="1372" y="1315"/>
                </a:lnTo>
                <a:lnTo>
                  <a:pt x="1372" y="1314"/>
                </a:lnTo>
                <a:lnTo>
                  <a:pt x="1372" y="1313"/>
                </a:lnTo>
                <a:lnTo>
                  <a:pt x="1370" y="1313"/>
                </a:lnTo>
                <a:lnTo>
                  <a:pt x="1368" y="1312"/>
                </a:lnTo>
                <a:lnTo>
                  <a:pt x="1367" y="1312"/>
                </a:lnTo>
                <a:lnTo>
                  <a:pt x="1367" y="1311"/>
                </a:lnTo>
                <a:lnTo>
                  <a:pt x="1367" y="1310"/>
                </a:lnTo>
                <a:lnTo>
                  <a:pt x="1366" y="1310"/>
                </a:lnTo>
                <a:lnTo>
                  <a:pt x="1365" y="1310"/>
                </a:lnTo>
                <a:lnTo>
                  <a:pt x="1364" y="1310"/>
                </a:lnTo>
                <a:lnTo>
                  <a:pt x="1363" y="1310"/>
                </a:lnTo>
                <a:lnTo>
                  <a:pt x="1363" y="1309"/>
                </a:lnTo>
                <a:lnTo>
                  <a:pt x="1363" y="1308"/>
                </a:lnTo>
                <a:lnTo>
                  <a:pt x="1362" y="1308"/>
                </a:lnTo>
                <a:lnTo>
                  <a:pt x="1362" y="1307"/>
                </a:lnTo>
                <a:lnTo>
                  <a:pt x="1363" y="1307"/>
                </a:lnTo>
                <a:lnTo>
                  <a:pt x="1363" y="1306"/>
                </a:lnTo>
                <a:lnTo>
                  <a:pt x="1362" y="1306"/>
                </a:lnTo>
                <a:lnTo>
                  <a:pt x="1362" y="1305"/>
                </a:lnTo>
                <a:lnTo>
                  <a:pt x="1361" y="1305"/>
                </a:lnTo>
                <a:lnTo>
                  <a:pt x="1361" y="1304"/>
                </a:lnTo>
                <a:lnTo>
                  <a:pt x="1361" y="1303"/>
                </a:lnTo>
                <a:lnTo>
                  <a:pt x="1360" y="1303"/>
                </a:lnTo>
                <a:lnTo>
                  <a:pt x="1360" y="1302"/>
                </a:lnTo>
                <a:lnTo>
                  <a:pt x="1359" y="1302"/>
                </a:lnTo>
                <a:lnTo>
                  <a:pt x="1358" y="1302"/>
                </a:lnTo>
                <a:lnTo>
                  <a:pt x="1357" y="1302"/>
                </a:lnTo>
                <a:lnTo>
                  <a:pt x="1357" y="1303"/>
                </a:lnTo>
                <a:lnTo>
                  <a:pt x="1357" y="1304"/>
                </a:lnTo>
                <a:lnTo>
                  <a:pt x="1355" y="1303"/>
                </a:lnTo>
                <a:lnTo>
                  <a:pt x="1354" y="1303"/>
                </a:lnTo>
                <a:lnTo>
                  <a:pt x="1353" y="1303"/>
                </a:lnTo>
                <a:lnTo>
                  <a:pt x="1352" y="1303"/>
                </a:lnTo>
                <a:lnTo>
                  <a:pt x="1351" y="1303"/>
                </a:lnTo>
                <a:lnTo>
                  <a:pt x="1350" y="1303"/>
                </a:lnTo>
                <a:lnTo>
                  <a:pt x="1350" y="1302"/>
                </a:lnTo>
                <a:lnTo>
                  <a:pt x="1350" y="1301"/>
                </a:lnTo>
                <a:lnTo>
                  <a:pt x="1351" y="1301"/>
                </a:lnTo>
                <a:lnTo>
                  <a:pt x="1350" y="1300"/>
                </a:lnTo>
                <a:lnTo>
                  <a:pt x="1349" y="1300"/>
                </a:lnTo>
                <a:lnTo>
                  <a:pt x="1349" y="1301"/>
                </a:lnTo>
                <a:lnTo>
                  <a:pt x="1348" y="1301"/>
                </a:lnTo>
                <a:lnTo>
                  <a:pt x="1347" y="1301"/>
                </a:lnTo>
                <a:lnTo>
                  <a:pt x="1346" y="1301"/>
                </a:lnTo>
                <a:lnTo>
                  <a:pt x="1345" y="1301"/>
                </a:lnTo>
                <a:lnTo>
                  <a:pt x="1344" y="1301"/>
                </a:lnTo>
                <a:lnTo>
                  <a:pt x="1343" y="1301"/>
                </a:lnTo>
                <a:lnTo>
                  <a:pt x="1342" y="1301"/>
                </a:lnTo>
                <a:lnTo>
                  <a:pt x="1342" y="1300"/>
                </a:lnTo>
                <a:lnTo>
                  <a:pt x="1341" y="1300"/>
                </a:lnTo>
                <a:lnTo>
                  <a:pt x="1341" y="1301"/>
                </a:lnTo>
                <a:lnTo>
                  <a:pt x="1340" y="1301"/>
                </a:lnTo>
                <a:lnTo>
                  <a:pt x="1340" y="1300"/>
                </a:lnTo>
                <a:lnTo>
                  <a:pt x="1340" y="1301"/>
                </a:lnTo>
                <a:lnTo>
                  <a:pt x="1339" y="1301"/>
                </a:lnTo>
                <a:lnTo>
                  <a:pt x="1340" y="1301"/>
                </a:lnTo>
                <a:lnTo>
                  <a:pt x="1340" y="1302"/>
                </a:lnTo>
                <a:lnTo>
                  <a:pt x="1340" y="1303"/>
                </a:lnTo>
                <a:lnTo>
                  <a:pt x="1339" y="1303"/>
                </a:lnTo>
                <a:lnTo>
                  <a:pt x="1338" y="1303"/>
                </a:lnTo>
                <a:lnTo>
                  <a:pt x="1338" y="1302"/>
                </a:lnTo>
                <a:lnTo>
                  <a:pt x="1337" y="1302"/>
                </a:lnTo>
                <a:lnTo>
                  <a:pt x="1336" y="1302"/>
                </a:lnTo>
                <a:lnTo>
                  <a:pt x="1335" y="1302"/>
                </a:lnTo>
                <a:lnTo>
                  <a:pt x="1334" y="1302"/>
                </a:lnTo>
                <a:lnTo>
                  <a:pt x="1333" y="1302"/>
                </a:lnTo>
                <a:lnTo>
                  <a:pt x="1332" y="1302"/>
                </a:lnTo>
                <a:lnTo>
                  <a:pt x="1332" y="1301"/>
                </a:lnTo>
                <a:lnTo>
                  <a:pt x="1331" y="1301"/>
                </a:lnTo>
                <a:lnTo>
                  <a:pt x="1330" y="1301"/>
                </a:lnTo>
                <a:lnTo>
                  <a:pt x="1329" y="1301"/>
                </a:lnTo>
                <a:lnTo>
                  <a:pt x="1329" y="1302"/>
                </a:lnTo>
                <a:lnTo>
                  <a:pt x="1328" y="1302"/>
                </a:lnTo>
                <a:lnTo>
                  <a:pt x="1328" y="1303"/>
                </a:lnTo>
                <a:lnTo>
                  <a:pt x="1327" y="1303"/>
                </a:lnTo>
                <a:lnTo>
                  <a:pt x="1327" y="1304"/>
                </a:lnTo>
                <a:lnTo>
                  <a:pt x="1326" y="1304"/>
                </a:lnTo>
                <a:lnTo>
                  <a:pt x="1326" y="1303"/>
                </a:lnTo>
                <a:lnTo>
                  <a:pt x="1325" y="1303"/>
                </a:lnTo>
                <a:lnTo>
                  <a:pt x="1324" y="1303"/>
                </a:lnTo>
                <a:lnTo>
                  <a:pt x="1323" y="1303"/>
                </a:lnTo>
                <a:lnTo>
                  <a:pt x="1323" y="1304"/>
                </a:lnTo>
                <a:lnTo>
                  <a:pt x="1322" y="1305"/>
                </a:lnTo>
                <a:lnTo>
                  <a:pt x="1321" y="1305"/>
                </a:lnTo>
                <a:lnTo>
                  <a:pt x="1322" y="1305"/>
                </a:lnTo>
                <a:lnTo>
                  <a:pt x="1321" y="1305"/>
                </a:lnTo>
                <a:lnTo>
                  <a:pt x="1320" y="1306"/>
                </a:lnTo>
                <a:lnTo>
                  <a:pt x="1316" y="1306"/>
                </a:lnTo>
                <a:lnTo>
                  <a:pt x="1315" y="1305"/>
                </a:lnTo>
                <a:lnTo>
                  <a:pt x="1314" y="1305"/>
                </a:lnTo>
                <a:lnTo>
                  <a:pt x="1313" y="1305"/>
                </a:lnTo>
                <a:lnTo>
                  <a:pt x="1312" y="1305"/>
                </a:lnTo>
                <a:lnTo>
                  <a:pt x="1311" y="1305"/>
                </a:lnTo>
                <a:lnTo>
                  <a:pt x="1309" y="1305"/>
                </a:lnTo>
                <a:lnTo>
                  <a:pt x="1308" y="1306"/>
                </a:lnTo>
                <a:lnTo>
                  <a:pt x="1307" y="1306"/>
                </a:lnTo>
                <a:lnTo>
                  <a:pt x="1307" y="1305"/>
                </a:lnTo>
                <a:lnTo>
                  <a:pt x="1307" y="1306"/>
                </a:lnTo>
                <a:lnTo>
                  <a:pt x="1306" y="1306"/>
                </a:lnTo>
                <a:lnTo>
                  <a:pt x="1306" y="1305"/>
                </a:lnTo>
                <a:lnTo>
                  <a:pt x="1306" y="1306"/>
                </a:lnTo>
                <a:lnTo>
                  <a:pt x="1306" y="1305"/>
                </a:lnTo>
                <a:lnTo>
                  <a:pt x="1305" y="1305"/>
                </a:lnTo>
                <a:lnTo>
                  <a:pt x="1305" y="1306"/>
                </a:lnTo>
                <a:lnTo>
                  <a:pt x="1305" y="1305"/>
                </a:lnTo>
                <a:lnTo>
                  <a:pt x="1304" y="1305"/>
                </a:lnTo>
                <a:lnTo>
                  <a:pt x="1304" y="1306"/>
                </a:lnTo>
                <a:lnTo>
                  <a:pt x="1305" y="1307"/>
                </a:lnTo>
                <a:lnTo>
                  <a:pt x="1304" y="1307"/>
                </a:lnTo>
                <a:lnTo>
                  <a:pt x="1304" y="1308"/>
                </a:lnTo>
                <a:lnTo>
                  <a:pt x="1303" y="1308"/>
                </a:lnTo>
                <a:lnTo>
                  <a:pt x="1302" y="1308"/>
                </a:lnTo>
                <a:lnTo>
                  <a:pt x="1301" y="1308"/>
                </a:lnTo>
                <a:lnTo>
                  <a:pt x="1301" y="1309"/>
                </a:lnTo>
                <a:lnTo>
                  <a:pt x="1300" y="1309"/>
                </a:lnTo>
                <a:lnTo>
                  <a:pt x="1299" y="1309"/>
                </a:lnTo>
                <a:lnTo>
                  <a:pt x="1298" y="1310"/>
                </a:lnTo>
                <a:lnTo>
                  <a:pt x="1296" y="1310"/>
                </a:lnTo>
                <a:lnTo>
                  <a:pt x="1296" y="1309"/>
                </a:lnTo>
                <a:lnTo>
                  <a:pt x="1295" y="1309"/>
                </a:lnTo>
                <a:lnTo>
                  <a:pt x="1294" y="1309"/>
                </a:lnTo>
                <a:lnTo>
                  <a:pt x="1294" y="1310"/>
                </a:lnTo>
                <a:lnTo>
                  <a:pt x="1293" y="1310"/>
                </a:lnTo>
                <a:lnTo>
                  <a:pt x="1292" y="1310"/>
                </a:lnTo>
                <a:lnTo>
                  <a:pt x="1292" y="1309"/>
                </a:lnTo>
                <a:lnTo>
                  <a:pt x="1291" y="1309"/>
                </a:lnTo>
                <a:lnTo>
                  <a:pt x="1291" y="1310"/>
                </a:lnTo>
                <a:lnTo>
                  <a:pt x="1290" y="1310"/>
                </a:lnTo>
                <a:lnTo>
                  <a:pt x="1290" y="1309"/>
                </a:lnTo>
                <a:lnTo>
                  <a:pt x="1290" y="1310"/>
                </a:lnTo>
                <a:lnTo>
                  <a:pt x="1289" y="1310"/>
                </a:lnTo>
                <a:lnTo>
                  <a:pt x="1289" y="1311"/>
                </a:lnTo>
                <a:lnTo>
                  <a:pt x="1288" y="1311"/>
                </a:lnTo>
                <a:lnTo>
                  <a:pt x="1286" y="1311"/>
                </a:lnTo>
                <a:lnTo>
                  <a:pt x="1285" y="1311"/>
                </a:lnTo>
                <a:lnTo>
                  <a:pt x="1284" y="1310"/>
                </a:lnTo>
                <a:lnTo>
                  <a:pt x="1283" y="1310"/>
                </a:lnTo>
                <a:lnTo>
                  <a:pt x="1282" y="1310"/>
                </a:lnTo>
                <a:lnTo>
                  <a:pt x="1281" y="1310"/>
                </a:lnTo>
                <a:lnTo>
                  <a:pt x="1281" y="1311"/>
                </a:lnTo>
                <a:lnTo>
                  <a:pt x="1280" y="1311"/>
                </a:lnTo>
                <a:lnTo>
                  <a:pt x="1279" y="1312"/>
                </a:lnTo>
                <a:lnTo>
                  <a:pt x="1278" y="1312"/>
                </a:lnTo>
                <a:lnTo>
                  <a:pt x="1277" y="1312"/>
                </a:lnTo>
                <a:lnTo>
                  <a:pt x="1276" y="1312"/>
                </a:lnTo>
                <a:lnTo>
                  <a:pt x="1276" y="1311"/>
                </a:lnTo>
                <a:lnTo>
                  <a:pt x="1276" y="1312"/>
                </a:lnTo>
                <a:lnTo>
                  <a:pt x="1275" y="1312"/>
                </a:lnTo>
                <a:lnTo>
                  <a:pt x="1275" y="1313"/>
                </a:lnTo>
                <a:lnTo>
                  <a:pt x="1274" y="1313"/>
                </a:lnTo>
                <a:lnTo>
                  <a:pt x="1273" y="1313"/>
                </a:lnTo>
                <a:lnTo>
                  <a:pt x="1273" y="1312"/>
                </a:lnTo>
                <a:lnTo>
                  <a:pt x="1273" y="1313"/>
                </a:lnTo>
                <a:lnTo>
                  <a:pt x="1272" y="1313"/>
                </a:lnTo>
                <a:lnTo>
                  <a:pt x="1271" y="1313"/>
                </a:lnTo>
                <a:lnTo>
                  <a:pt x="1270" y="1313"/>
                </a:lnTo>
                <a:lnTo>
                  <a:pt x="1270" y="1314"/>
                </a:lnTo>
                <a:lnTo>
                  <a:pt x="1269" y="1314"/>
                </a:lnTo>
                <a:lnTo>
                  <a:pt x="1268" y="1314"/>
                </a:lnTo>
                <a:lnTo>
                  <a:pt x="1268" y="1315"/>
                </a:lnTo>
                <a:lnTo>
                  <a:pt x="1267" y="1315"/>
                </a:lnTo>
                <a:lnTo>
                  <a:pt x="1267" y="1314"/>
                </a:lnTo>
                <a:lnTo>
                  <a:pt x="1266" y="1314"/>
                </a:lnTo>
                <a:lnTo>
                  <a:pt x="1265" y="1314"/>
                </a:lnTo>
                <a:lnTo>
                  <a:pt x="1263" y="1314"/>
                </a:lnTo>
                <a:lnTo>
                  <a:pt x="1263" y="1313"/>
                </a:lnTo>
                <a:lnTo>
                  <a:pt x="1262" y="1313"/>
                </a:lnTo>
                <a:lnTo>
                  <a:pt x="1261" y="1313"/>
                </a:lnTo>
                <a:lnTo>
                  <a:pt x="1260" y="1313"/>
                </a:lnTo>
                <a:lnTo>
                  <a:pt x="1259" y="1313"/>
                </a:lnTo>
                <a:lnTo>
                  <a:pt x="1259" y="1312"/>
                </a:lnTo>
                <a:lnTo>
                  <a:pt x="1258" y="1311"/>
                </a:lnTo>
                <a:lnTo>
                  <a:pt x="1258" y="1310"/>
                </a:lnTo>
                <a:lnTo>
                  <a:pt x="1258" y="1308"/>
                </a:lnTo>
                <a:lnTo>
                  <a:pt x="1258" y="1307"/>
                </a:lnTo>
                <a:lnTo>
                  <a:pt x="1256" y="1307"/>
                </a:lnTo>
                <a:lnTo>
                  <a:pt x="1256" y="1306"/>
                </a:lnTo>
                <a:lnTo>
                  <a:pt x="1255" y="1306"/>
                </a:lnTo>
                <a:lnTo>
                  <a:pt x="1254" y="1306"/>
                </a:lnTo>
                <a:lnTo>
                  <a:pt x="1254" y="1307"/>
                </a:lnTo>
                <a:lnTo>
                  <a:pt x="1253" y="1307"/>
                </a:lnTo>
                <a:lnTo>
                  <a:pt x="1252" y="1307"/>
                </a:lnTo>
                <a:lnTo>
                  <a:pt x="1251" y="1307"/>
                </a:lnTo>
                <a:lnTo>
                  <a:pt x="1250" y="1307"/>
                </a:lnTo>
                <a:lnTo>
                  <a:pt x="1250" y="1306"/>
                </a:lnTo>
                <a:lnTo>
                  <a:pt x="1250" y="1307"/>
                </a:lnTo>
                <a:lnTo>
                  <a:pt x="1250" y="1308"/>
                </a:lnTo>
                <a:lnTo>
                  <a:pt x="1249" y="1308"/>
                </a:lnTo>
                <a:lnTo>
                  <a:pt x="1248" y="1308"/>
                </a:lnTo>
                <a:lnTo>
                  <a:pt x="1248" y="1309"/>
                </a:lnTo>
                <a:lnTo>
                  <a:pt x="1248" y="1310"/>
                </a:lnTo>
                <a:lnTo>
                  <a:pt x="1247" y="1310"/>
                </a:lnTo>
                <a:lnTo>
                  <a:pt x="1245" y="1312"/>
                </a:lnTo>
                <a:lnTo>
                  <a:pt x="1245" y="1313"/>
                </a:lnTo>
                <a:lnTo>
                  <a:pt x="1244" y="1313"/>
                </a:lnTo>
                <a:lnTo>
                  <a:pt x="1243" y="1312"/>
                </a:lnTo>
                <a:lnTo>
                  <a:pt x="1242" y="1312"/>
                </a:lnTo>
                <a:lnTo>
                  <a:pt x="1242" y="1313"/>
                </a:lnTo>
                <a:lnTo>
                  <a:pt x="1241" y="1313"/>
                </a:lnTo>
                <a:lnTo>
                  <a:pt x="1240" y="1313"/>
                </a:lnTo>
                <a:lnTo>
                  <a:pt x="1240" y="1312"/>
                </a:lnTo>
                <a:lnTo>
                  <a:pt x="1239" y="1312"/>
                </a:lnTo>
                <a:lnTo>
                  <a:pt x="1238" y="1312"/>
                </a:lnTo>
                <a:lnTo>
                  <a:pt x="1238" y="1313"/>
                </a:lnTo>
                <a:lnTo>
                  <a:pt x="1237" y="1313"/>
                </a:lnTo>
                <a:lnTo>
                  <a:pt x="1236" y="1313"/>
                </a:lnTo>
                <a:lnTo>
                  <a:pt x="1235" y="1313"/>
                </a:lnTo>
                <a:lnTo>
                  <a:pt x="1235" y="1314"/>
                </a:lnTo>
                <a:lnTo>
                  <a:pt x="1234" y="1314"/>
                </a:lnTo>
                <a:lnTo>
                  <a:pt x="1234" y="1315"/>
                </a:lnTo>
                <a:lnTo>
                  <a:pt x="1233" y="1315"/>
                </a:lnTo>
                <a:lnTo>
                  <a:pt x="1233" y="1316"/>
                </a:lnTo>
                <a:lnTo>
                  <a:pt x="1232" y="1316"/>
                </a:lnTo>
                <a:lnTo>
                  <a:pt x="1232" y="1317"/>
                </a:lnTo>
                <a:lnTo>
                  <a:pt x="1231" y="1317"/>
                </a:lnTo>
                <a:lnTo>
                  <a:pt x="1231" y="1318"/>
                </a:lnTo>
                <a:lnTo>
                  <a:pt x="1232" y="1318"/>
                </a:lnTo>
                <a:lnTo>
                  <a:pt x="1232" y="1319"/>
                </a:lnTo>
                <a:lnTo>
                  <a:pt x="1231" y="1319"/>
                </a:lnTo>
                <a:lnTo>
                  <a:pt x="1230" y="1319"/>
                </a:lnTo>
                <a:lnTo>
                  <a:pt x="1230" y="1320"/>
                </a:lnTo>
                <a:lnTo>
                  <a:pt x="1230" y="1319"/>
                </a:lnTo>
                <a:lnTo>
                  <a:pt x="1229" y="1319"/>
                </a:lnTo>
                <a:lnTo>
                  <a:pt x="1228" y="1319"/>
                </a:lnTo>
                <a:lnTo>
                  <a:pt x="1227" y="1319"/>
                </a:lnTo>
                <a:lnTo>
                  <a:pt x="1226" y="1319"/>
                </a:lnTo>
                <a:lnTo>
                  <a:pt x="1226" y="1318"/>
                </a:lnTo>
                <a:lnTo>
                  <a:pt x="1226" y="1319"/>
                </a:lnTo>
                <a:lnTo>
                  <a:pt x="1225" y="1319"/>
                </a:lnTo>
                <a:lnTo>
                  <a:pt x="1225" y="1318"/>
                </a:lnTo>
                <a:lnTo>
                  <a:pt x="1224" y="1318"/>
                </a:lnTo>
                <a:lnTo>
                  <a:pt x="1224" y="1319"/>
                </a:lnTo>
                <a:lnTo>
                  <a:pt x="1223" y="1319"/>
                </a:lnTo>
                <a:lnTo>
                  <a:pt x="1222" y="1319"/>
                </a:lnTo>
                <a:lnTo>
                  <a:pt x="1222" y="1320"/>
                </a:lnTo>
                <a:lnTo>
                  <a:pt x="1221" y="1320"/>
                </a:lnTo>
                <a:lnTo>
                  <a:pt x="1221" y="1319"/>
                </a:lnTo>
                <a:lnTo>
                  <a:pt x="1220" y="1319"/>
                </a:lnTo>
                <a:lnTo>
                  <a:pt x="1219" y="1319"/>
                </a:lnTo>
                <a:lnTo>
                  <a:pt x="1218" y="1319"/>
                </a:lnTo>
                <a:lnTo>
                  <a:pt x="1217" y="1319"/>
                </a:lnTo>
                <a:lnTo>
                  <a:pt x="1216" y="1320"/>
                </a:lnTo>
                <a:lnTo>
                  <a:pt x="1216" y="1319"/>
                </a:lnTo>
                <a:lnTo>
                  <a:pt x="1215" y="1319"/>
                </a:lnTo>
                <a:lnTo>
                  <a:pt x="1215" y="1320"/>
                </a:lnTo>
                <a:lnTo>
                  <a:pt x="1214" y="1320"/>
                </a:lnTo>
                <a:lnTo>
                  <a:pt x="1213" y="1320"/>
                </a:lnTo>
                <a:lnTo>
                  <a:pt x="1212" y="1320"/>
                </a:lnTo>
                <a:lnTo>
                  <a:pt x="1212" y="1321"/>
                </a:lnTo>
                <a:lnTo>
                  <a:pt x="1211" y="1321"/>
                </a:lnTo>
                <a:lnTo>
                  <a:pt x="1211" y="1322"/>
                </a:lnTo>
                <a:lnTo>
                  <a:pt x="1210" y="1322"/>
                </a:lnTo>
                <a:lnTo>
                  <a:pt x="1209" y="1322"/>
                </a:lnTo>
                <a:lnTo>
                  <a:pt x="1208" y="1322"/>
                </a:lnTo>
                <a:lnTo>
                  <a:pt x="1208" y="1323"/>
                </a:lnTo>
                <a:lnTo>
                  <a:pt x="1207" y="1323"/>
                </a:lnTo>
                <a:lnTo>
                  <a:pt x="1207" y="1322"/>
                </a:lnTo>
                <a:lnTo>
                  <a:pt x="1206" y="1322"/>
                </a:lnTo>
                <a:lnTo>
                  <a:pt x="1206" y="1321"/>
                </a:lnTo>
                <a:lnTo>
                  <a:pt x="1206" y="1320"/>
                </a:lnTo>
                <a:lnTo>
                  <a:pt x="1205" y="1320"/>
                </a:lnTo>
                <a:lnTo>
                  <a:pt x="1205" y="1319"/>
                </a:lnTo>
                <a:lnTo>
                  <a:pt x="1204" y="1319"/>
                </a:lnTo>
                <a:lnTo>
                  <a:pt x="1203" y="1319"/>
                </a:lnTo>
                <a:lnTo>
                  <a:pt x="1202" y="1319"/>
                </a:lnTo>
                <a:lnTo>
                  <a:pt x="1202" y="1320"/>
                </a:lnTo>
                <a:lnTo>
                  <a:pt x="1201" y="1320"/>
                </a:lnTo>
                <a:lnTo>
                  <a:pt x="1200" y="1320"/>
                </a:lnTo>
                <a:lnTo>
                  <a:pt x="1200" y="1319"/>
                </a:lnTo>
                <a:lnTo>
                  <a:pt x="1199" y="1319"/>
                </a:lnTo>
                <a:lnTo>
                  <a:pt x="1198" y="1319"/>
                </a:lnTo>
                <a:lnTo>
                  <a:pt x="1197" y="1319"/>
                </a:lnTo>
                <a:lnTo>
                  <a:pt x="1196" y="1319"/>
                </a:lnTo>
                <a:lnTo>
                  <a:pt x="1196" y="1320"/>
                </a:lnTo>
                <a:lnTo>
                  <a:pt x="1195" y="1320"/>
                </a:lnTo>
                <a:lnTo>
                  <a:pt x="1194" y="1320"/>
                </a:lnTo>
                <a:lnTo>
                  <a:pt x="1193" y="1320"/>
                </a:lnTo>
                <a:lnTo>
                  <a:pt x="1193" y="1321"/>
                </a:lnTo>
                <a:lnTo>
                  <a:pt x="1193" y="1322"/>
                </a:lnTo>
                <a:lnTo>
                  <a:pt x="1193" y="1323"/>
                </a:lnTo>
                <a:lnTo>
                  <a:pt x="1192" y="1323"/>
                </a:lnTo>
                <a:lnTo>
                  <a:pt x="1191" y="1323"/>
                </a:lnTo>
                <a:lnTo>
                  <a:pt x="1191" y="1322"/>
                </a:lnTo>
                <a:lnTo>
                  <a:pt x="1191" y="1323"/>
                </a:lnTo>
                <a:lnTo>
                  <a:pt x="1190" y="1323"/>
                </a:lnTo>
                <a:lnTo>
                  <a:pt x="1190" y="1324"/>
                </a:lnTo>
                <a:lnTo>
                  <a:pt x="1189" y="1324"/>
                </a:lnTo>
                <a:lnTo>
                  <a:pt x="1189" y="1325"/>
                </a:lnTo>
                <a:lnTo>
                  <a:pt x="1188" y="1325"/>
                </a:lnTo>
                <a:lnTo>
                  <a:pt x="1188" y="1324"/>
                </a:lnTo>
                <a:lnTo>
                  <a:pt x="1187" y="1324"/>
                </a:lnTo>
                <a:lnTo>
                  <a:pt x="1186" y="1324"/>
                </a:lnTo>
                <a:lnTo>
                  <a:pt x="1186" y="1325"/>
                </a:lnTo>
                <a:lnTo>
                  <a:pt x="1186" y="1326"/>
                </a:lnTo>
                <a:lnTo>
                  <a:pt x="1185" y="1326"/>
                </a:lnTo>
                <a:lnTo>
                  <a:pt x="1184" y="1326"/>
                </a:lnTo>
                <a:lnTo>
                  <a:pt x="1183" y="1326"/>
                </a:lnTo>
                <a:lnTo>
                  <a:pt x="1183" y="1327"/>
                </a:lnTo>
                <a:lnTo>
                  <a:pt x="1182" y="1327"/>
                </a:lnTo>
                <a:lnTo>
                  <a:pt x="1182" y="1326"/>
                </a:lnTo>
                <a:lnTo>
                  <a:pt x="1181" y="1326"/>
                </a:lnTo>
                <a:lnTo>
                  <a:pt x="1181" y="1327"/>
                </a:lnTo>
                <a:lnTo>
                  <a:pt x="1180" y="1327"/>
                </a:lnTo>
                <a:lnTo>
                  <a:pt x="1179" y="1327"/>
                </a:lnTo>
                <a:lnTo>
                  <a:pt x="1178" y="1327"/>
                </a:lnTo>
                <a:lnTo>
                  <a:pt x="1177" y="1327"/>
                </a:lnTo>
                <a:lnTo>
                  <a:pt x="1176" y="1327"/>
                </a:lnTo>
                <a:lnTo>
                  <a:pt x="1176" y="1326"/>
                </a:lnTo>
                <a:lnTo>
                  <a:pt x="1175" y="1326"/>
                </a:lnTo>
                <a:lnTo>
                  <a:pt x="1174" y="1326"/>
                </a:lnTo>
                <a:lnTo>
                  <a:pt x="1174" y="1327"/>
                </a:lnTo>
                <a:lnTo>
                  <a:pt x="1174" y="1328"/>
                </a:lnTo>
                <a:lnTo>
                  <a:pt x="1174" y="1329"/>
                </a:lnTo>
                <a:lnTo>
                  <a:pt x="1173" y="1329"/>
                </a:lnTo>
                <a:lnTo>
                  <a:pt x="1172" y="1329"/>
                </a:lnTo>
                <a:lnTo>
                  <a:pt x="1171" y="1329"/>
                </a:lnTo>
                <a:lnTo>
                  <a:pt x="1171" y="1328"/>
                </a:lnTo>
                <a:lnTo>
                  <a:pt x="1170" y="1328"/>
                </a:lnTo>
                <a:lnTo>
                  <a:pt x="1169" y="1327"/>
                </a:lnTo>
                <a:lnTo>
                  <a:pt x="1168" y="1327"/>
                </a:lnTo>
                <a:lnTo>
                  <a:pt x="1168" y="1328"/>
                </a:lnTo>
                <a:lnTo>
                  <a:pt x="1168" y="1327"/>
                </a:lnTo>
                <a:lnTo>
                  <a:pt x="1167" y="1327"/>
                </a:lnTo>
                <a:lnTo>
                  <a:pt x="1167" y="1326"/>
                </a:lnTo>
                <a:lnTo>
                  <a:pt x="1166" y="1326"/>
                </a:lnTo>
                <a:lnTo>
                  <a:pt x="1166" y="1327"/>
                </a:lnTo>
                <a:lnTo>
                  <a:pt x="1166" y="1328"/>
                </a:lnTo>
                <a:lnTo>
                  <a:pt x="1165" y="1328"/>
                </a:lnTo>
                <a:lnTo>
                  <a:pt x="1164" y="1328"/>
                </a:lnTo>
                <a:lnTo>
                  <a:pt x="1163" y="1328"/>
                </a:lnTo>
                <a:lnTo>
                  <a:pt x="1163" y="1329"/>
                </a:lnTo>
                <a:lnTo>
                  <a:pt x="1162" y="1329"/>
                </a:lnTo>
                <a:lnTo>
                  <a:pt x="1162" y="1330"/>
                </a:lnTo>
                <a:lnTo>
                  <a:pt x="1161" y="1330"/>
                </a:lnTo>
                <a:lnTo>
                  <a:pt x="1161" y="1331"/>
                </a:lnTo>
                <a:lnTo>
                  <a:pt x="1160" y="1331"/>
                </a:lnTo>
                <a:lnTo>
                  <a:pt x="1160" y="1332"/>
                </a:lnTo>
                <a:lnTo>
                  <a:pt x="1160" y="1333"/>
                </a:lnTo>
                <a:lnTo>
                  <a:pt x="1159" y="1333"/>
                </a:lnTo>
                <a:lnTo>
                  <a:pt x="1158" y="1333"/>
                </a:lnTo>
                <a:lnTo>
                  <a:pt x="1157" y="1333"/>
                </a:lnTo>
                <a:lnTo>
                  <a:pt x="1156" y="1333"/>
                </a:lnTo>
                <a:lnTo>
                  <a:pt x="1155" y="1333"/>
                </a:lnTo>
                <a:lnTo>
                  <a:pt x="1155" y="1332"/>
                </a:lnTo>
                <a:lnTo>
                  <a:pt x="1154" y="1332"/>
                </a:lnTo>
                <a:lnTo>
                  <a:pt x="1152" y="1332"/>
                </a:lnTo>
                <a:lnTo>
                  <a:pt x="1152" y="1333"/>
                </a:lnTo>
                <a:lnTo>
                  <a:pt x="1151" y="1333"/>
                </a:lnTo>
                <a:lnTo>
                  <a:pt x="1151" y="1334"/>
                </a:lnTo>
                <a:lnTo>
                  <a:pt x="1150" y="1334"/>
                </a:lnTo>
                <a:lnTo>
                  <a:pt x="1149" y="1334"/>
                </a:lnTo>
                <a:lnTo>
                  <a:pt x="1149" y="1335"/>
                </a:lnTo>
                <a:lnTo>
                  <a:pt x="1147" y="1335"/>
                </a:lnTo>
                <a:lnTo>
                  <a:pt x="1147" y="1336"/>
                </a:lnTo>
                <a:lnTo>
                  <a:pt x="1146" y="1336"/>
                </a:lnTo>
                <a:lnTo>
                  <a:pt x="1145" y="1336"/>
                </a:lnTo>
                <a:lnTo>
                  <a:pt x="1144" y="1336"/>
                </a:lnTo>
                <a:lnTo>
                  <a:pt x="1144" y="1337"/>
                </a:lnTo>
                <a:lnTo>
                  <a:pt x="1144" y="1339"/>
                </a:lnTo>
                <a:lnTo>
                  <a:pt x="1143" y="1340"/>
                </a:lnTo>
                <a:lnTo>
                  <a:pt x="1144" y="1340"/>
                </a:lnTo>
                <a:lnTo>
                  <a:pt x="1144" y="1341"/>
                </a:lnTo>
                <a:lnTo>
                  <a:pt x="1143" y="1341"/>
                </a:lnTo>
                <a:lnTo>
                  <a:pt x="1143" y="1342"/>
                </a:lnTo>
                <a:lnTo>
                  <a:pt x="1143" y="1343"/>
                </a:lnTo>
                <a:lnTo>
                  <a:pt x="1144" y="1343"/>
                </a:lnTo>
                <a:lnTo>
                  <a:pt x="1144" y="1344"/>
                </a:lnTo>
                <a:lnTo>
                  <a:pt x="1145" y="1344"/>
                </a:lnTo>
                <a:lnTo>
                  <a:pt x="1145" y="1345"/>
                </a:lnTo>
                <a:lnTo>
                  <a:pt x="1145" y="1346"/>
                </a:lnTo>
                <a:lnTo>
                  <a:pt x="1144" y="1346"/>
                </a:lnTo>
                <a:lnTo>
                  <a:pt x="1143" y="1346"/>
                </a:lnTo>
                <a:lnTo>
                  <a:pt x="1143" y="1347"/>
                </a:lnTo>
                <a:lnTo>
                  <a:pt x="1142" y="1348"/>
                </a:lnTo>
                <a:lnTo>
                  <a:pt x="1143" y="1348"/>
                </a:lnTo>
                <a:lnTo>
                  <a:pt x="1143" y="1349"/>
                </a:lnTo>
                <a:lnTo>
                  <a:pt x="1142" y="1349"/>
                </a:lnTo>
                <a:lnTo>
                  <a:pt x="1141" y="1349"/>
                </a:lnTo>
                <a:lnTo>
                  <a:pt x="1140" y="1349"/>
                </a:lnTo>
                <a:lnTo>
                  <a:pt x="1140" y="1350"/>
                </a:lnTo>
                <a:lnTo>
                  <a:pt x="1140" y="1351"/>
                </a:lnTo>
                <a:lnTo>
                  <a:pt x="1139" y="1351"/>
                </a:lnTo>
                <a:lnTo>
                  <a:pt x="1139" y="1352"/>
                </a:lnTo>
                <a:lnTo>
                  <a:pt x="1139" y="1353"/>
                </a:lnTo>
                <a:lnTo>
                  <a:pt x="1139" y="1354"/>
                </a:lnTo>
                <a:lnTo>
                  <a:pt x="1139" y="1355"/>
                </a:lnTo>
                <a:lnTo>
                  <a:pt x="1138" y="1356"/>
                </a:lnTo>
                <a:lnTo>
                  <a:pt x="1138" y="1357"/>
                </a:lnTo>
                <a:lnTo>
                  <a:pt x="1137" y="1357"/>
                </a:lnTo>
                <a:lnTo>
                  <a:pt x="1136" y="1358"/>
                </a:lnTo>
                <a:lnTo>
                  <a:pt x="1135" y="1359"/>
                </a:lnTo>
                <a:lnTo>
                  <a:pt x="1135" y="1360"/>
                </a:lnTo>
                <a:lnTo>
                  <a:pt x="1135" y="1361"/>
                </a:lnTo>
                <a:lnTo>
                  <a:pt x="1135" y="1362"/>
                </a:lnTo>
                <a:lnTo>
                  <a:pt x="1134" y="1363"/>
                </a:lnTo>
                <a:lnTo>
                  <a:pt x="1134" y="1364"/>
                </a:lnTo>
                <a:lnTo>
                  <a:pt x="1133" y="1364"/>
                </a:lnTo>
                <a:lnTo>
                  <a:pt x="1132" y="1364"/>
                </a:lnTo>
                <a:lnTo>
                  <a:pt x="1132" y="1365"/>
                </a:lnTo>
                <a:lnTo>
                  <a:pt x="1132" y="1366"/>
                </a:lnTo>
                <a:lnTo>
                  <a:pt x="1131" y="1365"/>
                </a:lnTo>
                <a:lnTo>
                  <a:pt x="1130" y="1365"/>
                </a:lnTo>
                <a:lnTo>
                  <a:pt x="1130" y="1366"/>
                </a:lnTo>
                <a:lnTo>
                  <a:pt x="1129" y="1366"/>
                </a:lnTo>
                <a:lnTo>
                  <a:pt x="1128" y="1367"/>
                </a:lnTo>
                <a:lnTo>
                  <a:pt x="1127" y="1368"/>
                </a:lnTo>
                <a:lnTo>
                  <a:pt x="1126" y="1368"/>
                </a:lnTo>
                <a:lnTo>
                  <a:pt x="1126" y="1369"/>
                </a:lnTo>
                <a:lnTo>
                  <a:pt x="1125" y="1370"/>
                </a:lnTo>
                <a:lnTo>
                  <a:pt x="1124" y="1370"/>
                </a:lnTo>
                <a:lnTo>
                  <a:pt x="1124" y="1371"/>
                </a:lnTo>
                <a:lnTo>
                  <a:pt x="1123" y="1371"/>
                </a:lnTo>
                <a:lnTo>
                  <a:pt x="1123" y="1372"/>
                </a:lnTo>
                <a:lnTo>
                  <a:pt x="1122" y="1372"/>
                </a:lnTo>
                <a:lnTo>
                  <a:pt x="1121" y="1372"/>
                </a:lnTo>
                <a:lnTo>
                  <a:pt x="1119" y="1372"/>
                </a:lnTo>
                <a:lnTo>
                  <a:pt x="1119" y="1371"/>
                </a:lnTo>
                <a:lnTo>
                  <a:pt x="1118" y="1372"/>
                </a:lnTo>
                <a:lnTo>
                  <a:pt x="1116" y="1372"/>
                </a:lnTo>
                <a:lnTo>
                  <a:pt x="1114" y="1372"/>
                </a:lnTo>
                <a:lnTo>
                  <a:pt x="1112" y="1373"/>
                </a:lnTo>
                <a:lnTo>
                  <a:pt x="1111" y="1373"/>
                </a:lnTo>
                <a:lnTo>
                  <a:pt x="1111" y="1372"/>
                </a:lnTo>
                <a:lnTo>
                  <a:pt x="1110" y="1372"/>
                </a:lnTo>
                <a:lnTo>
                  <a:pt x="1109" y="1372"/>
                </a:lnTo>
                <a:lnTo>
                  <a:pt x="1109" y="1373"/>
                </a:lnTo>
                <a:lnTo>
                  <a:pt x="1108" y="1373"/>
                </a:lnTo>
                <a:lnTo>
                  <a:pt x="1107" y="1373"/>
                </a:lnTo>
                <a:lnTo>
                  <a:pt x="1106" y="1373"/>
                </a:lnTo>
                <a:lnTo>
                  <a:pt x="1105" y="1373"/>
                </a:lnTo>
                <a:lnTo>
                  <a:pt x="1104" y="1374"/>
                </a:lnTo>
                <a:lnTo>
                  <a:pt x="1104" y="1373"/>
                </a:lnTo>
                <a:lnTo>
                  <a:pt x="1104" y="1374"/>
                </a:lnTo>
                <a:lnTo>
                  <a:pt x="1103" y="1374"/>
                </a:lnTo>
                <a:lnTo>
                  <a:pt x="1102" y="1374"/>
                </a:lnTo>
                <a:lnTo>
                  <a:pt x="1101" y="1375"/>
                </a:lnTo>
                <a:lnTo>
                  <a:pt x="1100" y="1375"/>
                </a:lnTo>
                <a:lnTo>
                  <a:pt x="1099" y="1375"/>
                </a:lnTo>
                <a:lnTo>
                  <a:pt x="1098" y="1376"/>
                </a:lnTo>
                <a:lnTo>
                  <a:pt x="1097" y="1377"/>
                </a:lnTo>
                <a:lnTo>
                  <a:pt x="1096" y="1377"/>
                </a:lnTo>
                <a:lnTo>
                  <a:pt x="1096" y="1378"/>
                </a:lnTo>
                <a:lnTo>
                  <a:pt x="1095" y="1378"/>
                </a:lnTo>
                <a:lnTo>
                  <a:pt x="1095" y="1379"/>
                </a:lnTo>
                <a:lnTo>
                  <a:pt x="1095" y="1380"/>
                </a:lnTo>
                <a:lnTo>
                  <a:pt x="1094" y="1380"/>
                </a:lnTo>
                <a:lnTo>
                  <a:pt x="1094" y="1382"/>
                </a:lnTo>
                <a:lnTo>
                  <a:pt x="1093" y="1383"/>
                </a:lnTo>
                <a:lnTo>
                  <a:pt x="1093" y="1384"/>
                </a:lnTo>
                <a:lnTo>
                  <a:pt x="1092" y="1384"/>
                </a:lnTo>
                <a:lnTo>
                  <a:pt x="1092" y="1385"/>
                </a:lnTo>
                <a:lnTo>
                  <a:pt x="1091" y="1385"/>
                </a:lnTo>
                <a:lnTo>
                  <a:pt x="1091" y="1386"/>
                </a:lnTo>
                <a:lnTo>
                  <a:pt x="1090" y="1386"/>
                </a:lnTo>
                <a:lnTo>
                  <a:pt x="1089" y="1386"/>
                </a:lnTo>
                <a:lnTo>
                  <a:pt x="1088" y="1386"/>
                </a:lnTo>
                <a:lnTo>
                  <a:pt x="1087" y="1385"/>
                </a:lnTo>
                <a:lnTo>
                  <a:pt x="1086" y="1385"/>
                </a:lnTo>
                <a:lnTo>
                  <a:pt x="1085" y="1384"/>
                </a:lnTo>
                <a:lnTo>
                  <a:pt x="1084" y="1384"/>
                </a:lnTo>
                <a:lnTo>
                  <a:pt x="1084" y="1383"/>
                </a:lnTo>
                <a:lnTo>
                  <a:pt x="1084" y="1382"/>
                </a:lnTo>
                <a:lnTo>
                  <a:pt x="1083" y="1382"/>
                </a:lnTo>
                <a:lnTo>
                  <a:pt x="1082" y="1382"/>
                </a:lnTo>
                <a:lnTo>
                  <a:pt x="1081" y="1382"/>
                </a:lnTo>
                <a:lnTo>
                  <a:pt x="1079" y="1382"/>
                </a:lnTo>
                <a:lnTo>
                  <a:pt x="1078" y="1381"/>
                </a:lnTo>
                <a:lnTo>
                  <a:pt x="1077" y="1381"/>
                </a:lnTo>
                <a:lnTo>
                  <a:pt x="1076" y="1381"/>
                </a:lnTo>
                <a:lnTo>
                  <a:pt x="1075" y="1381"/>
                </a:lnTo>
                <a:lnTo>
                  <a:pt x="1073" y="1380"/>
                </a:lnTo>
                <a:lnTo>
                  <a:pt x="1072" y="1380"/>
                </a:lnTo>
                <a:lnTo>
                  <a:pt x="1071" y="1380"/>
                </a:lnTo>
                <a:lnTo>
                  <a:pt x="1070" y="1380"/>
                </a:lnTo>
                <a:lnTo>
                  <a:pt x="1070" y="1379"/>
                </a:lnTo>
                <a:lnTo>
                  <a:pt x="1070" y="1377"/>
                </a:lnTo>
                <a:lnTo>
                  <a:pt x="1069" y="1376"/>
                </a:lnTo>
                <a:lnTo>
                  <a:pt x="1068" y="1375"/>
                </a:lnTo>
                <a:lnTo>
                  <a:pt x="1066" y="1374"/>
                </a:lnTo>
                <a:lnTo>
                  <a:pt x="1065" y="1374"/>
                </a:lnTo>
                <a:lnTo>
                  <a:pt x="1065" y="1373"/>
                </a:lnTo>
                <a:lnTo>
                  <a:pt x="1064" y="1373"/>
                </a:lnTo>
                <a:lnTo>
                  <a:pt x="1063" y="1373"/>
                </a:lnTo>
                <a:lnTo>
                  <a:pt x="1062" y="1372"/>
                </a:lnTo>
                <a:lnTo>
                  <a:pt x="1063" y="1372"/>
                </a:lnTo>
                <a:lnTo>
                  <a:pt x="1063" y="1371"/>
                </a:lnTo>
                <a:lnTo>
                  <a:pt x="1062" y="1371"/>
                </a:lnTo>
                <a:lnTo>
                  <a:pt x="1061" y="1371"/>
                </a:lnTo>
                <a:lnTo>
                  <a:pt x="1060" y="1372"/>
                </a:lnTo>
                <a:lnTo>
                  <a:pt x="1059" y="1372"/>
                </a:lnTo>
                <a:lnTo>
                  <a:pt x="1058" y="1372"/>
                </a:lnTo>
                <a:lnTo>
                  <a:pt x="1057" y="1372"/>
                </a:lnTo>
                <a:lnTo>
                  <a:pt x="1057" y="1373"/>
                </a:lnTo>
                <a:lnTo>
                  <a:pt x="1056" y="1374"/>
                </a:lnTo>
                <a:lnTo>
                  <a:pt x="1055" y="1374"/>
                </a:lnTo>
                <a:lnTo>
                  <a:pt x="1054" y="1374"/>
                </a:lnTo>
                <a:lnTo>
                  <a:pt x="1053" y="1374"/>
                </a:lnTo>
                <a:lnTo>
                  <a:pt x="1052" y="1375"/>
                </a:lnTo>
                <a:lnTo>
                  <a:pt x="1051" y="1375"/>
                </a:lnTo>
                <a:lnTo>
                  <a:pt x="1050" y="1376"/>
                </a:lnTo>
                <a:lnTo>
                  <a:pt x="1049" y="1376"/>
                </a:lnTo>
                <a:lnTo>
                  <a:pt x="1048" y="1376"/>
                </a:lnTo>
                <a:lnTo>
                  <a:pt x="1047" y="1376"/>
                </a:lnTo>
                <a:lnTo>
                  <a:pt x="1046" y="1376"/>
                </a:lnTo>
                <a:lnTo>
                  <a:pt x="1045" y="1376"/>
                </a:lnTo>
                <a:lnTo>
                  <a:pt x="1044" y="1375"/>
                </a:lnTo>
                <a:lnTo>
                  <a:pt x="1043" y="1375"/>
                </a:lnTo>
                <a:lnTo>
                  <a:pt x="1042" y="1375"/>
                </a:lnTo>
                <a:lnTo>
                  <a:pt x="1041" y="1375"/>
                </a:lnTo>
                <a:lnTo>
                  <a:pt x="1040" y="1375"/>
                </a:lnTo>
                <a:lnTo>
                  <a:pt x="1039" y="1375"/>
                </a:lnTo>
                <a:lnTo>
                  <a:pt x="1038" y="1376"/>
                </a:lnTo>
                <a:lnTo>
                  <a:pt x="1037" y="1376"/>
                </a:lnTo>
                <a:lnTo>
                  <a:pt x="1036" y="1378"/>
                </a:lnTo>
                <a:lnTo>
                  <a:pt x="1035" y="1378"/>
                </a:lnTo>
                <a:lnTo>
                  <a:pt x="1034" y="1379"/>
                </a:lnTo>
                <a:lnTo>
                  <a:pt x="1033" y="1380"/>
                </a:lnTo>
                <a:lnTo>
                  <a:pt x="1032" y="1380"/>
                </a:lnTo>
                <a:lnTo>
                  <a:pt x="1031" y="1380"/>
                </a:lnTo>
                <a:lnTo>
                  <a:pt x="1030" y="1381"/>
                </a:lnTo>
                <a:lnTo>
                  <a:pt x="1029" y="1381"/>
                </a:lnTo>
                <a:lnTo>
                  <a:pt x="1027" y="1382"/>
                </a:lnTo>
                <a:lnTo>
                  <a:pt x="1026" y="1382"/>
                </a:lnTo>
                <a:lnTo>
                  <a:pt x="1025" y="1383"/>
                </a:lnTo>
                <a:lnTo>
                  <a:pt x="1024" y="1383"/>
                </a:lnTo>
                <a:lnTo>
                  <a:pt x="1023" y="1383"/>
                </a:lnTo>
                <a:lnTo>
                  <a:pt x="1023" y="1384"/>
                </a:lnTo>
                <a:lnTo>
                  <a:pt x="1022" y="1384"/>
                </a:lnTo>
                <a:lnTo>
                  <a:pt x="1022" y="1385"/>
                </a:lnTo>
                <a:lnTo>
                  <a:pt x="1021" y="1385"/>
                </a:lnTo>
                <a:lnTo>
                  <a:pt x="1020" y="1385"/>
                </a:lnTo>
                <a:lnTo>
                  <a:pt x="1020" y="1386"/>
                </a:lnTo>
                <a:lnTo>
                  <a:pt x="1019" y="1386"/>
                </a:lnTo>
                <a:lnTo>
                  <a:pt x="1018" y="1386"/>
                </a:lnTo>
                <a:lnTo>
                  <a:pt x="1017" y="1387"/>
                </a:lnTo>
                <a:lnTo>
                  <a:pt x="1016" y="1387"/>
                </a:lnTo>
                <a:lnTo>
                  <a:pt x="1016" y="1388"/>
                </a:lnTo>
                <a:lnTo>
                  <a:pt x="1015" y="1388"/>
                </a:lnTo>
                <a:lnTo>
                  <a:pt x="1014" y="1388"/>
                </a:lnTo>
                <a:lnTo>
                  <a:pt x="1014" y="1389"/>
                </a:lnTo>
                <a:lnTo>
                  <a:pt x="1013" y="1389"/>
                </a:lnTo>
                <a:lnTo>
                  <a:pt x="1012" y="1389"/>
                </a:lnTo>
                <a:lnTo>
                  <a:pt x="1011" y="1389"/>
                </a:lnTo>
                <a:lnTo>
                  <a:pt x="1010" y="1389"/>
                </a:lnTo>
                <a:lnTo>
                  <a:pt x="1009" y="1389"/>
                </a:lnTo>
                <a:lnTo>
                  <a:pt x="1008" y="1389"/>
                </a:lnTo>
                <a:lnTo>
                  <a:pt x="1007" y="1389"/>
                </a:lnTo>
                <a:lnTo>
                  <a:pt x="1006" y="1390"/>
                </a:lnTo>
                <a:lnTo>
                  <a:pt x="1004" y="1391"/>
                </a:lnTo>
                <a:lnTo>
                  <a:pt x="1003" y="1391"/>
                </a:lnTo>
                <a:lnTo>
                  <a:pt x="1002" y="1391"/>
                </a:lnTo>
                <a:lnTo>
                  <a:pt x="1001" y="1391"/>
                </a:lnTo>
                <a:lnTo>
                  <a:pt x="999" y="1391"/>
                </a:lnTo>
                <a:lnTo>
                  <a:pt x="998" y="1391"/>
                </a:lnTo>
                <a:lnTo>
                  <a:pt x="998" y="1392"/>
                </a:lnTo>
                <a:lnTo>
                  <a:pt x="997" y="1392"/>
                </a:lnTo>
                <a:lnTo>
                  <a:pt x="996" y="1392"/>
                </a:lnTo>
                <a:lnTo>
                  <a:pt x="996" y="1393"/>
                </a:lnTo>
                <a:lnTo>
                  <a:pt x="995" y="1393"/>
                </a:lnTo>
                <a:lnTo>
                  <a:pt x="994" y="1393"/>
                </a:lnTo>
                <a:lnTo>
                  <a:pt x="994" y="1394"/>
                </a:lnTo>
                <a:lnTo>
                  <a:pt x="993" y="1394"/>
                </a:lnTo>
                <a:lnTo>
                  <a:pt x="992" y="1394"/>
                </a:lnTo>
                <a:lnTo>
                  <a:pt x="991" y="1394"/>
                </a:lnTo>
                <a:lnTo>
                  <a:pt x="990" y="1394"/>
                </a:lnTo>
                <a:lnTo>
                  <a:pt x="990" y="1395"/>
                </a:lnTo>
                <a:lnTo>
                  <a:pt x="989" y="1395"/>
                </a:lnTo>
                <a:lnTo>
                  <a:pt x="988" y="1395"/>
                </a:lnTo>
                <a:lnTo>
                  <a:pt x="987" y="1395"/>
                </a:lnTo>
                <a:lnTo>
                  <a:pt x="987" y="1396"/>
                </a:lnTo>
                <a:lnTo>
                  <a:pt x="987" y="1397"/>
                </a:lnTo>
                <a:lnTo>
                  <a:pt x="987" y="1398"/>
                </a:lnTo>
                <a:lnTo>
                  <a:pt x="988" y="1398"/>
                </a:lnTo>
                <a:lnTo>
                  <a:pt x="990" y="1398"/>
                </a:lnTo>
                <a:lnTo>
                  <a:pt x="990" y="1399"/>
                </a:lnTo>
                <a:lnTo>
                  <a:pt x="989" y="1399"/>
                </a:lnTo>
                <a:lnTo>
                  <a:pt x="989" y="1400"/>
                </a:lnTo>
                <a:lnTo>
                  <a:pt x="989" y="1401"/>
                </a:lnTo>
                <a:lnTo>
                  <a:pt x="988" y="1401"/>
                </a:lnTo>
                <a:lnTo>
                  <a:pt x="988" y="1402"/>
                </a:lnTo>
                <a:lnTo>
                  <a:pt x="987" y="1402"/>
                </a:lnTo>
                <a:lnTo>
                  <a:pt x="987" y="1403"/>
                </a:lnTo>
                <a:lnTo>
                  <a:pt x="988" y="1403"/>
                </a:lnTo>
                <a:lnTo>
                  <a:pt x="987" y="1403"/>
                </a:lnTo>
                <a:lnTo>
                  <a:pt x="986" y="1404"/>
                </a:lnTo>
                <a:lnTo>
                  <a:pt x="985" y="1404"/>
                </a:lnTo>
                <a:lnTo>
                  <a:pt x="984" y="1404"/>
                </a:lnTo>
                <a:lnTo>
                  <a:pt x="983" y="1405"/>
                </a:lnTo>
                <a:lnTo>
                  <a:pt x="982" y="1406"/>
                </a:lnTo>
                <a:lnTo>
                  <a:pt x="981" y="1406"/>
                </a:lnTo>
                <a:lnTo>
                  <a:pt x="981" y="1407"/>
                </a:lnTo>
                <a:lnTo>
                  <a:pt x="980" y="1407"/>
                </a:lnTo>
                <a:lnTo>
                  <a:pt x="979" y="1407"/>
                </a:lnTo>
                <a:lnTo>
                  <a:pt x="979" y="1408"/>
                </a:lnTo>
                <a:lnTo>
                  <a:pt x="978" y="1408"/>
                </a:lnTo>
                <a:lnTo>
                  <a:pt x="978" y="1409"/>
                </a:lnTo>
                <a:lnTo>
                  <a:pt x="977" y="1409"/>
                </a:lnTo>
                <a:lnTo>
                  <a:pt x="976" y="1409"/>
                </a:lnTo>
                <a:lnTo>
                  <a:pt x="975" y="1410"/>
                </a:lnTo>
                <a:lnTo>
                  <a:pt x="974" y="1410"/>
                </a:lnTo>
                <a:lnTo>
                  <a:pt x="973" y="1410"/>
                </a:lnTo>
                <a:lnTo>
                  <a:pt x="972" y="1410"/>
                </a:lnTo>
                <a:lnTo>
                  <a:pt x="971" y="1410"/>
                </a:lnTo>
                <a:lnTo>
                  <a:pt x="970" y="1410"/>
                </a:lnTo>
                <a:lnTo>
                  <a:pt x="969" y="1411"/>
                </a:lnTo>
                <a:lnTo>
                  <a:pt x="969" y="1412"/>
                </a:lnTo>
                <a:lnTo>
                  <a:pt x="969" y="1411"/>
                </a:lnTo>
                <a:lnTo>
                  <a:pt x="968" y="1411"/>
                </a:lnTo>
                <a:lnTo>
                  <a:pt x="967" y="1412"/>
                </a:lnTo>
                <a:lnTo>
                  <a:pt x="966" y="1412"/>
                </a:lnTo>
                <a:lnTo>
                  <a:pt x="965" y="1413"/>
                </a:lnTo>
                <a:lnTo>
                  <a:pt x="964" y="1414"/>
                </a:lnTo>
                <a:lnTo>
                  <a:pt x="963" y="1414"/>
                </a:lnTo>
                <a:lnTo>
                  <a:pt x="963" y="1415"/>
                </a:lnTo>
                <a:lnTo>
                  <a:pt x="962" y="1415"/>
                </a:lnTo>
                <a:lnTo>
                  <a:pt x="961" y="1415"/>
                </a:lnTo>
                <a:lnTo>
                  <a:pt x="960" y="1413"/>
                </a:lnTo>
                <a:lnTo>
                  <a:pt x="959" y="1413"/>
                </a:lnTo>
                <a:lnTo>
                  <a:pt x="959" y="1414"/>
                </a:lnTo>
                <a:lnTo>
                  <a:pt x="958" y="1413"/>
                </a:lnTo>
                <a:lnTo>
                  <a:pt x="957" y="1414"/>
                </a:lnTo>
                <a:lnTo>
                  <a:pt x="956" y="1414"/>
                </a:lnTo>
                <a:lnTo>
                  <a:pt x="956" y="1415"/>
                </a:lnTo>
                <a:lnTo>
                  <a:pt x="955" y="1415"/>
                </a:lnTo>
                <a:lnTo>
                  <a:pt x="955" y="1414"/>
                </a:lnTo>
                <a:lnTo>
                  <a:pt x="955" y="1413"/>
                </a:lnTo>
                <a:lnTo>
                  <a:pt x="955" y="1412"/>
                </a:lnTo>
                <a:lnTo>
                  <a:pt x="954" y="1412"/>
                </a:lnTo>
                <a:lnTo>
                  <a:pt x="954" y="1411"/>
                </a:lnTo>
                <a:lnTo>
                  <a:pt x="953" y="1410"/>
                </a:lnTo>
                <a:lnTo>
                  <a:pt x="952" y="1410"/>
                </a:lnTo>
                <a:lnTo>
                  <a:pt x="952" y="1409"/>
                </a:lnTo>
                <a:lnTo>
                  <a:pt x="951" y="1409"/>
                </a:lnTo>
                <a:lnTo>
                  <a:pt x="950" y="1410"/>
                </a:lnTo>
                <a:lnTo>
                  <a:pt x="949" y="1409"/>
                </a:lnTo>
                <a:lnTo>
                  <a:pt x="948" y="1409"/>
                </a:lnTo>
                <a:lnTo>
                  <a:pt x="947" y="1409"/>
                </a:lnTo>
                <a:lnTo>
                  <a:pt x="944" y="1409"/>
                </a:lnTo>
                <a:lnTo>
                  <a:pt x="942" y="1410"/>
                </a:lnTo>
                <a:lnTo>
                  <a:pt x="941" y="1410"/>
                </a:lnTo>
                <a:lnTo>
                  <a:pt x="940" y="1410"/>
                </a:lnTo>
                <a:lnTo>
                  <a:pt x="939" y="1410"/>
                </a:lnTo>
                <a:lnTo>
                  <a:pt x="938" y="1410"/>
                </a:lnTo>
                <a:lnTo>
                  <a:pt x="937" y="1412"/>
                </a:lnTo>
                <a:lnTo>
                  <a:pt x="937" y="1413"/>
                </a:lnTo>
                <a:lnTo>
                  <a:pt x="936" y="1414"/>
                </a:lnTo>
                <a:lnTo>
                  <a:pt x="934" y="1415"/>
                </a:lnTo>
                <a:lnTo>
                  <a:pt x="933" y="1415"/>
                </a:lnTo>
                <a:lnTo>
                  <a:pt x="932" y="1415"/>
                </a:lnTo>
                <a:lnTo>
                  <a:pt x="931" y="1415"/>
                </a:lnTo>
                <a:lnTo>
                  <a:pt x="930" y="1415"/>
                </a:lnTo>
                <a:lnTo>
                  <a:pt x="929" y="1416"/>
                </a:lnTo>
                <a:lnTo>
                  <a:pt x="928" y="1416"/>
                </a:lnTo>
                <a:lnTo>
                  <a:pt x="928" y="1415"/>
                </a:lnTo>
                <a:lnTo>
                  <a:pt x="928" y="1414"/>
                </a:lnTo>
                <a:lnTo>
                  <a:pt x="927" y="1414"/>
                </a:lnTo>
                <a:lnTo>
                  <a:pt x="926" y="1414"/>
                </a:lnTo>
                <a:lnTo>
                  <a:pt x="924" y="1415"/>
                </a:lnTo>
                <a:lnTo>
                  <a:pt x="924" y="1414"/>
                </a:lnTo>
                <a:lnTo>
                  <a:pt x="923" y="1414"/>
                </a:lnTo>
                <a:lnTo>
                  <a:pt x="922" y="1414"/>
                </a:lnTo>
                <a:lnTo>
                  <a:pt x="919" y="1414"/>
                </a:lnTo>
                <a:lnTo>
                  <a:pt x="918" y="1414"/>
                </a:lnTo>
                <a:lnTo>
                  <a:pt x="918" y="1415"/>
                </a:lnTo>
                <a:lnTo>
                  <a:pt x="917" y="1415"/>
                </a:lnTo>
                <a:lnTo>
                  <a:pt x="915" y="1417"/>
                </a:lnTo>
                <a:lnTo>
                  <a:pt x="914" y="1417"/>
                </a:lnTo>
                <a:lnTo>
                  <a:pt x="912" y="1417"/>
                </a:lnTo>
                <a:lnTo>
                  <a:pt x="912" y="1416"/>
                </a:lnTo>
                <a:lnTo>
                  <a:pt x="909" y="1416"/>
                </a:lnTo>
                <a:lnTo>
                  <a:pt x="908" y="1416"/>
                </a:lnTo>
                <a:lnTo>
                  <a:pt x="907" y="1416"/>
                </a:lnTo>
                <a:lnTo>
                  <a:pt x="906" y="1416"/>
                </a:lnTo>
                <a:lnTo>
                  <a:pt x="905" y="1417"/>
                </a:lnTo>
                <a:lnTo>
                  <a:pt x="905" y="1416"/>
                </a:lnTo>
                <a:lnTo>
                  <a:pt x="905" y="1415"/>
                </a:lnTo>
                <a:lnTo>
                  <a:pt x="905" y="1414"/>
                </a:lnTo>
                <a:lnTo>
                  <a:pt x="904" y="1414"/>
                </a:lnTo>
                <a:lnTo>
                  <a:pt x="903" y="1414"/>
                </a:lnTo>
                <a:lnTo>
                  <a:pt x="902" y="1415"/>
                </a:lnTo>
                <a:lnTo>
                  <a:pt x="901" y="1415"/>
                </a:lnTo>
                <a:lnTo>
                  <a:pt x="900" y="1414"/>
                </a:lnTo>
                <a:lnTo>
                  <a:pt x="899" y="1414"/>
                </a:lnTo>
                <a:lnTo>
                  <a:pt x="898" y="1414"/>
                </a:lnTo>
                <a:lnTo>
                  <a:pt x="898" y="1413"/>
                </a:lnTo>
                <a:lnTo>
                  <a:pt x="897" y="1413"/>
                </a:lnTo>
                <a:lnTo>
                  <a:pt x="896" y="1413"/>
                </a:lnTo>
                <a:lnTo>
                  <a:pt x="895" y="1413"/>
                </a:lnTo>
                <a:lnTo>
                  <a:pt x="894" y="1413"/>
                </a:lnTo>
                <a:lnTo>
                  <a:pt x="893" y="1413"/>
                </a:lnTo>
                <a:lnTo>
                  <a:pt x="892" y="1413"/>
                </a:lnTo>
                <a:lnTo>
                  <a:pt x="891" y="1413"/>
                </a:lnTo>
                <a:lnTo>
                  <a:pt x="889" y="1413"/>
                </a:lnTo>
                <a:lnTo>
                  <a:pt x="889" y="1412"/>
                </a:lnTo>
                <a:lnTo>
                  <a:pt x="889" y="1411"/>
                </a:lnTo>
                <a:lnTo>
                  <a:pt x="888" y="1411"/>
                </a:lnTo>
                <a:lnTo>
                  <a:pt x="887" y="1411"/>
                </a:lnTo>
                <a:lnTo>
                  <a:pt x="886" y="1411"/>
                </a:lnTo>
                <a:lnTo>
                  <a:pt x="885" y="1411"/>
                </a:lnTo>
                <a:lnTo>
                  <a:pt x="884" y="1411"/>
                </a:lnTo>
                <a:lnTo>
                  <a:pt x="883" y="1411"/>
                </a:lnTo>
                <a:lnTo>
                  <a:pt x="882" y="1411"/>
                </a:lnTo>
                <a:lnTo>
                  <a:pt x="882" y="1410"/>
                </a:lnTo>
                <a:lnTo>
                  <a:pt x="881" y="1410"/>
                </a:lnTo>
                <a:lnTo>
                  <a:pt x="880" y="1410"/>
                </a:lnTo>
                <a:lnTo>
                  <a:pt x="879" y="1409"/>
                </a:lnTo>
                <a:lnTo>
                  <a:pt x="878" y="1408"/>
                </a:lnTo>
                <a:lnTo>
                  <a:pt x="878" y="1409"/>
                </a:lnTo>
                <a:lnTo>
                  <a:pt x="877" y="1410"/>
                </a:lnTo>
                <a:lnTo>
                  <a:pt x="876" y="1411"/>
                </a:lnTo>
                <a:lnTo>
                  <a:pt x="875" y="1411"/>
                </a:lnTo>
                <a:lnTo>
                  <a:pt x="873" y="1412"/>
                </a:lnTo>
                <a:lnTo>
                  <a:pt x="872" y="1412"/>
                </a:lnTo>
                <a:lnTo>
                  <a:pt x="871" y="1411"/>
                </a:lnTo>
                <a:lnTo>
                  <a:pt x="870" y="1411"/>
                </a:lnTo>
                <a:lnTo>
                  <a:pt x="868" y="1411"/>
                </a:lnTo>
                <a:lnTo>
                  <a:pt x="867" y="1411"/>
                </a:lnTo>
                <a:lnTo>
                  <a:pt x="866" y="1410"/>
                </a:lnTo>
                <a:lnTo>
                  <a:pt x="866" y="1409"/>
                </a:lnTo>
                <a:lnTo>
                  <a:pt x="865" y="1408"/>
                </a:lnTo>
                <a:lnTo>
                  <a:pt x="864" y="1408"/>
                </a:lnTo>
                <a:lnTo>
                  <a:pt x="864" y="1407"/>
                </a:lnTo>
                <a:lnTo>
                  <a:pt x="864" y="1406"/>
                </a:lnTo>
                <a:lnTo>
                  <a:pt x="863" y="1405"/>
                </a:lnTo>
                <a:lnTo>
                  <a:pt x="862" y="1403"/>
                </a:lnTo>
                <a:lnTo>
                  <a:pt x="861" y="1403"/>
                </a:lnTo>
                <a:lnTo>
                  <a:pt x="859" y="1403"/>
                </a:lnTo>
                <a:lnTo>
                  <a:pt x="858" y="1402"/>
                </a:lnTo>
                <a:lnTo>
                  <a:pt x="858" y="1403"/>
                </a:lnTo>
                <a:lnTo>
                  <a:pt x="857" y="1403"/>
                </a:lnTo>
                <a:lnTo>
                  <a:pt x="857" y="1402"/>
                </a:lnTo>
                <a:lnTo>
                  <a:pt x="857" y="1401"/>
                </a:lnTo>
                <a:lnTo>
                  <a:pt x="856" y="1401"/>
                </a:lnTo>
                <a:lnTo>
                  <a:pt x="855" y="1400"/>
                </a:lnTo>
                <a:lnTo>
                  <a:pt x="855" y="1399"/>
                </a:lnTo>
                <a:lnTo>
                  <a:pt x="855" y="1398"/>
                </a:lnTo>
                <a:lnTo>
                  <a:pt x="854" y="1397"/>
                </a:lnTo>
                <a:lnTo>
                  <a:pt x="854" y="1396"/>
                </a:lnTo>
                <a:lnTo>
                  <a:pt x="855" y="1396"/>
                </a:lnTo>
                <a:lnTo>
                  <a:pt x="855" y="1395"/>
                </a:lnTo>
                <a:lnTo>
                  <a:pt x="855" y="1393"/>
                </a:lnTo>
                <a:lnTo>
                  <a:pt x="855" y="1392"/>
                </a:lnTo>
                <a:lnTo>
                  <a:pt x="855" y="1391"/>
                </a:lnTo>
                <a:lnTo>
                  <a:pt x="855" y="1390"/>
                </a:lnTo>
                <a:lnTo>
                  <a:pt x="854" y="1389"/>
                </a:lnTo>
                <a:lnTo>
                  <a:pt x="854" y="1388"/>
                </a:lnTo>
                <a:lnTo>
                  <a:pt x="853" y="1388"/>
                </a:lnTo>
                <a:lnTo>
                  <a:pt x="853" y="1387"/>
                </a:lnTo>
                <a:lnTo>
                  <a:pt x="853" y="1386"/>
                </a:lnTo>
                <a:lnTo>
                  <a:pt x="853" y="1385"/>
                </a:lnTo>
                <a:lnTo>
                  <a:pt x="853" y="1384"/>
                </a:lnTo>
                <a:lnTo>
                  <a:pt x="854" y="1384"/>
                </a:lnTo>
                <a:lnTo>
                  <a:pt x="854" y="1383"/>
                </a:lnTo>
                <a:lnTo>
                  <a:pt x="852" y="1382"/>
                </a:lnTo>
                <a:lnTo>
                  <a:pt x="848" y="1382"/>
                </a:lnTo>
                <a:lnTo>
                  <a:pt x="846" y="1383"/>
                </a:lnTo>
                <a:lnTo>
                  <a:pt x="846" y="1382"/>
                </a:lnTo>
                <a:lnTo>
                  <a:pt x="846" y="1381"/>
                </a:lnTo>
                <a:lnTo>
                  <a:pt x="845" y="1381"/>
                </a:lnTo>
                <a:lnTo>
                  <a:pt x="844" y="1381"/>
                </a:lnTo>
                <a:lnTo>
                  <a:pt x="843" y="1382"/>
                </a:lnTo>
                <a:lnTo>
                  <a:pt x="842" y="1382"/>
                </a:lnTo>
                <a:lnTo>
                  <a:pt x="839" y="1382"/>
                </a:lnTo>
                <a:lnTo>
                  <a:pt x="839" y="1381"/>
                </a:lnTo>
                <a:lnTo>
                  <a:pt x="838" y="1381"/>
                </a:lnTo>
                <a:lnTo>
                  <a:pt x="838" y="1382"/>
                </a:lnTo>
                <a:lnTo>
                  <a:pt x="837" y="1382"/>
                </a:lnTo>
                <a:lnTo>
                  <a:pt x="837" y="1383"/>
                </a:lnTo>
                <a:lnTo>
                  <a:pt x="837" y="1384"/>
                </a:lnTo>
                <a:lnTo>
                  <a:pt x="836" y="1384"/>
                </a:lnTo>
                <a:lnTo>
                  <a:pt x="835" y="1385"/>
                </a:lnTo>
                <a:lnTo>
                  <a:pt x="834" y="1385"/>
                </a:lnTo>
                <a:lnTo>
                  <a:pt x="833" y="1386"/>
                </a:lnTo>
                <a:lnTo>
                  <a:pt x="832" y="1386"/>
                </a:lnTo>
                <a:lnTo>
                  <a:pt x="830" y="1385"/>
                </a:lnTo>
                <a:lnTo>
                  <a:pt x="830" y="1384"/>
                </a:lnTo>
                <a:lnTo>
                  <a:pt x="829" y="1384"/>
                </a:lnTo>
                <a:lnTo>
                  <a:pt x="828" y="1383"/>
                </a:lnTo>
                <a:lnTo>
                  <a:pt x="827" y="1383"/>
                </a:lnTo>
                <a:lnTo>
                  <a:pt x="827" y="1384"/>
                </a:lnTo>
                <a:lnTo>
                  <a:pt x="826" y="1383"/>
                </a:lnTo>
                <a:lnTo>
                  <a:pt x="825" y="1382"/>
                </a:lnTo>
                <a:lnTo>
                  <a:pt x="824" y="1382"/>
                </a:lnTo>
                <a:lnTo>
                  <a:pt x="823" y="1382"/>
                </a:lnTo>
                <a:lnTo>
                  <a:pt x="823" y="1381"/>
                </a:lnTo>
                <a:lnTo>
                  <a:pt x="822" y="1380"/>
                </a:lnTo>
                <a:lnTo>
                  <a:pt x="821" y="1380"/>
                </a:lnTo>
                <a:lnTo>
                  <a:pt x="821" y="1381"/>
                </a:lnTo>
                <a:lnTo>
                  <a:pt x="819" y="1381"/>
                </a:lnTo>
                <a:lnTo>
                  <a:pt x="818" y="1380"/>
                </a:lnTo>
                <a:lnTo>
                  <a:pt x="817" y="1380"/>
                </a:lnTo>
                <a:lnTo>
                  <a:pt x="816" y="1379"/>
                </a:lnTo>
                <a:lnTo>
                  <a:pt x="815" y="1379"/>
                </a:lnTo>
                <a:lnTo>
                  <a:pt x="815" y="1380"/>
                </a:lnTo>
                <a:lnTo>
                  <a:pt x="814" y="1380"/>
                </a:lnTo>
                <a:lnTo>
                  <a:pt x="813" y="1380"/>
                </a:lnTo>
                <a:lnTo>
                  <a:pt x="812" y="1380"/>
                </a:lnTo>
                <a:lnTo>
                  <a:pt x="811" y="1380"/>
                </a:lnTo>
                <a:lnTo>
                  <a:pt x="811" y="1379"/>
                </a:lnTo>
                <a:lnTo>
                  <a:pt x="810" y="1379"/>
                </a:lnTo>
                <a:lnTo>
                  <a:pt x="808" y="1379"/>
                </a:lnTo>
                <a:lnTo>
                  <a:pt x="807" y="1379"/>
                </a:lnTo>
                <a:lnTo>
                  <a:pt x="805" y="1379"/>
                </a:lnTo>
                <a:lnTo>
                  <a:pt x="804" y="1379"/>
                </a:lnTo>
                <a:lnTo>
                  <a:pt x="804" y="1380"/>
                </a:lnTo>
                <a:lnTo>
                  <a:pt x="803" y="1381"/>
                </a:lnTo>
                <a:lnTo>
                  <a:pt x="803" y="1382"/>
                </a:lnTo>
                <a:lnTo>
                  <a:pt x="803" y="1383"/>
                </a:lnTo>
                <a:lnTo>
                  <a:pt x="803" y="1384"/>
                </a:lnTo>
                <a:lnTo>
                  <a:pt x="803" y="1385"/>
                </a:lnTo>
                <a:lnTo>
                  <a:pt x="802" y="1385"/>
                </a:lnTo>
                <a:lnTo>
                  <a:pt x="800" y="1385"/>
                </a:lnTo>
                <a:lnTo>
                  <a:pt x="799" y="1385"/>
                </a:lnTo>
                <a:lnTo>
                  <a:pt x="798" y="1385"/>
                </a:lnTo>
                <a:lnTo>
                  <a:pt x="797" y="1385"/>
                </a:lnTo>
                <a:lnTo>
                  <a:pt x="797" y="1386"/>
                </a:lnTo>
                <a:lnTo>
                  <a:pt x="797" y="1387"/>
                </a:lnTo>
                <a:lnTo>
                  <a:pt x="798" y="1387"/>
                </a:lnTo>
                <a:lnTo>
                  <a:pt x="798" y="1389"/>
                </a:lnTo>
                <a:lnTo>
                  <a:pt x="798" y="1390"/>
                </a:lnTo>
                <a:lnTo>
                  <a:pt x="797" y="1391"/>
                </a:lnTo>
                <a:lnTo>
                  <a:pt x="796" y="1391"/>
                </a:lnTo>
                <a:lnTo>
                  <a:pt x="796" y="1393"/>
                </a:lnTo>
                <a:lnTo>
                  <a:pt x="797" y="1393"/>
                </a:lnTo>
                <a:lnTo>
                  <a:pt x="796" y="1394"/>
                </a:lnTo>
                <a:lnTo>
                  <a:pt x="796" y="1395"/>
                </a:lnTo>
                <a:lnTo>
                  <a:pt x="795" y="1396"/>
                </a:lnTo>
                <a:lnTo>
                  <a:pt x="794" y="1396"/>
                </a:lnTo>
                <a:lnTo>
                  <a:pt x="792" y="1397"/>
                </a:lnTo>
                <a:lnTo>
                  <a:pt x="792" y="1396"/>
                </a:lnTo>
                <a:lnTo>
                  <a:pt x="791" y="1396"/>
                </a:lnTo>
                <a:lnTo>
                  <a:pt x="791" y="1395"/>
                </a:lnTo>
                <a:lnTo>
                  <a:pt x="790" y="1396"/>
                </a:lnTo>
                <a:lnTo>
                  <a:pt x="790" y="1397"/>
                </a:lnTo>
                <a:lnTo>
                  <a:pt x="790" y="1398"/>
                </a:lnTo>
                <a:lnTo>
                  <a:pt x="789" y="1398"/>
                </a:lnTo>
                <a:lnTo>
                  <a:pt x="788" y="1398"/>
                </a:lnTo>
                <a:lnTo>
                  <a:pt x="786" y="1399"/>
                </a:lnTo>
                <a:lnTo>
                  <a:pt x="786" y="1398"/>
                </a:lnTo>
                <a:lnTo>
                  <a:pt x="785" y="1398"/>
                </a:lnTo>
                <a:lnTo>
                  <a:pt x="784" y="1399"/>
                </a:lnTo>
                <a:lnTo>
                  <a:pt x="783" y="1400"/>
                </a:lnTo>
                <a:lnTo>
                  <a:pt x="783" y="1401"/>
                </a:lnTo>
                <a:lnTo>
                  <a:pt x="783" y="1402"/>
                </a:lnTo>
                <a:lnTo>
                  <a:pt x="782" y="1402"/>
                </a:lnTo>
                <a:lnTo>
                  <a:pt x="782" y="1401"/>
                </a:lnTo>
                <a:lnTo>
                  <a:pt x="781" y="1401"/>
                </a:lnTo>
                <a:lnTo>
                  <a:pt x="780" y="1401"/>
                </a:lnTo>
                <a:lnTo>
                  <a:pt x="780" y="1402"/>
                </a:lnTo>
                <a:lnTo>
                  <a:pt x="779" y="1402"/>
                </a:lnTo>
                <a:lnTo>
                  <a:pt x="778" y="1403"/>
                </a:lnTo>
                <a:lnTo>
                  <a:pt x="776" y="1403"/>
                </a:lnTo>
                <a:lnTo>
                  <a:pt x="776" y="1404"/>
                </a:lnTo>
                <a:lnTo>
                  <a:pt x="775" y="1404"/>
                </a:lnTo>
                <a:lnTo>
                  <a:pt x="774" y="1404"/>
                </a:lnTo>
                <a:lnTo>
                  <a:pt x="774" y="1406"/>
                </a:lnTo>
                <a:lnTo>
                  <a:pt x="771" y="1406"/>
                </a:lnTo>
                <a:lnTo>
                  <a:pt x="770" y="1405"/>
                </a:lnTo>
                <a:lnTo>
                  <a:pt x="769" y="1406"/>
                </a:lnTo>
                <a:lnTo>
                  <a:pt x="769" y="1408"/>
                </a:lnTo>
                <a:lnTo>
                  <a:pt x="769" y="1409"/>
                </a:lnTo>
                <a:lnTo>
                  <a:pt x="770" y="1410"/>
                </a:lnTo>
                <a:lnTo>
                  <a:pt x="771" y="1412"/>
                </a:lnTo>
                <a:lnTo>
                  <a:pt x="771" y="1414"/>
                </a:lnTo>
                <a:lnTo>
                  <a:pt x="771" y="1415"/>
                </a:lnTo>
                <a:lnTo>
                  <a:pt x="771" y="1416"/>
                </a:lnTo>
                <a:lnTo>
                  <a:pt x="771" y="1417"/>
                </a:lnTo>
                <a:lnTo>
                  <a:pt x="770" y="1418"/>
                </a:lnTo>
                <a:lnTo>
                  <a:pt x="768" y="1419"/>
                </a:lnTo>
                <a:lnTo>
                  <a:pt x="768" y="1420"/>
                </a:lnTo>
                <a:lnTo>
                  <a:pt x="767" y="1420"/>
                </a:lnTo>
                <a:lnTo>
                  <a:pt x="766" y="1420"/>
                </a:lnTo>
                <a:lnTo>
                  <a:pt x="766" y="1421"/>
                </a:lnTo>
                <a:lnTo>
                  <a:pt x="765" y="1421"/>
                </a:lnTo>
                <a:lnTo>
                  <a:pt x="765" y="1420"/>
                </a:lnTo>
                <a:lnTo>
                  <a:pt x="764" y="1420"/>
                </a:lnTo>
                <a:lnTo>
                  <a:pt x="763" y="1420"/>
                </a:lnTo>
                <a:lnTo>
                  <a:pt x="762" y="1420"/>
                </a:lnTo>
                <a:lnTo>
                  <a:pt x="761" y="1421"/>
                </a:lnTo>
                <a:lnTo>
                  <a:pt x="761" y="1422"/>
                </a:lnTo>
                <a:lnTo>
                  <a:pt x="761" y="1423"/>
                </a:lnTo>
                <a:lnTo>
                  <a:pt x="760" y="1424"/>
                </a:lnTo>
                <a:lnTo>
                  <a:pt x="759" y="1424"/>
                </a:lnTo>
                <a:lnTo>
                  <a:pt x="757" y="1424"/>
                </a:lnTo>
                <a:lnTo>
                  <a:pt x="755" y="1425"/>
                </a:lnTo>
                <a:lnTo>
                  <a:pt x="754" y="1425"/>
                </a:lnTo>
                <a:lnTo>
                  <a:pt x="751" y="1425"/>
                </a:lnTo>
                <a:lnTo>
                  <a:pt x="750" y="1425"/>
                </a:lnTo>
                <a:lnTo>
                  <a:pt x="750" y="1424"/>
                </a:lnTo>
                <a:lnTo>
                  <a:pt x="749" y="1424"/>
                </a:lnTo>
                <a:lnTo>
                  <a:pt x="748" y="1424"/>
                </a:lnTo>
                <a:lnTo>
                  <a:pt x="747" y="1424"/>
                </a:lnTo>
                <a:lnTo>
                  <a:pt x="746" y="1425"/>
                </a:lnTo>
                <a:lnTo>
                  <a:pt x="745" y="1425"/>
                </a:lnTo>
                <a:lnTo>
                  <a:pt x="745" y="1424"/>
                </a:lnTo>
                <a:lnTo>
                  <a:pt x="744" y="1424"/>
                </a:lnTo>
                <a:lnTo>
                  <a:pt x="744" y="1425"/>
                </a:lnTo>
                <a:lnTo>
                  <a:pt x="743" y="1425"/>
                </a:lnTo>
                <a:lnTo>
                  <a:pt x="742" y="1425"/>
                </a:lnTo>
                <a:lnTo>
                  <a:pt x="741" y="1425"/>
                </a:lnTo>
                <a:lnTo>
                  <a:pt x="740" y="1426"/>
                </a:lnTo>
                <a:lnTo>
                  <a:pt x="739" y="1427"/>
                </a:lnTo>
                <a:lnTo>
                  <a:pt x="738" y="1428"/>
                </a:lnTo>
                <a:lnTo>
                  <a:pt x="735" y="1428"/>
                </a:lnTo>
                <a:lnTo>
                  <a:pt x="733" y="1428"/>
                </a:lnTo>
                <a:lnTo>
                  <a:pt x="732" y="1428"/>
                </a:lnTo>
                <a:lnTo>
                  <a:pt x="732" y="1427"/>
                </a:lnTo>
                <a:lnTo>
                  <a:pt x="731" y="1428"/>
                </a:lnTo>
                <a:lnTo>
                  <a:pt x="727" y="1428"/>
                </a:lnTo>
                <a:lnTo>
                  <a:pt x="726" y="1427"/>
                </a:lnTo>
                <a:lnTo>
                  <a:pt x="725" y="1427"/>
                </a:lnTo>
                <a:lnTo>
                  <a:pt x="724" y="1427"/>
                </a:lnTo>
                <a:lnTo>
                  <a:pt x="723" y="1427"/>
                </a:lnTo>
                <a:lnTo>
                  <a:pt x="723" y="1428"/>
                </a:lnTo>
                <a:lnTo>
                  <a:pt x="722" y="1427"/>
                </a:lnTo>
                <a:lnTo>
                  <a:pt x="722" y="1426"/>
                </a:lnTo>
                <a:lnTo>
                  <a:pt x="721" y="1426"/>
                </a:lnTo>
                <a:lnTo>
                  <a:pt x="721" y="1425"/>
                </a:lnTo>
                <a:lnTo>
                  <a:pt x="722" y="1425"/>
                </a:lnTo>
                <a:lnTo>
                  <a:pt x="722" y="1423"/>
                </a:lnTo>
                <a:lnTo>
                  <a:pt x="721" y="1422"/>
                </a:lnTo>
                <a:lnTo>
                  <a:pt x="720" y="1422"/>
                </a:lnTo>
                <a:lnTo>
                  <a:pt x="717" y="1420"/>
                </a:lnTo>
                <a:lnTo>
                  <a:pt x="717" y="1419"/>
                </a:lnTo>
                <a:lnTo>
                  <a:pt x="717" y="1418"/>
                </a:lnTo>
                <a:lnTo>
                  <a:pt x="716" y="1418"/>
                </a:lnTo>
                <a:lnTo>
                  <a:pt x="715" y="1417"/>
                </a:lnTo>
                <a:lnTo>
                  <a:pt x="714" y="1417"/>
                </a:lnTo>
                <a:lnTo>
                  <a:pt x="713" y="1417"/>
                </a:lnTo>
                <a:lnTo>
                  <a:pt x="711" y="1417"/>
                </a:lnTo>
                <a:lnTo>
                  <a:pt x="710" y="1417"/>
                </a:lnTo>
                <a:lnTo>
                  <a:pt x="710" y="1416"/>
                </a:lnTo>
                <a:lnTo>
                  <a:pt x="709" y="1416"/>
                </a:lnTo>
                <a:lnTo>
                  <a:pt x="708" y="1417"/>
                </a:lnTo>
                <a:lnTo>
                  <a:pt x="707" y="1416"/>
                </a:lnTo>
                <a:lnTo>
                  <a:pt x="706" y="1416"/>
                </a:lnTo>
                <a:lnTo>
                  <a:pt x="706" y="1417"/>
                </a:lnTo>
                <a:lnTo>
                  <a:pt x="705" y="1417"/>
                </a:lnTo>
                <a:lnTo>
                  <a:pt x="704" y="1417"/>
                </a:lnTo>
                <a:lnTo>
                  <a:pt x="701" y="1416"/>
                </a:lnTo>
                <a:lnTo>
                  <a:pt x="701" y="1417"/>
                </a:lnTo>
                <a:lnTo>
                  <a:pt x="700" y="1417"/>
                </a:lnTo>
                <a:lnTo>
                  <a:pt x="700" y="1418"/>
                </a:lnTo>
                <a:lnTo>
                  <a:pt x="699" y="1418"/>
                </a:lnTo>
                <a:lnTo>
                  <a:pt x="698" y="1417"/>
                </a:lnTo>
                <a:lnTo>
                  <a:pt x="698" y="1418"/>
                </a:lnTo>
                <a:lnTo>
                  <a:pt x="697" y="1418"/>
                </a:lnTo>
                <a:lnTo>
                  <a:pt x="696" y="1419"/>
                </a:lnTo>
                <a:lnTo>
                  <a:pt x="695" y="1416"/>
                </a:lnTo>
                <a:lnTo>
                  <a:pt x="694" y="1415"/>
                </a:lnTo>
                <a:lnTo>
                  <a:pt x="694" y="1414"/>
                </a:lnTo>
                <a:lnTo>
                  <a:pt x="693" y="1414"/>
                </a:lnTo>
                <a:lnTo>
                  <a:pt x="692" y="1414"/>
                </a:lnTo>
                <a:lnTo>
                  <a:pt x="690" y="1415"/>
                </a:lnTo>
                <a:lnTo>
                  <a:pt x="688" y="1414"/>
                </a:lnTo>
                <a:lnTo>
                  <a:pt x="688" y="1413"/>
                </a:lnTo>
                <a:lnTo>
                  <a:pt x="688" y="1412"/>
                </a:lnTo>
                <a:lnTo>
                  <a:pt x="687" y="1412"/>
                </a:lnTo>
                <a:lnTo>
                  <a:pt x="686" y="1412"/>
                </a:lnTo>
                <a:lnTo>
                  <a:pt x="686" y="1413"/>
                </a:lnTo>
                <a:lnTo>
                  <a:pt x="685" y="1413"/>
                </a:lnTo>
                <a:lnTo>
                  <a:pt x="685" y="1412"/>
                </a:lnTo>
                <a:lnTo>
                  <a:pt x="685" y="1411"/>
                </a:lnTo>
                <a:lnTo>
                  <a:pt x="686" y="1411"/>
                </a:lnTo>
                <a:lnTo>
                  <a:pt x="686" y="1410"/>
                </a:lnTo>
                <a:lnTo>
                  <a:pt x="685" y="1410"/>
                </a:lnTo>
                <a:lnTo>
                  <a:pt x="683" y="1411"/>
                </a:lnTo>
                <a:lnTo>
                  <a:pt x="682" y="1411"/>
                </a:lnTo>
                <a:lnTo>
                  <a:pt x="681" y="1410"/>
                </a:lnTo>
                <a:lnTo>
                  <a:pt x="681" y="1411"/>
                </a:lnTo>
                <a:lnTo>
                  <a:pt x="680" y="1411"/>
                </a:lnTo>
                <a:lnTo>
                  <a:pt x="679" y="1413"/>
                </a:lnTo>
                <a:lnTo>
                  <a:pt x="679" y="1414"/>
                </a:lnTo>
                <a:lnTo>
                  <a:pt x="680" y="1414"/>
                </a:lnTo>
                <a:lnTo>
                  <a:pt x="680" y="1416"/>
                </a:lnTo>
                <a:lnTo>
                  <a:pt x="679" y="1417"/>
                </a:lnTo>
                <a:lnTo>
                  <a:pt x="677" y="1417"/>
                </a:lnTo>
                <a:lnTo>
                  <a:pt x="677" y="1418"/>
                </a:lnTo>
                <a:lnTo>
                  <a:pt x="678" y="1419"/>
                </a:lnTo>
                <a:lnTo>
                  <a:pt x="678" y="1420"/>
                </a:lnTo>
                <a:lnTo>
                  <a:pt x="679" y="1420"/>
                </a:lnTo>
                <a:lnTo>
                  <a:pt x="677" y="1420"/>
                </a:lnTo>
                <a:lnTo>
                  <a:pt x="676" y="1420"/>
                </a:lnTo>
                <a:lnTo>
                  <a:pt x="675" y="1420"/>
                </a:lnTo>
                <a:lnTo>
                  <a:pt x="674" y="1420"/>
                </a:lnTo>
                <a:lnTo>
                  <a:pt x="673" y="1420"/>
                </a:lnTo>
                <a:lnTo>
                  <a:pt x="672" y="1420"/>
                </a:lnTo>
                <a:lnTo>
                  <a:pt x="671" y="1419"/>
                </a:lnTo>
                <a:lnTo>
                  <a:pt x="671" y="1418"/>
                </a:lnTo>
                <a:lnTo>
                  <a:pt x="670" y="1418"/>
                </a:lnTo>
                <a:lnTo>
                  <a:pt x="669" y="1418"/>
                </a:lnTo>
                <a:lnTo>
                  <a:pt x="669" y="1419"/>
                </a:lnTo>
                <a:lnTo>
                  <a:pt x="668" y="1419"/>
                </a:lnTo>
                <a:lnTo>
                  <a:pt x="667" y="1419"/>
                </a:lnTo>
                <a:lnTo>
                  <a:pt x="666" y="1419"/>
                </a:lnTo>
                <a:lnTo>
                  <a:pt x="666" y="1418"/>
                </a:lnTo>
                <a:lnTo>
                  <a:pt x="664" y="1417"/>
                </a:lnTo>
                <a:lnTo>
                  <a:pt x="662" y="1417"/>
                </a:lnTo>
                <a:lnTo>
                  <a:pt x="661" y="1417"/>
                </a:lnTo>
                <a:lnTo>
                  <a:pt x="657" y="1417"/>
                </a:lnTo>
                <a:lnTo>
                  <a:pt x="655" y="1417"/>
                </a:lnTo>
                <a:lnTo>
                  <a:pt x="654" y="1417"/>
                </a:lnTo>
                <a:lnTo>
                  <a:pt x="652" y="1417"/>
                </a:lnTo>
                <a:lnTo>
                  <a:pt x="651" y="1417"/>
                </a:lnTo>
                <a:lnTo>
                  <a:pt x="649" y="1417"/>
                </a:lnTo>
                <a:lnTo>
                  <a:pt x="648" y="1417"/>
                </a:lnTo>
                <a:lnTo>
                  <a:pt x="648" y="1416"/>
                </a:lnTo>
                <a:lnTo>
                  <a:pt x="648" y="1415"/>
                </a:lnTo>
                <a:lnTo>
                  <a:pt x="648" y="1414"/>
                </a:lnTo>
                <a:lnTo>
                  <a:pt x="647" y="1414"/>
                </a:lnTo>
                <a:lnTo>
                  <a:pt x="646" y="1414"/>
                </a:lnTo>
                <a:lnTo>
                  <a:pt x="645" y="1413"/>
                </a:lnTo>
                <a:lnTo>
                  <a:pt x="646" y="1413"/>
                </a:lnTo>
                <a:lnTo>
                  <a:pt x="646" y="1412"/>
                </a:lnTo>
                <a:lnTo>
                  <a:pt x="646" y="1411"/>
                </a:lnTo>
                <a:lnTo>
                  <a:pt x="645" y="1411"/>
                </a:lnTo>
                <a:lnTo>
                  <a:pt x="644" y="1412"/>
                </a:lnTo>
                <a:lnTo>
                  <a:pt x="643" y="1412"/>
                </a:lnTo>
                <a:lnTo>
                  <a:pt x="643" y="1411"/>
                </a:lnTo>
                <a:lnTo>
                  <a:pt x="642" y="1411"/>
                </a:lnTo>
                <a:lnTo>
                  <a:pt x="642" y="1410"/>
                </a:lnTo>
                <a:lnTo>
                  <a:pt x="641" y="1410"/>
                </a:lnTo>
                <a:lnTo>
                  <a:pt x="640" y="1410"/>
                </a:lnTo>
                <a:lnTo>
                  <a:pt x="640" y="1411"/>
                </a:lnTo>
                <a:lnTo>
                  <a:pt x="639" y="1411"/>
                </a:lnTo>
                <a:lnTo>
                  <a:pt x="638" y="1412"/>
                </a:lnTo>
                <a:lnTo>
                  <a:pt x="637" y="1412"/>
                </a:lnTo>
                <a:lnTo>
                  <a:pt x="637" y="1411"/>
                </a:lnTo>
                <a:lnTo>
                  <a:pt x="635" y="1410"/>
                </a:lnTo>
                <a:lnTo>
                  <a:pt x="634" y="1410"/>
                </a:lnTo>
                <a:lnTo>
                  <a:pt x="634" y="1411"/>
                </a:lnTo>
                <a:lnTo>
                  <a:pt x="633" y="1412"/>
                </a:lnTo>
                <a:lnTo>
                  <a:pt x="632" y="1411"/>
                </a:lnTo>
                <a:lnTo>
                  <a:pt x="631" y="1410"/>
                </a:lnTo>
                <a:lnTo>
                  <a:pt x="629" y="1410"/>
                </a:lnTo>
                <a:lnTo>
                  <a:pt x="628" y="1409"/>
                </a:lnTo>
                <a:lnTo>
                  <a:pt x="627" y="1409"/>
                </a:lnTo>
                <a:lnTo>
                  <a:pt x="626" y="1409"/>
                </a:lnTo>
                <a:lnTo>
                  <a:pt x="626" y="1408"/>
                </a:lnTo>
                <a:lnTo>
                  <a:pt x="626" y="1407"/>
                </a:lnTo>
                <a:lnTo>
                  <a:pt x="626" y="1406"/>
                </a:lnTo>
                <a:lnTo>
                  <a:pt x="625" y="1406"/>
                </a:lnTo>
                <a:lnTo>
                  <a:pt x="624" y="1406"/>
                </a:lnTo>
                <a:lnTo>
                  <a:pt x="624" y="1407"/>
                </a:lnTo>
                <a:lnTo>
                  <a:pt x="622" y="1408"/>
                </a:lnTo>
                <a:lnTo>
                  <a:pt x="622" y="1409"/>
                </a:lnTo>
                <a:lnTo>
                  <a:pt x="621" y="1410"/>
                </a:lnTo>
                <a:lnTo>
                  <a:pt x="620" y="1411"/>
                </a:lnTo>
                <a:lnTo>
                  <a:pt x="620" y="1412"/>
                </a:lnTo>
                <a:lnTo>
                  <a:pt x="619" y="1412"/>
                </a:lnTo>
                <a:lnTo>
                  <a:pt x="617" y="1412"/>
                </a:lnTo>
                <a:lnTo>
                  <a:pt x="616" y="1412"/>
                </a:lnTo>
                <a:lnTo>
                  <a:pt x="615" y="1412"/>
                </a:lnTo>
                <a:lnTo>
                  <a:pt x="614" y="1412"/>
                </a:lnTo>
                <a:lnTo>
                  <a:pt x="613" y="1412"/>
                </a:lnTo>
                <a:lnTo>
                  <a:pt x="613" y="1413"/>
                </a:lnTo>
                <a:lnTo>
                  <a:pt x="613" y="1414"/>
                </a:lnTo>
                <a:lnTo>
                  <a:pt x="612" y="1414"/>
                </a:lnTo>
                <a:lnTo>
                  <a:pt x="612" y="1415"/>
                </a:lnTo>
                <a:lnTo>
                  <a:pt x="611" y="1415"/>
                </a:lnTo>
                <a:lnTo>
                  <a:pt x="611" y="1416"/>
                </a:lnTo>
                <a:lnTo>
                  <a:pt x="611" y="1417"/>
                </a:lnTo>
                <a:lnTo>
                  <a:pt x="611" y="1418"/>
                </a:lnTo>
                <a:lnTo>
                  <a:pt x="610" y="1418"/>
                </a:lnTo>
                <a:lnTo>
                  <a:pt x="610" y="1420"/>
                </a:lnTo>
                <a:lnTo>
                  <a:pt x="610" y="1422"/>
                </a:lnTo>
                <a:lnTo>
                  <a:pt x="611" y="1423"/>
                </a:lnTo>
                <a:lnTo>
                  <a:pt x="612" y="1425"/>
                </a:lnTo>
                <a:lnTo>
                  <a:pt x="613" y="1425"/>
                </a:lnTo>
                <a:lnTo>
                  <a:pt x="614" y="1425"/>
                </a:lnTo>
                <a:lnTo>
                  <a:pt x="615" y="1427"/>
                </a:lnTo>
                <a:lnTo>
                  <a:pt x="615" y="1429"/>
                </a:lnTo>
                <a:lnTo>
                  <a:pt x="616" y="1429"/>
                </a:lnTo>
                <a:lnTo>
                  <a:pt x="618" y="1430"/>
                </a:lnTo>
                <a:lnTo>
                  <a:pt x="618" y="1431"/>
                </a:lnTo>
                <a:lnTo>
                  <a:pt x="617" y="1431"/>
                </a:lnTo>
                <a:lnTo>
                  <a:pt x="616" y="1431"/>
                </a:lnTo>
                <a:lnTo>
                  <a:pt x="615" y="1431"/>
                </a:lnTo>
                <a:lnTo>
                  <a:pt x="614" y="1431"/>
                </a:lnTo>
                <a:lnTo>
                  <a:pt x="613" y="1431"/>
                </a:lnTo>
                <a:lnTo>
                  <a:pt x="613" y="1430"/>
                </a:lnTo>
                <a:lnTo>
                  <a:pt x="612" y="1430"/>
                </a:lnTo>
                <a:lnTo>
                  <a:pt x="611" y="1430"/>
                </a:lnTo>
                <a:lnTo>
                  <a:pt x="611" y="1431"/>
                </a:lnTo>
                <a:lnTo>
                  <a:pt x="610" y="1431"/>
                </a:lnTo>
                <a:lnTo>
                  <a:pt x="609" y="1431"/>
                </a:lnTo>
                <a:lnTo>
                  <a:pt x="608" y="1431"/>
                </a:lnTo>
                <a:lnTo>
                  <a:pt x="608" y="1432"/>
                </a:lnTo>
                <a:lnTo>
                  <a:pt x="608" y="1433"/>
                </a:lnTo>
                <a:lnTo>
                  <a:pt x="607" y="1433"/>
                </a:lnTo>
                <a:lnTo>
                  <a:pt x="606" y="1433"/>
                </a:lnTo>
                <a:lnTo>
                  <a:pt x="605" y="1434"/>
                </a:lnTo>
                <a:lnTo>
                  <a:pt x="606" y="1435"/>
                </a:lnTo>
                <a:lnTo>
                  <a:pt x="607" y="1436"/>
                </a:lnTo>
                <a:lnTo>
                  <a:pt x="607" y="1437"/>
                </a:lnTo>
                <a:lnTo>
                  <a:pt x="606" y="1437"/>
                </a:lnTo>
                <a:lnTo>
                  <a:pt x="605" y="1437"/>
                </a:lnTo>
                <a:lnTo>
                  <a:pt x="605" y="1438"/>
                </a:lnTo>
                <a:lnTo>
                  <a:pt x="604" y="1439"/>
                </a:lnTo>
                <a:lnTo>
                  <a:pt x="602" y="1440"/>
                </a:lnTo>
                <a:lnTo>
                  <a:pt x="599" y="1443"/>
                </a:lnTo>
                <a:lnTo>
                  <a:pt x="596" y="1445"/>
                </a:lnTo>
                <a:lnTo>
                  <a:pt x="595" y="1445"/>
                </a:lnTo>
                <a:lnTo>
                  <a:pt x="594" y="1445"/>
                </a:lnTo>
                <a:lnTo>
                  <a:pt x="593" y="1444"/>
                </a:lnTo>
                <a:lnTo>
                  <a:pt x="592" y="1444"/>
                </a:lnTo>
                <a:lnTo>
                  <a:pt x="590" y="1445"/>
                </a:lnTo>
                <a:lnTo>
                  <a:pt x="590" y="1446"/>
                </a:lnTo>
                <a:lnTo>
                  <a:pt x="588" y="1448"/>
                </a:lnTo>
                <a:lnTo>
                  <a:pt x="588" y="1449"/>
                </a:lnTo>
                <a:lnTo>
                  <a:pt x="589" y="1449"/>
                </a:lnTo>
                <a:lnTo>
                  <a:pt x="589" y="1451"/>
                </a:lnTo>
                <a:lnTo>
                  <a:pt x="588" y="1451"/>
                </a:lnTo>
                <a:lnTo>
                  <a:pt x="588" y="1452"/>
                </a:lnTo>
                <a:lnTo>
                  <a:pt x="588" y="1453"/>
                </a:lnTo>
                <a:lnTo>
                  <a:pt x="589" y="1453"/>
                </a:lnTo>
                <a:lnTo>
                  <a:pt x="589" y="1454"/>
                </a:lnTo>
                <a:lnTo>
                  <a:pt x="588" y="1454"/>
                </a:lnTo>
                <a:lnTo>
                  <a:pt x="588" y="1455"/>
                </a:lnTo>
                <a:lnTo>
                  <a:pt x="588" y="1456"/>
                </a:lnTo>
                <a:lnTo>
                  <a:pt x="588" y="1457"/>
                </a:lnTo>
                <a:lnTo>
                  <a:pt x="589" y="1457"/>
                </a:lnTo>
                <a:lnTo>
                  <a:pt x="589" y="1458"/>
                </a:lnTo>
                <a:lnTo>
                  <a:pt x="589" y="1459"/>
                </a:lnTo>
                <a:lnTo>
                  <a:pt x="588" y="1459"/>
                </a:lnTo>
                <a:lnTo>
                  <a:pt x="588" y="1460"/>
                </a:lnTo>
                <a:lnTo>
                  <a:pt x="589" y="1460"/>
                </a:lnTo>
                <a:lnTo>
                  <a:pt x="589" y="1461"/>
                </a:lnTo>
                <a:lnTo>
                  <a:pt x="589" y="1462"/>
                </a:lnTo>
                <a:lnTo>
                  <a:pt x="588" y="1462"/>
                </a:lnTo>
                <a:lnTo>
                  <a:pt x="587" y="1462"/>
                </a:lnTo>
                <a:lnTo>
                  <a:pt x="586" y="1462"/>
                </a:lnTo>
                <a:lnTo>
                  <a:pt x="585" y="1463"/>
                </a:lnTo>
                <a:lnTo>
                  <a:pt x="585" y="1464"/>
                </a:lnTo>
                <a:lnTo>
                  <a:pt x="585" y="1465"/>
                </a:lnTo>
                <a:lnTo>
                  <a:pt x="585" y="1466"/>
                </a:lnTo>
                <a:lnTo>
                  <a:pt x="584" y="1466"/>
                </a:lnTo>
                <a:lnTo>
                  <a:pt x="582" y="1466"/>
                </a:lnTo>
                <a:lnTo>
                  <a:pt x="580" y="1466"/>
                </a:lnTo>
                <a:lnTo>
                  <a:pt x="579" y="1467"/>
                </a:lnTo>
                <a:lnTo>
                  <a:pt x="580" y="1469"/>
                </a:lnTo>
                <a:lnTo>
                  <a:pt x="580" y="1470"/>
                </a:lnTo>
                <a:lnTo>
                  <a:pt x="580" y="1471"/>
                </a:lnTo>
                <a:lnTo>
                  <a:pt x="580" y="1472"/>
                </a:lnTo>
                <a:lnTo>
                  <a:pt x="579" y="1473"/>
                </a:lnTo>
                <a:lnTo>
                  <a:pt x="579" y="1474"/>
                </a:lnTo>
                <a:lnTo>
                  <a:pt x="579" y="1475"/>
                </a:lnTo>
                <a:lnTo>
                  <a:pt x="578" y="1476"/>
                </a:lnTo>
                <a:lnTo>
                  <a:pt x="577" y="1477"/>
                </a:lnTo>
                <a:lnTo>
                  <a:pt x="576" y="1479"/>
                </a:lnTo>
                <a:lnTo>
                  <a:pt x="576" y="1480"/>
                </a:lnTo>
                <a:lnTo>
                  <a:pt x="577" y="1481"/>
                </a:lnTo>
                <a:lnTo>
                  <a:pt x="577" y="1482"/>
                </a:lnTo>
                <a:lnTo>
                  <a:pt x="577" y="1483"/>
                </a:lnTo>
                <a:lnTo>
                  <a:pt x="577" y="1484"/>
                </a:lnTo>
                <a:lnTo>
                  <a:pt x="576" y="1484"/>
                </a:lnTo>
                <a:lnTo>
                  <a:pt x="575" y="1484"/>
                </a:lnTo>
                <a:lnTo>
                  <a:pt x="573" y="1485"/>
                </a:lnTo>
                <a:lnTo>
                  <a:pt x="573" y="1486"/>
                </a:lnTo>
                <a:lnTo>
                  <a:pt x="573" y="1487"/>
                </a:lnTo>
                <a:lnTo>
                  <a:pt x="574" y="1487"/>
                </a:lnTo>
                <a:lnTo>
                  <a:pt x="576" y="1487"/>
                </a:lnTo>
                <a:lnTo>
                  <a:pt x="576" y="1488"/>
                </a:lnTo>
                <a:lnTo>
                  <a:pt x="575" y="1489"/>
                </a:lnTo>
                <a:lnTo>
                  <a:pt x="575" y="1490"/>
                </a:lnTo>
                <a:lnTo>
                  <a:pt x="574" y="1491"/>
                </a:lnTo>
                <a:lnTo>
                  <a:pt x="573" y="1491"/>
                </a:lnTo>
                <a:lnTo>
                  <a:pt x="573" y="1492"/>
                </a:lnTo>
                <a:lnTo>
                  <a:pt x="573" y="1493"/>
                </a:lnTo>
                <a:lnTo>
                  <a:pt x="572" y="1493"/>
                </a:lnTo>
                <a:lnTo>
                  <a:pt x="572" y="1494"/>
                </a:lnTo>
                <a:lnTo>
                  <a:pt x="573" y="1494"/>
                </a:lnTo>
                <a:lnTo>
                  <a:pt x="573" y="1495"/>
                </a:lnTo>
                <a:lnTo>
                  <a:pt x="572" y="1495"/>
                </a:lnTo>
                <a:lnTo>
                  <a:pt x="571" y="1496"/>
                </a:lnTo>
                <a:lnTo>
                  <a:pt x="571" y="1497"/>
                </a:lnTo>
                <a:lnTo>
                  <a:pt x="571" y="1498"/>
                </a:lnTo>
                <a:lnTo>
                  <a:pt x="572" y="1498"/>
                </a:lnTo>
                <a:lnTo>
                  <a:pt x="573" y="1499"/>
                </a:lnTo>
                <a:lnTo>
                  <a:pt x="572" y="1499"/>
                </a:lnTo>
                <a:lnTo>
                  <a:pt x="571" y="1499"/>
                </a:lnTo>
                <a:lnTo>
                  <a:pt x="572" y="1500"/>
                </a:lnTo>
                <a:lnTo>
                  <a:pt x="572" y="1501"/>
                </a:lnTo>
                <a:lnTo>
                  <a:pt x="571" y="1501"/>
                </a:lnTo>
                <a:lnTo>
                  <a:pt x="570" y="1501"/>
                </a:lnTo>
                <a:lnTo>
                  <a:pt x="570" y="1502"/>
                </a:lnTo>
                <a:lnTo>
                  <a:pt x="569" y="1503"/>
                </a:lnTo>
                <a:lnTo>
                  <a:pt x="569" y="1504"/>
                </a:lnTo>
                <a:lnTo>
                  <a:pt x="568" y="1504"/>
                </a:lnTo>
                <a:lnTo>
                  <a:pt x="567" y="1504"/>
                </a:lnTo>
                <a:lnTo>
                  <a:pt x="567" y="1505"/>
                </a:lnTo>
                <a:lnTo>
                  <a:pt x="566" y="1505"/>
                </a:lnTo>
                <a:lnTo>
                  <a:pt x="565" y="1505"/>
                </a:lnTo>
                <a:lnTo>
                  <a:pt x="563" y="1505"/>
                </a:lnTo>
                <a:lnTo>
                  <a:pt x="562" y="1506"/>
                </a:lnTo>
                <a:lnTo>
                  <a:pt x="561" y="1506"/>
                </a:lnTo>
                <a:lnTo>
                  <a:pt x="560" y="1506"/>
                </a:lnTo>
                <a:lnTo>
                  <a:pt x="560" y="1505"/>
                </a:lnTo>
                <a:lnTo>
                  <a:pt x="559" y="1504"/>
                </a:lnTo>
                <a:lnTo>
                  <a:pt x="557" y="1505"/>
                </a:lnTo>
                <a:lnTo>
                  <a:pt x="557" y="1506"/>
                </a:lnTo>
                <a:lnTo>
                  <a:pt x="557" y="1507"/>
                </a:lnTo>
                <a:lnTo>
                  <a:pt x="556" y="1507"/>
                </a:lnTo>
                <a:lnTo>
                  <a:pt x="556" y="1508"/>
                </a:lnTo>
                <a:lnTo>
                  <a:pt x="555" y="1508"/>
                </a:lnTo>
                <a:lnTo>
                  <a:pt x="554" y="1508"/>
                </a:lnTo>
                <a:lnTo>
                  <a:pt x="554" y="1507"/>
                </a:lnTo>
                <a:lnTo>
                  <a:pt x="553" y="1507"/>
                </a:lnTo>
                <a:lnTo>
                  <a:pt x="553" y="1508"/>
                </a:lnTo>
                <a:lnTo>
                  <a:pt x="552" y="1508"/>
                </a:lnTo>
                <a:lnTo>
                  <a:pt x="551" y="1508"/>
                </a:lnTo>
                <a:lnTo>
                  <a:pt x="551" y="1507"/>
                </a:lnTo>
                <a:lnTo>
                  <a:pt x="550" y="1507"/>
                </a:lnTo>
                <a:lnTo>
                  <a:pt x="550" y="1506"/>
                </a:lnTo>
                <a:lnTo>
                  <a:pt x="549" y="1506"/>
                </a:lnTo>
                <a:lnTo>
                  <a:pt x="549" y="1507"/>
                </a:lnTo>
                <a:lnTo>
                  <a:pt x="548" y="1507"/>
                </a:lnTo>
                <a:lnTo>
                  <a:pt x="547" y="1507"/>
                </a:lnTo>
                <a:lnTo>
                  <a:pt x="546" y="1507"/>
                </a:lnTo>
                <a:lnTo>
                  <a:pt x="545" y="1506"/>
                </a:lnTo>
                <a:lnTo>
                  <a:pt x="545" y="1505"/>
                </a:lnTo>
                <a:lnTo>
                  <a:pt x="544" y="1505"/>
                </a:lnTo>
                <a:lnTo>
                  <a:pt x="544" y="1506"/>
                </a:lnTo>
                <a:lnTo>
                  <a:pt x="543" y="1507"/>
                </a:lnTo>
                <a:lnTo>
                  <a:pt x="539" y="1508"/>
                </a:lnTo>
                <a:lnTo>
                  <a:pt x="538" y="1508"/>
                </a:lnTo>
                <a:lnTo>
                  <a:pt x="537" y="1508"/>
                </a:lnTo>
                <a:lnTo>
                  <a:pt x="536" y="1508"/>
                </a:lnTo>
                <a:lnTo>
                  <a:pt x="536" y="1509"/>
                </a:lnTo>
                <a:lnTo>
                  <a:pt x="535" y="1509"/>
                </a:lnTo>
                <a:lnTo>
                  <a:pt x="534" y="1508"/>
                </a:lnTo>
                <a:lnTo>
                  <a:pt x="533" y="1508"/>
                </a:lnTo>
                <a:lnTo>
                  <a:pt x="532" y="1508"/>
                </a:lnTo>
                <a:lnTo>
                  <a:pt x="532" y="1509"/>
                </a:lnTo>
                <a:lnTo>
                  <a:pt x="531" y="1510"/>
                </a:lnTo>
                <a:lnTo>
                  <a:pt x="530" y="1509"/>
                </a:lnTo>
                <a:lnTo>
                  <a:pt x="529" y="1509"/>
                </a:lnTo>
                <a:lnTo>
                  <a:pt x="528" y="1510"/>
                </a:lnTo>
                <a:lnTo>
                  <a:pt x="527" y="1510"/>
                </a:lnTo>
                <a:lnTo>
                  <a:pt x="526" y="1509"/>
                </a:lnTo>
                <a:lnTo>
                  <a:pt x="525" y="1509"/>
                </a:lnTo>
                <a:lnTo>
                  <a:pt x="524" y="1509"/>
                </a:lnTo>
                <a:lnTo>
                  <a:pt x="523" y="1509"/>
                </a:lnTo>
                <a:lnTo>
                  <a:pt x="521" y="1509"/>
                </a:lnTo>
                <a:lnTo>
                  <a:pt x="520" y="1509"/>
                </a:lnTo>
                <a:lnTo>
                  <a:pt x="519" y="1509"/>
                </a:lnTo>
                <a:lnTo>
                  <a:pt x="519" y="1510"/>
                </a:lnTo>
                <a:lnTo>
                  <a:pt x="519" y="1511"/>
                </a:lnTo>
                <a:lnTo>
                  <a:pt x="518" y="1511"/>
                </a:lnTo>
                <a:lnTo>
                  <a:pt x="516" y="1511"/>
                </a:lnTo>
                <a:lnTo>
                  <a:pt x="515" y="1511"/>
                </a:lnTo>
                <a:lnTo>
                  <a:pt x="513" y="1511"/>
                </a:lnTo>
                <a:lnTo>
                  <a:pt x="512" y="1511"/>
                </a:lnTo>
                <a:lnTo>
                  <a:pt x="512" y="1510"/>
                </a:lnTo>
                <a:lnTo>
                  <a:pt x="511" y="1510"/>
                </a:lnTo>
                <a:lnTo>
                  <a:pt x="510" y="1510"/>
                </a:lnTo>
                <a:lnTo>
                  <a:pt x="510" y="1509"/>
                </a:lnTo>
                <a:lnTo>
                  <a:pt x="510" y="1508"/>
                </a:lnTo>
                <a:lnTo>
                  <a:pt x="509" y="1508"/>
                </a:lnTo>
                <a:lnTo>
                  <a:pt x="508" y="1509"/>
                </a:lnTo>
                <a:lnTo>
                  <a:pt x="506" y="1510"/>
                </a:lnTo>
                <a:lnTo>
                  <a:pt x="505" y="1510"/>
                </a:lnTo>
                <a:lnTo>
                  <a:pt x="504" y="1510"/>
                </a:lnTo>
                <a:lnTo>
                  <a:pt x="503" y="1511"/>
                </a:lnTo>
                <a:lnTo>
                  <a:pt x="501" y="1512"/>
                </a:lnTo>
                <a:lnTo>
                  <a:pt x="501" y="1514"/>
                </a:lnTo>
                <a:lnTo>
                  <a:pt x="500" y="1515"/>
                </a:lnTo>
                <a:lnTo>
                  <a:pt x="500" y="1517"/>
                </a:lnTo>
                <a:lnTo>
                  <a:pt x="500" y="1518"/>
                </a:lnTo>
                <a:lnTo>
                  <a:pt x="499" y="1519"/>
                </a:lnTo>
                <a:lnTo>
                  <a:pt x="499" y="1520"/>
                </a:lnTo>
                <a:lnTo>
                  <a:pt x="498" y="1520"/>
                </a:lnTo>
                <a:lnTo>
                  <a:pt x="498" y="1519"/>
                </a:lnTo>
                <a:lnTo>
                  <a:pt x="497" y="1519"/>
                </a:lnTo>
                <a:lnTo>
                  <a:pt x="496" y="1519"/>
                </a:lnTo>
                <a:lnTo>
                  <a:pt x="496" y="1518"/>
                </a:lnTo>
                <a:lnTo>
                  <a:pt x="495" y="1518"/>
                </a:lnTo>
                <a:lnTo>
                  <a:pt x="494" y="1518"/>
                </a:lnTo>
                <a:lnTo>
                  <a:pt x="494" y="1517"/>
                </a:lnTo>
                <a:lnTo>
                  <a:pt x="493" y="1517"/>
                </a:lnTo>
                <a:lnTo>
                  <a:pt x="493" y="1516"/>
                </a:lnTo>
                <a:lnTo>
                  <a:pt x="492" y="1516"/>
                </a:lnTo>
                <a:lnTo>
                  <a:pt x="492" y="1515"/>
                </a:lnTo>
                <a:lnTo>
                  <a:pt x="492" y="1514"/>
                </a:lnTo>
                <a:lnTo>
                  <a:pt x="491" y="1514"/>
                </a:lnTo>
                <a:lnTo>
                  <a:pt x="490" y="1514"/>
                </a:lnTo>
                <a:lnTo>
                  <a:pt x="490" y="1515"/>
                </a:lnTo>
                <a:lnTo>
                  <a:pt x="489" y="1515"/>
                </a:lnTo>
                <a:lnTo>
                  <a:pt x="489" y="1516"/>
                </a:lnTo>
                <a:lnTo>
                  <a:pt x="489" y="1517"/>
                </a:lnTo>
                <a:lnTo>
                  <a:pt x="488" y="1517"/>
                </a:lnTo>
                <a:lnTo>
                  <a:pt x="487" y="1517"/>
                </a:lnTo>
                <a:lnTo>
                  <a:pt x="487" y="1518"/>
                </a:lnTo>
                <a:lnTo>
                  <a:pt x="486" y="1518"/>
                </a:lnTo>
                <a:lnTo>
                  <a:pt x="486" y="1517"/>
                </a:lnTo>
                <a:lnTo>
                  <a:pt x="485" y="1517"/>
                </a:lnTo>
                <a:lnTo>
                  <a:pt x="484" y="1517"/>
                </a:lnTo>
                <a:lnTo>
                  <a:pt x="484" y="1516"/>
                </a:lnTo>
                <a:lnTo>
                  <a:pt x="484" y="1515"/>
                </a:lnTo>
                <a:lnTo>
                  <a:pt x="483" y="1515"/>
                </a:lnTo>
                <a:lnTo>
                  <a:pt x="484" y="1515"/>
                </a:lnTo>
                <a:lnTo>
                  <a:pt x="484" y="1514"/>
                </a:lnTo>
                <a:lnTo>
                  <a:pt x="484" y="1513"/>
                </a:lnTo>
                <a:lnTo>
                  <a:pt x="483" y="1513"/>
                </a:lnTo>
                <a:lnTo>
                  <a:pt x="483" y="1512"/>
                </a:lnTo>
                <a:lnTo>
                  <a:pt x="482" y="1512"/>
                </a:lnTo>
                <a:lnTo>
                  <a:pt x="482" y="1511"/>
                </a:lnTo>
                <a:lnTo>
                  <a:pt x="481" y="1511"/>
                </a:lnTo>
                <a:lnTo>
                  <a:pt x="480" y="1511"/>
                </a:lnTo>
                <a:lnTo>
                  <a:pt x="479" y="1511"/>
                </a:lnTo>
                <a:lnTo>
                  <a:pt x="479" y="1510"/>
                </a:lnTo>
                <a:lnTo>
                  <a:pt x="478" y="1510"/>
                </a:lnTo>
                <a:lnTo>
                  <a:pt x="478" y="1509"/>
                </a:lnTo>
                <a:lnTo>
                  <a:pt x="477" y="1509"/>
                </a:lnTo>
                <a:lnTo>
                  <a:pt x="476" y="1509"/>
                </a:lnTo>
                <a:lnTo>
                  <a:pt x="475" y="1509"/>
                </a:lnTo>
                <a:lnTo>
                  <a:pt x="474" y="1509"/>
                </a:lnTo>
                <a:lnTo>
                  <a:pt x="474" y="1508"/>
                </a:lnTo>
                <a:lnTo>
                  <a:pt x="473" y="1508"/>
                </a:lnTo>
                <a:lnTo>
                  <a:pt x="472" y="1508"/>
                </a:lnTo>
                <a:lnTo>
                  <a:pt x="472" y="1507"/>
                </a:lnTo>
                <a:lnTo>
                  <a:pt x="473" y="1507"/>
                </a:lnTo>
                <a:lnTo>
                  <a:pt x="473" y="1506"/>
                </a:lnTo>
                <a:lnTo>
                  <a:pt x="473" y="1505"/>
                </a:lnTo>
                <a:lnTo>
                  <a:pt x="474" y="1505"/>
                </a:lnTo>
                <a:lnTo>
                  <a:pt x="473" y="1504"/>
                </a:lnTo>
                <a:lnTo>
                  <a:pt x="472" y="1504"/>
                </a:lnTo>
                <a:lnTo>
                  <a:pt x="471" y="1504"/>
                </a:lnTo>
                <a:lnTo>
                  <a:pt x="471" y="1503"/>
                </a:lnTo>
                <a:lnTo>
                  <a:pt x="470" y="1503"/>
                </a:lnTo>
                <a:lnTo>
                  <a:pt x="470" y="1502"/>
                </a:lnTo>
                <a:lnTo>
                  <a:pt x="470" y="1501"/>
                </a:lnTo>
                <a:lnTo>
                  <a:pt x="469" y="1501"/>
                </a:lnTo>
                <a:lnTo>
                  <a:pt x="469" y="1500"/>
                </a:lnTo>
                <a:lnTo>
                  <a:pt x="468" y="1500"/>
                </a:lnTo>
                <a:lnTo>
                  <a:pt x="467" y="1500"/>
                </a:lnTo>
                <a:lnTo>
                  <a:pt x="466" y="1500"/>
                </a:lnTo>
                <a:lnTo>
                  <a:pt x="466" y="1499"/>
                </a:lnTo>
                <a:lnTo>
                  <a:pt x="465" y="1499"/>
                </a:lnTo>
                <a:lnTo>
                  <a:pt x="464" y="1499"/>
                </a:lnTo>
                <a:lnTo>
                  <a:pt x="463" y="1499"/>
                </a:lnTo>
                <a:lnTo>
                  <a:pt x="462" y="1499"/>
                </a:lnTo>
                <a:lnTo>
                  <a:pt x="461" y="1499"/>
                </a:lnTo>
                <a:lnTo>
                  <a:pt x="460" y="1499"/>
                </a:lnTo>
                <a:lnTo>
                  <a:pt x="460" y="1500"/>
                </a:lnTo>
                <a:lnTo>
                  <a:pt x="459" y="1500"/>
                </a:lnTo>
                <a:lnTo>
                  <a:pt x="459" y="1501"/>
                </a:lnTo>
                <a:lnTo>
                  <a:pt x="458" y="1502"/>
                </a:lnTo>
                <a:lnTo>
                  <a:pt x="457" y="1502"/>
                </a:lnTo>
                <a:lnTo>
                  <a:pt x="456" y="1502"/>
                </a:lnTo>
                <a:lnTo>
                  <a:pt x="456" y="1501"/>
                </a:lnTo>
                <a:lnTo>
                  <a:pt x="455" y="1501"/>
                </a:lnTo>
                <a:lnTo>
                  <a:pt x="456" y="1501"/>
                </a:lnTo>
                <a:lnTo>
                  <a:pt x="456" y="1500"/>
                </a:lnTo>
                <a:lnTo>
                  <a:pt x="455" y="1499"/>
                </a:lnTo>
                <a:lnTo>
                  <a:pt x="456" y="1499"/>
                </a:lnTo>
                <a:lnTo>
                  <a:pt x="456" y="1498"/>
                </a:lnTo>
                <a:lnTo>
                  <a:pt x="456" y="1497"/>
                </a:lnTo>
                <a:lnTo>
                  <a:pt x="455" y="1497"/>
                </a:lnTo>
                <a:lnTo>
                  <a:pt x="455" y="1496"/>
                </a:lnTo>
                <a:lnTo>
                  <a:pt x="455" y="1495"/>
                </a:lnTo>
                <a:lnTo>
                  <a:pt x="455" y="1496"/>
                </a:lnTo>
                <a:lnTo>
                  <a:pt x="455" y="1495"/>
                </a:lnTo>
                <a:lnTo>
                  <a:pt x="454" y="1495"/>
                </a:lnTo>
                <a:lnTo>
                  <a:pt x="453" y="1495"/>
                </a:lnTo>
                <a:lnTo>
                  <a:pt x="452" y="1495"/>
                </a:lnTo>
                <a:lnTo>
                  <a:pt x="451" y="1495"/>
                </a:lnTo>
                <a:lnTo>
                  <a:pt x="450" y="1495"/>
                </a:lnTo>
                <a:lnTo>
                  <a:pt x="450" y="1494"/>
                </a:lnTo>
                <a:lnTo>
                  <a:pt x="450" y="1495"/>
                </a:lnTo>
                <a:lnTo>
                  <a:pt x="449" y="1495"/>
                </a:lnTo>
                <a:lnTo>
                  <a:pt x="448" y="1495"/>
                </a:lnTo>
                <a:lnTo>
                  <a:pt x="448" y="1496"/>
                </a:lnTo>
                <a:lnTo>
                  <a:pt x="447" y="1496"/>
                </a:lnTo>
                <a:lnTo>
                  <a:pt x="446" y="1496"/>
                </a:lnTo>
                <a:lnTo>
                  <a:pt x="446" y="1497"/>
                </a:lnTo>
                <a:lnTo>
                  <a:pt x="446" y="1498"/>
                </a:lnTo>
                <a:lnTo>
                  <a:pt x="445" y="1498"/>
                </a:lnTo>
                <a:lnTo>
                  <a:pt x="445" y="1499"/>
                </a:lnTo>
                <a:lnTo>
                  <a:pt x="444" y="1499"/>
                </a:lnTo>
                <a:lnTo>
                  <a:pt x="444" y="1498"/>
                </a:lnTo>
                <a:lnTo>
                  <a:pt x="444" y="1497"/>
                </a:lnTo>
                <a:lnTo>
                  <a:pt x="444" y="1496"/>
                </a:lnTo>
                <a:lnTo>
                  <a:pt x="444" y="1495"/>
                </a:lnTo>
                <a:lnTo>
                  <a:pt x="444" y="1494"/>
                </a:lnTo>
                <a:lnTo>
                  <a:pt x="444" y="1493"/>
                </a:lnTo>
                <a:lnTo>
                  <a:pt x="443" y="1493"/>
                </a:lnTo>
                <a:lnTo>
                  <a:pt x="442" y="1493"/>
                </a:lnTo>
                <a:lnTo>
                  <a:pt x="441" y="1493"/>
                </a:lnTo>
                <a:lnTo>
                  <a:pt x="441" y="1492"/>
                </a:lnTo>
                <a:lnTo>
                  <a:pt x="440" y="1492"/>
                </a:lnTo>
                <a:lnTo>
                  <a:pt x="439" y="1492"/>
                </a:lnTo>
                <a:lnTo>
                  <a:pt x="438" y="1492"/>
                </a:lnTo>
                <a:lnTo>
                  <a:pt x="437" y="1492"/>
                </a:lnTo>
                <a:lnTo>
                  <a:pt x="436" y="1492"/>
                </a:lnTo>
                <a:lnTo>
                  <a:pt x="435" y="1492"/>
                </a:lnTo>
                <a:lnTo>
                  <a:pt x="435" y="1491"/>
                </a:lnTo>
                <a:lnTo>
                  <a:pt x="434" y="1491"/>
                </a:lnTo>
                <a:lnTo>
                  <a:pt x="433" y="1491"/>
                </a:lnTo>
                <a:lnTo>
                  <a:pt x="432" y="1491"/>
                </a:lnTo>
                <a:lnTo>
                  <a:pt x="431" y="1491"/>
                </a:lnTo>
                <a:lnTo>
                  <a:pt x="431" y="1490"/>
                </a:lnTo>
                <a:lnTo>
                  <a:pt x="430" y="1490"/>
                </a:lnTo>
                <a:lnTo>
                  <a:pt x="430" y="1489"/>
                </a:lnTo>
                <a:lnTo>
                  <a:pt x="429" y="1489"/>
                </a:lnTo>
                <a:lnTo>
                  <a:pt x="430" y="1489"/>
                </a:lnTo>
                <a:lnTo>
                  <a:pt x="430" y="1488"/>
                </a:lnTo>
                <a:lnTo>
                  <a:pt x="429" y="1488"/>
                </a:lnTo>
                <a:lnTo>
                  <a:pt x="429" y="1487"/>
                </a:lnTo>
                <a:lnTo>
                  <a:pt x="429" y="1486"/>
                </a:lnTo>
                <a:lnTo>
                  <a:pt x="430" y="1486"/>
                </a:lnTo>
                <a:lnTo>
                  <a:pt x="430" y="1485"/>
                </a:lnTo>
                <a:lnTo>
                  <a:pt x="430" y="1484"/>
                </a:lnTo>
                <a:lnTo>
                  <a:pt x="430" y="1483"/>
                </a:lnTo>
                <a:lnTo>
                  <a:pt x="430" y="1482"/>
                </a:lnTo>
                <a:lnTo>
                  <a:pt x="429" y="1482"/>
                </a:lnTo>
                <a:lnTo>
                  <a:pt x="428" y="1482"/>
                </a:lnTo>
                <a:lnTo>
                  <a:pt x="428" y="1481"/>
                </a:lnTo>
                <a:lnTo>
                  <a:pt x="427" y="1481"/>
                </a:lnTo>
                <a:lnTo>
                  <a:pt x="426" y="1481"/>
                </a:lnTo>
                <a:lnTo>
                  <a:pt x="425" y="1481"/>
                </a:lnTo>
                <a:lnTo>
                  <a:pt x="424" y="1481"/>
                </a:lnTo>
                <a:lnTo>
                  <a:pt x="424" y="1480"/>
                </a:lnTo>
                <a:lnTo>
                  <a:pt x="424" y="1479"/>
                </a:lnTo>
                <a:lnTo>
                  <a:pt x="424" y="1478"/>
                </a:lnTo>
                <a:lnTo>
                  <a:pt x="424" y="1477"/>
                </a:lnTo>
                <a:lnTo>
                  <a:pt x="424" y="1476"/>
                </a:lnTo>
                <a:lnTo>
                  <a:pt x="425" y="1475"/>
                </a:lnTo>
                <a:lnTo>
                  <a:pt x="426" y="1475"/>
                </a:lnTo>
                <a:lnTo>
                  <a:pt x="426" y="1474"/>
                </a:lnTo>
                <a:lnTo>
                  <a:pt x="426" y="1473"/>
                </a:lnTo>
                <a:lnTo>
                  <a:pt x="426" y="1472"/>
                </a:lnTo>
                <a:lnTo>
                  <a:pt x="426" y="1471"/>
                </a:lnTo>
                <a:lnTo>
                  <a:pt x="426" y="1470"/>
                </a:lnTo>
                <a:lnTo>
                  <a:pt x="426" y="1469"/>
                </a:lnTo>
                <a:lnTo>
                  <a:pt x="426" y="1468"/>
                </a:lnTo>
                <a:lnTo>
                  <a:pt x="426" y="1467"/>
                </a:lnTo>
                <a:lnTo>
                  <a:pt x="426" y="1466"/>
                </a:lnTo>
                <a:lnTo>
                  <a:pt x="426" y="1465"/>
                </a:lnTo>
                <a:lnTo>
                  <a:pt x="427" y="1465"/>
                </a:lnTo>
                <a:lnTo>
                  <a:pt x="426" y="1465"/>
                </a:lnTo>
                <a:lnTo>
                  <a:pt x="427" y="1465"/>
                </a:lnTo>
                <a:lnTo>
                  <a:pt x="427" y="1464"/>
                </a:lnTo>
                <a:lnTo>
                  <a:pt x="426" y="1464"/>
                </a:lnTo>
                <a:lnTo>
                  <a:pt x="426" y="1463"/>
                </a:lnTo>
                <a:lnTo>
                  <a:pt x="425" y="1463"/>
                </a:lnTo>
                <a:lnTo>
                  <a:pt x="424" y="1463"/>
                </a:lnTo>
                <a:lnTo>
                  <a:pt x="423" y="1463"/>
                </a:lnTo>
                <a:lnTo>
                  <a:pt x="424" y="1463"/>
                </a:lnTo>
                <a:lnTo>
                  <a:pt x="424" y="1462"/>
                </a:lnTo>
                <a:lnTo>
                  <a:pt x="424" y="1461"/>
                </a:lnTo>
                <a:lnTo>
                  <a:pt x="423" y="1461"/>
                </a:lnTo>
                <a:lnTo>
                  <a:pt x="423" y="1460"/>
                </a:lnTo>
                <a:lnTo>
                  <a:pt x="422" y="1460"/>
                </a:lnTo>
                <a:lnTo>
                  <a:pt x="422" y="1459"/>
                </a:lnTo>
                <a:lnTo>
                  <a:pt x="421" y="1459"/>
                </a:lnTo>
                <a:lnTo>
                  <a:pt x="421" y="1458"/>
                </a:lnTo>
                <a:lnTo>
                  <a:pt x="422" y="1458"/>
                </a:lnTo>
                <a:lnTo>
                  <a:pt x="422" y="1457"/>
                </a:lnTo>
                <a:lnTo>
                  <a:pt x="423" y="1457"/>
                </a:lnTo>
                <a:lnTo>
                  <a:pt x="423" y="1456"/>
                </a:lnTo>
                <a:lnTo>
                  <a:pt x="424" y="1456"/>
                </a:lnTo>
                <a:lnTo>
                  <a:pt x="424" y="1455"/>
                </a:lnTo>
                <a:lnTo>
                  <a:pt x="424" y="1454"/>
                </a:lnTo>
                <a:lnTo>
                  <a:pt x="423" y="1454"/>
                </a:lnTo>
                <a:lnTo>
                  <a:pt x="422" y="1454"/>
                </a:lnTo>
                <a:lnTo>
                  <a:pt x="422" y="1453"/>
                </a:lnTo>
                <a:lnTo>
                  <a:pt x="421" y="1453"/>
                </a:lnTo>
                <a:lnTo>
                  <a:pt x="420" y="1453"/>
                </a:lnTo>
                <a:lnTo>
                  <a:pt x="419" y="1453"/>
                </a:lnTo>
                <a:lnTo>
                  <a:pt x="419" y="1452"/>
                </a:lnTo>
                <a:lnTo>
                  <a:pt x="418" y="1452"/>
                </a:lnTo>
                <a:lnTo>
                  <a:pt x="418" y="1451"/>
                </a:lnTo>
                <a:lnTo>
                  <a:pt x="418" y="1450"/>
                </a:lnTo>
                <a:lnTo>
                  <a:pt x="417" y="1450"/>
                </a:lnTo>
                <a:lnTo>
                  <a:pt x="417" y="1449"/>
                </a:lnTo>
                <a:lnTo>
                  <a:pt x="416" y="1449"/>
                </a:lnTo>
                <a:lnTo>
                  <a:pt x="416" y="1448"/>
                </a:lnTo>
                <a:lnTo>
                  <a:pt x="416" y="1447"/>
                </a:lnTo>
                <a:lnTo>
                  <a:pt x="417" y="1447"/>
                </a:lnTo>
                <a:lnTo>
                  <a:pt x="418" y="1446"/>
                </a:lnTo>
                <a:lnTo>
                  <a:pt x="417" y="1446"/>
                </a:lnTo>
                <a:lnTo>
                  <a:pt x="418" y="1445"/>
                </a:lnTo>
                <a:lnTo>
                  <a:pt x="418" y="1444"/>
                </a:lnTo>
                <a:lnTo>
                  <a:pt x="418" y="1443"/>
                </a:lnTo>
                <a:lnTo>
                  <a:pt x="417" y="1443"/>
                </a:lnTo>
                <a:lnTo>
                  <a:pt x="417" y="1442"/>
                </a:lnTo>
                <a:lnTo>
                  <a:pt x="416" y="1441"/>
                </a:lnTo>
                <a:lnTo>
                  <a:pt x="415" y="1441"/>
                </a:lnTo>
                <a:lnTo>
                  <a:pt x="414" y="1441"/>
                </a:lnTo>
                <a:lnTo>
                  <a:pt x="413" y="1441"/>
                </a:lnTo>
                <a:lnTo>
                  <a:pt x="413" y="1442"/>
                </a:lnTo>
                <a:lnTo>
                  <a:pt x="412" y="1442"/>
                </a:lnTo>
                <a:lnTo>
                  <a:pt x="411" y="1442"/>
                </a:lnTo>
                <a:lnTo>
                  <a:pt x="411" y="1441"/>
                </a:lnTo>
                <a:lnTo>
                  <a:pt x="410" y="1440"/>
                </a:lnTo>
                <a:lnTo>
                  <a:pt x="410" y="1439"/>
                </a:lnTo>
                <a:lnTo>
                  <a:pt x="411" y="1439"/>
                </a:lnTo>
                <a:lnTo>
                  <a:pt x="410" y="1439"/>
                </a:lnTo>
                <a:lnTo>
                  <a:pt x="410" y="1438"/>
                </a:lnTo>
                <a:lnTo>
                  <a:pt x="411" y="1438"/>
                </a:lnTo>
                <a:lnTo>
                  <a:pt x="411" y="1437"/>
                </a:lnTo>
                <a:lnTo>
                  <a:pt x="410" y="1437"/>
                </a:lnTo>
                <a:lnTo>
                  <a:pt x="410" y="1436"/>
                </a:lnTo>
                <a:lnTo>
                  <a:pt x="410" y="1435"/>
                </a:lnTo>
                <a:lnTo>
                  <a:pt x="411" y="1435"/>
                </a:lnTo>
                <a:lnTo>
                  <a:pt x="411" y="1434"/>
                </a:lnTo>
                <a:lnTo>
                  <a:pt x="410" y="1434"/>
                </a:lnTo>
                <a:lnTo>
                  <a:pt x="410" y="1433"/>
                </a:lnTo>
                <a:lnTo>
                  <a:pt x="409" y="1433"/>
                </a:lnTo>
                <a:lnTo>
                  <a:pt x="409" y="1432"/>
                </a:lnTo>
                <a:lnTo>
                  <a:pt x="409" y="1431"/>
                </a:lnTo>
                <a:lnTo>
                  <a:pt x="408" y="1431"/>
                </a:lnTo>
                <a:lnTo>
                  <a:pt x="408" y="1430"/>
                </a:lnTo>
                <a:lnTo>
                  <a:pt x="407" y="1430"/>
                </a:lnTo>
                <a:lnTo>
                  <a:pt x="406" y="1430"/>
                </a:lnTo>
                <a:lnTo>
                  <a:pt x="406" y="1429"/>
                </a:lnTo>
                <a:lnTo>
                  <a:pt x="406" y="1428"/>
                </a:lnTo>
                <a:lnTo>
                  <a:pt x="406" y="1426"/>
                </a:lnTo>
                <a:lnTo>
                  <a:pt x="406" y="1425"/>
                </a:lnTo>
                <a:lnTo>
                  <a:pt x="406" y="1424"/>
                </a:lnTo>
                <a:lnTo>
                  <a:pt x="406" y="1423"/>
                </a:lnTo>
                <a:lnTo>
                  <a:pt x="406" y="1421"/>
                </a:lnTo>
                <a:lnTo>
                  <a:pt x="406" y="1420"/>
                </a:lnTo>
                <a:lnTo>
                  <a:pt x="406" y="1419"/>
                </a:lnTo>
                <a:lnTo>
                  <a:pt x="406" y="1415"/>
                </a:lnTo>
                <a:lnTo>
                  <a:pt x="407" y="1415"/>
                </a:lnTo>
                <a:lnTo>
                  <a:pt x="407" y="1414"/>
                </a:lnTo>
                <a:lnTo>
                  <a:pt x="408" y="1414"/>
                </a:lnTo>
                <a:lnTo>
                  <a:pt x="409" y="1413"/>
                </a:lnTo>
                <a:lnTo>
                  <a:pt x="409" y="1412"/>
                </a:lnTo>
                <a:lnTo>
                  <a:pt x="410" y="1412"/>
                </a:lnTo>
                <a:lnTo>
                  <a:pt x="410" y="1411"/>
                </a:lnTo>
                <a:lnTo>
                  <a:pt x="411" y="1410"/>
                </a:lnTo>
                <a:lnTo>
                  <a:pt x="412" y="1409"/>
                </a:lnTo>
                <a:lnTo>
                  <a:pt x="413" y="1409"/>
                </a:lnTo>
                <a:lnTo>
                  <a:pt x="414" y="1409"/>
                </a:lnTo>
                <a:lnTo>
                  <a:pt x="414" y="1408"/>
                </a:lnTo>
                <a:lnTo>
                  <a:pt x="415" y="1407"/>
                </a:lnTo>
                <a:lnTo>
                  <a:pt x="415" y="1406"/>
                </a:lnTo>
                <a:lnTo>
                  <a:pt x="415" y="1405"/>
                </a:lnTo>
                <a:lnTo>
                  <a:pt x="415" y="1404"/>
                </a:lnTo>
                <a:lnTo>
                  <a:pt x="416" y="1404"/>
                </a:lnTo>
                <a:lnTo>
                  <a:pt x="416" y="1403"/>
                </a:lnTo>
                <a:lnTo>
                  <a:pt x="417" y="1402"/>
                </a:lnTo>
                <a:lnTo>
                  <a:pt x="418" y="1402"/>
                </a:lnTo>
                <a:lnTo>
                  <a:pt x="417" y="1402"/>
                </a:lnTo>
                <a:lnTo>
                  <a:pt x="417" y="1401"/>
                </a:lnTo>
                <a:lnTo>
                  <a:pt x="416" y="1401"/>
                </a:lnTo>
                <a:lnTo>
                  <a:pt x="416" y="1402"/>
                </a:lnTo>
                <a:lnTo>
                  <a:pt x="416" y="1401"/>
                </a:lnTo>
                <a:lnTo>
                  <a:pt x="415" y="1401"/>
                </a:lnTo>
                <a:lnTo>
                  <a:pt x="414" y="1401"/>
                </a:lnTo>
                <a:lnTo>
                  <a:pt x="413" y="1401"/>
                </a:lnTo>
                <a:lnTo>
                  <a:pt x="413" y="1402"/>
                </a:lnTo>
                <a:lnTo>
                  <a:pt x="412" y="1402"/>
                </a:lnTo>
                <a:lnTo>
                  <a:pt x="411" y="1402"/>
                </a:lnTo>
                <a:lnTo>
                  <a:pt x="410" y="1402"/>
                </a:lnTo>
                <a:lnTo>
                  <a:pt x="409" y="1402"/>
                </a:lnTo>
                <a:lnTo>
                  <a:pt x="409" y="1403"/>
                </a:lnTo>
                <a:lnTo>
                  <a:pt x="408" y="1404"/>
                </a:lnTo>
                <a:lnTo>
                  <a:pt x="407" y="1404"/>
                </a:lnTo>
                <a:lnTo>
                  <a:pt x="407" y="1403"/>
                </a:lnTo>
                <a:lnTo>
                  <a:pt x="406" y="1403"/>
                </a:lnTo>
                <a:lnTo>
                  <a:pt x="406" y="1402"/>
                </a:lnTo>
                <a:lnTo>
                  <a:pt x="405" y="1401"/>
                </a:lnTo>
                <a:lnTo>
                  <a:pt x="405" y="1402"/>
                </a:lnTo>
                <a:lnTo>
                  <a:pt x="403" y="1402"/>
                </a:lnTo>
                <a:lnTo>
                  <a:pt x="402" y="1402"/>
                </a:lnTo>
                <a:lnTo>
                  <a:pt x="401" y="1403"/>
                </a:lnTo>
                <a:lnTo>
                  <a:pt x="400" y="1402"/>
                </a:lnTo>
                <a:lnTo>
                  <a:pt x="399" y="1402"/>
                </a:lnTo>
                <a:lnTo>
                  <a:pt x="398" y="1401"/>
                </a:lnTo>
                <a:lnTo>
                  <a:pt x="398" y="1402"/>
                </a:lnTo>
                <a:lnTo>
                  <a:pt x="398" y="1403"/>
                </a:lnTo>
                <a:lnTo>
                  <a:pt x="397" y="1404"/>
                </a:lnTo>
                <a:lnTo>
                  <a:pt x="396" y="1404"/>
                </a:lnTo>
                <a:lnTo>
                  <a:pt x="395" y="1403"/>
                </a:lnTo>
                <a:lnTo>
                  <a:pt x="394" y="1402"/>
                </a:lnTo>
                <a:lnTo>
                  <a:pt x="394" y="1401"/>
                </a:lnTo>
                <a:lnTo>
                  <a:pt x="393" y="1401"/>
                </a:lnTo>
                <a:lnTo>
                  <a:pt x="392" y="1401"/>
                </a:lnTo>
                <a:lnTo>
                  <a:pt x="392" y="1402"/>
                </a:lnTo>
                <a:lnTo>
                  <a:pt x="391" y="1401"/>
                </a:lnTo>
                <a:lnTo>
                  <a:pt x="390" y="1400"/>
                </a:lnTo>
                <a:lnTo>
                  <a:pt x="389" y="1399"/>
                </a:lnTo>
                <a:lnTo>
                  <a:pt x="389" y="1398"/>
                </a:lnTo>
                <a:lnTo>
                  <a:pt x="388" y="1399"/>
                </a:lnTo>
                <a:lnTo>
                  <a:pt x="388" y="1400"/>
                </a:lnTo>
                <a:lnTo>
                  <a:pt x="387" y="1400"/>
                </a:lnTo>
                <a:lnTo>
                  <a:pt x="387" y="1401"/>
                </a:lnTo>
                <a:lnTo>
                  <a:pt x="386" y="1401"/>
                </a:lnTo>
                <a:lnTo>
                  <a:pt x="385" y="1401"/>
                </a:lnTo>
                <a:lnTo>
                  <a:pt x="384" y="1401"/>
                </a:lnTo>
                <a:lnTo>
                  <a:pt x="383" y="1401"/>
                </a:lnTo>
                <a:lnTo>
                  <a:pt x="382" y="1402"/>
                </a:lnTo>
                <a:lnTo>
                  <a:pt x="381" y="1403"/>
                </a:lnTo>
                <a:lnTo>
                  <a:pt x="381" y="1404"/>
                </a:lnTo>
                <a:lnTo>
                  <a:pt x="381" y="1405"/>
                </a:lnTo>
                <a:lnTo>
                  <a:pt x="380" y="1405"/>
                </a:lnTo>
                <a:lnTo>
                  <a:pt x="379" y="1405"/>
                </a:lnTo>
                <a:lnTo>
                  <a:pt x="378" y="1405"/>
                </a:lnTo>
                <a:lnTo>
                  <a:pt x="377" y="1406"/>
                </a:lnTo>
                <a:lnTo>
                  <a:pt x="376" y="1405"/>
                </a:lnTo>
                <a:lnTo>
                  <a:pt x="376" y="1404"/>
                </a:lnTo>
                <a:lnTo>
                  <a:pt x="375" y="1403"/>
                </a:lnTo>
                <a:lnTo>
                  <a:pt x="374" y="1403"/>
                </a:lnTo>
                <a:lnTo>
                  <a:pt x="373" y="1403"/>
                </a:lnTo>
                <a:lnTo>
                  <a:pt x="373" y="1405"/>
                </a:lnTo>
                <a:lnTo>
                  <a:pt x="372" y="1405"/>
                </a:lnTo>
                <a:lnTo>
                  <a:pt x="371" y="1405"/>
                </a:lnTo>
                <a:lnTo>
                  <a:pt x="370" y="1404"/>
                </a:lnTo>
                <a:lnTo>
                  <a:pt x="369" y="1404"/>
                </a:lnTo>
                <a:lnTo>
                  <a:pt x="368" y="1405"/>
                </a:lnTo>
                <a:lnTo>
                  <a:pt x="368" y="1404"/>
                </a:lnTo>
                <a:lnTo>
                  <a:pt x="368" y="1403"/>
                </a:lnTo>
                <a:lnTo>
                  <a:pt x="367" y="1403"/>
                </a:lnTo>
                <a:lnTo>
                  <a:pt x="365" y="1403"/>
                </a:lnTo>
                <a:lnTo>
                  <a:pt x="363" y="1402"/>
                </a:lnTo>
                <a:lnTo>
                  <a:pt x="362" y="1402"/>
                </a:lnTo>
                <a:lnTo>
                  <a:pt x="361" y="1402"/>
                </a:lnTo>
                <a:lnTo>
                  <a:pt x="360" y="1403"/>
                </a:lnTo>
                <a:lnTo>
                  <a:pt x="359" y="1403"/>
                </a:lnTo>
                <a:lnTo>
                  <a:pt x="358" y="1403"/>
                </a:lnTo>
                <a:lnTo>
                  <a:pt x="357" y="1404"/>
                </a:lnTo>
                <a:lnTo>
                  <a:pt x="356" y="1404"/>
                </a:lnTo>
                <a:lnTo>
                  <a:pt x="355" y="1404"/>
                </a:lnTo>
                <a:lnTo>
                  <a:pt x="354" y="1405"/>
                </a:lnTo>
                <a:lnTo>
                  <a:pt x="354" y="1404"/>
                </a:lnTo>
                <a:lnTo>
                  <a:pt x="353" y="1404"/>
                </a:lnTo>
                <a:lnTo>
                  <a:pt x="352" y="1404"/>
                </a:lnTo>
                <a:lnTo>
                  <a:pt x="351" y="1404"/>
                </a:lnTo>
                <a:lnTo>
                  <a:pt x="350" y="1404"/>
                </a:lnTo>
                <a:lnTo>
                  <a:pt x="349" y="1403"/>
                </a:lnTo>
                <a:lnTo>
                  <a:pt x="349" y="1402"/>
                </a:lnTo>
                <a:lnTo>
                  <a:pt x="349" y="1401"/>
                </a:lnTo>
                <a:lnTo>
                  <a:pt x="348" y="1401"/>
                </a:lnTo>
                <a:lnTo>
                  <a:pt x="347" y="1401"/>
                </a:lnTo>
                <a:lnTo>
                  <a:pt x="346" y="1400"/>
                </a:lnTo>
                <a:lnTo>
                  <a:pt x="345" y="1398"/>
                </a:lnTo>
                <a:lnTo>
                  <a:pt x="344" y="1397"/>
                </a:lnTo>
                <a:lnTo>
                  <a:pt x="343" y="1397"/>
                </a:lnTo>
                <a:lnTo>
                  <a:pt x="343" y="1396"/>
                </a:lnTo>
                <a:lnTo>
                  <a:pt x="342" y="1396"/>
                </a:lnTo>
                <a:lnTo>
                  <a:pt x="341" y="1397"/>
                </a:lnTo>
                <a:lnTo>
                  <a:pt x="340" y="1397"/>
                </a:lnTo>
                <a:lnTo>
                  <a:pt x="339" y="1397"/>
                </a:lnTo>
                <a:lnTo>
                  <a:pt x="338" y="1397"/>
                </a:lnTo>
                <a:lnTo>
                  <a:pt x="337" y="1398"/>
                </a:lnTo>
                <a:lnTo>
                  <a:pt x="336" y="1398"/>
                </a:lnTo>
                <a:lnTo>
                  <a:pt x="335" y="1399"/>
                </a:lnTo>
                <a:lnTo>
                  <a:pt x="334" y="1399"/>
                </a:lnTo>
                <a:lnTo>
                  <a:pt x="333" y="1399"/>
                </a:lnTo>
                <a:lnTo>
                  <a:pt x="332" y="1399"/>
                </a:lnTo>
                <a:lnTo>
                  <a:pt x="331" y="1398"/>
                </a:lnTo>
                <a:lnTo>
                  <a:pt x="330" y="1397"/>
                </a:lnTo>
                <a:lnTo>
                  <a:pt x="329" y="1397"/>
                </a:lnTo>
                <a:lnTo>
                  <a:pt x="328" y="1397"/>
                </a:lnTo>
                <a:lnTo>
                  <a:pt x="327" y="1395"/>
                </a:lnTo>
                <a:lnTo>
                  <a:pt x="325" y="1394"/>
                </a:lnTo>
                <a:lnTo>
                  <a:pt x="324" y="1394"/>
                </a:lnTo>
                <a:lnTo>
                  <a:pt x="323" y="1393"/>
                </a:lnTo>
                <a:lnTo>
                  <a:pt x="322" y="1392"/>
                </a:lnTo>
                <a:lnTo>
                  <a:pt x="321" y="1391"/>
                </a:lnTo>
                <a:lnTo>
                  <a:pt x="320" y="1391"/>
                </a:lnTo>
                <a:lnTo>
                  <a:pt x="319" y="1391"/>
                </a:lnTo>
                <a:lnTo>
                  <a:pt x="317" y="1390"/>
                </a:lnTo>
                <a:lnTo>
                  <a:pt x="316" y="1389"/>
                </a:lnTo>
                <a:lnTo>
                  <a:pt x="315" y="1389"/>
                </a:lnTo>
                <a:lnTo>
                  <a:pt x="315" y="1390"/>
                </a:lnTo>
                <a:lnTo>
                  <a:pt x="314" y="1390"/>
                </a:lnTo>
                <a:lnTo>
                  <a:pt x="313" y="1390"/>
                </a:lnTo>
                <a:lnTo>
                  <a:pt x="312" y="1391"/>
                </a:lnTo>
                <a:lnTo>
                  <a:pt x="311" y="1391"/>
                </a:lnTo>
                <a:lnTo>
                  <a:pt x="310" y="1390"/>
                </a:lnTo>
                <a:lnTo>
                  <a:pt x="309" y="1390"/>
                </a:lnTo>
                <a:lnTo>
                  <a:pt x="308" y="1390"/>
                </a:lnTo>
                <a:lnTo>
                  <a:pt x="307" y="1389"/>
                </a:lnTo>
                <a:lnTo>
                  <a:pt x="306" y="1388"/>
                </a:lnTo>
                <a:lnTo>
                  <a:pt x="305" y="1388"/>
                </a:lnTo>
                <a:lnTo>
                  <a:pt x="305" y="1387"/>
                </a:lnTo>
                <a:lnTo>
                  <a:pt x="304" y="1386"/>
                </a:lnTo>
                <a:lnTo>
                  <a:pt x="303" y="1386"/>
                </a:lnTo>
                <a:lnTo>
                  <a:pt x="303" y="1385"/>
                </a:lnTo>
                <a:lnTo>
                  <a:pt x="302" y="1384"/>
                </a:lnTo>
                <a:lnTo>
                  <a:pt x="301" y="1383"/>
                </a:lnTo>
                <a:lnTo>
                  <a:pt x="300" y="1384"/>
                </a:lnTo>
                <a:lnTo>
                  <a:pt x="299" y="1384"/>
                </a:lnTo>
                <a:lnTo>
                  <a:pt x="298" y="1384"/>
                </a:lnTo>
                <a:lnTo>
                  <a:pt x="297" y="1384"/>
                </a:lnTo>
                <a:lnTo>
                  <a:pt x="296" y="1385"/>
                </a:lnTo>
                <a:lnTo>
                  <a:pt x="295" y="1385"/>
                </a:lnTo>
                <a:lnTo>
                  <a:pt x="294" y="1385"/>
                </a:lnTo>
                <a:lnTo>
                  <a:pt x="293" y="1384"/>
                </a:lnTo>
                <a:lnTo>
                  <a:pt x="293" y="1383"/>
                </a:lnTo>
                <a:lnTo>
                  <a:pt x="293" y="1382"/>
                </a:lnTo>
                <a:lnTo>
                  <a:pt x="292" y="1382"/>
                </a:lnTo>
                <a:lnTo>
                  <a:pt x="291" y="1380"/>
                </a:lnTo>
                <a:lnTo>
                  <a:pt x="290" y="1379"/>
                </a:lnTo>
                <a:lnTo>
                  <a:pt x="289" y="1378"/>
                </a:lnTo>
                <a:lnTo>
                  <a:pt x="288" y="1378"/>
                </a:lnTo>
                <a:lnTo>
                  <a:pt x="288" y="1377"/>
                </a:lnTo>
                <a:lnTo>
                  <a:pt x="288" y="1375"/>
                </a:lnTo>
                <a:lnTo>
                  <a:pt x="287" y="1375"/>
                </a:lnTo>
                <a:lnTo>
                  <a:pt x="286" y="1375"/>
                </a:lnTo>
                <a:lnTo>
                  <a:pt x="285" y="1375"/>
                </a:lnTo>
                <a:lnTo>
                  <a:pt x="284" y="1374"/>
                </a:lnTo>
                <a:lnTo>
                  <a:pt x="283" y="1374"/>
                </a:lnTo>
                <a:lnTo>
                  <a:pt x="283" y="1373"/>
                </a:lnTo>
                <a:lnTo>
                  <a:pt x="282" y="1373"/>
                </a:lnTo>
                <a:lnTo>
                  <a:pt x="282" y="1374"/>
                </a:lnTo>
                <a:lnTo>
                  <a:pt x="281" y="1374"/>
                </a:lnTo>
                <a:lnTo>
                  <a:pt x="280" y="1374"/>
                </a:lnTo>
                <a:lnTo>
                  <a:pt x="279" y="1373"/>
                </a:lnTo>
                <a:lnTo>
                  <a:pt x="278" y="1373"/>
                </a:lnTo>
                <a:lnTo>
                  <a:pt x="278" y="1372"/>
                </a:lnTo>
                <a:lnTo>
                  <a:pt x="278" y="1371"/>
                </a:lnTo>
                <a:lnTo>
                  <a:pt x="277" y="1370"/>
                </a:lnTo>
                <a:lnTo>
                  <a:pt x="276" y="1369"/>
                </a:lnTo>
                <a:lnTo>
                  <a:pt x="276" y="1368"/>
                </a:lnTo>
                <a:lnTo>
                  <a:pt x="277" y="1367"/>
                </a:lnTo>
                <a:lnTo>
                  <a:pt x="278" y="1366"/>
                </a:lnTo>
                <a:lnTo>
                  <a:pt x="278" y="1365"/>
                </a:lnTo>
                <a:lnTo>
                  <a:pt x="278" y="1364"/>
                </a:lnTo>
                <a:lnTo>
                  <a:pt x="278" y="1363"/>
                </a:lnTo>
                <a:lnTo>
                  <a:pt x="278" y="1362"/>
                </a:lnTo>
                <a:lnTo>
                  <a:pt x="278" y="1361"/>
                </a:lnTo>
                <a:lnTo>
                  <a:pt x="279" y="1361"/>
                </a:lnTo>
                <a:lnTo>
                  <a:pt x="279" y="1360"/>
                </a:lnTo>
                <a:lnTo>
                  <a:pt x="278" y="1359"/>
                </a:lnTo>
                <a:lnTo>
                  <a:pt x="278" y="1358"/>
                </a:lnTo>
                <a:lnTo>
                  <a:pt x="277" y="1358"/>
                </a:lnTo>
                <a:lnTo>
                  <a:pt x="276" y="1357"/>
                </a:lnTo>
                <a:lnTo>
                  <a:pt x="275" y="1357"/>
                </a:lnTo>
                <a:lnTo>
                  <a:pt x="274" y="1358"/>
                </a:lnTo>
                <a:lnTo>
                  <a:pt x="274" y="1359"/>
                </a:lnTo>
                <a:lnTo>
                  <a:pt x="274" y="1360"/>
                </a:lnTo>
                <a:lnTo>
                  <a:pt x="272" y="1361"/>
                </a:lnTo>
                <a:lnTo>
                  <a:pt x="272" y="1362"/>
                </a:lnTo>
                <a:lnTo>
                  <a:pt x="271" y="1362"/>
                </a:lnTo>
                <a:lnTo>
                  <a:pt x="271" y="1361"/>
                </a:lnTo>
                <a:lnTo>
                  <a:pt x="270" y="1361"/>
                </a:lnTo>
                <a:lnTo>
                  <a:pt x="269" y="1361"/>
                </a:lnTo>
                <a:lnTo>
                  <a:pt x="268" y="1361"/>
                </a:lnTo>
                <a:lnTo>
                  <a:pt x="266" y="1361"/>
                </a:lnTo>
                <a:lnTo>
                  <a:pt x="266" y="1362"/>
                </a:lnTo>
                <a:lnTo>
                  <a:pt x="265" y="1362"/>
                </a:lnTo>
                <a:lnTo>
                  <a:pt x="265" y="1363"/>
                </a:lnTo>
                <a:lnTo>
                  <a:pt x="264" y="1364"/>
                </a:lnTo>
                <a:lnTo>
                  <a:pt x="264" y="1365"/>
                </a:lnTo>
                <a:lnTo>
                  <a:pt x="263" y="1364"/>
                </a:lnTo>
                <a:lnTo>
                  <a:pt x="262" y="1364"/>
                </a:lnTo>
                <a:lnTo>
                  <a:pt x="259" y="1364"/>
                </a:lnTo>
                <a:lnTo>
                  <a:pt x="258" y="1364"/>
                </a:lnTo>
                <a:lnTo>
                  <a:pt x="257" y="1364"/>
                </a:lnTo>
                <a:lnTo>
                  <a:pt x="257" y="1365"/>
                </a:lnTo>
                <a:lnTo>
                  <a:pt x="258" y="1366"/>
                </a:lnTo>
                <a:lnTo>
                  <a:pt x="258" y="1367"/>
                </a:lnTo>
                <a:lnTo>
                  <a:pt x="258" y="1368"/>
                </a:lnTo>
                <a:lnTo>
                  <a:pt x="257" y="1367"/>
                </a:lnTo>
                <a:lnTo>
                  <a:pt x="256" y="1367"/>
                </a:lnTo>
                <a:lnTo>
                  <a:pt x="255" y="1367"/>
                </a:lnTo>
                <a:lnTo>
                  <a:pt x="254" y="1367"/>
                </a:lnTo>
                <a:lnTo>
                  <a:pt x="253" y="1367"/>
                </a:lnTo>
                <a:lnTo>
                  <a:pt x="252" y="1366"/>
                </a:lnTo>
                <a:lnTo>
                  <a:pt x="250" y="1366"/>
                </a:lnTo>
                <a:lnTo>
                  <a:pt x="249" y="1366"/>
                </a:lnTo>
                <a:lnTo>
                  <a:pt x="248" y="1366"/>
                </a:lnTo>
                <a:lnTo>
                  <a:pt x="247" y="1366"/>
                </a:lnTo>
                <a:lnTo>
                  <a:pt x="246" y="1366"/>
                </a:lnTo>
                <a:lnTo>
                  <a:pt x="245" y="1366"/>
                </a:lnTo>
                <a:lnTo>
                  <a:pt x="245" y="1367"/>
                </a:lnTo>
                <a:lnTo>
                  <a:pt x="244" y="1367"/>
                </a:lnTo>
                <a:lnTo>
                  <a:pt x="240" y="1367"/>
                </a:lnTo>
                <a:lnTo>
                  <a:pt x="239" y="1367"/>
                </a:lnTo>
                <a:lnTo>
                  <a:pt x="238" y="1366"/>
                </a:lnTo>
                <a:lnTo>
                  <a:pt x="239" y="1365"/>
                </a:lnTo>
                <a:lnTo>
                  <a:pt x="239" y="1364"/>
                </a:lnTo>
                <a:lnTo>
                  <a:pt x="239" y="1361"/>
                </a:lnTo>
                <a:lnTo>
                  <a:pt x="239" y="1360"/>
                </a:lnTo>
                <a:lnTo>
                  <a:pt x="240" y="1359"/>
                </a:lnTo>
                <a:lnTo>
                  <a:pt x="240" y="1358"/>
                </a:lnTo>
                <a:lnTo>
                  <a:pt x="239" y="1357"/>
                </a:lnTo>
                <a:lnTo>
                  <a:pt x="238" y="1356"/>
                </a:lnTo>
                <a:lnTo>
                  <a:pt x="238" y="1355"/>
                </a:lnTo>
                <a:lnTo>
                  <a:pt x="236" y="1352"/>
                </a:lnTo>
                <a:lnTo>
                  <a:pt x="235" y="1351"/>
                </a:lnTo>
                <a:lnTo>
                  <a:pt x="234" y="1350"/>
                </a:lnTo>
                <a:lnTo>
                  <a:pt x="234" y="1348"/>
                </a:lnTo>
                <a:lnTo>
                  <a:pt x="233" y="1347"/>
                </a:lnTo>
                <a:lnTo>
                  <a:pt x="232" y="1347"/>
                </a:lnTo>
                <a:lnTo>
                  <a:pt x="231" y="1347"/>
                </a:lnTo>
                <a:lnTo>
                  <a:pt x="229" y="1347"/>
                </a:lnTo>
                <a:lnTo>
                  <a:pt x="228" y="1347"/>
                </a:lnTo>
                <a:lnTo>
                  <a:pt x="228" y="1348"/>
                </a:lnTo>
                <a:lnTo>
                  <a:pt x="227" y="1348"/>
                </a:lnTo>
                <a:lnTo>
                  <a:pt x="226" y="1348"/>
                </a:lnTo>
                <a:lnTo>
                  <a:pt x="225" y="1348"/>
                </a:lnTo>
                <a:lnTo>
                  <a:pt x="225" y="1347"/>
                </a:lnTo>
                <a:lnTo>
                  <a:pt x="224" y="1347"/>
                </a:lnTo>
                <a:lnTo>
                  <a:pt x="223" y="1346"/>
                </a:lnTo>
                <a:lnTo>
                  <a:pt x="222" y="1346"/>
                </a:lnTo>
                <a:lnTo>
                  <a:pt x="222" y="1345"/>
                </a:lnTo>
                <a:lnTo>
                  <a:pt x="222" y="1344"/>
                </a:lnTo>
                <a:lnTo>
                  <a:pt x="221" y="1344"/>
                </a:lnTo>
                <a:lnTo>
                  <a:pt x="221" y="1343"/>
                </a:lnTo>
                <a:lnTo>
                  <a:pt x="221" y="1342"/>
                </a:lnTo>
                <a:lnTo>
                  <a:pt x="221" y="1341"/>
                </a:lnTo>
                <a:lnTo>
                  <a:pt x="220" y="1340"/>
                </a:lnTo>
                <a:lnTo>
                  <a:pt x="220" y="1339"/>
                </a:lnTo>
                <a:lnTo>
                  <a:pt x="220" y="1338"/>
                </a:lnTo>
                <a:lnTo>
                  <a:pt x="220" y="1337"/>
                </a:lnTo>
                <a:lnTo>
                  <a:pt x="219" y="1337"/>
                </a:lnTo>
                <a:lnTo>
                  <a:pt x="219" y="1336"/>
                </a:lnTo>
                <a:lnTo>
                  <a:pt x="220" y="1335"/>
                </a:lnTo>
                <a:lnTo>
                  <a:pt x="222" y="1335"/>
                </a:lnTo>
                <a:lnTo>
                  <a:pt x="223" y="1334"/>
                </a:lnTo>
                <a:lnTo>
                  <a:pt x="222" y="1334"/>
                </a:lnTo>
                <a:lnTo>
                  <a:pt x="222" y="1333"/>
                </a:lnTo>
                <a:lnTo>
                  <a:pt x="223" y="1333"/>
                </a:lnTo>
                <a:lnTo>
                  <a:pt x="225" y="1333"/>
                </a:lnTo>
                <a:lnTo>
                  <a:pt x="226" y="1333"/>
                </a:lnTo>
                <a:lnTo>
                  <a:pt x="226" y="1332"/>
                </a:lnTo>
                <a:lnTo>
                  <a:pt x="226" y="1331"/>
                </a:lnTo>
                <a:lnTo>
                  <a:pt x="226" y="1329"/>
                </a:lnTo>
                <a:lnTo>
                  <a:pt x="226" y="1328"/>
                </a:lnTo>
                <a:lnTo>
                  <a:pt x="226" y="1327"/>
                </a:lnTo>
                <a:lnTo>
                  <a:pt x="226" y="1326"/>
                </a:lnTo>
                <a:lnTo>
                  <a:pt x="227" y="1326"/>
                </a:lnTo>
                <a:lnTo>
                  <a:pt x="228" y="1326"/>
                </a:lnTo>
                <a:lnTo>
                  <a:pt x="229" y="1326"/>
                </a:lnTo>
                <a:lnTo>
                  <a:pt x="230" y="1326"/>
                </a:lnTo>
                <a:lnTo>
                  <a:pt x="231" y="1326"/>
                </a:lnTo>
                <a:lnTo>
                  <a:pt x="231" y="1324"/>
                </a:lnTo>
                <a:lnTo>
                  <a:pt x="230" y="1324"/>
                </a:lnTo>
                <a:lnTo>
                  <a:pt x="228" y="1322"/>
                </a:lnTo>
                <a:lnTo>
                  <a:pt x="227" y="1320"/>
                </a:lnTo>
                <a:lnTo>
                  <a:pt x="227" y="1319"/>
                </a:lnTo>
                <a:lnTo>
                  <a:pt x="226" y="1319"/>
                </a:lnTo>
                <a:lnTo>
                  <a:pt x="226" y="1318"/>
                </a:lnTo>
                <a:lnTo>
                  <a:pt x="225" y="1318"/>
                </a:lnTo>
                <a:lnTo>
                  <a:pt x="225" y="1317"/>
                </a:lnTo>
                <a:lnTo>
                  <a:pt x="224" y="1316"/>
                </a:lnTo>
                <a:lnTo>
                  <a:pt x="224" y="1315"/>
                </a:lnTo>
                <a:lnTo>
                  <a:pt x="224" y="1314"/>
                </a:lnTo>
                <a:lnTo>
                  <a:pt x="224" y="1313"/>
                </a:lnTo>
                <a:lnTo>
                  <a:pt x="225" y="1313"/>
                </a:lnTo>
                <a:lnTo>
                  <a:pt x="225" y="1312"/>
                </a:lnTo>
                <a:lnTo>
                  <a:pt x="226" y="1311"/>
                </a:lnTo>
                <a:lnTo>
                  <a:pt x="226" y="1310"/>
                </a:lnTo>
                <a:lnTo>
                  <a:pt x="227" y="1310"/>
                </a:lnTo>
                <a:lnTo>
                  <a:pt x="228" y="1309"/>
                </a:lnTo>
                <a:lnTo>
                  <a:pt x="228" y="1308"/>
                </a:lnTo>
                <a:lnTo>
                  <a:pt x="228" y="1307"/>
                </a:lnTo>
                <a:lnTo>
                  <a:pt x="228" y="1306"/>
                </a:lnTo>
                <a:lnTo>
                  <a:pt x="227" y="1305"/>
                </a:lnTo>
                <a:lnTo>
                  <a:pt x="226" y="1304"/>
                </a:lnTo>
                <a:lnTo>
                  <a:pt x="226" y="1303"/>
                </a:lnTo>
                <a:lnTo>
                  <a:pt x="226" y="1302"/>
                </a:lnTo>
                <a:lnTo>
                  <a:pt x="226" y="1301"/>
                </a:lnTo>
                <a:lnTo>
                  <a:pt x="225" y="1301"/>
                </a:lnTo>
                <a:lnTo>
                  <a:pt x="225" y="1300"/>
                </a:lnTo>
                <a:lnTo>
                  <a:pt x="225" y="1299"/>
                </a:lnTo>
                <a:lnTo>
                  <a:pt x="224" y="1298"/>
                </a:lnTo>
                <a:lnTo>
                  <a:pt x="223" y="1298"/>
                </a:lnTo>
                <a:lnTo>
                  <a:pt x="223" y="1297"/>
                </a:lnTo>
                <a:lnTo>
                  <a:pt x="222" y="1297"/>
                </a:lnTo>
                <a:lnTo>
                  <a:pt x="222" y="1296"/>
                </a:lnTo>
                <a:lnTo>
                  <a:pt x="221" y="1295"/>
                </a:lnTo>
                <a:lnTo>
                  <a:pt x="221" y="1294"/>
                </a:lnTo>
                <a:lnTo>
                  <a:pt x="221" y="1293"/>
                </a:lnTo>
                <a:lnTo>
                  <a:pt x="220" y="1292"/>
                </a:lnTo>
                <a:lnTo>
                  <a:pt x="219" y="1291"/>
                </a:lnTo>
                <a:lnTo>
                  <a:pt x="219" y="1290"/>
                </a:lnTo>
                <a:lnTo>
                  <a:pt x="219" y="1289"/>
                </a:lnTo>
                <a:lnTo>
                  <a:pt x="220" y="1288"/>
                </a:lnTo>
                <a:lnTo>
                  <a:pt x="219" y="1288"/>
                </a:lnTo>
                <a:lnTo>
                  <a:pt x="217" y="1285"/>
                </a:lnTo>
                <a:lnTo>
                  <a:pt x="216" y="1285"/>
                </a:lnTo>
                <a:lnTo>
                  <a:pt x="216" y="1284"/>
                </a:lnTo>
                <a:lnTo>
                  <a:pt x="215" y="1284"/>
                </a:lnTo>
                <a:lnTo>
                  <a:pt x="214" y="1283"/>
                </a:lnTo>
                <a:lnTo>
                  <a:pt x="214" y="1282"/>
                </a:lnTo>
                <a:lnTo>
                  <a:pt x="212" y="1281"/>
                </a:lnTo>
                <a:lnTo>
                  <a:pt x="211" y="1280"/>
                </a:lnTo>
                <a:lnTo>
                  <a:pt x="209" y="1279"/>
                </a:lnTo>
                <a:lnTo>
                  <a:pt x="208" y="1278"/>
                </a:lnTo>
                <a:lnTo>
                  <a:pt x="207" y="1277"/>
                </a:lnTo>
                <a:lnTo>
                  <a:pt x="206" y="1277"/>
                </a:lnTo>
                <a:lnTo>
                  <a:pt x="206" y="1276"/>
                </a:lnTo>
                <a:lnTo>
                  <a:pt x="205" y="1276"/>
                </a:lnTo>
                <a:lnTo>
                  <a:pt x="205" y="1275"/>
                </a:lnTo>
                <a:lnTo>
                  <a:pt x="204" y="1275"/>
                </a:lnTo>
                <a:lnTo>
                  <a:pt x="203" y="1275"/>
                </a:lnTo>
                <a:lnTo>
                  <a:pt x="203" y="1274"/>
                </a:lnTo>
                <a:lnTo>
                  <a:pt x="202" y="1273"/>
                </a:lnTo>
                <a:lnTo>
                  <a:pt x="201" y="1273"/>
                </a:lnTo>
                <a:lnTo>
                  <a:pt x="200" y="1273"/>
                </a:lnTo>
                <a:lnTo>
                  <a:pt x="199" y="1273"/>
                </a:lnTo>
                <a:lnTo>
                  <a:pt x="198" y="1273"/>
                </a:lnTo>
                <a:lnTo>
                  <a:pt x="197" y="1272"/>
                </a:lnTo>
                <a:lnTo>
                  <a:pt x="196" y="1271"/>
                </a:lnTo>
                <a:lnTo>
                  <a:pt x="195" y="1271"/>
                </a:lnTo>
                <a:lnTo>
                  <a:pt x="194" y="1271"/>
                </a:lnTo>
                <a:lnTo>
                  <a:pt x="193" y="1271"/>
                </a:lnTo>
                <a:lnTo>
                  <a:pt x="192" y="1271"/>
                </a:lnTo>
                <a:lnTo>
                  <a:pt x="191" y="1271"/>
                </a:lnTo>
                <a:lnTo>
                  <a:pt x="190" y="1271"/>
                </a:lnTo>
                <a:lnTo>
                  <a:pt x="189" y="1271"/>
                </a:lnTo>
                <a:lnTo>
                  <a:pt x="188" y="1271"/>
                </a:lnTo>
                <a:lnTo>
                  <a:pt x="188" y="1272"/>
                </a:lnTo>
                <a:lnTo>
                  <a:pt x="187" y="1272"/>
                </a:lnTo>
                <a:lnTo>
                  <a:pt x="187" y="1271"/>
                </a:lnTo>
                <a:lnTo>
                  <a:pt x="186" y="1271"/>
                </a:lnTo>
                <a:lnTo>
                  <a:pt x="184" y="1271"/>
                </a:lnTo>
                <a:lnTo>
                  <a:pt x="183" y="1270"/>
                </a:lnTo>
                <a:lnTo>
                  <a:pt x="183" y="1271"/>
                </a:lnTo>
                <a:lnTo>
                  <a:pt x="183" y="1272"/>
                </a:lnTo>
                <a:lnTo>
                  <a:pt x="183" y="1273"/>
                </a:lnTo>
                <a:lnTo>
                  <a:pt x="183" y="1274"/>
                </a:lnTo>
                <a:lnTo>
                  <a:pt x="183" y="1275"/>
                </a:lnTo>
                <a:lnTo>
                  <a:pt x="182" y="1275"/>
                </a:lnTo>
                <a:lnTo>
                  <a:pt x="181" y="1275"/>
                </a:lnTo>
                <a:lnTo>
                  <a:pt x="180" y="1274"/>
                </a:lnTo>
                <a:lnTo>
                  <a:pt x="180" y="1273"/>
                </a:lnTo>
                <a:lnTo>
                  <a:pt x="179" y="1273"/>
                </a:lnTo>
                <a:lnTo>
                  <a:pt x="179" y="1274"/>
                </a:lnTo>
                <a:lnTo>
                  <a:pt x="177" y="1275"/>
                </a:lnTo>
                <a:lnTo>
                  <a:pt x="177" y="1276"/>
                </a:lnTo>
                <a:lnTo>
                  <a:pt x="176" y="1276"/>
                </a:lnTo>
                <a:lnTo>
                  <a:pt x="176" y="1275"/>
                </a:lnTo>
                <a:lnTo>
                  <a:pt x="175" y="1275"/>
                </a:lnTo>
                <a:lnTo>
                  <a:pt x="175" y="1274"/>
                </a:lnTo>
                <a:lnTo>
                  <a:pt x="175" y="1273"/>
                </a:lnTo>
                <a:lnTo>
                  <a:pt x="174" y="1272"/>
                </a:lnTo>
                <a:lnTo>
                  <a:pt x="174" y="1271"/>
                </a:lnTo>
                <a:lnTo>
                  <a:pt x="173" y="1270"/>
                </a:lnTo>
                <a:lnTo>
                  <a:pt x="173" y="1269"/>
                </a:lnTo>
                <a:lnTo>
                  <a:pt x="173" y="1267"/>
                </a:lnTo>
                <a:lnTo>
                  <a:pt x="173" y="1266"/>
                </a:lnTo>
                <a:lnTo>
                  <a:pt x="174" y="1265"/>
                </a:lnTo>
                <a:lnTo>
                  <a:pt x="174" y="1264"/>
                </a:lnTo>
                <a:lnTo>
                  <a:pt x="174" y="1263"/>
                </a:lnTo>
                <a:lnTo>
                  <a:pt x="174" y="1262"/>
                </a:lnTo>
                <a:lnTo>
                  <a:pt x="174" y="1261"/>
                </a:lnTo>
                <a:lnTo>
                  <a:pt x="173" y="1260"/>
                </a:lnTo>
                <a:lnTo>
                  <a:pt x="173" y="1259"/>
                </a:lnTo>
                <a:lnTo>
                  <a:pt x="172" y="1258"/>
                </a:lnTo>
                <a:lnTo>
                  <a:pt x="171" y="1257"/>
                </a:lnTo>
                <a:lnTo>
                  <a:pt x="170" y="1257"/>
                </a:lnTo>
                <a:lnTo>
                  <a:pt x="170" y="1255"/>
                </a:lnTo>
                <a:lnTo>
                  <a:pt x="171" y="1254"/>
                </a:lnTo>
                <a:lnTo>
                  <a:pt x="172" y="1254"/>
                </a:lnTo>
                <a:lnTo>
                  <a:pt x="172" y="1253"/>
                </a:lnTo>
                <a:lnTo>
                  <a:pt x="172" y="1252"/>
                </a:lnTo>
                <a:lnTo>
                  <a:pt x="171" y="1252"/>
                </a:lnTo>
                <a:lnTo>
                  <a:pt x="169" y="1252"/>
                </a:lnTo>
                <a:lnTo>
                  <a:pt x="167" y="1251"/>
                </a:lnTo>
                <a:lnTo>
                  <a:pt x="166" y="1251"/>
                </a:lnTo>
                <a:lnTo>
                  <a:pt x="165" y="1251"/>
                </a:lnTo>
                <a:lnTo>
                  <a:pt x="164" y="1250"/>
                </a:lnTo>
                <a:lnTo>
                  <a:pt x="163" y="1250"/>
                </a:lnTo>
                <a:lnTo>
                  <a:pt x="162" y="1250"/>
                </a:lnTo>
                <a:lnTo>
                  <a:pt x="161" y="1250"/>
                </a:lnTo>
                <a:lnTo>
                  <a:pt x="159" y="1250"/>
                </a:lnTo>
                <a:lnTo>
                  <a:pt x="158" y="1251"/>
                </a:lnTo>
                <a:lnTo>
                  <a:pt x="157" y="1251"/>
                </a:lnTo>
                <a:lnTo>
                  <a:pt x="156" y="1251"/>
                </a:lnTo>
                <a:lnTo>
                  <a:pt x="156" y="1250"/>
                </a:lnTo>
                <a:lnTo>
                  <a:pt x="155" y="1250"/>
                </a:lnTo>
                <a:lnTo>
                  <a:pt x="154" y="1250"/>
                </a:lnTo>
                <a:lnTo>
                  <a:pt x="152" y="1249"/>
                </a:lnTo>
                <a:lnTo>
                  <a:pt x="151" y="1249"/>
                </a:lnTo>
                <a:lnTo>
                  <a:pt x="150" y="1248"/>
                </a:lnTo>
                <a:lnTo>
                  <a:pt x="150" y="1247"/>
                </a:lnTo>
                <a:lnTo>
                  <a:pt x="150" y="1246"/>
                </a:lnTo>
                <a:lnTo>
                  <a:pt x="150" y="1245"/>
                </a:lnTo>
                <a:lnTo>
                  <a:pt x="149" y="1245"/>
                </a:lnTo>
                <a:lnTo>
                  <a:pt x="148" y="1244"/>
                </a:lnTo>
                <a:lnTo>
                  <a:pt x="147" y="1245"/>
                </a:lnTo>
                <a:lnTo>
                  <a:pt x="147" y="1246"/>
                </a:lnTo>
                <a:lnTo>
                  <a:pt x="146" y="1246"/>
                </a:lnTo>
                <a:lnTo>
                  <a:pt x="145" y="1246"/>
                </a:lnTo>
                <a:lnTo>
                  <a:pt x="144" y="1246"/>
                </a:lnTo>
                <a:lnTo>
                  <a:pt x="143" y="1246"/>
                </a:lnTo>
                <a:lnTo>
                  <a:pt x="142" y="1246"/>
                </a:lnTo>
                <a:lnTo>
                  <a:pt x="142" y="1247"/>
                </a:lnTo>
                <a:lnTo>
                  <a:pt x="140" y="1247"/>
                </a:lnTo>
                <a:lnTo>
                  <a:pt x="140" y="1246"/>
                </a:lnTo>
                <a:lnTo>
                  <a:pt x="139" y="1246"/>
                </a:lnTo>
                <a:lnTo>
                  <a:pt x="138" y="1246"/>
                </a:lnTo>
                <a:lnTo>
                  <a:pt x="137" y="1246"/>
                </a:lnTo>
                <a:lnTo>
                  <a:pt x="136" y="1247"/>
                </a:lnTo>
                <a:lnTo>
                  <a:pt x="135" y="1248"/>
                </a:lnTo>
                <a:lnTo>
                  <a:pt x="134" y="1248"/>
                </a:lnTo>
                <a:lnTo>
                  <a:pt x="133" y="1247"/>
                </a:lnTo>
                <a:lnTo>
                  <a:pt x="132" y="1248"/>
                </a:lnTo>
                <a:lnTo>
                  <a:pt x="131" y="1248"/>
                </a:lnTo>
                <a:lnTo>
                  <a:pt x="130" y="1248"/>
                </a:lnTo>
                <a:lnTo>
                  <a:pt x="130" y="1249"/>
                </a:lnTo>
                <a:lnTo>
                  <a:pt x="129" y="1249"/>
                </a:lnTo>
                <a:lnTo>
                  <a:pt x="128" y="1250"/>
                </a:lnTo>
                <a:lnTo>
                  <a:pt x="128" y="1251"/>
                </a:lnTo>
                <a:lnTo>
                  <a:pt x="129" y="1252"/>
                </a:lnTo>
                <a:lnTo>
                  <a:pt x="129" y="1253"/>
                </a:lnTo>
                <a:lnTo>
                  <a:pt x="128" y="1253"/>
                </a:lnTo>
                <a:lnTo>
                  <a:pt x="128" y="1254"/>
                </a:lnTo>
                <a:lnTo>
                  <a:pt x="127" y="1254"/>
                </a:lnTo>
                <a:lnTo>
                  <a:pt x="126" y="1254"/>
                </a:lnTo>
                <a:lnTo>
                  <a:pt x="125" y="1253"/>
                </a:lnTo>
                <a:lnTo>
                  <a:pt x="125" y="1252"/>
                </a:lnTo>
                <a:lnTo>
                  <a:pt x="124" y="1251"/>
                </a:lnTo>
                <a:lnTo>
                  <a:pt x="124" y="1250"/>
                </a:lnTo>
                <a:lnTo>
                  <a:pt x="123" y="1249"/>
                </a:lnTo>
                <a:lnTo>
                  <a:pt x="123" y="1248"/>
                </a:lnTo>
                <a:lnTo>
                  <a:pt x="122" y="1247"/>
                </a:lnTo>
                <a:lnTo>
                  <a:pt x="122" y="1246"/>
                </a:lnTo>
                <a:lnTo>
                  <a:pt x="122" y="1245"/>
                </a:lnTo>
                <a:lnTo>
                  <a:pt x="121" y="1244"/>
                </a:lnTo>
                <a:lnTo>
                  <a:pt x="121" y="1243"/>
                </a:lnTo>
                <a:lnTo>
                  <a:pt x="121" y="1242"/>
                </a:lnTo>
                <a:lnTo>
                  <a:pt x="117" y="1242"/>
                </a:lnTo>
                <a:lnTo>
                  <a:pt x="116" y="1242"/>
                </a:lnTo>
                <a:lnTo>
                  <a:pt x="116" y="1244"/>
                </a:lnTo>
                <a:lnTo>
                  <a:pt x="115" y="1244"/>
                </a:lnTo>
                <a:lnTo>
                  <a:pt x="114" y="1245"/>
                </a:lnTo>
                <a:lnTo>
                  <a:pt x="113" y="1245"/>
                </a:lnTo>
                <a:lnTo>
                  <a:pt x="112" y="1245"/>
                </a:lnTo>
                <a:lnTo>
                  <a:pt x="111" y="1244"/>
                </a:lnTo>
                <a:lnTo>
                  <a:pt x="110" y="1244"/>
                </a:lnTo>
                <a:lnTo>
                  <a:pt x="110" y="1243"/>
                </a:lnTo>
                <a:lnTo>
                  <a:pt x="110" y="1242"/>
                </a:lnTo>
                <a:lnTo>
                  <a:pt x="110" y="1241"/>
                </a:lnTo>
                <a:lnTo>
                  <a:pt x="109" y="1240"/>
                </a:lnTo>
                <a:lnTo>
                  <a:pt x="109" y="1239"/>
                </a:lnTo>
                <a:lnTo>
                  <a:pt x="109" y="1238"/>
                </a:lnTo>
                <a:lnTo>
                  <a:pt x="108" y="1238"/>
                </a:lnTo>
                <a:lnTo>
                  <a:pt x="107" y="1238"/>
                </a:lnTo>
                <a:lnTo>
                  <a:pt x="106" y="1239"/>
                </a:lnTo>
                <a:lnTo>
                  <a:pt x="105" y="1239"/>
                </a:lnTo>
                <a:lnTo>
                  <a:pt x="104" y="1240"/>
                </a:lnTo>
                <a:lnTo>
                  <a:pt x="103" y="1240"/>
                </a:lnTo>
                <a:lnTo>
                  <a:pt x="102" y="1240"/>
                </a:lnTo>
                <a:lnTo>
                  <a:pt x="101" y="1241"/>
                </a:lnTo>
                <a:lnTo>
                  <a:pt x="101" y="1242"/>
                </a:lnTo>
                <a:lnTo>
                  <a:pt x="100" y="1243"/>
                </a:lnTo>
                <a:lnTo>
                  <a:pt x="99" y="1243"/>
                </a:lnTo>
                <a:lnTo>
                  <a:pt x="98" y="1243"/>
                </a:lnTo>
                <a:lnTo>
                  <a:pt x="97" y="1244"/>
                </a:lnTo>
                <a:lnTo>
                  <a:pt x="96" y="1244"/>
                </a:lnTo>
                <a:lnTo>
                  <a:pt x="96" y="1243"/>
                </a:lnTo>
                <a:lnTo>
                  <a:pt x="94" y="1242"/>
                </a:lnTo>
                <a:lnTo>
                  <a:pt x="94" y="1241"/>
                </a:lnTo>
                <a:lnTo>
                  <a:pt x="93" y="1240"/>
                </a:lnTo>
                <a:lnTo>
                  <a:pt x="93" y="1239"/>
                </a:lnTo>
                <a:lnTo>
                  <a:pt x="92" y="1239"/>
                </a:lnTo>
                <a:lnTo>
                  <a:pt x="91" y="1239"/>
                </a:lnTo>
                <a:lnTo>
                  <a:pt x="91" y="1240"/>
                </a:lnTo>
                <a:lnTo>
                  <a:pt x="90" y="1240"/>
                </a:lnTo>
                <a:lnTo>
                  <a:pt x="90" y="1241"/>
                </a:lnTo>
                <a:lnTo>
                  <a:pt x="90" y="1240"/>
                </a:lnTo>
                <a:lnTo>
                  <a:pt x="90" y="1239"/>
                </a:lnTo>
                <a:lnTo>
                  <a:pt x="89" y="1239"/>
                </a:lnTo>
                <a:lnTo>
                  <a:pt x="89" y="1236"/>
                </a:lnTo>
                <a:lnTo>
                  <a:pt x="89" y="1235"/>
                </a:lnTo>
                <a:lnTo>
                  <a:pt x="88" y="1234"/>
                </a:lnTo>
                <a:lnTo>
                  <a:pt x="87" y="1234"/>
                </a:lnTo>
                <a:lnTo>
                  <a:pt x="86" y="1234"/>
                </a:lnTo>
                <a:lnTo>
                  <a:pt x="86" y="1233"/>
                </a:lnTo>
                <a:lnTo>
                  <a:pt x="86" y="1232"/>
                </a:lnTo>
                <a:lnTo>
                  <a:pt x="87" y="1232"/>
                </a:lnTo>
                <a:lnTo>
                  <a:pt x="88" y="1231"/>
                </a:lnTo>
                <a:lnTo>
                  <a:pt x="89" y="1231"/>
                </a:lnTo>
                <a:lnTo>
                  <a:pt x="89" y="1230"/>
                </a:lnTo>
                <a:lnTo>
                  <a:pt x="89" y="1229"/>
                </a:lnTo>
                <a:lnTo>
                  <a:pt x="89" y="1228"/>
                </a:lnTo>
                <a:lnTo>
                  <a:pt x="88" y="1228"/>
                </a:lnTo>
                <a:lnTo>
                  <a:pt x="88" y="1227"/>
                </a:lnTo>
                <a:lnTo>
                  <a:pt x="88" y="1226"/>
                </a:lnTo>
                <a:lnTo>
                  <a:pt x="89" y="1226"/>
                </a:lnTo>
                <a:lnTo>
                  <a:pt x="90" y="1225"/>
                </a:lnTo>
                <a:lnTo>
                  <a:pt x="90" y="1224"/>
                </a:lnTo>
                <a:lnTo>
                  <a:pt x="90" y="1223"/>
                </a:lnTo>
                <a:lnTo>
                  <a:pt x="91" y="1223"/>
                </a:lnTo>
                <a:lnTo>
                  <a:pt x="91" y="1222"/>
                </a:lnTo>
                <a:lnTo>
                  <a:pt x="92" y="1222"/>
                </a:lnTo>
                <a:lnTo>
                  <a:pt x="93" y="1222"/>
                </a:lnTo>
                <a:lnTo>
                  <a:pt x="94" y="1222"/>
                </a:lnTo>
                <a:lnTo>
                  <a:pt x="95" y="1222"/>
                </a:lnTo>
                <a:lnTo>
                  <a:pt x="96" y="1223"/>
                </a:lnTo>
                <a:lnTo>
                  <a:pt x="97" y="1223"/>
                </a:lnTo>
                <a:lnTo>
                  <a:pt x="98" y="1223"/>
                </a:lnTo>
                <a:lnTo>
                  <a:pt x="99" y="1222"/>
                </a:lnTo>
                <a:lnTo>
                  <a:pt x="99" y="1221"/>
                </a:lnTo>
                <a:lnTo>
                  <a:pt x="100" y="1221"/>
                </a:lnTo>
                <a:lnTo>
                  <a:pt x="101" y="1221"/>
                </a:lnTo>
                <a:lnTo>
                  <a:pt x="101" y="1220"/>
                </a:lnTo>
                <a:lnTo>
                  <a:pt x="102" y="1220"/>
                </a:lnTo>
                <a:lnTo>
                  <a:pt x="103" y="1221"/>
                </a:lnTo>
                <a:lnTo>
                  <a:pt x="103" y="1222"/>
                </a:lnTo>
                <a:lnTo>
                  <a:pt x="104" y="1223"/>
                </a:lnTo>
                <a:lnTo>
                  <a:pt x="105" y="1223"/>
                </a:lnTo>
                <a:lnTo>
                  <a:pt x="106" y="1222"/>
                </a:lnTo>
                <a:lnTo>
                  <a:pt x="106" y="1221"/>
                </a:lnTo>
                <a:lnTo>
                  <a:pt x="107" y="1220"/>
                </a:lnTo>
                <a:lnTo>
                  <a:pt x="108" y="1219"/>
                </a:lnTo>
                <a:lnTo>
                  <a:pt x="109" y="1219"/>
                </a:lnTo>
                <a:lnTo>
                  <a:pt x="110" y="1218"/>
                </a:lnTo>
                <a:lnTo>
                  <a:pt x="111" y="1218"/>
                </a:lnTo>
                <a:lnTo>
                  <a:pt x="112" y="1218"/>
                </a:lnTo>
                <a:lnTo>
                  <a:pt x="113" y="1219"/>
                </a:lnTo>
                <a:lnTo>
                  <a:pt x="114" y="1220"/>
                </a:lnTo>
                <a:lnTo>
                  <a:pt x="115" y="1220"/>
                </a:lnTo>
                <a:lnTo>
                  <a:pt x="115" y="1221"/>
                </a:lnTo>
                <a:lnTo>
                  <a:pt x="116" y="1221"/>
                </a:lnTo>
                <a:lnTo>
                  <a:pt x="116" y="1222"/>
                </a:lnTo>
                <a:lnTo>
                  <a:pt x="117" y="1222"/>
                </a:lnTo>
                <a:lnTo>
                  <a:pt x="117" y="1223"/>
                </a:lnTo>
                <a:lnTo>
                  <a:pt x="117" y="1224"/>
                </a:lnTo>
                <a:lnTo>
                  <a:pt x="118" y="1224"/>
                </a:lnTo>
                <a:lnTo>
                  <a:pt x="118" y="1225"/>
                </a:lnTo>
                <a:lnTo>
                  <a:pt x="119" y="1225"/>
                </a:lnTo>
                <a:lnTo>
                  <a:pt x="121" y="1225"/>
                </a:lnTo>
                <a:lnTo>
                  <a:pt x="122" y="1225"/>
                </a:lnTo>
                <a:lnTo>
                  <a:pt x="123" y="1224"/>
                </a:lnTo>
                <a:lnTo>
                  <a:pt x="124" y="1224"/>
                </a:lnTo>
                <a:lnTo>
                  <a:pt x="125" y="1224"/>
                </a:lnTo>
                <a:lnTo>
                  <a:pt x="125" y="1223"/>
                </a:lnTo>
                <a:lnTo>
                  <a:pt x="126" y="1223"/>
                </a:lnTo>
                <a:lnTo>
                  <a:pt x="127" y="1223"/>
                </a:lnTo>
                <a:lnTo>
                  <a:pt x="127" y="1222"/>
                </a:lnTo>
                <a:lnTo>
                  <a:pt x="128" y="1221"/>
                </a:lnTo>
                <a:lnTo>
                  <a:pt x="128" y="1220"/>
                </a:lnTo>
                <a:lnTo>
                  <a:pt x="128" y="1219"/>
                </a:lnTo>
                <a:lnTo>
                  <a:pt x="129" y="1218"/>
                </a:lnTo>
                <a:lnTo>
                  <a:pt x="130" y="1218"/>
                </a:lnTo>
                <a:lnTo>
                  <a:pt x="131" y="1218"/>
                </a:lnTo>
                <a:lnTo>
                  <a:pt x="133" y="1218"/>
                </a:lnTo>
                <a:lnTo>
                  <a:pt x="134" y="1218"/>
                </a:lnTo>
                <a:lnTo>
                  <a:pt x="135" y="1218"/>
                </a:lnTo>
                <a:lnTo>
                  <a:pt x="136" y="1217"/>
                </a:lnTo>
                <a:lnTo>
                  <a:pt x="137" y="1217"/>
                </a:lnTo>
                <a:lnTo>
                  <a:pt x="138" y="1217"/>
                </a:lnTo>
                <a:lnTo>
                  <a:pt x="139" y="1216"/>
                </a:lnTo>
                <a:lnTo>
                  <a:pt x="141" y="1215"/>
                </a:lnTo>
                <a:lnTo>
                  <a:pt x="142" y="1215"/>
                </a:lnTo>
                <a:lnTo>
                  <a:pt x="143" y="1215"/>
                </a:lnTo>
                <a:lnTo>
                  <a:pt x="144" y="1215"/>
                </a:lnTo>
                <a:lnTo>
                  <a:pt x="145" y="1215"/>
                </a:lnTo>
                <a:lnTo>
                  <a:pt x="146" y="1215"/>
                </a:lnTo>
                <a:lnTo>
                  <a:pt x="146" y="1214"/>
                </a:lnTo>
                <a:lnTo>
                  <a:pt x="146" y="1213"/>
                </a:lnTo>
                <a:lnTo>
                  <a:pt x="147" y="1211"/>
                </a:lnTo>
                <a:lnTo>
                  <a:pt x="148" y="1211"/>
                </a:lnTo>
                <a:lnTo>
                  <a:pt x="148" y="1210"/>
                </a:lnTo>
                <a:lnTo>
                  <a:pt x="147" y="1209"/>
                </a:lnTo>
                <a:lnTo>
                  <a:pt x="147" y="1208"/>
                </a:lnTo>
                <a:lnTo>
                  <a:pt x="147" y="1207"/>
                </a:lnTo>
                <a:lnTo>
                  <a:pt x="149" y="1206"/>
                </a:lnTo>
                <a:lnTo>
                  <a:pt x="149" y="1205"/>
                </a:lnTo>
                <a:lnTo>
                  <a:pt x="149" y="1204"/>
                </a:lnTo>
                <a:lnTo>
                  <a:pt x="147" y="1201"/>
                </a:lnTo>
                <a:lnTo>
                  <a:pt x="146" y="1200"/>
                </a:lnTo>
                <a:lnTo>
                  <a:pt x="145" y="1199"/>
                </a:lnTo>
                <a:lnTo>
                  <a:pt x="144" y="1198"/>
                </a:lnTo>
                <a:lnTo>
                  <a:pt x="143" y="1197"/>
                </a:lnTo>
                <a:lnTo>
                  <a:pt x="143" y="1196"/>
                </a:lnTo>
                <a:lnTo>
                  <a:pt x="142" y="1196"/>
                </a:lnTo>
                <a:lnTo>
                  <a:pt x="142" y="1195"/>
                </a:lnTo>
                <a:lnTo>
                  <a:pt x="141" y="1195"/>
                </a:lnTo>
                <a:lnTo>
                  <a:pt x="140" y="1195"/>
                </a:lnTo>
                <a:lnTo>
                  <a:pt x="138" y="1196"/>
                </a:lnTo>
                <a:lnTo>
                  <a:pt x="136" y="1195"/>
                </a:lnTo>
                <a:lnTo>
                  <a:pt x="135" y="1195"/>
                </a:lnTo>
                <a:lnTo>
                  <a:pt x="135" y="1194"/>
                </a:lnTo>
                <a:lnTo>
                  <a:pt x="135" y="1193"/>
                </a:lnTo>
                <a:lnTo>
                  <a:pt x="134" y="1192"/>
                </a:lnTo>
                <a:lnTo>
                  <a:pt x="131" y="1191"/>
                </a:lnTo>
                <a:lnTo>
                  <a:pt x="130" y="1190"/>
                </a:lnTo>
                <a:lnTo>
                  <a:pt x="129" y="1190"/>
                </a:lnTo>
                <a:lnTo>
                  <a:pt x="129" y="1189"/>
                </a:lnTo>
                <a:lnTo>
                  <a:pt x="128" y="1187"/>
                </a:lnTo>
                <a:lnTo>
                  <a:pt x="128" y="1186"/>
                </a:lnTo>
                <a:lnTo>
                  <a:pt x="128" y="1185"/>
                </a:lnTo>
                <a:lnTo>
                  <a:pt x="128" y="1184"/>
                </a:lnTo>
                <a:lnTo>
                  <a:pt x="127" y="1183"/>
                </a:lnTo>
                <a:lnTo>
                  <a:pt x="127" y="1182"/>
                </a:lnTo>
                <a:lnTo>
                  <a:pt x="126" y="1180"/>
                </a:lnTo>
                <a:lnTo>
                  <a:pt x="125" y="1180"/>
                </a:lnTo>
                <a:lnTo>
                  <a:pt x="125" y="1179"/>
                </a:lnTo>
                <a:lnTo>
                  <a:pt x="126" y="1179"/>
                </a:lnTo>
                <a:lnTo>
                  <a:pt x="126" y="1178"/>
                </a:lnTo>
                <a:lnTo>
                  <a:pt x="127" y="1178"/>
                </a:lnTo>
                <a:lnTo>
                  <a:pt x="128" y="1177"/>
                </a:lnTo>
                <a:lnTo>
                  <a:pt x="128" y="1176"/>
                </a:lnTo>
                <a:lnTo>
                  <a:pt x="128" y="1175"/>
                </a:lnTo>
                <a:lnTo>
                  <a:pt x="128" y="1174"/>
                </a:lnTo>
                <a:lnTo>
                  <a:pt x="129" y="1174"/>
                </a:lnTo>
                <a:lnTo>
                  <a:pt x="130" y="1174"/>
                </a:lnTo>
                <a:lnTo>
                  <a:pt x="130" y="1173"/>
                </a:lnTo>
                <a:lnTo>
                  <a:pt x="131" y="1172"/>
                </a:lnTo>
                <a:lnTo>
                  <a:pt x="132" y="1171"/>
                </a:lnTo>
                <a:lnTo>
                  <a:pt x="133" y="1170"/>
                </a:lnTo>
                <a:lnTo>
                  <a:pt x="134" y="1170"/>
                </a:lnTo>
                <a:lnTo>
                  <a:pt x="134" y="1169"/>
                </a:lnTo>
                <a:lnTo>
                  <a:pt x="135" y="1169"/>
                </a:lnTo>
                <a:lnTo>
                  <a:pt x="135" y="1168"/>
                </a:lnTo>
                <a:lnTo>
                  <a:pt x="136" y="1168"/>
                </a:lnTo>
                <a:lnTo>
                  <a:pt x="136" y="1167"/>
                </a:lnTo>
                <a:lnTo>
                  <a:pt x="135" y="1166"/>
                </a:lnTo>
                <a:lnTo>
                  <a:pt x="134" y="1166"/>
                </a:lnTo>
                <a:lnTo>
                  <a:pt x="134" y="1165"/>
                </a:lnTo>
                <a:lnTo>
                  <a:pt x="133" y="1165"/>
                </a:lnTo>
                <a:lnTo>
                  <a:pt x="132" y="1164"/>
                </a:lnTo>
                <a:lnTo>
                  <a:pt x="130" y="1163"/>
                </a:lnTo>
                <a:lnTo>
                  <a:pt x="128" y="1162"/>
                </a:lnTo>
                <a:lnTo>
                  <a:pt x="128" y="1161"/>
                </a:lnTo>
                <a:lnTo>
                  <a:pt x="128" y="1160"/>
                </a:lnTo>
                <a:lnTo>
                  <a:pt x="128" y="1159"/>
                </a:lnTo>
                <a:lnTo>
                  <a:pt x="129" y="1157"/>
                </a:lnTo>
                <a:lnTo>
                  <a:pt x="129" y="1156"/>
                </a:lnTo>
                <a:lnTo>
                  <a:pt x="128" y="1155"/>
                </a:lnTo>
                <a:lnTo>
                  <a:pt x="128" y="1154"/>
                </a:lnTo>
                <a:lnTo>
                  <a:pt x="128" y="1152"/>
                </a:lnTo>
                <a:lnTo>
                  <a:pt x="128" y="1151"/>
                </a:lnTo>
                <a:lnTo>
                  <a:pt x="127" y="1150"/>
                </a:lnTo>
                <a:lnTo>
                  <a:pt x="127" y="1149"/>
                </a:lnTo>
                <a:lnTo>
                  <a:pt x="127" y="1148"/>
                </a:lnTo>
                <a:lnTo>
                  <a:pt x="128" y="1147"/>
                </a:lnTo>
                <a:lnTo>
                  <a:pt x="128" y="1145"/>
                </a:lnTo>
                <a:lnTo>
                  <a:pt x="128" y="1144"/>
                </a:lnTo>
                <a:lnTo>
                  <a:pt x="128" y="1143"/>
                </a:lnTo>
                <a:lnTo>
                  <a:pt x="128" y="1142"/>
                </a:lnTo>
                <a:lnTo>
                  <a:pt x="127" y="1142"/>
                </a:lnTo>
                <a:lnTo>
                  <a:pt x="126" y="1142"/>
                </a:lnTo>
                <a:lnTo>
                  <a:pt x="125" y="1142"/>
                </a:lnTo>
                <a:lnTo>
                  <a:pt x="124" y="1142"/>
                </a:lnTo>
                <a:lnTo>
                  <a:pt x="123" y="1141"/>
                </a:lnTo>
                <a:lnTo>
                  <a:pt x="122" y="1139"/>
                </a:lnTo>
                <a:lnTo>
                  <a:pt x="122" y="1138"/>
                </a:lnTo>
                <a:lnTo>
                  <a:pt x="121" y="1137"/>
                </a:lnTo>
                <a:lnTo>
                  <a:pt x="120" y="1137"/>
                </a:lnTo>
                <a:lnTo>
                  <a:pt x="119" y="1135"/>
                </a:lnTo>
                <a:lnTo>
                  <a:pt x="119" y="1134"/>
                </a:lnTo>
                <a:lnTo>
                  <a:pt x="118" y="1133"/>
                </a:lnTo>
                <a:lnTo>
                  <a:pt x="118" y="1132"/>
                </a:lnTo>
                <a:lnTo>
                  <a:pt x="118" y="1131"/>
                </a:lnTo>
                <a:lnTo>
                  <a:pt x="118" y="1130"/>
                </a:lnTo>
                <a:lnTo>
                  <a:pt x="118" y="1129"/>
                </a:lnTo>
                <a:lnTo>
                  <a:pt x="118" y="1127"/>
                </a:lnTo>
                <a:lnTo>
                  <a:pt x="118" y="1125"/>
                </a:lnTo>
                <a:lnTo>
                  <a:pt x="118" y="1122"/>
                </a:lnTo>
                <a:lnTo>
                  <a:pt x="117" y="1120"/>
                </a:lnTo>
                <a:lnTo>
                  <a:pt x="117" y="1118"/>
                </a:lnTo>
                <a:lnTo>
                  <a:pt x="116" y="1118"/>
                </a:lnTo>
                <a:lnTo>
                  <a:pt x="116" y="1117"/>
                </a:lnTo>
                <a:lnTo>
                  <a:pt x="117" y="1117"/>
                </a:lnTo>
                <a:lnTo>
                  <a:pt x="117" y="1116"/>
                </a:lnTo>
                <a:lnTo>
                  <a:pt x="117" y="1115"/>
                </a:lnTo>
                <a:lnTo>
                  <a:pt x="116" y="1113"/>
                </a:lnTo>
                <a:lnTo>
                  <a:pt x="116" y="1112"/>
                </a:lnTo>
                <a:lnTo>
                  <a:pt x="116" y="1111"/>
                </a:lnTo>
                <a:lnTo>
                  <a:pt x="117" y="1110"/>
                </a:lnTo>
                <a:lnTo>
                  <a:pt x="118" y="1109"/>
                </a:lnTo>
                <a:lnTo>
                  <a:pt x="119" y="1108"/>
                </a:lnTo>
                <a:lnTo>
                  <a:pt x="120" y="1108"/>
                </a:lnTo>
                <a:lnTo>
                  <a:pt x="120" y="1107"/>
                </a:lnTo>
                <a:lnTo>
                  <a:pt x="121" y="1106"/>
                </a:lnTo>
                <a:lnTo>
                  <a:pt x="122" y="1104"/>
                </a:lnTo>
                <a:lnTo>
                  <a:pt x="123" y="1103"/>
                </a:lnTo>
                <a:lnTo>
                  <a:pt x="123" y="1102"/>
                </a:lnTo>
                <a:lnTo>
                  <a:pt x="123" y="1101"/>
                </a:lnTo>
                <a:lnTo>
                  <a:pt x="123" y="1100"/>
                </a:lnTo>
                <a:lnTo>
                  <a:pt x="123" y="1099"/>
                </a:lnTo>
                <a:lnTo>
                  <a:pt x="123" y="1098"/>
                </a:lnTo>
                <a:lnTo>
                  <a:pt x="123" y="1097"/>
                </a:lnTo>
                <a:lnTo>
                  <a:pt x="123" y="1096"/>
                </a:lnTo>
                <a:lnTo>
                  <a:pt x="122" y="1095"/>
                </a:lnTo>
                <a:lnTo>
                  <a:pt x="122" y="1094"/>
                </a:lnTo>
                <a:lnTo>
                  <a:pt x="121" y="1094"/>
                </a:lnTo>
                <a:lnTo>
                  <a:pt x="120" y="1095"/>
                </a:lnTo>
                <a:lnTo>
                  <a:pt x="119" y="1095"/>
                </a:lnTo>
                <a:lnTo>
                  <a:pt x="119" y="1094"/>
                </a:lnTo>
                <a:lnTo>
                  <a:pt x="118" y="1094"/>
                </a:lnTo>
                <a:lnTo>
                  <a:pt x="118" y="1093"/>
                </a:lnTo>
                <a:lnTo>
                  <a:pt x="118" y="1092"/>
                </a:lnTo>
                <a:lnTo>
                  <a:pt x="117" y="1091"/>
                </a:lnTo>
                <a:lnTo>
                  <a:pt x="116" y="1090"/>
                </a:lnTo>
                <a:lnTo>
                  <a:pt x="114" y="1090"/>
                </a:lnTo>
                <a:lnTo>
                  <a:pt x="113" y="1090"/>
                </a:lnTo>
                <a:lnTo>
                  <a:pt x="112" y="1090"/>
                </a:lnTo>
                <a:lnTo>
                  <a:pt x="111" y="1090"/>
                </a:lnTo>
                <a:lnTo>
                  <a:pt x="110" y="1090"/>
                </a:lnTo>
                <a:lnTo>
                  <a:pt x="109" y="1089"/>
                </a:lnTo>
                <a:lnTo>
                  <a:pt x="108" y="1088"/>
                </a:lnTo>
                <a:lnTo>
                  <a:pt x="107" y="1087"/>
                </a:lnTo>
                <a:lnTo>
                  <a:pt x="105" y="1086"/>
                </a:lnTo>
                <a:lnTo>
                  <a:pt x="104" y="1085"/>
                </a:lnTo>
                <a:lnTo>
                  <a:pt x="103" y="1084"/>
                </a:lnTo>
                <a:lnTo>
                  <a:pt x="102" y="1084"/>
                </a:lnTo>
                <a:lnTo>
                  <a:pt x="102" y="1083"/>
                </a:lnTo>
                <a:lnTo>
                  <a:pt x="101" y="1083"/>
                </a:lnTo>
                <a:lnTo>
                  <a:pt x="100" y="1084"/>
                </a:lnTo>
                <a:lnTo>
                  <a:pt x="99" y="1084"/>
                </a:lnTo>
                <a:lnTo>
                  <a:pt x="98" y="1084"/>
                </a:lnTo>
                <a:lnTo>
                  <a:pt x="98" y="1083"/>
                </a:lnTo>
                <a:lnTo>
                  <a:pt x="97" y="1083"/>
                </a:lnTo>
                <a:lnTo>
                  <a:pt x="96" y="1083"/>
                </a:lnTo>
                <a:lnTo>
                  <a:pt x="95" y="1083"/>
                </a:lnTo>
                <a:lnTo>
                  <a:pt x="94" y="1083"/>
                </a:lnTo>
                <a:lnTo>
                  <a:pt x="94" y="1082"/>
                </a:lnTo>
                <a:lnTo>
                  <a:pt x="93" y="1082"/>
                </a:lnTo>
                <a:lnTo>
                  <a:pt x="93" y="1081"/>
                </a:lnTo>
                <a:lnTo>
                  <a:pt x="92" y="1080"/>
                </a:lnTo>
                <a:lnTo>
                  <a:pt x="91" y="1080"/>
                </a:lnTo>
                <a:lnTo>
                  <a:pt x="90" y="1080"/>
                </a:lnTo>
                <a:lnTo>
                  <a:pt x="89" y="1080"/>
                </a:lnTo>
                <a:lnTo>
                  <a:pt x="88" y="1080"/>
                </a:lnTo>
                <a:lnTo>
                  <a:pt x="87" y="1080"/>
                </a:lnTo>
                <a:lnTo>
                  <a:pt x="86" y="1080"/>
                </a:lnTo>
                <a:lnTo>
                  <a:pt x="85" y="1080"/>
                </a:lnTo>
                <a:lnTo>
                  <a:pt x="84" y="1079"/>
                </a:lnTo>
                <a:lnTo>
                  <a:pt x="83" y="1079"/>
                </a:lnTo>
                <a:lnTo>
                  <a:pt x="82" y="1079"/>
                </a:lnTo>
                <a:lnTo>
                  <a:pt x="80" y="1078"/>
                </a:lnTo>
                <a:lnTo>
                  <a:pt x="79" y="1078"/>
                </a:lnTo>
                <a:lnTo>
                  <a:pt x="77" y="1078"/>
                </a:lnTo>
                <a:lnTo>
                  <a:pt x="75" y="1078"/>
                </a:lnTo>
                <a:lnTo>
                  <a:pt x="73" y="1078"/>
                </a:lnTo>
                <a:lnTo>
                  <a:pt x="72" y="1078"/>
                </a:lnTo>
                <a:lnTo>
                  <a:pt x="71" y="1078"/>
                </a:lnTo>
                <a:lnTo>
                  <a:pt x="70" y="1078"/>
                </a:lnTo>
                <a:lnTo>
                  <a:pt x="69" y="1077"/>
                </a:lnTo>
                <a:lnTo>
                  <a:pt x="68" y="1078"/>
                </a:lnTo>
                <a:lnTo>
                  <a:pt x="65" y="1078"/>
                </a:lnTo>
                <a:lnTo>
                  <a:pt x="64" y="1077"/>
                </a:lnTo>
                <a:lnTo>
                  <a:pt x="63" y="1077"/>
                </a:lnTo>
                <a:lnTo>
                  <a:pt x="62" y="1077"/>
                </a:lnTo>
                <a:lnTo>
                  <a:pt x="60" y="1077"/>
                </a:lnTo>
                <a:lnTo>
                  <a:pt x="59" y="1076"/>
                </a:lnTo>
                <a:lnTo>
                  <a:pt x="58" y="1076"/>
                </a:lnTo>
                <a:lnTo>
                  <a:pt x="57" y="1076"/>
                </a:lnTo>
                <a:lnTo>
                  <a:pt x="57" y="1077"/>
                </a:lnTo>
                <a:lnTo>
                  <a:pt x="56" y="1078"/>
                </a:lnTo>
                <a:lnTo>
                  <a:pt x="55" y="1079"/>
                </a:lnTo>
                <a:lnTo>
                  <a:pt x="55" y="1080"/>
                </a:lnTo>
                <a:lnTo>
                  <a:pt x="55" y="1081"/>
                </a:lnTo>
                <a:lnTo>
                  <a:pt x="55" y="1082"/>
                </a:lnTo>
                <a:lnTo>
                  <a:pt x="54" y="1082"/>
                </a:lnTo>
                <a:lnTo>
                  <a:pt x="53" y="1082"/>
                </a:lnTo>
                <a:lnTo>
                  <a:pt x="52" y="1082"/>
                </a:lnTo>
                <a:lnTo>
                  <a:pt x="52" y="1083"/>
                </a:lnTo>
                <a:lnTo>
                  <a:pt x="51" y="1084"/>
                </a:lnTo>
                <a:lnTo>
                  <a:pt x="51" y="1085"/>
                </a:lnTo>
                <a:lnTo>
                  <a:pt x="50" y="1085"/>
                </a:lnTo>
                <a:lnTo>
                  <a:pt x="51" y="1086"/>
                </a:lnTo>
                <a:lnTo>
                  <a:pt x="51" y="1087"/>
                </a:lnTo>
                <a:lnTo>
                  <a:pt x="52" y="1088"/>
                </a:lnTo>
                <a:lnTo>
                  <a:pt x="52" y="1089"/>
                </a:lnTo>
                <a:lnTo>
                  <a:pt x="52" y="1090"/>
                </a:lnTo>
                <a:lnTo>
                  <a:pt x="51" y="1089"/>
                </a:lnTo>
                <a:lnTo>
                  <a:pt x="49" y="1089"/>
                </a:lnTo>
                <a:lnTo>
                  <a:pt x="48" y="1089"/>
                </a:lnTo>
                <a:lnTo>
                  <a:pt x="48" y="1090"/>
                </a:lnTo>
                <a:lnTo>
                  <a:pt x="47" y="1090"/>
                </a:lnTo>
                <a:lnTo>
                  <a:pt x="46" y="1090"/>
                </a:lnTo>
                <a:lnTo>
                  <a:pt x="46" y="1091"/>
                </a:lnTo>
                <a:lnTo>
                  <a:pt x="45" y="1091"/>
                </a:lnTo>
                <a:lnTo>
                  <a:pt x="44" y="1091"/>
                </a:lnTo>
                <a:lnTo>
                  <a:pt x="43" y="1091"/>
                </a:lnTo>
                <a:lnTo>
                  <a:pt x="43" y="1090"/>
                </a:lnTo>
                <a:lnTo>
                  <a:pt x="42" y="1090"/>
                </a:lnTo>
                <a:lnTo>
                  <a:pt x="41" y="1090"/>
                </a:lnTo>
                <a:lnTo>
                  <a:pt x="40" y="1090"/>
                </a:lnTo>
                <a:lnTo>
                  <a:pt x="39" y="1090"/>
                </a:lnTo>
                <a:lnTo>
                  <a:pt x="38" y="1090"/>
                </a:lnTo>
                <a:lnTo>
                  <a:pt x="37" y="1090"/>
                </a:lnTo>
                <a:lnTo>
                  <a:pt x="37" y="1089"/>
                </a:lnTo>
                <a:lnTo>
                  <a:pt x="36" y="1088"/>
                </a:lnTo>
                <a:lnTo>
                  <a:pt x="36" y="1087"/>
                </a:lnTo>
                <a:lnTo>
                  <a:pt x="36" y="1086"/>
                </a:lnTo>
                <a:lnTo>
                  <a:pt x="35" y="1086"/>
                </a:lnTo>
                <a:lnTo>
                  <a:pt x="34" y="1086"/>
                </a:lnTo>
                <a:lnTo>
                  <a:pt x="33" y="1086"/>
                </a:lnTo>
                <a:lnTo>
                  <a:pt x="32" y="1086"/>
                </a:lnTo>
                <a:lnTo>
                  <a:pt x="32" y="1085"/>
                </a:lnTo>
                <a:lnTo>
                  <a:pt x="30" y="1085"/>
                </a:lnTo>
                <a:lnTo>
                  <a:pt x="30" y="1084"/>
                </a:lnTo>
                <a:lnTo>
                  <a:pt x="28" y="1084"/>
                </a:lnTo>
                <a:lnTo>
                  <a:pt x="27" y="1083"/>
                </a:lnTo>
                <a:lnTo>
                  <a:pt x="27" y="1082"/>
                </a:lnTo>
                <a:lnTo>
                  <a:pt x="27" y="1081"/>
                </a:lnTo>
                <a:lnTo>
                  <a:pt x="27" y="1080"/>
                </a:lnTo>
                <a:lnTo>
                  <a:pt x="27" y="1079"/>
                </a:lnTo>
                <a:lnTo>
                  <a:pt x="26" y="1078"/>
                </a:lnTo>
                <a:lnTo>
                  <a:pt x="26" y="1077"/>
                </a:lnTo>
                <a:lnTo>
                  <a:pt x="25" y="1076"/>
                </a:lnTo>
                <a:lnTo>
                  <a:pt x="24" y="1075"/>
                </a:lnTo>
                <a:lnTo>
                  <a:pt x="24" y="1074"/>
                </a:lnTo>
                <a:lnTo>
                  <a:pt x="24" y="1073"/>
                </a:lnTo>
                <a:lnTo>
                  <a:pt x="24" y="1072"/>
                </a:lnTo>
                <a:lnTo>
                  <a:pt x="23" y="1072"/>
                </a:lnTo>
                <a:lnTo>
                  <a:pt x="23" y="1071"/>
                </a:lnTo>
                <a:lnTo>
                  <a:pt x="22" y="1071"/>
                </a:lnTo>
                <a:lnTo>
                  <a:pt x="22" y="1070"/>
                </a:lnTo>
                <a:lnTo>
                  <a:pt x="23" y="1069"/>
                </a:lnTo>
                <a:lnTo>
                  <a:pt x="23" y="1068"/>
                </a:lnTo>
                <a:lnTo>
                  <a:pt x="23" y="1067"/>
                </a:lnTo>
                <a:lnTo>
                  <a:pt x="24" y="1066"/>
                </a:lnTo>
                <a:lnTo>
                  <a:pt x="24" y="1065"/>
                </a:lnTo>
                <a:lnTo>
                  <a:pt x="22" y="1064"/>
                </a:lnTo>
                <a:lnTo>
                  <a:pt x="22" y="1063"/>
                </a:lnTo>
                <a:lnTo>
                  <a:pt x="22" y="1062"/>
                </a:lnTo>
                <a:lnTo>
                  <a:pt x="21" y="1061"/>
                </a:lnTo>
                <a:lnTo>
                  <a:pt x="20" y="1060"/>
                </a:lnTo>
                <a:lnTo>
                  <a:pt x="20" y="1059"/>
                </a:lnTo>
                <a:lnTo>
                  <a:pt x="19" y="1058"/>
                </a:lnTo>
                <a:lnTo>
                  <a:pt x="18" y="1058"/>
                </a:lnTo>
                <a:lnTo>
                  <a:pt x="18" y="1057"/>
                </a:lnTo>
                <a:lnTo>
                  <a:pt x="17" y="1056"/>
                </a:lnTo>
                <a:lnTo>
                  <a:pt x="18" y="1055"/>
                </a:lnTo>
                <a:lnTo>
                  <a:pt x="18" y="1054"/>
                </a:lnTo>
                <a:lnTo>
                  <a:pt x="18" y="1053"/>
                </a:lnTo>
                <a:lnTo>
                  <a:pt x="19" y="1053"/>
                </a:lnTo>
                <a:lnTo>
                  <a:pt x="19" y="1052"/>
                </a:lnTo>
                <a:lnTo>
                  <a:pt x="20" y="1052"/>
                </a:lnTo>
                <a:lnTo>
                  <a:pt x="20" y="1051"/>
                </a:lnTo>
                <a:lnTo>
                  <a:pt x="21" y="1050"/>
                </a:lnTo>
                <a:lnTo>
                  <a:pt x="22" y="1049"/>
                </a:lnTo>
                <a:lnTo>
                  <a:pt x="23" y="1049"/>
                </a:lnTo>
                <a:lnTo>
                  <a:pt x="24" y="1048"/>
                </a:lnTo>
                <a:lnTo>
                  <a:pt x="24" y="1049"/>
                </a:lnTo>
                <a:lnTo>
                  <a:pt x="25" y="1049"/>
                </a:lnTo>
                <a:lnTo>
                  <a:pt x="26" y="1049"/>
                </a:lnTo>
                <a:lnTo>
                  <a:pt x="27" y="1049"/>
                </a:lnTo>
                <a:lnTo>
                  <a:pt x="27" y="1050"/>
                </a:lnTo>
                <a:lnTo>
                  <a:pt x="28" y="1051"/>
                </a:lnTo>
                <a:lnTo>
                  <a:pt x="29" y="1051"/>
                </a:lnTo>
                <a:lnTo>
                  <a:pt x="29" y="1050"/>
                </a:lnTo>
                <a:lnTo>
                  <a:pt x="31" y="1048"/>
                </a:lnTo>
                <a:lnTo>
                  <a:pt x="31" y="1047"/>
                </a:lnTo>
                <a:lnTo>
                  <a:pt x="31" y="1046"/>
                </a:lnTo>
                <a:lnTo>
                  <a:pt x="30" y="1044"/>
                </a:lnTo>
                <a:lnTo>
                  <a:pt x="30" y="1043"/>
                </a:lnTo>
                <a:lnTo>
                  <a:pt x="30" y="1042"/>
                </a:lnTo>
                <a:lnTo>
                  <a:pt x="29" y="1040"/>
                </a:lnTo>
                <a:lnTo>
                  <a:pt x="29" y="1039"/>
                </a:lnTo>
                <a:lnTo>
                  <a:pt x="28" y="1039"/>
                </a:lnTo>
                <a:lnTo>
                  <a:pt x="28" y="1038"/>
                </a:lnTo>
                <a:lnTo>
                  <a:pt x="27" y="1038"/>
                </a:lnTo>
                <a:lnTo>
                  <a:pt x="27" y="1039"/>
                </a:lnTo>
                <a:lnTo>
                  <a:pt x="26" y="1039"/>
                </a:lnTo>
                <a:lnTo>
                  <a:pt x="25" y="1040"/>
                </a:lnTo>
                <a:lnTo>
                  <a:pt x="24" y="1040"/>
                </a:lnTo>
                <a:lnTo>
                  <a:pt x="23" y="1040"/>
                </a:lnTo>
                <a:lnTo>
                  <a:pt x="22" y="1040"/>
                </a:lnTo>
                <a:lnTo>
                  <a:pt x="21" y="1040"/>
                </a:lnTo>
                <a:lnTo>
                  <a:pt x="21" y="1039"/>
                </a:lnTo>
                <a:lnTo>
                  <a:pt x="21" y="1038"/>
                </a:lnTo>
                <a:lnTo>
                  <a:pt x="20" y="1037"/>
                </a:lnTo>
                <a:lnTo>
                  <a:pt x="20" y="1036"/>
                </a:lnTo>
                <a:lnTo>
                  <a:pt x="19" y="1036"/>
                </a:lnTo>
                <a:lnTo>
                  <a:pt x="19" y="1035"/>
                </a:lnTo>
                <a:lnTo>
                  <a:pt x="19" y="1033"/>
                </a:lnTo>
                <a:lnTo>
                  <a:pt x="19" y="1032"/>
                </a:lnTo>
                <a:lnTo>
                  <a:pt x="19" y="1031"/>
                </a:lnTo>
                <a:lnTo>
                  <a:pt x="19" y="1030"/>
                </a:lnTo>
                <a:lnTo>
                  <a:pt x="18" y="1029"/>
                </a:lnTo>
                <a:lnTo>
                  <a:pt x="17" y="1029"/>
                </a:lnTo>
                <a:lnTo>
                  <a:pt x="17" y="1028"/>
                </a:lnTo>
                <a:lnTo>
                  <a:pt x="17" y="1027"/>
                </a:lnTo>
                <a:lnTo>
                  <a:pt x="16" y="1027"/>
                </a:lnTo>
                <a:lnTo>
                  <a:pt x="15" y="1027"/>
                </a:lnTo>
                <a:lnTo>
                  <a:pt x="14" y="1027"/>
                </a:lnTo>
                <a:lnTo>
                  <a:pt x="14" y="1026"/>
                </a:lnTo>
                <a:lnTo>
                  <a:pt x="13" y="1026"/>
                </a:lnTo>
                <a:lnTo>
                  <a:pt x="14" y="1025"/>
                </a:lnTo>
                <a:lnTo>
                  <a:pt x="14" y="1024"/>
                </a:lnTo>
                <a:lnTo>
                  <a:pt x="13" y="1023"/>
                </a:lnTo>
                <a:lnTo>
                  <a:pt x="12" y="1023"/>
                </a:lnTo>
                <a:lnTo>
                  <a:pt x="12" y="1022"/>
                </a:lnTo>
                <a:lnTo>
                  <a:pt x="12" y="1021"/>
                </a:lnTo>
                <a:lnTo>
                  <a:pt x="12" y="1020"/>
                </a:lnTo>
                <a:lnTo>
                  <a:pt x="12" y="1019"/>
                </a:lnTo>
                <a:lnTo>
                  <a:pt x="11" y="1019"/>
                </a:lnTo>
                <a:lnTo>
                  <a:pt x="10" y="1018"/>
                </a:lnTo>
                <a:lnTo>
                  <a:pt x="9" y="1018"/>
                </a:lnTo>
                <a:lnTo>
                  <a:pt x="8" y="1018"/>
                </a:lnTo>
                <a:lnTo>
                  <a:pt x="7" y="1018"/>
                </a:lnTo>
                <a:lnTo>
                  <a:pt x="6" y="1018"/>
                </a:lnTo>
                <a:lnTo>
                  <a:pt x="6" y="1017"/>
                </a:lnTo>
                <a:lnTo>
                  <a:pt x="6" y="1016"/>
                </a:lnTo>
                <a:lnTo>
                  <a:pt x="6" y="1015"/>
                </a:lnTo>
                <a:lnTo>
                  <a:pt x="5" y="1015"/>
                </a:lnTo>
                <a:lnTo>
                  <a:pt x="4" y="1015"/>
                </a:lnTo>
                <a:lnTo>
                  <a:pt x="4" y="1014"/>
                </a:lnTo>
                <a:lnTo>
                  <a:pt x="5" y="1013"/>
                </a:lnTo>
                <a:lnTo>
                  <a:pt x="5" y="1012"/>
                </a:lnTo>
                <a:lnTo>
                  <a:pt x="4" y="1012"/>
                </a:lnTo>
                <a:lnTo>
                  <a:pt x="4" y="1011"/>
                </a:lnTo>
                <a:lnTo>
                  <a:pt x="4" y="1010"/>
                </a:lnTo>
                <a:lnTo>
                  <a:pt x="4" y="1009"/>
                </a:lnTo>
                <a:lnTo>
                  <a:pt x="4" y="1008"/>
                </a:lnTo>
                <a:lnTo>
                  <a:pt x="4" y="1007"/>
                </a:lnTo>
                <a:lnTo>
                  <a:pt x="2" y="1005"/>
                </a:lnTo>
                <a:lnTo>
                  <a:pt x="1" y="1004"/>
                </a:lnTo>
                <a:lnTo>
                  <a:pt x="0" y="1004"/>
                </a:lnTo>
                <a:lnTo>
                  <a:pt x="0" y="1003"/>
                </a:lnTo>
                <a:lnTo>
                  <a:pt x="1" y="1003"/>
                </a:lnTo>
                <a:lnTo>
                  <a:pt x="2" y="1003"/>
                </a:lnTo>
                <a:lnTo>
                  <a:pt x="3" y="1003"/>
                </a:lnTo>
                <a:lnTo>
                  <a:pt x="5" y="1003"/>
                </a:lnTo>
                <a:lnTo>
                  <a:pt x="7" y="1002"/>
                </a:lnTo>
                <a:lnTo>
                  <a:pt x="7" y="1001"/>
                </a:lnTo>
                <a:lnTo>
                  <a:pt x="8" y="1000"/>
                </a:lnTo>
                <a:lnTo>
                  <a:pt x="8" y="998"/>
                </a:lnTo>
                <a:lnTo>
                  <a:pt x="9" y="997"/>
                </a:lnTo>
                <a:lnTo>
                  <a:pt x="9" y="996"/>
                </a:lnTo>
                <a:lnTo>
                  <a:pt x="10" y="996"/>
                </a:lnTo>
                <a:lnTo>
                  <a:pt x="11" y="995"/>
                </a:lnTo>
                <a:lnTo>
                  <a:pt x="11" y="994"/>
                </a:lnTo>
                <a:lnTo>
                  <a:pt x="13" y="994"/>
                </a:lnTo>
                <a:lnTo>
                  <a:pt x="14" y="995"/>
                </a:lnTo>
                <a:lnTo>
                  <a:pt x="16" y="995"/>
                </a:lnTo>
                <a:lnTo>
                  <a:pt x="18" y="995"/>
                </a:lnTo>
                <a:lnTo>
                  <a:pt x="19" y="996"/>
                </a:lnTo>
                <a:lnTo>
                  <a:pt x="23" y="996"/>
                </a:lnTo>
                <a:lnTo>
                  <a:pt x="25" y="995"/>
                </a:lnTo>
                <a:lnTo>
                  <a:pt x="26" y="995"/>
                </a:lnTo>
                <a:lnTo>
                  <a:pt x="28" y="995"/>
                </a:lnTo>
                <a:lnTo>
                  <a:pt x="30" y="995"/>
                </a:lnTo>
                <a:lnTo>
                  <a:pt x="31" y="994"/>
                </a:lnTo>
                <a:lnTo>
                  <a:pt x="32" y="994"/>
                </a:lnTo>
                <a:lnTo>
                  <a:pt x="33" y="994"/>
                </a:lnTo>
                <a:lnTo>
                  <a:pt x="33" y="993"/>
                </a:lnTo>
                <a:lnTo>
                  <a:pt x="33" y="992"/>
                </a:lnTo>
                <a:lnTo>
                  <a:pt x="34" y="991"/>
                </a:lnTo>
                <a:lnTo>
                  <a:pt x="34" y="990"/>
                </a:lnTo>
                <a:lnTo>
                  <a:pt x="35" y="989"/>
                </a:lnTo>
                <a:lnTo>
                  <a:pt x="35" y="988"/>
                </a:lnTo>
                <a:lnTo>
                  <a:pt x="34" y="987"/>
                </a:lnTo>
                <a:lnTo>
                  <a:pt x="35" y="987"/>
                </a:lnTo>
                <a:lnTo>
                  <a:pt x="36" y="986"/>
                </a:lnTo>
                <a:lnTo>
                  <a:pt x="37" y="985"/>
                </a:lnTo>
                <a:lnTo>
                  <a:pt x="38" y="985"/>
                </a:lnTo>
                <a:lnTo>
                  <a:pt x="38" y="984"/>
                </a:lnTo>
                <a:lnTo>
                  <a:pt x="37" y="984"/>
                </a:lnTo>
                <a:lnTo>
                  <a:pt x="37" y="983"/>
                </a:lnTo>
                <a:lnTo>
                  <a:pt x="37" y="982"/>
                </a:lnTo>
                <a:lnTo>
                  <a:pt x="39" y="982"/>
                </a:lnTo>
                <a:lnTo>
                  <a:pt x="40" y="982"/>
                </a:lnTo>
                <a:lnTo>
                  <a:pt x="41" y="981"/>
                </a:lnTo>
                <a:lnTo>
                  <a:pt x="41" y="980"/>
                </a:lnTo>
                <a:lnTo>
                  <a:pt x="40" y="979"/>
                </a:lnTo>
                <a:lnTo>
                  <a:pt x="40" y="978"/>
                </a:lnTo>
                <a:lnTo>
                  <a:pt x="40" y="977"/>
                </a:lnTo>
                <a:lnTo>
                  <a:pt x="40" y="976"/>
                </a:lnTo>
                <a:lnTo>
                  <a:pt x="39" y="975"/>
                </a:lnTo>
                <a:lnTo>
                  <a:pt x="39" y="974"/>
                </a:lnTo>
                <a:lnTo>
                  <a:pt x="39" y="973"/>
                </a:lnTo>
                <a:lnTo>
                  <a:pt x="39" y="972"/>
                </a:lnTo>
                <a:lnTo>
                  <a:pt x="38" y="971"/>
                </a:lnTo>
                <a:lnTo>
                  <a:pt x="37" y="970"/>
                </a:lnTo>
                <a:lnTo>
                  <a:pt x="37" y="969"/>
                </a:lnTo>
                <a:lnTo>
                  <a:pt x="38" y="969"/>
                </a:lnTo>
                <a:lnTo>
                  <a:pt x="37" y="968"/>
                </a:lnTo>
                <a:lnTo>
                  <a:pt x="37" y="967"/>
                </a:lnTo>
                <a:lnTo>
                  <a:pt x="36" y="967"/>
                </a:lnTo>
                <a:lnTo>
                  <a:pt x="35" y="966"/>
                </a:lnTo>
                <a:lnTo>
                  <a:pt x="34" y="966"/>
                </a:lnTo>
                <a:lnTo>
                  <a:pt x="33" y="965"/>
                </a:lnTo>
                <a:lnTo>
                  <a:pt x="32" y="965"/>
                </a:lnTo>
                <a:lnTo>
                  <a:pt x="31" y="966"/>
                </a:lnTo>
                <a:lnTo>
                  <a:pt x="31" y="965"/>
                </a:lnTo>
                <a:lnTo>
                  <a:pt x="31" y="963"/>
                </a:lnTo>
                <a:lnTo>
                  <a:pt x="31" y="961"/>
                </a:lnTo>
                <a:lnTo>
                  <a:pt x="31" y="960"/>
                </a:lnTo>
                <a:lnTo>
                  <a:pt x="31" y="959"/>
                </a:lnTo>
                <a:lnTo>
                  <a:pt x="31" y="958"/>
                </a:lnTo>
                <a:lnTo>
                  <a:pt x="32" y="957"/>
                </a:lnTo>
                <a:lnTo>
                  <a:pt x="33" y="956"/>
                </a:lnTo>
                <a:lnTo>
                  <a:pt x="35" y="955"/>
                </a:lnTo>
                <a:lnTo>
                  <a:pt x="36" y="954"/>
                </a:lnTo>
                <a:lnTo>
                  <a:pt x="37" y="954"/>
                </a:lnTo>
                <a:lnTo>
                  <a:pt x="37" y="953"/>
                </a:lnTo>
                <a:lnTo>
                  <a:pt x="38" y="952"/>
                </a:lnTo>
                <a:lnTo>
                  <a:pt x="38" y="951"/>
                </a:lnTo>
                <a:lnTo>
                  <a:pt x="37" y="951"/>
                </a:lnTo>
                <a:lnTo>
                  <a:pt x="37" y="950"/>
                </a:lnTo>
                <a:lnTo>
                  <a:pt x="37" y="949"/>
                </a:lnTo>
                <a:lnTo>
                  <a:pt x="37" y="948"/>
                </a:lnTo>
                <a:lnTo>
                  <a:pt x="38" y="947"/>
                </a:lnTo>
                <a:lnTo>
                  <a:pt x="38" y="946"/>
                </a:lnTo>
                <a:lnTo>
                  <a:pt x="39" y="945"/>
                </a:lnTo>
                <a:lnTo>
                  <a:pt x="40" y="944"/>
                </a:lnTo>
                <a:lnTo>
                  <a:pt x="41" y="943"/>
                </a:lnTo>
                <a:lnTo>
                  <a:pt x="42" y="942"/>
                </a:lnTo>
                <a:lnTo>
                  <a:pt x="42" y="941"/>
                </a:lnTo>
                <a:lnTo>
                  <a:pt x="42" y="940"/>
                </a:lnTo>
                <a:lnTo>
                  <a:pt x="43" y="940"/>
                </a:lnTo>
                <a:lnTo>
                  <a:pt x="42" y="940"/>
                </a:lnTo>
                <a:lnTo>
                  <a:pt x="42" y="939"/>
                </a:lnTo>
                <a:lnTo>
                  <a:pt x="41" y="939"/>
                </a:lnTo>
                <a:lnTo>
                  <a:pt x="40" y="939"/>
                </a:lnTo>
                <a:lnTo>
                  <a:pt x="40" y="938"/>
                </a:lnTo>
                <a:lnTo>
                  <a:pt x="41" y="937"/>
                </a:lnTo>
                <a:lnTo>
                  <a:pt x="44" y="936"/>
                </a:lnTo>
                <a:lnTo>
                  <a:pt x="45" y="936"/>
                </a:lnTo>
                <a:lnTo>
                  <a:pt x="45" y="935"/>
                </a:lnTo>
                <a:lnTo>
                  <a:pt x="46" y="933"/>
                </a:lnTo>
                <a:lnTo>
                  <a:pt x="46" y="932"/>
                </a:lnTo>
                <a:lnTo>
                  <a:pt x="47" y="931"/>
                </a:lnTo>
                <a:lnTo>
                  <a:pt x="48" y="931"/>
                </a:lnTo>
                <a:lnTo>
                  <a:pt x="49" y="931"/>
                </a:lnTo>
                <a:lnTo>
                  <a:pt x="51" y="932"/>
                </a:lnTo>
                <a:lnTo>
                  <a:pt x="52" y="932"/>
                </a:lnTo>
                <a:lnTo>
                  <a:pt x="53" y="932"/>
                </a:lnTo>
                <a:lnTo>
                  <a:pt x="54" y="932"/>
                </a:lnTo>
                <a:lnTo>
                  <a:pt x="55" y="930"/>
                </a:lnTo>
                <a:lnTo>
                  <a:pt x="56" y="930"/>
                </a:lnTo>
                <a:lnTo>
                  <a:pt x="58" y="929"/>
                </a:lnTo>
                <a:lnTo>
                  <a:pt x="59" y="929"/>
                </a:lnTo>
                <a:lnTo>
                  <a:pt x="61" y="928"/>
                </a:lnTo>
                <a:lnTo>
                  <a:pt x="63" y="928"/>
                </a:lnTo>
                <a:lnTo>
                  <a:pt x="64" y="928"/>
                </a:lnTo>
                <a:lnTo>
                  <a:pt x="66" y="928"/>
                </a:lnTo>
                <a:lnTo>
                  <a:pt x="68" y="927"/>
                </a:lnTo>
                <a:lnTo>
                  <a:pt x="69" y="927"/>
                </a:lnTo>
                <a:lnTo>
                  <a:pt x="69" y="928"/>
                </a:lnTo>
                <a:lnTo>
                  <a:pt x="69" y="929"/>
                </a:lnTo>
                <a:lnTo>
                  <a:pt x="70" y="929"/>
                </a:lnTo>
                <a:lnTo>
                  <a:pt x="70" y="930"/>
                </a:lnTo>
                <a:lnTo>
                  <a:pt x="71" y="930"/>
                </a:lnTo>
                <a:lnTo>
                  <a:pt x="72" y="929"/>
                </a:lnTo>
                <a:lnTo>
                  <a:pt x="73" y="929"/>
                </a:lnTo>
                <a:lnTo>
                  <a:pt x="73" y="930"/>
                </a:lnTo>
                <a:lnTo>
                  <a:pt x="74" y="930"/>
                </a:lnTo>
                <a:lnTo>
                  <a:pt x="75" y="930"/>
                </a:lnTo>
                <a:lnTo>
                  <a:pt x="75" y="931"/>
                </a:lnTo>
                <a:lnTo>
                  <a:pt x="76" y="931"/>
                </a:lnTo>
                <a:lnTo>
                  <a:pt x="77" y="931"/>
                </a:lnTo>
                <a:lnTo>
                  <a:pt x="78" y="930"/>
                </a:lnTo>
                <a:lnTo>
                  <a:pt x="80" y="928"/>
                </a:lnTo>
                <a:lnTo>
                  <a:pt x="83" y="927"/>
                </a:lnTo>
                <a:lnTo>
                  <a:pt x="85" y="926"/>
                </a:lnTo>
                <a:lnTo>
                  <a:pt x="86" y="925"/>
                </a:lnTo>
                <a:lnTo>
                  <a:pt x="87" y="923"/>
                </a:lnTo>
                <a:lnTo>
                  <a:pt x="89" y="922"/>
                </a:lnTo>
                <a:lnTo>
                  <a:pt x="90" y="920"/>
                </a:lnTo>
                <a:lnTo>
                  <a:pt x="93" y="919"/>
                </a:lnTo>
                <a:lnTo>
                  <a:pt x="93" y="918"/>
                </a:lnTo>
                <a:lnTo>
                  <a:pt x="94" y="918"/>
                </a:lnTo>
                <a:lnTo>
                  <a:pt x="95" y="916"/>
                </a:lnTo>
                <a:lnTo>
                  <a:pt x="96" y="915"/>
                </a:lnTo>
                <a:lnTo>
                  <a:pt x="97" y="913"/>
                </a:lnTo>
                <a:lnTo>
                  <a:pt x="99" y="912"/>
                </a:lnTo>
                <a:lnTo>
                  <a:pt x="101" y="912"/>
                </a:lnTo>
                <a:lnTo>
                  <a:pt x="102" y="912"/>
                </a:lnTo>
                <a:lnTo>
                  <a:pt x="103" y="912"/>
                </a:lnTo>
                <a:lnTo>
                  <a:pt x="103" y="913"/>
                </a:lnTo>
                <a:lnTo>
                  <a:pt x="104" y="913"/>
                </a:lnTo>
                <a:lnTo>
                  <a:pt x="105" y="912"/>
                </a:lnTo>
                <a:lnTo>
                  <a:pt x="106" y="911"/>
                </a:lnTo>
                <a:lnTo>
                  <a:pt x="107" y="911"/>
                </a:lnTo>
                <a:lnTo>
                  <a:pt x="107" y="910"/>
                </a:lnTo>
                <a:lnTo>
                  <a:pt x="107" y="909"/>
                </a:lnTo>
                <a:lnTo>
                  <a:pt x="108" y="907"/>
                </a:lnTo>
                <a:lnTo>
                  <a:pt x="108" y="906"/>
                </a:lnTo>
                <a:lnTo>
                  <a:pt x="108" y="905"/>
                </a:lnTo>
                <a:lnTo>
                  <a:pt x="109" y="905"/>
                </a:lnTo>
                <a:lnTo>
                  <a:pt x="112" y="905"/>
                </a:lnTo>
                <a:lnTo>
                  <a:pt x="114" y="905"/>
                </a:lnTo>
                <a:lnTo>
                  <a:pt x="116" y="905"/>
                </a:lnTo>
                <a:lnTo>
                  <a:pt x="118" y="905"/>
                </a:lnTo>
                <a:lnTo>
                  <a:pt x="119" y="905"/>
                </a:lnTo>
                <a:lnTo>
                  <a:pt x="121" y="906"/>
                </a:lnTo>
                <a:lnTo>
                  <a:pt x="122" y="907"/>
                </a:lnTo>
                <a:lnTo>
                  <a:pt x="124" y="907"/>
                </a:lnTo>
                <a:lnTo>
                  <a:pt x="125" y="906"/>
                </a:lnTo>
                <a:lnTo>
                  <a:pt x="126" y="906"/>
                </a:lnTo>
                <a:lnTo>
                  <a:pt x="127" y="905"/>
                </a:lnTo>
                <a:lnTo>
                  <a:pt x="126" y="904"/>
                </a:lnTo>
                <a:lnTo>
                  <a:pt x="125" y="903"/>
                </a:lnTo>
                <a:lnTo>
                  <a:pt x="124" y="903"/>
                </a:lnTo>
                <a:lnTo>
                  <a:pt x="124" y="902"/>
                </a:lnTo>
                <a:lnTo>
                  <a:pt x="123" y="902"/>
                </a:lnTo>
                <a:lnTo>
                  <a:pt x="122" y="900"/>
                </a:lnTo>
                <a:lnTo>
                  <a:pt x="121" y="900"/>
                </a:lnTo>
                <a:lnTo>
                  <a:pt x="120" y="898"/>
                </a:lnTo>
                <a:lnTo>
                  <a:pt x="118" y="896"/>
                </a:lnTo>
                <a:lnTo>
                  <a:pt x="117" y="896"/>
                </a:lnTo>
                <a:lnTo>
                  <a:pt x="116" y="895"/>
                </a:lnTo>
                <a:lnTo>
                  <a:pt x="116" y="894"/>
                </a:lnTo>
                <a:lnTo>
                  <a:pt x="117" y="894"/>
                </a:lnTo>
                <a:lnTo>
                  <a:pt x="118" y="894"/>
                </a:lnTo>
                <a:lnTo>
                  <a:pt x="118" y="893"/>
                </a:lnTo>
                <a:lnTo>
                  <a:pt x="118" y="892"/>
                </a:lnTo>
                <a:lnTo>
                  <a:pt x="118" y="890"/>
                </a:lnTo>
                <a:lnTo>
                  <a:pt x="119" y="889"/>
                </a:lnTo>
                <a:lnTo>
                  <a:pt x="119" y="888"/>
                </a:lnTo>
                <a:lnTo>
                  <a:pt x="120" y="888"/>
                </a:lnTo>
                <a:lnTo>
                  <a:pt x="120" y="887"/>
                </a:lnTo>
                <a:lnTo>
                  <a:pt x="121" y="887"/>
                </a:lnTo>
                <a:lnTo>
                  <a:pt x="122" y="888"/>
                </a:lnTo>
                <a:lnTo>
                  <a:pt x="123" y="888"/>
                </a:lnTo>
                <a:lnTo>
                  <a:pt x="124" y="888"/>
                </a:lnTo>
                <a:lnTo>
                  <a:pt x="125" y="889"/>
                </a:lnTo>
                <a:lnTo>
                  <a:pt x="126" y="889"/>
                </a:lnTo>
                <a:lnTo>
                  <a:pt x="127" y="890"/>
                </a:lnTo>
                <a:lnTo>
                  <a:pt x="128" y="891"/>
                </a:lnTo>
                <a:lnTo>
                  <a:pt x="130" y="892"/>
                </a:lnTo>
                <a:lnTo>
                  <a:pt x="131" y="892"/>
                </a:lnTo>
                <a:lnTo>
                  <a:pt x="132" y="893"/>
                </a:lnTo>
                <a:lnTo>
                  <a:pt x="133" y="894"/>
                </a:lnTo>
                <a:lnTo>
                  <a:pt x="134" y="894"/>
                </a:lnTo>
                <a:lnTo>
                  <a:pt x="135" y="893"/>
                </a:lnTo>
                <a:lnTo>
                  <a:pt x="136" y="893"/>
                </a:lnTo>
                <a:lnTo>
                  <a:pt x="137" y="893"/>
                </a:lnTo>
                <a:lnTo>
                  <a:pt x="139" y="894"/>
                </a:lnTo>
                <a:lnTo>
                  <a:pt x="140" y="895"/>
                </a:lnTo>
                <a:lnTo>
                  <a:pt x="141" y="895"/>
                </a:lnTo>
                <a:lnTo>
                  <a:pt x="144" y="895"/>
                </a:lnTo>
                <a:lnTo>
                  <a:pt x="145" y="895"/>
                </a:lnTo>
                <a:lnTo>
                  <a:pt x="147" y="893"/>
                </a:lnTo>
                <a:lnTo>
                  <a:pt x="148" y="893"/>
                </a:lnTo>
                <a:lnTo>
                  <a:pt x="149" y="893"/>
                </a:lnTo>
                <a:lnTo>
                  <a:pt x="150" y="894"/>
                </a:lnTo>
                <a:lnTo>
                  <a:pt x="151" y="894"/>
                </a:lnTo>
                <a:lnTo>
                  <a:pt x="153" y="894"/>
                </a:lnTo>
                <a:lnTo>
                  <a:pt x="153" y="895"/>
                </a:lnTo>
                <a:lnTo>
                  <a:pt x="155" y="895"/>
                </a:lnTo>
                <a:lnTo>
                  <a:pt x="156" y="894"/>
                </a:lnTo>
                <a:lnTo>
                  <a:pt x="157" y="893"/>
                </a:lnTo>
                <a:lnTo>
                  <a:pt x="158" y="892"/>
                </a:lnTo>
                <a:lnTo>
                  <a:pt x="159" y="892"/>
                </a:lnTo>
                <a:lnTo>
                  <a:pt x="159" y="891"/>
                </a:lnTo>
                <a:lnTo>
                  <a:pt x="161" y="891"/>
                </a:lnTo>
                <a:lnTo>
                  <a:pt x="162" y="890"/>
                </a:lnTo>
                <a:lnTo>
                  <a:pt x="162" y="889"/>
                </a:lnTo>
                <a:lnTo>
                  <a:pt x="163" y="888"/>
                </a:lnTo>
                <a:lnTo>
                  <a:pt x="164" y="887"/>
                </a:lnTo>
                <a:lnTo>
                  <a:pt x="166" y="886"/>
                </a:lnTo>
                <a:lnTo>
                  <a:pt x="168" y="885"/>
                </a:lnTo>
                <a:lnTo>
                  <a:pt x="169" y="884"/>
                </a:lnTo>
                <a:lnTo>
                  <a:pt x="170" y="884"/>
                </a:lnTo>
                <a:lnTo>
                  <a:pt x="171" y="884"/>
                </a:lnTo>
                <a:lnTo>
                  <a:pt x="172" y="884"/>
                </a:lnTo>
                <a:lnTo>
                  <a:pt x="172" y="883"/>
                </a:lnTo>
                <a:lnTo>
                  <a:pt x="173" y="883"/>
                </a:lnTo>
                <a:lnTo>
                  <a:pt x="174" y="883"/>
                </a:lnTo>
                <a:lnTo>
                  <a:pt x="174" y="882"/>
                </a:lnTo>
                <a:lnTo>
                  <a:pt x="175" y="881"/>
                </a:lnTo>
                <a:lnTo>
                  <a:pt x="176" y="881"/>
                </a:lnTo>
                <a:lnTo>
                  <a:pt x="176" y="880"/>
                </a:lnTo>
                <a:lnTo>
                  <a:pt x="177" y="880"/>
                </a:lnTo>
                <a:lnTo>
                  <a:pt x="177" y="879"/>
                </a:lnTo>
                <a:lnTo>
                  <a:pt x="178" y="879"/>
                </a:lnTo>
                <a:lnTo>
                  <a:pt x="179" y="877"/>
                </a:lnTo>
                <a:lnTo>
                  <a:pt x="182" y="876"/>
                </a:lnTo>
                <a:lnTo>
                  <a:pt x="184" y="874"/>
                </a:lnTo>
                <a:lnTo>
                  <a:pt x="185" y="874"/>
                </a:lnTo>
                <a:lnTo>
                  <a:pt x="187" y="873"/>
                </a:lnTo>
                <a:lnTo>
                  <a:pt x="188" y="873"/>
                </a:lnTo>
                <a:lnTo>
                  <a:pt x="189" y="873"/>
                </a:lnTo>
                <a:lnTo>
                  <a:pt x="189" y="874"/>
                </a:lnTo>
                <a:lnTo>
                  <a:pt x="190" y="874"/>
                </a:lnTo>
                <a:lnTo>
                  <a:pt x="190" y="875"/>
                </a:lnTo>
                <a:lnTo>
                  <a:pt x="191" y="876"/>
                </a:lnTo>
                <a:lnTo>
                  <a:pt x="192" y="876"/>
                </a:lnTo>
                <a:lnTo>
                  <a:pt x="192" y="877"/>
                </a:lnTo>
                <a:lnTo>
                  <a:pt x="191" y="878"/>
                </a:lnTo>
                <a:lnTo>
                  <a:pt x="191" y="879"/>
                </a:lnTo>
                <a:lnTo>
                  <a:pt x="191" y="881"/>
                </a:lnTo>
                <a:lnTo>
                  <a:pt x="191" y="883"/>
                </a:lnTo>
                <a:lnTo>
                  <a:pt x="192" y="884"/>
                </a:lnTo>
                <a:lnTo>
                  <a:pt x="192" y="885"/>
                </a:lnTo>
                <a:lnTo>
                  <a:pt x="192" y="886"/>
                </a:lnTo>
                <a:lnTo>
                  <a:pt x="193" y="886"/>
                </a:lnTo>
                <a:lnTo>
                  <a:pt x="193" y="888"/>
                </a:lnTo>
                <a:lnTo>
                  <a:pt x="194" y="889"/>
                </a:lnTo>
                <a:lnTo>
                  <a:pt x="195" y="889"/>
                </a:lnTo>
                <a:lnTo>
                  <a:pt x="196" y="889"/>
                </a:lnTo>
                <a:lnTo>
                  <a:pt x="197" y="889"/>
                </a:lnTo>
                <a:lnTo>
                  <a:pt x="197" y="890"/>
                </a:lnTo>
                <a:lnTo>
                  <a:pt x="198" y="890"/>
                </a:lnTo>
                <a:lnTo>
                  <a:pt x="199" y="891"/>
                </a:lnTo>
                <a:lnTo>
                  <a:pt x="200" y="891"/>
                </a:lnTo>
                <a:lnTo>
                  <a:pt x="200" y="892"/>
                </a:lnTo>
                <a:lnTo>
                  <a:pt x="201" y="892"/>
                </a:lnTo>
                <a:lnTo>
                  <a:pt x="200" y="893"/>
                </a:lnTo>
                <a:lnTo>
                  <a:pt x="199" y="894"/>
                </a:lnTo>
                <a:lnTo>
                  <a:pt x="199" y="895"/>
                </a:lnTo>
                <a:lnTo>
                  <a:pt x="199" y="896"/>
                </a:lnTo>
                <a:lnTo>
                  <a:pt x="198" y="896"/>
                </a:lnTo>
                <a:lnTo>
                  <a:pt x="197" y="897"/>
                </a:lnTo>
                <a:lnTo>
                  <a:pt x="196" y="898"/>
                </a:lnTo>
                <a:lnTo>
                  <a:pt x="196" y="899"/>
                </a:lnTo>
                <a:lnTo>
                  <a:pt x="196" y="900"/>
                </a:lnTo>
                <a:lnTo>
                  <a:pt x="196" y="902"/>
                </a:lnTo>
                <a:lnTo>
                  <a:pt x="195" y="903"/>
                </a:lnTo>
                <a:lnTo>
                  <a:pt x="195" y="904"/>
                </a:lnTo>
                <a:lnTo>
                  <a:pt x="196" y="905"/>
                </a:lnTo>
                <a:lnTo>
                  <a:pt x="197" y="905"/>
                </a:lnTo>
                <a:lnTo>
                  <a:pt x="197" y="906"/>
                </a:lnTo>
                <a:lnTo>
                  <a:pt x="198" y="908"/>
                </a:lnTo>
                <a:lnTo>
                  <a:pt x="198" y="909"/>
                </a:lnTo>
                <a:lnTo>
                  <a:pt x="198" y="910"/>
                </a:lnTo>
                <a:lnTo>
                  <a:pt x="198" y="911"/>
                </a:lnTo>
                <a:lnTo>
                  <a:pt x="199" y="912"/>
                </a:lnTo>
                <a:lnTo>
                  <a:pt x="199" y="911"/>
                </a:lnTo>
                <a:lnTo>
                  <a:pt x="200" y="911"/>
                </a:lnTo>
                <a:lnTo>
                  <a:pt x="201" y="910"/>
                </a:lnTo>
                <a:lnTo>
                  <a:pt x="202" y="910"/>
                </a:lnTo>
                <a:lnTo>
                  <a:pt x="203" y="910"/>
                </a:lnTo>
                <a:lnTo>
                  <a:pt x="204" y="909"/>
                </a:lnTo>
                <a:lnTo>
                  <a:pt x="205" y="910"/>
                </a:lnTo>
                <a:lnTo>
                  <a:pt x="206" y="910"/>
                </a:lnTo>
                <a:lnTo>
                  <a:pt x="207" y="909"/>
                </a:lnTo>
                <a:lnTo>
                  <a:pt x="208" y="908"/>
                </a:lnTo>
                <a:lnTo>
                  <a:pt x="209" y="907"/>
                </a:lnTo>
                <a:lnTo>
                  <a:pt x="210" y="907"/>
                </a:lnTo>
                <a:lnTo>
                  <a:pt x="210" y="908"/>
                </a:lnTo>
                <a:lnTo>
                  <a:pt x="211" y="909"/>
                </a:lnTo>
                <a:lnTo>
                  <a:pt x="212" y="909"/>
                </a:lnTo>
                <a:lnTo>
                  <a:pt x="214" y="908"/>
                </a:lnTo>
                <a:lnTo>
                  <a:pt x="214" y="909"/>
                </a:lnTo>
                <a:lnTo>
                  <a:pt x="215" y="909"/>
                </a:lnTo>
                <a:lnTo>
                  <a:pt x="216" y="909"/>
                </a:lnTo>
                <a:lnTo>
                  <a:pt x="217" y="909"/>
                </a:lnTo>
                <a:lnTo>
                  <a:pt x="217" y="910"/>
                </a:lnTo>
                <a:lnTo>
                  <a:pt x="218" y="910"/>
                </a:lnTo>
                <a:lnTo>
                  <a:pt x="219" y="909"/>
                </a:lnTo>
                <a:lnTo>
                  <a:pt x="219" y="908"/>
                </a:lnTo>
                <a:lnTo>
                  <a:pt x="219" y="907"/>
                </a:lnTo>
                <a:lnTo>
                  <a:pt x="218" y="907"/>
                </a:lnTo>
                <a:lnTo>
                  <a:pt x="219" y="906"/>
                </a:lnTo>
                <a:lnTo>
                  <a:pt x="220" y="905"/>
                </a:lnTo>
                <a:lnTo>
                  <a:pt x="221" y="904"/>
                </a:lnTo>
                <a:lnTo>
                  <a:pt x="221" y="903"/>
                </a:lnTo>
                <a:lnTo>
                  <a:pt x="221" y="902"/>
                </a:lnTo>
                <a:lnTo>
                  <a:pt x="222" y="902"/>
                </a:lnTo>
                <a:lnTo>
                  <a:pt x="223" y="901"/>
                </a:lnTo>
                <a:lnTo>
                  <a:pt x="224" y="902"/>
                </a:lnTo>
                <a:lnTo>
                  <a:pt x="225" y="902"/>
                </a:lnTo>
                <a:lnTo>
                  <a:pt x="226" y="903"/>
                </a:lnTo>
                <a:lnTo>
                  <a:pt x="227" y="904"/>
                </a:lnTo>
                <a:lnTo>
                  <a:pt x="228" y="904"/>
                </a:lnTo>
                <a:lnTo>
                  <a:pt x="229" y="904"/>
                </a:lnTo>
                <a:lnTo>
                  <a:pt x="229" y="903"/>
                </a:lnTo>
                <a:lnTo>
                  <a:pt x="229" y="902"/>
                </a:lnTo>
                <a:lnTo>
                  <a:pt x="229" y="901"/>
                </a:lnTo>
                <a:lnTo>
                  <a:pt x="229" y="900"/>
                </a:lnTo>
                <a:lnTo>
                  <a:pt x="230" y="900"/>
                </a:lnTo>
                <a:lnTo>
                  <a:pt x="231" y="900"/>
                </a:lnTo>
                <a:lnTo>
                  <a:pt x="232" y="900"/>
                </a:lnTo>
                <a:lnTo>
                  <a:pt x="233" y="900"/>
                </a:lnTo>
                <a:lnTo>
                  <a:pt x="234" y="900"/>
                </a:lnTo>
                <a:lnTo>
                  <a:pt x="235" y="900"/>
                </a:lnTo>
                <a:lnTo>
                  <a:pt x="237" y="900"/>
                </a:lnTo>
                <a:lnTo>
                  <a:pt x="238" y="900"/>
                </a:lnTo>
                <a:lnTo>
                  <a:pt x="240" y="901"/>
                </a:lnTo>
                <a:lnTo>
                  <a:pt x="241" y="901"/>
                </a:lnTo>
                <a:lnTo>
                  <a:pt x="242" y="901"/>
                </a:lnTo>
                <a:lnTo>
                  <a:pt x="244" y="900"/>
                </a:lnTo>
                <a:lnTo>
                  <a:pt x="245" y="899"/>
                </a:lnTo>
                <a:lnTo>
                  <a:pt x="246" y="898"/>
                </a:lnTo>
                <a:lnTo>
                  <a:pt x="248" y="897"/>
                </a:lnTo>
                <a:lnTo>
                  <a:pt x="249" y="897"/>
                </a:lnTo>
                <a:lnTo>
                  <a:pt x="249" y="896"/>
                </a:lnTo>
                <a:lnTo>
                  <a:pt x="250" y="895"/>
                </a:lnTo>
                <a:lnTo>
                  <a:pt x="250" y="896"/>
                </a:lnTo>
                <a:lnTo>
                  <a:pt x="251" y="896"/>
                </a:lnTo>
                <a:lnTo>
                  <a:pt x="251" y="897"/>
                </a:lnTo>
                <a:lnTo>
                  <a:pt x="250" y="898"/>
                </a:lnTo>
                <a:lnTo>
                  <a:pt x="251" y="899"/>
                </a:lnTo>
                <a:lnTo>
                  <a:pt x="252" y="899"/>
                </a:lnTo>
                <a:lnTo>
                  <a:pt x="253" y="899"/>
                </a:lnTo>
                <a:lnTo>
                  <a:pt x="253" y="900"/>
                </a:lnTo>
                <a:lnTo>
                  <a:pt x="254" y="900"/>
                </a:lnTo>
                <a:lnTo>
                  <a:pt x="254" y="901"/>
                </a:lnTo>
                <a:lnTo>
                  <a:pt x="254" y="902"/>
                </a:lnTo>
                <a:lnTo>
                  <a:pt x="254" y="903"/>
                </a:lnTo>
                <a:lnTo>
                  <a:pt x="254" y="904"/>
                </a:lnTo>
                <a:lnTo>
                  <a:pt x="254" y="905"/>
                </a:lnTo>
                <a:lnTo>
                  <a:pt x="255" y="905"/>
                </a:lnTo>
                <a:lnTo>
                  <a:pt x="255" y="906"/>
                </a:lnTo>
                <a:lnTo>
                  <a:pt x="256" y="906"/>
                </a:lnTo>
                <a:lnTo>
                  <a:pt x="256" y="905"/>
                </a:lnTo>
                <a:lnTo>
                  <a:pt x="256" y="904"/>
                </a:lnTo>
                <a:lnTo>
                  <a:pt x="257" y="903"/>
                </a:lnTo>
                <a:lnTo>
                  <a:pt x="257" y="902"/>
                </a:lnTo>
                <a:lnTo>
                  <a:pt x="258" y="901"/>
                </a:lnTo>
                <a:lnTo>
                  <a:pt x="259" y="901"/>
                </a:lnTo>
                <a:lnTo>
                  <a:pt x="260" y="902"/>
                </a:lnTo>
                <a:lnTo>
                  <a:pt x="261" y="902"/>
                </a:lnTo>
                <a:lnTo>
                  <a:pt x="261" y="901"/>
                </a:lnTo>
                <a:lnTo>
                  <a:pt x="262" y="901"/>
                </a:lnTo>
                <a:lnTo>
                  <a:pt x="263" y="901"/>
                </a:lnTo>
                <a:lnTo>
                  <a:pt x="264" y="901"/>
                </a:lnTo>
                <a:lnTo>
                  <a:pt x="265" y="900"/>
                </a:lnTo>
                <a:lnTo>
                  <a:pt x="266" y="899"/>
                </a:lnTo>
                <a:lnTo>
                  <a:pt x="267" y="898"/>
                </a:lnTo>
                <a:lnTo>
                  <a:pt x="267" y="897"/>
                </a:lnTo>
                <a:lnTo>
                  <a:pt x="268" y="897"/>
                </a:lnTo>
                <a:lnTo>
                  <a:pt x="270" y="897"/>
                </a:lnTo>
                <a:lnTo>
                  <a:pt x="271" y="896"/>
                </a:lnTo>
                <a:lnTo>
                  <a:pt x="271" y="895"/>
                </a:lnTo>
                <a:lnTo>
                  <a:pt x="272" y="894"/>
                </a:lnTo>
                <a:lnTo>
                  <a:pt x="273" y="893"/>
                </a:lnTo>
                <a:lnTo>
                  <a:pt x="274" y="893"/>
                </a:lnTo>
                <a:lnTo>
                  <a:pt x="274" y="892"/>
                </a:lnTo>
                <a:lnTo>
                  <a:pt x="274" y="890"/>
                </a:lnTo>
                <a:lnTo>
                  <a:pt x="274" y="889"/>
                </a:lnTo>
                <a:lnTo>
                  <a:pt x="273" y="888"/>
                </a:lnTo>
                <a:lnTo>
                  <a:pt x="274" y="888"/>
                </a:lnTo>
                <a:lnTo>
                  <a:pt x="275" y="885"/>
                </a:lnTo>
                <a:lnTo>
                  <a:pt x="276" y="883"/>
                </a:lnTo>
                <a:lnTo>
                  <a:pt x="277" y="882"/>
                </a:lnTo>
                <a:lnTo>
                  <a:pt x="278" y="882"/>
                </a:lnTo>
                <a:lnTo>
                  <a:pt x="279" y="881"/>
                </a:lnTo>
                <a:lnTo>
                  <a:pt x="280" y="880"/>
                </a:lnTo>
                <a:lnTo>
                  <a:pt x="280" y="879"/>
                </a:lnTo>
                <a:lnTo>
                  <a:pt x="281" y="878"/>
                </a:lnTo>
                <a:lnTo>
                  <a:pt x="282" y="878"/>
                </a:lnTo>
                <a:lnTo>
                  <a:pt x="283" y="877"/>
                </a:lnTo>
                <a:lnTo>
                  <a:pt x="284" y="877"/>
                </a:lnTo>
                <a:lnTo>
                  <a:pt x="284" y="876"/>
                </a:lnTo>
                <a:lnTo>
                  <a:pt x="284" y="875"/>
                </a:lnTo>
                <a:lnTo>
                  <a:pt x="284" y="874"/>
                </a:lnTo>
                <a:lnTo>
                  <a:pt x="284" y="873"/>
                </a:lnTo>
                <a:lnTo>
                  <a:pt x="284" y="872"/>
                </a:lnTo>
                <a:lnTo>
                  <a:pt x="284" y="871"/>
                </a:lnTo>
                <a:lnTo>
                  <a:pt x="284" y="870"/>
                </a:lnTo>
                <a:lnTo>
                  <a:pt x="285" y="870"/>
                </a:lnTo>
                <a:lnTo>
                  <a:pt x="286" y="870"/>
                </a:lnTo>
                <a:lnTo>
                  <a:pt x="286" y="869"/>
                </a:lnTo>
                <a:lnTo>
                  <a:pt x="285" y="868"/>
                </a:lnTo>
                <a:lnTo>
                  <a:pt x="284" y="867"/>
                </a:lnTo>
                <a:lnTo>
                  <a:pt x="283" y="866"/>
                </a:lnTo>
                <a:lnTo>
                  <a:pt x="283" y="865"/>
                </a:lnTo>
                <a:lnTo>
                  <a:pt x="283" y="864"/>
                </a:lnTo>
                <a:lnTo>
                  <a:pt x="283" y="863"/>
                </a:lnTo>
                <a:lnTo>
                  <a:pt x="283" y="862"/>
                </a:lnTo>
                <a:lnTo>
                  <a:pt x="284" y="862"/>
                </a:lnTo>
                <a:lnTo>
                  <a:pt x="285" y="861"/>
                </a:lnTo>
                <a:lnTo>
                  <a:pt x="285" y="860"/>
                </a:lnTo>
                <a:lnTo>
                  <a:pt x="286" y="860"/>
                </a:lnTo>
                <a:lnTo>
                  <a:pt x="287" y="861"/>
                </a:lnTo>
                <a:lnTo>
                  <a:pt x="288" y="860"/>
                </a:lnTo>
                <a:lnTo>
                  <a:pt x="288" y="859"/>
                </a:lnTo>
                <a:lnTo>
                  <a:pt x="289" y="859"/>
                </a:lnTo>
                <a:lnTo>
                  <a:pt x="289" y="858"/>
                </a:lnTo>
                <a:lnTo>
                  <a:pt x="290" y="857"/>
                </a:lnTo>
                <a:lnTo>
                  <a:pt x="291" y="857"/>
                </a:lnTo>
                <a:lnTo>
                  <a:pt x="291" y="856"/>
                </a:lnTo>
                <a:lnTo>
                  <a:pt x="290" y="855"/>
                </a:lnTo>
                <a:lnTo>
                  <a:pt x="290" y="854"/>
                </a:lnTo>
                <a:lnTo>
                  <a:pt x="291" y="854"/>
                </a:lnTo>
                <a:lnTo>
                  <a:pt x="291" y="853"/>
                </a:lnTo>
                <a:lnTo>
                  <a:pt x="291" y="852"/>
                </a:lnTo>
                <a:lnTo>
                  <a:pt x="291" y="851"/>
                </a:lnTo>
                <a:lnTo>
                  <a:pt x="291" y="850"/>
                </a:lnTo>
                <a:lnTo>
                  <a:pt x="291" y="849"/>
                </a:lnTo>
                <a:lnTo>
                  <a:pt x="291" y="848"/>
                </a:lnTo>
                <a:lnTo>
                  <a:pt x="291" y="847"/>
                </a:lnTo>
                <a:lnTo>
                  <a:pt x="292" y="847"/>
                </a:lnTo>
                <a:lnTo>
                  <a:pt x="292" y="846"/>
                </a:lnTo>
                <a:lnTo>
                  <a:pt x="293" y="845"/>
                </a:lnTo>
                <a:lnTo>
                  <a:pt x="293" y="843"/>
                </a:lnTo>
                <a:lnTo>
                  <a:pt x="294" y="843"/>
                </a:lnTo>
                <a:lnTo>
                  <a:pt x="294" y="842"/>
                </a:lnTo>
                <a:lnTo>
                  <a:pt x="295" y="842"/>
                </a:lnTo>
                <a:lnTo>
                  <a:pt x="296" y="842"/>
                </a:lnTo>
                <a:lnTo>
                  <a:pt x="296" y="843"/>
                </a:lnTo>
                <a:lnTo>
                  <a:pt x="297" y="842"/>
                </a:lnTo>
                <a:lnTo>
                  <a:pt x="297" y="841"/>
                </a:lnTo>
                <a:lnTo>
                  <a:pt x="298" y="841"/>
                </a:lnTo>
                <a:lnTo>
                  <a:pt x="299" y="841"/>
                </a:lnTo>
                <a:lnTo>
                  <a:pt x="300" y="840"/>
                </a:lnTo>
                <a:lnTo>
                  <a:pt x="301" y="840"/>
                </a:lnTo>
                <a:lnTo>
                  <a:pt x="301" y="841"/>
                </a:lnTo>
                <a:lnTo>
                  <a:pt x="301" y="840"/>
                </a:lnTo>
                <a:lnTo>
                  <a:pt x="302" y="840"/>
                </a:lnTo>
                <a:lnTo>
                  <a:pt x="302" y="839"/>
                </a:lnTo>
                <a:lnTo>
                  <a:pt x="302" y="838"/>
                </a:lnTo>
                <a:lnTo>
                  <a:pt x="303" y="837"/>
                </a:lnTo>
                <a:lnTo>
                  <a:pt x="303" y="836"/>
                </a:lnTo>
                <a:lnTo>
                  <a:pt x="304" y="836"/>
                </a:lnTo>
                <a:lnTo>
                  <a:pt x="304" y="835"/>
                </a:lnTo>
                <a:lnTo>
                  <a:pt x="305" y="835"/>
                </a:lnTo>
                <a:lnTo>
                  <a:pt x="305" y="836"/>
                </a:lnTo>
                <a:lnTo>
                  <a:pt x="306" y="836"/>
                </a:lnTo>
                <a:lnTo>
                  <a:pt x="307" y="836"/>
                </a:lnTo>
                <a:lnTo>
                  <a:pt x="309" y="835"/>
                </a:lnTo>
                <a:lnTo>
                  <a:pt x="311" y="834"/>
                </a:lnTo>
                <a:lnTo>
                  <a:pt x="312" y="833"/>
                </a:lnTo>
                <a:lnTo>
                  <a:pt x="312" y="832"/>
                </a:lnTo>
                <a:lnTo>
                  <a:pt x="313" y="831"/>
                </a:lnTo>
                <a:lnTo>
                  <a:pt x="314" y="831"/>
                </a:lnTo>
                <a:lnTo>
                  <a:pt x="315" y="831"/>
                </a:lnTo>
                <a:lnTo>
                  <a:pt x="316" y="832"/>
                </a:lnTo>
                <a:lnTo>
                  <a:pt x="317" y="833"/>
                </a:lnTo>
                <a:lnTo>
                  <a:pt x="318" y="832"/>
                </a:lnTo>
                <a:lnTo>
                  <a:pt x="320" y="832"/>
                </a:lnTo>
                <a:lnTo>
                  <a:pt x="322" y="832"/>
                </a:lnTo>
                <a:lnTo>
                  <a:pt x="323" y="832"/>
                </a:lnTo>
                <a:lnTo>
                  <a:pt x="324" y="832"/>
                </a:lnTo>
                <a:lnTo>
                  <a:pt x="325" y="833"/>
                </a:lnTo>
                <a:lnTo>
                  <a:pt x="325" y="834"/>
                </a:lnTo>
                <a:lnTo>
                  <a:pt x="325" y="835"/>
                </a:lnTo>
                <a:lnTo>
                  <a:pt x="326" y="835"/>
                </a:lnTo>
                <a:lnTo>
                  <a:pt x="327" y="835"/>
                </a:lnTo>
                <a:lnTo>
                  <a:pt x="327" y="836"/>
                </a:lnTo>
                <a:lnTo>
                  <a:pt x="328" y="836"/>
                </a:lnTo>
                <a:lnTo>
                  <a:pt x="329" y="836"/>
                </a:lnTo>
                <a:lnTo>
                  <a:pt x="329" y="837"/>
                </a:lnTo>
                <a:lnTo>
                  <a:pt x="330" y="837"/>
                </a:lnTo>
                <a:lnTo>
                  <a:pt x="331" y="837"/>
                </a:lnTo>
                <a:lnTo>
                  <a:pt x="332" y="837"/>
                </a:lnTo>
                <a:lnTo>
                  <a:pt x="332" y="836"/>
                </a:lnTo>
                <a:lnTo>
                  <a:pt x="334" y="836"/>
                </a:lnTo>
                <a:lnTo>
                  <a:pt x="335" y="836"/>
                </a:lnTo>
                <a:lnTo>
                  <a:pt x="336" y="835"/>
                </a:lnTo>
                <a:lnTo>
                  <a:pt x="337" y="836"/>
                </a:lnTo>
                <a:lnTo>
                  <a:pt x="338" y="836"/>
                </a:lnTo>
                <a:lnTo>
                  <a:pt x="339" y="836"/>
                </a:lnTo>
                <a:lnTo>
                  <a:pt x="339" y="837"/>
                </a:lnTo>
                <a:lnTo>
                  <a:pt x="339" y="838"/>
                </a:lnTo>
                <a:lnTo>
                  <a:pt x="340" y="838"/>
                </a:lnTo>
                <a:lnTo>
                  <a:pt x="341" y="838"/>
                </a:lnTo>
                <a:lnTo>
                  <a:pt x="343" y="837"/>
                </a:lnTo>
                <a:lnTo>
                  <a:pt x="344" y="837"/>
                </a:lnTo>
                <a:lnTo>
                  <a:pt x="345" y="836"/>
                </a:lnTo>
                <a:lnTo>
                  <a:pt x="346" y="835"/>
                </a:lnTo>
                <a:lnTo>
                  <a:pt x="347" y="835"/>
                </a:lnTo>
                <a:lnTo>
                  <a:pt x="348" y="834"/>
                </a:lnTo>
                <a:lnTo>
                  <a:pt x="349" y="834"/>
                </a:lnTo>
                <a:lnTo>
                  <a:pt x="350" y="834"/>
                </a:lnTo>
                <a:lnTo>
                  <a:pt x="350" y="835"/>
                </a:lnTo>
                <a:lnTo>
                  <a:pt x="351" y="835"/>
                </a:lnTo>
                <a:lnTo>
                  <a:pt x="352" y="835"/>
                </a:lnTo>
                <a:lnTo>
                  <a:pt x="353" y="835"/>
                </a:lnTo>
                <a:lnTo>
                  <a:pt x="354" y="836"/>
                </a:lnTo>
                <a:lnTo>
                  <a:pt x="355" y="836"/>
                </a:lnTo>
                <a:lnTo>
                  <a:pt x="357" y="836"/>
                </a:lnTo>
                <a:lnTo>
                  <a:pt x="358" y="836"/>
                </a:lnTo>
                <a:lnTo>
                  <a:pt x="358" y="837"/>
                </a:lnTo>
                <a:lnTo>
                  <a:pt x="357" y="837"/>
                </a:lnTo>
                <a:lnTo>
                  <a:pt x="357" y="838"/>
                </a:lnTo>
                <a:lnTo>
                  <a:pt x="358" y="839"/>
                </a:lnTo>
                <a:lnTo>
                  <a:pt x="359" y="839"/>
                </a:lnTo>
                <a:lnTo>
                  <a:pt x="360" y="838"/>
                </a:lnTo>
                <a:lnTo>
                  <a:pt x="361" y="838"/>
                </a:lnTo>
                <a:lnTo>
                  <a:pt x="362" y="838"/>
                </a:lnTo>
                <a:lnTo>
                  <a:pt x="363" y="838"/>
                </a:lnTo>
                <a:lnTo>
                  <a:pt x="364" y="838"/>
                </a:lnTo>
                <a:lnTo>
                  <a:pt x="365" y="838"/>
                </a:lnTo>
                <a:lnTo>
                  <a:pt x="366" y="838"/>
                </a:lnTo>
                <a:lnTo>
                  <a:pt x="367" y="838"/>
                </a:lnTo>
                <a:lnTo>
                  <a:pt x="368" y="838"/>
                </a:lnTo>
                <a:lnTo>
                  <a:pt x="369" y="838"/>
                </a:lnTo>
                <a:lnTo>
                  <a:pt x="370" y="837"/>
                </a:lnTo>
                <a:lnTo>
                  <a:pt x="371" y="837"/>
                </a:lnTo>
                <a:lnTo>
                  <a:pt x="373" y="837"/>
                </a:lnTo>
                <a:lnTo>
                  <a:pt x="374" y="837"/>
                </a:lnTo>
                <a:lnTo>
                  <a:pt x="375" y="837"/>
                </a:lnTo>
                <a:lnTo>
                  <a:pt x="376" y="837"/>
                </a:lnTo>
                <a:lnTo>
                  <a:pt x="377" y="837"/>
                </a:lnTo>
                <a:lnTo>
                  <a:pt x="379" y="837"/>
                </a:lnTo>
                <a:lnTo>
                  <a:pt x="380" y="837"/>
                </a:lnTo>
                <a:lnTo>
                  <a:pt x="381" y="836"/>
                </a:lnTo>
                <a:lnTo>
                  <a:pt x="381" y="835"/>
                </a:lnTo>
                <a:lnTo>
                  <a:pt x="382" y="835"/>
                </a:lnTo>
                <a:lnTo>
                  <a:pt x="383" y="836"/>
                </a:lnTo>
                <a:lnTo>
                  <a:pt x="384" y="836"/>
                </a:lnTo>
                <a:lnTo>
                  <a:pt x="385" y="836"/>
                </a:lnTo>
                <a:lnTo>
                  <a:pt x="385" y="835"/>
                </a:lnTo>
                <a:lnTo>
                  <a:pt x="386" y="834"/>
                </a:lnTo>
                <a:lnTo>
                  <a:pt x="386" y="833"/>
                </a:lnTo>
                <a:lnTo>
                  <a:pt x="387" y="833"/>
                </a:lnTo>
                <a:lnTo>
                  <a:pt x="388" y="833"/>
                </a:lnTo>
                <a:lnTo>
                  <a:pt x="389" y="833"/>
                </a:lnTo>
                <a:lnTo>
                  <a:pt x="389" y="832"/>
                </a:lnTo>
                <a:lnTo>
                  <a:pt x="389" y="831"/>
                </a:lnTo>
                <a:lnTo>
                  <a:pt x="388" y="830"/>
                </a:lnTo>
                <a:lnTo>
                  <a:pt x="388" y="829"/>
                </a:lnTo>
                <a:lnTo>
                  <a:pt x="387" y="828"/>
                </a:lnTo>
                <a:lnTo>
                  <a:pt x="387" y="827"/>
                </a:lnTo>
                <a:lnTo>
                  <a:pt x="388" y="827"/>
                </a:lnTo>
                <a:lnTo>
                  <a:pt x="388" y="826"/>
                </a:lnTo>
                <a:lnTo>
                  <a:pt x="388" y="825"/>
                </a:lnTo>
                <a:lnTo>
                  <a:pt x="389" y="824"/>
                </a:lnTo>
                <a:lnTo>
                  <a:pt x="390" y="823"/>
                </a:lnTo>
                <a:lnTo>
                  <a:pt x="391" y="822"/>
                </a:lnTo>
                <a:lnTo>
                  <a:pt x="393" y="821"/>
                </a:lnTo>
                <a:lnTo>
                  <a:pt x="394" y="821"/>
                </a:lnTo>
                <a:lnTo>
                  <a:pt x="395" y="820"/>
                </a:lnTo>
                <a:lnTo>
                  <a:pt x="396" y="820"/>
                </a:lnTo>
                <a:lnTo>
                  <a:pt x="396" y="819"/>
                </a:lnTo>
                <a:lnTo>
                  <a:pt x="397" y="819"/>
                </a:lnTo>
                <a:lnTo>
                  <a:pt x="398" y="819"/>
                </a:lnTo>
                <a:lnTo>
                  <a:pt x="401" y="819"/>
                </a:lnTo>
                <a:lnTo>
                  <a:pt x="402" y="819"/>
                </a:lnTo>
                <a:lnTo>
                  <a:pt x="403" y="819"/>
                </a:lnTo>
                <a:lnTo>
                  <a:pt x="404" y="819"/>
                </a:lnTo>
                <a:lnTo>
                  <a:pt x="405" y="819"/>
                </a:lnTo>
                <a:lnTo>
                  <a:pt x="405" y="818"/>
                </a:lnTo>
                <a:lnTo>
                  <a:pt x="406" y="819"/>
                </a:lnTo>
                <a:lnTo>
                  <a:pt x="408" y="818"/>
                </a:lnTo>
                <a:lnTo>
                  <a:pt x="409" y="818"/>
                </a:lnTo>
                <a:lnTo>
                  <a:pt x="411" y="817"/>
                </a:lnTo>
                <a:lnTo>
                  <a:pt x="412" y="816"/>
                </a:lnTo>
                <a:lnTo>
                  <a:pt x="413" y="816"/>
                </a:lnTo>
                <a:lnTo>
                  <a:pt x="415" y="816"/>
                </a:lnTo>
                <a:lnTo>
                  <a:pt x="416" y="815"/>
                </a:lnTo>
                <a:lnTo>
                  <a:pt x="417" y="815"/>
                </a:lnTo>
                <a:lnTo>
                  <a:pt x="417" y="814"/>
                </a:lnTo>
                <a:lnTo>
                  <a:pt x="417" y="813"/>
                </a:lnTo>
                <a:lnTo>
                  <a:pt x="417" y="812"/>
                </a:lnTo>
                <a:lnTo>
                  <a:pt x="418" y="808"/>
                </a:lnTo>
                <a:lnTo>
                  <a:pt x="418" y="806"/>
                </a:lnTo>
                <a:lnTo>
                  <a:pt x="419" y="805"/>
                </a:lnTo>
                <a:lnTo>
                  <a:pt x="420" y="804"/>
                </a:lnTo>
                <a:lnTo>
                  <a:pt x="419" y="802"/>
                </a:lnTo>
                <a:lnTo>
                  <a:pt x="419" y="801"/>
                </a:lnTo>
                <a:lnTo>
                  <a:pt x="419" y="800"/>
                </a:lnTo>
                <a:lnTo>
                  <a:pt x="420" y="799"/>
                </a:lnTo>
                <a:lnTo>
                  <a:pt x="421" y="799"/>
                </a:lnTo>
                <a:lnTo>
                  <a:pt x="424" y="798"/>
                </a:lnTo>
                <a:lnTo>
                  <a:pt x="426" y="798"/>
                </a:lnTo>
                <a:lnTo>
                  <a:pt x="427" y="798"/>
                </a:lnTo>
                <a:lnTo>
                  <a:pt x="429" y="798"/>
                </a:lnTo>
                <a:lnTo>
                  <a:pt x="430" y="798"/>
                </a:lnTo>
                <a:lnTo>
                  <a:pt x="431" y="798"/>
                </a:lnTo>
                <a:lnTo>
                  <a:pt x="432" y="798"/>
                </a:lnTo>
                <a:lnTo>
                  <a:pt x="433" y="798"/>
                </a:lnTo>
                <a:lnTo>
                  <a:pt x="434" y="799"/>
                </a:lnTo>
                <a:lnTo>
                  <a:pt x="435" y="799"/>
                </a:lnTo>
                <a:lnTo>
                  <a:pt x="435" y="798"/>
                </a:lnTo>
                <a:lnTo>
                  <a:pt x="436" y="798"/>
                </a:lnTo>
                <a:lnTo>
                  <a:pt x="437" y="798"/>
                </a:lnTo>
                <a:lnTo>
                  <a:pt x="438" y="798"/>
                </a:lnTo>
                <a:lnTo>
                  <a:pt x="440" y="798"/>
                </a:lnTo>
                <a:lnTo>
                  <a:pt x="440" y="797"/>
                </a:lnTo>
                <a:lnTo>
                  <a:pt x="440" y="796"/>
                </a:lnTo>
                <a:lnTo>
                  <a:pt x="441" y="796"/>
                </a:lnTo>
                <a:lnTo>
                  <a:pt x="442" y="796"/>
                </a:lnTo>
                <a:lnTo>
                  <a:pt x="443" y="796"/>
                </a:lnTo>
                <a:lnTo>
                  <a:pt x="445" y="796"/>
                </a:lnTo>
                <a:lnTo>
                  <a:pt x="446" y="796"/>
                </a:lnTo>
                <a:lnTo>
                  <a:pt x="447" y="795"/>
                </a:lnTo>
                <a:lnTo>
                  <a:pt x="448" y="795"/>
                </a:lnTo>
                <a:lnTo>
                  <a:pt x="449" y="795"/>
                </a:lnTo>
                <a:lnTo>
                  <a:pt x="451" y="794"/>
                </a:lnTo>
                <a:lnTo>
                  <a:pt x="452" y="793"/>
                </a:lnTo>
                <a:lnTo>
                  <a:pt x="453" y="793"/>
                </a:lnTo>
                <a:lnTo>
                  <a:pt x="453" y="792"/>
                </a:lnTo>
                <a:lnTo>
                  <a:pt x="454" y="791"/>
                </a:lnTo>
                <a:lnTo>
                  <a:pt x="455" y="790"/>
                </a:lnTo>
                <a:lnTo>
                  <a:pt x="456" y="789"/>
                </a:lnTo>
                <a:lnTo>
                  <a:pt x="457" y="789"/>
                </a:lnTo>
                <a:lnTo>
                  <a:pt x="458" y="789"/>
                </a:lnTo>
                <a:lnTo>
                  <a:pt x="458" y="790"/>
                </a:lnTo>
                <a:lnTo>
                  <a:pt x="459" y="790"/>
                </a:lnTo>
                <a:lnTo>
                  <a:pt x="460" y="790"/>
                </a:lnTo>
                <a:lnTo>
                  <a:pt x="461" y="789"/>
                </a:lnTo>
                <a:lnTo>
                  <a:pt x="462" y="790"/>
                </a:lnTo>
                <a:lnTo>
                  <a:pt x="463" y="790"/>
                </a:lnTo>
                <a:lnTo>
                  <a:pt x="464" y="790"/>
                </a:lnTo>
                <a:lnTo>
                  <a:pt x="464" y="789"/>
                </a:lnTo>
                <a:lnTo>
                  <a:pt x="465" y="788"/>
                </a:lnTo>
                <a:lnTo>
                  <a:pt x="466" y="787"/>
                </a:lnTo>
                <a:lnTo>
                  <a:pt x="467" y="786"/>
                </a:lnTo>
                <a:lnTo>
                  <a:pt x="468" y="786"/>
                </a:lnTo>
                <a:lnTo>
                  <a:pt x="468" y="785"/>
                </a:lnTo>
                <a:lnTo>
                  <a:pt x="469" y="785"/>
                </a:lnTo>
                <a:lnTo>
                  <a:pt x="468" y="784"/>
                </a:lnTo>
                <a:lnTo>
                  <a:pt x="468" y="783"/>
                </a:lnTo>
                <a:lnTo>
                  <a:pt x="469" y="782"/>
                </a:lnTo>
                <a:lnTo>
                  <a:pt x="471" y="781"/>
                </a:lnTo>
                <a:lnTo>
                  <a:pt x="472" y="781"/>
                </a:lnTo>
                <a:lnTo>
                  <a:pt x="474" y="781"/>
                </a:lnTo>
                <a:lnTo>
                  <a:pt x="475" y="781"/>
                </a:lnTo>
                <a:lnTo>
                  <a:pt x="476" y="781"/>
                </a:lnTo>
                <a:lnTo>
                  <a:pt x="477" y="780"/>
                </a:lnTo>
                <a:lnTo>
                  <a:pt x="478" y="781"/>
                </a:lnTo>
                <a:lnTo>
                  <a:pt x="479" y="781"/>
                </a:lnTo>
                <a:lnTo>
                  <a:pt x="480" y="780"/>
                </a:lnTo>
                <a:lnTo>
                  <a:pt x="482" y="779"/>
                </a:lnTo>
                <a:lnTo>
                  <a:pt x="482" y="778"/>
                </a:lnTo>
                <a:lnTo>
                  <a:pt x="483" y="777"/>
                </a:lnTo>
                <a:lnTo>
                  <a:pt x="484" y="777"/>
                </a:lnTo>
                <a:lnTo>
                  <a:pt x="484" y="778"/>
                </a:lnTo>
                <a:lnTo>
                  <a:pt x="484" y="777"/>
                </a:lnTo>
                <a:lnTo>
                  <a:pt x="486" y="777"/>
                </a:lnTo>
                <a:lnTo>
                  <a:pt x="487" y="776"/>
                </a:lnTo>
                <a:lnTo>
                  <a:pt x="488" y="775"/>
                </a:lnTo>
                <a:lnTo>
                  <a:pt x="488" y="774"/>
                </a:lnTo>
                <a:lnTo>
                  <a:pt x="489" y="774"/>
                </a:lnTo>
                <a:lnTo>
                  <a:pt x="489" y="773"/>
                </a:lnTo>
                <a:lnTo>
                  <a:pt x="490" y="773"/>
                </a:lnTo>
                <a:lnTo>
                  <a:pt x="490" y="772"/>
                </a:lnTo>
                <a:lnTo>
                  <a:pt x="491" y="772"/>
                </a:lnTo>
                <a:lnTo>
                  <a:pt x="492" y="771"/>
                </a:lnTo>
                <a:lnTo>
                  <a:pt x="494" y="771"/>
                </a:lnTo>
                <a:lnTo>
                  <a:pt x="494" y="770"/>
                </a:lnTo>
                <a:lnTo>
                  <a:pt x="495" y="770"/>
                </a:lnTo>
                <a:lnTo>
                  <a:pt x="496" y="771"/>
                </a:lnTo>
                <a:lnTo>
                  <a:pt x="497" y="771"/>
                </a:lnTo>
                <a:lnTo>
                  <a:pt x="498" y="771"/>
                </a:lnTo>
                <a:lnTo>
                  <a:pt x="498" y="770"/>
                </a:lnTo>
                <a:lnTo>
                  <a:pt x="498" y="769"/>
                </a:lnTo>
                <a:lnTo>
                  <a:pt x="499" y="769"/>
                </a:lnTo>
                <a:lnTo>
                  <a:pt x="499" y="768"/>
                </a:lnTo>
                <a:lnTo>
                  <a:pt x="500" y="768"/>
                </a:lnTo>
                <a:lnTo>
                  <a:pt x="504" y="767"/>
                </a:lnTo>
                <a:lnTo>
                  <a:pt x="505" y="767"/>
                </a:lnTo>
                <a:lnTo>
                  <a:pt x="506" y="766"/>
                </a:lnTo>
                <a:lnTo>
                  <a:pt x="506" y="765"/>
                </a:lnTo>
                <a:lnTo>
                  <a:pt x="508" y="764"/>
                </a:lnTo>
                <a:lnTo>
                  <a:pt x="509" y="764"/>
                </a:lnTo>
                <a:lnTo>
                  <a:pt x="511" y="764"/>
                </a:lnTo>
                <a:lnTo>
                  <a:pt x="513" y="764"/>
                </a:lnTo>
                <a:lnTo>
                  <a:pt x="514" y="764"/>
                </a:lnTo>
                <a:lnTo>
                  <a:pt x="515" y="763"/>
                </a:lnTo>
                <a:lnTo>
                  <a:pt x="516" y="763"/>
                </a:lnTo>
                <a:lnTo>
                  <a:pt x="517" y="762"/>
                </a:lnTo>
                <a:lnTo>
                  <a:pt x="518" y="761"/>
                </a:lnTo>
                <a:lnTo>
                  <a:pt x="518" y="760"/>
                </a:lnTo>
                <a:lnTo>
                  <a:pt x="519" y="760"/>
                </a:lnTo>
                <a:lnTo>
                  <a:pt x="520" y="760"/>
                </a:lnTo>
                <a:lnTo>
                  <a:pt x="520" y="759"/>
                </a:lnTo>
                <a:lnTo>
                  <a:pt x="520" y="758"/>
                </a:lnTo>
                <a:lnTo>
                  <a:pt x="521" y="758"/>
                </a:lnTo>
                <a:lnTo>
                  <a:pt x="522" y="757"/>
                </a:lnTo>
                <a:lnTo>
                  <a:pt x="523" y="756"/>
                </a:lnTo>
                <a:lnTo>
                  <a:pt x="524" y="756"/>
                </a:lnTo>
                <a:lnTo>
                  <a:pt x="524" y="755"/>
                </a:lnTo>
                <a:lnTo>
                  <a:pt x="525" y="755"/>
                </a:lnTo>
                <a:lnTo>
                  <a:pt x="525" y="756"/>
                </a:lnTo>
                <a:lnTo>
                  <a:pt x="526" y="756"/>
                </a:lnTo>
                <a:lnTo>
                  <a:pt x="526" y="757"/>
                </a:lnTo>
                <a:lnTo>
                  <a:pt x="527" y="757"/>
                </a:lnTo>
                <a:lnTo>
                  <a:pt x="528" y="756"/>
                </a:lnTo>
                <a:lnTo>
                  <a:pt x="529" y="755"/>
                </a:lnTo>
                <a:lnTo>
                  <a:pt x="530" y="754"/>
                </a:lnTo>
                <a:lnTo>
                  <a:pt x="532" y="753"/>
                </a:lnTo>
                <a:lnTo>
                  <a:pt x="533" y="752"/>
                </a:lnTo>
                <a:lnTo>
                  <a:pt x="534" y="752"/>
                </a:lnTo>
                <a:lnTo>
                  <a:pt x="537" y="751"/>
                </a:lnTo>
                <a:lnTo>
                  <a:pt x="538" y="751"/>
                </a:lnTo>
                <a:lnTo>
                  <a:pt x="539" y="751"/>
                </a:lnTo>
                <a:lnTo>
                  <a:pt x="539" y="752"/>
                </a:lnTo>
                <a:lnTo>
                  <a:pt x="540" y="753"/>
                </a:lnTo>
                <a:lnTo>
                  <a:pt x="541" y="753"/>
                </a:lnTo>
                <a:lnTo>
                  <a:pt x="545" y="753"/>
                </a:lnTo>
                <a:lnTo>
                  <a:pt x="546" y="752"/>
                </a:lnTo>
                <a:lnTo>
                  <a:pt x="548" y="752"/>
                </a:lnTo>
                <a:lnTo>
                  <a:pt x="549" y="751"/>
                </a:lnTo>
                <a:lnTo>
                  <a:pt x="550" y="751"/>
                </a:lnTo>
                <a:lnTo>
                  <a:pt x="551" y="750"/>
                </a:lnTo>
                <a:lnTo>
                  <a:pt x="551" y="749"/>
                </a:lnTo>
                <a:lnTo>
                  <a:pt x="552" y="748"/>
                </a:lnTo>
                <a:lnTo>
                  <a:pt x="553" y="747"/>
                </a:lnTo>
                <a:lnTo>
                  <a:pt x="555" y="747"/>
                </a:lnTo>
                <a:lnTo>
                  <a:pt x="557" y="747"/>
                </a:lnTo>
                <a:lnTo>
                  <a:pt x="558" y="747"/>
                </a:lnTo>
                <a:lnTo>
                  <a:pt x="559" y="747"/>
                </a:lnTo>
                <a:lnTo>
                  <a:pt x="560" y="746"/>
                </a:lnTo>
                <a:lnTo>
                  <a:pt x="562" y="746"/>
                </a:lnTo>
                <a:lnTo>
                  <a:pt x="563" y="746"/>
                </a:lnTo>
                <a:lnTo>
                  <a:pt x="564" y="746"/>
                </a:lnTo>
                <a:lnTo>
                  <a:pt x="564" y="747"/>
                </a:lnTo>
                <a:lnTo>
                  <a:pt x="565" y="747"/>
                </a:lnTo>
                <a:lnTo>
                  <a:pt x="565" y="746"/>
                </a:lnTo>
                <a:lnTo>
                  <a:pt x="566" y="746"/>
                </a:lnTo>
                <a:lnTo>
                  <a:pt x="567" y="744"/>
                </a:lnTo>
                <a:lnTo>
                  <a:pt x="567" y="743"/>
                </a:lnTo>
                <a:lnTo>
                  <a:pt x="568" y="743"/>
                </a:lnTo>
                <a:lnTo>
                  <a:pt x="568" y="742"/>
                </a:lnTo>
                <a:lnTo>
                  <a:pt x="568" y="741"/>
                </a:lnTo>
                <a:lnTo>
                  <a:pt x="568" y="740"/>
                </a:lnTo>
                <a:lnTo>
                  <a:pt x="569" y="740"/>
                </a:lnTo>
                <a:lnTo>
                  <a:pt x="570" y="739"/>
                </a:lnTo>
                <a:lnTo>
                  <a:pt x="571" y="739"/>
                </a:lnTo>
                <a:lnTo>
                  <a:pt x="572" y="738"/>
                </a:lnTo>
                <a:lnTo>
                  <a:pt x="572" y="737"/>
                </a:lnTo>
                <a:lnTo>
                  <a:pt x="572" y="736"/>
                </a:lnTo>
                <a:lnTo>
                  <a:pt x="572" y="735"/>
                </a:lnTo>
                <a:lnTo>
                  <a:pt x="572" y="734"/>
                </a:lnTo>
                <a:lnTo>
                  <a:pt x="573" y="733"/>
                </a:lnTo>
                <a:lnTo>
                  <a:pt x="574" y="733"/>
                </a:lnTo>
                <a:lnTo>
                  <a:pt x="575" y="733"/>
                </a:lnTo>
                <a:lnTo>
                  <a:pt x="576" y="732"/>
                </a:lnTo>
                <a:lnTo>
                  <a:pt x="577" y="732"/>
                </a:lnTo>
                <a:lnTo>
                  <a:pt x="578" y="731"/>
                </a:lnTo>
                <a:lnTo>
                  <a:pt x="581" y="731"/>
                </a:lnTo>
                <a:lnTo>
                  <a:pt x="582" y="732"/>
                </a:lnTo>
                <a:lnTo>
                  <a:pt x="585" y="732"/>
                </a:lnTo>
                <a:lnTo>
                  <a:pt x="586" y="731"/>
                </a:lnTo>
                <a:lnTo>
                  <a:pt x="588" y="731"/>
                </a:lnTo>
                <a:lnTo>
                  <a:pt x="590" y="731"/>
                </a:lnTo>
                <a:lnTo>
                  <a:pt x="592" y="731"/>
                </a:lnTo>
                <a:lnTo>
                  <a:pt x="593" y="731"/>
                </a:lnTo>
                <a:lnTo>
                  <a:pt x="594" y="731"/>
                </a:lnTo>
                <a:lnTo>
                  <a:pt x="595" y="732"/>
                </a:lnTo>
                <a:lnTo>
                  <a:pt x="597" y="732"/>
                </a:lnTo>
                <a:lnTo>
                  <a:pt x="599" y="732"/>
                </a:lnTo>
                <a:lnTo>
                  <a:pt x="600" y="732"/>
                </a:lnTo>
                <a:lnTo>
                  <a:pt x="600" y="731"/>
                </a:lnTo>
                <a:lnTo>
                  <a:pt x="600" y="730"/>
                </a:lnTo>
                <a:lnTo>
                  <a:pt x="602" y="728"/>
                </a:lnTo>
                <a:lnTo>
                  <a:pt x="603" y="727"/>
                </a:lnTo>
                <a:lnTo>
                  <a:pt x="602" y="727"/>
                </a:lnTo>
                <a:lnTo>
                  <a:pt x="601" y="726"/>
                </a:lnTo>
                <a:lnTo>
                  <a:pt x="600" y="726"/>
                </a:lnTo>
                <a:lnTo>
                  <a:pt x="600" y="725"/>
                </a:lnTo>
                <a:lnTo>
                  <a:pt x="599" y="723"/>
                </a:lnTo>
                <a:lnTo>
                  <a:pt x="598" y="721"/>
                </a:lnTo>
                <a:lnTo>
                  <a:pt x="598" y="720"/>
                </a:lnTo>
                <a:lnTo>
                  <a:pt x="599" y="720"/>
                </a:lnTo>
                <a:lnTo>
                  <a:pt x="600" y="720"/>
                </a:lnTo>
                <a:lnTo>
                  <a:pt x="600" y="719"/>
                </a:lnTo>
                <a:lnTo>
                  <a:pt x="600" y="716"/>
                </a:lnTo>
                <a:lnTo>
                  <a:pt x="601" y="715"/>
                </a:lnTo>
                <a:lnTo>
                  <a:pt x="603" y="715"/>
                </a:lnTo>
                <a:lnTo>
                  <a:pt x="604" y="715"/>
                </a:lnTo>
                <a:lnTo>
                  <a:pt x="606" y="714"/>
                </a:lnTo>
                <a:lnTo>
                  <a:pt x="608" y="713"/>
                </a:lnTo>
                <a:lnTo>
                  <a:pt x="609" y="713"/>
                </a:lnTo>
                <a:lnTo>
                  <a:pt x="610" y="713"/>
                </a:lnTo>
                <a:lnTo>
                  <a:pt x="611" y="712"/>
                </a:lnTo>
                <a:lnTo>
                  <a:pt x="611" y="711"/>
                </a:lnTo>
                <a:lnTo>
                  <a:pt x="612" y="710"/>
                </a:lnTo>
                <a:lnTo>
                  <a:pt x="611" y="709"/>
                </a:lnTo>
                <a:lnTo>
                  <a:pt x="611" y="708"/>
                </a:lnTo>
                <a:lnTo>
                  <a:pt x="610" y="707"/>
                </a:lnTo>
                <a:lnTo>
                  <a:pt x="610" y="706"/>
                </a:lnTo>
                <a:lnTo>
                  <a:pt x="610" y="705"/>
                </a:lnTo>
                <a:lnTo>
                  <a:pt x="611" y="704"/>
                </a:lnTo>
                <a:lnTo>
                  <a:pt x="611" y="703"/>
                </a:lnTo>
                <a:lnTo>
                  <a:pt x="610" y="703"/>
                </a:lnTo>
                <a:lnTo>
                  <a:pt x="609" y="702"/>
                </a:lnTo>
                <a:lnTo>
                  <a:pt x="607" y="701"/>
                </a:lnTo>
                <a:lnTo>
                  <a:pt x="607" y="700"/>
                </a:lnTo>
                <a:lnTo>
                  <a:pt x="606" y="699"/>
                </a:lnTo>
                <a:lnTo>
                  <a:pt x="606" y="698"/>
                </a:lnTo>
                <a:lnTo>
                  <a:pt x="606" y="696"/>
                </a:lnTo>
                <a:lnTo>
                  <a:pt x="606" y="694"/>
                </a:lnTo>
                <a:lnTo>
                  <a:pt x="604" y="693"/>
                </a:lnTo>
                <a:lnTo>
                  <a:pt x="604" y="692"/>
                </a:lnTo>
                <a:lnTo>
                  <a:pt x="604" y="691"/>
                </a:lnTo>
                <a:lnTo>
                  <a:pt x="604" y="689"/>
                </a:lnTo>
                <a:lnTo>
                  <a:pt x="604" y="688"/>
                </a:lnTo>
                <a:lnTo>
                  <a:pt x="605" y="687"/>
                </a:lnTo>
                <a:lnTo>
                  <a:pt x="607" y="686"/>
                </a:lnTo>
                <a:lnTo>
                  <a:pt x="610" y="684"/>
                </a:lnTo>
                <a:lnTo>
                  <a:pt x="611" y="684"/>
                </a:lnTo>
                <a:lnTo>
                  <a:pt x="610" y="683"/>
                </a:lnTo>
                <a:lnTo>
                  <a:pt x="609" y="684"/>
                </a:lnTo>
                <a:lnTo>
                  <a:pt x="608" y="683"/>
                </a:lnTo>
                <a:lnTo>
                  <a:pt x="607" y="682"/>
                </a:lnTo>
                <a:lnTo>
                  <a:pt x="606" y="682"/>
                </a:lnTo>
                <a:lnTo>
                  <a:pt x="606" y="681"/>
                </a:lnTo>
                <a:lnTo>
                  <a:pt x="605" y="681"/>
                </a:lnTo>
                <a:lnTo>
                  <a:pt x="605" y="680"/>
                </a:lnTo>
                <a:lnTo>
                  <a:pt x="604" y="680"/>
                </a:lnTo>
                <a:lnTo>
                  <a:pt x="604" y="679"/>
                </a:lnTo>
                <a:lnTo>
                  <a:pt x="603" y="677"/>
                </a:lnTo>
                <a:lnTo>
                  <a:pt x="602" y="676"/>
                </a:lnTo>
                <a:lnTo>
                  <a:pt x="602" y="675"/>
                </a:lnTo>
                <a:lnTo>
                  <a:pt x="600" y="673"/>
                </a:lnTo>
                <a:lnTo>
                  <a:pt x="600" y="672"/>
                </a:lnTo>
                <a:lnTo>
                  <a:pt x="600" y="671"/>
                </a:lnTo>
                <a:lnTo>
                  <a:pt x="601" y="670"/>
                </a:lnTo>
                <a:lnTo>
                  <a:pt x="601" y="669"/>
                </a:lnTo>
                <a:lnTo>
                  <a:pt x="601" y="668"/>
                </a:lnTo>
                <a:lnTo>
                  <a:pt x="601" y="667"/>
                </a:lnTo>
                <a:lnTo>
                  <a:pt x="602" y="667"/>
                </a:lnTo>
                <a:lnTo>
                  <a:pt x="604" y="666"/>
                </a:lnTo>
                <a:lnTo>
                  <a:pt x="606" y="665"/>
                </a:lnTo>
                <a:lnTo>
                  <a:pt x="605" y="663"/>
                </a:lnTo>
                <a:lnTo>
                  <a:pt x="609" y="656"/>
                </a:lnTo>
                <a:lnTo>
                  <a:pt x="609" y="652"/>
                </a:lnTo>
                <a:lnTo>
                  <a:pt x="610" y="650"/>
                </a:lnTo>
                <a:lnTo>
                  <a:pt x="611" y="650"/>
                </a:lnTo>
                <a:lnTo>
                  <a:pt x="611" y="651"/>
                </a:lnTo>
                <a:lnTo>
                  <a:pt x="612" y="651"/>
                </a:lnTo>
                <a:lnTo>
                  <a:pt x="613" y="650"/>
                </a:lnTo>
                <a:lnTo>
                  <a:pt x="614" y="650"/>
                </a:lnTo>
                <a:lnTo>
                  <a:pt x="615" y="650"/>
                </a:lnTo>
                <a:lnTo>
                  <a:pt x="615" y="651"/>
                </a:lnTo>
                <a:lnTo>
                  <a:pt x="616" y="651"/>
                </a:lnTo>
                <a:lnTo>
                  <a:pt x="617" y="651"/>
                </a:lnTo>
                <a:lnTo>
                  <a:pt x="618" y="651"/>
                </a:lnTo>
                <a:lnTo>
                  <a:pt x="619" y="651"/>
                </a:lnTo>
                <a:lnTo>
                  <a:pt x="620" y="650"/>
                </a:lnTo>
                <a:lnTo>
                  <a:pt x="621" y="650"/>
                </a:lnTo>
                <a:lnTo>
                  <a:pt x="621" y="651"/>
                </a:lnTo>
                <a:lnTo>
                  <a:pt x="622" y="651"/>
                </a:lnTo>
                <a:lnTo>
                  <a:pt x="622" y="650"/>
                </a:lnTo>
                <a:lnTo>
                  <a:pt x="624" y="650"/>
                </a:lnTo>
                <a:lnTo>
                  <a:pt x="624" y="649"/>
                </a:lnTo>
                <a:lnTo>
                  <a:pt x="626" y="648"/>
                </a:lnTo>
                <a:lnTo>
                  <a:pt x="627" y="648"/>
                </a:lnTo>
                <a:lnTo>
                  <a:pt x="628" y="648"/>
                </a:lnTo>
                <a:lnTo>
                  <a:pt x="629" y="647"/>
                </a:lnTo>
                <a:lnTo>
                  <a:pt x="630" y="647"/>
                </a:lnTo>
                <a:lnTo>
                  <a:pt x="631" y="647"/>
                </a:lnTo>
                <a:lnTo>
                  <a:pt x="631" y="646"/>
                </a:lnTo>
                <a:lnTo>
                  <a:pt x="632" y="646"/>
                </a:lnTo>
                <a:lnTo>
                  <a:pt x="633" y="646"/>
                </a:lnTo>
                <a:lnTo>
                  <a:pt x="634" y="646"/>
                </a:lnTo>
                <a:lnTo>
                  <a:pt x="635" y="646"/>
                </a:lnTo>
                <a:lnTo>
                  <a:pt x="636" y="646"/>
                </a:lnTo>
                <a:lnTo>
                  <a:pt x="636" y="645"/>
                </a:lnTo>
                <a:lnTo>
                  <a:pt x="637" y="645"/>
                </a:lnTo>
                <a:lnTo>
                  <a:pt x="638" y="645"/>
                </a:lnTo>
                <a:lnTo>
                  <a:pt x="639" y="645"/>
                </a:lnTo>
                <a:lnTo>
                  <a:pt x="640" y="645"/>
                </a:lnTo>
                <a:lnTo>
                  <a:pt x="640" y="644"/>
                </a:lnTo>
                <a:lnTo>
                  <a:pt x="640" y="643"/>
                </a:lnTo>
                <a:lnTo>
                  <a:pt x="639" y="642"/>
                </a:lnTo>
                <a:lnTo>
                  <a:pt x="638" y="641"/>
                </a:lnTo>
                <a:lnTo>
                  <a:pt x="637" y="641"/>
                </a:lnTo>
                <a:lnTo>
                  <a:pt x="636" y="640"/>
                </a:lnTo>
                <a:lnTo>
                  <a:pt x="635" y="640"/>
                </a:lnTo>
                <a:lnTo>
                  <a:pt x="634" y="640"/>
                </a:lnTo>
                <a:lnTo>
                  <a:pt x="633" y="640"/>
                </a:lnTo>
                <a:lnTo>
                  <a:pt x="632" y="640"/>
                </a:lnTo>
                <a:lnTo>
                  <a:pt x="631" y="639"/>
                </a:lnTo>
                <a:lnTo>
                  <a:pt x="630" y="639"/>
                </a:lnTo>
                <a:lnTo>
                  <a:pt x="629" y="639"/>
                </a:lnTo>
                <a:lnTo>
                  <a:pt x="627" y="638"/>
                </a:lnTo>
                <a:lnTo>
                  <a:pt x="627" y="637"/>
                </a:lnTo>
                <a:lnTo>
                  <a:pt x="626" y="637"/>
                </a:lnTo>
                <a:lnTo>
                  <a:pt x="625" y="636"/>
                </a:lnTo>
                <a:lnTo>
                  <a:pt x="624" y="635"/>
                </a:lnTo>
                <a:lnTo>
                  <a:pt x="622" y="635"/>
                </a:lnTo>
                <a:lnTo>
                  <a:pt x="621" y="634"/>
                </a:lnTo>
                <a:lnTo>
                  <a:pt x="621" y="632"/>
                </a:lnTo>
                <a:lnTo>
                  <a:pt x="620" y="632"/>
                </a:lnTo>
                <a:lnTo>
                  <a:pt x="620" y="631"/>
                </a:lnTo>
                <a:lnTo>
                  <a:pt x="619" y="631"/>
                </a:lnTo>
                <a:lnTo>
                  <a:pt x="619" y="630"/>
                </a:lnTo>
                <a:lnTo>
                  <a:pt x="619" y="629"/>
                </a:lnTo>
                <a:lnTo>
                  <a:pt x="620" y="629"/>
                </a:lnTo>
                <a:lnTo>
                  <a:pt x="621" y="628"/>
                </a:lnTo>
                <a:lnTo>
                  <a:pt x="624" y="627"/>
                </a:lnTo>
                <a:lnTo>
                  <a:pt x="625" y="626"/>
                </a:lnTo>
                <a:lnTo>
                  <a:pt x="628" y="626"/>
                </a:lnTo>
                <a:lnTo>
                  <a:pt x="630" y="625"/>
                </a:lnTo>
                <a:lnTo>
                  <a:pt x="632" y="624"/>
                </a:lnTo>
                <a:lnTo>
                  <a:pt x="634" y="623"/>
                </a:lnTo>
                <a:lnTo>
                  <a:pt x="635" y="623"/>
                </a:lnTo>
                <a:lnTo>
                  <a:pt x="636" y="622"/>
                </a:lnTo>
                <a:lnTo>
                  <a:pt x="638" y="621"/>
                </a:lnTo>
                <a:lnTo>
                  <a:pt x="638" y="620"/>
                </a:lnTo>
                <a:lnTo>
                  <a:pt x="639" y="619"/>
                </a:lnTo>
                <a:lnTo>
                  <a:pt x="640" y="619"/>
                </a:lnTo>
                <a:lnTo>
                  <a:pt x="641" y="619"/>
                </a:lnTo>
                <a:lnTo>
                  <a:pt x="642" y="618"/>
                </a:lnTo>
                <a:lnTo>
                  <a:pt x="643" y="618"/>
                </a:lnTo>
                <a:lnTo>
                  <a:pt x="645" y="618"/>
                </a:lnTo>
                <a:lnTo>
                  <a:pt x="646" y="618"/>
                </a:lnTo>
                <a:lnTo>
                  <a:pt x="647" y="618"/>
                </a:lnTo>
                <a:lnTo>
                  <a:pt x="649" y="618"/>
                </a:lnTo>
                <a:lnTo>
                  <a:pt x="650" y="618"/>
                </a:lnTo>
                <a:lnTo>
                  <a:pt x="651" y="619"/>
                </a:lnTo>
                <a:lnTo>
                  <a:pt x="652" y="619"/>
                </a:lnTo>
                <a:lnTo>
                  <a:pt x="653" y="618"/>
                </a:lnTo>
                <a:lnTo>
                  <a:pt x="654" y="618"/>
                </a:lnTo>
                <a:lnTo>
                  <a:pt x="655" y="618"/>
                </a:lnTo>
                <a:lnTo>
                  <a:pt x="656" y="618"/>
                </a:lnTo>
                <a:lnTo>
                  <a:pt x="656" y="619"/>
                </a:lnTo>
                <a:lnTo>
                  <a:pt x="657" y="619"/>
                </a:lnTo>
                <a:lnTo>
                  <a:pt x="658" y="618"/>
                </a:lnTo>
                <a:lnTo>
                  <a:pt x="658" y="617"/>
                </a:lnTo>
                <a:lnTo>
                  <a:pt x="658" y="616"/>
                </a:lnTo>
                <a:lnTo>
                  <a:pt x="658" y="615"/>
                </a:lnTo>
                <a:lnTo>
                  <a:pt x="659" y="615"/>
                </a:lnTo>
                <a:lnTo>
                  <a:pt x="658" y="614"/>
                </a:lnTo>
                <a:lnTo>
                  <a:pt x="658" y="613"/>
                </a:lnTo>
                <a:lnTo>
                  <a:pt x="657" y="612"/>
                </a:lnTo>
                <a:lnTo>
                  <a:pt x="657" y="611"/>
                </a:lnTo>
                <a:lnTo>
                  <a:pt x="657" y="608"/>
                </a:lnTo>
                <a:lnTo>
                  <a:pt x="657" y="607"/>
                </a:lnTo>
                <a:lnTo>
                  <a:pt x="656" y="607"/>
                </a:lnTo>
                <a:lnTo>
                  <a:pt x="656" y="606"/>
                </a:lnTo>
                <a:lnTo>
                  <a:pt x="655" y="605"/>
                </a:lnTo>
                <a:lnTo>
                  <a:pt x="656" y="604"/>
                </a:lnTo>
                <a:lnTo>
                  <a:pt x="656" y="603"/>
                </a:lnTo>
                <a:lnTo>
                  <a:pt x="656" y="602"/>
                </a:lnTo>
                <a:lnTo>
                  <a:pt x="656" y="601"/>
                </a:lnTo>
                <a:lnTo>
                  <a:pt x="655" y="600"/>
                </a:lnTo>
                <a:lnTo>
                  <a:pt x="653" y="601"/>
                </a:lnTo>
                <a:lnTo>
                  <a:pt x="651" y="601"/>
                </a:lnTo>
                <a:lnTo>
                  <a:pt x="650" y="600"/>
                </a:lnTo>
                <a:lnTo>
                  <a:pt x="649" y="600"/>
                </a:lnTo>
                <a:lnTo>
                  <a:pt x="648" y="599"/>
                </a:lnTo>
                <a:lnTo>
                  <a:pt x="649" y="597"/>
                </a:lnTo>
                <a:lnTo>
                  <a:pt x="650" y="596"/>
                </a:lnTo>
                <a:lnTo>
                  <a:pt x="651" y="594"/>
                </a:lnTo>
                <a:lnTo>
                  <a:pt x="652" y="594"/>
                </a:lnTo>
                <a:lnTo>
                  <a:pt x="652" y="593"/>
                </a:lnTo>
                <a:lnTo>
                  <a:pt x="653" y="592"/>
                </a:lnTo>
                <a:lnTo>
                  <a:pt x="653" y="591"/>
                </a:lnTo>
                <a:lnTo>
                  <a:pt x="653" y="589"/>
                </a:lnTo>
                <a:lnTo>
                  <a:pt x="653" y="588"/>
                </a:lnTo>
                <a:lnTo>
                  <a:pt x="654" y="587"/>
                </a:lnTo>
                <a:lnTo>
                  <a:pt x="655" y="587"/>
                </a:lnTo>
                <a:lnTo>
                  <a:pt x="654" y="582"/>
                </a:lnTo>
                <a:lnTo>
                  <a:pt x="648" y="573"/>
                </a:lnTo>
                <a:lnTo>
                  <a:pt x="642" y="562"/>
                </a:lnTo>
                <a:lnTo>
                  <a:pt x="633" y="549"/>
                </a:lnTo>
                <a:lnTo>
                  <a:pt x="633" y="548"/>
                </a:lnTo>
                <a:lnTo>
                  <a:pt x="633" y="547"/>
                </a:lnTo>
                <a:lnTo>
                  <a:pt x="633" y="546"/>
                </a:lnTo>
                <a:lnTo>
                  <a:pt x="633" y="545"/>
                </a:lnTo>
                <a:lnTo>
                  <a:pt x="633" y="544"/>
                </a:lnTo>
                <a:lnTo>
                  <a:pt x="632" y="544"/>
                </a:lnTo>
                <a:lnTo>
                  <a:pt x="632" y="543"/>
                </a:lnTo>
                <a:lnTo>
                  <a:pt x="632" y="541"/>
                </a:lnTo>
                <a:lnTo>
                  <a:pt x="632" y="540"/>
                </a:lnTo>
                <a:lnTo>
                  <a:pt x="631" y="540"/>
                </a:lnTo>
                <a:lnTo>
                  <a:pt x="631" y="539"/>
                </a:lnTo>
                <a:lnTo>
                  <a:pt x="630" y="538"/>
                </a:lnTo>
                <a:lnTo>
                  <a:pt x="630" y="537"/>
                </a:lnTo>
                <a:lnTo>
                  <a:pt x="629" y="536"/>
                </a:lnTo>
                <a:lnTo>
                  <a:pt x="630" y="536"/>
                </a:lnTo>
                <a:lnTo>
                  <a:pt x="630" y="535"/>
                </a:lnTo>
                <a:lnTo>
                  <a:pt x="630" y="534"/>
                </a:lnTo>
                <a:lnTo>
                  <a:pt x="629" y="534"/>
                </a:lnTo>
                <a:lnTo>
                  <a:pt x="628" y="534"/>
                </a:lnTo>
                <a:lnTo>
                  <a:pt x="628" y="533"/>
                </a:lnTo>
                <a:lnTo>
                  <a:pt x="628" y="532"/>
                </a:lnTo>
                <a:lnTo>
                  <a:pt x="628" y="531"/>
                </a:lnTo>
                <a:lnTo>
                  <a:pt x="627" y="530"/>
                </a:lnTo>
                <a:lnTo>
                  <a:pt x="627" y="529"/>
                </a:lnTo>
                <a:lnTo>
                  <a:pt x="628" y="527"/>
                </a:lnTo>
                <a:lnTo>
                  <a:pt x="627" y="527"/>
                </a:lnTo>
                <a:lnTo>
                  <a:pt x="627" y="526"/>
                </a:lnTo>
                <a:lnTo>
                  <a:pt x="627" y="525"/>
                </a:lnTo>
                <a:lnTo>
                  <a:pt x="627" y="524"/>
                </a:lnTo>
                <a:lnTo>
                  <a:pt x="627" y="523"/>
                </a:lnTo>
                <a:lnTo>
                  <a:pt x="626" y="522"/>
                </a:lnTo>
                <a:lnTo>
                  <a:pt x="626" y="521"/>
                </a:lnTo>
                <a:lnTo>
                  <a:pt x="624" y="520"/>
                </a:lnTo>
                <a:lnTo>
                  <a:pt x="622" y="520"/>
                </a:lnTo>
                <a:lnTo>
                  <a:pt x="621" y="519"/>
                </a:lnTo>
                <a:lnTo>
                  <a:pt x="621" y="518"/>
                </a:lnTo>
                <a:lnTo>
                  <a:pt x="621" y="517"/>
                </a:lnTo>
                <a:lnTo>
                  <a:pt x="622" y="517"/>
                </a:lnTo>
                <a:lnTo>
                  <a:pt x="622" y="516"/>
                </a:lnTo>
                <a:lnTo>
                  <a:pt x="622" y="514"/>
                </a:lnTo>
                <a:lnTo>
                  <a:pt x="621" y="510"/>
                </a:lnTo>
                <a:lnTo>
                  <a:pt x="622" y="509"/>
                </a:lnTo>
                <a:lnTo>
                  <a:pt x="622" y="507"/>
                </a:lnTo>
                <a:lnTo>
                  <a:pt x="622" y="506"/>
                </a:lnTo>
                <a:lnTo>
                  <a:pt x="622" y="503"/>
                </a:lnTo>
                <a:lnTo>
                  <a:pt x="622" y="501"/>
                </a:lnTo>
                <a:lnTo>
                  <a:pt x="622" y="500"/>
                </a:lnTo>
                <a:lnTo>
                  <a:pt x="621" y="499"/>
                </a:lnTo>
                <a:lnTo>
                  <a:pt x="621" y="498"/>
                </a:lnTo>
                <a:lnTo>
                  <a:pt x="620" y="495"/>
                </a:lnTo>
                <a:lnTo>
                  <a:pt x="620" y="492"/>
                </a:lnTo>
                <a:lnTo>
                  <a:pt x="620" y="490"/>
                </a:lnTo>
                <a:lnTo>
                  <a:pt x="619" y="488"/>
                </a:lnTo>
                <a:lnTo>
                  <a:pt x="618" y="485"/>
                </a:lnTo>
                <a:lnTo>
                  <a:pt x="617" y="483"/>
                </a:lnTo>
                <a:lnTo>
                  <a:pt x="617" y="481"/>
                </a:lnTo>
                <a:lnTo>
                  <a:pt x="617" y="480"/>
                </a:lnTo>
                <a:lnTo>
                  <a:pt x="618" y="479"/>
                </a:lnTo>
                <a:lnTo>
                  <a:pt x="619" y="478"/>
                </a:lnTo>
                <a:lnTo>
                  <a:pt x="619" y="476"/>
                </a:lnTo>
                <a:lnTo>
                  <a:pt x="620" y="474"/>
                </a:lnTo>
                <a:lnTo>
                  <a:pt x="620" y="473"/>
                </a:lnTo>
                <a:lnTo>
                  <a:pt x="621" y="471"/>
                </a:lnTo>
                <a:lnTo>
                  <a:pt x="621" y="469"/>
                </a:lnTo>
                <a:lnTo>
                  <a:pt x="622" y="468"/>
                </a:lnTo>
                <a:lnTo>
                  <a:pt x="622" y="467"/>
                </a:lnTo>
                <a:lnTo>
                  <a:pt x="622" y="466"/>
                </a:lnTo>
                <a:lnTo>
                  <a:pt x="621" y="465"/>
                </a:lnTo>
                <a:lnTo>
                  <a:pt x="619" y="463"/>
                </a:lnTo>
                <a:lnTo>
                  <a:pt x="617" y="460"/>
                </a:lnTo>
                <a:lnTo>
                  <a:pt x="616" y="460"/>
                </a:lnTo>
                <a:lnTo>
                  <a:pt x="615" y="459"/>
                </a:lnTo>
                <a:lnTo>
                  <a:pt x="613" y="458"/>
                </a:lnTo>
                <a:lnTo>
                  <a:pt x="611" y="457"/>
                </a:lnTo>
                <a:lnTo>
                  <a:pt x="610" y="457"/>
                </a:lnTo>
                <a:lnTo>
                  <a:pt x="607" y="456"/>
                </a:lnTo>
                <a:lnTo>
                  <a:pt x="606" y="455"/>
                </a:lnTo>
                <a:lnTo>
                  <a:pt x="605" y="455"/>
                </a:lnTo>
                <a:lnTo>
                  <a:pt x="604" y="453"/>
                </a:lnTo>
                <a:lnTo>
                  <a:pt x="604" y="452"/>
                </a:lnTo>
                <a:lnTo>
                  <a:pt x="603" y="451"/>
                </a:lnTo>
                <a:lnTo>
                  <a:pt x="603" y="450"/>
                </a:lnTo>
                <a:lnTo>
                  <a:pt x="602" y="449"/>
                </a:lnTo>
                <a:lnTo>
                  <a:pt x="602" y="448"/>
                </a:lnTo>
                <a:lnTo>
                  <a:pt x="602" y="447"/>
                </a:lnTo>
                <a:lnTo>
                  <a:pt x="602" y="446"/>
                </a:lnTo>
                <a:lnTo>
                  <a:pt x="602" y="445"/>
                </a:lnTo>
                <a:lnTo>
                  <a:pt x="601" y="444"/>
                </a:lnTo>
                <a:lnTo>
                  <a:pt x="600" y="444"/>
                </a:lnTo>
                <a:lnTo>
                  <a:pt x="599" y="444"/>
                </a:lnTo>
                <a:lnTo>
                  <a:pt x="599" y="445"/>
                </a:lnTo>
                <a:lnTo>
                  <a:pt x="598" y="446"/>
                </a:lnTo>
                <a:lnTo>
                  <a:pt x="596" y="447"/>
                </a:lnTo>
                <a:lnTo>
                  <a:pt x="595" y="447"/>
                </a:lnTo>
                <a:lnTo>
                  <a:pt x="594" y="447"/>
                </a:lnTo>
                <a:lnTo>
                  <a:pt x="591" y="447"/>
                </a:lnTo>
                <a:lnTo>
                  <a:pt x="589" y="448"/>
                </a:lnTo>
                <a:lnTo>
                  <a:pt x="588" y="448"/>
                </a:lnTo>
                <a:lnTo>
                  <a:pt x="587" y="448"/>
                </a:lnTo>
                <a:lnTo>
                  <a:pt x="586" y="449"/>
                </a:lnTo>
                <a:lnTo>
                  <a:pt x="585" y="449"/>
                </a:lnTo>
                <a:lnTo>
                  <a:pt x="585" y="448"/>
                </a:lnTo>
                <a:lnTo>
                  <a:pt x="585" y="447"/>
                </a:lnTo>
                <a:lnTo>
                  <a:pt x="585" y="446"/>
                </a:lnTo>
                <a:lnTo>
                  <a:pt x="584" y="445"/>
                </a:lnTo>
                <a:lnTo>
                  <a:pt x="583" y="444"/>
                </a:lnTo>
                <a:lnTo>
                  <a:pt x="581" y="443"/>
                </a:lnTo>
                <a:lnTo>
                  <a:pt x="581" y="442"/>
                </a:lnTo>
                <a:lnTo>
                  <a:pt x="581" y="441"/>
                </a:lnTo>
                <a:lnTo>
                  <a:pt x="582" y="441"/>
                </a:lnTo>
                <a:lnTo>
                  <a:pt x="582" y="440"/>
                </a:lnTo>
                <a:lnTo>
                  <a:pt x="581" y="439"/>
                </a:lnTo>
                <a:lnTo>
                  <a:pt x="579" y="439"/>
                </a:lnTo>
                <a:lnTo>
                  <a:pt x="578" y="438"/>
                </a:lnTo>
                <a:lnTo>
                  <a:pt x="576" y="438"/>
                </a:lnTo>
                <a:lnTo>
                  <a:pt x="575" y="438"/>
                </a:lnTo>
                <a:lnTo>
                  <a:pt x="575" y="437"/>
                </a:lnTo>
                <a:lnTo>
                  <a:pt x="576" y="437"/>
                </a:lnTo>
                <a:lnTo>
                  <a:pt x="576" y="436"/>
                </a:lnTo>
                <a:lnTo>
                  <a:pt x="577" y="436"/>
                </a:lnTo>
                <a:lnTo>
                  <a:pt x="579" y="435"/>
                </a:lnTo>
                <a:lnTo>
                  <a:pt x="580" y="435"/>
                </a:lnTo>
                <a:lnTo>
                  <a:pt x="580" y="434"/>
                </a:lnTo>
                <a:lnTo>
                  <a:pt x="581" y="433"/>
                </a:lnTo>
                <a:lnTo>
                  <a:pt x="581" y="432"/>
                </a:lnTo>
                <a:lnTo>
                  <a:pt x="582" y="431"/>
                </a:lnTo>
                <a:lnTo>
                  <a:pt x="584" y="431"/>
                </a:lnTo>
                <a:lnTo>
                  <a:pt x="585" y="430"/>
                </a:lnTo>
                <a:lnTo>
                  <a:pt x="586" y="430"/>
                </a:lnTo>
                <a:lnTo>
                  <a:pt x="587" y="429"/>
                </a:lnTo>
                <a:lnTo>
                  <a:pt x="588" y="428"/>
                </a:lnTo>
                <a:lnTo>
                  <a:pt x="590" y="427"/>
                </a:lnTo>
                <a:lnTo>
                  <a:pt x="590" y="426"/>
                </a:lnTo>
                <a:lnTo>
                  <a:pt x="591" y="425"/>
                </a:lnTo>
                <a:lnTo>
                  <a:pt x="592" y="424"/>
                </a:lnTo>
                <a:lnTo>
                  <a:pt x="593" y="424"/>
                </a:lnTo>
                <a:lnTo>
                  <a:pt x="594" y="423"/>
                </a:lnTo>
                <a:lnTo>
                  <a:pt x="595" y="422"/>
                </a:lnTo>
                <a:lnTo>
                  <a:pt x="596" y="423"/>
                </a:lnTo>
                <a:lnTo>
                  <a:pt x="597" y="423"/>
                </a:lnTo>
                <a:lnTo>
                  <a:pt x="598" y="423"/>
                </a:lnTo>
                <a:lnTo>
                  <a:pt x="598" y="422"/>
                </a:lnTo>
                <a:lnTo>
                  <a:pt x="599" y="422"/>
                </a:lnTo>
                <a:lnTo>
                  <a:pt x="600" y="422"/>
                </a:lnTo>
                <a:lnTo>
                  <a:pt x="603" y="425"/>
                </a:lnTo>
                <a:lnTo>
                  <a:pt x="604" y="425"/>
                </a:lnTo>
                <a:lnTo>
                  <a:pt x="606" y="425"/>
                </a:lnTo>
                <a:lnTo>
                  <a:pt x="608" y="424"/>
                </a:lnTo>
                <a:lnTo>
                  <a:pt x="609" y="423"/>
                </a:lnTo>
                <a:lnTo>
                  <a:pt x="610" y="422"/>
                </a:lnTo>
                <a:lnTo>
                  <a:pt x="611" y="421"/>
                </a:lnTo>
                <a:lnTo>
                  <a:pt x="612" y="421"/>
                </a:lnTo>
                <a:lnTo>
                  <a:pt x="614" y="420"/>
                </a:lnTo>
                <a:lnTo>
                  <a:pt x="615" y="421"/>
                </a:lnTo>
                <a:lnTo>
                  <a:pt x="616" y="422"/>
                </a:lnTo>
                <a:lnTo>
                  <a:pt x="616" y="423"/>
                </a:lnTo>
                <a:lnTo>
                  <a:pt x="617" y="423"/>
                </a:lnTo>
                <a:lnTo>
                  <a:pt x="619" y="423"/>
                </a:lnTo>
                <a:lnTo>
                  <a:pt x="621" y="423"/>
                </a:lnTo>
                <a:lnTo>
                  <a:pt x="622" y="422"/>
                </a:lnTo>
                <a:lnTo>
                  <a:pt x="625" y="421"/>
                </a:lnTo>
                <a:lnTo>
                  <a:pt x="626" y="420"/>
                </a:lnTo>
                <a:lnTo>
                  <a:pt x="626" y="419"/>
                </a:lnTo>
                <a:lnTo>
                  <a:pt x="626" y="418"/>
                </a:lnTo>
                <a:lnTo>
                  <a:pt x="627" y="418"/>
                </a:lnTo>
                <a:lnTo>
                  <a:pt x="628" y="416"/>
                </a:lnTo>
                <a:lnTo>
                  <a:pt x="630" y="415"/>
                </a:lnTo>
                <a:lnTo>
                  <a:pt x="631" y="415"/>
                </a:lnTo>
                <a:lnTo>
                  <a:pt x="632" y="416"/>
                </a:lnTo>
                <a:lnTo>
                  <a:pt x="633" y="416"/>
                </a:lnTo>
                <a:lnTo>
                  <a:pt x="634" y="417"/>
                </a:lnTo>
                <a:lnTo>
                  <a:pt x="636" y="416"/>
                </a:lnTo>
                <a:lnTo>
                  <a:pt x="638" y="416"/>
                </a:lnTo>
                <a:lnTo>
                  <a:pt x="639" y="417"/>
                </a:lnTo>
                <a:lnTo>
                  <a:pt x="640" y="417"/>
                </a:lnTo>
                <a:lnTo>
                  <a:pt x="641" y="417"/>
                </a:lnTo>
                <a:lnTo>
                  <a:pt x="643" y="416"/>
                </a:lnTo>
                <a:lnTo>
                  <a:pt x="645" y="415"/>
                </a:lnTo>
                <a:lnTo>
                  <a:pt x="648" y="414"/>
                </a:lnTo>
                <a:lnTo>
                  <a:pt x="649" y="414"/>
                </a:lnTo>
                <a:lnTo>
                  <a:pt x="651" y="413"/>
                </a:lnTo>
                <a:lnTo>
                  <a:pt x="652" y="412"/>
                </a:lnTo>
                <a:lnTo>
                  <a:pt x="652" y="411"/>
                </a:lnTo>
                <a:lnTo>
                  <a:pt x="651" y="411"/>
                </a:lnTo>
                <a:lnTo>
                  <a:pt x="651" y="410"/>
                </a:lnTo>
                <a:lnTo>
                  <a:pt x="652" y="410"/>
                </a:lnTo>
                <a:lnTo>
                  <a:pt x="653" y="410"/>
                </a:lnTo>
                <a:lnTo>
                  <a:pt x="654" y="411"/>
                </a:lnTo>
                <a:lnTo>
                  <a:pt x="654" y="412"/>
                </a:lnTo>
                <a:lnTo>
                  <a:pt x="655" y="412"/>
                </a:lnTo>
                <a:lnTo>
                  <a:pt x="656" y="412"/>
                </a:lnTo>
                <a:lnTo>
                  <a:pt x="659" y="412"/>
                </a:lnTo>
                <a:lnTo>
                  <a:pt x="660" y="412"/>
                </a:lnTo>
                <a:lnTo>
                  <a:pt x="661" y="413"/>
                </a:lnTo>
                <a:lnTo>
                  <a:pt x="662" y="413"/>
                </a:lnTo>
                <a:lnTo>
                  <a:pt x="663" y="414"/>
                </a:lnTo>
                <a:lnTo>
                  <a:pt x="663" y="415"/>
                </a:lnTo>
                <a:lnTo>
                  <a:pt x="667" y="415"/>
                </a:lnTo>
                <a:lnTo>
                  <a:pt x="669" y="414"/>
                </a:lnTo>
                <a:lnTo>
                  <a:pt x="670" y="412"/>
                </a:lnTo>
                <a:lnTo>
                  <a:pt x="671" y="411"/>
                </a:lnTo>
                <a:lnTo>
                  <a:pt x="673" y="411"/>
                </a:lnTo>
                <a:lnTo>
                  <a:pt x="674" y="411"/>
                </a:lnTo>
                <a:lnTo>
                  <a:pt x="675" y="411"/>
                </a:lnTo>
                <a:lnTo>
                  <a:pt x="676" y="411"/>
                </a:lnTo>
                <a:lnTo>
                  <a:pt x="679" y="411"/>
                </a:lnTo>
                <a:lnTo>
                  <a:pt x="681" y="410"/>
                </a:lnTo>
                <a:lnTo>
                  <a:pt x="682" y="410"/>
                </a:lnTo>
                <a:lnTo>
                  <a:pt x="684" y="409"/>
                </a:lnTo>
                <a:lnTo>
                  <a:pt x="684" y="408"/>
                </a:lnTo>
                <a:lnTo>
                  <a:pt x="686" y="407"/>
                </a:lnTo>
                <a:lnTo>
                  <a:pt x="686" y="406"/>
                </a:lnTo>
                <a:lnTo>
                  <a:pt x="686" y="405"/>
                </a:lnTo>
                <a:lnTo>
                  <a:pt x="687" y="405"/>
                </a:lnTo>
                <a:lnTo>
                  <a:pt x="688" y="405"/>
                </a:lnTo>
                <a:lnTo>
                  <a:pt x="690" y="406"/>
                </a:lnTo>
                <a:lnTo>
                  <a:pt x="691" y="406"/>
                </a:lnTo>
                <a:lnTo>
                  <a:pt x="691" y="407"/>
                </a:lnTo>
                <a:lnTo>
                  <a:pt x="691" y="406"/>
                </a:lnTo>
                <a:lnTo>
                  <a:pt x="692" y="406"/>
                </a:lnTo>
                <a:lnTo>
                  <a:pt x="692" y="405"/>
                </a:lnTo>
                <a:lnTo>
                  <a:pt x="692" y="404"/>
                </a:lnTo>
                <a:lnTo>
                  <a:pt x="693" y="404"/>
                </a:lnTo>
                <a:lnTo>
                  <a:pt x="695" y="404"/>
                </a:lnTo>
                <a:lnTo>
                  <a:pt x="696" y="404"/>
                </a:lnTo>
                <a:lnTo>
                  <a:pt x="697" y="403"/>
                </a:lnTo>
                <a:lnTo>
                  <a:pt x="698" y="403"/>
                </a:lnTo>
                <a:lnTo>
                  <a:pt x="699" y="403"/>
                </a:lnTo>
                <a:lnTo>
                  <a:pt x="700" y="404"/>
                </a:lnTo>
                <a:lnTo>
                  <a:pt x="701" y="404"/>
                </a:lnTo>
                <a:lnTo>
                  <a:pt x="702" y="403"/>
                </a:lnTo>
                <a:lnTo>
                  <a:pt x="704" y="402"/>
                </a:lnTo>
                <a:lnTo>
                  <a:pt x="706" y="401"/>
                </a:lnTo>
                <a:lnTo>
                  <a:pt x="707" y="401"/>
                </a:lnTo>
                <a:lnTo>
                  <a:pt x="709" y="401"/>
                </a:lnTo>
                <a:lnTo>
                  <a:pt x="710" y="402"/>
                </a:lnTo>
                <a:lnTo>
                  <a:pt x="711" y="402"/>
                </a:lnTo>
                <a:lnTo>
                  <a:pt x="711" y="401"/>
                </a:lnTo>
                <a:lnTo>
                  <a:pt x="711" y="400"/>
                </a:lnTo>
                <a:lnTo>
                  <a:pt x="712" y="400"/>
                </a:lnTo>
                <a:lnTo>
                  <a:pt x="713" y="399"/>
                </a:lnTo>
                <a:lnTo>
                  <a:pt x="714" y="399"/>
                </a:lnTo>
                <a:lnTo>
                  <a:pt x="715" y="399"/>
                </a:lnTo>
                <a:lnTo>
                  <a:pt x="716" y="399"/>
                </a:lnTo>
                <a:lnTo>
                  <a:pt x="716" y="400"/>
                </a:lnTo>
                <a:lnTo>
                  <a:pt x="717" y="401"/>
                </a:lnTo>
                <a:lnTo>
                  <a:pt x="718" y="401"/>
                </a:lnTo>
                <a:lnTo>
                  <a:pt x="720" y="400"/>
                </a:lnTo>
                <a:lnTo>
                  <a:pt x="721" y="399"/>
                </a:lnTo>
                <a:lnTo>
                  <a:pt x="722" y="399"/>
                </a:lnTo>
                <a:lnTo>
                  <a:pt x="723" y="399"/>
                </a:lnTo>
                <a:lnTo>
                  <a:pt x="724" y="399"/>
                </a:lnTo>
                <a:lnTo>
                  <a:pt x="724" y="398"/>
                </a:lnTo>
                <a:lnTo>
                  <a:pt x="725" y="397"/>
                </a:lnTo>
                <a:lnTo>
                  <a:pt x="725" y="396"/>
                </a:lnTo>
                <a:lnTo>
                  <a:pt x="728" y="396"/>
                </a:lnTo>
                <a:lnTo>
                  <a:pt x="728" y="395"/>
                </a:lnTo>
                <a:lnTo>
                  <a:pt x="728" y="394"/>
                </a:lnTo>
                <a:lnTo>
                  <a:pt x="729" y="394"/>
                </a:lnTo>
                <a:lnTo>
                  <a:pt x="729" y="393"/>
                </a:lnTo>
                <a:lnTo>
                  <a:pt x="731" y="393"/>
                </a:lnTo>
                <a:lnTo>
                  <a:pt x="733" y="392"/>
                </a:lnTo>
                <a:lnTo>
                  <a:pt x="734" y="391"/>
                </a:lnTo>
                <a:lnTo>
                  <a:pt x="735" y="391"/>
                </a:lnTo>
                <a:lnTo>
                  <a:pt x="737" y="392"/>
                </a:lnTo>
                <a:lnTo>
                  <a:pt x="738" y="391"/>
                </a:lnTo>
                <a:lnTo>
                  <a:pt x="739" y="390"/>
                </a:lnTo>
                <a:lnTo>
                  <a:pt x="740" y="390"/>
                </a:lnTo>
                <a:lnTo>
                  <a:pt x="741" y="391"/>
                </a:lnTo>
                <a:lnTo>
                  <a:pt x="742" y="391"/>
                </a:lnTo>
                <a:lnTo>
                  <a:pt x="743" y="390"/>
                </a:lnTo>
                <a:lnTo>
                  <a:pt x="744" y="389"/>
                </a:lnTo>
                <a:lnTo>
                  <a:pt x="745" y="389"/>
                </a:lnTo>
                <a:lnTo>
                  <a:pt x="746" y="389"/>
                </a:lnTo>
                <a:lnTo>
                  <a:pt x="747" y="388"/>
                </a:lnTo>
                <a:lnTo>
                  <a:pt x="748" y="389"/>
                </a:lnTo>
                <a:lnTo>
                  <a:pt x="748" y="390"/>
                </a:lnTo>
                <a:lnTo>
                  <a:pt x="749" y="390"/>
                </a:lnTo>
                <a:lnTo>
                  <a:pt x="749" y="391"/>
                </a:lnTo>
                <a:lnTo>
                  <a:pt x="750" y="392"/>
                </a:lnTo>
                <a:lnTo>
                  <a:pt x="751" y="393"/>
                </a:lnTo>
                <a:lnTo>
                  <a:pt x="751" y="395"/>
                </a:lnTo>
                <a:lnTo>
                  <a:pt x="752" y="395"/>
                </a:lnTo>
                <a:lnTo>
                  <a:pt x="753" y="397"/>
                </a:lnTo>
                <a:lnTo>
                  <a:pt x="754" y="397"/>
                </a:lnTo>
                <a:lnTo>
                  <a:pt x="755" y="398"/>
                </a:lnTo>
                <a:lnTo>
                  <a:pt x="755" y="399"/>
                </a:lnTo>
                <a:lnTo>
                  <a:pt x="756" y="399"/>
                </a:lnTo>
                <a:lnTo>
                  <a:pt x="757" y="400"/>
                </a:lnTo>
                <a:lnTo>
                  <a:pt x="758" y="401"/>
                </a:lnTo>
                <a:lnTo>
                  <a:pt x="759" y="402"/>
                </a:lnTo>
                <a:lnTo>
                  <a:pt x="759" y="403"/>
                </a:lnTo>
                <a:lnTo>
                  <a:pt x="760" y="404"/>
                </a:lnTo>
                <a:lnTo>
                  <a:pt x="761" y="404"/>
                </a:lnTo>
                <a:lnTo>
                  <a:pt x="762" y="404"/>
                </a:lnTo>
                <a:lnTo>
                  <a:pt x="765" y="403"/>
                </a:lnTo>
                <a:lnTo>
                  <a:pt x="766" y="403"/>
                </a:lnTo>
                <a:lnTo>
                  <a:pt x="767" y="403"/>
                </a:lnTo>
                <a:lnTo>
                  <a:pt x="768" y="403"/>
                </a:lnTo>
                <a:lnTo>
                  <a:pt x="769" y="403"/>
                </a:lnTo>
                <a:lnTo>
                  <a:pt x="770" y="403"/>
                </a:lnTo>
                <a:lnTo>
                  <a:pt x="770" y="402"/>
                </a:lnTo>
                <a:lnTo>
                  <a:pt x="771" y="402"/>
                </a:lnTo>
                <a:lnTo>
                  <a:pt x="772" y="402"/>
                </a:lnTo>
                <a:lnTo>
                  <a:pt x="774" y="402"/>
                </a:lnTo>
                <a:lnTo>
                  <a:pt x="775" y="402"/>
                </a:lnTo>
                <a:lnTo>
                  <a:pt x="775" y="403"/>
                </a:lnTo>
                <a:lnTo>
                  <a:pt x="775" y="404"/>
                </a:lnTo>
                <a:lnTo>
                  <a:pt x="774" y="404"/>
                </a:lnTo>
                <a:lnTo>
                  <a:pt x="774" y="405"/>
                </a:lnTo>
                <a:lnTo>
                  <a:pt x="775" y="405"/>
                </a:lnTo>
                <a:lnTo>
                  <a:pt x="775" y="406"/>
                </a:lnTo>
                <a:lnTo>
                  <a:pt x="776" y="406"/>
                </a:lnTo>
                <a:lnTo>
                  <a:pt x="777" y="406"/>
                </a:lnTo>
                <a:lnTo>
                  <a:pt x="778" y="406"/>
                </a:lnTo>
                <a:lnTo>
                  <a:pt x="779" y="405"/>
                </a:lnTo>
                <a:lnTo>
                  <a:pt x="780" y="405"/>
                </a:lnTo>
                <a:lnTo>
                  <a:pt x="781" y="405"/>
                </a:lnTo>
                <a:lnTo>
                  <a:pt x="782" y="405"/>
                </a:lnTo>
                <a:lnTo>
                  <a:pt x="783" y="405"/>
                </a:lnTo>
                <a:lnTo>
                  <a:pt x="784" y="404"/>
                </a:lnTo>
                <a:lnTo>
                  <a:pt x="785" y="404"/>
                </a:lnTo>
                <a:lnTo>
                  <a:pt x="787" y="404"/>
                </a:lnTo>
                <a:lnTo>
                  <a:pt x="789" y="403"/>
                </a:lnTo>
                <a:lnTo>
                  <a:pt x="790" y="403"/>
                </a:lnTo>
                <a:lnTo>
                  <a:pt x="791" y="403"/>
                </a:lnTo>
                <a:lnTo>
                  <a:pt x="792" y="403"/>
                </a:lnTo>
                <a:lnTo>
                  <a:pt x="793" y="403"/>
                </a:lnTo>
                <a:lnTo>
                  <a:pt x="799" y="406"/>
                </a:lnTo>
                <a:lnTo>
                  <a:pt x="803" y="407"/>
                </a:lnTo>
                <a:lnTo>
                  <a:pt x="810" y="410"/>
                </a:lnTo>
                <a:lnTo>
                  <a:pt x="816" y="407"/>
                </a:lnTo>
                <a:lnTo>
                  <a:pt x="819" y="405"/>
                </a:lnTo>
                <a:lnTo>
                  <a:pt x="821" y="392"/>
                </a:lnTo>
                <a:lnTo>
                  <a:pt x="817" y="387"/>
                </a:lnTo>
                <a:lnTo>
                  <a:pt x="816" y="384"/>
                </a:lnTo>
                <a:lnTo>
                  <a:pt x="807" y="381"/>
                </a:lnTo>
                <a:lnTo>
                  <a:pt x="792" y="373"/>
                </a:lnTo>
                <a:lnTo>
                  <a:pt x="792" y="371"/>
                </a:lnTo>
                <a:lnTo>
                  <a:pt x="790" y="365"/>
                </a:lnTo>
                <a:lnTo>
                  <a:pt x="792" y="362"/>
                </a:lnTo>
                <a:lnTo>
                  <a:pt x="792" y="360"/>
                </a:lnTo>
                <a:lnTo>
                  <a:pt x="792" y="356"/>
                </a:lnTo>
                <a:lnTo>
                  <a:pt x="793" y="355"/>
                </a:lnTo>
                <a:lnTo>
                  <a:pt x="793" y="354"/>
                </a:lnTo>
                <a:lnTo>
                  <a:pt x="795" y="351"/>
                </a:lnTo>
                <a:lnTo>
                  <a:pt x="796" y="350"/>
                </a:lnTo>
                <a:lnTo>
                  <a:pt x="797" y="349"/>
                </a:lnTo>
                <a:lnTo>
                  <a:pt x="797" y="348"/>
                </a:lnTo>
                <a:lnTo>
                  <a:pt x="798" y="345"/>
                </a:lnTo>
                <a:lnTo>
                  <a:pt x="798" y="344"/>
                </a:lnTo>
                <a:lnTo>
                  <a:pt x="798" y="342"/>
                </a:lnTo>
                <a:lnTo>
                  <a:pt x="797" y="341"/>
                </a:lnTo>
                <a:lnTo>
                  <a:pt x="797" y="340"/>
                </a:lnTo>
                <a:lnTo>
                  <a:pt x="797" y="339"/>
                </a:lnTo>
                <a:lnTo>
                  <a:pt x="797" y="338"/>
                </a:lnTo>
                <a:lnTo>
                  <a:pt x="797" y="337"/>
                </a:lnTo>
                <a:lnTo>
                  <a:pt x="797" y="335"/>
                </a:lnTo>
                <a:lnTo>
                  <a:pt x="797" y="332"/>
                </a:lnTo>
                <a:lnTo>
                  <a:pt x="798" y="332"/>
                </a:lnTo>
                <a:lnTo>
                  <a:pt x="801" y="330"/>
                </a:lnTo>
                <a:lnTo>
                  <a:pt x="802" y="329"/>
                </a:lnTo>
                <a:lnTo>
                  <a:pt x="804" y="328"/>
                </a:lnTo>
                <a:lnTo>
                  <a:pt x="806" y="329"/>
                </a:lnTo>
                <a:lnTo>
                  <a:pt x="808" y="328"/>
                </a:lnTo>
                <a:lnTo>
                  <a:pt x="813" y="309"/>
                </a:lnTo>
                <a:lnTo>
                  <a:pt x="821" y="296"/>
                </a:lnTo>
                <a:lnTo>
                  <a:pt x="832" y="275"/>
                </a:lnTo>
                <a:lnTo>
                  <a:pt x="836" y="264"/>
                </a:lnTo>
                <a:lnTo>
                  <a:pt x="837" y="256"/>
                </a:lnTo>
                <a:lnTo>
                  <a:pt x="841" y="247"/>
                </a:lnTo>
                <a:lnTo>
                  <a:pt x="846" y="244"/>
                </a:lnTo>
                <a:lnTo>
                  <a:pt x="845" y="241"/>
                </a:lnTo>
                <a:lnTo>
                  <a:pt x="850" y="229"/>
                </a:lnTo>
                <a:lnTo>
                  <a:pt x="851" y="226"/>
                </a:lnTo>
                <a:lnTo>
                  <a:pt x="851" y="224"/>
                </a:lnTo>
                <a:lnTo>
                  <a:pt x="851" y="222"/>
                </a:lnTo>
                <a:lnTo>
                  <a:pt x="853" y="220"/>
                </a:lnTo>
                <a:lnTo>
                  <a:pt x="854" y="219"/>
                </a:lnTo>
                <a:lnTo>
                  <a:pt x="856" y="217"/>
                </a:lnTo>
                <a:lnTo>
                  <a:pt x="856" y="215"/>
                </a:lnTo>
                <a:lnTo>
                  <a:pt x="857" y="214"/>
                </a:lnTo>
                <a:lnTo>
                  <a:pt x="858" y="212"/>
                </a:lnTo>
                <a:lnTo>
                  <a:pt x="858" y="211"/>
                </a:lnTo>
                <a:lnTo>
                  <a:pt x="858" y="210"/>
                </a:lnTo>
                <a:lnTo>
                  <a:pt x="858" y="209"/>
                </a:lnTo>
                <a:lnTo>
                  <a:pt x="859" y="207"/>
                </a:lnTo>
                <a:lnTo>
                  <a:pt x="859" y="206"/>
                </a:lnTo>
                <a:lnTo>
                  <a:pt x="859" y="205"/>
                </a:lnTo>
                <a:lnTo>
                  <a:pt x="859" y="203"/>
                </a:lnTo>
                <a:lnTo>
                  <a:pt x="859" y="201"/>
                </a:lnTo>
                <a:lnTo>
                  <a:pt x="860" y="201"/>
                </a:lnTo>
                <a:lnTo>
                  <a:pt x="861" y="201"/>
                </a:lnTo>
                <a:lnTo>
                  <a:pt x="862" y="201"/>
                </a:lnTo>
                <a:lnTo>
                  <a:pt x="862" y="200"/>
                </a:lnTo>
                <a:lnTo>
                  <a:pt x="863" y="200"/>
                </a:lnTo>
                <a:lnTo>
                  <a:pt x="865" y="200"/>
                </a:lnTo>
                <a:lnTo>
                  <a:pt x="866" y="201"/>
                </a:lnTo>
                <a:lnTo>
                  <a:pt x="867" y="200"/>
                </a:lnTo>
                <a:lnTo>
                  <a:pt x="868" y="200"/>
                </a:lnTo>
                <a:lnTo>
                  <a:pt x="869" y="199"/>
                </a:lnTo>
                <a:lnTo>
                  <a:pt x="870" y="199"/>
                </a:lnTo>
                <a:lnTo>
                  <a:pt x="871" y="199"/>
                </a:lnTo>
                <a:lnTo>
                  <a:pt x="872" y="200"/>
                </a:lnTo>
                <a:lnTo>
                  <a:pt x="873" y="201"/>
                </a:lnTo>
                <a:lnTo>
                  <a:pt x="875" y="201"/>
                </a:lnTo>
                <a:lnTo>
                  <a:pt x="876" y="202"/>
                </a:lnTo>
                <a:lnTo>
                  <a:pt x="876" y="203"/>
                </a:lnTo>
                <a:lnTo>
                  <a:pt x="876" y="204"/>
                </a:lnTo>
                <a:lnTo>
                  <a:pt x="877" y="204"/>
                </a:lnTo>
                <a:lnTo>
                  <a:pt x="878" y="204"/>
                </a:lnTo>
                <a:lnTo>
                  <a:pt x="879" y="205"/>
                </a:lnTo>
                <a:lnTo>
                  <a:pt x="880" y="205"/>
                </a:lnTo>
                <a:lnTo>
                  <a:pt x="882" y="205"/>
                </a:lnTo>
                <a:lnTo>
                  <a:pt x="884" y="205"/>
                </a:lnTo>
                <a:lnTo>
                  <a:pt x="885" y="205"/>
                </a:lnTo>
                <a:lnTo>
                  <a:pt x="885" y="206"/>
                </a:lnTo>
                <a:lnTo>
                  <a:pt x="886" y="206"/>
                </a:lnTo>
                <a:lnTo>
                  <a:pt x="887" y="206"/>
                </a:lnTo>
                <a:lnTo>
                  <a:pt x="888" y="205"/>
                </a:lnTo>
                <a:lnTo>
                  <a:pt x="889" y="205"/>
                </a:lnTo>
                <a:lnTo>
                  <a:pt x="890" y="205"/>
                </a:lnTo>
                <a:lnTo>
                  <a:pt x="890" y="206"/>
                </a:lnTo>
                <a:lnTo>
                  <a:pt x="890" y="207"/>
                </a:lnTo>
                <a:lnTo>
                  <a:pt x="891" y="207"/>
                </a:lnTo>
                <a:lnTo>
                  <a:pt x="892" y="208"/>
                </a:lnTo>
                <a:lnTo>
                  <a:pt x="893" y="210"/>
                </a:lnTo>
                <a:lnTo>
                  <a:pt x="894" y="211"/>
                </a:lnTo>
                <a:lnTo>
                  <a:pt x="895" y="211"/>
                </a:lnTo>
                <a:lnTo>
                  <a:pt x="896" y="210"/>
                </a:lnTo>
                <a:lnTo>
                  <a:pt x="898" y="210"/>
                </a:lnTo>
                <a:lnTo>
                  <a:pt x="899" y="210"/>
                </a:lnTo>
                <a:lnTo>
                  <a:pt x="899" y="211"/>
                </a:lnTo>
                <a:lnTo>
                  <a:pt x="900" y="211"/>
                </a:lnTo>
                <a:lnTo>
                  <a:pt x="900" y="212"/>
                </a:lnTo>
                <a:lnTo>
                  <a:pt x="901" y="212"/>
                </a:lnTo>
                <a:lnTo>
                  <a:pt x="902" y="212"/>
                </a:lnTo>
                <a:lnTo>
                  <a:pt x="903" y="212"/>
                </a:lnTo>
                <a:lnTo>
                  <a:pt x="903" y="213"/>
                </a:lnTo>
                <a:lnTo>
                  <a:pt x="905" y="214"/>
                </a:lnTo>
                <a:lnTo>
                  <a:pt x="905" y="215"/>
                </a:lnTo>
                <a:lnTo>
                  <a:pt x="906" y="215"/>
                </a:lnTo>
                <a:lnTo>
                  <a:pt x="908" y="215"/>
                </a:lnTo>
                <a:lnTo>
                  <a:pt x="908" y="216"/>
                </a:lnTo>
                <a:lnTo>
                  <a:pt x="908" y="217"/>
                </a:lnTo>
                <a:lnTo>
                  <a:pt x="909" y="217"/>
                </a:lnTo>
                <a:lnTo>
                  <a:pt x="910" y="217"/>
                </a:lnTo>
                <a:lnTo>
                  <a:pt x="911" y="217"/>
                </a:lnTo>
                <a:lnTo>
                  <a:pt x="912" y="218"/>
                </a:lnTo>
                <a:lnTo>
                  <a:pt x="914" y="219"/>
                </a:lnTo>
                <a:lnTo>
                  <a:pt x="915" y="219"/>
                </a:lnTo>
                <a:lnTo>
                  <a:pt x="917" y="219"/>
                </a:lnTo>
                <a:lnTo>
                  <a:pt x="918" y="220"/>
                </a:lnTo>
                <a:lnTo>
                  <a:pt x="919" y="220"/>
                </a:lnTo>
                <a:lnTo>
                  <a:pt x="920" y="220"/>
                </a:lnTo>
                <a:lnTo>
                  <a:pt x="920" y="221"/>
                </a:lnTo>
                <a:lnTo>
                  <a:pt x="919" y="221"/>
                </a:lnTo>
                <a:lnTo>
                  <a:pt x="920" y="222"/>
                </a:lnTo>
                <a:lnTo>
                  <a:pt x="921" y="221"/>
                </a:lnTo>
                <a:lnTo>
                  <a:pt x="923" y="221"/>
                </a:lnTo>
                <a:lnTo>
                  <a:pt x="924" y="220"/>
                </a:lnTo>
                <a:lnTo>
                  <a:pt x="925" y="221"/>
                </a:lnTo>
                <a:lnTo>
                  <a:pt x="926" y="221"/>
                </a:lnTo>
                <a:lnTo>
                  <a:pt x="928" y="221"/>
                </a:lnTo>
                <a:lnTo>
                  <a:pt x="928" y="222"/>
                </a:lnTo>
                <a:lnTo>
                  <a:pt x="930" y="222"/>
                </a:lnTo>
                <a:lnTo>
                  <a:pt x="931" y="223"/>
                </a:lnTo>
                <a:lnTo>
                  <a:pt x="932" y="223"/>
                </a:lnTo>
                <a:lnTo>
                  <a:pt x="933" y="224"/>
                </a:lnTo>
                <a:lnTo>
                  <a:pt x="934" y="224"/>
                </a:lnTo>
                <a:lnTo>
                  <a:pt x="935" y="224"/>
                </a:lnTo>
                <a:lnTo>
                  <a:pt x="936" y="224"/>
                </a:lnTo>
                <a:lnTo>
                  <a:pt x="936" y="225"/>
                </a:lnTo>
                <a:lnTo>
                  <a:pt x="937" y="225"/>
                </a:lnTo>
                <a:lnTo>
                  <a:pt x="938" y="225"/>
                </a:lnTo>
                <a:lnTo>
                  <a:pt x="939" y="225"/>
                </a:lnTo>
                <a:lnTo>
                  <a:pt x="939" y="226"/>
                </a:lnTo>
                <a:lnTo>
                  <a:pt x="940" y="227"/>
                </a:lnTo>
                <a:lnTo>
                  <a:pt x="940" y="226"/>
                </a:lnTo>
                <a:lnTo>
                  <a:pt x="941" y="226"/>
                </a:lnTo>
                <a:lnTo>
                  <a:pt x="942" y="225"/>
                </a:lnTo>
                <a:lnTo>
                  <a:pt x="943" y="225"/>
                </a:lnTo>
                <a:lnTo>
                  <a:pt x="944" y="225"/>
                </a:lnTo>
                <a:lnTo>
                  <a:pt x="945" y="225"/>
                </a:lnTo>
                <a:lnTo>
                  <a:pt x="946" y="224"/>
                </a:lnTo>
                <a:lnTo>
                  <a:pt x="947" y="224"/>
                </a:lnTo>
                <a:lnTo>
                  <a:pt x="948" y="224"/>
                </a:lnTo>
                <a:lnTo>
                  <a:pt x="948" y="225"/>
                </a:lnTo>
                <a:lnTo>
                  <a:pt x="950" y="225"/>
                </a:lnTo>
                <a:lnTo>
                  <a:pt x="952" y="226"/>
                </a:lnTo>
                <a:lnTo>
                  <a:pt x="955" y="227"/>
                </a:lnTo>
                <a:lnTo>
                  <a:pt x="959" y="226"/>
                </a:lnTo>
                <a:lnTo>
                  <a:pt x="961" y="225"/>
                </a:lnTo>
                <a:lnTo>
                  <a:pt x="963" y="224"/>
                </a:lnTo>
                <a:lnTo>
                  <a:pt x="964" y="223"/>
                </a:lnTo>
                <a:lnTo>
                  <a:pt x="965" y="223"/>
                </a:lnTo>
                <a:lnTo>
                  <a:pt x="967" y="223"/>
                </a:lnTo>
                <a:lnTo>
                  <a:pt x="968" y="223"/>
                </a:lnTo>
                <a:lnTo>
                  <a:pt x="969" y="224"/>
                </a:lnTo>
                <a:lnTo>
                  <a:pt x="971" y="223"/>
                </a:lnTo>
                <a:lnTo>
                  <a:pt x="972" y="223"/>
                </a:lnTo>
                <a:lnTo>
                  <a:pt x="973" y="224"/>
                </a:lnTo>
                <a:lnTo>
                  <a:pt x="974" y="224"/>
                </a:lnTo>
                <a:lnTo>
                  <a:pt x="975" y="223"/>
                </a:lnTo>
                <a:lnTo>
                  <a:pt x="977" y="223"/>
                </a:lnTo>
                <a:lnTo>
                  <a:pt x="978" y="224"/>
                </a:lnTo>
                <a:lnTo>
                  <a:pt x="979" y="224"/>
                </a:lnTo>
                <a:lnTo>
                  <a:pt x="981" y="224"/>
                </a:lnTo>
                <a:lnTo>
                  <a:pt x="982" y="223"/>
                </a:lnTo>
                <a:lnTo>
                  <a:pt x="984" y="223"/>
                </a:lnTo>
                <a:lnTo>
                  <a:pt x="986" y="223"/>
                </a:lnTo>
                <a:lnTo>
                  <a:pt x="987" y="223"/>
                </a:lnTo>
                <a:lnTo>
                  <a:pt x="988" y="223"/>
                </a:lnTo>
                <a:lnTo>
                  <a:pt x="988" y="224"/>
                </a:lnTo>
                <a:lnTo>
                  <a:pt x="989" y="224"/>
                </a:lnTo>
                <a:lnTo>
                  <a:pt x="990" y="225"/>
                </a:lnTo>
                <a:lnTo>
                  <a:pt x="992" y="226"/>
                </a:lnTo>
                <a:lnTo>
                  <a:pt x="993" y="226"/>
                </a:lnTo>
                <a:lnTo>
                  <a:pt x="995" y="225"/>
                </a:lnTo>
                <a:lnTo>
                  <a:pt x="996" y="224"/>
                </a:lnTo>
                <a:lnTo>
                  <a:pt x="998" y="224"/>
                </a:lnTo>
                <a:lnTo>
                  <a:pt x="1000" y="224"/>
                </a:lnTo>
                <a:lnTo>
                  <a:pt x="1002" y="224"/>
                </a:lnTo>
                <a:lnTo>
                  <a:pt x="1004" y="224"/>
                </a:lnTo>
                <a:lnTo>
                  <a:pt x="1006" y="223"/>
                </a:lnTo>
                <a:lnTo>
                  <a:pt x="1007" y="224"/>
                </a:lnTo>
                <a:lnTo>
                  <a:pt x="1008" y="223"/>
                </a:lnTo>
                <a:lnTo>
                  <a:pt x="1009" y="223"/>
                </a:lnTo>
                <a:lnTo>
                  <a:pt x="1012" y="222"/>
                </a:lnTo>
                <a:lnTo>
                  <a:pt x="1014" y="223"/>
                </a:lnTo>
                <a:lnTo>
                  <a:pt x="1015" y="223"/>
                </a:lnTo>
                <a:lnTo>
                  <a:pt x="1016" y="224"/>
                </a:lnTo>
                <a:lnTo>
                  <a:pt x="1017" y="225"/>
                </a:lnTo>
                <a:lnTo>
                  <a:pt x="1018" y="226"/>
                </a:lnTo>
                <a:lnTo>
                  <a:pt x="1020" y="227"/>
                </a:lnTo>
                <a:lnTo>
                  <a:pt x="1022" y="227"/>
                </a:lnTo>
                <a:lnTo>
                  <a:pt x="1023" y="228"/>
                </a:lnTo>
                <a:lnTo>
                  <a:pt x="1024" y="229"/>
                </a:lnTo>
                <a:lnTo>
                  <a:pt x="1024" y="230"/>
                </a:lnTo>
                <a:lnTo>
                  <a:pt x="1025" y="231"/>
                </a:lnTo>
                <a:lnTo>
                  <a:pt x="1028" y="234"/>
                </a:lnTo>
                <a:lnTo>
                  <a:pt x="1029" y="235"/>
                </a:lnTo>
                <a:lnTo>
                  <a:pt x="1030" y="236"/>
                </a:lnTo>
                <a:lnTo>
                  <a:pt x="1031" y="237"/>
                </a:lnTo>
                <a:lnTo>
                  <a:pt x="1032" y="237"/>
                </a:lnTo>
                <a:lnTo>
                  <a:pt x="1034" y="236"/>
                </a:lnTo>
                <a:lnTo>
                  <a:pt x="1035" y="236"/>
                </a:lnTo>
                <a:lnTo>
                  <a:pt x="1035" y="235"/>
                </a:lnTo>
                <a:lnTo>
                  <a:pt x="1035" y="234"/>
                </a:lnTo>
                <a:lnTo>
                  <a:pt x="1035" y="233"/>
                </a:lnTo>
                <a:lnTo>
                  <a:pt x="1035" y="232"/>
                </a:lnTo>
                <a:lnTo>
                  <a:pt x="1036" y="231"/>
                </a:lnTo>
                <a:lnTo>
                  <a:pt x="1037" y="231"/>
                </a:lnTo>
                <a:lnTo>
                  <a:pt x="1038" y="231"/>
                </a:lnTo>
                <a:lnTo>
                  <a:pt x="1040" y="231"/>
                </a:lnTo>
                <a:lnTo>
                  <a:pt x="1041" y="231"/>
                </a:lnTo>
                <a:lnTo>
                  <a:pt x="1043" y="230"/>
                </a:lnTo>
                <a:lnTo>
                  <a:pt x="1044" y="230"/>
                </a:lnTo>
                <a:lnTo>
                  <a:pt x="1044" y="229"/>
                </a:lnTo>
                <a:lnTo>
                  <a:pt x="1045" y="229"/>
                </a:lnTo>
                <a:lnTo>
                  <a:pt x="1045" y="227"/>
                </a:lnTo>
                <a:lnTo>
                  <a:pt x="1047" y="226"/>
                </a:lnTo>
                <a:lnTo>
                  <a:pt x="1049" y="225"/>
                </a:lnTo>
                <a:lnTo>
                  <a:pt x="1049" y="224"/>
                </a:lnTo>
                <a:lnTo>
                  <a:pt x="1051" y="224"/>
                </a:lnTo>
                <a:lnTo>
                  <a:pt x="1052" y="224"/>
                </a:lnTo>
                <a:lnTo>
                  <a:pt x="1053" y="223"/>
                </a:lnTo>
                <a:lnTo>
                  <a:pt x="1054" y="221"/>
                </a:lnTo>
                <a:lnTo>
                  <a:pt x="1055" y="219"/>
                </a:lnTo>
                <a:lnTo>
                  <a:pt x="1056" y="218"/>
                </a:lnTo>
                <a:lnTo>
                  <a:pt x="1058" y="218"/>
                </a:lnTo>
                <a:lnTo>
                  <a:pt x="1060" y="218"/>
                </a:lnTo>
                <a:lnTo>
                  <a:pt x="1061" y="218"/>
                </a:lnTo>
                <a:lnTo>
                  <a:pt x="1061" y="217"/>
                </a:lnTo>
                <a:lnTo>
                  <a:pt x="1061" y="216"/>
                </a:lnTo>
                <a:lnTo>
                  <a:pt x="1062" y="216"/>
                </a:lnTo>
                <a:lnTo>
                  <a:pt x="1064" y="217"/>
                </a:lnTo>
                <a:lnTo>
                  <a:pt x="1065" y="218"/>
                </a:lnTo>
                <a:lnTo>
                  <a:pt x="1066" y="219"/>
                </a:lnTo>
                <a:lnTo>
                  <a:pt x="1067" y="219"/>
                </a:lnTo>
                <a:lnTo>
                  <a:pt x="1068" y="218"/>
                </a:lnTo>
                <a:lnTo>
                  <a:pt x="1069" y="218"/>
                </a:lnTo>
                <a:lnTo>
                  <a:pt x="1070" y="218"/>
                </a:lnTo>
                <a:lnTo>
                  <a:pt x="1071" y="218"/>
                </a:lnTo>
                <a:lnTo>
                  <a:pt x="1072" y="218"/>
                </a:lnTo>
                <a:lnTo>
                  <a:pt x="1073" y="218"/>
                </a:lnTo>
                <a:lnTo>
                  <a:pt x="1075" y="217"/>
                </a:lnTo>
                <a:lnTo>
                  <a:pt x="1077" y="217"/>
                </a:lnTo>
                <a:lnTo>
                  <a:pt x="1079" y="217"/>
                </a:lnTo>
                <a:lnTo>
                  <a:pt x="1080" y="217"/>
                </a:lnTo>
                <a:lnTo>
                  <a:pt x="1082" y="218"/>
                </a:lnTo>
                <a:lnTo>
                  <a:pt x="1085" y="218"/>
                </a:lnTo>
                <a:lnTo>
                  <a:pt x="1086" y="217"/>
                </a:lnTo>
                <a:lnTo>
                  <a:pt x="1086" y="214"/>
                </a:lnTo>
                <a:lnTo>
                  <a:pt x="1086" y="213"/>
                </a:lnTo>
                <a:lnTo>
                  <a:pt x="1087" y="212"/>
                </a:lnTo>
                <a:lnTo>
                  <a:pt x="1088" y="210"/>
                </a:lnTo>
                <a:lnTo>
                  <a:pt x="1089" y="209"/>
                </a:lnTo>
                <a:lnTo>
                  <a:pt x="1095" y="203"/>
                </a:lnTo>
                <a:lnTo>
                  <a:pt x="1096" y="201"/>
                </a:lnTo>
                <a:lnTo>
                  <a:pt x="1097" y="201"/>
                </a:lnTo>
                <a:lnTo>
                  <a:pt x="1099" y="200"/>
                </a:lnTo>
                <a:lnTo>
                  <a:pt x="1099" y="199"/>
                </a:lnTo>
                <a:lnTo>
                  <a:pt x="1099" y="198"/>
                </a:lnTo>
                <a:lnTo>
                  <a:pt x="1099" y="197"/>
                </a:lnTo>
                <a:lnTo>
                  <a:pt x="1099" y="196"/>
                </a:lnTo>
                <a:lnTo>
                  <a:pt x="1100" y="195"/>
                </a:lnTo>
                <a:lnTo>
                  <a:pt x="1100" y="194"/>
                </a:lnTo>
                <a:lnTo>
                  <a:pt x="1100" y="193"/>
                </a:lnTo>
                <a:lnTo>
                  <a:pt x="1099" y="193"/>
                </a:lnTo>
                <a:lnTo>
                  <a:pt x="1099" y="192"/>
                </a:lnTo>
                <a:lnTo>
                  <a:pt x="1098" y="191"/>
                </a:lnTo>
                <a:lnTo>
                  <a:pt x="1097" y="191"/>
                </a:lnTo>
                <a:lnTo>
                  <a:pt x="1097" y="190"/>
                </a:lnTo>
                <a:lnTo>
                  <a:pt x="1098" y="190"/>
                </a:lnTo>
                <a:lnTo>
                  <a:pt x="1098" y="189"/>
                </a:lnTo>
                <a:lnTo>
                  <a:pt x="1099" y="188"/>
                </a:lnTo>
                <a:lnTo>
                  <a:pt x="1099" y="187"/>
                </a:lnTo>
                <a:lnTo>
                  <a:pt x="1099" y="186"/>
                </a:lnTo>
                <a:lnTo>
                  <a:pt x="1100" y="186"/>
                </a:lnTo>
                <a:lnTo>
                  <a:pt x="1100" y="185"/>
                </a:lnTo>
                <a:lnTo>
                  <a:pt x="1100" y="184"/>
                </a:lnTo>
                <a:lnTo>
                  <a:pt x="1100" y="183"/>
                </a:lnTo>
                <a:lnTo>
                  <a:pt x="1099" y="181"/>
                </a:lnTo>
                <a:lnTo>
                  <a:pt x="1099" y="180"/>
                </a:lnTo>
                <a:lnTo>
                  <a:pt x="1099" y="179"/>
                </a:lnTo>
                <a:lnTo>
                  <a:pt x="1099" y="178"/>
                </a:lnTo>
                <a:lnTo>
                  <a:pt x="1098" y="178"/>
                </a:lnTo>
                <a:lnTo>
                  <a:pt x="1097" y="177"/>
                </a:lnTo>
                <a:lnTo>
                  <a:pt x="1096" y="176"/>
                </a:lnTo>
                <a:lnTo>
                  <a:pt x="1095" y="175"/>
                </a:lnTo>
                <a:lnTo>
                  <a:pt x="1094" y="174"/>
                </a:lnTo>
                <a:lnTo>
                  <a:pt x="1094" y="173"/>
                </a:lnTo>
                <a:lnTo>
                  <a:pt x="1093" y="172"/>
                </a:lnTo>
                <a:lnTo>
                  <a:pt x="1092" y="172"/>
                </a:lnTo>
                <a:lnTo>
                  <a:pt x="1092" y="171"/>
                </a:lnTo>
                <a:lnTo>
                  <a:pt x="1092" y="170"/>
                </a:lnTo>
                <a:lnTo>
                  <a:pt x="1093" y="168"/>
                </a:lnTo>
                <a:lnTo>
                  <a:pt x="1092" y="165"/>
                </a:lnTo>
                <a:lnTo>
                  <a:pt x="1092" y="163"/>
                </a:lnTo>
                <a:lnTo>
                  <a:pt x="1092" y="161"/>
                </a:lnTo>
                <a:lnTo>
                  <a:pt x="1091" y="158"/>
                </a:lnTo>
                <a:lnTo>
                  <a:pt x="1089" y="138"/>
                </a:lnTo>
                <a:lnTo>
                  <a:pt x="1087" y="127"/>
                </a:lnTo>
                <a:lnTo>
                  <a:pt x="1087" y="126"/>
                </a:lnTo>
                <a:lnTo>
                  <a:pt x="1087" y="124"/>
                </a:lnTo>
                <a:lnTo>
                  <a:pt x="1087" y="123"/>
                </a:lnTo>
                <a:lnTo>
                  <a:pt x="1086" y="123"/>
                </a:lnTo>
                <a:lnTo>
                  <a:pt x="1086" y="122"/>
                </a:lnTo>
                <a:lnTo>
                  <a:pt x="1086" y="121"/>
                </a:lnTo>
                <a:lnTo>
                  <a:pt x="1086" y="120"/>
                </a:lnTo>
                <a:lnTo>
                  <a:pt x="1086" y="119"/>
                </a:lnTo>
                <a:lnTo>
                  <a:pt x="1085" y="119"/>
                </a:lnTo>
                <a:lnTo>
                  <a:pt x="1084" y="119"/>
                </a:lnTo>
                <a:lnTo>
                  <a:pt x="1084" y="118"/>
                </a:lnTo>
                <a:lnTo>
                  <a:pt x="1085" y="118"/>
                </a:lnTo>
                <a:lnTo>
                  <a:pt x="1085" y="117"/>
                </a:lnTo>
                <a:lnTo>
                  <a:pt x="1085" y="116"/>
                </a:lnTo>
                <a:lnTo>
                  <a:pt x="1086" y="116"/>
                </a:lnTo>
                <a:lnTo>
                  <a:pt x="1086" y="115"/>
                </a:lnTo>
                <a:lnTo>
                  <a:pt x="1086" y="114"/>
                </a:lnTo>
                <a:lnTo>
                  <a:pt x="1086" y="113"/>
                </a:lnTo>
                <a:lnTo>
                  <a:pt x="1087" y="113"/>
                </a:lnTo>
                <a:lnTo>
                  <a:pt x="1086" y="112"/>
                </a:lnTo>
                <a:lnTo>
                  <a:pt x="1087" y="112"/>
                </a:lnTo>
                <a:lnTo>
                  <a:pt x="1087" y="110"/>
                </a:lnTo>
                <a:lnTo>
                  <a:pt x="1087" y="109"/>
                </a:lnTo>
                <a:lnTo>
                  <a:pt x="1087" y="108"/>
                </a:lnTo>
                <a:lnTo>
                  <a:pt x="1088" y="108"/>
                </a:lnTo>
                <a:lnTo>
                  <a:pt x="1088" y="107"/>
                </a:lnTo>
                <a:lnTo>
                  <a:pt x="1088" y="105"/>
                </a:lnTo>
                <a:lnTo>
                  <a:pt x="1089" y="105"/>
                </a:lnTo>
                <a:lnTo>
                  <a:pt x="1089" y="104"/>
                </a:lnTo>
                <a:lnTo>
                  <a:pt x="1090" y="104"/>
                </a:lnTo>
                <a:lnTo>
                  <a:pt x="1090" y="103"/>
                </a:lnTo>
                <a:lnTo>
                  <a:pt x="1090" y="102"/>
                </a:lnTo>
                <a:lnTo>
                  <a:pt x="1090" y="101"/>
                </a:lnTo>
                <a:lnTo>
                  <a:pt x="1091" y="101"/>
                </a:lnTo>
                <a:lnTo>
                  <a:pt x="1091" y="100"/>
                </a:lnTo>
                <a:lnTo>
                  <a:pt x="1092" y="100"/>
                </a:lnTo>
                <a:lnTo>
                  <a:pt x="1093" y="100"/>
                </a:lnTo>
                <a:lnTo>
                  <a:pt x="1094" y="100"/>
                </a:lnTo>
                <a:lnTo>
                  <a:pt x="1094" y="99"/>
                </a:lnTo>
                <a:lnTo>
                  <a:pt x="1094" y="98"/>
                </a:lnTo>
                <a:lnTo>
                  <a:pt x="1095" y="97"/>
                </a:lnTo>
                <a:lnTo>
                  <a:pt x="1095" y="96"/>
                </a:lnTo>
                <a:lnTo>
                  <a:pt x="1096" y="96"/>
                </a:lnTo>
                <a:lnTo>
                  <a:pt x="1097" y="96"/>
                </a:lnTo>
                <a:lnTo>
                  <a:pt x="1097" y="95"/>
                </a:lnTo>
                <a:lnTo>
                  <a:pt x="1098" y="94"/>
                </a:lnTo>
                <a:lnTo>
                  <a:pt x="1098" y="93"/>
                </a:lnTo>
                <a:lnTo>
                  <a:pt x="1099" y="92"/>
                </a:lnTo>
                <a:lnTo>
                  <a:pt x="1099" y="91"/>
                </a:lnTo>
                <a:lnTo>
                  <a:pt x="1099" y="90"/>
                </a:lnTo>
                <a:lnTo>
                  <a:pt x="1100" y="90"/>
                </a:lnTo>
                <a:lnTo>
                  <a:pt x="1100" y="89"/>
                </a:lnTo>
                <a:lnTo>
                  <a:pt x="1100" y="88"/>
                </a:lnTo>
                <a:lnTo>
                  <a:pt x="1100" y="87"/>
                </a:lnTo>
                <a:lnTo>
                  <a:pt x="1101" y="86"/>
                </a:lnTo>
                <a:lnTo>
                  <a:pt x="1102" y="85"/>
                </a:lnTo>
                <a:lnTo>
                  <a:pt x="1102" y="84"/>
                </a:lnTo>
                <a:lnTo>
                  <a:pt x="1103" y="83"/>
                </a:lnTo>
                <a:lnTo>
                  <a:pt x="1104" y="82"/>
                </a:lnTo>
                <a:lnTo>
                  <a:pt x="1105" y="81"/>
                </a:lnTo>
                <a:lnTo>
                  <a:pt x="1105" y="80"/>
                </a:lnTo>
                <a:lnTo>
                  <a:pt x="1106" y="79"/>
                </a:lnTo>
                <a:lnTo>
                  <a:pt x="1107" y="79"/>
                </a:lnTo>
                <a:lnTo>
                  <a:pt x="1108" y="79"/>
                </a:lnTo>
                <a:lnTo>
                  <a:pt x="1108" y="78"/>
                </a:lnTo>
                <a:lnTo>
                  <a:pt x="1109" y="78"/>
                </a:lnTo>
                <a:lnTo>
                  <a:pt x="1110" y="78"/>
                </a:lnTo>
                <a:lnTo>
                  <a:pt x="1111" y="77"/>
                </a:lnTo>
                <a:lnTo>
                  <a:pt x="1112" y="77"/>
                </a:lnTo>
                <a:lnTo>
                  <a:pt x="1113" y="77"/>
                </a:lnTo>
                <a:lnTo>
                  <a:pt x="1114" y="77"/>
                </a:lnTo>
                <a:lnTo>
                  <a:pt x="1115" y="77"/>
                </a:lnTo>
                <a:lnTo>
                  <a:pt x="1116" y="77"/>
                </a:lnTo>
                <a:lnTo>
                  <a:pt x="1117" y="77"/>
                </a:lnTo>
                <a:lnTo>
                  <a:pt x="1118" y="77"/>
                </a:lnTo>
                <a:lnTo>
                  <a:pt x="1119" y="77"/>
                </a:lnTo>
                <a:lnTo>
                  <a:pt x="1119" y="76"/>
                </a:lnTo>
                <a:lnTo>
                  <a:pt x="1133" y="76"/>
                </a:lnTo>
                <a:lnTo>
                  <a:pt x="1147" y="77"/>
                </a:lnTo>
                <a:lnTo>
                  <a:pt x="1148" y="77"/>
                </a:lnTo>
                <a:lnTo>
                  <a:pt x="1148" y="76"/>
                </a:lnTo>
                <a:lnTo>
                  <a:pt x="1149" y="76"/>
                </a:lnTo>
                <a:lnTo>
                  <a:pt x="1150" y="75"/>
                </a:lnTo>
                <a:lnTo>
                  <a:pt x="1151" y="75"/>
                </a:lnTo>
                <a:lnTo>
                  <a:pt x="1152" y="74"/>
                </a:lnTo>
                <a:lnTo>
                  <a:pt x="1153" y="73"/>
                </a:lnTo>
                <a:lnTo>
                  <a:pt x="1153" y="72"/>
                </a:lnTo>
                <a:lnTo>
                  <a:pt x="1154" y="72"/>
                </a:lnTo>
                <a:lnTo>
                  <a:pt x="1155" y="71"/>
                </a:lnTo>
                <a:lnTo>
                  <a:pt x="1157" y="71"/>
                </a:lnTo>
                <a:lnTo>
                  <a:pt x="1158" y="71"/>
                </a:lnTo>
                <a:lnTo>
                  <a:pt x="1159" y="71"/>
                </a:lnTo>
                <a:lnTo>
                  <a:pt x="1160" y="70"/>
                </a:lnTo>
                <a:lnTo>
                  <a:pt x="1161" y="70"/>
                </a:lnTo>
                <a:lnTo>
                  <a:pt x="1162" y="70"/>
                </a:lnTo>
                <a:lnTo>
                  <a:pt x="1162" y="71"/>
                </a:lnTo>
                <a:lnTo>
                  <a:pt x="1163" y="72"/>
                </a:lnTo>
                <a:lnTo>
                  <a:pt x="1164" y="72"/>
                </a:lnTo>
                <a:lnTo>
                  <a:pt x="1180" y="66"/>
                </a:lnTo>
                <a:lnTo>
                  <a:pt x="1180" y="65"/>
                </a:lnTo>
                <a:lnTo>
                  <a:pt x="1181" y="65"/>
                </a:lnTo>
                <a:lnTo>
                  <a:pt x="1181" y="64"/>
                </a:lnTo>
                <a:lnTo>
                  <a:pt x="1181" y="63"/>
                </a:lnTo>
                <a:lnTo>
                  <a:pt x="1181" y="62"/>
                </a:lnTo>
                <a:lnTo>
                  <a:pt x="1181" y="61"/>
                </a:lnTo>
                <a:lnTo>
                  <a:pt x="1182" y="60"/>
                </a:lnTo>
                <a:lnTo>
                  <a:pt x="1183" y="60"/>
                </a:lnTo>
                <a:lnTo>
                  <a:pt x="1184" y="59"/>
                </a:lnTo>
                <a:lnTo>
                  <a:pt x="1184" y="58"/>
                </a:lnTo>
                <a:lnTo>
                  <a:pt x="1185" y="57"/>
                </a:lnTo>
                <a:lnTo>
                  <a:pt x="1186" y="57"/>
                </a:lnTo>
                <a:lnTo>
                  <a:pt x="1188" y="56"/>
                </a:lnTo>
                <a:lnTo>
                  <a:pt x="1189" y="56"/>
                </a:lnTo>
                <a:lnTo>
                  <a:pt x="1190" y="55"/>
                </a:lnTo>
                <a:lnTo>
                  <a:pt x="1190" y="54"/>
                </a:lnTo>
                <a:lnTo>
                  <a:pt x="1190" y="53"/>
                </a:lnTo>
                <a:lnTo>
                  <a:pt x="1191" y="53"/>
                </a:lnTo>
                <a:lnTo>
                  <a:pt x="1191" y="52"/>
                </a:lnTo>
                <a:lnTo>
                  <a:pt x="1193" y="51"/>
                </a:lnTo>
                <a:lnTo>
                  <a:pt x="1195" y="49"/>
                </a:lnTo>
                <a:lnTo>
                  <a:pt x="1196" y="48"/>
                </a:lnTo>
                <a:lnTo>
                  <a:pt x="1197" y="47"/>
                </a:lnTo>
                <a:lnTo>
                  <a:pt x="1197" y="46"/>
                </a:lnTo>
                <a:lnTo>
                  <a:pt x="1197" y="45"/>
                </a:lnTo>
                <a:lnTo>
                  <a:pt x="1197" y="44"/>
                </a:lnTo>
                <a:lnTo>
                  <a:pt x="1196" y="43"/>
                </a:lnTo>
                <a:lnTo>
                  <a:pt x="1196" y="42"/>
                </a:lnTo>
                <a:lnTo>
                  <a:pt x="1196" y="40"/>
                </a:lnTo>
                <a:lnTo>
                  <a:pt x="1196" y="39"/>
                </a:lnTo>
                <a:lnTo>
                  <a:pt x="1196" y="38"/>
                </a:lnTo>
                <a:lnTo>
                  <a:pt x="1197" y="38"/>
                </a:lnTo>
                <a:lnTo>
                  <a:pt x="1199" y="37"/>
                </a:lnTo>
                <a:lnTo>
                  <a:pt x="1201" y="36"/>
                </a:lnTo>
                <a:lnTo>
                  <a:pt x="1201" y="35"/>
                </a:lnTo>
                <a:lnTo>
                  <a:pt x="1201" y="34"/>
                </a:lnTo>
                <a:lnTo>
                  <a:pt x="1201" y="33"/>
                </a:lnTo>
                <a:lnTo>
                  <a:pt x="1200" y="33"/>
                </a:lnTo>
                <a:lnTo>
                  <a:pt x="1199" y="32"/>
                </a:lnTo>
                <a:lnTo>
                  <a:pt x="1197" y="31"/>
                </a:lnTo>
                <a:lnTo>
                  <a:pt x="1197" y="30"/>
                </a:lnTo>
                <a:lnTo>
                  <a:pt x="1196" y="30"/>
                </a:lnTo>
                <a:lnTo>
                  <a:pt x="1196" y="29"/>
                </a:lnTo>
                <a:lnTo>
                  <a:pt x="1194" y="28"/>
                </a:lnTo>
                <a:lnTo>
                  <a:pt x="1194" y="26"/>
                </a:lnTo>
                <a:lnTo>
                  <a:pt x="1194" y="25"/>
                </a:lnTo>
                <a:lnTo>
                  <a:pt x="1193" y="24"/>
                </a:lnTo>
                <a:lnTo>
                  <a:pt x="1193" y="23"/>
                </a:lnTo>
                <a:lnTo>
                  <a:pt x="1193" y="22"/>
                </a:lnTo>
                <a:lnTo>
                  <a:pt x="1193" y="21"/>
                </a:lnTo>
                <a:lnTo>
                  <a:pt x="1193" y="20"/>
                </a:lnTo>
                <a:lnTo>
                  <a:pt x="1193" y="19"/>
                </a:lnTo>
                <a:lnTo>
                  <a:pt x="1194" y="18"/>
                </a:lnTo>
                <a:lnTo>
                  <a:pt x="1195" y="17"/>
                </a:lnTo>
                <a:lnTo>
                  <a:pt x="1196" y="17"/>
                </a:lnTo>
                <a:lnTo>
                  <a:pt x="1197" y="16"/>
                </a:lnTo>
                <a:lnTo>
                  <a:pt x="1198" y="16"/>
                </a:lnTo>
                <a:lnTo>
                  <a:pt x="1198" y="15"/>
                </a:lnTo>
                <a:lnTo>
                  <a:pt x="1199" y="15"/>
                </a:lnTo>
                <a:lnTo>
                  <a:pt x="1200" y="14"/>
                </a:lnTo>
                <a:lnTo>
                  <a:pt x="1201" y="14"/>
                </a:lnTo>
                <a:lnTo>
                  <a:pt x="1202" y="14"/>
                </a:lnTo>
                <a:lnTo>
                  <a:pt x="1202" y="13"/>
                </a:lnTo>
                <a:lnTo>
                  <a:pt x="1203" y="13"/>
                </a:lnTo>
                <a:lnTo>
                  <a:pt x="1203" y="12"/>
                </a:lnTo>
                <a:lnTo>
                  <a:pt x="1204" y="12"/>
                </a:lnTo>
                <a:lnTo>
                  <a:pt x="1203" y="12"/>
                </a:lnTo>
                <a:lnTo>
                  <a:pt x="1203" y="11"/>
                </a:lnTo>
                <a:lnTo>
                  <a:pt x="1203" y="10"/>
                </a:lnTo>
                <a:lnTo>
                  <a:pt x="1203" y="9"/>
                </a:lnTo>
                <a:lnTo>
                  <a:pt x="1203" y="8"/>
                </a:lnTo>
                <a:lnTo>
                  <a:pt x="1204" y="8"/>
                </a:lnTo>
                <a:lnTo>
                  <a:pt x="1204" y="7"/>
                </a:lnTo>
                <a:lnTo>
                  <a:pt x="1205" y="7"/>
                </a:lnTo>
                <a:lnTo>
                  <a:pt x="1206" y="6"/>
                </a:lnTo>
                <a:lnTo>
                  <a:pt x="1207" y="5"/>
                </a:lnTo>
                <a:lnTo>
                  <a:pt x="1208" y="5"/>
                </a:lnTo>
                <a:lnTo>
                  <a:pt x="1209" y="5"/>
                </a:lnTo>
                <a:lnTo>
                  <a:pt x="1210" y="5"/>
                </a:lnTo>
                <a:lnTo>
                  <a:pt x="1211" y="5"/>
                </a:lnTo>
                <a:lnTo>
                  <a:pt x="1212" y="5"/>
                </a:lnTo>
                <a:lnTo>
                  <a:pt x="1213" y="5"/>
                </a:lnTo>
                <a:lnTo>
                  <a:pt x="1215" y="5"/>
                </a:lnTo>
                <a:lnTo>
                  <a:pt x="1217" y="4"/>
                </a:lnTo>
                <a:lnTo>
                  <a:pt x="1219" y="4"/>
                </a:lnTo>
                <a:lnTo>
                  <a:pt x="1220" y="5"/>
                </a:lnTo>
                <a:lnTo>
                  <a:pt x="1221" y="5"/>
                </a:lnTo>
                <a:lnTo>
                  <a:pt x="1222" y="5"/>
                </a:lnTo>
                <a:lnTo>
                  <a:pt x="1223" y="5"/>
                </a:lnTo>
                <a:lnTo>
                  <a:pt x="1224" y="5"/>
                </a:lnTo>
                <a:lnTo>
                  <a:pt x="1225" y="5"/>
                </a:lnTo>
                <a:lnTo>
                  <a:pt x="1226" y="4"/>
                </a:lnTo>
                <a:lnTo>
                  <a:pt x="1227" y="3"/>
                </a:lnTo>
                <a:lnTo>
                  <a:pt x="1230" y="3"/>
                </a:lnTo>
                <a:lnTo>
                  <a:pt x="1231" y="4"/>
                </a:lnTo>
                <a:lnTo>
                  <a:pt x="1232" y="4"/>
                </a:lnTo>
                <a:lnTo>
                  <a:pt x="1235" y="4"/>
                </a:lnTo>
                <a:lnTo>
                  <a:pt x="1236" y="5"/>
                </a:lnTo>
                <a:lnTo>
                  <a:pt x="1238" y="7"/>
                </a:lnTo>
                <a:lnTo>
                  <a:pt x="1242" y="7"/>
                </a:lnTo>
                <a:lnTo>
                  <a:pt x="1243" y="6"/>
                </a:lnTo>
                <a:lnTo>
                  <a:pt x="1245" y="8"/>
                </a:lnTo>
                <a:lnTo>
                  <a:pt x="1247" y="8"/>
                </a:lnTo>
                <a:lnTo>
                  <a:pt x="1251" y="8"/>
                </a:lnTo>
                <a:lnTo>
                  <a:pt x="1252" y="9"/>
                </a:lnTo>
                <a:lnTo>
                  <a:pt x="1254" y="10"/>
                </a:lnTo>
                <a:lnTo>
                  <a:pt x="1255" y="11"/>
                </a:lnTo>
                <a:lnTo>
                  <a:pt x="1256" y="11"/>
                </a:lnTo>
                <a:lnTo>
                  <a:pt x="1257" y="11"/>
                </a:lnTo>
                <a:lnTo>
                  <a:pt x="1259" y="10"/>
                </a:lnTo>
                <a:lnTo>
                  <a:pt x="1260" y="10"/>
                </a:lnTo>
                <a:lnTo>
                  <a:pt x="1261" y="10"/>
                </a:lnTo>
                <a:lnTo>
                  <a:pt x="1262" y="9"/>
                </a:lnTo>
                <a:lnTo>
                  <a:pt x="1263" y="8"/>
                </a:lnTo>
                <a:lnTo>
                  <a:pt x="1263" y="7"/>
                </a:lnTo>
                <a:lnTo>
                  <a:pt x="1261" y="5"/>
                </a:lnTo>
                <a:lnTo>
                  <a:pt x="1262" y="5"/>
                </a:lnTo>
                <a:lnTo>
                  <a:pt x="1262" y="4"/>
                </a:lnTo>
                <a:lnTo>
                  <a:pt x="1263" y="4"/>
                </a:lnTo>
                <a:lnTo>
                  <a:pt x="1266" y="4"/>
                </a:lnTo>
                <a:lnTo>
                  <a:pt x="1268" y="4"/>
                </a:lnTo>
                <a:lnTo>
                  <a:pt x="1269" y="4"/>
                </a:lnTo>
                <a:lnTo>
                  <a:pt x="1270" y="3"/>
                </a:lnTo>
                <a:lnTo>
                  <a:pt x="1271" y="3"/>
                </a:lnTo>
                <a:lnTo>
                  <a:pt x="1272" y="3"/>
                </a:lnTo>
                <a:lnTo>
                  <a:pt x="1273" y="3"/>
                </a:lnTo>
                <a:lnTo>
                  <a:pt x="1274" y="3"/>
                </a:lnTo>
                <a:lnTo>
                  <a:pt x="1275" y="3"/>
                </a:lnTo>
                <a:lnTo>
                  <a:pt x="1277" y="3"/>
                </a:lnTo>
                <a:lnTo>
                  <a:pt x="1278" y="3"/>
                </a:lnTo>
                <a:lnTo>
                  <a:pt x="1279" y="2"/>
                </a:lnTo>
                <a:lnTo>
                  <a:pt x="1279" y="1"/>
                </a:lnTo>
                <a:lnTo>
                  <a:pt x="1280" y="1"/>
                </a:lnTo>
                <a:lnTo>
                  <a:pt x="1282" y="0"/>
                </a:lnTo>
                <a:lnTo>
                  <a:pt x="1283" y="0"/>
                </a:lnTo>
                <a:lnTo>
                  <a:pt x="1286" y="1"/>
                </a:lnTo>
                <a:lnTo>
                  <a:pt x="1287" y="1"/>
                </a:lnTo>
                <a:lnTo>
                  <a:pt x="1288" y="0"/>
                </a:lnTo>
                <a:lnTo>
                  <a:pt x="1289" y="0"/>
                </a:lnTo>
                <a:lnTo>
                  <a:pt x="1291" y="1"/>
                </a:lnTo>
                <a:lnTo>
                  <a:pt x="1291" y="3"/>
                </a:lnTo>
                <a:lnTo>
                  <a:pt x="1291" y="4"/>
                </a:lnTo>
                <a:lnTo>
                  <a:pt x="1293" y="4"/>
                </a:lnTo>
                <a:lnTo>
                  <a:pt x="1294" y="4"/>
                </a:lnTo>
                <a:lnTo>
                  <a:pt x="1294" y="5"/>
                </a:lnTo>
                <a:lnTo>
                  <a:pt x="1295" y="6"/>
                </a:lnTo>
                <a:lnTo>
                  <a:pt x="1295" y="7"/>
                </a:lnTo>
                <a:lnTo>
                  <a:pt x="1295" y="8"/>
                </a:lnTo>
                <a:lnTo>
                  <a:pt x="1294" y="9"/>
                </a:lnTo>
                <a:lnTo>
                  <a:pt x="1293" y="9"/>
                </a:lnTo>
                <a:lnTo>
                  <a:pt x="1293" y="10"/>
                </a:lnTo>
                <a:lnTo>
                  <a:pt x="1294" y="11"/>
                </a:lnTo>
                <a:lnTo>
                  <a:pt x="1294" y="12"/>
                </a:lnTo>
                <a:lnTo>
                  <a:pt x="1293" y="12"/>
                </a:lnTo>
                <a:lnTo>
                  <a:pt x="1293" y="13"/>
                </a:lnTo>
                <a:lnTo>
                  <a:pt x="1292" y="13"/>
                </a:lnTo>
                <a:lnTo>
                  <a:pt x="1292" y="14"/>
                </a:lnTo>
                <a:lnTo>
                  <a:pt x="1293" y="15"/>
                </a:lnTo>
                <a:lnTo>
                  <a:pt x="1294" y="15"/>
                </a:lnTo>
                <a:lnTo>
                  <a:pt x="1295" y="15"/>
                </a:lnTo>
                <a:lnTo>
                  <a:pt x="1296" y="15"/>
                </a:lnTo>
                <a:lnTo>
                  <a:pt x="1296" y="16"/>
                </a:lnTo>
                <a:lnTo>
                  <a:pt x="1297" y="16"/>
                </a:lnTo>
                <a:lnTo>
                  <a:pt x="1297" y="17"/>
                </a:lnTo>
                <a:lnTo>
                  <a:pt x="1296" y="18"/>
                </a:lnTo>
                <a:lnTo>
                  <a:pt x="1297" y="19"/>
                </a:lnTo>
                <a:lnTo>
                  <a:pt x="1297" y="20"/>
                </a:lnTo>
                <a:lnTo>
                  <a:pt x="1298" y="20"/>
                </a:lnTo>
                <a:lnTo>
                  <a:pt x="1299" y="20"/>
                </a:lnTo>
                <a:lnTo>
                  <a:pt x="1299" y="21"/>
                </a:lnTo>
                <a:lnTo>
                  <a:pt x="1298" y="21"/>
                </a:lnTo>
                <a:lnTo>
                  <a:pt x="1297" y="22"/>
                </a:lnTo>
                <a:lnTo>
                  <a:pt x="1296" y="22"/>
                </a:lnTo>
                <a:lnTo>
                  <a:pt x="1296" y="23"/>
                </a:lnTo>
                <a:lnTo>
                  <a:pt x="1296" y="24"/>
                </a:lnTo>
                <a:lnTo>
                  <a:pt x="1295" y="25"/>
                </a:lnTo>
                <a:lnTo>
                  <a:pt x="1293" y="24"/>
                </a:lnTo>
                <a:lnTo>
                  <a:pt x="1292" y="24"/>
                </a:lnTo>
                <a:lnTo>
                  <a:pt x="1291" y="24"/>
                </a:lnTo>
                <a:lnTo>
                  <a:pt x="1290" y="24"/>
                </a:lnTo>
                <a:lnTo>
                  <a:pt x="1290" y="25"/>
                </a:lnTo>
                <a:lnTo>
                  <a:pt x="1290" y="26"/>
                </a:lnTo>
                <a:lnTo>
                  <a:pt x="1289" y="26"/>
                </a:lnTo>
                <a:lnTo>
                  <a:pt x="1288" y="26"/>
                </a:lnTo>
                <a:lnTo>
                  <a:pt x="1287" y="26"/>
                </a:lnTo>
                <a:lnTo>
                  <a:pt x="1286" y="26"/>
                </a:lnTo>
                <a:lnTo>
                  <a:pt x="1285" y="26"/>
                </a:lnTo>
                <a:lnTo>
                  <a:pt x="1285" y="27"/>
                </a:lnTo>
                <a:lnTo>
                  <a:pt x="1285" y="28"/>
                </a:lnTo>
                <a:lnTo>
                  <a:pt x="1284" y="31"/>
                </a:lnTo>
                <a:lnTo>
                  <a:pt x="1284" y="32"/>
                </a:lnTo>
                <a:lnTo>
                  <a:pt x="1285" y="32"/>
                </a:lnTo>
                <a:lnTo>
                  <a:pt x="1286" y="32"/>
                </a:lnTo>
                <a:lnTo>
                  <a:pt x="1288" y="32"/>
                </a:lnTo>
                <a:lnTo>
                  <a:pt x="1288" y="33"/>
                </a:lnTo>
                <a:lnTo>
                  <a:pt x="1288" y="34"/>
                </a:lnTo>
                <a:lnTo>
                  <a:pt x="1289" y="34"/>
                </a:lnTo>
                <a:lnTo>
                  <a:pt x="1289" y="35"/>
                </a:lnTo>
                <a:lnTo>
                  <a:pt x="1290" y="35"/>
                </a:lnTo>
                <a:lnTo>
                  <a:pt x="1291" y="36"/>
                </a:lnTo>
                <a:lnTo>
                  <a:pt x="1292" y="36"/>
                </a:lnTo>
                <a:lnTo>
                  <a:pt x="1292" y="37"/>
                </a:lnTo>
                <a:lnTo>
                  <a:pt x="1291" y="37"/>
                </a:lnTo>
                <a:lnTo>
                  <a:pt x="1290" y="37"/>
                </a:lnTo>
                <a:lnTo>
                  <a:pt x="1289" y="37"/>
                </a:lnTo>
                <a:lnTo>
                  <a:pt x="1290" y="38"/>
                </a:lnTo>
                <a:lnTo>
                  <a:pt x="1291" y="39"/>
                </a:lnTo>
                <a:lnTo>
                  <a:pt x="1292" y="39"/>
                </a:lnTo>
                <a:lnTo>
                  <a:pt x="1293" y="39"/>
                </a:lnTo>
                <a:lnTo>
                  <a:pt x="1295" y="39"/>
                </a:lnTo>
                <a:lnTo>
                  <a:pt x="1296" y="39"/>
                </a:lnTo>
                <a:lnTo>
                  <a:pt x="1297" y="41"/>
                </a:lnTo>
                <a:lnTo>
                  <a:pt x="1299" y="42"/>
                </a:lnTo>
                <a:lnTo>
                  <a:pt x="1301" y="43"/>
                </a:lnTo>
                <a:lnTo>
                  <a:pt x="1302" y="44"/>
                </a:lnTo>
                <a:lnTo>
                  <a:pt x="1303" y="43"/>
                </a:lnTo>
                <a:lnTo>
                  <a:pt x="1304" y="42"/>
                </a:lnTo>
                <a:lnTo>
                  <a:pt x="1305" y="42"/>
                </a:lnTo>
                <a:lnTo>
                  <a:pt x="1307" y="43"/>
                </a:lnTo>
                <a:lnTo>
                  <a:pt x="1309" y="44"/>
                </a:lnTo>
                <a:lnTo>
                  <a:pt x="1311" y="45"/>
                </a:lnTo>
                <a:lnTo>
                  <a:pt x="1312" y="46"/>
                </a:lnTo>
                <a:lnTo>
                  <a:pt x="1312" y="48"/>
                </a:lnTo>
                <a:lnTo>
                  <a:pt x="1313" y="48"/>
                </a:lnTo>
                <a:lnTo>
                  <a:pt x="1314" y="48"/>
                </a:lnTo>
                <a:lnTo>
                  <a:pt x="1315" y="48"/>
                </a:lnTo>
                <a:lnTo>
                  <a:pt x="1316" y="48"/>
                </a:lnTo>
                <a:lnTo>
                  <a:pt x="1316" y="49"/>
                </a:lnTo>
                <a:lnTo>
                  <a:pt x="1314" y="51"/>
                </a:lnTo>
                <a:lnTo>
                  <a:pt x="1313" y="52"/>
                </a:lnTo>
                <a:lnTo>
                  <a:pt x="1312" y="52"/>
                </a:lnTo>
                <a:lnTo>
                  <a:pt x="1312" y="53"/>
                </a:lnTo>
                <a:lnTo>
                  <a:pt x="1310" y="54"/>
                </a:lnTo>
                <a:lnTo>
                  <a:pt x="1309" y="54"/>
                </a:lnTo>
                <a:lnTo>
                  <a:pt x="1309" y="55"/>
                </a:lnTo>
                <a:lnTo>
                  <a:pt x="1310" y="56"/>
                </a:lnTo>
                <a:lnTo>
                  <a:pt x="1310" y="57"/>
                </a:lnTo>
                <a:lnTo>
                  <a:pt x="1309" y="57"/>
                </a:lnTo>
                <a:lnTo>
                  <a:pt x="1307" y="58"/>
                </a:lnTo>
                <a:lnTo>
                  <a:pt x="1306" y="59"/>
                </a:lnTo>
                <a:lnTo>
                  <a:pt x="1305" y="59"/>
                </a:lnTo>
                <a:lnTo>
                  <a:pt x="1304" y="60"/>
                </a:lnTo>
                <a:lnTo>
                  <a:pt x="1304" y="61"/>
                </a:lnTo>
                <a:lnTo>
                  <a:pt x="1305" y="62"/>
                </a:lnTo>
                <a:lnTo>
                  <a:pt x="1305" y="63"/>
                </a:lnTo>
                <a:lnTo>
                  <a:pt x="1306" y="63"/>
                </a:lnTo>
                <a:lnTo>
                  <a:pt x="1307" y="63"/>
                </a:lnTo>
                <a:lnTo>
                  <a:pt x="1308" y="63"/>
                </a:lnTo>
                <a:lnTo>
                  <a:pt x="1309" y="64"/>
                </a:lnTo>
                <a:lnTo>
                  <a:pt x="1310" y="65"/>
                </a:lnTo>
                <a:lnTo>
                  <a:pt x="1311" y="65"/>
                </a:lnTo>
                <a:lnTo>
                  <a:pt x="1312" y="65"/>
                </a:lnTo>
                <a:lnTo>
                  <a:pt x="1313" y="65"/>
                </a:lnTo>
                <a:lnTo>
                  <a:pt x="1314" y="65"/>
                </a:lnTo>
                <a:lnTo>
                  <a:pt x="1315" y="65"/>
                </a:lnTo>
                <a:lnTo>
                  <a:pt x="1316" y="65"/>
                </a:lnTo>
                <a:lnTo>
                  <a:pt x="1317" y="65"/>
                </a:lnTo>
                <a:lnTo>
                  <a:pt x="1318" y="66"/>
                </a:lnTo>
                <a:lnTo>
                  <a:pt x="1318" y="67"/>
                </a:lnTo>
                <a:lnTo>
                  <a:pt x="1318" y="68"/>
                </a:lnTo>
                <a:lnTo>
                  <a:pt x="1319" y="68"/>
                </a:lnTo>
                <a:lnTo>
                  <a:pt x="1319" y="67"/>
                </a:lnTo>
                <a:lnTo>
                  <a:pt x="1320" y="67"/>
                </a:lnTo>
                <a:lnTo>
                  <a:pt x="1321" y="67"/>
                </a:lnTo>
                <a:lnTo>
                  <a:pt x="1323" y="69"/>
                </a:lnTo>
                <a:lnTo>
                  <a:pt x="1324" y="70"/>
                </a:lnTo>
                <a:lnTo>
                  <a:pt x="1325" y="71"/>
                </a:lnTo>
                <a:lnTo>
                  <a:pt x="1326" y="70"/>
                </a:lnTo>
                <a:lnTo>
                  <a:pt x="1327" y="70"/>
                </a:lnTo>
                <a:lnTo>
                  <a:pt x="1329" y="70"/>
                </a:lnTo>
                <a:lnTo>
                  <a:pt x="1330" y="70"/>
                </a:lnTo>
                <a:lnTo>
                  <a:pt x="1331" y="71"/>
                </a:lnTo>
                <a:lnTo>
                  <a:pt x="1334" y="72"/>
                </a:lnTo>
                <a:lnTo>
                  <a:pt x="1336" y="72"/>
                </a:lnTo>
                <a:lnTo>
                  <a:pt x="1338" y="73"/>
                </a:lnTo>
                <a:lnTo>
                  <a:pt x="1339" y="74"/>
                </a:lnTo>
                <a:lnTo>
                  <a:pt x="1340" y="74"/>
                </a:lnTo>
                <a:lnTo>
                  <a:pt x="1339" y="75"/>
                </a:lnTo>
                <a:lnTo>
                  <a:pt x="1339" y="76"/>
                </a:lnTo>
                <a:lnTo>
                  <a:pt x="1340" y="77"/>
                </a:lnTo>
                <a:lnTo>
                  <a:pt x="1342" y="78"/>
                </a:lnTo>
                <a:lnTo>
                  <a:pt x="1343" y="79"/>
                </a:lnTo>
                <a:lnTo>
                  <a:pt x="1345" y="79"/>
                </a:lnTo>
                <a:lnTo>
                  <a:pt x="1346" y="80"/>
                </a:lnTo>
                <a:lnTo>
                  <a:pt x="1347" y="81"/>
                </a:lnTo>
                <a:lnTo>
                  <a:pt x="1348" y="81"/>
                </a:lnTo>
                <a:lnTo>
                  <a:pt x="1349" y="81"/>
                </a:lnTo>
                <a:lnTo>
                  <a:pt x="1350" y="80"/>
                </a:lnTo>
                <a:lnTo>
                  <a:pt x="1352" y="79"/>
                </a:lnTo>
                <a:lnTo>
                  <a:pt x="1353" y="79"/>
                </a:lnTo>
                <a:lnTo>
                  <a:pt x="1354" y="79"/>
                </a:lnTo>
                <a:lnTo>
                  <a:pt x="1354" y="80"/>
                </a:lnTo>
                <a:lnTo>
                  <a:pt x="1354" y="81"/>
                </a:lnTo>
                <a:lnTo>
                  <a:pt x="1354" y="82"/>
                </a:lnTo>
                <a:lnTo>
                  <a:pt x="1355" y="83"/>
                </a:lnTo>
                <a:lnTo>
                  <a:pt x="1356" y="84"/>
                </a:lnTo>
                <a:lnTo>
                  <a:pt x="1357" y="84"/>
                </a:lnTo>
                <a:lnTo>
                  <a:pt x="1358" y="83"/>
                </a:lnTo>
                <a:lnTo>
                  <a:pt x="1359" y="83"/>
                </a:lnTo>
                <a:lnTo>
                  <a:pt x="1359" y="84"/>
                </a:lnTo>
                <a:lnTo>
                  <a:pt x="1359" y="85"/>
                </a:lnTo>
                <a:lnTo>
                  <a:pt x="1360" y="86"/>
                </a:lnTo>
                <a:lnTo>
                  <a:pt x="1361" y="86"/>
                </a:lnTo>
                <a:lnTo>
                  <a:pt x="1362" y="87"/>
                </a:lnTo>
                <a:lnTo>
                  <a:pt x="1361" y="88"/>
                </a:lnTo>
                <a:lnTo>
                  <a:pt x="1360" y="90"/>
                </a:lnTo>
                <a:lnTo>
                  <a:pt x="1359" y="91"/>
                </a:lnTo>
                <a:lnTo>
                  <a:pt x="1359" y="92"/>
                </a:lnTo>
                <a:lnTo>
                  <a:pt x="1359" y="93"/>
                </a:lnTo>
                <a:lnTo>
                  <a:pt x="1360" y="93"/>
                </a:lnTo>
                <a:lnTo>
                  <a:pt x="1360" y="94"/>
                </a:lnTo>
                <a:lnTo>
                  <a:pt x="1361" y="95"/>
                </a:lnTo>
                <a:lnTo>
                  <a:pt x="1361" y="96"/>
                </a:lnTo>
                <a:lnTo>
                  <a:pt x="1361" y="98"/>
                </a:lnTo>
                <a:lnTo>
                  <a:pt x="1361" y="99"/>
                </a:lnTo>
                <a:lnTo>
                  <a:pt x="1362" y="99"/>
                </a:lnTo>
                <a:lnTo>
                  <a:pt x="1363" y="99"/>
                </a:lnTo>
                <a:lnTo>
                  <a:pt x="1364" y="100"/>
                </a:lnTo>
                <a:lnTo>
                  <a:pt x="1364" y="101"/>
                </a:lnTo>
                <a:lnTo>
                  <a:pt x="1364" y="102"/>
                </a:lnTo>
                <a:lnTo>
                  <a:pt x="1365" y="103"/>
                </a:lnTo>
                <a:lnTo>
                  <a:pt x="1367" y="103"/>
                </a:lnTo>
                <a:lnTo>
                  <a:pt x="1368" y="103"/>
                </a:lnTo>
                <a:lnTo>
                  <a:pt x="1369" y="103"/>
                </a:lnTo>
                <a:lnTo>
                  <a:pt x="1370" y="103"/>
                </a:lnTo>
                <a:lnTo>
                  <a:pt x="1371" y="103"/>
                </a:lnTo>
                <a:lnTo>
                  <a:pt x="1372" y="103"/>
                </a:lnTo>
                <a:lnTo>
                  <a:pt x="1372" y="104"/>
                </a:lnTo>
                <a:lnTo>
                  <a:pt x="1372" y="105"/>
                </a:lnTo>
                <a:lnTo>
                  <a:pt x="1373" y="105"/>
                </a:lnTo>
                <a:lnTo>
                  <a:pt x="1375" y="105"/>
                </a:lnTo>
                <a:lnTo>
                  <a:pt x="1375" y="106"/>
                </a:lnTo>
                <a:lnTo>
                  <a:pt x="1376" y="106"/>
                </a:lnTo>
                <a:lnTo>
                  <a:pt x="1377" y="107"/>
                </a:lnTo>
                <a:lnTo>
                  <a:pt x="1378" y="107"/>
                </a:lnTo>
                <a:lnTo>
                  <a:pt x="1380" y="108"/>
                </a:lnTo>
                <a:lnTo>
                  <a:pt x="1381" y="110"/>
                </a:lnTo>
                <a:lnTo>
                  <a:pt x="1382" y="110"/>
                </a:lnTo>
                <a:lnTo>
                  <a:pt x="1383" y="110"/>
                </a:lnTo>
                <a:lnTo>
                  <a:pt x="1386" y="110"/>
                </a:lnTo>
                <a:lnTo>
                  <a:pt x="1388" y="110"/>
                </a:lnTo>
                <a:lnTo>
                  <a:pt x="1390" y="110"/>
                </a:lnTo>
                <a:lnTo>
                  <a:pt x="1391" y="110"/>
                </a:lnTo>
                <a:lnTo>
                  <a:pt x="1392" y="110"/>
                </a:lnTo>
                <a:lnTo>
                  <a:pt x="1392" y="111"/>
                </a:lnTo>
                <a:lnTo>
                  <a:pt x="1393" y="112"/>
                </a:lnTo>
                <a:lnTo>
                  <a:pt x="1396" y="114"/>
                </a:lnTo>
                <a:lnTo>
                  <a:pt x="1399" y="115"/>
                </a:lnTo>
                <a:lnTo>
                  <a:pt x="1400" y="117"/>
                </a:lnTo>
                <a:lnTo>
                  <a:pt x="1401" y="118"/>
                </a:lnTo>
                <a:lnTo>
                  <a:pt x="1401" y="119"/>
                </a:lnTo>
                <a:lnTo>
                  <a:pt x="1401" y="120"/>
                </a:lnTo>
                <a:lnTo>
                  <a:pt x="1402" y="120"/>
                </a:lnTo>
                <a:lnTo>
                  <a:pt x="1402" y="121"/>
                </a:lnTo>
                <a:lnTo>
                  <a:pt x="1403" y="121"/>
                </a:lnTo>
                <a:lnTo>
                  <a:pt x="1403" y="122"/>
                </a:lnTo>
                <a:lnTo>
                  <a:pt x="1404" y="122"/>
                </a:lnTo>
                <a:lnTo>
                  <a:pt x="1406" y="123"/>
                </a:lnTo>
                <a:lnTo>
                  <a:pt x="1408" y="122"/>
                </a:lnTo>
                <a:lnTo>
                  <a:pt x="1410" y="122"/>
                </a:lnTo>
                <a:lnTo>
                  <a:pt x="1411" y="122"/>
                </a:lnTo>
                <a:lnTo>
                  <a:pt x="1412" y="122"/>
                </a:lnTo>
                <a:lnTo>
                  <a:pt x="1414" y="122"/>
                </a:lnTo>
                <a:lnTo>
                  <a:pt x="1415" y="123"/>
                </a:lnTo>
                <a:lnTo>
                  <a:pt x="1416" y="123"/>
                </a:lnTo>
                <a:lnTo>
                  <a:pt x="1417" y="123"/>
                </a:lnTo>
                <a:lnTo>
                  <a:pt x="1419" y="123"/>
                </a:lnTo>
                <a:lnTo>
                  <a:pt x="1419" y="122"/>
                </a:lnTo>
                <a:lnTo>
                  <a:pt x="1420" y="122"/>
                </a:lnTo>
                <a:lnTo>
                  <a:pt x="1422" y="122"/>
                </a:lnTo>
                <a:lnTo>
                  <a:pt x="1423" y="122"/>
                </a:lnTo>
                <a:lnTo>
                  <a:pt x="1423" y="121"/>
                </a:lnTo>
                <a:lnTo>
                  <a:pt x="1424" y="119"/>
                </a:lnTo>
                <a:lnTo>
                  <a:pt x="1427" y="118"/>
                </a:lnTo>
                <a:lnTo>
                  <a:pt x="1429" y="118"/>
                </a:lnTo>
                <a:lnTo>
                  <a:pt x="1430" y="118"/>
                </a:lnTo>
                <a:lnTo>
                  <a:pt x="1431" y="117"/>
                </a:lnTo>
                <a:lnTo>
                  <a:pt x="1432" y="116"/>
                </a:lnTo>
                <a:lnTo>
                  <a:pt x="1432" y="117"/>
                </a:lnTo>
                <a:lnTo>
                  <a:pt x="1433" y="117"/>
                </a:lnTo>
                <a:lnTo>
                  <a:pt x="1438" y="118"/>
                </a:lnTo>
                <a:lnTo>
                  <a:pt x="1440" y="118"/>
                </a:lnTo>
                <a:lnTo>
                  <a:pt x="1441" y="118"/>
                </a:lnTo>
                <a:lnTo>
                  <a:pt x="1445" y="117"/>
                </a:lnTo>
                <a:lnTo>
                  <a:pt x="1447" y="117"/>
                </a:lnTo>
                <a:lnTo>
                  <a:pt x="1448" y="117"/>
                </a:lnTo>
                <a:lnTo>
                  <a:pt x="1450" y="118"/>
                </a:lnTo>
                <a:lnTo>
                  <a:pt x="1451" y="119"/>
                </a:lnTo>
                <a:lnTo>
                  <a:pt x="1451" y="120"/>
                </a:lnTo>
                <a:lnTo>
                  <a:pt x="1451" y="121"/>
                </a:lnTo>
                <a:lnTo>
                  <a:pt x="1450" y="122"/>
                </a:lnTo>
                <a:lnTo>
                  <a:pt x="1450" y="123"/>
                </a:lnTo>
                <a:lnTo>
                  <a:pt x="1451" y="124"/>
                </a:lnTo>
                <a:lnTo>
                  <a:pt x="1451" y="125"/>
                </a:lnTo>
                <a:lnTo>
                  <a:pt x="1452" y="126"/>
                </a:lnTo>
                <a:lnTo>
                  <a:pt x="1453" y="126"/>
                </a:lnTo>
                <a:lnTo>
                  <a:pt x="1455" y="126"/>
                </a:lnTo>
                <a:lnTo>
                  <a:pt x="1456" y="127"/>
                </a:lnTo>
                <a:lnTo>
                  <a:pt x="1455" y="129"/>
                </a:lnTo>
                <a:lnTo>
                  <a:pt x="1455" y="130"/>
                </a:lnTo>
                <a:lnTo>
                  <a:pt x="1456" y="130"/>
                </a:lnTo>
                <a:lnTo>
                  <a:pt x="1459" y="131"/>
                </a:lnTo>
                <a:lnTo>
                  <a:pt x="1460" y="131"/>
                </a:lnTo>
                <a:lnTo>
                  <a:pt x="1462" y="131"/>
                </a:lnTo>
                <a:lnTo>
                  <a:pt x="1463" y="131"/>
                </a:lnTo>
                <a:lnTo>
                  <a:pt x="1464" y="132"/>
                </a:lnTo>
                <a:lnTo>
                  <a:pt x="1465" y="133"/>
                </a:lnTo>
                <a:lnTo>
                  <a:pt x="1465" y="134"/>
                </a:lnTo>
                <a:lnTo>
                  <a:pt x="1465" y="135"/>
                </a:lnTo>
                <a:lnTo>
                  <a:pt x="1465" y="136"/>
                </a:lnTo>
                <a:lnTo>
                  <a:pt x="1466" y="138"/>
                </a:lnTo>
                <a:lnTo>
                  <a:pt x="1468" y="138"/>
                </a:lnTo>
                <a:lnTo>
                  <a:pt x="1469" y="138"/>
                </a:lnTo>
                <a:lnTo>
                  <a:pt x="1470" y="138"/>
                </a:lnTo>
                <a:lnTo>
                  <a:pt x="1472" y="138"/>
                </a:lnTo>
                <a:lnTo>
                  <a:pt x="1474" y="138"/>
                </a:lnTo>
                <a:lnTo>
                  <a:pt x="1475" y="138"/>
                </a:lnTo>
                <a:lnTo>
                  <a:pt x="1476" y="138"/>
                </a:lnTo>
                <a:lnTo>
                  <a:pt x="1477" y="138"/>
                </a:lnTo>
                <a:lnTo>
                  <a:pt x="1478" y="138"/>
                </a:lnTo>
                <a:lnTo>
                  <a:pt x="1479" y="138"/>
                </a:lnTo>
                <a:lnTo>
                  <a:pt x="1480" y="138"/>
                </a:lnTo>
                <a:lnTo>
                  <a:pt x="1482" y="138"/>
                </a:lnTo>
                <a:lnTo>
                  <a:pt x="1483" y="138"/>
                </a:lnTo>
                <a:lnTo>
                  <a:pt x="1484" y="138"/>
                </a:lnTo>
                <a:lnTo>
                  <a:pt x="1484" y="136"/>
                </a:lnTo>
                <a:lnTo>
                  <a:pt x="1484" y="135"/>
                </a:lnTo>
                <a:lnTo>
                  <a:pt x="1484" y="133"/>
                </a:lnTo>
                <a:lnTo>
                  <a:pt x="1485" y="133"/>
                </a:lnTo>
                <a:lnTo>
                  <a:pt x="1486" y="133"/>
                </a:lnTo>
                <a:lnTo>
                  <a:pt x="1488" y="133"/>
                </a:lnTo>
                <a:lnTo>
                  <a:pt x="1489" y="134"/>
                </a:lnTo>
                <a:lnTo>
                  <a:pt x="1490" y="134"/>
                </a:lnTo>
                <a:lnTo>
                  <a:pt x="1491" y="134"/>
                </a:lnTo>
                <a:lnTo>
                  <a:pt x="1492" y="134"/>
                </a:lnTo>
                <a:lnTo>
                  <a:pt x="1493" y="133"/>
                </a:lnTo>
                <a:lnTo>
                  <a:pt x="1494" y="133"/>
                </a:lnTo>
                <a:lnTo>
                  <a:pt x="1494" y="134"/>
                </a:lnTo>
                <a:lnTo>
                  <a:pt x="1495" y="134"/>
                </a:lnTo>
                <a:lnTo>
                  <a:pt x="1495" y="135"/>
                </a:lnTo>
                <a:lnTo>
                  <a:pt x="1495" y="137"/>
                </a:lnTo>
                <a:lnTo>
                  <a:pt x="1495" y="138"/>
                </a:lnTo>
                <a:lnTo>
                  <a:pt x="1494" y="139"/>
                </a:lnTo>
                <a:lnTo>
                  <a:pt x="1494" y="141"/>
                </a:lnTo>
                <a:lnTo>
                  <a:pt x="1494" y="142"/>
                </a:lnTo>
                <a:lnTo>
                  <a:pt x="1494" y="143"/>
                </a:lnTo>
                <a:lnTo>
                  <a:pt x="1495" y="144"/>
                </a:lnTo>
                <a:lnTo>
                  <a:pt x="1495" y="145"/>
                </a:lnTo>
                <a:lnTo>
                  <a:pt x="1497" y="146"/>
                </a:lnTo>
                <a:lnTo>
                  <a:pt x="1498" y="147"/>
                </a:lnTo>
                <a:lnTo>
                  <a:pt x="1499" y="149"/>
                </a:lnTo>
                <a:lnTo>
                  <a:pt x="1501" y="150"/>
                </a:lnTo>
                <a:lnTo>
                  <a:pt x="1503" y="149"/>
                </a:lnTo>
                <a:lnTo>
                  <a:pt x="1505" y="149"/>
                </a:lnTo>
                <a:lnTo>
                  <a:pt x="1506" y="150"/>
                </a:lnTo>
                <a:lnTo>
                  <a:pt x="1507" y="151"/>
                </a:lnTo>
                <a:lnTo>
                  <a:pt x="1508" y="151"/>
                </a:lnTo>
                <a:lnTo>
                  <a:pt x="1508" y="152"/>
                </a:lnTo>
                <a:lnTo>
                  <a:pt x="1509" y="151"/>
                </a:lnTo>
                <a:lnTo>
                  <a:pt x="1510" y="151"/>
                </a:lnTo>
                <a:lnTo>
                  <a:pt x="1512" y="152"/>
                </a:lnTo>
                <a:lnTo>
                  <a:pt x="1514" y="153"/>
                </a:lnTo>
                <a:lnTo>
                  <a:pt x="1516" y="154"/>
                </a:lnTo>
                <a:lnTo>
                  <a:pt x="1519" y="155"/>
                </a:lnTo>
                <a:lnTo>
                  <a:pt x="1520" y="155"/>
                </a:lnTo>
                <a:lnTo>
                  <a:pt x="1521" y="156"/>
                </a:lnTo>
                <a:lnTo>
                  <a:pt x="1521" y="157"/>
                </a:lnTo>
                <a:lnTo>
                  <a:pt x="1523" y="157"/>
                </a:lnTo>
                <a:lnTo>
                  <a:pt x="1523" y="158"/>
                </a:lnTo>
                <a:lnTo>
                  <a:pt x="1520" y="157"/>
                </a:lnTo>
                <a:lnTo>
                  <a:pt x="1519" y="158"/>
                </a:lnTo>
                <a:lnTo>
                  <a:pt x="1519" y="159"/>
                </a:lnTo>
                <a:lnTo>
                  <a:pt x="1519" y="160"/>
                </a:lnTo>
                <a:lnTo>
                  <a:pt x="1522" y="162"/>
                </a:lnTo>
                <a:lnTo>
                  <a:pt x="1522" y="164"/>
                </a:lnTo>
                <a:lnTo>
                  <a:pt x="1523" y="166"/>
                </a:lnTo>
                <a:lnTo>
                  <a:pt x="1524" y="167"/>
                </a:lnTo>
                <a:lnTo>
                  <a:pt x="1524" y="168"/>
                </a:lnTo>
                <a:lnTo>
                  <a:pt x="1527" y="170"/>
                </a:lnTo>
                <a:lnTo>
                  <a:pt x="1529" y="171"/>
                </a:lnTo>
                <a:lnTo>
                  <a:pt x="1530" y="172"/>
                </a:lnTo>
                <a:lnTo>
                  <a:pt x="1530" y="174"/>
                </a:lnTo>
                <a:lnTo>
                  <a:pt x="1530" y="176"/>
                </a:lnTo>
                <a:lnTo>
                  <a:pt x="1530" y="177"/>
                </a:lnTo>
                <a:lnTo>
                  <a:pt x="1529" y="178"/>
                </a:lnTo>
                <a:lnTo>
                  <a:pt x="1529" y="179"/>
                </a:lnTo>
                <a:lnTo>
                  <a:pt x="1529" y="180"/>
                </a:lnTo>
                <a:lnTo>
                  <a:pt x="1529" y="181"/>
                </a:lnTo>
                <a:lnTo>
                  <a:pt x="1529" y="182"/>
                </a:lnTo>
                <a:lnTo>
                  <a:pt x="1530" y="182"/>
                </a:lnTo>
                <a:lnTo>
                  <a:pt x="1531" y="182"/>
                </a:lnTo>
                <a:lnTo>
                  <a:pt x="1532" y="182"/>
                </a:lnTo>
                <a:lnTo>
                  <a:pt x="1533" y="182"/>
                </a:lnTo>
                <a:lnTo>
                  <a:pt x="1533" y="183"/>
                </a:lnTo>
                <a:lnTo>
                  <a:pt x="1534" y="183"/>
                </a:lnTo>
                <a:lnTo>
                  <a:pt x="1535" y="184"/>
                </a:lnTo>
                <a:lnTo>
                  <a:pt x="1535" y="185"/>
                </a:lnTo>
                <a:lnTo>
                  <a:pt x="1534" y="186"/>
                </a:lnTo>
                <a:lnTo>
                  <a:pt x="1533" y="187"/>
                </a:lnTo>
                <a:lnTo>
                  <a:pt x="1533" y="188"/>
                </a:lnTo>
                <a:lnTo>
                  <a:pt x="1533" y="189"/>
                </a:lnTo>
                <a:lnTo>
                  <a:pt x="1532" y="190"/>
                </a:lnTo>
                <a:lnTo>
                  <a:pt x="1532" y="191"/>
                </a:lnTo>
                <a:lnTo>
                  <a:pt x="1534" y="193"/>
                </a:lnTo>
                <a:lnTo>
                  <a:pt x="1535" y="195"/>
                </a:lnTo>
                <a:lnTo>
                  <a:pt x="1536" y="198"/>
                </a:lnTo>
                <a:lnTo>
                  <a:pt x="1536" y="199"/>
                </a:lnTo>
                <a:lnTo>
                  <a:pt x="1538" y="200"/>
                </a:lnTo>
                <a:lnTo>
                  <a:pt x="1538" y="201"/>
                </a:lnTo>
                <a:lnTo>
                  <a:pt x="1538" y="202"/>
                </a:lnTo>
                <a:lnTo>
                  <a:pt x="1540" y="204"/>
                </a:lnTo>
                <a:lnTo>
                  <a:pt x="1541" y="205"/>
                </a:lnTo>
                <a:lnTo>
                  <a:pt x="1541" y="206"/>
                </a:lnTo>
                <a:lnTo>
                  <a:pt x="1542" y="207"/>
                </a:lnTo>
                <a:lnTo>
                  <a:pt x="1543" y="207"/>
                </a:lnTo>
                <a:lnTo>
                  <a:pt x="1544" y="208"/>
                </a:lnTo>
                <a:lnTo>
                  <a:pt x="1544" y="209"/>
                </a:lnTo>
                <a:lnTo>
                  <a:pt x="1545" y="210"/>
                </a:lnTo>
                <a:lnTo>
                  <a:pt x="1546" y="210"/>
                </a:lnTo>
                <a:lnTo>
                  <a:pt x="1547" y="211"/>
                </a:lnTo>
                <a:lnTo>
                  <a:pt x="1547" y="212"/>
                </a:lnTo>
                <a:lnTo>
                  <a:pt x="1547" y="213"/>
                </a:lnTo>
                <a:lnTo>
                  <a:pt x="1548" y="214"/>
                </a:lnTo>
                <a:lnTo>
                  <a:pt x="1549" y="215"/>
                </a:lnTo>
                <a:lnTo>
                  <a:pt x="1550" y="216"/>
                </a:lnTo>
                <a:lnTo>
                  <a:pt x="1551" y="217"/>
                </a:lnTo>
                <a:lnTo>
                  <a:pt x="1552" y="218"/>
                </a:lnTo>
                <a:lnTo>
                  <a:pt x="1553" y="219"/>
                </a:lnTo>
                <a:lnTo>
                  <a:pt x="1554" y="221"/>
                </a:lnTo>
                <a:lnTo>
                  <a:pt x="1555" y="221"/>
                </a:lnTo>
                <a:lnTo>
                  <a:pt x="1556" y="222"/>
                </a:lnTo>
                <a:lnTo>
                  <a:pt x="1556" y="223"/>
                </a:lnTo>
                <a:lnTo>
                  <a:pt x="1556" y="224"/>
                </a:lnTo>
                <a:lnTo>
                  <a:pt x="1558" y="224"/>
                </a:lnTo>
                <a:lnTo>
                  <a:pt x="1559" y="224"/>
                </a:lnTo>
                <a:lnTo>
                  <a:pt x="1560" y="224"/>
                </a:lnTo>
                <a:lnTo>
                  <a:pt x="1562" y="224"/>
                </a:lnTo>
                <a:lnTo>
                  <a:pt x="1564" y="225"/>
                </a:lnTo>
                <a:lnTo>
                  <a:pt x="1566" y="226"/>
                </a:lnTo>
                <a:lnTo>
                  <a:pt x="1567" y="227"/>
                </a:lnTo>
                <a:lnTo>
                  <a:pt x="1568" y="227"/>
                </a:lnTo>
                <a:lnTo>
                  <a:pt x="1568" y="228"/>
                </a:lnTo>
                <a:lnTo>
                  <a:pt x="1569" y="228"/>
                </a:lnTo>
                <a:lnTo>
                  <a:pt x="1570" y="229"/>
                </a:lnTo>
                <a:lnTo>
                  <a:pt x="1570" y="230"/>
                </a:lnTo>
                <a:lnTo>
                  <a:pt x="1570" y="232"/>
                </a:lnTo>
                <a:lnTo>
                  <a:pt x="1570" y="233"/>
                </a:lnTo>
                <a:lnTo>
                  <a:pt x="1571" y="233"/>
                </a:lnTo>
                <a:lnTo>
                  <a:pt x="1571" y="234"/>
                </a:lnTo>
                <a:lnTo>
                  <a:pt x="1571" y="235"/>
                </a:lnTo>
                <a:lnTo>
                  <a:pt x="1572" y="235"/>
                </a:lnTo>
                <a:lnTo>
                  <a:pt x="1573" y="235"/>
                </a:lnTo>
                <a:lnTo>
                  <a:pt x="1574" y="236"/>
                </a:lnTo>
                <a:lnTo>
                  <a:pt x="1573" y="238"/>
                </a:lnTo>
                <a:lnTo>
                  <a:pt x="1573" y="239"/>
                </a:lnTo>
                <a:lnTo>
                  <a:pt x="1572" y="240"/>
                </a:lnTo>
                <a:lnTo>
                  <a:pt x="1572" y="241"/>
                </a:lnTo>
                <a:lnTo>
                  <a:pt x="1575" y="244"/>
                </a:lnTo>
                <a:lnTo>
                  <a:pt x="1576" y="244"/>
                </a:lnTo>
                <a:lnTo>
                  <a:pt x="1577" y="245"/>
                </a:lnTo>
                <a:lnTo>
                  <a:pt x="1577" y="246"/>
                </a:lnTo>
                <a:lnTo>
                  <a:pt x="1577" y="247"/>
                </a:lnTo>
                <a:lnTo>
                  <a:pt x="1578" y="247"/>
                </a:lnTo>
                <a:lnTo>
                  <a:pt x="1579" y="247"/>
                </a:lnTo>
                <a:lnTo>
                  <a:pt x="1580" y="248"/>
                </a:lnTo>
                <a:lnTo>
                  <a:pt x="1580" y="249"/>
                </a:lnTo>
                <a:lnTo>
                  <a:pt x="1582" y="252"/>
                </a:lnTo>
                <a:lnTo>
                  <a:pt x="1583" y="252"/>
                </a:lnTo>
                <a:lnTo>
                  <a:pt x="1581" y="257"/>
                </a:lnTo>
                <a:lnTo>
                  <a:pt x="1579" y="263"/>
                </a:lnTo>
                <a:lnTo>
                  <a:pt x="1579" y="266"/>
                </a:lnTo>
                <a:lnTo>
                  <a:pt x="1580" y="266"/>
                </a:lnTo>
                <a:lnTo>
                  <a:pt x="1583" y="266"/>
                </a:lnTo>
                <a:lnTo>
                  <a:pt x="1584" y="267"/>
                </a:lnTo>
                <a:lnTo>
                  <a:pt x="1584" y="268"/>
                </a:lnTo>
                <a:lnTo>
                  <a:pt x="1584" y="269"/>
                </a:lnTo>
                <a:lnTo>
                  <a:pt x="1584" y="270"/>
                </a:lnTo>
                <a:lnTo>
                  <a:pt x="1583" y="271"/>
                </a:lnTo>
                <a:lnTo>
                  <a:pt x="1583" y="272"/>
                </a:lnTo>
                <a:lnTo>
                  <a:pt x="1582" y="274"/>
                </a:lnTo>
                <a:lnTo>
                  <a:pt x="1581" y="275"/>
                </a:lnTo>
                <a:lnTo>
                  <a:pt x="1581" y="276"/>
                </a:lnTo>
                <a:lnTo>
                  <a:pt x="1580" y="277"/>
                </a:lnTo>
                <a:lnTo>
                  <a:pt x="1580" y="278"/>
                </a:lnTo>
                <a:lnTo>
                  <a:pt x="1579" y="278"/>
                </a:lnTo>
                <a:lnTo>
                  <a:pt x="1579" y="281"/>
                </a:lnTo>
                <a:lnTo>
                  <a:pt x="1578" y="282"/>
                </a:lnTo>
                <a:lnTo>
                  <a:pt x="1577" y="282"/>
                </a:lnTo>
                <a:lnTo>
                  <a:pt x="1577" y="283"/>
                </a:lnTo>
                <a:lnTo>
                  <a:pt x="1577" y="284"/>
                </a:lnTo>
                <a:lnTo>
                  <a:pt x="1576" y="286"/>
                </a:lnTo>
                <a:lnTo>
                  <a:pt x="1576" y="287"/>
                </a:lnTo>
                <a:lnTo>
                  <a:pt x="1575" y="288"/>
                </a:lnTo>
                <a:lnTo>
                  <a:pt x="1573" y="290"/>
                </a:lnTo>
                <a:lnTo>
                  <a:pt x="1571" y="291"/>
                </a:lnTo>
                <a:lnTo>
                  <a:pt x="1570" y="292"/>
                </a:lnTo>
                <a:lnTo>
                  <a:pt x="1570" y="293"/>
                </a:lnTo>
                <a:lnTo>
                  <a:pt x="1569" y="294"/>
                </a:lnTo>
                <a:lnTo>
                  <a:pt x="1568" y="294"/>
                </a:lnTo>
                <a:lnTo>
                  <a:pt x="1568" y="295"/>
                </a:lnTo>
                <a:lnTo>
                  <a:pt x="1569" y="295"/>
                </a:lnTo>
                <a:lnTo>
                  <a:pt x="1570" y="297"/>
                </a:lnTo>
                <a:lnTo>
                  <a:pt x="1571" y="298"/>
                </a:lnTo>
                <a:lnTo>
                  <a:pt x="1573" y="302"/>
                </a:lnTo>
                <a:lnTo>
                  <a:pt x="1573" y="303"/>
                </a:lnTo>
                <a:lnTo>
                  <a:pt x="1576" y="310"/>
                </a:lnTo>
                <a:lnTo>
                  <a:pt x="1579" y="313"/>
                </a:lnTo>
                <a:lnTo>
                  <a:pt x="1579" y="318"/>
                </a:lnTo>
                <a:lnTo>
                  <a:pt x="1578" y="319"/>
                </a:lnTo>
                <a:lnTo>
                  <a:pt x="1579" y="319"/>
                </a:lnTo>
                <a:lnTo>
                  <a:pt x="1579" y="320"/>
                </a:lnTo>
                <a:lnTo>
                  <a:pt x="1580" y="320"/>
                </a:lnTo>
                <a:lnTo>
                  <a:pt x="1580" y="321"/>
                </a:lnTo>
                <a:lnTo>
                  <a:pt x="1580" y="322"/>
                </a:lnTo>
                <a:lnTo>
                  <a:pt x="1580" y="323"/>
                </a:lnTo>
                <a:lnTo>
                  <a:pt x="1579" y="324"/>
                </a:lnTo>
                <a:lnTo>
                  <a:pt x="1578" y="325"/>
                </a:lnTo>
                <a:lnTo>
                  <a:pt x="1577" y="326"/>
                </a:lnTo>
                <a:lnTo>
                  <a:pt x="1572" y="330"/>
                </a:lnTo>
                <a:lnTo>
                  <a:pt x="1569" y="332"/>
                </a:lnTo>
                <a:lnTo>
                  <a:pt x="1567" y="334"/>
                </a:lnTo>
                <a:lnTo>
                  <a:pt x="1564" y="337"/>
                </a:lnTo>
                <a:lnTo>
                  <a:pt x="1557" y="346"/>
                </a:lnTo>
                <a:lnTo>
                  <a:pt x="1552" y="354"/>
                </a:lnTo>
                <a:lnTo>
                  <a:pt x="1549" y="366"/>
                </a:lnTo>
                <a:lnTo>
                  <a:pt x="1548" y="372"/>
                </a:lnTo>
                <a:lnTo>
                  <a:pt x="1548" y="375"/>
                </a:lnTo>
                <a:lnTo>
                  <a:pt x="1548" y="378"/>
                </a:lnTo>
                <a:lnTo>
                  <a:pt x="1549" y="380"/>
                </a:lnTo>
                <a:lnTo>
                  <a:pt x="1550" y="380"/>
                </a:lnTo>
                <a:lnTo>
                  <a:pt x="1552" y="381"/>
                </a:lnTo>
                <a:lnTo>
                  <a:pt x="1554" y="383"/>
                </a:lnTo>
                <a:lnTo>
                  <a:pt x="1556" y="384"/>
                </a:lnTo>
                <a:lnTo>
                  <a:pt x="1557" y="384"/>
                </a:lnTo>
                <a:lnTo>
                  <a:pt x="1557" y="387"/>
                </a:lnTo>
                <a:lnTo>
                  <a:pt x="1558" y="388"/>
                </a:lnTo>
                <a:lnTo>
                  <a:pt x="1559" y="391"/>
                </a:lnTo>
                <a:lnTo>
                  <a:pt x="1560" y="395"/>
                </a:lnTo>
                <a:lnTo>
                  <a:pt x="1560" y="397"/>
                </a:lnTo>
                <a:lnTo>
                  <a:pt x="1560" y="398"/>
                </a:lnTo>
                <a:lnTo>
                  <a:pt x="1563" y="397"/>
                </a:lnTo>
                <a:lnTo>
                  <a:pt x="1566" y="399"/>
                </a:lnTo>
                <a:lnTo>
                  <a:pt x="1568" y="403"/>
                </a:lnTo>
                <a:lnTo>
                  <a:pt x="1566" y="407"/>
                </a:lnTo>
                <a:lnTo>
                  <a:pt x="1567" y="408"/>
                </a:lnTo>
                <a:lnTo>
                  <a:pt x="1567" y="409"/>
                </a:lnTo>
                <a:lnTo>
                  <a:pt x="1574" y="408"/>
                </a:lnTo>
                <a:lnTo>
                  <a:pt x="1577" y="406"/>
                </a:lnTo>
                <a:lnTo>
                  <a:pt x="1579" y="406"/>
                </a:lnTo>
                <a:lnTo>
                  <a:pt x="1582" y="407"/>
                </a:lnTo>
                <a:lnTo>
                  <a:pt x="1585" y="406"/>
                </a:lnTo>
                <a:lnTo>
                  <a:pt x="1586" y="406"/>
                </a:lnTo>
                <a:lnTo>
                  <a:pt x="1588" y="406"/>
                </a:lnTo>
                <a:lnTo>
                  <a:pt x="1589" y="406"/>
                </a:lnTo>
                <a:lnTo>
                  <a:pt x="1590" y="407"/>
                </a:lnTo>
                <a:lnTo>
                  <a:pt x="1593" y="408"/>
                </a:lnTo>
                <a:lnTo>
                  <a:pt x="1593" y="409"/>
                </a:lnTo>
                <a:lnTo>
                  <a:pt x="1593" y="410"/>
                </a:lnTo>
                <a:lnTo>
                  <a:pt x="1594" y="410"/>
                </a:lnTo>
                <a:lnTo>
                  <a:pt x="1595" y="411"/>
                </a:lnTo>
                <a:lnTo>
                  <a:pt x="1595" y="412"/>
                </a:lnTo>
                <a:lnTo>
                  <a:pt x="1597" y="412"/>
                </a:lnTo>
                <a:lnTo>
                  <a:pt x="1598" y="412"/>
                </a:lnTo>
                <a:lnTo>
                  <a:pt x="1598" y="413"/>
                </a:lnTo>
                <a:lnTo>
                  <a:pt x="1599" y="414"/>
                </a:lnTo>
                <a:lnTo>
                  <a:pt x="1601" y="414"/>
                </a:lnTo>
                <a:lnTo>
                  <a:pt x="1602" y="414"/>
                </a:lnTo>
                <a:lnTo>
                  <a:pt x="1605" y="415"/>
                </a:lnTo>
                <a:lnTo>
                  <a:pt x="1607" y="415"/>
                </a:lnTo>
                <a:lnTo>
                  <a:pt x="1609" y="416"/>
                </a:lnTo>
                <a:lnTo>
                  <a:pt x="1611" y="417"/>
                </a:lnTo>
                <a:lnTo>
                  <a:pt x="1613" y="416"/>
                </a:lnTo>
                <a:lnTo>
                  <a:pt x="1612" y="415"/>
                </a:lnTo>
                <a:lnTo>
                  <a:pt x="1616" y="412"/>
                </a:lnTo>
                <a:lnTo>
                  <a:pt x="1617" y="412"/>
                </a:lnTo>
                <a:lnTo>
                  <a:pt x="1618" y="412"/>
                </a:lnTo>
                <a:lnTo>
                  <a:pt x="1619" y="413"/>
                </a:lnTo>
                <a:lnTo>
                  <a:pt x="1620" y="414"/>
                </a:lnTo>
                <a:lnTo>
                  <a:pt x="1621" y="415"/>
                </a:lnTo>
                <a:lnTo>
                  <a:pt x="1622" y="417"/>
                </a:lnTo>
                <a:lnTo>
                  <a:pt x="1623" y="418"/>
                </a:lnTo>
                <a:lnTo>
                  <a:pt x="1626" y="419"/>
                </a:lnTo>
                <a:lnTo>
                  <a:pt x="1628" y="421"/>
                </a:lnTo>
                <a:lnTo>
                  <a:pt x="1629" y="420"/>
                </a:lnTo>
                <a:lnTo>
                  <a:pt x="1630" y="420"/>
                </a:lnTo>
                <a:lnTo>
                  <a:pt x="1633" y="421"/>
                </a:lnTo>
                <a:lnTo>
                  <a:pt x="1638" y="421"/>
                </a:lnTo>
                <a:lnTo>
                  <a:pt x="1639" y="421"/>
                </a:lnTo>
                <a:lnTo>
                  <a:pt x="1641" y="421"/>
                </a:lnTo>
                <a:lnTo>
                  <a:pt x="1642" y="421"/>
                </a:lnTo>
                <a:lnTo>
                  <a:pt x="1650" y="420"/>
                </a:lnTo>
                <a:lnTo>
                  <a:pt x="1658" y="420"/>
                </a:lnTo>
                <a:lnTo>
                  <a:pt x="1662" y="420"/>
                </a:lnTo>
                <a:lnTo>
                  <a:pt x="1664" y="420"/>
                </a:lnTo>
                <a:lnTo>
                  <a:pt x="1666" y="420"/>
                </a:lnTo>
                <a:lnTo>
                  <a:pt x="1668" y="420"/>
                </a:lnTo>
                <a:lnTo>
                  <a:pt x="1672" y="419"/>
                </a:lnTo>
                <a:lnTo>
                  <a:pt x="1676" y="420"/>
                </a:lnTo>
                <a:lnTo>
                  <a:pt x="1681" y="422"/>
                </a:lnTo>
                <a:lnTo>
                  <a:pt x="1686" y="425"/>
                </a:lnTo>
                <a:lnTo>
                  <a:pt x="1689" y="427"/>
                </a:lnTo>
                <a:lnTo>
                  <a:pt x="1690" y="426"/>
                </a:lnTo>
                <a:lnTo>
                  <a:pt x="1691" y="426"/>
                </a:lnTo>
                <a:lnTo>
                  <a:pt x="1692" y="426"/>
                </a:lnTo>
                <a:lnTo>
                  <a:pt x="1696" y="425"/>
                </a:lnTo>
                <a:lnTo>
                  <a:pt x="1699" y="427"/>
                </a:lnTo>
                <a:lnTo>
                  <a:pt x="1705" y="426"/>
                </a:lnTo>
                <a:lnTo>
                  <a:pt x="1712" y="428"/>
                </a:lnTo>
                <a:lnTo>
                  <a:pt x="1715" y="427"/>
                </a:lnTo>
                <a:lnTo>
                  <a:pt x="1717" y="426"/>
                </a:lnTo>
                <a:lnTo>
                  <a:pt x="1719" y="426"/>
                </a:lnTo>
                <a:lnTo>
                  <a:pt x="1721" y="426"/>
                </a:lnTo>
                <a:lnTo>
                  <a:pt x="1723" y="426"/>
                </a:lnTo>
                <a:lnTo>
                  <a:pt x="1727" y="426"/>
                </a:lnTo>
                <a:lnTo>
                  <a:pt x="1730" y="425"/>
                </a:lnTo>
                <a:lnTo>
                  <a:pt x="1732" y="425"/>
                </a:lnTo>
                <a:lnTo>
                  <a:pt x="1733" y="424"/>
                </a:lnTo>
                <a:lnTo>
                  <a:pt x="1734" y="424"/>
                </a:lnTo>
                <a:lnTo>
                  <a:pt x="1735" y="423"/>
                </a:lnTo>
                <a:lnTo>
                  <a:pt x="1738" y="423"/>
                </a:lnTo>
                <a:lnTo>
                  <a:pt x="1744" y="424"/>
                </a:lnTo>
                <a:lnTo>
                  <a:pt x="1747" y="423"/>
                </a:lnTo>
                <a:lnTo>
                  <a:pt x="1749" y="424"/>
                </a:lnTo>
                <a:lnTo>
                  <a:pt x="1751" y="424"/>
                </a:lnTo>
                <a:lnTo>
                  <a:pt x="1751" y="426"/>
                </a:lnTo>
                <a:lnTo>
                  <a:pt x="1752" y="426"/>
                </a:lnTo>
                <a:lnTo>
                  <a:pt x="1755" y="426"/>
                </a:lnTo>
                <a:lnTo>
                  <a:pt x="1756" y="427"/>
                </a:lnTo>
                <a:lnTo>
                  <a:pt x="1756" y="428"/>
                </a:lnTo>
                <a:lnTo>
                  <a:pt x="1757" y="428"/>
                </a:lnTo>
                <a:lnTo>
                  <a:pt x="1757" y="427"/>
                </a:lnTo>
                <a:lnTo>
                  <a:pt x="1758" y="427"/>
                </a:lnTo>
                <a:lnTo>
                  <a:pt x="1759" y="427"/>
                </a:lnTo>
                <a:lnTo>
                  <a:pt x="1760" y="427"/>
                </a:lnTo>
                <a:lnTo>
                  <a:pt x="1761" y="426"/>
                </a:lnTo>
                <a:lnTo>
                  <a:pt x="1762" y="426"/>
                </a:lnTo>
                <a:lnTo>
                  <a:pt x="1763" y="426"/>
                </a:lnTo>
                <a:lnTo>
                  <a:pt x="1765" y="427"/>
                </a:lnTo>
                <a:lnTo>
                  <a:pt x="1766" y="427"/>
                </a:lnTo>
                <a:lnTo>
                  <a:pt x="1771" y="427"/>
                </a:lnTo>
                <a:lnTo>
                  <a:pt x="1772" y="427"/>
                </a:lnTo>
                <a:lnTo>
                  <a:pt x="1773" y="426"/>
                </a:lnTo>
                <a:lnTo>
                  <a:pt x="1779" y="428"/>
                </a:lnTo>
                <a:lnTo>
                  <a:pt x="1780" y="429"/>
                </a:lnTo>
                <a:lnTo>
                  <a:pt x="1782" y="429"/>
                </a:lnTo>
                <a:lnTo>
                  <a:pt x="1784" y="430"/>
                </a:lnTo>
                <a:lnTo>
                  <a:pt x="1786" y="430"/>
                </a:lnTo>
                <a:lnTo>
                  <a:pt x="1786" y="429"/>
                </a:lnTo>
                <a:lnTo>
                  <a:pt x="1788" y="429"/>
                </a:lnTo>
                <a:lnTo>
                  <a:pt x="1789" y="429"/>
                </a:lnTo>
                <a:lnTo>
                  <a:pt x="1790" y="430"/>
                </a:lnTo>
                <a:lnTo>
                  <a:pt x="1791" y="430"/>
                </a:lnTo>
                <a:lnTo>
                  <a:pt x="1792" y="430"/>
                </a:lnTo>
                <a:lnTo>
                  <a:pt x="1793" y="430"/>
                </a:lnTo>
                <a:lnTo>
                  <a:pt x="1794" y="430"/>
                </a:lnTo>
                <a:lnTo>
                  <a:pt x="1794" y="431"/>
                </a:lnTo>
                <a:lnTo>
                  <a:pt x="1795" y="431"/>
                </a:lnTo>
                <a:lnTo>
                  <a:pt x="1796" y="432"/>
                </a:lnTo>
                <a:lnTo>
                  <a:pt x="1797" y="433"/>
                </a:lnTo>
                <a:lnTo>
                  <a:pt x="1798" y="433"/>
                </a:lnTo>
                <a:lnTo>
                  <a:pt x="1800" y="432"/>
                </a:lnTo>
                <a:lnTo>
                  <a:pt x="1801" y="432"/>
                </a:lnTo>
                <a:lnTo>
                  <a:pt x="1802" y="432"/>
                </a:lnTo>
                <a:lnTo>
                  <a:pt x="1803" y="433"/>
                </a:lnTo>
                <a:lnTo>
                  <a:pt x="1803" y="432"/>
                </a:lnTo>
                <a:lnTo>
                  <a:pt x="1803" y="431"/>
                </a:lnTo>
                <a:lnTo>
                  <a:pt x="1804" y="431"/>
                </a:lnTo>
                <a:lnTo>
                  <a:pt x="1805" y="432"/>
                </a:lnTo>
                <a:lnTo>
                  <a:pt x="1807" y="433"/>
                </a:lnTo>
                <a:lnTo>
                  <a:pt x="1810" y="434"/>
                </a:lnTo>
                <a:lnTo>
                  <a:pt x="1811" y="435"/>
                </a:lnTo>
                <a:lnTo>
                  <a:pt x="1813" y="436"/>
                </a:lnTo>
                <a:lnTo>
                  <a:pt x="1816" y="436"/>
                </a:lnTo>
                <a:lnTo>
                  <a:pt x="1816" y="437"/>
                </a:lnTo>
                <a:lnTo>
                  <a:pt x="1818" y="437"/>
                </a:lnTo>
                <a:lnTo>
                  <a:pt x="1820" y="438"/>
                </a:lnTo>
                <a:lnTo>
                  <a:pt x="1822" y="439"/>
                </a:lnTo>
                <a:lnTo>
                  <a:pt x="1822" y="440"/>
                </a:lnTo>
                <a:lnTo>
                  <a:pt x="1822" y="441"/>
                </a:lnTo>
                <a:lnTo>
                  <a:pt x="1823" y="442"/>
                </a:lnTo>
                <a:lnTo>
                  <a:pt x="1824" y="442"/>
                </a:lnTo>
                <a:lnTo>
                  <a:pt x="1826" y="443"/>
                </a:lnTo>
                <a:lnTo>
                  <a:pt x="1831" y="445"/>
                </a:lnTo>
                <a:lnTo>
                  <a:pt x="1832" y="446"/>
                </a:lnTo>
                <a:lnTo>
                  <a:pt x="1839" y="449"/>
                </a:lnTo>
                <a:lnTo>
                  <a:pt x="1843" y="451"/>
                </a:lnTo>
                <a:lnTo>
                  <a:pt x="1846" y="452"/>
                </a:lnTo>
                <a:lnTo>
                  <a:pt x="1850" y="454"/>
                </a:lnTo>
                <a:lnTo>
                  <a:pt x="1854" y="455"/>
                </a:lnTo>
                <a:lnTo>
                  <a:pt x="1862" y="460"/>
                </a:lnTo>
                <a:lnTo>
                  <a:pt x="1865" y="461"/>
                </a:lnTo>
                <a:lnTo>
                  <a:pt x="1867" y="462"/>
                </a:lnTo>
                <a:lnTo>
                  <a:pt x="1868" y="463"/>
                </a:lnTo>
                <a:lnTo>
                  <a:pt x="1868" y="464"/>
                </a:lnTo>
                <a:lnTo>
                  <a:pt x="1872" y="467"/>
                </a:lnTo>
                <a:lnTo>
                  <a:pt x="1873" y="468"/>
                </a:lnTo>
                <a:lnTo>
                  <a:pt x="1877" y="470"/>
                </a:lnTo>
                <a:lnTo>
                  <a:pt x="1878" y="471"/>
                </a:lnTo>
                <a:lnTo>
                  <a:pt x="1879" y="472"/>
                </a:lnTo>
                <a:lnTo>
                  <a:pt x="1880" y="475"/>
                </a:lnTo>
                <a:lnTo>
                  <a:pt x="1880" y="476"/>
                </a:lnTo>
                <a:lnTo>
                  <a:pt x="1879" y="477"/>
                </a:lnTo>
                <a:lnTo>
                  <a:pt x="1880" y="477"/>
                </a:lnTo>
                <a:lnTo>
                  <a:pt x="1880" y="478"/>
                </a:lnTo>
                <a:lnTo>
                  <a:pt x="1883" y="477"/>
                </a:lnTo>
                <a:lnTo>
                  <a:pt x="1884" y="477"/>
                </a:lnTo>
                <a:lnTo>
                  <a:pt x="1888" y="478"/>
                </a:lnTo>
                <a:lnTo>
                  <a:pt x="1892" y="479"/>
                </a:lnTo>
                <a:lnTo>
                  <a:pt x="1896" y="482"/>
                </a:lnTo>
                <a:lnTo>
                  <a:pt x="1903" y="484"/>
                </a:lnTo>
                <a:lnTo>
                  <a:pt x="1909" y="490"/>
                </a:lnTo>
                <a:lnTo>
                  <a:pt x="1910" y="491"/>
                </a:lnTo>
                <a:lnTo>
                  <a:pt x="1912" y="494"/>
                </a:lnTo>
                <a:lnTo>
                  <a:pt x="1914" y="496"/>
                </a:lnTo>
                <a:lnTo>
                  <a:pt x="1916" y="495"/>
                </a:lnTo>
                <a:lnTo>
                  <a:pt x="1917" y="495"/>
                </a:lnTo>
                <a:lnTo>
                  <a:pt x="1918" y="495"/>
                </a:lnTo>
                <a:lnTo>
                  <a:pt x="1919" y="496"/>
                </a:lnTo>
                <a:lnTo>
                  <a:pt x="1921" y="497"/>
                </a:lnTo>
                <a:lnTo>
                  <a:pt x="1923" y="497"/>
                </a:lnTo>
                <a:lnTo>
                  <a:pt x="1924" y="498"/>
                </a:lnTo>
                <a:lnTo>
                  <a:pt x="1925" y="498"/>
                </a:lnTo>
                <a:lnTo>
                  <a:pt x="1927" y="498"/>
                </a:lnTo>
                <a:lnTo>
                  <a:pt x="1928" y="499"/>
                </a:lnTo>
                <a:lnTo>
                  <a:pt x="1929" y="499"/>
                </a:lnTo>
                <a:lnTo>
                  <a:pt x="1930" y="499"/>
                </a:lnTo>
                <a:lnTo>
                  <a:pt x="1931" y="500"/>
                </a:lnTo>
                <a:lnTo>
                  <a:pt x="1933" y="500"/>
                </a:lnTo>
                <a:lnTo>
                  <a:pt x="1933" y="501"/>
                </a:lnTo>
                <a:lnTo>
                  <a:pt x="1934" y="502"/>
                </a:lnTo>
                <a:lnTo>
                  <a:pt x="1936" y="503"/>
                </a:lnTo>
                <a:lnTo>
                  <a:pt x="1938" y="504"/>
                </a:lnTo>
                <a:lnTo>
                  <a:pt x="1941" y="504"/>
                </a:lnTo>
                <a:lnTo>
                  <a:pt x="1949" y="503"/>
                </a:lnTo>
                <a:lnTo>
                  <a:pt x="1955" y="503"/>
                </a:lnTo>
                <a:lnTo>
                  <a:pt x="1966" y="501"/>
                </a:lnTo>
                <a:lnTo>
                  <a:pt x="1975" y="500"/>
                </a:lnTo>
                <a:lnTo>
                  <a:pt x="1977" y="501"/>
                </a:lnTo>
                <a:lnTo>
                  <a:pt x="1976" y="503"/>
                </a:lnTo>
                <a:lnTo>
                  <a:pt x="1975" y="505"/>
                </a:lnTo>
                <a:lnTo>
                  <a:pt x="1972" y="507"/>
                </a:lnTo>
                <a:lnTo>
                  <a:pt x="1970" y="513"/>
                </a:lnTo>
                <a:lnTo>
                  <a:pt x="1969" y="521"/>
                </a:lnTo>
                <a:lnTo>
                  <a:pt x="1967" y="528"/>
                </a:lnTo>
                <a:lnTo>
                  <a:pt x="1972" y="528"/>
                </a:lnTo>
                <a:lnTo>
                  <a:pt x="1976" y="530"/>
                </a:lnTo>
                <a:lnTo>
                  <a:pt x="1981" y="530"/>
                </a:lnTo>
                <a:lnTo>
                  <a:pt x="1985" y="530"/>
                </a:lnTo>
                <a:lnTo>
                  <a:pt x="1988" y="534"/>
                </a:lnTo>
                <a:lnTo>
                  <a:pt x="1989" y="536"/>
                </a:lnTo>
                <a:lnTo>
                  <a:pt x="1990" y="538"/>
                </a:lnTo>
                <a:lnTo>
                  <a:pt x="1991" y="540"/>
                </a:lnTo>
                <a:lnTo>
                  <a:pt x="1992" y="542"/>
                </a:lnTo>
                <a:lnTo>
                  <a:pt x="1994" y="545"/>
                </a:lnTo>
                <a:lnTo>
                  <a:pt x="1996" y="553"/>
                </a:lnTo>
                <a:lnTo>
                  <a:pt x="1999" y="559"/>
                </a:lnTo>
                <a:lnTo>
                  <a:pt x="2002" y="564"/>
                </a:lnTo>
                <a:lnTo>
                  <a:pt x="2002" y="566"/>
                </a:lnTo>
                <a:lnTo>
                  <a:pt x="2004" y="570"/>
                </a:lnTo>
                <a:lnTo>
                  <a:pt x="2004" y="572"/>
                </a:lnTo>
                <a:lnTo>
                  <a:pt x="2011" y="584"/>
                </a:lnTo>
                <a:lnTo>
                  <a:pt x="2015" y="590"/>
                </a:lnTo>
                <a:lnTo>
                  <a:pt x="2017" y="604"/>
                </a:lnTo>
                <a:lnTo>
                  <a:pt x="2020" y="608"/>
                </a:lnTo>
                <a:lnTo>
                  <a:pt x="2022" y="610"/>
                </a:lnTo>
                <a:lnTo>
                  <a:pt x="2028" y="615"/>
                </a:lnTo>
                <a:lnTo>
                  <a:pt x="2038" y="624"/>
                </a:lnTo>
                <a:lnTo>
                  <a:pt x="2061" y="644"/>
                </a:lnTo>
                <a:lnTo>
                  <a:pt x="2063" y="66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13" name=""/>
          <p:cNvSpPr/>
          <p:nvPr/>
        </p:nvSpPr>
        <p:spPr>
          <a:xfrm>
            <a:off x="4624560" y="42832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14" name=""/>
          <p:cNvSpPr/>
          <p:nvPr/>
        </p:nvSpPr>
        <p:spPr>
          <a:xfrm>
            <a:off x="4604040" y="4280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3"/>
                </a:move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15" name=""/>
          <p:cNvSpPr/>
          <p:nvPr/>
        </p:nvSpPr>
        <p:spPr>
          <a:xfrm>
            <a:off x="4610160" y="42789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16" name=""/>
          <p:cNvSpPr/>
          <p:nvPr/>
        </p:nvSpPr>
        <p:spPr>
          <a:xfrm>
            <a:off x="4612320" y="42786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17" name=""/>
          <p:cNvSpPr/>
          <p:nvPr/>
        </p:nvSpPr>
        <p:spPr>
          <a:xfrm>
            <a:off x="4607280" y="4278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18" name=""/>
          <p:cNvSpPr/>
          <p:nvPr/>
        </p:nvSpPr>
        <p:spPr>
          <a:xfrm>
            <a:off x="4606920" y="4278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19" name=""/>
          <p:cNvSpPr/>
          <p:nvPr/>
        </p:nvSpPr>
        <p:spPr>
          <a:xfrm>
            <a:off x="4607280" y="427464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3" y="2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0" name=""/>
          <p:cNvSpPr/>
          <p:nvPr/>
        </p:nvSpPr>
        <p:spPr>
          <a:xfrm>
            <a:off x="4606560" y="427392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2" y="0"/>
                </a:moveTo>
                <a:lnTo>
                  <a:pt x="2" y="1"/>
                </a:lnTo>
                <a:lnTo>
                  <a:pt x="2" y="3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1" name=""/>
          <p:cNvSpPr/>
          <p:nvPr/>
        </p:nvSpPr>
        <p:spPr>
          <a:xfrm>
            <a:off x="4600800" y="42732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2" name=""/>
          <p:cNvSpPr/>
          <p:nvPr/>
        </p:nvSpPr>
        <p:spPr>
          <a:xfrm>
            <a:off x="4606920" y="42699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2"/>
                </a:move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3" name=""/>
          <p:cNvSpPr/>
          <p:nvPr/>
        </p:nvSpPr>
        <p:spPr>
          <a:xfrm>
            <a:off x="4623120" y="4269240"/>
            <a:ext cx="3240" cy="2520"/>
          </a:xfrm>
          <a:custGeom>
            <a:avLst/>
            <a:gdLst/>
            <a:ahLst/>
            <a:rect l="0" t="0" r="r" b="b"/>
            <a:pathLst>
              <a:path w="9" h="7">
                <a:moveTo>
                  <a:pt x="9" y="1"/>
                </a:moveTo>
                <a:lnTo>
                  <a:pt x="8" y="1"/>
                </a:lnTo>
                <a:lnTo>
                  <a:pt x="7" y="2"/>
                </a:lnTo>
                <a:lnTo>
                  <a:pt x="7" y="3"/>
                </a:lnTo>
                <a:lnTo>
                  <a:pt x="6" y="3"/>
                </a:lnTo>
                <a:lnTo>
                  <a:pt x="6" y="4"/>
                </a:lnTo>
                <a:lnTo>
                  <a:pt x="6" y="3"/>
                </a:lnTo>
                <a:lnTo>
                  <a:pt x="5" y="3"/>
                </a:lnTo>
                <a:lnTo>
                  <a:pt x="6" y="3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3" y="7"/>
                </a:lnTo>
                <a:lnTo>
                  <a:pt x="1" y="7"/>
                </a:lnTo>
                <a:lnTo>
                  <a:pt x="1" y="5"/>
                </a:lnTo>
                <a:lnTo>
                  <a:pt x="3" y="5"/>
                </a:lnTo>
                <a:lnTo>
                  <a:pt x="1" y="5"/>
                </a:lnTo>
                <a:lnTo>
                  <a:pt x="0" y="7"/>
                </a:lnTo>
                <a:lnTo>
                  <a:pt x="0" y="5"/>
                </a:lnTo>
                <a:lnTo>
                  <a:pt x="1" y="4"/>
                </a:lnTo>
                <a:lnTo>
                  <a:pt x="3" y="3"/>
                </a:lnTo>
                <a:lnTo>
                  <a:pt x="4" y="3"/>
                </a:lnTo>
                <a:lnTo>
                  <a:pt x="5" y="2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9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4" name=""/>
          <p:cNvSpPr/>
          <p:nvPr/>
        </p:nvSpPr>
        <p:spPr>
          <a:xfrm>
            <a:off x="4608000" y="4266000"/>
            <a:ext cx="5400" cy="3960"/>
          </a:xfrm>
          <a:custGeom>
            <a:avLst/>
            <a:gdLst/>
            <a:ahLst/>
            <a:rect l="0" t="0" r="r" b="b"/>
            <a:pathLst>
              <a:path w="15" h="11">
                <a:moveTo>
                  <a:pt x="11" y="1"/>
                </a:moveTo>
                <a:lnTo>
                  <a:pt x="11" y="2"/>
                </a:lnTo>
                <a:lnTo>
                  <a:pt x="13" y="2"/>
                </a:lnTo>
                <a:lnTo>
                  <a:pt x="13" y="1"/>
                </a:lnTo>
                <a:lnTo>
                  <a:pt x="14" y="2"/>
                </a:lnTo>
                <a:lnTo>
                  <a:pt x="14" y="3"/>
                </a:lnTo>
                <a:lnTo>
                  <a:pt x="14" y="4"/>
                </a:lnTo>
                <a:lnTo>
                  <a:pt x="14" y="6"/>
                </a:lnTo>
                <a:lnTo>
                  <a:pt x="15" y="6"/>
                </a:lnTo>
                <a:lnTo>
                  <a:pt x="14" y="7"/>
                </a:lnTo>
                <a:lnTo>
                  <a:pt x="13" y="7"/>
                </a:lnTo>
                <a:lnTo>
                  <a:pt x="13" y="6"/>
                </a:lnTo>
                <a:lnTo>
                  <a:pt x="14" y="6"/>
                </a:lnTo>
                <a:lnTo>
                  <a:pt x="13" y="6"/>
                </a:lnTo>
                <a:lnTo>
                  <a:pt x="11" y="6"/>
                </a:lnTo>
                <a:lnTo>
                  <a:pt x="10" y="6"/>
                </a:lnTo>
                <a:lnTo>
                  <a:pt x="9" y="6"/>
                </a:lnTo>
                <a:lnTo>
                  <a:pt x="8" y="7"/>
                </a:lnTo>
                <a:lnTo>
                  <a:pt x="8" y="8"/>
                </a:lnTo>
                <a:lnTo>
                  <a:pt x="7" y="8"/>
                </a:lnTo>
                <a:lnTo>
                  <a:pt x="7" y="9"/>
                </a:lnTo>
                <a:lnTo>
                  <a:pt x="6" y="9"/>
                </a:lnTo>
                <a:lnTo>
                  <a:pt x="6" y="10"/>
                </a:lnTo>
                <a:lnTo>
                  <a:pt x="7" y="10"/>
                </a:lnTo>
                <a:lnTo>
                  <a:pt x="6" y="10"/>
                </a:lnTo>
                <a:lnTo>
                  <a:pt x="6" y="11"/>
                </a:lnTo>
                <a:lnTo>
                  <a:pt x="5" y="11"/>
                </a:lnTo>
                <a:lnTo>
                  <a:pt x="4" y="11"/>
                </a:lnTo>
                <a:lnTo>
                  <a:pt x="3" y="11"/>
                </a:lnTo>
                <a:lnTo>
                  <a:pt x="3" y="10"/>
                </a:lnTo>
                <a:lnTo>
                  <a:pt x="3" y="9"/>
                </a:lnTo>
                <a:lnTo>
                  <a:pt x="2" y="9"/>
                </a:lnTo>
                <a:lnTo>
                  <a:pt x="2" y="10"/>
                </a:lnTo>
                <a:lnTo>
                  <a:pt x="2" y="9"/>
                </a:lnTo>
                <a:lnTo>
                  <a:pt x="1" y="9"/>
                </a:lnTo>
                <a:lnTo>
                  <a:pt x="2" y="9"/>
                </a:lnTo>
                <a:lnTo>
                  <a:pt x="1" y="9"/>
                </a:lnTo>
                <a:lnTo>
                  <a:pt x="1" y="8"/>
                </a:lnTo>
                <a:lnTo>
                  <a:pt x="0" y="8"/>
                </a:lnTo>
                <a:lnTo>
                  <a:pt x="1" y="8"/>
                </a:lnTo>
                <a:lnTo>
                  <a:pt x="1" y="7"/>
                </a:lnTo>
                <a:lnTo>
                  <a:pt x="1" y="8"/>
                </a:lnTo>
                <a:lnTo>
                  <a:pt x="2" y="8"/>
                </a:lnTo>
                <a:lnTo>
                  <a:pt x="2" y="9"/>
                </a:lnTo>
                <a:lnTo>
                  <a:pt x="3" y="9"/>
                </a:lnTo>
                <a:lnTo>
                  <a:pt x="3" y="10"/>
                </a:lnTo>
                <a:lnTo>
                  <a:pt x="4" y="10"/>
                </a:lnTo>
                <a:lnTo>
                  <a:pt x="4" y="9"/>
                </a:lnTo>
                <a:lnTo>
                  <a:pt x="5" y="9"/>
                </a:lnTo>
                <a:lnTo>
                  <a:pt x="6" y="9"/>
                </a:lnTo>
                <a:lnTo>
                  <a:pt x="5" y="9"/>
                </a:lnTo>
                <a:lnTo>
                  <a:pt x="5" y="8"/>
                </a:lnTo>
                <a:lnTo>
                  <a:pt x="6" y="8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3" y="6"/>
                </a:lnTo>
                <a:lnTo>
                  <a:pt x="3" y="7"/>
                </a:lnTo>
                <a:lnTo>
                  <a:pt x="4" y="6"/>
                </a:lnTo>
                <a:lnTo>
                  <a:pt x="4" y="4"/>
                </a:lnTo>
                <a:lnTo>
                  <a:pt x="3" y="4"/>
                </a:lnTo>
                <a:lnTo>
                  <a:pt x="3" y="6"/>
                </a:lnTo>
                <a:lnTo>
                  <a:pt x="2" y="6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6" y="3"/>
                </a:lnTo>
                <a:lnTo>
                  <a:pt x="6" y="2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8" y="1"/>
                </a:lnTo>
                <a:lnTo>
                  <a:pt x="8" y="3"/>
                </a:lnTo>
                <a:lnTo>
                  <a:pt x="9" y="2"/>
                </a:lnTo>
                <a:lnTo>
                  <a:pt x="9" y="1"/>
                </a:lnTo>
                <a:lnTo>
                  <a:pt x="9" y="2"/>
                </a:lnTo>
                <a:lnTo>
                  <a:pt x="10" y="2"/>
                </a:lnTo>
                <a:lnTo>
                  <a:pt x="9" y="2"/>
                </a:lnTo>
                <a:lnTo>
                  <a:pt x="10" y="2"/>
                </a:lnTo>
                <a:lnTo>
                  <a:pt x="10" y="1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5" name=""/>
          <p:cNvSpPr/>
          <p:nvPr/>
        </p:nvSpPr>
        <p:spPr>
          <a:xfrm>
            <a:off x="4605840" y="4264560"/>
            <a:ext cx="3240" cy="3600"/>
          </a:xfrm>
          <a:custGeom>
            <a:avLst/>
            <a:gdLst/>
            <a:ahLst/>
            <a:rect l="0" t="0" r="r" b="b"/>
            <a:pathLst>
              <a:path w="9" h="10">
                <a:moveTo>
                  <a:pt x="6" y="0"/>
                </a:moveTo>
                <a:lnTo>
                  <a:pt x="6" y="1"/>
                </a:lnTo>
                <a:lnTo>
                  <a:pt x="7" y="1"/>
                </a:lnTo>
                <a:lnTo>
                  <a:pt x="9" y="1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6" y="5"/>
                </a:lnTo>
                <a:lnTo>
                  <a:pt x="6" y="6"/>
                </a:lnTo>
                <a:lnTo>
                  <a:pt x="5" y="6"/>
                </a:lnTo>
                <a:lnTo>
                  <a:pt x="5" y="7"/>
                </a:lnTo>
                <a:lnTo>
                  <a:pt x="5" y="8"/>
                </a:lnTo>
                <a:lnTo>
                  <a:pt x="5" y="9"/>
                </a:lnTo>
                <a:lnTo>
                  <a:pt x="5" y="10"/>
                </a:lnTo>
                <a:lnTo>
                  <a:pt x="5" y="9"/>
                </a:lnTo>
                <a:lnTo>
                  <a:pt x="4" y="9"/>
                </a:lnTo>
                <a:lnTo>
                  <a:pt x="3" y="9"/>
                </a:lnTo>
                <a:lnTo>
                  <a:pt x="3" y="10"/>
                </a:lnTo>
                <a:lnTo>
                  <a:pt x="2" y="10"/>
                </a:lnTo>
                <a:lnTo>
                  <a:pt x="2" y="9"/>
                </a:lnTo>
                <a:lnTo>
                  <a:pt x="2" y="10"/>
                </a:lnTo>
                <a:lnTo>
                  <a:pt x="0" y="10"/>
                </a:lnTo>
                <a:lnTo>
                  <a:pt x="0" y="9"/>
                </a:lnTo>
                <a:lnTo>
                  <a:pt x="2" y="9"/>
                </a:lnTo>
                <a:lnTo>
                  <a:pt x="2" y="8"/>
                </a:lnTo>
                <a:lnTo>
                  <a:pt x="3" y="9"/>
                </a:lnTo>
                <a:lnTo>
                  <a:pt x="4" y="8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4" y="6"/>
                </a:lnTo>
                <a:lnTo>
                  <a:pt x="4" y="5"/>
                </a:lnTo>
                <a:lnTo>
                  <a:pt x="4" y="4"/>
                </a:lnTo>
                <a:lnTo>
                  <a:pt x="4" y="2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6" name=""/>
          <p:cNvSpPr/>
          <p:nvPr/>
        </p:nvSpPr>
        <p:spPr>
          <a:xfrm>
            <a:off x="4609800" y="42656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7" name=""/>
          <p:cNvSpPr/>
          <p:nvPr/>
        </p:nvSpPr>
        <p:spPr>
          <a:xfrm>
            <a:off x="4608360" y="426348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5" y="0"/>
                </a:move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lnTo>
                  <a:pt x="6" y="3"/>
                </a:lnTo>
                <a:lnTo>
                  <a:pt x="6" y="4"/>
                </a:lnTo>
                <a:lnTo>
                  <a:pt x="5" y="4"/>
                </a:lnTo>
                <a:lnTo>
                  <a:pt x="6" y="4"/>
                </a:lnTo>
                <a:lnTo>
                  <a:pt x="7" y="4"/>
                </a:lnTo>
                <a:lnTo>
                  <a:pt x="7" y="6"/>
                </a:lnTo>
                <a:lnTo>
                  <a:pt x="6" y="6"/>
                </a:lnTo>
                <a:lnTo>
                  <a:pt x="5" y="6"/>
                </a:lnTo>
                <a:lnTo>
                  <a:pt x="5" y="7"/>
                </a:lnTo>
                <a:lnTo>
                  <a:pt x="5" y="6"/>
                </a:lnTo>
                <a:lnTo>
                  <a:pt x="5" y="4"/>
                </a:lnTo>
                <a:lnTo>
                  <a:pt x="4" y="3"/>
                </a:lnTo>
                <a:lnTo>
                  <a:pt x="4" y="2"/>
                </a:lnTo>
                <a:lnTo>
                  <a:pt x="4" y="1"/>
                </a:lnTo>
                <a:lnTo>
                  <a:pt x="3" y="1"/>
                </a:lnTo>
                <a:lnTo>
                  <a:pt x="3" y="2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8" name=""/>
          <p:cNvSpPr/>
          <p:nvPr/>
        </p:nvSpPr>
        <p:spPr>
          <a:xfrm>
            <a:off x="4607280" y="4264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9" name=""/>
          <p:cNvSpPr/>
          <p:nvPr/>
        </p:nvSpPr>
        <p:spPr>
          <a:xfrm>
            <a:off x="4609800" y="4260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1"/>
                </a:move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30" name=""/>
          <p:cNvSpPr/>
          <p:nvPr/>
        </p:nvSpPr>
        <p:spPr>
          <a:xfrm>
            <a:off x="4674960" y="4326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31" name=""/>
          <p:cNvSpPr/>
          <p:nvPr/>
        </p:nvSpPr>
        <p:spPr>
          <a:xfrm>
            <a:off x="4671720" y="4322160"/>
            <a:ext cx="3600" cy="3240"/>
          </a:xfrm>
          <a:custGeom>
            <a:avLst/>
            <a:gdLst/>
            <a:ahLst/>
            <a:rect l="0" t="0" r="r" b="b"/>
            <a:pathLst>
              <a:path w="10" h="9">
                <a:moveTo>
                  <a:pt x="2" y="0"/>
                </a:move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7" y="0"/>
                </a:lnTo>
                <a:lnTo>
                  <a:pt x="7" y="1"/>
                </a:lnTo>
                <a:lnTo>
                  <a:pt x="7" y="2"/>
                </a:lnTo>
                <a:lnTo>
                  <a:pt x="8" y="2"/>
                </a:lnTo>
                <a:lnTo>
                  <a:pt x="7" y="2"/>
                </a:lnTo>
                <a:lnTo>
                  <a:pt x="7" y="3"/>
                </a:lnTo>
                <a:lnTo>
                  <a:pt x="7" y="4"/>
                </a:lnTo>
                <a:lnTo>
                  <a:pt x="8" y="5"/>
                </a:lnTo>
                <a:lnTo>
                  <a:pt x="9" y="5"/>
                </a:lnTo>
                <a:lnTo>
                  <a:pt x="9" y="7"/>
                </a:lnTo>
                <a:lnTo>
                  <a:pt x="10" y="7"/>
                </a:lnTo>
                <a:lnTo>
                  <a:pt x="10" y="8"/>
                </a:lnTo>
                <a:lnTo>
                  <a:pt x="10" y="9"/>
                </a:lnTo>
                <a:lnTo>
                  <a:pt x="9" y="9"/>
                </a:lnTo>
                <a:lnTo>
                  <a:pt x="8" y="9"/>
                </a:lnTo>
                <a:lnTo>
                  <a:pt x="7" y="9"/>
                </a:lnTo>
                <a:lnTo>
                  <a:pt x="7" y="8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32" name=""/>
          <p:cNvSpPr/>
          <p:nvPr/>
        </p:nvSpPr>
        <p:spPr>
          <a:xfrm>
            <a:off x="4634640" y="43120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5"/>
                </a:move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33" name=""/>
          <p:cNvSpPr/>
          <p:nvPr/>
        </p:nvSpPr>
        <p:spPr>
          <a:xfrm>
            <a:off x="4631400" y="430272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3" y="1"/>
                </a:moveTo>
                <a:lnTo>
                  <a:pt x="4" y="2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7" y="7"/>
                </a:lnTo>
                <a:lnTo>
                  <a:pt x="5" y="7"/>
                </a:lnTo>
                <a:lnTo>
                  <a:pt x="5" y="6"/>
                </a:lnTo>
                <a:lnTo>
                  <a:pt x="5" y="5"/>
                </a:lnTo>
                <a:lnTo>
                  <a:pt x="3" y="4"/>
                </a:lnTo>
                <a:lnTo>
                  <a:pt x="3" y="2"/>
                </a:lnTo>
                <a:lnTo>
                  <a:pt x="2" y="1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34" name=""/>
          <p:cNvSpPr/>
          <p:nvPr/>
        </p:nvSpPr>
        <p:spPr>
          <a:xfrm>
            <a:off x="4672080" y="430128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35" name=""/>
          <p:cNvSpPr/>
          <p:nvPr/>
        </p:nvSpPr>
        <p:spPr>
          <a:xfrm>
            <a:off x="4670640" y="4300200"/>
            <a:ext cx="1800" cy="2520"/>
          </a:xfrm>
          <a:custGeom>
            <a:avLst/>
            <a:gdLst/>
            <a:ahLst/>
            <a:rect l="0" t="0" r="r" b="b"/>
            <a:pathLst>
              <a:path w="5" h="7">
                <a:moveTo>
                  <a:pt x="3" y="0"/>
                </a:moveTo>
                <a:lnTo>
                  <a:pt x="5" y="0"/>
                </a:lnTo>
                <a:lnTo>
                  <a:pt x="5" y="3"/>
                </a:lnTo>
                <a:lnTo>
                  <a:pt x="3" y="3"/>
                </a:lnTo>
                <a:lnTo>
                  <a:pt x="3" y="4"/>
                </a:lnTo>
                <a:lnTo>
                  <a:pt x="5" y="4"/>
                </a:lnTo>
                <a:lnTo>
                  <a:pt x="3" y="4"/>
                </a:lnTo>
                <a:lnTo>
                  <a:pt x="3" y="5"/>
                </a:lnTo>
                <a:lnTo>
                  <a:pt x="3" y="7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36" name=""/>
          <p:cNvSpPr/>
          <p:nvPr/>
        </p:nvSpPr>
        <p:spPr>
          <a:xfrm>
            <a:off x="4625640" y="42789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37" name=""/>
          <p:cNvSpPr/>
          <p:nvPr/>
        </p:nvSpPr>
        <p:spPr>
          <a:xfrm>
            <a:off x="4627800" y="4268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38" name=""/>
          <p:cNvSpPr/>
          <p:nvPr/>
        </p:nvSpPr>
        <p:spPr>
          <a:xfrm>
            <a:off x="4624200" y="4203720"/>
            <a:ext cx="64080" cy="125640"/>
          </a:xfrm>
          <a:custGeom>
            <a:avLst/>
            <a:gdLst/>
            <a:ahLst/>
            <a:rect l="0" t="0" r="r" b="b"/>
            <a:pathLst>
              <a:path w="178" h="349">
                <a:moveTo>
                  <a:pt x="138" y="1"/>
                </a:moveTo>
                <a:lnTo>
                  <a:pt x="138" y="0"/>
                </a:lnTo>
                <a:lnTo>
                  <a:pt x="139" y="0"/>
                </a:lnTo>
                <a:lnTo>
                  <a:pt x="140" y="1"/>
                </a:lnTo>
                <a:lnTo>
                  <a:pt x="141" y="1"/>
                </a:lnTo>
                <a:lnTo>
                  <a:pt x="141" y="2"/>
                </a:lnTo>
                <a:lnTo>
                  <a:pt x="142" y="2"/>
                </a:lnTo>
                <a:lnTo>
                  <a:pt x="143" y="3"/>
                </a:lnTo>
                <a:lnTo>
                  <a:pt x="144" y="4"/>
                </a:lnTo>
                <a:lnTo>
                  <a:pt x="144" y="5"/>
                </a:lnTo>
                <a:lnTo>
                  <a:pt x="144" y="6"/>
                </a:lnTo>
                <a:lnTo>
                  <a:pt x="144" y="7"/>
                </a:lnTo>
                <a:lnTo>
                  <a:pt x="145" y="7"/>
                </a:lnTo>
                <a:lnTo>
                  <a:pt x="144" y="7"/>
                </a:lnTo>
                <a:lnTo>
                  <a:pt x="145" y="7"/>
                </a:lnTo>
                <a:lnTo>
                  <a:pt x="146" y="7"/>
                </a:lnTo>
                <a:lnTo>
                  <a:pt x="145" y="8"/>
                </a:lnTo>
                <a:lnTo>
                  <a:pt x="146" y="8"/>
                </a:lnTo>
                <a:lnTo>
                  <a:pt x="146" y="9"/>
                </a:lnTo>
                <a:lnTo>
                  <a:pt x="147" y="9"/>
                </a:lnTo>
                <a:lnTo>
                  <a:pt x="147" y="10"/>
                </a:lnTo>
                <a:lnTo>
                  <a:pt x="148" y="10"/>
                </a:lnTo>
                <a:lnTo>
                  <a:pt x="149" y="10"/>
                </a:lnTo>
                <a:lnTo>
                  <a:pt x="149" y="9"/>
                </a:lnTo>
                <a:lnTo>
                  <a:pt x="150" y="9"/>
                </a:lnTo>
                <a:lnTo>
                  <a:pt x="149" y="10"/>
                </a:lnTo>
                <a:lnTo>
                  <a:pt x="149" y="11"/>
                </a:lnTo>
                <a:lnTo>
                  <a:pt x="149" y="12"/>
                </a:lnTo>
                <a:lnTo>
                  <a:pt x="150" y="12"/>
                </a:lnTo>
                <a:lnTo>
                  <a:pt x="150" y="13"/>
                </a:lnTo>
                <a:lnTo>
                  <a:pt x="151" y="13"/>
                </a:lnTo>
                <a:lnTo>
                  <a:pt x="151" y="14"/>
                </a:lnTo>
                <a:lnTo>
                  <a:pt x="152" y="14"/>
                </a:lnTo>
                <a:lnTo>
                  <a:pt x="153" y="14"/>
                </a:lnTo>
                <a:lnTo>
                  <a:pt x="154" y="15"/>
                </a:lnTo>
                <a:lnTo>
                  <a:pt x="155" y="15"/>
                </a:lnTo>
                <a:lnTo>
                  <a:pt x="155" y="16"/>
                </a:lnTo>
                <a:lnTo>
                  <a:pt x="154" y="16"/>
                </a:lnTo>
                <a:lnTo>
                  <a:pt x="154" y="17"/>
                </a:lnTo>
                <a:lnTo>
                  <a:pt x="155" y="16"/>
                </a:lnTo>
                <a:lnTo>
                  <a:pt x="155" y="15"/>
                </a:lnTo>
                <a:lnTo>
                  <a:pt x="156" y="15"/>
                </a:lnTo>
                <a:lnTo>
                  <a:pt x="157" y="15"/>
                </a:lnTo>
                <a:lnTo>
                  <a:pt x="158" y="16"/>
                </a:lnTo>
                <a:lnTo>
                  <a:pt x="160" y="16"/>
                </a:lnTo>
                <a:lnTo>
                  <a:pt x="159" y="16"/>
                </a:lnTo>
                <a:lnTo>
                  <a:pt x="159" y="17"/>
                </a:lnTo>
                <a:lnTo>
                  <a:pt x="160" y="17"/>
                </a:lnTo>
                <a:lnTo>
                  <a:pt x="161" y="17"/>
                </a:lnTo>
                <a:lnTo>
                  <a:pt x="161" y="18"/>
                </a:lnTo>
                <a:lnTo>
                  <a:pt x="162" y="18"/>
                </a:lnTo>
                <a:lnTo>
                  <a:pt x="163" y="18"/>
                </a:lnTo>
                <a:lnTo>
                  <a:pt x="164" y="18"/>
                </a:lnTo>
                <a:lnTo>
                  <a:pt x="166" y="18"/>
                </a:lnTo>
                <a:lnTo>
                  <a:pt x="167" y="18"/>
                </a:lnTo>
                <a:lnTo>
                  <a:pt x="168" y="18"/>
                </a:lnTo>
                <a:lnTo>
                  <a:pt x="169" y="18"/>
                </a:lnTo>
                <a:lnTo>
                  <a:pt x="170" y="18"/>
                </a:lnTo>
                <a:lnTo>
                  <a:pt x="171" y="18"/>
                </a:lnTo>
                <a:lnTo>
                  <a:pt x="171" y="19"/>
                </a:lnTo>
                <a:lnTo>
                  <a:pt x="171" y="20"/>
                </a:lnTo>
                <a:lnTo>
                  <a:pt x="171" y="21"/>
                </a:lnTo>
                <a:lnTo>
                  <a:pt x="170" y="21"/>
                </a:lnTo>
                <a:lnTo>
                  <a:pt x="170" y="22"/>
                </a:lnTo>
                <a:lnTo>
                  <a:pt x="170" y="23"/>
                </a:lnTo>
                <a:lnTo>
                  <a:pt x="171" y="23"/>
                </a:lnTo>
                <a:lnTo>
                  <a:pt x="172" y="24"/>
                </a:lnTo>
                <a:lnTo>
                  <a:pt x="172" y="25"/>
                </a:lnTo>
                <a:lnTo>
                  <a:pt x="171" y="26"/>
                </a:lnTo>
                <a:lnTo>
                  <a:pt x="172" y="27"/>
                </a:lnTo>
                <a:lnTo>
                  <a:pt x="172" y="28"/>
                </a:lnTo>
                <a:lnTo>
                  <a:pt x="173" y="29"/>
                </a:lnTo>
                <a:lnTo>
                  <a:pt x="174" y="29"/>
                </a:lnTo>
                <a:lnTo>
                  <a:pt x="175" y="28"/>
                </a:lnTo>
                <a:lnTo>
                  <a:pt x="176" y="28"/>
                </a:lnTo>
                <a:lnTo>
                  <a:pt x="177" y="29"/>
                </a:lnTo>
                <a:lnTo>
                  <a:pt x="177" y="30"/>
                </a:lnTo>
                <a:lnTo>
                  <a:pt x="178" y="29"/>
                </a:lnTo>
                <a:lnTo>
                  <a:pt x="178" y="30"/>
                </a:lnTo>
                <a:lnTo>
                  <a:pt x="177" y="31"/>
                </a:lnTo>
                <a:lnTo>
                  <a:pt x="176" y="32"/>
                </a:lnTo>
                <a:lnTo>
                  <a:pt x="175" y="32"/>
                </a:lnTo>
                <a:lnTo>
                  <a:pt x="174" y="32"/>
                </a:lnTo>
                <a:lnTo>
                  <a:pt x="174" y="33"/>
                </a:lnTo>
                <a:lnTo>
                  <a:pt x="172" y="33"/>
                </a:lnTo>
                <a:lnTo>
                  <a:pt x="172" y="34"/>
                </a:lnTo>
                <a:lnTo>
                  <a:pt x="171" y="34"/>
                </a:lnTo>
                <a:lnTo>
                  <a:pt x="171" y="35"/>
                </a:lnTo>
                <a:lnTo>
                  <a:pt x="170" y="36"/>
                </a:lnTo>
                <a:lnTo>
                  <a:pt x="169" y="36"/>
                </a:lnTo>
                <a:lnTo>
                  <a:pt x="168" y="37"/>
                </a:lnTo>
                <a:lnTo>
                  <a:pt x="168" y="38"/>
                </a:lnTo>
                <a:lnTo>
                  <a:pt x="168" y="39"/>
                </a:lnTo>
                <a:lnTo>
                  <a:pt x="167" y="39"/>
                </a:lnTo>
                <a:lnTo>
                  <a:pt x="167" y="40"/>
                </a:lnTo>
                <a:lnTo>
                  <a:pt x="164" y="42"/>
                </a:lnTo>
                <a:lnTo>
                  <a:pt x="163" y="42"/>
                </a:lnTo>
                <a:lnTo>
                  <a:pt x="163" y="43"/>
                </a:lnTo>
                <a:lnTo>
                  <a:pt x="162" y="44"/>
                </a:lnTo>
                <a:lnTo>
                  <a:pt x="162" y="45"/>
                </a:lnTo>
                <a:lnTo>
                  <a:pt x="162" y="46"/>
                </a:lnTo>
                <a:lnTo>
                  <a:pt x="161" y="47"/>
                </a:lnTo>
                <a:lnTo>
                  <a:pt x="161" y="48"/>
                </a:lnTo>
                <a:lnTo>
                  <a:pt x="161" y="49"/>
                </a:lnTo>
                <a:lnTo>
                  <a:pt x="161" y="50"/>
                </a:lnTo>
                <a:lnTo>
                  <a:pt x="161" y="51"/>
                </a:lnTo>
                <a:lnTo>
                  <a:pt x="161" y="52"/>
                </a:lnTo>
                <a:lnTo>
                  <a:pt x="161" y="55"/>
                </a:lnTo>
                <a:lnTo>
                  <a:pt x="161" y="56"/>
                </a:lnTo>
                <a:lnTo>
                  <a:pt x="161" y="57"/>
                </a:lnTo>
                <a:lnTo>
                  <a:pt x="161" y="58"/>
                </a:lnTo>
                <a:lnTo>
                  <a:pt x="162" y="59"/>
                </a:lnTo>
                <a:lnTo>
                  <a:pt x="162" y="60"/>
                </a:lnTo>
                <a:lnTo>
                  <a:pt x="161" y="60"/>
                </a:lnTo>
                <a:lnTo>
                  <a:pt x="162" y="60"/>
                </a:lnTo>
                <a:lnTo>
                  <a:pt x="162" y="61"/>
                </a:lnTo>
                <a:lnTo>
                  <a:pt x="162" y="64"/>
                </a:lnTo>
                <a:lnTo>
                  <a:pt x="162" y="65"/>
                </a:lnTo>
                <a:lnTo>
                  <a:pt x="163" y="66"/>
                </a:lnTo>
                <a:lnTo>
                  <a:pt x="163" y="67"/>
                </a:lnTo>
                <a:lnTo>
                  <a:pt x="163" y="68"/>
                </a:lnTo>
                <a:lnTo>
                  <a:pt x="163" y="69"/>
                </a:lnTo>
                <a:lnTo>
                  <a:pt x="164" y="69"/>
                </a:lnTo>
                <a:lnTo>
                  <a:pt x="164" y="70"/>
                </a:lnTo>
                <a:lnTo>
                  <a:pt x="166" y="71"/>
                </a:lnTo>
                <a:lnTo>
                  <a:pt x="167" y="71"/>
                </a:lnTo>
                <a:lnTo>
                  <a:pt x="168" y="72"/>
                </a:lnTo>
                <a:lnTo>
                  <a:pt x="167" y="72"/>
                </a:lnTo>
                <a:lnTo>
                  <a:pt x="166" y="71"/>
                </a:lnTo>
                <a:lnTo>
                  <a:pt x="164" y="71"/>
                </a:lnTo>
                <a:lnTo>
                  <a:pt x="164" y="72"/>
                </a:lnTo>
                <a:lnTo>
                  <a:pt x="166" y="72"/>
                </a:lnTo>
                <a:lnTo>
                  <a:pt x="166" y="73"/>
                </a:lnTo>
                <a:lnTo>
                  <a:pt x="167" y="73"/>
                </a:lnTo>
                <a:lnTo>
                  <a:pt x="167" y="74"/>
                </a:lnTo>
                <a:lnTo>
                  <a:pt x="166" y="74"/>
                </a:lnTo>
                <a:lnTo>
                  <a:pt x="166" y="75"/>
                </a:lnTo>
                <a:lnTo>
                  <a:pt x="166" y="76"/>
                </a:lnTo>
                <a:lnTo>
                  <a:pt x="166" y="77"/>
                </a:lnTo>
                <a:lnTo>
                  <a:pt x="167" y="78"/>
                </a:lnTo>
                <a:lnTo>
                  <a:pt x="166" y="79"/>
                </a:lnTo>
                <a:lnTo>
                  <a:pt x="163" y="80"/>
                </a:lnTo>
                <a:lnTo>
                  <a:pt x="162" y="80"/>
                </a:lnTo>
                <a:lnTo>
                  <a:pt x="162" y="81"/>
                </a:lnTo>
                <a:lnTo>
                  <a:pt x="162" y="82"/>
                </a:lnTo>
                <a:lnTo>
                  <a:pt x="163" y="82"/>
                </a:lnTo>
                <a:lnTo>
                  <a:pt x="164" y="84"/>
                </a:lnTo>
                <a:lnTo>
                  <a:pt x="163" y="84"/>
                </a:lnTo>
                <a:lnTo>
                  <a:pt x="162" y="84"/>
                </a:lnTo>
                <a:lnTo>
                  <a:pt x="162" y="85"/>
                </a:lnTo>
                <a:lnTo>
                  <a:pt x="161" y="86"/>
                </a:lnTo>
                <a:lnTo>
                  <a:pt x="161" y="87"/>
                </a:lnTo>
                <a:lnTo>
                  <a:pt x="160" y="87"/>
                </a:lnTo>
                <a:lnTo>
                  <a:pt x="160" y="88"/>
                </a:lnTo>
                <a:lnTo>
                  <a:pt x="159" y="88"/>
                </a:lnTo>
                <a:lnTo>
                  <a:pt x="159" y="89"/>
                </a:lnTo>
                <a:lnTo>
                  <a:pt x="158" y="89"/>
                </a:lnTo>
                <a:lnTo>
                  <a:pt x="158" y="90"/>
                </a:lnTo>
                <a:lnTo>
                  <a:pt x="158" y="91"/>
                </a:lnTo>
                <a:lnTo>
                  <a:pt x="158" y="92"/>
                </a:lnTo>
                <a:lnTo>
                  <a:pt x="158" y="94"/>
                </a:lnTo>
                <a:lnTo>
                  <a:pt x="157" y="96"/>
                </a:lnTo>
                <a:lnTo>
                  <a:pt x="157" y="97"/>
                </a:lnTo>
                <a:lnTo>
                  <a:pt x="157" y="98"/>
                </a:lnTo>
                <a:lnTo>
                  <a:pt x="156" y="98"/>
                </a:lnTo>
                <a:lnTo>
                  <a:pt x="156" y="99"/>
                </a:lnTo>
                <a:lnTo>
                  <a:pt x="156" y="100"/>
                </a:lnTo>
                <a:lnTo>
                  <a:pt x="157" y="100"/>
                </a:lnTo>
                <a:lnTo>
                  <a:pt x="157" y="101"/>
                </a:lnTo>
                <a:lnTo>
                  <a:pt x="156" y="101"/>
                </a:lnTo>
                <a:lnTo>
                  <a:pt x="156" y="102"/>
                </a:lnTo>
                <a:lnTo>
                  <a:pt x="155" y="102"/>
                </a:lnTo>
                <a:lnTo>
                  <a:pt x="155" y="104"/>
                </a:lnTo>
                <a:lnTo>
                  <a:pt x="154" y="104"/>
                </a:lnTo>
                <a:lnTo>
                  <a:pt x="154" y="105"/>
                </a:lnTo>
                <a:lnTo>
                  <a:pt x="154" y="106"/>
                </a:lnTo>
                <a:lnTo>
                  <a:pt x="154" y="107"/>
                </a:lnTo>
                <a:lnTo>
                  <a:pt x="152" y="108"/>
                </a:lnTo>
                <a:lnTo>
                  <a:pt x="151" y="108"/>
                </a:lnTo>
                <a:lnTo>
                  <a:pt x="151" y="109"/>
                </a:lnTo>
                <a:lnTo>
                  <a:pt x="151" y="110"/>
                </a:lnTo>
                <a:lnTo>
                  <a:pt x="150" y="110"/>
                </a:lnTo>
                <a:lnTo>
                  <a:pt x="149" y="110"/>
                </a:lnTo>
                <a:lnTo>
                  <a:pt x="149" y="111"/>
                </a:lnTo>
                <a:lnTo>
                  <a:pt x="148" y="111"/>
                </a:lnTo>
                <a:lnTo>
                  <a:pt x="148" y="112"/>
                </a:lnTo>
                <a:lnTo>
                  <a:pt x="147" y="112"/>
                </a:lnTo>
                <a:lnTo>
                  <a:pt x="147" y="113"/>
                </a:lnTo>
                <a:lnTo>
                  <a:pt x="146" y="114"/>
                </a:lnTo>
                <a:lnTo>
                  <a:pt x="146" y="115"/>
                </a:lnTo>
                <a:lnTo>
                  <a:pt x="146" y="116"/>
                </a:lnTo>
                <a:lnTo>
                  <a:pt x="146" y="117"/>
                </a:lnTo>
                <a:lnTo>
                  <a:pt x="147" y="117"/>
                </a:lnTo>
                <a:lnTo>
                  <a:pt x="147" y="118"/>
                </a:lnTo>
                <a:lnTo>
                  <a:pt x="147" y="119"/>
                </a:lnTo>
                <a:lnTo>
                  <a:pt x="146" y="119"/>
                </a:lnTo>
                <a:lnTo>
                  <a:pt x="146" y="120"/>
                </a:lnTo>
                <a:lnTo>
                  <a:pt x="146" y="121"/>
                </a:lnTo>
                <a:lnTo>
                  <a:pt x="145" y="121"/>
                </a:lnTo>
                <a:lnTo>
                  <a:pt x="145" y="122"/>
                </a:lnTo>
                <a:lnTo>
                  <a:pt x="144" y="122"/>
                </a:lnTo>
                <a:lnTo>
                  <a:pt x="143" y="122"/>
                </a:lnTo>
                <a:lnTo>
                  <a:pt x="143" y="123"/>
                </a:lnTo>
                <a:lnTo>
                  <a:pt x="143" y="124"/>
                </a:lnTo>
                <a:lnTo>
                  <a:pt x="142" y="125"/>
                </a:lnTo>
                <a:lnTo>
                  <a:pt x="142" y="126"/>
                </a:lnTo>
                <a:lnTo>
                  <a:pt x="142" y="127"/>
                </a:lnTo>
                <a:lnTo>
                  <a:pt x="143" y="128"/>
                </a:lnTo>
                <a:lnTo>
                  <a:pt x="143" y="129"/>
                </a:lnTo>
                <a:lnTo>
                  <a:pt x="143" y="130"/>
                </a:lnTo>
                <a:lnTo>
                  <a:pt x="144" y="130"/>
                </a:lnTo>
                <a:lnTo>
                  <a:pt x="144" y="131"/>
                </a:lnTo>
                <a:lnTo>
                  <a:pt x="145" y="131"/>
                </a:lnTo>
                <a:lnTo>
                  <a:pt x="145" y="132"/>
                </a:lnTo>
                <a:lnTo>
                  <a:pt x="145" y="133"/>
                </a:lnTo>
                <a:lnTo>
                  <a:pt x="144" y="134"/>
                </a:lnTo>
                <a:lnTo>
                  <a:pt x="143" y="135"/>
                </a:lnTo>
                <a:lnTo>
                  <a:pt x="143" y="136"/>
                </a:lnTo>
                <a:lnTo>
                  <a:pt x="142" y="136"/>
                </a:lnTo>
                <a:lnTo>
                  <a:pt x="142" y="137"/>
                </a:lnTo>
                <a:lnTo>
                  <a:pt x="141" y="137"/>
                </a:lnTo>
                <a:lnTo>
                  <a:pt x="141" y="138"/>
                </a:lnTo>
                <a:lnTo>
                  <a:pt x="142" y="138"/>
                </a:lnTo>
                <a:lnTo>
                  <a:pt x="142" y="139"/>
                </a:lnTo>
                <a:lnTo>
                  <a:pt x="142" y="140"/>
                </a:lnTo>
                <a:lnTo>
                  <a:pt x="142" y="141"/>
                </a:lnTo>
                <a:lnTo>
                  <a:pt x="141" y="142"/>
                </a:lnTo>
                <a:lnTo>
                  <a:pt x="141" y="145"/>
                </a:lnTo>
                <a:lnTo>
                  <a:pt x="141" y="146"/>
                </a:lnTo>
                <a:lnTo>
                  <a:pt x="141" y="147"/>
                </a:lnTo>
                <a:lnTo>
                  <a:pt x="141" y="148"/>
                </a:lnTo>
                <a:lnTo>
                  <a:pt x="140" y="148"/>
                </a:lnTo>
                <a:lnTo>
                  <a:pt x="140" y="149"/>
                </a:lnTo>
                <a:lnTo>
                  <a:pt x="140" y="150"/>
                </a:lnTo>
                <a:lnTo>
                  <a:pt x="139" y="150"/>
                </a:lnTo>
                <a:lnTo>
                  <a:pt x="139" y="151"/>
                </a:lnTo>
                <a:lnTo>
                  <a:pt x="139" y="152"/>
                </a:lnTo>
                <a:lnTo>
                  <a:pt x="139" y="153"/>
                </a:lnTo>
                <a:lnTo>
                  <a:pt x="138" y="153"/>
                </a:lnTo>
                <a:lnTo>
                  <a:pt x="138" y="154"/>
                </a:lnTo>
                <a:lnTo>
                  <a:pt x="138" y="155"/>
                </a:lnTo>
                <a:lnTo>
                  <a:pt x="138" y="157"/>
                </a:lnTo>
                <a:lnTo>
                  <a:pt x="139" y="157"/>
                </a:lnTo>
                <a:lnTo>
                  <a:pt x="138" y="158"/>
                </a:lnTo>
                <a:lnTo>
                  <a:pt x="138" y="159"/>
                </a:lnTo>
                <a:lnTo>
                  <a:pt x="138" y="160"/>
                </a:lnTo>
                <a:lnTo>
                  <a:pt x="137" y="160"/>
                </a:lnTo>
                <a:lnTo>
                  <a:pt x="137" y="161"/>
                </a:lnTo>
                <a:lnTo>
                  <a:pt x="136" y="162"/>
                </a:lnTo>
                <a:lnTo>
                  <a:pt x="136" y="163"/>
                </a:lnTo>
                <a:lnTo>
                  <a:pt x="136" y="164"/>
                </a:lnTo>
                <a:lnTo>
                  <a:pt x="137" y="164"/>
                </a:lnTo>
                <a:lnTo>
                  <a:pt x="136" y="164"/>
                </a:lnTo>
                <a:lnTo>
                  <a:pt x="136" y="165"/>
                </a:lnTo>
                <a:lnTo>
                  <a:pt x="136" y="166"/>
                </a:lnTo>
                <a:lnTo>
                  <a:pt x="136" y="167"/>
                </a:lnTo>
                <a:lnTo>
                  <a:pt x="136" y="168"/>
                </a:lnTo>
                <a:lnTo>
                  <a:pt x="136" y="169"/>
                </a:lnTo>
                <a:lnTo>
                  <a:pt x="135" y="169"/>
                </a:lnTo>
                <a:lnTo>
                  <a:pt x="135" y="171"/>
                </a:lnTo>
                <a:lnTo>
                  <a:pt x="135" y="172"/>
                </a:lnTo>
                <a:lnTo>
                  <a:pt x="135" y="174"/>
                </a:lnTo>
                <a:lnTo>
                  <a:pt x="134" y="175"/>
                </a:lnTo>
                <a:lnTo>
                  <a:pt x="134" y="176"/>
                </a:lnTo>
                <a:lnTo>
                  <a:pt x="134" y="177"/>
                </a:lnTo>
                <a:lnTo>
                  <a:pt x="133" y="179"/>
                </a:lnTo>
                <a:lnTo>
                  <a:pt x="133" y="180"/>
                </a:lnTo>
                <a:lnTo>
                  <a:pt x="132" y="181"/>
                </a:lnTo>
                <a:lnTo>
                  <a:pt x="132" y="182"/>
                </a:lnTo>
                <a:lnTo>
                  <a:pt x="132" y="183"/>
                </a:lnTo>
                <a:lnTo>
                  <a:pt x="132" y="185"/>
                </a:lnTo>
                <a:lnTo>
                  <a:pt x="133" y="185"/>
                </a:lnTo>
                <a:lnTo>
                  <a:pt x="133" y="186"/>
                </a:lnTo>
                <a:lnTo>
                  <a:pt x="132" y="188"/>
                </a:lnTo>
                <a:lnTo>
                  <a:pt x="132" y="189"/>
                </a:lnTo>
                <a:lnTo>
                  <a:pt x="132" y="190"/>
                </a:lnTo>
                <a:lnTo>
                  <a:pt x="131" y="191"/>
                </a:lnTo>
                <a:lnTo>
                  <a:pt x="131" y="192"/>
                </a:lnTo>
                <a:lnTo>
                  <a:pt x="131" y="193"/>
                </a:lnTo>
                <a:lnTo>
                  <a:pt x="130" y="195"/>
                </a:lnTo>
                <a:lnTo>
                  <a:pt x="130" y="196"/>
                </a:lnTo>
                <a:lnTo>
                  <a:pt x="129" y="197"/>
                </a:lnTo>
                <a:lnTo>
                  <a:pt x="129" y="199"/>
                </a:lnTo>
                <a:lnTo>
                  <a:pt x="129" y="200"/>
                </a:lnTo>
                <a:lnTo>
                  <a:pt x="129" y="201"/>
                </a:lnTo>
                <a:lnTo>
                  <a:pt x="129" y="202"/>
                </a:lnTo>
                <a:lnTo>
                  <a:pt x="128" y="203"/>
                </a:lnTo>
                <a:lnTo>
                  <a:pt x="127" y="203"/>
                </a:lnTo>
                <a:lnTo>
                  <a:pt x="127" y="204"/>
                </a:lnTo>
                <a:lnTo>
                  <a:pt x="126" y="205"/>
                </a:lnTo>
                <a:lnTo>
                  <a:pt x="126" y="206"/>
                </a:lnTo>
                <a:lnTo>
                  <a:pt x="125" y="206"/>
                </a:lnTo>
                <a:lnTo>
                  <a:pt x="125" y="207"/>
                </a:lnTo>
                <a:lnTo>
                  <a:pt x="125" y="208"/>
                </a:lnTo>
                <a:lnTo>
                  <a:pt x="125" y="209"/>
                </a:lnTo>
                <a:lnTo>
                  <a:pt x="125" y="210"/>
                </a:lnTo>
                <a:lnTo>
                  <a:pt x="124" y="210"/>
                </a:lnTo>
                <a:lnTo>
                  <a:pt x="124" y="211"/>
                </a:lnTo>
                <a:lnTo>
                  <a:pt x="124" y="212"/>
                </a:lnTo>
                <a:lnTo>
                  <a:pt x="125" y="212"/>
                </a:lnTo>
                <a:lnTo>
                  <a:pt x="124" y="213"/>
                </a:lnTo>
                <a:lnTo>
                  <a:pt x="123" y="213"/>
                </a:lnTo>
                <a:lnTo>
                  <a:pt x="123" y="214"/>
                </a:lnTo>
                <a:lnTo>
                  <a:pt x="123" y="216"/>
                </a:lnTo>
                <a:lnTo>
                  <a:pt x="123" y="217"/>
                </a:lnTo>
                <a:lnTo>
                  <a:pt x="123" y="218"/>
                </a:lnTo>
                <a:lnTo>
                  <a:pt x="123" y="219"/>
                </a:lnTo>
                <a:lnTo>
                  <a:pt x="123" y="220"/>
                </a:lnTo>
                <a:lnTo>
                  <a:pt x="123" y="222"/>
                </a:lnTo>
                <a:lnTo>
                  <a:pt x="124" y="223"/>
                </a:lnTo>
                <a:lnTo>
                  <a:pt x="123" y="224"/>
                </a:lnTo>
                <a:lnTo>
                  <a:pt x="123" y="223"/>
                </a:lnTo>
                <a:lnTo>
                  <a:pt x="122" y="224"/>
                </a:lnTo>
                <a:lnTo>
                  <a:pt x="122" y="225"/>
                </a:lnTo>
                <a:lnTo>
                  <a:pt x="121" y="225"/>
                </a:lnTo>
                <a:lnTo>
                  <a:pt x="120" y="225"/>
                </a:lnTo>
                <a:lnTo>
                  <a:pt x="120" y="226"/>
                </a:lnTo>
                <a:lnTo>
                  <a:pt x="119" y="226"/>
                </a:lnTo>
                <a:lnTo>
                  <a:pt x="119" y="227"/>
                </a:lnTo>
                <a:lnTo>
                  <a:pt x="118" y="228"/>
                </a:lnTo>
                <a:lnTo>
                  <a:pt x="118" y="229"/>
                </a:lnTo>
                <a:lnTo>
                  <a:pt x="118" y="230"/>
                </a:lnTo>
                <a:lnTo>
                  <a:pt x="118" y="231"/>
                </a:lnTo>
                <a:lnTo>
                  <a:pt x="117" y="232"/>
                </a:lnTo>
                <a:lnTo>
                  <a:pt x="117" y="233"/>
                </a:lnTo>
                <a:lnTo>
                  <a:pt x="116" y="236"/>
                </a:lnTo>
                <a:lnTo>
                  <a:pt x="115" y="237"/>
                </a:lnTo>
                <a:lnTo>
                  <a:pt x="115" y="238"/>
                </a:lnTo>
                <a:lnTo>
                  <a:pt x="114" y="239"/>
                </a:lnTo>
                <a:lnTo>
                  <a:pt x="113" y="240"/>
                </a:lnTo>
                <a:lnTo>
                  <a:pt x="112" y="240"/>
                </a:lnTo>
                <a:lnTo>
                  <a:pt x="112" y="241"/>
                </a:lnTo>
                <a:lnTo>
                  <a:pt x="112" y="242"/>
                </a:lnTo>
                <a:lnTo>
                  <a:pt x="110" y="245"/>
                </a:lnTo>
                <a:lnTo>
                  <a:pt x="110" y="246"/>
                </a:lnTo>
                <a:lnTo>
                  <a:pt x="110" y="247"/>
                </a:lnTo>
                <a:lnTo>
                  <a:pt x="109" y="247"/>
                </a:lnTo>
                <a:lnTo>
                  <a:pt x="108" y="247"/>
                </a:lnTo>
                <a:lnTo>
                  <a:pt x="108" y="248"/>
                </a:lnTo>
                <a:lnTo>
                  <a:pt x="108" y="249"/>
                </a:lnTo>
                <a:lnTo>
                  <a:pt x="107" y="249"/>
                </a:lnTo>
                <a:lnTo>
                  <a:pt x="106" y="249"/>
                </a:lnTo>
                <a:lnTo>
                  <a:pt x="105" y="249"/>
                </a:lnTo>
                <a:lnTo>
                  <a:pt x="105" y="250"/>
                </a:lnTo>
                <a:lnTo>
                  <a:pt x="104" y="250"/>
                </a:lnTo>
                <a:lnTo>
                  <a:pt x="104" y="251"/>
                </a:lnTo>
                <a:lnTo>
                  <a:pt x="104" y="252"/>
                </a:lnTo>
                <a:lnTo>
                  <a:pt x="104" y="253"/>
                </a:lnTo>
                <a:lnTo>
                  <a:pt x="104" y="254"/>
                </a:lnTo>
                <a:lnTo>
                  <a:pt x="105" y="255"/>
                </a:lnTo>
                <a:lnTo>
                  <a:pt x="105" y="256"/>
                </a:lnTo>
                <a:lnTo>
                  <a:pt x="104" y="256"/>
                </a:lnTo>
                <a:lnTo>
                  <a:pt x="104" y="257"/>
                </a:lnTo>
                <a:lnTo>
                  <a:pt x="103" y="257"/>
                </a:lnTo>
                <a:lnTo>
                  <a:pt x="103" y="258"/>
                </a:lnTo>
                <a:lnTo>
                  <a:pt x="103" y="259"/>
                </a:lnTo>
                <a:lnTo>
                  <a:pt x="103" y="260"/>
                </a:lnTo>
                <a:lnTo>
                  <a:pt x="102" y="260"/>
                </a:lnTo>
                <a:lnTo>
                  <a:pt x="102" y="261"/>
                </a:lnTo>
                <a:lnTo>
                  <a:pt x="101" y="261"/>
                </a:lnTo>
                <a:lnTo>
                  <a:pt x="100" y="262"/>
                </a:lnTo>
                <a:lnTo>
                  <a:pt x="99" y="263"/>
                </a:lnTo>
                <a:lnTo>
                  <a:pt x="99" y="264"/>
                </a:lnTo>
                <a:lnTo>
                  <a:pt x="98" y="264"/>
                </a:lnTo>
                <a:lnTo>
                  <a:pt x="97" y="264"/>
                </a:lnTo>
                <a:lnTo>
                  <a:pt x="97" y="265"/>
                </a:lnTo>
                <a:lnTo>
                  <a:pt x="96" y="265"/>
                </a:lnTo>
                <a:lnTo>
                  <a:pt x="95" y="265"/>
                </a:lnTo>
                <a:lnTo>
                  <a:pt x="95" y="266"/>
                </a:lnTo>
                <a:lnTo>
                  <a:pt x="94" y="266"/>
                </a:lnTo>
                <a:lnTo>
                  <a:pt x="93" y="267"/>
                </a:lnTo>
                <a:lnTo>
                  <a:pt x="92" y="268"/>
                </a:lnTo>
                <a:lnTo>
                  <a:pt x="91" y="269"/>
                </a:lnTo>
                <a:lnTo>
                  <a:pt x="90" y="269"/>
                </a:lnTo>
                <a:lnTo>
                  <a:pt x="89" y="270"/>
                </a:lnTo>
                <a:lnTo>
                  <a:pt x="89" y="271"/>
                </a:lnTo>
                <a:lnTo>
                  <a:pt x="89" y="272"/>
                </a:lnTo>
                <a:lnTo>
                  <a:pt x="88" y="273"/>
                </a:lnTo>
                <a:lnTo>
                  <a:pt x="88" y="274"/>
                </a:lnTo>
                <a:lnTo>
                  <a:pt x="88" y="275"/>
                </a:lnTo>
                <a:lnTo>
                  <a:pt x="88" y="276"/>
                </a:lnTo>
                <a:lnTo>
                  <a:pt x="88" y="277"/>
                </a:lnTo>
                <a:lnTo>
                  <a:pt x="87" y="278"/>
                </a:lnTo>
                <a:lnTo>
                  <a:pt x="86" y="278"/>
                </a:lnTo>
                <a:lnTo>
                  <a:pt x="86" y="279"/>
                </a:lnTo>
                <a:lnTo>
                  <a:pt x="85" y="279"/>
                </a:lnTo>
                <a:lnTo>
                  <a:pt x="85" y="280"/>
                </a:lnTo>
                <a:lnTo>
                  <a:pt x="85" y="281"/>
                </a:lnTo>
                <a:lnTo>
                  <a:pt x="85" y="282"/>
                </a:lnTo>
                <a:lnTo>
                  <a:pt x="84" y="282"/>
                </a:lnTo>
                <a:lnTo>
                  <a:pt x="84" y="283"/>
                </a:lnTo>
                <a:lnTo>
                  <a:pt x="84" y="284"/>
                </a:lnTo>
                <a:lnTo>
                  <a:pt x="83" y="286"/>
                </a:lnTo>
                <a:lnTo>
                  <a:pt x="83" y="287"/>
                </a:lnTo>
                <a:lnTo>
                  <a:pt x="83" y="288"/>
                </a:lnTo>
                <a:lnTo>
                  <a:pt x="82" y="289"/>
                </a:lnTo>
                <a:lnTo>
                  <a:pt x="82" y="290"/>
                </a:lnTo>
                <a:lnTo>
                  <a:pt x="82" y="291"/>
                </a:lnTo>
                <a:lnTo>
                  <a:pt x="81" y="292"/>
                </a:lnTo>
                <a:lnTo>
                  <a:pt x="81" y="293"/>
                </a:lnTo>
                <a:lnTo>
                  <a:pt x="81" y="294"/>
                </a:lnTo>
                <a:lnTo>
                  <a:pt x="81" y="296"/>
                </a:lnTo>
                <a:lnTo>
                  <a:pt x="80" y="296"/>
                </a:lnTo>
                <a:lnTo>
                  <a:pt x="80" y="297"/>
                </a:lnTo>
                <a:lnTo>
                  <a:pt x="80" y="298"/>
                </a:lnTo>
                <a:lnTo>
                  <a:pt x="79" y="298"/>
                </a:lnTo>
                <a:lnTo>
                  <a:pt x="79" y="299"/>
                </a:lnTo>
                <a:lnTo>
                  <a:pt x="79" y="300"/>
                </a:lnTo>
                <a:lnTo>
                  <a:pt x="79" y="301"/>
                </a:lnTo>
                <a:lnTo>
                  <a:pt x="79" y="302"/>
                </a:lnTo>
                <a:lnTo>
                  <a:pt x="78" y="302"/>
                </a:lnTo>
                <a:lnTo>
                  <a:pt x="78" y="304"/>
                </a:lnTo>
                <a:lnTo>
                  <a:pt x="77" y="304"/>
                </a:lnTo>
                <a:lnTo>
                  <a:pt x="77" y="305"/>
                </a:lnTo>
                <a:lnTo>
                  <a:pt x="77" y="306"/>
                </a:lnTo>
                <a:lnTo>
                  <a:pt x="77" y="311"/>
                </a:lnTo>
                <a:lnTo>
                  <a:pt x="77" y="312"/>
                </a:lnTo>
                <a:lnTo>
                  <a:pt x="77" y="318"/>
                </a:lnTo>
                <a:lnTo>
                  <a:pt x="77" y="324"/>
                </a:lnTo>
                <a:lnTo>
                  <a:pt x="77" y="325"/>
                </a:lnTo>
                <a:lnTo>
                  <a:pt x="77" y="326"/>
                </a:lnTo>
                <a:lnTo>
                  <a:pt x="77" y="327"/>
                </a:lnTo>
                <a:lnTo>
                  <a:pt x="78" y="328"/>
                </a:lnTo>
                <a:lnTo>
                  <a:pt x="77" y="330"/>
                </a:lnTo>
                <a:lnTo>
                  <a:pt x="77" y="331"/>
                </a:lnTo>
                <a:lnTo>
                  <a:pt x="77" y="334"/>
                </a:lnTo>
                <a:lnTo>
                  <a:pt x="78" y="335"/>
                </a:lnTo>
                <a:lnTo>
                  <a:pt x="77" y="335"/>
                </a:lnTo>
                <a:lnTo>
                  <a:pt x="77" y="336"/>
                </a:lnTo>
                <a:lnTo>
                  <a:pt x="77" y="337"/>
                </a:lnTo>
                <a:lnTo>
                  <a:pt x="76" y="338"/>
                </a:lnTo>
                <a:lnTo>
                  <a:pt x="76" y="339"/>
                </a:lnTo>
                <a:lnTo>
                  <a:pt x="75" y="339"/>
                </a:lnTo>
                <a:lnTo>
                  <a:pt x="74" y="340"/>
                </a:lnTo>
                <a:lnTo>
                  <a:pt x="73" y="340"/>
                </a:lnTo>
                <a:lnTo>
                  <a:pt x="73" y="341"/>
                </a:lnTo>
                <a:lnTo>
                  <a:pt x="73" y="342"/>
                </a:lnTo>
                <a:lnTo>
                  <a:pt x="73" y="343"/>
                </a:lnTo>
                <a:lnTo>
                  <a:pt x="72" y="343"/>
                </a:lnTo>
                <a:lnTo>
                  <a:pt x="73" y="344"/>
                </a:lnTo>
                <a:lnTo>
                  <a:pt x="73" y="345"/>
                </a:lnTo>
                <a:lnTo>
                  <a:pt x="74" y="346"/>
                </a:lnTo>
                <a:lnTo>
                  <a:pt x="74" y="347"/>
                </a:lnTo>
                <a:lnTo>
                  <a:pt x="74" y="348"/>
                </a:lnTo>
                <a:lnTo>
                  <a:pt x="75" y="348"/>
                </a:lnTo>
                <a:lnTo>
                  <a:pt x="75" y="349"/>
                </a:lnTo>
                <a:lnTo>
                  <a:pt x="74" y="349"/>
                </a:lnTo>
                <a:lnTo>
                  <a:pt x="73" y="349"/>
                </a:lnTo>
                <a:lnTo>
                  <a:pt x="73" y="348"/>
                </a:lnTo>
                <a:lnTo>
                  <a:pt x="73" y="347"/>
                </a:lnTo>
                <a:lnTo>
                  <a:pt x="72" y="347"/>
                </a:lnTo>
                <a:lnTo>
                  <a:pt x="72" y="346"/>
                </a:lnTo>
                <a:lnTo>
                  <a:pt x="71" y="346"/>
                </a:lnTo>
                <a:lnTo>
                  <a:pt x="71" y="345"/>
                </a:lnTo>
                <a:lnTo>
                  <a:pt x="70" y="345"/>
                </a:lnTo>
                <a:lnTo>
                  <a:pt x="69" y="345"/>
                </a:lnTo>
                <a:lnTo>
                  <a:pt x="67" y="344"/>
                </a:lnTo>
                <a:lnTo>
                  <a:pt x="66" y="343"/>
                </a:lnTo>
                <a:lnTo>
                  <a:pt x="65" y="343"/>
                </a:lnTo>
                <a:lnTo>
                  <a:pt x="64" y="344"/>
                </a:lnTo>
                <a:lnTo>
                  <a:pt x="64" y="345"/>
                </a:lnTo>
                <a:lnTo>
                  <a:pt x="64" y="346"/>
                </a:lnTo>
                <a:lnTo>
                  <a:pt x="63" y="347"/>
                </a:lnTo>
                <a:lnTo>
                  <a:pt x="62" y="347"/>
                </a:lnTo>
                <a:lnTo>
                  <a:pt x="62" y="346"/>
                </a:lnTo>
                <a:lnTo>
                  <a:pt x="61" y="345"/>
                </a:lnTo>
                <a:lnTo>
                  <a:pt x="61" y="344"/>
                </a:lnTo>
                <a:lnTo>
                  <a:pt x="61" y="342"/>
                </a:lnTo>
                <a:lnTo>
                  <a:pt x="61" y="341"/>
                </a:lnTo>
                <a:lnTo>
                  <a:pt x="61" y="340"/>
                </a:lnTo>
                <a:lnTo>
                  <a:pt x="60" y="339"/>
                </a:lnTo>
                <a:lnTo>
                  <a:pt x="60" y="338"/>
                </a:lnTo>
                <a:lnTo>
                  <a:pt x="59" y="338"/>
                </a:lnTo>
                <a:lnTo>
                  <a:pt x="59" y="337"/>
                </a:lnTo>
                <a:lnTo>
                  <a:pt x="59" y="336"/>
                </a:lnTo>
                <a:lnTo>
                  <a:pt x="59" y="335"/>
                </a:lnTo>
                <a:lnTo>
                  <a:pt x="59" y="334"/>
                </a:lnTo>
                <a:lnTo>
                  <a:pt x="60" y="334"/>
                </a:lnTo>
                <a:lnTo>
                  <a:pt x="59" y="334"/>
                </a:lnTo>
                <a:lnTo>
                  <a:pt x="59" y="333"/>
                </a:lnTo>
                <a:lnTo>
                  <a:pt x="60" y="333"/>
                </a:lnTo>
                <a:lnTo>
                  <a:pt x="61" y="332"/>
                </a:lnTo>
                <a:lnTo>
                  <a:pt x="60" y="331"/>
                </a:lnTo>
                <a:lnTo>
                  <a:pt x="60" y="330"/>
                </a:lnTo>
                <a:lnTo>
                  <a:pt x="61" y="330"/>
                </a:lnTo>
                <a:lnTo>
                  <a:pt x="61" y="329"/>
                </a:lnTo>
                <a:lnTo>
                  <a:pt x="61" y="328"/>
                </a:lnTo>
                <a:lnTo>
                  <a:pt x="61" y="327"/>
                </a:lnTo>
                <a:lnTo>
                  <a:pt x="61" y="326"/>
                </a:lnTo>
                <a:lnTo>
                  <a:pt x="59" y="319"/>
                </a:lnTo>
                <a:lnTo>
                  <a:pt x="59" y="318"/>
                </a:lnTo>
                <a:lnTo>
                  <a:pt x="59" y="317"/>
                </a:lnTo>
                <a:lnTo>
                  <a:pt x="58" y="317"/>
                </a:lnTo>
                <a:lnTo>
                  <a:pt x="58" y="316"/>
                </a:lnTo>
                <a:lnTo>
                  <a:pt x="58" y="315"/>
                </a:lnTo>
                <a:lnTo>
                  <a:pt x="57" y="315"/>
                </a:lnTo>
                <a:lnTo>
                  <a:pt x="57" y="314"/>
                </a:lnTo>
                <a:lnTo>
                  <a:pt x="56" y="313"/>
                </a:lnTo>
                <a:lnTo>
                  <a:pt x="55" y="313"/>
                </a:lnTo>
                <a:lnTo>
                  <a:pt x="55" y="312"/>
                </a:lnTo>
                <a:lnTo>
                  <a:pt x="56" y="311"/>
                </a:lnTo>
                <a:lnTo>
                  <a:pt x="55" y="311"/>
                </a:lnTo>
                <a:lnTo>
                  <a:pt x="55" y="310"/>
                </a:lnTo>
                <a:lnTo>
                  <a:pt x="55" y="309"/>
                </a:lnTo>
                <a:lnTo>
                  <a:pt x="55" y="308"/>
                </a:lnTo>
                <a:lnTo>
                  <a:pt x="55" y="307"/>
                </a:lnTo>
                <a:lnTo>
                  <a:pt x="54" y="307"/>
                </a:lnTo>
                <a:lnTo>
                  <a:pt x="54" y="306"/>
                </a:lnTo>
                <a:lnTo>
                  <a:pt x="53" y="305"/>
                </a:lnTo>
                <a:lnTo>
                  <a:pt x="52" y="305"/>
                </a:lnTo>
                <a:lnTo>
                  <a:pt x="52" y="304"/>
                </a:lnTo>
                <a:lnTo>
                  <a:pt x="51" y="304"/>
                </a:lnTo>
                <a:lnTo>
                  <a:pt x="51" y="303"/>
                </a:lnTo>
                <a:lnTo>
                  <a:pt x="51" y="302"/>
                </a:lnTo>
                <a:lnTo>
                  <a:pt x="50" y="302"/>
                </a:lnTo>
                <a:lnTo>
                  <a:pt x="50" y="301"/>
                </a:lnTo>
                <a:lnTo>
                  <a:pt x="49" y="301"/>
                </a:lnTo>
                <a:lnTo>
                  <a:pt x="49" y="300"/>
                </a:lnTo>
                <a:lnTo>
                  <a:pt x="48" y="299"/>
                </a:lnTo>
                <a:lnTo>
                  <a:pt x="47" y="299"/>
                </a:lnTo>
                <a:lnTo>
                  <a:pt x="46" y="298"/>
                </a:lnTo>
                <a:lnTo>
                  <a:pt x="45" y="297"/>
                </a:lnTo>
                <a:lnTo>
                  <a:pt x="44" y="297"/>
                </a:lnTo>
                <a:lnTo>
                  <a:pt x="43" y="296"/>
                </a:lnTo>
                <a:lnTo>
                  <a:pt x="42" y="296"/>
                </a:lnTo>
                <a:lnTo>
                  <a:pt x="42" y="294"/>
                </a:lnTo>
                <a:lnTo>
                  <a:pt x="40" y="294"/>
                </a:lnTo>
                <a:lnTo>
                  <a:pt x="39" y="293"/>
                </a:lnTo>
                <a:lnTo>
                  <a:pt x="38" y="292"/>
                </a:lnTo>
                <a:lnTo>
                  <a:pt x="37" y="292"/>
                </a:lnTo>
                <a:lnTo>
                  <a:pt x="37" y="291"/>
                </a:lnTo>
                <a:lnTo>
                  <a:pt x="37" y="290"/>
                </a:lnTo>
                <a:lnTo>
                  <a:pt x="36" y="290"/>
                </a:lnTo>
                <a:lnTo>
                  <a:pt x="36" y="289"/>
                </a:lnTo>
                <a:lnTo>
                  <a:pt x="35" y="289"/>
                </a:lnTo>
                <a:lnTo>
                  <a:pt x="34" y="288"/>
                </a:lnTo>
                <a:lnTo>
                  <a:pt x="34" y="289"/>
                </a:lnTo>
                <a:lnTo>
                  <a:pt x="33" y="289"/>
                </a:lnTo>
                <a:lnTo>
                  <a:pt x="33" y="288"/>
                </a:lnTo>
                <a:lnTo>
                  <a:pt x="32" y="288"/>
                </a:lnTo>
                <a:lnTo>
                  <a:pt x="31" y="287"/>
                </a:lnTo>
                <a:lnTo>
                  <a:pt x="30" y="286"/>
                </a:lnTo>
                <a:lnTo>
                  <a:pt x="29" y="286"/>
                </a:lnTo>
                <a:lnTo>
                  <a:pt x="29" y="285"/>
                </a:lnTo>
                <a:lnTo>
                  <a:pt x="28" y="286"/>
                </a:lnTo>
                <a:lnTo>
                  <a:pt x="28" y="285"/>
                </a:lnTo>
                <a:lnTo>
                  <a:pt x="27" y="284"/>
                </a:lnTo>
                <a:lnTo>
                  <a:pt x="26" y="284"/>
                </a:lnTo>
                <a:lnTo>
                  <a:pt x="26" y="283"/>
                </a:lnTo>
                <a:lnTo>
                  <a:pt x="26" y="282"/>
                </a:lnTo>
                <a:lnTo>
                  <a:pt x="25" y="282"/>
                </a:lnTo>
                <a:lnTo>
                  <a:pt x="26" y="281"/>
                </a:lnTo>
                <a:lnTo>
                  <a:pt x="26" y="282"/>
                </a:lnTo>
                <a:lnTo>
                  <a:pt x="27" y="282"/>
                </a:lnTo>
                <a:lnTo>
                  <a:pt x="27" y="281"/>
                </a:lnTo>
                <a:lnTo>
                  <a:pt x="26" y="281"/>
                </a:lnTo>
                <a:lnTo>
                  <a:pt x="26" y="280"/>
                </a:lnTo>
                <a:lnTo>
                  <a:pt x="25" y="280"/>
                </a:lnTo>
                <a:lnTo>
                  <a:pt x="25" y="279"/>
                </a:lnTo>
                <a:lnTo>
                  <a:pt x="24" y="279"/>
                </a:lnTo>
                <a:lnTo>
                  <a:pt x="24" y="278"/>
                </a:lnTo>
                <a:lnTo>
                  <a:pt x="23" y="276"/>
                </a:lnTo>
                <a:lnTo>
                  <a:pt x="22" y="275"/>
                </a:lnTo>
                <a:lnTo>
                  <a:pt x="23" y="275"/>
                </a:lnTo>
                <a:lnTo>
                  <a:pt x="23" y="274"/>
                </a:lnTo>
                <a:lnTo>
                  <a:pt x="23" y="275"/>
                </a:lnTo>
                <a:lnTo>
                  <a:pt x="22" y="274"/>
                </a:lnTo>
                <a:lnTo>
                  <a:pt x="21" y="275"/>
                </a:lnTo>
                <a:lnTo>
                  <a:pt x="21" y="274"/>
                </a:lnTo>
                <a:lnTo>
                  <a:pt x="20" y="273"/>
                </a:lnTo>
                <a:lnTo>
                  <a:pt x="20" y="272"/>
                </a:lnTo>
                <a:lnTo>
                  <a:pt x="19" y="272"/>
                </a:lnTo>
                <a:lnTo>
                  <a:pt x="19" y="271"/>
                </a:lnTo>
                <a:lnTo>
                  <a:pt x="19" y="270"/>
                </a:lnTo>
                <a:lnTo>
                  <a:pt x="20" y="270"/>
                </a:lnTo>
                <a:lnTo>
                  <a:pt x="20" y="269"/>
                </a:lnTo>
                <a:lnTo>
                  <a:pt x="22" y="268"/>
                </a:lnTo>
                <a:lnTo>
                  <a:pt x="21" y="267"/>
                </a:lnTo>
                <a:lnTo>
                  <a:pt x="22" y="266"/>
                </a:lnTo>
                <a:lnTo>
                  <a:pt x="22" y="265"/>
                </a:lnTo>
                <a:lnTo>
                  <a:pt x="21" y="265"/>
                </a:lnTo>
                <a:lnTo>
                  <a:pt x="20" y="266"/>
                </a:lnTo>
                <a:lnTo>
                  <a:pt x="20" y="265"/>
                </a:lnTo>
                <a:lnTo>
                  <a:pt x="20" y="264"/>
                </a:lnTo>
                <a:lnTo>
                  <a:pt x="19" y="263"/>
                </a:lnTo>
                <a:lnTo>
                  <a:pt x="19" y="262"/>
                </a:lnTo>
                <a:lnTo>
                  <a:pt x="18" y="261"/>
                </a:lnTo>
                <a:lnTo>
                  <a:pt x="18" y="260"/>
                </a:lnTo>
                <a:lnTo>
                  <a:pt x="18" y="259"/>
                </a:lnTo>
                <a:lnTo>
                  <a:pt x="17" y="258"/>
                </a:lnTo>
                <a:lnTo>
                  <a:pt x="17" y="257"/>
                </a:lnTo>
                <a:lnTo>
                  <a:pt x="16" y="256"/>
                </a:lnTo>
                <a:lnTo>
                  <a:pt x="16" y="255"/>
                </a:lnTo>
                <a:lnTo>
                  <a:pt x="15" y="255"/>
                </a:lnTo>
                <a:lnTo>
                  <a:pt x="15" y="254"/>
                </a:lnTo>
                <a:lnTo>
                  <a:pt x="16" y="254"/>
                </a:lnTo>
                <a:lnTo>
                  <a:pt x="15" y="254"/>
                </a:lnTo>
                <a:lnTo>
                  <a:pt x="15" y="253"/>
                </a:lnTo>
                <a:lnTo>
                  <a:pt x="15" y="252"/>
                </a:lnTo>
                <a:lnTo>
                  <a:pt x="15" y="251"/>
                </a:lnTo>
                <a:lnTo>
                  <a:pt x="14" y="251"/>
                </a:lnTo>
                <a:lnTo>
                  <a:pt x="14" y="250"/>
                </a:lnTo>
                <a:lnTo>
                  <a:pt x="14" y="249"/>
                </a:lnTo>
                <a:lnTo>
                  <a:pt x="14" y="248"/>
                </a:lnTo>
                <a:lnTo>
                  <a:pt x="13" y="247"/>
                </a:lnTo>
                <a:lnTo>
                  <a:pt x="13" y="246"/>
                </a:lnTo>
                <a:lnTo>
                  <a:pt x="13" y="245"/>
                </a:lnTo>
                <a:lnTo>
                  <a:pt x="13" y="244"/>
                </a:lnTo>
                <a:lnTo>
                  <a:pt x="12" y="244"/>
                </a:lnTo>
                <a:lnTo>
                  <a:pt x="12" y="243"/>
                </a:lnTo>
                <a:lnTo>
                  <a:pt x="13" y="243"/>
                </a:lnTo>
                <a:lnTo>
                  <a:pt x="13" y="242"/>
                </a:lnTo>
                <a:lnTo>
                  <a:pt x="12" y="241"/>
                </a:lnTo>
                <a:lnTo>
                  <a:pt x="12" y="240"/>
                </a:lnTo>
                <a:lnTo>
                  <a:pt x="11" y="238"/>
                </a:lnTo>
                <a:lnTo>
                  <a:pt x="11" y="237"/>
                </a:lnTo>
                <a:lnTo>
                  <a:pt x="10" y="237"/>
                </a:lnTo>
                <a:lnTo>
                  <a:pt x="10" y="236"/>
                </a:lnTo>
                <a:lnTo>
                  <a:pt x="9" y="236"/>
                </a:lnTo>
                <a:lnTo>
                  <a:pt x="9" y="235"/>
                </a:lnTo>
                <a:lnTo>
                  <a:pt x="8" y="235"/>
                </a:lnTo>
                <a:lnTo>
                  <a:pt x="7" y="234"/>
                </a:lnTo>
                <a:lnTo>
                  <a:pt x="7" y="233"/>
                </a:lnTo>
                <a:lnTo>
                  <a:pt x="6" y="233"/>
                </a:lnTo>
                <a:lnTo>
                  <a:pt x="5" y="232"/>
                </a:lnTo>
                <a:lnTo>
                  <a:pt x="4" y="232"/>
                </a:lnTo>
                <a:lnTo>
                  <a:pt x="4" y="231"/>
                </a:lnTo>
                <a:lnTo>
                  <a:pt x="3" y="231"/>
                </a:lnTo>
                <a:lnTo>
                  <a:pt x="3" y="230"/>
                </a:lnTo>
                <a:lnTo>
                  <a:pt x="2" y="230"/>
                </a:lnTo>
                <a:lnTo>
                  <a:pt x="1" y="230"/>
                </a:lnTo>
                <a:lnTo>
                  <a:pt x="1" y="229"/>
                </a:lnTo>
                <a:lnTo>
                  <a:pt x="0" y="229"/>
                </a:lnTo>
                <a:lnTo>
                  <a:pt x="1" y="229"/>
                </a:lnTo>
                <a:lnTo>
                  <a:pt x="0" y="230"/>
                </a:lnTo>
                <a:lnTo>
                  <a:pt x="0" y="228"/>
                </a:lnTo>
                <a:lnTo>
                  <a:pt x="0" y="227"/>
                </a:lnTo>
                <a:lnTo>
                  <a:pt x="0" y="226"/>
                </a:lnTo>
                <a:lnTo>
                  <a:pt x="0" y="225"/>
                </a:lnTo>
                <a:lnTo>
                  <a:pt x="0" y="224"/>
                </a:lnTo>
                <a:lnTo>
                  <a:pt x="1" y="223"/>
                </a:lnTo>
                <a:lnTo>
                  <a:pt x="1" y="224"/>
                </a:lnTo>
                <a:lnTo>
                  <a:pt x="0" y="224"/>
                </a:lnTo>
                <a:lnTo>
                  <a:pt x="1" y="224"/>
                </a:lnTo>
                <a:lnTo>
                  <a:pt x="2" y="224"/>
                </a:lnTo>
                <a:lnTo>
                  <a:pt x="3" y="223"/>
                </a:lnTo>
                <a:lnTo>
                  <a:pt x="4" y="223"/>
                </a:lnTo>
                <a:lnTo>
                  <a:pt x="4" y="222"/>
                </a:lnTo>
                <a:lnTo>
                  <a:pt x="5" y="221"/>
                </a:lnTo>
                <a:lnTo>
                  <a:pt x="4" y="221"/>
                </a:lnTo>
                <a:lnTo>
                  <a:pt x="4" y="220"/>
                </a:lnTo>
                <a:lnTo>
                  <a:pt x="4" y="218"/>
                </a:lnTo>
                <a:lnTo>
                  <a:pt x="3" y="218"/>
                </a:lnTo>
                <a:lnTo>
                  <a:pt x="3" y="217"/>
                </a:lnTo>
                <a:lnTo>
                  <a:pt x="3" y="216"/>
                </a:lnTo>
                <a:lnTo>
                  <a:pt x="4" y="215"/>
                </a:lnTo>
                <a:lnTo>
                  <a:pt x="4" y="214"/>
                </a:lnTo>
                <a:lnTo>
                  <a:pt x="5" y="214"/>
                </a:lnTo>
                <a:lnTo>
                  <a:pt x="5" y="213"/>
                </a:lnTo>
                <a:lnTo>
                  <a:pt x="4" y="213"/>
                </a:lnTo>
                <a:lnTo>
                  <a:pt x="4" y="212"/>
                </a:lnTo>
                <a:lnTo>
                  <a:pt x="4" y="211"/>
                </a:lnTo>
                <a:lnTo>
                  <a:pt x="5" y="211"/>
                </a:lnTo>
                <a:lnTo>
                  <a:pt x="5" y="212"/>
                </a:lnTo>
                <a:lnTo>
                  <a:pt x="4" y="212"/>
                </a:lnTo>
                <a:lnTo>
                  <a:pt x="5" y="212"/>
                </a:lnTo>
                <a:lnTo>
                  <a:pt x="5" y="213"/>
                </a:lnTo>
                <a:lnTo>
                  <a:pt x="5" y="212"/>
                </a:lnTo>
                <a:lnTo>
                  <a:pt x="5" y="211"/>
                </a:lnTo>
                <a:lnTo>
                  <a:pt x="6" y="210"/>
                </a:lnTo>
                <a:lnTo>
                  <a:pt x="7" y="209"/>
                </a:lnTo>
                <a:lnTo>
                  <a:pt x="6" y="209"/>
                </a:lnTo>
                <a:lnTo>
                  <a:pt x="7" y="208"/>
                </a:lnTo>
                <a:lnTo>
                  <a:pt x="7" y="207"/>
                </a:lnTo>
                <a:lnTo>
                  <a:pt x="7" y="208"/>
                </a:lnTo>
                <a:lnTo>
                  <a:pt x="6" y="208"/>
                </a:lnTo>
                <a:lnTo>
                  <a:pt x="5" y="208"/>
                </a:lnTo>
                <a:lnTo>
                  <a:pt x="5" y="205"/>
                </a:lnTo>
                <a:lnTo>
                  <a:pt x="6" y="205"/>
                </a:lnTo>
                <a:lnTo>
                  <a:pt x="7" y="205"/>
                </a:lnTo>
                <a:lnTo>
                  <a:pt x="6" y="205"/>
                </a:lnTo>
                <a:lnTo>
                  <a:pt x="7" y="204"/>
                </a:lnTo>
                <a:lnTo>
                  <a:pt x="7" y="203"/>
                </a:lnTo>
                <a:lnTo>
                  <a:pt x="7" y="202"/>
                </a:lnTo>
                <a:lnTo>
                  <a:pt x="8" y="202"/>
                </a:lnTo>
                <a:lnTo>
                  <a:pt x="8" y="201"/>
                </a:lnTo>
                <a:lnTo>
                  <a:pt x="8" y="200"/>
                </a:lnTo>
                <a:lnTo>
                  <a:pt x="7" y="200"/>
                </a:lnTo>
                <a:lnTo>
                  <a:pt x="8" y="200"/>
                </a:lnTo>
                <a:lnTo>
                  <a:pt x="8" y="199"/>
                </a:lnTo>
                <a:lnTo>
                  <a:pt x="8" y="198"/>
                </a:lnTo>
                <a:lnTo>
                  <a:pt x="9" y="198"/>
                </a:lnTo>
                <a:lnTo>
                  <a:pt x="9" y="197"/>
                </a:lnTo>
                <a:lnTo>
                  <a:pt x="9" y="198"/>
                </a:lnTo>
                <a:lnTo>
                  <a:pt x="8" y="198"/>
                </a:lnTo>
                <a:lnTo>
                  <a:pt x="9" y="198"/>
                </a:lnTo>
                <a:lnTo>
                  <a:pt x="9" y="199"/>
                </a:lnTo>
                <a:lnTo>
                  <a:pt x="9" y="198"/>
                </a:lnTo>
                <a:lnTo>
                  <a:pt x="10" y="198"/>
                </a:lnTo>
                <a:lnTo>
                  <a:pt x="10" y="199"/>
                </a:lnTo>
                <a:lnTo>
                  <a:pt x="11" y="198"/>
                </a:lnTo>
                <a:lnTo>
                  <a:pt x="11" y="197"/>
                </a:lnTo>
                <a:lnTo>
                  <a:pt x="10" y="197"/>
                </a:lnTo>
                <a:lnTo>
                  <a:pt x="9" y="197"/>
                </a:lnTo>
                <a:lnTo>
                  <a:pt x="9" y="196"/>
                </a:lnTo>
                <a:lnTo>
                  <a:pt x="11" y="196"/>
                </a:lnTo>
                <a:lnTo>
                  <a:pt x="11" y="195"/>
                </a:lnTo>
                <a:lnTo>
                  <a:pt x="11" y="194"/>
                </a:lnTo>
                <a:lnTo>
                  <a:pt x="10" y="194"/>
                </a:lnTo>
                <a:lnTo>
                  <a:pt x="10" y="193"/>
                </a:lnTo>
                <a:lnTo>
                  <a:pt x="10" y="192"/>
                </a:lnTo>
                <a:lnTo>
                  <a:pt x="11" y="192"/>
                </a:lnTo>
                <a:lnTo>
                  <a:pt x="11" y="191"/>
                </a:lnTo>
                <a:lnTo>
                  <a:pt x="10" y="192"/>
                </a:lnTo>
                <a:lnTo>
                  <a:pt x="10" y="191"/>
                </a:lnTo>
                <a:lnTo>
                  <a:pt x="10" y="190"/>
                </a:lnTo>
                <a:lnTo>
                  <a:pt x="11" y="189"/>
                </a:lnTo>
                <a:lnTo>
                  <a:pt x="10" y="189"/>
                </a:lnTo>
                <a:lnTo>
                  <a:pt x="9" y="189"/>
                </a:lnTo>
                <a:lnTo>
                  <a:pt x="9" y="188"/>
                </a:lnTo>
                <a:lnTo>
                  <a:pt x="10" y="188"/>
                </a:lnTo>
                <a:lnTo>
                  <a:pt x="10" y="187"/>
                </a:lnTo>
                <a:lnTo>
                  <a:pt x="10" y="186"/>
                </a:lnTo>
                <a:lnTo>
                  <a:pt x="11" y="186"/>
                </a:lnTo>
                <a:lnTo>
                  <a:pt x="11" y="185"/>
                </a:lnTo>
                <a:lnTo>
                  <a:pt x="9" y="185"/>
                </a:lnTo>
                <a:lnTo>
                  <a:pt x="8" y="185"/>
                </a:lnTo>
                <a:lnTo>
                  <a:pt x="7" y="185"/>
                </a:lnTo>
                <a:lnTo>
                  <a:pt x="7" y="182"/>
                </a:lnTo>
                <a:lnTo>
                  <a:pt x="8" y="182"/>
                </a:lnTo>
                <a:lnTo>
                  <a:pt x="10" y="182"/>
                </a:lnTo>
                <a:lnTo>
                  <a:pt x="11" y="182"/>
                </a:lnTo>
                <a:lnTo>
                  <a:pt x="11" y="181"/>
                </a:lnTo>
                <a:lnTo>
                  <a:pt x="10" y="181"/>
                </a:lnTo>
                <a:lnTo>
                  <a:pt x="10" y="180"/>
                </a:lnTo>
                <a:lnTo>
                  <a:pt x="9" y="179"/>
                </a:lnTo>
                <a:lnTo>
                  <a:pt x="9" y="178"/>
                </a:lnTo>
                <a:lnTo>
                  <a:pt x="10" y="178"/>
                </a:lnTo>
                <a:lnTo>
                  <a:pt x="10" y="177"/>
                </a:lnTo>
                <a:lnTo>
                  <a:pt x="9" y="177"/>
                </a:lnTo>
                <a:lnTo>
                  <a:pt x="10" y="176"/>
                </a:lnTo>
                <a:lnTo>
                  <a:pt x="10" y="175"/>
                </a:lnTo>
                <a:lnTo>
                  <a:pt x="10" y="174"/>
                </a:lnTo>
                <a:lnTo>
                  <a:pt x="10" y="175"/>
                </a:lnTo>
                <a:lnTo>
                  <a:pt x="10" y="174"/>
                </a:lnTo>
                <a:lnTo>
                  <a:pt x="10" y="173"/>
                </a:lnTo>
                <a:lnTo>
                  <a:pt x="9" y="172"/>
                </a:lnTo>
                <a:lnTo>
                  <a:pt x="10" y="171"/>
                </a:lnTo>
                <a:lnTo>
                  <a:pt x="10" y="169"/>
                </a:lnTo>
                <a:lnTo>
                  <a:pt x="10" y="168"/>
                </a:lnTo>
                <a:lnTo>
                  <a:pt x="11" y="167"/>
                </a:lnTo>
                <a:lnTo>
                  <a:pt x="11" y="166"/>
                </a:lnTo>
                <a:lnTo>
                  <a:pt x="12" y="165"/>
                </a:lnTo>
                <a:lnTo>
                  <a:pt x="12" y="164"/>
                </a:lnTo>
                <a:lnTo>
                  <a:pt x="13" y="164"/>
                </a:lnTo>
                <a:lnTo>
                  <a:pt x="14" y="164"/>
                </a:lnTo>
                <a:lnTo>
                  <a:pt x="14" y="163"/>
                </a:lnTo>
                <a:lnTo>
                  <a:pt x="13" y="163"/>
                </a:lnTo>
                <a:lnTo>
                  <a:pt x="12" y="163"/>
                </a:lnTo>
                <a:lnTo>
                  <a:pt x="12" y="162"/>
                </a:lnTo>
                <a:lnTo>
                  <a:pt x="12" y="161"/>
                </a:lnTo>
                <a:lnTo>
                  <a:pt x="12" y="160"/>
                </a:lnTo>
                <a:lnTo>
                  <a:pt x="12" y="159"/>
                </a:lnTo>
                <a:lnTo>
                  <a:pt x="13" y="158"/>
                </a:lnTo>
                <a:lnTo>
                  <a:pt x="15" y="158"/>
                </a:lnTo>
                <a:lnTo>
                  <a:pt x="15" y="157"/>
                </a:lnTo>
                <a:lnTo>
                  <a:pt x="16" y="155"/>
                </a:lnTo>
                <a:lnTo>
                  <a:pt x="16" y="154"/>
                </a:lnTo>
                <a:lnTo>
                  <a:pt x="17" y="154"/>
                </a:lnTo>
                <a:lnTo>
                  <a:pt x="16" y="154"/>
                </a:lnTo>
                <a:lnTo>
                  <a:pt x="15" y="155"/>
                </a:lnTo>
                <a:lnTo>
                  <a:pt x="15" y="156"/>
                </a:lnTo>
                <a:lnTo>
                  <a:pt x="14" y="156"/>
                </a:lnTo>
                <a:lnTo>
                  <a:pt x="14" y="157"/>
                </a:lnTo>
                <a:lnTo>
                  <a:pt x="13" y="157"/>
                </a:lnTo>
                <a:lnTo>
                  <a:pt x="13" y="158"/>
                </a:lnTo>
                <a:lnTo>
                  <a:pt x="12" y="158"/>
                </a:lnTo>
                <a:lnTo>
                  <a:pt x="12" y="157"/>
                </a:lnTo>
                <a:lnTo>
                  <a:pt x="12" y="156"/>
                </a:lnTo>
                <a:lnTo>
                  <a:pt x="13" y="155"/>
                </a:lnTo>
                <a:lnTo>
                  <a:pt x="13" y="154"/>
                </a:lnTo>
                <a:lnTo>
                  <a:pt x="12" y="153"/>
                </a:lnTo>
                <a:lnTo>
                  <a:pt x="13" y="153"/>
                </a:lnTo>
                <a:lnTo>
                  <a:pt x="14" y="152"/>
                </a:lnTo>
                <a:lnTo>
                  <a:pt x="15" y="151"/>
                </a:lnTo>
                <a:lnTo>
                  <a:pt x="16" y="151"/>
                </a:lnTo>
                <a:lnTo>
                  <a:pt x="17" y="152"/>
                </a:lnTo>
                <a:lnTo>
                  <a:pt x="17" y="151"/>
                </a:lnTo>
                <a:lnTo>
                  <a:pt x="17" y="150"/>
                </a:lnTo>
                <a:lnTo>
                  <a:pt x="18" y="151"/>
                </a:lnTo>
                <a:lnTo>
                  <a:pt x="19" y="151"/>
                </a:lnTo>
                <a:lnTo>
                  <a:pt x="19" y="150"/>
                </a:lnTo>
                <a:lnTo>
                  <a:pt x="20" y="150"/>
                </a:lnTo>
                <a:lnTo>
                  <a:pt x="21" y="149"/>
                </a:lnTo>
                <a:lnTo>
                  <a:pt x="20" y="149"/>
                </a:lnTo>
                <a:lnTo>
                  <a:pt x="20" y="148"/>
                </a:lnTo>
                <a:lnTo>
                  <a:pt x="19" y="148"/>
                </a:lnTo>
                <a:lnTo>
                  <a:pt x="19" y="147"/>
                </a:lnTo>
                <a:lnTo>
                  <a:pt x="20" y="147"/>
                </a:lnTo>
                <a:lnTo>
                  <a:pt x="21" y="147"/>
                </a:lnTo>
                <a:lnTo>
                  <a:pt x="22" y="147"/>
                </a:lnTo>
                <a:lnTo>
                  <a:pt x="23" y="146"/>
                </a:lnTo>
                <a:lnTo>
                  <a:pt x="23" y="145"/>
                </a:lnTo>
                <a:lnTo>
                  <a:pt x="23" y="144"/>
                </a:lnTo>
                <a:lnTo>
                  <a:pt x="24" y="144"/>
                </a:lnTo>
                <a:lnTo>
                  <a:pt x="24" y="142"/>
                </a:lnTo>
                <a:lnTo>
                  <a:pt x="25" y="142"/>
                </a:lnTo>
                <a:lnTo>
                  <a:pt x="25" y="141"/>
                </a:lnTo>
                <a:lnTo>
                  <a:pt x="25" y="140"/>
                </a:lnTo>
                <a:lnTo>
                  <a:pt x="26" y="139"/>
                </a:lnTo>
                <a:lnTo>
                  <a:pt x="24" y="139"/>
                </a:lnTo>
                <a:lnTo>
                  <a:pt x="26" y="136"/>
                </a:lnTo>
                <a:lnTo>
                  <a:pt x="26" y="135"/>
                </a:lnTo>
                <a:lnTo>
                  <a:pt x="26" y="134"/>
                </a:lnTo>
                <a:lnTo>
                  <a:pt x="27" y="134"/>
                </a:lnTo>
                <a:lnTo>
                  <a:pt x="28" y="134"/>
                </a:lnTo>
                <a:lnTo>
                  <a:pt x="28" y="133"/>
                </a:lnTo>
                <a:lnTo>
                  <a:pt x="28" y="132"/>
                </a:lnTo>
                <a:lnTo>
                  <a:pt x="29" y="132"/>
                </a:lnTo>
                <a:lnTo>
                  <a:pt x="29" y="131"/>
                </a:lnTo>
                <a:lnTo>
                  <a:pt x="30" y="130"/>
                </a:lnTo>
                <a:lnTo>
                  <a:pt x="30" y="129"/>
                </a:lnTo>
                <a:lnTo>
                  <a:pt x="31" y="129"/>
                </a:lnTo>
                <a:lnTo>
                  <a:pt x="31" y="128"/>
                </a:lnTo>
                <a:lnTo>
                  <a:pt x="32" y="128"/>
                </a:lnTo>
                <a:lnTo>
                  <a:pt x="33" y="127"/>
                </a:lnTo>
                <a:lnTo>
                  <a:pt x="33" y="126"/>
                </a:lnTo>
                <a:lnTo>
                  <a:pt x="34" y="126"/>
                </a:lnTo>
                <a:lnTo>
                  <a:pt x="34" y="125"/>
                </a:lnTo>
                <a:lnTo>
                  <a:pt x="35" y="125"/>
                </a:lnTo>
                <a:lnTo>
                  <a:pt x="35" y="124"/>
                </a:lnTo>
                <a:lnTo>
                  <a:pt x="36" y="124"/>
                </a:lnTo>
                <a:lnTo>
                  <a:pt x="36" y="123"/>
                </a:lnTo>
                <a:lnTo>
                  <a:pt x="36" y="120"/>
                </a:lnTo>
                <a:lnTo>
                  <a:pt x="37" y="120"/>
                </a:lnTo>
                <a:lnTo>
                  <a:pt x="34" y="120"/>
                </a:lnTo>
                <a:lnTo>
                  <a:pt x="34" y="121"/>
                </a:lnTo>
                <a:lnTo>
                  <a:pt x="34" y="122"/>
                </a:lnTo>
                <a:lnTo>
                  <a:pt x="34" y="123"/>
                </a:lnTo>
                <a:lnTo>
                  <a:pt x="33" y="123"/>
                </a:lnTo>
                <a:lnTo>
                  <a:pt x="32" y="123"/>
                </a:lnTo>
                <a:lnTo>
                  <a:pt x="31" y="124"/>
                </a:lnTo>
                <a:lnTo>
                  <a:pt x="31" y="123"/>
                </a:lnTo>
                <a:lnTo>
                  <a:pt x="33" y="120"/>
                </a:lnTo>
                <a:lnTo>
                  <a:pt x="34" y="120"/>
                </a:lnTo>
                <a:lnTo>
                  <a:pt x="34" y="119"/>
                </a:lnTo>
                <a:lnTo>
                  <a:pt x="35" y="119"/>
                </a:lnTo>
                <a:lnTo>
                  <a:pt x="35" y="118"/>
                </a:lnTo>
                <a:lnTo>
                  <a:pt x="34" y="118"/>
                </a:lnTo>
                <a:lnTo>
                  <a:pt x="35" y="118"/>
                </a:lnTo>
                <a:lnTo>
                  <a:pt x="35" y="117"/>
                </a:lnTo>
                <a:lnTo>
                  <a:pt x="38" y="117"/>
                </a:lnTo>
                <a:lnTo>
                  <a:pt x="38" y="116"/>
                </a:lnTo>
                <a:lnTo>
                  <a:pt x="39" y="116"/>
                </a:lnTo>
                <a:lnTo>
                  <a:pt x="38" y="116"/>
                </a:lnTo>
                <a:lnTo>
                  <a:pt x="39" y="115"/>
                </a:lnTo>
                <a:lnTo>
                  <a:pt x="40" y="114"/>
                </a:lnTo>
                <a:lnTo>
                  <a:pt x="40" y="113"/>
                </a:lnTo>
                <a:lnTo>
                  <a:pt x="41" y="113"/>
                </a:lnTo>
                <a:lnTo>
                  <a:pt x="41" y="112"/>
                </a:lnTo>
                <a:lnTo>
                  <a:pt x="40" y="112"/>
                </a:lnTo>
                <a:lnTo>
                  <a:pt x="40" y="111"/>
                </a:lnTo>
                <a:lnTo>
                  <a:pt x="39" y="111"/>
                </a:lnTo>
                <a:lnTo>
                  <a:pt x="39" y="110"/>
                </a:lnTo>
                <a:lnTo>
                  <a:pt x="40" y="110"/>
                </a:lnTo>
                <a:lnTo>
                  <a:pt x="40" y="109"/>
                </a:lnTo>
                <a:lnTo>
                  <a:pt x="41" y="107"/>
                </a:lnTo>
                <a:lnTo>
                  <a:pt x="41" y="106"/>
                </a:lnTo>
                <a:lnTo>
                  <a:pt x="41" y="105"/>
                </a:lnTo>
                <a:lnTo>
                  <a:pt x="42" y="106"/>
                </a:lnTo>
                <a:lnTo>
                  <a:pt x="42" y="105"/>
                </a:lnTo>
                <a:lnTo>
                  <a:pt x="42" y="104"/>
                </a:lnTo>
                <a:lnTo>
                  <a:pt x="43" y="104"/>
                </a:lnTo>
                <a:lnTo>
                  <a:pt x="42" y="105"/>
                </a:lnTo>
                <a:lnTo>
                  <a:pt x="42" y="106"/>
                </a:lnTo>
                <a:lnTo>
                  <a:pt x="42" y="107"/>
                </a:lnTo>
                <a:lnTo>
                  <a:pt x="41" y="107"/>
                </a:lnTo>
                <a:lnTo>
                  <a:pt x="40" y="109"/>
                </a:lnTo>
                <a:lnTo>
                  <a:pt x="40" y="110"/>
                </a:lnTo>
                <a:lnTo>
                  <a:pt x="41" y="110"/>
                </a:lnTo>
                <a:lnTo>
                  <a:pt x="41" y="109"/>
                </a:lnTo>
                <a:lnTo>
                  <a:pt x="41" y="108"/>
                </a:lnTo>
                <a:lnTo>
                  <a:pt x="41" y="109"/>
                </a:lnTo>
                <a:lnTo>
                  <a:pt x="42" y="109"/>
                </a:lnTo>
                <a:lnTo>
                  <a:pt x="42" y="110"/>
                </a:lnTo>
                <a:lnTo>
                  <a:pt x="42" y="109"/>
                </a:lnTo>
                <a:lnTo>
                  <a:pt x="42" y="108"/>
                </a:lnTo>
                <a:lnTo>
                  <a:pt x="42" y="107"/>
                </a:lnTo>
                <a:lnTo>
                  <a:pt x="43" y="105"/>
                </a:lnTo>
                <a:lnTo>
                  <a:pt x="44" y="105"/>
                </a:lnTo>
                <a:lnTo>
                  <a:pt x="43" y="106"/>
                </a:lnTo>
                <a:lnTo>
                  <a:pt x="44" y="106"/>
                </a:lnTo>
                <a:lnTo>
                  <a:pt x="44" y="105"/>
                </a:lnTo>
                <a:lnTo>
                  <a:pt x="44" y="104"/>
                </a:lnTo>
                <a:lnTo>
                  <a:pt x="45" y="104"/>
                </a:lnTo>
                <a:lnTo>
                  <a:pt x="45" y="103"/>
                </a:lnTo>
                <a:lnTo>
                  <a:pt x="44" y="104"/>
                </a:lnTo>
                <a:lnTo>
                  <a:pt x="43" y="103"/>
                </a:lnTo>
                <a:lnTo>
                  <a:pt x="44" y="103"/>
                </a:lnTo>
                <a:lnTo>
                  <a:pt x="43" y="103"/>
                </a:lnTo>
                <a:lnTo>
                  <a:pt x="44" y="102"/>
                </a:lnTo>
                <a:lnTo>
                  <a:pt x="44" y="101"/>
                </a:lnTo>
                <a:lnTo>
                  <a:pt x="45" y="101"/>
                </a:lnTo>
                <a:lnTo>
                  <a:pt x="46" y="102"/>
                </a:lnTo>
                <a:lnTo>
                  <a:pt x="46" y="101"/>
                </a:lnTo>
                <a:lnTo>
                  <a:pt x="47" y="100"/>
                </a:lnTo>
                <a:lnTo>
                  <a:pt x="46" y="100"/>
                </a:lnTo>
                <a:lnTo>
                  <a:pt x="46" y="99"/>
                </a:lnTo>
                <a:lnTo>
                  <a:pt x="47" y="99"/>
                </a:lnTo>
                <a:lnTo>
                  <a:pt x="47" y="98"/>
                </a:lnTo>
                <a:lnTo>
                  <a:pt x="47" y="97"/>
                </a:lnTo>
                <a:lnTo>
                  <a:pt x="48" y="97"/>
                </a:lnTo>
                <a:lnTo>
                  <a:pt x="48" y="96"/>
                </a:lnTo>
                <a:lnTo>
                  <a:pt x="49" y="96"/>
                </a:lnTo>
                <a:lnTo>
                  <a:pt x="49" y="95"/>
                </a:lnTo>
                <a:lnTo>
                  <a:pt x="49" y="94"/>
                </a:lnTo>
                <a:lnTo>
                  <a:pt x="50" y="93"/>
                </a:lnTo>
                <a:lnTo>
                  <a:pt x="50" y="92"/>
                </a:lnTo>
                <a:lnTo>
                  <a:pt x="51" y="92"/>
                </a:lnTo>
                <a:lnTo>
                  <a:pt x="51" y="91"/>
                </a:lnTo>
                <a:lnTo>
                  <a:pt x="51" y="90"/>
                </a:lnTo>
                <a:lnTo>
                  <a:pt x="52" y="90"/>
                </a:lnTo>
                <a:lnTo>
                  <a:pt x="53" y="88"/>
                </a:lnTo>
                <a:lnTo>
                  <a:pt x="54" y="87"/>
                </a:lnTo>
                <a:lnTo>
                  <a:pt x="54" y="88"/>
                </a:lnTo>
                <a:lnTo>
                  <a:pt x="54" y="87"/>
                </a:lnTo>
                <a:lnTo>
                  <a:pt x="55" y="86"/>
                </a:lnTo>
                <a:lnTo>
                  <a:pt x="55" y="85"/>
                </a:lnTo>
                <a:lnTo>
                  <a:pt x="57" y="83"/>
                </a:lnTo>
                <a:lnTo>
                  <a:pt x="57" y="82"/>
                </a:lnTo>
                <a:lnTo>
                  <a:pt x="58" y="80"/>
                </a:lnTo>
                <a:lnTo>
                  <a:pt x="59" y="79"/>
                </a:lnTo>
                <a:lnTo>
                  <a:pt x="59" y="78"/>
                </a:lnTo>
                <a:lnTo>
                  <a:pt x="59" y="77"/>
                </a:lnTo>
                <a:lnTo>
                  <a:pt x="60" y="76"/>
                </a:lnTo>
                <a:lnTo>
                  <a:pt x="60" y="75"/>
                </a:lnTo>
                <a:lnTo>
                  <a:pt x="61" y="74"/>
                </a:lnTo>
                <a:lnTo>
                  <a:pt x="61" y="73"/>
                </a:lnTo>
                <a:lnTo>
                  <a:pt x="61" y="72"/>
                </a:lnTo>
                <a:lnTo>
                  <a:pt x="62" y="72"/>
                </a:lnTo>
                <a:lnTo>
                  <a:pt x="62" y="71"/>
                </a:lnTo>
                <a:lnTo>
                  <a:pt x="63" y="71"/>
                </a:lnTo>
                <a:lnTo>
                  <a:pt x="63" y="70"/>
                </a:lnTo>
                <a:lnTo>
                  <a:pt x="64" y="70"/>
                </a:lnTo>
                <a:lnTo>
                  <a:pt x="65" y="70"/>
                </a:lnTo>
                <a:lnTo>
                  <a:pt x="66" y="71"/>
                </a:lnTo>
                <a:lnTo>
                  <a:pt x="66" y="70"/>
                </a:lnTo>
                <a:lnTo>
                  <a:pt x="65" y="69"/>
                </a:lnTo>
                <a:lnTo>
                  <a:pt x="65" y="68"/>
                </a:lnTo>
                <a:lnTo>
                  <a:pt x="65" y="67"/>
                </a:lnTo>
                <a:lnTo>
                  <a:pt x="66" y="67"/>
                </a:lnTo>
                <a:lnTo>
                  <a:pt x="67" y="66"/>
                </a:lnTo>
                <a:lnTo>
                  <a:pt x="67" y="65"/>
                </a:lnTo>
                <a:lnTo>
                  <a:pt x="68" y="65"/>
                </a:lnTo>
                <a:lnTo>
                  <a:pt x="69" y="65"/>
                </a:lnTo>
                <a:lnTo>
                  <a:pt x="70" y="65"/>
                </a:lnTo>
                <a:lnTo>
                  <a:pt x="70" y="64"/>
                </a:lnTo>
                <a:lnTo>
                  <a:pt x="71" y="64"/>
                </a:lnTo>
                <a:lnTo>
                  <a:pt x="72" y="64"/>
                </a:lnTo>
                <a:lnTo>
                  <a:pt x="72" y="63"/>
                </a:lnTo>
                <a:lnTo>
                  <a:pt x="73" y="63"/>
                </a:lnTo>
                <a:lnTo>
                  <a:pt x="73" y="62"/>
                </a:lnTo>
                <a:lnTo>
                  <a:pt x="74" y="61"/>
                </a:lnTo>
                <a:lnTo>
                  <a:pt x="74" y="60"/>
                </a:lnTo>
                <a:lnTo>
                  <a:pt x="75" y="59"/>
                </a:lnTo>
                <a:lnTo>
                  <a:pt x="75" y="58"/>
                </a:lnTo>
                <a:lnTo>
                  <a:pt x="76" y="58"/>
                </a:lnTo>
                <a:lnTo>
                  <a:pt x="76" y="57"/>
                </a:lnTo>
                <a:lnTo>
                  <a:pt x="77" y="57"/>
                </a:lnTo>
                <a:lnTo>
                  <a:pt x="78" y="57"/>
                </a:lnTo>
                <a:lnTo>
                  <a:pt x="78" y="56"/>
                </a:lnTo>
                <a:lnTo>
                  <a:pt x="78" y="55"/>
                </a:lnTo>
                <a:lnTo>
                  <a:pt x="79" y="55"/>
                </a:lnTo>
                <a:lnTo>
                  <a:pt x="79" y="54"/>
                </a:lnTo>
                <a:lnTo>
                  <a:pt x="79" y="53"/>
                </a:lnTo>
                <a:lnTo>
                  <a:pt x="79" y="51"/>
                </a:lnTo>
                <a:lnTo>
                  <a:pt x="79" y="50"/>
                </a:lnTo>
                <a:lnTo>
                  <a:pt x="80" y="50"/>
                </a:lnTo>
                <a:lnTo>
                  <a:pt x="79" y="50"/>
                </a:lnTo>
                <a:lnTo>
                  <a:pt x="78" y="50"/>
                </a:lnTo>
                <a:lnTo>
                  <a:pt x="78" y="49"/>
                </a:lnTo>
                <a:lnTo>
                  <a:pt x="79" y="48"/>
                </a:lnTo>
                <a:lnTo>
                  <a:pt x="80" y="47"/>
                </a:lnTo>
                <a:lnTo>
                  <a:pt x="80" y="46"/>
                </a:lnTo>
                <a:lnTo>
                  <a:pt x="81" y="47"/>
                </a:lnTo>
                <a:lnTo>
                  <a:pt x="82" y="47"/>
                </a:lnTo>
                <a:lnTo>
                  <a:pt x="81" y="47"/>
                </a:lnTo>
                <a:lnTo>
                  <a:pt x="81" y="46"/>
                </a:lnTo>
                <a:lnTo>
                  <a:pt x="81" y="45"/>
                </a:lnTo>
                <a:lnTo>
                  <a:pt x="81" y="44"/>
                </a:lnTo>
                <a:lnTo>
                  <a:pt x="82" y="44"/>
                </a:lnTo>
                <a:lnTo>
                  <a:pt x="82" y="43"/>
                </a:lnTo>
                <a:lnTo>
                  <a:pt x="83" y="42"/>
                </a:lnTo>
                <a:lnTo>
                  <a:pt x="83" y="41"/>
                </a:lnTo>
                <a:lnTo>
                  <a:pt x="84" y="41"/>
                </a:lnTo>
                <a:lnTo>
                  <a:pt x="84" y="40"/>
                </a:lnTo>
                <a:lnTo>
                  <a:pt x="84" y="39"/>
                </a:lnTo>
                <a:lnTo>
                  <a:pt x="85" y="38"/>
                </a:lnTo>
                <a:lnTo>
                  <a:pt x="85" y="37"/>
                </a:lnTo>
                <a:lnTo>
                  <a:pt x="86" y="37"/>
                </a:lnTo>
                <a:lnTo>
                  <a:pt x="86" y="36"/>
                </a:lnTo>
                <a:lnTo>
                  <a:pt x="87" y="35"/>
                </a:lnTo>
                <a:lnTo>
                  <a:pt x="87" y="34"/>
                </a:lnTo>
                <a:lnTo>
                  <a:pt x="88" y="34"/>
                </a:lnTo>
                <a:lnTo>
                  <a:pt x="88" y="33"/>
                </a:lnTo>
                <a:lnTo>
                  <a:pt x="88" y="32"/>
                </a:lnTo>
                <a:lnTo>
                  <a:pt x="89" y="30"/>
                </a:lnTo>
                <a:lnTo>
                  <a:pt x="90" y="30"/>
                </a:lnTo>
                <a:lnTo>
                  <a:pt x="90" y="29"/>
                </a:lnTo>
                <a:lnTo>
                  <a:pt x="90" y="28"/>
                </a:lnTo>
                <a:lnTo>
                  <a:pt x="91" y="27"/>
                </a:lnTo>
                <a:lnTo>
                  <a:pt x="92" y="27"/>
                </a:lnTo>
                <a:lnTo>
                  <a:pt x="92" y="26"/>
                </a:lnTo>
                <a:lnTo>
                  <a:pt x="94" y="26"/>
                </a:lnTo>
                <a:lnTo>
                  <a:pt x="94" y="25"/>
                </a:lnTo>
                <a:lnTo>
                  <a:pt x="95" y="25"/>
                </a:lnTo>
                <a:lnTo>
                  <a:pt x="96" y="24"/>
                </a:lnTo>
                <a:lnTo>
                  <a:pt x="97" y="23"/>
                </a:lnTo>
                <a:lnTo>
                  <a:pt x="98" y="23"/>
                </a:lnTo>
                <a:lnTo>
                  <a:pt x="99" y="23"/>
                </a:lnTo>
                <a:lnTo>
                  <a:pt x="100" y="23"/>
                </a:lnTo>
                <a:lnTo>
                  <a:pt x="101" y="23"/>
                </a:lnTo>
                <a:lnTo>
                  <a:pt x="101" y="22"/>
                </a:lnTo>
                <a:lnTo>
                  <a:pt x="102" y="22"/>
                </a:lnTo>
                <a:lnTo>
                  <a:pt x="103" y="22"/>
                </a:lnTo>
                <a:lnTo>
                  <a:pt x="103" y="21"/>
                </a:lnTo>
                <a:lnTo>
                  <a:pt x="104" y="21"/>
                </a:lnTo>
                <a:lnTo>
                  <a:pt x="105" y="20"/>
                </a:lnTo>
                <a:lnTo>
                  <a:pt x="106" y="20"/>
                </a:lnTo>
                <a:lnTo>
                  <a:pt x="107" y="19"/>
                </a:lnTo>
                <a:lnTo>
                  <a:pt x="108" y="19"/>
                </a:lnTo>
                <a:lnTo>
                  <a:pt x="109" y="19"/>
                </a:lnTo>
                <a:lnTo>
                  <a:pt x="109" y="18"/>
                </a:lnTo>
                <a:lnTo>
                  <a:pt x="110" y="18"/>
                </a:lnTo>
                <a:lnTo>
                  <a:pt x="111" y="18"/>
                </a:lnTo>
                <a:lnTo>
                  <a:pt x="111" y="19"/>
                </a:lnTo>
                <a:lnTo>
                  <a:pt x="112" y="19"/>
                </a:lnTo>
                <a:lnTo>
                  <a:pt x="113" y="19"/>
                </a:lnTo>
                <a:lnTo>
                  <a:pt x="113" y="18"/>
                </a:lnTo>
                <a:lnTo>
                  <a:pt x="114" y="18"/>
                </a:lnTo>
                <a:lnTo>
                  <a:pt x="115" y="18"/>
                </a:lnTo>
                <a:lnTo>
                  <a:pt x="116" y="18"/>
                </a:lnTo>
                <a:lnTo>
                  <a:pt x="117" y="18"/>
                </a:lnTo>
                <a:lnTo>
                  <a:pt x="118" y="17"/>
                </a:lnTo>
                <a:lnTo>
                  <a:pt x="119" y="17"/>
                </a:lnTo>
                <a:lnTo>
                  <a:pt x="120" y="17"/>
                </a:lnTo>
                <a:lnTo>
                  <a:pt x="121" y="16"/>
                </a:lnTo>
                <a:lnTo>
                  <a:pt x="122" y="16"/>
                </a:lnTo>
                <a:lnTo>
                  <a:pt x="122" y="15"/>
                </a:lnTo>
                <a:lnTo>
                  <a:pt x="122" y="14"/>
                </a:lnTo>
                <a:lnTo>
                  <a:pt x="123" y="14"/>
                </a:lnTo>
                <a:lnTo>
                  <a:pt x="124" y="13"/>
                </a:lnTo>
                <a:lnTo>
                  <a:pt x="125" y="14"/>
                </a:lnTo>
                <a:lnTo>
                  <a:pt x="126" y="14"/>
                </a:lnTo>
                <a:lnTo>
                  <a:pt x="127" y="15"/>
                </a:lnTo>
                <a:lnTo>
                  <a:pt x="127" y="16"/>
                </a:lnTo>
                <a:lnTo>
                  <a:pt x="127" y="17"/>
                </a:lnTo>
                <a:lnTo>
                  <a:pt x="128" y="18"/>
                </a:lnTo>
                <a:lnTo>
                  <a:pt x="128" y="17"/>
                </a:lnTo>
                <a:lnTo>
                  <a:pt x="128" y="16"/>
                </a:lnTo>
                <a:lnTo>
                  <a:pt x="128" y="15"/>
                </a:lnTo>
                <a:lnTo>
                  <a:pt x="127" y="14"/>
                </a:lnTo>
                <a:lnTo>
                  <a:pt x="127" y="13"/>
                </a:lnTo>
                <a:lnTo>
                  <a:pt x="126" y="13"/>
                </a:lnTo>
                <a:lnTo>
                  <a:pt x="125" y="13"/>
                </a:lnTo>
                <a:lnTo>
                  <a:pt x="125" y="12"/>
                </a:lnTo>
                <a:lnTo>
                  <a:pt x="124" y="12"/>
                </a:lnTo>
                <a:lnTo>
                  <a:pt x="123" y="12"/>
                </a:lnTo>
                <a:lnTo>
                  <a:pt x="124" y="11"/>
                </a:lnTo>
                <a:lnTo>
                  <a:pt x="125" y="11"/>
                </a:lnTo>
                <a:lnTo>
                  <a:pt x="124" y="11"/>
                </a:lnTo>
                <a:lnTo>
                  <a:pt x="125" y="10"/>
                </a:lnTo>
                <a:lnTo>
                  <a:pt x="125" y="9"/>
                </a:lnTo>
                <a:lnTo>
                  <a:pt x="126" y="9"/>
                </a:lnTo>
                <a:lnTo>
                  <a:pt x="126" y="8"/>
                </a:lnTo>
                <a:lnTo>
                  <a:pt x="127" y="8"/>
                </a:lnTo>
                <a:lnTo>
                  <a:pt x="127" y="7"/>
                </a:lnTo>
                <a:lnTo>
                  <a:pt x="127" y="6"/>
                </a:lnTo>
                <a:lnTo>
                  <a:pt x="127" y="5"/>
                </a:lnTo>
                <a:lnTo>
                  <a:pt x="128" y="5"/>
                </a:lnTo>
                <a:lnTo>
                  <a:pt x="129" y="5"/>
                </a:lnTo>
                <a:lnTo>
                  <a:pt x="130" y="5"/>
                </a:lnTo>
                <a:lnTo>
                  <a:pt x="130" y="4"/>
                </a:lnTo>
                <a:lnTo>
                  <a:pt x="130" y="3"/>
                </a:lnTo>
                <a:lnTo>
                  <a:pt x="131" y="3"/>
                </a:lnTo>
                <a:lnTo>
                  <a:pt x="132" y="2"/>
                </a:lnTo>
                <a:lnTo>
                  <a:pt x="133" y="2"/>
                </a:lnTo>
                <a:lnTo>
                  <a:pt x="133" y="1"/>
                </a:lnTo>
                <a:lnTo>
                  <a:pt x="133" y="2"/>
                </a:lnTo>
                <a:lnTo>
                  <a:pt x="134" y="2"/>
                </a:lnTo>
                <a:lnTo>
                  <a:pt x="135" y="1"/>
                </a:lnTo>
                <a:lnTo>
                  <a:pt x="135" y="0"/>
                </a:lnTo>
                <a:lnTo>
                  <a:pt x="135" y="1"/>
                </a:lnTo>
                <a:lnTo>
                  <a:pt x="136" y="1"/>
                </a:lnTo>
                <a:lnTo>
                  <a:pt x="137" y="1"/>
                </a:lnTo>
                <a:lnTo>
                  <a:pt x="138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39" name=""/>
          <p:cNvSpPr/>
          <p:nvPr/>
        </p:nvSpPr>
        <p:spPr>
          <a:xfrm>
            <a:off x="4627440" y="4263120"/>
            <a:ext cx="720" cy="2160"/>
          </a:xfrm>
          <a:custGeom>
            <a:avLst/>
            <a:gdLst/>
            <a:ahLst/>
            <a:rect l="0" t="0" r="r" b="b"/>
            <a:pathLst>
              <a:path w="2" h="6">
                <a:moveTo>
                  <a:pt x="0" y="6"/>
                </a:moveTo>
                <a:lnTo>
                  <a:pt x="0" y="4"/>
                </a:lnTo>
                <a:lnTo>
                  <a:pt x="0" y="3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4"/>
                </a:lnTo>
                <a:lnTo>
                  <a:pt x="0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0" name=""/>
          <p:cNvSpPr/>
          <p:nvPr/>
        </p:nvSpPr>
        <p:spPr>
          <a:xfrm>
            <a:off x="4628160" y="426132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1"/>
                </a:moveTo>
                <a:lnTo>
                  <a:pt x="2" y="3"/>
                </a:ln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1" name=""/>
          <p:cNvSpPr/>
          <p:nvPr/>
        </p:nvSpPr>
        <p:spPr>
          <a:xfrm>
            <a:off x="4630320" y="42573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2" name=""/>
          <p:cNvSpPr/>
          <p:nvPr/>
        </p:nvSpPr>
        <p:spPr>
          <a:xfrm>
            <a:off x="4630320" y="42573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3" name=""/>
          <p:cNvSpPr/>
          <p:nvPr/>
        </p:nvSpPr>
        <p:spPr>
          <a:xfrm>
            <a:off x="4635000" y="42483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0" y="4"/>
                </a:moveTo>
                <a:lnTo>
                  <a:pt x="1" y="0"/>
                </a:lnTo>
                <a:lnTo>
                  <a:pt x="2" y="0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4" name=""/>
          <p:cNvSpPr/>
          <p:nvPr/>
        </p:nvSpPr>
        <p:spPr>
          <a:xfrm>
            <a:off x="4685760" y="422028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2"/>
                </a:lnTo>
                <a:lnTo>
                  <a:pt x="5" y="4"/>
                </a:lnTo>
                <a:lnTo>
                  <a:pt x="3" y="4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5" name=""/>
          <p:cNvSpPr/>
          <p:nvPr/>
        </p:nvSpPr>
        <p:spPr>
          <a:xfrm>
            <a:off x="4680000" y="42087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6" name=""/>
          <p:cNvSpPr/>
          <p:nvPr/>
        </p:nvSpPr>
        <p:spPr>
          <a:xfrm>
            <a:off x="4736880" y="41864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4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7" name=""/>
          <p:cNvSpPr/>
          <p:nvPr/>
        </p:nvSpPr>
        <p:spPr>
          <a:xfrm>
            <a:off x="4742640" y="4180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8" name=""/>
          <p:cNvSpPr/>
          <p:nvPr/>
        </p:nvSpPr>
        <p:spPr>
          <a:xfrm>
            <a:off x="4425120" y="43189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9" name=""/>
          <p:cNvSpPr/>
          <p:nvPr/>
        </p:nvSpPr>
        <p:spPr>
          <a:xfrm>
            <a:off x="4425480" y="4318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0" name=""/>
          <p:cNvSpPr/>
          <p:nvPr/>
        </p:nvSpPr>
        <p:spPr>
          <a:xfrm>
            <a:off x="4436280" y="43182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1" name=""/>
          <p:cNvSpPr/>
          <p:nvPr/>
        </p:nvSpPr>
        <p:spPr>
          <a:xfrm>
            <a:off x="4427640" y="43178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2" name=""/>
          <p:cNvSpPr/>
          <p:nvPr/>
        </p:nvSpPr>
        <p:spPr>
          <a:xfrm>
            <a:off x="4431600" y="431640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2" y="2"/>
                </a:moveTo>
                <a:lnTo>
                  <a:pt x="4" y="3"/>
                </a:lnTo>
                <a:lnTo>
                  <a:pt x="2" y="3"/>
                </a:lnTo>
                <a:lnTo>
                  <a:pt x="4" y="3"/>
                </a:ln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7" y="4"/>
                </a:lnTo>
                <a:lnTo>
                  <a:pt x="6" y="5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5" y="7"/>
                </a:lnTo>
                <a:lnTo>
                  <a:pt x="4" y="7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3" name=""/>
          <p:cNvSpPr/>
          <p:nvPr/>
        </p:nvSpPr>
        <p:spPr>
          <a:xfrm>
            <a:off x="4429080" y="431712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1" y="0"/>
                </a:moveTo>
                <a:lnTo>
                  <a:pt x="1" y="2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5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4" name=""/>
          <p:cNvSpPr/>
          <p:nvPr/>
        </p:nvSpPr>
        <p:spPr>
          <a:xfrm>
            <a:off x="4429080" y="431712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1" y="0"/>
                </a:moveTo>
                <a:lnTo>
                  <a:pt x="1" y="2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5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5" name=""/>
          <p:cNvSpPr/>
          <p:nvPr/>
        </p:nvSpPr>
        <p:spPr>
          <a:xfrm>
            <a:off x="4433040" y="43160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6" name=""/>
          <p:cNvSpPr/>
          <p:nvPr/>
        </p:nvSpPr>
        <p:spPr>
          <a:xfrm>
            <a:off x="4432320" y="4314600"/>
            <a:ext cx="5040" cy="3960"/>
          </a:xfrm>
          <a:custGeom>
            <a:avLst/>
            <a:gdLst/>
            <a:ahLst/>
            <a:rect l="0" t="0" r="r" b="b"/>
            <a:pathLst>
              <a:path w="14" h="11">
                <a:moveTo>
                  <a:pt x="11" y="1"/>
                </a:moveTo>
                <a:lnTo>
                  <a:pt x="11" y="0"/>
                </a:lnTo>
                <a:lnTo>
                  <a:pt x="12" y="1"/>
                </a:lnTo>
                <a:lnTo>
                  <a:pt x="12" y="2"/>
                </a:lnTo>
                <a:lnTo>
                  <a:pt x="13" y="2"/>
                </a:lnTo>
                <a:lnTo>
                  <a:pt x="13" y="3"/>
                </a:lnTo>
                <a:lnTo>
                  <a:pt x="13" y="4"/>
                </a:lnTo>
                <a:lnTo>
                  <a:pt x="12" y="4"/>
                </a:lnTo>
                <a:lnTo>
                  <a:pt x="12" y="5"/>
                </a:lnTo>
                <a:lnTo>
                  <a:pt x="13" y="5"/>
                </a:lnTo>
                <a:lnTo>
                  <a:pt x="13" y="6"/>
                </a:lnTo>
                <a:lnTo>
                  <a:pt x="13" y="7"/>
                </a:lnTo>
                <a:lnTo>
                  <a:pt x="13" y="8"/>
                </a:lnTo>
                <a:lnTo>
                  <a:pt x="14" y="8"/>
                </a:lnTo>
                <a:lnTo>
                  <a:pt x="13" y="8"/>
                </a:lnTo>
                <a:lnTo>
                  <a:pt x="12" y="8"/>
                </a:lnTo>
                <a:lnTo>
                  <a:pt x="12" y="7"/>
                </a:lnTo>
                <a:lnTo>
                  <a:pt x="11" y="7"/>
                </a:lnTo>
                <a:lnTo>
                  <a:pt x="11" y="6"/>
                </a:lnTo>
                <a:lnTo>
                  <a:pt x="11" y="5"/>
                </a:lnTo>
                <a:lnTo>
                  <a:pt x="10" y="5"/>
                </a:lnTo>
                <a:lnTo>
                  <a:pt x="10" y="4"/>
                </a:lnTo>
                <a:lnTo>
                  <a:pt x="10" y="5"/>
                </a:lnTo>
                <a:lnTo>
                  <a:pt x="11" y="5"/>
                </a:lnTo>
                <a:lnTo>
                  <a:pt x="11" y="6"/>
                </a:lnTo>
                <a:lnTo>
                  <a:pt x="10" y="6"/>
                </a:lnTo>
                <a:lnTo>
                  <a:pt x="9" y="7"/>
                </a:lnTo>
                <a:lnTo>
                  <a:pt x="10" y="7"/>
                </a:lnTo>
                <a:lnTo>
                  <a:pt x="10" y="8"/>
                </a:lnTo>
                <a:lnTo>
                  <a:pt x="10" y="9"/>
                </a:lnTo>
                <a:lnTo>
                  <a:pt x="10" y="11"/>
                </a:lnTo>
                <a:lnTo>
                  <a:pt x="9" y="11"/>
                </a:lnTo>
                <a:lnTo>
                  <a:pt x="9" y="8"/>
                </a:lnTo>
                <a:lnTo>
                  <a:pt x="10" y="8"/>
                </a:lnTo>
                <a:lnTo>
                  <a:pt x="9" y="8"/>
                </a:lnTo>
                <a:lnTo>
                  <a:pt x="9" y="7"/>
                </a:lnTo>
                <a:lnTo>
                  <a:pt x="9" y="8"/>
                </a:lnTo>
                <a:lnTo>
                  <a:pt x="8" y="8"/>
                </a:lnTo>
                <a:lnTo>
                  <a:pt x="8" y="7"/>
                </a:lnTo>
                <a:lnTo>
                  <a:pt x="8" y="6"/>
                </a:lnTo>
                <a:lnTo>
                  <a:pt x="8" y="5"/>
                </a:lnTo>
                <a:lnTo>
                  <a:pt x="7" y="5"/>
                </a:lnTo>
                <a:lnTo>
                  <a:pt x="7" y="4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7" name=""/>
          <p:cNvSpPr/>
          <p:nvPr/>
        </p:nvSpPr>
        <p:spPr>
          <a:xfrm>
            <a:off x="4429080" y="43156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8" name=""/>
          <p:cNvSpPr/>
          <p:nvPr/>
        </p:nvSpPr>
        <p:spPr>
          <a:xfrm>
            <a:off x="4429800" y="4315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9" name=""/>
          <p:cNvSpPr/>
          <p:nvPr/>
        </p:nvSpPr>
        <p:spPr>
          <a:xfrm>
            <a:off x="4423320" y="4312440"/>
            <a:ext cx="7200" cy="6120"/>
          </a:xfrm>
          <a:custGeom>
            <a:avLst/>
            <a:gdLst/>
            <a:ahLst/>
            <a:rect l="0" t="0" r="r" b="b"/>
            <a:pathLst>
              <a:path w="20" h="17">
                <a:moveTo>
                  <a:pt x="20" y="0"/>
                </a:moveTo>
                <a:lnTo>
                  <a:pt x="20" y="1"/>
                </a:lnTo>
                <a:lnTo>
                  <a:pt x="20" y="2"/>
                </a:lnTo>
                <a:lnTo>
                  <a:pt x="20" y="3"/>
                </a:lnTo>
                <a:lnTo>
                  <a:pt x="20" y="4"/>
                </a:lnTo>
                <a:lnTo>
                  <a:pt x="19" y="4"/>
                </a:lnTo>
                <a:lnTo>
                  <a:pt x="18" y="4"/>
                </a:lnTo>
                <a:lnTo>
                  <a:pt x="17" y="4"/>
                </a:lnTo>
                <a:lnTo>
                  <a:pt x="15" y="4"/>
                </a:lnTo>
                <a:lnTo>
                  <a:pt x="17" y="5"/>
                </a:lnTo>
                <a:lnTo>
                  <a:pt x="15" y="5"/>
                </a:lnTo>
                <a:lnTo>
                  <a:pt x="17" y="5"/>
                </a:lnTo>
                <a:lnTo>
                  <a:pt x="17" y="6"/>
                </a:lnTo>
                <a:lnTo>
                  <a:pt x="17" y="5"/>
                </a:lnTo>
                <a:lnTo>
                  <a:pt x="17" y="6"/>
                </a:lnTo>
                <a:lnTo>
                  <a:pt x="17" y="7"/>
                </a:lnTo>
                <a:lnTo>
                  <a:pt x="17" y="8"/>
                </a:lnTo>
                <a:lnTo>
                  <a:pt x="15" y="8"/>
                </a:lnTo>
                <a:lnTo>
                  <a:pt x="14" y="8"/>
                </a:lnTo>
                <a:lnTo>
                  <a:pt x="14" y="9"/>
                </a:lnTo>
                <a:lnTo>
                  <a:pt x="15" y="9"/>
                </a:lnTo>
                <a:lnTo>
                  <a:pt x="15" y="10"/>
                </a:lnTo>
                <a:lnTo>
                  <a:pt x="14" y="10"/>
                </a:lnTo>
                <a:lnTo>
                  <a:pt x="14" y="11"/>
                </a:lnTo>
                <a:lnTo>
                  <a:pt x="15" y="12"/>
                </a:lnTo>
                <a:lnTo>
                  <a:pt x="17" y="12"/>
                </a:lnTo>
                <a:lnTo>
                  <a:pt x="15" y="13"/>
                </a:lnTo>
                <a:lnTo>
                  <a:pt x="15" y="15"/>
                </a:lnTo>
                <a:lnTo>
                  <a:pt x="14" y="15"/>
                </a:lnTo>
                <a:lnTo>
                  <a:pt x="14" y="13"/>
                </a:lnTo>
                <a:lnTo>
                  <a:pt x="14" y="15"/>
                </a:lnTo>
                <a:lnTo>
                  <a:pt x="13" y="15"/>
                </a:lnTo>
                <a:lnTo>
                  <a:pt x="12" y="13"/>
                </a:lnTo>
                <a:lnTo>
                  <a:pt x="13" y="13"/>
                </a:lnTo>
                <a:lnTo>
                  <a:pt x="12" y="12"/>
                </a:lnTo>
                <a:lnTo>
                  <a:pt x="12" y="11"/>
                </a:lnTo>
                <a:lnTo>
                  <a:pt x="11" y="11"/>
                </a:lnTo>
                <a:lnTo>
                  <a:pt x="11" y="12"/>
                </a:lnTo>
                <a:lnTo>
                  <a:pt x="10" y="12"/>
                </a:lnTo>
                <a:lnTo>
                  <a:pt x="9" y="12"/>
                </a:lnTo>
                <a:lnTo>
                  <a:pt x="8" y="12"/>
                </a:lnTo>
                <a:lnTo>
                  <a:pt x="8" y="13"/>
                </a:lnTo>
                <a:lnTo>
                  <a:pt x="8" y="12"/>
                </a:lnTo>
                <a:lnTo>
                  <a:pt x="7" y="12"/>
                </a:lnTo>
                <a:lnTo>
                  <a:pt x="7" y="13"/>
                </a:lnTo>
                <a:lnTo>
                  <a:pt x="8" y="13"/>
                </a:lnTo>
                <a:lnTo>
                  <a:pt x="8" y="15"/>
                </a:lnTo>
                <a:lnTo>
                  <a:pt x="7" y="15"/>
                </a:lnTo>
                <a:lnTo>
                  <a:pt x="6" y="15"/>
                </a:lnTo>
                <a:lnTo>
                  <a:pt x="5" y="15"/>
                </a:lnTo>
                <a:lnTo>
                  <a:pt x="5" y="13"/>
                </a:lnTo>
                <a:lnTo>
                  <a:pt x="4" y="13"/>
                </a:lnTo>
                <a:lnTo>
                  <a:pt x="3" y="13"/>
                </a:lnTo>
                <a:lnTo>
                  <a:pt x="3" y="15"/>
                </a:lnTo>
                <a:lnTo>
                  <a:pt x="2" y="16"/>
                </a:lnTo>
                <a:lnTo>
                  <a:pt x="1" y="16"/>
                </a:lnTo>
                <a:lnTo>
                  <a:pt x="1" y="17"/>
                </a:lnTo>
                <a:lnTo>
                  <a:pt x="0" y="17"/>
                </a:lnTo>
                <a:lnTo>
                  <a:pt x="0" y="16"/>
                </a:lnTo>
                <a:lnTo>
                  <a:pt x="0" y="15"/>
                </a:lnTo>
                <a:lnTo>
                  <a:pt x="0" y="13"/>
                </a:lnTo>
                <a:lnTo>
                  <a:pt x="0" y="12"/>
                </a:lnTo>
                <a:lnTo>
                  <a:pt x="0" y="11"/>
                </a:lnTo>
                <a:lnTo>
                  <a:pt x="0" y="12"/>
                </a:lnTo>
                <a:lnTo>
                  <a:pt x="1" y="12"/>
                </a:lnTo>
                <a:lnTo>
                  <a:pt x="1" y="11"/>
                </a:lnTo>
                <a:lnTo>
                  <a:pt x="1" y="10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2" y="9"/>
                </a:lnTo>
                <a:lnTo>
                  <a:pt x="2" y="8"/>
                </a:lnTo>
                <a:lnTo>
                  <a:pt x="3" y="8"/>
                </a:lnTo>
                <a:lnTo>
                  <a:pt x="4" y="8"/>
                </a:lnTo>
                <a:lnTo>
                  <a:pt x="4" y="7"/>
                </a:lnTo>
                <a:lnTo>
                  <a:pt x="5" y="7"/>
                </a:lnTo>
                <a:lnTo>
                  <a:pt x="5" y="6"/>
                </a:lnTo>
                <a:lnTo>
                  <a:pt x="7" y="6"/>
                </a:lnTo>
                <a:lnTo>
                  <a:pt x="8" y="7"/>
                </a:lnTo>
                <a:lnTo>
                  <a:pt x="8" y="6"/>
                </a:lnTo>
                <a:lnTo>
                  <a:pt x="9" y="5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lnTo>
                  <a:pt x="12" y="4"/>
                </a:lnTo>
                <a:lnTo>
                  <a:pt x="13" y="4"/>
                </a:lnTo>
                <a:lnTo>
                  <a:pt x="14" y="3"/>
                </a:lnTo>
                <a:lnTo>
                  <a:pt x="15" y="2"/>
                </a:lnTo>
                <a:lnTo>
                  <a:pt x="17" y="2"/>
                </a:lnTo>
                <a:lnTo>
                  <a:pt x="17" y="1"/>
                </a:lnTo>
                <a:lnTo>
                  <a:pt x="17" y="2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19" y="0"/>
                </a:lnTo>
                <a:lnTo>
                  <a:pt x="2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0" name=""/>
          <p:cNvSpPr/>
          <p:nvPr/>
        </p:nvSpPr>
        <p:spPr>
          <a:xfrm>
            <a:off x="4429440" y="43146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1" name=""/>
          <p:cNvSpPr/>
          <p:nvPr/>
        </p:nvSpPr>
        <p:spPr>
          <a:xfrm>
            <a:off x="4424760" y="4313160"/>
            <a:ext cx="2880" cy="1800"/>
          </a:xfrm>
          <a:custGeom>
            <a:avLst/>
            <a:gdLst/>
            <a:ahLst/>
            <a:rect l="0" t="0" r="r" b="b"/>
            <a:pathLst>
              <a:path w="8" h="5">
                <a:moveTo>
                  <a:pt x="5" y="1"/>
                </a:moveTo>
                <a:lnTo>
                  <a:pt x="7" y="1"/>
                </a:lnTo>
                <a:lnTo>
                  <a:pt x="8" y="1"/>
                </a:lnTo>
                <a:lnTo>
                  <a:pt x="7" y="2"/>
                </a:lnTo>
                <a:lnTo>
                  <a:pt x="5" y="2"/>
                </a:lnTo>
                <a:lnTo>
                  <a:pt x="5" y="4"/>
                </a:lnTo>
                <a:lnTo>
                  <a:pt x="4" y="4"/>
                </a:lnTo>
                <a:lnTo>
                  <a:pt x="5" y="4"/>
                </a:lnTo>
                <a:lnTo>
                  <a:pt x="4" y="5"/>
                </a:ln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2" name=""/>
          <p:cNvSpPr/>
          <p:nvPr/>
        </p:nvSpPr>
        <p:spPr>
          <a:xfrm>
            <a:off x="4430880" y="431172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4" y="2"/>
                </a:moveTo>
                <a:lnTo>
                  <a:pt x="4" y="3"/>
                </a:lnTo>
                <a:lnTo>
                  <a:pt x="5" y="6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1" y="4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3" name=""/>
          <p:cNvSpPr/>
          <p:nvPr/>
        </p:nvSpPr>
        <p:spPr>
          <a:xfrm>
            <a:off x="4430160" y="4312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4" name=""/>
          <p:cNvSpPr/>
          <p:nvPr/>
        </p:nvSpPr>
        <p:spPr>
          <a:xfrm>
            <a:off x="4424400" y="43110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0"/>
                </a:moveTo>
                <a:lnTo>
                  <a:pt x="1" y="1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5" name=""/>
          <p:cNvSpPr/>
          <p:nvPr/>
        </p:nvSpPr>
        <p:spPr>
          <a:xfrm>
            <a:off x="4425120" y="4304520"/>
            <a:ext cx="16920" cy="11520"/>
          </a:xfrm>
          <a:custGeom>
            <a:avLst/>
            <a:gdLst/>
            <a:ahLst/>
            <a:rect l="0" t="0" r="r" b="b"/>
            <a:pathLst>
              <a:path w="47" h="32">
                <a:moveTo>
                  <a:pt x="26" y="0"/>
                </a:moveTo>
                <a:lnTo>
                  <a:pt x="26" y="1"/>
                </a:lnTo>
                <a:lnTo>
                  <a:pt x="27" y="1"/>
                </a:lnTo>
                <a:lnTo>
                  <a:pt x="28" y="1"/>
                </a:lnTo>
                <a:lnTo>
                  <a:pt x="30" y="1"/>
                </a:lnTo>
                <a:lnTo>
                  <a:pt x="30" y="2"/>
                </a:lnTo>
                <a:lnTo>
                  <a:pt x="29" y="3"/>
                </a:lnTo>
                <a:lnTo>
                  <a:pt x="29" y="4"/>
                </a:lnTo>
                <a:lnTo>
                  <a:pt x="31" y="3"/>
                </a:lnTo>
                <a:lnTo>
                  <a:pt x="32" y="3"/>
                </a:lnTo>
                <a:lnTo>
                  <a:pt x="32" y="2"/>
                </a:lnTo>
                <a:lnTo>
                  <a:pt x="32" y="1"/>
                </a:lnTo>
                <a:lnTo>
                  <a:pt x="33" y="1"/>
                </a:lnTo>
                <a:lnTo>
                  <a:pt x="33" y="2"/>
                </a:lnTo>
                <a:lnTo>
                  <a:pt x="34" y="2"/>
                </a:lnTo>
                <a:lnTo>
                  <a:pt x="34" y="3"/>
                </a:lnTo>
                <a:lnTo>
                  <a:pt x="34" y="4"/>
                </a:lnTo>
                <a:lnTo>
                  <a:pt x="35" y="4"/>
                </a:lnTo>
                <a:lnTo>
                  <a:pt x="35" y="3"/>
                </a:lnTo>
                <a:lnTo>
                  <a:pt x="36" y="4"/>
                </a:lnTo>
                <a:lnTo>
                  <a:pt x="35" y="5"/>
                </a:lnTo>
                <a:lnTo>
                  <a:pt x="36" y="5"/>
                </a:lnTo>
                <a:lnTo>
                  <a:pt x="36" y="6"/>
                </a:lnTo>
                <a:lnTo>
                  <a:pt x="37" y="6"/>
                </a:lnTo>
                <a:lnTo>
                  <a:pt x="38" y="6"/>
                </a:lnTo>
                <a:lnTo>
                  <a:pt x="39" y="6"/>
                </a:lnTo>
                <a:lnTo>
                  <a:pt x="40" y="6"/>
                </a:lnTo>
                <a:lnTo>
                  <a:pt x="40" y="5"/>
                </a:lnTo>
                <a:lnTo>
                  <a:pt x="40" y="6"/>
                </a:lnTo>
                <a:lnTo>
                  <a:pt x="39" y="6"/>
                </a:lnTo>
                <a:lnTo>
                  <a:pt x="39" y="7"/>
                </a:lnTo>
                <a:lnTo>
                  <a:pt x="39" y="8"/>
                </a:lnTo>
                <a:lnTo>
                  <a:pt x="38" y="8"/>
                </a:lnTo>
                <a:lnTo>
                  <a:pt x="36" y="9"/>
                </a:lnTo>
                <a:lnTo>
                  <a:pt x="34" y="10"/>
                </a:lnTo>
                <a:lnTo>
                  <a:pt x="34" y="11"/>
                </a:lnTo>
                <a:lnTo>
                  <a:pt x="33" y="11"/>
                </a:lnTo>
                <a:lnTo>
                  <a:pt x="32" y="11"/>
                </a:lnTo>
                <a:lnTo>
                  <a:pt x="32" y="10"/>
                </a:lnTo>
                <a:lnTo>
                  <a:pt x="31" y="10"/>
                </a:lnTo>
                <a:lnTo>
                  <a:pt x="31" y="9"/>
                </a:lnTo>
                <a:lnTo>
                  <a:pt x="30" y="9"/>
                </a:lnTo>
                <a:lnTo>
                  <a:pt x="29" y="9"/>
                </a:lnTo>
                <a:lnTo>
                  <a:pt x="29" y="10"/>
                </a:lnTo>
                <a:lnTo>
                  <a:pt x="28" y="11"/>
                </a:lnTo>
                <a:lnTo>
                  <a:pt x="27" y="11"/>
                </a:lnTo>
                <a:lnTo>
                  <a:pt x="26" y="11"/>
                </a:lnTo>
                <a:lnTo>
                  <a:pt x="26" y="12"/>
                </a:lnTo>
                <a:lnTo>
                  <a:pt x="27" y="13"/>
                </a:lnTo>
                <a:lnTo>
                  <a:pt x="28" y="13"/>
                </a:lnTo>
                <a:lnTo>
                  <a:pt x="29" y="14"/>
                </a:lnTo>
                <a:lnTo>
                  <a:pt x="30" y="14"/>
                </a:lnTo>
                <a:lnTo>
                  <a:pt x="29" y="15"/>
                </a:lnTo>
                <a:lnTo>
                  <a:pt x="30" y="16"/>
                </a:lnTo>
                <a:lnTo>
                  <a:pt x="30" y="15"/>
                </a:lnTo>
                <a:lnTo>
                  <a:pt x="30" y="14"/>
                </a:lnTo>
                <a:lnTo>
                  <a:pt x="31" y="14"/>
                </a:lnTo>
                <a:lnTo>
                  <a:pt x="32" y="13"/>
                </a:lnTo>
                <a:lnTo>
                  <a:pt x="33" y="13"/>
                </a:lnTo>
                <a:lnTo>
                  <a:pt x="34" y="13"/>
                </a:lnTo>
                <a:lnTo>
                  <a:pt x="34" y="14"/>
                </a:lnTo>
                <a:lnTo>
                  <a:pt x="35" y="14"/>
                </a:lnTo>
                <a:lnTo>
                  <a:pt x="35" y="15"/>
                </a:lnTo>
                <a:lnTo>
                  <a:pt x="35" y="14"/>
                </a:lnTo>
                <a:lnTo>
                  <a:pt x="36" y="14"/>
                </a:lnTo>
                <a:lnTo>
                  <a:pt x="36" y="13"/>
                </a:lnTo>
                <a:lnTo>
                  <a:pt x="35" y="13"/>
                </a:lnTo>
                <a:lnTo>
                  <a:pt x="35" y="12"/>
                </a:lnTo>
                <a:lnTo>
                  <a:pt x="36" y="11"/>
                </a:lnTo>
                <a:lnTo>
                  <a:pt x="37" y="11"/>
                </a:lnTo>
                <a:lnTo>
                  <a:pt x="38" y="11"/>
                </a:lnTo>
                <a:lnTo>
                  <a:pt x="38" y="10"/>
                </a:lnTo>
                <a:lnTo>
                  <a:pt x="37" y="10"/>
                </a:lnTo>
                <a:lnTo>
                  <a:pt x="38" y="10"/>
                </a:lnTo>
                <a:lnTo>
                  <a:pt x="38" y="9"/>
                </a:lnTo>
                <a:lnTo>
                  <a:pt x="39" y="8"/>
                </a:lnTo>
                <a:lnTo>
                  <a:pt x="39" y="9"/>
                </a:lnTo>
                <a:lnTo>
                  <a:pt x="40" y="9"/>
                </a:lnTo>
                <a:lnTo>
                  <a:pt x="40" y="10"/>
                </a:lnTo>
                <a:lnTo>
                  <a:pt x="41" y="10"/>
                </a:lnTo>
                <a:lnTo>
                  <a:pt x="41" y="9"/>
                </a:lnTo>
                <a:lnTo>
                  <a:pt x="41" y="10"/>
                </a:lnTo>
                <a:lnTo>
                  <a:pt x="41" y="12"/>
                </a:lnTo>
                <a:lnTo>
                  <a:pt x="41" y="13"/>
                </a:lnTo>
                <a:lnTo>
                  <a:pt x="40" y="12"/>
                </a:lnTo>
                <a:lnTo>
                  <a:pt x="40" y="13"/>
                </a:lnTo>
                <a:lnTo>
                  <a:pt x="41" y="13"/>
                </a:lnTo>
                <a:lnTo>
                  <a:pt x="40" y="13"/>
                </a:lnTo>
                <a:lnTo>
                  <a:pt x="40" y="14"/>
                </a:lnTo>
                <a:lnTo>
                  <a:pt x="41" y="14"/>
                </a:lnTo>
                <a:lnTo>
                  <a:pt x="41" y="13"/>
                </a:lnTo>
                <a:lnTo>
                  <a:pt x="42" y="14"/>
                </a:lnTo>
                <a:lnTo>
                  <a:pt x="41" y="14"/>
                </a:lnTo>
                <a:lnTo>
                  <a:pt x="42" y="14"/>
                </a:lnTo>
                <a:lnTo>
                  <a:pt x="42" y="13"/>
                </a:lnTo>
                <a:lnTo>
                  <a:pt x="42" y="11"/>
                </a:lnTo>
                <a:lnTo>
                  <a:pt x="43" y="11"/>
                </a:lnTo>
                <a:lnTo>
                  <a:pt x="43" y="10"/>
                </a:lnTo>
                <a:lnTo>
                  <a:pt x="43" y="11"/>
                </a:lnTo>
                <a:lnTo>
                  <a:pt x="43" y="12"/>
                </a:lnTo>
                <a:lnTo>
                  <a:pt x="43" y="13"/>
                </a:lnTo>
                <a:lnTo>
                  <a:pt x="44" y="13"/>
                </a:lnTo>
                <a:lnTo>
                  <a:pt x="45" y="13"/>
                </a:lnTo>
                <a:lnTo>
                  <a:pt x="46" y="13"/>
                </a:lnTo>
                <a:lnTo>
                  <a:pt x="46" y="14"/>
                </a:lnTo>
                <a:lnTo>
                  <a:pt x="46" y="15"/>
                </a:lnTo>
                <a:lnTo>
                  <a:pt x="47" y="15"/>
                </a:lnTo>
                <a:lnTo>
                  <a:pt x="46" y="15"/>
                </a:lnTo>
                <a:lnTo>
                  <a:pt x="46" y="14"/>
                </a:lnTo>
                <a:lnTo>
                  <a:pt x="45" y="14"/>
                </a:lnTo>
                <a:lnTo>
                  <a:pt x="45" y="15"/>
                </a:lnTo>
                <a:lnTo>
                  <a:pt x="44" y="15"/>
                </a:lnTo>
                <a:lnTo>
                  <a:pt x="44" y="16"/>
                </a:lnTo>
                <a:lnTo>
                  <a:pt x="44" y="17"/>
                </a:lnTo>
                <a:lnTo>
                  <a:pt x="45" y="18"/>
                </a:lnTo>
                <a:lnTo>
                  <a:pt x="45" y="20"/>
                </a:lnTo>
                <a:lnTo>
                  <a:pt x="45" y="19"/>
                </a:lnTo>
                <a:lnTo>
                  <a:pt x="44" y="19"/>
                </a:lnTo>
                <a:lnTo>
                  <a:pt x="44" y="20"/>
                </a:lnTo>
                <a:lnTo>
                  <a:pt x="44" y="21"/>
                </a:lnTo>
                <a:lnTo>
                  <a:pt x="43" y="21"/>
                </a:lnTo>
                <a:lnTo>
                  <a:pt x="42" y="22"/>
                </a:lnTo>
                <a:lnTo>
                  <a:pt x="43" y="23"/>
                </a:lnTo>
                <a:lnTo>
                  <a:pt x="42" y="23"/>
                </a:lnTo>
                <a:lnTo>
                  <a:pt x="42" y="21"/>
                </a:lnTo>
                <a:lnTo>
                  <a:pt x="41" y="22"/>
                </a:lnTo>
                <a:lnTo>
                  <a:pt x="40" y="21"/>
                </a:lnTo>
                <a:lnTo>
                  <a:pt x="40" y="20"/>
                </a:lnTo>
                <a:lnTo>
                  <a:pt x="40" y="19"/>
                </a:lnTo>
                <a:lnTo>
                  <a:pt x="38" y="18"/>
                </a:lnTo>
                <a:lnTo>
                  <a:pt x="37" y="18"/>
                </a:lnTo>
                <a:lnTo>
                  <a:pt x="36" y="17"/>
                </a:lnTo>
                <a:lnTo>
                  <a:pt x="35" y="17"/>
                </a:lnTo>
                <a:lnTo>
                  <a:pt x="35" y="18"/>
                </a:lnTo>
                <a:lnTo>
                  <a:pt x="35" y="19"/>
                </a:lnTo>
                <a:lnTo>
                  <a:pt x="35" y="20"/>
                </a:lnTo>
                <a:lnTo>
                  <a:pt x="35" y="21"/>
                </a:lnTo>
                <a:lnTo>
                  <a:pt x="35" y="22"/>
                </a:lnTo>
                <a:lnTo>
                  <a:pt x="35" y="21"/>
                </a:lnTo>
                <a:lnTo>
                  <a:pt x="34" y="21"/>
                </a:lnTo>
                <a:lnTo>
                  <a:pt x="34" y="20"/>
                </a:lnTo>
                <a:lnTo>
                  <a:pt x="33" y="21"/>
                </a:lnTo>
                <a:lnTo>
                  <a:pt x="34" y="21"/>
                </a:lnTo>
                <a:lnTo>
                  <a:pt x="34" y="22"/>
                </a:lnTo>
                <a:lnTo>
                  <a:pt x="34" y="23"/>
                </a:lnTo>
                <a:lnTo>
                  <a:pt x="35" y="25"/>
                </a:lnTo>
                <a:lnTo>
                  <a:pt x="37" y="26"/>
                </a:lnTo>
                <a:lnTo>
                  <a:pt x="38" y="26"/>
                </a:lnTo>
                <a:lnTo>
                  <a:pt x="38" y="27"/>
                </a:lnTo>
                <a:lnTo>
                  <a:pt x="38" y="29"/>
                </a:lnTo>
                <a:lnTo>
                  <a:pt x="37" y="29"/>
                </a:lnTo>
                <a:lnTo>
                  <a:pt x="36" y="29"/>
                </a:lnTo>
                <a:lnTo>
                  <a:pt x="36" y="30"/>
                </a:lnTo>
                <a:lnTo>
                  <a:pt x="37" y="30"/>
                </a:lnTo>
                <a:lnTo>
                  <a:pt x="37" y="31"/>
                </a:lnTo>
                <a:lnTo>
                  <a:pt x="38" y="31"/>
                </a:lnTo>
                <a:lnTo>
                  <a:pt x="37" y="32"/>
                </a:lnTo>
                <a:lnTo>
                  <a:pt x="37" y="31"/>
                </a:lnTo>
                <a:lnTo>
                  <a:pt x="36" y="31"/>
                </a:lnTo>
                <a:lnTo>
                  <a:pt x="35" y="31"/>
                </a:lnTo>
                <a:lnTo>
                  <a:pt x="35" y="32"/>
                </a:lnTo>
                <a:lnTo>
                  <a:pt x="34" y="31"/>
                </a:lnTo>
                <a:lnTo>
                  <a:pt x="34" y="30"/>
                </a:lnTo>
                <a:lnTo>
                  <a:pt x="34" y="29"/>
                </a:lnTo>
                <a:lnTo>
                  <a:pt x="34" y="27"/>
                </a:lnTo>
                <a:lnTo>
                  <a:pt x="33" y="27"/>
                </a:lnTo>
                <a:lnTo>
                  <a:pt x="32" y="29"/>
                </a:lnTo>
                <a:lnTo>
                  <a:pt x="31" y="29"/>
                </a:lnTo>
                <a:lnTo>
                  <a:pt x="31" y="27"/>
                </a:lnTo>
                <a:lnTo>
                  <a:pt x="30" y="27"/>
                </a:lnTo>
                <a:lnTo>
                  <a:pt x="30" y="26"/>
                </a:lnTo>
                <a:lnTo>
                  <a:pt x="29" y="26"/>
                </a:lnTo>
                <a:lnTo>
                  <a:pt x="28" y="25"/>
                </a:lnTo>
                <a:lnTo>
                  <a:pt x="27" y="25"/>
                </a:lnTo>
                <a:lnTo>
                  <a:pt x="27" y="26"/>
                </a:lnTo>
                <a:lnTo>
                  <a:pt x="28" y="26"/>
                </a:lnTo>
                <a:lnTo>
                  <a:pt x="27" y="27"/>
                </a:lnTo>
                <a:lnTo>
                  <a:pt x="26" y="27"/>
                </a:lnTo>
                <a:lnTo>
                  <a:pt x="26" y="29"/>
                </a:lnTo>
                <a:lnTo>
                  <a:pt x="25" y="29"/>
                </a:lnTo>
                <a:lnTo>
                  <a:pt x="25" y="27"/>
                </a:lnTo>
                <a:lnTo>
                  <a:pt x="24" y="27"/>
                </a:lnTo>
                <a:lnTo>
                  <a:pt x="24" y="26"/>
                </a:lnTo>
                <a:lnTo>
                  <a:pt x="25" y="26"/>
                </a:lnTo>
                <a:lnTo>
                  <a:pt x="25" y="25"/>
                </a:lnTo>
                <a:lnTo>
                  <a:pt x="24" y="25"/>
                </a:lnTo>
                <a:lnTo>
                  <a:pt x="23" y="25"/>
                </a:lnTo>
                <a:lnTo>
                  <a:pt x="22" y="25"/>
                </a:lnTo>
                <a:lnTo>
                  <a:pt x="21" y="25"/>
                </a:lnTo>
                <a:lnTo>
                  <a:pt x="22" y="24"/>
                </a:lnTo>
                <a:lnTo>
                  <a:pt x="21" y="23"/>
                </a:lnTo>
                <a:lnTo>
                  <a:pt x="21" y="22"/>
                </a:lnTo>
                <a:lnTo>
                  <a:pt x="21" y="21"/>
                </a:lnTo>
                <a:lnTo>
                  <a:pt x="20" y="21"/>
                </a:lnTo>
                <a:lnTo>
                  <a:pt x="20" y="20"/>
                </a:lnTo>
                <a:lnTo>
                  <a:pt x="19" y="20"/>
                </a:lnTo>
                <a:lnTo>
                  <a:pt x="18" y="20"/>
                </a:lnTo>
                <a:lnTo>
                  <a:pt x="17" y="20"/>
                </a:lnTo>
                <a:lnTo>
                  <a:pt x="15" y="20"/>
                </a:lnTo>
                <a:lnTo>
                  <a:pt x="17" y="20"/>
                </a:lnTo>
                <a:lnTo>
                  <a:pt x="15" y="20"/>
                </a:lnTo>
                <a:lnTo>
                  <a:pt x="14" y="20"/>
                </a:lnTo>
                <a:lnTo>
                  <a:pt x="14" y="21"/>
                </a:lnTo>
                <a:lnTo>
                  <a:pt x="13" y="21"/>
                </a:lnTo>
                <a:lnTo>
                  <a:pt x="12" y="21"/>
                </a:lnTo>
                <a:lnTo>
                  <a:pt x="11" y="21"/>
                </a:lnTo>
                <a:lnTo>
                  <a:pt x="10" y="20"/>
                </a:lnTo>
                <a:lnTo>
                  <a:pt x="9" y="21"/>
                </a:lnTo>
                <a:lnTo>
                  <a:pt x="9" y="20"/>
                </a:lnTo>
                <a:lnTo>
                  <a:pt x="8" y="19"/>
                </a:lnTo>
                <a:lnTo>
                  <a:pt x="7" y="19"/>
                </a:lnTo>
                <a:lnTo>
                  <a:pt x="7" y="18"/>
                </a:lnTo>
                <a:lnTo>
                  <a:pt x="6" y="19"/>
                </a:lnTo>
                <a:lnTo>
                  <a:pt x="7" y="20"/>
                </a:lnTo>
                <a:lnTo>
                  <a:pt x="6" y="19"/>
                </a:lnTo>
                <a:lnTo>
                  <a:pt x="5" y="19"/>
                </a:lnTo>
                <a:lnTo>
                  <a:pt x="5" y="20"/>
                </a:lnTo>
                <a:lnTo>
                  <a:pt x="4" y="21"/>
                </a:lnTo>
                <a:lnTo>
                  <a:pt x="3" y="21"/>
                </a:lnTo>
                <a:lnTo>
                  <a:pt x="3" y="20"/>
                </a:lnTo>
                <a:lnTo>
                  <a:pt x="2" y="20"/>
                </a:lnTo>
                <a:lnTo>
                  <a:pt x="1" y="19"/>
                </a:lnTo>
                <a:lnTo>
                  <a:pt x="2" y="19"/>
                </a:lnTo>
                <a:lnTo>
                  <a:pt x="2" y="18"/>
                </a:lnTo>
                <a:lnTo>
                  <a:pt x="2" y="17"/>
                </a:lnTo>
                <a:lnTo>
                  <a:pt x="1" y="16"/>
                </a:lnTo>
                <a:lnTo>
                  <a:pt x="0" y="16"/>
                </a:lnTo>
                <a:lnTo>
                  <a:pt x="1" y="16"/>
                </a:lnTo>
                <a:lnTo>
                  <a:pt x="1" y="15"/>
                </a:lnTo>
                <a:lnTo>
                  <a:pt x="1" y="14"/>
                </a:lnTo>
                <a:lnTo>
                  <a:pt x="2" y="14"/>
                </a:lnTo>
                <a:lnTo>
                  <a:pt x="3" y="14"/>
                </a:lnTo>
                <a:lnTo>
                  <a:pt x="4" y="14"/>
                </a:lnTo>
                <a:lnTo>
                  <a:pt x="4" y="13"/>
                </a:lnTo>
                <a:lnTo>
                  <a:pt x="5" y="12"/>
                </a:lnTo>
                <a:lnTo>
                  <a:pt x="6" y="11"/>
                </a:lnTo>
                <a:lnTo>
                  <a:pt x="7" y="11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9" y="7"/>
                </a:lnTo>
                <a:lnTo>
                  <a:pt x="9" y="8"/>
                </a:lnTo>
                <a:lnTo>
                  <a:pt x="9" y="7"/>
                </a:lnTo>
                <a:lnTo>
                  <a:pt x="9" y="8"/>
                </a:lnTo>
                <a:lnTo>
                  <a:pt x="10" y="8"/>
                </a:lnTo>
                <a:lnTo>
                  <a:pt x="10" y="9"/>
                </a:lnTo>
                <a:lnTo>
                  <a:pt x="11" y="9"/>
                </a:lnTo>
                <a:lnTo>
                  <a:pt x="12" y="8"/>
                </a:lnTo>
                <a:lnTo>
                  <a:pt x="12" y="9"/>
                </a:lnTo>
                <a:lnTo>
                  <a:pt x="12" y="8"/>
                </a:lnTo>
                <a:lnTo>
                  <a:pt x="12" y="7"/>
                </a:lnTo>
                <a:lnTo>
                  <a:pt x="13" y="6"/>
                </a:lnTo>
                <a:lnTo>
                  <a:pt x="14" y="6"/>
                </a:lnTo>
                <a:lnTo>
                  <a:pt x="14" y="5"/>
                </a:lnTo>
                <a:lnTo>
                  <a:pt x="15" y="5"/>
                </a:lnTo>
                <a:lnTo>
                  <a:pt x="17" y="5"/>
                </a:lnTo>
                <a:lnTo>
                  <a:pt x="18" y="5"/>
                </a:lnTo>
                <a:lnTo>
                  <a:pt x="18" y="4"/>
                </a:lnTo>
                <a:lnTo>
                  <a:pt x="17" y="4"/>
                </a:lnTo>
                <a:lnTo>
                  <a:pt x="17" y="3"/>
                </a:lnTo>
                <a:lnTo>
                  <a:pt x="18" y="3"/>
                </a:lnTo>
                <a:lnTo>
                  <a:pt x="19" y="3"/>
                </a:lnTo>
                <a:lnTo>
                  <a:pt x="20" y="3"/>
                </a:lnTo>
                <a:lnTo>
                  <a:pt x="21" y="3"/>
                </a:lnTo>
                <a:lnTo>
                  <a:pt x="21" y="2"/>
                </a:lnTo>
                <a:lnTo>
                  <a:pt x="22" y="2"/>
                </a:lnTo>
                <a:lnTo>
                  <a:pt x="23" y="2"/>
                </a:lnTo>
                <a:lnTo>
                  <a:pt x="24" y="2"/>
                </a:lnTo>
                <a:lnTo>
                  <a:pt x="24" y="1"/>
                </a:lnTo>
                <a:lnTo>
                  <a:pt x="24" y="0"/>
                </a:lnTo>
                <a:lnTo>
                  <a:pt x="25" y="0"/>
                </a:lnTo>
                <a:lnTo>
                  <a:pt x="2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6" name=""/>
          <p:cNvSpPr/>
          <p:nvPr/>
        </p:nvSpPr>
        <p:spPr>
          <a:xfrm>
            <a:off x="4436640" y="431856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2" y="0"/>
                </a:move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7" name=""/>
          <p:cNvSpPr/>
          <p:nvPr/>
        </p:nvSpPr>
        <p:spPr>
          <a:xfrm>
            <a:off x="4437720" y="43182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8" name=""/>
          <p:cNvSpPr/>
          <p:nvPr/>
        </p:nvSpPr>
        <p:spPr>
          <a:xfrm>
            <a:off x="4437360" y="43156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3"/>
                </a:moveTo>
                <a:lnTo>
                  <a:pt x="0" y="2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9" name=""/>
          <p:cNvSpPr/>
          <p:nvPr/>
        </p:nvSpPr>
        <p:spPr>
          <a:xfrm>
            <a:off x="4440240" y="43135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70" name=""/>
          <p:cNvSpPr/>
          <p:nvPr/>
        </p:nvSpPr>
        <p:spPr>
          <a:xfrm>
            <a:off x="4439520" y="43131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71" name=""/>
          <p:cNvSpPr/>
          <p:nvPr/>
        </p:nvSpPr>
        <p:spPr>
          <a:xfrm>
            <a:off x="4437720" y="4313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72" name=""/>
          <p:cNvSpPr/>
          <p:nvPr/>
        </p:nvSpPr>
        <p:spPr>
          <a:xfrm>
            <a:off x="4438800" y="43128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73" name=""/>
          <p:cNvSpPr/>
          <p:nvPr/>
        </p:nvSpPr>
        <p:spPr>
          <a:xfrm>
            <a:off x="4440240" y="43128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74" name=""/>
          <p:cNvSpPr/>
          <p:nvPr/>
        </p:nvSpPr>
        <p:spPr>
          <a:xfrm>
            <a:off x="4440240" y="43128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75" name=""/>
          <p:cNvSpPr/>
          <p:nvPr/>
        </p:nvSpPr>
        <p:spPr>
          <a:xfrm>
            <a:off x="4438080" y="431136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0"/>
                </a:move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5" y="3"/>
                </a:lnTo>
                <a:lnTo>
                  <a:pt x="5" y="4"/>
                </a:lnTo>
                <a:lnTo>
                  <a:pt x="3" y="4"/>
                </a:ln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76" name=""/>
          <p:cNvSpPr/>
          <p:nvPr/>
        </p:nvSpPr>
        <p:spPr>
          <a:xfrm>
            <a:off x="4437720" y="43113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0"/>
                </a:move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77" name=""/>
          <p:cNvSpPr/>
          <p:nvPr/>
        </p:nvSpPr>
        <p:spPr>
          <a:xfrm>
            <a:off x="4438800" y="4311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78" name=""/>
          <p:cNvSpPr/>
          <p:nvPr/>
        </p:nvSpPr>
        <p:spPr>
          <a:xfrm>
            <a:off x="4439880" y="430740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1"/>
                </a:move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79" name=""/>
          <p:cNvSpPr/>
          <p:nvPr/>
        </p:nvSpPr>
        <p:spPr>
          <a:xfrm>
            <a:off x="4439880" y="4306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0" name=""/>
          <p:cNvSpPr/>
          <p:nvPr/>
        </p:nvSpPr>
        <p:spPr>
          <a:xfrm>
            <a:off x="4438080" y="430596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2" y="1"/>
                </a:moveTo>
                <a:lnTo>
                  <a:pt x="2" y="3"/>
                </a:lnTo>
                <a:lnTo>
                  <a:pt x="2" y="1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1" name=""/>
          <p:cNvSpPr/>
          <p:nvPr/>
        </p:nvSpPr>
        <p:spPr>
          <a:xfrm>
            <a:off x="4438440" y="43052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2" name=""/>
          <p:cNvSpPr/>
          <p:nvPr/>
        </p:nvSpPr>
        <p:spPr>
          <a:xfrm>
            <a:off x="4437720" y="43048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3" y="0"/>
                </a:moveTo>
                <a:lnTo>
                  <a:pt x="4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  <a:lnTo>
                  <a:pt x="1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3" name=""/>
          <p:cNvSpPr/>
          <p:nvPr/>
        </p:nvSpPr>
        <p:spPr>
          <a:xfrm>
            <a:off x="4442040" y="43048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4" name=""/>
          <p:cNvSpPr/>
          <p:nvPr/>
        </p:nvSpPr>
        <p:spPr>
          <a:xfrm>
            <a:off x="4413600" y="431928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5" y="0"/>
                </a:moveTo>
                <a:lnTo>
                  <a:pt x="6" y="2"/>
                </a:lnTo>
                <a:lnTo>
                  <a:pt x="6" y="3"/>
                </a:ln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2" y="6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1" y="4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5" name=""/>
          <p:cNvSpPr/>
          <p:nvPr/>
        </p:nvSpPr>
        <p:spPr>
          <a:xfrm>
            <a:off x="4414320" y="43178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6" name=""/>
          <p:cNvSpPr/>
          <p:nvPr/>
        </p:nvSpPr>
        <p:spPr>
          <a:xfrm>
            <a:off x="4413240" y="431712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3" y="6"/>
                </a:moveTo>
                <a:lnTo>
                  <a:pt x="3" y="4"/>
                </a:lnTo>
                <a:lnTo>
                  <a:pt x="3" y="6"/>
                </a:ln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3" y="4"/>
                </a:lnTo>
                <a:lnTo>
                  <a:pt x="3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7" name=""/>
          <p:cNvSpPr/>
          <p:nvPr/>
        </p:nvSpPr>
        <p:spPr>
          <a:xfrm>
            <a:off x="4414320" y="43174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8" name=""/>
          <p:cNvSpPr/>
          <p:nvPr/>
        </p:nvSpPr>
        <p:spPr>
          <a:xfrm>
            <a:off x="4762080" y="36637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89" name=""/>
          <p:cNvSpPr/>
          <p:nvPr/>
        </p:nvSpPr>
        <p:spPr>
          <a:xfrm>
            <a:off x="4762080" y="36637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90" name=""/>
          <p:cNvSpPr/>
          <p:nvPr/>
        </p:nvSpPr>
        <p:spPr>
          <a:xfrm>
            <a:off x="4762080" y="36637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91" name=""/>
          <p:cNvSpPr/>
          <p:nvPr/>
        </p:nvSpPr>
        <p:spPr>
          <a:xfrm>
            <a:off x="4762080" y="36637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92" name=""/>
          <p:cNvSpPr/>
          <p:nvPr/>
        </p:nvSpPr>
        <p:spPr>
          <a:xfrm>
            <a:off x="4768200" y="36576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93" name=""/>
          <p:cNvSpPr/>
          <p:nvPr/>
        </p:nvSpPr>
        <p:spPr>
          <a:xfrm>
            <a:off x="4768200" y="3656520"/>
            <a:ext cx="360" cy="1080"/>
          </a:xfrm>
          <a:custGeom>
            <a:avLst/>
            <a:gdLst/>
            <a:ahLst/>
            <a:rect l="0" t="0" r="r" b="b"/>
            <a:pathLst>
              <a:path w="1" h="3">
                <a:moveTo>
                  <a:pt x="0" y="3"/>
                </a:move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94" name=""/>
          <p:cNvSpPr/>
          <p:nvPr/>
        </p:nvSpPr>
        <p:spPr>
          <a:xfrm>
            <a:off x="4773240" y="365148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95" name=""/>
          <p:cNvSpPr/>
          <p:nvPr/>
        </p:nvSpPr>
        <p:spPr>
          <a:xfrm>
            <a:off x="4773240" y="36511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96" name=""/>
          <p:cNvSpPr/>
          <p:nvPr/>
        </p:nvSpPr>
        <p:spPr>
          <a:xfrm>
            <a:off x="4773960" y="36511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97" name=""/>
          <p:cNvSpPr/>
          <p:nvPr/>
        </p:nvSpPr>
        <p:spPr>
          <a:xfrm>
            <a:off x="4758120" y="3628800"/>
            <a:ext cx="60480" cy="41040"/>
          </a:xfrm>
          <a:custGeom>
            <a:avLst/>
            <a:gdLst/>
            <a:ahLst/>
            <a:rect l="0" t="0" r="r" b="b"/>
            <a:pathLst>
              <a:path w="168" h="114">
                <a:moveTo>
                  <a:pt x="11" y="98"/>
                </a:moveTo>
                <a:lnTo>
                  <a:pt x="11" y="99"/>
                </a:lnTo>
                <a:lnTo>
                  <a:pt x="11" y="100"/>
                </a:lnTo>
                <a:lnTo>
                  <a:pt x="12" y="100"/>
                </a:lnTo>
                <a:lnTo>
                  <a:pt x="11" y="100"/>
                </a:lnTo>
                <a:lnTo>
                  <a:pt x="11" y="101"/>
                </a:lnTo>
                <a:lnTo>
                  <a:pt x="11" y="102"/>
                </a:lnTo>
                <a:lnTo>
                  <a:pt x="11" y="101"/>
                </a:lnTo>
                <a:lnTo>
                  <a:pt x="12" y="101"/>
                </a:lnTo>
                <a:lnTo>
                  <a:pt x="12" y="100"/>
                </a:lnTo>
                <a:lnTo>
                  <a:pt x="13" y="100"/>
                </a:lnTo>
                <a:lnTo>
                  <a:pt x="14" y="99"/>
                </a:lnTo>
                <a:lnTo>
                  <a:pt x="15" y="99"/>
                </a:lnTo>
                <a:lnTo>
                  <a:pt x="16" y="99"/>
                </a:lnTo>
                <a:lnTo>
                  <a:pt x="16" y="98"/>
                </a:lnTo>
                <a:lnTo>
                  <a:pt x="16" y="97"/>
                </a:lnTo>
                <a:lnTo>
                  <a:pt x="16" y="96"/>
                </a:lnTo>
                <a:lnTo>
                  <a:pt x="16" y="97"/>
                </a:lnTo>
                <a:lnTo>
                  <a:pt x="17" y="97"/>
                </a:lnTo>
                <a:lnTo>
                  <a:pt x="17" y="96"/>
                </a:lnTo>
                <a:lnTo>
                  <a:pt x="17" y="95"/>
                </a:lnTo>
                <a:lnTo>
                  <a:pt x="18" y="95"/>
                </a:lnTo>
                <a:lnTo>
                  <a:pt x="18" y="94"/>
                </a:lnTo>
                <a:lnTo>
                  <a:pt x="18" y="93"/>
                </a:lnTo>
                <a:lnTo>
                  <a:pt x="18" y="92"/>
                </a:lnTo>
                <a:lnTo>
                  <a:pt x="17" y="91"/>
                </a:lnTo>
                <a:lnTo>
                  <a:pt x="17" y="90"/>
                </a:lnTo>
                <a:lnTo>
                  <a:pt x="16" y="90"/>
                </a:lnTo>
                <a:lnTo>
                  <a:pt x="15" y="90"/>
                </a:lnTo>
                <a:lnTo>
                  <a:pt x="15" y="89"/>
                </a:lnTo>
                <a:lnTo>
                  <a:pt x="15" y="88"/>
                </a:lnTo>
                <a:lnTo>
                  <a:pt x="15" y="87"/>
                </a:lnTo>
                <a:lnTo>
                  <a:pt x="16" y="87"/>
                </a:lnTo>
                <a:lnTo>
                  <a:pt x="16" y="86"/>
                </a:lnTo>
                <a:lnTo>
                  <a:pt x="17" y="86"/>
                </a:lnTo>
                <a:lnTo>
                  <a:pt x="17" y="85"/>
                </a:lnTo>
                <a:lnTo>
                  <a:pt x="18" y="85"/>
                </a:lnTo>
                <a:lnTo>
                  <a:pt x="18" y="84"/>
                </a:lnTo>
                <a:lnTo>
                  <a:pt x="19" y="84"/>
                </a:lnTo>
                <a:lnTo>
                  <a:pt x="19" y="83"/>
                </a:lnTo>
                <a:lnTo>
                  <a:pt x="20" y="83"/>
                </a:lnTo>
                <a:lnTo>
                  <a:pt x="20" y="82"/>
                </a:lnTo>
                <a:lnTo>
                  <a:pt x="21" y="82"/>
                </a:lnTo>
                <a:lnTo>
                  <a:pt x="21" y="81"/>
                </a:lnTo>
                <a:lnTo>
                  <a:pt x="22" y="80"/>
                </a:lnTo>
                <a:lnTo>
                  <a:pt x="23" y="80"/>
                </a:lnTo>
                <a:lnTo>
                  <a:pt x="24" y="80"/>
                </a:lnTo>
                <a:lnTo>
                  <a:pt x="24" y="79"/>
                </a:lnTo>
                <a:lnTo>
                  <a:pt x="24" y="78"/>
                </a:lnTo>
                <a:lnTo>
                  <a:pt x="25" y="78"/>
                </a:lnTo>
                <a:lnTo>
                  <a:pt x="25" y="77"/>
                </a:lnTo>
                <a:lnTo>
                  <a:pt x="26" y="77"/>
                </a:lnTo>
                <a:lnTo>
                  <a:pt x="26" y="76"/>
                </a:lnTo>
                <a:lnTo>
                  <a:pt x="27" y="76"/>
                </a:lnTo>
                <a:lnTo>
                  <a:pt x="28" y="76"/>
                </a:lnTo>
                <a:lnTo>
                  <a:pt x="27" y="76"/>
                </a:lnTo>
                <a:lnTo>
                  <a:pt x="28" y="76"/>
                </a:lnTo>
                <a:lnTo>
                  <a:pt x="28" y="77"/>
                </a:lnTo>
                <a:lnTo>
                  <a:pt x="29" y="77"/>
                </a:lnTo>
                <a:lnTo>
                  <a:pt x="29" y="76"/>
                </a:lnTo>
                <a:lnTo>
                  <a:pt x="29" y="75"/>
                </a:lnTo>
                <a:lnTo>
                  <a:pt x="29" y="74"/>
                </a:lnTo>
                <a:lnTo>
                  <a:pt x="30" y="74"/>
                </a:lnTo>
                <a:lnTo>
                  <a:pt x="31" y="74"/>
                </a:lnTo>
                <a:lnTo>
                  <a:pt x="31" y="73"/>
                </a:lnTo>
                <a:lnTo>
                  <a:pt x="32" y="73"/>
                </a:lnTo>
                <a:lnTo>
                  <a:pt x="32" y="72"/>
                </a:lnTo>
                <a:lnTo>
                  <a:pt x="33" y="72"/>
                </a:lnTo>
                <a:lnTo>
                  <a:pt x="34" y="72"/>
                </a:lnTo>
                <a:lnTo>
                  <a:pt x="34" y="71"/>
                </a:lnTo>
                <a:lnTo>
                  <a:pt x="34" y="70"/>
                </a:lnTo>
                <a:lnTo>
                  <a:pt x="35" y="69"/>
                </a:lnTo>
                <a:lnTo>
                  <a:pt x="36" y="69"/>
                </a:lnTo>
                <a:lnTo>
                  <a:pt x="36" y="68"/>
                </a:lnTo>
                <a:lnTo>
                  <a:pt x="37" y="68"/>
                </a:lnTo>
                <a:lnTo>
                  <a:pt x="37" y="67"/>
                </a:lnTo>
                <a:lnTo>
                  <a:pt x="38" y="67"/>
                </a:lnTo>
                <a:lnTo>
                  <a:pt x="38" y="66"/>
                </a:lnTo>
                <a:lnTo>
                  <a:pt x="39" y="66"/>
                </a:lnTo>
                <a:lnTo>
                  <a:pt x="40" y="66"/>
                </a:lnTo>
                <a:lnTo>
                  <a:pt x="40" y="65"/>
                </a:lnTo>
                <a:lnTo>
                  <a:pt x="41" y="65"/>
                </a:lnTo>
                <a:lnTo>
                  <a:pt x="42" y="64"/>
                </a:lnTo>
                <a:lnTo>
                  <a:pt x="42" y="65"/>
                </a:lnTo>
                <a:lnTo>
                  <a:pt x="41" y="65"/>
                </a:lnTo>
                <a:lnTo>
                  <a:pt x="42" y="65"/>
                </a:lnTo>
                <a:lnTo>
                  <a:pt x="42" y="64"/>
                </a:lnTo>
                <a:lnTo>
                  <a:pt x="43" y="64"/>
                </a:lnTo>
                <a:lnTo>
                  <a:pt x="44" y="64"/>
                </a:lnTo>
                <a:lnTo>
                  <a:pt x="45" y="64"/>
                </a:lnTo>
                <a:lnTo>
                  <a:pt x="45" y="63"/>
                </a:lnTo>
                <a:lnTo>
                  <a:pt x="46" y="63"/>
                </a:lnTo>
                <a:lnTo>
                  <a:pt x="47" y="63"/>
                </a:lnTo>
                <a:lnTo>
                  <a:pt x="48" y="62"/>
                </a:lnTo>
                <a:lnTo>
                  <a:pt x="48" y="63"/>
                </a:lnTo>
                <a:lnTo>
                  <a:pt x="48" y="62"/>
                </a:lnTo>
                <a:lnTo>
                  <a:pt x="49" y="62"/>
                </a:lnTo>
                <a:lnTo>
                  <a:pt x="48" y="62"/>
                </a:lnTo>
                <a:lnTo>
                  <a:pt x="48" y="61"/>
                </a:lnTo>
                <a:lnTo>
                  <a:pt x="48" y="62"/>
                </a:lnTo>
                <a:lnTo>
                  <a:pt x="49" y="62"/>
                </a:lnTo>
                <a:lnTo>
                  <a:pt x="50" y="62"/>
                </a:lnTo>
                <a:lnTo>
                  <a:pt x="50" y="61"/>
                </a:lnTo>
                <a:lnTo>
                  <a:pt x="50" y="62"/>
                </a:lnTo>
                <a:lnTo>
                  <a:pt x="50" y="61"/>
                </a:lnTo>
                <a:lnTo>
                  <a:pt x="51" y="61"/>
                </a:lnTo>
                <a:lnTo>
                  <a:pt x="51" y="60"/>
                </a:lnTo>
                <a:lnTo>
                  <a:pt x="51" y="58"/>
                </a:lnTo>
                <a:lnTo>
                  <a:pt x="51" y="57"/>
                </a:lnTo>
                <a:lnTo>
                  <a:pt x="51" y="55"/>
                </a:lnTo>
                <a:lnTo>
                  <a:pt x="52" y="55"/>
                </a:lnTo>
                <a:lnTo>
                  <a:pt x="52" y="54"/>
                </a:lnTo>
                <a:lnTo>
                  <a:pt x="53" y="54"/>
                </a:lnTo>
                <a:lnTo>
                  <a:pt x="54" y="54"/>
                </a:lnTo>
                <a:lnTo>
                  <a:pt x="54" y="53"/>
                </a:lnTo>
                <a:lnTo>
                  <a:pt x="55" y="53"/>
                </a:lnTo>
                <a:lnTo>
                  <a:pt x="56" y="53"/>
                </a:lnTo>
                <a:lnTo>
                  <a:pt x="56" y="52"/>
                </a:lnTo>
                <a:lnTo>
                  <a:pt x="57" y="52"/>
                </a:lnTo>
                <a:lnTo>
                  <a:pt x="58" y="52"/>
                </a:lnTo>
                <a:lnTo>
                  <a:pt x="58" y="51"/>
                </a:lnTo>
                <a:lnTo>
                  <a:pt x="59" y="51"/>
                </a:lnTo>
                <a:lnTo>
                  <a:pt x="59" y="50"/>
                </a:lnTo>
                <a:lnTo>
                  <a:pt x="61" y="50"/>
                </a:lnTo>
                <a:lnTo>
                  <a:pt x="62" y="49"/>
                </a:lnTo>
                <a:lnTo>
                  <a:pt x="63" y="49"/>
                </a:lnTo>
                <a:lnTo>
                  <a:pt x="63" y="48"/>
                </a:lnTo>
                <a:lnTo>
                  <a:pt x="64" y="48"/>
                </a:lnTo>
                <a:lnTo>
                  <a:pt x="64" y="47"/>
                </a:lnTo>
                <a:lnTo>
                  <a:pt x="65" y="47"/>
                </a:lnTo>
                <a:lnTo>
                  <a:pt x="65" y="46"/>
                </a:lnTo>
                <a:lnTo>
                  <a:pt x="66" y="45"/>
                </a:lnTo>
                <a:lnTo>
                  <a:pt x="67" y="44"/>
                </a:lnTo>
                <a:lnTo>
                  <a:pt x="68" y="44"/>
                </a:lnTo>
                <a:lnTo>
                  <a:pt x="68" y="45"/>
                </a:lnTo>
                <a:lnTo>
                  <a:pt x="68" y="46"/>
                </a:lnTo>
                <a:lnTo>
                  <a:pt x="69" y="47"/>
                </a:lnTo>
                <a:lnTo>
                  <a:pt x="70" y="47"/>
                </a:lnTo>
                <a:lnTo>
                  <a:pt x="71" y="47"/>
                </a:lnTo>
                <a:lnTo>
                  <a:pt x="72" y="47"/>
                </a:lnTo>
                <a:lnTo>
                  <a:pt x="72" y="46"/>
                </a:lnTo>
                <a:lnTo>
                  <a:pt x="73" y="46"/>
                </a:lnTo>
                <a:lnTo>
                  <a:pt x="73" y="45"/>
                </a:lnTo>
                <a:lnTo>
                  <a:pt x="74" y="45"/>
                </a:lnTo>
                <a:lnTo>
                  <a:pt x="75" y="45"/>
                </a:lnTo>
                <a:lnTo>
                  <a:pt x="74" y="45"/>
                </a:lnTo>
                <a:lnTo>
                  <a:pt x="75" y="45"/>
                </a:lnTo>
                <a:lnTo>
                  <a:pt x="76" y="45"/>
                </a:lnTo>
                <a:lnTo>
                  <a:pt x="77" y="45"/>
                </a:lnTo>
                <a:lnTo>
                  <a:pt x="77" y="46"/>
                </a:lnTo>
                <a:lnTo>
                  <a:pt x="77" y="45"/>
                </a:lnTo>
                <a:lnTo>
                  <a:pt x="78" y="45"/>
                </a:lnTo>
                <a:lnTo>
                  <a:pt x="77" y="46"/>
                </a:lnTo>
                <a:lnTo>
                  <a:pt x="78" y="46"/>
                </a:lnTo>
                <a:lnTo>
                  <a:pt x="79" y="46"/>
                </a:lnTo>
                <a:lnTo>
                  <a:pt x="79" y="45"/>
                </a:lnTo>
                <a:lnTo>
                  <a:pt x="79" y="44"/>
                </a:lnTo>
                <a:lnTo>
                  <a:pt x="78" y="43"/>
                </a:lnTo>
                <a:lnTo>
                  <a:pt x="77" y="44"/>
                </a:lnTo>
                <a:lnTo>
                  <a:pt x="77" y="43"/>
                </a:lnTo>
                <a:lnTo>
                  <a:pt x="76" y="43"/>
                </a:lnTo>
                <a:lnTo>
                  <a:pt x="76" y="41"/>
                </a:lnTo>
                <a:lnTo>
                  <a:pt x="76" y="40"/>
                </a:lnTo>
                <a:lnTo>
                  <a:pt x="76" y="39"/>
                </a:lnTo>
                <a:lnTo>
                  <a:pt x="77" y="39"/>
                </a:lnTo>
                <a:lnTo>
                  <a:pt x="77" y="38"/>
                </a:lnTo>
                <a:lnTo>
                  <a:pt x="77" y="39"/>
                </a:lnTo>
                <a:lnTo>
                  <a:pt x="77" y="38"/>
                </a:lnTo>
                <a:lnTo>
                  <a:pt x="78" y="38"/>
                </a:lnTo>
                <a:lnTo>
                  <a:pt x="79" y="38"/>
                </a:lnTo>
                <a:lnTo>
                  <a:pt x="79" y="37"/>
                </a:lnTo>
                <a:lnTo>
                  <a:pt x="80" y="37"/>
                </a:lnTo>
                <a:lnTo>
                  <a:pt x="79" y="37"/>
                </a:lnTo>
                <a:lnTo>
                  <a:pt x="79" y="36"/>
                </a:lnTo>
                <a:lnTo>
                  <a:pt x="78" y="36"/>
                </a:lnTo>
                <a:lnTo>
                  <a:pt x="78" y="35"/>
                </a:lnTo>
                <a:lnTo>
                  <a:pt x="79" y="35"/>
                </a:lnTo>
                <a:lnTo>
                  <a:pt x="79" y="36"/>
                </a:lnTo>
                <a:lnTo>
                  <a:pt x="80" y="37"/>
                </a:lnTo>
                <a:lnTo>
                  <a:pt x="81" y="37"/>
                </a:lnTo>
                <a:lnTo>
                  <a:pt x="81" y="36"/>
                </a:lnTo>
                <a:lnTo>
                  <a:pt x="82" y="36"/>
                </a:lnTo>
                <a:lnTo>
                  <a:pt x="83" y="36"/>
                </a:lnTo>
                <a:lnTo>
                  <a:pt x="82" y="36"/>
                </a:lnTo>
                <a:lnTo>
                  <a:pt x="82" y="35"/>
                </a:lnTo>
                <a:lnTo>
                  <a:pt x="81" y="35"/>
                </a:lnTo>
                <a:lnTo>
                  <a:pt x="81" y="34"/>
                </a:lnTo>
                <a:lnTo>
                  <a:pt x="82" y="34"/>
                </a:lnTo>
                <a:lnTo>
                  <a:pt x="82" y="33"/>
                </a:lnTo>
                <a:lnTo>
                  <a:pt x="82" y="32"/>
                </a:lnTo>
                <a:lnTo>
                  <a:pt x="82" y="33"/>
                </a:lnTo>
                <a:lnTo>
                  <a:pt x="82" y="34"/>
                </a:lnTo>
                <a:lnTo>
                  <a:pt x="82" y="35"/>
                </a:lnTo>
                <a:lnTo>
                  <a:pt x="83" y="35"/>
                </a:lnTo>
                <a:lnTo>
                  <a:pt x="84" y="35"/>
                </a:lnTo>
                <a:lnTo>
                  <a:pt x="83" y="35"/>
                </a:lnTo>
                <a:lnTo>
                  <a:pt x="83" y="36"/>
                </a:lnTo>
                <a:lnTo>
                  <a:pt x="84" y="36"/>
                </a:lnTo>
                <a:lnTo>
                  <a:pt x="85" y="36"/>
                </a:lnTo>
                <a:lnTo>
                  <a:pt x="85" y="35"/>
                </a:lnTo>
                <a:lnTo>
                  <a:pt x="86" y="35"/>
                </a:lnTo>
                <a:lnTo>
                  <a:pt x="87" y="35"/>
                </a:lnTo>
                <a:lnTo>
                  <a:pt x="87" y="34"/>
                </a:lnTo>
                <a:lnTo>
                  <a:pt x="86" y="33"/>
                </a:lnTo>
                <a:lnTo>
                  <a:pt x="87" y="33"/>
                </a:lnTo>
                <a:lnTo>
                  <a:pt x="87" y="34"/>
                </a:lnTo>
                <a:lnTo>
                  <a:pt x="88" y="34"/>
                </a:lnTo>
                <a:lnTo>
                  <a:pt x="88" y="33"/>
                </a:lnTo>
                <a:lnTo>
                  <a:pt x="89" y="33"/>
                </a:lnTo>
                <a:lnTo>
                  <a:pt x="90" y="33"/>
                </a:lnTo>
                <a:lnTo>
                  <a:pt x="90" y="32"/>
                </a:lnTo>
                <a:lnTo>
                  <a:pt x="91" y="32"/>
                </a:lnTo>
                <a:lnTo>
                  <a:pt x="91" y="31"/>
                </a:lnTo>
                <a:lnTo>
                  <a:pt x="92" y="31"/>
                </a:lnTo>
                <a:lnTo>
                  <a:pt x="93" y="31"/>
                </a:lnTo>
                <a:lnTo>
                  <a:pt x="93" y="30"/>
                </a:lnTo>
                <a:lnTo>
                  <a:pt x="92" y="30"/>
                </a:lnTo>
                <a:lnTo>
                  <a:pt x="93" y="30"/>
                </a:lnTo>
                <a:lnTo>
                  <a:pt x="92" y="29"/>
                </a:lnTo>
                <a:lnTo>
                  <a:pt x="91" y="28"/>
                </a:lnTo>
                <a:lnTo>
                  <a:pt x="91" y="27"/>
                </a:lnTo>
                <a:lnTo>
                  <a:pt x="91" y="26"/>
                </a:lnTo>
                <a:lnTo>
                  <a:pt x="92" y="26"/>
                </a:lnTo>
                <a:lnTo>
                  <a:pt x="93" y="26"/>
                </a:lnTo>
                <a:lnTo>
                  <a:pt x="92" y="27"/>
                </a:lnTo>
                <a:lnTo>
                  <a:pt x="93" y="28"/>
                </a:lnTo>
                <a:lnTo>
                  <a:pt x="93" y="29"/>
                </a:lnTo>
                <a:lnTo>
                  <a:pt x="93" y="30"/>
                </a:lnTo>
                <a:lnTo>
                  <a:pt x="94" y="30"/>
                </a:lnTo>
                <a:lnTo>
                  <a:pt x="95" y="30"/>
                </a:lnTo>
                <a:lnTo>
                  <a:pt x="96" y="30"/>
                </a:lnTo>
                <a:lnTo>
                  <a:pt x="97" y="30"/>
                </a:lnTo>
                <a:lnTo>
                  <a:pt x="99" y="30"/>
                </a:lnTo>
                <a:lnTo>
                  <a:pt x="100" y="30"/>
                </a:lnTo>
                <a:lnTo>
                  <a:pt x="99" y="30"/>
                </a:lnTo>
                <a:lnTo>
                  <a:pt x="99" y="29"/>
                </a:lnTo>
                <a:lnTo>
                  <a:pt x="100" y="29"/>
                </a:lnTo>
                <a:lnTo>
                  <a:pt x="99" y="29"/>
                </a:lnTo>
                <a:lnTo>
                  <a:pt x="100" y="29"/>
                </a:lnTo>
                <a:lnTo>
                  <a:pt x="99" y="29"/>
                </a:lnTo>
                <a:lnTo>
                  <a:pt x="99" y="28"/>
                </a:lnTo>
                <a:lnTo>
                  <a:pt x="100" y="28"/>
                </a:lnTo>
                <a:lnTo>
                  <a:pt x="100" y="27"/>
                </a:lnTo>
                <a:lnTo>
                  <a:pt x="100" y="26"/>
                </a:lnTo>
                <a:lnTo>
                  <a:pt x="101" y="26"/>
                </a:lnTo>
                <a:lnTo>
                  <a:pt x="103" y="26"/>
                </a:lnTo>
                <a:lnTo>
                  <a:pt x="104" y="26"/>
                </a:lnTo>
                <a:lnTo>
                  <a:pt x="105" y="27"/>
                </a:lnTo>
                <a:lnTo>
                  <a:pt x="105" y="28"/>
                </a:lnTo>
                <a:lnTo>
                  <a:pt x="106" y="28"/>
                </a:lnTo>
                <a:lnTo>
                  <a:pt x="107" y="27"/>
                </a:lnTo>
                <a:lnTo>
                  <a:pt x="108" y="27"/>
                </a:lnTo>
                <a:lnTo>
                  <a:pt x="109" y="27"/>
                </a:lnTo>
                <a:lnTo>
                  <a:pt x="109" y="26"/>
                </a:lnTo>
                <a:lnTo>
                  <a:pt x="110" y="26"/>
                </a:lnTo>
                <a:lnTo>
                  <a:pt x="110" y="27"/>
                </a:lnTo>
                <a:lnTo>
                  <a:pt x="111" y="27"/>
                </a:lnTo>
                <a:lnTo>
                  <a:pt x="111" y="28"/>
                </a:lnTo>
                <a:lnTo>
                  <a:pt x="111" y="29"/>
                </a:lnTo>
                <a:lnTo>
                  <a:pt x="112" y="29"/>
                </a:lnTo>
                <a:lnTo>
                  <a:pt x="113" y="29"/>
                </a:lnTo>
                <a:lnTo>
                  <a:pt x="114" y="29"/>
                </a:lnTo>
                <a:lnTo>
                  <a:pt x="114" y="28"/>
                </a:lnTo>
                <a:lnTo>
                  <a:pt x="113" y="28"/>
                </a:lnTo>
                <a:lnTo>
                  <a:pt x="114" y="28"/>
                </a:lnTo>
                <a:lnTo>
                  <a:pt x="113" y="27"/>
                </a:lnTo>
                <a:lnTo>
                  <a:pt x="113" y="26"/>
                </a:lnTo>
                <a:lnTo>
                  <a:pt x="113" y="25"/>
                </a:lnTo>
                <a:lnTo>
                  <a:pt x="113" y="24"/>
                </a:lnTo>
                <a:lnTo>
                  <a:pt x="113" y="25"/>
                </a:lnTo>
                <a:lnTo>
                  <a:pt x="113" y="24"/>
                </a:lnTo>
                <a:lnTo>
                  <a:pt x="114" y="24"/>
                </a:lnTo>
                <a:lnTo>
                  <a:pt x="115" y="25"/>
                </a:lnTo>
                <a:lnTo>
                  <a:pt x="115" y="24"/>
                </a:lnTo>
                <a:lnTo>
                  <a:pt x="115" y="23"/>
                </a:lnTo>
                <a:lnTo>
                  <a:pt x="116" y="24"/>
                </a:lnTo>
                <a:lnTo>
                  <a:pt x="115" y="25"/>
                </a:lnTo>
                <a:lnTo>
                  <a:pt x="116" y="25"/>
                </a:lnTo>
                <a:lnTo>
                  <a:pt x="116" y="24"/>
                </a:lnTo>
                <a:lnTo>
                  <a:pt x="117" y="23"/>
                </a:lnTo>
                <a:lnTo>
                  <a:pt x="117" y="22"/>
                </a:lnTo>
                <a:lnTo>
                  <a:pt x="117" y="21"/>
                </a:lnTo>
                <a:lnTo>
                  <a:pt x="118" y="21"/>
                </a:lnTo>
                <a:lnTo>
                  <a:pt x="118" y="20"/>
                </a:lnTo>
                <a:lnTo>
                  <a:pt x="119" y="19"/>
                </a:lnTo>
                <a:lnTo>
                  <a:pt x="120" y="19"/>
                </a:lnTo>
                <a:lnTo>
                  <a:pt x="120" y="18"/>
                </a:lnTo>
                <a:lnTo>
                  <a:pt x="121" y="18"/>
                </a:lnTo>
                <a:lnTo>
                  <a:pt x="121" y="19"/>
                </a:lnTo>
                <a:lnTo>
                  <a:pt x="122" y="19"/>
                </a:lnTo>
                <a:lnTo>
                  <a:pt x="122" y="20"/>
                </a:lnTo>
                <a:lnTo>
                  <a:pt x="123" y="20"/>
                </a:lnTo>
                <a:lnTo>
                  <a:pt x="124" y="20"/>
                </a:lnTo>
                <a:lnTo>
                  <a:pt x="124" y="19"/>
                </a:lnTo>
                <a:lnTo>
                  <a:pt x="124" y="18"/>
                </a:lnTo>
                <a:lnTo>
                  <a:pt x="124" y="17"/>
                </a:lnTo>
                <a:lnTo>
                  <a:pt x="124" y="18"/>
                </a:lnTo>
                <a:lnTo>
                  <a:pt x="125" y="19"/>
                </a:lnTo>
                <a:lnTo>
                  <a:pt x="125" y="18"/>
                </a:lnTo>
                <a:lnTo>
                  <a:pt x="125" y="17"/>
                </a:lnTo>
                <a:lnTo>
                  <a:pt x="125" y="16"/>
                </a:lnTo>
                <a:lnTo>
                  <a:pt x="125" y="15"/>
                </a:lnTo>
                <a:lnTo>
                  <a:pt x="126" y="15"/>
                </a:lnTo>
                <a:lnTo>
                  <a:pt x="126" y="14"/>
                </a:lnTo>
                <a:lnTo>
                  <a:pt x="127" y="14"/>
                </a:lnTo>
                <a:lnTo>
                  <a:pt x="127" y="13"/>
                </a:lnTo>
                <a:lnTo>
                  <a:pt x="128" y="13"/>
                </a:lnTo>
                <a:lnTo>
                  <a:pt x="129" y="13"/>
                </a:lnTo>
                <a:lnTo>
                  <a:pt x="130" y="13"/>
                </a:lnTo>
                <a:lnTo>
                  <a:pt x="130" y="14"/>
                </a:lnTo>
                <a:lnTo>
                  <a:pt x="130" y="15"/>
                </a:lnTo>
                <a:lnTo>
                  <a:pt x="131" y="15"/>
                </a:lnTo>
                <a:lnTo>
                  <a:pt x="131" y="16"/>
                </a:lnTo>
                <a:lnTo>
                  <a:pt x="132" y="16"/>
                </a:lnTo>
                <a:lnTo>
                  <a:pt x="133" y="15"/>
                </a:lnTo>
                <a:lnTo>
                  <a:pt x="134" y="15"/>
                </a:lnTo>
                <a:lnTo>
                  <a:pt x="135" y="15"/>
                </a:lnTo>
                <a:lnTo>
                  <a:pt x="136" y="15"/>
                </a:lnTo>
                <a:lnTo>
                  <a:pt x="137" y="15"/>
                </a:lnTo>
                <a:lnTo>
                  <a:pt x="138" y="15"/>
                </a:lnTo>
                <a:lnTo>
                  <a:pt x="138" y="14"/>
                </a:lnTo>
                <a:lnTo>
                  <a:pt x="137" y="14"/>
                </a:lnTo>
                <a:lnTo>
                  <a:pt x="137" y="13"/>
                </a:lnTo>
                <a:lnTo>
                  <a:pt x="136" y="13"/>
                </a:lnTo>
                <a:lnTo>
                  <a:pt x="135" y="13"/>
                </a:lnTo>
                <a:lnTo>
                  <a:pt x="134" y="13"/>
                </a:lnTo>
                <a:lnTo>
                  <a:pt x="134" y="12"/>
                </a:lnTo>
                <a:lnTo>
                  <a:pt x="133" y="12"/>
                </a:lnTo>
                <a:lnTo>
                  <a:pt x="133" y="11"/>
                </a:lnTo>
                <a:lnTo>
                  <a:pt x="133" y="10"/>
                </a:lnTo>
                <a:lnTo>
                  <a:pt x="134" y="9"/>
                </a:lnTo>
                <a:lnTo>
                  <a:pt x="135" y="9"/>
                </a:lnTo>
                <a:lnTo>
                  <a:pt x="135" y="8"/>
                </a:lnTo>
                <a:lnTo>
                  <a:pt x="136" y="8"/>
                </a:lnTo>
                <a:lnTo>
                  <a:pt x="137" y="8"/>
                </a:lnTo>
                <a:lnTo>
                  <a:pt x="137" y="7"/>
                </a:lnTo>
                <a:lnTo>
                  <a:pt x="138" y="6"/>
                </a:lnTo>
                <a:lnTo>
                  <a:pt x="139" y="6"/>
                </a:lnTo>
                <a:lnTo>
                  <a:pt x="139" y="5"/>
                </a:lnTo>
                <a:lnTo>
                  <a:pt x="140" y="5"/>
                </a:lnTo>
                <a:lnTo>
                  <a:pt x="140" y="4"/>
                </a:lnTo>
                <a:lnTo>
                  <a:pt x="141" y="4"/>
                </a:lnTo>
                <a:lnTo>
                  <a:pt x="142" y="4"/>
                </a:lnTo>
                <a:lnTo>
                  <a:pt x="143" y="4"/>
                </a:lnTo>
                <a:lnTo>
                  <a:pt x="144" y="4"/>
                </a:lnTo>
                <a:lnTo>
                  <a:pt x="144" y="3"/>
                </a:lnTo>
                <a:lnTo>
                  <a:pt x="145" y="3"/>
                </a:lnTo>
                <a:lnTo>
                  <a:pt x="145" y="2"/>
                </a:lnTo>
                <a:lnTo>
                  <a:pt x="147" y="2"/>
                </a:lnTo>
                <a:lnTo>
                  <a:pt x="148" y="3"/>
                </a:lnTo>
                <a:lnTo>
                  <a:pt x="148" y="4"/>
                </a:lnTo>
                <a:lnTo>
                  <a:pt x="148" y="5"/>
                </a:lnTo>
                <a:lnTo>
                  <a:pt x="148" y="4"/>
                </a:lnTo>
                <a:lnTo>
                  <a:pt x="148" y="5"/>
                </a:lnTo>
                <a:lnTo>
                  <a:pt x="149" y="5"/>
                </a:lnTo>
                <a:lnTo>
                  <a:pt x="150" y="5"/>
                </a:lnTo>
                <a:lnTo>
                  <a:pt x="150" y="4"/>
                </a:lnTo>
                <a:lnTo>
                  <a:pt x="151" y="4"/>
                </a:lnTo>
                <a:lnTo>
                  <a:pt x="152" y="4"/>
                </a:lnTo>
                <a:lnTo>
                  <a:pt x="152" y="3"/>
                </a:lnTo>
                <a:lnTo>
                  <a:pt x="153" y="3"/>
                </a:lnTo>
                <a:lnTo>
                  <a:pt x="154" y="2"/>
                </a:lnTo>
                <a:lnTo>
                  <a:pt x="154" y="1"/>
                </a:lnTo>
                <a:lnTo>
                  <a:pt x="155" y="1"/>
                </a:lnTo>
                <a:lnTo>
                  <a:pt x="156" y="1"/>
                </a:lnTo>
                <a:lnTo>
                  <a:pt x="156" y="2"/>
                </a:lnTo>
                <a:lnTo>
                  <a:pt x="157" y="2"/>
                </a:lnTo>
                <a:lnTo>
                  <a:pt x="157" y="1"/>
                </a:lnTo>
                <a:lnTo>
                  <a:pt x="158" y="1"/>
                </a:lnTo>
                <a:lnTo>
                  <a:pt x="158" y="0"/>
                </a:lnTo>
                <a:lnTo>
                  <a:pt x="159" y="0"/>
                </a:lnTo>
                <a:lnTo>
                  <a:pt x="159" y="1"/>
                </a:lnTo>
                <a:lnTo>
                  <a:pt x="158" y="2"/>
                </a:lnTo>
                <a:lnTo>
                  <a:pt x="158" y="3"/>
                </a:lnTo>
                <a:lnTo>
                  <a:pt x="159" y="3"/>
                </a:lnTo>
                <a:lnTo>
                  <a:pt x="160" y="3"/>
                </a:lnTo>
                <a:lnTo>
                  <a:pt x="160" y="4"/>
                </a:lnTo>
                <a:lnTo>
                  <a:pt x="161" y="4"/>
                </a:lnTo>
                <a:lnTo>
                  <a:pt x="162" y="3"/>
                </a:lnTo>
                <a:lnTo>
                  <a:pt x="163" y="3"/>
                </a:lnTo>
                <a:lnTo>
                  <a:pt x="163" y="2"/>
                </a:lnTo>
                <a:lnTo>
                  <a:pt x="163" y="1"/>
                </a:lnTo>
                <a:lnTo>
                  <a:pt x="164" y="1"/>
                </a:lnTo>
                <a:lnTo>
                  <a:pt x="165" y="1"/>
                </a:lnTo>
                <a:lnTo>
                  <a:pt x="165" y="2"/>
                </a:lnTo>
                <a:lnTo>
                  <a:pt x="166" y="2"/>
                </a:lnTo>
                <a:lnTo>
                  <a:pt x="167" y="1"/>
                </a:lnTo>
                <a:lnTo>
                  <a:pt x="168" y="1"/>
                </a:lnTo>
                <a:lnTo>
                  <a:pt x="168" y="2"/>
                </a:lnTo>
                <a:lnTo>
                  <a:pt x="167" y="2"/>
                </a:lnTo>
                <a:lnTo>
                  <a:pt x="166" y="2"/>
                </a:lnTo>
                <a:lnTo>
                  <a:pt x="165" y="2"/>
                </a:lnTo>
                <a:lnTo>
                  <a:pt x="164" y="2"/>
                </a:lnTo>
                <a:lnTo>
                  <a:pt x="164" y="1"/>
                </a:lnTo>
                <a:lnTo>
                  <a:pt x="163" y="1"/>
                </a:lnTo>
                <a:lnTo>
                  <a:pt x="163" y="2"/>
                </a:lnTo>
                <a:lnTo>
                  <a:pt x="163" y="3"/>
                </a:lnTo>
                <a:lnTo>
                  <a:pt x="162" y="3"/>
                </a:lnTo>
                <a:lnTo>
                  <a:pt x="162" y="4"/>
                </a:lnTo>
                <a:lnTo>
                  <a:pt x="160" y="4"/>
                </a:lnTo>
                <a:lnTo>
                  <a:pt x="159" y="4"/>
                </a:lnTo>
                <a:lnTo>
                  <a:pt x="159" y="3"/>
                </a:lnTo>
                <a:lnTo>
                  <a:pt x="158" y="3"/>
                </a:lnTo>
                <a:lnTo>
                  <a:pt x="158" y="2"/>
                </a:lnTo>
                <a:lnTo>
                  <a:pt x="158" y="1"/>
                </a:lnTo>
                <a:lnTo>
                  <a:pt x="158" y="0"/>
                </a:lnTo>
                <a:lnTo>
                  <a:pt x="158" y="1"/>
                </a:lnTo>
                <a:lnTo>
                  <a:pt x="157" y="1"/>
                </a:lnTo>
                <a:lnTo>
                  <a:pt x="157" y="2"/>
                </a:lnTo>
                <a:lnTo>
                  <a:pt x="156" y="2"/>
                </a:lnTo>
                <a:lnTo>
                  <a:pt x="156" y="1"/>
                </a:lnTo>
                <a:lnTo>
                  <a:pt x="155" y="1"/>
                </a:lnTo>
                <a:lnTo>
                  <a:pt x="154" y="1"/>
                </a:lnTo>
                <a:lnTo>
                  <a:pt x="154" y="2"/>
                </a:lnTo>
                <a:lnTo>
                  <a:pt x="154" y="3"/>
                </a:lnTo>
                <a:lnTo>
                  <a:pt x="153" y="3"/>
                </a:lnTo>
                <a:lnTo>
                  <a:pt x="153" y="4"/>
                </a:lnTo>
                <a:lnTo>
                  <a:pt x="152" y="4"/>
                </a:lnTo>
                <a:lnTo>
                  <a:pt x="151" y="4"/>
                </a:lnTo>
                <a:lnTo>
                  <a:pt x="150" y="5"/>
                </a:lnTo>
                <a:lnTo>
                  <a:pt x="149" y="5"/>
                </a:lnTo>
                <a:lnTo>
                  <a:pt x="148" y="5"/>
                </a:lnTo>
                <a:lnTo>
                  <a:pt x="148" y="4"/>
                </a:lnTo>
                <a:lnTo>
                  <a:pt x="148" y="3"/>
                </a:lnTo>
                <a:lnTo>
                  <a:pt x="147" y="3"/>
                </a:lnTo>
                <a:lnTo>
                  <a:pt x="146" y="3"/>
                </a:lnTo>
                <a:lnTo>
                  <a:pt x="146" y="2"/>
                </a:lnTo>
                <a:lnTo>
                  <a:pt x="145" y="2"/>
                </a:lnTo>
                <a:lnTo>
                  <a:pt x="145" y="3"/>
                </a:lnTo>
                <a:lnTo>
                  <a:pt x="144" y="4"/>
                </a:lnTo>
                <a:lnTo>
                  <a:pt x="145" y="4"/>
                </a:lnTo>
                <a:lnTo>
                  <a:pt x="145" y="3"/>
                </a:lnTo>
                <a:lnTo>
                  <a:pt x="145" y="4"/>
                </a:lnTo>
                <a:lnTo>
                  <a:pt x="144" y="4"/>
                </a:lnTo>
                <a:lnTo>
                  <a:pt x="145" y="4"/>
                </a:lnTo>
                <a:lnTo>
                  <a:pt x="145" y="5"/>
                </a:lnTo>
                <a:lnTo>
                  <a:pt x="144" y="5"/>
                </a:lnTo>
                <a:lnTo>
                  <a:pt x="143" y="5"/>
                </a:lnTo>
                <a:lnTo>
                  <a:pt x="142" y="5"/>
                </a:lnTo>
                <a:lnTo>
                  <a:pt x="141" y="5"/>
                </a:lnTo>
                <a:lnTo>
                  <a:pt x="140" y="5"/>
                </a:lnTo>
                <a:lnTo>
                  <a:pt x="140" y="6"/>
                </a:lnTo>
                <a:lnTo>
                  <a:pt x="139" y="6"/>
                </a:lnTo>
                <a:lnTo>
                  <a:pt x="139" y="7"/>
                </a:lnTo>
                <a:lnTo>
                  <a:pt x="138" y="8"/>
                </a:lnTo>
                <a:lnTo>
                  <a:pt x="137" y="8"/>
                </a:lnTo>
                <a:lnTo>
                  <a:pt x="136" y="9"/>
                </a:lnTo>
                <a:lnTo>
                  <a:pt x="136" y="10"/>
                </a:lnTo>
                <a:lnTo>
                  <a:pt x="135" y="10"/>
                </a:lnTo>
                <a:lnTo>
                  <a:pt x="134" y="10"/>
                </a:lnTo>
                <a:lnTo>
                  <a:pt x="134" y="11"/>
                </a:lnTo>
                <a:lnTo>
                  <a:pt x="134" y="12"/>
                </a:lnTo>
                <a:lnTo>
                  <a:pt x="135" y="12"/>
                </a:lnTo>
                <a:lnTo>
                  <a:pt x="136" y="12"/>
                </a:lnTo>
                <a:lnTo>
                  <a:pt x="137" y="12"/>
                </a:lnTo>
                <a:lnTo>
                  <a:pt x="137" y="13"/>
                </a:lnTo>
                <a:lnTo>
                  <a:pt x="138" y="13"/>
                </a:lnTo>
                <a:lnTo>
                  <a:pt x="138" y="14"/>
                </a:lnTo>
                <a:lnTo>
                  <a:pt x="138" y="15"/>
                </a:lnTo>
                <a:lnTo>
                  <a:pt x="138" y="16"/>
                </a:lnTo>
                <a:lnTo>
                  <a:pt x="137" y="16"/>
                </a:lnTo>
                <a:lnTo>
                  <a:pt x="136" y="16"/>
                </a:lnTo>
                <a:lnTo>
                  <a:pt x="134" y="16"/>
                </a:lnTo>
                <a:lnTo>
                  <a:pt x="133" y="16"/>
                </a:lnTo>
                <a:lnTo>
                  <a:pt x="132" y="16"/>
                </a:lnTo>
                <a:lnTo>
                  <a:pt x="131" y="16"/>
                </a:lnTo>
                <a:lnTo>
                  <a:pt x="130" y="16"/>
                </a:lnTo>
                <a:lnTo>
                  <a:pt x="129" y="16"/>
                </a:lnTo>
                <a:lnTo>
                  <a:pt x="129" y="15"/>
                </a:lnTo>
                <a:lnTo>
                  <a:pt x="128" y="15"/>
                </a:lnTo>
                <a:lnTo>
                  <a:pt x="127" y="15"/>
                </a:lnTo>
                <a:lnTo>
                  <a:pt x="126" y="15"/>
                </a:lnTo>
                <a:lnTo>
                  <a:pt x="126" y="17"/>
                </a:lnTo>
                <a:lnTo>
                  <a:pt x="126" y="18"/>
                </a:lnTo>
                <a:lnTo>
                  <a:pt x="126" y="19"/>
                </a:lnTo>
                <a:lnTo>
                  <a:pt x="125" y="19"/>
                </a:lnTo>
                <a:lnTo>
                  <a:pt x="125" y="20"/>
                </a:lnTo>
                <a:lnTo>
                  <a:pt x="124" y="20"/>
                </a:lnTo>
                <a:lnTo>
                  <a:pt x="123" y="21"/>
                </a:lnTo>
                <a:lnTo>
                  <a:pt x="123" y="20"/>
                </a:lnTo>
                <a:lnTo>
                  <a:pt x="122" y="20"/>
                </a:lnTo>
                <a:lnTo>
                  <a:pt x="121" y="20"/>
                </a:lnTo>
                <a:lnTo>
                  <a:pt x="120" y="20"/>
                </a:lnTo>
                <a:lnTo>
                  <a:pt x="119" y="20"/>
                </a:lnTo>
                <a:lnTo>
                  <a:pt x="119" y="21"/>
                </a:lnTo>
                <a:lnTo>
                  <a:pt x="118" y="21"/>
                </a:lnTo>
                <a:lnTo>
                  <a:pt x="118" y="22"/>
                </a:lnTo>
                <a:lnTo>
                  <a:pt x="117" y="23"/>
                </a:lnTo>
                <a:lnTo>
                  <a:pt x="118" y="23"/>
                </a:lnTo>
                <a:lnTo>
                  <a:pt x="117" y="23"/>
                </a:lnTo>
                <a:lnTo>
                  <a:pt x="118" y="23"/>
                </a:lnTo>
                <a:lnTo>
                  <a:pt x="117" y="23"/>
                </a:lnTo>
                <a:lnTo>
                  <a:pt x="118" y="23"/>
                </a:lnTo>
                <a:lnTo>
                  <a:pt x="118" y="24"/>
                </a:lnTo>
                <a:lnTo>
                  <a:pt x="117" y="24"/>
                </a:lnTo>
                <a:lnTo>
                  <a:pt x="118" y="24"/>
                </a:lnTo>
                <a:lnTo>
                  <a:pt x="117" y="24"/>
                </a:lnTo>
                <a:lnTo>
                  <a:pt x="117" y="25"/>
                </a:lnTo>
                <a:lnTo>
                  <a:pt x="116" y="26"/>
                </a:lnTo>
                <a:lnTo>
                  <a:pt x="115" y="26"/>
                </a:lnTo>
                <a:lnTo>
                  <a:pt x="115" y="25"/>
                </a:lnTo>
                <a:lnTo>
                  <a:pt x="114" y="25"/>
                </a:lnTo>
                <a:lnTo>
                  <a:pt x="114" y="26"/>
                </a:lnTo>
                <a:lnTo>
                  <a:pt x="114" y="27"/>
                </a:lnTo>
                <a:lnTo>
                  <a:pt x="114" y="28"/>
                </a:lnTo>
                <a:lnTo>
                  <a:pt x="114" y="29"/>
                </a:lnTo>
                <a:lnTo>
                  <a:pt x="114" y="30"/>
                </a:lnTo>
                <a:lnTo>
                  <a:pt x="113" y="30"/>
                </a:lnTo>
                <a:lnTo>
                  <a:pt x="112" y="30"/>
                </a:lnTo>
                <a:lnTo>
                  <a:pt x="112" y="29"/>
                </a:lnTo>
                <a:lnTo>
                  <a:pt x="111" y="29"/>
                </a:lnTo>
                <a:lnTo>
                  <a:pt x="110" y="28"/>
                </a:lnTo>
                <a:lnTo>
                  <a:pt x="110" y="27"/>
                </a:lnTo>
                <a:lnTo>
                  <a:pt x="110" y="28"/>
                </a:lnTo>
                <a:lnTo>
                  <a:pt x="110" y="27"/>
                </a:lnTo>
                <a:lnTo>
                  <a:pt x="109" y="27"/>
                </a:lnTo>
                <a:lnTo>
                  <a:pt x="108" y="27"/>
                </a:lnTo>
                <a:lnTo>
                  <a:pt x="108" y="28"/>
                </a:lnTo>
                <a:lnTo>
                  <a:pt x="107" y="28"/>
                </a:lnTo>
                <a:lnTo>
                  <a:pt x="106" y="28"/>
                </a:lnTo>
                <a:lnTo>
                  <a:pt x="106" y="29"/>
                </a:lnTo>
                <a:lnTo>
                  <a:pt x="105" y="29"/>
                </a:lnTo>
                <a:lnTo>
                  <a:pt x="105" y="28"/>
                </a:lnTo>
                <a:lnTo>
                  <a:pt x="104" y="28"/>
                </a:lnTo>
                <a:lnTo>
                  <a:pt x="104" y="27"/>
                </a:lnTo>
                <a:lnTo>
                  <a:pt x="103" y="27"/>
                </a:lnTo>
                <a:lnTo>
                  <a:pt x="102" y="27"/>
                </a:lnTo>
                <a:lnTo>
                  <a:pt x="101" y="27"/>
                </a:lnTo>
                <a:lnTo>
                  <a:pt x="102" y="27"/>
                </a:lnTo>
                <a:lnTo>
                  <a:pt x="101" y="27"/>
                </a:lnTo>
                <a:lnTo>
                  <a:pt x="101" y="28"/>
                </a:lnTo>
                <a:lnTo>
                  <a:pt x="101" y="27"/>
                </a:lnTo>
                <a:lnTo>
                  <a:pt x="101" y="28"/>
                </a:lnTo>
                <a:lnTo>
                  <a:pt x="101" y="30"/>
                </a:lnTo>
                <a:lnTo>
                  <a:pt x="100" y="30"/>
                </a:lnTo>
                <a:lnTo>
                  <a:pt x="100" y="31"/>
                </a:lnTo>
                <a:lnTo>
                  <a:pt x="99" y="31"/>
                </a:lnTo>
                <a:lnTo>
                  <a:pt x="100" y="32"/>
                </a:lnTo>
                <a:lnTo>
                  <a:pt x="99" y="32"/>
                </a:lnTo>
                <a:lnTo>
                  <a:pt x="99" y="31"/>
                </a:lnTo>
                <a:lnTo>
                  <a:pt x="98" y="32"/>
                </a:lnTo>
                <a:lnTo>
                  <a:pt x="97" y="32"/>
                </a:lnTo>
                <a:lnTo>
                  <a:pt x="97" y="31"/>
                </a:lnTo>
                <a:lnTo>
                  <a:pt x="96" y="32"/>
                </a:lnTo>
                <a:lnTo>
                  <a:pt x="95" y="32"/>
                </a:lnTo>
                <a:lnTo>
                  <a:pt x="94" y="32"/>
                </a:lnTo>
                <a:lnTo>
                  <a:pt x="93" y="32"/>
                </a:lnTo>
                <a:lnTo>
                  <a:pt x="93" y="33"/>
                </a:lnTo>
                <a:lnTo>
                  <a:pt x="92" y="33"/>
                </a:lnTo>
                <a:lnTo>
                  <a:pt x="91" y="33"/>
                </a:lnTo>
                <a:lnTo>
                  <a:pt x="90" y="34"/>
                </a:lnTo>
                <a:lnTo>
                  <a:pt x="89" y="34"/>
                </a:lnTo>
                <a:lnTo>
                  <a:pt x="89" y="35"/>
                </a:lnTo>
                <a:lnTo>
                  <a:pt x="88" y="35"/>
                </a:lnTo>
                <a:lnTo>
                  <a:pt x="88" y="36"/>
                </a:lnTo>
                <a:lnTo>
                  <a:pt x="88" y="35"/>
                </a:lnTo>
                <a:lnTo>
                  <a:pt x="88" y="36"/>
                </a:lnTo>
                <a:lnTo>
                  <a:pt x="87" y="36"/>
                </a:lnTo>
                <a:lnTo>
                  <a:pt x="86" y="36"/>
                </a:lnTo>
                <a:lnTo>
                  <a:pt x="87" y="36"/>
                </a:lnTo>
                <a:lnTo>
                  <a:pt x="88" y="37"/>
                </a:lnTo>
                <a:lnTo>
                  <a:pt x="87" y="37"/>
                </a:lnTo>
                <a:lnTo>
                  <a:pt x="86" y="37"/>
                </a:lnTo>
                <a:lnTo>
                  <a:pt x="85" y="37"/>
                </a:lnTo>
                <a:lnTo>
                  <a:pt x="84" y="37"/>
                </a:lnTo>
                <a:lnTo>
                  <a:pt x="83" y="37"/>
                </a:lnTo>
                <a:lnTo>
                  <a:pt x="83" y="38"/>
                </a:lnTo>
                <a:lnTo>
                  <a:pt x="82" y="38"/>
                </a:lnTo>
                <a:lnTo>
                  <a:pt x="83" y="39"/>
                </a:lnTo>
                <a:lnTo>
                  <a:pt x="84" y="39"/>
                </a:lnTo>
                <a:lnTo>
                  <a:pt x="84" y="40"/>
                </a:lnTo>
                <a:lnTo>
                  <a:pt x="84" y="39"/>
                </a:lnTo>
                <a:lnTo>
                  <a:pt x="83" y="39"/>
                </a:lnTo>
                <a:lnTo>
                  <a:pt x="82" y="39"/>
                </a:lnTo>
                <a:lnTo>
                  <a:pt x="81" y="39"/>
                </a:lnTo>
                <a:lnTo>
                  <a:pt x="80" y="39"/>
                </a:lnTo>
                <a:lnTo>
                  <a:pt x="79" y="39"/>
                </a:lnTo>
                <a:lnTo>
                  <a:pt x="78" y="39"/>
                </a:lnTo>
                <a:lnTo>
                  <a:pt x="78" y="40"/>
                </a:lnTo>
                <a:lnTo>
                  <a:pt x="77" y="40"/>
                </a:lnTo>
                <a:lnTo>
                  <a:pt x="78" y="40"/>
                </a:lnTo>
                <a:lnTo>
                  <a:pt x="77" y="40"/>
                </a:lnTo>
                <a:lnTo>
                  <a:pt x="77" y="41"/>
                </a:lnTo>
                <a:lnTo>
                  <a:pt x="77" y="42"/>
                </a:lnTo>
                <a:lnTo>
                  <a:pt x="78" y="42"/>
                </a:lnTo>
                <a:lnTo>
                  <a:pt x="79" y="43"/>
                </a:lnTo>
                <a:lnTo>
                  <a:pt x="80" y="43"/>
                </a:lnTo>
                <a:lnTo>
                  <a:pt x="81" y="43"/>
                </a:lnTo>
                <a:lnTo>
                  <a:pt x="82" y="43"/>
                </a:lnTo>
                <a:lnTo>
                  <a:pt x="82" y="44"/>
                </a:lnTo>
                <a:lnTo>
                  <a:pt x="83" y="44"/>
                </a:lnTo>
                <a:lnTo>
                  <a:pt x="83" y="45"/>
                </a:lnTo>
                <a:lnTo>
                  <a:pt x="82" y="45"/>
                </a:lnTo>
                <a:lnTo>
                  <a:pt x="82" y="44"/>
                </a:lnTo>
                <a:lnTo>
                  <a:pt x="82" y="45"/>
                </a:lnTo>
                <a:lnTo>
                  <a:pt x="81" y="45"/>
                </a:lnTo>
                <a:lnTo>
                  <a:pt x="81" y="46"/>
                </a:lnTo>
                <a:lnTo>
                  <a:pt x="80" y="47"/>
                </a:lnTo>
                <a:lnTo>
                  <a:pt x="79" y="47"/>
                </a:lnTo>
                <a:lnTo>
                  <a:pt x="78" y="47"/>
                </a:lnTo>
                <a:lnTo>
                  <a:pt x="77" y="47"/>
                </a:lnTo>
                <a:lnTo>
                  <a:pt x="76" y="47"/>
                </a:lnTo>
                <a:lnTo>
                  <a:pt x="76" y="46"/>
                </a:lnTo>
                <a:lnTo>
                  <a:pt x="76" y="47"/>
                </a:lnTo>
                <a:lnTo>
                  <a:pt x="76" y="46"/>
                </a:lnTo>
                <a:lnTo>
                  <a:pt x="75" y="46"/>
                </a:lnTo>
                <a:lnTo>
                  <a:pt x="74" y="46"/>
                </a:lnTo>
                <a:lnTo>
                  <a:pt x="73" y="46"/>
                </a:lnTo>
                <a:lnTo>
                  <a:pt x="72" y="47"/>
                </a:lnTo>
                <a:lnTo>
                  <a:pt x="71" y="47"/>
                </a:lnTo>
                <a:lnTo>
                  <a:pt x="70" y="47"/>
                </a:lnTo>
                <a:lnTo>
                  <a:pt x="69" y="47"/>
                </a:lnTo>
                <a:lnTo>
                  <a:pt x="68" y="47"/>
                </a:lnTo>
                <a:lnTo>
                  <a:pt x="68" y="46"/>
                </a:lnTo>
                <a:lnTo>
                  <a:pt x="68" y="45"/>
                </a:lnTo>
                <a:lnTo>
                  <a:pt x="68" y="44"/>
                </a:lnTo>
                <a:lnTo>
                  <a:pt x="67" y="44"/>
                </a:lnTo>
                <a:lnTo>
                  <a:pt x="67" y="45"/>
                </a:lnTo>
                <a:lnTo>
                  <a:pt x="66" y="45"/>
                </a:lnTo>
                <a:lnTo>
                  <a:pt x="66" y="46"/>
                </a:lnTo>
                <a:lnTo>
                  <a:pt x="66" y="47"/>
                </a:lnTo>
                <a:lnTo>
                  <a:pt x="65" y="47"/>
                </a:lnTo>
                <a:lnTo>
                  <a:pt x="65" y="48"/>
                </a:lnTo>
                <a:lnTo>
                  <a:pt x="64" y="48"/>
                </a:lnTo>
                <a:lnTo>
                  <a:pt x="64" y="49"/>
                </a:lnTo>
                <a:lnTo>
                  <a:pt x="64" y="50"/>
                </a:lnTo>
                <a:lnTo>
                  <a:pt x="63" y="50"/>
                </a:lnTo>
                <a:lnTo>
                  <a:pt x="63" y="51"/>
                </a:lnTo>
                <a:lnTo>
                  <a:pt x="62" y="51"/>
                </a:lnTo>
                <a:lnTo>
                  <a:pt x="61" y="51"/>
                </a:lnTo>
                <a:lnTo>
                  <a:pt x="61" y="52"/>
                </a:lnTo>
                <a:lnTo>
                  <a:pt x="59" y="52"/>
                </a:lnTo>
                <a:lnTo>
                  <a:pt x="58" y="52"/>
                </a:lnTo>
                <a:lnTo>
                  <a:pt x="58" y="53"/>
                </a:lnTo>
                <a:lnTo>
                  <a:pt x="57" y="53"/>
                </a:lnTo>
                <a:lnTo>
                  <a:pt x="56" y="53"/>
                </a:lnTo>
                <a:lnTo>
                  <a:pt x="56" y="54"/>
                </a:lnTo>
                <a:lnTo>
                  <a:pt x="55" y="54"/>
                </a:lnTo>
                <a:lnTo>
                  <a:pt x="54" y="54"/>
                </a:lnTo>
                <a:lnTo>
                  <a:pt x="54" y="55"/>
                </a:lnTo>
                <a:lnTo>
                  <a:pt x="53" y="55"/>
                </a:lnTo>
                <a:lnTo>
                  <a:pt x="52" y="57"/>
                </a:lnTo>
                <a:lnTo>
                  <a:pt x="52" y="58"/>
                </a:lnTo>
                <a:lnTo>
                  <a:pt x="52" y="57"/>
                </a:lnTo>
                <a:lnTo>
                  <a:pt x="52" y="58"/>
                </a:lnTo>
                <a:lnTo>
                  <a:pt x="51" y="58"/>
                </a:lnTo>
                <a:lnTo>
                  <a:pt x="52" y="58"/>
                </a:lnTo>
                <a:lnTo>
                  <a:pt x="51" y="58"/>
                </a:lnTo>
                <a:lnTo>
                  <a:pt x="51" y="59"/>
                </a:lnTo>
                <a:lnTo>
                  <a:pt x="51" y="60"/>
                </a:lnTo>
                <a:lnTo>
                  <a:pt x="51" y="61"/>
                </a:lnTo>
                <a:lnTo>
                  <a:pt x="51" y="62"/>
                </a:lnTo>
                <a:lnTo>
                  <a:pt x="50" y="62"/>
                </a:lnTo>
                <a:lnTo>
                  <a:pt x="49" y="62"/>
                </a:lnTo>
                <a:lnTo>
                  <a:pt x="50" y="62"/>
                </a:lnTo>
                <a:lnTo>
                  <a:pt x="49" y="62"/>
                </a:lnTo>
                <a:lnTo>
                  <a:pt x="49" y="63"/>
                </a:lnTo>
                <a:lnTo>
                  <a:pt x="48" y="63"/>
                </a:lnTo>
                <a:lnTo>
                  <a:pt x="47" y="63"/>
                </a:lnTo>
                <a:lnTo>
                  <a:pt x="46" y="64"/>
                </a:lnTo>
                <a:lnTo>
                  <a:pt x="45" y="64"/>
                </a:lnTo>
                <a:lnTo>
                  <a:pt x="44" y="64"/>
                </a:lnTo>
                <a:lnTo>
                  <a:pt x="44" y="65"/>
                </a:lnTo>
                <a:lnTo>
                  <a:pt x="43" y="65"/>
                </a:lnTo>
                <a:lnTo>
                  <a:pt x="41" y="65"/>
                </a:lnTo>
                <a:lnTo>
                  <a:pt x="40" y="65"/>
                </a:lnTo>
                <a:lnTo>
                  <a:pt x="40" y="66"/>
                </a:lnTo>
                <a:lnTo>
                  <a:pt x="39" y="66"/>
                </a:lnTo>
                <a:lnTo>
                  <a:pt x="39" y="67"/>
                </a:lnTo>
                <a:lnTo>
                  <a:pt x="38" y="67"/>
                </a:lnTo>
                <a:lnTo>
                  <a:pt x="38" y="68"/>
                </a:lnTo>
                <a:lnTo>
                  <a:pt x="38" y="69"/>
                </a:lnTo>
                <a:lnTo>
                  <a:pt x="38" y="70"/>
                </a:lnTo>
                <a:lnTo>
                  <a:pt x="37" y="70"/>
                </a:lnTo>
                <a:lnTo>
                  <a:pt x="37" y="71"/>
                </a:lnTo>
                <a:lnTo>
                  <a:pt x="36" y="71"/>
                </a:lnTo>
                <a:lnTo>
                  <a:pt x="36" y="72"/>
                </a:lnTo>
                <a:lnTo>
                  <a:pt x="35" y="72"/>
                </a:lnTo>
                <a:lnTo>
                  <a:pt x="34" y="72"/>
                </a:lnTo>
                <a:lnTo>
                  <a:pt x="33" y="73"/>
                </a:lnTo>
                <a:lnTo>
                  <a:pt x="32" y="73"/>
                </a:lnTo>
                <a:lnTo>
                  <a:pt x="31" y="73"/>
                </a:lnTo>
                <a:lnTo>
                  <a:pt x="31" y="74"/>
                </a:lnTo>
                <a:lnTo>
                  <a:pt x="32" y="74"/>
                </a:lnTo>
                <a:lnTo>
                  <a:pt x="32" y="76"/>
                </a:lnTo>
                <a:lnTo>
                  <a:pt x="32" y="77"/>
                </a:lnTo>
                <a:lnTo>
                  <a:pt x="32" y="78"/>
                </a:lnTo>
                <a:lnTo>
                  <a:pt x="31" y="78"/>
                </a:lnTo>
                <a:lnTo>
                  <a:pt x="31" y="77"/>
                </a:lnTo>
                <a:lnTo>
                  <a:pt x="31" y="78"/>
                </a:lnTo>
                <a:lnTo>
                  <a:pt x="31" y="77"/>
                </a:lnTo>
                <a:lnTo>
                  <a:pt x="30" y="77"/>
                </a:lnTo>
                <a:lnTo>
                  <a:pt x="30" y="78"/>
                </a:lnTo>
                <a:lnTo>
                  <a:pt x="29" y="78"/>
                </a:lnTo>
                <a:lnTo>
                  <a:pt x="30" y="78"/>
                </a:lnTo>
                <a:lnTo>
                  <a:pt x="30" y="77"/>
                </a:lnTo>
                <a:lnTo>
                  <a:pt x="31" y="77"/>
                </a:lnTo>
                <a:lnTo>
                  <a:pt x="32" y="77"/>
                </a:lnTo>
                <a:lnTo>
                  <a:pt x="32" y="76"/>
                </a:lnTo>
                <a:lnTo>
                  <a:pt x="32" y="74"/>
                </a:lnTo>
                <a:lnTo>
                  <a:pt x="31" y="74"/>
                </a:lnTo>
                <a:lnTo>
                  <a:pt x="31" y="73"/>
                </a:lnTo>
                <a:lnTo>
                  <a:pt x="31" y="74"/>
                </a:lnTo>
                <a:lnTo>
                  <a:pt x="30" y="74"/>
                </a:lnTo>
                <a:lnTo>
                  <a:pt x="30" y="75"/>
                </a:lnTo>
                <a:lnTo>
                  <a:pt x="29" y="75"/>
                </a:lnTo>
                <a:lnTo>
                  <a:pt x="29" y="76"/>
                </a:lnTo>
                <a:lnTo>
                  <a:pt x="29" y="77"/>
                </a:lnTo>
                <a:lnTo>
                  <a:pt x="28" y="77"/>
                </a:lnTo>
                <a:lnTo>
                  <a:pt x="27" y="77"/>
                </a:lnTo>
                <a:lnTo>
                  <a:pt x="26" y="77"/>
                </a:lnTo>
                <a:lnTo>
                  <a:pt x="26" y="78"/>
                </a:lnTo>
                <a:lnTo>
                  <a:pt x="25" y="79"/>
                </a:lnTo>
                <a:lnTo>
                  <a:pt x="25" y="80"/>
                </a:lnTo>
                <a:lnTo>
                  <a:pt x="24" y="80"/>
                </a:lnTo>
                <a:lnTo>
                  <a:pt x="23" y="80"/>
                </a:lnTo>
                <a:lnTo>
                  <a:pt x="22" y="80"/>
                </a:lnTo>
                <a:lnTo>
                  <a:pt x="21" y="81"/>
                </a:lnTo>
                <a:lnTo>
                  <a:pt x="21" y="82"/>
                </a:lnTo>
                <a:lnTo>
                  <a:pt x="22" y="82"/>
                </a:lnTo>
                <a:lnTo>
                  <a:pt x="23" y="82"/>
                </a:lnTo>
                <a:lnTo>
                  <a:pt x="24" y="82"/>
                </a:lnTo>
                <a:lnTo>
                  <a:pt x="24" y="81"/>
                </a:lnTo>
                <a:lnTo>
                  <a:pt x="26" y="81"/>
                </a:lnTo>
                <a:lnTo>
                  <a:pt x="27" y="81"/>
                </a:lnTo>
                <a:lnTo>
                  <a:pt x="27" y="80"/>
                </a:lnTo>
                <a:lnTo>
                  <a:pt x="27" y="79"/>
                </a:lnTo>
                <a:lnTo>
                  <a:pt x="28" y="79"/>
                </a:lnTo>
                <a:lnTo>
                  <a:pt x="28" y="78"/>
                </a:lnTo>
                <a:lnTo>
                  <a:pt x="27" y="78"/>
                </a:lnTo>
                <a:lnTo>
                  <a:pt x="28" y="78"/>
                </a:lnTo>
                <a:lnTo>
                  <a:pt x="27" y="78"/>
                </a:lnTo>
                <a:lnTo>
                  <a:pt x="28" y="78"/>
                </a:lnTo>
                <a:lnTo>
                  <a:pt x="28" y="79"/>
                </a:lnTo>
                <a:lnTo>
                  <a:pt x="27" y="79"/>
                </a:lnTo>
                <a:lnTo>
                  <a:pt x="27" y="80"/>
                </a:lnTo>
                <a:lnTo>
                  <a:pt x="27" y="81"/>
                </a:lnTo>
                <a:lnTo>
                  <a:pt x="26" y="81"/>
                </a:lnTo>
                <a:lnTo>
                  <a:pt x="25" y="81"/>
                </a:lnTo>
                <a:lnTo>
                  <a:pt x="25" y="82"/>
                </a:lnTo>
                <a:lnTo>
                  <a:pt x="24" y="82"/>
                </a:lnTo>
                <a:lnTo>
                  <a:pt x="24" y="83"/>
                </a:lnTo>
                <a:lnTo>
                  <a:pt x="24" y="82"/>
                </a:lnTo>
                <a:lnTo>
                  <a:pt x="22" y="82"/>
                </a:lnTo>
                <a:lnTo>
                  <a:pt x="21" y="82"/>
                </a:lnTo>
                <a:lnTo>
                  <a:pt x="21" y="83"/>
                </a:lnTo>
                <a:lnTo>
                  <a:pt x="20" y="83"/>
                </a:lnTo>
                <a:lnTo>
                  <a:pt x="20" y="84"/>
                </a:lnTo>
                <a:lnTo>
                  <a:pt x="19" y="84"/>
                </a:lnTo>
                <a:lnTo>
                  <a:pt x="18" y="85"/>
                </a:lnTo>
                <a:lnTo>
                  <a:pt x="18" y="86"/>
                </a:lnTo>
                <a:lnTo>
                  <a:pt x="18" y="87"/>
                </a:lnTo>
                <a:lnTo>
                  <a:pt x="19" y="87"/>
                </a:lnTo>
                <a:lnTo>
                  <a:pt x="19" y="89"/>
                </a:lnTo>
                <a:lnTo>
                  <a:pt x="19" y="90"/>
                </a:lnTo>
                <a:lnTo>
                  <a:pt x="19" y="91"/>
                </a:lnTo>
                <a:lnTo>
                  <a:pt x="19" y="93"/>
                </a:lnTo>
                <a:lnTo>
                  <a:pt x="19" y="94"/>
                </a:lnTo>
                <a:lnTo>
                  <a:pt x="18" y="94"/>
                </a:lnTo>
                <a:lnTo>
                  <a:pt x="18" y="95"/>
                </a:lnTo>
                <a:lnTo>
                  <a:pt x="18" y="96"/>
                </a:lnTo>
                <a:lnTo>
                  <a:pt x="18" y="97"/>
                </a:lnTo>
                <a:lnTo>
                  <a:pt x="18" y="98"/>
                </a:lnTo>
                <a:lnTo>
                  <a:pt x="18" y="99"/>
                </a:lnTo>
                <a:lnTo>
                  <a:pt x="18" y="100"/>
                </a:lnTo>
                <a:lnTo>
                  <a:pt x="18" y="99"/>
                </a:lnTo>
                <a:lnTo>
                  <a:pt x="18" y="98"/>
                </a:lnTo>
                <a:lnTo>
                  <a:pt x="18" y="99"/>
                </a:lnTo>
                <a:lnTo>
                  <a:pt x="17" y="99"/>
                </a:lnTo>
                <a:lnTo>
                  <a:pt x="17" y="100"/>
                </a:lnTo>
                <a:lnTo>
                  <a:pt x="16" y="100"/>
                </a:lnTo>
                <a:lnTo>
                  <a:pt x="16" y="101"/>
                </a:lnTo>
                <a:lnTo>
                  <a:pt x="15" y="101"/>
                </a:lnTo>
                <a:lnTo>
                  <a:pt x="16" y="101"/>
                </a:lnTo>
                <a:lnTo>
                  <a:pt x="17" y="101"/>
                </a:lnTo>
                <a:lnTo>
                  <a:pt x="17" y="100"/>
                </a:lnTo>
                <a:lnTo>
                  <a:pt x="17" y="101"/>
                </a:lnTo>
                <a:lnTo>
                  <a:pt x="16" y="101"/>
                </a:lnTo>
                <a:lnTo>
                  <a:pt x="15" y="101"/>
                </a:lnTo>
                <a:lnTo>
                  <a:pt x="14" y="102"/>
                </a:lnTo>
                <a:lnTo>
                  <a:pt x="13" y="103"/>
                </a:lnTo>
                <a:lnTo>
                  <a:pt x="13" y="104"/>
                </a:lnTo>
                <a:lnTo>
                  <a:pt x="14" y="104"/>
                </a:lnTo>
                <a:lnTo>
                  <a:pt x="14" y="105"/>
                </a:lnTo>
                <a:lnTo>
                  <a:pt x="15" y="106"/>
                </a:lnTo>
                <a:lnTo>
                  <a:pt x="16" y="106"/>
                </a:lnTo>
                <a:lnTo>
                  <a:pt x="16" y="107"/>
                </a:lnTo>
                <a:lnTo>
                  <a:pt x="16" y="108"/>
                </a:lnTo>
                <a:lnTo>
                  <a:pt x="17" y="108"/>
                </a:lnTo>
                <a:lnTo>
                  <a:pt x="17" y="109"/>
                </a:lnTo>
                <a:lnTo>
                  <a:pt x="17" y="110"/>
                </a:lnTo>
                <a:lnTo>
                  <a:pt x="18" y="110"/>
                </a:lnTo>
                <a:lnTo>
                  <a:pt x="18" y="111"/>
                </a:lnTo>
                <a:lnTo>
                  <a:pt x="19" y="111"/>
                </a:lnTo>
                <a:lnTo>
                  <a:pt x="19" y="110"/>
                </a:lnTo>
                <a:lnTo>
                  <a:pt x="18" y="110"/>
                </a:lnTo>
                <a:lnTo>
                  <a:pt x="18" y="109"/>
                </a:lnTo>
                <a:lnTo>
                  <a:pt x="18" y="108"/>
                </a:lnTo>
                <a:lnTo>
                  <a:pt x="18" y="107"/>
                </a:lnTo>
                <a:lnTo>
                  <a:pt x="17" y="107"/>
                </a:lnTo>
                <a:lnTo>
                  <a:pt x="17" y="106"/>
                </a:lnTo>
                <a:lnTo>
                  <a:pt x="16" y="106"/>
                </a:lnTo>
                <a:lnTo>
                  <a:pt x="16" y="105"/>
                </a:lnTo>
                <a:lnTo>
                  <a:pt x="16" y="106"/>
                </a:lnTo>
                <a:lnTo>
                  <a:pt x="17" y="106"/>
                </a:lnTo>
                <a:lnTo>
                  <a:pt x="18" y="107"/>
                </a:lnTo>
                <a:lnTo>
                  <a:pt x="18" y="108"/>
                </a:lnTo>
                <a:lnTo>
                  <a:pt x="18" y="109"/>
                </a:lnTo>
                <a:lnTo>
                  <a:pt x="18" y="110"/>
                </a:lnTo>
                <a:lnTo>
                  <a:pt x="19" y="110"/>
                </a:lnTo>
                <a:lnTo>
                  <a:pt x="19" y="111"/>
                </a:lnTo>
                <a:lnTo>
                  <a:pt x="19" y="110"/>
                </a:lnTo>
                <a:lnTo>
                  <a:pt x="20" y="110"/>
                </a:lnTo>
                <a:lnTo>
                  <a:pt x="20" y="109"/>
                </a:lnTo>
                <a:lnTo>
                  <a:pt x="20" y="108"/>
                </a:lnTo>
                <a:lnTo>
                  <a:pt x="20" y="107"/>
                </a:lnTo>
                <a:lnTo>
                  <a:pt x="19" y="107"/>
                </a:lnTo>
                <a:lnTo>
                  <a:pt x="20" y="107"/>
                </a:lnTo>
                <a:lnTo>
                  <a:pt x="20" y="108"/>
                </a:lnTo>
                <a:lnTo>
                  <a:pt x="20" y="109"/>
                </a:lnTo>
                <a:lnTo>
                  <a:pt x="20" y="110"/>
                </a:lnTo>
                <a:lnTo>
                  <a:pt x="21" y="110"/>
                </a:lnTo>
                <a:lnTo>
                  <a:pt x="21" y="111"/>
                </a:lnTo>
                <a:lnTo>
                  <a:pt x="22" y="111"/>
                </a:lnTo>
                <a:lnTo>
                  <a:pt x="22" y="112"/>
                </a:lnTo>
                <a:lnTo>
                  <a:pt x="23" y="112"/>
                </a:lnTo>
                <a:lnTo>
                  <a:pt x="23" y="113"/>
                </a:lnTo>
                <a:lnTo>
                  <a:pt x="22" y="112"/>
                </a:lnTo>
                <a:lnTo>
                  <a:pt x="22" y="113"/>
                </a:lnTo>
                <a:lnTo>
                  <a:pt x="22" y="114"/>
                </a:lnTo>
                <a:lnTo>
                  <a:pt x="20" y="114"/>
                </a:lnTo>
                <a:lnTo>
                  <a:pt x="19" y="114"/>
                </a:lnTo>
                <a:lnTo>
                  <a:pt x="18" y="114"/>
                </a:lnTo>
                <a:lnTo>
                  <a:pt x="17" y="114"/>
                </a:lnTo>
                <a:lnTo>
                  <a:pt x="16" y="114"/>
                </a:lnTo>
                <a:lnTo>
                  <a:pt x="15" y="113"/>
                </a:lnTo>
                <a:lnTo>
                  <a:pt x="14" y="113"/>
                </a:lnTo>
                <a:lnTo>
                  <a:pt x="13" y="113"/>
                </a:lnTo>
                <a:lnTo>
                  <a:pt x="12" y="113"/>
                </a:lnTo>
                <a:lnTo>
                  <a:pt x="10" y="113"/>
                </a:lnTo>
                <a:lnTo>
                  <a:pt x="9" y="113"/>
                </a:lnTo>
                <a:lnTo>
                  <a:pt x="9" y="112"/>
                </a:lnTo>
                <a:lnTo>
                  <a:pt x="10" y="112"/>
                </a:lnTo>
                <a:lnTo>
                  <a:pt x="10" y="110"/>
                </a:lnTo>
                <a:lnTo>
                  <a:pt x="9" y="110"/>
                </a:lnTo>
                <a:lnTo>
                  <a:pt x="9" y="109"/>
                </a:lnTo>
                <a:lnTo>
                  <a:pt x="9" y="108"/>
                </a:lnTo>
                <a:lnTo>
                  <a:pt x="9" y="107"/>
                </a:lnTo>
                <a:lnTo>
                  <a:pt x="10" y="106"/>
                </a:lnTo>
                <a:lnTo>
                  <a:pt x="10" y="105"/>
                </a:lnTo>
                <a:lnTo>
                  <a:pt x="10" y="104"/>
                </a:lnTo>
                <a:lnTo>
                  <a:pt x="10" y="103"/>
                </a:lnTo>
                <a:lnTo>
                  <a:pt x="10" y="102"/>
                </a:lnTo>
                <a:lnTo>
                  <a:pt x="11" y="102"/>
                </a:lnTo>
                <a:lnTo>
                  <a:pt x="10" y="102"/>
                </a:lnTo>
                <a:lnTo>
                  <a:pt x="10" y="101"/>
                </a:lnTo>
                <a:lnTo>
                  <a:pt x="10" y="102"/>
                </a:lnTo>
                <a:lnTo>
                  <a:pt x="10" y="101"/>
                </a:lnTo>
                <a:lnTo>
                  <a:pt x="9" y="101"/>
                </a:lnTo>
                <a:lnTo>
                  <a:pt x="8" y="101"/>
                </a:lnTo>
                <a:lnTo>
                  <a:pt x="8" y="102"/>
                </a:lnTo>
                <a:lnTo>
                  <a:pt x="7" y="102"/>
                </a:lnTo>
                <a:lnTo>
                  <a:pt x="6" y="102"/>
                </a:lnTo>
                <a:lnTo>
                  <a:pt x="6" y="103"/>
                </a:lnTo>
                <a:lnTo>
                  <a:pt x="5" y="103"/>
                </a:lnTo>
                <a:lnTo>
                  <a:pt x="5" y="104"/>
                </a:lnTo>
                <a:lnTo>
                  <a:pt x="5" y="105"/>
                </a:lnTo>
                <a:lnTo>
                  <a:pt x="5" y="106"/>
                </a:lnTo>
                <a:lnTo>
                  <a:pt x="5" y="107"/>
                </a:lnTo>
                <a:lnTo>
                  <a:pt x="5" y="109"/>
                </a:lnTo>
                <a:lnTo>
                  <a:pt x="5" y="110"/>
                </a:lnTo>
                <a:lnTo>
                  <a:pt x="4" y="110"/>
                </a:lnTo>
                <a:lnTo>
                  <a:pt x="4" y="111"/>
                </a:lnTo>
                <a:lnTo>
                  <a:pt x="3" y="111"/>
                </a:lnTo>
                <a:lnTo>
                  <a:pt x="2" y="112"/>
                </a:lnTo>
                <a:lnTo>
                  <a:pt x="0" y="112"/>
                </a:lnTo>
                <a:lnTo>
                  <a:pt x="0" y="111"/>
                </a:lnTo>
                <a:lnTo>
                  <a:pt x="1" y="111"/>
                </a:lnTo>
                <a:lnTo>
                  <a:pt x="1" y="110"/>
                </a:lnTo>
                <a:lnTo>
                  <a:pt x="2" y="110"/>
                </a:lnTo>
                <a:lnTo>
                  <a:pt x="3" y="110"/>
                </a:lnTo>
                <a:lnTo>
                  <a:pt x="3" y="109"/>
                </a:lnTo>
                <a:lnTo>
                  <a:pt x="4" y="109"/>
                </a:lnTo>
                <a:lnTo>
                  <a:pt x="4" y="108"/>
                </a:lnTo>
                <a:lnTo>
                  <a:pt x="4" y="106"/>
                </a:lnTo>
                <a:lnTo>
                  <a:pt x="4" y="105"/>
                </a:lnTo>
                <a:lnTo>
                  <a:pt x="5" y="105"/>
                </a:lnTo>
                <a:lnTo>
                  <a:pt x="5" y="104"/>
                </a:lnTo>
                <a:lnTo>
                  <a:pt x="5" y="103"/>
                </a:lnTo>
                <a:lnTo>
                  <a:pt x="6" y="102"/>
                </a:lnTo>
                <a:lnTo>
                  <a:pt x="7" y="102"/>
                </a:lnTo>
                <a:lnTo>
                  <a:pt x="8" y="101"/>
                </a:lnTo>
                <a:lnTo>
                  <a:pt x="9" y="101"/>
                </a:lnTo>
                <a:lnTo>
                  <a:pt x="10" y="101"/>
                </a:lnTo>
                <a:lnTo>
                  <a:pt x="10" y="102"/>
                </a:lnTo>
                <a:lnTo>
                  <a:pt x="10" y="101"/>
                </a:lnTo>
                <a:lnTo>
                  <a:pt x="11" y="101"/>
                </a:lnTo>
                <a:lnTo>
                  <a:pt x="11" y="100"/>
                </a:lnTo>
                <a:lnTo>
                  <a:pt x="12" y="100"/>
                </a:lnTo>
                <a:lnTo>
                  <a:pt x="11" y="100"/>
                </a:lnTo>
                <a:lnTo>
                  <a:pt x="11" y="99"/>
                </a:lnTo>
                <a:lnTo>
                  <a:pt x="11" y="98"/>
                </a:lnTo>
                <a:moveTo>
                  <a:pt x="17" y="111"/>
                </a:moveTo>
                <a:lnTo>
                  <a:pt x="17" y="110"/>
                </a:lnTo>
                <a:lnTo>
                  <a:pt x="16" y="110"/>
                </a:lnTo>
                <a:lnTo>
                  <a:pt x="16" y="111"/>
                </a:lnTo>
                <a:lnTo>
                  <a:pt x="17" y="111"/>
                </a:lnTo>
                <a:moveTo>
                  <a:pt x="12" y="103"/>
                </a:moveTo>
                <a:lnTo>
                  <a:pt x="13" y="102"/>
                </a:lnTo>
                <a:lnTo>
                  <a:pt x="12" y="102"/>
                </a:lnTo>
                <a:lnTo>
                  <a:pt x="12" y="103"/>
                </a:lnTo>
                <a:moveTo>
                  <a:pt x="15" y="100"/>
                </a:moveTo>
                <a:lnTo>
                  <a:pt x="14" y="100"/>
                </a:lnTo>
                <a:lnTo>
                  <a:pt x="14" y="101"/>
                </a:lnTo>
                <a:lnTo>
                  <a:pt x="15" y="100"/>
                </a:lnTo>
                <a:moveTo>
                  <a:pt x="18" y="88"/>
                </a:moveTo>
                <a:lnTo>
                  <a:pt x="17" y="88"/>
                </a:lnTo>
                <a:lnTo>
                  <a:pt x="17" y="87"/>
                </a:lnTo>
                <a:lnTo>
                  <a:pt x="17" y="86"/>
                </a:lnTo>
                <a:lnTo>
                  <a:pt x="17" y="87"/>
                </a:lnTo>
                <a:lnTo>
                  <a:pt x="16" y="87"/>
                </a:lnTo>
                <a:lnTo>
                  <a:pt x="16" y="88"/>
                </a:lnTo>
                <a:lnTo>
                  <a:pt x="16" y="89"/>
                </a:lnTo>
                <a:lnTo>
                  <a:pt x="16" y="90"/>
                </a:lnTo>
                <a:lnTo>
                  <a:pt x="17" y="90"/>
                </a:lnTo>
                <a:lnTo>
                  <a:pt x="18" y="90"/>
                </a:lnTo>
                <a:lnTo>
                  <a:pt x="18" y="89"/>
                </a:lnTo>
                <a:lnTo>
                  <a:pt x="18" y="88"/>
                </a:lnTo>
                <a:moveTo>
                  <a:pt x="19" y="88"/>
                </a:moveTo>
                <a:lnTo>
                  <a:pt x="19" y="87"/>
                </a:lnTo>
                <a:lnTo>
                  <a:pt x="18" y="87"/>
                </a:lnTo>
                <a:lnTo>
                  <a:pt x="18" y="88"/>
                </a:lnTo>
                <a:lnTo>
                  <a:pt x="19" y="88"/>
                </a:lnTo>
                <a:moveTo>
                  <a:pt x="25" y="79"/>
                </a:moveTo>
                <a:lnTo>
                  <a:pt x="24" y="79"/>
                </a:lnTo>
                <a:lnTo>
                  <a:pt x="25" y="79"/>
                </a:lnTo>
                <a:moveTo>
                  <a:pt x="26" y="78"/>
                </a:moveTo>
                <a:lnTo>
                  <a:pt x="25" y="78"/>
                </a:lnTo>
                <a:lnTo>
                  <a:pt x="25" y="79"/>
                </a:lnTo>
                <a:lnTo>
                  <a:pt x="25" y="78"/>
                </a:lnTo>
                <a:lnTo>
                  <a:pt x="26" y="78"/>
                </a:lnTo>
                <a:moveTo>
                  <a:pt x="27" y="77"/>
                </a:moveTo>
                <a:lnTo>
                  <a:pt x="26" y="77"/>
                </a:lnTo>
                <a:lnTo>
                  <a:pt x="27" y="77"/>
                </a:lnTo>
                <a:moveTo>
                  <a:pt x="35" y="72"/>
                </a:moveTo>
                <a:lnTo>
                  <a:pt x="35" y="71"/>
                </a:lnTo>
                <a:lnTo>
                  <a:pt x="36" y="71"/>
                </a:lnTo>
                <a:lnTo>
                  <a:pt x="37" y="71"/>
                </a:lnTo>
                <a:lnTo>
                  <a:pt x="37" y="70"/>
                </a:lnTo>
                <a:lnTo>
                  <a:pt x="38" y="70"/>
                </a:lnTo>
                <a:lnTo>
                  <a:pt x="38" y="69"/>
                </a:lnTo>
                <a:lnTo>
                  <a:pt x="37" y="69"/>
                </a:lnTo>
                <a:lnTo>
                  <a:pt x="36" y="69"/>
                </a:lnTo>
                <a:lnTo>
                  <a:pt x="35" y="69"/>
                </a:lnTo>
                <a:lnTo>
                  <a:pt x="35" y="70"/>
                </a:lnTo>
                <a:lnTo>
                  <a:pt x="35" y="71"/>
                </a:lnTo>
                <a:lnTo>
                  <a:pt x="35" y="72"/>
                </a:lnTo>
                <a:moveTo>
                  <a:pt x="37" y="69"/>
                </a:moveTo>
                <a:lnTo>
                  <a:pt x="37" y="68"/>
                </a:lnTo>
                <a:lnTo>
                  <a:pt x="36" y="68"/>
                </a:lnTo>
                <a:lnTo>
                  <a:pt x="36" y="69"/>
                </a:lnTo>
                <a:lnTo>
                  <a:pt x="37" y="69"/>
                </a:lnTo>
                <a:moveTo>
                  <a:pt x="37" y="69"/>
                </a:moveTo>
                <a:lnTo>
                  <a:pt x="38" y="69"/>
                </a:lnTo>
                <a:lnTo>
                  <a:pt x="38" y="68"/>
                </a:lnTo>
                <a:lnTo>
                  <a:pt x="38" y="67"/>
                </a:lnTo>
                <a:lnTo>
                  <a:pt x="37" y="67"/>
                </a:lnTo>
                <a:lnTo>
                  <a:pt x="37" y="68"/>
                </a:lnTo>
                <a:lnTo>
                  <a:pt x="37" y="69"/>
                </a:lnTo>
                <a:moveTo>
                  <a:pt x="47" y="63"/>
                </a:moveTo>
                <a:lnTo>
                  <a:pt x="46" y="63"/>
                </a:lnTo>
                <a:lnTo>
                  <a:pt x="46" y="64"/>
                </a:lnTo>
                <a:lnTo>
                  <a:pt x="46" y="63"/>
                </a:lnTo>
                <a:lnTo>
                  <a:pt x="47" y="63"/>
                </a:lnTo>
                <a:moveTo>
                  <a:pt x="50" y="62"/>
                </a:moveTo>
                <a:lnTo>
                  <a:pt x="51" y="61"/>
                </a:lnTo>
                <a:lnTo>
                  <a:pt x="50" y="61"/>
                </a:lnTo>
                <a:lnTo>
                  <a:pt x="51" y="61"/>
                </a:lnTo>
                <a:lnTo>
                  <a:pt x="50" y="61"/>
                </a:lnTo>
                <a:lnTo>
                  <a:pt x="50" y="62"/>
                </a:lnTo>
                <a:moveTo>
                  <a:pt x="64" y="48"/>
                </a:moveTo>
                <a:lnTo>
                  <a:pt x="63" y="49"/>
                </a:lnTo>
                <a:lnTo>
                  <a:pt x="64" y="49"/>
                </a:lnTo>
                <a:lnTo>
                  <a:pt x="64" y="48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98" name=""/>
          <p:cNvSpPr/>
          <p:nvPr/>
        </p:nvSpPr>
        <p:spPr>
          <a:xfrm>
            <a:off x="4833720" y="3597840"/>
            <a:ext cx="8640" cy="14040"/>
          </a:xfrm>
          <a:custGeom>
            <a:avLst/>
            <a:gdLst/>
            <a:ahLst/>
            <a:rect l="0" t="0" r="r" b="b"/>
            <a:pathLst>
              <a:path w="24" h="39">
                <a:moveTo>
                  <a:pt x="23" y="1"/>
                </a:moveTo>
                <a:lnTo>
                  <a:pt x="23" y="2"/>
                </a:lnTo>
                <a:lnTo>
                  <a:pt x="24" y="2"/>
                </a:lnTo>
                <a:lnTo>
                  <a:pt x="24" y="3"/>
                </a:lnTo>
                <a:lnTo>
                  <a:pt x="23" y="2"/>
                </a:lnTo>
                <a:lnTo>
                  <a:pt x="22" y="2"/>
                </a:lnTo>
                <a:lnTo>
                  <a:pt x="21" y="1"/>
                </a:lnTo>
                <a:lnTo>
                  <a:pt x="20" y="1"/>
                </a:lnTo>
                <a:lnTo>
                  <a:pt x="19" y="1"/>
                </a:lnTo>
                <a:lnTo>
                  <a:pt x="19" y="2"/>
                </a:lnTo>
                <a:lnTo>
                  <a:pt x="20" y="2"/>
                </a:lnTo>
                <a:lnTo>
                  <a:pt x="21" y="3"/>
                </a:lnTo>
                <a:lnTo>
                  <a:pt x="22" y="3"/>
                </a:lnTo>
                <a:lnTo>
                  <a:pt x="23" y="4"/>
                </a:lnTo>
                <a:lnTo>
                  <a:pt x="22" y="4"/>
                </a:lnTo>
                <a:lnTo>
                  <a:pt x="22" y="5"/>
                </a:lnTo>
                <a:lnTo>
                  <a:pt x="21" y="6"/>
                </a:lnTo>
                <a:lnTo>
                  <a:pt x="20" y="7"/>
                </a:lnTo>
                <a:lnTo>
                  <a:pt x="19" y="7"/>
                </a:lnTo>
                <a:lnTo>
                  <a:pt x="18" y="7"/>
                </a:lnTo>
                <a:lnTo>
                  <a:pt x="18" y="8"/>
                </a:lnTo>
                <a:lnTo>
                  <a:pt x="19" y="8"/>
                </a:lnTo>
                <a:lnTo>
                  <a:pt x="19" y="9"/>
                </a:lnTo>
                <a:lnTo>
                  <a:pt x="18" y="10"/>
                </a:lnTo>
                <a:lnTo>
                  <a:pt x="16" y="9"/>
                </a:lnTo>
                <a:lnTo>
                  <a:pt x="15" y="9"/>
                </a:lnTo>
                <a:lnTo>
                  <a:pt x="15" y="10"/>
                </a:lnTo>
                <a:lnTo>
                  <a:pt x="14" y="10"/>
                </a:lnTo>
                <a:lnTo>
                  <a:pt x="14" y="11"/>
                </a:lnTo>
                <a:lnTo>
                  <a:pt x="13" y="10"/>
                </a:lnTo>
                <a:lnTo>
                  <a:pt x="12" y="10"/>
                </a:lnTo>
                <a:lnTo>
                  <a:pt x="12" y="9"/>
                </a:lnTo>
                <a:lnTo>
                  <a:pt x="11" y="9"/>
                </a:lnTo>
                <a:lnTo>
                  <a:pt x="10" y="9"/>
                </a:lnTo>
                <a:lnTo>
                  <a:pt x="10" y="10"/>
                </a:lnTo>
                <a:lnTo>
                  <a:pt x="11" y="10"/>
                </a:lnTo>
                <a:lnTo>
                  <a:pt x="11" y="11"/>
                </a:lnTo>
                <a:lnTo>
                  <a:pt x="11" y="12"/>
                </a:lnTo>
                <a:lnTo>
                  <a:pt x="10" y="12"/>
                </a:lnTo>
                <a:lnTo>
                  <a:pt x="9" y="13"/>
                </a:lnTo>
                <a:lnTo>
                  <a:pt x="9" y="14"/>
                </a:lnTo>
                <a:lnTo>
                  <a:pt x="8" y="14"/>
                </a:lnTo>
                <a:lnTo>
                  <a:pt x="7" y="14"/>
                </a:lnTo>
                <a:lnTo>
                  <a:pt x="6" y="15"/>
                </a:lnTo>
                <a:lnTo>
                  <a:pt x="7" y="16"/>
                </a:lnTo>
                <a:lnTo>
                  <a:pt x="7" y="17"/>
                </a:lnTo>
                <a:lnTo>
                  <a:pt x="8" y="18"/>
                </a:lnTo>
                <a:lnTo>
                  <a:pt x="9" y="20"/>
                </a:lnTo>
                <a:lnTo>
                  <a:pt x="9" y="21"/>
                </a:lnTo>
                <a:lnTo>
                  <a:pt x="9" y="22"/>
                </a:lnTo>
                <a:lnTo>
                  <a:pt x="8" y="22"/>
                </a:lnTo>
                <a:lnTo>
                  <a:pt x="7" y="23"/>
                </a:lnTo>
                <a:lnTo>
                  <a:pt x="7" y="24"/>
                </a:lnTo>
                <a:lnTo>
                  <a:pt x="6" y="25"/>
                </a:lnTo>
                <a:lnTo>
                  <a:pt x="6" y="26"/>
                </a:lnTo>
                <a:lnTo>
                  <a:pt x="5" y="27"/>
                </a:lnTo>
                <a:lnTo>
                  <a:pt x="6" y="28"/>
                </a:lnTo>
                <a:lnTo>
                  <a:pt x="6" y="29"/>
                </a:lnTo>
                <a:lnTo>
                  <a:pt x="5" y="29"/>
                </a:lnTo>
                <a:lnTo>
                  <a:pt x="4" y="29"/>
                </a:lnTo>
                <a:lnTo>
                  <a:pt x="4" y="30"/>
                </a:lnTo>
                <a:lnTo>
                  <a:pt x="3" y="31"/>
                </a:lnTo>
                <a:lnTo>
                  <a:pt x="3" y="32"/>
                </a:lnTo>
                <a:lnTo>
                  <a:pt x="2" y="32"/>
                </a:lnTo>
                <a:lnTo>
                  <a:pt x="2" y="33"/>
                </a:lnTo>
                <a:lnTo>
                  <a:pt x="1" y="33"/>
                </a:lnTo>
                <a:lnTo>
                  <a:pt x="1" y="34"/>
                </a:lnTo>
                <a:lnTo>
                  <a:pt x="2" y="34"/>
                </a:lnTo>
                <a:lnTo>
                  <a:pt x="3" y="34"/>
                </a:lnTo>
                <a:lnTo>
                  <a:pt x="2" y="35"/>
                </a:lnTo>
                <a:lnTo>
                  <a:pt x="2" y="36"/>
                </a:lnTo>
                <a:lnTo>
                  <a:pt x="2" y="37"/>
                </a:lnTo>
                <a:lnTo>
                  <a:pt x="1" y="37"/>
                </a:lnTo>
                <a:lnTo>
                  <a:pt x="2" y="38"/>
                </a:lnTo>
                <a:lnTo>
                  <a:pt x="2" y="37"/>
                </a:lnTo>
                <a:lnTo>
                  <a:pt x="3" y="37"/>
                </a:lnTo>
                <a:lnTo>
                  <a:pt x="3" y="38"/>
                </a:lnTo>
                <a:lnTo>
                  <a:pt x="2" y="38"/>
                </a:lnTo>
                <a:lnTo>
                  <a:pt x="2" y="39"/>
                </a:lnTo>
                <a:lnTo>
                  <a:pt x="1" y="39"/>
                </a:lnTo>
                <a:lnTo>
                  <a:pt x="0" y="38"/>
                </a:lnTo>
                <a:lnTo>
                  <a:pt x="0" y="37"/>
                </a:lnTo>
                <a:lnTo>
                  <a:pt x="0" y="36"/>
                </a:lnTo>
                <a:lnTo>
                  <a:pt x="0" y="35"/>
                </a:lnTo>
                <a:lnTo>
                  <a:pt x="0" y="34"/>
                </a:lnTo>
                <a:lnTo>
                  <a:pt x="1" y="33"/>
                </a:lnTo>
                <a:lnTo>
                  <a:pt x="1" y="32"/>
                </a:lnTo>
                <a:lnTo>
                  <a:pt x="2" y="32"/>
                </a:lnTo>
                <a:lnTo>
                  <a:pt x="2" y="31"/>
                </a:lnTo>
                <a:lnTo>
                  <a:pt x="2" y="30"/>
                </a:lnTo>
                <a:lnTo>
                  <a:pt x="3" y="30"/>
                </a:lnTo>
                <a:lnTo>
                  <a:pt x="4" y="29"/>
                </a:lnTo>
                <a:lnTo>
                  <a:pt x="5" y="28"/>
                </a:lnTo>
                <a:lnTo>
                  <a:pt x="4" y="28"/>
                </a:lnTo>
                <a:lnTo>
                  <a:pt x="4" y="27"/>
                </a:lnTo>
                <a:lnTo>
                  <a:pt x="4" y="26"/>
                </a:lnTo>
                <a:lnTo>
                  <a:pt x="5" y="26"/>
                </a:lnTo>
                <a:lnTo>
                  <a:pt x="4" y="25"/>
                </a:lnTo>
                <a:lnTo>
                  <a:pt x="5" y="24"/>
                </a:lnTo>
                <a:lnTo>
                  <a:pt x="5" y="23"/>
                </a:lnTo>
                <a:lnTo>
                  <a:pt x="5" y="22"/>
                </a:lnTo>
                <a:lnTo>
                  <a:pt x="6" y="22"/>
                </a:lnTo>
                <a:lnTo>
                  <a:pt x="7" y="21"/>
                </a:lnTo>
                <a:lnTo>
                  <a:pt x="7" y="22"/>
                </a:lnTo>
                <a:lnTo>
                  <a:pt x="7" y="21"/>
                </a:lnTo>
                <a:lnTo>
                  <a:pt x="8" y="21"/>
                </a:lnTo>
                <a:lnTo>
                  <a:pt x="8" y="20"/>
                </a:lnTo>
                <a:lnTo>
                  <a:pt x="7" y="20"/>
                </a:lnTo>
                <a:lnTo>
                  <a:pt x="7" y="18"/>
                </a:lnTo>
                <a:lnTo>
                  <a:pt x="7" y="17"/>
                </a:lnTo>
                <a:lnTo>
                  <a:pt x="6" y="17"/>
                </a:lnTo>
                <a:lnTo>
                  <a:pt x="6" y="16"/>
                </a:lnTo>
                <a:lnTo>
                  <a:pt x="6" y="15"/>
                </a:lnTo>
                <a:lnTo>
                  <a:pt x="6" y="14"/>
                </a:lnTo>
                <a:lnTo>
                  <a:pt x="7" y="14"/>
                </a:lnTo>
                <a:lnTo>
                  <a:pt x="7" y="13"/>
                </a:lnTo>
                <a:lnTo>
                  <a:pt x="8" y="13"/>
                </a:lnTo>
                <a:lnTo>
                  <a:pt x="9" y="12"/>
                </a:lnTo>
                <a:lnTo>
                  <a:pt x="10" y="12"/>
                </a:lnTo>
                <a:lnTo>
                  <a:pt x="10" y="11"/>
                </a:lnTo>
                <a:lnTo>
                  <a:pt x="10" y="10"/>
                </a:lnTo>
                <a:lnTo>
                  <a:pt x="9" y="10"/>
                </a:lnTo>
                <a:lnTo>
                  <a:pt x="10" y="9"/>
                </a:lnTo>
                <a:lnTo>
                  <a:pt x="10" y="8"/>
                </a:lnTo>
                <a:lnTo>
                  <a:pt x="11" y="8"/>
                </a:lnTo>
                <a:lnTo>
                  <a:pt x="12" y="8"/>
                </a:lnTo>
                <a:lnTo>
                  <a:pt x="12" y="9"/>
                </a:lnTo>
                <a:lnTo>
                  <a:pt x="13" y="10"/>
                </a:lnTo>
                <a:lnTo>
                  <a:pt x="14" y="10"/>
                </a:lnTo>
                <a:lnTo>
                  <a:pt x="15" y="9"/>
                </a:lnTo>
                <a:lnTo>
                  <a:pt x="16" y="9"/>
                </a:lnTo>
                <a:lnTo>
                  <a:pt x="18" y="8"/>
                </a:lnTo>
                <a:lnTo>
                  <a:pt x="18" y="7"/>
                </a:lnTo>
                <a:lnTo>
                  <a:pt x="19" y="7"/>
                </a:lnTo>
                <a:lnTo>
                  <a:pt x="20" y="6"/>
                </a:lnTo>
                <a:lnTo>
                  <a:pt x="20" y="5"/>
                </a:lnTo>
                <a:lnTo>
                  <a:pt x="21" y="5"/>
                </a:lnTo>
                <a:lnTo>
                  <a:pt x="21" y="4"/>
                </a:lnTo>
                <a:lnTo>
                  <a:pt x="20" y="4"/>
                </a:lnTo>
                <a:lnTo>
                  <a:pt x="20" y="3"/>
                </a:lnTo>
                <a:lnTo>
                  <a:pt x="19" y="3"/>
                </a:lnTo>
                <a:lnTo>
                  <a:pt x="18" y="3"/>
                </a:lnTo>
                <a:lnTo>
                  <a:pt x="18" y="2"/>
                </a:lnTo>
                <a:lnTo>
                  <a:pt x="18" y="1"/>
                </a:lnTo>
                <a:lnTo>
                  <a:pt x="19" y="0"/>
                </a:lnTo>
                <a:lnTo>
                  <a:pt x="20" y="0"/>
                </a:lnTo>
                <a:lnTo>
                  <a:pt x="21" y="0"/>
                </a:lnTo>
                <a:lnTo>
                  <a:pt x="22" y="1"/>
                </a:lnTo>
                <a:lnTo>
                  <a:pt x="23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99" name=""/>
          <p:cNvSpPr/>
          <p:nvPr/>
        </p:nvSpPr>
        <p:spPr>
          <a:xfrm>
            <a:off x="4954680" y="3556080"/>
            <a:ext cx="13680" cy="17640"/>
          </a:xfrm>
          <a:custGeom>
            <a:avLst/>
            <a:gdLst/>
            <a:ahLst/>
            <a:rect l="0" t="0" r="r" b="b"/>
            <a:pathLst>
              <a:path w="38" h="49">
                <a:moveTo>
                  <a:pt x="2" y="3"/>
                </a:moveTo>
                <a:lnTo>
                  <a:pt x="2" y="4"/>
                </a:lnTo>
                <a:lnTo>
                  <a:pt x="3" y="4"/>
                </a:lnTo>
                <a:lnTo>
                  <a:pt x="3" y="5"/>
                </a:lnTo>
                <a:lnTo>
                  <a:pt x="2" y="6"/>
                </a:lnTo>
                <a:lnTo>
                  <a:pt x="2" y="7"/>
                </a:lnTo>
                <a:lnTo>
                  <a:pt x="1" y="8"/>
                </a:lnTo>
                <a:lnTo>
                  <a:pt x="2" y="8"/>
                </a:lnTo>
                <a:lnTo>
                  <a:pt x="1" y="9"/>
                </a:lnTo>
                <a:lnTo>
                  <a:pt x="1" y="10"/>
                </a:lnTo>
                <a:lnTo>
                  <a:pt x="0" y="10"/>
                </a:lnTo>
                <a:lnTo>
                  <a:pt x="1" y="11"/>
                </a:lnTo>
                <a:lnTo>
                  <a:pt x="1" y="12"/>
                </a:lnTo>
                <a:lnTo>
                  <a:pt x="2" y="12"/>
                </a:lnTo>
                <a:lnTo>
                  <a:pt x="2" y="13"/>
                </a:lnTo>
                <a:lnTo>
                  <a:pt x="2" y="14"/>
                </a:lnTo>
                <a:lnTo>
                  <a:pt x="1" y="14"/>
                </a:lnTo>
                <a:lnTo>
                  <a:pt x="1" y="15"/>
                </a:lnTo>
                <a:lnTo>
                  <a:pt x="1" y="16"/>
                </a:lnTo>
                <a:lnTo>
                  <a:pt x="2" y="16"/>
                </a:lnTo>
                <a:lnTo>
                  <a:pt x="2" y="17"/>
                </a:lnTo>
                <a:lnTo>
                  <a:pt x="2" y="18"/>
                </a:lnTo>
                <a:lnTo>
                  <a:pt x="3" y="18"/>
                </a:lnTo>
                <a:lnTo>
                  <a:pt x="2" y="18"/>
                </a:lnTo>
                <a:lnTo>
                  <a:pt x="3" y="19"/>
                </a:lnTo>
                <a:lnTo>
                  <a:pt x="5" y="19"/>
                </a:lnTo>
                <a:lnTo>
                  <a:pt x="6" y="19"/>
                </a:lnTo>
                <a:lnTo>
                  <a:pt x="6" y="20"/>
                </a:lnTo>
                <a:lnTo>
                  <a:pt x="7" y="20"/>
                </a:lnTo>
                <a:lnTo>
                  <a:pt x="7" y="21"/>
                </a:lnTo>
                <a:lnTo>
                  <a:pt x="7" y="22"/>
                </a:lnTo>
                <a:lnTo>
                  <a:pt x="7" y="23"/>
                </a:lnTo>
                <a:lnTo>
                  <a:pt x="8" y="23"/>
                </a:lnTo>
                <a:lnTo>
                  <a:pt x="8" y="24"/>
                </a:lnTo>
                <a:lnTo>
                  <a:pt x="9" y="24"/>
                </a:lnTo>
                <a:lnTo>
                  <a:pt x="9" y="25"/>
                </a:lnTo>
                <a:lnTo>
                  <a:pt x="11" y="25"/>
                </a:lnTo>
                <a:lnTo>
                  <a:pt x="12" y="26"/>
                </a:lnTo>
                <a:lnTo>
                  <a:pt x="13" y="27"/>
                </a:lnTo>
                <a:lnTo>
                  <a:pt x="14" y="28"/>
                </a:lnTo>
                <a:lnTo>
                  <a:pt x="14" y="29"/>
                </a:lnTo>
                <a:lnTo>
                  <a:pt x="15" y="29"/>
                </a:lnTo>
                <a:lnTo>
                  <a:pt x="16" y="29"/>
                </a:lnTo>
                <a:lnTo>
                  <a:pt x="16" y="28"/>
                </a:lnTo>
                <a:lnTo>
                  <a:pt x="17" y="28"/>
                </a:lnTo>
                <a:lnTo>
                  <a:pt x="18" y="28"/>
                </a:lnTo>
                <a:lnTo>
                  <a:pt x="19" y="28"/>
                </a:lnTo>
                <a:lnTo>
                  <a:pt x="19" y="29"/>
                </a:lnTo>
                <a:lnTo>
                  <a:pt x="19" y="30"/>
                </a:lnTo>
                <a:lnTo>
                  <a:pt x="19" y="31"/>
                </a:lnTo>
                <a:lnTo>
                  <a:pt x="18" y="31"/>
                </a:lnTo>
                <a:lnTo>
                  <a:pt x="18" y="32"/>
                </a:lnTo>
                <a:lnTo>
                  <a:pt x="17" y="32"/>
                </a:lnTo>
                <a:lnTo>
                  <a:pt x="18" y="33"/>
                </a:lnTo>
                <a:lnTo>
                  <a:pt x="18" y="35"/>
                </a:lnTo>
                <a:lnTo>
                  <a:pt x="19" y="35"/>
                </a:lnTo>
                <a:lnTo>
                  <a:pt x="21" y="36"/>
                </a:lnTo>
                <a:lnTo>
                  <a:pt x="22" y="36"/>
                </a:lnTo>
                <a:lnTo>
                  <a:pt x="23" y="35"/>
                </a:lnTo>
                <a:lnTo>
                  <a:pt x="24" y="35"/>
                </a:lnTo>
                <a:lnTo>
                  <a:pt x="24" y="33"/>
                </a:lnTo>
                <a:lnTo>
                  <a:pt x="24" y="32"/>
                </a:lnTo>
                <a:lnTo>
                  <a:pt x="23" y="32"/>
                </a:lnTo>
                <a:lnTo>
                  <a:pt x="22" y="31"/>
                </a:lnTo>
                <a:lnTo>
                  <a:pt x="22" y="30"/>
                </a:lnTo>
                <a:lnTo>
                  <a:pt x="22" y="29"/>
                </a:lnTo>
                <a:lnTo>
                  <a:pt x="23" y="29"/>
                </a:lnTo>
                <a:lnTo>
                  <a:pt x="23" y="28"/>
                </a:lnTo>
                <a:lnTo>
                  <a:pt x="24" y="27"/>
                </a:lnTo>
                <a:lnTo>
                  <a:pt x="25" y="27"/>
                </a:lnTo>
                <a:lnTo>
                  <a:pt x="26" y="27"/>
                </a:lnTo>
                <a:lnTo>
                  <a:pt x="27" y="28"/>
                </a:lnTo>
                <a:lnTo>
                  <a:pt x="28" y="28"/>
                </a:lnTo>
                <a:lnTo>
                  <a:pt x="28" y="29"/>
                </a:lnTo>
                <a:lnTo>
                  <a:pt x="28" y="30"/>
                </a:lnTo>
                <a:lnTo>
                  <a:pt x="27" y="30"/>
                </a:lnTo>
                <a:lnTo>
                  <a:pt x="27" y="31"/>
                </a:lnTo>
                <a:lnTo>
                  <a:pt x="27" y="32"/>
                </a:lnTo>
                <a:lnTo>
                  <a:pt x="28" y="32"/>
                </a:lnTo>
                <a:lnTo>
                  <a:pt x="28" y="33"/>
                </a:lnTo>
                <a:lnTo>
                  <a:pt x="28" y="36"/>
                </a:lnTo>
                <a:lnTo>
                  <a:pt x="29" y="36"/>
                </a:lnTo>
                <a:lnTo>
                  <a:pt x="29" y="37"/>
                </a:lnTo>
                <a:lnTo>
                  <a:pt x="30" y="37"/>
                </a:lnTo>
                <a:lnTo>
                  <a:pt x="30" y="38"/>
                </a:lnTo>
                <a:lnTo>
                  <a:pt x="31" y="38"/>
                </a:lnTo>
                <a:lnTo>
                  <a:pt x="31" y="40"/>
                </a:lnTo>
                <a:lnTo>
                  <a:pt x="30" y="40"/>
                </a:lnTo>
                <a:lnTo>
                  <a:pt x="30" y="41"/>
                </a:lnTo>
                <a:lnTo>
                  <a:pt x="31" y="42"/>
                </a:lnTo>
                <a:lnTo>
                  <a:pt x="32" y="42"/>
                </a:lnTo>
                <a:lnTo>
                  <a:pt x="33" y="42"/>
                </a:lnTo>
                <a:lnTo>
                  <a:pt x="34" y="43"/>
                </a:lnTo>
                <a:lnTo>
                  <a:pt x="33" y="43"/>
                </a:lnTo>
                <a:lnTo>
                  <a:pt x="33" y="44"/>
                </a:lnTo>
                <a:lnTo>
                  <a:pt x="33" y="43"/>
                </a:lnTo>
                <a:lnTo>
                  <a:pt x="33" y="44"/>
                </a:lnTo>
                <a:lnTo>
                  <a:pt x="32" y="45"/>
                </a:lnTo>
                <a:lnTo>
                  <a:pt x="32" y="46"/>
                </a:lnTo>
                <a:lnTo>
                  <a:pt x="32" y="47"/>
                </a:lnTo>
                <a:lnTo>
                  <a:pt x="33" y="48"/>
                </a:lnTo>
                <a:lnTo>
                  <a:pt x="34" y="48"/>
                </a:lnTo>
                <a:lnTo>
                  <a:pt x="35" y="47"/>
                </a:lnTo>
                <a:lnTo>
                  <a:pt x="36" y="47"/>
                </a:lnTo>
                <a:lnTo>
                  <a:pt x="36" y="48"/>
                </a:lnTo>
                <a:lnTo>
                  <a:pt x="37" y="48"/>
                </a:lnTo>
                <a:lnTo>
                  <a:pt x="38" y="48"/>
                </a:lnTo>
                <a:lnTo>
                  <a:pt x="38" y="49"/>
                </a:lnTo>
                <a:lnTo>
                  <a:pt x="37" y="48"/>
                </a:lnTo>
                <a:lnTo>
                  <a:pt x="36" y="48"/>
                </a:lnTo>
                <a:lnTo>
                  <a:pt x="35" y="48"/>
                </a:lnTo>
                <a:lnTo>
                  <a:pt x="34" y="48"/>
                </a:lnTo>
                <a:lnTo>
                  <a:pt x="33" y="48"/>
                </a:lnTo>
                <a:lnTo>
                  <a:pt x="32" y="48"/>
                </a:lnTo>
                <a:lnTo>
                  <a:pt x="32" y="47"/>
                </a:lnTo>
                <a:lnTo>
                  <a:pt x="31" y="46"/>
                </a:lnTo>
                <a:lnTo>
                  <a:pt x="31" y="45"/>
                </a:lnTo>
                <a:lnTo>
                  <a:pt x="31" y="44"/>
                </a:lnTo>
                <a:lnTo>
                  <a:pt x="32" y="44"/>
                </a:lnTo>
                <a:lnTo>
                  <a:pt x="32" y="43"/>
                </a:lnTo>
                <a:lnTo>
                  <a:pt x="32" y="42"/>
                </a:lnTo>
                <a:lnTo>
                  <a:pt x="31" y="42"/>
                </a:lnTo>
                <a:lnTo>
                  <a:pt x="30" y="42"/>
                </a:lnTo>
                <a:lnTo>
                  <a:pt x="30" y="41"/>
                </a:lnTo>
                <a:lnTo>
                  <a:pt x="30" y="40"/>
                </a:lnTo>
                <a:lnTo>
                  <a:pt x="30" y="39"/>
                </a:lnTo>
                <a:lnTo>
                  <a:pt x="29" y="39"/>
                </a:lnTo>
                <a:lnTo>
                  <a:pt x="29" y="38"/>
                </a:lnTo>
                <a:lnTo>
                  <a:pt x="29" y="37"/>
                </a:lnTo>
                <a:lnTo>
                  <a:pt x="28" y="37"/>
                </a:lnTo>
                <a:lnTo>
                  <a:pt x="28" y="36"/>
                </a:lnTo>
                <a:lnTo>
                  <a:pt x="28" y="35"/>
                </a:lnTo>
                <a:lnTo>
                  <a:pt x="28" y="33"/>
                </a:lnTo>
                <a:lnTo>
                  <a:pt x="28" y="32"/>
                </a:lnTo>
                <a:lnTo>
                  <a:pt x="27" y="32"/>
                </a:lnTo>
                <a:lnTo>
                  <a:pt x="27" y="31"/>
                </a:lnTo>
                <a:lnTo>
                  <a:pt x="28" y="29"/>
                </a:lnTo>
                <a:lnTo>
                  <a:pt x="28" y="28"/>
                </a:lnTo>
                <a:lnTo>
                  <a:pt x="27" y="28"/>
                </a:lnTo>
                <a:lnTo>
                  <a:pt x="26" y="28"/>
                </a:lnTo>
                <a:lnTo>
                  <a:pt x="25" y="28"/>
                </a:lnTo>
                <a:lnTo>
                  <a:pt x="24" y="28"/>
                </a:lnTo>
                <a:lnTo>
                  <a:pt x="23" y="28"/>
                </a:lnTo>
                <a:lnTo>
                  <a:pt x="23" y="29"/>
                </a:lnTo>
                <a:lnTo>
                  <a:pt x="23" y="30"/>
                </a:lnTo>
                <a:lnTo>
                  <a:pt x="23" y="31"/>
                </a:lnTo>
                <a:lnTo>
                  <a:pt x="24" y="32"/>
                </a:lnTo>
                <a:lnTo>
                  <a:pt x="24" y="33"/>
                </a:lnTo>
                <a:lnTo>
                  <a:pt x="24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21" y="36"/>
                </a:lnTo>
                <a:lnTo>
                  <a:pt x="19" y="36"/>
                </a:lnTo>
                <a:lnTo>
                  <a:pt x="18" y="35"/>
                </a:lnTo>
                <a:lnTo>
                  <a:pt x="17" y="33"/>
                </a:lnTo>
                <a:lnTo>
                  <a:pt x="17" y="32"/>
                </a:lnTo>
                <a:lnTo>
                  <a:pt x="17" y="31"/>
                </a:lnTo>
                <a:lnTo>
                  <a:pt x="18" y="31"/>
                </a:lnTo>
                <a:lnTo>
                  <a:pt x="19" y="30"/>
                </a:lnTo>
                <a:lnTo>
                  <a:pt x="19" y="29"/>
                </a:lnTo>
                <a:lnTo>
                  <a:pt x="18" y="28"/>
                </a:lnTo>
                <a:lnTo>
                  <a:pt x="17" y="28"/>
                </a:lnTo>
                <a:lnTo>
                  <a:pt x="16" y="28"/>
                </a:lnTo>
                <a:lnTo>
                  <a:pt x="16" y="29"/>
                </a:lnTo>
                <a:lnTo>
                  <a:pt x="16" y="30"/>
                </a:lnTo>
                <a:lnTo>
                  <a:pt x="15" y="30"/>
                </a:lnTo>
                <a:lnTo>
                  <a:pt x="14" y="30"/>
                </a:lnTo>
                <a:lnTo>
                  <a:pt x="14" y="29"/>
                </a:lnTo>
                <a:lnTo>
                  <a:pt x="13" y="29"/>
                </a:lnTo>
                <a:lnTo>
                  <a:pt x="14" y="29"/>
                </a:lnTo>
                <a:lnTo>
                  <a:pt x="14" y="28"/>
                </a:lnTo>
                <a:lnTo>
                  <a:pt x="13" y="28"/>
                </a:lnTo>
                <a:lnTo>
                  <a:pt x="12" y="27"/>
                </a:lnTo>
                <a:lnTo>
                  <a:pt x="12" y="26"/>
                </a:lnTo>
                <a:lnTo>
                  <a:pt x="11" y="26"/>
                </a:lnTo>
                <a:lnTo>
                  <a:pt x="10" y="25"/>
                </a:lnTo>
                <a:lnTo>
                  <a:pt x="9" y="25"/>
                </a:lnTo>
                <a:lnTo>
                  <a:pt x="8" y="24"/>
                </a:lnTo>
                <a:lnTo>
                  <a:pt x="7" y="23"/>
                </a:lnTo>
                <a:lnTo>
                  <a:pt x="7" y="22"/>
                </a:lnTo>
                <a:lnTo>
                  <a:pt x="6" y="21"/>
                </a:lnTo>
                <a:lnTo>
                  <a:pt x="6" y="20"/>
                </a:lnTo>
                <a:lnTo>
                  <a:pt x="6" y="19"/>
                </a:lnTo>
                <a:lnTo>
                  <a:pt x="5" y="19"/>
                </a:lnTo>
                <a:lnTo>
                  <a:pt x="4" y="19"/>
                </a:lnTo>
                <a:lnTo>
                  <a:pt x="3" y="19"/>
                </a:lnTo>
                <a:lnTo>
                  <a:pt x="2" y="18"/>
                </a:lnTo>
                <a:lnTo>
                  <a:pt x="2" y="17"/>
                </a:lnTo>
                <a:lnTo>
                  <a:pt x="1" y="16"/>
                </a:lnTo>
                <a:lnTo>
                  <a:pt x="1" y="15"/>
                </a:lnTo>
                <a:lnTo>
                  <a:pt x="1" y="14"/>
                </a:lnTo>
                <a:lnTo>
                  <a:pt x="1" y="13"/>
                </a:lnTo>
                <a:lnTo>
                  <a:pt x="2" y="13"/>
                </a:lnTo>
                <a:lnTo>
                  <a:pt x="2" y="12"/>
                </a:lnTo>
                <a:lnTo>
                  <a:pt x="1" y="12"/>
                </a:lnTo>
                <a:lnTo>
                  <a:pt x="1" y="11"/>
                </a:ln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1" y="9"/>
                </a:lnTo>
                <a:lnTo>
                  <a:pt x="1" y="7"/>
                </a:lnTo>
                <a:lnTo>
                  <a:pt x="1" y="6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2" y="3"/>
                </a:lnTo>
                <a:moveTo>
                  <a:pt x="32" y="46"/>
                </a:moveTo>
                <a:lnTo>
                  <a:pt x="32" y="45"/>
                </a:lnTo>
                <a:lnTo>
                  <a:pt x="32" y="44"/>
                </a:lnTo>
                <a:lnTo>
                  <a:pt x="32" y="45"/>
                </a:lnTo>
                <a:lnTo>
                  <a:pt x="32" y="46"/>
                </a:lnTo>
                <a:moveTo>
                  <a:pt x="32" y="44"/>
                </a:moveTo>
                <a:lnTo>
                  <a:pt x="33" y="43"/>
                </a:lnTo>
                <a:lnTo>
                  <a:pt x="33" y="42"/>
                </a:lnTo>
                <a:lnTo>
                  <a:pt x="32" y="42"/>
                </a:lnTo>
                <a:lnTo>
                  <a:pt x="32" y="43"/>
                </a:lnTo>
                <a:lnTo>
                  <a:pt x="32" y="44"/>
                </a:lnTo>
                <a:moveTo>
                  <a:pt x="30" y="40"/>
                </a:moveTo>
                <a:lnTo>
                  <a:pt x="30" y="39"/>
                </a:lnTo>
                <a:lnTo>
                  <a:pt x="30" y="38"/>
                </a:lnTo>
                <a:lnTo>
                  <a:pt x="29" y="37"/>
                </a:lnTo>
                <a:lnTo>
                  <a:pt x="29" y="38"/>
                </a:lnTo>
                <a:lnTo>
                  <a:pt x="30" y="38"/>
                </a:lnTo>
                <a:lnTo>
                  <a:pt x="30" y="39"/>
                </a:lnTo>
                <a:lnTo>
                  <a:pt x="30" y="40"/>
                </a:lnTo>
                <a:moveTo>
                  <a:pt x="25" y="27"/>
                </a:moveTo>
                <a:lnTo>
                  <a:pt x="26" y="27"/>
                </a:lnTo>
                <a:lnTo>
                  <a:pt x="25" y="27"/>
                </a:lnTo>
                <a:moveTo>
                  <a:pt x="2" y="17"/>
                </a:moveTo>
                <a:lnTo>
                  <a:pt x="2" y="17"/>
                </a:lnTo>
                <a:moveTo>
                  <a:pt x="1" y="14"/>
                </a:moveTo>
                <a:lnTo>
                  <a:pt x="1" y="13"/>
                </a:lnTo>
                <a:lnTo>
                  <a:pt x="1" y="14"/>
                </a:lnTo>
                <a:moveTo>
                  <a:pt x="1" y="8"/>
                </a:moveTo>
                <a:lnTo>
                  <a:pt x="1" y="7"/>
                </a:lnTo>
                <a:lnTo>
                  <a:pt x="2" y="7"/>
                </a:lnTo>
                <a:lnTo>
                  <a:pt x="2" y="6"/>
                </a:lnTo>
                <a:lnTo>
                  <a:pt x="1" y="7"/>
                </a:lnTo>
                <a:lnTo>
                  <a:pt x="1" y="8"/>
                </a:lnTo>
                <a:moveTo>
                  <a:pt x="4" y="2"/>
                </a:moveTo>
                <a:lnTo>
                  <a:pt x="3" y="2"/>
                </a:lnTo>
                <a:lnTo>
                  <a:pt x="4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00" name=""/>
          <p:cNvSpPr/>
          <p:nvPr/>
        </p:nvSpPr>
        <p:spPr>
          <a:xfrm>
            <a:off x="4624560" y="42832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01" name=""/>
          <p:cNvSpPr/>
          <p:nvPr/>
        </p:nvSpPr>
        <p:spPr>
          <a:xfrm>
            <a:off x="4604040" y="4280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3"/>
                </a:move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02" name=""/>
          <p:cNvSpPr/>
          <p:nvPr/>
        </p:nvSpPr>
        <p:spPr>
          <a:xfrm>
            <a:off x="4610160" y="42789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03" name=""/>
          <p:cNvSpPr/>
          <p:nvPr/>
        </p:nvSpPr>
        <p:spPr>
          <a:xfrm>
            <a:off x="4612320" y="42786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04" name=""/>
          <p:cNvSpPr/>
          <p:nvPr/>
        </p:nvSpPr>
        <p:spPr>
          <a:xfrm>
            <a:off x="4607280" y="4278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05" name=""/>
          <p:cNvSpPr/>
          <p:nvPr/>
        </p:nvSpPr>
        <p:spPr>
          <a:xfrm>
            <a:off x="4606920" y="4278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06" name=""/>
          <p:cNvSpPr/>
          <p:nvPr/>
        </p:nvSpPr>
        <p:spPr>
          <a:xfrm>
            <a:off x="4607280" y="427464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3" y="2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07" name=""/>
          <p:cNvSpPr/>
          <p:nvPr/>
        </p:nvSpPr>
        <p:spPr>
          <a:xfrm>
            <a:off x="4606560" y="427392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2" y="0"/>
                </a:moveTo>
                <a:lnTo>
                  <a:pt x="2" y="1"/>
                </a:lnTo>
                <a:lnTo>
                  <a:pt x="2" y="3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08" name=""/>
          <p:cNvSpPr/>
          <p:nvPr/>
        </p:nvSpPr>
        <p:spPr>
          <a:xfrm>
            <a:off x="4600800" y="42732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09" name=""/>
          <p:cNvSpPr/>
          <p:nvPr/>
        </p:nvSpPr>
        <p:spPr>
          <a:xfrm>
            <a:off x="4606920" y="42699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2"/>
                </a:move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10" name=""/>
          <p:cNvSpPr/>
          <p:nvPr/>
        </p:nvSpPr>
        <p:spPr>
          <a:xfrm>
            <a:off x="4623120" y="4269240"/>
            <a:ext cx="3240" cy="2520"/>
          </a:xfrm>
          <a:custGeom>
            <a:avLst/>
            <a:gdLst/>
            <a:ahLst/>
            <a:rect l="0" t="0" r="r" b="b"/>
            <a:pathLst>
              <a:path w="9" h="7">
                <a:moveTo>
                  <a:pt x="9" y="1"/>
                </a:moveTo>
                <a:lnTo>
                  <a:pt x="8" y="1"/>
                </a:lnTo>
                <a:lnTo>
                  <a:pt x="7" y="2"/>
                </a:lnTo>
                <a:lnTo>
                  <a:pt x="7" y="3"/>
                </a:lnTo>
                <a:lnTo>
                  <a:pt x="6" y="3"/>
                </a:lnTo>
                <a:lnTo>
                  <a:pt x="6" y="4"/>
                </a:lnTo>
                <a:lnTo>
                  <a:pt x="6" y="3"/>
                </a:lnTo>
                <a:lnTo>
                  <a:pt x="5" y="3"/>
                </a:lnTo>
                <a:lnTo>
                  <a:pt x="6" y="3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3" y="7"/>
                </a:lnTo>
                <a:lnTo>
                  <a:pt x="1" y="7"/>
                </a:lnTo>
                <a:lnTo>
                  <a:pt x="1" y="5"/>
                </a:lnTo>
                <a:lnTo>
                  <a:pt x="3" y="5"/>
                </a:lnTo>
                <a:lnTo>
                  <a:pt x="1" y="5"/>
                </a:lnTo>
                <a:lnTo>
                  <a:pt x="0" y="7"/>
                </a:lnTo>
                <a:lnTo>
                  <a:pt x="0" y="5"/>
                </a:lnTo>
                <a:lnTo>
                  <a:pt x="1" y="4"/>
                </a:lnTo>
                <a:lnTo>
                  <a:pt x="3" y="3"/>
                </a:lnTo>
                <a:lnTo>
                  <a:pt x="4" y="3"/>
                </a:lnTo>
                <a:lnTo>
                  <a:pt x="5" y="2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9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11" name=""/>
          <p:cNvSpPr/>
          <p:nvPr/>
        </p:nvSpPr>
        <p:spPr>
          <a:xfrm>
            <a:off x="4608000" y="4266000"/>
            <a:ext cx="5400" cy="3960"/>
          </a:xfrm>
          <a:custGeom>
            <a:avLst/>
            <a:gdLst/>
            <a:ahLst/>
            <a:rect l="0" t="0" r="r" b="b"/>
            <a:pathLst>
              <a:path w="15" h="11">
                <a:moveTo>
                  <a:pt x="11" y="1"/>
                </a:moveTo>
                <a:lnTo>
                  <a:pt x="11" y="2"/>
                </a:lnTo>
                <a:lnTo>
                  <a:pt x="13" y="2"/>
                </a:lnTo>
                <a:lnTo>
                  <a:pt x="13" y="1"/>
                </a:lnTo>
                <a:lnTo>
                  <a:pt x="14" y="2"/>
                </a:lnTo>
                <a:lnTo>
                  <a:pt x="14" y="3"/>
                </a:lnTo>
                <a:lnTo>
                  <a:pt x="14" y="4"/>
                </a:lnTo>
                <a:lnTo>
                  <a:pt x="14" y="6"/>
                </a:lnTo>
                <a:lnTo>
                  <a:pt x="15" y="6"/>
                </a:lnTo>
                <a:lnTo>
                  <a:pt x="14" y="7"/>
                </a:lnTo>
                <a:lnTo>
                  <a:pt x="13" y="7"/>
                </a:lnTo>
                <a:lnTo>
                  <a:pt x="13" y="6"/>
                </a:lnTo>
                <a:lnTo>
                  <a:pt x="14" y="6"/>
                </a:lnTo>
                <a:lnTo>
                  <a:pt x="13" y="6"/>
                </a:lnTo>
                <a:lnTo>
                  <a:pt x="11" y="6"/>
                </a:lnTo>
                <a:lnTo>
                  <a:pt x="10" y="6"/>
                </a:lnTo>
                <a:lnTo>
                  <a:pt x="9" y="6"/>
                </a:lnTo>
                <a:lnTo>
                  <a:pt x="8" y="7"/>
                </a:lnTo>
                <a:lnTo>
                  <a:pt x="8" y="8"/>
                </a:lnTo>
                <a:lnTo>
                  <a:pt x="7" y="8"/>
                </a:lnTo>
                <a:lnTo>
                  <a:pt x="7" y="9"/>
                </a:lnTo>
                <a:lnTo>
                  <a:pt x="6" y="9"/>
                </a:lnTo>
                <a:lnTo>
                  <a:pt x="6" y="10"/>
                </a:lnTo>
                <a:lnTo>
                  <a:pt x="7" y="10"/>
                </a:lnTo>
                <a:lnTo>
                  <a:pt x="6" y="10"/>
                </a:lnTo>
                <a:lnTo>
                  <a:pt x="6" y="11"/>
                </a:lnTo>
                <a:lnTo>
                  <a:pt x="5" y="11"/>
                </a:lnTo>
                <a:lnTo>
                  <a:pt x="4" y="11"/>
                </a:lnTo>
                <a:lnTo>
                  <a:pt x="3" y="11"/>
                </a:lnTo>
                <a:lnTo>
                  <a:pt x="3" y="10"/>
                </a:lnTo>
                <a:lnTo>
                  <a:pt x="3" y="9"/>
                </a:lnTo>
                <a:lnTo>
                  <a:pt x="2" y="9"/>
                </a:lnTo>
                <a:lnTo>
                  <a:pt x="2" y="10"/>
                </a:lnTo>
                <a:lnTo>
                  <a:pt x="2" y="9"/>
                </a:lnTo>
                <a:lnTo>
                  <a:pt x="1" y="9"/>
                </a:lnTo>
                <a:lnTo>
                  <a:pt x="2" y="9"/>
                </a:lnTo>
                <a:lnTo>
                  <a:pt x="1" y="9"/>
                </a:lnTo>
                <a:lnTo>
                  <a:pt x="1" y="8"/>
                </a:lnTo>
                <a:lnTo>
                  <a:pt x="0" y="8"/>
                </a:lnTo>
                <a:lnTo>
                  <a:pt x="1" y="8"/>
                </a:lnTo>
                <a:lnTo>
                  <a:pt x="1" y="7"/>
                </a:lnTo>
                <a:lnTo>
                  <a:pt x="1" y="8"/>
                </a:lnTo>
                <a:lnTo>
                  <a:pt x="2" y="8"/>
                </a:lnTo>
                <a:lnTo>
                  <a:pt x="2" y="9"/>
                </a:lnTo>
                <a:lnTo>
                  <a:pt x="3" y="9"/>
                </a:lnTo>
                <a:lnTo>
                  <a:pt x="3" y="10"/>
                </a:lnTo>
                <a:lnTo>
                  <a:pt x="4" y="10"/>
                </a:lnTo>
                <a:lnTo>
                  <a:pt x="4" y="9"/>
                </a:lnTo>
                <a:lnTo>
                  <a:pt x="5" y="9"/>
                </a:lnTo>
                <a:lnTo>
                  <a:pt x="6" y="9"/>
                </a:lnTo>
                <a:lnTo>
                  <a:pt x="5" y="9"/>
                </a:lnTo>
                <a:lnTo>
                  <a:pt x="5" y="8"/>
                </a:lnTo>
                <a:lnTo>
                  <a:pt x="6" y="8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3" y="6"/>
                </a:lnTo>
                <a:lnTo>
                  <a:pt x="3" y="7"/>
                </a:lnTo>
                <a:lnTo>
                  <a:pt x="4" y="6"/>
                </a:lnTo>
                <a:lnTo>
                  <a:pt x="4" y="4"/>
                </a:lnTo>
                <a:lnTo>
                  <a:pt x="3" y="4"/>
                </a:lnTo>
                <a:lnTo>
                  <a:pt x="3" y="6"/>
                </a:lnTo>
                <a:lnTo>
                  <a:pt x="2" y="6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6" y="3"/>
                </a:lnTo>
                <a:lnTo>
                  <a:pt x="6" y="2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8" y="1"/>
                </a:lnTo>
                <a:lnTo>
                  <a:pt x="8" y="3"/>
                </a:lnTo>
                <a:lnTo>
                  <a:pt x="9" y="2"/>
                </a:lnTo>
                <a:lnTo>
                  <a:pt x="9" y="1"/>
                </a:lnTo>
                <a:lnTo>
                  <a:pt x="9" y="2"/>
                </a:lnTo>
                <a:lnTo>
                  <a:pt x="10" y="2"/>
                </a:lnTo>
                <a:lnTo>
                  <a:pt x="9" y="2"/>
                </a:lnTo>
                <a:lnTo>
                  <a:pt x="10" y="2"/>
                </a:lnTo>
                <a:lnTo>
                  <a:pt x="10" y="1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12" name=""/>
          <p:cNvSpPr/>
          <p:nvPr/>
        </p:nvSpPr>
        <p:spPr>
          <a:xfrm>
            <a:off x="4605840" y="4264560"/>
            <a:ext cx="3240" cy="3600"/>
          </a:xfrm>
          <a:custGeom>
            <a:avLst/>
            <a:gdLst/>
            <a:ahLst/>
            <a:rect l="0" t="0" r="r" b="b"/>
            <a:pathLst>
              <a:path w="9" h="10">
                <a:moveTo>
                  <a:pt x="6" y="0"/>
                </a:moveTo>
                <a:lnTo>
                  <a:pt x="6" y="1"/>
                </a:lnTo>
                <a:lnTo>
                  <a:pt x="7" y="1"/>
                </a:lnTo>
                <a:lnTo>
                  <a:pt x="9" y="1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6" y="5"/>
                </a:lnTo>
                <a:lnTo>
                  <a:pt x="6" y="6"/>
                </a:lnTo>
                <a:lnTo>
                  <a:pt x="5" y="6"/>
                </a:lnTo>
                <a:lnTo>
                  <a:pt x="5" y="7"/>
                </a:lnTo>
                <a:lnTo>
                  <a:pt x="5" y="8"/>
                </a:lnTo>
                <a:lnTo>
                  <a:pt x="5" y="9"/>
                </a:lnTo>
                <a:lnTo>
                  <a:pt x="5" y="10"/>
                </a:lnTo>
                <a:lnTo>
                  <a:pt x="5" y="9"/>
                </a:lnTo>
                <a:lnTo>
                  <a:pt x="4" y="9"/>
                </a:lnTo>
                <a:lnTo>
                  <a:pt x="3" y="9"/>
                </a:lnTo>
                <a:lnTo>
                  <a:pt x="3" y="10"/>
                </a:lnTo>
                <a:lnTo>
                  <a:pt x="2" y="10"/>
                </a:lnTo>
                <a:lnTo>
                  <a:pt x="2" y="9"/>
                </a:lnTo>
                <a:lnTo>
                  <a:pt x="2" y="10"/>
                </a:lnTo>
                <a:lnTo>
                  <a:pt x="0" y="10"/>
                </a:lnTo>
                <a:lnTo>
                  <a:pt x="0" y="9"/>
                </a:lnTo>
                <a:lnTo>
                  <a:pt x="2" y="9"/>
                </a:lnTo>
                <a:lnTo>
                  <a:pt x="2" y="8"/>
                </a:lnTo>
                <a:lnTo>
                  <a:pt x="3" y="9"/>
                </a:lnTo>
                <a:lnTo>
                  <a:pt x="4" y="8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4" y="6"/>
                </a:lnTo>
                <a:lnTo>
                  <a:pt x="4" y="5"/>
                </a:lnTo>
                <a:lnTo>
                  <a:pt x="4" y="4"/>
                </a:lnTo>
                <a:lnTo>
                  <a:pt x="4" y="2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6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13" name=""/>
          <p:cNvSpPr/>
          <p:nvPr/>
        </p:nvSpPr>
        <p:spPr>
          <a:xfrm>
            <a:off x="4609800" y="42656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14" name=""/>
          <p:cNvSpPr/>
          <p:nvPr/>
        </p:nvSpPr>
        <p:spPr>
          <a:xfrm>
            <a:off x="4608360" y="426348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5" y="0"/>
                </a:move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lnTo>
                  <a:pt x="6" y="3"/>
                </a:lnTo>
                <a:lnTo>
                  <a:pt x="6" y="4"/>
                </a:lnTo>
                <a:lnTo>
                  <a:pt x="5" y="4"/>
                </a:lnTo>
                <a:lnTo>
                  <a:pt x="6" y="4"/>
                </a:lnTo>
                <a:lnTo>
                  <a:pt x="7" y="4"/>
                </a:lnTo>
                <a:lnTo>
                  <a:pt x="7" y="6"/>
                </a:lnTo>
                <a:lnTo>
                  <a:pt x="6" y="6"/>
                </a:lnTo>
                <a:lnTo>
                  <a:pt x="5" y="6"/>
                </a:lnTo>
                <a:lnTo>
                  <a:pt x="5" y="7"/>
                </a:lnTo>
                <a:lnTo>
                  <a:pt x="5" y="6"/>
                </a:lnTo>
                <a:lnTo>
                  <a:pt x="5" y="4"/>
                </a:lnTo>
                <a:lnTo>
                  <a:pt x="4" y="3"/>
                </a:lnTo>
                <a:lnTo>
                  <a:pt x="4" y="2"/>
                </a:lnTo>
                <a:lnTo>
                  <a:pt x="4" y="1"/>
                </a:lnTo>
                <a:lnTo>
                  <a:pt x="3" y="1"/>
                </a:lnTo>
                <a:lnTo>
                  <a:pt x="3" y="2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15" name=""/>
          <p:cNvSpPr/>
          <p:nvPr/>
        </p:nvSpPr>
        <p:spPr>
          <a:xfrm>
            <a:off x="4607280" y="4264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16" name=""/>
          <p:cNvSpPr/>
          <p:nvPr/>
        </p:nvSpPr>
        <p:spPr>
          <a:xfrm>
            <a:off x="4609800" y="4260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1"/>
                </a:move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3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17" name=""/>
          <p:cNvSpPr/>
          <p:nvPr/>
        </p:nvSpPr>
        <p:spPr>
          <a:xfrm>
            <a:off x="4674960" y="4326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18" name=""/>
          <p:cNvSpPr/>
          <p:nvPr/>
        </p:nvSpPr>
        <p:spPr>
          <a:xfrm>
            <a:off x="4671720" y="4322160"/>
            <a:ext cx="3600" cy="3240"/>
          </a:xfrm>
          <a:custGeom>
            <a:avLst/>
            <a:gdLst/>
            <a:ahLst/>
            <a:rect l="0" t="0" r="r" b="b"/>
            <a:pathLst>
              <a:path w="10" h="9">
                <a:moveTo>
                  <a:pt x="2" y="0"/>
                </a:move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7" y="0"/>
                </a:lnTo>
                <a:lnTo>
                  <a:pt x="7" y="1"/>
                </a:lnTo>
                <a:lnTo>
                  <a:pt x="7" y="2"/>
                </a:lnTo>
                <a:lnTo>
                  <a:pt x="8" y="2"/>
                </a:lnTo>
                <a:lnTo>
                  <a:pt x="7" y="2"/>
                </a:lnTo>
                <a:lnTo>
                  <a:pt x="7" y="3"/>
                </a:lnTo>
                <a:lnTo>
                  <a:pt x="7" y="4"/>
                </a:lnTo>
                <a:lnTo>
                  <a:pt x="8" y="5"/>
                </a:lnTo>
                <a:lnTo>
                  <a:pt x="9" y="5"/>
                </a:lnTo>
                <a:lnTo>
                  <a:pt x="9" y="7"/>
                </a:lnTo>
                <a:lnTo>
                  <a:pt x="10" y="7"/>
                </a:lnTo>
                <a:lnTo>
                  <a:pt x="10" y="8"/>
                </a:lnTo>
                <a:lnTo>
                  <a:pt x="10" y="9"/>
                </a:lnTo>
                <a:lnTo>
                  <a:pt x="9" y="9"/>
                </a:lnTo>
                <a:lnTo>
                  <a:pt x="8" y="9"/>
                </a:lnTo>
                <a:lnTo>
                  <a:pt x="7" y="9"/>
                </a:lnTo>
                <a:lnTo>
                  <a:pt x="7" y="8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19" name=""/>
          <p:cNvSpPr/>
          <p:nvPr/>
        </p:nvSpPr>
        <p:spPr>
          <a:xfrm>
            <a:off x="4634640" y="43120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5"/>
                </a:move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5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20" name=""/>
          <p:cNvSpPr/>
          <p:nvPr/>
        </p:nvSpPr>
        <p:spPr>
          <a:xfrm>
            <a:off x="4631400" y="430272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3" y="1"/>
                </a:moveTo>
                <a:lnTo>
                  <a:pt x="4" y="2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7" y="7"/>
                </a:lnTo>
                <a:lnTo>
                  <a:pt x="5" y="7"/>
                </a:lnTo>
                <a:lnTo>
                  <a:pt x="5" y="6"/>
                </a:lnTo>
                <a:lnTo>
                  <a:pt x="5" y="5"/>
                </a:lnTo>
                <a:lnTo>
                  <a:pt x="3" y="4"/>
                </a:lnTo>
                <a:lnTo>
                  <a:pt x="3" y="2"/>
                </a:lnTo>
                <a:lnTo>
                  <a:pt x="2" y="1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21" name=""/>
          <p:cNvSpPr/>
          <p:nvPr/>
        </p:nvSpPr>
        <p:spPr>
          <a:xfrm>
            <a:off x="4672080" y="430128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22" name=""/>
          <p:cNvSpPr/>
          <p:nvPr/>
        </p:nvSpPr>
        <p:spPr>
          <a:xfrm>
            <a:off x="4670640" y="4300200"/>
            <a:ext cx="1800" cy="2520"/>
          </a:xfrm>
          <a:custGeom>
            <a:avLst/>
            <a:gdLst/>
            <a:ahLst/>
            <a:rect l="0" t="0" r="r" b="b"/>
            <a:pathLst>
              <a:path w="5" h="7">
                <a:moveTo>
                  <a:pt x="3" y="0"/>
                </a:moveTo>
                <a:lnTo>
                  <a:pt x="5" y="0"/>
                </a:lnTo>
                <a:lnTo>
                  <a:pt x="5" y="3"/>
                </a:lnTo>
                <a:lnTo>
                  <a:pt x="3" y="3"/>
                </a:lnTo>
                <a:lnTo>
                  <a:pt x="3" y="4"/>
                </a:lnTo>
                <a:lnTo>
                  <a:pt x="5" y="4"/>
                </a:lnTo>
                <a:lnTo>
                  <a:pt x="3" y="4"/>
                </a:lnTo>
                <a:lnTo>
                  <a:pt x="3" y="5"/>
                </a:lnTo>
                <a:lnTo>
                  <a:pt x="3" y="7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23" name=""/>
          <p:cNvSpPr/>
          <p:nvPr/>
        </p:nvSpPr>
        <p:spPr>
          <a:xfrm>
            <a:off x="4625640" y="42789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24" name=""/>
          <p:cNvSpPr/>
          <p:nvPr/>
        </p:nvSpPr>
        <p:spPr>
          <a:xfrm>
            <a:off x="4627800" y="4268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25" name=""/>
          <p:cNvSpPr/>
          <p:nvPr/>
        </p:nvSpPr>
        <p:spPr>
          <a:xfrm>
            <a:off x="4624200" y="4203720"/>
            <a:ext cx="64080" cy="125640"/>
          </a:xfrm>
          <a:custGeom>
            <a:avLst/>
            <a:gdLst/>
            <a:ahLst/>
            <a:rect l="0" t="0" r="r" b="b"/>
            <a:pathLst>
              <a:path w="178" h="349">
                <a:moveTo>
                  <a:pt x="138" y="1"/>
                </a:moveTo>
                <a:lnTo>
                  <a:pt x="138" y="0"/>
                </a:lnTo>
                <a:lnTo>
                  <a:pt x="139" y="0"/>
                </a:lnTo>
                <a:lnTo>
                  <a:pt x="140" y="1"/>
                </a:lnTo>
                <a:lnTo>
                  <a:pt x="141" y="1"/>
                </a:lnTo>
                <a:lnTo>
                  <a:pt x="141" y="2"/>
                </a:lnTo>
                <a:lnTo>
                  <a:pt x="142" y="2"/>
                </a:lnTo>
                <a:lnTo>
                  <a:pt x="143" y="3"/>
                </a:lnTo>
                <a:lnTo>
                  <a:pt x="144" y="4"/>
                </a:lnTo>
                <a:lnTo>
                  <a:pt x="144" y="5"/>
                </a:lnTo>
                <a:lnTo>
                  <a:pt x="144" y="6"/>
                </a:lnTo>
                <a:lnTo>
                  <a:pt x="144" y="7"/>
                </a:lnTo>
                <a:lnTo>
                  <a:pt x="145" y="7"/>
                </a:lnTo>
                <a:lnTo>
                  <a:pt x="144" y="7"/>
                </a:lnTo>
                <a:lnTo>
                  <a:pt x="145" y="7"/>
                </a:lnTo>
                <a:lnTo>
                  <a:pt x="146" y="7"/>
                </a:lnTo>
                <a:lnTo>
                  <a:pt x="145" y="8"/>
                </a:lnTo>
                <a:lnTo>
                  <a:pt x="146" y="8"/>
                </a:lnTo>
                <a:lnTo>
                  <a:pt x="146" y="9"/>
                </a:lnTo>
                <a:lnTo>
                  <a:pt x="147" y="9"/>
                </a:lnTo>
                <a:lnTo>
                  <a:pt x="147" y="10"/>
                </a:lnTo>
                <a:lnTo>
                  <a:pt x="148" y="10"/>
                </a:lnTo>
                <a:lnTo>
                  <a:pt x="149" y="10"/>
                </a:lnTo>
                <a:lnTo>
                  <a:pt x="149" y="9"/>
                </a:lnTo>
                <a:lnTo>
                  <a:pt x="150" y="9"/>
                </a:lnTo>
                <a:lnTo>
                  <a:pt x="149" y="10"/>
                </a:lnTo>
                <a:lnTo>
                  <a:pt x="149" y="11"/>
                </a:lnTo>
                <a:lnTo>
                  <a:pt x="149" y="12"/>
                </a:lnTo>
                <a:lnTo>
                  <a:pt x="150" y="12"/>
                </a:lnTo>
                <a:lnTo>
                  <a:pt x="150" y="13"/>
                </a:lnTo>
                <a:lnTo>
                  <a:pt x="151" y="13"/>
                </a:lnTo>
                <a:lnTo>
                  <a:pt x="151" y="14"/>
                </a:lnTo>
                <a:lnTo>
                  <a:pt x="152" y="14"/>
                </a:lnTo>
                <a:lnTo>
                  <a:pt x="153" y="14"/>
                </a:lnTo>
                <a:lnTo>
                  <a:pt x="154" y="15"/>
                </a:lnTo>
                <a:lnTo>
                  <a:pt x="155" y="15"/>
                </a:lnTo>
                <a:lnTo>
                  <a:pt x="155" y="16"/>
                </a:lnTo>
                <a:lnTo>
                  <a:pt x="154" y="16"/>
                </a:lnTo>
                <a:lnTo>
                  <a:pt x="154" y="17"/>
                </a:lnTo>
                <a:lnTo>
                  <a:pt x="155" y="16"/>
                </a:lnTo>
                <a:lnTo>
                  <a:pt x="155" y="15"/>
                </a:lnTo>
                <a:lnTo>
                  <a:pt x="156" y="15"/>
                </a:lnTo>
                <a:lnTo>
                  <a:pt x="157" y="15"/>
                </a:lnTo>
                <a:lnTo>
                  <a:pt x="158" y="16"/>
                </a:lnTo>
                <a:lnTo>
                  <a:pt x="160" y="16"/>
                </a:lnTo>
                <a:lnTo>
                  <a:pt x="159" y="16"/>
                </a:lnTo>
                <a:lnTo>
                  <a:pt x="159" y="17"/>
                </a:lnTo>
                <a:lnTo>
                  <a:pt x="160" y="17"/>
                </a:lnTo>
                <a:lnTo>
                  <a:pt x="161" y="17"/>
                </a:lnTo>
                <a:lnTo>
                  <a:pt x="161" y="18"/>
                </a:lnTo>
                <a:lnTo>
                  <a:pt x="162" y="18"/>
                </a:lnTo>
                <a:lnTo>
                  <a:pt x="163" y="18"/>
                </a:lnTo>
                <a:lnTo>
                  <a:pt x="164" y="18"/>
                </a:lnTo>
                <a:lnTo>
                  <a:pt x="166" y="18"/>
                </a:lnTo>
                <a:lnTo>
                  <a:pt x="167" y="18"/>
                </a:lnTo>
                <a:lnTo>
                  <a:pt x="168" y="18"/>
                </a:lnTo>
                <a:lnTo>
                  <a:pt x="169" y="18"/>
                </a:lnTo>
                <a:lnTo>
                  <a:pt x="170" y="18"/>
                </a:lnTo>
                <a:lnTo>
                  <a:pt x="171" y="18"/>
                </a:lnTo>
                <a:lnTo>
                  <a:pt x="171" y="19"/>
                </a:lnTo>
                <a:lnTo>
                  <a:pt x="171" y="20"/>
                </a:lnTo>
                <a:lnTo>
                  <a:pt x="171" y="21"/>
                </a:lnTo>
                <a:lnTo>
                  <a:pt x="170" y="21"/>
                </a:lnTo>
                <a:lnTo>
                  <a:pt x="170" y="22"/>
                </a:lnTo>
                <a:lnTo>
                  <a:pt x="170" y="23"/>
                </a:lnTo>
                <a:lnTo>
                  <a:pt x="171" y="23"/>
                </a:lnTo>
                <a:lnTo>
                  <a:pt x="172" y="24"/>
                </a:lnTo>
                <a:lnTo>
                  <a:pt x="172" y="25"/>
                </a:lnTo>
                <a:lnTo>
                  <a:pt x="171" y="26"/>
                </a:lnTo>
                <a:lnTo>
                  <a:pt x="172" y="27"/>
                </a:lnTo>
                <a:lnTo>
                  <a:pt x="172" y="28"/>
                </a:lnTo>
                <a:lnTo>
                  <a:pt x="173" y="29"/>
                </a:lnTo>
                <a:lnTo>
                  <a:pt x="174" y="29"/>
                </a:lnTo>
                <a:lnTo>
                  <a:pt x="175" y="28"/>
                </a:lnTo>
                <a:lnTo>
                  <a:pt x="176" y="28"/>
                </a:lnTo>
                <a:lnTo>
                  <a:pt x="177" y="29"/>
                </a:lnTo>
                <a:lnTo>
                  <a:pt x="177" y="30"/>
                </a:lnTo>
                <a:lnTo>
                  <a:pt x="178" y="29"/>
                </a:lnTo>
                <a:lnTo>
                  <a:pt x="178" y="30"/>
                </a:lnTo>
                <a:lnTo>
                  <a:pt x="177" y="31"/>
                </a:lnTo>
                <a:lnTo>
                  <a:pt x="176" y="32"/>
                </a:lnTo>
                <a:lnTo>
                  <a:pt x="175" y="32"/>
                </a:lnTo>
                <a:lnTo>
                  <a:pt x="174" y="32"/>
                </a:lnTo>
                <a:lnTo>
                  <a:pt x="174" y="33"/>
                </a:lnTo>
                <a:lnTo>
                  <a:pt x="172" y="33"/>
                </a:lnTo>
                <a:lnTo>
                  <a:pt x="172" y="34"/>
                </a:lnTo>
                <a:lnTo>
                  <a:pt x="171" y="34"/>
                </a:lnTo>
                <a:lnTo>
                  <a:pt x="171" y="35"/>
                </a:lnTo>
                <a:lnTo>
                  <a:pt x="170" y="36"/>
                </a:lnTo>
                <a:lnTo>
                  <a:pt x="169" y="36"/>
                </a:lnTo>
                <a:lnTo>
                  <a:pt x="168" y="37"/>
                </a:lnTo>
                <a:lnTo>
                  <a:pt x="168" y="38"/>
                </a:lnTo>
                <a:lnTo>
                  <a:pt x="168" y="39"/>
                </a:lnTo>
                <a:lnTo>
                  <a:pt x="167" y="39"/>
                </a:lnTo>
                <a:lnTo>
                  <a:pt x="167" y="40"/>
                </a:lnTo>
                <a:lnTo>
                  <a:pt x="164" y="42"/>
                </a:lnTo>
                <a:lnTo>
                  <a:pt x="163" y="42"/>
                </a:lnTo>
                <a:lnTo>
                  <a:pt x="163" y="43"/>
                </a:lnTo>
                <a:lnTo>
                  <a:pt x="162" y="44"/>
                </a:lnTo>
                <a:lnTo>
                  <a:pt x="162" y="45"/>
                </a:lnTo>
                <a:lnTo>
                  <a:pt x="162" y="46"/>
                </a:lnTo>
                <a:lnTo>
                  <a:pt x="161" y="47"/>
                </a:lnTo>
                <a:lnTo>
                  <a:pt x="161" y="48"/>
                </a:lnTo>
                <a:lnTo>
                  <a:pt x="161" y="49"/>
                </a:lnTo>
                <a:lnTo>
                  <a:pt x="161" y="50"/>
                </a:lnTo>
                <a:lnTo>
                  <a:pt x="161" y="51"/>
                </a:lnTo>
                <a:lnTo>
                  <a:pt x="161" y="52"/>
                </a:lnTo>
                <a:lnTo>
                  <a:pt x="161" y="55"/>
                </a:lnTo>
                <a:lnTo>
                  <a:pt x="161" y="56"/>
                </a:lnTo>
                <a:lnTo>
                  <a:pt x="161" y="57"/>
                </a:lnTo>
                <a:lnTo>
                  <a:pt x="161" y="58"/>
                </a:lnTo>
                <a:lnTo>
                  <a:pt x="162" y="59"/>
                </a:lnTo>
                <a:lnTo>
                  <a:pt x="162" y="60"/>
                </a:lnTo>
                <a:lnTo>
                  <a:pt x="161" y="60"/>
                </a:lnTo>
                <a:lnTo>
                  <a:pt x="162" y="60"/>
                </a:lnTo>
                <a:lnTo>
                  <a:pt x="162" y="61"/>
                </a:lnTo>
                <a:lnTo>
                  <a:pt x="162" y="64"/>
                </a:lnTo>
                <a:lnTo>
                  <a:pt x="162" y="65"/>
                </a:lnTo>
                <a:lnTo>
                  <a:pt x="163" y="66"/>
                </a:lnTo>
                <a:lnTo>
                  <a:pt x="163" y="67"/>
                </a:lnTo>
                <a:lnTo>
                  <a:pt x="163" y="68"/>
                </a:lnTo>
                <a:lnTo>
                  <a:pt x="163" y="69"/>
                </a:lnTo>
                <a:lnTo>
                  <a:pt x="164" y="69"/>
                </a:lnTo>
                <a:lnTo>
                  <a:pt x="164" y="70"/>
                </a:lnTo>
                <a:lnTo>
                  <a:pt x="166" y="71"/>
                </a:lnTo>
                <a:lnTo>
                  <a:pt x="167" y="71"/>
                </a:lnTo>
                <a:lnTo>
                  <a:pt x="168" y="72"/>
                </a:lnTo>
                <a:lnTo>
                  <a:pt x="167" y="72"/>
                </a:lnTo>
                <a:lnTo>
                  <a:pt x="166" y="71"/>
                </a:lnTo>
                <a:lnTo>
                  <a:pt x="164" y="71"/>
                </a:lnTo>
                <a:lnTo>
                  <a:pt x="164" y="72"/>
                </a:lnTo>
                <a:lnTo>
                  <a:pt x="166" y="72"/>
                </a:lnTo>
                <a:lnTo>
                  <a:pt x="166" y="73"/>
                </a:lnTo>
                <a:lnTo>
                  <a:pt x="167" y="73"/>
                </a:lnTo>
                <a:lnTo>
                  <a:pt x="167" y="74"/>
                </a:lnTo>
                <a:lnTo>
                  <a:pt x="166" y="74"/>
                </a:lnTo>
                <a:lnTo>
                  <a:pt x="166" y="75"/>
                </a:lnTo>
                <a:lnTo>
                  <a:pt x="166" y="76"/>
                </a:lnTo>
                <a:lnTo>
                  <a:pt x="166" y="77"/>
                </a:lnTo>
                <a:lnTo>
                  <a:pt x="167" y="78"/>
                </a:lnTo>
                <a:lnTo>
                  <a:pt x="166" y="79"/>
                </a:lnTo>
                <a:lnTo>
                  <a:pt x="163" y="80"/>
                </a:lnTo>
                <a:lnTo>
                  <a:pt x="162" y="80"/>
                </a:lnTo>
                <a:lnTo>
                  <a:pt x="162" y="81"/>
                </a:lnTo>
                <a:lnTo>
                  <a:pt x="162" y="82"/>
                </a:lnTo>
                <a:lnTo>
                  <a:pt x="163" y="82"/>
                </a:lnTo>
                <a:lnTo>
                  <a:pt x="164" y="84"/>
                </a:lnTo>
                <a:lnTo>
                  <a:pt x="163" y="84"/>
                </a:lnTo>
                <a:lnTo>
                  <a:pt x="162" y="84"/>
                </a:lnTo>
                <a:lnTo>
                  <a:pt x="162" y="85"/>
                </a:lnTo>
                <a:lnTo>
                  <a:pt x="161" y="86"/>
                </a:lnTo>
                <a:lnTo>
                  <a:pt x="161" y="87"/>
                </a:lnTo>
                <a:lnTo>
                  <a:pt x="160" y="87"/>
                </a:lnTo>
                <a:lnTo>
                  <a:pt x="160" y="88"/>
                </a:lnTo>
                <a:lnTo>
                  <a:pt x="159" y="88"/>
                </a:lnTo>
                <a:lnTo>
                  <a:pt x="159" y="89"/>
                </a:lnTo>
                <a:lnTo>
                  <a:pt x="158" y="89"/>
                </a:lnTo>
                <a:lnTo>
                  <a:pt x="158" y="90"/>
                </a:lnTo>
                <a:lnTo>
                  <a:pt x="158" y="91"/>
                </a:lnTo>
                <a:lnTo>
                  <a:pt x="158" y="92"/>
                </a:lnTo>
                <a:lnTo>
                  <a:pt x="158" y="94"/>
                </a:lnTo>
                <a:lnTo>
                  <a:pt x="157" y="96"/>
                </a:lnTo>
                <a:lnTo>
                  <a:pt x="157" y="97"/>
                </a:lnTo>
                <a:lnTo>
                  <a:pt x="157" y="98"/>
                </a:lnTo>
                <a:lnTo>
                  <a:pt x="156" y="98"/>
                </a:lnTo>
                <a:lnTo>
                  <a:pt x="156" y="99"/>
                </a:lnTo>
                <a:lnTo>
                  <a:pt x="156" y="100"/>
                </a:lnTo>
                <a:lnTo>
                  <a:pt x="157" y="100"/>
                </a:lnTo>
                <a:lnTo>
                  <a:pt x="157" y="101"/>
                </a:lnTo>
                <a:lnTo>
                  <a:pt x="156" y="101"/>
                </a:lnTo>
                <a:lnTo>
                  <a:pt x="156" y="102"/>
                </a:lnTo>
                <a:lnTo>
                  <a:pt x="155" y="102"/>
                </a:lnTo>
                <a:lnTo>
                  <a:pt x="155" y="104"/>
                </a:lnTo>
                <a:lnTo>
                  <a:pt x="154" y="104"/>
                </a:lnTo>
                <a:lnTo>
                  <a:pt x="154" y="105"/>
                </a:lnTo>
                <a:lnTo>
                  <a:pt x="154" y="106"/>
                </a:lnTo>
                <a:lnTo>
                  <a:pt x="154" y="107"/>
                </a:lnTo>
                <a:lnTo>
                  <a:pt x="152" y="108"/>
                </a:lnTo>
                <a:lnTo>
                  <a:pt x="151" y="108"/>
                </a:lnTo>
                <a:lnTo>
                  <a:pt x="151" y="109"/>
                </a:lnTo>
                <a:lnTo>
                  <a:pt x="151" y="110"/>
                </a:lnTo>
                <a:lnTo>
                  <a:pt x="150" y="110"/>
                </a:lnTo>
                <a:lnTo>
                  <a:pt x="149" y="110"/>
                </a:lnTo>
                <a:lnTo>
                  <a:pt x="149" y="111"/>
                </a:lnTo>
                <a:lnTo>
                  <a:pt x="148" y="111"/>
                </a:lnTo>
                <a:lnTo>
                  <a:pt x="148" y="112"/>
                </a:lnTo>
                <a:lnTo>
                  <a:pt x="147" y="112"/>
                </a:lnTo>
                <a:lnTo>
                  <a:pt x="147" y="113"/>
                </a:lnTo>
                <a:lnTo>
                  <a:pt x="146" y="114"/>
                </a:lnTo>
                <a:lnTo>
                  <a:pt x="146" y="115"/>
                </a:lnTo>
                <a:lnTo>
                  <a:pt x="146" y="116"/>
                </a:lnTo>
                <a:lnTo>
                  <a:pt x="146" y="117"/>
                </a:lnTo>
                <a:lnTo>
                  <a:pt x="147" y="117"/>
                </a:lnTo>
                <a:lnTo>
                  <a:pt x="147" y="118"/>
                </a:lnTo>
                <a:lnTo>
                  <a:pt x="147" y="119"/>
                </a:lnTo>
                <a:lnTo>
                  <a:pt x="146" y="119"/>
                </a:lnTo>
                <a:lnTo>
                  <a:pt x="146" y="120"/>
                </a:lnTo>
                <a:lnTo>
                  <a:pt x="146" y="121"/>
                </a:lnTo>
                <a:lnTo>
                  <a:pt x="145" y="121"/>
                </a:lnTo>
                <a:lnTo>
                  <a:pt x="145" y="122"/>
                </a:lnTo>
                <a:lnTo>
                  <a:pt x="144" y="122"/>
                </a:lnTo>
                <a:lnTo>
                  <a:pt x="143" y="122"/>
                </a:lnTo>
                <a:lnTo>
                  <a:pt x="143" y="123"/>
                </a:lnTo>
                <a:lnTo>
                  <a:pt x="143" y="124"/>
                </a:lnTo>
                <a:lnTo>
                  <a:pt x="142" y="125"/>
                </a:lnTo>
                <a:lnTo>
                  <a:pt x="142" y="126"/>
                </a:lnTo>
                <a:lnTo>
                  <a:pt x="142" y="127"/>
                </a:lnTo>
                <a:lnTo>
                  <a:pt x="143" y="128"/>
                </a:lnTo>
                <a:lnTo>
                  <a:pt x="143" y="129"/>
                </a:lnTo>
                <a:lnTo>
                  <a:pt x="143" y="130"/>
                </a:lnTo>
                <a:lnTo>
                  <a:pt x="144" y="130"/>
                </a:lnTo>
                <a:lnTo>
                  <a:pt x="144" y="131"/>
                </a:lnTo>
                <a:lnTo>
                  <a:pt x="145" y="131"/>
                </a:lnTo>
                <a:lnTo>
                  <a:pt x="145" y="132"/>
                </a:lnTo>
                <a:lnTo>
                  <a:pt x="145" y="133"/>
                </a:lnTo>
                <a:lnTo>
                  <a:pt x="144" y="134"/>
                </a:lnTo>
                <a:lnTo>
                  <a:pt x="143" y="135"/>
                </a:lnTo>
                <a:lnTo>
                  <a:pt x="143" y="136"/>
                </a:lnTo>
                <a:lnTo>
                  <a:pt x="142" y="136"/>
                </a:lnTo>
                <a:lnTo>
                  <a:pt x="142" y="137"/>
                </a:lnTo>
                <a:lnTo>
                  <a:pt x="141" y="137"/>
                </a:lnTo>
                <a:lnTo>
                  <a:pt x="141" y="138"/>
                </a:lnTo>
                <a:lnTo>
                  <a:pt x="142" y="138"/>
                </a:lnTo>
                <a:lnTo>
                  <a:pt x="142" y="139"/>
                </a:lnTo>
                <a:lnTo>
                  <a:pt x="142" y="140"/>
                </a:lnTo>
                <a:lnTo>
                  <a:pt x="142" y="141"/>
                </a:lnTo>
                <a:lnTo>
                  <a:pt x="141" y="142"/>
                </a:lnTo>
                <a:lnTo>
                  <a:pt x="141" y="145"/>
                </a:lnTo>
                <a:lnTo>
                  <a:pt x="141" y="146"/>
                </a:lnTo>
                <a:lnTo>
                  <a:pt x="141" y="147"/>
                </a:lnTo>
                <a:lnTo>
                  <a:pt x="141" y="148"/>
                </a:lnTo>
                <a:lnTo>
                  <a:pt x="140" y="148"/>
                </a:lnTo>
                <a:lnTo>
                  <a:pt x="140" y="149"/>
                </a:lnTo>
                <a:lnTo>
                  <a:pt x="140" y="150"/>
                </a:lnTo>
                <a:lnTo>
                  <a:pt x="139" y="150"/>
                </a:lnTo>
                <a:lnTo>
                  <a:pt x="139" y="151"/>
                </a:lnTo>
                <a:lnTo>
                  <a:pt x="139" y="152"/>
                </a:lnTo>
                <a:lnTo>
                  <a:pt x="139" y="153"/>
                </a:lnTo>
                <a:lnTo>
                  <a:pt x="138" y="153"/>
                </a:lnTo>
                <a:lnTo>
                  <a:pt x="138" y="154"/>
                </a:lnTo>
                <a:lnTo>
                  <a:pt x="138" y="155"/>
                </a:lnTo>
                <a:lnTo>
                  <a:pt x="138" y="157"/>
                </a:lnTo>
                <a:lnTo>
                  <a:pt x="139" y="157"/>
                </a:lnTo>
                <a:lnTo>
                  <a:pt x="138" y="158"/>
                </a:lnTo>
                <a:lnTo>
                  <a:pt x="138" y="159"/>
                </a:lnTo>
                <a:lnTo>
                  <a:pt x="138" y="160"/>
                </a:lnTo>
                <a:lnTo>
                  <a:pt x="137" y="160"/>
                </a:lnTo>
                <a:lnTo>
                  <a:pt x="137" y="161"/>
                </a:lnTo>
                <a:lnTo>
                  <a:pt x="136" y="162"/>
                </a:lnTo>
                <a:lnTo>
                  <a:pt x="136" y="163"/>
                </a:lnTo>
                <a:lnTo>
                  <a:pt x="136" y="164"/>
                </a:lnTo>
                <a:lnTo>
                  <a:pt x="137" y="164"/>
                </a:lnTo>
                <a:lnTo>
                  <a:pt x="136" y="164"/>
                </a:lnTo>
                <a:lnTo>
                  <a:pt x="136" y="165"/>
                </a:lnTo>
                <a:lnTo>
                  <a:pt x="136" y="166"/>
                </a:lnTo>
                <a:lnTo>
                  <a:pt x="136" y="167"/>
                </a:lnTo>
                <a:lnTo>
                  <a:pt x="136" y="168"/>
                </a:lnTo>
                <a:lnTo>
                  <a:pt x="136" y="169"/>
                </a:lnTo>
                <a:lnTo>
                  <a:pt x="135" y="169"/>
                </a:lnTo>
                <a:lnTo>
                  <a:pt x="135" y="171"/>
                </a:lnTo>
                <a:lnTo>
                  <a:pt x="135" y="172"/>
                </a:lnTo>
                <a:lnTo>
                  <a:pt x="135" y="174"/>
                </a:lnTo>
                <a:lnTo>
                  <a:pt x="134" y="175"/>
                </a:lnTo>
                <a:lnTo>
                  <a:pt x="134" y="176"/>
                </a:lnTo>
                <a:lnTo>
                  <a:pt x="134" y="177"/>
                </a:lnTo>
                <a:lnTo>
                  <a:pt x="133" y="179"/>
                </a:lnTo>
                <a:lnTo>
                  <a:pt x="133" y="180"/>
                </a:lnTo>
                <a:lnTo>
                  <a:pt x="132" y="181"/>
                </a:lnTo>
                <a:lnTo>
                  <a:pt x="132" y="182"/>
                </a:lnTo>
                <a:lnTo>
                  <a:pt x="132" y="183"/>
                </a:lnTo>
                <a:lnTo>
                  <a:pt x="132" y="185"/>
                </a:lnTo>
                <a:lnTo>
                  <a:pt x="133" y="185"/>
                </a:lnTo>
                <a:lnTo>
                  <a:pt x="133" y="186"/>
                </a:lnTo>
                <a:lnTo>
                  <a:pt x="132" y="188"/>
                </a:lnTo>
                <a:lnTo>
                  <a:pt x="132" y="189"/>
                </a:lnTo>
                <a:lnTo>
                  <a:pt x="132" y="190"/>
                </a:lnTo>
                <a:lnTo>
                  <a:pt x="131" y="191"/>
                </a:lnTo>
                <a:lnTo>
                  <a:pt x="131" y="192"/>
                </a:lnTo>
                <a:lnTo>
                  <a:pt x="131" y="193"/>
                </a:lnTo>
                <a:lnTo>
                  <a:pt x="130" y="195"/>
                </a:lnTo>
                <a:lnTo>
                  <a:pt x="130" y="196"/>
                </a:lnTo>
                <a:lnTo>
                  <a:pt x="129" y="197"/>
                </a:lnTo>
                <a:lnTo>
                  <a:pt x="129" y="199"/>
                </a:lnTo>
                <a:lnTo>
                  <a:pt x="129" y="200"/>
                </a:lnTo>
                <a:lnTo>
                  <a:pt x="129" y="201"/>
                </a:lnTo>
                <a:lnTo>
                  <a:pt x="129" y="202"/>
                </a:lnTo>
                <a:lnTo>
                  <a:pt x="128" y="203"/>
                </a:lnTo>
                <a:lnTo>
                  <a:pt x="127" y="203"/>
                </a:lnTo>
                <a:lnTo>
                  <a:pt x="127" y="204"/>
                </a:lnTo>
                <a:lnTo>
                  <a:pt x="126" y="205"/>
                </a:lnTo>
                <a:lnTo>
                  <a:pt x="126" y="206"/>
                </a:lnTo>
                <a:lnTo>
                  <a:pt x="125" y="206"/>
                </a:lnTo>
                <a:lnTo>
                  <a:pt x="125" y="207"/>
                </a:lnTo>
                <a:lnTo>
                  <a:pt x="125" y="208"/>
                </a:lnTo>
                <a:lnTo>
                  <a:pt x="125" y="209"/>
                </a:lnTo>
                <a:lnTo>
                  <a:pt x="125" y="210"/>
                </a:lnTo>
                <a:lnTo>
                  <a:pt x="124" y="210"/>
                </a:lnTo>
                <a:lnTo>
                  <a:pt x="124" y="211"/>
                </a:lnTo>
                <a:lnTo>
                  <a:pt x="124" y="212"/>
                </a:lnTo>
                <a:lnTo>
                  <a:pt x="125" y="212"/>
                </a:lnTo>
                <a:lnTo>
                  <a:pt x="124" y="213"/>
                </a:lnTo>
                <a:lnTo>
                  <a:pt x="123" y="213"/>
                </a:lnTo>
                <a:lnTo>
                  <a:pt x="123" y="214"/>
                </a:lnTo>
                <a:lnTo>
                  <a:pt x="123" y="216"/>
                </a:lnTo>
                <a:lnTo>
                  <a:pt x="123" y="217"/>
                </a:lnTo>
                <a:lnTo>
                  <a:pt x="123" y="218"/>
                </a:lnTo>
                <a:lnTo>
                  <a:pt x="123" y="219"/>
                </a:lnTo>
                <a:lnTo>
                  <a:pt x="123" y="220"/>
                </a:lnTo>
                <a:lnTo>
                  <a:pt x="123" y="222"/>
                </a:lnTo>
                <a:lnTo>
                  <a:pt x="124" y="223"/>
                </a:lnTo>
                <a:lnTo>
                  <a:pt x="123" y="224"/>
                </a:lnTo>
                <a:lnTo>
                  <a:pt x="123" y="223"/>
                </a:lnTo>
                <a:lnTo>
                  <a:pt x="122" y="224"/>
                </a:lnTo>
                <a:lnTo>
                  <a:pt x="122" y="225"/>
                </a:lnTo>
                <a:lnTo>
                  <a:pt x="121" y="225"/>
                </a:lnTo>
                <a:lnTo>
                  <a:pt x="120" y="225"/>
                </a:lnTo>
                <a:lnTo>
                  <a:pt x="120" y="226"/>
                </a:lnTo>
                <a:lnTo>
                  <a:pt x="119" y="226"/>
                </a:lnTo>
                <a:lnTo>
                  <a:pt x="119" y="227"/>
                </a:lnTo>
                <a:lnTo>
                  <a:pt x="118" y="228"/>
                </a:lnTo>
                <a:lnTo>
                  <a:pt x="118" y="229"/>
                </a:lnTo>
                <a:lnTo>
                  <a:pt x="118" y="230"/>
                </a:lnTo>
                <a:lnTo>
                  <a:pt x="118" y="231"/>
                </a:lnTo>
                <a:lnTo>
                  <a:pt x="117" y="232"/>
                </a:lnTo>
                <a:lnTo>
                  <a:pt x="117" y="233"/>
                </a:lnTo>
                <a:lnTo>
                  <a:pt x="116" y="236"/>
                </a:lnTo>
                <a:lnTo>
                  <a:pt x="115" y="237"/>
                </a:lnTo>
                <a:lnTo>
                  <a:pt x="115" y="238"/>
                </a:lnTo>
                <a:lnTo>
                  <a:pt x="114" y="239"/>
                </a:lnTo>
                <a:lnTo>
                  <a:pt x="113" y="240"/>
                </a:lnTo>
                <a:lnTo>
                  <a:pt x="112" y="240"/>
                </a:lnTo>
                <a:lnTo>
                  <a:pt x="112" y="241"/>
                </a:lnTo>
                <a:lnTo>
                  <a:pt x="112" y="242"/>
                </a:lnTo>
                <a:lnTo>
                  <a:pt x="110" y="245"/>
                </a:lnTo>
                <a:lnTo>
                  <a:pt x="110" y="246"/>
                </a:lnTo>
                <a:lnTo>
                  <a:pt x="110" y="247"/>
                </a:lnTo>
                <a:lnTo>
                  <a:pt x="109" y="247"/>
                </a:lnTo>
                <a:lnTo>
                  <a:pt x="108" y="247"/>
                </a:lnTo>
                <a:lnTo>
                  <a:pt x="108" y="248"/>
                </a:lnTo>
                <a:lnTo>
                  <a:pt x="108" y="249"/>
                </a:lnTo>
                <a:lnTo>
                  <a:pt x="107" y="249"/>
                </a:lnTo>
                <a:lnTo>
                  <a:pt x="106" y="249"/>
                </a:lnTo>
                <a:lnTo>
                  <a:pt x="105" y="249"/>
                </a:lnTo>
                <a:lnTo>
                  <a:pt x="105" y="250"/>
                </a:lnTo>
                <a:lnTo>
                  <a:pt x="104" y="250"/>
                </a:lnTo>
                <a:lnTo>
                  <a:pt x="104" y="251"/>
                </a:lnTo>
                <a:lnTo>
                  <a:pt x="104" y="252"/>
                </a:lnTo>
                <a:lnTo>
                  <a:pt x="104" y="253"/>
                </a:lnTo>
                <a:lnTo>
                  <a:pt x="104" y="254"/>
                </a:lnTo>
                <a:lnTo>
                  <a:pt x="105" y="255"/>
                </a:lnTo>
                <a:lnTo>
                  <a:pt x="105" y="256"/>
                </a:lnTo>
                <a:lnTo>
                  <a:pt x="104" y="256"/>
                </a:lnTo>
                <a:lnTo>
                  <a:pt x="104" y="257"/>
                </a:lnTo>
                <a:lnTo>
                  <a:pt x="103" y="257"/>
                </a:lnTo>
                <a:lnTo>
                  <a:pt x="103" y="258"/>
                </a:lnTo>
                <a:lnTo>
                  <a:pt x="103" y="259"/>
                </a:lnTo>
                <a:lnTo>
                  <a:pt x="103" y="260"/>
                </a:lnTo>
                <a:lnTo>
                  <a:pt x="102" y="260"/>
                </a:lnTo>
                <a:lnTo>
                  <a:pt x="102" y="261"/>
                </a:lnTo>
                <a:lnTo>
                  <a:pt x="101" y="261"/>
                </a:lnTo>
                <a:lnTo>
                  <a:pt x="100" y="262"/>
                </a:lnTo>
                <a:lnTo>
                  <a:pt x="99" y="263"/>
                </a:lnTo>
                <a:lnTo>
                  <a:pt x="99" y="264"/>
                </a:lnTo>
                <a:lnTo>
                  <a:pt x="98" y="264"/>
                </a:lnTo>
                <a:lnTo>
                  <a:pt x="97" y="264"/>
                </a:lnTo>
                <a:lnTo>
                  <a:pt x="97" y="265"/>
                </a:lnTo>
                <a:lnTo>
                  <a:pt x="96" y="265"/>
                </a:lnTo>
                <a:lnTo>
                  <a:pt x="95" y="265"/>
                </a:lnTo>
                <a:lnTo>
                  <a:pt x="95" y="266"/>
                </a:lnTo>
                <a:lnTo>
                  <a:pt x="94" y="266"/>
                </a:lnTo>
                <a:lnTo>
                  <a:pt x="93" y="267"/>
                </a:lnTo>
                <a:lnTo>
                  <a:pt x="92" y="268"/>
                </a:lnTo>
                <a:lnTo>
                  <a:pt x="91" y="269"/>
                </a:lnTo>
                <a:lnTo>
                  <a:pt x="90" y="269"/>
                </a:lnTo>
                <a:lnTo>
                  <a:pt x="89" y="270"/>
                </a:lnTo>
                <a:lnTo>
                  <a:pt x="89" y="271"/>
                </a:lnTo>
                <a:lnTo>
                  <a:pt x="89" y="272"/>
                </a:lnTo>
                <a:lnTo>
                  <a:pt x="88" y="273"/>
                </a:lnTo>
                <a:lnTo>
                  <a:pt x="88" y="274"/>
                </a:lnTo>
                <a:lnTo>
                  <a:pt x="88" y="275"/>
                </a:lnTo>
                <a:lnTo>
                  <a:pt x="88" y="276"/>
                </a:lnTo>
                <a:lnTo>
                  <a:pt x="88" y="277"/>
                </a:lnTo>
                <a:lnTo>
                  <a:pt x="87" y="278"/>
                </a:lnTo>
                <a:lnTo>
                  <a:pt x="86" y="278"/>
                </a:lnTo>
                <a:lnTo>
                  <a:pt x="86" y="279"/>
                </a:lnTo>
                <a:lnTo>
                  <a:pt x="85" y="279"/>
                </a:lnTo>
                <a:lnTo>
                  <a:pt x="85" y="280"/>
                </a:lnTo>
                <a:lnTo>
                  <a:pt x="85" y="281"/>
                </a:lnTo>
                <a:lnTo>
                  <a:pt x="85" y="282"/>
                </a:lnTo>
                <a:lnTo>
                  <a:pt x="84" y="282"/>
                </a:lnTo>
                <a:lnTo>
                  <a:pt x="84" y="283"/>
                </a:lnTo>
                <a:lnTo>
                  <a:pt x="84" y="284"/>
                </a:lnTo>
                <a:lnTo>
                  <a:pt x="83" y="286"/>
                </a:lnTo>
                <a:lnTo>
                  <a:pt x="83" y="287"/>
                </a:lnTo>
                <a:lnTo>
                  <a:pt x="83" y="288"/>
                </a:lnTo>
                <a:lnTo>
                  <a:pt x="82" y="289"/>
                </a:lnTo>
                <a:lnTo>
                  <a:pt x="82" y="290"/>
                </a:lnTo>
                <a:lnTo>
                  <a:pt x="82" y="291"/>
                </a:lnTo>
                <a:lnTo>
                  <a:pt x="81" y="292"/>
                </a:lnTo>
                <a:lnTo>
                  <a:pt x="81" y="293"/>
                </a:lnTo>
                <a:lnTo>
                  <a:pt x="81" y="294"/>
                </a:lnTo>
                <a:lnTo>
                  <a:pt x="81" y="296"/>
                </a:lnTo>
                <a:lnTo>
                  <a:pt x="80" y="296"/>
                </a:lnTo>
                <a:lnTo>
                  <a:pt x="80" y="297"/>
                </a:lnTo>
                <a:lnTo>
                  <a:pt x="80" y="298"/>
                </a:lnTo>
                <a:lnTo>
                  <a:pt x="79" y="298"/>
                </a:lnTo>
                <a:lnTo>
                  <a:pt x="79" y="299"/>
                </a:lnTo>
                <a:lnTo>
                  <a:pt x="79" y="300"/>
                </a:lnTo>
                <a:lnTo>
                  <a:pt x="79" y="301"/>
                </a:lnTo>
                <a:lnTo>
                  <a:pt x="79" y="302"/>
                </a:lnTo>
                <a:lnTo>
                  <a:pt x="78" y="302"/>
                </a:lnTo>
                <a:lnTo>
                  <a:pt x="78" y="304"/>
                </a:lnTo>
                <a:lnTo>
                  <a:pt x="77" y="304"/>
                </a:lnTo>
                <a:lnTo>
                  <a:pt x="77" y="305"/>
                </a:lnTo>
                <a:lnTo>
                  <a:pt x="77" y="306"/>
                </a:lnTo>
                <a:lnTo>
                  <a:pt x="77" y="311"/>
                </a:lnTo>
                <a:lnTo>
                  <a:pt x="77" y="312"/>
                </a:lnTo>
                <a:lnTo>
                  <a:pt x="77" y="318"/>
                </a:lnTo>
                <a:lnTo>
                  <a:pt x="77" y="324"/>
                </a:lnTo>
                <a:lnTo>
                  <a:pt x="77" y="325"/>
                </a:lnTo>
                <a:lnTo>
                  <a:pt x="77" y="326"/>
                </a:lnTo>
                <a:lnTo>
                  <a:pt x="77" y="327"/>
                </a:lnTo>
                <a:lnTo>
                  <a:pt x="78" y="328"/>
                </a:lnTo>
                <a:lnTo>
                  <a:pt x="77" y="330"/>
                </a:lnTo>
                <a:lnTo>
                  <a:pt x="77" y="331"/>
                </a:lnTo>
                <a:lnTo>
                  <a:pt x="77" y="334"/>
                </a:lnTo>
                <a:lnTo>
                  <a:pt x="78" y="335"/>
                </a:lnTo>
                <a:lnTo>
                  <a:pt x="77" y="335"/>
                </a:lnTo>
                <a:lnTo>
                  <a:pt x="77" y="336"/>
                </a:lnTo>
                <a:lnTo>
                  <a:pt x="77" y="337"/>
                </a:lnTo>
                <a:lnTo>
                  <a:pt x="76" y="338"/>
                </a:lnTo>
                <a:lnTo>
                  <a:pt x="76" y="339"/>
                </a:lnTo>
                <a:lnTo>
                  <a:pt x="75" y="339"/>
                </a:lnTo>
                <a:lnTo>
                  <a:pt x="74" y="340"/>
                </a:lnTo>
                <a:lnTo>
                  <a:pt x="73" y="340"/>
                </a:lnTo>
                <a:lnTo>
                  <a:pt x="73" y="341"/>
                </a:lnTo>
                <a:lnTo>
                  <a:pt x="73" y="342"/>
                </a:lnTo>
                <a:lnTo>
                  <a:pt x="73" y="343"/>
                </a:lnTo>
                <a:lnTo>
                  <a:pt x="72" y="343"/>
                </a:lnTo>
                <a:lnTo>
                  <a:pt x="73" y="344"/>
                </a:lnTo>
                <a:lnTo>
                  <a:pt x="73" y="345"/>
                </a:lnTo>
                <a:lnTo>
                  <a:pt x="74" y="346"/>
                </a:lnTo>
                <a:lnTo>
                  <a:pt x="74" y="347"/>
                </a:lnTo>
                <a:lnTo>
                  <a:pt x="74" y="348"/>
                </a:lnTo>
                <a:lnTo>
                  <a:pt x="75" y="348"/>
                </a:lnTo>
                <a:lnTo>
                  <a:pt x="75" y="349"/>
                </a:lnTo>
                <a:lnTo>
                  <a:pt x="74" y="349"/>
                </a:lnTo>
                <a:lnTo>
                  <a:pt x="73" y="349"/>
                </a:lnTo>
                <a:lnTo>
                  <a:pt x="73" y="348"/>
                </a:lnTo>
                <a:lnTo>
                  <a:pt x="73" y="347"/>
                </a:lnTo>
                <a:lnTo>
                  <a:pt x="72" y="347"/>
                </a:lnTo>
                <a:lnTo>
                  <a:pt x="72" y="346"/>
                </a:lnTo>
                <a:lnTo>
                  <a:pt x="71" y="346"/>
                </a:lnTo>
                <a:lnTo>
                  <a:pt x="71" y="345"/>
                </a:lnTo>
                <a:lnTo>
                  <a:pt x="70" y="345"/>
                </a:lnTo>
                <a:lnTo>
                  <a:pt x="69" y="345"/>
                </a:lnTo>
                <a:lnTo>
                  <a:pt x="67" y="344"/>
                </a:lnTo>
                <a:lnTo>
                  <a:pt x="66" y="343"/>
                </a:lnTo>
                <a:lnTo>
                  <a:pt x="65" y="343"/>
                </a:lnTo>
                <a:lnTo>
                  <a:pt x="64" y="344"/>
                </a:lnTo>
                <a:lnTo>
                  <a:pt x="64" y="345"/>
                </a:lnTo>
                <a:lnTo>
                  <a:pt x="64" y="346"/>
                </a:lnTo>
                <a:lnTo>
                  <a:pt x="63" y="347"/>
                </a:lnTo>
                <a:lnTo>
                  <a:pt x="62" y="347"/>
                </a:lnTo>
                <a:lnTo>
                  <a:pt x="62" y="346"/>
                </a:lnTo>
                <a:lnTo>
                  <a:pt x="61" y="345"/>
                </a:lnTo>
                <a:lnTo>
                  <a:pt x="61" y="344"/>
                </a:lnTo>
                <a:lnTo>
                  <a:pt x="61" y="342"/>
                </a:lnTo>
                <a:lnTo>
                  <a:pt x="61" y="341"/>
                </a:lnTo>
                <a:lnTo>
                  <a:pt x="61" y="340"/>
                </a:lnTo>
                <a:lnTo>
                  <a:pt x="60" y="339"/>
                </a:lnTo>
                <a:lnTo>
                  <a:pt x="60" y="338"/>
                </a:lnTo>
                <a:lnTo>
                  <a:pt x="59" y="338"/>
                </a:lnTo>
                <a:lnTo>
                  <a:pt x="59" y="337"/>
                </a:lnTo>
                <a:lnTo>
                  <a:pt x="59" y="336"/>
                </a:lnTo>
                <a:lnTo>
                  <a:pt x="59" y="335"/>
                </a:lnTo>
                <a:lnTo>
                  <a:pt x="59" y="334"/>
                </a:lnTo>
                <a:lnTo>
                  <a:pt x="60" y="334"/>
                </a:lnTo>
                <a:lnTo>
                  <a:pt x="59" y="334"/>
                </a:lnTo>
                <a:lnTo>
                  <a:pt x="59" y="333"/>
                </a:lnTo>
                <a:lnTo>
                  <a:pt x="60" y="333"/>
                </a:lnTo>
                <a:lnTo>
                  <a:pt x="61" y="332"/>
                </a:lnTo>
                <a:lnTo>
                  <a:pt x="60" y="331"/>
                </a:lnTo>
                <a:lnTo>
                  <a:pt x="60" y="330"/>
                </a:lnTo>
                <a:lnTo>
                  <a:pt x="61" y="330"/>
                </a:lnTo>
                <a:lnTo>
                  <a:pt x="61" y="329"/>
                </a:lnTo>
                <a:lnTo>
                  <a:pt x="61" y="328"/>
                </a:lnTo>
                <a:lnTo>
                  <a:pt x="61" y="327"/>
                </a:lnTo>
                <a:lnTo>
                  <a:pt x="61" y="326"/>
                </a:lnTo>
                <a:lnTo>
                  <a:pt x="59" y="319"/>
                </a:lnTo>
                <a:lnTo>
                  <a:pt x="59" y="318"/>
                </a:lnTo>
                <a:lnTo>
                  <a:pt x="59" y="317"/>
                </a:lnTo>
                <a:lnTo>
                  <a:pt x="58" y="317"/>
                </a:lnTo>
                <a:lnTo>
                  <a:pt x="58" y="316"/>
                </a:lnTo>
                <a:lnTo>
                  <a:pt x="58" y="315"/>
                </a:lnTo>
                <a:lnTo>
                  <a:pt x="57" y="315"/>
                </a:lnTo>
                <a:lnTo>
                  <a:pt x="57" y="314"/>
                </a:lnTo>
                <a:lnTo>
                  <a:pt x="56" y="313"/>
                </a:lnTo>
                <a:lnTo>
                  <a:pt x="55" y="313"/>
                </a:lnTo>
                <a:lnTo>
                  <a:pt x="55" y="312"/>
                </a:lnTo>
                <a:lnTo>
                  <a:pt x="56" y="311"/>
                </a:lnTo>
                <a:lnTo>
                  <a:pt x="55" y="311"/>
                </a:lnTo>
                <a:lnTo>
                  <a:pt x="55" y="310"/>
                </a:lnTo>
                <a:lnTo>
                  <a:pt x="55" y="309"/>
                </a:lnTo>
                <a:lnTo>
                  <a:pt x="55" y="308"/>
                </a:lnTo>
                <a:lnTo>
                  <a:pt x="55" y="307"/>
                </a:lnTo>
                <a:lnTo>
                  <a:pt x="54" y="307"/>
                </a:lnTo>
                <a:lnTo>
                  <a:pt x="54" y="306"/>
                </a:lnTo>
                <a:lnTo>
                  <a:pt x="53" y="305"/>
                </a:lnTo>
                <a:lnTo>
                  <a:pt x="52" y="305"/>
                </a:lnTo>
                <a:lnTo>
                  <a:pt x="52" y="304"/>
                </a:lnTo>
                <a:lnTo>
                  <a:pt x="51" y="304"/>
                </a:lnTo>
                <a:lnTo>
                  <a:pt x="51" y="303"/>
                </a:lnTo>
                <a:lnTo>
                  <a:pt x="51" y="302"/>
                </a:lnTo>
                <a:lnTo>
                  <a:pt x="50" y="302"/>
                </a:lnTo>
                <a:lnTo>
                  <a:pt x="50" y="301"/>
                </a:lnTo>
                <a:lnTo>
                  <a:pt x="49" y="301"/>
                </a:lnTo>
                <a:lnTo>
                  <a:pt x="49" y="300"/>
                </a:lnTo>
                <a:lnTo>
                  <a:pt x="48" y="299"/>
                </a:lnTo>
                <a:lnTo>
                  <a:pt x="47" y="299"/>
                </a:lnTo>
                <a:lnTo>
                  <a:pt x="46" y="298"/>
                </a:lnTo>
                <a:lnTo>
                  <a:pt x="45" y="297"/>
                </a:lnTo>
                <a:lnTo>
                  <a:pt x="44" y="297"/>
                </a:lnTo>
                <a:lnTo>
                  <a:pt x="43" y="296"/>
                </a:lnTo>
                <a:lnTo>
                  <a:pt x="42" y="296"/>
                </a:lnTo>
                <a:lnTo>
                  <a:pt x="42" y="294"/>
                </a:lnTo>
                <a:lnTo>
                  <a:pt x="40" y="294"/>
                </a:lnTo>
                <a:lnTo>
                  <a:pt x="39" y="293"/>
                </a:lnTo>
                <a:lnTo>
                  <a:pt x="38" y="292"/>
                </a:lnTo>
                <a:lnTo>
                  <a:pt x="37" y="292"/>
                </a:lnTo>
                <a:lnTo>
                  <a:pt x="37" y="291"/>
                </a:lnTo>
                <a:lnTo>
                  <a:pt x="37" y="290"/>
                </a:lnTo>
                <a:lnTo>
                  <a:pt x="36" y="290"/>
                </a:lnTo>
                <a:lnTo>
                  <a:pt x="36" y="289"/>
                </a:lnTo>
                <a:lnTo>
                  <a:pt x="35" y="289"/>
                </a:lnTo>
                <a:lnTo>
                  <a:pt x="34" y="288"/>
                </a:lnTo>
                <a:lnTo>
                  <a:pt x="34" y="289"/>
                </a:lnTo>
                <a:lnTo>
                  <a:pt x="33" y="289"/>
                </a:lnTo>
                <a:lnTo>
                  <a:pt x="33" y="288"/>
                </a:lnTo>
                <a:lnTo>
                  <a:pt x="32" y="288"/>
                </a:lnTo>
                <a:lnTo>
                  <a:pt x="31" y="287"/>
                </a:lnTo>
                <a:lnTo>
                  <a:pt x="30" y="286"/>
                </a:lnTo>
                <a:lnTo>
                  <a:pt x="29" y="286"/>
                </a:lnTo>
                <a:lnTo>
                  <a:pt x="29" y="285"/>
                </a:lnTo>
                <a:lnTo>
                  <a:pt x="28" y="286"/>
                </a:lnTo>
                <a:lnTo>
                  <a:pt x="28" y="285"/>
                </a:lnTo>
                <a:lnTo>
                  <a:pt x="27" y="284"/>
                </a:lnTo>
                <a:lnTo>
                  <a:pt x="26" y="284"/>
                </a:lnTo>
                <a:lnTo>
                  <a:pt x="26" y="283"/>
                </a:lnTo>
                <a:lnTo>
                  <a:pt x="26" y="282"/>
                </a:lnTo>
                <a:lnTo>
                  <a:pt x="25" y="282"/>
                </a:lnTo>
                <a:lnTo>
                  <a:pt x="26" y="281"/>
                </a:lnTo>
                <a:lnTo>
                  <a:pt x="26" y="282"/>
                </a:lnTo>
                <a:lnTo>
                  <a:pt x="27" y="282"/>
                </a:lnTo>
                <a:lnTo>
                  <a:pt x="27" y="281"/>
                </a:lnTo>
                <a:lnTo>
                  <a:pt x="26" y="281"/>
                </a:lnTo>
                <a:lnTo>
                  <a:pt x="26" y="280"/>
                </a:lnTo>
                <a:lnTo>
                  <a:pt x="25" y="280"/>
                </a:lnTo>
                <a:lnTo>
                  <a:pt x="25" y="279"/>
                </a:lnTo>
                <a:lnTo>
                  <a:pt x="24" y="279"/>
                </a:lnTo>
                <a:lnTo>
                  <a:pt x="24" y="278"/>
                </a:lnTo>
                <a:lnTo>
                  <a:pt x="23" y="276"/>
                </a:lnTo>
                <a:lnTo>
                  <a:pt x="22" y="275"/>
                </a:lnTo>
                <a:lnTo>
                  <a:pt x="23" y="275"/>
                </a:lnTo>
                <a:lnTo>
                  <a:pt x="23" y="274"/>
                </a:lnTo>
                <a:lnTo>
                  <a:pt x="23" y="275"/>
                </a:lnTo>
                <a:lnTo>
                  <a:pt x="22" y="274"/>
                </a:lnTo>
                <a:lnTo>
                  <a:pt x="21" y="275"/>
                </a:lnTo>
                <a:lnTo>
                  <a:pt x="21" y="274"/>
                </a:lnTo>
                <a:lnTo>
                  <a:pt x="20" y="273"/>
                </a:lnTo>
                <a:lnTo>
                  <a:pt x="20" y="272"/>
                </a:lnTo>
                <a:lnTo>
                  <a:pt x="19" y="272"/>
                </a:lnTo>
                <a:lnTo>
                  <a:pt x="19" y="271"/>
                </a:lnTo>
                <a:lnTo>
                  <a:pt x="19" y="270"/>
                </a:lnTo>
                <a:lnTo>
                  <a:pt x="20" y="270"/>
                </a:lnTo>
                <a:lnTo>
                  <a:pt x="20" y="269"/>
                </a:lnTo>
                <a:lnTo>
                  <a:pt x="22" y="268"/>
                </a:lnTo>
                <a:lnTo>
                  <a:pt x="21" y="267"/>
                </a:lnTo>
                <a:lnTo>
                  <a:pt x="22" y="266"/>
                </a:lnTo>
                <a:lnTo>
                  <a:pt x="22" y="265"/>
                </a:lnTo>
                <a:lnTo>
                  <a:pt x="21" y="265"/>
                </a:lnTo>
                <a:lnTo>
                  <a:pt x="20" y="266"/>
                </a:lnTo>
                <a:lnTo>
                  <a:pt x="20" y="265"/>
                </a:lnTo>
                <a:lnTo>
                  <a:pt x="20" y="264"/>
                </a:lnTo>
                <a:lnTo>
                  <a:pt x="19" y="263"/>
                </a:lnTo>
                <a:lnTo>
                  <a:pt x="19" y="262"/>
                </a:lnTo>
                <a:lnTo>
                  <a:pt x="18" y="261"/>
                </a:lnTo>
                <a:lnTo>
                  <a:pt x="18" y="260"/>
                </a:lnTo>
                <a:lnTo>
                  <a:pt x="18" y="259"/>
                </a:lnTo>
                <a:lnTo>
                  <a:pt x="17" y="258"/>
                </a:lnTo>
                <a:lnTo>
                  <a:pt x="17" y="257"/>
                </a:lnTo>
                <a:lnTo>
                  <a:pt x="16" y="256"/>
                </a:lnTo>
                <a:lnTo>
                  <a:pt x="16" y="255"/>
                </a:lnTo>
                <a:lnTo>
                  <a:pt x="15" y="255"/>
                </a:lnTo>
                <a:lnTo>
                  <a:pt x="15" y="254"/>
                </a:lnTo>
                <a:lnTo>
                  <a:pt x="16" y="254"/>
                </a:lnTo>
                <a:lnTo>
                  <a:pt x="15" y="254"/>
                </a:lnTo>
                <a:lnTo>
                  <a:pt x="15" y="253"/>
                </a:lnTo>
                <a:lnTo>
                  <a:pt x="15" y="252"/>
                </a:lnTo>
                <a:lnTo>
                  <a:pt x="15" y="251"/>
                </a:lnTo>
                <a:lnTo>
                  <a:pt x="14" y="251"/>
                </a:lnTo>
                <a:lnTo>
                  <a:pt x="14" y="250"/>
                </a:lnTo>
                <a:lnTo>
                  <a:pt x="14" y="249"/>
                </a:lnTo>
                <a:lnTo>
                  <a:pt x="14" y="248"/>
                </a:lnTo>
                <a:lnTo>
                  <a:pt x="13" y="247"/>
                </a:lnTo>
                <a:lnTo>
                  <a:pt x="13" y="246"/>
                </a:lnTo>
                <a:lnTo>
                  <a:pt x="13" y="245"/>
                </a:lnTo>
                <a:lnTo>
                  <a:pt x="13" y="244"/>
                </a:lnTo>
                <a:lnTo>
                  <a:pt x="12" y="244"/>
                </a:lnTo>
                <a:lnTo>
                  <a:pt x="12" y="243"/>
                </a:lnTo>
                <a:lnTo>
                  <a:pt x="13" y="243"/>
                </a:lnTo>
                <a:lnTo>
                  <a:pt x="13" y="242"/>
                </a:lnTo>
                <a:lnTo>
                  <a:pt x="12" y="241"/>
                </a:lnTo>
                <a:lnTo>
                  <a:pt x="12" y="240"/>
                </a:lnTo>
                <a:lnTo>
                  <a:pt x="11" y="238"/>
                </a:lnTo>
                <a:lnTo>
                  <a:pt x="11" y="237"/>
                </a:lnTo>
                <a:lnTo>
                  <a:pt x="10" y="237"/>
                </a:lnTo>
                <a:lnTo>
                  <a:pt x="10" y="236"/>
                </a:lnTo>
                <a:lnTo>
                  <a:pt x="9" y="236"/>
                </a:lnTo>
                <a:lnTo>
                  <a:pt x="9" y="235"/>
                </a:lnTo>
                <a:lnTo>
                  <a:pt x="8" y="235"/>
                </a:lnTo>
                <a:lnTo>
                  <a:pt x="7" y="234"/>
                </a:lnTo>
                <a:lnTo>
                  <a:pt x="7" y="233"/>
                </a:lnTo>
                <a:lnTo>
                  <a:pt x="6" y="233"/>
                </a:lnTo>
                <a:lnTo>
                  <a:pt x="5" y="232"/>
                </a:lnTo>
                <a:lnTo>
                  <a:pt x="4" y="232"/>
                </a:lnTo>
                <a:lnTo>
                  <a:pt x="4" y="231"/>
                </a:lnTo>
                <a:lnTo>
                  <a:pt x="3" y="231"/>
                </a:lnTo>
                <a:lnTo>
                  <a:pt x="3" y="230"/>
                </a:lnTo>
                <a:lnTo>
                  <a:pt x="2" y="230"/>
                </a:lnTo>
                <a:lnTo>
                  <a:pt x="1" y="230"/>
                </a:lnTo>
                <a:lnTo>
                  <a:pt x="1" y="229"/>
                </a:lnTo>
                <a:lnTo>
                  <a:pt x="0" y="229"/>
                </a:lnTo>
                <a:lnTo>
                  <a:pt x="1" y="229"/>
                </a:lnTo>
                <a:lnTo>
                  <a:pt x="0" y="230"/>
                </a:lnTo>
                <a:lnTo>
                  <a:pt x="0" y="228"/>
                </a:lnTo>
                <a:lnTo>
                  <a:pt x="0" y="227"/>
                </a:lnTo>
                <a:lnTo>
                  <a:pt x="0" y="226"/>
                </a:lnTo>
                <a:lnTo>
                  <a:pt x="0" y="225"/>
                </a:lnTo>
                <a:lnTo>
                  <a:pt x="0" y="224"/>
                </a:lnTo>
                <a:lnTo>
                  <a:pt x="1" y="223"/>
                </a:lnTo>
                <a:lnTo>
                  <a:pt x="1" y="224"/>
                </a:lnTo>
                <a:lnTo>
                  <a:pt x="0" y="224"/>
                </a:lnTo>
                <a:lnTo>
                  <a:pt x="1" y="224"/>
                </a:lnTo>
                <a:lnTo>
                  <a:pt x="2" y="224"/>
                </a:lnTo>
                <a:lnTo>
                  <a:pt x="3" y="223"/>
                </a:lnTo>
                <a:lnTo>
                  <a:pt x="4" y="223"/>
                </a:lnTo>
                <a:lnTo>
                  <a:pt x="4" y="222"/>
                </a:lnTo>
                <a:lnTo>
                  <a:pt x="5" y="221"/>
                </a:lnTo>
                <a:lnTo>
                  <a:pt x="4" y="221"/>
                </a:lnTo>
                <a:lnTo>
                  <a:pt x="4" y="220"/>
                </a:lnTo>
                <a:lnTo>
                  <a:pt x="4" y="218"/>
                </a:lnTo>
                <a:lnTo>
                  <a:pt x="3" y="218"/>
                </a:lnTo>
                <a:lnTo>
                  <a:pt x="3" y="217"/>
                </a:lnTo>
                <a:lnTo>
                  <a:pt x="3" y="216"/>
                </a:lnTo>
                <a:lnTo>
                  <a:pt x="4" y="215"/>
                </a:lnTo>
                <a:lnTo>
                  <a:pt x="4" y="214"/>
                </a:lnTo>
                <a:lnTo>
                  <a:pt x="5" y="214"/>
                </a:lnTo>
                <a:lnTo>
                  <a:pt x="5" y="213"/>
                </a:lnTo>
                <a:lnTo>
                  <a:pt x="4" y="213"/>
                </a:lnTo>
                <a:lnTo>
                  <a:pt x="4" y="212"/>
                </a:lnTo>
                <a:lnTo>
                  <a:pt x="4" y="211"/>
                </a:lnTo>
                <a:lnTo>
                  <a:pt x="5" y="211"/>
                </a:lnTo>
                <a:lnTo>
                  <a:pt x="5" y="212"/>
                </a:lnTo>
                <a:lnTo>
                  <a:pt x="4" y="212"/>
                </a:lnTo>
                <a:lnTo>
                  <a:pt x="5" y="212"/>
                </a:lnTo>
                <a:lnTo>
                  <a:pt x="5" y="213"/>
                </a:lnTo>
                <a:lnTo>
                  <a:pt x="5" y="212"/>
                </a:lnTo>
                <a:lnTo>
                  <a:pt x="5" y="211"/>
                </a:lnTo>
                <a:lnTo>
                  <a:pt x="6" y="210"/>
                </a:lnTo>
                <a:lnTo>
                  <a:pt x="7" y="209"/>
                </a:lnTo>
                <a:lnTo>
                  <a:pt x="6" y="209"/>
                </a:lnTo>
                <a:lnTo>
                  <a:pt x="7" y="208"/>
                </a:lnTo>
                <a:lnTo>
                  <a:pt x="7" y="207"/>
                </a:lnTo>
                <a:lnTo>
                  <a:pt x="7" y="208"/>
                </a:lnTo>
                <a:lnTo>
                  <a:pt x="6" y="208"/>
                </a:lnTo>
                <a:lnTo>
                  <a:pt x="5" y="208"/>
                </a:lnTo>
                <a:lnTo>
                  <a:pt x="5" y="205"/>
                </a:lnTo>
                <a:lnTo>
                  <a:pt x="6" y="205"/>
                </a:lnTo>
                <a:lnTo>
                  <a:pt x="7" y="205"/>
                </a:lnTo>
                <a:lnTo>
                  <a:pt x="6" y="205"/>
                </a:lnTo>
                <a:lnTo>
                  <a:pt x="7" y="204"/>
                </a:lnTo>
                <a:lnTo>
                  <a:pt x="7" y="203"/>
                </a:lnTo>
                <a:lnTo>
                  <a:pt x="7" y="202"/>
                </a:lnTo>
                <a:lnTo>
                  <a:pt x="8" y="202"/>
                </a:lnTo>
                <a:lnTo>
                  <a:pt x="8" y="201"/>
                </a:lnTo>
                <a:lnTo>
                  <a:pt x="8" y="200"/>
                </a:lnTo>
                <a:lnTo>
                  <a:pt x="7" y="200"/>
                </a:lnTo>
                <a:lnTo>
                  <a:pt x="8" y="200"/>
                </a:lnTo>
                <a:lnTo>
                  <a:pt x="8" y="199"/>
                </a:lnTo>
                <a:lnTo>
                  <a:pt x="8" y="198"/>
                </a:lnTo>
                <a:lnTo>
                  <a:pt x="9" y="198"/>
                </a:lnTo>
                <a:lnTo>
                  <a:pt x="9" y="197"/>
                </a:lnTo>
                <a:lnTo>
                  <a:pt x="9" y="198"/>
                </a:lnTo>
                <a:lnTo>
                  <a:pt x="8" y="198"/>
                </a:lnTo>
                <a:lnTo>
                  <a:pt x="9" y="198"/>
                </a:lnTo>
                <a:lnTo>
                  <a:pt x="9" y="199"/>
                </a:lnTo>
                <a:lnTo>
                  <a:pt x="9" y="198"/>
                </a:lnTo>
                <a:lnTo>
                  <a:pt x="10" y="198"/>
                </a:lnTo>
                <a:lnTo>
                  <a:pt x="10" y="199"/>
                </a:lnTo>
                <a:lnTo>
                  <a:pt x="11" y="198"/>
                </a:lnTo>
                <a:lnTo>
                  <a:pt x="11" y="197"/>
                </a:lnTo>
                <a:lnTo>
                  <a:pt x="10" y="197"/>
                </a:lnTo>
                <a:lnTo>
                  <a:pt x="9" y="197"/>
                </a:lnTo>
                <a:lnTo>
                  <a:pt x="9" y="196"/>
                </a:lnTo>
                <a:lnTo>
                  <a:pt x="11" y="196"/>
                </a:lnTo>
                <a:lnTo>
                  <a:pt x="11" y="195"/>
                </a:lnTo>
                <a:lnTo>
                  <a:pt x="11" y="194"/>
                </a:lnTo>
                <a:lnTo>
                  <a:pt x="10" y="194"/>
                </a:lnTo>
                <a:lnTo>
                  <a:pt x="10" y="193"/>
                </a:lnTo>
                <a:lnTo>
                  <a:pt x="10" y="192"/>
                </a:lnTo>
                <a:lnTo>
                  <a:pt x="11" y="192"/>
                </a:lnTo>
                <a:lnTo>
                  <a:pt x="11" y="191"/>
                </a:lnTo>
                <a:lnTo>
                  <a:pt x="10" y="192"/>
                </a:lnTo>
                <a:lnTo>
                  <a:pt x="10" y="191"/>
                </a:lnTo>
                <a:lnTo>
                  <a:pt x="10" y="190"/>
                </a:lnTo>
                <a:lnTo>
                  <a:pt x="11" y="189"/>
                </a:lnTo>
                <a:lnTo>
                  <a:pt x="10" y="189"/>
                </a:lnTo>
                <a:lnTo>
                  <a:pt x="9" y="189"/>
                </a:lnTo>
                <a:lnTo>
                  <a:pt x="9" y="188"/>
                </a:lnTo>
                <a:lnTo>
                  <a:pt x="10" y="188"/>
                </a:lnTo>
                <a:lnTo>
                  <a:pt x="10" y="187"/>
                </a:lnTo>
                <a:lnTo>
                  <a:pt x="10" y="186"/>
                </a:lnTo>
                <a:lnTo>
                  <a:pt x="11" y="186"/>
                </a:lnTo>
                <a:lnTo>
                  <a:pt x="11" y="185"/>
                </a:lnTo>
                <a:lnTo>
                  <a:pt x="9" y="185"/>
                </a:lnTo>
                <a:lnTo>
                  <a:pt x="8" y="185"/>
                </a:lnTo>
                <a:lnTo>
                  <a:pt x="7" y="185"/>
                </a:lnTo>
                <a:lnTo>
                  <a:pt x="7" y="182"/>
                </a:lnTo>
                <a:lnTo>
                  <a:pt x="8" y="182"/>
                </a:lnTo>
                <a:lnTo>
                  <a:pt x="10" y="182"/>
                </a:lnTo>
                <a:lnTo>
                  <a:pt x="11" y="182"/>
                </a:lnTo>
                <a:lnTo>
                  <a:pt x="11" y="181"/>
                </a:lnTo>
                <a:lnTo>
                  <a:pt x="10" y="181"/>
                </a:lnTo>
                <a:lnTo>
                  <a:pt x="10" y="180"/>
                </a:lnTo>
                <a:lnTo>
                  <a:pt x="9" y="179"/>
                </a:lnTo>
                <a:lnTo>
                  <a:pt x="9" y="178"/>
                </a:lnTo>
                <a:lnTo>
                  <a:pt x="10" y="178"/>
                </a:lnTo>
                <a:lnTo>
                  <a:pt x="10" y="177"/>
                </a:lnTo>
                <a:lnTo>
                  <a:pt x="9" y="177"/>
                </a:lnTo>
                <a:lnTo>
                  <a:pt x="10" y="176"/>
                </a:lnTo>
                <a:lnTo>
                  <a:pt x="10" y="175"/>
                </a:lnTo>
                <a:lnTo>
                  <a:pt x="10" y="174"/>
                </a:lnTo>
                <a:lnTo>
                  <a:pt x="10" y="175"/>
                </a:lnTo>
                <a:lnTo>
                  <a:pt x="10" y="174"/>
                </a:lnTo>
                <a:lnTo>
                  <a:pt x="10" y="173"/>
                </a:lnTo>
                <a:lnTo>
                  <a:pt x="9" y="172"/>
                </a:lnTo>
                <a:lnTo>
                  <a:pt x="10" y="171"/>
                </a:lnTo>
                <a:lnTo>
                  <a:pt x="10" y="169"/>
                </a:lnTo>
                <a:lnTo>
                  <a:pt x="10" y="168"/>
                </a:lnTo>
                <a:lnTo>
                  <a:pt x="11" y="167"/>
                </a:lnTo>
                <a:lnTo>
                  <a:pt x="11" y="166"/>
                </a:lnTo>
                <a:lnTo>
                  <a:pt x="12" y="165"/>
                </a:lnTo>
                <a:lnTo>
                  <a:pt x="12" y="164"/>
                </a:lnTo>
                <a:lnTo>
                  <a:pt x="13" y="164"/>
                </a:lnTo>
                <a:lnTo>
                  <a:pt x="14" y="164"/>
                </a:lnTo>
                <a:lnTo>
                  <a:pt x="14" y="163"/>
                </a:lnTo>
                <a:lnTo>
                  <a:pt x="13" y="163"/>
                </a:lnTo>
                <a:lnTo>
                  <a:pt x="12" y="163"/>
                </a:lnTo>
                <a:lnTo>
                  <a:pt x="12" y="162"/>
                </a:lnTo>
                <a:lnTo>
                  <a:pt x="12" y="161"/>
                </a:lnTo>
                <a:lnTo>
                  <a:pt x="12" y="160"/>
                </a:lnTo>
                <a:lnTo>
                  <a:pt x="12" y="159"/>
                </a:lnTo>
                <a:lnTo>
                  <a:pt x="13" y="158"/>
                </a:lnTo>
                <a:lnTo>
                  <a:pt x="15" y="158"/>
                </a:lnTo>
                <a:lnTo>
                  <a:pt x="15" y="157"/>
                </a:lnTo>
                <a:lnTo>
                  <a:pt x="16" y="155"/>
                </a:lnTo>
                <a:lnTo>
                  <a:pt x="16" y="154"/>
                </a:lnTo>
                <a:lnTo>
                  <a:pt x="17" y="154"/>
                </a:lnTo>
                <a:lnTo>
                  <a:pt x="16" y="154"/>
                </a:lnTo>
                <a:lnTo>
                  <a:pt x="15" y="155"/>
                </a:lnTo>
                <a:lnTo>
                  <a:pt x="15" y="156"/>
                </a:lnTo>
                <a:lnTo>
                  <a:pt x="14" y="156"/>
                </a:lnTo>
                <a:lnTo>
                  <a:pt x="14" y="157"/>
                </a:lnTo>
                <a:lnTo>
                  <a:pt x="13" y="157"/>
                </a:lnTo>
                <a:lnTo>
                  <a:pt x="13" y="158"/>
                </a:lnTo>
                <a:lnTo>
                  <a:pt x="12" y="158"/>
                </a:lnTo>
                <a:lnTo>
                  <a:pt x="12" y="157"/>
                </a:lnTo>
                <a:lnTo>
                  <a:pt x="12" y="156"/>
                </a:lnTo>
                <a:lnTo>
                  <a:pt x="13" y="155"/>
                </a:lnTo>
                <a:lnTo>
                  <a:pt x="13" y="154"/>
                </a:lnTo>
                <a:lnTo>
                  <a:pt x="12" y="153"/>
                </a:lnTo>
                <a:lnTo>
                  <a:pt x="13" y="153"/>
                </a:lnTo>
                <a:lnTo>
                  <a:pt x="14" y="152"/>
                </a:lnTo>
                <a:lnTo>
                  <a:pt x="15" y="151"/>
                </a:lnTo>
                <a:lnTo>
                  <a:pt x="16" y="151"/>
                </a:lnTo>
                <a:lnTo>
                  <a:pt x="17" y="152"/>
                </a:lnTo>
                <a:lnTo>
                  <a:pt x="17" y="151"/>
                </a:lnTo>
                <a:lnTo>
                  <a:pt x="17" y="150"/>
                </a:lnTo>
                <a:lnTo>
                  <a:pt x="18" y="151"/>
                </a:lnTo>
                <a:lnTo>
                  <a:pt x="19" y="151"/>
                </a:lnTo>
                <a:lnTo>
                  <a:pt x="19" y="150"/>
                </a:lnTo>
                <a:lnTo>
                  <a:pt x="20" y="150"/>
                </a:lnTo>
                <a:lnTo>
                  <a:pt x="21" y="149"/>
                </a:lnTo>
                <a:lnTo>
                  <a:pt x="20" y="149"/>
                </a:lnTo>
                <a:lnTo>
                  <a:pt x="20" y="148"/>
                </a:lnTo>
                <a:lnTo>
                  <a:pt x="19" y="148"/>
                </a:lnTo>
                <a:lnTo>
                  <a:pt x="19" y="147"/>
                </a:lnTo>
                <a:lnTo>
                  <a:pt x="20" y="147"/>
                </a:lnTo>
                <a:lnTo>
                  <a:pt x="21" y="147"/>
                </a:lnTo>
                <a:lnTo>
                  <a:pt x="22" y="147"/>
                </a:lnTo>
                <a:lnTo>
                  <a:pt x="23" y="146"/>
                </a:lnTo>
                <a:lnTo>
                  <a:pt x="23" y="145"/>
                </a:lnTo>
                <a:lnTo>
                  <a:pt x="23" y="144"/>
                </a:lnTo>
                <a:lnTo>
                  <a:pt x="24" y="144"/>
                </a:lnTo>
                <a:lnTo>
                  <a:pt x="24" y="142"/>
                </a:lnTo>
                <a:lnTo>
                  <a:pt x="25" y="142"/>
                </a:lnTo>
                <a:lnTo>
                  <a:pt x="25" y="141"/>
                </a:lnTo>
                <a:lnTo>
                  <a:pt x="25" y="140"/>
                </a:lnTo>
                <a:lnTo>
                  <a:pt x="26" y="139"/>
                </a:lnTo>
                <a:lnTo>
                  <a:pt x="24" y="139"/>
                </a:lnTo>
                <a:lnTo>
                  <a:pt x="26" y="136"/>
                </a:lnTo>
                <a:lnTo>
                  <a:pt x="26" y="135"/>
                </a:lnTo>
                <a:lnTo>
                  <a:pt x="26" y="134"/>
                </a:lnTo>
                <a:lnTo>
                  <a:pt x="27" y="134"/>
                </a:lnTo>
                <a:lnTo>
                  <a:pt x="28" y="134"/>
                </a:lnTo>
                <a:lnTo>
                  <a:pt x="28" y="133"/>
                </a:lnTo>
                <a:lnTo>
                  <a:pt x="28" y="132"/>
                </a:lnTo>
                <a:lnTo>
                  <a:pt x="29" y="132"/>
                </a:lnTo>
                <a:lnTo>
                  <a:pt x="29" y="131"/>
                </a:lnTo>
                <a:lnTo>
                  <a:pt x="30" y="130"/>
                </a:lnTo>
                <a:lnTo>
                  <a:pt x="30" y="129"/>
                </a:lnTo>
                <a:lnTo>
                  <a:pt x="31" y="129"/>
                </a:lnTo>
                <a:lnTo>
                  <a:pt x="31" y="128"/>
                </a:lnTo>
                <a:lnTo>
                  <a:pt x="32" y="128"/>
                </a:lnTo>
                <a:lnTo>
                  <a:pt x="33" y="127"/>
                </a:lnTo>
                <a:lnTo>
                  <a:pt x="33" y="126"/>
                </a:lnTo>
                <a:lnTo>
                  <a:pt x="34" y="126"/>
                </a:lnTo>
                <a:lnTo>
                  <a:pt x="34" y="125"/>
                </a:lnTo>
                <a:lnTo>
                  <a:pt x="35" y="125"/>
                </a:lnTo>
                <a:lnTo>
                  <a:pt x="35" y="124"/>
                </a:lnTo>
                <a:lnTo>
                  <a:pt x="36" y="124"/>
                </a:lnTo>
                <a:lnTo>
                  <a:pt x="36" y="123"/>
                </a:lnTo>
                <a:lnTo>
                  <a:pt x="36" y="120"/>
                </a:lnTo>
                <a:lnTo>
                  <a:pt x="37" y="120"/>
                </a:lnTo>
                <a:lnTo>
                  <a:pt x="34" y="120"/>
                </a:lnTo>
                <a:lnTo>
                  <a:pt x="34" y="121"/>
                </a:lnTo>
                <a:lnTo>
                  <a:pt x="34" y="122"/>
                </a:lnTo>
                <a:lnTo>
                  <a:pt x="34" y="123"/>
                </a:lnTo>
                <a:lnTo>
                  <a:pt x="33" y="123"/>
                </a:lnTo>
                <a:lnTo>
                  <a:pt x="32" y="123"/>
                </a:lnTo>
                <a:lnTo>
                  <a:pt x="31" y="124"/>
                </a:lnTo>
                <a:lnTo>
                  <a:pt x="31" y="123"/>
                </a:lnTo>
                <a:lnTo>
                  <a:pt x="33" y="120"/>
                </a:lnTo>
                <a:lnTo>
                  <a:pt x="34" y="120"/>
                </a:lnTo>
                <a:lnTo>
                  <a:pt x="34" y="119"/>
                </a:lnTo>
                <a:lnTo>
                  <a:pt x="35" y="119"/>
                </a:lnTo>
                <a:lnTo>
                  <a:pt x="35" y="118"/>
                </a:lnTo>
                <a:lnTo>
                  <a:pt x="34" y="118"/>
                </a:lnTo>
                <a:lnTo>
                  <a:pt x="35" y="118"/>
                </a:lnTo>
                <a:lnTo>
                  <a:pt x="35" y="117"/>
                </a:lnTo>
                <a:lnTo>
                  <a:pt x="38" y="117"/>
                </a:lnTo>
                <a:lnTo>
                  <a:pt x="38" y="116"/>
                </a:lnTo>
                <a:lnTo>
                  <a:pt x="39" y="116"/>
                </a:lnTo>
                <a:lnTo>
                  <a:pt x="38" y="116"/>
                </a:lnTo>
                <a:lnTo>
                  <a:pt x="39" y="115"/>
                </a:lnTo>
                <a:lnTo>
                  <a:pt x="40" y="114"/>
                </a:lnTo>
                <a:lnTo>
                  <a:pt x="40" y="113"/>
                </a:lnTo>
                <a:lnTo>
                  <a:pt x="41" y="113"/>
                </a:lnTo>
                <a:lnTo>
                  <a:pt x="41" y="112"/>
                </a:lnTo>
                <a:lnTo>
                  <a:pt x="40" y="112"/>
                </a:lnTo>
                <a:lnTo>
                  <a:pt x="40" y="111"/>
                </a:lnTo>
                <a:lnTo>
                  <a:pt x="39" y="111"/>
                </a:lnTo>
                <a:lnTo>
                  <a:pt x="39" y="110"/>
                </a:lnTo>
                <a:lnTo>
                  <a:pt x="40" y="110"/>
                </a:lnTo>
                <a:lnTo>
                  <a:pt x="40" y="109"/>
                </a:lnTo>
                <a:lnTo>
                  <a:pt x="41" y="107"/>
                </a:lnTo>
                <a:lnTo>
                  <a:pt x="41" y="106"/>
                </a:lnTo>
                <a:lnTo>
                  <a:pt x="41" y="105"/>
                </a:lnTo>
                <a:lnTo>
                  <a:pt x="42" y="106"/>
                </a:lnTo>
                <a:lnTo>
                  <a:pt x="42" y="105"/>
                </a:lnTo>
                <a:lnTo>
                  <a:pt x="42" y="104"/>
                </a:lnTo>
                <a:lnTo>
                  <a:pt x="43" y="104"/>
                </a:lnTo>
                <a:lnTo>
                  <a:pt x="42" y="105"/>
                </a:lnTo>
                <a:lnTo>
                  <a:pt x="42" y="106"/>
                </a:lnTo>
                <a:lnTo>
                  <a:pt x="42" y="107"/>
                </a:lnTo>
                <a:lnTo>
                  <a:pt x="41" y="107"/>
                </a:lnTo>
                <a:lnTo>
                  <a:pt x="40" y="109"/>
                </a:lnTo>
                <a:lnTo>
                  <a:pt x="40" y="110"/>
                </a:lnTo>
                <a:lnTo>
                  <a:pt x="41" y="110"/>
                </a:lnTo>
                <a:lnTo>
                  <a:pt x="41" y="109"/>
                </a:lnTo>
                <a:lnTo>
                  <a:pt x="41" y="108"/>
                </a:lnTo>
                <a:lnTo>
                  <a:pt x="41" y="109"/>
                </a:lnTo>
                <a:lnTo>
                  <a:pt x="42" y="109"/>
                </a:lnTo>
                <a:lnTo>
                  <a:pt x="42" y="110"/>
                </a:lnTo>
                <a:lnTo>
                  <a:pt x="42" y="109"/>
                </a:lnTo>
                <a:lnTo>
                  <a:pt x="42" y="108"/>
                </a:lnTo>
                <a:lnTo>
                  <a:pt x="42" y="107"/>
                </a:lnTo>
                <a:lnTo>
                  <a:pt x="43" y="105"/>
                </a:lnTo>
                <a:lnTo>
                  <a:pt x="44" y="105"/>
                </a:lnTo>
                <a:lnTo>
                  <a:pt x="43" y="106"/>
                </a:lnTo>
                <a:lnTo>
                  <a:pt x="44" y="106"/>
                </a:lnTo>
                <a:lnTo>
                  <a:pt x="44" y="105"/>
                </a:lnTo>
                <a:lnTo>
                  <a:pt x="44" y="104"/>
                </a:lnTo>
                <a:lnTo>
                  <a:pt x="45" y="104"/>
                </a:lnTo>
                <a:lnTo>
                  <a:pt x="45" y="103"/>
                </a:lnTo>
                <a:lnTo>
                  <a:pt x="44" y="104"/>
                </a:lnTo>
                <a:lnTo>
                  <a:pt x="43" y="103"/>
                </a:lnTo>
                <a:lnTo>
                  <a:pt x="44" y="103"/>
                </a:lnTo>
                <a:lnTo>
                  <a:pt x="43" y="103"/>
                </a:lnTo>
                <a:lnTo>
                  <a:pt x="44" y="102"/>
                </a:lnTo>
                <a:lnTo>
                  <a:pt x="44" y="101"/>
                </a:lnTo>
                <a:lnTo>
                  <a:pt x="45" y="101"/>
                </a:lnTo>
                <a:lnTo>
                  <a:pt x="46" y="102"/>
                </a:lnTo>
                <a:lnTo>
                  <a:pt x="46" y="101"/>
                </a:lnTo>
                <a:lnTo>
                  <a:pt x="47" y="100"/>
                </a:lnTo>
                <a:lnTo>
                  <a:pt x="46" y="100"/>
                </a:lnTo>
                <a:lnTo>
                  <a:pt x="46" y="99"/>
                </a:lnTo>
                <a:lnTo>
                  <a:pt x="47" y="99"/>
                </a:lnTo>
                <a:lnTo>
                  <a:pt x="47" y="98"/>
                </a:lnTo>
                <a:lnTo>
                  <a:pt x="47" y="97"/>
                </a:lnTo>
                <a:lnTo>
                  <a:pt x="48" y="97"/>
                </a:lnTo>
                <a:lnTo>
                  <a:pt x="48" y="96"/>
                </a:lnTo>
                <a:lnTo>
                  <a:pt x="49" y="96"/>
                </a:lnTo>
                <a:lnTo>
                  <a:pt x="49" y="95"/>
                </a:lnTo>
                <a:lnTo>
                  <a:pt x="49" y="94"/>
                </a:lnTo>
                <a:lnTo>
                  <a:pt x="50" y="93"/>
                </a:lnTo>
                <a:lnTo>
                  <a:pt x="50" y="92"/>
                </a:lnTo>
                <a:lnTo>
                  <a:pt x="51" y="92"/>
                </a:lnTo>
                <a:lnTo>
                  <a:pt x="51" y="91"/>
                </a:lnTo>
                <a:lnTo>
                  <a:pt x="51" y="90"/>
                </a:lnTo>
                <a:lnTo>
                  <a:pt x="52" y="90"/>
                </a:lnTo>
                <a:lnTo>
                  <a:pt x="53" y="88"/>
                </a:lnTo>
                <a:lnTo>
                  <a:pt x="54" y="87"/>
                </a:lnTo>
                <a:lnTo>
                  <a:pt x="54" y="88"/>
                </a:lnTo>
                <a:lnTo>
                  <a:pt x="54" y="87"/>
                </a:lnTo>
                <a:lnTo>
                  <a:pt x="55" y="86"/>
                </a:lnTo>
                <a:lnTo>
                  <a:pt x="55" y="85"/>
                </a:lnTo>
                <a:lnTo>
                  <a:pt x="57" y="83"/>
                </a:lnTo>
                <a:lnTo>
                  <a:pt x="57" y="82"/>
                </a:lnTo>
                <a:lnTo>
                  <a:pt x="58" y="80"/>
                </a:lnTo>
                <a:lnTo>
                  <a:pt x="59" y="79"/>
                </a:lnTo>
                <a:lnTo>
                  <a:pt x="59" y="78"/>
                </a:lnTo>
                <a:lnTo>
                  <a:pt x="59" y="77"/>
                </a:lnTo>
                <a:lnTo>
                  <a:pt x="60" y="76"/>
                </a:lnTo>
                <a:lnTo>
                  <a:pt x="60" y="75"/>
                </a:lnTo>
                <a:lnTo>
                  <a:pt x="61" y="74"/>
                </a:lnTo>
                <a:lnTo>
                  <a:pt x="61" y="73"/>
                </a:lnTo>
                <a:lnTo>
                  <a:pt x="61" y="72"/>
                </a:lnTo>
                <a:lnTo>
                  <a:pt x="62" y="72"/>
                </a:lnTo>
                <a:lnTo>
                  <a:pt x="62" y="71"/>
                </a:lnTo>
                <a:lnTo>
                  <a:pt x="63" y="71"/>
                </a:lnTo>
                <a:lnTo>
                  <a:pt x="63" y="70"/>
                </a:lnTo>
                <a:lnTo>
                  <a:pt x="64" y="70"/>
                </a:lnTo>
                <a:lnTo>
                  <a:pt x="65" y="70"/>
                </a:lnTo>
                <a:lnTo>
                  <a:pt x="66" y="71"/>
                </a:lnTo>
                <a:lnTo>
                  <a:pt x="66" y="70"/>
                </a:lnTo>
                <a:lnTo>
                  <a:pt x="65" y="69"/>
                </a:lnTo>
                <a:lnTo>
                  <a:pt x="65" y="68"/>
                </a:lnTo>
                <a:lnTo>
                  <a:pt x="65" y="67"/>
                </a:lnTo>
                <a:lnTo>
                  <a:pt x="66" y="67"/>
                </a:lnTo>
                <a:lnTo>
                  <a:pt x="67" y="66"/>
                </a:lnTo>
                <a:lnTo>
                  <a:pt x="67" y="65"/>
                </a:lnTo>
                <a:lnTo>
                  <a:pt x="68" y="65"/>
                </a:lnTo>
                <a:lnTo>
                  <a:pt x="69" y="65"/>
                </a:lnTo>
                <a:lnTo>
                  <a:pt x="70" y="65"/>
                </a:lnTo>
                <a:lnTo>
                  <a:pt x="70" y="64"/>
                </a:lnTo>
                <a:lnTo>
                  <a:pt x="71" y="64"/>
                </a:lnTo>
                <a:lnTo>
                  <a:pt x="72" y="64"/>
                </a:lnTo>
                <a:lnTo>
                  <a:pt x="72" y="63"/>
                </a:lnTo>
                <a:lnTo>
                  <a:pt x="73" y="63"/>
                </a:lnTo>
                <a:lnTo>
                  <a:pt x="73" y="62"/>
                </a:lnTo>
                <a:lnTo>
                  <a:pt x="74" y="61"/>
                </a:lnTo>
                <a:lnTo>
                  <a:pt x="74" y="60"/>
                </a:lnTo>
                <a:lnTo>
                  <a:pt x="75" y="59"/>
                </a:lnTo>
                <a:lnTo>
                  <a:pt x="75" y="58"/>
                </a:lnTo>
                <a:lnTo>
                  <a:pt x="76" y="58"/>
                </a:lnTo>
                <a:lnTo>
                  <a:pt x="76" y="57"/>
                </a:lnTo>
                <a:lnTo>
                  <a:pt x="77" y="57"/>
                </a:lnTo>
                <a:lnTo>
                  <a:pt x="78" y="57"/>
                </a:lnTo>
                <a:lnTo>
                  <a:pt x="78" y="56"/>
                </a:lnTo>
                <a:lnTo>
                  <a:pt x="78" y="55"/>
                </a:lnTo>
                <a:lnTo>
                  <a:pt x="79" y="55"/>
                </a:lnTo>
                <a:lnTo>
                  <a:pt x="79" y="54"/>
                </a:lnTo>
                <a:lnTo>
                  <a:pt x="79" y="53"/>
                </a:lnTo>
                <a:lnTo>
                  <a:pt x="79" y="51"/>
                </a:lnTo>
                <a:lnTo>
                  <a:pt x="79" y="50"/>
                </a:lnTo>
                <a:lnTo>
                  <a:pt x="80" y="50"/>
                </a:lnTo>
                <a:lnTo>
                  <a:pt x="79" y="50"/>
                </a:lnTo>
                <a:lnTo>
                  <a:pt x="78" y="50"/>
                </a:lnTo>
                <a:lnTo>
                  <a:pt x="78" y="49"/>
                </a:lnTo>
                <a:lnTo>
                  <a:pt x="79" y="48"/>
                </a:lnTo>
                <a:lnTo>
                  <a:pt x="80" y="47"/>
                </a:lnTo>
                <a:lnTo>
                  <a:pt x="80" y="46"/>
                </a:lnTo>
                <a:lnTo>
                  <a:pt x="81" y="47"/>
                </a:lnTo>
                <a:lnTo>
                  <a:pt x="82" y="47"/>
                </a:lnTo>
                <a:lnTo>
                  <a:pt x="81" y="47"/>
                </a:lnTo>
                <a:lnTo>
                  <a:pt x="81" y="46"/>
                </a:lnTo>
                <a:lnTo>
                  <a:pt x="81" y="45"/>
                </a:lnTo>
                <a:lnTo>
                  <a:pt x="81" y="44"/>
                </a:lnTo>
                <a:lnTo>
                  <a:pt x="82" y="44"/>
                </a:lnTo>
                <a:lnTo>
                  <a:pt x="82" y="43"/>
                </a:lnTo>
                <a:lnTo>
                  <a:pt x="83" y="42"/>
                </a:lnTo>
                <a:lnTo>
                  <a:pt x="83" y="41"/>
                </a:lnTo>
                <a:lnTo>
                  <a:pt x="84" y="41"/>
                </a:lnTo>
                <a:lnTo>
                  <a:pt x="84" y="40"/>
                </a:lnTo>
                <a:lnTo>
                  <a:pt x="84" y="39"/>
                </a:lnTo>
                <a:lnTo>
                  <a:pt x="85" y="38"/>
                </a:lnTo>
                <a:lnTo>
                  <a:pt x="85" y="37"/>
                </a:lnTo>
                <a:lnTo>
                  <a:pt x="86" y="37"/>
                </a:lnTo>
                <a:lnTo>
                  <a:pt x="86" y="36"/>
                </a:lnTo>
                <a:lnTo>
                  <a:pt x="87" y="35"/>
                </a:lnTo>
                <a:lnTo>
                  <a:pt x="87" y="34"/>
                </a:lnTo>
                <a:lnTo>
                  <a:pt x="88" y="34"/>
                </a:lnTo>
                <a:lnTo>
                  <a:pt x="88" y="33"/>
                </a:lnTo>
                <a:lnTo>
                  <a:pt x="88" y="32"/>
                </a:lnTo>
                <a:lnTo>
                  <a:pt x="89" y="30"/>
                </a:lnTo>
                <a:lnTo>
                  <a:pt x="90" y="30"/>
                </a:lnTo>
                <a:lnTo>
                  <a:pt x="90" y="29"/>
                </a:lnTo>
                <a:lnTo>
                  <a:pt x="90" y="28"/>
                </a:lnTo>
                <a:lnTo>
                  <a:pt x="91" y="27"/>
                </a:lnTo>
                <a:lnTo>
                  <a:pt x="92" y="27"/>
                </a:lnTo>
                <a:lnTo>
                  <a:pt x="92" y="26"/>
                </a:lnTo>
                <a:lnTo>
                  <a:pt x="94" y="26"/>
                </a:lnTo>
                <a:lnTo>
                  <a:pt x="94" y="25"/>
                </a:lnTo>
                <a:lnTo>
                  <a:pt x="95" y="25"/>
                </a:lnTo>
                <a:lnTo>
                  <a:pt x="96" y="24"/>
                </a:lnTo>
                <a:lnTo>
                  <a:pt x="97" y="23"/>
                </a:lnTo>
                <a:lnTo>
                  <a:pt x="98" y="23"/>
                </a:lnTo>
                <a:lnTo>
                  <a:pt x="99" y="23"/>
                </a:lnTo>
                <a:lnTo>
                  <a:pt x="100" y="23"/>
                </a:lnTo>
                <a:lnTo>
                  <a:pt x="101" y="23"/>
                </a:lnTo>
                <a:lnTo>
                  <a:pt x="101" y="22"/>
                </a:lnTo>
                <a:lnTo>
                  <a:pt x="102" y="22"/>
                </a:lnTo>
                <a:lnTo>
                  <a:pt x="103" y="22"/>
                </a:lnTo>
                <a:lnTo>
                  <a:pt x="103" y="21"/>
                </a:lnTo>
                <a:lnTo>
                  <a:pt x="104" y="21"/>
                </a:lnTo>
                <a:lnTo>
                  <a:pt x="105" y="20"/>
                </a:lnTo>
                <a:lnTo>
                  <a:pt x="106" y="20"/>
                </a:lnTo>
                <a:lnTo>
                  <a:pt x="107" y="19"/>
                </a:lnTo>
                <a:lnTo>
                  <a:pt x="108" y="19"/>
                </a:lnTo>
                <a:lnTo>
                  <a:pt x="109" y="19"/>
                </a:lnTo>
                <a:lnTo>
                  <a:pt x="109" y="18"/>
                </a:lnTo>
                <a:lnTo>
                  <a:pt x="110" y="18"/>
                </a:lnTo>
                <a:lnTo>
                  <a:pt x="111" y="18"/>
                </a:lnTo>
                <a:lnTo>
                  <a:pt x="111" y="19"/>
                </a:lnTo>
                <a:lnTo>
                  <a:pt x="112" y="19"/>
                </a:lnTo>
                <a:lnTo>
                  <a:pt x="113" y="19"/>
                </a:lnTo>
                <a:lnTo>
                  <a:pt x="113" y="18"/>
                </a:lnTo>
                <a:lnTo>
                  <a:pt x="114" y="18"/>
                </a:lnTo>
                <a:lnTo>
                  <a:pt x="115" y="18"/>
                </a:lnTo>
                <a:lnTo>
                  <a:pt x="116" y="18"/>
                </a:lnTo>
                <a:lnTo>
                  <a:pt x="117" y="18"/>
                </a:lnTo>
                <a:lnTo>
                  <a:pt x="118" y="17"/>
                </a:lnTo>
                <a:lnTo>
                  <a:pt x="119" y="17"/>
                </a:lnTo>
                <a:lnTo>
                  <a:pt x="120" y="17"/>
                </a:lnTo>
                <a:lnTo>
                  <a:pt x="121" y="16"/>
                </a:lnTo>
                <a:lnTo>
                  <a:pt x="122" y="16"/>
                </a:lnTo>
                <a:lnTo>
                  <a:pt x="122" y="15"/>
                </a:lnTo>
                <a:lnTo>
                  <a:pt x="122" y="14"/>
                </a:lnTo>
                <a:lnTo>
                  <a:pt x="123" y="14"/>
                </a:lnTo>
                <a:lnTo>
                  <a:pt x="124" y="13"/>
                </a:lnTo>
                <a:lnTo>
                  <a:pt x="125" y="14"/>
                </a:lnTo>
                <a:lnTo>
                  <a:pt x="126" y="14"/>
                </a:lnTo>
                <a:lnTo>
                  <a:pt x="127" y="15"/>
                </a:lnTo>
                <a:lnTo>
                  <a:pt x="127" y="16"/>
                </a:lnTo>
                <a:lnTo>
                  <a:pt x="127" y="17"/>
                </a:lnTo>
                <a:lnTo>
                  <a:pt x="128" y="18"/>
                </a:lnTo>
                <a:lnTo>
                  <a:pt x="128" y="17"/>
                </a:lnTo>
                <a:lnTo>
                  <a:pt x="128" y="16"/>
                </a:lnTo>
                <a:lnTo>
                  <a:pt x="128" y="15"/>
                </a:lnTo>
                <a:lnTo>
                  <a:pt x="127" y="14"/>
                </a:lnTo>
                <a:lnTo>
                  <a:pt x="127" y="13"/>
                </a:lnTo>
                <a:lnTo>
                  <a:pt x="126" y="13"/>
                </a:lnTo>
                <a:lnTo>
                  <a:pt x="125" y="13"/>
                </a:lnTo>
                <a:lnTo>
                  <a:pt x="125" y="12"/>
                </a:lnTo>
                <a:lnTo>
                  <a:pt x="124" y="12"/>
                </a:lnTo>
                <a:lnTo>
                  <a:pt x="123" y="12"/>
                </a:lnTo>
                <a:lnTo>
                  <a:pt x="124" y="11"/>
                </a:lnTo>
                <a:lnTo>
                  <a:pt x="125" y="11"/>
                </a:lnTo>
                <a:lnTo>
                  <a:pt x="124" y="11"/>
                </a:lnTo>
                <a:lnTo>
                  <a:pt x="125" y="10"/>
                </a:lnTo>
                <a:lnTo>
                  <a:pt x="125" y="9"/>
                </a:lnTo>
                <a:lnTo>
                  <a:pt x="126" y="9"/>
                </a:lnTo>
                <a:lnTo>
                  <a:pt x="126" y="8"/>
                </a:lnTo>
                <a:lnTo>
                  <a:pt x="127" y="8"/>
                </a:lnTo>
                <a:lnTo>
                  <a:pt x="127" y="7"/>
                </a:lnTo>
                <a:lnTo>
                  <a:pt x="127" y="6"/>
                </a:lnTo>
                <a:lnTo>
                  <a:pt x="127" y="5"/>
                </a:lnTo>
                <a:lnTo>
                  <a:pt x="128" y="5"/>
                </a:lnTo>
                <a:lnTo>
                  <a:pt x="129" y="5"/>
                </a:lnTo>
                <a:lnTo>
                  <a:pt x="130" y="5"/>
                </a:lnTo>
                <a:lnTo>
                  <a:pt x="130" y="4"/>
                </a:lnTo>
                <a:lnTo>
                  <a:pt x="130" y="3"/>
                </a:lnTo>
                <a:lnTo>
                  <a:pt x="131" y="3"/>
                </a:lnTo>
                <a:lnTo>
                  <a:pt x="132" y="2"/>
                </a:lnTo>
                <a:lnTo>
                  <a:pt x="133" y="2"/>
                </a:lnTo>
                <a:lnTo>
                  <a:pt x="133" y="1"/>
                </a:lnTo>
                <a:lnTo>
                  <a:pt x="133" y="2"/>
                </a:lnTo>
                <a:lnTo>
                  <a:pt x="134" y="2"/>
                </a:lnTo>
                <a:lnTo>
                  <a:pt x="135" y="1"/>
                </a:lnTo>
                <a:lnTo>
                  <a:pt x="135" y="0"/>
                </a:lnTo>
                <a:lnTo>
                  <a:pt x="135" y="1"/>
                </a:lnTo>
                <a:lnTo>
                  <a:pt x="136" y="1"/>
                </a:lnTo>
                <a:lnTo>
                  <a:pt x="137" y="1"/>
                </a:lnTo>
                <a:lnTo>
                  <a:pt x="138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26" name=""/>
          <p:cNvSpPr/>
          <p:nvPr/>
        </p:nvSpPr>
        <p:spPr>
          <a:xfrm>
            <a:off x="4627440" y="4263120"/>
            <a:ext cx="720" cy="2160"/>
          </a:xfrm>
          <a:custGeom>
            <a:avLst/>
            <a:gdLst/>
            <a:ahLst/>
            <a:rect l="0" t="0" r="r" b="b"/>
            <a:pathLst>
              <a:path w="2" h="6">
                <a:moveTo>
                  <a:pt x="0" y="6"/>
                </a:moveTo>
                <a:lnTo>
                  <a:pt x="0" y="4"/>
                </a:lnTo>
                <a:lnTo>
                  <a:pt x="0" y="3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4"/>
                </a:lnTo>
                <a:lnTo>
                  <a:pt x="0" y="6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27" name=""/>
          <p:cNvSpPr/>
          <p:nvPr/>
        </p:nvSpPr>
        <p:spPr>
          <a:xfrm>
            <a:off x="4628160" y="426132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1"/>
                </a:moveTo>
                <a:lnTo>
                  <a:pt x="2" y="3"/>
                </a:ln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28" name=""/>
          <p:cNvSpPr/>
          <p:nvPr/>
        </p:nvSpPr>
        <p:spPr>
          <a:xfrm>
            <a:off x="4630320" y="42573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29" name=""/>
          <p:cNvSpPr/>
          <p:nvPr/>
        </p:nvSpPr>
        <p:spPr>
          <a:xfrm>
            <a:off x="4635000" y="42483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0" y="4"/>
                </a:moveTo>
                <a:lnTo>
                  <a:pt x="1" y="0"/>
                </a:lnTo>
                <a:lnTo>
                  <a:pt x="2" y="0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0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30" name=""/>
          <p:cNvSpPr/>
          <p:nvPr/>
        </p:nvSpPr>
        <p:spPr>
          <a:xfrm>
            <a:off x="4685760" y="422028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2"/>
                </a:lnTo>
                <a:lnTo>
                  <a:pt x="5" y="4"/>
                </a:lnTo>
                <a:lnTo>
                  <a:pt x="3" y="4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31" name=""/>
          <p:cNvSpPr/>
          <p:nvPr/>
        </p:nvSpPr>
        <p:spPr>
          <a:xfrm>
            <a:off x="4680000" y="42087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32" name=""/>
          <p:cNvSpPr/>
          <p:nvPr/>
        </p:nvSpPr>
        <p:spPr>
          <a:xfrm>
            <a:off x="4736880" y="41864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4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33" name=""/>
          <p:cNvSpPr/>
          <p:nvPr/>
        </p:nvSpPr>
        <p:spPr>
          <a:xfrm>
            <a:off x="4742640" y="4180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34" name=""/>
          <p:cNvSpPr/>
          <p:nvPr/>
        </p:nvSpPr>
        <p:spPr>
          <a:xfrm>
            <a:off x="4425120" y="43189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35" name=""/>
          <p:cNvSpPr/>
          <p:nvPr/>
        </p:nvSpPr>
        <p:spPr>
          <a:xfrm>
            <a:off x="4425480" y="4318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36" name=""/>
          <p:cNvSpPr/>
          <p:nvPr/>
        </p:nvSpPr>
        <p:spPr>
          <a:xfrm>
            <a:off x="4436280" y="43182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37" name=""/>
          <p:cNvSpPr/>
          <p:nvPr/>
        </p:nvSpPr>
        <p:spPr>
          <a:xfrm>
            <a:off x="4427640" y="43178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38" name=""/>
          <p:cNvSpPr/>
          <p:nvPr/>
        </p:nvSpPr>
        <p:spPr>
          <a:xfrm>
            <a:off x="4431600" y="431640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2" y="2"/>
                </a:moveTo>
                <a:lnTo>
                  <a:pt x="4" y="3"/>
                </a:lnTo>
                <a:lnTo>
                  <a:pt x="2" y="3"/>
                </a:lnTo>
                <a:lnTo>
                  <a:pt x="4" y="3"/>
                </a:ln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7" y="4"/>
                </a:lnTo>
                <a:lnTo>
                  <a:pt x="6" y="5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5" y="7"/>
                </a:lnTo>
                <a:lnTo>
                  <a:pt x="4" y="7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39" name=""/>
          <p:cNvSpPr/>
          <p:nvPr/>
        </p:nvSpPr>
        <p:spPr>
          <a:xfrm>
            <a:off x="4429080" y="431712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1" y="0"/>
                </a:moveTo>
                <a:lnTo>
                  <a:pt x="1" y="2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5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40" name=""/>
          <p:cNvSpPr/>
          <p:nvPr/>
        </p:nvSpPr>
        <p:spPr>
          <a:xfrm>
            <a:off x="4433040" y="43160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41" name=""/>
          <p:cNvSpPr/>
          <p:nvPr/>
        </p:nvSpPr>
        <p:spPr>
          <a:xfrm>
            <a:off x="4432320" y="4314600"/>
            <a:ext cx="5040" cy="3960"/>
          </a:xfrm>
          <a:custGeom>
            <a:avLst/>
            <a:gdLst/>
            <a:ahLst/>
            <a:rect l="0" t="0" r="r" b="b"/>
            <a:pathLst>
              <a:path w="14" h="11">
                <a:moveTo>
                  <a:pt x="11" y="1"/>
                </a:moveTo>
                <a:lnTo>
                  <a:pt x="11" y="0"/>
                </a:lnTo>
                <a:lnTo>
                  <a:pt x="12" y="1"/>
                </a:lnTo>
                <a:lnTo>
                  <a:pt x="12" y="2"/>
                </a:lnTo>
                <a:lnTo>
                  <a:pt x="13" y="2"/>
                </a:lnTo>
                <a:lnTo>
                  <a:pt x="13" y="3"/>
                </a:lnTo>
                <a:lnTo>
                  <a:pt x="13" y="4"/>
                </a:lnTo>
                <a:lnTo>
                  <a:pt x="12" y="4"/>
                </a:lnTo>
                <a:lnTo>
                  <a:pt x="12" y="5"/>
                </a:lnTo>
                <a:lnTo>
                  <a:pt x="13" y="5"/>
                </a:lnTo>
                <a:lnTo>
                  <a:pt x="13" y="6"/>
                </a:lnTo>
                <a:lnTo>
                  <a:pt x="13" y="7"/>
                </a:lnTo>
                <a:lnTo>
                  <a:pt x="13" y="8"/>
                </a:lnTo>
                <a:lnTo>
                  <a:pt x="14" y="8"/>
                </a:lnTo>
                <a:lnTo>
                  <a:pt x="13" y="8"/>
                </a:lnTo>
                <a:lnTo>
                  <a:pt x="12" y="8"/>
                </a:lnTo>
                <a:lnTo>
                  <a:pt x="12" y="7"/>
                </a:lnTo>
                <a:lnTo>
                  <a:pt x="11" y="7"/>
                </a:lnTo>
                <a:lnTo>
                  <a:pt x="11" y="6"/>
                </a:lnTo>
                <a:lnTo>
                  <a:pt x="11" y="5"/>
                </a:lnTo>
                <a:lnTo>
                  <a:pt x="10" y="5"/>
                </a:lnTo>
                <a:lnTo>
                  <a:pt x="10" y="4"/>
                </a:lnTo>
                <a:lnTo>
                  <a:pt x="10" y="5"/>
                </a:lnTo>
                <a:lnTo>
                  <a:pt x="11" y="5"/>
                </a:lnTo>
                <a:lnTo>
                  <a:pt x="11" y="6"/>
                </a:lnTo>
                <a:lnTo>
                  <a:pt x="10" y="6"/>
                </a:lnTo>
                <a:lnTo>
                  <a:pt x="9" y="7"/>
                </a:lnTo>
                <a:lnTo>
                  <a:pt x="10" y="7"/>
                </a:lnTo>
                <a:lnTo>
                  <a:pt x="10" y="8"/>
                </a:lnTo>
                <a:lnTo>
                  <a:pt x="10" y="9"/>
                </a:lnTo>
                <a:lnTo>
                  <a:pt x="10" y="11"/>
                </a:lnTo>
                <a:lnTo>
                  <a:pt x="9" y="11"/>
                </a:lnTo>
                <a:lnTo>
                  <a:pt x="9" y="8"/>
                </a:lnTo>
                <a:lnTo>
                  <a:pt x="10" y="8"/>
                </a:lnTo>
                <a:lnTo>
                  <a:pt x="9" y="8"/>
                </a:lnTo>
                <a:lnTo>
                  <a:pt x="9" y="7"/>
                </a:lnTo>
                <a:lnTo>
                  <a:pt x="9" y="8"/>
                </a:lnTo>
                <a:lnTo>
                  <a:pt x="8" y="8"/>
                </a:lnTo>
                <a:lnTo>
                  <a:pt x="8" y="7"/>
                </a:lnTo>
                <a:lnTo>
                  <a:pt x="8" y="6"/>
                </a:lnTo>
                <a:lnTo>
                  <a:pt x="8" y="5"/>
                </a:lnTo>
                <a:lnTo>
                  <a:pt x="7" y="5"/>
                </a:lnTo>
                <a:lnTo>
                  <a:pt x="7" y="4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42" name=""/>
          <p:cNvSpPr/>
          <p:nvPr/>
        </p:nvSpPr>
        <p:spPr>
          <a:xfrm>
            <a:off x="4429080" y="43156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43" name=""/>
          <p:cNvSpPr/>
          <p:nvPr/>
        </p:nvSpPr>
        <p:spPr>
          <a:xfrm>
            <a:off x="4429800" y="4315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44" name=""/>
          <p:cNvSpPr/>
          <p:nvPr/>
        </p:nvSpPr>
        <p:spPr>
          <a:xfrm>
            <a:off x="4423320" y="4312440"/>
            <a:ext cx="7200" cy="6120"/>
          </a:xfrm>
          <a:custGeom>
            <a:avLst/>
            <a:gdLst/>
            <a:ahLst/>
            <a:rect l="0" t="0" r="r" b="b"/>
            <a:pathLst>
              <a:path w="20" h="17">
                <a:moveTo>
                  <a:pt x="20" y="0"/>
                </a:moveTo>
                <a:lnTo>
                  <a:pt x="20" y="1"/>
                </a:lnTo>
                <a:lnTo>
                  <a:pt x="20" y="2"/>
                </a:lnTo>
                <a:lnTo>
                  <a:pt x="20" y="3"/>
                </a:lnTo>
                <a:lnTo>
                  <a:pt x="20" y="4"/>
                </a:lnTo>
                <a:lnTo>
                  <a:pt x="19" y="4"/>
                </a:lnTo>
                <a:lnTo>
                  <a:pt x="18" y="4"/>
                </a:lnTo>
                <a:lnTo>
                  <a:pt x="17" y="4"/>
                </a:lnTo>
                <a:lnTo>
                  <a:pt x="15" y="4"/>
                </a:lnTo>
                <a:lnTo>
                  <a:pt x="17" y="5"/>
                </a:lnTo>
                <a:lnTo>
                  <a:pt x="15" y="5"/>
                </a:lnTo>
                <a:lnTo>
                  <a:pt x="17" y="5"/>
                </a:lnTo>
                <a:lnTo>
                  <a:pt x="17" y="6"/>
                </a:lnTo>
                <a:lnTo>
                  <a:pt x="17" y="5"/>
                </a:lnTo>
                <a:lnTo>
                  <a:pt x="17" y="6"/>
                </a:lnTo>
                <a:lnTo>
                  <a:pt x="17" y="7"/>
                </a:lnTo>
                <a:lnTo>
                  <a:pt x="17" y="8"/>
                </a:lnTo>
                <a:lnTo>
                  <a:pt x="15" y="8"/>
                </a:lnTo>
                <a:lnTo>
                  <a:pt x="14" y="8"/>
                </a:lnTo>
                <a:lnTo>
                  <a:pt x="14" y="9"/>
                </a:lnTo>
                <a:lnTo>
                  <a:pt x="15" y="9"/>
                </a:lnTo>
                <a:lnTo>
                  <a:pt x="15" y="10"/>
                </a:lnTo>
                <a:lnTo>
                  <a:pt x="14" y="10"/>
                </a:lnTo>
                <a:lnTo>
                  <a:pt x="14" y="11"/>
                </a:lnTo>
                <a:lnTo>
                  <a:pt x="15" y="12"/>
                </a:lnTo>
                <a:lnTo>
                  <a:pt x="17" y="12"/>
                </a:lnTo>
                <a:lnTo>
                  <a:pt x="15" y="13"/>
                </a:lnTo>
                <a:lnTo>
                  <a:pt x="15" y="15"/>
                </a:lnTo>
                <a:lnTo>
                  <a:pt x="14" y="15"/>
                </a:lnTo>
                <a:lnTo>
                  <a:pt x="14" y="13"/>
                </a:lnTo>
                <a:lnTo>
                  <a:pt x="14" y="15"/>
                </a:lnTo>
                <a:lnTo>
                  <a:pt x="13" y="15"/>
                </a:lnTo>
                <a:lnTo>
                  <a:pt x="12" y="13"/>
                </a:lnTo>
                <a:lnTo>
                  <a:pt x="13" y="13"/>
                </a:lnTo>
                <a:lnTo>
                  <a:pt x="12" y="12"/>
                </a:lnTo>
                <a:lnTo>
                  <a:pt x="12" y="11"/>
                </a:lnTo>
                <a:lnTo>
                  <a:pt x="11" y="11"/>
                </a:lnTo>
                <a:lnTo>
                  <a:pt x="11" y="12"/>
                </a:lnTo>
                <a:lnTo>
                  <a:pt x="10" y="12"/>
                </a:lnTo>
                <a:lnTo>
                  <a:pt x="9" y="12"/>
                </a:lnTo>
                <a:lnTo>
                  <a:pt x="8" y="12"/>
                </a:lnTo>
                <a:lnTo>
                  <a:pt x="8" y="13"/>
                </a:lnTo>
                <a:lnTo>
                  <a:pt x="8" y="12"/>
                </a:lnTo>
                <a:lnTo>
                  <a:pt x="7" y="12"/>
                </a:lnTo>
                <a:lnTo>
                  <a:pt x="7" y="13"/>
                </a:lnTo>
                <a:lnTo>
                  <a:pt x="8" y="13"/>
                </a:lnTo>
                <a:lnTo>
                  <a:pt x="8" y="15"/>
                </a:lnTo>
                <a:lnTo>
                  <a:pt x="7" y="15"/>
                </a:lnTo>
                <a:lnTo>
                  <a:pt x="6" y="15"/>
                </a:lnTo>
                <a:lnTo>
                  <a:pt x="5" y="15"/>
                </a:lnTo>
                <a:lnTo>
                  <a:pt x="5" y="13"/>
                </a:lnTo>
                <a:lnTo>
                  <a:pt x="4" y="13"/>
                </a:lnTo>
                <a:lnTo>
                  <a:pt x="3" y="13"/>
                </a:lnTo>
                <a:lnTo>
                  <a:pt x="3" y="15"/>
                </a:lnTo>
                <a:lnTo>
                  <a:pt x="2" y="16"/>
                </a:lnTo>
                <a:lnTo>
                  <a:pt x="1" y="16"/>
                </a:lnTo>
                <a:lnTo>
                  <a:pt x="1" y="17"/>
                </a:lnTo>
                <a:lnTo>
                  <a:pt x="0" y="17"/>
                </a:lnTo>
                <a:lnTo>
                  <a:pt x="0" y="16"/>
                </a:lnTo>
                <a:lnTo>
                  <a:pt x="0" y="15"/>
                </a:lnTo>
                <a:lnTo>
                  <a:pt x="0" y="13"/>
                </a:lnTo>
                <a:lnTo>
                  <a:pt x="0" y="12"/>
                </a:lnTo>
                <a:lnTo>
                  <a:pt x="0" y="11"/>
                </a:lnTo>
                <a:lnTo>
                  <a:pt x="0" y="12"/>
                </a:lnTo>
                <a:lnTo>
                  <a:pt x="1" y="12"/>
                </a:lnTo>
                <a:lnTo>
                  <a:pt x="1" y="11"/>
                </a:lnTo>
                <a:lnTo>
                  <a:pt x="1" y="10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2" y="9"/>
                </a:lnTo>
                <a:lnTo>
                  <a:pt x="2" y="8"/>
                </a:lnTo>
                <a:lnTo>
                  <a:pt x="3" y="8"/>
                </a:lnTo>
                <a:lnTo>
                  <a:pt x="4" y="8"/>
                </a:lnTo>
                <a:lnTo>
                  <a:pt x="4" y="7"/>
                </a:lnTo>
                <a:lnTo>
                  <a:pt x="5" y="7"/>
                </a:lnTo>
                <a:lnTo>
                  <a:pt x="5" y="6"/>
                </a:lnTo>
                <a:lnTo>
                  <a:pt x="7" y="6"/>
                </a:lnTo>
                <a:lnTo>
                  <a:pt x="8" y="7"/>
                </a:lnTo>
                <a:lnTo>
                  <a:pt x="8" y="6"/>
                </a:lnTo>
                <a:lnTo>
                  <a:pt x="9" y="5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lnTo>
                  <a:pt x="12" y="4"/>
                </a:lnTo>
                <a:lnTo>
                  <a:pt x="13" y="4"/>
                </a:lnTo>
                <a:lnTo>
                  <a:pt x="14" y="3"/>
                </a:lnTo>
                <a:lnTo>
                  <a:pt x="15" y="2"/>
                </a:lnTo>
                <a:lnTo>
                  <a:pt x="17" y="2"/>
                </a:lnTo>
                <a:lnTo>
                  <a:pt x="17" y="1"/>
                </a:lnTo>
                <a:lnTo>
                  <a:pt x="17" y="2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19" y="0"/>
                </a:lnTo>
                <a:lnTo>
                  <a:pt x="2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45" name=""/>
          <p:cNvSpPr/>
          <p:nvPr/>
        </p:nvSpPr>
        <p:spPr>
          <a:xfrm>
            <a:off x="4429440" y="43146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46" name=""/>
          <p:cNvSpPr/>
          <p:nvPr/>
        </p:nvSpPr>
        <p:spPr>
          <a:xfrm>
            <a:off x="4424760" y="4313160"/>
            <a:ext cx="2880" cy="1800"/>
          </a:xfrm>
          <a:custGeom>
            <a:avLst/>
            <a:gdLst/>
            <a:ahLst/>
            <a:rect l="0" t="0" r="r" b="b"/>
            <a:pathLst>
              <a:path w="8" h="5">
                <a:moveTo>
                  <a:pt x="5" y="1"/>
                </a:moveTo>
                <a:lnTo>
                  <a:pt x="7" y="1"/>
                </a:lnTo>
                <a:lnTo>
                  <a:pt x="8" y="1"/>
                </a:lnTo>
                <a:lnTo>
                  <a:pt x="7" y="2"/>
                </a:lnTo>
                <a:lnTo>
                  <a:pt x="5" y="2"/>
                </a:lnTo>
                <a:lnTo>
                  <a:pt x="5" y="4"/>
                </a:lnTo>
                <a:lnTo>
                  <a:pt x="4" y="4"/>
                </a:lnTo>
                <a:lnTo>
                  <a:pt x="5" y="4"/>
                </a:lnTo>
                <a:lnTo>
                  <a:pt x="4" y="5"/>
                </a:ln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47" name=""/>
          <p:cNvSpPr/>
          <p:nvPr/>
        </p:nvSpPr>
        <p:spPr>
          <a:xfrm>
            <a:off x="4430880" y="431172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4" y="2"/>
                </a:moveTo>
                <a:lnTo>
                  <a:pt x="4" y="3"/>
                </a:lnTo>
                <a:lnTo>
                  <a:pt x="5" y="6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1" y="4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48" name=""/>
          <p:cNvSpPr/>
          <p:nvPr/>
        </p:nvSpPr>
        <p:spPr>
          <a:xfrm>
            <a:off x="4430160" y="4312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49" name=""/>
          <p:cNvSpPr/>
          <p:nvPr/>
        </p:nvSpPr>
        <p:spPr>
          <a:xfrm>
            <a:off x="4424400" y="43110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0"/>
                </a:moveTo>
                <a:lnTo>
                  <a:pt x="1" y="1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50" name=""/>
          <p:cNvSpPr/>
          <p:nvPr/>
        </p:nvSpPr>
        <p:spPr>
          <a:xfrm>
            <a:off x="4425120" y="4304520"/>
            <a:ext cx="16920" cy="11520"/>
          </a:xfrm>
          <a:custGeom>
            <a:avLst/>
            <a:gdLst/>
            <a:ahLst/>
            <a:rect l="0" t="0" r="r" b="b"/>
            <a:pathLst>
              <a:path w="47" h="32">
                <a:moveTo>
                  <a:pt x="26" y="0"/>
                </a:moveTo>
                <a:lnTo>
                  <a:pt x="26" y="1"/>
                </a:lnTo>
                <a:lnTo>
                  <a:pt x="27" y="1"/>
                </a:lnTo>
                <a:lnTo>
                  <a:pt x="28" y="1"/>
                </a:lnTo>
                <a:lnTo>
                  <a:pt x="30" y="1"/>
                </a:lnTo>
                <a:lnTo>
                  <a:pt x="30" y="2"/>
                </a:lnTo>
                <a:lnTo>
                  <a:pt x="29" y="3"/>
                </a:lnTo>
                <a:lnTo>
                  <a:pt x="29" y="4"/>
                </a:lnTo>
                <a:lnTo>
                  <a:pt x="31" y="3"/>
                </a:lnTo>
                <a:lnTo>
                  <a:pt x="32" y="3"/>
                </a:lnTo>
                <a:lnTo>
                  <a:pt x="32" y="2"/>
                </a:lnTo>
                <a:lnTo>
                  <a:pt x="32" y="1"/>
                </a:lnTo>
                <a:lnTo>
                  <a:pt x="33" y="1"/>
                </a:lnTo>
                <a:lnTo>
                  <a:pt x="33" y="2"/>
                </a:lnTo>
                <a:lnTo>
                  <a:pt x="34" y="2"/>
                </a:lnTo>
                <a:lnTo>
                  <a:pt x="34" y="3"/>
                </a:lnTo>
                <a:lnTo>
                  <a:pt x="34" y="4"/>
                </a:lnTo>
                <a:lnTo>
                  <a:pt x="35" y="4"/>
                </a:lnTo>
                <a:lnTo>
                  <a:pt x="35" y="3"/>
                </a:lnTo>
                <a:lnTo>
                  <a:pt x="36" y="4"/>
                </a:lnTo>
                <a:lnTo>
                  <a:pt x="35" y="5"/>
                </a:lnTo>
                <a:lnTo>
                  <a:pt x="36" y="5"/>
                </a:lnTo>
                <a:lnTo>
                  <a:pt x="36" y="6"/>
                </a:lnTo>
                <a:lnTo>
                  <a:pt x="37" y="6"/>
                </a:lnTo>
                <a:lnTo>
                  <a:pt x="38" y="6"/>
                </a:lnTo>
                <a:lnTo>
                  <a:pt x="39" y="6"/>
                </a:lnTo>
                <a:lnTo>
                  <a:pt x="40" y="6"/>
                </a:lnTo>
                <a:lnTo>
                  <a:pt x="40" y="5"/>
                </a:lnTo>
                <a:lnTo>
                  <a:pt x="40" y="6"/>
                </a:lnTo>
                <a:lnTo>
                  <a:pt x="39" y="6"/>
                </a:lnTo>
                <a:lnTo>
                  <a:pt x="39" y="7"/>
                </a:lnTo>
                <a:lnTo>
                  <a:pt x="39" y="8"/>
                </a:lnTo>
                <a:lnTo>
                  <a:pt x="38" y="8"/>
                </a:lnTo>
                <a:lnTo>
                  <a:pt x="36" y="9"/>
                </a:lnTo>
                <a:lnTo>
                  <a:pt x="34" y="10"/>
                </a:lnTo>
                <a:lnTo>
                  <a:pt x="34" y="11"/>
                </a:lnTo>
                <a:lnTo>
                  <a:pt x="33" y="11"/>
                </a:lnTo>
                <a:lnTo>
                  <a:pt x="32" y="11"/>
                </a:lnTo>
                <a:lnTo>
                  <a:pt x="32" y="10"/>
                </a:lnTo>
                <a:lnTo>
                  <a:pt x="31" y="10"/>
                </a:lnTo>
                <a:lnTo>
                  <a:pt x="31" y="9"/>
                </a:lnTo>
                <a:lnTo>
                  <a:pt x="30" y="9"/>
                </a:lnTo>
                <a:lnTo>
                  <a:pt x="29" y="9"/>
                </a:lnTo>
                <a:lnTo>
                  <a:pt x="29" y="10"/>
                </a:lnTo>
                <a:lnTo>
                  <a:pt x="28" y="11"/>
                </a:lnTo>
                <a:lnTo>
                  <a:pt x="27" y="11"/>
                </a:lnTo>
                <a:lnTo>
                  <a:pt x="26" y="11"/>
                </a:lnTo>
                <a:lnTo>
                  <a:pt x="26" y="12"/>
                </a:lnTo>
                <a:lnTo>
                  <a:pt x="27" y="13"/>
                </a:lnTo>
                <a:lnTo>
                  <a:pt x="28" y="13"/>
                </a:lnTo>
                <a:lnTo>
                  <a:pt x="29" y="14"/>
                </a:lnTo>
                <a:lnTo>
                  <a:pt x="30" y="14"/>
                </a:lnTo>
                <a:lnTo>
                  <a:pt x="29" y="15"/>
                </a:lnTo>
                <a:lnTo>
                  <a:pt x="30" y="16"/>
                </a:lnTo>
                <a:lnTo>
                  <a:pt x="30" y="15"/>
                </a:lnTo>
                <a:lnTo>
                  <a:pt x="30" y="14"/>
                </a:lnTo>
                <a:lnTo>
                  <a:pt x="31" y="14"/>
                </a:lnTo>
                <a:lnTo>
                  <a:pt x="32" y="13"/>
                </a:lnTo>
                <a:lnTo>
                  <a:pt x="33" y="13"/>
                </a:lnTo>
                <a:lnTo>
                  <a:pt x="34" y="13"/>
                </a:lnTo>
                <a:lnTo>
                  <a:pt x="34" y="14"/>
                </a:lnTo>
                <a:lnTo>
                  <a:pt x="35" y="14"/>
                </a:lnTo>
                <a:lnTo>
                  <a:pt x="35" y="15"/>
                </a:lnTo>
                <a:lnTo>
                  <a:pt x="35" y="14"/>
                </a:lnTo>
                <a:lnTo>
                  <a:pt x="36" y="14"/>
                </a:lnTo>
                <a:lnTo>
                  <a:pt x="36" y="13"/>
                </a:lnTo>
                <a:lnTo>
                  <a:pt x="35" y="13"/>
                </a:lnTo>
                <a:lnTo>
                  <a:pt x="35" y="12"/>
                </a:lnTo>
                <a:lnTo>
                  <a:pt x="36" y="11"/>
                </a:lnTo>
                <a:lnTo>
                  <a:pt x="37" y="11"/>
                </a:lnTo>
                <a:lnTo>
                  <a:pt x="38" y="11"/>
                </a:lnTo>
                <a:lnTo>
                  <a:pt x="38" y="10"/>
                </a:lnTo>
                <a:lnTo>
                  <a:pt x="37" y="10"/>
                </a:lnTo>
                <a:lnTo>
                  <a:pt x="38" y="10"/>
                </a:lnTo>
                <a:lnTo>
                  <a:pt x="38" y="9"/>
                </a:lnTo>
                <a:lnTo>
                  <a:pt x="39" y="8"/>
                </a:lnTo>
                <a:lnTo>
                  <a:pt x="39" y="9"/>
                </a:lnTo>
                <a:lnTo>
                  <a:pt x="40" y="9"/>
                </a:lnTo>
                <a:lnTo>
                  <a:pt x="40" y="10"/>
                </a:lnTo>
                <a:lnTo>
                  <a:pt x="41" y="10"/>
                </a:lnTo>
                <a:lnTo>
                  <a:pt x="41" y="9"/>
                </a:lnTo>
                <a:lnTo>
                  <a:pt x="41" y="10"/>
                </a:lnTo>
                <a:lnTo>
                  <a:pt x="41" y="12"/>
                </a:lnTo>
                <a:lnTo>
                  <a:pt x="41" y="13"/>
                </a:lnTo>
                <a:lnTo>
                  <a:pt x="40" y="12"/>
                </a:lnTo>
                <a:lnTo>
                  <a:pt x="40" y="13"/>
                </a:lnTo>
                <a:lnTo>
                  <a:pt x="41" y="13"/>
                </a:lnTo>
                <a:lnTo>
                  <a:pt x="40" y="13"/>
                </a:lnTo>
                <a:lnTo>
                  <a:pt x="40" y="14"/>
                </a:lnTo>
                <a:lnTo>
                  <a:pt x="41" y="14"/>
                </a:lnTo>
                <a:lnTo>
                  <a:pt x="41" y="13"/>
                </a:lnTo>
                <a:lnTo>
                  <a:pt x="42" y="14"/>
                </a:lnTo>
                <a:lnTo>
                  <a:pt x="41" y="14"/>
                </a:lnTo>
                <a:lnTo>
                  <a:pt x="42" y="14"/>
                </a:lnTo>
                <a:lnTo>
                  <a:pt x="42" y="13"/>
                </a:lnTo>
                <a:lnTo>
                  <a:pt x="42" y="11"/>
                </a:lnTo>
                <a:lnTo>
                  <a:pt x="43" y="11"/>
                </a:lnTo>
                <a:lnTo>
                  <a:pt x="43" y="10"/>
                </a:lnTo>
                <a:lnTo>
                  <a:pt x="43" y="11"/>
                </a:lnTo>
                <a:lnTo>
                  <a:pt x="43" y="12"/>
                </a:lnTo>
                <a:lnTo>
                  <a:pt x="43" y="13"/>
                </a:lnTo>
                <a:lnTo>
                  <a:pt x="44" y="13"/>
                </a:lnTo>
                <a:lnTo>
                  <a:pt x="45" y="13"/>
                </a:lnTo>
                <a:lnTo>
                  <a:pt x="46" y="13"/>
                </a:lnTo>
                <a:lnTo>
                  <a:pt x="46" y="14"/>
                </a:lnTo>
                <a:lnTo>
                  <a:pt x="46" y="15"/>
                </a:lnTo>
                <a:lnTo>
                  <a:pt x="47" y="15"/>
                </a:lnTo>
                <a:lnTo>
                  <a:pt x="46" y="15"/>
                </a:lnTo>
                <a:lnTo>
                  <a:pt x="46" y="14"/>
                </a:lnTo>
                <a:lnTo>
                  <a:pt x="45" y="14"/>
                </a:lnTo>
                <a:lnTo>
                  <a:pt x="45" y="15"/>
                </a:lnTo>
                <a:lnTo>
                  <a:pt x="44" y="15"/>
                </a:lnTo>
                <a:lnTo>
                  <a:pt x="44" y="16"/>
                </a:lnTo>
                <a:lnTo>
                  <a:pt x="44" y="17"/>
                </a:lnTo>
                <a:lnTo>
                  <a:pt x="45" y="18"/>
                </a:lnTo>
                <a:lnTo>
                  <a:pt x="45" y="20"/>
                </a:lnTo>
                <a:lnTo>
                  <a:pt x="45" y="19"/>
                </a:lnTo>
                <a:lnTo>
                  <a:pt x="44" y="19"/>
                </a:lnTo>
                <a:lnTo>
                  <a:pt x="44" y="20"/>
                </a:lnTo>
                <a:lnTo>
                  <a:pt x="44" y="21"/>
                </a:lnTo>
                <a:lnTo>
                  <a:pt x="43" y="21"/>
                </a:lnTo>
                <a:lnTo>
                  <a:pt x="42" y="22"/>
                </a:lnTo>
                <a:lnTo>
                  <a:pt x="43" y="23"/>
                </a:lnTo>
                <a:lnTo>
                  <a:pt x="42" y="23"/>
                </a:lnTo>
                <a:lnTo>
                  <a:pt x="42" y="21"/>
                </a:lnTo>
                <a:lnTo>
                  <a:pt x="41" y="22"/>
                </a:lnTo>
                <a:lnTo>
                  <a:pt x="40" y="21"/>
                </a:lnTo>
                <a:lnTo>
                  <a:pt x="40" y="20"/>
                </a:lnTo>
                <a:lnTo>
                  <a:pt x="40" y="19"/>
                </a:lnTo>
                <a:lnTo>
                  <a:pt x="38" y="18"/>
                </a:lnTo>
                <a:lnTo>
                  <a:pt x="37" y="18"/>
                </a:lnTo>
                <a:lnTo>
                  <a:pt x="36" y="17"/>
                </a:lnTo>
                <a:lnTo>
                  <a:pt x="35" y="17"/>
                </a:lnTo>
                <a:lnTo>
                  <a:pt x="35" y="18"/>
                </a:lnTo>
                <a:lnTo>
                  <a:pt x="35" y="19"/>
                </a:lnTo>
                <a:lnTo>
                  <a:pt x="35" y="20"/>
                </a:lnTo>
                <a:lnTo>
                  <a:pt x="35" y="21"/>
                </a:lnTo>
                <a:lnTo>
                  <a:pt x="35" y="22"/>
                </a:lnTo>
                <a:lnTo>
                  <a:pt x="35" y="21"/>
                </a:lnTo>
                <a:lnTo>
                  <a:pt x="34" y="21"/>
                </a:lnTo>
                <a:lnTo>
                  <a:pt x="34" y="20"/>
                </a:lnTo>
                <a:lnTo>
                  <a:pt x="33" y="21"/>
                </a:lnTo>
                <a:lnTo>
                  <a:pt x="34" y="21"/>
                </a:lnTo>
                <a:lnTo>
                  <a:pt x="34" y="22"/>
                </a:lnTo>
                <a:lnTo>
                  <a:pt x="34" y="23"/>
                </a:lnTo>
                <a:lnTo>
                  <a:pt x="35" y="25"/>
                </a:lnTo>
                <a:lnTo>
                  <a:pt x="37" y="26"/>
                </a:lnTo>
                <a:lnTo>
                  <a:pt x="38" y="26"/>
                </a:lnTo>
                <a:lnTo>
                  <a:pt x="38" y="27"/>
                </a:lnTo>
                <a:lnTo>
                  <a:pt x="38" y="29"/>
                </a:lnTo>
                <a:lnTo>
                  <a:pt x="37" y="29"/>
                </a:lnTo>
                <a:lnTo>
                  <a:pt x="36" y="29"/>
                </a:lnTo>
                <a:lnTo>
                  <a:pt x="36" y="30"/>
                </a:lnTo>
                <a:lnTo>
                  <a:pt x="37" y="30"/>
                </a:lnTo>
                <a:lnTo>
                  <a:pt x="37" y="31"/>
                </a:lnTo>
                <a:lnTo>
                  <a:pt x="38" y="31"/>
                </a:lnTo>
                <a:lnTo>
                  <a:pt x="37" y="32"/>
                </a:lnTo>
                <a:lnTo>
                  <a:pt x="37" y="31"/>
                </a:lnTo>
                <a:lnTo>
                  <a:pt x="36" y="31"/>
                </a:lnTo>
                <a:lnTo>
                  <a:pt x="35" y="31"/>
                </a:lnTo>
                <a:lnTo>
                  <a:pt x="35" y="32"/>
                </a:lnTo>
                <a:lnTo>
                  <a:pt x="34" y="31"/>
                </a:lnTo>
                <a:lnTo>
                  <a:pt x="34" y="30"/>
                </a:lnTo>
                <a:lnTo>
                  <a:pt x="34" y="29"/>
                </a:lnTo>
                <a:lnTo>
                  <a:pt x="34" y="27"/>
                </a:lnTo>
                <a:lnTo>
                  <a:pt x="33" y="27"/>
                </a:lnTo>
                <a:lnTo>
                  <a:pt x="32" y="29"/>
                </a:lnTo>
                <a:lnTo>
                  <a:pt x="31" y="29"/>
                </a:lnTo>
                <a:lnTo>
                  <a:pt x="31" y="27"/>
                </a:lnTo>
                <a:lnTo>
                  <a:pt x="30" y="27"/>
                </a:lnTo>
                <a:lnTo>
                  <a:pt x="30" y="26"/>
                </a:lnTo>
                <a:lnTo>
                  <a:pt x="29" y="26"/>
                </a:lnTo>
                <a:lnTo>
                  <a:pt x="28" y="25"/>
                </a:lnTo>
                <a:lnTo>
                  <a:pt x="27" y="25"/>
                </a:lnTo>
                <a:lnTo>
                  <a:pt x="27" y="26"/>
                </a:lnTo>
                <a:lnTo>
                  <a:pt x="28" y="26"/>
                </a:lnTo>
                <a:lnTo>
                  <a:pt x="27" y="27"/>
                </a:lnTo>
                <a:lnTo>
                  <a:pt x="26" y="27"/>
                </a:lnTo>
                <a:lnTo>
                  <a:pt x="26" y="29"/>
                </a:lnTo>
                <a:lnTo>
                  <a:pt x="25" y="29"/>
                </a:lnTo>
                <a:lnTo>
                  <a:pt x="25" y="27"/>
                </a:lnTo>
                <a:lnTo>
                  <a:pt x="24" y="27"/>
                </a:lnTo>
                <a:lnTo>
                  <a:pt x="24" y="26"/>
                </a:lnTo>
                <a:lnTo>
                  <a:pt x="25" y="26"/>
                </a:lnTo>
                <a:lnTo>
                  <a:pt x="25" y="25"/>
                </a:lnTo>
                <a:lnTo>
                  <a:pt x="24" y="25"/>
                </a:lnTo>
                <a:lnTo>
                  <a:pt x="23" y="25"/>
                </a:lnTo>
                <a:lnTo>
                  <a:pt x="22" y="25"/>
                </a:lnTo>
                <a:lnTo>
                  <a:pt x="21" y="25"/>
                </a:lnTo>
                <a:lnTo>
                  <a:pt x="22" y="24"/>
                </a:lnTo>
                <a:lnTo>
                  <a:pt x="21" y="23"/>
                </a:lnTo>
                <a:lnTo>
                  <a:pt x="21" y="22"/>
                </a:lnTo>
                <a:lnTo>
                  <a:pt x="21" y="21"/>
                </a:lnTo>
                <a:lnTo>
                  <a:pt x="20" y="21"/>
                </a:lnTo>
                <a:lnTo>
                  <a:pt x="20" y="20"/>
                </a:lnTo>
                <a:lnTo>
                  <a:pt x="19" y="20"/>
                </a:lnTo>
                <a:lnTo>
                  <a:pt x="18" y="20"/>
                </a:lnTo>
                <a:lnTo>
                  <a:pt x="17" y="20"/>
                </a:lnTo>
                <a:lnTo>
                  <a:pt x="15" y="20"/>
                </a:lnTo>
                <a:lnTo>
                  <a:pt x="17" y="20"/>
                </a:lnTo>
                <a:lnTo>
                  <a:pt x="15" y="20"/>
                </a:lnTo>
                <a:lnTo>
                  <a:pt x="14" y="20"/>
                </a:lnTo>
                <a:lnTo>
                  <a:pt x="14" y="21"/>
                </a:lnTo>
                <a:lnTo>
                  <a:pt x="13" y="21"/>
                </a:lnTo>
                <a:lnTo>
                  <a:pt x="12" y="21"/>
                </a:lnTo>
                <a:lnTo>
                  <a:pt x="11" y="21"/>
                </a:lnTo>
                <a:lnTo>
                  <a:pt x="10" y="20"/>
                </a:lnTo>
                <a:lnTo>
                  <a:pt x="9" y="21"/>
                </a:lnTo>
                <a:lnTo>
                  <a:pt x="9" y="20"/>
                </a:lnTo>
                <a:lnTo>
                  <a:pt x="8" y="19"/>
                </a:lnTo>
                <a:lnTo>
                  <a:pt x="7" y="19"/>
                </a:lnTo>
                <a:lnTo>
                  <a:pt x="7" y="18"/>
                </a:lnTo>
                <a:lnTo>
                  <a:pt x="6" y="19"/>
                </a:lnTo>
                <a:lnTo>
                  <a:pt x="7" y="20"/>
                </a:lnTo>
                <a:lnTo>
                  <a:pt x="6" y="19"/>
                </a:lnTo>
                <a:lnTo>
                  <a:pt x="5" y="19"/>
                </a:lnTo>
                <a:lnTo>
                  <a:pt x="5" y="20"/>
                </a:lnTo>
                <a:lnTo>
                  <a:pt x="4" y="21"/>
                </a:lnTo>
                <a:lnTo>
                  <a:pt x="3" y="21"/>
                </a:lnTo>
                <a:lnTo>
                  <a:pt x="3" y="20"/>
                </a:lnTo>
                <a:lnTo>
                  <a:pt x="2" y="20"/>
                </a:lnTo>
                <a:lnTo>
                  <a:pt x="1" y="19"/>
                </a:lnTo>
                <a:lnTo>
                  <a:pt x="2" y="19"/>
                </a:lnTo>
                <a:lnTo>
                  <a:pt x="2" y="18"/>
                </a:lnTo>
                <a:lnTo>
                  <a:pt x="2" y="17"/>
                </a:lnTo>
                <a:lnTo>
                  <a:pt x="1" y="16"/>
                </a:lnTo>
                <a:lnTo>
                  <a:pt x="0" y="16"/>
                </a:lnTo>
                <a:lnTo>
                  <a:pt x="1" y="16"/>
                </a:lnTo>
                <a:lnTo>
                  <a:pt x="1" y="15"/>
                </a:lnTo>
                <a:lnTo>
                  <a:pt x="1" y="14"/>
                </a:lnTo>
                <a:lnTo>
                  <a:pt x="2" y="14"/>
                </a:lnTo>
                <a:lnTo>
                  <a:pt x="3" y="14"/>
                </a:lnTo>
                <a:lnTo>
                  <a:pt x="4" y="14"/>
                </a:lnTo>
                <a:lnTo>
                  <a:pt x="4" y="13"/>
                </a:lnTo>
                <a:lnTo>
                  <a:pt x="5" y="12"/>
                </a:lnTo>
                <a:lnTo>
                  <a:pt x="6" y="11"/>
                </a:lnTo>
                <a:lnTo>
                  <a:pt x="7" y="11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9" y="7"/>
                </a:lnTo>
                <a:lnTo>
                  <a:pt x="9" y="8"/>
                </a:lnTo>
                <a:lnTo>
                  <a:pt x="9" y="7"/>
                </a:lnTo>
                <a:lnTo>
                  <a:pt x="9" y="8"/>
                </a:lnTo>
                <a:lnTo>
                  <a:pt x="10" y="8"/>
                </a:lnTo>
                <a:lnTo>
                  <a:pt x="10" y="9"/>
                </a:lnTo>
                <a:lnTo>
                  <a:pt x="11" y="9"/>
                </a:lnTo>
                <a:lnTo>
                  <a:pt x="12" y="8"/>
                </a:lnTo>
                <a:lnTo>
                  <a:pt x="12" y="9"/>
                </a:lnTo>
                <a:lnTo>
                  <a:pt x="12" y="8"/>
                </a:lnTo>
                <a:lnTo>
                  <a:pt x="12" y="7"/>
                </a:lnTo>
                <a:lnTo>
                  <a:pt x="13" y="6"/>
                </a:lnTo>
                <a:lnTo>
                  <a:pt x="14" y="6"/>
                </a:lnTo>
                <a:lnTo>
                  <a:pt x="14" y="5"/>
                </a:lnTo>
                <a:lnTo>
                  <a:pt x="15" y="5"/>
                </a:lnTo>
                <a:lnTo>
                  <a:pt x="17" y="5"/>
                </a:lnTo>
                <a:lnTo>
                  <a:pt x="18" y="5"/>
                </a:lnTo>
                <a:lnTo>
                  <a:pt x="18" y="4"/>
                </a:lnTo>
                <a:lnTo>
                  <a:pt x="17" y="4"/>
                </a:lnTo>
                <a:lnTo>
                  <a:pt x="17" y="3"/>
                </a:lnTo>
                <a:lnTo>
                  <a:pt x="18" y="3"/>
                </a:lnTo>
                <a:lnTo>
                  <a:pt x="19" y="3"/>
                </a:lnTo>
                <a:lnTo>
                  <a:pt x="20" y="3"/>
                </a:lnTo>
                <a:lnTo>
                  <a:pt x="21" y="3"/>
                </a:lnTo>
                <a:lnTo>
                  <a:pt x="21" y="2"/>
                </a:lnTo>
                <a:lnTo>
                  <a:pt x="22" y="2"/>
                </a:lnTo>
                <a:lnTo>
                  <a:pt x="23" y="2"/>
                </a:lnTo>
                <a:lnTo>
                  <a:pt x="24" y="2"/>
                </a:lnTo>
                <a:lnTo>
                  <a:pt x="24" y="1"/>
                </a:lnTo>
                <a:lnTo>
                  <a:pt x="24" y="0"/>
                </a:lnTo>
                <a:lnTo>
                  <a:pt x="25" y="0"/>
                </a:lnTo>
                <a:lnTo>
                  <a:pt x="26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51" name=""/>
          <p:cNvSpPr/>
          <p:nvPr/>
        </p:nvSpPr>
        <p:spPr>
          <a:xfrm>
            <a:off x="4436640" y="431856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2" y="0"/>
                </a:move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52" name=""/>
          <p:cNvSpPr/>
          <p:nvPr/>
        </p:nvSpPr>
        <p:spPr>
          <a:xfrm>
            <a:off x="4437720" y="43182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53" name=""/>
          <p:cNvSpPr/>
          <p:nvPr/>
        </p:nvSpPr>
        <p:spPr>
          <a:xfrm>
            <a:off x="4437360" y="43156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3"/>
                </a:moveTo>
                <a:lnTo>
                  <a:pt x="0" y="2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lnTo>
                  <a:pt x="0" y="3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54" name=""/>
          <p:cNvSpPr/>
          <p:nvPr/>
        </p:nvSpPr>
        <p:spPr>
          <a:xfrm>
            <a:off x="4440240" y="43135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55" name=""/>
          <p:cNvSpPr/>
          <p:nvPr/>
        </p:nvSpPr>
        <p:spPr>
          <a:xfrm>
            <a:off x="4439520" y="43131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56" name=""/>
          <p:cNvSpPr/>
          <p:nvPr/>
        </p:nvSpPr>
        <p:spPr>
          <a:xfrm>
            <a:off x="4437720" y="4313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57" name=""/>
          <p:cNvSpPr/>
          <p:nvPr/>
        </p:nvSpPr>
        <p:spPr>
          <a:xfrm>
            <a:off x="4438800" y="43128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58" name=""/>
          <p:cNvSpPr/>
          <p:nvPr/>
        </p:nvSpPr>
        <p:spPr>
          <a:xfrm>
            <a:off x="4440240" y="43128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59" name=""/>
          <p:cNvSpPr/>
          <p:nvPr/>
        </p:nvSpPr>
        <p:spPr>
          <a:xfrm>
            <a:off x="4438080" y="431136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0"/>
                </a:move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5" y="3"/>
                </a:lnTo>
                <a:lnTo>
                  <a:pt x="5" y="4"/>
                </a:lnTo>
                <a:lnTo>
                  <a:pt x="3" y="4"/>
                </a:ln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60" name=""/>
          <p:cNvSpPr/>
          <p:nvPr/>
        </p:nvSpPr>
        <p:spPr>
          <a:xfrm>
            <a:off x="4437720" y="43113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0"/>
                </a:move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61" name=""/>
          <p:cNvSpPr/>
          <p:nvPr/>
        </p:nvSpPr>
        <p:spPr>
          <a:xfrm>
            <a:off x="4438800" y="4311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62" name=""/>
          <p:cNvSpPr/>
          <p:nvPr/>
        </p:nvSpPr>
        <p:spPr>
          <a:xfrm>
            <a:off x="4439880" y="430740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1"/>
                </a:move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63" name=""/>
          <p:cNvSpPr/>
          <p:nvPr/>
        </p:nvSpPr>
        <p:spPr>
          <a:xfrm>
            <a:off x="4439880" y="4306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64" name=""/>
          <p:cNvSpPr/>
          <p:nvPr/>
        </p:nvSpPr>
        <p:spPr>
          <a:xfrm>
            <a:off x="4438080" y="430596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2" y="1"/>
                </a:moveTo>
                <a:lnTo>
                  <a:pt x="2" y="3"/>
                </a:lnTo>
                <a:lnTo>
                  <a:pt x="2" y="1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65" name=""/>
          <p:cNvSpPr/>
          <p:nvPr/>
        </p:nvSpPr>
        <p:spPr>
          <a:xfrm>
            <a:off x="4438440" y="43052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66" name=""/>
          <p:cNvSpPr/>
          <p:nvPr/>
        </p:nvSpPr>
        <p:spPr>
          <a:xfrm>
            <a:off x="4437720" y="43048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3" y="0"/>
                </a:moveTo>
                <a:lnTo>
                  <a:pt x="4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  <a:lnTo>
                  <a:pt x="1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67" name=""/>
          <p:cNvSpPr/>
          <p:nvPr/>
        </p:nvSpPr>
        <p:spPr>
          <a:xfrm>
            <a:off x="4442040" y="43048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68" name=""/>
          <p:cNvSpPr/>
          <p:nvPr/>
        </p:nvSpPr>
        <p:spPr>
          <a:xfrm>
            <a:off x="4413600" y="431928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5" y="0"/>
                </a:moveTo>
                <a:lnTo>
                  <a:pt x="6" y="2"/>
                </a:lnTo>
                <a:lnTo>
                  <a:pt x="6" y="3"/>
                </a:ln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2" y="6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1" y="4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69" name=""/>
          <p:cNvSpPr/>
          <p:nvPr/>
        </p:nvSpPr>
        <p:spPr>
          <a:xfrm>
            <a:off x="4414320" y="43178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70" name=""/>
          <p:cNvSpPr/>
          <p:nvPr/>
        </p:nvSpPr>
        <p:spPr>
          <a:xfrm>
            <a:off x="4413240" y="431712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3" y="6"/>
                </a:moveTo>
                <a:lnTo>
                  <a:pt x="3" y="4"/>
                </a:lnTo>
                <a:lnTo>
                  <a:pt x="3" y="6"/>
                </a:ln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3" y="4"/>
                </a:lnTo>
                <a:lnTo>
                  <a:pt x="3" y="6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71" name=""/>
          <p:cNvSpPr/>
          <p:nvPr/>
        </p:nvSpPr>
        <p:spPr>
          <a:xfrm>
            <a:off x="4414320" y="43174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72" name=""/>
          <p:cNvSpPr/>
          <p:nvPr/>
        </p:nvSpPr>
        <p:spPr>
          <a:xfrm>
            <a:off x="4403160" y="4902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73" name=""/>
          <p:cNvSpPr/>
          <p:nvPr/>
        </p:nvSpPr>
        <p:spPr>
          <a:xfrm>
            <a:off x="4403880" y="49017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74" name=""/>
          <p:cNvSpPr/>
          <p:nvPr/>
        </p:nvSpPr>
        <p:spPr>
          <a:xfrm>
            <a:off x="4407480" y="4829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75" name=""/>
          <p:cNvSpPr/>
          <p:nvPr/>
        </p:nvSpPr>
        <p:spPr>
          <a:xfrm>
            <a:off x="4419000" y="48045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76" name=""/>
          <p:cNvSpPr/>
          <p:nvPr/>
        </p:nvSpPr>
        <p:spPr>
          <a:xfrm>
            <a:off x="4440240" y="4753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77" name=""/>
          <p:cNvSpPr/>
          <p:nvPr/>
        </p:nvSpPr>
        <p:spPr>
          <a:xfrm>
            <a:off x="4437360" y="47282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78" name=""/>
          <p:cNvSpPr/>
          <p:nvPr/>
        </p:nvSpPr>
        <p:spPr>
          <a:xfrm>
            <a:off x="4549320" y="45788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79" name=""/>
          <p:cNvSpPr/>
          <p:nvPr/>
        </p:nvSpPr>
        <p:spPr>
          <a:xfrm>
            <a:off x="4550760" y="45788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80" name=""/>
          <p:cNvSpPr/>
          <p:nvPr/>
        </p:nvSpPr>
        <p:spPr>
          <a:xfrm>
            <a:off x="4552200" y="45788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81" name=""/>
          <p:cNvSpPr/>
          <p:nvPr/>
        </p:nvSpPr>
        <p:spPr>
          <a:xfrm>
            <a:off x="4337280" y="45532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1" y="4"/>
                </a:move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3" y="0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82" name=""/>
          <p:cNvSpPr/>
          <p:nvPr/>
        </p:nvSpPr>
        <p:spPr>
          <a:xfrm>
            <a:off x="4552920" y="45777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83" name=""/>
          <p:cNvSpPr/>
          <p:nvPr/>
        </p:nvSpPr>
        <p:spPr>
          <a:xfrm>
            <a:off x="4370040" y="455544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2" y="6"/>
                </a:move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3"/>
                </a:lnTo>
                <a:lnTo>
                  <a:pt x="2" y="1"/>
                </a:lnTo>
                <a:lnTo>
                  <a:pt x="3" y="1"/>
                </a:lnTo>
                <a:lnTo>
                  <a:pt x="5" y="0"/>
                </a:lnTo>
                <a:lnTo>
                  <a:pt x="6" y="1"/>
                </a:lnTo>
                <a:lnTo>
                  <a:pt x="6" y="2"/>
                </a:lnTo>
                <a:lnTo>
                  <a:pt x="5" y="5"/>
                </a:lnTo>
                <a:lnTo>
                  <a:pt x="3" y="6"/>
                </a:lnTo>
                <a:lnTo>
                  <a:pt x="2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84" name=""/>
          <p:cNvSpPr/>
          <p:nvPr/>
        </p:nvSpPr>
        <p:spPr>
          <a:xfrm>
            <a:off x="4549320" y="4574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85" name=""/>
          <p:cNvSpPr/>
          <p:nvPr/>
        </p:nvSpPr>
        <p:spPr>
          <a:xfrm>
            <a:off x="4355640" y="454356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3" y="5"/>
                </a:move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7" y="0"/>
                </a:lnTo>
                <a:lnTo>
                  <a:pt x="7" y="2"/>
                </a:lnTo>
                <a:lnTo>
                  <a:pt x="7" y="3"/>
                </a:lnTo>
                <a:lnTo>
                  <a:pt x="5" y="4"/>
                </a:lnTo>
                <a:lnTo>
                  <a:pt x="4" y="5"/>
                </a:lnTo>
                <a:lnTo>
                  <a:pt x="3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86" name=""/>
          <p:cNvSpPr/>
          <p:nvPr/>
        </p:nvSpPr>
        <p:spPr>
          <a:xfrm>
            <a:off x="4377960" y="4543560"/>
            <a:ext cx="5760" cy="2880"/>
          </a:xfrm>
          <a:custGeom>
            <a:avLst/>
            <a:gdLst/>
            <a:ahLst/>
            <a:rect l="0" t="0" r="r" b="b"/>
            <a:pathLst>
              <a:path fill="none" w="16" h="8">
                <a:moveTo>
                  <a:pt x="14" y="0"/>
                </a:moveTo>
                <a:lnTo>
                  <a:pt x="15" y="0"/>
                </a:lnTo>
                <a:lnTo>
                  <a:pt x="16" y="1"/>
                </a:lnTo>
                <a:lnTo>
                  <a:pt x="16" y="2"/>
                </a:lnTo>
                <a:lnTo>
                  <a:pt x="16" y="3"/>
                </a:lnTo>
                <a:lnTo>
                  <a:pt x="15" y="5"/>
                </a:lnTo>
                <a:lnTo>
                  <a:pt x="14" y="6"/>
                </a:lnTo>
                <a:lnTo>
                  <a:pt x="13" y="7"/>
                </a:lnTo>
                <a:lnTo>
                  <a:pt x="11" y="7"/>
                </a:lnTo>
                <a:lnTo>
                  <a:pt x="7" y="7"/>
                </a:lnTo>
                <a:lnTo>
                  <a:pt x="2" y="8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0" y="3"/>
                </a:lnTo>
                <a:lnTo>
                  <a:pt x="1" y="3"/>
                </a:lnTo>
                <a:lnTo>
                  <a:pt x="2" y="2"/>
                </a:lnTo>
                <a:lnTo>
                  <a:pt x="3" y="2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0"/>
                </a:lnTo>
                <a:lnTo>
                  <a:pt x="11" y="0"/>
                </a:lnTo>
                <a:lnTo>
                  <a:pt x="13" y="0"/>
                </a:lnTo>
                <a:lnTo>
                  <a:pt x="1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87" name=""/>
          <p:cNvSpPr/>
          <p:nvPr/>
        </p:nvSpPr>
        <p:spPr>
          <a:xfrm>
            <a:off x="4353840" y="453816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88" name=""/>
          <p:cNvSpPr/>
          <p:nvPr/>
        </p:nvSpPr>
        <p:spPr>
          <a:xfrm>
            <a:off x="4349160" y="4536360"/>
            <a:ext cx="5040" cy="4320"/>
          </a:xfrm>
          <a:custGeom>
            <a:avLst/>
            <a:gdLst/>
            <a:ahLst/>
            <a:rect l="0" t="0" r="r" b="b"/>
            <a:pathLst>
              <a:path fill="none" w="14" h="12">
                <a:moveTo>
                  <a:pt x="12" y="1"/>
                </a:moveTo>
                <a:lnTo>
                  <a:pt x="11" y="2"/>
                </a:lnTo>
                <a:lnTo>
                  <a:pt x="10" y="3"/>
                </a:lnTo>
                <a:lnTo>
                  <a:pt x="8" y="3"/>
                </a:lnTo>
                <a:lnTo>
                  <a:pt x="6" y="5"/>
                </a:lnTo>
                <a:lnTo>
                  <a:pt x="4" y="6"/>
                </a:lnTo>
                <a:lnTo>
                  <a:pt x="3" y="7"/>
                </a:lnTo>
                <a:lnTo>
                  <a:pt x="3" y="8"/>
                </a:lnTo>
                <a:lnTo>
                  <a:pt x="3" y="9"/>
                </a:lnTo>
                <a:lnTo>
                  <a:pt x="4" y="9"/>
                </a:lnTo>
                <a:lnTo>
                  <a:pt x="5" y="9"/>
                </a:lnTo>
                <a:lnTo>
                  <a:pt x="6" y="9"/>
                </a:lnTo>
                <a:lnTo>
                  <a:pt x="7" y="8"/>
                </a:lnTo>
                <a:lnTo>
                  <a:pt x="7" y="7"/>
                </a:lnTo>
                <a:lnTo>
                  <a:pt x="8" y="6"/>
                </a:lnTo>
                <a:lnTo>
                  <a:pt x="11" y="6"/>
                </a:lnTo>
                <a:lnTo>
                  <a:pt x="13" y="5"/>
                </a:lnTo>
                <a:lnTo>
                  <a:pt x="13" y="6"/>
                </a:lnTo>
                <a:lnTo>
                  <a:pt x="14" y="7"/>
                </a:lnTo>
                <a:lnTo>
                  <a:pt x="13" y="7"/>
                </a:lnTo>
                <a:lnTo>
                  <a:pt x="11" y="8"/>
                </a:lnTo>
                <a:lnTo>
                  <a:pt x="10" y="8"/>
                </a:lnTo>
                <a:lnTo>
                  <a:pt x="8" y="9"/>
                </a:lnTo>
                <a:lnTo>
                  <a:pt x="6" y="10"/>
                </a:lnTo>
                <a:lnTo>
                  <a:pt x="4" y="12"/>
                </a:lnTo>
                <a:lnTo>
                  <a:pt x="3" y="12"/>
                </a:lnTo>
                <a:lnTo>
                  <a:pt x="1" y="12"/>
                </a:lnTo>
                <a:lnTo>
                  <a:pt x="1" y="10"/>
                </a:lnTo>
                <a:lnTo>
                  <a:pt x="0" y="9"/>
                </a:lnTo>
                <a:lnTo>
                  <a:pt x="1" y="7"/>
                </a:lnTo>
                <a:lnTo>
                  <a:pt x="1" y="6"/>
                </a:lnTo>
                <a:lnTo>
                  <a:pt x="5" y="3"/>
                </a:lnTo>
                <a:lnTo>
                  <a:pt x="8" y="1"/>
                </a:lnTo>
                <a:lnTo>
                  <a:pt x="10" y="1"/>
                </a:lnTo>
                <a:lnTo>
                  <a:pt x="11" y="1"/>
                </a:lnTo>
                <a:lnTo>
                  <a:pt x="12" y="0"/>
                </a:lnTo>
                <a:lnTo>
                  <a:pt x="1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89" name=""/>
          <p:cNvSpPr/>
          <p:nvPr/>
        </p:nvSpPr>
        <p:spPr>
          <a:xfrm>
            <a:off x="4353120" y="4536000"/>
            <a:ext cx="4680" cy="3240"/>
          </a:xfrm>
          <a:custGeom>
            <a:avLst/>
            <a:gdLst/>
            <a:ahLst/>
            <a:rect l="0" t="0" r="r" b="b"/>
            <a:pathLst>
              <a:path fill="none" w="13" h="9">
                <a:moveTo>
                  <a:pt x="13" y="1"/>
                </a:moveTo>
                <a:lnTo>
                  <a:pt x="13" y="3"/>
                </a:lnTo>
                <a:lnTo>
                  <a:pt x="13" y="5"/>
                </a:lnTo>
                <a:lnTo>
                  <a:pt x="13" y="6"/>
                </a:lnTo>
                <a:lnTo>
                  <a:pt x="12" y="8"/>
                </a:lnTo>
                <a:lnTo>
                  <a:pt x="9" y="9"/>
                </a:lnTo>
                <a:lnTo>
                  <a:pt x="7" y="9"/>
                </a:lnTo>
                <a:lnTo>
                  <a:pt x="6" y="9"/>
                </a:lnTo>
                <a:lnTo>
                  <a:pt x="4" y="9"/>
                </a:lnTo>
                <a:lnTo>
                  <a:pt x="4" y="8"/>
                </a:lnTo>
                <a:lnTo>
                  <a:pt x="5" y="8"/>
                </a:lnTo>
                <a:lnTo>
                  <a:pt x="7" y="8"/>
                </a:lnTo>
                <a:lnTo>
                  <a:pt x="9" y="7"/>
                </a:lnTo>
                <a:lnTo>
                  <a:pt x="11" y="7"/>
                </a:lnTo>
                <a:lnTo>
                  <a:pt x="11" y="6"/>
                </a:lnTo>
                <a:lnTo>
                  <a:pt x="11" y="5"/>
                </a:lnTo>
                <a:lnTo>
                  <a:pt x="11" y="3"/>
                </a:lnTo>
                <a:lnTo>
                  <a:pt x="11" y="2"/>
                </a:lnTo>
                <a:lnTo>
                  <a:pt x="9" y="2"/>
                </a:lnTo>
                <a:lnTo>
                  <a:pt x="8" y="2"/>
                </a:lnTo>
                <a:lnTo>
                  <a:pt x="7" y="2"/>
                </a:lnTo>
                <a:lnTo>
                  <a:pt x="6" y="2"/>
                </a:lnTo>
                <a:lnTo>
                  <a:pt x="4" y="3"/>
                </a:lnTo>
                <a:lnTo>
                  <a:pt x="3" y="3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7" y="1"/>
                </a:lnTo>
                <a:lnTo>
                  <a:pt x="9" y="0"/>
                </a:lnTo>
                <a:lnTo>
                  <a:pt x="11" y="0"/>
                </a:lnTo>
                <a:lnTo>
                  <a:pt x="1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90" name=""/>
          <p:cNvSpPr/>
          <p:nvPr/>
        </p:nvSpPr>
        <p:spPr>
          <a:xfrm>
            <a:off x="4375800" y="4534560"/>
            <a:ext cx="5400" cy="2160"/>
          </a:xfrm>
          <a:custGeom>
            <a:avLst/>
            <a:gdLst/>
            <a:ahLst/>
            <a:rect l="0" t="0" r="r" b="b"/>
            <a:pathLst>
              <a:path fill="none" w="15" h="6">
                <a:moveTo>
                  <a:pt x="14" y="4"/>
                </a:moveTo>
                <a:lnTo>
                  <a:pt x="13" y="4"/>
                </a:lnTo>
                <a:lnTo>
                  <a:pt x="11" y="4"/>
                </a:lnTo>
                <a:lnTo>
                  <a:pt x="9" y="3"/>
                </a:lnTo>
                <a:lnTo>
                  <a:pt x="8" y="4"/>
                </a:lnTo>
                <a:lnTo>
                  <a:pt x="7" y="4"/>
                </a:lnTo>
                <a:lnTo>
                  <a:pt x="6" y="5"/>
                </a:lnTo>
                <a:lnTo>
                  <a:pt x="3" y="6"/>
                </a:lnTo>
                <a:lnTo>
                  <a:pt x="2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2" y="3"/>
                </a:lnTo>
                <a:lnTo>
                  <a:pt x="5" y="1"/>
                </a:lnTo>
                <a:lnTo>
                  <a:pt x="7" y="1"/>
                </a:lnTo>
                <a:lnTo>
                  <a:pt x="11" y="0"/>
                </a:lnTo>
                <a:lnTo>
                  <a:pt x="12" y="0"/>
                </a:lnTo>
                <a:lnTo>
                  <a:pt x="14" y="0"/>
                </a:lnTo>
                <a:lnTo>
                  <a:pt x="15" y="0"/>
                </a:lnTo>
                <a:lnTo>
                  <a:pt x="15" y="3"/>
                </a:lnTo>
                <a:lnTo>
                  <a:pt x="1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91" name=""/>
          <p:cNvSpPr/>
          <p:nvPr/>
        </p:nvSpPr>
        <p:spPr>
          <a:xfrm>
            <a:off x="4362480" y="4532760"/>
            <a:ext cx="4320" cy="2520"/>
          </a:xfrm>
          <a:custGeom>
            <a:avLst/>
            <a:gdLst/>
            <a:ahLst/>
            <a:rect l="0" t="0" r="r" b="b"/>
            <a:pathLst>
              <a:path fill="none" w="12" h="7">
                <a:moveTo>
                  <a:pt x="4" y="7"/>
                </a:moveTo>
                <a:lnTo>
                  <a:pt x="3" y="7"/>
                </a:lnTo>
                <a:lnTo>
                  <a:pt x="2" y="6"/>
                </a:lnTo>
                <a:lnTo>
                  <a:pt x="0" y="5"/>
                </a:lnTo>
                <a:lnTo>
                  <a:pt x="0" y="4"/>
                </a:lnTo>
                <a:lnTo>
                  <a:pt x="2" y="4"/>
                </a:lnTo>
                <a:lnTo>
                  <a:pt x="3" y="3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0"/>
                </a:lnTo>
                <a:lnTo>
                  <a:pt x="9" y="1"/>
                </a:lnTo>
                <a:lnTo>
                  <a:pt x="10" y="1"/>
                </a:lnTo>
                <a:lnTo>
                  <a:pt x="10" y="3"/>
                </a:lnTo>
                <a:lnTo>
                  <a:pt x="12" y="4"/>
                </a:lnTo>
                <a:lnTo>
                  <a:pt x="10" y="5"/>
                </a:lnTo>
                <a:lnTo>
                  <a:pt x="9" y="6"/>
                </a:lnTo>
                <a:lnTo>
                  <a:pt x="7" y="6"/>
                </a:lnTo>
                <a:lnTo>
                  <a:pt x="6" y="6"/>
                </a:lnTo>
                <a:lnTo>
                  <a:pt x="4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92" name=""/>
          <p:cNvSpPr/>
          <p:nvPr/>
        </p:nvSpPr>
        <p:spPr>
          <a:xfrm>
            <a:off x="4385160" y="45327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5"/>
                </a:move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0"/>
                </a:lnTo>
                <a:lnTo>
                  <a:pt x="1" y="0"/>
                </a:lnTo>
                <a:lnTo>
                  <a:pt x="3" y="1"/>
                </a:lnTo>
                <a:lnTo>
                  <a:pt x="4" y="3"/>
                </a:lnTo>
                <a:lnTo>
                  <a:pt x="4" y="4"/>
                </a:lnTo>
                <a:lnTo>
                  <a:pt x="3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93" name=""/>
          <p:cNvSpPr/>
          <p:nvPr/>
        </p:nvSpPr>
        <p:spPr>
          <a:xfrm>
            <a:off x="4347000" y="45291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2"/>
                </a:move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94" name=""/>
          <p:cNvSpPr/>
          <p:nvPr/>
        </p:nvSpPr>
        <p:spPr>
          <a:xfrm>
            <a:off x="4353480" y="452952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95" name=""/>
          <p:cNvSpPr/>
          <p:nvPr/>
        </p:nvSpPr>
        <p:spPr>
          <a:xfrm>
            <a:off x="4349520" y="452808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4" y="6"/>
                </a:moveTo>
                <a:lnTo>
                  <a:pt x="3" y="6"/>
                </a:lnTo>
                <a:lnTo>
                  <a:pt x="2" y="6"/>
                </a:lnTo>
                <a:lnTo>
                  <a:pt x="2" y="4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4" y="1"/>
                </a:lnTo>
                <a:lnTo>
                  <a:pt x="4" y="2"/>
                </a:lnTo>
                <a:lnTo>
                  <a:pt x="4" y="3"/>
                </a:lnTo>
                <a:lnTo>
                  <a:pt x="6" y="3"/>
                </a:lnTo>
                <a:lnTo>
                  <a:pt x="6" y="4"/>
                </a:lnTo>
                <a:lnTo>
                  <a:pt x="6" y="6"/>
                </a:lnTo>
                <a:lnTo>
                  <a:pt x="4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96" name=""/>
          <p:cNvSpPr/>
          <p:nvPr/>
        </p:nvSpPr>
        <p:spPr>
          <a:xfrm>
            <a:off x="4384440" y="453024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2" y="5"/>
                </a:move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lnTo>
                  <a:pt x="4" y="3"/>
                </a:lnTo>
                <a:lnTo>
                  <a:pt x="4" y="4"/>
                </a:lnTo>
                <a:lnTo>
                  <a:pt x="2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97" name=""/>
          <p:cNvSpPr/>
          <p:nvPr/>
        </p:nvSpPr>
        <p:spPr>
          <a:xfrm>
            <a:off x="4349880" y="4527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98" name=""/>
          <p:cNvSpPr/>
          <p:nvPr/>
        </p:nvSpPr>
        <p:spPr>
          <a:xfrm>
            <a:off x="4350240" y="452592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1" y="3"/>
                </a:moveTo>
                <a:lnTo>
                  <a:pt x="0" y="3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4" y="2"/>
                </a:lnTo>
                <a:lnTo>
                  <a:pt x="3" y="3"/>
                </a:lnTo>
                <a:lnTo>
                  <a:pt x="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99" name=""/>
          <p:cNvSpPr/>
          <p:nvPr/>
        </p:nvSpPr>
        <p:spPr>
          <a:xfrm>
            <a:off x="4354200" y="4525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0" name=""/>
          <p:cNvSpPr/>
          <p:nvPr/>
        </p:nvSpPr>
        <p:spPr>
          <a:xfrm>
            <a:off x="4354200" y="452592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1" name=""/>
          <p:cNvSpPr/>
          <p:nvPr/>
        </p:nvSpPr>
        <p:spPr>
          <a:xfrm>
            <a:off x="4354920" y="4525920"/>
            <a:ext cx="1800" cy="3960"/>
          </a:xfrm>
          <a:custGeom>
            <a:avLst/>
            <a:gdLst/>
            <a:ahLst/>
            <a:rect l="0" t="0" r="r" b="b"/>
            <a:pathLst>
              <a:path fill="none" w="5" h="11">
                <a:moveTo>
                  <a:pt x="2" y="11"/>
                </a:move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2" y="8"/>
                </a:lnTo>
                <a:lnTo>
                  <a:pt x="3" y="8"/>
                </a:ln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2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4" y="2"/>
                </a:lnTo>
                <a:lnTo>
                  <a:pt x="5" y="2"/>
                </a:lnTo>
                <a:lnTo>
                  <a:pt x="5" y="4"/>
                </a:lnTo>
                <a:lnTo>
                  <a:pt x="5" y="5"/>
                </a:lnTo>
                <a:lnTo>
                  <a:pt x="5" y="6"/>
                </a:lnTo>
                <a:lnTo>
                  <a:pt x="4" y="8"/>
                </a:lnTo>
                <a:lnTo>
                  <a:pt x="3" y="9"/>
                </a:lnTo>
                <a:lnTo>
                  <a:pt x="3" y="10"/>
                </a:lnTo>
                <a:lnTo>
                  <a:pt x="2" y="1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2" name=""/>
          <p:cNvSpPr/>
          <p:nvPr/>
        </p:nvSpPr>
        <p:spPr>
          <a:xfrm>
            <a:off x="4353480" y="45252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3" name=""/>
          <p:cNvSpPr/>
          <p:nvPr/>
        </p:nvSpPr>
        <p:spPr>
          <a:xfrm>
            <a:off x="4352040" y="45248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3" y="3"/>
                </a:move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4" name=""/>
          <p:cNvSpPr/>
          <p:nvPr/>
        </p:nvSpPr>
        <p:spPr>
          <a:xfrm>
            <a:off x="4353480" y="45241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5"/>
                </a:moveTo>
                <a:lnTo>
                  <a:pt x="3" y="5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4" y="4"/>
                </a:lnTo>
                <a:lnTo>
                  <a:pt x="4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5" name=""/>
          <p:cNvSpPr/>
          <p:nvPr/>
        </p:nvSpPr>
        <p:spPr>
          <a:xfrm>
            <a:off x="4379400" y="4526280"/>
            <a:ext cx="3240" cy="3240"/>
          </a:xfrm>
          <a:custGeom>
            <a:avLst/>
            <a:gdLst/>
            <a:ahLst/>
            <a:rect l="0" t="0" r="r" b="b"/>
            <a:pathLst>
              <a:path fill="none" w="9" h="9">
                <a:moveTo>
                  <a:pt x="1" y="8"/>
                </a:moveTo>
                <a:lnTo>
                  <a:pt x="1" y="9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4" y="4"/>
                </a:lnTo>
                <a:lnTo>
                  <a:pt x="5" y="2"/>
                </a:lnTo>
                <a:lnTo>
                  <a:pt x="6" y="1"/>
                </a:lnTo>
                <a:lnTo>
                  <a:pt x="8" y="0"/>
                </a:lnTo>
                <a:lnTo>
                  <a:pt x="9" y="1"/>
                </a:lnTo>
                <a:lnTo>
                  <a:pt x="9" y="4"/>
                </a:lnTo>
                <a:lnTo>
                  <a:pt x="8" y="4"/>
                </a:lnTo>
                <a:lnTo>
                  <a:pt x="6" y="5"/>
                </a:lnTo>
                <a:lnTo>
                  <a:pt x="5" y="5"/>
                </a:lnTo>
                <a:lnTo>
                  <a:pt x="3" y="6"/>
                </a:lnTo>
                <a:lnTo>
                  <a:pt x="2" y="7"/>
                </a:lnTo>
                <a:lnTo>
                  <a:pt x="1" y="8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6" name=""/>
          <p:cNvSpPr/>
          <p:nvPr/>
        </p:nvSpPr>
        <p:spPr>
          <a:xfrm>
            <a:off x="4384080" y="45252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7" name=""/>
          <p:cNvSpPr/>
          <p:nvPr/>
        </p:nvSpPr>
        <p:spPr>
          <a:xfrm>
            <a:off x="4386600" y="45212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3"/>
                </a:moveTo>
                <a:lnTo>
                  <a:pt x="3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8" name=""/>
          <p:cNvSpPr/>
          <p:nvPr/>
        </p:nvSpPr>
        <p:spPr>
          <a:xfrm>
            <a:off x="4370040" y="451692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5" y="5"/>
                </a:move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  <a:lnTo>
                  <a:pt x="6" y="5"/>
                </a:lnTo>
                <a:lnTo>
                  <a:pt x="5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9" name=""/>
          <p:cNvSpPr/>
          <p:nvPr/>
        </p:nvSpPr>
        <p:spPr>
          <a:xfrm>
            <a:off x="4515480" y="4532400"/>
            <a:ext cx="2520" cy="3240"/>
          </a:xfrm>
          <a:custGeom>
            <a:avLst/>
            <a:gdLst/>
            <a:ahLst/>
            <a:rect l="0" t="0" r="r" b="b"/>
            <a:pathLst>
              <a:path fill="none" w="7" h="9">
                <a:moveTo>
                  <a:pt x="4" y="8"/>
                </a:moveTo>
                <a:lnTo>
                  <a:pt x="2" y="9"/>
                </a:lnTo>
                <a:lnTo>
                  <a:pt x="1" y="6"/>
                </a:lnTo>
                <a:lnTo>
                  <a:pt x="0" y="4"/>
                </a:lnTo>
                <a:lnTo>
                  <a:pt x="1" y="2"/>
                </a:lnTo>
                <a:lnTo>
                  <a:pt x="2" y="1"/>
                </a:lnTo>
                <a:lnTo>
                  <a:pt x="3" y="0"/>
                </a:lnTo>
                <a:lnTo>
                  <a:pt x="6" y="1"/>
                </a:lnTo>
                <a:lnTo>
                  <a:pt x="7" y="2"/>
                </a:lnTo>
                <a:lnTo>
                  <a:pt x="7" y="4"/>
                </a:lnTo>
                <a:lnTo>
                  <a:pt x="6" y="6"/>
                </a:lnTo>
                <a:lnTo>
                  <a:pt x="4" y="8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0" name=""/>
          <p:cNvSpPr/>
          <p:nvPr/>
        </p:nvSpPr>
        <p:spPr>
          <a:xfrm>
            <a:off x="4391640" y="451692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2" y="6"/>
                </a:move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2" y="2"/>
                </a:lnTo>
                <a:lnTo>
                  <a:pt x="3" y="2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3" y="6"/>
                </a:lnTo>
                <a:lnTo>
                  <a:pt x="2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1" name=""/>
          <p:cNvSpPr/>
          <p:nvPr/>
        </p:nvSpPr>
        <p:spPr>
          <a:xfrm>
            <a:off x="4374360" y="451512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1" y="0"/>
                </a:moveTo>
                <a:lnTo>
                  <a:pt x="1" y="2"/>
                </a:lnTo>
                <a:lnTo>
                  <a:pt x="3" y="0"/>
                </a:lnTo>
                <a:lnTo>
                  <a:pt x="1" y="2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2" name=""/>
          <p:cNvSpPr/>
          <p:nvPr/>
        </p:nvSpPr>
        <p:spPr>
          <a:xfrm>
            <a:off x="4373280" y="4510080"/>
            <a:ext cx="2160" cy="2880"/>
          </a:xfrm>
          <a:custGeom>
            <a:avLst/>
            <a:gdLst/>
            <a:ahLst/>
            <a:rect l="0" t="0" r="r" b="b"/>
            <a:pathLst>
              <a:path fill="none" w="6" h="8">
                <a:moveTo>
                  <a:pt x="4" y="8"/>
                </a:moveTo>
                <a:lnTo>
                  <a:pt x="3" y="8"/>
                </a:lnTo>
                <a:lnTo>
                  <a:pt x="3" y="7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3" y="2"/>
                </a:lnTo>
                <a:lnTo>
                  <a:pt x="4" y="5"/>
                </a:lnTo>
                <a:lnTo>
                  <a:pt x="6" y="6"/>
                </a:lnTo>
                <a:lnTo>
                  <a:pt x="6" y="7"/>
                </a:lnTo>
                <a:lnTo>
                  <a:pt x="6" y="8"/>
                </a:lnTo>
                <a:lnTo>
                  <a:pt x="4" y="8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3" name=""/>
          <p:cNvSpPr/>
          <p:nvPr/>
        </p:nvSpPr>
        <p:spPr>
          <a:xfrm>
            <a:off x="4370040" y="4509360"/>
            <a:ext cx="3240" cy="2160"/>
          </a:xfrm>
          <a:custGeom>
            <a:avLst/>
            <a:gdLst/>
            <a:ahLst/>
            <a:rect l="0" t="0" r="r" b="b"/>
            <a:pathLst>
              <a:path fill="none" w="9" h="6">
                <a:moveTo>
                  <a:pt x="3" y="6"/>
                </a:move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2"/>
                </a:lnTo>
                <a:lnTo>
                  <a:pt x="8" y="2"/>
                </a:lnTo>
                <a:lnTo>
                  <a:pt x="9" y="3"/>
                </a:lnTo>
                <a:lnTo>
                  <a:pt x="9" y="4"/>
                </a:lnTo>
                <a:lnTo>
                  <a:pt x="8" y="4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3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4" name=""/>
          <p:cNvSpPr/>
          <p:nvPr/>
        </p:nvSpPr>
        <p:spPr>
          <a:xfrm>
            <a:off x="4345920" y="45064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5" name=""/>
          <p:cNvSpPr/>
          <p:nvPr/>
        </p:nvSpPr>
        <p:spPr>
          <a:xfrm>
            <a:off x="4345560" y="4504680"/>
            <a:ext cx="3960" cy="2880"/>
          </a:xfrm>
          <a:custGeom>
            <a:avLst/>
            <a:gdLst/>
            <a:ahLst/>
            <a:rect l="0" t="0" r="r" b="b"/>
            <a:pathLst>
              <a:path fill="none" w="11" h="8">
                <a:moveTo>
                  <a:pt x="11" y="2"/>
                </a:moveTo>
                <a:lnTo>
                  <a:pt x="11" y="3"/>
                </a:lnTo>
                <a:lnTo>
                  <a:pt x="11" y="4"/>
                </a:lnTo>
                <a:lnTo>
                  <a:pt x="10" y="4"/>
                </a:lnTo>
                <a:lnTo>
                  <a:pt x="10" y="5"/>
                </a:lnTo>
                <a:lnTo>
                  <a:pt x="9" y="5"/>
                </a:lnTo>
                <a:lnTo>
                  <a:pt x="8" y="5"/>
                </a:lnTo>
                <a:lnTo>
                  <a:pt x="7" y="7"/>
                </a:lnTo>
                <a:lnTo>
                  <a:pt x="6" y="8"/>
                </a:lnTo>
                <a:lnTo>
                  <a:pt x="5" y="8"/>
                </a:lnTo>
                <a:lnTo>
                  <a:pt x="3" y="8"/>
                </a:lnTo>
                <a:lnTo>
                  <a:pt x="3" y="7"/>
                </a:lnTo>
                <a:lnTo>
                  <a:pt x="3" y="5"/>
                </a:lnTo>
                <a:lnTo>
                  <a:pt x="5" y="5"/>
                </a:lnTo>
                <a:lnTo>
                  <a:pt x="6" y="5"/>
                </a:lnTo>
                <a:lnTo>
                  <a:pt x="6" y="4"/>
                </a:lnTo>
                <a:lnTo>
                  <a:pt x="7" y="4"/>
                </a:lnTo>
                <a:lnTo>
                  <a:pt x="8" y="3"/>
                </a:lnTo>
                <a:lnTo>
                  <a:pt x="9" y="3"/>
                </a:lnTo>
                <a:lnTo>
                  <a:pt x="9" y="2"/>
                </a:lnTo>
                <a:lnTo>
                  <a:pt x="8" y="2"/>
                </a:lnTo>
                <a:lnTo>
                  <a:pt x="7" y="2"/>
                </a:lnTo>
                <a:lnTo>
                  <a:pt x="6" y="3"/>
                </a:lnTo>
                <a:lnTo>
                  <a:pt x="5" y="3"/>
                </a:lnTo>
                <a:lnTo>
                  <a:pt x="3" y="3"/>
                </a:lnTo>
                <a:lnTo>
                  <a:pt x="2" y="4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5" y="2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0"/>
                </a:lnTo>
                <a:lnTo>
                  <a:pt x="9" y="1"/>
                </a:lnTo>
                <a:lnTo>
                  <a:pt x="10" y="1"/>
                </a:lnTo>
                <a:lnTo>
                  <a:pt x="1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6" name=""/>
          <p:cNvSpPr/>
          <p:nvPr/>
        </p:nvSpPr>
        <p:spPr>
          <a:xfrm>
            <a:off x="4288680" y="4465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7" name=""/>
          <p:cNvSpPr/>
          <p:nvPr/>
        </p:nvSpPr>
        <p:spPr>
          <a:xfrm>
            <a:off x="4279680" y="44643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8" name=""/>
          <p:cNvSpPr/>
          <p:nvPr/>
        </p:nvSpPr>
        <p:spPr>
          <a:xfrm>
            <a:off x="4287600" y="4464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9" name=""/>
          <p:cNvSpPr/>
          <p:nvPr/>
        </p:nvSpPr>
        <p:spPr>
          <a:xfrm>
            <a:off x="4277880" y="44636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1"/>
                </a:move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2" y="0"/>
                </a:lnTo>
                <a:lnTo>
                  <a:pt x="4" y="1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0" name=""/>
          <p:cNvSpPr/>
          <p:nvPr/>
        </p:nvSpPr>
        <p:spPr>
          <a:xfrm>
            <a:off x="4281840" y="44636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1" name=""/>
          <p:cNvSpPr/>
          <p:nvPr/>
        </p:nvSpPr>
        <p:spPr>
          <a:xfrm>
            <a:off x="4290840" y="44607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2" name=""/>
          <p:cNvSpPr/>
          <p:nvPr/>
        </p:nvSpPr>
        <p:spPr>
          <a:xfrm>
            <a:off x="4309920" y="4448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3" name=""/>
          <p:cNvSpPr/>
          <p:nvPr/>
        </p:nvSpPr>
        <p:spPr>
          <a:xfrm>
            <a:off x="4313880" y="44478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2" y="1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4" name=""/>
          <p:cNvSpPr/>
          <p:nvPr/>
        </p:nvSpPr>
        <p:spPr>
          <a:xfrm>
            <a:off x="4313880" y="44470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4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5" name=""/>
          <p:cNvSpPr/>
          <p:nvPr/>
        </p:nvSpPr>
        <p:spPr>
          <a:xfrm>
            <a:off x="4316760" y="44301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6" name=""/>
          <p:cNvSpPr/>
          <p:nvPr/>
        </p:nvSpPr>
        <p:spPr>
          <a:xfrm>
            <a:off x="4318560" y="4427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7" name=""/>
          <p:cNvSpPr/>
          <p:nvPr/>
        </p:nvSpPr>
        <p:spPr>
          <a:xfrm>
            <a:off x="4255200" y="4423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8" name=""/>
          <p:cNvSpPr/>
          <p:nvPr/>
        </p:nvSpPr>
        <p:spPr>
          <a:xfrm>
            <a:off x="4421880" y="4426920"/>
            <a:ext cx="4320" cy="3600"/>
          </a:xfrm>
          <a:custGeom>
            <a:avLst/>
            <a:gdLst/>
            <a:ahLst/>
            <a:rect l="0" t="0" r="r" b="b"/>
            <a:pathLst>
              <a:path fill="none" w="12" h="10">
                <a:moveTo>
                  <a:pt x="6" y="10"/>
                </a:moveTo>
                <a:lnTo>
                  <a:pt x="4" y="10"/>
                </a:lnTo>
                <a:lnTo>
                  <a:pt x="3" y="9"/>
                </a:lnTo>
                <a:lnTo>
                  <a:pt x="1" y="8"/>
                </a:lnTo>
                <a:lnTo>
                  <a:pt x="0" y="5"/>
                </a:lnTo>
                <a:lnTo>
                  <a:pt x="0" y="1"/>
                </a:lnTo>
                <a:lnTo>
                  <a:pt x="2" y="1"/>
                </a:lnTo>
                <a:lnTo>
                  <a:pt x="4" y="0"/>
                </a:lnTo>
                <a:lnTo>
                  <a:pt x="7" y="0"/>
                </a:lnTo>
                <a:lnTo>
                  <a:pt x="9" y="1"/>
                </a:lnTo>
                <a:lnTo>
                  <a:pt x="12" y="1"/>
                </a:lnTo>
                <a:lnTo>
                  <a:pt x="12" y="4"/>
                </a:lnTo>
                <a:lnTo>
                  <a:pt x="12" y="6"/>
                </a:lnTo>
                <a:lnTo>
                  <a:pt x="11" y="8"/>
                </a:lnTo>
                <a:lnTo>
                  <a:pt x="8" y="9"/>
                </a:lnTo>
                <a:lnTo>
                  <a:pt x="6" y="1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9" name=""/>
          <p:cNvSpPr/>
          <p:nvPr/>
        </p:nvSpPr>
        <p:spPr>
          <a:xfrm>
            <a:off x="4271400" y="441072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1" y="0"/>
                </a:move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30" name=""/>
          <p:cNvSpPr/>
          <p:nvPr/>
        </p:nvSpPr>
        <p:spPr>
          <a:xfrm>
            <a:off x="4395240" y="441612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5" y="7"/>
                </a:moveTo>
                <a:lnTo>
                  <a:pt x="3" y="7"/>
                </a:lnTo>
                <a:lnTo>
                  <a:pt x="2" y="7"/>
                </a:lnTo>
                <a:lnTo>
                  <a:pt x="1" y="7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1"/>
                </a:lnTo>
                <a:lnTo>
                  <a:pt x="7" y="2"/>
                </a:lnTo>
                <a:lnTo>
                  <a:pt x="7" y="4"/>
                </a:lnTo>
                <a:lnTo>
                  <a:pt x="6" y="5"/>
                </a:lnTo>
                <a:lnTo>
                  <a:pt x="5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31" name=""/>
          <p:cNvSpPr/>
          <p:nvPr/>
        </p:nvSpPr>
        <p:spPr>
          <a:xfrm>
            <a:off x="4337640" y="44020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32" name=""/>
          <p:cNvSpPr/>
          <p:nvPr/>
        </p:nvSpPr>
        <p:spPr>
          <a:xfrm>
            <a:off x="4316400" y="43981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33" name=""/>
          <p:cNvSpPr/>
          <p:nvPr/>
        </p:nvSpPr>
        <p:spPr>
          <a:xfrm>
            <a:off x="4305960" y="4395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34" name=""/>
          <p:cNvSpPr/>
          <p:nvPr/>
        </p:nvSpPr>
        <p:spPr>
          <a:xfrm>
            <a:off x="4253760" y="4393080"/>
            <a:ext cx="79200" cy="73800"/>
          </a:xfrm>
          <a:custGeom>
            <a:avLst/>
            <a:gdLst/>
            <a:ahLst/>
            <a:rect l="0" t="0" r="r" b="b"/>
            <a:pathLst>
              <a:path fill="none" w="220" h="205">
                <a:moveTo>
                  <a:pt x="189" y="3"/>
                </a:moveTo>
                <a:lnTo>
                  <a:pt x="189" y="6"/>
                </a:lnTo>
                <a:lnTo>
                  <a:pt x="190" y="8"/>
                </a:lnTo>
                <a:lnTo>
                  <a:pt x="190" y="9"/>
                </a:lnTo>
                <a:lnTo>
                  <a:pt x="192" y="10"/>
                </a:lnTo>
                <a:lnTo>
                  <a:pt x="192" y="11"/>
                </a:lnTo>
                <a:lnTo>
                  <a:pt x="193" y="11"/>
                </a:lnTo>
                <a:lnTo>
                  <a:pt x="193" y="12"/>
                </a:lnTo>
                <a:lnTo>
                  <a:pt x="194" y="12"/>
                </a:lnTo>
                <a:lnTo>
                  <a:pt x="195" y="12"/>
                </a:lnTo>
                <a:lnTo>
                  <a:pt x="195" y="13"/>
                </a:lnTo>
                <a:lnTo>
                  <a:pt x="195" y="14"/>
                </a:lnTo>
                <a:lnTo>
                  <a:pt x="197" y="15"/>
                </a:lnTo>
                <a:lnTo>
                  <a:pt x="199" y="15"/>
                </a:lnTo>
                <a:lnTo>
                  <a:pt x="199" y="16"/>
                </a:lnTo>
                <a:lnTo>
                  <a:pt x="200" y="16"/>
                </a:lnTo>
                <a:lnTo>
                  <a:pt x="201" y="16"/>
                </a:lnTo>
                <a:lnTo>
                  <a:pt x="201" y="17"/>
                </a:lnTo>
                <a:lnTo>
                  <a:pt x="202" y="17"/>
                </a:lnTo>
                <a:lnTo>
                  <a:pt x="202" y="16"/>
                </a:lnTo>
                <a:lnTo>
                  <a:pt x="202" y="17"/>
                </a:lnTo>
                <a:lnTo>
                  <a:pt x="203" y="17"/>
                </a:lnTo>
                <a:lnTo>
                  <a:pt x="204" y="17"/>
                </a:lnTo>
                <a:lnTo>
                  <a:pt x="205" y="17"/>
                </a:lnTo>
                <a:lnTo>
                  <a:pt x="206" y="16"/>
                </a:lnTo>
                <a:lnTo>
                  <a:pt x="207" y="16"/>
                </a:lnTo>
                <a:lnTo>
                  <a:pt x="208" y="16"/>
                </a:lnTo>
                <a:lnTo>
                  <a:pt x="208" y="15"/>
                </a:lnTo>
                <a:lnTo>
                  <a:pt x="209" y="15"/>
                </a:lnTo>
                <a:lnTo>
                  <a:pt x="210" y="15"/>
                </a:lnTo>
                <a:lnTo>
                  <a:pt x="210" y="16"/>
                </a:lnTo>
                <a:lnTo>
                  <a:pt x="211" y="19"/>
                </a:lnTo>
                <a:lnTo>
                  <a:pt x="211" y="20"/>
                </a:lnTo>
                <a:lnTo>
                  <a:pt x="212" y="21"/>
                </a:lnTo>
                <a:lnTo>
                  <a:pt x="212" y="22"/>
                </a:lnTo>
                <a:lnTo>
                  <a:pt x="212" y="23"/>
                </a:lnTo>
                <a:lnTo>
                  <a:pt x="212" y="24"/>
                </a:lnTo>
                <a:lnTo>
                  <a:pt x="213" y="25"/>
                </a:lnTo>
                <a:lnTo>
                  <a:pt x="213" y="26"/>
                </a:lnTo>
                <a:lnTo>
                  <a:pt x="213" y="27"/>
                </a:lnTo>
                <a:lnTo>
                  <a:pt x="214" y="28"/>
                </a:lnTo>
                <a:lnTo>
                  <a:pt x="214" y="29"/>
                </a:lnTo>
                <a:lnTo>
                  <a:pt x="214" y="30"/>
                </a:lnTo>
                <a:lnTo>
                  <a:pt x="215" y="32"/>
                </a:lnTo>
                <a:lnTo>
                  <a:pt x="215" y="33"/>
                </a:lnTo>
                <a:lnTo>
                  <a:pt x="215" y="34"/>
                </a:lnTo>
                <a:lnTo>
                  <a:pt x="215" y="35"/>
                </a:lnTo>
                <a:lnTo>
                  <a:pt x="215" y="37"/>
                </a:lnTo>
                <a:lnTo>
                  <a:pt x="216" y="39"/>
                </a:lnTo>
                <a:lnTo>
                  <a:pt x="216" y="42"/>
                </a:lnTo>
                <a:lnTo>
                  <a:pt x="216" y="43"/>
                </a:lnTo>
                <a:lnTo>
                  <a:pt x="216" y="44"/>
                </a:lnTo>
                <a:lnTo>
                  <a:pt x="216" y="46"/>
                </a:lnTo>
                <a:lnTo>
                  <a:pt x="216" y="47"/>
                </a:lnTo>
                <a:lnTo>
                  <a:pt x="217" y="49"/>
                </a:lnTo>
                <a:lnTo>
                  <a:pt x="217" y="48"/>
                </a:lnTo>
                <a:lnTo>
                  <a:pt x="218" y="49"/>
                </a:lnTo>
                <a:lnTo>
                  <a:pt x="218" y="50"/>
                </a:lnTo>
                <a:lnTo>
                  <a:pt x="218" y="51"/>
                </a:lnTo>
                <a:lnTo>
                  <a:pt x="218" y="52"/>
                </a:lnTo>
                <a:lnTo>
                  <a:pt x="219" y="52"/>
                </a:lnTo>
                <a:lnTo>
                  <a:pt x="219" y="53"/>
                </a:lnTo>
                <a:lnTo>
                  <a:pt x="219" y="52"/>
                </a:lnTo>
                <a:lnTo>
                  <a:pt x="220" y="53"/>
                </a:lnTo>
                <a:lnTo>
                  <a:pt x="219" y="53"/>
                </a:lnTo>
                <a:lnTo>
                  <a:pt x="218" y="53"/>
                </a:lnTo>
                <a:lnTo>
                  <a:pt x="217" y="53"/>
                </a:lnTo>
                <a:lnTo>
                  <a:pt x="214" y="53"/>
                </a:lnTo>
                <a:lnTo>
                  <a:pt x="213" y="55"/>
                </a:lnTo>
                <a:lnTo>
                  <a:pt x="212" y="56"/>
                </a:lnTo>
                <a:lnTo>
                  <a:pt x="211" y="57"/>
                </a:lnTo>
                <a:lnTo>
                  <a:pt x="210" y="58"/>
                </a:lnTo>
                <a:lnTo>
                  <a:pt x="209" y="58"/>
                </a:lnTo>
                <a:lnTo>
                  <a:pt x="208" y="58"/>
                </a:lnTo>
                <a:lnTo>
                  <a:pt x="208" y="59"/>
                </a:lnTo>
                <a:lnTo>
                  <a:pt x="208" y="60"/>
                </a:lnTo>
                <a:lnTo>
                  <a:pt x="207" y="60"/>
                </a:lnTo>
                <a:lnTo>
                  <a:pt x="207" y="61"/>
                </a:lnTo>
                <a:lnTo>
                  <a:pt x="206" y="61"/>
                </a:lnTo>
                <a:lnTo>
                  <a:pt x="205" y="62"/>
                </a:lnTo>
                <a:lnTo>
                  <a:pt x="205" y="63"/>
                </a:lnTo>
                <a:lnTo>
                  <a:pt x="204" y="63"/>
                </a:lnTo>
                <a:lnTo>
                  <a:pt x="204" y="64"/>
                </a:lnTo>
                <a:lnTo>
                  <a:pt x="204" y="65"/>
                </a:lnTo>
                <a:lnTo>
                  <a:pt x="203" y="65"/>
                </a:lnTo>
                <a:lnTo>
                  <a:pt x="202" y="64"/>
                </a:lnTo>
                <a:lnTo>
                  <a:pt x="202" y="63"/>
                </a:lnTo>
                <a:lnTo>
                  <a:pt x="201" y="62"/>
                </a:lnTo>
                <a:lnTo>
                  <a:pt x="201" y="61"/>
                </a:lnTo>
                <a:lnTo>
                  <a:pt x="201" y="62"/>
                </a:lnTo>
                <a:lnTo>
                  <a:pt x="202" y="62"/>
                </a:lnTo>
                <a:lnTo>
                  <a:pt x="201" y="61"/>
                </a:lnTo>
                <a:lnTo>
                  <a:pt x="200" y="61"/>
                </a:lnTo>
                <a:lnTo>
                  <a:pt x="200" y="60"/>
                </a:lnTo>
                <a:lnTo>
                  <a:pt x="200" y="59"/>
                </a:lnTo>
                <a:lnTo>
                  <a:pt x="201" y="59"/>
                </a:lnTo>
                <a:lnTo>
                  <a:pt x="201" y="58"/>
                </a:lnTo>
                <a:lnTo>
                  <a:pt x="200" y="58"/>
                </a:lnTo>
                <a:lnTo>
                  <a:pt x="200" y="57"/>
                </a:lnTo>
                <a:lnTo>
                  <a:pt x="201" y="56"/>
                </a:lnTo>
                <a:lnTo>
                  <a:pt x="202" y="56"/>
                </a:lnTo>
                <a:lnTo>
                  <a:pt x="203" y="56"/>
                </a:lnTo>
                <a:lnTo>
                  <a:pt x="204" y="56"/>
                </a:lnTo>
                <a:lnTo>
                  <a:pt x="204" y="55"/>
                </a:lnTo>
                <a:lnTo>
                  <a:pt x="205" y="55"/>
                </a:lnTo>
                <a:lnTo>
                  <a:pt x="205" y="53"/>
                </a:lnTo>
                <a:lnTo>
                  <a:pt x="206" y="52"/>
                </a:lnTo>
                <a:lnTo>
                  <a:pt x="207" y="52"/>
                </a:lnTo>
                <a:lnTo>
                  <a:pt x="206" y="52"/>
                </a:lnTo>
                <a:lnTo>
                  <a:pt x="205" y="52"/>
                </a:lnTo>
                <a:lnTo>
                  <a:pt x="205" y="53"/>
                </a:lnTo>
                <a:lnTo>
                  <a:pt x="205" y="55"/>
                </a:lnTo>
                <a:lnTo>
                  <a:pt x="204" y="55"/>
                </a:lnTo>
                <a:lnTo>
                  <a:pt x="203" y="55"/>
                </a:lnTo>
                <a:lnTo>
                  <a:pt x="203" y="54"/>
                </a:lnTo>
                <a:lnTo>
                  <a:pt x="201" y="54"/>
                </a:lnTo>
                <a:lnTo>
                  <a:pt x="199" y="54"/>
                </a:lnTo>
                <a:lnTo>
                  <a:pt x="199" y="55"/>
                </a:lnTo>
                <a:lnTo>
                  <a:pt x="198" y="55"/>
                </a:lnTo>
                <a:lnTo>
                  <a:pt x="197" y="55"/>
                </a:lnTo>
                <a:lnTo>
                  <a:pt x="197" y="54"/>
                </a:lnTo>
                <a:lnTo>
                  <a:pt x="196" y="54"/>
                </a:lnTo>
                <a:lnTo>
                  <a:pt x="196" y="55"/>
                </a:lnTo>
                <a:lnTo>
                  <a:pt x="195" y="55"/>
                </a:lnTo>
                <a:lnTo>
                  <a:pt x="194" y="55"/>
                </a:lnTo>
                <a:lnTo>
                  <a:pt x="195" y="55"/>
                </a:lnTo>
                <a:lnTo>
                  <a:pt x="196" y="55"/>
                </a:lnTo>
                <a:lnTo>
                  <a:pt x="196" y="56"/>
                </a:lnTo>
                <a:lnTo>
                  <a:pt x="197" y="56"/>
                </a:lnTo>
                <a:lnTo>
                  <a:pt x="198" y="58"/>
                </a:lnTo>
                <a:lnTo>
                  <a:pt x="199" y="58"/>
                </a:lnTo>
                <a:lnTo>
                  <a:pt x="199" y="59"/>
                </a:lnTo>
                <a:lnTo>
                  <a:pt x="199" y="60"/>
                </a:lnTo>
                <a:lnTo>
                  <a:pt x="200" y="61"/>
                </a:lnTo>
                <a:lnTo>
                  <a:pt x="201" y="63"/>
                </a:lnTo>
                <a:lnTo>
                  <a:pt x="201" y="64"/>
                </a:lnTo>
                <a:lnTo>
                  <a:pt x="200" y="64"/>
                </a:lnTo>
                <a:lnTo>
                  <a:pt x="200" y="63"/>
                </a:lnTo>
                <a:lnTo>
                  <a:pt x="199" y="63"/>
                </a:lnTo>
                <a:lnTo>
                  <a:pt x="199" y="64"/>
                </a:lnTo>
                <a:lnTo>
                  <a:pt x="198" y="65"/>
                </a:lnTo>
                <a:lnTo>
                  <a:pt x="198" y="66"/>
                </a:lnTo>
                <a:lnTo>
                  <a:pt x="199" y="67"/>
                </a:lnTo>
                <a:lnTo>
                  <a:pt x="198" y="69"/>
                </a:lnTo>
                <a:lnTo>
                  <a:pt x="197" y="69"/>
                </a:lnTo>
                <a:lnTo>
                  <a:pt x="197" y="70"/>
                </a:lnTo>
                <a:lnTo>
                  <a:pt x="196" y="71"/>
                </a:lnTo>
                <a:lnTo>
                  <a:pt x="195" y="71"/>
                </a:lnTo>
                <a:lnTo>
                  <a:pt x="195" y="72"/>
                </a:lnTo>
                <a:lnTo>
                  <a:pt x="194" y="72"/>
                </a:lnTo>
                <a:lnTo>
                  <a:pt x="195" y="72"/>
                </a:lnTo>
                <a:lnTo>
                  <a:pt x="195" y="73"/>
                </a:lnTo>
                <a:lnTo>
                  <a:pt x="195" y="74"/>
                </a:lnTo>
                <a:lnTo>
                  <a:pt x="194" y="74"/>
                </a:lnTo>
                <a:lnTo>
                  <a:pt x="194" y="75"/>
                </a:lnTo>
                <a:lnTo>
                  <a:pt x="192" y="76"/>
                </a:lnTo>
                <a:lnTo>
                  <a:pt x="192" y="77"/>
                </a:lnTo>
                <a:lnTo>
                  <a:pt x="192" y="76"/>
                </a:lnTo>
                <a:lnTo>
                  <a:pt x="192" y="77"/>
                </a:lnTo>
                <a:lnTo>
                  <a:pt x="191" y="76"/>
                </a:lnTo>
                <a:lnTo>
                  <a:pt x="190" y="76"/>
                </a:lnTo>
                <a:lnTo>
                  <a:pt x="189" y="76"/>
                </a:lnTo>
                <a:lnTo>
                  <a:pt x="188" y="77"/>
                </a:lnTo>
                <a:lnTo>
                  <a:pt x="187" y="78"/>
                </a:lnTo>
                <a:lnTo>
                  <a:pt x="186" y="79"/>
                </a:lnTo>
                <a:lnTo>
                  <a:pt x="186" y="81"/>
                </a:lnTo>
                <a:lnTo>
                  <a:pt x="186" y="82"/>
                </a:lnTo>
                <a:lnTo>
                  <a:pt x="186" y="83"/>
                </a:lnTo>
                <a:lnTo>
                  <a:pt x="187" y="83"/>
                </a:lnTo>
                <a:lnTo>
                  <a:pt x="187" y="84"/>
                </a:lnTo>
                <a:lnTo>
                  <a:pt x="187" y="85"/>
                </a:lnTo>
                <a:lnTo>
                  <a:pt x="187" y="86"/>
                </a:lnTo>
                <a:lnTo>
                  <a:pt x="186" y="86"/>
                </a:lnTo>
                <a:lnTo>
                  <a:pt x="185" y="87"/>
                </a:lnTo>
                <a:lnTo>
                  <a:pt x="184" y="86"/>
                </a:lnTo>
                <a:lnTo>
                  <a:pt x="183" y="87"/>
                </a:lnTo>
                <a:lnTo>
                  <a:pt x="183" y="88"/>
                </a:lnTo>
                <a:lnTo>
                  <a:pt x="183" y="89"/>
                </a:lnTo>
                <a:lnTo>
                  <a:pt x="183" y="90"/>
                </a:lnTo>
                <a:lnTo>
                  <a:pt x="183" y="91"/>
                </a:lnTo>
                <a:lnTo>
                  <a:pt x="183" y="92"/>
                </a:lnTo>
                <a:lnTo>
                  <a:pt x="182" y="94"/>
                </a:lnTo>
                <a:lnTo>
                  <a:pt x="181" y="94"/>
                </a:lnTo>
                <a:lnTo>
                  <a:pt x="182" y="95"/>
                </a:lnTo>
                <a:lnTo>
                  <a:pt x="181" y="96"/>
                </a:lnTo>
                <a:lnTo>
                  <a:pt x="181" y="97"/>
                </a:lnTo>
                <a:lnTo>
                  <a:pt x="181" y="98"/>
                </a:lnTo>
                <a:lnTo>
                  <a:pt x="180" y="98"/>
                </a:lnTo>
                <a:lnTo>
                  <a:pt x="180" y="99"/>
                </a:lnTo>
                <a:lnTo>
                  <a:pt x="179" y="99"/>
                </a:lnTo>
                <a:lnTo>
                  <a:pt x="179" y="100"/>
                </a:lnTo>
                <a:lnTo>
                  <a:pt x="179" y="101"/>
                </a:lnTo>
                <a:lnTo>
                  <a:pt x="179" y="102"/>
                </a:lnTo>
                <a:lnTo>
                  <a:pt x="178" y="102"/>
                </a:lnTo>
                <a:lnTo>
                  <a:pt x="177" y="102"/>
                </a:lnTo>
                <a:lnTo>
                  <a:pt x="177" y="103"/>
                </a:lnTo>
                <a:lnTo>
                  <a:pt x="176" y="103"/>
                </a:lnTo>
                <a:lnTo>
                  <a:pt x="176" y="104"/>
                </a:lnTo>
                <a:lnTo>
                  <a:pt x="176" y="105"/>
                </a:lnTo>
                <a:lnTo>
                  <a:pt x="176" y="106"/>
                </a:lnTo>
                <a:lnTo>
                  <a:pt x="177" y="106"/>
                </a:lnTo>
                <a:lnTo>
                  <a:pt x="176" y="107"/>
                </a:lnTo>
                <a:lnTo>
                  <a:pt x="175" y="107"/>
                </a:lnTo>
                <a:lnTo>
                  <a:pt x="175" y="108"/>
                </a:lnTo>
                <a:lnTo>
                  <a:pt x="176" y="108"/>
                </a:lnTo>
                <a:lnTo>
                  <a:pt x="176" y="109"/>
                </a:lnTo>
                <a:lnTo>
                  <a:pt x="176" y="108"/>
                </a:lnTo>
                <a:lnTo>
                  <a:pt x="177" y="108"/>
                </a:lnTo>
                <a:lnTo>
                  <a:pt x="177" y="107"/>
                </a:lnTo>
                <a:lnTo>
                  <a:pt x="176" y="107"/>
                </a:lnTo>
                <a:lnTo>
                  <a:pt x="177" y="107"/>
                </a:lnTo>
                <a:lnTo>
                  <a:pt x="177" y="105"/>
                </a:lnTo>
                <a:lnTo>
                  <a:pt x="178" y="105"/>
                </a:lnTo>
                <a:lnTo>
                  <a:pt x="178" y="106"/>
                </a:lnTo>
                <a:lnTo>
                  <a:pt x="177" y="107"/>
                </a:lnTo>
                <a:lnTo>
                  <a:pt x="177" y="108"/>
                </a:lnTo>
                <a:lnTo>
                  <a:pt x="177" y="109"/>
                </a:lnTo>
                <a:lnTo>
                  <a:pt x="177" y="110"/>
                </a:lnTo>
                <a:lnTo>
                  <a:pt x="177" y="112"/>
                </a:lnTo>
                <a:lnTo>
                  <a:pt x="177" y="113"/>
                </a:lnTo>
                <a:lnTo>
                  <a:pt x="177" y="114"/>
                </a:lnTo>
                <a:lnTo>
                  <a:pt x="176" y="114"/>
                </a:lnTo>
                <a:lnTo>
                  <a:pt x="175" y="114"/>
                </a:lnTo>
                <a:lnTo>
                  <a:pt x="174" y="115"/>
                </a:lnTo>
                <a:lnTo>
                  <a:pt x="174" y="116"/>
                </a:lnTo>
                <a:lnTo>
                  <a:pt x="174" y="117"/>
                </a:lnTo>
                <a:lnTo>
                  <a:pt x="173" y="117"/>
                </a:lnTo>
                <a:lnTo>
                  <a:pt x="173" y="118"/>
                </a:lnTo>
                <a:lnTo>
                  <a:pt x="172" y="119"/>
                </a:lnTo>
                <a:lnTo>
                  <a:pt x="172" y="120"/>
                </a:lnTo>
                <a:lnTo>
                  <a:pt x="172" y="121"/>
                </a:lnTo>
                <a:lnTo>
                  <a:pt x="172" y="123"/>
                </a:lnTo>
                <a:lnTo>
                  <a:pt x="172" y="125"/>
                </a:lnTo>
                <a:lnTo>
                  <a:pt x="172" y="127"/>
                </a:lnTo>
                <a:lnTo>
                  <a:pt x="172" y="128"/>
                </a:lnTo>
                <a:lnTo>
                  <a:pt x="172" y="129"/>
                </a:lnTo>
                <a:lnTo>
                  <a:pt x="172" y="130"/>
                </a:lnTo>
                <a:lnTo>
                  <a:pt x="172" y="129"/>
                </a:lnTo>
                <a:lnTo>
                  <a:pt x="171" y="129"/>
                </a:lnTo>
                <a:lnTo>
                  <a:pt x="170" y="130"/>
                </a:lnTo>
                <a:lnTo>
                  <a:pt x="169" y="130"/>
                </a:lnTo>
                <a:lnTo>
                  <a:pt x="169" y="131"/>
                </a:lnTo>
                <a:lnTo>
                  <a:pt x="168" y="132"/>
                </a:lnTo>
                <a:lnTo>
                  <a:pt x="168" y="131"/>
                </a:lnTo>
                <a:lnTo>
                  <a:pt x="167" y="131"/>
                </a:lnTo>
                <a:lnTo>
                  <a:pt x="168" y="132"/>
                </a:lnTo>
                <a:lnTo>
                  <a:pt x="168" y="133"/>
                </a:lnTo>
                <a:lnTo>
                  <a:pt x="168" y="134"/>
                </a:lnTo>
                <a:lnTo>
                  <a:pt x="167" y="135"/>
                </a:lnTo>
                <a:lnTo>
                  <a:pt x="166" y="135"/>
                </a:lnTo>
                <a:lnTo>
                  <a:pt x="165" y="135"/>
                </a:lnTo>
                <a:lnTo>
                  <a:pt x="165" y="136"/>
                </a:lnTo>
                <a:lnTo>
                  <a:pt x="165" y="137"/>
                </a:lnTo>
                <a:lnTo>
                  <a:pt x="165" y="138"/>
                </a:lnTo>
                <a:lnTo>
                  <a:pt x="166" y="138"/>
                </a:lnTo>
                <a:lnTo>
                  <a:pt x="167" y="138"/>
                </a:lnTo>
                <a:lnTo>
                  <a:pt x="168" y="138"/>
                </a:lnTo>
                <a:lnTo>
                  <a:pt x="168" y="140"/>
                </a:lnTo>
                <a:lnTo>
                  <a:pt x="169" y="140"/>
                </a:lnTo>
                <a:lnTo>
                  <a:pt x="170" y="140"/>
                </a:lnTo>
                <a:lnTo>
                  <a:pt x="170" y="141"/>
                </a:lnTo>
                <a:lnTo>
                  <a:pt x="170" y="140"/>
                </a:lnTo>
                <a:lnTo>
                  <a:pt x="171" y="140"/>
                </a:lnTo>
                <a:lnTo>
                  <a:pt x="172" y="140"/>
                </a:lnTo>
                <a:lnTo>
                  <a:pt x="172" y="138"/>
                </a:lnTo>
                <a:lnTo>
                  <a:pt x="171" y="138"/>
                </a:lnTo>
                <a:lnTo>
                  <a:pt x="171" y="137"/>
                </a:lnTo>
                <a:lnTo>
                  <a:pt x="171" y="136"/>
                </a:lnTo>
                <a:lnTo>
                  <a:pt x="171" y="135"/>
                </a:lnTo>
                <a:lnTo>
                  <a:pt x="170" y="134"/>
                </a:lnTo>
                <a:lnTo>
                  <a:pt x="170" y="133"/>
                </a:lnTo>
                <a:lnTo>
                  <a:pt x="170" y="131"/>
                </a:lnTo>
                <a:lnTo>
                  <a:pt x="170" y="130"/>
                </a:lnTo>
                <a:lnTo>
                  <a:pt x="171" y="130"/>
                </a:lnTo>
                <a:lnTo>
                  <a:pt x="171" y="129"/>
                </a:lnTo>
                <a:lnTo>
                  <a:pt x="171" y="130"/>
                </a:lnTo>
                <a:lnTo>
                  <a:pt x="172" y="130"/>
                </a:lnTo>
                <a:lnTo>
                  <a:pt x="172" y="132"/>
                </a:lnTo>
                <a:lnTo>
                  <a:pt x="172" y="133"/>
                </a:lnTo>
                <a:lnTo>
                  <a:pt x="172" y="134"/>
                </a:lnTo>
                <a:lnTo>
                  <a:pt x="172" y="136"/>
                </a:lnTo>
                <a:lnTo>
                  <a:pt x="173" y="137"/>
                </a:lnTo>
                <a:lnTo>
                  <a:pt x="173" y="138"/>
                </a:lnTo>
                <a:lnTo>
                  <a:pt x="173" y="140"/>
                </a:lnTo>
                <a:lnTo>
                  <a:pt x="174" y="141"/>
                </a:lnTo>
                <a:lnTo>
                  <a:pt x="174" y="142"/>
                </a:lnTo>
                <a:lnTo>
                  <a:pt x="174" y="141"/>
                </a:lnTo>
                <a:lnTo>
                  <a:pt x="173" y="141"/>
                </a:lnTo>
                <a:lnTo>
                  <a:pt x="172" y="142"/>
                </a:lnTo>
                <a:lnTo>
                  <a:pt x="172" y="143"/>
                </a:lnTo>
                <a:lnTo>
                  <a:pt x="172" y="142"/>
                </a:lnTo>
                <a:lnTo>
                  <a:pt x="171" y="142"/>
                </a:lnTo>
                <a:lnTo>
                  <a:pt x="170" y="142"/>
                </a:lnTo>
                <a:lnTo>
                  <a:pt x="170" y="143"/>
                </a:lnTo>
                <a:lnTo>
                  <a:pt x="169" y="142"/>
                </a:lnTo>
                <a:lnTo>
                  <a:pt x="168" y="142"/>
                </a:lnTo>
                <a:lnTo>
                  <a:pt x="167" y="143"/>
                </a:lnTo>
                <a:lnTo>
                  <a:pt x="167" y="144"/>
                </a:lnTo>
                <a:lnTo>
                  <a:pt x="167" y="145"/>
                </a:lnTo>
                <a:lnTo>
                  <a:pt x="166" y="146"/>
                </a:lnTo>
                <a:lnTo>
                  <a:pt x="166" y="147"/>
                </a:lnTo>
                <a:lnTo>
                  <a:pt x="165" y="147"/>
                </a:lnTo>
                <a:lnTo>
                  <a:pt x="165" y="148"/>
                </a:lnTo>
                <a:lnTo>
                  <a:pt x="164" y="149"/>
                </a:lnTo>
                <a:lnTo>
                  <a:pt x="164" y="151"/>
                </a:lnTo>
                <a:lnTo>
                  <a:pt x="164" y="152"/>
                </a:lnTo>
                <a:lnTo>
                  <a:pt x="163" y="153"/>
                </a:lnTo>
                <a:lnTo>
                  <a:pt x="163" y="154"/>
                </a:lnTo>
                <a:lnTo>
                  <a:pt x="162" y="154"/>
                </a:lnTo>
                <a:lnTo>
                  <a:pt x="162" y="153"/>
                </a:lnTo>
                <a:lnTo>
                  <a:pt x="161" y="153"/>
                </a:lnTo>
                <a:lnTo>
                  <a:pt x="160" y="153"/>
                </a:lnTo>
                <a:lnTo>
                  <a:pt x="159" y="153"/>
                </a:lnTo>
                <a:lnTo>
                  <a:pt x="158" y="153"/>
                </a:lnTo>
                <a:lnTo>
                  <a:pt x="158" y="154"/>
                </a:lnTo>
                <a:lnTo>
                  <a:pt x="157" y="154"/>
                </a:lnTo>
                <a:lnTo>
                  <a:pt x="158" y="154"/>
                </a:lnTo>
                <a:lnTo>
                  <a:pt x="158" y="153"/>
                </a:lnTo>
                <a:lnTo>
                  <a:pt x="157" y="153"/>
                </a:lnTo>
                <a:lnTo>
                  <a:pt x="156" y="153"/>
                </a:lnTo>
                <a:lnTo>
                  <a:pt x="155" y="153"/>
                </a:lnTo>
                <a:lnTo>
                  <a:pt x="155" y="154"/>
                </a:lnTo>
                <a:lnTo>
                  <a:pt x="155" y="153"/>
                </a:lnTo>
                <a:lnTo>
                  <a:pt x="156" y="153"/>
                </a:lnTo>
                <a:lnTo>
                  <a:pt x="156" y="152"/>
                </a:lnTo>
                <a:lnTo>
                  <a:pt x="157" y="152"/>
                </a:lnTo>
                <a:lnTo>
                  <a:pt x="157" y="151"/>
                </a:lnTo>
                <a:lnTo>
                  <a:pt x="158" y="151"/>
                </a:lnTo>
                <a:lnTo>
                  <a:pt x="159" y="151"/>
                </a:lnTo>
                <a:lnTo>
                  <a:pt x="160" y="151"/>
                </a:lnTo>
                <a:lnTo>
                  <a:pt x="161" y="151"/>
                </a:lnTo>
                <a:lnTo>
                  <a:pt x="161" y="152"/>
                </a:lnTo>
                <a:lnTo>
                  <a:pt x="162" y="152"/>
                </a:lnTo>
                <a:lnTo>
                  <a:pt x="162" y="151"/>
                </a:lnTo>
                <a:lnTo>
                  <a:pt x="163" y="151"/>
                </a:lnTo>
                <a:lnTo>
                  <a:pt x="163" y="152"/>
                </a:lnTo>
                <a:lnTo>
                  <a:pt x="163" y="151"/>
                </a:lnTo>
                <a:lnTo>
                  <a:pt x="162" y="150"/>
                </a:lnTo>
                <a:lnTo>
                  <a:pt x="161" y="150"/>
                </a:lnTo>
                <a:lnTo>
                  <a:pt x="161" y="151"/>
                </a:lnTo>
                <a:lnTo>
                  <a:pt x="162" y="151"/>
                </a:lnTo>
                <a:lnTo>
                  <a:pt x="161" y="151"/>
                </a:lnTo>
                <a:lnTo>
                  <a:pt x="160" y="151"/>
                </a:lnTo>
                <a:lnTo>
                  <a:pt x="159" y="151"/>
                </a:lnTo>
                <a:lnTo>
                  <a:pt x="157" y="151"/>
                </a:lnTo>
                <a:lnTo>
                  <a:pt x="156" y="152"/>
                </a:lnTo>
                <a:lnTo>
                  <a:pt x="155" y="153"/>
                </a:lnTo>
                <a:lnTo>
                  <a:pt x="155" y="154"/>
                </a:lnTo>
                <a:lnTo>
                  <a:pt x="154" y="154"/>
                </a:lnTo>
                <a:lnTo>
                  <a:pt x="153" y="154"/>
                </a:lnTo>
                <a:lnTo>
                  <a:pt x="152" y="153"/>
                </a:lnTo>
                <a:lnTo>
                  <a:pt x="151" y="153"/>
                </a:lnTo>
                <a:lnTo>
                  <a:pt x="150" y="154"/>
                </a:lnTo>
                <a:lnTo>
                  <a:pt x="149" y="154"/>
                </a:lnTo>
                <a:lnTo>
                  <a:pt x="148" y="155"/>
                </a:lnTo>
                <a:lnTo>
                  <a:pt x="147" y="157"/>
                </a:lnTo>
                <a:lnTo>
                  <a:pt x="146" y="157"/>
                </a:lnTo>
                <a:lnTo>
                  <a:pt x="145" y="157"/>
                </a:lnTo>
                <a:lnTo>
                  <a:pt x="145" y="158"/>
                </a:lnTo>
                <a:lnTo>
                  <a:pt x="144" y="158"/>
                </a:lnTo>
                <a:lnTo>
                  <a:pt x="144" y="159"/>
                </a:lnTo>
                <a:lnTo>
                  <a:pt x="143" y="159"/>
                </a:lnTo>
                <a:lnTo>
                  <a:pt x="142" y="160"/>
                </a:lnTo>
                <a:lnTo>
                  <a:pt x="142" y="161"/>
                </a:lnTo>
                <a:lnTo>
                  <a:pt x="141" y="162"/>
                </a:lnTo>
                <a:lnTo>
                  <a:pt x="140" y="162"/>
                </a:lnTo>
                <a:lnTo>
                  <a:pt x="139" y="163"/>
                </a:lnTo>
                <a:lnTo>
                  <a:pt x="139" y="164"/>
                </a:lnTo>
                <a:lnTo>
                  <a:pt x="138" y="165"/>
                </a:lnTo>
                <a:lnTo>
                  <a:pt x="138" y="166"/>
                </a:lnTo>
                <a:lnTo>
                  <a:pt x="137" y="166"/>
                </a:lnTo>
                <a:lnTo>
                  <a:pt x="137" y="165"/>
                </a:lnTo>
                <a:lnTo>
                  <a:pt x="137" y="166"/>
                </a:lnTo>
                <a:lnTo>
                  <a:pt x="136" y="166"/>
                </a:lnTo>
                <a:lnTo>
                  <a:pt x="135" y="167"/>
                </a:lnTo>
                <a:lnTo>
                  <a:pt x="135" y="168"/>
                </a:lnTo>
                <a:lnTo>
                  <a:pt x="135" y="169"/>
                </a:lnTo>
                <a:lnTo>
                  <a:pt x="134" y="170"/>
                </a:lnTo>
                <a:lnTo>
                  <a:pt x="134" y="171"/>
                </a:lnTo>
                <a:lnTo>
                  <a:pt x="133" y="171"/>
                </a:lnTo>
                <a:lnTo>
                  <a:pt x="133" y="172"/>
                </a:lnTo>
                <a:lnTo>
                  <a:pt x="133" y="174"/>
                </a:lnTo>
                <a:lnTo>
                  <a:pt x="132" y="177"/>
                </a:lnTo>
                <a:lnTo>
                  <a:pt x="132" y="178"/>
                </a:lnTo>
                <a:lnTo>
                  <a:pt x="132" y="179"/>
                </a:lnTo>
                <a:lnTo>
                  <a:pt x="132" y="180"/>
                </a:lnTo>
                <a:lnTo>
                  <a:pt x="131" y="180"/>
                </a:lnTo>
                <a:lnTo>
                  <a:pt x="131" y="179"/>
                </a:lnTo>
                <a:lnTo>
                  <a:pt x="131" y="178"/>
                </a:lnTo>
                <a:lnTo>
                  <a:pt x="132" y="178"/>
                </a:lnTo>
                <a:lnTo>
                  <a:pt x="131" y="177"/>
                </a:lnTo>
                <a:lnTo>
                  <a:pt x="131" y="176"/>
                </a:lnTo>
                <a:lnTo>
                  <a:pt x="130" y="176"/>
                </a:lnTo>
                <a:lnTo>
                  <a:pt x="130" y="177"/>
                </a:lnTo>
                <a:lnTo>
                  <a:pt x="129" y="177"/>
                </a:lnTo>
                <a:lnTo>
                  <a:pt x="129" y="178"/>
                </a:lnTo>
                <a:lnTo>
                  <a:pt x="130" y="179"/>
                </a:lnTo>
                <a:lnTo>
                  <a:pt x="130" y="178"/>
                </a:lnTo>
                <a:lnTo>
                  <a:pt x="130" y="179"/>
                </a:lnTo>
                <a:lnTo>
                  <a:pt x="129" y="179"/>
                </a:lnTo>
                <a:lnTo>
                  <a:pt x="128" y="180"/>
                </a:lnTo>
                <a:lnTo>
                  <a:pt x="128" y="181"/>
                </a:lnTo>
                <a:lnTo>
                  <a:pt x="129" y="181"/>
                </a:lnTo>
                <a:lnTo>
                  <a:pt x="129" y="180"/>
                </a:lnTo>
                <a:lnTo>
                  <a:pt x="129" y="179"/>
                </a:lnTo>
                <a:lnTo>
                  <a:pt x="129" y="180"/>
                </a:lnTo>
                <a:lnTo>
                  <a:pt x="130" y="180"/>
                </a:lnTo>
                <a:lnTo>
                  <a:pt x="131" y="180"/>
                </a:lnTo>
                <a:lnTo>
                  <a:pt x="131" y="181"/>
                </a:lnTo>
                <a:lnTo>
                  <a:pt x="130" y="182"/>
                </a:lnTo>
                <a:lnTo>
                  <a:pt x="131" y="182"/>
                </a:lnTo>
                <a:lnTo>
                  <a:pt x="130" y="182"/>
                </a:lnTo>
                <a:lnTo>
                  <a:pt x="129" y="182"/>
                </a:lnTo>
                <a:lnTo>
                  <a:pt x="128" y="182"/>
                </a:lnTo>
                <a:lnTo>
                  <a:pt x="127" y="183"/>
                </a:lnTo>
                <a:lnTo>
                  <a:pt x="126" y="183"/>
                </a:lnTo>
                <a:lnTo>
                  <a:pt x="125" y="183"/>
                </a:lnTo>
                <a:lnTo>
                  <a:pt x="126" y="183"/>
                </a:lnTo>
                <a:lnTo>
                  <a:pt x="125" y="182"/>
                </a:lnTo>
                <a:lnTo>
                  <a:pt x="124" y="182"/>
                </a:lnTo>
                <a:lnTo>
                  <a:pt x="123" y="182"/>
                </a:lnTo>
                <a:lnTo>
                  <a:pt x="123" y="181"/>
                </a:lnTo>
                <a:lnTo>
                  <a:pt x="123" y="180"/>
                </a:lnTo>
                <a:lnTo>
                  <a:pt x="124" y="180"/>
                </a:lnTo>
                <a:lnTo>
                  <a:pt x="124" y="181"/>
                </a:lnTo>
                <a:lnTo>
                  <a:pt x="125" y="181"/>
                </a:lnTo>
                <a:lnTo>
                  <a:pt x="126" y="181"/>
                </a:lnTo>
                <a:lnTo>
                  <a:pt x="127" y="180"/>
                </a:lnTo>
                <a:lnTo>
                  <a:pt x="128" y="179"/>
                </a:lnTo>
                <a:lnTo>
                  <a:pt x="128" y="178"/>
                </a:lnTo>
                <a:lnTo>
                  <a:pt x="128" y="177"/>
                </a:lnTo>
                <a:lnTo>
                  <a:pt x="129" y="177"/>
                </a:lnTo>
                <a:lnTo>
                  <a:pt x="128" y="177"/>
                </a:lnTo>
                <a:lnTo>
                  <a:pt x="128" y="176"/>
                </a:lnTo>
                <a:lnTo>
                  <a:pt x="127" y="176"/>
                </a:lnTo>
                <a:lnTo>
                  <a:pt x="127" y="177"/>
                </a:lnTo>
                <a:lnTo>
                  <a:pt x="127" y="178"/>
                </a:lnTo>
                <a:lnTo>
                  <a:pt x="127" y="177"/>
                </a:lnTo>
                <a:lnTo>
                  <a:pt x="126" y="178"/>
                </a:lnTo>
                <a:lnTo>
                  <a:pt x="126" y="177"/>
                </a:lnTo>
                <a:lnTo>
                  <a:pt x="125" y="177"/>
                </a:lnTo>
                <a:lnTo>
                  <a:pt x="125" y="178"/>
                </a:lnTo>
                <a:lnTo>
                  <a:pt x="125" y="177"/>
                </a:lnTo>
                <a:lnTo>
                  <a:pt x="124" y="177"/>
                </a:lnTo>
                <a:lnTo>
                  <a:pt x="124" y="178"/>
                </a:lnTo>
                <a:lnTo>
                  <a:pt x="124" y="179"/>
                </a:lnTo>
                <a:lnTo>
                  <a:pt x="123" y="179"/>
                </a:lnTo>
                <a:lnTo>
                  <a:pt x="123" y="180"/>
                </a:lnTo>
                <a:lnTo>
                  <a:pt x="122" y="180"/>
                </a:lnTo>
                <a:lnTo>
                  <a:pt x="120" y="179"/>
                </a:lnTo>
                <a:lnTo>
                  <a:pt x="118" y="179"/>
                </a:lnTo>
                <a:lnTo>
                  <a:pt x="117" y="179"/>
                </a:lnTo>
                <a:lnTo>
                  <a:pt x="116" y="180"/>
                </a:lnTo>
                <a:lnTo>
                  <a:pt x="115" y="180"/>
                </a:lnTo>
                <a:lnTo>
                  <a:pt x="114" y="181"/>
                </a:lnTo>
                <a:lnTo>
                  <a:pt x="113" y="182"/>
                </a:lnTo>
                <a:lnTo>
                  <a:pt x="112" y="182"/>
                </a:lnTo>
                <a:lnTo>
                  <a:pt x="111" y="182"/>
                </a:lnTo>
                <a:lnTo>
                  <a:pt x="110" y="183"/>
                </a:lnTo>
                <a:lnTo>
                  <a:pt x="109" y="183"/>
                </a:lnTo>
                <a:lnTo>
                  <a:pt x="109" y="182"/>
                </a:lnTo>
                <a:lnTo>
                  <a:pt x="109" y="181"/>
                </a:lnTo>
                <a:lnTo>
                  <a:pt x="108" y="181"/>
                </a:lnTo>
                <a:lnTo>
                  <a:pt x="106" y="181"/>
                </a:lnTo>
                <a:lnTo>
                  <a:pt x="105" y="181"/>
                </a:lnTo>
                <a:lnTo>
                  <a:pt x="105" y="182"/>
                </a:lnTo>
                <a:lnTo>
                  <a:pt x="104" y="182"/>
                </a:lnTo>
                <a:lnTo>
                  <a:pt x="104" y="183"/>
                </a:lnTo>
                <a:lnTo>
                  <a:pt x="103" y="184"/>
                </a:lnTo>
                <a:lnTo>
                  <a:pt x="102" y="186"/>
                </a:lnTo>
                <a:lnTo>
                  <a:pt x="102" y="187"/>
                </a:lnTo>
                <a:lnTo>
                  <a:pt x="102" y="189"/>
                </a:lnTo>
                <a:lnTo>
                  <a:pt x="101" y="190"/>
                </a:lnTo>
                <a:lnTo>
                  <a:pt x="101" y="191"/>
                </a:lnTo>
                <a:lnTo>
                  <a:pt x="101" y="192"/>
                </a:lnTo>
                <a:lnTo>
                  <a:pt x="100" y="192"/>
                </a:lnTo>
                <a:lnTo>
                  <a:pt x="100" y="193"/>
                </a:lnTo>
                <a:lnTo>
                  <a:pt x="101" y="193"/>
                </a:lnTo>
                <a:lnTo>
                  <a:pt x="101" y="194"/>
                </a:lnTo>
                <a:lnTo>
                  <a:pt x="102" y="194"/>
                </a:lnTo>
                <a:lnTo>
                  <a:pt x="102" y="193"/>
                </a:lnTo>
                <a:lnTo>
                  <a:pt x="102" y="194"/>
                </a:lnTo>
                <a:lnTo>
                  <a:pt x="101" y="194"/>
                </a:lnTo>
                <a:lnTo>
                  <a:pt x="101" y="195"/>
                </a:lnTo>
                <a:lnTo>
                  <a:pt x="100" y="195"/>
                </a:lnTo>
                <a:lnTo>
                  <a:pt x="99" y="195"/>
                </a:lnTo>
                <a:lnTo>
                  <a:pt x="99" y="194"/>
                </a:lnTo>
                <a:lnTo>
                  <a:pt x="99" y="193"/>
                </a:lnTo>
                <a:lnTo>
                  <a:pt x="99" y="192"/>
                </a:lnTo>
                <a:lnTo>
                  <a:pt x="98" y="193"/>
                </a:lnTo>
                <a:lnTo>
                  <a:pt x="98" y="194"/>
                </a:lnTo>
                <a:lnTo>
                  <a:pt x="98" y="193"/>
                </a:lnTo>
                <a:lnTo>
                  <a:pt x="97" y="193"/>
                </a:lnTo>
                <a:lnTo>
                  <a:pt x="96" y="194"/>
                </a:lnTo>
                <a:lnTo>
                  <a:pt x="97" y="195"/>
                </a:lnTo>
                <a:lnTo>
                  <a:pt x="98" y="195"/>
                </a:lnTo>
                <a:lnTo>
                  <a:pt x="98" y="194"/>
                </a:lnTo>
                <a:lnTo>
                  <a:pt x="98" y="193"/>
                </a:lnTo>
                <a:lnTo>
                  <a:pt x="99" y="193"/>
                </a:lnTo>
                <a:lnTo>
                  <a:pt x="99" y="194"/>
                </a:lnTo>
                <a:lnTo>
                  <a:pt x="99" y="195"/>
                </a:lnTo>
                <a:lnTo>
                  <a:pt x="101" y="195"/>
                </a:lnTo>
                <a:lnTo>
                  <a:pt x="102" y="195"/>
                </a:lnTo>
                <a:lnTo>
                  <a:pt x="102" y="196"/>
                </a:lnTo>
                <a:lnTo>
                  <a:pt x="102" y="197"/>
                </a:lnTo>
                <a:lnTo>
                  <a:pt x="102" y="198"/>
                </a:lnTo>
                <a:lnTo>
                  <a:pt x="101" y="198"/>
                </a:lnTo>
                <a:lnTo>
                  <a:pt x="102" y="199"/>
                </a:lnTo>
                <a:lnTo>
                  <a:pt x="101" y="200"/>
                </a:lnTo>
                <a:lnTo>
                  <a:pt x="100" y="200"/>
                </a:lnTo>
                <a:lnTo>
                  <a:pt x="100" y="199"/>
                </a:lnTo>
                <a:lnTo>
                  <a:pt x="99" y="199"/>
                </a:lnTo>
                <a:lnTo>
                  <a:pt x="99" y="200"/>
                </a:lnTo>
                <a:lnTo>
                  <a:pt x="99" y="201"/>
                </a:lnTo>
                <a:lnTo>
                  <a:pt x="100" y="201"/>
                </a:lnTo>
                <a:lnTo>
                  <a:pt x="99" y="202"/>
                </a:lnTo>
                <a:lnTo>
                  <a:pt x="99" y="201"/>
                </a:lnTo>
                <a:lnTo>
                  <a:pt x="98" y="201"/>
                </a:lnTo>
                <a:lnTo>
                  <a:pt x="98" y="200"/>
                </a:lnTo>
                <a:lnTo>
                  <a:pt x="97" y="200"/>
                </a:lnTo>
                <a:lnTo>
                  <a:pt x="98" y="199"/>
                </a:lnTo>
                <a:lnTo>
                  <a:pt x="98" y="198"/>
                </a:lnTo>
                <a:lnTo>
                  <a:pt x="97" y="198"/>
                </a:lnTo>
                <a:lnTo>
                  <a:pt x="96" y="197"/>
                </a:lnTo>
                <a:lnTo>
                  <a:pt x="95" y="198"/>
                </a:lnTo>
                <a:lnTo>
                  <a:pt x="94" y="198"/>
                </a:lnTo>
                <a:lnTo>
                  <a:pt x="93" y="198"/>
                </a:lnTo>
                <a:lnTo>
                  <a:pt x="92" y="198"/>
                </a:lnTo>
                <a:lnTo>
                  <a:pt x="91" y="199"/>
                </a:lnTo>
                <a:lnTo>
                  <a:pt x="91" y="200"/>
                </a:lnTo>
                <a:lnTo>
                  <a:pt x="90" y="200"/>
                </a:lnTo>
                <a:lnTo>
                  <a:pt x="91" y="200"/>
                </a:lnTo>
                <a:lnTo>
                  <a:pt x="91" y="201"/>
                </a:lnTo>
                <a:lnTo>
                  <a:pt x="90" y="202"/>
                </a:lnTo>
                <a:lnTo>
                  <a:pt x="91" y="202"/>
                </a:lnTo>
                <a:lnTo>
                  <a:pt x="92" y="204"/>
                </a:lnTo>
                <a:lnTo>
                  <a:pt x="91" y="204"/>
                </a:lnTo>
                <a:lnTo>
                  <a:pt x="90" y="203"/>
                </a:lnTo>
                <a:lnTo>
                  <a:pt x="90" y="204"/>
                </a:lnTo>
                <a:lnTo>
                  <a:pt x="89" y="204"/>
                </a:lnTo>
                <a:lnTo>
                  <a:pt x="88" y="203"/>
                </a:lnTo>
                <a:lnTo>
                  <a:pt x="88" y="204"/>
                </a:lnTo>
                <a:lnTo>
                  <a:pt x="88" y="205"/>
                </a:lnTo>
                <a:lnTo>
                  <a:pt x="87" y="205"/>
                </a:lnTo>
                <a:lnTo>
                  <a:pt x="86" y="204"/>
                </a:lnTo>
                <a:lnTo>
                  <a:pt x="87" y="203"/>
                </a:lnTo>
                <a:lnTo>
                  <a:pt x="87" y="202"/>
                </a:lnTo>
                <a:lnTo>
                  <a:pt x="86" y="202"/>
                </a:lnTo>
                <a:lnTo>
                  <a:pt x="87" y="202"/>
                </a:lnTo>
                <a:lnTo>
                  <a:pt x="87" y="201"/>
                </a:lnTo>
                <a:lnTo>
                  <a:pt x="86" y="200"/>
                </a:lnTo>
                <a:lnTo>
                  <a:pt x="86" y="199"/>
                </a:lnTo>
                <a:lnTo>
                  <a:pt x="85" y="199"/>
                </a:lnTo>
                <a:lnTo>
                  <a:pt x="85" y="198"/>
                </a:lnTo>
                <a:lnTo>
                  <a:pt x="86" y="198"/>
                </a:lnTo>
                <a:lnTo>
                  <a:pt x="86" y="197"/>
                </a:lnTo>
                <a:lnTo>
                  <a:pt x="87" y="197"/>
                </a:lnTo>
                <a:lnTo>
                  <a:pt x="87" y="196"/>
                </a:lnTo>
                <a:lnTo>
                  <a:pt x="87" y="195"/>
                </a:lnTo>
                <a:lnTo>
                  <a:pt x="86" y="196"/>
                </a:lnTo>
                <a:lnTo>
                  <a:pt x="86" y="197"/>
                </a:lnTo>
                <a:lnTo>
                  <a:pt x="85" y="197"/>
                </a:lnTo>
                <a:lnTo>
                  <a:pt x="85" y="198"/>
                </a:lnTo>
                <a:lnTo>
                  <a:pt x="84" y="198"/>
                </a:lnTo>
                <a:lnTo>
                  <a:pt x="83" y="199"/>
                </a:lnTo>
                <a:lnTo>
                  <a:pt x="84" y="199"/>
                </a:lnTo>
                <a:lnTo>
                  <a:pt x="84" y="200"/>
                </a:lnTo>
                <a:lnTo>
                  <a:pt x="84" y="201"/>
                </a:lnTo>
                <a:lnTo>
                  <a:pt x="84" y="200"/>
                </a:lnTo>
                <a:lnTo>
                  <a:pt x="83" y="199"/>
                </a:lnTo>
                <a:lnTo>
                  <a:pt x="82" y="199"/>
                </a:lnTo>
                <a:lnTo>
                  <a:pt x="82" y="200"/>
                </a:lnTo>
                <a:lnTo>
                  <a:pt x="81" y="200"/>
                </a:lnTo>
                <a:lnTo>
                  <a:pt x="80" y="200"/>
                </a:lnTo>
                <a:lnTo>
                  <a:pt x="80" y="201"/>
                </a:lnTo>
                <a:lnTo>
                  <a:pt x="80" y="202"/>
                </a:lnTo>
                <a:lnTo>
                  <a:pt x="79" y="202"/>
                </a:lnTo>
                <a:lnTo>
                  <a:pt x="78" y="201"/>
                </a:lnTo>
                <a:lnTo>
                  <a:pt x="78" y="200"/>
                </a:lnTo>
                <a:lnTo>
                  <a:pt x="79" y="200"/>
                </a:lnTo>
                <a:lnTo>
                  <a:pt x="80" y="199"/>
                </a:lnTo>
                <a:lnTo>
                  <a:pt x="80" y="198"/>
                </a:lnTo>
                <a:lnTo>
                  <a:pt x="79" y="198"/>
                </a:lnTo>
                <a:lnTo>
                  <a:pt x="80" y="198"/>
                </a:lnTo>
                <a:lnTo>
                  <a:pt x="80" y="197"/>
                </a:lnTo>
                <a:lnTo>
                  <a:pt x="80" y="196"/>
                </a:lnTo>
                <a:lnTo>
                  <a:pt x="80" y="195"/>
                </a:lnTo>
                <a:lnTo>
                  <a:pt x="79" y="195"/>
                </a:lnTo>
                <a:lnTo>
                  <a:pt x="79" y="194"/>
                </a:lnTo>
                <a:lnTo>
                  <a:pt x="78" y="193"/>
                </a:lnTo>
                <a:lnTo>
                  <a:pt x="77" y="193"/>
                </a:lnTo>
                <a:lnTo>
                  <a:pt x="76" y="193"/>
                </a:lnTo>
                <a:lnTo>
                  <a:pt x="75" y="192"/>
                </a:lnTo>
                <a:lnTo>
                  <a:pt x="74" y="192"/>
                </a:lnTo>
                <a:lnTo>
                  <a:pt x="71" y="192"/>
                </a:lnTo>
                <a:lnTo>
                  <a:pt x="70" y="192"/>
                </a:lnTo>
                <a:lnTo>
                  <a:pt x="69" y="192"/>
                </a:lnTo>
                <a:lnTo>
                  <a:pt x="68" y="192"/>
                </a:lnTo>
                <a:lnTo>
                  <a:pt x="67" y="192"/>
                </a:lnTo>
                <a:lnTo>
                  <a:pt x="66" y="192"/>
                </a:lnTo>
                <a:lnTo>
                  <a:pt x="66" y="191"/>
                </a:lnTo>
                <a:lnTo>
                  <a:pt x="64" y="190"/>
                </a:lnTo>
                <a:lnTo>
                  <a:pt x="62" y="190"/>
                </a:lnTo>
                <a:lnTo>
                  <a:pt x="61" y="190"/>
                </a:lnTo>
                <a:lnTo>
                  <a:pt x="59" y="191"/>
                </a:lnTo>
                <a:lnTo>
                  <a:pt x="58" y="191"/>
                </a:lnTo>
                <a:lnTo>
                  <a:pt x="57" y="191"/>
                </a:lnTo>
                <a:lnTo>
                  <a:pt x="56" y="191"/>
                </a:lnTo>
                <a:lnTo>
                  <a:pt x="55" y="191"/>
                </a:lnTo>
                <a:lnTo>
                  <a:pt x="54" y="191"/>
                </a:lnTo>
                <a:lnTo>
                  <a:pt x="53" y="192"/>
                </a:lnTo>
                <a:lnTo>
                  <a:pt x="52" y="192"/>
                </a:lnTo>
                <a:lnTo>
                  <a:pt x="51" y="193"/>
                </a:lnTo>
                <a:lnTo>
                  <a:pt x="51" y="192"/>
                </a:lnTo>
                <a:lnTo>
                  <a:pt x="50" y="192"/>
                </a:lnTo>
                <a:lnTo>
                  <a:pt x="49" y="192"/>
                </a:lnTo>
                <a:lnTo>
                  <a:pt x="48" y="191"/>
                </a:lnTo>
                <a:lnTo>
                  <a:pt x="47" y="189"/>
                </a:lnTo>
                <a:lnTo>
                  <a:pt x="48" y="189"/>
                </a:lnTo>
                <a:lnTo>
                  <a:pt x="48" y="188"/>
                </a:lnTo>
                <a:lnTo>
                  <a:pt x="47" y="187"/>
                </a:lnTo>
                <a:lnTo>
                  <a:pt x="46" y="187"/>
                </a:lnTo>
                <a:lnTo>
                  <a:pt x="46" y="186"/>
                </a:lnTo>
                <a:lnTo>
                  <a:pt x="45" y="186"/>
                </a:lnTo>
                <a:lnTo>
                  <a:pt x="44" y="185"/>
                </a:lnTo>
                <a:lnTo>
                  <a:pt x="44" y="184"/>
                </a:lnTo>
                <a:lnTo>
                  <a:pt x="43" y="184"/>
                </a:lnTo>
                <a:lnTo>
                  <a:pt x="42" y="184"/>
                </a:lnTo>
                <a:lnTo>
                  <a:pt x="41" y="184"/>
                </a:lnTo>
                <a:lnTo>
                  <a:pt x="40" y="184"/>
                </a:lnTo>
                <a:lnTo>
                  <a:pt x="39" y="184"/>
                </a:lnTo>
                <a:lnTo>
                  <a:pt x="38" y="184"/>
                </a:lnTo>
                <a:lnTo>
                  <a:pt x="36" y="185"/>
                </a:lnTo>
                <a:lnTo>
                  <a:pt x="35" y="185"/>
                </a:lnTo>
                <a:lnTo>
                  <a:pt x="34" y="185"/>
                </a:lnTo>
                <a:lnTo>
                  <a:pt x="34" y="184"/>
                </a:lnTo>
                <a:lnTo>
                  <a:pt x="33" y="184"/>
                </a:lnTo>
                <a:lnTo>
                  <a:pt x="33" y="183"/>
                </a:lnTo>
                <a:lnTo>
                  <a:pt x="32" y="183"/>
                </a:lnTo>
                <a:lnTo>
                  <a:pt x="32" y="182"/>
                </a:lnTo>
                <a:lnTo>
                  <a:pt x="31" y="181"/>
                </a:lnTo>
                <a:lnTo>
                  <a:pt x="31" y="180"/>
                </a:lnTo>
                <a:lnTo>
                  <a:pt x="30" y="180"/>
                </a:lnTo>
                <a:lnTo>
                  <a:pt x="29" y="180"/>
                </a:lnTo>
                <a:lnTo>
                  <a:pt x="29" y="179"/>
                </a:lnTo>
                <a:lnTo>
                  <a:pt x="28" y="179"/>
                </a:lnTo>
                <a:lnTo>
                  <a:pt x="27" y="179"/>
                </a:lnTo>
                <a:lnTo>
                  <a:pt x="26" y="179"/>
                </a:lnTo>
                <a:lnTo>
                  <a:pt x="25" y="179"/>
                </a:lnTo>
                <a:lnTo>
                  <a:pt x="24" y="178"/>
                </a:lnTo>
                <a:lnTo>
                  <a:pt x="23" y="178"/>
                </a:lnTo>
                <a:lnTo>
                  <a:pt x="22" y="178"/>
                </a:lnTo>
                <a:lnTo>
                  <a:pt x="23" y="177"/>
                </a:lnTo>
                <a:lnTo>
                  <a:pt x="22" y="177"/>
                </a:lnTo>
                <a:lnTo>
                  <a:pt x="21" y="177"/>
                </a:lnTo>
                <a:lnTo>
                  <a:pt x="21" y="176"/>
                </a:lnTo>
                <a:lnTo>
                  <a:pt x="21" y="175"/>
                </a:lnTo>
                <a:lnTo>
                  <a:pt x="20" y="174"/>
                </a:lnTo>
                <a:lnTo>
                  <a:pt x="18" y="173"/>
                </a:lnTo>
                <a:lnTo>
                  <a:pt x="16" y="172"/>
                </a:lnTo>
                <a:lnTo>
                  <a:pt x="13" y="172"/>
                </a:lnTo>
                <a:lnTo>
                  <a:pt x="11" y="171"/>
                </a:lnTo>
                <a:lnTo>
                  <a:pt x="9" y="171"/>
                </a:lnTo>
                <a:lnTo>
                  <a:pt x="8" y="171"/>
                </a:lnTo>
                <a:lnTo>
                  <a:pt x="7" y="171"/>
                </a:lnTo>
                <a:lnTo>
                  <a:pt x="7" y="170"/>
                </a:lnTo>
                <a:lnTo>
                  <a:pt x="6" y="170"/>
                </a:lnTo>
                <a:lnTo>
                  <a:pt x="6" y="169"/>
                </a:lnTo>
                <a:lnTo>
                  <a:pt x="6" y="168"/>
                </a:lnTo>
                <a:lnTo>
                  <a:pt x="6" y="167"/>
                </a:lnTo>
                <a:lnTo>
                  <a:pt x="5" y="166"/>
                </a:lnTo>
                <a:lnTo>
                  <a:pt x="5" y="165"/>
                </a:lnTo>
                <a:lnTo>
                  <a:pt x="6" y="164"/>
                </a:lnTo>
                <a:lnTo>
                  <a:pt x="6" y="163"/>
                </a:lnTo>
                <a:lnTo>
                  <a:pt x="6" y="162"/>
                </a:lnTo>
                <a:lnTo>
                  <a:pt x="7" y="161"/>
                </a:lnTo>
                <a:lnTo>
                  <a:pt x="7" y="159"/>
                </a:lnTo>
                <a:lnTo>
                  <a:pt x="8" y="158"/>
                </a:lnTo>
                <a:lnTo>
                  <a:pt x="8" y="157"/>
                </a:lnTo>
                <a:lnTo>
                  <a:pt x="7" y="156"/>
                </a:lnTo>
                <a:lnTo>
                  <a:pt x="8" y="156"/>
                </a:lnTo>
                <a:lnTo>
                  <a:pt x="7" y="156"/>
                </a:lnTo>
                <a:lnTo>
                  <a:pt x="8" y="155"/>
                </a:lnTo>
                <a:lnTo>
                  <a:pt x="8" y="154"/>
                </a:lnTo>
                <a:lnTo>
                  <a:pt x="8" y="153"/>
                </a:lnTo>
                <a:lnTo>
                  <a:pt x="8" y="152"/>
                </a:lnTo>
                <a:lnTo>
                  <a:pt x="7" y="152"/>
                </a:lnTo>
                <a:lnTo>
                  <a:pt x="7" y="151"/>
                </a:lnTo>
                <a:lnTo>
                  <a:pt x="7" y="150"/>
                </a:lnTo>
                <a:lnTo>
                  <a:pt x="7" y="149"/>
                </a:lnTo>
                <a:lnTo>
                  <a:pt x="7" y="148"/>
                </a:lnTo>
                <a:lnTo>
                  <a:pt x="7" y="147"/>
                </a:lnTo>
                <a:lnTo>
                  <a:pt x="7" y="146"/>
                </a:lnTo>
                <a:lnTo>
                  <a:pt x="7" y="145"/>
                </a:lnTo>
                <a:lnTo>
                  <a:pt x="6" y="145"/>
                </a:lnTo>
                <a:lnTo>
                  <a:pt x="6" y="144"/>
                </a:lnTo>
                <a:lnTo>
                  <a:pt x="5" y="142"/>
                </a:lnTo>
                <a:lnTo>
                  <a:pt x="5" y="141"/>
                </a:lnTo>
                <a:lnTo>
                  <a:pt x="4" y="138"/>
                </a:lnTo>
                <a:lnTo>
                  <a:pt x="3" y="137"/>
                </a:lnTo>
                <a:lnTo>
                  <a:pt x="2" y="137"/>
                </a:lnTo>
                <a:lnTo>
                  <a:pt x="1" y="137"/>
                </a:lnTo>
                <a:lnTo>
                  <a:pt x="1" y="136"/>
                </a:lnTo>
                <a:lnTo>
                  <a:pt x="1" y="135"/>
                </a:lnTo>
                <a:lnTo>
                  <a:pt x="1" y="134"/>
                </a:lnTo>
                <a:lnTo>
                  <a:pt x="1" y="133"/>
                </a:lnTo>
                <a:lnTo>
                  <a:pt x="1" y="132"/>
                </a:lnTo>
                <a:lnTo>
                  <a:pt x="2" y="133"/>
                </a:lnTo>
                <a:lnTo>
                  <a:pt x="2" y="132"/>
                </a:lnTo>
                <a:lnTo>
                  <a:pt x="2" y="131"/>
                </a:lnTo>
                <a:lnTo>
                  <a:pt x="3" y="130"/>
                </a:lnTo>
                <a:lnTo>
                  <a:pt x="3" y="129"/>
                </a:lnTo>
                <a:lnTo>
                  <a:pt x="3" y="128"/>
                </a:lnTo>
                <a:lnTo>
                  <a:pt x="4" y="127"/>
                </a:lnTo>
                <a:lnTo>
                  <a:pt x="4" y="126"/>
                </a:lnTo>
                <a:lnTo>
                  <a:pt x="4" y="125"/>
                </a:lnTo>
                <a:lnTo>
                  <a:pt x="4" y="124"/>
                </a:lnTo>
                <a:lnTo>
                  <a:pt x="3" y="123"/>
                </a:lnTo>
                <a:lnTo>
                  <a:pt x="3" y="122"/>
                </a:lnTo>
                <a:lnTo>
                  <a:pt x="3" y="121"/>
                </a:lnTo>
                <a:lnTo>
                  <a:pt x="3" y="119"/>
                </a:lnTo>
                <a:lnTo>
                  <a:pt x="3" y="118"/>
                </a:lnTo>
                <a:lnTo>
                  <a:pt x="2" y="117"/>
                </a:lnTo>
                <a:lnTo>
                  <a:pt x="2" y="115"/>
                </a:lnTo>
                <a:lnTo>
                  <a:pt x="2" y="114"/>
                </a:lnTo>
                <a:lnTo>
                  <a:pt x="1" y="114"/>
                </a:lnTo>
                <a:lnTo>
                  <a:pt x="1" y="112"/>
                </a:lnTo>
                <a:lnTo>
                  <a:pt x="1" y="111"/>
                </a:lnTo>
                <a:lnTo>
                  <a:pt x="1" y="110"/>
                </a:lnTo>
                <a:lnTo>
                  <a:pt x="0" y="110"/>
                </a:lnTo>
                <a:lnTo>
                  <a:pt x="0" y="109"/>
                </a:lnTo>
                <a:lnTo>
                  <a:pt x="0" y="108"/>
                </a:lnTo>
                <a:lnTo>
                  <a:pt x="1" y="108"/>
                </a:lnTo>
                <a:lnTo>
                  <a:pt x="2" y="107"/>
                </a:lnTo>
                <a:lnTo>
                  <a:pt x="3" y="106"/>
                </a:lnTo>
                <a:lnTo>
                  <a:pt x="4" y="105"/>
                </a:lnTo>
                <a:lnTo>
                  <a:pt x="4" y="104"/>
                </a:lnTo>
                <a:lnTo>
                  <a:pt x="4" y="103"/>
                </a:lnTo>
                <a:lnTo>
                  <a:pt x="5" y="103"/>
                </a:lnTo>
                <a:lnTo>
                  <a:pt x="5" y="102"/>
                </a:lnTo>
                <a:lnTo>
                  <a:pt x="6" y="101"/>
                </a:lnTo>
                <a:lnTo>
                  <a:pt x="6" y="100"/>
                </a:lnTo>
                <a:lnTo>
                  <a:pt x="5" y="100"/>
                </a:lnTo>
                <a:lnTo>
                  <a:pt x="5" y="99"/>
                </a:lnTo>
                <a:lnTo>
                  <a:pt x="5" y="98"/>
                </a:lnTo>
                <a:lnTo>
                  <a:pt x="4" y="98"/>
                </a:lnTo>
                <a:lnTo>
                  <a:pt x="4" y="97"/>
                </a:lnTo>
                <a:lnTo>
                  <a:pt x="3" y="97"/>
                </a:lnTo>
                <a:lnTo>
                  <a:pt x="2" y="96"/>
                </a:lnTo>
                <a:lnTo>
                  <a:pt x="1" y="96"/>
                </a:lnTo>
                <a:lnTo>
                  <a:pt x="1" y="95"/>
                </a:lnTo>
                <a:lnTo>
                  <a:pt x="2" y="95"/>
                </a:lnTo>
                <a:lnTo>
                  <a:pt x="2" y="94"/>
                </a:lnTo>
                <a:lnTo>
                  <a:pt x="2" y="93"/>
                </a:lnTo>
                <a:lnTo>
                  <a:pt x="2" y="92"/>
                </a:lnTo>
                <a:lnTo>
                  <a:pt x="2" y="91"/>
                </a:lnTo>
                <a:lnTo>
                  <a:pt x="2" y="90"/>
                </a:lnTo>
                <a:lnTo>
                  <a:pt x="2" y="89"/>
                </a:lnTo>
                <a:lnTo>
                  <a:pt x="2" y="88"/>
                </a:lnTo>
                <a:lnTo>
                  <a:pt x="3" y="89"/>
                </a:lnTo>
                <a:lnTo>
                  <a:pt x="4" y="89"/>
                </a:lnTo>
                <a:lnTo>
                  <a:pt x="5" y="89"/>
                </a:lnTo>
                <a:lnTo>
                  <a:pt x="4" y="88"/>
                </a:lnTo>
                <a:lnTo>
                  <a:pt x="4" y="87"/>
                </a:lnTo>
                <a:lnTo>
                  <a:pt x="3" y="87"/>
                </a:lnTo>
                <a:lnTo>
                  <a:pt x="3" y="86"/>
                </a:lnTo>
                <a:lnTo>
                  <a:pt x="4" y="86"/>
                </a:lnTo>
                <a:lnTo>
                  <a:pt x="4" y="87"/>
                </a:lnTo>
                <a:lnTo>
                  <a:pt x="5" y="88"/>
                </a:lnTo>
                <a:lnTo>
                  <a:pt x="5" y="87"/>
                </a:lnTo>
                <a:lnTo>
                  <a:pt x="4" y="87"/>
                </a:lnTo>
                <a:lnTo>
                  <a:pt x="4" y="86"/>
                </a:lnTo>
                <a:lnTo>
                  <a:pt x="5" y="86"/>
                </a:lnTo>
                <a:lnTo>
                  <a:pt x="6" y="86"/>
                </a:lnTo>
                <a:lnTo>
                  <a:pt x="6" y="87"/>
                </a:lnTo>
                <a:lnTo>
                  <a:pt x="7" y="87"/>
                </a:lnTo>
                <a:lnTo>
                  <a:pt x="6" y="87"/>
                </a:lnTo>
                <a:lnTo>
                  <a:pt x="6" y="86"/>
                </a:lnTo>
                <a:lnTo>
                  <a:pt x="6" y="85"/>
                </a:lnTo>
                <a:lnTo>
                  <a:pt x="5" y="85"/>
                </a:lnTo>
                <a:lnTo>
                  <a:pt x="4" y="84"/>
                </a:lnTo>
                <a:lnTo>
                  <a:pt x="4" y="83"/>
                </a:lnTo>
                <a:lnTo>
                  <a:pt x="5" y="82"/>
                </a:lnTo>
                <a:lnTo>
                  <a:pt x="6" y="82"/>
                </a:lnTo>
                <a:lnTo>
                  <a:pt x="6" y="81"/>
                </a:lnTo>
                <a:lnTo>
                  <a:pt x="6" y="80"/>
                </a:lnTo>
                <a:lnTo>
                  <a:pt x="7" y="80"/>
                </a:lnTo>
                <a:lnTo>
                  <a:pt x="10" y="80"/>
                </a:lnTo>
                <a:lnTo>
                  <a:pt x="11" y="80"/>
                </a:lnTo>
                <a:lnTo>
                  <a:pt x="12" y="80"/>
                </a:lnTo>
                <a:lnTo>
                  <a:pt x="12" y="79"/>
                </a:lnTo>
                <a:lnTo>
                  <a:pt x="13" y="79"/>
                </a:lnTo>
                <a:lnTo>
                  <a:pt x="14" y="79"/>
                </a:lnTo>
                <a:lnTo>
                  <a:pt x="14" y="78"/>
                </a:lnTo>
                <a:lnTo>
                  <a:pt x="15" y="78"/>
                </a:lnTo>
                <a:lnTo>
                  <a:pt x="16" y="76"/>
                </a:lnTo>
                <a:lnTo>
                  <a:pt x="17" y="75"/>
                </a:lnTo>
                <a:lnTo>
                  <a:pt x="18" y="75"/>
                </a:lnTo>
                <a:lnTo>
                  <a:pt x="18" y="74"/>
                </a:lnTo>
                <a:lnTo>
                  <a:pt x="18" y="73"/>
                </a:lnTo>
                <a:lnTo>
                  <a:pt x="19" y="73"/>
                </a:lnTo>
                <a:lnTo>
                  <a:pt x="20" y="73"/>
                </a:lnTo>
                <a:lnTo>
                  <a:pt x="20" y="72"/>
                </a:lnTo>
                <a:lnTo>
                  <a:pt x="21" y="72"/>
                </a:lnTo>
                <a:lnTo>
                  <a:pt x="22" y="72"/>
                </a:lnTo>
                <a:lnTo>
                  <a:pt x="23" y="72"/>
                </a:lnTo>
                <a:lnTo>
                  <a:pt x="23" y="71"/>
                </a:lnTo>
                <a:lnTo>
                  <a:pt x="24" y="70"/>
                </a:lnTo>
                <a:lnTo>
                  <a:pt x="25" y="70"/>
                </a:lnTo>
                <a:lnTo>
                  <a:pt x="26" y="69"/>
                </a:lnTo>
                <a:lnTo>
                  <a:pt x="27" y="68"/>
                </a:lnTo>
                <a:lnTo>
                  <a:pt x="28" y="67"/>
                </a:lnTo>
                <a:lnTo>
                  <a:pt x="28" y="66"/>
                </a:lnTo>
                <a:lnTo>
                  <a:pt x="29" y="66"/>
                </a:lnTo>
                <a:lnTo>
                  <a:pt x="30" y="66"/>
                </a:lnTo>
                <a:lnTo>
                  <a:pt x="29" y="66"/>
                </a:lnTo>
                <a:lnTo>
                  <a:pt x="30" y="65"/>
                </a:lnTo>
                <a:lnTo>
                  <a:pt x="30" y="64"/>
                </a:lnTo>
                <a:lnTo>
                  <a:pt x="31" y="64"/>
                </a:lnTo>
                <a:lnTo>
                  <a:pt x="32" y="64"/>
                </a:lnTo>
                <a:lnTo>
                  <a:pt x="33" y="63"/>
                </a:lnTo>
                <a:lnTo>
                  <a:pt x="33" y="62"/>
                </a:lnTo>
                <a:lnTo>
                  <a:pt x="34" y="61"/>
                </a:lnTo>
                <a:lnTo>
                  <a:pt x="34" y="60"/>
                </a:lnTo>
                <a:lnTo>
                  <a:pt x="35" y="59"/>
                </a:lnTo>
                <a:lnTo>
                  <a:pt x="36" y="59"/>
                </a:lnTo>
                <a:lnTo>
                  <a:pt x="36" y="58"/>
                </a:lnTo>
                <a:lnTo>
                  <a:pt x="37" y="58"/>
                </a:lnTo>
                <a:lnTo>
                  <a:pt x="38" y="58"/>
                </a:lnTo>
                <a:lnTo>
                  <a:pt x="38" y="57"/>
                </a:lnTo>
                <a:lnTo>
                  <a:pt x="39" y="57"/>
                </a:lnTo>
                <a:lnTo>
                  <a:pt x="40" y="57"/>
                </a:lnTo>
                <a:lnTo>
                  <a:pt x="41" y="57"/>
                </a:lnTo>
                <a:lnTo>
                  <a:pt x="42" y="56"/>
                </a:lnTo>
                <a:lnTo>
                  <a:pt x="43" y="56"/>
                </a:lnTo>
                <a:lnTo>
                  <a:pt x="44" y="55"/>
                </a:lnTo>
                <a:lnTo>
                  <a:pt x="45" y="54"/>
                </a:lnTo>
                <a:lnTo>
                  <a:pt x="46" y="54"/>
                </a:lnTo>
                <a:lnTo>
                  <a:pt x="47" y="53"/>
                </a:lnTo>
                <a:lnTo>
                  <a:pt x="48" y="53"/>
                </a:lnTo>
                <a:lnTo>
                  <a:pt x="49" y="53"/>
                </a:lnTo>
                <a:lnTo>
                  <a:pt x="49" y="52"/>
                </a:lnTo>
                <a:lnTo>
                  <a:pt x="51" y="51"/>
                </a:lnTo>
                <a:lnTo>
                  <a:pt x="52" y="50"/>
                </a:lnTo>
                <a:lnTo>
                  <a:pt x="53" y="50"/>
                </a:lnTo>
                <a:lnTo>
                  <a:pt x="53" y="49"/>
                </a:lnTo>
                <a:lnTo>
                  <a:pt x="54" y="48"/>
                </a:lnTo>
                <a:lnTo>
                  <a:pt x="54" y="47"/>
                </a:lnTo>
                <a:lnTo>
                  <a:pt x="54" y="46"/>
                </a:lnTo>
                <a:lnTo>
                  <a:pt x="54" y="45"/>
                </a:lnTo>
                <a:lnTo>
                  <a:pt x="55" y="45"/>
                </a:lnTo>
                <a:lnTo>
                  <a:pt x="54" y="45"/>
                </a:lnTo>
                <a:lnTo>
                  <a:pt x="55" y="46"/>
                </a:lnTo>
                <a:lnTo>
                  <a:pt x="55" y="45"/>
                </a:lnTo>
                <a:lnTo>
                  <a:pt x="56" y="45"/>
                </a:lnTo>
                <a:lnTo>
                  <a:pt x="56" y="44"/>
                </a:lnTo>
                <a:lnTo>
                  <a:pt x="57" y="45"/>
                </a:lnTo>
                <a:lnTo>
                  <a:pt x="59" y="44"/>
                </a:lnTo>
                <a:lnTo>
                  <a:pt x="60" y="45"/>
                </a:lnTo>
                <a:lnTo>
                  <a:pt x="61" y="45"/>
                </a:lnTo>
                <a:lnTo>
                  <a:pt x="61" y="46"/>
                </a:lnTo>
                <a:lnTo>
                  <a:pt x="62" y="46"/>
                </a:lnTo>
                <a:lnTo>
                  <a:pt x="62" y="47"/>
                </a:lnTo>
                <a:lnTo>
                  <a:pt x="61" y="47"/>
                </a:lnTo>
                <a:lnTo>
                  <a:pt x="62" y="48"/>
                </a:lnTo>
                <a:lnTo>
                  <a:pt x="62" y="47"/>
                </a:lnTo>
                <a:lnTo>
                  <a:pt x="62" y="45"/>
                </a:lnTo>
                <a:lnTo>
                  <a:pt x="62" y="44"/>
                </a:lnTo>
                <a:lnTo>
                  <a:pt x="61" y="44"/>
                </a:lnTo>
                <a:lnTo>
                  <a:pt x="60" y="43"/>
                </a:lnTo>
                <a:lnTo>
                  <a:pt x="59" y="43"/>
                </a:lnTo>
                <a:lnTo>
                  <a:pt x="59" y="42"/>
                </a:lnTo>
                <a:lnTo>
                  <a:pt x="60" y="42"/>
                </a:lnTo>
                <a:lnTo>
                  <a:pt x="61" y="41"/>
                </a:lnTo>
                <a:lnTo>
                  <a:pt x="62" y="41"/>
                </a:lnTo>
                <a:lnTo>
                  <a:pt x="62" y="42"/>
                </a:lnTo>
                <a:lnTo>
                  <a:pt x="62" y="41"/>
                </a:lnTo>
                <a:lnTo>
                  <a:pt x="62" y="40"/>
                </a:lnTo>
                <a:lnTo>
                  <a:pt x="62" y="39"/>
                </a:lnTo>
                <a:lnTo>
                  <a:pt x="63" y="39"/>
                </a:lnTo>
                <a:lnTo>
                  <a:pt x="64" y="39"/>
                </a:lnTo>
                <a:lnTo>
                  <a:pt x="63" y="39"/>
                </a:lnTo>
                <a:lnTo>
                  <a:pt x="63" y="38"/>
                </a:lnTo>
                <a:lnTo>
                  <a:pt x="62" y="38"/>
                </a:lnTo>
                <a:lnTo>
                  <a:pt x="61" y="38"/>
                </a:lnTo>
                <a:lnTo>
                  <a:pt x="61" y="37"/>
                </a:lnTo>
                <a:lnTo>
                  <a:pt x="60" y="37"/>
                </a:lnTo>
                <a:lnTo>
                  <a:pt x="60" y="38"/>
                </a:lnTo>
                <a:lnTo>
                  <a:pt x="59" y="38"/>
                </a:lnTo>
                <a:lnTo>
                  <a:pt x="59" y="39"/>
                </a:lnTo>
                <a:lnTo>
                  <a:pt x="59" y="40"/>
                </a:lnTo>
                <a:lnTo>
                  <a:pt x="59" y="41"/>
                </a:lnTo>
                <a:lnTo>
                  <a:pt x="58" y="40"/>
                </a:lnTo>
                <a:lnTo>
                  <a:pt x="58" y="39"/>
                </a:lnTo>
                <a:lnTo>
                  <a:pt x="57" y="40"/>
                </a:lnTo>
                <a:lnTo>
                  <a:pt x="57" y="41"/>
                </a:lnTo>
                <a:lnTo>
                  <a:pt x="57" y="40"/>
                </a:lnTo>
                <a:lnTo>
                  <a:pt x="56" y="40"/>
                </a:lnTo>
                <a:lnTo>
                  <a:pt x="56" y="41"/>
                </a:lnTo>
                <a:lnTo>
                  <a:pt x="55" y="40"/>
                </a:lnTo>
                <a:lnTo>
                  <a:pt x="55" y="41"/>
                </a:lnTo>
                <a:lnTo>
                  <a:pt x="55" y="42"/>
                </a:lnTo>
                <a:lnTo>
                  <a:pt x="54" y="42"/>
                </a:lnTo>
                <a:lnTo>
                  <a:pt x="54" y="43"/>
                </a:lnTo>
                <a:lnTo>
                  <a:pt x="54" y="44"/>
                </a:lnTo>
                <a:lnTo>
                  <a:pt x="53" y="44"/>
                </a:lnTo>
                <a:lnTo>
                  <a:pt x="52" y="44"/>
                </a:lnTo>
                <a:lnTo>
                  <a:pt x="52" y="43"/>
                </a:lnTo>
                <a:lnTo>
                  <a:pt x="51" y="44"/>
                </a:lnTo>
                <a:lnTo>
                  <a:pt x="51" y="45"/>
                </a:lnTo>
                <a:lnTo>
                  <a:pt x="50" y="45"/>
                </a:lnTo>
                <a:lnTo>
                  <a:pt x="49" y="45"/>
                </a:lnTo>
                <a:lnTo>
                  <a:pt x="49" y="46"/>
                </a:lnTo>
                <a:lnTo>
                  <a:pt x="48" y="46"/>
                </a:lnTo>
                <a:lnTo>
                  <a:pt x="48" y="45"/>
                </a:lnTo>
                <a:lnTo>
                  <a:pt x="49" y="44"/>
                </a:lnTo>
                <a:lnTo>
                  <a:pt x="50" y="44"/>
                </a:lnTo>
                <a:lnTo>
                  <a:pt x="50" y="43"/>
                </a:lnTo>
                <a:lnTo>
                  <a:pt x="51" y="43"/>
                </a:lnTo>
                <a:lnTo>
                  <a:pt x="50" y="43"/>
                </a:lnTo>
                <a:lnTo>
                  <a:pt x="50" y="42"/>
                </a:lnTo>
                <a:lnTo>
                  <a:pt x="50" y="41"/>
                </a:lnTo>
                <a:lnTo>
                  <a:pt x="49" y="40"/>
                </a:lnTo>
                <a:lnTo>
                  <a:pt x="49" y="39"/>
                </a:lnTo>
                <a:lnTo>
                  <a:pt x="49" y="38"/>
                </a:lnTo>
                <a:lnTo>
                  <a:pt x="49" y="37"/>
                </a:lnTo>
                <a:lnTo>
                  <a:pt x="50" y="35"/>
                </a:lnTo>
                <a:lnTo>
                  <a:pt x="51" y="34"/>
                </a:lnTo>
                <a:lnTo>
                  <a:pt x="52" y="34"/>
                </a:lnTo>
                <a:lnTo>
                  <a:pt x="52" y="33"/>
                </a:lnTo>
                <a:lnTo>
                  <a:pt x="53" y="34"/>
                </a:lnTo>
                <a:lnTo>
                  <a:pt x="54" y="34"/>
                </a:lnTo>
                <a:lnTo>
                  <a:pt x="53" y="34"/>
                </a:lnTo>
                <a:lnTo>
                  <a:pt x="54" y="33"/>
                </a:lnTo>
                <a:lnTo>
                  <a:pt x="54" y="32"/>
                </a:lnTo>
                <a:lnTo>
                  <a:pt x="54" y="31"/>
                </a:lnTo>
                <a:lnTo>
                  <a:pt x="55" y="31"/>
                </a:lnTo>
                <a:lnTo>
                  <a:pt x="55" y="32"/>
                </a:lnTo>
                <a:lnTo>
                  <a:pt x="56" y="32"/>
                </a:lnTo>
                <a:lnTo>
                  <a:pt x="56" y="31"/>
                </a:lnTo>
                <a:lnTo>
                  <a:pt x="55" y="31"/>
                </a:lnTo>
                <a:lnTo>
                  <a:pt x="56" y="31"/>
                </a:lnTo>
                <a:lnTo>
                  <a:pt x="57" y="31"/>
                </a:lnTo>
                <a:lnTo>
                  <a:pt x="58" y="30"/>
                </a:lnTo>
                <a:lnTo>
                  <a:pt x="58" y="29"/>
                </a:lnTo>
                <a:lnTo>
                  <a:pt x="58" y="28"/>
                </a:lnTo>
                <a:lnTo>
                  <a:pt x="58" y="27"/>
                </a:lnTo>
                <a:lnTo>
                  <a:pt x="58" y="26"/>
                </a:lnTo>
                <a:lnTo>
                  <a:pt x="59" y="26"/>
                </a:lnTo>
                <a:lnTo>
                  <a:pt x="60" y="27"/>
                </a:lnTo>
                <a:lnTo>
                  <a:pt x="61" y="27"/>
                </a:lnTo>
                <a:lnTo>
                  <a:pt x="61" y="26"/>
                </a:lnTo>
                <a:lnTo>
                  <a:pt x="61" y="25"/>
                </a:lnTo>
                <a:lnTo>
                  <a:pt x="62" y="25"/>
                </a:lnTo>
                <a:lnTo>
                  <a:pt x="63" y="25"/>
                </a:lnTo>
                <a:lnTo>
                  <a:pt x="64" y="26"/>
                </a:lnTo>
                <a:lnTo>
                  <a:pt x="63" y="26"/>
                </a:lnTo>
                <a:lnTo>
                  <a:pt x="63" y="27"/>
                </a:lnTo>
                <a:lnTo>
                  <a:pt x="64" y="28"/>
                </a:lnTo>
                <a:lnTo>
                  <a:pt x="66" y="28"/>
                </a:lnTo>
                <a:lnTo>
                  <a:pt x="68" y="27"/>
                </a:lnTo>
                <a:lnTo>
                  <a:pt x="68" y="28"/>
                </a:lnTo>
                <a:lnTo>
                  <a:pt x="69" y="27"/>
                </a:lnTo>
                <a:lnTo>
                  <a:pt x="69" y="28"/>
                </a:lnTo>
                <a:lnTo>
                  <a:pt x="70" y="29"/>
                </a:lnTo>
                <a:lnTo>
                  <a:pt x="70" y="28"/>
                </a:lnTo>
                <a:lnTo>
                  <a:pt x="70" y="27"/>
                </a:lnTo>
                <a:lnTo>
                  <a:pt x="70" y="28"/>
                </a:lnTo>
                <a:lnTo>
                  <a:pt x="71" y="28"/>
                </a:lnTo>
                <a:lnTo>
                  <a:pt x="71" y="29"/>
                </a:lnTo>
                <a:lnTo>
                  <a:pt x="72" y="29"/>
                </a:lnTo>
                <a:lnTo>
                  <a:pt x="72" y="30"/>
                </a:lnTo>
                <a:lnTo>
                  <a:pt x="73" y="30"/>
                </a:lnTo>
                <a:lnTo>
                  <a:pt x="73" y="31"/>
                </a:lnTo>
                <a:lnTo>
                  <a:pt x="73" y="30"/>
                </a:lnTo>
                <a:lnTo>
                  <a:pt x="74" y="31"/>
                </a:lnTo>
                <a:lnTo>
                  <a:pt x="73" y="31"/>
                </a:lnTo>
                <a:lnTo>
                  <a:pt x="73" y="32"/>
                </a:lnTo>
                <a:lnTo>
                  <a:pt x="74" y="31"/>
                </a:lnTo>
                <a:lnTo>
                  <a:pt x="74" y="32"/>
                </a:lnTo>
                <a:lnTo>
                  <a:pt x="74" y="31"/>
                </a:lnTo>
                <a:lnTo>
                  <a:pt x="75" y="30"/>
                </a:lnTo>
                <a:lnTo>
                  <a:pt x="75" y="29"/>
                </a:lnTo>
                <a:lnTo>
                  <a:pt x="76" y="29"/>
                </a:lnTo>
                <a:lnTo>
                  <a:pt x="76" y="30"/>
                </a:lnTo>
                <a:lnTo>
                  <a:pt x="77" y="30"/>
                </a:lnTo>
                <a:lnTo>
                  <a:pt x="76" y="30"/>
                </a:lnTo>
                <a:lnTo>
                  <a:pt x="76" y="29"/>
                </a:lnTo>
                <a:lnTo>
                  <a:pt x="77" y="29"/>
                </a:lnTo>
                <a:lnTo>
                  <a:pt x="78" y="31"/>
                </a:lnTo>
                <a:lnTo>
                  <a:pt x="78" y="32"/>
                </a:lnTo>
                <a:lnTo>
                  <a:pt x="78" y="33"/>
                </a:lnTo>
                <a:lnTo>
                  <a:pt x="78" y="34"/>
                </a:lnTo>
                <a:lnTo>
                  <a:pt x="79" y="34"/>
                </a:lnTo>
                <a:lnTo>
                  <a:pt x="79" y="33"/>
                </a:lnTo>
                <a:lnTo>
                  <a:pt x="79" y="32"/>
                </a:lnTo>
                <a:lnTo>
                  <a:pt x="81" y="32"/>
                </a:lnTo>
                <a:lnTo>
                  <a:pt x="82" y="32"/>
                </a:lnTo>
                <a:lnTo>
                  <a:pt x="83" y="32"/>
                </a:lnTo>
                <a:lnTo>
                  <a:pt x="83" y="31"/>
                </a:lnTo>
                <a:lnTo>
                  <a:pt x="83" y="30"/>
                </a:lnTo>
                <a:lnTo>
                  <a:pt x="84" y="30"/>
                </a:lnTo>
                <a:lnTo>
                  <a:pt x="84" y="31"/>
                </a:lnTo>
                <a:lnTo>
                  <a:pt x="84" y="32"/>
                </a:lnTo>
                <a:lnTo>
                  <a:pt x="83" y="32"/>
                </a:lnTo>
                <a:lnTo>
                  <a:pt x="82" y="33"/>
                </a:lnTo>
                <a:lnTo>
                  <a:pt x="83" y="33"/>
                </a:lnTo>
                <a:lnTo>
                  <a:pt x="84" y="33"/>
                </a:lnTo>
                <a:lnTo>
                  <a:pt x="83" y="33"/>
                </a:lnTo>
                <a:lnTo>
                  <a:pt x="84" y="33"/>
                </a:lnTo>
                <a:lnTo>
                  <a:pt x="84" y="32"/>
                </a:lnTo>
                <a:lnTo>
                  <a:pt x="85" y="32"/>
                </a:lnTo>
                <a:lnTo>
                  <a:pt x="85" y="31"/>
                </a:lnTo>
                <a:lnTo>
                  <a:pt x="86" y="31"/>
                </a:lnTo>
                <a:lnTo>
                  <a:pt x="86" y="32"/>
                </a:lnTo>
                <a:lnTo>
                  <a:pt x="87" y="32"/>
                </a:lnTo>
                <a:lnTo>
                  <a:pt x="87" y="31"/>
                </a:lnTo>
                <a:lnTo>
                  <a:pt x="88" y="31"/>
                </a:lnTo>
                <a:lnTo>
                  <a:pt x="87" y="31"/>
                </a:lnTo>
                <a:lnTo>
                  <a:pt x="86" y="30"/>
                </a:lnTo>
                <a:lnTo>
                  <a:pt x="85" y="30"/>
                </a:lnTo>
                <a:lnTo>
                  <a:pt x="84" y="30"/>
                </a:lnTo>
                <a:lnTo>
                  <a:pt x="84" y="29"/>
                </a:lnTo>
                <a:lnTo>
                  <a:pt x="83" y="29"/>
                </a:lnTo>
                <a:lnTo>
                  <a:pt x="82" y="29"/>
                </a:lnTo>
                <a:lnTo>
                  <a:pt x="83" y="28"/>
                </a:lnTo>
                <a:lnTo>
                  <a:pt x="83" y="27"/>
                </a:lnTo>
                <a:lnTo>
                  <a:pt x="82" y="27"/>
                </a:lnTo>
                <a:lnTo>
                  <a:pt x="82" y="26"/>
                </a:lnTo>
                <a:lnTo>
                  <a:pt x="82" y="25"/>
                </a:lnTo>
                <a:lnTo>
                  <a:pt x="83" y="25"/>
                </a:lnTo>
                <a:lnTo>
                  <a:pt x="85" y="25"/>
                </a:lnTo>
                <a:lnTo>
                  <a:pt x="86" y="25"/>
                </a:lnTo>
                <a:lnTo>
                  <a:pt x="86" y="26"/>
                </a:lnTo>
                <a:lnTo>
                  <a:pt x="87" y="26"/>
                </a:lnTo>
                <a:lnTo>
                  <a:pt x="86" y="26"/>
                </a:lnTo>
                <a:lnTo>
                  <a:pt x="86" y="25"/>
                </a:lnTo>
                <a:lnTo>
                  <a:pt x="85" y="24"/>
                </a:lnTo>
                <a:lnTo>
                  <a:pt x="84" y="25"/>
                </a:lnTo>
                <a:lnTo>
                  <a:pt x="83" y="24"/>
                </a:lnTo>
                <a:lnTo>
                  <a:pt x="83" y="23"/>
                </a:lnTo>
                <a:lnTo>
                  <a:pt x="84" y="22"/>
                </a:lnTo>
                <a:lnTo>
                  <a:pt x="85" y="21"/>
                </a:lnTo>
                <a:lnTo>
                  <a:pt x="86" y="21"/>
                </a:lnTo>
                <a:lnTo>
                  <a:pt x="86" y="20"/>
                </a:lnTo>
                <a:lnTo>
                  <a:pt x="87" y="20"/>
                </a:lnTo>
                <a:lnTo>
                  <a:pt x="87" y="19"/>
                </a:lnTo>
                <a:lnTo>
                  <a:pt x="88" y="18"/>
                </a:lnTo>
                <a:lnTo>
                  <a:pt x="89" y="18"/>
                </a:lnTo>
                <a:lnTo>
                  <a:pt x="89" y="17"/>
                </a:lnTo>
                <a:lnTo>
                  <a:pt x="90" y="17"/>
                </a:lnTo>
                <a:lnTo>
                  <a:pt x="91" y="17"/>
                </a:lnTo>
                <a:lnTo>
                  <a:pt x="93" y="17"/>
                </a:lnTo>
                <a:lnTo>
                  <a:pt x="94" y="17"/>
                </a:lnTo>
                <a:lnTo>
                  <a:pt x="95" y="16"/>
                </a:lnTo>
                <a:lnTo>
                  <a:pt x="96" y="16"/>
                </a:lnTo>
                <a:lnTo>
                  <a:pt x="97" y="16"/>
                </a:lnTo>
                <a:lnTo>
                  <a:pt x="98" y="16"/>
                </a:lnTo>
                <a:lnTo>
                  <a:pt x="99" y="16"/>
                </a:lnTo>
                <a:lnTo>
                  <a:pt x="99" y="15"/>
                </a:lnTo>
                <a:lnTo>
                  <a:pt x="100" y="15"/>
                </a:lnTo>
                <a:lnTo>
                  <a:pt x="100" y="16"/>
                </a:lnTo>
                <a:lnTo>
                  <a:pt x="101" y="16"/>
                </a:lnTo>
                <a:lnTo>
                  <a:pt x="102" y="17"/>
                </a:lnTo>
                <a:lnTo>
                  <a:pt x="101" y="17"/>
                </a:lnTo>
                <a:lnTo>
                  <a:pt x="101" y="18"/>
                </a:lnTo>
                <a:lnTo>
                  <a:pt x="102" y="19"/>
                </a:lnTo>
                <a:lnTo>
                  <a:pt x="102" y="18"/>
                </a:lnTo>
                <a:lnTo>
                  <a:pt x="102" y="17"/>
                </a:lnTo>
                <a:lnTo>
                  <a:pt x="103" y="18"/>
                </a:lnTo>
                <a:lnTo>
                  <a:pt x="103" y="19"/>
                </a:lnTo>
                <a:lnTo>
                  <a:pt x="104" y="20"/>
                </a:lnTo>
                <a:lnTo>
                  <a:pt x="105" y="20"/>
                </a:lnTo>
                <a:lnTo>
                  <a:pt x="106" y="20"/>
                </a:lnTo>
                <a:lnTo>
                  <a:pt x="107" y="20"/>
                </a:lnTo>
                <a:lnTo>
                  <a:pt x="108" y="20"/>
                </a:lnTo>
                <a:lnTo>
                  <a:pt x="108" y="21"/>
                </a:lnTo>
                <a:lnTo>
                  <a:pt x="108" y="22"/>
                </a:lnTo>
                <a:lnTo>
                  <a:pt x="108" y="23"/>
                </a:lnTo>
                <a:lnTo>
                  <a:pt x="109" y="22"/>
                </a:lnTo>
                <a:lnTo>
                  <a:pt x="110" y="21"/>
                </a:lnTo>
                <a:lnTo>
                  <a:pt x="109" y="20"/>
                </a:lnTo>
                <a:lnTo>
                  <a:pt x="109" y="19"/>
                </a:lnTo>
                <a:lnTo>
                  <a:pt x="109" y="18"/>
                </a:lnTo>
                <a:lnTo>
                  <a:pt x="110" y="18"/>
                </a:lnTo>
                <a:lnTo>
                  <a:pt x="111" y="18"/>
                </a:lnTo>
                <a:lnTo>
                  <a:pt x="111" y="19"/>
                </a:lnTo>
                <a:lnTo>
                  <a:pt x="111" y="20"/>
                </a:lnTo>
                <a:lnTo>
                  <a:pt x="111" y="21"/>
                </a:lnTo>
                <a:lnTo>
                  <a:pt x="112" y="22"/>
                </a:lnTo>
                <a:lnTo>
                  <a:pt x="111" y="22"/>
                </a:lnTo>
                <a:lnTo>
                  <a:pt x="111" y="23"/>
                </a:lnTo>
                <a:lnTo>
                  <a:pt x="111" y="24"/>
                </a:lnTo>
                <a:lnTo>
                  <a:pt x="111" y="25"/>
                </a:lnTo>
                <a:lnTo>
                  <a:pt x="111" y="24"/>
                </a:lnTo>
                <a:lnTo>
                  <a:pt x="112" y="24"/>
                </a:lnTo>
                <a:lnTo>
                  <a:pt x="112" y="25"/>
                </a:lnTo>
                <a:lnTo>
                  <a:pt x="111" y="25"/>
                </a:lnTo>
                <a:lnTo>
                  <a:pt x="112" y="25"/>
                </a:lnTo>
                <a:lnTo>
                  <a:pt x="112" y="24"/>
                </a:lnTo>
                <a:lnTo>
                  <a:pt x="111" y="24"/>
                </a:lnTo>
                <a:lnTo>
                  <a:pt x="111" y="23"/>
                </a:lnTo>
                <a:lnTo>
                  <a:pt x="112" y="22"/>
                </a:lnTo>
                <a:lnTo>
                  <a:pt x="113" y="22"/>
                </a:lnTo>
                <a:lnTo>
                  <a:pt x="114" y="22"/>
                </a:lnTo>
                <a:lnTo>
                  <a:pt x="114" y="23"/>
                </a:lnTo>
                <a:lnTo>
                  <a:pt x="114" y="22"/>
                </a:lnTo>
                <a:lnTo>
                  <a:pt x="114" y="21"/>
                </a:lnTo>
                <a:lnTo>
                  <a:pt x="115" y="21"/>
                </a:lnTo>
                <a:lnTo>
                  <a:pt x="115" y="20"/>
                </a:lnTo>
                <a:lnTo>
                  <a:pt x="114" y="20"/>
                </a:lnTo>
                <a:lnTo>
                  <a:pt x="114" y="19"/>
                </a:lnTo>
                <a:lnTo>
                  <a:pt x="115" y="20"/>
                </a:lnTo>
                <a:lnTo>
                  <a:pt x="115" y="19"/>
                </a:lnTo>
                <a:lnTo>
                  <a:pt x="116" y="19"/>
                </a:lnTo>
                <a:lnTo>
                  <a:pt x="116" y="18"/>
                </a:lnTo>
                <a:lnTo>
                  <a:pt x="115" y="18"/>
                </a:lnTo>
                <a:lnTo>
                  <a:pt x="115" y="17"/>
                </a:lnTo>
                <a:lnTo>
                  <a:pt x="116" y="17"/>
                </a:lnTo>
                <a:lnTo>
                  <a:pt x="116" y="18"/>
                </a:lnTo>
                <a:lnTo>
                  <a:pt x="117" y="18"/>
                </a:lnTo>
                <a:lnTo>
                  <a:pt x="118" y="18"/>
                </a:lnTo>
                <a:lnTo>
                  <a:pt x="119" y="18"/>
                </a:lnTo>
                <a:lnTo>
                  <a:pt x="119" y="17"/>
                </a:lnTo>
                <a:lnTo>
                  <a:pt x="120" y="17"/>
                </a:lnTo>
                <a:lnTo>
                  <a:pt x="121" y="17"/>
                </a:lnTo>
                <a:lnTo>
                  <a:pt x="121" y="18"/>
                </a:lnTo>
                <a:lnTo>
                  <a:pt x="121" y="19"/>
                </a:lnTo>
                <a:lnTo>
                  <a:pt x="122" y="19"/>
                </a:lnTo>
                <a:lnTo>
                  <a:pt x="121" y="19"/>
                </a:lnTo>
                <a:lnTo>
                  <a:pt x="122" y="20"/>
                </a:lnTo>
                <a:lnTo>
                  <a:pt x="122" y="21"/>
                </a:lnTo>
                <a:lnTo>
                  <a:pt x="123" y="21"/>
                </a:lnTo>
                <a:lnTo>
                  <a:pt x="124" y="22"/>
                </a:lnTo>
                <a:lnTo>
                  <a:pt x="125" y="22"/>
                </a:lnTo>
                <a:lnTo>
                  <a:pt x="126" y="22"/>
                </a:lnTo>
                <a:lnTo>
                  <a:pt x="127" y="22"/>
                </a:lnTo>
                <a:lnTo>
                  <a:pt x="127" y="21"/>
                </a:lnTo>
                <a:lnTo>
                  <a:pt x="128" y="22"/>
                </a:lnTo>
                <a:lnTo>
                  <a:pt x="127" y="22"/>
                </a:lnTo>
                <a:lnTo>
                  <a:pt x="126" y="23"/>
                </a:lnTo>
                <a:lnTo>
                  <a:pt x="125" y="22"/>
                </a:lnTo>
                <a:lnTo>
                  <a:pt x="124" y="23"/>
                </a:lnTo>
                <a:lnTo>
                  <a:pt x="123" y="24"/>
                </a:lnTo>
                <a:lnTo>
                  <a:pt x="122" y="24"/>
                </a:lnTo>
                <a:lnTo>
                  <a:pt x="122" y="25"/>
                </a:lnTo>
                <a:lnTo>
                  <a:pt x="123" y="25"/>
                </a:lnTo>
                <a:lnTo>
                  <a:pt x="124" y="25"/>
                </a:lnTo>
                <a:lnTo>
                  <a:pt x="125" y="25"/>
                </a:lnTo>
                <a:lnTo>
                  <a:pt x="125" y="26"/>
                </a:lnTo>
                <a:lnTo>
                  <a:pt x="125" y="27"/>
                </a:lnTo>
                <a:lnTo>
                  <a:pt x="125" y="26"/>
                </a:lnTo>
                <a:lnTo>
                  <a:pt x="125" y="25"/>
                </a:lnTo>
                <a:lnTo>
                  <a:pt x="126" y="25"/>
                </a:lnTo>
                <a:lnTo>
                  <a:pt x="126" y="26"/>
                </a:lnTo>
                <a:lnTo>
                  <a:pt x="126" y="25"/>
                </a:lnTo>
                <a:lnTo>
                  <a:pt x="127" y="25"/>
                </a:lnTo>
                <a:lnTo>
                  <a:pt x="126" y="25"/>
                </a:lnTo>
                <a:lnTo>
                  <a:pt x="126" y="24"/>
                </a:lnTo>
                <a:lnTo>
                  <a:pt x="125" y="24"/>
                </a:lnTo>
                <a:lnTo>
                  <a:pt x="125" y="23"/>
                </a:lnTo>
                <a:lnTo>
                  <a:pt x="126" y="23"/>
                </a:lnTo>
                <a:lnTo>
                  <a:pt x="127" y="23"/>
                </a:lnTo>
                <a:lnTo>
                  <a:pt x="128" y="22"/>
                </a:lnTo>
                <a:lnTo>
                  <a:pt x="128" y="21"/>
                </a:lnTo>
                <a:lnTo>
                  <a:pt x="127" y="21"/>
                </a:lnTo>
                <a:lnTo>
                  <a:pt x="127" y="20"/>
                </a:lnTo>
                <a:lnTo>
                  <a:pt x="127" y="21"/>
                </a:lnTo>
                <a:lnTo>
                  <a:pt x="128" y="21"/>
                </a:lnTo>
                <a:lnTo>
                  <a:pt x="128" y="20"/>
                </a:lnTo>
                <a:lnTo>
                  <a:pt x="129" y="20"/>
                </a:lnTo>
                <a:lnTo>
                  <a:pt x="130" y="20"/>
                </a:lnTo>
                <a:lnTo>
                  <a:pt x="130" y="19"/>
                </a:lnTo>
                <a:lnTo>
                  <a:pt x="131" y="18"/>
                </a:lnTo>
                <a:lnTo>
                  <a:pt x="132" y="18"/>
                </a:lnTo>
                <a:lnTo>
                  <a:pt x="133" y="19"/>
                </a:lnTo>
                <a:lnTo>
                  <a:pt x="134" y="19"/>
                </a:lnTo>
                <a:lnTo>
                  <a:pt x="135" y="19"/>
                </a:lnTo>
                <a:lnTo>
                  <a:pt x="135" y="18"/>
                </a:lnTo>
                <a:lnTo>
                  <a:pt x="136" y="18"/>
                </a:lnTo>
                <a:lnTo>
                  <a:pt x="136" y="19"/>
                </a:lnTo>
                <a:lnTo>
                  <a:pt x="136" y="20"/>
                </a:lnTo>
                <a:lnTo>
                  <a:pt x="137" y="19"/>
                </a:lnTo>
                <a:lnTo>
                  <a:pt x="137" y="18"/>
                </a:lnTo>
                <a:lnTo>
                  <a:pt x="136" y="18"/>
                </a:lnTo>
                <a:lnTo>
                  <a:pt x="135" y="18"/>
                </a:lnTo>
                <a:lnTo>
                  <a:pt x="134" y="18"/>
                </a:lnTo>
                <a:lnTo>
                  <a:pt x="133" y="18"/>
                </a:lnTo>
                <a:lnTo>
                  <a:pt x="132" y="18"/>
                </a:lnTo>
                <a:lnTo>
                  <a:pt x="134" y="17"/>
                </a:lnTo>
                <a:lnTo>
                  <a:pt x="135" y="17"/>
                </a:lnTo>
                <a:lnTo>
                  <a:pt x="136" y="17"/>
                </a:lnTo>
                <a:lnTo>
                  <a:pt x="137" y="16"/>
                </a:lnTo>
                <a:lnTo>
                  <a:pt x="137" y="15"/>
                </a:lnTo>
                <a:lnTo>
                  <a:pt x="138" y="15"/>
                </a:lnTo>
                <a:lnTo>
                  <a:pt x="138" y="14"/>
                </a:lnTo>
                <a:lnTo>
                  <a:pt x="139" y="14"/>
                </a:lnTo>
                <a:lnTo>
                  <a:pt x="139" y="13"/>
                </a:lnTo>
                <a:lnTo>
                  <a:pt x="139" y="12"/>
                </a:lnTo>
                <a:lnTo>
                  <a:pt x="140" y="11"/>
                </a:lnTo>
                <a:lnTo>
                  <a:pt x="140" y="10"/>
                </a:lnTo>
                <a:lnTo>
                  <a:pt x="141" y="10"/>
                </a:lnTo>
                <a:lnTo>
                  <a:pt x="142" y="10"/>
                </a:lnTo>
                <a:lnTo>
                  <a:pt x="143" y="10"/>
                </a:lnTo>
                <a:lnTo>
                  <a:pt x="144" y="10"/>
                </a:lnTo>
                <a:lnTo>
                  <a:pt x="145" y="11"/>
                </a:lnTo>
                <a:lnTo>
                  <a:pt x="146" y="11"/>
                </a:lnTo>
                <a:lnTo>
                  <a:pt x="146" y="12"/>
                </a:lnTo>
                <a:lnTo>
                  <a:pt x="147" y="12"/>
                </a:lnTo>
                <a:lnTo>
                  <a:pt x="147" y="13"/>
                </a:lnTo>
                <a:lnTo>
                  <a:pt x="148" y="13"/>
                </a:lnTo>
                <a:lnTo>
                  <a:pt x="149" y="13"/>
                </a:lnTo>
                <a:lnTo>
                  <a:pt x="150" y="14"/>
                </a:lnTo>
                <a:lnTo>
                  <a:pt x="151" y="14"/>
                </a:lnTo>
                <a:lnTo>
                  <a:pt x="151" y="13"/>
                </a:lnTo>
                <a:lnTo>
                  <a:pt x="151" y="12"/>
                </a:lnTo>
                <a:lnTo>
                  <a:pt x="150" y="12"/>
                </a:lnTo>
                <a:lnTo>
                  <a:pt x="151" y="12"/>
                </a:lnTo>
                <a:lnTo>
                  <a:pt x="152" y="12"/>
                </a:lnTo>
                <a:lnTo>
                  <a:pt x="152" y="13"/>
                </a:lnTo>
                <a:lnTo>
                  <a:pt x="153" y="13"/>
                </a:lnTo>
                <a:lnTo>
                  <a:pt x="153" y="12"/>
                </a:lnTo>
                <a:lnTo>
                  <a:pt x="154" y="12"/>
                </a:lnTo>
                <a:lnTo>
                  <a:pt x="154" y="11"/>
                </a:lnTo>
                <a:lnTo>
                  <a:pt x="155" y="11"/>
                </a:lnTo>
                <a:lnTo>
                  <a:pt x="156" y="11"/>
                </a:lnTo>
                <a:lnTo>
                  <a:pt x="155" y="11"/>
                </a:lnTo>
                <a:lnTo>
                  <a:pt x="154" y="10"/>
                </a:lnTo>
                <a:lnTo>
                  <a:pt x="153" y="10"/>
                </a:lnTo>
                <a:lnTo>
                  <a:pt x="153" y="9"/>
                </a:lnTo>
                <a:lnTo>
                  <a:pt x="153" y="8"/>
                </a:lnTo>
                <a:lnTo>
                  <a:pt x="154" y="8"/>
                </a:lnTo>
                <a:lnTo>
                  <a:pt x="155" y="8"/>
                </a:lnTo>
                <a:lnTo>
                  <a:pt x="157" y="7"/>
                </a:lnTo>
                <a:lnTo>
                  <a:pt x="158" y="7"/>
                </a:lnTo>
                <a:lnTo>
                  <a:pt x="159" y="7"/>
                </a:lnTo>
                <a:lnTo>
                  <a:pt x="160" y="8"/>
                </a:lnTo>
                <a:lnTo>
                  <a:pt x="159" y="8"/>
                </a:lnTo>
                <a:lnTo>
                  <a:pt x="160" y="8"/>
                </a:lnTo>
                <a:lnTo>
                  <a:pt x="161" y="8"/>
                </a:lnTo>
                <a:lnTo>
                  <a:pt x="161" y="9"/>
                </a:lnTo>
                <a:lnTo>
                  <a:pt x="162" y="9"/>
                </a:lnTo>
                <a:lnTo>
                  <a:pt x="163" y="9"/>
                </a:lnTo>
                <a:lnTo>
                  <a:pt x="163" y="10"/>
                </a:lnTo>
                <a:lnTo>
                  <a:pt x="164" y="10"/>
                </a:lnTo>
                <a:lnTo>
                  <a:pt x="164" y="11"/>
                </a:lnTo>
                <a:lnTo>
                  <a:pt x="165" y="11"/>
                </a:lnTo>
                <a:lnTo>
                  <a:pt x="166" y="11"/>
                </a:lnTo>
                <a:lnTo>
                  <a:pt x="166" y="12"/>
                </a:lnTo>
                <a:lnTo>
                  <a:pt x="167" y="12"/>
                </a:lnTo>
                <a:lnTo>
                  <a:pt x="168" y="13"/>
                </a:lnTo>
                <a:lnTo>
                  <a:pt x="169" y="13"/>
                </a:lnTo>
                <a:lnTo>
                  <a:pt x="169" y="14"/>
                </a:lnTo>
                <a:lnTo>
                  <a:pt x="170" y="14"/>
                </a:lnTo>
                <a:lnTo>
                  <a:pt x="171" y="14"/>
                </a:lnTo>
                <a:lnTo>
                  <a:pt x="172" y="14"/>
                </a:lnTo>
                <a:lnTo>
                  <a:pt x="173" y="14"/>
                </a:lnTo>
                <a:lnTo>
                  <a:pt x="174" y="14"/>
                </a:lnTo>
                <a:lnTo>
                  <a:pt x="175" y="14"/>
                </a:lnTo>
                <a:lnTo>
                  <a:pt x="175" y="15"/>
                </a:lnTo>
                <a:lnTo>
                  <a:pt x="174" y="15"/>
                </a:lnTo>
                <a:lnTo>
                  <a:pt x="174" y="16"/>
                </a:lnTo>
                <a:lnTo>
                  <a:pt x="174" y="17"/>
                </a:lnTo>
                <a:lnTo>
                  <a:pt x="175" y="18"/>
                </a:lnTo>
                <a:lnTo>
                  <a:pt x="175" y="19"/>
                </a:lnTo>
                <a:lnTo>
                  <a:pt x="175" y="20"/>
                </a:lnTo>
                <a:lnTo>
                  <a:pt x="175" y="19"/>
                </a:lnTo>
                <a:lnTo>
                  <a:pt x="176" y="19"/>
                </a:lnTo>
                <a:lnTo>
                  <a:pt x="176" y="18"/>
                </a:lnTo>
                <a:lnTo>
                  <a:pt x="177" y="18"/>
                </a:lnTo>
                <a:lnTo>
                  <a:pt x="177" y="17"/>
                </a:lnTo>
                <a:lnTo>
                  <a:pt x="177" y="16"/>
                </a:lnTo>
                <a:lnTo>
                  <a:pt x="178" y="16"/>
                </a:lnTo>
                <a:lnTo>
                  <a:pt x="179" y="17"/>
                </a:lnTo>
                <a:lnTo>
                  <a:pt x="178" y="18"/>
                </a:lnTo>
                <a:lnTo>
                  <a:pt x="178" y="19"/>
                </a:lnTo>
                <a:lnTo>
                  <a:pt x="179" y="20"/>
                </a:lnTo>
                <a:lnTo>
                  <a:pt x="179" y="21"/>
                </a:lnTo>
                <a:lnTo>
                  <a:pt x="178" y="21"/>
                </a:lnTo>
                <a:lnTo>
                  <a:pt x="177" y="21"/>
                </a:lnTo>
                <a:lnTo>
                  <a:pt x="176" y="21"/>
                </a:lnTo>
                <a:lnTo>
                  <a:pt x="177" y="21"/>
                </a:lnTo>
                <a:lnTo>
                  <a:pt x="178" y="21"/>
                </a:lnTo>
                <a:lnTo>
                  <a:pt x="178" y="22"/>
                </a:lnTo>
                <a:lnTo>
                  <a:pt x="178" y="21"/>
                </a:lnTo>
                <a:lnTo>
                  <a:pt x="179" y="21"/>
                </a:lnTo>
                <a:lnTo>
                  <a:pt x="179" y="22"/>
                </a:lnTo>
                <a:lnTo>
                  <a:pt x="178" y="22"/>
                </a:lnTo>
                <a:lnTo>
                  <a:pt x="178" y="23"/>
                </a:lnTo>
                <a:lnTo>
                  <a:pt x="178" y="22"/>
                </a:lnTo>
                <a:lnTo>
                  <a:pt x="178" y="23"/>
                </a:lnTo>
                <a:lnTo>
                  <a:pt x="179" y="23"/>
                </a:lnTo>
                <a:lnTo>
                  <a:pt x="179" y="24"/>
                </a:lnTo>
                <a:lnTo>
                  <a:pt x="179" y="25"/>
                </a:lnTo>
                <a:lnTo>
                  <a:pt x="180" y="25"/>
                </a:lnTo>
                <a:lnTo>
                  <a:pt x="180" y="26"/>
                </a:lnTo>
                <a:lnTo>
                  <a:pt x="180" y="27"/>
                </a:lnTo>
                <a:lnTo>
                  <a:pt x="181" y="26"/>
                </a:lnTo>
                <a:lnTo>
                  <a:pt x="180" y="26"/>
                </a:lnTo>
                <a:lnTo>
                  <a:pt x="180" y="25"/>
                </a:lnTo>
                <a:lnTo>
                  <a:pt x="180" y="24"/>
                </a:lnTo>
                <a:lnTo>
                  <a:pt x="181" y="24"/>
                </a:lnTo>
                <a:lnTo>
                  <a:pt x="182" y="24"/>
                </a:lnTo>
                <a:lnTo>
                  <a:pt x="183" y="24"/>
                </a:lnTo>
                <a:lnTo>
                  <a:pt x="183" y="23"/>
                </a:lnTo>
                <a:lnTo>
                  <a:pt x="182" y="22"/>
                </a:lnTo>
                <a:lnTo>
                  <a:pt x="182" y="21"/>
                </a:lnTo>
                <a:lnTo>
                  <a:pt x="182" y="20"/>
                </a:lnTo>
                <a:lnTo>
                  <a:pt x="182" y="19"/>
                </a:lnTo>
                <a:lnTo>
                  <a:pt x="181" y="18"/>
                </a:lnTo>
                <a:lnTo>
                  <a:pt x="181" y="17"/>
                </a:lnTo>
                <a:lnTo>
                  <a:pt x="181" y="16"/>
                </a:lnTo>
                <a:lnTo>
                  <a:pt x="180" y="16"/>
                </a:lnTo>
                <a:lnTo>
                  <a:pt x="180" y="15"/>
                </a:lnTo>
                <a:lnTo>
                  <a:pt x="181" y="15"/>
                </a:lnTo>
                <a:lnTo>
                  <a:pt x="180" y="15"/>
                </a:lnTo>
                <a:lnTo>
                  <a:pt x="181" y="15"/>
                </a:lnTo>
                <a:lnTo>
                  <a:pt x="181" y="14"/>
                </a:lnTo>
                <a:lnTo>
                  <a:pt x="180" y="14"/>
                </a:lnTo>
                <a:lnTo>
                  <a:pt x="179" y="14"/>
                </a:lnTo>
                <a:lnTo>
                  <a:pt x="178" y="14"/>
                </a:lnTo>
                <a:lnTo>
                  <a:pt x="177" y="14"/>
                </a:lnTo>
                <a:lnTo>
                  <a:pt x="178" y="14"/>
                </a:lnTo>
                <a:lnTo>
                  <a:pt x="177" y="13"/>
                </a:lnTo>
                <a:lnTo>
                  <a:pt x="177" y="12"/>
                </a:lnTo>
                <a:lnTo>
                  <a:pt x="177" y="11"/>
                </a:lnTo>
                <a:lnTo>
                  <a:pt x="177" y="10"/>
                </a:lnTo>
                <a:lnTo>
                  <a:pt x="177" y="9"/>
                </a:lnTo>
                <a:lnTo>
                  <a:pt x="178" y="9"/>
                </a:lnTo>
                <a:lnTo>
                  <a:pt x="178" y="8"/>
                </a:lnTo>
                <a:lnTo>
                  <a:pt x="178" y="7"/>
                </a:lnTo>
                <a:lnTo>
                  <a:pt x="177" y="7"/>
                </a:lnTo>
                <a:lnTo>
                  <a:pt x="179" y="6"/>
                </a:lnTo>
                <a:lnTo>
                  <a:pt x="179" y="5"/>
                </a:lnTo>
                <a:lnTo>
                  <a:pt x="180" y="5"/>
                </a:lnTo>
                <a:lnTo>
                  <a:pt x="179" y="5"/>
                </a:lnTo>
                <a:lnTo>
                  <a:pt x="180" y="5"/>
                </a:lnTo>
                <a:lnTo>
                  <a:pt x="181" y="5"/>
                </a:lnTo>
                <a:lnTo>
                  <a:pt x="182" y="5"/>
                </a:lnTo>
                <a:lnTo>
                  <a:pt x="183" y="5"/>
                </a:lnTo>
                <a:lnTo>
                  <a:pt x="184" y="5"/>
                </a:lnTo>
                <a:lnTo>
                  <a:pt x="185" y="5"/>
                </a:lnTo>
                <a:lnTo>
                  <a:pt x="185" y="4"/>
                </a:lnTo>
                <a:lnTo>
                  <a:pt x="186" y="3"/>
                </a:lnTo>
                <a:lnTo>
                  <a:pt x="187" y="2"/>
                </a:lnTo>
                <a:lnTo>
                  <a:pt x="187" y="1"/>
                </a:lnTo>
                <a:lnTo>
                  <a:pt x="186" y="1"/>
                </a:lnTo>
                <a:lnTo>
                  <a:pt x="186" y="0"/>
                </a:lnTo>
                <a:lnTo>
                  <a:pt x="187" y="0"/>
                </a:lnTo>
                <a:lnTo>
                  <a:pt x="188" y="0"/>
                </a:lnTo>
                <a:lnTo>
                  <a:pt x="188" y="1"/>
                </a:lnTo>
                <a:lnTo>
                  <a:pt x="188" y="2"/>
                </a:lnTo>
                <a:lnTo>
                  <a:pt x="189" y="2"/>
                </a:lnTo>
                <a:lnTo>
                  <a:pt x="189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35" name=""/>
          <p:cNvSpPr/>
          <p:nvPr/>
        </p:nvSpPr>
        <p:spPr>
          <a:xfrm>
            <a:off x="4316760" y="438480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0" y="6"/>
                </a:move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6"/>
                </a:lnTo>
                <a:lnTo>
                  <a:pt x="0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36" name=""/>
          <p:cNvSpPr/>
          <p:nvPr/>
        </p:nvSpPr>
        <p:spPr>
          <a:xfrm>
            <a:off x="4316400" y="43783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37" name=""/>
          <p:cNvSpPr/>
          <p:nvPr/>
        </p:nvSpPr>
        <p:spPr>
          <a:xfrm>
            <a:off x="4312080" y="437616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38" name=""/>
          <p:cNvSpPr/>
          <p:nvPr/>
        </p:nvSpPr>
        <p:spPr>
          <a:xfrm>
            <a:off x="4309920" y="437364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3"/>
                </a:move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39" name=""/>
          <p:cNvSpPr/>
          <p:nvPr/>
        </p:nvSpPr>
        <p:spPr>
          <a:xfrm>
            <a:off x="4311720" y="437256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1" y="0"/>
                </a:moveTo>
                <a:lnTo>
                  <a:pt x="3" y="1"/>
                </a:lnTo>
                <a:lnTo>
                  <a:pt x="3" y="2"/>
                </a:lnTo>
                <a:lnTo>
                  <a:pt x="3" y="4"/>
                </a:lnTo>
                <a:lnTo>
                  <a:pt x="3" y="5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0" name=""/>
          <p:cNvSpPr/>
          <p:nvPr/>
        </p:nvSpPr>
        <p:spPr>
          <a:xfrm>
            <a:off x="4290120" y="43696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1" name=""/>
          <p:cNvSpPr/>
          <p:nvPr/>
        </p:nvSpPr>
        <p:spPr>
          <a:xfrm>
            <a:off x="4272840" y="43650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2" name=""/>
          <p:cNvSpPr/>
          <p:nvPr/>
        </p:nvSpPr>
        <p:spPr>
          <a:xfrm>
            <a:off x="4314240" y="43646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3" name=""/>
          <p:cNvSpPr/>
          <p:nvPr/>
        </p:nvSpPr>
        <p:spPr>
          <a:xfrm>
            <a:off x="4316400" y="4363920"/>
            <a:ext cx="3240" cy="3600"/>
          </a:xfrm>
          <a:custGeom>
            <a:avLst/>
            <a:gdLst/>
            <a:ahLst/>
            <a:rect l="0" t="0" r="r" b="b"/>
            <a:pathLst>
              <a:path fill="none" w="9" h="10">
                <a:moveTo>
                  <a:pt x="4" y="0"/>
                </a:moveTo>
                <a:lnTo>
                  <a:pt x="6" y="0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3"/>
                </a:lnTo>
                <a:lnTo>
                  <a:pt x="9" y="1"/>
                </a:lnTo>
                <a:lnTo>
                  <a:pt x="9" y="3"/>
                </a:lnTo>
                <a:lnTo>
                  <a:pt x="9" y="4"/>
                </a:lnTo>
                <a:lnTo>
                  <a:pt x="9" y="5"/>
                </a:lnTo>
                <a:lnTo>
                  <a:pt x="8" y="5"/>
                </a:lnTo>
                <a:lnTo>
                  <a:pt x="8" y="6"/>
                </a:lnTo>
                <a:lnTo>
                  <a:pt x="8" y="7"/>
                </a:lnTo>
                <a:lnTo>
                  <a:pt x="7" y="7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6" y="8"/>
                </a:lnTo>
                <a:lnTo>
                  <a:pt x="6" y="9"/>
                </a:lnTo>
                <a:lnTo>
                  <a:pt x="4" y="9"/>
                </a:lnTo>
                <a:lnTo>
                  <a:pt x="4" y="10"/>
                </a:lnTo>
                <a:lnTo>
                  <a:pt x="4" y="9"/>
                </a:lnTo>
                <a:lnTo>
                  <a:pt x="4" y="10"/>
                </a:lnTo>
                <a:lnTo>
                  <a:pt x="3" y="10"/>
                </a:lnTo>
                <a:lnTo>
                  <a:pt x="3" y="9"/>
                </a:lnTo>
                <a:lnTo>
                  <a:pt x="2" y="9"/>
                </a:lnTo>
                <a:lnTo>
                  <a:pt x="1" y="9"/>
                </a:lnTo>
                <a:lnTo>
                  <a:pt x="1" y="8"/>
                </a:lnTo>
                <a:lnTo>
                  <a:pt x="1" y="7"/>
                </a:lnTo>
                <a:lnTo>
                  <a:pt x="1" y="8"/>
                </a:lnTo>
                <a:lnTo>
                  <a:pt x="1" y="7"/>
                </a:lnTo>
                <a:lnTo>
                  <a:pt x="1" y="8"/>
                </a:lnTo>
                <a:lnTo>
                  <a:pt x="1" y="7"/>
                </a:lnTo>
                <a:lnTo>
                  <a:pt x="2" y="7"/>
                </a:lnTo>
                <a:lnTo>
                  <a:pt x="1" y="7"/>
                </a:lnTo>
                <a:lnTo>
                  <a:pt x="0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3" y="1"/>
                </a:lnTo>
                <a:lnTo>
                  <a:pt x="3" y="3"/>
                </a:lnTo>
                <a:lnTo>
                  <a:pt x="4" y="3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4" name=""/>
          <p:cNvSpPr/>
          <p:nvPr/>
        </p:nvSpPr>
        <p:spPr>
          <a:xfrm>
            <a:off x="4305240" y="436284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2" y="0"/>
                </a:move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5" name=""/>
          <p:cNvSpPr/>
          <p:nvPr/>
        </p:nvSpPr>
        <p:spPr>
          <a:xfrm>
            <a:off x="4268880" y="435960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6" y="4"/>
                </a:move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1" y="6"/>
                </a:lnTo>
                <a:lnTo>
                  <a:pt x="2" y="6"/>
                </a:lnTo>
                <a:lnTo>
                  <a:pt x="2" y="7"/>
                </a:lnTo>
                <a:lnTo>
                  <a:pt x="1" y="7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2"/>
                </a:lnTo>
                <a:lnTo>
                  <a:pt x="6" y="3"/>
                </a:lnTo>
                <a:lnTo>
                  <a:pt x="6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6" name=""/>
          <p:cNvSpPr/>
          <p:nvPr/>
        </p:nvSpPr>
        <p:spPr>
          <a:xfrm>
            <a:off x="4312440" y="43592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7" name=""/>
          <p:cNvSpPr/>
          <p:nvPr/>
        </p:nvSpPr>
        <p:spPr>
          <a:xfrm>
            <a:off x="4306680" y="4358520"/>
            <a:ext cx="10080" cy="6840"/>
          </a:xfrm>
          <a:custGeom>
            <a:avLst/>
            <a:gdLst/>
            <a:ahLst/>
            <a:rect l="0" t="0" r="r" b="b"/>
            <a:pathLst>
              <a:path fill="none" w="28" h="19">
                <a:moveTo>
                  <a:pt x="16" y="2"/>
                </a:moveTo>
                <a:lnTo>
                  <a:pt x="16" y="3"/>
                </a:lnTo>
                <a:lnTo>
                  <a:pt x="16" y="4"/>
                </a:lnTo>
                <a:lnTo>
                  <a:pt x="17" y="4"/>
                </a:lnTo>
                <a:lnTo>
                  <a:pt x="18" y="4"/>
                </a:lnTo>
                <a:lnTo>
                  <a:pt x="19" y="4"/>
                </a:lnTo>
                <a:lnTo>
                  <a:pt x="20" y="4"/>
                </a:lnTo>
                <a:lnTo>
                  <a:pt x="21" y="4"/>
                </a:lnTo>
                <a:lnTo>
                  <a:pt x="22" y="4"/>
                </a:lnTo>
                <a:lnTo>
                  <a:pt x="22" y="3"/>
                </a:lnTo>
                <a:lnTo>
                  <a:pt x="23" y="3"/>
                </a:lnTo>
                <a:lnTo>
                  <a:pt x="24" y="2"/>
                </a:lnTo>
                <a:lnTo>
                  <a:pt x="25" y="2"/>
                </a:lnTo>
                <a:lnTo>
                  <a:pt x="26" y="2"/>
                </a:lnTo>
                <a:lnTo>
                  <a:pt x="26" y="3"/>
                </a:lnTo>
                <a:lnTo>
                  <a:pt x="27" y="3"/>
                </a:lnTo>
                <a:lnTo>
                  <a:pt x="28" y="3"/>
                </a:lnTo>
                <a:lnTo>
                  <a:pt x="28" y="4"/>
                </a:lnTo>
                <a:lnTo>
                  <a:pt x="28" y="5"/>
                </a:lnTo>
                <a:lnTo>
                  <a:pt x="28" y="7"/>
                </a:lnTo>
                <a:lnTo>
                  <a:pt x="28" y="8"/>
                </a:lnTo>
                <a:lnTo>
                  <a:pt x="27" y="8"/>
                </a:lnTo>
                <a:lnTo>
                  <a:pt x="27" y="9"/>
                </a:lnTo>
                <a:lnTo>
                  <a:pt x="27" y="11"/>
                </a:lnTo>
                <a:lnTo>
                  <a:pt x="26" y="11"/>
                </a:lnTo>
                <a:lnTo>
                  <a:pt x="26" y="12"/>
                </a:lnTo>
                <a:lnTo>
                  <a:pt x="26" y="13"/>
                </a:lnTo>
                <a:lnTo>
                  <a:pt x="26" y="14"/>
                </a:lnTo>
                <a:lnTo>
                  <a:pt x="26" y="15"/>
                </a:lnTo>
                <a:lnTo>
                  <a:pt x="26" y="16"/>
                </a:lnTo>
                <a:lnTo>
                  <a:pt x="26" y="18"/>
                </a:lnTo>
                <a:lnTo>
                  <a:pt x="25" y="19"/>
                </a:lnTo>
                <a:lnTo>
                  <a:pt x="24" y="18"/>
                </a:lnTo>
                <a:lnTo>
                  <a:pt x="24" y="17"/>
                </a:lnTo>
                <a:lnTo>
                  <a:pt x="24" y="16"/>
                </a:lnTo>
                <a:lnTo>
                  <a:pt x="24" y="15"/>
                </a:lnTo>
                <a:lnTo>
                  <a:pt x="23" y="15"/>
                </a:lnTo>
                <a:lnTo>
                  <a:pt x="22" y="13"/>
                </a:lnTo>
                <a:lnTo>
                  <a:pt x="21" y="12"/>
                </a:lnTo>
                <a:lnTo>
                  <a:pt x="21" y="11"/>
                </a:lnTo>
                <a:lnTo>
                  <a:pt x="20" y="11"/>
                </a:lnTo>
                <a:lnTo>
                  <a:pt x="19" y="11"/>
                </a:lnTo>
                <a:lnTo>
                  <a:pt x="18" y="11"/>
                </a:lnTo>
                <a:lnTo>
                  <a:pt x="17" y="11"/>
                </a:lnTo>
                <a:lnTo>
                  <a:pt x="16" y="11"/>
                </a:lnTo>
                <a:lnTo>
                  <a:pt x="15" y="11"/>
                </a:lnTo>
                <a:lnTo>
                  <a:pt x="14" y="11"/>
                </a:lnTo>
                <a:lnTo>
                  <a:pt x="13" y="11"/>
                </a:lnTo>
                <a:lnTo>
                  <a:pt x="12" y="11"/>
                </a:lnTo>
                <a:lnTo>
                  <a:pt x="11" y="11"/>
                </a:lnTo>
                <a:lnTo>
                  <a:pt x="9" y="11"/>
                </a:lnTo>
                <a:lnTo>
                  <a:pt x="8" y="11"/>
                </a:lnTo>
                <a:lnTo>
                  <a:pt x="8" y="12"/>
                </a:lnTo>
                <a:lnTo>
                  <a:pt x="7" y="12"/>
                </a:lnTo>
                <a:lnTo>
                  <a:pt x="7" y="13"/>
                </a:lnTo>
                <a:lnTo>
                  <a:pt x="6" y="13"/>
                </a:lnTo>
                <a:lnTo>
                  <a:pt x="5" y="14"/>
                </a:lnTo>
                <a:lnTo>
                  <a:pt x="4" y="14"/>
                </a:lnTo>
                <a:lnTo>
                  <a:pt x="3" y="14"/>
                </a:lnTo>
                <a:lnTo>
                  <a:pt x="2" y="14"/>
                </a:lnTo>
                <a:lnTo>
                  <a:pt x="2" y="15"/>
                </a:lnTo>
                <a:lnTo>
                  <a:pt x="1" y="15"/>
                </a:lnTo>
                <a:lnTo>
                  <a:pt x="0" y="15"/>
                </a:lnTo>
                <a:lnTo>
                  <a:pt x="0" y="14"/>
                </a:lnTo>
                <a:lnTo>
                  <a:pt x="1" y="14"/>
                </a:lnTo>
                <a:lnTo>
                  <a:pt x="1" y="13"/>
                </a:lnTo>
                <a:lnTo>
                  <a:pt x="2" y="12"/>
                </a:lnTo>
                <a:lnTo>
                  <a:pt x="2" y="11"/>
                </a:lnTo>
                <a:lnTo>
                  <a:pt x="3" y="11"/>
                </a:lnTo>
                <a:lnTo>
                  <a:pt x="3" y="10"/>
                </a:lnTo>
                <a:lnTo>
                  <a:pt x="3" y="9"/>
                </a:lnTo>
                <a:lnTo>
                  <a:pt x="4" y="8"/>
                </a:lnTo>
                <a:lnTo>
                  <a:pt x="5" y="7"/>
                </a:lnTo>
                <a:lnTo>
                  <a:pt x="5" y="8"/>
                </a:lnTo>
                <a:lnTo>
                  <a:pt x="6" y="8"/>
                </a:lnTo>
                <a:lnTo>
                  <a:pt x="7" y="8"/>
                </a:lnTo>
                <a:lnTo>
                  <a:pt x="6" y="7"/>
                </a:lnTo>
                <a:lnTo>
                  <a:pt x="6" y="5"/>
                </a:lnTo>
                <a:lnTo>
                  <a:pt x="6" y="4"/>
                </a:lnTo>
                <a:lnTo>
                  <a:pt x="6" y="5"/>
                </a:lnTo>
                <a:lnTo>
                  <a:pt x="7" y="4"/>
                </a:lnTo>
                <a:lnTo>
                  <a:pt x="6" y="4"/>
                </a:lnTo>
                <a:lnTo>
                  <a:pt x="6" y="3"/>
                </a:lnTo>
                <a:lnTo>
                  <a:pt x="5" y="3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8" y="2"/>
                </a:lnTo>
                <a:lnTo>
                  <a:pt x="9" y="2"/>
                </a:lnTo>
                <a:lnTo>
                  <a:pt x="11" y="2"/>
                </a:lnTo>
                <a:lnTo>
                  <a:pt x="12" y="2"/>
                </a:lnTo>
                <a:lnTo>
                  <a:pt x="12" y="1"/>
                </a:lnTo>
                <a:lnTo>
                  <a:pt x="13" y="1"/>
                </a:lnTo>
                <a:lnTo>
                  <a:pt x="14" y="1"/>
                </a:lnTo>
                <a:lnTo>
                  <a:pt x="14" y="0"/>
                </a:lnTo>
                <a:lnTo>
                  <a:pt x="15" y="1"/>
                </a:lnTo>
                <a:lnTo>
                  <a:pt x="16" y="1"/>
                </a:lnTo>
                <a:lnTo>
                  <a:pt x="1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240" rIns="360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8" name=""/>
          <p:cNvSpPr/>
          <p:nvPr/>
        </p:nvSpPr>
        <p:spPr>
          <a:xfrm>
            <a:off x="4311360" y="43578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2"/>
                </a:moveTo>
                <a:lnTo>
                  <a:pt x="5" y="4"/>
                </a:lnTo>
                <a:lnTo>
                  <a:pt x="3" y="4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9" name=""/>
          <p:cNvSpPr/>
          <p:nvPr/>
        </p:nvSpPr>
        <p:spPr>
          <a:xfrm>
            <a:off x="4312080" y="43560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2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50" name=""/>
          <p:cNvSpPr/>
          <p:nvPr/>
        </p:nvSpPr>
        <p:spPr>
          <a:xfrm>
            <a:off x="4314960" y="4354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51" name=""/>
          <p:cNvSpPr/>
          <p:nvPr/>
        </p:nvSpPr>
        <p:spPr>
          <a:xfrm>
            <a:off x="4312440" y="4354200"/>
            <a:ext cx="6840" cy="5040"/>
          </a:xfrm>
          <a:custGeom>
            <a:avLst/>
            <a:gdLst/>
            <a:ahLst/>
            <a:rect l="0" t="0" r="r" b="b"/>
            <a:pathLst>
              <a:path fill="none" w="19" h="14">
                <a:moveTo>
                  <a:pt x="19" y="0"/>
                </a:moveTo>
                <a:lnTo>
                  <a:pt x="19" y="1"/>
                </a:lnTo>
                <a:lnTo>
                  <a:pt x="18" y="1"/>
                </a:lnTo>
                <a:lnTo>
                  <a:pt x="19" y="1"/>
                </a:lnTo>
                <a:lnTo>
                  <a:pt x="19" y="2"/>
                </a:lnTo>
                <a:lnTo>
                  <a:pt x="18" y="2"/>
                </a:lnTo>
                <a:lnTo>
                  <a:pt x="18" y="3"/>
                </a:lnTo>
                <a:lnTo>
                  <a:pt x="17" y="5"/>
                </a:lnTo>
                <a:lnTo>
                  <a:pt x="16" y="6"/>
                </a:lnTo>
                <a:lnTo>
                  <a:pt x="16" y="8"/>
                </a:lnTo>
                <a:lnTo>
                  <a:pt x="16" y="9"/>
                </a:lnTo>
                <a:lnTo>
                  <a:pt x="14" y="10"/>
                </a:lnTo>
                <a:lnTo>
                  <a:pt x="14" y="11"/>
                </a:lnTo>
                <a:lnTo>
                  <a:pt x="14" y="12"/>
                </a:lnTo>
                <a:lnTo>
                  <a:pt x="13" y="12"/>
                </a:lnTo>
                <a:lnTo>
                  <a:pt x="13" y="13"/>
                </a:lnTo>
                <a:lnTo>
                  <a:pt x="12" y="13"/>
                </a:lnTo>
                <a:lnTo>
                  <a:pt x="11" y="14"/>
                </a:lnTo>
                <a:lnTo>
                  <a:pt x="10" y="14"/>
                </a:lnTo>
                <a:lnTo>
                  <a:pt x="10" y="13"/>
                </a:lnTo>
                <a:lnTo>
                  <a:pt x="9" y="13"/>
                </a:lnTo>
                <a:lnTo>
                  <a:pt x="9" y="12"/>
                </a:lnTo>
                <a:lnTo>
                  <a:pt x="10" y="12"/>
                </a:lnTo>
                <a:lnTo>
                  <a:pt x="10" y="11"/>
                </a:lnTo>
                <a:lnTo>
                  <a:pt x="9" y="11"/>
                </a:lnTo>
                <a:lnTo>
                  <a:pt x="9" y="10"/>
                </a:lnTo>
                <a:lnTo>
                  <a:pt x="9" y="11"/>
                </a:lnTo>
                <a:lnTo>
                  <a:pt x="8" y="11"/>
                </a:lnTo>
                <a:lnTo>
                  <a:pt x="8" y="10"/>
                </a:lnTo>
                <a:lnTo>
                  <a:pt x="8" y="9"/>
                </a:lnTo>
                <a:lnTo>
                  <a:pt x="8" y="8"/>
                </a:lnTo>
                <a:lnTo>
                  <a:pt x="8" y="6"/>
                </a:lnTo>
                <a:lnTo>
                  <a:pt x="8" y="5"/>
                </a:lnTo>
                <a:lnTo>
                  <a:pt x="8" y="6"/>
                </a:lnTo>
                <a:lnTo>
                  <a:pt x="8" y="8"/>
                </a:lnTo>
                <a:lnTo>
                  <a:pt x="7" y="8"/>
                </a:lnTo>
                <a:lnTo>
                  <a:pt x="6" y="6"/>
                </a:lnTo>
                <a:lnTo>
                  <a:pt x="6" y="8"/>
                </a:lnTo>
                <a:lnTo>
                  <a:pt x="5" y="8"/>
                </a:lnTo>
                <a:lnTo>
                  <a:pt x="6" y="8"/>
                </a:lnTo>
                <a:lnTo>
                  <a:pt x="5" y="8"/>
                </a:lnTo>
                <a:lnTo>
                  <a:pt x="4" y="8"/>
                </a:lnTo>
                <a:lnTo>
                  <a:pt x="4" y="6"/>
                </a:lnTo>
                <a:lnTo>
                  <a:pt x="3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8" y="2"/>
                </a:lnTo>
                <a:lnTo>
                  <a:pt x="8" y="3"/>
                </a:lnTo>
                <a:lnTo>
                  <a:pt x="7" y="3"/>
                </a:lnTo>
                <a:lnTo>
                  <a:pt x="8" y="3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1" y="1"/>
                </a:lnTo>
                <a:lnTo>
                  <a:pt x="12" y="1"/>
                </a:lnTo>
                <a:lnTo>
                  <a:pt x="14" y="1"/>
                </a:lnTo>
                <a:lnTo>
                  <a:pt x="14" y="2"/>
                </a:lnTo>
                <a:lnTo>
                  <a:pt x="16" y="2"/>
                </a:lnTo>
                <a:lnTo>
                  <a:pt x="17" y="2"/>
                </a:lnTo>
                <a:lnTo>
                  <a:pt x="17" y="1"/>
                </a:lnTo>
                <a:lnTo>
                  <a:pt x="18" y="1"/>
                </a:lnTo>
                <a:lnTo>
                  <a:pt x="18" y="0"/>
                </a:lnTo>
                <a:lnTo>
                  <a:pt x="19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52" name=""/>
          <p:cNvSpPr/>
          <p:nvPr/>
        </p:nvSpPr>
        <p:spPr>
          <a:xfrm>
            <a:off x="4268880" y="43441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53" name=""/>
          <p:cNvSpPr/>
          <p:nvPr/>
        </p:nvSpPr>
        <p:spPr>
          <a:xfrm>
            <a:off x="4336920" y="43477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54" name=""/>
          <p:cNvSpPr/>
          <p:nvPr/>
        </p:nvSpPr>
        <p:spPr>
          <a:xfrm>
            <a:off x="4332240" y="4343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55" name=""/>
          <p:cNvSpPr/>
          <p:nvPr/>
        </p:nvSpPr>
        <p:spPr>
          <a:xfrm>
            <a:off x="4255560" y="4339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56" name=""/>
          <p:cNvSpPr/>
          <p:nvPr/>
        </p:nvSpPr>
        <p:spPr>
          <a:xfrm>
            <a:off x="4267080" y="433872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1" y="5"/>
                </a:moveTo>
                <a:lnTo>
                  <a:pt x="0" y="5"/>
                </a:lnTo>
                <a:lnTo>
                  <a:pt x="0" y="3"/>
                </a:lnTo>
                <a:lnTo>
                  <a:pt x="1" y="3"/>
                </a:lnTo>
                <a:lnTo>
                  <a:pt x="3" y="2"/>
                </a:lnTo>
                <a:lnTo>
                  <a:pt x="4" y="2"/>
                </a:lnTo>
                <a:lnTo>
                  <a:pt x="5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1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57" name=""/>
          <p:cNvSpPr/>
          <p:nvPr/>
        </p:nvSpPr>
        <p:spPr>
          <a:xfrm>
            <a:off x="4245120" y="43372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58" name=""/>
          <p:cNvSpPr/>
          <p:nvPr/>
        </p:nvSpPr>
        <p:spPr>
          <a:xfrm>
            <a:off x="4268520" y="43380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59" name=""/>
          <p:cNvSpPr/>
          <p:nvPr/>
        </p:nvSpPr>
        <p:spPr>
          <a:xfrm>
            <a:off x="4244400" y="4336920"/>
            <a:ext cx="2160" cy="5040"/>
          </a:xfrm>
          <a:custGeom>
            <a:avLst/>
            <a:gdLst/>
            <a:ahLst/>
            <a:rect l="0" t="0" r="r" b="b"/>
            <a:pathLst>
              <a:path fill="none" w="6" h="14">
                <a:moveTo>
                  <a:pt x="5" y="2"/>
                </a:moveTo>
                <a:lnTo>
                  <a:pt x="6" y="2"/>
                </a:lnTo>
                <a:lnTo>
                  <a:pt x="6" y="3"/>
                </a:lnTo>
                <a:lnTo>
                  <a:pt x="6" y="4"/>
                </a:lnTo>
                <a:lnTo>
                  <a:pt x="5" y="4"/>
                </a:lnTo>
                <a:lnTo>
                  <a:pt x="4" y="5"/>
                </a:lnTo>
                <a:lnTo>
                  <a:pt x="4" y="6"/>
                </a:lnTo>
                <a:lnTo>
                  <a:pt x="4" y="8"/>
                </a:lnTo>
                <a:lnTo>
                  <a:pt x="5" y="8"/>
                </a:lnTo>
                <a:lnTo>
                  <a:pt x="5" y="9"/>
                </a:lnTo>
                <a:lnTo>
                  <a:pt x="4" y="9"/>
                </a:lnTo>
                <a:lnTo>
                  <a:pt x="4" y="10"/>
                </a:lnTo>
                <a:lnTo>
                  <a:pt x="4" y="11"/>
                </a:lnTo>
                <a:lnTo>
                  <a:pt x="2" y="11"/>
                </a:lnTo>
                <a:lnTo>
                  <a:pt x="1" y="11"/>
                </a:lnTo>
                <a:lnTo>
                  <a:pt x="2" y="11"/>
                </a:lnTo>
                <a:lnTo>
                  <a:pt x="2" y="12"/>
                </a:lnTo>
                <a:lnTo>
                  <a:pt x="4" y="12"/>
                </a:lnTo>
                <a:lnTo>
                  <a:pt x="2" y="14"/>
                </a:lnTo>
                <a:lnTo>
                  <a:pt x="1" y="13"/>
                </a:lnTo>
                <a:lnTo>
                  <a:pt x="1" y="11"/>
                </a:lnTo>
                <a:lnTo>
                  <a:pt x="0" y="11"/>
                </a:lnTo>
                <a:lnTo>
                  <a:pt x="0" y="9"/>
                </a:lnTo>
                <a:lnTo>
                  <a:pt x="0" y="8"/>
                </a:lnTo>
                <a:lnTo>
                  <a:pt x="0" y="6"/>
                </a:lnTo>
                <a:lnTo>
                  <a:pt x="1" y="6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4" y="2"/>
                </a:lnTo>
                <a:lnTo>
                  <a:pt x="2" y="2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  <a:lnTo>
                  <a:pt x="5" y="1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60" name=""/>
          <p:cNvSpPr/>
          <p:nvPr/>
        </p:nvSpPr>
        <p:spPr>
          <a:xfrm>
            <a:off x="4244400" y="43358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61" name=""/>
          <p:cNvSpPr/>
          <p:nvPr/>
        </p:nvSpPr>
        <p:spPr>
          <a:xfrm>
            <a:off x="4261320" y="4335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62" name=""/>
          <p:cNvSpPr/>
          <p:nvPr/>
        </p:nvSpPr>
        <p:spPr>
          <a:xfrm>
            <a:off x="4252320" y="43347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0"/>
                </a:move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63" name=""/>
          <p:cNvSpPr/>
          <p:nvPr/>
        </p:nvSpPr>
        <p:spPr>
          <a:xfrm>
            <a:off x="4368960" y="43412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2"/>
                </a:moveTo>
                <a:lnTo>
                  <a:pt x="5" y="2"/>
                </a:ln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64" name=""/>
          <p:cNvSpPr/>
          <p:nvPr/>
        </p:nvSpPr>
        <p:spPr>
          <a:xfrm>
            <a:off x="4252320" y="43344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65" name=""/>
          <p:cNvSpPr/>
          <p:nvPr/>
        </p:nvSpPr>
        <p:spPr>
          <a:xfrm>
            <a:off x="4251960" y="43336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66" name=""/>
          <p:cNvSpPr/>
          <p:nvPr/>
        </p:nvSpPr>
        <p:spPr>
          <a:xfrm>
            <a:off x="4251960" y="4333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67" name=""/>
          <p:cNvSpPr/>
          <p:nvPr/>
        </p:nvSpPr>
        <p:spPr>
          <a:xfrm>
            <a:off x="4367880" y="4339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68" name=""/>
          <p:cNvSpPr/>
          <p:nvPr/>
        </p:nvSpPr>
        <p:spPr>
          <a:xfrm>
            <a:off x="4389120" y="43405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69" name=""/>
          <p:cNvSpPr/>
          <p:nvPr/>
        </p:nvSpPr>
        <p:spPr>
          <a:xfrm>
            <a:off x="4382280" y="43398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1" y="2"/>
                </a:move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2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70" name=""/>
          <p:cNvSpPr/>
          <p:nvPr/>
        </p:nvSpPr>
        <p:spPr>
          <a:xfrm>
            <a:off x="4367160" y="43383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71" name=""/>
          <p:cNvSpPr/>
          <p:nvPr/>
        </p:nvSpPr>
        <p:spPr>
          <a:xfrm>
            <a:off x="4384440" y="4339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72" name=""/>
          <p:cNvSpPr/>
          <p:nvPr/>
        </p:nvSpPr>
        <p:spPr>
          <a:xfrm>
            <a:off x="4357080" y="4337640"/>
            <a:ext cx="7560" cy="4320"/>
          </a:xfrm>
          <a:custGeom>
            <a:avLst/>
            <a:gdLst/>
            <a:ahLst/>
            <a:rect l="0" t="0" r="r" b="b"/>
            <a:pathLst>
              <a:path fill="none" w="21" h="12">
                <a:moveTo>
                  <a:pt x="13" y="1"/>
                </a:moveTo>
                <a:lnTo>
                  <a:pt x="13" y="3"/>
                </a:lnTo>
                <a:lnTo>
                  <a:pt x="14" y="3"/>
                </a:lnTo>
                <a:lnTo>
                  <a:pt x="14" y="1"/>
                </a:lnTo>
                <a:lnTo>
                  <a:pt x="15" y="3"/>
                </a:lnTo>
                <a:lnTo>
                  <a:pt x="15" y="1"/>
                </a:lnTo>
                <a:lnTo>
                  <a:pt x="15" y="0"/>
                </a:lnTo>
                <a:lnTo>
                  <a:pt x="16" y="1"/>
                </a:lnTo>
                <a:lnTo>
                  <a:pt x="16" y="3"/>
                </a:lnTo>
                <a:lnTo>
                  <a:pt x="17" y="3"/>
                </a:lnTo>
                <a:lnTo>
                  <a:pt x="17" y="1"/>
                </a:lnTo>
                <a:lnTo>
                  <a:pt x="18" y="1"/>
                </a:lnTo>
                <a:lnTo>
                  <a:pt x="19" y="1"/>
                </a:lnTo>
                <a:lnTo>
                  <a:pt x="19" y="3"/>
                </a:lnTo>
                <a:lnTo>
                  <a:pt x="20" y="3"/>
                </a:lnTo>
                <a:lnTo>
                  <a:pt x="21" y="3"/>
                </a:lnTo>
                <a:lnTo>
                  <a:pt x="21" y="4"/>
                </a:lnTo>
                <a:lnTo>
                  <a:pt x="20" y="4"/>
                </a:lnTo>
                <a:lnTo>
                  <a:pt x="20" y="5"/>
                </a:lnTo>
                <a:lnTo>
                  <a:pt x="19" y="5"/>
                </a:lnTo>
                <a:lnTo>
                  <a:pt x="18" y="5"/>
                </a:lnTo>
                <a:lnTo>
                  <a:pt x="17" y="5"/>
                </a:lnTo>
                <a:lnTo>
                  <a:pt x="17" y="6"/>
                </a:lnTo>
                <a:lnTo>
                  <a:pt x="16" y="6"/>
                </a:lnTo>
                <a:lnTo>
                  <a:pt x="16" y="7"/>
                </a:lnTo>
                <a:lnTo>
                  <a:pt x="15" y="7"/>
                </a:lnTo>
                <a:lnTo>
                  <a:pt x="15" y="6"/>
                </a:lnTo>
                <a:lnTo>
                  <a:pt x="15" y="7"/>
                </a:lnTo>
                <a:lnTo>
                  <a:pt x="14" y="7"/>
                </a:lnTo>
                <a:lnTo>
                  <a:pt x="14" y="6"/>
                </a:lnTo>
                <a:lnTo>
                  <a:pt x="13" y="6"/>
                </a:lnTo>
                <a:lnTo>
                  <a:pt x="12" y="7"/>
                </a:lnTo>
                <a:lnTo>
                  <a:pt x="11" y="7"/>
                </a:lnTo>
                <a:lnTo>
                  <a:pt x="9" y="8"/>
                </a:lnTo>
                <a:lnTo>
                  <a:pt x="8" y="9"/>
                </a:lnTo>
                <a:lnTo>
                  <a:pt x="7" y="9"/>
                </a:lnTo>
                <a:lnTo>
                  <a:pt x="7" y="10"/>
                </a:lnTo>
                <a:lnTo>
                  <a:pt x="6" y="10"/>
                </a:lnTo>
                <a:lnTo>
                  <a:pt x="6" y="11"/>
                </a:lnTo>
                <a:lnTo>
                  <a:pt x="5" y="11"/>
                </a:lnTo>
                <a:lnTo>
                  <a:pt x="5" y="10"/>
                </a:lnTo>
                <a:lnTo>
                  <a:pt x="4" y="10"/>
                </a:lnTo>
                <a:lnTo>
                  <a:pt x="3" y="10"/>
                </a:lnTo>
                <a:lnTo>
                  <a:pt x="3" y="11"/>
                </a:lnTo>
                <a:lnTo>
                  <a:pt x="2" y="11"/>
                </a:lnTo>
                <a:lnTo>
                  <a:pt x="1" y="11"/>
                </a:lnTo>
                <a:lnTo>
                  <a:pt x="1" y="12"/>
                </a:lnTo>
                <a:lnTo>
                  <a:pt x="0" y="12"/>
                </a:lnTo>
                <a:lnTo>
                  <a:pt x="0" y="11"/>
                </a:lnTo>
                <a:lnTo>
                  <a:pt x="1" y="11"/>
                </a:lnTo>
                <a:lnTo>
                  <a:pt x="1" y="10"/>
                </a:lnTo>
                <a:lnTo>
                  <a:pt x="1" y="11"/>
                </a:lnTo>
                <a:lnTo>
                  <a:pt x="1" y="10"/>
                </a:lnTo>
                <a:lnTo>
                  <a:pt x="2" y="10"/>
                </a:lnTo>
                <a:lnTo>
                  <a:pt x="3" y="9"/>
                </a:lnTo>
                <a:lnTo>
                  <a:pt x="2" y="9"/>
                </a:lnTo>
                <a:lnTo>
                  <a:pt x="2" y="8"/>
                </a:lnTo>
                <a:lnTo>
                  <a:pt x="3" y="8"/>
                </a:lnTo>
                <a:lnTo>
                  <a:pt x="3" y="7"/>
                </a:lnTo>
                <a:lnTo>
                  <a:pt x="4" y="7"/>
                </a:lnTo>
                <a:lnTo>
                  <a:pt x="5" y="6"/>
                </a:lnTo>
                <a:lnTo>
                  <a:pt x="5" y="5"/>
                </a:lnTo>
                <a:lnTo>
                  <a:pt x="4" y="4"/>
                </a:lnTo>
                <a:lnTo>
                  <a:pt x="3" y="3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6" y="3"/>
                </a:lnTo>
                <a:lnTo>
                  <a:pt x="7" y="3"/>
                </a:lnTo>
                <a:lnTo>
                  <a:pt x="8" y="3"/>
                </a:lnTo>
                <a:lnTo>
                  <a:pt x="9" y="1"/>
                </a:lnTo>
                <a:lnTo>
                  <a:pt x="9" y="0"/>
                </a:lnTo>
                <a:lnTo>
                  <a:pt x="11" y="1"/>
                </a:lnTo>
                <a:lnTo>
                  <a:pt x="11" y="0"/>
                </a:lnTo>
                <a:lnTo>
                  <a:pt x="12" y="0"/>
                </a:lnTo>
                <a:lnTo>
                  <a:pt x="13" y="0"/>
                </a:lnTo>
                <a:lnTo>
                  <a:pt x="1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73" name=""/>
          <p:cNvSpPr/>
          <p:nvPr/>
        </p:nvSpPr>
        <p:spPr>
          <a:xfrm>
            <a:off x="4384800" y="4339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74" name=""/>
          <p:cNvSpPr/>
          <p:nvPr/>
        </p:nvSpPr>
        <p:spPr>
          <a:xfrm>
            <a:off x="4391280" y="43394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0"/>
                </a:move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75" name=""/>
          <p:cNvSpPr/>
          <p:nvPr/>
        </p:nvSpPr>
        <p:spPr>
          <a:xfrm>
            <a:off x="4357800" y="433620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1"/>
                </a:move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76" name=""/>
          <p:cNvSpPr/>
          <p:nvPr/>
        </p:nvSpPr>
        <p:spPr>
          <a:xfrm>
            <a:off x="4356720" y="43362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2" y="1"/>
                </a:lnTo>
                <a:lnTo>
                  <a:pt x="2" y="0"/>
                </a:lnTo>
                <a:lnTo>
                  <a:pt x="4" y="1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77" name=""/>
          <p:cNvSpPr/>
          <p:nvPr/>
        </p:nvSpPr>
        <p:spPr>
          <a:xfrm>
            <a:off x="4252320" y="432900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6" y="2"/>
                </a:moveTo>
                <a:lnTo>
                  <a:pt x="5" y="4"/>
                </a:lnTo>
                <a:lnTo>
                  <a:pt x="4" y="4"/>
                </a:lnTo>
                <a:lnTo>
                  <a:pt x="3" y="5"/>
                </a:lnTo>
                <a:lnTo>
                  <a:pt x="3" y="6"/>
                </a:lnTo>
                <a:lnTo>
                  <a:pt x="1" y="6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3" y="5"/>
                </a:lnTo>
                <a:lnTo>
                  <a:pt x="3" y="4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78" name=""/>
          <p:cNvSpPr/>
          <p:nvPr/>
        </p:nvSpPr>
        <p:spPr>
          <a:xfrm>
            <a:off x="4357440" y="4335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79" name=""/>
          <p:cNvSpPr/>
          <p:nvPr/>
        </p:nvSpPr>
        <p:spPr>
          <a:xfrm>
            <a:off x="4377600" y="433656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2"/>
                </a:moveTo>
                <a:lnTo>
                  <a:pt x="3" y="3"/>
                </a:ln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0" name=""/>
          <p:cNvSpPr/>
          <p:nvPr/>
        </p:nvSpPr>
        <p:spPr>
          <a:xfrm>
            <a:off x="4357440" y="43347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1" name=""/>
          <p:cNvSpPr/>
          <p:nvPr/>
        </p:nvSpPr>
        <p:spPr>
          <a:xfrm>
            <a:off x="4380480" y="4335480"/>
            <a:ext cx="5040" cy="5400"/>
          </a:xfrm>
          <a:custGeom>
            <a:avLst/>
            <a:gdLst/>
            <a:ahLst/>
            <a:rect l="0" t="0" r="r" b="b"/>
            <a:pathLst>
              <a:path fill="none" w="14" h="15">
                <a:moveTo>
                  <a:pt x="13" y="1"/>
                </a:moveTo>
                <a:lnTo>
                  <a:pt x="13" y="3"/>
                </a:lnTo>
                <a:lnTo>
                  <a:pt x="14" y="3"/>
                </a:lnTo>
                <a:lnTo>
                  <a:pt x="14" y="4"/>
                </a:lnTo>
                <a:lnTo>
                  <a:pt x="13" y="5"/>
                </a:lnTo>
                <a:lnTo>
                  <a:pt x="12" y="5"/>
                </a:lnTo>
                <a:lnTo>
                  <a:pt x="11" y="6"/>
                </a:lnTo>
                <a:lnTo>
                  <a:pt x="11" y="7"/>
                </a:lnTo>
                <a:lnTo>
                  <a:pt x="11" y="8"/>
                </a:lnTo>
                <a:lnTo>
                  <a:pt x="12" y="8"/>
                </a:lnTo>
                <a:lnTo>
                  <a:pt x="11" y="8"/>
                </a:lnTo>
                <a:lnTo>
                  <a:pt x="11" y="9"/>
                </a:lnTo>
                <a:lnTo>
                  <a:pt x="12" y="9"/>
                </a:lnTo>
                <a:lnTo>
                  <a:pt x="13" y="9"/>
                </a:lnTo>
                <a:lnTo>
                  <a:pt x="13" y="10"/>
                </a:lnTo>
                <a:lnTo>
                  <a:pt x="12" y="10"/>
                </a:lnTo>
                <a:lnTo>
                  <a:pt x="11" y="10"/>
                </a:lnTo>
                <a:lnTo>
                  <a:pt x="10" y="10"/>
                </a:lnTo>
                <a:lnTo>
                  <a:pt x="10" y="11"/>
                </a:lnTo>
                <a:lnTo>
                  <a:pt x="9" y="11"/>
                </a:lnTo>
                <a:lnTo>
                  <a:pt x="9" y="12"/>
                </a:lnTo>
                <a:lnTo>
                  <a:pt x="8" y="12"/>
                </a:lnTo>
                <a:lnTo>
                  <a:pt x="8" y="13"/>
                </a:lnTo>
                <a:lnTo>
                  <a:pt x="8" y="12"/>
                </a:lnTo>
                <a:lnTo>
                  <a:pt x="6" y="12"/>
                </a:lnTo>
                <a:lnTo>
                  <a:pt x="5" y="12"/>
                </a:lnTo>
                <a:lnTo>
                  <a:pt x="5" y="11"/>
                </a:lnTo>
                <a:lnTo>
                  <a:pt x="4" y="11"/>
                </a:lnTo>
                <a:lnTo>
                  <a:pt x="3" y="11"/>
                </a:lnTo>
                <a:lnTo>
                  <a:pt x="3" y="12"/>
                </a:lnTo>
                <a:lnTo>
                  <a:pt x="2" y="12"/>
                </a:lnTo>
                <a:lnTo>
                  <a:pt x="1" y="12"/>
                </a:lnTo>
                <a:lnTo>
                  <a:pt x="1" y="13"/>
                </a:lnTo>
                <a:lnTo>
                  <a:pt x="2" y="14"/>
                </a:lnTo>
                <a:lnTo>
                  <a:pt x="3" y="14"/>
                </a:lnTo>
                <a:lnTo>
                  <a:pt x="2" y="14"/>
                </a:lnTo>
                <a:lnTo>
                  <a:pt x="1" y="14"/>
                </a:lnTo>
                <a:lnTo>
                  <a:pt x="0" y="15"/>
                </a:lnTo>
                <a:lnTo>
                  <a:pt x="0" y="14"/>
                </a:lnTo>
                <a:lnTo>
                  <a:pt x="1" y="14"/>
                </a:lnTo>
                <a:lnTo>
                  <a:pt x="1" y="13"/>
                </a:lnTo>
                <a:lnTo>
                  <a:pt x="0" y="13"/>
                </a:lnTo>
                <a:lnTo>
                  <a:pt x="0" y="12"/>
                </a:lnTo>
                <a:lnTo>
                  <a:pt x="1" y="12"/>
                </a:lnTo>
                <a:lnTo>
                  <a:pt x="0" y="12"/>
                </a:lnTo>
                <a:lnTo>
                  <a:pt x="1" y="11"/>
                </a:lnTo>
                <a:lnTo>
                  <a:pt x="1" y="10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3" y="9"/>
                </a:lnTo>
                <a:lnTo>
                  <a:pt x="4" y="9"/>
                </a:lnTo>
                <a:lnTo>
                  <a:pt x="4" y="8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3" y="7"/>
                </a:lnTo>
                <a:lnTo>
                  <a:pt x="4" y="7"/>
                </a:lnTo>
                <a:lnTo>
                  <a:pt x="4" y="6"/>
                </a:lnTo>
                <a:lnTo>
                  <a:pt x="5" y="6"/>
                </a:lnTo>
                <a:lnTo>
                  <a:pt x="6" y="6"/>
                </a:lnTo>
                <a:lnTo>
                  <a:pt x="6" y="5"/>
                </a:lnTo>
                <a:lnTo>
                  <a:pt x="6" y="4"/>
                </a:lnTo>
                <a:lnTo>
                  <a:pt x="8" y="3"/>
                </a:lnTo>
                <a:lnTo>
                  <a:pt x="9" y="3"/>
                </a:lnTo>
                <a:lnTo>
                  <a:pt x="10" y="3"/>
                </a:lnTo>
                <a:lnTo>
                  <a:pt x="10" y="1"/>
                </a:lnTo>
                <a:lnTo>
                  <a:pt x="11" y="1"/>
                </a:lnTo>
                <a:lnTo>
                  <a:pt x="12" y="1"/>
                </a:lnTo>
                <a:lnTo>
                  <a:pt x="12" y="0"/>
                </a:lnTo>
                <a:lnTo>
                  <a:pt x="12" y="1"/>
                </a:lnTo>
                <a:lnTo>
                  <a:pt x="1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800" rIns="36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2" name=""/>
          <p:cNvSpPr/>
          <p:nvPr/>
        </p:nvSpPr>
        <p:spPr>
          <a:xfrm>
            <a:off x="4385160" y="43358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3" name=""/>
          <p:cNvSpPr/>
          <p:nvPr/>
        </p:nvSpPr>
        <p:spPr>
          <a:xfrm>
            <a:off x="4386240" y="4333320"/>
            <a:ext cx="6120" cy="8280"/>
          </a:xfrm>
          <a:custGeom>
            <a:avLst/>
            <a:gdLst/>
            <a:ahLst/>
            <a:rect l="0" t="0" r="r" b="b"/>
            <a:pathLst>
              <a:path fill="none" w="17" h="23">
                <a:moveTo>
                  <a:pt x="14" y="1"/>
                </a:moveTo>
                <a:lnTo>
                  <a:pt x="15" y="1"/>
                </a:lnTo>
                <a:lnTo>
                  <a:pt x="16" y="1"/>
                </a:lnTo>
                <a:lnTo>
                  <a:pt x="17" y="1"/>
                </a:lnTo>
                <a:lnTo>
                  <a:pt x="16" y="1"/>
                </a:lnTo>
                <a:lnTo>
                  <a:pt x="16" y="2"/>
                </a:lnTo>
                <a:lnTo>
                  <a:pt x="17" y="2"/>
                </a:lnTo>
                <a:lnTo>
                  <a:pt x="16" y="3"/>
                </a:lnTo>
                <a:lnTo>
                  <a:pt x="15" y="4"/>
                </a:lnTo>
                <a:lnTo>
                  <a:pt x="14" y="4"/>
                </a:lnTo>
                <a:lnTo>
                  <a:pt x="13" y="4"/>
                </a:lnTo>
                <a:lnTo>
                  <a:pt x="12" y="4"/>
                </a:lnTo>
                <a:lnTo>
                  <a:pt x="12" y="5"/>
                </a:lnTo>
                <a:lnTo>
                  <a:pt x="11" y="6"/>
                </a:lnTo>
                <a:lnTo>
                  <a:pt x="11" y="8"/>
                </a:lnTo>
                <a:lnTo>
                  <a:pt x="10" y="8"/>
                </a:lnTo>
                <a:lnTo>
                  <a:pt x="10" y="9"/>
                </a:lnTo>
                <a:lnTo>
                  <a:pt x="10" y="10"/>
                </a:lnTo>
                <a:lnTo>
                  <a:pt x="10" y="11"/>
                </a:lnTo>
                <a:lnTo>
                  <a:pt x="11" y="12"/>
                </a:lnTo>
                <a:lnTo>
                  <a:pt x="11" y="13"/>
                </a:lnTo>
                <a:lnTo>
                  <a:pt x="11" y="14"/>
                </a:lnTo>
                <a:lnTo>
                  <a:pt x="10" y="15"/>
                </a:lnTo>
                <a:lnTo>
                  <a:pt x="10" y="16"/>
                </a:lnTo>
                <a:lnTo>
                  <a:pt x="9" y="17"/>
                </a:lnTo>
                <a:lnTo>
                  <a:pt x="9" y="18"/>
                </a:lnTo>
                <a:lnTo>
                  <a:pt x="10" y="19"/>
                </a:lnTo>
                <a:lnTo>
                  <a:pt x="10" y="20"/>
                </a:lnTo>
                <a:lnTo>
                  <a:pt x="10" y="19"/>
                </a:lnTo>
                <a:lnTo>
                  <a:pt x="11" y="20"/>
                </a:lnTo>
                <a:lnTo>
                  <a:pt x="10" y="21"/>
                </a:lnTo>
                <a:lnTo>
                  <a:pt x="9" y="22"/>
                </a:lnTo>
                <a:lnTo>
                  <a:pt x="8" y="22"/>
                </a:lnTo>
                <a:lnTo>
                  <a:pt x="8" y="23"/>
                </a:lnTo>
                <a:lnTo>
                  <a:pt x="7" y="23"/>
                </a:lnTo>
                <a:lnTo>
                  <a:pt x="7" y="22"/>
                </a:lnTo>
                <a:lnTo>
                  <a:pt x="6" y="22"/>
                </a:lnTo>
                <a:lnTo>
                  <a:pt x="7" y="21"/>
                </a:lnTo>
                <a:lnTo>
                  <a:pt x="7" y="20"/>
                </a:lnTo>
                <a:lnTo>
                  <a:pt x="6" y="20"/>
                </a:lnTo>
                <a:lnTo>
                  <a:pt x="6" y="21"/>
                </a:lnTo>
                <a:lnTo>
                  <a:pt x="5" y="21"/>
                </a:lnTo>
                <a:lnTo>
                  <a:pt x="5" y="20"/>
                </a:lnTo>
                <a:lnTo>
                  <a:pt x="6" y="20"/>
                </a:lnTo>
                <a:lnTo>
                  <a:pt x="6" y="19"/>
                </a:lnTo>
                <a:lnTo>
                  <a:pt x="6" y="18"/>
                </a:lnTo>
                <a:lnTo>
                  <a:pt x="7" y="18"/>
                </a:lnTo>
                <a:lnTo>
                  <a:pt x="6" y="18"/>
                </a:lnTo>
                <a:lnTo>
                  <a:pt x="6" y="17"/>
                </a:lnTo>
                <a:lnTo>
                  <a:pt x="5" y="18"/>
                </a:lnTo>
                <a:lnTo>
                  <a:pt x="5" y="19"/>
                </a:lnTo>
                <a:lnTo>
                  <a:pt x="3" y="19"/>
                </a:lnTo>
                <a:lnTo>
                  <a:pt x="2" y="18"/>
                </a:lnTo>
                <a:lnTo>
                  <a:pt x="3" y="17"/>
                </a:lnTo>
                <a:lnTo>
                  <a:pt x="3" y="16"/>
                </a:lnTo>
                <a:lnTo>
                  <a:pt x="5" y="16"/>
                </a:lnTo>
                <a:lnTo>
                  <a:pt x="5" y="15"/>
                </a:lnTo>
                <a:lnTo>
                  <a:pt x="5" y="14"/>
                </a:lnTo>
                <a:lnTo>
                  <a:pt x="6" y="14"/>
                </a:lnTo>
                <a:lnTo>
                  <a:pt x="7" y="14"/>
                </a:lnTo>
                <a:lnTo>
                  <a:pt x="7" y="15"/>
                </a:lnTo>
                <a:lnTo>
                  <a:pt x="6" y="15"/>
                </a:lnTo>
                <a:lnTo>
                  <a:pt x="7" y="15"/>
                </a:lnTo>
                <a:lnTo>
                  <a:pt x="7" y="14"/>
                </a:lnTo>
                <a:lnTo>
                  <a:pt x="8" y="15"/>
                </a:lnTo>
                <a:lnTo>
                  <a:pt x="8" y="14"/>
                </a:lnTo>
                <a:lnTo>
                  <a:pt x="8" y="13"/>
                </a:lnTo>
                <a:lnTo>
                  <a:pt x="9" y="13"/>
                </a:lnTo>
                <a:lnTo>
                  <a:pt x="8" y="12"/>
                </a:lnTo>
                <a:lnTo>
                  <a:pt x="8" y="11"/>
                </a:lnTo>
                <a:lnTo>
                  <a:pt x="9" y="12"/>
                </a:lnTo>
                <a:lnTo>
                  <a:pt x="9" y="11"/>
                </a:lnTo>
                <a:lnTo>
                  <a:pt x="8" y="11"/>
                </a:lnTo>
                <a:lnTo>
                  <a:pt x="7" y="11"/>
                </a:lnTo>
                <a:lnTo>
                  <a:pt x="6" y="10"/>
                </a:lnTo>
                <a:lnTo>
                  <a:pt x="6" y="11"/>
                </a:lnTo>
                <a:lnTo>
                  <a:pt x="5" y="11"/>
                </a:lnTo>
                <a:lnTo>
                  <a:pt x="5" y="12"/>
                </a:lnTo>
                <a:lnTo>
                  <a:pt x="3" y="12"/>
                </a:lnTo>
                <a:lnTo>
                  <a:pt x="2" y="12"/>
                </a:lnTo>
                <a:lnTo>
                  <a:pt x="2" y="11"/>
                </a:lnTo>
                <a:lnTo>
                  <a:pt x="1" y="12"/>
                </a:lnTo>
                <a:lnTo>
                  <a:pt x="1" y="11"/>
                </a:lnTo>
                <a:lnTo>
                  <a:pt x="0" y="11"/>
                </a:lnTo>
                <a:lnTo>
                  <a:pt x="1" y="11"/>
                </a:lnTo>
                <a:lnTo>
                  <a:pt x="1" y="10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0" y="9"/>
                </a:lnTo>
                <a:lnTo>
                  <a:pt x="1" y="8"/>
                </a:lnTo>
                <a:lnTo>
                  <a:pt x="2" y="8"/>
                </a:lnTo>
                <a:lnTo>
                  <a:pt x="2" y="6"/>
                </a:lnTo>
                <a:lnTo>
                  <a:pt x="3" y="5"/>
                </a:lnTo>
                <a:lnTo>
                  <a:pt x="5" y="5"/>
                </a:lnTo>
                <a:lnTo>
                  <a:pt x="5" y="6"/>
                </a:lnTo>
                <a:lnTo>
                  <a:pt x="5" y="5"/>
                </a:lnTo>
                <a:lnTo>
                  <a:pt x="6" y="5"/>
                </a:lnTo>
                <a:lnTo>
                  <a:pt x="6" y="6"/>
                </a:lnTo>
                <a:lnTo>
                  <a:pt x="6" y="8"/>
                </a:lnTo>
                <a:lnTo>
                  <a:pt x="6" y="6"/>
                </a:lnTo>
                <a:lnTo>
                  <a:pt x="7" y="6"/>
                </a:lnTo>
                <a:lnTo>
                  <a:pt x="7" y="5"/>
                </a:lnTo>
                <a:lnTo>
                  <a:pt x="8" y="5"/>
                </a:lnTo>
                <a:lnTo>
                  <a:pt x="8" y="4"/>
                </a:lnTo>
                <a:lnTo>
                  <a:pt x="8" y="3"/>
                </a:lnTo>
                <a:lnTo>
                  <a:pt x="8" y="2"/>
                </a:lnTo>
                <a:lnTo>
                  <a:pt x="8" y="1"/>
                </a:lnTo>
                <a:lnTo>
                  <a:pt x="8" y="2"/>
                </a:lnTo>
                <a:lnTo>
                  <a:pt x="9" y="2"/>
                </a:lnTo>
                <a:lnTo>
                  <a:pt x="10" y="2"/>
                </a:lnTo>
                <a:lnTo>
                  <a:pt x="10" y="1"/>
                </a:lnTo>
                <a:lnTo>
                  <a:pt x="11" y="1"/>
                </a:lnTo>
                <a:lnTo>
                  <a:pt x="12" y="1"/>
                </a:lnTo>
                <a:lnTo>
                  <a:pt x="12" y="0"/>
                </a:lnTo>
                <a:lnTo>
                  <a:pt x="13" y="0"/>
                </a:lnTo>
                <a:lnTo>
                  <a:pt x="14" y="0"/>
                </a:lnTo>
                <a:lnTo>
                  <a:pt x="1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4" name=""/>
          <p:cNvSpPr/>
          <p:nvPr/>
        </p:nvSpPr>
        <p:spPr>
          <a:xfrm>
            <a:off x="4395960" y="432936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2"/>
                </a:moveTo>
                <a:lnTo>
                  <a:pt x="6" y="4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6" y="0"/>
                </a:lnTo>
                <a:lnTo>
                  <a:pt x="6" y="1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5" name=""/>
          <p:cNvSpPr/>
          <p:nvPr/>
        </p:nvSpPr>
        <p:spPr>
          <a:xfrm>
            <a:off x="4400280" y="432972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4" y="0"/>
                </a:moveTo>
                <a:lnTo>
                  <a:pt x="4" y="1"/>
                </a:lnTo>
                <a:lnTo>
                  <a:pt x="5" y="2"/>
                </a:lnTo>
                <a:lnTo>
                  <a:pt x="6" y="1"/>
                </a:lnTo>
                <a:lnTo>
                  <a:pt x="6" y="0"/>
                </a:lnTo>
                <a:lnTo>
                  <a:pt x="7" y="1"/>
                </a:lnTo>
                <a:lnTo>
                  <a:pt x="6" y="2"/>
                </a:lnTo>
                <a:lnTo>
                  <a:pt x="5" y="2"/>
                </a:lnTo>
                <a:lnTo>
                  <a:pt x="5" y="4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6" name=""/>
          <p:cNvSpPr/>
          <p:nvPr/>
        </p:nvSpPr>
        <p:spPr>
          <a:xfrm>
            <a:off x="4399920" y="43275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5"/>
                </a:move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7" name=""/>
          <p:cNvSpPr/>
          <p:nvPr/>
        </p:nvSpPr>
        <p:spPr>
          <a:xfrm>
            <a:off x="4428360" y="43297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3"/>
                </a:move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1" y="1"/>
                </a:lnTo>
                <a:lnTo>
                  <a:pt x="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8" name=""/>
          <p:cNvSpPr/>
          <p:nvPr/>
        </p:nvSpPr>
        <p:spPr>
          <a:xfrm>
            <a:off x="4375440" y="43250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9" name=""/>
          <p:cNvSpPr/>
          <p:nvPr/>
        </p:nvSpPr>
        <p:spPr>
          <a:xfrm>
            <a:off x="4401000" y="4326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0" name=""/>
          <p:cNvSpPr/>
          <p:nvPr/>
        </p:nvSpPr>
        <p:spPr>
          <a:xfrm>
            <a:off x="4429440" y="432828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3" y="1"/>
                </a:moveTo>
                <a:lnTo>
                  <a:pt x="4" y="1"/>
                </a:lnTo>
                <a:lnTo>
                  <a:pt x="3" y="1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6" y="1"/>
                </a:lnTo>
                <a:lnTo>
                  <a:pt x="6" y="2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1" name=""/>
          <p:cNvSpPr/>
          <p:nvPr/>
        </p:nvSpPr>
        <p:spPr>
          <a:xfrm>
            <a:off x="4376520" y="43232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2" name=""/>
          <p:cNvSpPr/>
          <p:nvPr/>
        </p:nvSpPr>
        <p:spPr>
          <a:xfrm>
            <a:off x="4419000" y="4326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3" name=""/>
          <p:cNvSpPr/>
          <p:nvPr/>
        </p:nvSpPr>
        <p:spPr>
          <a:xfrm>
            <a:off x="4417920" y="43264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3" y="3"/>
                </a:moveTo>
                <a:lnTo>
                  <a:pt x="5" y="3"/>
                </a:lnTo>
                <a:lnTo>
                  <a:pt x="3" y="3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4" name=""/>
          <p:cNvSpPr/>
          <p:nvPr/>
        </p:nvSpPr>
        <p:spPr>
          <a:xfrm>
            <a:off x="4419720" y="432504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1"/>
                </a:moveTo>
                <a:lnTo>
                  <a:pt x="6" y="2"/>
                </a:lnTo>
                <a:lnTo>
                  <a:pt x="6" y="4"/>
                </a:ln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5" name=""/>
          <p:cNvSpPr/>
          <p:nvPr/>
        </p:nvSpPr>
        <p:spPr>
          <a:xfrm>
            <a:off x="4432320" y="43261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6" name=""/>
          <p:cNvSpPr/>
          <p:nvPr/>
        </p:nvSpPr>
        <p:spPr>
          <a:xfrm>
            <a:off x="4421880" y="43250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7" name=""/>
          <p:cNvSpPr/>
          <p:nvPr/>
        </p:nvSpPr>
        <p:spPr>
          <a:xfrm>
            <a:off x="4422600" y="43250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8" name=""/>
          <p:cNvSpPr/>
          <p:nvPr/>
        </p:nvSpPr>
        <p:spPr>
          <a:xfrm>
            <a:off x="4418280" y="43239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1"/>
                </a:moveTo>
                <a:lnTo>
                  <a:pt x="3" y="3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3" y="4"/>
                </a:lnTo>
                <a:lnTo>
                  <a:pt x="3" y="3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9" name=""/>
          <p:cNvSpPr/>
          <p:nvPr/>
        </p:nvSpPr>
        <p:spPr>
          <a:xfrm>
            <a:off x="4417560" y="432360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0" name=""/>
          <p:cNvSpPr/>
          <p:nvPr/>
        </p:nvSpPr>
        <p:spPr>
          <a:xfrm>
            <a:off x="4432320" y="43250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2"/>
                </a:move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2"/>
                </a:lnTo>
                <a:lnTo>
                  <a:pt x="1" y="4"/>
                </a:lnTo>
                <a:lnTo>
                  <a:pt x="3" y="4"/>
                </a:lnTo>
                <a:lnTo>
                  <a:pt x="3" y="2"/>
                </a:lnTo>
                <a:lnTo>
                  <a:pt x="3" y="0"/>
                </a:lnTo>
                <a:lnTo>
                  <a:pt x="4" y="2"/>
                </a:lnTo>
                <a:lnTo>
                  <a:pt x="5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1" name=""/>
          <p:cNvSpPr/>
          <p:nvPr/>
        </p:nvSpPr>
        <p:spPr>
          <a:xfrm>
            <a:off x="4418280" y="43236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2" name=""/>
          <p:cNvSpPr/>
          <p:nvPr/>
        </p:nvSpPr>
        <p:spPr>
          <a:xfrm>
            <a:off x="4410000" y="43225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3" name=""/>
          <p:cNvSpPr/>
          <p:nvPr/>
        </p:nvSpPr>
        <p:spPr>
          <a:xfrm>
            <a:off x="4434120" y="432468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4" y="0"/>
                </a:moveTo>
                <a:lnTo>
                  <a:pt x="5" y="1"/>
                </a:lnTo>
                <a:lnTo>
                  <a:pt x="5" y="3"/>
                </a:lnTo>
                <a:lnTo>
                  <a:pt x="4" y="3"/>
                </a:ln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4" name=""/>
          <p:cNvSpPr/>
          <p:nvPr/>
        </p:nvSpPr>
        <p:spPr>
          <a:xfrm>
            <a:off x="4409640" y="4322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5" name=""/>
          <p:cNvSpPr/>
          <p:nvPr/>
        </p:nvSpPr>
        <p:spPr>
          <a:xfrm>
            <a:off x="4425120" y="4323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6" name=""/>
          <p:cNvSpPr/>
          <p:nvPr/>
        </p:nvSpPr>
        <p:spPr>
          <a:xfrm>
            <a:off x="4411440" y="43221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7" name=""/>
          <p:cNvSpPr/>
          <p:nvPr/>
        </p:nvSpPr>
        <p:spPr>
          <a:xfrm>
            <a:off x="4428360" y="43236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8" name=""/>
          <p:cNvSpPr/>
          <p:nvPr/>
        </p:nvSpPr>
        <p:spPr>
          <a:xfrm>
            <a:off x="4425480" y="4323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9" name=""/>
          <p:cNvSpPr/>
          <p:nvPr/>
        </p:nvSpPr>
        <p:spPr>
          <a:xfrm>
            <a:off x="4428720" y="4323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10" name=""/>
          <p:cNvSpPr/>
          <p:nvPr/>
        </p:nvSpPr>
        <p:spPr>
          <a:xfrm>
            <a:off x="4428000" y="43232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1"/>
                </a:moveTo>
                <a:lnTo>
                  <a:pt x="1" y="2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11" name=""/>
          <p:cNvSpPr/>
          <p:nvPr/>
        </p:nvSpPr>
        <p:spPr>
          <a:xfrm>
            <a:off x="4427640" y="43228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12" name=""/>
          <p:cNvSpPr/>
          <p:nvPr/>
        </p:nvSpPr>
        <p:spPr>
          <a:xfrm>
            <a:off x="4418640" y="4321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13" name=""/>
          <p:cNvSpPr/>
          <p:nvPr/>
        </p:nvSpPr>
        <p:spPr>
          <a:xfrm>
            <a:off x="4435560" y="4322880"/>
            <a:ext cx="3600" cy="2160"/>
          </a:xfrm>
          <a:custGeom>
            <a:avLst/>
            <a:gdLst/>
            <a:ahLst/>
            <a:rect l="0" t="0" r="r" b="b"/>
            <a:pathLst>
              <a:path fill="none" w="10" h="6">
                <a:moveTo>
                  <a:pt x="10" y="0"/>
                </a:moveTo>
                <a:lnTo>
                  <a:pt x="9" y="1"/>
                </a:lnTo>
                <a:lnTo>
                  <a:pt x="9" y="3"/>
                </a:lnTo>
                <a:lnTo>
                  <a:pt x="8" y="3"/>
                </a:lnTo>
                <a:lnTo>
                  <a:pt x="7" y="4"/>
                </a:lnTo>
                <a:lnTo>
                  <a:pt x="7" y="3"/>
                </a:lnTo>
                <a:lnTo>
                  <a:pt x="7" y="4"/>
                </a:lnTo>
                <a:lnTo>
                  <a:pt x="7" y="3"/>
                </a:lnTo>
                <a:lnTo>
                  <a:pt x="6" y="3"/>
                </a:lnTo>
                <a:lnTo>
                  <a:pt x="6" y="4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1" y="5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4" y="3"/>
                </a:lnTo>
                <a:lnTo>
                  <a:pt x="6" y="1"/>
                </a:lnTo>
                <a:lnTo>
                  <a:pt x="8" y="1"/>
                </a:lnTo>
                <a:lnTo>
                  <a:pt x="9" y="1"/>
                </a:lnTo>
                <a:lnTo>
                  <a:pt x="9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14" name=""/>
          <p:cNvSpPr/>
          <p:nvPr/>
        </p:nvSpPr>
        <p:spPr>
          <a:xfrm>
            <a:off x="4429080" y="43210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3" y="0"/>
                </a:move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15" name=""/>
          <p:cNvSpPr/>
          <p:nvPr/>
        </p:nvSpPr>
        <p:spPr>
          <a:xfrm>
            <a:off x="4424400" y="43207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16" name=""/>
          <p:cNvSpPr/>
          <p:nvPr/>
        </p:nvSpPr>
        <p:spPr>
          <a:xfrm>
            <a:off x="4418640" y="43200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17" name=""/>
          <p:cNvSpPr/>
          <p:nvPr/>
        </p:nvSpPr>
        <p:spPr>
          <a:xfrm>
            <a:off x="4413600" y="431928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5" y="0"/>
                </a:moveTo>
                <a:lnTo>
                  <a:pt x="6" y="2"/>
                </a:lnTo>
                <a:lnTo>
                  <a:pt x="6" y="3"/>
                </a:ln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2" y="6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1" y="4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18" name=""/>
          <p:cNvSpPr/>
          <p:nvPr/>
        </p:nvSpPr>
        <p:spPr>
          <a:xfrm>
            <a:off x="4422240" y="431928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2" y="2"/>
                </a:moveTo>
                <a:lnTo>
                  <a:pt x="4" y="3"/>
                </a:lnTo>
                <a:lnTo>
                  <a:pt x="4" y="4"/>
                </a:ln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19" name=""/>
          <p:cNvSpPr/>
          <p:nvPr/>
        </p:nvSpPr>
        <p:spPr>
          <a:xfrm>
            <a:off x="4421880" y="43185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0" name=""/>
          <p:cNvSpPr/>
          <p:nvPr/>
        </p:nvSpPr>
        <p:spPr>
          <a:xfrm>
            <a:off x="4414320" y="43178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1" name=""/>
          <p:cNvSpPr/>
          <p:nvPr/>
        </p:nvSpPr>
        <p:spPr>
          <a:xfrm>
            <a:off x="4425120" y="43189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2" name=""/>
          <p:cNvSpPr/>
          <p:nvPr/>
        </p:nvSpPr>
        <p:spPr>
          <a:xfrm>
            <a:off x="4414320" y="43174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3" name=""/>
          <p:cNvSpPr/>
          <p:nvPr/>
        </p:nvSpPr>
        <p:spPr>
          <a:xfrm>
            <a:off x="4425480" y="4318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4" name=""/>
          <p:cNvSpPr/>
          <p:nvPr/>
        </p:nvSpPr>
        <p:spPr>
          <a:xfrm>
            <a:off x="4427640" y="43178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5" name=""/>
          <p:cNvSpPr/>
          <p:nvPr/>
        </p:nvSpPr>
        <p:spPr>
          <a:xfrm>
            <a:off x="4436640" y="431856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2" y="0"/>
                </a:move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6" name=""/>
          <p:cNvSpPr/>
          <p:nvPr/>
        </p:nvSpPr>
        <p:spPr>
          <a:xfrm>
            <a:off x="4436280" y="43182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7" name=""/>
          <p:cNvSpPr/>
          <p:nvPr/>
        </p:nvSpPr>
        <p:spPr>
          <a:xfrm>
            <a:off x="4437720" y="43182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8" name=""/>
          <p:cNvSpPr/>
          <p:nvPr/>
        </p:nvSpPr>
        <p:spPr>
          <a:xfrm>
            <a:off x="4415400" y="43160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9" name=""/>
          <p:cNvSpPr/>
          <p:nvPr/>
        </p:nvSpPr>
        <p:spPr>
          <a:xfrm>
            <a:off x="4429080" y="431712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1" y="2"/>
                </a:move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5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0" name=""/>
          <p:cNvSpPr/>
          <p:nvPr/>
        </p:nvSpPr>
        <p:spPr>
          <a:xfrm>
            <a:off x="4431600" y="431640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2" y="2"/>
                </a:moveTo>
                <a:lnTo>
                  <a:pt x="4" y="3"/>
                </a:lnTo>
                <a:lnTo>
                  <a:pt x="2" y="3"/>
                </a:lnTo>
                <a:lnTo>
                  <a:pt x="4" y="3"/>
                </a:ln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7" y="4"/>
                </a:lnTo>
                <a:lnTo>
                  <a:pt x="6" y="5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5" y="7"/>
                </a:lnTo>
                <a:lnTo>
                  <a:pt x="4" y="7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1" name=""/>
          <p:cNvSpPr/>
          <p:nvPr/>
        </p:nvSpPr>
        <p:spPr>
          <a:xfrm>
            <a:off x="4414680" y="4314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2" name=""/>
          <p:cNvSpPr/>
          <p:nvPr/>
        </p:nvSpPr>
        <p:spPr>
          <a:xfrm>
            <a:off x="4433040" y="43160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3" name=""/>
          <p:cNvSpPr/>
          <p:nvPr/>
        </p:nvSpPr>
        <p:spPr>
          <a:xfrm>
            <a:off x="4429080" y="43156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4" name=""/>
          <p:cNvSpPr/>
          <p:nvPr/>
        </p:nvSpPr>
        <p:spPr>
          <a:xfrm>
            <a:off x="4429800" y="4315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5" name=""/>
          <p:cNvSpPr/>
          <p:nvPr/>
        </p:nvSpPr>
        <p:spPr>
          <a:xfrm>
            <a:off x="4437360" y="43156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3"/>
                </a:move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6" name=""/>
          <p:cNvSpPr/>
          <p:nvPr/>
        </p:nvSpPr>
        <p:spPr>
          <a:xfrm>
            <a:off x="4429440" y="43146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7" name=""/>
          <p:cNvSpPr/>
          <p:nvPr/>
        </p:nvSpPr>
        <p:spPr>
          <a:xfrm>
            <a:off x="4432320" y="4314600"/>
            <a:ext cx="5040" cy="3960"/>
          </a:xfrm>
          <a:custGeom>
            <a:avLst/>
            <a:gdLst/>
            <a:ahLst/>
            <a:rect l="0" t="0" r="r" b="b"/>
            <a:pathLst>
              <a:path fill="none" w="14" h="11">
                <a:moveTo>
                  <a:pt x="11" y="1"/>
                </a:moveTo>
                <a:lnTo>
                  <a:pt x="11" y="0"/>
                </a:lnTo>
                <a:lnTo>
                  <a:pt x="12" y="1"/>
                </a:lnTo>
                <a:lnTo>
                  <a:pt x="12" y="2"/>
                </a:lnTo>
                <a:lnTo>
                  <a:pt x="13" y="2"/>
                </a:lnTo>
                <a:lnTo>
                  <a:pt x="13" y="3"/>
                </a:lnTo>
                <a:lnTo>
                  <a:pt x="13" y="4"/>
                </a:lnTo>
                <a:lnTo>
                  <a:pt x="12" y="4"/>
                </a:lnTo>
                <a:lnTo>
                  <a:pt x="12" y="5"/>
                </a:lnTo>
                <a:lnTo>
                  <a:pt x="13" y="5"/>
                </a:lnTo>
                <a:lnTo>
                  <a:pt x="13" y="6"/>
                </a:lnTo>
                <a:lnTo>
                  <a:pt x="13" y="7"/>
                </a:lnTo>
                <a:lnTo>
                  <a:pt x="13" y="8"/>
                </a:lnTo>
                <a:lnTo>
                  <a:pt x="14" y="8"/>
                </a:lnTo>
                <a:lnTo>
                  <a:pt x="13" y="8"/>
                </a:lnTo>
                <a:lnTo>
                  <a:pt x="12" y="8"/>
                </a:lnTo>
                <a:lnTo>
                  <a:pt x="12" y="7"/>
                </a:lnTo>
                <a:lnTo>
                  <a:pt x="11" y="7"/>
                </a:lnTo>
                <a:lnTo>
                  <a:pt x="11" y="6"/>
                </a:lnTo>
                <a:lnTo>
                  <a:pt x="11" y="5"/>
                </a:lnTo>
                <a:lnTo>
                  <a:pt x="10" y="5"/>
                </a:lnTo>
                <a:lnTo>
                  <a:pt x="10" y="4"/>
                </a:lnTo>
                <a:lnTo>
                  <a:pt x="10" y="5"/>
                </a:lnTo>
                <a:lnTo>
                  <a:pt x="11" y="5"/>
                </a:lnTo>
                <a:lnTo>
                  <a:pt x="11" y="6"/>
                </a:lnTo>
                <a:lnTo>
                  <a:pt x="10" y="6"/>
                </a:lnTo>
                <a:lnTo>
                  <a:pt x="9" y="7"/>
                </a:lnTo>
                <a:lnTo>
                  <a:pt x="10" y="7"/>
                </a:lnTo>
                <a:lnTo>
                  <a:pt x="10" y="8"/>
                </a:lnTo>
                <a:lnTo>
                  <a:pt x="10" y="9"/>
                </a:lnTo>
                <a:lnTo>
                  <a:pt x="10" y="11"/>
                </a:lnTo>
                <a:lnTo>
                  <a:pt x="9" y="11"/>
                </a:lnTo>
                <a:lnTo>
                  <a:pt x="9" y="8"/>
                </a:lnTo>
                <a:lnTo>
                  <a:pt x="10" y="8"/>
                </a:lnTo>
                <a:lnTo>
                  <a:pt x="9" y="8"/>
                </a:lnTo>
                <a:lnTo>
                  <a:pt x="9" y="7"/>
                </a:lnTo>
                <a:lnTo>
                  <a:pt x="9" y="8"/>
                </a:lnTo>
                <a:lnTo>
                  <a:pt x="8" y="8"/>
                </a:lnTo>
                <a:lnTo>
                  <a:pt x="8" y="7"/>
                </a:lnTo>
                <a:lnTo>
                  <a:pt x="8" y="6"/>
                </a:lnTo>
                <a:lnTo>
                  <a:pt x="8" y="5"/>
                </a:lnTo>
                <a:lnTo>
                  <a:pt x="7" y="5"/>
                </a:lnTo>
                <a:lnTo>
                  <a:pt x="7" y="4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8" name=""/>
          <p:cNvSpPr/>
          <p:nvPr/>
        </p:nvSpPr>
        <p:spPr>
          <a:xfrm>
            <a:off x="4424760" y="431316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5" y="1"/>
                </a:moveTo>
                <a:lnTo>
                  <a:pt x="7" y="1"/>
                </a:lnTo>
                <a:lnTo>
                  <a:pt x="8" y="1"/>
                </a:lnTo>
                <a:lnTo>
                  <a:pt x="7" y="2"/>
                </a:lnTo>
                <a:lnTo>
                  <a:pt x="5" y="2"/>
                </a:lnTo>
                <a:lnTo>
                  <a:pt x="5" y="4"/>
                </a:lnTo>
                <a:lnTo>
                  <a:pt x="4" y="4"/>
                </a:lnTo>
                <a:lnTo>
                  <a:pt x="5" y="4"/>
                </a:lnTo>
                <a:lnTo>
                  <a:pt x="4" y="5"/>
                </a:ln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9" name=""/>
          <p:cNvSpPr/>
          <p:nvPr/>
        </p:nvSpPr>
        <p:spPr>
          <a:xfrm>
            <a:off x="4423320" y="4312440"/>
            <a:ext cx="7200" cy="6120"/>
          </a:xfrm>
          <a:custGeom>
            <a:avLst/>
            <a:gdLst/>
            <a:ahLst/>
            <a:rect l="0" t="0" r="r" b="b"/>
            <a:pathLst>
              <a:path fill="none" w="20" h="17">
                <a:moveTo>
                  <a:pt x="19" y="0"/>
                </a:moveTo>
                <a:lnTo>
                  <a:pt x="20" y="0"/>
                </a:lnTo>
                <a:lnTo>
                  <a:pt x="20" y="1"/>
                </a:lnTo>
                <a:lnTo>
                  <a:pt x="20" y="2"/>
                </a:lnTo>
                <a:lnTo>
                  <a:pt x="20" y="3"/>
                </a:lnTo>
                <a:lnTo>
                  <a:pt x="20" y="4"/>
                </a:lnTo>
                <a:lnTo>
                  <a:pt x="19" y="4"/>
                </a:lnTo>
                <a:lnTo>
                  <a:pt x="18" y="4"/>
                </a:lnTo>
                <a:lnTo>
                  <a:pt x="17" y="4"/>
                </a:lnTo>
                <a:lnTo>
                  <a:pt x="15" y="4"/>
                </a:lnTo>
                <a:lnTo>
                  <a:pt x="17" y="5"/>
                </a:lnTo>
                <a:lnTo>
                  <a:pt x="15" y="5"/>
                </a:lnTo>
                <a:lnTo>
                  <a:pt x="17" y="5"/>
                </a:lnTo>
                <a:lnTo>
                  <a:pt x="17" y="6"/>
                </a:lnTo>
                <a:lnTo>
                  <a:pt x="17" y="5"/>
                </a:lnTo>
                <a:lnTo>
                  <a:pt x="17" y="6"/>
                </a:lnTo>
                <a:lnTo>
                  <a:pt x="17" y="7"/>
                </a:lnTo>
                <a:lnTo>
                  <a:pt x="17" y="8"/>
                </a:lnTo>
                <a:lnTo>
                  <a:pt x="15" y="8"/>
                </a:lnTo>
                <a:lnTo>
                  <a:pt x="14" y="8"/>
                </a:lnTo>
                <a:lnTo>
                  <a:pt x="14" y="9"/>
                </a:lnTo>
                <a:lnTo>
                  <a:pt x="15" y="9"/>
                </a:lnTo>
                <a:lnTo>
                  <a:pt x="15" y="10"/>
                </a:lnTo>
                <a:lnTo>
                  <a:pt x="14" y="10"/>
                </a:lnTo>
                <a:lnTo>
                  <a:pt x="14" y="11"/>
                </a:lnTo>
                <a:lnTo>
                  <a:pt x="15" y="12"/>
                </a:lnTo>
                <a:lnTo>
                  <a:pt x="17" y="12"/>
                </a:lnTo>
                <a:lnTo>
                  <a:pt x="15" y="13"/>
                </a:lnTo>
                <a:lnTo>
                  <a:pt x="15" y="15"/>
                </a:lnTo>
                <a:lnTo>
                  <a:pt x="14" y="15"/>
                </a:lnTo>
                <a:lnTo>
                  <a:pt x="14" y="13"/>
                </a:lnTo>
                <a:lnTo>
                  <a:pt x="14" y="15"/>
                </a:lnTo>
                <a:lnTo>
                  <a:pt x="13" y="15"/>
                </a:lnTo>
                <a:lnTo>
                  <a:pt x="12" y="13"/>
                </a:lnTo>
                <a:lnTo>
                  <a:pt x="13" y="13"/>
                </a:lnTo>
                <a:lnTo>
                  <a:pt x="12" y="12"/>
                </a:lnTo>
                <a:lnTo>
                  <a:pt x="12" y="11"/>
                </a:lnTo>
                <a:lnTo>
                  <a:pt x="11" y="11"/>
                </a:lnTo>
                <a:lnTo>
                  <a:pt x="11" y="12"/>
                </a:lnTo>
                <a:lnTo>
                  <a:pt x="10" y="12"/>
                </a:lnTo>
                <a:lnTo>
                  <a:pt x="9" y="12"/>
                </a:lnTo>
                <a:lnTo>
                  <a:pt x="8" y="12"/>
                </a:lnTo>
                <a:lnTo>
                  <a:pt x="8" y="13"/>
                </a:lnTo>
                <a:lnTo>
                  <a:pt x="8" y="12"/>
                </a:lnTo>
                <a:lnTo>
                  <a:pt x="7" y="12"/>
                </a:lnTo>
                <a:lnTo>
                  <a:pt x="7" y="13"/>
                </a:lnTo>
                <a:lnTo>
                  <a:pt x="8" y="13"/>
                </a:lnTo>
                <a:lnTo>
                  <a:pt x="8" y="15"/>
                </a:lnTo>
                <a:lnTo>
                  <a:pt x="7" y="15"/>
                </a:lnTo>
                <a:lnTo>
                  <a:pt x="6" y="15"/>
                </a:lnTo>
                <a:lnTo>
                  <a:pt x="5" y="15"/>
                </a:lnTo>
                <a:lnTo>
                  <a:pt x="5" y="13"/>
                </a:lnTo>
                <a:lnTo>
                  <a:pt x="4" y="13"/>
                </a:lnTo>
                <a:lnTo>
                  <a:pt x="3" y="13"/>
                </a:lnTo>
                <a:lnTo>
                  <a:pt x="3" y="15"/>
                </a:lnTo>
                <a:lnTo>
                  <a:pt x="2" y="16"/>
                </a:lnTo>
                <a:lnTo>
                  <a:pt x="1" y="16"/>
                </a:lnTo>
                <a:lnTo>
                  <a:pt x="1" y="17"/>
                </a:lnTo>
                <a:lnTo>
                  <a:pt x="0" y="17"/>
                </a:lnTo>
                <a:lnTo>
                  <a:pt x="0" y="16"/>
                </a:lnTo>
                <a:lnTo>
                  <a:pt x="0" y="15"/>
                </a:lnTo>
                <a:lnTo>
                  <a:pt x="0" y="13"/>
                </a:lnTo>
                <a:lnTo>
                  <a:pt x="0" y="12"/>
                </a:lnTo>
                <a:lnTo>
                  <a:pt x="0" y="11"/>
                </a:lnTo>
                <a:lnTo>
                  <a:pt x="0" y="12"/>
                </a:lnTo>
                <a:lnTo>
                  <a:pt x="1" y="12"/>
                </a:lnTo>
                <a:lnTo>
                  <a:pt x="1" y="11"/>
                </a:lnTo>
                <a:lnTo>
                  <a:pt x="1" y="10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2" y="9"/>
                </a:lnTo>
                <a:lnTo>
                  <a:pt x="2" y="8"/>
                </a:lnTo>
                <a:lnTo>
                  <a:pt x="3" y="8"/>
                </a:lnTo>
                <a:lnTo>
                  <a:pt x="4" y="8"/>
                </a:lnTo>
                <a:lnTo>
                  <a:pt x="4" y="7"/>
                </a:lnTo>
                <a:lnTo>
                  <a:pt x="5" y="7"/>
                </a:lnTo>
                <a:lnTo>
                  <a:pt x="5" y="6"/>
                </a:lnTo>
                <a:lnTo>
                  <a:pt x="7" y="6"/>
                </a:lnTo>
                <a:lnTo>
                  <a:pt x="8" y="7"/>
                </a:lnTo>
                <a:lnTo>
                  <a:pt x="8" y="6"/>
                </a:lnTo>
                <a:lnTo>
                  <a:pt x="9" y="5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lnTo>
                  <a:pt x="12" y="4"/>
                </a:lnTo>
                <a:lnTo>
                  <a:pt x="13" y="4"/>
                </a:lnTo>
                <a:lnTo>
                  <a:pt x="14" y="3"/>
                </a:lnTo>
                <a:lnTo>
                  <a:pt x="15" y="2"/>
                </a:lnTo>
                <a:lnTo>
                  <a:pt x="17" y="2"/>
                </a:lnTo>
                <a:lnTo>
                  <a:pt x="17" y="1"/>
                </a:lnTo>
                <a:lnTo>
                  <a:pt x="17" y="2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19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520" rIns="360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0" name=""/>
          <p:cNvSpPr/>
          <p:nvPr/>
        </p:nvSpPr>
        <p:spPr>
          <a:xfrm>
            <a:off x="4440240" y="43135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1" name=""/>
          <p:cNvSpPr/>
          <p:nvPr/>
        </p:nvSpPr>
        <p:spPr>
          <a:xfrm>
            <a:off x="4437720" y="4313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2" name=""/>
          <p:cNvSpPr/>
          <p:nvPr/>
        </p:nvSpPr>
        <p:spPr>
          <a:xfrm>
            <a:off x="4439520" y="43131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0"/>
                </a:move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3" name=""/>
          <p:cNvSpPr/>
          <p:nvPr/>
        </p:nvSpPr>
        <p:spPr>
          <a:xfrm>
            <a:off x="4430160" y="4312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4" name=""/>
          <p:cNvSpPr/>
          <p:nvPr/>
        </p:nvSpPr>
        <p:spPr>
          <a:xfrm>
            <a:off x="4438800" y="43128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5" name=""/>
          <p:cNvSpPr/>
          <p:nvPr/>
        </p:nvSpPr>
        <p:spPr>
          <a:xfrm>
            <a:off x="4440240" y="43128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6" name=""/>
          <p:cNvSpPr/>
          <p:nvPr/>
        </p:nvSpPr>
        <p:spPr>
          <a:xfrm>
            <a:off x="4430880" y="431172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5" y="6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1" y="4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7" name=""/>
          <p:cNvSpPr/>
          <p:nvPr/>
        </p:nvSpPr>
        <p:spPr>
          <a:xfrm>
            <a:off x="4424400" y="43110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8" name=""/>
          <p:cNvSpPr/>
          <p:nvPr/>
        </p:nvSpPr>
        <p:spPr>
          <a:xfrm>
            <a:off x="4437720" y="43113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0"/>
                </a:move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9" name=""/>
          <p:cNvSpPr/>
          <p:nvPr/>
        </p:nvSpPr>
        <p:spPr>
          <a:xfrm>
            <a:off x="4438800" y="4311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50" name=""/>
          <p:cNvSpPr/>
          <p:nvPr/>
        </p:nvSpPr>
        <p:spPr>
          <a:xfrm>
            <a:off x="4438080" y="431136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3" y="0"/>
                </a:moveTo>
                <a:lnTo>
                  <a:pt x="3" y="1"/>
                </a:lnTo>
                <a:lnTo>
                  <a:pt x="3" y="3"/>
                </a:lnTo>
                <a:lnTo>
                  <a:pt x="5" y="3"/>
                </a:lnTo>
                <a:lnTo>
                  <a:pt x="5" y="4"/>
                </a:lnTo>
                <a:lnTo>
                  <a:pt x="3" y="4"/>
                </a:ln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51" name=""/>
          <p:cNvSpPr/>
          <p:nvPr/>
        </p:nvSpPr>
        <p:spPr>
          <a:xfrm>
            <a:off x="4421160" y="43095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0"/>
                </a:move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5" y="3"/>
                </a:lnTo>
                <a:lnTo>
                  <a:pt x="5" y="4"/>
                </a:lnTo>
                <a:lnTo>
                  <a:pt x="4" y="3"/>
                </a:lnTo>
                <a:lnTo>
                  <a:pt x="2" y="3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52" name=""/>
          <p:cNvSpPr/>
          <p:nvPr/>
        </p:nvSpPr>
        <p:spPr>
          <a:xfrm>
            <a:off x="4415760" y="430920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5" y="0"/>
                </a:moveTo>
                <a:lnTo>
                  <a:pt x="6" y="0"/>
                </a:lnTo>
                <a:lnTo>
                  <a:pt x="5" y="1"/>
                </a:lnTo>
                <a:lnTo>
                  <a:pt x="5" y="2"/>
                </a:lnTo>
                <a:lnTo>
                  <a:pt x="3" y="2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2" y="6"/>
                </a:lnTo>
                <a:lnTo>
                  <a:pt x="1" y="6"/>
                </a:lnTo>
                <a:lnTo>
                  <a:pt x="0" y="5"/>
                </a:lnTo>
                <a:lnTo>
                  <a:pt x="0" y="4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53" name=""/>
          <p:cNvSpPr/>
          <p:nvPr/>
        </p:nvSpPr>
        <p:spPr>
          <a:xfrm>
            <a:off x="4422960" y="4306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54" name=""/>
          <p:cNvSpPr/>
          <p:nvPr/>
        </p:nvSpPr>
        <p:spPr>
          <a:xfrm>
            <a:off x="4449240" y="43088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55" name=""/>
          <p:cNvSpPr/>
          <p:nvPr/>
        </p:nvSpPr>
        <p:spPr>
          <a:xfrm>
            <a:off x="4423320" y="43059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56" name=""/>
          <p:cNvSpPr/>
          <p:nvPr/>
        </p:nvSpPr>
        <p:spPr>
          <a:xfrm>
            <a:off x="4439880" y="430740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0"/>
                </a:move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57" name=""/>
          <p:cNvSpPr/>
          <p:nvPr/>
        </p:nvSpPr>
        <p:spPr>
          <a:xfrm>
            <a:off x="4448520" y="43077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1" y="0"/>
                </a:moveTo>
                <a:lnTo>
                  <a:pt x="3" y="2"/>
                </a:lnTo>
                <a:lnTo>
                  <a:pt x="4" y="2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58" name=""/>
          <p:cNvSpPr/>
          <p:nvPr/>
        </p:nvSpPr>
        <p:spPr>
          <a:xfrm>
            <a:off x="4439880" y="4306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59" name=""/>
          <p:cNvSpPr/>
          <p:nvPr/>
        </p:nvSpPr>
        <p:spPr>
          <a:xfrm>
            <a:off x="4438080" y="430596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2" y="1"/>
                </a:moveTo>
                <a:lnTo>
                  <a:pt x="2" y="3"/>
                </a:lnTo>
                <a:lnTo>
                  <a:pt x="2" y="1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60" name=""/>
          <p:cNvSpPr/>
          <p:nvPr/>
        </p:nvSpPr>
        <p:spPr>
          <a:xfrm>
            <a:off x="4416120" y="4303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1"/>
                </a:move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61" name=""/>
          <p:cNvSpPr/>
          <p:nvPr/>
        </p:nvSpPr>
        <p:spPr>
          <a:xfrm>
            <a:off x="4438440" y="43052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62" name=""/>
          <p:cNvSpPr/>
          <p:nvPr/>
        </p:nvSpPr>
        <p:spPr>
          <a:xfrm>
            <a:off x="4437720" y="43048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1" y="0"/>
                </a:move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  <a:lnTo>
                  <a:pt x="1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63" name=""/>
          <p:cNvSpPr/>
          <p:nvPr/>
        </p:nvSpPr>
        <p:spPr>
          <a:xfrm>
            <a:off x="4442040" y="43048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64" name=""/>
          <p:cNvSpPr/>
          <p:nvPr/>
        </p:nvSpPr>
        <p:spPr>
          <a:xfrm>
            <a:off x="4455360" y="43059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65" name=""/>
          <p:cNvSpPr/>
          <p:nvPr/>
        </p:nvSpPr>
        <p:spPr>
          <a:xfrm>
            <a:off x="4448880" y="43034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4" y="3"/>
                </a:lnTo>
                <a:lnTo>
                  <a:pt x="4" y="5"/>
                </a:lnTo>
                <a:lnTo>
                  <a:pt x="4" y="3"/>
                </a:lnTo>
                <a:lnTo>
                  <a:pt x="2" y="3"/>
                </a:lnTo>
                <a:lnTo>
                  <a:pt x="2" y="2"/>
                </a:lnTo>
                <a:lnTo>
                  <a:pt x="2" y="3"/>
                </a:lnTo>
                <a:lnTo>
                  <a:pt x="0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66" name=""/>
          <p:cNvSpPr/>
          <p:nvPr/>
        </p:nvSpPr>
        <p:spPr>
          <a:xfrm>
            <a:off x="4451760" y="43034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67" name=""/>
          <p:cNvSpPr/>
          <p:nvPr/>
        </p:nvSpPr>
        <p:spPr>
          <a:xfrm>
            <a:off x="4415040" y="4298400"/>
            <a:ext cx="3960" cy="6120"/>
          </a:xfrm>
          <a:custGeom>
            <a:avLst/>
            <a:gdLst/>
            <a:ahLst/>
            <a:rect l="0" t="0" r="r" b="b"/>
            <a:pathLst>
              <a:path fill="none" w="11" h="17">
                <a:moveTo>
                  <a:pt x="5" y="1"/>
                </a:moveTo>
                <a:lnTo>
                  <a:pt x="6" y="2"/>
                </a:lnTo>
                <a:lnTo>
                  <a:pt x="6" y="1"/>
                </a:lnTo>
                <a:lnTo>
                  <a:pt x="6" y="2"/>
                </a:lnTo>
                <a:lnTo>
                  <a:pt x="6" y="3"/>
                </a:lnTo>
                <a:lnTo>
                  <a:pt x="7" y="3"/>
                </a:lnTo>
                <a:lnTo>
                  <a:pt x="7" y="4"/>
                </a:lnTo>
                <a:lnTo>
                  <a:pt x="8" y="5"/>
                </a:lnTo>
                <a:lnTo>
                  <a:pt x="8" y="6"/>
                </a:lnTo>
                <a:lnTo>
                  <a:pt x="9" y="6"/>
                </a:lnTo>
                <a:lnTo>
                  <a:pt x="9" y="7"/>
                </a:lnTo>
                <a:lnTo>
                  <a:pt x="8" y="7"/>
                </a:lnTo>
                <a:lnTo>
                  <a:pt x="9" y="7"/>
                </a:lnTo>
                <a:lnTo>
                  <a:pt x="9" y="9"/>
                </a:lnTo>
                <a:lnTo>
                  <a:pt x="10" y="11"/>
                </a:lnTo>
                <a:lnTo>
                  <a:pt x="10" y="14"/>
                </a:lnTo>
                <a:lnTo>
                  <a:pt x="11" y="15"/>
                </a:lnTo>
                <a:lnTo>
                  <a:pt x="11" y="16"/>
                </a:lnTo>
                <a:lnTo>
                  <a:pt x="11" y="17"/>
                </a:lnTo>
                <a:lnTo>
                  <a:pt x="10" y="16"/>
                </a:lnTo>
                <a:lnTo>
                  <a:pt x="10" y="15"/>
                </a:lnTo>
                <a:lnTo>
                  <a:pt x="9" y="14"/>
                </a:lnTo>
                <a:lnTo>
                  <a:pt x="8" y="13"/>
                </a:lnTo>
                <a:lnTo>
                  <a:pt x="8" y="11"/>
                </a:lnTo>
                <a:lnTo>
                  <a:pt x="8" y="10"/>
                </a:lnTo>
                <a:lnTo>
                  <a:pt x="7" y="10"/>
                </a:lnTo>
                <a:lnTo>
                  <a:pt x="7" y="9"/>
                </a:lnTo>
                <a:lnTo>
                  <a:pt x="8" y="7"/>
                </a:lnTo>
                <a:lnTo>
                  <a:pt x="7" y="9"/>
                </a:lnTo>
                <a:lnTo>
                  <a:pt x="6" y="7"/>
                </a:lnTo>
                <a:lnTo>
                  <a:pt x="5" y="6"/>
                </a:lnTo>
                <a:lnTo>
                  <a:pt x="5" y="5"/>
                </a:lnTo>
                <a:lnTo>
                  <a:pt x="4" y="5"/>
                </a:lnTo>
                <a:lnTo>
                  <a:pt x="4" y="4"/>
                </a:lnTo>
                <a:lnTo>
                  <a:pt x="3" y="3"/>
                </a:lnTo>
                <a:lnTo>
                  <a:pt x="2" y="3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520" rIns="360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68" name=""/>
          <p:cNvSpPr/>
          <p:nvPr/>
        </p:nvSpPr>
        <p:spPr>
          <a:xfrm>
            <a:off x="4449240" y="4300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69" name=""/>
          <p:cNvSpPr/>
          <p:nvPr/>
        </p:nvSpPr>
        <p:spPr>
          <a:xfrm>
            <a:off x="4447800" y="43005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0" name=""/>
          <p:cNvSpPr/>
          <p:nvPr/>
        </p:nvSpPr>
        <p:spPr>
          <a:xfrm>
            <a:off x="4449240" y="4300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1" name=""/>
          <p:cNvSpPr/>
          <p:nvPr/>
        </p:nvSpPr>
        <p:spPr>
          <a:xfrm>
            <a:off x="4447080" y="42987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2" name=""/>
          <p:cNvSpPr/>
          <p:nvPr/>
        </p:nvSpPr>
        <p:spPr>
          <a:xfrm>
            <a:off x="4479120" y="430128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3" name=""/>
          <p:cNvSpPr/>
          <p:nvPr/>
        </p:nvSpPr>
        <p:spPr>
          <a:xfrm>
            <a:off x="4458600" y="42980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1"/>
                </a:moveTo>
                <a:lnTo>
                  <a:pt x="4" y="1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4" name=""/>
          <p:cNvSpPr/>
          <p:nvPr/>
        </p:nvSpPr>
        <p:spPr>
          <a:xfrm>
            <a:off x="4466880" y="42976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5" name=""/>
          <p:cNvSpPr/>
          <p:nvPr/>
        </p:nvSpPr>
        <p:spPr>
          <a:xfrm>
            <a:off x="4464000" y="42962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1"/>
                </a:move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6" name=""/>
          <p:cNvSpPr/>
          <p:nvPr/>
        </p:nvSpPr>
        <p:spPr>
          <a:xfrm>
            <a:off x="4674960" y="4326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7" name=""/>
          <p:cNvSpPr/>
          <p:nvPr/>
        </p:nvSpPr>
        <p:spPr>
          <a:xfrm>
            <a:off x="4671720" y="4322160"/>
            <a:ext cx="3600" cy="3240"/>
          </a:xfrm>
          <a:custGeom>
            <a:avLst/>
            <a:gdLst/>
            <a:ahLst/>
            <a:rect l="0" t="0" r="r" b="b"/>
            <a:pathLst>
              <a:path fill="none" w="10" h="9">
                <a:moveTo>
                  <a:pt x="7" y="0"/>
                </a:moveTo>
                <a:lnTo>
                  <a:pt x="7" y="1"/>
                </a:lnTo>
                <a:lnTo>
                  <a:pt x="7" y="2"/>
                </a:lnTo>
                <a:lnTo>
                  <a:pt x="8" y="2"/>
                </a:lnTo>
                <a:lnTo>
                  <a:pt x="7" y="2"/>
                </a:lnTo>
                <a:lnTo>
                  <a:pt x="7" y="3"/>
                </a:lnTo>
                <a:lnTo>
                  <a:pt x="7" y="4"/>
                </a:lnTo>
                <a:lnTo>
                  <a:pt x="8" y="5"/>
                </a:lnTo>
                <a:lnTo>
                  <a:pt x="9" y="5"/>
                </a:lnTo>
                <a:lnTo>
                  <a:pt x="9" y="7"/>
                </a:lnTo>
                <a:lnTo>
                  <a:pt x="10" y="7"/>
                </a:lnTo>
                <a:lnTo>
                  <a:pt x="10" y="8"/>
                </a:lnTo>
                <a:lnTo>
                  <a:pt x="10" y="9"/>
                </a:lnTo>
                <a:lnTo>
                  <a:pt x="9" y="9"/>
                </a:lnTo>
                <a:lnTo>
                  <a:pt x="8" y="9"/>
                </a:lnTo>
                <a:lnTo>
                  <a:pt x="7" y="9"/>
                </a:lnTo>
                <a:lnTo>
                  <a:pt x="7" y="8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7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8" name=""/>
          <p:cNvSpPr/>
          <p:nvPr/>
        </p:nvSpPr>
        <p:spPr>
          <a:xfrm>
            <a:off x="4470840" y="429192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9" name=""/>
          <p:cNvSpPr/>
          <p:nvPr/>
        </p:nvSpPr>
        <p:spPr>
          <a:xfrm>
            <a:off x="4634640" y="43120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5"/>
                </a:move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0" name=""/>
          <p:cNvSpPr/>
          <p:nvPr/>
        </p:nvSpPr>
        <p:spPr>
          <a:xfrm>
            <a:off x="4631400" y="430272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3" y="0"/>
                </a:moveTo>
                <a:lnTo>
                  <a:pt x="3" y="1"/>
                </a:lnTo>
                <a:lnTo>
                  <a:pt x="4" y="2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7" y="7"/>
                </a:lnTo>
                <a:lnTo>
                  <a:pt x="5" y="7"/>
                </a:lnTo>
                <a:lnTo>
                  <a:pt x="5" y="6"/>
                </a:lnTo>
                <a:lnTo>
                  <a:pt x="5" y="5"/>
                </a:lnTo>
                <a:lnTo>
                  <a:pt x="3" y="4"/>
                </a:lnTo>
                <a:lnTo>
                  <a:pt x="3" y="2"/>
                </a:lnTo>
                <a:lnTo>
                  <a:pt x="2" y="1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1" name=""/>
          <p:cNvSpPr/>
          <p:nvPr/>
        </p:nvSpPr>
        <p:spPr>
          <a:xfrm>
            <a:off x="4672080" y="430128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2" name=""/>
          <p:cNvSpPr/>
          <p:nvPr/>
        </p:nvSpPr>
        <p:spPr>
          <a:xfrm>
            <a:off x="4670640" y="4300200"/>
            <a:ext cx="1800" cy="2520"/>
          </a:xfrm>
          <a:custGeom>
            <a:avLst/>
            <a:gdLst/>
            <a:ahLst/>
            <a:rect l="0" t="0" r="r" b="b"/>
            <a:pathLst>
              <a:path fill="none" w="5" h="7">
                <a:moveTo>
                  <a:pt x="5" y="0"/>
                </a:moveTo>
                <a:lnTo>
                  <a:pt x="5" y="3"/>
                </a:lnTo>
                <a:lnTo>
                  <a:pt x="3" y="3"/>
                </a:lnTo>
                <a:lnTo>
                  <a:pt x="3" y="4"/>
                </a:lnTo>
                <a:lnTo>
                  <a:pt x="5" y="4"/>
                </a:lnTo>
                <a:lnTo>
                  <a:pt x="3" y="4"/>
                </a:lnTo>
                <a:lnTo>
                  <a:pt x="3" y="5"/>
                </a:lnTo>
                <a:lnTo>
                  <a:pt x="3" y="7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3" name=""/>
          <p:cNvSpPr/>
          <p:nvPr/>
        </p:nvSpPr>
        <p:spPr>
          <a:xfrm>
            <a:off x="4534920" y="42786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4" name=""/>
          <p:cNvSpPr/>
          <p:nvPr/>
        </p:nvSpPr>
        <p:spPr>
          <a:xfrm>
            <a:off x="4535280" y="4277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5" name=""/>
          <p:cNvSpPr/>
          <p:nvPr/>
        </p:nvSpPr>
        <p:spPr>
          <a:xfrm>
            <a:off x="4528800" y="4270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6" name=""/>
          <p:cNvSpPr/>
          <p:nvPr/>
        </p:nvSpPr>
        <p:spPr>
          <a:xfrm>
            <a:off x="4523760" y="4270680"/>
            <a:ext cx="7200" cy="3600"/>
          </a:xfrm>
          <a:custGeom>
            <a:avLst/>
            <a:gdLst/>
            <a:ahLst/>
            <a:rect l="0" t="0" r="r" b="b"/>
            <a:pathLst>
              <a:path fill="none" w="20" h="10">
                <a:moveTo>
                  <a:pt x="18" y="0"/>
                </a:moveTo>
                <a:lnTo>
                  <a:pt x="18" y="1"/>
                </a:lnTo>
                <a:lnTo>
                  <a:pt x="17" y="2"/>
                </a:lnTo>
                <a:lnTo>
                  <a:pt x="18" y="2"/>
                </a:lnTo>
                <a:lnTo>
                  <a:pt x="19" y="2"/>
                </a:lnTo>
                <a:lnTo>
                  <a:pt x="19" y="3"/>
                </a:lnTo>
                <a:lnTo>
                  <a:pt x="20" y="3"/>
                </a:lnTo>
                <a:lnTo>
                  <a:pt x="20" y="5"/>
                </a:lnTo>
                <a:lnTo>
                  <a:pt x="19" y="5"/>
                </a:lnTo>
                <a:lnTo>
                  <a:pt x="18" y="5"/>
                </a:lnTo>
                <a:lnTo>
                  <a:pt x="18" y="6"/>
                </a:lnTo>
                <a:lnTo>
                  <a:pt x="18" y="7"/>
                </a:lnTo>
                <a:lnTo>
                  <a:pt x="19" y="7"/>
                </a:lnTo>
                <a:lnTo>
                  <a:pt x="19" y="8"/>
                </a:lnTo>
                <a:lnTo>
                  <a:pt x="19" y="9"/>
                </a:lnTo>
                <a:lnTo>
                  <a:pt x="18" y="9"/>
                </a:lnTo>
                <a:lnTo>
                  <a:pt x="18" y="10"/>
                </a:lnTo>
                <a:lnTo>
                  <a:pt x="17" y="10"/>
                </a:lnTo>
                <a:lnTo>
                  <a:pt x="17" y="9"/>
                </a:lnTo>
                <a:lnTo>
                  <a:pt x="16" y="9"/>
                </a:lnTo>
                <a:lnTo>
                  <a:pt x="16" y="10"/>
                </a:lnTo>
                <a:lnTo>
                  <a:pt x="15" y="10"/>
                </a:lnTo>
                <a:lnTo>
                  <a:pt x="15" y="9"/>
                </a:lnTo>
                <a:lnTo>
                  <a:pt x="15" y="8"/>
                </a:lnTo>
                <a:lnTo>
                  <a:pt x="14" y="8"/>
                </a:lnTo>
                <a:lnTo>
                  <a:pt x="13" y="8"/>
                </a:lnTo>
                <a:lnTo>
                  <a:pt x="12" y="8"/>
                </a:lnTo>
                <a:lnTo>
                  <a:pt x="12" y="9"/>
                </a:lnTo>
                <a:lnTo>
                  <a:pt x="11" y="9"/>
                </a:lnTo>
                <a:lnTo>
                  <a:pt x="10" y="9"/>
                </a:lnTo>
                <a:lnTo>
                  <a:pt x="9" y="9"/>
                </a:lnTo>
                <a:lnTo>
                  <a:pt x="9" y="8"/>
                </a:lnTo>
                <a:lnTo>
                  <a:pt x="8" y="8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3" y="8"/>
                </a:lnTo>
                <a:lnTo>
                  <a:pt x="2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5"/>
                </a:lnTo>
                <a:lnTo>
                  <a:pt x="1" y="3"/>
                </a:lnTo>
                <a:lnTo>
                  <a:pt x="2" y="3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lnTo>
                  <a:pt x="6" y="5"/>
                </a:lnTo>
                <a:lnTo>
                  <a:pt x="8" y="5"/>
                </a:lnTo>
                <a:lnTo>
                  <a:pt x="8" y="6"/>
                </a:lnTo>
                <a:lnTo>
                  <a:pt x="9" y="6"/>
                </a:lnTo>
                <a:lnTo>
                  <a:pt x="9" y="5"/>
                </a:lnTo>
                <a:lnTo>
                  <a:pt x="10" y="3"/>
                </a:lnTo>
                <a:lnTo>
                  <a:pt x="10" y="2"/>
                </a:lnTo>
                <a:lnTo>
                  <a:pt x="11" y="2"/>
                </a:lnTo>
                <a:lnTo>
                  <a:pt x="11" y="1"/>
                </a:lnTo>
                <a:lnTo>
                  <a:pt x="12" y="1"/>
                </a:lnTo>
                <a:lnTo>
                  <a:pt x="13" y="1"/>
                </a:lnTo>
                <a:lnTo>
                  <a:pt x="13" y="2"/>
                </a:lnTo>
                <a:lnTo>
                  <a:pt x="14" y="2"/>
                </a:lnTo>
                <a:lnTo>
                  <a:pt x="15" y="2"/>
                </a:lnTo>
                <a:lnTo>
                  <a:pt x="16" y="1"/>
                </a:lnTo>
                <a:lnTo>
                  <a:pt x="16" y="0"/>
                </a:lnTo>
                <a:lnTo>
                  <a:pt x="17" y="0"/>
                </a:lnTo>
                <a:lnTo>
                  <a:pt x="18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7" name=""/>
          <p:cNvSpPr/>
          <p:nvPr/>
        </p:nvSpPr>
        <p:spPr>
          <a:xfrm>
            <a:off x="4604040" y="42804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8" name=""/>
          <p:cNvSpPr/>
          <p:nvPr/>
        </p:nvSpPr>
        <p:spPr>
          <a:xfrm>
            <a:off x="4624560" y="42832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9" name=""/>
          <p:cNvSpPr/>
          <p:nvPr/>
        </p:nvSpPr>
        <p:spPr>
          <a:xfrm>
            <a:off x="4607280" y="4278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0" name=""/>
          <p:cNvSpPr/>
          <p:nvPr/>
        </p:nvSpPr>
        <p:spPr>
          <a:xfrm>
            <a:off x="4610160" y="42789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1" name=""/>
          <p:cNvSpPr/>
          <p:nvPr/>
        </p:nvSpPr>
        <p:spPr>
          <a:xfrm>
            <a:off x="4527720" y="42670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2" name=""/>
          <p:cNvSpPr/>
          <p:nvPr/>
        </p:nvSpPr>
        <p:spPr>
          <a:xfrm>
            <a:off x="4526280" y="42670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3" name=""/>
          <p:cNvSpPr/>
          <p:nvPr/>
        </p:nvSpPr>
        <p:spPr>
          <a:xfrm>
            <a:off x="4606920" y="4278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4" name=""/>
          <p:cNvSpPr/>
          <p:nvPr/>
        </p:nvSpPr>
        <p:spPr>
          <a:xfrm>
            <a:off x="4612320" y="42786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5" name=""/>
          <p:cNvSpPr/>
          <p:nvPr/>
        </p:nvSpPr>
        <p:spPr>
          <a:xfrm>
            <a:off x="4534920" y="4266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6" name=""/>
          <p:cNvSpPr/>
          <p:nvPr/>
        </p:nvSpPr>
        <p:spPr>
          <a:xfrm>
            <a:off x="4535640" y="42660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7" name=""/>
          <p:cNvSpPr/>
          <p:nvPr/>
        </p:nvSpPr>
        <p:spPr>
          <a:xfrm>
            <a:off x="4625640" y="42789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8" name=""/>
          <p:cNvSpPr/>
          <p:nvPr/>
        </p:nvSpPr>
        <p:spPr>
          <a:xfrm>
            <a:off x="4607280" y="427464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3" y="2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9" name=""/>
          <p:cNvSpPr/>
          <p:nvPr/>
        </p:nvSpPr>
        <p:spPr>
          <a:xfrm>
            <a:off x="4600800" y="42732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0" name=""/>
          <p:cNvSpPr/>
          <p:nvPr/>
        </p:nvSpPr>
        <p:spPr>
          <a:xfrm>
            <a:off x="4606560" y="427392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2" y="0"/>
                </a:moveTo>
                <a:lnTo>
                  <a:pt x="2" y="1"/>
                </a:lnTo>
                <a:lnTo>
                  <a:pt x="2" y="3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1" name=""/>
          <p:cNvSpPr/>
          <p:nvPr/>
        </p:nvSpPr>
        <p:spPr>
          <a:xfrm>
            <a:off x="4543200" y="42609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2" name=""/>
          <p:cNvSpPr/>
          <p:nvPr/>
        </p:nvSpPr>
        <p:spPr>
          <a:xfrm>
            <a:off x="4606920" y="42699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2"/>
                </a:move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3" name=""/>
          <p:cNvSpPr/>
          <p:nvPr/>
        </p:nvSpPr>
        <p:spPr>
          <a:xfrm>
            <a:off x="4548600" y="42595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4" name=""/>
          <p:cNvSpPr/>
          <p:nvPr/>
        </p:nvSpPr>
        <p:spPr>
          <a:xfrm>
            <a:off x="4547880" y="42595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5" name=""/>
          <p:cNvSpPr/>
          <p:nvPr/>
        </p:nvSpPr>
        <p:spPr>
          <a:xfrm>
            <a:off x="4548960" y="4259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6" name=""/>
          <p:cNvSpPr/>
          <p:nvPr/>
        </p:nvSpPr>
        <p:spPr>
          <a:xfrm>
            <a:off x="4547160" y="42588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1"/>
                </a:move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7" name=""/>
          <p:cNvSpPr/>
          <p:nvPr/>
        </p:nvSpPr>
        <p:spPr>
          <a:xfrm>
            <a:off x="4550040" y="42584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8" name=""/>
          <p:cNvSpPr/>
          <p:nvPr/>
        </p:nvSpPr>
        <p:spPr>
          <a:xfrm>
            <a:off x="4623120" y="4269240"/>
            <a:ext cx="3240" cy="2520"/>
          </a:xfrm>
          <a:custGeom>
            <a:avLst/>
            <a:gdLst/>
            <a:ahLst/>
            <a:rect l="0" t="0" r="r" b="b"/>
            <a:pathLst>
              <a:path fill="none" w="9" h="7">
                <a:moveTo>
                  <a:pt x="9" y="1"/>
                </a:moveTo>
                <a:lnTo>
                  <a:pt x="8" y="1"/>
                </a:lnTo>
                <a:lnTo>
                  <a:pt x="7" y="2"/>
                </a:lnTo>
                <a:lnTo>
                  <a:pt x="7" y="3"/>
                </a:lnTo>
                <a:lnTo>
                  <a:pt x="6" y="3"/>
                </a:lnTo>
                <a:lnTo>
                  <a:pt x="6" y="4"/>
                </a:lnTo>
                <a:lnTo>
                  <a:pt x="6" y="3"/>
                </a:lnTo>
                <a:lnTo>
                  <a:pt x="5" y="3"/>
                </a:lnTo>
                <a:lnTo>
                  <a:pt x="6" y="3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3" y="7"/>
                </a:lnTo>
                <a:lnTo>
                  <a:pt x="1" y="7"/>
                </a:lnTo>
                <a:lnTo>
                  <a:pt x="1" y="5"/>
                </a:lnTo>
                <a:lnTo>
                  <a:pt x="3" y="5"/>
                </a:lnTo>
                <a:lnTo>
                  <a:pt x="1" y="5"/>
                </a:lnTo>
                <a:lnTo>
                  <a:pt x="0" y="7"/>
                </a:lnTo>
                <a:lnTo>
                  <a:pt x="0" y="5"/>
                </a:lnTo>
                <a:lnTo>
                  <a:pt x="1" y="4"/>
                </a:lnTo>
                <a:lnTo>
                  <a:pt x="3" y="3"/>
                </a:lnTo>
                <a:lnTo>
                  <a:pt x="4" y="3"/>
                </a:lnTo>
                <a:lnTo>
                  <a:pt x="5" y="2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9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9" name=""/>
          <p:cNvSpPr/>
          <p:nvPr/>
        </p:nvSpPr>
        <p:spPr>
          <a:xfrm>
            <a:off x="4627800" y="4268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10" name=""/>
          <p:cNvSpPr/>
          <p:nvPr/>
        </p:nvSpPr>
        <p:spPr>
          <a:xfrm>
            <a:off x="4608000" y="4266000"/>
            <a:ext cx="5400" cy="3960"/>
          </a:xfrm>
          <a:custGeom>
            <a:avLst/>
            <a:gdLst/>
            <a:ahLst/>
            <a:rect l="0" t="0" r="r" b="b"/>
            <a:pathLst>
              <a:path fill="none" w="15" h="11">
                <a:moveTo>
                  <a:pt x="11" y="0"/>
                </a:moveTo>
                <a:lnTo>
                  <a:pt x="11" y="1"/>
                </a:lnTo>
                <a:lnTo>
                  <a:pt x="11" y="2"/>
                </a:lnTo>
                <a:lnTo>
                  <a:pt x="13" y="2"/>
                </a:lnTo>
                <a:lnTo>
                  <a:pt x="13" y="1"/>
                </a:lnTo>
                <a:lnTo>
                  <a:pt x="14" y="2"/>
                </a:lnTo>
                <a:lnTo>
                  <a:pt x="14" y="3"/>
                </a:lnTo>
                <a:lnTo>
                  <a:pt x="14" y="4"/>
                </a:lnTo>
                <a:lnTo>
                  <a:pt x="14" y="6"/>
                </a:lnTo>
                <a:lnTo>
                  <a:pt x="15" y="6"/>
                </a:lnTo>
                <a:lnTo>
                  <a:pt x="14" y="7"/>
                </a:lnTo>
                <a:lnTo>
                  <a:pt x="13" y="7"/>
                </a:lnTo>
                <a:lnTo>
                  <a:pt x="13" y="6"/>
                </a:lnTo>
                <a:lnTo>
                  <a:pt x="14" y="6"/>
                </a:lnTo>
                <a:lnTo>
                  <a:pt x="13" y="6"/>
                </a:lnTo>
                <a:lnTo>
                  <a:pt x="11" y="6"/>
                </a:lnTo>
                <a:lnTo>
                  <a:pt x="10" y="6"/>
                </a:lnTo>
                <a:lnTo>
                  <a:pt x="9" y="6"/>
                </a:lnTo>
                <a:lnTo>
                  <a:pt x="8" y="7"/>
                </a:lnTo>
                <a:lnTo>
                  <a:pt x="8" y="8"/>
                </a:lnTo>
                <a:lnTo>
                  <a:pt x="7" y="8"/>
                </a:lnTo>
                <a:lnTo>
                  <a:pt x="7" y="9"/>
                </a:lnTo>
                <a:lnTo>
                  <a:pt x="6" y="9"/>
                </a:lnTo>
                <a:lnTo>
                  <a:pt x="6" y="10"/>
                </a:lnTo>
                <a:lnTo>
                  <a:pt x="7" y="10"/>
                </a:lnTo>
                <a:lnTo>
                  <a:pt x="6" y="10"/>
                </a:lnTo>
                <a:lnTo>
                  <a:pt x="6" y="11"/>
                </a:lnTo>
                <a:lnTo>
                  <a:pt x="5" y="11"/>
                </a:lnTo>
                <a:lnTo>
                  <a:pt x="4" y="11"/>
                </a:lnTo>
                <a:lnTo>
                  <a:pt x="3" y="11"/>
                </a:lnTo>
                <a:lnTo>
                  <a:pt x="3" y="10"/>
                </a:lnTo>
                <a:lnTo>
                  <a:pt x="3" y="9"/>
                </a:lnTo>
                <a:lnTo>
                  <a:pt x="2" y="9"/>
                </a:lnTo>
                <a:lnTo>
                  <a:pt x="2" y="10"/>
                </a:lnTo>
                <a:lnTo>
                  <a:pt x="2" y="9"/>
                </a:lnTo>
                <a:lnTo>
                  <a:pt x="1" y="9"/>
                </a:lnTo>
                <a:lnTo>
                  <a:pt x="2" y="9"/>
                </a:lnTo>
                <a:lnTo>
                  <a:pt x="1" y="9"/>
                </a:lnTo>
                <a:lnTo>
                  <a:pt x="1" y="8"/>
                </a:lnTo>
                <a:lnTo>
                  <a:pt x="0" y="8"/>
                </a:lnTo>
                <a:lnTo>
                  <a:pt x="1" y="8"/>
                </a:lnTo>
                <a:lnTo>
                  <a:pt x="1" y="7"/>
                </a:lnTo>
                <a:lnTo>
                  <a:pt x="1" y="8"/>
                </a:lnTo>
                <a:lnTo>
                  <a:pt x="2" y="8"/>
                </a:lnTo>
                <a:lnTo>
                  <a:pt x="2" y="9"/>
                </a:lnTo>
                <a:lnTo>
                  <a:pt x="3" y="9"/>
                </a:lnTo>
                <a:lnTo>
                  <a:pt x="3" y="10"/>
                </a:lnTo>
                <a:lnTo>
                  <a:pt x="4" y="10"/>
                </a:lnTo>
                <a:lnTo>
                  <a:pt x="4" y="9"/>
                </a:lnTo>
                <a:lnTo>
                  <a:pt x="5" y="9"/>
                </a:lnTo>
                <a:lnTo>
                  <a:pt x="6" y="9"/>
                </a:lnTo>
                <a:lnTo>
                  <a:pt x="5" y="9"/>
                </a:lnTo>
                <a:lnTo>
                  <a:pt x="5" y="8"/>
                </a:lnTo>
                <a:lnTo>
                  <a:pt x="6" y="8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3" y="6"/>
                </a:lnTo>
                <a:lnTo>
                  <a:pt x="3" y="7"/>
                </a:lnTo>
                <a:lnTo>
                  <a:pt x="4" y="6"/>
                </a:lnTo>
                <a:lnTo>
                  <a:pt x="4" y="4"/>
                </a:lnTo>
                <a:lnTo>
                  <a:pt x="3" y="4"/>
                </a:lnTo>
                <a:lnTo>
                  <a:pt x="3" y="6"/>
                </a:lnTo>
                <a:lnTo>
                  <a:pt x="2" y="6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6" y="3"/>
                </a:lnTo>
                <a:lnTo>
                  <a:pt x="6" y="2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8" y="1"/>
                </a:lnTo>
                <a:lnTo>
                  <a:pt x="8" y="3"/>
                </a:lnTo>
                <a:lnTo>
                  <a:pt x="9" y="2"/>
                </a:lnTo>
                <a:lnTo>
                  <a:pt x="9" y="1"/>
                </a:lnTo>
                <a:lnTo>
                  <a:pt x="9" y="2"/>
                </a:lnTo>
                <a:lnTo>
                  <a:pt x="10" y="2"/>
                </a:lnTo>
                <a:lnTo>
                  <a:pt x="9" y="2"/>
                </a:lnTo>
                <a:lnTo>
                  <a:pt x="10" y="2"/>
                </a:lnTo>
                <a:lnTo>
                  <a:pt x="10" y="1"/>
                </a:lnTo>
                <a:lnTo>
                  <a:pt x="10" y="0"/>
                </a:lnTo>
                <a:lnTo>
                  <a:pt x="1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11" name=""/>
          <p:cNvSpPr/>
          <p:nvPr/>
        </p:nvSpPr>
        <p:spPr>
          <a:xfrm>
            <a:off x="4609800" y="42656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12" name=""/>
          <p:cNvSpPr/>
          <p:nvPr/>
        </p:nvSpPr>
        <p:spPr>
          <a:xfrm>
            <a:off x="4605840" y="4264560"/>
            <a:ext cx="3240" cy="3600"/>
          </a:xfrm>
          <a:custGeom>
            <a:avLst/>
            <a:gdLst/>
            <a:ahLst/>
            <a:rect l="0" t="0" r="r" b="b"/>
            <a:pathLst>
              <a:path fill="none" w="9" h="10">
                <a:moveTo>
                  <a:pt x="5" y="0"/>
                </a:moveTo>
                <a:lnTo>
                  <a:pt x="6" y="0"/>
                </a:lnTo>
                <a:lnTo>
                  <a:pt x="6" y="1"/>
                </a:lnTo>
                <a:lnTo>
                  <a:pt x="6" y="0"/>
                </a:lnTo>
                <a:lnTo>
                  <a:pt x="6" y="1"/>
                </a:lnTo>
                <a:lnTo>
                  <a:pt x="7" y="1"/>
                </a:lnTo>
                <a:lnTo>
                  <a:pt x="9" y="1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6" y="5"/>
                </a:lnTo>
                <a:lnTo>
                  <a:pt x="6" y="6"/>
                </a:lnTo>
                <a:lnTo>
                  <a:pt x="5" y="6"/>
                </a:lnTo>
                <a:lnTo>
                  <a:pt x="5" y="7"/>
                </a:lnTo>
                <a:lnTo>
                  <a:pt x="5" y="8"/>
                </a:lnTo>
                <a:lnTo>
                  <a:pt x="5" y="9"/>
                </a:lnTo>
                <a:lnTo>
                  <a:pt x="5" y="10"/>
                </a:lnTo>
                <a:lnTo>
                  <a:pt x="5" y="9"/>
                </a:lnTo>
                <a:lnTo>
                  <a:pt x="4" y="9"/>
                </a:lnTo>
                <a:lnTo>
                  <a:pt x="3" y="9"/>
                </a:lnTo>
                <a:lnTo>
                  <a:pt x="3" y="10"/>
                </a:lnTo>
                <a:lnTo>
                  <a:pt x="2" y="10"/>
                </a:lnTo>
                <a:lnTo>
                  <a:pt x="2" y="9"/>
                </a:lnTo>
                <a:lnTo>
                  <a:pt x="2" y="10"/>
                </a:lnTo>
                <a:lnTo>
                  <a:pt x="0" y="10"/>
                </a:lnTo>
                <a:lnTo>
                  <a:pt x="0" y="9"/>
                </a:lnTo>
                <a:lnTo>
                  <a:pt x="2" y="9"/>
                </a:lnTo>
                <a:lnTo>
                  <a:pt x="2" y="8"/>
                </a:lnTo>
                <a:lnTo>
                  <a:pt x="3" y="9"/>
                </a:lnTo>
                <a:lnTo>
                  <a:pt x="4" y="8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4" y="6"/>
                </a:lnTo>
                <a:lnTo>
                  <a:pt x="4" y="5"/>
                </a:lnTo>
                <a:lnTo>
                  <a:pt x="4" y="4"/>
                </a:lnTo>
                <a:lnTo>
                  <a:pt x="4" y="2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13" name=""/>
          <p:cNvSpPr/>
          <p:nvPr/>
        </p:nvSpPr>
        <p:spPr>
          <a:xfrm>
            <a:off x="4607280" y="4264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14" name=""/>
          <p:cNvSpPr/>
          <p:nvPr/>
        </p:nvSpPr>
        <p:spPr>
          <a:xfrm>
            <a:off x="4539600" y="4254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15" name=""/>
          <p:cNvSpPr/>
          <p:nvPr/>
        </p:nvSpPr>
        <p:spPr>
          <a:xfrm>
            <a:off x="4608360" y="426348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5" y="1"/>
                </a:moveTo>
                <a:lnTo>
                  <a:pt x="6" y="1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lnTo>
                  <a:pt x="6" y="3"/>
                </a:lnTo>
                <a:lnTo>
                  <a:pt x="6" y="4"/>
                </a:lnTo>
                <a:lnTo>
                  <a:pt x="5" y="4"/>
                </a:lnTo>
                <a:lnTo>
                  <a:pt x="6" y="4"/>
                </a:lnTo>
                <a:lnTo>
                  <a:pt x="7" y="4"/>
                </a:lnTo>
                <a:lnTo>
                  <a:pt x="7" y="6"/>
                </a:lnTo>
                <a:lnTo>
                  <a:pt x="6" y="6"/>
                </a:lnTo>
                <a:lnTo>
                  <a:pt x="5" y="6"/>
                </a:lnTo>
                <a:lnTo>
                  <a:pt x="5" y="7"/>
                </a:lnTo>
                <a:lnTo>
                  <a:pt x="5" y="6"/>
                </a:lnTo>
                <a:lnTo>
                  <a:pt x="5" y="4"/>
                </a:lnTo>
                <a:lnTo>
                  <a:pt x="4" y="3"/>
                </a:lnTo>
                <a:lnTo>
                  <a:pt x="4" y="2"/>
                </a:lnTo>
                <a:lnTo>
                  <a:pt x="4" y="1"/>
                </a:lnTo>
                <a:lnTo>
                  <a:pt x="3" y="1"/>
                </a:lnTo>
                <a:lnTo>
                  <a:pt x="3" y="2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16" name=""/>
          <p:cNvSpPr/>
          <p:nvPr/>
        </p:nvSpPr>
        <p:spPr>
          <a:xfrm>
            <a:off x="4609800" y="42606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1"/>
                </a:move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17" name=""/>
          <p:cNvSpPr/>
          <p:nvPr/>
        </p:nvSpPr>
        <p:spPr>
          <a:xfrm>
            <a:off x="4627440" y="4263120"/>
            <a:ext cx="720" cy="2160"/>
          </a:xfrm>
          <a:custGeom>
            <a:avLst/>
            <a:gdLst/>
            <a:ahLst/>
            <a:rect l="0" t="0" r="r" b="b"/>
            <a:pathLst>
              <a:path fill="none" w="2" h="6">
                <a:moveTo>
                  <a:pt x="0" y="6"/>
                </a:moveTo>
                <a:lnTo>
                  <a:pt x="0" y="4"/>
                </a:lnTo>
                <a:lnTo>
                  <a:pt x="0" y="3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4"/>
                </a:lnTo>
                <a:lnTo>
                  <a:pt x="0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18" name=""/>
          <p:cNvSpPr/>
          <p:nvPr/>
        </p:nvSpPr>
        <p:spPr>
          <a:xfrm>
            <a:off x="4628160" y="426132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3"/>
                </a:move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19" name=""/>
          <p:cNvSpPr/>
          <p:nvPr/>
        </p:nvSpPr>
        <p:spPr>
          <a:xfrm>
            <a:off x="4630320" y="42573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0" name=""/>
          <p:cNvSpPr/>
          <p:nvPr/>
        </p:nvSpPr>
        <p:spPr>
          <a:xfrm>
            <a:off x="4562640" y="42390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1" name=""/>
          <p:cNvSpPr/>
          <p:nvPr/>
        </p:nvSpPr>
        <p:spPr>
          <a:xfrm>
            <a:off x="4560120" y="42375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2" name=""/>
          <p:cNvSpPr/>
          <p:nvPr/>
        </p:nvSpPr>
        <p:spPr>
          <a:xfrm>
            <a:off x="4555080" y="42364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3" name=""/>
          <p:cNvSpPr/>
          <p:nvPr/>
        </p:nvSpPr>
        <p:spPr>
          <a:xfrm>
            <a:off x="4635000" y="42483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4"/>
                </a:moveTo>
                <a:lnTo>
                  <a:pt x="1" y="0"/>
                </a:lnTo>
                <a:lnTo>
                  <a:pt x="2" y="0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4" name=""/>
          <p:cNvSpPr/>
          <p:nvPr/>
        </p:nvSpPr>
        <p:spPr>
          <a:xfrm>
            <a:off x="4556160" y="42361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4"/>
                </a:moveTo>
                <a:lnTo>
                  <a:pt x="0" y="2"/>
                </a:lnTo>
                <a:lnTo>
                  <a:pt x="2" y="0"/>
                </a:lnTo>
                <a:lnTo>
                  <a:pt x="5" y="2"/>
                </a:lnTo>
                <a:lnTo>
                  <a:pt x="4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5" name=""/>
          <p:cNvSpPr/>
          <p:nvPr/>
        </p:nvSpPr>
        <p:spPr>
          <a:xfrm>
            <a:off x="4563360" y="42368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6" name=""/>
          <p:cNvSpPr/>
          <p:nvPr/>
        </p:nvSpPr>
        <p:spPr>
          <a:xfrm>
            <a:off x="4559760" y="42346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7" name=""/>
          <p:cNvSpPr/>
          <p:nvPr/>
        </p:nvSpPr>
        <p:spPr>
          <a:xfrm>
            <a:off x="4555080" y="42339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8" name=""/>
          <p:cNvSpPr/>
          <p:nvPr/>
        </p:nvSpPr>
        <p:spPr>
          <a:xfrm>
            <a:off x="4565160" y="423504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5" y="0"/>
                </a:moveTo>
                <a:lnTo>
                  <a:pt x="5" y="1"/>
                </a:lnTo>
                <a:lnTo>
                  <a:pt x="7" y="1"/>
                </a:lnTo>
                <a:lnTo>
                  <a:pt x="5" y="4"/>
                </a:ln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9" name=""/>
          <p:cNvSpPr/>
          <p:nvPr/>
        </p:nvSpPr>
        <p:spPr>
          <a:xfrm>
            <a:off x="4560480" y="4231080"/>
            <a:ext cx="4320" cy="5400"/>
          </a:xfrm>
          <a:custGeom>
            <a:avLst/>
            <a:gdLst/>
            <a:ahLst/>
            <a:rect l="0" t="0" r="r" b="b"/>
            <a:pathLst>
              <a:path fill="none" w="12" h="15">
                <a:moveTo>
                  <a:pt x="7" y="1"/>
                </a:move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8" y="2"/>
                </a:lnTo>
                <a:lnTo>
                  <a:pt x="9" y="3"/>
                </a:lnTo>
                <a:lnTo>
                  <a:pt x="9" y="4"/>
                </a:lnTo>
                <a:lnTo>
                  <a:pt x="8" y="4"/>
                </a:lnTo>
                <a:lnTo>
                  <a:pt x="9" y="4"/>
                </a:lnTo>
                <a:lnTo>
                  <a:pt x="11" y="3"/>
                </a:lnTo>
                <a:lnTo>
                  <a:pt x="9" y="2"/>
                </a:lnTo>
                <a:lnTo>
                  <a:pt x="11" y="2"/>
                </a:lnTo>
                <a:lnTo>
                  <a:pt x="12" y="2"/>
                </a:lnTo>
                <a:lnTo>
                  <a:pt x="12" y="3"/>
                </a:lnTo>
                <a:lnTo>
                  <a:pt x="12" y="5"/>
                </a:lnTo>
                <a:lnTo>
                  <a:pt x="12" y="8"/>
                </a:lnTo>
                <a:lnTo>
                  <a:pt x="12" y="9"/>
                </a:lnTo>
                <a:lnTo>
                  <a:pt x="12" y="10"/>
                </a:lnTo>
                <a:lnTo>
                  <a:pt x="11" y="10"/>
                </a:lnTo>
                <a:lnTo>
                  <a:pt x="9" y="11"/>
                </a:lnTo>
                <a:lnTo>
                  <a:pt x="8" y="12"/>
                </a:lnTo>
                <a:lnTo>
                  <a:pt x="7" y="13"/>
                </a:lnTo>
                <a:lnTo>
                  <a:pt x="6" y="14"/>
                </a:lnTo>
                <a:lnTo>
                  <a:pt x="5" y="15"/>
                </a:lnTo>
                <a:lnTo>
                  <a:pt x="4" y="14"/>
                </a:lnTo>
                <a:lnTo>
                  <a:pt x="3" y="14"/>
                </a:lnTo>
                <a:lnTo>
                  <a:pt x="2" y="13"/>
                </a:lnTo>
                <a:lnTo>
                  <a:pt x="1" y="13"/>
                </a:ln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  <a:lnTo>
                  <a:pt x="0" y="5"/>
                </a:lnTo>
                <a:lnTo>
                  <a:pt x="1" y="4"/>
                </a:lnTo>
                <a:lnTo>
                  <a:pt x="1" y="2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800" rIns="36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30" name=""/>
          <p:cNvSpPr/>
          <p:nvPr/>
        </p:nvSpPr>
        <p:spPr>
          <a:xfrm>
            <a:off x="4567320" y="4232160"/>
            <a:ext cx="6480" cy="5760"/>
          </a:xfrm>
          <a:custGeom>
            <a:avLst/>
            <a:gdLst/>
            <a:ahLst/>
            <a:rect l="0" t="0" r="r" b="b"/>
            <a:pathLst>
              <a:path fill="none" w="18" h="16">
                <a:moveTo>
                  <a:pt x="14" y="2"/>
                </a:moveTo>
                <a:lnTo>
                  <a:pt x="16" y="2"/>
                </a:lnTo>
                <a:lnTo>
                  <a:pt x="16" y="3"/>
                </a:lnTo>
                <a:lnTo>
                  <a:pt x="17" y="5"/>
                </a:lnTo>
                <a:lnTo>
                  <a:pt x="17" y="6"/>
                </a:lnTo>
                <a:lnTo>
                  <a:pt x="17" y="7"/>
                </a:lnTo>
                <a:lnTo>
                  <a:pt x="17" y="8"/>
                </a:lnTo>
                <a:lnTo>
                  <a:pt x="18" y="8"/>
                </a:lnTo>
                <a:lnTo>
                  <a:pt x="18" y="9"/>
                </a:lnTo>
                <a:lnTo>
                  <a:pt x="17" y="9"/>
                </a:lnTo>
                <a:lnTo>
                  <a:pt x="17" y="10"/>
                </a:lnTo>
                <a:lnTo>
                  <a:pt x="17" y="12"/>
                </a:lnTo>
                <a:lnTo>
                  <a:pt x="16" y="12"/>
                </a:lnTo>
                <a:lnTo>
                  <a:pt x="15" y="13"/>
                </a:lnTo>
                <a:lnTo>
                  <a:pt x="14" y="13"/>
                </a:lnTo>
                <a:lnTo>
                  <a:pt x="15" y="13"/>
                </a:lnTo>
                <a:lnTo>
                  <a:pt x="14" y="12"/>
                </a:lnTo>
                <a:lnTo>
                  <a:pt x="13" y="10"/>
                </a:lnTo>
                <a:lnTo>
                  <a:pt x="12" y="10"/>
                </a:lnTo>
                <a:lnTo>
                  <a:pt x="12" y="9"/>
                </a:lnTo>
                <a:lnTo>
                  <a:pt x="11" y="9"/>
                </a:lnTo>
                <a:lnTo>
                  <a:pt x="10" y="9"/>
                </a:lnTo>
                <a:lnTo>
                  <a:pt x="9" y="10"/>
                </a:lnTo>
                <a:lnTo>
                  <a:pt x="8" y="10"/>
                </a:lnTo>
                <a:lnTo>
                  <a:pt x="8" y="12"/>
                </a:lnTo>
                <a:lnTo>
                  <a:pt x="7" y="12"/>
                </a:lnTo>
                <a:lnTo>
                  <a:pt x="7" y="13"/>
                </a:lnTo>
                <a:lnTo>
                  <a:pt x="6" y="13"/>
                </a:lnTo>
                <a:lnTo>
                  <a:pt x="6" y="14"/>
                </a:lnTo>
                <a:lnTo>
                  <a:pt x="6" y="15"/>
                </a:lnTo>
                <a:lnTo>
                  <a:pt x="5" y="15"/>
                </a:lnTo>
                <a:lnTo>
                  <a:pt x="5" y="16"/>
                </a:lnTo>
                <a:lnTo>
                  <a:pt x="3" y="16"/>
                </a:lnTo>
                <a:lnTo>
                  <a:pt x="3" y="15"/>
                </a:lnTo>
                <a:lnTo>
                  <a:pt x="2" y="15"/>
                </a:lnTo>
                <a:lnTo>
                  <a:pt x="2" y="14"/>
                </a:lnTo>
                <a:lnTo>
                  <a:pt x="1" y="14"/>
                </a:lnTo>
                <a:lnTo>
                  <a:pt x="0" y="13"/>
                </a:lnTo>
                <a:lnTo>
                  <a:pt x="0" y="12"/>
                </a:lnTo>
                <a:lnTo>
                  <a:pt x="1" y="12"/>
                </a:lnTo>
                <a:lnTo>
                  <a:pt x="2" y="12"/>
                </a:lnTo>
                <a:lnTo>
                  <a:pt x="2" y="10"/>
                </a:lnTo>
                <a:lnTo>
                  <a:pt x="2" y="9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2" y="4"/>
                </a:lnTo>
                <a:lnTo>
                  <a:pt x="3" y="4"/>
                </a:lnTo>
                <a:lnTo>
                  <a:pt x="5" y="5"/>
                </a:lnTo>
                <a:lnTo>
                  <a:pt x="6" y="6"/>
                </a:lnTo>
                <a:lnTo>
                  <a:pt x="7" y="6"/>
                </a:lnTo>
                <a:lnTo>
                  <a:pt x="8" y="7"/>
                </a:lnTo>
                <a:lnTo>
                  <a:pt x="9" y="7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lnTo>
                  <a:pt x="11" y="4"/>
                </a:lnTo>
                <a:lnTo>
                  <a:pt x="11" y="3"/>
                </a:lnTo>
                <a:lnTo>
                  <a:pt x="11" y="2"/>
                </a:lnTo>
                <a:lnTo>
                  <a:pt x="12" y="2"/>
                </a:lnTo>
                <a:lnTo>
                  <a:pt x="13" y="1"/>
                </a:lnTo>
                <a:lnTo>
                  <a:pt x="13" y="0"/>
                </a:lnTo>
                <a:lnTo>
                  <a:pt x="14" y="0"/>
                </a:lnTo>
                <a:lnTo>
                  <a:pt x="14" y="1"/>
                </a:lnTo>
                <a:lnTo>
                  <a:pt x="1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160" rIns="3600" bIns="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31" name=""/>
          <p:cNvSpPr/>
          <p:nvPr/>
        </p:nvSpPr>
        <p:spPr>
          <a:xfrm>
            <a:off x="4567680" y="423036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3" y="1"/>
                </a:move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8" y="1"/>
                </a:lnTo>
                <a:lnTo>
                  <a:pt x="8" y="2"/>
                </a:lnTo>
                <a:lnTo>
                  <a:pt x="6" y="2"/>
                </a:lnTo>
                <a:lnTo>
                  <a:pt x="5" y="2"/>
                </a:lnTo>
                <a:lnTo>
                  <a:pt x="6" y="2"/>
                </a:lnTo>
                <a:lnTo>
                  <a:pt x="8" y="2"/>
                </a:lnTo>
                <a:lnTo>
                  <a:pt x="6" y="4"/>
                </a:lnTo>
                <a:lnTo>
                  <a:pt x="5" y="5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32" name=""/>
          <p:cNvSpPr/>
          <p:nvPr/>
        </p:nvSpPr>
        <p:spPr>
          <a:xfrm>
            <a:off x="4582800" y="42210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33" name=""/>
          <p:cNvSpPr/>
          <p:nvPr/>
        </p:nvSpPr>
        <p:spPr>
          <a:xfrm>
            <a:off x="4591440" y="421308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34" name=""/>
          <p:cNvSpPr/>
          <p:nvPr/>
        </p:nvSpPr>
        <p:spPr>
          <a:xfrm>
            <a:off x="4605120" y="4214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35" name=""/>
          <p:cNvSpPr/>
          <p:nvPr/>
        </p:nvSpPr>
        <p:spPr>
          <a:xfrm>
            <a:off x="4591800" y="42116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36" name=""/>
          <p:cNvSpPr/>
          <p:nvPr/>
        </p:nvSpPr>
        <p:spPr>
          <a:xfrm>
            <a:off x="4593600" y="4210920"/>
            <a:ext cx="2160" cy="3240"/>
          </a:xfrm>
          <a:custGeom>
            <a:avLst/>
            <a:gdLst/>
            <a:ahLst/>
            <a:rect l="0" t="0" r="r" b="b"/>
            <a:pathLst>
              <a:path fill="none" w="6" h="9">
                <a:moveTo>
                  <a:pt x="6" y="1"/>
                </a:moveTo>
                <a:lnTo>
                  <a:pt x="5" y="2"/>
                </a:lnTo>
                <a:lnTo>
                  <a:pt x="4" y="2"/>
                </a:lnTo>
                <a:lnTo>
                  <a:pt x="4" y="4"/>
                </a:lnTo>
                <a:lnTo>
                  <a:pt x="4" y="5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4" y="7"/>
                </a:lnTo>
                <a:lnTo>
                  <a:pt x="4" y="8"/>
                </a:lnTo>
                <a:lnTo>
                  <a:pt x="2" y="8"/>
                </a:lnTo>
                <a:lnTo>
                  <a:pt x="2" y="9"/>
                </a:lnTo>
                <a:lnTo>
                  <a:pt x="4" y="9"/>
                </a:lnTo>
                <a:lnTo>
                  <a:pt x="2" y="9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2" y="7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37" name=""/>
          <p:cNvSpPr/>
          <p:nvPr/>
        </p:nvSpPr>
        <p:spPr>
          <a:xfrm>
            <a:off x="4602240" y="4209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38" name=""/>
          <p:cNvSpPr/>
          <p:nvPr/>
        </p:nvSpPr>
        <p:spPr>
          <a:xfrm>
            <a:off x="4591080" y="42080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39" name=""/>
          <p:cNvSpPr/>
          <p:nvPr/>
        </p:nvSpPr>
        <p:spPr>
          <a:xfrm>
            <a:off x="4590360" y="42076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1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40" name=""/>
          <p:cNvSpPr/>
          <p:nvPr/>
        </p:nvSpPr>
        <p:spPr>
          <a:xfrm>
            <a:off x="4685760" y="42202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2"/>
                </a:lnTo>
                <a:lnTo>
                  <a:pt x="5" y="4"/>
                </a:lnTo>
                <a:lnTo>
                  <a:pt x="3" y="4"/>
                </a:lnTo>
                <a:lnTo>
                  <a:pt x="3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41" name=""/>
          <p:cNvSpPr/>
          <p:nvPr/>
        </p:nvSpPr>
        <p:spPr>
          <a:xfrm>
            <a:off x="4609800" y="42073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42" name=""/>
          <p:cNvSpPr/>
          <p:nvPr/>
        </p:nvSpPr>
        <p:spPr>
          <a:xfrm>
            <a:off x="4611240" y="42062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43" name=""/>
          <p:cNvSpPr/>
          <p:nvPr/>
        </p:nvSpPr>
        <p:spPr>
          <a:xfrm>
            <a:off x="4604760" y="4205160"/>
            <a:ext cx="4680" cy="3960"/>
          </a:xfrm>
          <a:custGeom>
            <a:avLst/>
            <a:gdLst/>
            <a:ahLst/>
            <a:rect l="0" t="0" r="r" b="b"/>
            <a:pathLst>
              <a:path fill="none" w="13" h="11">
                <a:moveTo>
                  <a:pt x="4" y="2"/>
                </a:moveTo>
                <a:lnTo>
                  <a:pt x="4" y="1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6" y="5"/>
                </a:lnTo>
                <a:lnTo>
                  <a:pt x="7" y="5"/>
                </a:lnTo>
                <a:lnTo>
                  <a:pt x="9" y="7"/>
                </a:lnTo>
                <a:lnTo>
                  <a:pt x="10" y="7"/>
                </a:lnTo>
                <a:lnTo>
                  <a:pt x="10" y="5"/>
                </a:lnTo>
                <a:lnTo>
                  <a:pt x="11" y="5"/>
                </a:lnTo>
                <a:lnTo>
                  <a:pt x="11" y="7"/>
                </a:lnTo>
                <a:lnTo>
                  <a:pt x="12" y="7"/>
                </a:lnTo>
                <a:lnTo>
                  <a:pt x="12" y="5"/>
                </a:lnTo>
                <a:lnTo>
                  <a:pt x="13" y="5"/>
                </a:lnTo>
                <a:lnTo>
                  <a:pt x="12" y="7"/>
                </a:lnTo>
                <a:lnTo>
                  <a:pt x="13" y="7"/>
                </a:lnTo>
                <a:lnTo>
                  <a:pt x="12" y="7"/>
                </a:lnTo>
                <a:lnTo>
                  <a:pt x="11" y="7"/>
                </a:lnTo>
                <a:lnTo>
                  <a:pt x="11" y="8"/>
                </a:lnTo>
                <a:lnTo>
                  <a:pt x="10" y="9"/>
                </a:lnTo>
                <a:lnTo>
                  <a:pt x="11" y="9"/>
                </a:lnTo>
                <a:lnTo>
                  <a:pt x="11" y="10"/>
                </a:lnTo>
                <a:lnTo>
                  <a:pt x="11" y="11"/>
                </a:lnTo>
                <a:lnTo>
                  <a:pt x="10" y="11"/>
                </a:lnTo>
                <a:lnTo>
                  <a:pt x="9" y="10"/>
                </a:lnTo>
                <a:lnTo>
                  <a:pt x="7" y="10"/>
                </a:lnTo>
                <a:lnTo>
                  <a:pt x="6" y="9"/>
                </a:lnTo>
                <a:lnTo>
                  <a:pt x="4" y="8"/>
                </a:lnTo>
                <a:lnTo>
                  <a:pt x="3" y="7"/>
                </a:lnTo>
                <a:lnTo>
                  <a:pt x="2" y="7"/>
                </a:lnTo>
                <a:lnTo>
                  <a:pt x="1" y="7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2" y="1"/>
                </a:lnTo>
                <a:lnTo>
                  <a:pt x="3" y="0"/>
                </a:lnTo>
                <a:lnTo>
                  <a:pt x="3" y="1"/>
                </a:lnTo>
                <a:lnTo>
                  <a:pt x="3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44" name=""/>
          <p:cNvSpPr/>
          <p:nvPr/>
        </p:nvSpPr>
        <p:spPr>
          <a:xfrm>
            <a:off x="4609440" y="420588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45" name=""/>
          <p:cNvSpPr/>
          <p:nvPr/>
        </p:nvSpPr>
        <p:spPr>
          <a:xfrm>
            <a:off x="4609080" y="4205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46" name=""/>
          <p:cNvSpPr/>
          <p:nvPr/>
        </p:nvSpPr>
        <p:spPr>
          <a:xfrm>
            <a:off x="4610880" y="4205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47" name=""/>
          <p:cNvSpPr/>
          <p:nvPr/>
        </p:nvSpPr>
        <p:spPr>
          <a:xfrm>
            <a:off x="4609080" y="4204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48" name=""/>
          <p:cNvSpPr/>
          <p:nvPr/>
        </p:nvSpPr>
        <p:spPr>
          <a:xfrm>
            <a:off x="4606920" y="42044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49" name=""/>
          <p:cNvSpPr/>
          <p:nvPr/>
        </p:nvSpPr>
        <p:spPr>
          <a:xfrm>
            <a:off x="4602240" y="4202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50" name=""/>
          <p:cNvSpPr/>
          <p:nvPr/>
        </p:nvSpPr>
        <p:spPr>
          <a:xfrm>
            <a:off x="4598640" y="4201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51" name=""/>
          <p:cNvSpPr/>
          <p:nvPr/>
        </p:nvSpPr>
        <p:spPr>
          <a:xfrm>
            <a:off x="4615200" y="420336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52" name=""/>
          <p:cNvSpPr/>
          <p:nvPr/>
        </p:nvSpPr>
        <p:spPr>
          <a:xfrm>
            <a:off x="4605480" y="4201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3"/>
                </a:moveTo>
                <a:lnTo>
                  <a:pt x="4" y="4"/>
                </a:lnTo>
                <a:lnTo>
                  <a:pt x="4" y="3"/>
                </a:lnTo>
                <a:lnTo>
                  <a:pt x="2" y="3"/>
                </a:lnTo>
                <a:lnTo>
                  <a:pt x="0" y="3"/>
                </a:lnTo>
                <a:lnTo>
                  <a:pt x="2" y="1"/>
                </a:lnTo>
                <a:lnTo>
                  <a:pt x="4" y="0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53" name=""/>
          <p:cNvSpPr/>
          <p:nvPr/>
        </p:nvSpPr>
        <p:spPr>
          <a:xfrm>
            <a:off x="4612680" y="420192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1"/>
                </a:moveTo>
                <a:lnTo>
                  <a:pt x="1" y="1"/>
                </a:lnTo>
                <a:lnTo>
                  <a:pt x="1" y="2"/>
                </a:lnTo>
                <a:lnTo>
                  <a:pt x="1" y="4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54" name=""/>
          <p:cNvSpPr/>
          <p:nvPr/>
        </p:nvSpPr>
        <p:spPr>
          <a:xfrm>
            <a:off x="4613040" y="4200840"/>
            <a:ext cx="2160" cy="1080"/>
          </a:xfrm>
          <a:custGeom>
            <a:avLst/>
            <a:gdLst/>
            <a:ahLst/>
            <a:rect l="0" t="0" r="r" b="b"/>
            <a:pathLst>
              <a:path fill="none" w="6" h="3">
                <a:moveTo>
                  <a:pt x="4" y="0"/>
                </a:moveTo>
                <a:lnTo>
                  <a:pt x="4" y="1"/>
                </a:lnTo>
                <a:lnTo>
                  <a:pt x="6" y="1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55" name=""/>
          <p:cNvSpPr/>
          <p:nvPr/>
        </p:nvSpPr>
        <p:spPr>
          <a:xfrm>
            <a:off x="4602960" y="4198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56" name=""/>
          <p:cNvSpPr/>
          <p:nvPr/>
        </p:nvSpPr>
        <p:spPr>
          <a:xfrm>
            <a:off x="4611960" y="41990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57" name=""/>
          <p:cNvSpPr/>
          <p:nvPr/>
        </p:nvSpPr>
        <p:spPr>
          <a:xfrm>
            <a:off x="4680000" y="42087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58" name=""/>
          <p:cNvSpPr/>
          <p:nvPr/>
        </p:nvSpPr>
        <p:spPr>
          <a:xfrm>
            <a:off x="4616640" y="4198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59" name=""/>
          <p:cNvSpPr/>
          <p:nvPr/>
        </p:nvSpPr>
        <p:spPr>
          <a:xfrm>
            <a:off x="4624200" y="4203720"/>
            <a:ext cx="64080" cy="125640"/>
          </a:xfrm>
          <a:custGeom>
            <a:avLst/>
            <a:gdLst/>
            <a:ahLst/>
            <a:rect l="0" t="0" r="r" b="b"/>
            <a:pathLst>
              <a:path fill="none" w="178" h="349">
                <a:moveTo>
                  <a:pt x="140" y="1"/>
                </a:moveTo>
                <a:lnTo>
                  <a:pt x="141" y="1"/>
                </a:lnTo>
                <a:lnTo>
                  <a:pt x="141" y="2"/>
                </a:lnTo>
                <a:lnTo>
                  <a:pt x="142" y="2"/>
                </a:lnTo>
                <a:lnTo>
                  <a:pt x="143" y="3"/>
                </a:lnTo>
                <a:lnTo>
                  <a:pt x="144" y="4"/>
                </a:lnTo>
                <a:lnTo>
                  <a:pt x="144" y="5"/>
                </a:lnTo>
                <a:lnTo>
                  <a:pt x="144" y="6"/>
                </a:lnTo>
                <a:lnTo>
                  <a:pt x="144" y="7"/>
                </a:lnTo>
                <a:lnTo>
                  <a:pt x="145" y="7"/>
                </a:lnTo>
                <a:lnTo>
                  <a:pt x="144" y="7"/>
                </a:lnTo>
                <a:lnTo>
                  <a:pt x="145" y="7"/>
                </a:lnTo>
                <a:lnTo>
                  <a:pt x="146" y="7"/>
                </a:lnTo>
                <a:lnTo>
                  <a:pt x="145" y="8"/>
                </a:lnTo>
                <a:lnTo>
                  <a:pt x="146" y="8"/>
                </a:lnTo>
                <a:lnTo>
                  <a:pt x="146" y="9"/>
                </a:lnTo>
                <a:lnTo>
                  <a:pt x="147" y="9"/>
                </a:lnTo>
                <a:lnTo>
                  <a:pt x="147" y="10"/>
                </a:lnTo>
                <a:lnTo>
                  <a:pt x="148" y="10"/>
                </a:lnTo>
                <a:lnTo>
                  <a:pt x="149" y="10"/>
                </a:lnTo>
                <a:lnTo>
                  <a:pt x="149" y="9"/>
                </a:lnTo>
                <a:lnTo>
                  <a:pt x="150" y="9"/>
                </a:lnTo>
                <a:lnTo>
                  <a:pt x="149" y="10"/>
                </a:lnTo>
                <a:lnTo>
                  <a:pt x="149" y="11"/>
                </a:lnTo>
                <a:lnTo>
                  <a:pt x="149" y="12"/>
                </a:lnTo>
                <a:lnTo>
                  <a:pt x="150" y="12"/>
                </a:lnTo>
                <a:lnTo>
                  <a:pt x="150" y="13"/>
                </a:lnTo>
                <a:lnTo>
                  <a:pt x="151" y="13"/>
                </a:lnTo>
                <a:lnTo>
                  <a:pt x="151" y="14"/>
                </a:lnTo>
                <a:lnTo>
                  <a:pt x="152" y="14"/>
                </a:lnTo>
                <a:lnTo>
                  <a:pt x="153" y="14"/>
                </a:lnTo>
                <a:lnTo>
                  <a:pt x="154" y="15"/>
                </a:lnTo>
                <a:lnTo>
                  <a:pt x="155" y="15"/>
                </a:lnTo>
                <a:lnTo>
                  <a:pt x="155" y="16"/>
                </a:lnTo>
                <a:lnTo>
                  <a:pt x="154" y="16"/>
                </a:lnTo>
                <a:lnTo>
                  <a:pt x="154" y="17"/>
                </a:lnTo>
                <a:lnTo>
                  <a:pt x="155" y="16"/>
                </a:lnTo>
                <a:lnTo>
                  <a:pt x="155" y="15"/>
                </a:lnTo>
                <a:lnTo>
                  <a:pt x="156" y="15"/>
                </a:lnTo>
                <a:lnTo>
                  <a:pt x="157" y="15"/>
                </a:lnTo>
                <a:lnTo>
                  <a:pt x="158" y="16"/>
                </a:lnTo>
                <a:lnTo>
                  <a:pt x="160" y="16"/>
                </a:lnTo>
                <a:lnTo>
                  <a:pt x="159" y="16"/>
                </a:lnTo>
                <a:lnTo>
                  <a:pt x="159" y="17"/>
                </a:lnTo>
                <a:lnTo>
                  <a:pt x="160" y="17"/>
                </a:lnTo>
                <a:lnTo>
                  <a:pt x="161" y="17"/>
                </a:lnTo>
                <a:lnTo>
                  <a:pt x="161" y="18"/>
                </a:lnTo>
                <a:lnTo>
                  <a:pt x="162" y="18"/>
                </a:lnTo>
                <a:lnTo>
                  <a:pt x="163" y="18"/>
                </a:lnTo>
                <a:lnTo>
                  <a:pt x="164" y="18"/>
                </a:lnTo>
                <a:lnTo>
                  <a:pt x="166" y="18"/>
                </a:lnTo>
                <a:lnTo>
                  <a:pt x="167" y="18"/>
                </a:lnTo>
                <a:lnTo>
                  <a:pt x="168" y="18"/>
                </a:lnTo>
                <a:lnTo>
                  <a:pt x="169" y="18"/>
                </a:lnTo>
                <a:lnTo>
                  <a:pt x="170" y="18"/>
                </a:lnTo>
                <a:lnTo>
                  <a:pt x="171" y="18"/>
                </a:lnTo>
                <a:lnTo>
                  <a:pt x="171" y="19"/>
                </a:lnTo>
                <a:lnTo>
                  <a:pt x="171" y="20"/>
                </a:lnTo>
                <a:lnTo>
                  <a:pt x="171" y="21"/>
                </a:lnTo>
                <a:lnTo>
                  <a:pt x="170" y="21"/>
                </a:lnTo>
                <a:lnTo>
                  <a:pt x="170" y="22"/>
                </a:lnTo>
                <a:lnTo>
                  <a:pt x="170" y="23"/>
                </a:lnTo>
                <a:lnTo>
                  <a:pt x="171" y="23"/>
                </a:lnTo>
                <a:lnTo>
                  <a:pt x="172" y="24"/>
                </a:lnTo>
                <a:lnTo>
                  <a:pt x="172" y="25"/>
                </a:lnTo>
                <a:lnTo>
                  <a:pt x="171" y="26"/>
                </a:lnTo>
                <a:lnTo>
                  <a:pt x="172" y="27"/>
                </a:lnTo>
                <a:lnTo>
                  <a:pt x="172" y="28"/>
                </a:lnTo>
                <a:lnTo>
                  <a:pt x="173" y="29"/>
                </a:lnTo>
                <a:lnTo>
                  <a:pt x="174" y="29"/>
                </a:lnTo>
                <a:lnTo>
                  <a:pt x="175" y="28"/>
                </a:lnTo>
                <a:lnTo>
                  <a:pt x="176" y="28"/>
                </a:lnTo>
                <a:lnTo>
                  <a:pt x="177" y="29"/>
                </a:lnTo>
                <a:lnTo>
                  <a:pt x="177" y="30"/>
                </a:lnTo>
                <a:lnTo>
                  <a:pt x="178" y="29"/>
                </a:lnTo>
                <a:lnTo>
                  <a:pt x="178" y="30"/>
                </a:lnTo>
                <a:lnTo>
                  <a:pt x="177" y="31"/>
                </a:lnTo>
                <a:lnTo>
                  <a:pt x="176" y="32"/>
                </a:lnTo>
                <a:lnTo>
                  <a:pt x="175" y="32"/>
                </a:lnTo>
                <a:lnTo>
                  <a:pt x="174" y="32"/>
                </a:lnTo>
                <a:lnTo>
                  <a:pt x="174" y="33"/>
                </a:lnTo>
                <a:lnTo>
                  <a:pt x="172" y="33"/>
                </a:lnTo>
                <a:lnTo>
                  <a:pt x="172" y="34"/>
                </a:lnTo>
                <a:lnTo>
                  <a:pt x="171" y="34"/>
                </a:lnTo>
                <a:lnTo>
                  <a:pt x="171" y="35"/>
                </a:lnTo>
                <a:lnTo>
                  <a:pt x="170" y="36"/>
                </a:lnTo>
                <a:lnTo>
                  <a:pt x="169" y="36"/>
                </a:lnTo>
                <a:lnTo>
                  <a:pt x="168" y="37"/>
                </a:lnTo>
                <a:lnTo>
                  <a:pt x="168" y="38"/>
                </a:lnTo>
                <a:lnTo>
                  <a:pt x="168" y="39"/>
                </a:lnTo>
                <a:lnTo>
                  <a:pt x="167" y="39"/>
                </a:lnTo>
                <a:lnTo>
                  <a:pt x="167" y="40"/>
                </a:lnTo>
                <a:lnTo>
                  <a:pt x="164" y="42"/>
                </a:lnTo>
                <a:lnTo>
                  <a:pt x="163" y="42"/>
                </a:lnTo>
                <a:lnTo>
                  <a:pt x="163" y="43"/>
                </a:lnTo>
                <a:lnTo>
                  <a:pt x="162" y="44"/>
                </a:lnTo>
                <a:lnTo>
                  <a:pt x="162" y="45"/>
                </a:lnTo>
                <a:lnTo>
                  <a:pt x="162" y="46"/>
                </a:lnTo>
                <a:lnTo>
                  <a:pt x="161" y="47"/>
                </a:lnTo>
                <a:lnTo>
                  <a:pt x="161" y="48"/>
                </a:lnTo>
                <a:lnTo>
                  <a:pt x="161" y="49"/>
                </a:lnTo>
                <a:lnTo>
                  <a:pt x="161" y="50"/>
                </a:lnTo>
                <a:lnTo>
                  <a:pt x="161" y="51"/>
                </a:lnTo>
                <a:lnTo>
                  <a:pt x="161" y="52"/>
                </a:lnTo>
                <a:lnTo>
                  <a:pt x="161" y="55"/>
                </a:lnTo>
                <a:lnTo>
                  <a:pt x="161" y="56"/>
                </a:lnTo>
                <a:lnTo>
                  <a:pt x="161" y="57"/>
                </a:lnTo>
                <a:lnTo>
                  <a:pt x="161" y="58"/>
                </a:lnTo>
                <a:lnTo>
                  <a:pt x="162" y="59"/>
                </a:lnTo>
                <a:lnTo>
                  <a:pt x="162" y="60"/>
                </a:lnTo>
                <a:lnTo>
                  <a:pt x="161" y="60"/>
                </a:lnTo>
                <a:lnTo>
                  <a:pt x="162" y="60"/>
                </a:lnTo>
                <a:lnTo>
                  <a:pt x="162" y="61"/>
                </a:lnTo>
                <a:lnTo>
                  <a:pt x="162" y="64"/>
                </a:lnTo>
                <a:lnTo>
                  <a:pt x="162" y="65"/>
                </a:lnTo>
                <a:lnTo>
                  <a:pt x="163" y="66"/>
                </a:lnTo>
                <a:lnTo>
                  <a:pt x="163" y="67"/>
                </a:lnTo>
                <a:lnTo>
                  <a:pt x="163" y="68"/>
                </a:lnTo>
                <a:lnTo>
                  <a:pt x="163" y="69"/>
                </a:lnTo>
                <a:lnTo>
                  <a:pt x="164" y="69"/>
                </a:lnTo>
                <a:lnTo>
                  <a:pt x="164" y="70"/>
                </a:lnTo>
                <a:lnTo>
                  <a:pt x="166" y="71"/>
                </a:lnTo>
                <a:lnTo>
                  <a:pt x="167" y="71"/>
                </a:lnTo>
                <a:lnTo>
                  <a:pt x="168" y="72"/>
                </a:lnTo>
                <a:lnTo>
                  <a:pt x="167" y="72"/>
                </a:lnTo>
                <a:lnTo>
                  <a:pt x="166" y="71"/>
                </a:lnTo>
                <a:lnTo>
                  <a:pt x="164" y="71"/>
                </a:lnTo>
                <a:lnTo>
                  <a:pt x="164" y="72"/>
                </a:lnTo>
                <a:lnTo>
                  <a:pt x="166" y="72"/>
                </a:lnTo>
                <a:lnTo>
                  <a:pt x="166" y="73"/>
                </a:lnTo>
                <a:lnTo>
                  <a:pt x="167" y="73"/>
                </a:lnTo>
                <a:lnTo>
                  <a:pt x="167" y="74"/>
                </a:lnTo>
                <a:lnTo>
                  <a:pt x="166" y="74"/>
                </a:lnTo>
                <a:lnTo>
                  <a:pt x="166" y="75"/>
                </a:lnTo>
                <a:lnTo>
                  <a:pt x="166" y="76"/>
                </a:lnTo>
                <a:lnTo>
                  <a:pt x="166" y="77"/>
                </a:lnTo>
                <a:lnTo>
                  <a:pt x="167" y="78"/>
                </a:lnTo>
                <a:lnTo>
                  <a:pt x="166" y="79"/>
                </a:lnTo>
                <a:lnTo>
                  <a:pt x="163" y="80"/>
                </a:lnTo>
                <a:lnTo>
                  <a:pt x="162" y="80"/>
                </a:lnTo>
                <a:lnTo>
                  <a:pt x="162" y="81"/>
                </a:lnTo>
                <a:lnTo>
                  <a:pt x="162" y="82"/>
                </a:lnTo>
                <a:lnTo>
                  <a:pt x="163" y="82"/>
                </a:lnTo>
                <a:lnTo>
                  <a:pt x="164" y="84"/>
                </a:lnTo>
                <a:lnTo>
                  <a:pt x="163" y="84"/>
                </a:lnTo>
                <a:lnTo>
                  <a:pt x="162" y="84"/>
                </a:lnTo>
                <a:lnTo>
                  <a:pt x="162" y="85"/>
                </a:lnTo>
                <a:lnTo>
                  <a:pt x="161" y="86"/>
                </a:lnTo>
                <a:lnTo>
                  <a:pt x="161" y="87"/>
                </a:lnTo>
                <a:lnTo>
                  <a:pt x="160" y="87"/>
                </a:lnTo>
                <a:lnTo>
                  <a:pt x="160" y="88"/>
                </a:lnTo>
                <a:lnTo>
                  <a:pt x="159" y="88"/>
                </a:lnTo>
                <a:lnTo>
                  <a:pt x="159" y="89"/>
                </a:lnTo>
                <a:lnTo>
                  <a:pt x="158" y="89"/>
                </a:lnTo>
                <a:lnTo>
                  <a:pt x="158" y="90"/>
                </a:lnTo>
                <a:lnTo>
                  <a:pt x="158" y="91"/>
                </a:lnTo>
                <a:lnTo>
                  <a:pt x="158" y="92"/>
                </a:lnTo>
                <a:lnTo>
                  <a:pt x="158" y="94"/>
                </a:lnTo>
                <a:lnTo>
                  <a:pt x="157" y="96"/>
                </a:lnTo>
                <a:lnTo>
                  <a:pt x="157" y="97"/>
                </a:lnTo>
                <a:lnTo>
                  <a:pt x="157" y="98"/>
                </a:lnTo>
                <a:lnTo>
                  <a:pt x="156" y="98"/>
                </a:lnTo>
                <a:lnTo>
                  <a:pt x="156" y="99"/>
                </a:lnTo>
                <a:lnTo>
                  <a:pt x="156" y="100"/>
                </a:lnTo>
                <a:lnTo>
                  <a:pt x="157" y="100"/>
                </a:lnTo>
                <a:lnTo>
                  <a:pt x="157" y="101"/>
                </a:lnTo>
                <a:lnTo>
                  <a:pt x="156" y="101"/>
                </a:lnTo>
                <a:lnTo>
                  <a:pt x="156" y="102"/>
                </a:lnTo>
                <a:lnTo>
                  <a:pt x="155" y="102"/>
                </a:lnTo>
                <a:lnTo>
                  <a:pt x="155" y="104"/>
                </a:lnTo>
                <a:lnTo>
                  <a:pt x="154" y="104"/>
                </a:lnTo>
                <a:lnTo>
                  <a:pt x="154" y="105"/>
                </a:lnTo>
                <a:lnTo>
                  <a:pt x="154" y="106"/>
                </a:lnTo>
                <a:lnTo>
                  <a:pt x="154" y="107"/>
                </a:lnTo>
                <a:lnTo>
                  <a:pt x="152" y="108"/>
                </a:lnTo>
                <a:lnTo>
                  <a:pt x="151" y="108"/>
                </a:lnTo>
                <a:lnTo>
                  <a:pt x="151" y="109"/>
                </a:lnTo>
                <a:lnTo>
                  <a:pt x="151" y="110"/>
                </a:lnTo>
                <a:lnTo>
                  <a:pt x="150" y="110"/>
                </a:lnTo>
                <a:lnTo>
                  <a:pt x="149" y="110"/>
                </a:lnTo>
                <a:lnTo>
                  <a:pt x="149" y="111"/>
                </a:lnTo>
                <a:lnTo>
                  <a:pt x="148" y="111"/>
                </a:lnTo>
                <a:lnTo>
                  <a:pt x="148" y="112"/>
                </a:lnTo>
                <a:lnTo>
                  <a:pt x="147" y="112"/>
                </a:lnTo>
                <a:lnTo>
                  <a:pt x="147" y="113"/>
                </a:lnTo>
                <a:lnTo>
                  <a:pt x="146" y="114"/>
                </a:lnTo>
                <a:lnTo>
                  <a:pt x="146" y="115"/>
                </a:lnTo>
                <a:lnTo>
                  <a:pt x="146" y="116"/>
                </a:lnTo>
                <a:lnTo>
                  <a:pt x="146" y="117"/>
                </a:lnTo>
                <a:lnTo>
                  <a:pt x="147" y="117"/>
                </a:lnTo>
                <a:lnTo>
                  <a:pt x="147" y="118"/>
                </a:lnTo>
                <a:lnTo>
                  <a:pt x="147" y="119"/>
                </a:lnTo>
                <a:lnTo>
                  <a:pt x="146" y="119"/>
                </a:lnTo>
                <a:lnTo>
                  <a:pt x="146" y="120"/>
                </a:lnTo>
                <a:lnTo>
                  <a:pt x="146" y="121"/>
                </a:lnTo>
                <a:lnTo>
                  <a:pt x="145" y="121"/>
                </a:lnTo>
                <a:lnTo>
                  <a:pt x="145" y="122"/>
                </a:lnTo>
                <a:lnTo>
                  <a:pt x="144" y="122"/>
                </a:lnTo>
                <a:lnTo>
                  <a:pt x="143" y="122"/>
                </a:lnTo>
                <a:lnTo>
                  <a:pt x="143" y="123"/>
                </a:lnTo>
                <a:lnTo>
                  <a:pt x="143" y="124"/>
                </a:lnTo>
                <a:lnTo>
                  <a:pt x="142" y="125"/>
                </a:lnTo>
                <a:lnTo>
                  <a:pt x="142" y="126"/>
                </a:lnTo>
                <a:lnTo>
                  <a:pt x="142" y="127"/>
                </a:lnTo>
                <a:lnTo>
                  <a:pt x="143" y="128"/>
                </a:lnTo>
                <a:lnTo>
                  <a:pt x="143" y="129"/>
                </a:lnTo>
                <a:lnTo>
                  <a:pt x="143" y="130"/>
                </a:lnTo>
                <a:lnTo>
                  <a:pt x="144" y="130"/>
                </a:lnTo>
                <a:lnTo>
                  <a:pt x="144" y="131"/>
                </a:lnTo>
                <a:lnTo>
                  <a:pt x="145" y="131"/>
                </a:lnTo>
                <a:lnTo>
                  <a:pt x="145" y="132"/>
                </a:lnTo>
                <a:lnTo>
                  <a:pt x="145" y="133"/>
                </a:lnTo>
                <a:lnTo>
                  <a:pt x="144" y="134"/>
                </a:lnTo>
                <a:lnTo>
                  <a:pt x="143" y="135"/>
                </a:lnTo>
                <a:lnTo>
                  <a:pt x="143" y="136"/>
                </a:lnTo>
                <a:lnTo>
                  <a:pt x="142" y="136"/>
                </a:lnTo>
                <a:lnTo>
                  <a:pt x="142" y="137"/>
                </a:lnTo>
                <a:lnTo>
                  <a:pt x="141" y="137"/>
                </a:lnTo>
                <a:lnTo>
                  <a:pt x="141" y="138"/>
                </a:lnTo>
                <a:lnTo>
                  <a:pt x="142" y="138"/>
                </a:lnTo>
                <a:lnTo>
                  <a:pt x="142" y="139"/>
                </a:lnTo>
                <a:lnTo>
                  <a:pt x="142" y="140"/>
                </a:lnTo>
                <a:lnTo>
                  <a:pt x="142" y="141"/>
                </a:lnTo>
                <a:lnTo>
                  <a:pt x="141" y="142"/>
                </a:lnTo>
                <a:lnTo>
                  <a:pt x="141" y="145"/>
                </a:lnTo>
                <a:lnTo>
                  <a:pt x="141" y="146"/>
                </a:lnTo>
                <a:lnTo>
                  <a:pt x="141" y="147"/>
                </a:lnTo>
                <a:lnTo>
                  <a:pt x="141" y="148"/>
                </a:lnTo>
                <a:lnTo>
                  <a:pt x="140" y="148"/>
                </a:lnTo>
                <a:lnTo>
                  <a:pt x="140" y="149"/>
                </a:lnTo>
                <a:lnTo>
                  <a:pt x="140" y="150"/>
                </a:lnTo>
                <a:lnTo>
                  <a:pt x="139" y="150"/>
                </a:lnTo>
                <a:lnTo>
                  <a:pt x="139" y="151"/>
                </a:lnTo>
                <a:lnTo>
                  <a:pt x="139" y="152"/>
                </a:lnTo>
                <a:lnTo>
                  <a:pt x="139" y="153"/>
                </a:lnTo>
                <a:lnTo>
                  <a:pt x="138" y="153"/>
                </a:lnTo>
                <a:lnTo>
                  <a:pt x="138" y="154"/>
                </a:lnTo>
                <a:lnTo>
                  <a:pt x="138" y="155"/>
                </a:lnTo>
                <a:lnTo>
                  <a:pt x="138" y="157"/>
                </a:lnTo>
                <a:lnTo>
                  <a:pt x="139" y="157"/>
                </a:lnTo>
                <a:lnTo>
                  <a:pt x="138" y="158"/>
                </a:lnTo>
                <a:lnTo>
                  <a:pt x="138" y="159"/>
                </a:lnTo>
                <a:lnTo>
                  <a:pt x="138" y="160"/>
                </a:lnTo>
                <a:lnTo>
                  <a:pt x="137" y="160"/>
                </a:lnTo>
                <a:lnTo>
                  <a:pt x="137" y="161"/>
                </a:lnTo>
                <a:lnTo>
                  <a:pt x="136" y="162"/>
                </a:lnTo>
                <a:lnTo>
                  <a:pt x="136" y="163"/>
                </a:lnTo>
                <a:lnTo>
                  <a:pt x="136" y="164"/>
                </a:lnTo>
                <a:lnTo>
                  <a:pt x="137" y="164"/>
                </a:lnTo>
                <a:lnTo>
                  <a:pt x="136" y="164"/>
                </a:lnTo>
                <a:lnTo>
                  <a:pt x="136" y="165"/>
                </a:lnTo>
                <a:lnTo>
                  <a:pt x="136" y="166"/>
                </a:lnTo>
                <a:lnTo>
                  <a:pt x="136" y="167"/>
                </a:lnTo>
                <a:lnTo>
                  <a:pt x="136" y="168"/>
                </a:lnTo>
                <a:lnTo>
                  <a:pt x="136" y="169"/>
                </a:lnTo>
                <a:lnTo>
                  <a:pt x="135" y="169"/>
                </a:lnTo>
                <a:lnTo>
                  <a:pt x="135" y="171"/>
                </a:lnTo>
                <a:lnTo>
                  <a:pt x="135" y="172"/>
                </a:lnTo>
                <a:lnTo>
                  <a:pt x="135" y="174"/>
                </a:lnTo>
                <a:lnTo>
                  <a:pt x="134" y="175"/>
                </a:lnTo>
                <a:lnTo>
                  <a:pt x="134" y="176"/>
                </a:lnTo>
                <a:lnTo>
                  <a:pt x="134" y="177"/>
                </a:lnTo>
                <a:lnTo>
                  <a:pt x="133" y="179"/>
                </a:lnTo>
                <a:lnTo>
                  <a:pt x="133" y="180"/>
                </a:lnTo>
                <a:lnTo>
                  <a:pt x="132" y="181"/>
                </a:lnTo>
                <a:lnTo>
                  <a:pt x="132" y="182"/>
                </a:lnTo>
                <a:lnTo>
                  <a:pt x="132" y="183"/>
                </a:lnTo>
                <a:lnTo>
                  <a:pt x="132" y="185"/>
                </a:lnTo>
                <a:lnTo>
                  <a:pt x="133" y="185"/>
                </a:lnTo>
                <a:lnTo>
                  <a:pt x="133" y="186"/>
                </a:lnTo>
                <a:lnTo>
                  <a:pt x="132" y="188"/>
                </a:lnTo>
                <a:lnTo>
                  <a:pt x="132" y="189"/>
                </a:lnTo>
                <a:lnTo>
                  <a:pt x="132" y="190"/>
                </a:lnTo>
                <a:lnTo>
                  <a:pt x="131" y="191"/>
                </a:lnTo>
                <a:lnTo>
                  <a:pt x="131" y="192"/>
                </a:lnTo>
                <a:lnTo>
                  <a:pt x="131" y="193"/>
                </a:lnTo>
                <a:lnTo>
                  <a:pt x="130" y="195"/>
                </a:lnTo>
                <a:lnTo>
                  <a:pt x="130" y="196"/>
                </a:lnTo>
                <a:lnTo>
                  <a:pt x="129" y="197"/>
                </a:lnTo>
                <a:lnTo>
                  <a:pt x="129" y="199"/>
                </a:lnTo>
                <a:lnTo>
                  <a:pt x="129" y="200"/>
                </a:lnTo>
                <a:lnTo>
                  <a:pt x="129" y="201"/>
                </a:lnTo>
                <a:lnTo>
                  <a:pt x="129" y="202"/>
                </a:lnTo>
                <a:lnTo>
                  <a:pt x="128" y="203"/>
                </a:lnTo>
                <a:lnTo>
                  <a:pt x="127" y="203"/>
                </a:lnTo>
                <a:lnTo>
                  <a:pt x="127" y="204"/>
                </a:lnTo>
                <a:lnTo>
                  <a:pt x="126" y="205"/>
                </a:lnTo>
                <a:lnTo>
                  <a:pt x="126" y="206"/>
                </a:lnTo>
                <a:lnTo>
                  <a:pt x="125" y="206"/>
                </a:lnTo>
                <a:lnTo>
                  <a:pt x="125" y="207"/>
                </a:lnTo>
                <a:lnTo>
                  <a:pt x="125" y="208"/>
                </a:lnTo>
                <a:lnTo>
                  <a:pt x="125" y="209"/>
                </a:lnTo>
                <a:lnTo>
                  <a:pt x="125" y="210"/>
                </a:lnTo>
                <a:lnTo>
                  <a:pt x="124" y="210"/>
                </a:lnTo>
                <a:lnTo>
                  <a:pt x="124" y="211"/>
                </a:lnTo>
                <a:lnTo>
                  <a:pt x="124" y="212"/>
                </a:lnTo>
                <a:lnTo>
                  <a:pt x="125" y="212"/>
                </a:lnTo>
                <a:lnTo>
                  <a:pt x="124" y="213"/>
                </a:lnTo>
                <a:lnTo>
                  <a:pt x="123" y="213"/>
                </a:lnTo>
                <a:lnTo>
                  <a:pt x="123" y="214"/>
                </a:lnTo>
                <a:lnTo>
                  <a:pt x="123" y="216"/>
                </a:lnTo>
                <a:lnTo>
                  <a:pt x="123" y="217"/>
                </a:lnTo>
                <a:lnTo>
                  <a:pt x="123" y="218"/>
                </a:lnTo>
                <a:lnTo>
                  <a:pt x="123" y="219"/>
                </a:lnTo>
                <a:lnTo>
                  <a:pt x="123" y="220"/>
                </a:lnTo>
                <a:lnTo>
                  <a:pt x="123" y="222"/>
                </a:lnTo>
                <a:lnTo>
                  <a:pt x="124" y="223"/>
                </a:lnTo>
                <a:lnTo>
                  <a:pt x="123" y="224"/>
                </a:lnTo>
                <a:lnTo>
                  <a:pt x="123" y="223"/>
                </a:lnTo>
                <a:lnTo>
                  <a:pt x="122" y="224"/>
                </a:lnTo>
                <a:lnTo>
                  <a:pt x="122" y="225"/>
                </a:lnTo>
                <a:lnTo>
                  <a:pt x="121" y="225"/>
                </a:lnTo>
                <a:lnTo>
                  <a:pt x="120" y="225"/>
                </a:lnTo>
                <a:lnTo>
                  <a:pt x="120" y="226"/>
                </a:lnTo>
                <a:lnTo>
                  <a:pt x="119" y="226"/>
                </a:lnTo>
                <a:lnTo>
                  <a:pt x="119" y="227"/>
                </a:lnTo>
                <a:lnTo>
                  <a:pt x="118" y="228"/>
                </a:lnTo>
                <a:lnTo>
                  <a:pt x="118" y="229"/>
                </a:lnTo>
                <a:lnTo>
                  <a:pt x="118" y="230"/>
                </a:lnTo>
                <a:lnTo>
                  <a:pt x="118" y="231"/>
                </a:lnTo>
                <a:lnTo>
                  <a:pt x="117" y="232"/>
                </a:lnTo>
                <a:lnTo>
                  <a:pt x="117" y="233"/>
                </a:lnTo>
                <a:lnTo>
                  <a:pt x="116" y="236"/>
                </a:lnTo>
                <a:lnTo>
                  <a:pt x="115" y="237"/>
                </a:lnTo>
                <a:lnTo>
                  <a:pt x="115" y="238"/>
                </a:lnTo>
                <a:lnTo>
                  <a:pt x="114" y="239"/>
                </a:lnTo>
                <a:lnTo>
                  <a:pt x="113" y="240"/>
                </a:lnTo>
                <a:lnTo>
                  <a:pt x="112" y="240"/>
                </a:lnTo>
                <a:lnTo>
                  <a:pt x="112" y="241"/>
                </a:lnTo>
                <a:lnTo>
                  <a:pt x="112" y="242"/>
                </a:lnTo>
                <a:lnTo>
                  <a:pt x="110" y="245"/>
                </a:lnTo>
                <a:lnTo>
                  <a:pt x="110" y="246"/>
                </a:lnTo>
                <a:lnTo>
                  <a:pt x="110" y="247"/>
                </a:lnTo>
                <a:lnTo>
                  <a:pt x="109" y="247"/>
                </a:lnTo>
                <a:lnTo>
                  <a:pt x="108" y="247"/>
                </a:lnTo>
                <a:lnTo>
                  <a:pt x="108" y="248"/>
                </a:lnTo>
                <a:lnTo>
                  <a:pt x="108" y="249"/>
                </a:lnTo>
                <a:lnTo>
                  <a:pt x="107" y="249"/>
                </a:lnTo>
                <a:lnTo>
                  <a:pt x="106" y="249"/>
                </a:lnTo>
                <a:lnTo>
                  <a:pt x="105" y="249"/>
                </a:lnTo>
                <a:lnTo>
                  <a:pt x="105" y="250"/>
                </a:lnTo>
                <a:lnTo>
                  <a:pt x="104" y="250"/>
                </a:lnTo>
                <a:lnTo>
                  <a:pt x="104" y="251"/>
                </a:lnTo>
                <a:lnTo>
                  <a:pt x="104" y="252"/>
                </a:lnTo>
                <a:lnTo>
                  <a:pt x="104" y="253"/>
                </a:lnTo>
                <a:lnTo>
                  <a:pt x="104" y="254"/>
                </a:lnTo>
                <a:lnTo>
                  <a:pt x="105" y="255"/>
                </a:lnTo>
                <a:lnTo>
                  <a:pt x="105" y="256"/>
                </a:lnTo>
                <a:lnTo>
                  <a:pt x="104" y="256"/>
                </a:lnTo>
                <a:lnTo>
                  <a:pt x="104" y="257"/>
                </a:lnTo>
                <a:lnTo>
                  <a:pt x="103" y="257"/>
                </a:lnTo>
                <a:lnTo>
                  <a:pt x="103" y="258"/>
                </a:lnTo>
                <a:lnTo>
                  <a:pt x="103" y="259"/>
                </a:lnTo>
                <a:lnTo>
                  <a:pt x="103" y="260"/>
                </a:lnTo>
                <a:lnTo>
                  <a:pt x="102" y="260"/>
                </a:lnTo>
                <a:lnTo>
                  <a:pt x="102" y="261"/>
                </a:lnTo>
                <a:lnTo>
                  <a:pt x="101" y="261"/>
                </a:lnTo>
                <a:lnTo>
                  <a:pt x="100" y="262"/>
                </a:lnTo>
                <a:lnTo>
                  <a:pt x="99" y="263"/>
                </a:lnTo>
                <a:lnTo>
                  <a:pt x="99" y="264"/>
                </a:lnTo>
                <a:lnTo>
                  <a:pt x="98" y="264"/>
                </a:lnTo>
                <a:lnTo>
                  <a:pt x="97" y="264"/>
                </a:lnTo>
                <a:lnTo>
                  <a:pt x="97" y="265"/>
                </a:lnTo>
                <a:lnTo>
                  <a:pt x="96" y="265"/>
                </a:lnTo>
                <a:lnTo>
                  <a:pt x="95" y="265"/>
                </a:lnTo>
                <a:lnTo>
                  <a:pt x="95" y="266"/>
                </a:lnTo>
                <a:lnTo>
                  <a:pt x="94" y="266"/>
                </a:lnTo>
                <a:lnTo>
                  <a:pt x="93" y="267"/>
                </a:lnTo>
                <a:lnTo>
                  <a:pt x="92" y="268"/>
                </a:lnTo>
                <a:lnTo>
                  <a:pt x="91" y="269"/>
                </a:lnTo>
                <a:lnTo>
                  <a:pt x="90" y="269"/>
                </a:lnTo>
                <a:lnTo>
                  <a:pt x="89" y="270"/>
                </a:lnTo>
                <a:lnTo>
                  <a:pt x="89" y="271"/>
                </a:lnTo>
                <a:lnTo>
                  <a:pt x="89" y="272"/>
                </a:lnTo>
                <a:lnTo>
                  <a:pt x="88" y="273"/>
                </a:lnTo>
                <a:lnTo>
                  <a:pt x="88" y="274"/>
                </a:lnTo>
                <a:lnTo>
                  <a:pt x="88" y="275"/>
                </a:lnTo>
                <a:lnTo>
                  <a:pt x="88" y="276"/>
                </a:lnTo>
                <a:lnTo>
                  <a:pt x="88" y="277"/>
                </a:lnTo>
                <a:lnTo>
                  <a:pt x="87" y="278"/>
                </a:lnTo>
                <a:lnTo>
                  <a:pt x="86" y="278"/>
                </a:lnTo>
                <a:lnTo>
                  <a:pt x="86" y="279"/>
                </a:lnTo>
                <a:lnTo>
                  <a:pt x="85" y="279"/>
                </a:lnTo>
                <a:lnTo>
                  <a:pt x="85" y="280"/>
                </a:lnTo>
                <a:lnTo>
                  <a:pt x="85" y="281"/>
                </a:lnTo>
                <a:lnTo>
                  <a:pt x="85" y="282"/>
                </a:lnTo>
                <a:lnTo>
                  <a:pt x="84" y="282"/>
                </a:lnTo>
                <a:lnTo>
                  <a:pt x="84" y="283"/>
                </a:lnTo>
                <a:lnTo>
                  <a:pt x="84" y="284"/>
                </a:lnTo>
                <a:lnTo>
                  <a:pt x="83" y="286"/>
                </a:lnTo>
                <a:lnTo>
                  <a:pt x="83" y="287"/>
                </a:lnTo>
                <a:lnTo>
                  <a:pt x="83" y="288"/>
                </a:lnTo>
                <a:lnTo>
                  <a:pt x="82" y="289"/>
                </a:lnTo>
                <a:lnTo>
                  <a:pt x="82" y="290"/>
                </a:lnTo>
                <a:lnTo>
                  <a:pt x="82" y="291"/>
                </a:lnTo>
                <a:lnTo>
                  <a:pt x="81" y="292"/>
                </a:lnTo>
                <a:lnTo>
                  <a:pt x="81" y="293"/>
                </a:lnTo>
                <a:lnTo>
                  <a:pt x="81" y="294"/>
                </a:lnTo>
                <a:lnTo>
                  <a:pt x="81" y="296"/>
                </a:lnTo>
                <a:lnTo>
                  <a:pt x="80" y="296"/>
                </a:lnTo>
                <a:lnTo>
                  <a:pt x="80" y="297"/>
                </a:lnTo>
                <a:lnTo>
                  <a:pt x="80" y="298"/>
                </a:lnTo>
                <a:lnTo>
                  <a:pt x="79" y="298"/>
                </a:lnTo>
                <a:lnTo>
                  <a:pt x="79" y="299"/>
                </a:lnTo>
                <a:lnTo>
                  <a:pt x="79" y="300"/>
                </a:lnTo>
                <a:lnTo>
                  <a:pt x="79" y="301"/>
                </a:lnTo>
                <a:lnTo>
                  <a:pt x="79" y="302"/>
                </a:lnTo>
                <a:lnTo>
                  <a:pt x="78" y="302"/>
                </a:lnTo>
                <a:lnTo>
                  <a:pt x="78" y="304"/>
                </a:lnTo>
                <a:lnTo>
                  <a:pt x="77" y="304"/>
                </a:lnTo>
                <a:lnTo>
                  <a:pt x="77" y="305"/>
                </a:lnTo>
                <a:lnTo>
                  <a:pt x="77" y="306"/>
                </a:lnTo>
                <a:lnTo>
                  <a:pt x="77" y="311"/>
                </a:lnTo>
                <a:lnTo>
                  <a:pt x="77" y="312"/>
                </a:lnTo>
                <a:lnTo>
                  <a:pt x="77" y="318"/>
                </a:lnTo>
                <a:lnTo>
                  <a:pt x="77" y="324"/>
                </a:lnTo>
                <a:lnTo>
                  <a:pt x="77" y="325"/>
                </a:lnTo>
                <a:lnTo>
                  <a:pt x="77" y="326"/>
                </a:lnTo>
                <a:lnTo>
                  <a:pt x="77" y="327"/>
                </a:lnTo>
                <a:lnTo>
                  <a:pt x="78" y="328"/>
                </a:lnTo>
                <a:lnTo>
                  <a:pt x="77" y="330"/>
                </a:lnTo>
                <a:lnTo>
                  <a:pt x="77" y="331"/>
                </a:lnTo>
                <a:lnTo>
                  <a:pt x="77" y="334"/>
                </a:lnTo>
                <a:lnTo>
                  <a:pt x="78" y="335"/>
                </a:lnTo>
                <a:lnTo>
                  <a:pt x="77" y="335"/>
                </a:lnTo>
                <a:lnTo>
                  <a:pt x="77" y="336"/>
                </a:lnTo>
                <a:lnTo>
                  <a:pt x="77" y="337"/>
                </a:lnTo>
                <a:lnTo>
                  <a:pt x="76" y="338"/>
                </a:lnTo>
                <a:lnTo>
                  <a:pt x="76" y="339"/>
                </a:lnTo>
                <a:lnTo>
                  <a:pt x="75" y="339"/>
                </a:lnTo>
                <a:lnTo>
                  <a:pt x="74" y="340"/>
                </a:lnTo>
                <a:lnTo>
                  <a:pt x="73" y="340"/>
                </a:lnTo>
                <a:lnTo>
                  <a:pt x="73" y="341"/>
                </a:lnTo>
                <a:lnTo>
                  <a:pt x="73" y="342"/>
                </a:lnTo>
                <a:lnTo>
                  <a:pt x="73" y="343"/>
                </a:lnTo>
                <a:lnTo>
                  <a:pt x="72" y="343"/>
                </a:lnTo>
                <a:lnTo>
                  <a:pt x="73" y="344"/>
                </a:lnTo>
                <a:lnTo>
                  <a:pt x="73" y="345"/>
                </a:lnTo>
                <a:lnTo>
                  <a:pt x="74" y="346"/>
                </a:lnTo>
                <a:lnTo>
                  <a:pt x="74" y="347"/>
                </a:lnTo>
                <a:lnTo>
                  <a:pt x="74" y="348"/>
                </a:lnTo>
                <a:lnTo>
                  <a:pt x="75" y="348"/>
                </a:lnTo>
                <a:lnTo>
                  <a:pt x="75" y="349"/>
                </a:lnTo>
                <a:lnTo>
                  <a:pt x="74" y="349"/>
                </a:lnTo>
                <a:lnTo>
                  <a:pt x="73" y="349"/>
                </a:lnTo>
                <a:lnTo>
                  <a:pt x="73" y="348"/>
                </a:lnTo>
                <a:lnTo>
                  <a:pt x="73" y="347"/>
                </a:lnTo>
                <a:lnTo>
                  <a:pt x="72" y="347"/>
                </a:lnTo>
                <a:lnTo>
                  <a:pt x="72" y="346"/>
                </a:lnTo>
                <a:lnTo>
                  <a:pt x="71" y="346"/>
                </a:lnTo>
                <a:lnTo>
                  <a:pt x="71" y="345"/>
                </a:lnTo>
                <a:lnTo>
                  <a:pt x="70" y="345"/>
                </a:lnTo>
                <a:lnTo>
                  <a:pt x="69" y="345"/>
                </a:lnTo>
                <a:lnTo>
                  <a:pt x="67" y="344"/>
                </a:lnTo>
                <a:lnTo>
                  <a:pt x="66" y="343"/>
                </a:lnTo>
                <a:lnTo>
                  <a:pt x="65" y="343"/>
                </a:lnTo>
                <a:lnTo>
                  <a:pt x="64" y="344"/>
                </a:lnTo>
                <a:lnTo>
                  <a:pt x="64" y="345"/>
                </a:lnTo>
                <a:lnTo>
                  <a:pt x="64" y="346"/>
                </a:lnTo>
                <a:lnTo>
                  <a:pt x="63" y="347"/>
                </a:lnTo>
                <a:lnTo>
                  <a:pt x="62" y="347"/>
                </a:lnTo>
                <a:lnTo>
                  <a:pt x="62" y="346"/>
                </a:lnTo>
                <a:lnTo>
                  <a:pt x="61" y="345"/>
                </a:lnTo>
                <a:lnTo>
                  <a:pt x="61" y="344"/>
                </a:lnTo>
                <a:lnTo>
                  <a:pt x="61" y="342"/>
                </a:lnTo>
                <a:lnTo>
                  <a:pt x="61" y="341"/>
                </a:lnTo>
                <a:lnTo>
                  <a:pt x="61" y="340"/>
                </a:lnTo>
                <a:lnTo>
                  <a:pt x="60" y="339"/>
                </a:lnTo>
                <a:lnTo>
                  <a:pt x="60" y="338"/>
                </a:lnTo>
                <a:lnTo>
                  <a:pt x="59" y="338"/>
                </a:lnTo>
                <a:lnTo>
                  <a:pt x="59" y="337"/>
                </a:lnTo>
                <a:lnTo>
                  <a:pt x="59" y="336"/>
                </a:lnTo>
                <a:lnTo>
                  <a:pt x="59" y="335"/>
                </a:lnTo>
                <a:lnTo>
                  <a:pt x="59" y="334"/>
                </a:lnTo>
                <a:lnTo>
                  <a:pt x="60" y="334"/>
                </a:lnTo>
                <a:lnTo>
                  <a:pt x="59" y="334"/>
                </a:lnTo>
                <a:lnTo>
                  <a:pt x="59" y="333"/>
                </a:lnTo>
                <a:lnTo>
                  <a:pt x="60" y="333"/>
                </a:lnTo>
                <a:lnTo>
                  <a:pt x="61" y="332"/>
                </a:lnTo>
                <a:lnTo>
                  <a:pt x="60" y="331"/>
                </a:lnTo>
                <a:lnTo>
                  <a:pt x="60" y="330"/>
                </a:lnTo>
                <a:lnTo>
                  <a:pt x="61" y="330"/>
                </a:lnTo>
                <a:lnTo>
                  <a:pt x="61" y="329"/>
                </a:lnTo>
                <a:lnTo>
                  <a:pt x="61" y="328"/>
                </a:lnTo>
                <a:lnTo>
                  <a:pt x="61" y="327"/>
                </a:lnTo>
                <a:lnTo>
                  <a:pt x="61" y="326"/>
                </a:lnTo>
                <a:lnTo>
                  <a:pt x="59" y="319"/>
                </a:lnTo>
                <a:lnTo>
                  <a:pt x="59" y="318"/>
                </a:lnTo>
                <a:lnTo>
                  <a:pt x="59" y="317"/>
                </a:lnTo>
                <a:lnTo>
                  <a:pt x="58" y="317"/>
                </a:lnTo>
                <a:lnTo>
                  <a:pt x="58" y="316"/>
                </a:lnTo>
                <a:lnTo>
                  <a:pt x="58" y="315"/>
                </a:lnTo>
                <a:lnTo>
                  <a:pt x="57" y="315"/>
                </a:lnTo>
                <a:lnTo>
                  <a:pt x="57" y="314"/>
                </a:lnTo>
                <a:lnTo>
                  <a:pt x="56" y="313"/>
                </a:lnTo>
                <a:lnTo>
                  <a:pt x="55" y="313"/>
                </a:lnTo>
                <a:lnTo>
                  <a:pt x="55" y="312"/>
                </a:lnTo>
                <a:lnTo>
                  <a:pt x="56" y="311"/>
                </a:lnTo>
                <a:lnTo>
                  <a:pt x="55" y="311"/>
                </a:lnTo>
                <a:lnTo>
                  <a:pt x="55" y="310"/>
                </a:lnTo>
                <a:lnTo>
                  <a:pt x="55" y="309"/>
                </a:lnTo>
                <a:lnTo>
                  <a:pt x="55" y="308"/>
                </a:lnTo>
                <a:lnTo>
                  <a:pt x="55" y="307"/>
                </a:lnTo>
                <a:lnTo>
                  <a:pt x="54" y="307"/>
                </a:lnTo>
                <a:lnTo>
                  <a:pt x="54" y="306"/>
                </a:lnTo>
                <a:lnTo>
                  <a:pt x="53" y="305"/>
                </a:lnTo>
                <a:lnTo>
                  <a:pt x="52" y="305"/>
                </a:lnTo>
                <a:lnTo>
                  <a:pt x="52" y="304"/>
                </a:lnTo>
                <a:lnTo>
                  <a:pt x="51" y="304"/>
                </a:lnTo>
                <a:lnTo>
                  <a:pt x="51" y="303"/>
                </a:lnTo>
                <a:lnTo>
                  <a:pt x="51" y="302"/>
                </a:lnTo>
                <a:lnTo>
                  <a:pt x="50" y="302"/>
                </a:lnTo>
                <a:lnTo>
                  <a:pt x="50" y="301"/>
                </a:lnTo>
                <a:lnTo>
                  <a:pt x="49" y="301"/>
                </a:lnTo>
                <a:lnTo>
                  <a:pt x="49" y="300"/>
                </a:lnTo>
                <a:lnTo>
                  <a:pt x="48" y="299"/>
                </a:lnTo>
                <a:lnTo>
                  <a:pt x="47" y="299"/>
                </a:lnTo>
                <a:lnTo>
                  <a:pt x="46" y="298"/>
                </a:lnTo>
                <a:lnTo>
                  <a:pt x="45" y="297"/>
                </a:lnTo>
                <a:lnTo>
                  <a:pt x="44" y="297"/>
                </a:lnTo>
                <a:lnTo>
                  <a:pt x="43" y="296"/>
                </a:lnTo>
                <a:lnTo>
                  <a:pt x="42" y="296"/>
                </a:lnTo>
                <a:lnTo>
                  <a:pt x="42" y="294"/>
                </a:lnTo>
                <a:lnTo>
                  <a:pt x="40" y="294"/>
                </a:lnTo>
                <a:lnTo>
                  <a:pt x="39" y="293"/>
                </a:lnTo>
                <a:lnTo>
                  <a:pt x="38" y="292"/>
                </a:lnTo>
                <a:lnTo>
                  <a:pt x="37" y="292"/>
                </a:lnTo>
                <a:lnTo>
                  <a:pt x="37" y="291"/>
                </a:lnTo>
                <a:lnTo>
                  <a:pt x="37" y="290"/>
                </a:lnTo>
                <a:lnTo>
                  <a:pt x="36" y="290"/>
                </a:lnTo>
                <a:lnTo>
                  <a:pt x="36" y="289"/>
                </a:lnTo>
                <a:lnTo>
                  <a:pt x="35" y="289"/>
                </a:lnTo>
                <a:lnTo>
                  <a:pt x="34" y="288"/>
                </a:lnTo>
                <a:lnTo>
                  <a:pt x="34" y="289"/>
                </a:lnTo>
                <a:lnTo>
                  <a:pt x="33" y="289"/>
                </a:lnTo>
                <a:lnTo>
                  <a:pt x="33" y="288"/>
                </a:lnTo>
                <a:lnTo>
                  <a:pt x="32" y="288"/>
                </a:lnTo>
                <a:lnTo>
                  <a:pt x="31" y="287"/>
                </a:lnTo>
                <a:lnTo>
                  <a:pt x="30" y="286"/>
                </a:lnTo>
                <a:lnTo>
                  <a:pt x="29" y="286"/>
                </a:lnTo>
                <a:lnTo>
                  <a:pt x="29" y="285"/>
                </a:lnTo>
                <a:lnTo>
                  <a:pt x="28" y="286"/>
                </a:lnTo>
                <a:lnTo>
                  <a:pt x="28" y="285"/>
                </a:lnTo>
                <a:lnTo>
                  <a:pt x="27" y="284"/>
                </a:lnTo>
                <a:lnTo>
                  <a:pt x="26" y="284"/>
                </a:lnTo>
                <a:lnTo>
                  <a:pt x="26" y="283"/>
                </a:lnTo>
                <a:lnTo>
                  <a:pt x="26" y="282"/>
                </a:lnTo>
                <a:lnTo>
                  <a:pt x="25" y="282"/>
                </a:lnTo>
                <a:lnTo>
                  <a:pt x="26" y="281"/>
                </a:lnTo>
                <a:lnTo>
                  <a:pt x="26" y="282"/>
                </a:lnTo>
                <a:lnTo>
                  <a:pt x="27" y="282"/>
                </a:lnTo>
                <a:lnTo>
                  <a:pt x="27" y="281"/>
                </a:lnTo>
                <a:lnTo>
                  <a:pt x="26" y="281"/>
                </a:lnTo>
                <a:lnTo>
                  <a:pt x="26" y="280"/>
                </a:lnTo>
                <a:lnTo>
                  <a:pt x="25" y="280"/>
                </a:lnTo>
                <a:lnTo>
                  <a:pt x="25" y="279"/>
                </a:lnTo>
                <a:lnTo>
                  <a:pt x="24" y="279"/>
                </a:lnTo>
                <a:lnTo>
                  <a:pt x="24" y="278"/>
                </a:lnTo>
                <a:lnTo>
                  <a:pt x="23" y="276"/>
                </a:lnTo>
                <a:lnTo>
                  <a:pt x="22" y="275"/>
                </a:lnTo>
                <a:lnTo>
                  <a:pt x="23" y="275"/>
                </a:lnTo>
                <a:lnTo>
                  <a:pt x="23" y="274"/>
                </a:lnTo>
                <a:lnTo>
                  <a:pt x="23" y="275"/>
                </a:lnTo>
                <a:lnTo>
                  <a:pt x="22" y="274"/>
                </a:lnTo>
                <a:lnTo>
                  <a:pt x="21" y="275"/>
                </a:lnTo>
                <a:lnTo>
                  <a:pt x="21" y="274"/>
                </a:lnTo>
                <a:lnTo>
                  <a:pt x="20" y="273"/>
                </a:lnTo>
                <a:lnTo>
                  <a:pt x="20" y="272"/>
                </a:lnTo>
                <a:lnTo>
                  <a:pt x="19" y="272"/>
                </a:lnTo>
                <a:lnTo>
                  <a:pt x="19" y="271"/>
                </a:lnTo>
                <a:lnTo>
                  <a:pt x="19" y="270"/>
                </a:lnTo>
                <a:lnTo>
                  <a:pt x="20" y="270"/>
                </a:lnTo>
                <a:lnTo>
                  <a:pt x="20" y="269"/>
                </a:lnTo>
                <a:lnTo>
                  <a:pt x="22" y="268"/>
                </a:lnTo>
                <a:lnTo>
                  <a:pt x="21" y="267"/>
                </a:lnTo>
                <a:lnTo>
                  <a:pt x="22" y="266"/>
                </a:lnTo>
                <a:lnTo>
                  <a:pt x="22" y="265"/>
                </a:lnTo>
                <a:lnTo>
                  <a:pt x="21" y="265"/>
                </a:lnTo>
                <a:lnTo>
                  <a:pt x="20" y="266"/>
                </a:lnTo>
                <a:lnTo>
                  <a:pt x="20" y="265"/>
                </a:lnTo>
                <a:lnTo>
                  <a:pt x="20" y="264"/>
                </a:lnTo>
                <a:lnTo>
                  <a:pt x="19" y="263"/>
                </a:lnTo>
                <a:lnTo>
                  <a:pt x="19" y="262"/>
                </a:lnTo>
                <a:lnTo>
                  <a:pt x="18" y="261"/>
                </a:lnTo>
                <a:lnTo>
                  <a:pt x="18" y="260"/>
                </a:lnTo>
                <a:lnTo>
                  <a:pt x="18" y="259"/>
                </a:lnTo>
                <a:lnTo>
                  <a:pt x="17" y="258"/>
                </a:lnTo>
                <a:lnTo>
                  <a:pt x="17" y="257"/>
                </a:lnTo>
                <a:lnTo>
                  <a:pt x="16" y="256"/>
                </a:lnTo>
                <a:lnTo>
                  <a:pt x="16" y="255"/>
                </a:lnTo>
                <a:lnTo>
                  <a:pt x="15" y="255"/>
                </a:lnTo>
                <a:lnTo>
                  <a:pt x="15" y="254"/>
                </a:lnTo>
                <a:lnTo>
                  <a:pt x="16" y="254"/>
                </a:lnTo>
                <a:lnTo>
                  <a:pt x="15" y="254"/>
                </a:lnTo>
                <a:lnTo>
                  <a:pt x="15" y="253"/>
                </a:lnTo>
                <a:lnTo>
                  <a:pt x="15" y="252"/>
                </a:lnTo>
                <a:lnTo>
                  <a:pt x="15" y="251"/>
                </a:lnTo>
                <a:lnTo>
                  <a:pt x="14" y="251"/>
                </a:lnTo>
                <a:lnTo>
                  <a:pt x="14" y="250"/>
                </a:lnTo>
                <a:lnTo>
                  <a:pt x="14" y="249"/>
                </a:lnTo>
                <a:lnTo>
                  <a:pt x="14" y="248"/>
                </a:lnTo>
                <a:lnTo>
                  <a:pt x="13" y="247"/>
                </a:lnTo>
                <a:lnTo>
                  <a:pt x="13" y="246"/>
                </a:lnTo>
                <a:lnTo>
                  <a:pt x="13" y="245"/>
                </a:lnTo>
                <a:lnTo>
                  <a:pt x="13" y="244"/>
                </a:lnTo>
                <a:lnTo>
                  <a:pt x="12" y="244"/>
                </a:lnTo>
                <a:lnTo>
                  <a:pt x="12" y="243"/>
                </a:lnTo>
                <a:lnTo>
                  <a:pt x="13" y="243"/>
                </a:lnTo>
                <a:lnTo>
                  <a:pt x="13" y="242"/>
                </a:lnTo>
                <a:lnTo>
                  <a:pt x="12" y="241"/>
                </a:lnTo>
                <a:lnTo>
                  <a:pt x="12" y="240"/>
                </a:lnTo>
                <a:lnTo>
                  <a:pt x="11" y="238"/>
                </a:lnTo>
                <a:lnTo>
                  <a:pt x="11" y="237"/>
                </a:lnTo>
                <a:lnTo>
                  <a:pt x="10" y="237"/>
                </a:lnTo>
                <a:lnTo>
                  <a:pt x="10" y="236"/>
                </a:lnTo>
                <a:lnTo>
                  <a:pt x="9" y="236"/>
                </a:lnTo>
                <a:lnTo>
                  <a:pt x="9" y="235"/>
                </a:lnTo>
                <a:lnTo>
                  <a:pt x="8" y="235"/>
                </a:lnTo>
                <a:lnTo>
                  <a:pt x="7" y="234"/>
                </a:lnTo>
                <a:lnTo>
                  <a:pt x="7" y="233"/>
                </a:lnTo>
                <a:lnTo>
                  <a:pt x="6" y="233"/>
                </a:lnTo>
                <a:lnTo>
                  <a:pt x="5" y="232"/>
                </a:lnTo>
                <a:lnTo>
                  <a:pt x="4" y="232"/>
                </a:lnTo>
                <a:lnTo>
                  <a:pt x="4" y="231"/>
                </a:lnTo>
                <a:lnTo>
                  <a:pt x="3" y="231"/>
                </a:lnTo>
                <a:lnTo>
                  <a:pt x="3" y="230"/>
                </a:lnTo>
                <a:lnTo>
                  <a:pt x="2" y="230"/>
                </a:lnTo>
                <a:lnTo>
                  <a:pt x="1" y="230"/>
                </a:lnTo>
                <a:lnTo>
                  <a:pt x="1" y="229"/>
                </a:lnTo>
                <a:lnTo>
                  <a:pt x="0" y="229"/>
                </a:lnTo>
                <a:lnTo>
                  <a:pt x="1" y="229"/>
                </a:lnTo>
                <a:lnTo>
                  <a:pt x="0" y="230"/>
                </a:lnTo>
                <a:lnTo>
                  <a:pt x="0" y="228"/>
                </a:lnTo>
                <a:lnTo>
                  <a:pt x="0" y="227"/>
                </a:lnTo>
                <a:lnTo>
                  <a:pt x="0" y="226"/>
                </a:lnTo>
                <a:lnTo>
                  <a:pt x="0" y="225"/>
                </a:lnTo>
                <a:lnTo>
                  <a:pt x="0" y="224"/>
                </a:lnTo>
                <a:lnTo>
                  <a:pt x="1" y="223"/>
                </a:lnTo>
                <a:lnTo>
                  <a:pt x="1" y="224"/>
                </a:lnTo>
                <a:lnTo>
                  <a:pt x="0" y="224"/>
                </a:lnTo>
                <a:lnTo>
                  <a:pt x="1" y="224"/>
                </a:lnTo>
                <a:lnTo>
                  <a:pt x="2" y="224"/>
                </a:lnTo>
                <a:lnTo>
                  <a:pt x="3" y="223"/>
                </a:lnTo>
                <a:lnTo>
                  <a:pt x="4" y="223"/>
                </a:lnTo>
                <a:lnTo>
                  <a:pt x="4" y="222"/>
                </a:lnTo>
                <a:lnTo>
                  <a:pt x="5" y="221"/>
                </a:lnTo>
                <a:lnTo>
                  <a:pt x="4" y="221"/>
                </a:lnTo>
                <a:lnTo>
                  <a:pt x="4" y="220"/>
                </a:lnTo>
                <a:lnTo>
                  <a:pt x="4" y="218"/>
                </a:lnTo>
                <a:lnTo>
                  <a:pt x="3" y="218"/>
                </a:lnTo>
                <a:lnTo>
                  <a:pt x="3" y="217"/>
                </a:lnTo>
                <a:lnTo>
                  <a:pt x="3" y="216"/>
                </a:lnTo>
                <a:lnTo>
                  <a:pt x="4" y="215"/>
                </a:lnTo>
                <a:lnTo>
                  <a:pt x="4" y="214"/>
                </a:lnTo>
                <a:lnTo>
                  <a:pt x="5" y="214"/>
                </a:lnTo>
                <a:lnTo>
                  <a:pt x="5" y="213"/>
                </a:lnTo>
                <a:lnTo>
                  <a:pt x="4" y="213"/>
                </a:lnTo>
                <a:lnTo>
                  <a:pt x="4" y="212"/>
                </a:lnTo>
                <a:lnTo>
                  <a:pt x="4" y="211"/>
                </a:lnTo>
                <a:lnTo>
                  <a:pt x="5" y="211"/>
                </a:lnTo>
                <a:lnTo>
                  <a:pt x="5" y="212"/>
                </a:lnTo>
                <a:lnTo>
                  <a:pt x="4" y="212"/>
                </a:lnTo>
                <a:lnTo>
                  <a:pt x="5" y="212"/>
                </a:lnTo>
                <a:lnTo>
                  <a:pt x="5" y="213"/>
                </a:lnTo>
                <a:lnTo>
                  <a:pt x="5" y="212"/>
                </a:lnTo>
                <a:lnTo>
                  <a:pt x="5" y="211"/>
                </a:lnTo>
                <a:lnTo>
                  <a:pt x="6" y="210"/>
                </a:lnTo>
                <a:lnTo>
                  <a:pt x="7" y="209"/>
                </a:lnTo>
                <a:lnTo>
                  <a:pt x="6" y="209"/>
                </a:lnTo>
                <a:lnTo>
                  <a:pt x="7" y="208"/>
                </a:lnTo>
                <a:lnTo>
                  <a:pt x="7" y="207"/>
                </a:lnTo>
                <a:lnTo>
                  <a:pt x="7" y="208"/>
                </a:lnTo>
                <a:lnTo>
                  <a:pt x="6" y="208"/>
                </a:lnTo>
                <a:lnTo>
                  <a:pt x="5" y="208"/>
                </a:lnTo>
                <a:lnTo>
                  <a:pt x="5" y="205"/>
                </a:lnTo>
                <a:lnTo>
                  <a:pt x="6" y="205"/>
                </a:lnTo>
                <a:lnTo>
                  <a:pt x="7" y="205"/>
                </a:lnTo>
                <a:lnTo>
                  <a:pt x="6" y="205"/>
                </a:lnTo>
                <a:lnTo>
                  <a:pt x="7" y="204"/>
                </a:lnTo>
                <a:lnTo>
                  <a:pt x="7" y="203"/>
                </a:lnTo>
                <a:lnTo>
                  <a:pt x="7" y="202"/>
                </a:lnTo>
                <a:lnTo>
                  <a:pt x="8" y="202"/>
                </a:lnTo>
                <a:lnTo>
                  <a:pt x="8" y="201"/>
                </a:lnTo>
                <a:lnTo>
                  <a:pt x="8" y="200"/>
                </a:lnTo>
                <a:lnTo>
                  <a:pt x="7" y="200"/>
                </a:lnTo>
                <a:lnTo>
                  <a:pt x="8" y="200"/>
                </a:lnTo>
                <a:lnTo>
                  <a:pt x="8" y="199"/>
                </a:lnTo>
                <a:lnTo>
                  <a:pt x="8" y="198"/>
                </a:lnTo>
                <a:lnTo>
                  <a:pt x="9" y="198"/>
                </a:lnTo>
                <a:lnTo>
                  <a:pt x="9" y="197"/>
                </a:lnTo>
                <a:lnTo>
                  <a:pt x="9" y="198"/>
                </a:lnTo>
                <a:lnTo>
                  <a:pt x="8" y="198"/>
                </a:lnTo>
                <a:lnTo>
                  <a:pt x="9" y="198"/>
                </a:lnTo>
                <a:lnTo>
                  <a:pt x="9" y="199"/>
                </a:lnTo>
                <a:lnTo>
                  <a:pt x="9" y="198"/>
                </a:lnTo>
                <a:lnTo>
                  <a:pt x="10" y="198"/>
                </a:lnTo>
                <a:lnTo>
                  <a:pt x="10" y="199"/>
                </a:lnTo>
                <a:lnTo>
                  <a:pt x="11" y="198"/>
                </a:lnTo>
                <a:lnTo>
                  <a:pt x="11" y="197"/>
                </a:lnTo>
                <a:lnTo>
                  <a:pt x="10" y="197"/>
                </a:lnTo>
                <a:lnTo>
                  <a:pt x="9" y="197"/>
                </a:lnTo>
                <a:lnTo>
                  <a:pt x="9" y="196"/>
                </a:lnTo>
                <a:lnTo>
                  <a:pt x="11" y="196"/>
                </a:lnTo>
                <a:lnTo>
                  <a:pt x="11" y="195"/>
                </a:lnTo>
                <a:lnTo>
                  <a:pt x="11" y="194"/>
                </a:lnTo>
                <a:lnTo>
                  <a:pt x="10" y="194"/>
                </a:lnTo>
                <a:lnTo>
                  <a:pt x="10" y="193"/>
                </a:lnTo>
                <a:lnTo>
                  <a:pt x="10" y="192"/>
                </a:lnTo>
                <a:lnTo>
                  <a:pt x="11" y="192"/>
                </a:lnTo>
                <a:lnTo>
                  <a:pt x="11" y="191"/>
                </a:lnTo>
                <a:lnTo>
                  <a:pt x="10" y="192"/>
                </a:lnTo>
                <a:lnTo>
                  <a:pt x="10" y="191"/>
                </a:lnTo>
                <a:lnTo>
                  <a:pt x="10" y="190"/>
                </a:lnTo>
                <a:lnTo>
                  <a:pt x="11" y="189"/>
                </a:lnTo>
                <a:lnTo>
                  <a:pt x="10" y="189"/>
                </a:lnTo>
                <a:lnTo>
                  <a:pt x="9" y="189"/>
                </a:lnTo>
                <a:lnTo>
                  <a:pt x="9" y="188"/>
                </a:lnTo>
                <a:lnTo>
                  <a:pt x="10" y="188"/>
                </a:lnTo>
                <a:lnTo>
                  <a:pt x="10" y="187"/>
                </a:lnTo>
                <a:lnTo>
                  <a:pt x="10" y="186"/>
                </a:lnTo>
                <a:lnTo>
                  <a:pt x="11" y="186"/>
                </a:lnTo>
                <a:lnTo>
                  <a:pt x="11" y="185"/>
                </a:lnTo>
                <a:lnTo>
                  <a:pt x="9" y="185"/>
                </a:lnTo>
                <a:lnTo>
                  <a:pt x="8" y="185"/>
                </a:lnTo>
                <a:lnTo>
                  <a:pt x="7" y="185"/>
                </a:lnTo>
                <a:lnTo>
                  <a:pt x="7" y="182"/>
                </a:lnTo>
                <a:lnTo>
                  <a:pt x="8" y="182"/>
                </a:lnTo>
                <a:lnTo>
                  <a:pt x="10" y="182"/>
                </a:lnTo>
                <a:lnTo>
                  <a:pt x="11" y="182"/>
                </a:lnTo>
                <a:lnTo>
                  <a:pt x="11" y="181"/>
                </a:lnTo>
                <a:lnTo>
                  <a:pt x="10" y="181"/>
                </a:lnTo>
                <a:lnTo>
                  <a:pt x="10" y="180"/>
                </a:lnTo>
                <a:lnTo>
                  <a:pt x="9" y="179"/>
                </a:lnTo>
                <a:lnTo>
                  <a:pt x="9" y="178"/>
                </a:lnTo>
                <a:lnTo>
                  <a:pt x="10" y="178"/>
                </a:lnTo>
                <a:lnTo>
                  <a:pt x="10" y="177"/>
                </a:lnTo>
                <a:lnTo>
                  <a:pt x="9" y="177"/>
                </a:lnTo>
                <a:lnTo>
                  <a:pt x="10" y="176"/>
                </a:lnTo>
                <a:lnTo>
                  <a:pt x="10" y="175"/>
                </a:lnTo>
                <a:lnTo>
                  <a:pt x="10" y="174"/>
                </a:lnTo>
                <a:lnTo>
                  <a:pt x="10" y="175"/>
                </a:lnTo>
                <a:lnTo>
                  <a:pt x="10" y="174"/>
                </a:lnTo>
                <a:lnTo>
                  <a:pt x="10" y="173"/>
                </a:lnTo>
                <a:lnTo>
                  <a:pt x="9" y="172"/>
                </a:lnTo>
                <a:lnTo>
                  <a:pt x="10" y="171"/>
                </a:lnTo>
                <a:lnTo>
                  <a:pt x="10" y="169"/>
                </a:lnTo>
                <a:lnTo>
                  <a:pt x="10" y="168"/>
                </a:lnTo>
                <a:lnTo>
                  <a:pt x="11" y="167"/>
                </a:lnTo>
                <a:lnTo>
                  <a:pt x="11" y="166"/>
                </a:lnTo>
                <a:lnTo>
                  <a:pt x="12" y="165"/>
                </a:lnTo>
                <a:lnTo>
                  <a:pt x="12" y="164"/>
                </a:lnTo>
                <a:lnTo>
                  <a:pt x="13" y="164"/>
                </a:lnTo>
                <a:lnTo>
                  <a:pt x="14" y="164"/>
                </a:lnTo>
                <a:lnTo>
                  <a:pt x="14" y="163"/>
                </a:lnTo>
                <a:lnTo>
                  <a:pt x="13" y="163"/>
                </a:lnTo>
                <a:lnTo>
                  <a:pt x="12" y="163"/>
                </a:lnTo>
                <a:lnTo>
                  <a:pt x="12" y="162"/>
                </a:lnTo>
                <a:lnTo>
                  <a:pt x="12" y="161"/>
                </a:lnTo>
                <a:lnTo>
                  <a:pt x="12" y="160"/>
                </a:lnTo>
                <a:lnTo>
                  <a:pt x="12" y="159"/>
                </a:lnTo>
                <a:lnTo>
                  <a:pt x="13" y="158"/>
                </a:lnTo>
                <a:lnTo>
                  <a:pt x="15" y="158"/>
                </a:lnTo>
                <a:lnTo>
                  <a:pt x="15" y="157"/>
                </a:lnTo>
                <a:lnTo>
                  <a:pt x="16" y="155"/>
                </a:lnTo>
                <a:lnTo>
                  <a:pt x="16" y="154"/>
                </a:lnTo>
                <a:lnTo>
                  <a:pt x="17" y="154"/>
                </a:lnTo>
                <a:lnTo>
                  <a:pt x="16" y="154"/>
                </a:lnTo>
                <a:lnTo>
                  <a:pt x="15" y="155"/>
                </a:lnTo>
                <a:lnTo>
                  <a:pt x="15" y="156"/>
                </a:lnTo>
                <a:lnTo>
                  <a:pt x="14" y="156"/>
                </a:lnTo>
                <a:lnTo>
                  <a:pt x="14" y="157"/>
                </a:lnTo>
                <a:lnTo>
                  <a:pt x="13" y="157"/>
                </a:lnTo>
                <a:lnTo>
                  <a:pt x="13" y="158"/>
                </a:lnTo>
                <a:lnTo>
                  <a:pt x="12" y="158"/>
                </a:lnTo>
                <a:lnTo>
                  <a:pt x="12" y="157"/>
                </a:lnTo>
                <a:lnTo>
                  <a:pt x="12" y="156"/>
                </a:lnTo>
                <a:lnTo>
                  <a:pt x="13" y="155"/>
                </a:lnTo>
                <a:lnTo>
                  <a:pt x="13" y="154"/>
                </a:lnTo>
                <a:lnTo>
                  <a:pt x="12" y="153"/>
                </a:lnTo>
                <a:lnTo>
                  <a:pt x="13" y="153"/>
                </a:lnTo>
                <a:lnTo>
                  <a:pt x="14" y="152"/>
                </a:lnTo>
                <a:lnTo>
                  <a:pt x="15" y="151"/>
                </a:lnTo>
                <a:lnTo>
                  <a:pt x="16" y="151"/>
                </a:lnTo>
                <a:lnTo>
                  <a:pt x="17" y="152"/>
                </a:lnTo>
                <a:lnTo>
                  <a:pt x="17" y="151"/>
                </a:lnTo>
                <a:lnTo>
                  <a:pt x="17" y="150"/>
                </a:lnTo>
                <a:lnTo>
                  <a:pt x="18" y="151"/>
                </a:lnTo>
                <a:lnTo>
                  <a:pt x="19" y="151"/>
                </a:lnTo>
                <a:lnTo>
                  <a:pt x="19" y="150"/>
                </a:lnTo>
                <a:lnTo>
                  <a:pt x="20" y="150"/>
                </a:lnTo>
                <a:lnTo>
                  <a:pt x="21" y="149"/>
                </a:lnTo>
                <a:lnTo>
                  <a:pt x="20" y="149"/>
                </a:lnTo>
                <a:lnTo>
                  <a:pt x="20" y="148"/>
                </a:lnTo>
                <a:lnTo>
                  <a:pt x="19" y="148"/>
                </a:lnTo>
                <a:lnTo>
                  <a:pt x="19" y="147"/>
                </a:lnTo>
                <a:lnTo>
                  <a:pt x="20" y="147"/>
                </a:lnTo>
                <a:lnTo>
                  <a:pt x="21" y="147"/>
                </a:lnTo>
                <a:lnTo>
                  <a:pt x="22" y="147"/>
                </a:lnTo>
                <a:lnTo>
                  <a:pt x="23" y="146"/>
                </a:lnTo>
                <a:lnTo>
                  <a:pt x="23" y="145"/>
                </a:lnTo>
                <a:lnTo>
                  <a:pt x="23" y="144"/>
                </a:lnTo>
                <a:lnTo>
                  <a:pt x="24" y="144"/>
                </a:lnTo>
                <a:lnTo>
                  <a:pt x="24" y="142"/>
                </a:lnTo>
                <a:lnTo>
                  <a:pt x="25" y="142"/>
                </a:lnTo>
                <a:lnTo>
                  <a:pt x="25" y="141"/>
                </a:lnTo>
                <a:lnTo>
                  <a:pt x="25" y="140"/>
                </a:lnTo>
                <a:lnTo>
                  <a:pt x="26" y="139"/>
                </a:lnTo>
                <a:lnTo>
                  <a:pt x="24" y="139"/>
                </a:lnTo>
                <a:lnTo>
                  <a:pt x="26" y="136"/>
                </a:lnTo>
                <a:lnTo>
                  <a:pt x="26" y="135"/>
                </a:lnTo>
                <a:lnTo>
                  <a:pt x="26" y="134"/>
                </a:lnTo>
                <a:lnTo>
                  <a:pt x="27" y="134"/>
                </a:lnTo>
                <a:lnTo>
                  <a:pt x="28" y="134"/>
                </a:lnTo>
                <a:lnTo>
                  <a:pt x="28" y="133"/>
                </a:lnTo>
                <a:lnTo>
                  <a:pt x="28" y="132"/>
                </a:lnTo>
                <a:lnTo>
                  <a:pt x="29" y="132"/>
                </a:lnTo>
                <a:lnTo>
                  <a:pt x="29" y="131"/>
                </a:lnTo>
                <a:lnTo>
                  <a:pt x="30" y="130"/>
                </a:lnTo>
                <a:lnTo>
                  <a:pt x="30" y="129"/>
                </a:lnTo>
                <a:lnTo>
                  <a:pt x="31" y="129"/>
                </a:lnTo>
                <a:lnTo>
                  <a:pt x="31" y="128"/>
                </a:lnTo>
                <a:lnTo>
                  <a:pt x="32" y="128"/>
                </a:lnTo>
                <a:lnTo>
                  <a:pt x="33" y="127"/>
                </a:lnTo>
                <a:lnTo>
                  <a:pt x="33" y="126"/>
                </a:lnTo>
                <a:lnTo>
                  <a:pt x="34" y="126"/>
                </a:lnTo>
                <a:lnTo>
                  <a:pt x="34" y="125"/>
                </a:lnTo>
                <a:lnTo>
                  <a:pt x="35" y="125"/>
                </a:lnTo>
                <a:lnTo>
                  <a:pt x="35" y="124"/>
                </a:lnTo>
                <a:lnTo>
                  <a:pt x="36" y="124"/>
                </a:lnTo>
                <a:lnTo>
                  <a:pt x="36" y="123"/>
                </a:lnTo>
                <a:lnTo>
                  <a:pt x="36" y="120"/>
                </a:lnTo>
                <a:lnTo>
                  <a:pt x="37" y="120"/>
                </a:lnTo>
                <a:lnTo>
                  <a:pt x="34" y="120"/>
                </a:lnTo>
                <a:lnTo>
                  <a:pt x="34" y="121"/>
                </a:lnTo>
                <a:lnTo>
                  <a:pt x="34" y="122"/>
                </a:lnTo>
                <a:lnTo>
                  <a:pt x="34" y="123"/>
                </a:lnTo>
                <a:lnTo>
                  <a:pt x="33" y="123"/>
                </a:lnTo>
                <a:lnTo>
                  <a:pt x="32" y="123"/>
                </a:lnTo>
                <a:lnTo>
                  <a:pt x="31" y="124"/>
                </a:lnTo>
                <a:lnTo>
                  <a:pt x="31" y="123"/>
                </a:lnTo>
                <a:lnTo>
                  <a:pt x="33" y="120"/>
                </a:lnTo>
                <a:lnTo>
                  <a:pt x="34" y="120"/>
                </a:lnTo>
                <a:lnTo>
                  <a:pt x="34" y="119"/>
                </a:lnTo>
                <a:lnTo>
                  <a:pt x="35" y="119"/>
                </a:lnTo>
                <a:lnTo>
                  <a:pt x="35" y="118"/>
                </a:lnTo>
                <a:lnTo>
                  <a:pt x="34" y="118"/>
                </a:lnTo>
                <a:lnTo>
                  <a:pt x="35" y="118"/>
                </a:lnTo>
                <a:lnTo>
                  <a:pt x="35" y="117"/>
                </a:lnTo>
                <a:lnTo>
                  <a:pt x="38" y="117"/>
                </a:lnTo>
                <a:lnTo>
                  <a:pt x="38" y="116"/>
                </a:lnTo>
                <a:lnTo>
                  <a:pt x="39" y="116"/>
                </a:lnTo>
                <a:lnTo>
                  <a:pt x="38" y="116"/>
                </a:lnTo>
                <a:lnTo>
                  <a:pt x="39" y="115"/>
                </a:lnTo>
                <a:lnTo>
                  <a:pt x="40" y="114"/>
                </a:lnTo>
                <a:lnTo>
                  <a:pt x="40" y="113"/>
                </a:lnTo>
                <a:lnTo>
                  <a:pt x="41" y="113"/>
                </a:lnTo>
                <a:lnTo>
                  <a:pt x="41" y="112"/>
                </a:lnTo>
                <a:lnTo>
                  <a:pt x="40" y="112"/>
                </a:lnTo>
                <a:lnTo>
                  <a:pt x="40" y="111"/>
                </a:lnTo>
                <a:lnTo>
                  <a:pt x="39" y="111"/>
                </a:lnTo>
                <a:lnTo>
                  <a:pt x="39" y="110"/>
                </a:lnTo>
                <a:lnTo>
                  <a:pt x="40" y="110"/>
                </a:lnTo>
                <a:lnTo>
                  <a:pt x="40" y="109"/>
                </a:lnTo>
                <a:lnTo>
                  <a:pt x="41" y="107"/>
                </a:lnTo>
                <a:lnTo>
                  <a:pt x="41" y="106"/>
                </a:lnTo>
                <a:lnTo>
                  <a:pt x="41" y="105"/>
                </a:lnTo>
                <a:lnTo>
                  <a:pt x="42" y="106"/>
                </a:lnTo>
                <a:lnTo>
                  <a:pt x="42" y="105"/>
                </a:lnTo>
                <a:lnTo>
                  <a:pt x="42" y="104"/>
                </a:lnTo>
                <a:lnTo>
                  <a:pt x="43" y="104"/>
                </a:lnTo>
                <a:lnTo>
                  <a:pt x="42" y="105"/>
                </a:lnTo>
                <a:lnTo>
                  <a:pt x="42" y="106"/>
                </a:lnTo>
                <a:lnTo>
                  <a:pt x="42" y="107"/>
                </a:lnTo>
                <a:lnTo>
                  <a:pt x="41" y="107"/>
                </a:lnTo>
                <a:lnTo>
                  <a:pt x="40" y="109"/>
                </a:lnTo>
                <a:lnTo>
                  <a:pt x="40" y="110"/>
                </a:lnTo>
                <a:lnTo>
                  <a:pt x="41" y="110"/>
                </a:lnTo>
                <a:lnTo>
                  <a:pt x="41" y="109"/>
                </a:lnTo>
                <a:lnTo>
                  <a:pt x="41" y="108"/>
                </a:lnTo>
                <a:lnTo>
                  <a:pt x="41" y="109"/>
                </a:lnTo>
                <a:lnTo>
                  <a:pt x="42" y="109"/>
                </a:lnTo>
                <a:lnTo>
                  <a:pt x="42" y="110"/>
                </a:lnTo>
                <a:lnTo>
                  <a:pt x="42" y="109"/>
                </a:lnTo>
                <a:lnTo>
                  <a:pt x="42" y="108"/>
                </a:lnTo>
                <a:lnTo>
                  <a:pt x="42" y="107"/>
                </a:lnTo>
                <a:lnTo>
                  <a:pt x="43" y="105"/>
                </a:lnTo>
                <a:lnTo>
                  <a:pt x="44" y="105"/>
                </a:lnTo>
                <a:lnTo>
                  <a:pt x="43" y="106"/>
                </a:lnTo>
                <a:lnTo>
                  <a:pt x="44" y="106"/>
                </a:lnTo>
                <a:lnTo>
                  <a:pt x="44" y="105"/>
                </a:lnTo>
                <a:lnTo>
                  <a:pt x="44" y="104"/>
                </a:lnTo>
                <a:lnTo>
                  <a:pt x="45" y="104"/>
                </a:lnTo>
                <a:lnTo>
                  <a:pt x="45" y="103"/>
                </a:lnTo>
                <a:lnTo>
                  <a:pt x="44" y="104"/>
                </a:lnTo>
                <a:lnTo>
                  <a:pt x="43" y="103"/>
                </a:lnTo>
                <a:lnTo>
                  <a:pt x="44" y="103"/>
                </a:lnTo>
                <a:lnTo>
                  <a:pt x="43" y="103"/>
                </a:lnTo>
                <a:lnTo>
                  <a:pt x="44" y="102"/>
                </a:lnTo>
                <a:lnTo>
                  <a:pt x="44" y="101"/>
                </a:lnTo>
                <a:lnTo>
                  <a:pt x="45" y="101"/>
                </a:lnTo>
                <a:lnTo>
                  <a:pt x="46" y="102"/>
                </a:lnTo>
                <a:lnTo>
                  <a:pt x="46" y="101"/>
                </a:lnTo>
                <a:lnTo>
                  <a:pt x="47" y="100"/>
                </a:lnTo>
                <a:lnTo>
                  <a:pt x="46" y="100"/>
                </a:lnTo>
                <a:lnTo>
                  <a:pt x="46" y="99"/>
                </a:lnTo>
                <a:lnTo>
                  <a:pt x="47" y="99"/>
                </a:lnTo>
                <a:lnTo>
                  <a:pt x="47" y="98"/>
                </a:lnTo>
                <a:lnTo>
                  <a:pt x="47" y="97"/>
                </a:lnTo>
                <a:lnTo>
                  <a:pt x="48" y="97"/>
                </a:lnTo>
                <a:lnTo>
                  <a:pt x="48" y="96"/>
                </a:lnTo>
                <a:lnTo>
                  <a:pt x="49" y="96"/>
                </a:lnTo>
                <a:lnTo>
                  <a:pt x="49" y="95"/>
                </a:lnTo>
                <a:lnTo>
                  <a:pt x="49" y="94"/>
                </a:lnTo>
                <a:lnTo>
                  <a:pt x="50" y="93"/>
                </a:lnTo>
                <a:lnTo>
                  <a:pt x="50" y="92"/>
                </a:lnTo>
                <a:lnTo>
                  <a:pt x="51" y="92"/>
                </a:lnTo>
                <a:lnTo>
                  <a:pt x="51" y="91"/>
                </a:lnTo>
                <a:lnTo>
                  <a:pt x="51" y="90"/>
                </a:lnTo>
                <a:lnTo>
                  <a:pt x="52" y="90"/>
                </a:lnTo>
                <a:lnTo>
                  <a:pt x="53" y="88"/>
                </a:lnTo>
                <a:lnTo>
                  <a:pt x="54" y="87"/>
                </a:lnTo>
                <a:lnTo>
                  <a:pt x="54" y="88"/>
                </a:lnTo>
                <a:lnTo>
                  <a:pt x="54" y="87"/>
                </a:lnTo>
                <a:lnTo>
                  <a:pt x="55" y="86"/>
                </a:lnTo>
                <a:lnTo>
                  <a:pt x="55" y="85"/>
                </a:lnTo>
                <a:lnTo>
                  <a:pt x="57" y="83"/>
                </a:lnTo>
                <a:lnTo>
                  <a:pt x="57" y="82"/>
                </a:lnTo>
                <a:lnTo>
                  <a:pt x="58" y="80"/>
                </a:lnTo>
                <a:lnTo>
                  <a:pt x="59" y="79"/>
                </a:lnTo>
                <a:lnTo>
                  <a:pt x="59" y="78"/>
                </a:lnTo>
                <a:lnTo>
                  <a:pt x="59" y="77"/>
                </a:lnTo>
                <a:lnTo>
                  <a:pt x="60" y="76"/>
                </a:lnTo>
                <a:lnTo>
                  <a:pt x="60" y="75"/>
                </a:lnTo>
                <a:lnTo>
                  <a:pt x="61" y="74"/>
                </a:lnTo>
                <a:lnTo>
                  <a:pt x="61" y="73"/>
                </a:lnTo>
                <a:lnTo>
                  <a:pt x="61" y="72"/>
                </a:lnTo>
                <a:lnTo>
                  <a:pt x="62" y="72"/>
                </a:lnTo>
                <a:lnTo>
                  <a:pt x="62" y="71"/>
                </a:lnTo>
                <a:lnTo>
                  <a:pt x="63" y="71"/>
                </a:lnTo>
                <a:lnTo>
                  <a:pt x="63" y="70"/>
                </a:lnTo>
                <a:lnTo>
                  <a:pt x="64" y="70"/>
                </a:lnTo>
                <a:lnTo>
                  <a:pt x="65" y="70"/>
                </a:lnTo>
                <a:lnTo>
                  <a:pt x="66" y="71"/>
                </a:lnTo>
                <a:lnTo>
                  <a:pt x="66" y="70"/>
                </a:lnTo>
                <a:lnTo>
                  <a:pt x="65" y="69"/>
                </a:lnTo>
                <a:lnTo>
                  <a:pt x="65" y="68"/>
                </a:lnTo>
                <a:lnTo>
                  <a:pt x="65" y="67"/>
                </a:lnTo>
                <a:lnTo>
                  <a:pt x="66" y="67"/>
                </a:lnTo>
                <a:lnTo>
                  <a:pt x="67" y="66"/>
                </a:lnTo>
                <a:lnTo>
                  <a:pt x="67" y="65"/>
                </a:lnTo>
                <a:lnTo>
                  <a:pt x="68" y="65"/>
                </a:lnTo>
                <a:lnTo>
                  <a:pt x="69" y="65"/>
                </a:lnTo>
                <a:lnTo>
                  <a:pt x="70" y="65"/>
                </a:lnTo>
                <a:lnTo>
                  <a:pt x="70" y="64"/>
                </a:lnTo>
                <a:lnTo>
                  <a:pt x="71" y="64"/>
                </a:lnTo>
                <a:lnTo>
                  <a:pt x="72" y="64"/>
                </a:lnTo>
                <a:lnTo>
                  <a:pt x="72" y="63"/>
                </a:lnTo>
                <a:lnTo>
                  <a:pt x="73" y="63"/>
                </a:lnTo>
                <a:lnTo>
                  <a:pt x="73" y="62"/>
                </a:lnTo>
                <a:lnTo>
                  <a:pt x="74" y="61"/>
                </a:lnTo>
                <a:lnTo>
                  <a:pt x="74" y="60"/>
                </a:lnTo>
                <a:lnTo>
                  <a:pt x="75" y="59"/>
                </a:lnTo>
                <a:lnTo>
                  <a:pt x="75" y="58"/>
                </a:lnTo>
                <a:lnTo>
                  <a:pt x="76" y="58"/>
                </a:lnTo>
                <a:lnTo>
                  <a:pt x="76" y="57"/>
                </a:lnTo>
                <a:lnTo>
                  <a:pt x="77" y="57"/>
                </a:lnTo>
                <a:lnTo>
                  <a:pt x="78" y="57"/>
                </a:lnTo>
                <a:lnTo>
                  <a:pt x="78" y="56"/>
                </a:lnTo>
                <a:lnTo>
                  <a:pt x="78" y="55"/>
                </a:lnTo>
                <a:lnTo>
                  <a:pt x="79" y="55"/>
                </a:lnTo>
                <a:lnTo>
                  <a:pt x="79" y="54"/>
                </a:lnTo>
                <a:lnTo>
                  <a:pt x="79" y="53"/>
                </a:lnTo>
                <a:lnTo>
                  <a:pt x="79" y="51"/>
                </a:lnTo>
                <a:lnTo>
                  <a:pt x="79" y="50"/>
                </a:lnTo>
                <a:lnTo>
                  <a:pt x="80" y="50"/>
                </a:lnTo>
                <a:lnTo>
                  <a:pt x="79" y="50"/>
                </a:lnTo>
                <a:lnTo>
                  <a:pt x="78" y="50"/>
                </a:lnTo>
                <a:lnTo>
                  <a:pt x="78" y="49"/>
                </a:lnTo>
                <a:lnTo>
                  <a:pt x="79" y="48"/>
                </a:lnTo>
                <a:lnTo>
                  <a:pt x="80" y="47"/>
                </a:lnTo>
                <a:lnTo>
                  <a:pt x="80" y="46"/>
                </a:lnTo>
                <a:lnTo>
                  <a:pt x="81" y="47"/>
                </a:lnTo>
                <a:lnTo>
                  <a:pt x="82" y="47"/>
                </a:lnTo>
                <a:lnTo>
                  <a:pt x="81" y="47"/>
                </a:lnTo>
                <a:lnTo>
                  <a:pt x="81" y="46"/>
                </a:lnTo>
                <a:lnTo>
                  <a:pt x="81" y="45"/>
                </a:lnTo>
                <a:lnTo>
                  <a:pt x="81" y="44"/>
                </a:lnTo>
                <a:lnTo>
                  <a:pt x="82" y="44"/>
                </a:lnTo>
                <a:lnTo>
                  <a:pt x="82" y="43"/>
                </a:lnTo>
                <a:lnTo>
                  <a:pt x="83" y="42"/>
                </a:lnTo>
                <a:lnTo>
                  <a:pt x="83" y="41"/>
                </a:lnTo>
                <a:lnTo>
                  <a:pt x="84" y="41"/>
                </a:lnTo>
                <a:lnTo>
                  <a:pt x="84" y="40"/>
                </a:lnTo>
                <a:lnTo>
                  <a:pt x="84" y="39"/>
                </a:lnTo>
                <a:lnTo>
                  <a:pt x="85" y="38"/>
                </a:lnTo>
                <a:lnTo>
                  <a:pt x="85" y="37"/>
                </a:lnTo>
                <a:lnTo>
                  <a:pt x="86" y="37"/>
                </a:lnTo>
                <a:lnTo>
                  <a:pt x="86" y="36"/>
                </a:lnTo>
                <a:lnTo>
                  <a:pt x="87" y="35"/>
                </a:lnTo>
                <a:lnTo>
                  <a:pt x="87" y="34"/>
                </a:lnTo>
                <a:lnTo>
                  <a:pt x="88" y="34"/>
                </a:lnTo>
                <a:lnTo>
                  <a:pt x="88" y="33"/>
                </a:lnTo>
                <a:lnTo>
                  <a:pt x="88" y="32"/>
                </a:lnTo>
                <a:lnTo>
                  <a:pt x="89" y="30"/>
                </a:lnTo>
                <a:lnTo>
                  <a:pt x="90" y="30"/>
                </a:lnTo>
                <a:lnTo>
                  <a:pt x="90" y="29"/>
                </a:lnTo>
                <a:lnTo>
                  <a:pt x="90" y="28"/>
                </a:lnTo>
                <a:lnTo>
                  <a:pt x="91" y="27"/>
                </a:lnTo>
                <a:lnTo>
                  <a:pt x="92" y="27"/>
                </a:lnTo>
                <a:lnTo>
                  <a:pt x="92" y="26"/>
                </a:lnTo>
                <a:lnTo>
                  <a:pt x="94" y="26"/>
                </a:lnTo>
                <a:lnTo>
                  <a:pt x="94" y="25"/>
                </a:lnTo>
                <a:lnTo>
                  <a:pt x="95" y="25"/>
                </a:lnTo>
                <a:lnTo>
                  <a:pt x="96" y="24"/>
                </a:lnTo>
                <a:lnTo>
                  <a:pt x="97" y="23"/>
                </a:lnTo>
                <a:lnTo>
                  <a:pt x="98" y="23"/>
                </a:lnTo>
                <a:lnTo>
                  <a:pt x="99" y="23"/>
                </a:lnTo>
                <a:lnTo>
                  <a:pt x="100" y="23"/>
                </a:lnTo>
                <a:lnTo>
                  <a:pt x="101" y="23"/>
                </a:lnTo>
                <a:lnTo>
                  <a:pt x="101" y="22"/>
                </a:lnTo>
                <a:lnTo>
                  <a:pt x="102" y="22"/>
                </a:lnTo>
                <a:lnTo>
                  <a:pt x="103" y="22"/>
                </a:lnTo>
                <a:lnTo>
                  <a:pt x="103" y="21"/>
                </a:lnTo>
                <a:lnTo>
                  <a:pt x="104" y="21"/>
                </a:lnTo>
                <a:lnTo>
                  <a:pt x="105" y="20"/>
                </a:lnTo>
                <a:lnTo>
                  <a:pt x="106" y="20"/>
                </a:lnTo>
                <a:lnTo>
                  <a:pt x="107" y="19"/>
                </a:lnTo>
                <a:lnTo>
                  <a:pt x="108" y="19"/>
                </a:lnTo>
                <a:lnTo>
                  <a:pt x="109" y="19"/>
                </a:lnTo>
                <a:lnTo>
                  <a:pt x="109" y="18"/>
                </a:lnTo>
                <a:lnTo>
                  <a:pt x="110" y="18"/>
                </a:lnTo>
                <a:lnTo>
                  <a:pt x="111" y="18"/>
                </a:lnTo>
                <a:lnTo>
                  <a:pt x="111" y="19"/>
                </a:lnTo>
                <a:lnTo>
                  <a:pt x="112" y="19"/>
                </a:lnTo>
                <a:lnTo>
                  <a:pt x="113" y="19"/>
                </a:lnTo>
                <a:lnTo>
                  <a:pt x="113" y="18"/>
                </a:lnTo>
                <a:lnTo>
                  <a:pt x="114" y="18"/>
                </a:lnTo>
                <a:lnTo>
                  <a:pt x="115" y="18"/>
                </a:lnTo>
                <a:lnTo>
                  <a:pt x="116" y="18"/>
                </a:lnTo>
                <a:lnTo>
                  <a:pt x="117" y="18"/>
                </a:lnTo>
                <a:lnTo>
                  <a:pt x="118" y="17"/>
                </a:lnTo>
                <a:lnTo>
                  <a:pt x="119" y="17"/>
                </a:lnTo>
                <a:lnTo>
                  <a:pt x="120" y="17"/>
                </a:lnTo>
                <a:lnTo>
                  <a:pt x="121" y="16"/>
                </a:lnTo>
                <a:lnTo>
                  <a:pt x="122" y="16"/>
                </a:lnTo>
                <a:lnTo>
                  <a:pt x="122" y="15"/>
                </a:lnTo>
                <a:lnTo>
                  <a:pt x="122" y="14"/>
                </a:lnTo>
                <a:lnTo>
                  <a:pt x="123" y="14"/>
                </a:lnTo>
                <a:lnTo>
                  <a:pt x="124" y="13"/>
                </a:lnTo>
                <a:lnTo>
                  <a:pt x="125" y="14"/>
                </a:lnTo>
                <a:lnTo>
                  <a:pt x="126" y="14"/>
                </a:lnTo>
                <a:lnTo>
                  <a:pt x="127" y="15"/>
                </a:lnTo>
                <a:lnTo>
                  <a:pt x="127" y="16"/>
                </a:lnTo>
                <a:lnTo>
                  <a:pt x="127" y="17"/>
                </a:lnTo>
                <a:lnTo>
                  <a:pt x="128" y="18"/>
                </a:lnTo>
                <a:lnTo>
                  <a:pt x="128" y="17"/>
                </a:lnTo>
                <a:lnTo>
                  <a:pt x="128" y="16"/>
                </a:lnTo>
                <a:lnTo>
                  <a:pt x="128" y="15"/>
                </a:lnTo>
                <a:lnTo>
                  <a:pt x="127" y="14"/>
                </a:lnTo>
                <a:lnTo>
                  <a:pt x="127" y="13"/>
                </a:lnTo>
                <a:lnTo>
                  <a:pt x="126" y="13"/>
                </a:lnTo>
                <a:lnTo>
                  <a:pt x="125" y="13"/>
                </a:lnTo>
                <a:lnTo>
                  <a:pt x="125" y="12"/>
                </a:lnTo>
                <a:lnTo>
                  <a:pt x="124" y="12"/>
                </a:lnTo>
                <a:lnTo>
                  <a:pt x="123" y="12"/>
                </a:lnTo>
                <a:lnTo>
                  <a:pt x="124" y="11"/>
                </a:lnTo>
                <a:lnTo>
                  <a:pt x="125" y="11"/>
                </a:lnTo>
                <a:lnTo>
                  <a:pt x="124" y="11"/>
                </a:lnTo>
                <a:lnTo>
                  <a:pt x="125" y="10"/>
                </a:lnTo>
                <a:lnTo>
                  <a:pt x="125" y="9"/>
                </a:lnTo>
                <a:lnTo>
                  <a:pt x="126" y="9"/>
                </a:lnTo>
                <a:lnTo>
                  <a:pt x="126" y="8"/>
                </a:lnTo>
                <a:lnTo>
                  <a:pt x="127" y="8"/>
                </a:lnTo>
                <a:lnTo>
                  <a:pt x="127" y="7"/>
                </a:lnTo>
                <a:lnTo>
                  <a:pt x="127" y="6"/>
                </a:lnTo>
                <a:lnTo>
                  <a:pt x="127" y="5"/>
                </a:lnTo>
                <a:lnTo>
                  <a:pt x="128" y="5"/>
                </a:lnTo>
                <a:lnTo>
                  <a:pt x="129" y="5"/>
                </a:lnTo>
                <a:lnTo>
                  <a:pt x="130" y="5"/>
                </a:lnTo>
                <a:lnTo>
                  <a:pt x="130" y="4"/>
                </a:lnTo>
                <a:lnTo>
                  <a:pt x="130" y="3"/>
                </a:lnTo>
                <a:lnTo>
                  <a:pt x="131" y="3"/>
                </a:lnTo>
                <a:lnTo>
                  <a:pt x="132" y="2"/>
                </a:lnTo>
                <a:lnTo>
                  <a:pt x="133" y="2"/>
                </a:lnTo>
                <a:lnTo>
                  <a:pt x="133" y="1"/>
                </a:lnTo>
                <a:lnTo>
                  <a:pt x="133" y="2"/>
                </a:lnTo>
                <a:lnTo>
                  <a:pt x="134" y="2"/>
                </a:lnTo>
                <a:lnTo>
                  <a:pt x="135" y="1"/>
                </a:lnTo>
                <a:lnTo>
                  <a:pt x="135" y="0"/>
                </a:lnTo>
                <a:lnTo>
                  <a:pt x="135" y="1"/>
                </a:lnTo>
                <a:lnTo>
                  <a:pt x="136" y="1"/>
                </a:lnTo>
                <a:lnTo>
                  <a:pt x="137" y="1"/>
                </a:lnTo>
                <a:lnTo>
                  <a:pt x="138" y="1"/>
                </a:lnTo>
                <a:lnTo>
                  <a:pt x="138" y="0"/>
                </a:lnTo>
                <a:lnTo>
                  <a:pt x="139" y="0"/>
                </a:lnTo>
                <a:lnTo>
                  <a:pt x="14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60" name=""/>
          <p:cNvSpPr/>
          <p:nvPr/>
        </p:nvSpPr>
        <p:spPr>
          <a:xfrm>
            <a:off x="4618800" y="41922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3"/>
                </a:move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1"/>
                </a:lnTo>
                <a:lnTo>
                  <a:pt x="3" y="1"/>
                </a:lnTo>
                <a:lnTo>
                  <a:pt x="3" y="3"/>
                </a:lnTo>
                <a:lnTo>
                  <a:pt x="3" y="1"/>
                </a:lnTo>
                <a:lnTo>
                  <a:pt x="3" y="0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61" name=""/>
          <p:cNvSpPr/>
          <p:nvPr/>
        </p:nvSpPr>
        <p:spPr>
          <a:xfrm>
            <a:off x="4609080" y="41896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62" name=""/>
          <p:cNvSpPr/>
          <p:nvPr/>
        </p:nvSpPr>
        <p:spPr>
          <a:xfrm>
            <a:off x="4611960" y="419040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1"/>
                </a:moveTo>
                <a:lnTo>
                  <a:pt x="6" y="3"/>
                </a:ln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63" name=""/>
          <p:cNvSpPr/>
          <p:nvPr/>
        </p:nvSpPr>
        <p:spPr>
          <a:xfrm>
            <a:off x="4611600" y="419004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2" y="1"/>
                </a:moveTo>
                <a:lnTo>
                  <a:pt x="0" y="1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1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64" name=""/>
          <p:cNvSpPr/>
          <p:nvPr/>
        </p:nvSpPr>
        <p:spPr>
          <a:xfrm>
            <a:off x="4608720" y="418968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6" y="1"/>
                </a:moveTo>
                <a:lnTo>
                  <a:pt x="5" y="2"/>
                </a:lnTo>
                <a:lnTo>
                  <a:pt x="4" y="4"/>
                </a:lnTo>
                <a:lnTo>
                  <a:pt x="3" y="6"/>
                </a:ln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2" y="6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4" y="2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65" name=""/>
          <p:cNvSpPr/>
          <p:nvPr/>
        </p:nvSpPr>
        <p:spPr>
          <a:xfrm>
            <a:off x="4612320" y="4190400"/>
            <a:ext cx="7200" cy="10080"/>
          </a:xfrm>
          <a:custGeom>
            <a:avLst/>
            <a:gdLst/>
            <a:ahLst/>
            <a:rect l="0" t="0" r="r" b="b"/>
            <a:pathLst>
              <a:path fill="none" w="20" h="28">
                <a:moveTo>
                  <a:pt x="10" y="3"/>
                </a:moveTo>
                <a:lnTo>
                  <a:pt x="10" y="4"/>
                </a:lnTo>
                <a:lnTo>
                  <a:pt x="11" y="5"/>
                </a:lnTo>
                <a:lnTo>
                  <a:pt x="12" y="5"/>
                </a:lnTo>
                <a:lnTo>
                  <a:pt x="13" y="4"/>
                </a:lnTo>
                <a:lnTo>
                  <a:pt x="14" y="4"/>
                </a:lnTo>
                <a:lnTo>
                  <a:pt x="14" y="5"/>
                </a:lnTo>
                <a:lnTo>
                  <a:pt x="16" y="6"/>
                </a:lnTo>
                <a:lnTo>
                  <a:pt x="16" y="7"/>
                </a:lnTo>
                <a:lnTo>
                  <a:pt x="15" y="8"/>
                </a:lnTo>
                <a:lnTo>
                  <a:pt x="16" y="9"/>
                </a:lnTo>
                <a:lnTo>
                  <a:pt x="17" y="10"/>
                </a:lnTo>
                <a:lnTo>
                  <a:pt x="18" y="10"/>
                </a:lnTo>
                <a:lnTo>
                  <a:pt x="19" y="10"/>
                </a:lnTo>
                <a:lnTo>
                  <a:pt x="20" y="10"/>
                </a:lnTo>
                <a:lnTo>
                  <a:pt x="20" y="9"/>
                </a:lnTo>
                <a:lnTo>
                  <a:pt x="20" y="10"/>
                </a:lnTo>
                <a:lnTo>
                  <a:pt x="19" y="13"/>
                </a:lnTo>
                <a:lnTo>
                  <a:pt x="18" y="13"/>
                </a:lnTo>
                <a:lnTo>
                  <a:pt x="18" y="14"/>
                </a:lnTo>
                <a:lnTo>
                  <a:pt x="18" y="13"/>
                </a:lnTo>
                <a:lnTo>
                  <a:pt x="17" y="12"/>
                </a:lnTo>
                <a:lnTo>
                  <a:pt x="16" y="12"/>
                </a:lnTo>
                <a:lnTo>
                  <a:pt x="15" y="13"/>
                </a:lnTo>
                <a:lnTo>
                  <a:pt x="14" y="13"/>
                </a:lnTo>
                <a:lnTo>
                  <a:pt x="13" y="14"/>
                </a:lnTo>
                <a:lnTo>
                  <a:pt x="13" y="15"/>
                </a:lnTo>
                <a:lnTo>
                  <a:pt x="13" y="16"/>
                </a:lnTo>
                <a:lnTo>
                  <a:pt x="13" y="17"/>
                </a:lnTo>
                <a:lnTo>
                  <a:pt x="13" y="18"/>
                </a:lnTo>
                <a:lnTo>
                  <a:pt x="14" y="18"/>
                </a:lnTo>
                <a:lnTo>
                  <a:pt x="15" y="18"/>
                </a:lnTo>
                <a:lnTo>
                  <a:pt x="15" y="19"/>
                </a:lnTo>
                <a:lnTo>
                  <a:pt x="16" y="20"/>
                </a:lnTo>
                <a:lnTo>
                  <a:pt x="16" y="19"/>
                </a:lnTo>
                <a:lnTo>
                  <a:pt x="17" y="19"/>
                </a:lnTo>
                <a:lnTo>
                  <a:pt x="18" y="19"/>
                </a:lnTo>
                <a:lnTo>
                  <a:pt x="18" y="20"/>
                </a:lnTo>
                <a:lnTo>
                  <a:pt x="18" y="21"/>
                </a:lnTo>
                <a:lnTo>
                  <a:pt x="17" y="21"/>
                </a:lnTo>
                <a:lnTo>
                  <a:pt x="17" y="22"/>
                </a:lnTo>
                <a:lnTo>
                  <a:pt x="17" y="21"/>
                </a:lnTo>
                <a:lnTo>
                  <a:pt x="16" y="21"/>
                </a:lnTo>
                <a:lnTo>
                  <a:pt x="15" y="20"/>
                </a:lnTo>
                <a:lnTo>
                  <a:pt x="14" y="21"/>
                </a:lnTo>
                <a:lnTo>
                  <a:pt x="13" y="21"/>
                </a:lnTo>
                <a:lnTo>
                  <a:pt x="13" y="22"/>
                </a:lnTo>
                <a:lnTo>
                  <a:pt x="12" y="22"/>
                </a:lnTo>
                <a:lnTo>
                  <a:pt x="11" y="23"/>
                </a:lnTo>
                <a:lnTo>
                  <a:pt x="10" y="23"/>
                </a:lnTo>
                <a:lnTo>
                  <a:pt x="9" y="24"/>
                </a:lnTo>
                <a:lnTo>
                  <a:pt x="8" y="25"/>
                </a:lnTo>
                <a:lnTo>
                  <a:pt x="8" y="26"/>
                </a:lnTo>
                <a:lnTo>
                  <a:pt x="9" y="26"/>
                </a:lnTo>
                <a:lnTo>
                  <a:pt x="10" y="26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1" y="27"/>
                </a:lnTo>
                <a:lnTo>
                  <a:pt x="10" y="27"/>
                </a:lnTo>
                <a:lnTo>
                  <a:pt x="10" y="28"/>
                </a:lnTo>
                <a:lnTo>
                  <a:pt x="8" y="27"/>
                </a:lnTo>
                <a:lnTo>
                  <a:pt x="7" y="26"/>
                </a:lnTo>
                <a:lnTo>
                  <a:pt x="5" y="25"/>
                </a:lnTo>
                <a:lnTo>
                  <a:pt x="3" y="24"/>
                </a:lnTo>
                <a:lnTo>
                  <a:pt x="3" y="23"/>
                </a:lnTo>
                <a:lnTo>
                  <a:pt x="3" y="22"/>
                </a:lnTo>
                <a:lnTo>
                  <a:pt x="2" y="23"/>
                </a:lnTo>
                <a:lnTo>
                  <a:pt x="1" y="23"/>
                </a:lnTo>
                <a:lnTo>
                  <a:pt x="1" y="22"/>
                </a:lnTo>
                <a:lnTo>
                  <a:pt x="1" y="21"/>
                </a:lnTo>
                <a:lnTo>
                  <a:pt x="2" y="21"/>
                </a:lnTo>
                <a:lnTo>
                  <a:pt x="2" y="20"/>
                </a:lnTo>
                <a:lnTo>
                  <a:pt x="2" y="21"/>
                </a:lnTo>
                <a:lnTo>
                  <a:pt x="2" y="20"/>
                </a:lnTo>
                <a:lnTo>
                  <a:pt x="2" y="19"/>
                </a:lnTo>
                <a:lnTo>
                  <a:pt x="2" y="20"/>
                </a:lnTo>
                <a:lnTo>
                  <a:pt x="1" y="20"/>
                </a:lnTo>
                <a:lnTo>
                  <a:pt x="1" y="21"/>
                </a:lnTo>
                <a:lnTo>
                  <a:pt x="0" y="21"/>
                </a:lnTo>
                <a:lnTo>
                  <a:pt x="0" y="20"/>
                </a:lnTo>
                <a:lnTo>
                  <a:pt x="1" y="19"/>
                </a:lnTo>
                <a:lnTo>
                  <a:pt x="1" y="18"/>
                </a:lnTo>
                <a:lnTo>
                  <a:pt x="0" y="18"/>
                </a:lnTo>
                <a:lnTo>
                  <a:pt x="1" y="18"/>
                </a:lnTo>
                <a:lnTo>
                  <a:pt x="1" y="17"/>
                </a:lnTo>
                <a:lnTo>
                  <a:pt x="2" y="17"/>
                </a:lnTo>
                <a:lnTo>
                  <a:pt x="2" y="16"/>
                </a:lnTo>
                <a:lnTo>
                  <a:pt x="3" y="16"/>
                </a:lnTo>
                <a:lnTo>
                  <a:pt x="5" y="17"/>
                </a:lnTo>
                <a:lnTo>
                  <a:pt x="6" y="16"/>
                </a:lnTo>
                <a:lnTo>
                  <a:pt x="7" y="17"/>
                </a:lnTo>
                <a:lnTo>
                  <a:pt x="7" y="16"/>
                </a:lnTo>
                <a:lnTo>
                  <a:pt x="6" y="16"/>
                </a:lnTo>
                <a:lnTo>
                  <a:pt x="5" y="15"/>
                </a:lnTo>
                <a:lnTo>
                  <a:pt x="5" y="14"/>
                </a:lnTo>
                <a:lnTo>
                  <a:pt x="5" y="12"/>
                </a:lnTo>
                <a:lnTo>
                  <a:pt x="5" y="10"/>
                </a:lnTo>
                <a:lnTo>
                  <a:pt x="3" y="9"/>
                </a:lnTo>
                <a:lnTo>
                  <a:pt x="3" y="8"/>
                </a:lnTo>
                <a:lnTo>
                  <a:pt x="2" y="8"/>
                </a:lnTo>
                <a:lnTo>
                  <a:pt x="2" y="7"/>
                </a:lnTo>
                <a:lnTo>
                  <a:pt x="1" y="6"/>
                </a:lnTo>
                <a:lnTo>
                  <a:pt x="2" y="6"/>
                </a:lnTo>
                <a:lnTo>
                  <a:pt x="3" y="4"/>
                </a:lnTo>
                <a:lnTo>
                  <a:pt x="5" y="4"/>
                </a:lnTo>
                <a:lnTo>
                  <a:pt x="6" y="3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2" y="0"/>
                </a:lnTo>
                <a:lnTo>
                  <a:pt x="11" y="1"/>
                </a:lnTo>
                <a:lnTo>
                  <a:pt x="10" y="1"/>
                </a:lnTo>
                <a:lnTo>
                  <a:pt x="10" y="2"/>
                </a:lnTo>
                <a:lnTo>
                  <a:pt x="10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66" name=""/>
          <p:cNvSpPr/>
          <p:nvPr/>
        </p:nvSpPr>
        <p:spPr>
          <a:xfrm>
            <a:off x="4611240" y="41896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67" name=""/>
          <p:cNvSpPr/>
          <p:nvPr/>
        </p:nvSpPr>
        <p:spPr>
          <a:xfrm>
            <a:off x="4612320" y="4186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68" name=""/>
          <p:cNvSpPr/>
          <p:nvPr/>
        </p:nvSpPr>
        <p:spPr>
          <a:xfrm>
            <a:off x="4621680" y="41788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3" y="2"/>
                </a:moveTo>
                <a:lnTo>
                  <a:pt x="3" y="0"/>
                </a:lnTo>
                <a:lnTo>
                  <a:pt x="5" y="2"/>
                </a:lnTo>
                <a:lnTo>
                  <a:pt x="3" y="2"/>
                </a:lnTo>
                <a:lnTo>
                  <a:pt x="3" y="3"/>
                </a:lnTo>
                <a:lnTo>
                  <a:pt x="0" y="5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69" name=""/>
          <p:cNvSpPr/>
          <p:nvPr/>
        </p:nvSpPr>
        <p:spPr>
          <a:xfrm>
            <a:off x="4620600" y="41785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4"/>
                </a:moveTo>
                <a:lnTo>
                  <a:pt x="0" y="2"/>
                </a:lnTo>
                <a:lnTo>
                  <a:pt x="0" y="0"/>
                </a:lnTo>
                <a:lnTo>
                  <a:pt x="3" y="0"/>
                </a:lnTo>
                <a:lnTo>
                  <a:pt x="3" y="2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70" name=""/>
          <p:cNvSpPr/>
          <p:nvPr/>
        </p:nvSpPr>
        <p:spPr>
          <a:xfrm>
            <a:off x="4610880" y="41734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71" name=""/>
          <p:cNvSpPr/>
          <p:nvPr/>
        </p:nvSpPr>
        <p:spPr>
          <a:xfrm>
            <a:off x="4608000" y="4173120"/>
            <a:ext cx="3960" cy="2880"/>
          </a:xfrm>
          <a:custGeom>
            <a:avLst/>
            <a:gdLst/>
            <a:ahLst/>
            <a:rect l="0" t="0" r="r" b="b"/>
            <a:pathLst>
              <a:path fill="none" w="11" h="8">
                <a:moveTo>
                  <a:pt x="7" y="0"/>
                </a:moveTo>
                <a:lnTo>
                  <a:pt x="7" y="1"/>
                </a:lnTo>
                <a:lnTo>
                  <a:pt x="9" y="1"/>
                </a:lnTo>
                <a:lnTo>
                  <a:pt x="10" y="2"/>
                </a:lnTo>
                <a:lnTo>
                  <a:pt x="10" y="5"/>
                </a:lnTo>
                <a:lnTo>
                  <a:pt x="11" y="5"/>
                </a:lnTo>
                <a:lnTo>
                  <a:pt x="11" y="7"/>
                </a:lnTo>
                <a:lnTo>
                  <a:pt x="10" y="8"/>
                </a:lnTo>
                <a:lnTo>
                  <a:pt x="9" y="8"/>
                </a:lnTo>
                <a:lnTo>
                  <a:pt x="8" y="8"/>
                </a:lnTo>
                <a:lnTo>
                  <a:pt x="6" y="8"/>
                </a:lnTo>
                <a:lnTo>
                  <a:pt x="5" y="8"/>
                </a:lnTo>
                <a:lnTo>
                  <a:pt x="4" y="8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0" y="6"/>
                </a:lnTo>
                <a:lnTo>
                  <a:pt x="2" y="3"/>
                </a:lnTo>
                <a:lnTo>
                  <a:pt x="4" y="1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72" name=""/>
          <p:cNvSpPr/>
          <p:nvPr/>
        </p:nvSpPr>
        <p:spPr>
          <a:xfrm>
            <a:off x="4611960" y="417276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1" y="3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1" y="0"/>
                </a:lnTo>
                <a:lnTo>
                  <a:pt x="1" y="1"/>
                </a:lnTo>
                <a:lnTo>
                  <a:pt x="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73" name=""/>
          <p:cNvSpPr/>
          <p:nvPr/>
        </p:nvSpPr>
        <p:spPr>
          <a:xfrm>
            <a:off x="4610160" y="417168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4" y="1"/>
                </a:moveTo>
                <a:lnTo>
                  <a:pt x="5" y="1"/>
                </a:lnTo>
                <a:lnTo>
                  <a:pt x="6" y="1"/>
                </a:lnTo>
                <a:lnTo>
                  <a:pt x="5" y="3"/>
                </a:lnTo>
                <a:lnTo>
                  <a:pt x="5" y="4"/>
                </a:lnTo>
                <a:lnTo>
                  <a:pt x="4" y="5"/>
                </a:lnTo>
                <a:lnTo>
                  <a:pt x="4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74" name=""/>
          <p:cNvSpPr/>
          <p:nvPr/>
        </p:nvSpPr>
        <p:spPr>
          <a:xfrm>
            <a:off x="4620240" y="417132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1" y="2"/>
                </a:moveTo>
                <a:lnTo>
                  <a:pt x="1" y="3"/>
                </a:lnTo>
                <a:lnTo>
                  <a:pt x="2" y="3"/>
                </a:lnTo>
                <a:lnTo>
                  <a:pt x="2" y="4"/>
                </a:lnTo>
                <a:lnTo>
                  <a:pt x="3" y="3"/>
                </a:lnTo>
                <a:lnTo>
                  <a:pt x="3" y="2"/>
                </a:lnTo>
                <a:lnTo>
                  <a:pt x="5" y="2"/>
                </a:lnTo>
                <a:lnTo>
                  <a:pt x="6" y="2"/>
                </a:lnTo>
                <a:lnTo>
                  <a:pt x="5" y="3"/>
                </a:lnTo>
                <a:lnTo>
                  <a:pt x="5" y="4"/>
                </a:lnTo>
                <a:lnTo>
                  <a:pt x="2" y="6"/>
                </a:lnTo>
                <a:lnTo>
                  <a:pt x="2" y="4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75" name=""/>
          <p:cNvSpPr/>
          <p:nvPr/>
        </p:nvSpPr>
        <p:spPr>
          <a:xfrm>
            <a:off x="4622040" y="4169160"/>
            <a:ext cx="1800" cy="2520"/>
          </a:xfrm>
          <a:custGeom>
            <a:avLst/>
            <a:gdLst/>
            <a:ahLst/>
            <a:rect l="0" t="0" r="r" b="b"/>
            <a:pathLst>
              <a:path fill="none" w="5" h="7">
                <a:moveTo>
                  <a:pt x="4" y="0"/>
                </a:move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76" name=""/>
          <p:cNvSpPr/>
          <p:nvPr/>
        </p:nvSpPr>
        <p:spPr>
          <a:xfrm>
            <a:off x="4622760" y="4168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77" name=""/>
          <p:cNvSpPr/>
          <p:nvPr/>
        </p:nvSpPr>
        <p:spPr>
          <a:xfrm>
            <a:off x="4622400" y="41673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78" name=""/>
          <p:cNvSpPr/>
          <p:nvPr/>
        </p:nvSpPr>
        <p:spPr>
          <a:xfrm>
            <a:off x="4736880" y="41864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3" y="0"/>
                </a:moveTo>
                <a:lnTo>
                  <a:pt x="4" y="0"/>
                </a:lnTo>
                <a:lnTo>
                  <a:pt x="4" y="2"/>
                </a:lnTo>
                <a:lnTo>
                  <a:pt x="4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79" name=""/>
          <p:cNvSpPr/>
          <p:nvPr/>
        </p:nvSpPr>
        <p:spPr>
          <a:xfrm>
            <a:off x="4619160" y="4162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0" name=""/>
          <p:cNvSpPr/>
          <p:nvPr/>
        </p:nvSpPr>
        <p:spPr>
          <a:xfrm>
            <a:off x="4619880" y="41623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1" name=""/>
          <p:cNvSpPr/>
          <p:nvPr/>
        </p:nvSpPr>
        <p:spPr>
          <a:xfrm>
            <a:off x="4638240" y="416376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1" y="2"/>
                </a:moveTo>
                <a:lnTo>
                  <a:pt x="2" y="3"/>
                </a:lnTo>
                <a:lnTo>
                  <a:pt x="2" y="2"/>
                </a:lnTo>
                <a:lnTo>
                  <a:pt x="4" y="2"/>
                </a:lnTo>
                <a:lnTo>
                  <a:pt x="5" y="3"/>
                </a:lnTo>
                <a:lnTo>
                  <a:pt x="4" y="3"/>
                </a:lnTo>
                <a:lnTo>
                  <a:pt x="2" y="5"/>
                </a:lnTo>
                <a:lnTo>
                  <a:pt x="1" y="5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2" name=""/>
          <p:cNvSpPr/>
          <p:nvPr/>
        </p:nvSpPr>
        <p:spPr>
          <a:xfrm>
            <a:off x="4742640" y="4180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3" name=""/>
          <p:cNvSpPr/>
          <p:nvPr/>
        </p:nvSpPr>
        <p:spPr>
          <a:xfrm>
            <a:off x="4627080" y="4159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4" name=""/>
          <p:cNvSpPr/>
          <p:nvPr/>
        </p:nvSpPr>
        <p:spPr>
          <a:xfrm>
            <a:off x="4623840" y="415836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6" y="2"/>
                </a:moveTo>
                <a:lnTo>
                  <a:pt x="6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4" y="3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5" name=""/>
          <p:cNvSpPr/>
          <p:nvPr/>
        </p:nvSpPr>
        <p:spPr>
          <a:xfrm>
            <a:off x="4616640" y="41565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6" name=""/>
          <p:cNvSpPr/>
          <p:nvPr/>
        </p:nvSpPr>
        <p:spPr>
          <a:xfrm>
            <a:off x="4622760" y="41576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7" name=""/>
          <p:cNvSpPr/>
          <p:nvPr/>
        </p:nvSpPr>
        <p:spPr>
          <a:xfrm>
            <a:off x="4627440" y="41580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8" name=""/>
          <p:cNvSpPr/>
          <p:nvPr/>
        </p:nvSpPr>
        <p:spPr>
          <a:xfrm>
            <a:off x="4616280" y="4155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9" name=""/>
          <p:cNvSpPr/>
          <p:nvPr/>
        </p:nvSpPr>
        <p:spPr>
          <a:xfrm>
            <a:off x="4627800" y="4157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90" name=""/>
          <p:cNvSpPr/>
          <p:nvPr/>
        </p:nvSpPr>
        <p:spPr>
          <a:xfrm>
            <a:off x="4615200" y="41547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5" y="1"/>
                </a:moveTo>
                <a:lnTo>
                  <a:pt x="5" y="3"/>
                </a:lnTo>
                <a:lnTo>
                  <a:pt x="5" y="1"/>
                </a:lnTo>
                <a:lnTo>
                  <a:pt x="4" y="1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4" y="0"/>
                </a:lnTo>
                <a:lnTo>
                  <a:pt x="5" y="0"/>
                </a:lnTo>
                <a:lnTo>
                  <a:pt x="6" y="1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91" name=""/>
          <p:cNvSpPr/>
          <p:nvPr/>
        </p:nvSpPr>
        <p:spPr>
          <a:xfrm>
            <a:off x="4626720" y="415548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5" y="3"/>
                </a:moveTo>
                <a:lnTo>
                  <a:pt x="4" y="4"/>
                </a:lnTo>
                <a:lnTo>
                  <a:pt x="4" y="3"/>
                </a:lnTo>
                <a:lnTo>
                  <a:pt x="4" y="4"/>
                </a:lnTo>
                <a:lnTo>
                  <a:pt x="4" y="6"/>
                </a:lnTo>
                <a:lnTo>
                  <a:pt x="3" y="6"/>
                </a:lnTo>
                <a:lnTo>
                  <a:pt x="3" y="7"/>
                </a:lnTo>
                <a:lnTo>
                  <a:pt x="1" y="7"/>
                </a:lnTo>
                <a:lnTo>
                  <a:pt x="1" y="6"/>
                </a:lnTo>
                <a:lnTo>
                  <a:pt x="0" y="4"/>
                </a:lnTo>
                <a:lnTo>
                  <a:pt x="1" y="3"/>
                </a:lnTo>
                <a:lnTo>
                  <a:pt x="3" y="3"/>
                </a:lnTo>
                <a:lnTo>
                  <a:pt x="3" y="2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6" y="1"/>
                </a:lnTo>
                <a:lnTo>
                  <a:pt x="6" y="2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92" name=""/>
          <p:cNvSpPr/>
          <p:nvPr/>
        </p:nvSpPr>
        <p:spPr>
          <a:xfrm>
            <a:off x="4620240" y="4154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93" name=""/>
          <p:cNvSpPr/>
          <p:nvPr/>
        </p:nvSpPr>
        <p:spPr>
          <a:xfrm>
            <a:off x="4611600" y="4152960"/>
            <a:ext cx="3960" cy="1800"/>
          </a:xfrm>
          <a:custGeom>
            <a:avLst/>
            <a:gdLst/>
            <a:ahLst/>
            <a:rect l="0" t="0" r="r" b="b"/>
            <a:pathLst>
              <a:path fill="none" w="11" h="5">
                <a:moveTo>
                  <a:pt x="10" y="1"/>
                </a:moveTo>
                <a:lnTo>
                  <a:pt x="10" y="3"/>
                </a:lnTo>
                <a:lnTo>
                  <a:pt x="9" y="3"/>
                </a:lnTo>
                <a:lnTo>
                  <a:pt x="8" y="3"/>
                </a:lnTo>
                <a:lnTo>
                  <a:pt x="7" y="4"/>
                </a:lnTo>
                <a:lnTo>
                  <a:pt x="7" y="5"/>
                </a:lnTo>
                <a:lnTo>
                  <a:pt x="5" y="5"/>
                </a:lnTo>
                <a:lnTo>
                  <a:pt x="3" y="5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1" y="1"/>
                </a:lnTo>
                <a:lnTo>
                  <a:pt x="3" y="0"/>
                </a:lnTo>
                <a:lnTo>
                  <a:pt x="4" y="1"/>
                </a:lnTo>
                <a:lnTo>
                  <a:pt x="6" y="1"/>
                </a:lnTo>
                <a:lnTo>
                  <a:pt x="8" y="1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lnTo>
                  <a:pt x="1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94" name=""/>
          <p:cNvSpPr/>
          <p:nvPr/>
        </p:nvSpPr>
        <p:spPr>
          <a:xfrm>
            <a:off x="4616280" y="41526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95" name=""/>
          <p:cNvSpPr/>
          <p:nvPr/>
        </p:nvSpPr>
        <p:spPr>
          <a:xfrm>
            <a:off x="4615560" y="41526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96" name=""/>
          <p:cNvSpPr/>
          <p:nvPr/>
        </p:nvSpPr>
        <p:spPr>
          <a:xfrm>
            <a:off x="4610880" y="41508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2"/>
                </a:move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3" y="3"/>
                </a:lnTo>
                <a:lnTo>
                  <a:pt x="4" y="3"/>
                </a:lnTo>
                <a:lnTo>
                  <a:pt x="3" y="5"/>
                </a:lnTo>
                <a:lnTo>
                  <a:pt x="2" y="5"/>
                </a:lnTo>
                <a:lnTo>
                  <a:pt x="2" y="3"/>
                </a:lnTo>
                <a:lnTo>
                  <a:pt x="2" y="5"/>
                </a:lnTo>
                <a:lnTo>
                  <a:pt x="2" y="3"/>
                </a:lnTo>
                <a:lnTo>
                  <a:pt x="0" y="3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97" name=""/>
          <p:cNvSpPr/>
          <p:nvPr/>
        </p:nvSpPr>
        <p:spPr>
          <a:xfrm>
            <a:off x="4619880" y="41522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4" y="0"/>
                </a:moveTo>
                <a:lnTo>
                  <a:pt x="5" y="0"/>
                </a:lnTo>
                <a:lnTo>
                  <a:pt x="5" y="1"/>
                </a:lnTo>
                <a:lnTo>
                  <a:pt x="4" y="1"/>
                </a:lnTo>
                <a:lnTo>
                  <a:pt x="4" y="2"/>
                </a:lnTo>
                <a:lnTo>
                  <a:pt x="4" y="4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2" y="2"/>
                </a:lnTo>
                <a:lnTo>
                  <a:pt x="0" y="1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98" name=""/>
          <p:cNvSpPr/>
          <p:nvPr/>
        </p:nvSpPr>
        <p:spPr>
          <a:xfrm>
            <a:off x="4611240" y="4150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99" name=""/>
          <p:cNvSpPr/>
          <p:nvPr/>
        </p:nvSpPr>
        <p:spPr>
          <a:xfrm>
            <a:off x="4634280" y="41540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00" name=""/>
          <p:cNvSpPr/>
          <p:nvPr/>
        </p:nvSpPr>
        <p:spPr>
          <a:xfrm>
            <a:off x="4633200" y="4153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01" name=""/>
          <p:cNvSpPr/>
          <p:nvPr/>
        </p:nvSpPr>
        <p:spPr>
          <a:xfrm>
            <a:off x="4611240" y="4150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02" name=""/>
          <p:cNvSpPr/>
          <p:nvPr/>
        </p:nvSpPr>
        <p:spPr>
          <a:xfrm>
            <a:off x="4626720" y="41522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03" name=""/>
          <p:cNvSpPr/>
          <p:nvPr/>
        </p:nvSpPr>
        <p:spPr>
          <a:xfrm>
            <a:off x="4609440" y="414936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0"/>
                </a:moveTo>
                <a:lnTo>
                  <a:pt x="3" y="2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04" name=""/>
          <p:cNvSpPr/>
          <p:nvPr/>
        </p:nvSpPr>
        <p:spPr>
          <a:xfrm>
            <a:off x="4635360" y="4152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05" name=""/>
          <p:cNvSpPr/>
          <p:nvPr/>
        </p:nvSpPr>
        <p:spPr>
          <a:xfrm>
            <a:off x="4633920" y="415188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3" y="0"/>
                </a:move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06" name=""/>
          <p:cNvSpPr/>
          <p:nvPr/>
        </p:nvSpPr>
        <p:spPr>
          <a:xfrm>
            <a:off x="4627440" y="414828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07" name=""/>
          <p:cNvSpPr/>
          <p:nvPr/>
        </p:nvSpPr>
        <p:spPr>
          <a:xfrm>
            <a:off x="4626720" y="4147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08" name=""/>
          <p:cNvSpPr/>
          <p:nvPr/>
        </p:nvSpPr>
        <p:spPr>
          <a:xfrm>
            <a:off x="4629960" y="41450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09" name=""/>
          <p:cNvSpPr/>
          <p:nvPr/>
        </p:nvSpPr>
        <p:spPr>
          <a:xfrm>
            <a:off x="4631040" y="41432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1"/>
                </a:moveTo>
                <a:lnTo>
                  <a:pt x="2" y="1"/>
                </a:ln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2" y="1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10" name=""/>
          <p:cNvSpPr/>
          <p:nvPr/>
        </p:nvSpPr>
        <p:spPr>
          <a:xfrm>
            <a:off x="4632120" y="4143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3" y="4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11" name=""/>
          <p:cNvSpPr/>
          <p:nvPr/>
        </p:nvSpPr>
        <p:spPr>
          <a:xfrm>
            <a:off x="4635000" y="414252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12" name=""/>
          <p:cNvSpPr/>
          <p:nvPr/>
        </p:nvSpPr>
        <p:spPr>
          <a:xfrm>
            <a:off x="4633200" y="4142160"/>
            <a:ext cx="2880" cy="2160"/>
          </a:xfrm>
          <a:custGeom>
            <a:avLst/>
            <a:gdLst/>
            <a:ahLst/>
            <a:rect l="0" t="0" r="r" b="b"/>
            <a:pathLst>
              <a:path fill="none" w="8" h="6">
                <a:moveTo>
                  <a:pt x="5" y="0"/>
                </a:move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  <a:lnTo>
                  <a:pt x="6" y="3"/>
                </a:lnTo>
                <a:lnTo>
                  <a:pt x="7" y="5"/>
                </a:lnTo>
                <a:lnTo>
                  <a:pt x="8" y="5"/>
                </a:lnTo>
                <a:lnTo>
                  <a:pt x="7" y="5"/>
                </a:lnTo>
                <a:lnTo>
                  <a:pt x="6" y="5"/>
                </a:lnTo>
                <a:lnTo>
                  <a:pt x="6" y="6"/>
                </a:lnTo>
                <a:lnTo>
                  <a:pt x="5" y="6"/>
                </a:lnTo>
                <a:lnTo>
                  <a:pt x="4" y="6"/>
                </a:lnTo>
                <a:lnTo>
                  <a:pt x="2" y="6"/>
                </a:lnTo>
                <a:lnTo>
                  <a:pt x="2" y="5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13" name=""/>
          <p:cNvSpPr/>
          <p:nvPr/>
        </p:nvSpPr>
        <p:spPr>
          <a:xfrm>
            <a:off x="4646160" y="41414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14" name=""/>
          <p:cNvSpPr/>
          <p:nvPr/>
        </p:nvSpPr>
        <p:spPr>
          <a:xfrm>
            <a:off x="4645440" y="41407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15" name=""/>
          <p:cNvSpPr/>
          <p:nvPr/>
        </p:nvSpPr>
        <p:spPr>
          <a:xfrm>
            <a:off x="4636080" y="41371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16" name=""/>
          <p:cNvSpPr/>
          <p:nvPr/>
        </p:nvSpPr>
        <p:spPr>
          <a:xfrm>
            <a:off x="4638240" y="41349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3"/>
                </a:move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17" name=""/>
          <p:cNvSpPr/>
          <p:nvPr/>
        </p:nvSpPr>
        <p:spPr>
          <a:xfrm>
            <a:off x="4639680" y="413424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2" y="3"/>
                </a:moveTo>
                <a:lnTo>
                  <a:pt x="2" y="4"/>
                </a:lnTo>
                <a:lnTo>
                  <a:pt x="2" y="3"/>
                </a:lnTo>
                <a:lnTo>
                  <a:pt x="2" y="4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18" name=""/>
          <p:cNvSpPr/>
          <p:nvPr/>
        </p:nvSpPr>
        <p:spPr>
          <a:xfrm>
            <a:off x="4632120" y="41320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19" name=""/>
          <p:cNvSpPr/>
          <p:nvPr/>
        </p:nvSpPr>
        <p:spPr>
          <a:xfrm>
            <a:off x="4640760" y="4132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20" name=""/>
          <p:cNvSpPr/>
          <p:nvPr/>
        </p:nvSpPr>
        <p:spPr>
          <a:xfrm>
            <a:off x="4641840" y="41281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21" name=""/>
          <p:cNvSpPr/>
          <p:nvPr/>
        </p:nvSpPr>
        <p:spPr>
          <a:xfrm>
            <a:off x="4657680" y="41248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22" name=""/>
          <p:cNvSpPr/>
          <p:nvPr/>
        </p:nvSpPr>
        <p:spPr>
          <a:xfrm>
            <a:off x="4658760" y="4123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23" name=""/>
          <p:cNvSpPr/>
          <p:nvPr/>
        </p:nvSpPr>
        <p:spPr>
          <a:xfrm>
            <a:off x="4659480" y="4123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24" name=""/>
          <p:cNvSpPr/>
          <p:nvPr/>
        </p:nvSpPr>
        <p:spPr>
          <a:xfrm>
            <a:off x="4656960" y="412308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1" y="0"/>
                </a:moveTo>
                <a:lnTo>
                  <a:pt x="1" y="1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4"/>
                </a:lnTo>
                <a:lnTo>
                  <a:pt x="4" y="4"/>
                </a:lnTo>
                <a:lnTo>
                  <a:pt x="5" y="5"/>
                </a:lnTo>
                <a:lnTo>
                  <a:pt x="1" y="4"/>
                </a:lnTo>
                <a:lnTo>
                  <a:pt x="1" y="5"/>
                </a:lnTo>
                <a:lnTo>
                  <a:pt x="3" y="5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4"/>
                </a:lnTo>
                <a:lnTo>
                  <a:pt x="1" y="2"/>
                </a:lnTo>
                <a:lnTo>
                  <a:pt x="1" y="1"/>
                </a:lnTo>
                <a:lnTo>
                  <a:pt x="1" y="2"/>
                </a:lnTo>
                <a:lnTo>
                  <a:pt x="3" y="2"/>
                </a:lnTo>
                <a:lnTo>
                  <a:pt x="3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25" name=""/>
          <p:cNvSpPr/>
          <p:nvPr/>
        </p:nvSpPr>
        <p:spPr>
          <a:xfrm>
            <a:off x="4658040" y="4122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26" name=""/>
          <p:cNvSpPr/>
          <p:nvPr/>
        </p:nvSpPr>
        <p:spPr>
          <a:xfrm>
            <a:off x="4649760" y="41169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27" name=""/>
          <p:cNvSpPr/>
          <p:nvPr/>
        </p:nvSpPr>
        <p:spPr>
          <a:xfrm>
            <a:off x="4662360" y="41184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28" name=""/>
          <p:cNvSpPr/>
          <p:nvPr/>
        </p:nvSpPr>
        <p:spPr>
          <a:xfrm>
            <a:off x="4662000" y="41180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29" name=""/>
          <p:cNvSpPr/>
          <p:nvPr/>
        </p:nvSpPr>
        <p:spPr>
          <a:xfrm>
            <a:off x="4660560" y="41176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30" name=""/>
          <p:cNvSpPr/>
          <p:nvPr/>
        </p:nvSpPr>
        <p:spPr>
          <a:xfrm>
            <a:off x="4649760" y="41158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31" name=""/>
          <p:cNvSpPr/>
          <p:nvPr/>
        </p:nvSpPr>
        <p:spPr>
          <a:xfrm>
            <a:off x="4661640" y="41176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4"/>
                </a:move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32" name=""/>
          <p:cNvSpPr/>
          <p:nvPr/>
        </p:nvSpPr>
        <p:spPr>
          <a:xfrm>
            <a:off x="4654440" y="411624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2" y="2"/>
                </a:moveTo>
                <a:lnTo>
                  <a:pt x="2" y="3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33" name=""/>
          <p:cNvSpPr/>
          <p:nvPr/>
        </p:nvSpPr>
        <p:spPr>
          <a:xfrm>
            <a:off x="4649040" y="411552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34" name=""/>
          <p:cNvSpPr/>
          <p:nvPr/>
        </p:nvSpPr>
        <p:spPr>
          <a:xfrm>
            <a:off x="4652280" y="4115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35" name=""/>
          <p:cNvSpPr/>
          <p:nvPr/>
        </p:nvSpPr>
        <p:spPr>
          <a:xfrm>
            <a:off x="4651560" y="41148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36" name=""/>
          <p:cNvSpPr/>
          <p:nvPr/>
        </p:nvSpPr>
        <p:spPr>
          <a:xfrm>
            <a:off x="4660200" y="41130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37" name=""/>
          <p:cNvSpPr/>
          <p:nvPr/>
        </p:nvSpPr>
        <p:spPr>
          <a:xfrm>
            <a:off x="4659480" y="41130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38" name=""/>
          <p:cNvSpPr/>
          <p:nvPr/>
        </p:nvSpPr>
        <p:spPr>
          <a:xfrm>
            <a:off x="4659480" y="41122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39" name=""/>
          <p:cNvSpPr/>
          <p:nvPr/>
        </p:nvSpPr>
        <p:spPr>
          <a:xfrm>
            <a:off x="4657680" y="41119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40" name=""/>
          <p:cNvSpPr/>
          <p:nvPr/>
        </p:nvSpPr>
        <p:spPr>
          <a:xfrm>
            <a:off x="4659480" y="4110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4"/>
                </a:moveTo>
                <a:lnTo>
                  <a:pt x="0" y="4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3" y="1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41" name=""/>
          <p:cNvSpPr/>
          <p:nvPr/>
        </p:nvSpPr>
        <p:spPr>
          <a:xfrm>
            <a:off x="4662360" y="41108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42" name=""/>
          <p:cNvSpPr/>
          <p:nvPr/>
        </p:nvSpPr>
        <p:spPr>
          <a:xfrm>
            <a:off x="4655880" y="410868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3" y="2"/>
                </a:moveTo>
                <a:lnTo>
                  <a:pt x="4" y="3"/>
                </a:lnTo>
                <a:lnTo>
                  <a:pt x="5" y="3"/>
                </a:lnTo>
                <a:lnTo>
                  <a:pt x="5" y="2"/>
                </a:lnTo>
                <a:lnTo>
                  <a:pt x="7" y="2"/>
                </a:lnTo>
                <a:lnTo>
                  <a:pt x="7" y="3"/>
                </a:lnTo>
                <a:lnTo>
                  <a:pt x="5" y="4"/>
                </a:lnTo>
                <a:lnTo>
                  <a:pt x="4" y="6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43" name=""/>
          <p:cNvSpPr/>
          <p:nvPr/>
        </p:nvSpPr>
        <p:spPr>
          <a:xfrm>
            <a:off x="4658400" y="4109400"/>
            <a:ext cx="3600" cy="2160"/>
          </a:xfrm>
          <a:custGeom>
            <a:avLst/>
            <a:gdLst/>
            <a:ahLst/>
            <a:rect l="0" t="0" r="r" b="b"/>
            <a:pathLst>
              <a:path fill="none" w="10" h="6">
                <a:moveTo>
                  <a:pt x="10" y="0"/>
                </a:moveTo>
                <a:lnTo>
                  <a:pt x="10" y="1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8" y="2"/>
                </a:lnTo>
                <a:lnTo>
                  <a:pt x="9" y="2"/>
                </a:lnTo>
                <a:lnTo>
                  <a:pt x="8" y="4"/>
                </a:lnTo>
                <a:lnTo>
                  <a:pt x="8" y="5"/>
                </a:lnTo>
                <a:lnTo>
                  <a:pt x="9" y="5"/>
                </a:lnTo>
                <a:lnTo>
                  <a:pt x="8" y="6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4" y="0"/>
                </a:lnTo>
                <a:lnTo>
                  <a:pt x="6" y="1"/>
                </a:lnTo>
                <a:lnTo>
                  <a:pt x="6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44" name=""/>
          <p:cNvSpPr/>
          <p:nvPr/>
        </p:nvSpPr>
        <p:spPr>
          <a:xfrm>
            <a:off x="4660200" y="41090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0" y="2"/>
                </a:move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45" name=""/>
          <p:cNvSpPr/>
          <p:nvPr/>
        </p:nvSpPr>
        <p:spPr>
          <a:xfrm>
            <a:off x="4658760" y="41076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1"/>
                </a:moveTo>
                <a:lnTo>
                  <a:pt x="5" y="2"/>
                </a:lnTo>
                <a:lnTo>
                  <a:pt x="4" y="3"/>
                </a:lnTo>
                <a:lnTo>
                  <a:pt x="0" y="5"/>
                </a:lnTo>
                <a:lnTo>
                  <a:pt x="2" y="3"/>
                </a:lnTo>
                <a:lnTo>
                  <a:pt x="3" y="2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46" name=""/>
          <p:cNvSpPr/>
          <p:nvPr/>
        </p:nvSpPr>
        <p:spPr>
          <a:xfrm>
            <a:off x="4658760" y="41072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47" name=""/>
          <p:cNvSpPr/>
          <p:nvPr/>
        </p:nvSpPr>
        <p:spPr>
          <a:xfrm>
            <a:off x="4656600" y="4104720"/>
            <a:ext cx="3600" cy="2160"/>
          </a:xfrm>
          <a:custGeom>
            <a:avLst/>
            <a:gdLst/>
            <a:ahLst/>
            <a:rect l="0" t="0" r="r" b="b"/>
            <a:pathLst>
              <a:path fill="none" w="10" h="6">
                <a:moveTo>
                  <a:pt x="9" y="2"/>
                </a:moveTo>
                <a:lnTo>
                  <a:pt x="10" y="2"/>
                </a:lnTo>
                <a:lnTo>
                  <a:pt x="10" y="3"/>
                </a:lnTo>
                <a:lnTo>
                  <a:pt x="10" y="5"/>
                </a:lnTo>
                <a:lnTo>
                  <a:pt x="9" y="5"/>
                </a:lnTo>
                <a:lnTo>
                  <a:pt x="8" y="5"/>
                </a:lnTo>
                <a:lnTo>
                  <a:pt x="7" y="5"/>
                </a:lnTo>
                <a:lnTo>
                  <a:pt x="6" y="6"/>
                </a:lnTo>
                <a:lnTo>
                  <a:pt x="6" y="5"/>
                </a:lnTo>
                <a:lnTo>
                  <a:pt x="3" y="3"/>
                </a:lnTo>
                <a:lnTo>
                  <a:pt x="2" y="3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7" y="1"/>
                </a:lnTo>
                <a:lnTo>
                  <a:pt x="8" y="0"/>
                </a:lnTo>
                <a:lnTo>
                  <a:pt x="9" y="1"/>
                </a:lnTo>
                <a:lnTo>
                  <a:pt x="9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48" name=""/>
          <p:cNvSpPr/>
          <p:nvPr/>
        </p:nvSpPr>
        <p:spPr>
          <a:xfrm>
            <a:off x="4656600" y="410400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4" y="0"/>
                </a:moveTo>
                <a:lnTo>
                  <a:pt x="5" y="0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2" y="2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49" name=""/>
          <p:cNvSpPr/>
          <p:nvPr/>
        </p:nvSpPr>
        <p:spPr>
          <a:xfrm>
            <a:off x="4660920" y="410436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7" y="2"/>
                </a:moveTo>
                <a:lnTo>
                  <a:pt x="5" y="2"/>
                </a:lnTo>
                <a:lnTo>
                  <a:pt x="3" y="3"/>
                </a:lnTo>
                <a:lnTo>
                  <a:pt x="3" y="2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2"/>
                </a:lnTo>
                <a:lnTo>
                  <a:pt x="6" y="2"/>
                </a:lnTo>
                <a:lnTo>
                  <a:pt x="6" y="0"/>
                </a:lnTo>
                <a:lnTo>
                  <a:pt x="7" y="0"/>
                </a:lnTo>
                <a:lnTo>
                  <a:pt x="7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50" name=""/>
          <p:cNvSpPr/>
          <p:nvPr/>
        </p:nvSpPr>
        <p:spPr>
          <a:xfrm>
            <a:off x="4660200" y="4103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51" name=""/>
          <p:cNvSpPr/>
          <p:nvPr/>
        </p:nvSpPr>
        <p:spPr>
          <a:xfrm>
            <a:off x="4663440" y="4102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52" name=""/>
          <p:cNvSpPr/>
          <p:nvPr/>
        </p:nvSpPr>
        <p:spPr>
          <a:xfrm>
            <a:off x="4664520" y="4101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53" name=""/>
          <p:cNvSpPr/>
          <p:nvPr/>
        </p:nvSpPr>
        <p:spPr>
          <a:xfrm>
            <a:off x="4668480" y="41022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54" name=""/>
          <p:cNvSpPr/>
          <p:nvPr/>
        </p:nvSpPr>
        <p:spPr>
          <a:xfrm>
            <a:off x="4668480" y="410040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0" y="3"/>
                </a:moveTo>
                <a:lnTo>
                  <a:pt x="0" y="5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55" name=""/>
          <p:cNvSpPr/>
          <p:nvPr/>
        </p:nvSpPr>
        <p:spPr>
          <a:xfrm>
            <a:off x="4666320" y="410004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5" y="3"/>
                </a:move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2" y="3"/>
                </a:lnTo>
                <a:lnTo>
                  <a:pt x="3" y="3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56" name=""/>
          <p:cNvSpPr/>
          <p:nvPr/>
        </p:nvSpPr>
        <p:spPr>
          <a:xfrm>
            <a:off x="4671720" y="410040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2"/>
                </a:moveTo>
                <a:lnTo>
                  <a:pt x="3" y="3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57" name=""/>
          <p:cNvSpPr/>
          <p:nvPr/>
        </p:nvSpPr>
        <p:spPr>
          <a:xfrm>
            <a:off x="4667760" y="40993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58" name=""/>
          <p:cNvSpPr/>
          <p:nvPr/>
        </p:nvSpPr>
        <p:spPr>
          <a:xfrm>
            <a:off x="4660200" y="40978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59" name=""/>
          <p:cNvSpPr/>
          <p:nvPr/>
        </p:nvSpPr>
        <p:spPr>
          <a:xfrm>
            <a:off x="4660200" y="40953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4"/>
                </a:move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3" y="0"/>
                </a:lnTo>
                <a:lnTo>
                  <a:pt x="4" y="0"/>
                </a:lnTo>
                <a:lnTo>
                  <a:pt x="4" y="3"/>
                </a:lnTo>
                <a:lnTo>
                  <a:pt x="3" y="4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60" name=""/>
          <p:cNvSpPr/>
          <p:nvPr/>
        </p:nvSpPr>
        <p:spPr>
          <a:xfrm>
            <a:off x="4660560" y="4095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61" name=""/>
          <p:cNvSpPr/>
          <p:nvPr/>
        </p:nvSpPr>
        <p:spPr>
          <a:xfrm>
            <a:off x="4659840" y="40946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62" name=""/>
          <p:cNvSpPr/>
          <p:nvPr/>
        </p:nvSpPr>
        <p:spPr>
          <a:xfrm>
            <a:off x="4660200" y="40942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63" name=""/>
          <p:cNvSpPr/>
          <p:nvPr/>
        </p:nvSpPr>
        <p:spPr>
          <a:xfrm>
            <a:off x="4675680" y="40957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64" name=""/>
          <p:cNvSpPr/>
          <p:nvPr/>
        </p:nvSpPr>
        <p:spPr>
          <a:xfrm>
            <a:off x="4660920" y="40914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4"/>
                </a:moveTo>
                <a:lnTo>
                  <a:pt x="1" y="4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65" name=""/>
          <p:cNvSpPr/>
          <p:nvPr/>
        </p:nvSpPr>
        <p:spPr>
          <a:xfrm>
            <a:off x="4677120" y="4093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66" name=""/>
          <p:cNvSpPr/>
          <p:nvPr/>
        </p:nvSpPr>
        <p:spPr>
          <a:xfrm>
            <a:off x="4661640" y="40910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2"/>
                </a:move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67" name=""/>
          <p:cNvSpPr/>
          <p:nvPr/>
        </p:nvSpPr>
        <p:spPr>
          <a:xfrm>
            <a:off x="4676760" y="40932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68" name=""/>
          <p:cNvSpPr/>
          <p:nvPr/>
        </p:nvSpPr>
        <p:spPr>
          <a:xfrm>
            <a:off x="4676400" y="4093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69" name=""/>
          <p:cNvSpPr/>
          <p:nvPr/>
        </p:nvSpPr>
        <p:spPr>
          <a:xfrm>
            <a:off x="4676040" y="40906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70" name=""/>
          <p:cNvSpPr/>
          <p:nvPr/>
        </p:nvSpPr>
        <p:spPr>
          <a:xfrm>
            <a:off x="4677480" y="4090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71" name=""/>
          <p:cNvSpPr/>
          <p:nvPr/>
        </p:nvSpPr>
        <p:spPr>
          <a:xfrm>
            <a:off x="4677480" y="4089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72" name=""/>
          <p:cNvSpPr/>
          <p:nvPr/>
        </p:nvSpPr>
        <p:spPr>
          <a:xfrm>
            <a:off x="4678920" y="40899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73" name=""/>
          <p:cNvSpPr/>
          <p:nvPr/>
        </p:nvSpPr>
        <p:spPr>
          <a:xfrm>
            <a:off x="4676760" y="4088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74" name=""/>
          <p:cNvSpPr/>
          <p:nvPr/>
        </p:nvSpPr>
        <p:spPr>
          <a:xfrm>
            <a:off x="4677120" y="40888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75" name=""/>
          <p:cNvSpPr/>
          <p:nvPr/>
        </p:nvSpPr>
        <p:spPr>
          <a:xfrm>
            <a:off x="4676400" y="40885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76" name=""/>
          <p:cNvSpPr/>
          <p:nvPr/>
        </p:nvSpPr>
        <p:spPr>
          <a:xfrm>
            <a:off x="4676040" y="408816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3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77" name=""/>
          <p:cNvSpPr/>
          <p:nvPr/>
        </p:nvSpPr>
        <p:spPr>
          <a:xfrm>
            <a:off x="4685040" y="40896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78" name=""/>
          <p:cNvSpPr/>
          <p:nvPr/>
        </p:nvSpPr>
        <p:spPr>
          <a:xfrm>
            <a:off x="4675320" y="408600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3" y="3"/>
                </a:moveTo>
                <a:lnTo>
                  <a:pt x="3" y="4"/>
                </a:lnTo>
                <a:lnTo>
                  <a:pt x="4" y="4"/>
                </a:lnTo>
                <a:lnTo>
                  <a:pt x="5" y="4"/>
                </a:lnTo>
                <a:lnTo>
                  <a:pt x="5" y="6"/>
                </a:lnTo>
                <a:lnTo>
                  <a:pt x="4" y="6"/>
                </a:lnTo>
                <a:lnTo>
                  <a:pt x="5" y="6"/>
                </a:lnTo>
                <a:lnTo>
                  <a:pt x="4" y="6"/>
                </a:lnTo>
                <a:lnTo>
                  <a:pt x="3" y="6"/>
                </a:lnTo>
                <a:lnTo>
                  <a:pt x="3" y="4"/>
                </a:lnTo>
                <a:lnTo>
                  <a:pt x="3" y="6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2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79" name=""/>
          <p:cNvSpPr/>
          <p:nvPr/>
        </p:nvSpPr>
        <p:spPr>
          <a:xfrm>
            <a:off x="4683600" y="408708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3" y="3"/>
                </a:moveTo>
                <a:lnTo>
                  <a:pt x="2" y="4"/>
                </a:lnTo>
                <a:lnTo>
                  <a:pt x="1" y="4"/>
                </a:lnTo>
                <a:lnTo>
                  <a:pt x="1" y="6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5" y="2"/>
                </a:lnTo>
                <a:lnTo>
                  <a:pt x="5" y="0"/>
                </a:lnTo>
                <a:lnTo>
                  <a:pt x="6" y="0"/>
                </a:lnTo>
                <a:lnTo>
                  <a:pt x="5" y="2"/>
                </a:lnTo>
                <a:lnTo>
                  <a:pt x="5" y="3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80" name=""/>
          <p:cNvSpPr/>
          <p:nvPr/>
        </p:nvSpPr>
        <p:spPr>
          <a:xfrm>
            <a:off x="4683600" y="40852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2" y="0"/>
                </a:moveTo>
                <a:lnTo>
                  <a:pt x="2" y="1"/>
                </a:lnTo>
                <a:lnTo>
                  <a:pt x="2" y="3"/>
                </a:lnTo>
                <a:lnTo>
                  <a:pt x="3" y="3"/>
                </a:lnTo>
                <a:lnTo>
                  <a:pt x="3" y="1"/>
                </a:lnTo>
                <a:lnTo>
                  <a:pt x="5" y="3"/>
                </a:lnTo>
                <a:lnTo>
                  <a:pt x="3" y="4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81" name=""/>
          <p:cNvSpPr/>
          <p:nvPr/>
        </p:nvSpPr>
        <p:spPr>
          <a:xfrm>
            <a:off x="4681440" y="4082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82" name=""/>
          <p:cNvSpPr/>
          <p:nvPr/>
        </p:nvSpPr>
        <p:spPr>
          <a:xfrm>
            <a:off x="4681440" y="40816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83" name=""/>
          <p:cNvSpPr/>
          <p:nvPr/>
        </p:nvSpPr>
        <p:spPr>
          <a:xfrm>
            <a:off x="4680000" y="40780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2"/>
                </a:moveTo>
                <a:lnTo>
                  <a:pt x="4" y="2"/>
                </a:lnTo>
                <a:lnTo>
                  <a:pt x="4" y="3"/>
                </a:lnTo>
                <a:lnTo>
                  <a:pt x="4" y="5"/>
                </a:lnTo>
                <a:lnTo>
                  <a:pt x="3" y="5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lnTo>
                  <a:pt x="1" y="2"/>
                </a:lnTo>
                <a:lnTo>
                  <a:pt x="4" y="3"/>
                </a:lnTo>
                <a:lnTo>
                  <a:pt x="4" y="2"/>
                </a:lnTo>
                <a:lnTo>
                  <a:pt x="5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84" name=""/>
          <p:cNvSpPr/>
          <p:nvPr/>
        </p:nvSpPr>
        <p:spPr>
          <a:xfrm>
            <a:off x="4685040" y="407772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85" name=""/>
          <p:cNvSpPr/>
          <p:nvPr/>
        </p:nvSpPr>
        <p:spPr>
          <a:xfrm>
            <a:off x="4682880" y="40766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0"/>
                </a:moveTo>
                <a:lnTo>
                  <a:pt x="3" y="2"/>
                </a:lnTo>
                <a:lnTo>
                  <a:pt x="3" y="0"/>
                </a:lnTo>
                <a:lnTo>
                  <a:pt x="1" y="2"/>
                </a:lnTo>
                <a:lnTo>
                  <a:pt x="3" y="2"/>
                </a:lnTo>
                <a:lnTo>
                  <a:pt x="3" y="3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86" name=""/>
          <p:cNvSpPr/>
          <p:nvPr/>
        </p:nvSpPr>
        <p:spPr>
          <a:xfrm>
            <a:off x="4681800" y="40759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87" name=""/>
          <p:cNvSpPr/>
          <p:nvPr/>
        </p:nvSpPr>
        <p:spPr>
          <a:xfrm>
            <a:off x="4683960" y="407628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1" y="0"/>
                </a:moveTo>
                <a:lnTo>
                  <a:pt x="3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88" name=""/>
          <p:cNvSpPr/>
          <p:nvPr/>
        </p:nvSpPr>
        <p:spPr>
          <a:xfrm>
            <a:off x="4682520" y="4074120"/>
            <a:ext cx="1440" cy="2520"/>
          </a:xfrm>
          <a:custGeom>
            <a:avLst/>
            <a:gdLst/>
            <a:ahLst/>
            <a:rect l="0" t="0" r="r" b="b"/>
            <a:pathLst>
              <a:path fill="none" w="4" h="7">
                <a:moveTo>
                  <a:pt x="4" y="2"/>
                </a:move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2" y="5"/>
                </a:lnTo>
                <a:lnTo>
                  <a:pt x="0" y="7"/>
                </a:lnTo>
                <a:lnTo>
                  <a:pt x="0" y="5"/>
                </a:lnTo>
                <a:lnTo>
                  <a:pt x="1" y="5"/>
                </a:lnTo>
                <a:lnTo>
                  <a:pt x="2" y="3"/>
                </a:lnTo>
                <a:lnTo>
                  <a:pt x="2" y="2"/>
                </a:lnTo>
                <a:lnTo>
                  <a:pt x="1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89" name=""/>
          <p:cNvSpPr/>
          <p:nvPr/>
        </p:nvSpPr>
        <p:spPr>
          <a:xfrm>
            <a:off x="4676760" y="4070880"/>
            <a:ext cx="2160" cy="1080"/>
          </a:xfrm>
          <a:custGeom>
            <a:avLst/>
            <a:gdLst/>
            <a:ahLst/>
            <a:rect l="0" t="0" r="r" b="b"/>
            <a:pathLst>
              <a:path fill="none" w="6" h="3">
                <a:moveTo>
                  <a:pt x="6" y="2"/>
                </a:moveTo>
                <a:lnTo>
                  <a:pt x="6" y="3"/>
                </a:lnTo>
                <a:lnTo>
                  <a:pt x="4" y="3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90" name=""/>
          <p:cNvSpPr/>
          <p:nvPr/>
        </p:nvSpPr>
        <p:spPr>
          <a:xfrm>
            <a:off x="4695120" y="4072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91" name=""/>
          <p:cNvSpPr/>
          <p:nvPr/>
        </p:nvSpPr>
        <p:spPr>
          <a:xfrm>
            <a:off x="4696200" y="4071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92" name=""/>
          <p:cNvSpPr/>
          <p:nvPr/>
        </p:nvSpPr>
        <p:spPr>
          <a:xfrm>
            <a:off x="4676760" y="40651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93" name=""/>
          <p:cNvSpPr/>
          <p:nvPr/>
        </p:nvSpPr>
        <p:spPr>
          <a:xfrm>
            <a:off x="4685400" y="40658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1" y="0"/>
                </a:move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3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94" name=""/>
          <p:cNvSpPr/>
          <p:nvPr/>
        </p:nvSpPr>
        <p:spPr>
          <a:xfrm>
            <a:off x="4677840" y="40640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95" name=""/>
          <p:cNvSpPr/>
          <p:nvPr/>
        </p:nvSpPr>
        <p:spPr>
          <a:xfrm>
            <a:off x="4677480" y="40633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96" name=""/>
          <p:cNvSpPr/>
          <p:nvPr/>
        </p:nvSpPr>
        <p:spPr>
          <a:xfrm>
            <a:off x="4681080" y="406368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4" y="1"/>
                </a:moveTo>
                <a:lnTo>
                  <a:pt x="5" y="1"/>
                </a:lnTo>
                <a:lnTo>
                  <a:pt x="5" y="3"/>
                </a:lnTo>
                <a:lnTo>
                  <a:pt x="4" y="3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97" name=""/>
          <p:cNvSpPr/>
          <p:nvPr/>
        </p:nvSpPr>
        <p:spPr>
          <a:xfrm>
            <a:off x="4680720" y="4061880"/>
            <a:ext cx="3960" cy="2520"/>
          </a:xfrm>
          <a:custGeom>
            <a:avLst/>
            <a:gdLst/>
            <a:ahLst/>
            <a:rect l="0" t="0" r="r" b="b"/>
            <a:pathLst>
              <a:path fill="none" w="11" h="7">
                <a:moveTo>
                  <a:pt x="9" y="2"/>
                </a:moveTo>
                <a:lnTo>
                  <a:pt x="9" y="3"/>
                </a:lnTo>
                <a:lnTo>
                  <a:pt x="10" y="3"/>
                </a:lnTo>
                <a:lnTo>
                  <a:pt x="11" y="4"/>
                </a:lnTo>
                <a:lnTo>
                  <a:pt x="10" y="4"/>
                </a:lnTo>
                <a:lnTo>
                  <a:pt x="10" y="5"/>
                </a:lnTo>
                <a:lnTo>
                  <a:pt x="9" y="7"/>
                </a:lnTo>
                <a:lnTo>
                  <a:pt x="7" y="7"/>
                </a:lnTo>
                <a:lnTo>
                  <a:pt x="6" y="7"/>
                </a:lnTo>
                <a:lnTo>
                  <a:pt x="5" y="7"/>
                </a:lnTo>
                <a:lnTo>
                  <a:pt x="5" y="5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9" y="1"/>
                </a:lnTo>
                <a:lnTo>
                  <a:pt x="9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98" name=""/>
          <p:cNvSpPr/>
          <p:nvPr/>
        </p:nvSpPr>
        <p:spPr>
          <a:xfrm>
            <a:off x="4674600" y="4060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99" name=""/>
          <p:cNvSpPr/>
          <p:nvPr/>
        </p:nvSpPr>
        <p:spPr>
          <a:xfrm>
            <a:off x="4683240" y="40611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00" name=""/>
          <p:cNvSpPr/>
          <p:nvPr/>
        </p:nvSpPr>
        <p:spPr>
          <a:xfrm>
            <a:off x="4683960" y="40611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01" name=""/>
          <p:cNvSpPr/>
          <p:nvPr/>
        </p:nvSpPr>
        <p:spPr>
          <a:xfrm>
            <a:off x="4683600" y="4060800"/>
            <a:ext cx="3960" cy="5040"/>
          </a:xfrm>
          <a:custGeom>
            <a:avLst/>
            <a:gdLst/>
            <a:ahLst/>
            <a:rect l="0" t="0" r="r" b="b"/>
            <a:pathLst>
              <a:path fill="none" w="11" h="14">
                <a:moveTo>
                  <a:pt x="11" y="3"/>
                </a:moveTo>
                <a:lnTo>
                  <a:pt x="10" y="3"/>
                </a:lnTo>
                <a:lnTo>
                  <a:pt x="10" y="4"/>
                </a:lnTo>
                <a:lnTo>
                  <a:pt x="10" y="5"/>
                </a:lnTo>
                <a:lnTo>
                  <a:pt x="11" y="5"/>
                </a:lnTo>
                <a:lnTo>
                  <a:pt x="11" y="6"/>
                </a:lnTo>
                <a:lnTo>
                  <a:pt x="11" y="7"/>
                </a:lnTo>
                <a:lnTo>
                  <a:pt x="11" y="8"/>
                </a:lnTo>
                <a:lnTo>
                  <a:pt x="10" y="8"/>
                </a:lnTo>
                <a:lnTo>
                  <a:pt x="9" y="9"/>
                </a:lnTo>
                <a:lnTo>
                  <a:pt x="10" y="9"/>
                </a:lnTo>
                <a:lnTo>
                  <a:pt x="11" y="9"/>
                </a:lnTo>
                <a:lnTo>
                  <a:pt x="10" y="10"/>
                </a:lnTo>
                <a:lnTo>
                  <a:pt x="9" y="10"/>
                </a:lnTo>
                <a:lnTo>
                  <a:pt x="10" y="12"/>
                </a:lnTo>
                <a:lnTo>
                  <a:pt x="9" y="12"/>
                </a:lnTo>
                <a:lnTo>
                  <a:pt x="9" y="13"/>
                </a:lnTo>
                <a:lnTo>
                  <a:pt x="9" y="14"/>
                </a:lnTo>
                <a:lnTo>
                  <a:pt x="8" y="14"/>
                </a:lnTo>
                <a:lnTo>
                  <a:pt x="7" y="14"/>
                </a:lnTo>
                <a:lnTo>
                  <a:pt x="6" y="14"/>
                </a:lnTo>
                <a:lnTo>
                  <a:pt x="7" y="13"/>
                </a:lnTo>
                <a:lnTo>
                  <a:pt x="7" y="12"/>
                </a:lnTo>
                <a:lnTo>
                  <a:pt x="6" y="12"/>
                </a:lnTo>
                <a:lnTo>
                  <a:pt x="4" y="10"/>
                </a:lnTo>
                <a:lnTo>
                  <a:pt x="4" y="12"/>
                </a:lnTo>
                <a:lnTo>
                  <a:pt x="3" y="12"/>
                </a:lnTo>
                <a:lnTo>
                  <a:pt x="4" y="10"/>
                </a:lnTo>
                <a:lnTo>
                  <a:pt x="4" y="9"/>
                </a:lnTo>
                <a:lnTo>
                  <a:pt x="3" y="9"/>
                </a:lnTo>
                <a:lnTo>
                  <a:pt x="2" y="7"/>
                </a:lnTo>
                <a:lnTo>
                  <a:pt x="2" y="6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3" y="2"/>
                </a:lnTo>
                <a:lnTo>
                  <a:pt x="4" y="2"/>
                </a:lnTo>
                <a:lnTo>
                  <a:pt x="6" y="1"/>
                </a:lnTo>
                <a:lnTo>
                  <a:pt x="7" y="0"/>
                </a:lnTo>
                <a:lnTo>
                  <a:pt x="8" y="0"/>
                </a:lnTo>
                <a:lnTo>
                  <a:pt x="9" y="1"/>
                </a:lnTo>
                <a:lnTo>
                  <a:pt x="9" y="2"/>
                </a:lnTo>
                <a:lnTo>
                  <a:pt x="10" y="2"/>
                </a:lnTo>
                <a:lnTo>
                  <a:pt x="1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02" name=""/>
          <p:cNvSpPr/>
          <p:nvPr/>
        </p:nvSpPr>
        <p:spPr>
          <a:xfrm>
            <a:off x="4686120" y="4060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1"/>
                </a:move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03" name=""/>
          <p:cNvSpPr/>
          <p:nvPr/>
        </p:nvSpPr>
        <p:spPr>
          <a:xfrm>
            <a:off x="4686120" y="40593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04" name=""/>
          <p:cNvSpPr/>
          <p:nvPr/>
        </p:nvSpPr>
        <p:spPr>
          <a:xfrm>
            <a:off x="4688280" y="4059720"/>
            <a:ext cx="2160" cy="2880"/>
          </a:xfrm>
          <a:custGeom>
            <a:avLst/>
            <a:gdLst/>
            <a:ahLst/>
            <a:rect l="0" t="0" r="r" b="b"/>
            <a:pathLst>
              <a:path fill="none" w="6" h="8">
                <a:moveTo>
                  <a:pt x="3" y="3"/>
                </a:moveTo>
                <a:lnTo>
                  <a:pt x="3" y="4"/>
                </a:lnTo>
                <a:lnTo>
                  <a:pt x="3" y="5"/>
                </a:lnTo>
                <a:lnTo>
                  <a:pt x="4" y="5"/>
                </a:lnTo>
                <a:lnTo>
                  <a:pt x="6" y="4"/>
                </a:lnTo>
                <a:lnTo>
                  <a:pt x="6" y="5"/>
                </a:ln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2" y="6"/>
                </a:lnTo>
                <a:lnTo>
                  <a:pt x="2" y="8"/>
                </a:lnTo>
                <a:lnTo>
                  <a:pt x="0" y="8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2" y="2"/>
                </a:lnTo>
                <a:lnTo>
                  <a:pt x="2" y="0"/>
                </a:lnTo>
                <a:lnTo>
                  <a:pt x="3" y="2"/>
                </a:lnTo>
                <a:lnTo>
                  <a:pt x="4" y="3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05" name=""/>
          <p:cNvSpPr/>
          <p:nvPr/>
        </p:nvSpPr>
        <p:spPr>
          <a:xfrm>
            <a:off x="4687200" y="40590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06" name=""/>
          <p:cNvSpPr/>
          <p:nvPr/>
        </p:nvSpPr>
        <p:spPr>
          <a:xfrm>
            <a:off x="4687920" y="40586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07" name=""/>
          <p:cNvSpPr/>
          <p:nvPr/>
        </p:nvSpPr>
        <p:spPr>
          <a:xfrm>
            <a:off x="4681080" y="40557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08" name=""/>
          <p:cNvSpPr/>
          <p:nvPr/>
        </p:nvSpPr>
        <p:spPr>
          <a:xfrm>
            <a:off x="4686840" y="40546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09" name=""/>
          <p:cNvSpPr/>
          <p:nvPr/>
        </p:nvSpPr>
        <p:spPr>
          <a:xfrm>
            <a:off x="4687920" y="4052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10" name=""/>
          <p:cNvSpPr/>
          <p:nvPr/>
        </p:nvSpPr>
        <p:spPr>
          <a:xfrm>
            <a:off x="4695120" y="4053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11" name=""/>
          <p:cNvSpPr/>
          <p:nvPr/>
        </p:nvSpPr>
        <p:spPr>
          <a:xfrm>
            <a:off x="4693320" y="40525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12" name=""/>
          <p:cNvSpPr/>
          <p:nvPr/>
        </p:nvSpPr>
        <p:spPr>
          <a:xfrm>
            <a:off x="4674240" y="404928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13" name=""/>
          <p:cNvSpPr/>
          <p:nvPr/>
        </p:nvSpPr>
        <p:spPr>
          <a:xfrm>
            <a:off x="4674600" y="4048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14" name=""/>
          <p:cNvSpPr/>
          <p:nvPr/>
        </p:nvSpPr>
        <p:spPr>
          <a:xfrm>
            <a:off x="4673520" y="404784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3" y="0"/>
                </a:moveTo>
                <a:lnTo>
                  <a:pt x="3" y="2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15" name=""/>
          <p:cNvSpPr/>
          <p:nvPr/>
        </p:nvSpPr>
        <p:spPr>
          <a:xfrm>
            <a:off x="4693680" y="40510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1"/>
                </a:moveTo>
                <a:lnTo>
                  <a:pt x="3" y="1"/>
                </a:lnTo>
                <a:lnTo>
                  <a:pt x="2" y="1"/>
                </a:lnTo>
                <a:lnTo>
                  <a:pt x="2" y="3"/>
                </a:lnTo>
                <a:lnTo>
                  <a:pt x="1" y="4"/>
                </a:lnTo>
                <a:lnTo>
                  <a:pt x="0" y="4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16" name=""/>
          <p:cNvSpPr/>
          <p:nvPr/>
        </p:nvSpPr>
        <p:spPr>
          <a:xfrm>
            <a:off x="4687200" y="40500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17" name=""/>
          <p:cNvSpPr/>
          <p:nvPr/>
        </p:nvSpPr>
        <p:spPr>
          <a:xfrm>
            <a:off x="4674240" y="4047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18" name=""/>
          <p:cNvSpPr/>
          <p:nvPr/>
        </p:nvSpPr>
        <p:spPr>
          <a:xfrm>
            <a:off x="4675320" y="4047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19" name=""/>
          <p:cNvSpPr/>
          <p:nvPr/>
        </p:nvSpPr>
        <p:spPr>
          <a:xfrm>
            <a:off x="4676760" y="4047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0" name=""/>
          <p:cNvSpPr/>
          <p:nvPr/>
        </p:nvSpPr>
        <p:spPr>
          <a:xfrm>
            <a:off x="4693680" y="40503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1" name=""/>
          <p:cNvSpPr/>
          <p:nvPr/>
        </p:nvSpPr>
        <p:spPr>
          <a:xfrm>
            <a:off x="4686840" y="40485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2" name=""/>
          <p:cNvSpPr/>
          <p:nvPr/>
        </p:nvSpPr>
        <p:spPr>
          <a:xfrm>
            <a:off x="4677120" y="404712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3" name=""/>
          <p:cNvSpPr/>
          <p:nvPr/>
        </p:nvSpPr>
        <p:spPr>
          <a:xfrm>
            <a:off x="4679280" y="404532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4" name=""/>
          <p:cNvSpPr/>
          <p:nvPr/>
        </p:nvSpPr>
        <p:spPr>
          <a:xfrm>
            <a:off x="4688280" y="4044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5" name=""/>
          <p:cNvSpPr/>
          <p:nvPr/>
        </p:nvSpPr>
        <p:spPr>
          <a:xfrm>
            <a:off x="4687920" y="40442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6" name=""/>
          <p:cNvSpPr/>
          <p:nvPr/>
        </p:nvSpPr>
        <p:spPr>
          <a:xfrm>
            <a:off x="4692600" y="40446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7" name=""/>
          <p:cNvSpPr/>
          <p:nvPr/>
        </p:nvSpPr>
        <p:spPr>
          <a:xfrm>
            <a:off x="4694760" y="4043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8" name=""/>
          <p:cNvSpPr/>
          <p:nvPr/>
        </p:nvSpPr>
        <p:spPr>
          <a:xfrm>
            <a:off x="4695120" y="40428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9" name=""/>
          <p:cNvSpPr/>
          <p:nvPr/>
        </p:nvSpPr>
        <p:spPr>
          <a:xfrm>
            <a:off x="4695480" y="40424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30" name=""/>
          <p:cNvSpPr/>
          <p:nvPr/>
        </p:nvSpPr>
        <p:spPr>
          <a:xfrm>
            <a:off x="4694760" y="404208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31" name=""/>
          <p:cNvSpPr/>
          <p:nvPr/>
        </p:nvSpPr>
        <p:spPr>
          <a:xfrm>
            <a:off x="4694400" y="4041000"/>
            <a:ext cx="3240" cy="1800"/>
          </a:xfrm>
          <a:custGeom>
            <a:avLst/>
            <a:gdLst/>
            <a:ahLst/>
            <a:rect l="0" t="0" r="r" b="b"/>
            <a:pathLst>
              <a:path fill="none" w="9" h="5">
                <a:moveTo>
                  <a:pt x="3" y="2"/>
                </a:moveTo>
                <a:lnTo>
                  <a:pt x="3" y="3"/>
                </a:lnTo>
                <a:lnTo>
                  <a:pt x="4" y="3"/>
                </a:lnTo>
                <a:lnTo>
                  <a:pt x="5" y="3"/>
                </a:lnTo>
                <a:lnTo>
                  <a:pt x="6" y="4"/>
                </a:lnTo>
                <a:lnTo>
                  <a:pt x="7" y="4"/>
                </a:lnTo>
                <a:lnTo>
                  <a:pt x="9" y="4"/>
                </a:lnTo>
                <a:lnTo>
                  <a:pt x="9" y="5"/>
                </a:lnTo>
                <a:lnTo>
                  <a:pt x="7" y="5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32" name=""/>
          <p:cNvSpPr/>
          <p:nvPr/>
        </p:nvSpPr>
        <p:spPr>
          <a:xfrm>
            <a:off x="4694040" y="404064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1" y="0"/>
                </a:move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33" name=""/>
          <p:cNvSpPr/>
          <p:nvPr/>
        </p:nvSpPr>
        <p:spPr>
          <a:xfrm>
            <a:off x="4688280" y="40395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1" y="5"/>
                </a:move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3" y="2"/>
                </a:lnTo>
                <a:lnTo>
                  <a:pt x="1" y="3"/>
                </a:lnTo>
                <a:lnTo>
                  <a:pt x="1" y="4"/>
                </a:lnTo>
                <a:lnTo>
                  <a:pt x="1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34" name=""/>
          <p:cNvSpPr/>
          <p:nvPr/>
        </p:nvSpPr>
        <p:spPr>
          <a:xfrm>
            <a:off x="4695120" y="40402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35" name=""/>
          <p:cNvSpPr/>
          <p:nvPr/>
        </p:nvSpPr>
        <p:spPr>
          <a:xfrm>
            <a:off x="4694040" y="4039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36" name=""/>
          <p:cNvSpPr/>
          <p:nvPr/>
        </p:nvSpPr>
        <p:spPr>
          <a:xfrm>
            <a:off x="4689360" y="4038120"/>
            <a:ext cx="6120" cy="5760"/>
          </a:xfrm>
          <a:custGeom>
            <a:avLst/>
            <a:gdLst/>
            <a:ahLst/>
            <a:rect l="0" t="0" r="r" b="b"/>
            <a:pathLst>
              <a:path fill="none" w="17" h="16">
                <a:moveTo>
                  <a:pt x="9" y="2"/>
                </a:moveTo>
                <a:lnTo>
                  <a:pt x="9" y="3"/>
                </a:lnTo>
                <a:lnTo>
                  <a:pt x="9" y="5"/>
                </a:lnTo>
                <a:lnTo>
                  <a:pt x="9" y="6"/>
                </a:lnTo>
                <a:lnTo>
                  <a:pt x="10" y="7"/>
                </a:lnTo>
                <a:lnTo>
                  <a:pt x="10" y="8"/>
                </a:lnTo>
                <a:lnTo>
                  <a:pt x="11" y="8"/>
                </a:lnTo>
                <a:lnTo>
                  <a:pt x="12" y="8"/>
                </a:lnTo>
                <a:lnTo>
                  <a:pt x="13" y="9"/>
                </a:lnTo>
                <a:lnTo>
                  <a:pt x="13" y="8"/>
                </a:lnTo>
                <a:lnTo>
                  <a:pt x="12" y="8"/>
                </a:lnTo>
                <a:lnTo>
                  <a:pt x="13" y="8"/>
                </a:lnTo>
                <a:lnTo>
                  <a:pt x="13" y="9"/>
                </a:lnTo>
                <a:lnTo>
                  <a:pt x="14" y="9"/>
                </a:lnTo>
                <a:lnTo>
                  <a:pt x="14" y="10"/>
                </a:lnTo>
                <a:lnTo>
                  <a:pt x="15" y="10"/>
                </a:lnTo>
                <a:lnTo>
                  <a:pt x="15" y="11"/>
                </a:lnTo>
                <a:lnTo>
                  <a:pt x="17" y="12"/>
                </a:lnTo>
                <a:lnTo>
                  <a:pt x="15" y="12"/>
                </a:lnTo>
                <a:lnTo>
                  <a:pt x="14" y="13"/>
                </a:lnTo>
                <a:lnTo>
                  <a:pt x="15" y="13"/>
                </a:lnTo>
                <a:lnTo>
                  <a:pt x="14" y="14"/>
                </a:lnTo>
                <a:lnTo>
                  <a:pt x="13" y="15"/>
                </a:lnTo>
                <a:lnTo>
                  <a:pt x="13" y="16"/>
                </a:lnTo>
                <a:lnTo>
                  <a:pt x="13" y="15"/>
                </a:lnTo>
                <a:lnTo>
                  <a:pt x="13" y="14"/>
                </a:lnTo>
                <a:lnTo>
                  <a:pt x="12" y="14"/>
                </a:lnTo>
                <a:lnTo>
                  <a:pt x="11" y="15"/>
                </a:lnTo>
                <a:lnTo>
                  <a:pt x="10" y="15"/>
                </a:lnTo>
                <a:lnTo>
                  <a:pt x="10" y="14"/>
                </a:lnTo>
                <a:lnTo>
                  <a:pt x="11" y="14"/>
                </a:lnTo>
                <a:lnTo>
                  <a:pt x="10" y="14"/>
                </a:lnTo>
                <a:lnTo>
                  <a:pt x="9" y="15"/>
                </a:lnTo>
                <a:lnTo>
                  <a:pt x="9" y="14"/>
                </a:lnTo>
                <a:lnTo>
                  <a:pt x="9" y="13"/>
                </a:lnTo>
                <a:lnTo>
                  <a:pt x="9" y="14"/>
                </a:lnTo>
                <a:lnTo>
                  <a:pt x="9" y="13"/>
                </a:lnTo>
                <a:lnTo>
                  <a:pt x="8" y="11"/>
                </a:lnTo>
                <a:lnTo>
                  <a:pt x="7" y="11"/>
                </a:lnTo>
                <a:lnTo>
                  <a:pt x="7" y="10"/>
                </a:lnTo>
                <a:lnTo>
                  <a:pt x="6" y="9"/>
                </a:lnTo>
                <a:lnTo>
                  <a:pt x="5" y="8"/>
                </a:lnTo>
                <a:lnTo>
                  <a:pt x="5" y="9"/>
                </a:lnTo>
                <a:lnTo>
                  <a:pt x="3" y="10"/>
                </a:lnTo>
                <a:lnTo>
                  <a:pt x="2" y="9"/>
                </a:lnTo>
                <a:lnTo>
                  <a:pt x="0" y="9"/>
                </a:lnTo>
                <a:lnTo>
                  <a:pt x="2" y="8"/>
                </a:lnTo>
                <a:lnTo>
                  <a:pt x="2" y="7"/>
                </a:lnTo>
                <a:lnTo>
                  <a:pt x="3" y="6"/>
                </a:lnTo>
                <a:lnTo>
                  <a:pt x="3" y="5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  <a:lnTo>
                  <a:pt x="6" y="1"/>
                </a:lnTo>
                <a:lnTo>
                  <a:pt x="7" y="1"/>
                </a:lnTo>
                <a:lnTo>
                  <a:pt x="8" y="0"/>
                </a:lnTo>
                <a:lnTo>
                  <a:pt x="8" y="1"/>
                </a:lnTo>
                <a:lnTo>
                  <a:pt x="9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160" rIns="3600" bIns="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37" name=""/>
          <p:cNvSpPr/>
          <p:nvPr/>
        </p:nvSpPr>
        <p:spPr>
          <a:xfrm>
            <a:off x="4694760" y="4038480"/>
            <a:ext cx="3600" cy="2520"/>
          </a:xfrm>
          <a:custGeom>
            <a:avLst/>
            <a:gdLst/>
            <a:ahLst/>
            <a:rect l="0" t="0" r="r" b="b"/>
            <a:pathLst>
              <a:path fill="none" w="10" h="7">
                <a:moveTo>
                  <a:pt x="4" y="1"/>
                </a:moveTo>
                <a:lnTo>
                  <a:pt x="5" y="1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5" y="4"/>
                </a:lnTo>
                <a:lnTo>
                  <a:pt x="6" y="4"/>
                </a:lnTo>
                <a:lnTo>
                  <a:pt x="7" y="4"/>
                </a:lnTo>
                <a:lnTo>
                  <a:pt x="8" y="4"/>
                </a:lnTo>
                <a:lnTo>
                  <a:pt x="8" y="6"/>
                </a:lnTo>
                <a:lnTo>
                  <a:pt x="8" y="4"/>
                </a:lnTo>
                <a:lnTo>
                  <a:pt x="9" y="4"/>
                </a:lnTo>
                <a:lnTo>
                  <a:pt x="10" y="6"/>
                </a:lnTo>
                <a:lnTo>
                  <a:pt x="9" y="6"/>
                </a:lnTo>
                <a:lnTo>
                  <a:pt x="8" y="6"/>
                </a:lnTo>
                <a:lnTo>
                  <a:pt x="7" y="7"/>
                </a:lnTo>
                <a:lnTo>
                  <a:pt x="6" y="6"/>
                </a:lnTo>
                <a:lnTo>
                  <a:pt x="5" y="6"/>
                </a:lnTo>
                <a:lnTo>
                  <a:pt x="4" y="6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38" name=""/>
          <p:cNvSpPr/>
          <p:nvPr/>
        </p:nvSpPr>
        <p:spPr>
          <a:xfrm>
            <a:off x="4693320" y="40381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3" y="0"/>
                </a:moveTo>
                <a:lnTo>
                  <a:pt x="4" y="0"/>
                </a:lnTo>
                <a:lnTo>
                  <a:pt x="3" y="2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39" name=""/>
          <p:cNvSpPr/>
          <p:nvPr/>
        </p:nvSpPr>
        <p:spPr>
          <a:xfrm>
            <a:off x="4685400" y="4037040"/>
            <a:ext cx="3960" cy="3240"/>
          </a:xfrm>
          <a:custGeom>
            <a:avLst/>
            <a:gdLst/>
            <a:ahLst/>
            <a:rect l="0" t="0" r="r" b="b"/>
            <a:pathLst>
              <a:path fill="none" w="11" h="9">
                <a:moveTo>
                  <a:pt x="10" y="2"/>
                </a:moveTo>
                <a:lnTo>
                  <a:pt x="10" y="3"/>
                </a:lnTo>
                <a:lnTo>
                  <a:pt x="9" y="3"/>
                </a:lnTo>
                <a:lnTo>
                  <a:pt x="9" y="6"/>
                </a:lnTo>
                <a:lnTo>
                  <a:pt x="8" y="7"/>
                </a:lnTo>
                <a:lnTo>
                  <a:pt x="7" y="7"/>
                </a:lnTo>
                <a:lnTo>
                  <a:pt x="0" y="9"/>
                </a:lnTo>
                <a:lnTo>
                  <a:pt x="0" y="8"/>
                </a:lnTo>
                <a:lnTo>
                  <a:pt x="2" y="6"/>
                </a:lnTo>
                <a:lnTo>
                  <a:pt x="5" y="5"/>
                </a:lnTo>
                <a:lnTo>
                  <a:pt x="5" y="3"/>
                </a:lnTo>
                <a:lnTo>
                  <a:pt x="6" y="2"/>
                </a:lnTo>
                <a:lnTo>
                  <a:pt x="7" y="2"/>
                </a:lnTo>
                <a:lnTo>
                  <a:pt x="7" y="1"/>
                </a:lnTo>
                <a:lnTo>
                  <a:pt x="9" y="1"/>
                </a:lnTo>
                <a:lnTo>
                  <a:pt x="9" y="0"/>
                </a:lnTo>
                <a:lnTo>
                  <a:pt x="10" y="0"/>
                </a:lnTo>
                <a:lnTo>
                  <a:pt x="11" y="1"/>
                </a:lnTo>
                <a:lnTo>
                  <a:pt x="11" y="2"/>
                </a:lnTo>
                <a:lnTo>
                  <a:pt x="1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0" name=""/>
          <p:cNvSpPr/>
          <p:nvPr/>
        </p:nvSpPr>
        <p:spPr>
          <a:xfrm>
            <a:off x="4692960" y="40377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1" name=""/>
          <p:cNvSpPr/>
          <p:nvPr/>
        </p:nvSpPr>
        <p:spPr>
          <a:xfrm>
            <a:off x="4695120" y="40377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2" name=""/>
          <p:cNvSpPr/>
          <p:nvPr/>
        </p:nvSpPr>
        <p:spPr>
          <a:xfrm>
            <a:off x="4693680" y="40374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3" name=""/>
          <p:cNvSpPr/>
          <p:nvPr/>
        </p:nvSpPr>
        <p:spPr>
          <a:xfrm>
            <a:off x="4695120" y="4036320"/>
            <a:ext cx="3600" cy="3240"/>
          </a:xfrm>
          <a:custGeom>
            <a:avLst/>
            <a:gdLst/>
            <a:ahLst/>
            <a:rect l="0" t="0" r="r" b="b"/>
            <a:pathLst>
              <a:path fill="none" w="10" h="9">
                <a:moveTo>
                  <a:pt x="7" y="0"/>
                </a:moveTo>
                <a:lnTo>
                  <a:pt x="8" y="1"/>
                </a:lnTo>
                <a:lnTo>
                  <a:pt x="9" y="2"/>
                </a:lnTo>
                <a:lnTo>
                  <a:pt x="9" y="1"/>
                </a:lnTo>
                <a:lnTo>
                  <a:pt x="9" y="2"/>
                </a:lnTo>
                <a:lnTo>
                  <a:pt x="10" y="2"/>
                </a:lnTo>
                <a:lnTo>
                  <a:pt x="9" y="3"/>
                </a:lnTo>
                <a:lnTo>
                  <a:pt x="9" y="2"/>
                </a:lnTo>
                <a:lnTo>
                  <a:pt x="8" y="2"/>
                </a:lnTo>
                <a:lnTo>
                  <a:pt x="7" y="3"/>
                </a:lnTo>
                <a:lnTo>
                  <a:pt x="7" y="4"/>
                </a:lnTo>
                <a:lnTo>
                  <a:pt x="8" y="3"/>
                </a:lnTo>
                <a:lnTo>
                  <a:pt x="8" y="4"/>
                </a:lnTo>
                <a:lnTo>
                  <a:pt x="9" y="4"/>
                </a:lnTo>
                <a:lnTo>
                  <a:pt x="8" y="4"/>
                </a:lnTo>
                <a:lnTo>
                  <a:pt x="8" y="5"/>
                </a:lnTo>
                <a:lnTo>
                  <a:pt x="9" y="6"/>
                </a:lnTo>
                <a:lnTo>
                  <a:pt x="10" y="6"/>
                </a:lnTo>
                <a:lnTo>
                  <a:pt x="10" y="7"/>
                </a:lnTo>
                <a:lnTo>
                  <a:pt x="9" y="7"/>
                </a:lnTo>
                <a:lnTo>
                  <a:pt x="9" y="9"/>
                </a:lnTo>
                <a:lnTo>
                  <a:pt x="8" y="7"/>
                </a:lnTo>
                <a:lnTo>
                  <a:pt x="7" y="7"/>
                </a:lnTo>
                <a:lnTo>
                  <a:pt x="6" y="6"/>
                </a:lnTo>
                <a:lnTo>
                  <a:pt x="5" y="5"/>
                </a:ln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1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4" name=""/>
          <p:cNvSpPr/>
          <p:nvPr/>
        </p:nvSpPr>
        <p:spPr>
          <a:xfrm>
            <a:off x="4698000" y="40363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5" name=""/>
          <p:cNvSpPr/>
          <p:nvPr/>
        </p:nvSpPr>
        <p:spPr>
          <a:xfrm>
            <a:off x="4688280" y="40345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6" name=""/>
          <p:cNvSpPr/>
          <p:nvPr/>
        </p:nvSpPr>
        <p:spPr>
          <a:xfrm>
            <a:off x="4687560" y="4034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7" name=""/>
          <p:cNvSpPr/>
          <p:nvPr/>
        </p:nvSpPr>
        <p:spPr>
          <a:xfrm>
            <a:off x="4699440" y="4036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8" name=""/>
          <p:cNvSpPr/>
          <p:nvPr/>
        </p:nvSpPr>
        <p:spPr>
          <a:xfrm>
            <a:off x="4687920" y="4034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9" name=""/>
          <p:cNvSpPr/>
          <p:nvPr/>
        </p:nvSpPr>
        <p:spPr>
          <a:xfrm>
            <a:off x="4696200" y="40352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1" y="2"/>
                </a:move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2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50" name=""/>
          <p:cNvSpPr/>
          <p:nvPr/>
        </p:nvSpPr>
        <p:spPr>
          <a:xfrm>
            <a:off x="4687920" y="40338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51" name=""/>
          <p:cNvSpPr/>
          <p:nvPr/>
        </p:nvSpPr>
        <p:spPr>
          <a:xfrm>
            <a:off x="4696920" y="4034880"/>
            <a:ext cx="2880" cy="1440"/>
          </a:xfrm>
          <a:custGeom>
            <a:avLst/>
            <a:gdLst/>
            <a:ahLst/>
            <a:rect l="0" t="0" r="r" b="b"/>
            <a:pathLst>
              <a:path fill="none" w="8" h="4">
                <a:moveTo>
                  <a:pt x="8" y="1"/>
                </a:moveTo>
                <a:lnTo>
                  <a:pt x="6" y="1"/>
                </a:ln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  <a:lnTo>
                  <a:pt x="6" y="0"/>
                </a:lnTo>
                <a:lnTo>
                  <a:pt x="8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52" name=""/>
          <p:cNvSpPr/>
          <p:nvPr/>
        </p:nvSpPr>
        <p:spPr>
          <a:xfrm>
            <a:off x="4685400" y="4032360"/>
            <a:ext cx="2880" cy="2520"/>
          </a:xfrm>
          <a:custGeom>
            <a:avLst/>
            <a:gdLst/>
            <a:ahLst/>
            <a:rect l="0" t="0" r="r" b="b"/>
            <a:pathLst>
              <a:path fill="none" w="8" h="7">
                <a:moveTo>
                  <a:pt x="3" y="7"/>
                </a:moveTo>
                <a:lnTo>
                  <a:pt x="1" y="7"/>
                </a:lnTo>
                <a:lnTo>
                  <a:pt x="1" y="6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3" y="1"/>
                </a:lnTo>
                <a:lnTo>
                  <a:pt x="4" y="0"/>
                </a:lnTo>
                <a:lnTo>
                  <a:pt x="5" y="0"/>
                </a:lnTo>
                <a:lnTo>
                  <a:pt x="6" y="1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7" y="5"/>
                </a:lnTo>
                <a:lnTo>
                  <a:pt x="7" y="6"/>
                </a:lnTo>
                <a:lnTo>
                  <a:pt x="6" y="7"/>
                </a:lnTo>
                <a:lnTo>
                  <a:pt x="4" y="7"/>
                </a:lnTo>
                <a:lnTo>
                  <a:pt x="3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53" name=""/>
          <p:cNvSpPr/>
          <p:nvPr/>
        </p:nvSpPr>
        <p:spPr>
          <a:xfrm>
            <a:off x="4689720" y="403272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54" name=""/>
          <p:cNvSpPr/>
          <p:nvPr/>
        </p:nvSpPr>
        <p:spPr>
          <a:xfrm>
            <a:off x="4690440" y="40320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3"/>
                </a:moveTo>
                <a:lnTo>
                  <a:pt x="4" y="3"/>
                </a:lnTo>
                <a:lnTo>
                  <a:pt x="2" y="3"/>
                </a:lnTo>
                <a:lnTo>
                  <a:pt x="0" y="3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55" name=""/>
          <p:cNvSpPr/>
          <p:nvPr/>
        </p:nvSpPr>
        <p:spPr>
          <a:xfrm>
            <a:off x="4688640" y="40320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4"/>
                </a:moveTo>
                <a:lnTo>
                  <a:pt x="0" y="3"/>
                </a:lnTo>
                <a:lnTo>
                  <a:pt x="0" y="2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3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56" name=""/>
          <p:cNvSpPr/>
          <p:nvPr/>
        </p:nvSpPr>
        <p:spPr>
          <a:xfrm>
            <a:off x="4690080" y="4032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57" name=""/>
          <p:cNvSpPr/>
          <p:nvPr/>
        </p:nvSpPr>
        <p:spPr>
          <a:xfrm>
            <a:off x="4697280" y="40327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58" name=""/>
          <p:cNvSpPr/>
          <p:nvPr/>
        </p:nvSpPr>
        <p:spPr>
          <a:xfrm>
            <a:off x="4691880" y="40316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59" name=""/>
          <p:cNvSpPr/>
          <p:nvPr/>
        </p:nvSpPr>
        <p:spPr>
          <a:xfrm>
            <a:off x="4692240" y="40316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4"/>
                </a:move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60" name=""/>
          <p:cNvSpPr/>
          <p:nvPr/>
        </p:nvSpPr>
        <p:spPr>
          <a:xfrm>
            <a:off x="4694760" y="40320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4" y="4"/>
                </a:moveTo>
                <a:lnTo>
                  <a:pt x="3" y="2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61" name=""/>
          <p:cNvSpPr/>
          <p:nvPr/>
        </p:nvSpPr>
        <p:spPr>
          <a:xfrm>
            <a:off x="4689000" y="40309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62" name=""/>
          <p:cNvSpPr/>
          <p:nvPr/>
        </p:nvSpPr>
        <p:spPr>
          <a:xfrm>
            <a:off x="4691160" y="40312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63" name=""/>
          <p:cNvSpPr/>
          <p:nvPr/>
        </p:nvSpPr>
        <p:spPr>
          <a:xfrm>
            <a:off x="4692240" y="4030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64" name=""/>
          <p:cNvSpPr/>
          <p:nvPr/>
        </p:nvSpPr>
        <p:spPr>
          <a:xfrm>
            <a:off x="4698360" y="4032360"/>
            <a:ext cx="3960" cy="4680"/>
          </a:xfrm>
          <a:custGeom>
            <a:avLst/>
            <a:gdLst/>
            <a:ahLst/>
            <a:rect l="0" t="0" r="r" b="b"/>
            <a:pathLst>
              <a:path fill="none" w="11" h="13">
                <a:moveTo>
                  <a:pt x="9" y="3"/>
                </a:moveTo>
                <a:lnTo>
                  <a:pt x="10" y="4"/>
                </a:lnTo>
                <a:lnTo>
                  <a:pt x="9" y="4"/>
                </a:lnTo>
                <a:lnTo>
                  <a:pt x="8" y="4"/>
                </a:lnTo>
                <a:lnTo>
                  <a:pt x="8" y="5"/>
                </a:lnTo>
                <a:lnTo>
                  <a:pt x="9" y="5"/>
                </a:lnTo>
                <a:lnTo>
                  <a:pt x="10" y="5"/>
                </a:lnTo>
                <a:lnTo>
                  <a:pt x="11" y="6"/>
                </a:lnTo>
                <a:lnTo>
                  <a:pt x="10" y="6"/>
                </a:lnTo>
                <a:lnTo>
                  <a:pt x="10" y="7"/>
                </a:lnTo>
                <a:lnTo>
                  <a:pt x="11" y="7"/>
                </a:lnTo>
                <a:lnTo>
                  <a:pt x="11" y="8"/>
                </a:lnTo>
                <a:lnTo>
                  <a:pt x="10" y="8"/>
                </a:lnTo>
                <a:lnTo>
                  <a:pt x="9" y="8"/>
                </a:lnTo>
                <a:lnTo>
                  <a:pt x="9" y="9"/>
                </a:lnTo>
                <a:lnTo>
                  <a:pt x="8" y="9"/>
                </a:lnTo>
                <a:lnTo>
                  <a:pt x="7" y="9"/>
                </a:lnTo>
                <a:lnTo>
                  <a:pt x="7" y="10"/>
                </a:lnTo>
                <a:lnTo>
                  <a:pt x="7" y="11"/>
                </a:lnTo>
                <a:lnTo>
                  <a:pt x="8" y="11"/>
                </a:lnTo>
                <a:lnTo>
                  <a:pt x="9" y="12"/>
                </a:lnTo>
                <a:lnTo>
                  <a:pt x="9" y="13"/>
                </a:lnTo>
                <a:lnTo>
                  <a:pt x="8" y="13"/>
                </a:lnTo>
                <a:lnTo>
                  <a:pt x="7" y="13"/>
                </a:lnTo>
                <a:lnTo>
                  <a:pt x="6" y="13"/>
                </a:lnTo>
                <a:lnTo>
                  <a:pt x="6" y="12"/>
                </a:lnTo>
                <a:lnTo>
                  <a:pt x="6" y="11"/>
                </a:lnTo>
                <a:lnTo>
                  <a:pt x="5" y="11"/>
                </a:lnTo>
                <a:lnTo>
                  <a:pt x="5" y="10"/>
                </a:lnTo>
                <a:lnTo>
                  <a:pt x="6" y="9"/>
                </a:lnTo>
                <a:lnTo>
                  <a:pt x="6" y="8"/>
                </a:lnTo>
                <a:lnTo>
                  <a:pt x="5" y="7"/>
                </a:lnTo>
                <a:lnTo>
                  <a:pt x="5" y="6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1" y="4"/>
                </a:lnTo>
                <a:lnTo>
                  <a:pt x="0" y="3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7" y="2"/>
                </a:lnTo>
                <a:lnTo>
                  <a:pt x="8" y="2"/>
                </a:lnTo>
                <a:lnTo>
                  <a:pt x="9" y="2"/>
                </a:lnTo>
                <a:lnTo>
                  <a:pt x="10" y="0"/>
                </a:lnTo>
                <a:lnTo>
                  <a:pt x="10" y="2"/>
                </a:lnTo>
                <a:lnTo>
                  <a:pt x="9" y="2"/>
                </a:lnTo>
                <a:lnTo>
                  <a:pt x="9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080" rIns="360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65" name=""/>
          <p:cNvSpPr/>
          <p:nvPr/>
        </p:nvSpPr>
        <p:spPr>
          <a:xfrm>
            <a:off x="4690080" y="403056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3"/>
                </a:moveTo>
                <a:lnTo>
                  <a:pt x="3" y="5"/>
                </a:lnTo>
                <a:lnTo>
                  <a:pt x="2" y="5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2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66" name=""/>
          <p:cNvSpPr/>
          <p:nvPr/>
        </p:nvSpPr>
        <p:spPr>
          <a:xfrm>
            <a:off x="4692240" y="403092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5" y="3"/>
                </a:moveTo>
                <a:lnTo>
                  <a:pt x="6" y="4"/>
                </a:lnTo>
                <a:lnTo>
                  <a:pt x="5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67" name=""/>
          <p:cNvSpPr/>
          <p:nvPr/>
        </p:nvSpPr>
        <p:spPr>
          <a:xfrm>
            <a:off x="4702320" y="403236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1" y="2"/>
                </a:move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68" name=""/>
          <p:cNvSpPr/>
          <p:nvPr/>
        </p:nvSpPr>
        <p:spPr>
          <a:xfrm>
            <a:off x="4691160" y="40305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69" name=""/>
          <p:cNvSpPr/>
          <p:nvPr/>
        </p:nvSpPr>
        <p:spPr>
          <a:xfrm>
            <a:off x="4702320" y="40320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70" name=""/>
          <p:cNvSpPr/>
          <p:nvPr/>
        </p:nvSpPr>
        <p:spPr>
          <a:xfrm>
            <a:off x="4702320" y="40316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71" name=""/>
          <p:cNvSpPr/>
          <p:nvPr/>
        </p:nvSpPr>
        <p:spPr>
          <a:xfrm>
            <a:off x="4682160" y="402768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3"/>
                </a:move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72" name=""/>
          <p:cNvSpPr/>
          <p:nvPr/>
        </p:nvSpPr>
        <p:spPr>
          <a:xfrm>
            <a:off x="4686480" y="40280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73" name=""/>
          <p:cNvSpPr/>
          <p:nvPr/>
        </p:nvSpPr>
        <p:spPr>
          <a:xfrm>
            <a:off x="4682520" y="4026960"/>
            <a:ext cx="3240" cy="5040"/>
          </a:xfrm>
          <a:custGeom>
            <a:avLst/>
            <a:gdLst/>
            <a:ahLst/>
            <a:rect l="0" t="0" r="r" b="b"/>
            <a:pathLst>
              <a:path fill="none" w="9" h="14">
                <a:moveTo>
                  <a:pt x="2" y="0"/>
                </a:move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6" y="3"/>
                </a:lnTo>
                <a:lnTo>
                  <a:pt x="6" y="4"/>
                </a:lnTo>
                <a:lnTo>
                  <a:pt x="7" y="5"/>
                </a:lnTo>
                <a:lnTo>
                  <a:pt x="7" y="6"/>
                </a:lnTo>
                <a:lnTo>
                  <a:pt x="8" y="6"/>
                </a:lnTo>
                <a:lnTo>
                  <a:pt x="8" y="5"/>
                </a:lnTo>
                <a:lnTo>
                  <a:pt x="8" y="6"/>
                </a:lnTo>
                <a:lnTo>
                  <a:pt x="9" y="6"/>
                </a:lnTo>
                <a:lnTo>
                  <a:pt x="9" y="7"/>
                </a:lnTo>
                <a:lnTo>
                  <a:pt x="9" y="8"/>
                </a:lnTo>
                <a:lnTo>
                  <a:pt x="9" y="9"/>
                </a:lnTo>
                <a:lnTo>
                  <a:pt x="9" y="10"/>
                </a:lnTo>
                <a:lnTo>
                  <a:pt x="9" y="11"/>
                </a:lnTo>
                <a:lnTo>
                  <a:pt x="9" y="12"/>
                </a:lnTo>
                <a:lnTo>
                  <a:pt x="7" y="13"/>
                </a:lnTo>
                <a:lnTo>
                  <a:pt x="6" y="13"/>
                </a:lnTo>
                <a:lnTo>
                  <a:pt x="4" y="13"/>
                </a:lnTo>
                <a:lnTo>
                  <a:pt x="4" y="14"/>
                </a:lnTo>
                <a:lnTo>
                  <a:pt x="3" y="14"/>
                </a:lnTo>
                <a:lnTo>
                  <a:pt x="2" y="14"/>
                </a:lnTo>
                <a:lnTo>
                  <a:pt x="1" y="14"/>
                </a:lnTo>
                <a:lnTo>
                  <a:pt x="1" y="13"/>
                </a:lnTo>
                <a:lnTo>
                  <a:pt x="1" y="12"/>
                </a:lnTo>
                <a:lnTo>
                  <a:pt x="0" y="12"/>
                </a:lnTo>
                <a:lnTo>
                  <a:pt x="0" y="11"/>
                </a:lnTo>
                <a:lnTo>
                  <a:pt x="1" y="10"/>
                </a:lnTo>
                <a:lnTo>
                  <a:pt x="1" y="8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1" y="5"/>
                </a:lnTo>
                <a:lnTo>
                  <a:pt x="2" y="4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74" name=""/>
          <p:cNvSpPr/>
          <p:nvPr/>
        </p:nvSpPr>
        <p:spPr>
          <a:xfrm>
            <a:off x="4686840" y="4027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75" name=""/>
          <p:cNvSpPr/>
          <p:nvPr/>
        </p:nvSpPr>
        <p:spPr>
          <a:xfrm>
            <a:off x="4699800" y="4029480"/>
            <a:ext cx="1800" cy="2520"/>
          </a:xfrm>
          <a:custGeom>
            <a:avLst/>
            <a:gdLst/>
            <a:ahLst/>
            <a:rect l="0" t="0" r="r" b="b"/>
            <a:pathLst>
              <a:path fill="none" w="5" h="7">
                <a:moveTo>
                  <a:pt x="4" y="1"/>
                </a:moveTo>
                <a:lnTo>
                  <a:pt x="4" y="2"/>
                </a:lnTo>
                <a:lnTo>
                  <a:pt x="5" y="3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2" y="5"/>
                </a:lnTo>
                <a:lnTo>
                  <a:pt x="1" y="7"/>
                </a:lnTo>
                <a:lnTo>
                  <a:pt x="0" y="5"/>
                </a:lnTo>
                <a:lnTo>
                  <a:pt x="0" y="4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2" y="1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76" name=""/>
          <p:cNvSpPr/>
          <p:nvPr/>
        </p:nvSpPr>
        <p:spPr>
          <a:xfrm>
            <a:off x="4686840" y="40269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77" name=""/>
          <p:cNvSpPr/>
          <p:nvPr/>
        </p:nvSpPr>
        <p:spPr>
          <a:xfrm>
            <a:off x="4683240" y="4026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78" name=""/>
          <p:cNvSpPr/>
          <p:nvPr/>
        </p:nvSpPr>
        <p:spPr>
          <a:xfrm>
            <a:off x="4701600" y="40291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79" name=""/>
          <p:cNvSpPr/>
          <p:nvPr/>
        </p:nvSpPr>
        <p:spPr>
          <a:xfrm>
            <a:off x="4685040" y="402624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3" y="5"/>
                </a:moveTo>
                <a:lnTo>
                  <a:pt x="3" y="6"/>
                </a:lnTo>
                <a:lnTo>
                  <a:pt x="1" y="6"/>
                </a:lnTo>
                <a:lnTo>
                  <a:pt x="2" y="6"/>
                </a:lnTo>
                <a:lnTo>
                  <a:pt x="2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5" y="1"/>
                </a:lnTo>
                <a:lnTo>
                  <a:pt x="5" y="3"/>
                </a:lnTo>
                <a:lnTo>
                  <a:pt x="5" y="4"/>
                </a:lnTo>
                <a:lnTo>
                  <a:pt x="3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80" name=""/>
          <p:cNvSpPr/>
          <p:nvPr/>
        </p:nvSpPr>
        <p:spPr>
          <a:xfrm>
            <a:off x="4692600" y="4025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81" name=""/>
          <p:cNvSpPr/>
          <p:nvPr/>
        </p:nvSpPr>
        <p:spPr>
          <a:xfrm>
            <a:off x="4685760" y="4023720"/>
            <a:ext cx="13320" cy="9360"/>
          </a:xfrm>
          <a:custGeom>
            <a:avLst/>
            <a:gdLst/>
            <a:ahLst/>
            <a:rect l="0" t="0" r="r" b="b"/>
            <a:pathLst>
              <a:path fill="none" w="37" h="26">
                <a:moveTo>
                  <a:pt x="4" y="2"/>
                </a:move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  <a:lnTo>
                  <a:pt x="7" y="3"/>
                </a:lnTo>
                <a:lnTo>
                  <a:pt x="8" y="4"/>
                </a:lnTo>
                <a:lnTo>
                  <a:pt x="10" y="4"/>
                </a:lnTo>
                <a:lnTo>
                  <a:pt x="11" y="4"/>
                </a:lnTo>
                <a:lnTo>
                  <a:pt x="12" y="4"/>
                </a:lnTo>
                <a:lnTo>
                  <a:pt x="13" y="3"/>
                </a:lnTo>
                <a:lnTo>
                  <a:pt x="14" y="3"/>
                </a:lnTo>
                <a:lnTo>
                  <a:pt x="15" y="3"/>
                </a:lnTo>
                <a:lnTo>
                  <a:pt x="16" y="4"/>
                </a:lnTo>
                <a:lnTo>
                  <a:pt x="16" y="5"/>
                </a:lnTo>
                <a:lnTo>
                  <a:pt x="17" y="5"/>
                </a:lnTo>
                <a:lnTo>
                  <a:pt x="17" y="6"/>
                </a:lnTo>
                <a:lnTo>
                  <a:pt x="18" y="6"/>
                </a:lnTo>
                <a:lnTo>
                  <a:pt x="18" y="7"/>
                </a:lnTo>
                <a:lnTo>
                  <a:pt x="19" y="7"/>
                </a:lnTo>
                <a:lnTo>
                  <a:pt x="19" y="8"/>
                </a:lnTo>
                <a:lnTo>
                  <a:pt x="21" y="8"/>
                </a:lnTo>
                <a:lnTo>
                  <a:pt x="22" y="8"/>
                </a:lnTo>
                <a:lnTo>
                  <a:pt x="23" y="8"/>
                </a:lnTo>
                <a:lnTo>
                  <a:pt x="25" y="8"/>
                </a:lnTo>
                <a:lnTo>
                  <a:pt x="26" y="8"/>
                </a:lnTo>
                <a:lnTo>
                  <a:pt x="27" y="8"/>
                </a:lnTo>
                <a:lnTo>
                  <a:pt x="28" y="8"/>
                </a:lnTo>
                <a:lnTo>
                  <a:pt x="29" y="9"/>
                </a:lnTo>
                <a:lnTo>
                  <a:pt x="30" y="9"/>
                </a:lnTo>
                <a:lnTo>
                  <a:pt x="31" y="9"/>
                </a:lnTo>
                <a:lnTo>
                  <a:pt x="32" y="9"/>
                </a:lnTo>
                <a:lnTo>
                  <a:pt x="33" y="10"/>
                </a:lnTo>
                <a:lnTo>
                  <a:pt x="33" y="11"/>
                </a:lnTo>
                <a:lnTo>
                  <a:pt x="32" y="11"/>
                </a:lnTo>
                <a:lnTo>
                  <a:pt x="31" y="11"/>
                </a:lnTo>
                <a:lnTo>
                  <a:pt x="30" y="11"/>
                </a:lnTo>
                <a:lnTo>
                  <a:pt x="29" y="11"/>
                </a:lnTo>
                <a:lnTo>
                  <a:pt x="29" y="12"/>
                </a:lnTo>
                <a:lnTo>
                  <a:pt x="28" y="12"/>
                </a:lnTo>
                <a:lnTo>
                  <a:pt x="29" y="12"/>
                </a:lnTo>
                <a:lnTo>
                  <a:pt x="29" y="13"/>
                </a:lnTo>
                <a:lnTo>
                  <a:pt x="30" y="13"/>
                </a:lnTo>
                <a:lnTo>
                  <a:pt x="32" y="13"/>
                </a:lnTo>
                <a:lnTo>
                  <a:pt x="33" y="15"/>
                </a:lnTo>
                <a:lnTo>
                  <a:pt x="34" y="15"/>
                </a:lnTo>
                <a:lnTo>
                  <a:pt x="34" y="16"/>
                </a:lnTo>
                <a:lnTo>
                  <a:pt x="34" y="15"/>
                </a:lnTo>
                <a:lnTo>
                  <a:pt x="36" y="16"/>
                </a:lnTo>
                <a:lnTo>
                  <a:pt x="36" y="17"/>
                </a:lnTo>
                <a:lnTo>
                  <a:pt x="37" y="17"/>
                </a:lnTo>
                <a:lnTo>
                  <a:pt x="37" y="18"/>
                </a:lnTo>
                <a:lnTo>
                  <a:pt x="36" y="20"/>
                </a:lnTo>
                <a:lnTo>
                  <a:pt x="37" y="20"/>
                </a:lnTo>
                <a:lnTo>
                  <a:pt x="36" y="23"/>
                </a:lnTo>
                <a:lnTo>
                  <a:pt x="36" y="24"/>
                </a:lnTo>
                <a:lnTo>
                  <a:pt x="36" y="25"/>
                </a:lnTo>
                <a:lnTo>
                  <a:pt x="34" y="26"/>
                </a:lnTo>
                <a:lnTo>
                  <a:pt x="33" y="26"/>
                </a:lnTo>
                <a:lnTo>
                  <a:pt x="32" y="26"/>
                </a:lnTo>
                <a:lnTo>
                  <a:pt x="31" y="26"/>
                </a:lnTo>
                <a:lnTo>
                  <a:pt x="30" y="26"/>
                </a:lnTo>
                <a:lnTo>
                  <a:pt x="30" y="25"/>
                </a:lnTo>
                <a:lnTo>
                  <a:pt x="29" y="25"/>
                </a:lnTo>
                <a:lnTo>
                  <a:pt x="28" y="24"/>
                </a:lnTo>
                <a:lnTo>
                  <a:pt x="27" y="24"/>
                </a:lnTo>
                <a:lnTo>
                  <a:pt x="27" y="23"/>
                </a:lnTo>
                <a:lnTo>
                  <a:pt x="25" y="23"/>
                </a:lnTo>
                <a:lnTo>
                  <a:pt x="23" y="22"/>
                </a:lnTo>
                <a:lnTo>
                  <a:pt x="22" y="22"/>
                </a:lnTo>
                <a:lnTo>
                  <a:pt x="22" y="21"/>
                </a:lnTo>
                <a:lnTo>
                  <a:pt x="21" y="21"/>
                </a:lnTo>
                <a:lnTo>
                  <a:pt x="20" y="21"/>
                </a:lnTo>
                <a:lnTo>
                  <a:pt x="19" y="21"/>
                </a:lnTo>
                <a:lnTo>
                  <a:pt x="18" y="21"/>
                </a:lnTo>
                <a:lnTo>
                  <a:pt x="17" y="21"/>
                </a:lnTo>
                <a:lnTo>
                  <a:pt x="16" y="21"/>
                </a:lnTo>
                <a:lnTo>
                  <a:pt x="16" y="20"/>
                </a:lnTo>
                <a:lnTo>
                  <a:pt x="15" y="18"/>
                </a:lnTo>
                <a:lnTo>
                  <a:pt x="14" y="18"/>
                </a:lnTo>
                <a:lnTo>
                  <a:pt x="13" y="18"/>
                </a:lnTo>
                <a:lnTo>
                  <a:pt x="12" y="18"/>
                </a:lnTo>
                <a:lnTo>
                  <a:pt x="11" y="18"/>
                </a:lnTo>
                <a:lnTo>
                  <a:pt x="11" y="20"/>
                </a:lnTo>
                <a:lnTo>
                  <a:pt x="10" y="20"/>
                </a:lnTo>
                <a:lnTo>
                  <a:pt x="9" y="20"/>
                </a:lnTo>
                <a:lnTo>
                  <a:pt x="9" y="21"/>
                </a:lnTo>
                <a:lnTo>
                  <a:pt x="8" y="21"/>
                </a:lnTo>
                <a:lnTo>
                  <a:pt x="8" y="20"/>
                </a:lnTo>
                <a:lnTo>
                  <a:pt x="8" y="18"/>
                </a:lnTo>
                <a:lnTo>
                  <a:pt x="7" y="18"/>
                </a:lnTo>
                <a:lnTo>
                  <a:pt x="7" y="17"/>
                </a:lnTo>
                <a:lnTo>
                  <a:pt x="6" y="15"/>
                </a:lnTo>
                <a:lnTo>
                  <a:pt x="5" y="15"/>
                </a:lnTo>
                <a:lnTo>
                  <a:pt x="4" y="14"/>
                </a:lnTo>
                <a:lnTo>
                  <a:pt x="4" y="13"/>
                </a:lnTo>
                <a:lnTo>
                  <a:pt x="4" y="12"/>
                </a:lnTo>
                <a:lnTo>
                  <a:pt x="5" y="12"/>
                </a:lnTo>
                <a:lnTo>
                  <a:pt x="5" y="11"/>
                </a:lnTo>
                <a:lnTo>
                  <a:pt x="5" y="9"/>
                </a:lnTo>
                <a:lnTo>
                  <a:pt x="4" y="8"/>
                </a:lnTo>
                <a:lnTo>
                  <a:pt x="3" y="7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82" name=""/>
          <p:cNvSpPr/>
          <p:nvPr/>
        </p:nvSpPr>
        <p:spPr>
          <a:xfrm>
            <a:off x="4688280" y="40233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5" y="2"/>
                </a:lnTo>
                <a:lnTo>
                  <a:pt x="5" y="3"/>
                </a:lnTo>
                <a:lnTo>
                  <a:pt x="2" y="4"/>
                </a:lnTo>
                <a:lnTo>
                  <a:pt x="1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83" name=""/>
          <p:cNvSpPr/>
          <p:nvPr/>
        </p:nvSpPr>
        <p:spPr>
          <a:xfrm>
            <a:off x="4692240" y="4023360"/>
            <a:ext cx="3240" cy="2520"/>
          </a:xfrm>
          <a:custGeom>
            <a:avLst/>
            <a:gdLst/>
            <a:ahLst/>
            <a:rect l="0" t="0" r="r" b="b"/>
            <a:pathLst>
              <a:path fill="none" w="9" h="7">
                <a:moveTo>
                  <a:pt x="5" y="0"/>
                </a:moveTo>
                <a:lnTo>
                  <a:pt x="6" y="0"/>
                </a:lnTo>
                <a:lnTo>
                  <a:pt x="7" y="1"/>
                </a:lnTo>
                <a:lnTo>
                  <a:pt x="7" y="0"/>
                </a:lnTo>
                <a:lnTo>
                  <a:pt x="7" y="1"/>
                </a:lnTo>
                <a:lnTo>
                  <a:pt x="9" y="1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lnTo>
                  <a:pt x="5" y="3"/>
                </a:lnTo>
                <a:lnTo>
                  <a:pt x="5" y="4"/>
                </a:lnTo>
                <a:lnTo>
                  <a:pt x="4" y="6"/>
                </a:lnTo>
                <a:lnTo>
                  <a:pt x="4" y="7"/>
                </a:lnTo>
                <a:lnTo>
                  <a:pt x="3" y="7"/>
                </a:lnTo>
                <a:lnTo>
                  <a:pt x="2" y="6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2" y="2"/>
                </a:lnTo>
                <a:lnTo>
                  <a:pt x="2" y="1"/>
                </a:lnTo>
                <a:lnTo>
                  <a:pt x="4" y="0"/>
                </a:lnTo>
                <a:lnTo>
                  <a:pt x="5" y="0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84" name=""/>
          <p:cNvSpPr/>
          <p:nvPr/>
        </p:nvSpPr>
        <p:spPr>
          <a:xfrm>
            <a:off x="4691880" y="40222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4"/>
                </a:move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85" name=""/>
          <p:cNvSpPr/>
          <p:nvPr/>
        </p:nvSpPr>
        <p:spPr>
          <a:xfrm>
            <a:off x="4712400" y="40251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4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3" y="2"/>
                </a:lnTo>
                <a:lnTo>
                  <a:pt x="5" y="4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86" name=""/>
          <p:cNvSpPr/>
          <p:nvPr/>
        </p:nvSpPr>
        <p:spPr>
          <a:xfrm>
            <a:off x="4693680" y="402228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87" name=""/>
          <p:cNvSpPr/>
          <p:nvPr/>
        </p:nvSpPr>
        <p:spPr>
          <a:xfrm>
            <a:off x="4695120" y="40219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88" name=""/>
          <p:cNvSpPr/>
          <p:nvPr/>
        </p:nvSpPr>
        <p:spPr>
          <a:xfrm>
            <a:off x="4694400" y="4021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89" name=""/>
          <p:cNvSpPr/>
          <p:nvPr/>
        </p:nvSpPr>
        <p:spPr>
          <a:xfrm>
            <a:off x="4698360" y="402228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90" name=""/>
          <p:cNvSpPr/>
          <p:nvPr/>
        </p:nvSpPr>
        <p:spPr>
          <a:xfrm>
            <a:off x="4710960" y="40240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91" name=""/>
          <p:cNvSpPr/>
          <p:nvPr/>
        </p:nvSpPr>
        <p:spPr>
          <a:xfrm>
            <a:off x="4706640" y="4023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92" name=""/>
          <p:cNvSpPr/>
          <p:nvPr/>
        </p:nvSpPr>
        <p:spPr>
          <a:xfrm>
            <a:off x="4703040" y="40219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0"/>
                </a:moveTo>
                <a:lnTo>
                  <a:pt x="3" y="2"/>
                </a:lnTo>
                <a:lnTo>
                  <a:pt x="5" y="2"/>
                </a:lnTo>
                <a:lnTo>
                  <a:pt x="5" y="4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93" name=""/>
          <p:cNvSpPr/>
          <p:nvPr/>
        </p:nvSpPr>
        <p:spPr>
          <a:xfrm>
            <a:off x="4685400" y="4019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94" name=""/>
          <p:cNvSpPr/>
          <p:nvPr/>
        </p:nvSpPr>
        <p:spPr>
          <a:xfrm>
            <a:off x="4708440" y="40226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0"/>
                </a:moveTo>
                <a:lnTo>
                  <a:pt x="2" y="2"/>
                </a:lnTo>
                <a:lnTo>
                  <a:pt x="2" y="3"/>
                </a:lnTo>
                <a:lnTo>
                  <a:pt x="4" y="3"/>
                </a:lnTo>
                <a:lnTo>
                  <a:pt x="4" y="5"/>
                </a:lnTo>
                <a:lnTo>
                  <a:pt x="2" y="5"/>
                </a:lnTo>
                <a:lnTo>
                  <a:pt x="2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95" name=""/>
          <p:cNvSpPr/>
          <p:nvPr/>
        </p:nvSpPr>
        <p:spPr>
          <a:xfrm>
            <a:off x="4704480" y="4021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96" name=""/>
          <p:cNvSpPr/>
          <p:nvPr/>
        </p:nvSpPr>
        <p:spPr>
          <a:xfrm>
            <a:off x="4709520" y="4023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4" y="3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97" name=""/>
          <p:cNvSpPr/>
          <p:nvPr/>
        </p:nvSpPr>
        <p:spPr>
          <a:xfrm>
            <a:off x="4696200" y="402048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5" y="1"/>
                </a:moveTo>
                <a:lnTo>
                  <a:pt x="6" y="1"/>
                </a:lnTo>
                <a:lnTo>
                  <a:pt x="6" y="2"/>
                </a:lnTo>
                <a:lnTo>
                  <a:pt x="4" y="2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98" name=""/>
          <p:cNvSpPr/>
          <p:nvPr/>
        </p:nvSpPr>
        <p:spPr>
          <a:xfrm>
            <a:off x="4710600" y="40230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99" name=""/>
          <p:cNvSpPr/>
          <p:nvPr/>
        </p:nvSpPr>
        <p:spPr>
          <a:xfrm>
            <a:off x="4696560" y="4020480"/>
            <a:ext cx="5040" cy="2160"/>
          </a:xfrm>
          <a:custGeom>
            <a:avLst/>
            <a:gdLst/>
            <a:ahLst/>
            <a:rect l="0" t="0" r="r" b="b"/>
            <a:pathLst>
              <a:path fill="none" w="14" h="6">
                <a:moveTo>
                  <a:pt x="13" y="0"/>
                </a:moveTo>
                <a:lnTo>
                  <a:pt x="13" y="1"/>
                </a:lnTo>
                <a:lnTo>
                  <a:pt x="14" y="3"/>
                </a:lnTo>
                <a:lnTo>
                  <a:pt x="14" y="4"/>
                </a:lnTo>
                <a:lnTo>
                  <a:pt x="14" y="5"/>
                </a:lnTo>
                <a:lnTo>
                  <a:pt x="13" y="5"/>
                </a:lnTo>
                <a:lnTo>
                  <a:pt x="13" y="6"/>
                </a:lnTo>
                <a:lnTo>
                  <a:pt x="12" y="6"/>
                </a:lnTo>
                <a:lnTo>
                  <a:pt x="12" y="5"/>
                </a:lnTo>
                <a:lnTo>
                  <a:pt x="12" y="4"/>
                </a:lnTo>
                <a:lnTo>
                  <a:pt x="11" y="4"/>
                </a:lnTo>
                <a:lnTo>
                  <a:pt x="11" y="5"/>
                </a:lnTo>
                <a:lnTo>
                  <a:pt x="11" y="4"/>
                </a:lnTo>
                <a:lnTo>
                  <a:pt x="11" y="5"/>
                </a:lnTo>
                <a:lnTo>
                  <a:pt x="9" y="5"/>
                </a:lnTo>
                <a:lnTo>
                  <a:pt x="8" y="5"/>
                </a:lnTo>
                <a:lnTo>
                  <a:pt x="7" y="5"/>
                </a:lnTo>
                <a:lnTo>
                  <a:pt x="6" y="5"/>
                </a:lnTo>
                <a:lnTo>
                  <a:pt x="4" y="5"/>
                </a:lnTo>
                <a:lnTo>
                  <a:pt x="4" y="4"/>
                </a:lnTo>
                <a:lnTo>
                  <a:pt x="3" y="5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2" y="6"/>
                </a:lnTo>
                <a:lnTo>
                  <a:pt x="1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4" y="4"/>
                </a:lnTo>
                <a:lnTo>
                  <a:pt x="4" y="3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0"/>
                </a:lnTo>
                <a:lnTo>
                  <a:pt x="11" y="0"/>
                </a:lnTo>
                <a:lnTo>
                  <a:pt x="11" y="1"/>
                </a:lnTo>
                <a:lnTo>
                  <a:pt x="12" y="0"/>
                </a:lnTo>
                <a:lnTo>
                  <a:pt x="1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00" name=""/>
          <p:cNvSpPr/>
          <p:nvPr/>
        </p:nvSpPr>
        <p:spPr>
          <a:xfrm>
            <a:off x="4699440" y="4020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01" name=""/>
          <p:cNvSpPr/>
          <p:nvPr/>
        </p:nvSpPr>
        <p:spPr>
          <a:xfrm>
            <a:off x="4686120" y="4017960"/>
            <a:ext cx="1800" cy="2520"/>
          </a:xfrm>
          <a:custGeom>
            <a:avLst/>
            <a:gdLst/>
            <a:ahLst/>
            <a:rect l="0" t="0" r="r" b="b"/>
            <a:pathLst>
              <a:path fill="none" w="5" h="7">
                <a:moveTo>
                  <a:pt x="4" y="2"/>
                </a:moveTo>
                <a:lnTo>
                  <a:pt x="3" y="3"/>
                </a:lnTo>
                <a:lnTo>
                  <a:pt x="3" y="4"/>
                </a:lnTo>
                <a:lnTo>
                  <a:pt x="3" y="5"/>
                </a:lnTo>
                <a:lnTo>
                  <a:pt x="1" y="7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3" y="4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4" y="0"/>
                </a:lnTo>
                <a:lnTo>
                  <a:pt x="5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02" name=""/>
          <p:cNvSpPr/>
          <p:nvPr/>
        </p:nvSpPr>
        <p:spPr>
          <a:xfrm>
            <a:off x="4689360" y="4017960"/>
            <a:ext cx="6840" cy="4320"/>
          </a:xfrm>
          <a:custGeom>
            <a:avLst/>
            <a:gdLst/>
            <a:ahLst/>
            <a:rect l="0" t="0" r="r" b="b"/>
            <a:pathLst>
              <a:path fill="none" w="19" h="12">
                <a:moveTo>
                  <a:pt x="14" y="1"/>
                </a:moveTo>
                <a:lnTo>
                  <a:pt x="14" y="2"/>
                </a:lnTo>
                <a:lnTo>
                  <a:pt x="14" y="1"/>
                </a:lnTo>
                <a:lnTo>
                  <a:pt x="15" y="1"/>
                </a:lnTo>
                <a:lnTo>
                  <a:pt x="17" y="1"/>
                </a:lnTo>
                <a:lnTo>
                  <a:pt x="17" y="2"/>
                </a:lnTo>
                <a:lnTo>
                  <a:pt x="16" y="2"/>
                </a:lnTo>
                <a:lnTo>
                  <a:pt x="17" y="3"/>
                </a:lnTo>
                <a:lnTo>
                  <a:pt x="17" y="4"/>
                </a:lnTo>
                <a:lnTo>
                  <a:pt x="18" y="4"/>
                </a:lnTo>
                <a:lnTo>
                  <a:pt x="19" y="4"/>
                </a:lnTo>
                <a:lnTo>
                  <a:pt x="18" y="5"/>
                </a:lnTo>
                <a:lnTo>
                  <a:pt x="17" y="5"/>
                </a:lnTo>
                <a:lnTo>
                  <a:pt x="18" y="7"/>
                </a:lnTo>
                <a:lnTo>
                  <a:pt x="18" y="8"/>
                </a:lnTo>
                <a:lnTo>
                  <a:pt x="17" y="8"/>
                </a:lnTo>
                <a:lnTo>
                  <a:pt x="17" y="11"/>
                </a:lnTo>
                <a:lnTo>
                  <a:pt x="17" y="12"/>
                </a:lnTo>
                <a:lnTo>
                  <a:pt x="16" y="12"/>
                </a:lnTo>
                <a:lnTo>
                  <a:pt x="15" y="12"/>
                </a:lnTo>
                <a:lnTo>
                  <a:pt x="15" y="11"/>
                </a:lnTo>
                <a:lnTo>
                  <a:pt x="14" y="11"/>
                </a:lnTo>
                <a:lnTo>
                  <a:pt x="13" y="11"/>
                </a:lnTo>
                <a:lnTo>
                  <a:pt x="11" y="11"/>
                </a:lnTo>
                <a:lnTo>
                  <a:pt x="10" y="11"/>
                </a:lnTo>
                <a:lnTo>
                  <a:pt x="9" y="9"/>
                </a:lnTo>
                <a:lnTo>
                  <a:pt x="7" y="7"/>
                </a:lnTo>
                <a:lnTo>
                  <a:pt x="6" y="7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3" y="4"/>
                </a:lnTo>
                <a:lnTo>
                  <a:pt x="4" y="4"/>
                </a:lnTo>
                <a:lnTo>
                  <a:pt x="6" y="4"/>
                </a:lnTo>
                <a:lnTo>
                  <a:pt x="7" y="3"/>
                </a:lnTo>
                <a:lnTo>
                  <a:pt x="8" y="3"/>
                </a:lnTo>
                <a:lnTo>
                  <a:pt x="9" y="3"/>
                </a:lnTo>
                <a:lnTo>
                  <a:pt x="10" y="3"/>
                </a:lnTo>
                <a:lnTo>
                  <a:pt x="11" y="3"/>
                </a:lnTo>
                <a:lnTo>
                  <a:pt x="11" y="2"/>
                </a:lnTo>
                <a:lnTo>
                  <a:pt x="12" y="1"/>
                </a:lnTo>
                <a:lnTo>
                  <a:pt x="13" y="0"/>
                </a:lnTo>
                <a:lnTo>
                  <a:pt x="13" y="1"/>
                </a:lnTo>
                <a:lnTo>
                  <a:pt x="1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03" name=""/>
          <p:cNvSpPr/>
          <p:nvPr/>
        </p:nvSpPr>
        <p:spPr>
          <a:xfrm>
            <a:off x="4703040" y="4015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04" name=""/>
          <p:cNvSpPr/>
          <p:nvPr/>
        </p:nvSpPr>
        <p:spPr>
          <a:xfrm>
            <a:off x="4702320" y="40143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3"/>
                </a:moveTo>
                <a:lnTo>
                  <a:pt x="4" y="4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  <a:lnTo>
                  <a:pt x="3" y="1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05" name=""/>
          <p:cNvSpPr/>
          <p:nvPr/>
        </p:nvSpPr>
        <p:spPr>
          <a:xfrm>
            <a:off x="4696920" y="4012920"/>
            <a:ext cx="5400" cy="2880"/>
          </a:xfrm>
          <a:custGeom>
            <a:avLst/>
            <a:gdLst/>
            <a:ahLst/>
            <a:rect l="0" t="0" r="r" b="b"/>
            <a:pathLst>
              <a:path fill="none" w="15" h="8">
                <a:moveTo>
                  <a:pt x="10" y="1"/>
                </a:moveTo>
                <a:lnTo>
                  <a:pt x="9" y="1"/>
                </a:lnTo>
                <a:lnTo>
                  <a:pt x="9" y="2"/>
                </a:lnTo>
                <a:lnTo>
                  <a:pt x="10" y="3"/>
                </a:lnTo>
                <a:lnTo>
                  <a:pt x="11" y="3"/>
                </a:lnTo>
                <a:lnTo>
                  <a:pt x="12" y="3"/>
                </a:lnTo>
                <a:lnTo>
                  <a:pt x="13" y="3"/>
                </a:lnTo>
                <a:lnTo>
                  <a:pt x="14" y="5"/>
                </a:lnTo>
                <a:lnTo>
                  <a:pt x="14" y="6"/>
                </a:lnTo>
                <a:lnTo>
                  <a:pt x="13" y="6"/>
                </a:lnTo>
                <a:lnTo>
                  <a:pt x="14" y="7"/>
                </a:lnTo>
                <a:lnTo>
                  <a:pt x="15" y="7"/>
                </a:lnTo>
                <a:lnTo>
                  <a:pt x="15" y="8"/>
                </a:lnTo>
                <a:lnTo>
                  <a:pt x="14" y="8"/>
                </a:lnTo>
                <a:lnTo>
                  <a:pt x="13" y="8"/>
                </a:lnTo>
                <a:lnTo>
                  <a:pt x="12" y="7"/>
                </a:lnTo>
                <a:lnTo>
                  <a:pt x="11" y="6"/>
                </a:lnTo>
                <a:lnTo>
                  <a:pt x="10" y="7"/>
                </a:lnTo>
                <a:lnTo>
                  <a:pt x="9" y="7"/>
                </a:lnTo>
                <a:lnTo>
                  <a:pt x="7" y="7"/>
                </a:lnTo>
                <a:lnTo>
                  <a:pt x="7" y="6"/>
                </a:lnTo>
                <a:lnTo>
                  <a:pt x="6" y="6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6" y="8"/>
                </a:lnTo>
                <a:lnTo>
                  <a:pt x="4" y="8"/>
                </a:lnTo>
                <a:lnTo>
                  <a:pt x="3" y="8"/>
                </a:lnTo>
                <a:lnTo>
                  <a:pt x="2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9" y="1"/>
                </a:lnTo>
                <a:lnTo>
                  <a:pt x="9" y="0"/>
                </a:lnTo>
                <a:lnTo>
                  <a:pt x="1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06" name=""/>
          <p:cNvSpPr/>
          <p:nvPr/>
        </p:nvSpPr>
        <p:spPr>
          <a:xfrm>
            <a:off x="4697640" y="40122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07" name=""/>
          <p:cNvSpPr/>
          <p:nvPr/>
        </p:nvSpPr>
        <p:spPr>
          <a:xfrm>
            <a:off x="4675320" y="40078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08" name=""/>
          <p:cNvSpPr/>
          <p:nvPr/>
        </p:nvSpPr>
        <p:spPr>
          <a:xfrm>
            <a:off x="4696200" y="40111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09" name=""/>
          <p:cNvSpPr/>
          <p:nvPr/>
        </p:nvSpPr>
        <p:spPr>
          <a:xfrm>
            <a:off x="4698000" y="401112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5" y="2"/>
                </a:moveTo>
                <a:lnTo>
                  <a:pt x="5" y="3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10" name=""/>
          <p:cNvSpPr/>
          <p:nvPr/>
        </p:nvSpPr>
        <p:spPr>
          <a:xfrm>
            <a:off x="4689720" y="40086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3" y="3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11" name=""/>
          <p:cNvSpPr/>
          <p:nvPr/>
        </p:nvSpPr>
        <p:spPr>
          <a:xfrm>
            <a:off x="4691160" y="40078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3" y="4"/>
                </a:lnTo>
                <a:lnTo>
                  <a:pt x="0" y="4"/>
                </a:lnTo>
                <a:lnTo>
                  <a:pt x="0" y="2"/>
                </a:lnTo>
                <a:lnTo>
                  <a:pt x="1" y="0"/>
                </a:lnTo>
                <a:lnTo>
                  <a:pt x="3" y="2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12" name=""/>
          <p:cNvSpPr/>
          <p:nvPr/>
        </p:nvSpPr>
        <p:spPr>
          <a:xfrm>
            <a:off x="4692240" y="400788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13" name=""/>
          <p:cNvSpPr/>
          <p:nvPr/>
        </p:nvSpPr>
        <p:spPr>
          <a:xfrm>
            <a:off x="4698360" y="40086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14" name=""/>
          <p:cNvSpPr/>
          <p:nvPr/>
        </p:nvSpPr>
        <p:spPr>
          <a:xfrm>
            <a:off x="4699440" y="40086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15" name=""/>
          <p:cNvSpPr/>
          <p:nvPr/>
        </p:nvSpPr>
        <p:spPr>
          <a:xfrm>
            <a:off x="4689000" y="400680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7" y="2"/>
                </a:moveTo>
                <a:lnTo>
                  <a:pt x="7" y="3"/>
                </a:lnTo>
                <a:lnTo>
                  <a:pt x="7" y="5"/>
                </a:lnTo>
                <a:lnTo>
                  <a:pt x="6" y="5"/>
                </a:lnTo>
                <a:lnTo>
                  <a:pt x="3" y="3"/>
                </a:lnTo>
                <a:lnTo>
                  <a:pt x="2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5" y="1"/>
                </a:lnTo>
                <a:lnTo>
                  <a:pt x="6" y="2"/>
                </a:lnTo>
                <a:lnTo>
                  <a:pt x="7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16" name=""/>
          <p:cNvSpPr/>
          <p:nvPr/>
        </p:nvSpPr>
        <p:spPr>
          <a:xfrm>
            <a:off x="4688280" y="40064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1" y="0"/>
                </a:move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17" name=""/>
          <p:cNvSpPr/>
          <p:nvPr/>
        </p:nvSpPr>
        <p:spPr>
          <a:xfrm>
            <a:off x="4701600" y="4007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18" name=""/>
          <p:cNvSpPr/>
          <p:nvPr/>
        </p:nvSpPr>
        <p:spPr>
          <a:xfrm>
            <a:off x="4696920" y="40064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19" name=""/>
          <p:cNvSpPr/>
          <p:nvPr/>
        </p:nvSpPr>
        <p:spPr>
          <a:xfrm>
            <a:off x="4704480" y="40068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20" name=""/>
          <p:cNvSpPr/>
          <p:nvPr/>
        </p:nvSpPr>
        <p:spPr>
          <a:xfrm>
            <a:off x="4700880" y="40053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2"/>
                </a:moveTo>
                <a:lnTo>
                  <a:pt x="5" y="2"/>
                </a:lnTo>
                <a:lnTo>
                  <a:pt x="3" y="2"/>
                </a:lnTo>
                <a:lnTo>
                  <a:pt x="3" y="4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21" name=""/>
          <p:cNvSpPr/>
          <p:nvPr/>
        </p:nvSpPr>
        <p:spPr>
          <a:xfrm>
            <a:off x="4704840" y="4005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22" name=""/>
          <p:cNvSpPr/>
          <p:nvPr/>
        </p:nvSpPr>
        <p:spPr>
          <a:xfrm>
            <a:off x="4705560" y="40057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4" y="1"/>
                </a:moveTo>
                <a:lnTo>
                  <a:pt x="5" y="1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3" y="4"/>
                </a:lnTo>
                <a:lnTo>
                  <a:pt x="1" y="4"/>
                </a:lnTo>
                <a:lnTo>
                  <a:pt x="0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1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23" name=""/>
          <p:cNvSpPr/>
          <p:nvPr/>
        </p:nvSpPr>
        <p:spPr>
          <a:xfrm>
            <a:off x="4701600" y="4003200"/>
            <a:ext cx="3960" cy="2520"/>
          </a:xfrm>
          <a:custGeom>
            <a:avLst/>
            <a:gdLst/>
            <a:ahLst/>
            <a:rect l="0" t="0" r="r" b="b"/>
            <a:pathLst>
              <a:path fill="none" w="11" h="7">
                <a:moveTo>
                  <a:pt x="6" y="4"/>
                </a:moveTo>
                <a:lnTo>
                  <a:pt x="7" y="4"/>
                </a:lnTo>
                <a:lnTo>
                  <a:pt x="8" y="4"/>
                </a:lnTo>
                <a:lnTo>
                  <a:pt x="8" y="3"/>
                </a:lnTo>
                <a:lnTo>
                  <a:pt x="9" y="3"/>
                </a:lnTo>
                <a:lnTo>
                  <a:pt x="9" y="4"/>
                </a:lnTo>
                <a:lnTo>
                  <a:pt x="10" y="4"/>
                </a:lnTo>
                <a:lnTo>
                  <a:pt x="10" y="3"/>
                </a:lnTo>
                <a:lnTo>
                  <a:pt x="11" y="3"/>
                </a:lnTo>
                <a:lnTo>
                  <a:pt x="11" y="4"/>
                </a:lnTo>
                <a:lnTo>
                  <a:pt x="10" y="4"/>
                </a:lnTo>
                <a:lnTo>
                  <a:pt x="10" y="5"/>
                </a:lnTo>
                <a:lnTo>
                  <a:pt x="11" y="5"/>
                </a:lnTo>
                <a:lnTo>
                  <a:pt x="11" y="6"/>
                </a:lnTo>
                <a:lnTo>
                  <a:pt x="10" y="5"/>
                </a:lnTo>
                <a:lnTo>
                  <a:pt x="9" y="5"/>
                </a:lnTo>
                <a:lnTo>
                  <a:pt x="8" y="5"/>
                </a:lnTo>
                <a:lnTo>
                  <a:pt x="7" y="5"/>
                </a:lnTo>
                <a:lnTo>
                  <a:pt x="7" y="6"/>
                </a:lnTo>
                <a:lnTo>
                  <a:pt x="7" y="5"/>
                </a:lnTo>
                <a:lnTo>
                  <a:pt x="6" y="5"/>
                </a:lnTo>
                <a:lnTo>
                  <a:pt x="4" y="5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2"/>
                </a:lnTo>
                <a:lnTo>
                  <a:pt x="4" y="3"/>
                </a:lnTo>
                <a:lnTo>
                  <a:pt x="4" y="4"/>
                </a:lnTo>
                <a:lnTo>
                  <a:pt x="6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24" name=""/>
          <p:cNvSpPr/>
          <p:nvPr/>
        </p:nvSpPr>
        <p:spPr>
          <a:xfrm>
            <a:off x="4700160" y="40024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25" name=""/>
          <p:cNvSpPr/>
          <p:nvPr/>
        </p:nvSpPr>
        <p:spPr>
          <a:xfrm>
            <a:off x="4702320" y="40028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26" name=""/>
          <p:cNvSpPr/>
          <p:nvPr/>
        </p:nvSpPr>
        <p:spPr>
          <a:xfrm>
            <a:off x="4712400" y="40039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4" y="2"/>
                </a:lnTo>
                <a:lnTo>
                  <a:pt x="4" y="0"/>
                </a:lnTo>
                <a:lnTo>
                  <a:pt x="3" y="2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27" name=""/>
          <p:cNvSpPr/>
          <p:nvPr/>
        </p:nvSpPr>
        <p:spPr>
          <a:xfrm>
            <a:off x="4713840" y="40035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1"/>
                </a:moveTo>
                <a:lnTo>
                  <a:pt x="5" y="3"/>
                </a:lnTo>
                <a:lnTo>
                  <a:pt x="5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1"/>
                </a:lnTo>
                <a:lnTo>
                  <a:pt x="2" y="0"/>
                </a:lnTo>
                <a:lnTo>
                  <a:pt x="3" y="1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28" name=""/>
          <p:cNvSpPr/>
          <p:nvPr/>
        </p:nvSpPr>
        <p:spPr>
          <a:xfrm>
            <a:off x="4713120" y="40014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29" name=""/>
          <p:cNvSpPr/>
          <p:nvPr/>
        </p:nvSpPr>
        <p:spPr>
          <a:xfrm>
            <a:off x="4712400" y="40014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30" name=""/>
          <p:cNvSpPr/>
          <p:nvPr/>
        </p:nvSpPr>
        <p:spPr>
          <a:xfrm>
            <a:off x="4707720" y="400032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31" name=""/>
          <p:cNvSpPr/>
          <p:nvPr/>
        </p:nvSpPr>
        <p:spPr>
          <a:xfrm>
            <a:off x="4708440" y="39999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32" name=""/>
          <p:cNvSpPr/>
          <p:nvPr/>
        </p:nvSpPr>
        <p:spPr>
          <a:xfrm>
            <a:off x="4709520" y="39988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2"/>
                </a:move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33" name=""/>
          <p:cNvSpPr/>
          <p:nvPr/>
        </p:nvSpPr>
        <p:spPr>
          <a:xfrm>
            <a:off x="4668480" y="393732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0" y="1"/>
                </a:move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34" name=""/>
          <p:cNvSpPr/>
          <p:nvPr/>
        </p:nvSpPr>
        <p:spPr>
          <a:xfrm>
            <a:off x="4602960" y="3854880"/>
            <a:ext cx="3960" cy="1440"/>
          </a:xfrm>
          <a:custGeom>
            <a:avLst/>
            <a:gdLst/>
            <a:ahLst/>
            <a:rect l="0" t="0" r="r" b="b"/>
            <a:pathLst>
              <a:path fill="none" w="11" h="4">
                <a:moveTo>
                  <a:pt x="6" y="0"/>
                </a:moveTo>
                <a:lnTo>
                  <a:pt x="7" y="0"/>
                </a:lnTo>
                <a:lnTo>
                  <a:pt x="7" y="2"/>
                </a:lnTo>
                <a:lnTo>
                  <a:pt x="8" y="2"/>
                </a:lnTo>
                <a:lnTo>
                  <a:pt x="11" y="2"/>
                </a:lnTo>
                <a:lnTo>
                  <a:pt x="11" y="3"/>
                </a:lnTo>
                <a:lnTo>
                  <a:pt x="10" y="3"/>
                </a:lnTo>
                <a:lnTo>
                  <a:pt x="10" y="4"/>
                </a:lnTo>
                <a:lnTo>
                  <a:pt x="8" y="4"/>
                </a:lnTo>
                <a:lnTo>
                  <a:pt x="7" y="3"/>
                </a:lnTo>
                <a:lnTo>
                  <a:pt x="7" y="2"/>
                </a:lnTo>
                <a:lnTo>
                  <a:pt x="6" y="2"/>
                </a:lnTo>
                <a:lnTo>
                  <a:pt x="5" y="0"/>
                </a:lnTo>
                <a:lnTo>
                  <a:pt x="5" y="2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4" y="2"/>
                </a:lnTo>
                <a:lnTo>
                  <a:pt x="5" y="0"/>
                </a:lnTo>
                <a:lnTo>
                  <a:pt x="6" y="0"/>
                </a:lnTo>
                <a:lnTo>
                  <a:pt x="5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35" name=""/>
          <p:cNvSpPr/>
          <p:nvPr/>
        </p:nvSpPr>
        <p:spPr>
          <a:xfrm>
            <a:off x="4620600" y="38232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36" name=""/>
          <p:cNvSpPr/>
          <p:nvPr/>
        </p:nvSpPr>
        <p:spPr>
          <a:xfrm>
            <a:off x="4627800" y="381744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3" y="6"/>
                </a:moveTo>
                <a:lnTo>
                  <a:pt x="1" y="6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3" y="3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3" y="1"/>
                </a:lnTo>
                <a:lnTo>
                  <a:pt x="4" y="4"/>
                </a:lnTo>
                <a:lnTo>
                  <a:pt x="5" y="4"/>
                </a:lnTo>
                <a:lnTo>
                  <a:pt x="4" y="5"/>
                </a:lnTo>
                <a:lnTo>
                  <a:pt x="3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37" name=""/>
          <p:cNvSpPr/>
          <p:nvPr/>
        </p:nvSpPr>
        <p:spPr>
          <a:xfrm>
            <a:off x="4632840" y="3811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38" name=""/>
          <p:cNvSpPr/>
          <p:nvPr/>
        </p:nvSpPr>
        <p:spPr>
          <a:xfrm>
            <a:off x="4638960" y="38109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39" name=""/>
          <p:cNvSpPr/>
          <p:nvPr/>
        </p:nvSpPr>
        <p:spPr>
          <a:xfrm>
            <a:off x="4641840" y="3805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40" name=""/>
          <p:cNvSpPr/>
          <p:nvPr/>
        </p:nvSpPr>
        <p:spPr>
          <a:xfrm>
            <a:off x="4647960" y="380088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41" name=""/>
          <p:cNvSpPr/>
          <p:nvPr/>
        </p:nvSpPr>
        <p:spPr>
          <a:xfrm>
            <a:off x="4653000" y="3794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42" name=""/>
          <p:cNvSpPr/>
          <p:nvPr/>
        </p:nvSpPr>
        <p:spPr>
          <a:xfrm>
            <a:off x="4653720" y="379404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2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43" name=""/>
          <p:cNvSpPr/>
          <p:nvPr/>
        </p:nvSpPr>
        <p:spPr>
          <a:xfrm>
            <a:off x="4675320" y="37828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1"/>
                </a:move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44" name=""/>
          <p:cNvSpPr/>
          <p:nvPr/>
        </p:nvSpPr>
        <p:spPr>
          <a:xfrm>
            <a:off x="4695840" y="37818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45" name=""/>
          <p:cNvSpPr/>
          <p:nvPr/>
        </p:nvSpPr>
        <p:spPr>
          <a:xfrm>
            <a:off x="4617000" y="37612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46" name=""/>
          <p:cNvSpPr/>
          <p:nvPr/>
        </p:nvSpPr>
        <p:spPr>
          <a:xfrm>
            <a:off x="4674240" y="375480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5" y="3"/>
                </a:moveTo>
                <a:lnTo>
                  <a:pt x="4" y="3"/>
                </a:lnTo>
                <a:lnTo>
                  <a:pt x="2" y="5"/>
                </a:lnTo>
                <a:lnTo>
                  <a:pt x="1" y="5"/>
                </a:lnTo>
                <a:lnTo>
                  <a:pt x="0" y="6"/>
                </a:lnTo>
                <a:lnTo>
                  <a:pt x="0" y="5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4" y="2"/>
                </a:lnTo>
                <a:lnTo>
                  <a:pt x="5" y="2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7" y="2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47" name=""/>
          <p:cNvSpPr/>
          <p:nvPr/>
        </p:nvSpPr>
        <p:spPr>
          <a:xfrm>
            <a:off x="4597560" y="37440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48" name=""/>
          <p:cNvSpPr/>
          <p:nvPr/>
        </p:nvSpPr>
        <p:spPr>
          <a:xfrm>
            <a:off x="4598640" y="374292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49" name=""/>
          <p:cNvSpPr/>
          <p:nvPr/>
        </p:nvSpPr>
        <p:spPr>
          <a:xfrm>
            <a:off x="4671720" y="37519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50" name=""/>
          <p:cNvSpPr/>
          <p:nvPr/>
        </p:nvSpPr>
        <p:spPr>
          <a:xfrm>
            <a:off x="4693320" y="375408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1" y="0"/>
                </a:moveTo>
                <a:lnTo>
                  <a:pt x="2" y="0"/>
                </a:ln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51" name=""/>
          <p:cNvSpPr/>
          <p:nvPr/>
        </p:nvSpPr>
        <p:spPr>
          <a:xfrm>
            <a:off x="4637160" y="37440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52" name=""/>
          <p:cNvSpPr/>
          <p:nvPr/>
        </p:nvSpPr>
        <p:spPr>
          <a:xfrm>
            <a:off x="4644720" y="37378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4" y="0"/>
                </a:lnTo>
                <a:lnTo>
                  <a:pt x="4" y="1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53" name=""/>
          <p:cNvSpPr/>
          <p:nvPr/>
        </p:nvSpPr>
        <p:spPr>
          <a:xfrm>
            <a:off x="4642200" y="37368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0"/>
                </a:move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1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54" name=""/>
          <p:cNvSpPr/>
          <p:nvPr/>
        </p:nvSpPr>
        <p:spPr>
          <a:xfrm>
            <a:off x="4643640" y="37368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55" name=""/>
          <p:cNvSpPr/>
          <p:nvPr/>
        </p:nvSpPr>
        <p:spPr>
          <a:xfrm>
            <a:off x="4645080" y="3736080"/>
            <a:ext cx="2880" cy="4320"/>
          </a:xfrm>
          <a:custGeom>
            <a:avLst/>
            <a:gdLst/>
            <a:ahLst/>
            <a:rect l="0" t="0" r="r" b="b"/>
            <a:pathLst>
              <a:path fill="none" w="8" h="12">
                <a:moveTo>
                  <a:pt x="3" y="1"/>
                </a:move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  <a:lnTo>
                  <a:pt x="5" y="4"/>
                </a:lnTo>
                <a:lnTo>
                  <a:pt x="5" y="5"/>
                </a:lnTo>
                <a:lnTo>
                  <a:pt x="6" y="5"/>
                </a:lnTo>
                <a:lnTo>
                  <a:pt x="7" y="5"/>
                </a:lnTo>
                <a:lnTo>
                  <a:pt x="7" y="6"/>
                </a:lnTo>
                <a:lnTo>
                  <a:pt x="8" y="9"/>
                </a:lnTo>
                <a:lnTo>
                  <a:pt x="8" y="10"/>
                </a:lnTo>
                <a:lnTo>
                  <a:pt x="8" y="11"/>
                </a:lnTo>
                <a:lnTo>
                  <a:pt x="8" y="12"/>
                </a:lnTo>
                <a:lnTo>
                  <a:pt x="7" y="12"/>
                </a:lnTo>
                <a:lnTo>
                  <a:pt x="7" y="11"/>
                </a:lnTo>
                <a:lnTo>
                  <a:pt x="6" y="11"/>
                </a:lnTo>
                <a:lnTo>
                  <a:pt x="6" y="10"/>
                </a:lnTo>
                <a:lnTo>
                  <a:pt x="5" y="10"/>
                </a:lnTo>
                <a:lnTo>
                  <a:pt x="4" y="10"/>
                </a:lnTo>
                <a:lnTo>
                  <a:pt x="4" y="9"/>
                </a:lnTo>
                <a:lnTo>
                  <a:pt x="5" y="9"/>
                </a:lnTo>
                <a:lnTo>
                  <a:pt x="5" y="8"/>
                </a:lnTo>
                <a:lnTo>
                  <a:pt x="5" y="6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1" y="3"/>
                </a:lnTo>
                <a:lnTo>
                  <a:pt x="1" y="2"/>
                </a:lnTo>
                <a:lnTo>
                  <a:pt x="0" y="1"/>
                </a:lnTo>
                <a:lnTo>
                  <a:pt x="1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56" name=""/>
          <p:cNvSpPr/>
          <p:nvPr/>
        </p:nvSpPr>
        <p:spPr>
          <a:xfrm>
            <a:off x="4653000" y="37346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57" name=""/>
          <p:cNvSpPr/>
          <p:nvPr/>
        </p:nvSpPr>
        <p:spPr>
          <a:xfrm>
            <a:off x="4643640" y="3730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58" name=""/>
          <p:cNvSpPr/>
          <p:nvPr/>
        </p:nvSpPr>
        <p:spPr>
          <a:xfrm>
            <a:off x="4646880" y="37288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2" y="3"/>
                </a:moveTo>
                <a:lnTo>
                  <a:pt x="2" y="2"/>
                </a:ln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lnTo>
                  <a:pt x="5" y="5"/>
                </a:lnTo>
                <a:lnTo>
                  <a:pt x="4" y="5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59" name=""/>
          <p:cNvSpPr/>
          <p:nvPr/>
        </p:nvSpPr>
        <p:spPr>
          <a:xfrm>
            <a:off x="4648680" y="372456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5" y="1"/>
                </a:moveTo>
                <a:lnTo>
                  <a:pt x="3" y="1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7" y="0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60" name=""/>
          <p:cNvSpPr/>
          <p:nvPr/>
        </p:nvSpPr>
        <p:spPr>
          <a:xfrm>
            <a:off x="4650120" y="372312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2"/>
                </a:moveTo>
                <a:lnTo>
                  <a:pt x="0" y="2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61" name=""/>
          <p:cNvSpPr/>
          <p:nvPr/>
        </p:nvSpPr>
        <p:spPr>
          <a:xfrm>
            <a:off x="4651920" y="372240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2" y="0"/>
                </a:moveTo>
                <a:lnTo>
                  <a:pt x="2" y="2"/>
                </a:lnTo>
                <a:lnTo>
                  <a:pt x="3" y="2"/>
                </a:lnTo>
                <a:lnTo>
                  <a:pt x="2" y="2"/>
                </a:lnTo>
                <a:lnTo>
                  <a:pt x="2" y="3"/>
                </a:lnTo>
                <a:lnTo>
                  <a:pt x="3" y="3"/>
                </a:lnTo>
                <a:lnTo>
                  <a:pt x="3" y="5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62" name=""/>
          <p:cNvSpPr/>
          <p:nvPr/>
        </p:nvSpPr>
        <p:spPr>
          <a:xfrm>
            <a:off x="4651920" y="3721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63" name=""/>
          <p:cNvSpPr/>
          <p:nvPr/>
        </p:nvSpPr>
        <p:spPr>
          <a:xfrm>
            <a:off x="4656240" y="37040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64" name=""/>
          <p:cNvSpPr/>
          <p:nvPr/>
        </p:nvSpPr>
        <p:spPr>
          <a:xfrm>
            <a:off x="4585680" y="369432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0" y="5"/>
                </a:moveTo>
                <a:lnTo>
                  <a:pt x="0" y="3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65" name=""/>
          <p:cNvSpPr/>
          <p:nvPr/>
        </p:nvSpPr>
        <p:spPr>
          <a:xfrm>
            <a:off x="4584240" y="36936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4"/>
                </a:move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3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66" name=""/>
          <p:cNvSpPr/>
          <p:nvPr/>
        </p:nvSpPr>
        <p:spPr>
          <a:xfrm>
            <a:off x="4654440" y="37008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67" name=""/>
          <p:cNvSpPr/>
          <p:nvPr/>
        </p:nvSpPr>
        <p:spPr>
          <a:xfrm>
            <a:off x="4682160" y="370296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2" y="1"/>
                </a:moveTo>
                <a:lnTo>
                  <a:pt x="2" y="2"/>
                </a:lnTo>
                <a:lnTo>
                  <a:pt x="2" y="4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68" name=""/>
          <p:cNvSpPr/>
          <p:nvPr/>
        </p:nvSpPr>
        <p:spPr>
          <a:xfrm>
            <a:off x="4682160" y="3702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69" name=""/>
          <p:cNvSpPr/>
          <p:nvPr/>
        </p:nvSpPr>
        <p:spPr>
          <a:xfrm>
            <a:off x="4660560" y="36957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70" name=""/>
          <p:cNvSpPr/>
          <p:nvPr/>
        </p:nvSpPr>
        <p:spPr>
          <a:xfrm>
            <a:off x="4662720" y="3695400"/>
            <a:ext cx="360" cy="0"/>
          </a:xfrm>
          <a:custGeom>
            <a:avLst/>
            <a:gdLst/>
            <a:ahLst/>
            <a:rect l="0" t="0" r="r" b="b"/>
            <a:pathLst>
              <a:path fill="none"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71" name=""/>
          <p:cNvSpPr/>
          <p:nvPr/>
        </p:nvSpPr>
        <p:spPr>
          <a:xfrm>
            <a:off x="4669920" y="36918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0"/>
                </a:moveTo>
                <a:lnTo>
                  <a:pt x="1" y="2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72" name=""/>
          <p:cNvSpPr/>
          <p:nvPr/>
        </p:nvSpPr>
        <p:spPr>
          <a:xfrm>
            <a:off x="4673880" y="3692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73" name=""/>
          <p:cNvSpPr/>
          <p:nvPr/>
        </p:nvSpPr>
        <p:spPr>
          <a:xfrm>
            <a:off x="4671000" y="3691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74" name=""/>
          <p:cNvSpPr/>
          <p:nvPr/>
        </p:nvSpPr>
        <p:spPr>
          <a:xfrm>
            <a:off x="4710600" y="369756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2" y="1"/>
                </a:move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6" y="4"/>
                </a:lnTo>
                <a:lnTo>
                  <a:pt x="6" y="2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75" name=""/>
          <p:cNvSpPr/>
          <p:nvPr/>
        </p:nvSpPr>
        <p:spPr>
          <a:xfrm>
            <a:off x="4714200" y="36972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76" name=""/>
          <p:cNvSpPr/>
          <p:nvPr/>
        </p:nvSpPr>
        <p:spPr>
          <a:xfrm>
            <a:off x="4715280" y="369684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2" y="0"/>
                </a:move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3" y="1"/>
                </a:lnTo>
                <a:lnTo>
                  <a:pt x="3" y="3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77" name=""/>
          <p:cNvSpPr/>
          <p:nvPr/>
        </p:nvSpPr>
        <p:spPr>
          <a:xfrm>
            <a:off x="4713120" y="3696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78" name=""/>
          <p:cNvSpPr/>
          <p:nvPr/>
        </p:nvSpPr>
        <p:spPr>
          <a:xfrm>
            <a:off x="4713840" y="36961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79" name=""/>
          <p:cNvSpPr/>
          <p:nvPr/>
        </p:nvSpPr>
        <p:spPr>
          <a:xfrm>
            <a:off x="4700880" y="36925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0" name=""/>
          <p:cNvSpPr/>
          <p:nvPr/>
        </p:nvSpPr>
        <p:spPr>
          <a:xfrm>
            <a:off x="4697640" y="3691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1" name=""/>
          <p:cNvSpPr/>
          <p:nvPr/>
        </p:nvSpPr>
        <p:spPr>
          <a:xfrm>
            <a:off x="4724640" y="3695400"/>
            <a:ext cx="2520" cy="3600"/>
          </a:xfrm>
          <a:custGeom>
            <a:avLst/>
            <a:gdLst/>
            <a:ahLst/>
            <a:rect l="0" t="0" r="r" b="b"/>
            <a:pathLst>
              <a:path fill="none" w="7" h="10">
                <a:moveTo>
                  <a:pt x="5" y="3"/>
                </a:move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7" y="5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5" y="7"/>
                </a:lnTo>
                <a:lnTo>
                  <a:pt x="3" y="8"/>
                </a:lnTo>
                <a:lnTo>
                  <a:pt x="3" y="10"/>
                </a:lnTo>
                <a:lnTo>
                  <a:pt x="2" y="10"/>
                </a:lnTo>
                <a:lnTo>
                  <a:pt x="1" y="8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2" y="4"/>
                </a:lnTo>
                <a:lnTo>
                  <a:pt x="2" y="5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3" y="3"/>
                </a:lnTo>
                <a:lnTo>
                  <a:pt x="5" y="3"/>
                </a:lnTo>
                <a:lnTo>
                  <a:pt x="5" y="2"/>
                </a:lnTo>
                <a:lnTo>
                  <a:pt x="3" y="2"/>
                </a:lnTo>
                <a:lnTo>
                  <a:pt x="3" y="0"/>
                </a:lnTo>
                <a:lnTo>
                  <a:pt x="5" y="2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2" name=""/>
          <p:cNvSpPr/>
          <p:nvPr/>
        </p:nvSpPr>
        <p:spPr>
          <a:xfrm>
            <a:off x="4698000" y="3691080"/>
            <a:ext cx="3240" cy="3240"/>
          </a:xfrm>
          <a:custGeom>
            <a:avLst/>
            <a:gdLst/>
            <a:ahLst/>
            <a:rect l="0" t="0" r="r" b="b"/>
            <a:pathLst>
              <a:path fill="none" w="9" h="9">
                <a:moveTo>
                  <a:pt x="9" y="1"/>
                </a:moveTo>
                <a:lnTo>
                  <a:pt x="8" y="1"/>
                </a:lnTo>
                <a:lnTo>
                  <a:pt x="7" y="2"/>
                </a:lnTo>
                <a:lnTo>
                  <a:pt x="8" y="2"/>
                </a:lnTo>
                <a:lnTo>
                  <a:pt x="7" y="2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8" y="5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7" y="7"/>
                </a:lnTo>
                <a:lnTo>
                  <a:pt x="7" y="5"/>
                </a:lnTo>
                <a:lnTo>
                  <a:pt x="6" y="5"/>
                </a:lnTo>
                <a:lnTo>
                  <a:pt x="5" y="5"/>
                </a:lnTo>
                <a:lnTo>
                  <a:pt x="5" y="7"/>
                </a:lnTo>
                <a:lnTo>
                  <a:pt x="6" y="7"/>
                </a:lnTo>
                <a:lnTo>
                  <a:pt x="5" y="7"/>
                </a:lnTo>
                <a:lnTo>
                  <a:pt x="5" y="8"/>
                </a:lnTo>
                <a:lnTo>
                  <a:pt x="4" y="8"/>
                </a:lnTo>
                <a:lnTo>
                  <a:pt x="4" y="9"/>
                </a:lnTo>
                <a:lnTo>
                  <a:pt x="3" y="9"/>
                </a:lnTo>
                <a:lnTo>
                  <a:pt x="3" y="8"/>
                </a:lnTo>
                <a:lnTo>
                  <a:pt x="1" y="8"/>
                </a:lnTo>
                <a:lnTo>
                  <a:pt x="1" y="7"/>
                </a:lnTo>
                <a:lnTo>
                  <a:pt x="0" y="7"/>
                </a:lnTo>
                <a:lnTo>
                  <a:pt x="0" y="5"/>
                </a:lnTo>
                <a:lnTo>
                  <a:pt x="1" y="5"/>
                </a:lnTo>
                <a:lnTo>
                  <a:pt x="0" y="4"/>
                </a:lnTo>
                <a:lnTo>
                  <a:pt x="1" y="4"/>
                </a:lnTo>
                <a:lnTo>
                  <a:pt x="3" y="4"/>
                </a:lnTo>
                <a:lnTo>
                  <a:pt x="3" y="3"/>
                </a:lnTo>
                <a:lnTo>
                  <a:pt x="4" y="3"/>
                </a:lnTo>
                <a:lnTo>
                  <a:pt x="4" y="2"/>
                </a:lnTo>
                <a:lnTo>
                  <a:pt x="6" y="2"/>
                </a:lnTo>
                <a:lnTo>
                  <a:pt x="7" y="2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0"/>
                </a:lnTo>
                <a:lnTo>
                  <a:pt x="9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3" name=""/>
          <p:cNvSpPr/>
          <p:nvPr/>
        </p:nvSpPr>
        <p:spPr>
          <a:xfrm>
            <a:off x="4701240" y="36907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3" y="2"/>
                </a:lnTo>
                <a:lnTo>
                  <a:pt x="1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4" name=""/>
          <p:cNvSpPr/>
          <p:nvPr/>
        </p:nvSpPr>
        <p:spPr>
          <a:xfrm>
            <a:off x="4706640" y="36910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5" name=""/>
          <p:cNvSpPr/>
          <p:nvPr/>
        </p:nvSpPr>
        <p:spPr>
          <a:xfrm>
            <a:off x="4703760" y="3690720"/>
            <a:ext cx="2160" cy="720"/>
          </a:xfrm>
          <a:custGeom>
            <a:avLst/>
            <a:gdLst/>
            <a:ahLst/>
            <a:rect l="0" t="0" r="r" b="b"/>
            <a:pathLst>
              <a:path fill="none" w="6" h="2">
                <a:moveTo>
                  <a:pt x="6" y="0"/>
                </a:move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6" name=""/>
          <p:cNvSpPr/>
          <p:nvPr/>
        </p:nvSpPr>
        <p:spPr>
          <a:xfrm>
            <a:off x="4696920" y="36889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7" name=""/>
          <p:cNvSpPr/>
          <p:nvPr/>
        </p:nvSpPr>
        <p:spPr>
          <a:xfrm>
            <a:off x="4701240" y="36892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8" name=""/>
          <p:cNvSpPr/>
          <p:nvPr/>
        </p:nvSpPr>
        <p:spPr>
          <a:xfrm>
            <a:off x="4712760" y="369072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4" y="2"/>
                </a:move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9" name=""/>
          <p:cNvSpPr/>
          <p:nvPr/>
        </p:nvSpPr>
        <p:spPr>
          <a:xfrm>
            <a:off x="4708080" y="3690000"/>
            <a:ext cx="4320" cy="2160"/>
          </a:xfrm>
          <a:custGeom>
            <a:avLst/>
            <a:gdLst/>
            <a:ahLst/>
            <a:rect l="0" t="0" r="r" b="b"/>
            <a:pathLst>
              <a:path fill="none" w="12" h="6">
                <a:moveTo>
                  <a:pt x="11" y="1"/>
                </a:moveTo>
                <a:lnTo>
                  <a:pt x="11" y="2"/>
                </a:lnTo>
                <a:lnTo>
                  <a:pt x="12" y="2"/>
                </a:lnTo>
                <a:lnTo>
                  <a:pt x="12" y="3"/>
                </a:lnTo>
                <a:lnTo>
                  <a:pt x="11" y="3"/>
                </a:lnTo>
                <a:lnTo>
                  <a:pt x="10" y="3"/>
                </a:lnTo>
                <a:lnTo>
                  <a:pt x="10" y="5"/>
                </a:lnTo>
                <a:lnTo>
                  <a:pt x="9" y="5"/>
                </a:lnTo>
                <a:lnTo>
                  <a:pt x="8" y="5"/>
                </a:lnTo>
                <a:lnTo>
                  <a:pt x="8" y="6"/>
                </a:lnTo>
                <a:lnTo>
                  <a:pt x="6" y="5"/>
                </a:lnTo>
                <a:lnTo>
                  <a:pt x="8" y="5"/>
                </a:lnTo>
                <a:lnTo>
                  <a:pt x="8" y="3"/>
                </a:lnTo>
                <a:lnTo>
                  <a:pt x="8" y="2"/>
                </a:lnTo>
                <a:lnTo>
                  <a:pt x="6" y="2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2" y="3"/>
                </a:lnTo>
                <a:lnTo>
                  <a:pt x="1" y="3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90" name=""/>
          <p:cNvSpPr/>
          <p:nvPr/>
        </p:nvSpPr>
        <p:spPr>
          <a:xfrm>
            <a:off x="4703760" y="3687840"/>
            <a:ext cx="6840" cy="2520"/>
          </a:xfrm>
          <a:custGeom>
            <a:avLst/>
            <a:gdLst/>
            <a:ahLst/>
            <a:rect l="0" t="0" r="r" b="b"/>
            <a:pathLst>
              <a:path fill="none" w="19" h="7">
                <a:moveTo>
                  <a:pt x="5" y="1"/>
                </a:moveTo>
                <a:lnTo>
                  <a:pt x="4" y="1"/>
                </a:lnTo>
                <a:lnTo>
                  <a:pt x="5" y="2"/>
                </a:lnTo>
                <a:lnTo>
                  <a:pt x="6" y="2"/>
                </a:lnTo>
                <a:lnTo>
                  <a:pt x="5" y="2"/>
                </a:lnTo>
                <a:lnTo>
                  <a:pt x="6" y="2"/>
                </a:lnTo>
                <a:lnTo>
                  <a:pt x="6" y="1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9" y="3"/>
                </a:lnTo>
                <a:lnTo>
                  <a:pt x="10" y="3"/>
                </a:lnTo>
                <a:lnTo>
                  <a:pt x="11" y="3"/>
                </a:lnTo>
                <a:lnTo>
                  <a:pt x="12" y="3"/>
                </a:lnTo>
                <a:lnTo>
                  <a:pt x="12" y="2"/>
                </a:lnTo>
                <a:lnTo>
                  <a:pt x="13" y="2"/>
                </a:lnTo>
                <a:lnTo>
                  <a:pt x="14" y="3"/>
                </a:lnTo>
                <a:lnTo>
                  <a:pt x="15" y="5"/>
                </a:lnTo>
                <a:lnTo>
                  <a:pt x="17" y="5"/>
                </a:lnTo>
                <a:lnTo>
                  <a:pt x="18" y="5"/>
                </a:lnTo>
                <a:lnTo>
                  <a:pt x="19" y="5"/>
                </a:lnTo>
                <a:lnTo>
                  <a:pt x="19" y="6"/>
                </a:lnTo>
                <a:lnTo>
                  <a:pt x="18" y="5"/>
                </a:lnTo>
                <a:lnTo>
                  <a:pt x="18" y="6"/>
                </a:lnTo>
                <a:lnTo>
                  <a:pt x="17" y="6"/>
                </a:lnTo>
                <a:lnTo>
                  <a:pt x="15" y="7"/>
                </a:lnTo>
                <a:lnTo>
                  <a:pt x="15" y="6"/>
                </a:lnTo>
                <a:lnTo>
                  <a:pt x="14" y="6"/>
                </a:lnTo>
                <a:lnTo>
                  <a:pt x="13" y="6"/>
                </a:lnTo>
                <a:lnTo>
                  <a:pt x="12" y="6"/>
                </a:lnTo>
                <a:lnTo>
                  <a:pt x="12" y="5"/>
                </a:lnTo>
                <a:lnTo>
                  <a:pt x="12" y="6"/>
                </a:lnTo>
                <a:lnTo>
                  <a:pt x="11" y="5"/>
                </a:lnTo>
                <a:lnTo>
                  <a:pt x="10" y="5"/>
                </a:lnTo>
                <a:lnTo>
                  <a:pt x="9" y="5"/>
                </a:lnTo>
                <a:lnTo>
                  <a:pt x="8" y="5"/>
                </a:lnTo>
                <a:lnTo>
                  <a:pt x="9" y="6"/>
                </a:lnTo>
                <a:lnTo>
                  <a:pt x="8" y="6"/>
                </a:lnTo>
                <a:lnTo>
                  <a:pt x="8" y="7"/>
                </a:lnTo>
                <a:lnTo>
                  <a:pt x="8" y="6"/>
                </a:lnTo>
                <a:lnTo>
                  <a:pt x="7" y="6"/>
                </a:lnTo>
                <a:lnTo>
                  <a:pt x="8" y="6"/>
                </a:lnTo>
                <a:lnTo>
                  <a:pt x="8" y="5"/>
                </a:lnTo>
                <a:lnTo>
                  <a:pt x="7" y="5"/>
                </a:lnTo>
                <a:lnTo>
                  <a:pt x="5" y="5"/>
                </a:lnTo>
                <a:lnTo>
                  <a:pt x="5" y="3"/>
                </a:lnTo>
                <a:lnTo>
                  <a:pt x="4" y="3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91" name=""/>
          <p:cNvSpPr/>
          <p:nvPr/>
        </p:nvSpPr>
        <p:spPr>
          <a:xfrm>
            <a:off x="4698000" y="36864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0"/>
                </a:move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92" name=""/>
          <p:cNvSpPr/>
          <p:nvPr/>
        </p:nvSpPr>
        <p:spPr>
          <a:xfrm>
            <a:off x="4719960" y="36896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93" name=""/>
          <p:cNvSpPr/>
          <p:nvPr/>
        </p:nvSpPr>
        <p:spPr>
          <a:xfrm>
            <a:off x="4721760" y="368244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1" y="0"/>
                </a:moveTo>
                <a:lnTo>
                  <a:pt x="3" y="0"/>
                </a:lnTo>
                <a:lnTo>
                  <a:pt x="3" y="1"/>
                </a:ln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  <a:lnTo>
                  <a:pt x="5" y="1"/>
                </a:lnTo>
                <a:lnTo>
                  <a:pt x="4" y="2"/>
                </a:lnTo>
                <a:lnTo>
                  <a:pt x="5" y="4"/>
                </a:lnTo>
                <a:lnTo>
                  <a:pt x="4" y="4"/>
                </a:lnTo>
                <a:lnTo>
                  <a:pt x="3" y="2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94" name=""/>
          <p:cNvSpPr/>
          <p:nvPr/>
        </p:nvSpPr>
        <p:spPr>
          <a:xfrm>
            <a:off x="4722120" y="36806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95" name=""/>
          <p:cNvSpPr/>
          <p:nvPr/>
        </p:nvSpPr>
        <p:spPr>
          <a:xfrm>
            <a:off x="4723560" y="3680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96" name=""/>
          <p:cNvSpPr/>
          <p:nvPr/>
        </p:nvSpPr>
        <p:spPr>
          <a:xfrm>
            <a:off x="4718520" y="3678840"/>
            <a:ext cx="3240" cy="2520"/>
          </a:xfrm>
          <a:custGeom>
            <a:avLst/>
            <a:gdLst/>
            <a:ahLst/>
            <a:rect l="0" t="0" r="r" b="b"/>
            <a:pathLst>
              <a:path fill="none" w="9" h="7">
                <a:moveTo>
                  <a:pt x="4" y="0"/>
                </a:moveTo>
                <a:lnTo>
                  <a:pt x="6" y="0"/>
                </a:lnTo>
                <a:lnTo>
                  <a:pt x="7" y="1"/>
                </a:lnTo>
                <a:lnTo>
                  <a:pt x="8" y="1"/>
                </a:lnTo>
                <a:lnTo>
                  <a:pt x="8" y="3"/>
                </a:lnTo>
                <a:lnTo>
                  <a:pt x="9" y="3"/>
                </a:lnTo>
                <a:lnTo>
                  <a:pt x="9" y="4"/>
                </a:lnTo>
                <a:lnTo>
                  <a:pt x="8" y="4"/>
                </a:lnTo>
                <a:lnTo>
                  <a:pt x="8" y="5"/>
                </a:lnTo>
                <a:lnTo>
                  <a:pt x="7" y="5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3" y="5"/>
                </a:lnTo>
                <a:lnTo>
                  <a:pt x="2" y="4"/>
                </a:lnTo>
                <a:lnTo>
                  <a:pt x="0" y="4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3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97" name=""/>
          <p:cNvSpPr/>
          <p:nvPr/>
        </p:nvSpPr>
        <p:spPr>
          <a:xfrm>
            <a:off x="4721040" y="36752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98" name=""/>
          <p:cNvSpPr/>
          <p:nvPr/>
        </p:nvSpPr>
        <p:spPr>
          <a:xfrm>
            <a:off x="4743360" y="367128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5" y="2"/>
                </a:move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99" name=""/>
          <p:cNvSpPr/>
          <p:nvPr/>
        </p:nvSpPr>
        <p:spPr>
          <a:xfrm>
            <a:off x="4746240" y="36698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00" name=""/>
          <p:cNvSpPr/>
          <p:nvPr/>
        </p:nvSpPr>
        <p:spPr>
          <a:xfrm>
            <a:off x="4763880" y="36680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01" name=""/>
          <p:cNvSpPr/>
          <p:nvPr/>
        </p:nvSpPr>
        <p:spPr>
          <a:xfrm>
            <a:off x="4642920" y="36475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02" name=""/>
          <p:cNvSpPr/>
          <p:nvPr/>
        </p:nvSpPr>
        <p:spPr>
          <a:xfrm>
            <a:off x="4762440" y="36651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0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03" name=""/>
          <p:cNvSpPr/>
          <p:nvPr/>
        </p:nvSpPr>
        <p:spPr>
          <a:xfrm>
            <a:off x="4763160" y="3664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04" name=""/>
          <p:cNvSpPr/>
          <p:nvPr/>
        </p:nvSpPr>
        <p:spPr>
          <a:xfrm>
            <a:off x="4762080" y="366300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2" y="2"/>
                </a:move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0" y="2"/>
                </a:lnTo>
                <a:lnTo>
                  <a:pt x="0" y="4"/>
                </a:lnTo>
                <a:lnTo>
                  <a:pt x="0" y="5"/>
                </a:lnTo>
                <a:lnTo>
                  <a:pt x="1" y="5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3" y="4"/>
                </a:lnTo>
                <a:lnTo>
                  <a:pt x="4" y="4"/>
                </a:lnTo>
                <a:lnTo>
                  <a:pt x="6" y="4"/>
                </a:lnTo>
                <a:lnTo>
                  <a:pt x="6" y="2"/>
                </a:lnTo>
                <a:lnTo>
                  <a:pt x="6" y="1"/>
                </a:lnTo>
                <a:lnTo>
                  <a:pt x="6" y="0"/>
                </a:lnTo>
                <a:lnTo>
                  <a:pt x="4" y="0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05" name=""/>
          <p:cNvSpPr/>
          <p:nvPr/>
        </p:nvSpPr>
        <p:spPr>
          <a:xfrm>
            <a:off x="4647960" y="364356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3"/>
                </a:moveTo>
                <a:lnTo>
                  <a:pt x="6" y="4"/>
                </a:lnTo>
                <a:lnTo>
                  <a:pt x="4" y="4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3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06" name=""/>
          <p:cNvSpPr/>
          <p:nvPr/>
        </p:nvSpPr>
        <p:spPr>
          <a:xfrm>
            <a:off x="4764600" y="36597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07" name=""/>
          <p:cNvSpPr/>
          <p:nvPr/>
        </p:nvSpPr>
        <p:spPr>
          <a:xfrm>
            <a:off x="4763880" y="3659400"/>
            <a:ext cx="1080" cy="2160"/>
          </a:xfrm>
          <a:custGeom>
            <a:avLst/>
            <a:gdLst/>
            <a:ahLst/>
            <a:rect l="0" t="0" r="r" b="b"/>
            <a:pathLst>
              <a:path fill="none" w="3" h="6">
                <a:moveTo>
                  <a:pt x="1" y="0"/>
                </a:move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6"/>
                </a:lnTo>
                <a:lnTo>
                  <a:pt x="1" y="6"/>
                </a:lnTo>
                <a:lnTo>
                  <a:pt x="3" y="6"/>
                </a:lnTo>
                <a:lnTo>
                  <a:pt x="3" y="4"/>
                </a:lnTo>
                <a:lnTo>
                  <a:pt x="3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08" name=""/>
          <p:cNvSpPr/>
          <p:nvPr/>
        </p:nvSpPr>
        <p:spPr>
          <a:xfrm>
            <a:off x="4768200" y="36576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09" name=""/>
          <p:cNvSpPr/>
          <p:nvPr/>
        </p:nvSpPr>
        <p:spPr>
          <a:xfrm>
            <a:off x="4766760" y="365688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10" name=""/>
          <p:cNvSpPr/>
          <p:nvPr/>
        </p:nvSpPr>
        <p:spPr>
          <a:xfrm>
            <a:off x="4767120" y="3656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11" name=""/>
          <p:cNvSpPr/>
          <p:nvPr/>
        </p:nvSpPr>
        <p:spPr>
          <a:xfrm>
            <a:off x="4768200" y="365652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3"/>
                </a:move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12" name=""/>
          <p:cNvSpPr/>
          <p:nvPr/>
        </p:nvSpPr>
        <p:spPr>
          <a:xfrm>
            <a:off x="4767480" y="36561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13" name=""/>
          <p:cNvSpPr/>
          <p:nvPr/>
        </p:nvSpPr>
        <p:spPr>
          <a:xfrm>
            <a:off x="4768920" y="365364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1"/>
                </a:moveTo>
                <a:lnTo>
                  <a:pt x="5" y="0"/>
                </a:lnTo>
                <a:lnTo>
                  <a:pt x="4" y="1"/>
                </a:lnTo>
                <a:lnTo>
                  <a:pt x="2" y="1"/>
                </a:ln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4" y="3"/>
                </a:lnTo>
                <a:lnTo>
                  <a:pt x="5" y="3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14" name=""/>
          <p:cNvSpPr/>
          <p:nvPr/>
        </p:nvSpPr>
        <p:spPr>
          <a:xfrm>
            <a:off x="4770720" y="36532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0"/>
                </a:move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15" name=""/>
          <p:cNvSpPr/>
          <p:nvPr/>
        </p:nvSpPr>
        <p:spPr>
          <a:xfrm>
            <a:off x="4771080" y="3652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16" name=""/>
          <p:cNvSpPr/>
          <p:nvPr/>
        </p:nvSpPr>
        <p:spPr>
          <a:xfrm>
            <a:off x="4771440" y="36525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17" name=""/>
          <p:cNvSpPr/>
          <p:nvPr/>
        </p:nvSpPr>
        <p:spPr>
          <a:xfrm>
            <a:off x="4772880" y="365112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5" y="0"/>
                </a:moveTo>
                <a:lnTo>
                  <a:pt x="6" y="0"/>
                </a:lnTo>
                <a:lnTo>
                  <a:pt x="5" y="0"/>
                </a:lnTo>
                <a:lnTo>
                  <a:pt x="3" y="0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2"/>
                </a:lnTo>
                <a:lnTo>
                  <a:pt x="2" y="2"/>
                </a:lnTo>
                <a:lnTo>
                  <a:pt x="3" y="2"/>
                </a:lnTo>
                <a:lnTo>
                  <a:pt x="5" y="2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18" name=""/>
          <p:cNvSpPr/>
          <p:nvPr/>
        </p:nvSpPr>
        <p:spPr>
          <a:xfrm>
            <a:off x="4774680" y="3651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19" name=""/>
          <p:cNvSpPr/>
          <p:nvPr/>
        </p:nvSpPr>
        <p:spPr>
          <a:xfrm>
            <a:off x="4776120" y="3650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20" name=""/>
          <p:cNvSpPr/>
          <p:nvPr/>
        </p:nvSpPr>
        <p:spPr>
          <a:xfrm>
            <a:off x="4965840" y="35708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21" name=""/>
          <p:cNvSpPr/>
          <p:nvPr/>
        </p:nvSpPr>
        <p:spPr>
          <a:xfrm>
            <a:off x="4964760" y="356904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2" y="5"/>
                </a:moveTo>
                <a:lnTo>
                  <a:pt x="2" y="3"/>
                </a:lnTo>
                <a:lnTo>
                  <a:pt x="2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lnTo>
                  <a:pt x="2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22" name=""/>
          <p:cNvSpPr/>
          <p:nvPr/>
        </p:nvSpPr>
        <p:spPr>
          <a:xfrm>
            <a:off x="4955400" y="35622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23" name=""/>
          <p:cNvSpPr/>
          <p:nvPr/>
        </p:nvSpPr>
        <p:spPr>
          <a:xfrm>
            <a:off x="4955040" y="35607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24" name=""/>
          <p:cNvSpPr/>
          <p:nvPr/>
        </p:nvSpPr>
        <p:spPr>
          <a:xfrm>
            <a:off x="4954680" y="3559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3"/>
                </a:moveTo>
                <a:lnTo>
                  <a:pt x="1" y="4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3" y="3"/>
                </a:lnTo>
                <a:lnTo>
                  <a:pt x="3" y="1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25" name=""/>
          <p:cNvSpPr/>
          <p:nvPr/>
        </p:nvSpPr>
        <p:spPr>
          <a:xfrm>
            <a:off x="3114720" y="3162960"/>
            <a:ext cx="1998000" cy="1227960"/>
          </a:xfrm>
          <a:custGeom>
            <a:avLst/>
            <a:gdLst/>
            <a:ahLst/>
            <a:rect l="0" t="0" r="r" b="b"/>
            <a:pathLst>
              <a:path fill="none" w="5550" h="3411">
                <a:moveTo>
                  <a:pt x="4515" y="1"/>
                </a:moveTo>
                <a:lnTo>
                  <a:pt x="4515" y="2"/>
                </a:lnTo>
                <a:lnTo>
                  <a:pt x="4516" y="2"/>
                </a:lnTo>
                <a:lnTo>
                  <a:pt x="4517" y="2"/>
                </a:lnTo>
                <a:lnTo>
                  <a:pt x="4518" y="2"/>
                </a:lnTo>
                <a:lnTo>
                  <a:pt x="4518" y="3"/>
                </a:lnTo>
                <a:lnTo>
                  <a:pt x="4519" y="3"/>
                </a:lnTo>
                <a:lnTo>
                  <a:pt x="4520" y="3"/>
                </a:lnTo>
                <a:lnTo>
                  <a:pt x="4520" y="4"/>
                </a:lnTo>
                <a:lnTo>
                  <a:pt x="4521" y="5"/>
                </a:lnTo>
                <a:lnTo>
                  <a:pt x="4521" y="6"/>
                </a:lnTo>
                <a:lnTo>
                  <a:pt x="4522" y="7"/>
                </a:lnTo>
                <a:lnTo>
                  <a:pt x="4523" y="7"/>
                </a:lnTo>
                <a:lnTo>
                  <a:pt x="4525" y="7"/>
                </a:lnTo>
                <a:lnTo>
                  <a:pt x="4526" y="7"/>
                </a:lnTo>
                <a:lnTo>
                  <a:pt x="4528" y="7"/>
                </a:lnTo>
                <a:lnTo>
                  <a:pt x="4529" y="7"/>
                </a:lnTo>
                <a:lnTo>
                  <a:pt x="4530" y="7"/>
                </a:lnTo>
                <a:lnTo>
                  <a:pt x="4531" y="8"/>
                </a:lnTo>
                <a:lnTo>
                  <a:pt x="4532" y="8"/>
                </a:lnTo>
                <a:lnTo>
                  <a:pt x="4533" y="8"/>
                </a:lnTo>
                <a:lnTo>
                  <a:pt x="4534" y="8"/>
                </a:lnTo>
                <a:lnTo>
                  <a:pt x="4535" y="8"/>
                </a:lnTo>
                <a:lnTo>
                  <a:pt x="4536" y="8"/>
                </a:lnTo>
                <a:lnTo>
                  <a:pt x="4537" y="8"/>
                </a:lnTo>
                <a:lnTo>
                  <a:pt x="4538" y="8"/>
                </a:lnTo>
                <a:lnTo>
                  <a:pt x="4539" y="8"/>
                </a:lnTo>
                <a:lnTo>
                  <a:pt x="4540" y="9"/>
                </a:lnTo>
                <a:lnTo>
                  <a:pt x="4541" y="9"/>
                </a:lnTo>
                <a:lnTo>
                  <a:pt x="4542" y="10"/>
                </a:lnTo>
                <a:lnTo>
                  <a:pt x="4545" y="12"/>
                </a:lnTo>
                <a:lnTo>
                  <a:pt x="4547" y="13"/>
                </a:lnTo>
                <a:lnTo>
                  <a:pt x="4550" y="15"/>
                </a:lnTo>
                <a:lnTo>
                  <a:pt x="4550" y="16"/>
                </a:lnTo>
                <a:lnTo>
                  <a:pt x="4551" y="17"/>
                </a:lnTo>
                <a:lnTo>
                  <a:pt x="4552" y="17"/>
                </a:lnTo>
                <a:lnTo>
                  <a:pt x="4553" y="17"/>
                </a:lnTo>
                <a:lnTo>
                  <a:pt x="4554" y="17"/>
                </a:lnTo>
                <a:lnTo>
                  <a:pt x="4555" y="17"/>
                </a:lnTo>
                <a:lnTo>
                  <a:pt x="4556" y="17"/>
                </a:lnTo>
                <a:lnTo>
                  <a:pt x="4557" y="17"/>
                </a:lnTo>
                <a:lnTo>
                  <a:pt x="4557" y="18"/>
                </a:lnTo>
                <a:lnTo>
                  <a:pt x="4557" y="19"/>
                </a:lnTo>
                <a:lnTo>
                  <a:pt x="4557" y="20"/>
                </a:lnTo>
                <a:lnTo>
                  <a:pt x="4558" y="20"/>
                </a:lnTo>
                <a:lnTo>
                  <a:pt x="4559" y="20"/>
                </a:lnTo>
                <a:lnTo>
                  <a:pt x="4559" y="21"/>
                </a:lnTo>
                <a:lnTo>
                  <a:pt x="4559" y="22"/>
                </a:lnTo>
                <a:lnTo>
                  <a:pt x="4560" y="22"/>
                </a:lnTo>
                <a:lnTo>
                  <a:pt x="4561" y="22"/>
                </a:lnTo>
                <a:lnTo>
                  <a:pt x="4562" y="22"/>
                </a:lnTo>
                <a:lnTo>
                  <a:pt x="4563" y="22"/>
                </a:lnTo>
                <a:lnTo>
                  <a:pt x="4563" y="21"/>
                </a:lnTo>
                <a:lnTo>
                  <a:pt x="4564" y="21"/>
                </a:lnTo>
                <a:lnTo>
                  <a:pt x="4565" y="20"/>
                </a:lnTo>
                <a:lnTo>
                  <a:pt x="4566" y="20"/>
                </a:lnTo>
                <a:lnTo>
                  <a:pt x="4567" y="20"/>
                </a:lnTo>
                <a:lnTo>
                  <a:pt x="4569" y="19"/>
                </a:lnTo>
                <a:lnTo>
                  <a:pt x="4570" y="19"/>
                </a:lnTo>
                <a:lnTo>
                  <a:pt x="4571" y="19"/>
                </a:lnTo>
                <a:lnTo>
                  <a:pt x="4572" y="19"/>
                </a:lnTo>
                <a:lnTo>
                  <a:pt x="4573" y="20"/>
                </a:lnTo>
                <a:lnTo>
                  <a:pt x="4573" y="21"/>
                </a:lnTo>
                <a:lnTo>
                  <a:pt x="4574" y="21"/>
                </a:lnTo>
                <a:lnTo>
                  <a:pt x="4574" y="22"/>
                </a:lnTo>
                <a:lnTo>
                  <a:pt x="4575" y="22"/>
                </a:lnTo>
                <a:lnTo>
                  <a:pt x="4577" y="23"/>
                </a:lnTo>
                <a:lnTo>
                  <a:pt x="4578" y="23"/>
                </a:lnTo>
                <a:lnTo>
                  <a:pt x="4578" y="24"/>
                </a:lnTo>
                <a:lnTo>
                  <a:pt x="4579" y="24"/>
                </a:lnTo>
                <a:lnTo>
                  <a:pt x="4579" y="25"/>
                </a:lnTo>
                <a:lnTo>
                  <a:pt x="4580" y="25"/>
                </a:lnTo>
                <a:lnTo>
                  <a:pt x="4580" y="26"/>
                </a:lnTo>
                <a:lnTo>
                  <a:pt x="4581" y="27"/>
                </a:lnTo>
                <a:lnTo>
                  <a:pt x="4581" y="28"/>
                </a:lnTo>
                <a:lnTo>
                  <a:pt x="4581" y="29"/>
                </a:lnTo>
                <a:lnTo>
                  <a:pt x="4582" y="29"/>
                </a:lnTo>
                <a:lnTo>
                  <a:pt x="4582" y="30"/>
                </a:lnTo>
                <a:lnTo>
                  <a:pt x="4583" y="31"/>
                </a:lnTo>
                <a:lnTo>
                  <a:pt x="4584" y="32"/>
                </a:lnTo>
                <a:lnTo>
                  <a:pt x="4585" y="32"/>
                </a:lnTo>
                <a:lnTo>
                  <a:pt x="4586" y="32"/>
                </a:lnTo>
                <a:lnTo>
                  <a:pt x="4587" y="33"/>
                </a:lnTo>
                <a:lnTo>
                  <a:pt x="4588" y="33"/>
                </a:lnTo>
                <a:lnTo>
                  <a:pt x="4588" y="34"/>
                </a:lnTo>
                <a:lnTo>
                  <a:pt x="4588" y="35"/>
                </a:lnTo>
                <a:lnTo>
                  <a:pt x="4589" y="35"/>
                </a:lnTo>
                <a:lnTo>
                  <a:pt x="4590" y="36"/>
                </a:lnTo>
                <a:lnTo>
                  <a:pt x="4590" y="35"/>
                </a:lnTo>
                <a:lnTo>
                  <a:pt x="4591" y="35"/>
                </a:lnTo>
                <a:lnTo>
                  <a:pt x="4592" y="36"/>
                </a:lnTo>
                <a:lnTo>
                  <a:pt x="4593" y="36"/>
                </a:lnTo>
                <a:lnTo>
                  <a:pt x="4594" y="37"/>
                </a:lnTo>
                <a:lnTo>
                  <a:pt x="4595" y="37"/>
                </a:lnTo>
                <a:lnTo>
                  <a:pt x="4596" y="37"/>
                </a:lnTo>
                <a:lnTo>
                  <a:pt x="4597" y="37"/>
                </a:lnTo>
                <a:lnTo>
                  <a:pt x="4599" y="37"/>
                </a:lnTo>
                <a:lnTo>
                  <a:pt x="4602" y="37"/>
                </a:lnTo>
                <a:lnTo>
                  <a:pt x="4603" y="36"/>
                </a:lnTo>
                <a:lnTo>
                  <a:pt x="4605" y="36"/>
                </a:lnTo>
                <a:lnTo>
                  <a:pt x="4605" y="37"/>
                </a:lnTo>
                <a:lnTo>
                  <a:pt x="4606" y="37"/>
                </a:lnTo>
                <a:lnTo>
                  <a:pt x="4606" y="36"/>
                </a:lnTo>
                <a:lnTo>
                  <a:pt x="4607" y="36"/>
                </a:lnTo>
                <a:lnTo>
                  <a:pt x="4608" y="37"/>
                </a:lnTo>
                <a:lnTo>
                  <a:pt x="4609" y="37"/>
                </a:lnTo>
                <a:lnTo>
                  <a:pt x="4610" y="37"/>
                </a:lnTo>
                <a:lnTo>
                  <a:pt x="4611" y="37"/>
                </a:lnTo>
                <a:lnTo>
                  <a:pt x="4612" y="37"/>
                </a:lnTo>
                <a:lnTo>
                  <a:pt x="4613" y="38"/>
                </a:lnTo>
                <a:lnTo>
                  <a:pt x="4614" y="38"/>
                </a:lnTo>
                <a:lnTo>
                  <a:pt x="4615" y="38"/>
                </a:lnTo>
                <a:lnTo>
                  <a:pt x="4615" y="39"/>
                </a:lnTo>
                <a:lnTo>
                  <a:pt x="4615" y="40"/>
                </a:lnTo>
                <a:lnTo>
                  <a:pt x="4614" y="40"/>
                </a:lnTo>
                <a:lnTo>
                  <a:pt x="4614" y="41"/>
                </a:lnTo>
                <a:lnTo>
                  <a:pt x="4614" y="42"/>
                </a:lnTo>
                <a:lnTo>
                  <a:pt x="4615" y="42"/>
                </a:lnTo>
                <a:lnTo>
                  <a:pt x="4616" y="43"/>
                </a:lnTo>
                <a:lnTo>
                  <a:pt x="4617" y="43"/>
                </a:lnTo>
                <a:lnTo>
                  <a:pt x="4618" y="43"/>
                </a:lnTo>
                <a:lnTo>
                  <a:pt x="4620" y="43"/>
                </a:lnTo>
                <a:lnTo>
                  <a:pt x="4621" y="43"/>
                </a:lnTo>
                <a:lnTo>
                  <a:pt x="4622" y="43"/>
                </a:lnTo>
                <a:lnTo>
                  <a:pt x="4623" y="43"/>
                </a:lnTo>
                <a:lnTo>
                  <a:pt x="4624" y="43"/>
                </a:lnTo>
                <a:lnTo>
                  <a:pt x="4625" y="43"/>
                </a:lnTo>
                <a:lnTo>
                  <a:pt x="4626" y="44"/>
                </a:lnTo>
                <a:lnTo>
                  <a:pt x="4626" y="45"/>
                </a:lnTo>
                <a:lnTo>
                  <a:pt x="4626" y="46"/>
                </a:lnTo>
                <a:lnTo>
                  <a:pt x="4627" y="46"/>
                </a:lnTo>
                <a:lnTo>
                  <a:pt x="4627" y="47"/>
                </a:lnTo>
                <a:lnTo>
                  <a:pt x="4627" y="48"/>
                </a:lnTo>
                <a:lnTo>
                  <a:pt x="4628" y="48"/>
                </a:lnTo>
                <a:lnTo>
                  <a:pt x="4629" y="48"/>
                </a:lnTo>
                <a:lnTo>
                  <a:pt x="4630" y="48"/>
                </a:lnTo>
                <a:lnTo>
                  <a:pt x="4630" y="47"/>
                </a:lnTo>
                <a:lnTo>
                  <a:pt x="4631" y="47"/>
                </a:lnTo>
                <a:lnTo>
                  <a:pt x="4631" y="46"/>
                </a:lnTo>
                <a:lnTo>
                  <a:pt x="4631" y="45"/>
                </a:lnTo>
                <a:lnTo>
                  <a:pt x="4631" y="44"/>
                </a:lnTo>
                <a:lnTo>
                  <a:pt x="4630" y="43"/>
                </a:lnTo>
                <a:lnTo>
                  <a:pt x="4629" y="42"/>
                </a:lnTo>
                <a:lnTo>
                  <a:pt x="4629" y="41"/>
                </a:lnTo>
                <a:lnTo>
                  <a:pt x="4630" y="41"/>
                </a:lnTo>
                <a:lnTo>
                  <a:pt x="4631" y="40"/>
                </a:lnTo>
                <a:lnTo>
                  <a:pt x="4634" y="39"/>
                </a:lnTo>
                <a:lnTo>
                  <a:pt x="4635" y="39"/>
                </a:lnTo>
                <a:lnTo>
                  <a:pt x="4636" y="39"/>
                </a:lnTo>
                <a:lnTo>
                  <a:pt x="4636" y="38"/>
                </a:lnTo>
                <a:lnTo>
                  <a:pt x="4637" y="38"/>
                </a:lnTo>
                <a:lnTo>
                  <a:pt x="4638" y="38"/>
                </a:lnTo>
                <a:lnTo>
                  <a:pt x="4639" y="37"/>
                </a:lnTo>
                <a:lnTo>
                  <a:pt x="4641" y="37"/>
                </a:lnTo>
                <a:lnTo>
                  <a:pt x="4642" y="37"/>
                </a:lnTo>
                <a:lnTo>
                  <a:pt x="4643" y="37"/>
                </a:lnTo>
                <a:lnTo>
                  <a:pt x="4644" y="37"/>
                </a:lnTo>
                <a:lnTo>
                  <a:pt x="4645" y="37"/>
                </a:lnTo>
                <a:lnTo>
                  <a:pt x="4647" y="37"/>
                </a:lnTo>
                <a:lnTo>
                  <a:pt x="4650" y="37"/>
                </a:lnTo>
                <a:lnTo>
                  <a:pt x="4651" y="37"/>
                </a:lnTo>
                <a:lnTo>
                  <a:pt x="4654" y="37"/>
                </a:lnTo>
                <a:lnTo>
                  <a:pt x="4655" y="37"/>
                </a:lnTo>
                <a:lnTo>
                  <a:pt x="4656" y="37"/>
                </a:lnTo>
                <a:lnTo>
                  <a:pt x="4657" y="38"/>
                </a:lnTo>
                <a:lnTo>
                  <a:pt x="4659" y="38"/>
                </a:lnTo>
                <a:lnTo>
                  <a:pt x="4659" y="39"/>
                </a:lnTo>
                <a:lnTo>
                  <a:pt x="4660" y="39"/>
                </a:lnTo>
                <a:lnTo>
                  <a:pt x="4662" y="39"/>
                </a:lnTo>
                <a:lnTo>
                  <a:pt x="4665" y="41"/>
                </a:lnTo>
                <a:lnTo>
                  <a:pt x="4666" y="42"/>
                </a:lnTo>
                <a:lnTo>
                  <a:pt x="4667" y="42"/>
                </a:lnTo>
                <a:lnTo>
                  <a:pt x="4667" y="43"/>
                </a:lnTo>
                <a:lnTo>
                  <a:pt x="4669" y="43"/>
                </a:lnTo>
                <a:lnTo>
                  <a:pt x="4670" y="43"/>
                </a:lnTo>
                <a:lnTo>
                  <a:pt x="4671" y="43"/>
                </a:lnTo>
                <a:lnTo>
                  <a:pt x="4671" y="44"/>
                </a:lnTo>
                <a:lnTo>
                  <a:pt x="4672" y="44"/>
                </a:lnTo>
                <a:lnTo>
                  <a:pt x="4673" y="44"/>
                </a:lnTo>
                <a:lnTo>
                  <a:pt x="4674" y="44"/>
                </a:lnTo>
                <a:lnTo>
                  <a:pt x="4674" y="45"/>
                </a:lnTo>
                <a:lnTo>
                  <a:pt x="4675" y="44"/>
                </a:lnTo>
                <a:lnTo>
                  <a:pt x="4675" y="45"/>
                </a:lnTo>
                <a:lnTo>
                  <a:pt x="4677" y="45"/>
                </a:lnTo>
                <a:lnTo>
                  <a:pt x="4678" y="46"/>
                </a:lnTo>
                <a:lnTo>
                  <a:pt x="4679" y="46"/>
                </a:lnTo>
                <a:lnTo>
                  <a:pt x="4680" y="46"/>
                </a:lnTo>
                <a:lnTo>
                  <a:pt x="4680" y="47"/>
                </a:lnTo>
                <a:lnTo>
                  <a:pt x="4681" y="47"/>
                </a:lnTo>
                <a:lnTo>
                  <a:pt x="4682" y="47"/>
                </a:lnTo>
                <a:lnTo>
                  <a:pt x="4683" y="47"/>
                </a:lnTo>
                <a:lnTo>
                  <a:pt x="4685" y="48"/>
                </a:lnTo>
                <a:lnTo>
                  <a:pt x="4685" y="49"/>
                </a:lnTo>
                <a:lnTo>
                  <a:pt x="4685" y="50"/>
                </a:lnTo>
                <a:lnTo>
                  <a:pt x="4685" y="51"/>
                </a:lnTo>
                <a:lnTo>
                  <a:pt x="4685" y="52"/>
                </a:lnTo>
                <a:lnTo>
                  <a:pt x="4686" y="53"/>
                </a:lnTo>
                <a:lnTo>
                  <a:pt x="4687" y="53"/>
                </a:lnTo>
                <a:lnTo>
                  <a:pt x="4688" y="52"/>
                </a:lnTo>
                <a:lnTo>
                  <a:pt x="4689" y="52"/>
                </a:lnTo>
                <a:lnTo>
                  <a:pt x="4690" y="51"/>
                </a:lnTo>
                <a:lnTo>
                  <a:pt x="4690" y="50"/>
                </a:lnTo>
                <a:lnTo>
                  <a:pt x="4691" y="50"/>
                </a:lnTo>
                <a:lnTo>
                  <a:pt x="4693" y="49"/>
                </a:lnTo>
                <a:lnTo>
                  <a:pt x="4694" y="49"/>
                </a:lnTo>
                <a:lnTo>
                  <a:pt x="4695" y="49"/>
                </a:lnTo>
                <a:lnTo>
                  <a:pt x="4696" y="50"/>
                </a:lnTo>
                <a:lnTo>
                  <a:pt x="4697" y="50"/>
                </a:lnTo>
                <a:lnTo>
                  <a:pt x="4697" y="51"/>
                </a:lnTo>
                <a:lnTo>
                  <a:pt x="4698" y="52"/>
                </a:lnTo>
                <a:lnTo>
                  <a:pt x="4697" y="53"/>
                </a:lnTo>
                <a:lnTo>
                  <a:pt x="4697" y="54"/>
                </a:lnTo>
                <a:lnTo>
                  <a:pt x="4698" y="54"/>
                </a:lnTo>
                <a:lnTo>
                  <a:pt x="4699" y="55"/>
                </a:lnTo>
                <a:lnTo>
                  <a:pt x="4700" y="56"/>
                </a:lnTo>
                <a:lnTo>
                  <a:pt x="4701" y="57"/>
                </a:lnTo>
                <a:lnTo>
                  <a:pt x="4702" y="57"/>
                </a:lnTo>
                <a:lnTo>
                  <a:pt x="4702" y="58"/>
                </a:lnTo>
                <a:lnTo>
                  <a:pt x="4703" y="58"/>
                </a:lnTo>
                <a:lnTo>
                  <a:pt x="4704" y="58"/>
                </a:lnTo>
                <a:lnTo>
                  <a:pt x="4705" y="58"/>
                </a:lnTo>
                <a:lnTo>
                  <a:pt x="4706" y="58"/>
                </a:lnTo>
                <a:lnTo>
                  <a:pt x="4707" y="59"/>
                </a:lnTo>
                <a:lnTo>
                  <a:pt x="4707" y="60"/>
                </a:lnTo>
                <a:lnTo>
                  <a:pt x="4706" y="60"/>
                </a:lnTo>
                <a:lnTo>
                  <a:pt x="4706" y="61"/>
                </a:lnTo>
                <a:lnTo>
                  <a:pt x="4705" y="61"/>
                </a:lnTo>
                <a:lnTo>
                  <a:pt x="4705" y="62"/>
                </a:lnTo>
                <a:lnTo>
                  <a:pt x="4706" y="62"/>
                </a:lnTo>
                <a:lnTo>
                  <a:pt x="4706" y="63"/>
                </a:lnTo>
                <a:lnTo>
                  <a:pt x="4706" y="64"/>
                </a:lnTo>
                <a:lnTo>
                  <a:pt x="4705" y="64"/>
                </a:lnTo>
                <a:lnTo>
                  <a:pt x="4705" y="65"/>
                </a:lnTo>
                <a:lnTo>
                  <a:pt x="4704" y="65"/>
                </a:lnTo>
                <a:lnTo>
                  <a:pt x="4703" y="65"/>
                </a:lnTo>
                <a:lnTo>
                  <a:pt x="4702" y="65"/>
                </a:lnTo>
                <a:lnTo>
                  <a:pt x="4701" y="65"/>
                </a:lnTo>
                <a:lnTo>
                  <a:pt x="4700" y="65"/>
                </a:lnTo>
                <a:lnTo>
                  <a:pt x="4700" y="66"/>
                </a:lnTo>
                <a:lnTo>
                  <a:pt x="4699" y="66"/>
                </a:lnTo>
                <a:lnTo>
                  <a:pt x="4699" y="67"/>
                </a:lnTo>
                <a:lnTo>
                  <a:pt x="4699" y="68"/>
                </a:lnTo>
                <a:lnTo>
                  <a:pt x="4700" y="70"/>
                </a:lnTo>
                <a:lnTo>
                  <a:pt x="4699" y="70"/>
                </a:lnTo>
                <a:lnTo>
                  <a:pt x="4699" y="71"/>
                </a:lnTo>
                <a:lnTo>
                  <a:pt x="4700" y="71"/>
                </a:lnTo>
                <a:lnTo>
                  <a:pt x="4700" y="72"/>
                </a:lnTo>
                <a:lnTo>
                  <a:pt x="4701" y="72"/>
                </a:lnTo>
                <a:lnTo>
                  <a:pt x="4702" y="72"/>
                </a:lnTo>
                <a:lnTo>
                  <a:pt x="4702" y="71"/>
                </a:lnTo>
                <a:lnTo>
                  <a:pt x="4703" y="71"/>
                </a:lnTo>
                <a:lnTo>
                  <a:pt x="4704" y="71"/>
                </a:lnTo>
                <a:lnTo>
                  <a:pt x="4704" y="70"/>
                </a:lnTo>
                <a:lnTo>
                  <a:pt x="4705" y="70"/>
                </a:lnTo>
                <a:lnTo>
                  <a:pt x="4706" y="70"/>
                </a:lnTo>
                <a:lnTo>
                  <a:pt x="4707" y="70"/>
                </a:lnTo>
                <a:lnTo>
                  <a:pt x="4708" y="70"/>
                </a:lnTo>
                <a:lnTo>
                  <a:pt x="4709" y="69"/>
                </a:lnTo>
                <a:lnTo>
                  <a:pt x="4709" y="68"/>
                </a:lnTo>
                <a:lnTo>
                  <a:pt x="4710" y="68"/>
                </a:lnTo>
                <a:lnTo>
                  <a:pt x="4712" y="69"/>
                </a:lnTo>
                <a:lnTo>
                  <a:pt x="4713" y="69"/>
                </a:lnTo>
                <a:lnTo>
                  <a:pt x="4713" y="68"/>
                </a:lnTo>
                <a:lnTo>
                  <a:pt x="4715" y="68"/>
                </a:lnTo>
                <a:lnTo>
                  <a:pt x="4716" y="69"/>
                </a:lnTo>
                <a:lnTo>
                  <a:pt x="4717" y="69"/>
                </a:lnTo>
                <a:lnTo>
                  <a:pt x="4716" y="70"/>
                </a:lnTo>
                <a:lnTo>
                  <a:pt x="4716" y="71"/>
                </a:lnTo>
                <a:lnTo>
                  <a:pt x="4717" y="72"/>
                </a:lnTo>
                <a:lnTo>
                  <a:pt x="4718" y="73"/>
                </a:lnTo>
                <a:lnTo>
                  <a:pt x="4719" y="73"/>
                </a:lnTo>
                <a:lnTo>
                  <a:pt x="4719" y="74"/>
                </a:lnTo>
                <a:lnTo>
                  <a:pt x="4720" y="74"/>
                </a:lnTo>
                <a:lnTo>
                  <a:pt x="4720" y="75"/>
                </a:lnTo>
                <a:lnTo>
                  <a:pt x="4721" y="75"/>
                </a:lnTo>
                <a:lnTo>
                  <a:pt x="4721" y="76"/>
                </a:lnTo>
                <a:lnTo>
                  <a:pt x="4722" y="76"/>
                </a:lnTo>
                <a:lnTo>
                  <a:pt x="4723" y="77"/>
                </a:lnTo>
                <a:lnTo>
                  <a:pt x="4723" y="78"/>
                </a:lnTo>
                <a:lnTo>
                  <a:pt x="4723" y="79"/>
                </a:lnTo>
                <a:lnTo>
                  <a:pt x="4724" y="79"/>
                </a:lnTo>
                <a:lnTo>
                  <a:pt x="4724" y="80"/>
                </a:lnTo>
                <a:lnTo>
                  <a:pt x="4725" y="80"/>
                </a:lnTo>
                <a:lnTo>
                  <a:pt x="4726" y="81"/>
                </a:lnTo>
                <a:lnTo>
                  <a:pt x="4727" y="82"/>
                </a:lnTo>
                <a:lnTo>
                  <a:pt x="4728" y="82"/>
                </a:lnTo>
                <a:lnTo>
                  <a:pt x="4728" y="83"/>
                </a:lnTo>
                <a:lnTo>
                  <a:pt x="4729" y="82"/>
                </a:lnTo>
                <a:lnTo>
                  <a:pt x="4730" y="81"/>
                </a:lnTo>
                <a:lnTo>
                  <a:pt x="4730" y="80"/>
                </a:lnTo>
                <a:lnTo>
                  <a:pt x="4731" y="79"/>
                </a:lnTo>
                <a:lnTo>
                  <a:pt x="4732" y="78"/>
                </a:lnTo>
                <a:lnTo>
                  <a:pt x="4733" y="78"/>
                </a:lnTo>
                <a:lnTo>
                  <a:pt x="4734" y="78"/>
                </a:lnTo>
                <a:lnTo>
                  <a:pt x="4739" y="80"/>
                </a:lnTo>
                <a:lnTo>
                  <a:pt x="4739" y="81"/>
                </a:lnTo>
                <a:lnTo>
                  <a:pt x="4740" y="81"/>
                </a:lnTo>
                <a:lnTo>
                  <a:pt x="4740" y="82"/>
                </a:lnTo>
                <a:lnTo>
                  <a:pt x="4740" y="83"/>
                </a:lnTo>
                <a:lnTo>
                  <a:pt x="4739" y="83"/>
                </a:lnTo>
                <a:lnTo>
                  <a:pt x="4738" y="83"/>
                </a:lnTo>
                <a:lnTo>
                  <a:pt x="4737" y="83"/>
                </a:lnTo>
                <a:lnTo>
                  <a:pt x="4736" y="83"/>
                </a:lnTo>
                <a:lnTo>
                  <a:pt x="4735" y="83"/>
                </a:lnTo>
                <a:lnTo>
                  <a:pt x="4734" y="84"/>
                </a:lnTo>
                <a:lnTo>
                  <a:pt x="4734" y="85"/>
                </a:lnTo>
                <a:lnTo>
                  <a:pt x="4734" y="86"/>
                </a:lnTo>
                <a:lnTo>
                  <a:pt x="4735" y="87"/>
                </a:lnTo>
                <a:lnTo>
                  <a:pt x="4736" y="88"/>
                </a:lnTo>
                <a:lnTo>
                  <a:pt x="4736" y="89"/>
                </a:lnTo>
                <a:lnTo>
                  <a:pt x="4736" y="90"/>
                </a:lnTo>
                <a:lnTo>
                  <a:pt x="4735" y="91"/>
                </a:lnTo>
                <a:lnTo>
                  <a:pt x="4732" y="91"/>
                </a:lnTo>
                <a:lnTo>
                  <a:pt x="4731" y="91"/>
                </a:lnTo>
                <a:lnTo>
                  <a:pt x="4730" y="91"/>
                </a:lnTo>
                <a:lnTo>
                  <a:pt x="4729" y="91"/>
                </a:lnTo>
                <a:lnTo>
                  <a:pt x="4728" y="92"/>
                </a:lnTo>
                <a:lnTo>
                  <a:pt x="4727" y="93"/>
                </a:lnTo>
                <a:lnTo>
                  <a:pt x="4727" y="94"/>
                </a:lnTo>
                <a:lnTo>
                  <a:pt x="4727" y="96"/>
                </a:lnTo>
                <a:lnTo>
                  <a:pt x="4727" y="97"/>
                </a:lnTo>
                <a:lnTo>
                  <a:pt x="4728" y="97"/>
                </a:lnTo>
                <a:lnTo>
                  <a:pt x="4728" y="98"/>
                </a:lnTo>
                <a:lnTo>
                  <a:pt x="4729" y="98"/>
                </a:lnTo>
                <a:lnTo>
                  <a:pt x="4729" y="99"/>
                </a:lnTo>
                <a:lnTo>
                  <a:pt x="4730" y="99"/>
                </a:lnTo>
                <a:lnTo>
                  <a:pt x="4730" y="100"/>
                </a:lnTo>
                <a:lnTo>
                  <a:pt x="4731" y="101"/>
                </a:lnTo>
                <a:lnTo>
                  <a:pt x="4732" y="101"/>
                </a:lnTo>
                <a:lnTo>
                  <a:pt x="4733" y="101"/>
                </a:lnTo>
                <a:lnTo>
                  <a:pt x="4734" y="101"/>
                </a:lnTo>
                <a:lnTo>
                  <a:pt x="4735" y="100"/>
                </a:lnTo>
                <a:lnTo>
                  <a:pt x="4735" y="99"/>
                </a:lnTo>
                <a:lnTo>
                  <a:pt x="4735" y="98"/>
                </a:lnTo>
                <a:lnTo>
                  <a:pt x="4736" y="98"/>
                </a:lnTo>
                <a:lnTo>
                  <a:pt x="4738" y="99"/>
                </a:lnTo>
                <a:lnTo>
                  <a:pt x="4739" y="100"/>
                </a:lnTo>
                <a:lnTo>
                  <a:pt x="4740" y="100"/>
                </a:lnTo>
                <a:lnTo>
                  <a:pt x="4741" y="101"/>
                </a:lnTo>
                <a:lnTo>
                  <a:pt x="4742" y="101"/>
                </a:lnTo>
                <a:lnTo>
                  <a:pt x="4745" y="103"/>
                </a:lnTo>
                <a:lnTo>
                  <a:pt x="4746" y="103"/>
                </a:lnTo>
                <a:lnTo>
                  <a:pt x="4747" y="104"/>
                </a:lnTo>
                <a:lnTo>
                  <a:pt x="4748" y="105"/>
                </a:lnTo>
                <a:lnTo>
                  <a:pt x="4749" y="106"/>
                </a:lnTo>
                <a:lnTo>
                  <a:pt x="4749" y="107"/>
                </a:lnTo>
                <a:lnTo>
                  <a:pt x="4748" y="108"/>
                </a:lnTo>
                <a:lnTo>
                  <a:pt x="4747" y="109"/>
                </a:lnTo>
                <a:lnTo>
                  <a:pt x="4747" y="110"/>
                </a:lnTo>
                <a:lnTo>
                  <a:pt x="4747" y="111"/>
                </a:lnTo>
                <a:lnTo>
                  <a:pt x="4747" y="112"/>
                </a:lnTo>
                <a:lnTo>
                  <a:pt x="4748" y="112"/>
                </a:lnTo>
                <a:lnTo>
                  <a:pt x="4749" y="112"/>
                </a:lnTo>
                <a:lnTo>
                  <a:pt x="4750" y="112"/>
                </a:lnTo>
                <a:lnTo>
                  <a:pt x="4751" y="112"/>
                </a:lnTo>
                <a:lnTo>
                  <a:pt x="4752" y="112"/>
                </a:lnTo>
                <a:lnTo>
                  <a:pt x="4752" y="111"/>
                </a:lnTo>
                <a:lnTo>
                  <a:pt x="4754" y="111"/>
                </a:lnTo>
                <a:lnTo>
                  <a:pt x="4754" y="112"/>
                </a:lnTo>
                <a:lnTo>
                  <a:pt x="4755" y="113"/>
                </a:lnTo>
                <a:lnTo>
                  <a:pt x="4756" y="114"/>
                </a:lnTo>
                <a:lnTo>
                  <a:pt x="4757" y="115"/>
                </a:lnTo>
                <a:lnTo>
                  <a:pt x="4758" y="116"/>
                </a:lnTo>
                <a:lnTo>
                  <a:pt x="4760" y="117"/>
                </a:lnTo>
                <a:lnTo>
                  <a:pt x="4760" y="118"/>
                </a:lnTo>
                <a:lnTo>
                  <a:pt x="4761" y="119"/>
                </a:lnTo>
                <a:lnTo>
                  <a:pt x="4762" y="121"/>
                </a:lnTo>
                <a:lnTo>
                  <a:pt x="4761" y="123"/>
                </a:lnTo>
                <a:lnTo>
                  <a:pt x="4761" y="124"/>
                </a:lnTo>
                <a:lnTo>
                  <a:pt x="4760" y="124"/>
                </a:lnTo>
                <a:lnTo>
                  <a:pt x="4759" y="124"/>
                </a:lnTo>
                <a:lnTo>
                  <a:pt x="4759" y="125"/>
                </a:lnTo>
                <a:lnTo>
                  <a:pt x="4758" y="125"/>
                </a:lnTo>
                <a:lnTo>
                  <a:pt x="4758" y="127"/>
                </a:lnTo>
                <a:lnTo>
                  <a:pt x="4759" y="127"/>
                </a:lnTo>
                <a:lnTo>
                  <a:pt x="4759" y="128"/>
                </a:lnTo>
                <a:lnTo>
                  <a:pt x="4760" y="128"/>
                </a:lnTo>
                <a:lnTo>
                  <a:pt x="4760" y="129"/>
                </a:lnTo>
                <a:lnTo>
                  <a:pt x="4761" y="129"/>
                </a:lnTo>
                <a:lnTo>
                  <a:pt x="4762" y="129"/>
                </a:lnTo>
                <a:lnTo>
                  <a:pt x="4763" y="129"/>
                </a:lnTo>
                <a:lnTo>
                  <a:pt x="4764" y="129"/>
                </a:lnTo>
                <a:lnTo>
                  <a:pt x="4765" y="129"/>
                </a:lnTo>
                <a:lnTo>
                  <a:pt x="4766" y="129"/>
                </a:lnTo>
                <a:lnTo>
                  <a:pt x="4767" y="129"/>
                </a:lnTo>
                <a:lnTo>
                  <a:pt x="4768" y="129"/>
                </a:lnTo>
                <a:lnTo>
                  <a:pt x="4769" y="129"/>
                </a:lnTo>
                <a:lnTo>
                  <a:pt x="4769" y="130"/>
                </a:lnTo>
                <a:lnTo>
                  <a:pt x="4769" y="131"/>
                </a:lnTo>
                <a:lnTo>
                  <a:pt x="4768" y="131"/>
                </a:lnTo>
                <a:lnTo>
                  <a:pt x="4767" y="131"/>
                </a:lnTo>
                <a:lnTo>
                  <a:pt x="4766" y="131"/>
                </a:lnTo>
                <a:lnTo>
                  <a:pt x="4765" y="132"/>
                </a:lnTo>
                <a:lnTo>
                  <a:pt x="4764" y="132"/>
                </a:lnTo>
                <a:lnTo>
                  <a:pt x="4764" y="133"/>
                </a:lnTo>
                <a:lnTo>
                  <a:pt x="4763" y="133"/>
                </a:lnTo>
                <a:lnTo>
                  <a:pt x="4762" y="133"/>
                </a:lnTo>
                <a:lnTo>
                  <a:pt x="4761" y="133"/>
                </a:lnTo>
                <a:lnTo>
                  <a:pt x="4761" y="134"/>
                </a:lnTo>
                <a:lnTo>
                  <a:pt x="4760" y="134"/>
                </a:lnTo>
                <a:lnTo>
                  <a:pt x="4759" y="135"/>
                </a:lnTo>
                <a:lnTo>
                  <a:pt x="4758" y="135"/>
                </a:lnTo>
                <a:lnTo>
                  <a:pt x="4758" y="136"/>
                </a:lnTo>
                <a:lnTo>
                  <a:pt x="4757" y="137"/>
                </a:lnTo>
                <a:lnTo>
                  <a:pt x="4757" y="138"/>
                </a:lnTo>
                <a:lnTo>
                  <a:pt x="4757" y="139"/>
                </a:lnTo>
                <a:lnTo>
                  <a:pt x="4758" y="139"/>
                </a:lnTo>
                <a:lnTo>
                  <a:pt x="4759" y="140"/>
                </a:lnTo>
                <a:lnTo>
                  <a:pt x="4760" y="140"/>
                </a:lnTo>
                <a:lnTo>
                  <a:pt x="4761" y="140"/>
                </a:lnTo>
                <a:lnTo>
                  <a:pt x="4761" y="141"/>
                </a:lnTo>
                <a:lnTo>
                  <a:pt x="4762" y="141"/>
                </a:lnTo>
                <a:lnTo>
                  <a:pt x="4764" y="141"/>
                </a:lnTo>
                <a:lnTo>
                  <a:pt x="4765" y="141"/>
                </a:lnTo>
                <a:lnTo>
                  <a:pt x="4766" y="141"/>
                </a:lnTo>
                <a:lnTo>
                  <a:pt x="4767" y="141"/>
                </a:lnTo>
                <a:lnTo>
                  <a:pt x="4767" y="142"/>
                </a:lnTo>
                <a:lnTo>
                  <a:pt x="4768" y="142"/>
                </a:lnTo>
                <a:lnTo>
                  <a:pt x="4769" y="142"/>
                </a:lnTo>
                <a:lnTo>
                  <a:pt x="4769" y="143"/>
                </a:lnTo>
                <a:lnTo>
                  <a:pt x="4770" y="143"/>
                </a:lnTo>
                <a:lnTo>
                  <a:pt x="4771" y="143"/>
                </a:lnTo>
                <a:lnTo>
                  <a:pt x="4773" y="143"/>
                </a:lnTo>
                <a:lnTo>
                  <a:pt x="4774" y="143"/>
                </a:lnTo>
                <a:lnTo>
                  <a:pt x="4774" y="144"/>
                </a:lnTo>
                <a:lnTo>
                  <a:pt x="4775" y="144"/>
                </a:lnTo>
                <a:lnTo>
                  <a:pt x="4778" y="145"/>
                </a:lnTo>
                <a:lnTo>
                  <a:pt x="4779" y="146"/>
                </a:lnTo>
                <a:lnTo>
                  <a:pt x="4780" y="146"/>
                </a:lnTo>
                <a:lnTo>
                  <a:pt x="4780" y="147"/>
                </a:lnTo>
                <a:lnTo>
                  <a:pt x="4781" y="147"/>
                </a:lnTo>
                <a:lnTo>
                  <a:pt x="4781" y="148"/>
                </a:lnTo>
                <a:lnTo>
                  <a:pt x="4780" y="149"/>
                </a:lnTo>
                <a:lnTo>
                  <a:pt x="4779" y="150"/>
                </a:lnTo>
                <a:lnTo>
                  <a:pt x="4778" y="150"/>
                </a:lnTo>
                <a:lnTo>
                  <a:pt x="4778" y="151"/>
                </a:lnTo>
                <a:lnTo>
                  <a:pt x="4779" y="151"/>
                </a:lnTo>
                <a:lnTo>
                  <a:pt x="4779" y="152"/>
                </a:lnTo>
                <a:lnTo>
                  <a:pt x="4779" y="153"/>
                </a:lnTo>
                <a:lnTo>
                  <a:pt x="4778" y="153"/>
                </a:lnTo>
                <a:lnTo>
                  <a:pt x="4777" y="154"/>
                </a:lnTo>
                <a:lnTo>
                  <a:pt x="4777" y="155"/>
                </a:lnTo>
                <a:lnTo>
                  <a:pt x="4777" y="156"/>
                </a:lnTo>
                <a:lnTo>
                  <a:pt x="4776" y="156"/>
                </a:lnTo>
                <a:lnTo>
                  <a:pt x="4775" y="156"/>
                </a:lnTo>
                <a:lnTo>
                  <a:pt x="4773" y="156"/>
                </a:lnTo>
                <a:lnTo>
                  <a:pt x="4772" y="156"/>
                </a:lnTo>
                <a:lnTo>
                  <a:pt x="4771" y="157"/>
                </a:lnTo>
                <a:lnTo>
                  <a:pt x="4770" y="157"/>
                </a:lnTo>
                <a:lnTo>
                  <a:pt x="4770" y="158"/>
                </a:lnTo>
                <a:lnTo>
                  <a:pt x="4770" y="159"/>
                </a:lnTo>
                <a:lnTo>
                  <a:pt x="4770" y="160"/>
                </a:lnTo>
                <a:lnTo>
                  <a:pt x="4771" y="161"/>
                </a:lnTo>
                <a:lnTo>
                  <a:pt x="4772" y="161"/>
                </a:lnTo>
                <a:lnTo>
                  <a:pt x="4772" y="162"/>
                </a:lnTo>
                <a:lnTo>
                  <a:pt x="4772" y="163"/>
                </a:lnTo>
                <a:lnTo>
                  <a:pt x="4772" y="164"/>
                </a:lnTo>
                <a:lnTo>
                  <a:pt x="4772" y="165"/>
                </a:lnTo>
                <a:lnTo>
                  <a:pt x="4772" y="166"/>
                </a:lnTo>
                <a:lnTo>
                  <a:pt x="4774" y="167"/>
                </a:lnTo>
                <a:lnTo>
                  <a:pt x="4775" y="167"/>
                </a:lnTo>
                <a:lnTo>
                  <a:pt x="4775" y="168"/>
                </a:lnTo>
                <a:lnTo>
                  <a:pt x="4776" y="168"/>
                </a:lnTo>
                <a:lnTo>
                  <a:pt x="4776" y="170"/>
                </a:lnTo>
                <a:lnTo>
                  <a:pt x="4777" y="171"/>
                </a:lnTo>
                <a:lnTo>
                  <a:pt x="4778" y="171"/>
                </a:lnTo>
                <a:lnTo>
                  <a:pt x="4779" y="172"/>
                </a:lnTo>
                <a:lnTo>
                  <a:pt x="4780" y="174"/>
                </a:lnTo>
                <a:lnTo>
                  <a:pt x="4781" y="176"/>
                </a:lnTo>
                <a:lnTo>
                  <a:pt x="4782" y="177"/>
                </a:lnTo>
                <a:lnTo>
                  <a:pt x="4782" y="178"/>
                </a:lnTo>
                <a:lnTo>
                  <a:pt x="4784" y="179"/>
                </a:lnTo>
                <a:lnTo>
                  <a:pt x="4784" y="180"/>
                </a:lnTo>
                <a:lnTo>
                  <a:pt x="4785" y="181"/>
                </a:lnTo>
                <a:lnTo>
                  <a:pt x="4786" y="182"/>
                </a:lnTo>
                <a:lnTo>
                  <a:pt x="4786" y="183"/>
                </a:lnTo>
                <a:lnTo>
                  <a:pt x="4787" y="183"/>
                </a:lnTo>
                <a:lnTo>
                  <a:pt x="4788" y="184"/>
                </a:lnTo>
                <a:lnTo>
                  <a:pt x="4789" y="184"/>
                </a:lnTo>
                <a:lnTo>
                  <a:pt x="4790" y="185"/>
                </a:lnTo>
                <a:lnTo>
                  <a:pt x="4789" y="186"/>
                </a:lnTo>
                <a:lnTo>
                  <a:pt x="4790" y="187"/>
                </a:lnTo>
                <a:lnTo>
                  <a:pt x="4790" y="188"/>
                </a:lnTo>
                <a:lnTo>
                  <a:pt x="4792" y="188"/>
                </a:lnTo>
                <a:lnTo>
                  <a:pt x="4793" y="188"/>
                </a:lnTo>
                <a:lnTo>
                  <a:pt x="4794" y="187"/>
                </a:lnTo>
                <a:lnTo>
                  <a:pt x="4794" y="188"/>
                </a:lnTo>
                <a:lnTo>
                  <a:pt x="4795" y="188"/>
                </a:lnTo>
                <a:lnTo>
                  <a:pt x="4796" y="189"/>
                </a:lnTo>
                <a:lnTo>
                  <a:pt x="4796" y="190"/>
                </a:lnTo>
                <a:lnTo>
                  <a:pt x="4795" y="191"/>
                </a:lnTo>
                <a:lnTo>
                  <a:pt x="4795" y="192"/>
                </a:lnTo>
                <a:lnTo>
                  <a:pt x="4795" y="193"/>
                </a:lnTo>
                <a:lnTo>
                  <a:pt x="4796" y="194"/>
                </a:lnTo>
                <a:lnTo>
                  <a:pt x="4796" y="195"/>
                </a:lnTo>
                <a:lnTo>
                  <a:pt x="4796" y="197"/>
                </a:lnTo>
                <a:lnTo>
                  <a:pt x="4796" y="198"/>
                </a:lnTo>
                <a:lnTo>
                  <a:pt x="4795" y="198"/>
                </a:lnTo>
                <a:lnTo>
                  <a:pt x="4794" y="199"/>
                </a:lnTo>
                <a:lnTo>
                  <a:pt x="4793" y="199"/>
                </a:lnTo>
                <a:lnTo>
                  <a:pt x="4792" y="199"/>
                </a:lnTo>
                <a:lnTo>
                  <a:pt x="4791" y="200"/>
                </a:lnTo>
                <a:lnTo>
                  <a:pt x="4791" y="201"/>
                </a:lnTo>
                <a:lnTo>
                  <a:pt x="4791" y="202"/>
                </a:lnTo>
                <a:lnTo>
                  <a:pt x="4792" y="203"/>
                </a:lnTo>
                <a:lnTo>
                  <a:pt x="4794" y="204"/>
                </a:lnTo>
                <a:lnTo>
                  <a:pt x="4795" y="204"/>
                </a:lnTo>
                <a:lnTo>
                  <a:pt x="4796" y="205"/>
                </a:lnTo>
                <a:lnTo>
                  <a:pt x="4797" y="205"/>
                </a:lnTo>
                <a:lnTo>
                  <a:pt x="4798" y="205"/>
                </a:lnTo>
                <a:lnTo>
                  <a:pt x="4800" y="205"/>
                </a:lnTo>
                <a:lnTo>
                  <a:pt x="4801" y="206"/>
                </a:lnTo>
                <a:lnTo>
                  <a:pt x="4803" y="206"/>
                </a:lnTo>
                <a:lnTo>
                  <a:pt x="4805" y="207"/>
                </a:lnTo>
                <a:lnTo>
                  <a:pt x="4805" y="208"/>
                </a:lnTo>
                <a:lnTo>
                  <a:pt x="4806" y="208"/>
                </a:lnTo>
                <a:lnTo>
                  <a:pt x="4806" y="209"/>
                </a:lnTo>
                <a:lnTo>
                  <a:pt x="4805" y="209"/>
                </a:lnTo>
                <a:lnTo>
                  <a:pt x="4805" y="210"/>
                </a:lnTo>
                <a:lnTo>
                  <a:pt x="4804" y="211"/>
                </a:lnTo>
                <a:lnTo>
                  <a:pt x="4803" y="211"/>
                </a:lnTo>
                <a:lnTo>
                  <a:pt x="4803" y="212"/>
                </a:lnTo>
                <a:lnTo>
                  <a:pt x="4802" y="213"/>
                </a:lnTo>
                <a:lnTo>
                  <a:pt x="4802" y="214"/>
                </a:lnTo>
                <a:lnTo>
                  <a:pt x="4802" y="215"/>
                </a:lnTo>
                <a:lnTo>
                  <a:pt x="4801" y="216"/>
                </a:lnTo>
                <a:lnTo>
                  <a:pt x="4800" y="216"/>
                </a:lnTo>
                <a:lnTo>
                  <a:pt x="4800" y="217"/>
                </a:lnTo>
                <a:lnTo>
                  <a:pt x="4801" y="218"/>
                </a:lnTo>
                <a:lnTo>
                  <a:pt x="4802" y="219"/>
                </a:lnTo>
                <a:lnTo>
                  <a:pt x="4803" y="219"/>
                </a:lnTo>
                <a:lnTo>
                  <a:pt x="4803" y="220"/>
                </a:lnTo>
                <a:lnTo>
                  <a:pt x="4804" y="220"/>
                </a:lnTo>
                <a:lnTo>
                  <a:pt x="4805" y="220"/>
                </a:lnTo>
                <a:lnTo>
                  <a:pt x="4807" y="220"/>
                </a:lnTo>
                <a:lnTo>
                  <a:pt x="4809" y="220"/>
                </a:lnTo>
                <a:lnTo>
                  <a:pt x="4811" y="220"/>
                </a:lnTo>
                <a:lnTo>
                  <a:pt x="4811" y="221"/>
                </a:lnTo>
                <a:lnTo>
                  <a:pt x="4812" y="221"/>
                </a:lnTo>
                <a:lnTo>
                  <a:pt x="4813" y="222"/>
                </a:lnTo>
                <a:lnTo>
                  <a:pt x="4813" y="223"/>
                </a:lnTo>
                <a:lnTo>
                  <a:pt x="4813" y="225"/>
                </a:lnTo>
                <a:lnTo>
                  <a:pt x="4813" y="226"/>
                </a:lnTo>
                <a:lnTo>
                  <a:pt x="4813" y="227"/>
                </a:lnTo>
                <a:lnTo>
                  <a:pt x="4812" y="227"/>
                </a:lnTo>
                <a:lnTo>
                  <a:pt x="4811" y="228"/>
                </a:lnTo>
                <a:lnTo>
                  <a:pt x="4810" y="227"/>
                </a:lnTo>
                <a:lnTo>
                  <a:pt x="4808" y="227"/>
                </a:lnTo>
                <a:lnTo>
                  <a:pt x="4807" y="227"/>
                </a:lnTo>
                <a:lnTo>
                  <a:pt x="4806" y="227"/>
                </a:lnTo>
                <a:lnTo>
                  <a:pt x="4805" y="227"/>
                </a:lnTo>
                <a:lnTo>
                  <a:pt x="4805" y="228"/>
                </a:lnTo>
                <a:lnTo>
                  <a:pt x="4804" y="228"/>
                </a:lnTo>
                <a:lnTo>
                  <a:pt x="4804" y="229"/>
                </a:lnTo>
                <a:lnTo>
                  <a:pt x="4803" y="230"/>
                </a:lnTo>
                <a:lnTo>
                  <a:pt x="4803" y="232"/>
                </a:lnTo>
                <a:lnTo>
                  <a:pt x="4804" y="234"/>
                </a:lnTo>
                <a:lnTo>
                  <a:pt x="4804" y="235"/>
                </a:lnTo>
                <a:lnTo>
                  <a:pt x="4805" y="235"/>
                </a:lnTo>
                <a:lnTo>
                  <a:pt x="4805" y="236"/>
                </a:lnTo>
                <a:lnTo>
                  <a:pt x="4806" y="236"/>
                </a:lnTo>
                <a:lnTo>
                  <a:pt x="4807" y="237"/>
                </a:lnTo>
                <a:lnTo>
                  <a:pt x="4809" y="237"/>
                </a:lnTo>
                <a:lnTo>
                  <a:pt x="4810" y="237"/>
                </a:lnTo>
                <a:lnTo>
                  <a:pt x="4811" y="237"/>
                </a:lnTo>
                <a:lnTo>
                  <a:pt x="4812" y="237"/>
                </a:lnTo>
                <a:lnTo>
                  <a:pt x="4813" y="236"/>
                </a:lnTo>
                <a:lnTo>
                  <a:pt x="4813" y="235"/>
                </a:lnTo>
                <a:lnTo>
                  <a:pt x="4812" y="234"/>
                </a:lnTo>
                <a:lnTo>
                  <a:pt x="4812" y="233"/>
                </a:lnTo>
                <a:lnTo>
                  <a:pt x="4811" y="233"/>
                </a:lnTo>
                <a:lnTo>
                  <a:pt x="4809" y="232"/>
                </a:lnTo>
                <a:lnTo>
                  <a:pt x="4809" y="231"/>
                </a:lnTo>
                <a:lnTo>
                  <a:pt x="4808" y="231"/>
                </a:lnTo>
                <a:lnTo>
                  <a:pt x="4808" y="230"/>
                </a:lnTo>
                <a:lnTo>
                  <a:pt x="4809" y="230"/>
                </a:lnTo>
                <a:lnTo>
                  <a:pt x="4809" y="229"/>
                </a:lnTo>
                <a:lnTo>
                  <a:pt x="4810" y="229"/>
                </a:lnTo>
                <a:lnTo>
                  <a:pt x="4811" y="229"/>
                </a:lnTo>
                <a:lnTo>
                  <a:pt x="4812" y="229"/>
                </a:lnTo>
                <a:lnTo>
                  <a:pt x="4814" y="228"/>
                </a:lnTo>
                <a:lnTo>
                  <a:pt x="4816" y="228"/>
                </a:lnTo>
                <a:lnTo>
                  <a:pt x="4817" y="228"/>
                </a:lnTo>
                <a:lnTo>
                  <a:pt x="4818" y="228"/>
                </a:lnTo>
                <a:lnTo>
                  <a:pt x="4818" y="229"/>
                </a:lnTo>
                <a:lnTo>
                  <a:pt x="4818" y="230"/>
                </a:lnTo>
                <a:lnTo>
                  <a:pt x="4818" y="231"/>
                </a:lnTo>
                <a:lnTo>
                  <a:pt x="4818" y="232"/>
                </a:lnTo>
                <a:lnTo>
                  <a:pt x="4817" y="233"/>
                </a:lnTo>
                <a:lnTo>
                  <a:pt x="4817" y="234"/>
                </a:lnTo>
                <a:lnTo>
                  <a:pt x="4816" y="234"/>
                </a:lnTo>
                <a:lnTo>
                  <a:pt x="4816" y="235"/>
                </a:lnTo>
                <a:lnTo>
                  <a:pt x="4814" y="236"/>
                </a:lnTo>
                <a:lnTo>
                  <a:pt x="4814" y="237"/>
                </a:lnTo>
                <a:lnTo>
                  <a:pt x="4813" y="237"/>
                </a:lnTo>
                <a:lnTo>
                  <a:pt x="4813" y="239"/>
                </a:lnTo>
                <a:lnTo>
                  <a:pt x="4812" y="239"/>
                </a:lnTo>
                <a:lnTo>
                  <a:pt x="4811" y="240"/>
                </a:lnTo>
                <a:lnTo>
                  <a:pt x="4811" y="241"/>
                </a:lnTo>
                <a:lnTo>
                  <a:pt x="4811" y="242"/>
                </a:lnTo>
                <a:lnTo>
                  <a:pt x="4811" y="243"/>
                </a:lnTo>
                <a:lnTo>
                  <a:pt x="4811" y="244"/>
                </a:lnTo>
                <a:lnTo>
                  <a:pt x="4812" y="246"/>
                </a:lnTo>
                <a:lnTo>
                  <a:pt x="4812" y="248"/>
                </a:lnTo>
                <a:lnTo>
                  <a:pt x="4813" y="249"/>
                </a:lnTo>
                <a:lnTo>
                  <a:pt x="4813" y="251"/>
                </a:lnTo>
                <a:lnTo>
                  <a:pt x="4813" y="252"/>
                </a:lnTo>
                <a:lnTo>
                  <a:pt x="4813" y="253"/>
                </a:lnTo>
                <a:lnTo>
                  <a:pt x="4813" y="254"/>
                </a:lnTo>
                <a:lnTo>
                  <a:pt x="4813" y="256"/>
                </a:lnTo>
                <a:lnTo>
                  <a:pt x="4814" y="257"/>
                </a:lnTo>
                <a:lnTo>
                  <a:pt x="4815" y="257"/>
                </a:lnTo>
                <a:lnTo>
                  <a:pt x="4816" y="258"/>
                </a:lnTo>
                <a:lnTo>
                  <a:pt x="4818" y="259"/>
                </a:lnTo>
                <a:lnTo>
                  <a:pt x="4819" y="260"/>
                </a:lnTo>
                <a:lnTo>
                  <a:pt x="4821" y="262"/>
                </a:lnTo>
                <a:lnTo>
                  <a:pt x="4822" y="263"/>
                </a:lnTo>
                <a:lnTo>
                  <a:pt x="4822" y="264"/>
                </a:lnTo>
                <a:lnTo>
                  <a:pt x="4823" y="264"/>
                </a:lnTo>
                <a:lnTo>
                  <a:pt x="4824" y="266"/>
                </a:lnTo>
                <a:lnTo>
                  <a:pt x="4825" y="266"/>
                </a:lnTo>
                <a:lnTo>
                  <a:pt x="4826" y="267"/>
                </a:lnTo>
                <a:lnTo>
                  <a:pt x="4828" y="268"/>
                </a:lnTo>
                <a:lnTo>
                  <a:pt x="4830" y="268"/>
                </a:lnTo>
                <a:lnTo>
                  <a:pt x="4831" y="270"/>
                </a:lnTo>
                <a:lnTo>
                  <a:pt x="4832" y="270"/>
                </a:lnTo>
                <a:lnTo>
                  <a:pt x="4832" y="271"/>
                </a:lnTo>
                <a:lnTo>
                  <a:pt x="4833" y="271"/>
                </a:lnTo>
                <a:lnTo>
                  <a:pt x="4833" y="272"/>
                </a:lnTo>
                <a:lnTo>
                  <a:pt x="4834" y="273"/>
                </a:lnTo>
                <a:lnTo>
                  <a:pt x="4835" y="275"/>
                </a:lnTo>
                <a:lnTo>
                  <a:pt x="4837" y="278"/>
                </a:lnTo>
                <a:lnTo>
                  <a:pt x="4838" y="280"/>
                </a:lnTo>
                <a:lnTo>
                  <a:pt x="4839" y="282"/>
                </a:lnTo>
                <a:lnTo>
                  <a:pt x="4840" y="284"/>
                </a:lnTo>
                <a:lnTo>
                  <a:pt x="4842" y="285"/>
                </a:lnTo>
                <a:lnTo>
                  <a:pt x="4842" y="286"/>
                </a:lnTo>
                <a:lnTo>
                  <a:pt x="4843" y="286"/>
                </a:lnTo>
                <a:lnTo>
                  <a:pt x="4843" y="287"/>
                </a:lnTo>
                <a:lnTo>
                  <a:pt x="4844" y="287"/>
                </a:lnTo>
                <a:lnTo>
                  <a:pt x="4845" y="287"/>
                </a:lnTo>
                <a:lnTo>
                  <a:pt x="4846" y="287"/>
                </a:lnTo>
                <a:lnTo>
                  <a:pt x="4847" y="288"/>
                </a:lnTo>
                <a:lnTo>
                  <a:pt x="4847" y="289"/>
                </a:lnTo>
                <a:lnTo>
                  <a:pt x="4847" y="290"/>
                </a:lnTo>
                <a:lnTo>
                  <a:pt x="4846" y="291"/>
                </a:lnTo>
                <a:lnTo>
                  <a:pt x="4846" y="292"/>
                </a:lnTo>
                <a:lnTo>
                  <a:pt x="4846" y="293"/>
                </a:lnTo>
                <a:lnTo>
                  <a:pt x="4846" y="294"/>
                </a:lnTo>
                <a:lnTo>
                  <a:pt x="4846" y="296"/>
                </a:lnTo>
                <a:lnTo>
                  <a:pt x="4847" y="297"/>
                </a:lnTo>
                <a:lnTo>
                  <a:pt x="4848" y="298"/>
                </a:lnTo>
                <a:lnTo>
                  <a:pt x="4849" y="299"/>
                </a:lnTo>
                <a:lnTo>
                  <a:pt x="4850" y="300"/>
                </a:lnTo>
                <a:lnTo>
                  <a:pt x="4850" y="301"/>
                </a:lnTo>
                <a:lnTo>
                  <a:pt x="4851" y="302"/>
                </a:lnTo>
                <a:lnTo>
                  <a:pt x="4852" y="303"/>
                </a:lnTo>
                <a:lnTo>
                  <a:pt x="4853" y="305"/>
                </a:lnTo>
                <a:lnTo>
                  <a:pt x="4853" y="306"/>
                </a:lnTo>
                <a:lnTo>
                  <a:pt x="4853" y="307"/>
                </a:lnTo>
                <a:lnTo>
                  <a:pt x="4853" y="308"/>
                </a:lnTo>
                <a:lnTo>
                  <a:pt x="4852" y="309"/>
                </a:lnTo>
                <a:lnTo>
                  <a:pt x="4850" y="310"/>
                </a:lnTo>
                <a:lnTo>
                  <a:pt x="4849" y="310"/>
                </a:lnTo>
                <a:lnTo>
                  <a:pt x="4849" y="311"/>
                </a:lnTo>
                <a:lnTo>
                  <a:pt x="4848" y="311"/>
                </a:lnTo>
                <a:lnTo>
                  <a:pt x="4848" y="313"/>
                </a:lnTo>
                <a:lnTo>
                  <a:pt x="4847" y="315"/>
                </a:lnTo>
                <a:lnTo>
                  <a:pt x="4846" y="316"/>
                </a:lnTo>
                <a:lnTo>
                  <a:pt x="4846" y="317"/>
                </a:lnTo>
                <a:lnTo>
                  <a:pt x="4847" y="317"/>
                </a:lnTo>
                <a:lnTo>
                  <a:pt x="4848" y="318"/>
                </a:lnTo>
                <a:lnTo>
                  <a:pt x="4849" y="319"/>
                </a:lnTo>
                <a:lnTo>
                  <a:pt x="4850" y="319"/>
                </a:lnTo>
                <a:lnTo>
                  <a:pt x="4851" y="319"/>
                </a:lnTo>
                <a:lnTo>
                  <a:pt x="4852" y="319"/>
                </a:lnTo>
                <a:lnTo>
                  <a:pt x="4853" y="320"/>
                </a:lnTo>
                <a:lnTo>
                  <a:pt x="4853" y="321"/>
                </a:lnTo>
                <a:lnTo>
                  <a:pt x="4853" y="322"/>
                </a:lnTo>
                <a:lnTo>
                  <a:pt x="4853" y="323"/>
                </a:lnTo>
                <a:lnTo>
                  <a:pt x="4853" y="324"/>
                </a:lnTo>
                <a:lnTo>
                  <a:pt x="4852" y="325"/>
                </a:lnTo>
                <a:lnTo>
                  <a:pt x="4852" y="326"/>
                </a:lnTo>
                <a:lnTo>
                  <a:pt x="4851" y="327"/>
                </a:lnTo>
                <a:lnTo>
                  <a:pt x="4850" y="327"/>
                </a:lnTo>
                <a:lnTo>
                  <a:pt x="4850" y="328"/>
                </a:lnTo>
                <a:lnTo>
                  <a:pt x="4850" y="330"/>
                </a:lnTo>
                <a:lnTo>
                  <a:pt x="4851" y="331"/>
                </a:lnTo>
                <a:lnTo>
                  <a:pt x="4851" y="332"/>
                </a:lnTo>
                <a:lnTo>
                  <a:pt x="4852" y="333"/>
                </a:lnTo>
                <a:lnTo>
                  <a:pt x="4853" y="334"/>
                </a:lnTo>
                <a:lnTo>
                  <a:pt x="4854" y="335"/>
                </a:lnTo>
                <a:lnTo>
                  <a:pt x="4855" y="335"/>
                </a:lnTo>
                <a:lnTo>
                  <a:pt x="4857" y="336"/>
                </a:lnTo>
                <a:lnTo>
                  <a:pt x="4858" y="336"/>
                </a:lnTo>
                <a:lnTo>
                  <a:pt x="4860" y="336"/>
                </a:lnTo>
                <a:lnTo>
                  <a:pt x="4860" y="337"/>
                </a:lnTo>
                <a:lnTo>
                  <a:pt x="4861" y="337"/>
                </a:lnTo>
                <a:lnTo>
                  <a:pt x="4862" y="337"/>
                </a:lnTo>
                <a:lnTo>
                  <a:pt x="4863" y="337"/>
                </a:lnTo>
                <a:lnTo>
                  <a:pt x="4863" y="338"/>
                </a:lnTo>
                <a:lnTo>
                  <a:pt x="4864" y="338"/>
                </a:lnTo>
                <a:lnTo>
                  <a:pt x="4866" y="338"/>
                </a:lnTo>
                <a:lnTo>
                  <a:pt x="4867" y="339"/>
                </a:lnTo>
                <a:lnTo>
                  <a:pt x="4869" y="339"/>
                </a:lnTo>
                <a:lnTo>
                  <a:pt x="4871" y="339"/>
                </a:lnTo>
                <a:lnTo>
                  <a:pt x="4872" y="340"/>
                </a:lnTo>
                <a:lnTo>
                  <a:pt x="4874" y="340"/>
                </a:lnTo>
                <a:lnTo>
                  <a:pt x="4875" y="341"/>
                </a:lnTo>
                <a:lnTo>
                  <a:pt x="4875" y="342"/>
                </a:lnTo>
                <a:lnTo>
                  <a:pt x="4875" y="343"/>
                </a:lnTo>
                <a:lnTo>
                  <a:pt x="4875" y="345"/>
                </a:lnTo>
                <a:lnTo>
                  <a:pt x="4874" y="347"/>
                </a:lnTo>
                <a:lnTo>
                  <a:pt x="4874" y="348"/>
                </a:lnTo>
                <a:lnTo>
                  <a:pt x="4873" y="349"/>
                </a:lnTo>
                <a:lnTo>
                  <a:pt x="4873" y="350"/>
                </a:lnTo>
                <a:lnTo>
                  <a:pt x="4871" y="352"/>
                </a:lnTo>
                <a:lnTo>
                  <a:pt x="4870" y="353"/>
                </a:lnTo>
                <a:lnTo>
                  <a:pt x="4869" y="354"/>
                </a:lnTo>
                <a:lnTo>
                  <a:pt x="4868" y="355"/>
                </a:lnTo>
                <a:lnTo>
                  <a:pt x="4867" y="356"/>
                </a:lnTo>
                <a:lnTo>
                  <a:pt x="4866" y="357"/>
                </a:lnTo>
                <a:lnTo>
                  <a:pt x="4866" y="358"/>
                </a:lnTo>
                <a:lnTo>
                  <a:pt x="4865" y="361"/>
                </a:lnTo>
                <a:lnTo>
                  <a:pt x="4865" y="363"/>
                </a:lnTo>
                <a:lnTo>
                  <a:pt x="4864" y="364"/>
                </a:lnTo>
                <a:lnTo>
                  <a:pt x="4865" y="366"/>
                </a:lnTo>
                <a:lnTo>
                  <a:pt x="4866" y="367"/>
                </a:lnTo>
                <a:lnTo>
                  <a:pt x="4867" y="368"/>
                </a:lnTo>
                <a:lnTo>
                  <a:pt x="4869" y="370"/>
                </a:lnTo>
                <a:lnTo>
                  <a:pt x="4869" y="371"/>
                </a:lnTo>
                <a:lnTo>
                  <a:pt x="4869" y="372"/>
                </a:lnTo>
                <a:lnTo>
                  <a:pt x="4869" y="373"/>
                </a:lnTo>
                <a:lnTo>
                  <a:pt x="4869" y="375"/>
                </a:lnTo>
                <a:lnTo>
                  <a:pt x="4868" y="377"/>
                </a:lnTo>
                <a:lnTo>
                  <a:pt x="4867" y="379"/>
                </a:lnTo>
                <a:lnTo>
                  <a:pt x="4867" y="380"/>
                </a:lnTo>
                <a:lnTo>
                  <a:pt x="4868" y="381"/>
                </a:lnTo>
                <a:lnTo>
                  <a:pt x="4868" y="382"/>
                </a:lnTo>
                <a:lnTo>
                  <a:pt x="4868" y="383"/>
                </a:lnTo>
                <a:lnTo>
                  <a:pt x="4869" y="384"/>
                </a:lnTo>
                <a:lnTo>
                  <a:pt x="4870" y="385"/>
                </a:lnTo>
                <a:lnTo>
                  <a:pt x="4871" y="386"/>
                </a:lnTo>
                <a:lnTo>
                  <a:pt x="4872" y="387"/>
                </a:lnTo>
                <a:lnTo>
                  <a:pt x="4875" y="387"/>
                </a:lnTo>
                <a:lnTo>
                  <a:pt x="4877" y="387"/>
                </a:lnTo>
                <a:lnTo>
                  <a:pt x="4878" y="387"/>
                </a:lnTo>
                <a:lnTo>
                  <a:pt x="4879" y="387"/>
                </a:lnTo>
                <a:lnTo>
                  <a:pt x="4880" y="388"/>
                </a:lnTo>
                <a:lnTo>
                  <a:pt x="4881" y="388"/>
                </a:lnTo>
                <a:lnTo>
                  <a:pt x="4881" y="389"/>
                </a:lnTo>
                <a:lnTo>
                  <a:pt x="4881" y="391"/>
                </a:lnTo>
                <a:lnTo>
                  <a:pt x="4881" y="393"/>
                </a:lnTo>
                <a:lnTo>
                  <a:pt x="4881" y="395"/>
                </a:lnTo>
                <a:lnTo>
                  <a:pt x="4881" y="396"/>
                </a:lnTo>
                <a:lnTo>
                  <a:pt x="4882" y="397"/>
                </a:lnTo>
                <a:lnTo>
                  <a:pt x="4883" y="398"/>
                </a:lnTo>
                <a:lnTo>
                  <a:pt x="4884" y="400"/>
                </a:lnTo>
                <a:lnTo>
                  <a:pt x="4885" y="400"/>
                </a:lnTo>
                <a:lnTo>
                  <a:pt x="4887" y="401"/>
                </a:lnTo>
                <a:lnTo>
                  <a:pt x="4889" y="402"/>
                </a:lnTo>
                <a:lnTo>
                  <a:pt x="4890" y="402"/>
                </a:lnTo>
                <a:lnTo>
                  <a:pt x="4890" y="403"/>
                </a:lnTo>
                <a:lnTo>
                  <a:pt x="4891" y="403"/>
                </a:lnTo>
                <a:lnTo>
                  <a:pt x="4891" y="404"/>
                </a:lnTo>
                <a:lnTo>
                  <a:pt x="4892" y="405"/>
                </a:lnTo>
                <a:lnTo>
                  <a:pt x="4893" y="406"/>
                </a:lnTo>
                <a:lnTo>
                  <a:pt x="4893" y="407"/>
                </a:lnTo>
                <a:lnTo>
                  <a:pt x="4894" y="407"/>
                </a:lnTo>
                <a:lnTo>
                  <a:pt x="4895" y="407"/>
                </a:lnTo>
                <a:lnTo>
                  <a:pt x="4896" y="407"/>
                </a:lnTo>
                <a:lnTo>
                  <a:pt x="4897" y="407"/>
                </a:lnTo>
                <a:lnTo>
                  <a:pt x="4898" y="407"/>
                </a:lnTo>
                <a:lnTo>
                  <a:pt x="4899" y="407"/>
                </a:lnTo>
                <a:lnTo>
                  <a:pt x="4900" y="408"/>
                </a:lnTo>
                <a:lnTo>
                  <a:pt x="4901" y="408"/>
                </a:lnTo>
                <a:lnTo>
                  <a:pt x="4902" y="408"/>
                </a:lnTo>
                <a:lnTo>
                  <a:pt x="4903" y="408"/>
                </a:lnTo>
                <a:lnTo>
                  <a:pt x="4904" y="407"/>
                </a:lnTo>
                <a:lnTo>
                  <a:pt x="4905" y="407"/>
                </a:lnTo>
                <a:lnTo>
                  <a:pt x="4905" y="406"/>
                </a:lnTo>
                <a:lnTo>
                  <a:pt x="4906" y="406"/>
                </a:lnTo>
                <a:lnTo>
                  <a:pt x="4907" y="406"/>
                </a:lnTo>
                <a:lnTo>
                  <a:pt x="4908" y="407"/>
                </a:lnTo>
                <a:lnTo>
                  <a:pt x="4909" y="407"/>
                </a:lnTo>
                <a:lnTo>
                  <a:pt x="4910" y="407"/>
                </a:lnTo>
                <a:lnTo>
                  <a:pt x="4911" y="407"/>
                </a:lnTo>
                <a:lnTo>
                  <a:pt x="4912" y="408"/>
                </a:lnTo>
                <a:lnTo>
                  <a:pt x="4914" y="409"/>
                </a:lnTo>
                <a:lnTo>
                  <a:pt x="4915" y="410"/>
                </a:lnTo>
                <a:lnTo>
                  <a:pt x="4916" y="410"/>
                </a:lnTo>
                <a:lnTo>
                  <a:pt x="4918" y="411"/>
                </a:lnTo>
                <a:lnTo>
                  <a:pt x="4919" y="411"/>
                </a:lnTo>
                <a:lnTo>
                  <a:pt x="4921" y="411"/>
                </a:lnTo>
                <a:lnTo>
                  <a:pt x="4922" y="411"/>
                </a:lnTo>
                <a:lnTo>
                  <a:pt x="4924" y="411"/>
                </a:lnTo>
                <a:lnTo>
                  <a:pt x="4925" y="412"/>
                </a:lnTo>
                <a:lnTo>
                  <a:pt x="4927" y="412"/>
                </a:lnTo>
                <a:lnTo>
                  <a:pt x="4928" y="412"/>
                </a:lnTo>
                <a:lnTo>
                  <a:pt x="4929" y="411"/>
                </a:lnTo>
                <a:lnTo>
                  <a:pt x="4930" y="411"/>
                </a:lnTo>
                <a:lnTo>
                  <a:pt x="4931" y="410"/>
                </a:lnTo>
                <a:lnTo>
                  <a:pt x="4932" y="410"/>
                </a:lnTo>
                <a:lnTo>
                  <a:pt x="4933" y="409"/>
                </a:lnTo>
                <a:lnTo>
                  <a:pt x="4934" y="409"/>
                </a:lnTo>
                <a:lnTo>
                  <a:pt x="4935" y="409"/>
                </a:lnTo>
                <a:lnTo>
                  <a:pt x="4936" y="409"/>
                </a:lnTo>
                <a:lnTo>
                  <a:pt x="4937" y="410"/>
                </a:lnTo>
                <a:lnTo>
                  <a:pt x="4938" y="410"/>
                </a:lnTo>
                <a:lnTo>
                  <a:pt x="4939" y="411"/>
                </a:lnTo>
                <a:lnTo>
                  <a:pt x="4940" y="411"/>
                </a:lnTo>
                <a:lnTo>
                  <a:pt x="4941" y="411"/>
                </a:lnTo>
                <a:lnTo>
                  <a:pt x="4942" y="411"/>
                </a:lnTo>
                <a:lnTo>
                  <a:pt x="4943" y="410"/>
                </a:lnTo>
                <a:lnTo>
                  <a:pt x="4943" y="409"/>
                </a:lnTo>
                <a:lnTo>
                  <a:pt x="4943" y="408"/>
                </a:lnTo>
                <a:lnTo>
                  <a:pt x="4943" y="407"/>
                </a:lnTo>
                <a:lnTo>
                  <a:pt x="4944" y="407"/>
                </a:lnTo>
                <a:lnTo>
                  <a:pt x="4946" y="406"/>
                </a:lnTo>
                <a:lnTo>
                  <a:pt x="4951" y="407"/>
                </a:lnTo>
                <a:lnTo>
                  <a:pt x="4953" y="407"/>
                </a:lnTo>
                <a:lnTo>
                  <a:pt x="4955" y="406"/>
                </a:lnTo>
                <a:lnTo>
                  <a:pt x="4957" y="406"/>
                </a:lnTo>
                <a:lnTo>
                  <a:pt x="4957" y="405"/>
                </a:lnTo>
                <a:lnTo>
                  <a:pt x="4958" y="405"/>
                </a:lnTo>
                <a:lnTo>
                  <a:pt x="4959" y="405"/>
                </a:lnTo>
                <a:lnTo>
                  <a:pt x="4960" y="405"/>
                </a:lnTo>
                <a:lnTo>
                  <a:pt x="4962" y="406"/>
                </a:lnTo>
                <a:lnTo>
                  <a:pt x="4964" y="406"/>
                </a:lnTo>
                <a:lnTo>
                  <a:pt x="4966" y="407"/>
                </a:lnTo>
                <a:lnTo>
                  <a:pt x="4967" y="407"/>
                </a:lnTo>
                <a:lnTo>
                  <a:pt x="4968" y="408"/>
                </a:lnTo>
                <a:lnTo>
                  <a:pt x="4969" y="408"/>
                </a:lnTo>
                <a:lnTo>
                  <a:pt x="4971" y="408"/>
                </a:lnTo>
                <a:lnTo>
                  <a:pt x="4972" y="409"/>
                </a:lnTo>
                <a:lnTo>
                  <a:pt x="4974" y="409"/>
                </a:lnTo>
                <a:lnTo>
                  <a:pt x="4975" y="409"/>
                </a:lnTo>
                <a:lnTo>
                  <a:pt x="4976" y="409"/>
                </a:lnTo>
                <a:lnTo>
                  <a:pt x="4976" y="408"/>
                </a:lnTo>
                <a:lnTo>
                  <a:pt x="4976" y="407"/>
                </a:lnTo>
                <a:lnTo>
                  <a:pt x="4976" y="406"/>
                </a:lnTo>
                <a:lnTo>
                  <a:pt x="4977" y="406"/>
                </a:lnTo>
                <a:lnTo>
                  <a:pt x="4978" y="406"/>
                </a:lnTo>
                <a:lnTo>
                  <a:pt x="4979" y="406"/>
                </a:lnTo>
                <a:lnTo>
                  <a:pt x="4980" y="406"/>
                </a:lnTo>
                <a:lnTo>
                  <a:pt x="4981" y="407"/>
                </a:lnTo>
                <a:lnTo>
                  <a:pt x="4982" y="407"/>
                </a:lnTo>
                <a:lnTo>
                  <a:pt x="4983" y="408"/>
                </a:lnTo>
                <a:lnTo>
                  <a:pt x="4983" y="409"/>
                </a:lnTo>
                <a:lnTo>
                  <a:pt x="4983" y="410"/>
                </a:lnTo>
                <a:lnTo>
                  <a:pt x="4983" y="411"/>
                </a:lnTo>
                <a:lnTo>
                  <a:pt x="4982" y="411"/>
                </a:lnTo>
                <a:lnTo>
                  <a:pt x="4981" y="412"/>
                </a:lnTo>
                <a:lnTo>
                  <a:pt x="4980" y="412"/>
                </a:lnTo>
                <a:lnTo>
                  <a:pt x="4979" y="414"/>
                </a:lnTo>
                <a:lnTo>
                  <a:pt x="4978" y="414"/>
                </a:lnTo>
                <a:lnTo>
                  <a:pt x="4978" y="415"/>
                </a:lnTo>
                <a:lnTo>
                  <a:pt x="4977" y="416"/>
                </a:lnTo>
                <a:lnTo>
                  <a:pt x="4978" y="417"/>
                </a:lnTo>
                <a:lnTo>
                  <a:pt x="4978" y="418"/>
                </a:lnTo>
                <a:lnTo>
                  <a:pt x="4979" y="418"/>
                </a:lnTo>
                <a:lnTo>
                  <a:pt x="4980" y="419"/>
                </a:lnTo>
                <a:lnTo>
                  <a:pt x="4981" y="419"/>
                </a:lnTo>
                <a:lnTo>
                  <a:pt x="4982" y="419"/>
                </a:lnTo>
                <a:lnTo>
                  <a:pt x="4983" y="418"/>
                </a:lnTo>
                <a:lnTo>
                  <a:pt x="4984" y="418"/>
                </a:lnTo>
                <a:lnTo>
                  <a:pt x="4986" y="417"/>
                </a:lnTo>
                <a:lnTo>
                  <a:pt x="4988" y="417"/>
                </a:lnTo>
                <a:lnTo>
                  <a:pt x="4989" y="417"/>
                </a:lnTo>
                <a:lnTo>
                  <a:pt x="4991" y="417"/>
                </a:lnTo>
                <a:lnTo>
                  <a:pt x="4992" y="418"/>
                </a:lnTo>
                <a:lnTo>
                  <a:pt x="4993" y="419"/>
                </a:lnTo>
                <a:lnTo>
                  <a:pt x="4994" y="419"/>
                </a:lnTo>
                <a:lnTo>
                  <a:pt x="4995" y="420"/>
                </a:lnTo>
                <a:lnTo>
                  <a:pt x="4997" y="420"/>
                </a:lnTo>
                <a:lnTo>
                  <a:pt x="4998" y="420"/>
                </a:lnTo>
                <a:lnTo>
                  <a:pt x="4999" y="420"/>
                </a:lnTo>
                <a:lnTo>
                  <a:pt x="5000" y="420"/>
                </a:lnTo>
                <a:lnTo>
                  <a:pt x="5002" y="421"/>
                </a:lnTo>
                <a:lnTo>
                  <a:pt x="5002" y="422"/>
                </a:lnTo>
                <a:lnTo>
                  <a:pt x="5003" y="423"/>
                </a:lnTo>
                <a:lnTo>
                  <a:pt x="5004" y="424"/>
                </a:lnTo>
                <a:lnTo>
                  <a:pt x="5004" y="427"/>
                </a:lnTo>
                <a:lnTo>
                  <a:pt x="5005" y="428"/>
                </a:lnTo>
                <a:lnTo>
                  <a:pt x="5005" y="429"/>
                </a:lnTo>
                <a:lnTo>
                  <a:pt x="5006" y="430"/>
                </a:lnTo>
                <a:lnTo>
                  <a:pt x="5007" y="430"/>
                </a:lnTo>
                <a:lnTo>
                  <a:pt x="5009" y="431"/>
                </a:lnTo>
                <a:lnTo>
                  <a:pt x="5010" y="431"/>
                </a:lnTo>
                <a:lnTo>
                  <a:pt x="5011" y="431"/>
                </a:lnTo>
                <a:lnTo>
                  <a:pt x="5012" y="431"/>
                </a:lnTo>
                <a:lnTo>
                  <a:pt x="5013" y="431"/>
                </a:lnTo>
                <a:lnTo>
                  <a:pt x="5013" y="430"/>
                </a:lnTo>
                <a:lnTo>
                  <a:pt x="5014" y="430"/>
                </a:lnTo>
                <a:lnTo>
                  <a:pt x="5015" y="429"/>
                </a:lnTo>
                <a:lnTo>
                  <a:pt x="5016" y="428"/>
                </a:lnTo>
                <a:lnTo>
                  <a:pt x="5016" y="427"/>
                </a:lnTo>
                <a:lnTo>
                  <a:pt x="5018" y="427"/>
                </a:lnTo>
                <a:lnTo>
                  <a:pt x="5020" y="426"/>
                </a:lnTo>
                <a:lnTo>
                  <a:pt x="5021" y="426"/>
                </a:lnTo>
                <a:lnTo>
                  <a:pt x="5023" y="426"/>
                </a:lnTo>
                <a:lnTo>
                  <a:pt x="5024" y="427"/>
                </a:lnTo>
                <a:lnTo>
                  <a:pt x="5025" y="427"/>
                </a:lnTo>
                <a:lnTo>
                  <a:pt x="5026" y="428"/>
                </a:lnTo>
                <a:lnTo>
                  <a:pt x="5028" y="430"/>
                </a:lnTo>
                <a:lnTo>
                  <a:pt x="5029" y="430"/>
                </a:lnTo>
                <a:lnTo>
                  <a:pt x="5029" y="431"/>
                </a:lnTo>
                <a:lnTo>
                  <a:pt x="5030" y="431"/>
                </a:lnTo>
                <a:lnTo>
                  <a:pt x="5031" y="431"/>
                </a:lnTo>
                <a:lnTo>
                  <a:pt x="5032" y="431"/>
                </a:lnTo>
                <a:lnTo>
                  <a:pt x="5033" y="431"/>
                </a:lnTo>
                <a:lnTo>
                  <a:pt x="5034" y="430"/>
                </a:lnTo>
                <a:lnTo>
                  <a:pt x="5034" y="429"/>
                </a:lnTo>
                <a:lnTo>
                  <a:pt x="5034" y="428"/>
                </a:lnTo>
                <a:lnTo>
                  <a:pt x="5034" y="427"/>
                </a:lnTo>
                <a:lnTo>
                  <a:pt x="5034" y="426"/>
                </a:lnTo>
                <a:lnTo>
                  <a:pt x="5034" y="425"/>
                </a:lnTo>
                <a:lnTo>
                  <a:pt x="5034" y="424"/>
                </a:lnTo>
                <a:lnTo>
                  <a:pt x="5035" y="423"/>
                </a:lnTo>
                <a:lnTo>
                  <a:pt x="5037" y="422"/>
                </a:lnTo>
                <a:lnTo>
                  <a:pt x="5038" y="422"/>
                </a:lnTo>
                <a:lnTo>
                  <a:pt x="5039" y="422"/>
                </a:lnTo>
                <a:lnTo>
                  <a:pt x="5040" y="422"/>
                </a:lnTo>
                <a:lnTo>
                  <a:pt x="5042" y="422"/>
                </a:lnTo>
                <a:lnTo>
                  <a:pt x="5042" y="423"/>
                </a:lnTo>
                <a:lnTo>
                  <a:pt x="5043" y="423"/>
                </a:lnTo>
                <a:lnTo>
                  <a:pt x="5044" y="423"/>
                </a:lnTo>
                <a:lnTo>
                  <a:pt x="5045" y="423"/>
                </a:lnTo>
                <a:lnTo>
                  <a:pt x="5047" y="424"/>
                </a:lnTo>
                <a:lnTo>
                  <a:pt x="5048" y="425"/>
                </a:lnTo>
                <a:lnTo>
                  <a:pt x="5049" y="426"/>
                </a:lnTo>
                <a:lnTo>
                  <a:pt x="5049" y="427"/>
                </a:lnTo>
                <a:lnTo>
                  <a:pt x="5049" y="429"/>
                </a:lnTo>
                <a:lnTo>
                  <a:pt x="5049" y="432"/>
                </a:lnTo>
                <a:lnTo>
                  <a:pt x="5050" y="434"/>
                </a:lnTo>
                <a:lnTo>
                  <a:pt x="5050" y="435"/>
                </a:lnTo>
                <a:lnTo>
                  <a:pt x="5050" y="436"/>
                </a:lnTo>
                <a:lnTo>
                  <a:pt x="5051" y="436"/>
                </a:lnTo>
                <a:lnTo>
                  <a:pt x="5051" y="437"/>
                </a:lnTo>
                <a:lnTo>
                  <a:pt x="5052" y="438"/>
                </a:lnTo>
                <a:lnTo>
                  <a:pt x="5053" y="438"/>
                </a:lnTo>
                <a:lnTo>
                  <a:pt x="5054" y="438"/>
                </a:lnTo>
                <a:lnTo>
                  <a:pt x="5054" y="439"/>
                </a:lnTo>
                <a:lnTo>
                  <a:pt x="5055" y="439"/>
                </a:lnTo>
                <a:lnTo>
                  <a:pt x="5056" y="438"/>
                </a:lnTo>
                <a:lnTo>
                  <a:pt x="5057" y="438"/>
                </a:lnTo>
                <a:lnTo>
                  <a:pt x="5058" y="438"/>
                </a:lnTo>
                <a:lnTo>
                  <a:pt x="5059" y="437"/>
                </a:lnTo>
                <a:lnTo>
                  <a:pt x="5060" y="437"/>
                </a:lnTo>
                <a:lnTo>
                  <a:pt x="5061" y="437"/>
                </a:lnTo>
                <a:lnTo>
                  <a:pt x="5064" y="437"/>
                </a:lnTo>
                <a:lnTo>
                  <a:pt x="5065" y="437"/>
                </a:lnTo>
                <a:lnTo>
                  <a:pt x="5066" y="438"/>
                </a:lnTo>
                <a:lnTo>
                  <a:pt x="5067" y="438"/>
                </a:lnTo>
                <a:lnTo>
                  <a:pt x="5067" y="439"/>
                </a:lnTo>
                <a:lnTo>
                  <a:pt x="5068" y="440"/>
                </a:lnTo>
                <a:lnTo>
                  <a:pt x="5068" y="441"/>
                </a:lnTo>
                <a:lnTo>
                  <a:pt x="5068" y="442"/>
                </a:lnTo>
                <a:lnTo>
                  <a:pt x="5068" y="443"/>
                </a:lnTo>
                <a:lnTo>
                  <a:pt x="5068" y="444"/>
                </a:lnTo>
                <a:lnTo>
                  <a:pt x="5068" y="446"/>
                </a:lnTo>
                <a:lnTo>
                  <a:pt x="5069" y="447"/>
                </a:lnTo>
                <a:lnTo>
                  <a:pt x="5070" y="448"/>
                </a:lnTo>
                <a:lnTo>
                  <a:pt x="5071" y="448"/>
                </a:lnTo>
                <a:lnTo>
                  <a:pt x="5072" y="449"/>
                </a:lnTo>
                <a:lnTo>
                  <a:pt x="5073" y="449"/>
                </a:lnTo>
                <a:lnTo>
                  <a:pt x="5075" y="449"/>
                </a:lnTo>
                <a:lnTo>
                  <a:pt x="5076" y="449"/>
                </a:lnTo>
                <a:lnTo>
                  <a:pt x="5077" y="449"/>
                </a:lnTo>
                <a:lnTo>
                  <a:pt x="5078" y="450"/>
                </a:lnTo>
                <a:lnTo>
                  <a:pt x="5078" y="451"/>
                </a:lnTo>
                <a:lnTo>
                  <a:pt x="5078" y="452"/>
                </a:lnTo>
                <a:lnTo>
                  <a:pt x="5077" y="453"/>
                </a:lnTo>
                <a:lnTo>
                  <a:pt x="5077" y="454"/>
                </a:lnTo>
                <a:lnTo>
                  <a:pt x="5077" y="455"/>
                </a:lnTo>
                <a:lnTo>
                  <a:pt x="5078" y="456"/>
                </a:lnTo>
                <a:lnTo>
                  <a:pt x="5080" y="456"/>
                </a:lnTo>
                <a:lnTo>
                  <a:pt x="5081" y="456"/>
                </a:lnTo>
                <a:lnTo>
                  <a:pt x="5083" y="456"/>
                </a:lnTo>
                <a:lnTo>
                  <a:pt x="5083" y="457"/>
                </a:lnTo>
                <a:lnTo>
                  <a:pt x="5084" y="457"/>
                </a:lnTo>
                <a:lnTo>
                  <a:pt x="5084" y="458"/>
                </a:lnTo>
                <a:lnTo>
                  <a:pt x="5084" y="459"/>
                </a:lnTo>
                <a:lnTo>
                  <a:pt x="5084" y="460"/>
                </a:lnTo>
                <a:lnTo>
                  <a:pt x="5083" y="461"/>
                </a:lnTo>
                <a:lnTo>
                  <a:pt x="5083" y="462"/>
                </a:lnTo>
                <a:lnTo>
                  <a:pt x="5084" y="463"/>
                </a:lnTo>
                <a:lnTo>
                  <a:pt x="5085" y="463"/>
                </a:lnTo>
                <a:lnTo>
                  <a:pt x="5086" y="464"/>
                </a:lnTo>
                <a:lnTo>
                  <a:pt x="5088" y="464"/>
                </a:lnTo>
                <a:lnTo>
                  <a:pt x="5089" y="464"/>
                </a:lnTo>
                <a:lnTo>
                  <a:pt x="5091" y="465"/>
                </a:lnTo>
                <a:lnTo>
                  <a:pt x="5092" y="465"/>
                </a:lnTo>
                <a:lnTo>
                  <a:pt x="5092" y="466"/>
                </a:lnTo>
                <a:lnTo>
                  <a:pt x="5093" y="466"/>
                </a:lnTo>
                <a:lnTo>
                  <a:pt x="5093" y="467"/>
                </a:lnTo>
                <a:lnTo>
                  <a:pt x="5094" y="468"/>
                </a:lnTo>
                <a:lnTo>
                  <a:pt x="5094" y="469"/>
                </a:lnTo>
                <a:lnTo>
                  <a:pt x="5095" y="469"/>
                </a:lnTo>
                <a:lnTo>
                  <a:pt x="5095" y="470"/>
                </a:lnTo>
                <a:lnTo>
                  <a:pt x="5096" y="470"/>
                </a:lnTo>
                <a:lnTo>
                  <a:pt x="5097" y="470"/>
                </a:lnTo>
                <a:lnTo>
                  <a:pt x="5098" y="471"/>
                </a:lnTo>
                <a:lnTo>
                  <a:pt x="5099" y="471"/>
                </a:lnTo>
                <a:lnTo>
                  <a:pt x="5100" y="471"/>
                </a:lnTo>
                <a:lnTo>
                  <a:pt x="5100" y="472"/>
                </a:lnTo>
                <a:lnTo>
                  <a:pt x="5101" y="472"/>
                </a:lnTo>
                <a:lnTo>
                  <a:pt x="5102" y="473"/>
                </a:lnTo>
                <a:lnTo>
                  <a:pt x="5103" y="473"/>
                </a:lnTo>
                <a:lnTo>
                  <a:pt x="5104" y="474"/>
                </a:lnTo>
                <a:lnTo>
                  <a:pt x="5107" y="476"/>
                </a:lnTo>
                <a:lnTo>
                  <a:pt x="5108" y="477"/>
                </a:lnTo>
                <a:lnTo>
                  <a:pt x="5109" y="478"/>
                </a:lnTo>
                <a:lnTo>
                  <a:pt x="5110" y="478"/>
                </a:lnTo>
                <a:lnTo>
                  <a:pt x="5110" y="480"/>
                </a:lnTo>
                <a:lnTo>
                  <a:pt x="5111" y="481"/>
                </a:lnTo>
                <a:lnTo>
                  <a:pt x="5112" y="481"/>
                </a:lnTo>
                <a:lnTo>
                  <a:pt x="5113" y="481"/>
                </a:lnTo>
                <a:lnTo>
                  <a:pt x="5115" y="481"/>
                </a:lnTo>
                <a:lnTo>
                  <a:pt x="5116" y="481"/>
                </a:lnTo>
                <a:lnTo>
                  <a:pt x="5117" y="480"/>
                </a:lnTo>
                <a:lnTo>
                  <a:pt x="5119" y="479"/>
                </a:lnTo>
                <a:lnTo>
                  <a:pt x="5122" y="478"/>
                </a:lnTo>
                <a:lnTo>
                  <a:pt x="5125" y="477"/>
                </a:lnTo>
                <a:lnTo>
                  <a:pt x="5127" y="477"/>
                </a:lnTo>
                <a:lnTo>
                  <a:pt x="5128" y="477"/>
                </a:lnTo>
                <a:lnTo>
                  <a:pt x="5129" y="476"/>
                </a:lnTo>
                <a:lnTo>
                  <a:pt x="5130" y="476"/>
                </a:lnTo>
                <a:lnTo>
                  <a:pt x="5131" y="477"/>
                </a:lnTo>
                <a:lnTo>
                  <a:pt x="5132" y="477"/>
                </a:lnTo>
                <a:lnTo>
                  <a:pt x="5133" y="477"/>
                </a:lnTo>
                <a:lnTo>
                  <a:pt x="5133" y="478"/>
                </a:lnTo>
                <a:lnTo>
                  <a:pt x="5134" y="478"/>
                </a:lnTo>
                <a:lnTo>
                  <a:pt x="5134" y="479"/>
                </a:lnTo>
                <a:lnTo>
                  <a:pt x="5134" y="480"/>
                </a:lnTo>
                <a:lnTo>
                  <a:pt x="5135" y="481"/>
                </a:lnTo>
                <a:lnTo>
                  <a:pt x="5136" y="481"/>
                </a:lnTo>
                <a:lnTo>
                  <a:pt x="5136" y="482"/>
                </a:lnTo>
                <a:lnTo>
                  <a:pt x="5137" y="482"/>
                </a:lnTo>
                <a:lnTo>
                  <a:pt x="5139" y="482"/>
                </a:lnTo>
                <a:lnTo>
                  <a:pt x="5140" y="482"/>
                </a:lnTo>
                <a:lnTo>
                  <a:pt x="5141" y="481"/>
                </a:lnTo>
                <a:lnTo>
                  <a:pt x="5142" y="481"/>
                </a:lnTo>
                <a:lnTo>
                  <a:pt x="5143" y="480"/>
                </a:lnTo>
                <a:lnTo>
                  <a:pt x="5144" y="480"/>
                </a:lnTo>
                <a:lnTo>
                  <a:pt x="5145" y="479"/>
                </a:lnTo>
                <a:lnTo>
                  <a:pt x="5146" y="479"/>
                </a:lnTo>
                <a:lnTo>
                  <a:pt x="5147" y="479"/>
                </a:lnTo>
                <a:lnTo>
                  <a:pt x="5148" y="479"/>
                </a:lnTo>
                <a:lnTo>
                  <a:pt x="5149" y="479"/>
                </a:lnTo>
                <a:lnTo>
                  <a:pt x="5150" y="479"/>
                </a:lnTo>
                <a:lnTo>
                  <a:pt x="5151" y="479"/>
                </a:lnTo>
                <a:lnTo>
                  <a:pt x="5152" y="480"/>
                </a:lnTo>
                <a:lnTo>
                  <a:pt x="5152" y="481"/>
                </a:lnTo>
                <a:lnTo>
                  <a:pt x="5153" y="481"/>
                </a:lnTo>
                <a:lnTo>
                  <a:pt x="5152" y="481"/>
                </a:lnTo>
                <a:lnTo>
                  <a:pt x="5152" y="482"/>
                </a:lnTo>
                <a:lnTo>
                  <a:pt x="5152" y="483"/>
                </a:lnTo>
                <a:lnTo>
                  <a:pt x="5151" y="483"/>
                </a:lnTo>
                <a:lnTo>
                  <a:pt x="5151" y="484"/>
                </a:lnTo>
                <a:lnTo>
                  <a:pt x="5150" y="484"/>
                </a:lnTo>
                <a:lnTo>
                  <a:pt x="5150" y="485"/>
                </a:lnTo>
                <a:lnTo>
                  <a:pt x="5149" y="485"/>
                </a:lnTo>
                <a:lnTo>
                  <a:pt x="5148" y="486"/>
                </a:lnTo>
                <a:lnTo>
                  <a:pt x="5147" y="487"/>
                </a:lnTo>
                <a:lnTo>
                  <a:pt x="5147" y="488"/>
                </a:lnTo>
                <a:lnTo>
                  <a:pt x="5146" y="488"/>
                </a:lnTo>
                <a:lnTo>
                  <a:pt x="5146" y="489"/>
                </a:lnTo>
                <a:lnTo>
                  <a:pt x="5146" y="490"/>
                </a:lnTo>
                <a:lnTo>
                  <a:pt x="5145" y="491"/>
                </a:lnTo>
                <a:lnTo>
                  <a:pt x="5145" y="492"/>
                </a:lnTo>
                <a:lnTo>
                  <a:pt x="5144" y="492"/>
                </a:lnTo>
                <a:lnTo>
                  <a:pt x="5144" y="493"/>
                </a:lnTo>
                <a:lnTo>
                  <a:pt x="5143" y="494"/>
                </a:lnTo>
                <a:lnTo>
                  <a:pt x="5143" y="495"/>
                </a:lnTo>
                <a:lnTo>
                  <a:pt x="5143" y="496"/>
                </a:lnTo>
                <a:lnTo>
                  <a:pt x="5142" y="497"/>
                </a:lnTo>
                <a:lnTo>
                  <a:pt x="5142" y="499"/>
                </a:lnTo>
                <a:lnTo>
                  <a:pt x="5141" y="500"/>
                </a:lnTo>
                <a:lnTo>
                  <a:pt x="5141" y="501"/>
                </a:lnTo>
                <a:lnTo>
                  <a:pt x="5140" y="501"/>
                </a:lnTo>
                <a:lnTo>
                  <a:pt x="5140" y="502"/>
                </a:lnTo>
                <a:lnTo>
                  <a:pt x="5139" y="502"/>
                </a:lnTo>
                <a:lnTo>
                  <a:pt x="5139" y="503"/>
                </a:lnTo>
                <a:lnTo>
                  <a:pt x="5138" y="504"/>
                </a:lnTo>
                <a:lnTo>
                  <a:pt x="5138" y="505"/>
                </a:lnTo>
                <a:lnTo>
                  <a:pt x="5138" y="506"/>
                </a:lnTo>
                <a:lnTo>
                  <a:pt x="5138" y="507"/>
                </a:lnTo>
                <a:lnTo>
                  <a:pt x="5139" y="507"/>
                </a:lnTo>
                <a:lnTo>
                  <a:pt x="5140" y="507"/>
                </a:lnTo>
                <a:lnTo>
                  <a:pt x="5140" y="508"/>
                </a:lnTo>
                <a:lnTo>
                  <a:pt x="5142" y="508"/>
                </a:lnTo>
                <a:lnTo>
                  <a:pt x="5143" y="508"/>
                </a:lnTo>
                <a:lnTo>
                  <a:pt x="5144" y="508"/>
                </a:lnTo>
                <a:lnTo>
                  <a:pt x="5144" y="509"/>
                </a:lnTo>
                <a:lnTo>
                  <a:pt x="5145" y="509"/>
                </a:lnTo>
                <a:lnTo>
                  <a:pt x="5145" y="510"/>
                </a:lnTo>
                <a:lnTo>
                  <a:pt x="5146" y="510"/>
                </a:lnTo>
                <a:lnTo>
                  <a:pt x="5146" y="512"/>
                </a:lnTo>
                <a:lnTo>
                  <a:pt x="5145" y="512"/>
                </a:lnTo>
                <a:lnTo>
                  <a:pt x="5145" y="513"/>
                </a:lnTo>
                <a:lnTo>
                  <a:pt x="5146" y="513"/>
                </a:lnTo>
                <a:lnTo>
                  <a:pt x="5146" y="514"/>
                </a:lnTo>
                <a:lnTo>
                  <a:pt x="5146" y="517"/>
                </a:lnTo>
                <a:lnTo>
                  <a:pt x="5146" y="518"/>
                </a:lnTo>
                <a:lnTo>
                  <a:pt x="5146" y="519"/>
                </a:lnTo>
                <a:lnTo>
                  <a:pt x="5147" y="519"/>
                </a:lnTo>
                <a:lnTo>
                  <a:pt x="5150" y="519"/>
                </a:lnTo>
                <a:lnTo>
                  <a:pt x="5151" y="519"/>
                </a:lnTo>
                <a:lnTo>
                  <a:pt x="5152" y="519"/>
                </a:lnTo>
                <a:lnTo>
                  <a:pt x="5152" y="518"/>
                </a:lnTo>
                <a:lnTo>
                  <a:pt x="5153" y="518"/>
                </a:lnTo>
                <a:lnTo>
                  <a:pt x="5153" y="517"/>
                </a:lnTo>
                <a:lnTo>
                  <a:pt x="5154" y="517"/>
                </a:lnTo>
                <a:lnTo>
                  <a:pt x="5155" y="517"/>
                </a:lnTo>
                <a:lnTo>
                  <a:pt x="5155" y="516"/>
                </a:lnTo>
                <a:lnTo>
                  <a:pt x="5156" y="516"/>
                </a:lnTo>
                <a:lnTo>
                  <a:pt x="5157" y="516"/>
                </a:lnTo>
                <a:lnTo>
                  <a:pt x="5157" y="517"/>
                </a:lnTo>
                <a:lnTo>
                  <a:pt x="5158" y="517"/>
                </a:lnTo>
                <a:lnTo>
                  <a:pt x="5159" y="518"/>
                </a:lnTo>
                <a:lnTo>
                  <a:pt x="5159" y="519"/>
                </a:lnTo>
                <a:lnTo>
                  <a:pt x="5160" y="519"/>
                </a:lnTo>
                <a:lnTo>
                  <a:pt x="5160" y="520"/>
                </a:lnTo>
                <a:lnTo>
                  <a:pt x="5159" y="520"/>
                </a:lnTo>
                <a:lnTo>
                  <a:pt x="5159" y="521"/>
                </a:lnTo>
                <a:lnTo>
                  <a:pt x="5158" y="522"/>
                </a:lnTo>
                <a:lnTo>
                  <a:pt x="5157" y="523"/>
                </a:lnTo>
                <a:lnTo>
                  <a:pt x="5157" y="524"/>
                </a:lnTo>
                <a:lnTo>
                  <a:pt x="5157" y="525"/>
                </a:lnTo>
                <a:lnTo>
                  <a:pt x="5157" y="526"/>
                </a:lnTo>
                <a:lnTo>
                  <a:pt x="5158" y="526"/>
                </a:lnTo>
                <a:lnTo>
                  <a:pt x="5158" y="527"/>
                </a:lnTo>
                <a:lnTo>
                  <a:pt x="5158" y="528"/>
                </a:lnTo>
                <a:lnTo>
                  <a:pt x="5159" y="529"/>
                </a:lnTo>
                <a:lnTo>
                  <a:pt x="5159" y="530"/>
                </a:lnTo>
                <a:lnTo>
                  <a:pt x="5160" y="531"/>
                </a:lnTo>
                <a:lnTo>
                  <a:pt x="5160" y="532"/>
                </a:lnTo>
                <a:lnTo>
                  <a:pt x="5160" y="533"/>
                </a:lnTo>
                <a:lnTo>
                  <a:pt x="5161" y="533"/>
                </a:lnTo>
                <a:lnTo>
                  <a:pt x="5162" y="533"/>
                </a:lnTo>
                <a:lnTo>
                  <a:pt x="5163" y="534"/>
                </a:lnTo>
                <a:lnTo>
                  <a:pt x="5164" y="534"/>
                </a:lnTo>
                <a:lnTo>
                  <a:pt x="5164" y="535"/>
                </a:lnTo>
                <a:lnTo>
                  <a:pt x="5165" y="535"/>
                </a:lnTo>
                <a:lnTo>
                  <a:pt x="5165" y="537"/>
                </a:lnTo>
                <a:lnTo>
                  <a:pt x="5166" y="538"/>
                </a:lnTo>
                <a:lnTo>
                  <a:pt x="5166" y="539"/>
                </a:lnTo>
                <a:lnTo>
                  <a:pt x="5165" y="539"/>
                </a:lnTo>
                <a:lnTo>
                  <a:pt x="5165" y="540"/>
                </a:lnTo>
                <a:lnTo>
                  <a:pt x="5164" y="540"/>
                </a:lnTo>
                <a:lnTo>
                  <a:pt x="5164" y="541"/>
                </a:lnTo>
                <a:lnTo>
                  <a:pt x="5164" y="542"/>
                </a:lnTo>
                <a:lnTo>
                  <a:pt x="5163" y="542"/>
                </a:lnTo>
                <a:lnTo>
                  <a:pt x="5162" y="543"/>
                </a:lnTo>
                <a:lnTo>
                  <a:pt x="5161" y="543"/>
                </a:lnTo>
                <a:lnTo>
                  <a:pt x="5160" y="543"/>
                </a:lnTo>
                <a:lnTo>
                  <a:pt x="5160" y="544"/>
                </a:lnTo>
                <a:lnTo>
                  <a:pt x="5160" y="545"/>
                </a:lnTo>
                <a:lnTo>
                  <a:pt x="5159" y="545"/>
                </a:lnTo>
                <a:lnTo>
                  <a:pt x="5159" y="546"/>
                </a:lnTo>
                <a:lnTo>
                  <a:pt x="5159" y="547"/>
                </a:lnTo>
                <a:lnTo>
                  <a:pt x="5158" y="547"/>
                </a:lnTo>
                <a:lnTo>
                  <a:pt x="5158" y="548"/>
                </a:lnTo>
                <a:lnTo>
                  <a:pt x="5159" y="548"/>
                </a:lnTo>
                <a:lnTo>
                  <a:pt x="5159" y="550"/>
                </a:lnTo>
                <a:lnTo>
                  <a:pt x="5158" y="550"/>
                </a:lnTo>
                <a:lnTo>
                  <a:pt x="5158" y="551"/>
                </a:lnTo>
                <a:lnTo>
                  <a:pt x="5157" y="551"/>
                </a:lnTo>
                <a:lnTo>
                  <a:pt x="5156" y="551"/>
                </a:lnTo>
                <a:lnTo>
                  <a:pt x="5156" y="552"/>
                </a:lnTo>
                <a:lnTo>
                  <a:pt x="5155" y="552"/>
                </a:lnTo>
                <a:lnTo>
                  <a:pt x="5155" y="553"/>
                </a:lnTo>
                <a:lnTo>
                  <a:pt x="5154" y="553"/>
                </a:lnTo>
                <a:lnTo>
                  <a:pt x="5154" y="554"/>
                </a:lnTo>
                <a:lnTo>
                  <a:pt x="5153" y="554"/>
                </a:lnTo>
                <a:lnTo>
                  <a:pt x="5152" y="555"/>
                </a:lnTo>
                <a:lnTo>
                  <a:pt x="5151" y="556"/>
                </a:lnTo>
                <a:lnTo>
                  <a:pt x="5150" y="556"/>
                </a:lnTo>
                <a:lnTo>
                  <a:pt x="5150" y="557"/>
                </a:lnTo>
                <a:lnTo>
                  <a:pt x="5150" y="558"/>
                </a:lnTo>
                <a:lnTo>
                  <a:pt x="5150" y="559"/>
                </a:lnTo>
                <a:lnTo>
                  <a:pt x="5150" y="560"/>
                </a:lnTo>
                <a:lnTo>
                  <a:pt x="5151" y="560"/>
                </a:lnTo>
                <a:lnTo>
                  <a:pt x="5152" y="561"/>
                </a:lnTo>
                <a:lnTo>
                  <a:pt x="5152" y="562"/>
                </a:lnTo>
                <a:lnTo>
                  <a:pt x="5152" y="563"/>
                </a:lnTo>
                <a:lnTo>
                  <a:pt x="5152" y="564"/>
                </a:lnTo>
                <a:lnTo>
                  <a:pt x="5153" y="564"/>
                </a:lnTo>
                <a:lnTo>
                  <a:pt x="5153" y="565"/>
                </a:lnTo>
                <a:lnTo>
                  <a:pt x="5154" y="565"/>
                </a:lnTo>
                <a:lnTo>
                  <a:pt x="5155" y="565"/>
                </a:lnTo>
                <a:lnTo>
                  <a:pt x="5155" y="566"/>
                </a:lnTo>
                <a:lnTo>
                  <a:pt x="5156" y="566"/>
                </a:lnTo>
                <a:lnTo>
                  <a:pt x="5157" y="566"/>
                </a:lnTo>
                <a:lnTo>
                  <a:pt x="5157" y="567"/>
                </a:lnTo>
                <a:lnTo>
                  <a:pt x="5157" y="568"/>
                </a:lnTo>
                <a:lnTo>
                  <a:pt x="5158" y="569"/>
                </a:lnTo>
                <a:lnTo>
                  <a:pt x="5160" y="570"/>
                </a:lnTo>
                <a:lnTo>
                  <a:pt x="5162" y="572"/>
                </a:lnTo>
                <a:lnTo>
                  <a:pt x="5166" y="574"/>
                </a:lnTo>
                <a:lnTo>
                  <a:pt x="5167" y="575"/>
                </a:lnTo>
                <a:lnTo>
                  <a:pt x="5169" y="576"/>
                </a:lnTo>
                <a:lnTo>
                  <a:pt x="5169" y="577"/>
                </a:lnTo>
                <a:lnTo>
                  <a:pt x="5170" y="577"/>
                </a:lnTo>
                <a:lnTo>
                  <a:pt x="5170" y="578"/>
                </a:lnTo>
                <a:lnTo>
                  <a:pt x="5171" y="578"/>
                </a:lnTo>
                <a:lnTo>
                  <a:pt x="5172" y="579"/>
                </a:lnTo>
                <a:lnTo>
                  <a:pt x="5172" y="580"/>
                </a:lnTo>
                <a:lnTo>
                  <a:pt x="5173" y="582"/>
                </a:lnTo>
                <a:lnTo>
                  <a:pt x="5174" y="583"/>
                </a:lnTo>
                <a:lnTo>
                  <a:pt x="5175" y="585"/>
                </a:lnTo>
                <a:lnTo>
                  <a:pt x="5176" y="586"/>
                </a:lnTo>
                <a:lnTo>
                  <a:pt x="5176" y="587"/>
                </a:lnTo>
                <a:lnTo>
                  <a:pt x="5177" y="588"/>
                </a:lnTo>
                <a:lnTo>
                  <a:pt x="5177" y="589"/>
                </a:lnTo>
                <a:lnTo>
                  <a:pt x="5177" y="591"/>
                </a:lnTo>
                <a:lnTo>
                  <a:pt x="5177" y="592"/>
                </a:lnTo>
                <a:lnTo>
                  <a:pt x="5177" y="595"/>
                </a:lnTo>
                <a:lnTo>
                  <a:pt x="5177" y="597"/>
                </a:lnTo>
                <a:lnTo>
                  <a:pt x="5177" y="598"/>
                </a:lnTo>
                <a:lnTo>
                  <a:pt x="5178" y="598"/>
                </a:lnTo>
                <a:lnTo>
                  <a:pt x="5178" y="599"/>
                </a:lnTo>
                <a:lnTo>
                  <a:pt x="5179" y="599"/>
                </a:lnTo>
                <a:lnTo>
                  <a:pt x="5181" y="600"/>
                </a:lnTo>
                <a:lnTo>
                  <a:pt x="5183" y="601"/>
                </a:lnTo>
                <a:lnTo>
                  <a:pt x="5185" y="601"/>
                </a:lnTo>
                <a:lnTo>
                  <a:pt x="5191" y="601"/>
                </a:lnTo>
                <a:lnTo>
                  <a:pt x="5197" y="600"/>
                </a:lnTo>
                <a:lnTo>
                  <a:pt x="5198" y="599"/>
                </a:lnTo>
                <a:lnTo>
                  <a:pt x="5199" y="598"/>
                </a:lnTo>
                <a:lnTo>
                  <a:pt x="5200" y="598"/>
                </a:lnTo>
                <a:lnTo>
                  <a:pt x="5200" y="597"/>
                </a:lnTo>
                <a:lnTo>
                  <a:pt x="5201" y="597"/>
                </a:lnTo>
                <a:lnTo>
                  <a:pt x="5202" y="597"/>
                </a:lnTo>
                <a:lnTo>
                  <a:pt x="5203" y="596"/>
                </a:lnTo>
                <a:lnTo>
                  <a:pt x="5205" y="596"/>
                </a:lnTo>
                <a:lnTo>
                  <a:pt x="5206" y="596"/>
                </a:lnTo>
                <a:lnTo>
                  <a:pt x="5208" y="596"/>
                </a:lnTo>
                <a:lnTo>
                  <a:pt x="5210" y="597"/>
                </a:lnTo>
                <a:lnTo>
                  <a:pt x="5212" y="597"/>
                </a:lnTo>
                <a:lnTo>
                  <a:pt x="5214" y="597"/>
                </a:lnTo>
                <a:lnTo>
                  <a:pt x="5215" y="597"/>
                </a:lnTo>
                <a:lnTo>
                  <a:pt x="5217" y="596"/>
                </a:lnTo>
                <a:lnTo>
                  <a:pt x="5218" y="596"/>
                </a:lnTo>
                <a:lnTo>
                  <a:pt x="5219" y="595"/>
                </a:lnTo>
                <a:lnTo>
                  <a:pt x="5220" y="595"/>
                </a:lnTo>
                <a:lnTo>
                  <a:pt x="5222" y="595"/>
                </a:lnTo>
                <a:lnTo>
                  <a:pt x="5223" y="595"/>
                </a:lnTo>
                <a:lnTo>
                  <a:pt x="5224" y="595"/>
                </a:lnTo>
                <a:lnTo>
                  <a:pt x="5224" y="596"/>
                </a:lnTo>
                <a:lnTo>
                  <a:pt x="5226" y="596"/>
                </a:lnTo>
                <a:lnTo>
                  <a:pt x="5228" y="596"/>
                </a:lnTo>
                <a:lnTo>
                  <a:pt x="5229" y="596"/>
                </a:lnTo>
                <a:lnTo>
                  <a:pt x="5230" y="596"/>
                </a:lnTo>
                <a:lnTo>
                  <a:pt x="5231" y="597"/>
                </a:lnTo>
                <a:lnTo>
                  <a:pt x="5232" y="598"/>
                </a:lnTo>
                <a:lnTo>
                  <a:pt x="5232" y="599"/>
                </a:lnTo>
                <a:lnTo>
                  <a:pt x="5232" y="601"/>
                </a:lnTo>
                <a:lnTo>
                  <a:pt x="5232" y="602"/>
                </a:lnTo>
                <a:lnTo>
                  <a:pt x="5232" y="603"/>
                </a:lnTo>
                <a:lnTo>
                  <a:pt x="5234" y="604"/>
                </a:lnTo>
                <a:lnTo>
                  <a:pt x="5236" y="604"/>
                </a:lnTo>
                <a:lnTo>
                  <a:pt x="5237" y="604"/>
                </a:lnTo>
                <a:lnTo>
                  <a:pt x="5238" y="604"/>
                </a:lnTo>
                <a:lnTo>
                  <a:pt x="5240" y="603"/>
                </a:lnTo>
                <a:lnTo>
                  <a:pt x="5241" y="603"/>
                </a:lnTo>
                <a:lnTo>
                  <a:pt x="5241" y="602"/>
                </a:lnTo>
                <a:lnTo>
                  <a:pt x="5242" y="601"/>
                </a:lnTo>
                <a:lnTo>
                  <a:pt x="5242" y="600"/>
                </a:lnTo>
                <a:lnTo>
                  <a:pt x="5243" y="600"/>
                </a:lnTo>
                <a:lnTo>
                  <a:pt x="5243" y="599"/>
                </a:lnTo>
                <a:lnTo>
                  <a:pt x="5244" y="599"/>
                </a:lnTo>
                <a:lnTo>
                  <a:pt x="5245" y="599"/>
                </a:lnTo>
                <a:lnTo>
                  <a:pt x="5247" y="599"/>
                </a:lnTo>
                <a:lnTo>
                  <a:pt x="5249" y="600"/>
                </a:lnTo>
                <a:lnTo>
                  <a:pt x="5250" y="601"/>
                </a:lnTo>
                <a:lnTo>
                  <a:pt x="5251" y="602"/>
                </a:lnTo>
                <a:lnTo>
                  <a:pt x="5252" y="602"/>
                </a:lnTo>
                <a:lnTo>
                  <a:pt x="5253" y="602"/>
                </a:lnTo>
                <a:lnTo>
                  <a:pt x="5255" y="603"/>
                </a:lnTo>
                <a:lnTo>
                  <a:pt x="5256" y="603"/>
                </a:lnTo>
                <a:lnTo>
                  <a:pt x="5257" y="603"/>
                </a:lnTo>
                <a:lnTo>
                  <a:pt x="5258" y="603"/>
                </a:lnTo>
                <a:lnTo>
                  <a:pt x="5260" y="602"/>
                </a:lnTo>
                <a:lnTo>
                  <a:pt x="5262" y="602"/>
                </a:lnTo>
                <a:lnTo>
                  <a:pt x="5263" y="601"/>
                </a:lnTo>
                <a:lnTo>
                  <a:pt x="5263" y="602"/>
                </a:lnTo>
                <a:lnTo>
                  <a:pt x="5264" y="602"/>
                </a:lnTo>
                <a:lnTo>
                  <a:pt x="5268" y="603"/>
                </a:lnTo>
                <a:lnTo>
                  <a:pt x="5269" y="603"/>
                </a:lnTo>
                <a:lnTo>
                  <a:pt x="5270" y="603"/>
                </a:lnTo>
                <a:lnTo>
                  <a:pt x="5271" y="602"/>
                </a:lnTo>
                <a:lnTo>
                  <a:pt x="5271" y="601"/>
                </a:lnTo>
                <a:lnTo>
                  <a:pt x="5271" y="600"/>
                </a:lnTo>
                <a:lnTo>
                  <a:pt x="5271" y="599"/>
                </a:lnTo>
                <a:lnTo>
                  <a:pt x="5272" y="599"/>
                </a:lnTo>
                <a:lnTo>
                  <a:pt x="5273" y="598"/>
                </a:lnTo>
                <a:lnTo>
                  <a:pt x="5274" y="598"/>
                </a:lnTo>
                <a:lnTo>
                  <a:pt x="5274" y="599"/>
                </a:lnTo>
                <a:lnTo>
                  <a:pt x="5275" y="599"/>
                </a:lnTo>
                <a:lnTo>
                  <a:pt x="5276" y="599"/>
                </a:lnTo>
                <a:lnTo>
                  <a:pt x="5277" y="600"/>
                </a:lnTo>
                <a:lnTo>
                  <a:pt x="5278" y="600"/>
                </a:lnTo>
                <a:lnTo>
                  <a:pt x="5279" y="600"/>
                </a:lnTo>
                <a:lnTo>
                  <a:pt x="5280" y="600"/>
                </a:lnTo>
                <a:lnTo>
                  <a:pt x="5283" y="600"/>
                </a:lnTo>
                <a:lnTo>
                  <a:pt x="5283" y="599"/>
                </a:lnTo>
                <a:lnTo>
                  <a:pt x="5284" y="600"/>
                </a:lnTo>
                <a:lnTo>
                  <a:pt x="5285" y="599"/>
                </a:lnTo>
                <a:lnTo>
                  <a:pt x="5286" y="599"/>
                </a:lnTo>
                <a:lnTo>
                  <a:pt x="5287" y="599"/>
                </a:lnTo>
                <a:lnTo>
                  <a:pt x="5289" y="599"/>
                </a:lnTo>
                <a:lnTo>
                  <a:pt x="5289" y="598"/>
                </a:lnTo>
                <a:lnTo>
                  <a:pt x="5290" y="598"/>
                </a:lnTo>
                <a:lnTo>
                  <a:pt x="5292" y="598"/>
                </a:lnTo>
                <a:lnTo>
                  <a:pt x="5293" y="599"/>
                </a:lnTo>
                <a:lnTo>
                  <a:pt x="5294" y="599"/>
                </a:lnTo>
                <a:lnTo>
                  <a:pt x="5295" y="599"/>
                </a:lnTo>
                <a:lnTo>
                  <a:pt x="5296" y="599"/>
                </a:lnTo>
                <a:lnTo>
                  <a:pt x="5296" y="598"/>
                </a:lnTo>
                <a:lnTo>
                  <a:pt x="5297" y="598"/>
                </a:lnTo>
                <a:lnTo>
                  <a:pt x="5297" y="597"/>
                </a:lnTo>
                <a:lnTo>
                  <a:pt x="5297" y="596"/>
                </a:lnTo>
                <a:lnTo>
                  <a:pt x="5298" y="596"/>
                </a:lnTo>
                <a:lnTo>
                  <a:pt x="5298" y="595"/>
                </a:lnTo>
                <a:lnTo>
                  <a:pt x="5299" y="594"/>
                </a:lnTo>
                <a:lnTo>
                  <a:pt x="5300" y="594"/>
                </a:lnTo>
                <a:lnTo>
                  <a:pt x="5302" y="594"/>
                </a:lnTo>
                <a:lnTo>
                  <a:pt x="5303" y="594"/>
                </a:lnTo>
                <a:lnTo>
                  <a:pt x="5304" y="594"/>
                </a:lnTo>
                <a:lnTo>
                  <a:pt x="5305" y="594"/>
                </a:lnTo>
                <a:lnTo>
                  <a:pt x="5306" y="594"/>
                </a:lnTo>
                <a:lnTo>
                  <a:pt x="5307" y="594"/>
                </a:lnTo>
                <a:lnTo>
                  <a:pt x="5307" y="595"/>
                </a:lnTo>
                <a:lnTo>
                  <a:pt x="5308" y="595"/>
                </a:lnTo>
                <a:lnTo>
                  <a:pt x="5309" y="596"/>
                </a:lnTo>
                <a:lnTo>
                  <a:pt x="5310" y="596"/>
                </a:lnTo>
                <a:lnTo>
                  <a:pt x="5311" y="597"/>
                </a:lnTo>
                <a:lnTo>
                  <a:pt x="5312" y="597"/>
                </a:lnTo>
                <a:lnTo>
                  <a:pt x="5314" y="598"/>
                </a:lnTo>
                <a:lnTo>
                  <a:pt x="5315" y="598"/>
                </a:lnTo>
                <a:lnTo>
                  <a:pt x="5316" y="598"/>
                </a:lnTo>
                <a:lnTo>
                  <a:pt x="5317" y="598"/>
                </a:lnTo>
                <a:lnTo>
                  <a:pt x="5321" y="598"/>
                </a:lnTo>
                <a:lnTo>
                  <a:pt x="5322" y="598"/>
                </a:lnTo>
                <a:lnTo>
                  <a:pt x="5323" y="598"/>
                </a:lnTo>
                <a:lnTo>
                  <a:pt x="5324" y="598"/>
                </a:lnTo>
                <a:lnTo>
                  <a:pt x="5324" y="597"/>
                </a:lnTo>
                <a:lnTo>
                  <a:pt x="5325" y="597"/>
                </a:lnTo>
                <a:lnTo>
                  <a:pt x="5326" y="596"/>
                </a:lnTo>
                <a:lnTo>
                  <a:pt x="5326" y="595"/>
                </a:lnTo>
                <a:lnTo>
                  <a:pt x="5327" y="595"/>
                </a:lnTo>
                <a:lnTo>
                  <a:pt x="5327" y="594"/>
                </a:lnTo>
                <a:lnTo>
                  <a:pt x="5326" y="594"/>
                </a:lnTo>
                <a:lnTo>
                  <a:pt x="5326" y="593"/>
                </a:lnTo>
                <a:lnTo>
                  <a:pt x="5325" y="593"/>
                </a:lnTo>
                <a:lnTo>
                  <a:pt x="5325" y="592"/>
                </a:lnTo>
                <a:lnTo>
                  <a:pt x="5325" y="591"/>
                </a:lnTo>
                <a:lnTo>
                  <a:pt x="5325" y="590"/>
                </a:lnTo>
                <a:lnTo>
                  <a:pt x="5326" y="589"/>
                </a:lnTo>
                <a:lnTo>
                  <a:pt x="5326" y="588"/>
                </a:lnTo>
                <a:lnTo>
                  <a:pt x="5327" y="588"/>
                </a:lnTo>
                <a:lnTo>
                  <a:pt x="5327" y="587"/>
                </a:lnTo>
                <a:lnTo>
                  <a:pt x="5327" y="586"/>
                </a:lnTo>
                <a:lnTo>
                  <a:pt x="5328" y="586"/>
                </a:lnTo>
                <a:lnTo>
                  <a:pt x="5328" y="585"/>
                </a:lnTo>
                <a:lnTo>
                  <a:pt x="5329" y="585"/>
                </a:lnTo>
                <a:lnTo>
                  <a:pt x="5330" y="585"/>
                </a:lnTo>
                <a:lnTo>
                  <a:pt x="5330" y="584"/>
                </a:lnTo>
                <a:lnTo>
                  <a:pt x="5331" y="584"/>
                </a:lnTo>
                <a:lnTo>
                  <a:pt x="5332" y="583"/>
                </a:lnTo>
                <a:lnTo>
                  <a:pt x="5333" y="583"/>
                </a:lnTo>
                <a:lnTo>
                  <a:pt x="5333" y="582"/>
                </a:lnTo>
                <a:lnTo>
                  <a:pt x="5334" y="582"/>
                </a:lnTo>
                <a:lnTo>
                  <a:pt x="5334" y="581"/>
                </a:lnTo>
                <a:lnTo>
                  <a:pt x="5334" y="580"/>
                </a:lnTo>
                <a:lnTo>
                  <a:pt x="5333" y="580"/>
                </a:lnTo>
                <a:lnTo>
                  <a:pt x="5333" y="579"/>
                </a:lnTo>
                <a:lnTo>
                  <a:pt x="5332" y="579"/>
                </a:lnTo>
                <a:lnTo>
                  <a:pt x="5332" y="578"/>
                </a:lnTo>
                <a:lnTo>
                  <a:pt x="5332" y="577"/>
                </a:lnTo>
                <a:lnTo>
                  <a:pt x="5331" y="577"/>
                </a:lnTo>
                <a:lnTo>
                  <a:pt x="5331" y="576"/>
                </a:lnTo>
                <a:lnTo>
                  <a:pt x="5331" y="575"/>
                </a:lnTo>
                <a:lnTo>
                  <a:pt x="5331" y="574"/>
                </a:lnTo>
                <a:lnTo>
                  <a:pt x="5332" y="574"/>
                </a:lnTo>
                <a:lnTo>
                  <a:pt x="5332" y="573"/>
                </a:lnTo>
                <a:lnTo>
                  <a:pt x="5333" y="573"/>
                </a:lnTo>
                <a:lnTo>
                  <a:pt x="5334" y="573"/>
                </a:lnTo>
                <a:lnTo>
                  <a:pt x="5335" y="573"/>
                </a:lnTo>
                <a:lnTo>
                  <a:pt x="5336" y="573"/>
                </a:lnTo>
                <a:lnTo>
                  <a:pt x="5337" y="573"/>
                </a:lnTo>
                <a:lnTo>
                  <a:pt x="5338" y="573"/>
                </a:lnTo>
                <a:lnTo>
                  <a:pt x="5338" y="574"/>
                </a:lnTo>
                <a:lnTo>
                  <a:pt x="5339" y="575"/>
                </a:lnTo>
                <a:lnTo>
                  <a:pt x="5340" y="576"/>
                </a:lnTo>
                <a:lnTo>
                  <a:pt x="5341" y="576"/>
                </a:lnTo>
                <a:lnTo>
                  <a:pt x="5342" y="576"/>
                </a:lnTo>
                <a:lnTo>
                  <a:pt x="5344" y="576"/>
                </a:lnTo>
                <a:lnTo>
                  <a:pt x="5345" y="576"/>
                </a:lnTo>
                <a:lnTo>
                  <a:pt x="5346" y="575"/>
                </a:lnTo>
                <a:lnTo>
                  <a:pt x="5347" y="575"/>
                </a:lnTo>
                <a:lnTo>
                  <a:pt x="5347" y="574"/>
                </a:lnTo>
                <a:lnTo>
                  <a:pt x="5347" y="573"/>
                </a:lnTo>
                <a:lnTo>
                  <a:pt x="5348" y="573"/>
                </a:lnTo>
                <a:lnTo>
                  <a:pt x="5348" y="572"/>
                </a:lnTo>
                <a:lnTo>
                  <a:pt x="5349" y="571"/>
                </a:lnTo>
                <a:lnTo>
                  <a:pt x="5350" y="570"/>
                </a:lnTo>
                <a:lnTo>
                  <a:pt x="5350" y="569"/>
                </a:lnTo>
                <a:lnTo>
                  <a:pt x="5354" y="568"/>
                </a:lnTo>
                <a:lnTo>
                  <a:pt x="5354" y="567"/>
                </a:lnTo>
                <a:lnTo>
                  <a:pt x="5356" y="567"/>
                </a:lnTo>
                <a:lnTo>
                  <a:pt x="5361" y="566"/>
                </a:lnTo>
                <a:lnTo>
                  <a:pt x="5362" y="566"/>
                </a:lnTo>
                <a:lnTo>
                  <a:pt x="5363" y="564"/>
                </a:lnTo>
                <a:lnTo>
                  <a:pt x="5364" y="562"/>
                </a:lnTo>
                <a:lnTo>
                  <a:pt x="5364" y="561"/>
                </a:lnTo>
                <a:lnTo>
                  <a:pt x="5365" y="560"/>
                </a:lnTo>
                <a:lnTo>
                  <a:pt x="5366" y="558"/>
                </a:lnTo>
                <a:lnTo>
                  <a:pt x="5367" y="558"/>
                </a:lnTo>
                <a:lnTo>
                  <a:pt x="5367" y="557"/>
                </a:lnTo>
                <a:lnTo>
                  <a:pt x="5368" y="557"/>
                </a:lnTo>
                <a:lnTo>
                  <a:pt x="5369" y="557"/>
                </a:lnTo>
                <a:lnTo>
                  <a:pt x="5370" y="557"/>
                </a:lnTo>
                <a:lnTo>
                  <a:pt x="5370" y="556"/>
                </a:lnTo>
                <a:lnTo>
                  <a:pt x="5371" y="556"/>
                </a:lnTo>
                <a:lnTo>
                  <a:pt x="5372" y="556"/>
                </a:lnTo>
                <a:lnTo>
                  <a:pt x="5373" y="556"/>
                </a:lnTo>
                <a:lnTo>
                  <a:pt x="5375" y="556"/>
                </a:lnTo>
                <a:lnTo>
                  <a:pt x="5376" y="555"/>
                </a:lnTo>
                <a:lnTo>
                  <a:pt x="5377" y="555"/>
                </a:lnTo>
                <a:lnTo>
                  <a:pt x="5378" y="555"/>
                </a:lnTo>
                <a:lnTo>
                  <a:pt x="5380" y="556"/>
                </a:lnTo>
                <a:lnTo>
                  <a:pt x="5381" y="556"/>
                </a:lnTo>
                <a:lnTo>
                  <a:pt x="5382" y="556"/>
                </a:lnTo>
                <a:lnTo>
                  <a:pt x="5383" y="556"/>
                </a:lnTo>
                <a:lnTo>
                  <a:pt x="5384" y="556"/>
                </a:lnTo>
                <a:lnTo>
                  <a:pt x="5384" y="557"/>
                </a:lnTo>
                <a:lnTo>
                  <a:pt x="5385" y="557"/>
                </a:lnTo>
                <a:lnTo>
                  <a:pt x="5386" y="558"/>
                </a:lnTo>
                <a:lnTo>
                  <a:pt x="5388" y="558"/>
                </a:lnTo>
                <a:lnTo>
                  <a:pt x="5389" y="559"/>
                </a:lnTo>
                <a:lnTo>
                  <a:pt x="5390" y="559"/>
                </a:lnTo>
                <a:lnTo>
                  <a:pt x="5391" y="559"/>
                </a:lnTo>
                <a:lnTo>
                  <a:pt x="5392" y="558"/>
                </a:lnTo>
                <a:lnTo>
                  <a:pt x="5393" y="558"/>
                </a:lnTo>
                <a:lnTo>
                  <a:pt x="5394" y="558"/>
                </a:lnTo>
                <a:lnTo>
                  <a:pt x="5394" y="557"/>
                </a:lnTo>
                <a:lnTo>
                  <a:pt x="5395" y="557"/>
                </a:lnTo>
                <a:lnTo>
                  <a:pt x="5396" y="557"/>
                </a:lnTo>
                <a:lnTo>
                  <a:pt x="5396" y="556"/>
                </a:lnTo>
                <a:lnTo>
                  <a:pt x="5397" y="556"/>
                </a:lnTo>
                <a:lnTo>
                  <a:pt x="5398" y="556"/>
                </a:lnTo>
                <a:lnTo>
                  <a:pt x="5399" y="556"/>
                </a:lnTo>
                <a:lnTo>
                  <a:pt x="5399" y="557"/>
                </a:lnTo>
                <a:lnTo>
                  <a:pt x="5400" y="557"/>
                </a:lnTo>
                <a:lnTo>
                  <a:pt x="5401" y="557"/>
                </a:lnTo>
                <a:lnTo>
                  <a:pt x="5401" y="558"/>
                </a:lnTo>
                <a:lnTo>
                  <a:pt x="5403" y="558"/>
                </a:lnTo>
                <a:lnTo>
                  <a:pt x="5404" y="558"/>
                </a:lnTo>
                <a:lnTo>
                  <a:pt x="5405" y="557"/>
                </a:lnTo>
                <a:lnTo>
                  <a:pt x="5406" y="557"/>
                </a:lnTo>
                <a:lnTo>
                  <a:pt x="5407" y="557"/>
                </a:lnTo>
                <a:lnTo>
                  <a:pt x="5408" y="557"/>
                </a:lnTo>
                <a:lnTo>
                  <a:pt x="5409" y="557"/>
                </a:lnTo>
                <a:lnTo>
                  <a:pt x="5410" y="557"/>
                </a:lnTo>
                <a:lnTo>
                  <a:pt x="5411" y="557"/>
                </a:lnTo>
                <a:lnTo>
                  <a:pt x="5412" y="557"/>
                </a:lnTo>
                <a:lnTo>
                  <a:pt x="5412" y="556"/>
                </a:lnTo>
                <a:lnTo>
                  <a:pt x="5412" y="555"/>
                </a:lnTo>
                <a:lnTo>
                  <a:pt x="5414" y="551"/>
                </a:lnTo>
                <a:lnTo>
                  <a:pt x="5414" y="550"/>
                </a:lnTo>
                <a:lnTo>
                  <a:pt x="5415" y="550"/>
                </a:lnTo>
                <a:lnTo>
                  <a:pt x="5415" y="549"/>
                </a:lnTo>
                <a:lnTo>
                  <a:pt x="5416" y="549"/>
                </a:lnTo>
                <a:lnTo>
                  <a:pt x="5417" y="549"/>
                </a:lnTo>
                <a:lnTo>
                  <a:pt x="5418" y="549"/>
                </a:lnTo>
                <a:lnTo>
                  <a:pt x="5419" y="549"/>
                </a:lnTo>
                <a:lnTo>
                  <a:pt x="5420" y="550"/>
                </a:lnTo>
                <a:lnTo>
                  <a:pt x="5422" y="550"/>
                </a:lnTo>
                <a:lnTo>
                  <a:pt x="5423" y="551"/>
                </a:lnTo>
                <a:lnTo>
                  <a:pt x="5424" y="550"/>
                </a:lnTo>
                <a:lnTo>
                  <a:pt x="5425" y="550"/>
                </a:lnTo>
                <a:lnTo>
                  <a:pt x="5426" y="550"/>
                </a:lnTo>
                <a:lnTo>
                  <a:pt x="5426" y="549"/>
                </a:lnTo>
                <a:lnTo>
                  <a:pt x="5427" y="548"/>
                </a:lnTo>
                <a:lnTo>
                  <a:pt x="5427" y="546"/>
                </a:lnTo>
                <a:lnTo>
                  <a:pt x="5427" y="545"/>
                </a:lnTo>
                <a:lnTo>
                  <a:pt x="5427" y="544"/>
                </a:lnTo>
                <a:lnTo>
                  <a:pt x="5428" y="544"/>
                </a:lnTo>
                <a:lnTo>
                  <a:pt x="5428" y="543"/>
                </a:lnTo>
                <a:lnTo>
                  <a:pt x="5429" y="543"/>
                </a:lnTo>
                <a:lnTo>
                  <a:pt x="5430" y="543"/>
                </a:lnTo>
                <a:lnTo>
                  <a:pt x="5431" y="543"/>
                </a:lnTo>
                <a:lnTo>
                  <a:pt x="5431" y="542"/>
                </a:lnTo>
                <a:lnTo>
                  <a:pt x="5434" y="542"/>
                </a:lnTo>
                <a:lnTo>
                  <a:pt x="5435" y="542"/>
                </a:lnTo>
                <a:lnTo>
                  <a:pt x="5436" y="541"/>
                </a:lnTo>
                <a:lnTo>
                  <a:pt x="5437" y="541"/>
                </a:lnTo>
                <a:lnTo>
                  <a:pt x="5438" y="541"/>
                </a:lnTo>
                <a:lnTo>
                  <a:pt x="5440" y="540"/>
                </a:lnTo>
                <a:lnTo>
                  <a:pt x="5441" y="540"/>
                </a:lnTo>
                <a:lnTo>
                  <a:pt x="5442" y="540"/>
                </a:lnTo>
                <a:lnTo>
                  <a:pt x="5442" y="539"/>
                </a:lnTo>
                <a:lnTo>
                  <a:pt x="5443" y="539"/>
                </a:lnTo>
                <a:lnTo>
                  <a:pt x="5444" y="539"/>
                </a:lnTo>
                <a:lnTo>
                  <a:pt x="5446" y="538"/>
                </a:lnTo>
                <a:lnTo>
                  <a:pt x="5447" y="538"/>
                </a:lnTo>
                <a:lnTo>
                  <a:pt x="5448" y="538"/>
                </a:lnTo>
                <a:lnTo>
                  <a:pt x="5449" y="538"/>
                </a:lnTo>
                <a:lnTo>
                  <a:pt x="5451" y="538"/>
                </a:lnTo>
                <a:lnTo>
                  <a:pt x="5452" y="538"/>
                </a:lnTo>
                <a:lnTo>
                  <a:pt x="5453" y="538"/>
                </a:lnTo>
                <a:lnTo>
                  <a:pt x="5453" y="537"/>
                </a:lnTo>
                <a:lnTo>
                  <a:pt x="5454" y="535"/>
                </a:lnTo>
                <a:lnTo>
                  <a:pt x="5455" y="534"/>
                </a:lnTo>
                <a:lnTo>
                  <a:pt x="5458" y="534"/>
                </a:lnTo>
                <a:lnTo>
                  <a:pt x="5459" y="535"/>
                </a:lnTo>
                <a:lnTo>
                  <a:pt x="5460" y="535"/>
                </a:lnTo>
                <a:lnTo>
                  <a:pt x="5461" y="535"/>
                </a:lnTo>
                <a:lnTo>
                  <a:pt x="5462" y="535"/>
                </a:lnTo>
                <a:lnTo>
                  <a:pt x="5463" y="535"/>
                </a:lnTo>
                <a:lnTo>
                  <a:pt x="5464" y="535"/>
                </a:lnTo>
                <a:lnTo>
                  <a:pt x="5465" y="534"/>
                </a:lnTo>
                <a:lnTo>
                  <a:pt x="5466" y="533"/>
                </a:lnTo>
                <a:lnTo>
                  <a:pt x="5467" y="532"/>
                </a:lnTo>
                <a:lnTo>
                  <a:pt x="5468" y="531"/>
                </a:lnTo>
                <a:lnTo>
                  <a:pt x="5469" y="530"/>
                </a:lnTo>
                <a:lnTo>
                  <a:pt x="5470" y="530"/>
                </a:lnTo>
                <a:lnTo>
                  <a:pt x="5471" y="530"/>
                </a:lnTo>
                <a:lnTo>
                  <a:pt x="5473" y="530"/>
                </a:lnTo>
                <a:lnTo>
                  <a:pt x="5474" y="530"/>
                </a:lnTo>
                <a:lnTo>
                  <a:pt x="5475" y="530"/>
                </a:lnTo>
                <a:lnTo>
                  <a:pt x="5476" y="530"/>
                </a:lnTo>
                <a:lnTo>
                  <a:pt x="5477" y="530"/>
                </a:lnTo>
                <a:lnTo>
                  <a:pt x="5478" y="530"/>
                </a:lnTo>
                <a:lnTo>
                  <a:pt x="5479" y="530"/>
                </a:lnTo>
                <a:lnTo>
                  <a:pt x="5480" y="530"/>
                </a:lnTo>
                <a:lnTo>
                  <a:pt x="5481" y="531"/>
                </a:lnTo>
                <a:lnTo>
                  <a:pt x="5482" y="530"/>
                </a:lnTo>
                <a:lnTo>
                  <a:pt x="5483" y="530"/>
                </a:lnTo>
                <a:lnTo>
                  <a:pt x="5485" y="530"/>
                </a:lnTo>
                <a:lnTo>
                  <a:pt x="5486" y="530"/>
                </a:lnTo>
                <a:lnTo>
                  <a:pt x="5486" y="529"/>
                </a:lnTo>
                <a:lnTo>
                  <a:pt x="5488" y="529"/>
                </a:lnTo>
                <a:lnTo>
                  <a:pt x="5488" y="528"/>
                </a:lnTo>
                <a:lnTo>
                  <a:pt x="5489" y="528"/>
                </a:lnTo>
                <a:lnTo>
                  <a:pt x="5490" y="528"/>
                </a:lnTo>
                <a:lnTo>
                  <a:pt x="5491" y="528"/>
                </a:lnTo>
                <a:lnTo>
                  <a:pt x="5492" y="528"/>
                </a:lnTo>
                <a:lnTo>
                  <a:pt x="5493" y="527"/>
                </a:lnTo>
                <a:lnTo>
                  <a:pt x="5495" y="527"/>
                </a:lnTo>
                <a:lnTo>
                  <a:pt x="5496" y="526"/>
                </a:lnTo>
                <a:lnTo>
                  <a:pt x="5497" y="526"/>
                </a:lnTo>
                <a:lnTo>
                  <a:pt x="5498" y="526"/>
                </a:lnTo>
                <a:lnTo>
                  <a:pt x="5500" y="526"/>
                </a:lnTo>
                <a:lnTo>
                  <a:pt x="5502" y="527"/>
                </a:lnTo>
                <a:lnTo>
                  <a:pt x="5503" y="527"/>
                </a:lnTo>
                <a:lnTo>
                  <a:pt x="5504" y="528"/>
                </a:lnTo>
                <a:lnTo>
                  <a:pt x="5506" y="528"/>
                </a:lnTo>
                <a:lnTo>
                  <a:pt x="5507" y="527"/>
                </a:lnTo>
                <a:lnTo>
                  <a:pt x="5509" y="527"/>
                </a:lnTo>
                <a:lnTo>
                  <a:pt x="5510" y="527"/>
                </a:lnTo>
                <a:lnTo>
                  <a:pt x="5511" y="527"/>
                </a:lnTo>
                <a:lnTo>
                  <a:pt x="5512" y="527"/>
                </a:lnTo>
                <a:lnTo>
                  <a:pt x="5513" y="527"/>
                </a:lnTo>
                <a:lnTo>
                  <a:pt x="5515" y="528"/>
                </a:lnTo>
                <a:lnTo>
                  <a:pt x="5516" y="528"/>
                </a:lnTo>
                <a:lnTo>
                  <a:pt x="5517" y="529"/>
                </a:lnTo>
                <a:lnTo>
                  <a:pt x="5518" y="530"/>
                </a:lnTo>
                <a:lnTo>
                  <a:pt x="5521" y="531"/>
                </a:lnTo>
                <a:lnTo>
                  <a:pt x="5522" y="531"/>
                </a:lnTo>
                <a:lnTo>
                  <a:pt x="5523" y="531"/>
                </a:lnTo>
                <a:lnTo>
                  <a:pt x="5524" y="531"/>
                </a:lnTo>
                <a:lnTo>
                  <a:pt x="5525" y="531"/>
                </a:lnTo>
                <a:lnTo>
                  <a:pt x="5527" y="530"/>
                </a:lnTo>
                <a:lnTo>
                  <a:pt x="5528" y="529"/>
                </a:lnTo>
                <a:lnTo>
                  <a:pt x="5528" y="528"/>
                </a:lnTo>
                <a:lnTo>
                  <a:pt x="5529" y="527"/>
                </a:lnTo>
                <a:lnTo>
                  <a:pt x="5529" y="526"/>
                </a:lnTo>
                <a:lnTo>
                  <a:pt x="5531" y="524"/>
                </a:lnTo>
                <a:lnTo>
                  <a:pt x="5533" y="524"/>
                </a:lnTo>
                <a:lnTo>
                  <a:pt x="5533" y="523"/>
                </a:lnTo>
                <a:lnTo>
                  <a:pt x="5536" y="523"/>
                </a:lnTo>
                <a:lnTo>
                  <a:pt x="5537" y="523"/>
                </a:lnTo>
                <a:lnTo>
                  <a:pt x="5540" y="524"/>
                </a:lnTo>
                <a:lnTo>
                  <a:pt x="5542" y="524"/>
                </a:lnTo>
                <a:lnTo>
                  <a:pt x="5544" y="524"/>
                </a:lnTo>
                <a:lnTo>
                  <a:pt x="5545" y="524"/>
                </a:lnTo>
                <a:lnTo>
                  <a:pt x="5546" y="523"/>
                </a:lnTo>
                <a:lnTo>
                  <a:pt x="5547" y="522"/>
                </a:lnTo>
                <a:lnTo>
                  <a:pt x="5549" y="523"/>
                </a:lnTo>
                <a:lnTo>
                  <a:pt x="5550" y="524"/>
                </a:lnTo>
                <a:lnTo>
                  <a:pt x="5550" y="525"/>
                </a:lnTo>
                <a:lnTo>
                  <a:pt x="5550" y="526"/>
                </a:lnTo>
                <a:lnTo>
                  <a:pt x="5549" y="528"/>
                </a:lnTo>
                <a:lnTo>
                  <a:pt x="5549" y="529"/>
                </a:lnTo>
                <a:lnTo>
                  <a:pt x="5548" y="529"/>
                </a:lnTo>
                <a:lnTo>
                  <a:pt x="5547" y="530"/>
                </a:lnTo>
                <a:lnTo>
                  <a:pt x="5546" y="530"/>
                </a:lnTo>
                <a:lnTo>
                  <a:pt x="5545" y="530"/>
                </a:lnTo>
                <a:lnTo>
                  <a:pt x="5543" y="532"/>
                </a:lnTo>
                <a:lnTo>
                  <a:pt x="5541" y="532"/>
                </a:lnTo>
                <a:lnTo>
                  <a:pt x="5540" y="532"/>
                </a:lnTo>
                <a:lnTo>
                  <a:pt x="5539" y="533"/>
                </a:lnTo>
                <a:lnTo>
                  <a:pt x="5538" y="533"/>
                </a:lnTo>
                <a:lnTo>
                  <a:pt x="5537" y="533"/>
                </a:lnTo>
                <a:lnTo>
                  <a:pt x="5534" y="534"/>
                </a:lnTo>
                <a:lnTo>
                  <a:pt x="5532" y="535"/>
                </a:lnTo>
                <a:lnTo>
                  <a:pt x="5531" y="535"/>
                </a:lnTo>
                <a:lnTo>
                  <a:pt x="5529" y="535"/>
                </a:lnTo>
                <a:lnTo>
                  <a:pt x="5528" y="536"/>
                </a:lnTo>
                <a:lnTo>
                  <a:pt x="5527" y="536"/>
                </a:lnTo>
                <a:lnTo>
                  <a:pt x="5525" y="537"/>
                </a:lnTo>
                <a:lnTo>
                  <a:pt x="5525" y="538"/>
                </a:lnTo>
                <a:lnTo>
                  <a:pt x="5524" y="539"/>
                </a:lnTo>
                <a:lnTo>
                  <a:pt x="5523" y="539"/>
                </a:lnTo>
                <a:lnTo>
                  <a:pt x="5523" y="540"/>
                </a:lnTo>
                <a:lnTo>
                  <a:pt x="5522" y="540"/>
                </a:lnTo>
                <a:lnTo>
                  <a:pt x="5522" y="539"/>
                </a:lnTo>
                <a:lnTo>
                  <a:pt x="5521" y="539"/>
                </a:lnTo>
                <a:lnTo>
                  <a:pt x="5521" y="540"/>
                </a:lnTo>
                <a:lnTo>
                  <a:pt x="5520" y="540"/>
                </a:lnTo>
                <a:lnTo>
                  <a:pt x="5519" y="541"/>
                </a:lnTo>
                <a:lnTo>
                  <a:pt x="5518" y="541"/>
                </a:lnTo>
                <a:lnTo>
                  <a:pt x="5517" y="541"/>
                </a:lnTo>
                <a:lnTo>
                  <a:pt x="5517" y="542"/>
                </a:lnTo>
                <a:lnTo>
                  <a:pt x="5516" y="542"/>
                </a:lnTo>
                <a:lnTo>
                  <a:pt x="5515" y="542"/>
                </a:lnTo>
                <a:lnTo>
                  <a:pt x="5514" y="542"/>
                </a:lnTo>
                <a:lnTo>
                  <a:pt x="5513" y="543"/>
                </a:lnTo>
                <a:lnTo>
                  <a:pt x="5513" y="544"/>
                </a:lnTo>
                <a:lnTo>
                  <a:pt x="5512" y="544"/>
                </a:lnTo>
                <a:lnTo>
                  <a:pt x="5512" y="545"/>
                </a:lnTo>
                <a:lnTo>
                  <a:pt x="5512" y="547"/>
                </a:lnTo>
                <a:lnTo>
                  <a:pt x="5512" y="548"/>
                </a:lnTo>
                <a:lnTo>
                  <a:pt x="5512" y="549"/>
                </a:lnTo>
                <a:lnTo>
                  <a:pt x="5513" y="550"/>
                </a:lnTo>
                <a:lnTo>
                  <a:pt x="5512" y="551"/>
                </a:lnTo>
                <a:lnTo>
                  <a:pt x="5512" y="552"/>
                </a:lnTo>
                <a:lnTo>
                  <a:pt x="5512" y="553"/>
                </a:lnTo>
                <a:lnTo>
                  <a:pt x="5513" y="553"/>
                </a:lnTo>
                <a:lnTo>
                  <a:pt x="5512" y="554"/>
                </a:lnTo>
                <a:lnTo>
                  <a:pt x="5512" y="555"/>
                </a:lnTo>
                <a:lnTo>
                  <a:pt x="5511" y="555"/>
                </a:lnTo>
                <a:lnTo>
                  <a:pt x="5510" y="556"/>
                </a:lnTo>
                <a:lnTo>
                  <a:pt x="5509" y="557"/>
                </a:lnTo>
                <a:lnTo>
                  <a:pt x="5509" y="559"/>
                </a:lnTo>
                <a:lnTo>
                  <a:pt x="5508" y="559"/>
                </a:lnTo>
                <a:lnTo>
                  <a:pt x="5508" y="560"/>
                </a:lnTo>
                <a:lnTo>
                  <a:pt x="5507" y="560"/>
                </a:lnTo>
                <a:lnTo>
                  <a:pt x="5506" y="561"/>
                </a:lnTo>
                <a:lnTo>
                  <a:pt x="5505" y="562"/>
                </a:lnTo>
                <a:lnTo>
                  <a:pt x="5505" y="563"/>
                </a:lnTo>
                <a:lnTo>
                  <a:pt x="5504" y="563"/>
                </a:lnTo>
                <a:lnTo>
                  <a:pt x="5504" y="564"/>
                </a:lnTo>
                <a:lnTo>
                  <a:pt x="5504" y="565"/>
                </a:lnTo>
                <a:lnTo>
                  <a:pt x="5503" y="565"/>
                </a:lnTo>
                <a:lnTo>
                  <a:pt x="5502" y="565"/>
                </a:lnTo>
                <a:lnTo>
                  <a:pt x="5502" y="566"/>
                </a:lnTo>
                <a:lnTo>
                  <a:pt x="5501" y="566"/>
                </a:lnTo>
                <a:lnTo>
                  <a:pt x="5501" y="567"/>
                </a:lnTo>
                <a:lnTo>
                  <a:pt x="5502" y="567"/>
                </a:lnTo>
                <a:lnTo>
                  <a:pt x="5502" y="568"/>
                </a:lnTo>
                <a:lnTo>
                  <a:pt x="5502" y="569"/>
                </a:lnTo>
                <a:lnTo>
                  <a:pt x="5501" y="570"/>
                </a:lnTo>
                <a:lnTo>
                  <a:pt x="5501" y="571"/>
                </a:lnTo>
                <a:lnTo>
                  <a:pt x="5502" y="571"/>
                </a:lnTo>
                <a:lnTo>
                  <a:pt x="5503" y="572"/>
                </a:lnTo>
                <a:lnTo>
                  <a:pt x="5504" y="573"/>
                </a:lnTo>
                <a:lnTo>
                  <a:pt x="5504" y="574"/>
                </a:lnTo>
                <a:lnTo>
                  <a:pt x="5505" y="574"/>
                </a:lnTo>
                <a:lnTo>
                  <a:pt x="5506" y="574"/>
                </a:lnTo>
                <a:lnTo>
                  <a:pt x="5506" y="575"/>
                </a:lnTo>
                <a:lnTo>
                  <a:pt x="5506" y="576"/>
                </a:lnTo>
                <a:lnTo>
                  <a:pt x="5506" y="577"/>
                </a:lnTo>
                <a:lnTo>
                  <a:pt x="5507" y="577"/>
                </a:lnTo>
                <a:lnTo>
                  <a:pt x="5506" y="578"/>
                </a:lnTo>
                <a:lnTo>
                  <a:pt x="5506" y="579"/>
                </a:lnTo>
                <a:lnTo>
                  <a:pt x="5507" y="579"/>
                </a:lnTo>
                <a:lnTo>
                  <a:pt x="5508" y="579"/>
                </a:lnTo>
                <a:lnTo>
                  <a:pt x="5509" y="579"/>
                </a:lnTo>
                <a:lnTo>
                  <a:pt x="5510" y="579"/>
                </a:lnTo>
                <a:lnTo>
                  <a:pt x="5511" y="579"/>
                </a:lnTo>
                <a:lnTo>
                  <a:pt x="5511" y="580"/>
                </a:lnTo>
                <a:lnTo>
                  <a:pt x="5512" y="580"/>
                </a:lnTo>
                <a:lnTo>
                  <a:pt x="5512" y="581"/>
                </a:lnTo>
                <a:lnTo>
                  <a:pt x="5512" y="582"/>
                </a:lnTo>
                <a:lnTo>
                  <a:pt x="5512" y="583"/>
                </a:lnTo>
                <a:lnTo>
                  <a:pt x="5512" y="584"/>
                </a:lnTo>
                <a:lnTo>
                  <a:pt x="5512" y="585"/>
                </a:lnTo>
                <a:lnTo>
                  <a:pt x="5512" y="586"/>
                </a:lnTo>
                <a:lnTo>
                  <a:pt x="5512" y="587"/>
                </a:lnTo>
                <a:lnTo>
                  <a:pt x="5513" y="588"/>
                </a:lnTo>
                <a:lnTo>
                  <a:pt x="5514" y="588"/>
                </a:lnTo>
                <a:lnTo>
                  <a:pt x="5514" y="589"/>
                </a:lnTo>
                <a:lnTo>
                  <a:pt x="5515" y="589"/>
                </a:lnTo>
                <a:lnTo>
                  <a:pt x="5516" y="589"/>
                </a:lnTo>
                <a:lnTo>
                  <a:pt x="5516" y="590"/>
                </a:lnTo>
                <a:lnTo>
                  <a:pt x="5517" y="590"/>
                </a:lnTo>
                <a:lnTo>
                  <a:pt x="5517" y="591"/>
                </a:lnTo>
                <a:lnTo>
                  <a:pt x="5518" y="591"/>
                </a:lnTo>
                <a:lnTo>
                  <a:pt x="5518" y="592"/>
                </a:lnTo>
                <a:lnTo>
                  <a:pt x="5519" y="592"/>
                </a:lnTo>
                <a:lnTo>
                  <a:pt x="5520" y="592"/>
                </a:lnTo>
                <a:lnTo>
                  <a:pt x="5520" y="593"/>
                </a:lnTo>
                <a:lnTo>
                  <a:pt x="5521" y="593"/>
                </a:lnTo>
                <a:lnTo>
                  <a:pt x="5521" y="594"/>
                </a:lnTo>
                <a:lnTo>
                  <a:pt x="5521" y="595"/>
                </a:lnTo>
                <a:lnTo>
                  <a:pt x="5522" y="595"/>
                </a:lnTo>
                <a:lnTo>
                  <a:pt x="5522" y="596"/>
                </a:lnTo>
                <a:lnTo>
                  <a:pt x="5522" y="597"/>
                </a:lnTo>
                <a:lnTo>
                  <a:pt x="5522" y="598"/>
                </a:lnTo>
                <a:lnTo>
                  <a:pt x="5521" y="598"/>
                </a:lnTo>
                <a:lnTo>
                  <a:pt x="5521" y="599"/>
                </a:lnTo>
                <a:lnTo>
                  <a:pt x="5520" y="599"/>
                </a:lnTo>
                <a:lnTo>
                  <a:pt x="5520" y="600"/>
                </a:lnTo>
                <a:lnTo>
                  <a:pt x="5520" y="601"/>
                </a:lnTo>
                <a:lnTo>
                  <a:pt x="5519" y="601"/>
                </a:lnTo>
                <a:lnTo>
                  <a:pt x="5519" y="602"/>
                </a:lnTo>
                <a:lnTo>
                  <a:pt x="5518" y="602"/>
                </a:lnTo>
                <a:lnTo>
                  <a:pt x="5518" y="603"/>
                </a:lnTo>
                <a:lnTo>
                  <a:pt x="5517" y="603"/>
                </a:lnTo>
                <a:lnTo>
                  <a:pt x="5517" y="604"/>
                </a:lnTo>
                <a:lnTo>
                  <a:pt x="5516" y="605"/>
                </a:lnTo>
                <a:lnTo>
                  <a:pt x="5515" y="605"/>
                </a:lnTo>
                <a:lnTo>
                  <a:pt x="5514" y="606"/>
                </a:lnTo>
                <a:lnTo>
                  <a:pt x="5513" y="606"/>
                </a:lnTo>
                <a:lnTo>
                  <a:pt x="5513" y="607"/>
                </a:lnTo>
                <a:lnTo>
                  <a:pt x="5513" y="608"/>
                </a:lnTo>
                <a:lnTo>
                  <a:pt x="5513" y="609"/>
                </a:lnTo>
                <a:lnTo>
                  <a:pt x="5513" y="610"/>
                </a:lnTo>
                <a:lnTo>
                  <a:pt x="5513" y="611"/>
                </a:lnTo>
                <a:lnTo>
                  <a:pt x="5512" y="612"/>
                </a:lnTo>
                <a:lnTo>
                  <a:pt x="5511" y="612"/>
                </a:lnTo>
                <a:lnTo>
                  <a:pt x="5510" y="613"/>
                </a:lnTo>
                <a:lnTo>
                  <a:pt x="5509" y="614"/>
                </a:lnTo>
                <a:lnTo>
                  <a:pt x="5509" y="615"/>
                </a:lnTo>
                <a:lnTo>
                  <a:pt x="5508" y="616"/>
                </a:lnTo>
                <a:lnTo>
                  <a:pt x="5507" y="616"/>
                </a:lnTo>
                <a:lnTo>
                  <a:pt x="5507" y="617"/>
                </a:lnTo>
                <a:lnTo>
                  <a:pt x="5506" y="617"/>
                </a:lnTo>
                <a:lnTo>
                  <a:pt x="5505" y="617"/>
                </a:lnTo>
                <a:lnTo>
                  <a:pt x="5505" y="618"/>
                </a:lnTo>
                <a:lnTo>
                  <a:pt x="5504" y="618"/>
                </a:lnTo>
                <a:lnTo>
                  <a:pt x="5504" y="619"/>
                </a:lnTo>
                <a:lnTo>
                  <a:pt x="5504" y="620"/>
                </a:lnTo>
                <a:lnTo>
                  <a:pt x="5504" y="621"/>
                </a:lnTo>
                <a:lnTo>
                  <a:pt x="5503" y="622"/>
                </a:lnTo>
                <a:lnTo>
                  <a:pt x="5503" y="623"/>
                </a:lnTo>
                <a:lnTo>
                  <a:pt x="5502" y="623"/>
                </a:lnTo>
                <a:lnTo>
                  <a:pt x="5501" y="623"/>
                </a:lnTo>
                <a:lnTo>
                  <a:pt x="5499" y="623"/>
                </a:lnTo>
                <a:lnTo>
                  <a:pt x="5499" y="624"/>
                </a:lnTo>
                <a:lnTo>
                  <a:pt x="5498" y="624"/>
                </a:lnTo>
                <a:lnTo>
                  <a:pt x="5498" y="625"/>
                </a:lnTo>
                <a:lnTo>
                  <a:pt x="5497" y="625"/>
                </a:lnTo>
                <a:lnTo>
                  <a:pt x="5497" y="626"/>
                </a:lnTo>
                <a:lnTo>
                  <a:pt x="5496" y="626"/>
                </a:lnTo>
                <a:lnTo>
                  <a:pt x="5495" y="626"/>
                </a:lnTo>
                <a:lnTo>
                  <a:pt x="5493" y="626"/>
                </a:lnTo>
                <a:lnTo>
                  <a:pt x="5492" y="626"/>
                </a:lnTo>
                <a:lnTo>
                  <a:pt x="5491" y="626"/>
                </a:lnTo>
                <a:lnTo>
                  <a:pt x="5490" y="626"/>
                </a:lnTo>
                <a:lnTo>
                  <a:pt x="5489" y="626"/>
                </a:lnTo>
                <a:lnTo>
                  <a:pt x="5489" y="627"/>
                </a:lnTo>
                <a:lnTo>
                  <a:pt x="5488" y="627"/>
                </a:lnTo>
                <a:lnTo>
                  <a:pt x="5487" y="627"/>
                </a:lnTo>
                <a:lnTo>
                  <a:pt x="5485" y="627"/>
                </a:lnTo>
                <a:lnTo>
                  <a:pt x="5485" y="626"/>
                </a:lnTo>
                <a:lnTo>
                  <a:pt x="5485" y="627"/>
                </a:lnTo>
                <a:lnTo>
                  <a:pt x="5484" y="626"/>
                </a:lnTo>
                <a:lnTo>
                  <a:pt x="5483" y="626"/>
                </a:lnTo>
                <a:lnTo>
                  <a:pt x="5482" y="626"/>
                </a:lnTo>
                <a:lnTo>
                  <a:pt x="5481" y="627"/>
                </a:lnTo>
                <a:lnTo>
                  <a:pt x="5480" y="627"/>
                </a:lnTo>
                <a:lnTo>
                  <a:pt x="5479" y="628"/>
                </a:lnTo>
                <a:lnTo>
                  <a:pt x="5478" y="629"/>
                </a:lnTo>
                <a:lnTo>
                  <a:pt x="5477" y="630"/>
                </a:lnTo>
                <a:lnTo>
                  <a:pt x="5476" y="630"/>
                </a:lnTo>
                <a:lnTo>
                  <a:pt x="5476" y="631"/>
                </a:lnTo>
                <a:lnTo>
                  <a:pt x="5475" y="632"/>
                </a:lnTo>
                <a:lnTo>
                  <a:pt x="5475" y="633"/>
                </a:lnTo>
                <a:lnTo>
                  <a:pt x="5475" y="634"/>
                </a:lnTo>
                <a:lnTo>
                  <a:pt x="5474" y="634"/>
                </a:lnTo>
                <a:lnTo>
                  <a:pt x="5474" y="635"/>
                </a:lnTo>
                <a:lnTo>
                  <a:pt x="5473" y="635"/>
                </a:lnTo>
                <a:lnTo>
                  <a:pt x="5473" y="636"/>
                </a:lnTo>
                <a:lnTo>
                  <a:pt x="5472" y="636"/>
                </a:lnTo>
                <a:lnTo>
                  <a:pt x="5471" y="636"/>
                </a:lnTo>
                <a:lnTo>
                  <a:pt x="5470" y="636"/>
                </a:lnTo>
                <a:lnTo>
                  <a:pt x="5469" y="637"/>
                </a:lnTo>
                <a:lnTo>
                  <a:pt x="5468" y="638"/>
                </a:lnTo>
                <a:lnTo>
                  <a:pt x="5468" y="639"/>
                </a:lnTo>
                <a:lnTo>
                  <a:pt x="5467" y="639"/>
                </a:lnTo>
                <a:lnTo>
                  <a:pt x="5467" y="640"/>
                </a:lnTo>
                <a:lnTo>
                  <a:pt x="5467" y="641"/>
                </a:lnTo>
                <a:lnTo>
                  <a:pt x="5467" y="642"/>
                </a:lnTo>
                <a:lnTo>
                  <a:pt x="5466" y="643"/>
                </a:lnTo>
                <a:lnTo>
                  <a:pt x="5466" y="644"/>
                </a:lnTo>
                <a:lnTo>
                  <a:pt x="5466" y="645"/>
                </a:lnTo>
                <a:lnTo>
                  <a:pt x="5466" y="646"/>
                </a:lnTo>
                <a:lnTo>
                  <a:pt x="5466" y="647"/>
                </a:lnTo>
                <a:lnTo>
                  <a:pt x="5467" y="647"/>
                </a:lnTo>
                <a:lnTo>
                  <a:pt x="5467" y="648"/>
                </a:lnTo>
                <a:lnTo>
                  <a:pt x="5468" y="648"/>
                </a:lnTo>
                <a:lnTo>
                  <a:pt x="5469" y="649"/>
                </a:lnTo>
                <a:lnTo>
                  <a:pt x="5470" y="649"/>
                </a:lnTo>
                <a:lnTo>
                  <a:pt x="5471" y="650"/>
                </a:lnTo>
                <a:lnTo>
                  <a:pt x="5471" y="651"/>
                </a:lnTo>
                <a:lnTo>
                  <a:pt x="5472" y="652"/>
                </a:lnTo>
                <a:lnTo>
                  <a:pt x="5472" y="653"/>
                </a:lnTo>
                <a:lnTo>
                  <a:pt x="5472" y="655"/>
                </a:lnTo>
                <a:lnTo>
                  <a:pt x="5472" y="656"/>
                </a:lnTo>
                <a:lnTo>
                  <a:pt x="5472" y="657"/>
                </a:lnTo>
                <a:lnTo>
                  <a:pt x="5472" y="659"/>
                </a:lnTo>
                <a:lnTo>
                  <a:pt x="5472" y="660"/>
                </a:lnTo>
                <a:lnTo>
                  <a:pt x="5472" y="661"/>
                </a:lnTo>
                <a:lnTo>
                  <a:pt x="5471" y="661"/>
                </a:lnTo>
                <a:lnTo>
                  <a:pt x="5470" y="662"/>
                </a:lnTo>
                <a:lnTo>
                  <a:pt x="5469" y="661"/>
                </a:lnTo>
                <a:lnTo>
                  <a:pt x="5469" y="662"/>
                </a:lnTo>
                <a:lnTo>
                  <a:pt x="5466" y="662"/>
                </a:lnTo>
                <a:lnTo>
                  <a:pt x="5466" y="661"/>
                </a:lnTo>
                <a:lnTo>
                  <a:pt x="5465" y="661"/>
                </a:lnTo>
                <a:lnTo>
                  <a:pt x="5465" y="662"/>
                </a:lnTo>
                <a:lnTo>
                  <a:pt x="5464" y="662"/>
                </a:lnTo>
                <a:lnTo>
                  <a:pt x="5464" y="663"/>
                </a:lnTo>
                <a:lnTo>
                  <a:pt x="5463" y="664"/>
                </a:lnTo>
                <a:lnTo>
                  <a:pt x="5463" y="665"/>
                </a:lnTo>
                <a:lnTo>
                  <a:pt x="5462" y="665"/>
                </a:lnTo>
                <a:lnTo>
                  <a:pt x="5462" y="666"/>
                </a:lnTo>
                <a:lnTo>
                  <a:pt x="5463" y="667"/>
                </a:lnTo>
                <a:lnTo>
                  <a:pt x="5462" y="667"/>
                </a:lnTo>
                <a:lnTo>
                  <a:pt x="5462" y="668"/>
                </a:lnTo>
                <a:lnTo>
                  <a:pt x="5462" y="669"/>
                </a:lnTo>
                <a:lnTo>
                  <a:pt x="5461" y="669"/>
                </a:lnTo>
                <a:lnTo>
                  <a:pt x="5461" y="671"/>
                </a:lnTo>
                <a:lnTo>
                  <a:pt x="5459" y="672"/>
                </a:lnTo>
                <a:lnTo>
                  <a:pt x="5458" y="673"/>
                </a:lnTo>
                <a:lnTo>
                  <a:pt x="5457" y="673"/>
                </a:lnTo>
                <a:lnTo>
                  <a:pt x="5457" y="674"/>
                </a:lnTo>
                <a:lnTo>
                  <a:pt x="5457" y="675"/>
                </a:lnTo>
                <a:lnTo>
                  <a:pt x="5458" y="675"/>
                </a:lnTo>
                <a:lnTo>
                  <a:pt x="5458" y="676"/>
                </a:lnTo>
                <a:lnTo>
                  <a:pt x="5458" y="677"/>
                </a:lnTo>
                <a:lnTo>
                  <a:pt x="5459" y="677"/>
                </a:lnTo>
                <a:lnTo>
                  <a:pt x="5458" y="678"/>
                </a:lnTo>
                <a:lnTo>
                  <a:pt x="5458" y="679"/>
                </a:lnTo>
                <a:lnTo>
                  <a:pt x="5457" y="680"/>
                </a:lnTo>
                <a:lnTo>
                  <a:pt x="5456" y="681"/>
                </a:lnTo>
                <a:lnTo>
                  <a:pt x="5456" y="682"/>
                </a:lnTo>
                <a:lnTo>
                  <a:pt x="5456" y="683"/>
                </a:lnTo>
                <a:lnTo>
                  <a:pt x="5455" y="683"/>
                </a:lnTo>
                <a:lnTo>
                  <a:pt x="5455" y="684"/>
                </a:lnTo>
                <a:lnTo>
                  <a:pt x="5456" y="684"/>
                </a:lnTo>
                <a:lnTo>
                  <a:pt x="5456" y="685"/>
                </a:lnTo>
                <a:lnTo>
                  <a:pt x="5455" y="685"/>
                </a:lnTo>
                <a:lnTo>
                  <a:pt x="5455" y="686"/>
                </a:lnTo>
                <a:lnTo>
                  <a:pt x="5455" y="687"/>
                </a:lnTo>
                <a:lnTo>
                  <a:pt x="5455" y="688"/>
                </a:lnTo>
                <a:lnTo>
                  <a:pt x="5454" y="688"/>
                </a:lnTo>
                <a:lnTo>
                  <a:pt x="5454" y="689"/>
                </a:lnTo>
                <a:lnTo>
                  <a:pt x="5454" y="690"/>
                </a:lnTo>
                <a:lnTo>
                  <a:pt x="5454" y="691"/>
                </a:lnTo>
                <a:lnTo>
                  <a:pt x="5455" y="692"/>
                </a:lnTo>
                <a:lnTo>
                  <a:pt x="5455" y="693"/>
                </a:lnTo>
                <a:lnTo>
                  <a:pt x="5456" y="693"/>
                </a:lnTo>
                <a:lnTo>
                  <a:pt x="5456" y="694"/>
                </a:lnTo>
                <a:lnTo>
                  <a:pt x="5456" y="695"/>
                </a:lnTo>
                <a:lnTo>
                  <a:pt x="5455" y="695"/>
                </a:lnTo>
                <a:lnTo>
                  <a:pt x="5455" y="696"/>
                </a:lnTo>
                <a:lnTo>
                  <a:pt x="5454" y="696"/>
                </a:lnTo>
                <a:lnTo>
                  <a:pt x="5454" y="697"/>
                </a:lnTo>
                <a:lnTo>
                  <a:pt x="5454" y="698"/>
                </a:lnTo>
                <a:lnTo>
                  <a:pt x="5454" y="700"/>
                </a:lnTo>
                <a:lnTo>
                  <a:pt x="5454" y="701"/>
                </a:lnTo>
                <a:lnTo>
                  <a:pt x="5454" y="702"/>
                </a:lnTo>
                <a:lnTo>
                  <a:pt x="5455" y="702"/>
                </a:lnTo>
                <a:lnTo>
                  <a:pt x="5455" y="703"/>
                </a:lnTo>
                <a:lnTo>
                  <a:pt x="5454" y="703"/>
                </a:lnTo>
                <a:lnTo>
                  <a:pt x="5454" y="704"/>
                </a:lnTo>
                <a:lnTo>
                  <a:pt x="5454" y="705"/>
                </a:lnTo>
                <a:lnTo>
                  <a:pt x="5453" y="705"/>
                </a:lnTo>
                <a:lnTo>
                  <a:pt x="5453" y="706"/>
                </a:lnTo>
                <a:lnTo>
                  <a:pt x="5453" y="707"/>
                </a:lnTo>
                <a:lnTo>
                  <a:pt x="5453" y="708"/>
                </a:lnTo>
                <a:lnTo>
                  <a:pt x="5452" y="709"/>
                </a:lnTo>
                <a:lnTo>
                  <a:pt x="5451" y="709"/>
                </a:lnTo>
                <a:lnTo>
                  <a:pt x="5450" y="710"/>
                </a:lnTo>
                <a:lnTo>
                  <a:pt x="5449" y="711"/>
                </a:lnTo>
                <a:lnTo>
                  <a:pt x="5448" y="711"/>
                </a:lnTo>
                <a:lnTo>
                  <a:pt x="5447" y="711"/>
                </a:lnTo>
                <a:lnTo>
                  <a:pt x="5446" y="711"/>
                </a:lnTo>
                <a:lnTo>
                  <a:pt x="5446" y="712"/>
                </a:lnTo>
                <a:lnTo>
                  <a:pt x="5445" y="712"/>
                </a:lnTo>
                <a:lnTo>
                  <a:pt x="5444" y="713"/>
                </a:lnTo>
                <a:lnTo>
                  <a:pt x="5444" y="714"/>
                </a:lnTo>
                <a:lnTo>
                  <a:pt x="5443" y="715"/>
                </a:lnTo>
                <a:lnTo>
                  <a:pt x="5444" y="715"/>
                </a:lnTo>
                <a:lnTo>
                  <a:pt x="5443" y="715"/>
                </a:lnTo>
                <a:lnTo>
                  <a:pt x="5443" y="716"/>
                </a:lnTo>
                <a:lnTo>
                  <a:pt x="5443" y="717"/>
                </a:lnTo>
                <a:lnTo>
                  <a:pt x="5443" y="718"/>
                </a:lnTo>
                <a:lnTo>
                  <a:pt x="5442" y="719"/>
                </a:lnTo>
                <a:lnTo>
                  <a:pt x="5442" y="720"/>
                </a:lnTo>
                <a:lnTo>
                  <a:pt x="5441" y="721"/>
                </a:lnTo>
                <a:lnTo>
                  <a:pt x="5440" y="721"/>
                </a:lnTo>
                <a:lnTo>
                  <a:pt x="5440" y="722"/>
                </a:lnTo>
                <a:lnTo>
                  <a:pt x="5440" y="723"/>
                </a:lnTo>
                <a:lnTo>
                  <a:pt x="5439" y="723"/>
                </a:lnTo>
                <a:lnTo>
                  <a:pt x="5439" y="724"/>
                </a:lnTo>
                <a:lnTo>
                  <a:pt x="5438" y="724"/>
                </a:lnTo>
                <a:lnTo>
                  <a:pt x="5438" y="725"/>
                </a:lnTo>
                <a:lnTo>
                  <a:pt x="5438" y="726"/>
                </a:lnTo>
                <a:lnTo>
                  <a:pt x="5438" y="727"/>
                </a:lnTo>
                <a:lnTo>
                  <a:pt x="5438" y="728"/>
                </a:lnTo>
                <a:lnTo>
                  <a:pt x="5439" y="728"/>
                </a:lnTo>
                <a:lnTo>
                  <a:pt x="5440" y="728"/>
                </a:lnTo>
                <a:lnTo>
                  <a:pt x="5441" y="728"/>
                </a:lnTo>
                <a:lnTo>
                  <a:pt x="5442" y="728"/>
                </a:lnTo>
                <a:lnTo>
                  <a:pt x="5443" y="728"/>
                </a:lnTo>
                <a:lnTo>
                  <a:pt x="5443" y="729"/>
                </a:lnTo>
                <a:lnTo>
                  <a:pt x="5444" y="729"/>
                </a:lnTo>
                <a:lnTo>
                  <a:pt x="5444" y="730"/>
                </a:lnTo>
                <a:lnTo>
                  <a:pt x="5445" y="730"/>
                </a:lnTo>
                <a:lnTo>
                  <a:pt x="5446" y="730"/>
                </a:lnTo>
                <a:lnTo>
                  <a:pt x="5446" y="731"/>
                </a:lnTo>
                <a:lnTo>
                  <a:pt x="5446" y="732"/>
                </a:lnTo>
                <a:lnTo>
                  <a:pt x="5447" y="733"/>
                </a:lnTo>
                <a:lnTo>
                  <a:pt x="5447" y="734"/>
                </a:lnTo>
                <a:lnTo>
                  <a:pt x="5447" y="735"/>
                </a:lnTo>
                <a:lnTo>
                  <a:pt x="5446" y="735"/>
                </a:lnTo>
                <a:lnTo>
                  <a:pt x="5445" y="735"/>
                </a:lnTo>
                <a:lnTo>
                  <a:pt x="5445" y="736"/>
                </a:lnTo>
                <a:lnTo>
                  <a:pt x="5444" y="736"/>
                </a:lnTo>
                <a:lnTo>
                  <a:pt x="5443" y="736"/>
                </a:lnTo>
                <a:lnTo>
                  <a:pt x="5442" y="736"/>
                </a:lnTo>
                <a:lnTo>
                  <a:pt x="5441" y="737"/>
                </a:lnTo>
                <a:lnTo>
                  <a:pt x="5440" y="737"/>
                </a:lnTo>
                <a:lnTo>
                  <a:pt x="5440" y="738"/>
                </a:lnTo>
                <a:lnTo>
                  <a:pt x="5440" y="739"/>
                </a:lnTo>
                <a:lnTo>
                  <a:pt x="5441" y="740"/>
                </a:lnTo>
                <a:lnTo>
                  <a:pt x="5442" y="740"/>
                </a:lnTo>
                <a:lnTo>
                  <a:pt x="5443" y="740"/>
                </a:lnTo>
                <a:lnTo>
                  <a:pt x="5444" y="740"/>
                </a:lnTo>
                <a:lnTo>
                  <a:pt x="5444" y="739"/>
                </a:lnTo>
                <a:lnTo>
                  <a:pt x="5444" y="740"/>
                </a:lnTo>
                <a:lnTo>
                  <a:pt x="5445" y="740"/>
                </a:lnTo>
                <a:lnTo>
                  <a:pt x="5444" y="740"/>
                </a:lnTo>
                <a:lnTo>
                  <a:pt x="5444" y="741"/>
                </a:lnTo>
                <a:lnTo>
                  <a:pt x="5444" y="742"/>
                </a:lnTo>
                <a:lnTo>
                  <a:pt x="5443" y="742"/>
                </a:lnTo>
                <a:lnTo>
                  <a:pt x="5443" y="743"/>
                </a:lnTo>
                <a:lnTo>
                  <a:pt x="5443" y="744"/>
                </a:lnTo>
                <a:lnTo>
                  <a:pt x="5444" y="744"/>
                </a:lnTo>
                <a:lnTo>
                  <a:pt x="5444" y="745"/>
                </a:lnTo>
                <a:lnTo>
                  <a:pt x="5445" y="746"/>
                </a:lnTo>
                <a:lnTo>
                  <a:pt x="5444" y="746"/>
                </a:lnTo>
                <a:lnTo>
                  <a:pt x="5444" y="747"/>
                </a:lnTo>
                <a:lnTo>
                  <a:pt x="5444" y="748"/>
                </a:lnTo>
                <a:lnTo>
                  <a:pt x="5443" y="748"/>
                </a:lnTo>
                <a:lnTo>
                  <a:pt x="5442" y="748"/>
                </a:lnTo>
                <a:lnTo>
                  <a:pt x="5441" y="748"/>
                </a:lnTo>
                <a:lnTo>
                  <a:pt x="5440" y="748"/>
                </a:lnTo>
                <a:lnTo>
                  <a:pt x="5439" y="748"/>
                </a:lnTo>
                <a:lnTo>
                  <a:pt x="5439" y="749"/>
                </a:lnTo>
                <a:lnTo>
                  <a:pt x="5440" y="749"/>
                </a:lnTo>
                <a:lnTo>
                  <a:pt x="5441" y="750"/>
                </a:lnTo>
                <a:lnTo>
                  <a:pt x="5440" y="750"/>
                </a:lnTo>
                <a:lnTo>
                  <a:pt x="5439" y="751"/>
                </a:lnTo>
                <a:lnTo>
                  <a:pt x="5439" y="752"/>
                </a:lnTo>
                <a:lnTo>
                  <a:pt x="5439" y="753"/>
                </a:lnTo>
                <a:lnTo>
                  <a:pt x="5438" y="753"/>
                </a:lnTo>
                <a:lnTo>
                  <a:pt x="5437" y="753"/>
                </a:lnTo>
                <a:lnTo>
                  <a:pt x="5436" y="753"/>
                </a:lnTo>
                <a:lnTo>
                  <a:pt x="5436" y="752"/>
                </a:lnTo>
                <a:lnTo>
                  <a:pt x="5437" y="752"/>
                </a:lnTo>
                <a:lnTo>
                  <a:pt x="5437" y="751"/>
                </a:lnTo>
                <a:lnTo>
                  <a:pt x="5436" y="751"/>
                </a:lnTo>
                <a:lnTo>
                  <a:pt x="5436" y="750"/>
                </a:lnTo>
                <a:lnTo>
                  <a:pt x="5435" y="750"/>
                </a:lnTo>
                <a:lnTo>
                  <a:pt x="5434" y="750"/>
                </a:lnTo>
                <a:lnTo>
                  <a:pt x="5434" y="751"/>
                </a:lnTo>
                <a:lnTo>
                  <a:pt x="5434" y="752"/>
                </a:lnTo>
                <a:lnTo>
                  <a:pt x="5434" y="753"/>
                </a:lnTo>
                <a:lnTo>
                  <a:pt x="5433" y="753"/>
                </a:lnTo>
                <a:lnTo>
                  <a:pt x="5433" y="754"/>
                </a:lnTo>
                <a:lnTo>
                  <a:pt x="5432" y="755"/>
                </a:lnTo>
                <a:lnTo>
                  <a:pt x="5431" y="755"/>
                </a:lnTo>
                <a:lnTo>
                  <a:pt x="5431" y="756"/>
                </a:lnTo>
                <a:lnTo>
                  <a:pt x="5430" y="756"/>
                </a:lnTo>
                <a:lnTo>
                  <a:pt x="5429" y="756"/>
                </a:lnTo>
                <a:lnTo>
                  <a:pt x="5428" y="757"/>
                </a:lnTo>
                <a:lnTo>
                  <a:pt x="5427" y="757"/>
                </a:lnTo>
                <a:lnTo>
                  <a:pt x="5426" y="757"/>
                </a:lnTo>
                <a:lnTo>
                  <a:pt x="5425" y="757"/>
                </a:lnTo>
                <a:lnTo>
                  <a:pt x="5424" y="757"/>
                </a:lnTo>
                <a:lnTo>
                  <a:pt x="5424" y="758"/>
                </a:lnTo>
                <a:lnTo>
                  <a:pt x="5424" y="759"/>
                </a:lnTo>
                <a:lnTo>
                  <a:pt x="5424" y="760"/>
                </a:lnTo>
                <a:lnTo>
                  <a:pt x="5424" y="761"/>
                </a:lnTo>
                <a:lnTo>
                  <a:pt x="5424" y="762"/>
                </a:lnTo>
                <a:lnTo>
                  <a:pt x="5425" y="762"/>
                </a:lnTo>
                <a:lnTo>
                  <a:pt x="5425" y="763"/>
                </a:lnTo>
                <a:lnTo>
                  <a:pt x="5426" y="763"/>
                </a:lnTo>
                <a:lnTo>
                  <a:pt x="5426" y="764"/>
                </a:lnTo>
                <a:lnTo>
                  <a:pt x="5427" y="764"/>
                </a:lnTo>
                <a:lnTo>
                  <a:pt x="5427" y="765"/>
                </a:lnTo>
                <a:lnTo>
                  <a:pt x="5428" y="765"/>
                </a:lnTo>
                <a:lnTo>
                  <a:pt x="5428" y="766"/>
                </a:lnTo>
                <a:lnTo>
                  <a:pt x="5429" y="766"/>
                </a:lnTo>
                <a:lnTo>
                  <a:pt x="5428" y="766"/>
                </a:lnTo>
                <a:lnTo>
                  <a:pt x="5428" y="767"/>
                </a:lnTo>
                <a:lnTo>
                  <a:pt x="5429" y="767"/>
                </a:lnTo>
                <a:lnTo>
                  <a:pt x="5429" y="768"/>
                </a:lnTo>
                <a:lnTo>
                  <a:pt x="5428" y="768"/>
                </a:lnTo>
                <a:lnTo>
                  <a:pt x="5427" y="769"/>
                </a:lnTo>
                <a:lnTo>
                  <a:pt x="5427" y="771"/>
                </a:lnTo>
                <a:lnTo>
                  <a:pt x="5426" y="771"/>
                </a:lnTo>
                <a:lnTo>
                  <a:pt x="5425" y="772"/>
                </a:lnTo>
                <a:lnTo>
                  <a:pt x="5424" y="773"/>
                </a:lnTo>
                <a:lnTo>
                  <a:pt x="5423" y="774"/>
                </a:lnTo>
                <a:lnTo>
                  <a:pt x="5423" y="775"/>
                </a:lnTo>
                <a:lnTo>
                  <a:pt x="5423" y="776"/>
                </a:lnTo>
                <a:lnTo>
                  <a:pt x="5423" y="777"/>
                </a:lnTo>
                <a:lnTo>
                  <a:pt x="5423" y="778"/>
                </a:lnTo>
                <a:lnTo>
                  <a:pt x="5422" y="779"/>
                </a:lnTo>
                <a:lnTo>
                  <a:pt x="5422" y="780"/>
                </a:lnTo>
                <a:lnTo>
                  <a:pt x="5421" y="780"/>
                </a:lnTo>
                <a:lnTo>
                  <a:pt x="5421" y="779"/>
                </a:lnTo>
                <a:lnTo>
                  <a:pt x="5420" y="779"/>
                </a:lnTo>
                <a:lnTo>
                  <a:pt x="5419" y="779"/>
                </a:lnTo>
                <a:lnTo>
                  <a:pt x="5418" y="779"/>
                </a:lnTo>
                <a:lnTo>
                  <a:pt x="5417" y="780"/>
                </a:lnTo>
                <a:lnTo>
                  <a:pt x="5416" y="780"/>
                </a:lnTo>
                <a:lnTo>
                  <a:pt x="5416" y="781"/>
                </a:lnTo>
                <a:lnTo>
                  <a:pt x="5416" y="782"/>
                </a:lnTo>
                <a:lnTo>
                  <a:pt x="5417" y="782"/>
                </a:lnTo>
                <a:lnTo>
                  <a:pt x="5417" y="783"/>
                </a:lnTo>
                <a:lnTo>
                  <a:pt x="5417" y="784"/>
                </a:lnTo>
                <a:lnTo>
                  <a:pt x="5416" y="784"/>
                </a:lnTo>
                <a:lnTo>
                  <a:pt x="5416" y="785"/>
                </a:lnTo>
                <a:lnTo>
                  <a:pt x="5415" y="785"/>
                </a:lnTo>
                <a:lnTo>
                  <a:pt x="5415" y="786"/>
                </a:lnTo>
                <a:lnTo>
                  <a:pt x="5415" y="787"/>
                </a:lnTo>
                <a:lnTo>
                  <a:pt x="5414" y="787"/>
                </a:lnTo>
                <a:lnTo>
                  <a:pt x="5413" y="787"/>
                </a:lnTo>
                <a:lnTo>
                  <a:pt x="5413" y="786"/>
                </a:lnTo>
                <a:lnTo>
                  <a:pt x="5412" y="786"/>
                </a:lnTo>
                <a:lnTo>
                  <a:pt x="5412" y="785"/>
                </a:lnTo>
                <a:lnTo>
                  <a:pt x="5411" y="785"/>
                </a:lnTo>
                <a:lnTo>
                  <a:pt x="5411" y="784"/>
                </a:lnTo>
                <a:lnTo>
                  <a:pt x="5409" y="784"/>
                </a:lnTo>
                <a:lnTo>
                  <a:pt x="5409" y="785"/>
                </a:lnTo>
                <a:lnTo>
                  <a:pt x="5408" y="785"/>
                </a:lnTo>
                <a:lnTo>
                  <a:pt x="5407" y="785"/>
                </a:lnTo>
                <a:lnTo>
                  <a:pt x="5407" y="786"/>
                </a:lnTo>
                <a:lnTo>
                  <a:pt x="5407" y="787"/>
                </a:lnTo>
                <a:lnTo>
                  <a:pt x="5408" y="787"/>
                </a:lnTo>
                <a:lnTo>
                  <a:pt x="5408" y="788"/>
                </a:lnTo>
                <a:lnTo>
                  <a:pt x="5407" y="788"/>
                </a:lnTo>
                <a:lnTo>
                  <a:pt x="5407" y="787"/>
                </a:lnTo>
                <a:lnTo>
                  <a:pt x="5406" y="787"/>
                </a:lnTo>
                <a:lnTo>
                  <a:pt x="5406" y="788"/>
                </a:lnTo>
                <a:lnTo>
                  <a:pt x="5405" y="788"/>
                </a:lnTo>
                <a:lnTo>
                  <a:pt x="5405" y="789"/>
                </a:lnTo>
                <a:lnTo>
                  <a:pt x="5406" y="789"/>
                </a:lnTo>
                <a:lnTo>
                  <a:pt x="5406" y="790"/>
                </a:lnTo>
                <a:lnTo>
                  <a:pt x="5406" y="791"/>
                </a:lnTo>
                <a:lnTo>
                  <a:pt x="5405" y="791"/>
                </a:lnTo>
                <a:lnTo>
                  <a:pt x="5405" y="790"/>
                </a:lnTo>
                <a:lnTo>
                  <a:pt x="5404" y="790"/>
                </a:lnTo>
                <a:lnTo>
                  <a:pt x="5404" y="791"/>
                </a:lnTo>
                <a:lnTo>
                  <a:pt x="5404" y="792"/>
                </a:lnTo>
                <a:lnTo>
                  <a:pt x="5404" y="793"/>
                </a:lnTo>
                <a:lnTo>
                  <a:pt x="5404" y="794"/>
                </a:lnTo>
                <a:lnTo>
                  <a:pt x="5404" y="795"/>
                </a:lnTo>
                <a:lnTo>
                  <a:pt x="5405" y="795"/>
                </a:lnTo>
                <a:lnTo>
                  <a:pt x="5406" y="795"/>
                </a:lnTo>
                <a:lnTo>
                  <a:pt x="5407" y="795"/>
                </a:lnTo>
                <a:lnTo>
                  <a:pt x="5407" y="796"/>
                </a:lnTo>
                <a:lnTo>
                  <a:pt x="5407" y="797"/>
                </a:lnTo>
                <a:lnTo>
                  <a:pt x="5406" y="797"/>
                </a:lnTo>
                <a:lnTo>
                  <a:pt x="5406" y="796"/>
                </a:lnTo>
                <a:lnTo>
                  <a:pt x="5405" y="796"/>
                </a:lnTo>
                <a:lnTo>
                  <a:pt x="5404" y="796"/>
                </a:lnTo>
                <a:lnTo>
                  <a:pt x="5404" y="797"/>
                </a:lnTo>
                <a:lnTo>
                  <a:pt x="5404" y="798"/>
                </a:lnTo>
                <a:lnTo>
                  <a:pt x="5403" y="798"/>
                </a:lnTo>
                <a:lnTo>
                  <a:pt x="5403" y="799"/>
                </a:lnTo>
                <a:lnTo>
                  <a:pt x="5404" y="799"/>
                </a:lnTo>
                <a:lnTo>
                  <a:pt x="5405" y="799"/>
                </a:lnTo>
                <a:lnTo>
                  <a:pt x="5405" y="800"/>
                </a:lnTo>
                <a:lnTo>
                  <a:pt x="5405" y="801"/>
                </a:lnTo>
                <a:lnTo>
                  <a:pt x="5404" y="801"/>
                </a:lnTo>
                <a:lnTo>
                  <a:pt x="5403" y="801"/>
                </a:lnTo>
                <a:lnTo>
                  <a:pt x="5402" y="801"/>
                </a:lnTo>
                <a:lnTo>
                  <a:pt x="5402" y="802"/>
                </a:lnTo>
                <a:lnTo>
                  <a:pt x="5401" y="802"/>
                </a:lnTo>
                <a:lnTo>
                  <a:pt x="5401" y="803"/>
                </a:lnTo>
                <a:lnTo>
                  <a:pt x="5401" y="804"/>
                </a:lnTo>
                <a:lnTo>
                  <a:pt x="5400" y="804"/>
                </a:lnTo>
                <a:lnTo>
                  <a:pt x="5400" y="805"/>
                </a:lnTo>
                <a:lnTo>
                  <a:pt x="5401" y="805"/>
                </a:lnTo>
                <a:lnTo>
                  <a:pt x="5401" y="804"/>
                </a:lnTo>
                <a:lnTo>
                  <a:pt x="5402" y="804"/>
                </a:lnTo>
                <a:lnTo>
                  <a:pt x="5403" y="805"/>
                </a:lnTo>
                <a:lnTo>
                  <a:pt x="5404" y="805"/>
                </a:lnTo>
                <a:lnTo>
                  <a:pt x="5405" y="805"/>
                </a:lnTo>
                <a:lnTo>
                  <a:pt x="5405" y="806"/>
                </a:lnTo>
                <a:lnTo>
                  <a:pt x="5405" y="807"/>
                </a:lnTo>
                <a:lnTo>
                  <a:pt x="5406" y="807"/>
                </a:lnTo>
                <a:lnTo>
                  <a:pt x="5406" y="808"/>
                </a:lnTo>
                <a:lnTo>
                  <a:pt x="5405" y="808"/>
                </a:lnTo>
                <a:lnTo>
                  <a:pt x="5405" y="809"/>
                </a:lnTo>
                <a:lnTo>
                  <a:pt x="5404" y="809"/>
                </a:lnTo>
                <a:lnTo>
                  <a:pt x="5403" y="809"/>
                </a:lnTo>
                <a:lnTo>
                  <a:pt x="5402" y="809"/>
                </a:lnTo>
                <a:lnTo>
                  <a:pt x="5402" y="810"/>
                </a:lnTo>
                <a:lnTo>
                  <a:pt x="5402" y="811"/>
                </a:lnTo>
                <a:lnTo>
                  <a:pt x="5403" y="811"/>
                </a:lnTo>
                <a:lnTo>
                  <a:pt x="5404" y="811"/>
                </a:lnTo>
                <a:lnTo>
                  <a:pt x="5404" y="812"/>
                </a:lnTo>
                <a:lnTo>
                  <a:pt x="5405" y="812"/>
                </a:lnTo>
                <a:lnTo>
                  <a:pt x="5405" y="813"/>
                </a:lnTo>
                <a:lnTo>
                  <a:pt x="5404" y="813"/>
                </a:lnTo>
                <a:lnTo>
                  <a:pt x="5403" y="813"/>
                </a:lnTo>
                <a:lnTo>
                  <a:pt x="5403" y="812"/>
                </a:lnTo>
                <a:lnTo>
                  <a:pt x="5402" y="812"/>
                </a:lnTo>
                <a:lnTo>
                  <a:pt x="5401" y="812"/>
                </a:lnTo>
                <a:lnTo>
                  <a:pt x="5400" y="812"/>
                </a:lnTo>
                <a:lnTo>
                  <a:pt x="5400" y="813"/>
                </a:lnTo>
                <a:lnTo>
                  <a:pt x="5399" y="813"/>
                </a:lnTo>
                <a:lnTo>
                  <a:pt x="5399" y="814"/>
                </a:lnTo>
                <a:lnTo>
                  <a:pt x="5399" y="815"/>
                </a:lnTo>
                <a:lnTo>
                  <a:pt x="5398" y="815"/>
                </a:lnTo>
                <a:lnTo>
                  <a:pt x="5399" y="815"/>
                </a:lnTo>
                <a:lnTo>
                  <a:pt x="5399" y="816"/>
                </a:lnTo>
                <a:lnTo>
                  <a:pt x="5400" y="816"/>
                </a:lnTo>
                <a:lnTo>
                  <a:pt x="5400" y="817"/>
                </a:lnTo>
                <a:lnTo>
                  <a:pt x="5399" y="817"/>
                </a:lnTo>
                <a:lnTo>
                  <a:pt x="5399" y="818"/>
                </a:lnTo>
                <a:lnTo>
                  <a:pt x="5398" y="817"/>
                </a:lnTo>
                <a:lnTo>
                  <a:pt x="5397" y="818"/>
                </a:lnTo>
                <a:lnTo>
                  <a:pt x="5397" y="817"/>
                </a:lnTo>
                <a:lnTo>
                  <a:pt x="5396" y="817"/>
                </a:lnTo>
                <a:lnTo>
                  <a:pt x="5396" y="818"/>
                </a:lnTo>
                <a:lnTo>
                  <a:pt x="5396" y="817"/>
                </a:lnTo>
                <a:lnTo>
                  <a:pt x="5395" y="817"/>
                </a:lnTo>
                <a:lnTo>
                  <a:pt x="5395" y="818"/>
                </a:lnTo>
                <a:lnTo>
                  <a:pt x="5394" y="818"/>
                </a:lnTo>
                <a:lnTo>
                  <a:pt x="5393" y="818"/>
                </a:lnTo>
                <a:lnTo>
                  <a:pt x="5393" y="819"/>
                </a:lnTo>
                <a:lnTo>
                  <a:pt x="5392" y="819"/>
                </a:lnTo>
                <a:lnTo>
                  <a:pt x="5392" y="820"/>
                </a:lnTo>
                <a:lnTo>
                  <a:pt x="5392" y="819"/>
                </a:lnTo>
                <a:lnTo>
                  <a:pt x="5391" y="819"/>
                </a:lnTo>
                <a:lnTo>
                  <a:pt x="5391" y="820"/>
                </a:lnTo>
                <a:lnTo>
                  <a:pt x="5390" y="820"/>
                </a:lnTo>
                <a:lnTo>
                  <a:pt x="5389" y="820"/>
                </a:lnTo>
                <a:lnTo>
                  <a:pt x="5388" y="820"/>
                </a:lnTo>
                <a:lnTo>
                  <a:pt x="5389" y="820"/>
                </a:lnTo>
                <a:lnTo>
                  <a:pt x="5389" y="821"/>
                </a:lnTo>
                <a:lnTo>
                  <a:pt x="5388" y="821"/>
                </a:lnTo>
                <a:lnTo>
                  <a:pt x="5388" y="820"/>
                </a:lnTo>
                <a:lnTo>
                  <a:pt x="5388" y="821"/>
                </a:lnTo>
                <a:lnTo>
                  <a:pt x="5387" y="821"/>
                </a:lnTo>
                <a:lnTo>
                  <a:pt x="5387" y="822"/>
                </a:lnTo>
                <a:lnTo>
                  <a:pt x="5386" y="821"/>
                </a:lnTo>
                <a:lnTo>
                  <a:pt x="5386" y="822"/>
                </a:lnTo>
                <a:lnTo>
                  <a:pt x="5385" y="822"/>
                </a:lnTo>
                <a:lnTo>
                  <a:pt x="5385" y="823"/>
                </a:lnTo>
                <a:lnTo>
                  <a:pt x="5384" y="823"/>
                </a:lnTo>
                <a:lnTo>
                  <a:pt x="5383" y="823"/>
                </a:lnTo>
                <a:lnTo>
                  <a:pt x="5382" y="823"/>
                </a:lnTo>
                <a:lnTo>
                  <a:pt x="5382" y="824"/>
                </a:lnTo>
                <a:lnTo>
                  <a:pt x="5381" y="824"/>
                </a:lnTo>
                <a:lnTo>
                  <a:pt x="5381" y="823"/>
                </a:lnTo>
                <a:lnTo>
                  <a:pt x="5381" y="824"/>
                </a:lnTo>
                <a:lnTo>
                  <a:pt x="5381" y="823"/>
                </a:lnTo>
                <a:lnTo>
                  <a:pt x="5380" y="823"/>
                </a:lnTo>
                <a:lnTo>
                  <a:pt x="5380" y="824"/>
                </a:lnTo>
                <a:lnTo>
                  <a:pt x="5380" y="825"/>
                </a:lnTo>
                <a:lnTo>
                  <a:pt x="5379" y="825"/>
                </a:lnTo>
                <a:lnTo>
                  <a:pt x="5378" y="825"/>
                </a:lnTo>
                <a:lnTo>
                  <a:pt x="5379" y="825"/>
                </a:lnTo>
                <a:lnTo>
                  <a:pt x="5379" y="826"/>
                </a:lnTo>
                <a:lnTo>
                  <a:pt x="5378" y="826"/>
                </a:lnTo>
                <a:lnTo>
                  <a:pt x="5379" y="827"/>
                </a:lnTo>
                <a:lnTo>
                  <a:pt x="5378" y="827"/>
                </a:lnTo>
                <a:lnTo>
                  <a:pt x="5378" y="828"/>
                </a:lnTo>
                <a:lnTo>
                  <a:pt x="5377" y="828"/>
                </a:lnTo>
                <a:lnTo>
                  <a:pt x="5377" y="829"/>
                </a:lnTo>
                <a:lnTo>
                  <a:pt x="5377" y="828"/>
                </a:lnTo>
                <a:lnTo>
                  <a:pt x="5378" y="828"/>
                </a:lnTo>
                <a:lnTo>
                  <a:pt x="5378" y="829"/>
                </a:lnTo>
                <a:lnTo>
                  <a:pt x="5377" y="829"/>
                </a:lnTo>
                <a:lnTo>
                  <a:pt x="5376" y="830"/>
                </a:lnTo>
                <a:lnTo>
                  <a:pt x="5376" y="831"/>
                </a:lnTo>
                <a:lnTo>
                  <a:pt x="5377" y="831"/>
                </a:lnTo>
                <a:lnTo>
                  <a:pt x="5376" y="831"/>
                </a:lnTo>
                <a:lnTo>
                  <a:pt x="5375" y="831"/>
                </a:lnTo>
                <a:lnTo>
                  <a:pt x="5375" y="832"/>
                </a:lnTo>
                <a:lnTo>
                  <a:pt x="5376" y="832"/>
                </a:lnTo>
                <a:lnTo>
                  <a:pt x="5375" y="832"/>
                </a:lnTo>
                <a:lnTo>
                  <a:pt x="5374" y="832"/>
                </a:lnTo>
                <a:lnTo>
                  <a:pt x="5374" y="833"/>
                </a:lnTo>
                <a:lnTo>
                  <a:pt x="5375" y="833"/>
                </a:lnTo>
                <a:lnTo>
                  <a:pt x="5374" y="833"/>
                </a:lnTo>
                <a:lnTo>
                  <a:pt x="5374" y="834"/>
                </a:lnTo>
                <a:lnTo>
                  <a:pt x="5375" y="834"/>
                </a:lnTo>
                <a:lnTo>
                  <a:pt x="5375" y="835"/>
                </a:lnTo>
                <a:lnTo>
                  <a:pt x="5374" y="835"/>
                </a:lnTo>
                <a:lnTo>
                  <a:pt x="5375" y="835"/>
                </a:lnTo>
                <a:lnTo>
                  <a:pt x="5375" y="836"/>
                </a:lnTo>
                <a:lnTo>
                  <a:pt x="5374" y="836"/>
                </a:lnTo>
                <a:lnTo>
                  <a:pt x="5374" y="837"/>
                </a:lnTo>
                <a:lnTo>
                  <a:pt x="5375" y="837"/>
                </a:lnTo>
                <a:lnTo>
                  <a:pt x="5375" y="838"/>
                </a:lnTo>
                <a:lnTo>
                  <a:pt x="5374" y="838"/>
                </a:lnTo>
                <a:lnTo>
                  <a:pt x="5374" y="839"/>
                </a:lnTo>
                <a:lnTo>
                  <a:pt x="5374" y="838"/>
                </a:lnTo>
                <a:lnTo>
                  <a:pt x="5373" y="838"/>
                </a:lnTo>
                <a:lnTo>
                  <a:pt x="5373" y="839"/>
                </a:lnTo>
                <a:lnTo>
                  <a:pt x="5373" y="840"/>
                </a:lnTo>
                <a:lnTo>
                  <a:pt x="5372" y="840"/>
                </a:lnTo>
                <a:lnTo>
                  <a:pt x="5372" y="841"/>
                </a:lnTo>
                <a:lnTo>
                  <a:pt x="5373" y="841"/>
                </a:lnTo>
                <a:lnTo>
                  <a:pt x="5373" y="842"/>
                </a:lnTo>
                <a:lnTo>
                  <a:pt x="5372" y="842"/>
                </a:lnTo>
                <a:lnTo>
                  <a:pt x="5372" y="843"/>
                </a:lnTo>
                <a:lnTo>
                  <a:pt x="5371" y="843"/>
                </a:lnTo>
                <a:lnTo>
                  <a:pt x="5371" y="844"/>
                </a:lnTo>
                <a:lnTo>
                  <a:pt x="5372" y="844"/>
                </a:lnTo>
                <a:lnTo>
                  <a:pt x="5372" y="845"/>
                </a:lnTo>
                <a:lnTo>
                  <a:pt x="5371" y="845"/>
                </a:lnTo>
                <a:lnTo>
                  <a:pt x="5372" y="845"/>
                </a:lnTo>
                <a:lnTo>
                  <a:pt x="5371" y="845"/>
                </a:lnTo>
                <a:lnTo>
                  <a:pt x="5371" y="846"/>
                </a:lnTo>
                <a:lnTo>
                  <a:pt x="5370" y="846"/>
                </a:lnTo>
                <a:lnTo>
                  <a:pt x="5371" y="846"/>
                </a:lnTo>
                <a:lnTo>
                  <a:pt x="5371" y="847"/>
                </a:lnTo>
                <a:lnTo>
                  <a:pt x="5370" y="847"/>
                </a:lnTo>
                <a:lnTo>
                  <a:pt x="5371" y="847"/>
                </a:lnTo>
                <a:lnTo>
                  <a:pt x="5371" y="848"/>
                </a:lnTo>
                <a:lnTo>
                  <a:pt x="5370" y="848"/>
                </a:lnTo>
                <a:lnTo>
                  <a:pt x="5370" y="849"/>
                </a:lnTo>
                <a:lnTo>
                  <a:pt x="5371" y="848"/>
                </a:lnTo>
                <a:lnTo>
                  <a:pt x="5371" y="849"/>
                </a:lnTo>
                <a:lnTo>
                  <a:pt x="5372" y="849"/>
                </a:lnTo>
                <a:lnTo>
                  <a:pt x="5370" y="849"/>
                </a:lnTo>
                <a:lnTo>
                  <a:pt x="5370" y="850"/>
                </a:lnTo>
                <a:lnTo>
                  <a:pt x="5370" y="851"/>
                </a:lnTo>
                <a:lnTo>
                  <a:pt x="5370" y="850"/>
                </a:lnTo>
                <a:lnTo>
                  <a:pt x="5371" y="850"/>
                </a:lnTo>
                <a:lnTo>
                  <a:pt x="5371" y="851"/>
                </a:lnTo>
                <a:lnTo>
                  <a:pt x="5370" y="851"/>
                </a:lnTo>
                <a:lnTo>
                  <a:pt x="5371" y="851"/>
                </a:lnTo>
                <a:lnTo>
                  <a:pt x="5371" y="852"/>
                </a:lnTo>
                <a:lnTo>
                  <a:pt x="5371" y="853"/>
                </a:lnTo>
                <a:lnTo>
                  <a:pt x="5371" y="852"/>
                </a:lnTo>
                <a:lnTo>
                  <a:pt x="5372" y="852"/>
                </a:lnTo>
                <a:lnTo>
                  <a:pt x="5372" y="853"/>
                </a:lnTo>
                <a:lnTo>
                  <a:pt x="5373" y="853"/>
                </a:lnTo>
                <a:lnTo>
                  <a:pt x="5373" y="854"/>
                </a:lnTo>
                <a:lnTo>
                  <a:pt x="5372" y="854"/>
                </a:lnTo>
                <a:lnTo>
                  <a:pt x="5373" y="854"/>
                </a:lnTo>
                <a:lnTo>
                  <a:pt x="5373" y="855"/>
                </a:lnTo>
                <a:lnTo>
                  <a:pt x="5373" y="856"/>
                </a:lnTo>
                <a:lnTo>
                  <a:pt x="5374" y="856"/>
                </a:lnTo>
                <a:lnTo>
                  <a:pt x="5374" y="857"/>
                </a:lnTo>
                <a:lnTo>
                  <a:pt x="5373" y="857"/>
                </a:lnTo>
                <a:lnTo>
                  <a:pt x="5374" y="857"/>
                </a:lnTo>
                <a:lnTo>
                  <a:pt x="5374" y="858"/>
                </a:lnTo>
                <a:lnTo>
                  <a:pt x="5373" y="858"/>
                </a:lnTo>
                <a:lnTo>
                  <a:pt x="5373" y="859"/>
                </a:lnTo>
                <a:lnTo>
                  <a:pt x="5374" y="859"/>
                </a:lnTo>
                <a:lnTo>
                  <a:pt x="5374" y="860"/>
                </a:lnTo>
                <a:lnTo>
                  <a:pt x="5373" y="860"/>
                </a:lnTo>
                <a:lnTo>
                  <a:pt x="5374" y="860"/>
                </a:lnTo>
                <a:lnTo>
                  <a:pt x="5374" y="861"/>
                </a:lnTo>
                <a:lnTo>
                  <a:pt x="5373" y="861"/>
                </a:lnTo>
                <a:lnTo>
                  <a:pt x="5373" y="862"/>
                </a:lnTo>
                <a:lnTo>
                  <a:pt x="5373" y="861"/>
                </a:lnTo>
                <a:lnTo>
                  <a:pt x="5374" y="861"/>
                </a:lnTo>
                <a:lnTo>
                  <a:pt x="5374" y="862"/>
                </a:lnTo>
                <a:lnTo>
                  <a:pt x="5374" y="863"/>
                </a:lnTo>
                <a:lnTo>
                  <a:pt x="5373" y="863"/>
                </a:lnTo>
                <a:lnTo>
                  <a:pt x="5372" y="863"/>
                </a:lnTo>
                <a:lnTo>
                  <a:pt x="5371" y="863"/>
                </a:lnTo>
                <a:lnTo>
                  <a:pt x="5371" y="864"/>
                </a:lnTo>
                <a:lnTo>
                  <a:pt x="5370" y="864"/>
                </a:lnTo>
                <a:lnTo>
                  <a:pt x="5370" y="865"/>
                </a:lnTo>
                <a:lnTo>
                  <a:pt x="5371" y="865"/>
                </a:lnTo>
                <a:lnTo>
                  <a:pt x="5370" y="865"/>
                </a:lnTo>
                <a:lnTo>
                  <a:pt x="5370" y="866"/>
                </a:lnTo>
                <a:lnTo>
                  <a:pt x="5369" y="866"/>
                </a:lnTo>
                <a:lnTo>
                  <a:pt x="5370" y="866"/>
                </a:lnTo>
                <a:lnTo>
                  <a:pt x="5369" y="866"/>
                </a:lnTo>
                <a:lnTo>
                  <a:pt x="5368" y="866"/>
                </a:lnTo>
                <a:lnTo>
                  <a:pt x="5367" y="867"/>
                </a:lnTo>
                <a:lnTo>
                  <a:pt x="5368" y="867"/>
                </a:lnTo>
                <a:lnTo>
                  <a:pt x="5367" y="867"/>
                </a:lnTo>
                <a:lnTo>
                  <a:pt x="5367" y="868"/>
                </a:lnTo>
                <a:lnTo>
                  <a:pt x="5366" y="868"/>
                </a:lnTo>
                <a:lnTo>
                  <a:pt x="5365" y="869"/>
                </a:lnTo>
                <a:lnTo>
                  <a:pt x="5366" y="869"/>
                </a:lnTo>
                <a:lnTo>
                  <a:pt x="5365" y="869"/>
                </a:lnTo>
                <a:lnTo>
                  <a:pt x="5366" y="869"/>
                </a:lnTo>
                <a:lnTo>
                  <a:pt x="5366" y="870"/>
                </a:lnTo>
                <a:lnTo>
                  <a:pt x="5365" y="870"/>
                </a:lnTo>
                <a:lnTo>
                  <a:pt x="5365" y="871"/>
                </a:lnTo>
                <a:lnTo>
                  <a:pt x="5365" y="870"/>
                </a:lnTo>
                <a:lnTo>
                  <a:pt x="5364" y="870"/>
                </a:lnTo>
                <a:lnTo>
                  <a:pt x="5364" y="871"/>
                </a:lnTo>
                <a:lnTo>
                  <a:pt x="5363" y="871"/>
                </a:lnTo>
                <a:lnTo>
                  <a:pt x="5362" y="871"/>
                </a:lnTo>
                <a:lnTo>
                  <a:pt x="5362" y="872"/>
                </a:lnTo>
                <a:lnTo>
                  <a:pt x="5361" y="872"/>
                </a:lnTo>
                <a:lnTo>
                  <a:pt x="5360" y="872"/>
                </a:lnTo>
                <a:lnTo>
                  <a:pt x="5360" y="873"/>
                </a:lnTo>
                <a:lnTo>
                  <a:pt x="5360" y="874"/>
                </a:lnTo>
                <a:lnTo>
                  <a:pt x="5359" y="874"/>
                </a:lnTo>
                <a:lnTo>
                  <a:pt x="5359" y="873"/>
                </a:lnTo>
                <a:lnTo>
                  <a:pt x="5358" y="873"/>
                </a:lnTo>
                <a:lnTo>
                  <a:pt x="5358" y="874"/>
                </a:lnTo>
                <a:lnTo>
                  <a:pt x="5357" y="874"/>
                </a:lnTo>
                <a:lnTo>
                  <a:pt x="5358" y="874"/>
                </a:lnTo>
                <a:lnTo>
                  <a:pt x="5357" y="874"/>
                </a:lnTo>
                <a:lnTo>
                  <a:pt x="5357" y="873"/>
                </a:lnTo>
                <a:lnTo>
                  <a:pt x="5356" y="873"/>
                </a:lnTo>
                <a:lnTo>
                  <a:pt x="5355" y="873"/>
                </a:lnTo>
                <a:lnTo>
                  <a:pt x="5354" y="873"/>
                </a:lnTo>
                <a:lnTo>
                  <a:pt x="5354" y="872"/>
                </a:lnTo>
                <a:lnTo>
                  <a:pt x="5354" y="873"/>
                </a:lnTo>
                <a:lnTo>
                  <a:pt x="5353" y="872"/>
                </a:lnTo>
                <a:lnTo>
                  <a:pt x="5352" y="872"/>
                </a:lnTo>
                <a:lnTo>
                  <a:pt x="5352" y="871"/>
                </a:lnTo>
                <a:lnTo>
                  <a:pt x="5351" y="871"/>
                </a:lnTo>
                <a:lnTo>
                  <a:pt x="5350" y="870"/>
                </a:lnTo>
                <a:lnTo>
                  <a:pt x="5349" y="870"/>
                </a:lnTo>
                <a:lnTo>
                  <a:pt x="5350" y="870"/>
                </a:lnTo>
                <a:lnTo>
                  <a:pt x="5349" y="870"/>
                </a:lnTo>
                <a:lnTo>
                  <a:pt x="5272" y="850"/>
                </a:lnTo>
                <a:lnTo>
                  <a:pt x="5271" y="848"/>
                </a:lnTo>
                <a:lnTo>
                  <a:pt x="5270" y="848"/>
                </a:lnTo>
                <a:lnTo>
                  <a:pt x="5269" y="848"/>
                </a:lnTo>
                <a:lnTo>
                  <a:pt x="5268" y="848"/>
                </a:lnTo>
                <a:lnTo>
                  <a:pt x="5267" y="847"/>
                </a:lnTo>
                <a:lnTo>
                  <a:pt x="5266" y="847"/>
                </a:lnTo>
                <a:lnTo>
                  <a:pt x="5265" y="847"/>
                </a:lnTo>
                <a:lnTo>
                  <a:pt x="5265" y="846"/>
                </a:lnTo>
                <a:lnTo>
                  <a:pt x="5265" y="844"/>
                </a:lnTo>
                <a:lnTo>
                  <a:pt x="5264" y="843"/>
                </a:lnTo>
                <a:lnTo>
                  <a:pt x="5264" y="842"/>
                </a:lnTo>
                <a:lnTo>
                  <a:pt x="5264" y="841"/>
                </a:lnTo>
                <a:lnTo>
                  <a:pt x="5262" y="841"/>
                </a:lnTo>
                <a:lnTo>
                  <a:pt x="5261" y="841"/>
                </a:lnTo>
                <a:lnTo>
                  <a:pt x="5260" y="841"/>
                </a:lnTo>
                <a:lnTo>
                  <a:pt x="5260" y="842"/>
                </a:lnTo>
                <a:lnTo>
                  <a:pt x="5259" y="843"/>
                </a:lnTo>
                <a:lnTo>
                  <a:pt x="5258" y="843"/>
                </a:lnTo>
                <a:lnTo>
                  <a:pt x="5257" y="844"/>
                </a:lnTo>
                <a:lnTo>
                  <a:pt x="5256" y="844"/>
                </a:lnTo>
                <a:lnTo>
                  <a:pt x="5256" y="845"/>
                </a:lnTo>
                <a:lnTo>
                  <a:pt x="5256" y="846"/>
                </a:lnTo>
                <a:lnTo>
                  <a:pt x="5254" y="848"/>
                </a:lnTo>
                <a:lnTo>
                  <a:pt x="5253" y="849"/>
                </a:lnTo>
                <a:lnTo>
                  <a:pt x="5253" y="850"/>
                </a:lnTo>
                <a:lnTo>
                  <a:pt x="5252" y="851"/>
                </a:lnTo>
                <a:lnTo>
                  <a:pt x="5252" y="852"/>
                </a:lnTo>
                <a:lnTo>
                  <a:pt x="5252" y="853"/>
                </a:lnTo>
                <a:lnTo>
                  <a:pt x="5252" y="854"/>
                </a:lnTo>
                <a:lnTo>
                  <a:pt x="5251" y="854"/>
                </a:lnTo>
                <a:lnTo>
                  <a:pt x="5250" y="854"/>
                </a:lnTo>
                <a:lnTo>
                  <a:pt x="5249" y="854"/>
                </a:lnTo>
                <a:lnTo>
                  <a:pt x="5249" y="853"/>
                </a:lnTo>
                <a:lnTo>
                  <a:pt x="5247" y="853"/>
                </a:lnTo>
                <a:lnTo>
                  <a:pt x="5246" y="853"/>
                </a:lnTo>
                <a:lnTo>
                  <a:pt x="5244" y="854"/>
                </a:lnTo>
                <a:lnTo>
                  <a:pt x="5243" y="854"/>
                </a:lnTo>
                <a:lnTo>
                  <a:pt x="5242" y="854"/>
                </a:lnTo>
                <a:lnTo>
                  <a:pt x="5241" y="856"/>
                </a:lnTo>
                <a:lnTo>
                  <a:pt x="5241" y="858"/>
                </a:lnTo>
                <a:lnTo>
                  <a:pt x="5240" y="859"/>
                </a:lnTo>
                <a:lnTo>
                  <a:pt x="5240" y="860"/>
                </a:lnTo>
                <a:lnTo>
                  <a:pt x="5241" y="860"/>
                </a:lnTo>
                <a:lnTo>
                  <a:pt x="5243" y="861"/>
                </a:lnTo>
                <a:lnTo>
                  <a:pt x="5243" y="862"/>
                </a:lnTo>
                <a:lnTo>
                  <a:pt x="5243" y="863"/>
                </a:lnTo>
                <a:lnTo>
                  <a:pt x="5243" y="864"/>
                </a:lnTo>
                <a:lnTo>
                  <a:pt x="5242" y="865"/>
                </a:lnTo>
                <a:lnTo>
                  <a:pt x="5241" y="865"/>
                </a:lnTo>
                <a:lnTo>
                  <a:pt x="5239" y="867"/>
                </a:lnTo>
                <a:lnTo>
                  <a:pt x="5238" y="868"/>
                </a:lnTo>
                <a:lnTo>
                  <a:pt x="5236" y="869"/>
                </a:lnTo>
                <a:lnTo>
                  <a:pt x="5236" y="870"/>
                </a:lnTo>
                <a:lnTo>
                  <a:pt x="5233" y="871"/>
                </a:lnTo>
                <a:lnTo>
                  <a:pt x="5232" y="871"/>
                </a:lnTo>
                <a:lnTo>
                  <a:pt x="5232" y="872"/>
                </a:lnTo>
                <a:lnTo>
                  <a:pt x="5232" y="873"/>
                </a:lnTo>
                <a:lnTo>
                  <a:pt x="5231" y="874"/>
                </a:lnTo>
                <a:lnTo>
                  <a:pt x="5230" y="874"/>
                </a:lnTo>
                <a:lnTo>
                  <a:pt x="5229" y="874"/>
                </a:lnTo>
                <a:lnTo>
                  <a:pt x="5228" y="874"/>
                </a:lnTo>
                <a:lnTo>
                  <a:pt x="5228" y="875"/>
                </a:lnTo>
                <a:lnTo>
                  <a:pt x="5227" y="875"/>
                </a:lnTo>
                <a:lnTo>
                  <a:pt x="5226" y="876"/>
                </a:lnTo>
                <a:lnTo>
                  <a:pt x="5225" y="876"/>
                </a:lnTo>
                <a:lnTo>
                  <a:pt x="5225" y="877"/>
                </a:lnTo>
                <a:lnTo>
                  <a:pt x="5225" y="878"/>
                </a:lnTo>
                <a:lnTo>
                  <a:pt x="5226" y="878"/>
                </a:lnTo>
                <a:lnTo>
                  <a:pt x="5226" y="879"/>
                </a:lnTo>
                <a:lnTo>
                  <a:pt x="5225" y="880"/>
                </a:lnTo>
                <a:lnTo>
                  <a:pt x="5224" y="880"/>
                </a:lnTo>
                <a:lnTo>
                  <a:pt x="5223" y="880"/>
                </a:lnTo>
                <a:lnTo>
                  <a:pt x="5222" y="879"/>
                </a:lnTo>
                <a:lnTo>
                  <a:pt x="5219" y="879"/>
                </a:lnTo>
                <a:lnTo>
                  <a:pt x="5218" y="879"/>
                </a:lnTo>
                <a:lnTo>
                  <a:pt x="5218" y="878"/>
                </a:lnTo>
                <a:lnTo>
                  <a:pt x="5217" y="878"/>
                </a:lnTo>
                <a:lnTo>
                  <a:pt x="5216" y="878"/>
                </a:lnTo>
                <a:lnTo>
                  <a:pt x="5215" y="878"/>
                </a:lnTo>
                <a:lnTo>
                  <a:pt x="5214" y="878"/>
                </a:lnTo>
                <a:lnTo>
                  <a:pt x="5213" y="877"/>
                </a:lnTo>
                <a:lnTo>
                  <a:pt x="5212" y="877"/>
                </a:lnTo>
                <a:lnTo>
                  <a:pt x="5211" y="878"/>
                </a:lnTo>
                <a:lnTo>
                  <a:pt x="5210" y="879"/>
                </a:lnTo>
                <a:lnTo>
                  <a:pt x="5209" y="879"/>
                </a:lnTo>
                <a:lnTo>
                  <a:pt x="5208" y="880"/>
                </a:lnTo>
                <a:lnTo>
                  <a:pt x="5208" y="881"/>
                </a:lnTo>
                <a:lnTo>
                  <a:pt x="5207" y="881"/>
                </a:lnTo>
                <a:lnTo>
                  <a:pt x="5207" y="882"/>
                </a:lnTo>
                <a:lnTo>
                  <a:pt x="5206" y="883"/>
                </a:lnTo>
                <a:lnTo>
                  <a:pt x="5205" y="884"/>
                </a:lnTo>
                <a:lnTo>
                  <a:pt x="5204" y="884"/>
                </a:lnTo>
                <a:lnTo>
                  <a:pt x="5204" y="883"/>
                </a:lnTo>
                <a:lnTo>
                  <a:pt x="5203" y="883"/>
                </a:lnTo>
                <a:lnTo>
                  <a:pt x="5202" y="884"/>
                </a:lnTo>
                <a:lnTo>
                  <a:pt x="5201" y="884"/>
                </a:lnTo>
                <a:lnTo>
                  <a:pt x="5200" y="884"/>
                </a:lnTo>
                <a:lnTo>
                  <a:pt x="5199" y="885"/>
                </a:lnTo>
                <a:lnTo>
                  <a:pt x="5199" y="884"/>
                </a:lnTo>
                <a:lnTo>
                  <a:pt x="5198" y="884"/>
                </a:lnTo>
                <a:lnTo>
                  <a:pt x="5198" y="883"/>
                </a:lnTo>
                <a:lnTo>
                  <a:pt x="5197" y="883"/>
                </a:lnTo>
                <a:lnTo>
                  <a:pt x="5196" y="883"/>
                </a:lnTo>
                <a:lnTo>
                  <a:pt x="5195" y="883"/>
                </a:lnTo>
                <a:lnTo>
                  <a:pt x="5195" y="882"/>
                </a:lnTo>
                <a:lnTo>
                  <a:pt x="5194" y="882"/>
                </a:lnTo>
                <a:lnTo>
                  <a:pt x="5193" y="882"/>
                </a:lnTo>
                <a:lnTo>
                  <a:pt x="5192" y="883"/>
                </a:lnTo>
                <a:lnTo>
                  <a:pt x="5191" y="883"/>
                </a:lnTo>
                <a:lnTo>
                  <a:pt x="5189" y="883"/>
                </a:lnTo>
                <a:lnTo>
                  <a:pt x="5188" y="883"/>
                </a:lnTo>
                <a:lnTo>
                  <a:pt x="5188" y="884"/>
                </a:lnTo>
                <a:lnTo>
                  <a:pt x="5188" y="885"/>
                </a:lnTo>
                <a:lnTo>
                  <a:pt x="5188" y="886"/>
                </a:lnTo>
                <a:lnTo>
                  <a:pt x="5189" y="887"/>
                </a:lnTo>
                <a:lnTo>
                  <a:pt x="5187" y="887"/>
                </a:lnTo>
                <a:lnTo>
                  <a:pt x="5186" y="888"/>
                </a:lnTo>
                <a:lnTo>
                  <a:pt x="5185" y="889"/>
                </a:lnTo>
                <a:lnTo>
                  <a:pt x="5184" y="889"/>
                </a:lnTo>
                <a:lnTo>
                  <a:pt x="5183" y="889"/>
                </a:lnTo>
                <a:lnTo>
                  <a:pt x="5182" y="889"/>
                </a:lnTo>
                <a:lnTo>
                  <a:pt x="5182" y="890"/>
                </a:lnTo>
                <a:lnTo>
                  <a:pt x="5180" y="890"/>
                </a:lnTo>
                <a:lnTo>
                  <a:pt x="5179" y="890"/>
                </a:lnTo>
                <a:lnTo>
                  <a:pt x="5178" y="890"/>
                </a:lnTo>
                <a:lnTo>
                  <a:pt x="5177" y="891"/>
                </a:lnTo>
                <a:lnTo>
                  <a:pt x="5177" y="892"/>
                </a:lnTo>
                <a:lnTo>
                  <a:pt x="5176" y="892"/>
                </a:lnTo>
                <a:lnTo>
                  <a:pt x="5176" y="893"/>
                </a:lnTo>
                <a:lnTo>
                  <a:pt x="5177" y="894"/>
                </a:lnTo>
                <a:lnTo>
                  <a:pt x="5177" y="895"/>
                </a:lnTo>
                <a:lnTo>
                  <a:pt x="5178" y="895"/>
                </a:lnTo>
                <a:lnTo>
                  <a:pt x="5179" y="894"/>
                </a:lnTo>
                <a:lnTo>
                  <a:pt x="5180" y="894"/>
                </a:lnTo>
                <a:lnTo>
                  <a:pt x="5180" y="895"/>
                </a:lnTo>
                <a:lnTo>
                  <a:pt x="5182" y="896"/>
                </a:lnTo>
                <a:lnTo>
                  <a:pt x="5182" y="897"/>
                </a:lnTo>
                <a:lnTo>
                  <a:pt x="5181" y="898"/>
                </a:lnTo>
                <a:lnTo>
                  <a:pt x="5182" y="898"/>
                </a:lnTo>
                <a:lnTo>
                  <a:pt x="5182" y="899"/>
                </a:lnTo>
                <a:lnTo>
                  <a:pt x="5183" y="899"/>
                </a:lnTo>
                <a:lnTo>
                  <a:pt x="5184" y="899"/>
                </a:lnTo>
                <a:lnTo>
                  <a:pt x="5185" y="898"/>
                </a:lnTo>
                <a:lnTo>
                  <a:pt x="5186" y="898"/>
                </a:lnTo>
                <a:lnTo>
                  <a:pt x="5186" y="900"/>
                </a:lnTo>
                <a:lnTo>
                  <a:pt x="5187" y="901"/>
                </a:lnTo>
                <a:lnTo>
                  <a:pt x="5188" y="902"/>
                </a:lnTo>
                <a:lnTo>
                  <a:pt x="5188" y="903"/>
                </a:lnTo>
                <a:lnTo>
                  <a:pt x="5188" y="905"/>
                </a:lnTo>
                <a:lnTo>
                  <a:pt x="5189" y="906"/>
                </a:lnTo>
                <a:lnTo>
                  <a:pt x="5190" y="906"/>
                </a:lnTo>
                <a:lnTo>
                  <a:pt x="5193" y="919"/>
                </a:lnTo>
                <a:lnTo>
                  <a:pt x="5195" y="924"/>
                </a:lnTo>
                <a:lnTo>
                  <a:pt x="5201" y="948"/>
                </a:lnTo>
                <a:lnTo>
                  <a:pt x="5208" y="973"/>
                </a:lnTo>
                <a:lnTo>
                  <a:pt x="5207" y="974"/>
                </a:lnTo>
                <a:lnTo>
                  <a:pt x="5206" y="974"/>
                </a:lnTo>
                <a:lnTo>
                  <a:pt x="5206" y="975"/>
                </a:lnTo>
                <a:lnTo>
                  <a:pt x="5205" y="975"/>
                </a:lnTo>
                <a:lnTo>
                  <a:pt x="5204" y="975"/>
                </a:lnTo>
                <a:lnTo>
                  <a:pt x="5203" y="978"/>
                </a:lnTo>
                <a:lnTo>
                  <a:pt x="5203" y="979"/>
                </a:lnTo>
                <a:lnTo>
                  <a:pt x="5203" y="980"/>
                </a:lnTo>
                <a:lnTo>
                  <a:pt x="5203" y="979"/>
                </a:lnTo>
                <a:lnTo>
                  <a:pt x="5202" y="980"/>
                </a:lnTo>
                <a:lnTo>
                  <a:pt x="5203" y="981"/>
                </a:lnTo>
                <a:lnTo>
                  <a:pt x="5202" y="981"/>
                </a:lnTo>
                <a:lnTo>
                  <a:pt x="5202" y="982"/>
                </a:lnTo>
                <a:lnTo>
                  <a:pt x="5203" y="983"/>
                </a:lnTo>
                <a:lnTo>
                  <a:pt x="5204" y="984"/>
                </a:lnTo>
                <a:lnTo>
                  <a:pt x="5204" y="985"/>
                </a:lnTo>
                <a:lnTo>
                  <a:pt x="5204" y="986"/>
                </a:lnTo>
                <a:lnTo>
                  <a:pt x="5204" y="988"/>
                </a:lnTo>
                <a:lnTo>
                  <a:pt x="5204" y="989"/>
                </a:lnTo>
                <a:lnTo>
                  <a:pt x="5203" y="989"/>
                </a:lnTo>
                <a:lnTo>
                  <a:pt x="5203" y="990"/>
                </a:lnTo>
                <a:lnTo>
                  <a:pt x="5202" y="990"/>
                </a:lnTo>
                <a:lnTo>
                  <a:pt x="5202" y="991"/>
                </a:lnTo>
                <a:lnTo>
                  <a:pt x="5201" y="991"/>
                </a:lnTo>
                <a:lnTo>
                  <a:pt x="5201" y="992"/>
                </a:lnTo>
                <a:lnTo>
                  <a:pt x="5202" y="993"/>
                </a:lnTo>
                <a:lnTo>
                  <a:pt x="5201" y="993"/>
                </a:lnTo>
                <a:lnTo>
                  <a:pt x="5201" y="994"/>
                </a:lnTo>
                <a:lnTo>
                  <a:pt x="5200" y="995"/>
                </a:lnTo>
                <a:lnTo>
                  <a:pt x="5199" y="996"/>
                </a:lnTo>
                <a:lnTo>
                  <a:pt x="5200" y="997"/>
                </a:lnTo>
                <a:lnTo>
                  <a:pt x="5200" y="998"/>
                </a:lnTo>
                <a:lnTo>
                  <a:pt x="5201" y="998"/>
                </a:lnTo>
                <a:lnTo>
                  <a:pt x="5200" y="998"/>
                </a:lnTo>
                <a:lnTo>
                  <a:pt x="5200" y="999"/>
                </a:lnTo>
                <a:lnTo>
                  <a:pt x="5199" y="999"/>
                </a:lnTo>
                <a:lnTo>
                  <a:pt x="5200" y="999"/>
                </a:lnTo>
                <a:lnTo>
                  <a:pt x="5200" y="1000"/>
                </a:lnTo>
                <a:lnTo>
                  <a:pt x="5199" y="1000"/>
                </a:lnTo>
                <a:lnTo>
                  <a:pt x="5199" y="1001"/>
                </a:lnTo>
                <a:lnTo>
                  <a:pt x="5200" y="1002"/>
                </a:lnTo>
                <a:lnTo>
                  <a:pt x="5201" y="1002"/>
                </a:lnTo>
                <a:lnTo>
                  <a:pt x="5201" y="1003"/>
                </a:lnTo>
                <a:lnTo>
                  <a:pt x="5201" y="1004"/>
                </a:lnTo>
                <a:lnTo>
                  <a:pt x="5201" y="1005"/>
                </a:lnTo>
                <a:lnTo>
                  <a:pt x="5200" y="1006"/>
                </a:lnTo>
                <a:lnTo>
                  <a:pt x="5200" y="1007"/>
                </a:lnTo>
                <a:lnTo>
                  <a:pt x="5201" y="1007"/>
                </a:lnTo>
                <a:lnTo>
                  <a:pt x="5201" y="1008"/>
                </a:lnTo>
                <a:lnTo>
                  <a:pt x="5200" y="1009"/>
                </a:lnTo>
                <a:lnTo>
                  <a:pt x="5200" y="1010"/>
                </a:lnTo>
                <a:lnTo>
                  <a:pt x="5200" y="1011"/>
                </a:lnTo>
                <a:lnTo>
                  <a:pt x="5201" y="1011"/>
                </a:lnTo>
                <a:lnTo>
                  <a:pt x="5201" y="1012"/>
                </a:lnTo>
                <a:lnTo>
                  <a:pt x="5202" y="1012"/>
                </a:lnTo>
                <a:lnTo>
                  <a:pt x="5202" y="1013"/>
                </a:lnTo>
                <a:lnTo>
                  <a:pt x="5201" y="1013"/>
                </a:lnTo>
                <a:lnTo>
                  <a:pt x="5201" y="1014"/>
                </a:lnTo>
                <a:lnTo>
                  <a:pt x="5201" y="1015"/>
                </a:lnTo>
                <a:lnTo>
                  <a:pt x="5201" y="1016"/>
                </a:lnTo>
                <a:lnTo>
                  <a:pt x="5200" y="1016"/>
                </a:lnTo>
                <a:lnTo>
                  <a:pt x="5200" y="1017"/>
                </a:lnTo>
                <a:lnTo>
                  <a:pt x="5200" y="1018"/>
                </a:lnTo>
                <a:lnTo>
                  <a:pt x="5201" y="1019"/>
                </a:lnTo>
                <a:lnTo>
                  <a:pt x="5202" y="1019"/>
                </a:lnTo>
                <a:lnTo>
                  <a:pt x="5202" y="1020"/>
                </a:lnTo>
                <a:lnTo>
                  <a:pt x="5201" y="1021"/>
                </a:lnTo>
                <a:lnTo>
                  <a:pt x="5202" y="1021"/>
                </a:lnTo>
                <a:lnTo>
                  <a:pt x="5201" y="1021"/>
                </a:lnTo>
                <a:lnTo>
                  <a:pt x="5201" y="1020"/>
                </a:lnTo>
                <a:lnTo>
                  <a:pt x="5200" y="1020"/>
                </a:lnTo>
                <a:lnTo>
                  <a:pt x="5199" y="1021"/>
                </a:lnTo>
                <a:lnTo>
                  <a:pt x="5199" y="1022"/>
                </a:lnTo>
                <a:lnTo>
                  <a:pt x="5199" y="1023"/>
                </a:lnTo>
                <a:lnTo>
                  <a:pt x="5198" y="1023"/>
                </a:lnTo>
                <a:lnTo>
                  <a:pt x="5198" y="1024"/>
                </a:lnTo>
                <a:lnTo>
                  <a:pt x="5199" y="1024"/>
                </a:lnTo>
                <a:lnTo>
                  <a:pt x="5199" y="1025"/>
                </a:lnTo>
                <a:lnTo>
                  <a:pt x="5198" y="1026"/>
                </a:lnTo>
                <a:lnTo>
                  <a:pt x="5199" y="1026"/>
                </a:lnTo>
                <a:lnTo>
                  <a:pt x="5199" y="1027"/>
                </a:lnTo>
                <a:lnTo>
                  <a:pt x="5200" y="1027"/>
                </a:lnTo>
                <a:lnTo>
                  <a:pt x="5200" y="1028"/>
                </a:lnTo>
                <a:lnTo>
                  <a:pt x="5201" y="1028"/>
                </a:lnTo>
                <a:lnTo>
                  <a:pt x="5202" y="1028"/>
                </a:lnTo>
                <a:lnTo>
                  <a:pt x="5203" y="1028"/>
                </a:lnTo>
                <a:lnTo>
                  <a:pt x="5203" y="1029"/>
                </a:lnTo>
                <a:lnTo>
                  <a:pt x="5204" y="1029"/>
                </a:lnTo>
                <a:lnTo>
                  <a:pt x="5205" y="1030"/>
                </a:lnTo>
                <a:lnTo>
                  <a:pt x="5206" y="1030"/>
                </a:lnTo>
                <a:lnTo>
                  <a:pt x="5207" y="1029"/>
                </a:lnTo>
                <a:lnTo>
                  <a:pt x="5208" y="1029"/>
                </a:lnTo>
                <a:lnTo>
                  <a:pt x="5208" y="1030"/>
                </a:lnTo>
                <a:lnTo>
                  <a:pt x="5209" y="1030"/>
                </a:lnTo>
                <a:lnTo>
                  <a:pt x="5209" y="1032"/>
                </a:lnTo>
                <a:lnTo>
                  <a:pt x="5209" y="1033"/>
                </a:lnTo>
                <a:lnTo>
                  <a:pt x="5208" y="1033"/>
                </a:lnTo>
                <a:lnTo>
                  <a:pt x="5208" y="1034"/>
                </a:lnTo>
                <a:lnTo>
                  <a:pt x="5207" y="1035"/>
                </a:lnTo>
                <a:lnTo>
                  <a:pt x="5207" y="1036"/>
                </a:lnTo>
                <a:lnTo>
                  <a:pt x="5208" y="1037"/>
                </a:lnTo>
                <a:lnTo>
                  <a:pt x="5208" y="1039"/>
                </a:lnTo>
                <a:lnTo>
                  <a:pt x="5208" y="1040"/>
                </a:lnTo>
                <a:lnTo>
                  <a:pt x="5208" y="1041"/>
                </a:lnTo>
                <a:lnTo>
                  <a:pt x="5207" y="1041"/>
                </a:lnTo>
                <a:lnTo>
                  <a:pt x="5206" y="1041"/>
                </a:lnTo>
                <a:lnTo>
                  <a:pt x="5205" y="1042"/>
                </a:lnTo>
                <a:lnTo>
                  <a:pt x="5205" y="1043"/>
                </a:lnTo>
                <a:lnTo>
                  <a:pt x="5204" y="1045"/>
                </a:lnTo>
                <a:lnTo>
                  <a:pt x="5204" y="1046"/>
                </a:lnTo>
                <a:lnTo>
                  <a:pt x="5204" y="1047"/>
                </a:lnTo>
                <a:lnTo>
                  <a:pt x="5204" y="1048"/>
                </a:lnTo>
                <a:lnTo>
                  <a:pt x="5204" y="1050"/>
                </a:lnTo>
                <a:lnTo>
                  <a:pt x="5204" y="1051"/>
                </a:lnTo>
                <a:lnTo>
                  <a:pt x="5203" y="1053"/>
                </a:lnTo>
                <a:lnTo>
                  <a:pt x="5202" y="1054"/>
                </a:lnTo>
                <a:lnTo>
                  <a:pt x="5201" y="1055"/>
                </a:lnTo>
                <a:lnTo>
                  <a:pt x="5199" y="1056"/>
                </a:lnTo>
                <a:lnTo>
                  <a:pt x="5198" y="1057"/>
                </a:lnTo>
                <a:lnTo>
                  <a:pt x="5198" y="1058"/>
                </a:lnTo>
                <a:lnTo>
                  <a:pt x="5198" y="1059"/>
                </a:lnTo>
                <a:lnTo>
                  <a:pt x="5199" y="1060"/>
                </a:lnTo>
                <a:lnTo>
                  <a:pt x="5199" y="1061"/>
                </a:lnTo>
                <a:lnTo>
                  <a:pt x="5200" y="1061"/>
                </a:lnTo>
                <a:lnTo>
                  <a:pt x="5200" y="1062"/>
                </a:lnTo>
                <a:lnTo>
                  <a:pt x="5200" y="1063"/>
                </a:lnTo>
                <a:lnTo>
                  <a:pt x="5200" y="1064"/>
                </a:lnTo>
                <a:lnTo>
                  <a:pt x="5200" y="1065"/>
                </a:lnTo>
                <a:lnTo>
                  <a:pt x="5199" y="1067"/>
                </a:lnTo>
                <a:lnTo>
                  <a:pt x="5196" y="1070"/>
                </a:lnTo>
                <a:lnTo>
                  <a:pt x="5195" y="1070"/>
                </a:lnTo>
                <a:lnTo>
                  <a:pt x="5195" y="1071"/>
                </a:lnTo>
                <a:lnTo>
                  <a:pt x="5196" y="1073"/>
                </a:lnTo>
                <a:lnTo>
                  <a:pt x="5195" y="1073"/>
                </a:lnTo>
                <a:lnTo>
                  <a:pt x="5193" y="1073"/>
                </a:lnTo>
                <a:lnTo>
                  <a:pt x="5192" y="1074"/>
                </a:lnTo>
                <a:lnTo>
                  <a:pt x="5191" y="1074"/>
                </a:lnTo>
                <a:lnTo>
                  <a:pt x="5191" y="1075"/>
                </a:lnTo>
                <a:lnTo>
                  <a:pt x="5191" y="1076"/>
                </a:lnTo>
                <a:lnTo>
                  <a:pt x="5190" y="1076"/>
                </a:lnTo>
                <a:lnTo>
                  <a:pt x="5189" y="1077"/>
                </a:lnTo>
                <a:lnTo>
                  <a:pt x="5189" y="1078"/>
                </a:lnTo>
                <a:lnTo>
                  <a:pt x="5189" y="1079"/>
                </a:lnTo>
                <a:lnTo>
                  <a:pt x="5190" y="1080"/>
                </a:lnTo>
                <a:lnTo>
                  <a:pt x="5191" y="1082"/>
                </a:lnTo>
                <a:lnTo>
                  <a:pt x="5191" y="1083"/>
                </a:lnTo>
                <a:lnTo>
                  <a:pt x="5191" y="1084"/>
                </a:lnTo>
                <a:lnTo>
                  <a:pt x="5192" y="1084"/>
                </a:lnTo>
                <a:lnTo>
                  <a:pt x="5194" y="1084"/>
                </a:lnTo>
                <a:lnTo>
                  <a:pt x="5194" y="1085"/>
                </a:lnTo>
                <a:lnTo>
                  <a:pt x="5193" y="1086"/>
                </a:lnTo>
                <a:lnTo>
                  <a:pt x="5193" y="1087"/>
                </a:lnTo>
                <a:lnTo>
                  <a:pt x="5192" y="1088"/>
                </a:lnTo>
                <a:lnTo>
                  <a:pt x="5191" y="1089"/>
                </a:lnTo>
                <a:lnTo>
                  <a:pt x="5190" y="1089"/>
                </a:lnTo>
                <a:lnTo>
                  <a:pt x="5189" y="1089"/>
                </a:lnTo>
                <a:lnTo>
                  <a:pt x="5188" y="1089"/>
                </a:lnTo>
                <a:lnTo>
                  <a:pt x="5187" y="1089"/>
                </a:lnTo>
                <a:lnTo>
                  <a:pt x="5186" y="1089"/>
                </a:lnTo>
                <a:lnTo>
                  <a:pt x="5184" y="1088"/>
                </a:lnTo>
                <a:lnTo>
                  <a:pt x="5183" y="1088"/>
                </a:lnTo>
                <a:lnTo>
                  <a:pt x="5182" y="1089"/>
                </a:lnTo>
                <a:lnTo>
                  <a:pt x="5182" y="1090"/>
                </a:lnTo>
                <a:lnTo>
                  <a:pt x="5183" y="1093"/>
                </a:lnTo>
                <a:lnTo>
                  <a:pt x="5184" y="1094"/>
                </a:lnTo>
                <a:lnTo>
                  <a:pt x="5183" y="1095"/>
                </a:lnTo>
                <a:lnTo>
                  <a:pt x="5182" y="1095"/>
                </a:lnTo>
                <a:lnTo>
                  <a:pt x="5178" y="1095"/>
                </a:lnTo>
                <a:lnTo>
                  <a:pt x="5177" y="1095"/>
                </a:lnTo>
                <a:lnTo>
                  <a:pt x="5177" y="1094"/>
                </a:lnTo>
                <a:lnTo>
                  <a:pt x="5176" y="1094"/>
                </a:lnTo>
                <a:lnTo>
                  <a:pt x="5175" y="1093"/>
                </a:lnTo>
                <a:lnTo>
                  <a:pt x="5173" y="1094"/>
                </a:lnTo>
                <a:lnTo>
                  <a:pt x="5172" y="1094"/>
                </a:lnTo>
                <a:lnTo>
                  <a:pt x="5171" y="1096"/>
                </a:lnTo>
                <a:lnTo>
                  <a:pt x="5170" y="1095"/>
                </a:lnTo>
                <a:lnTo>
                  <a:pt x="5169" y="1095"/>
                </a:lnTo>
                <a:lnTo>
                  <a:pt x="5168" y="1095"/>
                </a:lnTo>
                <a:lnTo>
                  <a:pt x="5167" y="1094"/>
                </a:lnTo>
                <a:lnTo>
                  <a:pt x="5166" y="1093"/>
                </a:lnTo>
                <a:lnTo>
                  <a:pt x="5165" y="1093"/>
                </a:lnTo>
                <a:lnTo>
                  <a:pt x="5164" y="1093"/>
                </a:lnTo>
                <a:lnTo>
                  <a:pt x="5163" y="1093"/>
                </a:lnTo>
                <a:lnTo>
                  <a:pt x="5162" y="1094"/>
                </a:lnTo>
                <a:lnTo>
                  <a:pt x="5161" y="1094"/>
                </a:lnTo>
                <a:lnTo>
                  <a:pt x="5161" y="1096"/>
                </a:lnTo>
                <a:lnTo>
                  <a:pt x="5160" y="1097"/>
                </a:lnTo>
                <a:lnTo>
                  <a:pt x="5159" y="1097"/>
                </a:lnTo>
                <a:lnTo>
                  <a:pt x="5158" y="1097"/>
                </a:lnTo>
                <a:lnTo>
                  <a:pt x="5157" y="1097"/>
                </a:lnTo>
                <a:lnTo>
                  <a:pt x="5156" y="1098"/>
                </a:lnTo>
                <a:lnTo>
                  <a:pt x="5155" y="1098"/>
                </a:lnTo>
                <a:lnTo>
                  <a:pt x="5154" y="1097"/>
                </a:lnTo>
                <a:lnTo>
                  <a:pt x="5153" y="1096"/>
                </a:lnTo>
                <a:lnTo>
                  <a:pt x="5152" y="1096"/>
                </a:lnTo>
                <a:lnTo>
                  <a:pt x="5151" y="1096"/>
                </a:lnTo>
                <a:lnTo>
                  <a:pt x="5150" y="1097"/>
                </a:lnTo>
                <a:lnTo>
                  <a:pt x="5147" y="1098"/>
                </a:lnTo>
                <a:lnTo>
                  <a:pt x="5146" y="1099"/>
                </a:lnTo>
                <a:lnTo>
                  <a:pt x="5145" y="1100"/>
                </a:lnTo>
                <a:lnTo>
                  <a:pt x="5144" y="1100"/>
                </a:lnTo>
                <a:lnTo>
                  <a:pt x="5143" y="1100"/>
                </a:lnTo>
                <a:lnTo>
                  <a:pt x="5142" y="1100"/>
                </a:lnTo>
                <a:lnTo>
                  <a:pt x="5141" y="1100"/>
                </a:lnTo>
                <a:lnTo>
                  <a:pt x="5140" y="1100"/>
                </a:lnTo>
                <a:lnTo>
                  <a:pt x="5140" y="1101"/>
                </a:lnTo>
                <a:lnTo>
                  <a:pt x="5139" y="1102"/>
                </a:lnTo>
                <a:lnTo>
                  <a:pt x="5138" y="1103"/>
                </a:lnTo>
                <a:lnTo>
                  <a:pt x="5137" y="1103"/>
                </a:lnTo>
                <a:lnTo>
                  <a:pt x="5135" y="1104"/>
                </a:lnTo>
                <a:lnTo>
                  <a:pt x="5133" y="1104"/>
                </a:lnTo>
                <a:lnTo>
                  <a:pt x="5132" y="1105"/>
                </a:lnTo>
                <a:lnTo>
                  <a:pt x="5130" y="1106"/>
                </a:lnTo>
                <a:lnTo>
                  <a:pt x="5129" y="1107"/>
                </a:lnTo>
                <a:lnTo>
                  <a:pt x="5128" y="1108"/>
                </a:lnTo>
                <a:lnTo>
                  <a:pt x="5127" y="1108"/>
                </a:lnTo>
                <a:lnTo>
                  <a:pt x="5127" y="1109"/>
                </a:lnTo>
                <a:lnTo>
                  <a:pt x="5128" y="1110"/>
                </a:lnTo>
                <a:lnTo>
                  <a:pt x="5129" y="1111"/>
                </a:lnTo>
                <a:lnTo>
                  <a:pt x="5130" y="1111"/>
                </a:lnTo>
                <a:lnTo>
                  <a:pt x="5131" y="1112"/>
                </a:lnTo>
                <a:lnTo>
                  <a:pt x="5131" y="1113"/>
                </a:lnTo>
                <a:lnTo>
                  <a:pt x="5132" y="1113"/>
                </a:lnTo>
                <a:lnTo>
                  <a:pt x="5133" y="1113"/>
                </a:lnTo>
                <a:lnTo>
                  <a:pt x="5135" y="1112"/>
                </a:lnTo>
                <a:lnTo>
                  <a:pt x="5136" y="1112"/>
                </a:lnTo>
                <a:lnTo>
                  <a:pt x="5137" y="1111"/>
                </a:lnTo>
                <a:lnTo>
                  <a:pt x="5138" y="1111"/>
                </a:lnTo>
                <a:lnTo>
                  <a:pt x="5140" y="1112"/>
                </a:lnTo>
                <a:lnTo>
                  <a:pt x="5141" y="1112"/>
                </a:lnTo>
                <a:lnTo>
                  <a:pt x="5142" y="1113"/>
                </a:lnTo>
                <a:lnTo>
                  <a:pt x="5143" y="1114"/>
                </a:lnTo>
                <a:lnTo>
                  <a:pt x="5144" y="1115"/>
                </a:lnTo>
                <a:lnTo>
                  <a:pt x="5144" y="1116"/>
                </a:lnTo>
                <a:lnTo>
                  <a:pt x="5145" y="1117"/>
                </a:lnTo>
                <a:lnTo>
                  <a:pt x="5146" y="1118"/>
                </a:lnTo>
                <a:lnTo>
                  <a:pt x="5146" y="1119"/>
                </a:lnTo>
                <a:lnTo>
                  <a:pt x="5146" y="1120"/>
                </a:lnTo>
                <a:lnTo>
                  <a:pt x="5147" y="1122"/>
                </a:lnTo>
                <a:lnTo>
                  <a:pt x="5147" y="1123"/>
                </a:lnTo>
                <a:lnTo>
                  <a:pt x="5146" y="1127"/>
                </a:lnTo>
                <a:lnTo>
                  <a:pt x="5144" y="1126"/>
                </a:lnTo>
                <a:lnTo>
                  <a:pt x="5143" y="1126"/>
                </a:lnTo>
                <a:lnTo>
                  <a:pt x="5142" y="1126"/>
                </a:lnTo>
                <a:lnTo>
                  <a:pt x="5142" y="1128"/>
                </a:lnTo>
                <a:lnTo>
                  <a:pt x="5142" y="1129"/>
                </a:lnTo>
                <a:lnTo>
                  <a:pt x="5142" y="1132"/>
                </a:lnTo>
                <a:lnTo>
                  <a:pt x="5145" y="1133"/>
                </a:lnTo>
                <a:lnTo>
                  <a:pt x="5144" y="1137"/>
                </a:lnTo>
                <a:lnTo>
                  <a:pt x="5145" y="1137"/>
                </a:lnTo>
                <a:lnTo>
                  <a:pt x="5145" y="1138"/>
                </a:lnTo>
                <a:lnTo>
                  <a:pt x="5146" y="1138"/>
                </a:lnTo>
                <a:lnTo>
                  <a:pt x="5148" y="1139"/>
                </a:lnTo>
                <a:lnTo>
                  <a:pt x="5148" y="1140"/>
                </a:lnTo>
                <a:lnTo>
                  <a:pt x="5149" y="1140"/>
                </a:lnTo>
                <a:lnTo>
                  <a:pt x="5148" y="1140"/>
                </a:lnTo>
                <a:lnTo>
                  <a:pt x="5147" y="1139"/>
                </a:lnTo>
                <a:lnTo>
                  <a:pt x="5146" y="1139"/>
                </a:lnTo>
                <a:lnTo>
                  <a:pt x="5145" y="1139"/>
                </a:lnTo>
                <a:lnTo>
                  <a:pt x="5144" y="1139"/>
                </a:lnTo>
                <a:lnTo>
                  <a:pt x="5143" y="1139"/>
                </a:lnTo>
                <a:lnTo>
                  <a:pt x="5142" y="1139"/>
                </a:lnTo>
                <a:lnTo>
                  <a:pt x="5142" y="1138"/>
                </a:lnTo>
                <a:lnTo>
                  <a:pt x="5141" y="1137"/>
                </a:lnTo>
                <a:lnTo>
                  <a:pt x="5141" y="1136"/>
                </a:lnTo>
                <a:lnTo>
                  <a:pt x="5141" y="1135"/>
                </a:lnTo>
                <a:lnTo>
                  <a:pt x="5142" y="1135"/>
                </a:lnTo>
                <a:lnTo>
                  <a:pt x="5142" y="1134"/>
                </a:lnTo>
                <a:lnTo>
                  <a:pt x="5142" y="1133"/>
                </a:lnTo>
                <a:lnTo>
                  <a:pt x="5141" y="1133"/>
                </a:lnTo>
                <a:lnTo>
                  <a:pt x="5140" y="1133"/>
                </a:lnTo>
                <a:lnTo>
                  <a:pt x="5140" y="1132"/>
                </a:lnTo>
                <a:lnTo>
                  <a:pt x="5140" y="1131"/>
                </a:lnTo>
                <a:lnTo>
                  <a:pt x="5140" y="1130"/>
                </a:lnTo>
                <a:lnTo>
                  <a:pt x="5139" y="1130"/>
                </a:lnTo>
                <a:lnTo>
                  <a:pt x="5139" y="1129"/>
                </a:lnTo>
                <a:lnTo>
                  <a:pt x="5139" y="1128"/>
                </a:lnTo>
                <a:lnTo>
                  <a:pt x="5138" y="1128"/>
                </a:lnTo>
                <a:lnTo>
                  <a:pt x="5138" y="1127"/>
                </a:lnTo>
                <a:lnTo>
                  <a:pt x="5138" y="1126"/>
                </a:lnTo>
                <a:lnTo>
                  <a:pt x="5138" y="1125"/>
                </a:lnTo>
                <a:lnTo>
                  <a:pt x="5138" y="1124"/>
                </a:lnTo>
                <a:lnTo>
                  <a:pt x="5137" y="1124"/>
                </a:lnTo>
                <a:lnTo>
                  <a:pt x="5137" y="1123"/>
                </a:lnTo>
                <a:lnTo>
                  <a:pt x="5138" y="1121"/>
                </a:lnTo>
                <a:lnTo>
                  <a:pt x="5138" y="1120"/>
                </a:lnTo>
                <a:lnTo>
                  <a:pt x="5137" y="1120"/>
                </a:lnTo>
                <a:lnTo>
                  <a:pt x="5136" y="1120"/>
                </a:lnTo>
                <a:lnTo>
                  <a:pt x="5135" y="1120"/>
                </a:lnTo>
                <a:lnTo>
                  <a:pt x="5134" y="1120"/>
                </a:lnTo>
                <a:lnTo>
                  <a:pt x="5133" y="1120"/>
                </a:lnTo>
                <a:lnTo>
                  <a:pt x="5133" y="1121"/>
                </a:lnTo>
                <a:lnTo>
                  <a:pt x="5133" y="1122"/>
                </a:lnTo>
                <a:lnTo>
                  <a:pt x="5133" y="1123"/>
                </a:lnTo>
                <a:lnTo>
                  <a:pt x="5134" y="1124"/>
                </a:lnTo>
                <a:lnTo>
                  <a:pt x="5134" y="1125"/>
                </a:lnTo>
                <a:lnTo>
                  <a:pt x="5134" y="1126"/>
                </a:lnTo>
                <a:lnTo>
                  <a:pt x="5133" y="1126"/>
                </a:lnTo>
                <a:lnTo>
                  <a:pt x="5133" y="1127"/>
                </a:lnTo>
                <a:lnTo>
                  <a:pt x="5132" y="1127"/>
                </a:lnTo>
                <a:lnTo>
                  <a:pt x="5131" y="1127"/>
                </a:lnTo>
                <a:lnTo>
                  <a:pt x="5130" y="1127"/>
                </a:lnTo>
                <a:lnTo>
                  <a:pt x="5129" y="1126"/>
                </a:lnTo>
                <a:lnTo>
                  <a:pt x="5128" y="1125"/>
                </a:lnTo>
                <a:lnTo>
                  <a:pt x="5128" y="1124"/>
                </a:lnTo>
                <a:lnTo>
                  <a:pt x="5128" y="1123"/>
                </a:lnTo>
                <a:lnTo>
                  <a:pt x="5129" y="1123"/>
                </a:lnTo>
                <a:lnTo>
                  <a:pt x="5130" y="1122"/>
                </a:lnTo>
                <a:lnTo>
                  <a:pt x="5130" y="1121"/>
                </a:lnTo>
                <a:lnTo>
                  <a:pt x="5129" y="1120"/>
                </a:lnTo>
                <a:lnTo>
                  <a:pt x="5128" y="1120"/>
                </a:lnTo>
                <a:lnTo>
                  <a:pt x="5127" y="1120"/>
                </a:lnTo>
                <a:lnTo>
                  <a:pt x="5127" y="1121"/>
                </a:lnTo>
                <a:lnTo>
                  <a:pt x="5127" y="1122"/>
                </a:lnTo>
                <a:lnTo>
                  <a:pt x="5126" y="1122"/>
                </a:lnTo>
                <a:lnTo>
                  <a:pt x="5125" y="1122"/>
                </a:lnTo>
                <a:lnTo>
                  <a:pt x="5125" y="1121"/>
                </a:lnTo>
                <a:lnTo>
                  <a:pt x="5124" y="1121"/>
                </a:lnTo>
                <a:lnTo>
                  <a:pt x="5125" y="1121"/>
                </a:lnTo>
                <a:lnTo>
                  <a:pt x="5125" y="1120"/>
                </a:lnTo>
                <a:lnTo>
                  <a:pt x="5124" y="1120"/>
                </a:lnTo>
                <a:lnTo>
                  <a:pt x="5123" y="1119"/>
                </a:lnTo>
                <a:lnTo>
                  <a:pt x="5123" y="1118"/>
                </a:lnTo>
                <a:lnTo>
                  <a:pt x="5122" y="1118"/>
                </a:lnTo>
                <a:lnTo>
                  <a:pt x="5121" y="1117"/>
                </a:lnTo>
                <a:lnTo>
                  <a:pt x="5120" y="1117"/>
                </a:lnTo>
                <a:lnTo>
                  <a:pt x="5119" y="1116"/>
                </a:lnTo>
                <a:lnTo>
                  <a:pt x="5118" y="1115"/>
                </a:lnTo>
                <a:lnTo>
                  <a:pt x="5118" y="1114"/>
                </a:lnTo>
                <a:lnTo>
                  <a:pt x="5117" y="1113"/>
                </a:lnTo>
                <a:lnTo>
                  <a:pt x="5117" y="1112"/>
                </a:lnTo>
                <a:lnTo>
                  <a:pt x="5117" y="1111"/>
                </a:lnTo>
                <a:lnTo>
                  <a:pt x="5116" y="1111"/>
                </a:lnTo>
                <a:lnTo>
                  <a:pt x="5115" y="1111"/>
                </a:lnTo>
                <a:lnTo>
                  <a:pt x="5114" y="1111"/>
                </a:lnTo>
                <a:lnTo>
                  <a:pt x="5113" y="1110"/>
                </a:lnTo>
                <a:lnTo>
                  <a:pt x="5113" y="1109"/>
                </a:lnTo>
                <a:lnTo>
                  <a:pt x="5112" y="1108"/>
                </a:lnTo>
                <a:lnTo>
                  <a:pt x="5112" y="1107"/>
                </a:lnTo>
                <a:lnTo>
                  <a:pt x="5112" y="1106"/>
                </a:lnTo>
                <a:lnTo>
                  <a:pt x="5112" y="1105"/>
                </a:lnTo>
                <a:lnTo>
                  <a:pt x="5113" y="1105"/>
                </a:lnTo>
                <a:lnTo>
                  <a:pt x="5113" y="1104"/>
                </a:lnTo>
                <a:lnTo>
                  <a:pt x="5112" y="1104"/>
                </a:lnTo>
                <a:lnTo>
                  <a:pt x="5112" y="1103"/>
                </a:lnTo>
                <a:lnTo>
                  <a:pt x="5111" y="1103"/>
                </a:lnTo>
                <a:lnTo>
                  <a:pt x="5111" y="1102"/>
                </a:lnTo>
                <a:lnTo>
                  <a:pt x="5111" y="1101"/>
                </a:lnTo>
                <a:lnTo>
                  <a:pt x="5112" y="1101"/>
                </a:lnTo>
                <a:lnTo>
                  <a:pt x="5112" y="1099"/>
                </a:lnTo>
                <a:lnTo>
                  <a:pt x="5112" y="1098"/>
                </a:lnTo>
                <a:lnTo>
                  <a:pt x="5113" y="1098"/>
                </a:lnTo>
                <a:lnTo>
                  <a:pt x="5113" y="1097"/>
                </a:lnTo>
                <a:lnTo>
                  <a:pt x="5113" y="1096"/>
                </a:lnTo>
                <a:lnTo>
                  <a:pt x="5113" y="1095"/>
                </a:lnTo>
                <a:lnTo>
                  <a:pt x="5114" y="1094"/>
                </a:lnTo>
                <a:lnTo>
                  <a:pt x="5115" y="1094"/>
                </a:lnTo>
                <a:lnTo>
                  <a:pt x="5115" y="1093"/>
                </a:lnTo>
                <a:lnTo>
                  <a:pt x="5114" y="1093"/>
                </a:lnTo>
                <a:lnTo>
                  <a:pt x="5114" y="1092"/>
                </a:lnTo>
                <a:lnTo>
                  <a:pt x="5114" y="1091"/>
                </a:lnTo>
                <a:lnTo>
                  <a:pt x="5114" y="1090"/>
                </a:lnTo>
                <a:lnTo>
                  <a:pt x="5113" y="1090"/>
                </a:lnTo>
                <a:lnTo>
                  <a:pt x="5112" y="1090"/>
                </a:lnTo>
                <a:lnTo>
                  <a:pt x="5111" y="1090"/>
                </a:lnTo>
                <a:lnTo>
                  <a:pt x="5110" y="1090"/>
                </a:lnTo>
                <a:lnTo>
                  <a:pt x="5109" y="1090"/>
                </a:lnTo>
                <a:lnTo>
                  <a:pt x="5108" y="1090"/>
                </a:lnTo>
                <a:lnTo>
                  <a:pt x="5107" y="1090"/>
                </a:lnTo>
                <a:lnTo>
                  <a:pt x="5107" y="1089"/>
                </a:lnTo>
                <a:lnTo>
                  <a:pt x="5106" y="1089"/>
                </a:lnTo>
                <a:lnTo>
                  <a:pt x="5105" y="1089"/>
                </a:lnTo>
                <a:lnTo>
                  <a:pt x="5105" y="1090"/>
                </a:lnTo>
                <a:lnTo>
                  <a:pt x="5104" y="1090"/>
                </a:lnTo>
                <a:lnTo>
                  <a:pt x="5103" y="1090"/>
                </a:lnTo>
                <a:lnTo>
                  <a:pt x="5102" y="1090"/>
                </a:lnTo>
                <a:lnTo>
                  <a:pt x="5101" y="1089"/>
                </a:lnTo>
                <a:lnTo>
                  <a:pt x="5100" y="1089"/>
                </a:lnTo>
                <a:lnTo>
                  <a:pt x="5100" y="1088"/>
                </a:lnTo>
                <a:lnTo>
                  <a:pt x="5101" y="1088"/>
                </a:lnTo>
                <a:lnTo>
                  <a:pt x="5102" y="1088"/>
                </a:lnTo>
                <a:lnTo>
                  <a:pt x="5103" y="1088"/>
                </a:lnTo>
                <a:lnTo>
                  <a:pt x="5103" y="1087"/>
                </a:lnTo>
                <a:lnTo>
                  <a:pt x="5102" y="1087"/>
                </a:lnTo>
                <a:lnTo>
                  <a:pt x="5102" y="1086"/>
                </a:lnTo>
                <a:lnTo>
                  <a:pt x="5101" y="1086"/>
                </a:lnTo>
                <a:lnTo>
                  <a:pt x="5101" y="1085"/>
                </a:lnTo>
                <a:lnTo>
                  <a:pt x="5102" y="1085"/>
                </a:lnTo>
                <a:lnTo>
                  <a:pt x="5103" y="1084"/>
                </a:lnTo>
                <a:lnTo>
                  <a:pt x="5104" y="1084"/>
                </a:lnTo>
                <a:lnTo>
                  <a:pt x="5104" y="1083"/>
                </a:lnTo>
                <a:lnTo>
                  <a:pt x="5104" y="1082"/>
                </a:lnTo>
                <a:lnTo>
                  <a:pt x="5103" y="1082"/>
                </a:lnTo>
                <a:lnTo>
                  <a:pt x="5103" y="1083"/>
                </a:lnTo>
                <a:lnTo>
                  <a:pt x="5102" y="1083"/>
                </a:lnTo>
                <a:lnTo>
                  <a:pt x="5102" y="1082"/>
                </a:lnTo>
                <a:lnTo>
                  <a:pt x="5101" y="1082"/>
                </a:lnTo>
                <a:lnTo>
                  <a:pt x="5100" y="1082"/>
                </a:lnTo>
                <a:lnTo>
                  <a:pt x="5099" y="1082"/>
                </a:lnTo>
                <a:lnTo>
                  <a:pt x="5098" y="1083"/>
                </a:lnTo>
                <a:lnTo>
                  <a:pt x="5097" y="1083"/>
                </a:lnTo>
                <a:lnTo>
                  <a:pt x="5097" y="1084"/>
                </a:lnTo>
                <a:lnTo>
                  <a:pt x="5096" y="1084"/>
                </a:lnTo>
                <a:lnTo>
                  <a:pt x="5094" y="1084"/>
                </a:lnTo>
                <a:lnTo>
                  <a:pt x="5093" y="1084"/>
                </a:lnTo>
                <a:lnTo>
                  <a:pt x="5092" y="1084"/>
                </a:lnTo>
                <a:lnTo>
                  <a:pt x="5091" y="1083"/>
                </a:lnTo>
                <a:lnTo>
                  <a:pt x="5090" y="1083"/>
                </a:lnTo>
                <a:lnTo>
                  <a:pt x="5089" y="1083"/>
                </a:lnTo>
                <a:lnTo>
                  <a:pt x="5088" y="1083"/>
                </a:lnTo>
                <a:lnTo>
                  <a:pt x="5087" y="1083"/>
                </a:lnTo>
                <a:lnTo>
                  <a:pt x="5087" y="1082"/>
                </a:lnTo>
                <a:lnTo>
                  <a:pt x="5086" y="1082"/>
                </a:lnTo>
                <a:lnTo>
                  <a:pt x="5086" y="1081"/>
                </a:lnTo>
                <a:lnTo>
                  <a:pt x="5087" y="1080"/>
                </a:lnTo>
                <a:lnTo>
                  <a:pt x="5083" y="1080"/>
                </a:lnTo>
                <a:lnTo>
                  <a:pt x="5082" y="1080"/>
                </a:lnTo>
                <a:lnTo>
                  <a:pt x="5081" y="1080"/>
                </a:lnTo>
                <a:lnTo>
                  <a:pt x="5080" y="1081"/>
                </a:lnTo>
                <a:lnTo>
                  <a:pt x="5080" y="1082"/>
                </a:lnTo>
                <a:lnTo>
                  <a:pt x="5080" y="1083"/>
                </a:lnTo>
                <a:lnTo>
                  <a:pt x="5081" y="1083"/>
                </a:lnTo>
                <a:lnTo>
                  <a:pt x="5083" y="1083"/>
                </a:lnTo>
                <a:lnTo>
                  <a:pt x="5083" y="1084"/>
                </a:lnTo>
                <a:lnTo>
                  <a:pt x="5082" y="1084"/>
                </a:lnTo>
                <a:lnTo>
                  <a:pt x="5081" y="1084"/>
                </a:lnTo>
                <a:lnTo>
                  <a:pt x="5081" y="1083"/>
                </a:lnTo>
                <a:lnTo>
                  <a:pt x="5079" y="1083"/>
                </a:lnTo>
                <a:lnTo>
                  <a:pt x="5078" y="1084"/>
                </a:lnTo>
                <a:lnTo>
                  <a:pt x="5077" y="1084"/>
                </a:lnTo>
                <a:lnTo>
                  <a:pt x="5077" y="1085"/>
                </a:lnTo>
                <a:lnTo>
                  <a:pt x="5077" y="1086"/>
                </a:lnTo>
                <a:lnTo>
                  <a:pt x="5078" y="1087"/>
                </a:lnTo>
                <a:lnTo>
                  <a:pt x="5078" y="1088"/>
                </a:lnTo>
                <a:lnTo>
                  <a:pt x="5079" y="1088"/>
                </a:lnTo>
                <a:lnTo>
                  <a:pt x="5079" y="1089"/>
                </a:lnTo>
                <a:lnTo>
                  <a:pt x="5078" y="1089"/>
                </a:lnTo>
                <a:lnTo>
                  <a:pt x="5077" y="1089"/>
                </a:lnTo>
                <a:lnTo>
                  <a:pt x="5076" y="1090"/>
                </a:lnTo>
                <a:lnTo>
                  <a:pt x="5077" y="1091"/>
                </a:lnTo>
                <a:lnTo>
                  <a:pt x="5077" y="1092"/>
                </a:lnTo>
                <a:lnTo>
                  <a:pt x="5076" y="1092"/>
                </a:lnTo>
                <a:lnTo>
                  <a:pt x="5076" y="1093"/>
                </a:lnTo>
                <a:lnTo>
                  <a:pt x="5076" y="1094"/>
                </a:lnTo>
                <a:lnTo>
                  <a:pt x="5076" y="1095"/>
                </a:lnTo>
                <a:lnTo>
                  <a:pt x="5075" y="1095"/>
                </a:lnTo>
                <a:lnTo>
                  <a:pt x="5075" y="1096"/>
                </a:lnTo>
                <a:lnTo>
                  <a:pt x="5074" y="1096"/>
                </a:lnTo>
                <a:lnTo>
                  <a:pt x="5074" y="1097"/>
                </a:lnTo>
                <a:lnTo>
                  <a:pt x="5074" y="1098"/>
                </a:lnTo>
                <a:lnTo>
                  <a:pt x="5073" y="1099"/>
                </a:lnTo>
                <a:lnTo>
                  <a:pt x="5073" y="1100"/>
                </a:lnTo>
                <a:lnTo>
                  <a:pt x="5074" y="1100"/>
                </a:lnTo>
                <a:lnTo>
                  <a:pt x="5074" y="1101"/>
                </a:lnTo>
                <a:lnTo>
                  <a:pt x="5073" y="1101"/>
                </a:lnTo>
                <a:lnTo>
                  <a:pt x="5074" y="1102"/>
                </a:lnTo>
                <a:lnTo>
                  <a:pt x="5073" y="1102"/>
                </a:lnTo>
                <a:lnTo>
                  <a:pt x="5073" y="1103"/>
                </a:lnTo>
                <a:lnTo>
                  <a:pt x="5072" y="1103"/>
                </a:lnTo>
                <a:lnTo>
                  <a:pt x="5072" y="1104"/>
                </a:lnTo>
                <a:lnTo>
                  <a:pt x="5071" y="1104"/>
                </a:lnTo>
                <a:lnTo>
                  <a:pt x="5071" y="1105"/>
                </a:lnTo>
                <a:lnTo>
                  <a:pt x="5071" y="1106"/>
                </a:lnTo>
                <a:lnTo>
                  <a:pt x="5071" y="1107"/>
                </a:lnTo>
                <a:lnTo>
                  <a:pt x="5070" y="1107"/>
                </a:lnTo>
                <a:lnTo>
                  <a:pt x="5071" y="1107"/>
                </a:lnTo>
                <a:lnTo>
                  <a:pt x="5070" y="1108"/>
                </a:lnTo>
                <a:lnTo>
                  <a:pt x="5069" y="1108"/>
                </a:lnTo>
                <a:lnTo>
                  <a:pt x="5069" y="1109"/>
                </a:lnTo>
                <a:lnTo>
                  <a:pt x="5069" y="1110"/>
                </a:lnTo>
                <a:lnTo>
                  <a:pt x="5069" y="1111"/>
                </a:lnTo>
                <a:lnTo>
                  <a:pt x="5070" y="1111"/>
                </a:lnTo>
                <a:lnTo>
                  <a:pt x="5070" y="1112"/>
                </a:lnTo>
                <a:lnTo>
                  <a:pt x="5071" y="1112"/>
                </a:lnTo>
                <a:lnTo>
                  <a:pt x="5071" y="1113"/>
                </a:lnTo>
                <a:lnTo>
                  <a:pt x="5072" y="1113"/>
                </a:lnTo>
                <a:lnTo>
                  <a:pt x="5073" y="1113"/>
                </a:lnTo>
                <a:lnTo>
                  <a:pt x="5073" y="1114"/>
                </a:lnTo>
                <a:lnTo>
                  <a:pt x="5072" y="1114"/>
                </a:lnTo>
                <a:lnTo>
                  <a:pt x="5072" y="1113"/>
                </a:lnTo>
                <a:lnTo>
                  <a:pt x="5071" y="1113"/>
                </a:lnTo>
                <a:lnTo>
                  <a:pt x="5071" y="1114"/>
                </a:lnTo>
                <a:lnTo>
                  <a:pt x="5070" y="1114"/>
                </a:lnTo>
                <a:lnTo>
                  <a:pt x="5071" y="1114"/>
                </a:lnTo>
                <a:lnTo>
                  <a:pt x="5071" y="1115"/>
                </a:lnTo>
                <a:lnTo>
                  <a:pt x="5070" y="1116"/>
                </a:lnTo>
                <a:lnTo>
                  <a:pt x="5071" y="1116"/>
                </a:lnTo>
                <a:lnTo>
                  <a:pt x="5072" y="1117"/>
                </a:lnTo>
                <a:lnTo>
                  <a:pt x="5071" y="1117"/>
                </a:lnTo>
                <a:lnTo>
                  <a:pt x="5070" y="1117"/>
                </a:lnTo>
                <a:lnTo>
                  <a:pt x="5070" y="1116"/>
                </a:lnTo>
                <a:lnTo>
                  <a:pt x="5069" y="1116"/>
                </a:lnTo>
                <a:lnTo>
                  <a:pt x="5068" y="1116"/>
                </a:lnTo>
                <a:lnTo>
                  <a:pt x="5068" y="1117"/>
                </a:lnTo>
                <a:lnTo>
                  <a:pt x="5069" y="1117"/>
                </a:lnTo>
                <a:lnTo>
                  <a:pt x="5069" y="1118"/>
                </a:lnTo>
                <a:lnTo>
                  <a:pt x="5070" y="1118"/>
                </a:lnTo>
                <a:lnTo>
                  <a:pt x="5069" y="1118"/>
                </a:lnTo>
                <a:lnTo>
                  <a:pt x="5069" y="1119"/>
                </a:lnTo>
                <a:lnTo>
                  <a:pt x="5068" y="1119"/>
                </a:lnTo>
                <a:lnTo>
                  <a:pt x="5069" y="1119"/>
                </a:lnTo>
                <a:lnTo>
                  <a:pt x="5069" y="1120"/>
                </a:lnTo>
                <a:lnTo>
                  <a:pt x="5070" y="1120"/>
                </a:lnTo>
                <a:lnTo>
                  <a:pt x="5071" y="1120"/>
                </a:lnTo>
                <a:lnTo>
                  <a:pt x="5071" y="1121"/>
                </a:lnTo>
                <a:lnTo>
                  <a:pt x="5070" y="1121"/>
                </a:lnTo>
                <a:lnTo>
                  <a:pt x="5069" y="1121"/>
                </a:lnTo>
                <a:lnTo>
                  <a:pt x="5069" y="1122"/>
                </a:lnTo>
                <a:lnTo>
                  <a:pt x="5068" y="1123"/>
                </a:lnTo>
                <a:lnTo>
                  <a:pt x="5067" y="1124"/>
                </a:lnTo>
                <a:lnTo>
                  <a:pt x="5067" y="1125"/>
                </a:lnTo>
                <a:lnTo>
                  <a:pt x="5067" y="1126"/>
                </a:lnTo>
                <a:lnTo>
                  <a:pt x="5068" y="1127"/>
                </a:lnTo>
                <a:lnTo>
                  <a:pt x="5068" y="1128"/>
                </a:lnTo>
                <a:lnTo>
                  <a:pt x="5068" y="1129"/>
                </a:lnTo>
                <a:lnTo>
                  <a:pt x="5067" y="1129"/>
                </a:lnTo>
                <a:lnTo>
                  <a:pt x="5067" y="1130"/>
                </a:lnTo>
                <a:lnTo>
                  <a:pt x="5067" y="1131"/>
                </a:lnTo>
                <a:lnTo>
                  <a:pt x="5067" y="1132"/>
                </a:lnTo>
                <a:lnTo>
                  <a:pt x="5067" y="1133"/>
                </a:lnTo>
                <a:lnTo>
                  <a:pt x="5067" y="1134"/>
                </a:lnTo>
                <a:lnTo>
                  <a:pt x="5068" y="1134"/>
                </a:lnTo>
                <a:lnTo>
                  <a:pt x="5068" y="1135"/>
                </a:lnTo>
                <a:lnTo>
                  <a:pt x="5067" y="1135"/>
                </a:lnTo>
                <a:lnTo>
                  <a:pt x="5067" y="1136"/>
                </a:lnTo>
                <a:lnTo>
                  <a:pt x="5066" y="1136"/>
                </a:lnTo>
                <a:lnTo>
                  <a:pt x="5066" y="1137"/>
                </a:lnTo>
                <a:lnTo>
                  <a:pt x="5066" y="1138"/>
                </a:lnTo>
                <a:lnTo>
                  <a:pt x="5065" y="1138"/>
                </a:lnTo>
                <a:lnTo>
                  <a:pt x="5065" y="1139"/>
                </a:lnTo>
                <a:lnTo>
                  <a:pt x="5064" y="1139"/>
                </a:lnTo>
                <a:lnTo>
                  <a:pt x="5063" y="1139"/>
                </a:lnTo>
                <a:lnTo>
                  <a:pt x="5062" y="1139"/>
                </a:lnTo>
                <a:lnTo>
                  <a:pt x="5062" y="1138"/>
                </a:lnTo>
                <a:lnTo>
                  <a:pt x="5060" y="1138"/>
                </a:lnTo>
                <a:lnTo>
                  <a:pt x="5060" y="1139"/>
                </a:lnTo>
                <a:lnTo>
                  <a:pt x="5059" y="1139"/>
                </a:lnTo>
                <a:lnTo>
                  <a:pt x="5058" y="1138"/>
                </a:lnTo>
                <a:lnTo>
                  <a:pt x="5057" y="1137"/>
                </a:lnTo>
                <a:lnTo>
                  <a:pt x="5057" y="1136"/>
                </a:lnTo>
                <a:lnTo>
                  <a:pt x="5056" y="1136"/>
                </a:lnTo>
                <a:lnTo>
                  <a:pt x="5055" y="1136"/>
                </a:lnTo>
                <a:lnTo>
                  <a:pt x="5055" y="1137"/>
                </a:lnTo>
                <a:lnTo>
                  <a:pt x="5054" y="1137"/>
                </a:lnTo>
                <a:lnTo>
                  <a:pt x="5053" y="1137"/>
                </a:lnTo>
                <a:lnTo>
                  <a:pt x="5054" y="1137"/>
                </a:lnTo>
                <a:lnTo>
                  <a:pt x="5054" y="1138"/>
                </a:lnTo>
                <a:lnTo>
                  <a:pt x="5055" y="1138"/>
                </a:lnTo>
                <a:lnTo>
                  <a:pt x="5055" y="1137"/>
                </a:lnTo>
                <a:lnTo>
                  <a:pt x="5056" y="1137"/>
                </a:lnTo>
                <a:lnTo>
                  <a:pt x="5056" y="1138"/>
                </a:lnTo>
                <a:lnTo>
                  <a:pt x="5055" y="1138"/>
                </a:lnTo>
                <a:lnTo>
                  <a:pt x="5055" y="1139"/>
                </a:lnTo>
                <a:lnTo>
                  <a:pt x="5054" y="1139"/>
                </a:lnTo>
                <a:lnTo>
                  <a:pt x="5054" y="1140"/>
                </a:lnTo>
                <a:lnTo>
                  <a:pt x="5054" y="1141"/>
                </a:lnTo>
                <a:lnTo>
                  <a:pt x="5053" y="1141"/>
                </a:lnTo>
                <a:lnTo>
                  <a:pt x="5053" y="1140"/>
                </a:lnTo>
                <a:lnTo>
                  <a:pt x="5052" y="1141"/>
                </a:lnTo>
                <a:lnTo>
                  <a:pt x="5052" y="1142"/>
                </a:lnTo>
                <a:lnTo>
                  <a:pt x="5051" y="1142"/>
                </a:lnTo>
                <a:lnTo>
                  <a:pt x="5051" y="1143"/>
                </a:lnTo>
                <a:lnTo>
                  <a:pt x="5052" y="1143"/>
                </a:lnTo>
                <a:lnTo>
                  <a:pt x="5052" y="1144"/>
                </a:lnTo>
                <a:lnTo>
                  <a:pt x="5051" y="1144"/>
                </a:lnTo>
                <a:lnTo>
                  <a:pt x="5050" y="1144"/>
                </a:lnTo>
                <a:lnTo>
                  <a:pt x="5050" y="1145"/>
                </a:lnTo>
                <a:lnTo>
                  <a:pt x="5051" y="1146"/>
                </a:lnTo>
                <a:lnTo>
                  <a:pt x="5050" y="1146"/>
                </a:lnTo>
                <a:lnTo>
                  <a:pt x="5050" y="1145"/>
                </a:lnTo>
                <a:lnTo>
                  <a:pt x="5049" y="1145"/>
                </a:lnTo>
                <a:lnTo>
                  <a:pt x="5049" y="1146"/>
                </a:lnTo>
                <a:lnTo>
                  <a:pt x="5049" y="1145"/>
                </a:lnTo>
                <a:lnTo>
                  <a:pt x="5049" y="1144"/>
                </a:lnTo>
                <a:lnTo>
                  <a:pt x="5048" y="1144"/>
                </a:lnTo>
                <a:lnTo>
                  <a:pt x="5048" y="1143"/>
                </a:lnTo>
                <a:lnTo>
                  <a:pt x="5047" y="1143"/>
                </a:lnTo>
                <a:lnTo>
                  <a:pt x="5046" y="1142"/>
                </a:lnTo>
                <a:lnTo>
                  <a:pt x="5045" y="1142"/>
                </a:lnTo>
                <a:lnTo>
                  <a:pt x="5045" y="1141"/>
                </a:lnTo>
                <a:lnTo>
                  <a:pt x="5045" y="1140"/>
                </a:lnTo>
                <a:lnTo>
                  <a:pt x="5044" y="1140"/>
                </a:lnTo>
                <a:lnTo>
                  <a:pt x="5043" y="1140"/>
                </a:lnTo>
                <a:lnTo>
                  <a:pt x="5042" y="1140"/>
                </a:lnTo>
                <a:lnTo>
                  <a:pt x="5042" y="1139"/>
                </a:lnTo>
                <a:lnTo>
                  <a:pt x="5041" y="1138"/>
                </a:lnTo>
                <a:lnTo>
                  <a:pt x="5040" y="1137"/>
                </a:lnTo>
                <a:lnTo>
                  <a:pt x="5040" y="1138"/>
                </a:lnTo>
                <a:lnTo>
                  <a:pt x="5039" y="1139"/>
                </a:lnTo>
                <a:lnTo>
                  <a:pt x="5038" y="1139"/>
                </a:lnTo>
                <a:lnTo>
                  <a:pt x="5038" y="1138"/>
                </a:lnTo>
                <a:lnTo>
                  <a:pt x="5037" y="1138"/>
                </a:lnTo>
                <a:lnTo>
                  <a:pt x="5037" y="1137"/>
                </a:lnTo>
                <a:lnTo>
                  <a:pt x="5036" y="1137"/>
                </a:lnTo>
                <a:lnTo>
                  <a:pt x="5036" y="1138"/>
                </a:lnTo>
                <a:lnTo>
                  <a:pt x="5036" y="1139"/>
                </a:lnTo>
                <a:lnTo>
                  <a:pt x="5035" y="1139"/>
                </a:lnTo>
                <a:lnTo>
                  <a:pt x="5035" y="1140"/>
                </a:lnTo>
                <a:lnTo>
                  <a:pt x="5035" y="1139"/>
                </a:lnTo>
                <a:lnTo>
                  <a:pt x="5034" y="1139"/>
                </a:lnTo>
                <a:lnTo>
                  <a:pt x="5033" y="1139"/>
                </a:lnTo>
                <a:lnTo>
                  <a:pt x="5033" y="1138"/>
                </a:lnTo>
                <a:lnTo>
                  <a:pt x="5034" y="1137"/>
                </a:lnTo>
                <a:lnTo>
                  <a:pt x="5033" y="1136"/>
                </a:lnTo>
                <a:lnTo>
                  <a:pt x="5032" y="1136"/>
                </a:lnTo>
                <a:lnTo>
                  <a:pt x="5032" y="1137"/>
                </a:lnTo>
                <a:lnTo>
                  <a:pt x="5031" y="1137"/>
                </a:lnTo>
                <a:lnTo>
                  <a:pt x="5031" y="1138"/>
                </a:lnTo>
                <a:lnTo>
                  <a:pt x="5031" y="1139"/>
                </a:lnTo>
                <a:lnTo>
                  <a:pt x="5032" y="1139"/>
                </a:lnTo>
                <a:lnTo>
                  <a:pt x="5033" y="1140"/>
                </a:lnTo>
                <a:lnTo>
                  <a:pt x="5032" y="1140"/>
                </a:lnTo>
                <a:lnTo>
                  <a:pt x="5031" y="1140"/>
                </a:lnTo>
                <a:lnTo>
                  <a:pt x="5032" y="1140"/>
                </a:lnTo>
                <a:lnTo>
                  <a:pt x="5032" y="1141"/>
                </a:lnTo>
                <a:lnTo>
                  <a:pt x="5031" y="1141"/>
                </a:lnTo>
                <a:lnTo>
                  <a:pt x="5031" y="1140"/>
                </a:lnTo>
                <a:lnTo>
                  <a:pt x="5030" y="1140"/>
                </a:lnTo>
                <a:lnTo>
                  <a:pt x="5030" y="1139"/>
                </a:lnTo>
                <a:lnTo>
                  <a:pt x="5031" y="1139"/>
                </a:lnTo>
                <a:lnTo>
                  <a:pt x="5030" y="1139"/>
                </a:lnTo>
                <a:lnTo>
                  <a:pt x="5030" y="1140"/>
                </a:lnTo>
                <a:lnTo>
                  <a:pt x="5029" y="1140"/>
                </a:lnTo>
                <a:lnTo>
                  <a:pt x="5029" y="1139"/>
                </a:lnTo>
                <a:lnTo>
                  <a:pt x="5028" y="1140"/>
                </a:lnTo>
                <a:lnTo>
                  <a:pt x="5028" y="1141"/>
                </a:lnTo>
                <a:lnTo>
                  <a:pt x="5029" y="1141"/>
                </a:lnTo>
                <a:lnTo>
                  <a:pt x="5028" y="1141"/>
                </a:lnTo>
                <a:lnTo>
                  <a:pt x="5028" y="1142"/>
                </a:lnTo>
                <a:lnTo>
                  <a:pt x="5029" y="1142"/>
                </a:lnTo>
                <a:lnTo>
                  <a:pt x="5029" y="1143"/>
                </a:lnTo>
                <a:lnTo>
                  <a:pt x="5029" y="1144"/>
                </a:lnTo>
                <a:lnTo>
                  <a:pt x="5029" y="1143"/>
                </a:lnTo>
                <a:lnTo>
                  <a:pt x="5028" y="1143"/>
                </a:lnTo>
                <a:lnTo>
                  <a:pt x="5027" y="1143"/>
                </a:lnTo>
                <a:lnTo>
                  <a:pt x="5027" y="1144"/>
                </a:lnTo>
                <a:lnTo>
                  <a:pt x="5026" y="1144"/>
                </a:lnTo>
                <a:lnTo>
                  <a:pt x="5026" y="1143"/>
                </a:lnTo>
                <a:lnTo>
                  <a:pt x="5025" y="1143"/>
                </a:lnTo>
                <a:lnTo>
                  <a:pt x="5025" y="1144"/>
                </a:lnTo>
                <a:lnTo>
                  <a:pt x="5024" y="1145"/>
                </a:lnTo>
                <a:lnTo>
                  <a:pt x="5023" y="1145"/>
                </a:lnTo>
                <a:lnTo>
                  <a:pt x="5023" y="1144"/>
                </a:lnTo>
                <a:lnTo>
                  <a:pt x="5024" y="1144"/>
                </a:lnTo>
                <a:lnTo>
                  <a:pt x="5023" y="1144"/>
                </a:lnTo>
                <a:lnTo>
                  <a:pt x="5022" y="1144"/>
                </a:lnTo>
                <a:lnTo>
                  <a:pt x="5022" y="1145"/>
                </a:lnTo>
                <a:lnTo>
                  <a:pt x="5022" y="1146"/>
                </a:lnTo>
                <a:lnTo>
                  <a:pt x="5021" y="1146"/>
                </a:lnTo>
                <a:lnTo>
                  <a:pt x="5021" y="1147"/>
                </a:lnTo>
                <a:lnTo>
                  <a:pt x="5022" y="1148"/>
                </a:lnTo>
                <a:lnTo>
                  <a:pt x="5023" y="1148"/>
                </a:lnTo>
                <a:lnTo>
                  <a:pt x="5024" y="1149"/>
                </a:lnTo>
                <a:lnTo>
                  <a:pt x="5023" y="1150"/>
                </a:lnTo>
                <a:lnTo>
                  <a:pt x="5022" y="1150"/>
                </a:lnTo>
                <a:lnTo>
                  <a:pt x="5022" y="1151"/>
                </a:lnTo>
                <a:lnTo>
                  <a:pt x="5021" y="1151"/>
                </a:lnTo>
                <a:lnTo>
                  <a:pt x="5020" y="1150"/>
                </a:lnTo>
                <a:lnTo>
                  <a:pt x="5019" y="1150"/>
                </a:lnTo>
                <a:lnTo>
                  <a:pt x="5018" y="1150"/>
                </a:lnTo>
                <a:lnTo>
                  <a:pt x="5018" y="1151"/>
                </a:lnTo>
                <a:lnTo>
                  <a:pt x="5019" y="1151"/>
                </a:lnTo>
                <a:lnTo>
                  <a:pt x="5020" y="1152"/>
                </a:lnTo>
                <a:lnTo>
                  <a:pt x="5020" y="1151"/>
                </a:lnTo>
                <a:lnTo>
                  <a:pt x="5021" y="1151"/>
                </a:lnTo>
                <a:lnTo>
                  <a:pt x="5022" y="1151"/>
                </a:lnTo>
                <a:lnTo>
                  <a:pt x="5022" y="1152"/>
                </a:lnTo>
                <a:lnTo>
                  <a:pt x="5021" y="1152"/>
                </a:lnTo>
                <a:lnTo>
                  <a:pt x="5020" y="1153"/>
                </a:lnTo>
                <a:lnTo>
                  <a:pt x="5019" y="1153"/>
                </a:lnTo>
                <a:lnTo>
                  <a:pt x="5019" y="1154"/>
                </a:lnTo>
                <a:lnTo>
                  <a:pt x="5020" y="1154"/>
                </a:lnTo>
                <a:lnTo>
                  <a:pt x="5021" y="1154"/>
                </a:lnTo>
                <a:lnTo>
                  <a:pt x="5021" y="1155"/>
                </a:lnTo>
                <a:lnTo>
                  <a:pt x="5020" y="1155"/>
                </a:lnTo>
                <a:lnTo>
                  <a:pt x="5020" y="1156"/>
                </a:lnTo>
                <a:lnTo>
                  <a:pt x="5019" y="1156"/>
                </a:lnTo>
                <a:lnTo>
                  <a:pt x="5018" y="1156"/>
                </a:lnTo>
                <a:lnTo>
                  <a:pt x="5017" y="1156"/>
                </a:lnTo>
                <a:lnTo>
                  <a:pt x="5017" y="1157"/>
                </a:lnTo>
                <a:lnTo>
                  <a:pt x="5017" y="1158"/>
                </a:lnTo>
                <a:lnTo>
                  <a:pt x="5017" y="1159"/>
                </a:lnTo>
                <a:lnTo>
                  <a:pt x="5017" y="1158"/>
                </a:lnTo>
                <a:lnTo>
                  <a:pt x="5018" y="1158"/>
                </a:lnTo>
                <a:lnTo>
                  <a:pt x="5019" y="1158"/>
                </a:lnTo>
                <a:lnTo>
                  <a:pt x="5019" y="1159"/>
                </a:lnTo>
                <a:lnTo>
                  <a:pt x="5018" y="1159"/>
                </a:lnTo>
                <a:lnTo>
                  <a:pt x="5018" y="1160"/>
                </a:lnTo>
                <a:lnTo>
                  <a:pt x="5019" y="1161"/>
                </a:lnTo>
                <a:lnTo>
                  <a:pt x="5020" y="1161"/>
                </a:lnTo>
                <a:lnTo>
                  <a:pt x="5021" y="1161"/>
                </a:lnTo>
                <a:lnTo>
                  <a:pt x="5020" y="1161"/>
                </a:lnTo>
                <a:lnTo>
                  <a:pt x="5021" y="1161"/>
                </a:lnTo>
                <a:lnTo>
                  <a:pt x="5021" y="1162"/>
                </a:lnTo>
                <a:lnTo>
                  <a:pt x="5020" y="1162"/>
                </a:lnTo>
                <a:lnTo>
                  <a:pt x="5019" y="1162"/>
                </a:lnTo>
                <a:lnTo>
                  <a:pt x="5018" y="1162"/>
                </a:lnTo>
                <a:lnTo>
                  <a:pt x="5017" y="1162"/>
                </a:lnTo>
                <a:lnTo>
                  <a:pt x="5017" y="1163"/>
                </a:lnTo>
                <a:lnTo>
                  <a:pt x="5018" y="1163"/>
                </a:lnTo>
                <a:lnTo>
                  <a:pt x="5017" y="1163"/>
                </a:lnTo>
                <a:lnTo>
                  <a:pt x="5017" y="1164"/>
                </a:lnTo>
                <a:lnTo>
                  <a:pt x="5016" y="1164"/>
                </a:lnTo>
                <a:lnTo>
                  <a:pt x="5015" y="1164"/>
                </a:lnTo>
                <a:lnTo>
                  <a:pt x="5015" y="1165"/>
                </a:lnTo>
                <a:lnTo>
                  <a:pt x="5016" y="1166"/>
                </a:lnTo>
                <a:lnTo>
                  <a:pt x="5015" y="1166"/>
                </a:lnTo>
                <a:lnTo>
                  <a:pt x="5014" y="1166"/>
                </a:lnTo>
                <a:lnTo>
                  <a:pt x="5013" y="1166"/>
                </a:lnTo>
                <a:lnTo>
                  <a:pt x="5012" y="1166"/>
                </a:lnTo>
                <a:lnTo>
                  <a:pt x="5012" y="1167"/>
                </a:lnTo>
                <a:lnTo>
                  <a:pt x="5013" y="1167"/>
                </a:lnTo>
                <a:lnTo>
                  <a:pt x="5012" y="1167"/>
                </a:lnTo>
                <a:lnTo>
                  <a:pt x="5012" y="1168"/>
                </a:lnTo>
                <a:lnTo>
                  <a:pt x="5011" y="1168"/>
                </a:lnTo>
                <a:lnTo>
                  <a:pt x="5011" y="1169"/>
                </a:lnTo>
                <a:lnTo>
                  <a:pt x="5010" y="1169"/>
                </a:lnTo>
                <a:lnTo>
                  <a:pt x="5010" y="1168"/>
                </a:lnTo>
                <a:lnTo>
                  <a:pt x="5009" y="1168"/>
                </a:lnTo>
                <a:lnTo>
                  <a:pt x="5009" y="1169"/>
                </a:lnTo>
                <a:lnTo>
                  <a:pt x="5008" y="1169"/>
                </a:lnTo>
                <a:lnTo>
                  <a:pt x="5008" y="1168"/>
                </a:lnTo>
                <a:lnTo>
                  <a:pt x="5008" y="1167"/>
                </a:lnTo>
                <a:lnTo>
                  <a:pt x="5007" y="1167"/>
                </a:lnTo>
                <a:lnTo>
                  <a:pt x="5006" y="1167"/>
                </a:lnTo>
                <a:lnTo>
                  <a:pt x="5006" y="1168"/>
                </a:lnTo>
                <a:lnTo>
                  <a:pt x="5007" y="1168"/>
                </a:lnTo>
                <a:lnTo>
                  <a:pt x="5007" y="1169"/>
                </a:lnTo>
                <a:lnTo>
                  <a:pt x="5006" y="1169"/>
                </a:lnTo>
                <a:lnTo>
                  <a:pt x="5005" y="1169"/>
                </a:lnTo>
                <a:lnTo>
                  <a:pt x="5004" y="1169"/>
                </a:lnTo>
                <a:lnTo>
                  <a:pt x="5004" y="1170"/>
                </a:lnTo>
                <a:lnTo>
                  <a:pt x="5004" y="1171"/>
                </a:lnTo>
                <a:lnTo>
                  <a:pt x="5004" y="1172"/>
                </a:lnTo>
                <a:lnTo>
                  <a:pt x="5003" y="1173"/>
                </a:lnTo>
                <a:lnTo>
                  <a:pt x="5002" y="1173"/>
                </a:lnTo>
                <a:lnTo>
                  <a:pt x="5001" y="1173"/>
                </a:lnTo>
                <a:lnTo>
                  <a:pt x="5001" y="1174"/>
                </a:lnTo>
                <a:lnTo>
                  <a:pt x="5000" y="1173"/>
                </a:lnTo>
                <a:lnTo>
                  <a:pt x="4999" y="1173"/>
                </a:lnTo>
                <a:lnTo>
                  <a:pt x="4999" y="1174"/>
                </a:lnTo>
                <a:lnTo>
                  <a:pt x="4998" y="1174"/>
                </a:lnTo>
                <a:lnTo>
                  <a:pt x="4998" y="1173"/>
                </a:lnTo>
                <a:lnTo>
                  <a:pt x="4997" y="1173"/>
                </a:lnTo>
                <a:lnTo>
                  <a:pt x="4997" y="1174"/>
                </a:lnTo>
                <a:lnTo>
                  <a:pt x="4996" y="1174"/>
                </a:lnTo>
                <a:lnTo>
                  <a:pt x="4996" y="1175"/>
                </a:lnTo>
                <a:lnTo>
                  <a:pt x="4996" y="1176"/>
                </a:lnTo>
                <a:lnTo>
                  <a:pt x="4996" y="1177"/>
                </a:lnTo>
                <a:lnTo>
                  <a:pt x="4997" y="1177"/>
                </a:lnTo>
                <a:lnTo>
                  <a:pt x="4996" y="1178"/>
                </a:lnTo>
                <a:lnTo>
                  <a:pt x="4996" y="1179"/>
                </a:lnTo>
                <a:lnTo>
                  <a:pt x="4996" y="1180"/>
                </a:lnTo>
                <a:lnTo>
                  <a:pt x="4995" y="1180"/>
                </a:lnTo>
                <a:lnTo>
                  <a:pt x="4995" y="1181"/>
                </a:lnTo>
                <a:lnTo>
                  <a:pt x="4993" y="1182"/>
                </a:lnTo>
                <a:lnTo>
                  <a:pt x="4992" y="1182"/>
                </a:lnTo>
                <a:lnTo>
                  <a:pt x="4992" y="1181"/>
                </a:lnTo>
                <a:lnTo>
                  <a:pt x="4991" y="1181"/>
                </a:lnTo>
                <a:lnTo>
                  <a:pt x="4991" y="1180"/>
                </a:lnTo>
                <a:lnTo>
                  <a:pt x="4990" y="1180"/>
                </a:lnTo>
                <a:lnTo>
                  <a:pt x="4989" y="1180"/>
                </a:lnTo>
                <a:lnTo>
                  <a:pt x="4988" y="1180"/>
                </a:lnTo>
                <a:lnTo>
                  <a:pt x="4987" y="1180"/>
                </a:lnTo>
                <a:lnTo>
                  <a:pt x="4986" y="1180"/>
                </a:lnTo>
                <a:lnTo>
                  <a:pt x="4985" y="1179"/>
                </a:lnTo>
                <a:lnTo>
                  <a:pt x="4984" y="1179"/>
                </a:lnTo>
                <a:lnTo>
                  <a:pt x="4983" y="1179"/>
                </a:lnTo>
                <a:lnTo>
                  <a:pt x="4982" y="1179"/>
                </a:lnTo>
                <a:lnTo>
                  <a:pt x="4981" y="1179"/>
                </a:lnTo>
                <a:lnTo>
                  <a:pt x="4980" y="1179"/>
                </a:lnTo>
                <a:lnTo>
                  <a:pt x="4980" y="1180"/>
                </a:lnTo>
                <a:lnTo>
                  <a:pt x="4980" y="1179"/>
                </a:lnTo>
                <a:lnTo>
                  <a:pt x="4979" y="1179"/>
                </a:lnTo>
                <a:lnTo>
                  <a:pt x="4979" y="1178"/>
                </a:lnTo>
                <a:lnTo>
                  <a:pt x="4978" y="1178"/>
                </a:lnTo>
                <a:lnTo>
                  <a:pt x="4976" y="1178"/>
                </a:lnTo>
                <a:lnTo>
                  <a:pt x="4976" y="1179"/>
                </a:lnTo>
                <a:lnTo>
                  <a:pt x="4975" y="1179"/>
                </a:lnTo>
                <a:lnTo>
                  <a:pt x="4974" y="1180"/>
                </a:lnTo>
                <a:lnTo>
                  <a:pt x="4974" y="1181"/>
                </a:lnTo>
                <a:lnTo>
                  <a:pt x="4973" y="1181"/>
                </a:lnTo>
                <a:lnTo>
                  <a:pt x="4972" y="1181"/>
                </a:lnTo>
                <a:lnTo>
                  <a:pt x="4972" y="1182"/>
                </a:lnTo>
                <a:lnTo>
                  <a:pt x="4971" y="1182"/>
                </a:lnTo>
                <a:lnTo>
                  <a:pt x="4971" y="1181"/>
                </a:lnTo>
                <a:lnTo>
                  <a:pt x="4970" y="1181"/>
                </a:lnTo>
                <a:lnTo>
                  <a:pt x="4970" y="1180"/>
                </a:lnTo>
                <a:lnTo>
                  <a:pt x="4969" y="1180"/>
                </a:lnTo>
                <a:lnTo>
                  <a:pt x="4968" y="1179"/>
                </a:lnTo>
                <a:lnTo>
                  <a:pt x="4967" y="1179"/>
                </a:lnTo>
                <a:lnTo>
                  <a:pt x="4966" y="1180"/>
                </a:lnTo>
                <a:lnTo>
                  <a:pt x="4965" y="1180"/>
                </a:lnTo>
                <a:lnTo>
                  <a:pt x="4965" y="1179"/>
                </a:lnTo>
                <a:lnTo>
                  <a:pt x="4965" y="1180"/>
                </a:lnTo>
                <a:lnTo>
                  <a:pt x="4964" y="1180"/>
                </a:lnTo>
                <a:lnTo>
                  <a:pt x="4964" y="1181"/>
                </a:lnTo>
                <a:lnTo>
                  <a:pt x="4964" y="1182"/>
                </a:lnTo>
                <a:lnTo>
                  <a:pt x="4963" y="1182"/>
                </a:lnTo>
                <a:lnTo>
                  <a:pt x="4963" y="1183"/>
                </a:lnTo>
                <a:lnTo>
                  <a:pt x="4962" y="1183"/>
                </a:lnTo>
                <a:lnTo>
                  <a:pt x="4961" y="1183"/>
                </a:lnTo>
                <a:lnTo>
                  <a:pt x="4960" y="1183"/>
                </a:lnTo>
                <a:lnTo>
                  <a:pt x="4959" y="1183"/>
                </a:lnTo>
                <a:lnTo>
                  <a:pt x="4957" y="1183"/>
                </a:lnTo>
                <a:lnTo>
                  <a:pt x="4956" y="1183"/>
                </a:lnTo>
                <a:lnTo>
                  <a:pt x="4955" y="1183"/>
                </a:lnTo>
                <a:lnTo>
                  <a:pt x="4954" y="1183"/>
                </a:lnTo>
                <a:lnTo>
                  <a:pt x="4954" y="1182"/>
                </a:lnTo>
                <a:lnTo>
                  <a:pt x="4953" y="1182"/>
                </a:lnTo>
                <a:lnTo>
                  <a:pt x="4952" y="1182"/>
                </a:lnTo>
                <a:lnTo>
                  <a:pt x="4952" y="1181"/>
                </a:lnTo>
                <a:lnTo>
                  <a:pt x="4951" y="1181"/>
                </a:lnTo>
                <a:lnTo>
                  <a:pt x="4950" y="1181"/>
                </a:lnTo>
                <a:lnTo>
                  <a:pt x="4949" y="1181"/>
                </a:lnTo>
                <a:lnTo>
                  <a:pt x="4936" y="1180"/>
                </a:lnTo>
                <a:lnTo>
                  <a:pt x="4919" y="1181"/>
                </a:lnTo>
                <a:lnTo>
                  <a:pt x="4916" y="1182"/>
                </a:lnTo>
                <a:lnTo>
                  <a:pt x="4913" y="1183"/>
                </a:lnTo>
                <a:lnTo>
                  <a:pt x="4914" y="1184"/>
                </a:lnTo>
                <a:lnTo>
                  <a:pt x="4915" y="1185"/>
                </a:lnTo>
                <a:lnTo>
                  <a:pt x="4916" y="1186"/>
                </a:lnTo>
                <a:lnTo>
                  <a:pt x="4917" y="1186"/>
                </a:lnTo>
                <a:lnTo>
                  <a:pt x="4918" y="1187"/>
                </a:lnTo>
                <a:lnTo>
                  <a:pt x="4919" y="1188"/>
                </a:lnTo>
                <a:lnTo>
                  <a:pt x="4920" y="1188"/>
                </a:lnTo>
                <a:lnTo>
                  <a:pt x="4920" y="1190"/>
                </a:lnTo>
                <a:lnTo>
                  <a:pt x="4919" y="1190"/>
                </a:lnTo>
                <a:lnTo>
                  <a:pt x="4919" y="1191"/>
                </a:lnTo>
                <a:lnTo>
                  <a:pt x="4920" y="1192"/>
                </a:lnTo>
                <a:lnTo>
                  <a:pt x="4920" y="1193"/>
                </a:lnTo>
                <a:lnTo>
                  <a:pt x="4920" y="1194"/>
                </a:lnTo>
                <a:lnTo>
                  <a:pt x="4920" y="1195"/>
                </a:lnTo>
                <a:lnTo>
                  <a:pt x="4920" y="1196"/>
                </a:lnTo>
                <a:lnTo>
                  <a:pt x="4920" y="1197"/>
                </a:lnTo>
                <a:lnTo>
                  <a:pt x="4920" y="1198"/>
                </a:lnTo>
                <a:lnTo>
                  <a:pt x="4920" y="1199"/>
                </a:lnTo>
                <a:lnTo>
                  <a:pt x="4919" y="1199"/>
                </a:lnTo>
                <a:lnTo>
                  <a:pt x="4919" y="1200"/>
                </a:lnTo>
                <a:lnTo>
                  <a:pt x="4920" y="1200"/>
                </a:lnTo>
                <a:lnTo>
                  <a:pt x="4920" y="1202"/>
                </a:lnTo>
                <a:lnTo>
                  <a:pt x="4920" y="1203"/>
                </a:lnTo>
                <a:lnTo>
                  <a:pt x="4920" y="1204"/>
                </a:lnTo>
                <a:lnTo>
                  <a:pt x="4921" y="1204"/>
                </a:lnTo>
                <a:lnTo>
                  <a:pt x="4921" y="1205"/>
                </a:lnTo>
                <a:lnTo>
                  <a:pt x="4922" y="1205"/>
                </a:lnTo>
                <a:lnTo>
                  <a:pt x="4923" y="1205"/>
                </a:lnTo>
                <a:lnTo>
                  <a:pt x="4923" y="1206"/>
                </a:lnTo>
                <a:lnTo>
                  <a:pt x="4923" y="1207"/>
                </a:lnTo>
                <a:lnTo>
                  <a:pt x="4923" y="1208"/>
                </a:lnTo>
                <a:lnTo>
                  <a:pt x="4923" y="1209"/>
                </a:lnTo>
                <a:lnTo>
                  <a:pt x="4924" y="1209"/>
                </a:lnTo>
                <a:lnTo>
                  <a:pt x="4924" y="1210"/>
                </a:lnTo>
                <a:lnTo>
                  <a:pt x="4925" y="1211"/>
                </a:lnTo>
                <a:lnTo>
                  <a:pt x="4925" y="1212"/>
                </a:lnTo>
                <a:lnTo>
                  <a:pt x="4926" y="1212"/>
                </a:lnTo>
                <a:lnTo>
                  <a:pt x="4927" y="1213"/>
                </a:lnTo>
                <a:lnTo>
                  <a:pt x="4928" y="1214"/>
                </a:lnTo>
                <a:lnTo>
                  <a:pt x="4929" y="1215"/>
                </a:lnTo>
                <a:lnTo>
                  <a:pt x="4930" y="1215"/>
                </a:lnTo>
                <a:lnTo>
                  <a:pt x="4930" y="1216"/>
                </a:lnTo>
                <a:lnTo>
                  <a:pt x="4931" y="1216"/>
                </a:lnTo>
                <a:lnTo>
                  <a:pt x="4932" y="1215"/>
                </a:lnTo>
                <a:lnTo>
                  <a:pt x="4932" y="1216"/>
                </a:lnTo>
                <a:lnTo>
                  <a:pt x="4933" y="1216"/>
                </a:lnTo>
                <a:lnTo>
                  <a:pt x="4934" y="1217"/>
                </a:lnTo>
                <a:lnTo>
                  <a:pt x="4934" y="1218"/>
                </a:lnTo>
                <a:lnTo>
                  <a:pt x="4935" y="1218"/>
                </a:lnTo>
                <a:lnTo>
                  <a:pt x="4935" y="1219"/>
                </a:lnTo>
                <a:lnTo>
                  <a:pt x="4936" y="1220"/>
                </a:lnTo>
                <a:lnTo>
                  <a:pt x="4936" y="1221"/>
                </a:lnTo>
                <a:lnTo>
                  <a:pt x="4937" y="1221"/>
                </a:lnTo>
                <a:lnTo>
                  <a:pt x="4938" y="1222"/>
                </a:lnTo>
                <a:lnTo>
                  <a:pt x="4937" y="1222"/>
                </a:lnTo>
                <a:lnTo>
                  <a:pt x="4936" y="1222"/>
                </a:lnTo>
                <a:lnTo>
                  <a:pt x="4936" y="1223"/>
                </a:lnTo>
                <a:lnTo>
                  <a:pt x="4937" y="1223"/>
                </a:lnTo>
                <a:lnTo>
                  <a:pt x="4937" y="1224"/>
                </a:lnTo>
                <a:lnTo>
                  <a:pt x="4938" y="1224"/>
                </a:lnTo>
                <a:lnTo>
                  <a:pt x="4938" y="1223"/>
                </a:lnTo>
                <a:lnTo>
                  <a:pt x="4939" y="1223"/>
                </a:lnTo>
                <a:lnTo>
                  <a:pt x="4939" y="1224"/>
                </a:lnTo>
                <a:lnTo>
                  <a:pt x="4938" y="1224"/>
                </a:lnTo>
                <a:lnTo>
                  <a:pt x="4938" y="1225"/>
                </a:lnTo>
                <a:lnTo>
                  <a:pt x="4939" y="1225"/>
                </a:lnTo>
                <a:lnTo>
                  <a:pt x="4939" y="1226"/>
                </a:lnTo>
                <a:lnTo>
                  <a:pt x="4939" y="1227"/>
                </a:lnTo>
                <a:lnTo>
                  <a:pt x="4938" y="1227"/>
                </a:lnTo>
                <a:lnTo>
                  <a:pt x="4937" y="1227"/>
                </a:lnTo>
                <a:lnTo>
                  <a:pt x="4937" y="1228"/>
                </a:lnTo>
                <a:lnTo>
                  <a:pt x="4936" y="1229"/>
                </a:lnTo>
                <a:lnTo>
                  <a:pt x="4937" y="1229"/>
                </a:lnTo>
                <a:lnTo>
                  <a:pt x="4937" y="1230"/>
                </a:lnTo>
                <a:lnTo>
                  <a:pt x="4937" y="1231"/>
                </a:lnTo>
                <a:lnTo>
                  <a:pt x="4936" y="1231"/>
                </a:lnTo>
                <a:lnTo>
                  <a:pt x="4936" y="1230"/>
                </a:lnTo>
                <a:lnTo>
                  <a:pt x="4936" y="1231"/>
                </a:lnTo>
                <a:lnTo>
                  <a:pt x="4936" y="1232"/>
                </a:lnTo>
                <a:lnTo>
                  <a:pt x="4934" y="1233"/>
                </a:lnTo>
                <a:lnTo>
                  <a:pt x="4933" y="1234"/>
                </a:lnTo>
                <a:lnTo>
                  <a:pt x="4932" y="1234"/>
                </a:lnTo>
                <a:lnTo>
                  <a:pt x="4931" y="1235"/>
                </a:lnTo>
                <a:lnTo>
                  <a:pt x="4932" y="1235"/>
                </a:lnTo>
                <a:lnTo>
                  <a:pt x="4932" y="1236"/>
                </a:lnTo>
                <a:lnTo>
                  <a:pt x="4932" y="1237"/>
                </a:lnTo>
                <a:lnTo>
                  <a:pt x="4932" y="1238"/>
                </a:lnTo>
                <a:lnTo>
                  <a:pt x="4931" y="1238"/>
                </a:lnTo>
                <a:lnTo>
                  <a:pt x="4931" y="1239"/>
                </a:lnTo>
                <a:lnTo>
                  <a:pt x="4932" y="1239"/>
                </a:lnTo>
                <a:lnTo>
                  <a:pt x="4932" y="1240"/>
                </a:lnTo>
                <a:lnTo>
                  <a:pt x="4931" y="1240"/>
                </a:lnTo>
                <a:lnTo>
                  <a:pt x="4930" y="1240"/>
                </a:lnTo>
                <a:lnTo>
                  <a:pt x="4930" y="1241"/>
                </a:lnTo>
                <a:lnTo>
                  <a:pt x="4929" y="1241"/>
                </a:lnTo>
                <a:lnTo>
                  <a:pt x="4929" y="1243"/>
                </a:lnTo>
                <a:lnTo>
                  <a:pt x="4928" y="1243"/>
                </a:lnTo>
                <a:lnTo>
                  <a:pt x="4927" y="1243"/>
                </a:lnTo>
                <a:lnTo>
                  <a:pt x="4926" y="1244"/>
                </a:lnTo>
                <a:lnTo>
                  <a:pt x="4925" y="1244"/>
                </a:lnTo>
                <a:lnTo>
                  <a:pt x="4925" y="1245"/>
                </a:lnTo>
                <a:lnTo>
                  <a:pt x="4925" y="1246"/>
                </a:lnTo>
                <a:lnTo>
                  <a:pt x="4924" y="1246"/>
                </a:lnTo>
                <a:lnTo>
                  <a:pt x="4923" y="1246"/>
                </a:lnTo>
                <a:lnTo>
                  <a:pt x="4922" y="1246"/>
                </a:lnTo>
                <a:lnTo>
                  <a:pt x="4921" y="1246"/>
                </a:lnTo>
                <a:lnTo>
                  <a:pt x="4921" y="1247"/>
                </a:lnTo>
                <a:lnTo>
                  <a:pt x="4921" y="1248"/>
                </a:lnTo>
                <a:lnTo>
                  <a:pt x="4920" y="1248"/>
                </a:lnTo>
                <a:lnTo>
                  <a:pt x="4919" y="1247"/>
                </a:lnTo>
                <a:lnTo>
                  <a:pt x="4918" y="1247"/>
                </a:lnTo>
                <a:lnTo>
                  <a:pt x="4918" y="1246"/>
                </a:lnTo>
                <a:lnTo>
                  <a:pt x="4919" y="1246"/>
                </a:lnTo>
                <a:lnTo>
                  <a:pt x="4920" y="1246"/>
                </a:lnTo>
                <a:lnTo>
                  <a:pt x="4920" y="1245"/>
                </a:lnTo>
                <a:lnTo>
                  <a:pt x="4919" y="1245"/>
                </a:lnTo>
                <a:lnTo>
                  <a:pt x="4918" y="1245"/>
                </a:lnTo>
                <a:lnTo>
                  <a:pt x="4917" y="1245"/>
                </a:lnTo>
                <a:lnTo>
                  <a:pt x="4917" y="1246"/>
                </a:lnTo>
                <a:lnTo>
                  <a:pt x="4918" y="1246"/>
                </a:lnTo>
                <a:lnTo>
                  <a:pt x="4917" y="1246"/>
                </a:lnTo>
                <a:lnTo>
                  <a:pt x="4917" y="1247"/>
                </a:lnTo>
                <a:lnTo>
                  <a:pt x="4917" y="1246"/>
                </a:lnTo>
                <a:lnTo>
                  <a:pt x="4917" y="1245"/>
                </a:lnTo>
                <a:lnTo>
                  <a:pt x="4916" y="1245"/>
                </a:lnTo>
                <a:lnTo>
                  <a:pt x="4915" y="1245"/>
                </a:lnTo>
                <a:lnTo>
                  <a:pt x="4914" y="1245"/>
                </a:lnTo>
                <a:lnTo>
                  <a:pt x="4913" y="1245"/>
                </a:lnTo>
                <a:lnTo>
                  <a:pt x="4914" y="1245"/>
                </a:lnTo>
                <a:lnTo>
                  <a:pt x="4914" y="1244"/>
                </a:lnTo>
                <a:lnTo>
                  <a:pt x="4914" y="1243"/>
                </a:lnTo>
                <a:lnTo>
                  <a:pt x="4914" y="1242"/>
                </a:lnTo>
                <a:lnTo>
                  <a:pt x="4913" y="1242"/>
                </a:lnTo>
                <a:lnTo>
                  <a:pt x="4913" y="1243"/>
                </a:lnTo>
                <a:lnTo>
                  <a:pt x="4912" y="1243"/>
                </a:lnTo>
                <a:lnTo>
                  <a:pt x="4912" y="1242"/>
                </a:lnTo>
                <a:lnTo>
                  <a:pt x="4912" y="1241"/>
                </a:lnTo>
                <a:lnTo>
                  <a:pt x="4911" y="1241"/>
                </a:lnTo>
                <a:lnTo>
                  <a:pt x="4911" y="1242"/>
                </a:lnTo>
                <a:lnTo>
                  <a:pt x="4911" y="1241"/>
                </a:lnTo>
                <a:lnTo>
                  <a:pt x="4910" y="1241"/>
                </a:lnTo>
                <a:lnTo>
                  <a:pt x="4911" y="1241"/>
                </a:lnTo>
                <a:lnTo>
                  <a:pt x="4912" y="1240"/>
                </a:lnTo>
                <a:lnTo>
                  <a:pt x="4911" y="1240"/>
                </a:lnTo>
                <a:lnTo>
                  <a:pt x="4910" y="1240"/>
                </a:lnTo>
                <a:lnTo>
                  <a:pt x="4910" y="1241"/>
                </a:lnTo>
                <a:lnTo>
                  <a:pt x="4910" y="1242"/>
                </a:lnTo>
                <a:lnTo>
                  <a:pt x="4909" y="1242"/>
                </a:lnTo>
                <a:lnTo>
                  <a:pt x="4909" y="1243"/>
                </a:lnTo>
                <a:lnTo>
                  <a:pt x="4908" y="1243"/>
                </a:lnTo>
                <a:lnTo>
                  <a:pt x="4908" y="1242"/>
                </a:lnTo>
                <a:lnTo>
                  <a:pt x="4908" y="1241"/>
                </a:lnTo>
                <a:lnTo>
                  <a:pt x="4907" y="1241"/>
                </a:lnTo>
                <a:lnTo>
                  <a:pt x="4907" y="1240"/>
                </a:lnTo>
                <a:lnTo>
                  <a:pt x="4906" y="1241"/>
                </a:lnTo>
                <a:lnTo>
                  <a:pt x="4906" y="1240"/>
                </a:lnTo>
                <a:lnTo>
                  <a:pt x="4905" y="1240"/>
                </a:lnTo>
                <a:lnTo>
                  <a:pt x="4906" y="1240"/>
                </a:lnTo>
                <a:lnTo>
                  <a:pt x="4906" y="1239"/>
                </a:lnTo>
                <a:lnTo>
                  <a:pt x="4905" y="1239"/>
                </a:lnTo>
                <a:lnTo>
                  <a:pt x="4905" y="1238"/>
                </a:lnTo>
                <a:lnTo>
                  <a:pt x="4904" y="1238"/>
                </a:lnTo>
                <a:lnTo>
                  <a:pt x="4904" y="1239"/>
                </a:lnTo>
                <a:lnTo>
                  <a:pt x="4904" y="1240"/>
                </a:lnTo>
                <a:lnTo>
                  <a:pt x="4903" y="1240"/>
                </a:lnTo>
                <a:lnTo>
                  <a:pt x="4902" y="1241"/>
                </a:lnTo>
                <a:lnTo>
                  <a:pt x="4901" y="1241"/>
                </a:lnTo>
                <a:lnTo>
                  <a:pt x="4900" y="1241"/>
                </a:lnTo>
                <a:lnTo>
                  <a:pt x="4900" y="1240"/>
                </a:lnTo>
                <a:lnTo>
                  <a:pt x="4899" y="1240"/>
                </a:lnTo>
                <a:lnTo>
                  <a:pt x="4899" y="1241"/>
                </a:lnTo>
                <a:lnTo>
                  <a:pt x="4899" y="1242"/>
                </a:lnTo>
                <a:lnTo>
                  <a:pt x="4899" y="1243"/>
                </a:lnTo>
                <a:lnTo>
                  <a:pt x="4899" y="1244"/>
                </a:lnTo>
                <a:lnTo>
                  <a:pt x="4898" y="1244"/>
                </a:lnTo>
                <a:lnTo>
                  <a:pt x="4897" y="1243"/>
                </a:lnTo>
                <a:lnTo>
                  <a:pt x="4897" y="1242"/>
                </a:lnTo>
                <a:lnTo>
                  <a:pt x="4896" y="1242"/>
                </a:lnTo>
                <a:lnTo>
                  <a:pt x="4895" y="1242"/>
                </a:lnTo>
                <a:lnTo>
                  <a:pt x="4895" y="1243"/>
                </a:lnTo>
                <a:lnTo>
                  <a:pt x="4895" y="1244"/>
                </a:lnTo>
                <a:lnTo>
                  <a:pt x="4894" y="1244"/>
                </a:lnTo>
                <a:lnTo>
                  <a:pt x="4894" y="1243"/>
                </a:lnTo>
                <a:lnTo>
                  <a:pt x="4894" y="1242"/>
                </a:lnTo>
                <a:lnTo>
                  <a:pt x="4893" y="1242"/>
                </a:lnTo>
                <a:lnTo>
                  <a:pt x="4892" y="1242"/>
                </a:lnTo>
                <a:lnTo>
                  <a:pt x="4892" y="1244"/>
                </a:lnTo>
                <a:lnTo>
                  <a:pt x="4891" y="1244"/>
                </a:lnTo>
                <a:lnTo>
                  <a:pt x="4891" y="1243"/>
                </a:lnTo>
                <a:lnTo>
                  <a:pt x="4891" y="1242"/>
                </a:lnTo>
                <a:lnTo>
                  <a:pt x="4890" y="1242"/>
                </a:lnTo>
                <a:lnTo>
                  <a:pt x="4889" y="1242"/>
                </a:lnTo>
                <a:lnTo>
                  <a:pt x="4888" y="1242"/>
                </a:lnTo>
                <a:lnTo>
                  <a:pt x="4887" y="1242"/>
                </a:lnTo>
                <a:lnTo>
                  <a:pt x="4886" y="1242"/>
                </a:lnTo>
                <a:lnTo>
                  <a:pt x="4885" y="1242"/>
                </a:lnTo>
                <a:lnTo>
                  <a:pt x="4884" y="1242"/>
                </a:lnTo>
                <a:lnTo>
                  <a:pt x="4883" y="1242"/>
                </a:lnTo>
                <a:lnTo>
                  <a:pt x="4882" y="1242"/>
                </a:lnTo>
                <a:lnTo>
                  <a:pt x="4881" y="1242"/>
                </a:lnTo>
                <a:lnTo>
                  <a:pt x="4881" y="1243"/>
                </a:lnTo>
                <a:lnTo>
                  <a:pt x="4880" y="1243"/>
                </a:lnTo>
                <a:lnTo>
                  <a:pt x="4880" y="1242"/>
                </a:lnTo>
                <a:lnTo>
                  <a:pt x="4879" y="1241"/>
                </a:lnTo>
                <a:lnTo>
                  <a:pt x="4879" y="1242"/>
                </a:lnTo>
                <a:lnTo>
                  <a:pt x="4879" y="1243"/>
                </a:lnTo>
                <a:lnTo>
                  <a:pt x="4880" y="1243"/>
                </a:lnTo>
                <a:lnTo>
                  <a:pt x="4880" y="1244"/>
                </a:lnTo>
                <a:lnTo>
                  <a:pt x="4879" y="1244"/>
                </a:lnTo>
                <a:lnTo>
                  <a:pt x="4878" y="1244"/>
                </a:lnTo>
                <a:lnTo>
                  <a:pt x="4878" y="1243"/>
                </a:lnTo>
                <a:lnTo>
                  <a:pt x="4877" y="1243"/>
                </a:lnTo>
                <a:lnTo>
                  <a:pt x="4876" y="1242"/>
                </a:lnTo>
                <a:lnTo>
                  <a:pt x="4876" y="1241"/>
                </a:lnTo>
                <a:lnTo>
                  <a:pt x="4875" y="1241"/>
                </a:lnTo>
                <a:lnTo>
                  <a:pt x="4874" y="1241"/>
                </a:lnTo>
                <a:lnTo>
                  <a:pt x="4874" y="1242"/>
                </a:lnTo>
                <a:lnTo>
                  <a:pt x="4873" y="1242"/>
                </a:lnTo>
                <a:lnTo>
                  <a:pt x="4872" y="1241"/>
                </a:lnTo>
                <a:lnTo>
                  <a:pt x="4871" y="1241"/>
                </a:lnTo>
                <a:lnTo>
                  <a:pt x="4870" y="1240"/>
                </a:lnTo>
                <a:lnTo>
                  <a:pt x="4869" y="1239"/>
                </a:lnTo>
                <a:lnTo>
                  <a:pt x="4869" y="1238"/>
                </a:lnTo>
                <a:lnTo>
                  <a:pt x="4869" y="1237"/>
                </a:lnTo>
                <a:lnTo>
                  <a:pt x="4868" y="1237"/>
                </a:lnTo>
                <a:lnTo>
                  <a:pt x="4868" y="1238"/>
                </a:lnTo>
                <a:lnTo>
                  <a:pt x="4867" y="1238"/>
                </a:lnTo>
                <a:lnTo>
                  <a:pt x="4866" y="1237"/>
                </a:lnTo>
                <a:lnTo>
                  <a:pt x="4865" y="1237"/>
                </a:lnTo>
                <a:lnTo>
                  <a:pt x="4865" y="1236"/>
                </a:lnTo>
                <a:lnTo>
                  <a:pt x="4865" y="1237"/>
                </a:lnTo>
                <a:lnTo>
                  <a:pt x="4864" y="1237"/>
                </a:lnTo>
                <a:lnTo>
                  <a:pt x="4863" y="1237"/>
                </a:lnTo>
                <a:lnTo>
                  <a:pt x="4863" y="1236"/>
                </a:lnTo>
                <a:lnTo>
                  <a:pt x="4862" y="1236"/>
                </a:lnTo>
                <a:lnTo>
                  <a:pt x="4862" y="1237"/>
                </a:lnTo>
                <a:lnTo>
                  <a:pt x="4862" y="1238"/>
                </a:lnTo>
                <a:lnTo>
                  <a:pt x="4861" y="1238"/>
                </a:lnTo>
                <a:lnTo>
                  <a:pt x="4860" y="1238"/>
                </a:lnTo>
                <a:lnTo>
                  <a:pt x="4859" y="1238"/>
                </a:lnTo>
                <a:lnTo>
                  <a:pt x="4858" y="1238"/>
                </a:lnTo>
                <a:lnTo>
                  <a:pt x="4857" y="1238"/>
                </a:lnTo>
                <a:lnTo>
                  <a:pt x="4856" y="1238"/>
                </a:lnTo>
                <a:lnTo>
                  <a:pt x="4856" y="1237"/>
                </a:lnTo>
                <a:lnTo>
                  <a:pt x="4856" y="1236"/>
                </a:lnTo>
                <a:lnTo>
                  <a:pt x="4855" y="1236"/>
                </a:lnTo>
                <a:lnTo>
                  <a:pt x="4854" y="1236"/>
                </a:lnTo>
                <a:lnTo>
                  <a:pt x="4852" y="1236"/>
                </a:lnTo>
                <a:lnTo>
                  <a:pt x="4852" y="1237"/>
                </a:lnTo>
                <a:lnTo>
                  <a:pt x="4853" y="1237"/>
                </a:lnTo>
                <a:lnTo>
                  <a:pt x="4853" y="1238"/>
                </a:lnTo>
                <a:lnTo>
                  <a:pt x="4852" y="1238"/>
                </a:lnTo>
                <a:lnTo>
                  <a:pt x="4851" y="1238"/>
                </a:lnTo>
                <a:lnTo>
                  <a:pt x="4850" y="1238"/>
                </a:lnTo>
                <a:lnTo>
                  <a:pt x="4850" y="1237"/>
                </a:lnTo>
                <a:lnTo>
                  <a:pt x="4849" y="1237"/>
                </a:lnTo>
                <a:lnTo>
                  <a:pt x="4848" y="1236"/>
                </a:lnTo>
                <a:lnTo>
                  <a:pt x="4847" y="1236"/>
                </a:lnTo>
                <a:lnTo>
                  <a:pt x="4846" y="1236"/>
                </a:lnTo>
                <a:lnTo>
                  <a:pt x="4845" y="1236"/>
                </a:lnTo>
                <a:lnTo>
                  <a:pt x="4844" y="1236"/>
                </a:lnTo>
                <a:lnTo>
                  <a:pt x="4843" y="1236"/>
                </a:lnTo>
                <a:lnTo>
                  <a:pt x="4843" y="1235"/>
                </a:lnTo>
                <a:lnTo>
                  <a:pt x="4844" y="1235"/>
                </a:lnTo>
                <a:lnTo>
                  <a:pt x="4845" y="1235"/>
                </a:lnTo>
                <a:lnTo>
                  <a:pt x="4846" y="1234"/>
                </a:lnTo>
                <a:lnTo>
                  <a:pt x="4846" y="1233"/>
                </a:lnTo>
                <a:lnTo>
                  <a:pt x="4845" y="1233"/>
                </a:lnTo>
                <a:lnTo>
                  <a:pt x="4844" y="1233"/>
                </a:lnTo>
                <a:lnTo>
                  <a:pt x="4843" y="1233"/>
                </a:lnTo>
                <a:lnTo>
                  <a:pt x="4842" y="1234"/>
                </a:lnTo>
                <a:lnTo>
                  <a:pt x="4841" y="1233"/>
                </a:lnTo>
                <a:lnTo>
                  <a:pt x="4842" y="1233"/>
                </a:lnTo>
                <a:lnTo>
                  <a:pt x="4842" y="1232"/>
                </a:lnTo>
                <a:lnTo>
                  <a:pt x="4841" y="1232"/>
                </a:lnTo>
                <a:lnTo>
                  <a:pt x="4840" y="1232"/>
                </a:lnTo>
                <a:lnTo>
                  <a:pt x="4839" y="1232"/>
                </a:lnTo>
                <a:lnTo>
                  <a:pt x="4839" y="1231"/>
                </a:lnTo>
                <a:lnTo>
                  <a:pt x="4838" y="1231"/>
                </a:lnTo>
                <a:lnTo>
                  <a:pt x="4837" y="1231"/>
                </a:lnTo>
                <a:lnTo>
                  <a:pt x="4837" y="1232"/>
                </a:lnTo>
                <a:lnTo>
                  <a:pt x="4836" y="1231"/>
                </a:lnTo>
                <a:lnTo>
                  <a:pt x="4836" y="1230"/>
                </a:lnTo>
                <a:lnTo>
                  <a:pt x="4835" y="1230"/>
                </a:lnTo>
                <a:lnTo>
                  <a:pt x="4834" y="1230"/>
                </a:lnTo>
                <a:lnTo>
                  <a:pt x="4834" y="1231"/>
                </a:lnTo>
                <a:lnTo>
                  <a:pt x="4833" y="1231"/>
                </a:lnTo>
                <a:lnTo>
                  <a:pt x="4833" y="1230"/>
                </a:lnTo>
                <a:lnTo>
                  <a:pt x="4832" y="1230"/>
                </a:lnTo>
                <a:lnTo>
                  <a:pt x="4831" y="1230"/>
                </a:lnTo>
                <a:lnTo>
                  <a:pt x="4830" y="1230"/>
                </a:lnTo>
                <a:lnTo>
                  <a:pt x="4829" y="1229"/>
                </a:lnTo>
                <a:lnTo>
                  <a:pt x="4830" y="1229"/>
                </a:lnTo>
                <a:lnTo>
                  <a:pt x="4831" y="1229"/>
                </a:lnTo>
                <a:lnTo>
                  <a:pt x="4831" y="1228"/>
                </a:lnTo>
                <a:lnTo>
                  <a:pt x="4831" y="1227"/>
                </a:lnTo>
                <a:lnTo>
                  <a:pt x="4833" y="1227"/>
                </a:lnTo>
                <a:lnTo>
                  <a:pt x="4833" y="1226"/>
                </a:lnTo>
                <a:lnTo>
                  <a:pt x="4833" y="1225"/>
                </a:lnTo>
                <a:lnTo>
                  <a:pt x="4834" y="1225"/>
                </a:lnTo>
                <a:lnTo>
                  <a:pt x="4836" y="1225"/>
                </a:lnTo>
                <a:lnTo>
                  <a:pt x="4837" y="1225"/>
                </a:lnTo>
                <a:lnTo>
                  <a:pt x="4837" y="1224"/>
                </a:lnTo>
                <a:lnTo>
                  <a:pt x="4836" y="1224"/>
                </a:lnTo>
                <a:lnTo>
                  <a:pt x="4835" y="1224"/>
                </a:lnTo>
                <a:lnTo>
                  <a:pt x="4834" y="1224"/>
                </a:lnTo>
                <a:lnTo>
                  <a:pt x="4833" y="1224"/>
                </a:lnTo>
                <a:lnTo>
                  <a:pt x="4832" y="1224"/>
                </a:lnTo>
                <a:lnTo>
                  <a:pt x="4831" y="1224"/>
                </a:lnTo>
                <a:lnTo>
                  <a:pt x="4831" y="1223"/>
                </a:lnTo>
                <a:lnTo>
                  <a:pt x="4831" y="1222"/>
                </a:lnTo>
                <a:lnTo>
                  <a:pt x="4831" y="1221"/>
                </a:lnTo>
                <a:lnTo>
                  <a:pt x="4830" y="1221"/>
                </a:lnTo>
                <a:lnTo>
                  <a:pt x="4830" y="1222"/>
                </a:lnTo>
                <a:lnTo>
                  <a:pt x="4829" y="1222"/>
                </a:lnTo>
                <a:lnTo>
                  <a:pt x="4829" y="1221"/>
                </a:lnTo>
                <a:lnTo>
                  <a:pt x="4828" y="1221"/>
                </a:lnTo>
                <a:lnTo>
                  <a:pt x="4829" y="1221"/>
                </a:lnTo>
                <a:lnTo>
                  <a:pt x="4830" y="1220"/>
                </a:lnTo>
                <a:lnTo>
                  <a:pt x="4830" y="1219"/>
                </a:lnTo>
                <a:lnTo>
                  <a:pt x="4829" y="1219"/>
                </a:lnTo>
                <a:lnTo>
                  <a:pt x="4828" y="1219"/>
                </a:lnTo>
                <a:lnTo>
                  <a:pt x="4827" y="1219"/>
                </a:lnTo>
                <a:lnTo>
                  <a:pt x="4827" y="1218"/>
                </a:lnTo>
                <a:lnTo>
                  <a:pt x="4826" y="1218"/>
                </a:lnTo>
                <a:lnTo>
                  <a:pt x="4825" y="1218"/>
                </a:lnTo>
                <a:lnTo>
                  <a:pt x="4825" y="1217"/>
                </a:lnTo>
                <a:lnTo>
                  <a:pt x="4824" y="1217"/>
                </a:lnTo>
                <a:lnTo>
                  <a:pt x="4823" y="1217"/>
                </a:lnTo>
                <a:lnTo>
                  <a:pt x="4823" y="1216"/>
                </a:lnTo>
                <a:lnTo>
                  <a:pt x="4824" y="1215"/>
                </a:lnTo>
                <a:lnTo>
                  <a:pt x="4824" y="1214"/>
                </a:lnTo>
                <a:lnTo>
                  <a:pt x="4825" y="1214"/>
                </a:lnTo>
                <a:lnTo>
                  <a:pt x="4825" y="1215"/>
                </a:lnTo>
                <a:lnTo>
                  <a:pt x="4826" y="1215"/>
                </a:lnTo>
                <a:lnTo>
                  <a:pt x="4827" y="1215"/>
                </a:lnTo>
                <a:lnTo>
                  <a:pt x="4827" y="1214"/>
                </a:lnTo>
                <a:lnTo>
                  <a:pt x="4827" y="1213"/>
                </a:lnTo>
                <a:lnTo>
                  <a:pt x="4826" y="1213"/>
                </a:lnTo>
                <a:lnTo>
                  <a:pt x="4826" y="1214"/>
                </a:lnTo>
                <a:lnTo>
                  <a:pt x="4825" y="1214"/>
                </a:lnTo>
                <a:lnTo>
                  <a:pt x="4825" y="1213"/>
                </a:lnTo>
                <a:lnTo>
                  <a:pt x="4825" y="1212"/>
                </a:lnTo>
                <a:lnTo>
                  <a:pt x="4825" y="1211"/>
                </a:lnTo>
                <a:lnTo>
                  <a:pt x="4824" y="1211"/>
                </a:lnTo>
                <a:lnTo>
                  <a:pt x="4825" y="1211"/>
                </a:lnTo>
                <a:lnTo>
                  <a:pt x="4825" y="1210"/>
                </a:lnTo>
                <a:lnTo>
                  <a:pt x="4825" y="1209"/>
                </a:lnTo>
                <a:lnTo>
                  <a:pt x="4824" y="1209"/>
                </a:lnTo>
                <a:lnTo>
                  <a:pt x="4822" y="1209"/>
                </a:lnTo>
                <a:lnTo>
                  <a:pt x="4821" y="1209"/>
                </a:lnTo>
                <a:lnTo>
                  <a:pt x="4820" y="1209"/>
                </a:lnTo>
                <a:lnTo>
                  <a:pt x="4821" y="1208"/>
                </a:lnTo>
                <a:lnTo>
                  <a:pt x="4821" y="1207"/>
                </a:lnTo>
                <a:lnTo>
                  <a:pt x="4820" y="1207"/>
                </a:lnTo>
                <a:lnTo>
                  <a:pt x="4819" y="1207"/>
                </a:lnTo>
                <a:lnTo>
                  <a:pt x="4818" y="1207"/>
                </a:lnTo>
                <a:lnTo>
                  <a:pt x="4818" y="1206"/>
                </a:lnTo>
                <a:lnTo>
                  <a:pt x="4817" y="1206"/>
                </a:lnTo>
                <a:lnTo>
                  <a:pt x="4816" y="1206"/>
                </a:lnTo>
                <a:lnTo>
                  <a:pt x="4815" y="1206"/>
                </a:lnTo>
                <a:lnTo>
                  <a:pt x="4814" y="1206"/>
                </a:lnTo>
                <a:lnTo>
                  <a:pt x="4814" y="1205"/>
                </a:lnTo>
                <a:lnTo>
                  <a:pt x="4815" y="1205"/>
                </a:lnTo>
                <a:lnTo>
                  <a:pt x="4816" y="1205"/>
                </a:lnTo>
                <a:lnTo>
                  <a:pt x="4816" y="1204"/>
                </a:lnTo>
                <a:lnTo>
                  <a:pt x="4816" y="1203"/>
                </a:lnTo>
                <a:lnTo>
                  <a:pt x="4815" y="1203"/>
                </a:lnTo>
                <a:lnTo>
                  <a:pt x="4815" y="1202"/>
                </a:lnTo>
                <a:lnTo>
                  <a:pt x="4814" y="1202"/>
                </a:lnTo>
                <a:lnTo>
                  <a:pt x="4813" y="1202"/>
                </a:lnTo>
                <a:lnTo>
                  <a:pt x="4813" y="1203"/>
                </a:lnTo>
                <a:lnTo>
                  <a:pt x="4812" y="1203"/>
                </a:lnTo>
                <a:lnTo>
                  <a:pt x="4812" y="1204"/>
                </a:lnTo>
                <a:lnTo>
                  <a:pt x="4811" y="1204"/>
                </a:lnTo>
                <a:lnTo>
                  <a:pt x="4810" y="1204"/>
                </a:lnTo>
                <a:lnTo>
                  <a:pt x="4810" y="1205"/>
                </a:lnTo>
                <a:lnTo>
                  <a:pt x="4809" y="1205"/>
                </a:lnTo>
                <a:lnTo>
                  <a:pt x="4808" y="1206"/>
                </a:lnTo>
                <a:lnTo>
                  <a:pt x="4807" y="1207"/>
                </a:lnTo>
                <a:lnTo>
                  <a:pt x="4807" y="1208"/>
                </a:lnTo>
                <a:lnTo>
                  <a:pt x="4807" y="1209"/>
                </a:lnTo>
                <a:lnTo>
                  <a:pt x="4807" y="1210"/>
                </a:lnTo>
                <a:lnTo>
                  <a:pt x="4806" y="1210"/>
                </a:lnTo>
                <a:lnTo>
                  <a:pt x="4806" y="1211"/>
                </a:lnTo>
                <a:lnTo>
                  <a:pt x="4805" y="1212"/>
                </a:lnTo>
                <a:lnTo>
                  <a:pt x="4805" y="1211"/>
                </a:lnTo>
                <a:lnTo>
                  <a:pt x="4804" y="1211"/>
                </a:lnTo>
                <a:lnTo>
                  <a:pt x="4804" y="1210"/>
                </a:lnTo>
                <a:lnTo>
                  <a:pt x="4804" y="1209"/>
                </a:lnTo>
                <a:lnTo>
                  <a:pt x="4803" y="1209"/>
                </a:lnTo>
                <a:lnTo>
                  <a:pt x="4802" y="1210"/>
                </a:lnTo>
                <a:lnTo>
                  <a:pt x="4802" y="1211"/>
                </a:lnTo>
                <a:lnTo>
                  <a:pt x="4802" y="1212"/>
                </a:lnTo>
                <a:lnTo>
                  <a:pt x="4802" y="1213"/>
                </a:lnTo>
                <a:lnTo>
                  <a:pt x="4802" y="1214"/>
                </a:lnTo>
                <a:lnTo>
                  <a:pt x="4801" y="1214"/>
                </a:lnTo>
                <a:lnTo>
                  <a:pt x="4800" y="1214"/>
                </a:lnTo>
                <a:lnTo>
                  <a:pt x="4800" y="1213"/>
                </a:lnTo>
                <a:lnTo>
                  <a:pt x="4800" y="1212"/>
                </a:lnTo>
                <a:lnTo>
                  <a:pt x="4799" y="1212"/>
                </a:lnTo>
                <a:lnTo>
                  <a:pt x="4799" y="1211"/>
                </a:lnTo>
                <a:lnTo>
                  <a:pt x="4798" y="1211"/>
                </a:lnTo>
                <a:lnTo>
                  <a:pt x="4797" y="1210"/>
                </a:lnTo>
                <a:lnTo>
                  <a:pt x="4796" y="1210"/>
                </a:lnTo>
                <a:lnTo>
                  <a:pt x="4795" y="1209"/>
                </a:lnTo>
                <a:lnTo>
                  <a:pt x="4794" y="1209"/>
                </a:lnTo>
                <a:lnTo>
                  <a:pt x="4793" y="1209"/>
                </a:lnTo>
                <a:lnTo>
                  <a:pt x="4793" y="1210"/>
                </a:lnTo>
                <a:lnTo>
                  <a:pt x="4794" y="1210"/>
                </a:lnTo>
                <a:lnTo>
                  <a:pt x="4795" y="1211"/>
                </a:lnTo>
                <a:lnTo>
                  <a:pt x="4796" y="1211"/>
                </a:lnTo>
                <a:lnTo>
                  <a:pt x="4797" y="1212"/>
                </a:lnTo>
                <a:lnTo>
                  <a:pt x="4796" y="1212"/>
                </a:lnTo>
                <a:lnTo>
                  <a:pt x="4796" y="1213"/>
                </a:lnTo>
                <a:lnTo>
                  <a:pt x="4795" y="1214"/>
                </a:lnTo>
                <a:lnTo>
                  <a:pt x="4794" y="1215"/>
                </a:lnTo>
                <a:lnTo>
                  <a:pt x="4793" y="1215"/>
                </a:lnTo>
                <a:lnTo>
                  <a:pt x="4792" y="1215"/>
                </a:lnTo>
                <a:lnTo>
                  <a:pt x="4792" y="1216"/>
                </a:lnTo>
                <a:lnTo>
                  <a:pt x="4793" y="1216"/>
                </a:lnTo>
                <a:lnTo>
                  <a:pt x="4793" y="1217"/>
                </a:lnTo>
                <a:lnTo>
                  <a:pt x="4792" y="1218"/>
                </a:lnTo>
                <a:lnTo>
                  <a:pt x="4791" y="1217"/>
                </a:lnTo>
                <a:lnTo>
                  <a:pt x="4790" y="1217"/>
                </a:lnTo>
                <a:lnTo>
                  <a:pt x="4790" y="1218"/>
                </a:lnTo>
                <a:lnTo>
                  <a:pt x="4789" y="1218"/>
                </a:lnTo>
                <a:lnTo>
                  <a:pt x="4789" y="1219"/>
                </a:lnTo>
                <a:lnTo>
                  <a:pt x="4788" y="1218"/>
                </a:lnTo>
                <a:lnTo>
                  <a:pt x="4787" y="1218"/>
                </a:lnTo>
                <a:lnTo>
                  <a:pt x="4787" y="1217"/>
                </a:lnTo>
                <a:lnTo>
                  <a:pt x="4786" y="1217"/>
                </a:lnTo>
                <a:lnTo>
                  <a:pt x="4785" y="1217"/>
                </a:lnTo>
                <a:lnTo>
                  <a:pt x="4785" y="1218"/>
                </a:lnTo>
                <a:lnTo>
                  <a:pt x="4786" y="1218"/>
                </a:lnTo>
                <a:lnTo>
                  <a:pt x="4786" y="1219"/>
                </a:lnTo>
                <a:lnTo>
                  <a:pt x="4786" y="1220"/>
                </a:lnTo>
                <a:lnTo>
                  <a:pt x="4785" y="1220"/>
                </a:lnTo>
                <a:lnTo>
                  <a:pt x="4784" y="1221"/>
                </a:lnTo>
                <a:lnTo>
                  <a:pt x="4784" y="1222"/>
                </a:lnTo>
                <a:lnTo>
                  <a:pt x="4783" y="1222"/>
                </a:lnTo>
                <a:lnTo>
                  <a:pt x="4782" y="1222"/>
                </a:lnTo>
                <a:lnTo>
                  <a:pt x="4781" y="1223"/>
                </a:lnTo>
                <a:lnTo>
                  <a:pt x="4782" y="1224"/>
                </a:lnTo>
                <a:lnTo>
                  <a:pt x="4782" y="1225"/>
                </a:lnTo>
                <a:lnTo>
                  <a:pt x="4783" y="1226"/>
                </a:lnTo>
                <a:lnTo>
                  <a:pt x="4784" y="1227"/>
                </a:lnTo>
                <a:lnTo>
                  <a:pt x="4784" y="1228"/>
                </a:lnTo>
                <a:lnTo>
                  <a:pt x="4784" y="1229"/>
                </a:lnTo>
                <a:lnTo>
                  <a:pt x="4783" y="1229"/>
                </a:lnTo>
                <a:lnTo>
                  <a:pt x="4782" y="1230"/>
                </a:lnTo>
                <a:lnTo>
                  <a:pt x="4782" y="1231"/>
                </a:lnTo>
                <a:lnTo>
                  <a:pt x="4781" y="1232"/>
                </a:lnTo>
                <a:lnTo>
                  <a:pt x="4781" y="1233"/>
                </a:lnTo>
                <a:lnTo>
                  <a:pt x="4780" y="1234"/>
                </a:lnTo>
                <a:lnTo>
                  <a:pt x="4781" y="1235"/>
                </a:lnTo>
                <a:lnTo>
                  <a:pt x="4781" y="1236"/>
                </a:lnTo>
                <a:lnTo>
                  <a:pt x="4780" y="1236"/>
                </a:lnTo>
                <a:lnTo>
                  <a:pt x="4779" y="1236"/>
                </a:lnTo>
                <a:lnTo>
                  <a:pt x="4779" y="1237"/>
                </a:lnTo>
                <a:lnTo>
                  <a:pt x="4778" y="1238"/>
                </a:lnTo>
                <a:lnTo>
                  <a:pt x="4778" y="1239"/>
                </a:lnTo>
                <a:lnTo>
                  <a:pt x="4777" y="1239"/>
                </a:lnTo>
                <a:lnTo>
                  <a:pt x="4777" y="1240"/>
                </a:lnTo>
                <a:lnTo>
                  <a:pt x="4776" y="1240"/>
                </a:lnTo>
                <a:lnTo>
                  <a:pt x="4776" y="1241"/>
                </a:lnTo>
                <a:lnTo>
                  <a:pt x="4777" y="1241"/>
                </a:lnTo>
                <a:lnTo>
                  <a:pt x="4778" y="1241"/>
                </a:lnTo>
                <a:lnTo>
                  <a:pt x="4777" y="1242"/>
                </a:lnTo>
                <a:lnTo>
                  <a:pt x="4777" y="1243"/>
                </a:lnTo>
                <a:lnTo>
                  <a:pt x="4777" y="1244"/>
                </a:lnTo>
                <a:lnTo>
                  <a:pt x="4776" y="1244"/>
                </a:lnTo>
                <a:lnTo>
                  <a:pt x="4777" y="1245"/>
                </a:lnTo>
                <a:lnTo>
                  <a:pt x="4777" y="1244"/>
                </a:lnTo>
                <a:lnTo>
                  <a:pt x="4778" y="1244"/>
                </a:lnTo>
                <a:lnTo>
                  <a:pt x="4778" y="1245"/>
                </a:lnTo>
                <a:lnTo>
                  <a:pt x="4777" y="1245"/>
                </a:lnTo>
                <a:lnTo>
                  <a:pt x="4777" y="1246"/>
                </a:lnTo>
                <a:lnTo>
                  <a:pt x="4778" y="1247"/>
                </a:lnTo>
                <a:lnTo>
                  <a:pt x="4779" y="1247"/>
                </a:lnTo>
                <a:lnTo>
                  <a:pt x="4779" y="1248"/>
                </a:lnTo>
                <a:lnTo>
                  <a:pt x="4778" y="1248"/>
                </a:lnTo>
                <a:lnTo>
                  <a:pt x="4778" y="1249"/>
                </a:lnTo>
                <a:lnTo>
                  <a:pt x="4777" y="1249"/>
                </a:lnTo>
                <a:lnTo>
                  <a:pt x="4777" y="1250"/>
                </a:lnTo>
                <a:lnTo>
                  <a:pt x="4776" y="1250"/>
                </a:lnTo>
                <a:lnTo>
                  <a:pt x="4774" y="1250"/>
                </a:lnTo>
                <a:lnTo>
                  <a:pt x="4773" y="1250"/>
                </a:lnTo>
                <a:lnTo>
                  <a:pt x="4773" y="1249"/>
                </a:lnTo>
                <a:lnTo>
                  <a:pt x="4774" y="1249"/>
                </a:lnTo>
                <a:lnTo>
                  <a:pt x="4775" y="1249"/>
                </a:lnTo>
                <a:lnTo>
                  <a:pt x="4776" y="1249"/>
                </a:lnTo>
                <a:lnTo>
                  <a:pt x="4776" y="1248"/>
                </a:lnTo>
                <a:lnTo>
                  <a:pt x="4776" y="1247"/>
                </a:lnTo>
                <a:lnTo>
                  <a:pt x="4774" y="1247"/>
                </a:lnTo>
                <a:lnTo>
                  <a:pt x="4773" y="1248"/>
                </a:lnTo>
                <a:lnTo>
                  <a:pt x="4772" y="1248"/>
                </a:lnTo>
                <a:lnTo>
                  <a:pt x="4772" y="1249"/>
                </a:lnTo>
                <a:lnTo>
                  <a:pt x="4771" y="1249"/>
                </a:lnTo>
                <a:lnTo>
                  <a:pt x="4770" y="1249"/>
                </a:lnTo>
                <a:lnTo>
                  <a:pt x="4769" y="1249"/>
                </a:lnTo>
                <a:lnTo>
                  <a:pt x="4769" y="1251"/>
                </a:lnTo>
                <a:lnTo>
                  <a:pt x="4768" y="1251"/>
                </a:lnTo>
                <a:lnTo>
                  <a:pt x="4767" y="1251"/>
                </a:lnTo>
                <a:lnTo>
                  <a:pt x="4767" y="1252"/>
                </a:lnTo>
                <a:lnTo>
                  <a:pt x="4766" y="1252"/>
                </a:lnTo>
                <a:lnTo>
                  <a:pt x="4766" y="1253"/>
                </a:lnTo>
                <a:lnTo>
                  <a:pt x="4766" y="1254"/>
                </a:lnTo>
                <a:lnTo>
                  <a:pt x="4765" y="1254"/>
                </a:lnTo>
                <a:lnTo>
                  <a:pt x="4765" y="1255"/>
                </a:lnTo>
                <a:lnTo>
                  <a:pt x="4764" y="1255"/>
                </a:lnTo>
                <a:lnTo>
                  <a:pt x="4764" y="1256"/>
                </a:lnTo>
                <a:lnTo>
                  <a:pt x="4763" y="1256"/>
                </a:lnTo>
                <a:lnTo>
                  <a:pt x="4763" y="1257"/>
                </a:lnTo>
                <a:lnTo>
                  <a:pt x="4763" y="1258"/>
                </a:lnTo>
                <a:lnTo>
                  <a:pt x="4762" y="1258"/>
                </a:lnTo>
                <a:lnTo>
                  <a:pt x="4762" y="1259"/>
                </a:lnTo>
                <a:lnTo>
                  <a:pt x="4762" y="1260"/>
                </a:lnTo>
                <a:lnTo>
                  <a:pt x="4761" y="1261"/>
                </a:lnTo>
                <a:lnTo>
                  <a:pt x="4760" y="1261"/>
                </a:lnTo>
                <a:lnTo>
                  <a:pt x="4759" y="1261"/>
                </a:lnTo>
                <a:lnTo>
                  <a:pt x="4759" y="1262"/>
                </a:lnTo>
                <a:lnTo>
                  <a:pt x="4758" y="1263"/>
                </a:lnTo>
                <a:lnTo>
                  <a:pt x="4758" y="1264"/>
                </a:lnTo>
                <a:lnTo>
                  <a:pt x="4758" y="1265"/>
                </a:lnTo>
                <a:lnTo>
                  <a:pt x="4758" y="1266"/>
                </a:lnTo>
                <a:lnTo>
                  <a:pt x="4756" y="1266"/>
                </a:lnTo>
                <a:lnTo>
                  <a:pt x="4756" y="1267"/>
                </a:lnTo>
                <a:lnTo>
                  <a:pt x="4757" y="1267"/>
                </a:lnTo>
                <a:lnTo>
                  <a:pt x="4757" y="1268"/>
                </a:lnTo>
                <a:lnTo>
                  <a:pt x="4756" y="1269"/>
                </a:lnTo>
                <a:lnTo>
                  <a:pt x="4755" y="1269"/>
                </a:lnTo>
                <a:lnTo>
                  <a:pt x="4754" y="1270"/>
                </a:lnTo>
                <a:lnTo>
                  <a:pt x="4753" y="1270"/>
                </a:lnTo>
                <a:lnTo>
                  <a:pt x="4752" y="1270"/>
                </a:lnTo>
                <a:lnTo>
                  <a:pt x="4751" y="1270"/>
                </a:lnTo>
                <a:lnTo>
                  <a:pt x="4751" y="1272"/>
                </a:lnTo>
                <a:lnTo>
                  <a:pt x="4750" y="1272"/>
                </a:lnTo>
                <a:lnTo>
                  <a:pt x="4749" y="1272"/>
                </a:lnTo>
                <a:lnTo>
                  <a:pt x="4748" y="1273"/>
                </a:lnTo>
                <a:lnTo>
                  <a:pt x="4747" y="1273"/>
                </a:lnTo>
                <a:lnTo>
                  <a:pt x="4747" y="1274"/>
                </a:lnTo>
                <a:lnTo>
                  <a:pt x="4746" y="1275"/>
                </a:lnTo>
                <a:lnTo>
                  <a:pt x="4745" y="1276"/>
                </a:lnTo>
                <a:lnTo>
                  <a:pt x="4744" y="1276"/>
                </a:lnTo>
                <a:lnTo>
                  <a:pt x="4743" y="1276"/>
                </a:lnTo>
                <a:lnTo>
                  <a:pt x="4742" y="1276"/>
                </a:lnTo>
                <a:lnTo>
                  <a:pt x="4741" y="1276"/>
                </a:lnTo>
                <a:lnTo>
                  <a:pt x="4740" y="1277"/>
                </a:lnTo>
                <a:lnTo>
                  <a:pt x="4740" y="1278"/>
                </a:lnTo>
                <a:lnTo>
                  <a:pt x="4741" y="1278"/>
                </a:lnTo>
                <a:lnTo>
                  <a:pt x="4741" y="1279"/>
                </a:lnTo>
                <a:lnTo>
                  <a:pt x="4742" y="1279"/>
                </a:lnTo>
                <a:lnTo>
                  <a:pt x="4742" y="1280"/>
                </a:lnTo>
                <a:lnTo>
                  <a:pt x="4741" y="1281"/>
                </a:lnTo>
                <a:lnTo>
                  <a:pt x="4741" y="1282"/>
                </a:lnTo>
                <a:lnTo>
                  <a:pt x="4740" y="1282"/>
                </a:lnTo>
                <a:lnTo>
                  <a:pt x="4740" y="1281"/>
                </a:lnTo>
                <a:lnTo>
                  <a:pt x="4739" y="1281"/>
                </a:lnTo>
                <a:lnTo>
                  <a:pt x="4739" y="1282"/>
                </a:lnTo>
                <a:lnTo>
                  <a:pt x="4739" y="1283"/>
                </a:lnTo>
                <a:lnTo>
                  <a:pt x="4740" y="1284"/>
                </a:lnTo>
                <a:lnTo>
                  <a:pt x="4740" y="1285"/>
                </a:lnTo>
                <a:lnTo>
                  <a:pt x="4739" y="1285"/>
                </a:lnTo>
                <a:lnTo>
                  <a:pt x="4738" y="1285"/>
                </a:lnTo>
                <a:lnTo>
                  <a:pt x="4737" y="1285"/>
                </a:lnTo>
                <a:lnTo>
                  <a:pt x="4736" y="1285"/>
                </a:lnTo>
                <a:lnTo>
                  <a:pt x="4736" y="1286"/>
                </a:lnTo>
                <a:lnTo>
                  <a:pt x="4737" y="1286"/>
                </a:lnTo>
                <a:lnTo>
                  <a:pt x="4737" y="1287"/>
                </a:lnTo>
                <a:lnTo>
                  <a:pt x="4737" y="1288"/>
                </a:lnTo>
                <a:lnTo>
                  <a:pt x="4736" y="1288"/>
                </a:lnTo>
                <a:lnTo>
                  <a:pt x="4735" y="1289"/>
                </a:lnTo>
                <a:lnTo>
                  <a:pt x="4735" y="1290"/>
                </a:lnTo>
                <a:lnTo>
                  <a:pt x="4735" y="1291"/>
                </a:lnTo>
                <a:lnTo>
                  <a:pt x="4734" y="1291"/>
                </a:lnTo>
                <a:lnTo>
                  <a:pt x="4733" y="1291"/>
                </a:lnTo>
                <a:lnTo>
                  <a:pt x="4733" y="1292"/>
                </a:lnTo>
                <a:lnTo>
                  <a:pt x="4733" y="1293"/>
                </a:lnTo>
                <a:lnTo>
                  <a:pt x="4732" y="1292"/>
                </a:lnTo>
                <a:lnTo>
                  <a:pt x="4731" y="1292"/>
                </a:lnTo>
                <a:lnTo>
                  <a:pt x="4730" y="1292"/>
                </a:lnTo>
                <a:lnTo>
                  <a:pt x="4729" y="1292"/>
                </a:lnTo>
                <a:lnTo>
                  <a:pt x="4729" y="1293"/>
                </a:lnTo>
                <a:lnTo>
                  <a:pt x="4728" y="1293"/>
                </a:lnTo>
                <a:lnTo>
                  <a:pt x="4728" y="1294"/>
                </a:lnTo>
                <a:lnTo>
                  <a:pt x="4729" y="1294"/>
                </a:lnTo>
                <a:lnTo>
                  <a:pt x="4730" y="1294"/>
                </a:lnTo>
                <a:lnTo>
                  <a:pt x="4731" y="1294"/>
                </a:lnTo>
                <a:lnTo>
                  <a:pt x="4732" y="1295"/>
                </a:lnTo>
                <a:lnTo>
                  <a:pt x="4732" y="1296"/>
                </a:lnTo>
                <a:lnTo>
                  <a:pt x="4731" y="1296"/>
                </a:lnTo>
                <a:lnTo>
                  <a:pt x="4730" y="1296"/>
                </a:lnTo>
                <a:lnTo>
                  <a:pt x="4729" y="1296"/>
                </a:lnTo>
                <a:lnTo>
                  <a:pt x="4728" y="1296"/>
                </a:lnTo>
                <a:lnTo>
                  <a:pt x="4728" y="1295"/>
                </a:lnTo>
                <a:lnTo>
                  <a:pt x="4727" y="1295"/>
                </a:lnTo>
                <a:lnTo>
                  <a:pt x="4727" y="1296"/>
                </a:lnTo>
                <a:lnTo>
                  <a:pt x="4727" y="1297"/>
                </a:lnTo>
                <a:lnTo>
                  <a:pt x="4726" y="1297"/>
                </a:lnTo>
                <a:lnTo>
                  <a:pt x="4726" y="1298"/>
                </a:lnTo>
                <a:lnTo>
                  <a:pt x="4724" y="1298"/>
                </a:lnTo>
                <a:lnTo>
                  <a:pt x="4723" y="1298"/>
                </a:lnTo>
                <a:lnTo>
                  <a:pt x="4723" y="1297"/>
                </a:lnTo>
                <a:lnTo>
                  <a:pt x="4722" y="1297"/>
                </a:lnTo>
                <a:lnTo>
                  <a:pt x="4722" y="1296"/>
                </a:lnTo>
                <a:lnTo>
                  <a:pt x="4722" y="1295"/>
                </a:lnTo>
                <a:lnTo>
                  <a:pt x="4722" y="1294"/>
                </a:lnTo>
                <a:lnTo>
                  <a:pt x="4722" y="1295"/>
                </a:lnTo>
                <a:lnTo>
                  <a:pt x="4721" y="1295"/>
                </a:lnTo>
                <a:lnTo>
                  <a:pt x="4721" y="1296"/>
                </a:lnTo>
                <a:lnTo>
                  <a:pt x="4720" y="1296"/>
                </a:lnTo>
                <a:lnTo>
                  <a:pt x="4720" y="1295"/>
                </a:lnTo>
                <a:lnTo>
                  <a:pt x="4719" y="1295"/>
                </a:lnTo>
                <a:lnTo>
                  <a:pt x="4718" y="1295"/>
                </a:lnTo>
                <a:lnTo>
                  <a:pt x="4718" y="1296"/>
                </a:lnTo>
                <a:lnTo>
                  <a:pt x="4718" y="1297"/>
                </a:lnTo>
                <a:lnTo>
                  <a:pt x="4717" y="1297"/>
                </a:lnTo>
                <a:lnTo>
                  <a:pt x="4717" y="1298"/>
                </a:lnTo>
                <a:lnTo>
                  <a:pt x="4716" y="1298"/>
                </a:lnTo>
                <a:lnTo>
                  <a:pt x="4715" y="1298"/>
                </a:lnTo>
                <a:lnTo>
                  <a:pt x="4714" y="1299"/>
                </a:lnTo>
                <a:lnTo>
                  <a:pt x="4713" y="1299"/>
                </a:lnTo>
                <a:lnTo>
                  <a:pt x="4712" y="1299"/>
                </a:lnTo>
                <a:lnTo>
                  <a:pt x="4712" y="1298"/>
                </a:lnTo>
                <a:lnTo>
                  <a:pt x="4712" y="1297"/>
                </a:lnTo>
                <a:lnTo>
                  <a:pt x="4711" y="1297"/>
                </a:lnTo>
                <a:lnTo>
                  <a:pt x="4710" y="1297"/>
                </a:lnTo>
                <a:lnTo>
                  <a:pt x="4710" y="1296"/>
                </a:lnTo>
                <a:lnTo>
                  <a:pt x="4709" y="1296"/>
                </a:lnTo>
                <a:lnTo>
                  <a:pt x="4709" y="1297"/>
                </a:lnTo>
                <a:lnTo>
                  <a:pt x="4708" y="1298"/>
                </a:lnTo>
                <a:lnTo>
                  <a:pt x="4709" y="1298"/>
                </a:lnTo>
                <a:lnTo>
                  <a:pt x="4709" y="1297"/>
                </a:lnTo>
                <a:lnTo>
                  <a:pt x="4709" y="1298"/>
                </a:lnTo>
                <a:lnTo>
                  <a:pt x="4708" y="1298"/>
                </a:lnTo>
                <a:lnTo>
                  <a:pt x="4709" y="1298"/>
                </a:lnTo>
                <a:lnTo>
                  <a:pt x="4709" y="1299"/>
                </a:lnTo>
                <a:lnTo>
                  <a:pt x="4708" y="1299"/>
                </a:lnTo>
                <a:lnTo>
                  <a:pt x="4707" y="1299"/>
                </a:lnTo>
                <a:lnTo>
                  <a:pt x="4706" y="1299"/>
                </a:lnTo>
                <a:lnTo>
                  <a:pt x="4705" y="1299"/>
                </a:lnTo>
                <a:lnTo>
                  <a:pt x="4704" y="1299"/>
                </a:lnTo>
                <a:lnTo>
                  <a:pt x="4704" y="1300"/>
                </a:lnTo>
                <a:lnTo>
                  <a:pt x="4703" y="1300"/>
                </a:lnTo>
                <a:lnTo>
                  <a:pt x="4703" y="1301"/>
                </a:lnTo>
                <a:lnTo>
                  <a:pt x="4702" y="1302"/>
                </a:lnTo>
                <a:lnTo>
                  <a:pt x="4701" y="1302"/>
                </a:lnTo>
                <a:lnTo>
                  <a:pt x="4700" y="1303"/>
                </a:lnTo>
                <a:lnTo>
                  <a:pt x="4700" y="1304"/>
                </a:lnTo>
                <a:lnTo>
                  <a:pt x="4699" y="1304"/>
                </a:lnTo>
                <a:lnTo>
                  <a:pt x="4698" y="1304"/>
                </a:lnTo>
                <a:lnTo>
                  <a:pt x="4698" y="1305"/>
                </a:lnTo>
                <a:lnTo>
                  <a:pt x="4698" y="1306"/>
                </a:lnTo>
                <a:lnTo>
                  <a:pt x="4699" y="1306"/>
                </a:lnTo>
                <a:lnTo>
                  <a:pt x="4700" y="1306"/>
                </a:lnTo>
                <a:lnTo>
                  <a:pt x="4701" y="1306"/>
                </a:lnTo>
                <a:lnTo>
                  <a:pt x="4701" y="1307"/>
                </a:lnTo>
                <a:lnTo>
                  <a:pt x="4702" y="1307"/>
                </a:lnTo>
                <a:lnTo>
                  <a:pt x="4702" y="1308"/>
                </a:lnTo>
                <a:lnTo>
                  <a:pt x="4702" y="1309"/>
                </a:lnTo>
                <a:lnTo>
                  <a:pt x="4702" y="1310"/>
                </a:lnTo>
                <a:lnTo>
                  <a:pt x="4701" y="1310"/>
                </a:lnTo>
                <a:lnTo>
                  <a:pt x="4700" y="1310"/>
                </a:lnTo>
                <a:lnTo>
                  <a:pt x="4698" y="1310"/>
                </a:lnTo>
                <a:lnTo>
                  <a:pt x="4697" y="1310"/>
                </a:lnTo>
                <a:lnTo>
                  <a:pt x="4696" y="1310"/>
                </a:lnTo>
                <a:lnTo>
                  <a:pt x="4695" y="1310"/>
                </a:lnTo>
                <a:lnTo>
                  <a:pt x="4694" y="1310"/>
                </a:lnTo>
                <a:lnTo>
                  <a:pt x="4693" y="1310"/>
                </a:lnTo>
                <a:lnTo>
                  <a:pt x="4693" y="1309"/>
                </a:lnTo>
                <a:lnTo>
                  <a:pt x="4692" y="1309"/>
                </a:lnTo>
                <a:lnTo>
                  <a:pt x="4691" y="1309"/>
                </a:lnTo>
                <a:lnTo>
                  <a:pt x="4690" y="1309"/>
                </a:lnTo>
                <a:lnTo>
                  <a:pt x="4690" y="1311"/>
                </a:lnTo>
                <a:lnTo>
                  <a:pt x="4690" y="1312"/>
                </a:lnTo>
                <a:lnTo>
                  <a:pt x="4690" y="1313"/>
                </a:lnTo>
                <a:lnTo>
                  <a:pt x="4689" y="1313"/>
                </a:lnTo>
                <a:lnTo>
                  <a:pt x="4689" y="1314"/>
                </a:lnTo>
                <a:lnTo>
                  <a:pt x="4688" y="1314"/>
                </a:lnTo>
                <a:lnTo>
                  <a:pt x="4687" y="1315"/>
                </a:lnTo>
                <a:lnTo>
                  <a:pt x="4687" y="1314"/>
                </a:lnTo>
                <a:lnTo>
                  <a:pt x="4686" y="1314"/>
                </a:lnTo>
                <a:lnTo>
                  <a:pt x="4685" y="1314"/>
                </a:lnTo>
                <a:lnTo>
                  <a:pt x="4684" y="1314"/>
                </a:lnTo>
                <a:lnTo>
                  <a:pt x="4683" y="1314"/>
                </a:lnTo>
                <a:lnTo>
                  <a:pt x="4683" y="1315"/>
                </a:lnTo>
                <a:lnTo>
                  <a:pt x="4682" y="1315"/>
                </a:lnTo>
                <a:lnTo>
                  <a:pt x="4682" y="1316"/>
                </a:lnTo>
                <a:lnTo>
                  <a:pt x="4681" y="1317"/>
                </a:lnTo>
                <a:lnTo>
                  <a:pt x="4682" y="1317"/>
                </a:lnTo>
                <a:lnTo>
                  <a:pt x="4681" y="1317"/>
                </a:lnTo>
                <a:lnTo>
                  <a:pt x="4682" y="1317"/>
                </a:lnTo>
                <a:lnTo>
                  <a:pt x="4681" y="1317"/>
                </a:lnTo>
                <a:lnTo>
                  <a:pt x="4682" y="1317"/>
                </a:lnTo>
                <a:lnTo>
                  <a:pt x="4682" y="1318"/>
                </a:lnTo>
                <a:lnTo>
                  <a:pt x="4681" y="1318"/>
                </a:lnTo>
                <a:lnTo>
                  <a:pt x="4682" y="1318"/>
                </a:lnTo>
                <a:lnTo>
                  <a:pt x="4681" y="1318"/>
                </a:lnTo>
                <a:lnTo>
                  <a:pt x="4681" y="1319"/>
                </a:lnTo>
                <a:lnTo>
                  <a:pt x="4680" y="1320"/>
                </a:lnTo>
                <a:lnTo>
                  <a:pt x="4679" y="1320"/>
                </a:lnTo>
                <a:lnTo>
                  <a:pt x="4679" y="1319"/>
                </a:lnTo>
                <a:lnTo>
                  <a:pt x="4678" y="1319"/>
                </a:lnTo>
                <a:lnTo>
                  <a:pt x="4678" y="1320"/>
                </a:lnTo>
                <a:lnTo>
                  <a:pt x="4678" y="1321"/>
                </a:lnTo>
                <a:lnTo>
                  <a:pt x="4678" y="1322"/>
                </a:lnTo>
                <a:lnTo>
                  <a:pt x="4678" y="1323"/>
                </a:lnTo>
                <a:lnTo>
                  <a:pt x="4678" y="1324"/>
                </a:lnTo>
                <a:lnTo>
                  <a:pt x="4677" y="1324"/>
                </a:lnTo>
                <a:lnTo>
                  <a:pt x="4676" y="1324"/>
                </a:lnTo>
                <a:lnTo>
                  <a:pt x="4676" y="1323"/>
                </a:lnTo>
                <a:lnTo>
                  <a:pt x="4675" y="1323"/>
                </a:lnTo>
                <a:lnTo>
                  <a:pt x="4674" y="1322"/>
                </a:lnTo>
                <a:lnTo>
                  <a:pt x="4674" y="1321"/>
                </a:lnTo>
                <a:lnTo>
                  <a:pt x="4674" y="1322"/>
                </a:lnTo>
                <a:lnTo>
                  <a:pt x="4674" y="1321"/>
                </a:lnTo>
                <a:lnTo>
                  <a:pt x="4673" y="1321"/>
                </a:lnTo>
                <a:lnTo>
                  <a:pt x="4672" y="1321"/>
                </a:lnTo>
                <a:lnTo>
                  <a:pt x="4672" y="1322"/>
                </a:lnTo>
                <a:lnTo>
                  <a:pt x="4671" y="1322"/>
                </a:lnTo>
                <a:lnTo>
                  <a:pt x="4670" y="1322"/>
                </a:lnTo>
                <a:lnTo>
                  <a:pt x="4670" y="1323"/>
                </a:lnTo>
                <a:lnTo>
                  <a:pt x="4669" y="1323"/>
                </a:lnTo>
                <a:lnTo>
                  <a:pt x="4669" y="1322"/>
                </a:lnTo>
                <a:lnTo>
                  <a:pt x="4668" y="1322"/>
                </a:lnTo>
                <a:lnTo>
                  <a:pt x="4668" y="1321"/>
                </a:lnTo>
                <a:lnTo>
                  <a:pt x="4667" y="1321"/>
                </a:lnTo>
                <a:lnTo>
                  <a:pt x="4666" y="1321"/>
                </a:lnTo>
                <a:lnTo>
                  <a:pt x="4665" y="1321"/>
                </a:lnTo>
                <a:lnTo>
                  <a:pt x="4666" y="1321"/>
                </a:lnTo>
                <a:lnTo>
                  <a:pt x="4665" y="1321"/>
                </a:lnTo>
                <a:lnTo>
                  <a:pt x="4665" y="1322"/>
                </a:lnTo>
                <a:lnTo>
                  <a:pt x="4665" y="1321"/>
                </a:lnTo>
                <a:lnTo>
                  <a:pt x="4665" y="1322"/>
                </a:lnTo>
                <a:lnTo>
                  <a:pt x="4665" y="1324"/>
                </a:lnTo>
                <a:lnTo>
                  <a:pt x="4664" y="1324"/>
                </a:lnTo>
                <a:lnTo>
                  <a:pt x="4664" y="1325"/>
                </a:lnTo>
                <a:lnTo>
                  <a:pt x="4663" y="1325"/>
                </a:lnTo>
                <a:lnTo>
                  <a:pt x="4664" y="1326"/>
                </a:lnTo>
                <a:lnTo>
                  <a:pt x="4663" y="1326"/>
                </a:lnTo>
                <a:lnTo>
                  <a:pt x="4663" y="1325"/>
                </a:lnTo>
                <a:lnTo>
                  <a:pt x="4662" y="1326"/>
                </a:lnTo>
                <a:lnTo>
                  <a:pt x="4661" y="1326"/>
                </a:lnTo>
                <a:lnTo>
                  <a:pt x="4661" y="1325"/>
                </a:lnTo>
                <a:lnTo>
                  <a:pt x="4660" y="1326"/>
                </a:lnTo>
                <a:lnTo>
                  <a:pt x="4659" y="1326"/>
                </a:lnTo>
                <a:lnTo>
                  <a:pt x="4658" y="1326"/>
                </a:lnTo>
                <a:lnTo>
                  <a:pt x="4657" y="1326"/>
                </a:lnTo>
                <a:lnTo>
                  <a:pt x="4657" y="1327"/>
                </a:lnTo>
                <a:lnTo>
                  <a:pt x="4656" y="1327"/>
                </a:lnTo>
                <a:lnTo>
                  <a:pt x="4655" y="1327"/>
                </a:lnTo>
                <a:lnTo>
                  <a:pt x="4654" y="1328"/>
                </a:lnTo>
                <a:lnTo>
                  <a:pt x="4653" y="1328"/>
                </a:lnTo>
                <a:lnTo>
                  <a:pt x="4653" y="1329"/>
                </a:lnTo>
                <a:lnTo>
                  <a:pt x="4652" y="1329"/>
                </a:lnTo>
                <a:lnTo>
                  <a:pt x="4652" y="1330"/>
                </a:lnTo>
                <a:lnTo>
                  <a:pt x="4652" y="1329"/>
                </a:lnTo>
                <a:lnTo>
                  <a:pt x="4652" y="1330"/>
                </a:lnTo>
                <a:lnTo>
                  <a:pt x="4651" y="1330"/>
                </a:lnTo>
                <a:lnTo>
                  <a:pt x="4650" y="1330"/>
                </a:lnTo>
                <a:lnTo>
                  <a:pt x="4651" y="1330"/>
                </a:lnTo>
                <a:lnTo>
                  <a:pt x="4652" y="1331"/>
                </a:lnTo>
                <a:lnTo>
                  <a:pt x="4651" y="1331"/>
                </a:lnTo>
                <a:lnTo>
                  <a:pt x="4650" y="1331"/>
                </a:lnTo>
                <a:lnTo>
                  <a:pt x="4649" y="1331"/>
                </a:lnTo>
                <a:lnTo>
                  <a:pt x="4648" y="1331"/>
                </a:lnTo>
                <a:lnTo>
                  <a:pt x="4647" y="1331"/>
                </a:lnTo>
                <a:lnTo>
                  <a:pt x="4647" y="1332"/>
                </a:lnTo>
                <a:lnTo>
                  <a:pt x="4646" y="1332"/>
                </a:lnTo>
                <a:lnTo>
                  <a:pt x="4647" y="1333"/>
                </a:lnTo>
                <a:lnTo>
                  <a:pt x="4648" y="1333"/>
                </a:lnTo>
                <a:lnTo>
                  <a:pt x="4648" y="1334"/>
                </a:lnTo>
                <a:lnTo>
                  <a:pt x="4648" y="1333"/>
                </a:lnTo>
                <a:lnTo>
                  <a:pt x="4647" y="1333"/>
                </a:lnTo>
                <a:lnTo>
                  <a:pt x="4646" y="1333"/>
                </a:lnTo>
                <a:lnTo>
                  <a:pt x="4645" y="1333"/>
                </a:lnTo>
                <a:lnTo>
                  <a:pt x="4644" y="1333"/>
                </a:lnTo>
                <a:lnTo>
                  <a:pt x="4643" y="1333"/>
                </a:lnTo>
                <a:lnTo>
                  <a:pt x="4642" y="1333"/>
                </a:lnTo>
                <a:lnTo>
                  <a:pt x="4642" y="1334"/>
                </a:lnTo>
                <a:lnTo>
                  <a:pt x="4641" y="1334"/>
                </a:lnTo>
                <a:lnTo>
                  <a:pt x="4642" y="1334"/>
                </a:lnTo>
                <a:lnTo>
                  <a:pt x="4641" y="1334"/>
                </a:lnTo>
                <a:lnTo>
                  <a:pt x="4641" y="1335"/>
                </a:lnTo>
                <a:lnTo>
                  <a:pt x="4641" y="1336"/>
                </a:lnTo>
                <a:lnTo>
                  <a:pt x="4642" y="1336"/>
                </a:lnTo>
                <a:lnTo>
                  <a:pt x="4643" y="1337"/>
                </a:lnTo>
                <a:lnTo>
                  <a:pt x="4644" y="1337"/>
                </a:lnTo>
                <a:lnTo>
                  <a:pt x="4645" y="1337"/>
                </a:lnTo>
                <a:lnTo>
                  <a:pt x="4646" y="1337"/>
                </a:lnTo>
                <a:lnTo>
                  <a:pt x="4646" y="1338"/>
                </a:lnTo>
                <a:lnTo>
                  <a:pt x="4647" y="1338"/>
                </a:lnTo>
                <a:lnTo>
                  <a:pt x="4647" y="1339"/>
                </a:lnTo>
                <a:lnTo>
                  <a:pt x="4646" y="1339"/>
                </a:lnTo>
                <a:lnTo>
                  <a:pt x="4646" y="1338"/>
                </a:lnTo>
                <a:lnTo>
                  <a:pt x="4646" y="1339"/>
                </a:lnTo>
                <a:lnTo>
                  <a:pt x="4645" y="1339"/>
                </a:lnTo>
                <a:lnTo>
                  <a:pt x="4645" y="1340"/>
                </a:lnTo>
                <a:lnTo>
                  <a:pt x="4644" y="1341"/>
                </a:lnTo>
                <a:lnTo>
                  <a:pt x="4643" y="1341"/>
                </a:lnTo>
                <a:lnTo>
                  <a:pt x="4642" y="1341"/>
                </a:lnTo>
                <a:lnTo>
                  <a:pt x="4641" y="1341"/>
                </a:lnTo>
                <a:lnTo>
                  <a:pt x="4640" y="1341"/>
                </a:lnTo>
                <a:lnTo>
                  <a:pt x="4640" y="1340"/>
                </a:lnTo>
                <a:lnTo>
                  <a:pt x="4640" y="1341"/>
                </a:lnTo>
                <a:lnTo>
                  <a:pt x="4640" y="1340"/>
                </a:lnTo>
                <a:lnTo>
                  <a:pt x="4639" y="1340"/>
                </a:lnTo>
                <a:lnTo>
                  <a:pt x="4638" y="1340"/>
                </a:lnTo>
                <a:lnTo>
                  <a:pt x="4637" y="1340"/>
                </a:lnTo>
                <a:lnTo>
                  <a:pt x="4636" y="1341"/>
                </a:lnTo>
                <a:lnTo>
                  <a:pt x="4635" y="1341"/>
                </a:lnTo>
                <a:lnTo>
                  <a:pt x="4634" y="1341"/>
                </a:lnTo>
                <a:lnTo>
                  <a:pt x="4633" y="1341"/>
                </a:lnTo>
                <a:lnTo>
                  <a:pt x="4632" y="1341"/>
                </a:lnTo>
                <a:lnTo>
                  <a:pt x="4632" y="1340"/>
                </a:lnTo>
                <a:lnTo>
                  <a:pt x="4632" y="1339"/>
                </a:lnTo>
                <a:lnTo>
                  <a:pt x="4632" y="1338"/>
                </a:lnTo>
                <a:lnTo>
                  <a:pt x="4631" y="1338"/>
                </a:lnTo>
                <a:lnTo>
                  <a:pt x="4631" y="1339"/>
                </a:lnTo>
                <a:lnTo>
                  <a:pt x="4630" y="1339"/>
                </a:lnTo>
                <a:lnTo>
                  <a:pt x="4630" y="1340"/>
                </a:lnTo>
                <a:lnTo>
                  <a:pt x="4630" y="1341"/>
                </a:lnTo>
                <a:lnTo>
                  <a:pt x="4629" y="1341"/>
                </a:lnTo>
                <a:lnTo>
                  <a:pt x="4629" y="1342"/>
                </a:lnTo>
                <a:lnTo>
                  <a:pt x="4628" y="1342"/>
                </a:lnTo>
                <a:lnTo>
                  <a:pt x="4628" y="1343"/>
                </a:lnTo>
                <a:lnTo>
                  <a:pt x="4628" y="1344"/>
                </a:lnTo>
                <a:lnTo>
                  <a:pt x="4627" y="1344"/>
                </a:lnTo>
                <a:lnTo>
                  <a:pt x="4627" y="1345"/>
                </a:lnTo>
                <a:lnTo>
                  <a:pt x="4626" y="1345"/>
                </a:lnTo>
                <a:lnTo>
                  <a:pt x="4625" y="1345"/>
                </a:lnTo>
                <a:lnTo>
                  <a:pt x="4625" y="1346"/>
                </a:lnTo>
                <a:lnTo>
                  <a:pt x="4624" y="1346"/>
                </a:lnTo>
                <a:lnTo>
                  <a:pt x="4623" y="1346"/>
                </a:lnTo>
                <a:lnTo>
                  <a:pt x="4623" y="1347"/>
                </a:lnTo>
                <a:lnTo>
                  <a:pt x="4622" y="1347"/>
                </a:lnTo>
                <a:lnTo>
                  <a:pt x="4621" y="1347"/>
                </a:lnTo>
                <a:lnTo>
                  <a:pt x="4621" y="1348"/>
                </a:lnTo>
                <a:lnTo>
                  <a:pt x="4620" y="1348"/>
                </a:lnTo>
                <a:lnTo>
                  <a:pt x="4619" y="1348"/>
                </a:lnTo>
                <a:lnTo>
                  <a:pt x="4619" y="1349"/>
                </a:lnTo>
                <a:lnTo>
                  <a:pt x="4618" y="1349"/>
                </a:lnTo>
                <a:lnTo>
                  <a:pt x="4617" y="1350"/>
                </a:lnTo>
                <a:lnTo>
                  <a:pt x="4617" y="1351"/>
                </a:lnTo>
                <a:lnTo>
                  <a:pt x="4617" y="1350"/>
                </a:lnTo>
                <a:lnTo>
                  <a:pt x="4617" y="1351"/>
                </a:lnTo>
                <a:lnTo>
                  <a:pt x="4616" y="1351"/>
                </a:lnTo>
                <a:lnTo>
                  <a:pt x="4617" y="1351"/>
                </a:lnTo>
                <a:lnTo>
                  <a:pt x="4616" y="1351"/>
                </a:lnTo>
                <a:lnTo>
                  <a:pt x="4616" y="1352"/>
                </a:lnTo>
                <a:lnTo>
                  <a:pt x="4616" y="1353"/>
                </a:lnTo>
                <a:lnTo>
                  <a:pt x="4616" y="1354"/>
                </a:lnTo>
                <a:lnTo>
                  <a:pt x="4616" y="1355"/>
                </a:lnTo>
                <a:lnTo>
                  <a:pt x="4615" y="1355"/>
                </a:lnTo>
                <a:lnTo>
                  <a:pt x="4614" y="1355"/>
                </a:lnTo>
                <a:lnTo>
                  <a:pt x="4615" y="1355"/>
                </a:lnTo>
                <a:lnTo>
                  <a:pt x="4614" y="1355"/>
                </a:lnTo>
                <a:lnTo>
                  <a:pt x="4614" y="1356"/>
                </a:lnTo>
                <a:lnTo>
                  <a:pt x="4613" y="1356"/>
                </a:lnTo>
                <a:lnTo>
                  <a:pt x="4612" y="1356"/>
                </a:lnTo>
                <a:lnTo>
                  <a:pt x="4611" y="1357"/>
                </a:lnTo>
                <a:lnTo>
                  <a:pt x="4610" y="1357"/>
                </a:lnTo>
                <a:lnTo>
                  <a:pt x="4609" y="1357"/>
                </a:lnTo>
                <a:lnTo>
                  <a:pt x="4609" y="1358"/>
                </a:lnTo>
                <a:lnTo>
                  <a:pt x="4608" y="1358"/>
                </a:lnTo>
                <a:lnTo>
                  <a:pt x="4606" y="1358"/>
                </a:lnTo>
                <a:lnTo>
                  <a:pt x="4605" y="1358"/>
                </a:lnTo>
                <a:lnTo>
                  <a:pt x="4605" y="1359"/>
                </a:lnTo>
                <a:lnTo>
                  <a:pt x="4604" y="1359"/>
                </a:lnTo>
                <a:lnTo>
                  <a:pt x="4604" y="1360"/>
                </a:lnTo>
                <a:lnTo>
                  <a:pt x="4603" y="1360"/>
                </a:lnTo>
                <a:lnTo>
                  <a:pt x="4603" y="1361"/>
                </a:lnTo>
                <a:lnTo>
                  <a:pt x="4603" y="1362"/>
                </a:lnTo>
                <a:lnTo>
                  <a:pt x="4603" y="1363"/>
                </a:lnTo>
                <a:lnTo>
                  <a:pt x="4602" y="1363"/>
                </a:lnTo>
                <a:lnTo>
                  <a:pt x="4602" y="1364"/>
                </a:lnTo>
                <a:lnTo>
                  <a:pt x="4601" y="1364"/>
                </a:lnTo>
                <a:lnTo>
                  <a:pt x="4601" y="1365"/>
                </a:lnTo>
                <a:lnTo>
                  <a:pt x="4600" y="1365"/>
                </a:lnTo>
                <a:lnTo>
                  <a:pt x="4599" y="1365"/>
                </a:lnTo>
                <a:lnTo>
                  <a:pt x="4598" y="1366"/>
                </a:lnTo>
                <a:lnTo>
                  <a:pt x="4597" y="1366"/>
                </a:lnTo>
                <a:lnTo>
                  <a:pt x="4596" y="1366"/>
                </a:lnTo>
                <a:lnTo>
                  <a:pt x="4596" y="1367"/>
                </a:lnTo>
                <a:lnTo>
                  <a:pt x="4597" y="1367"/>
                </a:lnTo>
                <a:lnTo>
                  <a:pt x="4597" y="1369"/>
                </a:lnTo>
                <a:lnTo>
                  <a:pt x="4597" y="1370"/>
                </a:lnTo>
                <a:lnTo>
                  <a:pt x="4597" y="1371"/>
                </a:lnTo>
                <a:lnTo>
                  <a:pt x="4596" y="1371"/>
                </a:lnTo>
                <a:lnTo>
                  <a:pt x="4596" y="1370"/>
                </a:lnTo>
                <a:lnTo>
                  <a:pt x="4596" y="1371"/>
                </a:lnTo>
                <a:lnTo>
                  <a:pt x="4596" y="1370"/>
                </a:lnTo>
                <a:lnTo>
                  <a:pt x="4595" y="1370"/>
                </a:lnTo>
                <a:lnTo>
                  <a:pt x="4595" y="1371"/>
                </a:lnTo>
                <a:lnTo>
                  <a:pt x="4594" y="1371"/>
                </a:lnTo>
                <a:lnTo>
                  <a:pt x="4595" y="1371"/>
                </a:lnTo>
                <a:lnTo>
                  <a:pt x="4595" y="1370"/>
                </a:lnTo>
                <a:lnTo>
                  <a:pt x="4596" y="1370"/>
                </a:lnTo>
                <a:lnTo>
                  <a:pt x="4597" y="1370"/>
                </a:lnTo>
                <a:lnTo>
                  <a:pt x="4597" y="1369"/>
                </a:lnTo>
                <a:lnTo>
                  <a:pt x="4597" y="1367"/>
                </a:lnTo>
                <a:lnTo>
                  <a:pt x="4596" y="1367"/>
                </a:lnTo>
                <a:lnTo>
                  <a:pt x="4596" y="1366"/>
                </a:lnTo>
                <a:lnTo>
                  <a:pt x="4596" y="1367"/>
                </a:lnTo>
                <a:lnTo>
                  <a:pt x="4595" y="1367"/>
                </a:lnTo>
                <a:lnTo>
                  <a:pt x="4595" y="1368"/>
                </a:lnTo>
                <a:lnTo>
                  <a:pt x="4594" y="1368"/>
                </a:lnTo>
                <a:lnTo>
                  <a:pt x="4594" y="1369"/>
                </a:lnTo>
                <a:lnTo>
                  <a:pt x="4594" y="1370"/>
                </a:lnTo>
                <a:lnTo>
                  <a:pt x="4593" y="1370"/>
                </a:lnTo>
                <a:lnTo>
                  <a:pt x="4592" y="1370"/>
                </a:lnTo>
                <a:lnTo>
                  <a:pt x="4591" y="1370"/>
                </a:lnTo>
                <a:lnTo>
                  <a:pt x="4591" y="1371"/>
                </a:lnTo>
                <a:lnTo>
                  <a:pt x="4590" y="1372"/>
                </a:lnTo>
                <a:lnTo>
                  <a:pt x="4590" y="1373"/>
                </a:lnTo>
                <a:lnTo>
                  <a:pt x="4589" y="1373"/>
                </a:lnTo>
                <a:lnTo>
                  <a:pt x="4588" y="1373"/>
                </a:lnTo>
                <a:lnTo>
                  <a:pt x="4587" y="1373"/>
                </a:lnTo>
                <a:lnTo>
                  <a:pt x="4586" y="1374"/>
                </a:lnTo>
                <a:lnTo>
                  <a:pt x="4586" y="1375"/>
                </a:lnTo>
                <a:lnTo>
                  <a:pt x="4587" y="1375"/>
                </a:lnTo>
                <a:lnTo>
                  <a:pt x="4588" y="1375"/>
                </a:lnTo>
                <a:lnTo>
                  <a:pt x="4589" y="1375"/>
                </a:lnTo>
                <a:lnTo>
                  <a:pt x="4589" y="1374"/>
                </a:lnTo>
                <a:lnTo>
                  <a:pt x="4591" y="1374"/>
                </a:lnTo>
                <a:lnTo>
                  <a:pt x="4592" y="1374"/>
                </a:lnTo>
                <a:lnTo>
                  <a:pt x="4592" y="1373"/>
                </a:lnTo>
                <a:lnTo>
                  <a:pt x="4592" y="1372"/>
                </a:lnTo>
                <a:lnTo>
                  <a:pt x="4593" y="1372"/>
                </a:lnTo>
                <a:lnTo>
                  <a:pt x="4593" y="1371"/>
                </a:lnTo>
                <a:lnTo>
                  <a:pt x="4592" y="1371"/>
                </a:lnTo>
                <a:lnTo>
                  <a:pt x="4593" y="1371"/>
                </a:lnTo>
                <a:lnTo>
                  <a:pt x="4592" y="1371"/>
                </a:lnTo>
                <a:lnTo>
                  <a:pt x="4593" y="1371"/>
                </a:lnTo>
                <a:lnTo>
                  <a:pt x="4593" y="1372"/>
                </a:lnTo>
                <a:lnTo>
                  <a:pt x="4592" y="1372"/>
                </a:lnTo>
                <a:lnTo>
                  <a:pt x="4592" y="1373"/>
                </a:lnTo>
                <a:lnTo>
                  <a:pt x="4592" y="1374"/>
                </a:lnTo>
                <a:lnTo>
                  <a:pt x="4591" y="1374"/>
                </a:lnTo>
                <a:lnTo>
                  <a:pt x="4590" y="1374"/>
                </a:lnTo>
                <a:lnTo>
                  <a:pt x="4590" y="1375"/>
                </a:lnTo>
                <a:lnTo>
                  <a:pt x="4589" y="1375"/>
                </a:lnTo>
                <a:lnTo>
                  <a:pt x="4589" y="1376"/>
                </a:lnTo>
                <a:lnTo>
                  <a:pt x="4589" y="1375"/>
                </a:lnTo>
                <a:lnTo>
                  <a:pt x="4587" y="1375"/>
                </a:lnTo>
                <a:lnTo>
                  <a:pt x="4586" y="1375"/>
                </a:lnTo>
                <a:lnTo>
                  <a:pt x="4586" y="1376"/>
                </a:lnTo>
                <a:lnTo>
                  <a:pt x="4585" y="1376"/>
                </a:lnTo>
                <a:lnTo>
                  <a:pt x="4585" y="1377"/>
                </a:lnTo>
                <a:lnTo>
                  <a:pt x="4584" y="1377"/>
                </a:lnTo>
                <a:lnTo>
                  <a:pt x="4583" y="1378"/>
                </a:lnTo>
                <a:lnTo>
                  <a:pt x="4583" y="1379"/>
                </a:lnTo>
                <a:lnTo>
                  <a:pt x="4583" y="1380"/>
                </a:lnTo>
                <a:lnTo>
                  <a:pt x="4584" y="1380"/>
                </a:lnTo>
                <a:lnTo>
                  <a:pt x="4584" y="1382"/>
                </a:lnTo>
                <a:lnTo>
                  <a:pt x="4584" y="1383"/>
                </a:lnTo>
                <a:lnTo>
                  <a:pt x="4584" y="1384"/>
                </a:lnTo>
                <a:lnTo>
                  <a:pt x="4584" y="1386"/>
                </a:lnTo>
                <a:lnTo>
                  <a:pt x="4584" y="1387"/>
                </a:lnTo>
                <a:lnTo>
                  <a:pt x="4583" y="1387"/>
                </a:lnTo>
                <a:lnTo>
                  <a:pt x="4583" y="1388"/>
                </a:lnTo>
                <a:lnTo>
                  <a:pt x="4583" y="1389"/>
                </a:lnTo>
                <a:lnTo>
                  <a:pt x="4583" y="1390"/>
                </a:lnTo>
                <a:lnTo>
                  <a:pt x="4583" y="1391"/>
                </a:lnTo>
                <a:lnTo>
                  <a:pt x="4583" y="1392"/>
                </a:lnTo>
                <a:lnTo>
                  <a:pt x="4583" y="1393"/>
                </a:lnTo>
                <a:lnTo>
                  <a:pt x="4583" y="1392"/>
                </a:lnTo>
                <a:lnTo>
                  <a:pt x="4583" y="1391"/>
                </a:lnTo>
                <a:lnTo>
                  <a:pt x="4583" y="1392"/>
                </a:lnTo>
                <a:lnTo>
                  <a:pt x="4582" y="1392"/>
                </a:lnTo>
                <a:lnTo>
                  <a:pt x="4582" y="1393"/>
                </a:lnTo>
                <a:lnTo>
                  <a:pt x="4581" y="1393"/>
                </a:lnTo>
                <a:lnTo>
                  <a:pt x="4581" y="1394"/>
                </a:lnTo>
                <a:lnTo>
                  <a:pt x="4580" y="1394"/>
                </a:lnTo>
                <a:lnTo>
                  <a:pt x="4581" y="1394"/>
                </a:lnTo>
                <a:lnTo>
                  <a:pt x="4582" y="1394"/>
                </a:lnTo>
                <a:lnTo>
                  <a:pt x="4582" y="1393"/>
                </a:lnTo>
                <a:lnTo>
                  <a:pt x="4582" y="1394"/>
                </a:lnTo>
                <a:lnTo>
                  <a:pt x="4581" y="1394"/>
                </a:lnTo>
                <a:lnTo>
                  <a:pt x="4580" y="1394"/>
                </a:lnTo>
                <a:lnTo>
                  <a:pt x="4579" y="1395"/>
                </a:lnTo>
                <a:lnTo>
                  <a:pt x="4578" y="1396"/>
                </a:lnTo>
                <a:lnTo>
                  <a:pt x="4578" y="1397"/>
                </a:lnTo>
                <a:lnTo>
                  <a:pt x="4579" y="1397"/>
                </a:lnTo>
                <a:lnTo>
                  <a:pt x="4579" y="1398"/>
                </a:lnTo>
                <a:lnTo>
                  <a:pt x="4580" y="1399"/>
                </a:lnTo>
                <a:lnTo>
                  <a:pt x="4581" y="1399"/>
                </a:lnTo>
                <a:lnTo>
                  <a:pt x="4581" y="1400"/>
                </a:lnTo>
                <a:lnTo>
                  <a:pt x="4581" y="1401"/>
                </a:lnTo>
                <a:lnTo>
                  <a:pt x="4582" y="1401"/>
                </a:lnTo>
                <a:lnTo>
                  <a:pt x="4582" y="1402"/>
                </a:lnTo>
                <a:lnTo>
                  <a:pt x="4582" y="1403"/>
                </a:lnTo>
                <a:lnTo>
                  <a:pt x="4583" y="1403"/>
                </a:lnTo>
                <a:lnTo>
                  <a:pt x="4583" y="1404"/>
                </a:lnTo>
                <a:lnTo>
                  <a:pt x="4584" y="1404"/>
                </a:lnTo>
                <a:lnTo>
                  <a:pt x="4584" y="1403"/>
                </a:lnTo>
                <a:lnTo>
                  <a:pt x="4583" y="1403"/>
                </a:lnTo>
                <a:lnTo>
                  <a:pt x="4583" y="1402"/>
                </a:lnTo>
                <a:lnTo>
                  <a:pt x="4583" y="1401"/>
                </a:lnTo>
                <a:lnTo>
                  <a:pt x="4583" y="1400"/>
                </a:lnTo>
                <a:lnTo>
                  <a:pt x="4582" y="1400"/>
                </a:lnTo>
                <a:lnTo>
                  <a:pt x="4582" y="1399"/>
                </a:lnTo>
                <a:lnTo>
                  <a:pt x="4581" y="1399"/>
                </a:lnTo>
                <a:lnTo>
                  <a:pt x="4581" y="1398"/>
                </a:lnTo>
                <a:lnTo>
                  <a:pt x="4581" y="1399"/>
                </a:lnTo>
                <a:lnTo>
                  <a:pt x="4582" y="1399"/>
                </a:lnTo>
                <a:lnTo>
                  <a:pt x="4583" y="1400"/>
                </a:lnTo>
                <a:lnTo>
                  <a:pt x="4583" y="1401"/>
                </a:lnTo>
                <a:lnTo>
                  <a:pt x="4583" y="1402"/>
                </a:lnTo>
                <a:lnTo>
                  <a:pt x="4583" y="1403"/>
                </a:lnTo>
                <a:lnTo>
                  <a:pt x="4584" y="1403"/>
                </a:lnTo>
                <a:lnTo>
                  <a:pt x="4584" y="1404"/>
                </a:lnTo>
                <a:lnTo>
                  <a:pt x="4584" y="1403"/>
                </a:lnTo>
                <a:lnTo>
                  <a:pt x="4585" y="1403"/>
                </a:lnTo>
                <a:lnTo>
                  <a:pt x="4585" y="1402"/>
                </a:lnTo>
                <a:lnTo>
                  <a:pt x="4585" y="1401"/>
                </a:lnTo>
                <a:lnTo>
                  <a:pt x="4585" y="1400"/>
                </a:lnTo>
                <a:lnTo>
                  <a:pt x="4584" y="1400"/>
                </a:lnTo>
                <a:lnTo>
                  <a:pt x="4585" y="1400"/>
                </a:lnTo>
                <a:lnTo>
                  <a:pt x="4585" y="1401"/>
                </a:lnTo>
                <a:lnTo>
                  <a:pt x="4585" y="1402"/>
                </a:lnTo>
                <a:lnTo>
                  <a:pt x="4585" y="1403"/>
                </a:lnTo>
                <a:lnTo>
                  <a:pt x="4586" y="1403"/>
                </a:lnTo>
                <a:lnTo>
                  <a:pt x="4586" y="1404"/>
                </a:lnTo>
                <a:lnTo>
                  <a:pt x="4587" y="1404"/>
                </a:lnTo>
                <a:lnTo>
                  <a:pt x="4587" y="1405"/>
                </a:lnTo>
                <a:lnTo>
                  <a:pt x="4588" y="1405"/>
                </a:lnTo>
                <a:lnTo>
                  <a:pt x="4588" y="1406"/>
                </a:lnTo>
                <a:lnTo>
                  <a:pt x="4587" y="1405"/>
                </a:lnTo>
                <a:lnTo>
                  <a:pt x="4587" y="1406"/>
                </a:lnTo>
                <a:lnTo>
                  <a:pt x="4587" y="1407"/>
                </a:lnTo>
                <a:lnTo>
                  <a:pt x="4585" y="1407"/>
                </a:lnTo>
                <a:lnTo>
                  <a:pt x="4584" y="1407"/>
                </a:lnTo>
                <a:lnTo>
                  <a:pt x="4583" y="1407"/>
                </a:lnTo>
                <a:lnTo>
                  <a:pt x="4582" y="1407"/>
                </a:lnTo>
                <a:lnTo>
                  <a:pt x="4581" y="1407"/>
                </a:lnTo>
                <a:lnTo>
                  <a:pt x="4580" y="1406"/>
                </a:lnTo>
                <a:lnTo>
                  <a:pt x="4579" y="1406"/>
                </a:lnTo>
                <a:lnTo>
                  <a:pt x="4578" y="1406"/>
                </a:lnTo>
                <a:lnTo>
                  <a:pt x="4577" y="1406"/>
                </a:lnTo>
                <a:lnTo>
                  <a:pt x="4575" y="1406"/>
                </a:lnTo>
                <a:lnTo>
                  <a:pt x="4574" y="1406"/>
                </a:lnTo>
                <a:lnTo>
                  <a:pt x="4574" y="1405"/>
                </a:lnTo>
                <a:lnTo>
                  <a:pt x="4575" y="1405"/>
                </a:lnTo>
                <a:lnTo>
                  <a:pt x="4575" y="1403"/>
                </a:lnTo>
                <a:lnTo>
                  <a:pt x="4574" y="1403"/>
                </a:lnTo>
                <a:lnTo>
                  <a:pt x="4574" y="1402"/>
                </a:lnTo>
                <a:lnTo>
                  <a:pt x="4574" y="1401"/>
                </a:lnTo>
                <a:lnTo>
                  <a:pt x="4574" y="1400"/>
                </a:lnTo>
                <a:lnTo>
                  <a:pt x="4575" y="1399"/>
                </a:lnTo>
                <a:lnTo>
                  <a:pt x="4575" y="1398"/>
                </a:lnTo>
                <a:lnTo>
                  <a:pt x="4575" y="1397"/>
                </a:lnTo>
                <a:lnTo>
                  <a:pt x="4575" y="1396"/>
                </a:lnTo>
                <a:lnTo>
                  <a:pt x="4575" y="1395"/>
                </a:lnTo>
                <a:lnTo>
                  <a:pt x="4576" y="1395"/>
                </a:lnTo>
                <a:lnTo>
                  <a:pt x="4575" y="1395"/>
                </a:lnTo>
                <a:lnTo>
                  <a:pt x="4575" y="1394"/>
                </a:lnTo>
                <a:lnTo>
                  <a:pt x="4575" y="1395"/>
                </a:lnTo>
                <a:lnTo>
                  <a:pt x="4575" y="1394"/>
                </a:lnTo>
                <a:lnTo>
                  <a:pt x="4574" y="1394"/>
                </a:lnTo>
                <a:lnTo>
                  <a:pt x="4573" y="1394"/>
                </a:lnTo>
                <a:lnTo>
                  <a:pt x="4573" y="1395"/>
                </a:lnTo>
                <a:lnTo>
                  <a:pt x="4572" y="1395"/>
                </a:lnTo>
                <a:lnTo>
                  <a:pt x="4571" y="1395"/>
                </a:lnTo>
                <a:lnTo>
                  <a:pt x="4571" y="1396"/>
                </a:lnTo>
                <a:lnTo>
                  <a:pt x="4570" y="1396"/>
                </a:lnTo>
                <a:lnTo>
                  <a:pt x="4570" y="1397"/>
                </a:lnTo>
                <a:lnTo>
                  <a:pt x="4570" y="1398"/>
                </a:lnTo>
                <a:lnTo>
                  <a:pt x="4570" y="1399"/>
                </a:lnTo>
                <a:lnTo>
                  <a:pt x="4570" y="1400"/>
                </a:lnTo>
                <a:lnTo>
                  <a:pt x="4570" y="1402"/>
                </a:lnTo>
                <a:lnTo>
                  <a:pt x="4570" y="1403"/>
                </a:lnTo>
                <a:lnTo>
                  <a:pt x="4569" y="1403"/>
                </a:lnTo>
                <a:lnTo>
                  <a:pt x="4569" y="1404"/>
                </a:lnTo>
                <a:lnTo>
                  <a:pt x="4568" y="1404"/>
                </a:lnTo>
                <a:lnTo>
                  <a:pt x="4567" y="1405"/>
                </a:lnTo>
                <a:lnTo>
                  <a:pt x="4565" y="1405"/>
                </a:lnTo>
                <a:lnTo>
                  <a:pt x="4564" y="1406"/>
                </a:lnTo>
                <a:lnTo>
                  <a:pt x="4563" y="1405"/>
                </a:lnTo>
                <a:lnTo>
                  <a:pt x="4563" y="1404"/>
                </a:lnTo>
                <a:lnTo>
                  <a:pt x="4562" y="1404"/>
                </a:lnTo>
                <a:lnTo>
                  <a:pt x="4562" y="1405"/>
                </a:lnTo>
                <a:lnTo>
                  <a:pt x="4561" y="1405"/>
                </a:lnTo>
                <a:lnTo>
                  <a:pt x="4560" y="1405"/>
                </a:lnTo>
                <a:lnTo>
                  <a:pt x="4559" y="1405"/>
                </a:lnTo>
                <a:lnTo>
                  <a:pt x="4558" y="1405"/>
                </a:lnTo>
                <a:lnTo>
                  <a:pt x="4555" y="1406"/>
                </a:lnTo>
                <a:lnTo>
                  <a:pt x="4554" y="1406"/>
                </a:lnTo>
                <a:lnTo>
                  <a:pt x="4554" y="1407"/>
                </a:lnTo>
                <a:lnTo>
                  <a:pt x="4553" y="1407"/>
                </a:lnTo>
                <a:lnTo>
                  <a:pt x="4550" y="1408"/>
                </a:lnTo>
                <a:lnTo>
                  <a:pt x="4549" y="1408"/>
                </a:lnTo>
                <a:lnTo>
                  <a:pt x="4547" y="1407"/>
                </a:lnTo>
                <a:lnTo>
                  <a:pt x="4546" y="1406"/>
                </a:lnTo>
                <a:lnTo>
                  <a:pt x="4545" y="1406"/>
                </a:lnTo>
                <a:lnTo>
                  <a:pt x="4544" y="1406"/>
                </a:lnTo>
                <a:lnTo>
                  <a:pt x="4543" y="1406"/>
                </a:lnTo>
                <a:lnTo>
                  <a:pt x="4542" y="1406"/>
                </a:lnTo>
                <a:lnTo>
                  <a:pt x="4541" y="1405"/>
                </a:lnTo>
                <a:lnTo>
                  <a:pt x="4540" y="1405"/>
                </a:lnTo>
                <a:lnTo>
                  <a:pt x="4539" y="1405"/>
                </a:lnTo>
                <a:lnTo>
                  <a:pt x="4538" y="1405"/>
                </a:lnTo>
                <a:lnTo>
                  <a:pt x="4537" y="1405"/>
                </a:lnTo>
                <a:lnTo>
                  <a:pt x="4536" y="1405"/>
                </a:lnTo>
                <a:lnTo>
                  <a:pt x="4535" y="1405"/>
                </a:lnTo>
                <a:lnTo>
                  <a:pt x="4536" y="1404"/>
                </a:lnTo>
                <a:lnTo>
                  <a:pt x="4535" y="1404"/>
                </a:lnTo>
                <a:lnTo>
                  <a:pt x="4534" y="1404"/>
                </a:lnTo>
                <a:lnTo>
                  <a:pt x="4533" y="1405"/>
                </a:lnTo>
                <a:lnTo>
                  <a:pt x="4532" y="1405"/>
                </a:lnTo>
                <a:lnTo>
                  <a:pt x="4531" y="1405"/>
                </a:lnTo>
                <a:lnTo>
                  <a:pt x="4530" y="1405"/>
                </a:lnTo>
                <a:lnTo>
                  <a:pt x="4528" y="1405"/>
                </a:lnTo>
                <a:lnTo>
                  <a:pt x="4527" y="1406"/>
                </a:lnTo>
                <a:lnTo>
                  <a:pt x="4526" y="1405"/>
                </a:lnTo>
                <a:lnTo>
                  <a:pt x="4522" y="1406"/>
                </a:lnTo>
                <a:lnTo>
                  <a:pt x="4521" y="1405"/>
                </a:lnTo>
                <a:lnTo>
                  <a:pt x="4520" y="1405"/>
                </a:lnTo>
                <a:lnTo>
                  <a:pt x="4519" y="1404"/>
                </a:lnTo>
                <a:lnTo>
                  <a:pt x="4519" y="1403"/>
                </a:lnTo>
                <a:lnTo>
                  <a:pt x="4518" y="1402"/>
                </a:lnTo>
                <a:lnTo>
                  <a:pt x="4517" y="1402"/>
                </a:lnTo>
                <a:lnTo>
                  <a:pt x="4518" y="1404"/>
                </a:lnTo>
                <a:lnTo>
                  <a:pt x="4518" y="1405"/>
                </a:lnTo>
                <a:lnTo>
                  <a:pt x="4517" y="1405"/>
                </a:lnTo>
                <a:lnTo>
                  <a:pt x="4517" y="1406"/>
                </a:lnTo>
                <a:lnTo>
                  <a:pt x="4517" y="1407"/>
                </a:lnTo>
                <a:lnTo>
                  <a:pt x="4518" y="1407"/>
                </a:lnTo>
                <a:lnTo>
                  <a:pt x="4517" y="1408"/>
                </a:lnTo>
                <a:lnTo>
                  <a:pt x="4516" y="1408"/>
                </a:lnTo>
                <a:lnTo>
                  <a:pt x="4516" y="1409"/>
                </a:lnTo>
                <a:lnTo>
                  <a:pt x="4515" y="1409"/>
                </a:lnTo>
                <a:lnTo>
                  <a:pt x="4515" y="1410"/>
                </a:lnTo>
                <a:lnTo>
                  <a:pt x="4514" y="1410"/>
                </a:lnTo>
                <a:lnTo>
                  <a:pt x="4514" y="1411"/>
                </a:lnTo>
                <a:lnTo>
                  <a:pt x="4512" y="1411"/>
                </a:lnTo>
                <a:lnTo>
                  <a:pt x="4512" y="1410"/>
                </a:lnTo>
                <a:lnTo>
                  <a:pt x="4512" y="1409"/>
                </a:lnTo>
                <a:lnTo>
                  <a:pt x="4511" y="1409"/>
                </a:lnTo>
                <a:lnTo>
                  <a:pt x="4511" y="1410"/>
                </a:lnTo>
                <a:lnTo>
                  <a:pt x="4510" y="1410"/>
                </a:lnTo>
                <a:lnTo>
                  <a:pt x="4510" y="1411"/>
                </a:lnTo>
                <a:lnTo>
                  <a:pt x="4511" y="1411"/>
                </a:lnTo>
                <a:lnTo>
                  <a:pt x="4510" y="1412"/>
                </a:lnTo>
                <a:lnTo>
                  <a:pt x="4509" y="1412"/>
                </a:lnTo>
                <a:lnTo>
                  <a:pt x="4509" y="1411"/>
                </a:lnTo>
                <a:lnTo>
                  <a:pt x="4509" y="1410"/>
                </a:lnTo>
                <a:lnTo>
                  <a:pt x="4509" y="1409"/>
                </a:lnTo>
                <a:lnTo>
                  <a:pt x="4508" y="1409"/>
                </a:lnTo>
                <a:lnTo>
                  <a:pt x="4507" y="1409"/>
                </a:lnTo>
                <a:lnTo>
                  <a:pt x="4506" y="1410"/>
                </a:lnTo>
                <a:lnTo>
                  <a:pt x="4506" y="1411"/>
                </a:lnTo>
                <a:lnTo>
                  <a:pt x="4505" y="1411"/>
                </a:lnTo>
                <a:lnTo>
                  <a:pt x="4505" y="1412"/>
                </a:lnTo>
                <a:lnTo>
                  <a:pt x="4504" y="1412"/>
                </a:lnTo>
                <a:lnTo>
                  <a:pt x="4503" y="1411"/>
                </a:lnTo>
                <a:lnTo>
                  <a:pt x="4502" y="1412"/>
                </a:lnTo>
                <a:lnTo>
                  <a:pt x="4501" y="1412"/>
                </a:lnTo>
                <a:lnTo>
                  <a:pt x="4502" y="1412"/>
                </a:lnTo>
                <a:lnTo>
                  <a:pt x="4502" y="1413"/>
                </a:lnTo>
                <a:lnTo>
                  <a:pt x="4502" y="1412"/>
                </a:lnTo>
                <a:lnTo>
                  <a:pt x="4502" y="1413"/>
                </a:lnTo>
                <a:lnTo>
                  <a:pt x="4501" y="1413"/>
                </a:lnTo>
                <a:lnTo>
                  <a:pt x="4500" y="1413"/>
                </a:lnTo>
                <a:lnTo>
                  <a:pt x="4500" y="1414"/>
                </a:lnTo>
                <a:lnTo>
                  <a:pt x="4499" y="1414"/>
                </a:lnTo>
                <a:lnTo>
                  <a:pt x="4499" y="1415"/>
                </a:lnTo>
                <a:lnTo>
                  <a:pt x="4498" y="1415"/>
                </a:lnTo>
                <a:lnTo>
                  <a:pt x="4497" y="1415"/>
                </a:lnTo>
                <a:lnTo>
                  <a:pt x="4497" y="1414"/>
                </a:lnTo>
                <a:lnTo>
                  <a:pt x="4496" y="1415"/>
                </a:lnTo>
                <a:lnTo>
                  <a:pt x="4495" y="1415"/>
                </a:lnTo>
                <a:lnTo>
                  <a:pt x="4495" y="1414"/>
                </a:lnTo>
                <a:lnTo>
                  <a:pt x="4495" y="1413"/>
                </a:lnTo>
                <a:lnTo>
                  <a:pt x="4496" y="1413"/>
                </a:lnTo>
                <a:lnTo>
                  <a:pt x="4497" y="1413"/>
                </a:lnTo>
                <a:lnTo>
                  <a:pt x="4497" y="1412"/>
                </a:lnTo>
                <a:lnTo>
                  <a:pt x="4498" y="1412"/>
                </a:lnTo>
                <a:lnTo>
                  <a:pt x="4497" y="1412"/>
                </a:lnTo>
                <a:lnTo>
                  <a:pt x="4496" y="1412"/>
                </a:lnTo>
                <a:lnTo>
                  <a:pt x="4495" y="1412"/>
                </a:lnTo>
                <a:lnTo>
                  <a:pt x="4495" y="1411"/>
                </a:lnTo>
                <a:lnTo>
                  <a:pt x="4496" y="1411"/>
                </a:lnTo>
                <a:lnTo>
                  <a:pt x="4496" y="1410"/>
                </a:lnTo>
                <a:lnTo>
                  <a:pt x="4496" y="1409"/>
                </a:lnTo>
                <a:lnTo>
                  <a:pt x="4497" y="1409"/>
                </a:lnTo>
                <a:lnTo>
                  <a:pt x="4496" y="1409"/>
                </a:lnTo>
                <a:lnTo>
                  <a:pt x="4496" y="1408"/>
                </a:lnTo>
                <a:lnTo>
                  <a:pt x="4497" y="1408"/>
                </a:lnTo>
                <a:lnTo>
                  <a:pt x="4496" y="1408"/>
                </a:lnTo>
                <a:lnTo>
                  <a:pt x="4496" y="1409"/>
                </a:lnTo>
                <a:lnTo>
                  <a:pt x="4495" y="1409"/>
                </a:lnTo>
                <a:lnTo>
                  <a:pt x="4495" y="1410"/>
                </a:lnTo>
                <a:lnTo>
                  <a:pt x="4495" y="1411"/>
                </a:lnTo>
                <a:lnTo>
                  <a:pt x="4495" y="1412"/>
                </a:lnTo>
                <a:lnTo>
                  <a:pt x="4495" y="1413"/>
                </a:lnTo>
                <a:lnTo>
                  <a:pt x="4494" y="1413"/>
                </a:lnTo>
                <a:lnTo>
                  <a:pt x="4493" y="1413"/>
                </a:lnTo>
                <a:lnTo>
                  <a:pt x="4491" y="1413"/>
                </a:lnTo>
                <a:lnTo>
                  <a:pt x="4491" y="1412"/>
                </a:lnTo>
                <a:lnTo>
                  <a:pt x="4490" y="1412"/>
                </a:lnTo>
                <a:lnTo>
                  <a:pt x="4489" y="1412"/>
                </a:lnTo>
                <a:lnTo>
                  <a:pt x="4489" y="1413"/>
                </a:lnTo>
                <a:lnTo>
                  <a:pt x="4488" y="1413"/>
                </a:lnTo>
                <a:lnTo>
                  <a:pt x="4487" y="1412"/>
                </a:lnTo>
                <a:lnTo>
                  <a:pt x="4487" y="1411"/>
                </a:lnTo>
                <a:lnTo>
                  <a:pt x="4486" y="1410"/>
                </a:lnTo>
                <a:lnTo>
                  <a:pt x="4486" y="1409"/>
                </a:lnTo>
                <a:lnTo>
                  <a:pt x="4485" y="1409"/>
                </a:lnTo>
                <a:lnTo>
                  <a:pt x="4484" y="1409"/>
                </a:lnTo>
                <a:lnTo>
                  <a:pt x="4485" y="1409"/>
                </a:lnTo>
                <a:lnTo>
                  <a:pt x="4485" y="1410"/>
                </a:lnTo>
                <a:lnTo>
                  <a:pt x="4486" y="1412"/>
                </a:lnTo>
                <a:lnTo>
                  <a:pt x="4484" y="1412"/>
                </a:lnTo>
                <a:lnTo>
                  <a:pt x="4485" y="1414"/>
                </a:lnTo>
                <a:lnTo>
                  <a:pt x="4484" y="1414"/>
                </a:lnTo>
                <a:lnTo>
                  <a:pt x="4483" y="1414"/>
                </a:lnTo>
                <a:lnTo>
                  <a:pt x="4483" y="1413"/>
                </a:lnTo>
                <a:lnTo>
                  <a:pt x="4482" y="1413"/>
                </a:lnTo>
                <a:lnTo>
                  <a:pt x="4481" y="1413"/>
                </a:lnTo>
                <a:lnTo>
                  <a:pt x="4481" y="1414"/>
                </a:lnTo>
                <a:lnTo>
                  <a:pt x="4482" y="1414"/>
                </a:lnTo>
                <a:lnTo>
                  <a:pt x="4483" y="1414"/>
                </a:lnTo>
                <a:lnTo>
                  <a:pt x="4484" y="1415"/>
                </a:lnTo>
                <a:lnTo>
                  <a:pt x="4484" y="1416"/>
                </a:lnTo>
                <a:lnTo>
                  <a:pt x="4484" y="1417"/>
                </a:lnTo>
                <a:lnTo>
                  <a:pt x="4485" y="1418"/>
                </a:lnTo>
                <a:lnTo>
                  <a:pt x="4485" y="1419"/>
                </a:lnTo>
                <a:lnTo>
                  <a:pt x="4485" y="1418"/>
                </a:lnTo>
                <a:lnTo>
                  <a:pt x="4484" y="1418"/>
                </a:lnTo>
                <a:lnTo>
                  <a:pt x="4483" y="1418"/>
                </a:lnTo>
                <a:lnTo>
                  <a:pt x="4483" y="1419"/>
                </a:lnTo>
                <a:lnTo>
                  <a:pt x="4482" y="1419"/>
                </a:lnTo>
                <a:lnTo>
                  <a:pt x="4482" y="1418"/>
                </a:lnTo>
                <a:lnTo>
                  <a:pt x="4481" y="1418"/>
                </a:lnTo>
                <a:lnTo>
                  <a:pt x="4480" y="1418"/>
                </a:lnTo>
                <a:lnTo>
                  <a:pt x="4479" y="1418"/>
                </a:lnTo>
                <a:lnTo>
                  <a:pt x="4479" y="1419"/>
                </a:lnTo>
                <a:lnTo>
                  <a:pt x="4479" y="1420"/>
                </a:lnTo>
                <a:lnTo>
                  <a:pt x="4480" y="1420"/>
                </a:lnTo>
                <a:lnTo>
                  <a:pt x="4479" y="1420"/>
                </a:lnTo>
                <a:lnTo>
                  <a:pt x="4480" y="1421"/>
                </a:lnTo>
                <a:lnTo>
                  <a:pt x="4479" y="1421"/>
                </a:lnTo>
                <a:lnTo>
                  <a:pt x="4478" y="1421"/>
                </a:lnTo>
                <a:lnTo>
                  <a:pt x="4476" y="1421"/>
                </a:lnTo>
                <a:lnTo>
                  <a:pt x="4475" y="1420"/>
                </a:lnTo>
                <a:lnTo>
                  <a:pt x="4475" y="1421"/>
                </a:lnTo>
                <a:lnTo>
                  <a:pt x="4474" y="1421"/>
                </a:lnTo>
                <a:lnTo>
                  <a:pt x="4474" y="1422"/>
                </a:lnTo>
                <a:lnTo>
                  <a:pt x="4473" y="1422"/>
                </a:lnTo>
                <a:lnTo>
                  <a:pt x="4473" y="1423"/>
                </a:lnTo>
                <a:lnTo>
                  <a:pt x="4472" y="1423"/>
                </a:lnTo>
                <a:lnTo>
                  <a:pt x="4472" y="1424"/>
                </a:lnTo>
                <a:lnTo>
                  <a:pt x="4471" y="1423"/>
                </a:lnTo>
                <a:lnTo>
                  <a:pt x="4471" y="1422"/>
                </a:lnTo>
                <a:lnTo>
                  <a:pt x="4469" y="1421"/>
                </a:lnTo>
                <a:lnTo>
                  <a:pt x="4469" y="1420"/>
                </a:lnTo>
                <a:lnTo>
                  <a:pt x="4468" y="1420"/>
                </a:lnTo>
                <a:lnTo>
                  <a:pt x="4469" y="1422"/>
                </a:lnTo>
                <a:lnTo>
                  <a:pt x="4468" y="1422"/>
                </a:lnTo>
                <a:lnTo>
                  <a:pt x="4467" y="1422"/>
                </a:lnTo>
                <a:lnTo>
                  <a:pt x="4466" y="1421"/>
                </a:lnTo>
                <a:lnTo>
                  <a:pt x="4465" y="1422"/>
                </a:lnTo>
                <a:lnTo>
                  <a:pt x="4464" y="1422"/>
                </a:lnTo>
                <a:lnTo>
                  <a:pt x="4464" y="1421"/>
                </a:lnTo>
                <a:lnTo>
                  <a:pt x="4463" y="1421"/>
                </a:lnTo>
                <a:lnTo>
                  <a:pt x="4462" y="1422"/>
                </a:lnTo>
                <a:lnTo>
                  <a:pt x="4461" y="1422"/>
                </a:lnTo>
                <a:lnTo>
                  <a:pt x="4460" y="1422"/>
                </a:lnTo>
                <a:lnTo>
                  <a:pt x="4461" y="1422"/>
                </a:lnTo>
                <a:lnTo>
                  <a:pt x="4461" y="1421"/>
                </a:lnTo>
                <a:lnTo>
                  <a:pt x="4460" y="1420"/>
                </a:lnTo>
                <a:lnTo>
                  <a:pt x="4460" y="1421"/>
                </a:lnTo>
                <a:lnTo>
                  <a:pt x="4459" y="1422"/>
                </a:lnTo>
                <a:lnTo>
                  <a:pt x="4458" y="1422"/>
                </a:lnTo>
                <a:lnTo>
                  <a:pt x="4459" y="1422"/>
                </a:lnTo>
                <a:lnTo>
                  <a:pt x="4459" y="1423"/>
                </a:lnTo>
                <a:lnTo>
                  <a:pt x="4460" y="1423"/>
                </a:lnTo>
                <a:lnTo>
                  <a:pt x="4459" y="1424"/>
                </a:lnTo>
                <a:lnTo>
                  <a:pt x="4458" y="1424"/>
                </a:lnTo>
                <a:lnTo>
                  <a:pt x="4457" y="1425"/>
                </a:lnTo>
                <a:lnTo>
                  <a:pt x="4457" y="1426"/>
                </a:lnTo>
                <a:lnTo>
                  <a:pt x="4457" y="1427"/>
                </a:lnTo>
                <a:lnTo>
                  <a:pt x="4457" y="1428"/>
                </a:lnTo>
                <a:lnTo>
                  <a:pt x="4455" y="1428"/>
                </a:lnTo>
                <a:lnTo>
                  <a:pt x="4454" y="1427"/>
                </a:lnTo>
                <a:lnTo>
                  <a:pt x="4451" y="1428"/>
                </a:lnTo>
                <a:lnTo>
                  <a:pt x="4451" y="1427"/>
                </a:lnTo>
                <a:lnTo>
                  <a:pt x="4448" y="1428"/>
                </a:lnTo>
                <a:lnTo>
                  <a:pt x="4445" y="1428"/>
                </a:lnTo>
                <a:lnTo>
                  <a:pt x="4446" y="1428"/>
                </a:lnTo>
                <a:lnTo>
                  <a:pt x="4445" y="1429"/>
                </a:lnTo>
                <a:lnTo>
                  <a:pt x="4445" y="1431"/>
                </a:lnTo>
                <a:lnTo>
                  <a:pt x="4444" y="1432"/>
                </a:lnTo>
                <a:lnTo>
                  <a:pt x="4443" y="1432"/>
                </a:lnTo>
                <a:lnTo>
                  <a:pt x="4443" y="1430"/>
                </a:lnTo>
                <a:lnTo>
                  <a:pt x="4442" y="1430"/>
                </a:lnTo>
                <a:lnTo>
                  <a:pt x="4441" y="1430"/>
                </a:lnTo>
                <a:lnTo>
                  <a:pt x="4441" y="1431"/>
                </a:lnTo>
                <a:lnTo>
                  <a:pt x="4442" y="1432"/>
                </a:lnTo>
                <a:lnTo>
                  <a:pt x="4434" y="1435"/>
                </a:lnTo>
                <a:lnTo>
                  <a:pt x="4433" y="1434"/>
                </a:lnTo>
                <a:lnTo>
                  <a:pt x="4432" y="1435"/>
                </a:lnTo>
                <a:lnTo>
                  <a:pt x="4431" y="1436"/>
                </a:lnTo>
                <a:lnTo>
                  <a:pt x="4431" y="1437"/>
                </a:lnTo>
                <a:lnTo>
                  <a:pt x="4430" y="1436"/>
                </a:lnTo>
                <a:lnTo>
                  <a:pt x="4429" y="1436"/>
                </a:lnTo>
                <a:lnTo>
                  <a:pt x="4429" y="1434"/>
                </a:lnTo>
                <a:lnTo>
                  <a:pt x="4428" y="1434"/>
                </a:lnTo>
                <a:lnTo>
                  <a:pt x="4428" y="1435"/>
                </a:lnTo>
                <a:lnTo>
                  <a:pt x="4427" y="1435"/>
                </a:lnTo>
                <a:lnTo>
                  <a:pt x="4428" y="1435"/>
                </a:lnTo>
                <a:lnTo>
                  <a:pt x="4428" y="1436"/>
                </a:lnTo>
                <a:lnTo>
                  <a:pt x="4428" y="1437"/>
                </a:lnTo>
                <a:lnTo>
                  <a:pt x="4428" y="1438"/>
                </a:lnTo>
                <a:lnTo>
                  <a:pt x="4427" y="1438"/>
                </a:lnTo>
                <a:lnTo>
                  <a:pt x="4427" y="1439"/>
                </a:lnTo>
                <a:lnTo>
                  <a:pt x="4426" y="1439"/>
                </a:lnTo>
                <a:lnTo>
                  <a:pt x="4426" y="1440"/>
                </a:lnTo>
                <a:lnTo>
                  <a:pt x="4425" y="1440"/>
                </a:lnTo>
                <a:lnTo>
                  <a:pt x="4425" y="1439"/>
                </a:lnTo>
                <a:lnTo>
                  <a:pt x="4424" y="1439"/>
                </a:lnTo>
                <a:lnTo>
                  <a:pt x="4424" y="1440"/>
                </a:lnTo>
                <a:lnTo>
                  <a:pt x="4425" y="1440"/>
                </a:lnTo>
                <a:lnTo>
                  <a:pt x="4424" y="1440"/>
                </a:lnTo>
                <a:lnTo>
                  <a:pt x="4423" y="1441"/>
                </a:lnTo>
                <a:lnTo>
                  <a:pt x="4422" y="1442"/>
                </a:lnTo>
                <a:lnTo>
                  <a:pt x="4421" y="1442"/>
                </a:lnTo>
                <a:lnTo>
                  <a:pt x="4422" y="1442"/>
                </a:lnTo>
                <a:lnTo>
                  <a:pt x="4422" y="1441"/>
                </a:lnTo>
                <a:lnTo>
                  <a:pt x="4422" y="1440"/>
                </a:lnTo>
                <a:lnTo>
                  <a:pt x="4421" y="1440"/>
                </a:lnTo>
                <a:lnTo>
                  <a:pt x="4421" y="1441"/>
                </a:lnTo>
                <a:lnTo>
                  <a:pt x="4421" y="1442"/>
                </a:lnTo>
                <a:lnTo>
                  <a:pt x="4421" y="1443"/>
                </a:lnTo>
                <a:lnTo>
                  <a:pt x="4421" y="1444"/>
                </a:lnTo>
                <a:lnTo>
                  <a:pt x="4421" y="1445"/>
                </a:lnTo>
                <a:lnTo>
                  <a:pt x="4421" y="1446"/>
                </a:lnTo>
                <a:lnTo>
                  <a:pt x="4420" y="1446"/>
                </a:lnTo>
                <a:lnTo>
                  <a:pt x="4420" y="1444"/>
                </a:lnTo>
                <a:lnTo>
                  <a:pt x="4417" y="1447"/>
                </a:lnTo>
                <a:lnTo>
                  <a:pt x="4416" y="1447"/>
                </a:lnTo>
                <a:lnTo>
                  <a:pt x="4415" y="1446"/>
                </a:lnTo>
                <a:lnTo>
                  <a:pt x="4415" y="1447"/>
                </a:lnTo>
                <a:lnTo>
                  <a:pt x="4415" y="1448"/>
                </a:lnTo>
                <a:lnTo>
                  <a:pt x="4414" y="1448"/>
                </a:lnTo>
                <a:lnTo>
                  <a:pt x="4413" y="1448"/>
                </a:lnTo>
                <a:lnTo>
                  <a:pt x="4412" y="1448"/>
                </a:lnTo>
                <a:lnTo>
                  <a:pt x="4411" y="1448"/>
                </a:lnTo>
                <a:lnTo>
                  <a:pt x="4411" y="1447"/>
                </a:lnTo>
                <a:lnTo>
                  <a:pt x="4409" y="1447"/>
                </a:lnTo>
                <a:lnTo>
                  <a:pt x="4407" y="1447"/>
                </a:lnTo>
                <a:lnTo>
                  <a:pt x="4406" y="1447"/>
                </a:lnTo>
                <a:lnTo>
                  <a:pt x="4405" y="1447"/>
                </a:lnTo>
                <a:lnTo>
                  <a:pt x="4405" y="1448"/>
                </a:lnTo>
                <a:lnTo>
                  <a:pt x="4405" y="1449"/>
                </a:lnTo>
                <a:lnTo>
                  <a:pt x="4402" y="1450"/>
                </a:lnTo>
                <a:lnTo>
                  <a:pt x="4401" y="1451"/>
                </a:lnTo>
                <a:lnTo>
                  <a:pt x="4400" y="1450"/>
                </a:lnTo>
                <a:lnTo>
                  <a:pt x="4400" y="1451"/>
                </a:lnTo>
                <a:lnTo>
                  <a:pt x="4401" y="1452"/>
                </a:lnTo>
                <a:lnTo>
                  <a:pt x="4398" y="1453"/>
                </a:lnTo>
                <a:lnTo>
                  <a:pt x="4397" y="1453"/>
                </a:lnTo>
                <a:lnTo>
                  <a:pt x="4397" y="1454"/>
                </a:lnTo>
                <a:lnTo>
                  <a:pt x="4398" y="1455"/>
                </a:lnTo>
                <a:lnTo>
                  <a:pt x="4398" y="1456"/>
                </a:lnTo>
                <a:lnTo>
                  <a:pt x="4397" y="1455"/>
                </a:lnTo>
                <a:lnTo>
                  <a:pt x="4396" y="1454"/>
                </a:lnTo>
                <a:lnTo>
                  <a:pt x="4396" y="1455"/>
                </a:lnTo>
                <a:lnTo>
                  <a:pt x="4394" y="1457"/>
                </a:lnTo>
                <a:lnTo>
                  <a:pt x="4393" y="1457"/>
                </a:lnTo>
                <a:lnTo>
                  <a:pt x="4392" y="1457"/>
                </a:lnTo>
                <a:lnTo>
                  <a:pt x="4392" y="1456"/>
                </a:lnTo>
                <a:lnTo>
                  <a:pt x="4391" y="1456"/>
                </a:lnTo>
                <a:lnTo>
                  <a:pt x="4392" y="1457"/>
                </a:lnTo>
                <a:lnTo>
                  <a:pt x="4393" y="1457"/>
                </a:lnTo>
                <a:lnTo>
                  <a:pt x="4393" y="1458"/>
                </a:lnTo>
                <a:lnTo>
                  <a:pt x="4393" y="1459"/>
                </a:lnTo>
                <a:lnTo>
                  <a:pt x="4392" y="1460"/>
                </a:lnTo>
                <a:lnTo>
                  <a:pt x="4391" y="1461"/>
                </a:lnTo>
                <a:lnTo>
                  <a:pt x="4392" y="1462"/>
                </a:lnTo>
                <a:lnTo>
                  <a:pt x="4391" y="1462"/>
                </a:lnTo>
                <a:lnTo>
                  <a:pt x="4390" y="1462"/>
                </a:lnTo>
                <a:lnTo>
                  <a:pt x="4389" y="1462"/>
                </a:lnTo>
                <a:lnTo>
                  <a:pt x="4389" y="1463"/>
                </a:lnTo>
                <a:lnTo>
                  <a:pt x="4388" y="1463"/>
                </a:lnTo>
                <a:lnTo>
                  <a:pt x="4387" y="1463"/>
                </a:lnTo>
                <a:lnTo>
                  <a:pt x="4386" y="1463"/>
                </a:lnTo>
                <a:lnTo>
                  <a:pt x="4386" y="1464"/>
                </a:lnTo>
                <a:lnTo>
                  <a:pt x="4385" y="1464"/>
                </a:lnTo>
                <a:lnTo>
                  <a:pt x="4384" y="1464"/>
                </a:lnTo>
                <a:lnTo>
                  <a:pt x="4384" y="1465"/>
                </a:lnTo>
                <a:lnTo>
                  <a:pt x="4383" y="1465"/>
                </a:lnTo>
                <a:lnTo>
                  <a:pt x="4382" y="1466"/>
                </a:lnTo>
                <a:lnTo>
                  <a:pt x="4382" y="1467"/>
                </a:lnTo>
                <a:lnTo>
                  <a:pt x="4381" y="1467"/>
                </a:lnTo>
                <a:lnTo>
                  <a:pt x="4380" y="1467"/>
                </a:lnTo>
                <a:lnTo>
                  <a:pt x="4380" y="1468"/>
                </a:lnTo>
                <a:lnTo>
                  <a:pt x="4379" y="1468"/>
                </a:lnTo>
                <a:lnTo>
                  <a:pt x="4379" y="1469"/>
                </a:lnTo>
                <a:lnTo>
                  <a:pt x="4380" y="1469"/>
                </a:lnTo>
                <a:lnTo>
                  <a:pt x="4381" y="1469"/>
                </a:lnTo>
                <a:lnTo>
                  <a:pt x="4380" y="1469"/>
                </a:lnTo>
                <a:lnTo>
                  <a:pt x="4380" y="1470"/>
                </a:lnTo>
                <a:lnTo>
                  <a:pt x="4380" y="1471"/>
                </a:lnTo>
                <a:lnTo>
                  <a:pt x="4379" y="1471"/>
                </a:lnTo>
                <a:lnTo>
                  <a:pt x="4378" y="1471"/>
                </a:lnTo>
                <a:lnTo>
                  <a:pt x="4379" y="1471"/>
                </a:lnTo>
                <a:lnTo>
                  <a:pt x="4379" y="1472"/>
                </a:lnTo>
                <a:lnTo>
                  <a:pt x="4380" y="1472"/>
                </a:lnTo>
                <a:lnTo>
                  <a:pt x="4380" y="1473"/>
                </a:lnTo>
                <a:lnTo>
                  <a:pt x="4381" y="1473"/>
                </a:lnTo>
                <a:lnTo>
                  <a:pt x="4382" y="1473"/>
                </a:lnTo>
                <a:lnTo>
                  <a:pt x="4382" y="1474"/>
                </a:lnTo>
                <a:lnTo>
                  <a:pt x="4384" y="1474"/>
                </a:lnTo>
                <a:lnTo>
                  <a:pt x="4385" y="1474"/>
                </a:lnTo>
                <a:lnTo>
                  <a:pt x="4384" y="1474"/>
                </a:lnTo>
                <a:lnTo>
                  <a:pt x="4383" y="1474"/>
                </a:lnTo>
                <a:lnTo>
                  <a:pt x="4382" y="1474"/>
                </a:lnTo>
                <a:lnTo>
                  <a:pt x="4381" y="1474"/>
                </a:lnTo>
                <a:lnTo>
                  <a:pt x="4381" y="1475"/>
                </a:lnTo>
                <a:lnTo>
                  <a:pt x="4380" y="1475"/>
                </a:lnTo>
                <a:lnTo>
                  <a:pt x="4380" y="1476"/>
                </a:lnTo>
                <a:lnTo>
                  <a:pt x="4379" y="1476"/>
                </a:lnTo>
                <a:lnTo>
                  <a:pt x="4378" y="1476"/>
                </a:lnTo>
                <a:lnTo>
                  <a:pt x="4378" y="1477"/>
                </a:lnTo>
                <a:lnTo>
                  <a:pt x="4377" y="1477"/>
                </a:lnTo>
                <a:lnTo>
                  <a:pt x="4377" y="1478"/>
                </a:lnTo>
                <a:lnTo>
                  <a:pt x="4376" y="1478"/>
                </a:lnTo>
                <a:lnTo>
                  <a:pt x="4375" y="1478"/>
                </a:lnTo>
                <a:lnTo>
                  <a:pt x="4374" y="1478"/>
                </a:lnTo>
                <a:lnTo>
                  <a:pt x="4374" y="1477"/>
                </a:lnTo>
                <a:lnTo>
                  <a:pt x="4373" y="1477"/>
                </a:lnTo>
                <a:lnTo>
                  <a:pt x="4373" y="1479"/>
                </a:lnTo>
                <a:lnTo>
                  <a:pt x="4373" y="1480"/>
                </a:lnTo>
                <a:lnTo>
                  <a:pt x="4374" y="1481"/>
                </a:lnTo>
                <a:lnTo>
                  <a:pt x="4375" y="1481"/>
                </a:lnTo>
                <a:lnTo>
                  <a:pt x="4375" y="1482"/>
                </a:lnTo>
                <a:lnTo>
                  <a:pt x="4376" y="1483"/>
                </a:lnTo>
                <a:lnTo>
                  <a:pt x="4375" y="1483"/>
                </a:lnTo>
                <a:lnTo>
                  <a:pt x="4374" y="1483"/>
                </a:lnTo>
                <a:lnTo>
                  <a:pt x="4373" y="1482"/>
                </a:lnTo>
                <a:lnTo>
                  <a:pt x="4372" y="1482"/>
                </a:lnTo>
                <a:lnTo>
                  <a:pt x="4371" y="1482"/>
                </a:lnTo>
                <a:lnTo>
                  <a:pt x="4370" y="1482"/>
                </a:lnTo>
                <a:lnTo>
                  <a:pt x="4369" y="1482"/>
                </a:lnTo>
                <a:lnTo>
                  <a:pt x="4368" y="1483"/>
                </a:lnTo>
                <a:lnTo>
                  <a:pt x="4367" y="1485"/>
                </a:lnTo>
                <a:lnTo>
                  <a:pt x="4367" y="1486"/>
                </a:lnTo>
                <a:lnTo>
                  <a:pt x="4366" y="1486"/>
                </a:lnTo>
                <a:lnTo>
                  <a:pt x="4365" y="1486"/>
                </a:lnTo>
                <a:lnTo>
                  <a:pt x="4364" y="1485"/>
                </a:lnTo>
                <a:lnTo>
                  <a:pt x="4363" y="1484"/>
                </a:lnTo>
                <a:lnTo>
                  <a:pt x="4362" y="1484"/>
                </a:lnTo>
                <a:lnTo>
                  <a:pt x="4361" y="1484"/>
                </a:lnTo>
                <a:lnTo>
                  <a:pt x="4361" y="1485"/>
                </a:lnTo>
                <a:lnTo>
                  <a:pt x="4362" y="1486"/>
                </a:lnTo>
                <a:lnTo>
                  <a:pt x="4362" y="1485"/>
                </a:lnTo>
                <a:lnTo>
                  <a:pt x="4363" y="1487"/>
                </a:lnTo>
                <a:lnTo>
                  <a:pt x="4363" y="1488"/>
                </a:lnTo>
                <a:lnTo>
                  <a:pt x="4362" y="1488"/>
                </a:lnTo>
                <a:lnTo>
                  <a:pt x="4362" y="1487"/>
                </a:lnTo>
                <a:lnTo>
                  <a:pt x="4361" y="1486"/>
                </a:lnTo>
                <a:lnTo>
                  <a:pt x="4360" y="1486"/>
                </a:lnTo>
                <a:lnTo>
                  <a:pt x="4360" y="1487"/>
                </a:lnTo>
                <a:lnTo>
                  <a:pt x="4359" y="1487"/>
                </a:lnTo>
                <a:lnTo>
                  <a:pt x="4358" y="1486"/>
                </a:lnTo>
                <a:lnTo>
                  <a:pt x="4357" y="1486"/>
                </a:lnTo>
                <a:lnTo>
                  <a:pt x="4356" y="1485"/>
                </a:lnTo>
                <a:lnTo>
                  <a:pt x="4355" y="1485"/>
                </a:lnTo>
                <a:lnTo>
                  <a:pt x="4356" y="1486"/>
                </a:lnTo>
                <a:lnTo>
                  <a:pt x="4356" y="1487"/>
                </a:lnTo>
                <a:lnTo>
                  <a:pt x="4357" y="1488"/>
                </a:lnTo>
                <a:lnTo>
                  <a:pt x="4358" y="1489"/>
                </a:lnTo>
                <a:lnTo>
                  <a:pt x="4359" y="1489"/>
                </a:lnTo>
                <a:lnTo>
                  <a:pt x="4360" y="1490"/>
                </a:lnTo>
                <a:lnTo>
                  <a:pt x="4360" y="1491"/>
                </a:lnTo>
                <a:lnTo>
                  <a:pt x="4360" y="1492"/>
                </a:lnTo>
                <a:lnTo>
                  <a:pt x="4361" y="1493"/>
                </a:lnTo>
                <a:lnTo>
                  <a:pt x="4359" y="1494"/>
                </a:lnTo>
                <a:lnTo>
                  <a:pt x="4359" y="1495"/>
                </a:lnTo>
                <a:lnTo>
                  <a:pt x="4358" y="1495"/>
                </a:lnTo>
                <a:lnTo>
                  <a:pt x="4357" y="1495"/>
                </a:lnTo>
                <a:lnTo>
                  <a:pt x="4356" y="1495"/>
                </a:lnTo>
                <a:lnTo>
                  <a:pt x="4355" y="1495"/>
                </a:lnTo>
                <a:lnTo>
                  <a:pt x="4355" y="1494"/>
                </a:lnTo>
                <a:lnTo>
                  <a:pt x="4354" y="1494"/>
                </a:lnTo>
                <a:lnTo>
                  <a:pt x="4355" y="1494"/>
                </a:lnTo>
                <a:lnTo>
                  <a:pt x="4355" y="1493"/>
                </a:lnTo>
                <a:lnTo>
                  <a:pt x="4355" y="1492"/>
                </a:lnTo>
                <a:lnTo>
                  <a:pt x="4354" y="1492"/>
                </a:lnTo>
                <a:lnTo>
                  <a:pt x="4354" y="1493"/>
                </a:lnTo>
                <a:lnTo>
                  <a:pt x="4353" y="1493"/>
                </a:lnTo>
                <a:lnTo>
                  <a:pt x="4352" y="1493"/>
                </a:lnTo>
                <a:lnTo>
                  <a:pt x="4353" y="1492"/>
                </a:lnTo>
                <a:lnTo>
                  <a:pt x="4352" y="1491"/>
                </a:lnTo>
                <a:lnTo>
                  <a:pt x="4352" y="1490"/>
                </a:lnTo>
                <a:lnTo>
                  <a:pt x="4352" y="1489"/>
                </a:lnTo>
                <a:lnTo>
                  <a:pt x="4351" y="1488"/>
                </a:lnTo>
                <a:lnTo>
                  <a:pt x="4351" y="1487"/>
                </a:lnTo>
                <a:lnTo>
                  <a:pt x="4350" y="1487"/>
                </a:lnTo>
                <a:lnTo>
                  <a:pt x="4349" y="1487"/>
                </a:lnTo>
                <a:lnTo>
                  <a:pt x="4349" y="1486"/>
                </a:lnTo>
                <a:lnTo>
                  <a:pt x="4348" y="1486"/>
                </a:lnTo>
                <a:lnTo>
                  <a:pt x="4348" y="1487"/>
                </a:lnTo>
                <a:lnTo>
                  <a:pt x="4347" y="1487"/>
                </a:lnTo>
                <a:lnTo>
                  <a:pt x="4347" y="1486"/>
                </a:lnTo>
                <a:lnTo>
                  <a:pt x="4346" y="1486"/>
                </a:lnTo>
                <a:lnTo>
                  <a:pt x="4345" y="1486"/>
                </a:lnTo>
                <a:lnTo>
                  <a:pt x="4344" y="1486"/>
                </a:lnTo>
                <a:lnTo>
                  <a:pt x="4344" y="1487"/>
                </a:lnTo>
                <a:lnTo>
                  <a:pt x="4345" y="1487"/>
                </a:lnTo>
                <a:lnTo>
                  <a:pt x="4346" y="1486"/>
                </a:lnTo>
                <a:lnTo>
                  <a:pt x="4347" y="1487"/>
                </a:lnTo>
                <a:lnTo>
                  <a:pt x="4347" y="1488"/>
                </a:lnTo>
                <a:lnTo>
                  <a:pt x="4346" y="1489"/>
                </a:lnTo>
                <a:lnTo>
                  <a:pt x="4344" y="1489"/>
                </a:lnTo>
                <a:lnTo>
                  <a:pt x="4344" y="1488"/>
                </a:lnTo>
                <a:lnTo>
                  <a:pt x="4343" y="1488"/>
                </a:lnTo>
                <a:lnTo>
                  <a:pt x="4341" y="1488"/>
                </a:lnTo>
                <a:lnTo>
                  <a:pt x="4341" y="1489"/>
                </a:lnTo>
                <a:lnTo>
                  <a:pt x="4341" y="1488"/>
                </a:lnTo>
                <a:lnTo>
                  <a:pt x="4340" y="1488"/>
                </a:lnTo>
                <a:lnTo>
                  <a:pt x="4339" y="1488"/>
                </a:lnTo>
                <a:lnTo>
                  <a:pt x="4337" y="1489"/>
                </a:lnTo>
                <a:lnTo>
                  <a:pt x="4337" y="1490"/>
                </a:lnTo>
                <a:lnTo>
                  <a:pt x="4338" y="1490"/>
                </a:lnTo>
                <a:lnTo>
                  <a:pt x="4339" y="1490"/>
                </a:lnTo>
                <a:lnTo>
                  <a:pt x="4339" y="1491"/>
                </a:lnTo>
                <a:lnTo>
                  <a:pt x="4340" y="1492"/>
                </a:lnTo>
                <a:lnTo>
                  <a:pt x="4339" y="1492"/>
                </a:lnTo>
                <a:lnTo>
                  <a:pt x="4339" y="1493"/>
                </a:lnTo>
                <a:lnTo>
                  <a:pt x="4338" y="1493"/>
                </a:lnTo>
                <a:lnTo>
                  <a:pt x="4338" y="1494"/>
                </a:lnTo>
                <a:lnTo>
                  <a:pt x="4338" y="1493"/>
                </a:lnTo>
                <a:lnTo>
                  <a:pt x="4337" y="1493"/>
                </a:lnTo>
                <a:lnTo>
                  <a:pt x="4337" y="1494"/>
                </a:lnTo>
                <a:lnTo>
                  <a:pt x="4336" y="1494"/>
                </a:lnTo>
                <a:lnTo>
                  <a:pt x="4335" y="1495"/>
                </a:lnTo>
                <a:lnTo>
                  <a:pt x="4335" y="1496"/>
                </a:lnTo>
                <a:lnTo>
                  <a:pt x="4335" y="1497"/>
                </a:lnTo>
                <a:lnTo>
                  <a:pt x="4336" y="1497"/>
                </a:lnTo>
                <a:lnTo>
                  <a:pt x="4336" y="1496"/>
                </a:lnTo>
                <a:lnTo>
                  <a:pt x="4338" y="1496"/>
                </a:lnTo>
                <a:lnTo>
                  <a:pt x="4338" y="1497"/>
                </a:lnTo>
                <a:lnTo>
                  <a:pt x="4339" y="1497"/>
                </a:lnTo>
                <a:lnTo>
                  <a:pt x="4340" y="1496"/>
                </a:lnTo>
                <a:lnTo>
                  <a:pt x="4340" y="1497"/>
                </a:lnTo>
                <a:lnTo>
                  <a:pt x="4341" y="1497"/>
                </a:lnTo>
                <a:lnTo>
                  <a:pt x="4342" y="1497"/>
                </a:lnTo>
                <a:lnTo>
                  <a:pt x="4343" y="1498"/>
                </a:lnTo>
                <a:lnTo>
                  <a:pt x="4344" y="1498"/>
                </a:lnTo>
                <a:lnTo>
                  <a:pt x="4344" y="1499"/>
                </a:lnTo>
                <a:lnTo>
                  <a:pt x="4344" y="1500"/>
                </a:lnTo>
                <a:lnTo>
                  <a:pt x="4344" y="1501"/>
                </a:lnTo>
                <a:lnTo>
                  <a:pt x="4343" y="1501"/>
                </a:lnTo>
                <a:lnTo>
                  <a:pt x="4344" y="1502"/>
                </a:lnTo>
                <a:lnTo>
                  <a:pt x="4343" y="1502"/>
                </a:lnTo>
                <a:lnTo>
                  <a:pt x="4343" y="1503"/>
                </a:lnTo>
                <a:lnTo>
                  <a:pt x="4342" y="1503"/>
                </a:lnTo>
                <a:lnTo>
                  <a:pt x="4342" y="1504"/>
                </a:lnTo>
                <a:lnTo>
                  <a:pt x="4342" y="1503"/>
                </a:lnTo>
                <a:lnTo>
                  <a:pt x="4341" y="1502"/>
                </a:lnTo>
                <a:lnTo>
                  <a:pt x="4340" y="1502"/>
                </a:lnTo>
                <a:lnTo>
                  <a:pt x="4340" y="1503"/>
                </a:lnTo>
                <a:lnTo>
                  <a:pt x="4341" y="1503"/>
                </a:lnTo>
                <a:lnTo>
                  <a:pt x="4340" y="1504"/>
                </a:lnTo>
                <a:lnTo>
                  <a:pt x="4339" y="1504"/>
                </a:lnTo>
                <a:lnTo>
                  <a:pt x="4338" y="1504"/>
                </a:lnTo>
                <a:lnTo>
                  <a:pt x="4336" y="1504"/>
                </a:lnTo>
                <a:lnTo>
                  <a:pt x="4335" y="1504"/>
                </a:lnTo>
                <a:lnTo>
                  <a:pt x="4335" y="1503"/>
                </a:lnTo>
                <a:lnTo>
                  <a:pt x="4334" y="1503"/>
                </a:lnTo>
                <a:lnTo>
                  <a:pt x="4333" y="1503"/>
                </a:lnTo>
                <a:lnTo>
                  <a:pt x="4333" y="1502"/>
                </a:lnTo>
                <a:lnTo>
                  <a:pt x="4332" y="1502"/>
                </a:lnTo>
                <a:lnTo>
                  <a:pt x="4331" y="1502"/>
                </a:lnTo>
                <a:lnTo>
                  <a:pt x="4330" y="1502"/>
                </a:lnTo>
                <a:lnTo>
                  <a:pt x="4330" y="1503"/>
                </a:lnTo>
                <a:lnTo>
                  <a:pt x="4329" y="1504"/>
                </a:lnTo>
                <a:lnTo>
                  <a:pt x="4328" y="1505"/>
                </a:lnTo>
                <a:lnTo>
                  <a:pt x="4327" y="1505"/>
                </a:lnTo>
                <a:lnTo>
                  <a:pt x="4327" y="1506"/>
                </a:lnTo>
                <a:lnTo>
                  <a:pt x="4326" y="1507"/>
                </a:lnTo>
                <a:lnTo>
                  <a:pt x="4326" y="1508"/>
                </a:lnTo>
                <a:lnTo>
                  <a:pt x="4325" y="1508"/>
                </a:lnTo>
                <a:lnTo>
                  <a:pt x="4324" y="1508"/>
                </a:lnTo>
                <a:lnTo>
                  <a:pt x="4323" y="1508"/>
                </a:lnTo>
                <a:lnTo>
                  <a:pt x="4322" y="1508"/>
                </a:lnTo>
                <a:lnTo>
                  <a:pt x="4320" y="1508"/>
                </a:lnTo>
                <a:lnTo>
                  <a:pt x="4318" y="1508"/>
                </a:lnTo>
                <a:lnTo>
                  <a:pt x="4317" y="1509"/>
                </a:lnTo>
                <a:lnTo>
                  <a:pt x="4316" y="1509"/>
                </a:lnTo>
                <a:lnTo>
                  <a:pt x="4315" y="1509"/>
                </a:lnTo>
                <a:lnTo>
                  <a:pt x="4315" y="1508"/>
                </a:lnTo>
                <a:lnTo>
                  <a:pt x="4314" y="1508"/>
                </a:lnTo>
                <a:lnTo>
                  <a:pt x="4313" y="1508"/>
                </a:lnTo>
                <a:lnTo>
                  <a:pt x="4312" y="1508"/>
                </a:lnTo>
                <a:lnTo>
                  <a:pt x="4311" y="1508"/>
                </a:lnTo>
                <a:lnTo>
                  <a:pt x="4310" y="1508"/>
                </a:lnTo>
                <a:lnTo>
                  <a:pt x="4309" y="1508"/>
                </a:lnTo>
                <a:lnTo>
                  <a:pt x="4309" y="1509"/>
                </a:lnTo>
                <a:lnTo>
                  <a:pt x="4308" y="1509"/>
                </a:lnTo>
                <a:lnTo>
                  <a:pt x="4309" y="1509"/>
                </a:lnTo>
                <a:lnTo>
                  <a:pt x="4309" y="1510"/>
                </a:lnTo>
                <a:lnTo>
                  <a:pt x="4308" y="1510"/>
                </a:lnTo>
                <a:lnTo>
                  <a:pt x="4308" y="1511"/>
                </a:lnTo>
                <a:lnTo>
                  <a:pt x="4306" y="1511"/>
                </a:lnTo>
                <a:lnTo>
                  <a:pt x="4306" y="1510"/>
                </a:lnTo>
                <a:lnTo>
                  <a:pt x="4305" y="1510"/>
                </a:lnTo>
                <a:lnTo>
                  <a:pt x="4305" y="1511"/>
                </a:lnTo>
                <a:lnTo>
                  <a:pt x="4304" y="1511"/>
                </a:lnTo>
                <a:lnTo>
                  <a:pt x="4303" y="1511"/>
                </a:lnTo>
                <a:lnTo>
                  <a:pt x="4303" y="1510"/>
                </a:lnTo>
                <a:lnTo>
                  <a:pt x="4302" y="1510"/>
                </a:lnTo>
                <a:lnTo>
                  <a:pt x="4301" y="1510"/>
                </a:lnTo>
                <a:lnTo>
                  <a:pt x="4300" y="1510"/>
                </a:lnTo>
                <a:lnTo>
                  <a:pt x="4300" y="1511"/>
                </a:lnTo>
                <a:lnTo>
                  <a:pt x="4299" y="1512"/>
                </a:lnTo>
                <a:lnTo>
                  <a:pt x="4300" y="1513"/>
                </a:lnTo>
                <a:lnTo>
                  <a:pt x="4300" y="1512"/>
                </a:lnTo>
                <a:lnTo>
                  <a:pt x="4301" y="1511"/>
                </a:lnTo>
                <a:lnTo>
                  <a:pt x="4302" y="1511"/>
                </a:lnTo>
                <a:lnTo>
                  <a:pt x="4302" y="1512"/>
                </a:lnTo>
                <a:lnTo>
                  <a:pt x="4301" y="1513"/>
                </a:lnTo>
                <a:lnTo>
                  <a:pt x="4301" y="1514"/>
                </a:lnTo>
                <a:lnTo>
                  <a:pt x="4300" y="1514"/>
                </a:lnTo>
                <a:lnTo>
                  <a:pt x="4299" y="1514"/>
                </a:lnTo>
                <a:lnTo>
                  <a:pt x="4299" y="1515"/>
                </a:lnTo>
                <a:lnTo>
                  <a:pt x="4299" y="1516"/>
                </a:lnTo>
                <a:lnTo>
                  <a:pt x="4298" y="1518"/>
                </a:lnTo>
                <a:lnTo>
                  <a:pt x="4297" y="1518"/>
                </a:lnTo>
                <a:lnTo>
                  <a:pt x="4296" y="1518"/>
                </a:lnTo>
                <a:lnTo>
                  <a:pt x="4295" y="1518"/>
                </a:lnTo>
                <a:lnTo>
                  <a:pt x="4294" y="1518"/>
                </a:lnTo>
                <a:lnTo>
                  <a:pt x="4293" y="1518"/>
                </a:lnTo>
                <a:lnTo>
                  <a:pt x="4292" y="1518"/>
                </a:lnTo>
                <a:lnTo>
                  <a:pt x="4292" y="1517"/>
                </a:lnTo>
                <a:lnTo>
                  <a:pt x="4292" y="1516"/>
                </a:lnTo>
                <a:lnTo>
                  <a:pt x="4292" y="1514"/>
                </a:lnTo>
                <a:lnTo>
                  <a:pt x="4291" y="1514"/>
                </a:lnTo>
                <a:lnTo>
                  <a:pt x="4290" y="1513"/>
                </a:lnTo>
                <a:lnTo>
                  <a:pt x="4290" y="1512"/>
                </a:lnTo>
                <a:lnTo>
                  <a:pt x="4291" y="1512"/>
                </a:lnTo>
                <a:lnTo>
                  <a:pt x="4292" y="1512"/>
                </a:lnTo>
                <a:lnTo>
                  <a:pt x="4293" y="1511"/>
                </a:lnTo>
                <a:lnTo>
                  <a:pt x="4293" y="1510"/>
                </a:lnTo>
                <a:lnTo>
                  <a:pt x="4292" y="1510"/>
                </a:lnTo>
                <a:lnTo>
                  <a:pt x="4292" y="1511"/>
                </a:lnTo>
                <a:lnTo>
                  <a:pt x="4291" y="1511"/>
                </a:lnTo>
                <a:lnTo>
                  <a:pt x="4291" y="1510"/>
                </a:lnTo>
                <a:lnTo>
                  <a:pt x="4292" y="1509"/>
                </a:lnTo>
                <a:lnTo>
                  <a:pt x="4292" y="1508"/>
                </a:lnTo>
                <a:lnTo>
                  <a:pt x="4292" y="1509"/>
                </a:lnTo>
                <a:lnTo>
                  <a:pt x="4291" y="1509"/>
                </a:lnTo>
                <a:lnTo>
                  <a:pt x="4290" y="1509"/>
                </a:lnTo>
                <a:lnTo>
                  <a:pt x="4290" y="1508"/>
                </a:lnTo>
                <a:lnTo>
                  <a:pt x="4290" y="1507"/>
                </a:lnTo>
                <a:lnTo>
                  <a:pt x="4290" y="1506"/>
                </a:lnTo>
                <a:lnTo>
                  <a:pt x="4289" y="1506"/>
                </a:lnTo>
                <a:lnTo>
                  <a:pt x="4289" y="1505"/>
                </a:lnTo>
                <a:lnTo>
                  <a:pt x="4290" y="1504"/>
                </a:lnTo>
                <a:lnTo>
                  <a:pt x="4290" y="1503"/>
                </a:lnTo>
                <a:lnTo>
                  <a:pt x="4291" y="1503"/>
                </a:lnTo>
                <a:lnTo>
                  <a:pt x="4291" y="1502"/>
                </a:lnTo>
                <a:lnTo>
                  <a:pt x="4291" y="1501"/>
                </a:lnTo>
                <a:lnTo>
                  <a:pt x="4290" y="1500"/>
                </a:lnTo>
                <a:lnTo>
                  <a:pt x="4289" y="1500"/>
                </a:lnTo>
                <a:lnTo>
                  <a:pt x="4289" y="1501"/>
                </a:lnTo>
                <a:lnTo>
                  <a:pt x="4288" y="1500"/>
                </a:lnTo>
                <a:lnTo>
                  <a:pt x="4288" y="1499"/>
                </a:lnTo>
                <a:lnTo>
                  <a:pt x="4288" y="1498"/>
                </a:lnTo>
                <a:lnTo>
                  <a:pt x="4288" y="1497"/>
                </a:lnTo>
                <a:lnTo>
                  <a:pt x="4289" y="1497"/>
                </a:lnTo>
                <a:lnTo>
                  <a:pt x="4289" y="1496"/>
                </a:lnTo>
                <a:lnTo>
                  <a:pt x="4290" y="1496"/>
                </a:lnTo>
                <a:lnTo>
                  <a:pt x="4291" y="1496"/>
                </a:lnTo>
                <a:lnTo>
                  <a:pt x="4291" y="1495"/>
                </a:lnTo>
                <a:lnTo>
                  <a:pt x="4292" y="1495"/>
                </a:lnTo>
                <a:lnTo>
                  <a:pt x="4293" y="1494"/>
                </a:lnTo>
                <a:lnTo>
                  <a:pt x="4293" y="1495"/>
                </a:lnTo>
                <a:lnTo>
                  <a:pt x="4294" y="1495"/>
                </a:lnTo>
                <a:lnTo>
                  <a:pt x="4295" y="1495"/>
                </a:lnTo>
                <a:lnTo>
                  <a:pt x="4296" y="1495"/>
                </a:lnTo>
                <a:lnTo>
                  <a:pt x="4297" y="1495"/>
                </a:lnTo>
                <a:lnTo>
                  <a:pt x="4298" y="1496"/>
                </a:lnTo>
                <a:lnTo>
                  <a:pt x="4298" y="1497"/>
                </a:lnTo>
                <a:lnTo>
                  <a:pt x="4300" y="1497"/>
                </a:lnTo>
                <a:lnTo>
                  <a:pt x="4300" y="1496"/>
                </a:lnTo>
                <a:lnTo>
                  <a:pt x="4301" y="1496"/>
                </a:lnTo>
                <a:lnTo>
                  <a:pt x="4301" y="1495"/>
                </a:lnTo>
                <a:lnTo>
                  <a:pt x="4300" y="1495"/>
                </a:lnTo>
                <a:lnTo>
                  <a:pt x="4301" y="1495"/>
                </a:lnTo>
                <a:lnTo>
                  <a:pt x="4301" y="1494"/>
                </a:lnTo>
                <a:lnTo>
                  <a:pt x="4302" y="1494"/>
                </a:lnTo>
                <a:lnTo>
                  <a:pt x="4303" y="1494"/>
                </a:lnTo>
                <a:lnTo>
                  <a:pt x="4304" y="1494"/>
                </a:lnTo>
                <a:lnTo>
                  <a:pt x="4304" y="1493"/>
                </a:lnTo>
                <a:lnTo>
                  <a:pt x="4305" y="1493"/>
                </a:lnTo>
                <a:lnTo>
                  <a:pt x="4306" y="1493"/>
                </a:lnTo>
                <a:lnTo>
                  <a:pt x="4307" y="1493"/>
                </a:lnTo>
                <a:lnTo>
                  <a:pt x="4308" y="1493"/>
                </a:lnTo>
                <a:lnTo>
                  <a:pt x="4309" y="1493"/>
                </a:lnTo>
                <a:lnTo>
                  <a:pt x="4310" y="1492"/>
                </a:lnTo>
                <a:lnTo>
                  <a:pt x="4311" y="1492"/>
                </a:lnTo>
                <a:lnTo>
                  <a:pt x="4311" y="1491"/>
                </a:lnTo>
                <a:lnTo>
                  <a:pt x="4310" y="1491"/>
                </a:lnTo>
                <a:lnTo>
                  <a:pt x="4310" y="1490"/>
                </a:lnTo>
                <a:lnTo>
                  <a:pt x="4310" y="1489"/>
                </a:lnTo>
                <a:lnTo>
                  <a:pt x="4309" y="1490"/>
                </a:lnTo>
                <a:lnTo>
                  <a:pt x="4308" y="1489"/>
                </a:lnTo>
                <a:lnTo>
                  <a:pt x="4308" y="1488"/>
                </a:lnTo>
                <a:lnTo>
                  <a:pt x="4309" y="1488"/>
                </a:lnTo>
                <a:lnTo>
                  <a:pt x="4310" y="1488"/>
                </a:lnTo>
                <a:lnTo>
                  <a:pt x="4310" y="1487"/>
                </a:lnTo>
                <a:lnTo>
                  <a:pt x="4311" y="1487"/>
                </a:lnTo>
                <a:lnTo>
                  <a:pt x="4311" y="1486"/>
                </a:lnTo>
                <a:lnTo>
                  <a:pt x="4310" y="1486"/>
                </a:lnTo>
                <a:lnTo>
                  <a:pt x="4311" y="1485"/>
                </a:lnTo>
                <a:lnTo>
                  <a:pt x="4312" y="1485"/>
                </a:lnTo>
                <a:lnTo>
                  <a:pt x="4313" y="1485"/>
                </a:lnTo>
                <a:lnTo>
                  <a:pt x="4313" y="1484"/>
                </a:lnTo>
                <a:lnTo>
                  <a:pt x="4313" y="1483"/>
                </a:lnTo>
                <a:lnTo>
                  <a:pt x="4314" y="1483"/>
                </a:lnTo>
                <a:lnTo>
                  <a:pt x="4314" y="1484"/>
                </a:lnTo>
                <a:lnTo>
                  <a:pt x="4315" y="1485"/>
                </a:lnTo>
                <a:lnTo>
                  <a:pt x="4316" y="1486"/>
                </a:lnTo>
                <a:lnTo>
                  <a:pt x="4316" y="1487"/>
                </a:lnTo>
                <a:lnTo>
                  <a:pt x="4318" y="1487"/>
                </a:lnTo>
                <a:lnTo>
                  <a:pt x="4319" y="1487"/>
                </a:lnTo>
                <a:lnTo>
                  <a:pt x="4320" y="1487"/>
                </a:lnTo>
                <a:lnTo>
                  <a:pt x="4321" y="1487"/>
                </a:lnTo>
                <a:lnTo>
                  <a:pt x="4321" y="1488"/>
                </a:lnTo>
                <a:lnTo>
                  <a:pt x="4323" y="1487"/>
                </a:lnTo>
                <a:lnTo>
                  <a:pt x="4324" y="1487"/>
                </a:lnTo>
                <a:lnTo>
                  <a:pt x="4325" y="1487"/>
                </a:lnTo>
                <a:lnTo>
                  <a:pt x="4325" y="1486"/>
                </a:lnTo>
                <a:lnTo>
                  <a:pt x="4326" y="1486"/>
                </a:lnTo>
                <a:lnTo>
                  <a:pt x="4327" y="1485"/>
                </a:lnTo>
                <a:lnTo>
                  <a:pt x="4328" y="1485"/>
                </a:lnTo>
                <a:lnTo>
                  <a:pt x="4329" y="1484"/>
                </a:lnTo>
                <a:lnTo>
                  <a:pt x="4330" y="1484"/>
                </a:lnTo>
                <a:lnTo>
                  <a:pt x="4331" y="1483"/>
                </a:lnTo>
                <a:lnTo>
                  <a:pt x="4332" y="1483"/>
                </a:lnTo>
                <a:lnTo>
                  <a:pt x="4333" y="1483"/>
                </a:lnTo>
                <a:lnTo>
                  <a:pt x="4334" y="1482"/>
                </a:lnTo>
                <a:lnTo>
                  <a:pt x="4335" y="1482"/>
                </a:lnTo>
                <a:lnTo>
                  <a:pt x="4336" y="1482"/>
                </a:lnTo>
                <a:lnTo>
                  <a:pt x="4337" y="1482"/>
                </a:lnTo>
                <a:lnTo>
                  <a:pt x="4337" y="1481"/>
                </a:lnTo>
                <a:lnTo>
                  <a:pt x="4338" y="1481"/>
                </a:lnTo>
                <a:lnTo>
                  <a:pt x="4338" y="1480"/>
                </a:lnTo>
                <a:lnTo>
                  <a:pt x="4339" y="1480"/>
                </a:lnTo>
                <a:lnTo>
                  <a:pt x="4339" y="1481"/>
                </a:lnTo>
                <a:lnTo>
                  <a:pt x="4340" y="1480"/>
                </a:lnTo>
                <a:lnTo>
                  <a:pt x="4341" y="1480"/>
                </a:lnTo>
                <a:lnTo>
                  <a:pt x="4341" y="1479"/>
                </a:lnTo>
                <a:lnTo>
                  <a:pt x="4342" y="1478"/>
                </a:lnTo>
                <a:lnTo>
                  <a:pt x="4341" y="1477"/>
                </a:lnTo>
                <a:lnTo>
                  <a:pt x="4341" y="1476"/>
                </a:lnTo>
                <a:lnTo>
                  <a:pt x="4341" y="1475"/>
                </a:lnTo>
                <a:lnTo>
                  <a:pt x="4340" y="1475"/>
                </a:lnTo>
                <a:lnTo>
                  <a:pt x="4339" y="1475"/>
                </a:lnTo>
                <a:lnTo>
                  <a:pt x="4339" y="1474"/>
                </a:lnTo>
                <a:lnTo>
                  <a:pt x="4338" y="1473"/>
                </a:lnTo>
                <a:lnTo>
                  <a:pt x="4337" y="1473"/>
                </a:lnTo>
                <a:lnTo>
                  <a:pt x="4337" y="1472"/>
                </a:lnTo>
                <a:lnTo>
                  <a:pt x="4337" y="1473"/>
                </a:lnTo>
                <a:lnTo>
                  <a:pt x="4336" y="1472"/>
                </a:lnTo>
                <a:lnTo>
                  <a:pt x="4334" y="1472"/>
                </a:lnTo>
                <a:lnTo>
                  <a:pt x="4333" y="1471"/>
                </a:lnTo>
                <a:lnTo>
                  <a:pt x="4334" y="1471"/>
                </a:lnTo>
                <a:lnTo>
                  <a:pt x="4334" y="1470"/>
                </a:lnTo>
                <a:lnTo>
                  <a:pt x="4333" y="1470"/>
                </a:lnTo>
                <a:lnTo>
                  <a:pt x="4332" y="1470"/>
                </a:lnTo>
                <a:lnTo>
                  <a:pt x="4332" y="1469"/>
                </a:lnTo>
                <a:lnTo>
                  <a:pt x="4333" y="1469"/>
                </a:lnTo>
                <a:lnTo>
                  <a:pt x="4334" y="1469"/>
                </a:lnTo>
                <a:lnTo>
                  <a:pt x="4335" y="1469"/>
                </a:lnTo>
                <a:lnTo>
                  <a:pt x="4335" y="1468"/>
                </a:lnTo>
                <a:lnTo>
                  <a:pt x="4334" y="1468"/>
                </a:lnTo>
                <a:lnTo>
                  <a:pt x="4333" y="1468"/>
                </a:lnTo>
                <a:lnTo>
                  <a:pt x="4333" y="1467"/>
                </a:lnTo>
                <a:lnTo>
                  <a:pt x="4334" y="1467"/>
                </a:lnTo>
                <a:lnTo>
                  <a:pt x="4334" y="1466"/>
                </a:lnTo>
                <a:lnTo>
                  <a:pt x="4335" y="1466"/>
                </a:lnTo>
                <a:lnTo>
                  <a:pt x="4336" y="1467"/>
                </a:lnTo>
                <a:lnTo>
                  <a:pt x="4337" y="1467"/>
                </a:lnTo>
                <a:lnTo>
                  <a:pt x="4337" y="1466"/>
                </a:lnTo>
                <a:lnTo>
                  <a:pt x="4338" y="1465"/>
                </a:lnTo>
                <a:lnTo>
                  <a:pt x="4337" y="1465"/>
                </a:lnTo>
                <a:lnTo>
                  <a:pt x="4336" y="1465"/>
                </a:lnTo>
                <a:lnTo>
                  <a:pt x="4335" y="1464"/>
                </a:lnTo>
                <a:lnTo>
                  <a:pt x="4335" y="1463"/>
                </a:lnTo>
                <a:lnTo>
                  <a:pt x="4334" y="1463"/>
                </a:lnTo>
                <a:lnTo>
                  <a:pt x="4333" y="1464"/>
                </a:lnTo>
                <a:lnTo>
                  <a:pt x="4333" y="1463"/>
                </a:lnTo>
                <a:lnTo>
                  <a:pt x="4333" y="1462"/>
                </a:lnTo>
                <a:lnTo>
                  <a:pt x="4334" y="1462"/>
                </a:lnTo>
                <a:lnTo>
                  <a:pt x="4335" y="1462"/>
                </a:lnTo>
                <a:lnTo>
                  <a:pt x="4336" y="1462"/>
                </a:lnTo>
                <a:lnTo>
                  <a:pt x="4336" y="1461"/>
                </a:lnTo>
                <a:lnTo>
                  <a:pt x="4337" y="1461"/>
                </a:lnTo>
                <a:lnTo>
                  <a:pt x="4338" y="1461"/>
                </a:lnTo>
                <a:lnTo>
                  <a:pt x="4338" y="1462"/>
                </a:lnTo>
                <a:lnTo>
                  <a:pt x="4339" y="1462"/>
                </a:lnTo>
                <a:lnTo>
                  <a:pt x="4340" y="1462"/>
                </a:lnTo>
                <a:lnTo>
                  <a:pt x="4341" y="1461"/>
                </a:lnTo>
                <a:lnTo>
                  <a:pt x="4342" y="1461"/>
                </a:lnTo>
                <a:lnTo>
                  <a:pt x="4342" y="1460"/>
                </a:lnTo>
                <a:lnTo>
                  <a:pt x="4341" y="1460"/>
                </a:lnTo>
                <a:lnTo>
                  <a:pt x="4341" y="1459"/>
                </a:lnTo>
                <a:lnTo>
                  <a:pt x="4340" y="1458"/>
                </a:lnTo>
                <a:lnTo>
                  <a:pt x="4341" y="1458"/>
                </a:lnTo>
                <a:lnTo>
                  <a:pt x="4342" y="1457"/>
                </a:lnTo>
                <a:lnTo>
                  <a:pt x="4343" y="1458"/>
                </a:lnTo>
                <a:lnTo>
                  <a:pt x="4344" y="1458"/>
                </a:lnTo>
                <a:lnTo>
                  <a:pt x="4345" y="1459"/>
                </a:lnTo>
                <a:lnTo>
                  <a:pt x="4346" y="1458"/>
                </a:lnTo>
                <a:lnTo>
                  <a:pt x="4346" y="1457"/>
                </a:lnTo>
                <a:lnTo>
                  <a:pt x="4345" y="1457"/>
                </a:lnTo>
                <a:lnTo>
                  <a:pt x="4344" y="1457"/>
                </a:lnTo>
                <a:lnTo>
                  <a:pt x="4345" y="1457"/>
                </a:lnTo>
                <a:lnTo>
                  <a:pt x="4345" y="1456"/>
                </a:lnTo>
                <a:lnTo>
                  <a:pt x="4344" y="1455"/>
                </a:lnTo>
                <a:lnTo>
                  <a:pt x="4344" y="1454"/>
                </a:lnTo>
                <a:lnTo>
                  <a:pt x="4345" y="1454"/>
                </a:lnTo>
                <a:lnTo>
                  <a:pt x="4346" y="1453"/>
                </a:lnTo>
                <a:lnTo>
                  <a:pt x="4345" y="1453"/>
                </a:lnTo>
                <a:lnTo>
                  <a:pt x="4345" y="1452"/>
                </a:lnTo>
                <a:lnTo>
                  <a:pt x="4346" y="1451"/>
                </a:lnTo>
                <a:lnTo>
                  <a:pt x="4347" y="1451"/>
                </a:lnTo>
                <a:lnTo>
                  <a:pt x="4348" y="1451"/>
                </a:lnTo>
                <a:lnTo>
                  <a:pt x="4349" y="1452"/>
                </a:lnTo>
                <a:lnTo>
                  <a:pt x="4352" y="1452"/>
                </a:lnTo>
                <a:lnTo>
                  <a:pt x="4353" y="1452"/>
                </a:lnTo>
                <a:lnTo>
                  <a:pt x="4354" y="1452"/>
                </a:lnTo>
                <a:lnTo>
                  <a:pt x="4355" y="1452"/>
                </a:lnTo>
                <a:lnTo>
                  <a:pt x="4355" y="1451"/>
                </a:lnTo>
                <a:lnTo>
                  <a:pt x="4355" y="1452"/>
                </a:lnTo>
                <a:lnTo>
                  <a:pt x="4356" y="1452"/>
                </a:lnTo>
                <a:lnTo>
                  <a:pt x="4357" y="1452"/>
                </a:lnTo>
                <a:lnTo>
                  <a:pt x="4358" y="1451"/>
                </a:lnTo>
                <a:lnTo>
                  <a:pt x="4359" y="1450"/>
                </a:lnTo>
                <a:lnTo>
                  <a:pt x="4360" y="1450"/>
                </a:lnTo>
                <a:lnTo>
                  <a:pt x="4360" y="1449"/>
                </a:lnTo>
                <a:lnTo>
                  <a:pt x="4361" y="1449"/>
                </a:lnTo>
                <a:lnTo>
                  <a:pt x="4361" y="1450"/>
                </a:lnTo>
                <a:lnTo>
                  <a:pt x="4361" y="1449"/>
                </a:lnTo>
                <a:lnTo>
                  <a:pt x="4362" y="1449"/>
                </a:lnTo>
                <a:lnTo>
                  <a:pt x="4363" y="1449"/>
                </a:lnTo>
                <a:lnTo>
                  <a:pt x="4363" y="1448"/>
                </a:lnTo>
                <a:lnTo>
                  <a:pt x="4360" y="1448"/>
                </a:lnTo>
                <a:lnTo>
                  <a:pt x="4359" y="1449"/>
                </a:lnTo>
                <a:lnTo>
                  <a:pt x="4358" y="1449"/>
                </a:lnTo>
                <a:lnTo>
                  <a:pt x="4357" y="1449"/>
                </a:lnTo>
                <a:lnTo>
                  <a:pt x="4355" y="1450"/>
                </a:lnTo>
                <a:lnTo>
                  <a:pt x="4354" y="1451"/>
                </a:lnTo>
                <a:lnTo>
                  <a:pt x="4353" y="1451"/>
                </a:lnTo>
                <a:lnTo>
                  <a:pt x="4352" y="1450"/>
                </a:lnTo>
                <a:lnTo>
                  <a:pt x="4350" y="1450"/>
                </a:lnTo>
                <a:lnTo>
                  <a:pt x="4350" y="1451"/>
                </a:lnTo>
                <a:lnTo>
                  <a:pt x="4348" y="1451"/>
                </a:lnTo>
                <a:lnTo>
                  <a:pt x="4348" y="1450"/>
                </a:lnTo>
                <a:lnTo>
                  <a:pt x="4347" y="1450"/>
                </a:lnTo>
                <a:lnTo>
                  <a:pt x="4346" y="1450"/>
                </a:lnTo>
                <a:lnTo>
                  <a:pt x="4346" y="1449"/>
                </a:lnTo>
                <a:lnTo>
                  <a:pt x="4344" y="1449"/>
                </a:lnTo>
                <a:lnTo>
                  <a:pt x="4344" y="1448"/>
                </a:lnTo>
                <a:lnTo>
                  <a:pt x="4343" y="1448"/>
                </a:lnTo>
                <a:lnTo>
                  <a:pt x="4343" y="1449"/>
                </a:lnTo>
                <a:lnTo>
                  <a:pt x="4343" y="1450"/>
                </a:lnTo>
                <a:lnTo>
                  <a:pt x="4344" y="1451"/>
                </a:lnTo>
                <a:lnTo>
                  <a:pt x="4344" y="1452"/>
                </a:lnTo>
                <a:lnTo>
                  <a:pt x="4343" y="1453"/>
                </a:lnTo>
                <a:lnTo>
                  <a:pt x="4342" y="1453"/>
                </a:lnTo>
                <a:lnTo>
                  <a:pt x="4341" y="1453"/>
                </a:lnTo>
                <a:lnTo>
                  <a:pt x="4341" y="1454"/>
                </a:lnTo>
                <a:lnTo>
                  <a:pt x="4341" y="1453"/>
                </a:lnTo>
                <a:lnTo>
                  <a:pt x="4340" y="1453"/>
                </a:lnTo>
                <a:lnTo>
                  <a:pt x="4339" y="1454"/>
                </a:lnTo>
                <a:lnTo>
                  <a:pt x="4338" y="1454"/>
                </a:lnTo>
                <a:lnTo>
                  <a:pt x="4337" y="1455"/>
                </a:lnTo>
                <a:lnTo>
                  <a:pt x="4336" y="1455"/>
                </a:lnTo>
                <a:lnTo>
                  <a:pt x="4336" y="1456"/>
                </a:lnTo>
                <a:lnTo>
                  <a:pt x="4333" y="1456"/>
                </a:lnTo>
                <a:lnTo>
                  <a:pt x="4331" y="1456"/>
                </a:lnTo>
                <a:lnTo>
                  <a:pt x="4331" y="1457"/>
                </a:lnTo>
                <a:lnTo>
                  <a:pt x="4331" y="1456"/>
                </a:lnTo>
                <a:lnTo>
                  <a:pt x="4330" y="1456"/>
                </a:lnTo>
                <a:lnTo>
                  <a:pt x="4329" y="1457"/>
                </a:lnTo>
                <a:lnTo>
                  <a:pt x="4329" y="1456"/>
                </a:lnTo>
                <a:lnTo>
                  <a:pt x="4328" y="1456"/>
                </a:lnTo>
                <a:lnTo>
                  <a:pt x="4327" y="1456"/>
                </a:lnTo>
                <a:lnTo>
                  <a:pt x="4327" y="1459"/>
                </a:lnTo>
                <a:lnTo>
                  <a:pt x="4325" y="1459"/>
                </a:lnTo>
                <a:lnTo>
                  <a:pt x="4325" y="1460"/>
                </a:lnTo>
                <a:lnTo>
                  <a:pt x="4324" y="1460"/>
                </a:lnTo>
                <a:lnTo>
                  <a:pt x="4324" y="1459"/>
                </a:lnTo>
                <a:lnTo>
                  <a:pt x="4322" y="1459"/>
                </a:lnTo>
                <a:lnTo>
                  <a:pt x="4322" y="1457"/>
                </a:lnTo>
                <a:lnTo>
                  <a:pt x="4322" y="1456"/>
                </a:lnTo>
                <a:lnTo>
                  <a:pt x="4323" y="1455"/>
                </a:lnTo>
                <a:lnTo>
                  <a:pt x="4322" y="1455"/>
                </a:lnTo>
                <a:lnTo>
                  <a:pt x="4320" y="1454"/>
                </a:lnTo>
                <a:lnTo>
                  <a:pt x="4320" y="1455"/>
                </a:lnTo>
                <a:lnTo>
                  <a:pt x="4319" y="1455"/>
                </a:lnTo>
                <a:lnTo>
                  <a:pt x="4320" y="1454"/>
                </a:lnTo>
                <a:lnTo>
                  <a:pt x="4320" y="1452"/>
                </a:lnTo>
                <a:lnTo>
                  <a:pt x="4321" y="1453"/>
                </a:lnTo>
                <a:lnTo>
                  <a:pt x="4321" y="1452"/>
                </a:lnTo>
                <a:lnTo>
                  <a:pt x="4322" y="1451"/>
                </a:lnTo>
                <a:lnTo>
                  <a:pt x="4322" y="1449"/>
                </a:lnTo>
                <a:lnTo>
                  <a:pt x="4322" y="1448"/>
                </a:lnTo>
                <a:lnTo>
                  <a:pt x="4321" y="1448"/>
                </a:lnTo>
                <a:lnTo>
                  <a:pt x="4320" y="1447"/>
                </a:lnTo>
                <a:lnTo>
                  <a:pt x="4320" y="1446"/>
                </a:lnTo>
                <a:lnTo>
                  <a:pt x="4319" y="1446"/>
                </a:lnTo>
                <a:lnTo>
                  <a:pt x="4319" y="1447"/>
                </a:lnTo>
                <a:lnTo>
                  <a:pt x="4320" y="1447"/>
                </a:lnTo>
                <a:lnTo>
                  <a:pt x="4320" y="1448"/>
                </a:lnTo>
                <a:lnTo>
                  <a:pt x="4320" y="1449"/>
                </a:lnTo>
                <a:lnTo>
                  <a:pt x="4319" y="1450"/>
                </a:lnTo>
                <a:lnTo>
                  <a:pt x="4319" y="1451"/>
                </a:lnTo>
                <a:lnTo>
                  <a:pt x="4318" y="1451"/>
                </a:lnTo>
                <a:lnTo>
                  <a:pt x="4318" y="1452"/>
                </a:lnTo>
                <a:lnTo>
                  <a:pt x="4317" y="1452"/>
                </a:lnTo>
                <a:lnTo>
                  <a:pt x="4316" y="1452"/>
                </a:lnTo>
                <a:lnTo>
                  <a:pt x="4316" y="1453"/>
                </a:lnTo>
                <a:lnTo>
                  <a:pt x="4315" y="1453"/>
                </a:lnTo>
                <a:lnTo>
                  <a:pt x="4315" y="1452"/>
                </a:lnTo>
                <a:lnTo>
                  <a:pt x="4314" y="1452"/>
                </a:lnTo>
                <a:lnTo>
                  <a:pt x="4314" y="1451"/>
                </a:lnTo>
                <a:lnTo>
                  <a:pt x="4313" y="1452"/>
                </a:lnTo>
                <a:lnTo>
                  <a:pt x="4313" y="1451"/>
                </a:lnTo>
                <a:lnTo>
                  <a:pt x="4312" y="1451"/>
                </a:lnTo>
                <a:lnTo>
                  <a:pt x="4311" y="1451"/>
                </a:lnTo>
                <a:lnTo>
                  <a:pt x="4310" y="1451"/>
                </a:lnTo>
                <a:lnTo>
                  <a:pt x="4309" y="1451"/>
                </a:lnTo>
                <a:lnTo>
                  <a:pt x="4308" y="1451"/>
                </a:lnTo>
                <a:lnTo>
                  <a:pt x="4308" y="1450"/>
                </a:lnTo>
                <a:lnTo>
                  <a:pt x="4308" y="1449"/>
                </a:lnTo>
                <a:lnTo>
                  <a:pt x="4309" y="1449"/>
                </a:lnTo>
                <a:lnTo>
                  <a:pt x="4310" y="1448"/>
                </a:lnTo>
                <a:lnTo>
                  <a:pt x="4310" y="1447"/>
                </a:lnTo>
                <a:lnTo>
                  <a:pt x="4311" y="1447"/>
                </a:lnTo>
                <a:lnTo>
                  <a:pt x="4312" y="1447"/>
                </a:lnTo>
                <a:lnTo>
                  <a:pt x="4313" y="1446"/>
                </a:lnTo>
                <a:lnTo>
                  <a:pt x="4313" y="1445"/>
                </a:lnTo>
                <a:lnTo>
                  <a:pt x="4313" y="1444"/>
                </a:lnTo>
                <a:lnTo>
                  <a:pt x="4312" y="1444"/>
                </a:lnTo>
                <a:lnTo>
                  <a:pt x="4311" y="1444"/>
                </a:lnTo>
                <a:lnTo>
                  <a:pt x="4310" y="1445"/>
                </a:lnTo>
                <a:lnTo>
                  <a:pt x="4309" y="1446"/>
                </a:lnTo>
                <a:lnTo>
                  <a:pt x="4310" y="1447"/>
                </a:lnTo>
                <a:lnTo>
                  <a:pt x="4309" y="1448"/>
                </a:lnTo>
                <a:lnTo>
                  <a:pt x="4308" y="1448"/>
                </a:lnTo>
                <a:lnTo>
                  <a:pt x="4307" y="1449"/>
                </a:lnTo>
                <a:lnTo>
                  <a:pt x="4306" y="1448"/>
                </a:lnTo>
                <a:lnTo>
                  <a:pt x="4306" y="1449"/>
                </a:lnTo>
                <a:lnTo>
                  <a:pt x="4306" y="1450"/>
                </a:lnTo>
                <a:lnTo>
                  <a:pt x="4304" y="1451"/>
                </a:lnTo>
                <a:lnTo>
                  <a:pt x="4303" y="1451"/>
                </a:lnTo>
                <a:lnTo>
                  <a:pt x="4303" y="1450"/>
                </a:lnTo>
                <a:lnTo>
                  <a:pt x="4302" y="1450"/>
                </a:lnTo>
                <a:lnTo>
                  <a:pt x="4302" y="1449"/>
                </a:lnTo>
                <a:lnTo>
                  <a:pt x="4303" y="1449"/>
                </a:lnTo>
                <a:lnTo>
                  <a:pt x="4303" y="1448"/>
                </a:lnTo>
                <a:lnTo>
                  <a:pt x="4303" y="1447"/>
                </a:lnTo>
                <a:lnTo>
                  <a:pt x="4304" y="1447"/>
                </a:lnTo>
                <a:lnTo>
                  <a:pt x="4304" y="1446"/>
                </a:lnTo>
                <a:lnTo>
                  <a:pt x="4304" y="1444"/>
                </a:lnTo>
                <a:lnTo>
                  <a:pt x="4305" y="1444"/>
                </a:lnTo>
                <a:lnTo>
                  <a:pt x="4305" y="1443"/>
                </a:lnTo>
                <a:lnTo>
                  <a:pt x="4304" y="1443"/>
                </a:lnTo>
                <a:lnTo>
                  <a:pt x="4304" y="1442"/>
                </a:lnTo>
                <a:lnTo>
                  <a:pt x="4305" y="1442"/>
                </a:lnTo>
                <a:lnTo>
                  <a:pt x="4306" y="1442"/>
                </a:lnTo>
                <a:lnTo>
                  <a:pt x="4307" y="1441"/>
                </a:lnTo>
                <a:lnTo>
                  <a:pt x="4308" y="1441"/>
                </a:lnTo>
                <a:lnTo>
                  <a:pt x="4308" y="1440"/>
                </a:lnTo>
                <a:lnTo>
                  <a:pt x="4309" y="1440"/>
                </a:lnTo>
                <a:lnTo>
                  <a:pt x="4310" y="1440"/>
                </a:lnTo>
                <a:lnTo>
                  <a:pt x="4310" y="1439"/>
                </a:lnTo>
                <a:lnTo>
                  <a:pt x="4311" y="1439"/>
                </a:lnTo>
                <a:lnTo>
                  <a:pt x="4312" y="1438"/>
                </a:lnTo>
                <a:lnTo>
                  <a:pt x="4313" y="1438"/>
                </a:lnTo>
                <a:lnTo>
                  <a:pt x="4314" y="1438"/>
                </a:lnTo>
                <a:lnTo>
                  <a:pt x="4315" y="1439"/>
                </a:lnTo>
                <a:lnTo>
                  <a:pt x="4314" y="1440"/>
                </a:lnTo>
                <a:lnTo>
                  <a:pt x="4315" y="1440"/>
                </a:lnTo>
                <a:lnTo>
                  <a:pt x="4316" y="1440"/>
                </a:lnTo>
                <a:lnTo>
                  <a:pt x="4316" y="1439"/>
                </a:lnTo>
                <a:lnTo>
                  <a:pt x="4317" y="1439"/>
                </a:lnTo>
                <a:lnTo>
                  <a:pt x="4318" y="1438"/>
                </a:lnTo>
                <a:lnTo>
                  <a:pt x="4319" y="1438"/>
                </a:lnTo>
                <a:lnTo>
                  <a:pt x="4320" y="1438"/>
                </a:lnTo>
                <a:lnTo>
                  <a:pt x="4320" y="1437"/>
                </a:lnTo>
                <a:lnTo>
                  <a:pt x="4320" y="1436"/>
                </a:lnTo>
                <a:lnTo>
                  <a:pt x="4321" y="1436"/>
                </a:lnTo>
                <a:lnTo>
                  <a:pt x="4323" y="1436"/>
                </a:lnTo>
                <a:lnTo>
                  <a:pt x="4322" y="1435"/>
                </a:lnTo>
                <a:lnTo>
                  <a:pt x="4322" y="1436"/>
                </a:lnTo>
                <a:lnTo>
                  <a:pt x="4321" y="1436"/>
                </a:lnTo>
                <a:lnTo>
                  <a:pt x="4320" y="1436"/>
                </a:lnTo>
                <a:lnTo>
                  <a:pt x="4319" y="1437"/>
                </a:lnTo>
                <a:lnTo>
                  <a:pt x="4319" y="1438"/>
                </a:lnTo>
                <a:lnTo>
                  <a:pt x="4317" y="1438"/>
                </a:lnTo>
                <a:lnTo>
                  <a:pt x="4316" y="1438"/>
                </a:lnTo>
                <a:lnTo>
                  <a:pt x="4315" y="1437"/>
                </a:lnTo>
                <a:lnTo>
                  <a:pt x="4314" y="1437"/>
                </a:lnTo>
                <a:lnTo>
                  <a:pt x="4313" y="1436"/>
                </a:lnTo>
                <a:lnTo>
                  <a:pt x="4312" y="1436"/>
                </a:lnTo>
                <a:lnTo>
                  <a:pt x="4311" y="1437"/>
                </a:lnTo>
                <a:lnTo>
                  <a:pt x="4310" y="1437"/>
                </a:lnTo>
                <a:lnTo>
                  <a:pt x="4309" y="1438"/>
                </a:lnTo>
                <a:lnTo>
                  <a:pt x="4309" y="1439"/>
                </a:lnTo>
                <a:lnTo>
                  <a:pt x="4308" y="1439"/>
                </a:lnTo>
                <a:lnTo>
                  <a:pt x="4307" y="1439"/>
                </a:lnTo>
                <a:lnTo>
                  <a:pt x="4307" y="1440"/>
                </a:lnTo>
                <a:lnTo>
                  <a:pt x="4306" y="1439"/>
                </a:lnTo>
                <a:lnTo>
                  <a:pt x="4306" y="1438"/>
                </a:lnTo>
                <a:lnTo>
                  <a:pt x="4306" y="1437"/>
                </a:lnTo>
                <a:lnTo>
                  <a:pt x="4305" y="1437"/>
                </a:lnTo>
                <a:lnTo>
                  <a:pt x="4304" y="1437"/>
                </a:lnTo>
                <a:lnTo>
                  <a:pt x="4304" y="1438"/>
                </a:lnTo>
                <a:lnTo>
                  <a:pt x="4304" y="1439"/>
                </a:lnTo>
                <a:lnTo>
                  <a:pt x="4304" y="1440"/>
                </a:lnTo>
                <a:lnTo>
                  <a:pt x="4300" y="1440"/>
                </a:lnTo>
                <a:lnTo>
                  <a:pt x="4300" y="1437"/>
                </a:lnTo>
                <a:lnTo>
                  <a:pt x="4300" y="1435"/>
                </a:lnTo>
                <a:lnTo>
                  <a:pt x="4300" y="1434"/>
                </a:lnTo>
                <a:lnTo>
                  <a:pt x="4301" y="1433"/>
                </a:lnTo>
                <a:lnTo>
                  <a:pt x="4302" y="1431"/>
                </a:lnTo>
                <a:lnTo>
                  <a:pt x="4303" y="1431"/>
                </a:lnTo>
                <a:lnTo>
                  <a:pt x="4304" y="1431"/>
                </a:lnTo>
                <a:lnTo>
                  <a:pt x="4305" y="1431"/>
                </a:lnTo>
                <a:lnTo>
                  <a:pt x="4306" y="1430"/>
                </a:lnTo>
                <a:lnTo>
                  <a:pt x="4306" y="1429"/>
                </a:lnTo>
                <a:lnTo>
                  <a:pt x="4306" y="1428"/>
                </a:lnTo>
                <a:lnTo>
                  <a:pt x="4307" y="1428"/>
                </a:lnTo>
                <a:lnTo>
                  <a:pt x="4308" y="1429"/>
                </a:lnTo>
                <a:lnTo>
                  <a:pt x="4309" y="1429"/>
                </a:lnTo>
                <a:lnTo>
                  <a:pt x="4310" y="1428"/>
                </a:lnTo>
                <a:lnTo>
                  <a:pt x="4311" y="1428"/>
                </a:lnTo>
                <a:lnTo>
                  <a:pt x="4312" y="1428"/>
                </a:lnTo>
                <a:lnTo>
                  <a:pt x="4313" y="1428"/>
                </a:lnTo>
                <a:lnTo>
                  <a:pt x="4314" y="1428"/>
                </a:lnTo>
                <a:lnTo>
                  <a:pt x="4315" y="1428"/>
                </a:lnTo>
                <a:lnTo>
                  <a:pt x="4316" y="1428"/>
                </a:lnTo>
                <a:lnTo>
                  <a:pt x="4317" y="1427"/>
                </a:lnTo>
                <a:lnTo>
                  <a:pt x="4317" y="1426"/>
                </a:lnTo>
                <a:lnTo>
                  <a:pt x="4318" y="1426"/>
                </a:lnTo>
                <a:lnTo>
                  <a:pt x="4318" y="1427"/>
                </a:lnTo>
                <a:lnTo>
                  <a:pt x="4319" y="1427"/>
                </a:lnTo>
                <a:lnTo>
                  <a:pt x="4320" y="1427"/>
                </a:lnTo>
                <a:lnTo>
                  <a:pt x="4320" y="1426"/>
                </a:lnTo>
                <a:lnTo>
                  <a:pt x="4321" y="1426"/>
                </a:lnTo>
                <a:lnTo>
                  <a:pt x="4321" y="1425"/>
                </a:lnTo>
                <a:lnTo>
                  <a:pt x="4321" y="1424"/>
                </a:lnTo>
                <a:lnTo>
                  <a:pt x="4320" y="1424"/>
                </a:lnTo>
                <a:lnTo>
                  <a:pt x="4320" y="1423"/>
                </a:lnTo>
                <a:lnTo>
                  <a:pt x="4321" y="1423"/>
                </a:lnTo>
                <a:lnTo>
                  <a:pt x="4322" y="1423"/>
                </a:lnTo>
                <a:lnTo>
                  <a:pt x="4323" y="1423"/>
                </a:lnTo>
                <a:lnTo>
                  <a:pt x="4324" y="1422"/>
                </a:lnTo>
                <a:lnTo>
                  <a:pt x="4325" y="1422"/>
                </a:lnTo>
                <a:lnTo>
                  <a:pt x="4325" y="1423"/>
                </a:lnTo>
                <a:lnTo>
                  <a:pt x="4326" y="1423"/>
                </a:lnTo>
                <a:lnTo>
                  <a:pt x="4326" y="1424"/>
                </a:lnTo>
                <a:lnTo>
                  <a:pt x="4327" y="1424"/>
                </a:lnTo>
                <a:lnTo>
                  <a:pt x="4327" y="1425"/>
                </a:lnTo>
                <a:lnTo>
                  <a:pt x="4327" y="1426"/>
                </a:lnTo>
                <a:lnTo>
                  <a:pt x="4327" y="1427"/>
                </a:lnTo>
                <a:lnTo>
                  <a:pt x="4328" y="1427"/>
                </a:lnTo>
                <a:lnTo>
                  <a:pt x="4328" y="1428"/>
                </a:lnTo>
                <a:lnTo>
                  <a:pt x="4328" y="1429"/>
                </a:lnTo>
                <a:lnTo>
                  <a:pt x="4330" y="1429"/>
                </a:lnTo>
                <a:lnTo>
                  <a:pt x="4330" y="1428"/>
                </a:lnTo>
                <a:lnTo>
                  <a:pt x="4331" y="1428"/>
                </a:lnTo>
                <a:lnTo>
                  <a:pt x="4330" y="1428"/>
                </a:lnTo>
                <a:lnTo>
                  <a:pt x="4329" y="1428"/>
                </a:lnTo>
                <a:lnTo>
                  <a:pt x="4328" y="1428"/>
                </a:lnTo>
                <a:lnTo>
                  <a:pt x="4328" y="1427"/>
                </a:lnTo>
                <a:lnTo>
                  <a:pt x="4328" y="1426"/>
                </a:lnTo>
                <a:lnTo>
                  <a:pt x="4327" y="1426"/>
                </a:lnTo>
                <a:lnTo>
                  <a:pt x="4327" y="1425"/>
                </a:lnTo>
                <a:lnTo>
                  <a:pt x="4327" y="1424"/>
                </a:lnTo>
                <a:lnTo>
                  <a:pt x="4325" y="1422"/>
                </a:lnTo>
                <a:lnTo>
                  <a:pt x="4324" y="1422"/>
                </a:lnTo>
                <a:lnTo>
                  <a:pt x="4325" y="1421"/>
                </a:lnTo>
                <a:lnTo>
                  <a:pt x="4326" y="1421"/>
                </a:lnTo>
                <a:lnTo>
                  <a:pt x="4325" y="1421"/>
                </a:lnTo>
                <a:lnTo>
                  <a:pt x="4325" y="1420"/>
                </a:lnTo>
                <a:lnTo>
                  <a:pt x="4325" y="1419"/>
                </a:lnTo>
                <a:lnTo>
                  <a:pt x="4325" y="1418"/>
                </a:lnTo>
                <a:lnTo>
                  <a:pt x="4325" y="1417"/>
                </a:lnTo>
                <a:lnTo>
                  <a:pt x="4324" y="1417"/>
                </a:lnTo>
                <a:lnTo>
                  <a:pt x="4324" y="1416"/>
                </a:lnTo>
                <a:lnTo>
                  <a:pt x="4323" y="1416"/>
                </a:lnTo>
                <a:lnTo>
                  <a:pt x="4323" y="1415"/>
                </a:lnTo>
                <a:lnTo>
                  <a:pt x="4322" y="1415"/>
                </a:lnTo>
                <a:lnTo>
                  <a:pt x="4322" y="1414"/>
                </a:lnTo>
                <a:lnTo>
                  <a:pt x="4321" y="1414"/>
                </a:lnTo>
                <a:lnTo>
                  <a:pt x="4321" y="1413"/>
                </a:lnTo>
                <a:lnTo>
                  <a:pt x="4322" y="1413"/>
                </a:lnTo>
                <a:lnTo>
                  <a:pt x="4323" y="1413"/>
                </a:lnTo>
                <a:lnTo>
                  <a:pt x="4323" y="1412"/>
                </a:lnTo>
                <a:lnTo>
                  <a:pt x="4324" y="1412"/>
                </a:lnTo>
                <a:lnTo>
                  <a:pt x="4324" y="1411"/>
                </a:lnTo>
                <a:lnTo>
                  <a:pt x="4324" y="1410"/>
                </a:lnTo>
                <a:lnTo>
                  <a:pt x="4323" y="1410"/>
                </a:lnTo>
                <a:lnTo>
                  <a:pt x="4323" y="1409"/>
                </a:lnTo>
                <a:lnTo>
                  <a:pt x="4322" y="1409"/>
                </a:lnTo>
                <a:lnTo>
                  <a:pt x="4322" y="1408"/>
                </a:lnTo>
                <a:lnTo>
                  <a:pt x="4322" y="1407"/>
                </a:lnTo>
                <a:lnTo>
                  <a:pt x="4324" y="1407"/>
                </a:lnTo>
                <a:lnTo>
                  <a:pt x="4325" y="1406"/>
                </a:lnTo>
                <a:lnTo>
                  <a:pt x="4325" y="1405"/>
                </a:lnTo>
                <a:lnTo>
                  <a:pt x="4326" y="1405"/>
                </a:lnTo>
                <a:lnTo>
                  <a:pt x="4326" y="1404"/>
                </a:lnTo>
                <a:lnTo>
                  <a:pt x="4327" y="1404"/>
                </a:lnTo>
                <a:lnTo>
                  <a:pt x="4327" y="1403"/>
                </a:lnTo>
                <a:lnTo>
                  <a:pt x="4328" y="1403"/>
                </a:lnTo>
                <a:lnTo>
                  <a:pt x="4328" y="1402"/>
                </a:lnTo>
                <a:lnTo>
                  <a:pt x="4328" y="1401"/>
                </a:lnTo>
                <a:lnTo>
                  <a:pt x="4329" y="1401"/>
                </a:lnTo>
                <a:lnTo>
                  <a:pt x="4329" y="1402"/>
                </a:lnTo>
                <a:lnTo>
                  <a:pt x="4330" y="1402"/>
                </a:lnTo>
                <a:lnTo>
                  <a:pt x="4331" y="1402"/>
                </a:lnTo>
                <a:lnTo>
                  <a:pt x="4332" y="1402"/>
                </a:lnTo>
                <a:lnTo>
                  <a:pt x="4333" y="1402"/>
                </a:lnTo>
                <a:lnTo>
                  <a:pt x="4333" y="1401"/>
                </a:lnTo>
                <a:lnTo>
                  <a:pt x="4334" y="1401"/>
                </a:lnTo>
                <a:lnTo>
                  <a:pt x="4335" y="1401"/>
                </a:lnTo>
                <a:lnTo>
                  <a:pt x="4336" y="1400"/>
                </a:lnTo>
                <a:lnTo>
                  <a:pt x="4336" y="1399"/>
                </a:lnTo>
                <a:lnTo>
                  <a:pt x="4337" y="1399"/>
                </a:lnTo>
                <a:lnTo>
                  <a:pt x="4337" y="1398"/>
                </a:lnTo>
                <a:lnTo>
                  <a:pt x="4338" y="1398"/>
                </a:lnTo>
                <a:lnTo>
                  <a:pt x="4339" y="1398"/>
                </a:lnTo>
                <a:lnTo>
                  <a:pt x="4339" y="1397"/>
                </a:lnTo>
                <a:lnTo>
                  <a:pt x="4340" y="1397"/>
                </a:lnTo>
                <a:lnTo>
                  <a:pt x="4340" y="1396"/>
                </a:lnTo>
                <a:lnTo>
                  <a:pt x="4341" y="1396"/>
                </a:lnTo>
                <a:lnTo>
                  <a:pt x="4342" y="1396"/>
                </a:lnTo>
                <a:lnTo>
                  <a:pt x="4342" y="1395"/>
                </a:lnTo>
                <a:lnTo>
                  <a:pt x="4343" y="1395"/>
                </a:lnTo>
                <a:lnTo>
                  <a:pt x="4342" y="1394"/>
                </a:lnTo>
                <a:lnTo>
                  <a:pt x="4343" y="1394"/>
                </a:lnTo>
                <a:lnTo>
                  <a:pt x="4344" y="1395"/>
                </a:lnTo>
                <a:lnTo>
                  <a:pt x="4345" y="1395"/>
                </a:lnTo>
                <a:lnTo>
                  <a:pt x="4346" y="1396"/>
                </a:lnTo>
                <a:lnTo>
                  <a:pt x="4347" y="1396"/>
                </a:lnTo>
                <a:lnTo>
                  <a:pt x="4347" y="1395"/>
                </a:lnTo>
                <a:lnTo>
                  <a:pt x="4348" y="1395"/>
                </a:lnTo>
                <a:lnTo>
                  <a:pt x="4348" y="1394"/>
                </a:lnTo>
                <a:lnTo>
                  <a:pt x="4349" y="1394"/>
                </a:lnTo>
                <a:lnTo>
                  <a:pt x="4350" y="1394"/>
                </a:lnTo>
                <a:lnTo>
                  <a:pt x="4350" y="1393"/>
                </a:lnTo>
                <a:lnTo>
                  <a:pt x="4351" y="1392"/>
                </a:lnTo>
                <a:lnTo>
                  <a:pt x="4352" y="1391"/>
                </a:lnTo>
                <a:lnTo>
                  <a:pt x="4353" y="1390"/>
                </a:lnTo>
                <a:lnTo>
                  <a:pt x="4354" y="1390"/>
                </a:lnTo>
                <a:lnTo>
                  <a:pt x="4355" y="1390"/>
                </a:lnTo>
                <a:lnTo>
                  <a:pt x="4354" y="1389"/>
                </a:lnTo>
                <a:lnTo>
                  <a:pt x="4353" y="1388"/>
                </a:lnTo>
                <a:lnTo>
                  <a:pt x="4354" y="1387"/>
                </a:lnTo>
                <a:lnTo>
                  <a:pt x="4353" y="1386"/>
                </a:lnTo>
                <a:lnTo>
                  <a:pt x="4352" y="1387"/>
                </a:lnTo>
                <a:lnTo>
                  <a:pt x="4351" y="1388"/>
                </a:lnTo>
                <a:lnTo>
                  <a:pt x="4349" y="1389"/>
                </a:lnTo>
                <a:lnTo>
                  <a:pt x="4349" y="1388"/>
                </a:lnTo>
                <a:lnTo>
                  <a:pt x="4350" y="1388"/>
                </a:lnTo>
                <a:lnTo>
                  <a:pt x="4351" y="1387"/>
                </a:lnTo>
                <a:lnTo>
                  <a:pt x="4352" y="1386"/>
                </a:lnTo>
                <a:lnTo>
                  <a:pt x="4353" y="1386"/>
                </a:lnTo>
                <a:lnTo>
                  <a:pt x="4354" y="1385"/>
                </a:lnTo>
                <a:lnTo>
                  <a:pt x="4355" y="1385"/>
                </a:lnTo>
                <a:lnTo>
                  <a:pt x="4354" y="1384"/>
                </a:lnTo>
                <a:lnTo>
                  <a:pt x="4355" y="1384"/>
                </a:lnTo>
                <a:lnTo>
                  <a:pt x="4356" y="1384"/>
                </a:lnTo>
                <a:lnTo>
                  <a:pt x="4357" y="1384"/>
                </a:lnTo>
                <a:lnTo>
                  <a:pt x="4358" y="1383"/>
                </a:lnTo>
                <a:lnTo>
                  <a:pt x="4358" y="1384"/>
                </a:lnTo>
                <a:lnTo>
                  <a:pt x="4359" y="1384"/>
                </a:lnTo>
                <a:lnTo>
                  <a:pt x="4359" y="1383"/>
                </a:lnTo>
                <a:lnTo>
                  <a:pt x="4361" y="1381"/>
                </a:lnTo>
                <a:lnTo>
                  <a:pt x="4361" y="1382"/>
                </a:lnTo>
                <a:lnTo>
                  <a:pt x="4362" y="1381"/>
                </a:lnTo>
                <a:lnTo>
                  <a:pt x="4363" y="1380"/>
                </a:lnTo>
                <a:lnTo>
                  <a:pt x="4363" y="1379"/>
                </a:lnTo>
                <a:lnTo>
                  <a:pt x="4364" y="1379"/>
                </a:lnTo>
                <a:lnTo>
                  <a:pt x="4364" y="1378"/>
                </a:lnTo>
                <a:lnTo>
                  <a:pt x="4364" y="1377"/>
                </a:lnTo>
                <a:lnTo>
                  <a:pt x="4365" y="1377"/>
                </a:lnTo>
                <a:lnTo>
                  <a:pt x="4365" y="1376"/>
                </a:lnTo>
                <a:lnTo>
                  <a:pt x="4366" y="1376"/>
                </a:lnTo>
                <a:lnTo>
                  <a:pt x="4366" y="1375"/>
                </a:lnTo>
                <a:lnTo>
                  <a:pt x="4367" y="1375"/>
                </a:lnTo>
                <a:lnTo>
                  <a:pt x="4368" y="1375"/>
                </a:lnTo>
                <a:lnTo>
                  <a:pt x="4369" y="1375"/>
                </a:lnTo>
                <a:lnTo>
                  <a:pt x="4370" y="1374"/>
                </a:lnTo>
                <a:lnTo>
                  <a:pt x="4371" y="1373"/>
                </a:lnTo>
                <a:lnTo>
                  <a:pt x="4371" y="1372"/>
                </a:lnTo>
                <a:lnTo>
                  <a:pt x="4371" y="1370"/>
                </a:lnTo>
                <a:lnTo>
                  <a:pt x="4370" y="1369"/>
                </a:lnTo>
                <a:lnTo>
                  <a:pt x="4369" y="1369"/>
                </a:lnTo>
                <a:lnTo>
                  <a:pt x="4369" y="1368"/>
                </a:lnTo>
                <a:lnTo>
                  <a:pt x="4366" y="1367"/>
                </a:lnTo>
                <a:lnTo>
                  <a:pt x="4367" y="1367"/>
                </a:lnTo>
                <a:lnTo>
                  <a:pt x="4372" y="1367"/>
                </a:lnTo>
                <a:lnTo>
                  <a:pt x="4372" y="1368"/>
                </a:lnTo>
                <a:lnTo>
                  <a:pt x="4373" y="1368"/>
                </a:lnTo>
                <a:lnTo>
                  <a:pt x="4374" y="1367"/>
                </a:lnTo>
                <a:lnTo>
                  <a:pt x="4375" y="1367"/>
                </a:lnTo>
                <a:lnTo>
                  <a:pt x="4374" y="1367"/>
                </a:lnTo>
                <a:lnTo>
                  <a:pt x="4375" y="1366"/>
                </a:lnTo>
                <a:lnTo>
                  <a:pt x="4376" y="1366"/>
                </a:lnTo>
                <a:lnTo>
                  <a:pt x="4376" y="1365"/>
                </a:lnTo>
                <a:lnTo>
                  <a:pt x="4378" y="1364"/>
                </a:lnTo>
                <a:lnTo>
                  <a:pt x="4379" y="1364"/>
                </a:lnTo>
                <a:lnTo>
                  <a:pt x="4379" y="1363"/>
                </a:lnTo>
                <a:lnTo>
                  <a:pt x="4377" y="1363"/>
                </a:lnTo>
                <a:lnTo>
                  <a:pt x="4377" y="1362"/>
                </a:lnTo>
                <a:lnTo>
                  <a:pt x="4378" y="1362"/>
                </a:lnTo>
                <a:lnTo>
                  <a:pt x="4379" y="1362"/>
                </a:lnTo>
                <a:lnTo>
                  <a:pt x="4379" y="1359"/>
                </a:lnTo>
                <a:lnTo>
                  <a:pt x="4379" y="1358"/>
                </a:lnTo>
                <a:lnTo>
                  <a:pt x="4378" y="1357"/>
                </a:lnTo>
                <a:lnTo>
                  <a:pt x="4377" y="1357"/>
                </a:lnTo>
                <a:lnTo>
                  <a:pt x="4376" y="1355"/>
                </a:lnTo>
                <a:lnTo>
                  <a:pt x="4373" y="1356"/>
                </a:lnTo>
                <a:lnTo>
                  <a:pt x="4373" y="1355"/>
                </a:lnTo>
                <a:lnTo>
                  <a:pt x="4374" y="1355"/>
                </a:lnTo>
                <a:lnTo>
                  <a:pt x="4377" y="1354"/>
                </a:lnTo>
                <a:lnTo>
                  <a:pt x="4378" y="1356"/>
                </a:lnTo>
                <a:lnTo>
                  <a:pt x="4379" y="1356"/>
                </a:lnTo>
                <a:lnTo>
                  <a:pt x="4380" y="1355"/>
                </a:lnTo>
                <a:lnTo>
                  <a:pt x="4382" y="1354"/>
                </a:lnTo>
                <a:lnTo>
                  <a:pt x="4382" y="1353"/>
                </a:lnTo>
                <a:lnTo>
                  <a:pt x="4383" y="1354"/>
                </a:lnTo>
                <a:lnTo>
                  <a:pt x="4383" y="1353"/>
                </a:lnTo>
                <a:lnTo>
                  <a:pt x="4384" y="1353"/>
                </a:lnTo>
                <a:lnTo>
                  <a:pt x="4384" y="1354"/>
                </a:lnTo>
                <a:lnTo>
                  <a:pt x="4385" y="1353"/>
                </a:lnTo>
                <a:lnTo>
                  <a:pt x="4383" y="1352"/>
                </a:lnTo>
                <a:lnTo>
                  <a:pt x="4383" y="1351"/>
                </a:lnTo>
                <a:lnTo>
                  <a:pt x="4384" y="1351"/>
                </a:lnTo>
                <a:lnTo>
                  <a:pt x="4385" y="1352"/>
                </a:lnTo>
                <a:lnTo>
                  <a:pt x="4385" y="1351"/>
                </a:lnTo>
                <a:lnTo>
                  <a:pt x="4386" y="1351"/>
                </a:lnTo>
                <a:lnTo>
                  <a:pt x="4386" y="1352"/>
                </a:lnTo>
                <a:lnTo>
                  <a:pt x="4386" y="1351"/>
                </a:lnTo>
                <a:lnTo>
                  <a:pt x="4386" y="1350"/>
                </a:lnTo>
                <a:lnTo>
                  <a:pt x="4387" y="1351"/>
                </a:lnTo>
                <a:lnTo>
                  <a:pt x="4387" y="1350"/>
                </a:lnTo>
                <a:lnTo>
                  <a:pt x="4387" y="1349"/>
                </a:lnTo>
                <a:lnTo>
                  <a:pt x="4388" y="1349"/>
                </a:lnTo>
                <a:lnTo>
                  <a:pt x="4389" y="1348"/>
                </a:lnTo>
                <a:lnTo>
                  <a:pt x="4388" y="1347"/>
                </a:lnTo>
                <a:lnTo>
                  <a:pt x="4388" y="1346"/>
                </a:lnTo>
                <a:lnTo>
                  <a:pt x="4388" y="1345"/>
                </a:lnTo>
                <a:lnTo>
                  <a:pt x="4388" y="1344"/>
                </a:lnTo>
                <a:lnTo>
                  <a:pt x="4389" y="1344"/>
                </a:lnTo>
                <a:lnTo>
                  <a:pt x="4389" y="1345"/>
                </a:lnTo>
                <a:lnTo>
                  <a:pt x="4390" y="1344"/>
                </a:lnTo>
                <a:lnTo>
                  <a:pt x="4391" y="1344"/>
                </a:lnTo>
                <a:lnTo>
                  <a:pt x="4392" y="1342"/>
                </a:lnTo>
                <a:lnTo>
                  <a:pt x="4393" y="1342"/>
                </a:lnTo>
                <a:lnTo>
                  <a:pt x="4392" y="1341"/>
                </a:lnTo>
                <a:lnTo>
                  <a:pt x="4394" y="1340"/>
                </a:lnTo>
                <a:lnTo>
                  <a:pt x="4394" y="1339"/>
                </a:lnTo>
                <a:lnTo>
                  <a:pt x="4395" y="1339"/>
                </a:lnTo>
                <a:lnTo>
                  <a:pt x="4395" y="1338"/>
                </a:lnTo>
                <a:lnTo>
                  <a:pt x="4394" y="1338"/>
                </a:lnTo>
                <a:lnTo>
                  <a:pt x="4393" y="1338"/>
                </a:lnTo>
                <a:lnTo>
                  <a:pt x="4393" y="1337"/>
                </a:lnTo>
                <a:lnTo>
                  <a:pt x="4394" y="1337"/>
                </a:lnTo>
                <a:lnTo>
                  <a:pt x="4393" y="1335"/>
                </a:lnTo>
                <a:lnTo>
                  <a:pt x="4392" y="1335"/>
                </a:lnTo>
                <a:lnTo>
                  <a:pt x="4392" y="1334"/>
                </a:lnTo>
                <a:lnTo>
                  <a:pt x="4390" y="1333"/>
                </a:lnTo>
                <a:lnTo>
                  <a:pt x="4390" y="1332"/>
                </a:lnTo>
                <a:lnTo>
                  <a:pt x="4391" y="1332"/>
                </a:lnTo>
                <a:lnTo>
                  <a:pt x="4390" y="1331"/>
                </a:lnTo>
                <a:lnTo>
                  <a:pt x="4389" y="1331"/>
                </a:lnTo>
                <a:lnTo>
                  <a:pt x="4389" y="1330"/>
                </a:lnTo>
                <a:lnTo>
                  <a:pt x="4388" y="1330"/>
                </a:lnTo>
                <a:lnTo>
                  <a:pt x="4387" y="1330"/>
                </a:lnTo>
                <a:lnTo>
                  <a:pt x="4388" y="1330"/>
                </a:lnTo>
                <a:lnTo>
                  <a:pt x="4388" y="1329"/>
                </a:lnTo>
                <a:lnTo>
                  <a:pt x="4386" y="1328"/>
                </a:lnTo>
                <a:lnTo>
                  <a:pt x="4386" y="1327"/>
                </a:lnTo>
                <a:lnTo>
                  <a:pt x="4384" y="1326"/>
                </a:lnTo>
                <a:lnTo>
                  <a:pt x="4383" y="1326"/>
                </a:lnTo>
                <a:lnTo>
                  <a:pt x="4382" y="1324"/>
                </a:lnTo>
                <a:lnTo>
                  <a:pt x="4382" y="1323"/>
                </a:lnTo>
                <a:lnTo>
                  <a:pt x="4383" y="1323"/>
                </a:lnTo>
                <a:lnTo>
                  <a:pt x="4383" y="1322"/>
                </a:lnTo>
                <a:lnTo>
                  <a:pt x="4384" y="1322"/>
                </a:lnTo>
                <a:lnTo>
                  <a:pt x="4384" y="1321"/>
                </a:lnTo>
                <a:lnTo>
                  <a:pt x="4384" y="1320"/>
                </a:lnTo>
                <a:lnTo>
                  <a:pt x="4385" y="1320"/>
                </a:lnTo>
                <a:lnTo>
                  <a:pt x="4385" y="1319"/>
                </a:lnTo>
                <a:lnTo>
                  <a:pt x="4384" y="1318"/>
                </a:lnTo>
                <a:lnTo>
                  <a:pt x="4383" y="1318"/>
                </a:lnTo>
                <a:lnTo>
                  <a:pt x="4382" y="1319"/>
                </a:lnTo>
                <a:lnTo>
                  <a:pt x="4381" y="1319"/>
                </a:lnTo>
                <a:lnTo>
                  <a:pt x="4380" y="1319"/>
                </a:lnTo>
                <a:lnTo>
                  <a:pt x="4379" y="1319"/>
                </a:lnTo>
                <a:lnTo>
                  <a:pt x="4378" y="1319"/>
                </a:lnTo>
                <a:lnTo>
                  <a:pt x="4377" y="1319"/>
                </a:lnTo>
                <a:lnTo>
                  <a:pt x="4376" y="1319"/>
                </a:lnTo>
                <a:lnTo>
                  <a:pt x="4376" y="1320"/>
                </a:lnTo>
                <a:lnTo>
                  <a:pt x="4375" y="1320"/>
                </a:lnTo>
                <a:lnTo>
                  <a:pt x="4374" y="1319"/>
                </a:lnTo>
                <a:lnTo>
                  <a:pt x="4374" y="1318"/>
                </a:lnTo>
                <a:lnTo>
                  <a:pt x="4375" y="1318"/>
                </a:lnTo>
                <a:lnTo>
                  <a:pt x="4376" y="1318"/>
                </a:lnTo>
                <a:lnTo>
                  <a:pt x="4376" y="1317"/>
                </a:lnTo>
                <a:lnTo>
                  <a:pt x="4375" y="1317"/>
                </a:lnTo>
                <a:lnTo>
                  <a:pt x="4374" y="1317"/>
                </a:lnTo>
                <a:lnTo>
                  <a:pt x="4376" y="1315"/>
                </a:lnTo>
                <a:lnTo>
                  <a:pt x="4375" y="1315"/>
                </a:lnTo>
                <a:lnTo>
                  <a:pt x="4373" y="1317"/>
                </a:lnTo>
                <a:lnTo>
                  <a:pt x="4374" y="1318"/>
                </a:lnTo>
                <a:lnTo>
                  <a:pt x="4373" y="1318"/>
                </a:lnTo>
                <a:lnTo>
                  <a:pt x="4370" y="1317"/>
                </a:lnTo>
                <a:lnTo>
                  <a:pt x="4370" y="1316"/>
                </a:lnTo>
                <a:lnTo>
                  <a:pt x="4369" y="1316"/>
                </a:lnTo>
                <a:lnTo>
                  <a:pt x="4368" y="1315"/>
                </a:lnTo>
                <a:lnTo>
                  <a:pt x="4370" y="1312"/>
                </a:lnTo>
                <a:lnTo>
                  <a:pt x="4369" y="1311"/>
                </a:lnTo>
                <a:lnTo>
                  <a:pt x="4368" y="1313"/>
                </a:lnTo>
                <a:lnTo>
                  <a:pt x="4367" y="1313"/>
                </a:lnTo>
                <a:lnTo>
                  <a:pt x="4368" y="1311"/>
                </a:lnTo>
                <a:lnTo>
                  <a:pt x="4367" y="1311"/>
                </a:lnTo>
                <a:lnTo>
                  <a:pt x="4366" y="1310"/>
                </a:lnTo>
                <a:lnTo>
                  <a:pt x="4367" y="1309"/>
                </a:lnTo>
                <a:lnTo>
                  <a:pt x="4366" y="1308"/>
                </a:lnTo>
                <a:lnTo>
                  <a:pt x="4365" y="1308"/>
                </a:lnTo>
                <a:lnTo>
                  <a:pt x="4365" y="1307"/>
                </a:lnTo>
                <a:lnTo>
                  <a:pt x="4366" y="1307"/>
                </a:lnTo>
                <a:lnTo>
                  <a:pt x="4366" y="1305"/>
                </a:lnTo>
                <a:lnTo>
                  <a:pt x="4365" y="1305"/>
                </a:lnTo>
                <a:lnTo>
                  <a:pt x="4364" y="1304"/>
                </a:lnTo>
                <a:lnTo>
                  <a:pt x="4365" y="1303"/>
                </a:lnTo>
                <a:lnTo>
                  <a:pt x="4365" y="1304"/>
                </a:lnTo>
                <a:lnTo>
                  <a:pt x="4366" y="1303"/>
                </a:lnTo>
                <a:lnTo>
                  <a:pt x="4366" y="1302"/>
                </a:lnTo>
                <a:lnTo>
                  <a:pt x="4365" y="1302"/>
                </a:lnTo>
                <a:lnTo>
                  <a:pt x="4364" y="1302"/>
                </a:lnTo>
                <a:lnTo>
                  <a:pt x="4363" y="1302"/>
                </a:lnTo>
                <a:lnTo>
                  <a:pt x="4362" y="1302"/>
                </a:lnTo>
                <a:lnTo>
                  <a:pt x="4361" y="1303"/>
                </a:lnTo>
                <a:lnTo>
                  <a:pt x="4361" y="1304"/>
                </a:lnTo>
                <a:lnTo>
                  <a:pt x="4362" y="1304"/>
                </a:lnTo>
                <a:lnTo>
                  <a:pt x="4363" y="1304"/>
                </a:lnTo>
                <a:lnTo>
                  <a:pt x="4364" y="1304"/>
                </a:lnTo>
                <a:lnTo>
                  <a:pt x="4364" y="1305"/>
                </a:lnTo>
                <a:lnTo>
                  <a:pt x="4363" y="1305"/>
                </a:lnTo>
                <a:lnTo>
                  <a:pt x="4361" y="1305"/>
                </a:lnTo>
                <a:lnTo>
                  <a:pt x="4360" y="1305"/>
                </a:lnTo>
                <a:lnTo>
                  <a:pt x="4359" y="1304"/>
                </a:lnTo>
                <a:lnTo>
                  <a:pt x="4358" y="1304"/>
                </a:lnTo>
                <a:lnTo>
                  <a:pt x="4358" y="1303"/>
                </a:lnTo>
                <a:lnTo>
                  <a:pt x="4357" y="1303"/>
                </a:lnTo>
                <a:lnTo>
                  <a:pt x="4357" y="1302"/>
                </a:lnTo>
                <a:lnTo>
                  <a:pt x="4356" y="1302"/>
                </a:lnTo>
                <a:lnTo>
                  <a:pt x="4357" y="1302"/>
                </a:lnTo>
                <a:lnTo>
                  <a:pt x="4356" y="1300"/>
                </a:lnTo>
                <a:lnTo>
                  <a:pt x="4356" y="1299"/>
                </a:lnTo>
                <a:lnTo>
                  <a:pt x="4355" y="1298"/>
                </a:lnTo>
                <a:lnTo>
                  <a:pt x="4355" y="1296"/>
                </a:lnTo>
                <a:lnTo>
                  <a:pt x="4354" y="1295"/>
                </a:lnTo>
                <a:lnTo>
                  <a:pt x="4355" y="1294"/>
                </a:lnTo>
                <a:lnTo>
                  <a:pt x="4355" y="1293"/>
                </a:lnTo>
                <a:lnTo>
                  <a:pt x="4354" y="1292"/>
                </a:lnTo>
                <a:lnTo>
                  <a:pt x="4354" y="1291"/>
                </a:lnTo>
                <a:lnTo>
                  <a:pt x="4354" y="1290"/>
                </a:lnTo>
                <a:lnTo>
                  <a:pt x="4355" y="1289"/>
                </a:lnTo>
                <a:lnTo>
                  <a:pt x="4355" y="1288"/>
                </a:lnTo>
                <a:lnTo>
                  <a:pt x="4356" y="1288"/>
                </a:lnTo>
                <a:lnTo>
                  <a:pt x="4356" y="1287"/>
                </a:lnTo>
                <a:lnTo>
                  <a:pt x="4355" y="1287"/>
                </a:lnTo>
                <a:lnTo>
                  <a:pt x="4355" y="1288"/>
                </a:lnTo>
                <a:lnTo>
                  <a:pt x="4354" y="1288"/>
                </a:lnTo>
                <a:lnTo>
                  <a:pt x="4353" y="1288"/>
                </a:lnTo>
                <a:lnTo>
                  <a:pt x="4352" y="1289"/>
                </a:lnTo>
                <a:lnTo>
                  <a:pt x="4352" y="1290"/>
                </a:lnTo>
                <a:lnTo>
                  <a:pt x="4352" y="1291"/>
                </a:lnTo>
                <a:lnTo>
                  <a:pt x="4351" y="1291"/>
                </a:lnTo>
                <a:lnTo>
                  <a:pt x="4350" y="1292"/>
                </a:lnTo>
                <a:lnTo>
                  <a:pt x="4350" y="1293"/>
                </a:lnTo>
                <a:lnTo>
                  <a:pt x="4351" y="1294"/>
                </a:lnTo>
                <a:lnTo>
                  <a:pt x="4350" y="1295"/>
                </a:lnTo>
                <a:lnTo>
                  <a:pt x="4349" y="1295"/>
                </a:lnTo>
                <a:lnTo>
                  <a:pt x="4349" y="1296"/>
                </a:lnTo>
                <a:lnTo>
                  <a:pt x="4350" y="1296"/>
                </a:lnTo>
                <a:lnTo>
                  <a:pt x="4349" y="1297"/>
                </a:lnTo>
                <a:lnTo>
                  <a:pt x="4348" y="1297"/>
                </a:lnTo>
                <a:lnTo>
                  <a:pt x="4348" y="1296"/>
                </a:lnTo>
                <a:lnTo>
                  <a:pt x="4348" y="1297"/>
                </a:lnTo>
                <a:lnTo>
                  <a:pt x="4346" y="1297"/>
                </a:lnTo>
                <a:lnTo>
                  <a:pt x="4346" y="1296"/>
                </a:lnTo>
                <a:lnTo>
                  <a:pt x="4347" y="1296"/>
                </a:lnTo>
                <a:lnTo>
                  <a:pt x="4346" y="1295"/>
                </a:lnTo>
                <a:lnTo>
                  <a:pt x="4345" y="1296"/>
                </a:lnTo>
                <a:lnTo>
                  <a:pt x="4344" y="1297"/>
                </a:lnTo>
                <a:lnTo>
                  <a:pt x="4345" y="1298"/>
                </a:lnTo>
                <a:lnTo>
                  <a:pt x="4345" y="1297"/>
                </a:lnTo>
                <a:lnTo>
                  <a:pt x="4346" y="1297"/>
                </a:lnTo>
                <a:lnTo>
                  <a:pt x="4347" y="1297"/>
                </a:lnTo>
                <a:lnTo>
                  <a:pt x="4348" y="1298"/>
                </a:lnTo>
                <a:lnTo>
                  <a:pt x="4347" y="1299"/>
                </a:lnTo>
                <a:lnTo>
                  <a:pt x="4346" y="1298"/>
                </a:lnTo>
                <a:lnTo>
                  <a:pt x="4346" y="1299"/>
                </a:lnTo>
                <a:lnTo>
                  <a:pt x="4345" y="1299"/>
                </a:lnTo>
                <a:lnTo>
                  <a:pt x="4345" y="1301"/>
                </a:lnTo>
                <a:lnTo>
                  <a:pt x="4344" y="1301"/>
                </a:lnTo>
                <a:lnTo>
                  <a:pt x="4343" y="1301"/>
                </a:lnTo>
                <a:lnTo>
                  <a:pt x="4343" y="1300"/>
                </a:lnTo>
                <a:lnTo>
                  <a:pt x="4342" y="1300"/>
                </a:lnTo>
                <a:lnTo>
                  <a:pt x="4343" y="1301"/>
                </a:lnTo>
                <a:lnTo>
                  <a:pt x="4342" y="1301"/>
                </a:lnTo>
                <a:lnTo>
                  <a:pt x="4342" y="1300"/>
                </a:lnTo>
                <a:lnTo>
                  <a:pt x="4342" y="1299"/>
                </a:lnTo>
                <a:lnTo>
                  <a:pt x="4342" y="1298"/>
                </a:lnTo>
                <a:lnTo>
                  <a:pt x="4341" y="1298"/>
                </a:lnTo>
                <a:lnTo>
                  <a:pt x="4341" y="1299"/>
                </a:lnTo>
                <a:lnTo>
                  <a:pt x="4341" y="1301"/>
                </a:lnTo>
                <a:lnTo>
                  <a:pt x="4342" y="1302"/>
                </a:lnTo>
                <a:lnTo>
                  <a:pt x="4341" y="1302"/>
                </a:lnTo>
                <a:lnTo>
                  <a:pt x="4340" y="1302"/>
                </a:lnTo>
                <a:lnTo>
                  <a:pt x="4340" y="1301"/>
                </a:lnTo>
                <a:lnTo>
                  <a:pt x="4340" y="1302"/>
                </a:lnTo>
                <a:lnTo>
                  <a:pt x="4338" y="1302"/>
                </a:lnTo>
                <a:lnTo>
                  <a:pt x="4338" y="1301"/>
                </a:lnTo>
                <a:lnTo>
                  <a:pt x="4338" y="1300"/>
                </a:lnTo>
                <a:lnTo>
                  <a:pt x="4337" y="1300"/>
                </a:lnTo>
                <a:lnTo>
                  <a:pt x="4337" y="1302"/>
                </a:lnTo>
                <a:lnTo>
                  <a:pt x="4337" y="1300"/>
                </a:lnTo>
                <a:lnTo>
                  <a:pt x="4336" y="1300"/>
                </a:lnTo>
                <a:lnTo>
                  <a:pt x="4335" y="1300"/>
                </a:lnTo>
                <a:lnTo>
                  <a:pt x="4335" y="1299"/>
                </a:lnTo>
                <a:lnTo>
                  <a:pt x="4334" y="1299"/>
                </a:lnTo>
                <a:lnTo>
                  <a:pt x="4334" y="1300"/>
                </a:lnTo>
                <a:lnTo>
                  <a:pt x="4333" y="1301"/>
                </a:lnTo>
                <a:lnTo>
                  <a:pt x="4331" y="1301"/>
                </a:lnTo>
                <a:lnTo>
                  <a:pt x="4330" y="1301"/>
                </a:lnTo>
                <a:lnTo>
                  <a:pt x="4330" y="1300"/>
                </a:lnTo>
                <a:lnTo>
                  <a:pt x="4330" y="1301"/>
                </a:lnTo>
                <a:lnTo>
                  <a:pt x="4330" y="1300"/>
                </a:lnTo>
                <a:lnTo>
                  <a:pt x="4330" y="1299"/>
                </a:lnTo>
                <a:lnTo>
                  <a:pt x="4330" y="1298"/>
                </a:lnTo>
                <a:lnTo>
                  <a:pt x="4330" y="1299"/>
                </a:lnTo>
                <a:lnTo>
                  <a:pt x="4329" y="1299"/>
                </a:lnTo>
                <a:lnTo>
                  <a:pt x="4329" y="1300"/>
                </a:lnTo>
                <a:lnTo>
                  <a:pt x="4328" y="1300"/>
                </a:lnTo>
                <a:lnTo>
                  <a:pt x="4327" y="1300"/>
                </a:lnTo>
                <a:lnTo>
                  <a:pt x="4327" y="1299"/>
                </a:lnTo>
                <a:lnTo>
                  <a:pt x="4326" y="1299"/>
                </a:lnTo>
                <a:lnTo>
                  <a:pt x="4326" y="1298"/>
                </a:lnTo>
                <a:lnTo>
                  <a:pt x="4325" y="1298"/>
                </a:lnTo>
                <a:lnTo>
                  <a:pt x="4325" y="1297"/>
                </a:lnTo>
                <a:lnTo>
                  <a:pt x="4325" y="1296"/>
                </a:lnTo>
                <a:lnTo>
                  <a:pt x="4325" y="1297"/>
                </a:lnTo>
                <a:lnTo>
                  <a:pt x="4324" y="1297"/>
                </a:lnTo>
                <a:lnTo>
                  <a:pt x="4323" y="1297"/>
                </a:lnTo>
                <a:lnTo>
                  <a:pt x="4321" y="1297"/>
                </a:lnTo>
                <a:lnTo>
                  <a:pt x="4319" y="1297"/>
                </a:lnTo>
                <a:lnTo>
                  <a:pt x="4318" y="1296"/>
                </a:lnTo>
                <a:lnTo>
                  <a:pt x="4318" y="1295"/>
                </a:lnTo>
                <a:lnTo>
                  <a:pt x="4318" y="1296"/>
                </a:lnTo>
                <a:lnTo>
                  <a:pt x="4318" y="1297"/>
                </a:lnTo>
                <a:lnTo>
                  <a:pt x="4315" y="1296"/>
                </a:lnTo>
                <a:lnTo>
                  <a:pt x="4314" y="1296"/>
                </a:lnTo>
                <a:lnTo>
                  <a:pt x="4315" y="1296"/>
                </a:lnTo>
                <a:lnTo>
                  <a:pt x="4316" y="1297"/>
                </a:lnTo>
                <a:lnTo>
                  <a:pt x="4318" y="1297"/>
                </a:lnTo>
                <a:lnTo>
                  <a:pt x="4318" y="1298"/>
                </a:lnTo>
                <a:lnTo>
                  <a:pt x="4318" y="1299"/>
                </a:lnTo>
                <a:lnTo>
                  <a:pt x="4318" y="1300"/>
                </a:lnTo>
                <a:lnTo>
                  <a:pt x="4318" y="1301"/>
                </a:lnTo>
                <a:lnTo>
                  <a:pt x="4319" y="1301"/>
                </a:lnTo>
                <a:lnTo>
                  <a:pt x="4319" y="1302"/>
                </a:lnTo>
                <a:lnTo>
                  <a:pt x="4314" y="1301"/>
                </a:lnTo>
                <a:lnTo>
                  <a:pt x="4313" y="1301"/>
                </a:lnTo>
                <a:lnTo>
                  <a:pt x="4312" y="1301"/>
                </a:lnTo>
                <a:lnTo>
                  <a:pt x="4309" y="1300"/>
                </a:lnTo>
                <a:lnTo>
                  <a:pt x="4309" y="1299"/>
                </a:lnTo>
                <a:lnTo>
                  <a:pt x="4309" y="1298"/>
                </a:lnTo>
                <a:lnTo>
                  <a:pt x="4306" y="1299"/>
                </a:lnTo>
                <a:lnTo>
                  <a:pt x="4305" y="1298"/>
                </a:lnTo>
                <a:lnTo>
                  <a:pt x="4305" y="1297"/>
                </a:lnTo>
                <a:lnTo>
                  <a:pt x="4304" y="1295"/>
                </a:lnTo>
                <a:lnTo>
                  <a:pt x="4305" y="1295"/>
                </a:lnTo>
                <a:lnTo>
                  <a:pt x="4306" y="1295"/>
                </a:lnTo>
                <a:lnTo>
                  <a:pt x="4307" y="1295"/>
                </a:lnTo>
                <a:lnTo>
                  <a:pt x="4307" y="1294"/>
                </a:lnTo>
                <a:lnTo>
                  <a:pt x="4303" y="1294"/>
                </a:lnTo>
                <a:lnTo>
                  <a:pt x="4302" y="1294"/>
                </a:lnTo>
                <a:lnTo>
                  <a:pt x="4302" y="1295"/>
                </a:lnTo>
                <a:lnTo>
                  <a:pt x="4302" y="1296"/>
                </a:lnTo>
                <a:lnTo>
                  <a:pt x="4303" y="1296"/>
                </a:lnTo>
                <a:lnTo>
                  <a:pt x="4302" y="1296"/>
                </a:lnTo>
                <a:lnTo>
                  <a:pt x="4301" y="1296"/>
                </a:lnTo>
                <a:lnTo>
                  <a:pt x="4301" y="1300"/>
                </a:lnTo>
                <a:lnTo>
                  <a:pt x="4300" y="1300"/>
                </a:lnTo>
                <a:lnTo>
                  <a:pt x="4300" y="1299"/>
                </a:lnTo>
                <a:lnTo>
                  <a:pt x="4297" y="1299"/>
                </a:lnTo>
                <a:lnTo>
                  <a:pt x="4298" y="1298"/>
                </a:lnTo>
                <a:lnTo>
                  <a:pt x="4299" y="1298"/>
                </a:lnTo>
                <a:lnTo>
                  <a:pt x="4300" y="1298"/>
                </a:lnTo>
                <a:lnTo>
                  <a:pt x="4300" y="1296"/>
                </a:lnTo>
                <a:lnTo>
                  <a:pt x="4297" y="1296"/>
                </a:lnTo>
                <a:lnTo>
                  <a:pt x="4297" y="1295"/>
                </a:lnTo>
                <a:lnTo>
                  <a:pt x="4296" y="1295"/>
                </a:lnTo>
                <a:lnTo>
                  <a:pt x="4295" y="1295"/>
                </a:lnTo>
                <a:lnTo>
                  <a:pt x="4294" y="1295"/>
                </a:lnTo>
                <a:lnTo>
                  <a:pt x="4294" y="1296"/>
                </a:lnTo>
                <a:lnTo>
                  <a:pt x="4295" y="1296"/>
                </a:lnTo>
                <a:lnTo>
                  <a:pt x="4296" y="1296"/>
                </a:lnTo>
                <a:lnTo>
                  <a:pt x="4296" y="1297"/>
                </a:lnTo>
                <a:lnTo>
                  <a:pt x="4295" y="1298"/>
                </a:lnTo>
                <a:lnTo>
                  <a:pt x="4294" y="1298"/>
                </a:lnTo>
                <a:lnTo>
                  <a:pt x="4293" y="1297"/>
                </a:lnTo>
                <a:lnTo>
                  <a:pt x="4292" y="1297"/>
                </a:lnTo>
                <a:lnTo>
                  <a:pt x="4291" y="1297"/>
                </a:lnTo>
                <a:lnTo>
                  <a:pt x="4290" y="1298"/>
                </a:lnTo>
                <a:lnTo>
                  <a:pt x="4289" y="1298"/>
                </a:lnTo>
                <a:lnTo>
                  <a:pt x="4288" y="1298"/>
                </a:lnTo>
                <a:lnTo>
                  <a:pt x="4287" y="1298"/>
                </a:lnTo>
                <a:lnTo>
                  <a:pt x="4287" y="1299"/>
                </a:lnTo>
                <a:lnTo>
                  <a:pt x="4287" y="1300"/>
                </a:lnTo>
                <a:lnTo>
                  <a:pt x="4288" y="1300"/>
                </a:lnTo>
                <a:lnTo>
                  <a:pt x="4288" y="1301"/>
                </a:lnTo>
                <a:lnTo>
                  <a:pt x="4287" y="1302"/>
                </a:lnTo>
                <a:lnTo>
                  <a:pt x="4286" y="1303"/>
                </a:lnTo>
                <a:lnTo>
                  <a:pt x="4285" y="1303"/>
                </a:lnTo>
                <a:lnTo>
                  <a:pt x="4285" y="1304"/>
                </a:lnTo>
                <a:lnTo>
                  <a:pt x="4286" y="1304"/>
                </a:lnTo>
                <a:lnTo>
                  <a:pt x="4286" y="1305"/>
                </a:lnTo>
                <a:lnTo>
                  <a:pt x="4285" y="1304"/>
                </a:lnTo>
                <a:lnTo>
                  <a:pt x="4285" y="1305"/>
                </a:lnTo>
                <a:lnTo>
                  <a:pt x="4285" y="1306"/>
                </a:lnTo>
                <a:lnTo>
                  <a:pt x="4284" y="1306"/>
                </a:lnTo>
                <a:lnTo>
                  <a:pt x="4284" y="1305"/>
                </a:lnTo>
                <a:lnTo>
                  <a:pt x="4283" y="1305"/>
                </a:lnTo>
                <a:lnTo>
                  <a:pt x="4283" y="1304"/>
                </a:lnTo>
                <a:lnTo>
                  <a:pt x="4282" y="1304"/>
                </a:lnTo>
                <a:lnTo>
                  <a:pt x="4282" y="1303"/>
                </a:lnTo>
                <a:lnTo>
                  <a:pt x="4281" y="1303"/>
                </a:lnTo>
                <a:lnTo>
                  <a:pt x="4280" y="1303"/>
                </a:lnTo>
                <a:lnTo>
                  <a:pt x="4278" y="1303"/>
                </a:lnTo>
                <a:lnTo>
                  <a:pt x="4277" y="1304"/>
                </a:lnTo>
                <a:lnTo>
                  <a:pt x="4276" y="1305"/>
                </a:lnTo>
                <a:lnTo>
                  <a:pt x="4277" y="1306"/>
                </a:lnTo>
                <a:lnTo>
                  <a:pt x="4278" y="1307"/>
                </a:lnTo>
                <a:lnTo>
                  <a:pt x="4277" y="1307"/>
                </a:lnTo>
                <a:lnTo>
                  <a:pt x="4276" y="1308"/>
                </a:lnTo>
                <a:lnTo>
                  <a:pt x="4277" y="1308"/>
                </a:lnTo>
                <a:lnTo>
                  <a:pt x="4277" y="1309"/>
                </a:lnTo>
                <a:lnTo>
                  <a:pt x="4277" y="1311"/>
                </a:lnTo>
                <a:lnTo>
                  <a:pt x="4277" y="1312"/>
                </a:lnTo>
                <a:lnTo>
                  <a:pt x="4278" y="1312"/>
                </a:lnTo>
                <a:lnTo>
                  <a:pt x="4279" y="1311"/>
                </a:lnTo>
                <a:lnTo>
                  <a:pt x="4281" y="1311"/>
                </a:lnTo>
                <a:lnTo>
                  <a:pt x="4282" y="1311"/>
                </a:lnTo>
                <a:lnTo>
                  <a:pt x="4282" y="1313"/>
                </a:lnTo>
                <a:lnTo>
                  <a:pt x="4282" y="1314"/>
                </a:lnTo>
                <a:lnTo>
                  <a:pt x="4282" y="1315"/>
                </a:lnTo>
                <a:lnTo>
                  <a:pt x="4281" y="1315"/>
                </a:lnTo>
                <a:lnTo>
                  <a:pt x="4281" y="1314"/>
                </a:lnTo>
                <a:lnTo>
                  <a:pt x="4279" y="1314"/>
                </a:lnTo>
                <a:lnTo>
                  <a:pt x="4277" y="1315"/>
                </a:lnTo>
                <a:lnTo>
                  <a:pt x="4276" y="1316"/>
                </a:lnTo>
                <a:lnTo>
                  <a:pt x="4275" y="1316"/>
                </a:lnTo>
                <a:lnTo>
                  <a:pt x="4274" y="1316"/>
                </a:lnTo>
                <a:lnTo>
                  <a:pt x="4274" y="1317"/>
                </a:lnTo>
                <a:lnTo>
                  <a:pt x="4273" y="1317"/>
                </a:lnTo>
                <a:lnTo>
                  <a:pt x="4272" y="1317"/>
                </a:lnTo>
                <a:lnTo>
                  <a:pt x="4271" y="1317"/>
                </a:lnTo>
                <a:lnTo>
                  <a:pt x="4270" y="1317"/>
                </a:lnTo>
                <a:lnTo>
                  <a:pt x="4268" y="1317"/>
                </a:lnTo>
                <a:lnTo>
                  <a:pt x="4268" y="1318"/>
                </a:lnTo>
                <a:lnTo>
                  <a:pt x="4267" y="1318"/>
                </a:lnTo>
                <a:lnTo>
                  <a:pt x="4267" y="1317"/>
                </a:lnTo>
                <a:lnTo>
                  <a:pt x="4266" y="1317"/>
                </a:lnTo>
                <a:lnTo>
                  <a:pt x="4266" y="1318"/>
                </a:lnTo>
                <a:lnTo>
                  <a:pt x="4265" y="1318"/>
                </a:lnTo>
                <a:lnTo>
                  <a:pt x="4264" y="1318"/>
                </a:lnTo>
                <a:lnTo>
                  <a:pt x="4264" y="1319"/>
                </a:lnTo>
                <a:lnTo>
                  <a:pt x="4264" y="1320"/>
                </a:lnTo>
                <a:lnTo>
                  <a:pt x="4264" y="1321"/>
                </a:lnTo>
                <a:lnTo>
                  <a:pt x="4264" y="1322"/>
                </a:lnTo>
                <a:lnTo>
                  <a:pt x="4263" y="1322"/>
                </a:lnTo>
                <a:lnTo>
                  <a:pt x="4262" y="1323"/>
                </a:lnTo>
                <a:lnTo>
                  <a:pt x="4262" y="1324"/>
                </a:lnTo>
                <a:lnTo>
                  <a:pt x="4261" y="1325"/>
                </a:lnTo>
                <a:lnTo>
                  <a:pt x="4261" y="1326"/>
                </a:lnTo>
                <a:lnTo>
                  <a:pt x="4260" y="1327"/>
                </a:lnTo>
                <a:lnTo>
                  <a:pt x="4258" y="1329"/>
                </a:lnTo>
                <a:lnTo>
                  <a:pt x="4258" y="1330"/>
                </a:lnTo>
                <a:lnTo>
                  <a:pt x="4257" y="1329"/>
                </a:lnTo>
                <a:lnTo>
                  <a:pt x="4256" y="1329"/>
                </a:lnTo>
                <a:lnTo>
                  <a:pt x="4256" y="1330"/>
                </a:lnTo>
                <a:lnTo>
                  <a:pt x="4255" y="1330"/>
                </a:lnTo>
                <a:lnTo>
                  <a:pt x="4255" y="1331"/>
                </a:lnTo>
                <a:lnTo>
                  <a:pt x="4254" y="1332"/>
                </a:lnTo>
                <a:lnTo>
                  <a:pt x="4253" y="1332"/>
                </a:lnTo>
                <a:lnTo>
                  <a:pt x="4253" y="1333"/>
                </a:lnTo>
                <a:lnTo>
                  <a:pt x="4252" y="1333"/>
                </a:lnTo>
                <a:lnTo>
                  <a:pt x="4252" y="1334"/>
                </a:lnTo>
                <a:lnTo>
                  <a:pt x="4253" y="1333"/>
                </a:lnTo>
                <a:lnTo>
                  <a:pt x="4254" y="1334"/>
                </a:lnTo>
                <a:lnTo>
                  <a:pt x="4254" y="1335"/>
                </a:lnTo>
                <a:lnTo>
                  <a:pt x="4253" y="1335"/>
                </a:lnTo>
                <a:lnTo>
                  <a:pt x="4253" y="1336"/>
                </a:lnTo>
                <a:lnTo>
                  <a:pt x="4252" y="1336"/>
                </a:lnTo>
                <a:lnTo>
                  <a:pt x="4251" y="1335"/>
                </a:lnTo>
                <a:lnTo>
                  <a:pt x="4250" y="1335"/>
                </a:lnTo>
                <a:lnTo>
                  <a:pt x="4250" y="1336"/>
                </a:lnTo>
                <a:lnTo>
                  <a:pt x="4249" y="1337"/>
                </a:lnTo>
                <a:lnTo>
                  <a:pt x="4249" y="1338"/>
                </a:lnTo>
                <a:lnTo>
                  <a:pt x="4248" y="1338"/>
                </a:lnTo>
                <a:lnTo>
                  <a:pt x="4247" y="1338"/>
                </a:lnTo>
                <a:lnTo>
                  <a:pt x="4246" y="1338"/>
                </a:lnTo>
                <a:lnTo>
                  <a:pt x="4245" y="1338"/>
                </a:lnTo>
                <a:lnTo>
                  <a:pt x="4245" y="1339"/>
                </a:lnTo>
                <a:lnTo>
                  <a:pt x="4244" y="1339"/>
                </a:lnTo>
                <a:lnTo>
                  <a:pt x="4243" y="1339"/>
                </a:lnTo>
                <a:lnTo>
                  <a:pt x="4244" y="1340"/>
                </a:lnTo>
                <a:lnTo>
                  <a:pt x="4245" y="1341"/>
                </a:lnTo>
                <a:lnTo>
                  <a:pt x="4245" y="1342"/>
                </a:lnTo>
                <a:lnTo>
                  <a:pt x="4245" y="1341"/>
                </a:lnTo>
                <a:lnTo>
                  <a:pt x="4244" y="1341"/>
                </a:lnTo>
                <a:lnTo>
                  <a:pt x="4243" y="1341"/>
                </a:lnTo>
                <a:lnTo>
                  <a:pt x="4243" y="1342"/>
                </a:lnTo>
                <a:lnTo>
                  <a:pt x="4244" y="1342"/>
                </a:lnTo>
                <a:lnTo>
                  <a:pt x="4244" y="1343"/>
                </a:lnTo>
                <a:lnTo>
                  <a:pt x="4245" y="1344"/>
                </a:lnTo>
                <a:lnTo>
                  <a:pt x="4245" y="1345"/>
                </a:lnTo>
                <a:lnTo>
                  <a:pt x="4244" y="1345"/>
                </a:lnTo>
                <a:lnTo>
                  <a:pt x="4244" y="1346"/>
                </a:lnTo>
                <a:lnTo>
                  <a:pt x="4242" y="1345"/>
                </a:lnTo>
                <a:lnTo>
                  <a:pt x="4242" y="1346"/>
                </a:lnTo>
                <a:lnTo>
                  <a:pt x="4241" y="1347"/>
                </a:lnTo>
                <a:lnTo>
                  <a:pt x="4242" y="1348"/>
                </a:lnTo>
                <a:lnTo>
                  <a:pt x="4242" y="1349"/>
                </a:lnTo>
                <a:lnTo>
                  <a:pt x="4242" y="1348"/>
                </a:lnTo>
                <a:lnTo>
                  <a:pt x="4243" y="1348"/>
                </a:lnTo>
                <a:lnTo>
                  <a:pt x="4243" y="1349"/>
                </a:lnTo>
                <a:lnTo>
                  <a:pt x="4243" y="1350"/>
                </a:lnTo>
                <a:lnTo>
                  <a:pt x="4242" y="1350"/>
                </a:lnTo>
                <a:lnTo>
                  <a:pt x="4241" y="1351"/>
                </a:lnTo>
                <a:lnTo>
                  <a:pt x="4240" y="1351"/>
                </a:lnTo>
                <a:lnTo>
                  <a:pt x="4239" y="1352"/>
                </a:lnTo>
                <a:lnTo>
                  <a:pt x="4238" y="1352"/>
                </a:lnTo>
                <a:lnTo>
                  <a:pt x="4237" y="1353"/>
                </a:lnTo>
                <a:lnTo>
                  <a:pt x="4235" y="1354"/>
                </a:lnTo>
                <a:lnTo>
                  <a:pt x="4234" y="1355"/>
                </a:lnTo>
                <a:lnTo>
                  <a:pt x="4235" y="1355"/>
                </a:lnTo>
                <a:lnTo>
                  <a:pt x="4235" y="1356"/>
                </a:lnTo>
                <a:lnTo>
                  <a:pt x="4235" y="1357"/>
                </a:lnTo>
                <a:lnTo>
                  <a:pt x="4236" y="1358"/>
                </a:lnTo>
                <a:lnTo>
                  <a:pt x="4236" y="1359"/>
                </a:lnTo>
                <a:lnTo>
                  <a:pt x="4236" y="1360"/>
                </a:lnTo>
                <a:lnTo>
                  <a:pt x="4235" y="1361"/>
                </a:lnTo>
                <a:lnTo>
                  <a:pt x="4236" y="1361"/>
                </a:lnTo>
                <a:lnTo>
                  <a:pt x="4235" y="1362"/>
                </a:lnTo>
                <a:lnTo>
                  <a:pt x="4235" y="1363"/>
                </a:lnTo>
                <a:lnTo>
                  <a:pt x="4235" y="1364"/>
                </a:lnTo>
                <a:lnTo>
                  <a:pt x="4234" y="1364"/>
                </a:lnTo>
                <a:lnTo>
                  <a:pt x="4233" y="1363"/>
                </a:lnTo>
                <a:lnTo>
                  <a:pt x="4233" y="1364"/>
                </a:lnTo>
                <a:lnTo>
                  <a:pt x="4232" y="1365"/>
                </a:lnTo>
                <a:lnTo>
                  <a:pt x="4231" y="1365"/>
                </a:lnTo>
                <a:lnTo>
                  <a:pt x="4231" y="1366"/>
                </a:lnTo>
                <a:lnTo>
                  <a:pt x="4230" y="1366"/>
                </a:lnTo>
                <a:lnTo>
                  <a:pt x="4230" y="1367"/>
                </a:lnTo>
                <a:lnTo>
                  <a:pt x="4229" y="1367"/>
                </a:lnTo>
                <a:lnTo>
                  <a:pt x="4227" y="1367"/>
                </a:lnTo>
                <a:lnTo>
                  <a:pt x="4226" y="1367"/>
                </a:lnTo>
                <a:lnTo>
                  <a:pt x="4225" y="1367"/>
                </a:lnTo>
                <a:lnTo>
                  <a:pt x="4224" y="1367"/>
                </a:lnTo>
                <a:lnTo>
                  <a:pt x="4223" y="1367"/>
                </a:lnTo>
                <a:lnTo>
                  <a:pt x="4223" y="1368"/>
                </a:lnTo>
                <a:lnTo>
                  <a:pt x="4222" y="1368"/>
                </a:lnTo>
                <a:lnTo>
                  <a:pt x="4221" y="1368"/>
                </a:lnTo>
                <a:lnTo>
                  <a:pt x="4220" y="1368"/>
                </a:lnTo>
                <a:lnTo>
                  <a:pt x="4219" y="1368"/>
                </a:lnTo>
                <a:lnTo>
                  <a:pt x="4218" y="1368"/>
                </a:lnTo>
                <a:lnTo>
                  <a:pt x="4218" y="1369"/>
                </a:lnTo>
                <a:lnTo>
                  <a:pt x="4217" y="1369"/>
                </a:lnTo>
                <a:lnTo>
                  <a:pt x="4216" y="1369"/>
                </a:lnTo>
                <a:lnTo>
                  <a:pt x="4217" y="1369"/>
                </a:lnTo>
                <a:lnTo>
                  <a:pt x="4217" y="1370"/>
                </a:lnTo>
                <a:lnTo>
                  <a:pt x="4216" y="1370"/>
                </a:lnTo>
                <a:lnTo>
                  <a:pt x="4216" y="1371"/>
                </a:lnTo>
                <a:lnTo>
                  <a:pt x="4215" y="1371"/>
                </a:lnTo>
                <a:lnTo>
                  <a:pt x="4214" y="1372"/>
                </a:lnTo>
                <a:lnTo>
                  <a:pt x="4213" y="1372"/>
                </a:lnTo>
                <a:lnTo>
                  <a:pt x="4212" y="1372"/>
                </a:lnTo>
                <a:lnTo>
                  <a:pt x="4211" y="1373"/>
                </a:lnTo>
                <a:lnTo>
                  <a:pt x="4210" y="1373"/>
                </a:lnTo>
                <a:lnTo>
                  <a:pt x="4209" y="1373"/>
                </a:lnTo>
                <a:lnTo>
                  <a:pt x="4209" y="1374"/>
                </a:lnTo>
                <a:lnTo>
                  <a:pt x="4208" y="1374"/>
                </a:lnTo>
                <a:lnTo>
                  <a:pt x="4207" y="1375"/>
                </a:lnTo>
                <a:lnTo>
                  <a:pt x="4206" y="1375"/>
                </a:lnTo>
                <a:lnTo>
                  <a:pt x="4205" y="1375"/>
                </a:lnTo>
                <a:lnTo>
                  <a:pt x="4204" y="1375"/>
                </a:lnTo>
                <a:lnTo>
                  <a:pt x="4204" y="1376"/>
                </a:lnTo>
                <a:lnTo>
                  <a:pt x="4203" y="1376"/>
                </a:lnTo>
                <a:lnTo>
                  <a:pt x="4201" y="1377"/>
                </a:lnTo>
                <a:lnTo>
                  <a:pt x="4200" y="1377"/>
                </a:lnTo>
                <a:lnTo>
                  <a:pt x="4198" y="1378"/>
                </a:lnTo>
                <a:lnTo>
                  <a:pt x="4196" y="1378"/>
                </a:lnTo>
                <a:lnTo>
                  <a:pt x="4195" y="1378"/>
                </a:lnTo>
                <a:lnTo>
                  <a:pt x="4194" y="1379"/>
                </a:lnTo>
                <a:lnTo>
                  <a:pt x="4193" y="1379"/>
                </a:lnTo>
                <a:lnTo>
                  <a:pt x="4192" y="1379"/>
                </a:lnTo>
                <a:lnTo>
                  <a:pt x="4193" y="1380"/>
                </a:lnTo>
                <a:lnTo>
                  <a:pt x="4192" y="1380"/>
                </a:lnTo>
                <a:lnTo>
                  <a:pt x="4191" y="1380"/>
                </a:lnTo>
                <a:lnTo>
                  <a:pt x="4190" y="1380"/>
                </a:lnTo>
                <a:lnTo>
                  <a:pt x="4189" y="1380"/>
                </a:lnTo>
                <a:lnTo>
                  <a:pt x="4188" y="1381"/>
                </a:lnTo>
                <a:lnTo>
                  <a:pt x="4186" y="1381"/>
                </a:lnTo>
                <a:lnTo>
                  <a:pt x="4185" y="1382"/>
                </a:lnTo>
                <a:lnTo>
                  <a:pt x="4184" y="1382"/>
                </a:lnTo>
                <a:lnTo>
                  <a:pt x="4183" y="1383"/>
                </a:lnTo>
                <a:lnTo>
                  <a:pt x="4182" y="1384"/>
                </a:lnTo>
                <a:lnTo>
                  <a:pt x="4181" y="1385"/>
                </a:lnTo>
                <a:lnTo>
                  <a:pt x="4181" y="1386"/>
                </a:lnTo>
                <a:lnTo>
                  <a:pt x="4182" y="1387"/>
                </a:lnTo>
                <a:lnTo>
                  <a:pt x="4180" y="1388"/>
                </a:lnTo>
                <a:lnTo>
                  <a:pt x="4179" y="1388"/>
                </a:lnTo>
                <a:lnTo>
                  <a:pt x="4178" y="1388"/>
                </a:lnTo>
                <a:lnTo>
                  <a:pt x="4177" y="1388"/>
                </a:lnTo>
                <a:lnTo>
                  <a:pt x="4176" y="1388"/>
                </a:lnTo>
                <a:lnTo>
                  <a:pt x="4176" y="1389"/>
                </a:lnTo>
                <a:lnTo>
                  <a:pt x="4175" y="1389"/>
                </a:lnTo>
                <a:lnTo>
                  <a:pt x="4174" y="1389"/>
                </a:lnTo>
                <a:lnTo>
                  <a:pt x="4173" y="1389"/>
                </a:lnTo>
                <a:lnTo>
                  <a:pt x="4172" y="1389"/>
                </a:lnTo>
                <a:lnTo>
                  <a:pt x="4172" y="1390"/>
                </a:lnTo>
                <a:lnTo>
                  <a:pt x="4171" y="1390"/>
                </a:lnTo>
                <a:lnTo>
                  <a:pt x="4171" y="1391"/>
                </a:lnTo>
                <a:lnTo>
                  <a:pt x="4171" y="1392"/>
                </a:lnTo>
                <a:lnTo>
                  <a:pt x="4170" y="1392"/>
                </a:lnTo>
                <a:lnTo>
                  <a:pt x="4169" y="1392"/>
                </a:lnTo>
                <a:lnTo>
                  <a:pt x="4168" y="1392"/>
                </a:lnTo>
                <a:lnTo>
                  <a:pt x="4167" y="1392"/>
                </a:lnTo>
                <a:lnTo>
                  <a:pt x="4166" y="1393"/>
                </a:lnTo>
                <a:lnTo>
                  <a:pt x="4165" y="1393"/>
                </a:lnTo>
                <a:lnTo>
                  <a:pt x="4164" y="1393"/>
                </a:lnTo>
                <a:lnTo>
                  <a:pt x="4164" y="1394"/>
                </a:lnTo>
                <a:lnTo>
                  <a:pt x="4163" y="1394"/>
                </a:lnTo>
                <a:lnTo>
                  <a:pt x="4162" y="1394"/>
                </a:lnTo>
                <a:lnTo>
                  <a:pt x="4162" y="1395"/>
                </a:lnTo>
                <a:lnTo>
                  <a:pt x="4161" y="1395"/>
                </a:lnTo>
                <a:lnTo>
                  <a:pt x="4160" y="1394"/>
                </a:lnTo>
                <a:lnTo>
                  <a:pt x="4159" y="1394"/>
                </a:lnTo>
                <a:lnTo>
                  <a:pt x="4159" y="1395"/>
                </a:lnTo>
                <a:lnTo>
                  <a:pt x="4158" y="1395"/>
                </a:lnTo>
                <a:lnTo>
                  <a:pt x="4157" y="1395"/>
                </a:lnTo>
                <a:lnTo>
                  <a:pt x="4156" y="1395"/>
                </a:lnTo>
                <a:lnTo>
                  <a:pt x="4156" y="1396"/>
                </a:lnTo>
                <a:lnTo>
                  <a:pt x="4155" y="1397"/>
                </a:lnTo>
                <a:lnTo>
                  <a:pt x="4154" y="1397"/>
                </a:lnTo>
                <a:lnTo>
                  <a:pt x="4153" y="1397"/>
                </a:lnTo>
                <a:lnTo>
                  <a:pt x="4153" y="1396"/>
                </a:lnTo>
                <a:lnTo>
                  <a:pt x="4153" y="1397"/>
                </a:lnTo>
                <a:lnTo>
                  <a:pt x="4152" y="1397"/>
                </a:lnTo>
                <a:lnTo>
                  <a:pt x="4152" y="1398"/>
                </a:lnTo>
                <a:lnTo>
                  <a:pt x="4151" y="1398"/>
                </a:lnTo>
                <a:lnTo>
                  <a:pt x="4151" y="1397"/>
                </a:lnTo>
                <a:lnTo>
                  <a:pt x="4150" y="1397"/>
                </a:lnTo>
                <a:lnTo>
                  <a:pt x="4148" y="1398"/>
                </a:lnTo>
                <a:lnTo>
                  <a:pt x="4148" y="1399"/>
                </a:lnTo>
                <a:lnTo>
                  <a:pt x="4147" y="1400"/>
                </a:lnTo>
                <a:lnTo>
                  <a:pt x="4147" y="1401"/>
                </a:lnTo>
                <a:lnTo>
                  <a:pt x="4146" y="1403"/>
                </a:lnTo>
                <a:lnTo>
                  <a:pt x="4146" y="1404"/>
                </a:lnTo>
                <a:lnTo>
                  <a:pt x="4147" y="1404"/>
                </a:lnTo>
                <a:lnTo>
                  <a:pt x="4147" y="1405"/>
                </a:lnTo>
                <a:lnTo>
                  <a:pt x="4148" y="1405"/>
                </a:lnTo>
                <a:lnTo>
                  <a:pt x="4147" y="1405"/>
                </a:lnTo>
                <a:lnTo>
                  <a:pt x="4147" y="1406"/>
                </a:lnTo>
                <a:lnTo>
                  <a:pt x="4148" y="1406"/>
                </a:lnTo>
                <a:lnTo>
                  <a:pt x="4147" y="1407"/>
                </a:lnTo>
                <a:lnTo>
                  <a:pt x="4147" y="1406"/>
                </a:lnTo>
                <a:lnTo>
                  <a:pt x="4145" y="1406"/>
                </a:lnTo>
                <a:lnTo>
                  <a:pt x="4144" y="1407"/>
                </a:lnTo>
                <a:lnTo>
                  <a:pt x="4142" y="1407"/>
                </a:lnTo>
                <a:lnTo>
                  <a:pt x="4141" y="1407"/>
                </a:lnTo>
                <a:lnTo>
                  <a:pt x="4140" y="1407"/>
                </a:lnTo>
                <a:lnTo>
                  <a:pt x="4140" y="1408"/>
                </a:lnTo>
                <a:lnTo>
                  <a:pt x="4139" y="1408"/>
                </a:lnTo>
                <a:lnTo>
                  <a:pt x="4138" y="1408"/>
                </a:lnTo>
                <a:lnTo>
                  <a:pt x="4138" y="1409"/>
                </a:lnTo>
                <a:lnTo>
                  <a:pt x="4137" y="1409"/>
                </a:lnTo>
                <a:lnTo>
                  <a:pt x="4137" y="1410"/>
                </a:lnTo>
                <a:lnTo>
                  <a:pt x="4136" y="1410"/>
                </a:lnTo>
                <a:lnTo>
                  <a:pt x="4136" y="1411"/>
                </a:lnTo>
                <a:lnTo>
                  <a:pt x="4135" y="1411"/>
                </a:lnTo>
                <a:lnTo>
                  <a:pt x="4135" y="1412"/>
                </a:lnTo>
                <a:lnTo>
                  <a:pt x="4134" y="1412"/>
                </a:lnTo>
                <a:lnTo>
                  <a:pt x="4133" y="1413"/>
                </a:lnTo>
                <a:lnTo>
                  <a:pt x="4132" y="1414"/>
                </a:lnTo>
                <a:lnTo>
                  <a:pt x="4132" y="1415"/>
                </a:lnTo>
                <a:lnTo>
                  <a:pt x="4131" y="1415"/>
                </a:lnTo>
                <a:lnTo>
                  <a:pt x="4131" y="1416"/>
                </a:lnTo>
                <a:lnTo>
                  <a:pt x="4130" y="1417"/>
                </a:lnTo>
                <a:lnTo>
                  <a:pt x="4130" y="1418"/>
                </a:lnTo>
                <a:lnTo>
                  <a:pt x="4129" y="1419"/>
                </a:lnTo>
                <a:lnTo>
                  <a:pt x="4129" y="1420"/>
                </a:lnTo>
                <a:lnTo>
                  <a:pt x="4129" y="1421"/>
                </a:lnTo>
                <a:lnTo>
                  <a:pt x="4128" y="1422"/>
                </a:lnTo>
                <a:lnTo>
                  <a:pt x="4128" y="1423"/>
                </a:lnTo>
                <a:lnTo>
                  <a:pt x="4128" y="1424"/>
                </a:lnTo>
                <a:lnTo>
                  <a:pt x="4127" y="1425"/>
                </a:lnTo>
                <a:lnTo>
                  <a:pt x="4127" y="1426"/>
                </a:lnTo>
                <a:lnTo>
                  <a:pt x="4126" y="1428"/>
                </a:lnTo>
                <a:lnTo>
                  <a:pt x="4126" y="1429"/>
                </a:lnTo>
                <a:lnTo>
                  <a:pt x="4125" y="1431"/>
                </a:lnTo>
                <a:lnTo>
                  <a:pt x="4125" y="1432"/>
                </a:lnTo>
                <a:lnTo>
                  <a:pt x="4124" y="1433"/>
                </a:lnTo>
                <a:lnTo>
                  <a:pt x="4124" y="1434"/>
                </a:lnTo>
                <a:lnTo>
                  <a:pt x="4123" y="1436"/>
                </a:lnTo>
                <a:lnTo>
                  <a:pt x="4123" y="1437"/>
                </a:lnTo>
                <a:lnTo>
                  <a:pt x="4123" y="1440"/>
                </a:lnTo>
                <a:lnTo>
                  <a:pt x="4124" y="1439"/>
                </a:lnTo>
                <a:lnTo>
                  <a:pt x="4124" y="1440"/>
                </a:lnTo>
                <a:lnTo>
                  <a:pt x="4125" y="1441"/>
                </a:lnTo>
                <a:lnTo>
                  <a:pt x="4126" y="1442"/>
                </a:lnTo>
                <a:lnTo>
                  <a:pt x="4126" y="1443"/>
                </a:lnTo>
                <a:lnTo>
                  <a:pt x="4127" y="1445"/>
                </a:lnTo>
                <a:lnTo>
                  <a:pt x="4127" y="1446"/>
                </a:lnTo>
                <a:lnTo>
                  <a:pt x="4126" y="1446"/>
                </a:lnTo>
                <a:lnTo>
                  <a:pt x="4125" y="1446"/>
                </a:lnTo>
                <a:lnTo>
                  <a:pt x="4126" y="1446"/>
                </a:lnTo>
                <a:lnTo>
                  <a:pt x="4127" y="1446"/>
                </a:lnTo>
                <a:lnTo>
                  <a:pt x="4126" y="1448"/>
                </a:lnTo>
                <a:lnTo>
                  <a:pt x="4125" y="1448"/>
                </a:lnTo>
                <a:lnTo>
                  <a:pt x="4125" y="1449"/>
                </a:lnTo>
                <a:lnTo>
                  <a:pt x="4126" y="1449"/>
                </a:lnTo>
                <a:lnTo>
                  <a:pt x="4125" y="1450"/>
                </a:lnTo>
                <a:lnTo>
                  <a:pt x="4124" y="1450"/>
                </a:lnTo>
                <a:lnTo>
                  <a:pt x="4123" y="1451"/>
                </a:lnTo>
                <a:lnTo>
                  <a:pt x="4124" y="1451"/>
                </a:lnTo>
                <a:lnTo>
                  <a:pt x="4123" y="1452"/>
                </a:lnTo>
                <a:lnTo>
                  <a:pt x="4122" y="1453"/>
                </a:lnTo>
                <a:lnTo>
                  <a:pt x="4121" y="1453"/>
                </a:lnTo>
                <a:lnTo>
                  <a:pt x="4120" y="1453"/>
                </a:lnTo>
                <a:lnTo>
                  <a:pt x="4119" y="1453"/>
                </a:lnTo>
                <a:lnTo>
                  <a:pt x="4118" y="1454"/>
                </a:lnTo>
                <a:lnTo>
                  <a:pt x="4118" y="1452"/>
                </a:lnTo>
                <a:lnTo>
                  <a:pt x="4117" y="1452"/>
                </a:lnTo>
                <a:lnTo>
                  <a:pt x="4116" y="1453"/>
                </a:lnTo>
                <a:lnTo>
                  <a:pt x="4115" y="1454"/>
                </a:lnTo>
                <a:lnTo>
                  <a:pt x="4114" y="1455"/>
                </a:lnTo>
                <a:lnTo>
                  <a:pt x="4114" y="1456"/>
                </a:lnTo>
                <a:lnTo>
                  <a:pt x="4112" y="1458"/>
                </a:lnTo>
                <a:lnTo>
                  <a:pt x="4111" y="1459"/>
                </a:lnTo>
                <a:lnTo>
                  <a:pt x="4111" y="1460"/>
                </a:lnTo>
                <a:lnTo>
                  <a:pt x="4111" y="1461"/>
                </a:lnTo>
                <a:lnTo>
                  <a:pt x="4110" y="1460"/>
                </a:lnTo>
                <a:lnTo>
                  <a:pt x="4109" y="1462"/>
                </a:lnTo>
                <a:lnTo>
                  <a:pt x="4108" y="1463"/>
                </a:lnTo>
                <a:lnTo>
                  <a:pt x="4107" y="1464"/>
                </a:lnTo>
                <a:lnTo>
                  <a:pt x="4108" y="1465"/>
                </a:lnTo>
                <a:lnTo>
                  <a:pt x="4108" y="1466"/>
                </a:lnTo>
                <a:lnTo>
                  <a:pt x="4107" y="1467"/>
                </a:lnTo>
                <a:lnTo>
                  <a:pt x="4106" y="1467"/>
                </a:lnTo>
                <a:lnTo>
                  <a:pt x="4104" y="1468"/>
                </a:lnTo>
                <a:lnTo>
                  <a:pt x="4102" y="1469"/>
                </a:lnTo>
                <a:lnTo>
                  <a:pt x="4102" y="1471"/>
                </a:lnTo>
                <a:lnTo>
                  <a:pt x="4103" y="1471"/>
                </a:lnTo>
                <a:lnTo>
                  <a:pt x="4102" y="1471"/>
                </a:lnTo>
                <a:lnTo>
                  <a:pt x="4099" y="1472"/>
                </a:lnTo>
                <a:lnTo>
                  <a:pt x="4098" y="1471"/>
                </a:lnTo>
                <a:lnTo>
                  <a:pt x="4098" y="1472"/>
                </a:lnTo>
                <a:lnTo>
                  <a:pt x="4097" y="1472"/>
                </a:lnTo>
                <a:lnTo>
                  <a:pt x="4096" y="1473"/>
                </a:lnTo>
                <a:lnTo>
                  <a:pt x="4096" y="1474"/>
                </a:lnTo>
                <a:lnTo>
                  <a:pt x="4094" y="1475"/>
                </a:lnTo>
                <a:lnTo>
                  <a:pt x="4093" y="1476"/>
                </a:lnTo>
                <a:lnTo>
                  <a:pt x="4093" y="1477"/>
                </a:lnTo>
                <a:lnTo>
                  <a:pt x="4092" y="1477"/>
                </a:lnTo>
                <a:lnTo>
                  <a:pt x="4090" y="1477"/>
                </a:lnTo>
                <a:lnTo>
                  <a:pt x="4090" y="1478"/>
                </a:lnTo>
                <a:lnTo>
                  <a:pt x="4090" y="1477"/>
                </a:lnTo>
                <a:lnTo>
                  <a:pt x="4089" y="1477"/>
                </a:lnTo>
                <a:lnTo>
                  <a:pt x="4089" y="1476"/>
                </a:lnTo>
                <a:lnTo>
                  <a:pt x="4090" y="1476"/>
                </a:lnTo>
                <a:lnTo>
                  <a:pt x="4091" y="1475"/>
                </a:lnTo>
                <a:lnTo>
                  <a:pt x="4092" y="1474"/>
                </a:lnTo>
                <a:lnTo>
                  <a:pt x="4093" y="1473"/>
                </a:lnTo>
                <a:lnTo>
                  <a:pt x="4094" y="1473"/>
                </a:lnTo>
                <a:lnTo>
                  <a:pt x="4095" y="1472"/>
                </a:lnTo>
                <a:lnTo>
                  <a:pt x="4097" y="1471"/>
                </a:lnTo>
                <a:lnTo>
                  <a:pt x="4098" y="1471"/>
                </a:lnTo>
                <a:lnTo>
                  <a:pt x="4098" y="1470"/>
                </a:lnTo>
                <a:lnTo>
                  <a:pt x="4097" y="1471"/>
                </a:lnTo>
                <a:lnTo>
                  <a:pt x="4096" y="1471"/>
                </a:lnTo>
                <a:lnTo>
                  <a:pt x="4095" y="1471"/>
                </a:lnTo>
                <a:lnTo>
                  <a:pt x="4094" y="1471"/>
                </a:lnTo>
                <a:lnTo>
                  <a:pt x="4093" y="1471"/>
                </a:lnTo>
                <a:lnTo>
                  <a:pt x="4092" y="1472"/>
                </a:lnTo>
                <a:lnTo>
                  <a:pt x="4091" y="1472"/>
                </a:lnTo>
                <a:lnTo>
                  <a:pt x="4091" y="1473"/>
                </a:lnTo>
                <a:lnTo>
                  <a:pt x="4090" y="1473"/>
                </a:lnTo>
                <a:lnTo>
                  <a:pt x="4089" y="1473"/>
                </a:lnTo>
                <a:lnTo>
                  <a:pt x="4089" y="1474"/>
                </a:lnTo>
                <a:lnTo>
                  <a:pt x="4088" y="1474"/>
                </a:lnTo>
                <a:lnTo>
                  <a:pt x="4088" y="1473"/>
                </a:lnTo>
                <a:lnTo>
                  <a:pt x="4087" y="1473"/>
                </a:lnTo>
                <a:lnTo>
                  <a:pt x="4087" y="1472"/>
                </a:lnTo>
                <a:lnTo>
                  <a:pt x="4088" y="1472"/>
                </a:lnTo>
                <a:lnTo>
                  <a:pt x="4088" y="1471"/>
                </a:lnTo>
                <a:lnTo>
                  <a:pt x="4087" y="1471"/>
                </a:lnTo>
                <a:lnTo>
                  <a:pt x="4087" y="1470"/>
                </a:lnTo>
                <a:lnTo>
                  <a:pt x="4087" y="1469"/>
                </a:lnTo>
                <a:lnTo>
                  <a:pt x="4086" y="1468"/>
                </a:lnTo>
                <a:lnTo>
                  <a:pt x="4087" y="1468"/>
                </a:lnTo>
                <a:lnTo>
                  <a:pt x="4086" y="1468"/>
                </a:lnTo>
                <a:lnTo>
                  <a:pt x="4087" y="1470"/>
                </a:lnTo>
                <a:lnTo>
                  <a:pt x="4087" y="1471"/>
                </a:lnTo>
                <a:lnTo>
                  <a:pt x="4086" y="1472"/>
                </a:lnTo>
                <a:lnTo>
                  <a:pt x="4086" y="1473"/>
                </a:lnTo>
                <a:lnTo>
                  <a:pt x="4084" y="1474"/>
                </a:lnTo>
                <a:lnTo>
                  <a:pt x="4083" y="1474"/>
                </a:lnTo>
                <a:lnTo>
                  <a:pt x="4082" y="1475"/>
                </a:lnTo>
                <a:lnTo>
                  <a:pt x="4081" y="1476"/>
                </a:lnTo>
                <a:lnTo>
                  <a:pt x="4079" y="1476"/>
                </a:lnTo>
                <a:lnTo>
                  <a:pt x="4077" y="1476"/>
                </a:lnTo>
                <a:lnTo>
                  <a:pt x="4077" y="1475"/>
                </a:lnTo>
                <a:lnTo>
                  <a:pt x="4074" y="1475"/>
                </a:lnTo>
                <a:lnTo>
                  <a:pt x="4073" y="1475"/>
                </a:lnTo>
                <a:lnTo>
                  <a:pt x="4072" y="1475"/>
                </a:lnTo>
                <a:lnTo>
                  <a:pt x="4071" y="1475"/>
                </a:lnTo>
                <a:lnTo>
                  <a:pt x="4071" y="1474"/>
                </a:lnTo>
                <a:lnTo>
                  <a:pt x="4070" y="1474"/>
                </a:lnTo>
                <a:lnTo>
                  <a:pt x="4068" y="1474"/>
                </a:lnTo>
                <a:lnTo>
                  <a:pt x="4067" y="1473"/>
                </a:lnTo>
                <a:lnTo>
                  <a:pt x="4066" y="1473"/>
                </a:lnTo>
                <a:lnTo>
                  <a:pt x="4065" y="1474"/>
                </a:lnTo>
                <a:lnTo>
                  <a:pt x="4066" y="1473"/>
                </a:lnTo>
                <a:lnTo>
                  <a:pt x="4066" y="1474"/>
                </a:lnTo>
                <a:lnTo>
                  <a:pt x="4065" y="1474"/>
                </a:lnTo>
                <a:lnTo>
                  <a:pt x="4064" y="1474"/>
                </a:lnTo>
                <a:lnTo>
                  <a:pt x="4063" y="1475"/>
                </a:lnTo>
                <a:lnTo>
                  <a:pt x="4061" y="1475"/>
                </a:lnTo>
                <a:lnTo>
                  <a:pt x="4060" y="1475"/>
                </a:lnTo>
                <a:lnTo>
                  <a:pt x="4059" y="1474"/>
                </a:lnTo>
                <a:lnTo>
                  <a:pt x="4058" y="1474"/>
                </a:lnTo>
                <a:lnTo>
                  <a:pt x="4058" y="1475"/>
                </a:lnTo>
                <a:lnTo>
                  <a:pt x="4058" y="1474"/>
                </a:lnTo>
                <a:lnTo>
                  <a:pt x="4058" y="1475"/>
                </a:lnTo>
                <a:lnTo>
                  <a:pt x="4059" y="1476"/>
                </a:lnTo>
                <a:lnTo>
                  <a:pt x="4061" y="1478"/>
                </a:lnTo>
                <a:lnTo>
                  <a:pt x="4061" y="1479"/>
                </a:lnTo>
                <a:lnTo>
                  <a:pt x="4060" y="1479"/>
                </a:lnTo>
                <a:lnTo>
                  <a:pt x="4058" y="1478"/>
                </a:lnTo>
                <a:lnTo>
                  <a:pt x="4057" y="1479"/>
                </a:lnTo>
                <a:lnTo>
                  <a:pt x="4059" y="1479"/>
                </a:lnTo>
                <a:lnTo>
                  <a:pt x="4059" y="1480"/>
                </a:lnTo>
                <a:lnTo>
                  <a:pt x="4058" y="1480"/>
                </a:lnTo>
                <a:lnTo>
                  <a:pt x="4058" y="1481"/>
                </a:lnTo>
                <a:lnTo>
                  <a:pt x="4055" y="1479"/>
                </a:lnTo>
                <a:lnTo>
                  <a:pt x="4055" y="1480"/>
                </a:lnTo>
                <a:lnTo>
                  <a:pt x="4054" y="1480"/>
                </a:lnTo>
                <a:lnTo>
                  <a:pt x="4055" y="1480"/>
                </a:lnTo>
                <a:lnTo>
                  <a:pt x="4056" y="1481"/>
                </a:lnTo>
                <a:lnTo>
                  <a:pt x="4055" y="1482"/>
                </a:lnTo>
                <a:lnTo>
                  <a:pt x="4054" y="1481"/>
                </a:lnTo>
                <a:lnTo>
                  <a:pt x="4053" y="1481"/>
                </a:lnTo>
                <a:lnTo>
                  <a:pt x="4052" y="1481"/>
                </a:lnTo>
                <a:lnTo>
                  <a:pt x="4052" y="1482"/>
                </a:lnTo>
                <a:lnTo>
                  <a:pt x="4052" y="1483"/>
                </a:lnTo>
                <a:lnTo>
                  <a:pt x="4053" y="1484"/>
                </a:lnTo>
                <a:lnTo>
                  <a:pt x="4052" y="1484"/>
                </a:lnTo>
                <a:lnTo>
                  <a:pt x="4053" y="1485"/>
                </a:lnTo>
                <a:lnTo>
                  <a:pt x="4054" y="1485"/>
                </a:lnTo>
                <a:lnTo>
                  <a:pt x="4057" y="1485"/>
                </a:lnTo>
                <a:lnTo>
                  <a:pt x="4057" y="1486"/>
                </a:lnTo>
                <a:lnTo>
                  <a:pt x="4058" y="1486"/>
                </a:lnTo>
                <a:lnTo>
                  <a:pt x="4058" y="1487"/>
                </a:lnTo>
                <a:lnTo>
                  <a:pt x="4059" y="1488"/>
                </a:lnTo>
                <a:lnTo>
                  <a:pt x="4059" y="1489"/>
                </a:lnTo>
                <a:lnTo>
                  <a:pt x="4060" y="1490"/>
                </a:lnTo>
                <a:lnTo>
                  <a:pt x="4061" y="1490"/>
                </a:lnTo>
                <a:lnTo>
                  <a:pt x="4061" y="1491"/>
                </a:lnTo>
                <a:lnTo>
                  <a:pt x="4061" y="1490"/>
                </a:lnTo>
                <a:lnTo>
                  <a:pt x="4062" y="1488"/>
                </a:lnTo>
                <a:lnTo>
                  <a:pt x="4065" y="1486"/>
                </a:lnTo>
                <a:lnTo>
                  <a:pt x="4066" y="1485"/>
                </a:lnTo>
                <a:lnTo>
                  <a:pt x="4066" y="1484"/>
                </a:lnTo>
                <a:lnTo>
                  <a:pt x="4065" y="1483"/>
                </a:lnTo>
                <a:lnTo>
                  <a:pt x="4067" y="1482"/>
                </a:lnTo>
                <a:lnTo>
                  <a:pt x="4068" y="1483"/>
                </a:lnTo>
                <a:lnTo>
                  <a:pt x="4068" y="1484"/>
                </a:lnTo>
                <a:lnTo>
                  <a:pt x="4068" y="1485"/>
                </a:lnTo>
                <a:lnTo>
                  <a:pt x="4066" y="1488"/>
                </a:lnTo>
                <a:lnTo>
                  <a:pt x="4065" y="1490"/>
                </a:lnTo>
                <a:lnTo>
                  <a:pt x="4063" y="1492"/>
                </a:lnTo>
                <a:lnTo>
                  <a:pt x="4062" y="1493"/>
                </a:lnTo>
                <a:lnTo>
                  <a:pt x="4060" y="1494"/>
                </a:lnTo>
                <a:lnTo>
                  <a:pt x="4059" y="1496"/>
                </a:lnTo>
                <a:lnTo>
                  <a:pt x="4056" y="1498"/>
                </a:lnTo>
                <a:lnTo>
                  <a:pt x="4055" y="1498"/>
                </a:lnTo>
                <a:lnTo>
                  <a:pt x="4053" y="1496"/>
                </a:lnTo>
                <a:lnTo>
                  <a:pt x="4054" y="1495"/>
                </a:lnTo>
                <a:lnTo>
                  <a:pt x="4053" y="1494"/>
                </a:lnTo>
                <a:lnTo>
                  <a:pt x="4052" y="1493"/>
                </a:lnTo>
                <a:lnTo>
                  <a:pt x="4052" y="1489"/>
                </a:lnTo>
                <a:lnTo>
                  <a:pt x="4051" y="1488"/>
                </a:lnTo>
                <a:lnTo>
                  <a:pt x="4051" y="1487"/>
                </a:lnTo>
                <a:lnTo>
                  <a:pt x="4051" y="1488"/>
                </a:lnTo>
                <a:lnTo>
                  <a:pt x="4050" y="1488"/>
                </a:lnTo>
                <a:lnTo>
                  <a:pt x="4051" y="1489"/>
                </a:lnTo>
                <a:lnTo>
                  <a:pt x="4051" y="1495"/>
                </a:lnTo>
                <a:lnTo>
                  <a:pt x="4050" y="1495"/>
                </a:lnTo>
                <a:lnTo>
                  <a:pt x="4049" y="1494"/>
                </a:lnTo>
                <a:lnTo>
                  <a:pt x="4048" y="1494"/>
                </a:lnTo>
                <a:lnTo>
                  <a:pt x="4047" y="1494"/>
                </a:lnTo>
                <a:lnTo>
                  <a:pt x="4047" y="1489"/>
                </a:lnTo>
                <a:lnTo>
                  <a:pt x="4048" y="1488"/>
                </a:lnTo>
                <a:lnTo>
                  <a:pt x="4049" y="1487"/>
                </a:lnTo>
                <a:lnTo>
                  <a:pt x="4050" y="1486"/>
                </a:lnTo>
                <a:lnTo>
                  <a:pt x="4051" y="1486"/>
                </a:lnTo>
                <a:lnTo>
                  <a:pt x="4051" y="1485"/>
                </a:lnTo>
                <a:lnTo>
                  <a:pt x="4052" y="1485"/>
                </a:lnTo>
                <a:lnTo>
                  <a:pt x="4053" y="1485"/>
                </a:lnTo>
                <a:lnTo>
                  <a:pt x="4052" y="1484"/>
                </a:lnTo>
                <a:lnTo>
                  <a:pt x="4051" y="1484"/>
                </a:lnTo>
                <a:lnTo>
                  <a:pt x="4051" y="1485"/>
                </a:lnTo>
                <a:lnTo>
                  <a:pt x="4049" y="1486"/>
                </a:lnTo>
                <a:lnTo>
                  <a:pt x="4047" y="1487"/>
                </a:lnTo>
                <a:lnTo>
                  <a:pt x="4046" y="1489"/>
                </a:lnTo>
                <a:lnTo>
                  <a:pt x="4046" y="1490"/>
                </a:lnTo>
                <a:lnTo>
                  <a:pt x="4046" y="1493"/>
                </a:lnTo>
                <a:lnTo>
                  <a:pt x="4044" y="1492"/>
                </a:lnTo>
                <a:lnTo>
                  <a:pt x="4043" y="1491"/>
                </a:lnTo>
                <a:lnTo>
                  <a:pt x="4043" y="1487"/>
                </a:lnTo>
                <a:lnTo>
                  <a:pt x="4043" y="1486"/>
                </a:lnTo>
                <a:lnTo>
                  <a:pt x="4042" y="1486"/>
                </a:lnTo>
                <a:lnTo>
                  <a:pt x="4042" y="1487"/>
                </a:lnTo>
                <a:lnTo>
                  <a:pt x="4041" y="1487"/>
                </a:lnTo>
                <a:lnTo>
                  <a:pt x="4040" y="1487"/>
                </a:lnTo>
                <a:lnTo>
                  <a:pt x="4039" y="1487"/>
                </a:lnTo>
                <a:lnTo>
                  <a:pt x="4038" y="1486"/>
                </a:lnTo>
                <a:lnTo>
                  <a:pt x="4037" y="1486"/>
                </a:lnTo>
                <a:lnTo>
                  <a:pt x="4037" y="1485"/>
                </a:lnTo>
                <a:lnTo>
                  <a:pt x="4037" y="1486"/>
                </a:lnTo>
                <a:lnTo>
                  <a:pt x="4035" y="1486"/>
                </a:lnTo>
                <a:lnTo>
                  <a:pt x="4035" y="1485"/>
                </a:lnTo>
                <a:lnTo>
                  <a:pt x="4034" y="1485"/>
                </a:lnTo>
                <a:lnTo>
                  <a:pt x="4034" y="1486"/>
                </a:lnTo>
                <a:lnTo>
                  <a:pt x="4033" y="1486"/>
                </a:lnTo>
                <a:lnTo>
                  <a:pt x="4032" y="1485"/>
                </a:lnTo>
                <a:lnTo>
                  <a:pt x="4030" y="1484"/>
                </a:lnTo>
                <a:lnTo>
                  <a:pt x="4029" y="1483"/>
                </a:lnTo>
                <a:lnTo>
                  <a:pt x="4028" y="1481"/>
                </a:lnTo>
                <a:lnTo>
                  <a:pt x="4027" y="1480"/>
                </a:lnTo>
                <a:lnTo>
                  <a:pt x="4026" y="1479"/>
                </a:lnTo>
                <a:lnTo>
                  <a:pt x="4026" y="1477"/>
                </a:lnTo>
                <a:lnTo>
                  <a:pt x="4025" y="1477"/>
                </a:lnTo>
                <a:lnTo>
                  <a:pt x="4025" y="1476"/>
                </a:lnTo>
                <a:lnTo>
                  <a:pt x="4024" y="1475"/>
                </a:lnTo>
                <a:lnTo>
                  <a:pt x="4024" y="1474"/>
                </a:lnTo>
                <a:lnTo>
                  <a:pt x="4023" y="1474"/>
                </a:lnTo>
                <a:lnTo>
                  <a:pt x="4022" y="1473"/>
                </a:lnTo>
                <a:lnTo>
                  <a:pt x="4023" y="1472"/>
                </a:lnTo>
                <a:lnTo>
                  <a:pt x="4022" y="1472"/>
                </a:lnTo>
                <a:lnTo>
                  <a:pt x="4021" y="1472"/>
                </a:lnTo>
                <a:lnTo>
                  <a:pt x="4021" y="1471"/>
                </a:lnTo>
                <a:lnTo>
                  <a:pt x="4020" y="1470"/>
                </a:lnTo>
                <a:lnTo>
                  <a:pt x="4019" y="1470"/>
                </a:lnTo>
                <a:lnTo>
                  <a:pt x="4018" y="1469"/>
                </a:lnTo>
                <a:lnTo>
                  <a:pt x="4019" y="1469"/>
                </a:lnTo>
                <a:lnTo>
                  <a:pt x="4018" y="1469"/>
                </a:lnTo>
                <a:lnTo>
                  <a:pt x="4017" y="1468"/>
                </a:lnTo>
                <a:lnTo>
                  <a:pt x="4016" y="1468"/>
                </a:lnTo>
                <a:lnTo>
                  <a:pt x="4016" y="1467"/>
                </a:lnTo>
                <a:lnTo>
                  <a:pt x="4015" y="1467"/>
                </a:lnTo>
                <a:lnTo>
                  <a:pt x="4015" y="1468"/>
                </a:lnTo>
                <a:lnTo>
                  <a:pt x="4014" y="1468"/>
                </a:lnTo>
                <a:lnTo>
                  <a:pt x="4013" y="1468"/>
                </a:lnTo>
                <a:lnTo>
                  <a:pt x="4012" y="1467"/>
                </a:lnTo>
                <a:lnTo>
                  <a:pt x="4011" y="1467"/>
                </a:lnTo>
                <a:lnTo>
                  <a:pt x="4009" y="1467"/>
                </a:lnTo>
                <a:lnTo>
                  <a:pt x="4008" y="1467"/>
                </a:lnTo>
                <a:lnTo>
                  <a:pt x="4007" y="1467"/>
                </a:lnTo>
                <a:lnTo>
                  <a:pt x="4006" y="1468"/>
                </a:lnTo>
                <a:lnTo>
                  <a:pt x="4004" y="1468"/>
                </a:lnTo>
                <a:lnTo>
                  <a:pt x="4005" y="1469"/>
                </a:lnTo>
                <a:lnTo>
                  <a:pt x="4005" y="1471"/>
                </a:lnTo>
                <a:lnTo>
                  <a:pt x="4004" y="1472"/>
                </a:lnTo>
                <a:lnTo>
                  <a:pt x="4003" y="1468"/>
                </a:lnTo>
                <a:lnTo>
                  <a:pt x="4002" y="1469"/>
                </a:lnTo>
                <a:lnTo>
                  <a:pt x="3998" y="1470"/>
                </a:lnTo>
                <a:lnTo>
                  <a:pt x="3999" y="1472"/>
                </a:lnTo>
                <a:lnTo>
                  <a:pt x="3998" y="1473"/>
                </a:lnTo>
                <a:lnTo>
                  <a:pt x="3998" y="1472"/>
                </a:lnTo>
                <a:lnTo>
                  <a:pt x="3998" y="1471"/>
                </a:lnTo>
                <a:lnTo>
                  <a:pt x="3997" y="1471"/>
                </a:lnTo>
                <a:lnTo>
                  <a:pt x="3997" y="1472"/>
                </a:lnTo>
                <a:lnTo>
                  <a:pt x="3998" y="1472"/>
                </a:lnTo>
                <a:lnTo>
                  <a:pt x="3998" y="1473"/>
                </a:lnTo>
                <a:lnTo>
                  <a:pt x="3997" y="1472"/>
                </a:lnTo>
                <a:lnTo>
                  <a:pt x="3997" y="1471"/>
                </a:lnTo>
                <a:lnTo>
                  <a:pt x="3996" y="1471"/>
                </a:lnTo>
                <a:lnTo>
                  <a:pt x="3997" y="1472"/>
                </a:lnTo>
                <a:lnTo>
                  <a:pt x="3997" y="1473"/>
                </a:lnTo>
                <a:lnTo>
                  <a:pt x="3997" y="1472"/>
                </a:lnTo>
                <a:lnTo>
                  <a:pt x="3996" y="1472"/>
                </a:lnTo>
                <a:lnTo>
                  <a:pt x="3996" y="1471"/>
                </a:lnTo>
                <a:lnTo>
                  <a:pt x="3995" y="1471"/>
                </a:lnTo>
                <a:lnTo>
                  <a:pt x="3995" y="1472"/>
                </a:lnTo>
                <a:lnTo>
                  <a:pt x="3994" y="1472"/>
                </a:lnTo>
                <a:lnTo>
                  <a:pt x="3995" y="1473"/>
                </a:lnTo>
                <a:lnTo>
                  <a:pt x="3993" y="1473"/>
                </a:lnTo>
                <a:lnTo>
                  <a:pt x="3993" y="1474"/>
                </a:lnTo>
                <a:lnTo>
                  <a:pt x="3992" y="1475"/>
                </a:lnTo>
                <a:lnTo>
                  <a:pt x="3991" y="1474"/>
                </a:lnTo>
                <a:lnTo>
                  <a:pt x="3991" y="1475"/>
                </a:lnTo>
                <a:lnTo>
                  <a:pt x="3990" y="1476"/>
                </a:lnTo>
                <a:lnTo>
                  <a:pt x="3992" y="1477"/>
                </a:lnTo>
                <a:lnTo>
                  <a:pt x="3995" y="1479"/>
                </a:lnTo>
                <a:lnTo>
                  <a:pt x="3995" y="1480"/>
                </a:lnTo>
                <a:lnTo>
                  <a:pt x="3993" y="1482"/>
                </a:lnTo>
                <a:lnTo>
                  <a:pt x="3991" y="1482"/>
                </a:lnTo>
                <a:lnTo>
                  <a:pt x="3990" y="1481"/>
                </a:lnTo>
                <a:lnTo>
                  <a:pt x="3987" y="1480"/>
                </a:lnTo>
                <a:lnTo>
                  <a:pt x="3986" y="1480"/>
                </a:lnTo>
                <a:lnTo>
                  <a:pt x="3985" y="1480"/>
                </a:lnTo>
                <a:lnTo>
                  <a:pt x="3985" y="1481"/>
                </a:lnTo>
                <a:lnTo>
                  <a:pt x="3986" y="1481"/>
                </a:lnTo>
                <a:lnTo>
                  <a:pt x="3987" y="1482"/>
                </a:lnTo>
                <a:lnTo>
                  <a:pt x="3989" y="1483"/>
                </a:lnTo>
                <a:lnTo>
                  <a:pt x="3990" y="1483"/>
                </a:lnTo>
                <a:lnTo>
                  <a:pt x="3992" y="1484"/>
                </a:lnTo>
                <a:lnTo>
                  <a:pt x="3993" y="1488"/>
                </a:lnTo>
                <a:lnTo>
                  <a:pt x="3994" y="1488"/>
                </a:lnTo>
                <a:lnTo>
                  <a:pt x="3994" y="1489"/>
                </a:lnTo>
                <a:lnTo>
                  <a:pt x="3995" y="1489"/>
                </a:lnTo>
                <a:lnTo>
                  <a:pt x="3995" y="1490"/>
                </a:lnTo>
                <a:lnTo>
                  <a:pt x="3994" y="1490"/>
                </a:lnTo>
                <a:lnTo>
                  <a:pt x="3994" y="1492"/>
                </a:lnTo>
                <a:lnTo>
                  <a:pt x="3993" y="1492"/>
                </a:lnTo>
                <a:lnTo>
                  <a:pt x="3992" y="1492"/>
                </a:lnTo>
                <a:lnTo>
                  <a:pt x="3991" y="1491"/>
                </a:lnTo>
                <a:lnTo>
                  <a:pt x="3990" y="1490"/>
                </a:lnTo>
                <a:lnTo>
                  <a:pt x="3990" y="1489"/>
                </a:lnTo>
                <a:lnTo>
                  <a:pt x="3990" y="1488"/>
                </a:lnTo>
                <a:lnTo>
                  <a:pt x="3989" y="1485"/>
                </a:lnTo>
                <a:lnTo>
                  <a:pt x="3988" y="1484"/>
                </a:lnTo>
                <a:lnTo>
                  <a:pt x="3988" y="1485"/>
                </a:lnTo>
                <a:lnTo>
                  <a:pt x="3988" y="1486"/>
                </a:lnTo>
                <a:lnTo>
                  <a:pt x="3989" y="1487"/>
                </a:lnTo>
                <a:lnTo>
                  <a:pt x="3989" y="1488"/>
                </a:lnTo>
                <a:lnTo>
                  <a:pt x="3989" y="1489"/>
                </a:lnTo>
                <a:lnTo>
                  <a:pt x="3989" y="1490"/>
                </a:lnTo>
                <a:lnTo>
                  <a:pt x="3990" y="1491"/>
                </a:lnTo>
                <a:lnTo>
                  <a:pt x="3990" y="1492"/>
                </a:lnTo>
                <a:lnTo>
                  <a:pt x="3989" y="1492"/>
                </a:lnTo>
                <a:lnTo>
                  <a:pt x="3988" y="1492"/>
                </a:lnTo>
                <a:lnTo>
                  <a:pt x="3988" y="1491"/>
                </a:lnTo>
                <a:lnTo>
                  <a:pt x="3987" y="1491"/>
                </a:lnTo>
                <a:lnTo>
                  <a:pt x="3986" y="1491"/>
                </a:lnTo>
                <a:lnTo>
                  <a:pt x="3985" y="1491"/>
                </a:lnTo>
                <a:lnTo>
                  <a:pt x="3985" y="1490"/>
                </a:lnTo>
                <a:lnTo>
                  <a:pt x="3984" y="1490"/>
                </a:lnTo>
                <a:lnTo>
                  <a:pt x="3984" y="1491"/>
                </a:lnTo>
                <a:lnTo>
                  <a:pt x="3985" y="1491"/>
                </a:lnTo>
                <a:lnTo>
                  <a:pt x="3986" y="1492"/>
                </a:lnTo>
                <a:lnTo>
                  <a:pt x="3987" y="1492"/>
                </a:lnTo>
                <a:lnTo>
                  <a:pt x="3988" y="1493"/>
                </a:lnTo>
                <a:lnTo>
                  <a:pt x="3989" y="1493"/>
                </a:lnTo>
                <a:lnTo>
                  <a:pt x="3990" y="1493"/>
                </a:lnTo>
                <a:lnTo>
                  <a:pt x="3991" y="1493"/>
                </a:lnTo>
                <a:lnTo>
                  <a:pt x="3992" y="1493"/>
                </a:lnTo>
                <a:lnTo>
                  <a:pt x="3992" y="1494"/>
                </a:lnTo>
                <a:lnTo>
                  <a:pt x="3993" y="1494"/>
                </a:lnTo>
                <a:lnTo>
                  <a:pt x="3995" y="1494"/>
                </a:lnTo>
                <a:lnTo>
                  <a:pt x="3996" y="1494"/>
                </a:lnTo>
                <a:lnTo>
                  <a:pt x="3995" y="1495"/>
                </a:lnTo>
                <a:lnTo>
                  <a:pt x="3999" y="1495"/>
                </a:lnTo>
                <a:lnTo>
                  <a:pt x="3998" y="1496"/>
                </a:lnTo>
                <a:lnTo>
                  <a:pt x="3998" y="1497"/>
                </a:lnTo>
                <a:lnTo>
                  <a:pt x="3993" y="1495"/>
                </a:lnTo>
                <a:lnTo>
                  <a:pt x="3987" y="1494"/>
                </a:lnTo>
                <a:lnTo>
                  <a:pt x="3986" y="1493"/>
                </a:lnTo>
                <a:lnTo>
                  <a:pt x="3985" y="1493"/>
                </a:lnTo>
                <a:lnTo>
                  <a:pt x="3984" y="1492"/>
                </a:lnTo>
                <a:lnTo>
                  <a:pt x="3984" y="1491"/>
                </a:lnTo>
                <a:lnTo>
                  <a:pt x="3983" y="1491"/>
                </a:lnTo>
                <a:lnTo>
                  <a:pt x="3983" y="1492"/>
                </a:lnTo>
                <a:lnTo>
                  <a:pt x="3984" y="1493"/>
                </a:lnTo>
                <a:lnTo>
                  <a:pt x="3985" y="1494"/>
                </a:lnTo>
                <a:lnTo>
                  <a:pt x="3986" y="1494"/>
                </a:lnTo>
                <a:lnTo>
                  <a:pt x="3988" y="1495"/>
                </a:lnTo>
                <a:lnTo>
                  <a:pt x="3989" y="1495"/>
                </a:lnTo>
                <a:lnTo>
                  <a:pt x="3988" y="1497"/>
                </a:lnTo>
                <a:lnTo>
                  <a:pt x="3990" y="1497"/>
                </a:lnTo>
                <a:lnTo>
                  <a:pt x="3990" y="1496"/>
                </a:lnTo>
                <a:lnTo>
                  <a:pt x="3993" y="1497"/>
                </a:lnTo>
                <a:lnTo>
                  <a:pt x="3993" y="1498"/>
                </a:lnTo>
                <a:lnTo>
                  <a:pt x="3994" y="1499"/>
                </a:lnTo>
                <a:lnTo>
                  <a:pt x="3994" y="1497"/>
                </a:lnTo>
                <a:lnTo>
                  <a:pt x="3997" y="1498"/>
                </a:lnTo>
                <a:lnTo>
                  <a:pt x="3995" y="1501"/>
                </a:lnTo>
                <a:lnTo>
                  <a:pt x="3994" y="1502"/>
                </a:lnTo>
                <a:lnTo>
                  <a:pt x="3996" y="1503"/>
                </a:lnTo>
                <a:lnTo>
                  <a:pt x="3995" y="1504"/>
                </a:lnTo>
                <a:lnTo>
                  <a:pt x="3992" y="1503"/>
                </a:lnTo>
                <a:lnTo>
                  <a:pt x="3992" y="1502"/>
                </a:lnTo>
                <a:lnTo>
                  <a:pt x="3991" y="1502"/>
                </a:lnTo>
                <a:lnTo>
                  <a:pt x="3989" y="1502"/>
                </a:lnTo>
                <a:lnTo>
                  <a:pt x="3986" y="1500"/>
                </a:lnTo>
                <a:lnTo>
                  <a:pt x="3985" y="1501"/>
                </a:lnTo>
                <a:lnTo>
                  <a:pt x="3984" y="1501"/>
                </a:lnTo>
                <a:lnTo>
                  <a:pt x="3983" y="1501"/>
                </a:lnTo>
                <a:lnTo>
                  <a:pt x="3981" y="1500"/>
                </a:lnTo>
                <a:lnTo>
                  <a:pt x="3981" y="1501"/>
                </a:lnTo>
                <a:lnTo>
                  <a:pt x="3982" y="1501"/>
                </a:lnTo>
                <a:lnTo>
                  <a:pt x="3983" y="1502"/>
                </a:lnTo>
                <a:lnTo>
                  <a:pt x="3984" y="1502"/>
                </a:lnTo>
                <a:lnTo>
                  <a:pt x="3985" y="1502"/>
                </a:lnTo>
                <a:lnTo>
                  <a:pt x="3987" y="1503"/>
                </a:lnTo>
                <a:lnTo>
                  <a:pt x="3987" y="1504"/>
                </a:lnTo>
                <a:lnTo>
                  <a:pt x="3985" y="1504"/>
                </a:lnTo>
                <a:lnTo>
                  <a:pt x="3982" y="1503"/>
                </a:lnTo>
                <a:lnTo>
                  <a:pt x="3981" y="1504"/>
                </a:lnTo>
                <a:lnTo>
                  <a:pt x="3986" y="1506"/>
                </a:lnTo>
                <a:lnTo>
                  <a:pt x="3985" y="1507"/>
                </a:lnTo>
                <a:lnTo>
                  <a:pt x="3983" y="1507"/>
                </a:lnTo>
                <a:lnTo>
                  <a:pt x="3980" y="1506"/>
                </a:lnTo>
                <a:lnTo>
                  <a:pt x="3979" y="1506"/>
                </a:lnTo>
                <a:lnTo>
                  <a:pt x="3978" y="1505"/>
                </a:lnTo>
                <a:lnTo>
                  <a:pt x="3977" y="1505"/>
                </a:lnTo>
                <a:lnTo>
                  <a:pt x="3977" y="1504"/>
                </a:lnTo>
                <a:lnTo>
                  <a:pt x="3977" y="1505"/>
                </a:lnTo>
                <a:lnTo>
                  <a:pt x="3976" y="1505"/>
                </a:lnTo>
                <a:lnTo>
                  <a:pt x="3976" y="1506"/>
                </a:lnTo>
                <a:lnTo>
                  <a:pt x="3975" y="1506"/>
                </a:lnTo>
                <a:lnTo>
                  <a:pt x="3974" y="1508"/>
                </a:lnTo>
                <a:lnTo>
                  <a:pt x="3973" y="1509"/>
                </a:lnTo>
                <a:lnTo>
                  <a:pt x="3973" y="1510"/>
                </a:lnTo>
                <a:lnTo>
                  <a:pt x="3972" y="1511"/>
                </a:lnTo>
                <a:lnTo>
                  <a:pt x="3972" y="1512"/>
                </a:lnTo>
                <a:lnTo>
                  <a:pt x="3972" y="1513"/>
                </a:lnTo>
                <a:lnTo>
                  <a:pt x="3973" y="1513"/>
                </a:lnTo>
                <a:lnTo>
                  <a:pt x="3972" y="1514"/>
                </a:lnTo>
                <a:lnTo>
                  <a:pt x="3973" y="1514"/>
                </a:lnTo>
                <a:lnTo>
                  <a:pt x="3974" y="1514"/>
                </a:lnTo>
                <a:lnTo>
                  <a:pt x="3974" y="1519"/>
                </a:lnTo>
                <a:lnTo>
                  <a:pt x="3976" y="1519"/>
                </a:lnTo>
                <a:lnTo>
                  <a:pt x="3976" y="1516"/>
                </a:lnTo>
                <a:lnTo>
                  <a:pt x="3977" y="1514"/>
                </a:lnTo>
                <a:lnTo>
                  <a:pt x="3981" y="1514"/>
                </a:lnTo>
                <a:lnTo>
                  <a:pt x="3981" y="1518"/>
                </a:lnTo>
                <a:lnTo>
                  <a:pt x="3983" y="1518"/>
                </a:lnTo>
                <a:lnTo>
                  <a:pt x="3983" y="1515"/>
                </a:lnTo>
                <a:lnTo>
                  <a:pt x="3984" y="1515"/>
                </a:lnTo>
                <a:lnTo>
                  <a:pt x="3984" y="1524"/>
                </a:lnTo>
                <a:lnTo>
                  <a:pt x="3974" y="1524"/>
                </a:lnTo>
                <a:lnTo>
                  <a:pt x="3974" y="1523"/>
                </a:lnTo>
                <a:lnTo>
                  <a:pt x="3972" y="1523"/>
                </a:lnTo>
                <a:lnTo>
                  <a:pt x="3972" y="1524"/>
                </a:lnTo>
                <a:lnTo>
                  <a:pt x="3972" y="1525"/>
                </a:lnTo>
                <a:lnTo>
                  <a:pt x="3972" y="1527"/>
                </a:lnTo>
                <a:lnTo>
                  <a:pt x="3973" y="1527"/>
                </a:lnTo>
                <a:lnTo>
                  <a:pt x="3974" y="1527"/>
                </a:lnTo>
                <a:lnTo>
                  <a:pt x="3974" y="1528"/>
                </a:lnTo>
                <a:lnTo>
                  <a:pt x="3974" y="1529"/>
                </a:lnTo>
                <a:lnTo>
                  <a:pt x="3973" y="1529"/>
                </a:lnTo>
                <a:lnTo>
                  <a:pt x="3972" y="1529"/>
                </a:lnTo>
                <a:lnTo>
                  <a:pt x="3971" y="1529"/>
                </a:lnTo>
                <a:lnTo>
                  <a:pt x="3972" y="1529"/>
                </a:lnTo>
                <a:lnTo>
                  <a:pt x="3973" y="1531"/>
                </a:lnTo>
                <a:lnTo>
                  <a:pt x="3973" y="1532"/>
                </a:lnTo>
                <a:lnTo>
                  <a:pt x="3973" y="1533"/>
                </a:lnTo>
                <a:lnTo>
                  <a:pt x="3973" y="1534"/>
                </a:lnTo>
                <a:lnTo>
                  <a:pt x="3974" y="1535"/>
                </a:lnTo>
                <a:lnTo>
                  <a:pt x="3974" y="1536"/>
                </a:lnTo>
                <a:lnTo>
                  <a:pt x="3975" y="1536"/>
                </a:lnTo>
                <a:lnTo>
                  <a:pt x="3975" y="1537"/>
                </a:lnTo>
                <a:lnTo>
                  <a:pt x="3976" y="1538"/>
                </a:lnTo>
                <a:lnTo>
                  <a:pt x="3976" y="1539"/>
                </a:lnTo>
                <a:lnTo>
                  <a:pt x="3976" y="1541"/>
                </a:lnTo>
                <a:lnTo>
                  <a:pt x="3976" y="1542"/>
                </a:lnTo>
                <a:lnTo>
                  <a:pt x="3977" y="1542"/>
                </a:lnTo>
                <a:lnTo>
                  <a:pt x="3977" y="1543"/>
                </a:lnTo>
                <a:lnTo>
                  <a:pt x="3978" y="1544"/>
                </a:lnTo>
                <a:lnTo>
                  <a:pt x="3979" y="1546"/>
                </a:lnTo>
                <a:lnTo>
                  <a:pt x="3980" y="1547"/>
                </a:lnTo>
                <a:lnTo>
                  <a:pt x="3981" y="1548"/>
                </a:lnTo>
                <a:lnTo>
                  <a:pt x="3981" y="1549"/>
                </a:lnTo>
                <a:lnTo>
                  <a:pt x="3982" y="1550"/>
                </a:lnTo>
                <a:lnTo>
                  <a:pt x="3983" y="1552"/>
                </a:lnTo>
                <a:lnTo>
                  <a:pt x="3984" y="1553"/>
                </a:lnTo>
                <a:lnTo>
                  <a:pt x="3984" y="1554"/>
                </a:lnTo>
                <a:lnTo>
                  <a:pt x="3985" y="1554"/>
                </a:lnTo>
                <a:lnTo>
                  <a:pt x="3985" y="1556"/>
                </a:lnTo>
                <a:lnTo>
                  <a:pt x="3986" y="1556"/>
                </a:lnTo>
                <a:lnTo>
                  <a:pt x="3985" y="1556"/>
                </a:lnTo>
                <a:lnTo>
                  <a:pt x="3986" y="1557"/>
                </a:lnTo>
                <a:lnTo>
                  <a:pt x="3987" y="1557"/>
                </a:lnTo>
                <a:lnTo>
                  <a:pt x="3988" y="1558"/>
                </a:lnTo>
                <a:lnTo>
                  <a:pt x="3989" y="1558"/>
                </a:lnTo>
                <a:lnTo>
                  <a:pt x="3988" y="1557"/>
                </a:lnTo>
                <a:lnTo>
                  <a:pt x="3989" y="1557"/>
                </a:lnTo>
                <a:lnTo>
                  <a:pt x="3990" y="1556"/>
                </a:lnTo>
                <a:lnTo>
                  <a:pt x="3990" y="1557"/>
                </a:lnTo>
                <a:lnTo>
                  <a:pt x="3992" y="1556"/>
                </a:lnTo>
                <a:lnTo>
                  <a:pt x="3993" y="1557"/>
                </a:lnTo>
                <a:lnTo>
                  <a:pt x="3994" y="1555"/>
                </a:lnTo>
                <a:lnTo>
                  <a:pt x="3996" y="1555"/>
                </a:lnTo>
                <a:lnTo>
                  <a:pt x="3996" y="1556"/>
                </a:lnTo>
                <a:lnTo>
                  <a:pt x="3994" y="1558"/>
                </a:lnTo>
                <a:lnTo>
                  <a:pt x="3995" y="1559"/>
                </a:lnTo>
                <a:lnTo>
                  <a:pt x="3998" y="1556"/>
                </a:lnTo>
                <a:lnTo>
                  <a:pt x="4001" y="1554"/>
                </a:lnTo>
                <a:lnTo>
                  <a:pt x="4003" y="1553"/>
                </a:lnTo>
                <a:lnTo>
                  <a:pt x="4004" y="1555"/>
                </a:lnTo>
                <a:lnTo>
                  <a:pt x="4002" y="1556"/>
                </a:lnTo>
                <a:lnTo>
                  <a:pt x="4002" y="1557"/>
                </a:lnTo>
                <a:lnTo>
                  <a:pt x="4001" y="1557"/>
                </a:lnTo>
                <a:lnTo>
                  <a:pt x="4000" y="1558"/>
                </a:lnTo>
                <a:lnTo>
                  <a:pt x="3998" y="1558"/>
                </a:lnTo>
                <a:lnTo>
                  <a:pt x="3997" y="1558"/>
                </a:lnTo>
                <a:lnTo>
                  <a:pt x="3999" y="1560"/>
                </a:lnTo>
                <a:lnTo>
                  <a:pt x="3999" y="1559"/>
                </a:lnTo>
                <a:lnTo>
                  <a:pt x="4000" y="1559"/>
                </a:lnTo>
                <a:lnTo>
                  <a:pt x="4001" y="1559"/>
                </a:lnTo>
                <a:lnTo>
                  <a:pt x="4000" y="1559"/>
                </a:lnTo>
                <a:lnTo>
                  <a:pt x="3999" y="1561"/>
                </a:lnTo>
                <a:lnTo>
                  <a:pt x="3996" y="1563"/>
                </a:lnTo>
                <a:lnTo>
                  <a:pt x="3995" y="1564"/>
                </a:lnTo>
                <a:lnTo>
                  <a:pt x="3996" y="1564"/>
                </a:lnTo>
                <a:lnTo>
                  <a:pt x="3996" y="1565"/>
                </a:lnTo>
                <a:lnTo>
                  <a:pt x="3997" y="1565"/>
                </a:lnTo>
                <a:lnTo>
                  <a:pt x="3998" y="1565"/>
                </a:lnTo>
                <a:lnTo>
                  <a:pt x="3998" y="1566"/>
                </a:lnTo>
                <a:lnTo>
                  <a:pt x="3998" y="1567"/>
                </a:lnTo>
                <a:lnTo>
                  <a:pt x="3999" y="1567"/>
                </a:lnTo>
                <a:lnTo>
                  <a:pt x="3999" y="1566"/>
                </a:lnTo>
                <a:lnTo>
                  <a:pt x="4000" y="1566"/>
                </a:lnTo>
                <a:lnTo>
                  <a:pt x="4001" y="1567"/>
                </a:lnTo>
                <a:lnTo>
                  <a:pt x="4002" y="1567"/>
                </a:lnTo>
                <a:lnTo>
                  <a:pt x="4003" y="1567"/>
                </a:lnTo>
                <a:lnTo>
                  <a:pt x="4003" y="1568"/>
                </a:lnTo>
                <a:lnTo>
                  <a:pt x="4004" y="1568"/>
                </a:lnTo>
                <a:lnTo>
                  <a:pt x="4005" y="1569"/>
                </a:lnTo>
                <a:lnTo>
                  <a:pt x="4005" y="1570"/>
                </a:lnTo>
                <a:lnTo>
                  <a:pt x="4006" y="1570"/>
                </a:lnTo>
                <a:lnTo>
                  <a:pt x="4006" y="1571"/>
                </a:lnTo>
                <a:lnTo>
                  <a:pt x="4007" y="1571"/>
                </a:lnTo>
                <a:lnTo>
                  <a:pt x="4006" y="1572"/>
                </a:lnTo>
                <a:lnTo>
                  <a:pt x="4008" y="1573"/>
                </a:lnTo>
                <a:lnTo>
                  <a:pt x="4008" y="1572"/>
                </a:lnTo>
                <a:lnTo>
                  <a:pt x="4009" y="1572"/>
                </a:lnTo>
                <a:lnTo>
                  <a:pt x="4010" y="1572"/>
                </a:lnTo>
                <a:lnTo>
                  <a:pt x="4011" y="1572"/>
                </a:lnTo>
                <a:lnTo>
                  <a:pt x="4013" y="1573"/>
                </a:lnTo>
                <a:lnTo>
                  <a:pt x="4013" y="1574"/>
                </a:lnTo>
                <a:lnTo>
                  <a:pt x="4014" y="1574"/>
                </a:lnTo>
                <a:lnTo>
                  <a:pt x="4015" y="1575"/>
                </a:lnTo>
                <a:lnTo>
                  <a:pt x="4016" y="1575"/>
                </a:lnTo>
                <a:lnTo>
                  <a:pt x="4016" y="1576"/>
                </a:lnTo>
                <a:lnTo>
                  <a:pt x="4016" y="1577"/>
                </a:lnTo>
                <a:lnTo>
                  <a:pt x="4015" y="1578"/>
                </a:lnTo>
                <a:lnTo>
                  <a:pt x="4016" y="1578"/>
                </a:lnTo>
                <a:lnTo>
                  <a:pt x="4018" y="1577"/>
                </a:lnTo>
                <a:lnTo>
                  <a:pt x="4019" y="1577"/>
                </a:lnTo>
                <a:lnTo>
                  <a:pt x="4020" y="1577"/>
                </a:lnTo>
                <a:lnTo>
                  <a:pt x="4021" y="1577"/>
                </a:lnTo>
                <a:lnTo>
                  <a:pt x="4023" y="1577"/>
                </a:lnTo>
                <a:lnTo>
                  <a:pt x="4023" y="1578"/>
                </a:lnTo>
                <a:lnTo>
                  <a:pt x="4024" y="1578"/>
                </a:lnTo>
                <a:lnTo>
                  <a:pt x="4025" y="1578"/>
                </a:lnTo>
                <a:lnTo>
                  <a:pt x="4026" y="1578"/>
                </a:lnTo>
                <a:lnTo>
                  <a:pt x="4027" y="1578"/>
                </a:lnTo>
                <a:lnTo>
                  <a:pt x="4028" y="1578"/>
                </a:lnTo>
                <a:lnTo>
                  <a:pt x="4029" y="1578"/>
                </a:lnTo>
                <a:lnTo>
                  <a:pt x="4030" y="1578"/>
                </a:lnTo>
                <a:lnTo>
                  <a:pt x="4030" y="1579"/>
                </a:lnTo>
                <a:lnTo>
                  <a:pt x="4031" y="1579"/>
                </a:lnTo>
                <a:lnTo>
                  <a:pt x="4032" y="1579"/>
                </a:lnTo>
                <a:lnTo>
                  <a:pt x="4032" y="1580"/>
                </a:lnTo>
                <a:lnTo>
                  <a:pt x="4033" y="1580"/>
                </a:lnTo>
                <a:lnTo>
                  <a:pt x="4034" y="1580"/>
                </a:lnTo>
                <a:lnTo>
                  <a:pt x="4034" y="1579"/>
                </a:lnTo>
                <a:lnTo>
                  <a:pt x="4035" y="1579"/>
                </a:lnTo>
                <a:lnTo>
                  <a:pt x="4035" y="1580"/>
                </a:lnTo>
                <a:lnTo>
                  <a:pt x="4036" y="1579"/>
                </a:lnTo>
                <a:lnTo>
                  <a:pt x="4036" y="1580"/>
                </a:lnTo>
                <a:lnTo>
                  <a:pt x="4036" y="1581"/>
                </a:lnTo>
                <a:lnTo>
                  <a:pt x="4037" y="1580"/>
                </a:lnTo>
                <a:lnTo>
                  <a:pt x="4038" y="1580"/>
                </a:lnTo>
                <a:lnTo>
                  <a:pt x="4039" y="1580"/>
                </a:lnTo>
                <a:lnTo>
                  <a:pt x="4038" y="1580"/>
                </a:lnTo>
                <a:lnTo>
                  <a:pt x="4037" y="1581"/>
                </a:lnTo>
                <a:lnTo>
                  <a:pt x="4038" y="1581"/>
                </a:lnTo>
                <a:lnTo>
                  <a:pt x="4039" y="1581"/>
                </a:lnTo>
                <a:lnTo>
                  <a:pt x="4040" y="1581"/>
                </a:lnTo>
                <a:lnTo>
                  <a:pt x="4040" y="1583"/>
                </a:lnTo>
                <a:lnTo>
                  <a:pt x="4040" y="1584"/>
                </a:lnTo>
                <a:lnTo>
                  <a:pt x="4041" y="1584"/>
                </a:lnTo>
                <a:lnTo>
                  <a:pt x="4041" y="1583"/>
                </a:lnTo>
                <a:lnTo>
                  <a:pt x="4040" y="1582"/>
                </a:lnTo>
                <a:lnTo>
                  <a:pt x="4040" y="1581"/>
                </a:lnTo>
                <a:lnTo>
                  <a:pt x="4041" y="1581"/>
                </a:lnTo>
                <a:lnTo>
                  <a:pt x="4044" y="1581"/>
                </a:lnTo>
                <a:lnTo>
                  <a:pt x="4047" y="1581"/>
                </a:lnTo>
                <a:lnTo>
                  <a:pt x="4047" y="1582"/>
                </a:lnTo>
                <a:lnTo>
                  <a:pt x="4046" y="1583"/>
                </a:lnTo>
                <a:lnTo>
                  <a:pt x="4046" y="1584"/>
                </a:lnTo>
                <a:lnTo>
                  <a:pt x="4046" y="1583"/>
                </a:lnTo>
                <a:lnTo>
                  <a:pt x="4047" y="1584"/>
                </a:lnTo>
                <a:lnTo>
                  <a:pt x="4047" y="1583"/>
                </a:lnTo>
                <a:lnTo>
                  <a:pt x="4047" y="1582"/>
                </a:lnTo>
                <a:lnTo>
                  <a:pt x="4049" y="1582"/>
                </a:lnTo>
                <a:lnTo>
                  <a:pt x="4050" y="1582"/>
                </a:lnTo>
                <a:lnTo>
                  <a:pt x="4051" y="1582"/>
                </a:lnTo>
                <a:lnTo>
                  <a:pt x="4052" y="1582"/>
                </a:lnTo>
                <a:lnTo>
                  <a:pt x="4053" y="1582"/>
                </a:lnTo>
                <a:lnTo>
                  <a:pt x="4054" y="1582"/>
                </a:lnTo>
                <a:lnTo>
                  <a:pt x="4055" y="1583"/>
                </a:lnTo>
                <a:lnTo>
                  <a:pt x="4055" y="1585"/>
                </a:lnTo>
                <a:lnTo>
                  <a:pt x="4055" y="1587"/>
                </a:lnTo>
                <a:lnTo>
                  <a:pt x="4056" y="1587"/>
                </a:lnTo>
                <a:lnTo>
                  <a:pt x="4057" y="1587"/>
                </a:lnTo>
                <a:lnTo>
                  <a:pt x="4057" y="1588"/>
                </a:lnTo>
                <a:lnTo>
                  <a:pt x="4058" y="1588"/>
                </a:lnTo>
                <a:lnTo>
                  <a:pt x="4058" y="1587"/>
                </a:lnTo>
                <a:lnTo>
                  <a:pt x="4059" y="1587"/>
                </a:lnTo>
                <a:lnTo>
                  <a:pt x="4060" y="1587"/>
                </a:lnTo>
                <a:lnTo>
                  <a:pt x="4062" y="1587"/>
                </a:lnTo>
                <a:lnTo>
                  <a:pt x="4063" y="1587"/>
                </a:lnTo>
                <a:lnTo>
                  <a:pt x="4063" y="1588"/>
                </a:lnTo>
                <a:lnTo>
                  <a:pt x="4064" y="1588"/>
                </a:lnTo>
                <a:lnTo>
                  <a:pt x="4065" y="1587"/>
                </a:lnTo>
                <a:lnTo>
                  <a:pt x="4064" y="1587"/>
                </a:lnTo>
                <a:lnTo>
                  <a:pt x="4063" y="1586"/>
                </a:lnTo>
                <a:lnTo>
                  <a:pt x="4063" y="1585"/>
                </a:lnTo>
                <a:lnTo>
                  <a:pt x="4064" y="1584"/>
                </a:lnTo>
                <a:lnTo>
                  <a:pt x="4063" y="1584"/>
                </a:lnTo>
                <a:lnTo>
                  <a:pt x="4064" y="1584"/>
                </a:lnTo>
                <a:lnTo>
                  <a:pt x="4065" y="1583"/>
                </a:lnTo>
                <a:lnTo>
                  <a:pt x="4065" y="1584"/>
                </a:lnTo>
                <a:lnTo>
                  <a:pt x="4067" y="1584"/>
                </a:lnTo>
                <a:lnTo>
                  <a:pt x="4067" y="1583"/>
                </a:lnTo>
                <a:lnTo>
                  <a:pt x="4066" y="1583"/>
                </a:lnTo>
                <a:lnTo>
                  <a:pt x="4067" y="1583"/>
                </a:lnTo>
                <a:lnTo>
                  <a:pt x="4068" y="1583"/>
                </a:lnTo>
                <a:lnTo>
                  <a:pt x="4068" y="1582"/>
                </a:lnTo>
                <a:lnTo>
                  <a:pt x="4068" y="1581"/>
                </a:lnTo>
                <a:lnTo>
                  <a:pt x="4067" y="1581"/>
                </a:lnTo>
                <a:lnTo>
                  <a:pt x="4067" y="1582"/>
                </a:lnTo>
                <a:lnTo>
                  <a:pt x="4067" y="1581"/>
                </a:lnTo>
                <a:lnTo>
                  <a:pt x="4067" y="1580"/>
                </a:lnTo>
                <a:lnTo>
                  <a:pt x="4068" y="1580"/>
                </a:lnTo>
                <a:lnTo>
                  <a:pt x="4070" y="1580"/>
                </a:lnTo>
                <a:lnTo>
                  <a:pt x="4070" y="1581"/>
                </a:lnTo>
                <a:lnTo>
                  <a:pt x="4070" y="1582"/>
                </a:lnTo>
                <a:lnTo>
                  <a:pt x="4070" y="1581"/>
                </a:lnTo>
                <a:lnTo>
                  <a:pt x="4071" y="1581"/>
                </a:lnTo>
                <a:lnTo>
                  <a:pt x="4072" y="1581"/>
                </a:lnTo>
                <a:lnTo>
                  <a:pt x="4073" y="1581"/>
                </a:lnTo>
                <a:lnTo>
                  <a:pt x="4072" y="1581"/>
                </a:lnTo>
                <a:lnTo>
                  <a:pt x="4072" y="1582"/>
                </a:lnTo>
                <a:lnTo>
                  <a:pt x="4073" y="1582"/>
                </a:lnTo>
                <a:lnTo>
                  <a:pt x="4073" y="1581"/>
                </a:lnTo>
                <a:lnTo>
                  <a:pt x="4074" y="1582"/>
                </a:lnTo>
                <a:lnTo>
                  <a:pt x="4074" y="1583"/>
                </a:lnTo>
                <a:lnTo>
                  <a:pt x="4075" y="1583"/>
                </a:lnTo>
                <a:lnTo>
                  <a:pt x="4075" y="1584"/>
                </a:lnTo>
                <a:lnTo>
                  <a:pt x="4076" y="1584"/>
                </a:lnTo>
                <a:lnTo>
                  <a:pt x="4077" y="1584"/>
                </a:lnTo>
                <a:lnTo>
                  <a:pt x="4078" y="1584"/>
                </a:lnTo>
                <a:lnTo>
                  <a:pt x="4079" y="1584"/>
                </a:lnTo>
                <a:lnTo>
                  <a:pt x="4081" y="1584"/>
                </a:lnTo>
                <a:lnTo>
                  <a:pt x="4082" y="1584"/>
                </a:lnTo>
                <a:lnTo>
                  <a:pt x="4082" y="1583"/>
                </a:lnTo>
                <a:lnTo>
                  <a:pt x="4082" y="1581"/>
                </a:lnTo>
                <a:lnTo>
                  <a:pt x="4081" y="1580"/>
                </a:lnTo>
                <a:lnTo>
                  <a:pt x="4082" y="1580"/>
                </a:lnTo>
                <a:lnTo>
                  <a:pt x="4082" y="1579"/>
                </a:lnTo>
                <a:lnTo>
                  <a:pt x="4082" y="1577"/>
                </a:lnTo>
                <a:lnTo>
                  <a:pt x="4083" y="1577"/>
                </a:lnTo>
                <a:lnTo>
                  <a:pt x="4086" y="1577"/>
                </a:lnTo>
                <a:lnTo>
                  <a:pt x="4086" y="1580"/>
                </a:lnTo>
                <a:lnTo>
                  <a:pt x="4088" y="1579"/>
                </a:lnTo>
                <a:lnTo>
                  <a:pt x="4088" y="1580"/>
                </a:lnTo>
                <a:lnTo>
                  <a:pt x="4089" y="1580"/>
                </a:lnTo>
                <a:lnTo>
                  <a:pt x="4089" y="1579"/>
                </a:lnTo>
                <a:lnTo>
                  <a:pt x="4089" y="1578"/>
                </a:lnTo>
                <a:lnTo>
                  <a:pt x="4090" y="1579"/>
                </a:lnTo>
                <a:lnTo>
                  <a:pt x="4095" y="1582"/>
                </a:lnTo>
                <a:lnTo>
                  <a:pt x="4095" y="1583"/>
                </a:lnTo>
                <a:lnTo>
                  <a:pt x="4094" y="1584"/>
                </a:lnTo>
                <a:lnTo>
                  <a:pt x="4093" y="1584"/>
                </a:lnTo>
                <a:lnTo>
                  <a:pt x="4094" y="1584"/>
                </a:lnTo>
                <a:lnTo>
                  <a:pt x="4095" y="1584"/>
                </a:lnTo>
                <a:lnTo>
                  <a:pt x="4096" y="1584"/>
                </a:lnTo>
                <a:lnTo>
                  <a:pt x="4096" y="1586"/>
                </a:lnTo>
                <a:lnTo>
                  <a:pt x="4097" y="1586"/>
                </a:lnTo>
                <a:lnTo>
                  <a:pt x="4097" y="1587"/>
                </a:lnTo>
                <a:lnTo>
                  <a:pt x="4097" y="1588"/>
                </a:lnTo>
                <a:lnTo>
                  <a:pt x="4098" y="1588"/>
                </a:lnTo>
                <a:lnTo>
                  <a:pt x="4098" y="1589"/>
                </a:lnTo>
                <a:lnTo>
                  <a:pt x="4097" y="1589"/>
                </a:lnTo>
                <a:lnTo>
                  <a:pt x="4097" y="1591"/>
                </a:lnTo>
                <a:lnTo>
                  <a:pt x="4097" y="1592"/>
                </a:lnTo>
                <a:lnTo>
                  <a:pt x="4098" y="1593"/>
                </a:lnTo>
                <a:lnTo>
                  <a:pt x="4098" y="1594"/>
                </a:lnTo>
                <a:lnTo>
                  <a:pt x="4099" y="1594"/>
                </a:lnTo>
                <a:lnTo>
                  <a:pt x="4100" y="1597"/>
                </a:lnTo>
                <a:lnTo>
                  <a:pt x="4102" y="1597"/>
                </a:lnTo>
                <a:lnTo>
                  <a:pt x="4104" y="1598"/>
                </a:lnTo>
                <a:lnTo>
                  <a:pt x="4105" y="1599"/>
                </a:lnTo>
                <a:lnTo>
                  <a:pt x="4106" y="1599"/>
                </a:lnTo>
                <a:lnTo>
                  <a:pt x="4106" y="1600"/>
                </a:lnTo>
                <a:lnTo>
                  <a:pt x="4107" y="1600"/>
                </a:lnTo>
                <a:lnTo>
                  <a:pt x="4108" y="1601"/>
                </a:lnTo>
                <a:lnTo>
                  <a:pt x="4108" y="1604"/>
                </a:lnTo>
                <a:lnTo>
                  <a:pt x="4108" y="1607"/>
                </a:lnTo>
                <a:lnTo>
                  <a:pt x="4107" y="1609"/>
                </a:lnTo>
                <a:lnTo>
                  <a:pt x="4106" y="1609"/>
                </a:lnTo>
                <a:lnTo>
                  <a:pt x="4106" y="1610"/>
                </a:lnTo>
                <a:lnTo>
                  <a:pt x="4106" y="1611"/>
                </a:lnTo>
                <a:lnTo>
                  <a:pt x="4107" y="1611"/>
                </a:lnTo>
                <a:lnTo>
                  <a:pt x="4108" y="1611"/>
                </a:lnTo>
                <a:lnTo>
                  <a:pt x="4109" y="1612"/>
                </a:lnTo>
                <a:lnTo>
                  <a:pt x="4108" y="1612"/>
                </a:lnTo>
                <a:lnTo>
                  <a:pt x="4108" y="1613"/>
                </a:lnTo>
                <a:lnTo>
                  <a:pt x="4107" y="1613"/>
                </a:lnTo>
                <a:lnTo>
                  <a:pt x="4107" y="1615"/>
                </a:lnTo>
                <a:lnTo>
                  <a:pt x="4108" y="1614"/>
                </a:lnTo>
                <a:lnTo>
                  <a:pt x="4110" y="1615"/>
                </a:lnTo>
                <a:lnTo>
                  <a:pt x="4111" y="1614"/>
                </a:lnTo>
                <a:lnTo>
                  <a:pt x="4114" y="1614"/>
                </a:lnTo>
                <a:lnTo>
                  <a:pt x="4114" y="1615"/>
                </a:lnTo>
                <a:lnTo>
                  <a:pt x="4114" y="1616"/>
                </a:lnTo>
                <a:lnTo>
                  <a:pt x="4115" y="1615"/>
                </a:lnTo>
                <a:lnTo>
                  <a:pt x="4116" y="1614"/>
                </a:lnTo>
                <a:lnTo>
                  <a:pt x="4117" y="1613"/>
                </a:lnTo>
                <a:lnTo>
                  <a:pt x="4117" y="1612"/>
                </a:lnTo>
                <a:lnTo>
                  <a:pt x="4118" y="1612"/>
                </a:lnTo>
                <a:lnTo>
                  <a:pt x="4118" y="1613"/>
                </a:lnTo>
                <a:lnTo>
                  <a:pt x="4119" y="1614"/>
                </a:lnTo>
                <a:lnTo>
                  <a:pt x="4120" y="1615"/>
                </a:lnTo>
                <a:lnTo>
                  <a:pt x="4121" y="1614"/>
                </a:lnTo>
                <a:lnTo>
                  <a:pt x="4122" y="1614"/>
                </a:lnTo>
                <a:lnTo>
                  <a:pt x="4122" y="1613"/>
                </a:lnTo>
                <a:lnTo>
                  <a:pt x="4123" y="1613"/>
                </a:lnTo>
                <a:lnTo>
                  <a:pt x="4124" y="1613"/>
                </a:lnTo>
                <a:lnTo>
                  <a:pt x="4124" y="1612"/>
                </a:lnTo>
                <a:lnTo>
                  <a:pt x="4125" y="1612"/>
                </a:lnTo>
                <a:lnTo>
                  <a:pt x="4126" y="1612"/>
                </a:lnTo>
                <a:lnTo>
                  <a:pt x="4126" y="1613"/>
                </a:lnTo>
                <a:lnTo>
                  <a:pt x="4126" y="1614"/>
                </a:lnTo>
                <a:lnTo>
                  <a:pt x="4127" y="1614"/>
                </a:lnTo>
                <a:lnTo>
                  <a:pt x="4127" y="1615"/>
                </a:lnTo>
                <a:lnTo>
                  <a:pt x="4126" y="1615"/>
                </a:lnTo>
                <a:lnTo>
                  <a:pt x="4125" y="1615"/>
                </a:lnTo>
                <a:lnTo>
                  <a:pt x="4124" y="1615"/>
                </a:lnTo>
                <a:lnTo>
                  <a:pt x="4123" y="1616"/>
                </a:lnTo>
                <a:lnTo>
                  <a:pt x="4122" y="1617"/>
                </a:lnTo>
                <a:lnTo>
                  <a:pt x="4121" y="1617"/>
                </a:lnTo>
                <a:lnTo>
                  <a:pt x="4120" y="1617"/>
                </a:lnTo>
                <a:lnTo>
                  <a:pt x="4119" y="1617"/>
                </a:lnTo>
                <a:lnTo>
                  <a:pt x="4118" y="1616"/>
                </a:lnTo>
                <a:lnTo>
                  <a:pt x="4117" y="1616"/>
                </a:lnTo>
                <a:lnTo>
                  <a:pt x="4117" y="1617"/>
                </a:lnTo>
                <a:lnTo>
                  <a:pt x="4116" y="1617"/>
                </a:lnTo>
                <a:lnTo>
                  <a:pt x="4116" y="1618"/>
                </a:lnTo>
                <a:lnTo>
                  <a:pt x="4117" y="1618"/>
                </a:lnTo>
                <a:lnTo>
                  <a:pt x="4118" y="1619"/>
                </a:lnTo>
                <a:lnTo>
                  <a:pt x="4119" y="1620"/>
                </a:lnTo>
                <a:lnTo>
                  <a:pt x="4120" y="1621"/>
                </a:lnTo>
                <a:lnTo>
                  <a:pt x="4122" y="1622"/>
                </a:lnTo>
                <a:lnTo>
                  <a:pt x="4123" y="1623"/>
                </a:lnTo>
                <a:lnTo>
                  <a:pt x="4124" y="1624"/>
                </a:lnTo>
                <a:lnTo>
                  <a:pt x="4124" y="1625"/>
                </a:lnTo>
                <a:lnTo>
                  <a:pt x="4120" y="1622"/>
                </a:lnTo>
                <a:lnTo>
                  <a:pt x="4117" y="1620"/>
                </a:lnTo>
                <a:lnTo>
                  <a:pt x="4119" y="1622"/>
                </a:lnTo>
                <a:lnTo>
                  <a:pt x="4122" y="1624"/>
                </a:lnTo>
                <a:lnTo>
                  <a:pt x="4123" y="1627"/>
                </a:lnTo>
                <a:lnTo>
                  <a:pt x="4122" y="1627"/>
                </a:lnTo>
                <a:lnTo>
                  <a:pt x="4122" y="1626"/>
                </a:lnTo>
                <a:lnTo>
                  <a:pt x="4121" y="1624"/>
                </a:lnTo>
                <a:lnTo>
                  <a:pt x="4120" y="1624"/>
                </a:lnTo>
                <a:lnTo>
                  <a:pt x="4117" y="1622"/>
                </a:lnTo>
                <a:lnTo>
                  <a:pt x="4116" y="1621"/>
                </a:lnTo>
                <a:lnTo>
                  <a:pt x="4115" y="1621"/>
                </a:lnTo>
                <a:lnTo>
                  <a:pt x="4114" y="1621"/>
                </a:lnTo>
                <a:lnTo>
                  <a:pt x="4112" y="1621"/>
                </a:lnTo>
                <a:lnTo>
                  <a:pt x="4111" y="1621"/>
                </a:lnTo>
                <a:lnTo>
                  <a:pt x="4111" y="1620"/>
                </a:lnTo>
                <a:lnTo>
                  <a:pt x="4110" y="1620"/>
                </a:lnTo>
                <a:lnTo>
                  <a:pt x="4110" y="1621"/>
                </a:lnTo>
                <a:lnTo>
                  <a:pt x="4109" y="1622"/>
                </a:lnTo>
                <a:lnTo>
                  <a:pt x="4108" y="1622"/>
                </a:lnTo>
                <a:lnTo>
                  <a:pt x="4107" y="1621"/>
                </a:lnTo>
                <a:lnTo>
                  <a:pt x="4105" y="1620"/>
                </a:lnTo>
                <a:lnTo>
                  <a:pt x="4104" y="1620"/>
                </a:lnTo>
                <a:lnTo>
                  <a:pt x="4103" y="1620"/>
                </a:lnTo>
                <a:lnTo>
                  <a:pt x="4102" y="1620"/>
                </a:lnTo>
                <a:lnTo>
                  <a:pt x="4102" y="1621"/>
                </a:lnTo>
                <a:lnTo>
                  <a:pt x="4102" y="1622"/>
                </a:lnTo>
                <a:lnTo>
                  <a:pt x="4103" y="1623"/>
                </a:lnTo>
                <a:lnTo>
                  <a:pt x="4102" y="1623"/>
                </a:lnTo>
                <a:lnTo>
                  <a:pt x="4102" y="1624"/>
                </a:lnTo>
                <a:lnTo>
                  <a:pt x="4103" y="1624"/>
                </a:lnTo>
                <a:lnTo>
                  <a:pt x="4102" y="1626"/>
                </a:lnTo>
                <a:lnTo>
                  <a:pt x="4101" y="1626"/>
                </a:lnTo>
                <a:lnTo>
                  <a:pt x="4101" y="1627"/>
                </a:lnTo>
                <a:lnTo>
                  <a:pt x="4100" y="1627"/>
                </a:lnTo>
                <a:lnTo>
                  <a:pt x="4100" y="1628"/>
                </a:lnTo>
                <a:lnTo>
                  <a:pt x="4099" y="1628"/>
                </a:lnTo>
                <a:lnTo>
                  <a:pt x="4098" y="1629"/>
                </a:lnTo>
                <a:lnTo>
                  <a:pt x="4097" y="1630"/>
                </a:lnTo>
                <a:lnTo>
                  <a:pt x="4097" y="1631"/>
                </a:lnTo>
                <a:lnTo>
                  <a:pt x="4096" y="1631"/>
                </a:lnTo>
                <a:lnTo>
                  <a:pt x="4095" y="1633"/>
                </a:lnTo>
                <a:lnTo>
                  <a:pt x="4096" y="1633"/>
                </a:lnTo>
                <a:lnTo>
                  <a:pt x="4096" y="1634"/>
                </a:lnTo>
                <a:lnTo>
                  <a:pt x="4095" y="1634"/>
                </a:lnTo>
                <a:lnTo>
                  <a:pt x="4095" y="1635"/>
                </a:lnTo>
                <a:lnTo>
                  <a:pt x="4094" y="1637"/>
                </a:lnTo>
                <a:lnTo>
                  <a:pt x="4093" y="1638"/>
                </a:lnTo>
                <a:lnTo>
                  <a:pt x="4093" y="1639"/>
                </a:lnTo>
                <a:lnTo>
                  <a:pt x="4092" y="1640"/>
                </a:lnTo>
                <a:lnTo>
                  <a:pt x="4091" y="1640"/>
                </a:lnTo>
                <a:lnTo>
                  <a:pt x="4090" y="1640"/>
                </a:lnTo>
                <a:lnTo>
                  <a:pt x="4090" y="1641"/>
                </a:lnTo>
                <a:lnTo>
                  <a:pt x="4091" y="1641"/>
                </a:lnTo>
                <a:lnTo>
                  <a:pt x="4091" y="1642"/>
                </a:lnTo>
                <a:lnTo>
                  <a:pt x="4092" y="1644"/>
                </a:lnTo>
                <a:lnTo>
                  <a:pt x="4093" y="1644"/>
                </a:lnTo>
                <a:lnTo>
                  <a:pt x="4093" y="1645"/>
                </a:lnTo>
                <a:lnTo>
                  <a:pt x="4093" y="1646"/>
                </a:lnTo>
                <a:lnTo>
                  <a:pt x="4093" y="1647"/>
                </a:lnTo>
                <a:lnTo>
                  <a:pt x="4093" y="1648"/>
                </a:lnTo>
                <a:lnTo>
                  <a:pt x="4092" y="1649"/>
                </a:lnTo>
                <a:lnTo>
                  <a:pt x="4092" y="1650"/>
                </a:lnTo>
                <a:lnTo>
                  <a:pt x="4092" y="1651"/>
                </a:lnTo>
                <a:lnTo>
                  <a:pt x="4092" y="1652"/>
                </a:lnTo>
                <a:lnTo>
                  <a:pt x="4093" y="1654"/>
                </a:lnTo>
                <a:lnTo>
                  <a:pt x="4092" y="1655"/>
                </a:lnTo>
                <a:lnTo>
                  <a:pt x="4093" y="1656"/>
                </a:lnTo>
                <a:lnTo>
                  <a:pt x="4094" y="1656"/>
                </a:lnTo>
                <a:lnTo>
                  <a:pt x="4094" y="1658"/>
                </a:lnTo>
                <a:lnTo>
                  <a:pt x="4093" y="1658"/>
                </a:lnTo>
                <a:lnTo>
                  <a:pt x="4092" y="1658"/>
                </a:lnTo>
                <a:lnTo>
                  <a:pt x="4091" y="1658"/>
                </a:lnTo>
                <a:lnTo>
                  <a:pt x="4090" y="1657"/>
                </a:lnTo>
                <a:lnTo>
                  <a:pt x="4090" y="1656"/>
                </a:lnTo>
                <a:lnTo>
                  <a:pt x="4089" y="1656"/>
                </a:lnTo>
                <a:lnTo>
                  <a:pt x="4089" y="1658"/>
                </a:lnTo>
                <a:lnTo>
                  <a:pt x="4089" y="1657"/>
                </a:lnTo>
                <a:lnTo>
                  <a:pt x="4090" y="1657"/>
                </a:lnTo>
                <a:lnTo>
                  <a:pt x="4090" y="1658"/>
                </a:lnTo>
                <a:lnTo>
                  <a:pt x="4090" y="1659"/>
                </a:lnTo>
                <a:lnTo>
                  <a:pt x="4089" y="1659"/>
                </a:lnTo>
                <a:lnTo>
                  <a:pt x="4088" y="1659"/>
                </a:lnTo>
                <a:lnTo>
                  <a:pt x="4088" y="1661"/>
                </a:lnTo>
                <a:lnTo>
                  <a:pt x="4089" y="1661"/>
                </a:lnTo>
                <a:lnTo>
                  <a:pt x="4089" y="1660"/>
                </a:lnTo>
                <a:lnTo>
                  <a:pt x="4090" y="1660"/>
                </a:lnTo>
                <a:lnTo>
                  <a:pt x="4091" y="1659"/>
                </a:lnTo>
                <a:lnTo>
                  <a:pt x="4092" y="1659"/>
                </a:lnTo>
                <a:lnTo>
                  <a:pt x="4093" y="1659"/>
                </a:lnTo>
                <a:lnTo>
                  <a:pt x="4094" y="1659"/>
                </a:lnTo>
                <a:lnTo>
                  <a:pt x="4095" y="1660"/>
                </a:lnTo>
                <a:lnTo>
                  <a:pt x="4095" y="1661"/>
                </a:lnTo>
                <a:lnTo>
                  <a:pt x="4095" y="1662"/>
                </a:lnTo>
                <a:lnTo>
                  <a:pt x="4096" y="1663"/>
                </a:lnTo>
                <a:lnTo>
                  <a:pt x="4097" y="1663"/>
                </a:lnTo>
                <a:lnTo>
                  <a:pt x="4097" y="1664"/>
                </a:lnTo>
                <a:lnTo>
                  <a:pt x="4097" y="1665"/>
                </a:lnTo>
                <a:lnTo>
                  <a:pt x="4096" y="1666"/>
                </a:lnTo>
                <a:lnTo>
                  <a:pt x="4097" y="1666"/>
                </a:lnTo>
                <a:lnTo>
                  <a:pt x="4098" y="1666"/>
                </a:lnTo>
                <a:lnTo>
                  <a:pt x="4099" y="1666"/>
                </a:lnTo>
                <a:lnTo>
                  <a:pt x="4099" y="1667"/>
                </a:lnTo>
                <a:lnTo>
                  <a:pt x="4102" y="1667"/>
                </a:lnTo>
                <a:lnTo>
                  <a:pt x="4103" y="1668"/>
                </a:lnTo>
                <a:lnTo>
                  <a:pt x="4103" y="1669"/>
                </a:lnTo>
                <a:lnTo>
                  <a:pt x="4104" y="1669"/>
                </a:lnTo>
                <a:lnTo>
                  <a:pt x="4105" y="1670"/>
                </a:lnTo>
                <a:lnTo>
                  <a:pt x="4106" y="1670"/>
                </a:lnTo>
                <a:lnTo>
                  <a:pt x="4106" y="1671"/>
                </a:lnTo>
                <a:lnTo>
                  <a:pt x="4107" y="1671"/>
                </a:lnTo>
                <a:lnTo>
                  <a:pt x="4108" y="1672"/>
                </a:lnTo>
                <a:lnTo>
                  <a:pt x="4109" y="1673"/>
                </a:lnTo>
                <a:lnTo>
                  <a:pt x="4110" y="1672"/>
                </a:lnTo>
                <a:lnTo>
                  <a:pt x="4111" y="1672"/>
                </a:lnTo>
                <a:lnTo>
                  <a:pt x="4111" y="1673"/>
                </a:lnTo>
                <a:lnTo>
                  <a:pt x="4112" y="1671"/>
                </a:lnTo>
                <a:lnTo>
                  <a:pt x="4112" y="1670"/>
                </a:lnTo>
                <a:lnTo>
                  <a:pt x="4113" y="1671"/>
                </a:lnTo>
                <a:lnTo>
                  <a:pt x="4114" y="1671"/>
                </a:lnTo>
                <a:lnTo>
                  <a:pt x="4116" y="1672"/>
                </a:lnTo>
                <a:lnTo>
                  <a:pt x="4116" y="1675"/>
                </a:lnTo>
                <a:lnTo>
                  <a:pt x="4118" y="1675"/>
                </a:lnTo>
                <a:lnTo>
                  <a:pt x="4118" y="1673"/>
                </a:lnTo>
                <a:lnTo>
                  <a:pt x="4118" y="1672"/>
                </a:lnTo>
                <a:lnTo>
                  <a:pt x="4120" y="1672"/>
                </a:lnTo>
                <a:lnTo>
                  <a:pt x="4122" y="1674"/>
                </a:lnTo>
                <a:lnTo>
                  <a:pt x="4123" y="1674"/>
                </a:lnTo>
                <a:lnTo>
                  <a:pt x="4124" y="1673"/>
                </a:lnTo>
                <a:lnTo>
                  <a:pt x="4125" y="1673"/>
                </a:lnTo>
                <a:lnTo>
                  <a:pt x="4125" y="1674"/>
                </a:lnTo>
                <a:lnTo>
                  <a:pt x="4125" y="1675"/>
                </a:lnTo>
                <a:lnTo>
                  <a:pt x="4125" y="1678"/>
                </a:lnTo>
                <a:lnTo>
                  <a:pt x="4126" y="1678"/>
                </a:lnTo>
                <a:lnTo>
                  <a:pt x="4126" y="1679"/>
                </a:lnTo>
                <a:lnTo>
                  <a:pt x="4122" y="1685"/>
                </a:lnTo>
                <a:lnTo>
                  <a:pt x="4123" y="1685"/>
                </a:lnTo>
                <a:lnTo>
                  <a:pt x="4124" y="1685"/>
                </a:lnTo>
                <a:lnTo>
                  <a:pt x="4124" y="1684"/>
                </a:lnTo>
                <a:lnTo>
                  <a:pt x="4125" y="1684"/>
                </a:lnTo>
                <a:lnTo>
                  <a:pt x="4125" y="1685"/>
                </a:lnTo>
                <a:lnTo>
                  <a:pt x="4126" y="1685"/>
                </a:lnTo>
                <a:lnTo>
                  <a:pt x="4126" y="1684"/>
                </a:lnTo>
                <a:lnTo>
                  <a:pt x="4127" y="1684"/>
                </a:lnTo>
                <a:lnTo>
                  <a:pt x="4128" y="1684"/>
                </a:lnTo>
                <a:lnTo>
                  <a:pt x="4128" y="1685"/>
                </a:lnTo>
                <a:lnTo>
                  <a:pt x="4129" y="1686"/>
                </a:lnTo>
                <a:lnTo>
                  <a:pt x="4129" y="1687"/>
                </a:lnTo>
                <a:lnTo>
                  <a:pt x="4130" y="1687"/>
                </a:lnTo>
                <a:lnTo>
                  <a:pt x="4130" y="1686"/>
                </a:lnTo>
                <a:lnTo>
                  <a:pt x="4130" y="1685"/>
                </a:lnTo>
                <a:lnTo>
                  <a:pt x="4130" y="1684"/>
                </a:lnTo>
                <a:lnTo>
                  <a:pt x="4131" y="1684"/>
                </a:lnTo>
                <a:lnTo>
                  <a:pt x="4132" y="1684"/>
                </a:lnTo>
                <a:lnTo>
                  <a:pt x="4133" y="1684"/>
                </a:lnTo>
                <a:lnTo>
                  <a:pt x="4133" y="1683"/>
                </a:lnTo>
                <a:lnTo>
                  <a:pt x="4133" y="1682"/>
                </a:lnTo>
                <a:lnTo>
                  <a:pt x="4134" y="1682"/>
                </a:lnTo>
                <a:lnTo>
                  <a:pt x="4135" y="1682"/>
                </a:lnTo>
                <a:lnTo>
                  <a:pt x="4138" y="1682"/>
                </a:lnTo>
                <a:lnTo>
                  <a:pt x="4142" y="1682"/>
                </a:lnTo>
                <a:lnTo>
                  <a:pt x="4142" y="1683"/>
                </a:lnTo>
                <a:lnTo>
                  <a:pt x="4141" y="1684"/>
                </a:lnTo>
                <a:lnTo>
                  <a:pt x="4142" y="1684"/>
                </a:lnTo>
                <a:lnTo>
                  <a:pt x="4142" y="1685"/>
                </a:lnTo>
                <a:lnTo>
                  <a:pt x="4143" y="1685"/>
                </a:lnTo>
                <a:lnTo>
                  <a:pt x="4143" y="1684"/>
                </a:lnTo>
                <a:lnTo>
                  <a:pt x="4144" y="1684"/>
                </a:lnTo>
                <a:lnTo>
                  <a:pt x="4144" y="1682"/>
                </a:lnTo>
                <a:lnTo>
                  <a:pt x="4145" y="1682"/>
                </a:lnTo>
                <a:lnTo>
                  <a:pt x="4149" y="1681"/>
                </a:lnTo>
                <a:lnTo>
                  <a:pt x="4149" y="1683"/>
                </a:lnTo>
                <a:lnTo>
                  <a:pt x="4149" y="1685"/>
                </a:lnTo>
                <a:lnTo>
                  <a:pt x="4149" y="1686"/>
                </a:lnTo>
                <a:lnTo>
                  <a:pt x="4149" y="1687"/>
                </a:lnTo>
                <a:lnTo>
                  <a:pt x="4149" y="1688"/>
                </a:lnTo>
                <a:lnTo>
                  <a:pt x="4149" y="1689"/>
                </a:lnTo>
                <a:lnTo>
                  <a:pt x="4150" y="1689"/>
                </a:lnTo>
                <a:lnTo>
                  <a:pt x="4150" y="1688"/>
                </a:lnTo>
                <a:lnTo>
                  <a:pt x="4150" y="1687"/>
                </a:lnTo>
                <a:lnTo>
                  <a:pt x="4150" y="1686"/>
                </a:lnTo>
                <a:lnTo>
                  <a:pt x="4151" y="1685"/>
                </a:lnTo>
                <a:lnTo>
                  <a:pt x="4152" y="1685"/>
                </a:lnTo>
                <a:lnTo>
                  <a:pt x="4152" y="1684"/>
                </a:lnTo>
                <a:lnTo>
                  <a:pt x="4151" y="1684"/>
                </a:lnTo>
                <a:lnTo>
                  <a:pt x="4152" y="1684"/>
                </a:lnTo>
                <a:lnTo>
                  <a:pt x="4152" y="1683"/>
                </a:lnTo>
                <a:lnTo>
                  <a:pt x="4153" y="1683"/>
                </a:lnTo>
                <a:lnTo>
                  <a:pt x="4153" y="1682"/>
                </a:lnTo>
                <a:lnTo>
                  <a:pt x="4154" y="1681"/>
                </a:lnTo>
                <a:lnTo>
                  <a:pt x="4155" y="1680"/>
                </a:lnTo>
                <a:lnTo>
                  <a:pt x="4156" y="1680"/>
                </a:lnTo>
                <a:lnTo>
                  <a:pt x="4156" y="1681"/>
                </a:lnTo>
                <a:lnTo>
                  <a:pt x="4160" y="1680"/>
                </a:lnTo>
                <a:lnTo>
                  <a:pt x="4160" y="1681"/>
                </a:lnTo>
                <a:lnTo>
                  <a:pt x="4160" y="1682"/>
                </a:lnTo>
                <a:lnTo>
                  <a:pt x="4163" y="1682"/>
                </a:lnTo>
                <a:lnTo>
                  <a:pt x="4163" y="1681"/>
                </a:lnTo>
                <a:lnTo>
                  <a:pt x="4163" y="1680"/>
                </a:lnTo>
                <a:lnTo>
                  <a:pt x="4165" y="1680"/>
                </a:lnTo>
                <a:lnTo>
                  <a:pt x="4165" y="1681"/>
                </a:lnTo>
                <a:lnTo>
                  <a:pt x="4165" y="1682"/>
                </a:lnTo>
                <a:lnTo>
                  <a:pt x="4166" y="1682"/>
                </a:lnTo>
                <a:lnTo>
                  <a:pt x="4167" y="1682"/>
                </a:lnTo>
                <a:lnTo>
                  <a:pt x="4167" y="1680"/>
                </a:lnTo>
                <a:lnTo>
                  <a:pt x="4168" y="1679"/>
                </a:lnTo>
                <a:lnTo>
                  <a:pt x="4169" y="1678"/>
                </a:lnTo>
                <a:lnTo>
                  <a:pt x="4170" y="1678"/>
                </a:lnTo>
                <a:lnTo>
                  <a:pt x="4170" y="1677"/>
                </a:lnTo>
                <a:lnTo>
                  <a:pt x="4170" y="1676"/>
                </a:lnTo>
                <a:lnTo>
                  <a:pt x="4171" y="1676"/>
                </a:lnTo>
                <a:lnTo>
                  <a:pt x="4172" y="1675"/>
                </a:lnTo>
                <a:lnTo>
                  <a:pt x="4173" y="1675"/>
                </a:lnTo>
                <a:lnTo>
                  <a:pt x="4175" y="1674"/>
                </a:lnTo>
                <a:lnTo>
                  <a:pt x="4175" y="1673"/>
                </a:lnTo>
                <a:lnTo>
                  <a:pt x="4176" y="1673"/>
                </a:lnTo>
                <a:lnTo>
                  <a:pt x="4174" y="1672"/>
                </a:lnTo>
                <a:lnTo>
                  <a:pt x="4175" y="1672"/>
                </a:lnTo>
                <a:lnTo>
                  <a:pt x="4176" y="1673"/>
                </a:lnTo>
                <a:lnTo>
                  <a:pt x="4177" y="1672"/>
                </a:lnTo>
                <a:lnTo>
                  <a:pt x="4177" y="1671"/>
                </a:lnTo>
                <a:lnTo>
                  <a:pt x="4178" y="1671"/>
                </a:lnTo>
                <a:lnTo>
                  <a:pt x="4178" y="1670"/>
                </a:lnTo>
                <a:lnTo>
                  <a:pt x="4179" y="1670"/>
                </a:lnTo>
                <a:lnTo>
                  <a:pt x="4180" y="1669"/>
                </a:lnTo>
                <a:lnTo>
                  <a:pt x="4180" y="1668"/>
                </a:lnTo>
                <a:lnTo>
                  <a:pt x="4179" y="1668"/>
                </a:lnTo>
                <a:lnTo>
                  <a:pt x="4179" y="1667"/>
                </a:lnTo>
                <a:lnTo>
                  <a:pt x="4180" y="1668"/>
                </a:lnTo>
                <a:lnTo>
                  <a:pt x="4180" y="1667"/>
                </a:lnTo>
                <a:lnTo>
                  <a:pt x="4181" y="1667"/>
                </a:lnTo>
                <a:lnTo>
                  <a:pt x="4181" y="1666"/>
                </a:lnTo>
                <a:lnTo>
                  <a:pt x="4180" y="1666"/>
                </a:lnTo>
                <a:lnTo>
                  <a:pt x="4179" y="1665"/>
                </a:lnTo>
                <a:lnTo>
                  <a:pt x="4180" y="1664"/>
                </a:lnTo>
                <a:lnTo>
                  <a:pt x="4180" y="1665"/>
                </a:lnTo>
                <a:lnTo>
                  <a:pt x="4181" y="1665"/>
                </a:lnTo>
                <a:lnTo>
                  <a:pt x="4181" y="1664"/>
                </a:lnTo>
                <a:lnTo>
                  <a:pt x="4181" y="1663"/>
                </a:lnTo>
                <a:lnTo>
                  <a:pt x="4180" y="1663"/>
                </a:lnTo>
                <a:lnTo>
                  <a:pt x="4179" y="1663"/>
                </a:lnTo>
                <a:lnTo>
                  <a:pt x="4179" y="1662"/>
                </a:lnTo>
                <a:lnTo>
                  <a:pt x="4179" y="1661"/>
                </a:lnTo>
                <a:lnTo>
                  <a:pt x="4179" y="1660"/>
                </a:lnTo>
                <a:lnTo>
                  <a:pt x="4178" y="1661"/>
                </a:lnTo>
                <a:lnTo>
                  <a:pt x="4177" y="1661"/>
                </a:lnTo>
                <a:lnTo>
                  <a:pt x="4176" y="1660"/>
                </a:lnTo>
                <a:lnTo>
                  <a:pt x="4175" y="1659"/>
                </a:lnTo>
                <a:lnTo>
                  <a:pt x="4175" y="1658"/>
                </a:lnTo>
                <a:lnTo>
                  <a:pt x="4176" y="1657"/>
                </a:lnTo>
                <a:lnTo>
                  <a:pt x="4175" y="1657"/>
                </a:lnTo>
                <a:lnTo>
                  <a:pt x="4175" y="1656"/>
                </a:lnTo>
                <a:lnTo>
                  <a:pt x="4176" y="1656"/>
                </a:lnTo>
                <a:lnTo>
                  <a:pt x="4177" y="1656"/>
                </a:lnTo>
                <a:lnTo>
                  <a:pt x="4178" y="1656"/>
                </a:lnTo>
                <a:lnTo>
                  <a:pt x="4178" y="1655"/>
                </a:lnTo>
                <a:lnTo>
                  <a:pt x="4179" y="1655"/>
                </a:lnTo>
                <a:lnTo>
                  <a:pt x="4181" y="1655"/>
                </a:lnTo>
                <a:lnTo>
                  <a:pt x="4183" y="1655"/>
                </a:lnTo>
                <a:lnTo>
                  <a:pt x="4184" y="1655"/>
                </a:lnTo>
                <a:lnTo>
                  <a:pt x="4184" y="1654"/>
                </a:lnTo>
                <a:lnTo>
                  <a:pt x="4185" y="1654"/>
                </a:lnTo>
                <a:lnTo>
                  <a:pt x="4185" y="1653"/>
                </a:lnTo>
                <a:lnTo>
                  <a:pt x="4184" y="1653"/>
                </a:lnTo>
                <a:lnTo>
                  <a:pt x="4184" y="1652"/>
                </a:lnTo>
                <a:lnTo>
                  <a:pt x="4185" y="1652"/>
                </a:lnTo>
                <a:lnTo>
                  <a:pt x="4185" y="1651"/>
                </a:lnTo>
                <a:lnTo>
                  <a:pt x="4187" y="1651"/>
                </a:lnTo>
                <a:lnTo>
                  <a:pt x="4187" y="1652"/>
                </a:lnTo>
                <a:lnTo>
                  <a:pt x="4189" y="1651"/>
                </a:lnTo>
                <a:lnTo>
                  <a:pt x="4190" y="1651"/>
                </a:lnTo>
                <a:lnTo>
                  <a:pt x="4191" y="1651"/>
                </a:lnTo>
                <a:lnTo>
                  <a:pt x="4191" y="1650"/>
                </a:lnTo>
                <a:lnTo>
                  <a:pt x="4192" y="1650"/>
                </a:lnTo>
                <a:lnTo>
                  <a:pt x="4193" y="1650"/>
                </a:lnTo>
                <a:lnTo>
                  <a:pt x="4195" y="1650"/>
                </a:lnTo>
                <a:lnTo>
                  <a:pt x="4197" y="1649"/>
                </a:lnTo>
                <a:lnTo>
                  <a:pt x="4198" y="1649"/>
                </a:lnTo>
                <a:lnTo>
                  <a:pt x="4198" y="1648"/>
                </a:lnTo>
                <a:lnTo>
                  <a:pt x="4198" y="1647"/>
                </a:lnTo>
                <a:lnTo>
                  <a:pt x="4199" y="1647"/>
                </a:lnTo>
                <a:lnTo>
                  <a:pt x="4200" y="1647"/>
                </a:lnTo>
                <a:lnTo>
                  <a:pt x="4201" y="1646"/>
                </a:lnTo>
                <a:lnTo>
                  <a:pt x="4202" y="1646"/>
                </a:lnTo>
                <a:lnTo>
                  <a:pt x="4203" y="1646"/>
                </a:lnTo>
                <a:lnTo>
                  <a:pt x="4204" y="1645"/>
                </a:lnTo>
                <a:lnTo>
                  <a:pt x="4205" y="1644"/>
                </a:lnTo>
                <a:lnTo>
                  <a:pt x="4207" y="1642"/>
                </a:lnTo>
                <a:lnTo>
                  <a:pt x="4209" y="1641"/>
                </a:lnTo>
                <a:lnTo>
                  <a:pt x="4210" y="1640"/>
                </a:lnTo>
                <a:lnTo>
                  <a:pt x="4210" y="1639"/>
                </a:lnTo>
                <a:lnTo>
                  <a:pt x="4211" y="1639"/>
                </a:lnTo>
                <a:lnTo>
                  <a:pt x="4212" y="1638"/>
                </a:lnTo>
                <a:lnTo>
                  <a:pt x="4212" y="1637"/>
                </a:lnTo>
                <a:lnTo>
                  <a:pt x="4211" y="1637"/>
                </a:lnTo>
                <a:lnTo>
                  <a:pt x="4208" y="1634"/>
                </a:lnTo>
                <a:lnTo>
                  <a:pt x="4210" y="1633"/>
                </a:lnTo>
                <a:lnTo>
                  <a:pt x="4211" y="1632"/>
                </a:lnTo>
                <a:lnTo>
                  <a:pt x="4211" y="1631"/>
                </a:lnTo>
                <a:lnTo>
                  <a:pt x="4212" y="1631"/>
                </a:lnTo>
                <a:lnTo>
                  <a:pt x="4218" y="1631"/>
                </a:lnTo>
                <a:lnTo>
                  <a:pt x="4218" y="1630"/>
                </a:lnTo>
                <a:lnTo>
                  <a:pt x="4218" y="1629"/>
                </a:lnTo>
                <a:lnTo>
                  <a:pt x="4219" y="1629"/>
                </a:lnTo>
                <a:lnTo>
                  <a:pt x="4219" y="1628"/>
                </a:lnTo>
                <a:lnTo>
                  <a:pt x="4219" y="1627"/>
                </a:lnTo>
                <a:lnTo>
                  <a:pt x="4218" y="1626"/>
                </a:lnTo>
                <a:lnTo>
                  <a:pt x="4217" y="1627"/>
                </a:lnTo>
                <a:lnTo>
                  <a:pt x="4217" y="1628"/>
                </a:lnTo>
                <a:lnTo>
                  <a:pt x="4216" y="1628"/>
                </a:lnTo>
                <a:lnTo>
                  <a:pt x="4215" y="1628"/>
                </a:lnTo>
                <a:lnTo>
                  <a:pt x="4216" y="1627"/>
                </a:lnTo>
                <a:lnTo>
                  <a:pt x="4215" y="1627"/>
                </a:lnTo>
                <a:lnTo>
                  <a:pt x="4216" y="1626"/>
                </a:lnTo>
                <a:lnTo>
                  <a:pt x="4217" y="1626"/>
                </a:lnTo>
                <a:lnTo>
                  <a:pt x="4217" y="1625"/>
                </a:lnTo>
                <a:lnTo>
                  <a:pt x="4216" y="1626"/>
                </a:lnTo>
                <a:lnTo>
                  <a:pt x="4215" y="1626"/>
                </a:lnTo>
                <a:lnTo>
                  <a:pt x="4214" y="1626"/>
                </a:lnTo>
                <a:lnTo>
                  <a:pt x="4214" y="1625"/>
                </a:lnTo>
                <a:lnTo>
                  <a:pt x="4213" y="1625"/>
                </a:lnTo>
                <a:lnTo>
                  <a:pt x="4213" y="1626"/>
                </a:lnTo>
                <a:lnTo>
                  <a:pt x="4212" y="1626"/>
                </a:lnTo>
                <a:lnTo>
                  <a:pt x="4210" y="1625"/>
                </a:lnTo>
                <a:lnTo>
                  <a:pt x="4209" y="1625"/>
                </a:lnTo>
                <a:lnTo>
                  <a:pt x="4209" y="1624"/>
                </a:lnTo>
                <a:lnTo>
                  <a:pt x="4210" y="1624"/>
                </a:lnTo>
                <a:lnTo>
                  <a:pt x="4211" y="1624"/>
                </a:lnTo>
                <a:lnTo>
                  <a:pt x="4212" y="1624"/>
                </a:lnTo>
                <a:lnTo>
                  <a:pt x="4217" y="1624"/>
                </a:lnTo>
                <a:lnTo>
                  <a:pt x="4219" y="1624"/>
                </a:lnTo>
                <a:lnTo>
                  <a:pt x="4220" y="1624"/>
                </a:lnTo>
                <a:lnTo>
                  <a:pt x="4221" y="1624"/>
                </a:lnTo>
                <a:lnTo>
                  <a:pt x="4221" y="1623"/>
                </a:lnTo>
                <a:lnTo>
                  <a:pt x="4222" y="1623"/>
                </a:lnTo>
                <a:lnTo>
                  <a:pt x="4223" y="1623"/>
                </a:lnTo>
                <a:lnTo>
                  <a:pt x="4224" y="1623"/>
                </a:lnTo>
                <a:lnTo>
                  <a:pt x="4225" y="1622"/>
                </a:lnTo>
                <a:lnTo>
                  <a:pt x="4226" y="1621"/>
                </a:lnTo>
                <a:lnTo>
                  <a:pt x="4227" y="1621"/>
                </a:lnTo>
                <a:lnTo>
                  <a:pt x="4227" y="1620"/>
                </a:lnTo>
                <a:lnTo>
                  <a:pt x="4228" y="1620"/>
                </a:lnTo>
                <a:lnTo>
                  <a:pt x="4228" y="1619"/>
                </a:lnTo>
                <a:lnTo>
                  <a:pt x="4229" y="1619"/>
                </a:lnTo>
                <a:lnTo>
                  <a:pt x="4230" y="1618"/>
                </a:lnTo>
                <a:lnTo>
                  <a:pt x="4231" y="1618"/>
                </a:lnTo>
                <a:lnTo>
                  <a:pt x="4232" y="1618"/>
                </a:lnTo>
                <a:lnTo>
                  <a:pt x="4233" y="1618"/>
                </a:lnTo>
                <a:lnTo>
                  <a:pt x="4234" y="1618"/>
                </a:lnTo>
                <a:lnTo>
                  <a:pt x="4235" y="1618"/>
                </a:lnTo>
                <a:lnTo>
                  <a:pt x="4236" y="1618"/>
                </a:lnTo>
                <a:lnTo>
                  <a:pt x="4237" y="1618"/>
                </a:lnTo>
                <a:lnTo>
                  <a:pt x="4238" y="1618"/>
                </a:lnTo>
                <a:lnTo>
                  <a:pt x="4239" y="1617"/>
                </a:lnTo>
                <a:lnTo>
                  <a:pt x="4240" y="1617"/>
                </a:lnTo>
                <a:lnTo>
                  <a:pt x="4241" y="1617"/>
                </a:lnTo>
                <a:lnTo>
                  <a:pt x="4242" y="1617"/>
                </a:lnTo>
                <a:lnTo>
                  <a:pt x="4243" y="1616"/>
                </a:lnTo>
                <a:lnTo>
                  <a:pt x="4244" y="1616"/>
                </a:lnTo>
                <a:lnTo>
                  <a:pt x="4245" y="1615"/>
                </a:lnTo>
                <a:lnTo>
                  <a:pt x="4245" y="1614"/>
                </a:lnTo>
                <a:lnTo>
                  <a:pt x="4246" y="1614"/>
                </a:lnTo>
                <a:lnTo>
                  <a:pt x="4246" y="1615"/>
                </a:lnTo>
                <a:lnTo>
                  <a:pt x="4247" y="1615"/>
                </a:lnTo>
                <a:lnTo>
                  <a:pt x="4248" y="1614"/>
                </a:lnTo>
                <a:lnTo>
                  <a:pt x="4249" y="1613"/>
                </a:lnTo>
                <a:lnTo>
                  <a:pt x="4249" y="1614"/>
                </a:lnTo>
                <a:lnTo>
                  <a:pt x="4250" y="1614"/>
                </a:lnTo>
                <a:lnTo>
                  <a:pt x="4250" y="1613"/>
                </a:lnTo>
                <a:lnTo>
                  <a:pt x="4251" y="1613"/>
                </a:lnTo>
                <a:lnTo>
                  <a:pt x="4252" y="1612"/>
                </a:lnTo>
                <a:lnTo>
                  <a:pt x="4254" y="1611"/>
                </a:lnTo>
                <a:lnTo>
                  <a:pt x="4254" y="1610"/>
                </a:lnTo>
                <a:lnTo>
                  <a:pt x="4255" y="1610"/>
                </a:lnTo>
                <a:lnTo>
                  <a:pt x="4256" y="1610"/>
                </a:lnTo>
                <a:lnTo>
                  <a:pt x="4257" y="1610"/>
                </a:lnTo>
                <a:lnTo>
                  <a:pt x="4258" y="1610"/>
                </a:lnTo>
                <a:lnTo>
                  <a:pt x="4259" y="1610"/>
                </a:lnTo>
                <a:lnTo>
                  <a:pt x="4260" y="1610"/>
                </a:lnTo>
                <a:lnTo>
                  <a:pt x="4261" y="1610"/>
                </a:lnTo>
                <a:lnTo>
                  <a:pt x="4261" y="1611"/>
                </a:lnTo>
                <a:lnTo>
                  <a:pt x="4262" y="1611"/>
                </a:lnTo>
                <a:lnTo>
                  <a:pt x="4264" y="1611"/>
                </a:lnTo>
                <a:lnTo>
                  <a:pt x="4265" y="1611"/>
                </a:lnTo>
                <a:lnTo>
                  <a:pt x="4266" y="1611"/>
                </a:lnTo>
                <a:lnTo>
                  <a:pt x="4266" y="1610"/>
                </a:lnTo>
                <a:lnTo>
                  <a:pt x="4267" y="1610"/>
                </a:lnTo>
                <a:lnTo>
                  <a:pt x="4269" y="1609"/>
                </a:lnTo>
                <a:lnTo>
                  <a:pt x="4270" y="1610"/>
                </a:lnTo>
                <a:lnTo>
                  <a:pt x="4271" y="1610"/>
                </a:lnTo>
                <a:lnTo>
                  <a:pt x="4272" y="1610"/>
                </a:lnTo>
                <a:lnTo>
                  <a:pt x="4272" y="1611"/>
                </a:lnTo>
                <a:lnTo>
                  <a:pt x="4273" y="1611"/>
                </a:lnTo>
                <a:lnTo>
                  <a:pt x="4274" y="1611"/>
                </a:lnTo>
                <a:lnTo>
                  <a:pt x="4275" y="1611"/>
                </a:lnTo>
                <a:lnTo>
                  <a:pt x="4275" y="1612"/>
                </a:lnTo>
                <a:lnTo>
                  <a:pt x="4274" y="1612"/>
                </a:lnTo>
                <a:lnTo>
                  <a:pt x="4274" y="1613"/>
                </a:lnTo>
                <a:lnTo>
                  <a:pt x="4273" y="1613"/>
                </a:lnTo>
                <a:lnTo>
                  <a:pt x="4273" y="1614"/>
                </a:lnTo>
                <a:lnTo>
                  <a:pt x="4274" y="1615"/>
                </a:lnTo>
                <a:lnTo>
                  <a:pt x="4275" y="1615"/>
                </a:lnTo>
                <a:lnTo>
                  <a:pt x="4276" y="1616"/>
                </a:lnTo>
                <a:lnTo>
                  <a:pt x="4277" y="1617"/>
                </a:lnTo>
                <a:lnTo>
                  <a:pt x="4278" y="1617"/>
                </a:lnTo>
                <a:lnTo>
                  <a:pt x="4279" y="1617"/>
                </a:lnTo>
                <a:lnTo>
                  <a:pt x="4280" y="1618"/>
                </a:lnTo>
                <a:lnTo>
                  <a:pt x="4280" y="1619"/>
                </a:lnTo>
                <a:lnTo>
                  <a:pt x="4280" y="1620"/>
                </a:lnTo>
                <a:lnTo>
                  <a:pt x="4281" y="1621"/>
                </a:lnTo>
                <a:lnTo>
                  <a:pt x="4282" y="1621"/>
                </a:lnTo>
                <a:lnTo>
                  <a:pt x="4284" y="1622"/>
                </a:lnTo>
                <a:lnTo>
                  <a:pt x="4285" y="1622"/>
                </a:lnTo>
                <a:lnTo>
                  <a:pt x="4285" y="1621"/>
                </a:lnTo>
                <a:lnTo>
                  <a:pt x="4286" y="1621"/>
                </a:lnTo>
                <a:lnTo>
                  <a:pt x="4287" y="1622"/>
                </a:lnTo>
                <a:lnTo>
                  <a:pt x="4288" y="1622"/>
                </a:lnTo>
                <a:lnTo>
                  <a:pt x="4289" y="1621"/>
                </a:lnTo>
                <a:lnTo>
                  <a:pt x="4289" y="1622"/>
                </a:lnTo>
                <a:lnTo>
                  <a:pt x="4290" y="1622"/>
                </a:lnTo>
                <a:lnTo>
                  <a:pt x="4290" y="1621"/>
                </a:lnTo>
                <a:lnTo>
                  <a:pt x="4292" y="1621"/>
                </a:lnTo>
                <a:lnTo>
                  <a:pt x="4292" y="1622"/>
                </a:lnTo>
                <a:lnTo>
                  <a:pt x="4293" y="1623"/>
                </a:lnTo>
                <a:lnTo>
                  <a:pt x="4292" y="1623"/>
                </a:lnTo>
                <a:lnTo>
                  <a:pt x="4292" y="1624"/>
                </a:lnTo>
                <a:lnTo>
                  <a:pt x="4292" y="1625"/>
                </a:lnTo>
                <a:lnTo>
                  <a:pt x="4291" y="1625"/>
                </a:lnTo>
                <a:lnTo>
                  <a:pt x="4291" y="1626"/>
                </a:lnTo>
                <a:lnTo>
                  <a:pt x="4291" y="1627"/>
                </a:lnTo>
                <a:lnTo>
                  <a:pt x="4292" y="1627"/>
                </a:lnTo>
                <a:lnTo>
                  <a:pt x="4293" y="1627"/>
                </a:lnTo>
                <a:lnTo>
                  <a:pt x="4293" y="1628"/>
                </a:lnTo>
                <a:lnTo>
                  <a:pt x="4294" y="1628"/>
                </a:lnTo>
                <a:lnTo>
                  <a:pt x="4293" y="1629"/>
                </a:lnTo>
                <a:lnTo>
                  <a:pt x="4292" y="1629"/>
                </a:lnTo>
                <a:lnTo>
                  <a:pt x="4292" y="1630"/>
                </a:lnTo>
                <a:lnTo>
                  <a:pt x="4293" y="1631"/>
                </a:lnTo>
                <a:lnTo>
                  <a:pt x="4292" y="1631"/>
                </a:lnTo>
                <a:lnTo>
                  <a:pt x="4292" y="1632"/>
                </a:lnTo>
                <a:lnTo>
                  <a:pt x="4293" y="1633"/>
                </a:lnTo>
                <a:lnTo>
                  <a:pt x="4294" y="1634"/>
                </a:lnTo>
                <a:lnTo>
                  <a:pt x="4295" y="1634"/>
                </a:lnTo>
                <a:lnTo>
                  <a:pt x="4296" y="1634"/>
                </a:lnTo>
                <a:lnTo>
                  <a:pt x="4296" y="1635"/>
                </a:lnTo>
                <a:lnTo>
                  <a:pt x="4297" y="1635"/>
                </a:lnTo>
                <a:lnTo>
                  <a:pt x="4298" y="1635"/>
                </a:lnTo>
                <a:lnTo>
                  <a:pt x="4299" y="1635"/>
                </a:lnTo>
                <a:lnTo>
                  <a:pt x="4301" y="1636"/>
                </a:lnTo>
                <a:lnTo>
                  <a:pt x="4302" y="1636"/>
                </a:lnTo>
                <a:lnTo>
                  <a:pt x="4304" y="1635"/>
                </a:lnTo>
                <a:lnTo>
                  <a:pt x="4305" y="1635"/>
                </a:lnTo>
                <a:lnTo>
                  <a:pt x="4307" y="1635"/>
                </a:lnTo>
                <a:lnTo>
                  <a:pt x="4308" y="1635"/>
                </a:lnTo>
                <a:lnTo>
                  <a:pt x="4309" y="1635"/>
                </a:lnTo>
                <a:lnTo>
                  <a:pt x="4310" y="1635"/>
                </a:lnTo>
                <a:lnTo>
                  <a:pt x="4311" y="1634"/>
                </a:lnTo>
                <a:lnTo>
                  <a:pt x="4312" y="1633"/>
                </a:lnTo>
                <a:lnTo>
                  <a:pt x="4313" y="1632"/>
                </a:lnTo>
                <a:lnTo>
                  <a:pt x="4312" y="1631"/>
                </a:lnTo>
                <a:lnTo>
                  <a:pt x="4311" y="1630"/>
                </a:lnTo>
                <a:lnTo>
                  <a:pt x="4312" y="1630"/>
                </a:lnTo>
                <a:lnTo>
                  <a:pt x="4313" y="1631"/>
                </a:lnTo>
                <a:lnTo>
                  <a:pt x="4314" y="1631"/>
                </a:lnTo>
                <a:lnTo>
                  <a:pt x="4315" y="1631"/>
                </a:lnTo>
                <a:lnTo>
                  <a:pt x="4315" y="1632"/>
                </a:lnTo>
                <a:lnTo>
                  <a:pt x="4316" y="1632"/>
                </a:lnTo>
                <a:lnTo>
                  <a:pt x="4317" y="1632"/>
                </a:lnTo>
                <a:lnTo>
                  <a:pt x="4317" y="1633"/>
                </a:lnTo>
                <a:lnTo>
                  <a:pt x="4318" y="1633"/>
                </a:lnTo>
                <a:lnTo>
                  <a:pt x="4319" y="1633"/>
                </a:lnTo>
                <a:lnTo>
                  <a:pt x="4319" y="1634"/>
                </a:lnTo>
                <a:lnTo>
                  <a:pt x="4317" y="1634"/>
                </a:lnTo>
                <a:lnTo>
                  <a:pt x="4316" y="1633"/>
                </a:lnTo>
                <a:lnTo>
                  <a:pt x="4315" y="1633"/>
                </a:lnTo>
                <a:lnTo>
                  <a:pt x="4314" y="1633"/>
                </a:lnTo>
                <a:lnTo>
                  <a:pt x="4313" y="1634"/>
                </a:lnTo>
                <a:lnTo>
                  <a:pt x="4314" y="1634"/>
                </a:lnTo>
                <a:lnTo>
                  <a:pt x="4314" y="1635"/>
                </a:lnTo>
                <a:lnTo>
                  <a:pt x="4315" y="1635"/>
                </a:lnTo>
                <a:lnTo>
                  <a:pt x="4315" y="1636"/>
                </a:lnTo>
                <a:lnTo>
                  <a:pt x="4314" y="1636"/>
                </a:lnTo>
                <a:lnTo>
                  <a:pt x="4313" y="1637"/>
                </a:lnTo>
                <a:lnTo>
                  <a:pt x="4313" y="1638"/>
                </a:lnTo>
                <a:lnTo>
                  <a:pt x="4314" y="1638"/>
                </a:lnTo>
                <a:lnTo>
                  <a:pt x="4315" y="1639"/>
                </a:lnTo>
                <a:lnTo>
                  <a:pt x="4316" y="1639"/>
                </a:lnTo>
                <a:lnTo>
                  <a:pt x="4317" y="1639"/>
                </a:lnTo>
                <a:lnTo>
                  <a:pt x="4318" y="1639"/>
                </a:lnTo>
                <a:lnTo>
                  <a:pt x="4319" y="1640"/>
                </a:lnTo>
                <a:lnTo>
                  <a:pt x="4319" y="1641"/>
                </a:lnTo>
                <a:lnTo>
                  <a:pt x="4320" y="1641"/>
                </a:lnTo>
                <a:lnTo>
                  <a:pt x="4320" y="1642"/>
                </a:lnTo>
                <a:lnTo>
                  <a:pt x="4320" y="1643"/>
                </a:lnTo>
                <a:lnTo>
                  <a:pt x="4320" y="1644"/>
                </a:lnTo>
                <a:lnTo>
                  <a:pt x="4320" y="1645"/>
                </a:lnTo>
                <a:lnTo>
                  <a:pt x="4321" y="1645"/>
                </a:lnTo>
                <a:lnTo>
                  <a:pt x="4322" y="1646"/>
                </a:lnTo>
                <a:lnTo>
                  <a:pt x="4323" y="1646"/>
                </a:lnTo>
                <a:lnTo>
                  <a:pt x="4323" y="1647"/>
                </a:lnTo>
                <a:lnTo>
                  <a:pt x="4324" y="1647"/>
                </a:lnTo>
                <a:lnTo>
                  <a:pt x="4325" y="1648"/>
                </a:lnTo>
                <a:lnTo>
                  <a:pt x="4326" y="1648"/>
                </a:lnTo>
                <a:lnTo>
                  <a:pt x="4327" y="1648"/>
                </a:lnTo>
                <a:lnTo>
                  <a:pt x="4328" y="1648"/>
                </a:lnTo>
                <a:lnTo>
                  <a:pt x="4328" y="1649"/>
                </a:lnTo>
                <a:lnTo>
                  <a:pt x="4329" y="1649"/>
                </a:lnTo>
                <a:lnTo>
                  <a:pt x="4330" y="1649"/>
                </a:lnTo>
                <a:lnTo>
                  <a:pt x="4331" y="1649"/>
                </a:lnTo>
                <a:lnTo>
                  <a:pt x="4332" y="1649"/>
                </a:lnTo>
                <a:lnTo>
                  <a:pt x="4334" y="1649"/>
                </a:lnTo>
                <a:lnTo>
                  <a:pt x="4334" y="1650"/>
                </a:lnTo>
                <a:lnTo>
                  <a:pt x="4335" y="1650"/>
                </a:lnTo>
                <a:lnTo>
                  <a:pt x="4335" y="1649"/>
                </a:lnTo>
                <a:lnTo>
                  <a:pt x="4337" y="1647"/>
                </a:lnTo>
                <a:lnTo>
                  <a:pt x="4337" y="1649"/>
                </a:lnTo>
                <a:lnTo>
                  <a:pt x="4338" y="1649"/>
                </a:lnTo>
                <a:lnTo>
                  <a:pt x="4339" y="1649"/>
                </a:lnTo>
                <a:lnTo>
                  <a:pt x="4338" y="1648"/>
                </a:lnTo>
                <a:lnTo>
                  <a:pt x="4338" y="1647"/>
                </a:lnTo>
                <a:lnTo>
                  <a:pt x="4338" y="1646"/>
                </a:lnTo>
                <a:lnTo>
                  <a:pt x="4339" y="1647"/>
                </a:lnTo>
                <a:lnTo>
                  <a:pt x="4340" y="1647"/>
                </a:lnTo>
                <a:lnTo>
                  <a:pt x="4341" y="1647"/>
                </a:lnTo>
                <a:lnTo>
                  <a:pt x="4343" y="1648"/>
                </a:lnTo>
                <a:lnTo>
                  <a:pt x="4345" y="1648"/>
                </a:lnTo>
                <a:lnTo>
                  <a:pt x="4346" y="1648"/>
                </a:lnTo>
                <a:lnTo>
                  <a:pt x="4347" y="1648"/>
                </a:lnTo>
                <a:lnTo>
                  <a:pt x="4348" y="1649"/>
                </a:lnTo>
                <a:lnTo>
                  <a:pt x="4348" y="1650"/>
                </a:lnTo>
                <a:lnTo>
                  <a:pt x="4349" y="1651"/>
                </a:lnTo>
                <a:lnTo>
                  <a:pt x="4349" y="1650"/>
                </a:lnTo>
                <a:lnTo>
                  <a:pt x="4348" y="1649"/>
                </a:lnTo>
                <a:lnTo>
                  <a:pt x="4348" y="1648"/>
                </a:lnTo>
                <a:lnTo>
                  <a:pt x="4349" y="1648"/>
                </a:lnTo>
                <a:lnTo>
                  <a:pt x="4352" y="1647"/>
                </a:lnTo>
                <a:lnTo>
                  <a:pt x="4354" y="1647"/>
                </a:lnTo>
                <a:lnTo>
                  <a:pt x="4355" y="1647"/>
                </a:lnTo>
                <a:lnTo>
                  <a:pt x="4356" y="1647"/>
                </a:lnTo>
                <a:lnTo>
                  <a:pt x="4357" y="1647"/>
                </a:lnTo>
                <a:lnTo>
                  <a:pt x="4359" y="1647"/>
                </a:lnTo>
                <a:lnTo>
                  <a:pt x="4360" y="1647"/>
                </a:lnTo>
                <a:lnTo>
                  <a:pt x="4361" y="1646"/>
                </a:lnTo>
                <a:lnTo>
                  <a:pt x="4362" y="1646"/>
                </a:lnTo>
                <a:lnTo>
                  <a:pt x="4363" y="1646"/>
                </a:lnTo>
                <a:lnTo>
                  <a:pt x="4364" y="1646"/>
                </a:lnTo>
                <a:lnTo>
                  <a:pt x="4365" y="1646"/>
                </a:lnTo>
                <a:lnTo>
                  <a:pt x="4366" y="1645"/>
                </a:lnTo>
                <a:lnTo>
                  <a:pt x="4366" y="1646"/>
                </a:lnTo>
                <a:lnTo>
                  <a:pt x="4366" y="1648"/>
                </a:lnTo>
                <a:lnTo>
                  <a:pt x="4367" y="1648"/>
                </a:lnTo>
                <a:lnTo>
                  <a:pt x="4366" y="1649"/>
                </a:lnTo>
                <a:lnTo>
                  <a:pt x="4367" y="1649"/>
                </a:lnTo>
                <a:lnTo>
                  <a:pt x="4368" y="1649"/>
                </a:lnTo>
                <a:lnTo>
                  <a:pt x="4368" y="1648"/>
                </a:lnTo>
                <a:lnTo>
                  <a:pt x="4367" y="1648"/>
                </a:lnTo>
                <a:lnTo>
                  <a:pt x="4367" y="1647"/>
                </a:lnTo>
                <a:lnTo>
                  <a:pt x="4367" y="1646"/>
                </a:lnTo>
                <a:lnTo>
                  <a:pt x="4367" y="1645"/>
                </a:lnTo>
                <a:lnTo>
                  <a:pt x="4368" y="1644"/>
                </a:lnTo>
                <a:lnTo>
                  <a:pt x="4369" y="1644"/>
                </a:lnTo>
                <a:lnTo>
                  <a:pt x="4370" y="1644"/>
                </a:lnTo>
                <a:lnTo>
                  <a:pt x="4370" y="1643"/>
                </a:lnTo>
                <a:lnTo>
                  <a:pt x="4371" y="1643"/>
                </a:lnTo>
                <a:lnTo>
                  <a:pt x="4371" y="1642"/>
                </a:lnTo>
                <a:lnTo>
                  <a:pt x="4372" y="1641"/>
                </a:lnTo>
                <a:lnTo>
                  <a:pt x="4371" y="1641"/>
                </a:lnTo>
                <a:lnTo>
                  <a:pt x="4371" y="1640"/>
                </a:lnTo>
                <a:lnTo>
                  <a:pt x="4372" y="1640"/>
                </a:lnTo>
                <a:lnTo>
                  <a:pt x="4372" y="1641"/>
                </a:lnTo>
                <a:lnTo>
                  <a:pt x="4373" y="1640"/>
                </a:lnTo>
                <a:lnTo>
                  <a:pt x="4374" y="1640"/>
                </a:lnTo>
                <a:lnTo>
                  <a:pt x="4374" y="1639"/>
                </a:lnTo>
                <a:lnTo>
                  <a:pt x="4375" y="1639"/>
                </a:lnTo>
                <a:lnTo>
                  <a:pt x="4375" y="1640"/>
                </a:lnTo>
                <a:lnTo>
                  <a:pt x="4376" y="1640"/>
                </a:lnTo>
                <a:lnTo>
                  <a:pt x="4376" y="1639"/>
                </a:lnTo>
                <a:lnTo>
                  <a:pt x="4377" y="1639"/>
                </a:lnTo>
                <a:lnTo>
                  <a:pt x="4376" y="1638"/>
                </a:lnTo>
                <a:lnTo>
                  <a:pt x="4376" y="1637"/>
                </a:lnTo>
                <a:lnTo>
                  <a:pt x="4377" y="1637"/>
                </a:lnTo>
                <a:lnTo>
                  <a:pt x="4377" y="1638"/>
                </a:lnTo>
                <a:lnTo>
                  <a:pt x="4378" y="1639"/>
                </a:lnTo>
                <a:lnTo>
                  <a:pt x="4379" y="1639"/>
                </a:lnTo>
                <a:lnTo>
                  <a:pt x="4381" y="1638"/>
                </a:lnTo>
                <a:lnTo>
                  <a:pt x="4381" y="1637"/>
                </a:lnTo>
                <a:lnTo>
                  <a:pt x="4380" y="1637"/>
                </a:lnTo>
                <a:lnTo>
                  <a:pt x="4381" y="1636"/>
                </a:lnTo>
                <a:lnTo>
                  <a:pt x="4381" y="1637"/>
                </a:lnTo>
                <a:lnTo>
                  <a:pt x="4382" y="1638"/>
                </a:lnTo>
                <a:lnTo>
                  <a:pt x="4382" y="1637"/>
                </a:lnTo>
                <a:lnTo>
                  <a:pt x="4383" y="1637"/>
                </a:lnTo>
                <a:lnTo>
                  <a:pt x="4383" y="1638"/>
                </a:lnTo>
                <a:lnTo>
                  <a:pt x="4382" y="1638"/>
                </a:lnTo>
                <a:lnTo>
                  <a:pt x="4382" y="1639"/>
                </a:lnTo>
                <a:lnTo>
                  <a:pt x="4383" y="1639"/>
                </a:lnTo>
                <a:lnTo>
                  <a:pt x="4384" y="1639"/>
                </a:lnTo>
                <a:lnTo>
                  <a:pt x="4384" y="1640"/>
                </a:lnTo>
                <a:lnTo>
                  <a:pt x="4384" y="1641"/>
                </a:lnTo>
                <a:lnTo>
                  <a:pt x="4383" y="1641"/>
                </a:lnTo>
                <a:lnTo>
                  <a:pt x="4383" y="1642"/>
                </a:lnTo>
                <a:lnTo>
                  <a:pt x="4382" y="1642"/>
                </a:lnTo>
                <a:lnTo>
                  <a:pt x="4381" y="1642"/>
                </a:lnTo>
                <a:lnTo>
                  <a:pt x="4381" y="1643"/>
                </a:lnTo>
                <a:lnTo>
                  <a:pt x="4382" y="1644"/>
                </a:lnTo>
                <a:lnTo>
                  <a:pt x="4383" y="1644"/>
                </a:lnTo>
                <a:lnTo>
                  <a:pt x="4382" y="1644"/>
                </a:lnTo>
                <a:lnTo>
                  <a:pt x="4382" y="1645"/>
                </a:lnTo>
                <a:lnTo>
                  <a:pt x="4382" y="1646"/>
                </a:lnTo>
                <a:lnTo>
                  <a:pt x="4382" y="1645"/>
                </a:lnTo>
                <a:lnTo>
                  <a:pt x="4382" y="1646"/>
                </a:lnTo>
                <a:lnTo>
                  <a:pt x="4383" y="1647"/>
                </a:lnTo>
                <a:lnTo>
                  <a:pt x="4383" y="1648"/>
                </a:lnTo>
                <a:lnTo>
                  <a:pt x="4384" y="1648"/>
                </a:lnTo>
                <a:lnTo>
                  <a:pt x="4384" y="1649"/>
                </a:lnTo>
                <a:lnTo>
                  <a:pt x="4384" y="1650"/>
                </a:lnTo>
                <a:lnTo>
                  <a:pt x="4385" y="1650"/>
                </a:lnTo>
                <a:lnTo>
                  <a:pt x="4386" y="1651"/>
                </a:lnTo>
                <a:lnTo>
                  <a:pt x="4387" y="1650"/>
                </a:lnTo>
                <a:lnTo>
                  <a:pt x="4387" y="1649"/>
                </a:lnTo>
                <a:lnTo>
                  <a:pt x="4387" y="1648"/>
                </a:lnTo>
                <a:lnTo>
                  <a:pt x="4388" y="1648"/>
                </a:lnTo>
                <a:lnTo>
                  <a:pt x="4390" y="1648"/>
                </a:lnTo>
                <a:lnTo>
                  <a:pt x="4390" y="1647"/>
                </a:lnTo>
                <a:lnTo>
                  <a:pt x="4391" y="1647"/>
                </a:lnTo>
                <a:lnTo>
                  <a:pt x="4392" y="1647"/>
                </a:lnTo>
                <a:lnTo>
                  <a:pt x="4393" y="1647"/>
                </a:lnTo>
                <a:lnTo>
                  <a:pt x="4393" y="1648"/>
                </a:lnTo>
                <a:lnTo>
                  <a:pt x="4394" y="1648"/>
                </a:lnTo>
                <a:lnTo>
                  <a:pt x="4395" y="1648"/>
                </a:lnTo>
                <a:lnTo>
                  <a:pt x="4395" y="1649"/>
                </a:lnTo>
                <a:lnTo>
                  <a:pt x="4394" y="1649"/>
                </a:lnTo>
                <a:lnTo>
                  <a:pt x="4394" y="1650"/>
                </a:lnTo>
                <a:lnTo>
                  <a:pt x="4395" y="1651"/>
                </a:lnTo>
                <a:lnTo>
                  <a:pt x="4396" y="1651"/>
                </a:lnTo>
                <a:lnTo>
                  <a:pt x="4397" y="1652"/>
                </a:lnTo>
                <a:lnTo>
                  <a:pt x="4398" y="1652"/>
                </a:lnTo>
                <a:lnTo>
                  <a:pt x="4399" y="1652"/>
                </a:lnTo>
                <a:lnTo>
                  <a:pt x="4400" y="1652"/>
                </a:lnTo>
                <a:lnTo>
                  <a:pt x="4402" y="1652"/>
                </a:lnTo>
                <a:lnTo>
                  <a:pt x="4403" y="1652"/>
                </a:lnTo>
                <a:lnTo>
                  <a:pt x="4404" y="1652"/>
                </a:lnTo>
                <a:lnTo>
                  <a:pt x="4405" y="1652"/>
                </a:lnTo>
                <a:lnTo>
                  <a:pt x="4408" y="1652"/>
                </a:lnTo>
                <a:lnTo>
                  <a:pt x="4409" y="1652"/>
                </a:lnTo>
                <a:lnTo>
                  <a:pt x="4410" y="1652"/>
                </a:lnTo>
                <a:lnTo>
                  <a:pt x="4411" y="1652"/>
                </a:lnTo>
                <a:lnTo>
                  <a:pt x="4412" y="1651"/>
                </a:lnTo>
                <a:lnTo>
                  <a:pt x="4413" y="1651"/>
                </a:lnTo>
                <a:lnTo>
                  <a:pt x="4414" y="1652"/>
                </a:lnTo>
                <a:lnTo>
                  <a:pt x="4414" y="1653"/>
                </a:lnTo>
                <a:lnTo>
                  <a:pt x="4413" y="1653"/>
                </a:lnTo>
                <a:lnTo>
                  <a:pt x="4413" y="1654"/>
                </a:lnTo>
                <a:lnTo>
                  <a:pt x="4414" y="1653"/>
                </a:lnTo>
                <a:lnTo>
                  <a:pt x="4414" y="1655"/>
                </a:lnTo>
                <a:lnTo>
                  <a:pt x="4413" y="1655"/>
                </a:lnTo>
                <a:lnTo>
                  <a:pt x="4414" y="1655"/>
                </a:lnTo>
                <a:lnTo>
                  <a:pt x="4415" y="1655"/>
                </a:lnTo>
                <a:lnTo>
                  <a:pt x="4415" y="1654"/>
                </a:lnTo>
                <a:lnTo>
                  <a:pt x="4414" y="1654"/>
                </a:lnTo>
                <a:lnTo>
                  <a:pt x="4414" y="1653"/>
                </a:lnTo>
                <a:lnTo>
                  <a:pt x="4415" y="1653"/>
                </a:lnTo>
                <a:lnTo>
                  <a:pt x="4416" y="1653"/>
                </a:lnTo>
                <a:lnTo>
                  <a:pt x="4417" y="1653"/>
                </a:lnTo>
                <a:lnTo>
                  <a:pt x="4418" y="1653"/>
                </a:lnTo>
                <a:lnTo>
                  <a:pt x="4419" y="1653"/>
                </a:lnTo>
                <a:lnTo>
                  <a:pt x="4421" y="1653"/>
                </a:lnTo>
                <a:lnTo>
                  <a:pt x="4422" y="1653"/>
                </a:lnTo>
                <a:lnTo>
                  <a:pt x="4423" y="1653"/>
                </a:lnTo>
                <a:lnTo>
                  <a:pt x="4423" y="1652"/>
                </a:lnTo>
                <a:lnTo>
                  <a:pt x="4424" y="1652"/>
                </a:lnTo>
                <a:lnTo>
                  <a:pt x="4425" y="1651"/>
                </a:lnTo>
                <a:lnTo>
                  <a:pt x="4426" y="1651"/>
                </a:lnTo>
                <a:lnTo>
                  <a:pt x="4427" y="1651"/>
                </a:lnTo>
                <a:lnTo>
                  <a:pt x="4427" y="1652"/>
                </a:lnTo>
                <a:lnTo>
                  <a:pt x="4428" y="1652"/>
                </a:lnTo>
                <a:lnTo>
                  <a:pt x="4428" y="1651"/>
                </a:lnTo>
                <a:lnTo>
                  <a:pt x="4429" y="1651"/>
                </a:lnTo>
                <a:lnTo>
                  <a:pt x="4429" y="1652"/>
                </a:lnTo>
                <a:lnTo>
                  <a:pt x="4430" y="1652"/>
                </a:lnTo>
                <a:lnTo>
                  <a:pt x="4431" y="1652"/>
                </a:lnTo>
                <a:lnTo>
                  <a:pt x="4431" y="1651"/>
                </a:lnTo>
                <a:lnTo>
                  <a:pt x="4430" y="1651"/>
                </a:lnTo>
                <a:lnTo>
                  <a:pt x="4431" y="1651"/>
                </a:lnTo>
                <a:lnTo>
                  <a:pt x="4432" y="1651"/>
                </a:lnTo>
                <a:lnTo>
                  <a:pt x="4432" y="1652"/>
                </a:lnTo>
                <a:lnTo>
                  <a:pt x="4433" y="1652"/>
                </a:lnTo>
                <a:lnTo>
                  <a:pt x="4433" y="1653"/>
                </a:lnTo>
                <a:lnTo>
                  <a:pt x="4432" y="1653"/>
                </a:lnTo>
                <a:lnTo>
                  <a:pt x="4433" y="1653"/>
                </a:lnTo>
                <a:lnTo>
                  <a:pt x="4433" y="1654"/>
                </a:lnTo>
                <a:lnTo>
                  <a:pt x="4432" y="1654"/>
                </a:lnTo>
                <a:lnTo>
                  <a:pt x="4432" y="1655"/>
                </a:lnTo>
                <a:lnTo>
                  <a:pt x="4431" y="1656"/>
                </a:lnTo>
                <a:lnTo>
                  <a:pt x="4431" y="1655"/>
                </a:lnTo>
                <a:lnTo>
                  <a:pt x="4431" y="1654"/>
                </a:lnTo>
                <a:lnTo>
                  <a:pt x="4430" y="1654"/>
                </a:lnTo>
                <a:lnTo>
                  <a:pt x="4429" y="1654"/>
                </a:lnTo>
                <a:lnTo>
                  <a:pt x="4428" y="1654"/>
                </a:lnTo>
                <a:lnTo>
                  <a:pt x="4427" y="1655"/>
                </a:lnTo>
                <a:lnTo>
                  <a:pt x="4426" y="1655"/>
                </a:lnTo>
                <a:lnTo>
                  <a:pt x="4425" y="1656"/>
                </a:lnTo>
                <a:lnTo>
                  <a:pt x="4424" y="1656"/>
                </a:lnTo>
                <a:lnTo>
                  <a:pt x="4423" y="1657"/>
                </a:lnTo>
                <a:lnTo>
                  <a:pt x="4423" y="1658"/>
                </a:lnTo>
                <a:lnTo>
                  <a:pt x="4422" y="1658"/>
                </a:lnTo>
                <a:lnTo>
                  <a:pt x="4422" y="1659"/>
                </a:lnTo>
                <a:lnTo>
                  <a:pt x="4422" y="1660"/>
                </a:lnTo>
                <a:lnTo>
                  <a:pt x="4423" y="1660"/>
                </a:lnTo>
                <a:lnTo>
                  <a:pt x="4423" y="1661"/>
                </a:lnTo>
                <a:lnTo>
                  <a:pt x="4423" y="1662"/>
                </a:lnTo>
                <a:lnTo>
                  <a:pt x="4422" y="1662"/>
                </a:lnTo>
                <a:lnTo>
                  <a:pt x="4422" y="1663"/>
                </a:lnTo>
                <a:lnTo>
                  <a:pt x="4421" y="1663"/>
                </a:lnTo>
                <a:lnTo>
                  <a:pt x="4421" y="1662"/>
                </a:lnTo>
                <a:lnTo>
                  <a:pt x="4420" y="1662"/>
                </a:lnTo>
                <a:lnTo>
                  <a:pt x="4420" y="1663"/>
                </a:lnTo>
                <a:lnTo>
                  <a:pt x="4421" y="1663"/>
                </a:lnTo>
                <a:lnTo>
                  <a:pt x="4421" y="1664"/>
                </a:lnTo>
                <a:lnTo>
                  <a:pt x="4420" y="1664"/>
                </a:lnTo>
                <a:lnTo>
                  <a:pt x="4420" y="1665"/>
                </a:lnTo>
                <a:lnTo>
                  <a:pt x="4421" y="1665"/>
                </a:lnTo>
                <a:lnTo>
                  <a:pt x="4420" y="1665"/>
                </a:lnTo>
                <a:lnTo>
                  <a:pt x="4419" y="1665"/>
                </a:lnTo>
                <a:lnTo>
                  <a:pt x="4419" y="1666"/>
                </a:lnTo>
                <a:lnTo>
                  <a:pt x="4420" y="1666"/>
                </a:lnTo>
                <a:lnTo>
                  <a:pt x="4421" y="1666"/>
                </a:lnTo>
                <a:lnTo>
                  <a:pt x="4421" y="1667"/>
                </a:lnTo>
                <a:lnTo>
                  <a:pt x="4420" y="1667"/>
                </a:lnTo>
                <a:lnTo>
                  <a:pt x="4420" y="1668"/>
                </a:lnTo>
                <a:lnTo>
                  <a:pt x="4421" y="1668"/>
                </a:lnTo>
                <a:lnTo>
                  <a:pt x="4422" y="1668"/>
                </a:lnTo>
                <a:lnTo>
                  <a:pt x="4423" y="1669"/>
                </a:lnTo>
                <a:lnTo>
                  <a:pt x="4423" y="1670"/>
                </a:lnTo>
                <a:lnTo>
                  <a:pt x="4423" y="1671"/>
                </a:lnTo>
                <a:lnTo>
                  <a:pt x="4423" y="1672"/>
                </a:lnTo>
                <a:lnTo>
                  <a:pt x="4424" y="1672"/>
                </a:lnTo>
                <a:lnTo>
                  <a:pt x="4425" y="1673"/>
                </a:lnTo>
                <a:lnTo>
                  <a:pt x="4426" y="1674"/>
                </a:lnTo>
                <a:lnTo>
                  <a:pt x="4425" y="1674"/>
                </a:lnTo>
                <a:lnTo>
                  <a:pt x="4424" y="1674"/>
                </a:lnTo>
                <a:lnTo>
                  <a:pt x="4423" y="1675"/>
                </a:lnTo>
                <a:lnTo>
                  <a:pt x="4422" y="1675"/>
                </a:lnTo>
                <a:lnTo>
                  <a:pt x="4421" y="1675"/>
                </a:lnTo>
                <a:lnTo>
                  <a:pt x="4420" y="1676"/>
                </a:lnTo>
                <a:lnTo>
                  <a:pt x="4420" y="1677"/>
                </a:lnTo>
                <a:lnTo>
                  <a:pt x="4421" y="1677"/>
                </a:lnTo>
                <a:lnTo>
                  <a:pt x="4422" y="1677"/>
                </a:lnTo>
                <a:lnTo>
                  <a:pt x="4422" y="1678"/>
                </a:lnTo>
                <a:lnTo>
                  <a:pt x="4422" y="1679"/>
                </a:lnTo>
                <a:lnTo>
                  <a:pt x="4421" y="1679"/>
                </a:lnTo>
                <a:lnTo>
                  <a:pt x="4420" y="1679"/>
                </a:lnTo>
                <a:lnTo>
                  <a:pt x="4419" y="1679"/>
                </a:lnTo>
                <a:lnTo>
                  <a:pt x="4419" y="1678"/>
                </a:lnTo>
                <a:lnTo>
                  <a:pt x="4418" y="1678"/>
                </a:lnTo>
                <a:lnTo>
                  <a:pt x="4417" y="1678"/>
                </a:lnTo>
                <a:lnTo>
                  <a:pt x="4416" y="1678"/>
                </a:lnTo>
                <a:lnTo>
                  <a:pt x="4415" y="1678"/>
                </a:lnTo>
                <a:lnTo>
                  <a:pt x="4414" y="1678"/>
                </a:lnTo>
                <a:lnTo>
                  <a:pt x="4413" y="1679"/>
                </a:lnTo>
                <a:lnTo>
                  <a:pt x="4413" y="1680"/>
                </a:lnTo>
                <a:lnTo>
                  <a:pt x="4412" y="1681"/>
                </a:lnTo>
                <a:lnTo>
                  <a:pt x="4412" y="1682"/>
                </a:lnTo>
                <a:lnTo>
                  <a:pt x="4412" y="1683"/>
                </a:lnTo>
                <a:lnTo>
                  <a:pt x="4412" y="1682"/>
                </a:lnTo>
                <a:lnTo>
                  <a:pt x="4411" y="1682"/>
                </a:lnTo>
                <a:lnTo>
                  <a:pt x="4410" y="1682"/>
                </a:lnTo>
                <a:lnTo>
                  <a:pt x="4410" y="1683"/>
                </a:lnTo>
                <a:lnTo>
                  <a:pt x="4411" y="1683"/>
                </a:lnTo>
                <a:lnTo>
                  <a:pt x="4411" y="1684"/>
                </a:lnTo>
                <a:lnTo>
                  <a:pt x="4411" y="1685"/>
                </a:lnTo>
                <a:lnTo>
                  <a:pt x="4412" y="1686"/>
                </a:lnTo>
                <a:lnTo>
                  <a:pt x="4412" y="1687"/>
                </a:lnTo>
                <a:lnTo>
                  <a:pt x="4412" y="1688"/>
                </a:lnTo>
                <a:lnTo>
                  <a:pt x="4410" y="1688"/>
                </a:lnTo>
                <a:lnTo>
                  <a:pt x="4409" y="1689"/>
                </a:lnTo>
                <a:lnTo>
                  <a:pt x="4408" y="1690"/>
                </a:lnTo>
                <a:lnTo>
                  <a:pt x="4409" y="1691"/>
                </a:lnTo>
                <a:lnTo>
                  <a:pt x="4409" y="1692"/>
                </a:lnTo>
                <a:lnTo>
                  <a:pt x="4410" y="1692"/>
                </a:lnTo>
                <a:lnTo>
                  <a:pt x="4410" y="1691"/>
                </a:lnTo>
                <a:lnTo>
                  <a:pt x="4411" y="1691"/>
                </a:lnTo>
                <a:lnTo>
                  <a:pt x="4412" y="1691"/>
                </a:lnTo>
                <a:lnTo>
                  <a:pt x="4413" y="1691"/>
                </a:lnTo>
                <a:lnTo>
                  <a:pt x="4414" y="1692"/>
                </a:lnTo>
                <a:lnTo>
                  <a:pt x="4415" y="1692"/>
                </a:lnTo>
                <a:lnTo>
                  <a:pt x="4416" y="1691"/>
                </a:lnTo>
                <a:lnTo>
                  <a:pt x="4417" y="1691"/>
                </a:lnTo>
                <a:lnTo>
                  <a:pt x="4420" y="1690"/>
                </a:lnTo>
                <a:lnTo>
                  <a:pt x="4421" y="1690"/>
                </a:lnTo>
                <a:lnTo>
                  <a:pt x="4422" y="1690"/>
                </a:lnTo>
                <a:lnTo>
                  <a:pt x="4421" y="1690"/>
                </a:lnTo>
                <a:lnTo>
                  <a:pt x="4420" y="1691"/>
                </a:lnTo>
                <a:lnTo>
                  <a:pt x="4419" y="1691"/>
                </a:lnTo>
                <a:lnTo>
                  <a:pt x="4418" y="1692"/>
                </a:lnTo>
                <a:lnTo>
                  <a:pt x="4418" y="1693"/>
                </a:lnTo>
                <a:lnTo>
                  <a:pt x="4418" y="1694"/>
                </a:lnTo>
                <a:lnTo>
                  <a:pt x="4418" y="1695"/>
                </a:lnTo>
                <a:lnTo>
                  <a:pt x="4418" y="1696"/>
                </a:lnTo>
                <a:lnTo>
                  <a:pt x="4419" y="1696"/>
                </a:lnTo>
                <a:lnTo>
                  <a:pt x="4418" y="1697"/>
                </a:lnTo>
                <a:lnTo>
                  <a:pt x="4418" y="1698"/>
                </a:lnTo>
                <a:lnTo>
                  <a:pt x="4417" y="1698"/>
                </a:lnTo>
                <a:lnTo>
                  <a:pt x="4417" y="1699"/>
                </a:lnTo>
                <a:lnTo>
                  <a:pt x="4417" y="1700"/>
                </a:lnTo>
                <a:lnTo>
                  <a:pt x="4417" y="1701"/>
                </a:lnTo>
                <a:lnTo>
                  <a:pt x="4417" y="1702"/>
                </a:lnTo>
                <a:lnTo>
                  <a:pt x="4418" y="1702"/>
                </a:lnTo>
                <a:lnTo>
                  <a:pt x="4417" y="1703"/>
                </a:lnTo>
                <a:lnTo>
                  <a:pt x="4417" y="1704"/>
                </a:lnTo>
                <a:lnTo>
                  <a:pt x="4416" y="1704"/>
                </a:lnTo>
                <a:lnTo>
                  <a:pt x="4415" y="1704"/>
                </a:lnTo>
                <a:lnTo>
                  <a:pt x="4415" y="1705"/>
                </a:lnTo>
                <a:lnTo>
                  <a:pt x="4414" y="1705"/>
                </a:lnTo>
                <a:lnTo>
                  <a:pt x="4414" y="1704"/>
                </a:lnTo>
                <a:lnTo>
                  <a:pt x="4415" y="1703"/>
                </a:lnTo>
                <a:lnTo>
                  <a:pt x="4416" y="1702"/>
                </a:lnTo>
                <a:lnTo>
                  <a:pt x="4415" y="1702"/>
                </a:lnTo>
                <a:lnTo>
                  <a:pt x="4415" y="1701"/>
                </a:lnTo>
                <a:lnTo>
                  <a:pt x="4414" y="1701"/>
                </a:lnTo>
                <a:lnTo>
                  <a:pt x="4413" y="1701"/>
                </a:lnTo>
                <a:lnTo>
                  <a:pt x="4413" y="1702"/>
                </a:lnTo>
                <a:lnTo>
                  <a:pt x="4412" y="1702"/>
                </a:lnTo>
                <a:lnTo>
                  <a:pt x="4412" y="1701"/>
                </a:lnTo>
                <a:lnTo>
                  <a:pt x="4411" y="1701"/>
                </a:lnTo>
                <a:lnTo>
                  <a:pt x="4411" y="1702"/>
                </a:lnTo>
                <a:lnTo>
                  <a:pt x="4410" y="1702"/>
                </a:lnTo>
                <a:lnTo>
                  <a:pt x="4409" y="1702"/>
                </a:lnTo>
                <a:lnTo>
                  <a:pt x="4408" y="1702"/>
                </a:lnTo>
                <a:lnTo>
                  <a:pt x="4408" y="1703"/>
                </a:lnTo>
                <a:lnTo>
                  <a:pt x="4407" y="1703"/>
                </a:lnTo>
                <a:lnTo>
                  <a:pt x="4407" y="1704"/>
                </a:lnTo>
                <a:lnTo>
                  <a:pt x="4408" y="1704"/>
                </a:lnTo>
                <a:lnTo>
                  <a:pt x="4408" y="1705"/>
                </a:lnTo>
                <a:lnTo>
                  <a:pt x="4408" y="1706"/>
                </a:lnTo>
                <a:lnTo>
                  <a:pt x="4409" y="1706"/>
                </a:lnTo>
                <a:lnTo>
                  <a:pt x="4409" y="1705"/>
                </a:lnTo>
                <a:lnTo>
                  <a:pt x="4410" y="1705"/>
                </a:lnTo>
                <a:lnTo>
                  <a:pt x="4410" y="1706"/>
                </a:lnTo>
                <a:lnTo>
                  <a:pt x="4410" y="1707"/>
                </a:lnTo>
                <a:lnTo>
                  <a:pt x="4409" y="1707"/>
                </a:lnTo>
                <a:lnTo>
                  <a:pt x="4408" y="1707"/>
                </a:lnTo>
                <a:lnTo>
                  <a:pt x="4408" y="1708"/>
                </a:lnTo>
                <a:lnTo>
                  <a:pt x="4407" y="1708"/>
                </a:lnTo>
                <a:lnTo>
                  <a:pt x="4406" y="1708"/>
                </a:lnTo>
                <a:lnTo>
                  <a:pt x="4405" y="1708"/>
                </a:lnTo>
                <a:lnTo>
                  <a:pt x="4404" y="1708"/>
                </a:lnTo>
                <a:lnTo>
                  <a:pt x="4403" y="1709"/>
                </a:lnTo>
                <a:lnTo>
                  <a:pt x="4404" y="1709"/>
                </a:lnTo>
                <a:lnTo>
                  <a:pt x="4404" y="1710"/>
                </a:lnTo>
                <a:lnTo>
                  <a:pt x="4403" y="1710"/>
                </a:lnTo>
                <a:lnTo>
                  <a:pt x="4402" y="1711"/>
                </a:lnTo>
                <a:lnTo>
                  <a:pt x="4402" y="1710"/>
                </a:lnTo>
                <a:lnTo>
                  <a:pt x="4401" y="1711"/>
                </a:lnTo>
                <a:lnTo>
                  <a:pt x="4401" y="1712"/>
                </a:lnTo>
                <a:lnTo>
                  <a:pt x="4401" y="1711"/>
                </a:lnTo>
                <a:lnTo>
                  <a:pt x="4400" y="1711"/>
                </a:lnTo>
                <a:lnTo>
                  <a:pt x="4399" y="1711"/>
                </a:lnTo>
                <a:lnTo>
                  <a:pt x="4398" y="1711"/>
                </a:lnTo>
                <a:lnTo>
                  <a:pt x="4397" y="1711"/>
                </a:lnTo>
                <a:lnTo>
                  <a:pt x="4396" y="1711"/>
                </a:lnTo>
                <a:lnTo>
                  <a:pt x="4395" y="1710"/>
                </a:lnTo>
                <a:lnTo>
                  <a:pt x="4394" y="1710"/>
                </a:lnTo>
                <a:lnTo>
                  <a:pt x="4393" y="1710"/>
                </a:lnTo>
                <a:lnTo>
                  <a:pt x="4392" y="1710"/>
                </a:lnTo>
                <a:lnTo>
                  <a:pt x="4391" y="1710"/>
                </a:lnTo>
                <a:lnTo>
                  <a:pt x="4390" y="1710"/>
                </a:lnTo>
                <a:lnTo>
                  <a:pt x="4390" y="1709"/>
                </a:lnTo>
                <a:lnTo>
                  <a:pt x="4389" y="1709"/>
                </a:lnTo>
                <a:lnTo>
                  <a:pt x="4389" y="1710"/>
                </a:lnTo>
                <a:lnTo>
                  <a:pt x="4388" y="1710"/>
                </a:lnTo>
                <a:lnTo>
                  <a:pt x="4387" y="1710"/>
                </a:lnTo>
                <a:lnTo>
                  <a:pt x="4386" y="1710"/>
                </a:lnTo>
                <a:lnTo>
                  <a:pt x="4387" y="1709"/>
                </a:lnTo>
                <a:lnTo>
                  <a:pt x="4387" y="1708"/>
                </a:lnTo>
                <a:lnTo>
                  <a:pt x="4387" y="1709"/>
                </a:lnTo>
                <a:lnTo>
                  <a:pt x="4387" y="1708"/>
                </a:lnTo>
                <a:lnTo>
                  <a:pt x="4387" y="1707"/>
                </a:lnTo>
                <a:lnTo>
                  <a:pt x="4386" y="1707"/>
                </a:lnTo>
                <a:lnTo>
                  <a:pt x="4386" y="1706"/>
                </a:lnTo>
                <a:lnTo>
                  <a:pt x="4387" y="1705"/>
                </a:lnTo>
                <a:lnTo>
                  <a:pt x="4387" y="1704"/>
                </a:lnTo>
                <a:lnTo>
                  <a:pt x="4388" y="1704"/>
                </a:lnTo>
                <a:lnTo>
                  <a:pt x="4389" y="1704"/>
                </a:lnTo>
                <a:lnTo>
                  <a:pt x="4390" y="1704"/>
                </a:lnTo>
                <a:lnTo>
                  <a:pt x="4391" y="1704"/>
                </a:lnTo>
                <a:lnTo>
                  <a:pt x="4392" y="1704"/>
                </a:lnTo>
                <a:lnTo>
                  <a:pt x="4393" y="1704"/>
                </a:lnTo>
                <a:lnTo>
                  <a:pt x="4392" y="1704"/>
                </a:lnTo>
                <a:lnTo>
                  <a:pt x="4391" y="1704"/>
                </a:lnTo>
                <a:lnTo>
                  <a:pt x="4390" y="1703"/>
                </a:lnTo>
                <a:lnTo>
                  <a:pt x="4389" y="1704"/>
                </a:lnTo>
                <a:lnTo>
                  <a:pt x="4388" y="1703"/>
                </a:lnTo>
                <a:lnTo>
                  <a:pt x="4387" y="1703"/>
                </a:lnTo>
                <a:lnTo>
                  <a:pt x="4387" y="1702"/>
                </a:lnTo>
                <a:lnTo>
                  <a:pt x="4387" y="1703"/>
                </a:lnTo>
                <a:lnTo>
                  <a:pt x="4386" y="1703"/>
                </a:lnTo>
                <a:lnTo>
                  <a:pt x="4385" y="1703"/>
                </a:lnTo>
                <a:lnTo>
                  <a:pt x="4384" y="1703"/>
                </a:lnTo>
                <a:lnTo>
                  <a:pt x="4384" y="1702"/>
                </a:lnTo>
                <a:lnTo>
                  <a:pt x="4384" y="1701"/>
                </a:lnTo>
                <a:lnTo>
                  <a:pt x="4385" y="1701"/>
                </a:lnTo>
                <a:lnTo>
                  <a:pt x="4384" y="1701"/>
                </a:lnTo>
                <a:lnTo>
                  <a:pt x="4383" y="1701"/>
                </a:lnTo>
                <a:lnTo>
                  <a:pt x="4383" y="1700"/>
                </a:lnTo>
                <a:lnTo>
                  <a:pt x="4383" y="1699"/>
                </a:lnTo>
                <a:lnTo>
                  <a:pt x="4384" y="1699"/>
                </a:lnTo>
                <a:lnTo>
                  <a:pt x="4385" y="1698"/>
                </a:lnTo>
                <a:lnTo>
                  <a:pt x="4385" y="1697"/>
                </a:lnTo>
                <a:lnTo>
                  <a:pt x="4385" y="1696"/>
                </a:lnTo>
                <a:lnTo>
                  <a:pt x="4386" y="1695"/>
                </a:lnTo>
                <a:lnTo>
                  <a:pt x="4386" y="1694"/>
                </a:lnTo>
                <a:lnTo>
                  <a:pt x="4387" y="1694"/>
                </a:lnTo>
                <a:lnTo>
                  <a:pt x="4388" y="1693"/>
                </a:lnTo>
                <a:lnTo>
                  <a:pt x="4388" y="1692"/>
                </a:lnTo>
                <a:lnTo>
                  <a:pt x="4389" y="1692"/>
                </a:lnTo>
                <a:lnTo>
                  <a:pt x="4389" y="1691"/>
                </a:lnTo>
                <a:lnTo>
                  <a:pt x="4390" y="1691"/>
                </a:lnTo>
                <a:lnTo>
                  <a:pt x="4390" y="1690"/>
                </a:lnTo>
                <a:lnTo>
                  <a:pt x="4389" y="1691"/>
                </a:lnTo>
                <a:lnTo>
                  <a:pt x="4388" y="1692"/>
                </a:lnTo>
                <a:lnTo>
                  <a:pt x="4388" y="1691"/>
                </a:lnTo>
                <a:lnTo>
                  <a:pt x="4388" y="1690"/>
                </a:lnTo>
                <a:lnTo>
                  <a:pt x="4387" y="1689"/>
                </a:lnTo>
                <a:lnTo>
                  <a:pt x="4388" y="1690"/>
                </a:lnTo>
                <a:lnTo>
                  <a:pt x="4388" y="1691"/>
                </a:lnTo>
                <a:lnTo>
                  <a:pt x="4388" y="1692"/>
                </a:lnTo>
                <a:lnTo>
                  <a:pt x="4387" y="1692"/>
                </a:lnTo>
                <a:lnTo>
                  <a:pt x="4387" y="1693"/>
                </a:lnTo>
                <a:lnTo>
                  <a:pt x="4386" y="1693"/>
                </a:lnTo>
                <a:lnTo>
                  <a:pt x="4385" y="1693"/>
                </a:lnTo>
                <a:lnTo>
                  <a:pt x="4384" y="1693"/>
                </a:lnTo>
                <a:lnTo>
                  <a:pt x="4384" y="1694"/>
                </a:lnTo>
                <a:lnTo>
                  <a:pt x="4384" y="1695"/>
                </a:lnTo>
                <a:lnTo>
                  <a:pt x="4384" y="1696"/>
                </a:lnTo>
                <a:lnTo>
                  <a:pt x="4383" y="1696"/>
                </a:lnTo>
                <a:lnTo>
                  <a:pt x="4383" y="1697"/>
                </a:lnTo>
                <a:lnTo>
                  <a:pt x="4383" y="1699"/>
                </a:lnTo>
                <a:lnTo>
                  <a:pt x="4383" y="1700"/>
                </a:lnTo>
                <a:lnTo>
                  <a:pt x="4382" y="1699"/>
                </a:lnTo>
                <a:lnTo>
                  <a:pt x="4381" y="1699"/>
                </a:lnTo>
                <a:lnTo>
                  <a:pt x="4380" y="1699"/>
                </a:lnTo>
                <a:lnTo>
                  <a:pt x="4379" y="1699"/>
                </a:lnTo>
                <a:lnTo>
                  <a:pt x="4378" y="1701"/>
                </a:lnTo>
                <a:lnTo>
                  <a:pt x="4378" y="1702"/>
                </a:lnTo>
                <a:lnTo>
                  <a:pt x="4377" y="1702"/>
                </a:lnTo>
                <a:lnTo>
                  <a:pt x="4376" y="1703"/>
                </a:lnTo>
                <a:lnTo>
                  <a:pt x="4375" y="1703"/>
                </a:lnTo>
                <a:lnTo>
                  <a:pt x="4374" y="1703"/>
                </a:lnTo>
                <a:lnTo>
                  <a:pt x="4374" y="1704"/>
                </a:lnTo>
                <a:lnTo>
                  <a:pt x="4373" y="1704"/>
                </a:lnTo>
                <a:lnTo>
                  <a:pt x="4372" y="1704"/>
                </a:lnTo>
                <a:lnTo>
                  <a:pt x="4372" y="1703"/>
                </a:lnTo>
                <a:lnTo>
                  <a:pt x="4372" y="1702"/>
                </a:lnTo>
                <a:lnTo>
                  <a:pt x="4373" y="1702"/>
                </a:lnTo>
                <a:lnTo>
                  <a:pt x="4373" y="1700"/>
                </a:lnTo>
                <a:lnTo>
                  <a:pt x="4372" y="1700"/>
                </a:lnTo>
                <a:lnTo>
                  <a:pt x="4371" y="1699"/>
                </a:lnTo>
                <a:lnTo>
                  <a:pt x="4372" y="1699"/>
                </a:lnTo>
                <a:lnTo>
                  <a:pt x="4371" y="1698"/>
                </a:lnTo>
                <a:lnTo>
                  <a:pt x="4371" y="1697"/>
                </a:lnTo>
                <a:lnTo>
                  <a:pt x="4370" y="1697"/>
                </a:lnTo>
                <a:lnTo>
                  <a:pt x="4370" y="1696"/>
                </a:lnTo>
                <a:lnTo>
                  <a:pt x="4370" y="1695"/>
                </a:lnTo>
                <a:lnTo>
                  <a:pt x="4370" y="1696"/>
                </a:lnTo>
                <a:lnTo>
                  <a:pt x="4369" y="1697"/>
                </a:lnTo>
                <a:lnTo>
                  <a:pt x="4370" y="1698"/>
                </a:lnTo>
                <a:lnTo>
                  <a:pt x="4368" y="1698"/>
                </a:lnTo>
                <a:lnTo>
                  <a:pt x="4367" y="1697"/>
                </a:lnTo>
                <a:lnTo>
                  <a:pt x="4366" y="1696"/>
                </a:lnTo>
                <a:lnTo>
                  <a:pt x="4365" y="1696"/>
                </a:lnTo>
                <a:lnTo>
                  <a:pt x="4365" y="1695"/>
                </a:lnTo>
                <a:lnTo>
                  <a:pt x="4365" y="1696"/>
                </a:lnTo>
                <a:lnTo>
                  <a:pt x="4365" y="1697"/>
                </a:lnTo>
                <a:lnTo>
                  <a:pt x="4366" y="1697"/>
                </a:lnTo>
                <a:lnTo>
                  <a:pt x="4367" y="1697"/>
                </a:lnTo>
                <a:lnTo>
                  <a:pt x="4367" y="1698"/>
                </a:lnTo>
                <a:lnTo>
                  <a:pt x="4366" y="1698"/>
                </a:lnTo>
                <a:lnTo>
                  <a:pt x="4367" y="1698"/>
                </a:lnTo>
                <a:lnTo>
                  <a:pt x="4367" y="1699"/>
                </a:lnTo>
                <a:lnTo>
                  <a:pt x="4367" y="1700"/>
                </a:lnTo>
                <a:lnTo>
                  <a:pt x="4366" y="1700"/>
                </a:lnTo>
                <a:lnTo>
                  <a:pt x="4363" y="1701"/>
                </a:lnTo>
                <a:lnTo>
                  <a:pt x="4362" y="1701"/>
                </a:lnTo>
                <a:lnTo>
                  <a:pt x="4361" y="1701"/>
                </a:lnTo>
                <a:lnTo>
                  <a:pt x="4361" y="1702"/>
                </a:lnTo>
                <a:lnTo>
                  <a:pt x="4360" y="1702"/>
                </a:lnTo>
                <a:lnTo>
                  <a:pt x="4359" y="1702"/>
                </a:lnTo>
                <a:lnTo>
                  <a:pt x="4358" y="1702"/>
                </a:lnTo>
                <a:lnTo>
                  <a:pt x="4358" y="1703"/>
                </a:lnTo>
                <a:lnTo>
                  <a:pt x="4357" y="1703"/>
                </a:lnTo>
                <a:lnTo>
                  <a:pt x="4356" y="1703"/>
                </a:lnTo>
                <a:lnTo>
                  <a:pt x="4356" y="1704"/>
                </a:lnTo>
                <a:lnTo>
                  <a:pt x="4355" y="1704"/>
                </a:lnTo>
                <a:lnTo>
                  <a:pt x="4354" y="1704"/>
                </a:lnTo>
                <a:lnTo>
                  <a:pt x="4353" y="1704"/>
                </a:lnTo>
                <a:lnTo>
                  <a:pt x="4353" y="1705"/>
                </a:lnTo>
                <a:lnTo>
                  <a:pt x="4352" y="1705"/>
                </a:lnTo>
                <a:lnTo>
                  <a:pt x="4351" y="1705"/>
                </a:lnTo>
                <a:lnTo>
                  <a:pt x="4350" y="1706"/>
                </a:lnTo>
                <a:lnTo>
                  <a:pt x="4349" y="1706"/>
                </a:lnTo>
                <a:lnTo>
                  <a:pt x="4348" y="1707"/>
                </a:lnTo>
                <a:lnTo>
                  <a:pt x="4348" y="1708"/>
                </a:lnTo>
                <a:lnTo>
                  <a:pt x="4347" y="1709"/>
                </a:lnTo>
                <a:lnTo>
                  <a:pt x="4348" y="1709"/>
                </a:lnTo>
                <a:lnTo>
                  <a:pt x="4348" y="1710"/>
                </a:lnTo>
                <a:lnTo>
                  <a:pt x="4347" y="1710"/>
                </a:lnTo>
                <a:lnTo>
                  <a:pt x="4346" y="1711"/>
                </a:lnTo>
                <a:lnTo>
                  <a:pt x="4345" y="1711"/>
                </a:lnTo>
                <a:lnTo>
                  <a:pt x="4345" y="1712"/>
                </a:lnTo>
                <a:lnTo>
                  <a:pt x="4345" y="1711"/>
                </a:lnTo>
                <a:lnTo>
                  <a:pt x="4344" y="1711"/>
                </a:lnTo>
                <a:lnTo>
                  <a:pt x="4343" y="1712"/>
                </a:lnTo>
                <a:lnTo>
                  <a:pt x="4341" y="1712"/>
                </a:lnTo>
                <a:lnTo>
                  <a:pt x="4340" y="1712"/>
                </a:lnTo>
                <a:lnTo>
                  <a:pt x="4339" y="1712"/>
                </a:lnTo>
                <a:lnTo>
                  <a:pt x="4339" y="1713"/>
                </a:lnTo>
                <a:lnTo>
                  <a:pt x="4337" y="1713"/>
                </a:lnTo>
                <a:lnTo>
                  <a:pt x="4337" y="1714"/>
                </a:lnTo>
                <a:lnTo>
                  <a:pt x="4336" y="1714"/>
                </a:lnTo>
                <a:lnTo>
                  <a:pt x="4336" y="1713"/>
                </a:lnTo>
                <a:lnTo>
                  <a:pt x="4337" y="1712"/>
                </a:lnTo>
                <a:lnTo>
                  <a:pt x="4338" y="1712"/>
                </a:lnTo>
                <a:lnTo>
                  <a:pt x="4339" y="1712"/>
                </a:lnTo>
                <a:lnTo>
                  <a:pt x="4338" y="1712"/>
                </a:lnTo>
                <a:lnTo>
                  <a:pt x="4337" y="1712"/>
                </a:lnTo>
                <a:lnTo>
                  <a:pt x="4336" y="1712"/>
                </a:lnTo>
                <a:lnTo>
                  <a:pt x="4336" y="1713"/>
                </a:lnTo>
                <a:lnTo>
                  <a:pt x="4336" y="1714"/>
                </a:lnTo>
                <a:lnTo>
                  <a:pt x="4336" y="1715"/>
                </a:lnTo>
                <a:lnTo>
                  <a:pt x="4336" y="1716"/>
                </a:lnTo>
                <a:lnTo>
                  <a:pt x="4336" y="1717"/>
                </a:lnTo>
                <a:lnTo>
                  <a:pt x="4336" y="1718"/>
                </a:lnTo>
                <a:lnTo>
                  <a:pt x="4336" y="1719"/>
                </a:lnTo>
                <a:lnTo>
                  <a:pt x="4337" y="1719"/>
                </a:lnTo>
                <a:lnTo>
                  <a:pt x="4337" y="1720"/>
                </a:lnTo>
                <a:lnTo>
                  <a:pt x="4337" y="1721"/>
                </a:lnTo>
                <a:lnTo>
                  <a:pt x="4338" y="1721"/>
                </a:lnTo>
                <a:lnTo>
                  <a:pt x="4337" y="1721"/>
                </a:lnTo>
                <a:lnTo>
                  <a:pt x="4336" y="1721"/>
                </a:lnTo>
                <a:lnTo>
                  <a:pt x="4335" y="1721"/>
                </a:lnTo>
                <a:lnTo>
                  <a:pt x="4334" y="1720"/>
                </a:lnTo>
                <a:lnTo>
                  <a:pt x="4334" y="1719"/>
                </a:lnTo>
                <a:lnTo>
                  <a:pt x="4334" y="1718"/>
                </a:lnTo>
                <a:lnTo>
                  <a:pt x="4333" y="1718"/>
                </a:lnTo>
                <a:lnTo>
                  <a:pt x="4332" y="1718"/>
                </a:lnTo>
                <a:lnTo>
                  <a:pt x="4332" y="1719"/>
                </a:lnTo>
                <a:lnTo>
                  <a:pt x="4332" y="1718"/>
                </a:lnTo>
                <a:lnTo>
                  <a:pt x="4331" y="1718"/>
                </a:lnTo>
                <a:lnTo>
                  <a:pt x="4330" y="1718"/>
                </a:lnTo>
                <a:lnTo>
                  <a:pt x="4329" y="1718"/>
                </a:lnTo>
                <a:lnTo>
                  <a:pt x="4330" y="1719"/>
                </a:lnTo>
                <a:lnTo>
                  <a:pt x="4331" y="1719"/>
                </a:lnTo>
                <a:lnTo>
                  <a:pt x="4331" y="1720"/>
                </a:lnTo>
                <a:lnTo>
                  <a:pt x="4331" y="1721"/>
                </a:lnTo>
                <a:lnTo>
                  <a:pt x="4330" y="1722"/>
                </a:lnTo>
                <a:lnTo>
                  <a:pt x="4330" y="1721"/>
                </a:lnTo>
                <a:lnTo>
                  <a:pt x="4329" y="1721"/>
                </a:lnTo>
                <a:lnTo>
                  <a:pt x="4329" y="1720"/>
                </a:lnTo>
                <a:lnTo>
                  <a:pt x="4328" y="1719"/>
                </a:lnTo>
                <a:lnTo>
                  <a:pt x="4327" y="1719"/>
                </a:lnTo>
                <a:lnTo>
                  <a:pt x="4326" y="1718"/>
                </a:lnTo>
                <a:lnTo>
                  <a:pt x="4326" y="1719"/>
                </a:lnTo>
                <a:lnTo>
                  <a:pt x="4325" y="1719"/>
                </a:lnTo>
                <a:lnTo>
                  <a:pt x="4325" y="1718"/>
                </a:lnTo>
                <a:lnTo>
                  <a:pt x="4325" y="1717"/>
                </a:lnTo>
                <a:lnTo>
                  <a:pt x="4324" y="1717"/>
                </a:lnTo>
                <a:lnTo>
                  <a:pt x="4323" y="1717"/>
                </a:lnTo>
                <a:lnTo>
                  <a:pt x="4324" y="1716"/>
                </a:lnTo>
                <a:lnTo>
                  <a:pt x="4325" y="1716"/>
                </a:lnTo>
                <a:lnTo>
                  <a:pt x="4326" y="1715"/>
                </a:lnTo>
                <a:lnTo>
                  <a:pt x="4327" y="1715"/>
                </a:lnTo>
                <a:lnTo>
                  <a:pt x="4327" y="1714"/>
                </a:lnTo>
                <a:lnTo>
                  <a:pt x="4328" y="1714"/>
                </a:lnTo>
                <a:lnTo>
                  <a:pt x="4328" y="1715"/>
                </a:lnTo>
                <a:lnTo>
                  <a:pt x="4329" y="1715"/>
                </a:lnTo>
                <a:lnTo>
                  <a:pt x="4330" y="1714"/>
                </a:lnTo>
                <a:lnTo>
                  <a:pt x="4329" y="1714"/>
                </a:lnTo>
                <a:lnTo>
                  <a:pt x="4330" y="1713"/>
                </a:lnTo>
                <a:lnTo>
                  <a:pt x="4331" y="1712"/>
                </a:lnTo>
                <a:lnTo>
                  <a:pt x="4332" y="1712"/>
                </a:lnTo>
                <a:lnTo>
                  <a:pt x="4332" y="1710"/>
                </a:lnTo>
                <a:lnTo>
                  <a:pt x="4333" y="1710"/>
                </a:lnTo>
                <a:lnTo>
                  <a:pt x="4334" y="1709"/>
                </a:lnTo>
                <a:lnTo>
                  <a:pt x="4334" y="1710"/>
                </a:lnTo>
                <a:lnTo>
                  <a:pt x="4335" y="1710"/>
                </a:lnTo>
                <a:lnTo>
                  <a:pt x="4334" y="1710"/>
                </a:lnTo>
                <a:lnTo>
                  <a:pt x="4334" y="1709"/>
                </a:lnTo>
                <a:lnTo>
                  <a:pt x="4333" y="1709"/>
                </a:lnTo>
                <a:lnTo>
                  <a:pt x="4332" y="1710"/>
                </a:lnTo>
                <a:lnTo>
                  <a:pt x="4331" y="1710"/>
                </a:lnTo>
                <a:lnTo>
                  <a:pt x="4330" y="1711"/>
                </a:lnTo>
                <a:lnTo>
                  <a:pt x="4329" y="1712"/>
                </a:lnTo>
                <a:lnTo>
                  <a:pt x="4328" y="1712"/>
                </a:lnTo>
                <a:lnTo>
                  <a:pt x="4327" y="1712"/>
                </a:lnTo>
                <a:lnTo>
                  <a:pt x="4327" y="1713"/>
                </a:lnTo>
                <a:lnTo>
                  <a:pt x="4326" y="1714"/>
                </a:lnTo>
                <a:lnTo>
                  <a:pt x="4325" y="1714"/>
                </a:lnTo>
                <a:lnTo>
                  <a:pt x="4324" y="1715"/>
                </a:lnTo>
                <a:lnTo>
                  <a:pt x="4324" y="1714"/>
                </a:lnTo>
                <a:lnTo>
                  <a:pt x="4324" y="1713"/>
                </a:lnTo>
                <a:lnTo>
                  <a:pt x="4323" y="1712"/>
                </a:lnTo>
                <a:lnTo>
                  <a:pt x="4322" y="1712"/>
                </a:lnTo>
                <a:lnTo>
                  <a:pt x="4322" y="1713"/>
                </a:lnTo>
                <a:lnTo>
                  <a:pt x="4323" y="1714"/>
                </a:lnTo>
                <a:lnTo>
                  <a:pt x="4322" y="1715"/>
                </a:lnTo>
                <a:lnTo>
                  <a:pt x="4322" y="1716"/>
                </a:lnTo>
                <a:lnTo>
                  <a:pt x="4322" y="1717"/>
                </a:lnTo>
                <a:lnTo>
                  <a:pt x="4322" y="1718"/>
                </a:lnTo>
                <a:lnTo>
                  <a:pt x="4321" y="1718"/>
                </a:lnTo>
                <a:lnTo>
                  <a:pt x="4321" y="1719"/>
                </a:lnTo>
                <a:lnTo>
                  <a:pt x="4319" y="1719"/>
                </a:lnTo>
                <a:lnTo>
                  <a:pt x="4318" y="1719"/>
                </a:lnTo>
                <a:lnTo>
                  <a:pt x="4317" y="1719"/>
                </a:lnTo>
                <a:lnTo>
                  <a:pt x="4316" y="1719"/>
                </a:lnTo>
                <a:lnTo>
                  <a:pt x="4315" y="1720"/>
                </a:lnTo>
                <a:lnTo>
                  <a:pt x="4314" y="1721"/>
                </a:lnTo>
                <a:lnTo>
                  <a:pt x="4314" y="1722"/>
                </a:lnTo>
                <a:lnTo>
                  <a:pt x="4314" y="1723"/>
                </a:lnTo>
                <a:lnTo>
                  <a:pt x="4315" y="1723"/>
                </a:lnTo>
                <a:lnTo>
                  <a:pt x="4316" y="1724"/>
                </a:lnTo>
                <a:lnTo>
                  <a:pt x="4315" y="1724"/>
                </a:lnTo>
                <a:lnTo>
                  <a:pt x="4314" y="1725"/>
                </a:lnTo>
                <a:lnTo>
                  <a:pt x="4313" y="1725"/>
                </a:lnTo>
                <a:lnTo>
                  <a:pt x="4313" y="1724"/>
                </a:lnTo>
                <a:lnTo>
                  <a:pt x="4313" y="1723"/>
                </a:lnTo>
                <a:lnTo>
                  <a:pt x="4312" y="1723"/>
                </a:lnTo>
                <a:lnTo>
                  <a:pt x="4311" y="1723"/>
                </a:lnTo>
                <a:lnTo>
                  <a:pt x="4310" y="1723"/>
                </a:lnTo>
                <a:lnTo>
                  <a:pt x="4309" y="1723"/>
                </a:lnTo>
                <a:lnTo>
                  <a:pt x="4308" y="1724"/>
                </a:lnTo>
                <a:lnTo>
                  <a:pt x="4307" y="1724"/>
                </a:lnTo>
                <a:lnTo>
                  <a:pt x="4306" y="1724"/>
                </a:lnTo>
                <a:lnTo>
                  <a:pt x="4305" y="1724"/>
                </a:lnTo>
                <a:lnTo>
                  <a:pt x="4304" y="1724"/>
                </a:lnTo>
                <a:lnTo>
                  <a:pt x="4303" y="1725"/>
                </a:lnTo>
                <a:lnTo>
                  <a:pt x="4302" y="1725"/>
                </a:lnTo>
                <a:lnTo>
                  <a:pt x="4302" y="1726"/>
                </a:lnTo>
                <a:lnTo>
                  <a:pt x="4302" y="1728"/>
                </a:lnTo>
                <a:lnTo>
                  <a:pt x="4301" y="1728"/>
                </a:lnTo>
                <a:lnTo>
                  <a:pt x="4301" y="1727"/>
                </a:lnTo>
                <a:lnTo>
                  <a:pt x="4301" y="1726"/>
                </a:lnTo>
                <a:lnTo>
                  <a:pt x="4301" y="1725"/>
                </a:lnTo>
                <a:lnTo>
                  <a:pt x="4299" y="1725"/>
                </a:lnTo>
                <a:lnTo>
                  <a:pt x="4298" y="1726"/>
                </a:lnTo>
                <a:lnTo>
                  <a:pt x="4297" y="1726"/>
                </a:lnTo>
                <a:lnTo>
                  <a:pt x="4297" y="1727"/>
                </a:lnTo>
                <a:lnTo>
                  <a:pt x="4296" y="1727"/>
                </a:lnTo>
                <a:lnTo>
                  <a:pt x="4295" y="1727"/>
                </a:lnTo>
                <a:lnTo>
                  <a:pt x="4294" y="1728"/>
                </a:lnTo>
                <a:lnTo>
                  <a:pt x="4293" y="1728"/>
                </a:lnTo>
                <a:lnTo>
                  <a:pt x="4293" y="1729"/>
                </a:lnTo>
                <a:lnTo>
                  <a:pt x="4291" y="1729"/>
                </a:lnTo>
                <a:lnTo>
                  <a:pt x="4290" y="1731"/>
                </a:lnTo>
                <a:lnTo>
                  <a:pt x="4289" y="1731"/>
                </a:lnTo>
                <a:lnTo>
                  <a:pt x="4289" y="1732"/>
                </a:lnTo>
                <a:lnTo>
                  <a:pt x="4288" y="1732"/>
                </a:lnTo>
                <a:lnTo>
                  <a:pt x="4287" y="1733"/>
                </a:lnTo>
                <a:lnTo>
                  <a:pt x="4286" y="1733"/>
                </a:lnTo>
                <a:lnTo>
                  <a:pt x="4285" y="1733"/>
                </a:lnTo>
                <a:lnTo>
                  <a:pt x="4284" y="1733"/>
                </a:lnTo>
                <a:lnTo>
                  <a:pt x="4285" y="1732"/>
                </a:lnTo>
                <a:lnTo>
                  <a:pt x="4285" y="1731"/>
                </a:lnTo>
                <a:lnTo>
                  <a:pt x="4284" y="1731"/>
                </a:lnTo>
                <a:lnTo>
                  <a:pt x="4284" y="1734"/>
                </a:lnTo>
                <a:lnTo>
                  <a:pt x="4283" y="1735"/>
                </a:lnTo>
                <a:lnTo>
                  <a:pt x="4284" y="1736"/>
                </a:lnTo>
                <a:lnTo>
                  <a:pt x="4283" y="1736"/>
                </a:lnTo>
                <a:lnTo>
                  <a:pt x="4282" y="1736"/>
                </a:lnTo>
                <a:lnTo>
                  <a:pt x="4282" y="1737"/>
                </a:lnTo>
                <a:lnTo>
                  <a:pt x="4281" y="1737"/>
                </a:lnTo>
                <a:lnTo>
                  <a:pt x="4280" y="1737"/>
                </a:lnTo>
                <a:lnTo>
                  <a:pt x="4279" y="1737"/>
                </a:lnTo>
                <a:lnTo>
                  <a:pt x="4278" y="1737"/>
                </a:lnTo>
                <a:lnTo>
                  <a:pt x="4278" y="1738"/>
                </a:lnTo>
                <a:lnTo>
                  <a:pt x="4277" y="1738"/>
                </a:lnTo>
                <a:lnTo>
                  <a:pt x="4277" y="1737"/>
                </a:lnTo>
                <a:lnTo>
                  <a:pt x="4276" y="1736"/>
                </a:lnTo>
                <a:lnTo>
                  <a:pt x="4276" y="1737"/>
                </a:lnTo>
                <a:lnTo>
                  <a:pt x="4275" y="1737"/>
                </a:lnTo>
                <a:lnTo>
                  <a:pt x="4275" y="1736"/>
                </a:lnTo>
                <a:lnTo>
                  <a:pt x="4274" y="1736"/>
                </a:lnTo>
                <a:lnTo>
                  <a:pt x="4273" y="1736"/>
                </a:lnTo>
                <a:lnTo>
                  <a:pt x="4273" y="1735"/>
                </a:lnTo>
                <a:lnTo>
                  <a:pt x="4274" y="1734"/>
                </a:lnTo>
                <a:lnTo>
                  <a:pt x="4274" y="1733"/>
                </a:lnTo>
                <a:lnTo>
                  <a:pt x="4274" y="1732"/>
                </a:lnTo>
                <a:lnTo>
                  <a:pt x="4275" y="1732"/>
                </a:lnTo>
                <a:lnTo>
                  <a:pt x="4274" y="1732"/>
                </a:lnTo>
                <a:lnTo>
                  <a:pt x="4273" y="1733"/>
                </a:lnTo>
                <a:lnTo>
                  <a:pt x="4272" y="1732"/>
                </a:lnTo>
                <a:lnTo>
                  <a:pt x="4271" y="1732"/>
                </a:lnTo>
                <a:lnTo>
                  <a:pt x="4271" y="1731"/>
                </a:lnTo>
                <a:lnTo>
                  <a:pt x="4271" y="1730"/>
                </a:lnTo>
                <a:lnTo>
                  <a:pt x="4270" y="1729"/>
                </a:lnTo>
                <a:lnTo>
                  <a:pt x="4270" y="1730"/>
                </a:lnTo>
                <a:lnTo>
                  <a:pt x="4270" y="1731"/>
                </a:lnTo>
                <a:lnTo>
                  <a:pt x="4270" y="1732"/>
                </a:lnTo>
                <a:lnTo>
                  <a:pt x="4270" y="1733"/>
                </a:lnTo>
                <a:lnTo>
                  <a:pt x="4269" y="1732"/>
                </a:lnTo>
                <a:lnTo>
                  <a:pt x="4269" y="1731"/>
                </a:lnTo>
                <a:lnTo>
                  <a:pt x="4268" y="1730"/>
                </a:lnTo>
                <a:lnTo>
                  <a:pt x="4267" y="1730"/>
                </a:lnTo>
                <a:lnTo>
                  <a:pt x="4268" y="1731"/>
                </a:lnTo>
                <a:lnTo>
                  <a:pt x="4268" y="1732"/>
                </a:lnTo>
                <a:lnTo>
                  <a:pt x="4267" y="1732"/>
                </a:lnTo>
                <a:lnTo>
                  <a:pt x="4267" y="1733"/>
                </a:lnTo>
                <a:lnTo>
                  <a:pt x="4266" y="1733"/>
                </a:lnTo>
                <a:lnTo>
                  <a:pt x="4266" y="1734"/>
                </a:lnTo>
                <a:lnTo>
                  <a:pt x="4265" y="1734"/>
                </a:lnTo>
                <a:lnTo>
                  <a:pt x="4264" y="1734"/>
                </a:lnTo>
                <a:lnTo>
                  <a:pt x="4263" y="1734"/>
                </a:lnTo>
                <a:lnTo>
                  <a:pt x="4262" y="1734"/>
                </a:lnTo>
                <a:lnTo>
                  <a:pt x="4261" y="1734"/>
                </a:lnTo>
                <a:lnTo>
                  <a:pt x="4261" y="1733"/>
                </a:lnTo>
                <a:lnTo>
                  <a:pt x="4260" y="1732"/>
                </a:lnTo>
                <a:lnTo>
                  <a:pt x="4260" y="1733"/>
                </a:lnTo>
                <a:lnTo>
                  <a:pt x="4261" y="1733"/>
                </a:lnTo>
                <a:lnTo>
                  <a:pt x="4261" y="1734"/>
                </a:lnTo>
                <a:lnTo>
                  <a:pt x="4262" y="1735"/>
                </a:lnTo>
                <a:lnTo>
                  <a:pt x="4262" y="1736"/>
                </a:lnTo>
                <a:lnTo>
                  <a:pt x="4261" y="1736"/>
                </a:lnTo>
                <a:lnTo>
                  <a:pt x="4259" y="1736"/>
                </a:lnTo>
                <a:lnTo>
                  <a:pt x="4259" y="1737"/>
                </a:lnTo>
                <a:lnTo>
                  <a:pt x="4259" y="1736"/>
                </a:lnTo>
                <a:lnTo>
                  <a:pt x="4260" y="1736"/>
                </a:lnTo>
                <a:lnTo>
                  <a:pt x="4261" y="1737"/>
                </a:lnTo>
                <a:lnTo>
                  <a:pt x="4262" y="1737"/>
                </a:lnTo>
                <a:lnTo>
                  <a:pt x="4263" y="1736"/>
                </a:lnTo>
                <a:lnTo>
                  <a:pt x="4264" y="1735"/>
                </a:lnTo>
                <a:lnTo>
                  <a:pt x="4265" y="1735"/>
                </a:lnTo>
                <a:lnTo>
                  <a:pt x="4266" y="1734"/>
                </a:lnTo>
                <a:lnTo>
                  <a:pt x="4267" y="1734"/>
                </a:lnTo>
                <a:lnTo>
                  <a:pt x="4267" y="1735"/>
                </a:lnTo>
                <a:lnTo>
                  <a:pt x="4268" y="1735"/>
                </a:lnTo>
                <a:lnTo>
                  <a:pt x="4269" y="1735"/>
                </a:lnTo>
                <a:lnTo>
                  <a:pt x="4269" y="1736"/>
                </a:lnTo>
                <a:lnTo>
                  <a:pt x="4269" y="1737"/>
                </a:lnTo>
                <a:lnTo>
                  <a:pt x="4270" y="1738"/>
                </a:lnTo>
                <a:lnTo>
                  <a:pt x="4271" y="1738"/>
                </a:lnTo>
                <a:lnTo>
                  <a:pt x="4271" y="1739"/>
                </a:lnTo>
                <a:lnTo>
                  <a:pt x="4272" y="1738"/>
                </a:lnTo>
                <a:lnTo>
                  <a:pt x="4273" y="1738"/>
                </a:lnTo>
                <a:lnTo>
                  <a:pt x="4273" y="1739"/>
                </a:lnTo>
                <a:lnTo>
                  <a:pt x="4276" y="1739"/>
                </a:lnTo>
                <a:lnTo>
                  <a:pt x="4277" y="1740"/>
                </a:lnTo>
                <a:lnTo>
                  <a:pt x="4278" y="1740"/>
                </a:lnTo>
                <a:lnTo>
                  <a:pt x="4278" y="1741"/>
                </a:lnTo>
                <a:lnTo>
                  <a:pt x="4277" y="1741"/>
                </a:lnTo>
                <a:lnTo>
                  <a:pt x="4277" y="1742"/>
                </a:lnTo>
                <a:lnTo>
                  <a:pt x="4276" y="1743"/>
                </a:lnTo>
                <a:lnTo>
                  <a:pt x="4275" y="1744"/>
                </a:lnTo>
                <a:lnTo>
                  <a:pt x="4275" y="1745"/>
                </a:lnTo>
                <a:lnTo>
                  <a:pt x="4275" y="1746"/>
                </a:lnTo>
                <a:lnTo>
                  <a:pt x="4275" y="1747"/>
                </a:lnTo>
                <a:lnTo>
                  <a:pt x="4276" y="1747"/>
                </a:lnTo>
                <a:lnTo>
                  <a:pt x="4276" y="1748"/>
                </a:lnTo>
                <a:lnTo>
                  <a:pt x="4276" y="1749"/>
                </a:lnTo>
                <a:lnTo>
                  <a:pt x="4276" y="1748"/>
                </a:lnTo>
                <a:lnTo>
                  <a:pt x="4276" y="1749"/>
                </a:lnTo>
                <a:lnTo>
                  <a:pt x="4275" y="1749"/>
                </a:lnTo>
                <a:lnTo>
                  <a:pt x="4275" y="1750"/>
                </a:lnTo>
                <a:lnTo>
                  <a:pt x="4274" y="1750"/>
                </a:lnTo>
                <a:lnTo>
                  <a:pt x="4273" y="1750"/>
                </a:lnTo>
                <a:lnTo>
                  <a:pt x="4271" y="1750"/>
                </a:lnTo>
                <a:lnTo>
                  <a:pt x="4271" y="1751"/>
                </a:lnTo>
                <a:lnTo>
                  <a:pt x="4271" y="1752"/>
                </a:lnTo>
                <a:lnTo>
                  <a:pt x="4272" y="1752"/>
                </a:lnTo>
                <a:lnTo>
                  <a:pt x="4272" y="1753"/>
                </a:lnTo>
                <a:lnTo>
                  <a:pt x="4272" y="1754"/>
                </a:lnTo>
                <a:lnTo>
                  <a:pt x="4271" y="1754"/>
                </a:lnTo>
                <a:lnTo>
                  <a:pt x="4271" y="1755"/>
                </a:lnTo>
                <a:lnTo>
                  <a:pt x="4270" y="1755"/>
                </a:lnTo>
                <a:lnTo>
                  <a:pt x="4270" y="1756"/>
                </a:lnTo>
                <a:lnTo>
                  <a:pt x="4269" y="1757"/>
                </a:lnTo>
                <a:lnTo>
                  <a:pt x="4270" y="1757"/>
                </a:lnTo>
                <a:lnTo>
                  <a:pt x="4270" y="1758"/>
                </a:lnTo>
                <a:lnTo>
                  <a:pt x="4269" y="1758"/>
                </a:lnTo>
                <a:lnTo>
                  <a:pt x="4269" y="1759"/>
                </a:lnTo>
                <a:lnTo>
                  <a:pt x="4268" y="1759"/>
                </a:lnTo>
                <a:lnTo>
                  <a:pt x="4268" y="1758"/>
                </a:lnTo>
                <a:lnTo>
                  <a:pt x="4267" y="1758"/>
                </a:lnTo>
                <a:lnTo>
                  <a:pt x="4267" y="1757"/>
                </a:lnTo>
                <a:lnTo>
                  <a:pt x="4266" y="1757"/>
                </a:lnTo>
                <a:lnTo>
                  <a:pt x="4267" y="1757"/>
                </a:lnTo>
                <a:lnTo>
                  <a:pt x="4267" y="1756"/>
                </a:lnTo>
                <a:lnTo>
                  <a:pt x="4266" y="1756"/>
                </a:lnTo>
                <a:lnTo>
                  <a:pt x="4267" y="1755"/>
                </a:lnTo>
                <a:lnTo>
                  <a:pt x="4267" y="1754"/>
                </a:lnTo>
                <a:lnTo>
                  <a:pt x="4267" y="1753"/>
                </a:lnTo>
                <a:lnTo>
                  <a:pt x="4266" y="1753"/>
                </a:lnTo>
                <a:lnTo>
                  <a:pt x="4266" y="1752"/>
                </a:lnTo>
                <a:lnTo>
                  <a:pt x="4265" y="1752"/>
                </a:lnTo>
                <a:lnTo>
                  <a:pt x="4265" y="1751"/>
                </a:lnTo>
                <a:lnTo>
                  <a:pt x="4266" y="1750"/>
                </a:lnTo>
                <a:lnTo>
                  <a:pt x="4265" y="1749"/>
                </a:lnTo>
                <a:lnTo>
                  <a:pt x="4264" y="1748"/>
                </a:lnTo>
                <a:lnTo>
                  <a:pt x="4263" y="1748"/>
                </a:lnTo>
                <a:lnTo>
                  <a:pt x="4263" y="1749"/>
                </a:lnTo>
                <a:lnTo>
                  <a:pt x="4261" y="1749"/>
                </a:lnTo>
                <a:lnTo>
                  <a:pt x="4258" y="1749"/>
                </a:lnTo>
                <a:lnTo>
                  <a:pt x="4257" y="1749"/>
                </a:lnTo>
                <a:lnTo>
                  <a:pt x="4257" y="1750"/>
                </a:lnTo>
                <a:lnTo>
                  <a:pt x="4258" y="1750"/>
                </a:lnTo>
                <a:lnTo>
                  <a:pt x="4257" y="1751"/>
                </a:lnTo>
                <a:lnTo>
                  <a:pt x="4258" y="1751"/>
                </a:lnTo>
                <a:lnTo>
                  <a:pt x="4258" y="1752"/>
                </a:lnTo>
                <a:lnTo>
                  <a:pt x="4257" y="1752"/>
                </a:lnTo>
                <a:lnTo>
                  <a:pt x="4256" y="1752"/>
                </a:lnTo>
                <a:lnTo>
                  <a:pt x="4255" y="1752"/>
                </a:lnTo>
                <a:lnTo>
                  <a:pt x="4254" y="1753"/>
                </a:lnTo>
                <a:lnTo>
                  <a:pt x="4255" y="1753"/>
                </a:lnTo>
                <a:lnTo>
                  <a:pt x="4255" y="1754"/>
                </a:lnTo>
                <a:lnTo>
                  <a:pt x="4254" y="1754"/>
                </a:lnTo>
                <a:lnTo>
                  <a:pt x="4253" y="1754"/>
                </a:lnTo>
                <a:lnTo>
                  <a:pt x="4253" y="1755"/>
                </a:lnTo>
                <a:lnTo>
                  <a:pt x="4253" y="1756"/>
                </a:lnTo>
                <a:lnTo>
                  <a:pt x="4252" y="1756"/>
                </a:lnTo>
                <a:lnTo>
                  <a:pt x="4252" y="1757"/>
                </a:lnTo>
                <a:lnTo>
                  <a:pt x="4252" y="1759"/>
                </a:lnTo>
                <a:lnTo>
                  <a:pt x="4253" y="1759"/>
                </a:lnTo>
                <a:lnTo>
                  <a:pt x="4254" y="1759"/>
                </a:lnTo>
                <a:lnTo>
                  <a:pt x="4254" y="1760"/>
                </a:lnTo>
                <a:lnTo>
                  <a:pt x="4255" y="1760"/>
                </a:lnTo>
                <a:lnTo>
                  <a:pt x="4255" y="1761"/>
                </a:lnTo>
                <a:lnTo>
                  <a:pt x="4256" y="1762"/>
                </a:lnTo>
                <a:lnTo>
                  <a:pt x="4255" y="1763"/>
                </a:lnTo>
                <a:lnTo>
                  <a:pt x="4254" y="1763"/>
                </a:lnTo>
                <a:lnTo>
                  <a:pt x="4254" y="1762"/>
                </a:lnTo>
                <a:lnTo>
                  <a:pt x="4253" y="1762"/>
                </a:lnTo>
                <a:lnTo>
                  <a:pt x="4252" y="1763"/>
                </a:lnTo>
                <a:lnTo>
                  <a:pt x="4251" y="1763"/>
                </a:lnTo>
                <a:lnTo>
                  <a:pt x="4251" y="1762"/>
                </a:lnTo>
                <a:lnTo>
                  <a:pt x="4250" y="1762"/>
                </a:lnTo>
                <a:lnTo>
                  <a:pt x="4249" y="1762"/>
                </a:lnTo>
                <a:lnTo>
                  <a:pt x="4248" y="1762"/>
                </a:lnTo>
                <a:lnTo>
                  <a:pt x="4249" y="1763"/>
                </a:lnTo>
                <a:lnTo>
                  <a:pt x="4248" y="1763"/>
                </a:lnTo>
                <a:lnTo>
                  <a:pt x="4249" y="1764"/>
                </a:lnTo>
                <a:lnTo>
                  <a:pt x="4249" y="1765"/>
                </a:lnTo>
                <a:lnTo>
                  <a:pt x="4249" y="1766"/>
                </a:lnTo>
                <a:lnTo>
                  <a:pt x="4248" y="1766"/>
                </a:lnTo>
                <a:lnTo>
                  <a:pt x="4248" y="1767"/>
                </a:lnTo>
                <a:lnTo>
                  <a:pt x="4248" y="1768"/>
                </a:lnTo>
                <a:lnTo>
                  <a:pt x="4248" y="1769"/>
                </a:lnTo>
                <a:lnTo>
                  <a:pt x="4249" y="1769"/>
                </a:lnTo>
                <a:lnTo>
                  <a:pt x="4250" y="1768"/>
                </a:lnTo>
                <a:lnTo>
                  <a:pt x="4251" y="1768"/>
                </a:lnTo>
                <a:lnTo>
                  <a:pt x="4251" y="1769"/>
                </a:lnTo>
                <a:lnTo>
                  <a:pt x="4250" y="1770"/>
                </a:lnTo>
                <a:lnTo>
                  <a:pt x="4251" y="1771"/>
                </a:lnTo>
                <a:lnTo>
                  <a:pt x="4250" y="1771"/>
                </a:lnTo>
                <a:lnTo>
                  <a:pt x="4250" y="1772"/>
                </a:lnTo>
                <a:lnTo>
                  <a:pt x="4251" y="1773"/>
                </a:lnTo>
                <a:lnTo>
                  <a:pt x="4251" y="1774"/>
                </a:lnTo>
                <a:lnTo>
                  <a:pt x="4251" y="1775"/>
                </a:lnTo>
                <a:lnTo>
                  <a:pt x="4252" y="1775"/>
                </a:lnTo>
                <a:lnTo>
                  <a:pt x="4252" y="1776"/>
                </a:lnTo>
                <a:lnTo>
                  <a:pt x="4251" y="1776"/>
                </a:lnTo>
                <a:lnTo>
                  <a:pt x="4251" y="1777"/>
                </a:lnTo>
                <a:lnTo>
                  <a:pt x="4252" y="1778"/>
                </a:lnTo>
                <a:lnTo>
                  <a:pt x="4251" y="1778"/>
                </a:lnTo>
                <a:lnTo>
                  <a:pt x="4251" y="1779"/>
                </a:lnTo>
                <a:lnTo>
                  <a:pt x="4252" y="1780"/>
                </a:lnTo>
                <a:lnTo>
                  <a:pt x="4252" y="1781"/>
                </a:lnTo>
                <a:lnTo>
                  <a:pt x="4253" y="1781"/>
                </a:lnTo>
                <a:lnTo>
                  <a:pt x="4253" y="1782"/>
                </a:lnTo>
                <a:lnTo>
                  <a:pt x="4252" y="1782"/>
                </a:lnTo>
                <a:lnTo>
                  <a:pt x="4253" y="1782"/>
                </a:lnTo>
                <a:lnTo>
                  <a:pt x="4254" y="1782"/>
                </a:lnTo>
                <a:lnTo>
                  <a:pt x="4254" y="1783"/>
                </a:lnTo>
                <a:lnTo>
                  <a:pt x="4253" y="1783"/>
                </a:lnTo>
                <a:lnTo>
                  <a:pt x="4252" y="1783"/>
                </a:lnTo>
                <a:lnTo>
                  <a:pt x="4251" y="1783"/>
                </a:lnTo>
                <a:lnTo>
                  <a:pt x="4250" y="1783"/>
                </a:lnTo>
                <a:lnTo>
                  <a:pt x="4249" y="1783"/>
                </a:lnTo>
                <a:lnTo>
                  <a:pt x="4248" y="1784"/>
                </a:lnTo>
                <a:lnTo>
                  <a:pt x="4247" y="1784"/>
                </a:lnTo>
                <a:lnTo>
                  <a:pt x="4246" y="1784"/>
                </a:lnTo>
                <a:lnTo>
                  <a:pt x="4245" y="1784"/>
                </a:lnTo>
                <a:lnTo>
                  <a:pt x="4244" y="1784"/>
                </a:lnTo>
                <a:lnTo>
                  <a:pt x="4244" y="1785"/>
                </a:lnTo>
                <a:lnTo>
                  <a:pt x="4244" y="1786"/>
                </a:lnTo>
                <a:lnTo>
                  <a:pt x="4243" y="1786"/>
                </a:lnTo>
                <a:lnTo>
                  <a:pt x="4242" y="1786"/>
                </a:lnTo>
                <a:lnTo>
                  <a:pt x="4242" y="1785"/>
                </a:lnTo>
                <a:lnTo>
                  <a:pt x="4241" y="1785"/>
                </a:lnTo>
                <a:lnTo>
                  <a:pt x="4240" y="1785"/>
                </a:lnTo>
                <a:lnTo>
                  <a:pt x="4239" y="1785"/>
                </a:lnTo>
                <a:lnTo>
                  <a:pt x="4238" y="1785"/>
                </a:lnTo>
                <a:lnTo>
                  <a:pt x="4238" y="1786"/>
                </a:lnTo>
                <a:lnTo>
                  <a:pt x="4239" y="1786"/>
                </a:lnTo>
                <a:lnTo>
                  <a:pt x="4239" y="1787"/>
                </a:lnTo>
                <a:lnTo>
                  <a:pt x="4237" y="1787"/>
                </a:lnTo>
                <a:lnTo>
                  <a:pt x="4237" y="1786"/>
                </a:lnTo>
                <a:lnTo>
                  <a:pt x="4236" y="1787"/>
                </a:lnTo>
                <a:lnTo>
                  <a:pt x="4234" y="1787"/>
                </a:lnTo>
                <a:lnTo>
                  <a:pt x="4233" y="1787"/>
                </a:lnTo>
                <a:lnTo>
                  <a:pt x="4232" y="1787"/>
                </a:lnTo>
                <a:lnTo>
                  <a:pt x="4231" y="1787"/>
                </a:lnTo>
                <a:lnTo>
                  <a:pt x="4231" y="1788"/>
                </a:lnTo>
                <a:lnTo>
                  <a:pt x="4230" y="1788"/>
                </a:lnTo>
                <a:lnTo>
                  <a:pt x="4230" y="1789"/>
                </a:lnTo>
                <a:lnTo>
                  <a:pt x="4229" y="1790"/>
                </a:lnTo>
                <a:lnTo>
                  <a:pt x="4228" y="1790"/>
                </a:lnTo>
                <a:lnTo>
                  <a:pt x="4228" y="1791"/>
                </a:lnTo>
                <a:lnTo>
                  <a:pt x="4227" y="1791"/>
                </a:lnTo>
                <a:lnTo>
                  <a:pt x="4226" y="1791"/>
                </a:lnTo>
                <a:lnTo>
                  <a:pt x="4225" y="1791"/>
                </a:lnTo>
                <a:lnTo>
                  <a:pt x="4225" y="1790"/>
                </a:lnTo>
                <a:lnTo>
                  <a:pt x="4224" y="1790"/>
                </a:lnTo>
                <a:lnTo>
                  <a:pt x="4223" y="1791"/>
                </a:lnTo>
                <a:lnTo>
                  <a:pt x="4222" y="1791"/>
                </a:lnTo>
                <a:lnTo>
                  <a:pt x="4221" y="1791"/>
                </a:lnTo>
                <a:lnTo>
                  <a:pt x="4220" y="1791"/>
                </a:lnTo>
                <a:lnTo>
                  <a:pt x="4220" y="1790"/>
                </a:lnTo>
                <a:lnTo>
                  <a:pt x="4219" y="1791"/>
                </a:lnTo>
                <a:lnTo>
                  <a:pt x="4219" y="1790"/>
                </a:lnTo>
                <a:lnTo>
                  <a:pt x="4218" y="1790"/>
                </a:lnTo>
                <a:lnTo>
                  <a:pt x="4217" y="1791"/>
                </a:lnTo>
                <a:lnTo>
                  <a:pt x="4216" y="1791"/>
                </a:lnTo>
                <a:lnTo>
                  <a:pt x="4215" y="1790"/>
                </a:lnTo>
                <a:lnTo>
                  <a:pt x="4217" y="1789"/>
                </a:lnTo>
                <a:lnTo>
                  <a:pt x="4218" y="1788"/>
                </a:lnTo>
                <a:lnTo>
                  <a:pt x="4218" y="1787"/>
                </a:lnTo>
                <a:lnTo>
                  <a:pt x="4219" y="1787"/>
                </a:lnTo>
                <a:lnTo>
                  <a:pt x="4219" y="1786"/>
                </a:lnTo>
                <a:lnTo>
                  <a:pt x="4218" y="1787"/>
                </a:lnTo>
                <a:lnTo>
                  <a:pt x="4217" y="1786"/>
                </a:lnTo>
                <a:lnTo>
                  <a:pt x="4218" y="1786"/>
                </a:lnTo>
                <a:lnTo>
                  <a:pt x="4218" y="1785"/>
                </a:lnTo>
                <a:lnTo>
                  <a:pt x="4219" y="1785"/>
                </a:lnTo>
                <a:lnTo>
                  <a:pt x="4219" y="1784"/>
                </a:lnTo>
                <a:lnTo>
                  <a:pt x="4220" y="1783"/>
                </a:lnTo>
                <a:lnTo>
                  <a:pt x="4220" y="1782"/>
                </a:lnTo>
                <a:lnTo>
                  <a:pt x="4220" y="1781"/>
                </a:lnTo>
                <a:lnTo>
                  <a:pt x="4221" y="1780"/>
                </a:lnTo>
                <a:lnTo>
                  <a:pt x="4222" y="1781"/>
                </a:lnTo>
                <a:lnTo>
                  <a:pt x="4223" y="1781"/>
                </a:lnTo>
                <a:lnTo>
                  <a:pt x="4222" y="1780"/>
                </a:lnTo>
                <a:lnTo>
                  <a:pt x="4221" y="1779"/>
                </a:lnTo>
                <a:lnTo>
                  <a:pt x="4222" y="1779"/>
                </a:lnTo>
                <a:lnTo>
                  <a:pt x="4223" y="1779"/>
                </a:lnTo>
                <a:lnTo>
                  <a:pt x="4223" y="1778"/>
                </a:lnTo>
                <a:lnTo>
                  <a:pt x="4223" y="1777"/>
                </a:lnTo>
                <a:lnTo>
                  <a:pt x="4222" y="1776"/>
                </a:lnTo>
                <a:lnTo>
                  <a:pt x="4221" y="1776"/>
                </a:lnTo>
                <a:lnTo>
                  <a:pt x="4221" y="1775"/>
                </a:lnTo>
                <a:lnTo>
                  <a:pt x="4220" y="1775"/>
                </a:lnTo>
                <a:lnTo>
                  <a:pt x="4220" y="1774"/>
                </a:lnTo>
                <a:lnTo>
                  <a:pt x="4219" y="1774"/>
                </a:lnTo>
                <a:lnTo>
                  <a:pt x="4219" y="1773"/>
                </a:lnTo>
                <a:lnTo>
                  <a:pt x="4218" y="1772"/>
                </a:lnTo>
                <a:lnTo>
                  <a:pt x="4218" y="1771"/>
                </a:lnTo>
                <a:lnTo>
                  <a:pt x="4218" y="1770"/>
                </a:lnTo>
                <a:lnTo>
                  <a:pt x="4218" y="1771"/>
                </a:lnTo>
                <a:lnTo>
                  <a:pt x="4216" y="1771"/>
                </a:lnTo>
                <a:lnTo>
                  <a:pt x="4217" y="1772"/>
                </a:lnTo>
                <a:lnTo>
                  <a:pt x="4216" y="1773"/>
                </a:lnTo>
                <a:lnTo>
                  <a:pt x="4215" y="1774"/>
                </a:lnTo>
                <a:lnTo>
                  <a:pt x="4215" y="1775"/>
                </a:lnTo>
                <a:lnTo>
                  <a:pt x="4216" y="1776"/>
                </a:lnTo>
                <a:lnTo>
                  <a:pt x="4217" y="1776"/>
                </a:lnTo>
                <a:lnTo>
                  <a:pt x="4217" y="1777"/>
                </a:lnTo>
                <a:lnTo>
                  <a:pt x="4214" y="1777"/>
                </a:lnTo>
                <a:lnTo>
                  <a:pt x="4214" y="1778"/>
                </a:lnTo>
                <a:lnTo>
                  <a:pt x="4213" y="1778"/>
                </a:lnTo>
                <a:lnTo>
                  <a:pt x="4213" y="1777"/>
                </a:lnTo>
                <a:lnTo>
                  <a:pt x="4213" y="1776"/>
                </a:lnTo>
                <a:lnTo>
                  <a:pt x="4212" y="1776"/>
                </a:lnTo>
                <a:lnTo>
                  <a:pt x="4211" y="1776"/>
                </a:lnTo>
                <a:lnTo>
                  <a:pt x="4211" y="1777"/>
                </a:lnTo>
                <a:lnTo>
                  <a:pt x="4210" y="1777"/>
                </a:lnTo>
                <a:lnTo>
                  <a:pt x="4210" y="1775"/>
                </a:lnTo>
                <a:lnTo>
                  <a:pt x="4209" y="1775"/>
                </a:lnTo>
                <a:lnTo>
                  <a:pt x="4209" y="1774"/>
                </a:lnTo>
                <a:lnTo>
                  <a:pt x="4208" y="1775"/>
                </a:lnTo>
                <a:lnTo>
                  <a:pt x="4207" y="1775"/>
                </a:lnTo>
                <a:lnTo>
                  <a:pt x="4206" y="1775"/>
                </a:lnTo>
                <a:lnTo>
                  <a:pt x="4205" y="1776"/>
                </a:lnTo>
                <a:lnTo>
                  <a:pt x="4204" y="1776"/>
                </a:lnTo>
                <a:lnTo>
                  <a:pt x="4204" y="1777"/>
                </a:lnTo>
                <a:lnTo>
                  <a:pt x="4203" y="1777"/>
                </a:lnTo>
                <a:lnTo>
                  <a:pt x="4202" y="1778"/>
                </a:lnTo>
                <a:lnTo>
                  <a:pt x="4201" y="1778"/>
                </a:lnTo>
                <a:lnTo>
                  <a:pt x="4201" y="1777"/>
                </a:lnTo>
                <a:lnTo>
                  <a:pt x="4200" y="1777"/>
                </a:lnTo>
                <a:lnTo>
                  <a:pt x="4201" y="1777"/>
                </a:lnTo>
                <a:lnTo>
                  <a:pt x="4201" y="1776"/>
                </a:lnTo>
                <a:lnTo>
                  <a:pt x="4200" y="1776"/>
                </a:lnTo>
                <a:lnTo>
                  <a:pt x="4200" y="1777"/>
                </a:lnTo>
                <a:lnTo>
                  <a:pt x="4201" y="1778"/>
                </a:lnTo>
                <a:lnTo>
                  <a:pt x="4201" y="1779"/>
                </a:lnTo>
                <a:lnTo>
                  <a:pt x="4201" y="1780"/>
                </a:lnTo>
                <a:lnTo>
                  <a:pt x="4201" y="1781"/>
                </a:lnTo>
                <a:lnTo>
                  <a:pt x="4202" y="1781"/>
                </a:lnTo>
                <a:lnTo>
                  <a:pt x="4201" y="1782"/>
                </a:lnTo>
                <a:lnTo>
                  <a:pt x="4200" y="1783"/>
                </a:lnTo>
                <a:lnTo>
                  <a:pt x="4199" y="1783"/>
                </a:lnTo>
                <a:lnTo>
                  <a:pt x="4198" y="1783"/>
                </a:lnTo>
                <a:lnTo>
                  <a:pt x="4197" y="1783"/>
                </a:lnTo>
                <a:lnTo>
                  <a:pt x="4198" y="1784"/>
                </a:lnTo>
                <a:lnTo>
                  <a:pt x="4199" y="1784"/>
                </a:lnTo>
                <a:lnTo>
                  <a:pt x="4200" y="1785"/>
                </a:lnTo>
                <a:lnTo>
                  <a:pt x="4200" y="1786"/>
                </a:lnTo>
                <a:lnTo>
                  <a:pt x="4199" y="1786"/>
                </a:lnTo>
                <a:lnTo>
                  <a:pt x="4200" y="1786"/>
                </a:lnTo>
                <a:lnTo>
                  <a:pt x="4200" y="1787"/>
                </a:lnTo>
                <a:lnTo>
                  <a:pt x="4201" y="1787"/>
                </a:lnTo>
                <a:lnTo>
                  <a:pt x="4202" y="1787"/>
                </a:lnTo>
                <a:lnTo>
                  <a:pt x="4203" y="1787"/>
                </a:lnTo>
                <a:lnTo>
                  <a:pt x="4203" y="1788"/>
                </a:lnTo>
                <a:lnTo>
                  <a:pt x="4204" y="1788"/>
                </a:lnTo>
                <a:lnTo>
                  <a:pt x="4205" y="1789"/>
                </a:lnTo>
                <a:lnTo>
                  <a:pt x="4204" y="1789"/>
                </a:lnTo>
                <a:lnTo>
                  <a:pt x="4205" y="1790"/>
                </a:lnTo>
                <a:lnTo>
                  <a:pt x="4206" y="1790"/>
                </a:lnTo>
                <a:lnTo>
                  <a:pt x="4207" y="1790"/>
                </a:lnTo>
                <a:lnTo>
                  <a:pt x="4208" y="1790"/>
                </a:lnTo>
                <a:lnTo>
                  <a:pt x="4209" y="1790"/>
                </a:lnTo>
                <a:lnTo>
                  <a:pt x="4210" y="1790"/>
                </a:lnTo>
                <a:lnTo>
                  <a:pt x="4211" y="1790"/>
                </a:lnTo>
                <a:lnTo>
                  <a:pt x="4211" y="1791"/>
                </a:lnTo>
                <a:lnTo>
                  <a:pt x="4211" y="1792"/>
                </a:lnTo>
                <a:lnTo>
                  <a:pt x="4210" y="1792"/>
                </a:lnTo>
                <a:lnTo>
                  <a:pt x="4210" y="1793"/>
                </a:lnTo>
                <a:lnTo>
                  <a:pt x="4210" y="1794"/>
                </a:lnTo>
                <a:lnTo>
                  <a:pt x="4209" y="1795"/>
                </a:lnTo>
                <a:lnTo>
                  <a:pt x="4207" y="1797"/>
                </a:lnTo>
                <a:lnTo>
                  <a:pt x="4207" y="1796"/>
                </a:lnTo>
                <a:lnTo>
                  <a:pt x="4207" y="1797"/>
                </a:lnTo>
                <a:lnTo>
                  <a:pt x="4208" y="1797"/>
                </a:lnTo>
                <a:lnTo>
                  <a:pt x="4209" y="1797"/>
                </a:lnTo>
                <a:lnTo>
                  <a:pt x="4211" y="1795"/>
                </a:lnTo>
                <a:lnTo>
                  <a:pt x="4211" y="1796"/>
                </a:lnTo>
                <a:lnTo>
                  <a:pt x="4211" y="1795"/>
                </a:lnTo>
                <a:lnTo>
                  <a:pt x="4212" y="1795"/>
                </a:lnTo>
                <a:lnTo>
                  <a:pt x="4212" y="1796"/>
                </a:lnTo>
                <a:lnTo>
                  <a:pt x="4211" y="1797"/>
                </a:lnTo>
                <a:lnTo>
                  <a:pt x="4212" y="1797"/>
                </a:lnTo>
                <a:lnTo>
                  <a:pt x="4212" y="1798"/>
                </a:lnTo>
                <a:lnTo>
                  <a:pt x="4211" y="1799"/>
                </a:lnTo>
                <a:lnTo>
                  <a:pt x="4212" y="1799"/>
                </a:lnTo>
                <a:lnTo>
                  <a:pt x="4212" y="1798"/>
                </a:lnTo>
                <a:lnTo>
                  <a:pt x="4213" y="1798"/>
                </a:lnTo>
                <a:lnTo>
                  <a:pt x="4213" y="1797"/>
                </a:lnTo>
                <a:lnTo>
                  <a:pt x="4214" y="1797"/>
                </a:lnTo>
                <a:lnTo>
                  <a:pt x="4214" y="1798"/>
                </a:lnTo>
                <a:lnTo>
                  <a:pt x="4215" y="1798"/>
                </a:lnTo>
                <a:lnTo>
                  <a:pt x="4215" y="1797"/>
                </a:lnTo>
                <a:lnTo>
                  <a:pt x="4214" y="1797"/>
                </a:lnTo>
                <a:lnTo>
                  <a:pt x="4214" y="1796"/>
                </a:lnTo>
                <a:lnTo>
                  <a:pt x="4215" y="1795"/>
                </a:lnTo>
                <a:lnTo>
                  <a:pt x="4216" y="1795"/>
                </a:lnTo>
                <a:lnTo>
                  <a:pt x="4217" y="1795"/>
                </a:lnTo>
                <a:lnTo>
                  <a:pt x="4218" y="1796"/>
                </a:lnTo>
                <a:lnTo>
                  <a:pt x="4217" y="1797"/>
                </a:lnTo>
                <a:lnTo>
                  <a:pt x="4217" y="1798"/>
                </a:lnTo>
                <a:lnTo>
                  <a:pt x="4216" y="1799"/>
                </a:lnTo>
                <a:lnTo>
                  <a:pt x="4216" y="1800"/>
                </a:lnTo>
                <a:lnTo>
                  <a:pt x="4215" y="1800"/>
                </a:lnTo>
                <a:lnTo>
                  <a:pt x="4214" y="1800"/>
                </a:lnTo>
                <a:lnTo>
                  <a:pt x="4213" y="1800"/>
                </a:lnTo>
                <a:lnTo>
                  <a:pt x="4212" y="1800"/>
                </a:lnTo>
                <a:lnTo>
                  <a:pt x="4211" y="1802"/>
                </a:lnTo>
                <a:lnTo>
                  <a:pt x="4210" y="1802"/>
                </a:lnTo>
                <a:lnTo>
                  <a:pt x="4209" y="1803"/>
                </a:lnTo>
                <a:lnTo>
                  <a:pt x="4208" y="1804"/>
                </a:lnTo>
                <a:lnTo>
                  <a:pt x="4208" y="1805"/>
                </a:lnTo>
                <a:lnTo>
                  <a:pt x="4207" y="1805"/>
                </a:lnTo>
                <a:lnTo>
                  <a:pt x="4207" y="1806"/>
                </a:lnTo>
                <a:lnTo>
                  <a:pt x="4207" y="1807"/>
                </a:lnTo>
                <a:lnTo>
                  <a:pt x="4206" y="1807"/>
                </a:lnTo>
                <a:lnTo>
                  <a:pt x="4206" y="1808"/>
                </a:lnTo>
                <a:lnTo>
                  <a:pt x="4205" y="1808"/>
                </a:lnTo>
                <a:lnTo>
                  <a:pt x="4205" y="1807"/>
                </a:lnTo>
                <a:lnTo>
                  <a:pt x="4205" y="1806"/>
                </a:lnTo>
                <a:lnTo>
                  <a:pt x="4206" y="1806"/>
                </a:lnTo>
                <a:lnTo>
                  <a:pt x="4206" y="1805"/>
                </a:lnTo>
                <a:lnTo>
                  <a:pt x="4207" y="1805"/>
                </a:lnTo>
                <a:lnTo>
                  <a:pt x="4207" y="1804"/>
                </a:lnTo>
                <a:lnTo>
                  <a:pt x="4207" y="1803"/>
                </a:lnTo>
                <a:lnTo>
                  <a:pt x="4208" y="1803"/>
                </a:lnTo>
                <a:lnTo>
                  <a:pt x="4209" y="1803"/>
                </a:lnTo>
                <a:lnTo>
                  <a:pt x="4209" y="1802"/>
                </a:lnTo>
                <a:lnTo>
                  <a:pt x="4208" y="1802"/>
                </a:lnTo>
                <a:lnTo>
                  <a:pt x="4207" y="1802"/>
                </a:lnTo>
                <a:lnTo>
                  <a:pt x="4206" y="1802"/>
                </a:lnTo>
                <a:lnTo>
                  <a:pt x="4205" y="1803"/>
                </a:lnTo>
                <a:lnTo>
                  <a:pt x="4205" y="1804"/>
                </a:lnTo>
                <a:lnTo>
                  <a:pt x="4204" y="1804"/>
                </a:lnTo>
                <a:lnTo>
                  <a:pt x="4204" y="1805"/>
                </a:lnTo>
                <a:lnTo>
                  <a:pt x="4203" y="1806"/>
                </a:lnTo>
                <a:lnTo>
                  <a:pt x="4202" y="1805"/>
                </a:lnTo>
                <a:lnTo>
                  <a:pt x="4201" y="1805"/>
                </a:lnTo>
                <a:lnTo>
                  <a:pt x="4202" y="1805"/>
                </a:lnTo>
                <a:lnTo>
                  <a:pt x="4202" y="1806"/>
                </a:lnTo>
                <a:lnTo>
                  <a:pt x="4201" y="1806"/>
                </a:lnTo>
                <a:lnTo>
                  <a:pt x="4201" y="1805"/>
                </a:lnTo>
                <a:lnTo>
                  <a:pt x="4200" y="1805"/>
                </a:lnTo>
                <a:lnTo>
                  <a:pt x="4200" y="1806"/>
                </a:lnTo>
                <a:lnTo>
                  <a:pt x="4199" y="1806"/>
                </a:lnTo>
                <a:lnTo>
                  <a:pt x="4198" y="1807"/>
                </a:lnTo>
                <a:lnTo>
                  <a:pt x="4197" y="1808"/>
                </a:lnTo>
                <a:lnTo>
                  <a:pt x="4196" y="1808"/>
                </a:lnTo>
                <a:lnTo>
                  <a:pt x="4195" y="1809"/>
                </a:lnTo>
                <a:lnTo>
                  <a:pt x="4195" y="1810"/>
                </a:lnTo>
                <a:lnTo>
                  <a:pt x="4194" y="1811"/>
                </a:lnTo>
                <a:lnTo>
                  <a:pt x="4194" y="1812"/>
                </a:lnTo>
                <a:lnTo>
                  <a:pt x="4193" y="1812"/>
                </a:lnTo>
                <a:lnTo>
                  <a:pt x="4193" y="1813"/>
                </a:lnTo>
                <a:lnTo>
                  <a:pt x="4192" y="1814"/>
                </a:lnTo>
                <a:lnTo>
                  <a:pt x="4192" y="1815"/>
                </a:lnTo>
                <a:lnTo>
                  <a:pt x="4192" y="1816"/>
                </a:lnTo>
                <a:lnTo>
                  <a:pt x="4192" y="1817"/>
                </a:lnTo>
                <a:lnTo>
                  <a:pt x="4193" y="1817"/>
                </a:lnTo>
                <a:lnTo>
                  <a:pt x="4193" y="1818"/>
                </a:lnTo>
                <a:lnTo>
                  <a:pt x="4193" y="1819"/>
                </a:lnTo>
                <a:lnTo>
                  <a:pt x="4193" y="1820"/>
                </a:lnTo>
                <a:lnTo>
                  <a:pt x="4192" y="1821"/>
                </a:lnTo>
                <a:lnTo>
                  <a:pt x="4192" y="1822"/>
                </a:lnTo>
                <a:lnTo>
                  <a:pt x="4191" y="1822"/>
                </a:lnTo>
                <a:lnTo>
                  <a:pt x="4191" y="1823"/>
                </a:lnTo>
                <a:lnTo>
                  <a:pt x="4192" y="1824"/>
                </a:lnTo>
                <a:lnTo>
                  <a:pt x="4191" y="1824"/>
                </a:lnTo>
                <a:lnTo>
                  <a:pt x="4191" y="1825"/>
                </a:lnTo>
                <a:lnTo>
                  <a:pt x="4190" y="1825"/>
                </a:lnTo>
                <a:lnTo>
                  <a:pt x="4189" y="1825"/>
                </a:lnTo>
                <a:lnTo>
                  <a:pt x="4188" y="1824"/>
                </a:lnTo>
                <a:lnTo>
                  <a:pt x="4188" y="1823"/>
                </a:lnTo>
                <a:lnTo>
                  <a:pt x="4187" y="1823"/>
                </a:lnTo>
                <a:lnTo>
                  <a:pt x="4186" y="1823"/>
                </a:lnTo>
                <a:lnTo>
                  <a:pt x="4187" y="1823"/>
                </a:lnTo>
                <a:lnTo>
                  <a:pt x="4187" y="1822"/>
                </a:lnTo>
                <a:lnTo>
                  <a:pt x="4186" y="1821"/>
                </a:lnTo>
                <a:lnTo>
                  <a:pt x="4185" y="1821"/>
                </a:lnTo>
                <a:lnTo>
                  <a:pt x="4184" y="1820"/>
                </a:lnTo>
                <a:lnTo>
                  <a:pt x="4183" y="1820"/>
                </a:lnTo>
                <a:lnTo>
                  <a:pt x="4183" y="1821"/>
                </a:lnTo>
                <a:lnTo>
                  <a:pt x="4182" y="1821"/>
                </a:lnTo>
                <a:lnTo>
                  <a:pt x="4181" y="1822"/>
                </a:lnTo>
                <a:lnTo>
                  <a:pt x="4181" y="1823"/>
                </a:lnTo>
                <a:lnTo>
                  <a:pt x="4182" y="1823"/>
                </a:lnTo>
                <a:lnTo>
                  <a:pt x="4182" y="1824"/>
                </a:lnTo>
                <a:lnTo>
                  <a:pt x="4183" y="1825"/>
                </a:lnTo>
                <a:lnTo>
                  <a:pt x="4184" y="1825"/>
                </a:lnTo>
                <a:lnTo>
                  <a:pt x="4185" y="1825"/>
                </a:lnTo>
                <a:lnTo>
                  <a:pt x="4185" y="1826"/>
                </a:lnTo>
                <a:lnTo>
                  <a:pt x="4184" y="1826"/>
                </a:lnTo>
                <a:lnTo>
                  <a:pt x="4183" y="1827"/>
                </a:lnTo>
                <a:lnTo>
                  <a:pt x="4182" y="1827"/>
                </a:lnTo>
                <a:lnTo>
                  <a:pt x="4182" y="1828"/>
                </a:lnTo>
                <a:lnTo>
                  <a:pt x="4181" y="1829"/>
                </a:lnTo>
                <a:lnTo>
                  <a:pt x="4181" y="1830"/>
                </a:lnTo>
                <a:lnTo>
                  <a:pt x="4181" y="1831"/>
                </a:lnTo>
                <a:lnTo>
                  <a:pt x="4182" y="1832"/>
                </a:lnTo>
                <a:lnTo>
                  <a:pt x="4183" y="1832"/>
                </a:lnTo>
                <a:lnTo>
                  <a:pt x="4183" y="1833"/>
                </a:lnTo>
                <a:lnTo>
                  <a:pt x="4182" y="1834"/>
                </a:lnTo>
                <a:lnTo>
                  <a:pt x="4181" y="1834"/>
                </a:lnTo>
                <a:lnTo>
                  <a:pt x="4181" y="1833"/>
                </a:lnTo>
                <a:lnTo>
                  <a:pt x="4180" y="1834"/>
                </a:lnTo>
                <a:lnTo>
                  <a:pt x="4179" y="1835"/>
                </a:lnTo>
                <a:lnTo>
                  <a:pt x="4178" y="1836"/>
                </a:lnTo>
                <a:lnTo>
                  <a:pt x="4177" y="1836"/>
                </a:lnTo>
                <a:lnTo>
                  <a:pt x="4177" y="1835"/>
                </a:lnTo>
                <a:lnTo>
                  <a:pt x="4176" y="1835"/>
                </a:lnTo>
                <a:lnTo>
                  <a:pt x="4177" y="1835"/>
                </a:lnTo>
                <a:lnTo>
                  <a:pt x="4177" y="1834"/>
                </a:lnTo>
                <a:lnTo>
                  <a:pt x="4176" y="1834"/>
                </a:lnTo>
                <a:lnTo>
                  <a:pt x="4175" y="1835"/>
                </a:lnTo>
                <a:lnTo>
                  <a:pt x="4174" y="1835"/>
                </a:lnTo>
                <a:lnTo>
                  <a:pt x="4174" y="1834"/>
                </a:lnTo>
                <a:lnTo>
                  <a:pt x="4174" y="1833"/>
                </a:lnTo>
                <a:lnTo>
                  <a:pt x="4175" y="1833"/>
                </a:lnTo>
                <a:lnTo>
                  <a:pt x="4174" y="1833"/>
                </a:lnTo>
                <a:lnTo>
                  <a:pt x="4173" y="1832"/>
                </a:lnTo>
                <a:lnTo>
                  <a:pt x="4173" y="1833"/>
                </a:lnTo>
                <a:lnTo>
                  <a:pt x="4172" y="1833"/>
                </a:lnTo>
                <a:lnTo>
                  <a:pt x="4172" y="1834"/>
                </a:lnTo>
                <a:lnTo>
                  <a:pt x="4171" y="1834"/>
                </a:lnTo>
                <a:lnTo>
                  <a:pt x="4171" y="1835"/>
                </a:lnTo>
                <a:lnTo>
                  <a:pt x="4170" y="1835"/>
                </a:lnTo>
                <a:lnTo>
                  <a:pt x="4170" y="1836"/>
                </a:lnTo>
                <a:lnTo>
                  <a:pt x="4172" y="1836"/>
                </a:lnTo>
                <a:lnTo>
                  <a:pt x="4172" y="1837"/>
                </a:lnTo>
                <a:lnTo>
                  <a:pt x="4170" y="1837"/>
                </a:lnTo>
                <a:lnTo>
                  <a:pt x="4171" y="1838"/>
                </a:lnTo>
                <a:lnTo>
                  <a:pt x="4170" y="1838"/>
                </a:lnTo>
                <a:lnTo>
                  <a:pt x="4171" y="1839"/>
                </a:lnTo>
                <a:lnTo>
                  <a:pt x="4170" y="1840"/>
                </a:lnTo>
                <a:lnTo>
                  <a:pt x="4170" y="1839"/>
                </a:lnTo>
                <a:lnTo>
                  <a:pt x="4169" y="1839"/>
                </a:lnTo>
                <a:lnTo>
                  <a:pt x="4168" y="1839"/>
                </a:lnTo>
                <a:lnTo>
                  <a:pt x="4167" y="1839"/>
                </a:lnTo>
                <a:lnTo>
                  <a:pt x="4167" y="1835"/>
                </a:lnTo>
                <a:lnTo>
                  <a:pt x="4166" y="1834"/>
                </a:lnTo>
                <a:lnTo>
                  <a:pt x="4166" y="1833"/>
                </a:lnTo>
                <a:lnTo>
                  <a:pt x="4166" y="1834"/>
                </a:lnTo>
                <a:lnTo>
                  <a:pt x="4166" y="1835"/>
                </a:lnTo>
                <a:lnTo>
                  <a:pt x="4165" y="1835"/>
                </a:lnTo>
                <a:lnTo>
                  <a:pt x="4164" y="1835"/>
                </a:lnTo>
                <a:lnTo>
                  <a:pt x="4164" y="1836"/>
                </a:lnTo>
                <a:lnTo>
                  <a:pt x="4163" y="1836"/>
                </a:lnTo>
                <a:lnTo>
                  <a:pt x="4162" y="1837"/>
                </a:lnTo>
                <a:lnTo>
                  <a:pt x="4161" y="1837"/>
                </a:lnTo>
                <a:lnTo>
                  <a:pt x="4161" y="1838"/>
                </a:lnTo>
                <a:lnTo>
                  <a:pt x="4160" y="1838"/>
                </a:lnTo>
                <a:lnTo>
                  <a:pt x="4159" y="1838"/>
                </a:lnTo>
                <a:lnTo>
                  <a:pt x="4158" y="1837"/>
                </a:lnTo>
                <a:lnTo>
                  <a:pt x="4157" y="1836"/>
                </a:lnTo>
                <a:lnTo>
                  <a:pt x="4157" y="1837"/>
                </a:lnTo>
                <a:lnTo>
                  <a:pt x="4158" y="1837"/>
                </a:lnTo>
                <a:lnTo>
                  <a:pt x="4158" y="1838"/>
                </a:lnTo>
                <a:lnTo>
                  <a:pt x="4159" y="1838"/>
                </a:lnTo>
                <a:lnTo>
                  <a:pt x="4158" y="1838"/>
                </a:lnTo>
                <a:lnTo>
                  <a:pt x="4157" y="1838"/>
                </a:lnTo>
                <a:lnTo>
                  <a:pt x="4158" y="1839"/>
                </a:lnTo>
                <a:lnTo>
                  <a:pt x="4159" y="1839"/>
                </a:lnTo>
                <a:lnTo>
                  <a:pt x="4159" y="1840"/>
                </a:lnTo>
                <a:lnTo>
                  <a:pt x="4159" y="1841"/>
                </a:lnTo>
                <a:lnTo>
                  <a:pt x="4158" y="1841"/>
                </a:lnTo>
                <a:lnTo>
                  <a:pt x="4157" y="1841"/>
                </a:lnTo>
                <a:lnTo>
                  <a:pt x="4156" y="1841"/>
                </a:lnTo>
                <a:lnTo>
                  <a:pt x="4157" y="1841"/>
                </a:lnTo>
                <a:lnTo>
                  <a:pt x="4156" y="1841"/>
                </a:lnTo>
                <a:lnTo>
                  <a:pt x="4156" y="1842"/>
                </a:lnTo>
                <a:lnTo>
                  <a:pt x="4158" y="1841"/>
                </a:lnTo>
                <a:lnTo>
                  <a:pt x="4157" y="1842"/>
                </a:lnTo>
                <a:lnTo>
                  <a:pt x="4156" y="1844"/>
                </a:lnTo>
                <a:lnTo>
                  <a:pt x="4156" y="1845"/>
                </a:lnTo>
                <a:lnTo>
                  <a:pt x="4156" y="1846"/>
                </a:lnTo>
                <a:lnTo>
                  <a:pt x="4156" y="1847"/>
                </a:lnTo>
                <a:lnTo>
                  <a:pt x="4155" y="1847"/>
                </a:lnTo>
                <a:lnTo>
                  <a:pt x="4154" y="1848"/>
                </a:lnTo>
                <a:lnTo>
                  <a:pt x="4154" y="1849"/>
                </a:lnTo>
                <a:lnTo>
                  <a:pt x="4154" y="1850"/>
                </a:lnTo>
                <a:lnTo>
                  <a:pt x="4154" y="1851"/>
                </a:lnTo>
                <a:lnTo>
                  <a:pt x="4153" y="1852"/>
                </a:lnTo>
                <a:lnTo>
                  <a:pt x="4152" y="1852"/>
                </a:lnTo>
                <a:lnTo>
                  <a:pt x="4152" y="1853"/>
                </a:lnTo>
                <a:lnTo>
                  <a:pt x="4152" y="1854"/>
                </a:lnTo>
                <a:lnTo>
                  <a:pt x="4151" y="1854"/>
                </a:lnTo>
                <a:lnTo>
                  <a:pt x="4151" y="1855"/>
                </a:lnTo>
                <a:lnTo>
                  <a:pt x="4151" y="1856"/>
                </a:lnTo>
                <a:lnTo>
                  <a:pt x="4150" y="1856"/>
                </a:lnTo>
                <a:lnTo>
                  <a:pt x="4150" y="1857"/>
                </a:lnTo>
                <a:lnTo>
                  <a:pt x="4150" y="1858"/>
                </a:lnTo>
                <a:lnTo>
                  <a:pt x="4150" y="1857"/>
                </a:lnTo>
                <a:lnTo>
                  <a:pt x="4149" y="1857"/>
                </a:lnTo>
                <a:lnTo>
                  <a:pt x="4150" y="1858"/>
                </a:lnTo>
                <a:lnTo>
                  <a:pt x="4150" y="1859"/>
                </a:lnTo>
                <a:lnTo>
                  <a:pt x="4150" y="1860"/>
                </a:lnTo>
                <a:lnTo>
                  <a:pt x="4150" y="1861"/>
                </a:lnTo>
                <a:lnTo>
                  <a:pt x="4149" y="1862"/>
                </a:lnTo>
                <a:lnTo>
                  <a:pt x="4149" y="1863"/>
                </a:lnTo>
                <a:lnTo>
                  <a:pt x="4149" y="1862"/>
                </a:lnTo>
                <a:lnTo>
                  <a:pt x="4149" y="1861"/>
                </a:lnTo>
                <a:lnTo>
                  <a:pt x="4149" y="1860"/>
                </a:lnTo>
                <a:lnTo>
                  <a:pt x="4148" y="1860"/>
                </a:lnTo>
                <a:lnTo>
                  <a:pt x="4148" y="1861"/>
                </a:lnTo>
                <a:lnTo>
                  <a:pt x="4148" y="1865"/>
                </a:lnTo>
                <a:lnTo>
                  <a:pt x="4147" y="1865"/>
                </a:lnTo>
                <a:lnTo>
                  <a:pt x="4147" y="1868"/>
                </a:lnTo>
                <a:lnTo>
                  <a:pt x="4146" y="1868"/>
                </a:lnTo>
                <a:lnTo>
                  <a:pt x="4146" y="1864"/>
                </a:lnTo>
                <a:lnTo>
                  <a:pt x="4145" y="1864"/>
                </a:lnTo>
                <a:lnTo>
                  <a:pt x="4144" y="1864"/>
                </a:lnTo>
                <a:lnTo>
                  <a:pt x="4144" y="1865"/>
                </a:lnTo>
                <a:lnTo>
                  <a:pt x="4142" y="1865"/>
                </a:lnTo>
                <a:lnTo>
                  <a:pt x="4143" y="1866"/>
                </a:lnTo>
                <a:lnTo>
                  <a:pt x="4142" y="1867"/>
                </a:lnTo>
                <a:lnTo>
                  <a:pt x="4141" y="1866"/>
                </a:lnTo>
                <a:lnTo>
                  <a:pt x="4140" y="1867"/>
                </a:lnTo>
                <a:lnTo>
                  <a:pt x="4140" y="1868"/>
                </a:lnTo>
                <a:lnTo>
                  <a:pt x="4140" y="1867"/>
                </a:lnTo>
                <a:lnTo>
                  <a:pt x="4139" y="1867"/>
                </a:lnTo>
                <a:lnTo>
                  <a:pt x="4139" y="1868"/>
                </a:lnTo>
                <a:lnTo>
                  <a:pt x="4139" y="1869"/>
                </a:lnTo>
                <a:lnTo>
                  <a:pt x="4139" y="1870"/>
                </a:lnTo>
                <a:lnTo>
                  <a:pt x="4138" y="1869"/>
                </a:lnTo>
                <a:lnTo>
                  <a:pt x="4138" y="1870"/>
                </a:lnTo>
                <a:lnTo>
                  <a:pt x="4137" y="1871"/>
                </a:lnTo>
                <a:lnTo>
                  <a:pt x="4136" y="1871"/>
                </a:lnTo>
                <a:lnTo>
                  <a:pt x="4136" y="1872"/>
                </a:lnTo>
                <a:lnTo>
                  <a:pt x="4136" y="1873"/>
                </a:lnTo>
                <a:lnTo>
                  <a:pt x="4136" y="1874"/>
                </a:lnTo>
                <a:lnTo>
                  <a:pt x="4136" y="1875"/>
                </a:lnTo>
                <a:lnTo>
                  <a:pt x="4136" y="1876"/>
                </a:lnTo>
                <a:lnTo>
                  <a:pt x="4135" y="1876"/>
                </a:lnTo>
                <a:lnTo>
                  <a:pt x="4135" y="1878"/>
                </a:lnTo>
                <a:lnTo>
                  <a:pt x="4134" y="1880"/>
                </a:lnTo>
                <a:lnTo>
                  <a:pt x="4134" y="1881"/>
                </a:lnTo>
                <a:lnTo>
                  <a:pt x="4134" y="1882"/>
                </a:lnTo>
                <a:lnTo>
                  <a:pt x="4134" y="1883"/>
                </a:lnTo>
                <a:lnTo>
                  <a:pt x="4134" y="1885"/>
                </a:lnTo>
                <a:lnTo>
                  <a:pt x="4135" y="1886"/>
                </a:lnTo>
                <a:lnTo>
                  <a:pt x="4134" y="1887"/>
                </a:lnTo>
                <a:lnTo>
                  <a:pt x="4134" y="1888"/>
                </a:lnTo>
                <a:lnTo>
                  <a:pt x="4134" y="1887"/>
                </a:lnTo>
                <a:lnTo>
                  <a:pt x="4133" y="1887"/>
                </a:lnTo>
                <a:lnTo>
                  <a:pt x="4133" y="1888"/>
                </a:lnTo>
                <a:lnTo>
                  <a:pt x="4134" y="1888"/>
                </a:lnTo>
                <a:lnTo>
                  <a:pt x="4134" y="1889"/>
                </a:lnTo>
                <a:lnTo>
                  <a:pt x="4135" y="1889"/>
                </a:lnTo>
                <a:lnTo>
                  <a:pt x="4134" y="1889"/>
                </a:lnTo>
                <a:lnTo>
                  <a:pt x="4134" y="1890"/>
                </a:lnTo>
                <a:lnTo>
                  <a:pt x="4133" y="1890"/>
                </a:lnTo>
                <a:lnTo>
                  <a:pt x="4133" y="1889"/>
                </a:lnTo>
                <a:lnTo>
                  <a:pt x="4132" y="1889"/>
                </a:lnTo>
                <a:lnTo>
                  <a:pt x="4132" y="1891"/>
                </a:lnTo>
                <a:lnTo>
                  <a:pt x="4131" y="1891"/>
                </a:lnTo>
                <a:lnTo>
                  <a:pt x="4131" y="1890"/>
                </a:lnTo>
                <a:lnTo>
                  <a:pt x="4132" y="1890"/>
                </a:lnTo>
                <a:lnTo>
                  <a:pt x="4132" y="1889"/>
                </a:lnTo>
                <a:lnTo>
                  <a:pt x="4131" y="1889"/>
                </a:lnTo>
                <a:lnTo>
                  <a:pt x="4131" y="1890"/>
                </a:lnTo>
                <a:lnTo>
                  <a:pt x="4130" y="1890"/>
                </a:lnTo>
                <a:lnTo>
                  <a:pt x="4129" y="1890"/>
                </a:lnTo>
                <a:lnTo>
                  <a:pt x="4128" y="1890"/>
                </a:lnTo>
                <a:lnTo>
                  <a:pt x="4127" y="1891"/>
                </a:lnTo>
                <a:lnTo>
                  <a:pt x="4126" y="1889"/>
                </a:lnTo>
                <a:lnTo>
                  <a:pt x="4126" y="1890"/>
                </a:lnTo>
                <a:lnTo>
                  <a:pt x="4126" y="1891"/>
                </a:lnTo>
                <a:lnTo>
                  <a:pt x="4125" y="1891"/>
                </a:lnTo>
                <a:lnTo>
                  <a:pt x="4123" y="1892"/>
                </a:lnTo>
                <a:lnTo>
                  <a:pt x="4122" y="1893"/>
                </a:lnTo>
                <a:lnTo>
                  <a:pt x="4121" y="1892"/>
                </a:lnTo>
                <a:lnTo>
                  <a:pt x="4121" y="1893"/>
                </a:lnTo>
                <a:lnTo>
                  <a:pt x="4120" y="1893"/>
                </a:lnTo>
                <a:lnTo>
                  <a:pt x="4120" y="1895"/>
                </a:lnTo>
                <a:lnTo>
                  <a:pt x="4119" y="1895"/>
                </a:lnTo>
                <a:lnTo>
                  <a:pt x="4119" y="1896"/>
                </a:lnTo>
                <a:lnTo>
                  <a:pt x="4118" y="1896"/>
                </a:lnTo>
                <a:lnTo>
                  <a:pt x="4118" y="1897"/>
                </a:lnTo>
                <a:lnTo>
                  <a:pt x="4118" y="1898"/>
                </a:lnTo>
                <a:lnTo>
                  <a:pt x="4118" y="1899"/>
                </a:lnTo>
                <a:lnTo>
                  <a:pt x="4118" y="1901"/>
                </a:lnTo>
                <a:lnTo>
                  <a:pt x="4117" y="1902"/>
                </a:lnTo>
                <a:lnTo>
                  <a:pt x="4117" y="1903"/>
                </a:lnTo>
                <a:lnTo>
                  <a:pt x="4117" y="1904"/>
                </a:lnTo>
                <a:lnTo>
                  <a:pt x="4117" y="1905"/>
                </a:lnTo>
                <a:lnTo>
                  <a:pt x="4118" y="1906"/>
                </a:lnTo>
                <a:lnTo>
                  <a:pt x="4118" y="1907"/>
                </a:lnTo>
                <a:lnTo>
                  <a:pt x="4117" y="1907"/>
                </a:lnTo>
                <a:lnTo>
                  <a:pt x="4117" y="1908"/>
                </a:lnTo>
                <a:lnTo>
                  <a:pt x="4117" y="1909"/>
                </a:lnTo>
                <a:lnTo>
                  <a:pt x="4117" y="1910"/>
                </a:lnTo>
                <a:lnTo>
                  <a:pt x="4116" y="1910"/>
                </a:lnTo>
                <a:lnTo>
                  <a:pt x="4116" y="1911"/>
                </a:lnTo>
                <a:lnTo>
                  <a:pt x="4117" y="1911"/>
                </a:lnTo>
                <a:lnTo>
                  <a:pt x="4118" y="1911"/>
                </a:lnTo>
                <a:lnTo>
                  <a:pt x="4117" y="1914"/>
                </a:lnTo>
                <a:lnTo>
                  <a:pt x="4116" y="1914"/>
                </a:lnTo>
                <a:lnTo>
                  <a:pt x="4117" y="1914"/>
                </a:lnTo>
                <a:lnTo>
                  <a:pt x="4118" y="1914"/>
                </a:lnTo>
                <a:lnTo>
                  <a:pt x="4119" y="1914"/>
                </a:lnTo>
                <a:lnTo>
                  <a:pt x="4119" y="1915"/>
                </a:lnTo>
                <a:lnTo>
                  <a:pt x="4118" y="1915"/>
                </a:lnTo>
                <a:lnTo>
                  <a:pt x="4117" y="1916"/>
                </a:lnTo>
                <a:lnTo>
                  <a:pt x="4117" y="1917"/>
                </a:lnTo>
                <a:lnTo>
                  <a:pt x="4118" y="1916"/>
                </a:lnTo>
                <a:lnTo>
                  <a:pt x="4118" y="1917"/>
                </a:lnTo>
                <a:lnTo>
                  <a:pt x="4118" y="1918"/>
                </a:lnTo>
                <a:lnTo>
                  <a:pt x="4119" y="1918"/>
                </a:lnTo>
                <a:lnTo>
                  <a:pt x="4119" y="1919"/>
                </a:lnTo>
                <a:lnTo>
                  <a:pt x="4120" y="1920"/>
                </a:lnTo>
                <a:lnTo>
                  <a:pt x="4119" y="1920"/>
                </a:lnTo>
                <a:lnTo>
                  <a:pt x="4120" y="1920"/>
                </a:lnTo>
                <a:lnTo>
                  <a:pt x="4120" y="1921"/>
                </a:lnTo>
                <a:lnTo>
                  <a:pt x="4121" y="1921"/>
                </a:lnTo>
                <a:lnTo>
                  <a:pt x="4122" y="1921"/>
                </a:lnTo>
                <a:lnTo>
                  <a:pt x="4123" y="1920"/>
                </a:lnTo>
                <a:lnTo>
                  <a:pt x="4124" y="1920"/>
                </a:lnTo>
                <a:lnTo>
                  <a:pt x="4125" y="1921"/>
                </a:lnTo>
                <a:lnTo>
                  <a:pt x="4126" y="1921"/>
                </a:lnTo>
                <a:lnTo>
                  <a:pt x="4127" y="1922"/>
                </a:lnTo>
                <a:lnTo>
                  <a:pt x="4128" y="1922"/>
                </a:lnTo>
                <a:lnTo>
                  <a:pt x="4129" y="1922"/>
                </a:lnTo>
                <a:lnTo>
                  <a:pt x="4129" y="1923"/>
                </a:lnTo>
                <a:lnTo>
                  <a:pt x="4131" y="1923"/>
                </a:lnTo>
                <a:lnTo>
                  <a:pt x="4132" y="1923"/>
                </a:lnTo>
                <a:lnTo>
                  <a:pt x="4133" y="1923"/>
                </a:lnTo>
                <a:lnTo>
                  <a:pt x="4133" y="1924"/>
                </a:lnTo>
                <a:lnTo>
                  <a:pt x="4134" y="1924"/>
                </a:lnTo>
                <a:lnTo>
                  <a:pt x="4135" y="1925"/>
                </a:lnTo>
                <a:lnTo>
                  <a:pt x="4136" y="1925"/>
                </a:lnTo>
                <a:lnTo>
                  <a:pt x="4137" y="1925"/>
                </a:lnTo>
                <a:lnTo>
                  <a:pt x="4138" y="1925"/>
                </a:lnTo>
                <a:lnTo>
                  <a:pt x="4139" y="1925"/>
                </a:lnTo>
                <a:lnTo>
                  <a:pt x="4140" y="1925"/>
                </a:lnTo>
                <a:lnTo>
                  <a:pt x="4141" y="1926"/>
                </a:lnTo>
                <a:lnTo>
                  <a:pt x="4142" y="1926"/>
                </a:lnTo>
                <a:lnTo>
                  <a:pt x="4145" y="1927"/>
                </a:lnTo>
                <a:lnTo>
                  <a:pt x="4146" y="1926"/>
                </a:lnTo>
                <a:lnTo>
                  <a:pt x="4146" y="1927"/>
                </a:lnTo>
                <a:lnTo>
                  <a:pt x="4145" y="1927"/>
                </a:lnTo>
                <a:lnTo>
                  <a:pt x="4145" y="1928"/>
                </a:lnTo>
                <a:lnTo>
                  <a:pt x="4142" y="1928"/>
                </a:lnTo>
                <a:lnTo>
                  <a:pt x="4143" y="1928"/>
                </a:lnTo>
                <a:lnTo>
                  <a:pt x="4143" y="1929"/>
                </a:lnTo>
                <a:lnTo>
                  <a:pt x="4143" y="1930"/>
                </a:lnTo>
                <a:lnTo>
                  <a:pt x="4142" y="1930"/>
                </a:lnTo>
                <a:lnTo>
                  <a:pt x="4142" y="1929"/>
                </a:lnTo>
                <a:lnTo>
                  <a:pt x="4142" y="1930"/>
                </a:lnTo>
                <a:lnTo>
                  <a:pt x="4141" y="1930"/>
                </a:lnTo>
                <a:lnTo>
                  <a:pt x="4142" y="1931"/>
                </a:lnTo>
                <a:lnTo>
                  <a:pt x="4141" y="1931"/>
                </a:lnTo>
                <a:lnTo>
                  <a:pt x="4140" y="1931"/>
                </a:lnTo>
                <a:lnTo>
                  <a:pt x="4140" y="1932"/>
                </a:lnTo>
                <a:lnTo>
                  <a:pt x="4141" y="1933"/>
                </a:lnTo>
                <a:lnTo>
                  <a:pt x="4143" y="1934"/>
                </a:lnTo>
                <a:lnTo>
                  <a:pt x="4144" y="1935"/>
                </a:lnTo>
                <a:lnTo>
                  <a:pt x="4147" y="1937"/>
                </a:lnTo>
                <a:lnTo>
                  <a:pt x="4147" y="1938"/>
                </a:lnTo>
                <a:lnTo>
                  <a:pt x="4148" y="1937"/>
                </a:lnTo>
                <a:lnTo>
                  <a:pt x="4150" y="1937"/>
                </a:lnTo>
                <a:lnTo>
                  <a:pt x="4149" y="1939"/>
                </a:lnTo>
                <a:lnTo>
                  <a:pt x="4151" y="1939"/>
                </a:lnTo>
                <a:lnTo>
                  <a:pt x="4150" y="1940"/>
                </a:lnTo>
                <a:lnTo>
                  <a:pt x="4151" y="1941"/>
                </a:lnTo>
                <a:lnTo>
                  <a:pt x="4152" y="1941"/>
                </a:lnTo>
                <a:lnTo>
                  <a:pt x="4153" y="1942"/>
                </a:lnTo>
                <a:lnTo>
                  <a:pt x="4155" y="1942"/>
                </a:lnTo>
                <a:lnTo>
                  <a:pt x="4156" y="1943"/>
                </a:lnTo>
                <a:lnTo>
                  <a:pt x="4157" y="1943"/>
                </a:lnTo>
                <a:lnTo>
                  <a:pt x="4157" y="1944"/>
                </a:lnTo>
                <a:lnTo>
                  <a:pt x="4158" y="1944"/>
                </a:lnTo>
                <a:lnTo>
                  <a:pt x="4158" y="1945"/>
                </a:lnTo>
                <a:lnTo>
                  <a:pt x="4158" y="1946"/>
                </a:lnTo>
                <a:lnTo>
                  <a:pt x="4158" y="1948"/>
                </a:lnTo>
                <a:lnTo>
                  <a:pt x="4157" y="1948"/>
                </a:lnTo>
                <a:lnTo>
                  <a:pt x="4159" y="1948"/>
                </a:lnTo>
                <a:lnTo>
                  <a:pt x="4160" y="1948"/>
                </a:lnTo>
                <a:lnTo>
                  <a:pt x="4161" y="1948"/>
                </a:lnTo>
                <a:lnTo>
                  <a:pt x="4161" y="1947"/>
                </a:lnTo>
                <a:lnTo>
                  <a:pt x="4161" y="1948"/>
                </a:lnTo>
                <a:lnTo>
                  <a:pt x="4162" y="1948"/>
                </a:lnTo>
                <a:lnTo>
                  <a:pt x="4162" y="1947"/>
                </a:lnTo>
                <a:lnTo>
                  <a:pt x="4163" y="1947"/>
                </a:lnTo>
                <a:lnTo>
                  <a:pt x="4164" y="1947"/>
                </a:lnTo>
                <a:lnTo>
                  <a:pt x="4165" y="1948"/>
                </a:lnTo>
                <a:lnTo>
                  <a:pt x="4169" y="1950"/>
                </a:lnTo>
                <a:lnTo>
                  <a:pt x="4170" y="1950"/>
                </a:lnTo>
                <a:lnTo>
                  <a:pt x="4171" y="1951"/>
                </a:lnTo>
                <a:lnTo>
                  <a:pt x="4170" y="1951"/>
                </a:lnTo>
                <a:lnTo>
                  <a:pt x="4170" y="1952"/>
                </a:lnTo>
                <a:lnTo>
                  <a:pt x="4171" y="1952"/>
                </a:lnTo>
                <a:lnTo>
                  <a:pt x="4170" y="1953"/>
                </a:lnTo>
                <a:lnTo>
                  <a:pt x="4171" y="1953"/>
                </a:lnTo>
                <a:lnTo>
                  <a:pt x="4172" y="1953"/>
                </a:lnTo>
                <a:lnTo>
                  <a:pt x="4174" y="1953"/>
                </a:lnTo>
                <a:lnTo>
                  <a:pt x="4175" y="1954"/>
                </a:lnTo>
                <a:lnTo>
                  <a:pt x="4176" y="1954"/>
                </a:lnTo>
                <a:lnTo>
                  <a:pt x="4179" y="1954"/>
                </a:lnTo>
                <a:lnTo>
                  <a:pt x="4180" y="1955"/>
                </a:lnTo>
                <a:lnTo>
                  <a:pt x="4181" y="1955"/>
                </a:lnTo>
                <a:lnTo>
                  <a:pt x="4183" y="1955"/>
                </a:lnTo>
                <a:lnTo>
                  <a:pt x="4184" y="1956"/>
                </a:lnTo>
                <a:lnTo>
                  <a:pt x="4185" y="1956"/>
                </a:lnTo>
                <a:lnTo>
                  <a:pt x="4186" y="1956"/>
                </a:lnTo>
                <a:lnTo>
                  <a:pt x="4188" y="1957"/>
                </a:lnTo>
                <a:lnTo>
                  <a:pt x="4189" y="1957"/>
                </a:lnTo>
                <a:lnTo>
                  <a:pt x="4190" y="1958"/>
                </a:lnTo>
                <a:lnTo>
                  <a:pt x="4191" y="1958"/>
                </a:lnTo>
                <a:lnTo>
                  <a:pt x="4192" y="1959"/>
                </a:lnTo>
                <a:lnTo>
                  <a:pt x="4195" y="1960"/>
                </a:lnTo>
                <a:lnTo>
                  <a:pt x="4196" y="1961"/>
                </a:lnTo>
                <a:lnTo>
                  <a:pt x="4197" y="1962"/>
                </a:lnTo>
                <a:lnTo>
                  <a:pt x="4198" y="1962"/>
                </a:lnTo>
                <a:lnTo>
                  <a:pt x="4198" y="1963"/>
                </a:lnTo>
                <a:lnTo>
                  <a:pt x="4199" y="1963"/>
                </a:lnTo>
                <a:lnTo>
                  <a:pt x="4200" y="1963"/>
                </a:lnTo>
                <a:lnTo>
                  <a:pt x="4200" y="1964"/>
                </a:lnTo>
                <a:lnTo>
                  <a:pt x="4201" y="1964"/>
                </a:lnTo>
                <a:lnTo>
                  <a:pt x="4203" y="1965"/>
                </a:lnTo>
                <a:lnTo>
                  <a:pt x="4204" y="1965"/>
                </a:lnTo>
                <a:lnTo>
                  <a:pt x="4205" y="1966"/>
                </a:lnTo>
                <a:lnTo>
                  <a:pt x="4206" y="1966"/>
                </a:lnTo>
                <a:lnTo>
                  <a:pt x="4207" y="1966"/>
                </a:lnTo>
                <a:lnTo>
                  <a:pt x="4207" y="1967"/>
                </a:lnTo>
                <a:lnTo>
                  <a:pt x="4208" y="1967"/>
                </a:lnTo>
                <a:lnTo>
                  <a:pt x="4209" y="1968"/>
                </a:lnTo>
                <a:lnTo>
                  <a:pt x="4211" y="1968"/>
                </a:lnTo>
                <a:lnTo>
                  <a:pt x="4213" y="1969"/>
                </a:lnTo>
                <a:lnTo>
                  <a:pt x="4214" y="1970"/>
                </a:lnTo>
                <a:lnTo>
                  <a:pt x="4215" y="1970"/>
                </a:lnTo>
                <a:lnTo>
                  <a:pt x="4215" y="1971"/>
                </a:lnTo>
                <a:lnTo>
                  <a:pt x="4215" y="1972"/>
                </a:lnTo>
                <a:lnTo>
                  <a:pt x="4214" y="1972"/>
                </a:lnTo>
                <a:lnTo>
                  <a:pt x="4214" y="1973"/>
                </a:lnTo>
                <a:lnTo>
                  <a:pt x="4215" y="1973"/>
                </a:lnTo>
                <a:lnTo>
                  <a:pt x="4215" y="1974"/>
                </a:lnTo>
                <a:lnTo>
                  <a:pt x="4215" y="1975"/>
                </a:lnTo>
                <a:lnTo>
                  <a:pt x="4215" y="1976"/>
                </a:lnTo>
                <a:lnTo>
                  <a:pt x="4215" y="1977"/>
                </a:lnTo>
                <a:lnTo>
                  <a:pt x="4216" y="1977"/>
                </a:lnTo>
                <a:lnTo>
                  <a:pt x="4216" y="1978"/>
                </a:lnTo>
                <a:lnTo>
                  <a:pt x="4216" y="1979"/>
                </a:lnTo>
                <a:lnTo>
                  <a:pt x="4216" y="1980"/>
                </a:lnTo>
                <a:lnTo>
                  <a:pt x="4217" y="1980"/>
                </a:lnTo>
                <a:lnTo>
                  <a:pt x="4216" y="1980"/>
                </a:lnTo>
                <a:lnTo>
                  <a:pt x="4216" y="1981"/>
                </a:lnTo>
                <a:lnTo>
                  <a:pt x="4217" y="1982"/>
                </a:lnTo>
                <a:lnTo>
                  <a:pt x="4217" y="1983"/>
                </a:lnTo>
                <a:lnTo>
                  <a:pt x="4218" y="1985"/>
                </a:lnTo>
                <a:lnTo>
                  <a:pt x="4218" y="1986"/>
                </a:lnTo>
                <a:lnTo>
                  <a:pt x="4218" y="1987"/>
                </a:lnTo>
                <a:lnTo>
                  <a:pt x="4219" y="1987"/>
                </a:lnTo>
                <a:lnTo>
                  <a:pt x="4219" y="1988"/>
                </a:lnTo>
                <a:lnTo>
                  <a:pt x="4219" y="1989"/>
                </a:lnTo>
                <a:lnTo>
                  <a:pt x="4219" y="1990"/>
                </a:lnTo>
                <a:lnTo>
                  <a:pt x="4219" y="1991"/>
                </a:lnTo>
                <a:lnTo>
                  <a:pt x="4220" y="1992"/>
                </a:lnTo>
                <a:lnTo>
                  <a:pt x="4221" y="1993"/>
                </a:lnTo>
                <a:lnTo>
                  <a:pt x="4222" y="1994"/>
                </a:lnTo>
                <a:lnTo>
                  <a:pt x="4222" y="1995"/>
                </a:lnTo>
                <a:lnTo>
                  <a:pt x="4223" y="1996"/>
                </a:lnTo>
                <a:lnTo>
                  <a:pt x="4223" y="1997"/>
                </a:lnTo>
                <a:lnTo>
                  <a:pt x="4224" y="2000"/>
                </a:lnTo>
                <a:lnTo>
                  <a:pt x="4225" y="2000"/>
                </a:lnTo>
                <a:lnTo>
                  <a:pt x="4225" y="2001"/>
                </a:lnTo>
                <a:lnTo>
                  <a:pt x="4225" y="2002"/>
                </a:lnTo>
                <a:lnTo>
                  <a:pt x="4226" y="2003"/>
                </a:lnTo>
                <a:lnTo>
                  <a:pt x="4226" y="2004"/>
                </a:lnTo>
                <a:lnTo>
                  <a:pt x="4226" y="2003"/>
                </a:lnTo>
                <a:lnTo>
                  <a:pt x="4226" y="2004"/>
                </a:lnTo>
                <a:lnTo>
                  <a:pt x="4227" y="2005"/>
                </a:lnTo>
                <a:lnTo>
                  <a:pt x="4227" y="2006"/>
                </a:lnTo>
                <a:lnTo>
                  <a:pt x="4227" y="2007"/>
                </a:lnTo>
                <a:lnTo>
                  <a:pt x="4228" y="2007"/>
                </a:lnTo>
                <a:lnTo>
                  <a:pt x="4228" y="2008"/>
                </a:lnTo>
                <a:lnTo>
                  <a:pt x="4227" y="2008"/>
                </a:lnTo>
                <a:lnTo>
                  <a:pt x="4228" y="2008"/>
                </a:lnTo>
                <a:lnTo>
                  <a:pt x="4228" y="2009"/>
                </a:lnTo>
                <a:lnTo>
                  <a:pt x="4229" y="2010"/>
                </a:lnTo>
                <a:lnTo>
                  <a:pt x="4230" y="2012"/>
                </a:lnTo>
                <a:lnTo>
                  <a:pt x="4231" y="2013"/>
                </a:lnTo>
                <a:lnTo>
                  <a:pt x="4231" y="2014"/>
                </a:lnTo>
                <a:lnTo>
                  <a:pt x="4232" y="2016"/>
                </a:lnTo>
                <a:lnTo>
                  <a:pt x="4233" y="2017"/>
                </a:lnTo>
                <a:lnTo>
                  <a:pt x="4233" y="2018"/>
                </a:lnTo>
                <a:lnTo>
                  <a:pt x="4233" y="2020"/>
                </a:lnTo>
                <a:lnTo>
                  <a:pt x="4232" y="2020"/>
                </a:lnTo>
                <a:lnTo>
                  <a:pt x="4232" y="2021"/>
                </a:lnTo>
                <a:lnTo>
                  <a:pt x="4232" y="2022"/>
                </a:lnTo>
                <a:lnTo>
                  <a:pt x="4233" y="2021"/>
                </a:lnTo>
                <a:lnTo>
                  <a:pt x="4234" y="2021"/>
                </a:lnTo>
                <a:lnTo>
                  <a:pt x="4235" y="2021"/>
                </a:lnTo>
                <a:lnTo>
                  <a:pt x="4236" y="2022"/>
                </a:lnTo>
                <a:lnTo>
                  <a:pt x="4237" y="2024"/>
                </a:lnTo>
                <a:lnTo>
                  <a:pt x="4238" y="2025"/>
                </a:lnTo>
                <a:lnTo>
                  <a:pt x="4238" y="2027"/>
                </a:lnTo>
                <a:lnTo>
                  <a:pt x="4239" y="2028"/>
                </a:lnTo>
                <a:lnTo>
                  <a:pt x="4239" y="2029"/>
                </a:lnTo>
                <a:lnTo>
                  <a:pt x="4240" y="2030"/>
                </a:lnTo>
                <a:lnTo>
                  <a:pt x="4240" y="2031"/>
                </a:lnTo>
                <a:lnTo>
                  <a:pt x="4240" y="2032"/>
                </a:lnTo>
                <a:lnTo>
                  <a:pt x="4241" y="2032"/>
                </a:lnTo>
                <a:lnTo>
                  <a:pt x="4241" y="2033"/>
                </a:lnTo>
                <a:lnTo>
                  <a:pt x="4241" y="2036"/>
                </a:lnTo>
                <a:lnTo>
                  <a:pt x="4242" y="2036"/>
                </a:lnTo>
                <a:lnTo>
                  <a:pt x="4242" y="2037"/>
                </a:lnTo>
                <a:lnTo>
                  <a:pt x="4242" y="2038"/>
                </a:lnTo>
                <a:lnTo>
                  <a:pt x="4241" y="2038"/>
                </a:lnTo>
                <a:lnTo>
                  <a:pt x="4240" y="2039"/>
                </a:lnTo>
                <a:lnTo>
                  <a:pt x="4241" y="2039"/>
                </a:lnTo>
                <a:lnTo>
                  <a:pt x="4242" y="2039"/>
                </a:lnTo>
                <a:lnTo>
                  <a:pt x="4242" y="2040"/>
                </a:lnTo>
                <a:lnTo>
                  <a:pt x="4242" y="2041"/>
                </a:lnTo>
                <a:lnTo>
                  <a:pt x="4242" y="2043"/>
                </a:lnTo>
                <a:lnTo>
                  <a:pt x="4240" y="2044"/>
                </a:lnTo>
                <a:lnTo>
                  <a:pt x="4240" y="2045"/>
                </a:lnTo>
                <a:lnTo>
                  <a:pt x="4239" y="2046"/>
                </a:lnTo>
                <a:lnTo>
                  <a:pt x="4239" y="2047"/>
                </a:lnTo>
                <a:lnTo>
                  <a:pt x="4238" y="2047"/>
                </a:lnTo>
                <a:lnTo>
                  <a:pt x="4239" y="2047"/>
                </a:lnTo>
                <a:lnTo>
                  <a:pt x="4239" y="2048"/>
                </a:lnTo>
                <a:lnTo>
                  <a:pt x="4241" y="2049"/>
                </a:lnTo>
                <a:lnTo>
                  <a:pt x="4243" y="2051"/>
                </a:lnTo>
                <a:lnTo>
                  <a:pt x="4244" y="2051"/>
                </a:lnTo>
                <a:lnTo>
                  <a:pt x="4245" y="2051"/>
                </a:lnTo>
                <a:lnTo>
                  <a:pt x="4246" y="2052"/>
                </a:lnTo>
                <a:lnTo>
                  <a:pt x="4247" y="2052"/>
                </a:lnTo>
                <a:lnTo>
                  <a:pt x="4246" y="2053"/>
                </a:lnTo>
                <a:lnTo>
                  <a:pt x="4247" y="2053"/>
                </a:lnTo>
                <a:lnTo>
                  <a:pt x="4248" y="2052"/>
                </a:lnTo>
                <a:lnTo>
                  <a:pt x="4248" y="2054"/>
                </a:lnTo>
                <a:lnTo>
                  <a:pt x="4249" y="2055"/>
                </a:lnTo>
                <a:lnTo>
                  <a:pt x="4250" y="2055"/>
                </a:lnTo>
                <a:lnTo>
                  <a:pt x="4251" y="2055"/>
                </a:lnTo>
                <a:lnTo>
                  <a:pt x="4251" y="2056"/>
                </a:lnTo>
                <a:lnTo>
                  <a:pt x="4251" y="2057"/>
                </a:lnTo>
                <a:lnTo>
                  <a:pt x="4251" y="2058"/>
                </a:lnTo>
                <a:lnTo>
                  <a:pt x="4252" y="2059"/>
                </a:lnTo>
                <a:lnTo>
                  <a:pt x="4252" y="2060"/>
                </a:lnTo>
                <a:lnTo>
                  <a:pt x="4253" y="2060"/>
                </a:lnTo>
                <a:lnTo>
                  <a:pt x="4254" y="2061"/>
                </a:lnTo>
                <a:lnTo>
                  <a:pt x="4254" y="2063"/>
                </a:lnTo>
                <a:lnTo>
                  <a:pt x="4255" y="2064"/>
                </a:lnTo>
                <a:lnTo>
                  <a:pt x="4254" y="2065"/>
                </a:lnTo>
                <a:lnTo>
                  <a:pt x="4253" y="2065"/>
                </a:lnTo>
                <a:lnTo>
                  <a:pt x="4253" y="2066"/>
                </a:lnTo>
                <a:lnTo>
                  <a:pt x="4254" y="2065"/>
                </a:lnTo>
                <a:lnTo>
                  <a:pt x="4255" y="2067"/>
                </a:lnTo>
                <a:lnTo>
                  <a:pt x="4255" y="2068"/>
                </a:lnTo>
                <a:lnTo>
                  <a:pt x="4254" y="2068"/>
                </a:lnTo>
                <a:lnTo>
                  <a:pt x="4252" y="2069"/>
                </a:lnTo>
                <a:lnTo>
                  <a:pt x="4251" y="2069"/>
                </a:lnTo>
                <a:lnTo>
                  <a:pt x="4250" y="2070"/>
                </a:lnTo>
                <a:lnTo>
                  <a:pt x="4251" y="2070"/>
                </a:lnTo>
                <a:lnTo>
                  <a:pt x="4252" y="2070"/>
                </a:lnTo>
                <a:lnTo>
                  <a:pt x="4253" y="2069"/>
                </a:lnTo>
                <a:lnTo>
                  <a:pt x="4254" y="2068"/>
                </a:lnTo>
                <a:lnTo>
                  <a:pt x="4254" y="2069"/>
                </a:lnTo>
                <a:lnTo>
                  <a:pt x="4254" y="2068"/>
                </a:lnTo>
                <a:lnTo>
                  <a:pt x="4255" y="2068"/>
                </a:lnTo>
                <a:lnTo>
                  <a:pt x="4256" y="2069"/>
                </a:lnTo>
                <a:lnTo>
                  <a:pt x="4256" y="2070"/>
                </a:lnTo>
                <a:lnTo>
                  <a:pt x="4257" y="2069"/>
                </a:lnTo>
                <a:lnTo>
                  <a:pt x="4257" y="2070"/>
                </a:lnTo>
                <a:lnTo>
                  <a:pt x="4257" y="2071"/>
                </a:lnTo>
                <a:lnTo>
                  <a:pt x="4258" y="2073"/>
                </a:lnTo>
                <a:lnTo>
                  <a:pt x="4258" y="2074"/>
                </a:lnTo>
                <a:lnTo>
                  <a:pt x="4259" y="2074"/>
                </a:lnTo>
                <a:lnTo>
                  <a:pt x="4260" y="2075"/>
                </a:lnTo>
                <a:lnTo>
                  <a:pt x="4259" y="2076"/>
                </a:lnTo>
                <a:lnTo>
                  <a:pt x="4260" y="2077"/>
                </a:lnTo>
                <a:lnTo>
                  <a:pt x="4261" y="2080"/>
                </a:lnTo>
                <a:lnTo>
                  <a:pt x="4263" y="2080"/>
                </a:lnTo>
                <a:lnTo>
                  <a:pt x="4264" y="2080"/>
                </a:lnTo>
                <a:lnTo>
                  <a:pt x="4265" y="2081"/>
                </a:lnTo>
                <a:lnTo>
                  <a:pt x="4264" y="2082"/>
                </a:lnTo>
                <a:lnTo>
                  <a:pt x="4265" y="2083"/>
                </a:lnTo>
                <a:lnTo>
                  <a:pt x="4265" y="2084"/>
                </a:lnTo>
                <a:lnTo>
                  <a:pt x="4265" y="2085"/>
                </a:lnTo>
                <a:lnTo>
                  <a:pt x="4264" y="2085"/>
                </a:lnTo>
                <a:lnTo>
                  <a:pt x="4264" y="2086"/>
                </a:lnTo>
                <a:lnTo>
                  <a:pt x="4265" y="2087"/>
                </a:lnTo>
                <a:lnTo>
                  <a:pt x="4265" y="2088"/>
                </a:lnTo>
                <a:lnTo>
                  <a:pt x="4266" y="2088"/>
                </a:lnTo>
                <a:lnTo>
                  <a:pt x="4266" y="2089"/>
                </a:lnTo>
                <a:lnTo>
                  <a:pt x="4266" y="2090"/>
                </a:lnTo>
                <a:lnTo>
                  <a:pt x="4266" y="2091"/>
                </a:lnTo>
                <a:lnTo>
                  <a:pt x="4267" y="2091"/>
                </a:lnTo>
                <a:lnTo>
                  <a:pt x="4267" y="2092"/>
                </a:lnTo>
                <a:lnTo>
                  <a:pt x="4267" y="2093"/>
                </a:lnTo>
                <a:lnTo>
                  <a:pt x="4267" y="2094"/>
                </a:lnTo>
                <a:lnTo>
                  <a:pt x="4267" y="2096"/>
                </a:lnTo>
                <a:lnTo>
                  <a:pt x="4267" y="2097"/>
                </a:lnTo>
                <a:lnTo>
                  <a:pt x="4267" y="2098"/>
                </a:lnTo>
                <a:lnTo>
                  <a:pt x="4264" y="2098"/>
                </a:lnTo>
                <a:lnTo>
                  <a:pt x="4263" y="2099"/>
                </a:lnTo>
                <a:lnTo>
                  <a:pt x="4264" y="2099"/>
                </a:lnTo>
                <a:lnTo>
                  <a:pt x="4267" y="2100"/>
                </a:lnTo>
                <a:lnTo>
                  <a:pt x="4268" y="2101"/>
                </a:lnTo>
                <a:lnTo>
                  <a:pt x="4269" y="2101"/>
                </a:lnTo>
                <a:lnTo>
                  <a:pt x="4270" y="2102"/>
                </a:lnTo>
                <a:lnTo>
                  <a:pt x="4269" y="2102"/>
                </a:lnTo>
                <a:lnTo>
                  <a:pt x="4270" y="2102"/>
                </a:lnTo>
                <a:lnTo>
                  <a:pt x="4271" y="2103"/>
                </a:lnTo>
                <a:lnTo>
                  <a:pt x="4271" y="2107"/>
                </a:lnTo>
                <a:lnTo>
                  <a:pt x="4271" y="2108"/>
                </a:lnTo>
                <a:lnTo>
                  <a:pt x="4270" y="2108"/>
                </a:lnTo>
                <a:lnTo>
                  <a:pt x="4271" y="2108"/>
                </a:lnTo>
                <a:lnTo>
                  <a:pt x="4271" y="2109"/>
                </a:lnTo>
                <a:lnTo>
                  <a:pt x="4272" y="2111"/>
                </a:lnTo>
                <a:lnTo>
                  <a:pt x="4272" y="2112"/>
                </a:lnTo>
                <a:lnTo>
                  <a:pt x="4273" y="2112"/>
                </a:lnTo>
                <a:lnTo>
                  <a:pt x="4273" y="2113"/>
                </a:lnTo>
                <a:lnTo>
                  <a:pt x="4273" y="2114"/>
                </a:lnTo>
                <a:lnTo>
                  <a:pt x="4273" y="2115"/>
                </a:lnTo>
                <a:lnTo>
                  <a:pt x="4272" y="2115"/>
                </a:lnTo>
                <a:lnTo>
                  <a:pt x="4272" y="2116"/>
                </a:lnTo>
                <a:lnTo>
                  <a:pt x="4273" y="2116"/>
                </a:lnTo>
                <a:lnTo>
                  <a:pt x="4275" y="2116"/>
                </a:lnTo>
                <a:lnTo>
                  <a:pt x="4277" y="2116"/>
                </a:lnTo>
                <a:lnTo>
                  <a:pt x="4276" y="2128"/>
                </a:lnTo>
                <a:lnTo>
                  <a:pt x="4275" y="2128"/>
                </a:lnTo>
                <a:lnTo>
                  <a:pt x="4275" y="2132"/>
                </a:lnTo>
                <a:lnTo>
                  <a:pt x="4272" y="2132"/>
                </a:lnTo>
                <a:lnTo>
                  <a:pt x="4271" y="2133"/>
                </a:lnTo>
                <a:lnTo>
                  <a:pt x="4270" y="2134"/>
                </a:lnTo>
                <a:lnTo>
                  <a:pt x="4270" y="2135"/>
                </a:lnTo>
                <a:lnTo>
                  <a:pt x="4271" y="2136"/>
                </a:lnTo>
                <a:lnTo>
                  <a:pt x="4271" y="2135"/>
                </a:lnTo>
                <a:lnTo>
                  <a:pt x="4273" y="2135"/>
                </a:lnTo>
                <a:lnTo>
                  <a:pt x="4274" y="2135"/>
                </a:lnTo>
                <a:lnTo>
                  <a:pt x="4275" y="2135"/>
                </a:lnTo>
                <a:lnTo>
                  <a:pt x="4275" y="2136"/>
                </a:lnTo>
                <a:lnTo>
                  <a:pt x="4276" y="2137"/>
                </a:lnTo>
                <a:lnTo>
                  <a:pt x="4276" y="2138"/>
                </a:lnTo>
                <a:lnTo>
                  <a:pt x="4277" y="2139"/>
                </a:lnTo>
                <a:lnTo>
                  <a:pt x="4277" y="2140"/>
                </a:lnTo>
                <a:lnTo>
                  <a:pt x="4277" y="2141"/>
                </a:lnTo>
                <a:lnTo>
                  <a:pt x="4275" y="2143"/>
                </a:lnTo>
                <a:lnTo>
                  <a:pt x="4275" y="2144"/>
                </a:lnTo>
                <a:lnTo>
                  <a:pt x="4276" y="2144"/>
                </a:lnTo>
                <a:lnTo>
                  <a:pt x="4277" y="2143"/>
                </a:lnTo>
                <a:lnTo>
                  <a:pt x="4277" y="2144"/>
                </a:lnTo>
                <a:lnTo>
                  <a:pt x="4278" y="2144"/>
                </a:lnTo>
                <a:lnTo>
                  <a:pt x="4279" y="2144"/>
                </a:lnTo>
                <a:lnTo>
                  <a:pt x="4281" y="2145"/>
                </a:lnTo>
                <a:lnTo>
                  <a:pt x="4281" y="2144"/>
                </a:lnTo>
                <a:lnTo>
                  <a:pt x="4284" y="2145"/>
                </a:lnTo>
                <a:lnTo>
                  <a:pt x="4283" y="2146"/>
                </a:lnTo>
                <a:lnTo>
                  <a:pt x="4282" y="2148"/>
                </a:lnTo>
                <a:lnTo>
                  <a:pt x="4283" y="2148"/>
                </a:lnTo>
                <a:lnTo>
                  <a:pt x="4284" y="2148"/>
                </a:lnTo>
                <a:lnTo>
                  <a:pt x="4285" y="2149"/>
                </a:lnTo>
                <a:lnTo>
                  <a:pt x="4286" y="2149"/>
                </a:lnTo>
                <a:lnTo>
                  <a:pt x="4287" y="2149"/>
                </a:lnTo>
                <a:lnTo>
                  <a:pt x="4288" y="2150"/>
                </a:lnTo>
                <a:lnTo>
                  <a:pt x="4289" y="2150"/>
                </a:lnTo>
                <a:lnTo>
                  <a:pt x="4290" y="2150"/>
                </a:lnTo>
                <a:lnTo>
                  <a:pt x="4291" y="2151"/>
                </a:lnTo>
                <a:lnTo>
                  <a:pt x="4298" y="2154"/>
                </a:lnTo>
                <a:lnTo>
                  <a:pt x="4298" y="2155"/>
                </a:lnTo>
                <a:lnTo>
                  <a:pt x="4296" y="2158"/>
                </a:lnTo>
                <a:lnTo>
                  <a:pt x="4297" y="2158"/>
                </a:lnTo>
                <a:lnTo>
                  <a:pt x="4297" y="2157"/>
                </a:lnTo>
                <a:lnTo>
                  <a:pt x="4298" y="2157"/>
                </a:lnTo>
                <a:lnTo>
                  <a:pt x="4298" y="2158"/>
                </a:lnTo>
                <a:lnTo>
                  <a:pt x="4300" y="2156"/>
                </a:lnTo>
                <a:lnTo>
                  <a:pt x="4303" y="2157"/>
                </a:lnTo>
                <a:lnTo>
                  <a:pt x="4303" y="2158"/>
                </a:lnTo>
                <a:lnTo>
                  <a:pt x="4305" y="2160"/>
                </a:lnTo>
                <a:lnTo>
                  <a:pt x="4306" y="2159"/>
                </a:lnTo>
                <a:lnTo>
                  <a:pt x="4307" y="2159"/>
                </a:lnTo>
                <a:lnTo>
                  <a:pt x="4309" y="2160"/>
                </a:lnTo>
                <a:lnTo>
                  <a:pt x="4310" y="2160"/>
                </a:lnTo>
                <a:lnTo>
                  <a:pt x="4313" y="2162"/>
                </a:lnTo>
                <a:lnTo>
                  <a:pt x="4314" y="2162"/>
                </a:lnTo>
                <a:lnTo>
                  <a:pt x="4317" y="2164"/>
                </a:lnTo>
                <a:lnTo>
                  <a:pt x="4317" y="2166"/>
                </a:lnTo>
                <a:lnTo>
                  <a:pt x="4317" y="2167"/>
                </a:lnTo>
                <a:lnTo>
                  <a:pt x="4317" y="2169"/>
                </a:lnTo>
                <a:lnTo>
                  <a:pt x="4317" y="2170"/>
                </a:lnTo>
                <a:lnTo>
                  <a:pt x="4317" y="2172"/>
                </a:lnTo>
                <a:lnTo>
                  <a:pt x="4318" y="2173"/>
                </a:lnTo>
                <a:lnTo>
                  <a:pt x="4318" y="2174"/>
                </a:lnTo>
                <a:lnTo>
                  <a:pt x="4319" y="2174"/>
                </a:lnTo>
                <a:lnTo>
                  <a:pt x="4319" y="2176"/>
                </a:lnTo>
                <a:lnTo>
                  <a:pt x="4319" y="2177"/>
                </a:lnTo>
                <a:lnTo>
                  <a:pt x="4320" y="2178"/>
                </a:lnTo>
                <a:lnTo>
                  <a:pt x="4320" y="2179"/>
                </a:lnTo>
                <a:lnTo>
                  <a:pt x="4320" y="2180"/>
                </a:lnTo>
                <a:lnTo>
                  <a:pt x="4321" y="2180"/>
                </a:lnTo>
                <a:lnTo>
                  <a:pt x="4322" y="2181"/>
                </a:lnTo>
                <a:lnTo>
                  <a:pt x="4323" y="2182"/>
                </a:lnTo>
                <a:lnTo>
                  <a:pt x="4323" y="2183"/>
                </a:lnTo>
                <a:lnTo>
                  <a:pt x="4323" y="2184"/>
                </a:lnTo>
                <a:lnTo>
                  <a:pt x="4321" y="2185"/>
                </a:lnTo>
                <a:lnTo>
                  <a:pt x="4320" y="2185"/>
                </a:lnTo>
                <a:lnTo>
                  <a:pt x="4318" y="2184"/>
                </a:lnTo>
                <a:lnTo>
                  <a:pt x="4316" y="2184"/>
                </a:lnTo>
                <a:lnTo>
                  <a:pt x="4316" y="2183"/>
                </a:lnTo>
                <a:lnTo>
                  <a:pt x="4316" y="2184"/>
                </a:lnTo>
                <a:lnTo>
                  <a:pt x="4315" y="2184"/>
                </a:lnTo>
                <a:lnTo>
                  <a:pt x="4314" y="2184"/>
                </a:lnTo>
                <a:lnTo>
                  <a:pt x="4314" y="2185"/>
                </a:lnTo>
                <a:lnTo>
                  <a:pt x="4313" y="2185"/>
                </a:lnTo>
                <a:lnTo>
                  <a:pt x="4313" y="2184"/>
                </a:lnTo>
                <a:lnTo>
                  <a:pt x="4312" y="2184"/>
                </a:lnTo>
                <a:lnTo>
                  <a:pt x="4312" y="2185"/>
                </a:lnTo>
                <a:lnTo>
                  <a:pt x="4313" y="2185"/>
                </a:lnTo>
                <a:lnTo>
                  <a:pt x="4314" y="2185"/>
                </a:lnTo>
                <a:lnTo>
                  <a:pt x="4316" y="2185"/>
                </a:lnTo>
                <a:lnTo>
                  <a:pt x="4317" y="2185"/>
                </a:lnTo>
                <a:lnTo>
                  <a:pt x="4317" y="2186"/>
                </a:lnTo>
                <a:lnTo>
                  <a:pt x="4317" y="2188"/>
                </a:lnTo>
                <a:lnTo>
                  <a:pt x="4318" y="2188"/>
                </a:lnTo>
                <a:lnTo>
                  <a:pt x="4319" y="2189"/>
                </a:lnTo>
                <a:lnTo>
                  <a:pt x="4320" y="2189"/>
                </a:lnTo>
                <a:lnTo>
                  <a:pt x="4321" y="2190"/>
                </a:lnTo>
                <a:lnTo>
                  <a:pt x="4322" y="2189"/>
                </a:lnTo>
                <a:lnTo>
                  <a:pt x="4324" y="2189"/>
                </a:lnTo>
                <a:lnTo>
                  <a:pt x="4324" y="2188"/>
                </a:lnTo>
                <a:lnTo>
                  <a:pt x="4325" y="2189"/>
                </a:lnTo>
                <a:lnTo>
                  <a:pt x="4326" y="2189"/>
                </a:lnTo>
                <a:lnTo>
                  <a:pt x="4326" y="2191"/>
                </a:lnTo>
                <a:lnTo>
                  <a:pt x="4327" y="2192"/>
                </a:lnTo>
                <a:lnTo>
                  <a:pt x="4326" y="2194"/>
                </a:lnTo>
                <a:lnTo>
                  <a:pt x="4327" y="2194"/>
                </a:lnTo>
                <a:lnTo>
                  <a:pt x="4328" y="2195"/>
                </a:lnTo>
                <a:lnTo>
                  <a:pt x="4329" y="2195"/>
                </a:lnTo>
                <a:lnTo>
                  <a:pt x="4330" y="2195"/>
                </a:lnTo>
                <a:lnTo>
                  <a:pt x="4331" y="2196"/>
                </a:lnTo>
                <a:lnTo>
                  <a:pt x="4332" y="2194"/>
                </a:lnTo>
                <a:lnTo>
                  <a:pt x="4334" y="2195"/>
                </a:lnTo>
                <a:lnTo>
                  <a:pt x="4342" y="2198"/>
                </a:lnTo>
                <a:lnTo>
                  <a:pt x="4346" y="2200"/>
                </a:lnTo>
                <a:lnTo>
                  <a:pt x="4348" y="2201"/>
                </a:lnTo>
                <a:lnTo>
                  <a:pt x="4347" y="2202"/>
                </a:lnTo>
                <a:lnTo>
                  <a:pt x="4346" y="2204"/>
                </a:lnTo>
                <a:lnTo>
                  <a:pt x="4347" y="2204"/>
                </a:lnTo>
                <a:lnTo>
                  <a:pt x="4347" y="2205"/>
                </a:lnTo>
                <a:lnTo>
                  <a:pt x="4348" y="2205"/>
                </a:lnTo>
                <a:lnTo>
                  <a:pt x="4349" y="2206"/>
                </a:lnTo>
                <a:lnTo>
                  <a:pt x="4351" y="2207"/>
                </a:lnTo>
                <a:lnTo>
                  <a:pt x="4352" y="2208"/>
                </a:lnTo>
                <a:lnTo>
                  <a:pt x="4352" y="2209"/>
                </a:lnTo>
                <a:lnTo>
                  <a:pt x="4353" y="2209"/>
                </a:lnTo>
                <a:lnTo>
                  <a:pt x="4354" y="2210"/>
                </a:lnTo>
                <a:lnTo>
                  <a:pt x="4358" y="2219"/>
                </a:lnTo>
                <a:lnTo>
                  <a:pt x="4358" y="2220"/>
                </a:lnTo>
                <a:lnTo>
                  <a:pt x="4358" y="2221"/>
                </a:lnTo>
                <a:lnTo>
                  <a:pt x="4358" y="2222"/>
                </a:lnTo>
                <a:lnTo>
                  <a:pt x="4359" y="2222"/>
                </a:lnTo>
                <a:lnTo>
                  <a:pt x="4359" y="2223"/>
                </a:lnTo>
                <a:lnTo>
                  <a:pt x="4359" y="2224"/>
                </a:lnTo>
                <a:lnTo>
                  <a:pt x="4360" y="2224"/>
                </a:lnTo>
                <a:lnTo>
                  <a:pt x="4360" y="2225"/>
                </a:lnTo>
                <a:lnTo>
                  <a:pt x="4361" y="2226"/>
                </a:lnTo>
                <a:lnTo>
                  <a:pt x="4361" y="2227"/>
                </a:lnTo>
                <a:lnTo>
                  <a:pt x="4362" y="2228"/>
                </a:lnTo>
                <a:lnTo>
                  <a:pt x="4362" y="2229"/>
                </a:lnTo>
                <a:lnTo>
                  <a:pt x="4362" y="2230"/>
                </a:lnTo>
                <a:lnTo>
                  <a:pt x="4363" y="2230"/>
                </a:lnTo>
                <a:lnTo>
                  <a:pt x="4363" y="2231"/>
                </a:lnTo>
                <a:lnTo>
                  <a:pt x="4363" y="2232"/>
                </a:lnTo>
                <a:lnTo>
                  <a:pt x="4363" y="2234"/>
                </a:lnTo>
                <a:lnTo>
                  <a:pt x="4362" y="2236"/>
                </a:lnTo>
                <a:lnTo>
                  <a:pt x="4361" y="2236"/>
                </a:lnTo>
                <a:lnTo>
                  <a:pt x="4360" y="2236"/>
                </a:lnTo>
                <a:lnTo>
                  <a:pt x="4359" y="2237"/>
                </a:lnTo>
                <a:lnTo>
                  <a:pt x="4359" y="2240"/>
                </a:lnTo>
                <a:lnTo>
                  <a:pt x="4359" y="2243"/>
                </a:lnTo>
                <a:lnTo>
                  <a:pt x="4359" y="2245"/>
                </a:lnTo>
                <a:lnTo>
                  <a:pt x="4359" y="2248"/>
                </a:lnTo>
                <a:lnTo>
                  <a:pt x="4360" y="2248"/>
                </a:lnTo>
                <a:lnTo>
                  <a:pt x="4362" y="2249"/>
                </a:lnTo>
                <a:lnTo>
                  <a:pt x="4362" y="2248"/>
                </a:lnTo>
                <a:lnTo>
                  <a:pt x="4366" y="2252"/>
                </a:lnTo>
                <a:lnTo>
                  <a:pt x="4367" y="2253"/>
                </a:lnTo>
                <a:lnTo>
                  <a:pt x="4368" y="2254"/>
                </a:lnTo>
                <a:lnTo>
                  <a:pt x="4369" y="2255"/>
                </a:lnTo>
                <a:lnTo>
                  <a:pt x="4369" y="2257"/>
                </a:lnTo>
                <a:lnTo>
                  <a:pt x="4369" y="2258"/>
                </a:lnTo>
                <a:lnTo>
                  <a:pt x="4369" y="2259"/>
                </a:lnTo>
                <a:lnTo>
                  <a:pt x="4368" y="2260"/>
                </a:lnTo>
                <a:lnTo>
                  <a:pt x="4367" y="2260"/>
                </a:lnTo>
                <a:lnTo>
                  <a:pt x="4366" y="2260"/>
                </a:lnTo>
                <a:lnTo>
                  <a:pt x="4363" y="2261"/>
                </a:lnTo>
                <a:lnTo>
                  <a:pt x="4359" y="2263"/>
                </a:lnTo>
                <a:lnTo>
                  <a:pt x="4359" y="2271"/>
                </a:lnTo>
                <a:lnTo>
                  <a:pt x="4362" y="2272"/>
                </a:lnTo>
                <a:lnTo>
                  <a:pt x="4361" y="2275"/>
                </a:lnTo>
                <a:lnTo>
                  <a:pt x="4363" y="2275"/>
                </a:lnTo>
                <a:lnTo>
                  <a:pt x="4368" y="2276"/>
                </a:lnTo>
                <a:lnTo>
                  <a:pt x="4375" y="2277"/>
                </a:lnTo>
                <a:lnTo>
                  <a:pt x="4374" y="2279"/>
                </a:lnTo>
                <a:lnTo>
                  <a:pt x="4371" y="2278"/>
                </a:lnTo>
                <a:lnTo>
                  <a:pt x="4368" y="2278"/>
                </a:lnTo>
                <a:lnTo>
                  <a:pt x="4367" y="2278"/>
                </a:lnTo>
                <a:lnTo>
                  <a:pt x="4365" y="2278"/>
                </a:lnTo>
                <a:lnTo>
                  <a:pt x="4360" y="2277"/>
                </a:lnTo>
                <a:lnTo>
                  <a:pt x="4357" y="2277"/>
                </a:lnTo>
                <a:lnTo>
                  <a:pt x="4356" y="2278"/>
                </a:lnTo>
                <a:lnTo>
                  <a:pt x="4357" y="2279"/>
                </a:lnTo>
                <a:lnTo>
                  <a:pt x="4357" y="2281"/>
                </a:lnTo>
                <a:lnTo>
                  <a:pt x="4356" y="2283"/>
                </a:lnTo>
                <a:lnTo>
                  <a:pt x="4355" y="2284"/>
                </a:lnTo>
                <a:lnTo>
                  <a:pt x="4355" y="2285"/>
                </a:lnTo>
                <a:lnTo>
                  <a:pt x="4354" y="2284"/>
                </a:lnTo>
                <a:lnTo>
                  <a:pt x="4353" y="2284"/>
                </a:lnTo>
                <a:lnTo>
                  <a:pt x="4351" y="2284"/>
                </a:lnTo>
                <a:lnTo>
                  <a:pt x="4351" y="2285"/>
                </a:lnTo>
                <a:lnTo>
                  <a:pt x="4349" y="2286"/>
                </a:lnTo>
                <a:lnTo>
                  <a:pt x="4350" y="2286"/>
                </a:lnTo>
                <a:lnTo>
                  <a:pt x="4351" y="2288"/>
                </a:lnTo>
                <a:lnTo>
                  <a:pt x="4353" y="2290"/>
                </a:lnTo>
                <a:lnTo>
                  <a:pt x="4354" y="2291"/>
                </a:lnTo>
                <a:lnTo>
                  <a:pt x="4355" y="2291"/>
                </a:lnTo>
                <a:lnTo>
                  <a:pt x="4359" y="2294"/>
                </a:lnTo>
                <a:lnTo>
                  <a:pt x="4359" y="2295"/>
                </a:lnTo>
                <a:lnTo>
                  <a:pt x="4357" y="2296"/>
                </a:lnTo>
                <a:lnTo>
                  <a:pt x="4358" y="2296"/>
                </a:lnTo>
                <a:lnTo>
                  <a:pt x="4360" y="2300"/>
                </a:lnTo>
                <a:lnTo>
                  <a:pt x="4364" y="2307"/>
                </a:lnTo>
                <a:lnTo>
                  <a:pt x="4364" y="2308"/>
                </a:lnTo>
                <a:lnTo>
                  <a:pt x="4365" y="2308"/>
                </a:lnTo>
                <a:lnTo>
                  <a:pt x="4368" y="2316"/>
                </a:lnTo>
                <a:lnTo>
                  <a:pt x="4367" y="2320"/>
                </a:lnTo>
                <a:lnTo>
                  <a:pt x="4365" y="2321"/>
                </a:lnTo>
                <a:lnTo>
                  <a:pt x="4362" y="2322"/>
                </a:lnTo>
                <a:lnTo>
                  <a:pt x="4360" y="2324"/>
                </a:lnTo>
                <a:lnTo>
                  <a:pt x="4359" y="2324"/>
                </a:lnTo>
                <a:lnTo>
                  <a:pt x="4359" y="2323"/>
                </a:lnTo>
                <a:lnTo>
                  <a:pt x="4356" y="2323"/>
                </a:lnTo>
                <a:lnTo>
                  <a:pt x="4355" y="2324"/>
                </a:lnTo>
                <a:lnTo>
                  <a:pt x="4353" y="2324"/>
                </a:lnTo>
                <a:lnTo>
                  <a:pt x="4352" y="2324"/>
                </a:lnTo>
                <a:lnTo>
                  <a:pt x="4350" y="2323"/>
                </a:lnTo>
                <a:lnTo>
                  <a:pt x="4349" y="2324"/>
                </a:lnTo>
                <a:lnTo>
                  <a:pt x="4349" y="2323"/>
                </a:lnTo>
                <a:lnTo>
                  <a:pt x="4347" y="2323"/>
                </a:lnTo>
                <a:lnTo>
                  <a:pt x="4344" y="2323"/>
                </a:lnTo>
                <a:lnTo>
                  <a:pt x="4343" y="2323"/>
                </a:lnTo>
                <a:lnTo>
                  <a:pt x="4343" y="2324"/>
                </a:lnTo>
                <a:lnTo>
                  <a:pt x="4342" y="2324"/>
                </a:lnTo>
                <a:lnTo>
                  <a:pt x="4340" y="2324"/>
                </a:lnTo>
                <a:lnTo>
                  <a:pt x="4339" y="2324"/>
                </a:lnTo>
                <a:lnTo>
                  <a:pt x="4336" y="2324"/>
                </a:lnTo>
                <a:lnTo>
                  <a:pt x="4335" y="2325"/>
                </a:lnTo>
                <a:lnTo>
                  <a:pt x="4331" y="2326"/>
                </a:lnTo>
                <a:lnTo>
                  <a:pt x="4328" y="2327"/>
                </a:lnTo>
                <a:lnTo>
                  <a:pt x="4327" y="2327"/>
                </a:lnTo>
                <a:lnTo>
                  <a:pt x="4327" y="2326"/>
                </a:lnTo>
                <a:lnTo>
                  <a:pt x="4326" y="2327"/>
                </a:lnTo>
                <a:lnTo>
                  <a:pt x="4326" y="2328"/>
                </a:lnTo>
                <a:lnTo>
                  <a:pt x="4324" y="2329"/>
                </a:lnTo>
                <a:lnTo>
                  <a:pt x="4323" y="2330"/>
                </a:lnTo>
                <a:lnTo>
                  <a:pt x="4321" y="2330"/>
                </a:lnTo>
                <a:lnTo>
                  <a:pt x="4318" y="2332"/>
                </a:lnTo>
                <a:lnTo>
                  <a:pt x="4317" y="2332"/>
                </a:lnTo>
                <a:lnTo>
                  <a:pt x="4316" y="2333"/>
                </a:lnTo>
                <a:lnTo>
                  <a:pt x="4315" y="2334"/>
                </a:lnTo>
                <a:lnTo>
                  <a:pt x="4314" y="2334"/>
                </a:lnTo>
                <a:lnTo>
                  <a:pt x="4312" y="2336"/>
                </a:lnTo>
                <a:lnTo>
                  <a:pt x="4312" y="2337"/>
                </a:lnTo>
                <a:lnTo>
                  <a:pt x="4311" y="2338"/>
                </a:lnTo>
                <a:lnTo>
                  <a:pt x="4310" y="2338"/>
                </a:lnTo>
                <a:lnTo>
                  <a:pt x="4309" y="2339"/>
                </a:lnTo>
                <a:lnTo>
                  <a:pt x="4308" y="2339"/>
                </a:lnTo>
                <a:lnTo>
                  <a:pt x="4307" y="2339"/>
                </a:lnTo>
                <a:lnTo>
                  <a:pt x="4306" y="2339"/>
                </a:lnTo>
                <a:lnTo>
                  <a:pt x="4304" y="2339"/>
                </a:lnTo>
                <a:lnTo>
                  <a:pt x="4304" y="2340"/>
                </a:lnTo>
                <a:lnTo>
                  <a:pt x="4303" y="2340"/>
                </a:lnTo>
                <a:lnTo>
                  <a:pt x="4303" y="2342"/>
                </a:lnTo>
                <a:lnTo>
                  <a:pt x="4301" y="2359"/>
                </a:lnTo>
                <a:lnTo>
                  <a:pt x="4301" y="2360"/>
                </a:lnTo>
                <a:lnTo>
                  <a:pt x="4301" y="2364"/>
                </a:lnTo>
                <a:lnTo>
                  <a:pt x="4301" y="2366"/>
                </a:lnTo>
                <a:lnTo>
                  <a:pt x="4300" y="2373"/>
                </a:lnTo>
                <a:lnTo>
                  <a:pt x="4304" y="2372"/>
                </a:lnTo>
                <a:lnTo>
                  <a:pt x="4304" y="2369"/>
                </a:lnTo>
                <a:lnTo>
                  <a:pt x="4307" y="2370"/>
                </a:lnTo>
                <a:lnTo>
                  <a:pt x="4310" y="2371"/>
                </a:lnTo>
                <a:lnTo>
                  <a:pt x="4314" y="2374"/>
                </a:lnTo>
                <a:lnTo>
                  <a:pt x="4313" y="2375"/>
                </a:lnTo>
                <a:lnTo>
                  <a:pt x="4316" y="2377"/>
                </a:lnTo>
                <a:lnTo>
                  <a:pt x="4316" y="2378"/>
                </a:lnTo>
                <a:lnTo>
                  <a:pt x="4317" y="2378"/>
                </a:lnTo>
                <a:lnTo>
                  <a:pt x="4319" y="2380"/>
                </a:lnTo>
                <a:lnTo>
                  <a:pt x="4322" y="2382"/>
                </a:lnTo>
                <a:lnTo>
                  <a:pt x="4323" y="2385"/>
                </a:lnTo>
                <a:lnTo>
                  <a:pt x="4324" y="2385"/>
                </a:lnTo>
                <a:lnTo>
                  <a:pt x="4327" y="2388"/>
                </a:lnTo>
                <a:lnTo>
                  <a:pt x="4328" y="2390"/>
                </a:lnTo>
                <a:lnTo>
                  <a:pt x="4329" y="2393"/>
                </a:lnTo>
                <a:lnTo>
                  <a:pt x="4331" y="2395"/>
                </a:lnTo>
                <a:lnTo>
                  <a:pt x="4333" y="2399"/>
                </a:lnTo>
                <a:lnTo>
                  <a:pt x="4333" y="2400"/>
                </a:lnTo>
                <a:lnTo>
                  <a:pt x="4336" y="2403"/>
                </a:lnTo>
                <a:lnTo>
                  <a:pt x="4336" y="2404"/>
                </a:lnTo>
                <a:lnTo>
                  <a:pt x="4337" y="2405"/>
                </a:lnTo>
                <a:lnTo>
                  <a:pt x="4337" y="2404"/>
                </a:lnTo>
                <a:lnTo>
                  <a:pt x="4338" y="2403"/>
                </a:lnTo>
                <a:lnTo>
                  <a:pt x="4341" y="2409"/>
                </a:lnTo>
                <a:lnTo>
                  <a:pt x="4340" y="2409"/>
                </a:lnTo>
                <a:lnTo>
                  <a:pt x="4340" y="2410"/>
                </a:lnTo>
                <a:lnTo>
                  <a:pt x="4341" y="2410"/>
                </a:lnTo>
                <a:lnTo>
                  <a:pt x="4342" y="2411"/>
                </a:lnTo>
                <a:lnTo>
                  <a:pt x="4343" y="2412"/>
                </a:lnTo>
                <a:lnTo>
                  <a:pt x="4344" y="2412"/>
                </a:lnTo>
                <a:lnTo>
                  <a:pt x="4345" y="2412"/>
                </a:lnTo>
                <a:lnTo>
                  <a:pt x="4346" y="2413"/>
                </a:lnTo>
                <a:lnTo>
                  <a:pt x="4346" y="2412"/>
                </a:lnTo>
                <a:lnTo>
                  <a:pt x="4347" y="2412"/>
                </a:lnTo>
                <a:lnTo>
                  <a:pt x="4348" y="2412"/>
                </a:lnTo>
                <a:lnTo>
                  <a:pt x="4348" y="2413"/>
                </a:lnTo>
                <a:lnTo>
                  <a:pt x="4349" y="2413"/>
                </a:lnTo>
                <a:lnTo>
                  <a:pt x="4352" y="2414"/>
                </a:lnTo>
                <a:lnTo>
                  <a:pt x="4353" y="2415"/>
                </a:lnTo>
                <a:lnTo>
                  <a:pt x="4353" y="2416"/>
                </a:lnTo>
                <a:lnTo>
                  <a:pt x="4354" y="2415"/>
                </a:lnTo>
                <a:lnTo>
                  <a:pt x="4354" y="2416"/>
                </a:lnTo>
                <a:lnTo>
                  <a:pt x="4355" y="2416"/>
                </a:lnTo>
                <a:lnTo>
                  <a:pt x="4356" y="2417"/>
                </a:lnTo>
                <a:lnTo>
                  <a:pt x="4357" y="2417"/>
                </a:lnTo>
                <a:lnTo>
                  <a:pt x="4359" y="2418"/>
                </a:lnTo>
                <a:lnTo>
                  <a:pt x="4360" y="2418"/>
                </a:lnTo>
                <a:lnTo>
                  <a:pt x="4362" y="2418"/>
                </a:lnTo>
                <a:lnTo>
                  <a:pt x="4363" y="2420"/>
                </a:lnTo>
                <a:lnTo>
                  <a:pt x="4364" y="2421"/>
                </a:lnTo>
                <a:lnTo>
                  <a:pt x="4365" y="2421"/>
                </a:lnTo>
                <a:lnTo>
                  <a:pt x="4366" y="2422"/>
                </a:lnTo>
                <a:lnTo>
                  <a:pt x="4367" y="2422"/>
                </a:lnTo>
                <a:lnTo>
                  <a:pt x="4368" y="2421"/>
                </a:lnTo>
                <a:lnTo>
                  <a:pt x="4368" y="2422"/>
                </a:lnTo>
                <a:lnTo>
                  <a:pt x="4369" y="2422"/>
                </a:lnTo>
                <a:lnTo>
                  <a:pt x="4369" y="2421"/>
                </a:lnTo>
                <a:lnTo>
                  <a:pt x="4370" y="2421"/>
                </a:lnTo>
                <a:lnTo>
                  <a:pt x="4371" y="2421"/>
                </a:lnTo>
                <a:lnTo>
                  <a:pt x="4371" y="2422"/>
                </a:lnTo>
                <a:lnTo>
                  <a:pt x="4371" y="2423"/>
                </a:lnTo>
                <a:lnTo>
                  <a:pt x="4372" y="2423"/>
                </a:lnTo>
                <a:lnTo>
                  <a:pt x="4372" y="2422"/>
                </a:lnTo>
                <a:lnTo>
                  <a:pt x="4372" y="2421"/>
                </a:lnTo>
                <a:lnTo>
                  <a:pt x="4373" y="2421"/>
                </a:lnTo>
                <a:lnTo>
                  <a:pt x="4374" y="2422"/>
                </a:lnTo>
                <a:lnTo>
                  <a:pt x="4375" y="2422"/>
                </a:lnTo>
                <a:lnTo>
                  <a:pt x="4376" y="2422"/>
                </a:lnTo>
                <a:lnTo>
                  <a:pt x="4377" y="2421"/>
                </a:lnTo>
                <a:lnTo>
                  <a:pt x="4378" y="2421"/>
                </a:lnTo>
                <a:lnTo>
                  <a:pt x="4379" y="2420"/>
                </a:lnTo>
                <a:lnTo>
                  <a:pt x="4380" y="2420"/>
                </a:lnTo>
                <a:lnTo>
                  <a:pt x="4381" y="2420"/>
                </a:lnTo>
                <a:lnTo>
                  <a:pt x="4382" y="2420"/>
                </a:lnTo>
                <a:lnTo>
                  <a:pt x="4382" y="2421"/>
                </a:lnTo>
                <a:lnTo>
                  <a:pt x="4382" y="2422"/>
                </a:lnTo>
                <a:lnTo>
                  <a:pt x="4382" y="2423"/>
                </a:lnTo>
                <a:lnTo>
                  <a:pt x="4381" y="2423"/>
                </a:lnTo>
                <a:lnTo>
                  <a:pt x="4380" y="2423"/>
                </a:lnTo>
                <a:lnTo>
                  <a:pt x="4379" y="2424"/>
                </a:lnTo>
                <a:lnTo>
                  <a:pt x="4378" y="2425"/>
                </a:lnTo>
                <a:lnTo>
                  <a:pt x="4377" y="2425"/>
                </a:lnTo>
                <a:lnTo>
                  <a:pt x="4376" y="2425"/>
                </a:lnTo>
                <a:lnTo>
                  <a:pt x="4375" y="2426"/>
                </a:lnTo>
                <a:lnTo>
                  <a:pt x="4374" y="2426"/>
                </a:lnTo>
                <a:lnTo>
                  <a:pt x="4375" y="2426"/>
                </a:lnTo>
                <a:lnTo>
                  <a:pt x="4374" y="2427"/>
                </a:lnTo>
                <a:lnTo>
                  <a:pt x="4373" y="2427"/>
                </a:lnTo>
                <a:lnTo>
                  <a:pt x="4372" y="2428"/>
                </a:lnTo>
                <a:lnTo>
                  <a:pt x="4370" y="2428"/>
                </a:lnTo>
                <a:lnTo>
                  <a:pt x="4369" y="2429"/>
                </a:lnTo>
                <a:lnTo>
                  <a:pt x="4368" y="2429"/>
                </a:lnTo>
                <a:lnTo>
                  <a:pt x="4367" y="2430"/>
                </a:lnTo>
                <a:lnTo>
                  <a:pt x="4367" y="2431"/>
                </a:lnTo>
                <a:lnTo>
                  <a:pt x="4365" y="2432"/>
                </a:lnTo>
                <a:lnTo>
                  <a:pt x="4364" y="2432"/>
                </a:lnTo>
                <a:lnTo>
                  <a:pt x="4364" y="2433"/>
                </a:lnTo>
                <a:lnTo>
                  <a:pt x="4363" y="2433"/>
                </a:lnTo>
                <a:lnTo>
                  <a:pt x="4363" y="2434"/>
                </a:lnTo>
                <a:lnTo>
                  <a:pt x="4362" y="2435"/>
                </a:lnTo>
                <a:lnTo>
                  <a:pt x="4361" y="2436"/>
                </a:lnTo>
                <a:lnTo>
                  <a:pt x="4360" y="2437"/>
                </a:lnTo>
                <a:lnTo>
                  <a:pt x="4360" y="2438"/>
                </a:lnTo>
                <a:lnTo>
                  <a:pt x="4360" y="2439"/>
                </a:lnTo>
                <a:lnTo>
                  <a:pt x="4359" y="2440"/>
                </a:lnTo>
                <a:lnTo>
                  <a:pt x="4358" y="2441"/>
                </a:lnTo>
                <a:lnTo>
                  <a:pt x="4357" y="2442"/>
                </a:lnTo>
                <a:lnTo>
                  <a:pt x="4356" y="2442"/>
                </a:lnTo>
                <a:lnTo>
                  <a:pt x="4355" y="2442"/>
                </a:lnTo>
                <a:lnTo>
                  <a:pt x="4355" y="2443"/>
                </a:lnTo>
                <a:lnTo>
                  <a:pt x="4354" y="2443"/>
                </a:lnTo>
                <a:lnTo>
                  <a:pt x="4352" y="2444"/>
                </a:lnTo>
                <a:lnTo>
                  <a:pt x="4351" y="2445"/>
                </a:lnTo>
                <a:lnTo>
                  <a:pt x="4350" y="2445"/>
                </a:lnTo>
                <a:lnTo>
                  <a:pt x="4350" y="2446"/>
                </a:lnTo>
                <a:lnTo>
                  <a:pt x="4349" y="2447"/>
                </a:lnTo>
                <a:lnTo>
                  <a:pt x="4348" y="2448"/>
                </a:lnTo>
                <a:lnTo>
                  <a:pt x="4347" y="2449"/>
                </a:lnTo>
                <a:lnTo>
                  <a:pt x="4347" y="2450"/>
                </a:lnTo>
                <a:lnTo>
                  <a:pt x="4346" y="2451"/>
                </a:lnTo>
                <a:lnTo>
                  <a:pt x="4345" y="2452"/>
                </a:lnTo>
                <a:lnTo>
                  <a:pt x="4344" y="2452"/>
                </a:lnTo>
                <a:lnTo>
                  <a:pt x="4344" y="2454"/>
                </a:lnTo>
                <a:lnTo>
                  <a:pt x="4344" y="2455"/>
                </a:lnTo>
                <a:lnTo>
                  <a:pt x="4343" y="2455"/>
                </a:lnTo>
                <a:lnTo>
                  <a:pt x="4342" y="2455"/>
                </a:lnTo>
                <a:lnTo>
                  <a:pt x="4341" y="2455"/>
                </a:lnTo>
                <a:lnTo>
                  <a:pt x="4340" y="2456"/>
                </a:lnTo>
                <a:lnTo>
                  <a:pt x="4339" y="2456"/>
                </a:lnTo>
                <a:lnTo>
                  <a:pt x="4338" y="2456"/>
                </a:lnTo>
                <a:lnTo>
                  <a:pt x="4338" y="2457"/>
                </a:lnTo>
                <a:lnTo>
                  <a:pt x="4337" y="2457"/>
                </a:lnTo>
                <a:lnTo>
                  <a:pt x="4337" y="2456"/>
                </a:lnTo>
                <a:lnTo>
                  <a:pt x="4336" y="2457"/>
                </a:lnTo>
                <a:lnTo>
                  <a:pt x="4336" y="2456"/>
                </a:lnTo>
                <a:lnTo>
                  <a:pt x="4335" y="2456"/>
                </a:lnTo>
                <a:lnTo>
                  <a:pt x="4335" y="2457"/>
                </a:lnTo>
                <a:lnTo>
                  <a:pt x="4334" y="2457"/>
                </a:lnTo>
                <a:lnTo>
                  <a:pt x="4333" y="2457"/>
                </a:lnTo>
                <a:lnTo>
                  <a:pt x="4332" y="2456"/>
                </a:lnTo>
                <a:lnTo>
                  <a:pt x="4331" y="2456"/>
                </a:lnTo>
                <a:lnTo>
                  <a:pt x="4331" y="2457"/>
                </a:lnTo>
                <a:lnTo>
                  <a:pt x="4330" y="2457"/>
                </a:lnTo>
                <a:lnTo>
                  <a:pt x="4331" y="2457"/>
                </a:lnTo>
                <a:lnTo>
                  <a:pt x="4331" y="2458"/>
                </a:lnTo>
                <a:lnTo>
                  <a:pt x="4330" y="2458"/>
                </a:lnTo>
                <a:lnTo>
                  <a:pt x="4329" y="2458"/>
                </a:lnTo>
                <a:lnTo>
                  <a:pt x="4329" y="2459"/>
                </a:lnTo>
                <a:lnTo>
                  <a:pt x="4328" y="2459"/>
                </a:lnTo>
                <a:lnTo>
                  <a:pt x="4328" y="2460"/>
                </a:lnTo>
                <a:lnTo>
                  <a:pt x="4327" y="2461"/>
                </a:lnTo>
                <a:lnTo>
                  <a:pt x="4326" y="2461"/>
                </a:lnTo>
                <a:lnTo>
                  <a:pt x="4327" y="2460"/>
                </a:lnTo>
                <a:lnTo>
                  <a:pt x="4326" y="2458"/>
                </a:lnTo>
                <a:lnTo>
                  <a:pt x="4323" y="2459"/>
                </a:lnTo>
                <a:lnTo>
                  <a:pt x="4322" y="2459"/>
                </a:lnTo>
                <a:lnTo>
                  <a:pt x="4322" y="2460"/>
                </a:lnTo>
                <a:lnTo>
                  <a:pt x="4321" y="2460"/>
                </a:lnTo>
                <a:lnTo>
                  <a:pt x="4320" y="2461"/>
                </a:lnTo>
                <a:lnTo>
                  <a:pt x="4321" y="2461"/>
                </a:lnTo>
                <a:lnTo>
                  <a:pt x="4321" y="2462"/>
                </a:lnTo>
                <a:lnTo>
                  <a:pt x="4320" y="2464"/>
                </a:lnTo>
                <a:lnTo>
                  <a:pt x="4319" y="2464"/>
                </a:lnTo>
                <a:lnTo>
                  <a:pt x="4318" y="2465"/>
                </a:lnTo>
                <a:lnTo>
                  <a:pt x="4319" y="2466"/>
                </a:lnTo>
                <a:lnTo>
                  <a:pt x="4320" y="2466"/>
                </a:lnTo>
                <a:lnTo>
                  <a:pt x="4320" y="2467"/>
                </a:lnTo>
                <a:lnTo>
                  <a:pt x="4320" y="2468"/>
                </a:lnTo>
                <a:lnTo>
                  <a:pt x="4319" y="2469"/>
                </a:lnTo>
                <a:lnTo>
                  <a:pt x="4320" y="2470"/>
                </a:lnTo>
                <a:lnTo>
                  <a:pt x="4319" y="2470"/>
                </a:lnTo>
                <a:lnTo>
                  <a:pt x="4319" y="2471"/>
                </a:lnTo>
                <a:lnTo>
                  <a:pt x="4320" y="2470"/>
                </a:lnTo>
                <a:lnTo>
                  <a:pt x="4321" y="2470"/>
                </a:lnTo>
                <a:lnTo>
                  <a:pt x="4322" y="2470"/>
                </a:lnTo>
                <a:lnTo>
                  <a:pt x="4322" y="2469"/>
                </a:lnTo>
                <a:lnTo>
                  <a:pt x="4322" y="2468"/>
                </a:lnTo>
                <a:lnTo>
                  <a:pt x="4322" y="2467"/>
                </a:lnTo>
                <a:lnTo>
                  <a:pt x="4322" y="2466"/>
                </a:lnTo>
                <a:lnTo>
                  <a:pt x="4323" y="2466"/>
                </a:lnTo>
                <a:lnTo>
                  <a:pt x="4323" y="2465"/>
                </a:lnTo>
                <a:lnTo>
                  <a:pt x="4323" y="2464"/>
                </a:lnTo>
                <a:lnTo>
                  <a:pt x="4324" y="2464"/>
                </a:lnTo>
                <a:lnTo>
                  <a:pt x="4325" y="2464"/>
                </a:lnTo>
                <a:lnTo>
                  <a:pt x="4325" y="2463"/>
                </a:lnTo>
                <a:lnTo>
                  <a:pt x="4325" y="2462"/>
                </a:lnTo>
                <a:lnTo>
                  <a:pt x="4326" y="2462"/>
                </a:lnTo>
                <a:lnTo>
                  <a:pt x="4327" y="2464"/>
                </a:lnTo>
                <a:lnTo>
                  <a:pt x="4328" y="2465"/>
                </a:lnTo>
                <a:lnTo>
                  <a:pt x="4327" y="2466"/>
                </a:lnTo>
                <a:lnTo>
                  <a:pt x="4327" y="2467"/>
                </a:lnTo>
                <a:lnTo>
                  <a:pt x="4326" y="2467"/>
                </a:lnTo>
                <a:lnTo>
                  <a:pt x="4327" y="2467"/>
                </a:lnTo>
                <a:lnTo>
                  <a:pt x="4326" y="2467"/>
                </a:lnTo>
                <a:lnTo>
                  <a:pt x="4326" y="2468"/>
                </a:lnTo>
                <a:lnTo>
                  <a:pt x="4326" y="2469"/>
                </a:lnTo>
                <a:lnTo>
                  <a:pt x="4326" y="2470"/>
                </a:lnTo>
                <a:lnTo>
                  <a:pt x="4325" y="2470"/>
                </a:lnTo>
                <a:lnTo>
                  <a:pt x="4325" y="2469"/>
                </a:lnTo>
                <a:lnTo>
                  <a:pt x="4324" y="2470"/>
                </a:lnTo>
                <a:lnTo>
                  <a:pt x="4324" y="2471"/>
                </a:lnTo>
                <a:lnTo>
                  <a:pt x="4324" y="2473"/>
                </a:lnTo>
                <a:lnTo>
                  <a:pt x="4324" y="2472"/>
                </a:lnTo>
                <a:lnTo>
                  <a:pt x="4325" y="2472"/>
                </a:lnTo>
                <a:lnTo>
                  <a:pt x="4326" y="2472"/>
                </a:lnTo>
                <a:lnTo>
                  <a:pt x="4327" y="2471"/>
                </a:lnTo>
                <a:lnTo>
                  <a:pt x="4327" y="2470"/>
                </a:lnTo>
                <a:lnTo>
                  <a:pt x="4328" y="2470"/>
                </a:lnTo>
                <a:lnTo>
                  <a:pt x="4328" y="2469"/>
                </a:lnTo>
                <a:lnTo>
                  <a:pt x="4328" y="2468"/>
                </a:lnTo>
                <a:lnTo>
                  <a:pt x="4329" y="2468"/>
                </a:lnTo>
                <a:lnTo>
                  <a:pt x="4329" y="2467"/>
                </a:lnTo>
                <a:lnTo>
                  <a:pt x="4329" y="2466"/>
                </a:lnTo>
                <a:lnTo>
                  <a:pt x="4330" y="2466"/>
                </a:lnTo>
                <a:lnTo>
                  <a:pt x="4330" y="2465"/>
                </a:lnTo>
                <a:lnTo>
                  <a:pt x="4331" y="2465"/>
                </a:lnTo>
                <a:lnTo>
                  <a:pt x="4331" y="2464"/>
                </a:lnTo>
                <a:lnTo>
                  <a:pt x="4333" y="2463"/>
                </a:lnTo>
                <a:lnTo>
                  <a:pt x="4336" y="2462"/>
                </a:lnTo>
                <a:lnTo>
                  <a:pt x="4337" y="2462"/>
                </a:lnTo>
                <a:lnTo>
                  <a:pt x="4338" y="2462"/>
                </a:lnTo>
                <a:lnTo>
                  <a:pt x="4338" y="2461"/>
                </a:lnTo>
                <a:lnTo>
                  <a:pt x="4339" y="2461"/>
                </a:lnTo>
                <a:lnTo>
                  <a:pt x="4340" y="2460"/>
                </a:lnTo>
                <a:lnTo>
                  <a:pt x="4340" y="2459"/>
                </a:lnTo>
                <a:lnTo>
                  <a:pt x="4341" y="2459"/>
                </a:lnTo>
                <a:lnTo>
                  <a:pt x="4342" y="2458"/>
                </a:lnTo>
                <a:lnTo>
                  <a:pt x="4343" y="2458"/>
                </a:lnTo>
                <a:lnTo>
                  <a:pt x="4344" y="2458"/>
                </a:lnTo>
                <a:lnTo>
                  <a:pt x="4344" y="2457"/>
                </a:lnTo>
                <a:lnTo>
                  <a:pt x="4345" y="2457"/>
                </a:lnTo>
                <a:lnTo>
                  <a:pt x="4346" y="2457"/>
                </a:lnTo>
                <a:lnTo>
                  <a:pt x="4346" y="2458"/>
                </a:lnTo>
                <a:lnTo>
                  <a:pt x="4347" y="2458"/>
                </a:lnTo>
                <a:lnTo>
                  <a:pt x="4348" y="2459"/>
                </a:lnTo>
                <a:lnTo>
                  <a:pt x="4348" y="2458"/>
                </a:lnTo>
                <a:lnTo>
                  <a:pt x="4349" y="2458"/>
                </a:lnTo>
                <a:lnTo>
                  <a:pt x="4348" y="2458"/>
                </a:lnTo>
                <a:lnTo>
                  <a:pt x="4349" y="2458"/>
                </a:lnTo>
                <a:lnTo>
                  <a:pt x="4350" y="2458"/>
                </a:lnTo>
                <a:lnTo>
                  <a:pt x="4349" y="2459"/>
                </a:lnTo>
                <a:lnTo>
                  <a:pt x="4349" y="2460"/>
                </a:lnTo>
                <a:lnTo>
                  <a:pt x="4348" y="2460"/>
                </a:lnTo>
                <a:lnTo>
                  <a:pt x="4348" y="2461"/>
                </a:lnTo>
                <a:lnTo>
                  <a:pt x="4348" y="2462"/>
                </a:lnTo>
                <a:lnTo>
                  <a:pt x="4348" y="2463"/>
                </a:lnTo>
                <a:lnTo>
                  <a:pt x="4349" y="2464"/>
                </a:lnTo>
                <a:lnTo>
                  <a:pt x="4350" y="2465"/>
                </a:lnTo>
                <a:lnTo>
                  <a:pt x="4351" y="2464"/>
                </a:lnTo>
                <a:lnTo>
                  <a:pt x="4352" y="2464"/>
                </a:lnTo>
                <a:lnTo>
                  <a:pt x="4352" y="2463"/>
                </a:lnTo>
                <a:lnTo>
                  <a:pt x="4353" y="2463"/>
                </a:lnTo>
                <a:lnTo>
                  <a:pt x="4353" y="2462"/>
                </a:lnTo>
                <a:lnTo>
                  <a:pt x="4354" y="2462"/>
                </a:lnTo>
                <a:lnTo>
                  <a:pt x="4354" y="2461"/>
                </a:lnTo>
                <a:lnTo>
                  <a:pt x="4353" y="2461"/>
                </a:lnTo>
                <a:lnTo>
                  <a:pt x="4354" y="2460"/>
                </a:lnTo>
                <a:lnTo>
                  <a:pt x="4354" y="2459"/>
                </a:lnTo>
                <a:lnTo>
                  <a:pt x="4355" y="2458"/>
                </a:lnTo>
                <a:lnTo>
                  <a:pt x="4356" y="2458"/>
                </a:lnTo>
                <a:lnTo>
                  <a:pt x="4356" y="2457"/>
                </a:lnTo>
                <a:lnTo>
                  <a:pt x="4355" y="2457"/>
                </a:lnTo>
                <a:lnTo>
                  <a:pt x="4354" y="2456"/>
                </a:lnTo>
                <a:lnTo>
                  <a:pt x="4352" y="2456"/>
                </a:lnTo>
                <a:lnTo>
                  <a:pt x="4351" y="2456"/>
                </a:lnTo>
                <a:lnTo>
                  <a:pt x="4351" y="2457"/>
                </a:lnTo>
                <a:lnTo>
                  <a:pt x="4350" y="2457"/>
                </a:lnTo>
                <a:lnTo>
                  <a:pt x="4350" y="2456"/>
                </a:lnTo>
                <a:lnTo>
                  <a:pt x="4349" y="2456"/>
                </a:lnTo>
                <a:lnTo>
                  <a:pt x="4349" y="2457"/>
                </a:lnTo>
                <a:lnTo>
                  <a:pt x="4348" y="2457"/>
                </a:lnTo>
                <a:lnTo>
                  <a:pt x="4347" y="2457"/>
                </a:lnTo>
                <a:lnTo>
                  <a:pt x="4347" y="2456"/>
                </a:lnTo>
                <a:lnTo>
                  <a:pt x="4347" y="2455"/>
                </a:lnTo>
                <a:lnTo>
                  <a:pt x="4348" y="2455"/>
                </a:lnTo>
                <a:lnTo>
                  <a:pt x="4348" y="2454"/>
                </a:lnTo>
                <a:lnTo>
                  <a:pt x="4349" y="2454"/>
                </a:lnTo>
                <a:lnTo>
                  <a:pt x="4350" y="2454"/>
                </a:lnTo>
                <a:lnTo>
                  <a:pt x="4350" y="2453"/>
                </a:lnTo>
                <a:lnTo>
                  <a:pt x="4350" y="2452"/>
                </a:lnTo>
                <a:lnTo>
                  <a:pt x="4351" y="2452"/>
                </a:lnTo>
                <a:lnTo>
                  <a:pt x="4351" y="2451"/>
                </a:lnTo>
                <a:lnTo>
                  <a:pt x="4352" y="2451"/>
                </a:lnTo>
                <a:lnTo>
                  <a:pt x="4354" y="2450"/>
                </a:lnTo>
                <a:lnTo>
                  <a:pt x="4355" y="2449"/>
                </a:lnTo>
                <a:lnTo>
                  <a:pt x="4357" y="2449"/>
                </a:lnTo>
                <a:lnTo>
                  <a:pt x="4358" y="2449"/>
                </a:lnTo>
                <a:lnTo>
                  <a:pt x="4357" y="2449"/>
                </a:lnTo>
                <a:lnTo>
                  <a:pt x="4358" y="2449"/>
                </a:lnTo>
                <a:lnTo>
                  <a:pt x="4359" y="2449"/>
                </a:lnTo>
                <a:lnTo>
                  <a:pt x="4360" y="2449"/>
                </a:lnTo>
                <a:lnTo>
                  <a:pt x="4361" y="2449"/>
                </a:lnTo>
                <a:lnTo>
                  <a:pt x="4362" y="2448"/>
                </a:lnTo>
                <a:lnTo>
                  <a:pt x="4362" y="2447"/>
                </a:lnTo>
                <a:lnTo>
                  <a:pt x="4363" y="2447"/>
                </a:lnTo>
                <a:lnTo>
                  <a:pt x="4364" y="2447"/>
                </a:lnTo>
                <a:lnTo>
                  <a:pt x="4364" y="2448"/>
                </a:lnTo>
                <a:lnTo>
                  <a:pt x="4365" y="2448"/>
                </a:lnTo>
                <a:lnTo>
                  <a:pt x="4365" y="2447"/>
                </a:lnTo>
                <a:lnTo>
                  <a:pt x="4366" y="2448"/>
                </a:lnTo>
                <a:lnTo>
                  <a:pt x="4366" y="2449"/>
                </a:lnTo>
                <a:lnTo>
                  <a:pt x="4367" y="2449"/>
                </a:lnTo>
                <a:lnTo>
                  <a:pt x="4368" y="2450"/>
                </a:lnTo>
                <a:lnTo>
                  <a:pt x="4367" y="2450"/>
                </a:lnTo>
                <a:lnTo>
                  <a:pt x="4368" y="2451"/>
                </a:lnTo>
                <a:lnTo>
                  <a:pt x="4368" y="2452"/>
                </a:lnTo>
                <a:lnTo>
                  <a:pt x="4368" y="2451"/>
                </a:lnTo>
                <a:lnTo>
                  <a:pt x="4369" y="2451"/>
                </a:lnTo>
                <a:lnTo>
                  <a:pt x="4369" y="2452"/>
                </a:lnTo>
                <a:lnTo>
                  <a:pt x="4369" y="2453"/>
                </a:lnTo>
                <a:lnTo>
                  <a:pt x="4368" y="2453"/>
                </a:lnTo>
                <a:lnTo>
                  <a:pt x="4368" y="2454"/>
                </a:lnTo>
                <a:lnTo>
                  <a:pt x="4368" y="2455"/>
                </a:lnTo>
                <a:lnTo>
                  <a:pt x="4368" y="2456"/>
                </a:lnTo>
                <a:lnTo>
                  <a:pt x="4369" y="2456"/>
                </a:lnTo>
                <a:lnTo>
                  <a:pt x="4368" y="2457"/>
                </a:lnTo>
                <a:lnTo>
                  <a:pt x="4366" y="2460"/>
                </a:lnTo>
                <a:lnTo>
                  <a:pt x="4366" y="2461"/>
                </a:lnTo>
                <a:lnTo>
                  <a:pt x="4366" y="2464"/>
                </a:lnTo>
                <a:lnTo>
                  <a:pt x="4367" y="2464"/>
                </a:lnTo>
                <a:lnTo>
                  <a:pt x="4367" y="2465"/>
                </a:lnTo>
                <a:lnTo>
                  <a:pt x="4368" y="2465"/>
                </a:lnTo>
                <a:lnTo>
                  <a:pt x="4369" y="2466"/>
                </a:lnTo>
                <a:lnTo>
                  <a:pt x="4369" y="2467"/>
                </a:lnTo>
                <a:lnTo>
                  <a:pt x="4368" y="2467"/>
                </a:lnTo>
                <a:lnTo>
                  <a:pt x="4368" y="2466"/>
                </a:lnTo>
                <a:lnTo>
                  <a:pt x="4367" y="2467"/>
                </a:lnTo>
                <a:lnTo>
                  <a:pt x="4368" y="2467"/>
                </a:lnTo>
                <a:lnTo>
                  <a:pt x="4368" y="2468"/>
                </a:lnTo>
                <a:lnTo>
                  <a:pt x="4367" y="2468"/>
                </a:lnTo>
                <a:lnTo>
                  <a:pt x="4367" y="2469"/>
                </a:lnTo>
                <a:lnTo>
                  <a:pt x="4366" y="2469"/>
                </a:lnTo>
                <a:lnTo>
                  <a:pt x="4367" y="2469"/>
                </a:lnTo>
                <a:lnTo>
                  <a:pt x="4367" y="2470"/>
                </a:lnTo>
                <a:lnTo>
                  <a:pt x="4364" y="2472"/>
                </a:lnTo>
                <a:lnTo>
                  <a:pt x="4364" y="2473"/>
                </a:lnTo>
                <a:lnTo>
                  <a:pt x="4363" y="2473"/>
                </a:lnTo>
                <a:lnTo>
                  <a:pt x="4363" y="2474"/>
                </a:lnTo>
                <a:lnTo>
                  <a:pt x="4363" y="2475"/>
                </a:lnTo>
                <a:lnTo>
                  <a:pt x="4363" y="2476"/>
                </a:lnTo>
                <a:lnTo>
                  <a:pt x="4364" y="2477"/>
                </a:lnTo>
                <a:lnTo>
                  <a:pt x="4364" y="2478"/>
                </a:lnTo>
                <a:lnTo>
                  <a:pt x="4365" y="2478"/>
                </a:lnTo>
                <a:lnTo>
                  <a:pt x="4364" y="2479"/>
                </a:lnTo>
                <a:lnTo>
                  <a:pt x="4363" y="2480"/>
                </a:lnTo>
                <a:lnTo>
                  <a:pt x="4363" y="2481"/>
                </a:lnTo>
                <a:lnTo>
                  <a:pt x="4363" y="2482"/>
                </a:lnTo>
                <a:lnTo>
                  <a:pt x="4363" y="2483"/>
                </a:lnTo>
                <a:lnTo>
                  <a:pt x="4365" y="2483"/>
                </a:lnTo>
                <a:lnTo>
                  <a:pt x="4366" y="2484"/>
                </a:lnTo>
                <a:lnTo>
                  <a:pt x="4367" y="2484"/>
                </a:lnTo>
                <a:lnTo>
                  <a:pt x="4368" y="2484"/>
                </a:lnTo>
                <a:lnTo>
                  <a:pt x="4368" y="2483"/>
                </a:lnTo>
                <a:lnTo>
                  <a:pt x="4369" y="2483"/>
                </a:lnTo>
                <a:lnTo>
                  <a:pt x="4369" y="2484"/>
                </a:lnTo>
                <a:lnTo>
                  <a:pt x="4369" y="2485"/>
                </a:lnTo>
                <a:lnTo>
                  <a:pt x="4368" y="2485"/>
                </a:lnTo>
                <a:lnTo>
                  <a:pt x="4367" y="2485"/>
                </a:lnTo>
                <a:lnTo>
                  <a:pt x="4367" y="2486"/>
                </a:lnTo>
                <a:lnTo>
                  <a:pt x="4367" y="2487"/>
                </a:lnTo>
                <a:lnTo>
                  <a:pt x="4366" y="2487"/>
                </a:lnTo>
                <a:lnTo>
                  <a:pt x="4366" y="2488"/>
                </a:lnTo>
                <a:lnTo>
                  <a:pt x="4367" y="2488"/>
                </a:lnTo>
                <a:lnTo>
                  <a:pt x="4367" y="2489"/>
                </a:lnTo>
                <a:lnTo>
                  <a:pt x="4367" y="2490"/>
                </a:lnTo>
                <a:lnTo>
                  <a:pt x="4367" y="2491"/>
                </a:lnTo>
                <a:lnTo>
                  <a:pt x="4366" y="2491"/>
                </a:lnTo>
                <a:lnTo>
                  <a:pt x="4366" y="2490"/>
                </a:lnTo>
                <a:lnTo>
                  <a:pt x="4366" y="2489"/>
                </a:lnTo>
                <a:lnTo>
                  <a:pt x="4365" y="2489"/>
                </a:lnTo>
                <a:lnTo>
                  <a:pt x="4365" y="2490"/>
                </a:lnTo>
                <a:lnTo>
                  <a:pt x="4365" y="2491"/>
                </a:lnTo>
                <a:lnTo>
                  <a:pt x="4365" y="2492"/>
                </a:lnTo>
                <a:lnTo>
                  <a:pt x="4364" y="2492"/>
                </a:lnTo>
                <a:lnTo>
                  <a:pt x="4364" y="2493"/>
                </a:lnTo>
                <a:lnTo>
                  <a:pt x="4363" y="2493"/>
                </a:lnTo>
                <a:lnTo>
                  <a:pt x="4362" y="2493"/>
                </a:lnTo>
                <a:lnTo>
                  <a:pt x="4361" y="2493"/>
                </a:lnTo>
                <a:lnTo>
                  <a:pt x="4360" y="2494"/>
                </a:lnTo>
                <a:lnTo>
                  <a:pt x="4359" y="2495"/>
                </a:lnTo>
                <a:lnTo>
                  <a:pt x="4358" y="2495"/>
                </a:lnTo>
                <a:lnTo>
                  <a:pt x="4357" y="2495"/>
                </a:lnTo>
                <a:lnTo>
                  <a:pt x="4357" y="2496"/>
                </a:lnTo>
                <a:lnTo>
                  <a:pt x="4356" y="2496"/>
                </a:lnTo>
                <a:lnTo>
                  <a:pt x="4355" y="2496"/>
                </a:lnTo>
                <a:lnTo>
                  <a:pt x="4354" y="2496"/>
                </a:lnTo>
                <a:lnTo>
                  <a:pt x="4353" y="2496"/>
                </a:lnTo>
                <a:lnTo>
                  <a:pt x="4352" y="2496"/>
                </a:lnTo>
                <a:lnTo>
                  <a:pt x="4351" y="2495"/>
                </a:lnTo>
                <a:lnTo>
                  <a:pt x="4350" y="2495"/>
                </a:lnTo>
                <a:lnTo>
                  <a:pt x="4350" y="2494"/>
                </a:lnTo>
                <a:lnTo>
                  <a:pt x="4351" y="2492"/>
                </a:lnTo>
                <a:lnTo>
                  <a:pt x="4351" y="2489"/>
                </a:lnTo>
                <a:lnTo>
                  <a:pt x="4351" y="2488"/>
                </a:lnTo>
                <a:lnTo>
                  <a:pt x="4352" y="2487"/>
                </a:lnTo>
                <a:lnTo>
                  <a:pt x="4352" y="2486"/>
                </a:lnTo>
                <a:lnTo>
                  <a:pt x="4351" y="2486"/>
                </a:lnTo>
                <a:lnTo>
                  <a:pt x="4351" y="2485"/>
                </a:lnTo>
                <a:lnTo>
                  <a:pt x="4352" y="2483"/>
                </a:lnTo>
                <a:lnTo>
                  <a:pt x="4352" y="2482"/>
                </a:lnTo>
                <a:lnTo>
                  <a:pt x="4352" y="2481"/>
                </a:lnTo>
                <a:lnTo>
                  <a:pt x="4353" y="2481"/>
                </a:lnTo>
                <a:lnTo>
                  <a:pt x="4353" y="2480"/>
                </a:lnTo>
                <a:lnTo>
                  <a:pt x="4353" y="2481"/>
                </a:lnTo>
                <a:lnTo>
                  <a:pt x="4354" y="2481"/>
                </a:lnTo>
                <a:lnTo>
                  <a:pt x="4354" y="2480"/>
                </a:lnTo>
                <a:lnTo>
                  <a:pt x="4355" y="2479"/>
                </a:lnTo>
                <a:lnTo>
                  <a:pt x="4355" y="2480"/>
                </a:lnTo>
                <a:lnTo>
                  <a:pt x="4355" y="2479"/>
                </a:lnTo>
                <a:lnTo>
                  <a:pt x="4354" y="2479"/>
                </a:lnTo>
                <a:lnTo>
                  <a:pt x="4353" y="2478"/>
                </a:lnTo>
                <a:lnTo>
                  <a:pt x="4352" y="2479"/>
                </a:lnTo>
                <a:lnTo>
                  <a:pt x="4352" y="2480"/>
                </a:lnTo>
                <a:lnTo>
                  <a:pt x="4351" y="2480"/>
                </a:lnTo>
                <a:lnTo>
                  <a:pt x="4351" y="2479"/>
                </a:lnTo>
                <a:lnTo>
                  <a:pt x="4351" y="2478"/>
                </a:lnTo>
                <a:lnTo>
                  <a:pt x="4352" y="2478"/>
                </a:lnTo>
                <a:lnTo>
                  <a:pt x="4351" y="2478"/>
                </a:lnTo>
                <a:lnTo>
                  <a:pt x="4351" y="2477"/>
                </a:lnTo>
                <a:lnTo>
                  <a:pt x="4352" y="2477"/>
                </a:lnTo>
                <a:lnTo>
                  <a:pt x="4352" y="2478"/>
                </a:lnTo>
                <a:lnTo>
                  <a:pt x="4352" y="2477"/>
                </a:lnTo>
                <a:lnTo>
                  <a:pt x="4352" y="2476"/>
                </a:lnTo>
                <a:lnTo>
                  <a:pt x="4351" y="2476"/>
                </a:lnTo>
                <a:lnTo>
                  <a:pt x="4351" y="2475"/>
                </a:lnTo>
                <a:lnTo>
                  <a:pt x="4352" y="2475"/>
                </a:lnTo>
                <a:lnTo>
                  <a:pt x="4353" y="2474"/>
                </a:lnTo>
                <a:lnTo>
                  <a:pt x="4352" y="2474"/>
                </a:lnTo>
                <a:lnTo>
                  <a:pt x="4351" y="2475"/>
                </a:lnTo>
                <a:lnTo>
                  <a:pt x="4350" y="2475"/>
                </a:lnTo>
                <a:lnTo>
                  <a:pt x="4349" y="2476"/>
                </a:lnTo>
                <a:lnTo>
                  <a:pt x="4350" y="2476"/>
                </a:lnTo>
                <a:lnTo>
                  <a:pt x="4350" y="2477"/>
                </a:lnTo>
                <a:lnTo>
                  <a:pt x="4351" y="2477"/>
                </a:lnTo>
                <a:lnTo>
                  <a:pt x="4351" y="2478"/>
                </a:lnTo>
                <a:lnTo>
                  <a:pt x="4350" y="2478"/>
                </a:lnTo>
                <a:lnTo>
                  <a:pt x="4350" y="2479"/>
                </a:lnTo>
                <a:lnTo>
                  <a:pt x="4351" y="2480"/>
                </a:lnTo>
                <a:lnTo>
                  <a:pt x="4350" y="2480"/>
                </a:lnTo>
                <a:lnTo>
                  <a:pt x="4350" y="2481"/>
                </a:lnTo>
                <a:lnTo>
                  <a:pt x="4350" y="2482"/>
                </a:lnTo>
                <a:lnTo>
                  <a:pt x="4350" y="2483"/>
                </a:lnTo>
                <a:lnTo>
                  <a:pt x="4350" y="2484"/>
                </a:lnTo>
                <a:lnTo>
                  <a:pt x="4350" y="2485"/>
                </a:lnTo>
                <a:lnTo>
                  <a:pt x="4350" y="2487"/>
                </a:lnTo>
                <a:lnTo>
                  <a:pt x="4349" y="2490"/>
                </a:lnTo>
                <a:lnTo>
                  <a:pt x="4349" y="2491"/>
                </a:lnTo>
                <a:lnTo>
                  <a:pt x="4348" y="2491"/>
                </a:lnTo>
                <a:lnTo>
                  <a:pt x="4348" y="2493"/>
                </a:lnTo>
                <a:lnTo>
                  <a:pt x="4348" y="2494"/>
                </a:lnTo>
                <a:lnTo>
                  <a:pt x="4348" y="2495"/>
                </a:lnTo>
                <a:lnTo>
                  <a:pt x="4348" y="2496"/>
                </a:lnTo>
                <a:lnTo>
                  <a:pt x="4348" y="2497"/>
                </a:lnTo>
                <a:lnTo>
                  <a:pt x="4347" y="2497"/>
                </a:lnTo>
                <a:lnTo>
                  <a:pt x="4346" y="2498"/>
                </a:lnTo>
                <a:lnTo>
                  <a:pt x="4345" y="2498"/>
                </a:lnTo>
                <a:lnTo>
                  <a:pt x="4344" y="2499"/>
                </a:lnTo>
                <a:lnTo>
                  <a:pt x="4343" y="2499"/>
                </a:lnTo>
                <a:lnTo>
                  <a:pt x="4342" y="2499"/>
                </a:lnTo>
                <a:lnTo>
                  <a:pt x="4342" y="2498"/>
                </a:lnTo>
                <a:lnTo>
                  <a:pt x="4341" y="2498"/>
                </a:lnTo>
                <a:lnTo>
                  <a:pt x="4341" y="2497"/>
                </a:lnTo>
                <a:lnTo>
                  <a:pt x="4340" y="2497"/>
                </a:lnTo>
                <a:lnTo>
                  <a:pt x="4340" y="2496"/>
                </a:lnTo>
                <a:lnTo>
                  <a:pt x="4339" y="2496"/>
                </a:lnTo>
                <a:lnTo>
                  <a:pt x="4338" y="2494"/>
                </a:lnTo>
                <a:lnTo>
                  <a:pt x="4337" y="2494"/>
                </a:lnTo>
                <a:lnTo>
                  <a:pt x="4336" y="2493"/>
                </a:lnTo>
                <a:lnTo>
                  <a:pt x="4336" y="2491"/>
                </a:lnTo>
                <a:lnTo>
                  <a:pt x="4335" y="2491"/>
                </a:lnTo>
                <a:lnTo>
                  <a:pt x="4335" y="2489"/>
                </a:lnTo>
                <a:lnTo>
                  <a:pt x="4334" y="2489"/>
                </a:lnTo>
                <a:lnTo>
                  <a:pt x="4334" y="2488"/>
                </a:lnTo>
                <a:lnTo>
                  <a:pt x="4334" y="2487"/>
                </a:lnTo>
                <a:lnTo>
                  <a:pt x="4334" y="2486"/>
                </a:lnTo>
                <a:lnTo>
                  <a:pt x="4334" y="2485"/>
                </a:lnTo>
                <a:lnTo>
                  <a:pt x="4333" y="2485"/>
                </a:lnTo>
                <a:lnTo>
                  <a:pt x="4333" y="2486"/>
                </a:lnTo>
                <a:lnTo>
                  <a:pt x="4332" y="2486"/>
                </a:lnTo>
                <a:lnTo>
                  <a:pt x="4331" y="2486"/>
                </a:lnTo>
                <a:lnTo>
                  <a:pt x="4331" y="2485"/>
                </a:lnTo>
                <a:lnTo>
                  <a:pt x="4330" y="2485"/>
                </a:lnTo>
                <a:lnTo>
                  <a:pt x="4329" y="2484"/>
                </a:lnTo>
                <a:lnTo>
                  <a:pt x="4328" y="2484"/>
                </a:lnTo>
                <a:lnTo>
                  <a:pt x="4327" y="2484"/>
                </a:lnTo>
                <a:lnTo>
                  <a:pt x="4327" y="2485"/>
                </a:lnTo>
                <a:lnTo>
                  <a:pt x="4326" y="2485"/>
                </a:lnTo>
                <a:lnTo>
                  <a:pt x="4327" y="2485"/>
                </a:lnTo>
                <a:lnTo>
                  <a:pt x="4328" y="2485"/>
                </a:lnTo>
                <a:lnTo>
                  <a:pt x="4328" y="2484"/>
                </a:lnTo>
                <a:lnTo>
                  <a:pt x="4329" y="2485"/>
                </a:lnTo>
                <a:lnTo>
                  <a:pt x="4329" y="2486"/>
                </a:lnTo>
                <a:lnTo>
                  <a:pt x="4330" y="2486"/>
                </a:lnTo>
                <a:lnTo>
                  <a:pt x="4331" y="2487"/>
                </a:lnTo>
                <a:lnTo>
                  <a:pt x="4332" y="2487"/>
                </a:lnTo>
                <a:lnTo>
                  <a:pt x="4332" y="2488"/>
                </a:lnTo>
                <a:lnTo>
                  <a:pt x="4332" y="2489"/>
                </a:lnTo>
                <a:lnTo>
                  <a:pt x="4332" y="2490"/>
                </a:lnTo>
                <a:lnTo>
                  <a:pt x="4331" y="2490"/>
                </a:lnTo>
                <a:lnTo>
                  <a:pt x="4331" y="2489"/>
                </a:lnTo>
                <a:lnTo>
                  <a:pt x="4330" y="2489"/>
                </a:lnTo>
                <a:lnTo>
                  <a:pt x="4329" y="2490"/>
                </a:lnTo>
                <a:lnTo>
                  <a:pt x="4328" y="2490"/>
                </a:lnTo>
                <a:lnTo>
                  <a:pt x="4328" y="2491"/>
                </a:lnTo>
                <a:lnTo>
                  <a:pt x="4327" y="2492"/>
                </a:lnTo>
                <a:lnTo>
                  <a:pt x="4327" y="2493"/>
                </a:lnTo>
                <a:lnTo>
                  <a:pt x="4328" y="2493"/>
                </a:lnTo>
                <a:lnTo>
                  <a:pt x="4328" y="2494"/>
                </a:lnTo>
                <a:lnTo>
                  <a:pt x="4329" y="2495"/>
                </a:lnTo>
                <a:lnTo>
                  <a:pt x="4330" y="2495"/>
                </a:lnTo>
                <a:lnTo>
                  <a:pt x="4331" y="2495"/>
                </a:lnTo>
                <a:lnTo>
                  <a:pt x="4332" y="2495"/>
                </a:lnTo>
                <a:lnTo>
                  <a:pt x="4331" y="2496"/>
                </a:lnTo>
                <a:lnTo>
                  <a:pt x="4332" y="2497"/>
                </a:lnTo>
                <a:lnTo>
                  <a:pt x="4333" y="2496"/>
                </a:lnTo>
                <a:lnTo>
                  <a:pt x="4333" y="2497"/>
                </a:lnTo>
                <a:lnTo>
                  <a:pt x="4334" y="2497"/>
                </a:lnTo>
                <a:lnTo>
                  <a:pt x="4334" y="2498"/>
                </a:lnTo>
                <a:lnTo>
                  <a:pt x="4331" y="2499"/>
                </a:lnTo>
                <a:lnTo>
                  <a:pt x="4329" y="2498"/>
                </a:lnTo>
                <a:lnTo>
                  <a:pt x="4328" y="2498"/>
                </a:lnTo>
                <a:lnTo>
                  <a:pt x="4326" y="2497"/>
                </a:lnTo>
                <a:lnTo>
                  <a:pt x="4325" y="2497"/>
                </a:lnTo>
                <a:lnTo>
                  <a:pt x="4325" y="2496"/>
                </a:lnTo>
                <a:lnTo>
                  <a:pt x="4324" y="2496"/>
                </a:lnTo>
                <a:lnTo>
                  <a:pt x="4324" y="2495"/>
                </a:lnTo>
                <a:lnTo>
                  <a:pt x="4324" y="2496"/>
                </a:lnTo>
                <a:lnTo>
                  <a:pt x="4324" y="2495"/>
                </a:lnTo>
                <a:lnTo>
                  <a:pt x="4323" y="2496"/>
                </a:lnTo>
                <a:lnTo>
                  <a:pt x="4323" y="2497"/>
                </a:lnTo>
                <a:lnTo>
                  <a:pt x="4322" y="2496"/>
                </a:lnTo>
                <a:lnTo>
                  <a:pt x="4322" y="2497"/>
                </a:lnTo>
                <a:lnTo>
                  <a:pt x="4321" y="2496"/>
                </a:lnTo>
                <a:lnTo>
                  <a:pt x="4321" y="2495"/>
                </a:lnTo>
                <a:lnTo>
                  <a:pt x="4320" y="2495"/>
                </a:lnTo>
                <a:lnTo>
                  <a:pt x="4319" y="2496"/>
                </a:lnTo>
                <a:lnTo>
                  <a:pt x="4320" y="2496"/>
                </a:lnTo>
                <a:lnTo>
                  <a:pt x="4321" y="2497"/>
                </a:lnTo>
                <a:lnTo>
                  <a:pt x="4321" y="2498"/>
                </a:lnTo>
                <a:lnTo>
                  <a:pt x="4322" y="2498"/>
                </a:lnTo>
                <a:lnTo>
                  <a:pt x="4324" y="2498"/>
                </a:lnTo>
                <a:lnTo>
                  <a:pt x="4325" y="2498"/>
                </a:lnTo>
                <a:lnTo>
                  <a:pt x="4325" y="2500"/>
                </a:lnTo>
                <a:lnTo>
                  <a:pt x="4326" y="2500"/>
                </a:lnTo>
                <a:lnTo>
                  <a:pt x="4327" y="2500"/>
                </a:lnTo>
                <a:lnTo>
                  <a:pt x="4328" y="2500"/>
                </a:lnTo>
                <a:lnTo>
                  <a:pt x="4329" y="2500"/>
                </a:lnTo>
                <a:lnTo>
                  <a:pt x="4330" y="2501"/>
                </a:lnTo>
                <a:lnTo>
                  <a:pt x="4331" y="2501"/>
                </a:lnTo>
                <a:lnTo>
                  <a:pt x="4331" y="2500"/>
                </a:lnTo>
                <a:lnTo>
                  <a:pt x="4332" y="2500"/>
                </a:lnTo>
                <a:lnTo>
                  <a:pt x="4332" y="2501"/>
                </a:lnTo>
                <a:lnTo>
                  <a:pt x="4333" y="2501"/>
                </a:lnTo>
                <a:lnTo>
                  <a:pt x="4334" y="2501"/>
                </a:lnTo>
                <a:lnTo>
                  <a:pt x="4335" y="2502"/>
                </a:lnTo>
                <a:lnTo>
                  <a:pt x="4336" y="2502"/>
                </a:lnTo>
                <a:lnTo>
                  <a:pt x="4337" y="2502"/>
                </a:lnTo>
                <a:lnTo>
                  <a:pt x="4338" y="2502"/>
                </a:lnTo>
                <a:lnTo>
                  <a:pt x="4338" y="2503"/>
                </a:lnTo>
                <a:lnTo>
                  <a:pt x="4337" y="2503"/>
                </a:lnTo>
                <a:lnTo>
                  <a:pt x="4336" y="2504"/>
                </a:lnTo>
                <a:lnTo>
                  <a:pt x="4336" y="2505"/>
                </a:lnTo>
                <a:lnTo>
                  <a:pt x="4337" y="2505"/>
                </a:lnTo>
                <a:lnTo>
                  <a:pt x="4337" y="2506"/>
                </a:lnTo>
                <a:lnTo>
                  <a:pt x="4337" y="2507"/>
                </a:lnTo>
                <a:lnTo>
                  <a:pt x="4337" y="2508"/>
                </a:lnTo>
                <a:lnTo>
                  <a:pt x="4335" y="2508"/>
                </a:lnTo>
                <a:lnTo>
                  <a:pt x="4334" y="2508"/>
                </a:lnTo>
                <a:lnTo>
                  <a:pt x="4333" y="2508"/>
                </a:lnTo>
                <a:lnTo>
                  <a:pt x="4332" y="2507"/>
                </a:lnTo>
                <a:lnTo>
                  <a:pt x="4330" y="2507"/>
                </a:lnTo>
                <a:lnTo>
                  <a:pt x="4329" y="2507"/>
                </a:lnTo>
                <a:lnTo>
                  <a:pt x="4328" y="2508"/>
                </a:lnTo>
                <a:lnTo>
                  <a:pt x="4329" y="2509"/>
                </a:lnTo>
                <a:lnTo>
                  <a:pt x="4328" y="2510"/>
                </a:lnTo>
                <a:lnTo>
                  <a:pt x="4328" y="2511"/>
                </a:lnTo>
                <a:lnTo>
                  <a:pt x="4328" y="2512"/>
                </a:lnTo>
                <a:lnTo>
                  <a:pt x="4330" y="2511"/>
                </a:lnTo>
                <a:lnTo>
                  <a:pt x="4329" y="2510"/>
                </a:lnTo>
                <a:lnTo>
                  <a:pt x="4329" y="2508"/>
                </a:lnTo>
                <a:lnTo>
                  <a:pt x="4330" y="2508"/>
                </a:lnTo>
                <a:lnTo>
                  <a:pt x="4330" y="2507"/>
                </a:lnTo>
                <a:lnTo>
                  <a:pt x="4331" y="2507"/>
                </a:lnTo>
                <a:lnTo>
                  <a:pt x="4332" y="2508"/>
                </a:lnTo>
                <a:lnTo>
                  <a:pt x="4332" y="2509"/>
                </a:lnTo>
                <a:lnTo>
                  <a:pt x="4333" y="2509"/>
                </a:lnTo>
                <a:lnTo>
                  <a:pt x="4334" y="2509"/>
                </a:lnTo>
                <a:lnTo>
                  <a:pt x="4335" y="2508"/>
                </a:lnTo>
                <a:lnTo>
                  <a:pt x="4336" y="2509"/>
                </a:lnTo>
                <a:lnTo>
                  <a:pt x="4337" y="2509"/>
                </a:lnTo>
                <a:lnTo>
                  <a:pt x="4337" y="2508"/>
                </a:lnTo>
                <a:lnTo>
                  <a:pt x="4338" y="2508"/>
                </a:lnTo>
                <a:lnTo>
                  <a:pt x="4338" y="2507"/>
                </a:lnTo>
                <a:lnTo>
                  <a:pt x="4339" y="2507"/>
                </a:lnTo>
                <a:lnTo>
                  <a:pt x="4340" y="2507"/>
                </a:lnTo>
                <a:lnTo>
                  <a:pt x="4340" y="2508"/>
                </a:lnTo>
                <a:lnTo>
                  <a:pt x="4341" y="2508"/>
                </a:lnTo>
                <a:lnTo>
                  <a:pt x="4341" y="2509"/>
                </a:lnTo>
                <a:lnTo>
                  <a:pt x="4341" y="2510"/>
                </a:lnTo>
                <a:lnTo>
                  <a:pt x="4342" y="2510"/>
                </a:lnTo>
                <a:lnTo>
                  <a:pt x="4341" y="2510"/>
                </a:lnTo>
                <a:lnTo>
                  <a:pt x="4342" y="2511"/>
                </a:lnTo>
                <a:lnTo>
                  <a:pt x="4342" y="2510"/>
                </a:lnTo>
                <a:lnTo>
                  <a:pt x="4343" y="2510"/>
                </a:lnTo>
                <a:lnTo>
                  <a:pt x="4343" y="2511"/>
                </a:lnTo>
                <a:lnTo>
                  <a:pt x="4342" y="2511"/>
                </a:lnTo>
                <a:lnTo>
                  <a:pt x="4341" y="2511"/>
                </a:lnTo>
                <a:lnTo>
                  <a:pt x="4341" y="2512"/>
                </a:lnTo>
                <a:lnTo>
                  <a:pt x="4341" y="2514"/>
                </a:lnTo>
                <a:lnTo>
                  <a:pt x="4340" y="2514"/>
                </a:lnTo>
                <a:lnTo>
                  <a:pt x="4340" y="2515"/>
                </a:lnTo>
                <a:lnTo>
                  <a:pt x="4341" y="2516"/>
                </a:lnTo>
                <a:lnTo>
                  <a:pt x="4342" y="2516"/>
                </a:lnTo>
                <a:lnTo>
                  <a:pt x="4342" y="2515"/>
                </a:lnTo>
                <a:lnTo>
                  <a:pt x="4343" y="2516"/>
                </a:lnTo>
                <a:lnTo>
                  <a:pt x="4343" y="2517"/>
                </a:lnTo>
                <a:lnTo>
                  <a:pt x="4344" y="2517"/>
                </a:lnTo>
                <a:lnTo>
                  <a:pt x="4343" y="2517"/>
                </a:lnTo>
                <a:lnTo>
                  <a:pt x="4343" y="2518"/>
                </a:lnTo>
                <a:lnTo>
                  <a:pt x="4344" y="2518"/>
                </a:lnTo>
                <a:lnTo>
                  <a:pt x="4345" y="2518"/>
                </a:lnTo>
                <a:lnTo>
                  <a:pt x="4345" y="2519"/>
                </a:lnTo>
                <a:lnTo>
                  <a:pt x="4344" y="2519"/>
                </a:lnTo>
                <a:lnTo>
                  <a:pt x="4344" y="2520"/>
                </a:lnTo>
                <a:lnTo>
                  <a:pt x="4343" y="2520"/>
                </a:lnTo>
                <a:lnTo>
                  <a:pt x="4343" y="2521"/>
                </a:lnTo>
                <a:lnTo>
                  <a:pt x="4342" y="2521"/>
                </a:lnTo>
                <a:lnTo>
                  <a:pt x="4341" y="2521"/>
                </a:lnTo>
                <a:lnTo>
                  <a:pt x="4341" y="2522"/>
                </a:lnTo>
                <a:lnTo>
                  <a:pt x="4340" y="2522"/>
                </a:lnTo>
                <a:lnTo>
                  <a:pt x="4339" y="2522"/>
                </a:lnTo>
                <a:lnTo>
                  <a:pt x="4338" y="2522"/>
                </a:lnTo>
                <a:lnTo>
                  <a:pt x="4337" y="2522"/>
                </a:lnTo>
                <a:lnTo>
                  <a:pt x="4335" y="2521"/>
                </a:lnTo>
                <a:lnTo>
                  <a:pt x="4334" y="2520"/>
                </a:lnTo>
                <a:lnTo>
                  <a:pt x="4333" y="2520"/>
                </a:lnTo>
                <a:lnTo>
                  <a:pt x="4332" y="2520"/>
                </a:lnTo>
                <a:lnTo>
                  <a:pt x="4331" y="2519"/>
                </a:lnTo>
                <a:lnTo>
                  <a:pt x="4330" y="2519"/>
                </a:lnTo>
                <a:lnTo>
                  <a:pt x="4330" y="2518"/>
                </a:lnTo>
                <a:lnTo>
                  <a:pt x="4329" y="2517"/>
                </a:lnTo>
                <a:lnTo>
                  <a:pt x="4328" y="2517"/>
                </a:lnTo>
                <a:lnTo>
                  <a:pt x="4327" y="2518"/>
                </a:lnTo>
                <a:lnTo>
                  <a:pt x="4326" y="2519"/>
                </a:lnTo>
                <a:lnTo>
                  <a:pt x="4327" y="2519"/>
                </a:lnTo>
                <a:lnTo>
                  <a:pt x="4328" y="2519"/>
                </a:lnTo>
                <a:lnTo>
                  <a:pt x="4329" y="2519"/>
                </a:lnTo>
                <a:lnTo>
                  <a:pt x="4329" y="2520"/>
                </a:lnTo>
                <a:lnTo>
                  <a:pt x="4330" y="2520"/>
                </a:lnTo>
                <a:lnTo>
                  <a:pt x="4329" y="2520"/>
                </a:lnTo>
                <a:lnTo>
                  <a:pt x="4329" y="2522"/>
                </a:lnTo>
                <a:lnTo>
                  <a:pt x="4331" y="2522"/>
                </a:lnTo>
                <a:lnTo>
                  <a:pt x="4332" y="2522"/>
                </a:lnTo>
                <a:lnTo>
                  <a:pt x="4333" y="2522"/>
                </a:lnTo>
                <a:lnTo>
                  <a:pt x="4333" y="2523"/>
                </a:lnTo>
                <a:lnTo>
                  <a:pt x="4334" y="2523"/>
                </a:lnTo>
                <a:lnTo>
                  <a:pt x="4336" y="2523"/>
                </a:lnTo>
                <a:lnTo>
                  <a:pt x="4337" y="2523"/>
                </a:lnTo>
                <a:lnTo>
                  <a:pt x="4337" y="2524"/>
                </a:lnTo>
                <a:lnTo>
                  <a:pt x="4338" y="2524"/>
                </a:lnTo>
                <a:lnTo>
                  <a:pt x="4338" y="2525"/>
                </a:lnTo>
                <a:lnTo>
                  <a:pt x="4338" y="2526"/>
                </a:lnTo>
                <a:lnTo>
                  <a:pt x="4338" y="2527"/>
                </a:lnTo>
                <a:lnTo>
                  <a:pt x="4339" y="2527"/>
                </a:lnTo>
                <a:lnTo>
                  <a:pt x="4340" y="2527"/>
                </a:lnTo>
                <a:lnTo>
                  <a:pt x="4341" y="2527"/>
                </a:lnTo>
                <a:lnTo>
                  <a:pt x="4340" y="2528"/>
                </a:lnTo>
                <a:lnTo>
                  <a:pt x="4340" y="2529"/>
                </a:lnTo>
                <a:lnTo>
                  <a:pt x="4339" y="2529"/>
                </a:lnTo>
                <a:lnTo>
                  <a:pt x="4340" y="2529"/>
                </a:lnTo>
                <a:lnTo>
                  <a:pt x="4340" y="2530"/>
                </a:lnTo>
                <a:lnTo>
                  <a:pt x="4341" y="2530"/>
                </a:lnTo>
                <a:lnTo>
                  <a:pt x="4341" y="2529"/>
                </a:lnTo>
                <a:lnTo>
                  <a:pt x="4341" y="2530"/>
                </a:lnTo>
                <a:lnTo>
                  <a:pt x="4341" y="2531"/>
                </a:lnTo>
                <a:lnTo>
                  <a:pt x="4342" y="2532"/>
                </a:lnTo>
                <a:lnTo>
                  <a:pt x="4341" y="2532"/>
                </a:lnTo>
                <a:lnTo>
                  <a:pt x="4341" y="2533"/>
                </a:lnTo>
                <a:lnTo>
                  <a:pt x="4341" y="2534"/>
                </a:lnTo>
                <a:lnTo>
                  <a:pt x="4341" y="2535"/>
                </a:lnTo>
                <a:lnTo>
                  <a:pt x="4340" y="2540"/>
                </a:lnTo>
                <a:lnTo>
                  <a:pt x="4339" y="2541"/>
                </a:lnTo>
                <a:lnTo>
                  <a:pt x="4339" y="2542"/>
                </a:lnTo>
                <a:lnTo>
                  <a:pt x="4338" y="2542"/>
                </a:lnTo>
                <a:lnTo>
                  <a:pt x="4339" y="2542"/>
                </a:lnTo>
                <a:lnTo>
                  <a:pt x="4338" y="2542"/>
                </a:lnTo>
                <a:lnTo>
                  <a:pt x="4337" y="2542"/>
                </a:lnTo>
                <a:lnTo>
                  <a:pt x="4337" y="2541"/>
                </a:lnTo>
                <a:lnTo>
                  <a:pt x="4336" y="2541"/>
                </a:lnTo>
                <a:lnTo>
                  <a:pt x="4336" y="2542"/>
                </a:lnTo>
                <a:lnTo>
                  <a:pt x="4335" y="2542"/>
                </a:lnTo>
                <a:lnTo>
                  <a:pt x="4335" y="2543"/>
                </a:lnTo>
                <a:lnTo>
                  <a:pt x="4336" y="2543"/>
                </a:lnTo>
                <a:lnTo>
                  <a:pt x="4335" y="2543"/>
                </a:lnTo>
                <a:lnTo>
                  <a:pt x="4334" y="2543"/>
                </a:lnTo>
                <a:lnTo>
                  <a:pt x="4333" y="2543"/>
                </a:lnTo>
                <a:lnTo>
                  <a:pt x="4333" y="2544"/>
                </a:lnTo>
                <a:lnTo>
                  <a:pt x="4332" y="2544"/>
                </a:lnTo>
                <a:lnTo>
                  <a:pt x="4331" y="2544"/>
                </a:lnTo>
                <a:lnTo>
                  <a:pt x="4328" y="2544"/>
                </a:lnTo>
                <a:lnTo>
                  <a:pt x="4327" y="2544"/>
                </a:lnTo>
                <a:lnTo>
                  <a:pt x="4325" y="2544"/>
                </a:lnTo>
                <a:lnTo>
                  <a:pt x="4324" y="2544"/>
                </a:lnTo>
                <a:lnTo>
                  <a:pt x="4324" y="2545"/>
                </a:lnTo>
                <a:lnTo>
                  <a:pt x="4323" y="2546"/>
                </a:lnTo>
                <a:lnTo>
                  <a:pt x="4325" y="2546"/>
                </a:lnTo>
                <a:lnTo>
                  <a:pt x="4325" y="2547"/>
                </a:lnTo>
                <a:lnTo>
                  <a:pt x="4327" y="2547"/>
                </a:lnTo>
                <a:lnTo>
                  <a:pt x="4328" y="2547"/>
                </a:lnTo>
                <a:lnTo>
                  <a:pt x="4329" y="2548"/>
                </a:lnTo>
                <a:lnTo>
                  <a:pt x="4330" y="2549"/>
                </a:lnTo>
                <a:lnTo>
                  <a:pt x="4331" y="2552"/>
                </a:lnTo>
                <a:lnTo>
                  <a:pt x="4331" y="2553"/>
                </a:lnTo>
                <a:lnTo>
                  <a:pt x="4332" y="2554"/>
                </a:lnTo>
                <a:lnTo>
                  <a:pt x="4333" y="2556"/>
                </a:lnTo>
                <a:lnTo>
                  <a:pt x="4334" y="2557"/>
                </a:lnTo>
                <a:lnTo>
                  <a:pt x="4334" y="2558"/>
                </a:lnTo>
                <a:lnTo>
                  <a:pt x="4334" y="2560"/>
                </a:lnTo>
                <a:lnTo>
                  <a:pt x="4334" y="2559"/>
                </a:lnTo>
                <a:lnTo>
                  <a:pt x="4335" y="2559"/>
                </a:lnTo>
                <a:lnTo>
                  <a:pt x="4336" y="2560"/>
                </a:lnTo>
                <a:lnTo>
                  <a:pt x="4336" y="2561"/>
                </a:lnTo>
                <a:lnTo>
                  <a:pt x="4337" y="2562"/>
                </a:lnTo>
                <a:lnTo>
                  <a:pt x="4336" y="2562"/>
                </a:lnTo>
                <a:lnTo>
                  <a:pt x="4335" y="2562"/>
                </a:lnTo>
                <a:lnTo>
                  <a:pt x="4335" y="2563"/>
                </a:lnTo>
                <a:lnTo>
                  <a:pt x="4336" y="2563"/>
                </a:lnTo>
                <a:lnTo>
                  <a:pt x="4335" y="2564"/>
                </a:lnTo>
                <a:lnTo>
                  <a:pt x="4334" y="2564"/>
                </a:lnTo>
                <a:lnTo>
                  <a:pt x="4334" y="2565"/>
                </a:lnTo>
                <a:lnTo>
                  <a:pt x="4333" y="2565"/>
                </a:lnTo>
                <a:lnTo>
                  <a:pt x="4332" y="2564"/>
                </a:lnTo>
                <a:lnTo>
                  <a:pt x="4332" y="2565"/>
                </a:lnTo>
                <a:lnTo>
                  <a:pt x="4333" y="2565"/>
                </a:lnTo>
                <a:lnTo>
                  <a:pt x="4334" y="2566"/>
                </a:lnTo>
                <a:lnTo>
                  <a:pt x="4335" y="2566"/>
                </a:lnTo>
                <a:lnTo>
                  <a:pt x="4335" y="2567"/>
                </a:lnTo>
                <a:lnTo>
                  <a:pt x="4334" y="2567"/>
                </a:lnTo>
                <a:lnTo>
                  <a:pt x="4334" y="2568"/>
                </a:lnTo>
                <a:lnTo>
                  <a:pt x="4333" y="2571"/>
                </a:lnTo>
                <a:lnTo>
                  <a:pt x="4334" y="2571"/>
                </a:lnTo>
                <a:lnTo>
                  <a:pt x="4334" y="2572"/>
                </a:lnTo>
                <a:lnTo>
                  <a:pt x="4335" y="2572"/>
                </a:lnTo>
                <a:lnTo>
                  <a:pt x="4337" y="2573"/>
                </a:lnTo>
                <a:lnTo>
                  <a:pt x="4338" y="2572"/>
                </a:lnTo>
                <a:lnTo>
                  <a:pt x="4339" y="2573"/>
                </a:lnTo>
                <a:lnTo>
                  <a:pt x="4339" y="2574"/>
                </a:lnTo>
                <a:lnTo>
                  <a:pt x="4338" y="2574"/>
                </a:lnTo>
                <a:lnTo>
                  <a:pt x="4337" y="2576"/>
                </a:lnTo>
                <a:lnTo>
                  <a:pt x="4338" y="2576"/>
                </a:lnTo>
                <a:lnTo>
                  <a:pt x="4338" y="2577"/>
                </a:lnTo>
                <a:lnTo>
                  <a:pt x="4337" y="2577"/>
                </a:lnTo>
                <a:lnTo>
                  <a:pt x="4336" y="2578"/>
                </a:lnTo>
                <a:lnTo>
                  <a:pt x="4336" y="2579"/>
                </a:lnTo>
                <a:lnTo>
                  <a:pt x="4336" y="2580"/>
                </a:lnTo>
                <a:lnTo>
                  <a:pt x="4337" y="2580"/>
                </a:lnTo>
                <a:lnTo>
                  <a:pt x="4338" y="2579"/>
                </a:lnTo>
                <a:lnTo>
                  <a:pt x="4339" y="2579"/>
                </a:lnTo>
                <a:lnTo>
                  <a:pt x="4338" y="2579"/>
                </a:lnTo>
                <a:lnTo>
                  <a:pt x="4338" y="2580"/>
                </a:lnTo>
                <a:lnTo>
                  <a:pt x="4339" y="2580"/>
                </a:lnTo>
                <a:lnTo>
                  <a:pt x="4339" y="2579"/>
                </a:lnTo>
                <a:lnTo>
                  <a:pt x="4340" y="2579"/>
                </a:lnTo>
                <a:lnTo>
                  <a:pt x="4339" y="2580"/>
                </a:lnTo>
                <a:lnTo>
                  <a:pt x="4338" y="2581"/>
                </a:lnTo>
                <a:lnTo>
                  <a:pt x="4339" y="2581"/>
                </a:lnTo>
                <a:lnTo>
                  <a:pt x="4339" y="2582"/>
                </a:lnTo>
                <a:lnTo>
                  <a:pt x="4338" y="2582"/>
                </a:lnTo>
                <a:lnTo>
                  <a:pt x="4337" y="2583"/>
                </a:lnTo>
                <a:lnTo>
                  <a:pt x="4338" y="2583"/>
                </a:lnTo>
                <a:lnTo>
                  <a:pt x="4338" y="2584"/>
                </a:lnTo>
                <a:lnTo>
                  <a:pt x="4337" y="2584"/>
                </a:lnTo>
                <a:lnTo>
                  <a:pt x="4337" y="2585"/>
                </a:lnTo>
                <a:lnTo>
                  <a:pt x="4338" y="2585"/>
                </a:lnTo>
                <a:lnTo>
                  <a:pt x="4337" y="2586"/>
                </a:lnTo>
                <a:lnTo>
                  <a:pt x="4337" y="2585"/>
                </a:lnTo>
                <a:lnTo>
                  <a:pt x="4336" y="2586"/>
                </a:lnTo>
                <a:lnTo>
                  <a:pt x="4335" y="2586"/>
                </a:lnTo>
                <a:lnTo>
                  <a:pt x="4335" y="2587"/>
                </a:lnTo>
                <a:lnTo>
                  <a:pt x="4336" y="2587"/>
                </a:lnTo>
                <a:lnTo>
                  <a:pt x="4335" y="2587"/>
                </a:lnTo>
                <a:lnTo>
                  <a:pt x="4335" y="2588"/>
                </a:lnTo>
                <a:lnTo>
                  <a:pt x="4336" y="2588"/>
                </a:lnTo>
                <a:lnTo>
                  <a:pt x="4336" y="2587"/>
                </a:lnTo>
                <a:lnTo>
                  <a:pt x="4336" y="2588"/>
                </a:lnTo>
                <a:lnTo>
                  <a:pt x="4335" y="2589"/>
                </a:lnTo>
                <a:lnTo>
                  <a:pt x="4334" y="2589"/>
                </a:lnTo>
                <a:lnTo>
                  <a:pt x="4333" y="2589"/>
                </a:lnTo>
                <a:lnTo>
                  <a:pt x="4332" y="2589"/>
                </a:lnTo>
                <a:lnTo>
                  <a:pt x="4333" y="2588"/>
                </a:lnTo>
                <a:lnTo>
                  <a:pt x="4333" y="2587"/>
                </a:lnTo>
                <a:lnTo>
                  <a:pt x="4332" y="2587"/>
                </a:lnTo>
                <a:lnTo>
                  <a:pt x="4331" y="2587"/>
                </a:lnTo>
                <a:lnTo>
                  <a:pt x="4332" y="2586"/>
                </a:lnTo>
                <a:lnTo>
                  <a:pt x="4332" y="2585"/>
                </a:lnTo>
                <a:lnTo>
                  <a:pt x="4332" y="2584"/>
                </a:lnTo>
                <a:lnTo>
                  <a:pt x="4331" y="2583"/>
                </a:lnTo>
                <a:lnTo>
                  <a:pt x="4329" y="2583"/>
                </a:lnTo>
                <a:lnTo>
                  <a:pt x="4329" y="2582"/>
                </a:lnTo>
                <a:lnTo>
                  <a:pt x="4327" y="2581"/>
                </a:lnTo>
                <a:lnTo>
                  <a:pt x="4326" y="2581"/>
                </a:lnTo>
                <a:lnTo>
                  <a:pt x="4325" y="2581"/>
                </a:lnTo>
                <a:lnTo>
                  <a:pt x="4324" y="2581"/>
                </a:lnTo>
                <a:lnTo>
                  <a:pt x="4323" y="2581"/>
                </a:lnTo>
                <a:lnTo>
                  <a:pt x="4322" y="2581"/>
                </a:lnTo>
                <a:lnTo>
                  <a:pt x="4321" y="2581"/>
                </a:lnTo>
                <a:lnTo>
                  <a:pt x="4321" y="2582"/>
                </a:lnTo>
                <a:lnTo>
                  <a:pt x="4321" y="2584"/>
                </a:lnTo>
                <a:lnTo>
                  <a:pt x="4321" y="2583"/>
                </a:lnTo>
                <a:lnTo>
                  <a:pt x="4320" y="2583"/>
                </a:lnTo>
                <a:lnTo>
                  <a:pt x="4320" y="2584"/>
                </a:lnTo>
                <a:lnTo>
                  <a:pt x="4320" y="2585"/>
                </a:lnTo>
                <a:lnTo>
                  <a:pt x="4320" y="2586"/>
                </a:lnTo>
                <a:lnTo>
                  <a:pt x="4320" y="2587"/>
                </a:lnTo>
                <a:lnTo>
                  <a:pt x="4319" y="2588"/>
                </a:lnTo>
                <a:lnTo>
                  <a:pt x="4318" y="2588"/>
                </a:lnTo>
                <a:lnTo>
                  <a:pt x="4318" y="2589"/>
                </a:lnTo>
                <a:lnTo>
                  <a:pt x="4318" y="2590"/>
                </a:lnTo>
                <a:lnTo>
                  <a:pt x="4317" y="2591"/>
                </a:lnTo>
                <a:lnTo>
                  <a:pt x="4316" y="2591"/>
                </a:lnTo>
                <a:lnTo>
                  <a:pt x="4316" y="2592"/>
                </a:lnTo>
                <a:lnTo>
                  <a:pt x="4316" y="2593"/>
                </a:lnTo>
                <a:lnTo>
                  <a:pt x="4315" y="2594"/>
                </a:lnTo>
                <a:lnTo>
                  <a:pt x="4315" y="2593"/>
                </a:lnTo>
                <a:lnTo>
                  <a:pt x="4315" y="2592"/>
                </a:lnTo>
                <a:lnTo>
                  <a:pt x="4314" y="2592"/>
                </a:lnTo>
                <a:lnTo>
                  <a:pt x="4313" y="2592"/>
                </a:lnTo>
                <a:lnTo>
                  <a:pt x="4313" y="2593"/>
                </a:lnTo>
                <a:lnTo>
                  <a:pt x="4314" y="2594"/>
                </a:lnTo>
                <a:lnTo>
                  <a:pt x="4314" y="2595"/>
                </a:lnTo>
                <a:lnTo>
                  <a:pt x="4313" y="2595"/>
                </a:lnTo>
                <a:lnTo>
                  <a:pt x="4314" y="2596"/>
                </a:lnTo>
                <a:lnTo>
                  <a:pt x="4315" y="2596"/>
                </a:lnTo>
                <a:lnTo>
                  <a:pt x="4315" y="2595"/>
                </a:lnTo>
                <a:lnTo>
                  <a:pt x="4315" y="2596"/>
                </a:lnTo>
                <a:lnTo>
                  <a:pt x="4315" y="2597"/>
                </a:lnTo>
                <a:lnTo>
                  <a:pt x="4314" y="2597"/>
                </a:lnTo>
                <a:lnTo>
                  <a:pt x="4315" y="2598"/>
                </a:lnTo>
                <a:lnTo>
                  <a:pt x="4314" y="2598"/>
                </a:lnTo>
                <a:lnTo>
                  <a:pt x="4313" y="2598"/>
                </a:lnTo>
                <a:lnTo>
                  <a:pt x="4313" y="2600"/>
                </a:lnTo>
                <a:lnTo>
                  <a:pt x="4312" y="2600"/>
                </a:lnTo>
                <a:lnTo>
                  <a:pt x="4311" y="2600"/>
                </a:lnTo>
                <a:lnTo>
                  <a:pt x="4310" y="2600"/>
                </a:lnTo>
                <a:lnTo>
                  <a:pt x="4310" y="2599"/>
                </a:lnTo>
                <a:lnTo>
                  <a:pt x="4309" y="2599"/>
                </a:lnTo>
                <a:lnTo>
                  <a:pt x="4307" y="2598"/>
                </a:lnTo>
                <a:lnTo>
                  <a:pt x="4306" y="2598"/>
                </a:lnTo>
                <a:lnTo>
                  <a:pt x="4306" y="2599"/>
                </a:lnTo>
                <a:lnTo>
                  <a:pt x="4305" y="2599"/>
                </a:lnTo>
                <a:lnTo>
                  <a:pt x="4305" y="2600"/>
                </a:lnTo>
                <a:lnTo>
                  <a:pt x="4305" y="2601"/>
                </a:lnTo>
                <a:lnTo>
                  <a:pt x="4305" y="2602"/>
                </a:lnTo>
                <a:lnTo>
                  <a:pt x="4304" y="2602"/>
                </a:lnTo>
                <a:lnTo>
                  <a:pt x="4304" y="2603"/>
                </a:lnTo>
                <a:lnTo>
                  <a:pt x="4304" y="2604"/>
                </a:lnTo>
                <a:lnTo>
                  <a:pt x="4305" y="2604"/>
                </a:lnTo>
                <a:lnTo>
                  <a:pt x="4306" y="2604"/>
                </a:lnTo>
                <a:lnTo>
                  <a:pt x="4306" y="2605"/>
                </a:lnTo>
                <a:lnTo>
                  <a:pt x="4306" y="2606"/>
                </a:lnTo>
                <a:lnTo>
                  <a:pt x="4305" y="2606"/>
                </a:lnTo>
                <a:lnTo>
                  <a:pt x="4305" y="2607"/>
                </a:lnTo>
                <a:lnTo>
                  <a:pt x="4306" y="2607"/>
                </a:lnTo>
                <a:lnTo>
                  <a:pt x="4306" y="2608"/>
                </a:lnTo>
                <a:lnTo>
                  <a:pt x="4306" y="2607"/>
                </a:lnTo>
                <a:lnTo>
                  <a:pt x="4305" y="2607"/>
                </a:lnTo>
                <a:lnTo>
                  <a:pt x="4305" y="2608"/>
                </a:lnTo>
                <a:lnTo>
                  <a:pt x="4305" y="2607"/>
                </a:lnTo>
                <a:lnTo>
                  <a:pt x="4304" y="2607"/>
                </a:lnTo>
                <a:lnTo>
                  <a:pt x="4304" y="2608"/>
                </a:lnTo>
                <a:lnTo>
                  <a:pt x="4304" y="2607"/>
                </a:lnTo>
                <a:lnTo>
                  <a:pt x="4304" y="2606"/>
                </a:lnTo>
                <a:lnTo>
                  <a:pt x="4303" y="2606"/>
                </a:lnTo>
                <a:lnTo>
                  <a:pt x="4303" y="2607"/>
                </a:lnTo>
                <a:lnTo>
                  <a:pt x="4303" y="2606"/>
                </a:lnTo>
                <a:lnTo>
                  <a:pt x="4302" y="2606"/>
                </a:lnTo>
                <a:lnTo>
                  <a:pt x="4301" y="2606"/>
                </a:lnTo>
                <a:lnTo>
                  <a:pt x="4301" y="2607"/>
                </a:lnTo>
                <a:lnTo>
                  <a:pt x="4302" y="2607"/>
                </a:lnTo>
                <a:lnTo>
                  <a:pt x="4302" y="2608"/>
                </a:lnTo>
                <a:lnTo>
                  <a:pt x="4302" y="2609"/>
                </a:lnTo>
                <a:lnTo>
                  <a:pt x="4301" y="2609"/>
                </a:lnTo>
                <a:lnTo>
                  <a:pt x="4302" y="2608"/>
                </a:lnTo>
                <a:lnTo>
                  <a:pt x="4301" y="2608"/>
                </a:lnTo>
                <a:lnTo>
                  <a:pt x="4300" y="2608"/>
                </a:lnTo>
                <a:lnTo>
                  <a:pt x="4299" y="2608"/>
                </a:lnTo>
                <a:lnTo>
                  <a:pt x="4299" y="2609"/>
                </a:lnTo>
                <a:lnTo>
                  <a:pt x="4300" y="2609"/>
                </a:lnTo>
                <a:lnTo>
                  <a:pt x="4298" y="2610"/>
                </a:lnTo>
                <a:lnTo>
                  <a:pt x="4298" y="2609"/>
                </a:lnTo>
                <a:lnTo>
                  <a:pt x="4298" y="2610"/>
                </a:lnTo>
                <a:lnTo>
                  <a:pt x="4297" y="2610"/>
                </a:lnTo>
                <a:lnTo>
                  <a:pt x="4296" y="2610"/>
                </a:lnTo>
                <a:lnTo>
                  <a:pt x="4294" y="2611"/>
                </a:lnTo>
                <a:lnTo>
                  <a:pt x="4294" y="2610"/>
                </a:lnTo>
                <a:lnTo>
                  <a:pt x="4294" y="2609"/>
                </a:lnTo>
                <a:lnTo>
                  <a:pt x="4293" y="2609"/>
                </a:lnTo>
                <a:lnTo>
                  <a:pt x="4294" y="2608"/>
                </a:lnTo>
                <a:lnTo>
                  <a:pt x="4294" y="2607"/>
                </a:lnTo>
                <a:lnTo>
                  <a:pt x="4293" y="2606"/>
                </a:lnTo>
                <a:lnTo>
                  <a:pt x="4292" y="2606"/>
                </a:lnTo>
                <a:lnTo>
                  <a:pt x="4292" y="2605"/>
                </a:lnTo>
                <a:lnTo>
                  <a:pt x="4292" y="2603"/>
                </a:lnTo>
                <a:lnTo>
                  <a:pt x="4292" y="2602"/>
                </a:lnTo>
                <a:lnTo>
                  <a:pt x="4292" y="2601"/>
                </a:lnTo>
                <a:lnTo>
                  <a:pt x="4293" y="2600"/>
                </a:lnTo>
                <a:lnTo>
                  <a:pt x="4293" y="2601"/>
                </a:lnTo>
                <a:lnTo>
                  <a:pt x="4294" y="2601"/>
                </a:lnTo>
                <a:lnTo>
                  <a:pt x="4294" y="2600"/>
                </a:lnTo>
                <a:lnTo>
                  <a:pt x="4295" y="2600"/>
                </a:lnTo>
                <a:lnTo>
                  <a:pt x="4296" y="2599"/>
                </a:lnTo>
                <a:lnTo>
                  <a:pt x="4297" y="2598"/>
                </a:lnTo>
                <a:lnTo>
                  <a:pt x="4297" y="2597"/>
                </a:lnTo>
                <a:lnTo>
                  <a:pt x="4298" y="2597"/>
                </a:lnTo>
                <a:lnTo>
                  <a:pt x="4298" y="2596"/>
                </a:lnTo>
                <a:lnTo>
                  <a:pt x="4298" y="2595"/>
                </a:lnTo>
                <a:lnTo>
                  <a:pt x="4299" y="2595"/>
                </a:lnTo>
                <a:lnTo>
                  <a:pt x="4298" y="2594"/>
                </a:lnTo>
                <a:lnTo>
                  <a:pt x="4298" y="2593"/>
                </a:lnTo>
                <a:lnTo>
                  <a:pt x="4297" y="2593"/>
                </a:lnTo>
                <a:lnTo>
                  <a:pt x="4299" y="2588"/>
                </a:lnTo>
                <a:lnTo>
                  <a:pt x="4300" y="2588"/>
                </a:lnTo>
                <a:lnTo>
                  <a:pt x="4301" y="2587"/>
                </a:lnTo>
                <a:lnTo>
                  <a:pt x="4301" y="2586"/>
                </a:lnTo>
                <a:lnTo>
                  <a:pt x="4301" y="2585"/>
                </a:lnTo>
                <a:lnTo>
                  <a:pt x="4302" y="2585"/>
                </a:lnTo>
                <a:lnTo>
                  <a:pt x="4301" y="2585"/>
                </a:lnTo>
                <a:lnTo>
                  <a:pt x="4301" y="2584"/>
                </a:lnTo>
                <a:lnTo>
                  <a:pt x="4301" y="2583"/>
                </a:lnTo>
                <a:lnTo>
                  <a:pt x="4300" y="2583"/>
                </a:lnTo>
                <a:lnTo>
                  <a:pt x="4299" y="2582"/>
                </a:lnTo>
                <a:lnTo>
                  <a:pt x="4299" y="2581"/>
                </a:lnTo>
                <a:lnTo>
                  <a:pt x="4299" y="2580"/>
                </a:lnTo>
                <a:lnTo>
                  <a:pt x="4300" y="2580"/>
                </a:lnTo>
                <a:lnTo>
                  <a:pt x="4301" y="2580"/>
                </a:lnTo>
                <a:lnTo>
                  <a:pt x="4301" y="2579"/>
                </a:lnTo>
                <a:lnTo>
                  <a:pt x="4300" y="2579"/>
                </a:lnTo>
                <a:lnTo>
                  <a:pt x="4299" y="2579"/>
                </a:lnTo>
                <a:lnTo>
                  <a:pt x="4299" y="2578"/>
                </a:lnTo>
                <a:lnTo>
                  <a:pt x="4298" y="2577"/>
                </a:lnTo>
                <a:lnTo>
                  <a:pt x="4298" y="2576"/>
                </a:lnTo>
                <a:lnTo>
                  <a:pt x="4298" y="2575"/>
                </a:lnTo>
                <a:lnTo>
                  <a:pt x="4297" y="2575"/>
                </a:lnTo>
                <a:lnTo>
                  <a:pt x="4296" y="2575"/>
                </a:lnTo>
                <a:lnTo>
                  <a:pt x="4296" y="2576"/>
                </a:lnTo>
                <a:lnTo>
                  <a:pt x="4295" y="2575"/>
                </a:lnTo>
                <a:lnTo>
                  <a:pt x="4296" y="2577"/>
                </a:lnTo>
                <a:lnTo>
                  <a:pt x="4297" y="2577"/>
                </a:lnTo>
                <a:lnTo>
                  <a:pt x="4297" y="2578"/>
                </a:lnTo>
                <a:lnTo>
                  <a:pt x="4296" y="2578"/>
                </a:lnTo>
                <a:lnTo>
                  <a:pt x="4296" y="2579"/>
                </a:lnTo>
                <a:lnTo>
                  <a:pt x="4295" y="2579"/>
                </a:lnTo>
                <a:lnTo>
                  <a:pt x="4294" y="2579"/>
                </a:lnTo>
                <a:lnTo>
                  <a:pt x="4294" y="2580"/>
                </a:lnTo>
                <a:lnTo>
                  <a:pt x="4293" y="2580"/>
                </a:lnTo>
                <a:lnTo>
                  <a:pt x="4293" y="2581"/>
                </a:lnTo>
                <a:lnTo>
                  <a:pt x="4293" y="2582"/>
                </a:lnTo>
                <a:lnTo>
                  <a:pt x="4292" y="2583"/>
                </a:lnTo>
                <a:lnTo>
                  <a:pt x="4291" y="2583"/>
                </a:lnTo>
                <a:lnTo>
                  <a:pt x="4292" y="2584"/>
                </a:lnTo>
                <a:lnTo>
                  <a:pt x="4292" y="2585"/>
                </a:lnTo>
                <a:lnTo>
                  <a:pt x="4291" y="2585"/>
                </a:lnTo>
                <a:lnTo>
                  <a:pt x="4291" y="2586"/>
                </a:lnTo>
                <a:lnTo>
                  <a:pt x="4290" y="2586"/>
                </a:lnTo>
                <a:lnTo>
                  <a:pt x="4289" y="2585"/>
                </a:lnTo>
                <a:lnTo>
                  <a:pt x="4289" y="2586"/>
                </a:lnTo>
                <a:lnTo>
                  <a:pt x="4288" y="2586"/>
                </a:lnTo>
                <a:lnTo>
                  <a:pt x="4287" y="2586"/>
                </a:lnTo>
                <a:lnTo>
                  <a:pt x="4287" y="2585"/>
                </a:lnTo>
                <a:lnTo>
                  <a:pt x="4286" y="2585"/>
                </a:lnTo>
                <a:lnTo>
                  <a:pt x="4286" y="2586"/>
                </a:lnTo>
                <a:lnTo>
                  <a:pt x="4287" y="2586"/>
                </a:lnTo>
                <a:lnTo>
                  <a:pt x="4288" y="2586"/>
                </a:lnTo>
                <a:lnTo>
                  <a:pt x="4289" y="2586"/>
                </a:lnTo>
                <a:lnTo>
                  <a:pt x="4290" y="2586"/>
                </a:lnTo>
                <a:lnTo>
                  <a:pt x="4290" y="2587"/>
                </a:lnTo>
                <a:lnTo>
                  <a:pt x="4291" y="2588"/>
                </a:lnTo>
                <a:lnTo>
                  <a:pt x="4292" y="2589"/>
                </a:lnTo>
                <a:lnTo>
                  <a:pt x="4292" y="2590"/>
                </a:lnTo>
                <a:lnTo>
                  <a:pt x="4291" y="2593"/>
                </a:lnTo>
                <a:lnTo>
                  <a:pt x="4290" y="2593"/>
                </a:lnTo>
                <a:lnTo>
                  <a:pt x="4290" y="2594"/>
                </a:lnTo>
                <a:lnTo>
                  <a:pt x="4289" y="2594"/>
                </a:lnTo>
                <a:lnTo>
                  <a:pt x="4289" y="2595"/>
                </a:lnTo>
                <a:lnTo>
                  <a:pt x="4289" y="2596"/>
                </a:lnTo>
                <a:lnTo>
                  <a:pt x="4289" y="2597"/>
                </a:lnTo>
                <a:lnTo>
                  <a:pt x="4288" y="2598"/>
                </a:lnTo>
                <a:lnTo>
                  <a:pt x="4289" y="2598"/>
                </a:lnTo>
                <a:lnTo>
                  <a:pt x="4288" y="2600"/>
                </a:lnTo>
                <a:lnTo>
                  <a:pt x="4287" y="2599"/>
                </a:lnTo>
                <a:lnTo>
                  <a:pt x="4286" y="2599"/>
                </a:lnTo>
                <a:lnTo>
                  <a:pt x="4286" y="2598"/>
                </a:lnTo>
                <a:lnTo>
                  <a:pt x="4287" y="2599"/>
                </a:lnTo>
                <a:lnTo>
                  <a:pt x="4286" y="2600"/>
                </a:lnTo>
                <a:lnTo>
                  <a:pt x="4282" y="2603"/>
                </a:lnTo>
                <a:lnTo>
                  <a:pt x="4281" y="2603"/>
                </a:lnTo>
                <a:lnTo>
                  <a:pt x="4281" y="2604"/>
                </a:lnTo>
                <a:lnTo>
                  <a:pt x="4280" y="2606"/>
                </a:lnTo>
                <a:lnTo>
                  <a:pt x="4280" y="2605"/>
                </a:lnTo>
                <a:lnTo>
                  <a:pt x="4280" y="2606"/>
                </a:lnTo>
                <a:lnTo>
                  <a:pt x="4281" y="2606"/>
                </a:lnTo>
                <a:lnTo>
                  <a:pt x="4281" y="2608"/>
                </a:lnTo>
                <a:lnTo>
                  <a:pt x="4281" y="2611"/>
                </a:lnTo>
                <a:lnTo>
                  <a:pt x="4280" y="2611"/>
                </a:lnTo>
                <a:lnTo>
                  <a:pt x="4280" y="2612"/>
                </a:lnTo>
                <a:lnTo>
                  <a:pt x="4279" y="2612"/>
                </a:lnTo>
                <a:lnTo>
                  <a:pt x="4280" y="2613"/>
                </a:lnTo>
                <a:lnTo>
                  <a:pt x="4280" y="2614"/>
                </a:lnTo>
                <a:lnTo>
                  <a:pt x="4279" y="2615"/>
                </a:lnTo>
                <a:lnTo>
                  <a:pt x="4278" y="2616"/>
                </a:lnTo>
                <a:lnTo>
                  <a:pt x="4277" y="2616"/>
                </a:lnTo>
                <a:lnTo>
                  <a:pt x="4276" y="2617"/>
                </a:lnTo>
                <a:lnTo>
                  <a:pt x="4276" y="2618"/>
                </a:lnTo>
                <a:lnTo>
                  <a:pt x="4276" y="2619"/>
                </a:lnTo>
                <a:lnTo>
                  <a:pt x="4275" y="2620"/>
                </a:lnTo>
                <a:lnTo>
                  <a:pt x="4277" y="2621"/>
                </a:lnTo>
                <a:lnTo>
                  <a:pt x="4277" y="2622"/>
                </a:lnTo>
                <a:lnTo>
                  <a:pt x="4276" y="2622"/>
                </a:lnTo>
                <a:lnTo>
                  <a:pt x="4276" y="2623"/>
                </a:lnTo>
                <a:lnTo>
                  <a:pt x="4275" y="2623"/>
                </a:lnTo>
                <a:lnTo>
                  <a:pt x="4275" y="2624"/>
                </a:lnTo>
                <a:lnTo>
                  <a:pt x="4274" y="2625"/>
                </a:lnTo>
                <a:lnTo>
                  <a:pt x="4274" y="2624"/>
                </a:lnTo>
                <a:lnTo>
                  <a:pt x="4273" y="2624"/>
                </a:lnTo>
                <a:lnTo>
                  <a:pt x="4273" y="2623"/>
                </a:lnTo>
                <a:lnTo>
                  <a:pt x="4272" y="2623"/>
                </a:lnTo>
                <a:lnTo>
                  <a:pt x="4270" y="2623"/>
                </a:lnTo>
                <a:lnTo>
                  <a:pt x="4269" y="2623"/>
                </a:lnTo>
                <a:lnTo>
                  <a:pt x="4269" y="2624"/>
                </a:lnTo>
                <a:lnTo>
                  <a:pt x="4269" y="2626"/>
                </a:lnTo>
                <a:lnTo>
                  <a:pt x="4268" y="2626"/>
                </a:lnTo>
                <a:lnTo>
                  <a:pt x="4269" y="2626"/>
                </a:lnTo>
                <a:lnTo>
                  <a:pt x="4268" y="2628"/>
                </a:lnTo>
                <a:lnTo>
                  <a:pt x="4266" y="2630"/>
                </a:lnTo>
                <a:lnTo>
                  <a:pt x="4265" y="2631"/>
                </a:lnTo>
                <a:lnTo>
                  <a:pt x="4263" y="2633"/>
                </a:lnTo>
                <a:lnTo>
                  <a:pt x="4262" y="2634"/>
                </a:lnTo>
                <a:lnTo>
                  <a:pt x="4261" y="2635"/>
                </a:lnTo>
                <a:lnTo>
                  <a:pt x="4261" y="2636"/>
                </a:lnTo>
                <a:lnTo>
                  <a:pt x="4260" y="2636"/>
                </a:lnTo>
                <a:lnTo>
                  <a:pt x="4260" y="2635"/>
                </a:lnTo>
                <a:lnTo>
                  <a:pt x="4259" y="2635"/>
                </a:lnTo>
                <a:lnTo>
                  <a:pt x="4259" y="2636"/>
                </a:lnTo>
                <a:lnTo>
                  <a:pt x="4259" y="2635"/>
                </a:lnTo>
                <a:lnTo>
                  <a:pt x="4259" y="2636"/>
                </a:lnTo>
                <a:lnTo>
                  <a:pt x="4258" y="2637"/>
                </a:lnTo>
                <a:lnTo>
                  <a:pt x="4258" y="2638"/>
                </a:lnTo>
                <a:lnTo>
                  <a:pt x="4257" y="2639"/>
                </a:lnTo>
                <a:lnTo>
                  <a:pt x="4257" y="2640"/>
                </a:lnTo>
                <a:lnTo>
                  <a:pt x="4257" y="2641"/>
                </a:lnTo>
                <a:lnTo>
                  <a:pt x="4256" y="2641"/>
                </a:lnTo>
                <a:lnTo>
                  <a:pt x="4258" y="2642"/>
                </a:lnTo>
                <a:lnTo>
                  <a:pt x="4258" y="2643"/>
                </a:lnTo>
                <a:lnTo>
                  <a:pt x="4257" y="2643"/>
                </a:lnTo>
                <a:lnTo>
                  <a:pt x="4256" y="2644"/>
                </a:lnTo>
                <a:lnTo>
                  <a:pt x="4255" y="2645"/>
                </a:lnTo>
                <a:lnTo>
                  <a:pt x="4253" y="2644"/>
                </a:lnTo>
                <a:lnTo>
                  <a:pt x="4252" y="2644"/>
                </a:lnTo>
                <a:lnTo>
                  <a:pt x="4251" y="2645"/>
                </a:lnTo>
                <a:lnTo>
                  <a:pt x="4252" y="2647"/>
                </a:lnTo>
                <a:lnTo>
                  <a:pt x="4252" y="2648"/>
                </a:lnTo>
                <a:lnTo>
                  <a:pt x="4251" y="2651"/>
                </a:lnTo>
                <a:lnTo>
                  <a:pt x="4250" y="2651"/>
                </a:lnTo>
                <a:lnTo>
                  <a:pt x="4251" y="2651"/>
                </a:lnTo>
                <a:lnTo>
                  <a:pt x="4251" y="2652"/>
                </a:lnTo>
                <a:lnTo>
                  <a:pt x="4250" y="2652"/>
                </a:lnTo>
                <a:lnTo>
                  <a:pt x="4249" y="2652"/>
                </a:lnTo>
                <a:lnTo>
                  <a:pt x="4250" y="2653"/>
                </a:lnTo>
                <a:lnTo>
                  <a:pt x="4249" y="2654"/>
                </a:lnTo>
                <a:lnTo>
                  <a:pt x="4248" y="2654"/>
                </a:lnTo>
                <a:lnTo>
                  <a:pt x="4248" y="2655"/>
                </a:lnTo>
                <a:lnTo>
                  <a:pt x="4248" y="2654"/>
                </a:lnTo>
                <a:lnTo>
                  <a:pt x="4247" y="2655"/>
                </a:lnTo>
                <a:lnTo>
                  <a:pt x="4248" y="2655"/>
                </a:lnTo>
                <a:lnTo>
                  <a:pt x="4248" y="2656"/>
                </a:lnTo>
                <a:lnTo>
                  <a:pt x="4248" y="2657"/>
                </a:lnTo>
                <a:lnTo>
                  <a:pt x="4246" y="2657"/>
                </a:lnTo>
                <a:lnTo>
                  <a:pt x="4244" y="2656"/>
                </a:lnTo>
                <a:lnTo>
                  <a:pt x="4243" y="2656"/>
                </a:lnTo>
                <a:lnTo>
                  <a:pt x="4243" y="2657"/>
                </a:lnTo>
                <a:lnTo>
                  <a:pt x="4244" y="2657"/>
                </a:lnTo>
                <a:lnTo>
                  <a:pt x="4244" y="2658"/>
                </a:lnTo>
                <a:lnTo>
                  <a:pt x="4247" y="2660"/>
                </a:lnTo>
                <a:lnTo>
                  <a:pt x="4249" y="2664"/>
                </a:lnTo>
                <a:lnTo>
                  <a:pt x="4249" y="2665"/>
                </a:lnTo>
                <a:lnTo>
                  <a:pt x="4250" y="2665"/>
                </a:lnTo>
                <a:lnTo>
                  <a:pt x="4249" y="2665"/>
                </a:lnTo>
                <a:lnTo>
                  <a:pt x="4248" y="2665"/>
                </a:lnTo>
                <a:lnTo>
                  <a:pt x="4247" y="2665"/>
                </a:lnTo>
                <a:lnTo>
                  <a:pt x="4247" y="2666"/>
                </a:lnTo>
                <a:lnTo>
                  <a:pt x="4247" y="2667"/>
                </a:lnTo>
                <a:lnTo>
                  <a:pt x="4247" y="2666"/>
                </a:lnTo>
                <a:lnTo>
                  <a:pt x="4248" y="2666"/>
                </a:lnTo>
                <a:lnTo>
                  <a:pt x="4250" y="2666"/>
                </a:lnTo>
                <a:lnTo>
                  <a:pt x="4250" y="2667"/>
                </a:lnTo>
                <a:lnTo>
                  <a:pt x="4250" y="2668"/>
                </a:lnTo>
                <a:lnTo>
                  <a:pt x="4251" y="2668"/>
                </a:lnTo>
                <a:lnTo>
                  <a:pt x="4252" y="2668"/>
                </a:lnTo>
                <a:lnTo>
                  <a:pt x="4251" y="2669"/>
                </a:lnTo>
                <a:lnTo>
                  <a:pt x="4250" y="2670"/>
                </a:lnTo>
                <a:lnTo>
                  <a:pt x="4250" y="2671"/>
                </a:lnTo>
                <a:lnTo>
                  <a:pt x="4249" y="2671"/>
                </a:lnTo>
                <a:lnTo>
                  <a:pt x="4250" y="2671"/>
                </a:lnTo>
                <a:lnTo>
                  <a:pt x="4249" y="2671"/>
                </a:lnTo>
                <a:lnTo>
                  <a:pt x="4249" y="2672"/>
                </a:lnTo>
                <a:lnTo>
                  <a:pt x="4249" y="2671"/>
                </a:lnTo>
                <a:lnTo>
                  <a:pt x="4248" y="2671"/>
                </a:lnTo>
                <a:lnTo>
                  <a:pt x="4248" y="2672"/>
                </a:lnTo>
                <a:lnTo>
                  <a:pt x="4248" y="2673"/>
                </a:lnTo>
                <a:lnTo>
                  <a:pt x="4247" y="2673"/>
                </a:lnTo>
                <a:lnTo>
                  <a:pt x="4247" y="2674"/>
                </a:lnTo>
                <a:lnTo>
                  <a:pt x="4248" y="2674"/>
                </a:lnTo>
                <a:lnTo>
                  <a:pt x="4248" y="2675"/>
                </a:lnTo>
                <a:lnTo>
                  <a:pt x="4247" y="2675"/>
                </a:lnTo>
                <a:lnTo>
                  <a:pt x="4247" y="2676"/>
                </a:lnTo>
                <a:lnTo>
                  <a:pt x="4248" y="2676"/>
                </a:lnTo>
                <a:lnTo>
                  <a:pt x="4248" y="2675"/>
                </a:lnTo>
                <a:lnTo>
                  <a:pt x="4248" y="2676"/>
                </a:lnTo>
                <a:lnTo>
                  <a:pt x="4248" y="2677"/>
                </a:lnTo>
                <a:lnTo>
                  <a:pt x="4248" y="2678"/>
                </a:lnTo>
                <a:lnTo>
                  <a:pt x="4248" y="2679"/>
                </a:lnTo>
                <a:lnTo>
                  <a:pt x="4248" y="2680"/>
                </a:lnTo>
                <a:lnTo>
                  <a:pt x="4247" y="2680"/>
                </a:lnTo>
                <a:lnTo>
                  <a:pt x="4247" y="2679"/>
                </a:lnTo>
                <a:lnTo>
                  <a:pt x="4247" y="2680"/>
                </a:lnTo>
                <a:lnTo>
                  <a:pt x="4246" y="2680"/>
                </a:lnTo>
                <a:lnTo>
                  <a:pt x="4245" y="2679"/>
                </a:lnTo>
                <a:lnTo>
                  <a:pt x="4246" y="2679"/>
                </a:lnTo>
                <a:lnTo>
                  <a:pt x="4246" y="2678"/>
                </a:lnTo>
                <a:lnTo>
                  <a:pt x="4245" y="2678"/>
                </a:lnTo>
                <a:lnTo>
                  <a:pt x="4245" y="2677"/>
                </a:lnTo>
                <a:lnTo>
                  <a:pt x="4244" y="2677"/>
                </a:lnTo>
                <a:lnTo>
                  <a:pt x="4244" y="2678"/>
                </a:lnTo>
                <a:lnTo>
                  <a:pt x="4243" y="2678"/>
                </a:lnTo>
                <a:lnTo>
                  <a:pt x="4242" y="2677"/>
                </a:lnTo>
                <a:lnTo>
                  <a:pt x="4241" y="2676"/>
                </a:lnTo>
                <a:lnTo>
                  <a:pt x="4240" y="2676"/>
                </a:lnTo>
                <a:lnTo>
                  <a:pt x="4239" y="2676"/>
                </a:lnTo>
                <a:lnTo>
                  <a:pt x="4238" y="2676"/>
                </a:lnTo>
                <a:lnTo>
                  <a:pt x="4239" y="2677"/>
                </a:lnTo>
                <a:lnTo>
                  <a:pt x="4240" y="2677"/>
                </a:lnTo>
                <a:lnTo>
                  <a:pt x="4239" y="2677"/>
                </a:lnTo>
                <a:lnTo>
                  <a:pt x="4238" y="2677"/>
                </a:lnTo>
                <a:lnTo>
                  <a:pt x="4238" y="2678"/>
                </a:lnTo>
                <a:lnTo>
                  <a:pt x="4239" y="2678"/>
                </a:lnTo>
                <a:lnTo>
                  <a:pt x="4240" y="2678"/>
                </a:lnTo>
                <a:lnTo>
                  <a:pt x="4240" y="2679"/>
                </a:lnTo>
                <a:lnTo>
                  <a:pt x="4239" y="2680"/>
                </a:lnTo>
                <a:lnTo>
                  <a:pt x="4238" y="2680"/>
                </a:lnTo>
                <a:lnTo>
                  <a:pt x="4238" y="2681"/>
                </a:lnTo>
                <a:lnTo>
                  <a:pt x="4237" y="2681"/>
                </a:lnTo>
                <a:lnTo>
                  <a:pt x="4237" y="2682"/>
                </a:lnTo>
                <a:lnTo>
                  <a:pt x="4238" y="2682"/>
                </a:lnTo>
                <a:lnTo>
                  <a:pt x="4237" y="2682"/>
                </a:lnTo>
                <a:lnTo>
                  <a:pt x="4237" y="2683"/>
                </a:lnTo>
                <a:lnTo>
                  <a:pt x="4236" y="2683"/>
                </a:lnTo>
                <a:lnTo>
                  <a:pt x="4236" y="2682"/>
                </a:lnTo>
                <a:lnTo>
                  <a:pt x="4236" y="2683"/>
                </a:lnTo>
                <a:lnTo>
                  <a:pt x="4237" y="2684"/>
                </a:lnTo>
                <a:lnTo>
                  <a:pt x="4238" y="2683"/>
                </a:lnTo>
                <a:lnTo>
                  <a:pt x="4238" y="2684"/>
                </a:lnTo>
                <a:lnTo>
                  <a:pt x="4238" y="2685"/>
                </a:lnTo>
                <a:lnTo>
                  <a:pt x="4239" y="2685"/>
                </a:lnTo>
                <a:lnTo>
                  <a:pt x="4239" y="2684"/>
                </a:lnTo>
                <a:lnTo>
                  <a:pt x="4240" y="2684"/>
                </a:lnTo>
                <a:lnTo>
                  <a:pt x="4240" y="2685"/>
                </a:lnTo>
                <a:lnTo>
                  <a:pt x="4239" y="2686"/>
                </a:lnTo>
                <a:lnTo>
                  <a:pt x="4238" y="2686"/>
                </a:lnTo>
                <a:lnTo>
                  <a:pt x="4238" y="2687"/>
                </a:lnTo>
                <a:lnTo>
                  <a:pt x="4239" y="2686"/>
                </a:lnTo>
                <a:lnTo>
                  <a:pt x="4240" y="2686"/>
                </a:lnTo>
                <a:lnTo>
                  <a:pt x="4240" y="2687"/>
                </a:lnTo>
                <a:lnTo>
                  <a:pt x="4241" y="2687"/>
                </a:lnTo>
                <a:lnTo>
                  <a:pt x="4240" y="2687"/>
                </a:lnTo>
                <a:lnTo>
                  <a:pt x="4239" y="2687"/>
                </a:lnTo>
                <a:lnTo>
                  <a:pt x="4239" y="2688"/>
                </a:lnTo>
                <a:lnTo>
                  <a:pt x="4238" y="2689"/>
                </a:lnTo>
                <a:lnTo>
                  <a:pt x="4237" y="2689"/>
                </a:lnTo>
                <a:lnTo>
                  <a:pt x="4236" y="2689"/>
                </a:lnTo>
                <a:lnTo>
                  <a:pt x="4237" y="2690"/>
                </a:lnTo>
                <a:lnTo>
                  <a:pt x="4236" y="2690"/>
                </a:lnTo>
                <a:lnTo>
                  <a:pt x="4236" y="2691"/>
                </a:lnTo>
                <a:lnTo>
                  <a:pt x="4236" y="2692"/>
                </a:lnTo>
                <a:lnTo>
                  <a:pt x="4237" y="2692"/>
                </a:lnTo>
                <a:lnTo>
                  <a:pt x="4238" y="2692"/>
                </a:lnTo>
                <a:lnTo>
                  <a:pt x="4238" y="2693"/>
                </a:lnTo>
                <a:lnTo>
                  <a:pt x="4237" y="2693"/>
                </a:lnTo>
                <a:lnTo>
                  <a:pt x="4237" y="2694"/>
                </a:lnTo>
                <a:lnTo>
                  <a:pt x="4238" y="2694"/>
                </a:lnTo>
                <a:lnTo>
                  <a:pt x="4237" y="2694"/>
                </a:lnTo>
                <a:lnTo>
                  <a:pt x="4236" y="2694"/>
                </a:lnTo>
                <a:lnTo>
                  <a:pt x="4236" y="2695"/>
                </a:lnTo>
                <a:lnTo>
                  <a:pt x="4236" y="2696"/>
                </a:lnTo>
                <a:lnTo>
                  <a:pt x="4237" y="2696"/>
                </a:lnTo>
                <a:lnTo>
                  <a:pt x="4237" y="2697"/>
                </a:lnTo>
                <a:lnTo>
                  <a:pt x="4236" y="2697"/>
                </a:lnTo>
                <a:lnTo>
                  <a:pt x="4236" y="2698"/>
                </a:lnTo>
                <a:lnTo>
                  <a:pt x="4235" y="2698"/>
                </a:lnTo>
                <a:lnTo>
                  <a:pt x="4234" y="2698"/>
                </a:lnTo>
                <a:lnTo>
                  <a:pt x="4234" y="2699"/>
                </a:lnTo>
                <a:lnTo>
                  <a:pt x="4233" y="2699"/>
                </a:lnTo>
                <a:lnTo>
                  <a:pt x="4233" y="2700"/>
                </a:lnTo>
                <a:lnTo>
                  <a:pt x="4232" y="2700"/>
                </a:lnTo>
                <a:lnTo>
                  <a:pt x="4232" y="2699"/>
                </a:lnTo>
                <a:lnTo>
                  <a:pt x="4231" y="2699"/>
                </a:lnTo>
                <a:lnTo>
                  <a:pt x="4231" y="2698"/>
                </a:lnTo>
                <a:lnTo>
                  <a:pt x="4232" y="2697"/>
                </a:lnTo>
                <a:lnTo>
                  <a:pt x="4231" y="2697"/>
                </a:lnTo>
                <a:lnTo>
                  <a:pt x="4231" y="2695"/>
                </a:lnTo>
                <a:lnTo>
                  <a:pt x="4231" y="2694"/>
                </a:lnTo>
                <a:lnTo>
                  <a:pt x="4230" y="2694"/>
                </a:lnTo>
                <a:lnTo>
                  <a:pt x="4230" y="2695"/>
                </a:lnTo>
                <a:lnTo>
                  <a:pt x="4230" y="2696"/>
                </a:lnTo>
                <a:lnTo>
                  <a:pt x="4230" y="2695"/>
                </a:lnTo>
                <a:lnTo>
                  <a:pt x="4229" y="2695"/>
                </a:lnTo>
                <a:lnTo>
                  <a:pt x="4229" y="2696"/>
                </a:lnTo>
                <a:lnTo>
                  <a:pt x="4228" y="2696"/>
                </a:lnTo>
                <a:lnTo>
                  <a:pt x="4228" y="2697"/>
                </a:lnTo>
                <a:lnTo>
                  <a:pt x="4228" y="2698"/>
                </a:lnTo>
                <a:lnTo>
                  <a:pt x="4229" y="2698"/>
                </a:lnTo>
                <a:lnTo>
                  <a:pt x="4229" y="2699"/>
                </a:lnTo>
                <a:lnTo>
                  <a:pt x="4229" y="2700"/>
                </a:lnTo>
                <a:lnTo>
                  <a:pt x="4228" y="2700"/>
                </a:lnTo>
                <a:lnTo>
                  <a:pt x="4228" y="2701"/>
                </a:lnTo>
                <a:lnTo>
                  <a:pt x="4227" y="2701"/>
                </a:lnTo>
                <a:lnTo>
                  <a:pt x="4227" y="2700"/>
                </a:lnTo>
                <a:lnTo>
                  <a:pt x="4227" y="2699"/>
                </a:lnTo>
                <a:lnTo>
                  <a:pt x="4227" y="2698"/>
                </a:lnTo>
                <a:lnTo>
                  <a:pt x="4226" y="2698"/>
                </a:lnTo>
                <a:lnTo>
                  <a:pt x="4226" y="2697"/>
                </a:lnTo>
                <a:lnTo>
                  <a:pt x="4225" y="2697"/>
                </a:lnTo>
                <a:lnTo>
                  <a:pt x="4225" y="2696"/>
                </a:lnTo>
                <a:lnTo>
                  <a:pt x="4224" y="2696"/>
                </a:lnTo>
                <a:lnTo>
                  <a:pt x="4225" y="2696"/>
                </a:lnTo>
                <a:lnTo>
                  <a:pt x="4225" y="2695"/>
                </a:lnTo>
                <a:lnTo>
                  <a:pt x="4226" y="2695"/>
                </a:lnTo>
                <a:lnTo>
                  <a:pt x="4225" y="2695"/>
                </a:lnTo>
                <a:lnTo>
                  <a:pt x="4226" y="2694"/>
                </a:lnTo>
                <a:lnTo>
                  <a:pt x="4225" y="2693"/>
                </a:lnTo>
                <a:lnTo>
                  <a:pt x="4224" y="2693"/>
                </a:lnTo>
                <a:lnTo>
                  <a:pt x="4224" y="2692"/>
                </a:lnTo>
                <a:lnTo>
                  <a:pt x="4223" y="2692"/>
                </a:lnTo>
                <a:lnTo>
                  <a:pt x="4222" y="2692"/>
                </a:lnTo>
                <a:lnTo>
                  <a:pt x="4221" y="2692"/>
                </a:lnTo>
                <a:lnTo>
                  <a:pt x="4221" y="2693"/>
                </a:lnTo>
                <a:lnTo>
                  <a:pt x="4220" y="2693"/>
                </a:lnTo>
                <a:lnTo>
                  <a:pt x="4220" y="2692"/>
                </a:lnTo>
                <a:lnTo>
                  <a:pt x="4219" y="2692"/>
                </a:lnTo>
                <a:lnTo>
                  <a:pt x="4219" y="2693"/>
                </a:lnTo>
                <a:lnTo>
                  <a:pt x="4218" y="2693"/>
                </a:lnTo>
                <a:lnTo>
                  <a:pt x="4218" y="2694"/>
                </a:lnTo>
                <a:lnTo>
                  <a:pt x="4217" y="2694"/>
                </a:lnTo>
                <a:lnTo>
                  <a:pt x="4216" y="2692"/>
                </a:lnTo>
                <a:lnTo>
                  <a:pt x="4217" y="2692"/>
                </a:lnTo>
                <a:lnTo>
                  <a:pt x="4217" y="2691"/>
                </a:lnTo>
                <a:lnTo>
                  <a:pt x="4216" y="2691"/>
                </a:lnTo>
                <a:lnTo>
                  <a:pt x="4217" y="2690"/>
                </a:lnTo>
                <a:lnTo>
                  <a:pt x="4217" y="2689"/>
                </a:lnTo>
                <a:lnTo>
                  <a:pt x="4218" y="2689"/>
                </a:lnTo>
                <a:lnTo>
                  <a:pt x="4218" y="2688"/>
                </a:lnTo>
                <a:lnTo>
                  <a:pt x="4219" y="2688"/>
                </a:lnTo>
                <a:lnTo>
                  <a:pt x="4219" y="2687"/>
                </a:lnTo>
                <a:lnTo>
                  <a:pt x="4219" y="2688"/>
                </a:lnTo>
                <a:lnTo>
                  <a:pt x="4218" y="2688"/>
                </a:lnTo>
                <a:lnTo>
                  <a:pt x="4216" y="2689"/>
                </a:lnTo>
                <a:lnTo>
                  <a:pt x="4216" y="2688"/>
                </a:lnTo>
                <a:lnTo>
                  <a:pt x="4216" y="2689"/>
                </a:lnTo>
                <a:lnTo>
                  <a:pt x="4217" y="2688"/>
                </a:lnTo>
                <a:lnTo>
                  <a:pt x="4216" y="2688"/>
                </a:lnTo>
                <a:lnTo>
                  <a:pt x="4216" y="2687"/>
                </a:lnTo>
                <a:lnTo>
                  <a:pt x="4215" y="2687"/>
                </a:lnTo>
                <a:lnTo>
                  <a:pt x="4215" y="2688"/>
                </a:lnTo>
                <a:lnTo>
                  <a:pt x="4215" y="2689"/>
                </a:lnTo>
                <a:lnTo>
                  <a:pt x="4216" y="2689"/>
                </a:lnTo>
                <a:lnTo>
                  <a:pt x="4216" y="2690"/>
                </a:lnTo>
                <a:lnTo>
                  <a:pt x="4215" y="2690"/>
                </a:lnTo>
                <a:lnTo>
                  <a:pt x="4215" y="2691"/>
                </a:lnTo>
                <a:lnTo>
                  <a:pt x="4214" y="2691"/>
                </a:lnTo>
                <a:lnTo>
                  <a:pt x="4214" y="2690"/>
                </a:lnTo>
                <a:lnTo>
                  <a:pt x="4213" y="2690"/>
                </a:lnTo>
                <a:lnTo>
                  <a:pt x="4213" y="2689"/>
                </a:lnTo>
                <a:lnTo>
                  <a:pt x="4214" y="2689"/>
                </a:lnTo>
                <a:lnTo>
                  <a:pt x="4214" y="2688"/>
                </a:lnTo>
                <a:lnTo>
                  <a:pt x="4213" y="2688"/>
                </a:lnTo>
                <a:lnTo>
                  <a:pt x="4213" y="2687"/>
                </a:lnTo>
                <a:lnTo>
                  <a:pt x="4212" y="2686"/>
                </a:lnTo>
                <a:lnTo>
                  <a:pt x="4212" y="2685"/>
                </a:lnTo>
                <a:lnTo>
                  <a:pt x="4211" y="2685"/>
                </a:lnTo>
                <a:lnTo>
                  <a:pt x="4210" y="2685"/>
                </a:lnTo>
                <a:lnTo>
                  <a:pt x="4211" y="2685"/>
                </a:lnTo>
                <a:lnTo>
                  <a:pt x="4211" y="2686"/>
                </a:lnTo>
                <a:lnTo>
                  <a:pt x="4212" y="2686"/>
                </a:lnTo>
                <a:lnTo>
                  <a:pt x="4212" y="2687"/>
                </a:lnTo>
                <a:lnTo>
                  <a:pt x="4212" y="2688"/>
                </a:lnTo>
                <a:lnTo>
                  <a:pt x="4213" y="2688"/>
                </a:lnTo>
                <a:lnTo>
                  <a:pt x="4213" y="2690"/>
                </a:lnTo>
                <a:lnTo>
                  <a:pt x="4212" y="2690"/>
                </a:lnTo>
                <a:lnTo>
                  <a:pt x="4212" y="2691"/>
                </a:lnTo>
                <a:lnTo>
                  <a:pt x="4211" y="2691"/>
                </a:lnTo>
                <a:lnTo>
                  <a:pt x="4210" y="2691"/>
                </a:lnTo>
                <a:lnTo>
                  <a:pt x="4210" y="2690"/>
                </a:lnTo>
                <a:lnTo>
                  <a:pt x="4209" y="2689"/>
                </a:lnTo>
                <a:lnTo>
                  <a:pt x="4209" y="2688"/>
                </a:lnTo>
                <a:lnTo>
                  <a:pt x="4208" y="2687"/>
                </a:lnTo>
                <a:lnTo>
                  <a:pt x="4208" y="2688"/>
                </a:lnTo>
                <a:lnTo>
                  <a:pt x="4208" y="2689"/>
                </a:lnTo>
                <a:lnTo>
                  <a:pt x="4207" y="2689"/>
                </a:lnTo>
                <a:lnTo>
                  <a:pt x="4207" y="2690"/>
                </a:lnTo>
                <a:lnTo>
                  <a:pt x="4208" y="2691"/>
                </a:lnTo>
                <a:lnTo>
                  <a:pt x="4208" y="2692"/>
                </a:lnTo>
                <a:lnTo>
                  <a:pt x="4207" y="2692"/>
                </a:lnTo>
                <a:lnTo>
                  <a:pt x="4207" y="2693"/>
                </a:lnTo>
                <a:lnTo>
                  <a:pt x="4207" y="2694"/>
                </a:lnTo>
                <a:lnTo>
                  <a:pt x="4206" y="2694"/>
                </a:lnTo>
                <a:lnTo>
                  <a:pt x="4206" y="2695"/>
                </a:lnTo>
                <a:lnTo>
                  <a:pt x="4206" y="2696"/>
                </a:lnTo>
                <a:lnTo>
                  <a:pt x="4207" y="2696"/>
                </a:lnTo>
                <a:lnTo>
                  <a:pt x="4207" y="2695"/>
                </a:lnTo>
                <a:lnTo>
                  <a:pt x="4207" y="2696"/>
                </a:lnTo>
                <a:lnTo>
                  <a:pt x="4207" y="2697"/>
                </a:lnTo>
                <a:lnTo>
                  <a:pt x="4207" y="2696"/>
                </a:lnTo>
                <a:lnTo>
                  <a:pt x="4208" y="2696"/>
                </a:lnTo>
                <a:lnTo>
                  <a:pt x="4208" y="2694"/>
                </a:lnTo>
                <a:lnTo>
                  <a:pt x="4209" y="2693"/>
                </a:lnTo>
                <a:lnTo>
                  <a:pt x="4209" y="2692"/>
                </a:lnTo>
                <a:lnTo>
                  <a:pt x="4210" y="2691"/>
                </a:lnTo>
                <a:lnTo>
                  <a:pt x="4210" y="2692"/>
                </a:lnTo>
                <a:lnTo>
                  <a:pt x="4211" y="2692"/>
                </a:lnTo>
                <a:lnTo>
                  <a:pt x="4212" y="2692"/>
                </a:lnTo>
                <a:lnTo>
                  <a:pt x="4212" y="2691"/>
                </a:lnTo>
                <a:lnTo>
                  <a:pt x="4213" y="2691"/>
                </a:lnTo>
                <a:lnTo>
                  <a:pt x="4214" y="2691"/>
                </a:lnTo>
                <a:lnTo>
                  <a:pt x="4214" y="2692"/>
                </a:lnTo>
                <a:lnTo>
                  <a:pt x="4214" y="2693"/>
                </a:lnTo>
                <a:lnTo>
                  <a:pt x="4215" y="2693"/>
                </a:lnTo>
                <a:lnTo>
                  <a:pt x="4215" y="2694"/>
                </a:lnTo>
                <a:lnTo>
                  <a:pt x="4215" y="2693"/>
                </a:lnTo>
                <a:lnTo>
                  <a:pt x="4216" y="2693"/>
                </a:lnTo>
                <a:lnTo>
                  <a:pt x="4216" y="2694"/>
                </a:lnTo>
                <a:lnTo>
                  <a:pt x="4217" y="2694"/>
                </a:lnTo>
                <a:lnTo>
                  <a:pt x="4216" y="2694"/>
                </a:lnTo>
                <a:lnTo>
                  <a:pt x="4216" y="2695"/>
                </a:lnTo>
                <a:lnTo>
                  <a:pt x="4217" y="2695"/>
                </a:lnTo>
                <a:lnTo>
                  <a:pt x="4218" y="2696"/>
                </a:lnTo>
                <a:lnTo>
                  <a:pt x="4219" y="2695"/>
                </a:lnTo>
                <a:lnTo>
                  <a:pt x="4219" y="2694"/>
                </a:lnTo>
                <a:lnTo>
                  <a:pt x="4220" y="2694"/>
                </a:lnTo>
                <a:lnTo>
                  <a:pt x="4221" y="2694"/>
                </a:lnTo>
                <a:lnTo>
                  <a:pt x="4221" y="2693"/>
                </a:lnTo>
                <a:lnTo>
                  <a:pt x="4222" y="2693"/>
                </a:lnTo>
                <a:lnTo>
                  <a:pt x="4223" y="2693"/>
                </a:lnTo>
                <a:lnTo>
                  <a:pt x="4223" y="2694"/>
                </a:lnTo>
                <a:lnTo>
                  <a:pt x="4224" y="2694"/>
                </a:lnTo>
                <a:lnTo>
                  <a:pt x="4224" y="2695"/>
                </a:lnTo>
                <a:lnTo>
                  <a:pt x="4224" y="2697"/>
                </a:lnTo>
                <a:lnTo>
                  <a:pt x="4224" y="2698"/>
                </a:lnTo>
                <a:lnTo>
                  <a:pt x="4225" y="2698"/>
                </a:lnTo>
                <a:lnTo>
                  <a:pt x="4225" y="2699"/>
                </a:lnTo>
                <a:lnTo>
                  <a:pt x="4224" y="2699"/>
                </a:lnTo>
                <a:lnTo>
                  <a:pt x="4225" y="2700"/>
                </a:lnTo>
                <a:lnTo>
                  <a:pt x="4225" y="2699"/>
                </a:lnTo>
                <a:lnTo>
                  <a:pt x="4226" y="2700"/>
                </a:lnTo>
                <a:lnTo>
                  <a:pt x="4226" y="2701"/>
                </a:lnTo>
                <a:lnTo>
                  <a:pt x="4227" y="2702"/>
                </a:lnTo>
                <a:lnTo>
                  <a:pt x="4228" y="2702"/>
                </a:lnTo>
                <a:lnTo>
                  <a:pt x="4229" y="2702"/>
                </a:lnTo>
                <a:lnTo>
                  <a:pt x="4229" y="2701"/>
                </a:lnTo>
                <a:lnTo>
                  <a:pt x="4229" y="2702"/>
                </a:lnTo>
                <a:lnTo>
                  <a:pt x="4229" y="2703"/>
                </a:lnTo>
                <a:lnTo>
                  <a:pt x="4228" y="2703"/>
                </a:lnTo>
                <a:lnTo>
                  <a:pt x="4227" y="2703"/>
                </a:lnTo>
                <a:lnTo>
                  <a:pt x="4227" y="2702"/>
                </a:lnTo>
                <a:lnTo>
                  <a:pt x="4227" y="2703"/>
                </a:lnTo>
                <a:lnTo>
                  <a:pt x="4226" y="2703"/>
                </a:lnTo>
                <a:lnTo>
                  <a:pt x="4225" y="2703"/>
                </a:lnTo>
                <a:lnTo>
                  <a:pt x="4224" y="2703"/>
                </a:lnTo>
                <a:lnTo>
                  <a:pt x="4225" y="2703"/>
                </a:lnTo>
                <a:lnTo>
                  <a:pt x="4225" y="2704"/>
                </a:lnTo>
                <a:lnTo>
                  <a:pt x="4226" y="2704"/>
                </a:lnTo>
                <a:lnTo>
                  <a:pt x="4227" y="2704"/>
                </a:lnTo>
                <a:lnTo>
                  <a:pt x="4227" y="2705"/>
                </a:lnTo>
                <a:lnTo>
                  <a:pt x="4226" y="2705"/>
                </a:lnTo>
                <a:lnTo>
                  <a:pt x="4225" y="2705"/>
                </a:lnTo>
                <a:lnTo>
                  <a:pt x="4224" y="2705"/>
                </a:lnTo>
                <a:lnTo>
                  <a:pt x="4223" y="2705"/>
                </a:lnTo>
                <a:lnTo>
                  <a:pt x="4223" y="2706"/>
                </a:lnTo>
                <a:lnTo>
                  <a:pt x="4224" y="2706"/>
                </a:lnTo>
                <a:lnTo>
                  <a:pt x="4223" y="2706"/>
                </a:lnTo>
                <a:lnTo>
                  <a:pt x="4223" y="2707"/>
                </a:lnTo>
                <a:lnTo>
                  <a:pt x="4223" y="2708"/>
                </a:lnTo>
                <a:lnTo>
                  <a:pt x="4224" y="2708"/>
                </a:lnTo>
                <a:lnTo>
                  <a:pt x="4225" y="2708"/>
                </a:lnTo>
                <a:lnTo>
                  <a:pt x="4225" y="2707"/>
                </a:lnTo>
                <a:lnTo>
                  <a:pt x="4224" y="2708"/>
                </a:lnTo>
                <a:lnTo>
                  <a:pt x="4223" y="2708"/>
                </a:lnTo>
                <a:lnTo>
                  <a:pt x="4222" y="2708"/>
                </a:lnTo>
                <a:lnTo>
                  <a:pt x="4221" y="2708"/>
                </a:lnTo>
                <a:lnTo>
                  <a:pt x="4219" y="2707"/>
                </a:lnTo>
                <a:lnTo>
                  <a:pt x="4218" y="2707"/>
                </a:lnTo>
                <a:lnTo>
                  <a:pt x="4218" y="2706"/>
                </a:lnTo>
                <a:lnTo>
                  <a:pt x="4218" y="2707"/>
                </a:lnTo>
                <a:lnTo>
                  <a:pt x="4217" y="2707"/>
                </a:lnTo>
                <a:lnTo>
                  <a:pt x="4216" y="2707"/>
                </a:lnTo>
                <a:lnTo>
                  <a:pt x="4215" y="2706"/>
                </a:lnTo>
                <a:lnTo>
                  <a:pt x="4215" y="2707"/>
                </a:lnTo>
                <a:lnTo>
                  <a:pt x="4214" y="2707"/>
                </a:lnTo>
                <a:lnTo>
                  <a:pt x="4214" y="2706"/>
                </a:lnTo>
                <a:lnTo>
                  <a:pt x="4213" y="2706"/>
                </a:lnTo>
                <a:lnTo>
                  <a:pt x="4213" y="2707"/>
                </a:lnTo>
                <a:lnTo>
                  <a:pt x="4213" y="2708"/>
                </a:lnTo>
                <a:lnTo>
                  <a:pt x="4214" y="2708"/>
                </a:lnTo>
                <a:lnTo>
                  <a:pt x="4214" y="2707"/>
                </a:lnTo>
                <a:lnTo>
                  <a:pt x="4215" y="2708"/>
                </a:lnTo>
                <a:lnTo>
                  <a:pt x="4215" y="2709"/>
                </a:lnTo>
                <a:lnTo>
                  <a:pt x="4215" y="2710"/>
                </a:lnTo>
                <a:lnTo>
                  <a:pt x="4215" y="2711"/>
                </a:lnTo>
                <a:lnTo>
                  <a:pt x="4215" y="2712"/>
                </a:lnTo>
                <a:lnTo>
                  <a:pt x="4216" y="2712"/>
                </a:lnTo>
                <a:lnTo>
                  <a:pt x="4216" y="2713"/>
                </a:lnTo>
                <a:lnTo>
                  <a:pt x="4215" y="2713"/>
                </a:lnTo>
                <a:lnTo>
                  <a:pt x="4214" y="2712"/>
                </a:lnTo>
                <a:lnTo>
                  <a:pt x="4214" y="2711"/>
                </a:lnTo>
                <a:lnTo>
                  <a:pt x="4213" y="2710"/>
                </a:lnTo>
                <a:lnTo>
                  <a:pt x="4213" y="2711"/>
                </a:lnTo>
                <a:lnTo>
                  <a:pt x="4213" y="2712"/>
                </a:lnTo>
                <a:lnTo>
                  <a:pt x="4212" y="2712"/>
                </a:lnTo>
                <a:lnTo>
                  <a:pt x="4213" y="2713"/>
                </a:lnTo>
                <a:lnTo>
                  <a:pt x="4212" y="2713"/>
                </a:lnTo>
                <a:lnTo>
                  <a:pt x="4211" y="2713"/>
                </a:lnTo>
                <a:lnTo>
                  <a:pt x="4211" y="2714"/>
                </a:lnTo>
                <a:lnTo>
                  <a:pt x="4212" y="2714"/>
                </a:lnTo>
                <a:lnTo>
                  <a:pt x="4213" y="2714"/>
                </a:lnTo>
                <a:lnTo>
                  <a:pt x="4214" y="2714"/>
                </a:lnTo>
                <a:lnTo>
                  <a:pt x="4214" y="2715"/>
                </a:lnTo>
                <a:lnTo>
                  <a:pt x="4214" y="2716"/>
                </a:lnTo>
                <a:lnTo>
                  <a:pt x="4214" y="2717"/>
                </a:lnTo>
                <a:lnTo>
                  <a:pt x="4213" y="2717"/>
                </a:lnTo>
                <a:lnTo>
                  <a:pt x="4214" y="2717"/>
                </a:lnTo>
                <a:lnTo>
                  <a:pt x="4214" y="2718"/>
                </a:lnTo>
                <a:lnTo>
                  <a:pt x="4213" y="2718"/>
                </a:lnTo>
                <a:lnTo>
                  <a:pt x="4212" y="2718"/>
                </a:lnTo>
                <a:lnTo>
                  <a:pt x="4212" y="2719"/>
                </a:lnTo>
                <a:lnTo>
                  <a:pt x="4211" y="2719"/>
                </a:lnTo>
                <a:lnTo>
                  <a:pt x="4210" y="2719"/>
                </a:lnTo>
                <a:lnTo>
                  <a:pt x="4209" y="2720"/>
                </a:lnTo>
                <a:lnTo>
                  <a:pt x="4209" y="2719"/>
                </a:lnTo>
                <a:lnTo>
                  <a:pt x="4208" y="2719"/>
                </a:lnTo>
                <a:lnTo>
                  <a:pt x="4207" y="2719"/>
                </a:lnTo>
                <a:lnTo>
                  <a:pt x="4206" y="2719"/>
                </a:lnTo>
                <a:lnTo>
                  <a:pt x="4207" y="2720"/>
                </a:lnTo>
                <a:lnTo>
                  <a:pt x="4208" y="2720"/>
                </a:lnTo>
                <a:lnTo>
                  <a:pt x="4207" y="2720"/>
                </a:lnTo>
                <a:lnTo>
                  <a:pt x="4207" y="2721"/>
                </a:lnTo>
                <a:lnTo>
                  <a:pt x="4206" y="2721"/>
                </a:lnTo>
                <a:lnTo>
                  <a:pt x="4206" y="2722"/>
                </a:lnTo>
                <a:lnTo>
                  <a:pt x="4207" y="2721"/>
                </a:lnTo>
                <a:lnTo>
                  <a:pt x="4208" y="2721"/>
                </a:lnTo>
                <a:lnTo>
                  <a:pt x="4209" y="2721"/>
                </a:lnTo>
                <a:lnTo>
                  <a:pt x="4210" y="2720"/>
                </a:lnTo>
                <a:lnTo>
                  <a:pt x="4211" y="2720"/>
                </a:lnTo>
                <a:lnTo>
                  <a:pt x="4211" y="2721"/>
                </a:lnTo>
                <a:lnTo>
                  <a:pt x="4212" y="2721"/>
                </a:lnTo>
                <a:lnTo>
                  <a:pt x="4211" y="2721"/>
                </a:lnTo>
                <a:lnTo>
                  <a:pt x="4211" y="2722"/>
                </a:lnTo>
                <a:lnTo>
                  <a:pt x="4211" y="2723"/>
                </a:lnTo>
                <a:lnTo>
                  <a:pt x="4211" y="2725"/>
                </a:lnTo>
                <a:lnTo>
                  <a:pt x="4210" y="2726"/>
                </a:lnTo>
                <a:lnTo>
                  <a:pt x="4210" y="2725"/>
                </a:lnTo>
                <a:lnTo>
                  <a:pt x="4209" y="2725"/>
                </a:lnTo>
                <a:lnTo>
                  <a:pt x="4208" y="2725"/>
                </a:lnTo>
                <a:lnTo>
                  <a:pt x="4207" y="2725"/>
                </a:lnTo>
                <a:lnTo>
                  <a:pt x="4206" y="2725"/>
                </a:lnTo>
                <a:lnTo>
                  <a:pt x="4206" y="2724"/>
                </a:lnTo>
                <a:lnTo>
                  <a:pt x="4205" y="2724"/>
                </a:lnTo>
                <a:lnTo>
                  <a:pt x="4204" y="2724"/>
                </a:lnTo>
                <a:lnTo>
                  <a:pt x="4204" y="2725"/>
                </a:lnTo>
                <a:lnTo>
                  <a:pt x="4203" y="2725"/>
                </a:lnTo>
                <a:lnTo>
                  <a:pt x="4202" y="2725"/>
                </a:lnTo>
                <a:lnTo>
                  <a:pt x="4201" y="2725"/>
                </a:lnTo>
                <a:lnTo>
                  <a:pt x="4201" y="2726"/>
                </a:lnTo>
                <a:lnTo>
                  <a:pt x="4201" y="2725"/>
                </a:lnTo>
                <a:lnTo>
                  <a:pt x="4201" y="2724"/>
                </a:lnTo>
                <a:lnTo>
                  <a:pt x="4200" y="2724"/>
                </a:lnTo>
                <a:lnTo>
                  <a:pt x="4200" y="2725"/>
                </a:lnTo>
                <a:lnTo>
                  <a:pt x="4200" y="2726"/>
                </a:lnTo>
                <a:lnTo>
                  <a:pt x="4199" y="2726"/>
                </a:lnTo>
                <a:lnTo>
                  <a:pt x="4200" y="2726"/>
                </a:lnTo>
                <a:lnTo>
                  <a:pt x="4200" y="2727"/>
                </a:lnTo>
                <a:lnTo>
                  <a:pt x="4200" y="2728"/>
                </a:lnTo>
                <a:lnTo>
                  <a:pt x="4199" y="2729"/>
                </a:lnTo>
                <a:lnTo>
                  <a:pt x="4199" y="2730"/>
                </a:lnTo>
                <a:lnTo>
                  <a:pt x="4198" y="2730"/>
                </a:lnTo>
                <a:lnTo>
                  <a:pt x="4197" y="2729"/>
                </a:lnTo>
                <a:lnTo>
                  <a:pt x="4197" y="2730"/>
                </a:lnTo>
                <a:lnTo>
                  <a:pt x="4197" y="2729"/>
                </a:lnTo>
                <a:lnTo>
                  <a:pt x="4196" y="2729"/>
                </a:lnTo>
                <a:lnTo>
                  <a:pt x="4197" y="2729"/>
                </a:lnTo>
                <a:lnTo>
                  <a:pt x="4197" y="2728"/>
                </a:lnTo>
                <a:lnTo>
                  <a:pt x="4196" y="2728"/>
                </a:lnTo>
                <a:lnTo>
                  <a:pt x="4195" y="2728"/>
                </a:lnTo>
                <a:lnTo>
                  <a:pt x="4194" y="2728"/>
                </a:lnTo>
                <a:lnTo>
                  <a:pt x="4194" y="2729"/>
                </a:lnTo>
                <a:lnTo>
                  <a:pt x="4195" y="2729"/>
                </a:lnTo>
                <a:lnTo>
                  <a:pt x="4196" y="2730"/>
                </a:lnTo>
                <a:lnTo>
                  <a:pt x="4195" y="2730"/>
                </a:lnTo>
                <a:lnTo>
                  <a:pt x="4196" y="2735"/>
                </a:lnTo>
                <a:lnTo>
                  <a:pt x="4197" y="2735"/>
                </a:lnTo>
                <a:lnTo>
                  <a:pt x="4198" y="2736"/>
                </a:lnTo>
                <a:lnTo>
                  <a:pt x="4197" y="2736"/>
                </a:lnTo>
                <a:lnTo>
                  <a:pt x="4197" y="2737"/>
                </a:lnTo>
                <a:lnTo>
                  <a:pt x="4198" y="2737"/>
                </a:lnTo>
                <a:lnTo>
                  <a:pt x="4198" y="2738"/>
                </a:lnTo>
                <a:lnTo>
                  <a:pt x="4199" y="2738"/>
                </a:lnTo>
                <a:lnTo>
                  <a:pt x="4200" y="2738"/>
                </a:lnTo>
                <a:lnTo>
                  <a:pt x="4201" y="2738"/>
                </a:lnTo>
                <a:lnTo>
                  <a:pt x="4202" y="2738"/>
                </a:lnTo>
                <a:lnTo>
                  <a:pt x="4201" y="2739"/>
                </a:lnTo>
                <a:lnTo>
                  <a:pt x="4200" y="2739"/>
                </a:lnTo>
                <a:lnTo>
                  <a:pt x="4200" y="2740"/>
                </a:lnTo>
                <a:lnTo>
                  <a:pt x="4199" y="2741"/>
                </a:lnTo>
                <a:lnTo>
                  <a:pt x="4198" y="2741"/>
                </a:lnTo>
                <a:lnTo>
                  <a:pt x="4198" y="2742"/>
                </a:lnTo>
                <a:lnTo>
                  <a:pt x="4198" y="2743"/>
                </a:lnTo>
                <a:lnTo>
                  <a:pt x="4199" y="2743"/>
                </a:lnTo>
                <a:lnTo>
                  <a:pt x="4199" y="2744"/>
                </a:lnTo>
                <a:lnTo>
                  <a:pt x="4200" y="2745"/>
                </a:lnTo>
                <a:lnTo>
                  <a:pt x="4200" y="2744"/>
                </a:lnTo>
                <a:lnTo>
                  <a:pt x="4201" y="2744"/>
                </a:lnTo>
                <a:lnTo>
                  <a:pt x="4202" y="2744"/>
                </a:lnTo>
                <a:lnTo>
                  <a:pt x="4203" y="2744"/>
                </a:lnTo>
                <a:lnTo>
                  <a:pt x="4202" y="2744"/>
                </a:lnTo>
                <a:lnTo>
                  <a:pt x="4201" y="2745"/>
                </a:lnTo>
                <a:lnTo>
                  <a:pt x="4202" y="2745"/>
                </a:lnTo>
                <a:lnTo>
                  <a:pt x="4203" y="2745"/>
                </a:lnTo>
                <a:lnTo>
                  <a:pt x="4203" y="2746"/>
                </a:lnTo>
                <a:lnTo>
                  <a:pt x="4202" y="2747"/>
                </a:lnTo>
                <a:lnTo>
                  <a:pt x="4202" y="2746"/>
                </a:lnTo>
                <a:lnTo>
                  <a:pt x="4201" y="2747"/>
                </a:lnTo>
                <a:lnTo>
                  <a:pt x="4200" y="2747"/>
                </a:lnTo>
                <a:lnTo>
                  <a:pt x="4199" y="2748"/>
                </a:lnTo>
                <a:lnTo>
                  <a:pt x="4199" y="2749"/>
                </a:lnTo>
                <a:lnTo>
                  <a:pt x="4199" y="2750"/>
                </a:lnTo>
                <a:lnTo>
                  <a:pt x="4199" y="2751"/>
                </a:lnTo>
                <a:lnTo>
                  <a:pt x="4199" y="2752"/>
                </a:lnTo>
                <a:lnTo>
                  <a:pt x="4200" y="2752"/>
                </a:lnTo>
                <a:lnTo>
                  <a:pt x="4200" y="2753"/>
                </a:lnTo>
                <a:lnTo>
                  <a:pt x="4199" y="2753"/>
                </a:lnTo>
                <a:lnTo>
                  <a:pt x="4199" y="2754"/>
                </a:lnTo>
                <a:lnTo>
                  <a:pt x="4200" y="2754"/>
                </a:lnTo>
                <a:lnTo>
                  <a:pt x="4200" y="2753"/>
                </a:lnTo>
                <a:lnTo>
                  <a:pt x="4201" y="2753"/>
                </a:lnTo>
                <a:lnTo>
                  <a:pt x="4202" y="2753"/>
                </a:lnTo>
                <a:lnTo>
                  <a:pt x="4201" y="2754"/>
                </a:lnTo>
                <a:lnTo>
                  <a:pt x="4200" y="2754"/>
                </a:lnTo>
                <a:lnTo>
                  <a:pt x="4199" y="2755"/>
                </a:lnTo>
                <a:lnTo>
                  <a:pt x="4199" y="2756"/>
                </a:lnTo>
                <a:lnTo>
                  <a:pt x="4198" y="2756"/>
                </a:lnTo>
                <a:lnTo>
                  <a:pt x="4197" y="2756"/>
                </a:lnTo>
                <a:lnTo>
                  <a:pt x="4196" y="2755"/>
                </a:lnTo>
                <a:lnTo>
                  <a:pt x="4197" y="2755"/>
                </a:lnTo>
                <a:lnTo>
                  <a:pt x="4198" y="2754"/>
                </a:lnTo>
                <a:lnTo>
                  <a:pt x="4198" y="2753"/>
                </a:lnTo>
                <a:lnTo>
                  <a:pt x="4197" y="2753"/>
                </a:lnTo>
                <a:lnTo>
                  <a:pt x="4196" y="2753"/>
                </a:lnTo>
                <a:lnTo>
                  <a:pt x="4196" y="2754"/>
                </a:lnTo>
                <a:lnTo>
                  <a:pt x="4195" y="2754"/>
                </a:lnTo>
                <a:lnTo>
                  <a:pt x="4195" y="2755"/>
                </a:lnTo>
                <a:lnTo>
                  <a:pt x="4194" y="2755"/>
                </a:lnTo>
                <a:lnTo>
                  <a:pt x="4193" y="2756"/>
                </a:lnTo>
                <a:lnTo>
                  <a:pt x="4191" y="2757"/>
                </a:lnTo>
                <a:lnTo>
                  <a:pt x="4191" y="2758"/>
                </a:lnTo>
                <a:lnTo>
                  <a:pt x="4190" y="2758"/>
                </a:lnTo>
                <a:lnTo>
                  <a:pt x="4190" y="2757"/>
                </a:lnTo>
                <a:lnTo>
                  <a:pt x="4190" y="2758"/>
                </a:lnTo>
                <a:lnTo>
                  <a:pt x="4189" y="2758"/>
                </a:lnTo>
                <a:lnTo>
                  <a:pt x="4188" y="2758"/>
                </a:lnTo>
                <a:lnTo>
                  <a:pt x="4187" y="2758"/>
                </a:lnTo>
                <a:lnTo>
                  <a:pt x="4187" y="2757"/>
                </a:lnTo>
                <a:lnTo>
                  <a:pt x="4186" y="2757"/>
                </a:lnTo>
                <a:lnTo>
                  <a:pt x="4185" y="2757"/>
                </a:lnTo>
                <a:lnTo>
                  <a:pt x="4184" y="2758"/>
                </a:lnTo>
                <a:lnTo>
                  <a:pt x="4184" y="2759"/>
                </a:lnTo>
                <a:lnTo>
                  <a:pt x="4184" y="2760"/>
                </a:lnTo>
                <a:lnTo>
                  <a:pt x="4183" y="2760"/>
                </a:lnTo>
                <a:lnTo>
                  <a:pt x="4185" y="2762"/>
                </a:lnTo>
                <a:lnTo>
                  <a:pt x="4184" y="2762"/>
                </a:lnTo>
                <a:lnTo>
                  <a:pt x="4183" y="2762"/>
                </a:lnTo>
                <a:lnTo>
                  <a:pt x="4184" y="2763"/>
                </a:lnTo>
                <a:lnTo>
                  <a:pt x="4183" y="2763"/>
                </a:lnTo>
                <a:lnTo>
                  <a:pt x="4182" y="2763"/>
                </a:lnTo>
                <a:lnTo>
                  <a:pt x="4181" y="2763"/>
                </a:lnTo>
                <a:lnTo>
                  <a:pt x="4181" y="2764"/>
                </a:lnTo>
                <a:lnTo>
                  <a:pt x="4180" y="2765"/>
                </a:lnTo>
                <a:lnTo>
                  <a:pt x="4180" y="2766"/>
                </a:lnTo>
                <a:lnTo>
                  <a:pt x="4179" y="2766"/>
                </a:lnTo>
                <a:lnTo>
                  <a:pt x="4179" y="2767"/>
                </a:lnTo>
                <a:lnTo>
                  <a:pt x="4178" y="2766"/>
                </a:lnTo>
                <a:lnTo>
                  <a:pt x="4178" y="2767"/>
                </a:lnTo>
                <a:lnTo>
                  <a:pt x="4177" y="2767"/>
                </a:lnTo>
                <a:lnTo>
                  <a:pt x="4177" y="2766"/>
                </a:lnTo>
                <a:lnTo>
                  <a:pt x="4176" y="2766"/>
                </a:lnTo>
                <a:lnTo>
                  <a:pt x="4175" y="2766"/>
                </a:lnTo>
                <a:lnTo>
                  <a:pt x="4175" y="2765"/>
                </a:lnTo>
                <a:lnTo>
                  <a:pt x="4174" y="2765"/>
                </a:lnTo>
                <a:lnTo>
                  <a:pt x="4175" y="2765"/>
                </a:lnTo>
                <a:lnTo>
                  <a:pt x="4175" y="2764"/>
                </a:lnTo>
                <a:lnTo>
                  <a:pt x="4175" y="2763"/>
                </a:lnTo>
                <a:lnTo>
                  <a:pt x="4175" y="2764"/>
                </a:lnTo>
                <a:lnTo>
                  <a:pt x="4174" y="2764"/>
                </a:lnTo>
                <a:lnTo>
                  <a:pt x="4174" y="2763"/>
                </a:lnTo>
                <a:lnTo>
                  <a:pt x="4175" y="2763"/>
                </a:lnTo>
                <a:lnTo>
                  <a:pt x="4176" y="2763"/>
                </a:lnTo>
                <a:lnTo>
                  <a:pt x="4176" y="2762"/>
                </a:lnTo>
                <a:lnTo>
                  <a:pt x="4175" y="2762"/>
                </a:lnTo>
                <a:lnTo>
                  <a:pt x="4175" y="2761"/>
                </a:lnTo>
                <a:lnTo>
                  <a:pt x="4176" y="2761"/>
                </a:lnTo>
                <a:lnTo>
                  <a:pt x="4176" y="2760"/>
                </a:lnTo>
                <a:lnTo>
                  <a:pt x="4177" y="2760"/>
                </a:lnTo>
                <a:lnTo>
                  <a:pt x="4176" y="2760"/>
                </a:lnTo>
                <a:lnTo>
                  <a:pt x="4176" y="2759"/>
                </a:lnTo>
                <a:lnTo>
                  <a:pt x="4177" y="2758"/>
                </a:lnTo>
                <a:lnTo>
                  <a:pt x="4178" y="2758"/>
                </a:lnTo>
                <a:lnTo>
                  <a:pt x="4179" y="2757"/>
                </a:lnTo>
                <a:lnTo>
                  <a:pt x="4181" y="2756"/>
                </a:lnTo>
                <a:lnTo>
                  <a:pt x="4182" y="2756"/>
                </a:lnTo>
                <a:lnTo>
                  <a:pt x="4183" y="2756"/>
                </a:lnTo>
                <a:lnTo>
                  <a:pt x="4184" y="2756"/>
                </a:lnTo>
                <a:lnTo>
                  <a:pt x="4183" y="2755"/>
                </a:lnTo>
                <a:lnTo>
                  <a:pt x="4184" y="2755"/>
                </a:lnTo>
                <a:lnTo>
                  <a:pt x="4184" y="2756"/>
                </a:lnTo>
                <a:lnTo>
                  <a:pt x="4184" y="2757"/>
                </a:lnTo>
                <a:lnTo>
                  <a:pt x="4185" y="2757"/>
                </a:lnTo>
                <a:lnTo>
                  <a:pt x="4185" y="2756"/>
                </a:lnTo>
                <a:lnTo>
                  <a:pt x="4185" y="2755"/>
                </a:lnTo>
                <a:lnTo>
                  <a:pt x="4186" y="2755"/>
                </a:lnTo>
                <a:lnTo>
                  <a:pt x="4186" y="2754"/>
                </a:lnTo>
                <a:lnTo>
                  <a:pt x="4187" y="2754"/>
                </a:lnTo>
                <a:lnTo>
                  <a:pt x="4187" y="2753"/>
                </a:lnTo>
                <a:lnTo>
                  <a:pt x="4186" y="2753"/>
                </a:lnTo>
                <a:lnTo>
                  <a:pt x="4186" y="2752"/>
                </a:lnTo>
                <a:lnTo>
                  <a:pt x="4186" y="2753"/>
                </a:lnTo>
                <a:lnTo>
                  <a:pt x="4187" y="2753"/>
                </a:lnTo>
                <a:lnTo>
                  <a:pt x="4187" y="2752"/>
                </a:lnTo>
                <a:lnTo>
                  <a:pt x="4188" y="2752"/>
                </a:lnTo>
                <a:lnTo>
                  <a:pt x="4188" y="2751"/>
                </a:lnTo>
                <a:lnTo>
                  <a:pt x="4187" y="2751"/>
                </a:lnTo>
                <a:lnTo>
                  <a:pt x="4188" y="2751"/>
                </a:lnTo>
                <a:lnTo>
                  <a:pt x="4188" y="2750"/>
                </a:lnTo>
                <a:lnTo>
                  <a:pt x="4189" y="2750"/>
                </a:lnTo>
                <a:lnTo>
                  <a:pt x="4189" y="2749"/>
                </a:lnTo>
                <a:lnTo>
                  <a:pt x="4188" y="2750"/>
                </a:lnTo>
                <a:lnTo>
                  <a:pt x="4188" y="2749"/>
                </a:lnTo>
                <a:lnTo>
                  <a:pt x="4187" y="2749"/>
                </a:lnTo>
                <a:lnTo>
                  <a:pt x="4188" y="2748"/>
                </a:lnTo>
                <a:lnTo>
                  <a:pt x="4188" y="2747"/>
                </a:lnTo>
                <a:lnTo>
                  <a:pt x="4189" y="2747"/>
                </a:lnTo>
                <a:lnTo>
                  <a:pt x="4190" y="2747"/>
                </a:lnTo>
                <a:lnTo>
                  <a:pt x="4190" y="2746"/>
                </a:lnTo>
                <a:lnTo>
                  <a:pt x="4189" y="2746"/>
                </a:lnTo>
                <a:lnTo>
                  <a:pt x="4190" y="2745"/>
                </a:lnTo>
                <a:lnTo>
                  <a:pt x="4191" y="2745"/>
                </a:lnTo>
                <a:lnTo>
                  <a:pt x="4192" y="2745"/>
                </a:lnTo>
                <a:lnTo>
                  <a:pt x="4192" y="2744"/>
                </a:lnTo>
                <a:lnTo>
                  <a:pt x="4191" y="2745"/>
                </a:lnTo>
                <a:lnTo>
                  <a:pt x="4191" y="2744"/>
                </a:lnTo>
                <a:lnTo>
                  <a:pt x="4192" y="2744"/>
                </a:lnTo>
                <a:lnTo>
                  <a:pt x="4193" y="2744"/>
                </a:lnTo>
                <a:lnTo>
                  <a:pt x="4194" y="2743"/>
                </a:lnTo>
                <a:lnTo>
                  <a:pt x="4194" y="2742"/>
                </a:lnTo>
                <a:lnTo>
                  <a:pt x="4195" y="2742"/>
                </a:lnTo>
                <a:lnTo>
                  <a:pt x="4195" y="2741"/>
                </a:lnTo>
                <a:lnTo>
                  <a:pt x="4196" y="2741"/>
                </a:lnTo>
                <a:lnTo>
                  <a:pt x="4196" y="2740"/>
                </a:lnTo>
                <a:lnTo>
                  <a:pt x="4197" y="2739"/>
                </a:lnTo>
                <a:lnTo>
                  <a:pt x="4197" y="2738"/>
                </a:lnTo>
                <a:lnTo>
                  <a:pt x="4196" y="2738"/>
                </a:lnTo>
                <a:lnTo>
                  <a:pt x="4195" y="2738"/>
                </a:lnTo>
                <a:lnTo>
                  <a:pt x="4194" y="2738"/>
                </a:lnTo>
                <a:lnTo>
                  <a:pt x="4194" y="2739"/>
                </a:lnTo>
                <a:lnTo>
                  <a:pt x="4192" y="2739"/>
                </a:lnTo>
                <a:lnTo>
                  <a:pt x="4191" y="2739"/>
                </a:lnTo>
                <a:lnTo>
                  <a:pt x="4190" y="2739"/>
                </a:lnTo>
                <a:lnTo>
                  <a:pt x="4189" y="2739"/>
                </a:lnTo>
                <a:lnTo>
                  <a:pt x="4187" y="2739"/>
                </a:lnTo>
                <a:lnTo>
                  <a:pt x="4187" y="2740"/>
                </a:lnTo>
                <a:lnTo>
                  <a:pt x="4187" y="2739"/>
                </a:lnTo>
                <a:lnTo>
                  <a:pt x="4187" y="2738"/>
                </a:lnTo>
                <a:lnTo>
                  <a:pt x="4186" y="2738"/>
                </a:lnTo>
                <a:lnTo>
                  <a:pt x="4186" y="2739"/>
                </a:lnTo>
                <a:lnTo>
                  <a:pt x="4185" y="2739"/>
                </a:lnTo>
                <a:lnTo>
                  <a:pt x="4185" y="2738"/>
                </a:lnTo>
                <a:lnTo>
                  <a:pt x="4184" y="2738"/>
                </a:lnTo>
                <a:lnTo>
                  <a:pt x="4184" y="2739"/>
                </a:lnTo>
                <a:lnTo>
                  <a:pt x="4183" y="2739"/>
                </a:lnTo>
                <a:lnTo>
                  <a:pt x="4182" y="2740"/>
                </a:lnTo>
                <a:lnTo>
                  <a:pt x="4182" y="2741"/>
                </a:lnTo>
                <a:lnTo>
                  <a:pt x="4183" y="2741"/>
                </a:lnTo>
                <a:lnTo>
                  <a:pt x="4183" y="2742"/>
                </a:lnTo>
                <a:lnTo>
                  <a:pt x="4183" y="2743"/>
                </a:lnTo>
                <a:lnTo>
                  <a:pt x="4183" y="2744"/>
                </a:lnTo>
                <a:lnTo>
                  <a:pt x="4183" y="2745"/>
                </a:lnTo>
                <a:lnTo>
                  <a:pt x="4181" y="2745"/>
                </a:lnTo>
                <a:lnTo>
                  <a:pt x="4181" y="2746"/>
                </a:lnTo>
                <a:lnTo>
                  <a:pt x="4180" y="2747"/>
                </a:lnTo>
                <a:lnTo>
                  <a:pt x="4180" y="2748"/>
                </a:lnTo>
                <a:lnTo>
                  <a:pt x="4180" y="2749"/>
                </a:lnTo>
                <a:lnTo>
                  <a:pt x="4180" y="2750"/>
                </a:lnTo>
                <a:lnTo>
                  <a:pt x="4179" y="2750"/>
                </a:lnTo>
                <a:lnTo>
                  <a:pt x="4180" y="2750"/>
                </a:lnTo>
                <a:lnTo>
                  <a:pt x="4180" y="2751"/>
                </a:lnTo>
                <a:lnTo>
                  <a:pt x="4181" y="2751"/>
                </a:lnTo>
                <a:lnTo>
                  <a:pt x="4180" y="2752"/>
                </a:lnTo>
                <a:lnTo>
                  <a:pt x="4179" y="2752"/>
                </a:lnTo>
                <a:lnTo>
                  <a:pt x="4179" y="2753"/>
                </a:lnTo>
                <a:lnTo>
                  <a:pt x="4178" y="2753"/>
                </a:lnTo>
                <a:lnTo>
                  <a:pt x="4177" y="2753"/>
                </a:lnTo>
                <a:lnTo>
                  <a:pt x="4177" y="2752"/>
                </a:lnTo>
                <a:lnTo>
                  <a:pt x="4177" y="2751"/>
                </a:lnTo>
                <a:lnTo>
                  <a:pt x="4178" y="2751"/>
                </a:lnTo>
                <a:lnTo>
                  <a:pt x="4178" y="2750"/>
                </a:lnTo>
                <a:lnTo>
                  <a:pt x="4177" y="2749"/>
                </a:lnTo>
                <a:lnTo>
                  <a:pt x="4176" y="2749"/>
                </a:lnTo>
                <a:lnTo>
                  <a:pt x="4175" y="2748"/>
                </a:lnTo>
                <a:lnTo>
                  <a:pt x="4175" y="2747"/>
                </a:lnTo>
                <a:lnTo>
                  <a:pt x="4174" y="2747"/>
                </a:lnTo>
                <a:lnTo>
                  <a:pt x="4174" y="2748"/>
                </a:lnTo>
                <a:lnTo>
                  <a:pt x="4172" y="2748"/>
                </a:lnTo>
                <a:lnTo>
                  <a:pt x="4172" y="2749"/>
                </a:lnTo>
                <a:lnTo>
                  <a:pt x="4171" y="2748"/>
                </a:lnTo>
                <a:lnTo>
                  <a:pt x="4170" y="2747"/>
                </a:lnTo>
                <a:lnTo>
                  <a:pt x="4171" y="2746"/>
                </a:lnTo>
                <a:lnTo>
                  <a:pt x="4172" y="2746"/>
                </a:lnTo>
                <a:lnTo>
                  <a:pt x="4172" y="2745"/>
                </a:lnTo>
                <a:lnTo>
                  <a:pt x="4172" y="2744"/>
                </a:lnTo>
                <a:lnTo>
                  <a:pt x="4172" y="2743"/>
                </a:lnTo>
                <a:lnTo>
                  <a:pt x="4171" y="2743"/>
                </a:lnTo>
                <a:lnTo>
                  <a:pt x="4171" y="2742"/>
                </a:lnTo>
                <a:lnTo>
                  <a:pt x="4172" y="2742"/>
                </a:lnTo>
                <a:lnTo>
                  <a:pt x="4172" y="2741"/>
                </a:lnTo>
                <a:lnTo>
                  <a:pt x="4172" y="2740"/>
                </a:lnTo>
                <a:lnTo>
                  <a:pt x="4173" y="2739"/>
                </a:lnTo>
                <a:lnTo>
                  <a:pt x="4174" y="2740"/>
                </a:lnTo>
                <a:lnTo>
                  <a:pt x="4175" y="2740"/>
                </a:lnTo>
                <a:lnTo>
                  <a:pt x="4176" y="2740"/>
                </a:lnTo>
                <a:lnTo>
                  <a:pt x="4177" y="2740"/>
                </a:lnTo>
                <a:lnTo>
                  <a:pt x="4176" y="2739"/>
                </a:lnTo>
                <a:lnTo>
                  <a:pt x="4176" y="2738"/>
                </a:lnTo>
                <a:lnTo>
                  <a:pt x="4176" y="2737"/>
                </a:lnTo>
                <a:lnTo>
                  <a:pt x="4176" y="2736"/>
                </a:lnTo>
                <a:lnTo>
                  <a:pt x="4175" y="2736"/>
                </a:lnTo>
                <a:lnTo>
                  <a:pt x="4175" y="2737"/>
                </a:lnTo>
                <a:lnTo>
                  <a:pt x="4174" y="2738"/>
                </a:lnTo>
                <a:lnTo>
                  <a:pt x="4173" y="2738"/>
                </a:lnTo>
                <a:lnTo>
                  <a:pt x="4171" y="2738"/>
                </a:lnTo>
                <a:lnTo>
                  <a:pt x="4171" y="2739"/>
                </a:lnTo>
                <a:lnTo>
                  <a:pt x="4170" y="2738"/>
                </a:lnTo>
                <a:lnTo>
                  <a:pt x="4170" y="2737"/>
                </a:lnTo>
                <a:lnTo>
                  <a:pt x="4170" y="2736"/>
                </a:lnTo>
                <a:lnTo>
                  <a:pt x="4172" y="2735"/>
                </a:lnTo>
                <a:lnTo>
                  <a:pt x="4174" y="2735"/>
                </a:lnTo>
                <a:lnTo>
                  <a:pt x="4174" y="2734"/>
                </a:lnTo>
                <a:lnTo>
                  <a:pt x="4175" y="2734"/>
                </a:lnTo>
                <a:lnTo>
                  <a:pt x="4176" y="2733"/>
                </a:lnTo>
                <a:lnTo>
                  <a:pt x="4177" y="2733"/>
                </a:lnTo>
                <a:lnTo>
                  <a:pt x="4177" y="2732"/>
                </a:lnTo>
                <a:lnTo>
                  <a:pt x="4176" y="2732"/>
                </a:lnTo>
                <a:lnTo>
                  <a:pt x="4176" y="2731"/>
                </a:lnTo>
                <a:lnTo>
                  <a:pt x="4175" y="2731"/>
                </a:lnTo>
                <a:lnTo>
                  <a:pt x="4175" y="2732"/>
                </a:lnTo>
                <a:lnTo>
                  <a:pt x="4176" y="2732"/>
                </a:lnTo>
                <a:lnTo>
                  <a:pt x="4175" y="2733"/>
                </a:lnTo>
                <a:lnTo>
                  <a:pt x="4173" y="2734"/>
                </a:lnTo>
                <a:lnTo>
                  <a:pt x="4172" y="2734"/>
                </a:lnTo>
                <a:lnTo>
                  <a:pt x="4172" y="2733"/>
                </a:lnTo>
                <a:lnTo>
                  <a:pt x="4172" y="2732"/>
                </a:lnTo>
                <a:lnTo>
                  <a:pt x="4171" y="2732"/>
                </a:lnTo>
                <a:lnTo>
                  <a:pt x="4171" y="2733"/>
                </a:lnTo>
                <a:lnTo>
                  <a:pt x="4171" y="2734"/>
                </a:lnTo>
                <a:lnTo>
                  <a:pt x="4170" y="2735"/>
                </a:lnTo>
                <a:lnTo>
                  <a:pt x="4169" y="2736"/>
                </a:lnTo>
                <a:lnTo>
                  <a:pt x="4170" y="2736"/>
                </a:lnTo>
                <a:lnTo>
                  <a:pt x="4169" y="2736"/>
                </a:lnTo>
                <a:lnTo>
                  <a:pt x="4169" y="2737"/>
                </a:lnTo>
                <a:lnTo>
                  <a:pt x="4168" y="2737"/>
                </a:lnTo>
                <a:lnTo>
                  <a:pt x="4168" y="2738"/>
                </a:lnTo>
                <a:lnTo>
                  <a:pt x="4168" y="2739"/>
                </a:lnTo>
                <a:lnTo>
                  <a:pt x="4169" y="2740"/>
                </a:lnTo>
                <a:lnTo>
                  <a:pt x="4169" y="2741"/>
                </a:lnTo>
                <a:lnTo>
                  <a:pt x="4168" y="2741"/>
                </a:lnTo>
                <a:lnTo>
                  <a:pt x="4168" y="2742"/>
                </a:lnTo>
                <a:lnTo>
                  <a:pt x="4169" y="2742"/>
                </a:lnTo>
                <a:lnTo>
                  <a:pt x="4168" y="2743"/>
                </a:lnTo>
                <a:lnTo>
                  <a:pt x="4168" y="2744"/>
                </a:lnTo>
                <a:lnTo>
                  <a:pt x="4167" y="2744"/>
                </a:lnTo>
                <a:lnTo>
                  <a:pt x="4166" y="2744"/>
                </a:lnTo>
                <a:lnTo>
                  <a:pt x="4165" y="2744"/>
                </a:lnTo>
                <a:lnTo>
                  <a:pt x="4165" y="2743"/>
                </a:lnTo>
                <a:lnTo>
                  <a:pt x="4165" y="2742"/>
                </a:lnTo>
                <a:lnTo>
                  <a:pt x="4165" y="2741"/>
                </a:lnTo>
                <a:lnTo>
                  <a:pt x="4164" y="2739"/>
                </a:lnTo>
                <a:lnTo>
                  <a:pt x="4164" y="2738"/>
                </a:lnTo>
                <a:lnTo>
                  <a:pt x="4163" y="2736"/>
                </a:lnTo>
                <a:lnTo>
                  <a:pt x="4162" y="2736"/>
                </a:lnTo>
                <a:lnTo>
                  <a:pt x="4162" y="2735"/>
                </a:lnTo>
                <a:lnTo>
                  <a:pt x="4161" y="2736"/>
                </a:lnTo>
                <a:lnTo>
                  <a:pt x="4162" y="2737"/>
                </a:lnTo>
                <a:lnTo>
                  <a:pt x="4162" y="2738"/>
                </a:lnTo>
                <a:lnTo>
                  <a:pt x="4162" y="2739"/>
                </a:lnTo>
                <a:lnTo>
                  <a:pt x="4162" y="2740"/>
                </a:lnTo>
                <a:lnTo>
                  <a:pt x="4161" y="2740"/>
                </a:lnTo>
                <a:lnTo>
                  <a:pt x="4161" y="2741"/>
                </a:lnTo>
                <a:lnTo>
                  <a:pt x="4161" y="2742"/>
                </a:lnTo>
                <a:lnTo>
                  <a:pt x="4162" y="2742"/>
                </a:lnTo>
                <a:lnTo>
                  <a:pt x="4161" y="2742"/>
                </a:lnTo>
                <a:lnTo>
                  <a:pt x="4162" y="2743"/>
                </a:lnTo>
                <a:lnTo>
                  <a:pt x="4163" y="2743"/>
                </a:lnTo>
                <a:lnTo>
                  <a:pt x="4162" y="2743"/>
                </a:lnTo>
                <a:lnTo>
                  <a:pt x="4163" y="2743"/>
                </a:lnTo>
                <a:lnTo>
                  <a:pt x="4163" y="2744"/>
                </a:lnTo>
                <a:lnTo>
                  <a:pt x="4163" y="2743"/>
                </a:lnTo>
                <a:lnTo>
                  <a:pt x="4163" y="2744"/>
                </a:lnTo>
                <a:lnTo>
                  <a:pt x="4164" y="2744"/>
                </a:lnTo>
                <a:lnTo>
                  <a:pt x="4165" y="2744"/>
                </a:lnTo>
                <a:lnTo>
                  <a:pt x="4166" y="2745"/>
                </a:lnTo>
                <a:lnTo>
                  <a:pt x="4166" y="2746"/>
                </a:lnTo>
                <a:lnTo>
                  <a:pt x="4165" y="2746"/>
                </a:lnTo>
                <a:lnTo>
                  <a:pt x="4165" y="2747"/>
                </a:lnTo>
                <a:lnTo>
                  <a:pt x="4164" y="2747"/>
                </a:lnTo>
                <a:lnTo>
                  <a:pt x="4163" y="2747"/>
                </a:lnTo>
                <a:lnTo>
                  <a:pt x="4162" y="2747"/>
                </a:lnTo>
                <a:lnTo>
                  <a:pt x="4161" y="2746"/>
                </a:lnTo>
                <a:lnTo>
                  <a:pt x="4161" y="2745"/>
                </a:lnTo>
                <a:lnTo>
                  <a:pt x="4160" y="2745"/>
                </a:lnTo>
                <a:lnTo>
                  <a:pt x="4159" y="2745"/>
                </a:lnTo>
                <a:lnTo>
                  <a:pt x="4159" y="2744"/>
                </a:lnTo>
                <a:lnTo>
                  <a:pt x="4160" y="2744"/>
                </a:lnTo>
                <a:lnTo>
                  <a:pt x="4159" y="2743"/>
                </a:lnTo>
                <a:lnTo>
                  <a:pt x="4159" y="2742"/>
                </a:lnTo>
                <a:lnTo>
                  <a:pt x="4158" y="2742"/>
                </a:lnTo>
                <a:lnTo>
                  <a:pt x="4157" y="2742"/>
                </a:lnTo>
                <a:lnTo>
                  <a:pt x="4156" y="2742"/>
                </a:lnTo>
                <a:lnTo>
                  <a:pt x="4155" y="2742"/>
                </a:lnTo>
                <a:lnTo>
                  <a:pt x="4155" y="2741"/>
                </a:lnTo>
                <a:lnTo>
                  <a:pt x="4156" y="2739"/>
                </a:lnTo>
                <a:lnTo>
                  <a:pt x="4156" y="2738"/>
                </a:lnTo>
                <a:lnTo>
                  <a:pt x="4155" y="2738"/>
                </a:lnTo>
                <a:lnTo>
                  <a:pt x="4154" y="2739"/>
                </a:lnTo>
                <a:lnTo>
                  <a:pt x="4153" y="2739"/>
                </a:lnTo>
                <a:lnTo>
                  <a:pt x="4152" y="2739"/>
                </a:lnTo>
                <a:lnTo>
                  <a:pt x="4152" y="2738"/>
                </a:lnTo>
                <a:lnTo>
                  <a:pt x="4151" y="2738"/>
                </a:lnTo>
                <a:lnTo>
                  <a:pt x="4152" y="2739"/>
                </a:lnTo>
                <a:lnTo>
                  <a:pt x="4152" y="2740"/>
                </a:lnTo>
                <a:lnTo>
                  <a:pt x="4151" y="2740"/>
                </a:lnTo>
                <a:lnTo>
                  <a:pt x="4150" y="2741"/>
                </a:lnTo>
                <a:lnTo>
                  <a:pt x="4150" y="2742"/>
                </a:lnTo>
                <a:lnTo>
                  <a:pt x="4150" y="2741"/>
                </a:lnTo>
                <a:lnTo>
                  <a:pt x="4149" y="2741"/>
                </a:lnTo>
                <a:lnTo>
                  <a:pt x="4150" y="2742"/>
                </a:lnTo>
                <a:lnTo>
                  <a:pt x="4150" y="2743"/>
                </a:lnTo>
                <a:lnTo>
                  <a:pt x="4150" y="2744"/>
                </a:lnTo>
                <a:lnTo>
                  <a:pt x="4151" y="2744"/>
                </a:lnTo>
                <a:lnTo>
                  <a:pt x="4151" y="2743"/>
                </a:lnTo>
                <a:lnTo>
                  <a:pt x="4153" y="2743"/>
                </a:lnTo>
                <a:lnTo>
                  <a:pt x="4154" y="2743"/>
                </a:lnTo>
                <a:lnTo>
                  <a:pt x="4155" y="2743"/>
                </a:lnTo>
                <a:lnTo>
                  <a:pt x="4156" y="2743"/>
                </a:lnTo>
                <a:lnTo>
                  <a:pt x="4157" y="2743"/>
                </a:lnTo>
                <a:lnTo>
                  <a:pt x="4157" y="2744"/>
                </a:lnTo>
                <a:lnTo>
                  <a:pt x="4158" y="2744"/>
                </a:lnTo>
                <a:lnTo>
                  <a:pt x="4157" y="2745"/>
                </a:lnTo>
                <a:lnTo>
                  <a:pt x="4156" y="2745"/>
                </a:lnTo>
                <a:lnTo>
                  <a:pt x="4156" y="2746"/>
                </a:lnTo>
                <a:lnTo>
                  <a:pt x="4156" y="2745"/>
                </a:lnTo>
                <a:lnTo>
                  <a:pt x="4156" y="2746"/>
                </a:lnTo>
                <a:lnTo>
                  <a:pt x="4156" y="2747"/>
                </a:lnTo>
                <a:lnTo>
                  <a:pt x="4155" y="2747"/>
                </a:lnTo>
                <a:lnTo>
                  <a:pt x="4155" y="2746"/>
                </a:lnTo>
                <a:lnTo>
                  <a:pt x="4154" y="2746"/>
                </a:lnTo>
                <a:lnTo>
                  <a:pt x="4153" y="2746"/>
                </a:lnTo>
                <a:lnTo>
                  <a:pt x="4154" y="2746"/>
                </a:lnTo>
                <a:lnTo>
                  <a:pt x="4155" y="2746"/>
                </a:lnTo>
                <a:lnTo>
                  <a:pt x="4155" y="2747"/>
                </a:lnTo>
                <a:lnTo>
                  <a:pt x="4156" y="2747"/>
                </a:lnTo>
                <a:lnTo>
                  <a:pt x="4156" y="2748"/>
                </a:lnTo>
                <a:lnTo>
                  <a:pt x="4157" y="2749"/>
                </a:lnTo>
                <a:lnTo>
                  <a:pt x="4156" y="2750"/>
                </a:lnTo>
                <a:lnTo>
                  <a:pt x="4156" y="2749"/>
                </a:lnTo>
                <a:lnTo>
                  <a:pt x="4155" y="2749"/>
                </a:lnTo>
                <a:lnTo>
                  <a:pt x="4155" y="2750"/>
                </a:lnTo>
                <a:lnTo>
                  <a:pt x="4155" y="2749"/>
                </a:lnTo>
                <a:lnTo>
                  <a:pt x="4154" y="2749"/>
                </a:lnTo>
                <a:lnTo>
                  <a:pt x="4155" y="2749"/>
                </a:lnTo>
                <a:lnTo>
                  <a:pt x="4154" y="2749"/>
                </a:lnTo>
                <a:lnTo>
                  <a:pt x="4154" y="2750"/>
                </a:lnTo>
                <a:lnTo>
                  <a:pt x="4155" y="2751"/>
                </a:lnTo>
                <a:lnTo>
                  <a:pt x="4156" y="2751"/>
                </a:lnTo>
                <a:lnTo>
                  <a:pt x="4155" y="2752"/>
                </a:lnTo>
                <a:lnTo>
                  <a:pt x="4154" y="2753"/>
                </a:lnTo>
                <a:lnTo>
                  <a:pt x="4153" y="2753"/>
                </a:lnTo>
                <a:lnTo>
                  <a:pt x="4152" y="2752"/>
                </a:lnTo>
                <a:lnTo>
                  <a:pt x="4152" y="2753"/>
                </a:lnTo>
                <a:lnTo>
                  <a:pt x="4151" y="2753"/>
                </a:lnTo>
                <a:lnTo>
                  <a:pt x="4152" y="2753"/>
                </a:lnTo>
                <a:lnTo>
                  <a:pt x="4151" y="2753"/>
                </a:lnTo>
                <a:lnTo>
                  <a:pt x="4151" y="2754"/>
                </a:lnTo>
                <a:lnTo>
                  <a:pt x="4150" y="2755"/>
                </a:lnTo>
                <a:lnTo>
                  <a:pt x="4150" y="2756"/>
                </a:lnTo>
                <a:lnTo>
                  <a:pt x="4151" y="2756"/>
                </a:lnTo>
                <a:lnTo>
                  <a:pt x="4151" y="2757"/>
                </a:lnTo>
                <a:lnTo>
                  <a:pt x="4152" y="2757"/>
                </a:lnTo>
                <a:lnTo>
                  <a:pt x="4153" y="2758"/>
                </a:lnTo>
                <a:lnTo>
                  <a:pt x="4153" y="2759"/>
                </a:lnTo>
                <a:lnTo>
                  <a:pt x="4154" y="2760"/>
                </a:lnTo>
                <a:lnTo>
                  <a:pt x="4154" y="2761"/>
                </a:lnTo>
                <a:lnTo>
                  <a:pt x="4153" y="2761"/>
                </a:lnTo>
                <a:lnTo>
                  <a:pt x="4153" y="2762"/>
                </a:lnTo>
                <a:lnTo>
                  <a:pt x="4154" y="2762"/>
                </a:lnTo>
                <a:lnTo>
                  <a:pt x="4154" y="2761"/>
                </a:lnTo>
                <a:lnTo>
                  <a:pt x="4154" y="2760"/>
                </a:lnTo>
                <a:lnTo>
                  <a:pt x="4155" y="2759"/>
                </a:lnTo>
                <a:lnTo>
                  <a:pt x="4156" y="2759"/>
                </a:lnTo>
                <a:lnTo>
                  <a:pt x="4156" y="2758"/>
                </a:lnTo>
                <a:lnTo>
                  <a:pt x="4157" y="2758"/>
                </a:lnTo>
                <a:lnTo>
                  <a:pt x="4157" y="2757"/>
                </a:lnTo>
                <a:lnTo>
                  <a:pt x="4158" y="2757"/>
                </a:lnTo>
                <a:lnTo>
                  <a:pt x="4159" y="2757"/>
                </a:lnTo>
                <a:lnTo>
                  <a:pt x="4160" y="2756"/>
                </a:lnTo>
                <a:lnTo>
                  <a:pt x="4161" y="2757"/>
                </a:lnTo>
                <a:lnTo>
                  <a:pt x="4163" y="2757"/>
                </a:lnTo>
                <a:lnTo>
                  <a:pt x="4164" y="2757"/>
                </a:lnTo>
                <a:lnTo>
                  <a:pt x="4164" y="2756"/>
                </a:lnTo>
                <a:lnTo>
                  <a:pt x="4165" y="2756"/>
                </a:lnTo>
                <a:lnTo>
                  <a:pt x="4166" y="2757"/>
                </a:lnTo>
                <a:lnTo>
                  <a:pt x="4167" y="2758"/>
                </a:lnTo>
                <a:lnTo>
                  <a:pt x="4168" y="2759"/>
                </a:lnTo>
                <a:lnTo>
                  <a:pt x="4169" y="2759"/>
                </a:lnTo>
                <a:lnTo>
                  <a:pt x="4169" y="2760"/>
                </a:lnTo>
                <a:lnTo>
                  <a:pt x="4170" y="2760"/>
                </a:lnTo>
                <a:lnTo>
                  <a:pt x="4171" y="2760"/>
                </a:lnTo>
                <a:lnTo>
                  <a:pt x="4170" y="2761"/>
                </a:lnTo>
                <a:lnTo>
                  <a:pt x="4171" y="2762"/>
                </a:lnTo>
                <a:lnTo>
                  <a:pt x="4171" y="2763"/>
                </a:lnTo>
                <a:lnTo>
                  <a:pt x="4171" y="2762"/>
                </a:lnTo>
                <a:lnTo>
                  <a:pt x="4169" y="2762"/>
                </a:lnTo>
                <a:lnTo>
                  <a:pt x="4169" y="2761"/>
                </a:lnTo>
                <a:lnTo>
                  <a:pt x="4169" y="2762"/>
                </a:lnTo>
                <a:lnTo>
                  <a:pt x="4169" y="2763"/>
                </a:lnTo>
                <a:lnTo>
                  <a:pt x="4168" y="2763"/>
                </a:lnTo>
                <a:lnTo>
                  <a:pt x="4168" y="2764"/>
                </a:lnTo>
                <a:lnTo>
                  <a:pt x="4169" y="2763"/>
                </a:lnTo>
                <a:lnTo>
                  <a:pt x="4170" y="2764"/>
                </a:lnTo>
                <a:lnTo>
                  <a:pt x="4170" y="2765"/>
                </a:lnTo>
                <a:lnTo>
                  <a:pt x="4170" y="2766"/>
                </a:lnTo>
                <a:lnTo>
                  <a:pt x="4169" y="2766"/>
                </a:lnTo>
                <a:lnTo>
                  <a:pt x="4170" y="2766"/>
                </a:lnTo>
                <a:lnTo>
                  <a:pt x="4171" y="2766"/>
                </a:lnTo>
                <a:lnTo>
                  <a:pt x="4171" y="2767"/>
                </a:lnTo>
                <a:lnTo>
                  <a:pt x="4172" y="2767"/>
                </a:lnTo>
                <a:lnTo>
                  <a:pt x="4172" y="2768"/>
                </a:lnTo>
                <a:lnTo>
                  <a:pt x="4171" y="2768"/>
                </a:lnTo>
                <a:lnTo>
                  <a:pt x="4170" y="2768"/>
                </a:lnTo>
                <a:lnTo>
                  <a:pt x="4169" y="2768"/>
                </a:lnTo>
                <a:lnTo>
                  <a:pt x="4170" y="2769"/>
                </a:lnTo>
                <a:lnTo>
                  <a:pt x="4171" y="2769"/>
                </a:lnTo>
                <a:lnTo>
                  <a:pt x="4172" y="2769"/>
                </a:lnTo>
                <a:lnTo>
                  <a:pt x="4172" y="2770"/>
                </a:lnTo>
                <a:lnTo>
                  <a:pt x="4172" y="2771"/>
                </a:lnTo>
                <a:lnTo>
                  <a:pt x="4171" y="2771"/>
                </a:lnTo>
                <a:lnTo>
                  <a:pt x="4172" y="2771"/>
                </a:lnTo>
                <a:lnTo>
                  <a:pt x="4173" y="2771"/>
                </a:lnTo>
                <a:lnTo>
                  <a:pt x="4172" y="2772"/>
                </a:lnTo>
                <a:lnTo>
                  <a:pt x="4173" y="2772"/>
                </a:lnTo>
                <a:lnTo>
                  <a:pt x="4173" y="2773"/>
                </a:lnTo>
                <a:lnTo>
                  <a:pt x="4174" y="2773"/>
                </a:lnTo>
                <a:lnTo>
                  <a:pt x="4174" y="2774"/>
                </a:lnTo>
                <a:lnTo>
                  <a:pt x="4173" y="2775"/>
                </a:lnTo>
                <a:lnTo>
                  <a:pt x="4172" y="2774"/>
                </a:lnTo>
                <a:lnTo>
                  <a:pt x="4171" y="2775"/>
                </a:lnTo>
                <a:lnTo>
                  <a:pt x="4172" y="2775"/>
                </a:lnTo>
                <a:lnTo>
                  <a:pt x="4171" y="2776"/>
                </a:lnTo>
                <a:lnTo>
                  <a:pt x="4171" y="2777"/>
                </a:lnTo>
                <a:lnTo>
                  <a:pt x="4170" y="2777"/>
                </a:lnTo>
                <a:lnTo>
                  <a:pt x="4169" y="2777"/>
                </a:lnTo>
                <a:lnTo>
                  <a:pt x="4169" y="2778"/>
                </a:lnTo>
                <a:lnTo>
                  <a:pt x="4168" y="2777"/>
                </a:lnTo>
                <a:lnTo>
                  <a:pt x="4169" y="2776"/>
                </a:lnTo>
                <a:lnTo>
                  <a:pt x="4169" y="2775"/>
                </a:lnTo>
                <a:lnTo>
                  <a:pt x="4169" y="2774"/>
                </a:lnTo>
                <a:lnTo>
                  <a:pt x="4168" y="2774"/>
                </a:lnTo>
                <a:lnTo>
                  <a:pt x="4167" y="2773"/>
                </a:lnTo>
                <a:lnTo>
                  <a:pt x="4166" y="2773"/>
                </a:lnTo>
                <a:lnTo>
                  <a:pt x="4166" y="2774"/>
                </a:lnTo>
                <a:lnTo>
                  <a:pt x="4165" y="2774"/>
                </a:lnTo>
                <a:lnTo>
                  <a:pt x="4164" y="2774"/>
                </a:lnTo>
                <a:lnTo>
                  <a:pt x="4163" y="2772"/>
                </a:lnTo>
                <a:lnTo>
                  <a:pt x="4161" y="2772"/>
                </a:lnTo>
                <a:lnTo>
                  <a:pt x="4161" y="2771"/>
                </a:lnTo>
                <a:lnTo>
                  <a:pt x="4160" y="2771"/>
                </a:lnTo>
                <a:lnTo>
                  <a:pt x="4158" y="2770"/>
                </a:lnTo>
                <a:lnTo>
                  <a:pt x="4157" y="2770"/>
                </a:lnTo>
                <a:lnTo>
                  <a:pt x="4156" y="2770"/>
                </a:lnTo>
                <a:lnTo>
                  <a:pt x="4156" y="2771"/>
                </a:lnTo>
                <a:lnTo>
                  <a:pt x="4155" y="2772"/>
                </a:lnTo>
                <a:lnTo>
                  <a:pt x="4155" y="2773"/>
                </a:lnTo>
                <a:lnTo>
                  <a:pt x="4156" y="2773"/>
                </a:lnTo>
                <a:lnTo>
                  <a:pt x="4156" y="2774"/>
                </a:lnTo>
                <a:lnTo>
                  <a:pt x="4157" y="2775"/>
                </a:lnTo>
                <a:lnTo>
                  <a:pt x="4158" y="2774"/>
                </a:lnTo>
                <a:lnTo>
                  <a:pt x="4159" y="2776"/>
                </a:lnTo>
                <a:lnTo>
                  <a:pt x="4159" y="2777"/>
                </a:lnTo>
                <a:lnTo>
                  <a:pt x="4159" y="2778"/>
                </a:lnTo>
                <a:lnTo>
                  <a:pt x="4159" y="2779"/>
                </a:lnTo>
                <a:lnTo>
                  <a:pt x="4159" y="2780"/>
                </a:lnTo>
                <a:lnTo>
                  <a:pt x="4160" y="2780"/>
                </a:lnTo>
                <a:lnTo>
                  <a:pt x="4160" y="2781"/>
                </a:lnTo>
                <a:lnTo>
                  <a:pt x="4159" y="2782"/>
                </a:lnTo>
                <a:lnTo>
                  <a:pt x="4160" y="2783"/>
                </a:lnTo>
                <a:lnTo>
                  <a:pt x="4160" y="2784"/>
                </a:lnTo>
                <a:lnTo>
                  <a:pt x="4161" y="2784"/>
                </a:lnTo>
                <a:lnTo>
                  <a:pt x="4162" y="2784"/>
                </a:lnTo>
                <a:lnTo>
                  <a:pt x="4163" y="2783"/>
                </a:lnTo>
                <a:lnTo>
                  <a:pt x="4164" y="2783"/>
                </a:lnTo>
                <a:lnTo>
                  <a:pt x="4165" y="2783"/>
                </a:lnTo>
                <a:lnTo>
                  <a:pt x="4166" y="2782"/>
                </a:lnTo>
                <a:lnTo>
                  <a:pt x="4166" y="2783"/>
                </a:lnTo>
                <a:lnTo>
                  <a:pt x="4165" y="2783"/>
                </a:lnTo>
                <a:lnTo>
                  <a:pt x="4166" y="2783"/>
                </a:lnTo>
                <a:lnTo>
                  <a:pt x="4167" y="2783"/>
                </a:lnTo>
                <a:lnTo>
                  <a:pt x="4167" y="2781"/>
                </a:lnTo>
                <a:lnTo>
                  <a:pt x="4168" y="2781"/>
                </a:lnTo>
                <a:lnTo>
                  <a:pt x="4169" y="2781"/>
                </a:lnTo>
                <a:lnTo>
                  <a:pt x="4170" y="2781"/>
                </a:lnTo>
                <a:lnTo>
                  <a:pt x="4170" y="2780"/>
                </a:lnTo>
                <a:lnTo>
                  <a:pt x="4170" y="2779"/>
                </a:lnTo>
                <a:lnTo>
                  <a:pt x="4171" y="2779"/>
                </a:lnTo>
                <a:lnTo>
                  <a:pt x="4170" y="2779"/>
                </a:lnTo>
                <a:lnTo>
                  <a:pt x="4171" y="2779"/>
                </a:lnTo>
                <a:lnTo>
                  <a:pt x="4172" y="2779"/>
                </a:lnTo>
                <a:lnTo>
                  <a:pt x="4172" y="2778"/>
                </a:lnTo>
                <a:lnTo>
                  <a:pt x="4173" y="2777"/>
                </a:lnTo>
                <a:lnTo>
                  <a:pt x="4173" y="2776"/>
                </a:lnTo>
                <a:lnTo>
                  <a:pt x="4174" y="2776"/>
                </a:lnTo>
                <a:lnTo>
                  <a:pt x="4175" y="2776"/>
                </a:lnTo>
                <a:lnTo>
                  <a:pt x="4174" y="2777"/>
                </a:lnTo>
                <a:lnTo>
                  <a:pt x="4175" y="2777"/>
                </a:lnTo>
                <a:lnTo>
                  <a:pt x="4176" y="2777"/>
                </a:lnTo>
                <a:lnTo>
                  <a:pt x="4176" y="2778"/>
                </a:lnTo>
                <a:lnTo>
                  <a:pt x="4177" y="2778"/>
                </a:lnTo>
                <a:lnTo>
                  <a:pt x="4177" y="2779"/>
                </a:lnTo>
                <a:lnTo>
                  <a:pt x="4176" y="2779"/>
                </a:lnTo>
                <a:lnTo>
                  <a:pt x="4175" y="2779"/>
                </a:lnTo>
                <a:lnTo>
                  <a:pt x="4175" y="2780"/>
                </a:lnTo>
                <a:lnTo>
                  <a:pt x="4176" y="2780"/>
                </a:lnTo>
                <a:lnTo>
                  <a:pt x="4177" y="2780"/>
                </a:lnTo>
                <a:lnTo>
                  <a:pt x="4178" y="2781"/>
                </a:lnTo>
                <a:lnTo>
                  <a:pt x="4178" y="2782"/>
                </a:lnTo>
                <a:lnTo>
                  <a:pt x="4177" y="2782"/>
                </a:lnTo>
                <a:lnTo>
                  <a:pt x="4177" y="2783"/>
                </a:lnTo>
                <a:lnTo>
                  <a:pt x="4177" y="2784"/>
                </a:lnTo>
                <a:lnTo>
                  <a:pt x="4179" y="2784"/>
                </a:lnTo>
                <a:lnTo>
                  <a:pt x="4179" y="2783"/>
                </a:lnTo>
                <a:lnTo>
                  <a:pt x="4180" y="2783"/>
                </a:lnTo>
                <a:lnTo>
                  <a:pt x="4180" y="2784"/>
                </a:lnTo>
                <a:lnTo>
                  <a:pt x="4181" y="2784"/>
                </a:lnTo>
                <a:lnTo>
                  <a:pt x="4181" y="2783"/>
                </a:lnTo>
                <a:lnTo>
                  <a:pt x="4182" y="2783"/>
                </a:lnTo>
                <a:lnTo>
                  <a:pt x="4183" y="2782"/>
                </a:lnTo>
                <a:lnTo>
                  <a:pt x="4185" y="2781"/>
                </a:lnTo>
                <a:lnTo>
                  <a:pt x="4186" y="2781"/>
                </a:lnTo>
                <a:lnTo>
                  <a:pt x="4185" y="2781"/>
                </a:lnTo>
                <a:lnTo>
                  <a:pt x="4185" y="2782"/>
                </a:lnTo>
                <a:lnTo>
                  <a:pt x="4185" y="2783"/>
                </a:lnTo>
                <a:lnTo>
                  <a:pt x="4184" y="2783"/>
                </a:lnTo>
                <a:lnTo>
                  <a:pt x="4183" y="2784"/>
                </a:lnTo>
                <a:lnTo>
                  <a:pt x="4182" y="2785"/>
                </a:lnTo>
                <a:lnTo>
                  <a:pt x="4181" y="2786"/>
                </a:lnTo>
                <a:lnTo>
                  <a:pt x="4180" y="2786"/>
                </a:lnTo>
                <a:lnTo>
                  <a:pt x="4181" y="2786"/>
                </a:lnTo>
                <a:lnTo>
                  <a:pt x="4181" y="2787"/>
                </a:lnTo>
                <a:lnTo>
                  <a:pt x="4180" y="2787"/>
                </a:lnTo>
                <a:lnTo>
                  <a:pt x="4179" y="2787"/>
                </a:lnTo>
                <a:lnTo>
                  <a:pt x="4179" y="2786"/>
                </a:lnTo>
                <a:lnTo>
                  <a:pt x="4179" y="2787"/>
                </a:lnTo>
                <a:lnTo>
                  <a:pt x="4178" y="2787"/>
                </a:lnTo>
                <a:lnTo>
                  <a:pt x="4177" y="2788"/>
                </a:lnTo>
                <a:lnTo>
                  <a:pt x="4177" y="2787"/>
                </a:lnTo>
                <a:lnTo>
                  <a:pt x="4178" y="2787"/>
                </a:lnTo>
                <a:lnTo>
                  <a:pt x="4177" y="2786"/>
                </a:lnTo>
                <a:lnTo>
                  <a:pt x="4176" y="2786"/>
                </a:lnTo>
                <a:lnTo>
                  <a:pt x="4176" y="2785"/>
                </a:lnTo>
                <a:lnTo>
                  <a:pt x="4175" y="2785"/>
                </a:lnTo>
                <a:lnTo>
                  <a:pt x="4174" y="2786"/>
                </a:lnTo>
                <a:lnTo>
                  <a:pt x="4173" y="2786"/>
                </a:lnTo>
                <a:lnTo>
                  <a:pt x="4171" y="2788"/>
                </a:lnTo>
                <a:lnTo>
                  <a:pt x="4171" y="2789"/>
                </a:lnTo>
                <a:lnTo>
                  <a:pt x="4172" y="2789"/>
                </a:lnTo>
                <a:lnTo>
                  <a:pt x="4173" y="2789"/>
                </a:lnTo>
                <a:lnTo>
                  <a:pt x="4173" y="2790"/>
                </a:lnTo>
                <a:lnTo>
                  <a:pt x="4172" y="2791"/>
                </a:lnTo>
                <a:lnTo>
                  <a:pt x="4171" y="2791"/>
                </a:lnTo>
                <a:lnTo>
                  <a:pt x="4171" y="2790"/>
                </a:lnTo>
                <a:lnTo>
                  <a:pt x="4170" y="2790"/>
                </a:lnTo>
                <a:lnTo>
                  <a:pt x="4170" y="2789"/>
                </a:lnTo>
                <a:lnTo>
                  <a:pt x="4169" y="2789"/>
                </a:lnTo>
                <a:lnTo>
                  <a:pt x="4168" y="2789"/>
                </a:lnTo>
                <a:lnTo>
                  <a:pt x="4167" y="2789"/>
                </a:lnTo>
                <a:lnTo>
                  <a:pt x="4167" y="2790"/>
                </a:lnTo>
                <a:lnTo>
                  <a:pt x="4168" y="2790"/>
                </a:lnTo>
                <a:lnTo>
                  <a:pt x="4167" y="2790"/>
                </a:lnTo>
                <a:lnTo>
                  <a:pt x="4165" y="2790"/>
                </a:lnTo>
                <a:lnTo>
                  <a:pt x="4165" y="2791"/>
                </a:lnTo>
                <a:lnTo>
                  <a:pt x="4164" y="2791"/>
                </a:lnTo>
                <a:lnTo>
                  <a:pt x="4163" y="2791"/>
                </a:lnTo>
                <a:lnTo>
                  <a:pt x="4162" y="2791"/>
                </a:lnTo>
                <a:lnTo>
                  <a:pt x="4161" y="2791"/>
                </a:lnTo>
                <a:lnTo>
                  <a:pt x="4160" y="2792"/>
                </a:lnTo>
                <a:lnTo>
                  <a:pt x="4159" y="2791"/>
                </a:lnTo>
                <a:lnTo>
                  <a:pt x="4158" y="2791"/>
                </a:lnTo>
                <a:lnTo>
                  <a:pt x="4157" y="2792"/>
                </a:lnTo>
                <a:lnTo>
                  <a:pt x="4156" y="2793"/>
                </a:lnTo>
                <a:lnTo>
                  <a:pt x="4157" y="2793"/>
                </a:lnTo>
                <a:lnTo>
                  <a:pt x="4158" y="2793"/>
                </a:lnTo>
                <a:lnTo>
                  <a:pt x="4159" y="2794"/>
                </a:lnTo>
                <a:lnTo>
                  <a:pt x="4158" y="2794"/>
                </a:lnTo>
                <a:lnTo>
                  <a:pt x="4159" y="2794"/>
                </a:lnTo>
                <a:lnTo>
                  <a:pt x="4160" y="2795"/>
                </a:lnTo>
                <a:lnTo>
                  <a:pt x="4160" y="2796"/>
                </a:lnTo>
                <a:lnTo>
                  <a:pt x="4159" y="2796"/>
                </a:lnTo>
                <a:lnTo>
                  <a:pt x="4158" y="2796"/>
                </a:lnTo>
                <a:lnTo>
                  <a:pt x="4159" y="2797"/>
                </a:lnTo>
                <a:lnTo>
                  <a:pt x="4159" y="2798"/>
                </a:lnTo>
                <a:lnTo>
                  <a:pt x="4158" y="2798"/>
                </a:lnTo>
                <a:lnTo>
                  <a:pt x="4158" y="2799"/>
                </a:lnTo>
                <a:lnTo>
                  <a:pt x="4157" y="2799"/>
                </a:lnTo>
                <a:lnTo>
                  <a:pt x="4156" y="2799"/>
                </a:lnTo>
                <a:lnTo>
                  <a:pt x="4156" y="2801"/>
                </a:lnTo>
                <a:lnTo>
                  <a:pt x="4155" y="2801"/>
                </a:lnTo>
                <a:lnTo>
                  <a:pt x="4154" y="2801"/>
                </a:lnTo>
                <a:lnTo>
                  <a:pt x="4154" y="2802"/>
                </a:lnTo>
                <a:lnTo>
                  <a:pt x="4153" y="2802"/>
                </a:lnTo>
                <a:lnTo>
                  <a:pt x="4153" y="2803"/>
                </a:lnTo>
                <a:lnTo>
                  <a:pt x="4154" y="2804"/>
                </a:lnTo>
                <a:lnTo>
                  <a:pt x="4154" y="2805"/>
                </a:lnTo>
                <a:lnTo>
                  <a:pt x="4153" y="2806"/>
                </a:lnTo>
                <a:lnTo>
                  <a:pt x="4152" y="2805"/>
                </a:lnTo>
                <a:lnTo>
                  <a:pt x="4150" y="2806"/>
                </a:lnTo>
                <a:lnTo>
                  <a:pt x="4149" y="2806"/>
                </a:lnTo>
                <a:lnTo>
                  <a:pt x="4149" y="2807"/>
                </a:lnTo>
                <a:lnTo>
                  <a:pt x="4149" y="2808"/>
                </a:lnTo>
                <a:lnTo>
                  <a:pt x="4147" y="2810"/>
                </a:lnTo>
                <a:lnTo>
                  <a:pt x="4146" y="2811"/>
                </a:lnTo>
                <a:lnTo>
                  <a:pt x="4146" y="2812"/>
                </a:lnTo>
                <a:lnTo>
                  <a:pt x="4145" y="2813"/>
                </a:lnTo>
                <a:lnTo>
                  <a:pt x="4145" y="2814"/>
                </a:lnTo>
                <a:lnTo>
                  <a:pt x="4145" y="2816"/>
                </a:lnTo>
                <a:lnTo>
                  <a:pt x="4144" y="2817"/>
                </a:lnTo>
                <a:lnTo>
                  <a:pt x="4143" y="2818"/>
                </a:lnTo>
                <a:lnTo>
                  <a:pt x="4144" y="2818"/>
                </a:lnTo>
                <a:lnTo>
                  <a:pt x="4145" y="2817"/>
                </a:lnTo>
                <a:lnTo>
                  <a:pt x="4145" y="2816"/>
                </a:lnTo>
                <a:lnTo>
                  <a:pt x="4145" y="2815"/>
                </a:lnTo>
                <a:lnTo>
                  <a:pt x="4145" y="2814"/>
                </a:lnTo>
                <a:lnTo>
                  <a:pt x="4146" y="2814"/>
                </a:lnTo>
                <a:lnTo>
                  <a:pt x="4147" y="2813"/>
                </a:lnTo>
                <a:lnTo>
                  <a:pt x="4147" y="2812"/>
                </a:lnTo>
                <a:lnTo>
                  <a:pt x="4148" y="2812"/>
                </a:lnTo>
                <a:lnTo>
                  <a:pt x="4149" y="2812"/>
                </a:lnTo>
                <a:lnTo>
                  <a:pt x="4149" y="2813"/>
                </a:lnTo>
                <a:lnTo>
                  <a:pt x="4150" y="2814"/>
                </a:lnTo>
                <a:lnTo>
                  <a:pt x="4152" y="2815"/>
                </a:lnTo>
                <a:lnTo>
                  <a:pt x="4153" y="2814"/>
                </a:lnTo>
                <a:lnTo>
                  <a:pt x="4153" y="2815"/>
                </a:lnTo>
                <a:lnTo>
                  <a:pt x="4154" y="2815"/>
                </a:lnTo>
                <a:lnTo>
                  <a:pt x="4155" y="2816"/>
                </a:lnTo>
                <a:lnTo>
                  <a:pt x="4156" y="2817"/>
                </a:lnTo>
                <a:lnTo>
                  <a:pt x="4156" y="2816"/>
                </a:lnTo>
                <a:lnTo>
                  <a:pt x="4160" y="2818"/>
                </a:lnTo>
                <a:lnTo>
                  <a:pt x="4160" y="2817"/>
                </a:lnTo>
                <a:lnTo>
                  <a:pt x="4161" y="2817"/>
                </a:lnTo>
                <a:lnTo>
                  <a:pt x="4162" y="2817"/>
                </a:lnTo>
                <a:lnTo>
                  <a:pt x="4163" y="2817"/>
                </a:lnTo>
                <a:lnTo>
                  <a:pt x="4164" y="2818"/>
                </a:lnTo>
                <a:lnTo>
                  <a:pt x="4164" y="2819"/>
                </a:lnTo>
                <a:lnTo>
                  <a:pt x="4163" y="2822"/>
                </a:lnTo>
                <a:lnTo>
                  <a:pt x="4163" y="2823"/>
                </a:lnTo>
                <a:lnTo>
                  <a:pt x="4162" y="2824"/>
                </a:lnTo>
                <a:lnTo>
                  <a:pt x="4162" y="2825"/>
                </a:lnTo>
                <a:lnTo>
                  <a:pt x="4161" y="2826"/>
                </a:lnTo>
                <a:lnTo>
                  <a:pt x="4161" y="2828"/>
                </a:lnTo>
                <a:lnTo>
                  <a:pt x="4161" y="2829"/>
                </a:lnTo>
                <a:lnTo>
                  <a:pt x="4160" y="2829"/>
                </a:lnTo>
                <a:lnTo>
                  <a:pt x="4159" y="2829"/>
                </a:lnTo>
                <a:lnTo>
                  <a:pt x="4158" y="2829"/>
                </a:lnTo>
                <a:lnTo>
                  <a:pt x="4157" y="2829"/>
                </a:lnTo>
                <a:lnTo>
                  <a:pt x="4156" y="2829"/>
                </a:lnTo>
                <a:lnTo>
                  <a:pt x="4156" y="2830"/>
                </a:lnTo>
                <a:lnTo>
                  <a:pt x="4155" y="2831"/>
                </a:lnTo>
                <a:lnTo>
                  <a:pt x="4155" y="2832"/>
                </a:lnTo>
                <a:lnTo>
                  <a:pt x="4155" y="2834"/>
                </a:lnTo>
                <a:lnTo>
                  <a:pt x="4155" y="2835"/>
                </a:lnTo>
                <a:lnTo>
                  <a:pt x="4155" y="2836"/>
                </a:lnTo>
                <a:lnTo>
                  <a:pt x="4154" y="2837"/>
                </a:lnTo>
                <a:lnTo>
                  <a:pt x="4155" y="2838"/>
                </a:lnTo>
                <a:lnTo>
                  <a:pt x="4155" y="2840"/>
                </a:lnTo>
                <a:lnTo>
                  <a:pt x="4155" y="2841"/>
                </a:lnTo>
                <a:lnTo>
                  <a:pt x="4155" y="2842"/>
                </a:lnTo>
                <a:lnTo>
                  <a:pt x="4155" y="2843"/>
                </a:lnTo>
                <a:lnTo>
                  <a:pt x="4156" y="2843"/>
                </a:lnTo>
                <a:lnTo>
                  <a:pt x="4156" y="2844"/>
                </a:lnTo>
                <a:lnTo>
                  <a:pt x="4157" y="2844"/>
                </a:lnTo>
                <a:lnTo>
                  <a:pt x="4157" y="2845"/>
                </a:lnTo>
                <a:lnTo>
                  <a:pt x="4156" y="2845"/>
                </a:lnTo>
                <a:lnTo>
                  <a:pt x="4155" y="2846"/>
                </a:lnTo>
                <a:lnTo>
                  <a:pt x="4154" y="2846"/>
                </a:lnTo>
                <a:lnTo>
                  <a:pt x="4154" y="2847"/>
                </a:lnTo>
                <a:lnTo>
                  <a:pt x="4154" y="2848"/>
                </a:lnTo>
                <a:lnTo>
                  <a:pt x="4153" y="2849"/>
                </a:lnTo>
                <a:lnTo>
                  <a:pt x="4154" y="2850"/>
                </a:lnTo>
                <a:lnTo>
                  <a:pt x="4153" y="2851"/>
                </a:lnTo>
                <a:lnTo>
                  <a:pt x="4152" y="2851"/>
                </a:lnTo>
                <a:lnTo>
                  <a:pt x="4151" y="2851"/>
                </a:lnTo>
                <a:lnTo>
                  <a:pt x="4150" y="2851"/>
                </a:lnTo>
                <a:lnTo>
                  <a:pt x="4149" y="2851"/>
                </a:lnTo>
                <a:lnTo>
                  <a:pt x="4146" y="2851"/>
                </a:lnTo>
                <a:lnTo>
                  <a:pt x="4146" y="2852"/>
                </a:lnTo>
                <a:lnTo>
                  <a:pt x="4145" y="2852"/>
                </a:lnTo>
                <a:lnTo>
                  <a:pt x="4144" y="2852"/>
                </a:lnTo>
                <a:lnTo>
                  <a:pt x="4143" y="2852"/>
                </a:lnTo>
                <a:lnTo>
                  <a:pt x="4143" y="2853"/>
                </a:lnTo>
                <a:lnTo>
                  <a:pt x="4142" y="2853"/>
                </a:lnTo>
                <a:lnTo>
                  <a:pt x="4141" y="2853"/>
                </a:lnTo>
                <a:lnTo>
                  <a:pt x="4141" y="2854"/>
                </a:lnTo>
                <a:lnTo>
                  <a:pt x="4141" y="2855"/>
                </a:lnTo>
                <a:lnTo>
                  <a:pt x="4141" y="2856"/>
                </a:lnTo>
                <a:lnTo>
                  <a:pt x="4142" y="2855"/>
                </a:lnTo>
                <a:lnTo>
                  <a:pt x="4142" y="2856"/>
                </a:lnTo>
                <a:lnTo>
                  <a:pt x="4142" y="2857"/>
                </a:lnTo>
                <a:lnTo>
                  <a:pt x="4143" y="2857"/>
                </a:lnTo>
                <a:lnTo>
                  <a:pt x="4144" y="2858"/>
                </a:lnTo>
                <a:lnTo>
                  <a:pt x="4145" y="2857"/>
                </a:lnTo>
                <a:lnTo>
                  <a:pt x="4147" y="2858"/>
                </a:lnTo>
                <a:lnTo>
                  <a:pt x="4147" y="2857"/>
                </a:lnTo>
                <a:lnTo>
                  <a:pt x="4148" y="2857"/>
                </a:lnTo>
                <a:lnTo>
                  <a:pt x="4148" y="2858"/>
                </a:lnTo>
                <a:lnTo>
                  <a:pt x="4148" y="2859"/>
                </a:lnTo>
                <a:lnTo>
                  <a:pt x="4148" y="2860"/>
                </a:lnTo>
                <a:lnTo>
                  <a:pt x="4147" y="2861"/>
                </a:lnTo>
                <a:lnTo>
                  <a:pt x="4147" y="2862"/>
                </a:lnTo>
                <a:lnTo>
                  <a:pt x="4148" y="2862"/>
                </a:lnTo>
                <a:lnTo>
                  <a:pt x="4149" y="2862"/>
                </a:lnTo>
                <a:lnTo>
                  <a:pt x="4150" y="2862"/>
                </a:lnTo>
                <a:lnTo>
                  <a:pt x="4151" y="2862"/>
                </a:lnTo>
                <a:lnTo>
                  <a:pt x="4152" y="2862"/>
                </a:lnTo>
                <a:lnTo>
                  <a:pt x="4152" y="2861"/>
                </a:lnTo>
                <a:lnTo>
                  <a:pt x="4153" y="2861"/>
                </a:lnTo>
                <a:lnTo>
                  <a:pt x="4153" y="2862"/>
                </a:lnTo>
                <a:lnTo>
                  <a:pt x="4153" y="2863"/>
                </a:lnTo>
                <a:lnTo>
                  <a:pt x="4153" y="2864"/>
                </a:lnTo>
                <a:lnTo>
                  <a:pt x="4154" y="2863"/>
                </a:lnTo>
                <a:lnTo>
                  <a:pt x="4153" y="2863"/>
                </a:lnTo>
                <a:lnTo>
                  <a:pt x="4154" y="2863"/>
                </a:lnTo>
                <a:lnTo>
                  <a:pt x="4154" y="2864"/>
                </a:lnTo>
                <a:lnTo>
                  <a:pt x="4154" y="2865"/>
                </a:lnTo>
                <a:lnTo>
                  <a:pt x="4154" y="2866"/>
                </a:lnTo>
                <a:lnTo>
                  <a:pt x="4155" y="2866"/>
                </a:lnTo>
                <a:lnTo>
                  <a:pt x="4155" y="2867"/>
                </a:lnTo>
                <a:lnTo>
                  <a:pt x="4154" y="2867"/>
                </a:lnTo>
                <a:lnTo>
                  <a:pt x="4153" y="2868"/>
                </a:lnTo>
                <a:lnTo>
                  <a:pt x="4153" y="2869"/>
                </a:lnTo>
                <a:lnTo>
                  <a:pt x="4154" y="2869"/>
                </a:lnTo>
                <a:lnTo>
                  <a:pt x="4154" y="2870"/>
                </a:lnTo>
                <a:lnTo>
                  <a:pt x="4154" y="2871"/>
                </a:lnTo>
                <a:lnTo>
                  <a:pt x="4155" y="2871"/>
                </a:lnTo>
                <a:lnTo>
                  <a:pt x="4155" y="2872"/>
                </a:lnTo>
                <a:lnTo>
                  <a:pt x="4154" y="2872"/>
                </a:lnTo>
                <a:lnTo>
                  <a:pt x="4154" y="2874"/>
                </a:lnTo>
                <a:lnTo>
                  <a:pt x="4155" y="2874"/>
                </a:lnTo>
                <a:lnTo>
                  <a:pt x="4156" y="2874"/>
                </a:lnTo>
                <a:lnTo>
                  <a:pt x="4157" y="2874"/>
                </a:lnTo>
                <a:lnTo>
                  <a:pt x="4157" y="2873"/>
                </a:lnTo>
                <a:lnTo>
                  <a:pt x="4157" y="2874"/>
                </a:lnTo>
                <a:lnTo>
                  <a:pt x="4157" y="2876"/>
                </a:lnTo>
                <a:lnTo>
                  <a:pt x="4156" y="2876"/>
                </a:lnTo>
                <a:lnTo>
                  <a:pt x="4155" y="2876"/>
                </a:lnTo>
                <a:lnTo>
                  <a:pt x="4155" y="2877"/>
                </a:lnTo>
                <a:lnTo>
                  <a:pt x="4154" y="2877"/>
                </a:lnTo>
                <a:lnTo>
                  <a:pt x="4155" y="2878"/>
                </a:lnTo>
                <a:lnTo>
                  <a:pt x="4155" y="2877"/>
                </a:lnTo>
                <a:lnTo>
                  <a:pt x="4156" y="2878"/>
                </a:lnTo>
                <a:lnTo>
                  <a:pt x="4157" y="2877"/>
                </a:lnTo>
                <a:lnTo>
                  <a:pt x="4158" y="2877"/>
                </a:lnTo>
                <a:lnTo>
                  <a:pt x="4158" y="2878"/>
                </a:lnTo>
                <a:lnTo>
                  <a:pt x="4159" y="2879"/>
                </a:lnTo>
                <a:lnTo>
                  <a:pt x="4158" y="2880"/>
                </a:lnTo>
                <a:lnTo>
                  <a:pt x="4158" y="2881"/>
                </a:lnTo>
                <a:lnTo>
                  <a:pt x="4159" y="2882"/>
                </a:lnTo>
                <a:lnTo>
                  <a:pt x="4158" y="2882"/>
                </a:lnTo>
                <a:lnTo>
                  <a:pt x="4158" y="2883"/>
                </a:lnTo>
                <a:lnTo>
                  <a:pt x="4159" y="2883"/>
                </a:lnTo>
                <a:lnTo>
                  <a:pt x="4159" y="2884"/>
                </a:lnTo>
                <a:lnTo>
                  <a:pt x="4158" y="2884"/>
                </a:lnTo>
                <a:lnTo>
                  <a:pt x="4158" y="2883"/>
                </a:lnTo>
                <a:lnTo>
                  <a:pt x="4158" y="2884"/>
                </a:lnTo>
                <a:lnTo>
                  <a:pt x="4157" y="2884"/>
                </a:lnTo>
                <a:lnTo>
                  <a:pt x="4156" y="2885"/>
                </a:lnTo>
                <a:lnTo>
                  <a:pt x="4155" y="2885"/>
                </a:lnTo>
                <a:lnTo>
                  <a:pt x="4156" y="2885"/>
                </a:lnTo>
                <a:lnTo>
                  <a:pt x="4157" y="2885"/>
                </a:lnTo>
                <a:lnTo>
                  <a:pt x="4158" y="2885"/>
                </a:lnTo>
                <a:lnTo>
                  <a:pt x="4159" y="2884"/>
                </a:lnTo>
                <a:lnTo>
                  <a:pt x="4159" y="2885"/>
                </a:lnTo>
                <a:lnTo>
                  <a:pt x="4158" y="2886"/>
                </a:lnTo>
                <a:lnTo>
                  <a:pt x="4157" y="2887"/>
                </a:lnTo>
                <a:lnTo>
                  <a:pt x="4156" y="2887"/>
                </a:lnTo>
                <a:lnTo>
                  <a:pt x="4155" y="2887"/>
                </a:lnTo>
                <a:lnTo>
                  <a:pt x="4155" y="2886"/>
                </a:lnTo>
                <a:lnTo>
                  <a:pt x="4154" y="2886"/>
                </a:lnTo>
                <a:lnTo>
                  <a:pt x="4154" y="2887"/>
                </a:lnTo>
                <a:lnTo>
                  <a:pt x="4153" y="2887"/>
                </a:lnTo>
                <a:lnTo>
                  <a:pt x="4153" y="2886"/>
                </a:lnTo>
                <a:lnTo>
                  <a:pt x="4153" y="2885"/>
                </a:lnTo>
                <a:lnTo>
                  <a:pt x="4153" y="2884"/>
                </a:lnTo>
                <a:lnTo>
                  <a:pt x="4152" y="2883"/>
                </a:lnTo>
                <a:lnTo>
                  <a:pt x="4152" y="2882"/>
                </a:lnTo>
                <a:lnTo>
                  <a:pt x="4153" y="2883"/>
                </a:lnTo>
                <a:lnTo>
                  <a:pt x="4153" y="2882"/>
                </a:lnTo>
                <a:lnTo>
                  <a:pt x="4152" y="2882"/>
                </a:lnTo>
                <a:lnTo>
                  <a:pt x="4153" y="2881"/>
                </a:lnTo>
                <a:lnTo>
                  <a:pt x="4152" y="2881"/>
                </a:lnTo>
                <a:lnTo>
                  <a:pt x="4152" y="2880"/>
                </a:lnTo>
                <a:lnTo>
                  <a:pt x="4152" y="2879"/>
                </a:lnTo>
                <a:lnTo>
                  <a:pt x="4152" y="2878"/>
                </a:lnTo>
                <a:lnTo>
                  <a:pt x="4152" y="2877"/>
                </a:lnTo>
                <a:lnTo>
                  <a:pt x="4152" y="2876"/>
                </a:lnTo>
                <a:lnTo>
                  <a:pt x="4152" y="2875"/>
                </a:lnTo>
                <a:lnTo>
                  <a:pt x="4151" y="2874"/>
                </a:lnTo>
                <a:lnTo>
                  <a:pt x="4150" y="2874"/>
                </a:lnTo>
                <a:lnTo>
                  <a:pt x="4150" y="2875"/>
                </a:lnTo>
                <a:lnTo>
                  <a:pt x="4149" y="2877"/>
                </a:lnTo>
                <a:lnTo>
                  <a:pt x="4149" y="2876"/>
                </a:lnTo>
                <a:lnTo>
                  <a:pt x="4148" y="2876"/>
                </a:lnTo>
                <a:lnTo>
                  <a:pt x="4148" y="2877"/>
                </a:lnTo>
                <a:lnTo>
                  <a:pt x="4147" y="2877"/>
                </a:lnTo>
                <a:lnTo>
                  <a:pt x="4147" y="2878"/>
                </a:lnTo>
                <a:lnTo>
                  <a:pt x="4148" y="2878"/>
                </a:lnTo>
                <a:lnTo>
                  <a:pt x="4149" y="2879"/>
                </a:lnTo>
                <a:lnTo>
                  <a:pt x="4150" y="2878"/>
                </a:lnTo>
                <a:lnTo>
                  <a:pt x="4150" y="2879"/>
                </a:lnTo>
                <a:lnTo>
                  <a:pt x="4151" y="2879"/>
                </a:lnTo>
                <a:lnTo>
                  <a:pt x="4151" y="2880"/>
                </a:lnTo>
                <a:lnTo>
                  <a:pt x="4151" y="2881"/>
                </a:lnTo>
                <a:lnTo>
                  <a:pt x="4150" y="2881"/>
                </a:lnTo>
                <a:lnTo>
                  <a:pt x="4150" y="2882"/>
                </a:lnTo>
                <a:lnTo>
                  <a:pt x="4149" y="2882"/>
                </a:lnTo>
                <a:lnTo>
                  <a:pt x="4149" y="2883"/>
                </a:lnTo>
                <a:lnTo>
                  <a:pt x="4148" y="2883"/>
                </a:lnTo>
                <a:lnTo>
                  <a:pt x="4149" y="2884"/>
                </a:lnTo>
                <a:lnTo>
                  <a:pt x="4148" y="2884"/>
                </a:lnTo>
                <a:lnTo>
                  <a:pt x="4147" y="2885"/>
                </a:lnTo>
                <a:lnTo>
                  <a:pt x="4147" y="2884"/>
                </a:lnTo>
                <a:lnTo>
                  <a:pt x="4148" y="2884"/>
                </a:lnTo>
                <a:lnTo>
                  <a:pt x="4148" y="2883"/>
                </a:lnTo>
                <a:lnTo>
                  <a:pt x="4147" y="2883"/>
                </a:lnTo>
                <a:lnTo>
                  <a:pt x="4146" y="2883"/>
                </a:lnTo>
                <a:lnTo>
                  <a:pt x="4145" y="2883"/>
                </a:lnTo>
                <a:lnTo>
                  <a:pt x="4144" y="2884"/>
                </a:lnTo>
                <a:lnTo>
                  <a:pt x="4143" y="2884"/>
                </a:lnTo>
                <a:lnTo>
                  <a:pt x="4144" y="2883"/>
                </a:lnTo>
                <a:lnTo>
                  <a:pt x="4145" y="2882"/>
                </a:lnTo>
                <a:lnTo>
                  <a:pt x="4146" y="2882"/>
                </a:lnTo>
                <a:lnTo>
                  <a:pt x="4146" y="2881"/>
                </a:lnTo>
                <a:lnTo>
                  <a:pt x="4145" y="2880"/>
                </a:lnTo>
                <a:lnTo>
                  <a:pt x="4145" y="2879"/>
                </a:lnTo>
                <a:lnTo>
                  <a:pt x="4143" y="2878"/>
                </a:lnTo>
                <a:lnTo>
                  <a:pt x="4144" y="2876"/>
                </a:lnTo>
                <a:lnTo>
                  <a:pt x="4144" y="2875"/>
                </a:lnTo>
                <a:lnTo>
                  <a:pt x="4145" y="2875"/>
                </a:lnTo>
                <a:lnTo>
                  <a:pt x="4145" y="2874"/>
                </a:lnTo>
                <a:lnTo>
                  <a:pt x="4144" y="2875"/>
                </a:lnTo>
                <a:lnTo>
                  <a:pt x="4144" y="2874"/>
                </a:lnTo>
                <a:lnTo>
                  <a:pt x="4144" y="2875"/>
                </a:lnTo>
                <a:lnTo>
                  <a:pt x="4143" y="2875"/>
                </a:lnTo>
                <a:lnTo>
                  <a:pt x="4142" y="2875"/>
                </a:lnTo>
                <a:lnTo>
                  <a:pt x="4141" y="2875"/>
                </a:lnTo>
                <a:lnTo>
                  <a:pt x="4141" y="2876"/>
                </a:lnTo>
                <a:lnTo>
                  <a:pt x="4140" y="2876"/>
                </a:lnTo>
                <a:lnTo>
                  <a:pt x="4139" y="2877"/>
                </a:lnTo>
                <a:lnTo>
                  <a:pt x="4139" y="2876"/>
                </a:lnTo>
                <a:lnTo>
                  <a:pt x="4140" y="2876"/>
                </a:lnTo>
                <a:lnTo>
                  <a:pt x="4140" y="2875"/>
                </a:lnTo>
                <a:lnTo>
                  <a:pt x="4140" y="2874"/>
                </a:lnTo>
                <a:lnTo>
                  <a:pt x="4139" y="2873"/>
                </a:lnTo>
                <a:lnTo>
                  <a:pt x="4140" y="2873"/>
                </a:lnTo>
                <a:lnTo>
                  <a:pt x="4141" y="2871"/>
                </a:lnTo>
                <a:lnTo>
                  <a:pt x="4141" y="2870"/>
                </a:lnTo>
                <a:lnTo>
                  <a:pt x="4140" y="2870"/>
                </a:lnTo>
                <a:lnTo>
                  <a:pt x="4139" y="2870"/>
                </a:lnTo>
                <a:lnTo>
                  <a:pt x="4138" y="2870"/>
                </a:lnTo>
                <a:lnTo>
                  <a:pt x="4138" y="2871"/>
                </a:lnTo>
                <a:lnTo>
                  <a:pt x="4135" y="2870"/>
                </a:lnTo>
                <a:lnTo>
                  <a:pt x="4136" y="2869"/>
                </a:lnTo>
                <a:lnTo>
                  <a:pt x="4134" y="2869"/>
                </a:lnTo>
                <a:lnTo>
                  <a:pt x="4134" y="2868"/>
                </a:lnTo>
                <a:lnTo>
                  <a:pt x="4133" y="2868"/>
                </a:lnTo>
                <a:lnTo>
                  <a:pt x="4132" y="2868"/>
                </a:lnTo>
                <a:lnTo>
                  <a:pt x="4132" y="2867"/>
                </a:lnTo>
                <a:lnTo>
                  <a:pt x="4132" y="2866"/>
                </a:lnTo>
                <a:lnTo>
                  <a:pt x="4132" y="2865"/>
                </a:lnTo>
                <a:lnTo>
                  <a:pt x="4131" y="2865"/>
                </a:lnTo>
                <a:lnTo>
                  <a:pt x="4131" y="2866"/>
                </a:lnTo>
                <a:lnTo>
                  <a:pt x="4131" y="2867"/>
                </a:lnTo>
                <a:lnTo>
                  <a:pt x="4131" y="2868"/>
                </a:lnTo>
                <a:lnTo>
                  <a:pt x="4130" y="2869"/>
                </a:lnTo>
                <a:lnTo>
                  <a:pt x="4131" y="2869"/>
                </a:lnTo>
                <a:lnTo>
                  <a:pt x="4130" y="2870"/>
                </a:lnTo>
                <a:lnTo>
                  <a:pt x="4130" y="2871"/>
                </a:lnTo>
                <a:lnTo>
                  <a:pt x="4129" y="2872"/>
                </a:lnTo>
                <a:lnTo>
                  <a:pt x="4129" y="2873"/>
                </a:lnTo>
                <a:lnTo>
                  <a:pt x="4129" y="2874"/>
                </a:lnTo>
                <a:lnTo>
                  <a:pt x="4129" y="2875"/>
                </a:lnTo>
                <a:lnTo>
                  <a:pt x="4130" y="2876"/>
                </a:lnTo>
                <a:lnTo>
                  <a:pt x="4131" y="2877"/>
                </a:lnTo>
                <a:lnTo>
                  <a:pt x="4130" y="2877"/>
                </a:lnTo>
                <a:lnTo>
                  <a:pt x="4129" y="2877"/>
                </a:lnTo>
                <a:lnTo>
                  <a:pt x="4128" y="2879"/>
                </a:lnTo>
                <a:lnTo>
                  <a:pt x="4127" y="2879"/>
                </a:lnTo>
                <a:lnTo>
                  <a:pt x="4126" y="2879"/>
                </a:lnTo>
                <a:lnTo>
                  <a:pt x="4125" y="2879"/>
                </a:lnTo>
                <a:lnTo>
                  <a:pt x="4125" y="2877"/>
                </a:lnTo>
                <a:lnTo>
                  <a:pt x="4124" y="2877"/>
                </a:lnTo>
                <a:lnTo>
                  <a:pt x="4123" y="2876"/>
                </a:lnTo>
                <a:lnTo>
                  <a:pt x="4123" y="2875"/>
                </a:lnTo>
                <a:lnTo>
                  <a:pt x="4123" y="2874"/>
                </a:lnTo>
                <a:lnTo>
                  <a:pt x="4124" y="2874"/>
                </a:lnTo>
                <a:lnTo>
                  <a:pt x="4124" y="2873"/>
                </a:lnTo>
                <a:lnTo>
                  <a:pt x="4125" y="2872"/>
                </a:lnTo>
                <a:lnTo>
                  <a:pt x="4124" y="2872"/>
                </a:lnTo>
                <a:lnTo>
                  <a:pt x="4123" y="2872"/>
                </a:lnTo>
                <a:lnTo>
                  <a:pt x="4123" y="2871"/>
                </a:lnTo>
                <a:lnTo>
                  <a:pt x="4123" y="2870"/>
                </a:lnTo>
                <a:lnTo>
                  <a:pt x="4122" y="2871"/>
                </a:lnTo>
                <a:lnTo>
                  <a:pt x="4121" y="2872"/>
                </a:lnTo>
                <a:lnTo>
                  <a:pt x="4120" y="2873"/>
                </a:lnTo>
                <a:lnTo>
                  <a:pt x="4119" y="2873"/>
                </a:lnTo>
                <a:lnTo>
                  <a:pt x="4118" y="2873"/>
                </a:lnTo>
                <a:lnTo>
                  <a:pt x="4118" y="2874"/>
                </a:lnTo>
                <a:lnTo>
                  <a:pt x="4116" y="2874"/>
                </a:lnTo>
                <a:lnTo>
                  <a:pt x="4117" y="2875"/>
                </a:lnTo>
                <a:lnTo>
                  <a:pt x="4116" y="2875"/>
                </a:lnTo>
                <a:lnTo>
                  <a:pt x="4115" y="2875"/>
                </a:lnTo>
                <a:lnTo>
                  <a:pt x="4114" y="2876"/>
                </a:lnTo>
                <a:lnTo>
                  <a:pt x="4113" y="2876"/>
                </a:lnTo>
                <a:lnTo>
                  <a:pt x="4113" y="2877"/>
                </a:lnTo>
                <a:lnTo>
                  <a:pt x="4112" y="2877"/>
                </a:lnTo>
                <a:lnTo>
                  <a:pt x="4112" y="2878"/>
                </a:lnTo>
                <a:lnTo>
                  <a:pt x="4112" y="2879"/>
                </a:lnTo>
                <a:lnTo>
                  <a:pt x="4112" y="2880"/>
                </a:lnTo>
                <a:lnTo>
                  <a:pt x="4111" y="2880"/>
                </a:lnTo>
                <a:lnTo>
                  <a:pt x="4110" y="2880"/>
                </a:lnTo>
                <a:lnTo>
                  <a:pt x="4111" y="2880"/>
                </a:lnTo>
                <a:lnTo>
                  <a:pt x="4111" y="2881"/>
                </a:lnTo>
                <a:lnTo>
                  <a:pt x="4111" y="2882"/>
                </a:lnTo>
                <a:lnTo>
                  <a:pt x="4112" y="2882"/>
                </a:lnTo>
                <a:lnTo>
                  <a:pt x="4113" y="2883"/>
                </a:lnTo>
                <a:lnTo>
                  <a:pt x="4114" y="2883"/>
                </a:lnTo>
                <a:lnTo>
                  <a:pt x="4116" y="2883"/>
                </a:lnTo>
                <a:lnTo>
                  <a:pt x="4117" y="2884"/>
                </a:lnTo>
                <a:lnTo>
                  <a:pt x="4118" y="2885"/>
                </a:lnTo>
                <a:lnTo>
                  <a:pt x="4118" y="2884"/>
                </a:lnTo>
                <a:lnTo>
                  <a:pt x="4119" y="2885"/>
                </a:lnTo>
                <a:lnTo>
                  <a:pt x="4119" y="2886"/>
                </a:lnTo>
                <a:lnTo>
                  <a:pt x="4119" y="2887"/>
                </a:lnTo>
                <a:lnTo>
                  <a:pt x="4120" y="2887"/>
                </a:lnTo>
                <a:lnTo>
                  <a:pt x="4119" y="2888"/>
                </a:lnTo>
                <a:lnTo>
                  <a:pt x="4120" y="2888"/>
                </a:lnTo>
                <a:lnTo>
                  <a:pt x="4120" y="2889"/>
                </a:lnTo>
                <a:lnTo>
                  <a:pt x="4120" y="2888"/>
                </a:lnTo>
                <a:lnTo>
                  <a:pt x="4121" y="2889"/>
                </a:lnTo>
                <a:lnTo>
                  <a:pt x="4120" y="2890"/>
                </a:lnTo>
                <a:lnTo>
                  <a:pt x="4122" y="2891"/>
                </a:lnTo>
                <a:lnTo>
                  <a:pt x="4122" y="2890"/>
                </a:lnTo>
                <a:lnTo>
                  <a:pt x="4122" y="2889"/>
                </a:lnTo>
                <a:lnTo>
                  <a:pt x="4122" y="2888"/>
                </a:lnTo>
                <a:lnTo>
                  <a:pt x="4123" y="2888"/>
                </a:lnTo>
                <a:lnTo>
                  <a:pt x="4123" y="2889"/>
                </a:lnTo>
                <a:lnTo>
                  <a:pt x="4124" y="2889"/>
                </a:lnTo>
                <a:lnTo>
                  <a:pt x="4125" y="2890"/>
                </a:lnTo>
                <a:lnTo>
                  <a:pt x="4125" y="2889"/>
                </a:lnTo>
                <a:lnTo>
                  <a:pt x="4126" y="2889"/>
                </a:lnTo>
                <a:lnTo>
                  <a:pt x="4125" y="2889"/>
                </a:lnTo>
                <a:lnTo>
                  <a:pt x="4125" y="2888"/>
                </a:lnTo>
                <a:lnTo>
                  <a:pt x="4126" y="2888"/>
                </a:lnTo>
                <a:lnTo>
                  <a:pt x="4126" y="2889"/>
                </a:lnTo>
                <a:lnTo>
                  <a:pt x="4127" y="2889"/>
                </a:lnTo>
                <a:lnTo>
                  <a:pt x="4127" y="2890"/>
                </a:lnTo>
                <a:lnTo>
                  <a:pt x="4127" y="2891"/>
                </a:lnTo>
                <a:lnTo>
                  <a:pt x="4128" y="2891"/>
                </a:lnTo>
                <a:lnTo>
                  <a:pt x="4129" y="2892"/>
                </a:lnTo>
                <a:lnTo>
                  <a:pt x="4130" y="2892"/>
                </a:lnTo>
                <a:lnTo>
                  <a:pt x="4130" y="2893"/>
                </a:lnTo>
                <a:lnTo>
                  <a:pt x="4130" y="2894"/>
                </a:lnTo>
                <a:lnTo>
                  <a:pt x="4131" y="2894"/>
                </a:lnTo>
                <a:lnTo>
                  <a:pt x="4132" y="2894"/>
                </a:lnTo>
                <a:lnTo>
                  <a:pt x="4133" y="2894"/>
                </a:lnTo>
                <a:lnTo>
                  <a:pt x="4133" y="2895"/>
                </a:lnTo>
                <a:lnTo>
                  <a:pt x="4132" y="2896"/>
                </a:lnTo>
                <a:lnTo>
                  <a:pt x="4131" y="2896"/>
                </a:lnTo>
                <a:lnTo>
                  <a:pt x="4129" y="2897"/>
                </a:lnTo>
                <a:lnTo>
                  <a:pt x="4129" y="2898"/>
                </a:lnTo>
                <a:lnTo>
                  <a:pt x="4129" y="2897"/>
                </a:lnTo>
                <a:lnTo>
                  <a:pt x="4128" y="2897"/>
                </a:lnTo>
                <a:lnTo>
                  <a:pt x="4127" y="2897"/>
                </a:lnTo>
                <a:lnTo>
                  <a:pt x="4126" y="2897"/>
                </a:lnTo>
                <a:lnTo>
                  <a:pt x="4125" y="2897"/>
                </a:lnTo>
                <a:lnTo>
                  <a:pt x="4125" y="2898"/>
                </a:lnTo>
                <a:lnTo>
                  <a:pt x="4126" y="2898"/>
                </a:lnTo>
                <a:lnTo>
                  <a:pt x="4126" y="2900"/>
                </a:lnTo>
                <a:lnTo>
                  <a:pt x="4126" y="2901"/>
                </a:lnTo>
                <a:lnTo>
                  <a:pt x="4127" y="2901"/>
                </a:lnTo>
                <a:lnTo>
                  <a:pt x="4127" y="2902"/>
                </a:lnTo>
                <a:lnTo>
                  <a:pt x="4125" y="2903"/>
                </a:lnTo>
                <a:lnTo>
                  <a:pt x="4125" y="2904"/>
                </a:lnTo>
                <a:lnTo>
                  <a:pt x="4124" y="2904"/>
                </a:lnTo>
                <a:lnTo>
                  <a:pt x="4124" y="2903"/>
                </a:lnTo>
                <a:lnTo>
                  <a:pt x="4123" y="2903"/>
                </a:lnTo>
                <a:lnTo>
                  <a:pt x="4122" y="2903"/>
                </a:lnTo>
                <a:lnTo>
                  <a:pt x="4121" y="2902"/>
                </a:lnTo>
                <a:lnTo>
                  <a:pt x="4119" y="2902"/>
                </a:lnTo>
                <a:lnTo>
                  <a:pt x="4118" y="2902"/>
                </a:lnTo>
                <a:lnTo>
                  <a:pt x="4117" y="2903"/>
                </a:lnTo>
                <a:lnTo>
                  <a:pt x="4116" y="2903"/>
                </a:lnTo>
                <a:lnTo>
                  <a:pt x="4115" y="2902"/>
                </a:lnTo>
                <a:lnTo>
                  <a:pt x="4114" y="2901"/>
                </a:lnTo>
                <a:lnTo>
                  <a:pt x="4113" y="2901"/>
                </a:lnTo>
                <a:lnTo>
                  <a:pt x="4113" y="2900"/>
                </a:lnTo>
                <a:lnTo>
                  <a:pt x="4112" y="2899"/>
                </a:lnTo>
                <a:lnTo>
                  <a:pt x="4113" y="2898"/>
                </a:lnTo>
                <a:lnTo>
                  <a:pt x="4112" y="2897"/>
                </a:lnTo>
                <a:lnTo>
                  <a:pt x="4112" y="2898"/>
                </a:lnTo>
                <a:lnTo>
                  <a:pt x="4111" y="2897"/>
                </a:lnTo>
                <a:lnTo>
                  <a:pt x="4111" y="2898"/>
                </a:lnTo>
                <a:lnTo>
                  <a:pt x="4111" y="2899"/>
                </a:lnTo>
                <a:lnTo>
                  <a:pt x="4110" y="2899"/>
                </a:lnTo>
                <a:lnTo>
                  <a:pt x="4110" y="2900"/>
                </a:lnTo>
                <a:lnTo>
                  <a:pt x="4109" y="2900"/>
                </a:lnTo>
                <a:lnTo>
                  <a:pt x="4109" y="2901"/>
                </a:lnTo>
                <a:lnTo>
                  <a:pt x="4110" y="2903"/>
                </a:lnTo>
                <a:lnTo>
                  <a:pt x="4110" y="2904"/>
                </a:lnTo>
                <a:lnTo>
                  <a:pt x="4111" y="2904"/>
                </a:lnTo>
                <a:lnTo>
                  <a:pt x="4112" y="2904"/>
                </a:lnTo>
                <a:lnTo>
                  <a:pt x="4112" y="2905"/>
                </a:lnTo>
                <a:lnTo>
                  <a:pt x="4111" y="2906"/>
                </a:lnTo>
                <a:lnTo>
                  <a:pt x="4112" y="2907"/>
                </a:lnTo>
                <a:lnTo>
                  <a:pt x="4113" y="2907"/>
                </a:lnTo>
                <a:lnTo>
                  <a:pt x="4113" y="2906"/>
                </a:lnTo>
                <a:lnTo>
                  <a:pt x="4114" y="2906"/>
                </a:lnTo>
                <a:lnTo>
                  <a:pt x="4114" y="2907"/>
                </a:lnTo>
                <a:lnTo>
                  <a:pt x="4114" y="2908"/>
                </a:lnTo>
                <a:lnTo>
                  <a:pt x="4114" y="2909"/>
                </a:lnTo>
                <a:lnTo>
                  <a:pt x="4113" y="2909"/>
                </a:lnTo>
                <a:lnTo>
                  <a:pt x="4113" y="2908"/>
                </a:lnTo>
                <a:lnTo>
                  <a:pt x="4109" y="2910"/>
                </a:lnTo>
                <a:lnTo>
                  <a:pt x="4108" y="2910"/>
                </a:lnTo>
                <a:lnTo>
                  <a:pt x="4107" y="2910"/>
                </a:lnTo>
                <a:lnTo>
                  <a:pt x="4106" y="2910"/>
                </a:lnTo>
                <a:lnTo>
                  <a:pt x="4106" y="2911"/>
                </a:lnTo>
                <a:lnTo>
                  <a:pt x="4105" y="2911"/>
                </a:lnTo>
                <a:lnTo>
                  <a:pt x="4106" y="2910"/>
                </a:lnTo>
                <a:lnTo>
                  <a:pt x="4105" y="2910"/>
                </a:lnTo>
                <a:lnTo>
                  <a:pt x="4104" y="2910"/>
                </a:lnTo>
                <a:lnTo>
                  <a:pt x="4104" y="2909"/>
                </a:lnTo>
                <a:lnTo>
                  <a:pt x="4103" y="2909"/>
                </a:lnTo>
                <a:lnTo>
                  <a:pt x="4102" y="2908"/>
                </a:lnTo>
                <a:lnTo>
                  <a:pt x="4102" y="2907"/>
                </a:lnTo>
                <a:lnTo>
                  <a:pt x="4102" y="2906"/>
                </a:lnTo>
                <a:lnTo>
                  <a:pt x="4102" y="2905"/>
                </a:lnTo>
                <a:lnTo>
                  <a:pt x="4103" y="2904"/>
                </a:lnTo>
                <a:lnTo>
                  <a:pt x="4104" y="2905"/>
                </a:lnTo>
                <a:lnTo>
                  <a:pt x="4105" y="2904"/>
                </a:lnTo>
                <a:lnTo>
                  <a:pt x="4106" y="2903"/>
                </a:lnTo>
                <a:lnTo>
                  <a:pt x="4106" y="2902"/>
                </a:lnTo>
                <a:lnTo>
                  <a:pt x="4106" y="2901"/>
                </a:lnTo>
                <a:lnTo>
                  <a:pt x="4106" y="2900"/>
                </a:lnTo>
                <a:lnTo>
                  <a:pt x="4107" y="2899"/>
                </a:lnTo>
                <a:lnTo>
                  <a:pt x="4106" y="2899"/>
                </a:lnTo>
                <a:lnTo>
                  <a:pt x="4107" y="2899"/>
                </a:lnTo>
                <a:lnTo>
                  <a:pt x="4106" y="2899"/>
                </a:lnTo>
                <a:lnTo>
                  <a:pt x="4105" y="2900"/>
                </a:lnTo>
                <a:lnTo>
                  <a:pt x="4105" y="2899"/>
                </a:lnTo>
                <a:lnTo>
                  <a:pt x="4106" y="2899"/>
                </a:lnTo>
                <a:lnTo>
                  <a:pt x="4106" y="2898"/>
                </a:lnTo>
                <a:lnTo>
                  <a:pt x="4105" y="2899"/>
                </a:lnTo>
                <a:lnTo>
                  <a:pt x="4101" y="2900"/>
                </a:lnTo>
                <a:lnTo>
                  <a:pt x="4100" y="2899"/>
                </a:lnTo>
                <a:lnTo>
                  <a:pt x="4101" y="2899"/>
                </a:lnTo>
                <a:lnTo>
                  <a:pt x="4101" y="2898"/>
                </a:lnTo>
                <a:lnTo>
                  <a:pt x="4103" y="2898"/>
                </a:lnTo>
                <a:lnTo>
                  <a:pt x="4105" y="2897"/>
                </a:lnTo>
                <a:lnTo>
                  <a:pt x="4104" y="2897"/>
                </a:lnTo>
                <a:lnTo>
                  <a:pt x="4103" y="2897"/>
                </a:lnTo>
                <a:lnTo>
                  <a:pt x="4103" y="2898"/>
                </a:lnTo>
                <a:lnTo>
                  <a:pt x="4102" y="2898"/>
                </a:lnTo>
                <a:lnTo>
                  <a:pt x="4101" y="2898"/>
                </a:lnTo>
                <a:lnTo>
                  <a:pt x="4100" y="2899"/>
                </a:lnTo>
                <a:lnTo>
                  <a:pt x="4100" y="2900"/>
                </a:lnTo>
                <a:lnTo>
                  <a:pt x="4099" y="2900"/>
                </a:lnTo>
                <a:lnTo>
                  <a:pt x="4098" y="2900"/>
                </a:lnTo>
                <a:lnTo>
                  <a:pt x="4098" y="2899"/>
                </a:lnTo>
                <a:lnTo>
                  <a:pt x="4097" y="2898"/>
                </a:lnTo>
                <a:lnTo>
                  <a:pt x="4098" y="2898"/>
                </a:lnTo>
                <a:lnTo>
                  <a:pt x="4098" y="2897"/>
                </a:lnTo>
                <a:lnTo>
                  <a:pt x="4098" y="2896"/>
                </a:lnTo>
                <a:lnTo>
                  <a:pt x="4099" y="2895"/>
                </a:lnTo>
                <a:lnTo>
                  <a:pt x="4100" y="2895"/>
                </a:lnTo>
                <a:lnTo>
                  <a:pt x="4100" y="2896"/>
                </a:lnTo>
                <a:lnTo>
                  <a:pt x="4101" y="2895"/>
                </a:lnTo>
                <a:lnTo>
                  <a:pt x="4102" y="2895"/>
                </a:lnTo>
                <a:lnTo>
                  <a:pt x="4102" y="2894"/>
                </a:lnTo>
                <a:lnTo>
                  <a:pt x="4102" y="2893"/>
                </a:lnTo>
                <a:lnTo>
                  <a:pt x="4101" y="2892"/>
                </a:lnTo>
                <a:lnTo>
                  <a:pt x="4101" y="2893"/>
                </a:lnTo>
                <a:lnTo>
                  <a:pt x="4100" y="2893"/>
                </a:lnTo>
                <a:lnTo>
                  <a:pt x="4099" y="2893"/>
                </a:lnTo>
                <a:lnTo>
                  <a:pt x="4099" y="2892"/>
                </a:lnTo>
                <a:lnTo>
                  <a:pt x="4098" y="2892"/>
                </a:lnTo>
                <a:lnTo>
                  <a:pt x="4098" y="2893"/>
                </a:lnTo>
                <a:lnTo>
                  <a:pt x="4097" y="2893"/>
                </a:lnTo>
                <a:lnTo>
                  <a:pt x="4096" y="2893"/>
                </a:lnTo>
                <a:lnTo>
                  <a:pt x="4095" y="2893"/>
                </a:lnTo>
                <a:lnTo>
                  <a:pt x="4095" y="2894"/>
                </a:lnTo>
                <a:lnTo>
                  <a:pt x="4092" y="2895"/>
                </a:lnTo>
                <a:lnTo>
                  <a:pt x="4091" y="2895"/>
                </a:lnTo>
                <a:lnTo>
                  <a:pt x="4092" y="2896"/>
                </a:lnTo>
                <a:lnTo>
                  <a:pt x="4091" y="2896"/>
                </a:lnTo>
                <a:lnTo>
                  <a:pt x="4090" y="2896"/>
                </a:lnTo>
                <a:lnTo>
                  <a:pt x="4090" y="2897"/>
                </a:lnTo>
                <a:lnTo>
                  <a:pt x="4089" y="2897"/>
                </a:lnTo>
                <a:lnTo>
                  <a:pt x="4088" y="2897"/>
                </a:lnTo>
                <a:lnTo>
                  <a:pt x="4089" y="2897"/>
                </a:lnTo>
                <a:lnTo>
                  <a:pt x="4090" y="2897"/>
                </a:lnTo>
                <a:lnTo>
                  <a:pt x="4091" y="2897"/>
                </a:lnTo>
                <a:lnTo>
                  <a:pt x="4092" y="2897"/>
                </a:lnTo>
                <a:lnTo>
                  <a:pt x="4092" y="2898"/>
                </a:lnTo>
                <a:lnTo>
                  <a:pt x="4093" y="2898"/>
                </a:lnTo>
                <a:lnTo>
                  <a:pt x="4093" y="2899"/>
                </a:lnTo>
                <a:lnTo>
                  <a:pt x="4094" y="2899"/>
                </a:lnTo>
                <a:lnTo>
                  <a:pt x="4094" y="2900"/>
                </a:lnTo>
                <a:lnTo>
                  <a:pt x="4094" y="2901"/>
                </a:lnTo>
                <a:lnTo>
                  <a:pt x="4095" y="2901"/>
                </a:lnTo>
                <a:lnTo>
                  <a:pt x="4096" y="2901"/>
                </a:lnTo>
                <a:lnTo>
                  <a:pt x="4096" y="2900"/>
                </a:lnTo>
                <a:lnTo>
                  <a:pt x="4097" y="2900"/>
                </a:lnTo>
                <a:lnTo>
                  <a:pt x="4097" y="2901"/>
                </a:lnTo>
                <a:lnTo>
                  <a:pt x="4098" y="2901"/>
                </a:lnTo>
                <a:lnTo>
                  <a:pt x="4097" y="2903"/>
                </a:lnTo>
                <a:lnTo>
                  <a:pt x="4098" y="2903"/>
                </a:lnTo>
                <a:lnTo>
                  <a:pt x="4098" y="2904"/>
                </a:lnTo>
                <a:lnTo>
                  <a:pt x="4097" y="2905"/>
                </a:lnTo>
                <a:lnTo>
                  <a:pt x="4097" y="2904"/>
                </a:lnTo>
                <a:lnTo>
                  <a:pt x="4097" y="2905"/>
                </a:lnTo>
                <a:lnTo>
                  <a:pt x="4096" y="2905"/>
                </a:lnTo>
                <a:lnTo>
                  <a:pt x="4096" y="2906"/>
                </a:lnTo>
                <a:lnTo>
                  <a:pt x="4095" y="2906"/>
                </a:lnTo>
                <a:lnTo>
                  <a:pt x="4094" y="2907"/>
                </a:lnTo>
                <a:lnTo>
                  <a:pt x="4094" y="2908"/>
                </a:lnTo>
                <a:lnTo>
                  <a:pt x="4095" y="2909"/>
                </a:lnTo>
                <a:lnTo>
                  <a:pt x="4096" y="2909"/>
                </a:lnTo>
                <a:lnTo>
                  <a:pt x="4097" y="2909"/>
                </a:lnTo>
                <a:lnTo>
                  <a:pt x="4096" y="2910"/>
                </a:lnTo>
                <a:lnTo>
                  <a:pt x="4095" y="2910"/>
                </a:lnTo>
                <a:lnTo>
                  <a:pt x="4095" y="2911"/>
                </a:lnTo>
                <a:lnTo>
                  <a:pt x="4094" y="2911"/>
                </a:lnTo>
                <a:lnTo>
                  <a:pt x="4091" y="2911"/>
                </a:lnTo>
                <a:lnTo>
                  <a:pt x="4092" y="2911"/>
                </a:lnTo>
                <a:lnTo>
                  <a:pt x="4091" y="2912"/>
                </a:lnTo>
                <a:lnTo>
                  <a:pt x="4090" y="2912"/>
                </a:lnTo>
                <a:lnTo>
                  <a:pt x="4090" y="2911"/>
                </a:lnTo>
                <a:lnTo>
                  <a:pt x="4089" y="2911"/>
                </a:lnTo>
                <a:lnTo>
                  <a:pt x="4088" y="2912"/>
                </a:lnTo>
                <a:lnTo>
                  <a:pt x="4087" y="2912"/>
                </a:lnTo>
                <a:lnTo>
                  <a:pt x="4087" y="2913"/>
                </a:lnTo>
                <a:lnTo>
                  <a:pt x="4088" y="2913"/>
                </a:lnTo>
                <a:lnTo>
                  <a:pt x="4089" y="2913"/>
                </a:lnTo>
                <a:lnTo>
                  <a:pt x="4091" y="2915"/>
                </a:lnTo>
                <a:lnTo>
                  <a:pt x="4093" y="2917"/>
                </a:lnTo>
                <a:lnTo>
                  <a:pt x="4094" y="2917"/>
                </a:lnTo>
                <a:lnTo>
                  <a:pt x="4095" y="2918"/>
                </a:lnTo>
                <a:lnTo>
                  <a:pt x="4096" y="2919"/>
                </a:lnTo>
                <a:lnTo>
                  <a:pt x="4097" y="2919"/>
                </a:lnTo>
                <a:lnTo>
                  <a:pt x="4097" y="2920"/>
                </a:lnTo>
                <a:lnTo>
                  <a:pt x="4098" y="2920"/>
                </a:lnTo>
                <a:lnTo>
                  <a:pt x="4098" y="2919"/>
                </a:lnTo>
                <a:lnTo>
                  <a:pt x="4099" y="2919"/>
                </a:lnTo>
                <a:lnTo>
                  <a:pt x="4099" y="2918"/>
                </a:lnTo>
                <a:lnTo>
                  <a:pt x="4098" y="2918"/>
                </a:lnTo>
                <a:lnTo>
                  <a:pt x="4098" y="2917"/>
                </a:lnTo>
                <a:lnTo>
                  <a:pt x="4099" y="2917"/>
                </a:lnTo>
                <a:lnTo>
                  <a:pt x="4099" y="2916"/>
                </a:lnTo>
                <a:lnTo>
                  <a:pt x="4100" y="2916"/>
                </a:lnTo>
                <a:lnTo>
                  <a:pt x="4101" y="2916"/>
                </a:lnTo>
                <a:lnTo>
                  <a:pt x="4101" y="2917"/>
                </a:lnTo>
                <a:lnTo>
                  <a:pt x="4100" y="2918"/>
                </a:lnTo>
                <a:lnTo>
                  <a:pt x="4100" y="2919"/>
                </a:lnTo>
                <a:lnTo>
                  <a:pt x="4099" y="2921"/>
                </a:lnTo>
                <a:lnTo>
                  <a:pt x="4098" y="2921"/>
                </a:lnTo>
                <a:lnTo>
                  <a:pt x="4098" y="2922"/>
                </a:lnTo>
                <a:lnTo>
                  <a:pt x="4098" y="2923"/>
                </a:lnTo>
                <a:lnTo>
                  <a:pt x="4098" y="2924"/>
                </a:lnTo>
                <a:lnTo>
                  <a:pt x="4099" y="2925"/>
                </a:lnTo>
                <a:lnTo>
                  <a:pt x="4100" y="2924"/>
                </a:lnTo>
                <a:lnTo>
                  <a:pt x="4100" y="2925"/>
                </a:lnTo>
                <a:lnTo>
                  <a:pt x="4100" y="2926"/>
                </a:lnTo>
                <a:lnTo>
                  <a:pt x="4101" y="2925"/>
                </a:lnTo>
                <a:lnTo>
                  <a:pt x="4102" y="2926"/>
                </a:lnTo>
                <a:lnTo>
                  <a:pt x="4101" y="2926"/>
                </a:lnTo>
                <a:lnTo>
                  <a:pt x="4100" y="2927"/>
                </a:lnTo>
                <a:lnTo>
                  <a:pt x="4099" y="2927"/>
                </a:lnTo>
                <a:lnTo>
                  <a:pt x="4098" y="2927"/>
                </a:lnTo>
                <a:lnTo>
                  <a:pt x="4098" y="2926"/>
                </a:lnTo>
                <a:lnTo>
                  <a:pt x="4098" y="2925"/>
                </a:lnTo>
                <a:lnTo>
                  <a:pt x="4097" y="2925"/>
                </a:lnTo>
                <a:lnTo>
                  <a:pt x="4096" y="2925"/>
                </a:lnTo>
                <a:lnTo>
                  <a:pt x="4095" y="2925"/>
                </a:lnTo>
                <a:lnTo>
                  <a:pt x="4095" y="2926"/>
                </a:lnTo>
                <a:lnTo>
                  <a:pt x="4094" y="2926"/>
                </a:lnTo>
                <a:lnTo>
                  <a:pt x="4093" y="2925"/>
                </a:lnTo>
                <a:lnTo>
                  <a:pt x="4092" y="2926"/>
                </a:lnTo>
                <a:lnTo>
                  <a:pt x="4091" y="2927"/>
                </a:lnTo>
                <a:lnTo>
                  <a:pt x="4091" y="2928"/>
                </a:lnTo>
                <a:lnTo>
                  <a:pt x="4091" y="2929"/>
                </a:lnTo>
                <a:lnTo>
                  <a:pt x="4091" y="2930"/>
                </a:lnTo>
                <a:lnTo>
                  <a:pt x="4092" y="2931"/>
                </a:lnTo>
                <a:lnTo>
                  <a:pt x="4093" y="2932"/>
                </a:lnTo>
                <a:lnTo>
                  <a:pt x="4094" y="2932"/>
                </a:lnTo>
                <a:lnTo>
                  <a:pt x="4096" y="2932"/>
                </a:lnTo>
                <a:lnTo>
                  <a:pt x="4097" y="2932"/>
                </a:lnTo>
                <a:lnTo>
                  <a:pt x="4098" y="2932"/>
                </a:lnTo>
                <a:lnTo>
                  <a:pt x="4098" y="2933"/>
                </a:lnTo>
                <a:lnTo>
                  <a:pt x="4098" y="2934"/>
                </a:lnTo>
                <a:lnTo>
                  <a:pt x="4097" y="2934"/>
                </a:lnTo>
                <a:lnTo>
                  <a:pt x="4096" y="2934"/>
                </a:lnTo>
                <a:lnTo>
                  <a:pt x="4095" y="2934"/>
                </a:lnTo>
                <a:lnTo>
                  <a:pt x="4094" y="2934"/>
                </a:lnTo>
                <a:lnTo>
                  <a:pt x="4093" y="2935"/>
                </a:lnTo>
                <a:lnTo>
                  <a:pt x="4091" y="2934"/>
                </a:lnTo>
                <a:lnTo>
                  <a:pt x="4091" y="2933"/>
                </a:lnTo>
                <a:lnTo>
                  <a:pt x="4090" y="2933"/>
                </a:lnTo>
                <a:lnTo>
                  <a:pt x="4090" y="2932"/>
                </a:lnTo>
                <a:lnTo>
                  <a:pt x="4088" y="2932"/>
                </a:lnTo>
                <a:lnTo>
                  <a:pt x="4087" y="2933"/>
                </a:lnTo>
                <a:lnTo>
                  <a:pt x="4086" y="2933"/>
                </a:lnTo>
                <a:lnTo>
                  <a:pt x="4086" y="2934"/>
                </a:lnTo>
                <a:lnTo>
                  <a:pt x="4084" y="2934"/>
                </a:lnTo>
                <a:lnTo>
                  <a:pt x="4084" y="2935"/>
                </a:lnTo>
                <a:lnTo>
                  <a:pt x="4083" y="2934"/>
                </a:lnTo>
                <a:lnTo>
                  <a:pt x="4082" y="2934"/>
                </a:lnTo>
                <a:lnTo>
                  <a:pt x="4082" y="2935"/>
                </a:lnTo>
                <a:lnTo>
                  <a:pt x="4081" y="2935"/>
                </a:lnTo>
                <a:lnTo>
                  <a:pt x="4080" y="2936"/>
                </a:lnTo>
                <a:lnTo>
                  <a:pt x="4079" y="2936"/>
                </a:lnTo>
                <a:lnTo>
                  <a:pt x="4078" y="2936"/>
                </a:lnTo>
                <a:lnTo>
                  <a:pt x="4077" y="2936"/>
                </a:lnTo>
                <a:lnTo>
                  <a:pt x="4077" y="2937"/>
                </a:lnTo>
                <a:lnTo>
                  <a:pt x="4076" y="2937"/>
                </a:lnTo>
                <a:lnTo>
                  <a:pt x="4075" y="2937"/>
                </a:lnTo>
                <a:lnTo>
                  <a:pt x="4074" y="2937"/>
                </a:lnTo>
                <a:lnTo>
                  <a:pt x="4073" y="2937"/>
                </a:lnTo>
                <a:lnTo>
                  <a:pt x="4072" y="2937"/>
                </a:lnTo>
                <a:lnTo>
                  <a:pt x="4072" y="2936"/>
                </a:lnTo>
                <a:lnTo>
                  <a:pt x="4073" y="2936"/>
                </a:lnTo>
                <a:lnTo>
                  <a:pt x="4073" y="2935"/>
                </a:lnTo>
                <a:lnTo>
                  <a:pt x="4073" y="2934"/>
                </a:lnTo>
                <a:lnTo>
                  <a:pt x="4072" y="2934"/>
                </a:lnTo>
                <a:lnTo>
                  <a:pt x="4072" y="2933"/>
                </a:lnTo>
                <a:lnTo>
                  <a:pt x="4072" y="2932"/>
                </a:lnTo>
                <a:lnTo>
                  <a:pt x="4071" y="2932"/>
                </a:lnTo>
                <a:lnTo>
                  <a:pt x="4071" y="2931"/>
                </a:lnTo>
                <a:lnTo>
                  <a:pt x="4071" y="2930"/>
                </a:lnTo>
                <a:lnTo>
                  <a:pt x="4072" y="2930"/>
                </a:lnTo>
                <a:lnTo>
                  <a:pt x="4072" y="2929"/>
                </a:lnTo>
                <a:lnTo>
                  <a:pt x="4073" y="2929"/>
                </a:lnTo>
                <a:lnTo>
                  <a:pt x="4072" y="2928"/>
                </a:lnTo>
                <a:lnTo>
                  <a:pt x="4073" y="2928"/>
                </a:lnTo>
                <a:lnTo>
                  <a:pt x="4072" y="2928"/>
                </a:lnTo>
                <a:lnTo>
                  <a:pt x="4072" y="2927"/>
                </a:lnTo>
                <a:lnTo>
                  <a:pt x="4072" y="2926"/>
                </a:lnTo>
                <a:lnTo>
                  <a:pt x="4071" y="2926"/>
                </a:lnTo>
                <a:lnTo>
                  <a:pt x="4070" y="2926"/>
                </a:lnTo>
                <a:lnTo>
                  <a:pt x="4070" y="2927"/>
                </a:lnTo>
                <a:lnTo>
                  <a:pt x="4071" y="2927"/>
                </a:lnTo>
                <a:lnTo>
                  <a:pt x="4070" y="2927"/>
                </a:lnTo>
                <a:lnTo>
                  <a:pt x="4070" y="2928"/>
                </a:lnTo>
                <a:lnTo>
                  <a:pt x="4070" y="2929"/>
                </a:lnTo>
                <a:lnTo>
                  <a:pt x="4071" y="2929"/>
                </a:lnTo>
                <a:lnTo>
                  <a:pt x="4070" y="2929"/>
                </a:lnTo>
                <a:lnTo>
                  <a:pt x="4069" y="2930"/>
                </a:lnTo>
                <a:lnTo>
                  <a:pt x="4068" y="2931"/>
                </a:lnTo>
                <a:lnTo>
                  <a:pt x="4069" y="2932"/>
                </a:lnTo>
                <a:lnTo>
                  <a:pt x="4070" y="2932"/>
                </a:lnTo>
                <a:lnTo>
                  <a:pt x="4071" y="2933"/>
                </a:lnTo>
                <a:lnTo>
                  <a:pt x="4071" y="2934"/>
                </a:lnTo>
                <a:lnTo>
                  <a:pt x="4071" y="2935"/>
                </a:lnTo>
                <a:lnTo>
                  <a:pt x="4071" y="2936"/>
                </a:lnTo>
                <a:lnTo>
                  <a:pt x="4070" y="2936"/>
                </a:lnTo>
                <a:lnTo>
                  <a:pt x="4068" y="2937"/>
                </a:lnTo>
                <a:lnTo>
                  <a:pt x="4068" y="2936"/>
                </a:lnTo>
                <a:lnTo>
                  <a:pt x="4067" y="2937"/>
                </a:lnTo>
                <a:lnTo>
                  <a:pt x="4067" y="2938"/>
                </a:lnTo>
                <a:lnTo>
                  <a:pt x="4067" y="2939"/>
                </a:lnTo>
                <a:lnTo>
                  <a:pt x="4067" y="2940"/>
                </a:lnTo>
                <a:lnTo>
                  <a:pt x="4068" y="2941"/>
                </a:lnTo>
                <a:lnTo>
                  <a:pt x="4069" y="2942"/>
                </a:lnTo>
                <a:lnTo>
                  <a:pt x="4068" y="2943"/>
                </a:lnTo>
                <a:lnTo>
                  <a:pt x="4069" y="2943"/>
                </a:lnTo>
                <a:lnTo>
                  <a:pt x="4071" y="2942"/>
                </a:lnTo>
                <a:lnTo>
                  <a:pt x="4072" y="2942"/>
                </a:lnTo>
                <a:lnTo>
                  <a:pt x="4072" y="2943"/>
                </a:lnTo>
                <a:lnTo>
                  <a:pt x="4073" y="2943"/>
                </a:lnTo>
                <a:lnTo>
                  <a:pt x="4074" y="2942"/>
                </a:lnTo>
                <a:lnTo>
                  <a:pt x="4074" y="2941"/>
                </a:lnTo>
                <a:lnTo>
                  <a:pt x="4074" y="2940"/>
                </a:lnTo>
                <a:lnTo>
                  <a:pt x="4075" y="2940"/>
                </a:lnTo>
                <a:lnTo>
                  <a:pt x="4075" y="2941"/>
                </a:lnTo>
                <a:lnTo>
                  <a:pt x="4075" y="2942"/>
                </a:lnTo>
                <a:lnTo>
                  <a:pt x="4074" y="2942"/>
                </a:lnTo>
                <a:lnTo>
                  <a:pt x="4074" y="2941"/>
                </a:lnTo>
                <a:lnTo>
                  <a:pt x="4074" y="2942"/>
                </a:lnTo>
                <a:lnTo>
                  <a:pt x="4074" y="2943"/>
                </a:lnTo>
                <a:lnTo>
                  <a:pt x="4075" y="2944"/>
                </a:lnTo>
                <a:lnTo>
                  <a:pt x="4075" y="2945"/>
                </a:lnTo>
                <a:lnTo>
                  <a:pt x="4076" y="2945"/>
                </a:lnTo>
                <a:lnTo>
                  <a:pt x="4077" y="2945"/>
                </a:lnTo>
                <a:lnTo>
                  <a:pt x="4077" y="2944"/>
                </a:lnTo>
                <a:lnTo>
                  <a:pt x="4078" y="2944"/>
                </a:lnTo>
                <a:lnTo>
                  <a:pt x="4078" y="2945"/>
                </a:lnTo>
                <a:lnTo>
                  <a:pt x="4079" y="2945"/>
                </a:lnTo>
                <a:lnTo>
                  <a:pt x="4079" y="2944"/>
                </a:lnTo>
                <a:lnTo>
                  <a:pt x="4080" y="2945"/>
                </a:lnTo>
                <a:lnTo>
                  <a:pt x="4079" y="2945"/>
                </a:lnTo>
                <a:lnTo>
                  <a:pt x="4079" y="2946"/>
                </a:lnTo>
                <a:lnTo>
                  <a:pt x="4079" y="2947"/>
                </a:lnTo>
                <a:lnTo>
                  <a:pt x="4079" y="2948"/>
                </a:lnTo>
                <a:lnTo>
                  <a:pt x="4078" y="2948"/>
                </a:lnTo>
                <a:lnTo>
                  <a:pt x="4078" y="2949"/>
                </a:lnTo>
                <a:lnTo>
                  <a:pt x="4077" y="2950"/>
                </a:lnTo>
                <a:lnTo>
                  <a:pt x="4077" y="2949"/>
                </a:lnTo>
                <a:lnTo>
                  <a:pt x="4076" y="2949"/>
                </a:lnTo>
                <a:lnTo>
                  <a:pt x="4076" y="2950"/>
                </a:lnTo>
                <a:lnTo>
                  <a:pt x="4075" y="2951"/>
                </a:lnTo>
                <a:lnTo>
                  <a:pt x="4075" y="2952"/>
                </a:lnTo>
                <a:lnTo>
                  <a:pt x="4076" y="2952"/>
                </a:lnTo>
                <a:lnTo>
                  <a:pt x="4075" y="2953"/>
                </a:lnTo>
                <a:lnTo>
                  <a:pt x="4074" y="2953"/>
                </a:lnTo>
                <a:lnTo>
                  <a:pt x="4074" y="2954"/>
                </a:lnTo>
                <a:lnTo>
                  <a:pt x="4073" y="2955"/>
                </a:lnTo>
                <a:lnTo>
                  <a:pt x="4072" y="2956"/>
                </a:lnTo>
                <a:lnTo>
                  <a:pt x="4071" y="2956"/>
                </a:lnTo>
                <a:lnTo>
                  <a:pt x="4071" y="2955"/>
                </a:lnTo>
                <a:lnTo>
                  <a:pt x="4070" y="2954"/>
                </a:lnTo>
                <a:lnTo>
                  <a:pt x="4070" y="2953"/>
                </a:lnTo>
                <a:lnTo>
                  <a:pt x="4069" y="2954"/>
                </a:lnTo>
                <a:lnTo>
                  <a:pt x="4068" y="2954"/>
                </a:lnTo>
                <a:lnTo>
                  <a:pt x="4068" y="2955"/>
                </a:lnTo>
                <a:lnTo>
                  <a:pt x="4067" y="2957"/>
                </a:lnTo>
                <a:lnTo>
                  <a:pt x="4067" y="2958"/>
                </a:lnTo>
                <a:lnTo>
                  <a:pt x="4068" y="2958"/>
                </a:lnTo>
                <a:lnTo>
                  <a:pt x="4068" y="2959"/>
                </a:lnTo>
                <a:lnTo>
                  <a:pt x="4068" y="2960"/>
                </a:lnTo>
                <a:lnTo>
                  <a:pt x="4069" y="2960"/>
                </a:lnTo>
                <a:lnTo>
                  <a:pt x="4069" y="2961"/>
                </a:lnTo>
                <a:lnTo>
                  <a:pt x="4070" y="2960"/>
                </a:lnTo>
                <a:lnTo>
                  <a:pt x="4070" y="2959"/>
                </a:lnTo>
                <a:lnTo>
                  <a:pt x="4071" y="2959"/>
                </a:lnTo>
                <a:lnTo>
                  <a:pt x="4071" y="2960"/>
                </a:lnTo>
                <a:lnTo>
                  <a:pt x="4071" y="2961"/>
                </a:lnTo>
                <a:lnTo>
                  <a:pt x="4071" y="2962"/>
                </a:lnTo>
                <a:lnTo>
                  <a:pt x="4070" y="2963"/>
                </a:lnTo>
                <a:lnTo>
                  <a:pt x="4070" y="2964"/>
                </a:lnTo>
                <a:lnTo>
                  <a:pt x="4070" y="2965"/>
                </a:lnTo>
                <a:lnTo>
                  <a:pt x="4069" y="2965"/>
                </a:lnTo>
                <a:lnTo>
                  <a:pt x="4068" y="2966"/>
                </a:lnTo>
                <a:lnTo>
                  <a:pt x="4068" y="2967"/>
                </a:lnTo>
                <a:lnTo>
                  <a:pt x="4067" y="2967"/>
                </a:lnTo>
                <a:lnTo>
                  <a:pt x="4066" y="2967"/>
                </a:lnTo>
                <a:lnTo>
                  <a:pt x="4066" y="2968"/>
                </a:lnTo>
                <a:lnTo>
                  <a:pt x="4065" y="2968"/>
                </a:lnTo>
                <a:lnTo>
                  <a:pt x="4065" y="2969"/>
                </a:lnTo>
                <a:lnTo>
                  <a:pt x="4064" y="2969"/>
                </a:lnTo>
                <a:lnTo>
                  <a:pt x="4064" y="2970"/>
                </a:lnTo>
                <a:lnTo>
                  <a:pt x="4063" y="2970"/>
                </a:lnTo>
                <a:lnTo>
                  <a:pt x="4062" y="2970"/>
                </a:lnTo>
                <a:lnTo>
                  <a:pt x="4061" y="2971"/>
                </a:lnTo>
                <a:lnTo>
                  <a:pt x="4061" y="2972"/>
                </a:lnTo>
                <a:lnTo>
                  <a:pt x="4061" y="2970"/>
                </a:lnTo>
                <a:lnTo>
                  <a:pt x="4061" y="2969"/>
                </a:lnTo>
                <a:lnTo>
                  <a:pt x="4061" y="2968"/>
                </a:lnTo>
                <a:lnTo>
                  <a:pt x="4062" y="2967"/>
                </a:lnTo>
                <a:lnTo>
                  <a:pt x="4061" y="2965"/>
                </a:lnTo>
                <a:lnTo>
                  <a:pt x="4061" y="2964"/>
                </a:lnTo>
                <a:lnTo>
                  <a:pt x="4059" y="2963"/>
                </a:lnTo>
                <a:lnTo>
                  <a:pt x="4058" y="2962"/>
                </a:lnTo>
                <a:lnTo>
                  <a:pt x="4057" y="2962"/>
                </a:lnTo>
                <a:lnTo>
                  <a:pt x="4056" y="2961"/>
                </a:lnTo>
                <a:lnTo>
                  <a:pt x="4055" y="2961"/>
                </a:lnTo>
                <a:lnTo>
                  <a:pt x="4055" y="2960"/>
                </a:lnTo>
                <a:lnTo>
                  <a:pt x="4054" y="2960"/>
                </a:lnTo>
                <a:lnTo>
                  <a:pt x="4053" y="2959"/>
                </a:lnTo>
                <a:lnTo>
                  <a:pt x="4052" y="2959"/>
                </a:lnTo>
                <a:lnTo>
                  <a:pt x="4051" y="2959"/>
                </a:lnTo>
                <a:lnTo>
                  <a:pt x="4050" y="2960"/>
                </a:lnTo>
                <a:lnTo>
                  <a:pt x="4049" y="2960"/>
                </a:lnTo>
                <a:lnTo>
                  <a:pt x="4049" y="2959"/>
                </a:lnTo>
                <a:lnTo>
                  <a:pt x="4050" y="2959"/>
                </a:lnTo>
                <a:lnTo>
                  <a:pt x="4049" y="2958"/>
                </a:lnTo>
                <a:lnTo>
                  <a:pt x="4049" y="2957"/>
                </a:lnTo>
                <a:lnTo>
                  <a:pt x="4050" y="2956"/>
                </a:lnTo>
                <a:lnTo>
                  <a:pt x="4050" y="2955"/>
                </a:lnTo>
                <a:lnTo>
                  <a:pt x="4050" y="2954"/>
                </a:lnTo>
                <a:lnTo>
                  <a:pt x="4049" y="2954"/>
                </a:lnTo>
                <a:lnTo>
                  <a:pt x="4049" y="2953"/>
                </a:lnTo>
                <a:lnTo>
                  <a:pt x="4049" y="2952"/>
                </a:lnTo>
                <a:lnTo>
                  <a:pt x="4049" y="2953"/>
                </a:lnTo>
                <a:lnTo>
                  <a:pt x="4049" y="2954"/>
                </a:lnTo>
                <a:lnTo>
                  <a:pt x="4049" y="2955"/>
                </a:lnTo>
                <a:lnTo>
                  <a:pt x="4049" y="2956"/>
                </a:lnTo>
                <a:lnTo>
                  <a:pt x="4049" y="2955"/>
                </a:lnTo>
                <a:lnTo>
                  <a:pt x="4048" y="2955"/>
                </a:lnTo>
                <a:lnTo>
                  <a:pt x="4048" y="2956"/>
                </a:lnTo>
                <a:lnTo>
                  <a:pt x="4048" y="2957"/>
                </a:lnTo>
                <a:lnTo>
                  <a:pt x="4048" y="2958"/>
                </a:lnTo>
                <a:lnTo>
                  <a:pt x="4048" y="2959"/>
                </a:lnTo>
                <a:lnTo>
                  <a:pt x="4049" y="2960"/>
                </a:lnTo>
                <a:lnTo>
                  <a:pt x="4048" y="2961"/>
                </a:lnTo>
                <a:lnTo>
                  <a:pt x="4047" y="2962"/>
                </a:lnTo>
                <a:lnTo>
                  <a:pt x="4045" y="2963"/>
                </a:lnTo>
                <a:lnTo>
                  <a:pt x="4044" y="2963"/>
                </a:lnTo>
                <a:lnTo>
                  <a:pt x="4043" y="2964"/>
                </a:lnTo>
                <a:lnTo>
                  <a:pt x="4042" y="2965"/>
                </a:lnTo>
                <a:lnTo>
                  <a:pt x="4041" y="2964"/>
                </a:lnTo>
                <a:lnTo>
                  <a:pt x="4040" y="2965"/>
                </a:lnTo>
                <a:lnTo>
                  <a:pt x="4039" y="2965"/>
                </a:lnTo>
                <a:lnTo>
                  <a:pt x="4039" y="2964"/>
                </a:lnTo>
                <a:lnTo>
                  <a:pt x="4038" y="2964"/>
                </a:lnTo>
                <a:lnTo>
                  <a:pt x="4037" y="2965"/>
                </a:lnTo>
                <a:lnTo>
                  <a:pt x="4037" y="2964"/>
                </a:lnTo>
                <a:lnTo>
                  <a:pt x="4036" y="2964"/>
                </a:lnTo>
                <a:lnTo>
                  <a:pt x="4035" y="2965"/>
                </a:lnTo>
                <a:lnTo>
                  <a:pt x="4036" y="2965"/>
                </a:lnTo>
                <a:lnTo>
                  <a:pt x="4035" y="2966"/>
                </a:lnTo>
                <a:lnTo>
                  <a:pt x="4034" y="2967"/>
                </a:lnTo>
                <a:lnTo>
                  <a:pt x="4033" y="2967"/>
                </a:lnTo>
                <a:lnTo>
                  <a:pt x="4032" y="2967"/>
                </a:lnTo>
                <a:lnTo>
                  <a:pt x="4032" y="2968"/>
                </a:lnTo>
                <a:lnTo>
                  <a:pt x="4032" y="2969"/>
                </a:lnTo>
                <a:lnTo>
                  <a:pt x="4031" y="2969"/>
                </a:lnTo>
                <a:lnTo>
                  <a:pt x="4030" y="2969"/>
                </a:lnTo>
                <a:lnTo>
                  <a:pt x="4029" y="2968"/>
                </a:lnTo>
                <a:lnTo>
                  <a:pt x="4028" y="2968"/>
                </a:lnTo>
                <a:lnTo>
                  <a:pt x="4028" y="2967"/>
                </a:lnTo>
                <a:lnTo>
                  <a:pt x="4027" y="2966"/>
                </a:lnTo>
                <a:lnTo>
                  <a:pt x="4027" y="2965"/>
                </a:lnTo>
                <a:lnTo>
                  <a:pt x="4027" y="2963"/>
                </a:lnTo>
                <a:lnTo>
                  <a:pt x="4026" y="2963"/>
                </a:lnTo>
                <a:lnTo>
                  <a:pt x="4027" y="2962"/>
                </a:lnTo>
                <a:lnTo>
                  <a:pt x="4027" y="2960"/>
                </a:lnTo>
                <a:lnTo>
                  <a:pt x="4026" y="2960"/>
                </a:lnTo>
                <a:lnTo>
                  <a:pt x="4026" y="2959"/>
                </a:lnTo>
                <a:lnTo>
                  <a:pt x="4027" y="2959"/>
                </a:lnTo>
                <a:lnTo>
                  <a:pt x="4028" y="2958"/>
                </a:lnTo>
                <a:lnTo>
                  <a:pt x="4028" y="2957"/>
                </a:lnTo>
                <a:lnTo>
                  <a:pt x="4027" y="2957"/>
                </a:lnTo>
                <a:lnTo>
                  <a:pt x="4026" y="2957"/>
                </a:lnTo>
                <a:lnTo>
                  <a:pt x="4026" y="2956"/>
                </a:lnTo>
                <a:lnTo>
                  <a:pt x="4026" y="2957"/>
                </a:lnTo>
                <a:lnTo>
                  <a:pt x="4025" y="2958"/>
                </a:lnTo>
                <a:lnTo>
                  <a:pt x="4025" y="2959"/>
                </a:lnTo>
                <a:lnTo>
                  <a:pt x="4024" y="2959"/>
                </a:lnTo>
                <a:lnTo>
                  <a:pt x="4023" y="2958"/>
                </a:lnTo>
                <a:lnTo>
                  <a:pt x="4023" y="2959"/>
                </a:lnTo>
                <a:lnTo>
                  <a:pt x="4022" y="2960"/>
                </a:lnTo>
                <a:lnTo>
                  <a:pt x="4022" y="2961"/>
                </a:lnTo>
                <a:lnTo>
                  <a:pt x="4022" y="2962"/>
                </a:lnTo>
                <a:lnTo>
                  <a:pt x="4021" y="2963"/>
                </a:lnTo>
                <a:lnTo>
                  <a:pt x="4020" y="2963"/>
                </a:lnTo>
                <a:lnTo>
                  <a:pt x="4020" y="2964"/>
                </a:lnTo>
                <a:lnTo>
                  <a:pt x="4019" y="2965"/>
                </a:lnTo>
                <a:lnTo>
                  <a:pt x="4019" y="2966"/>
                </a:lnTo>
                <a:lnTo>
                  <a:pt x="4018" y="2966"/>
                </a:lnTo>
                <a:lnTo>
                  <a:pt x="4017" y="2966"/>
                </a:lnTo>
                <a:lnTo>
                  <a:pt x="4016" y="2966"/>
                </a:lnTo>
                <a:lnTo>
                  <a:pt x="4015" y="2966"/>
                </a:lnTo>
                <a:lnTo>
                  <a:pt x="4015" y="2967"/>
                </a:lnTo>
                <a:lnTo>
                  <a:pt x="4014" y="2967"/>
                </a:lnTo>
                <a:lnTo>
                  <a:pt x="4012" y="2967"/>
                </a:lnTo>
                <a:lnTo>
                  <a:pt x="4012" y="2968"/>
                </a:lnTo>
                <a:lnTo>
                  <a:pt x="4012" y="2969"/>
                </a:lnTo>
                <a:lnTo>
                  <a:pt x="4013" y="2970"/>
                </a:lnTo>
                <a:lnTo>
                  <a:pt x="4013" y="2969"/>
                </a:lnTo>
                <a:lnTo>
                  <a:pt x="4014" y="2969"/>
                </a:lnTo>
                <a:lnTo>
                  <a:pt x="4016" y="2972"/>
                </a:lnTo>
                <a:lnTo>
                  <a:pt x="4015" y="2973"/>
                </a:lnTo>
                <a:lnTo>
                  <a:pt x="4014" y="2974"/>
                </a:lnTo>
                <a:lnTo>
                  <a:pt x="4013" y="2975"/>
                </a:lnTo>
                <a:lnTo>
                  <a:pt x="4013" y="2976"/>
                </a:lnTo>
                <a:lnTo>
                  <a:pt x="4013" y="2977"/>
                </a:lnTo>
                <a:lnTo>
                  <a:pt x="4013" y="2978"/>
                </a:lnTo>
                <a:lnTo>
                  <a:pt x="4013" y="2979"/>
                </a:lnTo>
                <a:lnTo>
                  <a:pt x="4012" y="2979"/>
                </a:lnTo>
                <a:lnTo>
                  <a:pt x="4011" y="2978"/>
                </a:lnTo>
                <a:lnTo>
                  <a:pt x="4007" y="2978"/>
                </a:lnTo>
                <a:lnTo>
                  <a:pt x="4006" y="2977"/>
                </a:lnTo>
                <a:lnTo>
                  <a:pt x="4005" y="2977"/>
                </a:lnTo>
                <a:lnTo>
                  <a:pt x="4005" y="2976"/>
                </a:lnTo>
                <a:lnTo>
                  <a:pt x="4003" y="2975"/>
                </a:lnTo>
                <a:lnTo>
                  <a:pt x="4002" y="2975"/>
                </a:lnTo>
                <a:lnTo>
                  <a:pt x="4001" y="2975"/>
                </a:lnTo>
                <a:lnTo>
                  <a:pt x="4001" y="2976"/>
                </a:lnTo>
                <a:lnTo>
                  <a:pt x="4002" y="2977"/>
                </a:lnTo>
                <a:lnTo>
                  <a:pt x="4001" y="2978"/>
                </a:lnTo>
                <a:lnTo>
                  <a:pt x="4001" y="2979"/>
                </a:lnTo>
                <a:lnTo>
                  <a:pt x="4000" y="2980"/>
                </a:lnTo>
                <a:lnTo>
                  <a:pt x="3999" y="2980"/>
                </a:lnTo>
                <a:lnTo>
                  <a:pt x="4000" y="2981"/>
                </a:lnTo>
                <a:lnTo>
                  <a:pt x="4001" y="2982"/>
                </a:lnTo>
                <a:lnTo>
                  <a:pt x="4000" y="2982"/>
                </a:lnTo>
                <a:lnTo>
                  <a:pt x="3999" y="2982"/>
                </a:lnTo>
                <a:lnTo>
                  <a:pt x="4001" y="2983"/>
                </a:lnTo>
                <a:lnTo>
                  <a:pt x="4001" y="2984"/>
                </a:lnTo>
                <a:lnTo>
                  <a:pt x="4002" y="2984"/>
                </a:lnTo>
                <a:lnTo>
                  <a:pt x="4004" y="2983"/>
                </a:lnTo>
                <a:lnTo>
                  <a:pt x="4005" y="2983"/>
                </a:lnTo>
                <a:lnTo>
                  <a:pt x="4006" y="2983"/>
                </a:lnTo>
                <a:lnTo>
                  <a:pt x="4008" y="2983"/>
                </a:lnTo>
                <a:lnTo>
                  <a:pt x="4009" y="2982"/>
                </a:lnTo>
                <a:lnTo>
                  <a:pt x="4011" y="2982"/>
                </a:lnTo>
                <a:lnTo>
                  <a:pt x="4013" y="2982"/>
                </a:lnTo>
                <a:lnTo>
                  <a:pt x="4014" y="2982"/>
                </a:lnTo>
                <a:lnTo>
                  <a:pt x="4015" y="2982"/>
                </a:lnTo>
                <a:lnTo>
                  <a:pt x="4016" y="2982"/>
                </a:lnTo>
                <a:lnTo>
                  <a:pt x="4016" y="2983"/>
                </a:lnTo>
                <a:lnTo>
                  <a:pt x="4016" y="2984"/>
                </a:lnTo>
                <a:lnTo>
                  <a:pt x="4015" y="2984"/>
                </a:lnTo>
                <a:lnTo>
                  <a:pt x="4014" y="2984"/>
                </a:lnTo>
                <a:lnTo>
                  <a:pt x="4014" y="2985"/>
                </a:lnTo>
                <a:lnTo>
                  <a:pt x="4014" y="2986"/>
                </a:lnTo>
                <a:lnTo>
                  <a:pt x="4015" y="2986"/>
                </a:lnTo>
                <a:lnTo>
                  <a:pt x="4015" y="2987"/>
                </a:lnTo>
                <a:lnTo>
                  <a:pt x="4014" y="2987"/>
                </a:lnTo>
                <a:lnTo>
                  <a:pt x="4014" y="2988"/>
                </a:lnTo>
                <a:lnTo>
                  <a:pt x="4013" y="2988"/>
                </a:lnTo>
                <a:lnTo>
                  <a:pt x="4013" y="2989"/>
                </a:lnTo>
                <a:lnTo>
                  <a:pt x="4014" y="2988"/>
                </a:lnTo>
                <a:lnTo>
                  <a:pt x="4016" y="2987"/>
                </a:lnTo>
                <a:lnTo>
                  <a:pt x="4017" y="2987"/>
                </a:lnTo>
                <a:lnTo>
                  <a:pt x="4018" y="2987"/>
                </a:lnTo>
                <a:lnTo>
                  <a:pt x="4019" y="2987"/>
                </a:lnTo>
                <a:lnTo>
                  <a:pt x="4019" y="2988"/>
                </a:lnTo>
                <a:lnTo>
                  <a:pt x="4019" y="2989"/>
                </a:lnTo>
                <a:lnTo>
                  <a:pt x="4020" y="2990"/>
                </a:lnTo>
                <a:lnTo>
                  <a:pt x="4020" y="2991"/>
                </a:lnTo>
                <a:lnTo>
                  <a:pt x="4020" y="2992"/>
                </a:lnTo>
                <a:lnTo>
                  <a:pt x="4021" y="2992"/>
                </a:lnTo>
                <a:lnTo>
                  <a:pt x="4022" y="2993"/>
                </a:lnTo>
                <a:lnTo>
                  <a:pt x="4021" y="2993"/>
                </a:lnTo>
                <a:lnTo>
                  <a:pt x="4021" y="2994"/>
                </a:lnTo>
                <a:lnTo>
                  <a:pt x="4021" y="2995"/>
                </a:lnTo>
                <a:lnTo>
                  <a:pt x="4022" y="2996"/>
                </a:lnTo>
                <a:lnTo>
                  <a:pt x="4022" y="2997"/>
                </a:lnTo>
                <a:lnTo>
                  <a:pt x="4021" y="2997"/>
                </a:lnTo>
                <a:lnTo>
                  <a:pt x="4021" y="2996"/>
                </a:lnTo>
                <a:lnTo>
                  <a:pt x="4020" y="2996"/>
                </a:lnTo>
                <a:lnTo>
                  <a:pt x="4019" y="2997"/>
                </a:lnTo>
                <a:lnTo>
                  <a:pt x="4018" y="2998"/>
                </a:lnTo>
                <a:lnTo>
                  <a:pt x="4017" y="2998"/>
                </a:lnTo>
                <a:lnTo>
                  <a:pt x="4016" y="2998"/>
                </a:lnTo>
                <a:lnTo>
                  <a:pt x="4015" y="2999"/>
                </a:lnTo>
                <a:lnTo>
                  <a:pt x="4015" y="3000"/>
                </a:lnTo>
                <a:lnTo>
                  <a:pt x="4014" y="3000"/>
                </a:lnTo>
                <a:lnTo>
                  <a:pt x="4013" y="3000"/>
                </a:lnTo>
                <a:lnTo>
                  <a:pt x="4013" y="3001"/>
                </a:lnTo>
                <a:lnTo>
                  <a:pt x="4013" y="3002"/>
                </a:lnTo>
                <a:lnTo>
                  <a:pt x="4012" y="3002"/>
                </a:lnTo>
                <a:lnTo>
                  <a:pt x="4012" y="3003"/>
                </a:lnTo>
                <a:lnTo>
                  <a:pt x="4011" y="3003"/>
                </a:lnTo>
                <a:lnTo>
                  <a:pt x="4010" y="3003"/>
                </a:lnTo>
                <a:lnTo>
                  <a:pt x="4009" y="3004"/>
                </a:lnTo>
                <a:lnTo>
                  <a:pt x="4009" y="3005"/>
                </a:lnTo>
                <a:lnTo>
                  <a:pt x="4008" y="3005"/>
                </a:lnTo>
                <a:lnTo>
                  <a:pt x="4008" y="3006"/>
                </a:lnTo>
                <a:lnTo>
                  <a:pt x="4008" y="3007"/>
                </a:lnTo>
                <a:lnTo>
                  <a:pt x="4007" y="3008"/>
                </a:lnTo>
                <a:lnTo>
                  <a:pt x="4006" y="3008"/>
                </a:lnTo>
                <a:lnTo>
                  <a:pt x="4006" y="3007"/>
                </a:lnTo>
                <a:lnTo>
                  <a:pt x="4007" y="3007"/>
                </a:lnTo>
                <a:lnTo>
                  <a:pt x="4007" y="3006"/>
                </a:lnTo>
                <a:lnTo>
                  <a:pt x="4007" y="3005"/>
                </a:lnTo>
                <a:lnTo>
                  <a:pt x="4006" y="3005"/>
                </a:lnTo>
                <a:lnTo>
                  <a:pt x="4006" y="3004"/>
                </a:lnTo>
                <a:lnTo>
                  <a:pt x="4005" y="3004"/>
                </a:lnTo>
                <a:lnTo>
                  <a:pt x="4005" y="3003"/>
                </a:lnTo>
                <a:lnTo>
                  <a:pt x="4006" y="3003"/>
                </a:lnTo>
                <a:lnTo>
                  <a:pt x="4005" y="3003"/>
                </a:lnTo>
                <a:lnTo>
                  <a:pt x="4005" y="3004"/>
                </a:lnTo>
                <a:lnTo>
                  <a:pt x="4005" y="3005"/>
                </a:lnTo>
                <a:lnTo>
                  <a:pt x="4006" y="3006"/>
                </a:lnTo>
                <a:lnTo>
                  <a:pt x="4005" y="3006"/>
                </a:lnTo>
                <a:lnTo>
                  <a:pt x="4004" y="3005"/>
                </a:lnTo>
                <a:lnTo>
                  <a:pt x="4004" y="3006"/>
                </a:lnTo>
                <a:lnTo>
                  <a:pt x="4004" y="3005"/>
                </a:lnTo>
                <a:lnTo>
                  <a:pt x="4004" y="3006"/>
                </a:lnTo>
                <a:lnTo>
                  <a:pt x="4003" y="3006"/>
                </a:lnTo>
                <a:lnTo>
                  <a:pt x="4005" y="3007"/>
                </a:lnTo>
                <a:lnTo>
                  <a:pt x="4006" y="3007"/>
                </a:lnTo>
                <a:lnTo>
                  <a:pt x="4005" y="3008"/>
                </a:lnTo>
                <a:lnTo>
                  <a:pt x="4004" y="3009"/>
                </a:lnTo>
                <a:lnTo>
                  <a:pt x="4004" y="3010"/>
                </a:lnTo>
                <a:lnTo>
                  <a:pt x="4003" y="3011"/>
                </a:lnTo>
                <a:lnTo>
                  <a:pt x="4003" y="3012"/>
                </a:lnTo>
                <a:lnTo>
                  <a:pt x="4002" y="3011"/>
                </a:lnTo>
                <a:lnTo>
                  <a:pt x="4002" y="3012"/>
                </a:lnTo>
                <a:lnTo>
                  <a:pt x="4001" y="3012"/>
                </a:lnTo>
                <a:lnTo>
                  <a:pt x="4001" y="3013"/>
                </a:lnTo>
                <a:lnTo>
                  <a:pt x="4000" y="3015"/>
                </a:lnTo>
                <a:lnTo>
                  <a:pt x="4000" y="3019"/>
                </a:lnTo>
                <a:lnTo>
                  <a:pt x="4001" y="3020"/>
                </a:lnTo>
                <a:lnTo>
                  <a:pt x="4000" y="3020"/>
                </a:lnTo>
                <a:lnTo>
                  <a:pt x="4000" y="3021"/>
                </a:lnTo>
                <a:lnTo>
                  <a:pt x="3999" y="3021"/>
                </a:lnTo>
                <a:lnTo>
                  <a:pt x="3998" y="3021"/>
                </a:lnTo>
                <a:lnTo>
                  <a:pt x="3998" y="3020"/>
                </a:lnTo>
                <a:lnTo>
                  <a:pt x="3996" y="3021"/>
                </a:lnTo>
                <a:lnTo>
                  <a:pt x="3995" y="3021"/>
                </a:lnTo>
                <a:lnTo>
                  <a:pt x="3995" y="3022"/>
                </a:lnTo>
                <a:lnTo>
                  <a:pt x="3994" y="3022"/>
                </a:lnTo>
                <a:lnTo>
                  <a:pt x="3994" y="3023"/>
                </a:lnTo>
                <a:lnTo>
                  <a:pt x="3994" y="3024"/>
                </a:lnTo>
                <a:lnTo>
                  <a:pt x="3993" y="3024"/>
                </a:lnTo>
                <a:lnTo>
                  <a:pt x="3992" y="3024"/>
                </a:lnTo>
                <a:lnTo>
                  <a:pt x="3992" y="3025"/>
                </a:lnTo>
                <a:lnTo>
                  <a:pt x="3991" y="3025"/>
                </a:lnTo>
                <a:lnTo>
                  <a:pt x="3991" y="3026"/>
                </a:lnTo>
                <a:lnTo>
                  <a:pt x="3991" y="3027"/>
                </a:lnTo>
                <a:lnTo>
                  <a:pt x="3991" y="3028"/>
                </a:lnTo>
                <a:lnTo>
                  <a:pt x="3990" y="3028"/>
                </a:lnTo>
                <a:lnTo>
                  <a:pt x="3989" y="3028"/>
                </a:lnTo>
                <a:lnTo>
                  <a:pt x="3989" y="3029"/>
                </a:lnTo>
                <a:lnTo>
                  <a:pt x="3989" y="3030"/>
                </a:lnTo>
                <a:lnTo>
                  <a:pt x="3989" y="3031"/>
                </a:lnTo>
                <a:lnTo>
                  <a:pt x="3989" y="3032"/>
                </a:lnTo>
                <a:lnTo>
                  <a:pt x="3988" y="3032"/>
                </a:lnTo>
                <a:lnTo>
                  <a:pt x="3988" y="3033"/>
                </a:lnTo>
                <a:lnTo>
                  <a:pt x="3987" y="3033"/>
                </a:lnTo>
                <a:lnTo>
                  <a:pt x="3986" y="3034"/>
                </a:lnTo>
                <a:lnTo>
                  <a:pt x="3986" y="3033"/>
                </a:lnTo>
                <a:lnTo>
                  <a:pt x="3986" y="3032"/>
                </a:lnTo>
                <a:lnTo>
                  <a:pt x="3986" y="3031"/>
                </a:lnTo>
                <a:lnTo>
                  <a:pt x="3985" y="3031"/>
                </a:lnTo>
                <a:lnTo>
                  <a:pt x="3985" y="3030"/>
                </a:lnTo>
                <a:lnTo>
                  <a:pt x="3986" y="3030"/>
                </a:lnTo>
                <a:lnTo>
                  <a:pt x="3987" y="3029"/>
                </a:lnTo>
                <a:lnTo>
                  <a:pt x="3988" y="3029"/>
                </a:lnTo>
                <a:lnTo>
                  <a:pt x="3987" y="3028"/>
                </a:lnTo>
                <a:lnTo>
                  <a:pt x="3988" y="3028"/>
                </a:lnTo>
                <a:lnTo>
                  <a:pt x="3988" y="3027"/>
                </a:lnTo>
                <a:lnTo>
                  <a:pt x="3989" y="3027"/>
                </a:lnTo>
                <a:lnTo>
                  <a:pt x="3988" y="3026"/>
                </a:lnTo>
                <a:lnTo>
                  <a:pt x="3989" y="3026"/>
                </a:lnTo>
                <a:lnTo>
                  <a:pt x="3989" y="3025"/>
                </a:lnTo>
                <a:lnTo>
                  <a:pt x="3990" y="3025"/>
                </a:lnTo>
                <a:lnTo>
                  <a:pt x="3991" y="3024"/>
                </a:lnTo>
                <a:lnTo>
                  <a:pt x="3990" y="3024"/>
                </a:lnTo>
                <a:lnTo>
                  <a:pt x="3990" y="3025"/>
                </a:lnTo>
                <a:lnTo>
                  <a:pt x="3989" y="3025"/>
                </a:lnTo>
                <a:lnTo>
                  <a:pt x="3989" y="3024"/>
                </a:lnTo>
                <a:lnTo>
                  <a:pt x="3989" y="3023"/>
                </a:lnTo>
                <a:lnTo>
                  <a:pt x="3988" y="3023"/>
                </a:lnTo>
                <a:lnTo>
                  <a:pt x="3988" y="3022"/>
                </a:lnTo>
                <a:lnTo>
                  <a:pt x="3988" y="3021"/>
                </a:lnTo>
                <a:lnTo>
                  <a:pt x="3989" y="3020"/>
                </a:lnTo>
                <a:lnTo>
                  <a:pt x="3988" y="3021"/>
                </a:lnTo>
                <a:lnTo>
                  <a:pt x="3987" y="3022"/>
                </a:lnTo>
                <a:lnTo>
                  <a:pt x="3986" y="3023"/>
                </a:lnTo>
                <a:lnTo>
                  <a:pt x="3986" y="3022"/>
                </a:lnTo>
                <a:lnTo>
                  <a:pt x="3985" y="3022"/>
                </a:lnTo>
                <a:lnTo>
                  <a:pt x="3984" y="3021"/>
                </a:lnTo>
                <a:lnTo>
                  <a:pt x="3984" y="3020"/>
                </a:lnTo>
                <a:lnTo>
                  <a:pt x="3983" y="3020"/>
                </a:lnTo>
                <a:lnTo>
                  <a:pt x="3983" y="3019"/>
                </a:lnTo>
                <a:lnTo>
                  <a:pt x="3982" y="3019"/>
                </a:lnTo>
                <a:lnTo>
                  <a:pt x="3982" y="3020"/>
                </a:lnTo>
                <a:lnTo>
                  <a:pt x="3983" y="3019"/>
                </a:lnTo>
                <a:lnTo>
                  <a:pt x="3983" y="3020"/>
                </a:lnTo>
                <a:lnTo>
                  <a:pt x="3983" y="3021"/>
                </a:lnTo>
                <a:lnTo>
                  <a:pt x="3984" y="3021"/>
                </a:lnTo>
                <a:lnTo>
                  <a:pt x="3984" y="3022"/>
                </a:lnTo>
                <a:lnTo>
                  <a:pt x="3983" y="3022"/>
                </a:lnTo>
                <a:lnTo>
                  <a:pt x="3982" y="3024"/>
                </a:lnTo>
                <a:lnTo>
                  <a:pt x="3982" y="3025"/>
                </a:lnTo>
                <a:lnTo>
                  <a:pt x="3982" y="3026"/>
                </a:lnTo>
                <a:lnTo>
                  <a:pt x="3982" y="3027"/>
                </a:lnTo>
                <a:lnTo>
                  <a:pt x="3983" y="3027"/>
                </a:lnTo>
                <a:lnTo>
                  <a:pt x="3982" y="3027"/>
                </a:lnTo>
                <a:lnTo>
                  <a:pt x="3983" y="3028"/>
                </a:lnTo>
                <a:lnTo>
                  <a:pt x="3983" y="3029"/>
                </a:lnTo>
                <a:lnTo>
                  <a:pt x="3982" y="3029"/>
                </a:lnTo>
                <a:lnTo>
                  <a:pt x="3981" y="3030"/>
                </a:lnTo>
                <a:lnTo>
                  <a:pt x="3980" y="3031"/>
                </a:lnTo>
                <a:lnTo>
                  <a:pt x="3979" y="3032"/>
                </a:lnTo>
                <a:lnTo>
                  <a:pt x="3978" y="3032"/>
                </a:lnTo>
                <a:lnTo>
                  <a:pt x="3977" y="3033"/>
                </a:lnTo>
                <a:lnTo>
                  <a:pt x="3977" y="3035"/>
                </a:lnTo>
                <a:lnTo>
                  <a:pt x="3976" y="3038"/>
                </a:lnTo>
                <a:lnTo>
                  <a:pt x="3976" y="3039"/>
                </a:lnTo>
                <a:lnTo>
                  <a:pt x="3976" y="3040"/>
                </a:lnTo>
                <a:lnTo>
                  <a:pt x="3976" y="3041"/>
                </a:lnTo>
                <a:lnTo>
                  <a:pt x="3976" y="3042"/>
                </a:lnTo>
                <a:lnTo>
                  <a:pt x="3976" y="3043"/>
                </a:lnTo>
                <a:lnTo>
                  <a:pt x="3976" y="3044"/>
                </a:lnTo>
                <a:lnTo>
                  <a:pt x="3977" y="3045"/>
                </a:lnTo>
                <a:lnTo>
                  <a:pt x="3976" y="3047"/>
                </a:lnTo>
                <a:lnTo>
                  <a:pt x="3976" y="3048"/>
                </a:lnTo>
                <a:lnTo>
                  <a:pt x="3975" y="3048"/>
                </a:lnTo>
                <a:lnTo>
                  <a:pt x="3974" y="3049"/>
                </a:lnTo>
                <a:lnTo>
                  <a:pt x="3975" y="3049"/>
                </a:lnTo>
                <a:lnTo>
                  <a:pt x="3974" y="3049"/>
                </a:lnTo>
                <a:lnTo>
                  <a:pt x="3974" y="3050"/>
                </a:lnTo>
                <a:lnTo>
                  <a:pt x="3973" y="3050"/>
                </a:lnTo>
                <a:lnTo>
                  <a:pt x="3973" y="3051"/>
                </a:lnTo>
                <a:lnTo>
                  <a:pt x="3973" y="3052"/>
                </a:lnTo>
                <a:lnTo>
                  <a:pt x="3973" y="3053"/>
                </a:lnTo>
                <a:lnTo>
                  <a:pt x="3972" y="3053"/>
                </a:lnTo>
                <a:lnTo>
                  <a:pt x="3972" y="3052"/>
                </a:lnTo>
                <a:lnTo>
                  <a:pt x="3972" y="3051"/>
                </a:lnTo>
                <a:lnTo>
                  <a:pt x="3972" y="3050"/>
                </a:lnTo>
                <a:lnTo>
                  <a:pt x="3973" y="3050"/>
                </a:lnTo>
                <a:lnTo>
                  <a:pt x="3973" y="3049"/>
                </a:lnTo>
                <a:lnTo>
                  <a:pt x="3972" y="3048"/>
                </a:lnTo>
                <a:lnTo>
                  <a:pt x="3972" y="3047"/>
                </a:lnTo>
                <a:lnTo>
                  <a:pt x="3973" y="3047"/>
                </a:lnTo>
                <a:lnTo>
                  <a:pt x="3973" y="3046"/>
                </a:lnTo>
                <a:lnTo>
                  <a:pt x="3973" y="3045"/>
                </a:lnTo>
                <a:lnTo>
                  <a:pt x="3974" y="3045"/>
                </a:lnTo>
                <a:lnTo>
                  <a:pt x="3975" y="3044"/>
                </a:lnTo>
                <a:lnTo>
                  <a:pt x="3975" y="3043"/>
                </a:lnTo>
                <a:lnTo>
                  <a:pt x="3975" y="3042"/>
                </a:lnTo>
                <a:lnTo>
                  <a:pt x="3974" y="3041"/>
                </a:lnTo>
                <a:lnTo>
                  <a:pt x="3974" y="3040"/>
                </a:lnTo>
                <a:lnTo>
                  <a:pt x="3974" y="3039"/>
                </a:lnTo>
                <a:lnTo>
                  <a:pt x="3973" y="3039"/>
                </a:lnTo>
                <a:lnTo>
                  <a:pt x="3973" y="3038"/>
                </a:lnTo>
                <a:lnTo>
                  <a:pt x="3974" y="3038"/>
                </a:lnTo>
                <a:lnTo>
                  <a:pt x="3973" y="3037"/>
                </a:lnTo>
                <a:lnTo>
                  <a:pt x="3973" y="3036"/>
                </a:lnTo>
                <a:lnTo>
                  <a:pt x="3972" y="3036"/>
                </a:lnTo>
                <a:lnTo>
                  <a:pt x="3971" y="3036"/>
                </a:lnTo>
                <a:lnTo>
                  <a:pt x="3970" y="3036"/>
                </a:lnTo>
                <a:lnTo>
                  <a:pt x="3971" y="3035"/>
                </a:lnTo>
                <a:lnTo>
                  <a:pt x="3971" y="3034"/>
                </a:lnTo>
                <a:lnTo>
                  <a:pt x="3970" y="3034"/>
                </a:lnTo>
                <a:lnTo>
                  <a:pt x="3970" y="3035"/>
                </a:lnTo>
                <a:lnTo>
                  <a:pt x="3969" y="3034"/>
                </a:lnTo>
                <a:lnTo>
                  <a:pt x="3968" y="3034"/>
                </a:lnTo>
                <a:lnTo>
                  <a:pt x="3968" y="3033"/>
                </a:lnTo>
                <a:lnTo>
                  <a:pt x="3967" y="3033"/>
                </a:lnTo>
                <a:lnTo>
                  <a:pt x="3966" y="3033"/>
                </a:lnTo>
                <a:lnTo>
                  <a:pt x="3966" y="3032"/>
                </a:lnTo>
                <a:lnTo>
                  <a:pt x="3965" y="3032"/>
                </a:lnTo>
                <a:lnTo>
                  <a:pt x="3964" y="3032"/>
                </a:lnTo>
                <a:lnTo>
                  <a:pt x="3963" y="3032"/>
                </a:lnTo>
                <a:lnTo>
                  <a:pt x="3962" y="3032"/>
                </a:lnTo>
                <a:lnTo>
                  <a:pt x="3961" y="3032"/>
                </a:lnTo>
                <a:lnTo>
                  <a:pt x="3961" y="3031"/>
                </a:lnTo>
                <a:lnTo>
                  <a:pt x="3961" y="3032"/>
                </a:lnTo>
                <a:lnTo>
                  <a:pt x="3960" y="3031"/>
                </a:lnTo>
                <a:lnTo>
                  <a:pt x="3959" y="3030"/>
                </a:lnTo>
                <a:lnTo>
                  <a:pt x="3958" y="3030"/>
                </a:lnTo>
                <a:lnTo>
                  <a:pt x="3956" y="3030"/>
                </a:lnTo>
                <a:lnTo>
                  <a:pt x="3956" y="3031"/>
                </a:lnTo>
                <a:lnTo>
                  <a:pt x="3957" y="3031"/>
                </a:lnTo>
                <a:lnTo>
                  <a:pt x="3957" y="3032"/>
                </a:lnTo>
                <a:lnTo>
                  <a:pt x="3958" y="3033"/>
                </a:lnTo>
                <a:lnTo>
                  <a:pt x="3959" y="3033"/>
                </a:lnTo>
                <a:lnTo>
                  <a:pt x="3960" y="3033"/>
                </a:lnTo>
                <a:lnTo>
                  <a:pt x="3961" y="3033"/>
                </a:lnTo>
                <a:lnTo>
                  <a:pt x="3962" y="3033"/>
                </a:lnTo>
                <a:lnTo>
                  <a:pt x="3963" y="3033"/>
                </a:lnTo>
                <a:lnTo>
                  <a:pt x="3963" y="3034"/>
                </a:lnTo>
                <a:lnTo>
                  <a:pt x="3964" y="3034"/>
                </a:lnTo>
                <a:lnTo>
                  <a:pt x="3964" y="3035"/>
                </a:lnTo>
                <a:lnTo>
                  <a:pt x="3963" y="3035"/>
                </a:lnTo>
                <a:lnTo>
                  <a:pt x="3963" y="3036"/>
                </a:lnTo>
                <a:lnTo>
                  <a:pt x="3964" y="3036"/>
                </a:lnTo>
                <a:lnTo>
                  <a:pt x="3964" y="3037"/>
                </a:lnTo>
                <a:lnTo>
                  <a:pt x="3965" y="3037"/>
                </a:lnTo>
                <a:lnTo>
                  <a:pt x="3965" y="3038"/>
                </a:lnTo>
                <a:lnTo>
                  <a:pt x="3964" y="3039"/>
                </a:lnTo>
                <a:lnTo>
                  <a:pt x="3964" y="3040"/>
                </a:lnTo>
                <a:lnTo>
                  <a:pt x="3963" y="3040"/>
                </a:lnTo>
                <a:lnTo>
                  <a:pt x="3963" y="3041"/>
                </a:lnTo>
                <a:lnTo>
                  <a:pt x="3964" y="3041"/>
                </a:lnTo>
                <a:lnTo>
                  <a:pt x="3964" y="3042"/>
                </a:lnTo>
                <a:lnTo>
                  <a:pt x="3964" y="3041"/>
                </a:lnTo>
                <a:lnTo>
                  <a:pt x="3963" y="3041"/>
                </a:lnTo>
                <a:lnTo>
                  <a:pt x="3963" y="3042"/>
                </a:lnTo>
                <a:lnTo>
                  <a:pt x="3962" y="3042"/>
                </a:lnTo>
                <a:lnTo>
                  <a:pt x="3962" y="3043"/>
                </a:lnTo>
                <a:lnTo>
                  <a:pt x="3962" y="3044"/>
                </a:lnTo>
                <a:lnTo>
                  <a:pt x="3962" y="3045"/>
                </a:lnTo>
                <a:lnTo>
                  <a:pt x="3961" y="3045"/>
                </a:lnTo>
                <a:lnTo>
                  <a:pt x="3960" y="3046"/>
                </a:lnTo>
                <a:lnTo>
                  <a:pt x="3960" y="3047"/>
                </a:lnTo>
                <a:lnTo>
                  <a:pt x="3959" y="3047"/>
                </a:lnTo>
                <a:lnTo>
                  <a:pt x="3959" y="3048"/>
                </a:lnTo>
                <a:lnTo>
                  <a:pt x="3959" y="3049"/>
                </a:lnTo>
                <a:lnTo>
                  <a:pt x="3958" y="3048"/>
                </a:lnTo>
                <a:lnTo>
                  <a:pt x="3957" y="3047"/>
                </a:lnTo>
                <a:lnTo>
                  <a:pt x="3956" y="3047"/>
                </a:lnTo>
                <a:lnTo>
                  <a:pt x="3957" y="3048"/>
                </a:lnTo>
                <a:lnTo>
                  <a:pt x="3958" y="3048"/>
                </a:lnTo>
                <a:lnTo>
                  <a:pt x="3958" y="3049"/>
                </a:lnTo>
                <a:lnTo>
                  <a:pt x="3958" y="3050"/>
                </a:lnTo>
                <a:lnTo>
                  <a:pt x="3959" y="3050"/>
                </a:lnTo>
                <a:lnTo>
                  <a:pt x="3959" y="3051"/>
                </a:lnTo>
                <a:lnTo>
                  <a:pt x="3960" y="3050"/>
                </a:lnTo>
                <a:lnTo>
                  <a:pt x="3961" y="3050"/>
                </a:lnTo>
                <a:lnTo>
                  <a:pt x="3962" y="3050"/>
                </a:lnTo>
                <a:lnTo>
                  <a:pt x="3961" y="3049"/>
                </a:lnTo>
                <a:lnTo>
                  <a:pt x="3962" y="3049"/>
                </a:lnTo>
                <a:lnTo>
                  <a:pt x="3963" y="3049"/>
                </a:lnTo>
                <a:lnTo>
                  <a:pt x="3963" y="3048"/>
                </a:lnTo>
                <a:lnTo>
                  <a:pt x="3964" y="3048"/>
                </a:lnTo>
                <a:lnTo>
                  <a:pt x="3964" y="3049"/>
                </a:lnTo>
                <a:lnTo>
                  <a:pt x="3965" y="3050"/>
                </a:lnTo>
                <a:lnTo>
                  <a:pt x="3965" y="3049"/>
                </a:lnTo>
                <a:lnTo>
                  <a:pt x="3966" y="3049"/>
                </a:lnTo>
                <a:lnTo>
                  <a:pt x="3966" y="3050"/>
                </a:lnTo>
                <a:lnTo>
                  <a:pt x="3967" y="3050"/>
                </a:lnTo>
                <a:lnTo>
                  <a:pt x="3967" y="3051"/>
                </a:lnTo>
                <a:lnTo>
                  <a:pt x="3968" y="3051"/>
                </a:lnTo>
                <a:lnTo>
                  <a:pt x="3967" y="3051"/>
                </a:lnTo>
                <a:lnTo>
                  <a:pt x="3966" y="3051"/>
                </a:lnTo>
                <a:lnTo>
                  <a:pt x="3966" y="3052"/>
                </a:lnTo>
                <a:lnTo>
                  <a:pt x="3966" y="3053"/>
                </a:lnTo>
                <a:lnTo>
                  <a:pt x="3965" y="3053"/>
                </a:lnTo>
                <a:lnTo>
                  <a:pt x="3965" y="3052"/>
                </a:lnTo>
                <a:lnTo>
                  <a:pt x="3964" y="3052"/>
                </a:lnTo>
                <a:lnTo>
                  <a:pt x="3963" y="3052"/>
                </a:lnTo>
                <a:lnTo>
                  <a:pt x="3963" y="3053"/>
                </a:lnTo>
                <a:lnTo>
                  <a:pt x="3963" y="3054"/>
                </a:lnTo>
                <a:lnTo>
                  <a:pt x="3962" y="3054"/>
                </a:lnTo>
                <a:lnTo>
                  <a:pt x="3962" y="3055"/>
                </a:lnTo>
                <a:lnTo>
                  <a:pt x="3962" y="3056"/>
                </a:lnTo>
                <a:lnTo>
                  <a:pt x="3962" y="3057"/>
                </a:lnTo>
                <a:lnTo>
                  <a:pt x="3962" y="3058"/>
                </a:lnTo>
                <a:lnTo>
                  <a:pt x="3963" y="3058"/>
                </a:lnTo>
                <a:lnTo>
                  <a:pt x="3964" y="3059"/>
                </a:lnTo>
                <a:lnTo>
                  <a:pt x="3963" y="3059"/>
                </a:lnTo>
                <a:lnTo>
                  <a:pt x="3962" y="3059"/>
                </a:lnTo>
                <a:lnTo>
                  <a:pt x="3961" y="3059"/>
                </a:lnTo>
                <a:lnTo>
                  <a:pt x="3961" y="3060"/>
                </a:lnTo>
                <a:lnTo>
                  <a:pt x="3961" y="3059"/>
                </a:lnTo>
                <a:lnTo>
                  <a:pt x="3960" y="3059"/>
                </a:lnTo>
                <a:lnTo>
                  <a:pt x="3960" y="3058"/>
                </a:lnTo>
                <a:lnTo>
                  <a:pt x="3959" y="3058"/>
                </a:lnTo>
                <a:lnTo>
                  <a:pt x="3958" y="3059"/>
                </a:lnTo>
                <a:lnTo>
                  <a:pt x="3957" y="3060"/>
                </a:lnTo>
                <a:lnTo>
                  <a:pt x="3957" y="3062"/>
                </a:lnTo>
                <a:lnTo>
                  <a:pt x="3957" y="3064"/>
                </a:lnTo>
                <a:lnTo>
                  <a:pt x="3957" y="3065"/>
                </a:lnTo>
                <a:lnTo>
                  <a:pt x="3958" y="3066"/>
                </a:lnTo>
                <a:lnTo>
                  <a:pt x="3958" y="3065"/>
                </a:lnTo>
                <a:lnTo>
                  <a:pt x="3959" y="3065"/>
                </a:lnTo>
                <a:lnTo>
                  <a:pt x="3959" y="3066"/>
                </a:lnTo>
                <a:lnTo>
                  <a:pt x="3959" y="3067"/>
                </a:lnTo>
                <a:lnTo>
                  <a:pt x="3958" y="3067"/>
                </a:lnTo>
                <a:lnTo>
                  <a:pt x="3958" y="3066"/>
                </a:lnTo>
                <a:lnTo>
                  <a:pt x="3957" y="3066"/>
                </a:lnTo>
                <a:lnTo>
                  <a:pt x="3956" y="3067"/>
                </a:lnTo>
                <a:lnTo>
                  <a:pt x="3955" y="3067"/>
                </a:lnTo>
                <a:lnTo>
                  <a:pt x="3954" y="3067"/>
                </a:lnTo>
                <a:lnTo>
                  <a:pt x="3953" y="3068"/>
                </a:lnTo>
                <a:lnTo>
                  <a:pt x="3952" y="3068"/>
                </a:lnTo>
                <a:lnTo>
                  <a:pt x="3953" y="3068"/>
                </a:lnTo>
                <a:lnTo>
                  <a:pt x="3953" y="3067"/>
                </a:lnTo>
                <a:lnTo>
                  <a:pt x="3952" y="3067"/>
                </a:lnTo>
                <a:lnTo>
                  <a:pt x="3951" y="3067"/>
                </a:lnTo>
                <a:lnTo>
                  <a:pt x="3950" y="3067"/>
                </a:lnTo>
                <a:lnTo>
                  <a:pt x="3949" y="3067"/>
                </a:lnTo>
                <a:lnTo>
                  <a:pt x="3948" y="3068"/>
                </a:lnTo>
                <a:lnTo>
                  <a:pt x="3948" y="3067"/>
                </a:lnTo>
                <a:lnTo>
                  <a:pt x="3948" y="3066"/>
                </a:lnTo>
                <a:lnTo>
                  <a:pt x="3949" y="3066"/>
                </a:lnTo>
                <a:lnTo>
                  <a:pt x="3950" y="3065"/>
                </a:lnTo>
                <a:lnTo>
                  <a:pt x="3951" y="3064"/>
                </a:lnTo>
                <a:lnTo>
                  <a:pt x="3952" y="3064"/>
                </a:lnTo>
                <a:lnTo>
                  <a:pt x="3952" y="3063"/>
                </a:lnTo>
                <a:lnTo>
                  <a:pt x="3953" y="3061"/>
                </a:lnTo>
                <a:lnTo>
                  <a:pt x="3953" y="3060"/>
                </a:lnTo>
                <a:lnTo>
                  <a:pt x="3952" y="3057"/>
                </a:lnTo>
                <a:lnTo>
                  <a:pt x="3951" y="3057"/>
                </a:lnTo>
                <a:lnTo>
                  <a:pt x="3950" y="3056"/>
                </a:lnTo>
                <a:lnTo>
                  <a:pt x="3950" y="3055"/>
                </a:lnTo>
                <a:lnTo>
                  <a:pt x="3951" y="3055"/>
                </a:lnTo>
                <a:lnTo>
                  <a:pt x="3951" y="3054"/>
                </a:lnTo>
                <a:lnTo>
                  <a:pt x="3952" y="3053"/>
                </a:lnTo>
                <a:lnTo>
                  <a:pt x="3952" y="3052"/>
                </a:lnTo>
                <a:lnTo>
                  <a:pt x="3951" y="3052"/>
                </a:lnTo>
                <a:lnTo>
                  <a:pt x="3951" y="3051"/>
                </a:lnTo>
                <a:lnTo>
                  <a:pt x="3951" y="3050"/>
                </a:lnTo>
                <a:lnTo>
                  <a:pt x="3951" y="3049"/>
                </a:lnTo>
                <a:lnTo>
                  <a:pt x="3952" y="3048"/>
                </a:lnTo>
                <a:lnTo>
                  <a:pt x="3953" y="3048"/>
                </a:lnTo>
                <a:lnTo>
                  <a:pt x="3952" y="3048"/>
                </a:lnTo>
                <a:lnTo>
                  <a:pt x="3953" y="3047"/>
                </a:lnTo>
                <a:lnTo>
                  <a:pt x="3954" y="3046"/>
                </a:lnTo>
                <a:lnTo>
                  <a:pt x="3955" y="3046"/>
                </a:lnTo>
                <a:lnTo>
                  <a:pt x="3955" y="3047"/>
                </a:lnTo>
                <a:lnTo>
                  <a:pt x="3956" y="3047"/>
                </a:lnTo>
                <a:lnTo>
                  <a:pt x="3955" y="3046"/>
                </a:lnTo>
                <a:lnTo>
                  <a:pt x="3954" y="3046"/>
                </a:lnTo>
                <a:lnTo>
                  <a:pt x="3953" y="3047"/>
                </a:lnTo>
                <a:lnTo>
                  <a:pt x="3952" y="3047"/>
                </a:lnTo>
                <a:lnTo>
                  <a:pt x="3952" y="3048"/>
                </a:lnTo>
                <a:lnTo>
                  <a:pt x="3951" y="3048"/>
                </a:lnTo>
                <a:lnTo>
                  <a:pt x="3951" y="3049"/>
                </a:lnTo>
                <a:lnTo>
                  <a:pt x="3950" y="3049"/>
                </a:lnTo>
                <a:lnTo>
                  <a:pt x="3949" y="3049"/>
                </a:lnTo>
                <a:lnTo>
                  <a:pt x="3948" y="3049"/>
                </a:lnTo>
                <a:lnTo>
                  <a:pt x="3947" y="3049"/>
                </a:lnTo>
                <a:lnTo>
                  <a:pt x="3948" y="3049"/>
                </a:lnTo>
                <a:lnTo>
                  <a:pt x="3948" y="3050"/>
                </a:lnTo>
                <a:lnTo>
                  <a:pt x="3947" y="3050"/>
                </a:lnTo>
                <a:lnTo>
                  <a:pt x="3945" y="3051"/>
                </a:lnTo>
                <a:lnTo>
                  <a:pt x="3944" y="3051"/>
                </a:lnTo>
                <a:lnTo>
                  <a:pt x="3944" y="3052"/>
                </a:lnTo>
                <a:lnTo>
                  <a:pt x="3944" y="3053"/>
                </a:lnTo>
                <a:lnTo>
                  <a:pt x="3944" y="3055"/>
                </a:lnTo>
                <a:lnTo>
                  <a:pt x="3944" y="3056"/>
                </a:lnTo>
                <a:lnTo>
                  <a:pt x="3945" y="3057"/>
                </a:lnTo>
                <a:lnTo>
                  <a:pt x="3944" y="3057"/>
                </a:lnTo>
                <a:lnTo>
                  <a:pt x="3943" y="3057"/>
                </a:lnTo>
                <a:lnTo>
                  <a:pt x="3943" y="3058"/>
                </a:lnTo>
                <a:lnTo>
                  <a:pt x="3943" y="3059"/>
                </a:lnTo>
                <a:lnTo>
                  <a:pt x="3944" y="3060"/>
                </a:lnTo>
                <a:lnTo>
                  <a:pt x="3944" y="3061"/>
                </a:lnTo>
                <a:lnTo>
                  <a:pt x="3945" y="3061"/>
                </a:lnTo>
                <a:lnTo>
                  <a:pt x="3945" y="3062"/>
                </a:lnTo>
                <a:lnTo>
                  <a:pt x="3944" y="3062"/>
                </a:lnTo>
                <a:lnTo>
                  <a:pt x="3943" y="3062"/>
                </a:lnTo>
                <a:lnTo>
                  <a:pt x="3942" y="3062"/>
                </a:lnTo>
                <a:lnTo>
                  <a:pt x="3942" y="3063"/>
                </a:lnTo>
                <a:lnTo>
                  <a:pt x="3942" y="3064"/>
                </a:lnTo>
                <a:lnTo>
                  <a:pt x="3941" y="3064"/>
                </a:lnTo>
                <a:lnTo>
                  <a:pt x="3940" y="3065"/>
                </a:lnTo>
                <a:lnTo>
                  <a:pt x="3940" y="3064"/>
                </a:lnTo>
                <a:lnTo>
                  <a:pt x="3940" y="3063"/>
                </a:lnTo>
                <a:lnTo>
                  <a:pt x="3940" y="3062"/>
                </a:lnTo>
                <a:lnTo>
                  <a:pt x="3940" y="3061"/>
                </a:lnTo>
                <a:lnTo>
                  <a:pt x="3941" y="3061"/>
                </a:lnTo>
                <a:lnTo>
                  <a:pt x="3941" y="3060"/>
                </a:lnTo>
                <a:lnTo>
                  <a:pt x="3941" y="3059"/>
                </a:lnTo>
                <a:lnTo>
                  <a:pt x="3941" y="3058"/>
                </a:lnTo>
                <a:lnTo>
                  <a:pt x="3942" y="3057"/>
                </a:lnTo>
                <a:lnTo>
                  <a:pt x="3941" y="3057"/>
                </a:lnTo>
                <a:lnTo>
                  <a:pt x="3941" y="3056"/>
                </a:lnTo>
                <a:lnTo>
                  <a:pt x="3940" y="3056"/>
                </a:lnTo>
                <a:lnTo>
                  <a:pt x="3941" y="3056"/>
                </a:lnTo>
                <a:lnTo>
                  <a:pt x="3941" y="3057"/>
                </a:lnTo>
                <a:lnTo>
                  <a:pt x="3940" y="3057"/>
                </a:lnTo>
                <a:lnTo>
                  <a:pt x="3940" y="3058"/>
                </a:lnTo>
                <a:lnTo>
                  <a:pt x="3940" y="3059"/>
                </a:lnTo>
                <a:lnTo>
                  <a:pt x="3940" y="3058"/>
                </a:lnTo>
                <a:lnTo>
                  <a:pt x="3940" y="3057"/>
                </a:lnTo>
                <a:lnTo>
                  <a:pt x="3939" y="3057"/>
                </a:lnTo>
                <a:lnTo>
                  <a:pt x="3938" y="3056"/>
                </a:lnTo>
                <a:lnTo>
                  <a:pt x="3938" y="3057"/>
                </a:lnTo>
                <a:lnTo>
                  <a:pt x="3939" y="3057"/>
                </a:lnTo>
                <a:lnTo>
                  <a:pt x="3939" y="3058"/>
                </a:lnTo>
                <a:lnTo>
                  <a:pt x="3939" y="3059"/>
                </a:lnTo>
                <a:lnTo>
                  <a:pt x="3938" y="3059"/>
                </a:lnTo>
                <a:lnTo>
                  <a:pt x="3939" y="3059"/>
                </a:lnTo>
                <a:lnTo>
                  <a:pt x="3939" y="3060"/>
                </a:lnTo>
                <a:lnTo>
                  <a:pt x="3940" y="3061"/>
                </a:lnTo>
                <a:lnTo>
                  <a:pt x="3940" y="3062"/>
                </a:lnTo>
                <a:lnTo>
                  <a:pt x="3938" y="3062"/>
                </a:lnTo>
                <a:lnTo>
                  <a:pt x="3937" y="3063"/>
                </a:lnTo>
                <a:lnTo>
                  <a:pt x="3936" y="3063"/>
                </a:lnTo>
                <a:lnTo>
                  <a:pt x="3934" y="3064"/>
                </a:lnTo>
                <a:lnTo>
                  <a:pt x="3933" y="3065"/>
                </a:lnTo>
                <a:lnTo>
                  <a:pt x="3932" y="3066"/>
                </a:lnTo>
                <a:lnTo>
                  <a:pt x="3931" y="3067"/>
                </a:lnTo>
                <a:lnTo>
                  <a:pt x="3931" y="3068"/>
                </a:lnTo>
                <a:lnTo>
                  <a:pt x="3930" y="3068"/>
                </a:lnTo>
                <a:lnTo>
                  <a:pt x="3929" y="3068"/>
                </a:lnTo>
                <a:lnTo>
                  <a:pt x="3928" y="3069"/>
                </a:lnTo>
                <a:lnTo>
                  <a:pt x="3927" y="3070"/>
                </a:lnTo>
                <a:lnTo>
                  <a:pt x="3927" y="3071"/>
                </a:lnTo>
                <a:lnTo>
                  <a:pt x="3927" y="3070"/>
                </a:lnTo>
                <a:lnTo>
                  <a:pt x="3926" y="3070"/>
                </a:lnTo>
                <a:lnTo>
                  <a:pt x="3926" y="3069"/>
                </a:lnTo>
                <a:lnTo>
                  <a:pt x="3927" y="3069"/>
                </a:lnTo>
                <a:lnTo>
                  <a:pt x="3927" y="3068"/>
                </a:lnTo>
                <a:lnTo>
                  <a:pt x="3926" y="3067"/>
                </a:lnTo>
                <a:lnTo>
                  <a:pt x="3927" y="3067"/>
                </a:lnTo>
                <a:lnTo>
                  <a:pt x="3927" y="3066"/>
                </a:lnTo>
                <a:lnTo>
                  <a:pt x="3926" y="3065"/>
                </a:lnTo>
                <a:lnTo>
                  <a:pt x="3926" y="3064"/>
                </a:lnTo>
                <a:lnTo>
                  <a:pt x="3926" y="3063"/>
                </a:lnTo>
                <a:lnTo>
                  <a:pt x="3924" y="3063"/>
                </a:lnTo>
                <a:lnTo>
                  <a:pt x="3923" y="3063"/>
                </a:lnTo>
                <a:lnTo>
                  <a:pt x="3922" y="3063"/>
                </a:lnTo>
                <a:lnTo>
                  <a:pt x="3922" y="3062"/>
                </a:lnTo>
                <a:lnTo>
                  <a:pt x="3922" y="3063"/>
                </a:lnTo>
                <a:lnTo>
                  <a:pt x="3921" y="3063"/>
                </a:lnTo>
                <a:lnTo>
                  <a:pt x="3920" y="3063"/>
                </a:lnTo>
                <a:lnTo>
                  <a:pt x="3919" y="3062"/>
                </a:lnTo>
                <a:lnTo>
                  <a:pt x="3918" y="3062"/>
                </a:lnTo>
                <a:lnTo>
                  <a:pt x="3917" y="3063"/>
                </a:lnTo>
                <a:lnTo>
                  <a:pt x="3916" y="3064"/>
                </a:lnTo>
                <a:lnTo>
                  <a:pt x="3916" y="3065"/>
                </a:lnTo>
                <a:lnTo>
                  <a:pt x="3917" y="3065"/>
                </a:lnTo>
                <a:lnTo>
                  <a:pt x="3917" y="3066"/>
                </a:lnTo>
                <a:lnTo>
                  <a:pt x="3917" y="3067"/>
                </a:lnTo>
                <a:lnTo>
                  <a:pt x="3916" y="3067"/>
                </a:lnTo>
                <a:lnTo>
                  <a:pt x="3916" y="3068"/>
                </a:lnTo>
                <a:lnTo>
                  <a:pt x="3916" y="3069"/>
                </a:lnTo>
                <a:lnTo>
                  <a:pt x="3916" y="3070"/>
                </a:lnTo>
                <a:lnTo>
                  <a:pt x="3917" y="3070"/>
                </a:lnTo>
                <a:lnTo>
                  <a:pt x="3917" y="3069"/>
                </a:lnTo>
                <a:lnTo>
                  <a:pt x="3918" y="3069"/>
                </a:lnTo>
                <a:lnTo>
                  <a:pt x="3919" y="3069"/>
                </a:lnTo>
                <a:lnTo>
                  <a:pt x="3919" y="3068"/>
                </a:lnTo>
                <a:lnTo>
                  <a:pt x="3920" y="3068"/>
                </a:lnTo>
                <a:lnTo>
                  <a:pt x="3921" y="3068"/>
                </a:lnTo>
                <a:lnTo>
                  <a:pt x="3921" y="3069"/>
                </a:lnTo>
                <a:lnTo>
                  <a:pt x="3921" y="3070"/>
                </a:lnTo>
                <a:lnTo>
                  <a:pt x="3920" y="3070"/>
                </a:lnTo>
                <a:lnTo>
                  <a:pt x="3919" y="3070"/>
                </a:lnTo>
                <a:lnTo>
                  <a:pt x="3919" y="3071"/>
                </a:lnTo>
                <a:lnTo>
                  <a:pt x="3919" y="3072"/>
                </a:lnTo>
                <a:lnTo>
                  <a:pt x="3919" y="3073"/>
                </a:lnTo>
                <a:lnTo>
                  <a:pt x="3919" y="3074"/>
                </a:lnTo>
                <a:lnTo>
                  <a:pt x="3918" y="3074"/>
                </a:lnTo>
                <a:lnTo>
                  <a:pt x="3917" y="3074"/>
                </a:lnTo>
                <a:lnTo>
                  <a:pt x="3916" y="3074"/>
                </a:lnTo>
                <a:lnTo>
                  <a:pt x="3916" y="3073"/>
                </a:lnTo>
                <a:lnTo>
                  <a:pt x="3915" y="3073"/>
                </a:lnTo>
                <a:lnTo>
                  <a:pt x="3914" y="3073"/>
                </a:lnTo>
                <a:lnTo>
                  <a:pt x="3913" y="3072"/>
                </a:lnTo>
                <a:lnTo>
                  <a:pt x="3913" y="3071"/>
                </a:lnTo>
                <a:lnTo>
                  <a:pt x="3914" y="3071"/>
                </a:lnTo>
                <a:lnTo>
                  <a:pt x="3915" y="3071"/>
                </a:lnTo>
                <a:lnTo>
                  <a:pt x="3916" y="3071"/>
                </a:lnTo>
                <a:lnTo>
                  <a:pt x="3915" y="3071"/>
                </a:lnTo>
                <a:lnTo>
                  <a:pt x="3914" y="3071"/>
                </a:lnTo>
                <a:lnTo>
                  <a:pt x="3914" y="3070"/>
                </a:lnTo>
                <a:lnTo>
                  <a:pt x="3914" y="3071"/>
                </a:lnTo>
                <a:lnTo>
                  <a:pt x="3913" y="3071"/>
                </a:lnTo>
                <a:lnTo>
                  <a:pt x="3912" y="3071"/>
                </a:lnTo>
                <a:lnTo>
                  <a:pt x="3912" y="3070"/>
                </a:lnTo>
                <a:lnTo>
                  <a:pt x="3910" y="3069"/>
                </a:lnTo>
                <a:lnTo>
                  <a:pt x="3909" y="3069"/>
                </a:lnTo>
                <a:lnTo>
                  <a:pt x="3908" y="3070"/>
                </a:lnTo>
                <a:lnTo>
                  <a:pt x="3909" y="3070"/>
                </a:lnTo>
                <a:lnTo>
                  <a:pt x="3910" y="3071"/>
                </a:lnTo>
                <a:lnTo>
                  <a:pt x="3909" y="3072"/>
                </a:lnTo>
                <a:lnTo>
                  <a:pt x="3908" y="3075"/>
                </a:lnTo>
                <a:lnTo>
                  <a:pt x="3907" y="3075"/>
                </a:lnTo>
                <a:lnTo>
                  <a:pt x="3907" y="3076"/>
                </a:lnTo>
                <a:lnTo>
                  <a:pt x="3907" y="3077"/>
                </a:lnTo>
                <a:lnTo>
                  <a:pt x="3907" y="3078"/>
                </a:lnTo>
                <a:lnTo>
                  <a:pt x="3908" y="3078"/>
                </a:lnTo>
                <a:lnTo>
                  <a:pt x="3908" y="3079"/>
                </a:lnTo>
                <a:lnTo>
                  <a:pt x="3907" y="3079"/>
                </a:lnTo>
                <a:lnTo>
                  <a:pt x="3906" y="3079"/>
                </a:lnTo>
                <a:lnTo>
                  <a:pt x="3905" y="3079"/>
                </a:lnTo>
                <a:lnTo>
                  <a:pt x="3904" y="3079"/>
                </a:lnTo>
                <a:lnTo>
                  <a:pt x="3904" y="3080"/>
                </a:lnTo>
                <a:lnTo>
                  <a:pt x="3903" y="3079"/>
                </a:lnTo>
                <a:lnTo>
                  <a:pt x="3903" y="3080"/>
                </a:lnTo>
                <a:lnTo>
                  <a:pt x="3904" y="3080"/>
                </a:lnTo>
                <a:lnTo>
                  <a:pt x="3905" y="3080"/>
                </a:lnTo>
                <a:lnTo>
                  <a:pt x="3906" y="3080"/>
                </a:lnTo>
                <a:lnTo>
                  <a:pt x="3907" y="3081"/>
                </a:lnTo>
                <a:lnTo>
                  <a:pt x="3907" y="3082"/>
                </a:lnTo>
                <a:lnTo>
                  <a:pt x="3907" y="3083"/>
                </a:lnTo>
                <a:lnTo>
                  <a:pt x="3907" y="3084"/>
                </a:lnTo>
                <a:lnTo>
                  <a:pt x="3907" y="3083"/>
                </a:lnTo>
                <a:lnTo>
                  <a:pt x="3907" y="3084"/>
                </a:lnTo>
                <a:lnTo>
                  <a:pt x="3906" y="3084"/>
                </a:lnTo>
                <a:lnTo>
                  <a:pt x="3905" y="3084"/>
                </a:lnTo>
                <a:lnTo>
                  <a:pt x="3905" y="3085"/>
                </a:lnTo>
                <a:lnTo>
                  <a:pt x="3904" y="3086"/>
                </a:lnTo>
                <a:lnTo>
                  <a:pt x="3904" y="3087"/>
                </a:lnTo>
                <a:lnTo>
                  <a:pt x="3903" y="3086"/>
                </a:lnTo>
                <a:lnTo>
                  <a:pt x="3903" y="3085"/>
                </a:lnTo>
                <a:lnTo>
                  <a:pt x="3902" y="3085"/>
                </a:lnTo>
                <a:lnTo>
                  <a:pt x="3902" y="3086"/>
                </a:lnTo>
                <a:lnTo>
                  <a:pt x="3902" y="3087"/>
                </a:lnTo>
                <a:lnTo>
                  <a:pt x="3903" y="3088"/>
                </a:lnTo>
                <a:lnTo>
                  <a:pt x="3902" y="3089"/>
                </a:lnTo>
                <a:lnTo>
                  <a:pt x="3901" y="3090"/>
                </a:lnTo>
                <a:lnTo>
                  <a:pt x="3901" y="3091"/>
                </a:lnTo>
                <a:lnTo>
                  <a:pt x="3900" y="3092"/>
                </a:lnTo>
                <a:lnTo>
                  <a:pt x="3900" y="3093"/>
                </a:lnTo>
                <a:lnTo>
                  <a:pt x="3899" y="3093"/>
                </a:lnTo>
                <a:lnTo>
                  <a:pt x="3898" y="3092"/>
                </a:lnTo>
                <a:lnTo>
                  <a:pt x="3898" y="3093"/>
                </a:lnTo>
                <a:lnTo>
                  <a:pt x="3898" y="3094"/>
                </a:lnTo>
                <a:lnTo>
                  <a:pt x="3898" y="3095"/>
                </a:lnTo>
                <a:lnTo>
                  <a:pt x="3897" y="3095"/>
                </a:lnTo>
                <a:lnTo>
                  <a:pt x="3898" y="3095"/>
                </a:lnTo>
                <a:lnTo>
                  <a:pt x="3899" y="3096"/>
                </a:lnTo>
                <a:lnTo>
                  <a:pt x="3899" y="3099"/>
                </a:lnTo>
                <a:lnTo>
                  <a:pt x="3899" y="3100"/>
                </a:lnTo>
                <a:lnTo>
                  <a:pt x="3899" y="3101"/>
                </a:lnTo>
                <a:lnTo>
                  <a:pt x="3900" y="3101"/>
                </a:lnTo>
                <a:lnTo>
                  <a:pt x="3900" y="3102"/>
                </a:lnTo>
                <a:lnTo>
                  <a:pt x="3901" y="3102"/>
                </a:lnTo>
                <a:lnTo>
                  <a:pt x="3902" y="3102"/>
                </a:lnTo>
                <a:lnTo>
                  <a:pt x="3901" y="3102"/>
                </a:lnTo>
                <a:lnTo>
                  <a:pt x="3901" y="3103"/>
                </a:lnTo>
                <a:lnTo>
                  <a:pt x="3901" y="3104"/>
                </a:lnTo>
                <a:lnTo>
                  <a:pt x="3901" y="3105"/>
                </a:lnTo>
                <a:lnTo>
                  <a:pt x="3900" y="3105"/>
                </a:lnTo>
                <a:lnTo>
                  <a:pt x="3900" y="3104"/>
                </a:lnTo>
                <a:lnTo>
                  <a:pt x="3899" y="3104"/>
                </a:lnTo>
                <a:lnTo>
                  <a:pt x="3899" y="3103"/>
                </a:lnTo>
                <a:lnTo>
                  <a:pt x="3898" y="3103"/>
                </a:lnTo>
                <a:lnTo>
                  <a:pt x="3897" y="3102"/>
                </a:lnTo>
                <a:lnTo>
                  <a:pt x="3897" y="3101"/>
                </a:lnTo>
                <a:lnTo>
                  <a:pt x="3897" y="3100"/>
                </a:lnTo>
                <a:lnTo>
                  <a:pt x="3896" y="3100"/>
                </a:lnTo>
                <a:lnTo>
                  <a:pt x="3895" y="3099"/>
                </a:lnTo>
                <a:lnTo>
                  <a:pt x="3894" y="3099"/>
                </a:lnTo>
                <a:lnTo>
                  <a:pt x="3894" y="3100"/>
                </a:lnTo>
                <a:lnTo>
                  <a:pt x="3895" y="3100"/>
                </a:lnTo>
                <a:lnTo>
                  <a:pt x="3896" y="3100"/>
                </a:lnTo>
                <a:lnTo>
                  <a:pt x="3896" y="3101"/>
                </a:lnTo>
                <a:lnTo>
                  <a:pt x="3895" y="3101"/>
                </a:lnTo>
                <a:lnTo>
                  <a:pt x="3894" y="3101"/>
                </a:lnTo>
                <a:lnTo>
                  <a:pt x="3893" y="3102"/>
                </a:lnTo>
                <a:lnTo>
                  <a:pt x="3892" y="3102"/>
                </a:lnTo>
                <a:lnTo>
                  <a:pt x="3891" y="3103"/>
                </a:lnTo>
                <a:lnTo>
                  <a:pt x="3890" y="3104"/>
                </a:lnTo>
                <a:lnTo>
                  <a:pt x="3889" y="3105"/>
                </a:lnTo>
                <a:lnTo>
                  <a:pt x="3889" y="3106"/>
                </a:lnTo>
                <a:lnTo>
                  <a:pt x="3889" y="3107"/>
                </a:lnTo>
                <a:lnTo>
                  <a:pt x="3888" y="3109"/>
                </a:lnTo>
                <a:lnTo>
                  <a:pt x="3887" y="3109"/>
                </a:lnTo>
                <a:lnTo>
                  <a:pt x="3886" y="3108"/>
                </a:lnTo>
                <a:lnTo>
                  <a:pt x="3885" y="3107"/>
                </a:lnTo>
                <a:lnTo>
                  <a:pt x="3885" y="3108"/>
                </a:lnTo>
                <a:lnTo>
                  <a:pt x="3884" y="3108"/>
                </a:lnTo>
                <a:lnTo>
                  <a:pt x="3884" y="3107"/>
                </a:lnTo>
                <a:lnTo>
                  <a:pt x="3884" y="3106"/>
                </a:lnTo>
                <a:lnTo>
                  <a:pt x="3885" y="3106"/>
                </a:lnTo>
                <a:lnTo>
                  <a:pt x="3885" y="3104"/>
                </a:lnTo>
                <a:lnTo>
                  <a:pt x="3884" y="3104"/>
                </a:lnTo>
                <a:lnTo>
                  <a:pt x="3885" y="3104"/>
                </a:lnTo>
                <a:lnTo>
                  <a:pt x="3885" y="3105"/>
                </a:lnTo>
                <a:lnTo>
                  <a:pt x="3884" y="3105"/>
                </a:lnTo>
                <a:lnTo>
                  <a:pt x="3884" y="3106"/>
                </a:lnTo>
                <a:lnTo>
                  <a:pt x="3883" y="3107"/>
                </a:lnTo>
                <a:lnTo>
                  <a:pt x="3882" y="3107"/>
                </a:lnTo>
                <a:lnTo>
                  <a:pt x="3881" y="3107"/>
                </a:lnTo>
                <a:lnTo>
                  <a:pt x="3880" y="3109"/>
                </a:lnTo>
                <a:lnTo>
                  <a:pt x="3879" y="3110"/>
                </a:lnTo>
                <a:lnTo>
                  <a:pt x="3879" y="3111"/>
                </a:lnTo>
                <a:lnTo>
                  <a:pt x="3878" y="3111"/>
                </a:lnTo>
                <a:lnTo>
                  <a:pt x="3878" y="3112"/>
                </a:lnTo>
                <a:lnTo>
                  <a:pt x="3878" y="3113"/>
                </a:lnTo>
                <a:lnTo>
                  <a:pt x="3878" y="3114"/>
                </a:lnTo>
                <a:lnTo>
                  <a:pt x="3877" y="3114"/>
                </a:lnTo>
                <a:lnTo>
                  <a:pt x="3877" y="3115"/>
                </a:lnTo>
                <a:lnTo>
                  <a:pt x="3878" y="3116"/>
                </a:lnTo>
                <a:lnTo>
                  <a:pt x="3879" y="3117"/>
                </a:lnTo>
                <a:lnTo>
                  <a:pt x="3879" y="3118"/>
                </a:lnTo>
                <a:lnTo>
                  <a:pt x="3879" y="3119"/>
                </a:lnTo>
                <a:lnTo>
                  <a:pt x="3879" y="3120"/>
                </a:lnTo>
                <a:lnTo>
                  <a:pt x="3879" y="3121"/>
                </a:lnTo>
                <a:lnTo>
                  <a:pt x="3879" y="3122"/>
                </a:lnTo>
                <a:lnTo>
                  <a:pt x="3879" y="3123"/>
                </a:lnTo>
                <a:lnTo>
                  <a:pt x="3880" y="3124"/>
                </a:lnTo>
                <a:lnTo>
                  <a:pt x="3880" y="3125"/>
                </a:lnTo>
                <a:lnTo>
                  <a:pt x="3879" y="3125"/>
                </a:lnTo>
                <a:lnTo>
                  <a:pt x="3880" y="3126"/>
                </a:lnTo>
                <a:lnTo>
                  <a:pt x="3879" y="3126"/>
                </a:lnTo>
                <a:lnTo>
                  <a:pt x="3878" y="3126"/>
                </a:lnTo>
                <a:lnTo>
                  <a:pt x="3877" y="3126"/>
                </a:lnTo>
                <a:lnTo>
                  <a:pt x="3876" y="3126"/>
                </a:lnTo>
                <a:lnTo>
                  <a:pt x="3876" y="3127"/>
                </a:lnTo>
                <a:lnTo>
                  <a:pt x="3876" y="3128"/>
                </a:lnTo>
                <a:lnTo>
                  <a:pt x="3876" y="3129"/>
                </a:lnTo>
                <a:lnTo>
                  <a:pt x="3876" y="3130"/>
                </a:lnTo>
                <a:lnTo>
                  <a:pt x="3875" y="3130"/>
                </a:lnTo>
                <a:lnTo>
                  <a:pt x="3875" y="3131"/>
                </a:lnTo>
                <a:lnTo>
                  <a:pt x="3875" y="3132"/>
                </a:lnTo>
                <a:lnTo>
                  <a:pt x="3874" y="3132"/>
                </a:lnTo>
                <a:lnTo>
                  <a:pt x="3874" y="3133"/>
                </a:lnTo>
                <a:lnTo>
                  <a:pt x="3873" y="3133"/>
                </a:lnTo>
                <a:lnTo>
                  <a:pt x="3873" y="3132"/>
                </a:lnTo>
                <a:lnTo>
                  <a:pt x="3872" y="3132"/>
                </a:lnTo>
                <a:lnTo>
                  <a:pt x="3871" y="3132"/>
                </a:lnTo>
                <a:lnTo>
                  <a:pt x="3871" y="3131"/>
                </a:lnTo>
                <a:lnTo>
                  <a:pt x="3870" y="3131"/>
                </a:lnTo>
                <a:lnTo>
                  <a:pt x="3869" y="3132"/>
                </a:lnTo>
                <a:lnTo>
                  <a:pt x="3868" y="3133"/>
                </a:lnTo>
                <a:lnTo>
                  <a:pt x="3867" y="3133"/>
                </a:lnTo>
                <a:lnTo>
                  <a:pt x="3866" y="3133"/>
                </a:lnTo>
                <a:lnTo>
                  <a:pt x="3865" y="3133"/>
                </a:lnTo>
                <a:lnTo>
                  <a:pt x="3864" y="3133"/>
                </a:lnTo>
                <a:lnTo>
                  <a:pt x="3864" y="3134"/>
                </a:lnTo>
                <a:lnTo>
                  <a:pt x="3863" y="3133"/>
                </a:lnTo>
                <a:lnTo>
                  <a:pt x="3862" y="3133"/>
                </a:lnTo>
                <a:lnTo>
                  <a:pt x="3861" y="3133"/>
                </a:lnTo>
                <a:lnTo>
                  <a:pt x="3861" y="3132"/>
                </a:lnTo>
                <a:lnTo>
                  <a:pt x="3860" y="3132"/>
                </a:lnTo>
                <a:lnTo>
                  <a:pt x="3859" y="3132"/>
                </a:lnTo>
                <a:lnTo>
                  <a:pt x="3859" y="3131"/>
                </a:lnTo>
                <a:lnTo>
                  <a:pt x="3858" y="3130"/>
                </a:lnTo>
                <a:lnTo>
                  <a:pt x="3857" y="3130"/>
                </a:lnTo>
                <a:lnTo>
                  <a:pt x="3856" y="3130"/>
                </a:lnTo>
                <a:lnTo>
                  <a:pt x="3855" y="3131"/>
                </a:lnTo>
                <a:lnTo>
                  <a:pt x="3854" y="3131"/>
                </a:lnTo>
                <a:lnTo>
                  <a:pt x="3853" y="3132"/>
                </a:lnTo>
                <a:lnTo>
                  <a:pt x="3852" y="3132"/>
                </a:lnTo>
                <a:lnTo>
                  <a:pt x="3852" y="3133"/>
                </a:lnTo>
                <a:lnTo>
                  <a:pt x="3851" y="3133"/>
                </a:lnTo>
                <a:lnTo>
                  <a:pt x="3850" y="3134"/>
                </a:lnTo>
                <a:lnTo>
                  <a:pt x="3848" y="3135"/>
                </a:lnTo>
                <a:lnTo>
                  <a:pt x="3848" y="3136"/>
                </a:lnTo>
                <a:lnTo>
                  <a:pt x="3847" y="3137"/>
                </a:lnTo>
                <a:lnTo>
                  <a:pt x="3846" y="3139"/>
                </a:lnTo>
                <a:lnTo>
                  <a:pt x="3845" y="3139"/>
                </a:lnTo>
                <a:lnTo>
                  <a:pt x="3845" y="3140"/>
                </a:lnTo>
                <a:lnTo>
                  <a:pt x="3842" y="3142"/>
                </a:lnTo>
                <a:lnTo>
                  <a:pt x="3842" y="3143"/>
                </a:lnTo>
                <a:lnTo>
                  <a:pt x="3841" y="3143"/>
                </a:lnTo>
                <a:lnTo>
                  <a:pt x="3840" y="3143"/>
                </a:lnTo>
                <a:lnTo>
                  <a:pt x="3839" y="3143"/>
                </a:lnTo>
                <a:lnTo>
                  <a:pt x="3839" y="3144"/>
                </a:lnTo>
                <a:lnTo>
                  <a:pt x="3838" y="3144"/>
                </a:lnTo>
                <a:lnTo>
                  <a:pt x="3838" y="3145"/>
                </a:lnTo>
                <a:lnTo>
                  <a:pt x="3837" y="3144"/>
                </a:lnTo>
                <a:lnTo>
                  <a:pt x="3837" y="3143"/>
                </a:lnTo>
                <a:lnTo>
                  <a:pt x="3837" y="3142"/>
                </a:lnTo>
                <a:lnTo>
                  <a:pt x="3836" y="3142"/>
                </a:lnTo>
                <a:lnTo>
                  <a:pt x="3835" y="3142"/>
                </a:lnTo>
                <a:lnTo>
                  <a:pt x="3833" y="3142"/>
                </a:lnTo>
                <a:lnTo>
                  <a:pt x="3832" y="3142"/>
                </a:lnTo>
                <a:lnTo>
                  <a:pt x="3831" y="3142"/>
                </a:lnTo>
                <a:lnTo>
                  <a:pt x="3831" y="3143"/>
                </a:lnTo>
                <a:lnTo>
                  <a:pt x="3830" y="3143"/>
                </a:lnTo>
                <a:lnTo>
                  <a:pt x="3829" y="3143"/>
                </a:lnTo>
                <a:lnTo>
                  <a:pt x="3828" y="3143"/>
                </a:lnTo>
                <a:lnTo>
                  <a:pt x="3828" y="3144"/>
                </a:lnTo>
                <a:lnTo>
                  <a:pt x="3827" y="3144"/>
                </a:lnTo>
                <a:lnTo>
                  <a:pt x="3827" y="3145"/>
                </a:lnTo>
                <a:lnTo>
                  <a:pt x="3826" y="3145"/>
                </a:lnTo>
                <a:lnTo>
                  <a:pt x="3826" y="3147"/>
                </a:lnTo>
                <a:lnTo>
                  <a:pt x="3825" y="3147"/>
                </a:lnTo>
                <a:lnTo>
                  <a:pt x="3825" y="3145"/>
                </a:lnTo>
                <a:lnTo>
                  <a:pt x="3824" y="3147"/>
                </a:lnTo>
                <a:lnTo>
                  <a:pt x="3823" y="3147"/>
                </a:lnTo>
                <a:lnTo>
                  <a:pt x="3822" y="3147"/>
                </a:lnTo>
                <a:lnTo>
                  <a:pt x="3822" y="3148"/>
                </a:lnTo>
                <a:lnTo>
                  <a:pt x="3821" y="3148"/>
                </a:lnTo>
                <a:lnTo>
                  <a:pt x="3821" y="3149"/>
                </a:lnTo>
                <a:lnTo>
                  <a:pt x="3820" y="3149"/>
                </a:lnTo>
                <a:lnTo>
                  <a:pt x="3820" y="3148"/>
                </a:lnTo>
                <a:lnTo>
                  <a:pt x="3819" y="3148"/>
                </a:lnTo>
                <a:lnTo>
                  <a:pt x="3818" y="3148"/>
                </a:lnTo>
                <a:lnTo>
                  <a:pt x="3817" y="3149"/>
                </a:lnTo>
                <a:lnTo>
                  <a:pt x="3816" y="3149"/>
                </a:lnTo>
                <a:lnTo>
                  <a:pt x="3816" y="3150"/>
                </a:lnTo>
                <a:lnTo>
                  <a:pt x="3815" y="3150"/>
                </a:lnTo>
                <a:lnTo>
                  <a:pt x="3814" y="3152"/>
                </a:lnTo>
                <a:lnTo>
                  <a:pt x="3813" y="3154"/>
                </a:lnTo>
                <a:lnTo>
                  <a:pt x="3812" y="3154"/>
                </a:lnTo>
                <a:lnTo>
                  <a:pt x="3812" y="3153"/>
                </a:lnTo>
                <a:lnTo>
                  <a:pt x="3811" y="3153"/>
                </a:lnTo>
                <a:lnTo>
                  <a:pt x="3811" y="3152"/>
                </a:lnTo>
                <a:lnTo>
                  <a:pt x="3811" y="3151"/>
                </a:lnTo>
                <a:lnTo>
                  <a:pt x="3811" y="3150"/>
                </a:lnTo>
                <a:lnTo>
                  <a:pt x="3811" y="3149"/>
                </a:lnTo>
                <a:lnTo>
                  <a:pt x="3812" y="3149"/>
                </a:lnTo>
                <a:lnTo>
                  <a:pt x="3812" y="3148"/>
                </a:lnTo>
                <a:lnTo>
                  <a:pt x="3811" y="3148"/>
                </a:lnTo>
                <a:lnTo>
                  <a:pt x="3811" y="3147"/>
                </a:lnTo>
                <a:lnTo>
                  <a:pt x="3811" y="3145"/>
                </a:lnTo>
                <a:lnTo>
                  <a:pt x="3810" y="3145"/>
                </a:lnTo>
                <a:lnTo>
                  <a:pt x="3811" y="3145"/>
                </a:lnTo>
                <a:lnTo>
                  <a:pt x="3812" y="3145"/>
                </a:lnTo>
                <a:lnTo>
                  <a:pt x="3812" y="3147"/>
                </a:lnTo>
                <a:lnTo>
                  <a:pt x="3813" y="3147"/>
                </a:lnTo>
                <a:lnTo>
                  <a:pt x="3812" y="3145"/>
                </a:lnTo>
                <a:lnTo>
                  <a:pt x="3811" y="3145"/>
                </a:lnTo>
                <a:lnTo>
                  <a:pt x="3811" y="3144"/>
                </a:lnTo>
                <a:lnTo>
                  <a:pt x="3810" y="3144"/>
                </a:lnTo>
                <a:lnTo>
                  <a:pt x="3809" y="3143"/>
                </a:lnTo>
                <a:lnTo>
                  <a:pt x="3807" y="3142"/>
                </a:lnTo>
                <a:lnTo>
                  <a:pt x="3806" y="3142"/>
                </a:lnTo>
                <a:lnTo>
                  <a:pt x="3805" y="3142"/>
                </a:lnTo>
                <a:lnTo>
                  <a:pt x="3805" y="3141"/>
                </a:lnTo>
                <a:lnTo>
                  <a:pt x="3804" y="3141"/>
                </a:lnTo>
                <a:lnTo>
                  <a:pt x="3803" y="3142"/>
                </a:lnTo>
                <a:lnTo>
                  <a:pt x="3802" y="3142"/>
                </a:lnTo>
                <a:lnTo>
                  <a:pt x="3802" y="3141"/>
                </a:lnTo>
                <a:lnTo>
                  <a:pt x="3802" y="3140"/>
                </a:lnTo>
                <a:lnTo>
                  <a:pt x="3802" y="3139"/>
                </a:lnTo>
                <a:lnTo>
                  <a:pt x="3801" y="3139"/>
                </a:lnTo>
                <a:lnTo>
                  <a:pt x="3800" y="3139"/>
                </a:lnTo>
                <a:lnTo>
                  <a:pt x="3799" y="3139"/>
                </a:lnTo>
                <a:lnTo>
                  <a:pt x="3798" y="3139"/>
                </a:lnTo>
                <a:lnTo>
                  <a:pt x="3796" y="3140"/>
                </a:lnTo>
                <a:lnTo>
                  <a:pt x="3795" y="3140"/>
                </a:lnTo>
                <a:lnTo>
                  <a:pt x="3794" y="3140"/>
                </a:lnTo>
                <a:lnTo>
                  <a:pt x="3795" y="3140"/>
                </a:lnTo>
                <a:lnTo>
                  <a:pt x="3794" y="3140"/>
                </a:lnTo>
                <a:lnTo>
                  <a:pt x="3794" y="3141"/>
                </a:lnTo>
                <a:lnTo>
                  <a:pt x="3793" y="3141"/>
                </a:lnTo>
                <a:lnTo>
                  <a:pt x="3793" y="3142"/>
                </a:lnTo>
                <a:lnTo>
                  <a:pt x="3792" y="3142"/>
                </a:lnTo>
                <a:lnTo>
                  <a:pt x="3791" y="3143"/>
                </a:lnTo>
                <a:lnTo>
                  <a:pt x="3790" y="3144"/>
                </a:lnTo>
                <a:lnTo>
                  <a:pt x="3790" y="3145"/>
                </a:lnTo>
                <a:lnTo>
                  <a:pt x="3789" y="3145"/>
                </a:lnTo>
                <a:lnTo>
                  <a:pt x="3790" y="3147"/>
                </a:lnTo>
                <a:lnTo>
                  <a:pt x="3789" y="3148"/>
                </a:lnTo>
                <a:lnTo>
                  <a:pt x="3788" y="3148"/>
                </a:lnTo>
                <a:lnTo>
                  <a:pt x="3788" y="3149"/>
                </a:lnTo>
                <a:lnTo>
                  <a:pt x="3788" y="3150"/>
                </a:lnTo>
                <a:lnTo>
                  <a:pt x="3787" y="3150"/>
                </a:lnTo>
                <a:lnTo>
                  <a:pt x="3787" y="3151"/>
                </a:lnTo>
                <a:lnTo>
                  <a:pt x="3787" y="3152"/>
                </a:lnTo>
                <a:lnTo>
                  <a:pt x="3786" y="3152"/>
                </a:lnTo>
                <a:lnTo>
                  <a:pt x="3786" y="3153"/>
                </a:lnTo>
                <a:lnTo>
                  <a:pt x="3787" y="3153"/>
                </a:lnTo>
                <a:lnTo>
                  <a:pt x="3787" y="3154"/>
                </a:lnTo>
                <a:lnTo>
                  <a:pt x="3787" y="3155"/>
                </a:lnTo>
                <a:lnTo>
                  <a:pt x="3788" y="3156"/>
                </a:lnTo>
                <a:lnTo>
                  <a:pt x="3789" y="3156"/>
                </a:lnTo>
                <a:lnTo>
                  <a:pt x="3789" y="3155"/>
                </a:lnTo>
                <a:lnTo>
                  <a:pt x="3790" y="3154"/>
                </a:lnTo>
                <a:lnTo>
                  <a:pt x="3789" y="3153"/>
                </a:lnTo>
                <a:lnTo>
                  <a:pt x="3789" y="3154"/>
                </a:lnTo>
                <a:lnTo>
                  <a:pt x="3789" y="3153"/>
                </a:lnTo>
                <a:lnTo>
                  <a:pt x="3790" y="3152"/>
                </a:lnTo>
                <a:lnTo>
                  <a:pt x="3790" y="3153"/>
                </a:lnTo>
                <a:lnTo>
                  <a:pt x="3791" y="3153"/>
                </a:lnTo>
                <a:lnTo>
                  <a:pt x="3791" y="3154"/>
                </a:lnTo>
                <a:lnTo>
                  <a:pt x="3792" y="3154"/>
                </a:lnTo>
                <a:lnTo>
                  <a:pt x="3792" y="3153"/>
                </a:lnTo>
                <a:lnTo>
                  <a:pt x="3793" y="3153"/>
                </a:lnTo>
                <a:lnTo>
                  <a:pt x="3793" y="3152"/>
                </a:lnTo>
                <a:lnTo>
                  <a:pt x="3793" y="3153"/>
                </a:lnTo>
                <a:lnTo>
                  <a:pt x="3793" y="3154"/>
                </a:lnTo>
                <a:lnTo>
                  <a:pt x="3792" y="3155"/>
                </a:lnTo>
                <a:lnTo>
                  <a:pt x="3791" y="3156"/>
                </a:lnTo>
                <a:lnTo>
                  <a:pt x="3790" y="3157"/>
                </a:lnTo>
                <a:lnTo>
                  <a:pt x="3790" y="3158"/>
                </a:lnTo>
                <a:lnTo>
                  <a:pt x="3789" y="3159"/>
                </a:lnTo>
                <a:lnTo>
                  <a:pt x="3790" y="3159"/>
                </a:lnTo>
                <a:lnTo>
                  <a:pt x="3790" y="3160"/>
                </a:lnTo>
                <a:lnTo>
                  <a:pt x="3791" y="3160"/>
                </a:lnTo>
                <a:lnTo>
                  <a:pt x="3791" y="3161"/>
                </a:lnTo>
                <a:lnTo>
                  <a:pt x="3790" y="3161"/>
                </a:lnTo>
                <a:lnTo>
                  <a:pt x="3790" y="3162"/>
                </a:lnTo>
                <a:lnTo>
                  <a:pt x="3791" y="3162"/>
                </a:lnTo>
                <a:lnTo>
                  <a:pt x="3791" y="3163"/>
                </a:lnTo>
                <a:lnTo>
                  <a:pt x="3790" y="3162"/>
                </a:lnTo>
                <a:lnTo>
                  <a:pt x="3790" y="3161"/>
                </a:lnTo>
                <a:lnTo>
                  <a:pt x="3789" y="3161"/>
                </a:lnTo>
                <a:lnTo>
                  <a:pt x="3788" y="3161"/>
                </a:lnTo>
                <a:lnTo>
                  <a:pt x="3787" y="3161"/>
                </a:lnTo>
                <a:lnTo>
                  <a:pt x="3787" y="3160"/>
                </a:lnTo>
                <a:lnTo>
                  <a:pt x="3787" y="3161"/>
                </a:lnTo>
                <a:lnTo>
                  <a:pt x="3786" y="3160"/>
                </a:lnTo>
                <a:lnTo>
                  <a:pt x="3786" y="3159"/>
                </a:lnTo>
                <a:lnTo>
                  <a:pt x="3785" y="3159"/>
                </a:lnTo>
                <a:lnTo>
                  <a:pt x="3784" y="3159"/>
                </a:lnTo>
                <a:lnTo>
                  <a:pt x="3783" y="3159"/>
                </a:lnTo>
                <a:lnTo>
                  <a:pt x="3782" y="3158"/>
                </a:lnTo>
                <a:lnTo>
                  <a:pt x="3781" y="3158"/>
                </a:lnTo>
                <a:lnTo>
                  <a:pt x="3780" y="3158"/>
                </a:lnTo>
                <a:lnTo>
                  <a:pt x="3779" y="3158"/>
                </a:lnTo>
                <a:lnTo>
                  <a:pt x="3778" y="3158"/>
                </a:lnTo>
                <a:lnTo>
                  <a:pt x="3777" y="3159"/>
                </a:lnTo>
                <a:lnTo>
                  <a:pt x="3776" y="3159"/>
                </a:lnTo>
                <a:lnTo>
                  <a:pt x="3775" y="3159"/>
                </a:lnTo>
                <a:lnTo>
                  <a:pt x="3774" y="3159"/>
                </a:lnTo>
                <a:lnTo>
                  <a:pt x="3773" y="3159"/>
                </a:lnTo>
                <a:lnTo>
                  <a:pt x="3773" y="3158"/>
                </a:lnTo>
                <a:lnTo>
                  <a:pt x="3772" y="3158"/>
                </a:lnTo>
                <a:lnTo>
                  <a:pt x="3772" y="3157"/>
                </a:lnTo>
                <a:lnTo>
                  <a:pt x="3771" y="3157"/>
                </a:lnTo>
                <a:lnTo>
                  <a:pt x="3771" y="3156"/>
                </a:lnTo>
                <a:lnTo>
                  <a:pt x="3770" y="3156"/>
                </a:lnTo>
                <a:lnTo>
                  <a:pt x="3770" y="3155"/>
                </a:lnTo>
                <a:lnTo>
                  <a:pt x="3770" y="3154"/>
                </a:lnTo>
                <a:lnTo>
                  <a:pt x="3771" y="3154"/>
                </a:lnTo>
                <a:lnTo>
                  <a:pt x="3771" y="3153"/>
                </a:lnTo>
                <a:lnTo>
                  <a:pt x="3770" y="3152"/>
                </a:lnTo>
                <a:lnTo>
                  <a:pt x="3771" y="3152"/>
                </a:lnTo>
                <a:lnTo>
                  <a:pt x="3772" y="3152"/>
                </a:lnTo>
                <a:lnTo>
                  <a:pt x="3773" y="3153"/>
                </a:lnTo>
                <a:lnTo>
                  <a:pt x="3774" y="3153"/>
                </a:lnTo>
                <a:lnTo>
                  <a:pt x="3775" y="3153"/>
                </a:lnTo>
                <a:lnTo>
                  <a:pt x="3776" y="3153"/>
                </a:lnTo>
                <a:lnTo>
                  <a:pt x="3777" y="3152"/>
                </a:lnTo>
                <a:lnTo>
                  <a:pt x="3778" y="3152"/>
                </a:lnTo>
                <a:lnTo>
                  <a:pt x="3778" y="3151"/>
                </a:lnTo>
                <a:lnTo>
                  <a:pt x="3777" y="3151"/>
                </a:lnTo>
                <a:lnTo>
                  <a:pt x="3777" y="3150"/>
                </a:lnTo>
                <a:lnTo>
                  <a:pt x="3777" y="3149"/>
                </a:lnTo>
                <a:lnTo>
                  <a:pt x="3776" y="3149"/>
                </a:lnTo>
                <a:lnTo>
                  <a:pt x="3775" y="3149"/>
                </a:lnTo>
                <a:lnTo>
                  <a:pt x="3774" y="3149"/>
                </a:lnTo>
                <a:lnTo>
                  <a:pt x="3774" y="3150"/>
                </a:lnTo>
                <a:lnTo>
                  <a:pt x="3773" y="3150"/>
                </a:lnTo>
                <a:lnTo>
                  <a:pt x="3772" y="3150"/>
                </a:lnTo>
                <a:lnTo>
                  <a:pt x="3772" y="3151"/>
                </a:lnTo>
                <a:lnTo>
                  <a:pt x="3773" y="3151"/>
                </a:lnTo>
                <a:lnTo>
                  <a:pt x="3772" y="3151"/>
                </a:lnTo>
                <a:lnTo>
                  <a:pt x="3771" y="3151"/>
                </a:lnTo>
                <a:lnTo>
                  <a:pt x="3771" y="3150"/>
                </a:lnTo>
                <a:lnTo>
                  <a:pt x="3770" y="3150"/>
                </a:lnTo>
                <a:lnTo>
                  <a:pt x="3770" y="3149"/>
                </a:lnTo>
                <a:lnTo>
                  <a:pt x="3768" y="3148"/>
                </a:lnTo>
                <a:lnTo>
                  <a:pt x="3767" y="3148"/>
                </a:lnTo>
                <a:lnTo>
                  <a:pt x="3765" y="3148"/>
                </a:lnTo>
                <a:lnTo>
                  <a:pt x="3764" y="3148"/>
                </a:lnTo>
                <a:lnTo>
                  <a:pt x="3764" y="3149"/>
                </a:lnTo>
                <a:lnTo>
                  <a:pt x="3763" y="3149"/>
                </a:lnTo>
                <a:lnTo>
                  <a:pt x="3762" y="3149"/>
                </a:lnTo>
                <a:lnTo>
                  <a:pt x="3761" y="3149"/>
                </a:lnTo>
                <a:lnTo>
                  <a:pt x="3760" y="3149"/>
                </a:lnTo>
                <a:lnTo>
                  <a:pt x="3760" y="3150"/>
                </a:lnTo>
                <a:lnTo>
                  <a:pt x="3760" y="3149"/>
                </a:lnTo>
                <a:lnTo>
                  <a:pt x="3761" y="3149"/>
                </a:lnTo>
                <a:lnTo>
                  <a:pt x="3761" y="3148"/>
                </a:lnTo>
                <a:lnTo>
                  <a:pt x="3760" y="3148"/>
                </a:lnTo>
                <a:lnTo>
                  <a:pt x="3760" y="3147"/>
                </a:lnTo>
                <a:lnTo>
                  <a:pt x="3761" y="3147"/>
                </a:lnTo>
                <a:lnTo>
                  <a:pt x="3762" y="3145"/>
                </a:lnTo>
                <a:lnTo>
                  <a:pt x="3763" y="3145"/>
                </a:lnTo>
                <a:lnTo>
                  <a:pt x="3763" y="3144"/>
                </a:lnTo>
                <a:lnTo>
                  <a:pt x="3764" y="3143"/>
                </a:lnTo>
                <a:lnTo>
                  <a:pt x="3765" y="3143"/>
                </a:lnTo>
                <a:lnTo>
                  <a:pt x="3765" y="3144"/>
                </a:lnTo>
                <a:lnTo>
                  <a:pt x="3765" y="3143"/>
                </a:lnTo>
                <a:lnTo>
                  <a:pt x="3765" y="3141"/>
                </a:lnTo>
                <a:lnTo>
                  <a:pt x="3766" y="3141"/>
                </a:lnTo>
                <a:lnTo>
                  <a:pt x="3766" y="3142"/>
                </a:lnTo>
                <a:lnTo>
                  <a:pt x="3766" y="3141"/>
                </a:lnTo>
                <a:lnTo>
                  <a:pt x="3767" y="3141"/>
                </a:lnTo>
                <a:lnTo>
                  <a:pt x="3767" y="3140"/>
                </a:lnTo>
                <a:lnTo>
                  <a:pt x="3768" y="3140"/>
                </a:lnTo>
                <a:lnTo>
                  <a:pt x="3768" y="3138"/>
                </a:lnTo>
                <a:lnTo>
                  <a:pt x="3768" y="3137"/>
                </a:lnTo>
                <a:lnTo>
                  <a:pt x="3768" y="3136"/>
                </a:lnTo>
                <a:lnTo>
                  <a:pt x="3769" y="3135"/>
                </a:lnTo>
                <a:lnTo>
                  <a:pt x="3768" y="3135"/>
                </a:lnTo>
                <a:lnTo>
                  <a:pt x="3768" y="3136"/>
                </a:lnTo>
                <a:lnTo>
                  <a:pt x="3767" y="3136"/>
                </a:lnTo>
                <a:lnTo>
                  <a:pt x="3767" y="3137"/>
                </a:lnTo>
                <a:lnTo>
                  <a:pt x="3767" y="3138"/>
                </a:lnTo>
                <a:lnTo>
                  <a:pt x="3767" y="3139"/>
                </a:lnTo>
                <a:lnTo>
                  <a:pt x="3767" y="3140"/>
                </a:lnTo>
                <a:lnTo>
                  <a:pt x="3766" y="3140"/>
                </a:lnTo>
                <a:lnTo>
                  <a:pt x="3765" y="3140"/>
                </a:lnTo>
                <a:lnTo>
                  <a:pt x="3765" y="3141"/>
                </a:lnTo>
                <a:lnTo>
                  <a:pt x="3764" y="3142"/>
                </a:lnTo>
                <a:lnTo>
                  <a:pt x="3764" y="3143"/>
                </a:lnTo>
                <a:lnTo>
                  <a:pt x="3763" y="3143"/>
                </a:lnTo>
                <a:lnTo>
                  <a:pt x="3763" y="3144"/>
                </a:lnTo>
                <a:lnTo>
                  <a:pt x="3762" y="3144"/>
                </a:lnTo>
                <a:lnTo>
                  <a:pt x="3761" y="3144"/>
                </a:lnTo>
                <a:lnTo>
                  <a:pt x="3760" y="3143"/>
                </a:lnTo>
                <a:lnTo>
                  <a:pt x="3759" y="3143"/>
                </a:lnTo>
                <a:lnTo>
                  <a:pt x="3758" y="3143"/>
                </a:lnTo>
                <a:lnTo>
                  <a:pt x="3757" y="3143"/>
                </a:lnTo>
                <a:lnTo>
                  <a:pt x="3756" y="3144"/>
                </a:lnTo>
                <a:lnTo>
                  <a:pt x="3755" y="3144"/>
                </a:lnTo>
                <a:lnTo>
                  <a:pt x="3755" y="3145"/>
                </a:lnTo>
                <a:lnTo>
                  <a:pt x="3755" y="3147"/>
                </a:lnTo>
                <a:lnTo>
                  <a:pt x="3754" y="3147"/>
                </a:lnTo>
                <a:lnTo>
                  <a:pt x="3754" y="3148"/>
                </a:lnTo>
                <a:lnTo>
                  <a:pt x="3755" y="3148"/>
                </a:lnTo>
                <a:lnTo>
                  <a:pt x="3756" y="3148"/>
                </a:lnTo>
                <a:lnTo>
                  <a:pt x="3756" y="3149"/>
                </a:lnTo>
                <a:lnTo>
                  <a:pt x="3756" y="3150"/>
                </a:lnTo>
                <a:lnTo>
                  <a:pt x="3755" y="3150"/>
                </a:lnTo>
                <a:lnTo>
                  <a:pt x="3755" y="3149"/>
                </a:lnTo>
                <a:lnTo>
                  <a:pt x="3754" y="3149"/>
                </a:lnTo>
                <a:lnTo>
                  <a:pt x="3753" y="3148"/>
                </a:lnTo>
                <a:lnTo>
                  <a:pt x="3753" y="3147"/>
                </a:lnTo>
                <a:lnTo>
                  <a:pt x="3754" y="3147"/>
                </a:lnTo>
                <a:lnTo>
                  <a:pt x="3753" y="3147"/>
                </a:lnTo>
                <a:lnTo>
                  <a:pt x="3753" y="3145"/>
                </a:lnTo>
                <a:lnTo>
                  <a:pt x="3751" y="3145"/>
                </a:lnTo>
                <a:lnTo>
                  <a:pt x="3751" y="3147"/>
                </a:lnTo>
                <a:lnTo>
                  <a:pt x="3750" y="3147"/>
                </a:lnTo>
                <a:lnTo>
                  <a:pt x="3749" y="3147"/>
                </a:lnTo>
                <a:lnTo>
                  <a:pt x="3748" y="3148"/>
                </a:lnTo>
                <a:lnTo>
                  <a:pt x="3747" y="3148"/>
                </a:lnTo>
                <a:lnTo>
                  <a:pt x="3746" y="3148"/>
                </a:lnTo>
                <a:lnTo>
                  <a:pt x="3744" y="3149"/>
                </a:lnTo>
                <a:lnTo>
                  <a:pt x="3744" y="3148"/>
                </a:lnTo>
                <a:lnTo>
                  <a:pt x="3744" y="3149"/>
                </a:lnTo>
                <a:lnTo>
                  <a:pt x="3743" y="3149"/>
                </a:lnTo>
                <a:lnTo>
                  <a:pt x="3743" y="3150"/>
                </a:lnTo>
                <a:lnTo>
                  <a:pt x="3743" y="3152"/>
                </a:lnTo>
                <a:lnTo>
                  <a:pt x="3743" y="3153"/>
                </a:lnTo>
                <a:lnTo>
                  <a:pt x="3742" y="3153"/>
                </a:lnTo>
                <a:lnTo>
                  <a:pt x="3741" y="3154"/>
                </a:lnTo>
                <a:lnTo>
                  <a:pt x="3741" y="3155"/>
                </a:lnTo>
                <a:lnTo>
                  <a:pt x="3742" y="3155"/>
                </a:lnTo>
                <a:lnTo>
                  <a:pt x="3742" y="3156"/>
                </a:lnTo>
                <a:lnTo>
                  <a:pt x="3742" y="3157"/>
                </a:lnTo>
                <a:lnTo>
                  <a:pt x="3741" y="3157"/>
                </a:lnTo>
                <a:lnTo>
                  <a:pt x="3740" y="3157"/>
                </a:lnTo>
                <a:lnTo>
                  <a:pt x="3739" y="3158"/>
                </a:lnTo>
                <a:lnTo>
                  <a:pt x="3738" y="3158"/>
                </a:lnTo>
                <a:lnTo>
                  <a:pt x="3738" y="3159"/>
                </a:lnTo>
                <a:lnTo>
                  <a:pt x="3737" y="3159"/>
                </a:lnTo>
                <a:lnTo>
                  <a:pt x="3737" y="3158"/>
                </a:lnTo>
                <a:lnTo>
                  <a:pt x="3736" y="3158"/>
                </a:lnTo>
                <a:lnTo>
                  <a:pt x="3735" y="3158"/>
                </a:lnTo>
                <a:lnTo>
                  <a:pt x="3735" y="3157"/>
                </a:lnTo>
                <a:lnTo>
                  <a:pt x="3735" y="3156"/>
                </a:lnTo>
                <a:lnTo>
                  <a:pt x="3735" y="3155"/>
                </a:lnTo>
                <a:lnTo>
                  <a:pt x="3735" y="3154"/>
                </a:lnTo>
                <a:lnTo>
                  <a:pt x="3734" y="3153"/>
                </a:lnTo>
                <a:lnTo>
                  <a:pt x="3733" y="3153"/>
                </a:lnTo>
                <a:lnTo>
                  <a:pt x="3732" y="3153"/>
                </a:lnTo>
                <a:lnTo>
                  <a:pt x="3731" y="3153"/>
                </a:lnTo>
                <a:lnTo>
                  <a:pt x="3730" y="3153"/>
                </a:lnTo>
                <a:lnTo>
                  <a:pt x="3729" y="3152"/>
                </a:lnTo>
                <a:lnTo>
                  <a:pt x="3729" y="3151"/>
                </a:lnTo>
                <a:lnTo>
                  <a:pt x="3728" y="3151"/>
                </a:lnTo>
                <a:lnTo>
                  <a:pt x="3728" y="3152"/>
                </a:lnTo>
                <a:lnTo>
                  <a:pt x="3727" y="3152"/>
                </a:lnTo>
                <a:lnTo>
                  <a:pt x="3728" y="3153"/>
                </a:lnTo>
                <a:lnTo>
                  <a:pt x="3729" y="3153"/>
                </a:lnTo>
                <a:lnTo>
                  <a:pt x="3729" y="3154"/>
                </a:lnTo>
                <a:lnTo>
                  <a:pt x="3729" y="3155"/>
                </a:lnTo>
                <a:lnTo>
                  <a:pt x="3728" y="3155"/>
                </a:lnTo>
                <a:lnTo>
                  <a:pt x="3729" y="3155"/>
                </a:lnTo>
                <a:lnTo>
                  <a:pt x="3730" y="3155"/>
                </a:lnTo>
                <a:lnTo>
                  <a:pt x="3730" y="3156"/>
                </a:lnTo>
                <a:lnTo>
                  <a:pt x="3731" y="3156"/>
                </a:lnTo>
                <a:lnTo>
                  <a:pt x="3732" y="3155"/>
                </a:lnTo>
                <a:lnTo>
                  <a:pt x="3732" y="3156"/>
                </a:lnTo>
                <a:lnTo>
                  <a:pt x="3733" y="3157"/>
                </a:lnTo>
                <a:lnTo>
                  <a:pt x="3734" y="3157"/>
                </a:lnTo>
                <a:lnTo>
                  <a:pt x="3735" y="3158"/>
                </a:lnTo>
                <a:lnTo>
                  <a:pt x="3736" y="3159"/>
                </a:lnTo>
                <a:lnTo>
                  <a:pt x="3736" y="3160"/>
                </a:lnTo>
                <a:lnTo>
                  <a:pt x="3735" y="3161"/>
                </a:lnTo>
                <a:lnTo>
                  <a:pt x="3734" y="3162"/>
                </a:lnTo>
                <a:lnTo>
                  <a:pt x="3733" y="3163"/>
                </a:lnTo>
                <a:lnTo>
                  <a:pt x="3733" y="3164"/>
                </a:lnTo>
                <a:lnTo>
                  <a:pt x="3732" y="3165"/>
                </a:lnTo>
                <a:lnTo>
                  <a:pt x="3731" y="3167"/>
                </a:lnTo>
                <a:lnTo>
                  <a:pt x="3730" y="3169"/>
                </a:lnTo>
                <a:lnTo>
                  <a:pt x="3730" y="3170"/>
                </a:lnTo>
                <a:lnTo>
                  <a:pt x="3730" y="3171"/>
                </a:lnTo>
                <a:lnTo>
                  <a:pt x="3731" y="3171"/>
                </a:lnTo>
                <a:lnTo>
                  <a:pt x="3732" y="3172"/>
                </a:lnTo>
                <a:lnTo>
                  <a:pt x="3731" y="3173"/>
                </a:lnTo>
                <a:lnTo>
                  <a:pt x="3730" y="3173"/>
                </a:lnTo>
                <a:lnTo>
                  <a:pt x="3729" y="3173"/>
                </a:lnTo>
                <a:lnTo>
                  <a:pt x="3729" y="3174"/>
                </a:lnTo>
                <a:lnTo>
                  <a:pt x="3728" y="3174"/>
                </a:lnTo>
                <a:lnTo>
                  <a:pt x="3728" y="3173"/>
                </a:lnTo>
                <a:lnTo>
                  <a:pt x="3729" y="3173"/>
                </a:lnTo>
                <a:lnTo>
                  <a:pt x="3729" y="3172"/>
                </a:lnTo>
                <a:lnTo>
                  <a:pt x="3729" y="3171"/>
                </a:lnTo>
                <a:lnTo>
                  <a:pt x="3729" y="3170"/>
                </a:lnTo>
                <a:lnTo>
                  <a:pt x="3729" y="3169"/>
                </a:lnTo>
                <a:lnTo>
                  <a:pt x="3728" y="3168"/>
                </a:lnTo>
                <a:lnTo>
                  <a:pt x="3727" y="3168"/>
                </a:lnTo>
                <a:lnTo>
                  <a:pt x="3726" y="3168"/>
                </a:lnTo>
                <a:lnTo>
                  <a:pt x="3725" y="3168"/>
                </a:lnTo>
                <a:lnTo>
                  <a:pt x="3724" y="3168"/>
                </a:lnTo>
                <a:lnTo>
                  <a:pt x="3723" y="3168"/>
                </a:lnTo>
                <a:lnTo>
                  <a:pt x="3723" y="3169"/>
                </a:lnTo>
                <a:lnTo>
                  <a:pt x="3722" y="3169"/>
                </a:lnTo>
                <a:lnTo>
                  <a:pt x="3721" y="3169"/>
                </a:lnTo>
                <a:lnTo>
                  <a:pt x="3721" y="3168"/>
                </a:lnTo>
                <a:lnTo>
                  <a:pt x="3720" y="3168"/>
                </a:lnTo>
                <a:lnTo>
                  <a:pt x="3719" y="3168"/>
                </a:lnTo>
                <a:lnTo>
                  <a:pt x="3719" y="3169"/>
                </a:lnTo>
                <a:lnTo>
                  <a:pt x="3718" y="3168"/>
                </a:lnTo>
                <a:lnTo>
                  <a:pt x="3718" y="3169"/>
                </a:lnTo>
                <a:lnTo>
                  <a:pt x="3717" y="3169"/>
                </a:lnTo>
                <a:lnTo>
                  <a:pt x="3717" y="3168"/>
                </a:lnTo>
                <a:lnTo>
                  <a:pt x="3716" y="3168"/>
                </a:lnTo>
                <a:lnTo>
                  <a:pt x="3715" y="3167"/>
                </a:lnTo>
                <a:lnTo>
                  <a:pt x="3716" y="3167"/>
                </a:lnTo>
                <a:lnTo>
                  <a:pt x="3716" y="3166"/>
                </a:lnTo>
                <a:lnTo>
                  <a:pt x="3716" y="3165"/>
                </a:lnTo>
                <a:lnTo>
                  <a:pt x="3716" y="3164"/>
                </a:lnTo>
                <a:lnTo>
                  <a:pt x="3716" y="3163"/>
                </a:lnTo>
                <a:lnTo>
                  <a:pt x="3715" y="3163"/>
                </a:lnTo>
                <a:lnTo>
                  <a:pt x="3715" y="3162"/>
                </a:lnTo>
                <a:lnTo>
                  <a:pt x="3716" y="3161"/>
                </a:lnTo>
                <a:lnTo>
                  <a:pt x="3716" y="3160"/>
                </a:lnTo>
                <a:lnTo>
                  <a:pt x="3717" y="3160"/>
                </a:lnTo>
                <a:lnTo>
                  <a:pt x="3717" y="3159"/>
                </a:lnTo>
                <a:lnTo>
                  <a:pt x="3717" y="3158"/>
                </a:lnTo>
                <a:lnTo>
                  <a:pt x="3716" y="3158"/>
                </a:lnTo>
                <a:lnTo>
                  <a:pt x="3716" y="3157"/>
                </a:lnTo>
                <a:lnTo>
                  <a:pt x="3716" y="3156"/>
                </a:lnTo>
                <a:lnTo>
                  <a:pt x="3716" y="3155"/>
                </a:lnTo>
                <a:lnTo>
                  <a:pt x="3716" y="3154"/>
                </a:lnTo>
                <a:lnTo>
                  <a:pt x="3716" y="3153"/>
                </a:lnTo>
                <a:lnTo>
                  <a:pt x="3717" y="3153"/>
                </a:lnTo>
                <a:lnTo>
                  <a:pt x="3717" y="3152"/>
                </a:lnTo>
                <a:lnTo>
                  <a:pt x="3718" y="3152"/>
                </a:lnTo>
                <a:lnTo>
                  <a:pt x="3719" y="3152"/>
                </a:lnTo>
                <a:lnTo>
                  <a:pt x="3720" y="3150"/>
                </a:lnTo>
                <a:lnTo>
                  <a:pt x="3722" y="3150"/>
                </a:lnTo>
                <a:lnTo>
                  <a:pt x="3723" y="3150"/>
                </a:lnTo>
                <a:lnTo>
                  <a:pt x="3723" y="3149"/>
                </a:lnTo>
                <a:lnTo>
                  <a:pt x="3724" y="3148"/>
                </a:lnTo>
                <a:lnTo>
                  <a:pt x="3723" y="3148"/>
                </a:lnTo>
                <a:lnTo>
                  <a:pt x="3722" y="3147"/>
                </a:lnTo>
                <a:lnTo>
                  <a:pt x="3721" y="3145"/>
                </a:lnTo>
                <a:lnTo>
                  <a:pt x="3721" y="3144"/>
                </a:lnTo>
                <a:lnTo>
                  <a:pt x="3720" y="3144"/>
                </a:lnTo>
                <a:lnTo>
                  <a:pt x="3720" y="3143"/>
                </a:lnTo>
                <a:lnTo>
                  <a:pt x="3719" y="3143"/>
                </a:lnTo>
                <a:lnTo>
                  <a:pt x="3720" y="3143"/>
                </a:lnTo>
                <a:lnTo>
                  <a:pt x="3720" y="3144"/>
                </a:lnTo>
                <a:lnTo>
                  <a:pt x="3720" y="3145"/>
                </a:lnTo>
                <a:lnTo>
                  <a:pt x="3719" y="3144"/>
                </a:lnTo>
                <a:lnTo>
                  <a:pt x="3719" y="3143"/>
                </a:lnTo>
                <a:lnTo>
                  <a:pt x="3718" y="3143"/>
                </a:lnTo>
                <a:lnTo>
                  <a:pt x="3718" y="3144"/>
                </a:lnTo>
                <a:lnTo>
                  <a:pt x="3719" y="3144"/>
                </a:lnTo>
                <a:lnTo>
                  <a:pt x="3719" y="3145"/>
                </a:lnTo>
                <a:lnTo>
                  <a:pt x="3719" y="3147"/>
                </a:lnTo>
                <a:lnTo>
                  <a:pt x="3719" y="3148"/>
                </a:lnTo>
                <a:lnTo>
                  <a:pt x="3718" y="3149"/>
                </a:lnTo>
                <a:lnTo>
                  <a:pt x="3717" y="3149"/>
                </a:lnTo>
                <a:lnTo>
                  <a:pt x="3716" y="3150"/>
                </a:lnTo>
                <a:lnTo>
                  <a:pt x="3715" y="3150"/>
                </a:lnTo>
                <a:lnTo>
                  <a:pt x="3715" y="3149"/>
                </a:lnTo>
                <a:lnTo>
                  <a:pt x="3714" y="3149"/>
                </a:lnTo>
                <a:lnTo>
                  <a:pt x="3714" y="3148"/>
                </a:lnTo>
                <a:lnTo>
                  <a:pt x="3713" y="3148"/>
                </a:lnTo>
                <a:lnTo>
                  <a:pt x="3713" y="3149"/>
                </a:lnTo>
                <a:lnTo>
                  <a:pt x="3713" y="3148"/>
                </a:lnTo>
                <a:lnTo>
                  <a:pt x="3711" y="3148"/>
                </a:lnTo>
                <a:lnTo>
                  <a:pt x="3711" y="3149"/>
                </a:lnTo>
                <a:lnTo>
                  <a:pt x="3711" y="3150"/>
                </a:lnTo>
                <a:lnTo>
                  <a:pt x="3710" y="3150"/>
                </a:lnTo>
                <a:lnTo>
                  <a:pt x="3709" y="3150"/>
                </a:lnTo>
                <a:lnTo>
                  <a:pt x="3708" y="3151"/>
                </a:lnTo>
                <a:lnTo>
                  <a:pt x="3707" y="3151"/>
                </a:lnTo>
                <a:lnTo>
                  <a:pt x="3707" y="3152"/>
                </a:lnTo>
                <a:lnTo>
                  <a:pt x="3706" y="3153"/>
                </a:lnTo>
                <a:lnTo>
                  <a:pt x="3704" y="3154"/>
                </a:lnTo>
                <a:lnTo>
                  <a:pt x="3702" y="3154"/>
                </a:lnTo>
                <a:lnTo>
                  <a:pt x="3701" y="3155"/>
                </a:lnTo>
                <a:lnTo>
                  <a:pt x="3700" y="3155"/>
                </a:lnTo>
                <a:lnTo>
                  <a:pt x="3700" y="3156"/>
                </a:lnTo>
                <a:lnTo>
                  <a:pt x="3701" y="3157"/>
                </a:lnTo>
                <a:lnTo>
                  <a:pt x="3701" y="3158"/>
                </a:lnTo>
                <a:lnTo>
                  <a:pt x="3701" y="3159"/>
                </a:lnTo>
                <a:lnTo>
                  <a:pt x="3700" y="3159"/>
                </a:lnTo>
                <a:lnTo>
                  <a:pt x="3699" y="3158"/>
                </a:lnTo>
                <a:lnTo>
                  <a:pt x="3699" y="3157"/>
                </a:lnTo>
                <a:lnTo>
                  <a:pt x="3698" y="3157"/>
                </a:lnTo>
                <a:lnTo>
                  <a:pt x="3697" y="3157"/>
                </a:lnTo>
                <a:lnTo>
                  <a:pt x="3697" y="3158"/>
                </a:lnTo>
                <a:lnTo>
                  <a:pt x="3698" y="3159"/>
                </a:lnTo>
                <a:lnTo>
                  <a:pt x="3697" y="3159"/>
                </a:lnTo>
                <a:lnTo>
                  <a:pt x="3697" y="3160"/>
                </a:lnTo>
                <a:lnTo>
                  <a:pt x="3696" y="3160"/>
                </a:lnTo>
                <a:lnTo>
                  <a:pt x="3695" y="3159"/>
                </a:lnTo>
                <a:lnTo>
                  <a:pt x="3695" y="3160"/>
                </a:lnTo>
                <a:lnTo>
                  <a:pt x="3695" y="3161"/>
                </a:lnTo>
                <a:lnTo>
                  <a:pt x="3694" y="3162"/>
                </a:lnTo>
                <a:lnTo>
                  <a:pt x="3694" y="3163"/>
                </a:lnTo>
                <a:lnTo>
                  <a:pt x="3695" y="3163"/>
                </a:lnTo>
                <a:lnTo>
                  <a:pt x="3696" y="3163"/>
                </a:lnTo>
                <a:lnTo>
                  <a:pt x="3697" y="3163"/>
                </a:lnTo>
                <a:lnTo>
                  <a:pt x="3698" y="3163"/>
                </a:lnTo>
                <a:lnTo>
                  <a:pt x="3699" y="3163"/>
                </a:lnTo>
                <a:lnTo>
                  <a:pt x="3700" y="3163"/>
                </a:lnTo>
                <a:lnTo>
                  <a:pt x="3701" y="3163"/>
                </a:lnTo>
                <a:lnTo>
                  <a:pt x="3701" y="3162"/>
                </a:lnTo>
                <a:lnTo>
                  <a:pt x="3702" y="3162"/>
                </a:lnTo>
                <a:lnTo>
                  <a:pt x="3703" y="3163"/>
                </a:lnTo>
                <a:lnTo>
                  <a:pt x="3702" y="3163"/>
                </a:lnTo>
                <a:lnTo>
                  <a:pt x="3702" y="3164"/>
                </a:lnTo>
                <a:lnTo>
                  <a:pt x="3701" y="3165"/>
                </a:lnTo>
                <a:lnTo>
                  <a:pt x="3701" y="3166"/>
                </a:lnTo>
                <a:lnTo>
                  <a:pt x="3701" y="3167"/>
                </a:lnTo>
                <a:lnTo>
                  <a:pt x="3700" y="3167"/>
                </a:lnTo>
                <a:lnTo>
                  <a:pt x="3699" y="3168"/>
                </a:lnTo>
                <a:lnTo>
                  <a:pt x="3698" y="3169"/>
                </a:lnTo>
                <a:lnTo>
                  <a:pt x="3697" y="3169"/>
                </a:lnTo>
                <a:lnTo>
                  <a:pt x="3696" y="3169"/>
                </a:lnTo>
                <a:lnTo>
                  <a:pt x="3695" y="3169"/>
                </a:lnTo>
                <a:lnTo>
                  <a:pt x="3694" y="3170"/>
                </a:lnTo>
                <a:lnTo>
                  <a:pt x="3694" y="3171"/>
                </a:lnTo>
                <a:lnTo>
                  <a:pt x="3694" y="3172"/>
                </a:lnTo>
                <a:lnTo>
                  <a:pt x="3694" y="3173"/>
                </a:lnTo>
                <a:lnTo>
                  <a:pt x="3696" y="3173"/>
                </a:lnTo>
                <a:lnTo>
                  <a:pt x="3697" y="3172"/>
                </a:lnTo>
                <a:lnTo>
                  <a:pt x="3696" y="3172"/>
                </a:lnTo>
                <a:lnTo>
                  <a:pt x="3696" y="3171"/>
                </a:lnTo>
                <a:lnTo>
                  <a:pt x="3697" y="3171"/>
                </a:lnTo>
                <a:lnTo>
                  <a:pt x="3698" y="3171"/>
                </a:lnTo>
                <a:lnTo>
                  <a:pt x="3699" y="3171"/>
                </a:lnTo>
                <a:lnTo>
                  <a:pt x="3699" y="3172"/>
                </a:lnTo>
                <a:lnTo>
                  <a:pt x="3700" y="3173"/>
                </a:lnTo>
                <a:lnTo>
                  <a:pt x="3700" y="3174"/>
                </a:lnTo>
                <a:lnTo>
                  <a:pt x="3701" y="3174"/>
                </a:lnTo>
                <a:lnTo>
                  <a:pt x="3702" y="3174"/>
                </a:lnTo>
                <a:lnTo>
                  <a:pt x="3703" y="3174"/>
                </a:lnTo>
                <a:lnTo>
                  <a:pt x="3704" y="3174"/>
                </a:lnTo>
                <a:lnTo>
                  <a:pt x="3704" y="3175"/>
                </a:lnTo>
                <a:lnTo>
                  <a:pt x="3703" y="3175"/>
                </a:lnTo>
                <a:lnTo>
                  <a:pt x="3704" y="3175"/>
                </a:lnTo>
                <a:lnTo>
                  <a:pt x="3704" y="3176"/>
                </a:lnTo>
                <a:lnTo>
                  <a:pt x="3705" y="3176"/>
                </a:lnTo>
                <a:lnTo>
                  <a:pt x="3705" y="3177"/>
                </a:lnTo>
                <a:lnTo>
                  <a:pt x="3705" y="3178"/>
                </a:lnTo>
                <a:lnTo>
                  <a:pt x="3704" y="3178"/>
                </a:lnTo>
                <a:lnTo>
                  <a:pt x="3704" y="3179"/>
                </a:lnTo>
                <a:lnTo>
                  <a:pt x="3704" y="3178"/>
                </a:lnTo>
                <a:lnTo>
                  <a:pt x="3703" y="3179"/>
                </a:lnTo>
                <a:lnTo>
                  <a:pt x="3702" y="3179"/>
                </a:lnTo>
                <a:lnTo>
                  <a:pt x="3701" y="3179"/>
                </a:lnTo>
                <a:lnTo>
                  <a:pt x="3701" y="3180"/>
                </a:lnTo>
                <a:lnTo>
                  <a:pt x="3700" y="3180"/>
                </a:lnTo>
                <a:lnTo>
                  <a:pt x="3699" y="3181"/>
                </a:lnTo>
                <a:lnTo>
                  <a:pt x="3698" y="3180"/>
                </a:lnTo>
                <a:lnTo>
                  <a:pt x="3697" y="3180"/>
                </a:lnTo>
                <a:lnTo>
                  <a:pt x="3697" y="3181"/>
                </a:lnTo>
                <a:lnTo>
                  <a:pt x="3697" y="3182"/>
                </a:lnTo>
                <a:lnTo>
                  <a:pt x="3696" y="3182"/>
                </a:lnTo>
                <a:lnTo>
                  <a:pt x="3696" y="3183"/>
                </a:lnTo>
                <a:lnTo>
                  <a:pt x="3694" y="3183"/>
                </a:lnTo>
                <a:lnTo>
                  <a:pt x="3694" y="3182"/>
                </a:lnTo>
                <a:lnTo>
                  <a:pt x="3693" y="3182"/>
                </a:lnTo>
                <a:lnTo>
                  <a:pt x="3693" y="3181"/>
                </a:lnTo>
                <a:lnTo>
                  <a:pt x="3693" y="3180"/>
                </a:lnTo>
                <a:lnTo>
                  <a:pt x="3693" y="3179"/>
                </a:lnTo>
                <a:lnTo>
                  <a:pt x="3692" y="3179"/>
                </a:lnTo>
                <a:lnTo>
                  <a:pt x="3692" y="3178"/>
                </a:lnTo>
                <a:lnTo>
                  <a:pt x="3692" y="3177"/>
                </a:lnTo>
                <a:lnTo>
                  <a:pt x="3693" y="3177"/>
                </a:lnTo>
                <a:lnTo>
                  <a:pt x="3693" y="3176"/>
                </a:lnTo>
                <a:lnTo>
                  <a:pt x="3693" y="3175"/>
                </a:lnTo>
                <a:lnTo>
                  <a:pt x="3693" y="3174"/>
                </a:lnTo>
                <a:lnTo>
                  <a:pt x="3692" y="3174"/>
                </a:lnTo>
                <a:lnTo>
                  <a:pt x="3692" y="3173"/>
                </a:lnTo>
                <a:lnTo>
                  <a:pt x="3691" y="3173"/>
                </a:lnTo>
                <a:lnTo>
                  <a:pt x="3691" y="3172"/>
                </a:lnTo>
                <a:lnTo>
                  <a:pt x="3690" y="3171"/>
                </a:lnTo>
                <a:lnTo>
                  <a:pt x="3689" y="3171"/>
                </a:lnTo>
                <a:lnTo>
                  <a:pt x="3688" y="3170"/>
                </a:lnTo>
                <a:lnTo>
                  <a:pt x="3688" y="3169"/>
                </a:lnTo>
                <a:lnTo>
                  <a:pt x="3688" y="3168"/>
                </a:lnTo>
                <a:lnTo>
                  <a:pt x="3687" y="3168"/>
                </a:lnTo>
                <a:lnTo>
                  <a:pt x="3686" y="3168"/>
                </a:lnTo>
                <a:lnTo>
                  <a:pt x="3686" y="3167"/>
                </a:lnTo>
                <a:lnTo>
                  <a:pt x="3685" y="3167"/>
                </a:lnTo>
                <a:lnTo>
                  <a:pt x="3684" y="3167"/>
                </a:lnTo>
                <a:lnTo>
                  <a:pt x="3683" y="3167"/>
                </a:lnTo>
                <a:lnTo>
                  <a:pt x="3682" y="3167"/>
                </a:lnTo>
                <a:lnTo>
                  <a:pt x="3681" y="3168"/>
                </a:lnTo>
                <a:lnTo>
                  <a:pt x="3680" y="3168"/>
                </a:lnTo>
                <a:lnTo>
                  <a:pt x="3679" y="3168"/>
                </a:lnTo>
                <a:lnTo>
                  <a:pt x="3678" y="3168"/>
                </a:lnTo>
                <a:lnTo>
                  <a:pt x="3677" y="3168"/>
                </a:lnTo>
                <a:lnTo>
                  <a:pt x="3676" y="3169"/>
                </a:lnTo>
                <a:lnTo>
                  <a:pt x="3676" y="3170"/>
                </a:lnTo>
                <a:lnTo>
                  <a:pt x="3676" y="3171"/>
                </a:lnTo>
                <a:lnTo>
                  <a:pt x="3675" y="3170"/>
                </a:lnTo>
                <a:lnTo>
                  <a:pt x="3674" y="3169"/>
                </a:lnTo>
                <a:lnTo>
                  <a:pt x="3671" y="3172"/>
                </a:lnTo>
                <a:lnTo>
                  <a:pt x="3670" y="3173"/>
                </a:lnTo>
                <a:lnTo>
                  <a:pt x="3670" y="3174"/>
                </a:lnTo>
                <a:lnTo>
                  <a:pt x="3669" y="3174"/>
                </a:lnTo>
                <a:lnTo>
                  <a:pt x="3668" y="3175"/>
                </a:lnTo>
                <a:lnTo>
                  <a:pt x="3668" y="3176"/>
                </a:lnTo>
                <a:lnTo>
                  <a:pt x="3670" y="3175"/>
                </a:lnTo>
                <a:lnTo>
                  <a:pt x="3671" y="3175"/>
                </a:lnTo>
                <a:lnTo>
                  <a:pt x="3671" y="3174"/>
                </a:lnTo>
                <a:lnTo>
                  <a:pt x="3671" y="3173"/>
                </a:lnTo>
                <a:lnTo>
                  <a:pt x="3672" y="3173"/>
                </a:lnTo>
                <a:lnTo>
                  <a:pt x="3672" y="3174"/>
                </a:lnTo>
                <a:lnTo>
                  <a:pt x="3673" y="3174"/>
                </a:lnTo>
                <a:lnTo>
                  <a:pt x="3673" y="3175"/>
                </a:lnTo>
                <a:lnTo>
                  <a:pt x="3673" y="3176"/>
                </a:lnTo>
                <a:lnTo>
                  <a:pt x="3674" y="3176"/>
                </a:lnTo>
                <a:lnTo>
                  <a:pt x="3674" y="3175"/>
                </a:lnTo>
                <a:lnTo>
                  <a:pt x="3675" y="3176"/>
                </a:lnTo>
                <a:lnTo>
                  <a:pt x="3674" y="3177"/>
                </a:lnTo>
                <a:lnTo>
                  <a:pt x="3675" y="3177"/>
                </a:lnTo>
                <a:lnTo>
                  <a:pt x="3675" y="3178"/>
                </a:lnTo>
                <a:lnTo>
                  <a:pt x="3676" y="3178"/>
                </a:lnTo>
                <a:lnTo>
                  <a:pt x="3677" y="3178"/>
                </a:lnTo>
                <a:lnTo>
                  <a:pt x="3678" y="3178"/>
                </a:lnTo>
                <a:lnTo>
                  <a:pt x="3679" y="3178"/>
                </a:lnTo>
                <a:lnTo>
                  <a:pt x="3679" y="3177"/>
                </a:lnTo>
                <a:lnTo>
                  <a:pt x="3679" y="3178"/>
                </a:lnTo>
                <a:lnTo>
                  <a:pt x="3678" y="3178"/>
                </a:lnTo>
                <a:lnTo>
                  <a:pt x="3678" y="3179"/>
                </a:lnTo>
                <a:lnTo>
                  <a:pt x="3678" y="3180"/>
                </a:lnTo>
                <a:lnTo>
                  <a:pt x="3677" y="3180"/>
                </a:lnTo>
                <a:lnTo>
                  <a:pt x="3675" y="3181"/>
                </a:lnTo>
                <a:lnTo>
                  <a:pt x="3673" y="3182"/>
                </a:lnTo>
                <a:lnTo>
                  <a:pt x="3673" y="3183"/>
                </a:lnTo>
                <a:lnTo>
                  <a:pt x="3672" y="3183"/>
                </a:lnTo>
                <a:lnTo>
                  <a:pt x="3671" y="3183"/>
                </a:lnTo>
                <a:lnTo>
                  <a:pt x="3671" y="3182"/>
                </a:lnTo>
                <a:lnTo>
                  <a:pt x="3670" y="3182"/>
                </a:lnTo>
                <a:lnTo>
                  <a:pt x="3670" y="3181"/>
                </a:lnTo>
                <a:lnTo>
                  <a:pt x="3669" y="3181"/>
                </a:lnTo>
                <a:lnTo>
                  <a:pt x="3668" y="3181"/>
                </a:lnTo>
                <a:lnTo>
                  <a:pt x="3668" y="3182"/>
                </a:lnTo>
                <a:lnTo>
                  <a:pt x="3667" y="3183"/>
                </a:lnTo>
                <a:lnTo>
                  <a:pt x="3666" y="3183"/>
                </a:lnTo>
                <a:lnTo>
                  <a:pt x="3665" y="3183"/>
                </a:lnTo>
                <a:lnTo>
                  <a:pt x="3665" y="3184"/>
                </a:lnTo>
                <a:lnTo>
                  <a:pt x="3666" y="3185"/>
                </a:lnTo>
                <a:lnTo>
                  <a:pt x="3667" y="3185"/>
                </a:lnTo>
                <a:lnTo>
                  <a:pt x="3668" y="3186"/>
                </a:lnTo>
                <a:lnTo>
                  <a:pt x="3669" y="3186"/>
                </a:lnTo>
                <a:lnTo>
                  <a:pt x="3668" y="3187"/>
                </a:lnTo>
                <a:lnTo>
                  <a:pt x="3669" y="3188"/>
                </a:lnTo>
                <a:lnTo>
                  <a:pt x="3669" y="3187"/>
                </a:lnTo>
                <a:lnTo>
                  <a:pt x="3669" y="3186"/>
                </a:lnTo>
                <a:lnTo>
                  <a:pt x="3670" y="3186"/>
                </a:lnTo>
                <a:lnTo>
                  <a:pt x="3671" y="3185"/>
                </a:lnTo>
                <a:lnTo>
                  <a:pt x="3672" y="3185"/>
                </a:lnTo>
                <a:lnTo>
                  <a:pt x="3673" y="3185"/>
                </a:lnTo>
                <a:lnTo>
                  <a:pt x="3673" y="3186"/>
                </a:lnTo>
                <a:lnTo>
                  <a:pt x="3674" y="3186"/>
                </a:lnTo>
                <a:lnTo>
                  <a:pt x="3674" y="3187"/>
                </a:lnTo>
                <a:lnTo>
                  <a:pt x="3674" y="3186"/>
                </a:lnTo>
                <a:lnTo>
                  <a:pt x="3675" y="3186"/>
                </a:lnTo>
                <a:lnTo>
                  <a:pt x="3675" y="3185"/>
                </a:lnTo>
                <a:lnTo>
                  <a:pt x="3674" y="3185"/>
                </a:lnTo>
                <a:lnTo>
                  <a:pt x="3674" y="3184"/>
                </a:lnTo>
                <a:lnTo>
                  <a:pt x="3675" y="3183"/>
                </a:lnTo>
                <a:lnTo>
                  <a:pt x="3676" y="3183"/>
                </a:lnTo>
                <a:lnTo>
                  <a:pt x="3677" y="3183"/>
                </a:lnTo>
                <a:lnTo>
                  <a:pt x="3677" y="3182"/>
                </a:lnTo>
                <a:lnTo>
                  <a:pt x="3676" y="3182"/>
                </a:lnTo>
                <a:lnTo>
                  <a:pt x="3677" y="3182"/>
                </a:lnTo>
                <a:lnTo>
                  <a:pt x="3677" y="3181"/>
                </a:lnTo>
                <a:lnTo>
                  <a:pt x="3678" y="3180"/>
                </a:lnTo>
                <a:lnTo>
                  <a:pt x="3678" y="3181"/>
                </a:lnTo>
                <a:lnTo>
                  <a:pt x="3679" y="3181"/>
                </a:lnTo>
                <a:lnTo>
                  <a:pt x="3679" y="3182"/>
                </a:lnTo>
                <a:lnTo>
                  <a:pt x="3680" y="3182"/>
                </a:lnTo>
                <a:lnTo>
                  <a:pt x="3680" y="3181"/>
                </a:lnTo>
                <a:lnTo>
                  <a:pt x="3680" y="3182"/>
                </a:lnTo>
                <a:lnTo>
                  <a:pt x="3680" y="3184"/>
                </a:lnTo>
                <a:lnTo>
                  <a:pt x="3680" y="3185"/>
                </a:lnTo>
                <a:lnTo>
                  <a:pt x="3679" y="3184"/>
                </a:lnTo>
                <a:lnTo>
                  <a:pt x="3679" y="3185"/>
                </a:lnTo>
                <a:lnTo>
                  <a:pt x="3680" y="3185"/>
                </a:lnTo>
                <a:lnTo>
                  <a:pt x="3679" y="3185"/>
                </a:lnTo>
                <a:lnTo>
                  <a:pt x="3679" y="3186"/>
                </a:lnTo>
                <a:lnTo>
                  <a:pt x="3680" y="3186"/>
                </a:lnTo>
                <a:lnTo>
                  <a:pt x="3680" y="3185"/>
                </a:lnTo>
                <a:lnTo>
                  <a:pt x="3681" y="3186"/>
                </a:lnTo>
                <a:lnTo>
                  <a:pt x="3680" y="3186"/>
                </a:lnTo>
                <a:lnTo>
                  <a:pt x="3681" y="3186"/>
                </a:lnTo>
                <a:lnTo>
                  <a:pt x="3681" y="3185"/>
                </a:lnTo>
                <a:lnTo>
                  <a:pt x="3681" y="3183"/>
                </a:lnTo>
                <a:lnTo>
                  <a:pt x="3682" y="3183"/>
                </a:lnTo>
                <a:lnTo>
                  <a:pt x="3682" y="3182"/>
                </a:lnTo>
                <a:lnTo>
                  <a:pt x="3682" y="3183"/>
                </a:lnTo>
                <a:lnTo>
                  <a:pt x="3682" y="3184"/>
                </a:lnTo>
                <a:lnTo>
                  <a:pt x="3682" y="3185"/>
                </a:lnTo>
                <a:lnTo>
                  <a:pt x="3683" y="3185"/>
                </a:lnTo>
                <a:lnTo>
                  <a:pt x="3684" y="3185"/>
                </a:lnTo>
                <a:lnTo>
                  <a:pt x="3685" y="3185"/>
                </a:lnTo>
                <a:lnTo>
                  <a:pt x="3685" y="3186"/>
                </a:lnTo>
                <a:lnTo>
                  <a:pt x="3685" y="3187"/>
                </a:lnTo>
                <a:lnTo>
                  <a:pt x="3686" y="3187"/>
                </a:lnTo>
                <a:lnTo>
                  <a:pt x="3685" y="3187"/>
                </a:lnTo>
                <a:lnTo>
                  <a:pt x="3685" y="3186"/>
                </a:lnTo>
                <a:lnTo>
                  <a:pt x="3684" y="3186"/>
                </a:lnTo>
                <a:lnTo>
                  <a:pt x="3684" y="3187"/>
                </a:lnTo>
                <a:lnTo>
                  <a:pt x="3683" y="3187"/>
                </a:lnTo>
                <a:lnTo>
                  <a:pt x="3683" y="3188"/>
                </a:lnTo>
                <a:lnTo>
                  <a:pt x="3683" y="3189"/>
                </a:lnTo>
                <a:lnTo>
                  <a:pt x="3684" y="3190"/>
                </a:lnTo>
                <a:lnTo>
                  <a:pt x="3684" y="3192"/>
                </a:lnTo>
                <a:lnTo>
                  <a:pt x="3684" y="3191"/>
                </a:lnTo>
                <a:lnTo>
                  <a:pt x="3683" y="3191"/>
                </a:lnTo>
                <a:lnTo>
                  <a:pt x="3683" y="3192"/>
                </a:lnTo>
                <a:lnTo>
                  <a:pt x="3683" y="3193"/>
                </a:lnTo>
                <a:lnTo>
                  <a:pt x="3682" y="3193"/>
                </a:lnTo>
                <a:lnTo>
                  <a:pt x="3681" y="3194"/>
                </a:lnTo>
                <a:lnTo>
                  <a:pt x="3682" y="3195"/>
                </a:lnTo>
                <a:lnTo>
                  <a:pt x="3681" y="3195"/>
                </a:lnTo>
                <a:lnTo>
                  <a:pt x="3681" y="3193"/>
                </a:lnTo>
                <a:lnTo>
                  <a:pt x="3680" y="3194"/>
                </a:lnTo>
                <a:lnTo>
                  <a:pt x="3679" y="3193"/>
                </a:lnTo>
                <a:lnTo>
                  <a:pt x="3679" y="3192"/>
                </a:lnTo>
                <a:lnTo>
                  <a:pt x="3679" y="3191"/>
                </a:lnTo>
                <a:lnTo>
                  <a:pt x="3677" y="3190"/>
                </a:lnTo>
                <a:lnTo>
                  <a:pt x="3676" y="3190"/>
                </a:lnTo>
                <a:lnTo>
                  <a:pt x="3675" y="3189"/>
                </a:lnTo>
                <a:lnTo>
                  <a:pt x="3674" y="3189"/>
                </a:lnTo>
                <a:lnTo>
                  <a:pt x="3674" y="3190"/>
                </a:lnTo>
                <a:lnTo>
                  <a:pt x="3674" y="3191"/>
                </a:lnTo>
                <a:lnTo>
                  <a:pt x="3674" y="3192"/>
                </a:lnTo>
                <a:lnTo>
                  <a:pt x="3674" y="3193"/>
                </a:lnTo>
                <a:lnTo>
                  <a:pt x="3674" y="3194"/>
                </a:lnTo>
                <a:lnTo>
                  <a:pt x="3674" y="3193"/>
                </a:lnTo>
                <a:lnTo>
                  <a:pt x="3673" y="3193"/>
                </a:lnTo>
                <a:lnTo>
                  <a:pt x="3673" y="3192"/>
                </a:lnTo>
                <a:lnTo>
                  <a:pt x="3672" y="3193"/>
                </a:lnTo>
                <a:lnTo>
                  <a:pt x="3673" y="3193"/>
                </a:lnTo>
                <a:lnTo>
                  <a:pt x="3673" y="3194"/>
                </a:lnTo>
                <a:lnTo>
                  <a:pt x="3673" y="3195"/>
                </a:lnTo>
                <a:lnTo>
                  <a:pt x="3674" y="3197"/>
                </a:lnTo>
                <a:lnTo>
                  <a:pt x="3676" y="3198"/>
                </a:lnTo>
                <a:lnTo>
                  <a:pt x="3677" y="3198"/>
                </a:lnTo>
                <a:lnTo>
                  <a:pt x="3677" y="3199"/>
                </a:lnTo>
                <a:lnTo>
                  <a:pt x="3677" y="3200"/>
                </a:lnTo>
                <a:lnTo>
                  <a:pt x="3676" y="3200"/>
                </a:lnTo>
                <a:lnTo>
                  <a:pt x="3675" y="3200"/>
                </a:lnTo>
                <a:lnTo>
                  <a:pt x="3675" y="3201"/>
                </a:lnTo>
                <a:lnTo>
                  <a:pt x="3676" y="3201"/>
                </a:lnTo>
                <a:lnTo>
                  <a:pt x="3676" y="3202"/>
                </a:lnTo>
                <a:lnTo>
                  <a:pt x="3677" y="3202"/>
                </a:lnTo>
                <a:lnTo>
                  <a:pt x="3676" y="3203"/>
                </a:lnTo>
                <a:lnTo>
                  <a:pt x="3676" y="3202"/>
                </a:lnTo>
                <a:lnTo>
                  <a:pt x="3675" y="3202"/>
                </a:lnTo>
                <a:lnTo>
                  <a:pt x="3674" y="3202"/>
                </a:lnTo>
                <a:lnTo>
                  <a:pt x="3674" y="3203"/>
                </a:lnTo>
                <a:lnTo>
                  <a:pt x="3673" y="3202"/>
                </a:lnTo>
                <a:lnTo>
                  <a:pt x="3673" y="3201"/>
                </a:lnTo>
                <a:lnTo>
                  <a:pt x="3673" y="3200"/>
                </a:lnTo>
                <a:lnTo>
                  <a:pt x="3673" y="3199"/>
                </a:lnTo>
                <a:lnTo>
                  <a:pt x="3672" y="3199"/>
                </a:lnTo>
                <a:lnTo>
                  <a:pt x="3671" y="3200"/>
                </a:lnTo>
                <a:lnTo>
                  <a:pt x="3670" y="3200"/>
                </a:lnTo>
                <a:lnTo>
                  <a:pt x="3670" y="3199"/>
                </a:lnTo>
                <a:lnTo>
                  <a:pt x="3669" y="3199"/>
                </a:lnTo>
                <a:lnTo>
                  <a:pt x="3669" y="3198"/>
                </a:lnTo>
                <a:lnTo>
                  <a:pt x="3668" y="3198"/>
                </a:lnTo>
                <a:lnTo>
                  <a:pt x="3667" y="3197"/>
                </a:lnTo>
                <a:lnTo>
                  <a:pt x="3666" y="3197"/>
                </a:lnTo>
                <a:lnTo>
                  <a:pt x="3666" y="3198"/>
                </a:lnTo>
                <a:lnTo>
                  <a:pt x="3667" y="3198"/>
                </a:lnTo>
                <a:lnTo>
                  <a:pt x="3666" y="3199"/>
                </a:lnTo>
                <a:lnTo>
                  <a:pt x="3665" y="3199"/>
                </a:lnTo>
                <a:lnTo>
                  <a:pt x="3665" y="3200"/>
                </a:lnTo>
                <a:lnTo>
                  <a:pt x="3664" y="3200"/>
                </a:lnTo>
                <a:lnTo>
                  <a:pt x="3664" y="3199"/>
                </a:lnTo>
                <a:lnTo>
                  <a:pt x="3663" y="3199"/>
                </a:lnTo>
                <a:lnTo>
                  <a:pt x="3663" y="3198"/>
                </a:lnTo>
                <a:lnTo>
                  <a:pt x="3664" y="3198"/>
                </a:lnTo>
                <a:lnTo>
                  <a:pt x="3664" y="3197"/>
                </a:lnTo>
                <a:lnTo>
                  <a:pt x="3663" y="3197"/>
                </a:lnTo>
                <a:lnTo>
                  <a:pt x="3662" y="3197"/>
                </a:lnTo>
                <a:lnTo>
                  <a:pt x="3661" y="3197"/>
                </a:lnTo>
                <a:lnTo>
                  <a:pt x="3660" y="3197"/>
                </a:lnTo>
                <a:lnTo>
                  <a:pt x="3661" y="3196"/>
                </a:lnTo>
                <a:lnTo>
                  <a:pt x="3660" y="3195"/>
                </a:lnTo>
                <a:lnTo>
                  <a:pt x="3660" y="3194"/>
                </a:lnTo>
                <a:lnTo>
                  <a:pt x="3660" y="3193"/>
                </a:lnTo>
                <a:lnTo>
                  <a:pt x="3659" y="3193"/>
                </a:lnTo>
                <a:lnTo>
                  <a:pt x="3659" y="3192"/>
                </a:lnTo>
                <a:lnTo>
                  <a:pt x="3658" y="3192"/>
                </a:lnTo>
                <a:lnTo>
                  <a:pt x="3657" y="3192"/>
                </a:lnTo>
                <a:lnTo>
                  <a:pt x="3656" y="3192"/>
                </a:lnTo>
                <a:lnTo>
                  <a:pt x="3655" y="3192"/>
                </a:lnTo>
                <a:lnTo>
                  <a:pt x="3656" y="3192"/>
                </a:lnTo>
                <a:lnTo>
                  <a:pt x="3655" y="3192"/>
                </a:lnTo>
                <a:lnTo>
                  <a:pt x="3654" y="3192"/>
                </a:lnTo>
                <a:lnTo>
                  <a:pt x="3654" y="3193"/>
                </a:lnTo>
                <a:lnTo>
                  <a:pt x="3653" y="3193"/>
                </a:lnTo>
                <a:lnTo>
                  <a:pt x="3652" y="3193"/>
                </a:lnTo>
                <a:lnTo>
                  <a:pt x="3651" y="3193"/>
                </a:lnTo>
                <a:lnTo>
                  <a:pt x="3650" y="3192"/>
                </a:lnTo>
                <a:lnTo>
                  <a:pt x="3649" y="3193"/>
                </a:lnTo>
                <a:lnTo>
                  <a:pt x="3649" y="3192"/>
                </a:lnTo>
                <a:lnTo>
                  <a:pt x="3648" y="3191"/>
                </a:lnTo>
                <a:lnTo>
                  <a:pt x="3647" y="3191"/>
                </a:lnTo>
                <a:lnTo>
                  <a:pt x="3647" y="3190"/>
                </a:lnTo>
                <a:lnTo>
                  <a:pt x="3646" y="3191"/>
                </a:lnTo>
                <a:lnTo>
                  <a:pt x="3647" y="3192"/>
                </a:lnTo>
                <a:lnTo>
                  <a:pt x="3646" y="3191"/>
                </a:lnTo>
                <a:lnTo>
                  <a:pt x="3645" y="3191"/>
                </a:lnTo>
                <a:lnTo>
                  <a:pt x="3645" y="3192"/>
                </a:lnTo>
                <a:lnTo>
                  <a:pt x="3644" y="3193"/>
                </a:lnTo>
                <a:lnTo>
                  <a:pt x="3643" y="3193"/>
                </a:lnTo>
                <a:lnTo>
                  <a:pt x="3643" y="3192"/>
                </a:lnTo>
                <a:lnTo>
                  <a:pt x="3642" y="3192"/>
                </a:lnTo>
                <a:lnTo>
                  <a:pt x="3641" y="3191"/>
                </a:lnTo>
                <a:lnTo>
                  <a:pt x="3642" y="3191"/>
                </a:lnTo>
                <a:lnTo>
                  <a:pt x="3642" y="3190"/>
                </a:lnTo>
                <a:lnTo>
                  <a:pt x="3642" y="3189"/>
                </a:lnTo>
                <a:lnTo>
                  <a:pt x="3641" y="3188"/>
                </a:lnTo>
                <a:lnTo>
                  <a:pt x="3640" y="3188"/>
                </a:lnTo>
                <a:lnTo>
                  <a:pt x="3641" y="3188"/>
                </a:lnTo>
                <a:lnTo>
                  <a:pt x="3641" y="3187"/>
                </a:lnTo>
                <a:lnTo>
                  <a:pt x="3641" y="3186"/>
                </a:lnTo>
                <a:lnTo>
                  <a:pt x="3642" y="3186"/>
                </a:lnTo>
                <a:lnTo>
                  <a:pt x="3643" y="3186"/>
                </a:lnTo>
                <a:lnTo>
                  <a:pt x="3644" y="3186"/>
                </a:lnTo>
                <a:lnTo>
                  <a:pt x="3644" y="3185"/>
                </a:lnTo>
                <a:lnTo>
                  <a:pt x="3645" y="3184"/>
                </a:lnTo>
                <a:lnTo>
                  <a:pt x="3646" y="3183"/>
                </a:lnTo>
                <a:lnTo>
                  <a:pt x="3647" y="3183"/>
                </a:lnTo>
                <a:lnTo>
                  <a:pt x="3647" y="3182"/>
                </a:lnTo>
                <a:lnTo>
                  <a:pt x="3648" y="3181"/>
                </a:lnTo>
                <a:lnTo>
                  <a:pt x="3649" y="3180"/>
                </a:lnTo>
                <a:lnTo>
                  <a:pt x="3649" y="3179"/>
                </a:lnTo>
                <a:lnTo>
                  <a:pt x="3649" y="3180"/>
                </a:lnTo>
                <a:lnTo>
                  <a:pt x="3649" y="3179"/>
                </a:lnTo>
                <a:lnTo>
                  <a:pt x="3649" y="3180"/>
                </a:lnTo>
                <a:lnTo>
                  <a:pt x="3650" y="3180"/>
                </a:lnTo>
                <a:lnTo>
                  <a:pt x="3650" y="3181"/>
                </a:lnTo>
                <a:lnTo>
                  <a:pt x="3651" y="3181"/>
                </a:lnTo>
                <a:lnTo>
                  <a:pt x="3652" y="3180"/>
                </a:lnTo>
                <a:lnTo>
                  <a:pt x="3652" y="3181"/>
                </a:lnTo>
                <a:lnTo>
                  <a:pt x="3652" y="3180"/>
                </a:lnTo>
                <a:lnTo>
                  <a:pt x="3652" y="3179"/>
                </a:lnTo>
                <a:lnTo>
                  <a:pt x="3653" y="3178"/>
                </a:lnTo>
                <a:lnTo>
                  <a:pt x="3652" y="3178"/>
                </a:lnTo>
                <a:lnTo>
                  <a:pt x="3652" y="3177"/>
                </a:lnTo>
                <a:lnTo>
                  <a:pt x="3651" y="3176"/>
                </a:lnTo>
                <a:lnTo>
                  <a:pt x="3650" y="3176"/>
                </a:lnTo>
                <a:lnTo>
                  <a:pt x="3650" y="3175"/>
                </a:lnTo>
                <a:lnTo>
                  <a:pt x="3649" y="3175"/>
                </a:lnTo>
                <a:lnTo>
                  <a:pt x="3649" y="3176"/>
                </a:lnTo>
                <a:lnTo>
                  <a:pt x="3645" y="3176"/>
                </a:lnTo>
                <a:lnTo>
                  <a:pt x="3644" y="3179"/>
                </a:lnTo>
                <a:lnTo>
                  <a:pt x="3643" y="3180"/>
                </a:lnTo>
                <a:lnTo>
                  <a:pt x="3642" y="3180"/>
                </a:lnTo>
                <a:lnTo>
                  <a:pt x="3641" y="3181"/>
                </a:lnTo>
                <a:lnTo>
                  <a:pt x="3640" y="3181"/>
                </a:lnTo>
                <a:lnTo>
                  <a:pt x="3640" y="3182"/>
                </a:lnTo>
                <a:lnTo>
                  <a:pt x="3640" y="3183"/>
                </a:lnTo>
                <a:lnTo>
                  <a:pt x="3639" y="3184"/>
                </a:lnTo>
                <a:lnTo>
                  <a:pt x="3638" y="3182"/>
                </a:lnTo>
                <a:lnTo>
                  <a:pt x="3638" y="3181"/>
                </a:lnTo>
                <a:lnTo>
                  <a:pt x="3637" y="3180"/>
                </a:lnTo>
                <a:lnTo>
                  <a:pt x="3637" y="3178"/>
                </a:lnTo>
                <a:lnTo>
                  <a:pt x="3637" y="3177"/>
                </a:lnTo>
                <a:lnTo>
                  <a:pt x="3637" y="3176"/>
                </a:lnTo>
                <a:lnTo>
                  <a:pt x="3638" y="3176"/>
                </a:lnTo>
                <a:lnTo>
                  <a:pt x="3639" y="3175"/>
                </a:lnTo>
                <a:lnTo>
                  <a:pt x="3639" y="3174"/>
                </a:lnTo>
                <a:lnTo>
                  <a:pt x="3638" y="3174"/>
                </a:lnTo>
                <a:lnTo>
                  <a:pt x="3637" y="3173"/>
                </a:lnTo>
                <a:lnTo>
                  <a:pt x="3637" y="3175"/>
                </a:lnTo>
                <a:lnTo>
                  <a:pt x="3636" y="3176"/>
                </a:lnTo>
                <a:lnTo>
                  <a:pt x="3635" y="3173"/>
                </a:lnTo>
                <a:lnTo>
                  <a:pt x="3635" y="3172"/>
                </a:lnTo>
                <a:lnTo>
                  <a:pt x="3634" y="3171"/>
                </a:lnTo>
                <a:lnTo>
                  <a:pt x="3635" y="3171"/>
                </a:lnTo>
                <a:lnTo>
                  <a:pt x="3634" y="3170"/>
                </a:lnTo>
                <a:lnTo>
                  <a:pt x="3633" y="3167"/>
                </a:lnTo>
                <a:lnTo>
                  <a:pt x="3632" y="3168"/>
                </a:lnTo>
                <a:lnTo>
                  <a:pt x="3631" y="3166"/>
                </a:lnTo>
                <a:lnTo>
                  <a:pt x="3630" y="3163"/>
                </a:lnTo>
                <a:lnTo>
                  <a:pt x="3628" y="3161"/>
                </a:lnTo>
                <a:lnTo>
                  <a:pt x="3628" y="3160"/>
                </a:lnTo>
                <a:lnTo>
                  <a:pt x="3627" y="3160"/>
                </a:lnTo>
                <a:lnTo>
                  <a:pt x="3627" y="3159"/>
                </a:lnTo>
                <a:lnTo>
                  <a:pt x="3627" y="3158"/>
                </a:lnTo>
                <a:lnTo>
                  <a:pt x="3627" y="3156"/>
                </a:lnTo>
                <a:lnTo>
                  <a:pt x="3627" y="3155"/>
                </a:lnTo>
                <a:lnTo>
                  <a:pt x="3627" y="3154"/>
                </a:lnTo>
                <a:lnTo>
                  <a:pt x="3628" y="3154"/>
                </a:lnTo>
                <a:lnTo>
                  <a:pt x="3628" y="3153"/>
                </a:lnTo>
                <a:lnTo>
                  <a:pt x="3627" y="3154"/>
                </a:lnTo>
                <a:lnTo>
                  <a:pt x="3626" y="3154"/>
                </a:lnTo>
                <a:lnTo>
                  <a:pt x="3625" y="3153"/>
                </a:lnTo>
                <a:lnTo>
                  <a:pt x="3624" y="3153"/>
                </a:lnTo>
                <a:lnTo>
                  <a:pt x="3623" y="3153"/>
                </a:lnTo>
                <a:lnTo>
                  <a:pt x="3623" y="3152"/>
                </a:lnTo>
                <a:lnTo>
                  <a:pt x="3623" y="3153"/>
                </a:lnTo>
                <a:lnTo>
                  <a:pt x="3623" y="3154"/>
                </a:lnTo>
                <a:lnTo>
                  <a:pt x="3620" y="3153"/>
                </a:lnTo>
                <a:lnTo>
                  <a:pt x="3619" y="3153"/>
                </a:lnTo>
                <a:lnTo>
                  <a:pt x="3619" y="3152"/>
                </a:lnTo>
                <a:lnTo>
                  <a:pt x="3618" y="3152"/>
                </a:lnTo>
                <a:lnTo>
                  <a:pt x="3617" y="3152"/>
                </a:lnTo>
                <a:lnTo>
                  <a:pt x="3615" y="3152"/>
                </a:lnTo>
                <a:lnTo>
                  <a:pt x="3614" y="3153"/>
                </a:lnTo>
                <a:lnTo>
                  <a:pt x="3613" y="3154"/>
                </a:lnTo>
                <a:lnTo>
                  <a:pt x="3612" y="3154"/>
                </a:lnTo>
                <a:lnTo>
                  <a:pt x="3611" y="3154"/>
                </a:lnTo>
                <a:lnTo>
                  <a:pt x="3610" y="3153"/>
                </a:lnTo>
                <a:lnTo>
                  <a:pt x="3609" y="3153"/>
                </a:lnTo>
                <a:lnTo>
                  <a:pt x="3609" y="3154"/>
                </a:lnTo>
                <a:lnTo>
                  <a:pt x="3610" y="3155"/>
                </a:lnTo>
                <a:lnTo>
                  <a:pt x="3611" y="3156"/>
                </a:lnTo>
                <a:lnTo>
                  <a:pt x="3612" y="3158"/>
                </a:lnTo>
                <a:lnTo>
                  <a:pt x="3612" y="3159"/>
                </a:lnTo>
                <a:lnTo>
                  <a:pt x="3613" y="3159"/>
                </a:lnTo>
                <a:lnTo>
                  <a:pt x="3614" y="3159"/>
                </a:lnTo>
                <a:lnTo>
                  <a:pt x="3614" y="3160"/>
                </a:lnTo>
                <a:lnTo>
                  <a:pt x="3615" y="3161"/>
                </a:lnTo>
                <a:lnTo>
                  <a:pt x="3615" y="3162"/>
                </a:lnTo>
                <a:lnTo>
                  <a:pt x="3616" y="3162"/>
                </a:lnTo>
                <a:lnTo>
                  <a:pt x="3616" y="3163"/>
                </a:lnTo>
                <a:lnTo>
                  <a:pt x="3617" y="3164"/>
                </a:lnTo>
                <a:lnTo>
                  <a:pt x="3617" y="3165"/>
                </a:lnTo>
                <a:lnTo>
                  <a:pt x="3617" y="3166"/>
                </a:lnTo>
                <a:lnTo>
                  <a:pt x="3618" y="3167"/>
                </a:lnTo>
                <a:lnTo>
                  <a:pt x="3618" y="3168"/>
                </a:lnTo>
                <a:lnTo>
                  <a:pt x="3617" y="3169"/>
                </a:lnTo>
                <a:lnTo>
                  <a:pt x="3615" y="3171"/>
                </a:lnTo>
                <a:lnTo>
                  <a:pt x="3615" y="3170"/>
                </a:lnTo>
                <a:lnTo>
                  <a:pt x="3614" y="3169"/>
                </a:lnTo>
                <a:lnTo>
                  <a:pt x="3613" y="3168"/>
                </a:lnTo>
                <a:lnTo>
                  <a:pt x="3613" y="3167"/>
                </a:lnTo>
                <a:lnTo>
                  <a:pt x="3612" y="3167"/>
                </a:lnTo>
                <a:lnTo>
                  <a:pt x="3612" y="3168"/>
                </a:lnTo>
                <a:lnTo>
                  <a:pt x="3611" y="3168"/>
                </a:lnTo>
                <a:lnTo>
                  <a:pt x="3611" y="3169"/>
                </a:lnTo>
                <a:lnTo>
                  <a:pt x="3611" y="3168"/>
                </a:lnTo>
                <a:lnTo>
                  <a:pt x="3611" y="3169"/>
                </a:lnTo>
                <a:lnTo>
                  <a:pt x="3610" y="3170"/>
                </a:lnTo>
                <a:lnTo>
                  <a:pt x="3609" y="3170"/>
                </a:lnTo>
                <a:lnTo>
                  <a:pt x="3610" y="3170"/>
                </a:lnTo>
                <a:lnTo>
                  <a:pt x="3612" y="3170"/>
                </a:lnTo>
                <a:lnTo>
                  <a:pt x="3613" y="3170"/>
                </a:lnTo>
                <a:lnTo>
                  <a:pt x="3614" y="3170"/>
                </a:lnTo>
                <a:lnTo>
                  <a:pt x="3614" y="3171"/>
                </a:lnTo>
                <a:lnTo>
                  <a:pt x="3615" y="3172"/>
                </a:lnTo>
                <a:lnTo>
                  <a:pt x="3615" y="3173"/>
                </a:lnTo>
                <a:lnTo>
                  <a:pt x="3615" y="3176"/>
                </a:lnTo>
                <a:lnTo>
                  <a:pt x="3615" y="3177"/>
                </a:lnTo>
                <a:lnTo>
                  <a:pt x="3615" y="3178"/>
                </a:lnTo>
                <a:lnTo>
                  <a:pt x="3614" y="3178"/>
                </a:lnTo>
                <a:lnTo>
                  <a:pt x="3613" y="3178"/>
                </a:lnTo>
                <a:lnTo>
                  <a:pt x="3612" y="3178"/>
                </a:lnTo>
                <a:lnTo>
                  <a:pt x="3612" y="3177"/>
                </a:lnTo>
                <a:lnTo>
                  <a:pt x="3612" y="3176"/>
                </a:lnTo>
                <a:lnTo>
                  <a:pt x="3612" y="3175"/>
                </a:lnTo>
                <a:lnTo>
                  <a:pt x="3612" y="3174"/>
                </a:lnTo>
                <a:lnTo>
                  <a:pt x="3612" y="3173"/>
                </a:lnTo>
                <a:lnTo>
                  <a:pt x="3610" y="3172"/>
                </a:lnTo>
                <a:lnTo>
                  <a:pt x="3611" y="3172"/>
                </a:lnTo>
                <a:lnTo>
                  <a:pt x="3611" y="3173"/>
                </a:lnTo>
                <a:lnTo>
                  <a:pt x="3611" y="3174"/>
                </a:lnTo>
                <a:lnTo>
                  <a:pt x="3611" y="3176"/>
                </a:lnTo>
                <a:lnTo>
                  <a:pt x="3612" y="3178"/>
                </a:lnTo>
                <a:lnTo>
                  <a:pt x="3612" y="3179"/>
                </a:lnTo>
                <a:lnTo>
                  <a:pt x="3612" y="3180"/>
                </a:lnTo>
                <a:lnTo>
                  <a:pt x="3611" y="3180"/>
                </a:lnTo>
                <a:lnTo>
                  <a:pt x="3610" y="3182"/>
                </a:lnTo>
                <a:lnTo>
                  <a:pt x="3611" y="3182"/>
                </a:lnTo>
                <a:lnTo>
                  <a:pt x="3611" y="3185"/>
                </a:lnTo>
                <a:lnTo>
                  <a:pt x="3611" y="3186"/>
                </a:lnTo>
                <a:lnTo>
                  <a:pt x="3610" y="3187"/>
                </a:lnTo>
                <a:lnTo>
                  <a:pt x="3610" y="3188"/>
                </a:lnTo>
                <a:lnTo>
                  <a:pt x="3610" y="3189"/>
                </a:lnTo>
                <a:lnTo>
                  <a:pt x="3610" y="3190"/>
                </a:lnTo>
                <a:lnTo>
                  <a:pt x="3611" y="3190"/>
                </a:lnTo>
                <a:lnTo>
                  <a:pt x="3611" y="3189"/>
                </a:lnTo>
                <a:lnTo>
                  <a:pt x="3612" y="3190"/>
                </a:lnTo>
                <a:lnTo>
                  <a:pt x="3613" y="3190"/>
                </a:lnTo>
                <a:lnTo>
                  <a:pt x="3614" y="3190"/>
                </a:lnTo>
                <a:lnTo>
                  <a:pt x="3614" y="3191"/>
                </a:lnTo>
                <a:lnTo>
                  <a:pt x="3615" y="3191"/>
                </a:lnTo>
                <a:lnTo>
                  <a:pt x="3615" y="3192"/>
                </a:lnTo>
                <a:lnTo>
                  <a:pt x="3615" y="3193"/>
                </a:lnTo>
                <a:lnTo>
                  <a:pt x="3615" y="3194"/>
                </a:lnTo>
                <a:lnTo>
                  <a:pt x="3614" y="3194"/>
                </a:lnTo>
                <a:lnTo>
                  <a:pt x="3613" y="3194"/>
                </a:lnTo>
                <a:lnTo>
                  <a:pt x="3612" y="3194"/>
                </a:lnTo>
                <a:lnTo>
                  <a:pt x="3612" y="3195"/>
                </a:lnTo>
                <a:lnTo>
                  <a:pt x="3613" y="3196"/>
                </a:lnTo>
                <a:lnTo>
                  <a:pt x="3613" y="3197"/>
                </a:lnTo>
                <a:lnTo>
                  <a:pt x="3614" y="3197"/>
                </a:lnTo>
                <a:lnTo>
                  <a:pt x="3613" y="3197"/>
                </a:lnTo>
                <a:lnTo>
                  <a:pt x="3612" y="3197"/>
                </a:lnTo>
                <a:lnTo>
                  <a:pt x="3611" y="3198"/>
                </a:lnTo>
                <a:lnTo>
                  <a:pt x="3611" y="3199"/>
                </a:lnTo>
                <a:lnTo>
                  <a:pt x="3611" y="3200"/>
                </a:lnTo>
                <a:lnTo>
                  <a:pt x="3611" y="3201"/>
                </a:lnTo>
                <a:lnTo>
                  <a:pt x="3611" y="3202"/>
                </a:lnTo>
                <a:lnTo>
                  <a:pt x="3612" y="3203"/>
                </a:lnTo>
                <a:lnTo>
                  <a:pt x="3612" y="3204"/>
                </a:lnTo>
                <a:lnTo>
                  <a:pt x="3612" y="3205"/>
                </a:lnTo>
                <a:lnTo>
                  <a:pt x="3612" y="3206"/>
                </a:lnTo>
                <a:lnTo>
                  <a:pt x="3611" y="3205"/>
                </a:lnTo>
                <a:lnTo>
                  <a:pt x="3610" y="3206"/>
                </a:lnTo>
                <a:lnTo>
                  <a:pt x="3609" y="3206"/>
                </a:lnTo>
                <a:lnTo>
                  <a:pt x="3609" y="3207"/>
                </a:lnTo>
                <a:lnTo>
                  <a:pt x="3609" y="3208"/>
                </a:lnTo>
                <a:lnTo>
                  <a:pt x="3610" y="3208"/>
                </a:lnTo>
                <a:lnTo>
                  <a:pt x="3610" y="3209"/>
                </a:lnTo>
                <a:lnTo>
                  <a:pt x="3609" y="3210"/>
                </a:lnTo>
                <a:lnTo>
                  <a:pt x="3609" y="3211"/>
                </a:lnTo>
                <a:lnTo>
                  <a:pt x="3609" y="3210"/>
                </a:lnTo>
                <a:lnTo>
                  <a:pt x="3609" y="3211"/>
                </a:lnTo>
                <a:lnTo>
                  <a:pt x="3608" y="3211"/>
                </a:lnTo>
                <a:lnTo>
                  <a:pt x="3607" y="3211"/>
                </a:lnTo>
                <a:lnTo>
                  <a:pt x="3607" y="3210"/>
                </a:lnTo>
                <a:lnTo>
                  <a:pt x="3607" y="3208"/>
                </a:lnTo>
                <a:lnTo>
                  <a:pt x="3607" y="3209"/>
                </a:lnTo>
                <a:lnTo>
                  <a:pt x="3607" y="3210"/>
                </a:lnTo>
                <a:lnTo>
                  <a:pt x="3606" y="3210"/>
                </a:lnTo>
                <a:lnTo>
                  <a:pt x="3606" y="3212"/>
                </a:lnTo>
                <a:lnTo>
                  <a:pt x="3607" y="3212"/>
                </a:lnTo>
                <a:lnTo>
                  <a:pt x="3607" y="3213"/>
                </a:lnTo>
                <a:lnTo>
                  <a:pt x="3608" y="3214"/>
                </a:lnTo>
                <a:lnTo>
                  <a:pt x="3608" y="3215"/>
                </a:lnTo>
                <a:lnTo>
                  <a:pt x="3608" y="3216"/>
                </a:lnTo>
                <a:lnTo>
                  <a:pt x="3608" y="3218"/>
                </a:lnTo>
                <a:lnTo>
                  <a:pt x="3608" y="3219"/>
                </a:lnTo>
                <a:lnTo>
                  <a:pt x="3608" y="3220"/>
                </a:lnTo>
                <a:lnTo>
                  <a:pt x="3609" y="3220"/>
                </a:lnTo>
                <a:lnTo>
                  <a:pt x="3609" y="3221"/>
                </a:lnTo>
                <a:lnTo>
                  <a:pt x="3609" y="3222"/>
                </a:lnTo>
                <a:lnTo>
                  <a:pt x="3608" y="3222"/>
                </a:lnTo>
                <a:lnTo>
                  <a:pt x="3608" y="3221"/>
                </a:lnTo>
                <a:lnTo>
                  <a:pt x="3607" y="3221"/>
                </a:lnTo>
                <a:lnTo>
                  <a:pt x="3606" y="3221"/>
                </a:lnTo>
                <a:lnTo>
                  <a:pt x="3604" y="3222"/>
                </a:lnTo>
                <a:lnTo>
                  <a:pt x="3604" y="3221"/>
                </a:lnTo>
                <a:lnTo>
                  <a:pt x="3603" y="3221"/>
                </a:lnTo>
                <a:lnTo>
                  <a:pt x="3602" y="3221"/>
                </a:lnTo>
                <a:lnTo>
                  <a:pt x="3601" y="3220"/>
                </a:lnTo>
                <a:lnTo>
                  <a:pt x="3601" y="3219"/>
                </a:lnTo>
                <a:lnTo>
                  <a:pt x="3600" y="3218"/>
                </a:lnTo>
                <a:lnTo>
                  <a:pt x="3600" y="3217"/>
                </a:lnTo>
                <a:lnTo>
                  <a:pt x="3599" y="3215"/>
                </a:lnTo>
                <a:lnTo>
                  <a:pt x="3598" y="3212"/>
                </a:lnTo>
                <a:lnTo>
                  <a:pt x="3596" y="3212"/>
                </a:lnTo>
                <a:lnTo>
                  <a:pt x="3596" y="3213"/>
                </a:lnTo>
                <a:lnTo>
                  <a:pt x="3595" y="3214"/>
                </a:lnTo>
                <a:lnTo>
                  <a:pt x="3595" y="3215"/>
                </a:lnTo>
                <a:lnTo>
                  <a:pt x="3593" y="3216"/>
                </a:lnTo>
                <a:lnTo>
                  <a:pt x="3592" y="3215"/>
                </a:lnTo>
                <a:lnTo>
                  <a:pt x="3592" y="3214"/>
                </a:lnTo>
                <a:lnTo>
                  <a:pt x="3592" y="3215"/>
                </a:lnTo>
                <a:lnTo>
                  <a:pt x="3592" y="3217"/>
                </a:lnTo>
                <a:lnTo>
                  <a:pt x="3592" y="3218"/>
                </a:lnTo>
                <a:lnTo>
                  <a:pt x="3593" y="3219"/>
                </a:lnTo>
                <a:lnTo>
                  <a:pt x="3593" y="3220"/>
                </a:lnTo>
                <a:lnTo>
                  <a:pt x="3594" y="3221"/>
                </a:lnTo>
                <a:lnTo>
                  <a:pt x="3595" y="3222"/>
                </a:lnTo>
                <a:lnTo>
                  <a:pt x="3595" y="3221"/>
                </a:lnTo>
                <a:lnTo>
                  <a:pt x="3596" y="3221"/>
                </a:lnTo>
                <a:lnTo>
                  <a:pt x="3596" y="3222"/>
                </a:lnTo>
                <a:lnTo>
                  <a:pt x="3596" y="3223"/>
                </a:lnTo>
                <a:lnTo>
                  <a:pt x="3596" y="3224"/>
                </a:lnTo>
                <a:lnTo>
                  <a:pt x="3595" y="3225"/>
                </a:lnTo>
                <a:lnTo>
                  <a:pt x="3595" y="3226"/>
                </a:lnTo>
                <a:lnTo>
                  <a:pt x="3594" y="3226"/>
                </a:lnTo>
                <a:lnTo>
                  <a:pt x="3594" y="3227"/>
                </a:lnTo>
                <a:lnTo>
                  <a:pt x="3594" y="3228"/>
                </a:lnTo>
                <a:lnTo>
                  <a:pt x="3595" y="3228"/>
                </a:lnTo>
                <a:lnTo>
                  <a:pt x="3596" y="3228"/>
                </a:lnTo>
                <a:lnTo>
                  <a:pt x="3596" y="3229"/>
                </a:lnTo>
                <a:lnTo>
                  <a:pt x="3595" y="3229"/>
                </a:lnTo>
                <a:lnTo>
                  <a:pt x="3594" y="3229"/>
                </a:lnTo>
                <a:lnTo>
                  <a:pt x="3593" y="3229"/>
                </a:lnTo>
                <a:lnTo>
                  <a:pt x="3593" y="3230"/>
                </a:lnTo>
                <a:lnTo>
                  <a:pt x="3592" y="3231"/>
                </a:lnTo>
                <a:lnTo>
                  <a:pt x="3591" y="3231"/>
                </a:lnTo>
                <a:lnTo>
                  <a:pt x="3591" y="3230"/>
                </a:lnTo>
                <a:lnTo>
                  <a:pt x="3590" y="3229"/>
                </a:lnTo>
                <a:lnTo>
                  <a:pt x="3589" y="3229"/>
                </a:lnTo>
                <a:lnTo>
                  <a:pt x="3588" y="3229"/>
                </a:lnTo>
                <a:lnTo>
                  <a:pt x="3587" y="3229"/>
                </a:lnTo>
                <a:lnTo>
                  <a:pt x="3586" y="3229"/>
                </a:lnTo>
                <a:lnTo>
                  <a:pt x="3585" y="3229"/>
                </a:lnTo>
                <a:lnTo>
                  <a:pt x="3585" y="3228"/>
                </a:lnTo>
                <a:lnTo>
                  <a:pt x="3585" y="3227"/>
                </a:lnTo>
                <a:lnTo>
                  <a:pt x="3586" y="3227"/>
                </a:lnTo>
                <a:lnTo>
                  <a:pt x="3585" y="3227"/>
                </a:lnTo>
                <a:lnTo>
                  <a:pt x="3585" y="3226"/>
                </a:lnTo>
                <a:lnTo>
                  <a:pt x="3584" y="3226"/>
                </a:lnTo>
                <a:lnTo>
                  <a:pt x="3584" y="3225"/>
                </a:lnTo>
                <a:lnTo>
                  <a:pt x="3584" y="3224"/>
                </a:lnTo>
                <a:lnTo>
                  <a:pt x="3584" y="3223"/>
                </a:lnTo>
                <a:lnTo>
                  <a:pt x="3584" y="3222"/>
                </a:lnTo>
                <a:lnTo>
                  <a:pt x="3583" y="3221"/>
                </a:lnTo>
                <a:lnTo>
                  <a:pt x="3583" y="3222"/>
                </a:lnTo>
                <a:lnTo>
                  <a:pt x="3583" y="3223"/>
                </a:lnTo>
                <a:lnTo>
                  <a:pt x="3583" y="3225"/>
                </a:lnTo>
                <a:lnTo>
                  <a:pt x="3582" y="3225"/>
                </a:lnTo>
                <a:lnTo>
                  <a:pt x="3582" y="3226"/>
                </a:lnTo>
                <a:lnTo>
                  <a:pt x="3581" y="3227"/>
                </a:lnTo>
                <a:lnTo>
                  <a:pt x="3580" y="3227"/>
                </a:lnTo>
                <a:lnTo>
                  <a:pt x="3581" y="3228"/>
                </a:lnTo>
                <a:lnTo>
                  <a:pt x="3582" y="3228"/>
                </a:lnTo>
                <a:lnTo>
                  <a:pt x="3582" y="3229"/>
                </a:lnTo>
                <a:lnTo>
                  <a:pt x="3581" y="3229"/>
                </a:lnTo>
                <a:lnTo>
                  <a:pt x="3582" y="3230"/>
                </a:lnTo>
                <a:lnTo>
                  <a:pt x="3583" y="3234"/>
                </a:lnTo>
                <a:lnTo>
                  <a:pt x="3584" y="3235"/>
                </a:lnTo>
                <a:lnTo>
                  <a:pt x="3584" y="3236"/>
                </a:lnTo>
                <a:lnTo>
                  <a:pt x="3584" y="3237"/>
                </a:lnTo>
                <a:lnTo>
                  <a:pt x="3585" y="3237"/>
                </a:lnTo>
                <a:lnTo>
                  <a:pt x="3586" y="3237"/>
                </a:lnTo>
                <a:lnTo>
                  <a:pt x="3586" y="3238"/>
                </a:lnTo>
                <a:lnTo>
                  <a:pt x="3585" y="3238"/>
                </a:lnTo>
                <a:lnTo>
                  <a:pt x="3584" y="3238"/>
                </a:lnTo>
                <a:lnTo>
                  <a:pt x="3584" y="3239"/>
                </a:lnTo>
                <a:lnTo>
                  <a:pt x="3585" y="3240"/>
                </a:lnTo>
                <a:lnTo>
                  <a:pt x="3584" y="3240"/>
                </a:lnTo>
                <a:lnTo>
                  <a:pt x="3584" y="3241"/>
                </a:lnTo>
                <a:lnTo>
                  <a:pt x="3583" y="3241"/>
                </a:lnTo>
                <a:lnTo>
                  <a:pt x="3583" y="3242"/>
                </a:lnTo>
                <a:lnTo>
                  <a:pt x="3582" y="3241"/>
                </a:lnTo>
                <a:lnTo>
                  <a:pt x="3580" y="3241"/>
                </a:lnTo>
                <a:lnTo>
                  <a:pt x="3580" y="3240"/>
                </a:lnTo>
                <a:lnTo>
                  <a:pt x="3580" y="3239"/>
                </a:lnTo>
                <a:lnTo>
                  <a:pt x="3579" y="3240"/>
                </a:lnTo>
                <a:lnTo>
                  <a:pt x="3579" y="3239"/>
                </a:lnTo>
                <a:lnTo>
                  <a:pt x="3578" y="3237"/>
                </a:lnTo>
                <a:lnTo>
                  <a:pt x="3579" y="3236"/>
                </a:lnTo>
                <a:lnTo>
                  <a:pt x="3580" y="3235"/>
                </a:lnTo>
                <a:lnTo>
                  <a:pt x="3579" y="3235"/>
                </a:lnTo>
                <a:lnTo>
                  <a:pt x="3579" y="3236"/>
                </a:lnTo>
                <a:lnTo>
                  <a:pt x="3578" y="3236"/>
                </a:lnTo>
                <a:lnTo>
                  <a:pt x="3577" y="3236"/>
                </a:lnTo>
                <a:lnTo>
                  <a:pt x="3577" y="3235"/>
                </a:lnTo>
                <a:lnTo>
                  <a:pt x="3578" y="3235"/>
                </a:lnTo>
                <a:lnTo>
                  <a:pt x="3578" y="3234"/>
                </a:lnTo>
                <a:lnTo>
                  <a:pt x="3578" y="3233"/>
                </a:lnTo>
                <a:lnTo>
                  <a:pt x="3578" y="3234"/>
                </a:lnTo>
                <a:lnTo>
                  <a:pt x="3577" y="3234"/>
                </a:lnTo>
                <a:lnTo>
                  <a:pt x="3577" y="3235"/>
                </a:lnTo>
                <a:lnTo>
                  <a:pt x="3577" y="3234"/>
                </a:lnTo>
                <a:lnTo>
                  <a:pt x="3576" y="3234"/>
                </a:lnTo>
                <a:lnTo>
                  <a:pt x="3576" y="3233"/>
                </a:lnTo>
                <a:lnTo>
                  <a:pt x="3575" y="3233"/>
                </a:lnTo>
                <a:lnTo>
                  <a:pt x="3574" y="3233"/>
                </a:lnTo>
                <a:lnTo>
                  <a:pt x="3573" y="3231"/>
                </a:lnTo>
                <a:lnTo>
                  <a:pt x="3573" y="3230"/>
                </a:lnTo>
                <a:lnTo>
                  <a:pt x="3573" y="3229"/>
                </a:lnTo>
                <a:lnTo>
                  <a:pt x="3572" y="3228"/>
                </a:lnTo>
                <a:lnTo>
                  <a:pt x="3571" y="3226"/>
                </a:lnTo>
                <a:lnTo>
                  <a:pt x="3570" y="3226"/>
                </a:lnTo>
                <a:lnTo>
                  <a:pt x="3570" y="3225"/>
                </a:lnTo>
                <a:lnTo>
                  <a:pt x="3569" y="3224"/>
                </a:lnTo>
                <a:lnTo>
                  <a:pt x="3569" y="3222"/>
                </a:lnTo>
                <a:lnTo>
                  <a:pt x="3568" y="3222"/>
                </a:lnTo>
                <a:lnTo>
                  <a:pt x="3568" y="3221"/>
                </a:lnTo>
                <a:lnTo>
                  <a:pt x="3568" y="3220"/>
                </a:lnTo>
                <a:lnTo>
                  <a:pt x="3569" y="3219"/>
                </a:lnTo>
                <a:lnTo>
                  <a:pt x="3569" y="3218"/>
                </a:lnTo>
                <a:lnTo>
                  <a:pt x="3569" y="3217"/>
                </a:lnTo>
                <a:lnTo>
                  <a:pt x="3569" y="3214"/>
                </a:lnTo>
                <a:lnTo>
                  <a:pt x="3569" y="3212"/>
                </a:lnTo>
                <a:lnTo>
                  <a:pt x="3568" y="3211"/>
                </a:lnTo>
                <a:lnTo>
                  <a:pt x="3568" y="3210"/>
                </a:lnTo>
                <a:lnTo>
                  <a:pt x="3568" y="3209"/>
                </a:lnTo>
                <a:lnTo>
                  <a:pt x="3569" y="3209"/>
                </a:lnTo>
                <a:lnTo>
                  <a:pt x="3569" y="3208"/>
                </a:lnTo>
                <a:lnTo>
                  <a:pt x="3570" y="3208"/>
                </a:lnTo>
                <a:lnTo>
                  <a:pt x="3570" y="3207"/>
                </a:lnTo>
                <a:lnTo>
                  <a:pt x="3569" y="3207"/>
                </a:lnTo>
                <a:lnTo>
                  <a:pt x="3569" y="3208"/>
                </a:lnTo>
                <a:lnTo>
                  <a:pt x="3568" y="3209"/>
                </a:lnTo>
                <a:lnTo>
                  <a:pt x="3568" y="3208"/>
                </a:lnTo>
                <a:lnTo>
                  <a:pt x="3567" y="3207"/>
                </a:lnTo>
                <a:lnTo>
                  <a:pt x="3567" y="3206"/>
                </a:lnTo>
                <a:lnTo>
                  <a:pt x="3566" y="3206"/>
                </a:lnTo>
                <a:lnTo>
                  <a:pt x="3566" y="3207"/>
                </a:lnTo>
                <a:lnTo>
                  <a:pt x="3567" y="3207"/>
                </a:lnTo>
                <a:lnTo>
                  <a:pt x="3567" y="3208"/>
                </a:lnTo>
                <a:lnTo>
                  <a:pt x="3567" y="3209"/>
                </a:lnTo>
                <a:lnTo>
                  <a:pt x="3566" y="3210"/>
                </a:lnTo>
                <a:lnTo>
                  <a:pt x="3567" y="3210"/>
                </a:lnTo>
                <a:lnTo>
                  <a:pt x="3567" y="3212"/>
                </a:lnTo>
                <a:lnTo>
                  <a:pt x="3566" y="3213"/>
                </a:lnTo>
                <a:lnTo>
                  <a:pt x="3565" y="3214"/>
                </a:lnTo>
                <a:lnTo>
                  <a:pt x="3567" y="3215"/>
                </a:lnTo>
                <a:lnTo>
                  <a:pt x="3566" y="3215"/>
                </a:lnTo>
                <a:lnTo>
                  <a:pt x="3565" y="3216"/>
                </a:lnTo>
                <a:lnTo>
                  <a:pt x="3565" y="3217"/>
                </a:lnTo>
                <a:lnTo>
                  <a:pt x="3564" y="3217"/>
                </a:lnTo>
                <a:lnTo>
                  <a:pt x="3562" y="3215"/>
                </a:lnTo>
                <a:lnTo>
                  <a:pt x="3562" y="3216"/>
                </a:lnTo>
                <a:lnTo>
                  <a:pt x="3560" y="3217"/>
                </a:lnTo>
                <a:lnTo>
                  <a:pt x="3561" y="3218"/>
                </a:lnTo>
                <a:lnTo>
                  <a:pt x="3561" y="3219"/>
                </a:lnTo>
                <a:lnTo>
                  <a:pt x="3561" y="3220"/>
                </a:lnTo>
                <a:lnTo>
                  <a:pt x="3561" y="3221"/>
                </a:lnTo>
                <a:lnTo>
                  <a:pt x="3560" y="3221"/>
                </a:lnTo>
                <a:lnTo>
                  <a:pt x="3560" y="3222"/>
                </a:lnTo>
                <a:lnTo>
                  <a:pt x="3560" y="3225"/>
                </a:lnTo>
                <a:lnTo>
                  <a:pt x="3560" y="3226"/>
                </a:lnTo>
                <a:lnTo>
                  <a:pt x="3560" y="3227"/>
                </a:lnTo>
                <a:lnTo>
                  <a:pt x="3561" y="3227"/>
                </a:lnTo>
                <a:lnTo>
                  <a:pt x="3560" y="3227"/>
                </a:lnTo>
                <a:lnTo>
                  <a:pt x="3561" y="3227"/>
                </a:lnTo>
                <a:lnTo>
                  <a:pt x="3561" y="3229"/>
                </a:lnTo>
                <a:lnTo>
                  <a:pt x="3561" y="3230"/>
                </a:lnTo>
                <a:lnTo>
                  <a:pt x="3561" y="3231"/>
                </a:lnTo>
                <a:lnTo>
                  <a:pt x="3561" y="3232"/>
                </a:lnTo>
                <a:lnTo>
                  <a:pt x="3561" y="3233"/>
                </a:lnTo>
                <a:lnTo>
                  <a:pt x="3562" y="3233"/>
                </a:lnTo>
                <a:lnTo>
                  <a:pt x="3562" y="3234"/>
                </a:lnTo>
                <a:lnTo>
                  <a:pt x="3562" y="3235"/>
                </a:lnTo>
                <a:lnTo>
                  <a:pt x="3561" y="3235"/>
                </a:lnTo>
                <a:lnTo>
                  <a:pt x="3561" y="3236"/>
                </a:lnTo>
                <a:lnTo>
                  <a:pt x="3560" y="3236"/>
                </a:lnTo>
                <a:lnTo>
                  <a:pt x="3559" y="3236"/>
                </a:lnTo>
                <a:lnTo>
                  <a:pt x="3559" y="3237"/>
                </a:lnTo>
                <a:lnTo>
                  <a:pt x="3558" y="3238"/>
                </a:lnTo>
                <a:lnTo>
                  <a:pt x="3558" y="3239"/>
                </a:lnTo>
                <a:lnTo>
                  <a:pt x="3558" y="3240"/>
                </a:lnTo>
                <a:lnTo>
                  <a:pt x="3557" y="3240"/>
                </a:lnTo>
                <a:lnTo>
                  <a:pt x="3557" y="3241"/>
                </a:lnTo>
                <a:lnTo>
                  <a:pt x="3556" y="3241"/>
                </a:lnTo>
                <a:lnTo>
                  <a:pt x="3555" y="3242"/>
                </a:lnTo>
                <a:lnTo>
                  <a:pt x="3555" y="3243"/>
                </a:lnTo>
                <a:lnTo>
                  <a:pt x="3554" y="3243"/>
                </a:lnTo>
                <a:lnTo>
                  <a:pt x="3553" y="3243"/>
                </a:lnTo>
                <a:lnTo>
                  <a:pt x="3553" y="3244"/>
                </a:lnTo>
                <a:lnTo>
                  <a:pt x="3552" y="3244"/>
                </a:lnTo>
                <a:lnTo>
                  <a:pt x="3551" y="3245"/>
                </a:lnTo>
                <a:lnTo>
                  <a:pt x="3550" y="3244"/>
                </a:lnTo>
                <a:lnTo>
                  <a:pt x="3549" y="3244"/>
                </a:lnTo>
                <a:lnTo>
                  <a:pt x="3549" y="3243"/>
                </a:lnTo>
                <a:lnTo>
                  <a:pt x="3549" y="3242"/>
                </a:lnTo>
                <a:lnTo>
                  <a:pt x="3549" y="3241"/>
                </a:lnTo>
                <a:lnTo>
                  <a:pt x="3548" y="3241"/>
                </a:lnTo>
                <a:lnTo>
                  <a:pt x="3547" y="3241"/>
                </a:lnTo>
                <a:lnTo>
                  <a:pt x="3547" y="3240"/>
                </a:lnTo>
                <a:lnTo>
                  <a:pt x="3547" y="3239"/>
                </a:lnTo>
                <a:lnTo>
                  <a:pt x="3546" y="3238"/>
                </a:lnTo>
                <a:lnTo>
                  <a:pt x="3546" y="3237"/>
                </a:lnTo>
                <a:lnTo>
                  <a:pt x="3546" y="3236"/>
                </a:lnTo>
                <a:lnTo>
                  <a:pt x="3545" y="3235"/>
                </a:lnTo>
                <a:lnTo>
                  <a:pt x="3544" y="3234"/>
                </a:lnTo>
                <a:lnTo>
                  <a:pt x="3543" y="3233"/>
                </a:lnTo>
                <a:lnTo>
                  <a:pt x="3543" y="3234"/>
                </a:lnTo>
                <a:lnTo>
                  <a:pt x="3543" y="3235"/>
                </a:lnTo>
                <a:lnTo>
                  <a:pt x="3542" y="3235"/>
                </a:lnTo>
                <a:lnTo>
                  <a:pt x="3541" y="3235"/>
                </a:lnTo>
                <a:lnTo>
                  <a:pt x="3540" y="3235"/>
                </a:lnTo>
                <a:lnTo>
                  <a:pt x="3539" y="3235"/>
                </a:lnTo>
                <a:lnTo>
                  <a:pt x="3539" y="3236"/>
                </a:lnTo>
                <a:lnTo>
                  <a:pt x="3538" y="3236"/>
                </a:lnTo>
                <a:lnTo>
                  <a:pt x="3537" y="3237"/>
                </a:lnTo>
                <a:lnTo>
                  <a:pt x="3537" y="3238"/>
                </a:lnTo>
                <a:lnTo>
                  <a:pt x="3536" y="3238"/>
                </a:lnTo>
                <a:lnTo>
                  <a:pt x="3536" y="3239"/>
                </a:lnTo>
                <a:lnTo>
                  <a:pt x="3536" y="3240"/>
                </a:lnTo>
                <a:lnTo>
                  <a:pt x="3536" y="3241"/>
                </a:lnTo>
                <a:lnTo>
                  <a:pt x="3535" y="3241"/>
                </a:lnTo>
                <a:lnTo>
                  <a:pt x="3535" y="3240"/>
                </a:lnTo>
                <a:lnTo>
                  <a:pt x="3535" y="3241"/>
                </a:lnTo>
                <a:lnTo>
                  <a:pt x="3534" y="3241"/>
                </a:lnTo>
                <a:lnTo>
                  <a:pt x="3533" y="3241"/>
                </a:lnTo>
                <a:lnTo>
                  <a:pt x="3532" y="3241"/>
                </a:lnTo>
                <a:lnTo>
                  <a:pt x="3532" y="3242"/>
                </a:lnTo>
                <a:lnTo>
                  <a:pt x="3531" y="3243"/>
                </a:lnTo>
                <a:lnTo>
                  <a:pt x="3531" y="3244"/>
                </a:lnTo>
                <a:lnTo>
                  <a:pt x="3531" y="3245"/>
                </a:lnTo>
                <a:lnTo>
                  <a:pt x="3530" y="3245"/>
                </a:lnTo>
                <a:lnTo>
                  <a:pt x="3529" y="3245"/>
                </a:lnTo>
                <a:lnTo>
                  <a:pt x="3529" y="3246"/>
                </a:lnTo>
                <a:lnTo>
                  <a:pt x="3528" y="3246"/>
                </a:lnTo>
                <a:lnTo>
                  <a:pt x="3528" y="3247"/>
                </a:lnTo>
                <a:lnTo>
                  <a:pt x="3528" y="3248"/>
                </a:lnTo>
                <a:lnTo>
                  <a:pt x="3527" y="3248"/>
                </a:lnTo>
                <a:lnTo>
                  <a:pt x="3527" y="3249"/>
                </a:lnTo>
                <a:lnTo>
                  <a:pt x="3527" y="3250"/>
                </a:lnTo>
                <a:lnTo>
                  <a:pt x="3527" y="3251"/>
                </a:lnTo>
                <a:lnTo>
                  <a:pt x="3527" y="3252"/>
                </a:lnTo>
                <a:lnTo>
                  <a:pt x="3527" y="3251"/>
                </a:lnTo>
                <a:lnTo>
                  <a:pt x="3526" y="3251"/>
                </a:lnTo>
                <a:lnTo>
                  <a:pt x="3525" y="3251"/>
                </a:lnTo>
                <a:lnTo>
                  <a:pt x="3525" y="3252"/>
                </a:lnTo>
                <a:lnTo>
                  <a:pt x="3525" y="3253"/>
                </a:lnTo>
                <a:lnTo>
                  <a:pt x="3525" y="3252"/>
                </a:lnTo>
                <a:lnTo>
                  <a:pt x="3524" y="3252"/>
                </a:lnTo>
                <a:lnTo>
                  <a:pt x="3524" y="3253"/>
                </a:lnTo>
                <a:lnTo>
                  <a:pt x="3523" y="3253"/>
                </a:lnTo>
                <a:lnTo>
                  <a:pt x="3523" y="3254"/>
                </a:lnTo>
                <a:lnTo>
                  <a:pt x="3522" y="3254"/>
                </a:lnTo>
                <a:lnTo>
                  <a:pt x="3521" y="3254"/>
                </a:lnTo>
                <a:lnTo>
                  <a:pt x="3520" y="3254"/>
                </a:lnTo>
                <a:lnTo>
                  <a:pt x="3520" y="3255"/>
                </a:lnTo>
                <a:lnTo>
                  <a:pt x="3519" y="3254"/>
                </a:lnTo>
                <a:lnTo>
                  <a:pt x="3518" y="3254"/>
                </a:lnTo>
                <a:lnTo>
                  <a:pt x="3518" y="3253"/>
                </a:lnTo>
                <a:lnTo>
                  <a:pt x="3518" y="3252"/>
                </a:lnTo>
                <a:lnTo>
                  <a:pt x="3517" y="3252"/>
                </a:lnTo>
                <a:lnTo>
                  <a:pt x="3517" y="3253"/>
                </a:lnTo>
                <a:lnTo>
                  <a:pt x="3516" y="3253"/>
                </a:lnTo>
                <a:lnTo>
                  <a:pt x="3515" y="3252"/>
                </a:lnTo>
                <a:lnTo>
                  <a:pt x="3514" y="3252"/>
                </a:lnTo>
                <a:lnTo>
                  <a:pt x="3514" y="3251"/>
                </a:lnTo>
                <a:lnTo>
                  <a:pt x="3513" y="3251"/>
                </a:lnTo>
                <a:lnTo>
                  <a:pt x="3512" y="3250"/>
                </a:lnTo>
                <a:lnTo>
                  <a:pt x="3511" y="3249"/>
                </a:lnTo>
                <a:lnTo>
                  <a:pt x="3510" y="3249"/>
                </a:lnTo>
                <a:lnTo>
                  <a:pt x="3509" y="3249"/>
                </a:lnTo>
                <a:lnTo>
                  <a:pt x="3508" y="3249"/>
                </a:lnTo>
                <a:lnTo>
                  <a:pt x="3508" y="3248"/>
                </a:lnTo>
                <a:lnTo>
                  <a:pt x="3507" y="3248"/>
                </a:lnTo>
                <a:lnTo>
                  <a:pt x="3507" y="3247"/>
                </a:lnTo>
                <a:lnTo>
                  <a:pt x="3507" y="3246"/>
                </a:lnTo>
                <a:lnTo>
                  <a:pt x="3507" y="3245"/>
                </a:lnTo>
                <a:lnTo>
                  <a:pt x="3506" y="3245"/>
                </a:lnTo>
                <a:lnTo>
                  <a:pt x="3506" y="3243"/>
                </a:lnTo>
                <a:lnTo>
                  <a:pt x="3507" y="3243"/>
                </a:lnTo>
                <a:lnTo>
                  <a:pt x="3506" y="3241"/>
                </a:lnTo>
                <a:lnTo>
                  <a:pt x="3506" y="3240"/>
                </a:lnTo>
                <a:lnTo>
                  <a:pt x="3507" y="3239"/>
                </a:lnTo>
                <a:lnTo>
                  <a:pt x="3507" y="3238"/>
                </a:lnTo>
                <a:lnTo>
                  <a:pt x="3508" y="3237"/>
                </a:lnTo>
                <a:lnTo>
                  <a:pt x="3509" y="3237"/>
                </a:lnTo>
                <a:lnTo>
                  <a:pt x="3509" y="3236"/>
                </a:lnTo>
                <a:lnTo>
                  <a:pt x="3510" y="3236"/>
                </a:lnTo>
                <a:lnTo>
                  <a:pt x="3511" y="3236"/>
                </a:lnTo>
                <a:lnTo>
                  <a:pt x="3512" y="3236"/>
                </a:lnTo>
                <a:lnTo>
                  <a:pt x="3513" y="3236"/>
                </a:lnTo>
                <a:lnTo>
                  <a:pt x="3514" y="3236"/>
                </a:lnTo>
                <a:lnTo>
                  <a:pt x="3514" y="3235"/>
                </a:lnTo>
                <a:lnTo>
                  <a:pt x="3515" y="3235"/>
                </a:lnTo>
                <a:lnTo>
                  <a:pt x="3514" y="3235"/>
                </a:lnTo>
                <a:lnTo>
                  <a:pt x="3514" y="3234"/>
                </a:lnTo>
                <a:lnTo>
                  <a:pt x="3514" y="3235"/>
                </a:lnTo>
                <a:lnTo>
                  <a:pt x="3513" y="3235"/>
                </a:lnTo>
                <a:lnTo>
                  <a:pt x="3512" y="3235"/>
                </a:lnTo>
                <a:lnTo>
                  <a:pt x="3511" y="3234"/>
                </a:lnTo>
                <a:lnTo>
                  <a:pt x="3510" y="3234"/>
                </a:lnTo>
                <a:lnTo>
                  <a:pt x="3510" y="3235"/>
                </a:lnTo>
                <a:lnTo>
                  <a:pt x="3510" y="3236"/>
                </a:lnTo>
                <a:lnTo>
                  <a:pt x="3509" y="3236"/>
                </a:lnTo>
                <a:lnTo>
                  <a:pt x="3508" y="3237"/>
                </a:lnTo>
                <a:lnTo>
                  <a:pt x="3507" y="3237"/>
                </a:lnTo>
                <a:lnTo>
                  <a:pt x="3506" y="3238"/>
                </a:lnTo>
                <a:lnTo>
                  <a:pt x="3506" y="3239"/>
                </a:lnTo>
                <a:lnTo>
                  <a:pt x="3506" y="3238"/>
                </a:lnTo>
                <a:lnTo>
                  <a:pt x="3506" y="3239"/>
                </a:lnTo>
                <a:lnTo>
                  <a:pt x="3506" y="3238"/>
                </a:lnTo>
                <a:lnTo>
                  <a:pt x="3505" y="3238"/>
                </a:lnTo>
                <a:lnTo>
                  <a:pt x="3505" y="3237"/>
                </a:lnTo>
                <a:lnTo>
                  <a:pt x="3505" y="3236"/>
                </a:lnTo>
                <a:lnTo>
                  <a:pt x="3504" y="3235"/>
                </a:lnTo>
                <a:lnTo>
                  <a:pt x="3504" y="3234"/>
                </a:lnTo>
                <a:lnTo>
                  <a:pt x="3503" y="3233"/>
                </a:lnTo>
                <a:lnTo>
                  <a:pt x="3503" y="3232"/>
                </a:lnTo>
                <a:lnTo>
                  <a:pt x="3503" y="3231"/>
                </a:lnTo>
                <a:lnTo>
                  <a:pt x="3502" y="3231"/>
                </a:lnTo>
                <a:lnTo>
                  <a:pt x="3502" y="3230"/>
                </a:lnTo>
                <a:lnTo>
                  <a:pt x="3502" y="3229"/>
                </a:lnTo>
                <a:lnTo>
                  <a:pt x="3503" y="3229"/>
                </a:lnTo>
                <a:lnTo>
                  <a:pt x="3503" y="3228"/>
                </a:lnTo>
                <a:lnTo>
                  <a:pt x="3504" y="3228"/>
                </a:lnTo>
                <a:lnTo>
                  <a:pt x="3503" y="3228"/>
                </a:lnTo>
                <a:lnTo>
                  <a:pt x="3503" y="3227"/>
                </a:lnTo>
                <a:lnTo>
                  <a:pt x="3504" y="3227"/>
                </a:lnTo>
                <a:lnTo>
                  <a:pt x="3505" y="3227"/>
                </a:lnTo>
                <a:lnTo>
                  <a:pt x="3505" y="3226"/>
                </a:lnTo>
                <a:lnTo>
                  <a:pt x="3505" y="3225"/>
                </a:lnTo>
                <a:lnTo>
                  <a:pt x="3505" y="3224"/>
                </a:lnTo>
                <a:lnTo>
                  <a:pt x="3505" y="3223"/>
                </a:lnTo>
                <a:lnTo>
                  <a:pt x="3504" y="3223"/>
                </a:lnTo>
                <a:lnTo>
                  <a:pt x="3505" y="3224"/>
                </a:lnTo>
                <a:lnTo>
                  <a:pt x="3505" y="3225"/>
                </a:lnTo>
                <a:lnTo>
                  <a:pt x="3504" y="3225"/>
                </a:lnTo>
                <a:lnTo>
                  <a:pt x="3505" y="3225"/>
                </a:lnTo>
                <a:lnTo>
                  <a:pt x="3504" y="3225"/>
                </a:lnTo>
                <a:lnTo>
                  <a:pt x="3504" y="3226"/>
                </a:lnTo>
                <a:lnTo>
                  <a:pt x="3503" y="3226"/>
                </a:lnTo>
                <a:lnTo>
                  <a:pt x="3503" y="3227"/>
                </a:lnTo>
                <a:lnTo>
                  <a:pt x="3502" y="3227"/>
                </a:lnTo>
                <a:lnTo>
                  <a:pt x="3503" y="3227"/>
                </a:lnTo>
                <a:lnTo>
                  <a:pt x="3503" y="3228"/>
                </a:lnTo>
                <a:lnTo>
                  <a:pt x="3502" y="3228"/>
                </a:lnTo>
                <a:lnTo>
                  <a:pt x="3502" y="3229"/>
                </a:lnTo>
                <a:lnTo>
                  <a:pt x="3502" y="3231"/>
                </a:lnTo>
                <a:lnTo>
                  <a:pt x="3503" y="3231"/>
                </a:lnTo>
                <a:lnTo>
                  <a:pt x="3503" y="3232"/>
                </a:lnTo>
                <a:lnTo>
                  <a:pt x="3503" y="3233"/>
                </a:lnTo>
                <a:lnTo>
                  <a:pt x="3503" y="3234"/>
                </a:lnTo>
                <a:lnTo>
                  <a:pt x="3503" y="3235"/>
                </a:lnTo>
                <a:lnTo>
                  <a:pt x="3504" y="3235"/>
                </a:lnTo>
                <a:lnTo>
                  <a:pt x="3504" y="3236"/>
                </a:lnTo>
                <a:lnTo>
                  <a:pt x="3504" y="3237"/>
                </a:lnTo>
                <a:lnTo>
                  <a:pt x="3504" y="3238"/>
                </a:lnTo>
                <a:lnTo>
                  <a:pt x="3505" y="3239"/>
                </a:lnTo>
                <a:lnTo>
                  <a:pt x="3504" y="3239"/>
                </a:lnTo>
                <a:lnTo>
                  <a:pt x="3505" y="3239"/>
                </a:lnTo>
                <a:lnTo>
                  <a:pt x="3505" y="3240"/>
                </a:lnTo>
                <a:lnTo>
                  <a:pt x="3505" y="3241"/>
                </a:lnTo>
                <a:lnTo>
                  <a:pt x="3505" y="3242"/>
                </a:lnTo>
                <a:lnTo>
                  <a:pt x="3505" y="3245"/>
                </a:lnTo>
                <a:lnTo>
                  <a:pt x="3506" y="3246"/>
                </a:lnTo>
                <a:lnTo>
                  <a:pt x="3506" y="3247"/>
                </a:lnTo>
                <a:lnTo>
                  <a:pt x="3506" y="3248"/>
                </a:lnTo>
                <a:lnTo>
                  <a:pt x="3506" y="3249"/>
                </a:lnTo>
                <a:lnTo>
                  <a:pt x="3506" y="3250"/>
                </a:lnTo>
                <a:lnTo>
                  <a:pt x="3506" y="3251"/>
                </a:lnTo>
                <a:lnTo>
                  <a:pt x="3506" y="3252"/>
                </a:lnTo>
                <a:lnTo>
                  <a:pt x="3506" y="3253"/>
                </a:lnTo>
                <a:lnTo>
                  <a:pt x="3506" y="3254"/>
                </a:lnTo>
                <a:lnTo>
                  <a:pt x="3506" y="3255"/>
                </a:lnTo>
                <a:lnTo>
                  <a:pt x="3505" y="3255"/>
                </a:lnTo>
                <a:lnTo>
                  <a:pt x="3505" y="3256"/>
                </a:lnTo>
                <a:lnTo>
                  <a:pt x="3506" y="3256"/>
                </a:lnTo>
                <a:lnTo>
                  <a:pt x="3505" y="3257"/>
                </a:lnTo>
                <a:lnTo>
                  <a:pt x="3504" y="3257"/>
                </a:lnTo>
                <a:lnTo>
                  <a:pt x="3503" y="3257"/>
                </a:lnTo>
                <a:lnTo>
                  <a:pt x="3502" y="3257"/>
                </a:lnTo>
                <a:lnTo>
                  <a:pt x="3501" y="3257"/>
                </a:lnTo>
                <a:lnTo>
                  <a:pt x="3501" y="3258"/>
                </a:lnTo>
                <a:lnTo>
                  <a:pt x="3500" y="3258"/>
                </a:lnTo>
                <a:lnTo>
                  <a:pt x="3500" y="3259"/>
                </a:lnTo>
                <a:lnTo>
                  <a:pt x="3500" y="3258"/>
                </a:lnTo>
                <a:lnTo>
                  <a:pt x="3499" y="3258"/>
                </a:lnTo>
                <a:lnTo>
                  <a:pt x="3498" y="3258"/>
                </a:lnTo>
                <a:lnTo>
                  <a:pt x="3498" y="3259"/>
                </a:lnTo>
                <a:lnTo>
                  <a:pt x="3497" y="3259"/>
                </a:lnTo>
                <a:lnTo>
                  <a:pt x="3497" y="3260"/>
                </a:lnTo>
                <a:lnTo>
                  <a:pt x="3497" y="3259"/>
                </a:lnTo>
                <a:lnTo>
                  <a:pt x="3496" y="3259"/>
                </a:lnTo>
                <a:lnTo>
                  <a:pt x="3496" y="3260"/>
                </a:lnTo>
                <a:lnTo>
                  <a:pt x="3495" y="3260"/>
                </a:lnTo>
                <a:lnTo>
                  <a:pt x="3494" y="3260"/>
                </a:lnTo>
                <a:lnTo>
                  <a:pt x="3493" y="3260"/>
                </a:lnTo>
                <a:lnTo>
                  <a:pt x="3492" y="3260"/>
                </a:lnTo>
                <a:lnTo>
                  <a:pt x="3491" y="3260"/>
                </a:lnTo>
                <a:lnTo>
                  <a:pt x="3490" y="3260"/>
                </a:lnTo>
                <a:lnTo>
                  <a:pt x="3490" y="3259"/>
                </a:lnTo>
                <a:lnTo>
                  <a:pt x="3491" y="3259"/>
                </a:lnTo>
                <a:lnTo>
                  <a:pt x="3491" y="3258"/>
                </a:lnTo>
                <a:lnTo>
                  <a:pt x="3491" y="3257"/>
                </a:lnTo>
                <a:lnTo>
                  <a:pt x="3490" y="3257"/>
                </a:lnTo>
                <a:lnTo>
                  <a:pt x="3490" y="3256"/>
                </a:lnTo>
                <a:lnTo>
                  <a:pt x="3489" y="3256"/>
                </a:lnTo>
                <a:lnTo>
                  <a:pt x="3488" y="3257"/>
                </a:lnTo>
                <a:lnTo>
                  <a:pt x="3488" y="3256"/>
                </a:lnTo>
                <a:lnTo>
                  <a:pt x="3487" y="3256"/>
                </a:lnTo>
                <a:lnTo>
                  <a:pt x="3487" y="3255"/>
                </a:lnTo>
                <a:lnTo>
                  <a:pt x="3486" y="3254"/>
                </a:lnTo>
                <a:lnTo>
                  <a:pt x="3487" y="3254"/>
                </a:lnTo>
                <a:lnTo>
                  <a:pt x="3487" y="3253"/>
                </a:lnTo>
                <a:lnTo>
                  <a:pt x="3487" y="3252"/>
                </a:lnTo>
                <a:lnTo>
                  <a:pt x="3487" y="3251"/>
                </a:lnTo>
                <a:lnTo>
                  <a:pt x="3486" y="3250"/>
                </a:lnTo>
                <a:lnTo>
                  <a:pt x="3485" y="3249"/>
                </a:lnTo>
                <a:lnTo>
                  <a:pt x="3483" y="3249"/>
                </a:lnTo>
                <a:lnTo>
                  <a:pt x="3482" y="3249"/>
                </a:lnTo>
                <a:lnTo>
                  <a:pt x="3481" y="3250"/>
                </a:lnTo>
                <a:lnTo>
                  <a:pt x="3479" y="3250"/>
                </a:lnTo>
                <a:lnTo>
                  <a:pt x="3478" y="3251"/>
                </a:lnTo>
                <a:lnTo>
                  <a:pt x="3477" y="3251"/>
                </a:lnTo>
                <a:lnTo>
                  <a:pt x="3476" y="3251"/>
                </a:lnTo>
                <a:lnTo>
                  <a:pt x="3476" y="3252"/>
                </a:lnTo>
                <a:lnTo>
                  <a:pt x="3475" y="3252"/>
                </a:lnTo>
                <a:lnTo>
                  <a:pt x="3474" y="3252"/>
                </a:lnTo>
                <a:lnTo>
                  <a:pt x="3474" y="3251"/>
                </a:lnTo>
                <a:lnTo>
                  <a:pt x="3473" y="3251"/>
                </a:lnTo>
                <a:lnTo>
                  <a:pt x="3472" y="3251"/>
                </a:lnTo>
                <a:lnTo>
                  <a:pt x="3471" y="3251"/>
                </a:lnTo>
                <a:lnTo>
                  <a:pt x="3472" y="3252"/>
                </a:lnTo>
                <a:lnTo>
                  <a:pt x="3473" y="3252"/>
                </a:lnTo>
                <a:lnTo>
                  <a:pt x="3474" y="3252"/>
                </a:lnTo>
                <a:lnTo>
                  <a:pt x="3474" y="3253"/>
                </a:lnTo>
                <a:lnTo>
                  <a:pt x="3473" y="3253"/>
                </a:lnTo>
                <a:lnTo>
                  <a:pt x="3472" y="3253"/>
                </a:lnTo>
                <a:lnTo>
                  <a:pt x="3471" y="3253"/>
                </a:lnTo>
                <a:lnTo>
                  <a:pt x="3471" y="3254"/>
                </a:lnTo>
                <a:lnTo>
                  <a:pt x="3470" y="3254"/>
                </a:lnTo>
                <a:lnTo>
                  <a:pt x="3469" y="3254"/>
                </a:lnTo>
                <a:lnTo>
                  <a:pt x="3468" y="3255"/>
                </a:lnTo>
                <a:lnTo>
                  <a:pt x="3467" y="3256"/>
                </a:lnTo>
                <a:lnTo>
                  <a:pt x="3466" y="3256"/>
                </a:lnTo>
                <a:lnTo>
                  <a:pt x="3466" y="3257"/>
                </a:lnTo>
                <a:lnTo>
                  <a:pt x="3465" y="3257"/>
                </a:lnTo>
                <a:lnTo>
                  <a:pt x="3465" y="3256"/>
                </a:lnTo>
                <a:lnTo>
                  <a:pt x="3466" y="3256"/>
                </a:lnTo>
                <a:lnTo>
                  <a:pt x="3467" y="3256"/>
                </a:lnTo>
                <a:lnTo>
                  <a:pt x="3467" y="3255"/>
                </a:lnTo>
                <a:lnTo>
                  <a:pt x="3466" y="3255"/>
                </a:lnTo>
                <a:lnTo>
                  <a:pt x="3466" y="3256"/>
                </a:lnTo>
                <a:lnTo>
                  <a:pt x="3465" y="3256"/>
                </a:lnTo>
                <a:lnTo>
                  <a:pt x="3465" y="3257"/>
                </a:lnTo>
                <a:lnTo>
                  <a:pt x="3464" y="3257"/>
                </a:lnTo>
                <a:lnTo>
                  <a:pt x="3464" y="3258"/>
                </a:lnTo>
                <a:lnTo>
                  <a:pt x="3463" y="3258"/>
                </a:lnTo>
                <a:lnTo>
                  <a:pt x="3464" y="3258"/>
                </a:lnTo>
                <a:lnTo>
                  <a:pt x="3463" y="3258"/>
                </a:lnTo>
                <a:lnTo>
                  <a:pt x="3463" y="3257"/>
                </a:lnTo>
                <a:lnTo>
                  <a:pt x="3463" y="3258"/>
                </a:lnTo>
                <a:lnTo>
                  <a:pt x="3463" y="3259"/>
                </a:lnTo>
                <a:lnTo>
                  <a:pt x="3462" y="3260"/>
                </a:lnTo>
                <a:lnTo>
                  <a:pt x="3461" y="3260"/>
                </a:lnTo>
                <a:lnTo>
                  <a:pt x="3460" y="3260"/>
                </a:lnTo>
                <a:lnTo>
                  <a:pt x="3460" y="3261"/>
                </a:lnTo>
                <a:lnTo>
                  <a:pt x="3459" y="3261"/>
                </a:lnTo>
                <a:lnTo>
                  <a:pt x="3458" y="3261"/>
                </a:lnTo>
                <a:lnTo>
                  <a:pt x="3458" y="3262"/>
                </a:lnTo>
                <a:lnTo>
                  <a:pt x="3457" y="3262"/>
                </a:lnTo>
                <a:lnTo>
                  <a:pt x="3456" y="3262"/>
                </a:lnTo>
                <a:lnTo>
                  <a:pt x="3455" y="3262"/>
                </a:lnTo>
                <a:lnTo>
                  <a:pt x="3454" y="3262"/>
                </a:lnTo>
                <a:lnTo>
                  <a:pt x="3454" y="3261"/>
                </a:lnTo>
                <a:lnTo>
                  <a:pt x="3454" y="3260"/>
                </a:lnTo>
                <a:lnTo>
                  <a:pt x="3454" y="3259"/>
                </a:lnTo>
                <a:lnTo>
                  <a:pt x="3454" y="3258"/>
                </a:lnTo>
                <a:lnTo>
                  <a:pt x="3454" y="3259"/>
                </a:lnTo>
                <a:lnTo>
                  <a:pt x="3453" y="3259"/>
                </a:lnTo>
                <a:lnTo>
                  <a:pt x="3453" y="3260"/>
                </a:lnTo>
                <a:lnTo>
                  <a:pt x="3452" y="3260"/>
                </a:lnTo>
                <a:lnTo>
                  <a:pt x="3452" y="3259"/>
                </a:lnTo>
                <a:lnTo>
                  <a:pt x="3452" y="3258"/>
                </a:lnTo>
                <a:lnTo>
                  <a:pt x="3453" y="3258"/>
                </a:lnTo>
                <a:lnTo>
                  <a:pt x="3454" y="3258"/>
                </a:lnTo>
                <a:lnTo>
                  <a:pt x="3454" y="3257"/>
                </a:lnTo>
                <a:lnTo>
                  <a:pt x="3454" y="3256"/>
                </a:lnTo>
                <a:lnTo>
                  <a:pt x="3453" y="3256"/>
                </a:lnTo>
                <a:lnTo>
                  <a:pt x="3454" y="3256"/>
                </a:lnTo>
                <a:lnTo>
                  <a:pt x="3454" y="3255"/>
                </a:lnTo>
                <a:lnTo>
                  <a:pt x="3455" y="3255"/>
                </a:lnTo>
                <a:lnTo>
                  <a:pt x="3454" y="3255"/>
                </a:lnTo>
                <a:lnTo>
                  <a:pt x="3453" y="3255"/>
                </a:lnTo>
                <a:lnTo>
                  <a:pt x="3452" y="3255"/>
                </a:lnTo>
                <a:lnTo>
                  <a:pt x="3452" y="3256"/>
                </a:lnTo>
                <a:lnTo>
                  <a:pt x="3451" y="3257"/>
                </a:lnTo>
                <a:lnTo>
                  <a:pt x="3451" y="3256"/>
                </a:lnTo>
                <a:lnTo>
                  <a:pt x="3451" y="3255"/>
                </a:lnTo>
                <a:lnTo>
                  <a:pt x="3451" y="3254"/>
                </a:lnTo>
                <a:lnTo>
                  <a:pt x="3451" y="3255"/>
                </a:lnTo>
                <a:lnTo>
                  <a:pt x="3450" y="3255"/>
                </a:lnTo>
                <a:lnTo>
                  <a:pt x="3450" y="3254"/>
                </a:lnTo>
                <a:lnTo>
                  <a:pt x="3450" y="3253"/>
                </a:lnTo>
                <a:lnTo>
                  <a:pt x="3451" y="3252"/>
                </a:lnTo>
                <a:lnTo>
                  <a:pt x="3450" y="3252"/>
                </a:lnTo>
                <a:lnTo>
                  <a:pt x="3450" y="3253"/>
                </a:lnTo>
                <a:lnTo>
                  <a:pt x="3449" y="3253"/>
                </a:lnTo>
                <a:lnTo>
                  <a:pt x="3448" y="3254"/>
                </a:lnTo>
                <a:lnTo>
                  <a:pt x="3448" y="3253"/>
                </a:lnTo>
                <a:lnTo>
                  <a:pt x="3447" y="3253"/>
                </a:lnTo>
                <a:lnTo>
                  <a:pt x="3447" y="3252"/>
                </a:lnTo>
                <a:lnTo>
                  <a:pt x="3447" y="3253"/>
                </a:lnTo>
                <a:lnTo>
                  <a:pt x="3446" y="3253"/>
                </a:lnTo>
                <a:lnTo>
                  <a:pt x="3446" y="3254"/>
                </a:lnTo>
                <a:lnTo>
                  <a:pt x="3445" y="3254"/>
                </a:lnTo>
                <a:lnTo>
                  <a:pt x="3444" y="3254"/>
                </a:lnTo>
                <a:lnTo>
                  <a:pt x="3443" y="3254"/>
                </a:lnTo>
                <a:lnTo>
                  <a:pt x="3442" y="3252"/>
                </a:lnTo>
                <a:lnTo>
                  <a:pt x="3443" y="3252"/>
                </a:lnTo>
                <a:lnTo>
                  <a:pt x="3442" y="3252"/>
                </a:lnTo>
                <a:lnTo>
                  <a:pt x="3442" y="3253"/>
                </a:lnTo>
                <a:lnTo>
                  <a:pt x="3441" y="3253"/>
                </a:lnTo>
                <a:lnTo>
                  <a:pt x="3441" y="3254"/>
                </a:lnTo>
                <a:lnTo>
                  <a:pt x="3442" y="3254"/>
                </a:lnTo>
                <a:lnTo>
                  <a:pt x="3443" y="3254"/>
                </a:lnTo>
                <a:lnTo>
                  <a:pt x="3443" y="3255"/>
                </a:lnTo>
                <a:lnTo>
                  <a:pt x="3442" y="3255"/>
                </a:lnTo>
                <a:lnTo>
                  <a:pt x="3443" y="3256"/>
                </a:lnTo>
                <a:lnTo>
                  <a:pt x="3443" y="3255"/>
                </a:lnTo>
                <a:lnTo>
                  <a:pt x="3443" y="3256"/>
                </a:lnTo>
                <a:lnTo>
                  <a:pt x="3444" y="3256"/>
                </a:lnTo>
                <a:lnTo>
                  <a:pt x="3444" y="3257"/>
                </a:lnTo>
                <a:lnTo>
                  <a:pt x="3444" y="3256"/>
                </a:lnTo>
                <a:lnTo>
                  <a:pt x="3444" y="3257"/>
                </a:lnTo>
                <a:lnTo>
                  <a:pt x="3445" y="3257"/>
                </a:lnTo>
                <a:lnTo>
                  <a:pt x="3445" y="3258"/>
                </a:lnTo>
                <a:lnTo>
                  <a:pt x="3445" y="3257"/>
                </a:lnTo>
                <a:lnTo>
                  <a:pt x="3446" y="3257"/>
                </a:lnTo>
                <a:lnTo>
                  <a:pt x="3446" y="3258"/>
                </a:lnTo>
                <a:lnTo>
                  <a:pt x="3447" y="3258"/>
                </a:lnTo>
                <a:lnTo>
                  <a:pt x="3448" y="3258"/>
                </a:lnTo>
                <a:lnTo>
                  <a:pt x="3449" y="3258"/>
                </a:lnTo>
                <a:lnTo>
                  <a:pt x="3449" y="3259"/>
                </a:lnTo>
                <a:lnTo>
                  <a:pt x="3450" y="3259"/>
                </a:lnTo>
                <a:lnTo>
                  <a:pt x="3450" y="3260"/>
                </a:lnTo>
                <a:lnTo>
                  <a:pt x="3450" y="3261"/>
                </a:lnTo>
                <a:lnTo>
                  <a:pt x="3450" y="3262"/>
                </a:lnTo>
                <a:lnTo>
                  <a:pt x="3449" y="3262"/>
                </a:lnTo>
                <a:lnTo>
                  <a:pt x="3449" y="3263"/>
                </a:lnTo>
                <a:lnTo>
                  <a:pt x="3450" y="3263"/>
                </a:lnTo>
                <a:lnTo>
                  <a:pt x="3449" y="3264"/>
                </a:lnTo>
                <a:lnTo>
                  <a:pt x="3449" y="3265"/>
                </a:lnTo>
                <a:lnTo>
                  <a:pt x="3449" y="3266"/>
                </a:lnTo>
                <a:lnTo>
                  <a:pt x="3448" y="3266"/>
                </a:lnTo>
                <a:lnTo>
                  <a:pt x="3447" y="3266"/>
                </a:lnTo>
                <a:lnTo>
                  <a:pt x="3447" y="3267"/>
                </a:lnTo>
                <a:lnTo>
                  <a:pt x="3448" y="3267"/>
                </a:lnTo>
                <a:lnTo>
                  <a:pt x="3448" y="3268"/>
                </a:lnTo>
                <a:lnTo>
                  <a:pt x="3449" y="3268"/>
                </a:lnTo>
                <a:lnTo>
                  <a:pt x="3450" y="3268"/>
                </a:lnTo>
                <a:lnTo>
                  <a:pt x="3448" y="3268"/>
                </a:lnTo>
                <a:lnTo>
                  <a:pt x="3446" y="3269"/>
                </a:lnTo>
                <a:lnTo>
                  <a:pt x="3445" y="3269"/>
                </a:lnTo>
                <a:lnTo>
                  <a:pt x="3444" y="3269"/>
                </a:lnTo>
                <a:lnTo>
                  <a:pt x="3443" y="3270"/>
                </a:lnTo>
                <a:lnTo>
                  <a:pt x="3442" y="3270"/>
                </a:lnTo>
                <a:lnTo>
                  <a:pt x="3440" y="3271"/>
                </a:lnTo>
                <a:lnTo>
                  <a:pt x="3440" y="3272"/>
                </a:lnTo>
                <a:lnTo>
                  <a:pt x="3439" y="3273"/>
                </a:lnTo>
                <a:lnTo>
                  <a:pt x="3439" y="3274"/>
                </a:lnTo>
                <a:lnTo>
                  <a:pt x="3439" y="3275"/>
                </a:lnTo>
                <a:lnTo>
                  <a:pt x="3439" y="3276"/>
                </a:lnTo>
                <a:lnTo>
                  <a:pt x="3440" y="3277"/>
                </a:lnTo>
                <a:lnTo>
                  <a:pt x="3439" y="3277"/>
                </a:lnTo>
                <a:lnTo>
                  <a:pt x="3438" y="3278"/>
                </a:lnTo>
                <a:lnTo>
                  <a:pt x="3437" y="3278"/>
                </a:lnTo>
                <a:lnTo>
                  <a:pt x="3437" y="3279"/>
                </a:lnTo>
                <a:lnTo>
                  <a:pt x="3436" y="3279"/>
                </a:lnTo>
                <a:lnTo>
                  <a:pt x="3436" y="3278"/>
                </a:lnTo>
                <a:lnTo>
                  <a:pt x="3436" y="3277"/>
                </a:lnTo>
                <a:lnTo>
                  <a:pt x="3436" y="3276"/>
                </a:lnTo>
                <a:lnTo>
                  <a:pt x="3435" y="3276"/>
                </a:lnTo>
                <a:lnTo>
                  <a:pt x="3434" y="3276"/>
                </a:lnTo>
                <a:lnTo>
                  <a:pt x="3433" y="3276"/>
                </a:lnTo>
                <a:lnTo>
                  <a:pt x="3434" y="3276"/>
                </a:lnTo>
                <a:lnTo>
                  <a:pt x="3434" y="3277"/>
                </a:lnTo>
                <a:lnTo>
                  <a:pt x="3435" y="3277"/>
                </a:lnTo>
                <a:lnTo>
                  <a:pt x="3436" y="3278"/>
                </a:lnTo>
                <a:lnTo>
                  <a:pt x="3435" y="3278"/>
                </a:lnTo>
                <a:lnTo>
                  <a:pt x="3435" y="3277"/>
                </a:lnTo>
                <a:lnTo>
                  <a:pt x="3434" y="3277"/>
                </a:lnTo>
                <a:lnTo>
                  <a:pt x="3433" y="3277"/>
                </a:lnTo>
                <a:lnTo>
                  <a:pt x="3432" y="3277"/>
                </a:lnTo>
                <a:lnTo>
                  <a:pt x="3432" y="3278"/>
                </a:lnTo>
                <a:lnTo>
                  <a:pt x="3431" y="3278"/>
                </a:lnTo>
                <a:lnTo>
                  <a:pt x="3430" y="3278"/>
                </a:lnTo>
                <a:lnTo>
                  <a:pt x="3430" y="3279"/>
                </a:lnTo>
                <a:lnTo>
                  <a:pt x="3429" y="3279"/>
                </a:lnTo>
                <a:lnTo>
                  <a:pt x="3428" y="3280"/>
                </a:lnTo>
                <a:lnTo>
                  <a:pt x="3427" y="3279"/>
                </a:lnTo>
                <a:lnTo>
                  <a:pt x="3428" y="3279"/>
                </a:lnTo>
                <a:lnTo>
                  <a:pt x="3428" y="3278"/>
                </a:lnTo>
                <a:lnTo>
                  <a:pt x="3426" y="3278"/>
                </a:lnTo>
                <a:lnTo>
                  <a:pt x="3425" y="3278"/>
                </a:lnTo>
                <a:lnTo>
                  <a:pt x="3423" y="3279"/>
                </a:lnTo>
                <a:lnTo>
                  <a:pt x="3423" y="3280"/>
                </a:lnTo>
                <a:lnTo>
                  <a:pt x="3422" y="3280"/>
                </a:lnTo>
                <a:lnTo>
                  <a:pt x="3421" y="3280"/>
                </a:lnTo>
                <a:lnTo>
                  <a:pt x="3421" y="3279"/>
                </a:lnTo>
                <a:lnTo>
                  <a:pt x="3420" y="3279"/>
                </a:lnTo>
                <a:lnTo>
                  <a:pt x="3420" y="3278"/>
                </a:lnTo>
                <a:lnTo>
                  <a:pt x="3421" y="3278"/>
                </a:lnTo>
                <a:lnTo>
                  <a:pt x="3422" y="3278"/>
                </a:lnTo>
                <a:lnTo>
                  <a:pt x="3423" y="3278"/>
                </a:lnTo>
                <a:lnTo>
                  <a:pt x="3422" y="3278"/>
                </a:lnTo>
                <a:lnTo>
                  <a:pt x="3421" y="3278"/>
                </a:lnTo>
                <a:lnTo>
                  <a:pt x="3421" y="3277"/>
                </a:lnTo>
                <a:lnTo>
                  <a:pt x="3420" y="3277"/>
                </a:lnTo>
                <a:lnTo>
                  <a:pt x="3420" y="3276"/>
                </a:lnTo>
                <a:lnTo>
                  <a:pt x="3420" y="3274"/>
                </a:lnTo>
                <a:lnTo>
                  <a:pt x="3419" y="3274"/>
                </a:lnTo>
                <a:lnTo>
                  <a:pt x="3418" y="3273"/>
                </a:lnTo>
                <a:lnTo>
                  <a:pt x="3418" y="3272"/>
                </a:lnTo>
                <a:lnTo>
                  <a:pt x="3418" y="3273"/>
                </a:lnTo>
                <a:lnTo>
                  <a:pt x="3418" y="3274"/>
                </a:lnTo>
                <a:lnTo>
                  <a:pt x="3419" y="3275"/>
                </a:lnTo>
                <a:lnTo>
                  <a:pt x="3419" y="3276"/>
                </a:lnTo>
                <a:lnTo>
                  <a:pt x="3418" y="3276"/>
                </a:lnTo>
                <a:lnTo>
                  <a:pt x="3418" y="3275"/>
                </a:lnTo>
                <a:lnTo>
                  <a:pt x="3418" y="3276"/>
                </a:lnTo>
                <a:lnTo>
                  <a:pt x="3418" y="3277"/>
                </a:lnTo>
                <a:lnTo>
                  <a:pt x="3419" y="3277"/>
                </a:lnTo>
                <a:lnTo>
                  <a:pt x="3419" y="3278"/>
                </a:lnTo>
                <a:lnTo>
                  <a:pt x="3418" y="3278"/>
                </a:lnTo>
                <a:lnTo>
                  <a:pt x="3417" y="3278"/>
                </a:lnTo>
                <a:lnTo>
                  <a:pt x="3417" y="3279"/>
                </a:lnTo>
                <a:lnTo>
                  <a:pt x="3417" y="3278"/>
                </a:lnTo>
                <a:lnTo>
                  <a:pt x="3416" y="3278"/>
                </a:lnTo>
                <a:lnTo>
                  <a:pt x="3416" y="3277"/>
                </a:lnTo>
                <a:lnTo>
                  <a:pt x="3415" y="3277"/>
                </a:lnTo>
                <a:lnTo>
                  <a:pt x="3414" y="3277"/>
                </a:lnTo>
                <a:lnTo>
                  <a:pt x="3413" y="3277"/>
                </a:lnTo>
                <a:lnTo>
                  <a:pt x="3413" y="3278"/>
                </a:lnTo>
                <a:lnTo>
                  <a:pt x="3413" y="3277"/>
                </a:lnTo>
                <a:lnTo>
                  <a:pt x="3414" y="3277"/>
                </a:lnTo>
                <a:lnTo>
                  <a:pt x="3414" y="3278"/>
                </a:lnTo>
                <a:lnTo>
                  <a:pt x="3415" y="3278"/>
                </a:lnTo>
                <a:lnTo>
                  <a:pt x="3416" y="3278"/>
                </a:lnTo>
                <a:lnTo>
                  <a:pt x="3416" y="3279"/>
                </a:lnTo>
                <a:lnTo>
                  <a:pt x="3415" y="3279"/>
                </a:lnTo>
                <a:lnTo>
                  <a:pt x="3414" y="3279"/>
                </a:lnTo>
                <a:lnTo>
                  <a:pt x="3413" y="3280"/>
                </a:lnTo>
                <a:lnTo>
                  <a:pt x="3412" y="3280"/>
                </a:lnTo>
                <a:lnTo>
                  <a:pt x="3412" y="3281"/>
                </a:lnTo>
                <a:lnTo>
                  <a:pt x="3411" y="3282"/>
                </a:lnTo>
                <a:lnTo>
                  <a:pt x="3410" y="3283"/>
                </a:lnTo>
                <a:lnTo>
                  <a:pt x="3409" y="3284"/>
                </a:lnTo>
                <a:lnTo>
                  <a:pt x="3408" y="3284"/>
                </a:lnTo>
                <a:lnTo>
                  <a:pt x="3407" y="3285"/>
                </a:lnTo>
                <a:lnTo>
                  <a:pt x="3407" y="3286"/>
                </a:lnTo>
                <a:lnTo>
                  <a:pt x="3406" y="3286"/>
                </a:lnTo>
                <a:lnTo>
                  <a:pt x="3406" y="3287"/>
                </a:lnTo>
                <a:lnTo>
                  <a:pt x="3405" y="3287"/>
                </a:lnTo>
                <a:lnTo>
                  <a:pt x="3404" y="3288"/>
                </a:lnTo>
                <a:lnTo>
                  <a:pt x="3404" y="3289"/>
                </a:lnTo>
                <a:lnTo>
                  <a:pt x="3403" y="3289"/>
                </a:lnTo>
                <a:lnTo>
                  <a:pt x="3402" y="3289"/>
                </a:lnTo>
                <a:lnTo>
                  <a:pt x="3402" y="3288"/>
                </a:lnTo>
                <a:lnTo>
                  <a:pt x="3402" y="3287"/>
                </a:lnTo>
                <a:lnTo>
                  <a:pt x="3402" y="3286"/>
                </a:lnTo>
                <a:lnTo>
                  <a:pt x="3401" y="3286"/>
                </a:lnTo>
                <a:lnTo>
                  <a:pt x="3402" y="3286"/>
                </a:lnTo>
                <a:lnTo>
                  <a:pt x="3402" y="3287"/>
                </a:lnTo>
                <a:lnTo>
                  <a:pt x="3403" y="3287"/>
                </a:lnTo>
                <a:lnTo>
                  <a:pt x="3404" y="3287"/>
                </a:lnTo>
                <a:lnTo>
                  <a:pt x="3404" y="3286"/>
                </a:lnTo>
                <a:lnTo>
                  <a:pt x="3404" y="3285"/>
                </a:lnTo>
                <a:lnTo>
                  <a:pt x="3404" y="3284"/>
                </a:lnTo>
                <a:lnTo>
                  <a:pt x="3405" y="3284"/>
                </a:lnTo>
                <a:lnTo>
                  <a:pt x="3405" y="3283"/>
                </a:lnTo>
                <a:lnTo>
                  <a:pt x="3406" y="3283"/>
                </a:lnTo>
                <a:lnTo>
                  <a:pt x="3406" y="3282"/>
                </a:lnTo>
                <a:lnTo>
                  <a:pt x="3406" y="3283"/>
                </a:lnTo>
                <a:lnTo>
                  <a:pt x="3405" y="3283"/>
                </a:lnTo>
                <a:lnTo>
                  <a:pt x="3405" y="3282"/>
                </a:lnTo>
                <a:lnTo>
                  <a:pt x="3404" y="3282"/>
                </a:lnTo>
                <a:lnTo>
                  <a:pt x="3404" y="3281"/>
                </a:lnTo>
                <a:lnTo>
                  <a:pt x="3403" y="3281"/>
                </a:lnTo>
                <a:lnTo>
                  <a:pt x="3402" y="3281"/>
                </a:lnTo>
                <a:lnTo>
                  <a:pt x="3402" y="3282"/>
                </a:lnTo>
                <a:lnTo>
                  <a:pt x="3402" y="3281"/>
                </a:lnTo>
                <a:lnTo>
                  <a:pt x="3401" y="3281"/>
                </a:lnTo>
                <a:lnTo>
                  <a:pt x="3401" y="3282"/>
                </a:lnTo>
                <a:lnTo>
                  <a:pt x="3401" y="3281"/>
                </a:lnTo>
                <a:lnTo>
                  <a:pt x="3400" y="3281"/>
                </a:lnTo>
                <a:lnTo>
                  <a:pt x="3400" y="3280"/>
                </a:lnTo>
                <a:lnTo>
                  <a:pt x="3399" y="3280"/>
                </a:lnTo>
                <a:lnTo>
                  <a:pt x="3398" y="3280"/>
                </a:lnTo>
                <a:lnTo>
                  <a:pt x="3398" y="3279"/>
                </a:lnTo>
                <a:lnTo>
                  <a:pt x="3397" y="3279"/>
                </a:lnTo>
                <a:lnTo>
                  <a:pt x="3397" y="3280"/>
                </a:lnTo>
                <a:lnTo>
                  <a:pt x="3396" y="3280"/>
                </a:lnTo>
                <a:lnTo>
                  <a:pt x="3396" y="3279"/>
                </a:lnTo>
                <a:lnTo>
                  <a:pt x="3396" y="3280"/>
                </a:lnTo>
                <a:lnTo>
                  <a:pt x="3396" y="3281"/>
                </a:lnTo>
                <a:lnTo>
                  <a:pt x="3397" y="3281"/>
                </a:lnTo>
                <a:lnTo>
                  <a:pt x="3399" y="3281"/>
                </a:lnTo>
                <a:lnTo>
                  <a:pt x="3400" y="3281"/>
                </a:lnTo>
                <a:lnTo>
                  <a:pt x="3400" y="3282"/>
                </a:lnTo>
                <a:lnTo>
                  <a:pt x="3400" y="3283"/>
                </a:lnTo>
                <a:lnTo>
                  <a:pt x="3399" y="3283"/>
                </a:lnTo>
                <a:lnTo>
                  <a:pt x="3398" y="3283"/>
                </a:lnTo>
                <a:lnTo>
                  <a:pt x="3398" y="3282"/>
                </a:lnTo>
                <a:lnTo>
                  <a:pt x="3397" y="3283"/>
                </a:lnTo>
                <a:lnTo>
                  <a:pt x="3396" y="3283"/>
                </a:lnTo>
                <a:lnTo>
                  <a:pt x="3395" y="3283"/>
                </a:lnTo>
                <a:lnTo>
                  <a:pt x="3394" y="3284"/>
                </a:lnTo>
                <a:lnTo>
                  <a:pt x="3393" y="3284"/>
                </a:lnTo>
                <a:lnTo>
                  <a:pt x="3392" y="3284"/>
                </a:lnTo>
                <a:lnTo>
                  <a:pt x="3391" y="3284"/>
                </a:lnTo>
                <a:lnTo>
                  <a:pt x="3390" y="3284"/>
                </a:lnTo>
                <a:lnTo>
                  <a:pt x="3389" y="3284"/>
                </a:lnTo>
                <a:lnTo>
                  <a:pt x="3388" y="3285"/>
                </a:lnTo>
                <a:lnTo>
                  <a:pt x="3388" y="3284"/>
                </a:lnTo>
                <a:lnTo>
                  <a:pt x="3387" y="3283"/>
                </a:lnTo>
                <a:lnTo>
                  <a:pt x="3386" y="3283"/>
                </a:lnTo>
                <a:lnTo>
                  <a:pt x="3387" y="3283"/>
                </a:lnTo>
                <a:lnTo>
                  <a:pt x="3387" y="3282"/>
                </a:lnTo>
                <a:lnTo>
                  <a:pt x="3386" y="3283"/>
                </a:lnTo>
                <a:lnTo>
                  <a:pt x="3386" y="3282"/>
                </a:lnTo>
                <a:lnTo>
                  <a:pt x="3385" y="3282"/>
                </a:lnTo>
                <a:lnTo>
                  <a:pt x="3385" y="3281"/>
                </a:lnTo>
                <a:lnTo>
                  <a:pt x="3386" y="3280"/>
                </a:lnTo>
                <a:lnTo>
                  <a:pt x="3386" y="3279"/>
                </a:lnTo>
                <a:lnTo>
                  <a:pt x="3385" y="3279"/>
                </a:lnTo>
                <a:lnTo>
                  <a:pt x="3383" y="3279"/>
                </a:lnTo>
                <a:lnTo>
                  <a:pt x="3382" y="3279"/>
                </a:lnTo>
                <a:lnTo>
                  <a:pt x="3382" y="3278"/>
                </a:lnTo>
                <a:lnTo>
                  <a:pt x="3382" y="3277"/>
                </a:lnTo>
                <a:lnTo>
                  <a:pt x="3381" y="3278"/>
                </a:lnTo>
                <a:lnTo>
                  <a:pt x="3381" y="3279"/>
                </a:lnTo>
                <a:lnTo>
                  <a:pt x="3380" y="3279"/>
                </a:lnTo>
                <a:lnTo>
                  <a:pt x="3379" y="3280"/>
                </a:lnTo>
                <a:lnTo>
                  <a:pt x="3379" y="3281"/>
                </a:lnTo>
                <a:lnTo>
                  <a:pt x="3379" y="3280"/>
                </a:lnTo>
                <a:lnTo>
                  <a:pt x="3379" y="3281"/>
                </a:lnTo>
                <a:lnTo>
                  <a:pt x="3379" y="3282"/>
                </a:lnTo>
                <a:lnTo>
                  <a:pt x="3380" y="3282"/>
                </a:lnTo>
                <a:lnTo>
                  <a:pt x="3380" y="3283"/>
                </a:lnTo>
                <a:lnTo>
                  <a:pt x="3380" y="3284"/>
                </a:lnTo>
                <a:lnTo>
                  <a:pt x="3381" y="3283"/>
                </a:lnTo>
                <a:lnTo>
                  <a:pt x="3382" y="3283"/>
                </a:lnTo>
                <a:lnTo>
                  <a:pt x="3383" y="3283"/>
                </a:lnTo>
                <a:lnTo>
                  <a:pt x="3383" y="3282"/>
                </a:lnTo>
                <a:lnTo>
                  <a:pt x="3384" y="3282"/>
                </a:lnTo>
                <a:lnTo>
                  <a:pt x="3385" y="3282"/>
                </a:lnTo>
                <a:lnTo>
                  <a:pt x="3385" y="3283"/>
                </a:lnTo>
                <a:lnTo>
                  <a:pt x="3386" y="3284"/>
                </a:lnTo>
                <a:lnTo>
                  <a:pt x="3384" y="3285"/>
                </a:lnTo>
                <a:lnTo>
                  <a:pt x="3382" y="3285"/>
                </a:lnTo>
                <a:lnTo>
                  <a:pt x="3381" y="3286"/>
                </a:lnTo>
                <a:lnTo>
                  <a:pt x="3380" y="3286"/>
                </a:lnTo>
                <a:lnTo>
                  <a:pt x="3379" y="3287"/>
                </a:lnTo>
                <a:lnTo>
                  <a:pt x="3379" y="3288"/>
                </a:lnTo>
                <a:lnTo>
                  <a:pt x="3378" y="3288"/>
                </a:lnTo>
                <a:lnTo>
                  <a:pt x="3377" y="3288"/>
                </a:lnTo>
                <a:lnTo>
                  <a:pt x="3376" y="3288"/>
                </a:lnTo>
                <a:lnTo>
                  <a:pt x="3376" y="3289"/>
                </a:lnTo>
                <a:lnTo>
                  <a:pt x="3375" y="3289"/>
                </a:lnTo>
                <a:lnTo>
                  <a:pt x="3374" y="3289"/>
                </a:lnTo>
                <a:lnTo>
                  <a:pt x="3373" y="3289"/>
                </a:lnTo>
                <a:lnTo>
                  <a:pt x="3372" y="3289"/>
                </a:lnTo>
                <a:lnTo>
                  <a:pt x="3371" y="3290"/>
                </a:lnTo>
                <a:lnTo>
                  <a:pt x="3370" y="3291"/>
                </a:lnTo>
                <a:lnTo>
                  <a:pt x="3369" y="3292"/>
                </a:lnTo>
                <a:lnTo>
                  <a:pt x="3368" y="3292"/>
                </a:lnTo>
                <a:lnTo>
                  <a:pt x="3367" y="3292"/>
                </a:lnTo>
                <a:lnTo>
                  <a:pt x="3366" y="3292"/>
                </a:lnTo>
                <a:lnTo>
                  <a:pt x="3365" y="3292"/>
                </a:lnTo>
                <a:lnTo>
                  <a:pt x="3364" y="3292"/>
                </a:lnTo>
                <a:lnTo>
                  <a:pt x="3363" y="3292"/>
                </a:lnTo>
                <a:lnTo>
                  <a:pt x="3363" y="3291"/>
                </a:lnTo>
                <a:lnTo>
                  <a:pt x="3362" y="3291"/>
                </a:lnTo>
                <a:lnTo>
                  <a:pt x="3361" y="3291"/>
                </a:lnTo>
                <a:lnTo>
                  <a:pt x="3360" y="3291"/>
                </a:lnTo>
                <a:lnTo>
                  <a:pt x="3359" y="3291"/>
                </a:lnTo>
                <a:lnTo>
                  <a:pt x="3358" y="3291"/>
                </a:lnTo>
                <a:lnTo>
                  <a:pt x="3357" y="3292"/>
                </a:lnTo>
                <a:lnTo>
                  <a:pt x="3357" y="3293"/>
                </a:lnTo>
                <a:lnTo>
                  <a:pt x="3356" y="3293"/>
                </a:lnTo>
                <a:lnTo>
                  <a:pt x="3356" y="3292"/>
                </a:lnTo>
                <a:lnTo>
                  <a:pt x="3356" y="3293"/>
                </a:lnTo>
                <a:lnTo>
                  <a:pt x="3355" y="3294"/>
                </a:lnTo>
                <a:lnTo>
                  <a:pt x="3354" y="3294"/>
                </a:lnTo>
                <a:lnTo>
                  <a:pt x="3354" y="3295"/>
                </a:lnTo>
                <a:lnTo>
                  <a:pt x="3353" y="3296"/>
                </a:lnTo>
                <a:lnTo>
                  <a:pt x="3352" y="3297"/>
                </a:lnTo>
                <a:lnTo>
                  <a:pt x="3352" y="3298"/>
                </a:lnTo>
                <a:lnTo>
                  <a:pt x="3351" y="3298"/>
                </a:lnTo>
                <a:lnTo>
                  <a:pt x="3350" y="3299"/>
                </a:lnTo>
                <a:lnTo>
                  <a:pt x="3350" y="3300"/>
                </a:lnTo>
                <a:lnTo>
                  <a:pt x="3349" y="3301"/>
                </a:lnTo>
                <a:lnTo>
                  <a:pt x="3349" y="3302"/>
                </a:lnTo>
                <a:lnTo>
                  <a:pt x="3349" y="3303"/>
                </a:lnTo>
                <a:lnTo>
                  <a:pt x="3348" y="3304"/>
                </a:lnTo>
                <a:lnTo>
                  <a:pt x="3348" y="3305"/>
                </a:lnTo>
                <a:lnTo>
                  <a:pt x="3348" y="3306"/>
                </a:lnTo>
                <a:lnTo>
                  <a:pt x="3347" y="3307"/>
                </a:lnTo>
                <a:lnTo>
                  <a:pt x="3346" y="3307"/>
                </a:lnTo>
                <a:lnTo>
                  <a:pt x="3346" y="3308"/>
                </a:lnTo>
                <a:lnTo>
                  <a:pt x="3345" y="3309"/>
                </a:lnTo>
                <a:lnTo>
                  <a:pt x="3344" y="3309"/>
                </a:lnTo>
                <a:lnTo>
                  <a:pt x="3343" y="3309"/>
                </a:lnTo>
                <a:lnTo>
                  <a:pt x="3343" y="3308"/>
                </a:lnTo>
                <a:lnTo>
                  <a:pt x="3343" y="3309"/>
                </a:lnTo>
                <a:lnTo>
                  <a:pt x="3341" y="3309"/>
                </a:lnTo>
                <a:lnTo>
                  <a:pt x="3340" y="3309"/>
                </a:lnTo>
                <a:lnTo>
                  <a:pt x="3339" y="3309"/>
                </a:lnTo>
                <a:lnTo>
                  <a:pt x="3338" y="3309"/>
                </a:lnTo>
                <a:lnTo>
                  <a:pt x="3338" y="3310"/>
                </a:lnTo>
                <a:lnTo>
                  <a:pt x="3337" y="3310"/>
                </a:lnTo>
                <a:lnTo>
                  <a:pt x="3337" y="3311"/>
                </a:lnTo>
                <a:lnTo>
                  <a:pt x="3336" y="3311"/>
                </a:lnTo>
                <a:lnTo>
                  <a:pt x="3336" y="3310"/>
                </a:lnTo>
                <a:lnTo>
                  <a:pt x="3335" y="3310"/>
                </a:lnTo>
                <a:lnTo>
                  <a:pt x="3334" y="3310"/>
                </a:lnTo>
                <a:lnTo>
                  <a:pt x="3334" y="3309"/>
                </a:lnTo>
                <a:lnTo>
                  <a:pt x="3333" y="3309"/>
                </a:lnTo>
                <a:lnTo>
                  <a:pt x="3332" y="3309"/>
                </a:lnTo>
                <a:lnTo>
                  <a:pt x="3332" y="3310"/>
                </a:lnTo>
                <a:lnTo>
                  <a:pt x="3331" y="3310"/>
                </a:lnTo>
                <a:lnTo>
                  <a:pt x="3330" y="3311"/>
                </a:lnTo>
                <a:lnTo>
                  <a:pt x="3330" y="3312"/>
                </a:lnTo>
                <a:lnTo>
                  <a:pt x="3329" y="3312"/>
                </a:lnTo>
                <a:lnTo>
                  <a:pt x="3328" y="3312"/>
                </a:lnTo>
                <a:lnTo>
                  <a:pt x="3327" y="3312"/>
                </a:lnTo>
                <a:lnTo>
                  <a:pt x="3327" y="3311"/>
                </a:lnTo>
                <a:lnTo>
                  <a:pt x="3328" y="3311"/>
                </a:lnTo>
                <a:lnTo>
                  <a:pt x="3328" y="3310"/>
                </a:lnTo>
                <a:lnTo>
                  <a:pt x="3328" y="3309"/>
                </a:lnTo>
                <a:lnTo>
                  <a:pt x="3329" y="3309"/>
                </a:lnTo>
                <a:lnTo>
                  <a:pt x="3329" y="3308"/>
                </a:lnTo>
                <a:lnTo>
                  <a:pt x="3329" y="3307"/>
                </a:lnTo>
                <a:lnTo>
                  <a:pt x="3328" y="3307"/>
                </a:lnTo>
                <a:lnTo>
                  <a:pt x="3328" y="3306"/>
                </a:lnTo>
                <a:lnTo>
                  <a:pt x="3327" y="3306"/>
                </a:lnTo>
                <a:lnTo>
                  <a:pt x="3327" y="3305"/>
                </a:lnTo>
                <a:lnTo>
                  <a:pt x="3327" y="3304"/>
                </a:lnTo>
                <a:lnTo>
                  <a:pt x="3327" y="3303"/>
                </a:lnTo>
                <a:lnTo>
                  <a:pt x="3328" y="3302"/>
                </a:lnTo>
                <a:lnTo>
                  <a:pt x="3329" y="3302"/>
                </a:lnTo>
                <a:lnTo>
                  <a:pt x="3329" y="3301"/>
                </a:lnTo>
                <a:lnTo>
                  <a:pt x="3329" y="3300"/>
                </a:lnTo>
                <a:lnTo>
                  <a:pt x="3328" y="3300"/>
                </a:lnTo>
                <a:lnTo>
                  <a:pt x="3328" y="3301"/>
                </a:lnTo>
                <a:lnTo>
                  <a:pt x="3327" y="3301"/>
                </a:lnTo>
                <a:lnTo>
                  <a:pt x="3327" y="3300"/>
                </a:lnTo>
                <a:lnTo>
                  <a:pt x="3327" y="3298"/>
                </a:lnTo>
                <a:lnTo>
                  <a:pt x="3327" y="3297"/>
                </a:lnTo>
                <a:lnTo>
                  <a:pt x="3327" y="3296"/>
                </a:lnTo>
                <a:lnTo>
                  <a:pt x="3327" y="3295"/>
                </a:lnTo>
                <a:lnTo>
                  <a:pt x="3328" y="3295"/>
                </a:lnTo>
                <a:lnTo>
                  <a:pt x="3328" y="3294"/>
                </a:lnTo>
                <a:lnTo>
                  <a:pt x="3328" y="3292"/>
                </a:lnTo>
                <a:lnTo>
                  <a:pt x="3327" y="3292"/>
                </a:lnTo>
                <a:lnTo>
                  <a:pt x="3327" y="3294"/>
                </a:lnTo>
                <a:lnTo>
                  <a:pt x="3326" y="3294"/>
                </a:lnTo>
                <a:lnTo>
                  <a:pt x="3326" y="3293"/>
                </a:lnTo>
                <a:lnTo>
                  <a:pt x="3325" y="3293"/>
                </a:lnTo>
                <a:lnTo>
                  <a:pt x="3324" y="3292"/>
                </a:lnTo>
                <a:lnTo>
                  <a:pt x="3324" y="3291"/>
                </a:lnTo>
                <a:lnTo>
                  <a:pt x="3323" y="3291"/>
                </a:lnTo>
                <a:lnTo>
                  <a:pt x="3323" y="3290"/>
                </a:lnTo>
                <a:lnTo>
                  <a:pt x="3323" y="3289"/>
                </a:lnTo>
                <a:lnTo>
                  <a:pt x="3322" y="3290"/>
                </a:lnTo>
                <a:lnTo>
                  <a:pt x="3323" y="3290"/>
                </a:lnTo>
                <a:lnTo>
                  <a:pt x="3323" y="3291"/>
                </a:lnTo>
                <a:lnTo>
                  <a:pt x="3323" y="3292"/>
                </a:lnTo>
                <a:lnTo>
                  <a:pt x="3323" y="3293"/>
                </a:lnTo>
                <a:lnTo>
                  <a:pt x="3324" y="3293"/>
                </a:lnTo>
                <a:lnTo>
                  <a:pt x="3324" y="3294"/>
                </a:lnTo>
                <a:lnTo>
                  <a:pt x="3325" y="3294"/>
                </a:lnTo>
                <a:lnTo>
                  <a:pt x="3324" y="3294"/>
                </a:lnTo>
                <a:lnTo>
                  <a:pt x="3324" y="3295"/>
                </a:lnTo>
                <a:lnTo>
                  <a:pt x="3325" y="3296"/>
                </a:lnTo>
                <a:lnTo>
                  <a:pt x="3325" y="3297"/>
                </a:lnTo>
                <a:lnTo>
                  <a:pt x="3326" y="3298"/>
                </a:lnTo>
                <a:lnTo>
                  <a:pt x="3325" y="3298"/>
                </a:lnTo>
                <a:lnTo>
                  <a:pt x="3324" y="3298"/>
                </a:lnTo>
                <a:lnTo>
                  <a:pt x="3324" y="3299"/>
                </a:lnTo>
                <a:lnTo>
                  <a:pt x="3324" y="3300"/>
                </a:lnTo>
                <a:lnTo>
                  <a:pt x="3325" y="3300"/>
                </a:lnTo>
                <a:lnTo>
                  <a:pt x="3325" y="3299"/>
                </a:lnTo>
                <a:lnTo>
                  <a:pt x="3325" y="3298"/>
                </a:lnTo>
                <a:lnTo>
                  <a:pt x="3326" y="3298"/>
                </a:lnTo>
                <a:lnTo>
                  <a:pt x="3326" y="3299"/>
                </a:lnTo>
                <a:lnTo>
                  <a:pt x="3326" y="3300"/>
                </a:lnTo>
                <a:lnTo>
                  <a:pt x="3326" y="3301"/>
                </a:lnTo>
                <a:lnTo>
                  <a:pt x="3326" y="3302"/>
                </a:lnTo>
                <a:lnTo>
                  <a:pt x="3325" y="3302"/>
                </a:lnTo>
                <a:lnTo>
                  <a:pt x="3326" y="3303"/>
                </a:lnTo>
                <a:lnTo>
                  <a:pt x="3325" y="3303"/>
                </a:lnTo>
                <a:lnTo>
                  <a:pt x="3325" y="3304"/>
                </a:lnTo>
                <a:lnTo>
                  <a:pt x="3324" y="3304"/>
                </a:lnTo>
                <a:lnTo>
                  <a:pt x="3324" y="3303"/>
                </a:lnTo>
                <a:lnTo>
                  <a:pt x="3324" y="3304"/>
                </a:lnTo>
                <a:lnTo>
                  <a:pt x="3324" y="3305"/>
                </a:lnTo>
                <a:lnTo>
                  <a:pt x="3324" y="3306"/>
                </a:lnTo>
                <a:lnTo>
                  <a:pt x="3325" y="3306"/>
                </a:lnTo>
                <a:lnTo>
                  <a:pt x="3325" y="3305"/>
                </a:lnTo>
                <a:lnTo>
                  <a:pt x="3325" y="3306"/>
                </a:lnTo>
                <a:lnTo>
                  <a:pt x="3326" y="3306"/>
                </a:lnTo>
                <a:lnTo>
                  <a:pt x="3325" y="3306"/>
                </a:lnTo>
                <a:lnTo>
                  <a:pt x="3326" y="3307"/>
                </a:lnTo>
                <a:lnTo>
                  <a:pt x="3327" y="3307"/>
                </a:lnTo>
                <a:lnTo>
                  <a:pt x="3327" y="3308"/>
                </a:lnTo>
                <a:lnTo>
                  <a:pt x="3327" y="3309"/>
                </a:lnTo>
                <a:lnTo>
                  <a:pt x="3326" y="3310"/>
                </a:lnTo>
                <a:lnTo>
                  <a:pt x="3326" y="3311"/>
                </a:lnTo>
                <a:lnTo>
                  <a:pt x="3326" y="3312"/>
                </a:lnTo>
                <a:lnTo>
                  <a:pt x="3326" y="3313"/>
                </a:lnTo>
                <a:lnTo>
                  <a:pt x="3325" y="3313"/>
                </a:lnTo>
                <a:lnTo>
                  <a:pt x="3325" y="3314"/>
                </a:lnTo>
                <a:lnTo>
                  <a:pt x="3325" y="3315"/>
                </a:lnTo>
                <a:lnTo>
                  <a:pt x="3325" y="3316"/>
                </a:lnTo>
                <a:lnTo>
                  <a:pt x="3325" y="3317"/>
                </a:lnTo>
                <a:lnTo>
                  <a:pt x="3324" y="3318"/>
                </a:lnTo>
                <a:lnTo>
                  <a:pt x="3323" y="3318"/>
                </a:lnTo>
                <a:lnTo>
                  <a:pt x="3323" y="3317"/>
                </a:lnTo>
                <a:lnTo>
                  <a:pt x="3322" y="3317"/>
                </a:lnTo>
                <a:lnTo>
                  <a:pt x="3322" y="3318"/>
                </a:lnTo>
                <a:lnTo>
                  <a:pt x="3321" y="3318"/>
                </a:lnTo>
                <a:lnTo>
                  <a:pt x="3321" y="3319"/>
                </a:lnTo>
                <a:lnTo>
                  <a:pt x="3321" y="3320"/>
                </a:lnTo>
                <a:lnTo>
                  <a:pt x="3320" y="3320"/>
                </a:lnTo>
                <a:lnTo>
                  <a:pt x="3320" y="3321"/>
                </a:lnTo>
                <a:lnTo>
                  <a:pt x="3319" y="3321"/>
                </a:lnTo>
                <a:lnTo>
                  <a:pt x="3318" y="3321"/>
                </a:lnTo>
                <a:lnTo>
                  <a:pt x="3318" y="3320"/>
                </a:lnTo>
                <a:lnTo>
                  <a:pt x="3317" y="3320"/>
                </a:lnTo>
                <a:lnTo>
                  <a:pt x="3317" y="3321"/>
                </a:lnTo>
                <a:lnTo>
                  <a:pt x="3316" y="3321"/>
                </a:lnTo>
                <a:lnTo>
                  <a:pt x="3316" y="3322"/>
                </a:lnTo>
                <a:lnTo>
                  <a:pt x="3315" y="3322"/>
                </a:lnTo>
                <a:lnTo>
                  <a:pt x="3315" y="3321"/>
                </a:lnTo>
                <a:lnTo>
                  <a:pt x="3315" y="3322"/>
                </a:lnTo>
                <a:lnTo>
                  <a:pt x="3314" y="3322"/>
                </a:lnTo>
                <a:lnTo>
                  <a:pt x="3313" y="3322"/>
                </a:lnTo>
                <a:lnTo>
                  <a:pt x="3313" y="3323"/>
                </a:lnTo>
                <a:lnTo>
                  <a:pt x="3312" y="3323"/>
                </a:lnTo>
                <a:lnTo>
                  <a:pt x="3312" y="3322"/>
                </a:lnTo>
                <a:lnTo>
                  <a:pt x="3311" y="3322"/>
                </a:lnTo>
                <a:lnTo>
                  <a:pt x="3310" y="3322"/>
                </a:lnTo>
                <a:lnTo>
                  <a:pt x="3311" y="3322"/>
                </a:lnTo>
                <a:lnTo>
                  <a:pt x="3311" y="3323"/>
                </a:lnTo>
                <a:lnTo>
                  <a:pt x="3311" y="3324"/>
                </a:lnTo>
                <a:lnTo>
                  <a:pt x="3310" y="3324"/>
                </a:lnTo>
                <a:lnTo>
                  <a:pt x="3310" y="3325"/>
                </a:lnTo>
                <a:lnTo>
                  <a:pt x="3310" y="3326"/>
                </a:lnTo>
                <a:lnTo>
                  <a:pt x="3310" y="3327"/>
                </a:lnTo>
                <a:lnTo>
                  <a:pt x="3309" y="3327"/>
                </a:lnTo>
                <a:lnTo>
                  <a:pt x="3309" y="3328"/>
                </a:lnTo>
                <a:lnTo>
                  <a:pt x="3308" y="3327"/>
                </a:lnTo>
                <a:lnTo>
                  <a:pt x="3308" y="3326"/>
                </a:lnTo>
                <a:lnTo>
                  <a:pt x="3308" y="3325"/>
                </a:lnTo>
                <a:lnTo>
                  <a:pt x="3308" y="3324"/>
                </a:lnTo>
                <a:lnTo>
                  <a:pt x="3308" y="3323"/>
                </a:lnTo>
                <a:lnTo>
                  <a:pt x="3308" y="3322"/>
                </a:lnTo>
                <a:lnTo>
                  <a:pt x="3309" y="3321"/>
                </a:lnTo>
                <a:lnTo>
                  <a:pt x="3308" y="3321"/>
                </a:lnTo>
                <a:lnTo>
                  <a:pt x="3308" y="3320"/>
                </a:lnTo>
                <a:lnTo>
                  <a:pt x="3307" y="3320"/>
                </a:lnTo>
                <a:lnTo>
                  <a:pt x="3307" y="3321"/>
                </a:lnTo>
                <a:lnTo>
                  <a:pt x="3307" y="3322"/>
                </a:lnTo>
                <a:lnTo>
                  <a:pt x="3307" y="3324"/>
                </a:lnTo>
                <a:lnTo>
                  <a:pt x="3308" y="3324"/>
                </a:lnTo>
                <a:lnTo>
                  <a:pt x="3308" y="3325"/>
                </a:lnTo>
                <a:lnTo>
                  <a:pt x="3307" y="3325"/>
                </a:lnTo>
                <a:lnTo>
                  <a:pt x="3306" y="3325"/>
                </a:lnTo>
                <a:lnTo>
                  <a:pt x="3305" y="3325"/>
                </a:lnTo>
                <a:lnTo>
                  <a:pt x="3306" y="3325"/>
                </a:lnTo>
                <a:lnTo>
                  <a:pt x="3306" y="3326"/>
                </a:lnTo>
                <a:lnTo>
                  <a:pt x="3307" y="3326"/>
                </a:lnTo>
                <a:lnTo>
                  <a:pt x="3307" y="3327"/>
                </a:lnTo>
                <a:lnTo>
                  <a:pt x="3306" y="3328"/>
                </a:lnTo>
                <a:lnTo>
                  <a:pt x="3306" y="3327"/>
                </a:lnTo>
                <a:lnTo>
                  <a:pt x="3306" y="3328"/>
                </a:lnTo>
                <a:lnTo>
                  <a:pt x="3306" y="3329"/>
                </a:lnTo>
                <a:lnTo>
                  <a:pt x="3305" y="3329"/>
                </a:lnTo>
                <a:lnTo>
                  <a:pt x="3305" y="3330"/>
                </a:lnTo>
                <a:lnTo>
                  <a:pt x="3305" y="3331"/>
                </a:lnTo>
                <a:lnTo>
                  <a:pt x="3304" y="3331"/>
                </a:lnTo>
                <a:lnTo>
                  <a:pt x="3304" y="3332"/>
                </a:lnTo>
                <a:lnTo>
                  <a:pt x="3305" y="3332"/>
                </a:lnTo>
                <a:lnTo>
                  <a:pt x="3304" y="3332"/>
                </a:lnTo>
                <a:lnTo>
                  <a:pt x="3304" y="3333"/>
                </a:lnTo>
                <a:lnTo>
                  <a:pt x="3304" y="3334"/>
                </a:lnTo>
                <a:lnTo>
                  <a:pt x="3303" y="3333"/>
                </a:lnTo>
                <a:lnTo>
                  <a:pt x="3303" y="3334"/>
                </a:lnTo>
                <a:lnTo>
                  <a:pt x="3304" y="3334"/>
                </a:lnTo>
                <a:lnTo>
                  <a:pt x="3304" y="3335"/>
                </a:lnTo>
                <a:lnTo>
                  <a:pt x="3304" y="3336"/>
                </a:lnTo>
                <a:lnTo>
                  <a:pt x="3304" y="3337"/>
                </a:lnTo>
                <a:lnTo>
                  <a:pt x="3303" y="3337"/>
                </a:lnTo>
                <a:lnTo>
                  <a:pt x="3303" y="3338"/>
                </a:lnTo>
                <a:lnTo>
                  <a:pt x="3303" y="3340"/>
                </a:lnTo>
                <a:lnTo>
                  <a:pt x="3304" y="3341"/>
                </a:lnTo>
                <a:lnTo>
                  <a:pt x="3303" y="3341"/>
                </a:lnTo>
                <a:lnTo>
                  <a:pt x="3304" y="3341"/>
                </a:lnTo>
                <a:lnTo>
                  <a:pt x="3304" y="3342"/>
                </a:lnTo>
                <a:lnTo>
                  <a:pt x="3304" y="3343"/>
                </a:lnTo>
                <a:lnTo>
                  <a:pt x="3305" y="3344"/>
                </a:lnTo>
                <a:lnTo>
                  <a:pt x="3305" y="3345"/>
                </a:lnTo>
                <a:lnTo>
                  <a:pt x="3306" y="3345"/>
                </a:lnTo>
                <a:lnTo>
                  <a:pt x="3306" y="3346"/>
                </a:lnTo>
                <a:lnTo>
                  <a:pt x="3306" y="3347"/>
                </a:lnTo>
                <a:lnTo>
                  <a:pt x="3305" y="3347"/>
                </a:lnTo>
                <a:lnTo>
                  <a:pt x="3305" y="3348"/>
                </a:lnTo>
                <a:lnTo>
                  <a:pt x="3304" y="3348"/>
                </a:lnTo>
                <a:lnTo>
                  <a:pt x="3305" y="3348"/>
                </a:lnTo>
                <a:lnTo>
                  <a:pt x="3306" y="3348"/>
                </a:lnTo>
                <a:lnTo>
                  <a:pt x="3307" y="3348"/>
                </a:lnTo>
                <a:lnTo>
                  <a:pt x="3307" y="3347"/>
                </a:lnTo>
                <a:lnTo>
                  <a:pt x="3308" y="3347"/>
                </a:lnTo>
                <a:lnTo>
                  <a:pt x="3309" y="3347"/>
                </a:lnTo>
                <a:lnTo>
                  <a:pt x="3310" y="3347"/>
                </a:lnTo>
                <a:lnTo>
                  <a:pt x="3311" y="3347"/>
                </a:lnTo>
                <a:lnTo>
                  <a:pt x="3311" y="3348"/>
                </a:lnTo>
                <a:lnTo>
                  <a:pt x="3312" y="3348"/>
                </a:lnTo>
                <a:lnTo>
                  <a:pt x="3313" y="3348"/>
                </a:lnTo>
                <a:lnTo>
                  <a:pt x="3314" y="3348"/>
                </a:lnTo>
                <a:lnTo>
                  <a:pt x="3315" y="3348"/>
                </a:lnTo>
                <a:lnTo>
                  <a:pt x="3317" y="3347"/>
                </a:lnTo>
                <a:lnTo>
                  <a:pt x="3318" y="3347"/>
                </a:lnTo>
                <a:lnTo>
                  <a:pt x="3318" y="3348"/>
                </a:lnTo>
                <a:lnTo>
                  <a:pt x="3318" y="3349"/>
                </a:lnTo>
                <a:lnTo>
                  <a:pt x="3319" y="3348"/>
                </a:lnTo>
                <a:lnTo>
                  <a:pt x="3319" y="3349"/>
                </a:lnTo>
                <a:lnTo>
                  <a:pt x="3320" y="3349"/>
                </a:lnTo>
                <a:lnTo>
                  <a:pt x="3321" y="3349"/>
                </a:lnTo>
                <a:lnTo>
                  <a:pt x="3321" y="3350"/>
                </a:lnTo>
                <a:lnTo>
                  <a:pt x="3322" y="3350"/>
                </a:lnTo>
                <a:lnTo>
                  <a:pt x="3322" y="3351"/>
                </a:lnTo>
                <a:lnTo>
                  <a:pt x="3323" y="3351"/>
                </a:lnTo>
                <a:lnTo>
                  <a:pt x="3323" y="3350"/>
                </a:lnTo>
                <a:lnTo>
                  <a:pt x="3322" y="3350"/>
                </a:lnTo>
                <a:lnTo>
                  <a:pt x="3323" y="3350"/>
                </a:lnTo>
                <a:lnTo>
                  <a:pt x="3323" y="3353"/>
                </a:lnTo>
                <a:lnTo>
                  <a:pt x="3324" y="3353"/>
                </a:lnTo>
                <a:lnTo>
                  <a:pt x="3324" y="3354"/>
                </a:lnTo>
                <a:lnTo>
                  <a:pt x="3324" y="3355"/>
                </a:lnTo>
                <a:lnTo>
                  <a:pt x="3324" y="3356"/>
                </a:lnTo>
                <a:lnTo>
                  <a:pt x="3324" y="3357"/>
                </a:lnTo>
                <a:lnTo>
                  <a:pt x="3324" y="3358"/>
                </a:lnTo>
                <a:lnTo>
                  <a:pt x="3324" y="3359"/>
                </a:lnTo>
                <a:lnTo>
                  <a:pt x="3324" y="3360"/>
                </a:lnTo>
                <a:lnTo>
                  <a:pt x="3323" y="3361"/>
                </a:lnTo>
                <a:lnTo>
                  <a:pt x="3323" y="3362"/>
                </a:lnTo>
                <a:lnTo>
                  <a:pt x="3322" y="3362"/>
                </a:lnTo>
                <a:lnTo>
                  <a:pt x="3321" y="3362"/>
                </a:lnTo>
                <a:lnTo>
                  <a:pt x="3321" y="3361"/>
                </a:lnTo>
                <a:lnTo>
                  <a:pt x="3321" y="3360"/>
                </a:lnTo>
                <a:lnTo>
                  <a:pt x="3320" y="3360"/>
                </a:lnTo>
                <a:lnTo>
                  <a:pt x="3320" y="3359"/>
                </a:lnTo>
                <a:lnTo>
                  <a:pt x="3319" y="3359"/>
                </a:lnTo>
                <a:lnTo>
                  <a:pt x="3319" y="3358"/>
                </a:lnTo>
                <a:lnTo>
                  <a:pt x="3319" y="3357"/>
                </a:lnTo>
                <a:lnTo>
                  <a:pt x="3319" y="3356"/>
                </a:lnTo>
                <a:lnTo>
                  <a:pt x="3318" y="3355"/>
                </a:lnTo>
                <a:lnTo>
                  <a:pt x="3318" y="3354"/>
                </a:lnTo>
                <a:lnTo>
                  <a:pt x="3318" y="3355"/>
                </a:lnTo>
                <a:lnTo>
                  <a:pt x="3318" y="3356"/>
                </a:lnTo>
                <a:lnTo>
                  <a:pt x="3319" y="3356"/>
                </a:lnTo>
                <a:lnTo>
                  <a:pt x="3318" y="3356"/>
                </a:lnTo>
                <a:lnTo>
                  <a:pt x="3318" y="3357"/>
                </a:lnTo>
                <a:lnTo>
                  <a:pt x="3319" y="3357"/>
                </a:lnTo>
                <a:lnTo>
                  <a:pt x="3318" y="3358"/>
                </a:lnTo>
                <a:lnTo>
                  <a:pt x="3317" y="3358"/>
                </a:lnTo>
                <a:lnTo>
                  <a:pt x="3317" y="3359"/>
                </a:lnTo>
                <a:lnTo>
                  <a:pt x="3316" y="3359"/>
                </a:lnTo>
                <a:lnTo>
                  <a:pt x="3316" y="3360"/>
                </a:lnTo>
                <a:lnTo>
                  <a:pt x="3317" y="3360"/>
                </a:lnTo>
                <a:lnTo>
                  <a:pt x="3317" y="3359"/>
                </a:lnTo>
                <a:lnTo>
                  <a:pt x="3317" y="3358"/>
                </a:lnTo>
                <a:lnTo>
                  <a:pt x="3318" y="3358"/>
                </a:lnTo>
                <a:lnTo>
                  <a:pt x="3318" y="3359"/>
                </a:lnTo>
                <a:lnTo>
                  <a:pt x="3318" y="3360"/>
                </a:lnTo>
                <a:lnTo>
                  <a:pt x="3318" y="3361"/>
                </a:lnTo>
                <a:lnTo>
                  <a:pt x="3319" y="3361"/>
                </a:lnTo>
                <a:lnTo>
                  <a:pt x="3319" y="3362"/>
                </a:lnTo>
                <a:lnTo>
                  <a:pt x="3319" y="3363"/>
                </a:lnTo>
                <a:lnTo>
                  <a:pt x="3318" y="3363"/>
                </a:lnTo>
                <a:lnTo>
                  <a:pt x="3317" y="3363"/>
                </a:lnTo>
                <a:lnTo>
                  <a:pt x="3317" y="3364"/>
                </a:lnTo>
                <a:lnTo>
                  <a:pt x="3316" y="3364"/>
                </a:lnTo>
                <a:lnTo>
                  <a:pt x="3315" y="3364"/>
                </a:lnTo>
                <a:lnTo>
                  <a:pt x="3316" y="3364"/>
                </a:lnTo>
                <a:lnTo>
                  <a:pt x="3316" y="3365"/>
                </a:lnTo>
                <a:lnTo>
                  <a:pt x="3316" y="3366"/>
                </a:lnTo>
                <a:lnTo>
                  <a:pt x="3316" y="3367"/>
                </a:lnTo>
                <a:lnTo>
                  <a:pt x="3315" y="3367"/>
                </a:lnTo>
                <a:lnTo>
                  <a:pt x="3315" y="3366"/>
                </a:lnTo>
                <a:lnTo>
                  <a:pt x="3315" y="3367"/>
                </a:lnTo>
                <a:lnTo>
                  <a:pt x="3316" y="3367"/>
                </a:lnTo>
                <a:lnTo>
                  <a:pt x="3316" y="3366"/>
                </a:lnTo>
                <a:lnTo>
                  <a:pt x="3317" y="3366"/>
                </a:lnTo>
                <a:lnTo>
                  <a:pt x="3317" y="3365"/>
                </a:lnTo>
                <a:lnTo>
                  <a:pt x="3318" y="3365"/>
                </a:lnTo>
                <a:lnTo>
                  <a:pt x="3319" y="3365"/>
                </a:lnTo>
                <a:lnTo>
                  <a:pt x="3319" y="3366"/>
                </a:lnTo>
                <a:lnTo>
                  <a:pt x="3319" y="3367"/>
                </a:lnTo>
                <a:lnTo>
                  <a:pt x="3319" y="3368"/>
                </a:lnTo>
                <a:lnTo>
                  <a:pt x="3319" y="3369"/>
                </a:lnTo>
                <a:lnTo>
                  <a:pt x="3318" y="3369"/>
                </a:lnTo>
                <a:lnTo>
                  <a:pt x="3319" y="3369"/>
                </a:lnTo>
                <a:lnTo>
                  <a:pt x="3319" y="3368"/>
                </a:lnTo>
                <a:lnTo>
                  <a:pt x="3319" y="3367"/>
                </a:lnTo>
                <a:lnTo>
                  <a:pt x="3319" y="3366"/>
                </a:lnTo>
                <a:lnTo>
                  <a:pt x="3319" y="3367"/>
                </a:lnTo>
                <a:lnTo>
                  <a:pt x="3320" y="3367"/>
                </a:lnTo>
                <a:lnTo>
                  <a:pt x="3321" y="3367"/>
                </a:lnTo>
                <a:lnTo>
                  <a:pt x="3321" y="3368"/>
                </a:lnTo>
                <a:lnTo>
                  <a:pt x="3321" y="3367"/>
                </a:lnTo>
                <a:lnTo>
                  <a:pt x="3322" y="3367"/>
                </a:lnTo>
                <a:lnTo>
                  <a:pt x="3322" y="3369"/>
                </a:lnTo>
                <a:lnTo>
                  <a:pt x="3322" y="3367"/>
                </a:lnTo>
                <a:lnTo>
                  <a:pt x="3323" y="3367"/>
                </a:lnTo>
                <a:lnTo>
                  <a:pt x="3323" y="3366"/>
                </a:lnTo>
                <a:lnTo>
                  <a:pt x="3323" y="3367"/>
                </a:lnTo>
                <a:lnTo>
                  <a:pt x="3323" y="3368"/>
                </a:lnTo>
                <a:lnTo>
                  <a:pt x="3323" y="3369"/>
                </a:lnTo>
                <a:lnTo>
                  <a:pt x="3324" y="3369"/>
                </a:lnTo>
                <a:lnTo>
                  <a:pt x="3324" y="3368"/>
                </a:lnTo>
                <a:lnTo>
                  <a:pt x="3325" y="3368"/>
                </a:lnTo>
                <a:lnTo>
                  <a:pt x="3325" y="3367"/>
                </a:lnTo>
                <a:lnTo>
                  <a:pt x="3326" y="3367"/>
                </a:lnTo>
                <a:lnTo>
                  <a:pt x="3327" y="3366"/>
                </a:lnTo>
                <a:lnTo>
                  <a:pt x="3327" y="3367"/>
                </a:lnTo>
                <a:lnTo>
                  <a:pt x="3327" y="3366"/>
                </a:lnTo>
                <a:lnTo>
                  <a:pt x="3328" y="3366"/>
                </a:lnTo>
                <a:lnTo>
                  <a:pt x="3329" y="3366"/>
                </a:lnTo>
                <a:lnTo>
                  <a:pt x="3329" y="3367"/>
                </a:lnTo>
                <a:lnTo>
                  <a:pt x="3329" y="3368"/>
                </a:lnTo>
                <a:lnTo>
                  <a:pt x="3330" y="3368"/>
                </a:lnTo>
                <a:lnTo>
                  <a:pt x="3330" y="3367"/>
                </a:lnTo>
                <a:lnTo>
                  <a:pt x="3330" y="3368"/>
                </a:lnTo>
                <a:lnTo>
                  <a:pt x="3329" y="3368"/>
                </a:lnTo>
                <a:lnTo>
                  <a:pt x="3329" y="3367"/>
                </a:lnTo>
                <a:lnTo>
                  <a:pt x="3330" y="3367"/>
                </a:lnTo>
                <a:lnTo>
                  <a:pt x="3330" y="3366"/>
                </a:lnTo>
                <a:lnTo>
                  <a:pt x="3330" y="3365"/>
                </a:lnTo>
                <a:lnTo>
                  <a:pt x="3331" y="3366"/>
                </a:lnTo>
                <a:lnTo>
                  <a:pt x="3331" y="3367"/>
                </a:lnTo>
                <a:lnTo>
                  <a:pt x="3331" y="3368"/>
                </a:lnTo>
                <a:lnTo>
                  <a:pt x="3332" y="3368"/>
                </a:lnTo>
                <a:lnTo>
                  <a:pt x="3332" y="3369"/>
                </a:lnTo>
                <a:lnTo>
                  <a:pt x="3332" y="3370"/>
                </a:lnTo>
                <a:lnTo>
                  <a:pt x="3332" y="3372"/>
                </a:lnTo>
                <a:lnTo>
                  <a:pt x="3333" y="3373"/>
                </a:lnTo>
                <a:lnTo>
                  <a:pt x="3333" y="3374"/>
                </a:lnTo>
                <a:lnTo>
                  <a:pt x="3332" y="3374"/>
                </a:lnTo>
                <a:lnTo>
                  <a:pt x="3332" y="3375"/>
                </a:lnTo>
                <a:lnTo>
                  <a:pt x="3332" y="3374"/>
                </a:lnTo>
                <a:lnTo>
                  <a:pt x="3331" y="3374"/>
                </a:lnTo>
                <a:lnTo>
                  <a:pt x="3330" y="3374"/>
                </a:lnTo>
                <a:lnTo>
                  <a:pt x="3330" y="3375"/>
                </a:lnTo>
                <a:lnTo>
                  <a:pt x="3330" y="3374"/>
                </a:lnTo>
                <a:lnTo>
                  <a:pt x="3330" y="3375"/>
                </a:lnTo>
                <a:lnTo>
                  <a:pt x="3329" y="3375"/>
                </a:lnTo>
                <a:lnTo>
                  <a:pt x="3329" y="3374"/>
                </a:lnTo>
                <a:lnTo>
                  <a:pt x="3329" y="3373"/>
                </a:lnTo>
                <a:lnTo>
                  <a:pt x="3328" y="3373"/>
                </a:lnTo>
                <a:lnTo>
                  <a:pt x="3328" y="3372"/>
                </a:lnTo>
                <a:lnTo>
                  <a:pt x="3328" y="3370"/>
                </a:lnTo>
                <a:lnTo>
                  <a:pt x="3328" y="3369"/>
                </a:lnTo>
                <a:lnTo>
                  <a:pt x="3328" y="3370"/>
                </a:lnTo>
                <a:lnTo>
                  <a:pt x="3327" y="3370"/>
                </a:lnTo>
                <a:lnTo>
                  <a:pt x="3327" y="3369"/>
                </a:lnTo>
                <a:lnTo>
                  <a:pt x="3326" y="3369"/>
                </a:lnTo>
                <a:lnTo>
                  <a:pt x="3326" y="3370"/>
                </a:lnTo>
                <a:lnTo>
                  <a:pt x="3325" y="3370"/>
                </a:lnTo>
                <a:lnTo>
                  <a:pt x="3325" y="3371"/>
                </a:lnTo>
                <a:lnTo>
                  <a:pt x="3324" y="3371"/>
                </a:lnTo>
                <a:lnTo>
                  <a:pt x="3324" y="3372"/>
                </a:lnTo>
                <a:lnTo>
                  <a:pt x="3325" y="3372"/>
                </a:lnTo>
                <a:lnTo>
                  <a:pt x="3325" y="3373"/>
                </a:lnTo>
                <a:lnTo>
                  <a:pt x="3325" y="3374"/>
                </a:lnTo>
                <a:lnTo>
                  <a:pt x="3326" y="3374"/>
                </a:lnTo>
                <a:lnTo>
                  <a:pt x="3326" y="3373"/>
                </a:lnTo>
                <a:lnTo>
                  <a:pt x="3326" y="3374"/>
                </a:lnTo>
                <a:lnTo>
                  <a:pt x="3325" y="3374"/>
                </a:lnTo>
                <a:lnTo>
                  <a:pt x="3325" y="3375"/>
                </a:lnTo>
                <a:lnTo>
                  <a:pt x="3326" y="3375"/>
                </a:lnTo>
                <a:lnTo>
                  <a:pt x="3326" y="3374"/>
                </a:lnTo>
                <a:lnTo>
                  <a:pt x="3328" y="3376"/>
                </a:lnTo>
                <a:lnTo>
                  <a:pt x="3329" y="3376"/>
                </a:lnTo>
                <a:lnTo>
                  <a:pt x="3329" y="3377"/>
                </a:lnTo>
                <a:lnTo>
                  <a:pt x="3330" y="3376"/>
                </a:lnTo>
                <a:lnTo>
                  <a:pt x="3330" y="3375"/>
                </a:lnTo>
                <a:lnTo>
                  <a:pt x="3331" y="3375"/>
                </a:lnTo>
                <a:lnTo>
                  <a:pt x="3332" y="3376"/>
                </a:lnTo>
                <a:lnTo>
                  <a:pt x="3332" y="3377"/>
                </a:lnTo>
                <a:lnTo>
                  <a:pt x="3333" y="3377"/>
                </a:lnTo>
                <a:lnTo>
                  <a:pt x="3333" y="3378"/>
                </a:lnTo>
                <a:lnTo>
                  <a:pt x="3334" y="3379"/>
                </a:lnTo>
                <a:lnTo>
                  <a:pt x="3334" y="3380"/>
                </a:lnTo>
                <a:lnTo>
                  <a:pt x="3333" y="3380"/>
                </a:lnTo>
                <a:lnTo>
                  <a:pt x="3334" y="3380"/>
                </a:lnTo>
                <a:lnTo>
                  <a:pt x="3335" y="3380"/>
                </a:lnTo>
                <a:lnTo>
                  <a:pt x="3335" y="3381"/>
                </a:lnTo>
                <a:lnTo>
                  <a:pt x="3335" y="3382"/>
                </a:lnTo>
                <a:lnTo>
                  <a:pt x="3335" y="3383"/>
                </a:lnTo>
                <a:lnTo>
                  <a:pt x="3336" y="3383"/>
                </a:lnTo>
                <a:lnTo>
                  <a:pt x="3336" y="3384"/>
                </a:lnTo>
                <a:lnTo>
                  <a:pt x="3336" y="3385"/>
                </a:lnTo>
                <a:lnTo>
                  <a:pt x="3337" y="3385"/>
                </a:lnTo>
                <a:lnTo>
                  <a:pt x="3337" y="3386"/>
                </a:lnTo>
                <a:lnTo>
                  <a:pt x="3336" y="3386"/>
                </a:lnTo>
                <a:lnTo>
                  <a:pt x="3336" y="3387"/>
                </a:lnTo>
                <a:lnTo>
                  <a:pt x="3336" y="3388"/>
                </a:lnTo>
                <a:lnTo>
                  <a:pt x="3336" y="3389"/>
                </a:lnTo>
                <a:lnTo>
                  <a:pt x="3335" y="3389"/>
                </a:lnTo>
                <a:lnTo>
                  <a:pt x="3335" y="3390"/>
                </a:lnTo>
                <a:lnTo>
                  <a:pt x="3335" y="3391"/>
                </a:lnTo>
                <a:lnTo>
                  <a:pt x="3335" y="3390"/>
                </a:lnTo>
                <a:lnTo>
                  <a:pt x="3335" y="3391"/>
                </a:lnTo>
                <a:lnTo>
                  <a:pt x="3334" y="3391"/>
                </a:lnTo>
                <a:lnTo>
                  <a:pt x="3334" y="3392"/>
                </a:lnTo>
                <a:lnTo>
                  <a:pt x="3333" y="3392"/>
                </a:lnTo>
                <a:lnTo>
                  <a:pt x="3332" y="3393"/>
                </a:lnTo>
                <a:lnTo>
                  <a:pt x="3331" y="3394"/>
                </a:lnTo>
                <a:lnTo>
                  <a:pt x="3331" y="3395"/>
                </a:lnTo>
                <a:lnTo>
                  <a:pt x="3331" y="3396"/>
                </a:lnTo>
                <a:lnTo>
                  <a:pt x="3331" y="3397"/>
                </a:lnTo>
                <a:lnTo>
                  <a:pt x="3330" y="3397"/>
                </a:lnTo>
                <a:lnTo>
                  <a:pt x="3330" y="3398"/>
                </a:lnTo>
                <a:lnTo>
                  <a:pt x="3329" y="3398"/>
                </a:lnTo>
                <a:lnTo>
                  <a:pt x="3329" y="3399"/>
                </a:lnTo>
                <a:lnTo>
                  <a:pt x="3329" y="3400"/>
                </a:lnTo>
                <a:lnTo>
                  <a:pt x="3328" y="3400"/>
                </a:lnTo>
                <a:lnTo>
                  <a:pt x="3328" y="3401"/>
                </a:lnTo>
                <a:lnTo>
                  <a:pt x="3327" y="3401"/>
                </a:lnTo>
                <a:lnTo>
                  <a:pt x="3326" y="3401"/>
                </a:lnTo>
                <a:lnTo>
                  <a:pt x="3326" y="3402"/>
                </a:lnTo>
                <a:lnTo>
                  <a:pt x="3326" y="3403"/>
                </a:lnTo>
                <a:lnTo>
                  <a:pt x="3325" y="3403"/>
                </a:lnTo>
                <a:lnTo>
                  <a:pt x="3324" y="3403"/>
                </a:lnTo>
                <a:lnTo>
                  <a:pt x="3323" y="3403"/>
                </a:lnTo>
                <a:lnTo>
                  <a:pt x="3323" y="3402"/>
                </a:lnTo>
                <a:lnTo>
                  <a:pt x="3323" y="3403"/>
                </a:lnTo>
                <a:lnTo>
                  <a:pt x="3322" y="3403"/>
                </a:lnTo>
                <a:lnTo>
                  <a:pt x="3322" y="3404"/>
                </a:lnTo>
                <a:lnTo>
                  <a:pt x="3321" y="3404"/>
                </a:lnTo>
                <a:lnTo>
                  <a:pt x="3321" y="3403"/>
                </a:lnTo>
                <a:lnTo>
                  <a:pt x="3321" y="3404"/>
                </a:lnTo>
                <a:lnTo>
                  <a:pt x="3321" y="3405"/>
                </a:lnTo>
                <a:lnTo>
                  <a:pt x="3320" y="3405"/>
                </a:lnTo>
                <a:lnTo>
                  <a:pt x="3319" y="3405"/>
                </a:lnTo>
                <a:lnTo>
                  <a:pt x="3319" y="3407"/>
                </a:lnTo>
                <a:lnTo>
                  <a:pt x="3318" y="3407"/>
                </a:lnTo>
                <a:lnTo>
                  <a:pt x="3317" y="3407"/>
                </a:lnTo>
                <a:lnTo>
                  <a:pt x="3317" y="3408"/>
                </a:lnTo>
                <a:lnTo>
                  <a:pt x="3316" y="3407"/>
                </a:lnTo>
                <a:lnTo>
                  <a:pt x="3315" y="3407"/>
                </a:lnTo>
                <a:lnTo>
                  <a:pt x="3314" y="3408"/>
                </a:lnTo>
                <a:lnTo>
                  <a:pt x="3314" y="3409"/>
                </a:lnTo>
                <a:lnTo>
                  <a:pt x="3314" y="3408"/>
                </a:lnTo>
                <a:lnTo>
                  <a:pt x="3313" y="3408"/>
                </a:lnTo>
                <a:lnTo>
                  <a:pt x="3314" y="3408"/>
                </a:lnTo>
                <a:lnTo>
                  <a:pt x="3314" y="3407"/>
                </a:lnTo>
                <a:lnTo>
                  <a:pt x="3313" y="3407"/>
                </a:lnTo>
                <a:lnTo>
                  <a:pt x="3312" y="3407"/>
                </a:lnTo>
                <a:lnTo>
                  <a:pt x="3311" y="3407"/>
                </a:lnTo>
                <a:lnTo>
                  <a:pt x="3311" y="3406"/>
                </a:lnTo>
                <a:lnTo>
                  <a:pt x="3310" y="3406"/>
                </a:lnTo>
                <a:lnTo>
                  <a:pt x="3308" y="3405"/>
                </a:lnTo>
                <a:lnTo>
                  <a:pt x="3308" y="3406"/>
                </a:lnTo>
                <a:lnTo>
                  <a:pt x="3309" y="3406"/>
                </a:lnTo>
                <a:lnTo>
                  <a:pt x="3310" y="3407"/>
                </a:lnTo>
                <a:lnTo>
                  <a:pt x="3309" y="3407"/>
                </a:lnTo>
                <a:lnTo>
                  <a:pt x="3309" y="3406"/>
                </a:lnTo>
                <a:lnTo>
                  <a:pt x="3308" y="3406"/>
                </a:lnTo>
                <a:lnTo>
                  <a:pt x="3307" y="3406"/>
                </a:lnTo>
                <a:lnTo>
                  <a:pt x="3306" y="3406"/>
                </a:lnTo>
                <a:lnTo>
                  <a:pt x="3306" y="3407"/>
                </a:lnTo>
                <a:lnTo>
                  <a:pt x="3306" y="3408"/>
                </a:lnTo>
                <a:lnTo>
                  <a:pt x="3306" y="3409"/>
                </a:lnTo>
                <a:lnTo>
                  <a:pt x="3305" y="3409"/>
                </a:lnTo>
                <a:lnTo>
                  <a:pt x="3302" y="3409"/>
                </a:lnTo>
                <a:lnTo>
                  <a:pt x="3302" y="3410"/>
                </a:lnTo>
                <a:lnTo>
                  <a:pt x="3300" y="3410"/>
                </a:lnTo>
                <a:lnTo>
                  <a:pt x="3300" y="3409"/>
                </a:lnTo>
                <a:lnTo>
                  <a:pt x="3300" y="3408"/>
                </a:lnTo>
                <a:lnTo>
                  <a:pt x="3299" y="3407"/>
                </a:lnTo>
                <a:lnTo>
                  <a:pt x="3298" y="3407"/>
                </a:lnTo>
                <a:lnTo>
                  <a:pt x="3297" y="3407"/>
                </a:lnTo>
                <a:lnTo>
                  <a:pt x="3296" y="3407"/>
                </a:lnTo>
                <a:lnTo>
                  <a:pt x="3295" y="3406"/>
                </a:lnTo>
                <a:lnTo>
                  <a:pt x="3294" y="3405"/>
                </a:lnTo>
                <a:lnTo>
                  <a:pt x="3294" y="3404"/>
                </a:lnTo>
                <a:lnTo>
                  <a:pt x="3293" y="3404"/>
                </a:lnTo>
                <a:lnTo>
                  <a:pt x="3292" y="3404"/>
                </a:lnTo>
                <a:lnTo>
                  <a:pt x="3293" y="3405"/>
                </a:lnTo>
                <a:lnTo>
                  <a:pt x="3292" y="3405"/>
                </a:lnTo>
                <a:lnTo>
                  <a:pt x="3291" y="3406"/>
                </a:lnTo>
                <a:lnTo>
                  <a:pt x="3290" y="3405"/>
                </a:lnTo>
                <a:lnTo>
                  <a:pt x="3290" y="3406"/>
                </a:lnTo>
                <a:lnTo>
                  <a:pt x="3290" y="3407"/>
                </a:lnTo>
                <a:lnTo>
                  <a:pt x="3289" y="3407"/>
                </a:lnTo>
                <a:lnTo>
                  <a:pt x="3289" y="3406"/>
                </a:lnTo>
                <a:lnTo>
                  <a:pt x="3288" y="3405"/>
                </a:lnTo>
                <a:lnTo>
                  <a:pt x="3288" y="3404"/>
                </a:lnTo>
                <a:lnTo>
                  <a:pt x="3287" y="3404"/>
                </a:lnTo>
                <a:lnTo>
                  <a:pt x="3287" y="3405"/>
                </a:lnTo>
                <a:lnTo>
                  <a:pt x="3286" y="3406"/>
                </a:lnTo>
                <a:lnTo>
                  <a:pt x="3285" y="3407"/>
                </a:lnTo>
                <a:lnTo>
                  <a:pt x="3284" y="3409"/>
                </a:lnTo>
                <a:lnTo>
                  <a:pt x="3283" y="3409"/>
                </a:lnTo>
                <a:lnTo>
                  <a:pt x="3283" y="3410"/>
                </a:lnTo>
                <a:lnTo>
                  <a:pt x="3283" y="3411"/>
                </a:lnTo>
                <a:lnTo>
                  <a:pt x="3282" y="3411"/>
                </a:lnTo>
                <a:lnTo>
                  <a:pt x="3281" y="3411"/>
                </a:lnTo>
                <a:lnTo>
                  <a:pt x="3281" y="3410"/>
                </a:lnTo>
                <a:lnTo>
                  <a:pt x="3282" y="3410"/>
                </a:lnTo>
                <a:lnTo>
                  <a:pt x="3281" y="3409"/>
                </a:lnTo>
                <a:lnTo>
                  <a:pt x="3281" y="3407"/>
                </a:lnTo>
                <a:lnTo>
                  <a:pt x="3282" y="3407"/>
                </a:lnTo>
                <a:lnTo>
                  <a:pt x="3283" y="3405"/>
                </a:lnTo>
                <a:lnTo>
                  <a:pt x="3283" y="3404"/>
                </a:lnTo>
                <a:lnTo>
                  <a:pt x="3283" y="3403"/>
                </a:lnTo>
                <a:lnTo>
                  <a:pt x="3282" y="3402"/>
                </a:lnTo>
                <a:lnTo>
                  <a:pt x="3282" y="3401"/>
                </a:lnTo>
                <a:lnTo>
                  <a:pt x="3282" y="3400"/>
                </a:lnTo>
                <a:lnTo>
                  <a:pt x="3282" y="3399"/>
                </a:lnTo>
                <a:lnTo>
                  <a:pt x="3281" y="3398"/>
                </a:lnTo>
                <a:lnTo>
                  <a:pt x="3280" y="3398"/>
                </a:lnTo>
                <a:lnTo>
                  <a:pt x="3280" y="3397"/>
                </a:lnTo>
                <a:lnTo>
                  <a:pt x="3279" y="3397"/>
                </a:lnTo>
                <a:lnTo>
                  <a:pt x="3278" y="3397"/>
                </a:lnTo>
                <a:lnTo>
                  <a:pt x="3278" y="3396"/>
                </a:lnTo>
                <a:lnTo>
                  <a:pt x="3278" y="3395"/>
                </a:lnTo>
                <a:lnTo>
                  <a:pt x="3277" y="3393"/>
                </a:lnTo>
                <a:lnTo>
                  <a:pt x="3278" y="3393"/>
                </a:lnTo>
                <a:lnTo>
                  <a:pt x="3279" y="3393"/>
                </a:lnTo>
                <a:lnTo>
                  <a:pt x="3279" y="3392"/>
                </a:lnTo>
                <a:lnTo>
                  <a:pt x="3280" y="3392"/>
                </a:lnTo>
                <a:lnTo>
                  <a:pt x="3280" y="3391"/>
                </a:lnTo>
                <a:lnTo>
                  <a:pt x="3280" y="3390"/>
                </a:lnTo>
                <a:lnTo>
                  <a:pt x="3281" y="3390"/>
                </a:lnTo>
                <a:lnTo>
                  <a:pt x="3281" y="3391"/>
                </a:lnTo>
                <a:lnTo>
                  <a:pt x="3282" y="3391"/>
                </a:lnTo>
                <a:lnTo>
                  <a:pt x="3283" y="3391"/>
                </a:lnTo>
                <a:lnTo>
                  <a:pt x="3283" y="3392"/>
                </a:lnTo>
                <a:lnTo>
                  <a:pt x="3284" y="3392"/>
                </a:lnTo>
                <a:lnTo>
                  <a:pt x="3284" y="3393"/>
                </a:lnTo>
                <a:lnTo>
                  <a:pt x="3285" y="3393"/>
                </a:lnTo>
                <a:lnTo>
                  <a:pt x="3286" y="3393"/>
                </a:lnTo>
                <a:lnTo>
                  <a:pt x="3286" y="3394"/>
                </a:lnTo>
                <a:lnTo>
                  <a:pt x="3285" y="3394"/>
                </a:lnTo>
                <a:lnTo>
                  <a:pt x="3285" y="3395"/>
                </a:lnTo>
                <a:lnTo>
                  <a:pt x="3286" y="3395"/>
                </a:lnTo>
                <a:lnTo>
                  <a:pt x="3286" y="3396"/>
                </a:lnTo>
                <a:lnTo>
                  <a:pt x="3287" y="3397"/>
                </a:lnTo>
                <a:lnTo>
                  <a:pt x="3287" y="3398"/>
                </a:lnTo>
                <a:lnTo>
                  <a:pt x="3287" y="3399"/>
                </a:lnTo>
                <a:lnTo>
                  <a:pt x="3288" y="3399"/>
                </a:lnTo>
                <a:lnTo>
                  <a:pt x="3287" y="3399"/>
                </a:lnTo>
                <a:lnTo>
                  <a:pt x="3288" y="3398"/>
                </a:lnTo>
                <a:lnTo>
                  <a:pt x="3288" y="3397"/>
                </a:lnTo>
                <a:lnTo>
                  <a:pt x="3287" y="3397"/>
                </a:lnTo>
                <a:lnTo>
                  <a:pt x="3288" y="3397"/>
                </a:lnTo>
                <a:lnTo>
                  <a:pt x="3288" y="3396"/>
                </a:lnTo>
                <a:lnTo>
                  <a:pt x="3287" y="3395"/>
                </a:lnTo>
                <a:lnTo>
                  <a:pt x="3288" y="3395"/>
                </a:lnTo>
                <a:lnTo>
                  <a:pt x="3288" y="3394"/>
                </a:lnTo>
                <a:lnTo>
                  <a:pt x="3288" y="3393"/>
                </a:lnTo>
                <a:lnTo>
                  <a:pt x="3289" y="3394"/>
                </a:lnTo>
                <a:lnTo>
                  <a:pt x="3289" y="3393"/>
                </a:lnTo>
                <a:lnTo>
                  <a:pt x="3290" y="3392"/>
                </a:lnTo>
                <a:lnTo>
                  <a:pt x="3290" y="3391"/>
                </a:lnTo>
                <a:lnTo>
                  <a:pt x="3289" y="3391"/>
                </a:lnTo>
                <a:lnTo>
                  <a:pt x="3290" y="3391"/>
                </a:lnTo>
                <a:lnTo>
                  <a:pt x="3290" y="3390"/>
                </a:lnTo>
                <a:lnTo>
                  <a:pt x="3289" y="3390"/>
                </a:lnTo>
                <a:lnTo>
                  <a:pt x="3288" y="3389"/>
                </a:lnTo>
                <a:lnTo>
                  <a:pt x="3288" y="3388"/>
                </a:lnTo>
                <a:lnTo>
                  <a:pt x="3288" y="3389"/>
                </a:lnTo>
                <a:lnTo>
                  <a:pt x="3287" y="3389"/>
                </a:lnTo>
                <a:lnTo>
                  <a:pt x="3287" y="3388"/>
                </a:lnTo>
                <a:lnTo>
                  <a:pt x="3287" y="3387"/>
                </a:lnTo>
                <a:lnTo>
                  <a:pt x="3286" y="3387"/>
                </a:lnTo>
                <a:lnTo>
                  <a:pt x="3286" y="3386"/>
                </a:lnTo>
                <a:lnTo>
                  <a:pt x="3285" y="3386"/>
                </a:lnTo>
                <a:lnTo>
                  <a:pt x="3285" y="3388"/>
                </a:lnTo>
                <a:lnTo>
                  <a:pt x="3285" y="3389"/>
                </a:lnTo>
                <a:lnTo>
                  <a:pt x="3284" y="3389"/>
                </a:lnTo>
                <a:lnTo>
                  <a:pt x="3284" y="3388"/>
                </a:lnTo>
                <a:lnTo>
                  <a:pt x="3284" y="3387"/>
                </a:lnTo>
                <a:lnTo>
                  <a:pt x="3284" y="3386"/>
                </a:lnTo>
                <a:lnTo>
                  <a:pt x="3283" y="3386"/>
                </a:lnTo>
                <a:lnTo>
                  <a:pt x="3283" y="3385"/>
                </a:lnTo>
                <a:lnTo>
                  <a:pt x="3283" y="3384"/>
                </a:lnTo>
                <a:lnTo>
                  <a:pt x="3283" y="3383"/>
                </a:lnTo>
                <a:lnTo>
                  <a:pt x="3283" y="3384"/>
                </a:lnTo>
                <a:lnTo>
                  <a:pt x="3283" y="3385"/>
                </a:lnTo>
                <a:lnTo>
                  <a:pt x="3282" y="3385"/>
                </a:lnTo>
                <a:lnTo>
                  <a:pt x="3282" y="3386"/>
                </a:lnTo>
                <a:lnTo>
                  <a:pt x="3282" y="3387"/>
                </a:lnTo>
                <a:lnTo>
                  <a:pt x="3283" y="3387"/>
                </a:lnTo>
                <a:lnTo>
                  <a:pt x="3283" y="3388"/>
                </a:lnTo>
                <a:lnTo>
                  <a:pt x="3282" y="3388"/>
                </a:lnTo>
                <a:lnTo>
                  <a:pt x="3282" y="3389"/>
                </a:lnTo>
                <a:lnTo>
                  <a:pt x="3281" y="3389"/>
                </a:lnTo>
                <a:lnTo>
                  <a:pt x="3281" y="3388"/>
                </a:lnTo>
                <a:lnTo>
                  <a:pt x="3281" y="3387"/>
                </a:lnTo>
                <a:lnTo>
                  <a:pt x="3281" y="3386"/>
                </a:lnTo>
                <a:lnTo>
                  <a:pt x="3281" y="3385"/>
                </a:lnTo>
                <a:lnTo>
                  <a:pt x="3280" y="3384"/>
                </a:lnTo>
                <a:lnTo>
                  <a:pt x="3279" y="3384"/>
                </a:lnTo>
                <a:lnTo>
                  <a:pt x="3279" y="3383"/>
                </a:lnTo>
                <a:lnTo>
                  <a:pt x="3279" y="3384"/>
                </a:lnTo>
                <a:lnTo>
                  <a:pt x="3278" y="3384"/>
                </a:lnTo>
                <a:lnTo>
                  <a:pt x="3277" y="3384"/>
                </a:lnTo>
                <a:lnTo>
                  <a:pt x="3277" y="3383"/>
                </a:lnTo>
                <a:lnTo>
                  <a:pt x="3278" y="3383"/>
                </a:lnTo>
                <a:lnTo>
                  <a:pt x="3277" y="3383"/>
                </a:lnTo>
                <a:lnTo>
                  <a:pt x="3277" y="3382"/>
                </a:lnTo>
                <a:lnTo>
                  <a:pt x="3276" y="3383"/>
                </a:lnTo>
                <a:lnTo>
                  <a:pt x="3275" y="3383"/>
                </a:lnTo>
                <a:lnTo>
                  <a:pt x="3274" y="3383"/>
                </a:lnTo>
                <a:lnTo>
                  <a:pt x="3274" y="3382"/>
                </a:lnTo>
                <a:lnTo>
                  <a:pt x="3273" y="3382"/>
                </a:lnTo>
                <a:lnTo>
                  <a:pt x="3273" y="3381"/>
                </a:lnTo>
                <a:lnTo>
                  <a:pt x="3273" y="3380"/>
                </a:lnTo>
                <a:lnTo>
                  <a:pt x="3272" y="3380"/>
                </a:lnTo>
                <a:lnTo>
                  <a:pt x="3272" y="3379"/>
                </a:lnTo>
                <a:lnTo>
                  <a:pt x="3273" y="3378"/>
                </a:lnTo>
                <a:lnTo>
                  <a:pt x="3274" y="3378"/>
                </a:lnTo>
                <a:lnTo>
                  <a:pt x="3274" y="3377"/>
                </a:lnTo>
                <a:lnTo>
                  <a:pt x="3274" y="3376"/>
                </a:lnTo>
                <a:lnTo>
                  <a:pt x="3274" y="3377"/>
                </a:lnTo>
                <a:lnTo>
                  <a:pt x="3274" y="3378"/>
                </a:lnTo>
                <a:lnTo>
                  <a:pt x="3273" y="3378"/>
                </a:lnTo>
                <a:lnTo>
                  <a:pt x="3273" y="3377"/>
                </a:lnTo>
                <a:lnTo>
                  <a:pt x="3273" y="3376"/>
                </a:lnTo>
                <a:lnTo>
                  <a:pt x="3273" y="3375"/>
                </a:lnTo>
                <a:lnTo>
                  <a:pt x="3273" y="3374"/>
                </a:lnTo>
                <a:lnTo>
                  <a:pt x="3272" y="3373"/>
                </a:lnTo>
                <a:lnTo>
                  <a:pt x="3272" y="3372"/>
                </a:lnTo>
                <a:lnTo>
                  <a:pt x="3271" y="3372"/>
                </a:lnTo>
                <a:lnTo>
                  <a:pt x="3271" y="3371"/>
                </a:lnTo>
                <a:lnTo>
                  <a:pt x="3270" y="3370"/>
                </a:lnTo>
                <a:lnTo>
                  <a:pt x="3270" y="3369"/>
                </a:lnTo>
                <a:lnTo>
                  <a:pt x="3269" y="3369"/>
                </a:lnTo>
                <a:lnTo>
                  <a:pt x="3268" y="3369"/>
                </a:lnTo>
                <a:lnTo>
                  <a:pt x="3267" y="3369"/>
                </a:lnTo>
                <a:lnTo>
                  <a:pt x="3267" y="3370"/>
                </a:lnTo>
                <a:lnTo>
                  <a:pt x="3267" y="3369"/>
                </a:lnTo>
                <a:lnTo>
                  <a:pt x="3266" y="3369"/>
                </a:lnTo>
                <a:lnTo>
                  <a:pt x="3266" y="3368"/>
                </a:lnTo>
                <a:lnTo>
                  <a:pt x="3266" y="3367"/>
                </a:lnTo>
                <a:lnTo>
                  <a:pt x="3265" y="3366"/>
                </a:lnTo>
                <a:lnTo>
                  <a:pt x="3266" y="3365"/>
                </a:lnTo>
                <a:lnTo>
                  <a:pt x="3267" y="3365"/>
                </a:lnTo>
                <a:lnTo>
                  <a:pt x="3267" y="3364"/>
                </a:lnTo>
                <a:lnTo>
                  <a:pt x="3268" y="3363"/>
                </a:lnTo>
                <a:lnTo>
                  <a:pt x="3269" y="3363"/>
                </a:lnTo>
                <a:lnTo>
                  <a:pt x="3270" y="3364"/>
                </a:lnTo>
                <a:lnTo>
                  <a:pt x="3270" y="3365"/>
                </a:lnTo>
                <a:lnTo>
                  <a:pt x="3271" y="3364"/>
                </a:lnTo>
                <a:lnTo>
                  <a:pt x="3271" y="3363"/>
                </a:lnTo>
                <a:lnTo>
                  <a:pt x="3272" y="3363"/>
                </a:lnTo>
                <a:lnTo>
                  <a:pt x="3272" y="3364"/>
                </a:lnTo>
                <a:lnTo>
                  <a:pt x="3272" y="3363"/>
                </a:lnTo>
                <a:lnTo>
                  <a:pt x="3272" y="3362"/>
                </a:lnTo>
                <a:lnTo>
                  <a:pt x="3273" y="3362"/>
                </a:lnTo>
                <a:lnTo>
                  <a:pt x="3272" y="3362"/>
                </a:lnTo>
                <a:lnTo>
                  <a:pt x="3272" y="3363"/>
                </a:lnTo>
                <a:lnTo>
                  <a:pt x="3271" y="3362"/>
                </a:lnTo>
                <a:lnTo>
                  <a:pt x="3272" y="3362"/>
                </a:lnTo>
                <a:lnTo>
                  <a:pt x="3272" y="3361"/>
                </a:lnTo>
                <a:lnTo>
                  <a:pt x="3273" y="3361"/>
                </a:lnTo>
                <a:lnTo>
                  <a:pt x="3273" y="3362"/>
                </a:lnTo>
                <a:lnTo>
                  <a:pt x="3273" y="3361"/>
                </a:lnTo>
                <a:lnTo>
                  <a:pt x="3272" y="3361"/>
                </a:lnTo>
                <a:lnTo>
                  <a:pt x="3271" y="3361"/>
                </a:lnTo>
                <a:lnTo>
                  <a:pt x="3270" y="3361"/>
                </a:lnTo>
                <a:lnTo>
                  <a:pt x="3270" y="3363"/>
                </a:lnTo>
                <a:lnTo>
                  <a:pt x="3270" y="3364"/>
                </a:lnTo>
                <a:lnTo>
                  <a:pt x="3270" y="3363"/>
                </a:lnTo>
                <a:lnTo>
                  <a:pt x="3269" y="3363"/>
                </a:lnTo>
                <a:lnTo>
                  <a:pt x="3269" y="3362"/>
                </a:lnTo>
                <a:lnTo>
                  <a:pt x="3268" y="3362"/>
                </a:lnTo>
                <a:lnTo>
                  <a:pt x="3268" y="3361"/>
                </a:lnTo>
                <a:lnTo>
                  <a:pt x="3267" y="3361"/>
                </a:lnTo>
                <a:lnTo>
                  <a:pt x="3267" y="3360"/>
                </a:lnTo>
                <a:lnTo>
                  <a:pt x="3267" y="3359"/>
                </a:lnTo>
                <a:lnTo>
                  <a:pt x="3266" y="3359"/>
                </a:lnTo>
                <a:lnTo>
                  <a:pt x="3266" y="3358"/>
                </a:lnTo>
                <a:lnTo>
                  <a:pt x="3266" y="3357"/>
                </a:lnTo>
                <a:lnTo>
                  <a:pt x="3267" y="3357"/>
                </a:lnTo>
                <a:lnTo>
                  <a:pt x="3267" y="3356"/>
                </a:lnTo>
                <a:lnTo>
                  <a:pt x="3267" y="3355"/>
                </a:lnTo>
                <a:lnTo>
                  <a:pt x="3267" y="3354"/>
                </a:lnTo>
                <a:lnTo>
                  <a:pt x="3267" y="3353"/>
                </a:lnTo>
                <a:lnTo>
                  <a:pt x="3267" y="3352"/>
                </a:lnTo>
                <a:lnTo>
                  <a:pt x="3267" y="3351"/>
                </a:lnTo>
                <a:lnTo>
                  <a:pt x="3265" y="3351"/>
                </a:lnTo>
                <a:lnTo>
                  <a:pt x="3265" y="3352"/>
                </a:lnTo>
                <a:lnTo>
                  <a:pt x="3264" y="3352"/>
                </a:lnTo>
                <a:lnTo>
                  <a:pt x="3264" y="3353"/>
                </a:lnTo>
                <a:lnTo>
                  <a:pt x="3264" y="3352"/>
                </a:lnTo>
                <a:lnTo>
                  <a:pt x="3263" y="3351"/>
                </a:lnTo>
                <a:lnTo>
                  <a:pt x="3263" y="3350"/>
                </a:lnTo>
                <a:lnTo>
                  <a:pt x="3262" y="3350"/>
                </a:lnTo>
                <a:lnTo>
                  <a:pt x="3262" y="3349"/>
                </a:lnTo>
                <a:lnTo>
                  <a:pt x="3261" y="3349"/>
                </a:lnTo>
                <a:lnTo>
                  <a:pt x="3261" y="3348"/>
                </a:lnTo>
                <a:lnTo>
                  <a:pt x="3260" y="3347"/>
                </a:lnTo>
                <a:lnTo>
                  <a:pt x="3260" y="3346"/>
                </a:lnTo>
                <a:lnTo>
                  <a:pt x="3259" y="3346"/>
                </a:lnTo>
                <a:lnTo>
                  <a:pt x="3259" y="3345"/>
                </a:lnTo>
                <a:lnTo>
                  <a:pt x="3259" y="3344"/>
                </a:lnTo>
                <a:lnTo>
                  <a:pt x="3259" y="3343"/>
                </a:lnTo>
                <a:lnTo>
                  <a:pt x="3259" y="3342"/>
                </a:lnTo>
                <a:lnTo>
                  <a:pt x="3259" y="3341"/>
                </a:lnTo>
                <a:lnTo>
                  <a:pt x="3258" y="3340"/>
                </a:lnTo>
                <a:lnTo>
                  <a:pt x="3258" y="3338"/>
                </a:lnTo>
                <a:lnTo>
                  <a:pt x="3259" y="3338"/>
                </a:lnTo>
                <a:lnTo>
                  <a:pt x="3259" y="3337"/>
                </a:lnTo>
                <a:lnTo>
                  <a:pt x="3259" y="3336"/>
                </a:lnTo>
                <a:lnTo>
                  <a:pt x="3260" y="3336"/>
                </a:lnTo>
                <a:lnTo>
                  <a:pt x="3260" y="3337"/>
                </a:lnTo>
                <a:lnTo>
                  <a:pt x="3260" y="3336"/>
                </a:lnTo>
                <a:lnTo>
                  <a:pt x="3259" y="3336"/>
                </a:lnTo>
                <a:lnTo>
                  <a:pt x="3259" y="3335"/>
                </a:lnTo>
                <a:lnTo>
                  <a:pt x="3260" y="3335"/>
                </a:lnTo>
                <a:lnTo>
                  <a:pt x="3260" y="3334"/>
                </a:lnTo>
                <a:lnTo>
                  <a:pt x="3260" y="3333"/>
                </a:lnTo>
                <a:lnTo>
                  <a:pt x="3260" y="3332"/>
                </a:lnTo>
                <a:lnTo>
                  <a:pt x="3260" y="3331"/>
                </a:lnTo>
                <a:lnTo>
                  <a:pt x="3261" y="3331"/>
                </a:lnTo>
                <a:lnTo>
                  <a:pt x="3261" y="3330"/>
                </a:lnTo>
                <a:lnTo>
                  <a:pt x="3261" y="3331"/>
                </a:lnTo>
                <a:lnTo>
                  <a:pt x="3261" y="3330"/>
                </a:lnTo>
                <a:lnTo>
                  <a:pt x="3262" y="3330"/>
                </a:lnTo>
                <a:lnTo>
                  <a:pt x="3262" y="3329"/>
                </a:lnTo>
                <a:lnTo>
                  <a:pt x="3262" y="3328"/>
                </a:lnTo>
                <a:lnTo>
                  <a:pt x="3262" y="3327"/>
                </a:lnTo>
                <a:lnTo>
                  <a:pt x="3263" y="3326"/>
                </a:lnTo>
                <a:lnTo>
                  <a:pt x="3263" y="3325"/>
                </a:lnTo>
                <a:lnTo>
                  <a:pt x="3262" y="3325"/>
                </a:lnTo>
                <a:lnTo>
                  <a:pt x="3262" y="3324"/>
                </a:lnTo>
                <a:lnTo>
                  <a:pt x="3261" y="3323"/>
                </a:lnTo>
                <a:lnTo>
                  <a:pt x="3261" y="3322"/>
                </a:lnTo>
                <a:lnTo>
                  <a:pt x="3260" y="3321"/>
                </a:lnTo>
                <a:lnTo>
                  <a:pt x="3260" y="3320"/>
                </a:lnTo>
                <a:lnTo>
                  <a:pt x="3259" y="3320"/>
                </a:lnTo>
                <a:lnTo>
                  <a:pt x="3259" y="3319"/>
                </a:lnTo>
                <a:lnTo>
                  <a:pt x="3260" y="3319"/>
                </a:lnTo>
                <a:lnTo>
                  <a:pt x="3260" y="3318"/>
                </a:lnTo>
                <a:lnTo>
                  <a:pt x="3261" y="3316"/>
                </a:lnTo>
                <a:lnTo>
                  <a:pt x="3262" y="3315"/>
                </a:lnTo>
                <a:lnTo>
                  <a:pt x="3263" y="3314"/>
                </a:lnTo>
                <a:lnTo>
                  <a:pt x="3264" y="3314"/>
                </a:lnTo>
                <a:lnTo>
                  <a:pt x="3264" y="3313"/>
                </a:lnTo>
                <a:lnTo>
                  <a:pt x="3265" y="3312"/>
                </a:lnTo>
                <a:lnTo>
                  <a:pt x="3265" y="3313"/>
                </a:lnTo>
                <a:lnTo>
                  <a:pt x="3265" y="3314"/>
                </a:lnTo>
                <a:lnTo>
                  <a:pt x="3265" y="3315"/>
                </a:lnTo>
                <a:lnTo>
                  <a:pt x="3266" y="3315"/>
                </a:lnTo>
                <a:lnTo>
                  <a:pt x="3266" y="3316"/>
                </a:lnTo>
                <a:lnTo>
                  <a:pt x="3267" y="3316"/>
                </a:lnTo>
                <a:lnTo>
                  <a:pt x="3268" y="3316"/>
                </a:lnTo>
                <a:lnTo>
                  <a:pt x="3267" y="3316"/>
                </a:lnTo>
                <a:lnTo>
                  <a:pt x="3267" y="3315"/>
                </a:lnTo>
                <a:lnTo>
                  <a:pt x="3266" y="3315"/>
                </a:lnTo>
                <a:lnTo>
                  <a:pt x="3266" y="3314"/>
                </a:lnTo>
                <a:lnTo>
                  <a:pt x="3265" y="3314"/>
                </a:lnTo>
                <a:lnTo>
                  <a:pt x="3265" y="3313"/>
                </a:lnTo>
                <a:lnTo>
                  <a:pt x="3266" y="3313"/>
                </a:lnTo>
                <a:lnTo>
                  <a:pt x="3266" y="3312"/>
                </a:lnTo>
                <a:lnTo>
                  <a:pt x="3267" y="3312"/>
                </a:lnTo>
                <a:lnTo>
                  <a:pt x="3267" y="3311"/>
                </a:lnTo>
                <a:lnTo>
                  <a:pt x="3268" y="3311"/>
                </a:lnTo>
                <a:lnTo>
                  <a:pt x="3268" y="3310"/>
                </a:lnTo>
                <a:lnTo>
                  <a:pt x="3268" y="3309"/>
                </a:lnTo>
                <a:lnTo>
                  <a:pt x="3268" y="3308"/>
                </a:lnTo>
                <a:lnTo>
                  <a:pt x="3268" y="3306"/>
                </a:lnTo>
                <a:lnTo>
                  <a:pt x="3268" y="3305"/>
                </a:lnTo>
                <a:lnTo>
                  <a:pt x="3268" y="3304"/>
                </a:lnTo>
                <a:lnTo>
                  <a:pt x="3268" y="3303"/>
                </a:lnTo>
                <a:lnTo>
                  <a:pt x="3268" y="3304"/>
                </a:lnTo>
                <a:lnTo>
                  <a:pt x="3268" y="3303"/>
                </a:lnTo>
                <a:lnTo>
                  <a:pt x="3268" y="3302"/>
                </a:lnTo>
                <a:lnTo>
                  <a:pt x="3268" y="3301"/>
                </a:lnTo>
                <a:lnTo>
                  <a:pt x="3268" y="3300"/>
                </a:lnTo>
                <a:lnTo>
                  <a:pt x="3268" y="3299"/>
                </a:lnTo>
                <a:lnTo>
                  <a:pt x="3268" y="3298"/>
                </a:lnTo>
                <a:lnTo>
                  <a:pt x="3268" y="3297"/>
                </a:lnTo>
                <a:lnTo>
                  <a:pt x="3267" y="3297"/>
                </a:lnTo>
                <a:lnTo>
                  <a:pt x="3267" y="3296"/>
                </a:lnTo>
                <a:lnTo>
                  <a:pt x="3268" y="3296"/>
                </a:lnTo>
                <a:lnTo>
                  <a:pt x="3268" y="3295"/>
                </a:lnTo>
                <a:lnTo>
                  <a:pt x="3268" y="3296"/>
                </a:lnTo>
                <a:lnTo>
                  <a:pt x="3269" y="3297"/>
                </a:lnTo>
                <a:lnTo>
                  <a:pt x="3270" y="3297"/>
                </a:lnTo>
                <a:lnTo>
                  <a:pt x="3270" y="3298"/>
                </a:lnTo>
                <a:lnTo>
                  <a:pt x="3270" y="3297"/>
                </a:lnTo>
                <a:lnTo>
                  <a:pt x="3270" y="3296"/>
                </a:lnTo>
                <a:lnTo>
                  <a:pt x="3271" y="3296"/>
                </a:lnTo>
                <a:lnTo>
                  <a:pt x="3272" y="3296"/>
                </a:lnTo>
                <a:lnTo>
                  <a:pt x="3273" y="3296"/>
                </a:lnTo>
                <a:lnTo>
                  <a:pt x="3274" y="3296"/>
                </a:lnTo>
                <a:lnTo>
                  <a:pt x="3276" y="3295"/>
                </a:lnTo>
                <a:lnTo>
                  <a:pt x="3277" y="3295"/>
                </a:lnTo>
                <a:lnTo>
                  <a:pt x="3280" y="3295"/>
                </a:lnTo>
                <a:lnTo>
                  <a:pt x="3281" y="3295"/>
                </a:lnTo>
                <a:lnTo>
                  <a:pt x="3281" y="3294"/>
                </a:lnTo>
                <a:lnTo>
                  <a:pt x="3280" y="3294"/>
                </a:lnTo>
                <a:lnTo>
                  <a:pt x="3280" y="3292"/>
                </a:lnTo>
                <a:lnTo>
                  <a:pt x="3281" y="3290"/>
                </a:lnTo>
                <a:lnTo>
                  <a:pt x="3280" y="3290"/>
                </a:lnTo>
                <a:lnTo>
                  <a:pt x="3280" y="3289"/>
                </a:lnTo>
                <a:lnTo>
                  <a:pt x="3281" y="3289"/>
                </a:lnTo>
                <a:lnTo>
                  <a:pt x="3282" y="3289"/>
                </a:lnTo>
                <a:lnTo>
                  <a:pt x="3282" y="3288"/>
                </a:lnTo>
                <a:lnTo>
                  <a:pt x="3283" y="3288"/>
                </a:lnTo>
                <a:lnTo>
                  <a:pt x="3282" y="3287"/>
                </a:lnTo>
                <a:lnTo>
                  <a:pt x="3282" y="3288"/>
                </a:lnTo>
                <a:lnTo>
                  <a:pt x="3281" y="3288"/>
                </a:lnTo>
                <a:lnTo>
                  <a:pt x="3281" y="3287"/>
                </a:lnTo>
                <a:lnTo>
                  <a:pt x="3281" y="3286"/>
                </a:lnTo>
                <a:lnTo>
                  <a:pt x="3281" y="3287"/>
                </a:lnTo>
                <a:lnTo>
                  <a:pt x="3281" y="3286"/>
                </a:lnTo>
                <a:lnTo>
                  <a:pt x="3280" y="3285"/>
                </a:lnTo>
                <a:lnTo>
                  <a:pt x="3281" y="3285"/>
                </a:lnTo>
                <a:lnTo>
                  <a:pt x="3281" y="3284"/>
                </a:lnTo>
                <a:lnTo>
                  <a:pt x="3282" y="3284"/>
                </a:lnTo>
                <a:lnTo>
                  <a:pt x="3281" y="3284"/>
                </a:lnTo>
                <a:lnTo>
                  <a:pt x="3280" y="3285"/>
                </a:lnTo>
                <a:lnTo>
                  <a:pt x="3278" y="3285"/>
                </a:lnTo>
                <a:lnTo>
                  <a:pt x="3277" y="3285"/>
                </a:lnTo>
                <a:lnTo>
                  <a:pt x="3277" y="3286"/>
                </a:lnTo>
                <a:lnTo>
                  <a:pt x="3273" y="3286"/>
                </a:lnTo>
                <a:lnTo>
                  <a:pt x="3273" y="3285"/>
                </a:lnTo>
                <a:lnTo>
                  <a:pt x="3272" y="3285"/>
                </a:lnTo>
                <a:lnTo>
                  <a:pt x="3271" y="3285"/>
                </a:lnTo>
                <a:lnTo>
                  <a:pt x="3271" y="3284"/>
                </a:lnTo>
                <a:lnTo>
                  <a:pt x="3270" y="3284"/>
                </a:lnTo>
                <a:lnTo>
                  <a:pt x="3270" y="3283"/>
                </a:lnTo>
                <a:lnTo>
                  <a:pt x="3271" y="3283"/>
                </a:lnTo>
                <a:lnTo>
                  <a:pt x="3271" y="3282"/>
                </a:lnTo>
                <a:lnTo>
                  <a:pt x="3270" y="3282"/>
                </a:lnTo>
                <a:lnTo>
                  <a:pt x="3270" y="3281"/>
                </a:lnTo>
                <a:lnTo>
                  <a:pt x="3270" y="3280"/>
                </a:lnTo>
                <a:lnTo>
                  <a:pt x="3270" y="3279"/>
                </a:lnTo>
                <a:lnTo>
                  <a:pt x="3269" y="3279"/>
                </a:lnTo>
                <a:lnTo>
                  <a:pt x="3270" y="3279"/>
                </a:lnTo>
                <a:lnTo>
                  <a:pt x="3270" y="3278"/>
                </a:lnTo>
                <a:lnTo>
                  <a:pt x="3270" y="3277"/>
                </a:lnTo>
                <a:lnTo>
                  <a:pt x="3269" y="3277"/>
                </a:lnTo>
                <a:lnTo>
                  <a:pt x="3268" y="3277"/>
                </a:lnTo>
                <a:lnTo>
                  <a:pt x="3268" y="3276"/>
                </a:lnTo>
                <a:lnTo>
                  <a:pt x="3268" y="3275"/>
                </a:lnTo>
                <a:lnTo>
                  <a:pt x="3267" y="3275"/>
                </a:lnTo>
                <a:lnTo>
                  <a:pt x="3267" y="3274"/>
                </a:lnTo>
                <a:lnTo>
                  <a:pt x="3268" y="3274"/>
                </a:lnTo>
                <a:lnTo>
                  <a:pt x="3268" y="3273"/>
                </a:lnTo>
                <a:lnTo>
                  <a:pt x="3269" y="3273"/>
                </a:lnTo>
                <a:lnTo>
                  <a:pt x="3268" y="3273"/>
                </a:lnTo>
                <a:lnTo>
                  <a:pt x="3267" y="3273"/>
                </a:lnTo>
                <a:lnTo>
                  <a:pt x="3267" y="3274"/>
                </a:lnTo>
                <a:lnTo>
                  <a:pt x="3267" y="3273"/>
                </a:lnTo>
                <a:lnTo>
                  <a:pt x="3267" y="3274"/>
                </a:lnTo>
                <a:lnTo>
                  <a:pt x="3267" y="3273"/>
                </a:lnTo>
                <a:lnTo>
                  <a:pt x="3266" y="3273"/>
                </a:lnTo>
                <a:lnTo>
                  <a:pt x="3266" y="3274"/>
                </a:lnTo>
                <a:lnTo>
                  <a:pt x="3266" y="3275"/>
                </a:lnTo>
                <a:lnTo>
                  <a:pt x="3266" y="3276"/>
                </a:lnTo>
                <a:lnTo>
                  <a:pt x="3267" y="3276"/>
                </a:lnTo>
                <a:lnTo>
                  <a:pt x="3267" y="3277"/>
                </a:lnTo>
                <a:lnTo>
                  <a:pt x="3267" y="3278"/>
                </a:lnTo>
                <a:lnTo>
                  <a:pt x="3267" y="3279"/>
                </a:lnTo>
                <a:lnTo>
                  <a:pt x="3267" y="3280"/>
                </a:lnTo>
                <a:lnTo>
                  <a:pt x="3268" y="3281"/>
                </a:lnTo>
                <a:lnTo>
                  <a:pt x="3268" y="3282"/>
                </a:lnTo>
                <a:lnTo>
                  <a:pt x="3267" y="3281"/>
                </a:lnTo>
                <a:lnTo>
                  <a:pt x="3267" y="3282"/>
                </a:lnTo>
                <a:lnTo>
                  <a:pt x="3267" y="3283"/>
                </a:lnTo>
                <a:lnTo>
                  <a:pt x="3267" y="3284"/>
                </a:lnTo>
                <a:lnTo>
                  <a:pt x="3266" y="3285"/>
                </a:lnTo>
                <a:lnTo>
                  <a:pt x="3266" y="3284"/>
                </a:lnTo>
                <a:lnTo>
                  <a:pt x="3265" y="3284"/>
                </a:lnTo>
                <a:lnTo>
                  <a:pt x="3264" y="3284"/>
                </a:lnTo>
                <a:lnTo>
                  <a:pt x="3263" y="3284"/>
                </a:lnTo>
                <a:lnTo>
                  <a:pt x="3263" y="3283"/>
                </a:lnTo>
                <a:lnTo>
                  <a:pt x="3262" y="3283"/>
                </a:lnTo>
                <a:lnTo>
                  <a:pt x="3262" y="3282"/>
                </a:lnTo>
                <a:lnTo>
                  <a:pt x="3261" y="3281"/>
                </a:lnTo>
                <a:lnTo>
                  <a:pt x="3260" y="3281"/>
                </a:lnTo>
                <a:lnTo>
                  <a:pt x="3259" y="3281"/>
                </a:lnTo>
                <a:lnTo>
                  <a:pt x="3259" y="3280"/>
                </a:lnTo>
                <a:lnTo>
                  <a:pt x="3258" y="3279"/>
                </a:lnTo>
                <a:lnTo>
                  <a:pt x="3257" y="3279"/>
                </a:lnTo>
                <a:lnTo>
                  <a:pt x="3258" y="3278"/>
                </a:lnTo>
                <a:lnTo>
                  <a:pt x="3259" y="3278"/>
                </a:lnTo>
                <a:lnTo>
                  <a:pt x="3259" y="3277"/>
                </a:lnTo>
                <a:lnTo>
                  <a:pt x="3259" y="3276"/>
                </a:lnTo>
                <a:lnTo>
                  <a:pt x="3259" y="3275"/>
                </a:lnTo>
                <a:lnTo>
                  <a:pt x="3259" y="3274"/>
                </a:lnTo>
                <a:lnTo>
                  <a:pt x="3259" y="3273"/>
                </a:lnTo>
                <a:lnTo>
                  <a:pt x="3259" y="3272"/>
                </a:lnTo>
                <a:lnTo>
                  <a:pt x="3259" y="3271"/>
                </a:lnTo>
                <a:lnTo>
                  <a:pt x="3259" y="3270"/>
                </a:lnTo>
                <a:lnTo>
                  <a:pt x="3260" y="3270"/>
                </a:lnTo>
                <a:lnTo>
                  <a:pt x="3259" y="3270"/>
                </a:lnTo>
                <a:lnTo>
                  <a:pt x="3259" y="3269"/>
                </a:lnTo>
                <a:lnTo>
                  <a:pt x="3260" y="3269"/>
                </a:lnTo>
                <a:lnTo>
                  <a:pt x="3259" y="3269"/>
                </a:lnTo>
                <a:lnTo>
                  <a:pt x="3259" y="3270"/>
                </a:lnTo>
                <a:lnTo>
                  <a:pt x="3258" y="3270"/>
                </a:lnTo>
                <a:lnTo>
                  <a:pt x="3257" y="3270"/>
                </a:lnTo>
                <a:lnTo>
                  <a:pt x="3257" y="3271"/>
                </a:lnTo>
                <a:lnTo>
                  <a:pt x="3256" y="3271"/>
                </a:lnTo>
                <a:lnTo>
                  <a:pt x="3256" y="3272"/>
                </a:lnTo>
                <a:lnTo>
                  <a:pt x="3256" y="3273"/>
                </a:lnTo>
                <a:lnTo>
                  <a:pt x="3256" y="3274"/>
                </a:lnTo>
                <a:lnTo>
                  <a:pt x="3256" y="3275"/>
                </a:lnTo>
                <a:lnTo>
                  <a:pt x="3256" y="3274"/>
                </a:lnTo>
                <a:lnTo>
                  <a:pt x="3255" y="3274"/>
                </a:lnTo>
                <a:lnTo>
                  <a:pt x="3254" y="3273"/>
                </a:lnTo>
                <a:lnTo>
                  <a:pt x="3253" y="3273"/>
                </a:lnTo>
                <a:lnTo>
                  <a:pt x="3253" y="3272"/>
                </a:lnTo>
                <a:lnTo>
                  <a:pt x="3254" y="3272"/>
                </a:lnTo>
                <a:lnTo>
                  <a:pt x="3254" y="3271"/>
                </a:lnTo>
                <a:lnTo>
                  <a:pt x="3254" y="3270"/>
                </a:lnTo>
                <a:lnTo>
                  <a:pt x="3253" y="3270"/>
                </a:lnTo>
                <a:lnTo>
                  <a:pt x="3253" y="3269"/>
                </a:lnTo>
                <a:lnTo>
                  <a:pt x="3253" y="3268"/>
                </a:lnTo>
                <a:lnTo>
                  <a:pt x="3253" y="3267"/>
                </a:lnTo>
                <a:lnTo>
                  <a:pt x="3253" y="3266"/>
                </a:lnTo>
                <a:lnTo>
                  <a:pt x="3254" y="3266"/>
                </a:lnTo>
                <a:lnTo>
                  <a:pt x="3253" y="3266"/>
                </a:lnTo>
                <a:lnTo>
                  <a:pt x="3253" y="3267"/>
                </a:lnTo>
                <a:lnTo>
                  <a:pt x="3252" y="3267"/>
                </a:lnTo>
                <a:lnTo>
                  <a:pt x="3252" y="3268"/>
                </a:lnTo>
                <a:lnTo>
                  <a:pt x="3251" y="3268"/>
                </a:lnTo>
                <a:lnTo>
                  <a:pt x="3251" y="3267"/>
                </a:lnTo>
                <a:lnTo>
                  <a:pt x="3251" y="3266"/>
                </a:lnTo>
                <a:lnTo>
                  <a:pt x="3251" y="3265"/>
                </a:lnTo>
                <a:lnTo>
                  <a:pt x="3250" y="3265"/>
                </a:lnTo>
                <a:lnTo>
                  <a:pt x="3250" y="3264"/>
                </a:lnTo>
                <a:lnTo>
                  <a:pt x="3251" y="3265"/>
                </a:lnTo>
                <a:lnTo>
                  <a:pt x="3251" y="3264"/>
                </a:lnTo>
                <a:lnTo>
                  <a:pt x="3250" y="3264"/>
                </a:lnTo>
                <a:lnTo>
                  <a:pt x="3249" y="3264"/>
                </a:lnTo>
                <a:lnTo>
                  <a:pt x="3249" y="3263"/>
                </a:lnTo>
                <a:lnTo>
                  <a:pt x="3250" y="3263"/>
                </a:lnTo>
                <a:lnTo>
                  <a:pt x="3250" y="3262"/>
                </a:lnTo>
                <a:lnTo>
                  <a:pt x="3249" y="3262"/>
                </a:lnTo>
                <a:lnTo>
                  <a:pt x="3250" y="3262"/>
                </a:lnTo>
                <a:lnTo>
                  <a:pt x="3250" y="3261"/>
                </a:lnTo>
                <a:lnTo>
                  <a:pt x="3249" y="3261"/>
                </a:lnTo>
                <a:lnTo>
                  <a:pt x="3249" y="3260"/>
                </a:lnTo>
                <a:lnTo>
                  <a:pt x="3249" y="3259"/>
                </a:lnTo>
                <a:lnTo>
                  <a:pt x="3249" y="3258"/>
                </a:lnTo>
                <a:lnTo>
                  <a:pt x="3250" y="3258"/>
                </a:lnTo>
                <a:lnTo>
                  <a:pt x="3251" y="3258"/>
                </a:lnTo>
                <a:lnTo>
                  <a:pt x="3252" y="3258"/>
                </a:lnTo>
                <a:lnTo>
                  <a:pt x="3252" y="3257"/>
                </a:lnTo>
                <a:lnTo>
                  <a:pt x="3252" y="3256"/>
                </a:lnTo>
                <a:lnTo>
                  <a:pt x="3253" y="3256"/>
                </a:lnTo>
                <a:lnTo>
                  <a:pt x="3253" y="3255"/>
                </a:lnTo>
                <a:lnTo>
                  <a:pt x="3253" y="3256"/>
                </a:lnTo>
                <a:lnTo>
                  <a:pt x="3252" y="3255"/>
                </a:lnTo>
                <a:lnTo>
                  <a:pt x="3252" y="3256"/>
                </a:lnTo>
                <a:lnTo>
                  <a:pt x="3251" y="3256"/>
                </a:lnTo>
                <a:lnTo>
                  <a:pt x="3251" y="3257"/>
                </a:lnTo>
                <a:lnTo>
                  <a:pt x="3251" y="3256"/>
                </a:lnTo>
                <a:lnTo>
                  <a:pt x="3250" y="3256"/>
                </a:lnTo>
                <a:lnTo>
                  <a:pt x="3250" y="3257"/>
                </a:lnTo>
                <a:lnTo>
                  <a:pt x="3249" y="3257"/>
                </a:lnTo>
                <a:lnTo>
                  <a:pt x="3249" y="3256"/>
                </a:lnTo>
                <a:lnTo>
                  <a:pt x="3249" y="3257"/>
                </a:lnTo>
                <a:lnTo>
                  <a:pt x="3248" y="3257"/>
                </a:lnTo>
                <a:lnTo>
                  <a:pt x="3248" y="3256"/>
                </a:lnTo>
                <a:lnTo>
                  <a:pt x="3248" y="3257"/>
                </a:lnTo>
                <a:lnTo>
                  <a:pt x="3247" y="3257"/>
                </a:lnTo>
                <a:lnTo>
                  <a:pt x="3247" y="3258"/>
                </a:lnTo>
                <a:lnTo>
                  <a:pt x="3246" y="3258"/>
                </a:lnTo>
                <a:lnTo>
                  <a:pt x="3246" y="3259"/>
                </a:lnTo>
                <a:lnTo>
                  <a:pt x="3246" y="3260"/>
                </a:lnTo>
                <a:lnTo>
                  <a:pt x="3245" y="3259"/>
                </a:lnTo>
                <a:lnTo>
                  <a:pt x="3245" y="3260"/>
                </a:lnTo>
                <a:lnTo>
                  <a:pt x="3244" y="3260"/>
                </a:lnTo>
                <a:lnTo>
                  <a:pt x="3245" y="3261"/>
                </a:lnTo>
                <a:lnTo>
                  <a:pt x="3244" y="3261"/>
                </a:lnTo>
                <a:lnTo>
                  <a:pt x="3244" y="3262"/>
                </a:lnTo>
                <a:lnTo>
                  <a:pt x="3244" y="3261"/>
                </a:lnTo>
                <a:lnTo>
                  <a:pt x="3245" y="3261"/>
                </a:lnTo>
                <a:lnTo>
                  <a:pt x="3246" y="3261"/>
                </a:lnTo>
                <a:lnTo>
                  <a:pt x="3246" y="3262"/>
                </a:lnTo>
                <a:lnTo>
                  <a:pt x="3246" y="3261"/>
                </a:lnTo>
                <a:lnTo>
                  <a:pt x="3247" y="3261"/>
                </a:lnTo>
                <a:lnTo>
                  <a:pt x="3247" y="3262"/>
                </a:lnTo>
                <a:lnTo>
                  <a:pt x="3246" y="3262"/>
                </a:lnTo>
                <a:lnTo>
                  <a:pt x="3246" y="3263"/>
                </a:lnTo>
                <a:lnTo>
                  <a:pt x="3247" y="3263"/>
                </a:lnTo>
                <a:lnTo>
                  <a:pt x="3246" y="3263"/>
                </a:lnTo>
                <a:lnTo>
                  <a:pt x="3247" y="3263"/>
                </a:lnTo>
                <a:lnTo>
                  <a:pt x="3247" y="3264"/>
                </a:lnTo>
                <a:lnTo>
                  <a:pt x="3247" y="3265"/>
                </a:lnTo>
                <a:lnTo>
                  <a:pt x="3246" y="3265"/>
                </a:lnTo>
                <a:lnTo>
                  <a:pt x="3245" y="3265"/>
                </a:lnTo>
                <a:lnTo>
                  <a:pt x="3244" y="3265"/>
                </a:lnTo>
                <a:lnTo>
                  <a:pt x="3244" y="3264"/>
                </a:lnTo>
                <a:lnTo>
                  <a:pt x="3243" y="3264"/>
                </a:lnTo>
                <a:lnTo>
                  <a:pt x="3242" y="3264"/>
                </a:lnTo>
                <a:lnTo>
                  <a:pt x="3243" y="3264"/>
                </a:lnTo>
                <a:lnTo>
                  <a:pt x="3243" y="3265"/>
                </a:lnTo>
                <a:lnTo>
                  <a:pt x="3244" y="3265"/>
                </a:lnTo>
                <a:lnTo>
                  <a:pt x="3245" y="3265"/>
                </a:lnTo>
                <a:lnTo>
                  <a:pt x="3246" y="3266"/>
                </a:lnTo>
                <a:lnTo>
                  <a:pt x="3247" y="3266"/>
                </a:lnTo>
                <a:lnTo>
                  <a:pt x="3247" y="3267"/>
                </a:lnTo>
                <a:lnTo>
                  <a:pt x="3247" y="3268"/>
                </a:lnTo>
                <a:lnTo>
                  <a:pt x="3248" y="3268"/>
                </a:lnTo>
                <a:lnTo>
                  <a:pt x="3249" y="3269"/>
                </a:lnTo>
                <a:lnTo>
                  <a:pt x="3250" y="3269"/>
                </a:lnTo>
                <a:lnTo>
                  <a:pt x="3250" y="3270"/>
                </a:lnTo>
                <a:lnTo>
                  <a:pt x="3250" y="3271"/>
                </a:lnTo>
                <a:lnTo>
                  <a:pt x="3251" y="3271"/>
                </a:lnTo>
                <a:lnTo>
                  <a:pt x="3251" y="3272"/>
                </a:lnTo>
                <a:lnTo>
                  <a:pt x="3251" y="3273"/>
                </a:lnTo>
                <a:lnTo>
                  <a:pt x="3251" y="3274"/>
                </a:lnTo>
                <a:lnTo>
                  <a:pt x="3251" y="3273"/>
                </a:lnTo>
                <a:lnTo>
                  <a:pt x="3250" y="3273"/>
                </a:lnTo>
                <a:lnTo>
                  <a:pt x="3251" y="3273"/>
                </a:lnTo>
                <a:lnTo>
                  <a:pt x="3251" y="3274"/>
                </a:lnTo>
                <a:lnTo>
                  <a:pt x="3251" y="3275"/>
                </a:lnTo>
                <a:lnTo>
                  <a:pt x="3250" y="3275"/>
                </a:lnTo>
                <a:lnTo>
                  <a:pt x="3249" y="3275"/>
                </a:lnTo>
                <a:lnTo>
                  <a:pt x="3249" y="3276"/>
                </a:lnTo>
                <a:lnTo>
                  <a:pt x="3249" y="3277"/>
                </a:lnTo>
                <a:lnTo>
                  <a:pt x="3249" y="3278"/>
                </a:lnTo>
                <a:lnTo>
                  <a:pt x="3249" y="3279"/>
                </a:lnTo>
                <a:lnTo>
                  <a:pt x="3248" y="3279"/>
                </a:lnTo>
                <a:lnTo>
                  <a:pt x="3248" y="3280"/>
                </a:lnTo>
                <a:lnTo>
                  <a:pt x="3249" y="3280"/>
                </a:lnTo>
                <a:lnTo>
                  <a:pt x="3248" y="3282"/>
                </a:lnTo>
                <a:lnTo>
                  <a:pt x="3248" y="3283"/>
                </a:lnTo>
                <a:lnTo>
                  <a:pt x="3246" y="3282"/>
                </a:lnTo>
                <a:lnTo>
                  <a:pt x="3245" y="3282"/>
                </a:lnTo>
                <a:lnTo>
                  <a:pt x="3244" y="3282"/>
                </a:lnTo>
                <a:lnTo>
                  <a:pt x="3243" y="3283"/>
                </a:lnTo>
                <a:lnTo>
                  <a:pt x="3241" y="3284"/>
                </a:lnTo>
                <a:lnTo>
                  <a:pt x="3240" y="3284"/>
                </a:lnTo>
                <a:lnTo>
                  <a:pt x="3239" y="3285"/>
                </a:lnTo>
                <a:lnTo>
                  <a:pt x="3238" y="3285"/>
                </a:lnTo>
                <a:lnTo>
                  <a:pt x="3237" y="3285"/>
                </a:lnTo>
                <a:lnTo>
                  <a:pt x="3236" y="3285"/>
                </a:lnTo>
                <a:lnTo>
                  <a:pt x="3235" y="3285"/>
                </a:lnTo>
                <a:lnTo>
                  <a:pt x="3234" y="3285"/>
                </a:lnTo>
                <a:lnTo>
                  <a:pt x="3233" y="3285"/>
                </a:lnTo>
                <a:lnTo>
                  <a:pt x="3231" y="3285"/>
                </a:lnTo>
                <a:lnTo>
                  <a:pt x="3230" y="3285"/>
                </a:lnTo>
                <a:lnTo>
                  <a:pt x="3230" y="3286"/>
                </a:lnTo>
                <a:lnTo>
                  <a:pt x="3229" y="3286"/>
                </a:lnTo>
                <a:lnTo>
                  <a:pt x="3228" y="3286"/>
                </a:lnTo>
                <a:lnTo>
                  <a:pt x="3228" y="3285"/>
                </a:lnTo>
                <a:lnTo>
                  <a:pt x="3229" y="3285"/>
                </a:lnTo>
                <a:lnTo>
                  <a:pt x="3229" y="3284"/>
                </a:lnTo>
                <a:lnTo>
                  <a:pt x="3228" y="3283"/>
                </a:lnTo>
                <a:lnTo>
                  <a:pt x="3228" y="3284"/>
                </a:lnTo>
                <a:lnTo>
                  <a:pt x="3228" y="3285"/>
                </a:lnTo>
                <a:lnTo>
                  <a:pt x="3227" y="3286"/>
                </a:lnTo>
                <a:lnTo>
                  <a:pt x="3226" y="3286"/>
                </a:lnTo>
                <a:lnTo>
                  <a:pt x="3226" y="3287"/>
                </a:lnTo>
                <a:lnTo>
                  <a:pt x="3225" y="3287"/>
                </a:lnTo>
                <a:lnTo>
                  <a:pt x="3224" y="3287"/>
                </a:lnTo>
                <a:lnTo>
                  <a:pt x="3223" y="3288"/>
                </a:lnTo>
                <a:lnTo>
                  <a:pt x="3222" y="3288"/>
                </a:lnTo>
                <a:lnTo>
                  <a:pt x="3221" y="3288"/>
                </a:lnTo>
                <a:lnTo>
                  <a:pt x="3221" y="3287"/>
                </a:lnTo>
                <a:lnTo>
                  <a:pt x="3220" y="3286"/>
                </a:lnTo>
                <a:lnTo>
                  <a:pt x="3220" y="3285"/>
                </a:lnTo>
                <a:lnTo>
                  <a:pt x="3220" y="3284"/>
                </a:lnTo>
                <a:lnTo>
                  <a:pt x="3221" y="3284"/>
                </a:lnTo>
                <a:lnTo>
                  <a:pt x="3221" y="3283"/>
                </a:lnTo>
                <a:lnTo>
                  <a:pt x="3220" y="3283"/>
                </a:lnTo>
                <a:lnTo>
                  <a:pt x="3220" y="3284"/>
                </a:lnTo>
                <a:lnTo>
                  <a:pt x="3220" y="3285"/>
                </a:lnTo>
                <a:lnTo>
                  <a:pt x="3219" y="3285"/>
                </a:lnTo>
                <a:lnTo>
                  <a:pt x="3219" y="3286"/>
                </a:lnTo>
                <a:lnTo>
                  <a:pt x="3219" y="3287"/>
                </a:lnTo>
                <a:lnTo>
                  <a:pt x="3219" y="3288"/>
                </a:lnTo>
                <a:lnTo>
                  <a:pt x="3219" y="3289"/>
                </a:lnTo>
                <a:lnTo>
                  <a:pt x="3217" y="3289"/>
                </a:lnTo>
                <a:lnTo>
                  <a:pt x="3216" y="3289"/>
                </a:lnTo>
                <a:lnTo>
                  <a:pt x="3215" y="3289"/>
                </a:lnTo>
                <a:lnTo>
                  <a:pt x="3215" y="3290"/>
                </a:lnTo>
                <a:lnTo>
                  <a:pt x="3214" y="3289"/>
                </a:lnTo>
                <a:lnTo>
                  <a:pt x="3213" y="3290"/>
                </a:lnTo>
                <a:lnTo>
                  <a:pt x="3213" y="3289"/>
                </a:lnTo>
                <a:lnTo>
                  <a:pt x="3213" y="3290"/>
                </a:lnTo>
                <a:lnTo>
                  <a:pt x="3213" y="3291"/>
                </a:lnTo>
                <a:lnTo>
                  <a:pt x="3212" y="3291"/>
                </a:lnTo>
                <a:lnTo>
                  <a:pt x="3212" y="3290"/>
                </a:lnTo>
                <a:lnTo>
                  <a:pt x="3211" y="3290"/>
                </a:lnTo>
                <a:lnTo>
                  <a:pt x="3210" y="3290"/>
                </a:lnTo>
                <a:lnTo>
                  <a:pt x="3210" y="3289"/>
                </a:lnTo>
                <a:lnTo>
                  <a:pt x="3209" y="3289"/>
                </a:lnTo>
                <a:lnTo>
                  <a:pt x="3208" y="3289"/>
                </a:lnTo>
                <a:lnTo>
                  <a:pt x="3207" y="3288"/>
                </a:lnTo>
                <a:lnTo>
                  <a:pt x="3206" y="3287"/>
                </a:lnTo>
                <a:lnTo>
                  <a:pt x="3205" y="3287"/>
                </a:lnTo>
                <a:lnTo>
                  <a:pt x="3204" y="3286"/>
                </a:lnTo>
                <a:lnTo>
                  <a:pt x="3203" y="3286"/>
                </a:lnTo>
                <a:lnTo>
                  <a:pt x="3203" y="3287"/>
                </a:lnTo>
                <a:lnTo>
                  <a:pt x="3203" y="3286"/>
                </a:lnTo>
                <a:lnTo>
                  <a:pt x="3202" y="3286"/>
                </a:lnTo>
                <a:lnTo>
                  <a:pt x="3203" y="3285"/>
                </a:lnTo>
                <a:lnTo>
                  <a:pt x="3204" y="3284"/>
                </a:lnTo>
                <a:lnTo>
                  <a:pt x="3203" y="3284"/>
                </a:lnTo>
                <a:lnTo>
                  <a:pt x="3204" y="3284"/>
                </a:lnTo>
                <a:lnTo>
                  <a:pt x="3204" y="3283"/>
                </a:lnTo>
                <a:lnTo>
                  <a:pt x="3205" y="3282"/>
                </a:lnTo>
                <a:lnTo>
                  <a:pt x="3206" y="3282"/>
                </a:lnTo>
                <a:lnTo>
                  <a:pt x="3206" y="3283"/>
                </a:lnTo>
                <a:lnTo>
                  <a:pt x="3207" y="3283"/>
                </a:lnTo>
                <a:lnTo>
                  <a:pt x="3207" y="3282"/>
                </a:lnTo>
                <a:lnTo>
                  <a:pt x="3208" y="3282"/>
                </a:lnTo>
                <a:lnTo>
                  <a:pt x="3209" y="3282"/>
                </a:lnTo>
                <a:lnTo>
                  <a:pt x="3210" y="3282"/>
                </a:lnTo>
                <a:lnTo>
                  <a:pt x="3211" y="3281"/>
                </a:lnTo>
                <a:lnTo>
                  <a:pt x="3212" y="3280"/>
                </a:lnTo>
                <a:lnTo>
                  <a:pt x="3213" y="3279"/>
                </a:lnTo>
                <a:lnTo>
                  <a:pt x="3213" y="3278"/>
                </a:lnTo>
                <a:lnTo>
                  <a:pt x="3214" y="3278"/>
                </a:lnTo>
                <a:lnTo>
                  <a:pt x="3214" y="3277"/>
                </a:lnTo>
                <a:lnTo>
                  <a:pt x="3214" y="3276"/>
                </a:lnTo>
                <a:lnTo>
                  <a:pt x="3213" y="3276"/>
                </a:lnTo>
                <a:lnTo>
                  <a:pt x="3213" y="3275"/>
                </a:lnTo>
                <a:lnTo>
                  <a:pt x="3213" y="3274"/>
                </a:lnTo>
                <a:lnTo>
                  <a:pt x="3212" y="3274"/>
                </a:lnTo>
                <a:lnTo>
                  <a:pt x="3212" y="3273"/>
                </a:lnTo>
                <a:lnTo>
                  <a:pt x="3212" y="3272"/>
                </a:lnTo>
                <a:lnTo>
                  <a:pt x="3211" y="3272"/>
                </a:lnTo>
                <a:lnTo>
                  <a:pt x="3211" y="3273"/>
                </a:lnTo>
                <a:lnTo>
                  <a:pt x="3211" y="3272"/>
                </a:lnTo>
                <a:lnTo>
                  <a:pt x="3210" y="3272"/>
                </a:lnTo>
                <a:lnTo>
                  <a:pt x="3209" y="3272"/>
                </a:lnTo>
                <a:lnTo>
                  <a:pt x="3208" y="3272"/>
                </a:lnTo>
                <a:lnTo>
                  <a:pt x="3207" y="3272"/>
                </a:lnTo>
                <a:lnTo>
                  <a:pt x="3207" y="3271"/>
                </a:lnTo>
                <a:lnTo>
                  <a:pt x="3206" y="3271"/>
                </a:lnTo>
                <a:lnTo>
                  <a:pt x="3205" y="3271"/>
                </a:lnTo>
                <a:lnTo>
                  <a:pt x="3205" y="3269"/>
                </a:lnTo>
                <a:lnTo>
                  <a:pt x="3205" y="3268"/>
                </a:lnTo>
                <a:lnTo>
                  <a:pt x="3205" y="3267"/>
                </a:lnTo>
                <a:lnTo>
                  <a:pt x="3206" y="3267"/>
                </a:lnTo>
                <a:lnTo>
                  <a:pt x="3207" y="3267"/>
                </a:lnTo>
                <a:lnTo>
                  <a:pt x="3207" y="3266"/>
                </a:lnTo>
                <a:lnTo>
                  <a:pt x="3207" y="3265"/>
                </a:lnTo>
                <a:lnTo>
                  <a:pt x="3208" y="3265"/>
                </a:lnTo>
                <a:lnTo>
                  <a:pt x="3209" y="3265"/>
                </a:lnTo>
                <a:lnTo>
                  <a:pt x="3209" y="3264"/>
                </a:lnTo>
                <a:lnTo>
                  <a:pt x="3210" y="3264"/>
                </a:lnTo>
                <a:lnTo>
                  <a:pt x="3209" y="3264"/>
                </a:lnTo>
                <a:lnTo>
                  <a:pt x="3208" y="3265"/>
                </a:lnTo>
                <a:lnTo>
                  <a:pt x="3207" y="3265"/>
                </a:lnTo>
                <a:lnTo>
                  <a:pt x="3207" y="3266"/>
                </a:lnTo>
                <a:lnTo>
                  <a:pt x="3207" y="3267"/>
                </a:lnTo>
                <a:lnTo>
                  <a:pt x="3206" y="3267"/>
                </a:lnTo>
                <a:lnTo>
                  <a:pt x="3205" y="3267"/>
                </a:lnTo>
                <a:lnTo>
                  <a:pt x="3205" y="3268"/>
                </a:lnTo>
                <a:lnTo>
                  <a:pt x="3205" y="3269"/>
                </a:lnTo>
                <a:lnTo>
                  <a:pt x="3205" y="3270"/>
                </a:lnTo>
                <a:lnTo>
                  <a:pt x="3205" y="3271"/>
                </a:lnTo>
                <a:lnTo>
                  <a:pt x="3204" y="3271"/>
                </a:lnTo>
                <a:lnTo>
                  <a:pt x="3203" y="3270"/>
                </a:lnTo>
                <a:lnTo>
                  <a:pt x="3204" y="3270"/>
                </a:lnTo>
                <a:lnTo>
                  <a:pt x="3204" y="3269"/>
                </a:lnTo>
                <a:lnTo>
                  <a:pt x="3203" y="3269"/>
                </a:lnTo>
                <a:lnTo>
                  <a:pt x="3204" y="3269"/>
                </a:lnTo>
                <a:lnTo>
                  <a:pt x="3204" y="3268"/>
                </a:lnTo>
                <a:lnTo>
                  <a:pt x="3205" y="3268"/>
                </a:lnTo>
                <a:lnTo>
                  <a:pt x="3205" y="3267"/>
                </a:lnTo>
                <a:lnTo>
                  <a:pt x="3205" y="3266"/>
                </a:lnTo>
                <a:lnTo>
                  <a:pt x="3205" y="3265"/>
                </a:lnTo>
                <a:lnTo>
                  <a:pt x="3206" y="3264"/>
                </a:lnTo>
                <a:lnTo>
                  <a:pt x="3205" y="3264"/>
                </a:lnTo>
                <a:lnTo>
                  <a:pt x="3205" y="3265"/>
                </a:lnTo>
                <a:lnTo>
                  <a:pt x="3204" y="3266"/>
                </a:lnTo>
                <a:lnTo>
                  <a:pt x="3205" y="3266"/>
                </a:lnTo>
                <a:lnTo>
                  <a:pt x="3205" y="3267"/>
                </a:lnTo>
                <a:lnTo>
                  <a:pt x="3204" y="3267"/>
                </a:lnTo>
                <a:lnTo>
                  <a:pt x="3203" y="3268"/>
                </a:lnTo>
                <a:lnTo>
                  <a:pt x="3202" y="3268"/>
                </a:lnTo>
                <a:lnTo>
                  <a:pt x="3201" y="3268"/>
                </a:lnTo>
                <a:lnTo>
                  <a:pt x="3201" y="3269"/>
                </a:lnTo>
                <a:lnTo>
                  <a:pt x="3200" y="3269"/>
                </a:lnTo>
                <a:lnTo>
                  <a:pt x="3199" y="3270"/>
                </a:lnTo>
                <a:lnTo>
                  <a:pt x="3198" y="3270"/>
                </a:lnTo>
                <a:lnTo>
                  <a:pt x="3197" y="3270"/>
                </a:lnTo>
                <a:lnTo>
                  <a:pt x="3196" y="3270"/>
                </a:lnTo>
                <a:lnTo>
                  <a:pt x="3196" y="3271"/>
                </a:lnTo>
                <a:lnTo>
                  <a:pt x="3195" y="3271"/>
                </a:lnTo>
                <a:lnTo>
                  <a:pt x="3195" y="3270"/>
                </a:lnTo>
                <a:lnTo>
                  <a:pt x="3194" y="3270"/>
                </a:lnTo>
                <a:lnTo>
                  <a:pt x="3193" y="3270"/>
                </a:lnTo>
                <a:lnTo>
                  <a:pt x="3192" y="3269"/>
                </a:lnTo>
                <a:lnTo>
                  <a:pt x="3191" y="3269"/>
                </a:lnTo>
                <a:lnTo>
                  <a:pt x="3190" y="3269"/>
                </a:lnTo>
                <a:lnTo>
                  <a:pt x="3190" y="3267"/>
                </a:lnTo>
                <a:lnTo>
                  <a:pt x="3190" y="3266"/>
                </a:lnTo>
                <a:lnTo>
                  <a:pt x="3189" y="3266"/>
                </a:lnTo>
                <a:lnTo>
                  <a:pt x="3189" y="3265"/>
                </a:lnTo>
                <a:lnTo>
                  <a:pt x="3189" y="3264"/>
                </a:lnTo>
                <a:lnTo>
                  <a:pt x="3188" y="3264"/>
                </a:lnTo>
                <a:lnTo>
                  <a:pt x="3187" y="3264"/>
                </a:lnTo>
                <a:lnTo>
                  <a:pt x="3186" y="3263"/>
                </a:lnTo>
                <a:lnTo>
                  <a:pt x="3187" y="3263"/>
                </a:lnTo>
                <a:lnTo>
                  <a:pt x="3186" y="3263"/>
                </a:lnTo>
                <a:lnTo>
                  <a:pt x="3186" y="3262"/>
                </a:lnTo>
                <a:lnTo>
                  <a:pt x="3185" y="3262"/>
                </a:lnTo>
                <a:lnTo>
                  <a:pt x="3185" y="3260"/>
                </a:lnTo>
                <a:lnTo>
                  <a:pt x="3186" y="3260"/>
                </a:lnTo>
                <a:lnTo>
                  <a:pt x="3187" y="3260"/>
                </a:lnTo>
                <a:lnTo>
                  <a:pt x="3187" y="3259"/>
                </a:lnTo>
                <a:lnTo>
                  <a:pt x="3187" y="3258"/>
                </a:lnTo>
                <a:lnTo>
                  <a:pt x="3187" y="3257"/>
                </a:lnTo>
                <a:lnTo>
                  <a:pt x="3186" y="3257"/>
                </a:lnTo>
                <a:lnTo>
                  <a:pt x="3186" y="3256"/>
                </a:lnTo>
                <a:lnTo>
                  <a:pt x="3187" y="3256"/>
                </a:lnTo>
                <a:lnTo>
                  <a:pt x="3188" y="3256"/>
                </a:lnTo>
                <a:lnTo>
                  <a:pt x="3189" y="3256"/>
                </a:lnTo>
                <a:lnTo>
                  <a:pt x="3190" y="3255"/>
                </a:lnTo>
                <a:lnTo>
                  <a:pt x="3189" y="3255"/>
                </a:lnTo>
                <a:lnTo>
                  <a:pt x="3188" y="3255"/>
                </a:lnTo>
                <a:lnTo>
                  <a:pt x="3189" y="3254"/>
                </a:lnTo>
                <a:lnTo>
                  <a:pt x="3189" y="3253"/>
                </a:lnTo>
                <a:lnTo>
                  <a:pt x="3189" y="3254"/>
                </a:lnTo>
                <a:lnTo>
                  <a:pt x="3188" y="3255"/>
                </a:lnTo>
                <a:lnTo>
                  <a:pt x="3187" y="3255"/>
                </a:lnTo>
                <a:lnTo>
                  <a:pt x="3187" y="3254"/>
                </a:lnTo>
                <a:lnTo>
                  <a:pt x="3186" y="3254"/>
                </a:lnTo>
                <a:lnTo>
                  <a:pt x="3186" y="3253"/>
                </a:lnTo>
                <a:lnTo>
                  <a:pt x="3187" y="3253"/>
                </a:lnTo>
                <a:lnTo>
                  <a:pt x="3187" y="3252"/>
                </a:lnTo>
                <a:lnTo>
                  <a:pt x="3186" y="3252"/>
                </a:lnTo>
                <a:lnTo>
                  <a:pt x="3185" y="3252"/>
                </a:lnTo>
                <a:lnTo>
                  <a:pt x="3185" y="3251"/>
                </a:lnTo>
                <a:lnTo>
                  <a:pt x="3185" y="3250"/>
                </a:lnTo>
                <a:lnTo>
                  <a:pt x="3184" y="3250"/>
                </a:lnTo>
                <a:lnTo>
                  <a:pt x="3184" y="3249"/>
                </a:lnTo>
                <a:lnTo>
                  <a:pt x="3183" y="3249"/>
                </a:lnTo>
                <a:lnTo>
                  <a:pt x="3183" y="3250"/>
                </a:lnTo>
                <a:lnTo>
                  <a:pt x="3184" y="3250"/>
                </a:lnTo>
                <a:lnTo>
                  <a:pt x="3185" y="3250"/>
                </a:lnTo>
                <a:lnTo>
                  <a:pt x="3185" y="3251"/>
                </a:lnTo>
                <a:lnTo>
                  <a:pt x="3185" y="3252"/>
                </a:lnTo>
                <a:lnTo>
                  <a:pt x="3184" y="3252"/>
                </a:lnTo>
                <a:lnTo>
                  <a:pt x="3184" y="3251"/>
                </a:lnTo>
                <a:lnTo>
                  <a:pt x="3183" y="3251"/>
                </a:lnTo>
                <a:lnTo>
                  <a:pt x="3184" y="3251"/>
                </a:lnTo>
                <a:lnTo>
                  <a:pt x="3184" y="3252"/>
                </a:lnTo>
                <a:lnTo>
                  <a:pt x="3184" y="3253"/>
                </a:lnTo>
                <a:lnTo>
                  <a:pt x="3185" y="3253"/>
                </a:lnTo>
                <a:lnTo>
                  <a:pt x="3186" y="3253"/>
                </a:lnTo>
                <a:lnTo>
                  <a:pt x="3186" y="3254"/>
                </a:lnTo>
                <a:lnTo>
                  <a:pt x="3185" y="3254"/>
                </a:lnTo>
                <a:lnTo>
                  <a:pt x="3185" y="3256"/>
                </a:lnTo>
                <a:lnTo>
                  <a:pt x="3185" y="3257"/>
                </a:lnTo>
                <a:lnTo>
                  <a:pt x="3184" y="3258"/>
                </a:lnTo>
                <a:lnTo>
                  <a:pt x="3185" y="3259"/>
                </a:lnTo>
                <a:lnTo>
                  <a:pt x="3184" y="3259"/>
                </a:lnTo>
                <a:lnTo>
                  <a:pt x="3184" y="3260"/>
                </a:lnTo>
                <a:lnTo>
                  <a:pt x="3183" y="3259"/>
                </a:lnTo>
                <a:lnTo>
                  <a:pt x="3182" y="3259"/>
                </a:lnTo>
                <a:lnTo>
                  <a:pt x="3183" y="3260"/>
                </a:lnTo>
                <a:lnTo>
                  <a:pt x="3184" y="3260"/>
                </a:lnTo>
                <a:lnTo>
                  <a:pt x="3184" y="3261"/>
                </a:lnTo>
                <a:lnTo>
                  <a:pt x="3183" y="3261"/>
                </a:lnTo>
                <a:lnTo>
                  <a:pt x="3184" y="3262"/>
                </a:lnTo>
                <a:lnTo>
                  <a:pt x="3184" y="3263"/>
                </a:lnTo>
                <a:lnTo>
                  <a:pt x="3184" y="3264"/>
                </a:lnTo>
                <a:lnTo>
                  <a:pt x="3185" y="3264"/>
                </a:lnTo>
                <a:lnTo>
                  <a:pt x="3185" y="3265"/>
                </a:lnTo>
                <a:lnTo>
                  <a:pt x="3184" y="3265"/>
                </a:lnTo>
                <a:lnTo>
                  <a:pt x="3185" y="3266"/>
                </a:lnTo>
                <a:lnTo>
                  <a:pt x="3186" y="3266"/>
                </a:lnTo>
                <a:lnTo>
                  <a:pt x="3187" y="3266"/>
                </a:lnTo>
                <a:lnTo>
                  <a:pt x="3187" y="3267"/>
                </a:lnTo>
                <a:lnTo>
                  <a:pt x="3186" y="3267"/>
                </a:lnTo>
                <a:lnTo>
                  <a:pt x="3187" y="3267"/>
                </a:lnTo>
                <a:lnTo>
                  <a:pt x="3187" y="3268"/>
                </a:lnTo>
                <a:lnTo>
                  <a:pt x="3186" y="3268"/>
                </a:lnTo>
                <a:lnTo>
                  <a:pt x="3185" y="3268"/>
                </a:lnTo>
                <a:lnTo>
                  <a:pt x="3183" y="3268"/>
                </a:lnTo>
                <a:lnTo>
                  <a:pt x="3182" y="3268"/>
                </a:lnTo>
                <a:lnTo>
                  <a:pt x="3182" y="3267"/>
                </a:lnTo>
                <a:lnTo>
                  <a:pt x="3181" y="3267"/>
                </a:lnTo>
                <a:lnTo>
                  <a:pt x="3180" y="3267"/>
                </a:lnTo>
                <a:lnTo>
                  <a:pt x="3179" y="3267"/>
                </a:lnTo>
                <a:lnTo>
                  <a:pt x="3178" y="3268"/>
                </a:lnTo>
                <a:lnTo>
                  <a:pt x="3177" y="3268"/>
                </a:lnTo>
                <a:lnTo>
                  <a:pt x="3176" y="3269"/>
                </a:lnTo>
                <a:lnTo>
                  <a:pt x="3176" y="3270"/>
                </a:lnTo>
                <a:lnTo>
                  <a:pt x="3175" y="3270"/>
                </a:lnTo>
                <a:lnTo>
                  <a:pt x="3175" y="3269"/>
                </a:lnTo>
                <a:lnTo>
                  <a:pt x="3174" y="3269"/>
                </a:lnTo>
                <a:lnTo>
                  <a:pt x="3174" y="3268"/>
                </a:lnTo>
                <a:lnTo>
                  <a:pt x="3175" y="3267"/>
                </a:lnTo>
                <a:lnTo>
                  <a:pt x="3174" y="3267"/>
                </a:lnTo>
                <a:lnTo>
                  <a:pt x="3174" y="3266"/>
                </a:lnTo>
                <a:lnTo>
                  <a:pt x="3174" y="3265"/>
                </a:lnTo>
                <a:lnTo>
                  <a:pt x="3173" y="3265"/>
                </a:lnTo>
                <a:lnTo>
                  <a:pt x="3172" y="3265"/>
                </a:lnTo>
                <a:lnTo>
                  <a:pt x="3172" y="3264"/>
                </a:lnTo>
                <a:lnTo>
                  <a:pt x="3173" y="3264"/>
                </a:lnTo>
                <a:lnTo>
                  <a:pt x="3174" y="3264"/>
                </a:lnTo>
                <a:lnTo>
                  <a:pt x="3173" y="3263"/>
                </a:lnTo>
                <a:lnTo>
                  <a:pt x="3173" y="3262"/>
                </a:lnTo>
                <a:lnTo>
                  <a:pt x="3172" y="3262"/>
                </a:lnTo>
                <a:lnTo>
                  <a:pt x="3172" y="3261"/>
                </a:lnTo>
                <a:lnTo>
                  <a:pt x="3172" y="3260"/>
                </a:lnTo>
                <a:lnTo>
                  <a:pt x="3173" y="3260"/>
                </a:lnTo>
                <a:lnTo>
                  <a:pt x="3173" y="3259"/>
                </a:lnTo>
                <a:lnTo>
                  <a:pt x="3173" y="3258"/>
                </a:lnTo>
                <a:lnTo>
                  <a:pt x="3173" y="3257"/>
                </a:lnTo>
                <a:lnTo>
                  <a:pt x="3172" y="3257"/>
                </a:lnTo>
                <a:lnTo>
                  <a:pt x="3172" y="3258"/>
                </a:lnTo>
                <a:lnTo>
                  <a:pt x="3172" y="3259"/>
                </a:lnTo>
                <a:lnTo>
                  <a:pt x="3171" y="3259"/>
                </a:lnTo>
                <a:lnTo>
                  <a:pt x="3171" y="3260"/>
                </a:lnTo>
                <a:lnTo>
                  <a:pt x="3170" y="3260"/>
                </a:lnTo>
                <a:lnTo>
                  <a:pt x="3170" y="3259"/>
                </a:lnTo>
                <a:lnTo>
                  <a:pt x="3169" y="3259"/>
                </a:lnTo>
                <a:lnTo>
                  <a:pt x="3169" y="3258"/>
                </a:lnTo>
                <a:lnTo>
                  <a:pt x="3169" y="3259"/>
                </a:lnTo>
                <a:lnTo>
                  <a:pt x="3168" y="3259"/>
                </a:lnTo>
                <a:lnTo>
                  <a:pt x="3168" y="3258"/>
                </a:lnTo>
                <a:lnTo>
                  <a:pt x="3168" y="3259"/>
                </a:lnTo>
                <a:lnTo>
                  <a:pt x="3169" y="3259"/>
                </a:lnTo>
                <a:lnTo>
                  <a:pt x="3169" y="3261"/>
                </a:lnTo>
                <a:lnTo>
                  <a:pt x="3168" y="3261"/>
                </a:lnTo>
                <a:lnTo>
                  <a:pt x="3169" y="3263"/>
                </a:lnTo>
                <a:lnTo>
                  <a:pt x="3168" y="3264"/>
                </a:lnTo>
                <a:lnTo>
                  <a:pt x="3167" y="3264"/>
                </a:lnTo>
                <a:lnTo>
                  <a:pt x="3166" y="3262"/>
                </a:lnTo>
                <a:lnTo>
                  <a:pt x="3166" y="3261"/>
                </a:lnTo>
                <a:lnTo>
                  <a:pt x="3166" y="3260"/>
                </a:lnTo>
                <a:lnTo>
                  <a:pt x="3166" y="3259"/>
                </a:lnTo>
                <a:lnTo>
                  <a:pt x="3166" y="3257"/>
                </a:lnTo>
                <a:lnTo>
                  <a:pt x="3166" y="3256"/>
                </a:lnTo>
                <a:lnTo>
                  <a:pt x="3167" y="3255"/>
                </a:lnTo>
                <a:lnTo>
                  <a:pt x="3167" y="3254"/>
                </a:lnTo>
                <a:lnTo>
                  <a:pt x="3167" y="3253"/>
                </a:lnTo>
                <a:lnTo>
                  <a:pt x="3168" y="3253"/>
                </a:lnTo>
                <a:lnTo>
                  <a:pt x="3168" y="3252"/>
                </a:lnTo>
                <a:lnTo>
                  <a:pt x="3169" y="3252"/>
                </a:lnTo>
                <a:lnTo>
                  <a:pt x="3169" y="3251"/>
                </a:lnTo>
                <a:lnTo>
                  <a:pt x="3169" y="3250"/>
                </a:lnTo>
                <a:lnTo>
                  <a:pt x="3168" y="3251"/>
                </a:lnTo>
                <a:lnTo>
                  <a:pt x="3168" y="3252"/>
                </a:lnTo>
                <a:lnTo>
                  <a:pt x="3167" y="3252"/>
                </a:lnTo>
                <a:lnTo>
                  <a:pt x="3167" y="3251"/>
                </a:lnTo>
                <a:lnTo>
                  <a:pt x="3167" y="3250"/>
                </a:lnTo>
                <a:lnTo>
                  <a:pt x="3167" y="3251"/>
                </a:lnTo>
                <a:lnTo>
                  <a:pt x="3167" y="3252"/>
                </a:lnTo>
                <a:lnTo>
                  <a:pt x="3167" y="3253"/>
                </a:lnTo>
                <a:lnTo>
                  <a:pt x="3166" y="3253"/>
                </a:lnTo>
                <a:lnTo>
                  <a:pt x="3166" y="3254"/>
                </a:lnTo>
                <a:lnTo>
                  <a:pt x="3165" y="3253"/>
                </a:lnTo>
                <a:lnTo>
                  <a:pt x="3165" y="3254"/>
                </a:lnTo>
                <a:lnTo>
                  <a:pt x="3166" y="3254"/>
                </a:lnTo>
                <a:lnTo>
                  <a:pt x="3166" y="3255"/>
                </a:lnTo>
                <a:lnTo>
                  <a:pt x="3165" y="3256"/>
                </a:lnTo>
                <a:lnTo>
                  <a:pt x="3165" y="3257"/>
                </a:lnTo>
                <a:lnTo>
                  <a:pt x="3165" y="3260"/>
                </a:lnTo>
                <a:lnTo>
                  <a:pt x="3164" y="3260"/>
                </a:lnTo>
                <a:lnTo>
                  <a:pt x="3163" y="3260"/>
                </a:lnTo>
                <a:lnTo>
                  <a:pt x="3162" y="3259"/>
                </a:lnTo>
                <a:lnTo>
                  <a:pt x="3162" y="3258"/>
                </a:lnTo>
                <a:lnTo>
                  <a:pt x="3162" y="3257"/>
                </a:lnTo>
                <a:lnTo>
                  <a:pt x="3162" y="3256"/>
                </a:lnTo>
                <a:lnTo>
                  <a:pt x="3162" y="3255"/>
                </a:lnTo>
                <a:lnTo>
                  <a:pt x="3162" y="3254"/>
                </a:lnTo>
                <a:lnTo>
                  <a:pt x="3161" y="3253"/>
                </a:lnTo>
                <a:lnTo>
                  <a:pt x="3160" y="3253"/>
                </a:lnTo>
                <a:lnTo>
                  <a:pt x="3160" y="3252"/>
                </a:lnTo>
                <a:lnTo>
                  <a:pt x="3159" y="3252"/>
                </a:lnTo>
                <a:lnTo>
                  <a:pt x="3159" y="3251"/>
                </a:lnTo>
                <a:lnTo>
                  <a:pt x="3159" y="3250"/>
                </a:lnTo>
                <a:lnTo>
                  <a:pt x="3160" y="3250"/>
                </a:lnTo>
                <a:lnTo>
                  <a:pt x="3161" y="3250"/>
                </a:lnTo>
                <a:lnTo>
                  <a:pt x="3161" y="3249"/>
                </a:lnTo>
                <a:lnTo>
                  <a:pt x="3160" y="3249"/>
                </a:lnTo>
                <a:lnTo>
                  <a:pt x="3161" y="3249"/>
                </a:lnTo>
                <a:lnTo>
                  <a:pt x="3161" y="3248"/>
                </a:lnTo>
                <a:lnTo>
                  <a:pt x="3162" y="3248"/>
                </a:lnTo>
                <a:lnTo>
                  <a:pt x="3162" y="3247"/>
                </a:lnTo>
                <a:lnTo>
                  <a:pt x="3163" y="3247"/>
                </a:lnTo>
                <a:lnTo>
                  <a:pt x="3162" y="3247"/>
                </a:lnTo>
                <a:lnTo>
                  <a:pt x="3163" y="3246"/>
                </a:lnTo>
                <a:lnTo>
                  <a:pt x="3164" y="3245"/>
                </a:lnTo>
                <a:lnTo>
                  <a:pt x="3163" y="3245"/>
                </a:lnTo>
                <a:lnTo>
                  <a:pt x="3163" y="3244"/>
                </a:lnTo>
                <a:lnTo>
                  <a:pt x="3163" y="3243"/>
                </a:lnTo>
                <a:lnTo>
                  <a:pt x="3164" y="3243"/>
                </a:lnTo>
                <a:lnTo>
                  <a:pt x="3165" y="3242"/>
                </a:lnTo>
                <a:lnTo>
                  <a:pt x="3166" y="3242"/>
                </a:lnTo>
                <a:lnTo>
                  <a:pt x="3165" y="3241"/>
                </a:lnTo>
                <a:lnTo>
                  <a:pt x="3164" y="3240"/>
                </a:lnTo>
                <a:lnTo>
                  <a:pt x="3164" y="3241"/>
                </a:lnTo>
                <a:lnTo>
                  <a:pt x="3163" y="3241"/>
                </a:lnTo>
                <a:lnTo>
                  <a:pt x="3163" y="3240"/>
                </a:lnTo>
                <a:lnTo>
                  <a:pt x="3163" y="3241"/>
                </a:lnTo>
                <a:lnTo>
                  <a:pt x="3162" y="3241"/>
                </a:lnTo>
                <a:lnTo>
                  <a:pt x="3161" y="3241"/>
                </a:lnTo>
                <a:lnTo>
                  <a:pt x="3160" y="3241"/>
                </a:lnTo>
                <a:lnTo>
                  <a:pt x="3159" y="3241"/>
                </a:lnTo>
                <a:lnTo>
                  <a:pt x="3159" y="3240"/>
                </a:lnTo>
                <a:lnTo>
                  <a:pt x="3159" y="3241"/>
                </a:lnTo>
                <a:lnTo>
                  <a:pt x="3158" y="3241"/>
                </a:lnTo>
                <a:lnTo>
                  <a:pt x="3158" y="3239"/>
                </a:lnTo>
                <a:lnTo>
                  <a:pt x="3158" y="3238"/>
                </a:lnTo>
                <a:lnTo>
                  <a:pt x="3158" y="3239"/>
                </a:lnTo>
                <a:lnTo>
                  <a:pt x="3157" y="3239"/>
                </a:lnTo>
                <a:lnTo>
                  <a:pt x="3157" y="3240"/>
                </a:lnTo>
                <a:lnTo>
                  <a:pt x="3156" y="3240"/>
                </a:lnTo>
                <a:lnTo>
                  <a:pt x="3156" y="3241"/>
                </a:lnTo>
                <a:lnTo>
                  <a:pt x="3155" y="3242"/>
                </a:lnTo>
                <a:lnTo>
                  <a:pt x="3155" y="3241"/>
                </a:lnTo>
                <a:lnTo>
                  <a:pt x="3154" y="3241"/>
                </a:lnTo>
                <a:lnTo>
                  <a:pt x="3153" y="3241"/>
                </a:lnTo>
                <a:lnTo>
                  <a:pt x="3153" y="3242"/>
                </a:lnTo>
                <a:lnTo>
                  <a:pt x="3154" y="3242"/>
                </a:lnTo>
                <a:lnTo>
                  <a:pt x="3154" y="3243"/>
                </a:lnTo>
                <a:lnTo>
                  <a:pt x="3153" y="3243"/>
                </a:lnTo>
                <a:lnTo>
                  <a:pt x="3152" y="3243"/>
                </a:lnTo>
                <a:lnTo>
                  <a:pt x="3153" y="3243"/>
                </a:lnTo>
                <a:lnTo>
                  <a:pt x="3153" y="3244"/>
                </a:lnTo>
                <a:lnTo>
                  <a:pt x="3153" y="3245"/>
                </a:lnTo>
                <a:lnTo>
                  <a:pt x="3152" y="3245"/>
                </a:lnTo>
                <a:lnTo>
                  <a:pt x="3152" y="3246"/>
                </a:lnTo>
                <a:lnTo>
                  <a:pt x="3151" y="3246"/>
                </a:lnTo>
                <a:lnTo>
                  <a:pt x="3151" y="3245"/>
                </a:lnTo>
                <a:lnTo>
                  <a:pt x="3150" y="3245"/>
                </a:lnTo>
                <a:lnTo>
                  <a:pt x="3150" y="3244"/>
                </a:lnTo>
                <a:lnTo>
                  <a:pt x="3150" y="3243"/>
                </a:lnTo>
                <a:lnTo>
                  <a:pt x="3150" y="3242"/>
                </a:lnTo>
                <a:lnTo>
                  <a:pt x="3150" y="3243"/>
                </a:lnTo>
                <a:lnTo>
                  <a:pt x="3149" y="3243"/>
                </a:lnTo>
                <a:lnTo>
                  <a:pt x="3150" y="3243"/>
                </a:lnTo>
                <a:lnTo>
                  <a:pt x="3150" y="3244"/>
                </a:lnTo>
                <a:lnTo>
                  <a:pt x="3150" y="3245"/>
                </a:lnTo>
                <a:lnTo>
                  <a:pt x="3151" y="3245"/>
                </a:lnTo>
                <a:lnTo>
                  <a:pt x="3151" y="3246"/>
                </a:lnTo>
                <a:lnTo>
                  <a:pt x="3151" y="3247"/>
                </a:lnTo>
                <a:lnTo>
                  <a:pt x="3152" y="3247"/>
                </a:lnTo>
                <a:lnTo>
                  <a:pt x="3153" y="3248"/>
                </a:lnTo>
                <a:lnTo>
                  <a:pt x="3154" y="3248"/>
                </a:lnTo>
                <a:lnTo>
                  <a:pt x="3154" y="3249"/>
                </a:lnTo>
                <a:lnTo>
                  <a:pt x="3154" y="3250"/>
                </a:lnTo>
                <a:lnTo>
                  <a:pt x="3154" y="3251"/>
                </a:lnTo>
                <a:lnTo>
                  <a:pt x="3154" y="3252"/>
                </a:lnTo>
                <a:lnTo>
                  <a:pt x="3155" y="3252"/>
                </a:lnTo>
                <a:lnTo>
                  <a:pt x="3155" y="3253"/>
                </a:lnTo>
                <a:lnTo>
                  <a:pt x="3154" y="3253"/>
                </a:lnTo>
                <a:lnTo>
                  <a:pt x="3155" y="3253"/>
                </a:lnTo>
                <a:lnTo>
                  <a:pt x="3156" y="3253"/>
                </a:lnTo>
                <a:lnTo>
                  <a:pt x="3156" y="3254"/>
                </a:lnTo>
                <a:lnTo>
                  <a:pt x="3156" y="3255"/>
                </a:lnTo>
                <a:lnTo>
                  <a:pt x="3157" y="3255"/>
                </a:lnTo>
                <a:lnTo>
                  <a:pt x="3158" y="3255"/>
                </a:lnTo>
                <a:lnTo>
                  <a:pt x="3158" y="3256"/>
                </a:lnTo>
                <a:lnTo>
                  <a:pt x="3157" y="3256"/>
                </a:lnTo>
                <a:lnTo>
                  <a:pt x="3157" y="3257"/>
                </a:lnTo>
                <a:lnTo>
                  <a:pt x="3156" y="3257"/>
                </a:lnTo>
                <a:lnTo>
                  <a:pt x="3155" y="3258"/>
                </a:lnTo>
                <a:lnTo>
                  <a:pt x="3154" y="3258"/>
                </a:lnTo>
                <a:lnTo>
                  <a:pt x="3155" y="3258"/>
                </a:lnTo>
                <a:lnTo>
                  <a:pt x="3155" y="3257"/>
                </a:lnTo>
                <a:lnTo>
                  <a:pt x="3154" y="3257"/>
                </a:lnTo>
                <a:lnTo>
                  <a:pt x="3154" y="3258"/>
                </a:lnTo>
                <a:lnTo>
                  <a:pt x="3154" y="3257"/>
                </a:lnTo>
                <a:lnTo>
                  <a:pt x="3154" y="3256"/>
                </a:lnTo>
                <a:lnTo>
                  <a:pt x="3154" y="3255"/>
                </a:lnTo>
                <a:lnTo>
                  <a:pt x="3154" y="3256"/>
                </a:lnTo>
                <a:lnTo>
                  <a:pt x="3154" y="3257"/>
                </a:lnTo>
                <a:lnTo>
                  <a:pt x="3154" y="3258"/>
                </a:lnTo>
                <a:lnTo>
                  <a:pt x="3154" y="3259"/>
                </a:lnTo>
                <a:lnTo>
                  <a:pt x="3154" y="3260"/>
                </a:lnTo>
                <a:lnTo>
                  <a:pt x="3154" y="3259"/>
                </a:lnTo>
                <a:lnTo>
                  <a:pt x="3155" y="3259"/>
                </a:lnTo>
                <a:lnTo>
                  <a:pt x="3155" y="3260"/>
                </a:lnTo>
                <a:lnTo>
                  <a:pt x="3156" y="3260"/>
                </a:lnTo>
                <a:lnTo>
                  <a:pt x="3156" y="3259"/>
                </a:lnTo>
                <a:lnTo>
                  <a:pt x="3156" y="3258"/>
                </a:lnTo>
                <a:lnTo>
                  <a:pt x="3157" y="3258"/>
                </a:lnTo>
                <a:lnTo>
                  <a:pt x="3157" y="3257"/>
                </a:lnTo>
                <a:lnTo>
                  <a:pt x="3158" y="3258"/>
                </a:lnTo>
                <a:lnTo>
                  <a:pt x="3158" y="3259"/>
                </a:lnTo>
                <a:lnTo>
                  <a:pt x="3157" y="3260"/>
                </a:lnTo>
                <a:lnTo>
                  <a:pt x="3157" y="3261"/>
                </a:lnTo>
                <a:lnTo>
                  <a:pt x="3156" y="3261"/>
                </a:lnTo>
                <a:lnTo>
                  <a:pt x="3156" y="3262"/>
                </a:lnTo>
                <a:lnTo>
                  <a:pt x="3157" y="3262"/>
                </a:lnTo>
                <a:lnTo>
                  <a:pt x="3157" y="3261"/>
                </a:lnTo>
                <a:lnTo>
                  <a:pt x="3158" y="3261"/>
                </a:lnTo>
                <a:lnTo>
                  <a:pt x="3159" y="3260"/>
                </a:lnTo>
                <a:lnTo>
                  <a:pt x="3158" y="3260"/>
                </a:lnTo>
                <a:lnTo>
                  <a:pt x="3159" y="3260"/>
                </a:lnTo>
                <a:lnTo>
                  <a:pt x="3160" y="3261"/>
                </a:lnTo>
                <a:lnTo>
                  <a:pt x="3160" y="3262"/>
                </a:lnTo>
                <a:lnTo>
                  <a:pt x="3159" y="3263"/>
                </a:lnTo>
                <a:lnTo>
                  <a:pt x="3160" y="3264"/>
                </a:lnTo>
                <a:lnTo>
                  <a:pt x="3159" y="3264"/>
                </a:lnTo>
                <a:lnTo>
                  <a:pt x="3158" y="3264"/>
                </a:lnTo>
                <a:lnTo>
                  <a:pt x="3158" y="3265"/>
                </a:lnTo>
                <a:lnTo>
                  <a:pt x="3157" y="3265"/>
                </a:lnTo>
                <a:lnTo>
                  <a:pt x="3158" y="3265"/>
                </a:lnTo>
                <a:lnTo>
                  <a:pt x="3158" y="3264"/>
                </a:lnTo>
                <a:lnTo>
                  <a:pt x="3159" y="3264"/>
                </a:lnTo>
                <a:lnTo>
                  <a:pt x="3159" y="3265"/>
                </a:lnTo>
                <a:lnTo>
                  <a:pt x="3158" y="3265"/>
                </a:lnTo>
                <a:lnTo>
                  <a:pt x="3158" y="3266"/>
                </a:lnTo>
                <a:lnTo>
                  <a:pt x="3158" y="3267"/>
                </a:lnTo>
                <a:lnTo>
                  <a:pt x="3157" y="3267"/>
                </a:lnTo>
                <a:lnTo>
                  <a:pt x="3156" y="3267"/>
                </a:lnTo>
                <a:lnTo>
                  <a:pt x="3157" y="3267"/>
                </a:lnTo>
                <a:lnTo>
                  <a:pt x="3156" y="3267"/>
                </a:lnTo>
                <a:lnTo>
                  <a:pt x="3156" y="3266"/>
                </a:lnTo>
                <a:lnTo>
                  <a:pt x="3156" y="3267"/>
                </a:lnTo>
                <a:lnTo>
                  <a:pt x="3156" y="3268"/>
                </a:lnTo>
                <a:lnTo>
                  <a:pt x="3156" y="3269"/>
                </a:lnTo>
                <a:lnTo>
                  <a:pt x="3156" y="3270"/>
                </a:lnTo>
                <a:lnTo>
                  <a:pt x="3155" y="3270"/>
                </a:lnTo>
                <a:lnTo>
                  <a:pt x="3156" y="3270"/>
                </a:lnTo>
                <a:lnTo>
                  <a:pt x="3155" y="3271"/>
                </a:lnTo>
                <a:lnTo>
                  <a:pt x="3153" y="3272"/>
                </a:lnTo>
                <a:lnTo>
                  <a:pt x="3152" y="3272"/>
                </a:lnTo>
                <a:lnTo>
                  <a:pt x="3151" y="3272"/>
                </a:lnTo>
                <a:lnTo>
                  <a:pt x="3151" y="3271"/>
                </a:lnTo>
                <a:lnTo>
                  <a:pt x="3152" y="3271"/>
                </a:lnTo>
                <a:lnTo>
                  <a:pt x="3152" y="3270"/>
                </a:lnTo>
                <a:lnTo>
                  <a:pt x="3153" y="3270"/>
                </a:lnTo>
                <a:lnTo>
                  <a:pt x="3153" y="3269"/>
                </a:lnTo>
                <a:lnTo>
                  <a:pt x="3152" y="3269"/>
                </a:lnTo>
                <a:lnTo>
                  <a:pt x="3152" y="3270"/>
                </a:lnTo>
                <a:lnTo>
                  <a:pt x="3151" y="3271"/>
                </a:lnTo>
                <a:lnTo>
                  <a:pt x="3151" y="3272"/>
                </a:lnTo>
                <a:lnTo>
                  <a:pt x="3151" y="3273"/>
                </a:lnTo>
                <a:lnTo>
                  <a:pt x="3152" y="3273"/>
                </a:lnTo>
                <a:lnTo>
                  <a:pt x="3152" y="3274"/>
                </a:lnTo>
                <a:lnTo>
                  <a:pt x="3151" y="3274"/>
                </a:lnTo>
                <a:lnTo>
                  <a:pt x="3150" y="3274"/>
                </a:lnTo>
                <a:lnTo>
                  <a:pt x="3151" y="3274"/>
                </a:lnTo>
                <a:lnTo>
                  <a:pt x="3151" y="3275"/>
                </a:lnTo>
                <a:lnTo>
                  <a:pt x="3150" y="3275"/>
                </a:lnTo>
                <a:lnTo>
                  <a:pt x="3149" y="3275"/>
                </a:lnTo>
                <a:lnTo>
                  <a:pt x="3148" y="3275"/>
                </a:lnTo>
                <a:lnTo>
                  <a:pt x="3146" y="3275"/>
                </a:lnTo>
                <a:lnTo>
                  <a:pt x="3145" y="3276"/>
                </a:lnTo>
                <a:lnTo>
                  <a:pt x="3145" y="3277"/>
                </a:lnTo>
                <a:lnTo>
                  <a:pt x="3142" y="3277"/>
                </a:lnTo>
                <a:lnTo>
                  <a:pt x="3142" y="3276"/>
                </a:lnTo>
                <a:lnTo>
                  <a:pt x="3142" y="3275"/>
                </a:lnTo>
                <a:lnTo>
                  <a:pt x="3143" y="3273"/>
                </a:lnTo>
                <a:lnTo>
                  <a:pt x="3144" y="3273"/>
                </a:lnTo>
                <a:lnTo>
                  <a:pt x="3144" y="3272"/>
                </a:lnTo>
                <a:lnTo>
                  <a:pt x="3143" y="3271"/>
                </a:lnTo>
                <a:lnTo>
                  <a:pt x="3144" y="3271"/>
                </a:lnTo>
                <a:lnTo>
                  <a:pt x="3145" y="3271"/>
                </a:lnTo>
                <a:lnTo>
                  <a:pt x="3146" y="3270"/>
                </a:lnTo>
                <a:lnTo>
                  <a:pt x="3147" y="3271"/>
                </a:lnTo>
                <a:lnTo>
                  <a:pt x="3147" y="3270"/>
                </a:lnTo>
                <a:lnTo>
                  <a:pt x="3148" y="3270"/>
                </a:lnTo>
                <a:lnTo>
                  <a:pt x="3148" y="3269"/>
                </a:lnTo>
                <a:lnTo>
                  <a:pt x="3147" y="3269"/>
                </a:lnTo>
                <a:lnTo>
                  <a:pt x="3147" y="3270"/>
                </a:lnTo>
                <a:lnTo>
                  <a:pt x="3146" y="3270"/>
                </a:lnTo>
                <a:lnTo>
                  <a:pt x="3146" y="3269"/>
                </a:lnTo>
                <a:lnTo>
                  <a:pt x="3146" y="3268"/>
                </a:lnTo>
                <a:lnTo>
                  <a:pt x="3147" y="3268"/>
                </a:lnTo>
                <a:lnTo>
                  <a:pt x="3146" y="3268"/>
                </a:lnTo>
                <a:lnTo>
                  <a:pt x="3146" y="3267"/>
                </a:lnTo>
                <a:lnTo>
                  <a:pt x="3147" y="3267"/>
                </a:lnTo>
                <a:lnTo>
                  <a:pt x="3148" y="3266"/>
                </a:lnTo>
                <a:lnTo>
                  <a:pt x="3148" y="3265"/>
                </a:lnTo>
                <a:lnTo>
                  <a:pt x="3149" y="3265"/>
                </a:lnTo>
                <a:lnTo>
                  <a:pt x="3150" y="3265"/>
                </a:lnTo>
                <a:lnTo>
                  <a:pt x="3150" y="3264"/>
                </a:lnTo>
                <a:lnTo>
                  <a:pt x="3151" y="3264"/>
                </a:lnTo>
                <a:lnTo>
                  <a:pt x="3151" y="3263"/>
                </a:lnTo>
                <a:lnTo>
                  <a:pt x="3149" y="3263"/>
                </a:lnTo>
                <a:lnTo>
                  <a:pt x="3149" y="3264"/>
                </a:lnTo>
                <a:lnTo>
                  <a:pt x="3148" y="3264"/>
                </a:lnTo>
                <a:lnTo>
                  <a:pt x="3147" y="3264"/>
                </a:lnTo>
                <a:lnTo>
                  <a:pt x="3147" y="3265"/>
                </a:lnTo>
                <a:lnTo>
                  <a:pt x="3147" y="3264"/>
                </a:lnTo>
                <a:lnTo>
                  <a:pt x="3146" y="3265"/>
                </a:lnTo>
                <a:lnTo>
                  <a:pt x="3146" y="3264"/>
                </a:lnTo>
                <a:lnTo>
                  <a:pt x="3146" y="3263"/>
                </a:lnTo>
                <a:lnTo>
                  <a:pt x="3147" y="3263"/>
                </a:lnTo>
                <a:lnTo>
                  <a:pt x="3147" y="3262"/>
                </a:lnTo>
                <a:lnTo>
                  <a:pt x="3148" y="3262"/>
                </a:lnTo>
                <a:lnTo>
                  <a:pt x="3147" y="3262"/>
                </a:lnTo>
                <a:lnTo>
                  <a:pt x="3148" y="3262"/>
                </a:lnTo>
                <a:lnTo>
                  <a:pt x="3148" y="3261"/>
                </a:lnTo>
                <a:lnTo>
                  <a:pt x="3147" y="3261"/>
                </a:lnTo>
                <a:lnTo>
                  <a:pt x="3146" y="3261"/>
                </a:lnTo>
                <a:lnTo>
                  <a:pt x="3146" y="3262"/>
                </a:lnTo>
                <a:lnTo>
                  <a:pt x="3146" y="3263"/>
                </a:lnTo>
                <a:lnTo>
                  <a:pt x="3145" y="3264"/>
                </a:lnTo>
                <a:lnTo>
                  <a:pt x="3144" y="3264"/>
                </a:lnTo>
                <a:lnTo>
                  <a:pt x="3144" y="3263"/>
                </a:lnTo>
                <a:lnTo>
                  <a:pt x="3143" y="3263"/>
                </a:lnTo>
                <a:lnTo>
                  <a:pt x="3142" y="3263"/>
                </a:lnTo>
                <a:lnTo>
                  <a:pt x="3142" y="3262"/>
                </a:lnTo>
                <a:lnTo>
                  <a:pt x="3142" y="3261"/>
                </a:lnTo>
                <a:lnTo>
                  <a:pt x="3141" y="3262"/>
                </a:lnTo>
                <a:lnTo>
                  <a:pt x="3140" y="3262"/>
                </a:lnTo>
                <a:lnTo>
                  <a:pt x="3139" y="3262"/>
                </a:lnTo>
                <a:lnTo>
                  <a:pt x="3139" y="3261"/>
                </a:lnTo>
                <a:lnTo>
                  <a:pt x="3139" y="3260"/>
                </a:lnTo>
                <a:lnTo>
                  <a:pt x="3139" y="3259"/>
                </a:lnTo>
                <a:lnTo>
                  <a:pt x="3138" y="3259"/>
                </a:lnTo>
                <a:lnTo>
                  <a:pt x="3138" y="3260"/>
                </a:lnTo>
                <a:lnTo>
                  <a:pt x="3138" y="3261"/>
                </a:lnTo>
                <a:lnTo>
                  <a:pt x="3139" y="3262"/>
                </a:lnTo>
                <a:lnTo>
                  <a:pt x="3139" y="3263"/>
                </a:lnTo>
                <a:lnTo>
                  <a:pt x="3139" y="3264"/>
                </a:lnTo>
                <a:lnTo>
                  <a:pt x="3138" y="3264"/>
                </a:lnTo>
                <a:lnTo>
                  <a:pt x="3138" y="3265"/>
                </a:lnTo>
                <a:lnTo>
                  <a:pt x="3138" y="3263"/>
                </a:lnTo>
                <a:lnTo>
                  <a:pt x="3138" y="3262"/>
                </a:lnTo>
                <a:lnTo>
                  <a:pt x="3137" y="3263"/>
                </a:lnTo>
                <a:lnTo>
                  <a:pt x="3137" y="3265"/>
                </a:lnTo>
                <a:lnTo>
                  <a:pt x="3138" y="3265"/>
                </a:lnTo>
                <a:lnTo>
                  <a:pt x="3138" y="3266"/>
                </a:lnTo>
                <a:lnTo>
                  <a:pt x="3138" y="3267"/>
                </a:lnTo>
                <a:lnTo>
                  <a:pt x="3137" y="3267"/>
                </a:lnTo>
                <a:lnTo>
                  <a:pt x="3137" y="3268"/>
                </a:lnTo>
                <a:lnTo>
                  <a:pt x="3137" y="3269"/>
                </a:lnTo>
                <a:lnTo>
                  <a:pt x="3136" y="3269"/>
                </a:lnTo>
                <a:lnTo>
                  <a:pt x="3136" y="3270"/>
                </a:lnTo>
                <a:lnTo>
                  <a:pt x="3135" y="3271"/>
                </a:lnTo>
                <a:lnTo>
                  <a:pt x="3136" y="3271"/>
                </a:lnTo>
                <a:lnTo>
                  <a:pt x="3137" y="3271"/>
                </a:lnTo>
                <a:lnTo>
                  <a:pt x="3138" y="3271"/>
                </a:lnTo>
                <a:lnTo>
                  <a:pt x="3138" y="3272"/>
                </a:lnTo>
                <a:lnTo>
                  <a:pt x="3137" y="3272"/>
                </a:lnTo>
                <a:lnTo>
                  <a:pt x="3137" y="3273"/>
                </a:lnTo>
                <a:lnTo>
                  <a:pt x="3136" y="3274"/>
                </a:lnTo>
                <a:lnTo>
                  <a:pt x="3135" y="3275"/>
                </a:lnTo>
                <a:lnTo>
                  <a:pt x="3135" y="3276"/>
                </a:lnTo>
                <a:lnTo>
                  <a:pt x="3135" y="3277"/>
                </a:lnTo>
                <a:lnTo>
                  <a:pt x="3134" y="3277"/>
                </a:lnTo>
                <a:lnTo>
                  <a:pt x="3133" y="3277"/>
                </a:lnTo>
                <a:lnTo>
                  <a:pt x="3132" y="3277"/>
                </a:lnTo>
                <a:lnTo>
                  <a:pt x="3132" y="3278"/>
                </a:lnTo>
                <a:lnTo>
                  <a:pt x="3132" y="3279"/>
                </a:lnTo>
                <a:lnTo>
                  <a:pt x="3131" y="3279"/>
                </a:lnTo>
                <a:lnTo>
                  <a:pt x="3130" y="3279"/>
                </a:lnTo>
                <a:lnTo>
                  <a:pt x="3129" y="3280"/>
                </a:lnTo>
                <a:lnTo>
                  <a:pt x="3128" y="3280"/>
                </a:lnTo>
                <a:lnTo>
                  <a:pt x="3128" y="3281"/>
                </a:lnTo>
                <a:lnTo>
                  <a:pt x="3128" y="3280"/>
                </a:lnTo>
                <a:lnTo>
                  <a:pt x="3127" y="3280"/>
                </a:lnTo>
                <a:lnTo>
                  <a:pt x="3128" y="3279"/>
                </a:lnTo>
                <a:lnTo>
                  <a:pt x="3129" y="3277"/>
                </a:lnTo>
                <a:lnTo>
                  <a:pt x="3130" y="3277"/>
                </a:lnTo>
                <a:lnTo>
                  <a:pt x="3130" y="3276"/>
                </a:lnTo>
                <a:lnTo>
                  <a:pt x="3132" y="3273"/>
                </a:lnTo>
                <a:lnTo>
                  <a:pt x="3132" y="3272"/>
                </a:lnTo>
                <a:lnTo>
                  <a:pt x="3133" y="3271"/>
                </a:lnTo>
                <a:lnTo>
                  <a:pt x="3132" y="3271"/>
                </a:lnTo>
                <a:lnTo>
                  <a:pt x="3132" y="3272"/>
                </a:lnTo>
                <a:lnTo>
                  <a:pt x="3131" y="3272"/>
                </a:lnTo>
                <a:lnTo>
                  <a:pt x="3131" y="3271"/>
                </a:lnTo>
                <a:lnTo>
                  <a:pt x="3131" y="3270"/>
                </a:lnTo>
                <a:lnTo>
                  <a:pt x="3131" y="3269"/>
                </a:lnTo>
                <a:lnTo>
                  <a:pt x="3131" y="3268"/>
                </a:lnTo>
                <a:lnTo>
                  <a:pt x="3130" y="3268"/>
                </a:lnTo>
                <a:lnTo>
                  <a:pt x="3130" y="3269"/>
                </a:lnTo>
                <a:lnTo>
                  <a:pt x="3129" y="3269"/>
                </a:lnTo>
                <a:lnTo>
                  <a:pt x="3128" y="3269"/>
                </a:lnTo>
                <a:lnTo>
                  <a:pt x="3128" y="3268"/>
                </a:lnTo>
                <a:lnTo>
                  <a:pt x="3129" y="3268"/>
                </a:lnTo>
                <a:lnTo>
                  <a:pt x="3128" y="3268"/>
                </a:lnTo>
                <a:lnTo>
                  <a:pt x="3128" y="3269"/>
                </a:lnTo>
                <a:lnTo>
                  <a:pt x="3128" y="3270"/>
                </a:lnTo>
                <a:lnTo>
                  <a:pt x="3127" y="3270"/>
                </a:lnTo>
                <a:lnTo>
                  <a:pt x="3126" y="3270"/>
                </a:lnTo>
                <a:lnTo>
                  <a:pt x="3126" y="3269"/>
                </a:lnTo>
                <a:lnTo>
                  <a:pt x="3126" y="3270"/>
                </a:lnTo>
                <a:lnTo>
                  <a:pt x="3125" y="3270"/>
                </a:lnTo>
                <a:lnTo>
                  <a:pt x="3124" y="3270"/>
                </a:lnTo>
                <a:lnTo>
                  <a:pt x="3124" y="3271"/>
                </a:lnTo>
                <a:lnTo>
                  <a:pt x="3124" y="3270"/>
                </a:lnTo>
                <a:lnTo>
                  <a:pt x="3123" y="3270"/>
                </a:lnTo>
                <a:lnTo>
                  <a:pt x="3124" y="3271"/>
                </a:lnTo>
                <a:lnTo>
                  <a:pt x="3124" y="3272"/>
                </a:lnTo>
                <a:lnTo>
                  <a:pt x="3123" y="3272"/>
                </a:lnTo>
                <a:lnTo>
                  <a:pt x="3122" y="3272"/>
                </a:lnTo>
                <a:lnTo>
                  <a:pt x="3122" y="3273"/>
                </a:lnTo>
                <a:lnTo>
                  <a:pt x="3122" y="3274"/>
                </a:lnTo>
                <a:lnTo>
                  <a:pt x="3121" y="3273"/>
                </a:lnTo>
                <a:lnTo>
                  <a:pt x="3121" y="3274"/>
                </a:lnTo>
                <a:lnTo>
                  <a:pt x="3121" y="3275"/>
                </a:lnTo>
                <a:lnTo>
                  <a:pt x="3122" y="3275"/>
                </a:lnTo>
                <a:lnTo>
                  <a:pt x="3122" y="3276"/>
                </a:lnTo>
                <a:lnTo>
                  <a:pt x="3123" y="3276"/>
                </a:lnTo>
                <a:lnTo>
                  <a:pt x="3124" y="3276"/>
                </a:lnTo>
                <a:lnTo>
                  <a:pt x="3125" y="3277"/>
                </a:lnTo>
                <a:lnTo>
                  <a:pt x="3125" y="3278"/>
                </a:lnTo>
                <a:lnTo>
                  <a:pt x="3124" y="3278"/>
                </a:lnTo>
                <a:lnTo>
                  <a:pt x="3123" y="3278"/>
                </a:lnTo>
                <a:lnTo>
                  <a:pt x="3122" y="3278"/>
                </a:lnTo>
                <a:lnTo>
                  <a:pt x="3121" y="3279"/>
                </a:lnTo>
                <a:lnTo>
                  <a:pt x="3119" y="3279"/>
                </a:lnTo>
                <a:lnTo>
                  <a:pt x="3120" y="3278"/>
                </a:lnTo>
                <a:lnTo>
                  <a:pt x="3121" y="3278"/>
                </a:lnTo>
                <a:lnTo>
                  <a:pt x="3120" y="3278"/>
                </a:lnTo>
                <a:lnTo>
                  <a:pt x="3120" y="3277"/>
                </a:lnTo>
                <a:lnTo>
                  <a:pt x="3119" y="3278"/>
                </a:lnTo>
                <a:lnTo>
                  <a:pt x="3118" y="3277"/>
                </a:lnTo>
                <a:lnTo>
                  <a:pt x="3116" y="3276"/>
                </a:lnTo>
                <a:lnTo>
                  <a:pt x="3116" y="3277"/>
                </a:lnTo>
                <a:lnTo>
                  <a:pt x="3115" y="3277"/>
                </a:lnTo>
                <a:lnTo>
                  <a:pt x="3114" y="3277"/>
                </a:lnTo>
                <a:lnTo>
                  <a:pt x="3113" y="3277"/>
                </a:lnTo>
                <a:lnTo>
                  <a:pt x="3113" y="3276"/>
                </a:lnTo>
                <a:lnTo>
                  <a:pt x="3112" y="3276"/>
                </a:lnTo>
                <a:lnTo>
                  <a:pt x="3111" y="3276"/>
                </a:lnTo>
                <a:lnTo>
                  <a:pt x="3110" y="3276"/>
                </a:lnTo>
                <a:lnTo>
                  <a:pt x="3111" y="3276"/>
                </a:lnTo>
                <a:lnTo>
                  <a:pt x="3110" y="3276"/>
                </a:lnTo>
                <a:lnTo>
                  <a:pt x="3109" y="3276"/>
                </a:lnTo>
                <a:lnTo>
                  <a:pt x="3108" y="3276"/>
                </a:lnTo>
                <a:lnTo>
                  <a:pt x="3107" y="3276"/>
                </a:lnTo>
                <a:lnTo>
                  <a:pt x="3106" y="3276"/>
                </a:lnTo>
                <a:lnTo>
                  <a:pt x="3106" y="3277"/>
                </a:lnTo>
                <a:lnTo>
                  <a:pt x="3106" y="3276"/>
                </a:lnTo>
                <a:lnTo>
                  <a:pt x="3106" y="3277"/>
                </a:lnTo>
                <a:lnTo>
                  <a:pt x="3105" y="3277"/>
                </a:lnTo>
                <a:lnTo>
                  <a:pt x="3104" y="3277"/>
                </a:lnTo>
                <a:lnTo>
                  <a:pt x="3104" y="3276"/>
                </a:lnTo>
                <a:lnTo>
                  <a:pt x="3104" y="3275"/>
                </a:lnTo>
                <a:lnTo>
                  <a:pt x="3103" y="3275"/>
                </a:lnTo>
                <a:lnTo>
                  <a:pt x="3103" y="3274"/>
                </a:lnTo>
                <a:lnTo>
                  <a:pt x="3103" y="3273"/>
                </a:lnTo>
                <a:lnTo>
                  <a:pt x="3102" y="3273"/>
                </a:lnTo>
                <a:lnTo>
                  <a:pt x="3102" y="3272"/>
                </a:lnTo>
                <a:lnTo>
                  <a:pt x="3102" y="3271"/>
                </a:lnTo>
                <a:lnTo>
                  <a:pt x="3101" y="3271"/>
                </a:lnTo>
                <a:lnTo>
                  <a:pt x="3101" y="3272"/>
                </a:lnTo>
                <a:lnTo>
                  <a:pt x="3100" y="3272"/>
                </a:lnTo>
                <a:lnTo>
                  <a:pt x="3100" y="3271"/>
                </a:lnTo>
                <a:lnTo>
                  <a:pt x="3100" y="3272"/>
                </a:lnTo>
                <a:lnTo>
                  <a:pt x="3099" y="3272"/>
                </a:lnTo>
                <a:lnTo>
                  <a:pt x="3099" y="3271"/>
                </a:lnTo>
                <a:lnTo>
                  <a:pt x="3099" y="3270"/>
                </a:lnTo>
                <a:lnTo>
                  <a:pt x="3098" y="3270"/>
                </a:lnTo>
                <a:lnTo>
                  <a:pt x="3098" y="3269"/>
                </a:lnTo>
                <a:lnTo>
                  <a:pt x="3099" y="3269"/>
                </a:lnTo>
                <a:lnTo>
                  <a:pt x="3098" y="3269"/>
                </a:lnTo>
                <a:lnTo>
                  <a:pt x="3098" y="3268"/>
                </a:lnTo>
                <a:lnTo>
                  <a:pt x="3098" y="3267"/>
                </a:lnTo>
                <a:lnTo>
                  <a:pt x="3098" y="3268"/>
                </a:lnTo>
                <a:lnTo>
                  <a:pt x="3098" y="3267"/>
                </a:lnTo>
                <a:lnTo>
                  <a:pt x="3097" y="3267"/>
                </a:lnTo>
                <a:lnTo>
                  <a:pt x="3097" y="3266"/>
                </a:lnTo>
                <a:lnTo>
                  <a:pt x="3097" y="3265"/>
                </a:lnTo>
                <a:lnTo>
                  <a:pt x="3096" y="3265"/>
                </a:lnTo>
                <a:lnTo>
                  <a:pt x="3095" y="3265"/>
                </a:lnTo>
                <a:lnTo>
                  <a:pt x="3094" y="3266"/>
                </a:lnTo>
                <a:lnTo>
                  <a:pt x="3095" y="3266"/>
                </a:lnTo>
                <a:lnTo>
                  <a:pt x="3094" y="3266"/>
                </a:lnTo>
                <a:lnTo>
                  <a:pt x="3093" y="3266"/>
                </a:lnTo>
                <a:lnTo>
                  <a:pt x="3093" y="3265"/>
                </a:lnTo>
                <a:lnTo>
                  <a:pt x="3092" y="3265"/>
                </a:lnTo>
                <a:lnTo>
                  <a:pt x="3092" y="3264"/>
                </a:lnTo>
                <a:lnTo>
                  <a:pt x="3091" y="3265"/>
                </a:lnTo>
                <a:lnTo>
                  <a:pt x="3091" y="3264"/>
                </a:lnTo>
                <a:lnTo>
                  <a:pt x="3091" y="3265"/>
                </a:lnTo>
                <a:lnTo>
                  <a:pt x="3091" y="3264"/>
                </a:lnTo>
                <a:lnTo>
                  <a:pt x="3091" y="3265"/>
                </a:lnTo>
                <a:lnTo>
                  <a:pt x="3090" y="3265"/>
                </a:lnTo>
                <a:lnTo>
                  <a:pt x="3089" y="3265"/>
                </a:lnTo>
                <a:lnTo>
                  <a:pt x="3089" y="3266"/>
                </a:lnTo>
                <a:lnTo>
                  <a:pt x="3088" y="3266"/>
                </a:lnTo>
                <a:lnTo>
                  <a:pt x="3087" y="3266"/>
                </a:lnTo>
                <a:lnTo>
                  <a:pt x="3086" y="3266"/>
                </a:lnTo>
                <a:lnTo>
                  <a:pt x="3085" y="3266"/>
                </a:lnTo>
                <a:lnTo>
                  <a:pt x="3085" y="3267"/>
                </a:lnTo>
                <a:lnTo>
                  <a:pt x="3084" y="3267"/>
                </a:lnTo>
                <a:lnTo>
                  <a:pt x="3084" y="3268"/>
                </a:lnTo>
                <a:lnTo>
                  <a:pt x="3083" y="3268"/>
                </a:lnTo>
                <a:lnTo>
                  <a:pt x="3082" y="3268"/>
                </a:lnTo>
                <a:lnTo>
                  <a:pt x="3082" y="3269"/>
                </a:lnTo>
                <a:lnTo>
                  <a:pt x="3081" y="3269"/>
                </a:lnTo>
                <a:lnTo>
                  <a:pt x="3080" y="3269"/>
                </a:lnTo>
                <a:lnTo>
                  <a:pt x="3079" y="3269"/>
                </a:lnTo>
                <a:lnTo>
                  <a:pt x="3079" y="3270"/>
                </a:lnTo>
                <a:lnTo>
                  <a:pt x="3079" y="3269"/>
                </a:lnTo>
                <a:lnTo>
                  <a:pt x="3078" y="3269"/>
                </a:lnTo>
                <a:lnTo>
                  <a:pt x="3078" y="3270"/>
                </a:lnTo>
                <a:lnTo>
                  <a:pt x="3077" y="3270"/>
                </a:lnTo>
                <a:lnTo>
                  <a:pt x="3075" y="3270"/>
                </a:lnTo>
                <a:lnTo>
                  <a:pt x="3074" y="3270"/>
                </a:lnTo>
                <a:lnTo>
                  <a:pt x="3073" y="3270"/>
                </a:lnTo>
                <a:lnTo>
                  <a:pt x="3072" y="3270"/>
                </a:lnTo>
                <a:lnTo>
                  <a:pt x="3071" y="3270"/>
                </a:lnTo>
                <a:lnTo>
                  <a:pt x="3071" y="3269"/>
                </a:lnTo>
                <a:lnTo>
                  <a:pt x="3070" y="3269"/>
                </a:lnTo>
                <a:lnTo>
                  <a:pt x="3069" y="3269"/>
                </a:lnTo>
                <a:lnTo>
                  <a:pt x="3069" y="3270"/>
                </a:lnTo>
                <a:lnTo>
                  <a:pt x="3068" y="3270"/>
                </a:lnTo>
                <a:lnTo>
                  <a:pt x="3068" y="3271"/>
                </a:lnTo>
                <a:lnTo>
                  <a:pt x="3067" y="3271"/>
                </a:lnTo>
                <a:lnTo>
                  <a:pt x="3066" y="3271"/>
                </a:lnTo>
                <a:lnTo>
                  <a:pt x="3065" y="3271"/>
                </a:lnTo>
                <a:lnTo>
                  <a:pt x="3064" y="3271"/>
                </a:lnTo>
                <a:lnTo>
                  <a:pt x="3063" y="3271"/>
                </a:lnTo>
                <a:lnTo>
                  <a:pt x="3062" y="3271"/>
                </a:lnTo>
                <a:lnTo>
                  <a:pt x="3062" y="3270"/>
                </a:lnTo>
                <a:lnTo>
                  <a:pt x="3063" y="3270"/>
                </a:lnTo>
                <a:lnTo>
                  <a:pt x="3063" y="3269"/>
                </a:lnTo>
                <a:lnTo>
                  <a:pt x="3063" y="3268"/>
                </a:lnTo>
                <a:lnTo>
                  <a:pt x="3062" y="3268"/>
                </a:lnTo>
                <a:lnTo>
                  <a:pt x="3062" y="3267"/>
                </a:lnTo>
                <a:lnTo>
                  <a:pt x="3062" y="3266"/>
                </a:lnTo>
                <a:lnTo>
                  <a:pt x="3062" y="3265"/>
                </a:lnTo>
                <a:lnTo>
                  <a:pt x="3062" y="3264"/>
                </a:lnTo>
                <a:lnTo>
                  <a:pt x="3061" y="3264"/>
                </a:lnTo>
                <a:lnTo>
                  <a:pt x="3060" y="3264"/>
                </a:lnTo>
                <a:lnTo>
                  <a:pt x="3059" y="3264"/>
                </a:lnTo>
                <a:lnTo>
                  <a:pt x="3059" y="3265"/>
                </a:lnTo>
                <a:lnTo>
                  <a:pt x="3058" y="3265"/>
                </a:lnTo>
                <a:lnTo>
                  <a:pt x="3057" y="3265"/>
                </a:lnTo>
                <a:lnTo>
                  <a:pt x="3057" y="3266"/>
                </a:lnTo>
                <a:lnTo>
                  <a:pt x="3056" y="3266"/>
                </a:lnTo>
                <a:lnTo>
                  <a:pt x="3056" y="3267"/>
                </a:lnTo>
                <a:lnTo>
                  <a:pt x="3056" y="3268"/>
                </a:lnTo>
                <a:lnTo>
                  <a:pt x="3055" y="3268"/>
                </a:lnTo>
                <a:lnTo>
                  <a:pt x="3054" y="3268"/>
                </a:lnTo>
                <a:lnTo>
                  <a:pt x="3054" y="3269"/>
                </a:lnTo>
                <a:lnTo>
                  <a:pt x="3054" y="3270"/>
                </a:lnTo>
                <a:lnTo>
                  <a:pt x="3053" y="3270"/>
                </a:lnTo>
                <a:lnTo>
                  <a:pt x="3053" y="3271"/>
                </a:lnTo>
                <a:lnTo>
                  <a:pt x="3052" y="3271"/>
                </a:lnTo>
                <a:lnTo>
                  <a:pt x="3052" y="3270"/>
                </a:lnTo>
                <a:lnTo>
                  <a:pt x="3051" y="3270"/>
                </a:lnTo>
                <a:lnTo>
                  <a:pt x="3051" y="3271"/>
                </a:lnTo>
                <a:lnTo>
                  <a:pt x="3051" y="3270"/>
                </a:lnTo>
                <a:lnTo>
                  <a:pt x="3050" y="3270"/>
                </a:lnTo>
                <a:lnTo>
                  <a:pt x="3051" y="3270"/>
                </a:lnTo>
                <a:lnTo>
                  <a:pt x="3051" y="3269"/>
                </a:lnTo>
                <a:lnTo>
                  <a:pt x="3051" y="3268"/>
                </a:lnTo>
                <a:lnTo>
                  <a:pt x="3050" y="3268"/>
                </a:lnTo>
                <a:lnTo>
                  <a:pt x="3050" y="3267"/>
                </a:lnTo>
                <a:lnTo>
                  <a:pt x="3051" y="3267"/>
                </a:lnTo>
                <a:lnTo>
                  <a:pt x="3051" y="3266"/>
                </a:lnTo>
                <a:lnTo>
                  <a:pt x="3051" y="3265"/>
                </a:lnTo>
                <a:lnTo>
                  <a:pt x="3051" y="3264"/>
                </a:lnTo>
                <a:lnTo>
                  <a:pt x="3050" y="3264"/>
                </a:lnTo>
                <a:lnTo>
                  <a:pt x="3051" y="3264"/>
                </a:lnTo>
                <a:lnTo>
                  <a:pt x="3051" y="3263"/>
                </a:lnTo>
                <a:lnTo>
                  <a:pt x="3050" y="3263"/>
                </a:lnTo>
                <a:lnTo>
                  <a:pt x="3049" y="3263"/>
                </a:lnTo>
                <a:lnTo>
                  <a:pt x="3049" y="3262"/>
                </a:lnTo>
                <a:lnTo>
                  <a:pt x="3050" y="3262"/>
                </a:lnTo>
                <a:lnTo>
                  <a:pt x="3049" y="3262"/>
                </a:lnTo>
                <a:lnTo>
                  <a:pt x="3049" y="3261"/>
                </a:lnTo>
                <a:lnTo>
                  <a:pt x="3049" y="3260"/>
                </a:lnTo>
                <a:lnTo>
                  <a:pt x="3048" y="3260"/>
                </a:lnTo>
                <a:lnTo>
                  <a:pt x="3048" y="3259"/>
                </a:lnTo>
                <a:lnTo>
                  <a:pt x="3047" y="3259"/>
                </a:lnTo>
                <a:lnTo>
                  <a:pt x="3047" y="3258"/>
                </a:lnTo>
                <a:lnTo>
                  <a:pt x="3047" y="3257"/>
                </a:lnTo>
                <a:lnTo>
                  <a:pt x="3046" y="3257"/>
                </a:lnTo>
                <a:lnTo>
                  <a:pt x="3046" y="3256"/>
                </a:lnTo>
                <a:lnTo>
                  <a:pt x="3045" y="3256"/>
                </a:lnTo>
                <a:lnTo>
                  <a:pt x="3044" y="3256"/>
                </a:lnTo>
                <a:lnTo>
                  <a:pt x="3044" y="3257"/>
                </a:lnTo>
                <a:lnTo>
                  <a:pt x="3043" y="3257"/>
                </a:lnTo>
                <a:lnTo>
                  <a:pt x="3042" y="3257"/>
                </a:lnTo>
                <a:lnTo>
                  <a:pt x="3042" y="3258"/>
                </a:lnTo>
                <a:lnTo>
                  <a:pt x="3041" y="3258"/>
                </a:lnTo>
                <a:lnTo>
                  <a:pt x="3041" y="3259"/>
                </a:lnTo>
                <a:lnTo>
                  <a:pt x="3041" y="3260"/>
                </a:lnTo>
                <a:lnTo>
                  <a:pt x="3040" y="3260"/>
                </a:lnTo>
                <a:lnTo>
                  <a:pt x="3039" y="3260"/>
                </a:lnTo>
                <a:lnTo>
                  <a:pt x="3039" y="3259"/>
                </a:lnTo>
                <a:lnTo>
                  <a:pt x="3039" y="3260"/>
                </a:lnTo>
                <a:lnTo>
                  <a:pt x="3039" y="3259"/>
                </a:lnTo>
                <a:lnTo>
                  <a:pt x="3038" y="3259"/>
                </a:lnTo>
                <a:lnTo>
                  <a:pt x="3037" y="3259"/>
                </a:lnTo>
                <a:lnTo>
                  <a:pt x="3037" y="3258"/>
                </a:lnTo>
                <a:lnTo>
                  <a:pt x="3036" y="3258"/>
                </a:lnTo>
                <a:lnTo>
                  <a:pt x="3036" y="3257"/>
                </a:lnTo>
                <a:lnTo>
                  <a:pt x="3036" y="3256"/>
                </a:lnTo>
                <a:lnTo>
                  <a:pt x="3035" y="3256"/>
                </a:lnTo>
                <a:lnTo>
                  <a:pt x="3036" y="3256"/>
                </a:lnTo>
                <a:lnTo>
                  <a:pt x="3035" y="3256"/>
                </a:lnTo>
                <a:lnTo>
                  <a:pt x="3035" y="3255"/>
                </a:lnTo>
                <a:lnTo>
                  <a:pt x="3034" y="3255"/>
                </a:lnTo>
                <a:lnTo>
                  <a:pt x="3033" y="3255"/>
                </a:lnTo>
                <a:lnTo>
                  <a:pt x="3033" y="3254"/>
                </a:lnTo>
                <a:lnTo>
                  <a:pt x="3032" y="3254"/>
                </a:lnTo>
                <a:lnTo>
                  <a:pt x="3031" y="3254"/>
                </a:lnTo>
                <a:lnTo>
                  <a:pt x="3031" y="3253"/>
                </a:lnTo>
                <a:lnTo>
                  <a:pt x="3031" y="3252"/>
                </a:lnTo>
                <a:lnTo>
                  <a:pt x="3030" y="3252"/>
                </a:lnTo>
                <a:lnTo>
                  <a:pt x="3029" y="3252"/>
                </a:lnTo>
                <a:lnTo>
                  <a:pt x="3029" y="3251"/>
                </a:lnTo>
                <a:lnTo>
                  <a:pt x="3028" y="3251"/>
                </a:lnTo>
                <a:lnTo>
                  <a:pt x="3027" y="3251"/>
                </a:lnTo>
                <a:lnTo>
                  <a:pt x="3027" y="3250"/>
                </a:lnTo>
                <a:lnTo>
                  <a:pt x="3026" y="3250"/>
                </a:lnTo>
                <a:lnTo>
                  <a:pt x="3026" y="3249"/>
                </a:lnTo>
                <a:lnTo>
                  <a:pt x="3025" y="3249"/>
                </a:lnTo>
                <a:lnTo>
                  <a:pt x="3024" y="3249"/>
                </a:lnTo>
                <a:lnTo>
                  <a:pt x="3023" y="3249"/>
                </a:lnTo>
                <a:lnTo>
                  <a:pt x="3022" y="3249"/>
                </a:lnTo>
                <a:lnTo>
                  <a:pt x="3022" y="3248"/>
                </a:lnTo>
                <a:lnTo>
                  <a:pt x="3021" y="3248"/>
                </a:lnTo>
                <a:lnTo>
                  <a:pt x="3020" y="3248"/>
                </a:lnTo>
                <a:lnTo>
                  <a:pt x="3020" y="3247"/>
                </a:lnTo>
                <a:lnTo>
                  <a:pt x="3019" y="3247"/>
                </a:lnTo>
                <a:lnTo>
                  <a:pt x="3019" y="3245"/>
                </a:lnTo>
                <a:lnTo>
                  <a:pt x="3019" y="3244"/>
                </a:lnTo>
                <a:lnTo>
                  <a:pt x="3020" y="3244"/>
                </a:lnTo>
                <a:lnTo>
                  <a:pt x="3020" y="3243"/>
                </a:lnTo>
                <a:lnTo>
                  <a:pt x="3020" y="3244"/>
                </a:lnTo>
                <a:lnTo>
                  <a:pt x="3020" y="3243"/>
                </a:lnTo>
                <a:lnTo>
                  <a:pt x="3021" y="3243"/>
                </a:lnTo>
                <a:lnTo>
                  <a:pt x="3022" y="3243"/>
                </a:lnTo>
                <a:lnTo>
                  <a:pt x="3022" y="3242"/>
                </a:lnTo>
                <a:lnTo>
                  <a:pt x="3023" y="3242"/>
                </a:lnTo>
                <a:lnTo>
                  <a:pt x="3023" y="3241"/>
                </a:lnTo>
                <a:lnTo>
                  <a:pt x="3024" y="3241"/>
                </a:lnTo>
                <a:lnTo>
                  <a:pt x="3024" y="3240"/>
                </a:lnTo>
                <a:lnTo>
                  <a:pt x="3024" y="3239"/>
                </a:lnTo>
                <a:lnTo>
                  <a:pt x="3023" y="3239"/>
                </a:lnTo>
                <a:lnTo>
                  <a:pt x="3023" y="3238"/>
                </a:lnTo>
                <a:lnTo>
                  <a:pt x="3024" y="3238"/>
                </a:lnTo>
                <a:lnTo>
                  <a:pt x="3023" y="3238"/>
                </a:lnTo>
                <a:lnTo>
                  <a:pt x="3023" y="3237"/>
                </a:lnTo>
                <a:lnTo>
                  <a:pt x="3022" y="3237"/>
                </a:lnTo>
                <a:lnTo>
                  <a:pt x="3022" y="3236"/>
                </a:lnTo>
                <a:lnTo>
                  <a:pt x="3021" y="3236"/>
                </a:lnTo>
                <a:lnTo>
                  <a:pt x="3020" y="3236"/>
                </a:lnTo>
                <a:lnTo>
                  <a:pt x="3021" y="3235"/>
                </a:lnTo>
                <a:lnTo>
                  <a:pt x="3020" y="3235"/>
                </a:lnTo>
                <a:lnTo>
                  <a:pt x="3019" y="3235"/>
                </a:lnTo>
                <a:lnTo>
                  <a:pt x="3018" y="3235"/>
                </a:lnTo>
                <a:lnTo>
                  <a:pt x="3018" y="3234"/>
                </a:lnTo>
                <a:lnTo>
                  <a:pt x="3018" y="3235"/>
                </a:lnTo>
                <a:lnTo>
                  <a:pt x="3017" y="3235"/>
                </a:lnTo>
                <a:lnTo>
                  <a:pt x="3017" y="3236"/>
                </a:lnTo>
                <a:lnTo>
                  <a:pt x="3017" y="3237"/>
                </a:lnTo>
                <a:lnTo>
                  <a:pt x="3016" y="3237"/>
                </a:lnTo>
                <a:lnTo>
                  <a:pt x="3015" y="3237"/>
                </a:lnTo>
                <a:lnTo>
                  <a:pt x="3015" y="3238"/>
                </a:lnTo>
                <a:lnTo>
                  <a:pt x="3015" y="3237"/>
                </a:lnTo>
                <a:lnTo>
                  <a:pt x="3014" y="3237"/>
                </a:lnTo>
                <a:lnTo>
                  <a:pt x="3014" y="3236"/>
                </a:lnTo>
                <a:lnTo>
                  <a:pt x="3014" y="3237"/>
                </a:lnTo>
                <a:lnTo>
                  <a:pt x="3014" y="3236"/>
                </a:lnTo>
                <a:lnTo>
                  <a:pt x="3013" y="3236"/>
                </a:lnTo>
                <a:lnTo>
                  <a:pt x="3013" y="3237"/>
                </a:lnTo>
                <a:lnTo>
                  <a:pt x="3012" y="3237"/>
                </a:lnTo>
                <a:lnTo>
                  <a:pt x="3012" y="3236"/>
                </a:lnTo>
                <a:lnTo>
                  <a:pt x="3012" y="3235"/>
                </a:lnTo>
                <a:lnTo>
                  <a:pt x="3011" y="3235"/>
                </a:lnTo>
                <a:lnTo>
                  <a:pt x="3012" y="3235"/>
                </a:lnTo>
                <a:lnTo>
                  <a:pt x="3011" y="3235"/>
                </a:lnTo>
                <a:lnTo>
                  <a:pt x="3011" y="3234"/>
                </a:lnTo>
                <a:lnTo>
                  <a:pt x="3011" y="3233"/>
                </a:lnTo>
                <a:lnTo>
                  <a:pt x="3011" y="3232"/>
                </a:lnTo>
                <a:lnTo>
                  <a:pt x="3010" y="3232"/>
                </a:lnTo>
                <a:lnTo>
                  <a:pt x="3010" y="3233"/>
                </a:lnTo>
                <a:lnTo>
                  <a:pt x="3010" y="3232"/>
                </a:lnTo>
                <a:lnTo>
                  <a:pt x="3009" y="3232"/>
                </a:lnTo>
                <a:lnTo>
                  <a:pt x="3008" y="3232"/>
                </a:lnTo>
                <a:lnTo>
                  <a:pt x="3008" y="3231"/>
                </a:lnTo>
                <a:lnTo>
                  <a:pt x="3007" y="3231"/>
                </a:lnTo>
                <a:lnTo>
                  <a:pt x="3007" y="3232"/>
                </a:lnTo>
                <a:lnTo>
                  <a:pt x="3007" y="3231"/>
                </a:lnTo>
                <a:lnTo>
                  <a:pt x="3006" y="3231"/>
                </a:lnTo>
                <a:lnTo>
                  <a:pt x="3005" y="3232"/>
                </a:lnTo>
                <a:lnTo>
                  <a:pt x="3005" y="3231"/>
                </a:lnTo>
                <a:lnTo>
                  <a:pt x="3005" y="3232"/>
                </a:lnTo>
                <a:lnTo>
                  <a:pt x="3004" y="3232"/>
                </a:lnTo>
                <a:lnTo>
                  <a:pt x="3004" y="3231"/>
                </a:lnTo>
                <a:lnTo>
                  <a:pt x="3003" y="3231"/>
                </a:lnTo>
                <a:lnTo>
                  <a:pt x="3003" y="3232"/>
                </a:lnTo>
                <a:lnTo>
                  <a:pt x="3002" y="3232"/>
                </a:lnTo>
                <a:lnTo>
                  <a:pt x="3001" y="3232"/>
                </a:lnTo>
                <a:lnTo>
                  <a:pt x="3001" y="3231"/>
                </a:lnTo>
                <a:lnTo>
                  <a:pt x="3000" y="3231"/>
                </a:lnTo>
                <a:lnTo>
                  <a:pt x="3000" y="3232"/>
                </a:lnTo>
                <a:lnTo>
                  <a:pt x="3000" y="3231"/>
                </a:lnTo>
                <a:lnTo>
                  <a:pt x="3000" y="3230"/>
                </a:lnTo>
                <a:lnTo>
                  <a:pt x="3000" y="3231"/>
                </a:lnTo>
                <a:lnTo>
                  <a:pt x="2999" y="3231"/>
                </a:lnTo>
                <a:lnTo>
                  <a:pt x="2999" y="3230"/>
                </a:lnTo>
                <a:lnTo>
                  <a:pt x="2999" y="3229"/>
                </a:lnTo>
                <a:lnTo>
                  <a:pt x="2998" y="3229"/>
                </a:lnTo>
                <a:lnTo>
                  <a:pt x="2998" y="3228"/>
                </a:lnTo>
                <a:lnTo>
                  <a:pt x="2997" y="3228"/>
                </a:lnTo>
                <a:lnTo>
                  <a:pt x="2996" y="3228"/>
                </a:lnTo>
                <a:lnTo>
                  <a:pt x="2996" y="3229"/>
                </a:lnTo>
                <a:lnTo>
                  <a:pt x="2995" y="3229"/>
                </a:lnTo>
                <a:lnTo>
                  <a:pt x="2995" y="3230"/>
                </a:lnTo>
                <a:lnTo>
                  <a:pt x="2994" y="3230"/>
                </a:lnTo>
                <a:lnTo>
                  <a:pt x="2994" y="3231"/>
                </a:lnTo>
                <a:lnTo>
                  <a:pt x="2994" y="3232"/>
                </a:lnTo>
                <a:lnTo>
                  <a:pt x="2994" y="3231"/>
                </a:lnTo>
                <a:lnTo>
                  <a:pt x="2994" y="3232"/>
                </a:lnTo>
                <a:lnTo>
                  <a:pt x="2993" y="3232"/>
                </a:lnTo>
                <a:lnTo>
                  <a:pt x="2992" y="3232"/>
                </a:lnTo>
                <a:lnTo>
                  <a:pt x="2992" y="3233"/>
                </a:lnTo>
                <a:lnTo>
                  <a:pt x="2991" y="3233"/>
                </a:lnTo>
                <a:lnTo>
                  <a:pt x="2991" y="3234"/>
                </a:lnTo>
                <a:lnTo>
                  <a:pt x="2991" y="3233"/>
                </a:lnTo>
                <a:lnTo>
                  <a:pt x="2991" y="3232"/>
                </a:lnTo>
                <a:lnTo>
                  <a:pt x="2990" y="3232"/>
                </a:lnTo>
                <a:lnTo>
                  <a:pt x="2990" y="3231"/>
                </a:lnTo>
                <a:lnTo>
                  <a:pt x="2990" y="3229"/>
                </a:lnTo>
                <a:lnTo>
                  <a:pt x="2991" y="3228"/>
                </a:lnTo>
                <a:lnTo>
                  <a:pt x="2992" y="3228"/>
                </a:lnTo>
                <a:lnTo>
                  <a:pt x="2992" y="3227"/>
                </a:lnTo>
                <a:lnTo>
                  <a:pt x="2991" y="3227"/>
                </a:lnTo>
                <a:lnTo>
                  <a:pt x="2992" y="3227"/>
                </a:lnTo>
                <a:lnTo>
                  <a:pt x="2992" y="3226"/>
                </a:lnTo>
                <a:lnTo>
                  <a:pt x="2992" y="3225"/>
                </a:lnTo>
                <a:lnTo>
                  <a:pt x="2991" y="3225"/>
                </a:lnTo>
                <a:lnTo>
                  <a:pt x="2991" y="3224"/>
                </a:lnTo>
                <a:lnTo>
                  <a:pt x="2992" y="3223"/>
                </a:lnTo>
                <a:lnTo>
                  <a:pt x="2992" y="3222"/>
                </a:lnTo>
                <a:lnTo>
                  <a:pt x="2992" y="3221"/>
                </a:lnTo>
                <a:lnTo>
                  <a:pt x="2992" y="3220"/>
                </a:lnTo>
                <a:lnTo>
                  <a:pt x="2992" y="3219"/>
                </a:lnTo>
                <a:lnTo>
                  <a:pt x="2991" y="3219"/>
                </a:lnTo>
                <a:lnTo>
                  <a:pt x="2991" y="3218"/>
                </a:lnTo>
                <a:lnTo>
                  <a:pt x="2991" y="3217"/>
                </a:lnTo>
                <a:lnTo>
                  <a:pt x="2991" y="3216"/>
                </a:lnTo>
                <a:lnTo>
                  <a:pt x="2990" y="3216"/>
                </a:lnTo>
                <a:lnTo>
                  <a:pt x="2990" y="3215"/>
                </a:lnTo>
                <a:lnTo>
                  <a:pt x="2991" y="3215"/>
                </a:lnTo>
                <a:lnTo>
                  <a:pt x="2991" y="3214"/>
                </a:lnTo>
                <a:lnTo>
                  <a:pt x="2992" y="3214"/>
                </a:lnTo>
                <a:lnTo>
                  <a:pt x="2992" y="3213"/>
                </a:lnTo>
                <a:lnTo>
                  <a:pt x="2991" y="3213"/>
                </a:lnTo>
                <a:lnTo>
                  <a:pt x="2990" y="3213"/>
                </a:lnTo>
                <a:lnTo>
                  <a:pt x="2990" y="3212"/>
                </a:lnTo>
                <a:lnTo>
                  <a:pt x="2989" y="3212"/>
                </a:lnTo>
                <a:lnTo>
                  <a:pt x="2989" y="3211"/>
                </a:lnTo>
                <a:lnTo>
                  <a:pt x="2989" y="3210"/>
                </a:lnTo>
                <a:lnTo>
                  <a:pt x="2990" y="3210"/>
                </a:lnTo>
                <a:lnTo>
                  <a:pt x="2990" y="3209"/>
                </a:lnTo>
                <a:lnTo>
                  <a:pt x="2989" y="3209"/>
                </a:lnTo>
                <a:lnTo>
                  <a:pt x="2990" y="3209"/>
                </a:lnTo>
                <a:lnTo>
                  <a:pt x="2991" y="3209"/>
                </a:lnTo>
                <a:lnTo>
                  <a:pt x="2991" y="3208"/>
                </a:lnTo>
                <a:lnTo>
                  <a:pt x="2991" y="3207"/>
                </a:lnTo>
                <a:lnTo>
                  <a:pt x="2991" y="3206"/>
                </a:lnTo>
                <a:lnTo>
                  <a:pt x="2991" y="3205"/>
                </a:lnTo>
                <a:lnTo>
                  <a:pt x="2991" y="3204"/>
                </a:lnTo>
                <a:lnTo>
                  <a:pt x="2990" y="3204"/>
                </a:lnTo>
                <a:lnTo>
                  <a:pt x="2991" y="3203"/>
                </a:lnTo>
                <a:lnTo>
                  <a:pt x="2990" y="3203"/>
                </a:lnTo>
                <a:lnTo>
                  <a:pt x="2990" y="3202"/>
                </a:lnTo>
                <a:lnTo>
                  <a:pt x="2991" y="3202"/>
                </a:lnTo>
                <a:lnTo>
                  <a:pt x="2990" y="3201"/>
                </a:lnTo>
                <a:lnTo>
                  <a:pt x="2991" y="3201"/>
                </a:lnTo>
                <a:lnTo>
                  <a:pt x="2990" y="3201"/>
                </a:lnTo>
                <a:lnTo>
                  <a:pt x="2989" y="3200"/>
                </a:lnTo>
                <a:lnTo>
                  <a:pt x="2989" y="3201"/>
                </a:lnTo>
                <a:lnTo>
                  <a:pt x="2989" y="3200"/>
                </a:lnTo>
                <a:lnTo>
                  <a:pt x="2988" y="3200"/>
                </a:lnTo>
                <a:lnTo>
                  <a:pt x="2988" y="3199"/>
                </a:lnTo>
                <a:lnTo>
                  <a:pt x="2988" y="3198"/>
                </a:lnTo>
                <a:lnTo>
                  <a:pt x="2988" y="3197"/>
                </a:lnTo>
                <a:lnTo>
                  <a:pt x="2988" y="3196"/>
                </a:lnTo>
                <a:lnTo>
                  <a:pt x="2988" y="3195"/>
                </a:lnTo>
                <a:lnTo>
                  <a:pt x="2987" y="3195"/>
                </a:lnTo>
                <a:lnTo>
                  <a:pt x="2986" y="3195"/>
                </a:lnTo>
                <a:lnTo>
                  <a:pt x="2985" y="3195"/>
                </a:lnTo>
                <a:lnTo>
                  <a:pt x="2984" y="3195"/>
                </a:lnTo>
                <a:lnTo>
                  <a:pt x="2983" y="3195"/>
                </a:lnTo>
                <a:lnTo>
                  <a:pt x="2982" y="3195"/>
                </a:lnTo>
                <a:lnTo>
                  <a:pt x="2981" y="3195"/>
                </a:lnTo>
                <a:lnTo>
                  <a:pt x="2981" y="3194"/>
                </a:lnTo>
                <a:lnTo>
                  <a:pt x="2981" y="3195"/>
                </a:lnTo>
                <a:lnTo>
                  <a:pt x="2980" y="3195"/>
                </a:lnTo>
                <a:lnTo>
                  <a:pt x="2980" y="3194"/>
                </a:lnTo>
                <a:lnTo>
                  <a:pt x="2980" y="3195"/>
                </a:lnTo>
                <a:lnTo>
                  <a:pt x="2979" y="3194"/>
                </a:lnTo>
                <a:lnTo>
                  <a:pt x="2979" y="3193"/>
                </a:lnTo>
                <a:lnTo>
                  <a:pt x="2979" y="3192"/>
                </a:lnTo>
                <a:lnTo>
                  <a:pt x="2980" y="3192"/>
                </a:lnTo>
                <a:lnTo>
                  <a:pt x="2981" y="3192"/>
                </a:lnTo>
                <a:lnTo>
                  <a:pt x="2981" y="3191"/>
                </a:lnTo>
                <a:lnTo>
                  <a:pt x="2981" y="3190"/>
                </a:lnTo>
                <a:lnTo>
                  <a:pt x="2981" y="3191"/>
                </a:lnTo>
                <a:lnTo>
                  <a:pt x="2981" y="3190"/>
                </a:lnTo>
                <a:lnTo>
                  <a:pt x="2981" y="3189"/>
                </a:lnTo>
                <a:lnTo>
                  <a:pt x="2980" y="3189"/>
                </a:lnTo>
                <a:lnTo>
                  <a:pt x="2980" y="3188"/>
                </a:lnTo>
                <a:lnTo>
                  <a:pt x="2979" y="3187"/>
                </a:lnTo>
                <a:lnTo>
                  <a:pt x="2979" y="3186"/>
                </a:lnTo>
                <a:lnTo>
                  <a:pt x="2979" y="3185"/>
                </a:lnTo>
                <a:lnTo>
                  <a:pt x="2979" y="3184"/>
                </a:lnTo>
                <a:lnTo>
                  <a:pt x="2979" y="3183"/>
                </a:lnTo>
                <a:lnTo>
                  <a:pt x="2978" y="3183"/>
                </a:lnTo>
                <a:lnTo>
                  <a:pt x="2979" y="3183"/>
                </a:lnTo>
                <a:lnTo>
                  <a:pt x="2979" y="3182"/>
                </a:lnTo>
                <a:lnTo>
                  <a:pt x="2979" y="3181"/>
                </a:lnTo>
                <a:lnTo>
                  <a:pt x="2980" y="3181"/>
                </a:lnTo>
                <a:lnTo>
                  <a:pt x="2980" y="3182"/>
                </a:lnTo>
                <a:lnTo>
                  <a:pt x="2980" y="3181"/>
                </a:lnTo>
                <a:lnTo>
                  <a:pt x="2981" y="3181"/>
                </a:lnTo>
                <a:lnTo>
                  <a:pt x="2981" y="3180"/>
                </a:lnTo>
                <a:lnTo>
                  <a:pt x="2981" y="3179"/>
                </a:lnTo>
                <a:lnTo>
                  <a:pt x="2981" y="3178"/>
                </a:lnTo>
                <a:lnTo>
                  <a:pt x="2981" y="3177"/>
                </a:lnTo>
                <a:lnTo>
                  <a:pt x="2981" y="3176"/>
                </a:lnTo>
                <a:lnTo>
                  <a:pt x="2981" y="3175"/>
                </a:lnTo>
                <a:lnTo>
                  <a:pt x="2982" y="3175"/>
                </a:lnTo>
                <a:lnTo>
                  <a:pt x="2981" y="3175"/>
                </a:lnTo>
                <a:lnTo>
                  <a:pt x="2981" y="3174"/>
                </a:lnTo>
                <a:lnTo>
                  <a:pt x="2982" y="3174"/>
                </a:lnTo>
                <a:lnTo>
                  <a:pt x="2981" y="3174"/>
                </a:lnTo>
                <a:lnTo>
                  <a:pt x="2981" y="3173"/>
                </a:lnTo>
                <a:lnTo>
                  <a:pt x="2982" y="3173"/>
                </a:lnTo>
                <a:lnTo>
                  <a:pt x="2982" y="3172"/>
                </a:lnTo>
                <a:lnTo>
                  <a:pt x="2983" y="3172"/>
                </a:lnTo>
                <a:lnTo>
                  <a:pt x="2983" y="3171"/>
                </a:lnTo>
                <a:lnTo>
                  <a:pt x="2982" y="3171"/>
                </a:lnTo>
                <a:lnTo>
                  <a:pt x="2983" y="3170"/>
                </a:lnTo>
                <a:lnTo>
                  <a:pt x="2983" y="3169"/>
                </a:lnTo>
                <a:lnTo>
                  <a:pt x="2983" y="3168"/>
                </a:lnTo>
                <a:lnTo>
                  <a:pt x="2984" y="3168"/>
                </a:lnTo>
                <a:lnTo>
                  <a:pt x="2984" y="3167"/>
                </a:lnTo>
                <a:lnTo>
                  <a:pt x="2984" y="3168"/>
                </a:lnTo>
                <a:lnTo>
                  <a:pt x="2985" y="3168"/>
                </a:lnTo>
                <a:lnTo>
                  <a:pt x="2985" y="3169"/>
                </a:lnTo>
                <a:lnTo>
                  <a:pt x="2986" y="3169"/>
                </a:lnTo>
                <a:lnTo>
                  <a:pt x="2986" y="3170"/>
                </a:lnTo>
                <a:lnTo>
                  <a:pt x="2987" y="3170"/>
                </a:lnTo>
                <a:lnTo>
                  <a:pt x="2987" y="3171"/>
                </a:lnTo>
                <a:lnTo>
                  <a:pt x="2987" y="3170"/>
                </a:lnTo>
                <a:lnTo>
                  <a:pt x="2987" y="3171"/>
                </a:lnTo>
                <a:lnTo>
                  <a:pt x="2988" y="3171"/>
                </a:lnTo>
                <a:lnTo>
                  <a:pt x="2988" y="3170"/>
                </a:lnTo>
                <a:lnTo>
                  <a:pt x="2989" y="3170"/>
                </a:lnTo>
                <a:lnTo>
                  <a:pt x="2990" y="3170"/>
                </a:lnTo>
                <a:lnTo>
                  <a:pt x="2991" y="3170"/>
                </a:lnTo>
                <a:lnTo>
                  <a:pt x="2992" y="3170"/>
                </a:lnTo>
                <a:lnTo>
                  <a:pt x="2993" y="3170"/>
                </a:lnTo>
                <a:lnTo>
                  <a:pt x="2993" y="3169"/>
                </a:lnTo>
                <a:lnTo>
                  <a:pt x="2994" y="3169"/>
                </a:lnTo>
                <a:lnTo>
                  <a:pt x="2994" y="3168"/>
                </a:lnTo>
                <a:lnTo>
                  <a:pt x="2994" y="3167"/>
                </a:lnTo>
                <a:lnTo>
                  <a:pt x="2993" y="3167"/>
                </a:lnTo>
                <a:lnTo>
                  <a:pt x="2993" y="3166"/>
                </a:lnTo>
                <a:lnTo>
                  <a:pt x="2994" y="3166"/>
                </a:lnTo>
                <a:lnTo>
                  <a:pt x="2994" y="3165"/>
                </a:lnTo>
                <a:lnTo>
                  <a:pt x="2994" y="3164"/>
                </a:lnTo>
                <a:lnTo>
                  <a:pt x="2993" y="3164"/>
                </a:lnTo>
                <a:lnTo>
                  <a:pt x="2994" y="3164"/>
                </a:lnTo>
                <a:lnTo>
                  <a:pt x="2994" y="3163"/>
                </a:lnTo>
                <a:lnTo>
                  <a:pt x="2995" y="3163"/>
                </a:lnTo>
                <a:lnTo>
                  <a:pt x="2995" y="3162"/>
                </a:lnTo>
                <a:lnTo>
                  <a:pt x="2995" y="3161"/>
                </a:lnTo>
                <a:lnTo>
                  <a:pt x="2996" y="3161"/>
                </a:lnTo>
                <a:lnTo>
                  <a:pt x="2996" y="3160"/>
                </a:lnTo>
                <a:lnTo>
                  <a:pt x="2997" y="3160"/>
                </a:lnTo>
                <a:lnTo>
                  <a:pt x="2996" y="3160"/>
                </a:lnTo>
                <a:lnTo>
                  <a:pt x="2997" y="3160"/>
                </a:lnTo>
                <a:lnTo>
                  <a:pt x="2997" y="3159"/>
                </a:lnTo>
                <a:lnTo>
                  <a:pt x="2996" y="3159"/>
                </a:lnTo>
                <a:lnTo>
                  <a:pt x="2996" y="3158"/>
                </a:lnTo>
                <a:lnTo>
                  <a:pt x="2997" y="3158"/>
                </a:lnTo>
                <a:lnTo>
                  <a:pt x="2997" y="3157"/>
                </a:lnTo>
                <a:lnTo>
                  <a:pt x="2998" y="3157"/>
                </a:lnTo>
                <a:lnTo>
                  <a:pt x="2999" y="3157"/>
                </a:lnTo>
                <a:lnTo>
                  <a:pt x="2998" y="3157"/>
                </a:lnTo>
                <a:lnTo>
                  <a:pt x="2998" y="3156"/>
                </a:lnTo>
                <a:lnTo>
                  <a:pt x="2997" y="3156"/>
                </a:lnTo>
                <a:lnTo>
                  <a:pt x="2997" y="3155"/>
                </a:lnTo>
                <a:lnTo>
                  <a:pt x="2997" y="3154"/>
                </a:lnTo>
                <a:lnTo>
                  <a:pt x="2998" y="3154"/>
                </a:lnTo>
                <a:lnTo>
                  <a:pt x="2997" y="3154"/>
                </a:lnTo>
                <a:lnTo>
                  <a:pt x="2997" y="3153"/>
                </a:lnTo>
                <a:lnTo>
                  <a:pt x="2998" y="3153"/>
                </a:lnTo>
                <a:lnTo>
                  <a:pt x="2999" y="3153"/>
                </a:lnTo>
                <a:lnTo>
                  <a:pt x="2999" y="3152"/>
                </a:lnTo>
                <a:lnTo>
                  <a:pt x="3000" y="3152"/>
                </a:lnTo>
                <a:lnTo>
                  <a:pt x="2999" y="3152"/>
                </a:lnTo>
                <a:lnTo>
                  <a:pt x="2999" y="3151"/>
                </a:lnTo>
                <a:lnTo>
                  <a:pt x="3000" y="3151"/>
                </a:lnTo>
                <a:lnTo>
                  <a:pt x="3001" y="3151"/>
                </a:lnTo>
                <a:lnTo>
                  <a:pt x="3002" y="3151"/>
                </a:lnTo>
                <a:lnTo>
                  <a:pt x="3002" y="3150"/>
                </a:lnTo>
                <a:lnTo>
                  <a:pt x="3003" y="3150"/>
                </a:lnTo>
                <a:lnTo>
                  <a:pt x="3002" y="3150"/>
                </a:lnTo>
                <a:lnTo>
                  <a:pt x="3002" y="3149"/>
                </a:lnTo>
                <a:lnTo>
                  <a:pt x="3003" y="3149"/>
                </a:lnTo>
                <a:lnTo>
                  <a:pt x="3003" y="3148"/>
                </a:lnTo>
                <a:lnTo>
                  <a:pt x="3003" y="3147"/>
                </a:lnTo>
                <a:lnTo>
                  <a:pt x="3004" y="3147"/>
                </a:lnTo>
                <a:lnTo>
                  <a:pt x="3003" y="3147"/>
                </a:lnTo>
                <a:lnTo>
                  <a:pt x="3003" y="3145"/>
                </a:lnTo>
                <a:lnTo>
                  <a:pt x="3002" y="3145"/>
                </a:lnTo>
                <a:lnTo>
                  <a:pt x="3001" y="3145"/>
                </a:lnTo>
                <a:lnTo>
                  <a:pt x="3000" y="3145"/>
                </a:lnTo>
                <a:lnTo>
                  <a:pt x="2999" y="3145"/>
                </a:lnTo>
                <a:lnTo>
                  <a:pt x="2998" y="3145"/>
                </a:lnTo>
                <a:lnTo>
                  <a:pt x="2997" y="3147"/>
                </a:lnTo>
                <a:lnTo>
                  <a:pt x="2997" y="3145"/>
                </a:lnTo>
                <a:lnTo>
                  <a:pt x="2997" y="3144"/>
                </a:lnTo>
                <a:lnTo>
                  <a:pt x="2998" y="3144"/>
                </a:lnTo>
                <a:lnTo>
                  <a:pt x="2997" y="3144"/>
                </a:lnTo>
                <a:lnTo>
                  <a:pt x="2996" y="3144"/>
                </a:lnTo>
                <a:lnTo>
                  <a:pt x="2996" y="3143"/>
                </a:lnTo>
                <a:lnTo>
                  <a:pt x="2995" y="3143"/>
                </a:lnTo>
                <a:lnTo>
                  <a:pt x="2995" y="3142"/>
                </a:lnTo>
                <a:lnTo>
                  <a:pt x="2994" y="3142"/>
                </a:lnTo>
                <a:lnTo>
                  <a:pt x="2994" y="3141"/>
                </a:lnTo>
                <a:lnTo>
                  <a:pt x="2993" y="3141"/>
                </a:lnTo>
                <a:lnTo>
                  <a:pt x="2993" y="3140"/>
                </a:lnTo>
                <a:lnTo>
                  <a:pt x="2992" y="3140"/>
                </a:lnTo>
                <a:lnTo>
                  <a:pt x="2992" y="3139"/>
                </a:lnTo>
                <a:lnTo>
                  <a:pt x="2993" y="3139"/>
                </a:lnTo>
                <a:lnTo>
                  <a:pt x="2993" y="3140"/>
                </a:lnTo>
                <a:lnTo>
                  <a:pt x="2993" y="3139"/>
                </a:lnTo>
                <a:lnTo>
                  <a:pt x="2992" y="3139"/>
                </a:lnTo>
                <a:lnTo>
                  <a:pt x="2992" y="3138"/>
                </a:lnTo>
                <a:lnTo>
                  <a:pt x="2991" y="3138"/>
                </a:lnTo>
                <a:lnTo>
                  <a:pt x="2991" y="3137"/>
                </a:lnTo>
                <a:lnTo>
                  <a:pt x="2990" y="3137"/>
                </a:lnTo>
                <a:lnTo>
                  <a:pt x="2990" y="3138"/>
                </a:lnTo>
                <a:lnTo>
                  <a:pt x="2990" y="3137"/>
                </a:lnTo>
                <a:lnTo>
                  <a:pt x="2990" y="3138"/>
                </a:lnTo>
                <a:lnTo>
                  <a:pt x="2989" y="3138"/>
                </a:lnTo>
                <a:lnTo>
                  <a:pt x="2989" y="3137"/>
                </a:lnTo>
                <a:lnTo>
                  <a:pt x="2988" y="3137"/>
                </a:lnTo>
                <a:lnTo>
                  <a:pt x="2988" y="3138"/>
                </a:lnTo>
                <a:lnTo>
                  <a:pt x="2988" y="3139"/>
                </a:lnTo>
                <a:lnTo>
                  <a:pt x="2988" y="3140"/>
                </a:lnTo>
                <a:lnTo>
                  <a:pt x="2987" y="3140"/>
                </a:lnTo>
                <a:lnTo>
                  <a:pt x="2986" y="3140"/>
                </a:lnTo>
                <a:lnTo>
                  <a:pt x="2986" y="3139"/>
                </a:lnTo>
                <a:lnTo>
                  <a:pt x="2986" y="3138"/>
                </a:lnTo>
                <a:lnTo>
                  <a:pt x="2985" y="3138"/>
                </a:lnTo>
                <a:lnTo>
                  <a:pt x="2985" y="3137"/>
                </a:lnTo>
                <a:lnTo>
                  <a:pt x="2984" y="3137"/>
                </a:lnTo>
                <a:lnTo>
                  <a:pt x="2984" y="3136"/>
                </a:lnTo>
                <a:lnTo>
                  <a:pt x="2983" y="3136"/>
                </a:lnTo>
                <a:lnTo>
                  <a:pt x="2983" y="3135"/>
                </a:lnTo>
                <a:lnTo>
                  <a:pt x="2983" y="3134"/>
                </a:lnTo>
                <a:lnTo>
                  <a:pt x="2983" y="3133"/>
                </a:lnTo>
                <a:lnTo>
                  <a:pt x="2982" y="3133"/>
                </a:lnTo>
                <a:lnTo>
                  <a:pt x="2982" y="3134"/>
                </a:lnTo>
                <a:lnTo>
                  <a:pt x="2982" y="3133"/>
                </a:lnTo>
                <a:lnTo>
                  <a:pt x="2981" y="3133"/>
                </a:lnTo>
                <a:lnTo>
                  <a:pt x="2981" y="3134"/>
                </a:lnTo>
                <a:lnTo>
                  <a:pt x="2980" y="3134"/>
                </a:lnTo>
                <a:lnTo>
                  <a:pt x="2979" y="3134"/>
                </a:lnTo>
                <a:lnTo>
                  <a:pt x="2978" y="3134"/>
                </a:lnTo>
                <a:lnTo>
                  <a:pt x="2977" y="3134"/>
                </a:lnTo>
                <a:lnTo>
                  <a:pt x="2977" y="3133"/>
                </a:lnTo>
                <a:lnTo>
                  <a:pt x="2977" y="3132"/>
                </a:lnTo>
                <a:lnTo>
                  <a:pt x="2976" y="3132"/>
                </a:lnTo>
                <a:lnTo>
                  <a:pt x="2975" y="3132"/>
                </a:lnTo>
                <a:lnTo>
                  <a:pt x="2975" y="3131"/>
                </a:lnTo>
                <a:lnTo>
                  <a:pt x="2975" y="3132"/>
                </a:lnTo>
                <a:lnTo>
                  <a:pt x="2974" y="3132"/>
                </a:lnTo>
                <a:lnTo>
                  <a:pt x="2974" y="3133"/>
                </a:lnTo>
                <a:lnTo>
                  <a:pt x="2974" y="3134"/>
                </a:lnTo>
                <a:lnTo>
                  <a:pt x="2974" y="3133"/>
                </a:lnTo>
                <a:lnTo>
                  <a:pt x="2973" y="3133"/>
                </a:lnTo>
                <a:lnTo>
                  <a:pt x="2973" y="3134"/>
                </a:lnTo>
                <a:lnTo>
                  <a:pt x="2974" y="3134"/>
                </a:lnTo>
                <a:lnTo>
                  <a:pt x="2973" y="3134"/>
                </a:lnTo>
                <a:lnTo>
                  <a:pt x="2973" y="3135"/>
                </a:lnTo>
                <a:lnTo>
                  <a:pt x="2974" y="3135"/>
                </a:lnTo>
                <a:lnTo>
                  <a:pt x="2973" y="3135"/>
                </a:lnTo>
                <a:lnTo>
                  <a:pt x="2974" y="3135"/>
                </a:lnTo>
                <a:lnTo>
                  <a:pt x="2973" y="3135"/>
                </a:lnTo>
                <a:lnTo>
                  <a:pt x="2973" y="3136"/>
                </a:lnTo>
                <a:lnTo>
                  <a:pt x="2972" y="3136"/>
                </a:lnTo>
                <a:lnTo>
                  <a:pt x="2971" y="3136"/>
                </a:lnTo>
                <a:lnTo>
                  <a:pt x="2971" y="3135"/>
                </a:lnTo>
                <a:lnTo>
                  <a:pt x="2971" y="3136"/>
                </a:lnTo>
                <a:lnTo>
                  <a:pt x="2970" y="3136"/>
                </a:lnTo>
                <a:lnTo>
                  <a:pt x="2970" y="3137"/>
                </a:lnTo>
                <a:lnTo>
                  <a:pt x="2969" y="3137"/>
                </a:lnTo>
                <a:lnTo>
                  <a:pt x="2969" y="3136"/>
                </a:lnTo>
                <a:lnTo>
                  <a:pt x="2968" y="3136"/>
                </a:lnTo>
                <a:lnTo>
                  <a:pt x="2968" y="3137"/>
                </a:lnTo>
                <a:lnTo>
                  <a:pt x="2968" y="3138"/>
                </a:lnTo>
                <a:lnTo>
                  <a:pt x="2967" y="3138"/>
                </a:lnTo>
                <a:lnTo>
                  <a:pt x="2967" y="3137"/>
                </a:lnTo>
                <a:lnTo>
                  <a:pt x="2966" y="3137"/>
                </a:lnTo>
                <a:lnTo>
                  <a:pt x="2966" y="3138"/>
                </a:lnTo>
                <a:lnTo>
                  <a:pt x="2965" y="3138"/>
                </a:lnTo>
                <a:lnTo>
                  <a:pt x="2966" y="3138"/>
                </a:lnTo>
                <a:lnTo>
                  <a:pt x="2966" y="3139"/>
                </a:lnTo>
                <a:lnTo>
                  <a:pt x="2965" y="3139"/>
                </a:lnTo>
                <a:lnTo>
                  <a:pt x="2965" y="3138"/>
                </a:lnTo>
                <a:lnTo>
                  <a:pt x="2964" y="3138"/>
                </a:lnTo>
                <a:lnTo>
                  <a:pt x="2963" y="3138"/>
                </a:lnTo>
                <a:lnTo>
                  <a:pt x="2962" y="3138"/>
                </a:lnTo>
                <a:lnTo>
                  <a:pt x="2961" y="3138"/>
                </a:lnTo>
                <a:lnTo>
                  <a:pt x="2961" y="3139"/>
                </a:lnTo>
                <a:lnTo>
                  <a:pt x="2961" y="3140"/>
                </a:lnTo>
                <a:lnTo>
                  <a:pt x="2961" y="3141"/>
                </a:lnTo>
                <a:lnTo>
                  <a:pt x="2960" y="3141"/>
                </a:lnTo>
                <a:lnTo>
                  <a:pt x="2959" y="3141"/>
                </a:lnTo>
                <a:lnTo>
                  <a:pt x="2959" y="3140"/>
                </a:lnTo>
                <a:lnTo>
                  <a:pt x="2958" y="3140"/>
                </a:lnTo>
                <a:lnTo>
                  <a:pt x="2958" y="3139"/>
                </a:lnTo>
                <a:lnTo>
                  <a:pt x="2957" y="3139"/>
                </a:lnTo>
                <a:lnTo>
                  <a:pt x="2957" y="3140"/>
                </a:lnTo>
                <a:lnTo>
                  <a:pt x="2956" y="3140"/>
                </a:lnTo>
                <a:lnTo>
                  <a:pt x="2956" y="3139"/>
                </a:lnTo>
                <a:lnTo>
                  <a:pt x="2955" y="3139"/>
                </a:lnTo>
                <a:lnTo>
                  <a:pt x="2954" y="3139"/>
                </a:lnTo>
                <a:lnTo>
                  <a:pt x="2955" y="3139"/>
                </a:lnTo>
                <a:lnTo>
                  <a:pt x="2954" y="3139"/>
                </a:lnTo>
                <a:lnTo>
                  <a:pt x="2954" y="3140"/>
                </a:lnTo>
                <a:lnTo>
                  <a:pt x="2954" y="3139"/>
                </a:lnTo>
                <a:lnTo>
                  <a:pt x="2953" y="3140"/>
                </a:lnTo>
                <a:lnTo>
                  <a:pt x="2953" y="3139"/>
                </a:lnTo>
                <a:lnTo>
                  <a:pt x="2952" y="3139"/>
                </a:lnTo>
                <a:lnTo>
                  <a:pt x="2951" y="3139"/>
                </a:lnTo>
                <a:lnTo>
                  <a:pt x="2951" y="3138"/>
                </a:lnTo>
                <a:lnTo>
                  <a:pt x="2952" y="3138"/>
                </a:lnTo>
                <a:lnTo>
                  <a:pt x="2951" y="3138"/>
                </a:lnTo>
                <a:lnTo>
                  <a:pt x="2951" y="3137"/>
                </a:lnTo>
                <a:lnTo>
                  <a:pt x="2952" y="3137"/>
                </a:lnTo>
                <a:lnTo>
                  <a:pt x="2952" y="3136"/>
                </a:lnTo>
                <a:lnTo>
                  <a:pt x="2952" y="3135"/>
                </a:lnTo>
                <a:lnTo>
                  <a:pt x="2952" y="3134"/>
                </a:lnTo>
                <a:lnTo>
                  <a:pt x="2951" y="3134"/>
                </a:lnTo>
                <a:lnTo>
                  <a:pt x="2951" y="3133"/>
                </a:lnTo>
                <a:lnTo>
                  <a:pt x="2950" y="3133"/>
                </a:lnTo>
                <a:lnTo>
                  <a:pt x="2951" y="3133"/>
                </a:lnTo>
                <a:lnTo>
                  <a:pt x="2950" y="3133"/>
                </a:lnTo>
                <a:lnTo>
                  <a:pt x="2950" y="3132"/>
                </a:lnTo>
                <a:lnTo>
                  <a:pt x="2949" y="3132"/>
                </a:lnTo>
                <a:lnTo>
                  <a:pt x="2950" y="3132"/>
                </a:lnTo>
                <a:lnTo>
                  <a:pt x="2950" y="3131"/>
                </a:lnTo>
                <a:lnTo>
                  <a:pt x="2949" y="3131"/>
                </a:lnTo>
                <a:lnTo>
                  <a:pt x="2950" y="3131"/>
                </a:lnTo>
                <a:lnTo>
                  <a:pt x="2949" y="3131"/>
                </a:lnTo>
                <a:lnTo>
                  <a:pt x="2948" y="3131"/>
                </a:lnTo>
                <a:lnTo>
                  <a:pt x="2948" y="3130"/>
                </a:lnTo>
                <a:lnTo>
                  <a:pt x="2949" y="3130"/>
                </a:lnTo>
                <a:lnTo>
                  <a:pt x="2948" y="3130"/>
                </a:lnTo>
                <a:lnTo>
                  <a:pt x="2948" y="3129"/>
                </a:lnTo>
                <a:lnTo>
                  <a:pt x="2947" y="3129"/>
                </a:lnTo>
                <a:lnTo>
                  <a:pt x="2947" y="3128"/>
                </a:lnTo>
                <a:lnTo>
                  <a:pt x="2946" y="3128"/>
                </a:lnTo>
                <a:lnTo>
                  <a:pt x="2945" y="3128"/>
                </a:lnTo>
                <a:lnTo>
                  <a:pt x="2945" y="3127"/>
                </a:lnTo>
                <a:lnTo>
                  <a:pt x="2945" y="3128"/>
                </a:lnTo>
                <a:lnTo>
                  <a:pt x="2944" y="3128"/>
                </a:lnTo>
                <a:lnTo>
                  <a:pt x="2943" y="3128"/>
                </a:lnTo>
                <a:lnTo>
                  <a:pt x="2943" y="3127"/>
                </a:lnTo>
                <a:lnTo>
                  <a:pt x="2942" y="3127"/>
                </a:lnTo>
                <a:lnTo>
                  <a:pt x="2941" y="3127"/>
                </a:lnTo>
                <a:lnTo>
                  <a:pt x="2940" y="3127"/>
                </a:lnTo>
                <a:lnTo>
                  <a:pt x="2939" y="3127"/>
                </a:lnTo>
                <a:lnTo>
                  <a:pt x="2939" y="3128"/>
                </a:lnTo>
                <a:lnTo>
                  <a:pt x="2938" y="3128"/>
                </a:lnTo>
                <a:lnTo>
                  <a:pt x="2938" y="3127"/>
                </a:lnTo>
                <a:lnTo>
                  <a:pt x="2938" y="3128"/>
                </a:lnTo>
                <a:lnTo>
                  <a:pt x="2937" y="3128"/>
                </a:lnTo>
                <a:lnTo>
                  <a:pt x="2937" y="3127"/>
                </a:lnTo>
                <a:lnTo>
                  <a:pt x="2936" y="3127"/>
                </a:lnTo>
                <a:lnTo>
                  <a:pt x="2936" y="3126"/>
                </a:lnTo>
                <a:lnTo>
                  <a:pt x="2935" y="3126"/>
                </a:lnTo>
                <a:lnTo>
                  <a:pt x="2935" y="3127"/>
                </a:lnTo>
                <a:lnTo>
                  <a:pt x="2934" y="3127"/>
                </a:lnTo>
                <a:lnTo>
                  <a:pt x="2933" y="3127"/>
                </a:lnTo>
                <a:lnTo>
                  <a:pt x="2932" y="3127"/>
                </a:lnTo>
                <a:lnTo>
                  <a:pt x="2931" y="3127"/>
                </a:lnTo>
                <a:lnTo>
                  <a:pt x="2930" y="3127"/>
                </a:lnTo>
                <a:lnTo>
                  <a:pt x="2929" y="3127"/>
                </a:lnTo>
                <a:lnTo>
                  <a:pt x="2928" y="3127"/>
                </a:lnTo>
                <a:lnTo>
                  <a:pt x="2928" y="3128"/>
                </a:lnTo>
                <a:lnTo>
                  <a:pt x="2929" y="3128"/>
                </a:lnTo>
                <a:lnTo>
                  <a:pt x="2929" y="3129"/>
                </a:lnTo>
                <a:lnTo>
                  <a:pt x="2929" y="3130"/>
                </a:lnTo>
                <a:lnTo>
                  <a:pt x="2929" y="3131"/>
                </a:lnTo>
                <a:lnTo>
                  <a:pt x="2928" y="3131"/>
                </a:lnTo>
                <a:lnTo>
                  <a:pt x="2929" y="3131"/>
                </a:lnTo>
                <a:lnTo>
                  <a:pt x="2929" y="3132"/>
                </a:lnTo>
                <a:lnTo>
                  <a:pt x="2928" y="3132"/>
                </a:lnTo>
                <a:lnTo>
                  <a:pt x="2927" y="3132"/>
                </a:lnTo>
                <a:lnTo>
                  <a:pt x="2926" y="3132"/>
                </a:lnTo>
                <a:lnTo>
                  <a:pt x="2926" y="3131"/>
                </a:lnTo>
                <a:lnTo>
                  <a:pt x="2925" y="3131"/>
                </a:lnTo>
                <a:lnTo>
                  <a:pt x="2924" y="3131"/>
                </a:lnTo>
                <a:lnTo>
                  <a:pt x="2924" y="3132"/>
                </a:lnTo>
                <a:lnTo>
                  <a:pt x="2923" y="3133"/>
                </a:lnTo>
                <a:lnTo>
                  <a:pt x="2923" y="3132"/>
                </a:lnTo>
                <a:lnTo>
                  <a:pt x="2923" y="3133"/>
                </a:lnTo>
                <a:lnTo>
                  <a:pt x="2923" y="3132"/>
                </a:lnTo>
                <a:lnTo>
                  <a:pt x="2922" y="3132"/>
                </a:lnTo>
                <a:lnTo>
                  <a:pt x="2921" y="3132"/>
                </a:lnTo>
                <a:lnTo>
                  <a:pt x="2920" y="3132"/>
                </a:lnTo>
                <a:lnTo>
                  <a:pt x="2919" y="3132"/>
                </a:lnTo>
                <a:lnTo>
                  <a:pt x="2919" y="3133"/>
                </a:lnTo>
                <a:lnTo>
                  <a:pt x="2919" y="3132"/>
                </a:lnTo>
                <a:lnTo>
                  <a:pt x="2918" y="3132"/>
                </a:lnTo>
                <a:lnTo>
                  <a:pt x="2918" y="3133"/>
                </a:lnTo>
                <a:lnTo>
                  <a:pt x="2918" y="3134"/>
                </a:lnTo>
                <a:lnTo>
                  <a:pt x="2918" y="3135"/>
                </a:lnTo>
                <a:lnTo>
                  <a:pt x="2917" y="3135"/>
                </a:lnTo>
                <a:lnTo>
                  <a:pt x="2917" y="3134"/>
                </a:lnTo>
                <a:lnTo>
                  <a:pt x="2917" y="3133"/>
                </a:lnTo>
                <a:lnTo>
                  <a:pt x="2916" y="3133"/>
                </a:lnTo>
                <a:lnTo>
                  <a:pt x="2916" y="3132"/>
                </a:lnTo>
                <a:lnTo>
                  <a:pt x="2915" y="3132"/>
                </a:lnTo>
                <a:lnTo>
                  <a:pt x="2915" y="3131"/>
                </a:lnTo>
                <a:lnTo>
                  <a:pt x="2914" y="3131"/>
                </a:lnTo>
                <a:lnTo>
                  <a:pt x="2914" y="3130"/>
                </a:lnTo>
                <a:lnTo>
                  <a:pt x="2915" y="3130"/>
                </a:lnTo>
                <a:lnTo>
                  <a:pt x="2915" y="3129"/>
                </a:lnTo>
                <a:lnTo>
                  <a:pt x="2914" y="3129"/>
                </a:lnTo>
                <a:lnTo>
                  <a:pt x="2914" y="3128"/>
                </a:lnTo>
                <a:lnTo>
                  <a:pt x="2913" y="3128"/>
                </a:lnTo>
                <a:lnTo>
                  <a:pt x="2913" y="3127"/>
                </a:lnTo>
                <a:lnTo>
                  <a:pt x="2912" y="3127"/>
                </a:lnTo>
                <a:lnTo>
                  <a:pt x="2911" y="3127"/>
                </a:lnTo>
                <a:lnTo>
                  <a:pt x="2910" y="3127"/>
                </a:lnTo>
                <a:lnTo>
                  <a:pt x="2911" y="3127"/>
                </a:lnTo>
                <a:lnTo>
                  <a:pt x="2910" y="3127"/>
                </a:lnTo>
                <a:lnTo>
                  <a:pt x="2910" y="3126"/>
                </a:lnTo>
                <a:lnTo>
                  <a:pt x="2909" y="3125"/>
                </a:lnTo>
                <a:lnTo>
                  <a:pt x="2909" y="3124"/>
                </a:lnTo>
                <a:lnTo>
                  <a:pt x="2908" y="3124"/>
                </a:lnTo>
                <a:lnTo>
                  <a:pt x="2907" y="3124"/>
                </a:lnTo>
                <a:lnTo>
                  <a:pt x="2907" y="3123"/>
                </a:lnTo>
                <a:lnTo>
                  <a:pt x="2907" y="3124"/>
                </a:lnTo>
                <a:lnTo>
                  <a:pt x="2907" y="3123"/>
                </a:lnTo>
                <a:lnTo>
                  <a:pt x="2906" y="3123"/>
                </a:lnTo>
                <a:lnTo>
                  <a:pt x="2905" y="3123"/>
                </a:lnTo>
                <a:lnTo>
                  <a:pt x="2904" y="3123"/>
                </a:lnTo>
                <a:lnTo>
                  <a:pt x="2904" y="3122"/>
                </a:lnTo>
                <a:lnTo>
                  <a:pt x="2904" y="3121"/>
                </a:lnTo>
                <a:lnTo>
                  <a:pt x="2903" y="3121"/>
                </a:lnTo>
                <a:lnTo>
                  <a:pt x="2903" y="3120"/>
                </a:lnTo>
                <a:lnTo>
                  <a:pt x="2903" y="3119"/>
                </a:lnTo>
                <a:lnTo>
                  <a:pt x="2902" y="3119"/>
                </a:lnTo>
                <a:lnTo>
                  <a:pt x="2902" y="3120"/>
                </a:lnTo>
                <a:lnTo>
                  <a:pt x="2901" y="3120"/>
                </a:lnTo>
                <a:lnTo>
                  <a:pt x="2900" y="3120"/>
                </a:lnTo>
                <a:lnTo>
                  <a:pt x="2899" y="3120"/>
                </a:lnTo>
                <a:lnTo>
                  <a:pt x="2899" y="3119"/>
                </a:lnTo>
                <a:lnTo>
                  <a:pt x="2898" y="3119"/>
                </a:lnTo>
                <a:lnTo>
                  <a:pt x="2897" y="3119"/>
                </a:lnTo>
                <a:lnTo>
                  <a:pt x="2897" y="3118"/>
                </a:lnTo>
                <a:lnTo>
                  <a:pt x="2896" y="3118"/>
                </a:lnTo>
                <a:lnTo>
                  <a:pt x="2895" y="3118"/>
                </a:lnTo>
                <a:lnTo>
                  <a:pt x="2895" y="3119"/>
                </a:lnTo>
                <a:lnTo>
                  <a:pt x="2894" y="3119"/>
                </a:lnTo>
                <a:lnTo>
                  <a:pt x="2893" y="3119"/>
                </a:lnTo>
                <a:lnTo>
                  <a:pt x="2893" y="3118"/>
                </a:lnTo>
                <a:lnTo>
                  <a:pt x="2892" y="3118"/>
                </a:lnTo>
                <a:lnTo>
                  <a:pt x="2892" y="3119"/>
                </a:lnTo>
                <a:lnTo>
                  <a:pt x="2891" y="3119"/>
                </a:lnTo>
                <a:lnTo>
                  <a:pt x="2890" y="3119"/>
                </a:lnTo>
                <a:lnTo>
                  <a:pt x="2889" y="3119"/>
                </a:lnTo>
                <a:lnTo>
                  <a:pt x="2889" y="3118"/>
                </a:lnTo>
                <a:lnTo>
                  <a:pt x="2889" y="3117"/>
                </a:lnTo>
                <a:lnTo>
                  <a:pt x="2889" y="3116"/>
                </a:lnTo>
                <a:lnTo>
                  <a:pt x="2889" y="3115"/>
                </a:lnTo>
                <a:lnTo>
                  <a:pt x="2889" y="3114"/>
                </a:lnTo>
                <a:lnTo>
                  <a:pt x="2889" y="3113"/>
                </a:lnTo>
                <a:lnTo>
                  <a:pt x="2889" y="3112"/>
                </a:lnTo>
                <a:lnTo>
                  <a:pt x="2889" y="3111"/>
                </a:lnTo>
                <a:lnTo>
                  <a:pt x="2890" y="3111"/>
                </a:lnTo>
                <a:lnTo>
                  <a:pt x="2890" y="3110"/>
                </a:lnTo>
                <a:lnTo>
                  <a:pt x="2889" y="3110"/>
                </a:lnTo>
                <a:lnTo>
                  <a:pt x="2889" y="3109"/>
                </a:lnTo>
                <a:lnTo>
                  <a:pt x="2888" y="3109"/>
                </a:lnTo>
                <a:lnTo>
                  <a:pt x="2888" y="3108"/>
                </a:lnTo>
                <a:lnTo>
                  <a:pt x="2888" y="3107"/>
                </a:lnTo>
                <a:lnTo>
                  <a:pt x="2887" y="3107"/>
                </a:lnTo>
                <a:lnTo>
                  <a:pt x="2887" y="3106"/>
                </a:lnTo>
                <a:lnTo>
                  <a:pt x="2887" y="3107"/>
                </a:lnTo>
                <a:lnTo>
                  <a:pt x="2886" y="3107"/>
                </a:lnTo>
                <a:lnTo>
                  <a:pt x="2885" y="3107"/>
                </a:lnTo>
                <a:lnTo>
                  <a:pt x="2885" y="3106"/>
                </a:lnTo>
                <a:lnTo>
                  <a:pt x="2884" y="3106"/>
                </a:lnTo>
                <a:lnTo>
                  <a:pt x="2883" y="3106"/>
                </a:lnTo>
                <a:lnTo>
                  <a:pt x="2883" y="3105"/>
                </a:lnTo>
                <a:lnTo>
                  <a:pt x="2883" y="3104"/>
                </a:lnTo>
                <a:lnTo>
                  <a:pt x="2883" y="3103"/>
                </a:lnTo>
                <a:lnTo>
                  <a:pt x="2882" y="3103"/>
                </a:lnTo>
                <a:lnTo>
                  <a:pt x="2883" y="3103"/>
                </a:lnTo>
                <a:lnTo>
                  <a:pt x="2882" y="3103"/>
                </a:lnTo>
                <a:lnTo>
                  <a:pt x="2882" y="3102"/>
                </a:lnTo>
                <a:lnTo>
                  <a:pt x="2881" y="3101"/>
                </a:lnTo>
                <a:lnTo>
                  <a:pt x="2881" y="3100"/>
                </a:lnTo>
                <a:lnTo>
                  <a:pt x="2880" y="3100"/>
                </a:lnTo>
                <a:lnTo>
                  <a:pt x="2880" y="3099"/>
                </a:lnTo>
                <a:lnTo>
                  <a:pt x="2879" y="3099"/>
                </a:lnTo>
                <a:lnTo>
                  <a:pt x="2879" y="3098"/>
                </a:lnTo>
                <a:lnTo>
                  <a:pt x="2879" y="3097"/>
                </a:lnTo>
                <a:lnTo>
                  <a:pt x="2878" y="3097"/>
                </a:lnTo>
                <a:lnTo>
                  <a:pt x="2878" y="3096"/>
                </a:lnTo>
                <a:lnTo>
                  <a:pt x="2879" y="3096"/>
                </a:lnTo>
                <a:lnTo>
                  <a:pt x="2878" y="3096"/>
                </a:lnTo>
                <a:lnTo>
                  <a:pt x="2878" y="3095"/>
                </a:lnTo>
                <a:lnTo>
                  <a:pt x="2877" y="3095"/>
                </a:lnTo>
                <a:lnTo>
                  <a:pt x="2877" y="3096"/>
                </a:lnTo>
                <a:lnTo>
                  <a:pt x="2877" y="3097"/>
                </a:lnTo>
                <a:lnTo>
                  <a:pt x="2876" y="3097"/>
                </a:lnTo>
                <a:lnTo>
                  <a:pt x="2875" y="3097"/>
                </a:lnTo>
                <a:lnTo>
                  <a:pt x="2875" y="3096"/>
                </a:lnTo>
                <a:lnTo>
                  <a:pt x="2874" y="3096"/>
                </a:lnTo>
                <a:lnTo>
                  <a:pt x="2874" y="3095"/>
                </a:lnTo>
                <a:lnTo>
                  <a:pt x="2873" y="3094"/>
                </a:lnTo>
                <a:lnTo>
                  <a:pt x="2873" y="3095"/>
                </a:lnTo>
                <a:lnTo>
                  <a:pt x="2872" y="3094"/>
                </a:lnTo>
                <a:lnTo>
                  <a:pt x="2871" y="3094"/>
                </a:lnTo>
                <a:lnTo>
                  <a:pt x="2871" y="3093"/>
                </a:lnTo>
                <a:lnTo>
                  <a:pt x="2871" y="3092"/>
                </a:lnTo>
                <a:lnTo>
                  <a:pt x="2870" y="3091"/>
                </a:lnTo>
                <a:lnTo>
                  <a:pt x="2870" y="3090"/>
                </a:lnTo>
                <a:lnTo>
                  <a:pt x="2870" y="3089"/>
                </a:lnTo>
                <a:lnTo>
                  <a:pt x="2870" y="3088"/>
                </a:lnTo>
                <a:lnTo>
                  <a:pt x="2869" y="3088"/>
                </a:lnTo>
                <a:lnTo>
                  <a:pt x="2868" y="3088"/>
                </a:lnTo>
                <a:lnTo>
                  <a:pt x="2868" y="3087"/>
                </a:lnTo>
                <a:lnTo>
                  <a:pt x="2868" y="3086"/>
                </a:lnTo>
                <a:lnTo>
                  <a:pt x="2867" y="3086"/>
                </a:lnTo>
                <a:lnTo>
                  <a:pt x="2867" y="3087"/>
                </a:lnTo>
                <a:lnTo>
                  <a:pt x="2866" y="3087"/>
                </a:lnTo>
                <a:lnTo>
                  <a:pt x="2865" y="3088"/>
                </a:lnTo>
                <a:lnTo>
                  <a:pt x="2865" y="3089"/>
                </a:lnTo>
                <a:lnTo>
                  <a:pt x="2864" y="3089"/>
                </a:lnTo>
                <a:lnTo>
                  <a:pt x="2864" y="3090"/>
                </a:lnTo>
                <a:lnTo>
                  <a:pt x="2864" y="3091"/>
                </a:lnTo>
                <a:lnTo>
                  <a:pt x="2863" y="3091"/>
                </a:lnTo>
                <a:lnTo>
                  <a:pt x="2862" y="3091"/>
                </a:lnTo>
                <a:lnTo>
                  <a:pt x="2861" y="3091"/>
                </a:lnTo>
                <a:lnTo>
                  <a:pt x="2861" y="3092"/>
                </a:lnTo>
                <a:lnTo>
                  <a:pt x="2861" y="3093"/>
                </a:lnTo>
                <a:lnTo>
                  <a:pt x="2861" y="3094"/>
                </a:lnTo>
                <a:lnTo>
                  <a:pt x="2861" y="3095"/>
                </a:lnTo>
                <a:lnTo>
                  <a:pt x="2861" y="3096"/>
                </a:lnTo>
                <a:lnTo>
                  <a:pt x="2860" y="3096"/>
                </a:lnTo>
                <a:lnTo>
                  <a:pt x="2860" y="3097"/>
                </a:lnTo>
                <a:lnTo>
                  <a:pt x="2860" y="3096"/>
                </a:lnTo>
                <a:lnTo>
                  <a:pt x="2860" y="3097"/>
                </a:lnTo>
                <a:lnTo>
                  <a:pt x="2859" y="3097"/>
                </a:lnTo>
                <a:lnTo>
                  <a:pt x="2860" y="3097"/>
                </a:lnTo>
                <a:lnTo>
                  <a:pt x="2860" y="3098"/>
                </a:lnTo>
                <a:lnTo>
                  <a:pt x="2860" y="3099"/>
                </a:lnTo>
                <a:lnTo>
                  <a:pt x="2859" y="3099"/>
                </a:lnTo>
                <a:lnTo>
                  <a:pt x="2859" y="3100"/>
                </a:lnTo>
                <a:lnTo>
                  <a:pt x="2859" y="3099"/>
                </a:lnTo>
                <a:lnTo>
                  <a:pt x="2858" y="3099"/>
                </a:lnTo>
                <a:lnTo>
                  <a:pt x="2857" y="3099"/>
                </a:lnTo>
                <a:lnTo>
                  <a:pt x="2857" y="3098"/>
                </a:lnTo>
                <a:lnTo>
                  <a:pt x="2857" y="3099"/>
                </a:lnTo>
                <a:lnTo>
                  <a:pt x="2856" y="3099"/>
                </a:lnTo>
                <a:lnTo>
                  <a:pt x="2856" y="3098"/>
                </a:lnTo>
                <a:lnTo>
                  <a:pt x="2856" y="3097"/>
                </a:lnTo>
                <a:lnTo>
                  <a:pt x="2856" y="3098"/>
                </a:lnTo>
                <a:lnTo>
                  <a:pt x="2855" y="3098"/>
                </a:lnTo>
                <a:lnTo>
                  <a:pt x="2855" y="3097"/>
                </a:lnTo>
                <a:lnTo>
                  <a:pt x="2854" y="3097"/>
                </a:lnTo>
                <a:lnTo>
                  <a:pt x="2853" y="3097"/>
                </a:lnTo>
                <a:lnTo>
                  <a:pt x="2854" y="3097"/>
                </a:lnTo>
                <a:lnTo>
                  <a:pt x="2853" y="3097"/>
                </a:lnTo>
                <a:lnTo>
                  <a:pt x="2853" y="3098"/>
                </a:lnTo>
                <a:lnTo>
                  <a:pt x="2853" y="3099"/>
                </a:lnTo>
                <a:lnTo>
                  <a:pt x="2852" y="3099"/>
                </a:lnTo>
                <a:lnTo>
                  <a:pt x="2851" y="3099"/>
                </a:lnTo>
                <a:lnTo>
                  <a:pt x="2851" y="3100"/>
                </a:lnTo>
                <a:lnTo>
                  <a:pt x="2850" y="3100"/>
                </a:lnTo>
                <a:lnTo>
                  <a:pt x="2849" y="3100"/>
                </a:lnTo>
                <a:lnTo>
                  <a:pt x="2849" y="3101"/>
                </a:lnTo>
                <a:lnTo>
                  <a:pt x="2848" y="3101"/>
                </a:lnTo>
                <a:lnTo>
                  <a:pt x="2847" y="3101"/>
                </a:lnTo>
                <a:lnTo>
                  <a:pt x="2847" y="3100"/>
                </a:lnTo>
                <a:lnTo>
                  <a:pt x="2847" y="3099"/>
                </a:lnTo>
                <a:lnTo>
                  <a:pt x="2846" y="3099"/>
                </a:lnTo>
                <a:lnTo>
                  <a:pt x="2845" y="3099"/>
                </a:lnTo>
                <a:lnTo>
                  <a:pt x="2845" y="3100"/>
                </a:lnTo>
                <a:lnTo>
                  <a:pt x="2844" y="3100"/>
                </a:lnTo>
                <a:lnTo>
                  <a:pt x="2844" y="3101"/>
                </a:lnTo>
                <a:lnTo>
                  <a:pt x="2843" y="3101"/>
                </a:lnTo>
                <a:lnTo>
                  <a:pt x="2842" y="3101"/>
                </a:lnTo>
                <a:lnTo>
                  <a:pt x="2842" y="3102"/>
                </a:lnTo>
                <a:lnTo>
                  <a:pt x="2841" y="3103"/>
                </a:lnTo>
                <a:lnTo>
                  <a:pt x="2841" y="3104"/>
                </a:lnTo>
                <a:lnTo>
                  <a:pt x="2840" y="3104"/>
                </a:lnTo>
                <a:lnTo>
                  <a:pt x="2839" y="3104"/>
                </a:lnTo>
                <a:lnTo>
                  <a:pt x="2838" y="3104"/>
                </a:lnTo>
                <a:lnTo>
                  <a:pt x="2838" y="3105"/>
                </a:lnTo>
                <a:lnTo>
                  <a:pt x="2838" y="3106"/>
                </a:lnTo>
                <a:lnTo>
                  <a:pt x="2837" y="3106"/>
                </a:lnTo>
                <a:lnTo>
                  <a:pt x="2837" y="3105"/>
                </a:lnTo>
                <a:lnTo>
                  <a:pt x="2836" y="3105"/>
                </a:lnTo>
                <a:lnTo>
                  <a:pt x="2836" y="3106"/>
                </a:lnTo>
                <a:lnTo>
                  <a:pt x="2835" y="3106"/>
                </a:lnTo>
                <a:lnTo>
                  <a:pt x="2834" y="3107"/>
                </a:lnTo>
                <a:lnTo>
                  <a:pt x="2834" y="3108"/>
                </a:lnTo>
                <a:lnTo>
                  <a:pt x="2834" y="3109"/>
                </a:lnTo>
                <a:lnTo>
                  <a:pt x="2833" y="3109"/>
                </a:lnTo>
                <a:lnTo>
                  <a:pt x="2834" y="3109"/>
                </a:lnTo>
                <a:lnTo>
                  <a:pt x="2834" y="3110"/>
                </a:lnTo>
                <a:lnTo>
                  <a:pt x="2834" y="3111"/>
                </a:lnTo>
                <a:lnTo>
                  <a:pt x="2833" y="3111"/>
                </a:lnTo>
                <a:lnTo>
                  <a:pt x="2833" y="3110"/>
                </a:lnTo>
                <a:lnTo>
                  <a:pt x="2832" y="3110"/>
                </a:lnTo>
                <a:lnTo>
                  <a:pt x="2831" y="3110"/>
                </a:lnTo>
                <a:lnTo>
                  <a:pt x="2832" y="3110"/>
                </a:lnTo>
                <a:lnTo>
                  <a:pt x="2832" y="3109"/>
                </a:lnTo>
                <a:lnTo>
                  <a:pt x="2831" y="3109"/>
                </a:lnTo>
                <a:lnTo>
                  <a:pt x="2831" y="3108"/>
                </a:lnTo>
                <a:lnTo>
                  <a:pt x="2830" y="3108"/>
                </a:lnTo>
                <a:lnTo>
                  <a:pt x="2829" y="3108"/>
                </a:lnTo>
                <a:lnTo>
                  <a:pt x="2828" y="3108"/>
                </a:lnTo>
                <a:lnTo>
                  <a:pt x="2828" y="3109"/>
                </a:lnTo>
                <a:lnTo>
                  <a:pt x="2827" y="3109"/>
                </a:lnTo>
                <a:lnTo>
                  <a:pt x="2827" y="3110"/>
                </a:lnTo>
                <a:lnTo>
                  <a:pt x="2828" y="3110"/>
                </a:lnTo>
                <a:lnTo>
                  <a:pt x="2828" y="3111"/>
                </a:lnTo>
                <a:lnTo>
                  <a:pt x="2827" y="3111"/>
                </a:lnTo>
                <a:lnTo>
                  <a:pt x="2828" y="3111"/>
                </a:lnTo>
                <a:lnTo>
                  <a:pt x="2828" y="3112"/>
                </a:lnTo>
                <a:lnTo>
                  <a:pt x="2827" y="3112"/>
                </a:lnTo>
                <a:lnTo>
                  <a:pt x="2827" y="3113"/>
                </a:lnTo>
                <a:lnTo>
                  <a:pt x="2826" y="3113"/>
                </a:lnTo>
                <a:lnTo>
                  <a:pt x="2826" y="3114"/>
                </a:lnTo>
                <a:lnTo>
                  <a:pt x="2826" y="3113"/>
                </a:lnTo>
                <a:lnTo>
                  <a:pt x="2825" y="3113"/>
                </a:lnTo>
                <a:lnTo>
                  <a:pt x="2825" y="3114"/>
                </a:lnTo>
                <a:lnTo>
                  <a:pt x="2824" y="3114"/>
                </a:lnTo>
                <a:lnTo>
                  <a:pt x="2824" y="3115"/>
                </a:lnTo>
                <a:lnTo>
                  <a:pt x="2823" y="3115"/>
                </a:lnTo>
                <a:lnTo>
                  <a:pt x="2823" y="3114"/>
                </a:lnTo>
                <a:lnTo>
                  <a:pt x="2823" y="3115"/>
                </a:lnTo>
                <a:lnTo>
                  <a:pt x="2822" y="3115"/>
                </a:lnTo>
                <a:lnTo>
                  <a:pt x="2822" y="3114"/>
                </a:lnTo>
                <a:lnTo>
                  <a:pt x="2821" y="3114"/>
                </a:lnTo>
                <a:lnTo>
                  <a:pt x="2820" y="3114"/>
                </a:lnTo>
                <a:lnTo>
                  <a:pt x="2820" y="3115"/>
                </a:lnTo>
                <a:lnTo>
                  <a:pt x="2820" y="3116"/>
                </a:lnTo>
                <a:lnTo>
                  <a:pt x="2821" y="3116"/>
                </a:lnTo>
                <a:lnTo>
                  <a:pt x="2820" y="3116"/>
                </a:lnTo>
                <a:lnTo>
                  <a:pt x="2821" y="3116"/>
                </a:lnTo>
                <a:lnTo>
                  <a:pt x="2821" y="3117"/>
                </a:lnTo>
                <a:lnTo>
                  <a:pt x="2821" y="3118"/>
                </a:lnTo>
                <a:lnTo>
                  <a:pt x="2822" y="3118"/>
                </a:lnTo>
                <a:lnTo>
                  <a:pt x="2822" y="3119"/>
                </a:lnTo>
                <a:lnTo>
                  <a:pt x="2821" y="3119"/>
                </a:lnTo>
                <a:lnTo>
                  <a:pt x="2822" y="3119"/>
                </a:lnTo>
                <a:lnTo>
                  <a:pt x="2822" y="3120"/>
                </a:lnTo>
                <a:lnTo>
                  <a:pt x="2821" y="3120"/>
                </a:lnTo>
                <a:lnTo>
                  <a:pt x="2822" y="3120"/>
                </a:lnTo>
                <a:lnTo>
                  <a:pt x="2822" y="3121"/>
                </a:lnTo>
                <a:lnTo>
                  <a:pt x="2822" y="3122"/>
                </a:lnTo>
                <a:lnTo>
                  <a:pt x="2822" y="3123"/>
                </a:lnTo>
                <a:lnTo>
                  <a:pt x="2823" y="3123"/>
                </a:lnTo>
                <a:lnTo>
                  <a:pt x="2823" y="3124"/>
                </a:lnTo>
                <a:lnTo>
                  <a:pt x="2823" y="3126"/>
                </a:lnTo>
                <a:lnTo>
                  <a:pt x="2824" y="3126"/>
                </a:lnTo>
                <a:lnTo>
                  <a:pt x="2824" y="3127"/>
                </a:lnTo>
                <a:lnTo>
                  <a:pt x="2823" y="3127"/>
                </a:lnTo>
                <a:lnTo>
                  <a:pt x="2823" y="3128"/>
                </a:lnTo>
                <a:lnTo>
                  <a:pt x="2824" y="3128"/>
                </a:lnTo>
                <a:lnTo>
                  <a:pt x="2825" y="3128"/>
                </a:lnTo>
                <a:lnTo>
                  <a:pt x="2825" y="3129"/>
                </a:lnTo>
                <a:lnTo>
                  <a:pt x="2825" y="3128"/>
                </a:lnTo>
                <a:lnTo>
                  <a:pt x="2826" y="3128"/>
                </a:lnTo>
                <a:lnTo>
                  <a:pt x="2826" y="3129"/>
                </a:lnTo>
                <a:lnTo>
                  <a:pt x="2826" y="3130"/>
                </a:lnTo>
                <a:lnTo>
                  <a:pt x="2826" y="3131"/>
                </a:lnTo>
                <a:lnTo>
                  <a:pt x="2826" y="3132"/>
                </a:lnTo>
                <a:lnTo>
                  <a:pt x="2825" y="3132"/>
                </a:lnTo>
                <a:lnTo>
                  <a:pt x="2825" y="3133"/>
                </a:lnTo>
                <a:lnTo>
                  <a:pt x="2824" y="3133"/>
                </a:lnTo>
                <a:lnTo>
                  <a:pt x="2824" y="3134"/>
                </a:lnTo>
                <a:lnTo>
                  <a:pt x="2823" y="3134"/>
                </a:lnTo>
                <a:lnTo>
                  <a:pt x="2822" y="3134"/>
                </a:lnTo>
                <a:lnTo>
                  <a:pt x="2821" y="3134"/>
                </a:lnTo>
                <a:lnTo>
                  <a:pt x="2821" y="3135"/>
                </a:lnTo>
                <a:lnTo>
                  <a:pt x="2820" y="3135"/>
                </a:lnTo>
                <a:lnTo>
                  <a:pt x="2820" y="3136"/>
                </a:lnTo>
                <a:lnTo>
                  <a:pt x="2819" y="3136"/>
                </a:lnTo>
                <a:lnTo>
                  <a:pt x="2818" y="3136"/>
                </a:lnTo>
                <a:lnTo>
                  <a:pt x="2818" y="3137"/>
                </a:lnTo>
                <a:lnTo>
                  <a:pt x="2817" y="3137"/>
                </a:lnTo>
                <a:lnTo>
                  <a:pt x="2818" y="3137"/>
                </a:lnTo>
                <a:lnTo>
                  <a:pt x="2817" y="3137"/>
                </a:lnTo>
                <a:lnTo>
                  <a:pt x="2817" y="3138"/>
                </a:lnTo>
                <a:lnTo>
                  <a:pt x="2817" y="3139"/>
                </a:lnTo>
                <a:lnTo>
                  <a:pt x="2817" y="3140"/>
                </a:lnTo>
                <a:lnTo>
                  <a:pt x="2816" y="3140"/>
                </a:lnTo>
                <a:lnTo>
                  <a:pt x="2816" y="3141"/>
                </a:lnTo>
                <a:lnTo>
                  <a:pt x="2815" y="3141"/>
                </a:lnTo>
                <a:lnTo>
                  <a:pt x="2814" y="3141"/>
                </a:lnTo>
                <a:lnTo>
                  <a:pt x="2814" y="3142"/>
                </a:lnTo>
                <a:lnTo>
                  <a:pt x="2813" y="3142"/>
                </a:lnTo>
                <a:lnTo>
                  <a:pt x="2814" y="3142"/>
                </a:lnTo>
                <a:lnTo>
                  <a:pt x="2814" y="3143"/>
                </a:lnTo>
                <a:lnTo>
                  <a:pt x="2814" y="3144"/>
                </a:lnTo>
                <a:lnTo>
                  <a:pt x="2814" y="3145"/>
                </a:lnTo>
                <a:lnTo>
                  <a:pt x="2813" y="3145"/>
                </a:lnTo>
                <a:lnTo>
                  <a:pt x="2813" y="3144"/>
                </a:lnTo>
                <a:lnTo>
                  <a:pt x="2812" y="3144"/>
                </a:lnTo>
                <a:lnTo>
                  <a:pt x="2811" y="3144"/>
                </a:lnTo>
                <a:lnTo>
                  <a:pt x="2810" y="3144"/>
                </a:lnTo>
                <a:lnTo>
                  <a:pt x="2810" y="3145"/>
                </a:lnTo>
                <a:lnTo>
                  <a:pt x="2809" y="3145"/>
                </a:lnTo>
                <a:lnTo>
                  <a:pt x="2808" y="3145"/>
                </a:lnTo>
                <a:lnTo>
                  <a:pt x="2808" y="3144"/>
                </a:lnTo>
                <a:lnTo>
                  <a:pt x="2807" y="3144"/>
                </a:lnTo>
                <a:lnTo>
                  <a:pt x="2807" y="3143"/>
                </a:lnTo>
                <a:lnTo>
                  <a:pt x="2806" y="3143"/>
                </a:lnTo>
                <a:lnTo>
                  <a:pt x="2805" y="3143"/>
                </a:lnTo>
                <a:lnTo>
                  <a:pt x="2805" y="3142"/>
                </a:lnTo>
                <a:lnTo>
                  <a:pt x="2804" y="3142"/>
                </a:lnTo>
                <a:lnTo>
                  <a:pt x="2804" y="3143"/>
                </a:lnTo>
                <a:lnTo>
                  <a:pt x="2804" y="3144"/>
                </a:lnTo>
                <a:lnTo>
                  <a:pt x="2804" y="3145"/>
                </a:lnTo>
                <a:lnTo>
                  <a:pt x="2803" y="3145"/>
                </a:lnTo>
                <a:lnTo>
                  <a:pt x="2802" y="3145"/>
                </a:lnTo>
                <a:lnTo>
                  <a:pt x="2802" y="3144"/>
                </a:lnTo>
                <a:lnTo>
                  <a:pt x="2803" y="3144"/>
                </a:lnTo>
                <a:lnTo>
                  <a:pt x="2803" y="3143"/>
                </a:lnTo>
                <a:lnTo>
                  <a:pt x="2802" y="3143"/>
                </a:lnTo>
                <a:lnTo>
                  <a:pt x="2802" y="3142"/>
                </a:lnTo>
                <a:lnTo>
                  <a:pt x="2801" y="3142"/>
                </a:lnTo>
                <a:lnTo>
                  <a:pt x="2801" y="3141"/>
                </a:lnTo>
                <a:lnTo>
                  <a:pt x="2801" y="3142"/>
                </a:lnTo>
                <a:lnTo>
                  <a:pt x="2801" y="3141"/>
                </a:lnTo>
                <a:lnTo>
                  <a:pt x="2801" y="3142"/>
                </a:lnTo>
                <a:lnTo>
                  <a:pt x="2801" y="3141"/>
                </a:lnTo>
                <a:lnTo>
                  <a:pt x="2800" y="3141"/>
                </a:lnTo>
                <a:lnTo>
                  <a:pt x="2800" y="3142"/>
                </a:lnTo>
                <a:lnTo>
                  <a:pt x="2799" y="3142"/>
                </a:lnTo>
                <a:lnTo>
                  <a:pt x="2799" y="3143"/>
                </a:lnTo>
                <a:lnTo>
                  <a:pt x="2798" y="3143"/>
                </a:lnTo>
                <a:lnTo>
                  <a:pt x="2798" y="3142"/>
                </a:lnTo>
                <a:lnTo>
                  <a:pt x="2798" y="3143"/>
                </a:lnTo>
                <a:lnTo>
                  <a:pt x="2797" y="3143"/>
                </a:lnTo>
                <a:lnTo>
                  <a:pt x="2798" y="3143"/>
                </a:lnTo>
                <a:lnTo>
                  <a:pt x="2797" y="3143"/>
                </a:lnTo>
                <a:lnTo>
                  <a:pt x="2797" y="3144"/>
                </a:lnTo>
                <a:lnTo>
                  <a:pt x="2796" y="3144"/>
                </a:lnTo>
                <a:lnTo>
                  <a:pt x="2796" y="3145"/>
                </a:lnTo>
                <a:lnTo>
                  <a:pt x="2795" y="3145"/>
                </a:lnTo>
                <a:lnTo>
                  <a:pt x="2795" y="3147"/>
                </a:lnTo>
                <a:lnTo>
                  <a:pt x="2795" y="3148"/>
                </a:lnTo>
                <a:lnTo>
                  <a:pt x="2794" y="3148"/>
                </a:lnTo>
                <a:lnTo>
                  <a:pt x="2794" y="3149"/>
                </a:lnTo>
                <a:lnTo>
                  <a:pt x="2793" y="3149"/>
                </a:lnTo>
                <a:lnTo>
                  <a:pt x="2793" y="3150"/>
                </a:lnTo>
                <a:lnTo>
                  <a:pt x="2792" y="3150"/>
                </a:lnTo>
                <a:lnTo>
                  <a:pt x="2792" y="3151"/>
                </a:lnTo>
                <a:lnTo>
                  <a:pt x="2791" y="3151"/>
                </a:lnTo>
                <a:lnTo>
                  <a:pt x="2791" y="3152"/>
                </a:lnTo>
                <a:lnTo>
                  <a:pt x="2790" y="3152"/>
                </a:lnTo>
                <a:lnTo>
                  <a:pt x="2790" y="3153"/>
                </a:lnTo>
                <a:lnTo>
                  <a:pt x="2789" y="3153"/>
                </a:lnTo>
                <a:lnTo>
                  <a:pt x="2788" y="3153"/>
                </a:lnTo>
                <a:lnTo>
                  <a:pt x="2787" y="3153"/>
                </a:lnTo>
                <a:lnTo>
                  <a:pt x="2787" y="3154"/>
                </a:lnTo>
                <a:lnTo>
                  <a:pt x="2786" y="3154"/>
                </a:lnTo>
                <a:lnTo>
                  <a:pt x="2786" y="3155"/>
                </a:lnTo>
                <a:lnTo>
                  <a:pt x="2785" y="3155"/>
                </a:lnTo>
                <a:lnTo>
                  <a:pt x="2785" y="3156"/>
                </a:lnTo>
                <a:lnTo>
                  <a:pt x="2784" y="3156"/>
                </a:lnTo>
                <a:lnTo>
                  <a:pt x="2784" y="3157"/>
                </a:lnTo>
                <a:lnTo>
                  <a:pt x="2785" y="3157"/>
                </a:lnTo>
                <a:lnTo>
                  <a:pt x="2784" y="3157"/>
                </a:lnTo>
                <a:lnTo>
                  <a:pt x="2784" y="3158"/>
                </a:lnTo>
                <a:lnTo>
                  <a:pt x="2783" y="3158"/>
                </a:lnTo>
                <a:lnTo>
                  <a:pt x="2782" y="3158"/>
                </a:lnTo>
                <a:lnTo>
                  <a:pt x="2782" y="3159"/>
                </a:lnTo>
                <a:lnTo>
                  <a:pt x="2781" y="3159"/>
                </a:lnTo>
                <a:lnTo>
                  <a:pt x="2780" y="3159"/>
                </a:lnTo>
                <a:lnTo>
                  <a:pt x="2780" y="3158"/>
                </a:lnTo>
                <a:lnTo>
                  <a:pt x="2779" y="3158"/>
                </a:lnTo>
                <a:lnTo>
                  <a:pt x="2779" y="3157"/>
                </a:lnTo>
                <a:lnTo>
                  <a:pt x="2779" y="3156"/>
                </a:lnTo>
                <a:lnTo>
                  <a:pt x="2778" y="3156"/>
                </a:lnTo>
                <a:lnTo>
                  <a:pt x="2778" y="3155"/>
                </a:lnTo>
                <a:lnTo>
                  <a:pt x="2777" y="3155"/>
                </a:lnTo>
                <a:lnTo>
                  <a:pt x="2776" y="3155"/>
                </a:lnTo>
                <a:lnTo>
                  <a:pt x="2775" y="3155"/>
                </a:lnTo>
                <a:lnTo>
                  <a:pt x="2774" y="3155"/>
                </a:lnTo>
                <a:lnTo>
                  <a:pt x="2774" y="3154"/>
                </a:lnTo>
                <a:lnTo>
                  <a:pt x="2773" y="3154"/>
                </a:lnTo>
                <a:lnTo>
                  <a:pt x="2772" y="3154"/>
                </a:lnTo>
                <a:lnTo>
                  <a:pt x="2772" y="3153"/>
                </a:lnTo>
                <a:lnTo>
                  <a:pt x="2772" y="3152"/>
                </a:lnTo>
                <a:lnTo>
                  <a:pt x="2772" y="3151"/>
                </a:lnTo>
                <a:lnTo>
                  <a:pt x="2771" y="3151"/>
                </a:lnTo>
                <a:lnTo>
                  <a:pt x="2771" y="3150"/>
                </a:lnTo>
                <a:lnTo>
                  <a:pt x="2771" y="3149"/>
                </a:lnTo>
                <a:lnTo>
                  <a:pt x="2772" y="3148"/>
                </a:lnTo>
                <a:lnTo>
                  <a:pt x="2772" y="3147"/>
                </a:lnTo>
                <a:lnTo>
                  <a:pt x="2772" y="3145"/>
                </a:lnTo>
                <a:lnTo>
                  <a:pt x="2772" y="3144"/>
                </a:lnTo>
                <a:lnTo>
                  <a:pt x="2773" y="3144"/>
                </a:lnTo>
                <a:lnTo>
                  <a:pt x="2772" y="3144"/>
                </a:lnTo>
                <a:lnTo>
                  <a:pt x="2773" y="3144"/>
                </a:lnTo>
                <a:lnTo>
                  <a:pt x="2772" y="3144"/>
                </a:lnTo>
                <a:lnTo>
                  <a:pt x="2772" y="3143"/>
                </a:lnTo>
                <a:lnTo>
                  <a:pt x="2772" y="3142"/>
                </a:lnTo>
                <a:lnTo>
                  <a:pt x="2771" y="3142"/>
                </a:lnTo>
                <a:lnTo>
                  <a:pt x="2771" y="3143"/>
                </a:lnTo>
                <a:lnTo>
                  <a:pt x="2770" y="3143"/>
                </a:lnTo>
                <a:lnTo>
                  <a:pt x="2770" y="3142"/>
                </a:lnTo>
                <a:lnTo>
                  <a:pt x="2770" y="3143"/>
                </a:lnTo>
                <a:lnTo>
                  <a:pt x="2769" y="3143"/>
                </a:lnTo>
                <a:lnTo>
                  <a:pt x="2768" y="3143"/>
                </a:lnTo>
                <a:lnTo>
                  <a:pt x="2768" y="3144"/>
                </a:lnTo>
                <a:lnTo>
                  <a:pt x="2768" y="3143"/>
                </a:lnTo>
                <a:lnTo>
                  <a:pt x="2767" y="3143"/>
                </a:lnTo>
                <a:lnTo>
                  <a:pt x="2767" y="3144"/>
                </a:lnTo>
                <a:lnTo>
                  <a:pt x="2766" y="3144"/>
                </a:lnTo>
                <a:lnTo>
                  <a:pt x="2765" y="3144"/>
                </a:lnTo>
                <a:lnTo>
                  <a:pt x="2765" y="3145"/>
                </a:lnTo>
                <a:lnTo>
                  <a:pt x="2765" y="3144"/>
                </a:lnTo>
                <a:lnTo>
                  <a:pt x="2764" y="3144"/>
                </a:lnTo>
                <a:lnTo>
                  <a:pt x="2764" y="3145"/>
                </a:lnTo>
                <a:lnTo>
                  <a:pt x="2763" y="3145"/>
                </a:lnTo>
                <a:lnTo>
                  <a:pt x="2763" y="3144"/>
                </a:lnTo>
                <a:lnTo>
                  <a:pt x="2763" y="3145"/>
                </a:lnTo>
                <a:lnTo>
                  <a:pt x="2762" y="3145"/>
                </a:lnTo>
                <a:lnTo>
                  <a:pt x="2762" y="3147"/>
                </a:lnTo>
                <a:lnTo>
                  <a:pt x="2761" y="3147"/>
                </a:lnTo>
                <a:lnTo>
                  <a:pt x="2760" y="3147"/>
                </a:lnTo>
                <a:lnTo>
                  <a:pt x="2760" y="3145"/>
                </a:lnTo>
                <a:lnTo>
                  <a:pt x="2759" y="3145"/>
                </a:lnTo>
                <a:lnTo>
                  <a:pt x="2759" y="3147"/>
                </a:lnTo>
                <a:lnTo>
                  <a:pt x="2758" y="3147"/>
                </a:lnTo>
                <a:lnTo>
                  <a:pt x="2758" y="3148"/>
                </a:lnTo>
                <a:lnTo>
                  <a:pt x="2757" y="3148"/>
                </a:lnTo>
                <a:lnTo>
                  <a:pt x="2757" y="3149"/>
                </a:lnTo>
                <a:lnTo>
                  <a:pt x="2756" y="3149"/>
                </a:lnTo>
                <a:lnTo>
                  <a:pt x="2756" y="3150"/>
                </a:lnTo>
                <a:lnTo>
                  <a:pt x="2756" y="3151"/>
                </a:lnTo>
                <a:lnTo>
                  <a:pt x="2755" y="3151"/>
                </a:lnTo>
                <a:lnTo>
                  <a:pt x="2755" y="3152"/>
                </a:lnTo>
                <a:lnTo>
                  <a:pt x="2755" y="3151"/>
                </a:lnTo>
                <a:lnTo>
                  <a:pt x="2755" y="3152"/>
                </a:lnTo>
                <a:lnTo>
                  <a:pt x="2754" y="3152"/>
                </a:lnTo>
                <a:lnTo>
                  <a:pt x="2754" y="3153"/>
                </a:lnTo>
                <a:lnTo>
                  <a:pt x="2753" y="3153"/>
                </a:lnTo>
                <a:lnTo>
                  <a:pt x="2753" y="3154"/>
                </a:lnTo>
                <a:lnTo>
                  <a:pt x="2752" y="3154"/>
                </a:lnTo>
                <a:lnTo>
                  <a:pt x="2752" y="3155"/>
                </a:lnTo>
                <a:lnTo>
                  <a:pt x="2752" y="3157"/>
                </a:lnTo>
                <a:lnTo>
                  <a:pt x="2751" y="3157"/>
                </a:lnTo>
                <a:lnTo>
                  <a:pt x="2751" y="3158"/>
                </a:lnTo>
                <a:lnTo>
                  <a:pt x="2751" y="3159"/>
                </a:lnTo>
                <a:lnTo>
                  <a:pt x="2750" y="3159"/>
                </a:lnTo>
                <a:lnTo>
                  <a:pt x="2751" y="3159"/>
                </a:lnTo>
                <a:lnTo>
                  <a:pt x="2751" y="3160"/>
                </a:lnTo>
                <a:lnTo>
                  <a:pt x="2752" y="3160"/>
                </a:lnTo>
                <a:lnTo>
                  <a:pt x="2751" y="3160"/>
                </a:lnTo>
                <a:lnTo>
                  <a:pt x="2751" y="3161"/>
                </a:lnTo>
                <a:lnTo>
                  <a:pt x="2751" y="3162"/>
                </a:lnTo>
                <a:lnTo>
                  <a:pt x="2751" y="3163"/>
                </a:lnTo>
                <a:lnTo>
                  <a:pt x="2751" y="3164"/>
                </a:lnTo>
                <a:lnTo>
                  <a:pt x="2751" y="3165"/>
                </a:lnTo>
                <a:lnTo>
                  <a:pt x="2751" y="3166"/>
                </a:lnTo>
                <a:lnTo>
                  <a:pt x="2750" y="3166"/>
                </a:lnTo>
                <a:lnTo>
                  <a:pt x="2750" y="3167"/>
                </a:lnTo>
                <a:lnTo>
                  <a:pt x="2750" y="3168"/>
                </a:lnTo>
                <a:lnTo>
                  <a:pt x="2750" y="3169"/>
                </a:lnTo>
                <a:lnTo>
                  <a:pt x="2749" y="3169"/>
                </a:lnTo>
                <a:lnTo>
                  <a:pt x="2749" y="3170"/>
                </a:lnTo>
                <a:lnTo>
                  <a:pt x="2749" y="3171"/>
                </a:lnTo>
                <a:lnTo>
                  <a:pt x="2749" y="3172"/>
                </a:lnTo>
                <a:lnTo>
                  <a:pt x="2750" y="3172"/>
                </a:lnTo>
                <a:lnTo>
                  <a:pt x="2749" y="3172"/>
                </a:lnTo>
                <a:lnTo>
                  <a:pt x="2749" y="3173"/>
                </a:lnTo>
                <a:lnTo>
                  <a:pt x="2749" y="3174"/>
                </a:lnTo>
                <a:lnTo>
                  <a:pt x="2749" y="3175"/>
                </a:lnTo>
                <a:lnTo>
                  <a:pt x="2749" y="3176"/>
                </a:lnTo>
                <a:lnTo>
                  <a:pt x="2749" y="3177"/>
                </a:lnTo>
                <a:lnTo>
                  <a:pt x="2748" y="3177"/>
                </a:lnTo>
                <a:lnTo>
                  <a:pt x="2748" y="3176"/>
                </a:lnTo>
                <a:lnTo>
                  <a:pt x="2747" y="3176"/>
                </a:lnTo>
                <a:lnTo>
                  <a:pt x="2747" y="3177"/>
                </a:lnTo>
                <a:lnTo>
                  <a:pt x="2746" y="3177"/>
                </a:lnTo>
                <a:lnTo>
                  <a:pt x="2746" y="3178"/>
                </a:lnTo>
                <a:lnTo>
                  <a:pt x="2746" y="3177"/>
                </a:lnTo>
                <a:lnTo>
                  <a:pt x="2745" y="3177"/>
                </a:lnTo>
                <a:lnTo>
                  <a:pt x="2745" y="3178"/>
                </a:lnTo>
                <a:lnTo>
                  <a:pt x="2744" y="3177"/>
                </a:lnTo>
                <a:lnTo>
                  <a:pt x="2743" y="3177"/>
                </a:lnTo>
                <a:lnTo>
                  <a:pt x="2743" y="3176"/>
                </a:lnTo>
                <a:lnTo>
                  <a:pt x="2742" y="3176"/>
                </a:lnTo>
                <a:lnTo>
                  <a:pt x="2742" y="3175"/>
                </a:lnTo>
                <a:lnTo>
                  <a:pt x="2742" y="3174"/>
                </a:lnTo>
                <a:lnTo>
                  <a:pt x="2741" y="3174"/>
                </a:lnTo>
                <a:lnTo>
                  <a:pt x="2741" y="3175"/>
                </a:lnTo>
                <a:lnTo>
                  <a:pt x="2740" y="3175"/>
                </a:lnTo>
                <a:lnTo>
                  <a:pt x="2740" y="3174"/>
                </a:lnTo>
                <a:lnTo>
                  <a:pt x="2740" y="3173"/>
                </a:lnTo>
                <a:lnTo>
                  <a:pt x="2739" y="3173"/>
                </a:lnTo>
                <a:lnTo>
                  <a:pt x="2739" y="3172"/>
                </a:lnTo>
                <a:lnTo>
                  <a:pt x="2738" y="3171"/>
                </a:lnTo>
                <a:lnTo>
                  <a:pt x="2738" y="3172"/>
                </a:lnTo>
                <a:lnTo>
                  <a:pt x="2737" y="3172"/>
                </a:lnTo>
                <a:lnTo>
                  <a:pt x="2737" y="3171"/>
                </a:lnTo>
                <a:lnTo>
                  <a:pt x="2736" y="3171"/>
                </a:lnTo>
                <a:lnTo>
                  <a:pt x="2736" y="3170"/>
                </a:lnTo>
                <a:lnTo>
                  <a:pt x="2735" y="3170"/>
                </a:lnTo>
                <a:lnTo>
                  <a:pt x="2735" y="3169"/>
                </a:lnTo>
                <a:lnTo>
                  <a:pt x="2734" y="3169"/>
                </a:lnTo>
                <a:lnTo>
                  <a:pt x="2734" y="3168"/>
                </a:lnTo>
                <a:lnTo>
                  <a:pt x="2734" y="3167"/>
                </a:lnTo>
                <a:lnTo>
                  <a:pt x="2733" y="3167"/>
                </a:lnTo>
                <a:lnTo>
                  <a:pt x="2732" y="3167"/>
                </a:lnTo>
                <a:lnTo>
                  <a:pt x="2732" y="3166"/>
                </a:lnTo>
                <a:lnTo>
                  <a:pt x="2732" y="3165"/>
                </a:lnTo>
                <a:lnTo>
                  <a:pt x="2731" y="3165"/>
                </a:lnTo>
                <a:lnTo>
                  <a:pt x="2731" y="3164"/>
                </a:lnTo>
                <a:lnTo>
                  <a:pt x="2731" y="3163"/>
                </a:lnTo>
                <a:lnTo>
                  <a:pt x="2730" y="3163"/>
                </a:lnTo>
                <a:lnTo>
                  <a:pt x="2730" y="3162"/>
                </a:lnTo>
                <a:lnTo>
                  <a:pt x="2729" y="3162"/>
                </a:lnTo>
                <a:lnTo>
                  <a:pt x="2729" y="3161"/>
                </a:lnTo>
                <a:lnTo>
                  <a:pt x="2728" y="3161"/>
                </a:lnTo>
                <a:lnTo>
                  <a:pt x="2728" y="3160"/>
                </a:lnTo>
                <a:lnTo>
                  <a:pt x="2727" y="3160"/>
                </a:lnTo>
                <a:lnTo>
                  <a:pt x="2727" y="3159"/>
                </a:lnTo>
                <a:lnTo>
                  <a:pt x="2726" y="3159"/>
                </a:lnTo>
                <a:lnTo>
                  <a:pt x="2725" y="3159"/>
                </a:lnTo>
                <a:lnTo>
                  <a:pt x="2725" y="3158"/>
                </a:lnTo>
                <a:lnTo>
                  <a:pt x="2724" y="3158"/>
                </a:lnTo>
                <a:lnTo>
                  <a:pt x="2724" y="3157"/>
                </a:lnTo>
                <a:lnTo>
                  <a:pt x="2725" y="3157"/>
                </a:lnTo>
                <a:lnTo>
                  <a:pt x="2724" y="3157"/>
                </a:lnTo>
                <a:lnTo>
                  <a:pt x="2724" y="3156"/>
                </a:lnTo>
                <a:lnTo>
                  <a:pt x="2723" y="3156"/>
                </a:lnTo>
                <a:lnTo>
                  <a:pt x="2723" y="3155"/>
                </a:lnTo>
                <a:lnTo>
                  <a:pt x="2722" y="3155"/>
                </a:lnTo>
                <a:lnTo>
                  <a:pt x="2722" y="3154"/>
                </a:lnTo>
                <a:lnTo>
                  <a:pt x="2721" y="3153"/>
                </a:lnTo>
                <a:lnTo>
                  <a:pt x="2720" y="3153"/>
                </a:lnTo>
                <a:lnTo>
                  <a:pt x="2720" y="3152"/>
                </a:lnTo>
                <a:lnTo>
                  <a:pt x="2719" y="3152"/>
                </a:lnTo>
                <a:lnTo>
                  <a:pt x="2719" y="3151"/>
                </a:lnTo>
                <a:lnTo>
                  <a:pt x="2718" y="3151"/>
                </a:lnTo>
                <a:lnTo>
                  <a:pt x="2718" y="3150"/>
                </a:lnTo>
                <a:lnTo>
                  <a:pt x="2718" y="3149"/>
                </a:lnTo>
                <a:lnTo>
                  <a:pt x="2717" y="3149"/>
                </a:lnTo>
                <a:lnTo>
                  <a:pt x="2716" y="3149"/>
                </a:lnTo>
                <a:lnTo>
                  <a:pt x="2716" y="3148"/>
                </a:lnTo>
                <a:lnTo>
                  <a:pt x="2715" y="3148"/>
                </a:lnTo>
                <a:lnTo>
                  <a:pt x="2715" y="3149"/>
                </a:lnTo>
                <a:lnTo>
                  <a:pt x="2714" y="3149"/>
                </a:lnTo>
                <a:lnTo>
                  <a:pt x="2714" y="3150"/>
                </a:lnTo>
                <a:lnTo>
                  <a:pt x="2714" y="3151"/>
                </a:lnTo>
                <a:lnTo>
                  <a:pt x="2713" y="3151"/>
                </a:lnTo>
                <a:lnTo>
                  <a:pt x="2713" y="3152"/>
                </a:lnTo>
                <a:lnTo>
                  <a:pt x="2713" y="3153"/>
                </a:lnTo>
                <a:lnTo>
                  <a:pt x="2712" y="3153"/>
                </a:lnTo>
                <a:lnTo>
                  <a:pt x="2712" y="3154"/>
                </a:lnTo>
                <a:lnTo>
                  <a:pt x="2711" y="3154"/>
                </a:lnTo>
                <a:lnTo>
                  <a:pt x="2711" y="3155"/>
                </a:lnTo>
                <a:lnTo>
                  <a:pt x="2710" y="3155"/>
                </a:lnTo>
                <a:lnTo>
                  <a:pt x="2710" y="3156"/>
                </a:lnTo>
                <a:lnTo>
                  <a:pt x="2710" y="3155"/>
                </a:lnTo>
                <a:lnTo>
                  <a:pt x="2710" y="3156"/>
                </a:lnTo>
                <a:lnTo>
                  <a:pt x="2709" y="3156"/>
                </a:lnTo>
                <a:lnTo>
                  <a:pt x="2709" y="3157"/>
                </a:lnTo>
                <a:lnTo>
                  <a:pt x="2709" y="3158"/>
                </a:lnTo>
                <a:lnTo>
                  <a:pt x="2709" y="3159"/>
                </a:lnTo>
                <a:lnTo>
                  <a:pt x="2709" y="3160"/>
                </a:lnTo>
                <a:lnTo>
                  <a:pt x="2710" y="3160"/>
                </a:lnTo>
                <a:lnTo>
                  <a:pt x="2710" y="3161"/>
                </a:lnTo>
                <a:lnTo>
                  <a:pt x="2710" y="3162"/>
                </a:lnTo>
                <a:lnTo>
                  <a:pt x="2710" y="3163"/>
                </a:lnTo>
                <a:lnTo>
                  <a:pt x="2709" y="3163"/>
                </a:lnTo>
                <a:lnTo>
                  <a:pt x="2709" y="3164"/>
                </a:lnTo>
                <a:lnTo>
                  <a:pt x="2708" y="3164"/>
                </a:lnTo>
                <a:lnTo>
                  <a:pt x="2708" y="3165"/>
                </a:lnTo>
                <a:lnTo>
                  <a:pt x="2708" y="3166"/>
                </a:lnTo>
                <a:lnTo>
                  <a:pt x="2707" y="3166"/>
                </a:lnTo>
                <a:lnTo>
                  <a:pt x="2707" y="3167"/>
                </a:lnTo>
                <a:lnTo>
                  <a:pt x="2707" y="3168"/>
                </a:lnTo>
                <a:lnTo>
                  <a:pt x="2706" y="3168"/>
                </a:lnTo>
                <a:lnTo>
                  <a:pt x="2706" y="3169"/>
                </a:lnTo>
                <a:lnTo>
                  <a:pt x="2705" y="3169"/>
                </a:lnTo>
                <a:lnTo>
                  <a:pt x="2705" y="3168"/>
                </a:lnTo>
                <a:lnTo>
                  <a:pt x="2704" y="3168"/>
                </a:lnTo>
                <a:lnTo>
                  <a:pt x="2703" y="3168"/>
                </a:lnTo>
                <a:lnTo>
                  <a:pt x="2704" y="3167"/>
                </a:lnTo>
                <a:lnTo>
                  <a:pt x="2703" y="3167"/>
                </a:lnTo>
                <a:lnTo>
                  <a:pt x="2703" y="3166"/>
                </a:lnTo>
                <a:lnTo>
                  <a:pt x="2702" y="3166"/>
                </a:lnTo>
                <a:lnTo>
                  <a:pt x="2702" y="3165"/>
                </a:lnTo>
                <a:lnTo>
                  <a:pt x="2701" y="3165"/>
                </a:lnTo>
                <a:lnTo>
                  <a:pt x="2701" y="3164"/>
                </a:lnTo>
                <a:lnTo>
                  <a:pt x="2700" y="3164"/>
                </a:lnTo>
                <a:lnTo>
                  <a:pt x="2700" y="3163"/>
                </a:lnTo>
                <a:lnTo>
                  <a:pt x="2699" y="3162"/>
                </a:lnTo>
                <a:lnTo>
                  <a:pt x="2699" y="3161"/>
                </a:lnTo>
                <a:lnTo>
                  <a:pt x="2699" y="3160"/>
                </a:lnTo>
                <a:lnTo>
                  <a:pt x="2699" y="3159"/>
                </a:lnTo>
                <a:lnTo>
                  <a:pt x="2699" y="3160"/>
                </a:lnTo>
                <a:lnTo>
                  <a:pt x="2699" y="3159"/>
                </a:lnTo>
                <a:lnTo>
                  <a:pt x="2698" y="3159"/>
                </a:lnTo>
                <a:lnTo>
                  <a:pt x="2698" y="3158"/>
                </a:lnTo>
                <a:lnTo>
                  <a:pt x="2697" y="3158"/>
                </a:lnTo>
                <a:lnTo>
                  <a:pt x="2697" y="3157"/>
                </a:lnTo>
                <a:lnTo>
                  <a:pt x="2697" y="3156"/>
                </a:lnTo>
                <a:lnTo>
                  <a:pt x="2696" y="3156"/>
                </a:lnTo>
                <a:lnTo>
                  <a:pt x="2697" y="3156"/>
                </a:lnTo>
                <a:lnTo>
                  <a:pt x="2697" y="3155"/>
                </a:lnTo>
                <a:lnTo>
                  <a:pt x="2696" y="3155"/>
                </a:lnTo>
                <a:lnTo>
                  <a:pt x="2697" y="3155"/>
                </a:lnTo>
                <a:lnTo>
                  <a:pt x="2697" y="3154"/>
                </a:lnTo>
                <a:lnTo>
                  <a:pt x="2698" y="3154"/>
                </a:lnTo>
                <a:lnTo>
                  <a:pt x="2698" y="3153"/>
                </a:lnTo>
                <a:lnTo>
                  <a:pt x="2698" y="3152"/>
                </a:lnTo>
                <a:lnTo>
                  <a:pt x="2697" y="3152"/>
                </a:lnTo>
                <a:lnTo>
                  <a:pt x="2696" y="3152"/>
                </a:lnTo>
                <a:lnTo>
                  <a:pt x="2696" y="3151"/>
                </a:lnTo>
                <a:lnTo>
                  <a:pt x="2695" y="3151"/>
                </a:lnTo>
                <a:lnTo>
                  <a:pt x="2696" y="3151"/>
                </a:lnTo>
                <a:lnTo>
                  <a:pt x="2695" y="3151"/>
                </a:lnTo>
                <a:lnTo>
                  <a:pt x="2695" y="3150"/>
                </a:lnTo>
                <a:lnTo>
                  <a:pt x="2694" y="3150"/>
                </a:lnTo>
                <a:lnTo>
                  <a:pt x="2693" y="3150"/>
                </a:lnTo>
                <a:lnTo>
                  <a:pt x="2693" y="3149"/>
                </a:lnTo>
                <a:lnTo>
                  <a:pt x="2692" y="3149"/>
                </a:lnTo>
                <a:lnTo>
                  <a:pt x="2692" y="3148"/>
                </a:lnTo>
                <a:lnTo>
                  <a:pt x="2691" y="3148"/>
                </a:lnTo>
                <a:lnTo>
                  <a:pt x="2690" y="3148"/>
                </a:lnTo>
                <a:lnTo>
                  <a:pt x="2690" y="3147"/>
                </a:lnTo>
                <a:lnTo>
                  <a:pt x="2689" y="3147"/>
                </a:lnTo>
                <a:lnTo>
                  <a:pt x="2688" y="3147"/>
                </a:lnTo>
                <a:lnTo>
                  <a:pt x="2687" y="3147"/>
                </a:lnTo>
                <a:lnTo>
                  <a:pt x="2687" y="3148"/>
                </a:lnTo>
                <a:lnTo>
                  <a:pt x="2687" y="3149"/>
                </a:lnTo>
                <a:lnTo>
                  <a:pt x="2687" y="3150"/>
                </a:lnTo>
                <a:lnTo>
                  <a:pt x="2686" y="3150"/>
                </a:lnTo>
                <a:lnTo>
                  <a:pt x="2686" y="3151"/>
                </a:lnTo>
                <a:lnTo>
                  <a:pt x="2686" y="3152"/>
                </a:lnTo>
                <a:lnTo>
                  <a:pt x="2685" y="3152"/>
                </a:lnTo>
                <a:lnTo>
                  <a:pt x="2685" y="3153"/>
                </a:lnTo>
                <a:lnTo>
                  <a:pt x="2684" y="3153"/>
                </a:lnTo>
                <a:lnTo>
                  <a:pt x="2684" y="3154"/>
                </a:lnTo>
                <a:lnTo>
                  <a:pt x="2684" y="3155"/>
                </a:lnTo>
                <a:lnTo>
                  <a:pt x="2684" y="3156"/>
                </a:lnTo>
                <a:lnTo>
                  <a:pt x="2684" y="3157"/>
                </a:lnTo>
                <a:lnTo>
                  <a:pt x="2684" y="3158"/>
                </a:lnTo>
                <a:lnTo>
                  <a:pt x="2683" y="3158"/>
                </a:lnTo>
                <a:lnTo>
                  <a:pt x="2683" y="3159"/>
                </a:lnTo>
                <a:lnTo>
                  <a:pt x="2684" y="3159"/>
                </a:lnTo>
                <a:lnTo>
                  <a:pt x="2684" y="3160"/>
                </a:lnTo>
                <a:lnTo>
                  <a:pt x="2683" y="3160"/>
                </a:lnTo>
                <a:lnTo>
                  <a:pt x="2682" y="3160"/>
                </a:lnTo>
                <a:lnTo>
                  <a:pt x="2682" y="3161"/>
                </a:lnTo>
                <a:lnTo>
                  <a:pt x="2681" y="3161"/>
                </a:lnTo>
                <a:lnTo>
                  <a:pt x="2680" y="3161"/>
                </a:lnTo>
                <a:lnTo>
                  <a:pt x="2680" y="3162"/>
                </a:lnTo>
                <a:lnTo>
                  <a:pt x="2679" y="3162"/>
                </a:lnTo>
                <a:lnTo>
                  <a:pt x="2679" y="3163"/>
                </a:lnTo>
                <a:lnTo>
                  <a:pt x="2678" y="3163"/>
                </a:lnTo>
                <a:lnTo>
                  <a:pt x="2677" y="3163"/>
                </a:lnTo>
                <a:lnTo>
                  <a:pt x="2676" y="3163"/>
                </a:lnTo>
                <a:lnTo>
                  <a:pt x="2675" y="3163"/>
                </a:lnTo>
                <a:lnTo>
                  <a:pt x="2675" y="3164"/>
                </a:lnTo>
                <a:lnTo>
                  <a:pt x="2674" y="3164"/>
                </a:lnTo>
                <a:lnTo>
                  <a:pt x="2675" y="3164"/>
                </a:lnTo>
                <a:lnTo>
                  <a:pt x="2675" y="3165"/>
                </a:lnTo>
                <a:lnTo>
                  <a:pt x="2674" y="3165"/>
                </a:lnTo>
                <a:lnTo>
                  <a:pt x="2674" y="3166"/>
                </a:lnTo>
                <a:lnTo>
                  <a:pt x="2673" y="3166"/>
                </a:lnTo>
                <a:lnTo>
                  <a:pt x="2673" y="3167"/>
                </a:lnTo>
                <a:lnTo>
                  <a:pt x="2673" y="3168"/>
                </a:lnTo>
                <a:lnTo>
                  <a:pt x="2672" y="3168"/>
                </a:lnTo>
                <a:lnTo>
                  <a:pt x="2672" y="3169"/>
                </a:lnTo>
                <a:lnTo>
                  <a:pt x="2672" y="3170"/>
                </a:lnTo>
                <a:lnTo>
                  <a:pt x="2673" y="3170"/>
                </a:lnTo>
                <a:lnTo>
                  <a:pt x="2673" y="3171"/>
                </a:lnTo>
                <a:lnTo>
                  <a:pt x="2674" y="3171"/>
                </a:lnTo>
                <a:lnTo>
                  <a:pt x="2674" y="3172"/>
                </a:lnTo>
                <a:lnTo>
                  <a:pt x="2674" y="3173"/>
                </a:lnTo>
                <a:lnTo>
                  <a:pt x="2673" y="3173"/>
                </a:lnTo>
                <a:lnTo>
                  <a:pt x="2673" y="3174"/>
                </a:lnTo>
                <a:lnTo>
                  <a:pt x="2672" y="3174"/>
                </a:lnTo>
                <a:lnTo>
                  <a:pt x="2671" y="3174"/>
                </a:lnTo>
                <a:lnTo>
                  <a:pt x="2670" y="3174"/>
                </a:lnTo>
                <a:lnTo>
                  <a:pt x="2670" y="3175"/>
                </a:lnTo>
                <a:lnTo>
                  <a:pt x="2670" y="3176"/>
                </a:lnTo>
                <a:lnTo>
                  <a:pt x="2669" y="3176"/>
                </a:lnTo>
                <a:lnTo>
                  <a:pt x="2668" y="3177"/>
                </a:lnTo>
                <a:lnTo>
                  <a:pt x="2667" y="3177"/>
                </a:lnTo>
                <a:lnTo>
                  <a:pt x="2666" y="3177"/>
                </a:lnTo>
                <a:lnTo>
                  <a:pt x="2665" y="3177"/>
                </a:lnTo>
                <a:lnTo>
                  <a:pt x="2665" y="3178"/>
                </a:lnTo>
                <a:lnTo>
                  <a:pt x="2665" y="3179"/>
                </a:lnTo>
                <a:lnTo>
                  <a:pt x="2664" y="3179"/>
                </a:lnTo>
                <a:lnTo>
                  <a:pt x="2664" y="3180"/>
                </a:lnTo>
                <a:lnTo>
                  <a:pt x="2665" y="3180"/>
                </a:lnTo>
                <a:lnTo>
                  <a:pt x="2664" y="3180"/>
                </a:lnTo>
                <a:lnTo>
                  <a:pt x="2664" y="3181"/>
                </a:lnTo>
                <a:lnTo>
                  <a:pt x="2665" y="3181"/>
                </a:lnTo>
                <a:lnTo>
                  <a:pt x="2665" y="3182"/>
                </a:lnTo>
                <a:lnTo>
                  <a:pt x="2665" y="3183"/>
                </a:lnTo>
                <a:lnTo>
                  <a:pt x="2665" y="3184"/>
                </a:lnTo>
                <a:lnTo>
                  <a:pt x="2664" y="3184"/>
                </a:lnTo>
                <a:lnTo>
                  <a:pt x="2664" y="3183"/>
                </a:lnTo>
                <a:lnTo>
                  <a:pt x="2663" y="3183"/>
                </a:lnTo>
                <a:lnTo>
                  <a:pt x="2663" y="3184"/>
                </a:lnTo>
                <a:lnTo>
                  <a:pt x="2662" y="3184"/>
                </a:lnTo>
                <a:lnTo>
                  <a:pt x="2661" y="3184"/>
                </a:lnTo>
                <a:lnTo>
                  <a:pt x="2660" y="3184"/>
                </a:lnTo>
                <a:lnTo>
                  <a:pt x="2660" y="3183"/>
                </a:lnTo>
                <a:lnTo>
                  <a:pt x="2659" y="3183"/>
                </a:lnTo>
                <a:lnTo>
                  <a:pt x="2659" y="3182"/>
                </a:lnTo>
                <a:lnTo>
                  <a:pt x="2658" y="3182"/>
                </a:lnTo>
                <a:lnTo>
                  <a:pt x="2657" y="3182"/>
                </a:lnTo>
                <a:lnTo>
                  <a:pt x="2657" y="3181"/>
                </a:lnTo>
                <a:lnTo>
                  <a:pt x="2657" y="3180"/>
                </a:lnTo>
                <a:lnTo>
                  <a:pt x="2656" y="3180"/>
                </a:lnTo>
                <a:lnTo>
                  <a:pt x="2656" y="3181"/>
                </a:lnTo>
                <a:lnTo>
                  <a:pt x="2656" y="3180"/>
                </a:lnTo>
                <a:lnTo>
                  <a:pt x="2655" y="3180"/>
                </a:lnTo>
                <a:lnTo>
                  <a:pt x="2655" y="3181"/>
                </a:lnTo>
                <a:lnTo>
                  <a:pt x="2655" y="3180"/>
                </a:lnTo>
                <a:lnTo>
                  <a:pt x="2654" y="3180"/>
                </a:lnTo>
                <a:lnTo>
                  <a:pt x="2653" y="3180"/>
                </a:lnTo>
                <a:lnTo>
                  <a:pt x="2652" y="3180"/>
                </a:lnTo>
                <a:lnTo>
                  <a:pt x="2651" y="3180"/>
                </a:lnTo>
                <a:lnTo>
                  <a:pt x="2651" y="3179"/>
                </a:lnTo>
                <a:lnTo>
                  <a:pt x="2651" y="3178"/>
                </a:lnTo>
                <a:lnTo>
                  <a:pt x="2650" y="3178"/>
                </a:lnTo>
                <a:lnTo>
                  <a:pt x="2650" y="3177"/>
                </a:lnTo>
                <a:lnTo>
                  <a:pt x="2650" y="3176"/>
                </a:lnTo>
                <a:lnTo>
                  <a:pt x="2649" y="3176"/>
                </a:lnTo>
                <a:lnTo>
                  <a:pt x="2649" y="3175"/>
                </a:lnTo>
                <a:lnTo>
                  <a:pt x="2648" y="3175"/>
                </a:lnTo>
                <a:lnTo>
                  <a:pt x="2648" y="3174"/>
                </a:lnTo>
                <a:lnTo>
                  <a:pt x="2649" y="3174"/>
                </a:lnTo>
                <a:lnTo>
                  <a:pt x="2648" y="3174"/>
                </a:lnTo>
                <a:lnTo>
                  <a:pt x="2648" y="3173"/>
                </a:lnTo>
                <a:lnTo>
                  <a:pt x="2647" y="3173"/>
                </a:lnTo>
                <a:lnTo>
                  <a:pt x="2647" y="3172"/>
                </a:lnTo>
                <a:lnTo>
                  <a:pt x="2647" y="3171"/>
                </a:lnTo>
                <a:lnTo>
                  <a:pt x="2646" y="3171"/>
                </a:lnTo>
                <a:lnTo>
                  <a:pt x="2646" y="3170"/>
                </a:lnTo>
                <a:lnTo>
                  <a:pt x="2647" y="3170"/>
                </a:lnTo>
                <a:lnTo>
                  <a:pt x="2647" y="3169"/>
                </a:lnTo>
                <a:lnTo>
                  <a:pt x="2646" y="3169"/>
                </a:lnTo>
                <a:lnTo>
                  <a:pt x="2646" y="3168"/>
                </a:lnTo>
                <a:lnTo>
                  <a:pt x="2646" y="3169"/>
                </a:lnTo>
                <a:lnTo>
                  <a:pt x="2646" y="3168"/>
                </a:lnTo>
                <a:lnTo>
                  <a:pt x="2645" y="3168"/>
                </a:lnTo>
                <a:lnTo>
                  <a:pt x="2646" y="3168"/>
                </a:lnTo>
                <a:lnTo>
                  <a:pt x="2645" y="3168"/>
                </a:lnTo>
                <a:lnTo>
                  <a:pt x="2645" y="3167"/>
                </a:lnTo>
                <a:lnTo>
                  <a:pt x="2646" y="3167"/>
                </a:lnTo>
                <a:lnTo>
                  <a:pt x="2645" y="3167"/>
                </a:lnTo>
                <a:lnTo>
                  <a:pt x="2644" y="3167"/>
                </a:lnTo>
                <a:lnTo>
                  <a:pt x="2644" y="3166"/>
                </a:lnTo>
                <a:lnTo>
                  <a:pt x="2643" y="3166"/>
                </a:lnTo>
                <a:lnTo>
                  <a:pt x="2642" y="3166"/>
                </a:lnTo>
                <a:lnTo>
                  <a:pt x="2642" y="3165"/>
                </a:lnTo>
                <a:lnTo>
                  <a:pt x="2642" y="3166"/>
                </a:lnTo>
                <a:lnTo>
                  <a:pt x="2642" y="3165"/>
                </a:lnTo>
                <a:lnTo>
                  <a:pt x="2642" y="3166"/>
                </a:lnTo>
                <a:lnTo>
                  <a:pt x="2641" y="3166"/>
                </a:lnTo>
                <a:lnTo>
                  <a:pt x="2640" y="3166"/>
                </a:lnTo>
                <a:lnTo>
                  <a:pt x="2639" y="3166"/>
                </a:lnTo>
                <a:lnTo>
                  <a:pt x="2639" y="3165"/>
                </a:lnTo>
                <a:lnTo>
                  <a:pt x="2639" y="3166"/>
                </a:lnTo>
                <a:lnTo>
                  <a:pt x="2639" y="3165"/>
                </a:lnTo>
                <a:lnTo>
                  <a:pt x="2638" y="3165"/>
                </a:lnTo>
                <a:lnTo>
                  <a:pt x="2638" y="3164"/>
                </a:lnTo>
                <a:lnTo>
                  <a:pt x="2639" y="3164"/>
                </a:lnTo>
                <a:lnTo>
                  <a:pt x="2639" y="3163"/>
                </a:lnTo>
                <a:lnTo>
                  <a:pt x="2638" y="3163"/>
                </a:lnTo>
                <a:lnTo>
                  <a:pt x="2637" y="3163"/>
                </a:lnTo>
                <a:lnTo>
                  <a:pt x="2636" y="3163"/>
                </a:lnTo>
                <a:lnTo>
                  <a:pt x="2636" y="3162"/>
                </a:lnTo>
                <a:lnTo>
                  <a:pt x="2636" y="3161"/>
                </a:lnTo>
                <a:lnTo>
                  <a:pt x="2636" y="3162"/>
                </a:lnTo>
                <a:lnTo>
                  <a:pt x="2636" y="3161"/>
                </a:lnTo>
                <a:lnTo>
                  <a:pt x="2635" y="3161"/>
                </a:lnTo>
                <a:lnTo>
                  <a:pt x="2634" y="3161"/>
                </a:lnTo>
                <a:lnTo>
                  <a:pt x="2633" y="3161"/>
                </a:lnTo>
                <a:lnTo>
                  <a:pt x="2633" y="3160"/>
                </a:lnTo>
                <a:lnTo>
                  <a:pt x="2632" y="3160"/>
                </a:lnTo>
                <a:lnTo>
                  <a:pt x="2632" y="3159"/>
                </a:lnTo>
                <a:lnTo>
                  <a:pt x="2632" y="3158"/>
                </a:lnTo>
                <a:lnTo>
                  <a:pt x="2631" y="3158"/>
                </a:lnTo>
                <a:lnTo>
                  <a:pt x="2630" y="3158"/>
                </a:lnTo>
                <a:lnTo>
                  <a:pt x="2629" y="3158"/>
                </a:lnTo>
                <a:lnTo>
                  <a:pt x="2628" y="3158"/>
                </a:lnTo>
                <a:lnTo>
                  <a:pt x="2627" y="3158"/>
                </a:lnTo>
                <a:lnTo>
                  <a:pt x="2627" y="3159"/>
                </a:lnTo>
                <a:lnTo>
                  <a:pt x="2627" y="3158"/>
                </a:lnTo>
                <a:lnTo>
                  <a:pt x="2626" y="3158"/>
                </a:lnTo>
                <a:lnTo>
                  <a:pt x="2625" y="3158"/>
                </a:lnTo>
                <a:lnTo>
                  <a:pt x="2625" y="3157"/>
                </a:lnTo>
                <a:lnTo>
                  <a:pt x="2624" y="3156"/>
                </a:lnTo>
                <a:lnTo>
                  <a:pt x="2623" y="3156"/>
                </a:lnTo>
                <a:lnTo>
                  <a:pt x="2623" y="3155"/>
                </a:lnTo>
                <a:lnTo>
                  <a:pt x="2622" y="3155"/>
                </a:lnTo>
                <a:lnTo>
                  <a:pt x="2621" y="3155"/>
                </a:lnTo>
                <a:lnTo>
                  <a:pt x="2621" y="3156"/>
                </a:lnTo>
                <a:lnTo>
                  <a:pt x="2621" y="3157"/>
                </a:lnTo>
                <a:lnTo>
                  <a:pt x="2620" y="3157"/>
                </a:lnTo>
                <a:lnTo>
                  <a:pt x="2619" y="3157"/>
                </a:lnTo>
                <a:lnTo>
                  <a:pt x="2619" y="3158"/>
                </a:lnTo>
                <a:lnTo>
                  <a:pt x="2619" y="3157"/>
                </a:lnTo>
                <a:lnTo>
                  <a:pt x="2619" y="3156"/>
                </a:lnTo>
                <a:lnTo>
                  <a:pt x="2619" y="3155"/>
                </a:lnTo>
                <a:lnTo>
                  <a:pt x="2618" y="3155"/>
                </a:lnTo>
                <a:lnTo>
                  <a:pt x="2618" y="3154"/>
                </a:lnTo>
                <a:lnTo>
                  <a:pt x="2617" y="3154"/>
                </a:lnTo>
                <a:lnTo>
                  <a:pt x="2617" y="3153"/>
                </a:lnTo>
                <a:lnTo>
                  <a:pt x="2616" y="3153"/>
                </a:lnTo>
                <a:lnTo>
                  <a:pt x="2616" y="3152"/>
                </a:lnTo>
                <a:lnTo>
                  <a:pt x="2615" y="3152"/>
                </a:lnTo>
                <a:lnTo>
                  <a:pt x="2615" y="3151"/>
                </a:lnTo>
                <a:lnTo>
                  <a:pt x="2614" y="3151"/>
                </a:lnTo>
                <a:lnTo>
                  <a:pt x="2614" y="3150"/>
                </a:lnTo>
                <a:lnTo>
                  <a:pt x="2613" y="3150"/>
                </a:lnTo>
                <a:lnTo>
                  <a:pt x="2612" y="3150"/>
                </a:lnTo>
                <a:lnTo>
                  <a:pt x="2611" y="3150"/>
                </a:lnTo>
                <a:lnTo>
                  <a:pt x="2611" y="3151"/>
                </a:lnTo>
                <a:lnTo>
                  <a:pt x="2610" y="3151"/>
                </a:lnTo>
                <a:lnTo>
                  <a:pt x="2609" y="3151"/>
                </a:lnTo>
                <a:lnTo>
                  <a:pt x="2609" y="3152"/>
                </a:lnTo>
                <a:lnTo>
                  <a:pt x="2609" y="3153"/>
                </a:lnTo>
                <a:lnTo>
                  <a:pt x="2608" y="3153"/>
                </a:lnTo>
                <a:lnTo>
                  <a:pt x="2608" y="3154"/>
                </a:lnTo>
                <a:lnTo>
                  <a:pt x="2609" y="3154"/>
                </a:lnTo>
                <a:lnTo>
                  <a:pt x="2609" y="3155"/>
                </a:lnTo>
                <a:lnTo>
                  <a:pt x="2608" y="3155"/>
                </a:lnTo>
                <a:lnTo>
                  <a:pt x="2608" y="3156"/>
                </a:lnTo>
                <a:lnTo>
                  <a:pt x="2607" y="3157"/>
                </a:lnTo>
                <a:lnTo>
                  <a:pt x="2607" y="3158"/>
                </a:lnTo>
                <a:lnTo>
                  <a:pt x="2606" y="3158"/>
                </a:lnTo>
                <a:lnTo>
                  <a:pt x="2606" y="3159"/>
                </a:lnTo>
                <a:lnTo>
                  <a:pt x="2605" y="3159"/>
                </a:lnTo>
                <a:lnTo>
                  <a:pt x="2605" y="3160"/>
                </a:lnTo>
                <a:lnTo>
                  <a:pt x="2605" y="3159"/>
                </a:lnTo>
                <a:lnTo>
                  <a:pt x="2604" y="3159"/>
                </a:lnTo>
                <a:lnTo>
                  <a:pt x="2603" y="3159"/>
                </a:lnTo>
                <a:lnTo>
                  <a:pt x="2602" y="3159"/>
                </a:lnTo>
                <a:lnTo>
                  <a:pt x="2602" y="3160"/>
                </a:lnTo>
                <a:lnTo>
                  <a:pt x="2602" y="3161"/>
                </a:lnTo>
                <a:lnTo>
                  <a:pt x="2603" y="3161"/>
                </a:lnTo>
                <a:lnTo>
                  <a:pt x="2603" y="3162"/>
                </a:lnTo>
                <a:lnTo>
                  <a:pt x="2604" y="3162"/>
                </a:lnTo>
                <a:lnTo>
                  <a:pt x="2604" y="3163"/>
                </a:lnTo>
                <a:lnTo>
                  <a:pt x="2604" y="3164"/>
                </a:lnTo>
                <a:lnTo>
                  <a:pt x="2605" y="3164"/>
                </a:lnTo>
                <a:lnTo>
                  <a:pt x="2606" y="3164"/>
                </a:lnTo>
                <a:lnTo>
                  <a:pt x="2606" y="3165"/>
                </a:lnTo>
                <a:lnTo>
                  <a:pt x="2605" y="3165"/>
                </a:lnTo>
                <a:lnTo>
                  <a:pt x="2604" y="3165"/>
                </a:lnTo>
                <a:lnTo>
                  <a:pt x="2604" y="3166"/>
                </a:lnTo>
                <a:lnTo>
                  <a:pt x="2603" y="3166"/>
                </a:lnTo>
                <a:lnTo>
                  <a:pt x="2603" y="3167"/>
                </a:lnTo>
                <a:lnTo>
                  <a:pt x="2602" y="3167"/>
                </a:lnTo>
                <a:lnTo>
                  <a:pt x="2602" y="3168"/>
                </a:lnTo>
                <a:lnTo>
                  <a:pt x="2602" y="3169"/>
                </a:lnTo>
                <a:lnTo>
                  <a:pt x="2601" y="3169"/>
                </a:lnTo>
                <a:lnTo>
                  <a:pt x="2600" y="3169"/>
                </a:lnTo>
                <a:lnTo>
                  <a:pt x="2599" y="3169"/>
                </a:lnTo>
                <a:lnTo>
                  <a:pt x="2599" y="3170"/>
                </a:lnTo>
                <a:lnTo>
                  <a:pt x="2599" y="3171"/>
                </a:lnTo>
                <a:lnTo>
                  <a:pt x="2600" y="3171"/>
                </a:lnTo>
                <a:lnTo>
                  <a:pt x="2600" y="3172"/>
                </a:lnTo>
                <a:lnTo>
                  <a:pt x="2599" y="3172"/>
                </a:lnTo>
                <a:lnTo>
                  <a:pt x="2598" y="3172"/>
                </a:lnTo>
                <a:lnTo>
                  <a:pt x="2597" y="3172"/>
                </a:lnTo>
                <a:lnTo>
                  <a:pt x="2597" y="3173"/>
                </a:lnTo>
                <a:lnTo>
                  <a:pt x="2597" y="3174"/>
                </a:lnTo>
                <a:lnTo>
                  <a:pt x="2596" y="3174"/>
                </a:lnTo>
                <a:lnTo>
                  <a:pt x="2596" y="3175"/>
                </a:lnTo>
                <a:lnTo>
                  <a:pt x="2595" y="3175"/>
                </a:lnTo>
                <a:lnTo>
                  <a:pt x="2595" y="3176"/>
                </a:lnTo>
                <a:lnTo>
                  <a:pt x="2594" y="3176"/>
                </a:lnTo>
                <a:lnTo>
                  <a:pt x="2595" y="3176"/>
                </a:lnTo>
                <a:lnTo>
                  <a:pt x="2594" y="3176"/>
                </a:lnTo>
                <a:lnTo>
                  <a:pt x="2594" y="3177"/>
                </a:lnTo>
                <a:lnTo>
                  <a:pt x="2594" y="3178"/>
                </a:lnTo>
                <a:lnTo>
                  <a:pt x="2593" y="3178"/>
                </a:lnTo>
                <a:lnTo>
                  <a:pt x="2593" y="3179"/>
                </a:lnTo>
                <a:lnTo>
                  <a:pt x="2593" y="3180"/>
                </a:lnTo>
                <a:lnTo>
                  <a:pt x="2593" y="3181"/>
                </a:lnTo>
                <a:lnTo>
                  <a:pt x="2593" y="3180"/>
                </a:lnTo>
                <a:lnTo>
                  <a:pt x="2592" y="3180"/>
                </a:lnTo>
                <a:lnTo>
                  <a:pt x="2592" y="3181"/>
                </a:lnTo>
                <a:lnTo>
                  <a:pt x="2592" y="3182"/>
                </a:lnTo>
                <a:lnTo>
                  <a:pt x="2591" y="3182"/>
                </a:lnTo>
                <a:lnTo>
                  <a:pt x="2590" y="3182"/>
                </a:lnTo>
                <a:lnTo>
                  <a:pt x="2590" y="3183"/>
                </a:lnTo>
                <a:lnTo>
                  <a:pt x="2591" y="3183"/>
                </a:lnTo>
                <a:lnTo>
                  <a:pt x="2591" y="3184"/>
                </a:lnTo>
                <a:lnTo>
                  <a:pt x="2591" y="3185"/>
                </a:lnTo>
                <a:lnTo>
                  <a:pt x="2592" y="3185"/>
                </a:lnTo>
                <a:lnTo>
                  <a:pt x="2592" y="3186"/>
                </a:lnTo>
                <a:lnTo>
                  <a:pt x="2592" y="3187"/>
                </a:lnTo>
                <a:lnTo>
                  <a:pt x="2591" y="3187"/>
                </a:lnTo>
                <a:lnTo>
                  <a:pt x="2590" y="3187"/>
                </a:lnTo>
                <a:lnTo>
                  <a:pt x="2590" y="3186"/>
                </a:lnTo>
                <a:lnTo>
                  <a:pt x="2589" y="3186"/>
                </a:lnTo>
                <a:lnTo>
                  <a:pt x="2588" y="3186"/>
                </a:lnTo>
                <a:lnTo>
                  <a:pt x="2587" y="3186"/>
                </a:lnTo>
                <a:lnTo>
                  <a:pt x="2587" y="3185"/>
                </a:lnTo>
                <a:lnTo>
                  <a:pt x="2587" y="3186"/>
                </a:lnTo>
                <a:lnTo>
                  <a:pt x="2586" y="3186"/>
                </a:lnTo>
                <a:lnTo>
                  <a:pt x="2586" y="3185"/>
                </a:lnTo>
                <a:lnTo>
                  <a:pt x="2585" y="3185"/>
                </a:lnTo>
                <a:lnTo>
                  <a:pt x="2584" y="3185"/>
                </a:lnTo>
                <a:lnTo>
                  <a:pt x="2583" y="3185"/>
                </a:lnTo>
                <a:lnTo>
                  <a:pt x="2583" y="3186"/>
                </a:lnTo>
                <a:lnTo>
                  <a:pt x="2582" y="3186"/>
                </a:lnTo>
                <a:lnTo>
                  <a:pt x="2582" y="3187"/>
                </a:lnTo>
                <a:lnTo>
                  <a:pt x="2582" y="3188"/>
                </a:lnTo>
                <a:lnTo>
                  <a:pt x="2581" y="3188"/>
                </a:lnTo>
                <a:lnTo>
                  <a:pt x="2581" y="3189"/>
                </a:lnTo>
                <a:lnTo>
                  <a:pt x="2581" y="3188"/>
                </a:lnTo>
                <a:lnTo>
                  <a:pt x="2580" y="3188"/>
                </a:lnTo>
                <a:lnTo>
                  <a:pt x="2580" y="3187"/>
                </a:lnTo>
                <a:lnTo>
                  <a:pt x="2579" y="3187"/>
                </a:lnTo>
                <a:lnTo>
                  <a:pt x="2579" y="3186"/>
                </a:lnTo>
                <a:lnTo>
                  <a:pt x="2580" y="3186"/>
                </a:lnTo>
                <a:lnTo>
                  <a:pt x="2580" y="3185"/>
                </a:lnTo>
                <a:lnTo>
                  <a:pt x="2579" y="3185"/>
                </a:lnTo>
                <a:lnTo>
                  <a:pt x="2578" y="3185"/>
                </a:lnTo>
                <a:lnTo>
                  <a:pt x="2577" y="3185"/>
                </a:lnTo>
                <a:lnTo>
                  <a:pt x="2577" y="3184"/>
                </a:lnTo>
                <a:lnTo>
                  <a:pt x="2576" y="3184"/>
                </a:lnTo>
                <a:lnTo>
                  <a:pt x="2575" y="3184"/>
                </a:lnTo>
                <a:lnTo>
                  <a:pt x="2574" y="3184"/>
                </a:lnTo>
                <a:lnTo>
                  <a:pt x="2573" y="3184"/>
                </a:lnTo>
                <a:lnTo>
                  <a:pt x="2573" y="3183"/>
                </a:lnTo>
                <a:lnTo>
                  <a:pt x="2572" y="3183"/>
                </a:lnTo>
                <a:lnTo>
                  <a:pt x="2571" y="3183"/>
                </a:lnTo>
                <a:lnTo>
                  <a:pt x="2570" y="3183"/>
                </a:lnTo>
                <a:lnTo>
                  <a:pt x="2570" y="3184"/>
                </a:lnTo>
                <a:lnTo>
                  <a:pt x="2569" y="3184"/>
                </a:lnTo>
                <a:lnTo>
                  <a:pt x="2568" y="3184"/>
                </a:lnTo>
                <a:lnTo>
                  <a:pt x="2567" y="3184"/>
                </a:lnTo>
                <a:lnTo>
                  <a:pt x="2568" y="3184"/>
                </a:lnTo>
                <a:lnTo>
                  <a:pt x="2568" y="3185"/>
                </a:lnTo>
                <a:lnTo>
                  <a:pt x="2567" y="3185"/>
                </a:lnTo>
                <a:lnTo>
                  <a:pt x="2567" y="3186"/>
                </a:lnTo>
                <a:lnTo>
                  <a:pt x="2566" y="3186"/>
                </a:lnTo>
                <a:lnTo>
                  <a:pt x="2566" y="3185"/>
                </a:lnTo>
                <a:lnTo>
                  <a:pt x="2565" y="3185"/>
                </a:lnTo>
                <a:lnTo>
                  <a:pt x="2565" y="3186"/>
                </a:lnTo>
                <a:lnTo>
                  <a:pt x="2564" y="3186"/>
                </a:lnTo>
                <a:lnTo>
                  <a:pt x="2564" y="3185"/>
                </a:lnTo>
                <a:lnTo>
                  <a:pt x="2564" y="3184"/>
                </a:lnTo>
                <a:lnTo>
                  <a:pt x="2563" y="3184"/>
                </a:lnTo>
                <a:lnTo>
                  <a:pt x="2563" y="3185"/>
                </a:lnTo>
                <a:lnTo>
                  <a:pt x="2563" y="3184"/>
                </a:lnTo>
                <a:lnTo>
                  <a:pt x="2563" y="3185"/>
                </a:lnTo>
                <a:lnTo>
                  <a:pt x="2562" y="3185"/>
                </a:lnTo>
                <a:lnTo>
                  <a:pt x="2561" y="3185"/>
                </a:lnTo>
                <a:lnTo>
                  <a:pt x="2561" y="3184"/>
                </a:lnTo>
                <a:lnTo>
                  <a:pt x="2560" y="3184"/>
                </a:lnTo>
                <a:lnTo>
                  <a:pt x="2560" y="3185"/>
                </a:lnTo>
                <a:lnTo>
                  <a:pt x="2560" y="3184"/>
                </a:lnTo>
                <a:lnTo>
                  <a:pt x="2560" y="3185"/>
                </a:lnTo>
                <a:lnTo>
                  <a:pt x="2560" y="3186"/>
                </a:lnTo>
                <a:lnTo>
                  <a:pt x="2560" y="3187"/>
                </a:lnTo>
                <a:lnTo>
                  <a:pt x="2560" y="3188"/>
                </a:lnTo>
                <a:lnTo>
                  <a:pt x="2560" y="3189"/>
                </a:lnTo>
                <a:lnTo>
                  <a:pt x="2559" y="3189"/>
                </a:lnTo>
                <a:lnTo>
                  <a:pt x="2559" y="3190"/>
                </a:lnTo>
                <a:lnTo>
                  <a:pt x="2558" y="3190"/>
                </a:lnTo>
                <a:lnTo>
                  <a:pt x="2557" y="3190"/>
                </a:lnTo>
                <a:lnTo>
                  <a:pt x="2556" y="3190"/>
                </a:lnTo>
                <a:lnTo>
                  <a:pt x="2555" y="3190"/>
                </a:lnTo>
                <a:lnTo>
                  <a:pt x="2555" y="3189"/>
                </a:lnTo>
                <a:lnTo>
                  <a:pt x="2555" y="3188"/>
                </a:lnTo>
                <a:lnTo>
                  <a:pt x="2554" y="3188"/>
                </a:lnTo>
                <a:lnTo>
                  <a:pt x="2554" y="3187"/>
                </a:lnTo>
                <a:lnTo>
                  <a:pt x="2553" y="3187"/>
                </a:lnTo>
                <a:lnTo>
                  <a:pt x="2553" y="3186"/>
                </a:lnTo>
                <a:lnTo>
                  <a:pt x="2552" y="3186"/>
                </a:lnTo>
                <a:lnTo>
                  <a:pt x="2552" y="3185"/>
                </a:lnTo>
                <a:lnTo>
                  <a:pt x="2552" y="3184"/>
                </a:lnTo>
                <a:lnTo>
                  <a:pt x="2552" y="3183"/>
                </a:lnTo>
                <a:lnTo>
                  <a:pt x="2552" y="3182"/>
                </a:lnTo>
                <a:lnTo>
                  <a:pt x="2551" y="3182"/>
                </a:lnTo>
                <a:lnTo>
                  <a:pt x="2551" y="3181"/>
                </a:lnTo>
                <a:lnTo>
                  <a:pt x="2550" y="3181"/>
                </a:lnTo>
                <a:lnTo>
                  <a:pt x="2551" y="3181"/>
                </a:lnTo>
                <a:lnTo>
                  <a:pt x="2550" y="3181"/>
                </a:lnTo>
                <a:lnTo>
                  <a:pt x="2551" y="3181"/>
                </a:lnTo>
                <a:lnTo>
                  <a:pt x="2551" y="3180"/>
                </a:lnTo>
                <a:lnTo>
                  <a:pt x="2550" y="3180"/>
                </a:lnTo>
                <a:lnTo>
                  <a:pt x="2549" y="3180"/>
                </a:lnTo>
                <a:lnTo>
                  <a:pt x="2549" y="3179"/>
                </a:lnTo>
                <a:lnTo>
                  <a:pt x="2548" y="3179"/>
                </a:lnTo>
                <a:lnTo>
                  <a:pt x="2548" y="3178"/>
                </a:lnTo>
                <a:lnTo>
                  <a:pt x="2547" y="3178"/>
                </a:lnTo>
                <a:lnTo>
                  <a:pt x="2546" y="3178"/>
                </a:lnTo>
                <a:lnTo>
                  <a:pt x="2545" y="3178"/>
                </a:lnTo>
                <a:lnTo>
                  <a:pt x="2545" y="3179"/>
                </a:lnTo>
                <a:lnTo>
                  <a:pt x="2546" y="3179"/>
                </a:lnTo>
                <a:lnTo>
                  <a:pt x="2545" y="3179"/>
                </a:lnTo>
                <a:lnTo>
                  <a:pt x="2544" y="3179"/>
                </a:lnTo>
                <a:lnTo>
                  <a:pt x="2544" y="3178"/>
                </a:lnTo>
                <a:lnTo>
                  <a:pt x="2544" y="3179"/>
                </a:lnTo>
                <a:lnTo>
                  <a:pt x="2544" y="3178"/>
                </a:lnTo>
                <a:lnTo>
                  <a:pt x="2543" y="3178"/>
                </a:lnTo>
                <a:lnTo>
                  <a:pt x="2543" y="3179"/>
                </a:lnTo>
                <a:lnTo>
                  <a:pt x="2544" y="3179"/>
                </a:lnTo>
                <a:lnTo>
                  <a:pt x="2543" y="3179"/>
                </a:lnTo>
                <a:lnTo>
                  <a:pt x="2543" y="3180"/>
                </a:lnTo>
                <a:lnTo>
                  <a:pt x="2542" y="3180"/>
                </a:lnTo>
                <a:lnTo>
                  <a:pt x="2542" y="3181"/>
                </a:lnTo>
                <a:lnTo>
                  <a:pt x="2541" y="3181"/>
                </a:lnTo>
                <a:lnTo>
                  <a:pt x="2540" y="3181"/>
                </a:lnTo>
                <a:lnTo>
                  <a:pt x="2539" y="3181"/>
                </a:lnTo>
                <a:lnTo>
                  <a:pt x="2538" y="3181"/>
                </a:lnTo>
                <a:lnTo>
                  <a:pt x="2538" y="3182"/>
                </a:lnTo>
                <a:lnTo>
                  <a:pt x="2539" y="3182"/>
                </a:lnTo>
                <a:lnTo>
                  <a:pt x="2539" y="3183"/>
                </a:lnTo>
                <a:lnTo>
                  <a:pt x="2538" y="3183"/>
                </a:lnTo>
                <a:lnTo>
                  <a:pt x="2538" y="3184"/>
                </a:lnTo>
                <a:lnTo>
                  <a:pt x="2538" y="3185"/>
                </a:lnTo>
                <a:lnTo>
                  <a:pt x="2537" y="3185"/>
                </a:lnTo>
                <a:lnTo>
                  <a:pt x="2537" y="3186"/>
                </a:lnTo>
                <a:lnTo>
                  <a:pt x="2538" y="3186"/>
                </a:lnTo>
                <a:lnTo>
                  <a:pt x="2537" y="3187"/>
                </a:lnTo>
                <a:lnTo>
                  <a:pt x="2536" y="3187"/>
                </a:lnTo>
                <a:lnTo>
                  <a:pt x="2536" y="3188"/>
                </a:lnTo>
                <a:lnTo>
                  <a:pt x="2536" y="3189"/>
                </a:lnTo>
                <a:lnTo>
                  <a:pt x="2537" y="3189"/>
                </a:lnTo>
                <a:lnTo>
                  <a:pt x="2537" y="3190"/>
                </a:lnTo>
                <a:lnTo>
                  <a:pt x="2538" y="3190"/>
                </a:lnTo>
                <a:lnTo>
                  <a:pt x="2538" y="3191"/>
                </a:lnTo>
                <a:lnTo>
                  <a:pt x="2538" y="3192"/>
                </a:lnTo>
                <a:lnTo>
                  <a:pt x="2537" y="3192"/>
                </a:lnTo>
                <a:lnTo>
                  <a:pt x="2536" y="3192"/>
                </a:lnTo>
                <a:lnTo>
                  <a:pt x="2536" y="3193"/>
                </a:lnTo>
                <a:lnTo>
                  <a:pt x="2536" y="3194"/>
                </a:lnTo>
                <a:lnTo>
                  <a:pt x="2536" y="3195"/>
                </a:lnTo>
                <a:lnTo>
                  <a:pt x="2536" y="3196"/>
                </a:lnTo>
                <a:lnTo>
                  <a:pt x="2536" y="3197"/>
                </a:lnTo>
                <a:lnTo>
                  <a:pt x="2535" y="3197"/>
                </a:lnTo>
                <a:lnTo>
                  <a:pt x="2535" y="3198"/>
                </a:lnTo>
                <a:lnTo>
                  <a:pt x="2534" y="3198"/>
                </a:lnTo>
                <a:lnTo>
                  <a:pt x="2535" y="3198"/>
                </a:lnTo>
                <a:lnTo>
                  <a:pt x="2534" y="3198"/>
                </a:lnTo>
                <a:lnTo>
                  <a:pt x="2534" y="3199"/>
                </a:lnTo>
                <a:lnTo>
                  <a:pt x="2534" y="3200"/>
                </a:lnTo>
                <a:lnTo>
                  <a:pt x="2534" y="3201"/>
                </a:lnTo>
                <a:lnTo>
                  <a:pt x="2533" y="3201"/>
                </a:lnTo>
                <a:lnTo>
                  <a:pt x="2532" y="3201"/>
                </a:lnTo>
                <a:lnTo>
                  <a:pt x="2532" y="3202"/>
                </a:lnTo>
                <a:lnTo>
                  <a:pt x="2531" y="3202"/>
                </a:lnTo>
                <a:lnTo>
                  <a:pt x="2530" y="3202"/>
                </a:lnTo>
                <a:lnTo>
                  <a:pt x="2529" y="3202"/>
                </a:lnTo>
                <a:lnTo>
                  <a:pt x="2529" y="3201"/>
                </a:lnTo>
                <a:lnTo>
                  <a:pt x="2529" y="3202"/>
                </a:lnTo>
                <a:lnTo>
                  <a:pt x="2529" y="3203"/>
                </a:lnTo>
                <a:lnTo>
                  <a:pt x="2528" y="3203"/>
                </a:lnTo>
                <a:lnTo>
                  <a:pt x="2528" y="3204"/>
                </a:lnTo>
                <a:lnTo>
                  <a:pt x="2527" y="3204"/>
                </a:lnTo>
                <a:lnTo>
                  <a:pt x="2527" y="3205"/>
                </a:lnTo>
                <a:lnTo>
                  <a:pt x="2528" y="3205"/>
                </a:lnTo>
                <a:lnTo>
                  <a:pt x="2527" y="3205"/>
                </a:lnTo>
                <a:lnTo>
                  <a:pt x="2527" y="3206"/>
                </a:lnTo>
                <a:lnTo>
                  <a:pt x="2528" y="3206"/>
                </a:lnTo>
                <a:lnTo>
                  <a:pt x="2528" y="3207"/>
                </a:lnTo>
                <a:lnTo>
                  <a:pt x="2529" y="3207"/>
                </a:lnTo>
                <a:lnTo>
                  <a:pt x="2529" y="3208"/>
                </a:lnTo>
                <a:lnTo>
                  <a:pt x="2529" y="3209"/>
                </a:lnTo>
                <a:lnTo>
                  <a:pt x="2529" y="3210"/>
                </a:lnTo>
                <a:lnTo>
                  <a:pt x="2530" y="3210"/>
                </a:lnTo>
                <a:lnTo>
                  <a:pt x="2530" y="3211"/>
                </a:lnTo>
                <a:lnTo>
                  <a:pt x="2531" y="3211"/>
                </a:lnTo>
                <a:lnTo>
                  <a:pt x="2531" y="3212"/>
                </a:lnTo>
                <a:lnTo>
                  <a:pt x="2531" y="3213"/>
                </a:lnTo>
                <a:lnTo>
                  <a:pt x="2532" y="3213"/>
                </a:lnTo>
                <a:lnTo>
                  <a:pt x="2532" y="3214"/>
                </a:lnTo>
                <a:lnTo>
                  <a:pt x="2532" y="3215"/>
                </a:lnTo>
                <a:lnTo>
                  <a:pt x="2532" y="3216"/>
                </a:lnTo>
                <a:lnTo>
                  <a:pt x="2532" y="3217"/>
                </a:lnTo>
                <a:lnTo>
                  <a:pt x="2531" y="3217"/>
                </a:lnTo>
                <a:lnTo>
                  <a:pt x="2531" y="3216"/>
                </a:lnTo>
                <a:lnTo>
                  <a:pt x="2530" y="3216"/>
                </a:lnTo>
                <a:lnTo>
                  <a:pt x="2530" y="3217"/>
                </a:lnTo>
                <a:lnTo>
                  <a:pt x="2530" y="3216"/>
                </a:lnTo>
                <a:lnTo>
                  <a:pt x="2530" y="3217"/>
                </a:lnTo>
                <a:lnTo>
                  <a:pt x="2529" y="3217"/>
                </a:lnTo>
                <a:lnTo>
                  <a:pt x="2530" y="3217"/>
                </a:lnTo>
                <a:lnTo>
                  <a:pt x="2529" y="3218"/>
                </a:lnTo>
                <a:lnTo>
                  <a:pt x="2530" y="3218"/>
                </a:lnTo>
                <a:lnTo>
                  <a:pt x="2530" y="3219"/>
                </a:lnTo>
                <a:lnTo>
                  <a:pt x="2531" y="3219"/>
                </a:lnTo>
                <a:lnTo>
                  <a:pt x="2531" y="3220"/>
                </a:lnTo>
                <a:lnTo>
                  <a:pt x="2531" y="3221"/>
                </a:lnTo>
                <a:lnTo>
                  <a:pt x="2531" y="3222"/>
                </a:lnTo>
                <a:lnTo>
                  <a:pt x="2531" y="3223"/>
                </a:lnTo>
                <a:lnTo>
                  <a:pt x="2532" y="3223"/>
                </a:lnTo>
                <a:lnTo>
                  <a:pt x="2532" y="3224"/>
                </a:lnTo>
                <a:lnTo>
                  <a:pt x="2533" y="3224"/>
                </a:lnTo>
                <a:lnTo>
                  <a:pt x="2533" y="3225"/>
                </a:lnTo>
                <a:lnTo>
                  <a:pt x="2533" y="3226"/>
                </a:lnTo>
                <a:lnTo>
                  <a:pt x="2533" y="3227"/>
                </a:lnTo>
                <a:lnTo>
                  <a:pt x="2534" y="3227"/>
                </a:lnTo>
                <a:lnTo>
                  <a:pt x="2534" y="3228"/>
                </a:lnTo>
                <a:lnTo>
                  <a:pt x="2535" y="3228"/>
                </a:lnTo>
                <a:lnTo>
                  <a:pt x="2534" y="3229"/>
                </a:lnTo>
                <a:lnTo>
                  <a:pt x="2533" y="3229"/>
                </a:lnTo>
                <a:lnTo>
                  <a:pt x="2533" y="3230"/>
                </a:lnTo>
                <a:lnTo>
                  <a:pt x="2534" y="3230"/>
                </a:lnTo>
                <a:lnTo>
                  <a:pt x="2533" y="3230"/>
                </a:lnTo>
                <a:lnTo>
                  <a:pt x="2533" y="3231"/>
                </a:lnTo>
                <a:lnTo>
                  <a:pt x="2533" y="3232"/>
                </a:lnTo>
                <a:lnTo>
                  <a:pt x="2532" y="3232"/>
                </a:lnTo>
                <a:lnTo>
                  <a:pt x="2532" y="3233"/>
                </a:lnTo>
                <a:lnTo>
                  <a:pt x="2533" y="3233"/>
                </a:lnTo>
                <a:lnTo>
                  <a:pt x="2534" y="3233"/>
                </a:lnTo>
                <a:lnTo>
                  <a:pt x="2534" y="3234"/>
                </a:lnTo>
                <a:lnTo>
                  <a:pt x="2535" y="3234"/>
                </a:lnTo>
                <a:lnTo>
                  <a:pt x="2536" y="3234"/>
                </a:lnTo>
                <a:lnTo>
                  <a:pt x="2537" y="3234"/>
                </a:lnTo>
                <a:lnTo>
                  <a:pt x="2537" y="3235"/>
                </a:lnTo>
                <a:lnTo>
                  <a:pt x="2537" y="3236"/>
                </a:lnTo>
                <a:lnTo>
                  <a:pt x="2538" y="3236"/>
                </a:lnTo>
                <a:lnTo>
                  <a:pt x="2539" y="3236"/>
                </a:lnTo>
                <a:lnTo>
                  <a:pt x="2539" y="3235"/>
                </a:lnTo>
                <a:lnTo>
                  <a:pt x="2540" y="3235"/>
                </a:lnTo>
                <a:lnTo>
                  <a:pt x="2541" y="3235"/>
                </a:lnTo>
                <a:lnTo>
                  <a:pt x="2541" y="3236"/>
                </a:lnTo>
                <a:lnTo>
                  <a:pt x="2541" y="3237"/>
                </a:lnTo>
                <a:lnTo>
                  <a:pt x="2541" y="3238"/>
                </a:lnTo>
                <a:lnTo>
                  <a:pt x="2541" y="3239"/>
                </a:lnTo>
                <a:lnTo>
                  <a:pt x="2540" y="3239"/>
                </a:lnTo>
                <a:lnTo>
                  <a:pt x="2540" y="3240"/>
                </a:lnTo>
                <a:lnTo>
                  <a:pt x="2541" y="3240"/>
                </a:lnTo>
                <a:lnTo>
                  <a:pt x="2541" y="3241"/>
                </a:lnTo>
                <a:lnTo>
                  <a:pt x="2542" y="3241"/>
                </a:lnTo>
                <a:lnTo>
                  <a:pt x="2542" y="3242"/>
                </a:lnTo>
                <a:lnTo>
                  <a:pt x="2542" y="3241"/>
                </a:lnTo>
                <a:lnTo>
                  <a:pt x="2543" y="3241"/>
                </a:lnTo>
                <a:lnTo>
                  <a:pt x="2543" y="3242"/>
                </a:lnTo>
                <a:lnTo>
                  <a:pt x="2544" y="3242"/>
                </a:lnTo>
                <a:lnTo>
                  <a:pt x="2544" y="3243"/>
                </a:lnTo>
                <a:lnTo>
                  <a:pt x="2544" y="3244"/>
                </a:lnTo>
                <a:lnTo>
                  <a:pt x="2544" y="3245"/>
                </a:lnTo>
                <a:lnTo>
                  <a:pt x="2545" y="3245"/>
                </a:lnTo>
                <a:lnTo>
                  <a:pt x="2545" y="3246"/>
                </a:lnTo>
                <a:lnTo>
                  <a:pt x="2546" y="3246"/>
                </a:lnTo>
                <a:lnTo>
                  <a:pt x="2547" y="3246"/>
                </a:lnTo>
                <a:lnTo>
                  <a:pt x="2548" y="3246"/>
                </a:lnTo>
                <a:lnTo>
                  <a:pt x="2548" y="3247"/>
                </a:lnTo>
                <a:lnTo>
                  <a:pt x="2547" y="3247"/>
                </a:lnTo>
                <a:lnTo>
                  <a:pt x="2548" y="3247"/>
                </a:lnTo>
                <a:lnTo>
                  <a:pt x="2548" y="3248"/>
                </a:lnTo>
                <a:lnTo>
                  <a:pt x="2547" y="3248"/>
                </a:lnTo>
                <a:lnTo>
                  <a:pt x="2547" y="3249"/>
                </a:lnTo>
                <a:lnTo>
                  <a:pt x="2547" y="3250"/>
                </a:lnTo>
                <a:lnTo>
                  <a:pt x="2547" y="3251"/>
                </a:lnTo>
                <a:lnTo>
                  <a:pt x="2546" y="3251"/>
                </a:lnTo>
                <a:lnTo>
                  <a:pt x="2546" y="3252"/>
                </a:lnTo>
                <a:lnTo>
                  <a:pt x="2546" y="3253"/>
                </a:lnTo>
                <a:lnTo>
                  <a:pt x="2546" y="3254"/>
                </a:lnTo>
                <a:lnTo>
                  <a:pt x="2546" y="3255"/>
                </a:lnTo>
                <a:lnTo>
                  <a:pt x="2545" y="3255"/>
                </a:lnTo>
                <a:lnTo>
                  <a:pt x="2545" y="3256"/>
                </a:lnTo>
                <a:lnTo>
                  <a:pt x="2545" y="3257"/>
                </a:lnTo>
                <a:lnTo>
                  <a:pt x="2545" y="3258"/>
                </a:lnTo>
                <a:lnTo>
                  <a:pt x="2546" y="3258"/>
                </a:lnTo>
                <a:lnTo>
                  <a:pt x="2547" y="3258"/>
                </a:lnTo>
                <a:lnTo>
                  <a:pt x="2547" y="3259"/>
                </a:lnTo>
                <a:lnTo>
                  <a:pt x="2547" y="3260"/>
                </a:lnTo>
                <a:lnTo>
                  <a:pt x="2547" y="3261"/>
                </a:lnTo>
                <a:lnTo>
                  <a:pt x="2547" y="3262"/>
                </a:lnTo>
                <a:lnTo>
                  <a:pt x="2547" y="3263"/>
                </a:lnTo>
                <a:lnTo>
                  <a:pt x="2547" y="3264"/>
                </a:lnTo>
                <a:lnTo>
                  <a:pt x="2547" y="3265"/>
                </a:lnTo>
                <a:lnTo>
                  <a:pt x="2547" y="3264"/>
                </a:lnTo>
                <a:lnTo>
                  <a:pt x="2548" y="3264"/>
                </a:lnTo>
                <a:lnTo>
                  <a:pt x="2548" y="3265"/>
                </a:lnTo>
                <a:lnTo>
                  <a:pt x="2548" y="3266"/>
                </a:lnTo>
                <a:lnTo>
                  <a:pt x="2548" y="3267"/>
                </a:lnTo>
                <a:lnTo>
                  <a:pt x="2549" y="3267"/>
                </a:lnTo>
                <a:lnTo>
                  <a:pt x="2549" y="3266"/>
                </a:lnTo>
                <a:lnTo>
                  <a:pt x="2550" y="3266"/>
                </a:lnTo>
                <a:lnTo>
                  <a:pt x="2551" y="3266"/>
                </a:lnTo>
                <a:lnTo>
                  <a:pt x="2551" y="3267"/>
                </a:lnTo>
                <a:lnTo>
                  <a:pt x="2551" y="3268"/>
                </a:lnTo>
                <a:lnTo>
                  <a:pt x="2552" y="3268"/>
                </a:lnTo>
                <a:lnTo>
                  <a:pt x="2552" y="3267"/>
                </a:lnTo>
                <a:lnTo>
                  <a:pt x="2552" y="3268"/>
                </a:lnTo>
                <a:lnTo>
                  <a:pt x="2553" y="3268"/>
                </a:lnTo>
                <a:lnTo>
                  <a:pt x="2553" y="3269"/>
                </a:lnTo>
                <a:lnTo>
                  <a:pt x="2552" y="3269"/>
                </a:lnTo>
                <a:lnTo>
                  <a:pt x="2552" y="3270"/>
                </a:lnTo>
                <a:lnTo>
                  <a:pt x="2552" y="3271"/>
                </a:lnTo>
                <a:lnTo>
                  <a:pt x="2551" y="3271"/>
                </a:lnTo>
                <a:lnTo>
                  <a:pt x="2551" y="3272"/>
                </a:lnTo>
                <a:lnTo>
                  <a:pt x="2550" y="3272"/>
                </a:lnTo>
                <a:lnTo>
                  <a:pt x="2551" y="3272"/>
                </a:lnTo>
                <a:lnTo>
                  <a:pt x="2550" y="3272"/>
                </a:lnTo>
                <a:lnTo>
                  <a:pt x="2551" y="3272"/>
                </a:lnTo>
                <a:lnTo>
                  <a:pt x="2550" y="3272"/>
                </a:lnTo>
                <a:lnTo>
                  <a:pt x="2550" y="3273"/>
                </a:lnTo>
                <a:lnTo>
                  <a:pt x="2549" y="3273"/>
                </a:lnTo>
                <a:lnTo>
                  <a:pt x="2548" y="3273"/>
                </a:lnTo>
                <a:lnTo>
                  <a:pt x="2548" y="3272"/>
                </a:lnTo>
                <a:lnTo>
                  <a:pt x="2547" y="3272"/>
                </a:lnTo>
                <a:lnTo>
                  <a:pt x="2546" y="3272"/>
                </a:lnTo>
                <a:lnTo>
                  <a:pt x="2545" y="3272"/>
                </a:lnTo>
                <a:lnTo>
                  <a:pt x="2545" y="3274"/>
                </a:lnTo>
                <a:lnTo>
                  <a:pt x="2546" y="3274"/>
                </a:lnTo>
                <a:lnTo>
                  <a:pt x="2547" y="3274"/>
                </a:lnTo>
                <a:lnTo>
                  <a:pt x="2546" y="3274"/>
                </a:lnTo>
                <a:lnTo>
                  <a:pt x="2546" y="3275"/>
                </a:lnTo>
                <a:lnTo>
                  <a:pt x="2546" y="3276"/>
                </a:lnTo>
                <a:lnTo>
                  <a:pt x="2546" y="3277"/>
                </a:lnTo>
                <a:lnTo>
                  <a:pt x="2546" y="3278"/>
                </a:lnTo>
                <a:lnTo>
                  <a:pt x="2547" y="3278"/>
                </a:lnTo>
                <a:lnTo>
                  <a:pt x="2547" y="3279"/>
                </a:lnTo>
                <a:lnTo>
                  <a:pt x="2548" y="3279"/>
                </a:lnTo>
                <a:lnTo>
                  <a:pt x="2547" y="3279"/>
                </a:lnTo>
                <a:lnTo>
                  <a:pt x="2547" y="3280"/>
                </a:lnTo>
                <a:lnTo>
                  <a:pt x="2546" y="3280"/>
                </a:lnTo>
                <a:lnTo>
                  <a:pt x="2546" y="3281"/>
                </a:lnTo>
                <a:lnTo>
                  <a:pt x="2545" y="3281"/>
                </a:lnTo>
                <a:lnTo>
                  <a:pt x="2545" y="3282"/>
                </a:lnTo>
                <a:lnTo>
                  <a:pt x="2544" y="3282"/>
                </a:lnTo>
                <a:lnTo>
                  <a:pt x="2544" y="3283"/>
                </a:lnTo>
                <a:lnTo>
                  <a:pt x="2545" y="3283"/>
                </a:lnTo>
                <a:lnTo>
                  <a:pt x="2545" y="3284"/>
                </a:lnTo>
                <a:lnTo>
                  <a:pt x="2545" y="3285"/>
                </a:lnTo>
                <a:lnTo>
                  <a:pt x="2544" y="3285"/>
                </a:lnTo>
                <a:lnTo>
                  <a:pt x="2545" y="3285"/>
                </a:lnTo>
                <a:lnTo>
                  <a:pt x="2545" y="3286"/>
                </a:lnTo>
                <a:lnTo>
                  <a:pt x="2546" y="3286"/>
                </a:lnTo>
                <a:lnTo>
                  <a:pt x="2546" y="3287"/>
                </a:lnTo>
                <a:lnTo>
                  <a:pt x="2545" y="3287"/>
                </a:lnTo>
                <a:lnTo>
                  <a:pt x="2545" y="3288"/>
                </a:lnTo>
                <a:lnTo>
                  <a:pt x="2545" y="3289"/>
                </a:lnTo>
                <a:lnTo>
                  <a:pt x="2545" y="3290"/>
                </a:lnTo>
                <a:lnTo>
                  <a:pt x="2544" y="3290"/>
                </a:lnTo>
                <a:lnTo>
                  <a:pt x="2544" y="3291"/>
                </a:lnTo>
                <a:lnTo>
                  <a:pt x="2544" y="3292"/>
                </a:lnTo>
                <a:lnTo>
                  <a:pt x="2544" y="3293"/>
                </a:lnTo>
                <a:lnTo>
                  <a:pt x="2545" y="3293"/>
                </a:lnTo>
                <a:lnTo>
                  <a:pt x="2544" y="3293"/>
                </a:lnTo>
                <a:lnTo>
                  <a:pt x="2544" y="3294"/>
                </a:lnTo>
                <a:lnTo>
                  <a:pt x="2544" y="3295"/>
                </a:lnTo>
                <a:lnTo>
                  <a:pt x="2543" y="3295"/>
                </a:lnTo>
                <a:lnTo>
                  <a:pt x="2543" y="3296"/>
                </a:lnTo>
                <a:lnTo>
                  <a:pt x="2543" y="3297"/>
                </a:lnTo>
                <a:lnTo>
                  <a:pt x="2544" y="3297"/>
                </a:lnTo>
                <a:lnTo>
                  <a:pt x="2544" y="3298"/>
                </a:lnTo>
                <a:lnTo>
                  <a:pt x="2544" y="3299"/>
                </a:lnTo>
                <a:lnTo>
                  <a:pt x="2544" y="3300"/>
                </a:lnTo>
                <a:lnTo>
                  <a:pt x="2545" y="3300"/>
                </a:lnTo>
                <a:lnTo>
                  <a:pt x="2545" y="3301"/>
                </a:lnTo>
                <a:lnTo>
                  <a:pt x="2546" y="3301"/>
                </a:lnTo>
                <a:lnTo>
                  <a:pt x="2546" y="3302"/>
                </a:lnTo>
                <a:lnTo>
                  <a:pt x="2547" y="3302"/>
                </a:lnTo>
                <a:lnTo>
                  <a:pt x="2548" y="3302"/>
                </a:lnTo>
                <a:lnTo>
                  <a:pt x="2549" y="3302"/>
                </a:lnTo>
                <a:lnTo>
                  <a:pt x="2550" y="3302"/>
                </a:lnTo>
                <a:lnTo>
                  <a:pt x="2550" y="3303"/>
                </a:lnTo>
                <a:lnTo>
                  <a:pt x="2550" y="3304"/>
                </a:lnTo>
                <a:lnTo>
                  <a:pt x="2550" y="3305"/>
                </a:lnTo>
                <a:lnTo>
                  <a:pt x="2551" y="3305"/>
                </a:lnTo>
                <a:lnTo>
                  <a:pt x="2552" y="3305"/>
                </a:lnTo>
                <a:lnTo>
                  <a:pt x="2553" y="3305"/>
                </a:lnTo>
                <a:lnTo>
                  <a:pt x="2553" y="3306"/>
                </a:lnTo>
                <a:lnTo>
                  <a:pt x="2554" y="3306"/>
                </a:lnTo>
                <a:lnTo>
                  <a:pt x="2553" y="3306"/>
                </a:lnTo>
                <a:lnTo>
                  <a:pt x="2553" y="3307"/>
                </a:lnTo>
                <a:lnTo>
                  <a:pt x="2553" y="3308"/>
                </a:lnTo>
                <a:lnTo>
                  <a:pt x="2553" y="3309"/>
                </a:lnTo>
                <a:lnTo>
                  <a:pt x="2553" y="3310"/>
                </a:lnTo>
                <a:lnTo>
                  <a:pt x="2553" y="3311"/>
                </a:lnTo>
                <a:lnTo>
                  <a:pt x="2552" y="3311"/>
                </a:lnTo>
                <a:lnTo>
                  <a:pt x="2552" y="3310"/>
                </a:lnTo>
                <a:lnTo>
                  <a:pt x="2551" y="3310"/>
                </a:lnTo>
                <a:lnTo>
                  <a:pt x="2550" y="3310"/>
                </a:lnTo>
                <a:lnTo>
                  <a:pt x="2550" y="3311"/>
                </a:lnTo>
                <a:lnTo>
                  <a:pt x="2549" y="3311"/>
                </a:lnTo>
                <a:lnTo>
                  <a:pt x="2549" y="3312"/>
                </a:lnTo>
                <a:lnTo>
                  <a:pt x="2548" y="3312"/>
                </a:lnTo>
                <a:lnTo>
                  <a:pt x="2548" y="3313"/>
                </a:lnTo>
                <a:lnTo>
                  <a:pt x="2549" y="3313"/>
                </a:lnTo>
                <a:lnTo>
                  <a:pt x="2549" y="3314"/>
                </a:lnTo>
                <a:lnTo>
                  <a:pt x="2548" y="3314"/>
                </a:lnTo>
                <a:lnTo>
                  <a:pt x="2548" y="3315"/>
                </a:lnTo>
                <a:lnTo>
                  <a:pt x="2547" y="3315"/>
                </a:lnTo>
                <a:lnTo>
                  <a:pt x="2547" y="3316"/>
                </a:lnTo>
                <a:lnTo>
                  <a:pt x="2546" y="3316"/>
                </a:lnTo>
                <a:lnTo>
                  <a:pt x="2546" y="3317"/>
                </a:lnTo>
                <a:lnTo>
                  <a:pt x="2545" y="3317"/>
                </a:lnTo>
                <a:lnTo>
                  <a:pt x="2544" y="3317"/>
                </a:lnTo>
                <a:lnTo>
                  <a:pt x="2543" y="3317"/>
                </a:lnTo>
                <a:lnTo>
                  <a:pt x="2542" y="3317"/>
                </a:lnTo>
                <a:lnTo>
                  <a:pt x="2541" y="3317"/>
                </a:lnTo>
                <a:lnTo>
                  <a:pt x="2540" y="3317"/>
                </a:lnTo>
                <a:lnTo>
                  <a:pt x="2540" y="3316"/>
                </a:lnTo>
                <a:lnTo>
                  <a:pt x="2541" y="3316"/>
                </a:lnTo>
                <a:lnTo>
                  <a:pt x="2541" y="3315"/>
                </a:lnTo>
                <a:lnTo>
                  <a:pt x="2541" y="3314"/>
                </a:lnTo>
                <a:lnTo>
                  <a:pt x="2540" y="3314"/>
                </a:lnTo>
                <a:lnTo>
                  <a:pt x="2540" y="3313"/>
                </a:lnTo>
                <a:lnTo>
                  <a:pt x="2539" y="3313"/>
                </a:lnTo>
                <a:lnTo>
                  <a:pt x="2539" y="3312"/>
                </a:lnTo>
                <a:lnTo>
                  <a:pt x="2538" y="3312"/>
                </a:lnTo>
                <a:lnTo>
                  <a:pt x="2538" y="3311"/>
                </a:lnTo>
                <a:lnTo>
                  <a:pt x="2537" y="3311"/>
                </a:lnTo>
                <a:lnTo>
                  <a:pt x="2536" y="3311"/>
                </a:lnTo>
                <a:lnTo>
                  <a:pt x="2536" y="3312"/>
                </a:lnTo>
                <a:lnTo>
                  <a:pt x="2535" y="3312"/>
                </a:lnTo>
                <a:lnTo>
                  <a:pt x="2535" y="3311"/>
                </a:lnTo>
                <a:lnTo>
                  <a:pt x="2535" y="3312"/>
                </a:lnTo>
                <a:lnTo>
                  <a:pt x="2534" y="3312"/>
                </a:lnTo>
                <a:lnTo>
                  <a:pt x="2534" y="3313"/>
                </a:lnTo>
                <a:lnTo>
                  <a:pt x="2533" y="3313"/>
                </a:lnTo>
                <a:lnTo>
                  <a:pt x="2533" y="3314"/>
                </a:lnTo>
                <a:lnTo>
                  <a:pt x="2532" y="3314"/>
                </a:lnTo>
                <a:lnTo>
                  <a:pt x="2531" y="3314"/>
                </a:lnTo>
                <a:lnTo>
                  <a:pt x="2531" y="3313"/>
                </a:lnTo>
                <a:lnTo>
                  <a:pt x="2531" y="3312"/>
                </a:lnTo>
                <a:lnTo>
                  <a:pt x="2531" y="3311"/>
                </a:lnTo>
                <a:lnTo>
                  <a:pt x="2532" y="3311"/>
                </a:lnTo>
                <a:lnTo>
                  <a:pt x="2532" y="3310"/>
                </a:lnTo>
                <a:lnTo>
                  <a:pt x="2532" y="3309"/>
                </a:lnTo>
                <a:lnTo>
                  <a:pt x="2533" y="3309"/>
                </a:lnTo>
                <a:lnTo>
                  <a:pt x="2533" y="3308"/>
                </a:lnTo>
                <a:lnTo>
                  <a:pt x="2532" y="3308"/>
                </a:lnTo>
                <a:lnTo>
                  <a:pt x="2532" y="3307"/>
                </a:lnTo>
                <a:lnTo>
                  <a:pt x="2531" y="3308"/>
                </a:lnTo>
                <a:lnTo>
                  <a:pt x="2531" y="3307"/>
                </a:lnTo>
                <a:lnTo>
                  <a:pt x="2530" y="3307"/>
                </a:lnTo>
                <a:lnTo>
                  <a:pt x="2529" y="3307"/>
                </a:lnTo>
                <a:lnTo>
                  <a:pt x="2528" y="3307"/>
                </a:lnTo>
                <a:lnTo>
                  <a:pt x="2528" y="3306"/>
                </a:lnTo>
                <a:lnTo>
                  <a:pt x="2527" y="3306"/>
                </a:lnTo>
                <a:lnTo>
                  <a:pt x="2526" y="3306"/>
                </a:lnTo>
                <a:lnTo>
                  <a:pt x="2525" y="3306"/>
                </a:lnTo>
                <a:lnTo>
                  <a:pt x="2524" y="3306"/>
                </a:lnTo>
                <a:lnTo>
                  <a:pt x="2523" y="3306"/>
                </a:lnTo>
                <a:lnTo>
                  <a:pt x="2523" y="3307"/>
                </a:lnTo>
                <a:lnTo>
                  <a:pt x="2523" y="3306"/>
                </a:lnTo>
                <a:lnTo>
                  <a:pt x="2522" y="3306"/>
                </a:lnTo>
                <a:lnTo>
                  <a:pt x="2522" y="3307"/>
                </a:lnTo>
                <a:lnTo>
                  <a:pt x="2521" y="3307"/>
                </a:lnTo>
                <a:lnTo>
                  <a:pt x="2520" y="3307"/>
                </a:lnTo>
                <a:lnTo>
                  <a:pt x="2520" y="3308"/>
                </a:lnTo>
                <a:lnTo>
                  <a:pt x="2519" y="3308"/>
                </a:lnTo>
                <a:lnTo>
                  <a:pt x="2519" y="3309"/>
                </a:lnTo>
                <a:lnTo>
                  <a:pt x="2518" y="3309"/>
                </a:lnTo>
                <a:lnTo>
                  <a:pt x="2518" y="3308"/>
                </a:lnTo>
                <a:lnTo>
                  <a:pt x="2517" y="3308"/>
                </a:lnTo>
                <a:lnTo>
                  <a:pt x="2516" y="3308"/>
                </a:lnTo>
                <a:lnTo>
                  <a:pt x="2515" y="3308"/>
                </a:lnTo>
                <a:lnTo>
                  <a:pt x="2515" y="3309"/>
                </a:lnTo>
                <a:lnTo>
                  <a:pt x="2514" y="3309"/>
                </a:lnTo>
                <a:lnTo>
                  <a:pt x="2514" y="3308"/>
                </a:lnTo>
                <a:lnTo>
                  <a:pt x="2513" y="3308"/>
                </a:lnTo>
                <a:lnTo>
                  <a:pt x="2513" y="3309"/>
                </a:lnTo>
                <a:lnTo>
                  <a:pt x="2513" y="3308"/>
                </a:lnTo>
                <a:lnTo>
                  <a:pt x="2512" y="3308"/>
                </a:lnTo>
                <a:lnTo>
                  <a:pt x="2512" y="3309"/>
                </a:lnTo>
                <a:lnTo>
                  <a:pt x="2511" y="3309"/>
                </a:lnTo>
                <a:lnTo>
                  <a:pt x="2511" y="3310"/>
                </a:lnTo>
                <a:lnTo>
                  <a:pt x="2511" y="3309"/>
                </a:lnTo>
                <a:lnTo>
                  <a:pt x="2510" y="3309"/>
                </a:lnTo>
                <a:lnTo>
                  <a:pt x="2510" y="3310"/>
                </a:lnTo>
                <a:lnTo>
                  <a:pt x="2510" y="3311"/>
                </a:lnTo>
                <a:lnTo>
                  <a:pt x="2510" y="3310"/>
                </a:lnTo>
                <a:lnTo>
                  <a:pt x="2509" y="3310"/>
                </a:lnTo>
                <a:lnTo>
                  <a:pt x="2509" y="3311"/>
                </a:lnTo>
                <a:lnTo>
                  <a:pt x="2508" y="3311"/>
                </a:lnTo>
                <a:lnTo>
                  <a:pt x="2508" y="3312"/>
                </a:lnTo>
                <a:lnTo>
                  <a:pt x="2507" y="3312"/>
                </a:lnTo>
                <a:lnTo>
                  <a:pt x="2506" y="3312"/>
                </a:lnTo>
                <a:lnTo>
                  <a:pt x="2505" y="3312"/>
                </a:lnTo>
                <a:lnTo>
                  <a:pt x="2505" y="3313"/>
                </a:lnTo>
                <a:lnTo>
                  <a:pt x="2504" y="3313"/>
                </a:lnTo>
                <a:lnTo>
                  <a:pt x="2504" y="3314"/>
                </a:lnTo>
                <a:lnTo>
                  <a:pt x="2503" y="3314"/>
                </a:lnTo>
                <a:lnTo>
                  <a:pt x="2503" y="3313"/>
                </a:lnTo>
                <a:lnTo>
                  <a:pt x="2503" y="3312"/>
                </a:lnTo>
                <a:lnTo>
                  <a:pt x="2502" y="3312"/>
                </a:lnTo>
                <a:lnTo>
                  <a:pt x="2501" y="3312"/>
                </a:lnTo>
                <a:lnTo>
                  <a:pt x="2501" y="3311"/>
                </a:lnTo>
                <a:lnTo>
                  <a:pt x="2501" y="3312"/>
                </a:lnTo>
                <a:lnTo>
                  <a:pt x="2501" y="3311"/>
                </a:lnTo>
                <a:lnTo>
                  <a:pt x="2500" y="3311"/>
                </a:lnTo>
                <a:lnTo>
                  <a:pt x="2500" y="3310"/>
                </a:lnTo>
                <a:lnTo>
                  <a:pt x="2500" y="3309"/>
                </a:lnTo>
                <a:lnTo>
                  <a:pt x="2499" y="3309"/>
                </a:lnTo>
                <a:lnTo>
                  <a:pt x="2498" y="3309"/>
                </a:lnTo>
                <a:lnTo>
                  <a:pt x="2498" y="3308"/>
                </a:lnTo>
                <a:lnTo>
                  <a:pt x="2497" y="3308"/>
                </a:lnTo>
                <a:lnTo>
                  <a:pt x="2497" y="3307"/>
                </a:lnTo>
                <a:lnTo>
                  <a:pt x="2498" y="3307"/>
                </a:lnTo>
                <a:lnTo>
                  <a:pt x="2498" y="3306"/>
                </a:lnTo>
                <a:lnTo>
                  <a:pt x="2498" y="3305"/>
                </a:lnTo>
                <a:lnTo>
                  <a:pt x="2499" y="3305"/>
                </a:lnTo>
                <a:lnTo>
                  <a:pt x="2498" y="3305"/>
                </a:lnTo>
                <a:lnTo>
                  <a:pt x="2499" y="3305"/>
                </a:lnTo>
                <a:lnTo>
                  <a:pt x="2499" y="3304"/>
                </a:lnTo>
                <a:lnTo>
                  <a:pt x="2500" y="3303"/>
                </a:lnTo>
                <a:lnTo>
                  <a:pt x="2500" y="3302"/>
                </a:lnTo>
                <a:lnTo>
                  <a:pt x="2500" y="3301"/>
                </a:lnTo>
                <a:lnTo>
                  <a:pt x="2500" y="3300"/>
                </a:lnTo>
                <a:lnTo>
                  <a:pt x="2499" y="3300"/>
                </a:lnTo>
                <a:lnTo>
                  <a:pt x="2498" y="3300"/>
                </a:lnTo>
                <a:lnTo>
                  <a:pt x="2497" y="3300"/>
                </a:lnTo>
                <a:lnTo>
                  <a:pt x="2497" y="3299"/>
                </a:lnTo>
                <a:lnTo>
                  <a:pt x="2496" y="3299"/>
                </a:lnTo>
                <a:lnTo>
                  <a:pt x="2495" y="3299"/>
                </a:lnTo>
                <a:lnTo>
                  <a:pt x="2495" y="3298"/>
                </a:lnTo>
                <a:lnTo>
                  <a:pt x="2494" y="3298"/>
                </a:lnTo>
                <a:lnTo>
                  <a:pt x="2494" y="3297"/>
                </a:lnTo>
                <a:lnTo>
                  <a:pt x="2494" y="3296"/>
                </a:lnTo>
                <a:lnTo>
                  <a:pt x="2494" y="3295"/>
                </a:lnTo>
                <a:lnTo>
                  <a:pt x="2493" y="3295"/>
                </a:lnTo>
                <a:lnTo>
                  <a:pt x="2493" y="3294"/>
                </a:lnTo>
                <a:lnTo>
                  <a:pt x="2492" y="3294"/>
                </a:lnTo>
                <a:lnTo>
                  <a:pt x="2492" y="3293"/>
                </a:lnTo>
                <a:lnTo>
                  <a:pt x="2493" y="3293"/>
                </a:lnTo>
                <a:lnTo>
                  <a:pt x="2492" y="3293"/>
                </a:lnTo>
                <a:lnTo>
                  <a:pt x="2493" y="3293"/>
                </a:lnTo>
                <a:lnTo>
                  <a:pt x="2492" y="3293"/>
                </a:lnTo>
                <a:lnTo>
                  <a:pt x="2492" y="3292"/>
                </a:lnTo>
                <a:lnTo>
                  <a:pt x="2491" y="3292"/>
                </a:lnTo>
                <a:lnTo>
                  <a:pt x="2491" y="3291"/>
                </a:lnTo>
                <a:lnTo>
                  <a:pt x="2491" y="3290"/>
                </a:lnTo>
                <a:lnTo>
                  <a:pt x="2490" y="3290"/>
                </a:lnTo>
                <a:lnTo>
                  <a:pt x="2491" y="3290"/>
                </a:lnTo>
                <a:lnTo>
                  <a:pt x="2491" y="3289"/>
                </a:lnTo>
                <a:lnTo>
                  <a:pt x="2492" y="3289"/>
                </a:lnTo>
                <a:lnTo>
                  <a:pt x="2493" y="3289"/>
                </a:lnTo>
                <a:lnTo>
                  <a:pt x="2494" y="3289"/>
                </a:lnTo>
                <a:lnTo>
                  <a:pt x="2495" y="3289"/>
                </a:lnTo>
                <a:lnTo>
                  <a:pt x="2495" y="3288"/>
                </a:lnTo>
                <a:lnTo>
                  <a:pt x="2495" y="3287"/>
                </a:lnTo>
                <a:lnTo>
                  <a:pt x="2496" y="3287"/>
                </a:lnTo>
                <a:lnTo>
                  <a:pt x="2496" y="3286"/>
                </a:lnTo>
                <a:lnTo>
                  <a:pt x="2495" y="3286"/>
                </a:lnTo>
                <a:lnTo>
                  <a:pt x="2496" y="3286"/>
                </a:lnTo>
                <a:lnTo>
                  <a:pt x="2495" y="3286"/>
                </a:lnTo>
                <a:lnTo>
                  <a:pt x="2495" y="3285"/>
                </a:lnTo>
                <a:lnTo>
                  <a:pt x="2495" y="3284"/>
                </a:lnTo>
                <a:lnTo>
                  <a:pt x="2495" y="3283"/>
                </a:lnTo>
                <a:lnTo>
                  <a:pt x="2496" y="3283"/>
                </a:lnTo>
                <a:lnTo>
                  <a:pt x="2496" y="3282"/>
                </a:lnTo>
                <a:lnTo>
                  <a:pt x="2497" y="3282"/>
                </a:lnTo>
                <a:lnTo>
                  <a:pt x="2497" y="3281"/>
                </a:lnTo>
                <a:lnTo>
                  <a:pt x="2498" y="3281"/>
                </a:lnTo>
                <a:lnTo>
                  <a:pt x="2497" y="3281"/>
                </a:lnTo>
                <a:lnTo>
                  <a:pt x="2497" y="3280"/>
                </a:lnTo>
                <a:lnTo>
                  <a:pt x="2497" y="3281"/>
                </a:lnTo>
                <a:lnTo>
                  <a:pt x="2497" y="3280"/>
                </a:lnTo>
                <a:lnTo>
                  <a:pt x="2496" y="3280"/>
                </a:lnTo>
                <a:lnTo>
                  <a:pt x="2496" y="3279"/>
                </a:lnTo>
                <a:lnTo>
                  <a:pt x="2496" y="3278"/>
                </a:lnTo>
                <a:lnTo>
                  <a:pt x="2496" y="3277"/>
                </a:lnTo>
                <a:lnTo>
                  <a:pt x="2497" y="3277"/>
                </a:lnTo>
                <a:lnTo>
                  <a:pt x="2497" y="3276"/>
                </a:lnTo>
                <a:lnTo>
                  <a:pt x="2497" y="3275"/>
                </a:lnTo>
                <a:lnTo>
                  <a:pt x="2497" y="3274"/>
                </a:lnTo>
                <a:lnTo>
                  <a:pt x="2496" y="3275"/>
                </a:lnTo>
                <a:lnTo>
                  <a:pt x="2495" y="3275"/>
                </a:lnTo>
                <a:lnTo>
                  <a:pt x="2494" y="3275"/>
                </a:lnTo>
                <a:lnTo>
                  <a:pt x="2494" y="3274"/>
                </a:lnTo>
                <a:lnTo>
                  <a:pt x="2493" y="3274"/>
                </a:lnTo>
                <a:lnTo>
                  <a:pt x="2492" y="3274"/>
                </a:lnTo>
                <a:lnTo>
                  <a:pt x="2491" y="3274"/>
                </a:lnTo>
                <a:lnTo>
                  <a:pt x="2490" y="3274"/>
                </a:lnTo>
                <a:lnTo>
                  <a:pt x="2490" y="3273"/>
                </a:lnTo>
                <a:lnTo>
                  <a:pt x="2490" y="3272"/>
                </a:lnTo>
                <a:lnTo>
                  <a:pt x="2491" y="3272"/>
                </a:lnTo>
                <a:lnTo>
                  <a:pt x="2491" y="3271"/>
                </a:lnTo>
                <a:lnTo>
                  <a:pt x="2492" y="3271"/>
                </a:lnTo>
                <a:lnTo>
                  <a:pt x="2493" y="3271"/>
                </a:lnTo>
                <a:lnTo>
                  <a:pt x="2493" y="3270"/>
                </a:lnTo>
                <a:lnTo>
                  <a:pt x="2493" y="3269"/>
                </a:lnTo>
                <a:lnTo>
                  <a:pt x="2492" y="3269"/>
                </a:lnTo>
                <a:lnTo>
                  <a:pt x="2492" y="3268"/>
                </a:lnTo>
                <a:lnTo>
                  <a:pt x="2492" y="3267"/>
                </a:lnTo>
                <a:lnTo>
                  <a:pt x="2492" y="3266"/>
                </a:lnTo>
                <a:lnTo>
                  <a:pt x="2492" y="3265"/>
                </a:lnTo>
                <a:lnTo>
                  <a:pt x="2491" y="3265"/>
                </a:lnTo>
                <a:lnTo>
                  <a:pt x="2491" y="3264"/>
                </a:lnTo>
                <a:lnTo>
                  <a:pt x="2492" y="3263"/>
                </a:lnTo>
                <a:lnTo>
                  <a:pt x="2491" y="3263"/>
                </a:lnTo>
                <a:lnTo>
                  <a:pt x="2490" y="3263"/>
                </a:lnTo>
                <a:lnTo>
                  <a:pt x="2489" y="3262"/>
                </a:lnTo>
                <a:lnTo>
                  <a:pt x="2489" y="3261"/>
                </a:lnTo>
                <a:lnTo>
                  <a:pt x="2488" y="3261"/>
                </a:lnTo>
                <a:lnTo>
                  <a:pt x="2488" y="3260"/>
                </a:lnTo>
                <a:lnTo>
                  <a:pt x="2489" y="3259"/>
                </a:lnTo>
                <a:lnTo>
                  <a:pt x="2488" y="3259"/>
                </a:lnTo>
                <a:lnTo>
                  <a:pt x="2488" y="3258"/>
                </a:lnTo>
                <a:lnTo>
                  <a:pt x="2488" y="3257"/>
                </a:lnTo>
                <a:lnTo>
                  <a:pt x="2488" y="3256"/>
                </a:lnTo>
                <a:lnTo>
                  <a:pt x="2488" y="3255"/>
                </a:lnTo>
                <a:lnTo>
                  <a:pt x="2488" y="3254"/>
                </a:lnTo>
                <a:lnTo>
                  <a:pt x="2488" y="3253"/>
                </a:lnTo>
                <a:lnTo>
                  <a:pt x="2489" y="3253"/>
                </a:lnTo>
                <a:lnTo>
                  <a:pt x="2489" y="3252"/>
                </a:lnTo>
                <a:lnTo>
                  <a:pt x="2488" y="3252"/>
                </a:lnTo>
                <a:lnTo>
                  <a:pt x="2488" y="3253"/>
                </a:lnTo>
                <a:lnTo>
                  <a:pt x="2488" y="3252"/>
                </a:lnTo>
                <a:lnTo>
                  <a:pt x="2488" y="3253"/>
                </a:lnTo>
                <a:lnTo>
                  <a:pt x="2487" y="3253"/>
                </a:lnTo>
                <a:lnTo>
                  <a:pt x="2487" y="3252"/>
                </a:lnTo>
                <a:lnTo>
                  <a:pt x="2486" y="3252"/>
                </a:lnTo>
                <a:lnTo>
                  <a:pt x="2486" y="3253"/>
                </a:lnTo>
                <a:lnTo>
                  <a:pt x="2486" y="3252"/>
                </a:lnTo>
                <a:lnTo>
                  <a:pt x="2486" y="3253"/>
                </a:lnTo>
                <a:lnTo>
                  <a:pt x="2485" y="3253"/>
                </a:lnTo>
                <a:lnTo>
                  <a:pt x="2485" y="3254"/>
                </a:lnTo>
                <a:lnTo>
                  <a:pt x="2484" y="3254"/>
                </a:lnTo>
                <a:lnTo>
                  <a:pt x="2484" y="3255"/>
                </a:lnTo>
                <a:lnTo>
                  <a:pt x="2483" y="3255"/>
                </a:lnTo>
                <a:lnTo>
                  <a:pt x="2482" y="3255"/>
                </a:lnTo>
                <a:lnTo>
                  <a:pt x="2482" y="3256"/>
                </a:lnTo>
                <a:lnTo>
                  <a:pt x="2482" y="3255"/>
                </a:lnTo>
                <a:lnTo>
                  <a:pt x="2482" y="3256"/>
                </a:lnTo>
                <a:lnTo>
                  <a:pt x="2481" y="3256"/>
                </a:lnTo>
                <a:lnTo>
                  <a:pt x="2481" y="3257"/>
                </a:lnTo>
                <a:lnTo>
                  <a:pt x="2480" y="3257"/>
                </a:lnTo>
                <a:lnTo>
                  <a:pt x="2480" y="3258"/>
                </a:lnTo>
                <a:lnTo>
                  <a:pt x="2479" y="3258"/>
                </a:lnTo>
                <a:lnTo>
                  <a:pt x="2479" y="3259"/>
                </a:lnTo>
                <a:lnTo>
                  <a:pt x="2479" y="3260"/>
                </a:lnTo>
                <a:lnTo>
                  <a:pt x="2479" y="3259"/>
                </a:lnTo>
                <a:lnTo>
                  <a:pt x="2478" y="3259"/>
                </a:lnTo>
                <a:lnTo>
                  <a:pt x="2478" y="3260"/>
                </a:lnTo>
                <a:lnTo>
                  <a:pt x="2477" y="3260"/>
                </a:lnTo>
                <a:lnTo>
                  <a:pt x="2476" y="3260"/>
                </a:lnTo>
                <a:lnTo>
                  <a:pt x="2475" y="3260"/>
                </a:lnTo>
                <a:lnTo>
                  <a:pt x="2474" y="3260"/>
                </a:lnTo>
                <a:lnTo>
                  <a:pt x="2473" y="3260"/>
                </a:lnTo>
                <a:lnTo>
                  <a:pt x="2472" y="3260"/>
                </a:lnTo>
                <a:lnTo>
                  <a:pt x="2472" y="3261"/>
                </a:lnTo>
                <a:lnTo>
                  <a:pt x="2471" y="3261"/>
                </a:lnTo>
                <a:lnTo>
                  <a:pt x="2470" y="3261"/>
                </a:lnTo>
                <a:lnTo>
                  <a:pt x="2470" y="3262"/>
                </a:lnTo>
                <a:lnTo>
                  <a:pt x="2469" y="3262"/>
                </a:lnTo>
                <a:lnTo>
                  <a:pt x="2469" y="3261"/>
                </a:lnTo>
                <a:lnTo>
                  <a:pt x="2469" y="3262"/>
                </a:lnTo>
                <a:lnTo>
                  <a:pt x="2469" y="3261"/>
                </a:lnTo>
                <a:lnTo>
                  <a:pt x="2469" y="3262"/>
                </a:lnTo>
                <a:lnTo>
                  <a:pt x="2468" y="3262"/>
                </a:lnTo>
                <a:lnTo>
                  <a:pt x="2468" y="3261"/>
                </a:lnTo>
                <a:lnTo>
                  <a:pt x="2467" y="3261"/>
                </a:lnTo>
                <a:lnTo>
                  <a:pt x="2467" y="3262"/>
                </a:lnTo>
                <a:lnTo>
                  <a:pt x="2467" y="3263"/>
                </a:lnTo>
                <a:lnTo>
                  <a:pt x="2466" y="3263"/>
                </a:lnTo>
                <a:lnTo>
                  <a:pt x="2466" y="3264"/>
                </a:lnTo>
                <a:lnTo>
                  <a:pt x="2465" y="3264"/>
                </a:lnTo>
                <a:lnTo>
                  <a:pt x="2466" y="3264"/>
                </a:lnTo>
                <a:lnTo>
                  <a:pt x="2465" y="3264"/>
                </a:lnTo>
                <a:lnTo>
                  <a:pt x="2465" y="3265"/>
                </a:lnTo>
                <a:lnTo>
                  <a:pt x="2464" y="3265"/>
                </a:lnTo>
                <a:lnTo>
                  <a:pt x="2464" y="3266"/>
                </a:lnTo>
                <a:lnTo>
                  <a:pt x="2464" y="3267"/>
                </a:lnTo>
                <a:lnTo>
                  <a:pt x="2463" y="3267"/>
                </a:lnTo>
                <a:lnTo>
                  <a:pt x="2462" y="3267"/>
                </a:lnTo>
                <a:lnTo>
                  <a:pt x="2462" y="3268"/>
                </a:lnTo>
                <a:lnTo>
                  <a:pt x="2461" y="3268"/>
                </a:lnTo>
                <a:lnTo>
                  <a:pt x="2461" y="3269"/>
                </a:lnTo>
                <a:lnTo>
                  <a:pt x="2461" y="3268"/>
                </a:lnTo>
                <a:lnTo>
                  <a:pt x="2461" y="3269"/>
                </a:lnTo>
                <a:lnTo>
                  <a:pt x="2460" y="3269"/>
                </a:lnTo>
                <a:lnTo>
                  <a:pt x="2460" y="3270"/>
                </a:lnTo>
                <a:lnTo>
                  <a:pt x="2460" y="3271"/>
                </a:lnTo>
                <a:lnTo>
                  <a:pt x="2459" y="3272"/>
                </a:lnTo>
                <a:lnTo>
                  <a:pt x="2459" y="3273"/>
                </a:lnTo>
                <a:lnTo>
                  <a:pt x="2459" y="3274"/>
                </a:lnTo>
                <a:lnTo>
                  <a:pt x="2458" y="3274"/>
                </a:lnTo>
                <a:lnTo>
                  <a:pt x="2458" y="3273"/>
                </a:lnTo>
                <a:lnTo>
                  <a:pt x="2457" y="3273"/>
                </a:lnTo>
                <a:lnTo>
                  <a:pt x="2457" y="3274"/>
                </a:lnTo>
                <a:lnTo>
                  <a:pt x="2457" y="3275"/>
                </a:lnTo>
                <a:lnTo>
                  <a:pt x="2456" y="3275"/>
                </a:lnTo>
                <a:lnTo>
                  <a:pt x="2455" y="3275"/>
                </a:lnTo>
                <a:lnTo>
                  <a:pt x="2455" y="3276"/>
                </a:lnTo>
                <a:lnTo>
                  <a:pt x="2455" y="3277"/>
                </a:lnTo>
                <a:lnTo>
                  <a:pt x="2454" y="3277"/>
                </a:lnTo>
                <a:lnTo>
                  <a:pt x="2454" y="3278"/>
                </a:lnTo>
                <a:lnTo>
                  <a:pt x="2454" y="3279"/>
                </a:lnTo>
                <a:lnTo>
                  <a:pt x="2453" y="3279"/>
                </a:lnTo>
                <a:lnTo>
                  <a:pt x="2452" y="3279"/>
                </a:lnTo>
                <a:lnTo>
                  <a:pt x="2452" y="3280"/>
                </a:lnTo>
                <a:lnTo>
                  <a:pt x="2452" y="3279"/>
                </a:lnTo>
                <a:lnTo>
                  <a:pt x="2451" y="3279"/>
                </a:lnTo>
                <a:lnTo>
                  <a:pt x="2450" y="3279"/>
                </a:lnTo>
                <a:lnTo>
                  <a:pt x="2450" y="3280"/>
                </a:lnTo>
                <a:lnTo>
                  <a:pt x="2449" y="3280"/>
                </a:lnTo>
                <a:lnTo>
                  <a:pt x="2449" y="3281"/>
                </a:lnTo>
                <a:lnTo>
                  <a:pt x="2449" y="3282"/>
                </a:lnTo>
                <a:lnTo>
                  <a:pt x="2448" y="3282"/>
                </a:lnTo>
                <a:lnTo>
                  <a:pt x="2448" y="3283"/>
                </a:lnTo>
                <a:lnTo>
                  <a:pt x="2447" y="3283"/>
                </a:lnTo>
                <a:lnTo>
                  <a:pt x="2446" y="3283"/>
                </a:lnTo>
                <a:lnTo>
                  <a:pt x="2446" y="3282"/>
                </a:lnTo>
                <a:lnTo>
                  <a:pt x="2445" y="3282"/>
                </a:lnTo>
                <a:lnTo>
                  <a:pt x="2445" y="3283"/>
                </a:lnTo>
                <a:lnTo>
                  <a:pt x="2444" y="3283"/>
                </a:lnTo>
                <a:lnTo>
                  <a:pt x="2444" y="3284"/>
                </a:lnTo>
                <a:lnTo>
                  <a:pt x="2443" y="3284"/>
                </a:lnTo>
                <a:lnTo>
                  <a:pt x="2442" y="3284"/>
                </a:lnTo>
                <a:lnTo>
                  <a:pt x="2441" y="3284"/>
                </a:lnTo>
                <a:lnTo>
                  <a:pt x="2441" y="3285"/>
                </a:lnTo>
                <a:lnTo>
                  <a:pt x="2440" y="3285"/>
                </a:lnTo>
                <a:lnTo>
                  <a:pt x="2440" y="3286"/>
                </a:lnTo>
                <a:lnTo>
                  <a:pt x="2440" y="3285"/>
                </a:lnTo>
                <a:lnTo>
                  <a:pt x="2440" y="3286"/>
                </a:lnTo>
                <a:lnTo>
                  <a:pt x="2439" y="3286"/>
                </a:lnTo>
                <a:lnTo>
                  <a:pt x="2439" y="3285"/>
                </a:lnTo>
                <a:lnTo>
                  <a:pt x="2438" y="3285"/>
                </a:lnTo>
                <a:lnTo>
                  <a:pt x="2437" y="3285"/>
                </a:lnTo>
                <a:lnTo>
                  <a:pt x="2437" y="3284"/>
                </a:lnTo>
                <a:lnTo>
                  <a:pt x="2436" y="3284"/>
                </a:lnTo>
                <a:lnTo>
                  <a:pt x="2436" y="3283"/>
                </a:lnTo>
                <a:lnTo>
                  <a:pt x="2436" y="3284"/>
                </a:lnTo>
                <a:lnTo>
                  <a:pt x="2435" y="3284"/>
                </a:lnTo>
                <a:lnTo>
                  <a:pt x="2435" y="3283"/>
                </a:lnTo>
                <a:lnTo>
                  <a:pt x="2435" y="3284"/>
                </a:lnTo>
                <a:lnTo>
                  <a:pt x="2434" y="3284"/>
                </a:lnTo>
                <a:lnTo>
                  <a:pt x="2434" y="3283"/>
                </a:lnTo>
                <a:lnTo>
                  <a:pt x="2434" y="3284"/>
                </a:lnTo>
                <a:lnTo>
                  <a:pt x="2433" y="3284"/>
                </a:lnTo>
                <a:lnTo>
                  <a:pt x="2433" y="3285"/>
                </a:lnTo>
                <a:lnTo>
                  <a:pt x="2432" y="3285"/>
                </a:lnTo>
                <a:lnTo>
                  <a:pt x="2432" y="3284"/>
                </a:lnTo>
                <a:lnTo>
                  <a:pt x="2432" y="3285"/>
                </a:lnTo>
                <a:lnTo>
                  <a:pt x="2432" y="3284"/>
                </a:lnTo>
                <a:lnTo>
                  <a:pt x="2432" y="3285"/>
                </a:lnTo>
                <a:lnTo>
                  <a:pt x="2431" y="3285"/>
                </a:lnTo>
                <a:lnTo>
                  <a:pt x="2431" y="3284"/>
                </a:lnTo>
                <a:lnTo>
                  <a:pt x="2430" y="3284"/>
                </a:lnTo>
                <a:lnTo>
                  <a:pt x="2430" y="3283"/>
                </a:lnTo>
                <a:lnTo>
                  <a:pt x="2430" y="3282"/>
                </a:lnTo>
                <a:lnTo>
                  <a:pt x="2429" y="3282"/>
                </a:lnTo>
                <a:lnTo>
                  <a:pt x="2429" y="3281"/>
                </a:lnTo>
                <a:lnTo>
                  <a:pt x="2429" y="3280"/>
                </a:lnTo>
                <a:lnTo>
                  <a:pt x="2429" y="3279"/>
                </a:lnTo>
                <a:lnTo>
                  <a:pt x="2428" y="3279"/>
                </a:lnTo>
                <a:lnTo>
                  <a:pt x="2427" y="3279"/>
                </a:lnTo>
                <a:lnTo>
                  <a:pt x="2428" y="3279"/>
                </a:lnTo>
                <a:lnTo>
                  <a:pt x="2428" y="3278"/>
                </a:lnTo>
                <a:lnTo>
                  <a:pt x="2427" y="3278"/>
                </a:lnTo>
                <a:lnTo>
                  <a:pt x="2427" y="3277"/>
                </a:lnTo>
                <a:lnTo>
                  <a:pt x="2427" y="3276"/>
                </a:lnTo>
                <a:lnTo>
                  <a:pt x="2426" y="3276"/>
                </a:lnTo>
                <a:lnTo>
                  <a:pt x="2426" y="3277"/>
                </a:lnTo>
                <a:lnTo>
                  <a:pt x="2425" y="3277"/>
                </a:lnTo>
                <a:lnTo>
                  <a:pt x="2424" y="3277"/>
                </a:lnTo>
                <a:lnTo>
                  <a:pt x="2424" y="3278"/>
                </a:lnTo>
                <a:lnTo>
                  <a:pt x="2423" y="3278"/>
                </a:lnTo>
                <a:lnTo>
                  <a:pt x="2422" y="3278"/>
                </a:lnTo>
                <a:lnTo>
                  <a:pt x="2421" y="3278"/>
                </a:lnTo>
                <a:lnTo>
                  <a:pt x="2419" y="3278"/>
                </a:lnTo>
                <a:lnTo>
                  <a:pt x="2419" y="3277"/>
                </a:lnTo>
                <a:lnTo>
                  <a:pt x="2419" y="3278"/>
                </a:lnTo>
                <a:lnTo>
                  <a:pt x="2418" y="3278"/>
                </a:lnTo>
                <a:lnTo>
                  <a:pt x="2418" y="3279"/>
                </a:lnTo>
                <a:lnTo>
                  <a:pt x="2417" y="3279"/>
                </a:lnTo>
                <a:lnTo>
                  <a:pt x="2417" y="3280"/>
                </a:lnTo>
                <a:lnTo>
                  <a:pt x="2416" y="3280"/>
                </a:lnTo>
                <a:lnTo>
                  <a:pt x="2416" y="3281"/>
                </a:lnTo>
                <a:lnTo>
                  <a:pt x="2416" y="3282"/>
                </a:lnTo>
                <a:lnTo>
                  <a:pt x="2415" y="3282"/>
                </a:lnTo>
                <a:lnTo>
                  <a:pt x="2415" y="3283"/>
                </a:lnTo>
                <a:lnTo>
                  <a:pt x="2414" y="3283"/>
                </a:lnTo>
                <a:lnTo>
                  <a:pt x="2413" y="3283"/>
                </a:lnTo>
                <a:lnTo>
                  <a:pt x="2413" y="3282"/>
                </a:lnTo>
                <a:lnTo>
                  <a:pt x="2413" y="3283"/>
                </a:lnTo>
                <a:lnTo>
                  <a:pt x="2412" y="3283"/>
                </a:lnTo>
                <a:lnTo>
                  <a:pt x="2411" y="3283"/>
                </a:lnTo>
                <a:lnTo>
                  <a:pt x="2411" y="3284"/>
                </a:lnTo>
                <a:lnTo>
                  <a:pt x="2411" y="3283"/>
                </a:lnTo>
                <a:lnTo>
                  <a:pt x="2411" y="3284"/>
                </a:lnTo>
                <a:lnTo>
                  <a:pt x="2411" y="3283"/>
                </a:lnTo>
                <a:lnTo>
                  <a:pt x="2411" y="3284"/>
                </a:lnTo>
                <a:lnTo>
                  <a:pt x="2411" y="3283"/>
                </a:lnTo>
                <a:lnTo>
                  <a:pt x="2411" y="3284"/>
                </a:lnTo>
                <a:lnTo>
                  <a:pt x="2410" y="3284"/>
                </a:lnTo>
                <a:lnTo>
                  <a:pt x="2409" y="3284"/>
                </a:lnTo>
                <a:lnTo>
                  <a:pt x="2409" y="3283"/>
                </a:lnTo>
                <a:lnTo>
                  <a:pt x="2408" y="3283"/>
                </a:lnTo>
                <a:lnTo>
                  <a:pt x="2408" y="3282"/>
                </a:lnTo>
                <a:lnTo>
                  <a:pt x="2407" y="3282"/>
                </a:lnTo>
                <a:lnTo>
                  <a:pt x="2407" y="3281"/>
                </a:lnTo>
                <a:lnTo>
                  <a:pt x="2407" y="3280"/>
                </a:lnTo>
                <a:lnTo>
                  <a:pt x="2406" y="3280"/>
                </a:lnTo>
                <a:lnTo>
                  <a:pt x="2406" y="3279"/>
                </a:lnTo>
                <a:lnTo>
                  <a:pt x="2405" y="3279"/>
                </a:lnTo>
                <a:lnTo>
                  <a:pt x="2404" y="3279"/>
                </a:lnTo>
                <a:lnTo>
                  <a:pt x="2403" y="3280"/>
                </a:lnTo>
                <a:lnTo>
                  <a:pt x="2403" y="3281"/>
                </a:lnTo>
                <a:lnTo>
                  <a:pt x="2403" y="3282"/>
                </a:lnTo>
                <a:lnTo>
                  <a:pt x="2402" y="3282"/>
                </a:lnTo>
                <a:lnTo>
                  <a:pt x="2402" y="3281"/>
                </a:lnTo>
                <a:lnTo>
                  <a:pt x="2401" y="3281"/>
                </a:lnTo>
                <a:lnTo>
                  <a:pt x="2401" y="3280"/>
                </a:lnTo>
                <a:lnTo>
                  <a:pt x="2400" y="3280"/>
                </a:lnTo>
                <a:lnTo>
                  <a:pt x="2399" y="3280"/>
                </a:lnTo>
                <a:lnTo>
                  <a:pt x="2399" y="3279"/>
                </a:lnTo>
                <a:lnTo>
                  <a:pt x="2399" y="3278"/>
                </a:lnTo>
                <a:lnTo>
                  <a:pt x="2399" y="3277"/>
                </a:lnTo>
                <a:lnTo>
                  <a:pt x="2399" y="3276"/>
                </a:lnTo>
                <a:lnTo>
                  <a:pt x="2398" y="3276"/>
                </a:lnTo>
                <a:lnTo>
                  <a:pt x="2398" y="3275"/>
                </a:lnTo>
                <a:lnTo>
                  <a:pt x="2399" y="3275"/>
                </a:lnTo>
                <a:lnTo>
                  <a:pt x="2399" y="3274"/>
                </a:lnTo>
                <a:lnTo>
                  <a:pt x="2399" y="3273"/>
                </a:lnTo>
                <a:lnTo>
                  <a:pt x="2398" y="3273"/>
                </a:lnTo>
                <a:lnTo>
                  <a:pt x="2398" y="3272"/>
                </a:lnTo>
                <a:lnTo>
                  <a:pt x="2397" y="3272"/>
                </a:lnTo>
                <a:lnTo>
                  <a:pt x="2397" y="3271"/>
                </a:lnTo>
                <a:lnTo>
                  <a:pt x="2398" y="3270"/>
                </a:lnTo>
                <a:lnTo>
                  <a:pt x="2399" y="3270"/>
                </a:lnTo>
                <a:lnTo>
                  <a:pt x="2399" y="3269"/>
                </a:lnTo>
                <a:lnTo>
                  <a:pt x="2400" y="3269"/>
                </a:lnTo>
                <a:lnTo>
                  <a:pt x="2400" y="3268"/>
                </a:lnTo>
                <a:lnTo>
                  <a:pt x="2400" y="3267"/>
                </a:lnTo>
                <a:lnTo>
                  <a:pt x="2401" y="3267"/>
                </a:lnTo>
                <a:lnTo>
                  <a:pt x="2401" y="3266"/>
                </a:lnTo>
                <a:lnTo>
                  <a:pt x="2401" y="3265"/>
                </a:lnTo>
                <a:lnTo>
                  <a:pt x="2402" y="3265"/>
                </a:lnTo>
                <a:lnTo>
                  <a:pt x="2403" y="3265"/>
                </a:lnTo>
                <a:lnTo>
                  <a:pt x="2403" y="3264"/>
                </a:lnTo>
                <a:lnTo>
                  <a:pt x="2403" y="3263"/>
                </a:lnTo>
                <a:lnTo>
                  <a:pt x="2402" y="3263"/>
                </a:lnTo>
                <a:lnTo>
                  <a:pt x="2402" y="3262"/>
                </a:lnTo>
                <a:lnTo>
                  <a:pt x="2401" y="3262"/>
                </a:lnTo>
                <a:lnTo>
                  <a:pt x="2401" y="3261"/>
                </a:lnTo>
                <a:lnTo>
                  <a:pt x="2400" y="3261"/>
                </a:lnTo>
                <a:lnTo>
                  <a:pt x="2400" y="3260"/>
                </a:lnTo>
                <a:lnTo>
                  <a:pt x="2399" y="3260"/>
                </a:lnTo>
                <a:lnTo>
                  <a:pt x="2398" y="3260"/>
                </a:lnTo>
                <a:lnTo>
                  <a:pt x="2397" y="3260"/>
                </a:lnTo>
                <a:lnTo>
                  <a:pt x="2396" y="3260"/>
                </a:lnTo>
                <a:lnTo>
                  <a:pt x="2395" y="3260"/>
                </a:lnTo>
                <a:lnTo>
                  <a:pt x="2395" y="3261"/>
                </a:lnTo>
                <a:lnTo>
                  <a:pt x="2394" y="3261"/>
                </a:lnTo>
                <a:lnTo>
                  <a:pt x="2393" y="3261"/>
                </a:lnTo>
                <a:lnTo>
                  <a:pt x="2393" y="3262"/>
                </a:lnTo>
                <a:lnTo>
                  <a:pt x="2392" y="3262"/>
                </a:lnTo>
                <a:lnTo>
                  <a:pt x="2392" y="3263"/>
                </a:lnTo>
                <a:lnTo>
                  <a:pt x="2392" y="3264"/>
                </a:lnTo>
                <a:lnTo>
                  <a:pt x="2392" y="3263"/>
                </a:lnTo>
                <a:lnTo>
                  <a:pt x="2391" y="3263"/>
                </a:lnTo>
                <a:lnTo>
                  <a:pt x="2390" y="3263"/>
                </a:lnTo>
                <a:lnTo>
                  <a:pt x="2390" y="3262"/>
                </a:lnTo>
                <a:lnTo>
                  <a:pt x="2391" y="3262"/>
                </a:lnTo>
                <a:lnTo>
                  <a:pt x="2391" y="3261"/>
                </a:lnTo>
                <a:lnTo>
                  <a:pt x="2390" y="3261"/>
                </a:lnTo>
                <a:lnTo>
                  <a:pt x="2390" y="3260"/>
                </a:lnTo>
                <a:lnTo>
                  <a:pt x="2390" y="3261"/>
                </a:lnTo>
                <a:lnTo>
                  <a:pt x="2389" y="3261"/>
                </a:lnTo>
                <a:lnTo>
                  <a:pt x="2389" y="3260"/>
                </a:lnTo>
                <a:lnTo>
                  <a:pt x="2388" y="3260"/>
                </a:lnTo>
                <a:lnTo>
                  <a:pt x="2387" y="3260"/>
                </a:lnTo>
                <a:lnTo>
                  <a:pt x="2387" y="3259"/>
                </a:lnTo>
                <a:lnTo>
                  <a:pt x="2386" y="3259"/>
                </a:lnTo>
                <a:lnTo>
                  <a:pt x="2386" y="3257"/>
                </a:lnTo>
                <a:lnTo>
                  <a:pt x="2386" y="3256"/>
                </a:lnTo>
                <a:lnTo>
                  <a:pt x="2385" y="3256"/>
                </a:lnTo>
                <a:lnTo>
                  <a:pt x="2385" y="3255"/>
                </a:lnTo>
                <a:lnTo>
                  <a:pt x="2385" y="3254"/>
                </a:lnTo>
                <a:lnTo>
                  <a:pt x="2385" y="3253"/>
                </a:lnTo>
                <a:lnTo>
                  <a:pt x="2384" y="3253"/>
                </a:lnTo>
                <a:lnTo>
                  <a:pt x="2384" y="3252"/>
                </a:lnTo>
                <a:lnTo>
                  <a:pt x="2384" y="3251"/>
                </a:lnTo>
                <a:lnTo>
                  <a:pt x="2384" y="3250"/>
                </a:lnTo>
                <a:lnTo>
                  <a:pt x="2383" y="3249"/>
                </a:lnTo>
                <a:lnTo>
                  <a:pt x="2383" y="3248"/>
                </a:lnTo>
                <a:lnTo>
                  <a:pt x="2383" y="3247"/>
                </a:lnTo>
                <a:lnTo>
                  <a:pt x="2383" y="3246"/>
                </a:lnTo>
                <a:lnTo>
                  <a:pt x="2383" y="3245"/>
                </a:lnTo>
                <a:lnTo>
                  <a:pt x="2383" y="3243"/>
                </a:lnTo>
                <a:lnTo>
                  <a:pt x="2384" y="3243"/>
                </a:lnTo>
                <a:lnTo>
                  <a:pt x="2384" y="3242"/>
                </a:lnTo>
                <a:lnTo>
                  <a:pt x="2384" y="3241"/>
                </a:lnTo>
                <a:lnTo>
                  <a:pt x="2384" y="3239"/>
                </a:lnTo>
                <a:lnTo>
                  <a:pt x="2385" y="3239"/>
                </a:lnTo>
                <a:lnTo>
                  <a:pt x="2385" y="3238"/>
                </a:lnTo>
                <a:lnTo>
                  <a:pt x="2386" y="3238"/>
                </a:lnTo>
                <a:lnTo>
                  <a:pt x="2386" y="3237"/>
                </a:lnTo>
                <a:lnTo>
                  <a:pt x="2386" y="3236"/>
                </a:lnTo>
                <a:lnTo>
                  <a:pt x="2386" y="3235"/>
                </a:lnTo>
                <a:lnTo>
                  <a:pt x="2387" y="3235"/>
                </a:lnTo>
                <a:lnTo>
                  <a:pt x="2387" y="3234"/>
                </a:lnTo>
                <a:lnTo>
                  <a:pt x="2387" y="3233"/>
                </a:lnTo>
                <a:lnTo>
                  <a:pt x="2387" y="3232"/>
                </a:lnTo>
                <a:lnTo>
                  <a:pt x="2388" y="3232"/>
                </a:lnTo>
                <a:lnTo>
                  <a:pt x="2387" y="3232"/>
                </a:lnTo>
                <a:lnTo>
                  <a:pt x="2387" y="3231"/>
                </a:lnTo>
                <a:lnTo>
                  <a:pt x="2387" y="3230"/>
                </a:lnTo>
                <a:lnTo>
                  <a:pt x="2386" y="3230"/>
                </a:lnTo>
                <a:lnTo>
                  <a:pt x="2386" y="3229"/>
                </a:lnTo>
                <a:lnTo>
                  <a:pt x="2385" y="3229"/>
                </a:lnTo>
                <a:lnTo>
                  <a:pt x="2385" y="3228"/>
                </a:lnTo>
                <a:lnTo>
                  <a:pt x="2384" y="3228"/>
                </a:lnTo>
                <a:lnTo>
                  <a:pt x="2384" y="3227"/>
                </a:lnTo>
                <a:lnTo>
                  <a:pt x="2384" y="3226"/>
                </a:lnTo>
                <a:lnTo>
                  <a:pt x="2384" y="3225"/>
                </a:lnTo>
                <a:lnTo>
                  <a:pt x="2385" y="3225"/>
                </a:lnTo>
                <a:lnTo>
                  <a:pt x="2385" y="3224"/>
                </a:lnTo>
                <a:lnTo>
                  <a:pt x="2385" y="3223"/>
                </a:lnTo>
                <a:lnTo>
                  <a:pt x="2385" y="3224"/>
                </a:lnTo>
                <a:lnTo>
                  <a:pt x="2384" y="3224"/>
                </a:lnTo>
                <a:lnTo>
                  <a:pt x="2383" y="3224"/>
                </a:lnTo>
                <a:lnTo>
                  <a:pt x="2382" y="3224"/>
                </a:lnTo>
                <a:lnTo>
                  <a:pt x="2382" y="3223"/>
                </a:lnTo>
                <a:lnTo>
                  <a:pt x="2381" y="3223"/>
                </a:lnTo>
                <a:lnTo>
                  <a:pt x="2381" y="3224"/>
                </a:lnTo>
                <a:lnTo>
                  <a:pt x="2380" y="3224"/>
                </a:lnTo>
                <a:lnTo>
                  <a:pt x="2380" y="3223"/>
                </a:lnTo>
                <a:lnTo>
                  <a:pt x="2379" y="3223"/>
                </a:lnTo>
                <a:lnTo>
                  <a:pt x="2379" y="3222"/>
                </a:lnTo>
                <a:lnTo>
                  <a:pt x="2378" y="3222"/>
                </a:lnTo>
                <a:lnTo>
                  <a:pt x="2377" y="3222"/>
                </a:lnTo>
                <a:lnTo>
                  <a:pt x="2376" y="3223"/>
                </a:lnTo>
                <a:lnTo>
                  <a:pt x="2375" y="3223"/>
                </a:lnTo>
                <a:lnTo>
                  <a:pt x="2375" y="3224"/>
                </a:lnTo>
                <a:lnTo>
                  <a:pt x="2376" y="3224"/>
                </a:lnTo>
                <a:lnTo>
                  <a:pt x="2376" y="3225"/>
                </a:lnTo>
                <a:lnTo>
                  <a:pt x="2377" y="3225"/>
                </a:lnTo>
                <a:lnTo>
                  <a:pt x="2377" y="3226"/>
                </a:lnTo>
                <a:lnTo>
                  <a:pt x="2376" y="3226"/>
                </a:lnTo>
                <a:lnTo>
                  <a:pt x="2376" y="3225"/>
                </a:lnTo>
                <a:lnTo>
                  <a:pt x="2376" y="3226"/>
                </a:lnTo>
                <a:lnTo>
                  <a:pt x="2376" y="3227"/>
                </a:lnTo>
                <a:lnTo>
                  <a:pt x="2375" y="3227"/>
                </a:lnTo>
                <a:lnTo>
                  <a:pt x="2374" y="3227"/>
                </a:lnTo>
                <a:lnTo>
                  <a:pt x="2373" y="3227"/>
                </a:lnTo>
                <a:lnTo>
                  <a:pt x="2373" y="3226"/>
                </a:lnTo>
                <a:lnTo>
                  <a:pt x="2373" y="3225"/>
                </a:lnTo>
                <a:lnTo>
                  <a:pt x="2372" y="3225"/>
                </a:lnTo>
                <a:lnTo>
                  <a:pt x="2371" y="3225"/>
                </a:lnTo>
                <a:lnTo>
                  <a:pt x="2371" y="3224"/>
                </a:lnTo>
                <a:lnTo>
                  <a:pt x="2370" y="3224"/>
                </a:lnTo>
                <a:lnTo>
                  <a:pt x="2369" y="3224"/>
                </a:lnTo>
                <a:lnTo>
                  <a:pt x="2368" y="3224"/>
                </a:lnTo>
                <a:lnTo>
                  <a:pt x="2367" y="3224"/>
                </a:lnTo>
                <a:lnTo>
                  <a:pt x="2367" y="3223"/>
                </a:lnTo>
                <a:lnTo>
                  <a:pt x="2366" y="3223"/>
                </a:lnTo>
                <a:lnTo>
                  <a:pt x="2366" y="3222"/>
                </a:lnTo>
                <a:lnTo>
                  <a:pt x="2364" y="3222"/>
                </a:lnTo>
                <a:lnTo>
                  <a:pt x="2364" y="3223"/>
                </a:lnTo>
                <a:lnTo>
                  <a:pt x="2363" y="3223"/>
                </a:lnTo>
                <a:lnTo>
                  <a:pt x="2363" y="3222"/>
                </a:lnTo>
                <a:lnTo>
                  <a:pt x="2363" y="3223"/>
                </a:lnTo>
                <a:lnTo>
                  <a:pt x="2362" y="3223"/>
                </a:lnTo>
                <a:lnTo>
                  <a:pt x="2362" y="3224"/>
                </a:lnTo>
                <a:lnTo>
                  <a:pt x="2363" y="3224"/>
                </a:lnTo>
                <a:lnTo>
                  <a:pt x="2362" y="3224"/>
                </a:lnTo>
                <a:lnTo>
                  <a:pt x="2363" y="3224"/>
                </a:lnTo>
                <a:lnTo>
                  <a:pt x="2363" y="3225"/>
                </a:lnTo>
                <a:lnTo>
                  <a:pt x="2362" y="3225"/>
                </a:lnTo>
                <a:lnTo>
                  <a:pt x="2361" y="3225"/>
                </a:lnTo>
                <a:lnTo>
                  <a:pt x="2360" y="3225"/>
                </a:lnTo>
                <a:lnTo>
                  <a:pt x="2360" y="3224"/>
                </a:lnTo>
                <a:lnTo>
                  <a:pt x="2360" y="3223"/>
                </a:lnTo>
                <a:lnTo>
                  <a:pt x="2360" y="3222"/>
                </a:lnTo>
                <a:lnTo>
                  <a:pt x="2360" y="3221"/>
                </a:lnTo>
                <a:lnTo>
                  <a:pt x="2359" y="3221"/>
                </a:lnTo>
                <a:lnTo>
                  <a:pt x="2359" y="3222"/>
                </a:lnTo>
                <a:lnTo>
                  <a:pt x="2358" y="3222"/>
                </a:lnTo>
                <a:lnTo>
                  <a:pt x="2358" y="3221"/>
                </a:lnTo>
                <a:lnTo>
                  <a:pt x="2357" y="3221"/>
                </a:lnTo>
                <a:lnTo>
                  <a:pt x="2357" y="3220"/>
                </a:lnTo>
                <a:lnTo>
                  <a:pt x="2356" y="3220"/>
                </a:lnTo>
                <a:lnTo>
                  <a:pt x="2356" y="3219"/>
                </a:lnTo>
                <a:lnTo>
                  <a:pt x="2355" y="3219"/>
                </a:lnTo>
                <a:lnTo>
                  <a:pt x="2354" y="3219"/>
                </a:lnTo>
                <a:lnTo>
                  <a:pt x="2354" y="3220"/>
                </a:lnTo>
                <a:lnTo>
                  <a:pt x="2353" y="3220"/>
                </a:lnTo>
                <a:lnTo>
                  <a:pt x="2353" y="3219"/>
                </a:lnTo>
                <a:lnTo>
                  <a:pt x="2352" y="3219"/>
                </a:lnTo>
                <a:lnTo>
                  <a:pt x="2352" y="3218"/>
                </a:lnTo>
                <a:lnTo>
                  <a:pt x="2351" y="3218"/>
                </a:lnTo>
                <a:lnTo>
                  <a:pt x="2350" y="3218"/>
                </a:lnTo>
                <a:lnTo>
                  <a:pt x="2350" y="3219"/>
                </a:lnTo>
                <a:lnTo>
                  <a:pt x="2349" y="3219"/>
                </a:lnTo>
                <a:lnTo>
                  <a:pt x="2349" y="3218"/>
                </a:lnTo>
                <a:lnTo>
                  <a:pt x="2348" y="3218"/>
                </a:lnTo>
                <a:lnTo>
                  <a:pt x="2348" y="3217"/>
                </a:lnTo>
                <a:lnTo>
                  <a:pt x="2348" y="3218"/>
                </a:lnTo>
                <a:lnTo>
                  <a:pt x="2347" y="3218"/>
                </a:lnTo>
                <a:lnTo>
                  <a:pt x="2346" y="3218"/>
                </a:lnTo>
                <a:lnTo>
                  <a:pt x="2345" y="3218"/>
                </a:lnTo>
                <a:lnTo>
                  <a:pt x="2345" y="3219"/>
                </a:lnTo>
                <a:lnTo>
                  <a:pt x="2345" y="3220"/>
                </a:lnTo>
                <a:lnTo>
                  <a:pt x="2345" y="3219"/>
                </a:lnTo>
                <a:lnTo>
                  <a:pt x="2344" y="3219"/>
                </a:lnTo>
                <a:lnTo>
                  <a:pt x="2344" y="3218"/>
                </a:lnTo>
                <a:lnTo>
                  <a:pt x="2343" y="3218"/>
                </a:lnTo>
                <a:lnTo>
                  <a:pt x="2342" y="3218"/>
                </a:lnTo>
                <a:lnTo>
                  <a:pt x="2343" y="3218"/>
                </a:lnTo>
                <a:lnTo>
                  <a:pt x="2343" y="3217"/>
                </a:lnTo>
                <a:lnTo>
                  <a:pt x="2342" y="3217"/>
                </a:lnTo>
                <a:lnTo>
                  <a:pt x="2341" y="3217"/>
                </a:lnTo>
                <a:lnTo>
                  <a:pt x="2341" y="3216"/>
                </a:lnTo>
                <a:lnTo>
                  <a:pt x="2340" y="3216"/>
                </a:lnTo>
                <a:lnTo>
                  <a:pt x="2339" y="3216"/>
                </a:lnTo>
                <a:lnTo>
                  <a:pt x="2339" y="3217"/>
                </a:lnTo>
                <a:lnTo>
                  <a:pt x="2338" y="3217"/>
                </a:lnTo>
                <a:lnTo>
                  <a:pt x="2338" y="3218"/>
                </a:lnTo>
                <a:lnTo>
                  <a:pt x="2337" y="3218"/>
                </a:lnTo>
                <a:lnTo>
                  <a:pt x="2337" y="3219"/>
                </a:lnTo>
                <a:lnTo>
                  <a:pt x="2336" y="3219"/>
                </a:lnTo>
                <a:lnTo>
                  <a:pt x="2336" y="3218"/>
                </a:lnTo>
                <a:lnTo>
                  <a:pt x="2335" y="3218"/>
                </a:lnTo>
                <a:lnTo>
                  <a:pt x="2335" y="3219"/>
                </a:lnTo>
                <a:lnTo>
                  <a:pt x="2334" y="3219"/>
                </a:lnTo>
                <a:lnTo>
                  <a:pt x="2333" y="3219"/>
                </a:lnTo>
                <a:lnTo>
                  <a:pt x="2332" y="3219"/>
                </a:lnTo>
                <a:lnTo>
                  <a:pt x="2331" y="3219"/>
                </a:lnTo>
                <a:lnTo>
                  <a:pt x="2330" y="3219"/>
                </a:lnTo>
                <a:lnTo>
                  <a:pt x="2330" y="3220"/>
                </a:lnTo>
                <a:lnTo>
                  <a:pt x="2329" y="3220"/>
                </a:lnTo>
                <a:lnTo>
                  <a:pt x="2329" y="3219"/>
                </a:lnTo>
                <a:lnTo>
                  <a:pt x="2328" y="3219"/>
                </a:lnTo>
                <a:lnTo>
                  <a:pt x="2328" y="3220"/>
                </a:lnTo>
                <a:lnTo>
                  <a:pt x="2328" y="3219"/>
                </a:lnTo>
                <a:lnTo>
                  <a:pt x="2327" y="3219"/>
                </a:lnTo>
                <a:lnTo>
                  <a:pt x="2327" y="3220"/>
                </a:lnTo>
                <a:lnTo>
                  <a:pt x="2326" y="3220"/>
                </a:lnTo>
                <a:lnTo>
                  <a:pt x="2326" y="3219"/>
                </a:lnTo>
                <a:lnTo>
                  <a:pt x="2325" y="3219"/>
                </a:lnTo>
                <a:lnTo>
                  <a:pt x="2324" y="3219"/>
                </a:lnTo>
                <a:lnTo>
                  <a:pt x="2324" y="3218"/>
                </a:lnTo>
                <a:lnTo>
                  <a:pt x="2323" y="3218"/>
                </a:lnTo>
                <a:lnTo>
                  <a:pt x="2322" y="3218"/>
                </a:lnTo>
                <a:lnTo>
                  <a:pt x="2322" y="3219"/>
                </a:lnTo>
                <a:lnTo>
                  <a:pt x="2321" y="3218"/>
                </a:lnTo>
                <a:lnTo>
                  <a:pt x="2320" y="3218"/>
                </a:lnTo>
                <a:lnTo>
                  <a:pt x="2319" y="3218"/>
                </a:lnTo>
                <a:lnTo>
                  <a:pt x="2319" y="3217"/>
                </a:lnTo>
                <a:lnTo>
                  <a:pt x="2318" y="3217"/>
                </a:lnTo>
                <a:lnTo>
                  <a:pt x="2317" y="3217"/>
                </a:lnTo>
                <a:lnTo>
                  <a:pt x="2317" y="3216"/>
                </a:lnTo>
                <a:lnTo>
                  <a:pt x="2316" y="3216"/>
                </a:lnTo>
                <a:lnTo>
                  <a:pt x="2315" y="3216"/>
                </a:lnTo>
                <a:lnTo>
                  <a:pt x="2315" y="3215"/>
                </a:lnTo>
                <a:lnTo>
                  <a:pt x="2314" y="3215"/>
                </a:lnTo>
                <a:lnTo>
                  <a:pt x="2314" y="3214"/>
                </a:lnTo>
                <a:lnTo>
                  <a:pt x="2313" y="3214"/>
                </a:lnTo>
                <a:lnTo>
                  <a:pt x="2312" y="3214"/>
                </a:lnTo>
                <a:lnTo>
                  <a:pt x="2312" y="3213"/>
                </a:lnTo>
                <a:lnTo>
                  <a:pt x="2311" y="3213"/>
                </a:lnTo>
                <a:lnTo>
                  <a:pt x="2312" y="3213"/>
                </a:lnTo>
                <a:lnTo>
                  <a:pt x="2312" y="3212"/>
                </a:lnTo>
                <a:lnTo>
                  <a:pt x="2313" y="3212"/>
                </a:lnTo>
                <a:lnTo>
                  <a:pt x="2314" y="3212"/>
                </a:lnTo>
                <a:lnTo>
                  <a:pt x="2314" y="3213"/>
                </a:lnTo>
                <a:lnTo>
                  <a:pt x="2315" y="3213"/>
                </a:lnTo>
                <a:lnTo>
                  <a:pt x="2315" y="3212"/>
                </a:lnTo>
                <a:lnTo>
                  <a:pt x="2316" y="3212"/>
                </a:lnTo>
                <a:lnTo>
                  <a:pt x="2315" y="3212"/>
                </a:lnTo>
                <a:lnTo>
                  <a:pt x="2314" y="3212"/>
                </a:lnTo>
                <a:lnTo>
                  <a:pt x="2314" y="3211"/>
                </a:lnTo>
                <a:lnTo>
                  <a:pt x="2314" y="3212"/>
                </a:lnTo>
                <a:lnTo>
                  <a:pt x="2314" y="3211"/>
                </a:lnTo>
                <a:lnTo>
                  <a:pt x="2313" y="3211"/>
                </a:lnTo>
                <a:lnTo>
                  <a:pt x="2314" y="3211"/>
                </a:lnTo>
                <a:lnTo>
                  <a:pt x="2313" y="3210"/>
                </a:lnTo>
                <a:lnTo>
                  <a:pt x="2314" y="3210"/>
                </a:lnTo>
                <a:lnTo>
                  <a:pt x="2314" y="3209"/>
                </a:lnTo>
                <a:lnTo>
                  <a:pt x="2315" y="3209"/>
                </a:lnTo>
                <a:lnTo>
                  <a:pt x="2315" y="3208"/>
                </a:lnTo>
                <a:lnTo>
                  <a:pt x="2315" y="3207"/>
                </a:lnTo>
                <a:lnTo>
                  <a:pt x="2316" y="3207"/>
                </a:lnTo>
                <a:lnTo>
                  <a:pt x="2316" y="3206"/>
                </a:lnTo>
                <a:lnTo>
                  <a:pt x="2316" y="3205"/>
                </a:lnTo>
                <a:lnTo>
                  <a:pt x="2317" y="3205"/>
                </a:lnTo>
                <a:lnTo>
                  <a:pt x="2318" y="3205"/>
                </a:lnTo>
                <a:lnTo>
                  <a:pt x="2318" y="3204"/>
                </a:lnTo>
                <a:lnTo>
                  <a:pt x="2319" y="3204"/>
                </a:lnTo>
                <a:lnTo>
                  <a:pt x="2319" y="3203"/>
                </a:lnTo>
                <a:lnTo>
                  <a:pt x="2318" y="3203"/>
                </a:lnTo>
                <a:lnTo>
                  <a:pt x="2318" y="3201"/>
                </a:lnTo>
                <a:lnTo>
                  <a:pt x="2319" y="3201"/>
                </a:lnTo>
                <a:lnTo>
                  <a:pt x="2319" y="3200"/>
                </a:lnTo>
                <a:lnTo>
                  <a:pt x="2318" y="3199"/>
                </a:lnTo>
                <a:lnTo>
                  <a:pt x="2319" y="3199"/>
                </a:lnTo>
                <a:lnTo>
                  <a:pt x="2319" y="3198"/>
                </a:lnTo>
                <a:lnTo>
                  <a:pt x="2320" y="3197"/>
                </a:lnTo>
                <a:lnTo>
                  <a:pt x="2320" y="3196"/>
                </a:lnTo>
                <a:lnTo>
                  <a:pt x="2320" y="3195"/>
                </a:lnTo>
                <a:lnTo>
                  <a:pt x="2321" y="3195"/>
                </a:lnTo>
                <a:lnTo>
                  <a:pt x="2321" y="3194"/>
                </a:lnTo>
                <a:lnTo>
                  <a:pt x="2322" y="3194"/>
                </a:lnTo>
                <a:lnTo>
                  <a:pt x="2322" y="3193"/>
                </a:lnTo>
                <a:lnTo>
                  <a:pt x="2323" y="3193"/>
                </a:lnTo>
                <a:lnTo>
                  <a:pt x="2322" y="3193"/>
                </a:lnTo>
                <a:lnTo>
                  <a:pt x="2322" y="3192"/>
                </a:lnTo>
                <a:lnTo>
                  <a:pt x="2322" y="3191"/>
                </a:lnTo>
                <a:lnTo>
                  <a:pt x="2321" y="3191"/>
                </a:lnTo>
                <a:lnTo>
                  <a:pt x="2321" y="3190"/>
                </a:lnTo>
                <a:lnTo>
                  <a:pt x="2320" y="3190"/>
                </a:lnTo>
                <a:lnTo>
                  <a:pt x="2320" y="3189"/>
                </a:lnTo>
                <a:lnTo>
                  <a:pt x="2321" y="3189"/>
                </a:lnTo>
                <a:lnTo>
                  <a:pt x="2322" y="3189"/>
                </a:lnTo>
                <a:lnTo>
                  <a:pt x="2322" y="3188"/>
                </a:lnTo>
                <a:lnTo>
                  <a:pt x="2323" y="3188"/>
                </a:lnTo>
                <a:lnTo>
                  <a:pt x="2324" y="3188"/>
                </a:lnTo>
                <a:lnTo>
                  <a:pt x="2324" y="3187"/>
                </a:lnTo>
                <a:lnTo>
                  <a:pt x="2325" y="3187"/>
                </a:lnTo>
                <a:lnTo>
                  <a:pt x="2325" y="3186"/>
                </a:lnTo>
                <a:lnTo>
                  <a:pt x="2325" y="3185"/>
                </a:lnTo>
                <a:lnTo>
                  <a:pt x="2326" y="3185"/>
                </a:lnTo>
                <a:lnTo>
                  <a:pt x="2326" y="3184"/>
                </a:lnTo>
                <a:lnTo>
                  <a:pt x="2327" y="3184"/>
                </a:lnTo>
                <a:lnTo>
                  <a:pt x="2328" y="3184"/>
                </a:lnTo>
                <a:lnTo>
                  <a:pt x="2328" y="3183"/>
                </a:lnTo>
                <a:lnTo>
                  <a:pt x="2329" y="3182"/>
                </a:lnTo>
                <a:lnTo>
                  <a:pt x="2329" y="3181"/>
                </a:lnTo>
                <a:lnTo>
                  <a:pt x="2330" y="3181"/>
                </a:lnTo>
                <a:lnTo>
                  <a:pt x="2330" y="3180"/>
                </a:lnTo>
                <a:lnTo>
                  <a:pt x="2331" y="3180"/>
                </a:lnTo>
                <a:lnTo>
                  <a:pt x="2331" y="3179"/>
                </a:lnTo>
                <a:lnTo>
                  <a:pt x="2332" y="3179"/>
                </a:lnTo>
                <a:lnTo>
                  <a:pt x="2332" y="3178"/>
                </a:lnTo>
                <a:lnTo>
                  <a:pt x="2331" y="3177"/>
                </a:lnTo>
                <a:lnTo>
                  <a:pt x="2330" y="3177"/>
                </a:lnTo>
                <a:lnTo>
                  <a:pt x="2330" y="3176"/>
                </a:lnTo>
                <a:lnTo>
                  <a:pt x="2330" y="3175"/>
                </a:lnTo>
                <a:lnTo>
                  <a:pt x="2330" y="3174"/>
                </a:lnTo>
                <a:lnTo>
                  <a:pt x="2330" y="3173"/>
                </a:lnTo>
                <a:lnTo>
                  <a:pt x="2331" y="3173"/>
                </a:lnTo>
                <a:lnTo>
                  <a:pt x="2331" y="3172"/>
                </a:lnTo>
                <a:lnTo>
                  <a:pt x="2332" y="3172"/>
                </a:lnTo>
                <a:lnTo>
                  <a:pt x="2332" y="3171"/>
                </a:lnTo>
                <a:lnTo>
                  <a:pt x="2332" y="3170"/>
                </a:lnTo>
                <a:lnTo>
                  <a:pt x="2332" y="3169"/>
                </a:lnTo>
                <a:lnTo>
                  <a:pt x="2331" y="3169"/>
                </a:lnTo>
                <a:lnTo>
                  <a:pt x="2331" y="3168"/>
                </a:lnTo>
                <a:lnTo>
                  <a:pt x="2331" y="3167"/>
                </a:lnTo>
                <a:lnTo>
                  <a:pt x="2331" y="3166"/>
                </a:lnTo>
                <a:lnTo>
                  <a:pt x="2330" y="3166"/>
                </a:lnTo>
                <a:lnTo>
                  <a:pt x="2330" y="3165"/>
                </a:lnTo>
                <a:lnTo>
                  <a:pt x="2330" y="3163"/>
                </a:lnTo>
                <a:lnTo>
                  <a:pt x="2330" y="3162"/>
                </a:lnTo>
                <a:lnTo>
                  <a:pt x="2330" y="3161"/>
                </a:lnTo>
                <a:lnTo>
                  <a:pt x="2329" y="3161"/>
                </a:lnTo>
                <a:lnTo>
                  <a:pt x="2329" y="3160"/>
                </a:lnTo>
                <a:lnTo>
                  <a:pt x="2329" y="3159"/>
                </a:lnTo>
                <a:lnTo>
                  <a:pt x="2329" y="3158"/>
                </a:lnTo>
                <a:lnTo>
                  <a:pt x="2328" y="3158"/>
                </a:lnTo>
                <a:lnTo>
                  <a:pt x="2328" y="3157"/>
                </a:lnTo>
                <a:lnTo>
                  <a:pt x="2328" y="3156"/>
                </a:lnTo>
                <a:lnTo>
                  <a:pt x="2327" y="3156"/>
                </a:lnTo>
                <a:lnTo>
                  <a:pt x="2327" y="3155"/>
                </a:lnTo>
                <a:lnTo>
                  <a:pt x="2326" y="3155"/>
                </a:lnTo>
                <a:lnTo>
                  <a:pt x="2326" y="3154"/>
                </a:lnTo>
                <a:lnTo>
                  <a:pt x="2327" y="3154"/>
                </a:lnTo>
                <a:lnTo>
                  <a:pt x="2327" y="3153"/>
                </a:lnTo>
                <a:lnTo>
                  <a:pt x="2327" y="3152"/>
                </a:lnTo>
                <a:lnTo>
                  <a:pt x="2327" y="3153"/>
                </a:lnTo>
                <a:lnTo>
                  <a:pt x="2327" y="3152"/>
                </a:lnTo>
                <a:lnTo>
                  <a:pt x="2328" y="3152"/>
                </a:lnTo>
                <a:lnTo>
                  <a:pt x="2329" y="3152"/>
                </a:lnTo>
                <a:lnTo>
                  <a:pt x="2330" y="3152"/>
                </a:lnTo>
                <a:lnTo>
                  <a:pt x="2330" y="3151"/>
                </a:lnTo>
                <a:lnTo>
                  <a:pt x="2331" y="3151"/>
                </a:lnTo>
                <a:lnTo>
                  <a:pt x="2332" y="3151"/>
                </a:lnTo>
                <a:lnTo>
                  <a:pt x="2332" y="3150"/>
                </a:lnTo>
                <a:lnTo>
                  <a:pt x="2333" y="3150"/>
                </a:lnTo>
                <a:lnTo>
                  <a:pt x="2333" y="3149"/>
                </a:lnTo>
                <a:lnTo>
                  <a:pt x="2332" y="3149"/>
                </a:lnTo>
                <a:lnTo>
                  <a:pt x="2332" y="3148"/>
                </a:lnTo>
                <a:lnTo>
                  <a:pt x="2333" y="3148"/>
                </a:lnTo>
                <a:lnTo>
                  <a:pt x="2333" y="3147"/>
                </a:lnTo>
                <a:lnTo>
                  <a:pt x="2333" y="3145"/>
                </a:lnTo>
                <a:lnTo>
                  <a:pt x="2333" y="3144"/>
                </a:lnTo>
                <a:lnTo>
                  <a:pt x="2334" y="3144"/>
                </a:lnTo>
                <a:lnTo>
                  <a:pt x="2335" y="3144"/>
                </a:lnTo>
                <a:lnTo>
                  <a:pt x="2335" y="3143"/>
                </a:lnTo>
                <a:lnTo>
                  <a:pt x="2336" y="3143"/>
                </a:lnTo>
                <a:lnTo>
                  <a:pt x="2337" y="3142"/>
                </a:lnTo>
                <a:lnTo>
                  <a:pt x="2338" y="3142"/>
                </a:lnTo>
                <a:lnTo>
                  <a:pt x="2339" y="3142"/>
                </a:lnTo>
                <a:lnTo>
                  <a:pt x="2339" y="3141"/>
                </a:lnTo>
                <a:lnTo>
                  <a:pt x="2338" y="3141"/>
                </a:lnTo>
                <a:lnTo>
                  <a:pt x="2338" y="3140"/>
                </a:lnTo>
                <a:lnTo>
                  <a:pt x="2338" y="3139"/>
                </a:lnTo>
                <a:lnTo>
                  <a:pt x="2338" y="3138"/>
                </a:lnTo>
                <a:lnTo>
                  <a:pt x="2337" y="3138"/>
                </a:lnTo>
                <a:lnTo>
                  <a:pt x="2337" y="3137"/>
                </a:lnTo>
                <a:lnTo>
                  <a:pt x="2337" y="3136"/>
                </a:lnTo>
                <a:lnTo>
                  <a:pt x="2337" y="3135"/>
                </a:lnTo>
                <a:lnTo>
                  <a:pt x="2337" y="3134"/>
                </a:lnTo>
                <a:lnTo>
                  <a:pt x="2337" y="3133"/>
                </a:lnTo>
                <a:lnTo>
                  <a:pt x="2337" y="3132"/>
                </a:lnTo>
                <a:lnTo>
                  <a:pt x="2338" y="3132"/>
                </a:lnTo>
                <a:lnTo>
                  <a:pt x="2338" y="3133"/>
                </a:lnTo>
                <a:lnTo>
                  <a:pt x="2339" y="3133"/>
                </a:lnTo>
                <a:lnTo>
                  <a:pt x="2340" y="3133"/>
                </a:lnTo>
                <a:lnTo>
                  <a:pt x="2340" y="3134"/>
                </a:lnTo>
                <a:lnTo>
                  <a:pt x="2341" y="3134"/>
                </a:lnTo>
                <a:lnTo>
                  <a:pt x="2341" y="3135"/>
                </a:lnTo>
                <a:lnTo>
                  <a:pt x="2342" y="3135"/>
                </a:lnTo>
                <a:lnTo>
                  <a:pt x="2343" y="3135"/>
                </a:lnTo>
                <a:lnTo>
                  <a:pt x="2343" y="3136"/>
                </a:lnTo>
                <a:lnTo>
                  <a:pt x="2344" y="3136"/>
                </a:lnTo>
                <a:lnTo>
                  <a:pt x="2345" y="3136"/>
                </a:lnTo>
                <a:lnTo>
                  <a:pt x="2346" y="3136"/>
                </a:lnTo>
                <a:lnTo>
                  <a:pt x="2347" y="3136"/>
                </a:lnTo>
                <a:lnTo>
                  <a:pt x="2348" y="3136"/>
                </a:lnTo>
                <a:lnTo>
                  <a:pt x="2348" y="3135"/>
                </a:lnTo>
                <a:lnTo>
                  <a:pt x="2348" y="3134"/>
                </a:lnTo>
                <a:lnTo>
                  <a:pt x="2348" y="3133"/>
                </a:lnTo>
                <a:lnTo>
                  <a:pt x="2349" y="3133"/>
                </a:lnTo>
                <a:lnTo>
                  <a:pt x="2348" y="3133"/>
                </a:lnTo>
                <a:lnTo>
                  <a:pt x="2348" y="3132"/>
                </a:lnTo>
                <a:lnTo>
                  <a:pt x="2348" y="3131"/>
                </a:lnTo>
                <a:lnTo>
                  <a:pt x="2347" y="3131"/>
                </a:lnTo>
                <a:lnTo>
                  <a:pt x="2347" y="3130"/>
                </a:lnTo>
                <a:lnTo>
                  <a:pt x="2346" y="3130"/>
                </a:lnTo>
                <a:lnTo>
                  <a:pt x="2346" y="3129"/>
                </a:lnTo>
                <a:lnTo>
                  <a:pt x="2345" y="3129"/>
                </a:lnTo>
                <a:lnTo>
                  <a:pt x="2345" y="3128"/>
                </a:lnTo>
                <a:lnTo>
                  <a:pt x="2345" y="3127"/>
                </a:lnTo>
                <a:lnTo>
                  <a:pt x="2344" y="3127"/>
                </a:lnTo>
                <a:lnTo>
                  <a:pt x="2344" y="3126"/>
                </a:lnTo>
                <a:lnTo>
                  <a:pt x="2345" y="3126"/>
                </a:lnTo>
                <a:lnTo>
                  <a:pt x="2345" y="3125"/>
                </a:lnTo>
                <a:lnTo>
                  <a:pt x="2344" y="3125"/>
                </a:lnTo>
                <a:lnTo>
                  <a:pt x="2345" y="3125"/>
                </a:lnTo>
                <a:lnTo>
                  <a:pt x="2344" y="3125"/>
                </a:lnTo>
                <a:lnTo>
                  <a:pt x="2344" y="3124"/>
                </a:lnTo>
                <a:lnTo>
                  <a:pt x="2345" y="3124"/>
                </a:lnTo>
                <a:lnTo>
                  <a:pt x="2345" y="3123"/>
                </a:lnTo>
                <a:lnTo>
                  <a:pt x="2344" y="3123"/>
                </a:lnTo>
                <a:lnTo>
                  <a:pt x="2344" y="3122"/>
                </a:lnTo>
                <a:lnTo>
                  <a:pt x="2345" y="3122"/>
                </a:lnTo>
                <a:lnTo>
                  <a:pt x="2345" y="3121"/>
                </a:lnTo>
                <a:lnTo>
                  <a:pt x="2345" y="3120"/>
                </a:lnTo>
                <a:lnTo>
                  <a:pt x="2345" y="3119"/>
                </a:lnTo>
                <a:lnTo>
                  <a:pt x="2345" y="3118"/>
                </a:lnTo>
                <a:lnTo>
                  <a:pt x="2344" y="3118"/>
                </a:lnTo>
                <a:lnTo>
                  <a:pt x="2343" y="3118"/>
                </a:lnTo>
                <a:lnTo>
                  <a:pt x="2341" y="3118"/>
                </a:lnTo>
                <a:lnTo>
                  <a:pt x="2341" y="3117"/>
                </a:lnTo>
                <a:lnTo>
                  <a:pt x="2340" y="3118"/>
                </a:lnTo>
                <a:lnTo>
                  <a:pt x="2339" y="3118"/>
                </a:lnTo>
                <a:lnTo>
                  <a:pt x="2339" y="3117"/>
                </a:lnTo>
                <a:lnTo>
                  <a:pt x="2339" y="3118"/>
                </a:lnTo>
                <a:lnTo>
                  <a:pt x="2338" y="3118"/>
                </a:lnTo>
                <a:lnTo>
                  <a:pt x="2338" y="3117"/>
                </a:lnTo>
                <a:lnTo>
                  <a:pt x="2338" y="3118"/>
                </a:lnTo>
                <a:lnTo>
                  <a:pt x="2338" y="3117"/>
                </a:lnTo>
                <a:lnTo>
                  <a:pt x="2337" y="3117"/>
                </a:lnTo>
                <a:lnTo>
                  <a:pt x="2337" y="3118"/>
                </a:lnTo>
                <a:lnTo>
                  <a:pt x="2337" y="3117"/>
                </a:lnTo>
                <a:lnTo>
                  <a:pt x="2336" y="3117"/>
                </a:lnTo>
                <a:lnTo>
                  <a:pt x="2335" y="3117"/>
                </a:lnTo>
                <a:lnTo>
                  <a:pt x="2335" y="3116"/>
                </a:lnTo>
                <a:lnTo>
                  <a:pt x="2334" y="3116"/>
                </a:lnTo>
                <a:lnTo>
                  <a:pt x="2333" y="3116"/>
                </a:lnTo>
                <a:lnTo>
                  <a:pt x="2332" y="3116"/>
                </a:lnTo>
                <a:lnTo>
                  <a:pt x="2332" y="3115"/>
                </a:lnTo>
                <a:lnTo>
                  <a:pt x="2331" y="3115"/>
                </a:lnTo>
                <a:lnTo>
                  <a:pt x="2331" y="3114"/>
                </a:lnTo>
                <a:lnTo>
                  <a:pt x="2330" y="3114"/>
                </a:lnTo>
                <a:lnTo>
                  <a:pt x="2330" y="3113"/>
                </a:lnTo>
                <a:lnTo>
                  <a:pt x="2329" y="3113"/>
                </a:lnTo>
                <a:lnTo>
                  <a:pt x="2329" y="3112"/>
                </a:lnTo>
                <a:lnTo>
                  <a:pt x="2328" y="3112"/>
                </a:lnTo>
                <a:lnTo>
                  <a:pt x="2328" y="3113"/>
                </a:lnTo>
                <a:lnTo>
                  <a:pt x="2328" y="3112"/>
                </a:lnTo>
                <a:lnTo>
                  <a:pt x="2327" y="3112"/>
                </a:lnTo>
                <a:lnTo>
                  <a:pt x="2327" y="3113"/>
                </a:lnTo>
                <a:lnTo>
                  <a:pt x="2327" y="3114"/>
                </a:lnTo>
                <a:lnTo>
                  <a:pt x="2326" y="3114"/>
                </a:lnTo>
                <a:lnTo>
                  <a:pt x="2327" y="3114"/>
                </a:lnTo>
                <a:lnTo>
                  <a:pt x="2327" y="3115"/>
                </a:lnTo>
                <a:lnTo>
                  <a:pt x="2326" y="3115"/>
                </a:lnTo>
                <a:lnTo>
                  <a:pt x="2325" y="3115"/>
                </a:lnTo>
                <a:lnTo>
                  <a:pt x="2325" y="3116"/>
                </a:lnTo>
                <a:lnTo>
                  <a:pt x="2325" y="3115"/>
                </a:lnTo>
                <a:lnTo>
                  <a:pt x="2324" y="3115"/>
                </a:lnTo>
                <a:lnTo>
                  <a:pt x="2323" y="3115"/>
                </a:lnTo>
                <a:lnTo>
                  <a:pt x="2323" y="3116"/>
                </a:lnTo>
                <a:lnTo>
                  <a:pt x="2322" y="3116"/>
                </a:lnTo>
                <a:lnTo>
                  <a:pt x="2321" y="3116"/>
                </a:lnTo>
                <a:lnTo>
                  <a:pt x="2321" y="3117"/>
                </a:lnTo>
                <a:lnTo>
                  <a:pt x="2321" y="3118"/>
                </a:lnTo>
                <a:lnTo>
                  <a:pt x="2320" y="3118"/>
                </a:lnTo>
                <a:lnTo>
                  <a:pt x="2319" y="3118"/>
                </a:lnTo>
                <a:lnTo>
                  <a:pt x="2319" y="3117"/>
                </a:lnTo>
                <a:lnTo>
                  <a:pt x="2318" y="3117"/>
                </a:lnTo>
                <a:lnTo>
                  <a:pt x="2317" y="3117"/>
                </a:lnTo>
                <a:lnTo>
                  <a:pt x="2317" y="3116"/>
                </a:lnTo>
                <a:lnTo>
                  <a:pt x="2316" y="3116"/>
                </a:lnTo>
                <a:lnTo>
                  <a:pt x="2316" y="3115"/>
                </a:lnTo>
                <a:lnTo>
                  <a:pt x="2315" y="3115"/>
                </a:lnTo>
                <a:lnTo>
                  <a:pt x="2315" y="3116"/>
                </a:lnTo>
                <a:lnTo>
                  <a:pt x="2314" y="3116"/>
                </a:lnTo>
                <a:lnTo>
                  <a:pt x="2314" y="3115"/>
                </a:lnTo>
                <a:lnTo>
                  <a:pt x="2313" y="3115"/>
                </a:lnTo>
                <a:lnTo>
                  <a:pt x="2312" y="3115"/>
                </a:lnTo>
                <a:lnTo>
                  <a:pt x="2311" y="3115"/>
                </a:lnTo>
                <a:lnTo>
                  <a:pt x="2310" y="3115"/>
                </a:lnTo>
                <a:lnTo>
                  <a:pt x="2310" y="3116"/>
                </a:lnTo>
                <a:lnTo>
                  <a:pt x="2309" y="3116"/>
                </a:lnTo>
                <a:lnTo>
                  <a:pt x="2308" y="3116"/>
                </a:lnTo>
                <a:lnTo>
                  <a:pt x="2308" y="3115"/>
                </a:lnTo>
                <a:lnTo>
                  <a:pt x="2308" y="3116"/>
                </a:lnTo>
                <a:lnTo>
                  <a:pt x="2308" y="3117"/>
                </a:lnTo>
                <a:lnTo>
                  <a:pt x="2307" y="3117"/>
                </a:lnTo>
                <a:lnTo>
                  <a:pt x="2307" y="3116"/>
                </a:lnTo>
                <a:lnTo>
                  <a:pt x="2306" y="3116"/>
                </a:lnTo>
                <a:lnTo>
                  <a:pt x="2306" y="3115"/>
                </a:lnTo>
                <a:lnTo>
                  <a:pt x="2305" y="3115"/>
                </a:lnTo>
                <a:lnTo>
                  <a:pt x="2304" y="3115"/>
                </a:lnTo>
                <a:lnTo>
                  <a:pt x="2303" y="3115"/>
                </a:lnTo>
                <a:lnTo>
                  <a:pt x="2303" y="3114"/>
                </a:lnTo>
                <a:lnTo>
                  <a:pt x="2302" y="3114"/>
                </a:lnTo>
                <a:lnTo>
                  <a:pt x="2302" y="3113"/>
                </a:lnTo>
                <a:lnTo>
                  <a:pt x="2302" y="3112"/>
                </a:lnTo>
                <a:lnTo>
                  <a:pt x="2302" y="3111"/>
                </a:lnTo>
                <a:lnTo>
                  <a:pt x="2303" y="3111"/>
                </a:lnTo>
                <a:lnTo>
                  <a:pt x="2303" y="3110"/>
                </a:lnTo>
                <a:lnTo>
                  <a:pt x="2302" y="3110"/>
                </a:lnTo>
                <a:lnTo>
                  <a:pt x="2303" y="3110"/>
                </a:lnTo>
                <a:lnTo>
                  <a:pt x="2303" y="3109"/>
                </a:lnTo>
                <a:lnTo>
                  <a:pt x="2302" y="3109"/>
                </a:lnTo>
                <a:lnTo>
                  <a:pt x="2302" y="3110"/>
                </a:lnTo>
                <a:lnTo>
                  <a:pt x="2302" y="3109"/>
                </a:lnTo>
                <a:lnTo>
                  <a:pt x="2301" y="3109"/>
                </a:lnTo>
                <a:lnTo>
                  <a:pt x="2301" y="3110"/>
                </a:lnTo>
                <a:lnTo>
                  <a:pt x="2300" y="3110"/>
                </a:lnTo>
                <a:lnTo>
                  <a:pt x="2300" y="3109"/>
                </a:lnTo>
                <a:lnTo>
                  <a:pt x="2298" y="3109"/>
                </a:lnTo>
                <a:lnTo>
                  <a:pt x="2298" y="3110"/>
                </a:lnTo>
                <a:lnTo>
                  <a:pt x="2298" y="3109"/>
                </a:lnTo>
                <a:lnTo>
                  <a:pt x="2297" y="3109"/>
                </a:lnTo>
                <a:lnTo>
                  <a:pt x="2296" y="3109"/>
                </a:lnTo>
                <a:lnTo>
                  <a:pt x="2295" y="3109"/>
                </a:lnTo>
                <a:lnTo>
                  <a:pt x="2294" y="3109"/>
                </a:lnTo>
                <a:lnTo>
                  <a:pt x="2294" y="3108"/>
                </a:lnTo>
                <a:lnTo>
                  <a:pt x="2293" y="3108"/>
                </a:lnTo>
                <a:lnTo>
                  <a:pt x="2292" y="3108"/>
                </a:lnTo>
                <a:lnTo>
                  <a:pt x="2292" y="3107"/>
                </a:lnTo>
                <a:lnTo>
                  <a:pt x="2292" y="3108"/>
                </a:lnTo>
                <a:lnTo>
                  <a:pt x="2291" y="3108"/>
                </a:lnTo>
                <a:lnTo>
                  <a:pt x="2291" y="3107"/>
                </a:lnTo>
                <a:lnTo>
                  <a:pt x="2290" y="3107"/>
                </a:lnTo>
                <a:lnTo>
                  <a:pt x="2289" y="3107"/>
                </a:lnTo>
                <a:lnTo>
                  <a:pt x="2289" y="3108"/>
                </a:lnTo>
                <a:lnTo>
                  <a:pt x="2288" y="3108"/>
                </a:lnTo>
                <a:lnTo>
                  <a:pt x="2287" y="3108"/>
                </a:lnTo>
                <a:lnTo>
                  <a:pt x="2287" y="3107"/>
                </a:lnTo>
                <a:lnTo>
                  <a:pt x="2287" y="3106"/>
                </a:lnTo>
                <a:lnTo>
                  <a:pt x="2288" y="3106"/>
                </a:lnTo>
                <a:lnTo>
                  <a:pt x="2288" y="3105"/>
                </a:lnTo>
                <a:lnTo>
                  <a:pt x="2288" y="3104"/>
                </a:lnTo>
                <a:lnTo>
                  <a:pt x="2289" y="3104"/>
                </a:lnTo>
                <a:lnTo>
                  <a:pt x="2289" y="3103"/>
                </a:lnTo>
                <a:lnTo>
                  <a:pt x="2289" y="3102"/>
                </a:lnTo>
                <a:lnTo>
                  <a:pt x="2290" y="3102"/>
                </a:lnTo>
                <a:lnTo>
                  <a:pt x="2289" y="3102"/>
                </a:lnTo>
                <a:lnTo>
                  <a:pt x="2290" y="3102"/>
                </a:lnTo>
                <a:lnTo>
                  <a:pt x="2289" y="3102"/>
                </a:lnTo>
                <a:lnTo>
                  <a:pt x="2289" y="3101"/>
                </a:lnTo>
                <a:lnTo>
                  <a:pt x="2290" y="3101"/>
                </a:lnTo>
                <a:lnTo>
                  <a:pt x="2289" y="3101"/>
                </a:lnTo>
                <a:lnTo>
                  <a:pt x="2289" y="3100"/>
                </a:lnTo>
                <a:lnTo>
                  <a:pt x="2290" y="3100"/>
                </a:lnTo>
                <a:lnTo>
                  <a:pt x="2290" y="3099"/>
                </a:lnTo>
                <a:lnTo>
                  <a:pt x="2291" y="3099"/>
                </a:lnTo>
                <a:lnTo>
                  <a:pt x="2291" y="3098"/>
                </a:lnTo>
                <a:lnTo>
                  <a:pt x="2291" y="3097"/>
                </a:lnTo>
                <a:lnTo>
                  <a:pt x="2291" y="3096"/>
                </a:lnTo>
                <a:lnTo>
                  <a:pt x="2290" y="3096"/>
                </a:lnTo>
                <a:lnTo>
                  <a:pt x="2291" y="3096"/>
                </a:lnTo>
                <a:lnTo>
                  <a:pt x="2292" y="3096"/>
                </a:lnTo>
                <a:lnTo>
                  <a:pt x="2292" y="3095"/>
                </a:lnTo>
                <a:lnTo>
                  <a:pt x="2293" y="3095"/>
                </a:lnTo>
                <a:lnTo>
                  <a:pt x="2292" y="3095"/>
                </a:lnTo>
                <a:lnTo>
                  <a:pt x="2292" y="3094"/>
                </a:lnTo>
                <a:lnTo>
                  <a:pt x="2291" y="3094"/>
                </a:lnTo>
                <a:lnTo>
                  <a:pt x="2291" y="3093"/>
                </a:lnTo>
                <a:lnTo>
                  <a:pt x="2290" y="3093"/>
                </a:lnTo>
                <a:lnTo>
                  <a:pt x="2290" y="3092"/>
                </a:lnTo>
                <a:lnTo>
                  <a:pt x="2289" y="3092"/>
                </a:lnTo>
                <a:lnTo>
                  <a:pt x="2288" y="3092"/>
                </a:lnTo>
                <a:lnTo>
                  <a:pt x="2287" y="3092"/>
                </a:lnTo>
                <a:lnTo>
                  <a:pt x="2287" y="3093"/>
                </a:lnTo>
                <a:lnTo>
                  <a:pt x="2286" y="3093"/>
                </a:lnTo>
                <a:lnTo>
                  <a:pt x="2286" y="3092"/>
                </a:lnTo>
                <a:lnTo>
                  <a:pt x="2287" y="3092"/>
                </a:lnTo>
                <a:lnTo>
                  <a:pt x="2287" y="3091"/>
                </a:lnTo>
                <a:lnTo>
                  <a:pt x="2288" y="3091"/>
                </a:lnTo>
                <a:lnTo>
                  <a:pt x="2288" y="3090"/>
                </a:lnTo>
                <a:lnTo>
                  <a:pt x="2289" y="3090"/>
                </a:lnTo>
                <a:lnTo>
                  <a:pt x="2290" y="3090"/>
                </a:lnTo>
                <a:lnTo>
                  <a:pt x="2290" y="3089"/>
                </a:lnTo>
                <a:lnTo>
                  <a:pt x="2290" y="3088"/>
                </a:lnTo>
                <a:lnTo>
                  <a:pt x="2290" y="3087"/>
                </a:lnTo>
                <a:lnTo>
                  <a:pt x="2290" y="3086"/>
                </a:lnTo>
                <a:lnTo>
                  <a:pt x="2289" y="3086"/>
                </a:lnTo>
                <a:lnTo>
                  <a:pt x="2289" y="3085"/>
                </a:lnTo>
                <a:lnTo>
                  <a:pt x="2290" y="3085"/>
                </a:lnTo>
                <a:lnTo>
                  <a:pt x="2290" y="3084"/>
                </a:lnTo>
                <a:lnTo>
                  <a:pt x="2290" y="3083"/>
                </a:lnTo>
                <a:lnTo>
                  <a:pt x="2290" y="3082"/>
                </a:lnTo>
                <a:lnTo>
                  <a:pt x="2289" y="3082"/>
                </a:lnTo>
                <a:lnTo>
                  <a:pt x="2289" y="3081"/>
                </a:lnTo>
                <a:lnTo>
                  <a:pt x="2288" y="3081"/>
                </a:lnTo>
                <a:lnTo>
                  <a:pt x="2289" y="3081"/>
                </a:lnTo>
                <a:lnTo>
                  <a:pt x="2288" y="3081"/>
                </a:lnTo>
                <a:lnTo>
                  <a:pt x="2288" y="3080"/>
                </a:lnTo>
                <a:lnTo>
                  <a:pt x="2288" y="3079"/>
                </a:lnTo>
                <a:lnTo>
                  <a:pt x="2288" y="3078"/>
                </a:lnTo>
                <a:lnTo>
                  <a:pt x="2287" y="3078"/>
                </a:lnTo>
                <a:lnTo>
                  <a:pt x="2287" y="3077"/>
                </a:lnTo>
                <a:lnTo>
                  <a:pt x="2286" y="3077"/>
                </a:lnTo>
                <a:lnTo>
                  <a:pt x="2286" y="3076"/>
                </a:lnTo>
                <a:lnTo>
                  <a:pt x="2285" y="3076"/>
                </a:lnTo>
                <a:lnTo>
                  <a:pt x="2285" y="3077"/>
                </a:lnTo>
                <a:lnTo>
                  <a:pt x="2284" y="3077"/>
                </a:lnTo>
                <a:lnTo>
                  <a:pt x="2283" y="3077"/>
                </a:lnTo>
                <a:lnTo>
                  <a:pt x="2282" y="3077"/>
                </a:lnTo>
                <a:lnTo>
                  <a:pt x="2281" y="3077"/>
                </a:lnTo>
                <a:lnTo>
                  <a:pt x="2281" y="3076"/>
                </a:lnTo>
                <a:lnTo>
                  <a:pt x="2281" y="3075"/>
                </a:lnTo>
                <a:lnTo>
                  <a:pt x="2281" y="3074"/>
                </a:lnTo>
                <a:lnTo>
                  <a:pt x="2280" y="3074"/>
                </a:lnTo>
                <a:lnTo>
                  <a:pt x="2280" y="3073"/>
                </a:lnTo>
                <a:lnTo>
                  <a:pt x="2280" y="3072"/>
                </a:lnTo>
                <a:lnTo>
                  <a:pt x="2280" y="3071"/>
                </a:lnTo>
                <a:lnTo>
                  <a:pt x="2280" y="3070"/>
                </a:lnTo>
                <a:lnTo>
                  <a:pt x="2281" y="3070"/>
                </a:lnTo>
                <a:lnTo>
                  <a:pt x="2281" y="3069"/>
                </a:lnTo>
                <a:lnTo>
                  <a:pt x="2282" y="3069"/>
                </a:lnTo>
                <a:lnTo>
                  <a:pt x="2283" y="3069"/>
                </a:lnTo>
                <a:lnTo>
                  <a:pt x="2283" y="3068"/>
                </a:lnTo>
                <a:lnTo>
                  <a:pt x="2283" y="3067"/>
                </a:lnTo>
                <a:lnTo>
                  <a:pt x="2284" y="3067"/>
                </a:lnTo>
                <a:lnTo>
                  <a:pt x="2285" y="3067"/>
                </a:lnTo>
                <a:lnTo>
                  <a:pt x="2285" y="3066"/>
                </a:lnTo>
                <a:lnTo>
                  <a:pt x="2286" y="3066"/>
                </a:lnTo>
                <a:lnTo>
                  <a:pt x="2287" y="3066"/>
                </a:lnTo>
                <a:lnTo>
                  <a:pt x="2287" y="3065"/>
                </a:lnTo>
                <a:lnTo>
                  <a:pt x="2288" y="3065"/>
                </a:lnTo>
                <a:lnTo>
                  <a:pt x="2288" y="3064"/>
                </a:lnTo>
                <a:lnTo>
                  <a:pt x="2288" y="3063"/>
                </a:lnTo>
                <a:lnTo>
                  <a:pt x="2287" y="3063"/>
                </a:lnTo>
                <a:lnTo>
                  <a:pt x="2287" y="3062"/>
                </a:lnTo>
                <a:lnTo>
                  <a:pt x="2286" y="3062"/>
                </a:lnTo>
                <a:lnTo>
                  <a:pt x="2285" y="3062"/>
                </a:lnTo>
                <a:lnTo>
                  <a:pt x="2284" y="3062"/>
                </a:lnTo>
                <a:lnTo>
                  <a:pt x="2284" y="3061"/>
                </a:lnTo>
                <a:lnTo>
                  <a:pt x="2284" y="3060"/>
                </a:lnTo>
                <a:lnTo>
                  <a:pt x="2284" y="3059"/>
                </a:lnTo>
                <a:lnTo>
                  <a:pt x="2283" y="3059"/>
                </a:lnTo>
                <a:lnTo>
                  <a:pt x="2283" y="3058"/>
                </a:lnTo>
                <a:lnTo>
                  <a:pt x="2283" y="3056"/>
                </a:lnTo>
                <a:lnTo>
                  <a:pt x="2282" y="3056"/>
                </a:lnTo>
                <a:lnTo>
                  <a:pt x="2282" y="3055"/>
                </a:lnTo>
                <a:lnTo>
                  <a:pt x="2282" y="3056"/>
                </a:lnTo>
                <a:lnTo>
                  <a:pt x="2282" y="3055"/>
                </a:lnTo>
                <a:lnTo>
                  <a:pt x="2282" y="3056"/>
                </a:lnTo>
                <a:lnTo>
                  <a:pt x="2282" y="3055"/>
                </a:lnTo>
                <a:lnTo>
                  <a:pt x="2281" y="3055"/>
                </a:lnTo>
                <a:lnTo>
                  <a:pt x="2281" y="3053"/>
                </a:lnTo>
                <a:lnTo>
                  <a:pt x="2282" y="3052"/>
                </a:lnTo>
                <a:lnTo>
                  <a:pt x="2282" y="3051"/>
                </a:lnTo>
                <a:lnTo>
                  <a:pt x="2281" y="3051"/>
                </a:lnTo>
                <a:lnTo>
                  <a:pt x="2281" y="3050"/>
                </a:lnTo>
                <a:lnTo>
                  <a:pt x="2281" y="3049"/>
                </a:lnTo>
                <a:lnTo>
                  <a:pt x="2280" y="3049"/>
                </a:lnTo>
                <a:lnTo>
                  <a:pt x="2280" y="3048"/>
                </a:lnTo>
                <a:lnTo>
                  <a:pt x="2280" y="3047"/>
                </a:lnTo>
                <a:lnTo>
                  <a:pt x="2279" y="3047"/>
                </a:lnTo>
                <a:lnTo>
                  <a:pt x="2279" y="3046"/>
                </a:lnTo>
                <a:lnTo>
                  <a:pt x="2278" y="3046"/>
                </a:lnTo>
                <a:lnTo>
                  <a:pt x="2277" y="3046"/>
                </a:lnTo>
                <a:lnTo>
                  <a:pt x="2277" y="3047"/>
                </a:lnTo>
                <a:lnTo>
                  <a:pt x="2276" y="3047"/>
                </a:lnTo>
                <a:lnTo>
                  <a:pt x="2275" y="3047"/>
                </a:lnTo>
                <a:lnTo>
                  <a:pt x="2275" y="3046"/>
                </a:lnTo>
                <a:lnTo>
                  <a:pt x="2274" y="3046"/>
                </a:lnTo>
                <a:lnTo>
                  <a:pt x="2274" y="3045"/>
                </a:lnTo>
                <a:lnTo>
                  <a:pt x="2273" y="3045"/>
                </a:lnTo>
                <a:lnTo>
                  <a:pt x="2272" y="3045"/>
                </a:lnTo>
                <a:lnTo>
                  <a:pt x="2271" y="3046"/>
                </a:lnTo>
                <a:lnTo>
                  <a:pt x="2270" y="3046"/>
                </a:lnTo>
                <a:lnTo>
                  <a:pt x="2270" y="3045"/>
                </a:lnTo>
                <a:lnTo>
                  <a:pt x="2270" y="3044"/>
                </a:lnTo>
                <a:lnTo>
                  <a:pt x="2269" y="3044"/>
                </a:lnTo>
                <a:lnTo>
                  <a:pt x="2268" y="3044"/>
                </a:lnTo>
                <a:lnTo>
                  <a:pt x="2268" y="3043"/>
                </a:lnTo>
                <a:lnTo>
                  <a:pt x="2269" y="3043"/>
                </a:lnTo>
                <a:lnTo>
                  <a:pt x="2270" y="3043"/>
                </a:lnTo>
                <a:lnTo>
                  <a:pt x="2270" y="3042"/>
                </a:lnTo>
                <a:lnTo>
                  <a:pt x="2270" y="3041"/>
                </a:lnTo>
                <a:lnTo>
                  <a:pt x="2271" y="3041"/>
                </a:lnTo>
                <a:lnTo>
                  <a:pt x="2271" y="3040"/>
                </a:lnTo>
                <a:lnTo>
                  <a:pt x="2270" y="3040"/>
                </a:lnTo>
                <a:lnTo>
                  <a:pt x="2270" y="3039"/>
                </a:lnTo>
                <a:lnTo>
                  <a:pt x="2270" y="3038"/>
                </a:lnTo>
                <a:lnTo>
                  <a:pt x="2270" y="3037"/>
                </a:lnTo>
                <a:lnTo>
                  <a:pt x="2271" y="3037"/>
                </a:lnTo>
                <a:lnTo>
                  <a:pt x="2270" y="3037"/>
                </a:lnTo>
                <a:lnTo>
                  <a:pt x="2270" y="3036"/>
                </a:lnTo>
                <a:lnTo>
                  <a:pt x="2270" y="3035"/>
                </a:lnTo>
                <a:lnTo>
                  <a:pt x="2269" y="3035"/>
                </a:lnTo>
                <a:lnTo>
                  <a:pt x="2269" y="3034"/>
                </a:lnTo>
                <a:lnTo>
                  <a:pt x="2270" y="3034"/>
                </a:lnTo>
                <a:lnTo>
                  <a:pt x="2269" y="3034"/>
                </a:lnTo>
                <a:lnTo>
                  <a:pt x="2269" y="3033"/>
                </a:lnTo>
                <a:lnTo>
                  <a:pt x="2269" y="3032"/>
                </a:lnTo>
                <a:lnTo>
                  <a:pt x="2270" y="3032"/>
                </a:lnTo>
                <a:lnTo>
                  <a:pt x="2270" y="3031"/>
                </a:lnTo>
                <a:lnTo>
                  <a:pt x="2270" y="3030"/>
                </a:lnTo>
                <a:lnTo>
                  <a:pt x="2271" y="3030"/>
                </a:lnTo>
                <a:lnTo>
                  <a:pt x="2270" y="3030"/>
                </a:lnTo>
                <a:lnTo>
                  <a:pt x="2270" y="3029"/>
                </a:lnTo>
                <a:lnTo>
                  <a:pt x="2271" y="3029"/>
                </a:lnTo>
                <a:lnTo>
                  <a:pt x="2270" y="3029"/>
                </a:lnTo>
                <a:lnTo>
                  <a:pt x="2269" y="3029"/>
                </a:lnTo>
                <a:lnTo>
                  <a:pt x="2269" y="3028"/>
                </a:lnTo>
                <a:lnTo>
                  <a:pt x="2269" y="3029"/>
                </a:lnTo>
                <a:lnTo>
                  <a:pt x="2268" y="3029"/>
                </a:lnTo>
                <a:lnTo>
                  <a:pt x="2268" y="3028"/>
                </a:lnTo>
                <a:lnTo>
                  <a:pt x="2269" y="3028"/>
                </a:lnTo>
                <a:lnTo>
                  <a:pt x="2269" y="3027"/>
                </a:lnTo>
                <a:lnTo>
                  <a:pt x="2270" y="3027"/>
                </a:lnTo>
                <a:lnTo>
                  <a:pt x="2270" y="3026"/>
                </a:lnTo>
                <a:lnTo>
                  <a:pt x="2271" y="3026"/>
                </a:lnTo>
                <a:lnTo>
                  <a:pt x="2271" y="3025"/>
                </a:lnTo>
                <a:lnTo>
                  <a:pt x="2270" y="3025"/>
                </a:lnTo>
                <a:lnTo>
                  <a:pt x="2271" y="3025"/>
                </a:lnTo>
                <a:lnTo>
                  <a:pt x="2271" y="3026"/>
                </a:lnTo>
                <a:lnTo>
                  <a:pt x="2272" y="3026"/>
                </a:lnTo>
                <a:lnTo>
                  <a:pt x="2272" y="3027"/>
                </a:lnTo>
                <a:lnTo>
                  <a:pt x="2273" y="3027"/>
                </a:lnTo>
                <a:lnTo>
                  <a:pt x="2274" y="3027"/>
                </a:lnTo>
                <a:lnTo>
                  <a:pt x="2274" y="3026"/>
                </a:lnTo>
                <a:lnTo>
                  <a:pt x="2275" y="3026"/>
                </a:lnTo>
                <a:lnTo>
                  <a:pt x="2275" y="3025"/>
                </a:lnTo>
                <a:lnTo>
                  <a:pt x="2276" y="3025"/>
                </a:lnTo>
                <a:lnTo>
                  <a:pt x="2276" y="3024"/>
                </a:lnTo>
                <a:lnTo>
                  <a:pt x="2277" y="3024"/>
                </a:lnTo>
                <a:lnTo>
                  <a:pt x="2276" y="3024"/>
                </a:lnTo>
                <a:lnTo>
                  <a:pt x="2276" y="3023"/>
                </a:lnTo>
                <a:lnTo>
                  <a:pt x="2276" y="3022"/>
                </a:lnTo>
                <a:lnTo>
                  <a:pt x="2277" y="3022"/>
                </a:lnTo>
                <a:lnTo>
                  <a:pt x="2277" y="3021"/>
                </a:lnTo>
                <a:lnTo>
                  <a:pt x="2278" y="3021"/>
                </a:lnTo>
                <a:lnTo>
                  <a:pt x="2279" y="3021"/>
                </a:lnTo>
                <a:lnTo>
                  <a:pt x="2280" y="3021"/>
                </a:lnTo>
                <a:lnTo>
                  <a:pt x="2280" y="3022"/>
                </a:lnTo>
                <a:lnTo>
                  <a:pt x="2280" y="3021"/>
                </a:lnTo>
                <a:lnTo>
                  <a:pt x="2280" y="3020"/>
                </a:lnTo>
                <a:lnTo>
                  <a:pt x="2281" y="3020"/>
                </a:lnTo>
                <a:lnTo>
                  <a:pt x="2281" y="3019"/>
                </a:lnTo>
                <a:lnTo>
                  <a:pt x="2282" y="3019"/>
                </a:lnTo>
                <a:lnTo>
                  <a:pt x="2283" y="3019"/>
                </a:lnTo>
                <a:lnTo>
                  <a:pt x="2283" y="3018"/>
                </a:lnTo>
                <a:lnTo>
                  <a:pt x="2283" y="3019"/>
                </a:lnTo>
                <a:lnTo>
                  <a:pt x="2283" y="3018"/>
                </a:lnTo>
                <a:lnTo>
                  <a:pt x="2284" y="3018"/>
                </a:lnTo>
                <a:lnTo>
                  <a:pt x="2285" y="3018"/>
                </a:lnTo>
                <a:lnTo>
                  <a:pt x="2285" y="3017"/>
                </a:lnTo>
                <a:lnTo>
                  <a:pt x="2286" y="3017"/>
                </a:lnTo>
                <a:lnTo>
                  <a:pt x="2286" y="3016"/>
                </a:lnTo>
                <a:lnTo>
                  <a:pt x="2286" y="3015"/>
                </a:lnTo>
                <a:lnTo>
                  <a:pt x="2287" y="3015"/>
                </a:lnTo>
                <a:lnTo>
                  <a:pt x="2287" y="3014"/>
                </a:lnTo>
                <a:lnTo>
                  <a:pt x="2288" y="3014"/>
                </a:lnTo>
                <a:lnTo>
                  <a:pt x="2288" y="3013"/>
                </a:lnTo>
                <a:lnTo>
                  <a:pt x="2288" y="3012"/>
                </a:lnTo>
                <a:lnTo>
                  <a:pt x="2288" y="3011"/>
                </a:lnTo>
                <a:lnTo>
                  <a:pt x="2288" y="3010"/>
                </a:lnTo>
                <a:lnTo>
                  <a:pt x="2287" y="3010"/>
                </a:lnTo>
                <a:lnTo>
                  <a:pt x="2288" y="3010"/>
                </a:lnTo>
                <a:lnTo>
                  <a:pt x="2287" y="3010"/>
                </a:lnTo>
                <a:lnTo>
                  <a:pt x="2287" y="3009"/>
                </a:lnTo>
                <a:lnTo>
                  <a:pt x="2287" y="3008"/>
                </a:lnTo>
                <a:lnTo>
                  <a:pt x="2286" y="3008"/>
                </a:lnTo>
                <a:lnTo>
                  <a:pt x="2286" y="3009"/>
                </a:lnTo>
                <a:lnTo>
                  <a:pt x="2285" y="3009"/>
                </a:lnTo>
                <a:lnTo>
                  <a:pt x="2285" y="3010"/>
                </a:lnTo>
                <a:lnTo>
                  <a:pt x="2284" y="3010"/>
                </a:lnTo>
                <a:lnTo>
                  <a:pt x="2284" y="3011"/>
                </a:lnTo>
                <a:lnTo>
                  <a:pt x="2283" y="3011"/>
                </a:lnTo>
                <a:lnTo>
                  <a:pt x="2283" y="3010"/>
                </a:lnTo>
                <a:lnTo>
                  <a:pt x="2282" y="3010"/>
                </a:lnTo>
                <a:lnTo>
                  <a:pt x="2281" y="3010"/>
                </a:lnTo>
                <a:lnTo>
                  <a:pt x="2280" y="3010"/>
                </a:lnTo>
                <a:lnTo>
                  <a:pt x="2279" y="3010"/>
                </a:lnTo>
                <a:lnTo>
                  <a:pt x="2277" y="3010"/>
                </a:lnTo>
                <a:lnTo>
                  <a:pt x="2277" y="3011"/>
                </a:lnTo>
                <a:lnTo>
                  <a:pt x="2276" y="3011"/>
                </a:lnTo>
                <a:lnTo>
                  <a:pt x="2275" y="3011"/>
                </a:lnTo>
                <a:lnTo>
                  <a:pt x="2274" y="3011"/>
                </a:lnTo>
                <a:lnTo>
                  <a:pt x="2273" y="3011"/>
                </a:lnTo>
                <a:lnTo>
                  <a:pt x="2272" y="3011"/>
                </a:lnTo>
                <a:lnTo>
                  <a:pt x="2271" y="3011"/>
                </a:lnTo>
                <a:lnTo>
                  <a:pt x="2271" y="3012"/>
                </a:lnTo>
                <a:lnTo>
                  <a:pt x="2270" y="3013"/>
                </a:lnTo>
                <a:lnTo>
                  <a:pt x="2269" y="3013"/>
                </a:lnTo>
                <a:lnTo>
                  <a:pt x="2268" y="3013"/>
                </a:lnTo>
                <a:lnTo>
                  <a:pt x="2267" y="3013"/>
                </a:lnTo>
                <a:lnTo>
                  <a:pt x="2266" y="3013"/>
                </a:lnTo>
                <a:lnTo>
                  <a:pt x="2265" y="3013"/>
                </a:lnTo>
                <a:lnTo>
                  <a:pt x="2264" y="3014"/>
                </a:lnTo>
                <a:lnTo>
                  <a:pt x="2263" y="3014"/>
                </a:lnTo>
                <a:lnTo>
                  <a:pt x="2263" y="3015"/>
                </a:lnTo>
                <a:lnTo>
                  <a:pt x="2262" y="3015"/>
                </a:lnTo>
                <a:lnTo>
                  <a:pt x="2261" y="3015"/>
                </a:lnTo>
                <a:lnTo>
                  <a:pt x="2261" y="3014"/>
                </a:lnTo>
                <a:lnTo>
                  <a:pt x="2260" y="3014"/>
                </a:lnTo>
                <a:lnTo>
                  <a:pt x="2259" y="3014"/>
                </a:lnTo>
                <a:lnTo>
                  <a:pt x="2259" y="3013"/>
                </a:lnTo>
                <a:lnTo>
                  <a:pt x="2258" y="3013"/>
                </a:lnTo>
                <a:lnTo>
                  <a:pt x="2257" y="3013"/>
                </a:lnTo>
                <a:lnTo>
                  <a:pt x="2257" y="3012"/>
                </a:lnTo>
                <a:lnTo>
                  <a:pt x="2257" y="3011"/>
                </a:lnTo>
                <a:lnTo>
                  <a:pt x="2256" y="3011"/>
                </a:lnTo>
                <a:lnTo>
                  <a:pt x="2255" y="3011"/>
                </a:lnTo>
                <a:lnTo>
                  <a:pt x="2254" y="3011"/>
                </a:lnTo>
                <a:lnTo>
                  <a:pt x="2253" y="3011"/>
                </a:lnTo>
                <a:lnTo>
                  <a:pt x="2252" y="3011"/>
                </a:lnTo>
                <a:lnTo>
                  <a:pt x="2251" y="3011"/>
                </a:lnTo>
                <a:lnTo>
                  <a:pt x="2250" y="3011"/>
                </a:lnTo>
                <a:lnTo>
                  <a:pt x="2249" y="3011"/>
                </a:lnTo>
                <a:lnTo>
                  <a:pt x="2248" y="3011"/>
                </a:lnTo>
                <a:lnTo>
                  <a:pt x="2247" y="3011"/>
                </a:lnTo>
                <a:lnTo>
                  <a:pt x="2246" y="3011"/>
                </a:lnTo>
                <a:lnTo>
                  <a:pt x="2245" y="3011"/>
                </a:lnTo>
                <a:lnTo>
                  <a:pt x="2245" y="3012"/>
                </a:lnTo>
                <a:lnTo>
                  <a:pt x="2244" y="3012"/>
                </a:lnTo>
                <a:lnTo>
                  <a:pt x="2243" y="3012"/>
                </a:lnTo>
                <a:lnTo>
                  <a:pt x="2241" y="3012"/>
                </a:lnTo>
                <a:lnTo>
                  <a:pt x="2240" y="3012"/>
                </a:lnTo>
                <a:lnTo>
                  <a:pt x="2240" y="3013"/>
                </a:lnTo>
                <a:lnTo>
                  <a:pt x="2240" y="3014"/>
                </a:lnTo>
                <a:lnTo>
                  <a:pt x="2239" y="3014"/>
                </a:lnTo>
                <a:lnTo>
                  <a:pt x="2239" y="3013"/>
                </a:lnTo>
                <a:lnTo>
                  <a:pt x="2239" y="3014"/>
                </a:lnTo>
                <a:lnTo>
                  <a:pt x="2238" y="3014"/>
                </a:lnTo>
                <a:lnTo>
                  <a:pt x="2238" y="3013"/>
                </a:lnTo>
                <a:lnTo>
                  <a:pt x="2238" y="3014"/>
                </a:lnTo>
                <a:lnTo>
                  <a:pt x="2238" y="3013"/>
                </a:lnTo>
                <a:lnTo>
                  <a:pt x="2237" y="3013"/>
                </a:lnTo>
                <a:lnTo>
                  <a:pt x="2236" y="3013"/>
                </a:lnTo>
                <a:lnTo>
                  <a:pt x="2235" y="3013"/>
                </a:lnTo>
                <a:lnTo>
                  <a:pt x="2234" y="3013"/>
                </a:lnTo>
                <a:lnTo>
                  <a:pt x="2234" y="3014"/>
                </a:lnTo>
                <a:lnTo>
                  <a:pt x="2234" y="3013"/>
                </a:lnTo>
                <a:lnTo>
                  <a:pt x="2233" y="3013"/>
                </a:lnTo>
                <a:lnTo>
                  <a:pt x="2232" y="3013"/>
                </a:lnTo>
                <a:lnTo>
                  <a:pt x="2231" y="3013"/>
                </a:lnTo>
                <a:lnTo>
                  <a:pt x="2230" y="3013"/>
                </a:lnTo>
                <a:lnTo>
                  <a:pt x="2229" y="3013"/>
                </a:lnTo>
                <a:lnTo>
                  <a:pt x="2229" y="3012"/>
                </a:lnTo>
                <a:lnTo>
                  <a:pt x="2228" y="3012"/>
                </a:lnTo>
                <a:lnTo>
                  <a:pt x="2227" y="3012"/>
                </a:lnTo>
                <a:lnTo>
                  <a:pt x="2227" y="3013"/>
                </a:lnTo>
                <a:lnTo>
                  <a:pt x="2226" y="3013"/>
                </a:lnTo>
                <a:lnTo>
                  <a:pt x="2225" y="3013"/>
                </a:lnTo>
                <a:lnTo>
                  <a:pt x="2224" y="3013"/>
                </a:lnTo>
                <a:lnTo>
                  <a:pt x="2223" y="3013"/>
                </a:lnTo>
                <a:lnTo>
                  <a:pt x="2222" y="3013"/>
                </a:lnTo>
                <a:lnTo>
                  <a:pt x="2223" y="3013"/>
                </a:lnTo>
                <a:lnTo>
                  <a:pt x="2223" y="3014"/>
                </a:lnTo>
                <a:lnTo>
                  <a:pt x="2222" y="3014"/>
                </a:lnTo>
                <a:lnTo>
                  <a:pt x="2221" y="3014"/>
                </a:lnTo>
                <a:lnTo>
                  <a:pt x="2220" y="3014"/>
                </a:lnTo>
                <a:lnTo>
                  <a:pt x="2219" y="3014"/>
                </a:lnTo>
                <a:lnTo>
                  <a:pt x="2218" y="3014"/>
                </a:lnTo>
                <a:lnTo>
                  <a:pt x="2217" y="3014"/>
                </a:lnTo>
                <a:lnTo>
                  <a:pt x="2217" y="3015"/>
                </a:lnTo>
                <a:lnTo>
                  <a:pt x="2216" y="3015"/>
                </a:lnTo>
                <a:lnTo>
                  <a:pt x="2215" y="3015"/>
                </a:lnTo>
                <a:lnTo>
                  <a:pt x="2215" y="3016"/>
                </a:lnTo>
                <a:lnTo>
                  <a:pt x="2215" y="3015"/>
                </a:lnTo>
                <a:lnTo>
                  <a:pt x="2215" y="3016"/>
                </a:lnTo>
                <a:lnTo>
                  <a:pt x="2214" y="3016"/>
                </a:lnTo>
                <a:lnTo>
                  <a:pt x="2213" y="3016"/>
                </a:lnTo>
                <a:lnTo>
                  <a:pt x="2212" y="3016"/>
                </a:lnTo>
                <a:lnTo>
                  <a:pt x="2211" y="3016"/>
                </a:lnTo>
                <a:lnTo>
                  <a:pt x="2211" y="3017"/>
                </a:lnTo>
                <a:lnTo>
                  <a:pt x="2210" y="3017"/>
                </a:lnTo>
                <a:lnTo>
                  <a:pt x="2210" y="3018"/>
                </a:lnTo>
                <a:lnTo>
                  <a:pt x="2209" y="3018"/>
                </a:lnTo>
                <a:lnTo>
                  <a:pt x="2208" y="3018"/>
                </a:lnTo>
                <a:lnTo>
                  <a:pt x="2208" y="3019"/>
                </a:lnTo>
                <a:lnTo>
                  <a:pt x="2207" y="3019"/>
                </a:lnTo>
                <a:lnTo>
                  <a:pt x="2207" y="3020"/>
                </a:lnTo>
                <a:lnTo>
                  <a:pt x="2206" y="3020"/>
                </a:lnTo>
                <a:lnTo>
                  <a:pt x="2206" y="3021"/>
                </a:lnTo>
                <a:lnTo>
                  <a:pt x="2205" y="3021"/>
                </a:lnTo>
                <a:lnTo>
                  <a:pt x="2204" y="3021"/>
                </a:lnTo>
                <a:lnTo>
                  <a:pt x="2203" y="3021"/>
                </a:lnTo>
                <a:lnTo>
                  <a:pt x="2203" y="3022"/>
                </a:lnTo>
                <a:lnTo>
                  <a:pt x="2202" y="3022"/>
                </a:lnTo>
                <a:lnTo>
                  <a:pt x="2201" y="3022"/>
                </a:lnTo>
                <a:lnTo>
                  <a:pt x="2200" y="3022"/>
                </a:lnTo>
                <a:lnTo>
                  <a:pt x="2199" y="3022"/>
                </a:lnTo>
                <a:lnTo>
                  <a:pt x="2198" y="3022"/>
                </a:lnTo>
                <a:lnTo>
                  <a:pt x="2198" y="3023"/>
                </a:lnTo>
                <a:lnTo>
                  <a:pt x="2197" y="3023"/>
                </a:lnTo>
                <a:lnTo>
                  <a:pt x="2197" y="3024"/>
                </a:lnTo>
                <a:lnTo>
                  <a:pt x="2197" y="3025"/>
                </a:lnTo>
                <a:lnTo>
                  <a:pt x="2198" y="3025"/>
                </a:lnTo>
                <a:lnTo>
                  <a:pt x="2198" y="3026"/>
                </a:lnTo>
                <a:lnTo>
                  <a:pt x="2197" y="3026"/>
                </a:lnTo>
                <a:lnTo>
                  <a:pt x="2197" y="3027"/>
                </a:lnTo>
                <a:lnTo>
                  <a:pt x="2197" y="3026"/>
                </a:lnTo>
                <a:lnTo>
                  <a:pt x="2197" y="3027"/>
                </a:lnTo>
                <a:lnTo>
                  <a:pt x="2197" y="3026"/>
                </a:lnTo>
                <a:lnTo>
                  <a:pt x="2197" y="3027"/>
                </a:lnTo>
                <a:lnTo>
                  <a:pt x="2196" y="3026"/>
                </a:lnTo>
                <a:lnTo>
                  <a:pt x="2195" y="3026"/>
                </a:lnTo>
                <a:lnTo>
                  <a:pt x="2194" y="3026"/>
                </a:lnTo>
                <a:lnTo>
                  <a:pt x="2194" y="3027"/>
                </a:lnTo>
                <a:lnTo>
                  <a:pt x="2193" y="3027"/>
                </a:lnTo>
                <a:lnTo>
                  <a:pt x="2193" y="3026"/>
                </a:lnTo>
                <a:lnTo>
                  <a:pt x="2193" y="3027"/>
                </a:lnTo>
                <a:lnTo>
                  <a:pt x="2193" y="3028"/>
                </a:lnTo>
                <a:lnTo>
                  <a:pt x="2192" y="3028"/>
                </a:lnTo>
                <a:lnTo>
                  <a:pt x="2192" y="3027"/>
                </a:lnTo>
                <a:lnTo>
                  <a:pt x="2191" y="3027"/>
                </a:lnTo>
                <a:lnTo>
                  <a:pt x="2191" y="3028"/>
                </a:lnTo>
                <a:lnTo>
                  <a:pt x="2192" y="3028"/>
                </a:lnTo>
                <a:lnTo>
                  <a:pt x="2191" y="3029"/>
                </a:lnTo>
                <a:lnTo>
                  <a:pt x="2191" y="3030"/>
                </a:lnTo>
                <a:lnTo>
                  <a:pt x="2190" y="3030"/>
                </a:lnTo>
                <a:lnTo>
                  <a:pt x="2190" y="3029"/>
                </a:lnTo>
                <a:lnTo>
                  <a:pt x="2191" y="3029"/>
                </a:lnTo>
                <a:lnTo>
                  <a:pt x="2191" y="3028"/>
                </a:lnTo>
                <a:lnTo>
                  <a:pt x="2190" y="3028"/>
                </a:lnTo>
                <a:lnTo>
                  <a:pt x="2190" y="3029"/>
                </a:lnTo>
                <a:lnTo>
                  <a:pt x="2189" y="3029"/>
                </a:lnTo>
                <a:lnTo>
                  <a:pt x="2189" y="3028"/>
                </a:lnTo>
                <a:lnTo>
                  <a:pt x="2189" y="3029"/>
                </a:lnTo>
                <a:lnTo>
                  <a:pt x="2189" y="3030"/>
                </a:lnTo>
                <a:lnTo>
                  <a:pt x="2188" y="3030"/>
                </a:lnTo>
                <a:lnTo>
                  <a:pt x="2187" y="3030"/>
                </a:lnTo>
                <a:lnTo>
                  <a:pt x="2187" y="3031"/>
                </a:lnTo>
                <a:lnTo>
                  <a:pt x="2186" y="3031"/>
                </a:lnTo>
                <a:lnTo>
                  <a:pt x="2186" y="3032"/>
                </a:lnTo>
                <a:lnTo>
                  <a:pt x="2186" y="3033"/>
                </a:lnTo>
                <a:lnTo>
                  <a:pt x="2185" y="3033"/>
                </a:lnTo>
                <a:lnTo>
                  <a:pt x="2185" y="3034"/>
                </a:lnTo>
                <a:lnTo>
                  <a:pt x="2184" y="3034"/>
                </a:lnTo>
                <a:lnTo>
                  <a:pt x="2183" y="3034"/>
                </a:lnTo>
                <a:lnTo>
                  <a:pt x="2183" y="3035"/>
                </a:lnTo>
                <a:lnTo>
                  <a:pt x="2182" y="3035"/>
                </a:lnTo>
                <a:lnTo>
                  <a:pt x="2182" y="3036"/>
                </a:lnTo>
                <a:lnTo>
                  <a:pt x="2181" y="3036"/>
                </a:lnTo>
                <a:lnTo>
                  <a:pt x="2181" y="3037"/>
                </a:lnTo>
                <a:lnTo>
                  <a:pt x="2182" y="3037"/>
                </a:lnTo>
                <a:lnTo>
                  <a:pt x="2181" y="3037"/>
                </a:lnTo>
                <a:lnTo>
                  <a:pt x="2181" y="3038"/>
                </a:lnTo>
                <a:lnTo>
                  <a:pt x="2181" y="3037"/>
                </a:lnTo>
                <a:lnTo>
                  <a:pt x="2180" y="3037"/>
                </a:lnTo>
                <a:lnTo>
                  <a:pt x="2179" y="3037"/>
                </a:lnTo>
                <a:lnTo>
                  <a:pt x="2179" y="3036"/>
                </a:lnTo>
                <a:lnTo>
                  <a:pt x="2180" y="3036"/>
                </a:lnTo>
                <a:lnTo>
                  <a:pt x="2179" y="3036"/>
                </a:lnTo>
                <a:lnTo>
                  <a:pt x="2179" y="3037"/>
                </a:lnTo>
                <a:lnTo>
                  <a:pt x="2179" y="3038"/>
                </a:lnTo>
                <a:lnTo>
                  <a:pt x="2178" y="3038"/>
                </a:lnTo>
                <a:lnTo>
                  <a:pt x="2177" y="3038"/>
                </a:lnTo>
                <a:lnTo>
                  <a:pt x="2177" y="3039"/>
                </a:lnTo>
                <a:lnTo>
                  <a:pt x="2177" y="3038"/>
                </a:lnTo>
                <a:lnTo>
                  <a:pt x="2177" y="3037"/>
                </a:lnTo>
                <a:lnTo>
                  <a:pt x="2177" y="3038"/>
                </a:lnTo>
                <a:lnTo>
                  <a:pt x="2176" y="3038"/>
                </a:lnTo>
                <a:lnTo>
                  <a:pt x="2176" y="3039"/>
                </a:lnTo>
                <a:lnTo>
                  <a:pt x="2176" y="3040"/>
                </a:lnTo>
                <a:lnTo>
                  <a:pt x="2175" y="3040"/>
                </a:lnTo>
                <a:lnTo>
                  <a:pt x="2175" y="3039"/>
                </a:lnTo>
                <a:lnTo>
                  <a:pt x="2175" y="3038"/>
                </a:lnTo>
                <a:lnTo>
                  <a:pt x="2175" y="3037"/>
                </a:lnTo>
                <a:lnTo>
                  <a:pt x="2174" y="3037"/>
                </a:lnTo>
                <a:lnTo>
                  <a:pt x="2174" y="3036"/>
                </a:lnTo>
                <a:lnTo>
                  <a:pt x="2173" y="3036"/>
                </a:lnTo>
                <a:lnTo>
                  <a:pt x="2173" y="3035"/>
                </a:lnTo>
                <a:lnTo>
                  <a:pt x="2172" y="3035"/>
                </a:lnTo>
                <a:lnTo>
                  <a:pt x="2171" y="3035"/>
                </a:lnTo>
                <a:lnTo>
                  <a:pt x="2171" y="3034"/>
                </a:lnTo>
                <a:lnTo>
                  <a:pt x="2170" y="3033"/>
                </a:lnTo>
                <a:lnTo>
                  <a:pt x="2169" y="3033"/>
                </a:lnTo>
                <a:lnTo>
                  <a:pt x="2168" y="3033"/>
                </a:lnTo>
                <a:lnTo>
                  <a:pt x="2168" y="3032"/>
                </a:lnTo>
                <a:lnTo>
                  <a:pt x="2167" y="3032"/>
                </a:lnTo>
                <a:lnTo>
                  <a:pt x="2166" y="3032"/>
                </a:lnTo>
                <a:lnTo>
                  <a:pt x="2166" y="3031"/>
                </a:lnTo>
                <a:lnTo>
                  <a:pt x="2165" y="3031"/>
                </a:lnTo>
                <a:lnTo>
                  <a:pt x="2165" y="3030"/>
                </a:lnTo>
                <a:lnTo>
                  <a:pt x="2165" y="3029"/>
                </a:lnTo>
                <a:lnTo>
                  <a:pt x="2166" y="3029"/>
                </a:lnTo>
                <a:lnTo>
                  <a:pt x="2166" y="3028"/>
                </a:lnTo>
                <a:lnTo>
                  <a:pt x="2167" y="3028"/>
                </a:lnTo>
                <a:lnTo>
                  <a:pt x="2168" y="3028"/>
                </a:lnTo>
                <a:lnTo>
                  <a:pt x="2168" y="3027"/>
                </a:lnTo>
                <a:lnTo>
                  <a:pt x="2169" y="3027"/>
                </a:lnTo>
                <a:lnTo>
                  <a:pt x="2169" y="3026"/>
                </a:lnTo>
                <a:lnTo>
                  <a:pt x="2169" y="3025"/>
                </a:lnTo>
                <a:lnTo>
                  <a:pt x="2170" y="3025"/>
                </a:lnTo>
                <a:lnTo>
                  <a:pt x="2171" y="3025"/>
                </a:lnTo>
                <a:lnTo>
                  <a:pt x="2171" y="3024"/>
                </a:lnTo>
                <a:lnTo>
                  <a:pt x="2172" y="3024"/>
                </a:lnTo>
                <a:lnTo>
                  <a:pt x="2173" y="3024"/>
                </a:lnTo>
                <a:lnTo>
                  <a:pt x="2173" y="3023"/>
                </a:lnTo>
                <a:lnTo>
                  <a:pt x="2174" y="3023"/>
                </a:lnTo>
                <a:lnTo>
                  <a:pt x="2174" y="3022"/>
                </a:lnTo>
                <a:lnTo>
                  <a:pt x="2173" y="3022"/>
                </a:lnTo>
                <a:lnTo>
                  <a:pt x="2174" y="3022"/>
                </a:lnTo>
                <a:lnTo>
                  <a:pt x="2174" y="3021"/>
                </a:lnTo>
                <a:lnTo>
                  <a:pt x="2174" y="3022"/>
                </a:lnTo>
                <a:lnTo>
                  <a:pt x="2174" y="3021"/>
                </a:lnTo>
                <a:lnTo>
                  <a:pt x="2174" y="3020"/>
                </a:lnTo>
                <a:lnTo>
                  <a:pt x="2175" y="3020"/>
                </a:lnTo>
                <a:lnTo>
                  <a:pt x="2175" y="3019"/>
                </a:lnTo>
                <a:lnTo>
                  <a:pt x="2174" y="3019"/>
                </a:lnTo>
                <a:lnTo>
                  <a:pt x="2175" y="3019"/>
                </a:lnTo>
                <a:lnTo>
                  <a:pt x="2176" y="3019"/>
                </a:lnTo>
                <a:lnTo>
                  <a:pt x="2176" y="3018"/>
                </a:lnTo>
                <a:lnTo>
                  <a:pt x="2176" y="3017"/>
                </a:lnTo>
                <a:lnTo>
                  <a:pt x="2177" y="3017"/>
                </a:lnTo>
                <a:lnTo>
                  <a:pt x="2178" y="3017"/>
                </a:lnTo>
                <a:lnTo>
                  <a:pt x="2178" y="3016"/>
                </a:lnTo>
                <a:lnTo>
                  <a:pt x="2179" y="3016"/>
                </a:lnTo>
                <a:lnTo>
                  <a:pt x="2179" y="3015"/>
                </a:lnTo>
                <a:lnTo>
                  <a:pt x="2180" y="3015"/>
                </a:lnTo>
                <a:lnTo>
                  <a:pt x="2180" y="3014"/>
                </a:lnTo>
                <a:lnTo>
                  <a:pt x="2181" y="3014"/>
                </a:lnTo>
                <a:lnTo>
                  <a:pt x="2181" y="3013"/>
                </a:lnTo>
                <a:lnTo>
                  <a:pt x="2182" y="3013"/>
                </a:lnTo>
                <a:lnTo>
                  <a:pt x="2183" y="3012"/>
                </a:lnTo>
                <a:lnTo>
                  <a:pt x="2183" y="3011"/>
                </a:lnTo>
                <a:lnTo>
                  <a:pt x="2183" y="3010"/>
                </a:lnTo>
                <a:lnTo>
                  <a:pt x="2184" y="3010"/>
                </a:lnTo>
                <a:lnTo>
                  <a:pt x="2184" y="3009"/>
                </a:lnTo>
                <a:lnTo>
                  <a:pt x="2183" y="3009"/>
                </a:lnTo>
                <a:lnTo>
                  <a:pt x="2183" y="3008"/>
                </a:lnTo>
                <a:lnTo>
                  <a:pt x="2184" y="3008"/>
                </a:lnTo>
                <a:lnTo>
                  <a:pt x="2184" y="3007"/>
                </a:lnTo>
                <a:lnTo>
                  <a:pt x="2185" y="3007"/>
                </a:lnTo>
                <a:lnTo>
                  <a:pt x="2185" y="3006"/>
                </a:lnTo>
                <a:lnTo>
                  <a:pt x="2184" y="3006"/>
                </a:lnTo>
                <a:lnTo>
                  <a:pt x="2184" y="3005"/>
                </a:lnTo>
                <a:lnTo>
                  <a:pt x="2183" y="3005"/>
                </a:lnTo>
                <a:lnTo>
                  <a:pt x="2183" y="3004"/>
                </a:lnTo>
                <a:lnTo>
                  <a:pt x="2183" y="3003"/>
                </a:lnTo>
                <a:lnTo>
                  <a:pt x="2183" y="3002"/>
                </a:lnTo>
                <a:lnTo>
                  <a:pt x="2183" y="3000"/>
                </a:lnTo>
                <a:lnTo>
                  <a:pt x="2184" y="3000"/>
                </a:lnTo>
                <a:lnTo>
                  <a:pt x="2184" y="2999"/>
                </a:lnTo>
                <a:lnTo>
                  <a:pt x="2184" y="2998"/>
                </a:lnTo>
                <a:lnTo>
                  <a:pt x="2185" y="2998"/>
                </a:lnTo>
                <a:lnTo>
                  <a:pt x="2186" y="2998"/>
                </a:lnTo>
                <a:lnTo>
                  <a:pt x="2187" y="2997"/>
                </a:lnTo>
                <a:lnTo>
                  <a:pt x="2186" y="2997"/>
                </a:lnTo>
                <a:lnTo>
                  <a:pt x="2186" y="2996"/>
                </a:lnTo>
                <a:lnTo>
                  <a:pt x="2185" y="2996"/>
                </a:lnTo>
                <a:lnTo>
                  <a:pt x="2185" y="2995"/>
                </a:lnTo>
                <a:lnTo>
                  <a:pt x="2184" y="2995"/>
                </a:lnTo>
                <a:lnTo>
                  <a:pt x="2184" y="2994"/>
                </a:lnTo>
                <a:lnTo>
                  <a:pt x="2183" y="2994"/>
                </a:lnTo>
                <a:lnTo>
                  <a:pt x="2182" y="2994"/>
                </a:lnTo>
                <a:lnTo>
                  <a:pt x="2182" y="2993"/>
                </a:lnTo>
                <a:lnTo>
                  <a:pt x="2181" y="2993"/>
                </a:lnTo>
                <a:lnTo>
                  <a:pt x="2181" y="2994"/>
                </a:lnTo>
                <a:lnTo>
                  <a:pt x="2180" y="2994"/>
                </a:lnTo>
                <a:lnTo>
                  <a:pt x="2179" y="2994"/>
                </a:lnTo>
                <a:lnTo>
                  <a:pt x="2178" y="2994"/>
                </a:lnTo>
                <a:lnTo>
                  <a:pt x="2178" y="2993"/>
                </a:lnTo>
                <a:lnTo>
                  <a:pt x="2178" y="2994"/>
                </a:lnTo>
                <a:lnTo>
                  <a:pt x="2178" y="2993"/>
                </a:lnTo>
                <a:lnTo>
                  <a:pt x="2178" y="2994"/>
                </a:lnTo>
                <a:lnTo>
                  <a:pt x="2177" y="2994"/>
                </a:lnTo>
                <a:lnTo>
                  <a:pt x="2177" y="2993"/>
                </a:lnTo>
                <a:lnTo>
                  <a:pt x="2177" y="2992"/>
                </a:lnTo>
                <a:lnTo>
                  <a:pt x="2177" y="2991"/>
                </a:lnTo>
                <a:lnTo>
                  <a:pt x="2177" y="2990"/>
                </a:lnTo>
                <a:lnTo>
                  <a:pt x="2177" y="2989"/>
                </a:lnTo>
                <a:lnTo>
                  <a:pt x="2178" y="2989"/>
                </a:lnTo>
                <a:lnTo>
                  <a:pt x="2177" y="2988"/>
                </a:lnTo>
                <a:lnTo>
                  <a:pt x="2178" y="2988"/>
                </a:lnTo>
                <a:lnTo>
                  <a:pt x="2178" y="2989"/>
                </a:lnTo>
                <a:lnTo>
                  <a:pt x="2179" y="2989"/>
                </a:lnTo>
                <a:lnTo>
                  <a:pt x="2180" y="2989"/>
                </a:lnTo>
                <a:lnTo>
                  <a:pt x="2181" y="2989"/>
                </a:lnTo>
                <a:lnTo>
                  <a:pt x="2181" y="2988"/>
                </a:lnTo>
                <a:lnTo>
                  <a:pt x="2181" y="2987"/>
                </a:lnTo>
                <a:lnTo>
                  <a:pt x="2182" y="2987"/>
                </a:lnTo>
                <a:lnTo>
                  <a:pt x="2182" y="2986"/>
                </a:lnTo>
                <a:lnTo>
                  <a:pt x="2182" y="2985"/>
                </a:lnTo>
                <a:lnTo>
                  <a:pt x="2181" y="2985"/>
                </a:lnTo>
                <a:lnTo>
                  <a:pt x="2180" y="2985"/>
                </a:lnTo>
                <a:lnTo>
                  <a:pt x="2180" y="2984"/>
                </a:lnTo>
                <a:lnTo>
                  <a:pt x="2179" y="2984"/>
                </a:lnTo>
                <a:lnTo>
                  <a:pt x="2179" y="2983"/>
                </a:lnTo>
                <a:lnTo>
                  <a:pt x="2179" y="2982"/>
                </a:lnTo>
                <a:lnTo>
                  <a:pt x="2178" y="2982"/>
                </a:lnTo>
                <a:lnTo>
                  <a:pt x="2179" y="2982"/>
                </a:lnTo>
                <a:lnTo>
                  <a:pt x="2179" y="2981"/>
                </a:lnTo>
                <a:lnTo>
                  <a:pt x="2178" y="2981"/>
                </a:lnTo>
                <a:lnTo>
                  <a:pt x="2179" y="2981"/>
                </a:lnTo>
                <a:lnTo>
                  <a:pt x="2178" y="2981"/>
                </a:lnTo>
                <a:lnTo>
                  <a:pt x="2179" y="2981"/>
                </a:lnTo>
                <a:lnTo>
                  <a:pt x="2178" y="2980"/>
                </a:lnTo>
                <a:lnTo>
                  <a:pt x="2178" y="2979"/>
                </a:lnTo>
                <a:lnTo>
                  <a:pt x="2178" y="2978"/>
                </a:lnTo>
                <a:lnTo>
                  <a:pt x="2178" y="2977"/>
                </a:lnTo>
                <a:lnTo>
                  <a:pt x="2177" y="2977"/>
                </a:lnTo>
                <a:lnTo>
                  <a:pt x="2177" y="2978"/>
                </a:lnTo>
                <a:lnTo>
                  <a:pt x="2176" y="2978"/>
                </a:lnTo>
                <a:lnTo>
                  <a:pt x="2175" y="2978"/>
                </a:lnTo>
                <a:lnTo>
                  <a:pt x="2174" y="2978"/>
                </a:lnTo>
                <a:lnTo>
                  <a:pt x="2173" y="2979"/>
                </a:lnTo>
                <a:lnTo>
                  <a:pt x="2172" y="2979"/>
                </a:lnTo>
                <a:lnTo>
                  <a:pt x="2172" y="2978"/>
                </a:lnTo>
                <a:lnTo>
                  <a:pt x="2171" y="2978"/>
                </a:lnTo>
                <a:lnTo>
                  <a:pt x="2171" y="2979"/>
                </a:lnTo>
                <a:lnTo>
                  <a:pt x="2171" y="2978"/>
                </a:lnTo>
                <a:lnTo>
                  <a:pt x="2171" y="2979"/>
                </a:lnTo>
                <a:lnTo>
                  <a:pt x="2170" y="2979"/>
                </a:lnTo>
                <a:lnTo>
                  <a:pt x="2169" y="2979"/>
                </a:lnTo>
                <a:lnTo>
                  <a:pt x="2169" y="2978"/>
                </a:lnTo>
                <a:lnTo>
                  <a:pt x="2169" y="2979"/>
                </a:lnTo>
                <a:lnTo>
                  <a:pt x="2168" y="2979"/>
                </a:lnTo>
                <a:lnTo>
                  <a:pt x="2166" y="2979"/>
                </a:lnTo>
                <a:lnTo>
                  <a:pt x="2165" y="2979"/>
                </a:lnTo>
                <a:lnTo>
                  <a:pt x="2166" y="2979"/>
                </a:lnTo>
                <a:lnTo>
                  <a:pt x="2165" y="2979"/>
                </a:lnTo>
                <a:lnTo>
                  <a:pt x="2165" y="2978"/>
                </a:lnTo>
                <a:lnTo>
                  <a:pt x="2165" y="2979"/>
                </a:lnTo>
                <a:lnTo>
                  <a:pt x="2165" y="2978"/>
                </a:lnTo>
                <a:lnTo>
                  <a:pt x="2165" y="2977"/>
                </a:lnTo>
                <a:lnTo>
                  <a:pt x="2166" y="2977"/>
                </a:lnTo>
                <a:lnTo>
                  <a:pt x="2166" y="2976"/>
                </a:lnTo>
                <a:lnTo>
                  <a:pt x="2166" y="2975"/>
                </a:lnTo>
                <a:lnTo>
                  <a:pt x="2167" y="2975"/>
                </a:lnTo>
                <a:lnTo>
                  <a:pt x="2167" y="2974"/>
                </a:lnTo>
                <a:lnTo>
                  <a:pt x="2167" y="2973"/>
                </a:lnTo>
                <a:lnTo>
                  <a:pt x="2167" y="2972"/>
                </a:lnTo>
                <a:lnTo>
                  <a:pt x="2167" y="2971"/>
                </a:lnTo>
                <a:lnTo>
                  <a:pt x="2168" y="2971"/>
                </a:lnTo>
                <a:lnTo>
                  <a:pt x="2167" y="2971"/>
                </a:lnTo>
                <a:lnTo>
                  <a:pt x="2167" y="2970"/>
                </a:lnTo>
                <a:lnTo>
                  <a:pt x="2168" y="2970"/>
                </a:lnTo>
                <a:lnTo>
                  <a:pt x="2168" y="2969"/>
                </a:lnTo>
                <a:lnTo>
                  <a:pt x="2168" y="2968"/>
                </a:lnTo>
                <a:lnTo>
                  <a:pt x="2168" y="2967"/>
                </a:lnTo>
                <a:lnTo>
                  <a:pt x="2168" y="2966"/>
                </a:lnTo>
                <a:lnTo>
                  <a:pt x="2168" y="2965"/>
                </a:lnTo>
                <a:lnTo>
                  <a:pt x="2168" y="2964"/>
                </a:lnTo>
                <a:lnTo>
                  <a:pt x="2168" y="2963"/>
                </a:lnTo>
                <a:lnTo>
                  <a:pt x="2169" y="2962"/>
                </a:lnTo>
                <a:lnTo>
                  <a:pt x="2168" y="2962"/>
                </a:lnTo>
                <a:lnTo>
                  <a:pt x="2168" y="2961"/>
                </a:lnTo>
                <a:lnTo>
                  <a:pt x="2169" y="2961"/>
                </a:lnTo>
                <a:lnTo>
                  <a:pt x="2168" y="2961"/>
                </a:lnTo>
                <a:lnTo>
                  <a:pt x="2169" y="2961"/>
                </a:lnTo>
                <a:lnTo>
                  <a:pt x="2169" y="2959"/>
                </a:lnTo>
                <a:lnTo>
                  <a:pt x="2168" y="2959"/>
                </a:lnTo>
                <a:lnTo>
                  <a:pt x="2169" y="2959"/>
                </a:lnTo>
                <a:lnTo>
                  <a:pt x="2168" y="2959"/>
                </a:lnTo>
                <a:lnTo>
                  <a:pt x="2168" y="2958"/>
                </a:lnTo>
                <a:lnTo>
                  <a:pt x="2169" y="2958"/>
                </a:lnTo>
                <a:lnTo>
                  <a:pt x="2168" y="2958"/>
                </a:lnTo>
                <a:lnTo>
                  <a:pt x="2168" y="2957"/>
                </a:lnTo>
                <a:lnTo>
                  <a:pt x="2169" y="2957"/>
                </a:lnTo>
                <a:lnTo>
                  <a:pt x="2169" y="2956"/>
                </a:lnTo>
                <a:lnTo>
                  <a:pt x="2169" y="2955"/>
                </a:lnTo>
                <a:lnTo>
                  <a:pt x="2169" y="2954"/>
                </a:lnTo>
                <a:lnTo>
                  <a:pt x="2168" y="2953"/>
                </a:lnTo>
                <a:lnTo>
                  <a:pt x="2168" y="2952"/>
                </a:lnTo>
                <a:lnTo>
                  <a:pt x="2169" y="2952"/>
                </a:lnTo>
                <a:lnTo>
                  <a:pt x="2169" y="2951"/>
                </a:lnTo>
                <a:lnTo>
                  <a:pt x="2168" y="2951"/>
                </a:lnTo>
                <a:lnTo>
                  <a:pt x="2168" y="2950"/>
                </a:lnTo>
                <a:lnTo>
                  <a:pt x="2169" y="2950"/>
                </a:lnTo>
                <a:lnTo>
                  <a:pt x="2168" y="2950"/>
                </a:lnTo>
                <a:lnTo>
                  <a:pt x="2168" y="2949"/>
                </a:lnTo>
                <a:lnTo>
                  <a:pt x="2167" y="2949"/>
                </a:lnTo>
                <a:lnTo>
                  <a:pt x="2167" y="2948"/>
                </a:lnTo>
                <a:lnTo>
                  <a:pt x="2166" y="2948"/>
                </a:lnTo>
                <a:lnTo>
                  <a:pt x="2167" y="2948"/>
                </a:lnTo>
                <a:lnTo>
                  <a:pt x="2167" y="2947"/>
                </a:lnTo>
                <a:lnTo>
                  <a:pt x="2168" y="2947"/>
                </a:lnTo>
                <a:lnTo>
                  <a:pt x="2168" y="2946"/>
                </a:lnTo>
                <a:lnTo>
                  <a:pt x="2169" y="2946"/>
                </a:lnTo>
                <a:lnTo>
                  <a:pt x="2169" y="2945"/>
                </a:lnTo>
                <a:lnTo>
                  <a:pt x="2170" y="2945"/>
                </a:lnTo>
                <a:lnTo>
                  <a:pt x="2171" y="2945"/>
                </a:lnTo>
                <a:lnTo>
                  <a:pt x="2172" y="2945"/>
                </a:lnTo>
                <a:lnTo>
                  <a:pt x="2172" y="2944"/>
                </a:lnTo>
                <a:lnTo>
                  <a:pt x="2173" y="2944"/>
                </a:lnTo>
                <a:lnTo>
                  <a:pt x="2174" y="2944"/>
                </a:lnTo>
                <a:lnTo>
                  <a:pt x="2174" y="2943"/>
                </a:lnTo>
                <a:lnTo>
                  <a:pt x="2175" y="2943"/>
                </a:lnTo>
                <a:lnTo>
                  <a:pt x="2176" y="2943"/>
                </a:lnTo>
                <a:lnTo>
                  <a:pt x="2176" y="2942"/>
                </a:lnTo>
                <a:lnTo>
                  <a:pt x="2177" y="2942"/>
                </a:lnTo>
                <a:lnTo>
                  <a:pt x="2177" y="2941"/>
                </a:lnTo>
                <a:lnTo>
                  <a:pt x="2177" y="2940"/>
                </a:lnTo>
                <a:lnTo>
                  <a:pt x="2178" y="2940"/>
                </a:lnTo>
                <a:lnTo>
                  <a:pt x="2178" y="2939"/>
                </a:lnTo>
                <a:lnTo>
                  <a:pt x="2179" y="2939"/>
                </a:lnTo>
                <a:lnTo>
                  <a:pt x="2180" y="2939"/>
                </a:lnTo>
                <a:lnTo>
                  <a:pt x="2180" y="2938"/>
                </a:lnTo>
                <a:lnTo>
                  <a:pt x="2181" y="2937"/>
                </a:lnTo>
                <a:lnTo>
                  <a:pt x="2181" y="2938"/>
                </a:lnTo>
                <a:lnTo>
                  <a:pt x="2182" y="2938"/>
                </a:lnTo>
                <a:lnTo>
                  <a:pt x="2182" y="2939"/>
                </a:lnTo>
                <a:lnTo>
                  <a:pt x="2183" y="2939"/>
                </a:lnTo>
                <a:lnTo>
                  <a:pt x="2184" y="2939"/>
                </a:lnTo>
                <a:lnTo>
                  <a:pt x="2185" y="2939"/>
                </a:lnTo>
                <a:lnTo>
                  <a:pt x="2186" y="2939"/>
                </a:lnTo>
                <a:lnTo>
                  <a:pt x="2187" y="2939"/>
                </a:lnTo>
                <a:lnTo>
                  <a:pt x="2188" y="2939"/>
                </a:lnTo>
                <a:lnTo>
                  <a:pt x="2188" y="2938"/>
                </a:lnTo>
                <a:lnTo>
                  <a:pt x="2189" y="2938"/>
                </a:lnTo>
                <a:lnTo>
                  <a:pt x="2189" y="2937"/>
                </a:lnTo>
                <a:lnTo>
                  <a:pt x="2189" y="2936"/>
                </a:lnTo>
                <a:lnTo>
                  <a:pt x="2188" y="2935"/>
                </a:lnTo>
                <a:lnTo>
                  <a:pt x="2189" y="2935"/>
                </a:lnTo>
                <a:lnTo>
                  <a:pt x="2188" y="2935"/>
                </a:lnTo>
                <a:lnTo>
                  <a:pt x="2188" y="2934"/>
                </a:lnTo>
                <a:lnTo>
                  <a:pt x="2187" y="2934"/>
                </a:lnTo>
                <a:lnTo>
                  <a:pt x="2187" y="2933"/>
                </a:lnTo>
                <a:lnTo>
                  <a:pt x="2186" y="2933"/>
                </a:lnTo>
                <a:lnTo>
                  <a:pt x="2186" y="2934"/>
                </a:lnTo>
                <a:lnTo>
                  <a:pt x="2186" y="2933"/>
                </a:lnTo>
                <a:lnTo>
                  <a:pt x="2185" y="2933"/>
                </a:lnTo>
                <a:lnTo>
                  <a:pt x="2185" y="2932"/>
                </a:lnTo>
                <a:lnTo>
                  <a:pt x="2184" y="2932"/>
                </a:lnTo>
                <a:lnTo>
                  <a:pt x="2184" y="2931"/>
                </a:lnTo>
                <a:lnTo>
                  <a:pt x="2183" y="2931"/>
                </a:lnTo>
                <a:lnTo>
                  <a:pt x="2183" y="2929"/>
                </a:lnTo>
                <a:lnTo>
                  <a:pt x="2183" y="2928"/>
                </a:lnTo>
                <a:lnTo>
                  <a:pt x="2183" y="2927"/>
                </a:lnTo>
                <a:lnTo>
                  <a:pt x="2183" y="2926"/>
                </a:lnTo>
                <a:lnTo>
                  <a:pt x="2183" y="2925"/>
                </a:lnTo>
                <a:lnTo>
                  <a:pt x="2182" y="2925"/>
                </a:lnTo>
                <a:lnTo>
                  <a:pt x="2182" y="2924"/>
                </a:lnTo>
                <a:lnTo>
                  <a:pt x="2182" y="2923"/>
                </a:lnTo>
                <a:lnTo>
                  <a:pt x="2182" y="2922"/>
                </a:lnTo>
                <a:lnTo>
                  <a:pt x="2182" y="2921"/>
                </a:lnTo>
                <a:lnTo>
                  <a:pt x="2182" y="2920"/>
                </a:lnTo>
                <a:lnTo>
                  <a:pt x="2182" y="2919"/>
                </a:lnTo>
                <a:lnTo>
                  <a:pt x="2182" y="2918"/>
                </a:lnTo>
                <a:lnTo>
                  <a:pt x="2183" y="2918"/>
                </a:lnTo>
                <a:lnTo>
                  <a:pt x="2183" y="2917"/>
                </a:lnTo>
                <a:lnTo>
                  <a:pt x="2183" y="2916"/>
                </a:lnTo>
                <a:lnTo>
                  <a:pt x="2183" y="2915"/>
                </a:lnTo>
                <a:lnTo>
                  <a:pt x="2183" y="2914"/>
                </a:lnTo>
                <a:lnTo>
                  <a:pt x="2182" y="2914"/>
                </a:lnTo>
                <a:lnTo>
                  <a:pt x="2182" y="2913"/>
                </a:lnTo>
                <a:lnTo>
                  <a:pt x="2183" y="2913"/>
                </a:lnTo>
                <a:lnTo>
                  <a:pt x="2184" y="2913"/>
                </a:lnTo>
                <a:lnTo>
                  <a:pt x="2185" y="2913"/>
                </a:lnTo>
                <a:lnTo>
                  <a:pt x="2185" y="2912"/>
                </a:lnTo>
                <a:lnTo>
                  <a:pt x="2186" y="2912"/>
                </a:lnTo>
                <a:lnTo>
                  <a:pt x="2186" y="2911"/>
                </a:lnTo>
                <a:lnTo>
                  <a:pt x="2186" y="2910"/>
                </a:lnTo>
                <a:lnTo>
                  <a:pt x="2187" y="2910"/>
                </a:lnTo>
                <a:lnTo>
                  <a:pt x="2187" y="2909"/>
                </a:lnTo>
                <a:lnTo>
                  <a:pt x="2187" y="2908"/>
                </a:lnTo>
                <a:lnTo>
                  <a:pt x="2188" y="2908"/>
                </a:lnTo>
                <a:lnTo>
                  <a:pt x="2188" y="2907"/>
                </a:lnTo>
                <a:lnTo>
                  <a:pt x="2188" y="2906"/>
                </a:lnTo>
                <a:lnTo>
                  <a:pt x="2189" y="2906"/>
                </a:lnTo>
                <a:lnTo>
                  <a:pt x="2189" y="2905"/>
                </a:lnTo>
                <a:lnTo>
                  <a:pt x="2189" y="2904"/>
                </a:lnTo>
                <a:lnTo>
                  <a:pt x="2190" y="2904"/>
                </a:lnTo>
                <a:lnTo>
                  <a:pt x="2190" y="2903"/>
                </a:lnTo>
                <a:lnTo>
                  <a:pt x="2189" y="2903"/>
                </a:lnTo>
                <a:lnTo>
                  <a:pt x="2189" y="2902"/>
                </a:lnTo>
                <a:lnTo>
                  <a:pt x="2190" y="2902"/>
                </a:lnTo>
                <a:lnTo>
                  <a:pt x="2190" y="2901"/>
                </a:lnTo>
                <a:lnTo>
                  <a:pt x="2190" y="2900"/>
                </a:lnTo>
                <a:lnTo>
                  <a:pt x="2191" y="2900"/>
                </a:lnTo>
                <a:lnTo>
                  <a:pt x="2191" y="2899"/>
                </a:lnTo>
                <a:lnTo>
                  <a:pt x="2191" y="2898"/>
                </a:lnTo>
                <a:lnTo>
                  <a:pt x="2191" y="2897"/>
                </a:lnTo>
                <a:lnTo>
                  <a:pt x="2192" y="2897"/>
                </a:lnTo>
                <a:lnTo>
                  <a:pt x="2192" y="2896"/>
                </a:lnTo>
                <a:lnTo>
                  <a:pt x="2192" y="2895"/>
                </a:lnTo>
                <a:lnTo>
                  <a:pt x="2193" y="2895"/>
                </a:lnTo>
                <a:lnTo>
                  <a:pt x="2193" y="2894"/>
                </a:lnTo>
                <a:lnTo>
                  <a:pt x="2194" y="2894"/>
                </a:lnTo>
                <a:lnTo>
                  <a:pt x="2195" y="2894"/>
                </a:lnTo>
                <a:lnTo>
                  <a:pt x="2195" y="2895"/>
                </a:lnTo>
                <a:lnTo>
                  <a:pt x="2195" y="2894"/>
                </a:lnTo>
                <a:lnTo>
                  <a:pt x="2196" y="2894"/>
                </a:lnTo>
                <a:lnTo>
                  <a:pt x="2196" y="2895"/>
                </a:lnTo>
                <a:lnTo>
                  <a:pt x="2196" y="2896"/>
                </a:lnTo>
                <a:lnTo>
                  <a:pt x="2197" y="2896"/>
                </a:lnTo>
                <a:lnTo>
                  <a:pt x="2197" y="2897"/>
                </a:lnTo>
                <a:lnTo>
                  <a:pt x="2198" y="2897"/>
                </a:lnTo>
                <a:lnTo>
                  <a:pt x="2198" y="2898"/>
                </a:lnTo>
                <a:lnTo>
                  <a:pt x="2198" y="2899"/>
                </a:lnTo>
                <a:lnTo>
                  <a:pt x="2199" y="2899"/>
                </a:lnTo>
                <a:lnTo>
                  <a:pt x="2199" y="2900"/>
                </a:lnTo>
                <a:lnTo>
                  <a:pt x="2200" y="2900"/>
                </a:lnTo>
                <a:lnTo>
                  <a:pt x="2201" y="2900"/>
                </a:lnTo>
                <a:lnTo>
                  <a:pt x="2201" y="2899"/>
                </a:lnTo>
                <a:lnTo>
                  <a:pt x="2202" y="2899"/>
                </a:lnTo>
                <a:lnTo>
                  <a:pt x="2202" y="2900"/>
                </a:lnTo>
                <a:lnTo>
                  <a:pt x="2202" y="2899"/>
                </a:lnTo>
                <a:lnTo>
                  <a:pt x="2202" y="2900"/>
                </a:lnTo>
                <a:lnTo>
                  <a:pt x="2202" y="2899"/>
                </a:lnTo>
                <a:lnTo>
                  <a:pt x="2203" y="2899"/>
                </a:lnTo>
                <a:lnTo>
                  <a:pt x="2203" y="2898"/>
                </a:lnTo>
                <a:lnTo>
                  <a:pt x="2204" y="2898"/>
                </a:lnTo>
                <a:lnTo>
                  <a:pt x="2204" y="2897"/>
                </a:lnTo>
                <a:lnTo>
                  <a:pt x="2205" y="2897"/>
                </a:lnTo>
                <a:lnTo>
                  <a:pt x="2205" y="2896"/>
                </a:lnTo>
                <a:lnTo>
                  <a:pt x="2206" y="2896"/>
                </a:lnTo>
                <a:lnTo>
                  <a:pt x="2206" y="2895"/>
                </a:lnTo>
                <a:lnTo>
                  <a:pt x="2207" y="2895"/>
                </a:lnTo>
                <a:lnTo>
                  <a:pt x="2207" y="2894"/>
                </a:lnTo>
                <a:lnTo>
                  <a:pt x="2207" y="2893"/>
                </a:lnTo>
                <a:lnTo>
                  <a:pt x="2208" y="2893"/>
                </a:lnTo>
                <a:lnTo>
                  <a:pt x="2208" y="2892"/>
                </a:lnTo>
                <a:lnTo>
                  <a:pt x="2208" y="2891"/>
                </a:lnTo>
                <a:lnTo>
                  <a:pt x="2209" y="2890"/>
                </a:lnTo>
                <a:lnTo>
                  <a:pt x="2210" y="2890"/>
                </a:lnTo>
                <a:lnTo>
                  <a:pt x="2211" y="2890"/>
                </a:lnTo>
                <a:lnTo>
                  <a:pt x="2211" y="2891"/>
                </a:lnTo>
                <a:lnTo>
                  <a:pt x="2211" y="2890"/>
                </a:lnTo>
                <a:lnTo>
                  <a:pt x="2212" y="2890"/>
                </a:lnTo>
                <a:lnTo>
                  <a:pt x="2213" y="2890"/>
                </a:lnTo>
                <a:lnTo>
                  <a:pt x="2213" y="2889"/>
                </a:lnTo>
                <a:lnTo>
                  <a:pt x="2214" y="2889"/>
                </a:lnTo>
                <a:lnTo>
                  <a:pt x="2214" y="2888"/>
                </a:lnTo>
                <a:lnTo>
                  <a:pt x="2214" y="2887"/>
                </a:lnTo>
                <a:lnTo>
                  <a:pt x="2215" y="2887"/>
                </a:lnTo>
                <a:lnTo>
                  <a:pt x="2216" y="2887"/>
                </a:lnTo>
                <a:lnTo>
                  <a:pt x="2216" y="2886"/>
                </a:lnTo>
                <a:lnTo>
                  <a:pt x="2216" y="2885"/>
                </a:lnTo>
                <a:lnTo>
                  <a:pt x="2216" y="2884"/>
                </a:lnTo>
                <a:lnTo>
                  <a:pt x="2216" y="2883"/>
                </a:lnTo>
                <a:lnTo>
                  <a:pt x="2217" y="2883"/>
                </a:lnTo>
                <a:lnTo>
                  <a:pt x="2216" y="2883"/>
                </a:lnTo>
                <a:lnTo>
                  <a:pt x="2216" y="2882"/>
                </a:lnTo>
                <a:lnTo>
                  <a:pt x="2217" y="2882"/>
                </a:lnTo>
                <a:lnTo>
                  <a:pt x="2217" y="2881"/>
                </a:lnTo>
                <a:lnTo>
                  <a:pt x="2218" y="2882"/>
                </a:lnTo>
                <a:lnTo>
                  <a:pt x="2219" y="2882"/>
                </a:lnTo>
                <a:lnTo>
                  <a:pt x="2220" y="2882"/>
                </a:lnTo>
                <a:lnTo>
                  <a:pt x="2220" y="2881"/>
                </a:lnTo>
                <a:lnTo>
                  <a:pt x="2220" y="2880"/>
                </a:lnTo>
                <a:lnTo>
                  <a:pt x="2221" y="2880"/>
                </a:lnTo>
                <a:lnTo>
                  <a:pt x="2221" y="2879"/>
                </a:lnTo>
                <a:lnTo>
                  <a:pt x="2221" y="2878"/>
                </a:lnTo>
                <a:lnTo>
                  <a:pt x="2220" y="2878"/>
                </a:lnTo>
                <a:lnTo>
                  <a:pt x="2220" y="2877"/>
                </a:lnTo>
                <a:lnTo>
                  <a:pt x="2221" y="2877"/>
                </a:lnTo>
                <a:lnTo>
                  <a:pt x="2221" y="2876"/>
                </a:lnTo>
                <a:lnTo>
                  <a:pt x="2222" y="2875"/>
                </a:lnTo>
                <a:lnTo>
                  <a:pt x="2221" y="2875"/>
                </a:lnTo>
                <a:lnTo>
                  <a:pt x="2221" y="2874"/>
                </a:lnTo>
                <a:lnTo>
                  <a:pt x="2221" y="2873"/>
                </a:lnTo>
                <a:lnTo>
                  <a:pt x="2220" y="2873"/>
                </a:lnTo>
                <a:lnTo>
                  <a:pt x="2221" y="2873"/>
                </a:lnTo>
                <a:lnTo>
                  <a:pt x="2220" y="2873"/>
                </a:lnTo>
                <a:lnTo>
                  <a:pt x="2220" y="2872"/>
                </a:lnTo>
                <a:lnTo>
                  <a:pt x="2220" y="2871"/>
                </a:lnTo>
                <a:lnTo>
                  <a:pt x="2219" y="2871"/>
                </a:lnTo>
                <a:lnTo>
                  <a:pt x="2219" y="2870"/>
                </a:lnTo>
                <a:lnTo>
                  <a:pt x="2219" y="2869"/>
                </a:lnTo>
                <a:lnTo>
                  <a:pt x="2219" y="2868"/>
                </a:lnTo>
                <a:lnTo>
                  <a:pt x="2220" y="2868"/>
                </a:lnTo>
                <a:lnTo>
                  <a:pt x="2221" y="2868"/>
                </a:lnTo>
                <a:lnTo>
                  <a:pt x="2222" y="2868"/>
                </a:lnTo>
                <a:lnTo>
                  <a:pt x="2222" y="2867"/>
                </a:lnTo>
                <a:lnTo>
                  <a:pt x="2222" y="2866"/>
                </a:lnTo>
                <a:lnTo>
                  <a:pt x="2223" y="2866"/>
                </a:lnTo>
                <a:lnTo>
                  <a:pt x="2223" y="2865"/>
                </a:lnTo>
                <a:lnTo>
                  <a:pt x="2224" y="2865"/>
                </a:lnTo>
                <a:lnTo>
                  <a:pt x="2224" y="2864"/>
                </a:lnTo>
                <a:lnTo>
                  <a:pt x="2224" y="2863"/>
                </a:lnTo>
                <a:lnTo>
                  <a:pt x="2224" y="2862"/>
                </a:lnTo>
                <a:lnTo>
                  <a:pt x="2224" y="2861"/>
                </a:lnTo>
                <a:lnTo>
                  <a:pt x="2224" y="2860"/>
                </a:lnTo>
                <a:lnTo>
                  <a:pt x="2223" y="2860"/>
                </a:lnTo>
                <a:lnTo>
                  <a:pt x="2223" y="2859"/>
                </a:lnTo>
                <a:lnTo>
                  <a:pt x="2223" y="2858"/>
                </a:lnTo>
                <a:lnTo>
                  <a:pt x="2222" y="2857"/>
                </a:lnTo>
                <a:lnTo>
                  <a:pt x="2223" y="2857"/>
                </a:lnTo>
                <a:lnTo>
                  <a:pt x="2224" y="2858"/>
                </a:lnTo>
                <a:lnTo>
                  <a:pt x="2224" y="2857"/>
                </a:lnTo>
                <a:lnTo>
                  <a:pt x="2224" y="2858"/>
                </a:lnTo>
                <a:lnTo>
                  <a:pt x="2224" y="2859"/>
                </a:lnTo>
                <a:lnTo>
                  <a:pt x="2225" y="2859"/>
                </a:lnTo>
                <a:lnTo>
                  <a:pt x="2226" y="2858"/>
                </a:lnTo>
                <a:lnTo>
                  <a:pt x="2226" y="2859"/>
                </a:lnTo>
                <a:lnTo>
                  <a:pt x="2227" y="2859"/>
                </a:lnTo>
                <a:lnTo>
                  <a:pt x="2228" y="2859"/>
                </a:lnTo>
                <a:lnTo>
                  <a:pt x="2229" y="2859"/>
                </a:lnTo>
                <a:lnTo>
                  <a:pt x="2230" y="2859"/>
                </a:lnTo>
                <a:lnTo>
                  <a:pt x="2230" y="2860"/>
                </a:lnTo>
                <a:lnTo>
                  <a:pt x="2230" y="2859"/>
                </a:lnTo>
                <a:lnTo>
                  <a:pt x="2230" y="2860"/>
                </a:lnTo>
                <a:lnTo>
                  <a:pt x="2231" y="2860"/>
                </a:lnTo>
                <a:lnTo>
                  <a:pt x="2231" y="2861"/>
                </a:lnTo>
                <a:lnTo>
                  <a:pt x="2232" y="2861"/>
                </a:lnTo>
                <a:lnTo>
                  <a:pt x="2232" y="2862"/>
                </a:lnTo>
                <a:lnTo>
                  <a:pt x="2233" y="2862"/>
                </a:lnTo>
                <a:lnTo>
                  <a:pt x="2234" y="2862"/>
                </a:lnTo>
                <a:lnTo>
                  <a:pt x="2234" y="2863"/>
                </a:lnTo>
                <a:lnTo>
                  <a:pt x="2234" y="2864"/>
                </a:lnTo>
                <a:lnTo>
                  <a:pt x="2234" y="2865"/>
                </a:lnTo>
                <a:lnTo>
                  <a:pt x="2235" y="2865"/>
                </a:lnTo>
                <a:lnTo>
                  <a:pt x="2235" y="2866"/>
                </a:lnTo>
                <a:lnTo>
                  <a:pt x="2236" y="2866"/>
                </a:lnTo>
                <a:lnTo>
                  <a:pt x="2236" y="2865"/>
                </a:lnTo>
                <a:lnTo>
                  <a:pt x="2236" y="2864"/>
                </a:lnTo>
                <a:lnTo>
                  <a:pt x="2237" y="2864"/>
                </a:lnTo>
                <a:lnTo>
                  <a:pt x="2237" y="2863"/>
                </a:lnTo>
                <a:lnTo>
                  <a:pt x="2238" y="2863"/>
                </a:lnTo>
                <a:lnTo>
                  <a:pt x="2238" y="2862"/>
                </a:lnTo>
                <a:lnTo>
                  <a:pt x="2239" y="2862"/>
                </a:lnTo>
                <a:lnTo>
                  <a:pt x="2239" y="2863"/>
                </a:lnTo>
                <a:lnTo>
                  <a:pt x="2239" y="2862"/>
                </a:lnTo>
                <a:lnTo>
                  <a:pt x="2239" y="2863"/>
                </a:lnTo>
                <a:lnTo>
                  <a:pt x="2240" y="2863"/>
                </a:lnTo>
                <a:lnTo>
                  <a:pt x="2240" y="2862"/>
                </a:lnTo>
                <a:lnTo>
                  <a:pt x="2241" y="2862"/>
                </a:lnTo>
                <a:lnTo>
                  <a:pt x="2241" y="2861"/>
                </a:lnTo>
                <a:lnTo>
                  <a:pt x="2242" y="2861"/>
                </a:lnTo>
                <a:lnTo>
                  <a:pt x="2242" y="2860"/>
                </a:lnTo>
                <a:lnTo>
                  <a:pt x="2243" y="2860"/>
                </a:lnTo>
                <a:lnTo>
                  <a:pt x="2243" y="2861"/>
                </a:lnTo>
                <a:lnTo>
                  <a:pt x="2244" y="2861"/>
                </a:lnTo>
                <a:lnTo>
                  <a:pt x="2244" y="2860"/>
                </a:lnTo>
                <a:lnTo>
                  <a:pt x="2244" y="2859"/>
                </a:lnTo>
                <a:lnTo>
                  <a:pt x="2244" y="2858"/>
                </a:lnTo>
                <a:lnTo>
                  <a:pt x="2244" y="2857"/>
                </a:lnTo>
                <a:lnTo>
                  <a:pt x="2244" y="2856"/>
                </a:lnTo>
                <a:lnTo>
                  <a:pt x="2244" y="2855"/>
                </a:lnTo>
                <a:lnTo>
                  <a:pt x="2244" y="2854"/>
                </a:lnTo>
                <a:lnTo>
                  <a:pt x="2245" y="2854"/>
                </a:lnTo>
                <a:lnTo>
                  <a:pt x="2245" y="2853"/>
                </a:lnTo>
                <a:lnTo>
                  <a:pt x="2246" y="2853"/>
                </a:lnTo>
                <a:lnTo>
                  <a:pt x="2246" y="2852"/>
                </a:lnTo>
                <a:lnTo>
                  <a:pt x="2247" y="2852"/>
                </a:lnTo>
                <a:lnTo>
                  <a:pt x="2248" y="2852"/>
                </a:lnTo>
                <a:lnTo>
                  <a:pt x="2248" y="2851"/>
                </a:lnTo>
                <a:lnTo>
                  <a:pt x="2249" y="2852"/>
                </a:lnTo>
                <a:lnTo>
                  <a:pt x="2249" y="2851"/>
                </a:lnTo>
                <a:lnTo>
                  <a:pt x="2249" y="2850"/>
                </a:lnTo>
                <a:lnTo>
                  <a:pt x="2250" y="2850"/>
                </a:lnTo>
                <a:lnTo>
                  <a:pt x="2250" y="2849"/>
                </a:lnTo>
                <a:lnTo>
                  <a:pt x="2249" y="2849"/>
                </a:lnTo>
                <a:lnTo>
                  <a:pt x="2249" y="2848"/>
                </a:lnTo>
                <a:lnTo>
                  <a:pt x="2249" y="2847"/>
                </a:lnTo>
                <a:lnTo>
                  <a:pt x="2249" y="2846"/>
                </a:lnTo>
                <a:lnTo>
                  <a:pt x="2250" y="2846"/>
                </a:lnTo>
                <a:lnTo>
                  <a:pt x="2250" y="2845"/>
                </a:lnTo>
                <a:lnTo>
                  <a:pt x="2250" y="2844"/>
                </a:lnTo>
                <a:lnTo>
                  <a:pt x="2251" y="2844"/>
                </a:lnTo>
                <a:lnTo>
                  <a:pt x="2251" y="2843"/>
                </a:lnTo>
                <a:lnTo>
                  <a:pt x="2250" y="2843"/>
                </a:lnTo>
                <a:lnTo>
                  <a:pt x="2250" y="2842"/>
                </a:lnTo>
                <a:lnTo>
                  <a:pt x="2250" y="2841"/>
                </a:lnTo>
                <a:lnTo>
                  <a:pt x="2251" y="2841"/>
                </a:lnTo>
                <a:lnTo>
                  <a:pt x="2251" y="2840"/>
                </a:lnTo>
                <a:lnTo>
                  <a:pt x="2251" y="2841"/>
                </a:lnTo>
                <a:lnTo>
                  <a:pt x="2251" y="2840"/>
                </a:lnTo>
                <a:lnTo>
                  <a:pt x="2252" y="2840"/>
                </a:lnTo>
                <a:lnTo>
                  <a:pt x="2252" y="2839"/>
                </a:lnTo>
                <a:lnTo>
                  <a:pt x="2252" y="2838"/>
                </a:lnTo>
                <a:lnTo>
                  <a:pt x="2253" y="2838"/>
                </a:lnTo>
                <a:lnTo>
                  <a:pt x="2254" y="2838"/>
                </a:lnTo>
                <a:lnTo>
                  <a:pt x="2254" y="2837"/>
                </a:lnTo>
                <a:lnTo>
                  <a:pt x="2254" y="2836"/>
                </a:lnTo>
                <a:lnTo>
                  <a:pt x="2255" y="2836"/>
                </a:lnTo>
                <a:lnTo>
                  <a:pt x="2255" y="2835"/>
                </a:lnTo>
                <a:lnTo>
                  <a:pt x="2256" y="2835"/>
                </a:lnTo>
                <a:lnTo>
                  <a:pt x="2257" y="2835"/>
                </a:lnTo>
                <a:lnTo>
                  <a:pt x="2258" y="2835"/>
                </a:lnTo>
                <a:lnTo>
                  <a:pt x="2259" y="2835"/>
                </a:lnTo>
                <a:lnTo>
                  <a:pt x="2259" y="2836"/>
                </a:lnTo>
                <a:lnTo>
                  <a:pt x="2259" y="2837"/>
                </a:lnTo>
                <a:lnTo>
                  <a:pt x="2260" y="2837"/>
                </a:lnTo>
                <a:lnTo>
                  <a:pt x="2261" y="2837"/>
                </a:lnTo>
                <a:lnTo>
                  <a:pt x="2261" y="2838"/>
                </a:lnTo>
                <a:lnTo>
                  <a:pt x="2262" y="2838"/>
                </a:lnTo>
                <a:lnTo>
                  <a:pt x="2263" y="2838"/>
                </a:lnTo>
                <a:lnTo>
                  <a:pt x="2263" y="2839"/>
                </a:lnTo>
                <a:lnTo>
                  <a:pt x="2264" y="2839"/>
                </a:lnTo>
                <a:lnTo>
                  <a:pt x="2264" y="2840"/>
                </a:lnTo>
                <a:lnTo>
                  <a:pt x="2265" y="2840"/>
                </a:lnTo>
                <a:lnTo>
                  <a:pt x="2265" y="2839"/>
                </a:lnTo>
                <a:lnTo>
                  <a:pt x="2266" y="2839"/>
                </a:lnTo>
                <a:lnTo>
                  <a:pt x="2266" y="2838"/>
                </a:lnTo>
                <a:lnTo>
                  <a:pt x="2267" y="2838"/>
                </a:lnTo>
                <a:lnTo>
                  <a:pt x="2268" y="2838"/>
                </a:lnTo>
                <a:lnTo>
                  <a:pt x="2268" y="2837"/>
                </a:lnTo>
                <a:lnTo>
                  <a:pt x="2269" y="2837"/>
                </a:lnTo>
                <a:lnTo>
                  <a:pt x="2269" y="2836"/>
                </a:lnTo>
                <a:lnTo>
                  <a:pt x="2269" y="2835"/>
                </a:lnTo>
                <a:lnTo>
                  <a:pt x="2270" y="2835"/>
                </a:lnTo>
                <a:lnTo>
                  <a:pt x="2271" y="2834"/>
                </a:lnTo>
                <a:lnTo>
                  <a:pt x="2271" y="2833"/>
                </a:lnTo>
                <a:lnTo>
                  <a:pt x="2271" y="2832"/>
                </a:lnTo>
                <a:lnTo>
                  <a:pt x="2271" y="2831"/>
                </a:lnTo>
                <a:lnTo>
                  <a:pt x="2271" y="2830"/>
                </a:lnTo>
                <a:lnTo>
                  <a:pt x="2271" y="2829"/>
                </a:lnTo>
                <a:lnTo>
                  <a:pt x="2270" y="2829"/>
                </a:lnTo>
                <a:lnTo>
                  <a:pt x="2270" y="2828"/>
                </a:lnTo>
                <a:lnTo>
                  <a:pt x="2269" y="2828"/>
                </a:lnTo>
                <a:lnTo>
                  <a:pt x="2269" y="2827"/>
                </a:lnTo>
                <a:lnTo>
                  <a:pt x="2269" y="2826"/>
                </a:lnTo>
                <a:lnTo>
                  <a:pt x="2269" y="2825"/>
                </a:lnTo>
                <a:lnTo>
                  <a:pt x="2268" y="2825"/>
                </a:lnTo>
                <a:lnTo>
                  <a:pt x="2268" y="2824"/>
                </a:lnTo>
                <a:lnTo>
                  <a:pt x="2267" y="2824"/>
                </a:lnTo>
                <a:lnTo>
                  <a:pt x="2267" y="2823"/>
                </a:lnTo>
                <a:lnTo>
                  <a:pt x="2266" y="2823"/>
                </a:lnTo>
                <a:lnTo>
                  <a:pt x="2266" y="2822"/>
                </a:lnTo>
                <a:lnTo>
                  <a:pt x="2265" y="2822"/>
                </a:lnTo>
                <a:lnTo>
                  <a:pt x="2264" y="2822"/>
                </a:lnTo>
                <a:lnTo>
                  <a:pt x="2263" y="2822"/>
                </a:lnTo>
                <a:lnTo>
                  <a:pt x="2263" y="2821"/>
                </a:lnTo>
                <a:lnTo>
                  <a:pt x="2263" y="2820"/>
                </a:lnTo>
                <a:lnTo>
                  <a:pt x="2262" y="2820"/>
                </a:lnTo>
                <a:lnTo>
                  <a:pt x="2262" y="2819"/>
                </a:lnTo>
                <a:lnTo>
                  <a:pt x="2263" y="2819"/>
                </a:lnTo>
                <a:lnTo>
                  <a:pt x="2263" y="2818"/>
                </a:lnTo>
                <a:lnTo>
                  <a:pt x="2262" y="2818"/>
                </a:lnTo>
                <a:lnTo>
                  <a:pt x="2262" y="2817"/>
                </a:lnTo>
                <a:lnTo>
                  <a:pt x="2262" y="2816"/>
                </a:lnTo>
                <a:lnTo>
                  <a:pt x="2262" y="2815"/>
                </a:lnTo>
                <a:lnTo>
                  <a:pt x="2262" y="2814"/>
                </a:lnTo>
                <a:lnTo>
                  <a:pt x="2262" y="2813"/>
                </a:lnTo>
                <a:lnTo>
                  <a:pt x="2261" y="2813"/>
                </a:lnTo>
                <a:lnTo>
                  <a:pt x="2261" y="2812"/>
                </a:lnTo>
                <a:lnTo>
                  <a:pt x="2260" y="2812"/>
                </a:lnTo>
                <a:lnTo>
                  <a:pt x="2260" y="2811"/>
                </a:lnTo>
                <a:lnTo>
                  <a:pt x="2260" y="2810"/>
                </a:lnTo>
                <a:lnTo>
                  <a:pt x="2260" y="2809"/>
                </a:lnTo>
                <a:lnTo>
                  <a:pt x="2260" y="2808"/>
                </a:lnTo>
                <a:lnTo>
                  <a:pt x="2259" y="2808"/>
                </a:lnTo>
                <a:lnTo>
                  <a:pt x="2260" y="2808"/>
                </a:lnTo>
                <a:lnTo>
                  <a:pt x="2259" y="2808"/>
                </a:lnTo>
                <a:lnTo>
                  <a:pt x="2259" y="2807"/>
                </a:lnTo>
                <a:lnTo>
                  <a:pt x="2260" y="2807"/>
                </a:lnTo>
                <a:lnTo>
                  <a:pt x="2260" y="2806"/>
                </a:lnTo>
                <a:lnTo>
                  <a:pt x="2260" y="2805"/>
                </a:lnTo>
                <a:lnTo>
                  <a:pt x="2260" y="2804"/>
                </a:lnTo>
                <a:lnTo>
                  <a:pt x="2260" y="2805"/>
                </a:lnTo>
                <a:lnTo>
                  <a:pt x="2261" y="2805"/>
                </a:lnTo>
                <a:lnTo>
                  <a:pt x="2262" y="2806"/>
                </a:lnTo>
                <a:lnTo>
                  <a:pt x="2262" y="2805"/>
                </a:lnTo>
                <a:lnTo>
                  <a:pt x="2263" y="2805"/>
                </a:lnTo>
                <a:lnTo>
                  <a:pt x="2264" y="2805"/>
                </a:lnTo>
                <a:lnTo>
                  <a:pt x="2264" y="2804"/>
                </a:lnTo>
                <a:lnTo>
                  <a:pt x="2265" y="2804"/>
                </a:lnTo>
                <a:lnTo>
                  <a:pt x="2266" y="2804"/>
                </a:lnTo>
                <a:lnTo>
                  <a:pt x="2266" y="2805"/>
                </a:lnTo>
                <a:lnTo>
                  <a:pt x="2267" y="2805"/>
                </a:lnTo>
                <a:lnTo>
                  <a:pt x="2267" y="2806"/>
                </a:lnTo>
                <a:lnTo>
                  <a:pt x="2267" y="2807"/>
                </a:lnTo>
                <a:lnTo>
                  <a:pt x="2267" y="2808"/>
                </a:lnTo>
                <a:lnTo>
                  <a:pt x="2267" y="2809"/>
                </a:lnTo>
                <a:lnTo>
                  <a:pt x="2267" y="2810"/>
                </a:lnTo>
                <a:lnTo>
                  <a:pt x="2268" y="2810"/>
                </a:lnTo>
                <a:lnTo>
                  <a:pt x="2268" y="2809"/>
                </a:lnTo>
                <a:lnTo>
                  <a:pt x="2269" y="2809"/>
                </a:lnTo>
                <a:lnTo>
                  <a:pt x="2269" y="2808"/>
                </a:lnTo>
                <a:lnTo>
                  <a:pt x="2270" y="2808"/>
                </a:lnTo>
                <a:lnTo>
                  <a:pt x="2271" y="2808"/>
                </a:lnTo>
                <a:lnTo>
                  <a:pt x="2271" y="2807"/>
                </a:lnTo>
                <a:lnTo>
                  <a:pt x="2272" y="2807"/>
                </a:lnTo>
                <a:lnTo>
                  <a:pt x="2272" y="2806"/>
                </a:lnTo>
                <a:lnTo>
                  <a:pt x="2272" y="2805"/>
                </a:lnTo>
                <a:lnTo>
                  <a:pt x="2272" y="2804"/>
                </a:lnTo>
                <a:lnTo>
                  <a:pt x="2271" y="2804"/>
                </a:lnTo>
                <a:lnTo>
                  <a:pt x="2271" y="2805"/>
                </a:lnTo>
                <a:lnTo>
                  <a:pt x="2271" y="2804"/>
                </a:lnTo>
                <a:lnTo>
                  <a:pt x="2271" y="2803"/>
                </a:lnTo>
                <a:lnTo>
                  <a:pt x="2272" y="2803"/>
                </a:lnTo>
                <a:lnTo>
                  <a:pt x="2273" y="2803"/>
                </a:lnTo>
                <a:lnTo>
                  <a:pt x="2273" y="2802"/>
                </a:lnTo>
                <a:lnTo>
                  <a:pt x="2273" y="2801"/>
                </a:lnTo>
                <a:lnTo>
                  <a:pt x="2274" y="2801"/>
                </a:lnTo>
                <a:lnTo>
                  <a:pt x="2274" y="2800"/>
                </a:lnTo>
                <a:lnTo>
                  <a:pt x="2273" y="2800"/>
                </a:lnTo>
                <a:lnTo>
                  <a:pt x="2273" y="2799"/>
                </a:lnTo>
                <a:lnTo>
                  <a:pt x="2273" y="2798"/>
                </a:lnTo>
                <a:lnTo>
                  <a:pt x="2273" y="2797"/>
                </a:lnTo>
                <a:lnTo>
                  <a:pt x="2272" y="2797"/>
                </a:lnTo>
                <a:lnTo>
                  <a:pt x="2272" y="2796"/>
                </a:lnTo>
                <a:lnTo>
                  <a:pt x="2272" y="2795"/>
                </a:lnTo>
                <a:lnTo>
                  <a:pt x="2271" y="2795"/>
                </a:lnTo>
                <a:lnTo>
                  <a:pt x="2271" y="2794"/>
                </a:lnTo>
                <a:lnTo>
                  <a:pt x="2270" y="2794"/>
                </a:lnTo>
                <a:lnTo>
                  <a:pt x="2270" y="2795"/>
                </a:lnTo>
                <a:lnTo>
                  <a:pt x="2269" y="2795"/>
                </a:lnTo>
                <a:lnTo>
                  <a:pt x="2268" y="2795"/>
                </a:lnTo>
                <a:lnTo>
                  <a:pt x="2268" y="2794"/>
                </a:lnTo>
                <a:lnTo>
                  <a:pt x="2268" y="2793"/>
                </a:lnTo>
                <a:lnTo>
                  <a:pt x="2269" y="2793"/>
                </a:lnTo>
                <a:lnTo>
                  <a:pt x="2269" y="2791"/>
                </a:lnTo>
                <a:lnTo>
                  <a:pt x="2268" y="2791"/>
                </a:lnTo>
                <a:lnTo>
                  <a:pt x="2269" y="2791"/>
                </a:lnTo>
                <a:lnTo>
                  <a:pt x="2269" y="2790"/>
                </a:lnTo>
                <a:lnTo>
                  <a:pt x="2269" y="2789"/>
                </a:lnTo>
                <a:lnTo>
                  <a:pt x="2269" y="2788"/>
                </a:lnTo>
                <a:lnTo>
                  <a:pt x="2269" y="2787"/>
                </a:lnTo>
                <a:lnTo>
                  <a:pt x="2270" y="2787"/>
                </a:lnTo>
                <a:lnTo>
                  <a:pt x="2271" y="2786"/>
                </a:lnTo>
                <a:lnTo>
                  <a:pt x="2271" y="2785"/>
                </a:lnTo>
                <a:lnTo>
                  <a:pt x="2272" y="2785"/>
                </a:lnTo>
                <a:lnTo>
                  <a:pt x="2272" y="2784"/>
                </a:lnTo>
                <a:lnTo>
                  <a:pt x="2273" y="2784"/>
                </a:lnTo>
                <a:lnTo>
                  <a:pt x="2273" y="2783"/>
                </a:lnTo>
                <a:lnTo>
                  <a:pt x="2274" y="2783"/>
                </a:lnTo>
                <a:lnTo>
                  <a:pt x="2273" y="2783"/>
                </a:lnTo>
                <a:lnTo>
                  <a:pt x="2273" y="2782"/>
                </a:lnTo>
                <a:lnTo>
                  <a:pt x="2273" y="2781"/>
                </a:lnTo>
                <a:lnTo>
                  <a:pt x="2273" y="2780"/>
                </a:lnTo>
                <a:lnTo>
                  <a:pt x="2274" y="2780"/>
                </a:lnTo>
                <a:lnTo>
                  <a:pt x="2274" y="2779"/>
                </a:lnTo>
                <a:lnTo>
                  <a:pt x="2275" y="2779"/>
                </a:lnTo>
                <a:lnTo>
                  <a:pt x="2274" y="2779"/>
                </a:lnTo>
                <a:lnTo>
                  <a:pt x="2274" y="2778"/>
                </a:lnTo>
                <a:lnTo>
                  <a:pt x="2275" y="2778"/>
                </a:lnTo>
                <a:lnTo>
                  <a:pt x="2275" y="2777"/>
                </a:lnTo>
                <a:lnTo>
                  <a:pt x="2275" y="2776"/>
                </a:lnTo>
                <a:lnTo>
                  <a:pt x="2275" y="2775"/>
                </a:lnTo>
                <a:lnTo>
                  <a:pt x="2274" y="2775"/>
                </a:lnTo>
                <a:lnTo>
                  <a:pt x="2274" y="2774"/>
                </a:lnTo>
                <a:lnTo>
                  <a:pt x="2275" y="2774"/>
                </a:lnTo>
                <a:lnTo>
                  <a:pt x="2275" y="2773"/>
                </a:lnTo>
                <a:lnTo>
                  <a:pt x="2275" y="2772"/>
                </a:lnTo>
                <a:lnTo>
                  <a:pt x="2275" y="2771"/>
                </a:lnTo>
                <a:lnTo>
                  <a:pt x="2275" y="2770"/>
                </a:lnTo>
                <a:lnTo>
                  <a:pt x="2275" y="2769"/>
                </a:lnTo>
                <a:lnTo>
                  <a:pt x="2275" y="2768"/>
                </a:lnTo>
                <a:lnTo>
                  <a:pt x="2276" y="2768"/>
                </a:lnTo>
                <a:lnTo>
                  <a:pt x="2275" y="2768"/>
                </a:lnTo>
                <a:lnTo>
                  <a:pt x="2275" y="2767"/>
                </a:lnTo>
                <a:lnTo>
                  <a:pt x="2275" y="2766"/>
                </a:lnTo>
                <a:lnTo>
                  <a:pt x="2275" y="2765"/>
                </a:lnTo>
                <a:lnTo>
                  <a:pt x="2275" y="2764"/>
                </a:lnTo>
                <a:lnTo>
                  <a:pt x="2275" y="2763"/>
                </a:lnTo>
                <a:lnTo>
                  <a:pt x="2275" y="2761"/>
                </a:lnTo>
                <a:lnTo>
                  <a:pt x="2276" y="2761"/>
                </a:lnTo>
                <a:lnTo>
                  <a:pt x="2277" y="2761"/>
                </a:lnTo>
                <a:lnTo>
                  <a:pt x="2277" y="2760"/>
                </a:lnTo>
                <a:lnTo>
                  <a:pt x="2277" y="2759"/>
                </a:lnTo>
                <a:lnTo>
                  <a:pt x="2278" y="2758"/>
                </a:lnTo>
                <a:lnTo>
                  <a:pt x="2278" y="2757"/>
                </a:lnTo>
                <a:lnTo>
                  <a:pt x="2277" y="2757"/>
                </a:lnTo>
                <a:lnTo>
                  <a:pt x="2277" y="2756"/>
                </a:lnTo>
                <a:lnTo>
                  <a:pt x="2278" y="2756"/>
                </a:lnTo>
                <a:lnTo>
                  <a:pt x="2278" y="2755"/>
                </a:lnTo>
                <a:lnTo>
                  <a:pt x="2277" y="2755"/>
                </a:lnTo>
                <a:lnTo>
                  <a:pt x="2277" y="2754"/>
                </a:lnTo>
                <a:lnTo>
                  <a:pt x="2277" y="2753"/>
                </a:lnTo>
                <a:lnTo>
                  <a:pt x="2276" y="2753"/>
                </a:lnTo>
                <a:lnTo>
                  <a:pt x="2276" y="2752"/>
                </a:lnTo>
                <a:lnTo>
                  <a:pt x="2276" y="2751"/>
                </a:lnTo>
                <a:lnTo>
                  <a:pt x="2277" y="2751"/>
                </a:lnTo>
                <a:lnTo>
                  <a:pt x="2277" y="2750"/>
                </a:lnTo>
                <a:lnTo>
                  <a:pt x="2276" y="2750"/>
                </a:lnTo>
                <a:lnTo>
                  <a:pt x="2276" y="2749"/>
                </a:lnTo>
                <a:lnTo>
                  <a:pt x="2277" y="2749"/>
                </a:lnTo>
                <a:lnTo>
                  <a:pt x="2277" y="2748"/>
                </a:lnTo>
                <a:lnTo>
                  <a:pt x="2276" y="2748"/>
                </a:lnTo>
                <a:lnTo>
                  <a:pt x="2276" y="2749"/>
                </a:lnTo>
                <a:lnTo>
                  <a:pt x="2276" y="2748"/>
                </a:lnTo>
                <a:lnTo>
                  <a:pt x="2275" y="2748"/>
                </a:lnTo>
                <a:lnTo>
                  <a:pt x="2275" y="2747"/>
                </a:lnTo>
                <a:lnTo>
                  <a:pt x="2274" y="2747"/>
                </a:lnTo>
                <a:lnTo>
                  <a:pt x="2274" y="2746"/>
                </a:lnTo>
                <a:lnTo>
                  <a:pt x="2275" y="2746"/>
                </a:lnTo>
                <a:lnTo>
                  <a:pt x="2275" y="2745"/>
                </a:lnTo>
                <a:lnTo>
                  <a:pt x="2275" y="2744"/>
                </a:lnTo>
                <a:lnTo>
                  <a:pt x="2275" y="2743"/>
                </a:lnTo>
                <a:lnTo>
                  <a:pt x="2275" y="2742"/>
                </a:lnTo>
                <a:lnTo>
                  <a:pt x="2276" y="2742"/>
                </a:lnTo>
                <a:lnTo>
                  <a:pt x="2276" y="2741"/>
                </a:lnTo>
                <a:lnTo>
                  <a:pt x="2275" y="2741"/>
                </a:lnTo>
                <a:lnTo>
                  <a:pt x="2276" y="2741"/>
                </a:lnTo>
                <a:lnTo>
                  <a:pt x="2276" y="2739"/>
                </a:lnTo>
                <a:lnTo>
                  <a:pt x="2276" y="2738"/>
                </a:lnTo>
                <a:lnTo>
                  <a:pt x="2276" y="2737"/>
                </a:lnTo>
                <a:lnTo>
                  <a:pt x="2276" y="2736"/>
                </a:lnTo>
                <a:lnTo>
                  <a:pt x="2275" y="2736"/>
                </a:lnTo>
                <a:lnTo>
                  <a:pt x="2275" y="2735"/>
                </a:lnTo>
                <a:lnTo>
                  <a:pt x="2275" y="2734"/>
                </a:lnTo>
                <a:lnTo>
                  <a:pt x="2274" y="2734"/>
                </a:lnTo>
                <a:lnTo>
                  <a:pt x="2274" y="2733"/>
                </a:lnTo>
                <a:lnTo>
                  <a:pt x="2273" y="2733"/>
                </a:lnTo>
                <a:lnTo>
                  <a:pt x="2273" y="2732"/>
                </a:lnTo>
                <a:lnTo>
                  <a:pt x="2274" y="2732"/>
                </a:lnTo>
                <a:lnTo>
                  <a:pt x="2274" y="2731"/>
                </a:lnTo>
                <a:lnTo>
                  <a:pt x="2274" y="2730"/>
                </a:lnTo>
                <a:lnTo>
                  <a:pt x="2275" y="2730"/>
                </a:lnTo>
                <a:lnTo>
                  <a:pt x="2276" y="2730"/>
                </a:lnTo>
                <a:lnTo>
                  <a:pt x="2276" y="2728"/>
                </a:lnTo>
                <a:lnTo>
                  <a:pt x="2275" y="2728"/>
                </a:lnTo>
                <a:lnTo>
                  <a:pt x="2275" y="2727"/>
                </a:lnTo>
                <a:lnTo>
                  <a:pt x="2275" y="2726"/>
                </a:lnTo>
                <a:lnTo>
                  <a:pt x="2275" y="2725"/>
                </a:lnTo>
                <a:lnTo>
                  <a:pt x="2275" y="2724"/>
                </a:lnTo>
                <a:lnTo>
                  <a:pt x="2274" y="2724"/>
                </a:lnTo>
                <a:lnTo>
                  <a:pt x="2275" y="2724"/>
                </a:lnTo>
                <a:lnTo>
                  <a:pt x="2275" y="2723"/>
                </a:lnTo>
                <a:lnTo>
                  <a:pt x="2275" y="2722"/>
                </a:lnTo>
                <a:lnTo>
                  <a:pt x="2274" y="2722"/>
                </a:lnTo>
                <a:lnTo>
                  <a:pt x="2275" y="2722"/>
                </a:lnTo>
                <a:lnTo>
                  <a:pt x="2274" y="2722"/>
                </a:lnTo>
                <a:lnTo>
                  <a:pt x="2274" y="2721"/>
                </a:lnTo>
                <a:lnTo>
                  <a:pt x="2274" y="2720"/>
                </a:lnTo>
                <a:lnTo>
                  <a:pt x="2274" y="2719"/>
                </a:lnTo>
                <a:lnTo>
                  <a:pt x="2274" y="2718"/>
                </a:lnTo>
                <a:lnTo>
                  <a:pt x="2274" y="2717"/>
                </a:lnTo>
                <a:lnTo>
                  <a:pt x="2273" y="2717"/>
                </a:lnTo>
                <a:lnTo>
                  <a:pt x="2274" y="2717"/>
                </a:lnTo>
                <a:lnTo>
                  <a:pt x="2274" y="2716"/>
                </a:lnTo>
                <a:lnTo>
                  <a:pt x="2274" y="2715"/>
                </a:lnTo>
                <a:lnTo>
                  <a:pt x="2275" y="2715"/>
                </a:lnTo>
                <a:lnTo>
                  <a:pt x="2276" y="2715"/>
                </a:lnTo>
                <a:lnTo>
                  <a:pt x="2276" y="2714"/>
                </a:lnTo>
                <a:lnTo>
                  <a:pt x="2276" y="2713"/>
                </a:lnTo>
                <a:lnTo>
                  <a:pt x="2277" y="2713"/>
                </a:lnTo>
                <a:lnTo>
                  <a:pt x="2276" y="2712"/>
                </a:lnTo>
                <a:lnTo>
                  <a:pt x="2276" y="2711"/>
                </a:lnTo>
                <a:lnTo>
                  <a:pt x="2275" y="2711"/>
                </a:lnTo>
                <a:lnTo>
                  <a:pt x="2275" y="2710"/>
                </a:lnTo>
                <a:lnTo>
                  <a:pt x="2274" y="2710"/>
                </a:lnTo>
                <a:lnTo>
                  <a:pt x="2274" y="2709"/>
                </a:lnTo>
                <a:lnTo>
                  <a:pt x="2274" y="2710"/>
                </a:lnTo>
                <a:lnTo>
                  <a:pt x="2273" y="2710"/>
                </a:lnTo>
                <a:lnTo>
                  <a:pt x="2272" y="2710"/>
                </a:lnTo>
                <a:lnTo>
                  <a:pt x="2272" y="2709"/>
                </a:lnTo>
                <a:lnTo>
                  <a:pt x="2272" y="2708"/>
                </a:lnTo>
                <a:lnTo>
                  <a:pt x="2272" y="2707"/>
                </a:lnTo>
                <a:lnTo>
                  <a:pt x="2271" y="2707"/>
                </a:lnTo>
                <a:lnTo>
                  <a:pt x="2271" y="2706"/>
                </a:lnTo>
                <a:lnTo>
                  <a:pt x="2271" y="2705"/>
                </a:lnTo>
                <a:lnTo>
                  <a:pt x="2272" y="2705"/>
                </a:lnTo>
                <a:lnTo>
                  <a:pt x="2272" y="2704"/>
                </a:lnTo>
                <a:lnTo>
                  <a:pt x="2271" y="2704"/>
                </a:lnTo>
                <a:lnTo>
                  <a:pt x="2271" y="2703"/>
                </a:lnTo>
                <a:lnTo>
                  <a:pt x="2272" y="2703"/>
                </a:lnTo>
                <a:lnTo>
                  <a:pt x="2272" y="2702"/>
                </a:lnTo>
                <a:lnTo>
                  <a:pt x="2271" y="2702"/>
                </a:lnTo>
                <a:lnTo>
                  <a:pt x="2271" y="2701"/>
                </a:lnTo>
                <a:lnTo>
                  <a:pt x="2271" y="2700"/>
                </a:lnTo>
                <a:lnTo>
                  <a:pt x="2271" y="2699"/>
                </a:lnTo>
                <a:lnTo>
                  <a:pt x="2271" y="2698"/>
                </a:lnTo>
                <a:lnTo>
                  <a:pt x="2271" y="2697"/>
                </a:lnTo>
                <a:lnTo>
                  <a:pt x="2270" y="2697"/>
                </a:lnTo>
                <a:lnTo>
                  <a:pt x="2270" y="2696"/>
                </a:lnTo>
                <a:lnTo>
                  <a:pt x="2270" y="2695"/>
                </a:lnTo>
                <a:lnTo>
                  <a:pt x="2271" y="2695"/>
                </a:lnTo>
                <a:lnTo>
                  <a:pt x="2271" y="2694"/>
                </a:lnTo>
                <a:lnTo>
                  <a:pt x="2272" y="2694"/>
                </a:lnTo>
                <a:lnTo>
                  <a:pt x="2273" y="2694"/>
                </a:lnTo>
                <a:lnTo>
                  <a:pt x="2272" y="2693"/>
                </a:lnTo>
                <a:lnTo>
                  <a:pt x="2272" y="2692"/>
                </a:lnTo>
                <a:lnTo>
                  <a:pt x="2273" y="2692"/>
                </a:lnTo>
                <a:lnTo>
                  <a:pt x="2273" y="2691"/>
                </a:lnTo>
                <a:lnTo>
                  <a:pt x="2272" y="2691"/>
                </a:lnTo>
                <a:lnTo>
                  <a:pt x="2272" y="2690"/>
                </a:lnTo>
                <a:lnTo>
                  <a:pt x="2272" y="2689"/>
                </a:lnTo>
                <a:lnTo>
                  <a:pt x="2273" y="2689"/>
                </a:lnTo>
                <a:lnTo>
                  <a:pt x="2273" y="2688"/>
                </a:lnTo>
                <a:lnTo>
                  <a:pt x="2274" y="2688"/>
                </a:lnTo>
                <a:lnTo>
                  <a:pt x="2274" y="2687"/>
                </a:lnTo>
                <a:lnTo>
                  <a:pt x="2273" y="2687"/>
                </a:lnTo>
                <a:lnTo>
                  <a:pt x="2273" y="2686"/>
                </a:lnTo>
                <a:lnTo>
                  <a:pt x="2274" y="2686"/>
                </a:lnTo>
                <a:lnTo>
                  <a:pt x="2274" y="2685"/>
                </a:lnTo>
                <a:lnTo>
                  <a:pt x="2274" y="2684"/>
                </a:lnTo>
                <a:lnTo>
                  <a:pt x="2274" y="2683"/>
                </a:lnTo>
                <a:lnTo>
                  <a:pt x="2274" y="2682"/>
                </a:lnTo>
                <a:lnTo>
                  <a:pt x="2273" y="2682"/>
                </a:lnTo>
                <a:lnTo>
                  <a:pt x="2273" y="2681"/>
                </a:lnTo>
                <a:lnTo>
                  <a:pt x="2274" y="2681"/>
                </a:lnTo>
                <a:lnTo>
                  <a:pt x="2272" y="2681"/>
                </a:lnTo>
                <a:lnTo>
                  <a:pt x="2272" y="2680"/>
                </a:lnTo>
                <a:lnTo>
                  <a:pt x="2271" y="2680"/>
                </a:lnTo>
                <a:lnTo>
                  <a:pt x="2271" y="2679"/>
                </a:lnTo>
                <a:lnTo>
                  <a:pt x="2271" y="2678"/>
                </a:lnTo>
                <a:lnTo>
                  <a:pt x="2270" y="2678"/>
                </a:lnTo>
                <a:lnTo>
                  <a:pt x="2271" y="2678"/>
                </a:lnTo>
                <a:lnTo>
                  <a:pt x="2271" y="2676"/>
                </a:lnTo>
                <a:lnTo>
                  <a:pt x="2271" y="2675"/>
                </a:lnTo>
                <a:lnTo>
                  <a:pt x="2271" y="2674"/>
                </a:lnTo>
                <a:lnTo>
                  <a:pt x="2270" y="2674"/>
                </a:lnTo>
                <a:lnTo>
                  <a:pt x="2269" y="2674"/>
                </a:lnTo>
                <a:lnTo>
                  <a:pt x="2269" y="2673"/>
                </a:lnTo>
                <a:lnTo>
                  <a:pt x="2269" y="2672"/>
                </a:lnTo>
                <a:lnTo>
                  <a:pt x="2270" y="2672"/>
                </a:lnTo>
                <a:lnTo>
                  <a:pt x="2269" y="2672"/>
                </a:lnTo>
                <a:lnTo>
                  <a:pt x="2269" y="2671"/>
                </a:lnTo>
                <a:lnTo>
                  <a:pt x="2270" y="2671"/>
                </a:lnTo>
                <a:lnTo>
                  <a:pt x="2271" y="2671"/>
                </a:lnTo>
                <a:lnTo>
                  <a:pt x="2271" y="2670"/>
                </a:lnTo>
                <a:lnTo>
                  <a:pt x="2271" y="2669"/>
                </a:lnTo>
                <a:lnTo>
                  <a:pt x="2270" y="2669"/>
                </a:lnTo>
                <a:lnTo>
                  <a:pt x="2270" y="2668"/>
                </a:lnTo>
                <a:lnTo>
                  <a:pt x="2269" y="2667"/>
                </a:lnTo>
                <a:lnTo>
                  <a:pt x="2269" y="2666"/>
                </a:lnTo>
                <a:lnTo>
                  <a:pt x="2270" y="2666"/>
                </a:lnTo>
                <a:lnTo>
                  <a:pt x="2270" y="2665"/>
                </a:lnTo>
                <a:lnTo>
                  <a:pt x="2270" y="2664"/>
                </a:lnTo>
                <a:lnTo>
                  <a:pt x="2271" y="2664"/>
                </a:lnTo>
                <a:lnTo>
                  <a:pt x="2271" y="2663"/>
                </a:lnTo>
                <a:lnTo>
                  <a:pt x="2271" y="2662"/>
                </a:lnTo>
                <a:lnTo>
                  <a:pt x="2270" y="2662"/>
                </a:lnTo>
                <a:lnTo>
                  <a:pt x="2270" y="2661"/>
                </a:lnTo>
                <a:lnTo>
                  <a:pt x="2271" y="2661"/>
                </a:lnTo>
                <a:lnTo>
                  <a:pt x="2271" y="2660"/>
                </a:lnTo>
                <a:lnTo>
                  <a:pt x="2271" y="2659"/>
                </a:lnTo>
                <a:lnTo>
                  <a:pt x="2270" y="2659"/>
                </a:lnTo>
                <a:lnTo>
                  <a:pt x="2269" y="2659"/>
                </a:lnTo>
                <a:lnTo>
                  <a:pt x="2269" y="2658"/>
                </a:lnTo>
                <a:lnTo>
                  <a:pt x="2268" y="2658"/>
                </a:lnTo>
                <a:lnTo>
                  <a:pt x="2268" y="2657"/>
                </a:lnTo>
                <a:lnTo>
                  <a:pt x="2267" y="2657"/>
                </a:lnTo>
                <a:lnTo>
                  <a:pt x="2266" y="2657"/>
                </a:lnTo>
                <a:lnTo>
                  <a:pt x="2266" y="2658"/>
                </a:lnTo>
                <a:lnTo>
                  <a:pt x="2266" y="2659"/>
                </a:lnTo>
                <a:lnTo>
                  <a:pt x="2265" y="2659"/>
                </a:lnTo>
                <a:lnTo>
                  <a:pt x="2265" y="2658"/>
                </a:lnTo>
                <a:lnTo>
                  <a:pt x="2264" y="2658"/>
                </a:lnTo>
                <a:lnTo>
                  <a:pt x="2263" y="2658"/>
                </a:lnTo>
                <a:lnTo>
                  <a:pt x="2262" y="2658"/>
                </a:lnTo>
                <a:lnTo>
                  <a:pt x="2261" y="2658"/>
                </a:lnTo>
                <a:lnTo>
                  <a:pt x="2261" y="2659"/>
                </a:lnTo>
                <a:lnTo>
                  <a:pt x="2260" y="2659"/>
                </a:lnTo>
                <a:lnTo>
                  <a:pt x="2260" y="2658"/>
                </a:lnTo>
                <a:lnTo>
                  <a:pt x="2260" y="2657"/>
                </a:lnTo>
                <a:lnTo>
                  <a:pt x="2260" y="2656"/>
                </a:lnTo>
                <a:lnTo>
                  <a:pt x="2260" y="2655"/>
                </a:lnTo>
                <a:lnTo>
                  <a:pt x="2259" y="2655"/>
                </a:lnTo>
                <a:lnTo>
                  <a:pt x="2259" y="2654"/>
                </a:lnTo>
                <a:lnTo>
                  <a:pt x="2259" y="2653"/>
                </a:lnTo>
                <a:lnTo>
                  <a:pt x="2259" y="2652"/>
                </a:lnTo>
                <a:lnTo>
                  <a:pt x="2258" y="2652"/>
                </a:lnTo>
                <a:lnTo>
                  <a:pt x="2258" y="2651"/>
                </a:lnTo>
                <a:lnTo>
                  <a:pt x="2257" y="2651"/>
                </a:lnTo>
                <a:lnTo>
                  <a:pt x="2257" y="2652"/>
                </a:lnTo>
                <a:lnTo>
                  <a:pt x="2256" y="2652"/>
                </a:lnTo>
                <a:lnTo>
                  <a:pt x="2256" y="2653"/>
                </a:lnTo>
                <a:lnTo>
                  <a:pt x="2255" y="2653"/>
                </a:lnTo>
                <a:lnTo>
                  <a:pt x="2254" y="2653"/>
                </a:lnTo>
                <a:lnTo>
                  <a:pt x="2253" y="2653"/>
                </a:lnTo>
                <a:lnTo>
                  <a:pt x="2253" y="2652"/>
                </a:lnTo>
                <a:lnTo>
                  <a:pt x="2252" y="2652"/>
                </a:lnTo>
                <a:lnTo>
                  <a:pt x="2251" y="2652"/>
                </a:lnTo>
                <a:lnTo>
                  <a:pt x="2250" y="2652"/>
                </a:lnTo>
                <a:lnTo>
                  <a:pt x="2250" y="2651"/>
                </a:lnTo>
                <a:lnTo>
                  <a:pt x="2249" y="2651"/>
                </a:lnTo>
                <a:lnTo>
                  <a:pt x="2249" y="2650"/>
                </a:lnTo>
                <a:lnTo>
                  <a:pt x="2248" y="2650"/>
                </a:lnTo>
                <a:lnTo>
                  <a:pt x="2248" y="2649"/>
                </a:lnTo>
                <a:lnTo>
                  <a:pt x="2247" y="2649"/>
                </a:lnTo>
                <a:lnTo>
                  <a:pt x="2246" y="2649"/>
                </a:lnTo>
                <a:lnTo>
                  <a:pt x="2246" y="2650"/>
                </a:lnTo>
                <a:lnTo>
                  <a:pt x="2247" y="2650"/>
                </a:lnTo>
                <a:lnTo>
                  <a:pt x="2247" y="2651"/>
                </a:lnTo>
                <a:lnTo>
                  <a:pt x="2246" y="2651"/>
                </a:lnTo>
                <a:lnTo>
                  <a:pt x="2247" y="2652"/>
                </a:lnTo>
                <a:lnTo>
                  <a:pt x="2247" y="2653"/>
                </a:lnTo>
                <a:lnTo>
                  <a:pt x="2247" y="2654"/>
                </a:lnTo>
                <a:lnTo>
                  <a:pt x="2246" y="2654"/>
                </a:lnTo>
                <a:lnTo>
                  <a:pt x="2246" y="2655"/>
                </a:lnTo>
                <a:lnTo>
                  <a:pt x="2247" y="2655"/>
                </a:lnTo>
                <a:lnTo>
                  <a:pt x="2246" y="2655"/>
                </a:lnTo>
                <a:lnTo>
                  <a:pt x="2247" y="2655"/>
                </a:lnTo>
                <a:lnTo>
                  <a:pt x="2246" y="2655"/>
                </a:lnTo>
                <a:lnTo>
                  <a:pt x="2246" y="2656"/>
                </a:lnTo>
                <a:lnTo>
                  <a:pt x="2246" y="2657"/>
                </a:lnTo>
                <a:lnTo>
                  <a:pt x="2246" y="2658"/>
                </a:lnTo>
                <a:lnTo>
                  <a:pt x="2247" y="2658"/>
                </a:lnTo>
                <a:lnTo>
                  <a:pt x="2247" y="2659"/>
                </a:lnTo>
                <a:lnTo>
                  <a:pt x="2246" y="2659"/>
                </a:lnTo>
                <a:lnTo>
                  <a:pt x="2246" y="2660"/>
                </a:lnTo>
                <a:lnTo>
                  <a:pt x="2246" y="2661"/>
                </a:lnTo>
                <a:lnTo>
                  <a:pt x="2245" y="2661"/>
                </a:lnTo>
                <a:lnTo>
                  <a:pt x="2244" y="2661"/>
                </a:lnTo>
                <a:lnTo>
                  <a:pt x="2244" y="2662"/>
                </a:lnTo>
                <a:lnTo>
                  <a:pt x="2243" y="2662"/>
                </a:lnTo>
                <a:lnTo>
                  <a:pt x="2243" y="2663"/>
                </a:lnTo>
                <a:lnTo>
                  <a:pt x="2243" y="2664"/>
                </a:lnTo>
                <a:lnTo>
                  <a:pt x="2242" y="2664"/>
                </a:lnTo>
                <a:lnTo>
                  <a:pt x="2242" y="2665"/>
                </a:lnTo>
                <a:lnTo>
                  <a:pt x="2241" y="2665"/>
                </a:lnTo>
                <a:lnTo>
                  <a:pt x="2240" y="2665"/>
                </a:lnTo>
                <a:lnTo>
                  <a:pt x="2240" y="2664"/>
                </a:lnTo>
                <a:lnTo>
                  <a:pt x="2239" y="2664"/>
                </a:lnTo>
                <a:lnTo>
                  <a:pt x="2239" y="2665"/>
                </a:lnTo>
                <a:lnTo>
                  <a:pt x="2238" y="2665"/>
                </a:lnTo>
                <a:lnTo>
                  <a:pt x="2237" y="2664"/>
                </a:lnTo>
                <a:lnTo>
                  <a:pt x="2236" y="2664"/>
                </a:lnTo>
                <a:lnTo>
                  <a:pt x="2236" y="2663"/>
                </a:lnTo>
                <a:lnTo>
                  <a:pt x="2236" y="2662"/>
                </a:lnTo>
                <a:lnTo>
                  <a:pt x="2235" y="2662"/>
                </a:lnTo>
                <a:lnTo>
                  <a:pt x="2235" y="2661"/>
                </a:lnTo>
                <a:lnTo>
                  <a:pt x="2235" y="2660"/>
                </a:lnTo>
                <a:lnTo>
                  <a:pt x="2235" y="2659"/>
                </a:lnTo>
                <a:lnTo>
                  <a:pt x="2235" y="2657"/>
                </a:lnTo>
                <a:lnTo>
                  <a:pt x="2235" y="2656"/>
                </a:lnTo>
                <a:lnTo>
                  <a:pt x="2235" y="2655"/>
                </a:lnTo>
                <a:lnTo>
                  <a:pt x="2234" y="2655"/>
                </a:lnTo>
                <a:lnTo>
                  <a:pt x="2234" y="2654"/>
                </a:lnTo>
                <a:lnTo>
                  <a:pt x="2234" y="2653"/>
                </a:lnTo>
                <a:lnTo>
                  <a:pt x="2235" y="2653"/>
                </a:lnTo>
                <a:lnTo>
                  <a:pt x="2235" y="2652"/>
                </a:lnTo>
                <a:lnTo>
                  <a:pt x="2234" y="2652"/>
                </a:lnTo>
                <a:lnTo>
                  <a:pt x="2233" y="2652"/>
                </a:lnTo>
                <a:lnTo>
                  <a:pt x="2233" y="2651"/>
                </a:lnTo>
                <a:lnTo>
                  <a:pt x="2233" y="2650"/>
                </a:lnTo>
                <a:lnTo>
                  <a:pt x="2233" y="2649"/>
                </a:lnTo>
                <a:lnTo>
                  <a:pt x="2232" y="2649"/>
                </a:lnTo>
                <a:lnTo>
                  <a:pt x="2231" y="2649"/>
                </a:lnTo>
                <a:lnTo>
                  <a:pt x="2231" y="2648"/>
                </a:lnTo>
                <a:lnTo>
                  <a:pt x="2231" y="2647"/>
                </a:lnTo>
                <a:lnTo>
                  <a:pt x="2230" y="2647"/>
                </a:lnTo>
                <a:lnTo>
                  <a:pt x="2229" y="2647"/>
                </a:lnTo>
                <a:lnTo>
                  <a:pt x="2229" y="2646"/>
                </a:lnTo>
                <a:lnTo>
                  <a:pt x="2229" y="2645"/>
                </a:lnTo>
                <a:lnTo>
                  <a:pt x="2228" y="2645"/>
                </a:lnTo>
                <a:lnTo>
                  <a:pt x="2228" y="2644"/>
                </a:lnTo>
                <a:lnTo>
                  <a:pt x="2228" y="2643"/>
                </a:lnTo>
                <a:lnTo>
                  <a:pt x="2228" y="2642"/>
                </a:lnTo>
                <a:lnTo>
                  <a:pt x="2229" y="2642"/>
                </a:lnTo>
                <a:lnTo>
                  <a:pt x="2230" y="2642"/>
                </a:lnTo>
                <a:lnTo>
                  <a:pt x="2230" y="2641"/>
                </a:lnTo>
                <a:lnTo>
                  <a:pt x="2229" y="2641"/>
                </a:lnTo>
                <a:lnTo>
                  <a:pt x="2229" y="2640"/>
                </a:lnTo>
                <a:lnTo>
                  <a:pt x="2228" y="2640"/>
                </a:lnTo>
                <a:lnTo>
                  <a:pt x="2228" y="2639"/>
                </a:lnTo>
                <a:lnTo>
                  <a:pt x="2227" y="2639"/>
                </a:lnTo>
                <a:lnTo>
                  <a:pt x="2227" y="2638"/>
                </a:lnTo>
                <a:lnTo>
                  <a:pt x="2227" y="2637"/>
                </a:lnTo>
                <a:lnTo>
                  <a:pt x="2227" y="2636"/>
                </a:lnTo>
                <a:lnTo>
                  <a:pt x="2228" y="2636"/>
                </a:lnTo>
                <a:lnTo>
                  <a:pt x="2228" y="2635"/>
                </a:lnTo>
                <a:lnTo>
                  <a:pt x="2228" y="2634"/>
                </a:lnTo>
                <a:lnTo>
                  <a:pt x="2227" y="2634"/>
                </a:lnTo>
                <a:lnTo>
                  <a:pt x="2226" y="2634"/>
                </a:lnTo>
                <a:lnTo>
                  <a:pt x="2226" y="2633"/>
                </a:lnTo>
                <a:lnTo>
                  <a:pt x="2225" y="2633"/>
                </a:lnTo>
                <a:lnTo>
                  <a:pt x="2225" y="2632"/>
                </a:lnTo>
                <a:lnTo>
                  <a:pt x="2224" y="2632"/>
                </a:lnTo>
                <a:lnTo>
                  <a:pt x="2223" y="2632"/>
                </a:lnTo>
                <a:lnTo>
                  <a:pt x="2223" y="2631"/>
                </a:lnTo>
                <a:lnTo>
                  <a:pt x="2223" y="2630"/>
                </a:lnTo>
                <a:lnTo>
                  <a:pt x="2223" y="2629"/>
                </a:lnTo>
                <a:lnTo>
                  <a:pt x="2223" y="2628"/>
                </a:lnTo>
                <a:lnTo>
                  <a:pt x="2224" y="2628"/>
                </a:lnTo>
                <a:lnTo>
                  <a:pt x="2225" y="2628"/>
                </a:lnTo>
                <a:lnTo>
                  <a:pt x="2226" y="2627"/>
                </a:lnTo>
                <a:lnTo>
                  <a:pt x="2225" y="2627"/>
                </a:lnTo>
                <a:lnTo>
                  <a:pt x="2226" y="2627"/>
                </a:lnTo>
                <a:lnTo>
                  <a:pt x="2226" y="2626"/>
                </a:lnTo>
                <a:lnTo>
                  <a:pt x="2226" y="2625"/>
                </a:lnTo>
                <a:lnTo>
                  <a:pt x="2225" y="2625"/>
                </a:lnTo>
                <a:lnTo>
                  <a:pt x="2226" y="2625"/>
                </a:lnTo>
                <a:lnTo>
                  <a:pt x="2226" y="2624"/>
                </a:lnTo>
                <a:lnTo>
                  <a:pt x="2225" y="2624"/>
                </a:lnTo>
                <a:lnTo>
                  <a:pt x="2225" y="2623"/>
                </a:lnTo>
                <a:lnTo>
                  <a:pt x="2225" y="2622"/>
                </a:lnTo>
                <a:lnTo>
                  <a:pt x="2224" y="2622"/>
                </a:lnTo>
                <a:lnTo>
                  <a:pt x="2224" y="2621"/>
                </a:lnTo>
                <a:lnTo>
                  <a:pt x="2223" y="2621"/>
                </a:lnTo>
                <a:lnTo>
                  <a:pt x="2222" y="2621"/>
                </a:lnTo>
                <a:lnTo>
                  <a:pt x="2221" y="2621"/>
                </a:lnTo>
                <a:lnTo>
                  <a:pt x="2221" y="2620"/>
                </a:lnTo>
                <a:lnTo>
                  <a:pt x="2220" y="2620"/>
                </a:lnTo>
                <a:lnTo>
                  <a:pt x="2220" y="2619"/>
                </a:lnTo>
                <a:lnTo>
                  <a:pt x="2220" y="2618"/>
                </a:lnTo>
                <a:lnTo>
                  <a:pt x="2220" y="2617"/>
                </a:lnTo>
                <a:lnTo>
                  <a:pt x="2220" y="2616"/>
                </a:lnTo>
                <a:lnTo>
                  <a:pt x="2219" y="2616"/>
                </a:lnTo>
                <a:lnTo>
                  <a:pt x="2220" y="2616"/>
                </a:lnTo>
                <a:lnTo>
                  <a:pt x="2220" y="2615"/>
                </a:lnTo>
                <a:lnTo>
                  <a:pt x="2220" y="2614"/>
                </a:lnTo>
                <a:lnTo>
                  <a:pt x="2220" y="2613"/>
                </a:lnTo>
                <a:lnTo>
                  <a:pt x="2220" y="2611"/>
                </a:lnTo>
                <a:lnTo>
                  <a:pt x="2220" y="2610"/>
                </a:lnTo>
                <a:lnTo>
                  <a:pt x="2221" y="2609"/>
                </a:lnTo>
                <a:lnTo>
                  <a:pt x="2221" y="2608"/>
                </a:lnTo>
                <a:lnTo>
                  <a:pt x="2221" y="2607"/>
                </a:lnTo>
                <a:lnTo>
                  <a:pt x="2222" y="2606"/>
                </a:lnTo>
                <a:lnTo>
                  <a:pt x="2222" y="2605"/>
                </a:lnTo>
                <a:lnTo>
                  <a:pt x="2222" y="2604"/>
                </a:lnTo>
                <a:lnTo>
                  <a:pt x="2221" y="2604"/>
                </a:lnTo>
                <a:lnTo>
                  <a:pt x="2221" y="2603"/>
                </a:lnTo>
                <a:lnTo>
                  <a:pt x="2221" y="2602"/>
                </a:lnTo>
                <a:lnTo>
                  <a:pt x="2220" y="2601"/>
                </a:lnTo>
                <a:lnTo>
                  <a:pt x="2220" y="2600"/>
                </a:lnTo>
                <a:lnTo>
                  <a:pt x="2219" y="2599"/>
                </a:lnTo>
                <a:lnTo>
                  <a:pt x="2218" y="2598"/>
                </a:lnTo>
                <a:lnTo>
                  <a:pt x="2217" y="2598"/>
                </a:lnTo>
                <a:lnTo>
                  <a:pt x="2216" y="2597"/>
                </a:lnTo>
                <a:lnTo>
                  <a:pt x="2216" y="2596"/>
                </a:lnTo>
                <a:lnTo>
                  <a:pt x="2216" y="2595"/>
                </a:lnTo>
                <a:lnTo>
                  <a:pt x="2215" y="2595"/>
                </a:lnTo>
                <a:lnTo>
                  <a:pt x="2215" y="2594"/>
                </a:lnTo>
                <a:lnTo>
                  <a:pt x="2214" y="2594"/>
                </a:lnTo>
                <a:lnTo>
                  <a:pt x="2213" y="2594"/>
                </a:lnTo>
                <a:lnTo>
                  <a:pt x="2212" y="2594"/>
                </a:lnTo>
                <a:lnTo>
                  <a:pt x="2212" y="2595"/>
                </a:lnTo>
                <a:lnTo>
                  <a:pt x="2211" y="2596"/>
                </a:lnTo>
                <a:lnTo>
                  <a:pt x="2210" y="2595"/>
                </a:lnTo>
                <a:lnTo>
                  <a:pt x="2209" y="2595"/>
                </a:lnTo>
                <a:lnTo>
                  <a:pt x="2209" y="2594"/>
                </a:lnTo>
                <a:lnTo>
                  <a:pt x="2208" y="2593"/>
                </a:lnTo>
                <a:lnTo>
                  <a:pt x="2208" y="2592"/>
                </a:lnTo>
                <a:lnTo>
                  <a:pt x="2209" y="2591"/>
                </a:lnTo>
                <a:lnTo>
                  <a:pt x="2209" y="2589"/>
                </a:lnTo>
                <a:lnTo>
                  <a:pt x="2209" y="2588"/>
                </a:lnTo>
                <a:lnTo>
                  <a:pt x="2209" y="2587"/>
                </a:lnTo>
                <a:lnTo>
                  <a:pt x="2208" y="2587"/>
                </a:lnTo>
                <a:lnTo>
                  <a:pt x="2207" y="2585"/>
                </a:lnTo>
                <a:lnTo>
                  <a:pt x="2206" y="2585"/>
                </a:lnTo>
                <a:lnTo>
                  <a:pt x="2205" y="2585"/>
                </a:lnTo>
                <a:lnTo>
                  <a:pt x="2204" y="2585"/>
                </a:lnTo>
                <a:lnTo>
                  <a:pt x="2203" y="2584"/>
                </a:lnTo>
                <a:lnTo>
                  <a:pt x="2203" y="2583"/>
                </a:lnTo>
                <a:lnTo>
                  <a:pt x="2204" y="2583"/>
                </a:lnTo>
                <a:lnTo>
                  <a:pt x="2204" y="2582"/>
                </a:lnTo>
                <a:lnTo>
                  <a:pt x="2203" y="2582"/>
                </a:lnTo>
                <a:lnTo>
                  <a:pt x="2202" y="2581"/>
                </a:lnTo>
                <a:lnTo>
                  <a:pt x="2202" y="2580"/>
                </a:lnTo>
                <a:lnTo>
                  <a:pt x="2201" y="2580"/>
                </a:lnTo>
                <a:lnTo>
                  <a:pt x="2200" y="2578"/>
                </a:lnTo>
                <a:lnTo>
                  <a:pt x="2199" y="2577"/>
                </a:lnTo>
                <a:lnTo>
                  <a:pt x="2197" y="2577"/>
                </a:lnTo>
                <a:lnTo>
                  <a:pt x="2196" y="2577"/>
                </a:lnTo>
                <a:lnTo>
                  <a:pt x="2195" y="2578"/>
                </a:lnTo>
                <a:lnTo>
                  <a:pt x="2194" y="2579"/>
                </a:lnTo>
                <a:lnTo>
                  <a:pt x="2194" y="2580"/>
                </a:lnTo>
                <a:lnTo>
                  <a:pt x="2194" y="2581"/>
                </a:lnTo>
                <a:lnTo>
                  <a:pt x="2193" y="2581"/>
                </a:lnTo>
                <a:lnTo>
                  <a:pt x="2191" y="2581"/>
                </a:lnTo>
                <a:lnTo>
                  <a:pt x="2190" y="2581"/>
                </a:lnTo>
                <a:lnTo>
                  <a:pt x="2189" y="2581"/>
                </a:lnTo>
                <a:lnTo>
                  <a:pt x="2189" y="2579"/>
                </a:lnTo>
                <a:lnTo>
                  <a:pt x="2188" y="2578"/>
                </a:lnTo>
                <a:lnTo>
                  <a:pt x="2188" y="2577"/>
                </a:lnTo>
                <a:lnTo>
                  <a:pt x="2187" y="2577"/>
                </a:lnTo>
                <a:lnTo>
                  <a:pt x="2186" y="2576"/>
                </a:lnTo>
                <a:lnTo>
                  <a:pt x="2185" y="2576"/>
                </a:lnTo>
                <a:lnTo>
                  <a:pt x="2185" y="2575"/>
                </a:lnTo>
                <a:lnTo>
                  <a:pt x="2184" y="2574"/>
                </a:lnTo>
                <a:lnTo>
                  <a:pt x="2184" y="2573"/>
                </a:lnTo>
                <a:lnTo>
                  <a:pt x="2184" y="2572"/>
                </a:lnTo>
                <a:lnTo>
                  <a:pt x="2184" y="2571"/>
                </a:lnTo>
                <a:lnTo>
                  <a:pt x="2184" y="2570"/>
                </a:lnTo>
                <a:lnTo>
                  <a:pt x="2184" y="2569"/>
                </a:lnTo>
                <a:lnTo>
                  <a:pt x="2184" y="2567"/>
                </a:lnTo>
                <a:lnTo>
                  <a:pt x="2183" y="2566"/>
                </a:lnTo>
                <a:lnTo>
                  <a:pt x="2182" y="2564"/>
                </a:lnTo>
                <a:lnTo>
                  <a:pt x="2181" y="2564"/>
                </a:lnTo>
                <a:lnTo>
                  <a:pt x="2180" y="2563"/>
                </a:lnTo>
                <a:lnTo>
                  <a:pt x="2180" y="2562"/>
                </a:lnTo>
                <a:lnTo>
                  <a:pt x="2179" y="2562"/>
                </a:lnTo>
                <a:lnTo>
                  <a:pt x="2178" y="2561"/>
                </a:lnTo>
                <a:lnTo>
                  <a:pt x="2177" y="2561"/>
                </a:lnTo>
                <a:lnTo>
                  <a:pt x="2177" y="2560"/>
                </a:lnTo>
                <a:lnTo>
                  <a:pt x="2175" y="2560"/>
                </a:lnTo>
                <a:lnTo>
                  <a:pt x="2174" y="2561"/>
                </a:lnTo>
                <a:lnTo>
                  <a:pt x="2174" y="2562"/>
                </a:lnTo>
                <a:lnTo>
                  <a:pt x="2173" y="2562"/>
                </a:lnTo>
                <a:lnTo>
                  <a:pt x="2172" y="2562"/>
                </a:lnTo>
                <a:lnTo>
                  <a:pt x="2171" y="2562"/>
                </a:lnTo>
                <a:lnTo>
                  <a:pt x="2171" y="2561"/>
                </a:lnTo>
                <a:lnTo>
                  <a:pt x="2171" y="2560"/>
                </a:lnTo>
                <a:lnTo>
                  <a:pt x="2170" y="2559"/>
                </a:lnTo>
                <a:lnTo>
                  <a:pt x="2169" y="2559"/>
                </a:lnTo>
                <a:lnTo>
                  <a:pt x="2168" y="2560"/>
                </a:lnTo>
                <a:lnTo>
                  <a:pt x="2167" y="2561"/>
                </a:lnTo>
                <a:lnTo>
                  <a:pt x="2166" y="2561"/>
                </a:lnTo>
                <a:lnTo>
                  <a:pt x="2166" y="2562"/>
                </a:lnTo>
                <a:lnTo>
                  <a:pt x="2165" y="2563"/>
                </a:lnTo>
                <a:lnTo>
                  <a:pt x="2164" y="2564"/>
                </a:lnTo>
                <a:lnTo>
                  <a:pt x="2163" y="2564"/>
                </a:lnTo>
                <a:lnTo>
                  <a:pt x="2163" y="2567"/>
                </a:lnTo>
                <a:lnTo>
                  <a:pt x="2164" y="2569"/>
                </a:lnTo>
                <a:lnTo>
                  <a:pt x="2164" y="2570"/>
                </a:lnTo>
                <a:lnTo>
                  <a:pt x="2163" y="2571"/>
                </a:lnTo>
                <a:lnTo>
                  <a:pt x="2162" y="2571"/>
                </a:lnTo>
                <a:lnTo>
                  <a:pt x="2163" y="2572"/>
                </a:lnTo>
                <a:lnTo>
                  <a:pt x="2163" y="2573"/>
                </a:lnTo>
                <a:lnTo>
                  <a:pt x="2163" y="2574"/>
                </a:lnTo>
                <a:lnTo>
                  <a:pt x="2162" y="2574"/>
                </a:lnTo>
                <a:lnTo>
                  <a:pt x="2161" y="2575"/>
                </a:lnTo>
                <a:lnTo>
                  <a:pt x="2161" y="2576"/>
                </a:lnTo>
                <a:lnTo>
                  <a:pt x="2161" y="2577"/>
                </a:lnTo>
                <a:lnTo>
                  <a:pt x="2162" y="2577"/>
                </a:lnTo>
                <a:lnTo>
                  <a:pt x="2162" y="2578"/>
                </a:lnTo>
                <a:lnTo>
                  <a:pt x="2162" y="2579"/>
                </a:lnTo>
                <a:lnTo>
                  <a:pt x="2162" y="2580"/>
                </a:lnTo>
                <a:lnTo>
                  <a:pt x="2163" y="2580"/>
                </a:lnTo>
                <a:lnTo>
                  <a:pt x="2164" y="2581"/>
                </a:lnTo>
                <a:lnTo>
                  <a:pt x="2164" y="2582"/>
                </a:lnTo>
                <a:lnTo>
                  <a:pt x="2163" y="2582"/>
                </a:lnTo>
                <a:lnTo>
                  <a:pt x="2161" y="2582"/>
                </a:lnTo>
                <a:lnTo>
                  <a:pt x="2161" y="2583"/>
                </a:lnTo>
                <a:lnTo>
                  <a:pt x="2160" y="2583"/>
                </a:lnTo>
                <a:lnTo>
                  <a:pt x="2160" y="2584"/>
                </a:lnTo>
                <a:lnTo>
                  <a:pt x="2160" y="2585"/>
                </a:lnTo>
                <a:lnTo>
                  <a:pt x="2161" y="2586"/>
                </a:lnTo>
                <a:lnTo>
                  <a:pt x="2160" y="2586"/>
                </a:lnTo>
                <a:lnTo>
                  <a:pt x="2159" y="2587"/>
                </a:lnTo>
                <a:lnTo>
                  <a:pt x="2158" y="2587"/>
                </a:lnTo>
                <a:lnTo>
                  <a:pt x="2158" y="2586"/>
                </a:lnTo>
                <a:lnTo>
                  <a:pt x="2157" y="2585"/>
                </a:lnTo>
                <a:lnTo>
                  <a:pt x="2156" y="2585"/>
                </a:lnTo>
                <a:lnTo>
                  <a:pt x="2155" y="2585"/>
                </a:lnTo>
                <a:lnTo>
                  <a:pt x="2154" y="2585"/>
                </a:lnTo>
                <a:lnTo>
                  <a:pt x="2154" y="2586"/>
                </a:lnTo>
                <a:lnTo>
                  <a:pt x="2153" y="2586"/>
                </a:lnTo>
                <a:lnTo>
                  <a:pt x="2154" y="2587"/>
                </a:lnTo>
                <a:lnTo>
                  <a:pt x="2154" y="2588"/>
                </a:lnTo>
                <a:lnTo>
                  <a:pt x="2155" y="2589"/>
                </a:lnTo>
                <a:lnTo>
                  <a:pt x="2154" y="2589"/>
                </a:lnTo>
                <a:lnTo>
                  <a:pt x="2154" y="2590"/>
                </a:lnTo>
                <a:lnTo>
                  <a:pt x="2152" y="2590"/>
                </a:lnTo>
                <a:lnTo>
                  <a:pt x="2151" y="2590"/>
                </a:lnTo>
                <a:lnTo>
                  <a:pt x="2150" y="2590"/>
                </a:lnTo>
                <a:lnTo>
                  <a:pt x="2149" y="2590"/>
                </a:lnTo>
                <a:lnTo>
                  <a:pt x="2149" y="2591"/>
                </a:lnTo>
                <a:lnTo>
                  <a:pt x="2149" y="2592"/>
                </a:lnTo>
                <a:lnTo>
                  <a:pt x="2149" y="2593"/>
                </a:lnTo>
                <a:lnTo>
                  <a:pt x="2150" y="2594"/>
                </a:lnTo>
                <a:lnTo>
                  <a:pt x="2150" y="2595"/>
                </a:lnTo>
                <a:lnTo>
                  <a:pt x="2150" y="2596"/>
                </a:lnTo>
                <a:lnTo>
                  <a:pt x="2150" y="2597"/>
                </a:lnTo>
                <a:lnTo>
                  <a:pt x="2150" y="2598"/>
                </a:lnTo>
                <a:lnTo>
                  <a:pt x="2149" y="2599"/>
                </a:lnTo>
                <a:lnTo>
                  <a:pt x="2147" y="2600"/>
                </a:lnTo>
                <a:lnTo>
                  <a:pt x="2147" y="2601"/>
                </a:lnTo>
                <a:lnTo>
                  <a:pt x="2148" y="2602"/>
                </a:lnTo>
                <a:lnTo>
                  <a:pt x="2148" y="2603"/>
                </a:lnTo>
                <a:lnTo>
                  <a:pt x="2148" y="2604"/>
                </a:lnTo>
                <a:lnTo>
                  <a:pt x="2147" y="2604"/>
                </a:lnTo>
                <a:lnTo>
                  <a:pt x="2146" y="2605"/>
                </a:lnTo>
                <a:lnTo>
                  <a:pt x="2145" y="2605"/>
                </a:lnTo>
                <a:lnTo>
                  <a:pt x="2145" y="2606"/>
                </a:lnTo>
                <a:lnTo>
                  <a:pt x="2145" y="2608"/>
                </a:lnTo>
                <a:lnTo>
                  <a:pt x="2146" y="2609"/>
                </a:lnTo>
                <a:lnTo>
                  <a:pt x="2148" y="2609"/>
                </a:lnTo>
                <a:lnTo>
                  <a:pt x="2149" y="2609"/>
                </a:lnTo>
                <a:lnTo>
                  <a:pt x="2150" y="2608"/>
                </a:lnTo>
                <a:lnTo>
                  <a:pt x="2151" y="2608"/>
                </a:lnTo>
                <a:lnTo>
                  <a:pt x="2151" y="2609"/>
                </a:lnTo>
                <a:lnTo>
                  <a:pt x="2151" y="2610"/>
                </a:lnTo>
                <a:lnTo>
                  <a:pt x="2151" y="2611"/>
                </a:lnTo>
                <a:lnTo>
                  <a:pt x="2152" y="2611"/>
                </a:lnTo>
                <a:lnTo>
                  <a:pt x="2152" y="2612"/>
                </a:lnTo>
                <a:lnTo>
                  <a:pt x="2153" y="2612"/>
                </a:lnTo>
                <a:lnTo>
                  <a:pt x="2154" y="2612"/>
                </a:lnTo>
                <a:lnTo>
                  <a:pt x="2154" y="2613"/>
                </a:lnTo>
                <a:lnTo>
                  <a:pt x="2154" y="2614"/>
                </a:lnTo>
                <a:lnTo>
                  <a:pt x="2153" y="2615"/>
                </a:lnTo>
                <a:lnTo>
                  <a:pt x="2152" y="2615"/>
                </a:lnTo>
                <a:lnTo>
                  <a:pt x="2152" y="2616"/>
                </a:lnTo>
                <a:lnTo>
                  <a:pt x="2152" y="2617"/>
                </a:lnTo>
                <a:lnTo>
                  <a:pt x="2151" y="2617"/>
                </a:lnTo>
                <a:lnTo>
                  <a:pt x="2151" y="2618"/>
                </a:lnTo>
                <a:lnTo>
                  <a:pt x="2151" y="2619"/>
                </a:lnTo>
                <a:lnTo>
                  <a:pt x="2151" y="2620"/>
                </a:lnTo>
                <a:lnTo>
                  <a:pt x="2151" y="2621"/>
                </a:lnTo>
                <a:lnTo>
                  <a:pt x="2151" y="2622"/>
                </a:lnTo>
                <a:lnTo>
                  <a:pt x="2152" y="2623"/>
                </a:lnTo>
                <a:lnTo>
                  <a:pt x="2153" y="2623"/>
                </a:lnTo>
                <a:lnTo>
                  <a:pt x="2152" y="2623"/>
                </a:lnTo>
                <a:lnTo>
                  <a:pt x="2152" y="2624"/>
                </a:lnTo>
                <a:lnTo>
                  <a:pt x="2151" y="2624"/>
                </a:lnTo>
                <a:lnTo>
                  <a:pt x="2151" y="2625"/>
                </a:lnTo>
                <a:lnTo>
                  <a:pt x="2152" y="2626"/>
                </a:lnTo>
                <a:lnTo>
                  <a:pt x="2152" y="2627"/>
                </a:lnTo>
                <a:lnTo>
                  <a:pt x="2151" y="2627"/>
                </a:lnTo>
                <a:lnTo>
                  <a:pt x="2150" y="2628"/>
                </a:lnTo>
                <a:lnTo>
                  <a:pt x="2149" y="2627"/>
                </a:lnTo>
                <a:lnTo>
                  <a:pt x="2148" y="2627"/>
                </a:lnTo>
                <a:lnTo>
                  <a:pt x="2147" y="2627"/>
                </a:lnTo>
                <a:lnTo>
                  <a:pt x="2146" y="2627"/>
                </a:lnTo>
                <a:lnTo>
                  <a:pt x="2146" y="2625"/>
                </a:lnTo>
                <a:lnTo>
                  <a:pt x="2146" y="2624"/>
                </a:lnTo>
                <a:lnTo>
                  <a:pt x="2145" y="2624"/>
                </a:lnTo>
                <a:lnTo>
                  <a:pt x="2145" y="2623"/>
                </a:lnTo>
                <a:lnTo>
                  <a:pt x="2144" y="2624"/>
                </a:lnTo>
                <a:lnTo>
                  <a:pt x="2143" y="2624"/>
                </a:lnTo>
                <a:lnTo>
                  <a:pt x="2142" y="2624"/>
                </a:lnTo>
                <a:lnTo>
                  <a:pt x="2142" y="2625"/>
                </a:lnTo>
                <a:lnTo>
                  <a:pt x="2141" y="2625"/>
                </a:lnTo>
                <a:lnTo>
                  <a:pt x="2140" y="2626"/>
                </a:lnTo>
                <a:lnTo>
                  <a:pt x="2139" y="2626"/>
                </a:lnTo>
                <a:lnTo>
                  <a:pt x="2139" y="2627"/>
                </a:lnTo>
                <a:lnTo>
                  <a:pt x="2138" y="2627"/>
                </a:lnTo>
                <a:lnTo>
                  <a:pt x="2138" y="2628"/>
                </a:lnTo>
                <a:lnTo>
                  <a:pt x="2137" y="2628"/>
                </a:lnTo>
                <a:lnTo>
                  <a:pt x="2137" y="2629"/>
                </a:lnTo>
                <a:lnTo>
                  <a:pt x="2136" y="2629"/>
                </a:lnTo>
                <a:lnTo>
                  <a:pt x="2136" y="2630"/>
                </a:lnTo>
                <a:lnTo>
                  <a:pt x="2135" y="2630"/>
                </a:lnTo>
                <a:lnTo>
                  <a:pt x="2135" y="2631"/>
                </a:lnTo>
                <a:lnTo>
                  <a:pt x="2134" y="2632"/>
                </a:lnTo>
                <a:lnTo>
                  <a:pt x="2133" y="2632"/>
                </a:lnTo>
                <a:lnTo>
                  <a:pt x="2133" y="2633"/>
                </a:lnTo>
                <a:lnTo>
                  <a:pt x="2132" y="2634"/>
                </a:lnTo>
                <a:lnTo>
                  <a:pt x="2131" y="2634"/>
                </a:lnTo>
                <a:lnTo>
                  <a:pt x="2131" y="2635"/>
                </a:lnTo>
                <a:lnTo>
                  <a:pt x="2130" y="2635"/>
                </a:lnTo>
                <a:lnTo>
                  <a:pt x="2130" y="2636"/>
                </a:lnTo>
                <a:lnTo>
                  <a:pt x="2129" y="2636"/>
                </a:lnTo>
                <a:lnTo>
                  <a:pt x="2128" y="2636"/>
                </a:lnTo>
                <a:lnTo>
                  <a:pt x="2128" y="2637"/>
                </a:lnTo>
                <a:lnTo>
                  <a:pt x="2127" y="2637"/>
                </a:lnTo>
                <a:lnTo>
                  <a:pt x="2126" y="2637"/>
                </a:lnTo>
                <a:lnTo>
                  <a:pt x="2126" y="2638"/>
                </a:lnTo>
                <a:lnTo>
                  <a:pt x="2126" y="2639"/>
                </a:lnTo>
                <a:lnTo>
                  <a:pt x="2126" y="2641"/>
                </a:lnTo>
                <a:lnTo>
                  <a:pt x="2126" y="2640"/>
                </a:lnTo>
                <a:lnTo>
                  <a:pt x="2125" y="2639"/>
                </a:lnTo>
                <a:lnTo>
                  <a:pt x="2125" y="2638"/>
                </a:lnTo>
                <a:lnTo>
                  <a:pt x="2124" y="2638"/>
                </a:lnTo>
                <a:lnTo>
                  <a:pt x="2124" y="2637"/>
                </a:lnTo>
                <a:lnTo>
                  <a:pt x="2124" y="2636"/>
                </a:lnTo>
                <a:lnTo>
                  <a:pt x="2123" y="2635"/>
                </a:lnTo>
                <a:lnTo>
                  <a:pt x="2122" y="2635"/>
                </a:lnTo>
                <a:lnTo>
                  <a:pt x="2122" y="2634"/>
                </a:lnTo>
                <a:lnTo>
                  <a:pt x="2122" y="2633"/>
                </a:lnTo>
                <a:lnTo>
                  <a:pt x="2121" y="2633"/>
                </a:lnTo>
                <a:lnTo>
                  <a:pt x="2120" y="2633"/>
                </a:lnTo>
                <a:lnTo>
                  <a:pt x="2120" y="2634"/>
                </a:lnTo>
                <a:lnTo>
                  <a:pt x="2119" y="2634"/>
                </a:lnTo>
                <a:lnTo>
                  <a:pt x="2118" y="2634"/>
                </a:lnTo>
                <a:lnTo>
                  <a:pt x="2117" y="2634"/>
                </a:lnTo>
                <a:lnTo>
                  <a:pt x="2117" y="2633"/>
                </a:lnTo>
                <a:lnTo>
                  <a:pt x="2116" y="2633"/>
                </a:lnTo>
                <a:lnTo>
                  <a:pt x="2116" y="2632"/>
                </a:lnTo>
                <a:lnTo>
                  <a:pt x="2115" y="2632"/>
                </a:lnTo>
                <a:lnTo>
                  <a:pt x="2115" y="2631"/>
                </a:lnTo>
                <a:lnTo>
                  <a:pt x="2115" y="2630"/>
                </a:lnTo>
                <a:lnTo>
                  <a:pt x="2114" y="2629"/>
                </a:lnTo>
                <a:lnTo>
                  <a:pt x="2113" y="2629"/>
                </a:lnTo>
                <a:lnTo>
                  <a:pt x="2113" y="2628"/>
                </a:lnTo>
                <a:lnTo>
                  <a:pt x="2112" y="2628"/>
                </a:lnTo>
                <a:lnTo>
                  <a:pt x="2111" y="2628"/>
                </a:lnTo>
                <a:lnTo>
                  <a:pt x="2111" y="2627"/>
                </a:lnTo>
                <a:lnTo>
                  <a:pt x="2110" y="2627"/>
                </a:lnTo>
                <a:lnTo>
                  <a:pt x="2109" y="2627"/>
                </a:lnTo>
                <a:lnTo>
                  <a:pt x="2108" y="2627"/>
                </a:lnTo>
                <a:lnTo>
                  <a:pt x="2107" y="2627"/>
                </a:lnTo>
                <a:lnTo>
                  <a:pt x="2107" y="2628"/>
                </a:lnTo>
                <a:lnTo>
                  <a:pt x="2106" y="2628"/>
                </a:lnTo>
                <a:lnTo>
                  <a:pt x="2106" y="2627"/>
                </a:lnTo>
                <a:lnTo>
                  <a:pt x="2105" y="2627"/>
                </a:lnTo>
                <a:lnTo>
                  <a:pt x="2105" y="2628"/>
                </a:lnTo>
                <a:lnTo>
                  <a:pt x="2104" y="2627"/>
                </a:lnTo>
                <a:lnTo>
                  <a:pt x="2103" y="2627"/>
                </a:lnTo>
                <a:lnTo>
                  <a:pt x="2103" y="2626"/>
                </a:lnTo>
                <a:lnTo>
                  <a:pt x="2102" y="2626"/>
                </a:lnTo>
                <a:lnTo>
                  <a:pt x="2101" y="2626"/>
                </a:lnTo>
                <a:lnTo>
                  <a:pt x="2101" y="2625"/>
                </a:lnTo>
                <a:lnTo>
                  <a:pt x="2100" y="2625"/>
                </a:lnTo>
                <a:lnTo>
                  <a:pt x="2100" y="2624"/>
                </a:lnTo>
                <a:lnTo>
                  <a:pt x="2099" y="2624"/>
                </a:lnTo>
                <a:lnTo>
                  <a:pt x="2099" y="2623"/>
                </a:lnTo>
                <a:lnTo>
                  <a:pt x="2099" y="2622"/>
                </a:lnTo>
                <a:lnTo>
                  <a:pt x="2098" y="2622"/>
                </a:lnTo>
                <a:lnTo>
                  <a:pt x="2097" y="2622"/>
                </a:lnTo>
                <a:lnTo>
                  <a:pt x="2096" y="2622"/>
                </a:lnTo>
                <a:lnTo>
                  <a:pt x="2096" y="2621"/>
                </a:lnTo>
                <a:lnTo>
                  <a:pt x="2095" y="2621"/>
                </a:lnTo>
                <a:lnTo>
                  <a:pt x="2095" y="2620"/>
                </a:lnTo>
                <a:lnTo>
                  <a:pt x="2094" y="2620"/>
                </a:lnTo>
                <a:lnTo>
                  <a:pt x="2093" y="2620"/>
                </a:lnTo>
                <a:lnTo>
                  <a:pt x="2092" y="2620"/>
                </a:lnTo>
                <a:lnTo>
                  <a:pt x="2092" y="2619"/>
                </a:lnTo>
                <a:lnTo>
                  <a:pt x="2091" y="2619"/>
                </a:lnTo>
                <a:lnTo>
                  <a:pt x="2090" y="2619"/>
                </a:lnTo>
                <a:lnTo>
                  <a:pt x="2090" y="2620"/>
                </a:lnTo>
                <a:lnTo>
                  <a:pt x="2089" y="2620"/>
                </a:lnTo>
                <a:lnTo>
                  <a:pt x="2088" y="2619"/>
                </a:lnTo>
                <a:lnTo>
                  <a:pt x="2087" y="2618"/>
                </a:lnTo>
                <a:lnTo>
                  <a:pt x="2086" y="2618"/>
                </a:lnTo>
                <a:lnTo>
                  <a:pt x="2086" y="2617"/>
                </a:lnTo>
                <a:lnTo>
                  <a:pt x="2086" y="2616"/>
                </a:lnTo>
                <a:lnTo>
                  <a:pt x="2085" y="2616"/>
                </a:lnTo>
                <a:lnTo>
                  <a:pt x="2085" y="2615"/>
                </a:lnTo>
                <a:lnTo>
                  <a:pt x="2084" y="2615"/>
                </a:lnTo>
                <a:lnTo>
                  <a:pt x="2085" y="2615"/>
                </a:lnTo>
                <a:lnTo>
                  <a:pt x="2084" y="2614"/>
                </a:lnTo>
                <a:lnTo>
                  <a:pt x="2084" y="2613"/>
                </a:lnTo>
                <a:lnTo>
                  <a:pt x="2084" y="2612"/>
                </a:lnTo>
                <a:lnTo>
                  <a:pt x="2083" y="2611"/>
                </a:lnTo>
                <a:lnTo>
                  <a:pt x="2082" y="2610"/>
                </a:lnTo>
                <a:lnTo>
                  <a:pt x="2081" y="2610"/>
                </a:lnTo>
                <a:lnTo>
                  <a:pt x="2080" y="2610"/>
                </a:lnTo>
                <a:lnTo>
                  <a:pt x="2080" y="2609"/>
                </a:lnTo>
                <a:lnTo>
                  <a:pt x="2079" y="2608"/>
                </a:lnTo>
                <a:lnTo>
                  <a:pt x="2078" y="2608"/>
                </a:lnTo>
                <a:lnTo>
                  <a:pt x="2077" y="2608"/>
                </a:lnTo>
                <a:lnTo>
                  <a:pt x="2076" y="2607"/>
                </a:lnTo>
                <a:lnTo>
                  <a:pt x="2075" y="2607"/>
                </a:lnTo>
                <a:lnTo>
                  <a:pt x="2074" y="2607"/>
                </a:lnTo>
                <a:lnTo>
                  <a:pt x="2073" y="2607"/>
                </a:lnTo>
                <a:lnTo>
                  <a:pt x="2073" y="2608"/>
                </a:lnTo>
                <a:lnTo>
                  <a:pt x="2072" y="2608"/>
                </a:lnTo>
                <a:lnTo>
                  <a:pt x="2072" y="2607"/>
                </a:lnTo>
                <a:lnTo>
                  <a:pt x="2071" y="2605"/>
                </a:lnTo>
                <a:lnTo>
                  <a:pt x="2071" y="2604"/>
                </a:lnTo>
                <a:lnTo>
                  <a:pt x="2071" y="2603"/>
                </a:lnTo>
                <a:lnTo>
                  <a:pt x="2070" y="2602"/>
                </a:lnTo>
                <a:lnTo>
                  <a:pt x="2069" y="2601"/>
                </a:lnTo>
                <a:lnTo>
                  <a:pt x="2068" y="2599"/>
                </a:lnTo>
                <a:lnTo>
                  <a:pt x="2067" y="2599"/>
                </a:lnTo>
                <a:lnTo>
                  <a:pt x="2066" y="2598"/>
                </a:lnTo>
                <a:lnTo>
                  <a:pt x="2065" y="2598"/>
                </a:lnTo>
                <a:lnTo>
                  <a:pt x="2064" y="2599"/>
                </a:lnTo>
                <a:lnTo>
                  <a:pt x="2063" y="2599"/>
                </a:lnTo>
                <a:lnTo>
                  <a:pt x="2063" y="2600"/>
                </a:lnTo>
                <a:lnTo>
                  <a:pt x="2063" y="2601"/>
                </a:lnTo>
                <a:lnTo>
                  <a:pt x="2063" y="2602"/>
                </a:lnTo>
                <a:lnTo>
                  <a:pt x="2062" y="2602"/>
                </a:lnTo>
                <a:lnTo>
                  <a:pt x="2060" y="2602"/>
                </a:lnTo>
                <a:lnTo>
                  <a:pt x="2059" y="2602"/>
                </a:lnTo>
                <a:lnTo>
                  <a:pt x="2058" y="2601"/>
                </a:lnTo>
                <a:lnTo>
                  <a:pt x="2057" y="2601"/>
                </a:lnTo>
                <a:lnTo>
                  <a:pt x="2055" y="2601"/>
                </a:lnTo>
                <a:lnTo>
                  <a:pt x="2055" y="2600"/>
                </a:lnTo>
                <a:lnTo>
                  <a:pt x="2054" y="2600"/>
                </a:lnTo>
                <a:lnTo>
                  <a:pt x="2053" y="2599"/>
                </a:lnTo>
                <a:lnTo>
                  <a:pt x="2053" y="2598"/>
                </a:lnTo>
                <a:lnTo>
                  <a:pt x="2053" y="2597"/>
                </a:lnTo>
                <a:lnTo>
                  <a:pt x="2053" y="2596"/>
                </a:lnTo>
                <a:lnTo>
                  <a:pt x="2053" y="2593"/>
                </a:lnTo>
                <a:lnTo>
                  <a:pt x="2052" y="2592"/>
                </a:lnTo>
                <a:lnTo>
                  <a:pt x="2052" y="2591"/>
                </a:lnTo>
                <a:lnTo>
                  <a:pt x="2051" y="2591"/>
                </a:lnTo>
                <a:lnTo>
                  <a:pt x="2049" y="2591"/>
                </a:lnTo>
                <a:lnTo>
                  <a:pt x="2048" y="2591"/>
                </a:lnTo>
                <a:lnTo>
                  <a:pt x="2047" y="2591"/>
                </a:lnTo>
                <a:lnTo>
                  <a:pt x="2047" y="2592"/>
                </a:lnTo>
                <a:lnTo>
                  <a:pt x="2046" y="2592"/>
                </a:lnTo>
                <a:lnTo>
                  <a:pt x="2045" y="2592"/>
                </a:lnTo>
                <a:lnTo>
                  <a:pt x="2043" y="2593"/>
                </a:lnTo>
                <a:lnTo>
                  <a:pt x="2041" y="2593"/>
                </a:lnTo>
                <a:lnTo>
                  <a:pt x="2039" y="2593"/>
                </a:lnTo>
                <a:lnTo>
                  <a:pt x="2038" y="2593"/>
                </a:lnTo>
                <a:lnTo>
                  <a:pt x="2037" y="2593"/>
                </a:lnTo>
                <a:lnTo>
                  <a:pt x="2036" y="2593"/>
                </a:lnTo>
                <a:lnTo>
                  <a:pt x="2035" y="2593"/>
                </a:lnTo>
                <a:lnTo>
                  <a:pt x="2034" y="2594"/>
                </a:lnTo>
                <a:lnTo>
                  <a:pt x="2033" y="2594"/>
                </a:lnTo>
                <a:lnTo>
                  <a:pt x="2033" y="2595"/>
                </a:lnTo>
                <a:lnTo>
                  <a:pt x="2031" y="2595"/>
                </a:lnTo>
                <a:lnTo>
                  <a:pt x="2029" y="2595"/>
                </a:lnTo>
                <a:lnTo>
                  <a:pt x="2027" y="2594"/>
                </a:lnTo>
                <a:lnTo>
                  <a:pt x="2027" y="2595"/>
                </a:lnTo>
                <a:lnTo>
                  <a:pt x="2026" y="2595"/>
                </a:lnTo>
                <a:lnTo>
                  <a:pt x="2026" y="2594"/>
                </a:lnTo>
                <a:lnTo>
                  <a:pt x="2025" y="2594"/>
                </a:lnTo>
                <a:lnTo>
                  <a:pt x="2025" y="2593"/>
                </a:lnTo>
                <a:lnTo>
                  <a:pt x="2024" y="2593"/>
                </a:lnTo>
                <a:lnTo>
                  <a:pt x="2024" y="2592"/>
                </a:lnTo>
                <a:lnTo>
                  <a:pt x="2023" y="2592"/>
                </a:lnTo>
                <a:lnTo>
                  <a:pt x="2023" y="2591"/>
                </a:lnTo>
                <a:lnTo>
                  <a:pt x="2022" y="2590"/>
                </a:lnTo>
                <a:lnTo>
                  <a:pt x="2021" y="2590"/>
                </a:lnTo>
                <a:lnTo>
                  <a:pt x="2019" y="2590"/>
                </a:lnTo>
                <a:lnTo>
                  <a:pt x="2018" y="2589"/>
                </a:lnTo>
                <a:lnTo>
                  <a:pt x="2018" y="2588"/>
                </a:lnTo>
                <a:lnTo>
                  <a:pt x="2018" y="2586"/>
                </a:lnTo>
                <a:lnTo>
                  <a:pt x="2017" y="2586"/>
                </a:lnTo>
                <a:lnTo>
                  <a:pt x="2017" y="2585"/>
                </a:lnTo>
                <a:lnTo>
                  <a:pt x="2016" y="2585"/>
                </a:lnTo>
                <a:lnTo>
                  <a:pt x="2016" y="2584"/>
                </a:lnTo>
                <a:lnTo>
                  <a:pt x="2015" y="2584"/>
                </a:lnTo>
                <a:lnTo>
                  <a:pt x="2015" y="2585"/>
                </a:lnTo>
                <a:lnTo>
                  <a:pt x="2014" y="2585"/>
                </a:lnTo>
                <a:lnTo>
                  <a:pt x="2013" y="2585"/>
                </a:lnTo>
                <a:lnTo>
                  <a:pt x="2012" y="2585"/>
                </a:lnTo>
                <a:lnTo>
                  <a:pt x="2011" y="2585"/>
                </a:lnTo>
                <a:lnTo>
                  <a:pt x="2010" y="2585"/>
                </a:lnTo>
                <a:lnTo>
                  <a:pt x="2010" y="2586"/>
                </a:lnTo>
                <a:lnTo>
                  <a:pt x="2009" y="2587"/>
                </a:lnTo>
                <a:lnTo>
                  <a:pt x="2008" y="2587"/>
                </a:lnTo>
                <a:lnTo>
                  <a:pt x="2007" y="2587"/>
                </a:lnTo>
                <a:lnTo>
                  <a:pt x="2006" y="2586"/>
                </a:lnTo>
                <a:lnTo>
                  <a:pt x="2005" y="2586"/>
                </a:lnTo>
                <a:lnTo>
                  <a:pt x="2005" y="2587"/>
                </a:lnTo>
                <a:lnTo>
                  <a:pt x="2004" y="2586"/>
                </a:lnTo>
                <a:lnTo>
                  <a:pt x="2003" y="2586"/>
                </a:lnTo>
                <a:lnTo>
                  <a:pt x="2003" y="2587"/>
                </a:lnTo>
                <a:lnTo>
                  <a:pt x="2002" y="2587"/>
                </a:lnTo>
                <a:lnTo>
                  <a:pt x="2001" y="2587"/>
                </a:lnTo>
                <a:lnTo>
                  <a:pt x="2000" y="2588"/>
                </a:lnTo>
                <a:lnTo>
                  <a:pt x="1999" y="2588"/>
                </a:lnTo>
                <a:lnTo>
                  <a:pt x="1998" y="2588"/>
                </a:lnTo>
                <a:lnTo>
                  <a:pt x="1998" y="2589"/>
                </a:lnTo>
                <a:lnTo>
                  <a:pt x="1997" y="2589"/>
                </a:lnTo>
                <a:lnTo>
                  <a:pt x="1996" y="2589"/>
                </a:lnTo>
                <a:lnTo>
                  <a:pt x="1996" y="2590"/>
                </a:lnTo>
                <a:lnTo>
                  <a:pt x="1995" y="2590"/>
                </a:lnTo>
                <a:lnTo>
                  <a:pt x="1994" y="2591"/>
                </a:lnTo>
                <a:lnTo>
                  <a:pt x="1992" y="2592"/>
                </a:lnTo>
                <a:lnTo>
                  <a:pt x="1991" y="2593"/>
                </a:lnTo>
                <a:lnTo>
                  <a:pt x="1990" y="2593"/>
                </a:lnTo>
                <a:lnTo>
                  <a:pt x="1989" y="2593"/>
                </a:lnTo>
                <a:lnTo>
                  <a:pt x="1989" y="2594"/>
                </a:lnTo>
                <a:lnTo>
                  <a:pt x="1988" y="2594"/>
                </a:lnTo>
                <a:lnTo>
                  <a:pt x="1987" y="2595"/>
                </a:lnTo>
                <a:lnTo>
                  <a:pt x="1986" y="2595"/>
                </a:lnTo>
                <a:lnTo>
                  <a:pt x="1986" y="2596"/>
                </a:lnTo>
                <a:lnTo>
                  <a:pt x="1985" y="2596"/>
                </a:lnTo>
                <a:lnTo>
                  <a:pt x="1984" y="2596"/>
                </a:lnTo>
                <a:lnTo>
                  <a:pt x="1983" y="2596"/>
                </a:lnTo>
                <a:lnTo>
                  <a:pt x="1982" y="2597"/>
                </a:lnTo>
                <a:lnTo>
                  <a:pt x="1981" y="2597"/>
                </a:lnTo>
                <a:lnTo>
                  <a:pt x="1980" y="2597"/>
                </a:lnTo>
                <a:lnTo>
                  <a:pt x="1979" y="2597"/>
                </a:lnTo>
                <a:lnTo>
                  <a:pt x="1979" y="2598"/>
                </a:lnTo>
                <a:lnTo>
                  <a:pt x="1977" y="2598"/>
                </a:lnTo>
                <a:lnTo>
                  <a:pt x="1976" y="2598"/>
                </a:lnTo>
                <a:lnTo>
                  <a:pt x="1975" y="2598"/>
                </a:lnTo>
                <a:lnTo>
                  <a:pt x="1975" y="2599"/>
                </a:lnTo>
                <a:lnTo>
                  <a:pt x="1974" y="2599"/>
                </a:lnTo>
                <a:lnTo>
                  <a:pt x="1973" y="2599"/>
                </a:lnTo>
                <a:lnTo>
                  <a:pt x="1972" y="2601"/>
                </a:lnTo>
                <a:lnTo>
                  <a:pt x="1971" y="2601"/>
                </a:lnTo>
                <a:lnTo>
                  <a:pt x="1971" y="2602"/>
                </a:lnTo>
                <a:lnTo>
                  <a:pt x="1971" y="2603"/>
                </a:lnTo>
                <a:lnTo>
                  <a:pt x="1970" y="2603"/>
                </a:lnTo>
                <a:lnTo>
                  <a:pt x="1970" y="2604"/>
                </a:lnTo>
                <a:lnTo>
                  <a:pt x="1970" y="2605"/>
                </a:lnTo>
                <a:lnTo>
                  <a:pt x="1970" y="2606"/>
                </a:lnTo>
                <a:lnTo>
                  <a:pt x="1969" y="2607"/>
                </a:lnTo>
                <a:lnTo>
                  <a:pt x="1969" y="2608"/>
                </a:lnTo>
                <a:lnTo>
                  <a:pt x="1969" y="2609"/>
                </a:lnTo>
                <a:lnTo>
                  <a:pt x="1969" y="2610"/>
                </a:lnTo>
                <a:lnTo>
                  <a:pt x="1968" y="2611"/>
                </a:lnTo>
                <a:lnTo>
                  <a:pt x="1968" y="2612"/>
                </a:lnTo>
                <a:lnTo>
                  <a:pt x="1967" y="2612"/>
                </a:lnTo>
                <a:lnTo>
                  <a:pt x="1966" y="2613"/>
                </a:lnTo>
                <a:lnTo>
                  <a:pt x="1965" y="2613"/>
                </a:lnTo>
                <a:lnTo>
                  <a:pt x="1965" y="2614"/>
                </a:lnTo>
                <a:lnTo>
                  <a:pt x="1964" y="2615"/>
                </a:lnTo>
                <a:lnTo>
                  <a:pt x="1964" y="2616"/>
                </a:lnTo>
                <a:lnTo>
                  <a:pt x="1963" y="2616"/>
                </a:lnTo>
                <a:lnTo>
                  <a:pt x="1963" y="2617"/>
                </a:lnTo>
                <a:lnTo>
                  <a:pt x="1962" y="2618"/>
                </a:lnTo>
                <a:lnTo>
                  <a:pt x="1962" y="2619"/>
                </a:lnTo>
                <a:lnTo>
                  <a:pt x="1961" y="2619"/>
                </a:lnTo>
                <a:lnTo>
                  <a:pt x="1961" y="2620"/>
                </a:lnTo>
                <a:lnTo>
                  <a:pt x="1960" y="2621"/>
                </a:lnTo>
                <a:lnTo>
                  <a:pt x="1960" y="2622"/>
                </a:lnTo>
                <a:lnTo>
                  <a:pt x="1959" y="2622"/>
                </a:lnTo>
                <a:lnTo>
                  <a:pt x="1959" y="2623"/>
                </a:lnTo>
                <a:lnTo>
                  <a:pt x="1958" y="2623"/>
                </a:lnTo>
                <a:lnTo>
                  <a:pt x="1957" y="2624"/>
                </a:lnTo>
                <a:lnTo>
                  <a:pt x="1956" y="2624"/>
                </a:lnTo>
                <a:lnTo>
                  <a:pt x="1955" y="2625"/>
                </a:lnTo>
                <a:lnTo>
                  <a:pt x="1954" y="2625"/>
                </a:lnTo>
                <a:lnTo>
                  <a:pt x="1953" y="2625"/>
                </a:lnTo>
                <a:lnTo>
                  <a:pt x="1953" y="2626"/>
                </a:lnTo>
                <a:lnTo>
                  <a:pt x="1952" y="2626"/>
                </a:lnTo>
                <a:lnTo>
                  <a:pt x="1951" y="2627"/>
                </a:lnTo>
                <a:lnTo>
                  <a:pt x="1950" y="2627"/>
                </a:lnTo>
                <a:lnTo>
                  <a:pt x="1949" y="2627"/>
                </a:lnTo>
                <a:lnTo>
                  <a:pt x="1948" y="2628"/>
                </a:lnTo>
                <a:lnTo>
                  <a:pt x="1947" y="2629"/>
                </a:lnTo>
                <a:lnTo>
                  <a:pt x="1946" y="2629"/>
                </a:lnTo>
                <a:lnTo>
                  <a:pt x="1945" y="2630"/>
                </a:lnTo>
                <a:lnTo>
                  <a:pt x="1944" y="2630"/>
                </a:lnTo>
                <a:lnTo>
                  <a:pt x="1943" y="2631"/>
                </a:lnTo>
                <a:lnTo>
                  <a:pt x="1942" y="2631"/>
                </a:lnTo>
                <a:lnTo>
                  <a:pt x="1941" y="2631"/>
                </a:lnTo>
                <a:lnTo>
                  <a:pt x="1941" y="2632"/>
                </a:lnTo>
                <a:lnTo>
                  <a:pt x="1940" y="2632"/>
                </a:lnTo>
                <a:lnTo>
                  <a:pt x="1939" y="2632"/>
                </a:lnTo>
                <a:lnTo>
                  <a:pt x="1938" y="2632"/>
                </a:lnTo>
                <a:lnTo>
                  <a:pt x="1937" y="2632"/>
                </a:lnTo>
                <a:lnTo>
                  <a:pt x="1937" y="2633"/>
                </a:lnTo>
                <a:lnTo>
                  <a:pt x="1936" y="2633"/>
                </a:lnTo>
                <a:lnTo>
                  <a:pt x="1936" y="2634"/>
                </a:lnTo>
                <a:lnTo>
                  <a:pt x="1935" y="2634"/>
                </a:lnTo>
                <a:lnTo>
                  <a:pt x="1934" y="2634"/>
                </a:lnTo>
                <a:lnTo>
                  <a:pt x="1934" y="2635"/>
                </a:lnTo>
                <a:lnTo>
                  <a:pt x="1933" y="2635"/>
                </a:lnTo>
                <a:lnTo>
                  <a:pt x="1932" y="2635"/>
                </a:lnTo>
                <a:lnTo>
                  <a:pt x="1931" y="2635"/>
                </a:lnTo>
                <a:lnTo>
                  <a:pt x="1930" y="2635"/>
                </a:lnTo>
                <a:lnTo>
                  <a:pt x="1930" y="2636"/>
                </a:lnTo>
                <a:lnTo>
                  <a:pt x="1929" y="2636"/>
                </a:lnTo>
                <a:lnTo>
                  <a:pt x="1929" y="2637"/>
                </a:lnTo>
                <a:lnTo>
                  <a:pt x="1928" y="2637"/>
                </a:lnTo>
                <a:lnTo>
                  <a:pt x="1927" y="2637"/>
                </a:lnTo>
                <a:lnTo>
                  <a:pt x="1926" y="2637"/>
                </a:lnTo>
                <a:lnTo>
                  <a:pt x="1925" y="2637"/>
                </a:lnTo>
                <a:lnTo>
                  <a:pt x="1924" y="2636"/>
                </a:lnTo>
                <a:lnTo>
                  <a:pt x="1923" y="2636"/>
                </a:lnTo>
                <a:lnTo>
                  <a:pt x="1922" y="2636"/>
                </a:lnTo>
                <a:lnTo>
                  <a:pt x="1921" y="2636"/>
                </a:lnTo>
                <a:lnTo>
                  <a:pt x="1921" y="2637"/>
                </a:lnTo>
                <a:lnTo>
                  <a:pt x="1920" y="2637"/>
                </a:lnTo>
                <a:lnTo>
                  <a:pt x="1919" y="2637"/>
                </a:lnTo>
                <a:lnTo>
                  <a:pt x="1918" y="2637"/>
                </a:lnTo>
                <a:lnTo>
                  <a:pt x="1918" y="2638"/>
                </a:lnTo>
                <a:lnTo>
                  <a:pt x="1917" y="2638"/>
                </a:lnTo>
                <a:lnTo>
                  <a:pt x="1916" y="2638"/>
                </a:lnTo>
                <a:lnTo>
                  <a:pt x="1916" y="2637"/>
                </a:lnTo>
                <a:lnTo>
                  <a:pt x="1915" y="2637"/>
                </a:lnTo>
                <a:lnTo>
                  <a:pt x="1914" y="2637"/>
                </a:lnTo>
                <a:lnTo>
                  <a:pt x="1915" y="2636"/>
                </a:lnTo>
                <a:lnTo>
                  <a:pt x="1915" y="2635"/>
                </a:lnTo>
                <a:lnTo>
                  <a:pt x="1914" y="2635"/>
                </a:lnTo>
                <a:lnTo>
                  <a:pt x="1913" y="2635"/>
                </a:lnTo>
                <a:lnTo>
                  <a:pt x="1911" y="2635"/>
                </a:lnTo>
                <a:lnTo>
                  <a:pt x="1910" y="2635"/>
                </a:lnTo>
                <a:lnTo>
                  <a:pt x="1910" y="2636"/>
                </a:lnTo>
                <a:lnTo>
                  <a:pt x="1909" y="2636"/>
                </a:lnTo>
                <a:lnTo>
                  <a:pt x="1909" y="2637"/>
                </a:lnTo>
                <a:lnTo>
                  <a:pt x="1909" y="2638"/>
                </a:lnTo>
                <a:lnTo>
                  <a:pt x="1908" y="2638"/>
                </a:lnTo>
                <a:lnTo>
                  <a:pt x="1907" y="2638"/>
                </a:lnTo>
                <a:lnTo>
                  <a:pt x="1907" y="2639"/>
                </a:lnTo>
                <a:lnTo>
                  <a:pt x="1906" y="2639"/>
                </a:lnTo>
                <a:lnTo>
                  <a:pt x="1905" y="2639"/>
                </a:lnTo>
                <a:lnTo>
                  <a:pt x="1904" y="2639"/>
                </a:lnTo>
                <a:lnTo>
                  <a:pt x="1903" y="2639"/>
                </a:lnTo>
                <a:lnTo>
                  <a:pt x="1902" y="2640"/>
                </a:lnTo>
                <a:lnTo>
                  <a:pt x="1901" y="2640"/>
                </a:lnTo>
                <a:lnTo>
                  <a:pt x="1901" y="2641"/>
                </a:lnTo>
                <a:lnTo>
                  <a:pt x="1899" y="2641"/>
                </a:lnTo>
                <a:lnTo>
                  <a:pt x="1899" y="2642"/>
                </a:lnTo>
                <a:lnTo>
                  <a:pt x="1898" y="2642"/>
                </a:lnTo>
                <a:lnTo>
                  <a:pt x="1898" y="2643"/>
                </a:lnTo>
                <a:lnTo>
                  <a:pt x="1897" y="2643"/>
                </a:lnTo>
                <a:lnTo>
                  <a:pt x="1896" y="2643"/>
                </a:lnTo>
                <a:lnTo>
                  <a:pt x="1895" y="2643"/>
                </a:lnTo>
                <a:lnTo>
                  <a:pt x="1895" y="2644"/>
                </a:lnTo>
                <a:lnTo>
                  <a:pt x="1894" y="2644"/>
                </a:lnTo>
                <a:lnTo>
                  <a:pt x="1893" y="2644"/>
                </a:lnTo>
                <a:lnTo>
                  <a:pt x="1891" y="2644"/>
                </a:lnTo>
                <a:lnTo>
                  <a:pt x="1890" y="2645"/>
                </a:lnTo>
                <a:lnTo>
                  <a:pt x="1890" y="2646"/>
                </a:lnTo>
                <a:lnTo>
                  <a:pt x="1890" y="2647"/>
                </a:lnTo>
                <a:lnTo>
                  <a:pt x="1889" y="2648"/>
                </a:lnTo>
                <a:lnTo>
                  <a:pt x="1888" y="2648"/>
                </a:lnTo>
                <a:lnTo>
                  <a:pt x="1887" y="2649"/>
                </a:lnTo>
                <a:lnTo>
                  <a:pt x="1886" y="2650"/>
                </a:lnTo>
                <a:lnTo>
                  <a:pt x="1886" y="2651"/>
                </a:lnTo>
                <a:lnTo>
                  <a:pt x="1884" y="2652"/>
                </a:lnTo>
                <a:lnTo>
                  <a:pt x="1884" y="2653"/>
                </a:lnTo>
                <a:lnTo>
                  <a:pt x="1883" y="2654"/>
                </a:lnTo>
                <a:lnTo>
                  <a:pt x="1882" y="2654"/>
                </a:lnTo>
                <a:lnTo>
                  <a:pt x="1882" y="2655"/>
                </a:lnTo>
                <a:lnTo>
                  <a:pt x="1881" y="2655"/>
                </a:lnTo>
                <a:lnTo>
                  <a:pt x="1880" y="2655"/>
                </a:lnTo>
                <a:lnTo>
                  <a:pt x="1879" y="2655"/>
                </a:lnTo>
                <a:lnTo>
                  <a:pt x="1878" y="2656"/>
                </a:lnTo>
                <a:lnTo>
                  <a:pt x="1877" y="2656"/>
                </a:lnTo>
                <a:lnTo>
                  <a:pt x="1876" y="2656"/>
                </a:lnTo>
                <a:lnTo>
                  <a:pt x="1875" y="2657"/>
                </a:lnTo>
                <a:lnTo>
                  <a:pt x="1874" y="2658"/>
                </a:lnTo>
                <a:lnTo>
                  <a:pt x="1873" y="2658"/>
                </a:lnTo>
                <a:lnTo>
                  <a:pt x="1872" y="2658"/>
                </a:lnTo>
                <a:lnTo>
                  <a:pt x="1872" y="2659"/>
                </a:lnTo>
                <a:lnTo>
                  <a:pt x="1871" y="2660"/>
                </a:lnTo>
                <a:lnTo>
                  <a:pt x="1870" y="2660"/>
                </a:lnTo>
                <a:lnTo>
                  <a:pt x="1870" y="2661"/>
                </a:lnTo>
                <a:lnTo>
                  <a:pt x="1869" y="2661"/>
                </a:lnTo>
                <a:lnTo>
                  <a:pt x="1869" y="2662"/>
                </a:lnTo>
                <a:lnTo>
                  <a:pt x="1868" y="2662"/>
                </a:lnTo>
                <a:lnTo>
                  <a:pt x="1867" y="2662"/>
                </a:lnTo>
                <a:lnTo>
                  <a:pt x="1867" y="2663"/>
                </a:lnTo>
                <a:lnTo>
                  <a:pt x="1866" y="2663"/>
                </a:lnTo>
                <a:lnTo>
                  <a:pt x="1866" y="2664"/>
                </a:lnTo>
                <a:lnTo>
                  <a:pt x="1865" y="2664"/>
                </a:lnTo>
                <a:lnTo>
                  <a:pt x="1864" y="2665"/>
                </a:lnTo>
                <a:lnTo>
                  <a:pt x="1863" y="2667"/>
                </a:lnTo>
                <a:lnTo>
                  <a:pt x="1862" y="2667"/>
                </a:lnTo>
                <a:lnTo>
                  <a:pt x="1862" y="2668"/>
                </a:lnTo>
                <a:lnTo>
                  <a:pt x="1861" y="2669"/>
                </a:lnTo>
                <a:lnTo>
                  <a:pt x="1860" y="2670"/>
                </a:lnTo>
                <a:lnTo>
                  <a:pt x="1859" y="2670"/>
                </a:lnTo>
                <a:lnTo>
                  <a:pt x="1859" y="2671"/>
                </a:lnTo>
                <a:lnTo>
                  <a:pt x="1858" y="2671"/>
                </a:lnTo>
                <a:lnTo>
                  <a:pt x="1857" y="2672"/>
                </a:lnTo>
                <a:lnTo>
                  <a:pt x="1856" y="2673"/>
                </a:lnTo>
                <a:lnTo>
                  <a:pt x="1855" y="2673"/>
                </a:lnTo>
                <a:lnTo>
                  <a:pt x="1855" y="2674"/>
                </a:lnTo>
                <a:lnTo>
                  <a:pt x="1854" y="2675"/>
                </a:lnTo>
                <a:lnTo>
                  <a:pt x="1853" y="2675"/>
                </a:lnTo>
                <a:lnTo>
                  <a:pt x="1853" y="2676"/>
                </a:lnTo>
                <a:lnTo>
                  <a:pt x="1852" y="2677"/>
                </a:lnTo>
                <a:lnTo>
                  <a:pt x="1852" y="2678"/>
                </a:lnTo>
                <a:lnTo>
                  <a:pt x="1851" y="2678"/>
                </a:lnTo>
                <a:lnTo>
                  <a:pt x="1851" y="2679"/>
                </a:lnTo>
                <a:lnTo>
                  <a:pt x="1850" y="2679"/>
                </a:lnTo>
                <a:lnTo>
                  <a:pt x="1850" y="2680"/>
                </a:lnTo>
                <a:lnTo>
                  <a:pt x="1849" y="2681"/>
                </a:lnTo>
                <a:lnTo>
                  <a:pt x="1848" y="2682"/>
                </a:lnTo>
                <a:lnTo>
                  <a:pt x="1847" y="2682"/>
                </a:lnTo>
                <a:lnTo>
                  <a:pt x="1847" y="2683"/>
                </a:lnTo>
                <a:lnTo>
                  <a:pt x="1846" y="2684"/>
                </a:lnTo>
                <a:lnTo>
                  <a:pt x="1845" y="2685"/>
                </a:lnTo>
                <a:lnTo>
                  <a:pt x="1845" y="2686"/>
                </a:lnTo>
                <a:lnTo>
                  <a:pt x="1844" y="2686"/>
                </a:lnTo>
                <a:lnTo>
                  <a:pt x="1844" y="2687"/>
                </a:lnTo>
                <a:lnTo>
                  <a:pt x="1843" y="2688"/>
                </a:lnTo>
                <a:lnTo>
                  <a:pt x="1842" y="2689"/>
                </a:lnTo>
                <a:lnTo>
                  <a:pt x="1841" y="2690"/>
                </a:lnTo>
                <a:lnTo>
                  <a:pt x="1840" y="2691"/>
                </a:lnTo>
                <a:lnTo>
                  <a:pt x="1839" y="2692"/>
                </a:lnTo>
                <a:lnTo>
                  <a:pt x="1839" y="2693"/>
                </a:lnTo>
                <a:lnTo>
                  <a:pt x="1838" y="2693"/>
                </a:lnTo>
                <a:lnTo>
                  <a:pt x="1838" y="2694"/>
                </a:lnTo>
                <a:lnTo>
                  <a:pt x="1837" y="2695"/>
                </a:lnTo>
                <a:lnTo>
                  <a:pt x="1836" y="2696"/>
                </a:lnTo>
                <a:lnTo>
                  <a:pt x="1836" y="2697"/>
                </a:lnTo>
                <a:lnTo>
                  <a:pt x="1835" y="2697"/>
                </a:lnTo>
                <a:lnTo>
                  <a:pt x="1834" y="2699"/>
                </a:lnTo>
                <a:lnTo>
                  <a:pt x="1834" y="2700"/>
                </a:lnTo>
                <a:lnTo>
                  <a:pt x="1833" y="2700"/>
                </a:lnTo>
                <a:lnTo>
                  <a:pt x="1833" y="2701"/>
                </a:lnTo>
                <a:lnTo>
                  <a:pt x="1833" y="2702"/>
                </a:lnTo>
                <a:lnTo>
                  <a:pt x="1833" y="2703"/>
                </a:lnTo>
                <a:lnTo>
                  <a:pt x="1833" y="2704"/>
                </a:lnTo>
                <a:lnTo>
                  <a:pt x="1833" y="2706"/>
                </a:lnTo>
                <a:lnTo>
                  <a:pt x="1833" y="2707"/>
                </a:lnTo>
                <a:lnTo>
                  <a:pt x="1833" y="2708"/>
                </a:lnTo>
                <a:lnTo>
                  <a:pt x="1833" y="2709"/>
                </a:lnTo>
                <a:lnTo>
                  <a:pt x="1833" y="2710"/>
                </a:lnTo>
                <a:lnTo>
                  <a:pt x="1833" y="2711"/>
                </a:lnTo>
                <a:lnTo>
                  <a:pt x="1832" y="2712"/>
                </a:lnTo>
                <a:lnTo>
                  <a:pt x="1832" y="2713"/>
                </a:lnTo>
                <a:lnTo>
                  <a:pt x="1832" y="2714"/>
                </a:lnTo>
                <a:lnTo>
                  <a:pt x="1831" y="2714"/>
                </a:lnTo>
                <a:lnTo>
                  <a:pt x="1831" y="2715"/>
                </a:lnTo>
                <a:lnTo>
                  <a:pt x="1830" y="2715"/>
                </a:lnTo>
                <a:lnTo>
                  <a:pt x="1829" y="2715"/>
                </a:lnTo>
                <a:lnTo>
                  <a:pt x="1828" y="2715"/>
                </a:lnTo>
                <a:lnTo>
                  <a:pt x="1827" y="2715"/>
                </a:lnTo>
                <a:lnTo>
                  <a:pt x="1826" y="2716"/>
                </a:lnTo>
                <a:lnTo>
                  <a:pt x="1825" y="2716"/>
                </a:lnTo>
                <a:lnTo>
                  <a:pt x="1824" y="2716"/>
                </a:lnTo>
                <a:lnTo>
                  <a:pt x="1823" y="2716"/>
                </a:lnTo>
                <a:lnTo>
                  <a:pt x="1822" y="2716"/>
                </a:lnTo>
                <a:lnTo>
                  <a:pt x="1821" y="2717"/>
                </a:lnTo>
                <a:lnTo>
                  <a:pt x="1820" y="2718"/>
                </a:lnTo>
                <a:lnTo>
                  <a:pt x="1819" y="2718"/>
                </a:lnTo>
                <a:lnTo>
                  <a:pt x="1819" y="2719"/>
                </a:lnTo>
                <a:lnTo>
                  <a:pt x="1818" y="2719"/>
                </a:lnTo>
                <a:lnTo>
                  <a:pt x="1817" y="2720"/>
                </a:lnTo>
                <a:lnTo>
                  <a:pt x="1816" y="2720"/>
                </a:lnTo>
                <a:lnTo>
                  <a:pt x="1815" y="2721"/>
                </a:lnTo>
                <a:lnTo>
                  <a:pt x="1814" y="2721"/>
                </a:lnTo>
                <a:lnTo>
                  <a:pt x="1813" y="2721"/>
                </a:lnTo>
                <a:lnTo>
                  <a:pt x="1813" y="2722"/>
                </a:lnTo>
                <a:lnTo>
                  <a:pt x="1812" y="2722"/>
                </a:lnTo>
                <a:lnTo>
                  <a:pt x="1811" y="2722"/>
                </a:lnTo>
                <a:lnTo>
                  <a:pt x="1810" y="2722"/>
                </a:lnTo>
                <a:lnTo>
                  <a:pt x="1810" y="2723"/>
                </a:lnTo>
                <a:lnTo>
                  <a:pt x="1809" y="2723"/>
                </a:lnTo>
                <a:lnTo>
                  <a:pt x="1808" y="2723"/>
                </a:lnTo>
                <a:lnTo>
                  <a:pt x="1807" y="2723"/>
                </a:lnTo>
                <a:lnTo>
                  <a:pt x="1806" y="2723"/>
                </a:lnTo>
                <a:lnTo>
                  <a:pt x="1805" y="2724"/>
                </a:lnTo>
                <a:lnTo>
                  <a:pt x="1804" y="2724"/>
                </a:lnTo>
                <a:lnTo>
                  <a:pt x="1803" y="2724"/>
                </a:lnTo>
                <a:lnTo>
                  <a:pt x="1802" y="2724"/>
                </a:lnTo>
                <a:lnTo>
                  <a:pt x="1801" y="2724"/>
                </a:lnTo>
                <a:lnTo>
                  <a:pt x="1800" y="2724"/>
                </a:lnTo>
                <a:lnTo>
                  <a:pt x="1799" y="2724"/>
                </a:lnTo>
                <a:lnTo>
                  <a:pt x="1798" y="2725"/>
                </a:lnTo>
                <a:lnTo>
                  <a:pt x="1796" y="2725"/>
                </a:lnTo>
                <a:lnTo>
                  <a:pt x="1795" y="2725"/>
                </a:lnTo>
                <a:lnTo>
                  <a:pt x="1793" y="2725"/>
                </a:lnTo>
                <a:lnTo>
                  <a:pt x="1792" y="2725"/>
                </a:lnTo>
                <a:lnTo>
                  <a:pt x="1792" y="2724"/>
                </a:lnTo>
                <a:lnTo>
                  <a:pt x="1790" y="2724"/>
                </a:lnTo>
                <a:lnTo>
                  <a:pt x="1789" y="2725"/>
                </a:lnTo>
                <a:lnTo>
                  <a:pt x="1788" y="2725"/>
                </a:lnTo>
                <a:lnTo>
                  <a:pt x="1787" y="2725"/>
                </a:lnTo>
                <a:lnTo>
                  <a:pt x="1786" y="2725"/>
                </a:lnTo>
                <a:lnTo>
                  <a:pt x="1785" y="2725"/>
                </a:lnTo>
                <a:lnTo>
                  <a:pt x="1784" y="2725"/>
                </a:lnTo>
                <a:lnTo>
                  <a:pt x="1783" y="2725"/>
                </a:lnTo>
                <a:lnTo>
                  <a:pt x="1782" y="2725"/>
                </a:lnTo>
                <a:lnTo>
                  <a:pt x="1781" y="2725"/>
                </a:lnTo>
                <a:lnTo>
                  <a:pt x="1780" y="2726"/>
                </a:lnTo>
                <a:lnTo>
                  <a:pt x="1779" y="2726"/>
                </a:lnTo>
                <a:lnTo>
                  <a:pt x="1778" y="2726"/>
                </a:lnTo>
                <a:lnTo>
                  <a:pt x="1777" y="2726"/>
                </a:lnTo>
                <a:lnTo>
                  <a:pt x="1776" y="2726"/>
                </a:lnTo>
                <a:lnTo>
                  <a:pt x="1775" y="2727"/>
                </a:lnTo>
                <a:lnTo>
                  <a:pt x="1774" y="2727"/>
                </a:lnTo>
                <a:lnTo>
                  <a:pt x="1773" y="2727"/>
                </a:lnTo>
                <a:lnTo>
                  <a:pt x="1772" y="2727"/>
                </a:lnTo>
                <a:lnTo>
                  <a:pt x="1771" y="2727"/>
                </a:lnTo>
                <a:lnTo>
                  <a:pt x="1770" y="2727"/>
                </a:lnTo>
                <a:lnTo>
                  <a:pt x="1769" y="2728"/>
                </a:lnTo>
                <a:lnTo>
                  <a:pt x="1768" y="2728"/>
                </a:lnTo>
                <a:lnTo>
                  <a:pt x="1767" y="2728"/>
                </a:lnTo>
                <a:lnTo>
                  <a:pt x="1766" y="2728"/>
                </a:lnTo>
                <a:lnTo>
                  <a:pt x="1765" y="2728"/>
                </a:lnTo>
                <a:lnTo>
                  <a:pt x="1764" y="2728"/>
                </a:lnTo>
                <a:lnTo>
                  <a:pt x="1762" y="2728"/>
                </a:lnTo>
                <a:lnTo>
                  <a:pt x="1761" y="2728"/>
                </a:lnTo>
                <a:lnTo>
                  <a:pt x="1760" y="2727"/>
                </a:lnTo>
                <a:lnTo>
                  <a:pt x="1759" y="2727"/>
                </a:lnTo>
                <a:lnTo>
                  <a:pt x="1758" y="2727"/>
                </a:lnTo>
                <a:lnTo>
                  <a:pt x="1757" y="2726"/>
                </a:lnTo>
                <a:lnTo>
                  <a:pt x="1756" y="2726"/>
                </a:lnTo>
                <a:lnTo>
                  <a:pt x="1755" y="2726"/>
                </a:lnTo>
                <a:lnTo>
                  <a:pt x="1754" y="2725"/>
                </a:lnTo>
                <a:lnTo>
                  <a:pt x="1752" y="2725"/>
                </a:lnTo>
                <a:lnTo>
                  <a:pt x="1751" y="2725"/>
                </a:lnTo>
                <a:lnTo>
                  <a:pt x="1750" y="2725"/>
                </a:lnTo>
                <a:lnTo>
                  <a:pt x="1749" y="2725"/>
                </a:lnTo>
                <a:lnTo>
                  <a:pt x="1748" y="2725"/>
                </a:lnTo>
                <a:lnTo>
                  <a:pt x="1747" y="2725"/>
                </a:lnTo>
                <a:lnTo>
                  <a:pt x="1746" y="2725"/>
                </a:lnTo>
                <a:lnTo>
                  <a:pt x="1745" y="2725"/>
                </a:lnTo>
                <a:lnTo>
                  <a:pt x="1744" y="2725"/>
                </a:lnTo>
                <a:lnTo>
                  <a:pt x="1742" y="2726"/>
                </a:lnTo>
                <a:lnTo>
                  <a:pt x="1741" y="2726"/>
                </a:lnTo>
                <a:lnTo>
                  <a:pt x="1741" y="2727"/>
                </a:lnTo>
                <a:lnTo>
                  <a:pt x="1740" y="2727"/>
                </a:lnTo>
                <a:lnTo>
                  <a:pt x="1739" y="2727"/>
                </a:lnTo>
                <a:lnTo>
                  <a:pt x="1738" y="2727"/>
                </a:lnTo>
                <a:lnTo>
                  <a:pt x="1737" y="2727"/>
                </a:lnTo>
                <a:lnTo>
                  <a:pt x="1736" y="2726"/>
                </a:lnTo>
                <a:lnTo>
                  <a:pt x="1735" y="2726"/>
                </a:lnTo>
                <a:lnTo>
                  <a:pt x="1734" y="2726"/>
                </a:lnTo>
                <a:lnTo>
                  <a:pt x="1734" y="2725"/>
                </a:lnTo>
                <a:lnTo>
                  <a:pt x="1733" y="2725"/>
                </a:lnTo>
                <a:lnTo>
                  <a:pt x="1732" y="2725"/>
                </a:lnTo>
                <a:lnTo>
                  <a:pt x="1732" y="2724"/>
                </a:lnTo>
                <a:lnTo>
                  <a:pt x="1731" y="2724"/>
                </a:lnTo>
                <a:lnTo>
                  <a:pt x="1730" y="2723"/>
                </a:lnTo>
                <a:lnTo>
                  <a:pt x="1729" y="2723"/>
                </a:lnTo>
                <a:lnTo>
                  <a:pt x="1728" y="2722"/>
                </a:lnTo>
                <a:lnTo>
                  <a:pt x="1727" y="2722"/>
                </a:lnTo>
                <a:lnTo>
                  <a:pt x="1726" y="2721"/>
                </a:lnTo>
                <a:lnTo>
                  <a:pt x="1724" y="2721"/>
                </a:lnTo>
                <a:lnTo>
                  <a:pt x="1724" y="2722"/>
                </a:lnTo>
                <a:lnTo>
                  <a:pt x="1723" y="2722"/>
                </a:lnTo>
                <a:lnTo>
                  <a:pt x="1722" y="2722"/>
                </a:lnTo>
                <a:lnTo>
                  <a:pt x="1721" y="2722"/>
                </a:lnTo>
                <a:lnTo>
                  <a:pt x="1719" y="2722"/>
                </a:lnTo>
                <a:lnTo>
                  <a:pt x="1718" y="2722"/>
                </a:lnTo>
                <a:lnTo>
                  <a:pt x="1717" y="2722"/>
                </a:lnTo>
                <a:lnTo>
                  <a:pt x="1717" y="2723"/>
                </a:lnTo>
                <a:lnTo>
                  <a:pt x="1716" y="2723"/>
                </a:lnTo>
                <a:lnTo>
                  <a:pt x="1715" y="2723"/>
                </a:lnTo>
                <a:lnTo>
                  <a:pt x="1714" y="2723"/>
                </a:lnTo>
                <a:lnTo>
                  <a:pt x="1713" y="2724"/>
                </a:lnTo>
                <a:lnTo>
                  <a:pt x="1712" y="2725"/>
                </a:lnTo>
                <a:lnTo>
                  <a:pt x="1711" y="2725"/>
                </a:lnTo>
                <a:lnTo>
                  <a:pt x="1710" y="2725"/>
                </a:lnTo>
                <a:lnTo>
                  <a:pt x="1709" y="2725"/>
                </a:lnTo>
                <a:lnTo>
                  <a:pt x="1708" y="2726"/>
                </a:lnTo>
                <a:lnTo>
                  <a:pt x="1707" y="2726"/>
                </a:lnTo>
                <a:lnTo>
                  <a:pt x="1706" y="2726"/>
                </a:lnTo>
                <a:lnTo>
                  <a:pt x="1705" y="2726"/>
                </a:lnTo>
                <a:lnTo>
                  <a:pt x="1704" y="2727"/>
                </a:lnTo>
                <a:lnTo>
                  <a:pt x="1703" y="2727"/>
                </a:lnTo>
                <a:lnTo>
                  <a:pt x="1702" y="2727"/>
                </a:lnTo>
                <a:lnTo>
                  <a:pt x="1701" y="2727"/>
                </a:lnTo>
                <a:lnTo>
                  <a:pt x="1700" y="2727"/>
                </a:lnTo>
                <a:lnTo>
                  <a:pt x="1699" y="2727"/>
                </a:lnTo>
                <a:lnTo>
                  <a:pt x="1699" y="2728"/>
                </a:lnTo>
                <a:lnTo>
                  <a:pt x="1698" y="2728"/>
                </a:lnTo>
                <a:lnTo>
                  <a:pt x="1697" y="2728"/>
                </a:lnTo>
                <a:lnTo>
                  <a:pt x="1696" y="2728"/>
                </a:lnTo>
                <a:lnTo>
                  <a:pt x="1695" y="2728"/>
                </a:lnTo>
                <a:lnTo>
                  <a:pt x="1695" y="2729"/>
                </a:lnTo>
                <a:lnTo>
                  <a:pt x="1694" y="2729"/>
                </a:lnTo>
                <a:lnTo>
                  <a:pt x="1693" y="2729"/>
                </a:lnTo>
                <a:lnTo>
                  <a:pt x="1692" y="2729"/>
                </a:lnTo>
                <a:lnTo>
                  <a:pt x="1691" y="2729"/>
                </a:lnTo>
                <a:lnTo>
                  <a:pt x="1690" y="2730"/>
                </a:lnTo>
                <a:lnTo>
                  <a:pt x="1689" y="2730"/>
                </a:lnTo>
                <a:lnTo>
                  <a:pt x="1688" y="2730"/>
                </a:lnTo>
                <a:lnTo>
                  <a:pt x="1687" y="2731"/>
                </a:lnTo>
                <a:lnTo>
                  <a:pt x="1686" y="2731"/>
                </a:lnTo>
                <a:lnTo>
                  <a:pt x="1685" y="2731"/>
                </a:lnTo>
                <a:lnTo>
                  <a:pt x="1684" y="2731"/>
                </a:lnTo>
                <a:lnTo>
                  <a:pt x="1683" y="2731"/>
                </a:lnTo>
                <a:lnTo>
                  <a:pt x="1683" y="2732"/>
                </a:lnTo>
                <a:lnTo>
                  <a:pt x="1682" y="2732"/>
                </a:lnTo>
                <a:lnTo>
                  <a:pt x="1679" y="2732"/>
                </a:lnTo>
                <a:lnTo>
                  <a:pt x="1677" y="2732"/>
                </a:lnTo>
                <a:lnTo>
                  <a:pt x="1676" y="2732"/>
                </a:lnTo>
                <a:lnTo>
                  <a:pt x="1675" y="2732"/>
                </a:lnTo>
                <a:lnTo>
                  <a:pt x="1674" y="2732"/>
                </a:lnTo>
                <a:lnTo>
                  <a:pt x="1675" y="2731"/>
                </a:lnTo>
                <a:lnTo>
                  <a:pt x="1676" y="2731"/>
                </a:lnTo>
                <a:lnTo>
                  <a:pt x="1676" y="2730"/>
                </a:lnTo>
                <a:lnTo>
                  <a:pt x="1676" y="2729"/>
                </a:lnTo>
                <a:lnTo>
                  <a:pt x="1677" y="2729"/>
                </a:lnTo>
                <a:lnTo>
                  <a:pt x="1677" y="2728"/>
                </a:lnTo>
                <a:lnTo>
                  <a:pt x="1677" y="2727"/>
                </a:lnTo>
                <a:lnTo>
                  <a:pt x="1677" y="2726"/>
                </a:lnTo>
                <a:lnTo>
                  <a:pt x="1677" y="2725"/>
                </a:lnTo>
                <a:lnTo>
                  <a:pt x="1677" y="2724"/>
                </a:lnTo>
                <a:lnTo>
                  <a:pt x="1677" y="2723"/>
                </a:lnTo>
                <a:lnTo>
                  <a:pt x="1677" y="2722"/>
                </a:lnTo>
                <a:lnTo>
                  <a:pt x="1678" y="2722"/>
                </a:lnTo>
                <a:lnTo>
                  <a:pt x="1678" y="2721"/>
                </a:lnTo>
                <a:lnTo>
                  <a:pt x="1678" y="2720"/>
                </a:lnTo>
                <a:lnTo>
                  <a:pt x="1677" y="2719"/>
                </a:lnTo>
                <a:lnTo>
                  <a:pt x="1676" y="2719"/>
                </a:lnTo>
                <a:lnTo>
                  <a:pt x="1676" y="2718"/>
                </a:lnTo>
                <a:lnTo>
                  <a:pt x="1676" y="2717"/>
                </a:lnTo>
                <a:lnTo>
                  <a:pt x="1676" y="2716"/>
                </a:lnTo>
                <a:lnTo>
                  <a:pt x="1675" y="2716"/>
                </a:lnTo>
                <a:lnTo>
                  <a:pt x="1675" y="2715"/>
                </a:lnTo>
                <a:lnTo>
                  <a:pt x="1674" y="2715"/>
                </a:lnTo>
                <a:lnTo>
                  <a:pt x="1674" y="2714"/>
                </a:lnTo>
                <a:lnTo>
                  <a:pt x="1674" y="2713"/>
                </a:lnTo>
                <a:lnTo>
                  <a:pt x="1674" y="2712"/>
                </a:lnTo>
                <a:lnTo>
                  <a:pt x="1673" y="2712"/>
                </a:lnTo>
                <a:lnTo>
                  <a:pt x="1673" y="2713"/>
                </a:lnTo>
                <a:lnTo>
                  <a:pt x="1673" y="2712"/>
                </a:lnTo>
                <a:lnTo>
                  <a:pt x="1672" y="2712"/>
                </a:lnTo>
                <a:lnTo>
                  <a:pt x="1671" y="2712"/>
                </a:lnTo>
                <a:lnTo>
                  <a:pt x="1671" y="2711"/>
                </a:lnTo>
                <a:lnTo>
                  <a:pt x="1670" y="2711"/>
                </a:lnTo>
                <a:lnTo>
                  <a:pt x="1670" y="2710"/>
                </a:lnTo>
                <a:lnTo>
                  <a:pt x="1670" y="2709"/>
                </a:lnTo>
                <a:lnTo>
                  <a:pt x="1670" y="2708"/>
                </a:lnTo>
                <a:lnTo>
                  <a:pt x="1670" y="2707"/>
                </a:lnTo>
                <a:lnTo>
                  <a:pt x="1669" y="2707"/>
                </a:lnTo>
                <a:lnTo>
                  <a:pt x="1670" y="2707"/>
                </a:lnTo>
                <a:lnTo>
                  <a:pt x="1669" y="2707"/>
                </a:lnTo>
                <a:lnTo>
                  <a:pt x="1669" y="2706"/>
                </a:lnTo>
                <a:lnTo>
                  <a:pt x="1669" y="2705"/>
                </a:lnTo>
                <a:lnTo>
                  <a:pt x="1670" y="2705"/>
                </a:lnTo>
                <a:lnTo>
                  <a:pt x="1670" y="2704"/>
                </a:lnTo>
                <a:lnTo>
                  <a:pt x="1670" y="2703"/>
                </a:lnTo>
                <a:lnTo>
                  <a:pt x="1670" y="2702"/>
                </a:lnTo>
                <a:lnTo>
                  <a:pt x="1670" y="2701"/>
                </a:lnTo>
                <a:lnTo>
                  <a:pt x="1669" y="2700"/>
                </a:lnTo>
                <a:lnTo>
                  <a:pt x="1670" y="2699"/>
                </a:lnTo>
                <a:lnTo>
                  <a:pt x="1670" y="2698"/>
                </a:lnTo>
                <a:lnTo>
                  <a:pt x="1671" y="2698"/>
                </a:lnTo>
                <a:lnTo>
                  <a:pt x="1672" y="2698"/>
                </a:lnTo>
                <a:lnTo>
                  <a:pt x="1672" y="2697"/>
                </a:lnTo>
                <a:lnTo>
                  <a:pt x="1672" y="2696"/>
                </a:lnTo>
                <a:lnTo>
                  <a:pt x="1673" y="2695"/>
                </a:lnTo>
                <a:lnTo>
                  <a:pt x="1673" y="2694"/>
                </a:lnTo>
                <a:lnTo>
                  <a:pt x="1673" y="2693"/>
                </a:lnTo>
                <a:lnTo>
                  <a:pt x="1673" y="2692"/>
                </a:lnTo>
                <a:lnTo>
                  <a:pt x="1672" y="2692"/>
                </a:lnTo>
                <a:lnTo>
                  <a:pt x="1672" y="2691"/>
                </a:lnTo>
                <a:lnTo>
                  <a:pt x="1671" y="2691"/>
                </a:lnTo>
                <a:lnTo>
                  <a:pt x="1670" y="2691"/>
                </a:lnTo>
                <a:lnTo>
                  <a:pt x="1670" y="2690"/>
                </a:lnTo>
                <a:lnTo>
                  <a:pt x="1671" y="2690"/>
                </a:lnTo>
                <a:lnTo>
                  <a:pt x="1671" y="2689"/>
                </a:lnTo>
                <a:lnTo>
                  <a:pt x="1672" y="2689"/>
                </a:lnTo>
                <a:lnTo>
                  <a:pt x="1673" y="2689"/>
                </a:lnTo>
                <a:lnTo>
                  <a:pt x="1674" y="2689"/>
                </a:lnTo>
                <a:lnTo>
                  <a:pt x="1675" y="2690"/>
                </a:lnTo>
                <a:lnTo>
                  <a:pt x="1675" y="2689"/>
                </a:lnTo>
                <a:lnTo>
                  <a:pt x="1676" y="2690"/>
                </a:lnTo>
                <a:lnTo>
                  <a:pt x="1676" y="2689"/>
                </a:lnTo>
                <a:lnTo>
                  <a:pt x="1677" y="2689"/>
                </a:lnTo>
                <a:lnTo>
                  <a:pt x="1677" y="2690"/>
                </a:lnTo>
                <a:lnTo>
                  <a:pt x="1677" y="2689"/>
                </a:lnTo>
                <a:lnTo>
                  <a:pt x="1678" y="2689"/>
                </a:lnTo>
                <a:lnTo>
                  <a:pt x="1678" y="2688"/>
                </a:lnTo>
                <a:lnTo>
                  <a:pt x="1677" y="2687"/>
                </a:lnTo>
                <a:lnTo>
                  <a:pt x="1677" y="2686"/>
                </a:lnTo>
                <a:lnTo>
                  <a:pt x="1677" y="2685"/>
                </a:lnTo>
                <a:lnTo>
                  <a:pt x="1676" y="2685"/>
                </a:lnTo>
                <a:lnTo>
                  <a:pt x="1676" y="2684"/>
                </a:lnTo>
                <a:lnTo>
                  <a:pt x="1676" y="2683"/>
                </a:lnTo>
                <a:lnTo>
                  <a:pt x="1675" y="2683"/>
                </a:lnTo>
                <a:lnTo>
                  <a:pt x="1675" y="2682"/>
                </a:lnTo>
                <a:lnTo>
                  <a:pt x="1675" y="2681"/>
                </a:lnTo>
                <a:lnTo>
                  <a:pt x="1674" y="2681"/>
                </a:lnTo>
                <a:lnTo>
                  <a:pt x="1674" y="2680"/>
                </a:lnTo>
                <a:lnTo>
                  <a:pt x="1674" y="2679"/>
                </a:lnTo>
                <a:lnTo>
                  <a:pt x="1673" y="2678"/>
                </a:lnTo>
                <a:lnTo>
                  <a:pt x="1673" y="2677"/>
                </a:lnTo>
                <a:lnTo>
                  <a:pt x="1672" y="2677"/>
                </a:lnTo>
                <a:lnTo>
                  <a:pt x="1672" y="2676"/>
                </a:lnTo>
                <a:lnTo>
                  <a:pt x="1672" y="2675"/>
                </a:lnTo>
                <a:lnTo>
                  <a:pt x="1671" y="2674"/>
                </a:lnTo>
                <a:lnTo>
                  <a:pt x="1671" y="2673"/>
                </a:lnTo>
                <a:lnTo>
                  <a:pt x="1670" y="2673"/>
                </a:lnTo>
                <a:lnTo>
                  <a:pt x="1670" y="2672"/>
                </a:lnTo>
                <a:lnTo>
                  <a:pt x="1669" y="2672"/>
                </a:lnTo>
                <a:lnTo>
                  <a:pt x="1669" y="2671"/>
                </a:lnTo>
                <a:lnTo>
                  <a:pt x="1668" y="2671"/>
                </a:lnTo>
                <a:lnTo>
                  <a:pt x="1669" y="2671"/>
                </a:lnTo>
                <a:lnTo>
                  <a:pt x="1669" y="2670"/>
                </a:lnTo>
                <a:lnTo>
                  <a:pt x="1668" y="2670"/>
                </a:lnTo>
                <a:lnTo>
                  <a:pt x="1668" y="2669"/>
                </a:lnTo>
                <a:lnTo>
                  <a:pt x="1668" y="2668"/>
                </a:lnTo>
                <a:lnTo>
                  <a:pt x="1667" y="2668"/>
                </a:lnTo>
                <a:lnTo>
                  <a:pt x="1667" y="2669"/>
                </a:lnTo>
                <a:lnTo>
                  <a:pt x="1666" y="2670"/>
                </a:lnTo>
                <a:lnTo>
                  <a:pt x="1665" y="2670"/>
                </a:lnTo>
                <a:lnTo>
                  <a:pt x="1663" y="2671"/>
                </a:lnTo>
                <a:lnTo>
                  <a:pt x="1663" y="2672"/>
                </a:lnTo>
                <a:lnTo>
                  <a:pt x="1662" y="2672"/>
                </a:lnTo>
                <a:lnTo>
                  <a:pt x="1661" y="2672"/>
                </a:lnTo>
                <a:lnTo>
                  <a:pt x="1660" y="2672"/>
                </a:lnTo>
                <a:lnTo>
                  <a:pt x="1658" y="2671"/>
                </a:lnTo>
                <a:lnTo>
                  <a:pt x="1657" y="2672"/>
                </a:lnTo>
                <a:lnTo>
                  <a:pt x="1656" y="2672"/>
                </a:lnTo>
                <a:lnTo>
                  <a:pt x="1654" y="2673"/>
                </a:lnTo>
                <a:lnTo>
                  <a:pt x="1653" y="2673"/>
                </a:lnTo>
                <a:lnTo>
                  <a:pt x="1652" y="2673"/>
                </a:lnTo>
                <a:lnTo>
                  <a:pt x="1651" y="2674"/>
                </a:lnTo>
                <a:lnTo>
                  <a:pt x="1650" y="2674"/>
                </a:lnTo>
                <a:lnTo>
                  <a:pt x="1650" y="2675"/>
                </a:lnTo>
                <a:lnTo>
                  <a:pt x="1649" y="2675"/>
                </a:lnTo>
                <a:lnTo>
                  <a:pt x="1648" y="2674"/>
                </a:lnTo>
                <a:lnTo>
                  <a:pt x="1647" y="2674"/>
                </a:lnTo>
                <a:lnTo>
                  <a:pt x="1647" y="2675"/>
                </a:lnTo>
                <a:lnTo>
                  <a:pt x="1646" y="2674"/>
                </a:lnTo>
                <a:lnTo>
                  <a:pt x="1647" y="2674"/>
                </a:lnTo>
                <a:lnTo>
                  <a:pt x="1648" y="2673"/>
                </a:lnTo>
                <a:lnTo>
                  <a:pt x="1648" y="2672"/>
                </a:lnTo>
                <a:lnTo>
                  <a:pt x="1647" y="2672"/>
                </a:lnTo>
                <a:lnTo>
                  <a:pt x="1645" y="2671"/>
                </a:lnTo>
                <a:lnTo>
                  <a:pt x="1644" y="2670"/>
                </a:lnTo>
                <a:lnTo>
                  <a:pt x="1643" y="2669"/>
                </a:lnTo>
                <a:lnTo>
                  <a:pt x="1642" y="2668"/>
                </a:lnTo>
                <a:lnTo>
                  <a:pt x="1641" y="2668"/>
                </a:lnTo>
                <a:lnTo>
                  <a:pt x="1640" y="2668"/>
                </a:lnTo>
                <a:lnTo>
                  <a:pt x="1639" y="2668"/>
                </a:lnTo>
                <a:lnTo>
                  <a:pt x="1638" y="2668"/>
                </a:lnTo>
                <a:lnTo>
                  <a:pt x="1637" y="2667"/>
                </a:lnTo>
                <a:lnTo>
                  <a:pt x="1636" y="2667"/>
                </a:lnTo>
                <a:lnTo>
                  <a:pt x="1636" y="2666"/>
                </a:lnTo>
                <a:lnTo>
                  <a:pt x="1636" y="2665"/>
                </a:lnTo>
                <a:lnTo>
                  <a:pt x="1635" y="2665"/>
                </a:lnTo>
                <a:lnTo>
                  <a:pt x="1633" y="2665"/>
                </a:lnTo>
                <a:lnTo>
                  <a:pt x="1633" y="2664"/>
                </a:lnTo>
                <a:lnTo>
                  <a:pt x="1632" y="2663"/>
                </a:lnTo>
                <a:lnTo>
                  <a:pt x="1632" y="2662"/>
                </a:lnTo>
                <a:lnTo>
                  <a:pt x="1631" y="2662"/>
                </a:lnTo>
                <a:lnTo>
                  <a:pt x="1630" y="2662"/>
                </a:lnTo>
                <a:lnTo>
                  <a:pt x="1630" y="2661"/>
                </a:lnTo>
                <a:lnTo>
                  <a:pt x="1629" y="2661"/>
                </a:lnTo>
                <a:lnTo>
                  <a:pt x="1629" y="2660"/>
                </a:lnTo>
                <a:lnTo>
                  <a:pt x="1629" y="2659"/>
                </a:lnTo>
                <a:lnTo>
                  <a:pt x="1628" y="2659"/>
                </a:lnTo>
                <a:lnTo>
                  <a:pt x="1628" y="2658"/>
                </a:lnTo>
                <a:lnTo>
                  <a:pt x="1628" y="2657"/>
                </a:lnTo>
                <a:lnTo>
                  <a:pt x="1628" y="2656"/>
                </a:lnTo>
                <a:lnTo>
                  <a:pt x="1629" y="2656"/>
                </a:lnTo>
                <a:lnTo>
                  <a:pt x="1629" y="2655"/>
                </a:lnTo>
                <a:lnTo>
                  <a:pt x="1628" y="2654"/>
                </a:lnTo>
                <a:lnTo>
                  <a:pt x="1628" y="2653"/>
                </a:lnTo>
                <a:lnTo>
                  <a:pt x="1628" y="2652"/>
                </a:lnTo>
                <a:lnTo>
                  <a:pt x="1628" y="2651"/>
                </a:lnTo>
                <a:lnTo>
                  <a:pt x="1629" y="2650"/>
                </a:lnTo>
                <a:lnTo>
                  <a:pt x="1629" y="2649"/>
                </a:lnTo>
                <a:lnTo>
                  <a:pt x="1630" y="2649"/>
                </a:lnTo>
                <a:lnTo>
                  <a:pt x="1630" y="2648"/>
                </a:lnTo>
                <a:lnTo>
                  <a:pt x="1631" y="2647"/>
                </a:lnTo>
                <a:lnTo>
                  <a:pt x="1632" y="2647"/>
                </a:lnTo>
                <a:lnTo>
                  <a:pt x="1632" y="2646"/>
                </a:lnTo>
                <a:lnTo>
                  <a:pt x="1633" y="2646"/>
                </a:lnTo>
                <a:lnTo>
                  <a:pt x="1633" y="2645"/>
                </a:lnTo>
                <a:lnTo>
                  <a:pt x="1633" y="2644"/>
                </a:lnTo>
                <a:lnTo>
                  <a:pt x="1634" y="2644"/>
                </a:lnTo>
                <a:lnTo>
                  <a:pt x="1634" y="2643"/>
                </a:lnTo>
                <a:lnTo>
                  <a:pt x="1634" y="2642"/>
                </a:lnTo>
                <a:lnTo>
                  <a:pt x="1634" y="2641"/>
                </a:lnTo>
                <a:lnTo>
                  <a:pt x="1634" y="2640"/>
                </a:lnTo>
                <a:lnTo>
                  <a:pt x="1635" y="2640"/>
                </a:lnTo>
                <a:lnTo>
                  <a:pt x="1635" y="2639"/>
                </a:lnTo>
                <a:lnTo>
                  <a:pt x="1635" y="2638"/>
                </a:lnTo>
                <a:lnTo>
                  <a:pt x="1634" y="2638"/>
                </a:lnTo>
                <a:lnTo>
                  <a:pt x="1634" y="2637"/>
                </a:lnTo>
                <a:lnTo>
                  <a:pt x="1634" y="2636"/>
                </a:lnTo>
                <a:lnTo>
                  <a:pt x="1634" y="2635"/>
                </a:lnTo>
                <a:lnTo>
                  <a:pt x="1633" y="2634"/>
                </a:lnTo>
                <a:lnTo>
                  <a:pt x="1632" y="2633"/>
                </a:lnTo>
                <a:lnTo>
                  <a:pt x="1631" y="2633"/>
                </a:lnTo>
                <a:lnTo>
                  <a:pt x="1630" y="2633"/>
                </a:lnTo>
                <a:lnTo>
                  <a:pt x="1629" y="2633"/>
                </a:lnTo>
                <a:lnTo>
                  <a:pt x="1629" y="2634"/>
                </a:lnTo>
                <a:lnTo>
                  <a:pt x="1628" y="2634"/>
                </a:lnTo>
                <a:lnTo>
                  <a:pt x="1628" y="2633"/>
                </a:lnTo>
                <a:lnTo>
                  <a:pt x="1628" y="2634"/>
                </a:lnTo>
                <a:lnTo>
                  <a:pt x="1628" y="2633"/>
                </a:lnTo>
                <a:lnTo>
                  <a:pt x="1627" y="2633"/>
                </a:lnTo>
                <a:lnTo>
                  <a:pt x="1626" y="2633"/>
                </a:lnTo>
                <a:lnTo>
                  <a:pt x="1625" y="2633"/>
                </a:lnTo>
                <a:lnTo>
                  <a:pt x="1625" y="2632"/>
                </a:lnTo>
                <a:lnTo>
                  <a:pt x="1626" y="2632"/>
                </a:lnTo>
                <a:lnTo>
                  <a:pt x="1626" y="2631"/>
                </a:lnTo>
                <a:lnTo>
                  <a:pt x="1627" y="2631"/>
                </a:lnTo>
                <a:lnTo>
                  <a:pt x="1627" y="2630"/>
                </a:lnTo>
                <a:lnTo>
                  <a:pt x="1627" y="2629"/>
                </a:lnTo>
                <a:lnTo>
                  <a:pt x="1628" y="2629"/>
                </a:lnTo>
                <a:lnTo>
                  <a:pt x="1629" y="2629"/>
                </a:lnTo>
                <a:lnTo>
                  <a:pt x="1630" y="2629"/>
                </a:lnTo>
                <a:lnTo>
                  <a:pt x="1630" y="2630"/>
                </a:lnTo>
                <a:lnTo>
                  <a:pt x="1630" y="2629"/>
                </a:lnTo>
                <a:lnTo>
                  <a:pt x="1631" y="2629"/>
                </a:lnTo>
                <a:lnTo>
                  <a:pt x="1632" y="2629"/>
                </a:lnTo>
                <a:lnTo>
                  <a:pt x="1633" y="2628"/>
                </a:lnTo>
                <a:lnTo>
                  <a:pt x="1633" y="2627"/>
                </a:lnTo>
                <a:lnTo>
                  <a:pt x="1632" y="2627"/>
                </a:lnTo>
                <a:lnTo>
                  <a:pt x="1632" y="2626"/>
                </a:lnTo>
                <a:lnTo>
                  <a:pt x="1632" y="2625"/>
                </a:lnTo>
                <a:lnTo>
                  <a:pt x="1631" y="2625"/>
                </a:lnTo>
                <a:lnTo>
                  <a:pt x="1630" y="2625"/>
                </a:lnTo>
                <a:lnTo>
                  <a:pt x="1630" y="2624"/>
                </a:lnTo>
                <a:lnTo>
                  <a:pt x="1629" y="2624"/>
                </a:lnTo>
                <a:lnTo>
                  <a:pt x="1629" y="2625"/>
                </a:lnTo>
                <a:lnTo>
                  <a:pt x="1629" y="2624"/>
                </a:lnTo>
                <a:lnTo>
                  <a:pt x="1629" y="2625"/>
                </a:lnTo>
                <a:lnTo>
                  <a:pt x="1628" y="2625"/>
                </a:lnTo>
                <a:lnTo>
                  <a:pt x="1627" y="2625"/>
                </a:lnTo>
                <a:lnTo>
                  <a:pt x="1627" y="2624"/>
                </a:lnTo>
                <a:lnTo>
                  <a:pt x="1626" y="2624"/>
                </a:lnTo>
                <a:lnTo>
                  <a:pt x="1626" y="2623"/>
                </a:lnTo>
                <a:lnTo>
                  <a:pt x="1625" y="2623"/>
                </a:lnTo>
                <a:lnTo>
                  <a:pt x="1624" y="2623"/>
                </a:lnTo>
                <a:lnTo>
                  <a:pt x="1624" y="2622"/>
                </a:lnTo>
                <a:lnTo>
                  <a:pt x="1623" y="2622"/>
                </a:lnTo>
                <a:lnTo>
                  <a:pt x="1623" y="2621"/>
                </a:lnTo>
                <a:lnTo>
                  <a:pt x="1622" y="2621"/>
                </a:lnTo>
                <a:lnTo>
                  <a:pt x="1621" y="2621"/>
                </a:lnTo>
                <a:lnTo>
                  <a:pt x="1620" y="2621"/>
                </a:lnTo>
                <a:lnTo>
                  <a:pt x="1620" y="2620"/>
                </a:lnTo>
                <a:lnTo>
                  <a:pt x="1621" y="2619"/>
                </a:lnTo>
                <a:lnTo>
                  <a:pt x="1621" y="2618"/>
                </a:lnTo>
                <a:lnTo>
                  <a:pt x="1621" y="2617"/>
                </a:lnTo>
                <a:lnTo>
                  <a:pt x="1620" y="2617"/>
                </a:lnTo>
                <a:lnTo>
                  <a:pt x="1619" y="2617"/>
                </a:lnTo>
                <a:lnTo>
                  <a:pt x="1619" y="2616"/>
                </a:lnTo>
                <a:lnTo>
                  <a:pt x="1619" y="2615"/>
                </a:lnTo>
                <a:lnTo>
                  <a:pt x="1618" y="2615"/>
                </a:lnTo>
                <a:lnTo>
                  <a:pt x="1619" y="2615"/>
                </a:lnTo>
                <a:lnTo>
                  <a:pt x="1619" y="2614"/>
                </a:lnTo>
                <a:lnTo>
                  <a:pt x="1618" y="2614"/>
                </a:lnTo>
                <a:lnTo>
                  <a:pt x="1617" y="2614"/>
                </a:lnTo>
                <a:lnTo>
                  <a:pt x="1616" y="2614"/>
                </a:lnTo>
                <a:lnTo>
                  <a:pt x="1616" y="2615"/>
                </a:lnTo>
                <a:lnTo>
                  <a:pt x="1616" y="2614"/>
                </a:lnTo>
                <a:lnTo>
                  <a:pt x="1616" y="2613"/>
                </a:lnTo>
                <a:lnTo>
                  <a:pt x="1615" y="2613"/>
                </a:lnTo>
                <a:lnTo>
                  <a:pt x="1614" y="2613"/>
                </a:lnTo>
                <a:lnTo>
                  <a:pt x="1613" y="2613"/>
                </a:lnTo>
                <a:lnTo>
                  <a:pt x="1613" y="2612"/>
                </a:lnTo>
                <a:lnTo>
                  <a:pt x="1611" y="2612"/>
                </a:lnTo>
                <a:lnTo>
                  <a:pt x="1611" y="2611"/>
                </a:lnTo>
                <a:lnTo>
                  <a:pt x="1610" y="2611"/>
                </a:lnTo>
                <a:lnTo>
                  <a:pt x="1610" y="2610"/>
                </a:lnTo>
                <a:lnTo>
                  <a:pt x="1609" y="2610"/>
                </a:lnTo>
                <a:lnTo>
                  <a:pt x="1608" y="2610"/>
                </a:lnTo>
                <a:lnTo>
                  <a:pt x="1608" y="2609"/>
                </a:lnTo>
                <a:lnTo>
                  <a:pt x="1607" y="2608"/>
                </a:lnTo>
                <a:lnTo>
                  <a:pt x="1606" y="2608"/>
                </a:lnTo>
                <a:lnTo>
                  <a:pt x="1606" y="2609"/>
                </a:lnTo>
                <a:lnTo>
                  <a:pt x="1606" y="2608"/>
                </a:lnTo>
                <a:lnTo>
                  <a:pt x="1606" y="2609"/>
                </a:lnTo>
                <a:lnTo>
                  <a:pt x="1605" y="2609"/>
                </a:lnTo>
                <a:lnTo>
                  <a:pt x="1604" y="2609"/>
                </a:lnTo>
                <a:lnTo>
                  <a:pt x="1604" y="2610"/>
                </a:lnTo>
                <a:lnTo>
                  <a:pt x="1605" y="2610"/>
                </a:lnTo>
                <a:lnTo>
                  <a:pt x="1605" y="2611"/>
                </a:lnTo>
                <a:lnTo>
                  <a:pt x="1604" y="2611"/>
                </a:lnTo>
                <a:lnTo>
                  <a:pt x="1604" y="2612"/>
                </a:lnTo>
                <a:lnTo>
                  <a:pt x="1603" y="2612"/>
                </a:lnTo>
                <a:lnTo>
                  <a:pt x="1602" y="2612"/>
                </a:lnTo>
                <a:lnTo>
                  <a:pt x="1602" y="2613"/>
                </a:lnTo>
                <a:lnTo>
                  <a:pt x="1602" y="2614"/>
                </a:lnTo>
                <a:lnTo>
                  <a:pt x="1601" y="2614"/>
                </a:lnTo>
                <a:lnTo>
                  <a:pt x="1601" y="2615"/>
                </a:lnTo>
                <a:lnTo>
                  <a:pt x="1601" y="2616"/>
                </a:lnTo>
                <a:lnTo>
                  <a:pt x="1600" y="2616"/>
                </a:lnTo>
                <a:lnTo>
                  <a:pt x="1600" y="2617"/>
                </a:lnTo>
                <a:lnTo>
                  <a:pt x="1600" y="2618"/>
                </a:lnTo>
                <a:lnTo>
                  <a:pt x="1599" y="2618"/>
                </a:lnTo>
                <a:lnTo>
                  <a:pt x="1599" y="2617"/>
                </a:lnTo>
                <a:lnTo>
                  <a:pt x="1598" y="2617"/>
                </a:lnTo>
                <a:lnTo>
                  <a:pt x="1597" y="2617"/>
                </a:lnTo>
                <a:lnTo>
                  <a:pt x="1597" y="2616"/>
                </a:lnTo>
                <a:lnTo>
                  <a:pt x="1596" y="2616"/>
                </a:lnTo>
                <a:lnTo>
                  <a:pt x="1595" y="2616"/>
                </a:lnTo>
                <a:lnTo>
                  <a:pt x="1594" y="2616"/>
                </a:lnTo>
                <a:lnTo>
                  <a:pt x="1594" y="2617"/>
                </a:lnTo>
                <a:lnTo>
                  <a:pt x="1593" y="2617"/>
                </a:lnTo>
                <a:lnTo>
                  <a:pt x="1592" y="2617"/>
                </a:lnTo>
                <a:lnTo>
                  <a:pt x="1591" y="2618"/>
                </a:lnTo>
                <a:lnTo>
                  <a:pt x="1591" y="2619"/>
                </a:lnTo>
                <a:lnTo>
                  <a:pt x="1592" y="2619"/>
                </a:lnTo>
                <a:lnTo>
                  <a:pt x="1592" y="2620"/>
                </a:lnTo>
                <a:lnTo>
                  <a:pt x="1591" y="2621"/>
                </a:lnTo>
                <a:lnTo>
                  <a:pt x="1590" y="2622"/>
                </a:lnTo>
                <a:lnTo>
                  <a:pt x="1589" y="2622"/>
                </a:lnTo>
                <a:lnTo>
                  <a:pt x="1588" y="2623"/>
                </a:lnTo>
                <a:lnTo>
                  <a:pt x="1588" y="2624"/>
                </a:lnTo>
                <a:lnTo>
                  <a:pt x="1587" y="2624"/>
                </a:lnTo>
                <a:lnTo>
                  <a:pt x="1587" y="2625"/>
                </a:lnTo>
                <a:lnTo>
                  <a:pt x="1586" y="2625"/>
                </a:lnTo>
                <a:lnTo>
                  <a:pt x="1585" y="2625"/>
                </a:lnTo>
                <a:lnTo>
                  <a:pt x="1585" y="2626"/>
                </a:lnTo>
                <a:lnTo>
                  <a:pt x="1584" y="2626"/>
                </a:lnTo>
                <a:lnTo>
                  <a:pt x="1584" y="2627"/>
                </a:lnTo>
                <a:lnTo>
                  <a:pt x="1583" y="2627"/>
                </a:lnTo>
                <a:lnTo>
                  <a:pt x="1583" y="2628"/>
                </a:lnTo>
                <a:lnTo>
                  <a:pt x="1583" y="2629"/>
                </a:lnTo>
                <a:lnTo>
                  <a:pt x="1583" y="2630"/>
                </a:lnTo>
                <a:lnTo>
                  <a:pt x="1581" y="2630"/>
                </a:lnTo>
                <a:lnTo>
                  <a:pt x="1581" y="2629"/>
                </a:lnTo>
                <a:lnTo>
                  <a:pt x="1580" y="2629"/>
                </a:lnTo>
                <a:lnTo>
                  <a:pt x="1579" y="2629"/>
                </a:lnTo>
                <a:lnTo>
                  <a:pt x="1579" y="2630"/>
                </a:lnTo>
                <a:lnTo>
                  <a:pt x="1578" y="2630"/>
                </a:lnTo>
                <a:lnTo>
                  <a:pt x="1578" y="2631"/>
                </a:lnTo>
                <a:lnTo>
                  <a:pt x="1577" y="2631"/>
                </a:lnTo>
                <a:lnTo>
                  <a:pt x="1577" y="2632"/>
                </a:lnTo>
                <a:lnTo>
                  <a:pt x="1576" y="2632"/>
                </a:lnTo>
                <a:lnTo>
                  <a:pt x="1575" y="2632"/>
                </a:lnTo>
                <a:lnTo>
                  <a:pt x="1574" y="2632"/>
                </a:lnTo>
                <a:lnTo>
                  <a:pt x="1573" y="2632"/>
                </a:lnTo>
                <a:lnTo>
                  <a:pt x="1572" y="2632"/>
                </a:lnTo>
                <a:lnTo>
                  <a:pt x="1571" y="2632"/>
                </a:lnTo>
                <a:lnTo>
                  <a:pt x="1571" y="2631"/>
                </a:lnTo>
                <a:lnTo>
                  <a:pt x="1570" y="2631"/>
                </a:lnTo>
                <a:lnTo>
                  <a:pt x="1569" y="2631"/>
                </a:lnTo>
                <a:lnTo>
                  <a:pt x="1568" y="2631"/>
                </a:lnTo>
                <a:lnTo>
                  <a:pt x="1568" y="2630"/>
                </a:lnTo>
                <a:lnTo>
                  <a:pt x="1567" y="2630"/>
                </a:lnTo>
                <a:lnTo>
                  <a:pt x="1566" y="2630"/>
                </a:lnTo>
                <a:lnTo>
                  <a:pt x="1565" y="2630"/>
                </a:lnTo>
                <a:lnTo>
                  <a:pt x="1565" y="2629"/>
                </a:lnTo>
                <a:lnTo>
                  <a:pt x="1564" y="2629"/>
                </a:lnTo>
                <a:lnTo>
                  <a:pt x="1564" y="2628"/>
                </a:lnTo>
                <a:lnTo>
                  <a:pt x="1563" y="2628"/>
                </a:lnTo>
                <a:lnTo>
                  <a:pt x="1563" y="2627"/>
                </a:lnTo>
                <a:lnTo>
                  <a:pt x="1563" y="2626"/>
                </a:lnTo>
                <a:lnTo>
                  <a:pt x="1562" y="2626"/>
                </a:lnTo>
                <a:lnTo>
                  <a:pt x="1561" y="2626"/>
                </a:lnTo>
                <a:lnTo>
                  <a:pt x="1561" y="2627"/>
                </a:lnTo>
                <a:lnTo>
                  <a:pt x="1561" y="2626"/>
                </a:lnTo>
                <a:lnTo>
                  <a:pt x="1561" y="2625"/>
                </a:lnTo>
                <a:lnTo>
                  <a:pt x="1560" y="2625"/>
                </a:lnTo>
                <a:lnTo>
                  <a:pt x="1560" y="2624"/>
                </a:lnTo>
                <a:lnTo>
                  <a:pt x="1560" y="2623"/>
                </a:lnTo>
                <a:lnTo>
                  <a:pt x="1559" y="2623"/>
                </a:lnTo>
                <a:lnTo>
                  <a:pt x="1559" y="2622"/>
                </a:lnTo>
                <a:lnTo>
                  <a:pt x="1559" y="2621"/>
                </a:lnTo>
                <a:lnTo>
                  <a:pt x="1559" y="2620"/>
                </a:lnTo>
                <a:lnTo>
                  <a:pt x="1558" y="2620"/>
                </a:lnTo>
                <a:lnTo>
                  <a:pt x="1558" y="2619"/>
                </a:lnTo>
                <a:lnTo>
                  <a:pt x="1558" y="2618"/>
                </a:lnTo>
                <a:lnTo>
                  <a:pt x="1558" y="2617"/>
                </a:lnTo>
                <a:lnTo>
                  <a:pt x="1558" y="2616"/>
                </a:lnTo>
                <a:lnTo>
                  <a:pt x="1559" y="2616"/>
                </a:lnTo>
                <a:lnTo>
                  <a:pt x="1559" y="2615"/>
                </a:lnTo>
                <a:lnTo>
                  <a:pt x="1559" y="2614"/>
                </a:lnTo>
                <a:lnTo>
                  <a:pt x="1559" y="2613"/>
                </a:lnTo>
                <a:lnTo>
                  <a:pt x="1558" y="2612"/>
                </a:lnTo>
                <a:lnTo>
                  <a:pt x="1559" y="2612"/>
                </a:lnTo>
                <a:lnTo>
                  <a:pt x="1559" y="2611"/>
                </a:lnTo>
                <a:lnTo>
                  <a:pt x="1558" y="2610"/>
                </a:lnTo>
                <a:lnTo>
                  <a:pt x="1557" y="2610"/>
                </a:lnTo>
                <a:lnTo>
                  <a:pt x="1557" y="2611"/>
                </a:lnTo>
                <a:lnTo>
                  <a:pt x="1557" y="2610"/>
                </a:lnTo>
                <a:lnTo>
                  <a:pt x="1556" y="2610"/>
                </a:lnTo>
                <a:lnTo>
                  <a:pt x="1555" y="2610"/>
                </a:lnTo>
                <a:lnTo>
                  <a:pt x="1554" y="2610"/>
                </a:lnTo>
                <a:lnTo>
                  <a:pt x="1554" y="2609"/>
                </a:lnTo>
                <a:lnTo>
                  <a:pt x="1553" y="2609"/>
                </a:lnTo>
                <a:lnTo>
                  <a:pt x="1552" y="2609"/>
                </a:lnTo>
                <a:lnTo>
                  <a:pt x="1552" y="2608"/>
                </a:lnTo>
                <a:lnTo>
                  <a:pt x="1551" y="2608"/>
                </a:lnTo>
                <a:lnTo>
                  <a:pt x="1550" y="2608"/>
                </a:lnTo>
                <a:lnTo>
                  <a:pt x="1550" y="2607"/>
                </a:lnTo>
                <a:lnTo>
                  <a:pt x="1549" y="2607"/>
                </a:lnTo>
                <a:lnTo>
                  <a:pt x="1548" y="2607"/>
                </a:lnTo>
                <a:lnTo>
                  <a:pt x="1548" y="2608"/>
                </a:lnTo>
                <a:lnTo>
                  <a:pt x="1547" y="2608"/>
                </a:lnTo>
                <a:lnTo>
                  <a:pt x="1547" y="2609"/>
                </a:lnTo>
                <a:lnTo>
                  <a:pt x="1546" y="2609"/>
                </a:lnTo>
                <a:lnTo>
                  <a:pt x="1545" y="2609"/>
                </a:lnTo>
                <a:lnTo>
                  <a:pt x="1545" y="2610"/>
                </a:lnTo>
                <a:lnTo>
                  <a:pt x="1544" y="2610"/>
                </a:lnTo>
                <a:lnTo>
                  <a:pt x="1543" y="2610"/>
                </a:lnTo>
                <a:lnTo>
                  <a:pt x="1542" y="2610"/>
                </a:lnTo>
                <a:lnTo>
                  <a:pt x="1542" y="2611"/>
                </a:lnTo>
                <a:lnTo>
                  <a:pt x="1541" y="2611"/>
                </a:lnTo>
                <a:lnTo>
                  <a:pt x="1541" y="2612"/>
                </a:lnTo>
                <a:lnTo>
                  <a:pt x="1540" y="2612"/>
                </a:lnTo>
                <a:lnTo>
                  <a:pt x="1539" y="2612"/>
                </a:lnTo>
                <a:lnTo>
                  <a:pt x="1538" y="2612"/>
                </a:lnTo>
                <a:lnTo>
                  <a:pt x="1538" y="2611"/>
                </a:lnTo>
                <a:lnTo>
                  <a:pt x="1538" y="2610"/>
                </a:lnTo>
                <a:lnTo>
                  <a:pt x="1537" y="2610"/>
                </a:lnTo>
                <a:lnTo>
                  <a:pt x="1536" y="2610"/>
                </a:lnTo>
                <a:lnTo>
                  <a:pt x="1536" y="2609"/>
                </a:lnTo>
                <a:lnTo>
                  <a:pt x="1535" y="2609"/>
                </a:lnTo>
                <a:lnTo>
                  <a:pt x="1534" y="2609"/>
                </a:lnTo>
                <a:lnTo>
                  <a:pt x="1533" y="2609"/>
                </a:lnTo>
                <a:lnTo>
                  <a:pt x="1533" y="2608"/>
                </a:lnTo>
                <a:lnTo>
                  <a:pt x="1532" y="2608"/>
                </a:lnTo>
                <a:lnTo>
                  <a:pt x="1532" y="2609"/>
                </a:lnTo>
                <a:lnTo>
                  <a:pt x="1531" y="2609"/>
                </a:lnTo>
                <a:lnTo>
                  <a:pt x="1530" y="2609"/>
                </a:lnTo>
                <a:lnTo>
                  <a:pt x="1530" y="2610"/>
                </a:lnTo>
                <a:lnTo>
                  <a:pt x="1530" y="2609"/>
                </a:lnTo>
                <a:lnTo>
                  <a:pt x="1530" y="2610"/>
                </a:lnTo>
                <a:lnTo>
                  <a:pt x="1529" y="2610"/>
                </a:lnTo>
                <a:lnTo>
                  <a:pt x="1527" y="2610"/>
                </a:lnTo>
                <a:lnTo>
                  <a:pt x="1527" y="2609"/>
                </a:lnTo>
                <a:lnTo>
                  <a:pt x="1526" y="2609"/>
                </a:lnTo>
                <a:lnTo>
                  <a:pt x="1526" y="2608"/>
                </a:lnTo>
                <a:lnTo>
                  <a:pt x="1525" y="2608"/>
                </a:lnTo>
                <a:lnTo>
                  <a:pt x="1524" y="2608"/>
                </a:lnTo>
                <a:lnTo>
                  <a:pt x="1523" y="2608"/>
                </a:lnTo>
                <a:lnTo>
                  <a:pt x="1522" y="2608"/>
                </a:lnTo>
                <a:lnTo>
                  <a:pt x="1521" y="2608"/>
                </a:lnTo>
                <a:lnTo>
                  <a:pt x="1521" y="2609"/>
                </a:lnTo>
                <a:lnTo>
                  <a:pt x="1521" y="2608"/>
                </a:lnTo>
                <a:lnTo>
                  <a:pt x="1520" y="2608"/>
                </a:lnTo>
                <a:lnTo>
                  <a:pt x="1520" y="2607"/>
                </a:lnTo>
                <a:lnTo>
                  <a:pt x="1520" y="2606"/>
                </a:lnTo>
                <a:lnTo>
                  <a:pt x="1519" y="2606"/>
                </a:lnTo>
                <a:lnTo>
                  <a:pt x="1519" y="2605"/>
                </a:lnTo>
                <a:lnTo>
                  <a:pt x="1518" y="2604"/>
                </a:lnTo>
                <a:lnTo>
                  <a:pt x="1518" y="2603"/>
                </a:lnTo>
                <a:lnTo>
                  <a:pt x="1517" y="2603"/>
                </a:lnTo>
                <a:lnTo>
                  <a:pt x="1517" y="2602"/>
                </a:lnTo>
                <a:lnTo>
                  <a:pt x="1516" y="2602"/>
                </a:lnTo>
                <a:lnTo>
                  <a:pt x="1516" y="2601"/>
                </a:lnTo>
                <a:lnTo>
                  <a:pt x="1515" y="2601"/>
                </a:lnTo>
                <a:lnTo>
                  <a:pt x="1514" y="2601"/>
                </a:lnTo>
                <a:lnTo>
                  <a:pt x="1514" y="2600"/>
                </a:lnTo>
                <a:lnTo>
                  <a:pt x="1513" y="2600"/>
                </a:lnTo>
                <a:lnTo>
                  <a:pt x="1513" y="2599"/>
                </a:lnTo>
                <a:lnTo>
                  <a:pt x="1512" y="2599"/>
                </a:lnTo>
                <a:lnTo>
                  <a:pt x="1511" y="2599"/>
                </a:lnTo>
                <a:lnTo>
                  <a:pt x="1510" y="2599"/>
                </a:lnTo>
                <a:lnTo>
                  <a:pt x="1510" y="2600"/>
                </a:lnTo>
                <a:lnTo>
                  <a:pt x="1509" y="2600"/>
                </a:lnTo>
                <a:lnTo>
                  <a:pt x="1509" y="2599"/>
                </a:lnTo>
                <a:lnTo>
                  <a:pt x="1508" y="2599"/>
                </a:lnTo>
                <a:lnTo>
                  <a:pt x="1508" y="2600"/>
                </a:lnTo>
                <a:lnTo>
                  <a:pt x="1507" y="2600"/>
                </a:lnTo>
                <a:lnTo>
                  <a:pt x="1506" y="2600"/>
                </a:lnTo>
                <a:lnTo>
                  <a:pt x="1505" y="2600"/>
                </a:lnTo>
                <a:lnTo>
                  <a:pt x="1505" y="2599"/>
                </a:lnTo>
                <a:lnTo>
                  <a:pt x="1504" y="2599"/>
                </a:lnTo>
                <a:lnTo>
                  <a:pt x="1504" y="2598"/>
                </a:lnTo>
                <a:lnTo>
                  <a:pt x="1503" y="2598"/>
                </a:lnTo>
                <a:lnTo>
                  <a:pt x="1503" y="2597"/>
                </a:lnTo>
                <a:lnTo>
                  <a:pt x="1503" y="2596"/>
                </a:lnTo>
                <a:lnTo>
                  <a:pt x="1502" y="2596"/>
                </a:lnTo>
                <a:lnTo>
                  <a:pt x="1502" y="2595"/>
                </a:lnTo>
                <a:lnTo>
                  <a:pt x="1501" y="2595"/>
                </a:lnTo>
                <a:lnTo>
                  <a:pt x="1500" y="2595"/>
                </a:lnTo>
                <a:lnTo>
                  <a:pt x="1499" y="2595"/>
                </a:lnTo>
                <a:lnTo>
                  <a:pt x="1498" y="2595"/>
                </a:lnTo>
                <a:lnTo>
                  <a:pt x="1497" y="2595"/>
                </a:lnTo>
                <a:lnTo>
                  <a:pt x="1497" y="2596"/>
                </a:lnTo>
                <a:lnTo>
                  <a:pt x="1498" y="2596"/>
                </a:lnTo>
                <a:lnTo>
                  <a:pt x="1498" y="2597"/>
                </a:lnTo>
                <a:lnTo>
                  <a:pt x="1498" y="2598"/>
                </a:lnTo>
                <a:lnTo>
                  <a:pt x="1497" y="2598"/>
                </a:lnTo>
                <a:lnTo>
                  <a:pt x="1497" y="2599"/>
                </a:lnTo>
                <a:lnTo>
                  <a:pt x="1496" y="2599"/>
                </a:lnTo>
                <a:lnTo>
                  <a:pt x="1496" y="2600"/>
                </a:lnTo>
                <a:lnTo>
                  <a:pt x="1495" y="2600"/>
                </a:lnTo>
                <a:lnTo>
                  <a:pt x="1495" y="2599"/>
                </a:lnTo>
                <a:lnTo>
                  <a:pt x="1494" y="2599"/>
                </a:lnTo>
                <a:lnTo>
                  <a:pt x="1492" y="2599"/>
                </a:lnTo>
                <a:lnTo>
                  <a:pt x="1491" y="2599"/>
                </a:lnTo>
                <a:lnTo>
                  <a:pt x="1491" y="2600"/>
                </a:lnTo>
                <a:lnTo>
                  <a:pt x="1491" y="2601"/>
                </a:lnTo>
                <a:lnTo>
                  <a:pt x="1490" y="2601"/>
                </a:lnTo>
                <a:lnTo>
                  <a:pt x="1490" y="2600"/>
                </a:lnTo>
                <a:lnTo>
                  <a:pt x="1489" y="2600"/>
                </a:lnTo>
                <a:lnTo>
                  <a:pt x="1489" y="2599"/>
                </a:lnTo>
                <a:lnTo>
                  <a:pt x="1488" y="2599"/>
                </a:lnTo>
                <a:lnTo>
                  <a:pt x="1488" y="2598"/>
                </a:lnTo>
                <a:lnTo>
                  <a:pt x="1488" y="2597"/>
                </a:lnTo>
                <a:lnTo>
                  <a:pt x="1488" y="2598"/>
                </a:lnTo>
                <a:lnTo>
                  <a:pt x="1487" y="2597"/>
                </a:lnTo>
                <a:lnTo>
                  <a:pt x="1486" y="2597"/>
                </a:lnTo>
                <a:lnTo>
                  <a:pt x="1486" y="2596"/>
                </a:lnTo>
                <a:lnTo>
                  <a:pt x="1485" y="2596"/>
                </a:lnTo>
                <a:lnTo>
                  <a:pt x="1485" y="2595"/>
                </a:lnTo>
                <a:lnTo>
                  <a:pt x="1484" y="2595"/>
                </a:lnTo>
                <a:lnTo>
                  <a:pt x="1483" y="2595"/>
                </a:lnTo>
                <a:lnTo>
                  <a:pt x="1483" y="2596"/>
                </a:lnTo>
                <a:lnTo>
                  <a:pt x="1482" y="2596"/>
                </a:lnTo>
                <a:lnTo>
                  <a:pt x="1482" y="2595"/>
                </a:lnTo>
                <a:lnTo>
                  <a:pt x="1481" y="2595"/>
                </a:lnTo>
                <a:lnTo>
                  <a:pt x="1481" y="2596"/>
                </a:lnTo>
                <a:lnTo>
                  <a:pt x="1480" y="2596"/>
                </a:lnTo>
                <a:lnTo>
                  <a:pt x="1479" y="2596"/>
                </a:lnTo>
                <a:lnTo>
                  <a:pt x="1478" y="2596"/>
                </a:lnTo>
                <a:lnTo>
                  <a:pt x="1477" y="2596"/>
                </a:lnTo>
                <a:lnTo>
                  <a:pt x="1477" y="2595"/>
                </a:lnTo>
                <a:lnTo>
                  <a:pt x="1476" y="2595"/>
                </a:lnTo>
                <a:lnTo>
                  <a:pt x="1476" y="2594"/>
                </a:lnTo>
                <a:lnTo>
                  <a:pt x="1477" y="2594"/>
                </a:lnTo>
                <a:lnTo>
                  <a:pt x="1476" y="2594"/>
                </a:lnTo>
                <a:lnTo>
                  <a:pt x="1476" y="2593"/>
                </a:lnTo>
                <a:lnTo>
                  <a:pt x="1475" y="2593"/>
                </a:lnTo>
                <a:lnTo>
                  <a:pt x="1475" y="2592"/>
                </a:lnTo>
                <a:lnTo>
                  <a:pt x="1474" y="2592"/>
                </a:lnTo>
                <a:lnTo>
                  <a:pt x="1474" y="2591"/>
                </a:lnTo>
                <a:lnTo>
                  <a:pt x="1473" y="2591"/>
                </a:lnTo>
                <a:lnTo>
                  <a:pt x="1473" y="2592"/>
                </a:lnTo>
                <a:lnTo>
                  <a:pt x="1472" y="2592"/>
                </a:lnTo>
                <a:lnTo>
                  <a:pt x="1472" y="2591"/>
                </a:lnTo>
                <a:lnTo>
                  <a:pt x="1471" y="2591"/>
                </a:lnTo>
                <a:lnTo>
                  <a:pt x="1471" y="2590"/>
                </a:lnTo>
                <a:lnTo>
                  <a:pt x="1470" y="2590"/>
                </a:lnTo>
                <a:lnTo>
                  <a:pt x="1469" y="2590"/>
                </a:lnTo>
                <a:lnTo>
                  <a:pt x="1469" y="2591"/>
                </a:lnTo>
                <a:lnTo>
                  <a:pt x="1469" y="2590"/>
                </a:lnTo>
                <a:lnTo>
                  <a:pt x="1469" y="2589"/>
                </a:lnTo>
                <a:lnTo>
                  <a:pt x="1468" y="2589"/>
                </a:lnTo>
                <a:lnTo>
                  <a:pt x="1468" y="2590"/>
                </a:lnTo>
                <a:lnTo>
                  <a:pt x="1468" y="2591"/>
                </a:lnTo>
                <a:lnTo>
                  <a:pt x="1467" y="2591"/>
                </a:lnTo>
                <a:lnTo>
                  <a:pt x="1467" y="2592"/>
                </a:lnTo>
                <a:lnTo>
                  <a:pt x="1466" y="2592"/>
                </a:lnTo>
                <a:lnTo>
                  <a:pt x="1466" y="2593"/>
                </a:lnTo>
                <a:lnTo>
                  <a:pt x="1467" y="2593"/>
                </a:lnTo>
                <a:lnTo>
                  <a:pt x="1467" y="2594"/>
                </a:lnTo>
                <a:lnTo>
                  <a:pt x="1466" y="2595"/>
                </a:lnTo>
                <a:lnTo>
                  <a:pt x="1465" y="2595"/>
                </a:lnTo>
                <a:lnTo>
                  <a:pt x="1465" y="2596"/>
                </a:lnTo>
                <a:lnTo>
                  <a:pt x="1464" y="2596"/>
                </a:lnTo>
                <a:lnTo>
                  <a:pt x="1464" y="2595"/>
                </a:lnTo>
                <a:lnTo>
                  <a:pt x="1464" y="2596"/>
                </a:lnTo>
                <a:lnTo>
                  <a:pt x="1463" y="2596"/>
                </a:lnTo>
                <a:lnTo>
                  <a:pt x="1462" y="2596"/>
                </a:lnTo>
                <a:lnTo>
                  <a:pt x="1462" y="2597"/>
                </a:lnTo>
                <a:lnTo>
                  <a:pt x="1461" y="2597"/>
                </a:lnTo>
                <a:lnTo>
                  <a:pt x="1460" y="2597"/>
                </a:lnTo>
                <a:lnTo>
                  <a:pt x="1460" y="2596"/>
                </a:lnTo>
                <a:lnTo>
                  <a:pt x="1459" y="2596"/>
                </a:lnTo>
                <a:lnTo>
                  <a:pt x="1458" y="2596"/>
                </a:lnTo>
                <a:lnTo>
                  <a:pt x="1457" y="2596"/>
                </a:lnTo>
                <a:lnTo>
                  <a:pt x="1457" y="2597"/>
                </a:lnTo>
                <a:lnTo>
                  <a:pt x="1456" y="2597"/>
                </a:lnTo>
                <a:lnTo>
                  <a:pt x="1456" y="2598"/>
                </a:lnTo>
                <a:lnTo>
                  <a:pt x="1455" y="2598"/>
                </a:lnTo>
                <a:lnTo>
                  <a:pt x="1455" y="2597"/>
                </a:lnTo>
                <a:lnTo>
                  <a:pt x="1454" y="2597"/>
                </a:lnTo>
                <a:lnTo>
                  <a:pt x="1453" y="2598"/>
                </a:lnTo>
                <a:lnTo>
                  <a:pt x="1452" y="2598"/>
                </a:lnTo>
                <a:lnTo>
                  <a:pt x="1451" y="2598"/>
                </a:lnTo>
                <a:lnTo>
                  <a:pt x="1450" y="2598"/>
                </a:lnTo>
                <a:lnTo>
                  <a:pt x="1450" y="2599"/>
                </a:lnTo>
                <a:lnTo>
                  <a:pt x="1450" y="2600"/>
                </a:lnTo>
                <a:lnTo>
                  <a:pt x="1449" y="2601"/>
                </a:lnTo>
                <a:lnTo>
                  <a:pt x="1448" y="2602"/>
                </a:lnTo>
                <a:lnTo>
                  <a:pt x="1448" y="2603"/>
                </a:lnTo>
                <a:lnTo>
                  <a:pt x="1447" y="2603"/>
                </a:lnTo>
                <a:lnTo>
                  <a:pt x="1447" y="2602"/>
                </a:lnTo>
                <a:lnTo>
                  <a:pt x="1447" y="2603"/>
                </a:lnTo>
                <a:lnTo>
                  <a:pt x="1446" y="2603"/>
                </a:lnTo>
                <a:lnTo>
                  <a:pt x="1446" y="2604"/>
                </a:lnTo>
                <a:lnTo>
                  <a:pt x="1446" y="2605"/>
                </a:lnTo>
                <a:lnTo>
                  <a:pt x="1445" y="2605"/>
                </a:lnTo>
                <a:lnTo>
                  <a:pt x="1445" y="2606"/>
                </a:lnTo>
                <a:lnTo>
                  <a:pt x="1444" y="2606"/>
                </a:lnTo>
                <a:lnTo>
                  <a:pt x="1444" y="2605"/>
                </a:lnTo>
                <a:lnTo>
                  <a:pt x="1443" y="2606"/>
                </a:lnTo>
                <a:lnTo>
                  <a:pt x="1443" y="2605"/>
                </a:lnTo>
                <a:lnTo>
                  <a:pt x="1442" y="2606"/>
                </a:lnTo>
                <a:lnTo>
                  <a:pt x="1442" y="2607"/>
                </a:lnTo>
                <a:lnTo>
                  <a:pt x="1441" y="2607"/>
                </a:lnTo>
                <a:lnTo>
                  <a:pt x="1441" y="2608"/>
                </a:lnTo>
                <a:lnTo>
                  <a:pt x="1440" y="2608"/>
                </a:lnTo>
                <a:lnTo>
                  <a:pt x="1440" y="2609"/>
                </a:lnTo>
                <a:lnTo>
                  <a:pt x="1439" y="2610"/>
                </a:lnTo>
                <a:lnTo>
                  <a:pt x="1439" y="2611"/>
                </a:lnTo>
                <a:lnTo>
                  <a:pt x="1438" y="2611"/>
                </a:lnTo>
                <a:lnTo>
                  <a:pt x="1438" y="2612"/>
                </a:lnTo>
                <a:lnTo>
                  <a:pt x="1439" y="2612"/>
                </a:lnTo>
                <a:lnTo>
                  <a:pt x="1439" y="2613"/>
                </a:lnTo>
                <a:lnTo>
                  <a:pt x="1438" y="2613"/>
                </a:lnTo>
                <a:lnTo>
                  <a:pt x="1438" y="2614"/>
                </a:lnTo>
                <a:lnTo>
                  <a:pt x="1437" y="2614"/>
                </a:lnTo>
                <a:lnTo>
                  <a:pt x="1437" y="2615"/>
                </a:lnTo>
                <a:lnTo>
                  <a:pt x="1438" y="2615"/>
                </a:lnTo>
                <a:lnTo>
                  <a:pt x="1437" y="2615"/>
                </a:lnTo>
                <a:lnTo>
                  <a:pt x="1437" y="2616"/>
                </a:lnTo>
                <a:lnTo>
                  <a:pt x="1437" y="2617"/>
                </a:lnTo>
                <a:lnTo>
                  <a:pt x="1437" y="2618"/>
                </a:lnTo>
                <a:lnTo>
                  <a:pt x="1436" y="2618"/>
                </a:lnTo>
                <a:lnTo>
                  <a:pt x="1436" y="2619"/>
                </a:lnTo>
                <a:lnTo>
                  <a:pt x="1436" y="2620"/>
                </a:lnTo>
                <a:lnTo>
                  <a:pt x="1435" y="2620"/>
                </a:lnTo>
                <a:lnTo>
                  <a:pt x="1434" y="2621"/>
                </a:lnTo>
                <a:lnTo>
                  <a:pt x="1434" y="2622"/>
                </a:lnTo>
                <a:lnTo>
                  <a:pt x="1434" y="2623"/>
                </a:lnTo>
                <a:lnTo>
                  <a:pt x="1433" y="2623"/>
                </a:lnTo>
                <a:lnTo>
                  <a:pt x="1432" y="2623"/>
                </a:lnTo>
                <a:lnTo>
                  <a:pt x="1432" y="2624"/>
                </a:lnTo>
                <a:lnTo>
                  <a:pt x="1432" y="2625"/>
                </a:lnTo>
                <a:lnTo>
                  <a:pt x="1432" y="2626"/>
                </a:lnTo>
                <a:lnTo>
                  <a:pt x="1431" y="2626"/>
                </a:lnTo>
                <a:lnTo>
                  <a:pt x="1431" y="2627"/>
                </a:lnTo>
                <a:lnTo>
                  <a:pt x="1430" y="2627"/>
                </a:lnTo>
                <a:lnTo>
                  <a:pt x="1430" y="2628"/>
                </a:lnTo>
                <a:lnTo>
                  <a:pt x="1429" y="2628"/>
                </a:lnTo>
                <a:lnTo>
                  <a:pt x="1428" y="2628"/>
                </a:lnTo>
                <a:lnTo>
                  <a:pt x="1428" y="2629"/>
                </a:lnTo>
                <a:lnTo>
                  <a:pt x="1427" y="2629"/>
                </a:lnTo>
                <a:lnTo>
                  <a:pt x="1426" y="2629"/>
                </a:lnTo>
                <a:lnTo>
                  <a:pt x="1426" y="2630"/>
                </a:lnTo>
                <a:lnTo>
                  <a:pt x="1424" y="2630"/>
                </a:lnTo>
                <a:lnTo>
                  <a:pt x="1423" y="2630"/>
                </a:lnTo>
                <a:lnTo>
                  <a:pt x="1423" y="2631"/>
                </a:lnTo>
                <a:lnTo>
                  <a:pt x="1422" y="2631"/>
                </a:lnTo>
                <a:lnTo>
                  <a:pt x="1422" y="2632"/>
                </a:lnTo>
                <a:lnTo>
                  <a:pt x="1421" y="2632"/>
                </a:lnTo>
                <a:lnTo>
                  <a:pt x="1422" y="2632"/>
                </a:lnTo>
                <a:lnTo>
                  <a:pt x="1421" y="2633"/>
                </a:lnTo>
                <a:lnTo>
                  <a:pt x="1421" y="2634"/>
                </a:lnTo>
                <a:lnTo>
                  <a:pt x="1420" y="2635"/>
                </a:lnTo>
                <a:lnTo>
                  <a:pt x="1419" y="2635"/>
                </a:lnTo>
                <a:lnTo>
                  <a:pt x="1418" y="2635"/>
                </a:lnTo>
                <a:lnTo>
                  <a:pt x="1418" y="2636"/>
                </a:lnTo>
                <a:lnTo>
                  <a:pt x="1417" y="2636"/>
                </a:lnTo>
                <a:lnTo>
                  <a:pt x="1417" y="2637"/>
                </a:lnTo>
                <a:lnTo>
                  <a:pt x="1418" y="2637"/>
                </a:lnTo>
                <a:lnTo>
                  <a:pt x="1417" y="2637"/>
                </a:lnTo>
                <a:lnTo>
                  <a:pt x="1417" y="2638"/>
                </a:lnTo>
                <a:lnTo>
                  <a:pt x="1416" y="2638"/>
                </a:lnTo>
                <a:lnTo>
                  <a:pt x="1417" y="2638"/>
                </a:lnTo>
                <a:lnTo>
                  <a:pt x="1417" y="2639"/>
                </a:lnTo>
                <a:lnTo>
                  <a:pt x="1416" y="2639"/>
                </a:lnTo>
                <a:lnTo>
                  <a:pt x="1416" y="2640"/>
                </a:lnTo>
                <a:lnTo>
                  <a:pt x="1417" y="2640"/>
                </a:lnTo>
                <a:lnTo>
                  <a:pt x="1417" y="2641"/>
                </a:lnTo>
                <a:lnTo>
                  <a:pt x="1417" y="2642"/>
                </a:lnTo>
                <a:lnTo>
                  <a:pt x="1417" y="2643"/>
                </a:lnTo>
                <a:lnTo>
                  <a:pt x="1416" y="2643"/>
                </a:lnTo>
                <a:lnTo>
                  <a:pt x="1415" y="2643"/>
                </a:lnTo>
                <a:lnTo>
                  <a:pt x="1414" y="2643"/>
                </a:lnTo>
                <a:lnTo>
                  <a:pt x="1414" y="2644"/>
                </a:lnTo>
                <a:lnTo>
                  <a:pt x="1414" y="2645"/>
                </a:lnTo>
                <a:lnTo>
                  <a:pt x="1414" y="2646"/>
                </a:lnTo>
                <a:lnTo>
                  <a:pt x="1413" y="2646"/>
                </a:lnTo>
                <a:lnTo>
                  <a:pt x="1413" y="2647"/>
                </a:lnTo>
                <a:lnTo>
                  <a:pt x="1412" y="2647"/>
                </a:lnTo>
                <a:lnTo>
                  <a:pt x="1413" y="2647"/>
                </a:lnTo>
                <a:lnTo>
                  <a:pt x="1413" y="2648"/>
                </a:lnTo>
                <a:lnTo>
                  <a:pt x="1412" y="2648"/>
                </a:lnTo>
                <a:lnTo>
                  <a:pt x="1412" y="2649"/>
                </a:lnTo>
                <a:lnTo>
                  <a:pt x="1411" y="2649"/>
                </a:lnTo>
                <a:lnTo>
                  <a:pt x="1411" y="2650"/>
                </a:lnTo>
                <a:lnTo>
                  <a:pt x="1410" y="2650"/>
                </a:lnTo>
                <a:lnTo>
                  <a:pt x="1410" y="2651"/>
                </a:lnTo>
                <a:lnTo>
                  <a:pt x="1409" y="2651"/>
                </a:lnTo>
                <a:lnTo>
                  <a:pt x="1409" y="2652"/>
                </a:lnTo>
                <a:lnTo>
                  <a:pt x="1408" y="2652"/>
                </a:lnTo>
                <a:lnTo>
                  <a:pt x="1408" y="2653"/>
                </a:lnTo>
                <a:lnTo>
                  <a:pt x="1408" y="2654"/>
                </a:lnTo>
                <a:lnTo>
                  <a:pt x="1408" y="2655"/>
                </a:lnTo>
                <a:lnTo>
                  <a:pt x="1409" y="2655"/>
                </a:lnTo>
                <a:lnTo>
                  <a:pt x="1410" y="2655"/>
                </a:lnTo>
                <a:lnTo>
                  <a:pt x="1410" y="2656"/>
                </a:lnTo>
                <a:lnTo>
                  <a:pt x="1410" y="2657"/>
                </a:lnTo>
                <a:lnTo>
                  <a:pt x="1411" y="2657"/>
                </a:lnTo>
                <a:lnTo>
                  <a:pt x="1411" y="2658"/>
                </a:lnTo>
                <a:lnTo>
                  <a:pt x="1411" y="2659"/>
                </a:lnTo>
                <a:lnTo>
                  <a:pt x="1410" y="2659"/>
                </a:lnTo>
                <a:lnTo>
                  <a:pt x="1410" y="2660"/>
                </a:lnTo>
                <a:lnTo>
                  <a:pt x="1409" y="2660"/>
                </a:lnTo>
                <a:lnTo>
                  <a:pt x="1409" y="2661"/>
                </a:lnTo>
                <a:lnTo>
                  <a:pt x="1408" y="2661"/>
                </a:lnTo>
                <a:lnTo>
                  <a:pt x="1408" y="2662"/>
                </a:lnTo>
                <a:lnTo>
                  <a:pt x="1407" y="2662"/>
                </a:lnTo>
                <a:lnTo>
                  <a:pt x="1407" y="2661"/>
                </a:lnTo>
                <a:lnTo>
                  <a:pt x="1406" y="2662"/>
                </a:lnTo>
                <a:lnTo>
                  <a:pt x="1406" y="2663"/>
                </a:lnTo>
                <a:lnTo>
                  <a:pt x="1406" y="2664"/>
                </a:lnTo>
                <a:lnTo>
                  <a:pt x="1406" y="2665"/>
                </a:lnTo>
                <a:lnTo>
                  <a:pt x="1406" y="2666"/>
                </a:lnTo>
                <a:lnTo>
                  <a:pt x="1405" y="2666"/>
                </a:lnTo>
                <a:lnTo>
                  <a:pt x="1406" y="2666"/>
                </a:lnTo>
                <a:lnTo>
                  <a:pt x="1406" y="2667"/>
                </a:lnTo>
                <a:lnTo>
                  <a:pt x="1407" y="2667"/>
                </a:lnTo>
                <a:lnTo>
                  <a:pt x="1407" y="2668"/>
                </a:lnTo>
                <a:lnTo>
                  <a:pt x="1407" y="2669"/>
                </a:lnTo>
                <a:lnTo>
                  <a:pt x="1408" y="2670"/>
                </a:lnTo>
                <a:lnTo>
                  <a:pt x="1407" y="2670"/>
                </a:lnTo>
                <a:lnTo>
                  <a:pt x="1407" y="2671"/>
                </a:lnTo>
                <a:lnTo>
                  <a:pt x="1407" y="2672"/>
                </a:lnTo>
                <a:lnTo>
                  <a:pt x="1408" y="2673"/>
                </a:lnTo>
                <a:lnTo>
                  <a:pt x="1409" y="2673"/>
                </a:lnTo>
                <a:lnTo>
                  <a:pt x="1409" y="2674"/>
                </a:lnTo>
                <a:lnTo>
                  <a:pt x="1409" y="2675"/>
                </a:lnTo>
                <a:lnTo>
                  <a:pt x="1409" y="2676"/>
                </a:lnTo>
                <a:lnTo>
                  <a:pt x="1409" y="2677"/>
                </a:lnTo>
                <a:lnTo>
                  <a:pt x="1409" y="2678"/>
                </a:lnTo>
                <a:lnTo>
                  <a:pt x="1408" y="2678"/>
                </a:lnTo>
                <a:lnTo>
                  <a:pt x="1408" y="2679"/>
                </a:lnTo>
                <a:lnTo>
                  <a:pt x="1408" y="2680"/>
                </a:lnTo>
                <a:lnTo>
                  <a:pt x="1407" y="2680"/>
                </a:lnTo>
                <a:lnTo>
                  <a:pt x="1407" y="2681"/>
                </a:lnTo>
                <a:lnTo>
                  <a:pt x="1407" y="2682"/>
                </a:lnTo>
                <a:lnTo>
                  <a:pt x="1406" y="2682"/>
                </a:lnTo>
                <a:lnTo>
                  <a:pt x="1406" y="2683"/>
                </a:lnTo>
                <a:lnTo>
                  <a:pt x="1406" y="2684"/>
                </a:lnTo>
                <a:lnTo>
                  <a:pt x="1405" y="2685"/>
                </a:lnTo>
                <a:lnTo>
                  <a:pt x="1405" y="2686"/>
                </a:lnTo>
                <a:lnTo>
                  <a:pt x="1404" y="2686"/>
                </a:lnTo>
                <a:lnTo>
                  <a:pt x="1404" y="2687"/>
                </a:lnTo>
                <a:lnTo>
                  <a:pt x="1403" y="2688"/>
                </a:lnTo>
                <a:lnTo>
                  <a:pt x="1402" y="2688"/>
                </a:lnTo>
                <a:lnTo>
                  <a:pt x="1402" y="2689"/>
                </a:lnTo>
                <a:lnTo>
                  <a:pt x="1401" y="2689"/>
                </a:lnTo>
                <a:lnTo>
                  <a:pt x="1400" y="2690"/>
                </a:lnTo>
                <a:lnTo>
                  <a:pt x="1399" y="2690"/>
                </a:lnTo>
                <a:lnTo>
                  <a:pt x="1399" y="2691"/>
                </a:lnTo>
                <a:lnTo>
                  <a:pt x="1398" y="2691"/>
                </a:lnTo>
                <a:lnTo>
                  <a:pt x="1398" y="2692"/>
                </a:lnTo>
                <a:lnTo>
                  <a:pt x="1398" y="2693"/>
                </a:lnTo>
                <a:lnTo>
                  <a:pt x="1398" y="2694"/>
                </a:lnTo>
                <a:lnTo>
                  <a:pt x="1398" y="2695"/>
                </a:lnTo>
                <a:lnTo>
                  <a:pt x="1397" y="2695"/>
                </a:lnTo>
                <a:lnTo>
                  <a:pt x="1397" y="2696"/>
                </a:lnTo>
                <a:lnTo>
                  <a:pt x="1396" y="2696"/>
                </a:lnTo>
                <a:lnTo>
                  <a:pt x="1396" y="2695"/>
                </a:lnTo>
                <a:lnTo>
                  <a:pt x="1395" y="2695"/>
                </a:lnTo>
                <a:lnTo>
                  <a:pt x="1395" y="2694"/>
                </a:lnTo>
                <a:lnTo>
                  <a:pt x="1395" y="2693"/>
                </a:lnTo>
                <a:lnTo>
                  <a:pt x="1394" y="2693"/>
                </a:lnTo>
                <a:lnTo>
                  <a:pt x="1393" y="2692"/>
                </a:lnTo>
                <a:lnTo>
                  <a:pt x="1393" y="2691"/>
                </a:lnTo>
                <a:lnTo>
                  <a:pt x="1392" y="2691"/>
                </a:lnTo>
                <a:lnTo>
                  <a:pt x="1392" y="2690"/>
                </a:lnTo>
                <a:lnTo>
                  <a:pt x="1391" y="2690"/>
                </a:lnTo>
                <a:lnTo>
                  <a:pt x="1390" y="2690"/>
                </a:lnTo>
                <a:lnTo>
                  <a:pt x="1390" y="2689"/>
                </a:lnTo>
                <a:lnTo>
                  <a:pt x="1389" y="2689"/>
                </a:lnTo>
                <a:lnTo>
                  <a:pt x="1388" y="2689"/>
                </a:lnTo>
                <a:lnTo>
                  <a:pt x="1389" y="2689"/>
                </a:lnTo>
                <a:lnTo>
                  <a:pt x="1389" y="2688"/>
                </a:lnTo>
                <a:lnTo>
                  <a:pt x="1389" y="2687"/>
                </a:lnTo>
                <a:lnTo>
                  <a:pt x="1390" y="2687"/>
                </a:lnTo>
                <a:lnTo>
                  <a:pt x="1390" y="2686"/>
                </a:lnTo>
                <a:lnTo>
                  <a:pt x="1390" y="2685"/>
                </a:lnTo>
                <a:lnTo>
                  <a:pt x="1389" y="2685"/>
                </a:lnTo>
                <a:lnTo>
                  <a:pt x="1389" y="2684"/>
                </a:lnTo>
                <a:lnTo>
                  <a:pt x="1388" y="2684"/>
                </a:lnTo>
                <a:lnTo>
                  <a:pt x="1388" y="2683"/>
                </a:lnTo>
                <a:lnTo>
                  <a:pt x="1387" y="2683"/>
                </a:lnTo>
                <a:lnTo>
                  <a:pt x="1387" y="2682"/>
                </a:lnTo>
                <a:lnTo>
                  <a:pt x="1386" y="2682"/>
                </a:lnTo>
                <a:lnTo>
                  <a:pt x="1386" y="2681"/>
                </a:lnTo>
                <a:lnTo>
                  <a:pt x="1386" y="2680"/>
                </a:lnTo>
                <a:lnTo>
                  <a:pt x="1385" y="2680"/>
                </a:lnTo>
                <a:lnTo>
                  <a:pt x="1384" y="2680"/>
                </a:lnTo>
                <a:lnTo>
                  <a:pt x="1384" y="2679"/>
                </a:lnTo>
                <a:lnTo>
                  <a:pt x="1384" y="2678"/>
                </a:lnTo>
                <a:lnTo>
                  <a:pt x="1383" y="2678"/>
                </a:lnTo>
                <a:lnTo>
                  <a:pt x="1382" y="2678"/>
                </a:lnTo>
                <a:lnTo>
                  <a:pt x="1381" y="2678"/>
                </a:lnTo>
                <a:lnTo>
                  <a:pt x="1381" y="2677"/>
                </a:lnTo>
                <a:lnTo>
                  <a:pt x="1380" y="2677"/>
                </a:lnTo>
                <a:lnTo>
                  <a:pt x="1380" y="2676"/>
                </a:lnTo>
                <a:lnTo>
                  <a:pt x="1379" y="2676"/>
                </a:lnTo>
                <a:lnTo>
                  <a:pt x="1379" y="2675"/>
                </a:lnTo>
                <a:lnTo>
                  <a:pt x="1379" y="2674"/>
                </a:lnTo>
                <a:lnTo>
                  <a:pt x="1379" y="2673"/>
                </a:lnTo>
                <a:lnTo>
                  <a:pt x="1378" y="2673"/>
                </a:lnTo>
                <a:lnTo>
                  <a:pt x="1378" y="2672"/>
                </a:lnTo>
                <a:lnTo>
                  <a:pt x="1378" y="2671"/>
                </a:lnTo>
                <a:lnTo>
                  <a:pt x="1377" y="2671"/>
                </a:lnTo>
                <a:lnTo>
                  <a:pt x="1377" y="2670"/>
                </a:lnTo>
                <a:lnTo>
                  <a:pt x="1377" y="2669"/>
                </a:lnTo>
                <a:lnTo>
                  <a:pt x="1376" y="2669"/>
                </a:lnTo>
                <a:lnTo>
                  <a:pt x="1377" y="2669"/>
                </a:lnTo>
                <a:lnTo>
                  <a:pt x="1377" y="2668"/>
                </a:lnTo>
                <a:lnTo>
                  <a:pt x="1377" y="2667"/>
                </a:lnTo>
                <a:lnTo>
                  <a:pt x="1377" y="2666"/>
                </a:lnTo>
                <a:lnTo>
                  <a:pt x="1377" y="2665"/>
                </a:lnTo>
                <a:lnTo>
                  <a:pt x="1378" y="2665"/>
                </a:lnTo>
                <a:lnTo>
                  <a:pt x="1378" y="2664"/>
                </a:lnTo>
                <a:lnTo>
                  <a:pt x="1377" y="2664"/>
                </a:lnTo>
                <a:lnTo>
                  <a:pt x="1378" y="2664"/>
                </a:lnTo>
                <a:lnTo>
                  <a:pt x="1378" y="2663"/>
                </a:lnTo>
                <a:lnTo>
                  <a:pt x="1377" y="2663"/>
                </a:lnTo>
                <a:lnTo>
                  <a:pt x="1376" y="2663"/>
                </a:lnTo>
                <a:lnTo>
                  <a:pt x="1376" y="2662"/>
                </a:lnTo>
                <a:lnTo>
                  <a:pt x="1376" y="2661"/>
                </a:lnTo>
                <a:lnTo>
                  <a:pt x="1376" y="2660"/>
                </a:lnTo>
                <a:lnTo>
                  <a:pt x="1375" y="2660"/>
                </a:lnTo>
                <a:lnTo>
                  <a:pt x="1375" y="2659"/>
                </a:lnTo>
                <a:lnTo>
                  <a:pt x="1376" y="2659"/>
                </a:lnTo>
                <a:lnTo>
                  <a:pt x="1377" y="2659"/>
                </a:lnTo>
                <a:lnTo>
                  <a:pt x="1377" y="2658"/>
                </a:lnTo>
                <a:lnTo>
                  <a:pt x="1378" y="2658"/>
                </a:lnTo>
                <a:lnTo>
                  <a:pt x="1377" y="2657"/>
                </a:lnTo>
                <a:lnTo>
                  <a:pt x="1378" y="2657"/>
                </a:lnTo>
                <a:lnTo>
                  <a:pt x="1378" y="2656"/>
                </a:lnTo>
                <a:lnTo>
                  <a:pt x="1379" y="2656"/>
                </a:lnTo>
                <a:lnTo>
                  <a:pt x="1379" y="2655"/>
                </a:lnTo>
                <a:lnTo>
                  <a:pt x="1379" y="2654"/>
                </a:lnTo>
                <a:lnTo>
                  <a:pt x="1379" y="2653"/>
                </a:lnTo>
                <a:lnTo>
                  <a:pt x="1379" y="2652"/>
                </a:lnTo>
                <a:lnTo>
                  <a:pt x="1380" y="2652"/>
                </a:lnTo>
                <a:lnTo>
                  <a:pt x="1380" y="2651"/>
                </a:lnTo>
                <a:lnTo>
                  <a:pt x="1381" y="2651"/>
                </a:lnTo>
                <a:lnTo>
                  <a:pt x="1382" y="2651"/>
                </a:lnTo>
                <a:lnTo>
                  <a:pt x="1382" y="2650"/>
                </a:lnTo>
                <a:lnTo>
                  <a:pt x="1382" y="2649"/>
                </a:lnTo>
                <a:lnTo>
                  <a:pt x="1383" y="2649"/>
                </a:lnTo>
                <a:lnTo>
                  <a:pt x="1383" y="2648"/>
                </a:lnTo>
                <a:lnTo>
                  <a:pt x="1383" y="2647"/>
                </a:lnTo>
                <a:lnTo>
                  <a:pt x="1382" y="2647"/>
                </a:lnTo>
                <a:lnTo>
                  <a:pt x="1383" y="2647"/>
                </a:lnTo>
                <a:lnTo>
                  <a:pt x="1383" y="2646"/>
                </a:lnTo>
                <a:lnTo>
                  <a:pt x="1383" y="2645"/>
                </a:lnTo>
                <a:lnTo>
                  <a:pt x="1382" y="2645"/>
                </a:lnTo>
                <a:lnTo>
                  <a:pt x="1382" y="2644"/>
                </a:lnTo>
                <a:lnTo>
                  <a:pt x="1383" y="2644"/>
                </a:lnTo>
                <a:lnTo>
                  <a:pt x="1384" y="2644"/>
                </a:lnTo>
                <a:lnTo>
                  <a:pt x="1384" y="2643"/>
                </a:lnTo>
                <a:lnTo>
                  <a:pt x="1383" y="2643"/>
                </a:lnTo>
                <a:lnTo>
                  <a:pt x="1384" y="2643"/>
                </a:lnTo>
                <a:lnTo>
                  <a:pt x="1383" y="2643"/>
                </a:lnTo>
                <a:lnTo>
                  <a:pt x="1384" y="2643"/>
                </a:lnTo>
                <a:lnTo>
                  <a:pt x="1384" y="2642"/>
                </a:lnTo>
                <a:lnTo>
                  <a:pt x="1384" y="2641"/>
                </a:lnTo>
                <a:lnTo>
                  <a:pt x="1384" y="2640"/>
                </a:lnTo>
                <a:lnTo>
                  <a:pt x="1383" y="2640"/>
                </a:lnTo>
                <a:lnTo>
                  <a:pt x="1383" y="2639"/>
                </a:lnTo>
                <a:lnTo>
                  <a:pt x="1383" y="2638"/>
                </a:lnTo>
                <a:lnTo>
                  <a:pt x="1384" y="2638"/>
                </a:lnTo>
                <a:lnTo>
                  <a:pt x="1383" y="2638"/>
                </a:lnTo>
                <a:lnTo>
                  <a:pt x="1383" y="2637"/>
                </a:lnTo>
                <a:lnTo>
                  <a:pt x="1384" y="2637"/>
                </a:lnTo>
                <a:lnTo>
                  <a:pt x="1384" y="2636"/>
                </a:lnTo>
                <a:lnTo>
                  <a:pt x="1384" y="2635"/>
                </a:lnTo>
                <a:lnTo>
                  <a:pt x="1384" y="2634"/>
                </a:lnTo>
                <a:lnTo>
                  <a:pt x="1384" y="2633"/>
                </a:lnTo>
                <a:lnTo>
                  <a:pt x="1385" y="2633"/>
                </a:lnTo>
                <a:lnTo>
                  <a:pt x="1385" y="2632"/>
                </a:lnTo>
                <a:lnTo>
                  <a:pt x="1386" y="2632"/>
                </a:lnTo>
                <a:lnTo>
                  <a:pt x="1386" y="2631"/>
                </a:lnTo>
                <a:lnTo>
                  <a:pt x="1386" y="2630"/>
                </a:lnTo>
                <a:lnTo>
                  <a:pt x="1386" y="2629"/>
                </a:lnTo>
                <a:lnTo>
                  <a:pt x="1386" y="2628"/>
                </a:lnTo>
                <a:lnTo>
                  <a:pt x="1386" y="2627"/>
                </a:lnTo>
                <a:lnTo>
                  <a:pt x="1386" y="2626"/>
                </a:lnTo>
                <a:lnTo>
                  <a:pt x="1385" y="2626"/>
                </a:lnTo>
                <a:lnTo>
                  <a:pt x="1385" y="2625"/>
                </a:lnTo>
                <a:lnTo>
                  <a:pt x="1385" y="2624"/>
                </a:lnTo>
                <a:lnTo>
                  <a:pt x="1385" y="2623"/>
                </a:lnTo>
                <a:lnTo>
                  <a:pt x="1384" y="2623"/>
                </a:lnTo>
                <a:lnTo>
                  <a:pt x="1384" y="2622"/>
                </a:lnTo>
                <a:lnTo>
                  <a:pt x="1383" y="2622"/>
                </a:lnTo>
                <a:lnTo>
                  <a:pt x="1382" y="2622"/>
                </a:lnTo>
                <a:lnTo>
                  <a:pt x="1382" y="2621"/>
                </a:lnTo>
                <a:lnTo>
                  <a:pt x="1382" y="2620"/>
                </a:lnTo>
                <a:lnTo>
                  <a:pt x="1382" y="2619"/>
                </a:lnTo>
                <a:lnTo>
                  <a:pt x="1382" y="2618"/>
                </a:lnTo>
                <a:lnTo>
                  <a:pt x="1382" y="2617"/>
                </a:lnTo>
                <a:lnTo>
                  <a:pt x="1382" y="2616"/>
                </a:lnTo>
                <a:lnTo>
                  <a:pt x="1382" y="2615"/>
                </a:lnTo>
                <a:lnTo>
                  <a:pt x="1381" y="2615"/>
                </a:lnTo>
                <a:lnTo>
                  <a:pt x="1382" y="2614"/>
                </a:lnTo>
                <a:lnTo>
                  <a:pt x="1382" y="2613"/>
                </a:lnTo>
                <a:lnTo>
                  <a:pt x="1381" y="2613"/>
                </a:lnTo>
                <a:lnTo>
                  <a:pt x="1380" y="2613"/>
                </a:lnTo>
                <a:lnTo>
                  <a:pt x="1379" y="2612"/>
                </a:lnTo>
                <a:lnTo>
                  <a:pt x="1379" y="2611"/>
                </a:lnTo>
                <a:lnTo>
                  <a:pt x="1378" y="2611"/>
                </a:lnTo>
                <a:lnTo>
                  <a:pt x="1378" y="2610"/>
                </a:lnTo>
                <a:lnTo>
                  <a:pt x="1377" y="2610"/>
                </a:lnTo>
                <a:lnTo>
                  <a:pt x="1377" y="2609"/>
                </a:lnTo>
                <a:lnTo>
                  <a:pt x="1376" y="2609"/>
                </a:lnTo>
                <a:lnTo>
                  <a:pt x="1376" y="2608"/>
                </a:lnTo>
                <a:lnTo>
                  <a:pt x="1375" y="2608"/>
                </a:lnTo>
                <a:lnTo>
                  <a:pt x="1375" y="2607"/>
                </a:lnTo>
                <a:lnTo>
                  <a:pt x="1374" y="2607"/>
                </a:lnTo>
                <a:lnTo>
                  <a:pt x="1373" y="2607"/>
                </a:lnTo>
                <a:lnTo>
                  <a:pt x="1372" y="2607"/>
                </a:lnTo>
                <a:lnTo>
                  <a:pt x="1371" y="2607"/>
                </a:lnTo>
                <a:lnTo>
                  <a:pt x="1370" y="2607"/>
                </a:lnTo>
                <a:lnTo>
                  <a:pt x="1369" y="2607"/>
                </a:lnTo>
                <a:lnTo>
                  <a:pt x="1368" y="2607"/>
                </a:lnTo>
                <a:lnTo>
                  <a:pt x="1368" y="2608"/>
                </a:lnTo>
                <a:lnTo>
                  <a:pt x="1367" y="2608"/>
                </a:lnTo>
                <a:lnTo>
                  <a:pt x="1367" y="2607"/>
                </a:lnTo>
                <a:lnTo>
                  <a:pt x="1366" y="2607"/>
                </a:lnTo>
                <a:lnTo>
                  <a:pt x="1367" y="2606"/>
                </a:lnTo>
                <a:lnTo>
                  <a:pt x="1366" y="2606"/>
                </a:lnTo>
                <a:lnTo>
                  <a:pt x="1366" y="2605"/>
                </a:lnTo>
                <a:lnTo>
                  <a:pt x="1365" y="2605"/>
                </a:lnTo>
                <a:lnTo>
                  <a:pt x="1364" y="2604"/>
                </a:lnTo>
                <a:lnTo>
                  <a:pt x="1364" y="2603"/>
                </a:lnTo>
                <a:lnTo>
                  <a:pt x="1363" y="2603"/>
                </a:lnTo>
                <a:lnTo>
                  <a:pt x="1362" y="2604"/>
                </a:lnTo>
                <a:lnTo>
                  <a:pt x="1362" y="2605"/>
                </a:lnTo>
                <a:lnTo>
                  <a:pt x="1361" y="2605"/>
                </a:lnTo>
                <a:lnTo>
                  <a:pt x="1361" y="2606"/>
                </a:lnTo>
                <a:lnTo>
                  <a:pt x="1360" y="2606"/>
                </a:lnTo>
                <a:lnTo>
                  <a:pt x="1359" y="2606"/>
                </a:lnTo>
                <a:lnTo>
                  <a:pt x="1358" y="2606"/>
                </a:lnTo>
                <a:lnTo>
                  <a:pt x="1358" y="2605"/>
                </a:lnTo>
                <a:lnTo>
                  <a:pt x="1357" y="2606"/>
                </a:lnTo>
                <a:lnTo>
                  <a:pt x="1356" y="2606"/>
                </a:lnTo>
                <a:lnTo>
                  <a:pt x="1356" y="2607"/>
                </a:lnTo>
                <a:lnTo>
                  <a:pt x="1357" y="2607"/>
                </a:lnTo>
                <a:lnTo>
                  <a:pt x="1356" y="2607"/>
                </a:lnTo>
                <a:lnTo>
                  <a:pt x="1356" y="2608"/>
                </a:lnTo>
                <a:lnTo>
                  <a:pt x="1357" y="2608"/>
                </a:lnTo>
                <a:lnTo>
                  <a:pt x="1357" y="2609"/>
                </a:lnTo>
                <a:lnTo>
                  <a:pt x="1356" y="2609"/>
                </a:lnTo>
                <a:lnTo>
                  <a:pt x="1356" y="2610"/>
                </a:lnTo>
                <a:lnTo>
                  <a:pt x="1356" y="2611"/>
                </a:lnTo>
                <a:lnTo>
                  <a:pt x="1355" y="2611"/>
                </a:lnTo>
                <a:lnTo>
                  <a:pt x="1354" y="2611"/>
                </a:lnTo>
                <a:lnTo>
                  <a:pt x="1353" y="2611"/>
                </a:lnTo>
                <a:lnTo>
                  <a:pt x="1353" y="2610"/>
                </a:lnTo>
                <a:lnTo>
                  <a:pt x="1353" y="2611"/>
                </a:lnTo>
                <a:lnTo>
                  <a:pt x="1352" y="2611"/>
                </a:lnTo>
                <a:lnTo>
                  <a:pt x="1352" y="2610"/>
                </a:lnTo>
                <a:lnTo>
                  <a:pt x="1351" y="2610"/>
                </a:lnTo>
                <a:lnTo>
                  <a:pt x="1350" y="2610"/>
                </a:lnTo>
                <a:lnTo>
                  <a:pt x="1349" y="2611"/>
                </a:lnTo>
                <a:lnTo>
                  <a:pt x="1349" y="2612"/>
                </a:lnTo>
                <a:lnTo>
                  <a:pt x="1349" y="2613"/>
                </a:lnTo>
                <a:lnTo>
                  <a:pt x="1348" y="2613"/>
                </a:lnTo>
                <a:lnTo>
                  <a:pt x="1347" y="2613"/>
                </a:lnTo>
                <a:lnTo>
                  <a:pt x="1347" y="2614"/>
                </a:lnTo>
                <a:lnTo>
                  <a:pt x="1346" y="2614"/>
                </a:lnTo>
                <a:lnTo>
                  <a:pt x="1345" y="2614"/>
                </a:lnTo>
                <a:lnTo>
                  <a:pt x="1345" y="2615"/>
                </a:lnTo>
                <a:lnTo>
                  <a:pt x="1344" y="2615"/>
                </a:lnTo>
                <a:lnTo>
                  <a:pt x="1344" y="2616"/>
                </a:lnTo>
                <a:lnTo>
                  <a:pt x="1344" y="2617"/>
                </a:lnTo>
                <a:lnTo>
                  <a:pt x="1343" y="2617"/>
                </a:lnTo>
                <a:lnTo>
                  <a:pt x="1342" y="2617"/>
                </a:lnTo>
                <a:lnTo>
                  <a:pt x="1341" y="2617"/>
                </a:lnTo>
                <a:lnTo>
                  <a:pt x="1341" y="2616"/>
                </a:lnTo>
                <a:lnTo>
                  <a:pt x="1340" y="2616"/>
                </a:lnTo>
                <a:lnTo>
                  <a:pt x="1339" y="2616"/>
                </a:lnTo>
                <a:lnTo>
                  <a:pt x="1338" y="2616"/>
                </a:lnTo>
                <a:lnTo>
                  <a:pt x="1337" y="2616"/>
                </a:lnTo>
                <a:lnTo>
                  <a:pt x="1337" y="2617"/>
                </a:lnTo>
                <a:lnTo>
                  <a:pt x="1336" y="2617"/>
                </a:lnTo>
                <a:lnTo>
                  <a:pt x="1335" y="2617"/>
                </a:lnTo>
                <a:lnTo>
                  <a:pt x="1335" y="2618"/>
                </a:lnTo>
                <a:lnTo>
                  <a:pt x="1334" y="2618"/>
                </a:lnTo>
                <a:lnTo>
                  <a:pt x="1333" y="2618"/>
                </a:lnTo>
                <a:lnTo>
                  <a:pt x="1332" y="2618"/>
                </a:lnTo>
                <a:lnTo>
                  <a:pt x="1332" y="2619"/>
                </a:lnTo>
                <a:lnTo>
                  <a:pt x="1331" y="2619"/>
                </a:lnTo>
                <a:lnTo>
                  <a:pt x="1331" y="2620"/>
                </a:lnTo>
                <a:lnTo>
                  <a:pt x="1331" y="2619"/>
                </a:lnTo>
                <a:lnTo>
                  <a:pt x="1330" y="2619"/>
                </a:lnTo>
                <a:lnTo>
                  <a:pt x="1330" y="2620"/>
                </a:lnTo>
                <a:lnTo>
                  <a:pt x="1329" y="2620"/>
                </a:lnTo>
                <a:lnTo>
                  <a:pt x="1329" y="2621"/>
                </a:lnTo>
                <a:lnTo>
                  <a:pt x="1329" y="2620"/>
                </a:lnTo>
                <a:lnTo>
                  <a:pt x="1329" y="2619"/>
                </a:lnTo>
                <a:lnTo>
                  <a:pt x="1328" y="2619"/>
                </a:lnTo>
                <a:lnTo>
                  <a:pt x="1328" y="2618"/>
                </a:lnTo>
                <a:lnTo>
                  <a:pt x="1327" y="2618"/>
                </a:lnTo>
                <a:lnTo>
                  <a:pt x="1327" y="2619"/>
                </a:lnTo>
                <a:lnTo>
                  <a:pt x="1326" y="2619"/>
                </a:lnTo>
                <a:lnTo>
                  <a:pt x="1326" y="2618"/>
                </a:lnTo>
                <a:lnTo>
                  <a:pt x="1325" y="2618"/>
                </a:lnTo>
                <a:lnTo>
                  <a:pt x="1325" y="2619"/>
                </a:lnTo>
                <a:lnTo>
                  <a:pt x="1325" y="2620"/>
                </a:lnTo>
                <a:lnTo>
                  <a:pt x="1324" y="2620"/>
                </a:lnTo>
                <a:lnTo>
                  <a:pt x="1324" y="2621"/>
                </a:lnTo>
                <a:lnTo>
                  <a:pt x="1323" y="2621"/>
                </a:lnTo>
                <a:lnTo>
                  <a:pt x="1323" y="2620"/>
                </a:lnTo>
                <a:lnTo>
                  <a:pt x="1322" y="2620"/>
                </a:lnTo>
                <a:lnTo>
                  <a:pt x="1321" y="2619"/>
                </a:lnTo>
                <a:lnTo>
                  <a:pt x="1320" y="2619"/>
                </a:lnTo>
                <a:lnTo>
                  <a:pt x="1320" y="2618"/>
                </a:lnTo>
                <a:lnTo>
                  <a:pt x="1319" y="2619"/>
                </a:lnTo>
                <a:lnTo>
                  <a:pt x="1319" y="2620"/>
                </a:lnTo>
                <a:lnTo>
                  <a:pt x="1318" y="2620"/>
                </a:lnTo>
                <a:lnTo>
                  <a:pt x="1319" y="2620"/>
                </a:lnTo>
                <a:lnTo>
                  <a:pt x="1319" y="2621"/>
                </a:lnTo>
                <a:lnTo>
                  <a:pt x="1318" y="2621"/>
                </a:lnTo>
                <a:lnTo>
                  <a:pt x="1318" y="2622"/>
                </a:lnTo>
                <a:lnTo>
                  <a:pt x="1318" y="2623"/>
                </a:lnTo>
                <a:lnTo>
                  <a:pt x="1317" y="2623"/>
                </a:lnTo>
                <a:lnTo>
                  <a:pt x="1317" y="2624"/>
                </a:lnTo>
                <a:lnTo>
                  <a:pt x="1318" y="2624"/>
                </a:lnTo>
                <a:lnTo>
                  <a:pt x="1318" y="2625"/>
                </a:lnTo>
                <a:lnTo>
                  <a:pt x="1318" y="2626"/>
                </a:lnTo>
                <a:lnTo>
                  <a:pt x="1319" y="2626"/>
                </a:lnTo>
                <a:lnTo>
                  <a:pt x="1319" y="2627"/>
                </a:lnTo>
                <a:lnTo>
                  <a:pt x="1318" y="2627"/>
                </a:lnTo>
                <a:lnTo>
                  <a:pt x="1317" y="2627"/>
                </a:lnTo>
                <a:lnTo>
                  <a:pt x="1317" y="2628"/>
                </a:lnTo>
                <a:lnTo>
                  <a:pt x="1315" y="2628"/>
                </a:lnTo>
                <a:lnTo>
                  <a:pt x="1315" y="2627"/>
                </a:lnTo>
                <a:lnTo>
                  <a:pt x="1314" y="2627"/>
                </a:lnTo>
                <a:lnTo>
                  <a:pt x="1314" y="2626"/>
                </a:lnTo>
                <a:lnTo>
                  <a:pt x="1314" y="2625"/>
                </a:lnTo>
                <a:lnTo>
                  <a:pt x="1313" y="2625"/>
                </a:lnTo>
                <a:lnTo>
                  <a:pt x="1313" y="2626"/>
                </a:lnTo>
                <a:lnTo>
                  <a:pt x="1312" y="2626"/>
                </a:lnTo>
                <a:lnTo>
                  <a:pt x="1311" y="2626"/>
                </a:lnTo>
                <a:lnTo>
                  <a:pt x="1311" y="2625"/>
                </a:lnTo>
                <a:lnTo>
                  <a:pt x="1310" y="2625"/>
                </a:lnTo>
                <a:lnTo>
                  <a:pt x="1310" y="2624"/>
                </a:lnTo>
                <a:lnTo>
                  <a:pt x="1309" y="2624"/>
                </a:lnTo>
                <a:lnTo>
                  <a:pt x="1309" y="2625"/>
                </a:lnTo>
                <a:lnTo>
                  <a:pt x="1308" y="2625"/>
                </a:lnTo>
                <a:lnTo>
                  <a:pt x="1307" y="2625"/>
                </a:lnTo>
                <a:lnTo>
                  <a:pt x="1306" y="2625"/>
                </a:lnTo>
                <a:lnTo>
                  <a:pt x="1306" y="2626"/>
                </a:lnTo>
                <a:lnTo>
                  <a:pt x="1305" y="2626"/>
                </a:lnTo>
                <a:lnTo>
                  <a:pt x="1304" y="2626"/>
                </a:lnTo>
                <a:lnTo>
                  <a:pt x="1303" y="2626"/>
                </a:lnTo>
                <a:lnTo>
                  <a:pt x="1303" y="2625"/>
                </a:lnTo>
                <a:lnTo>
                  <a:pt x="1303" y="2624"/>
                </a:lnTo>
                <a:lnTo>
                  <a:pt x="1302" y="2624"/>
                </a:lnTo>
                <a:lnTo>
                  <a:pt x="1301" y="2624"/>
                </a:lnTo>
                <a:lnTo>
                  <a:pt x="1300" y="2623"/>
                </a:lnTo>
                <a:lnTo>
                  <a:pt x="1299" y="2623"/>
                </a:lnTo>
                <a:lnTo>
                  <a:pt x="1298" y="2623"/>
                </a:lnTo>
                <a:lnTo>
                  <a:pt x="1298" y="2624"/>
                </a:lnTo>
                <a:lnTo>
                  <a:pt x="1297" y="2624"/>
                </a:lnTo>
                <a:lnTo>
                  <a:pt x="1296" y="2624"/>
                </a:lnTo>
                <a:lnTo>
                  <a:pt x="1295" y="2624"/>
                </a:lnTo>
                <a:lnTo>
                  <a:pt x="1294" y="2624"/>
                </a:lnTo>
                <a:lnTo>
                  <a:pt x="1294" y="2623"/>
                </a:lnTo>
                <a:lnTo>
                  <a:pt x="1294" y="2622"/>
                </a:lnTo>
                <a:lnTo>
                  <a:pt x="1293" y="2622"/>
                </a:lnTo>
                <a:lnTo>
                  <a:pt x="1294" y="2622"/>
                </a:lnTo>
                <a:lnTo>
                  <a:pt x="1294" y="2621"/>
                </a:lnTo>
                <a:lnTo>
                  <a:pt x="1294" y="2620"/>
                </a:lnTo>
                <a:lnTo>
                  <a:pt x="1293" y="2620"/>
                </a:lnTo>
                <a:lnTo>
                  <a:pt x="1292" y="2620"/>
                </a:lnTo>
                <a:lnTo>
                  <a:pt x="1291" y="2620"/>
                </a:lnTo>
                <a:lnTo>
                  <a:pt x="1291" y="2621"/>
                </a:lnTo>
                <a:lnTo>
                  <a:pt x="1291" y="2622"/>
                </a:lnTo>
                <a:lnTo>
                  <a:pt x="1291" y="2623"/>
                </a:lnTo>
                <a:lnTo>
                  <a:pt x="1290" y="2623"/>
                </a:lnTo>
                <a:lnTo>
                  <a:pt x="1289" y="2623"/>
                </a:lnTo>
                <a:lnTo>
                  <a:pt x="1289" y="2624"/>
                </a:lnTo>
                <a:lnTo>
                  <a:pt x="1288" y="2624"/>
                </a:lnTo>
                <a:lnTo>
                  <a:pt x="1288" y="2625"/>
                </a:lnTo>
                <a:lnTo>
                  <a:pt x="1287" y="2625"/>
                </a:lnTo>
                <a:lnTo>
                  <a:pt x="1287" y="2626"/>
                </a:lnTo>
                <a:lnTo>
                  <a:pt x="1286" y="2626"/>
                </a:lnTo>
                <a:lnTo>
                  <a:pt x="1286" y="2627"/>
                </a:lnTo>
                <a:lnTo>
                  <a:pt x="1286" y="2628"/>
                </a:lnTo>
                <a:lnTo>
                  <a:pt x="1286" y="2629"/>
                </a:lnTo>
                <a:lnTo>
                  <a:pt x="1285" y="2629"/>
                </a:lnTo>
                <a:lnTo>
                  <a:pt x="1285" y="2630"/>
                </a:lnTo>
                <a:lnTo>
                  <a:pt x="1285" y="2631"/>
                </a:lnTo>
                <a:lnTo>
                  <a:pt x="1284" y="2631"/>
                </a:lnTo>
                <a:lnTo>
                  <a:pt x="1284" y="2632"/>
                </a:lnTo>
                <a:lnTo>
                  <a:pt x="1283" y="2632"/>
                </a:lnTo>
                <a:lnTo>
                  <a:pt x="1283" y="2633"/>
                </a:lnTo>
                <a:lnTo>
                  <a:pt x="1282" y="2633"/>
                </a:lnTo>
                <a:lnTo>
                  <a:pt x="1282" y="2634"/>
                </a:lnTo>
                <a:lnTo>
                  <a:pt x="1283" y="2634"/>
                </a:lnTo>
                <a:lnTo>
                  <a:pt x="1282" y="2634"/>
                </a:lnTo>
                <a:lnTo>
                  <a:pt x="1282" y="2635"/>
                </a:lnTo>
                <a:lnTo>
                  <a:pt x="1281" y="2635"/>
                </a:lnTo>
                <a:lnTo>
                  <a:pt x="1281" y="2634"/>
                </a:lnTo>
                <a:lnTo>
                  <a:pt x="1280" y="2634"/>
                </a:lnTo>
                <a:lnTo>
                  <a:pt x="1279" y="2634"/>
                </a:lnTo>
                <a:lnTo>
                  <a:pt x="1278" y="2634"/>
                </a:lnTo>
                <a:lnTo>
                  <a:pt x="1277" y="2634"/>
                </a:lnTo>
                <a:lnTo>
                  <a:pt x="1277" y="2635"/>
                </a:lnTo>
                <a:lnTo>
                  <a:pt x="1276" y="2635"/>
                </a:lnTo>
                <a:lnTo>
                  <a:pt x="1276" y="2634"/>
                </a:lnTo>
                <a:lnTo>
                  <a:pt x="1276" y="2633"/>
                </a:lnTo>
                <a:lnTo>
                  <a:pt x="1276" y="2632"/>
                </a:lnTo>
                <a:lnTo>
                  <a:pt x="1277" y="2632"/>
                </a:lnTo>
                <a:lnTo>
                  <a:pt x="1276" y="2632"/>
                </a:lnTo>
                <a:lnTo>
                  <a:pt x="1275" y="2632"/>
                </a:lnTo>
                <a:lnTo>
                  <a:pt x="1274" y="2632"/>
                </a:lnTo>
                <a:lnTo>
                  <a:pt x="1273" y="2632"/>
                </a:lnTo>
                <a:lnTo>
                  <a:pt x="1273" y="2633"/>
                </a:lnTo>
                <a:lnTo>
                  <a:pt x="1272" y="2633"/>
                </a:lnTo>
                <a:lnTo>
                  <a:pt x="1272" y="2634"/>
                </a:lnTo>
                <a:lnTo>
                  <a:pt x="1271" y="2634"/>
                </a:lnTo>
                <a:lnTo>
                  <a:pt x="1271" y="2633"/>
                </a:lnTo>
                <a:lnTo>
                  <a:pt x="1270" y="2633"/>
                </a:lnTo>
                <a:lnTo>
                  <a:pt x="1269" y="2633"/>
                </a:lnTo>
                <a:lnTo>
                  <a:pt x="1269" y="2632"/>
                </a:lnTo>
                <a:lnTo>
                  <a:pt x="1270" y="2632"/>
                </a:lnTo>
                <a:lnTo>
                  <a:pt x="1270" y="2631"/>
                </a:lnTo>
                <a:lnTo>
                  <a:pt x="1269" y="2631"/>
                </a:lnTo>
                <a:lnTo>
                  <a:pt x="1269" y="2630"/>
                </a:lnTo>
                <a:lnTo>
                  <a:pt x="1269" y="2629"/>
                </a:lnTo>
                <a:lnTo>
                  <a:pt x="1268" y="2629"/>
                </a:lnTo>
                <a:lnTo>
                  <a:pt x="1267" y="2629"/>
                </a:lnTo>
                <a:lnTo>
                  <a:pt x="1267" y="2628"/>
                </a:lnTo>
                <a:lnTo>
                  <a:pt x="1266" y="2628"/>
                </a:lnTo>
                <a:lnTo>
                  <a:pt x="1266" y="2629"/>
                </a:lnTo>
                <a:lnTo>
                  <a:pt x="1266" y="2630"/>
                </a:lnTo>
                <a:lnTo>
                  <a:pt x="1265" y="2630"/>
                </a:lnTo>
                <a:lnTo>
                  <a:pt x="1265" y="2631"/>
                </a:lnTo>
                <a:lnTo>
                  <a:pt x="1264" y="2631"/>
                </a:lnTo>
                <a:lnTo>
                  <a:pt x="1263" y="2631"/>
                </a:lnTo>
                <a:lnTo>
                  <a:pt x="1262" y="2631"/>
                </a:lnTo>
                <a:lnTo>
                  <a:pt x="1262" y="2630"/>
                </a:lnTo>
                <a:lnTo>
                  <a:pt x="1262" y="2631"/>
                </a:lnTo>
                <a:lnTo>
                  <a:pt x="1261" y="2631"/>
                </a:lnTo>
                <a:lnTo>
                  <a:pt x="1260" y="2631"/>
                </a:lnTo>
                <a:lnTo>
                  <a:pt x="1259" y="2631"/>
                </a:lnTo>
                <a:lnTo>
                  <a:pt x="1259" y="2632"/>
                </a:lnTo>
                <a:lnTo>
                  <a:pt x="1258" y="2632"/>
                </a:lnTo>
                <a:lnTo>
                  <a:pt x="1258" y="2633"/>
                </a:lnTo>
                <a:lnTo>
                  <a:pt x="1257" y="2633"/>
                </a:lnTo>
                <a:lnTo>
                  <a:pt x="1256" y="2633"/>
                </a:lnTo>
                <a:lnTo>
                  <a:pt x="1255" y="2632"/>
                </a:lnTo>
                <a:lnTo>
                  <a:pt x="1254" y="2632"/>
                </a:lnTo>
                <a:lnTo>
                  <a:pt x="1253" y="2632"/>
                </a:lnTo>
                <a:lnTo>
                  <a:pt x="1253" y="2631"/>
                </a:lnTo>
                <a:lnTo>
                  <a:pt x="1254" y="2631"/>
                </a:lnTo>
                <a:lnTo>
                  <a:pt x="1255" y="2631"/>
                </a:lnTo>
                <a:lnTo>
                  <a:pt x="1255" y="2630"/>
                </a:lnTo>
                <a:lnTo>
                  <a:pt x="1255" y="2629"/>
                </a:lnTo>
                <a:lnTo>
                  <a:pt x="1254" y="2629"/>
                </a:lnTo>
                <a:lnTo>
                  <a:pt x="1253" y="2629"/>
                </a:lnTo>
                <a:lnTo>
                  <a:pt x="1253" y="2630"/>
                </a:lnTo>
                <a:lnTo>
                  <a:pt x="1252" y="2630"/>
                </a:lnTo>
                <a:lnTo>
                  <a:pt x="1251" y="2630"/>
                </a:lnTo>
                <a:lnTo>
                  <a:pt x="1251" y="2631"/>
                </a:lnTo>
                <a:lnTo>
                  <a:pt x="1250" y="2631"/>
                </a:lnTo>
                <a:lnTo>
                  <a:pt x="1249" y="2631"/>
                </a:lnTo>
                <a:lnTo>
                  <a:pt x="1249" y="2632"/>
                </a:lnTo>
                <a:lnTo>
                  <a:pt x="1248" y="2632"/>
                </a:lnTo>
                <a:lnTo>
                  <a:pt x="1247" y="2632"/>
                </a:lnTo>
                <a:lnTo>
                  <a:pt x="1246" y="2632"/>
                </a:lnTo>
                <a:lnTo>
                  <a:pt x="1246" y="2633"/>
                </a:lnTo>
                <a:lnTo>
                  <a:pt x="1246" y="2632"/>
                </a:lnTo>
                <a:lnTo>
                  <a:pt x="1245" y="2632"/>
                </a:lnTo>
                <a:lnTo>
                  <a:pt x="1245" y="2633"/>
                </a:lnTo>
                <a:lnTo>
                  <a:pt x="1245" y="2632"/>
                </a:lnTo>
                <a:lnTo>
                  <a:pt x="1244" y="2632"/>
                </a:lnTo>
                <a:lnTo>
                  <a:pt x="1244" y="2631"/>
                </a:lnTo>
                <a:lnTo>
                  <a:pt x="1243" y="2631"/>
                </a:lnTo>
                <a:lnTo>
                  <a:pt x="1242" y="2631"/>
                </a:lnTo>
                <a:lnTo>
                  <a:pt x="1241" y="2631"/>
                </a:lnTo>
                <a:lnTo>
                  <a:pt x="1241" y="2630"/>
                </a:lnTo>
                <a:lnTo>
                  <a:pt x="1240" y="2630"/>
                </a:lnTo>
                <a:lnTo>
                  <a:pt x="1239" y="2630"/>
                </a:lnTo>
                <a:lnTo>
                  <a:pt x="1239" y="2631"/>
                </a:lnTo>
                <a:lnTo>
                  <a:pt x="1238" y="2631"/>
                </a:lnTo>
                <a:lnTo>
                  <a:pt x="1238" y="2632"/>
                </a:lnTo>
                <a:lnTo>
                  <a:pt x="1237" y="2632"/>
                </a:lnTo>
                <a:lnTo>
                  <a:pt x="1237" y="2633"/>
                </a:lnTo>
                <a:lnTo>
                  <a:pt x="1236" y="2633"/>
                </a:lnTo>
                <a:lnTo>
                  <a:pt x="1235" y="2633"/>
                </a:lnTo>
                <a:lnTo>
                  <a:pt x="1234" y="2633"/>
                </a:lnTo>
                <a:lnTo>
                  <a:pt x="1233" y="2633"/>
                </a:lnTo>
                <a:lnTo>
                  <a:pt x="1232" y="2633"/>
                </a:lnTo>
                <a:lnTo>
                  <a:pt x="1231" y="2633"/>
                </a:lnTo>
                <a:lnTo>
                  <a:pt x="1230" y="2633"/>
                </a:lnTo>
                <a:lnTo>
                  <a:pt x="1230" y="2632"/>
                </a:lnTo>
                <a:lnTo>
                  <a:pt x="1229" y="2632"/>
                </a:lnTo>
                <a:lnTo>
                  <a:pt x="1229" y="2631"/>
                </a:lnTo>
                <a:lnTo>
                  <a:pt x="1229" y="2632"/>
                </a:lnTo>
                <a:lnTo>
                  <a:pt x="1229" y="2631"/>
                </a:lnTo>
                <a:lnTo>
                  <a:pt x="1228" y="2631"/>
                </a:lnTo>
                <a:lnTo>
                  <a:pt x="1228" y="2632"/>
                </a:lnTo>
                <a:lnTo>
                  <a:pt x="1227" y="2632"/>
                </a:lnTo>
                <a:lnTo>
                  <a:pt x="1227" y="2631"/>
                </a:lnTo>
                <a:lnTo>
                  <a:pt x="1226" y="2631"/>
                </a:lnTo>
                <a:lnTo>
                  <a:pt x="1226" y="2630"/>
                </a:lnTo>
                <a:lnTo>
                  <a:pt x="1226" y="2629"/>
                </a:lnTo>
                <a:lnTo>
                  <a:pt x="1226" y="2628"/>
                </a:lnTo>
                <a:lnTo>
                  <a:pt x="1226" y="2627"/>
                </a:lnTo>
                <a:lnTo>
                  <a:pt x="1225" y="2627"/>
                </a:lnTo>
                <a:lnTo>
                  <a:pt x="1224" y="2627"/>
                </a:lnTo>
                <a:lnTo>
                  <a:pt x="1224" y="2626"/>
                </a:lnTo>
                <a:lnTo>
                  <a:pt x="1224" y="2625"/>
                </a:lnTo>
                <a:lnTo>
                  <a:pt x="1223" y="2625"/>
                </a:lnTo>
                <a:lnTo>
                  <a:pt x="1223" y="2624"/>
                </a:lnTo>
                <a:lnTo>
                  <a:pt x="1223" y="2623"/>
                </a:lnTo>
                <a:lnTo>
                  <a:pt x="1222" y="2623"/>
                </a:lnTo>
                <a:lnTo>
                  <a:pt x="1222" y="2622"/>
                </a:lnTo>
                <a:lnTo>
                  <a:pt x="1221" y="2622"/>
                </a:lnTo>
                <a:lnTo>
                  <a:pt x="1221" y="2621"/>
                </a:lnTo>
                <a:lnTo>
                  <a:pt x="1220" y="2621"/>
                </a:lnTo>
                <a:lnTo>
                  <a:pt x="1220" y="2620"/>
                </a:lnTo>
                <a:lnTo>
                  <a:pt x="1219" y="2620"/>
                </a:lnTo>
                <a:lnTo>
                  <a:pt x="1218" y="2620"/>
                </a:lnTo>
                <a:lnTo>
                  <a:pt x="1218" y="2619"/>
                </a:lnTo>
                <a:lnTo>
                  <a:pt x="1217" y="2619"/>
                </a:lnTo>
                <a:lnTo>
                  <a:pt x="1217" y="2620"/>
                </a:lnTo>
                <a:lnTo>
                  <a:pt x="1216" y="2620"/>
                </a:lnTo>
                <a:lnTo>
                  <a:pt x="1216" y="2619"/>
                </a:lnTo>
                <a:lnTo>
                  <a:pt x="1216" y="2620"/>
                </a:lnTo>
                <a:lnTo>
                  <a:pt x="1216" y="2619"/>
                </a:lnTo>
                <a:lnTo>
                  <a:pt x="1215" y="2620"/>
                </a:lnTo>
                <a:lnTo>
                  <a:pt x="1214" y="2620"/>
                </a:lnTo>
                <a:lnTo>
                  <a:pt x="1214" y="2619"/>
                </a:lnTo>
                <a:lnTo>
                  <a:pt x="1213" y="2619"/>
                </a:lnTo>
                <a:lnTo>
                  <a:pt x="1212" y="2619"/>
                </a:lnTo>
                <a:lnTo>
                  <a:pt x="1211" y="2619"/>
                </a:lnTo>
                <a:lnTo>
                  <a:pt x="1210" y="2619"/>
                </a:lnTo>
                <a:lnTo>
                  <a:pt x="1210" y="2617"/>
                </a:lnTo>
                <a:lnTo>
                  <a:pt x="1210" y="2616"/>
                </a:lnTo>
                <a:lnTo>
                  <a:pt x="1209" y="2616"/>
                </a:lnTo>
                <a:lnTo>
                  <a:pt x="1208" y="2616"/>
                </a:lnTo>
                <a:lnTo>
                  <a:pt x="1207" y="2616"/>
                </a:lnTo>
                <a:lnTo>
                  <a:pt x="1207" y="2615"/>
                </a:lnTo>
                <a:lnTo>
                  <a:pt x="1206" y="2615"/>
                </a:lnTo>
                <a:lnTo>
                  <a:pt x="1206" y="2614"/>
                </a:lnTo>
                <a:lnTo>
                  <a:pt x="1205" y="2614"/>
                </a:lnTo>
                <a:lnTo>
                  <a:pt x="1205" y="2613"/>
                </a:lnTo>
                <a:lnTo>
                  <a:pt x="1205" y="2612"/>
                </a:lnTo>
                <a:lnTo>
                  <a:pt x="1204" y="2612"/>
                </a:lnTo>
                <a:lnTo>
                  <a:pt x="1203" y="2612"/>
                </a:lnTo>
                <a:lnTo>
                  <a:pt x="1203" y="2613"/>
                </a:lnTo>
                <a:lnTo>
                  <a:pt x="1202" y="2613"/>
                </a:lnTo>
                <a:lnTo>
                  <a:pt x="1201" y="2613"/>
                </a:lnTo>
                <a:lnTo>
                  <a:pt x="1200" y="2613"/>
                </a:lnTo>
                <a:lnTo>
                  <a:pt x="1199" y="2613"/>
                </a:lnTo>
                <a:lnTo>
                  <a:pt x="1199" y="2612"/>
                </a:lnTo>
                <a:lnTo>
                  <a:pt x="1198" y="2612"/>
                </a:lnTo>
                <a:lnTo>
                  <a:pt x="1198" y="2613"/>
                </a:lnTo>
                <a:lnTo>
                  <a:pt x="1197" y="2613"/>
                </a:lnTo>
                <a:lnTo>
                  <a:pt x="1197" y="2612"/>
                </a:lnTo>
                <a:lnTo>
                  <a:pt x="1196" y="2612"/>
                </a:lnTo>
                <a:lnTo>
                  <a:pt x="1196" y="2611"/>
                </a:lnTo>
                <a:lnTo>
                  <a:pt x="1195" y="2611"/>
                </a:lnTo>
                <a:lnTo>
                  <a:pt x="1194" y="2611"/>
                </a:lnTo>
                <a:lnTo>
                  <a:pt x="1194" y="2610"/>
                </a:lnTo>
                <a:lnTo>
                  <a:pt x="1194" y="2609"/>
                </a:lnTo>
                <a:lnTo>
                  <a:pt x="1194" y="2608"/>
                </a:lnTo>
                <a:lnTo>
                  <a:pt x="1195" y="2608"/>
                </a:lnTo>
                <a:lnTo>
                  <a:pt x="1195" y="2607"/>
                </a:lnTo>
                <a:lnTo>
                  <a:pt x="1194" y="2607"/>
                </a:lnTo>
                <a:lnTo>
                  <a:pt x="1194" y="2606"/>
                </a:lnTo>
                <a:lnTo>
                  <a:pt x="1193" y="2606"/>
                </a:lnTo>
                <a:lnTo>
                  <a:pt x="1194" y="2606"/>
                </a:lnTo>
                <a:lnTo>
                  <a:pt x="1194" y="2605"/>
                </a:lnTo>
                <a:lnTo>
                  <a:pt x="1193" y="2605"/>
                </a:lnTo>
                <a:lnTo>
                  <a:pt x="1193" y="2604"/>
                </a:lnTo>
                <a:lnTo>
                  <a:pt x="1192" y="2604"/>
                </a:lnTo>
                <a:lnTo>
                  <a:pt x="1191" y="2604"/>
                </a:lnTo>
                <a:lnTo>
                  <a:pt x="1190" y="2604"/>
                </a:lnTo>
                <a:lnTo>
                  <a:pt x="1189" y="2604"/>
                </a:lnTo>
                <a:lnTo>
                  <a:pt x="1188" y="2604"/>
                </a:lnTo>
                <a:lnTo>
                  <a:pt x="1187" y="2604"/>
                </a:lnTo>
                <a:lnTo>
                  <a:pt x="1187" y="2605"/>
                </a:lnTo>
                <a:lnTo>
                  <a:pt x="1186" y="2605"/>
                </a:lnTo>
                <a:lnTo>
                  <a:pt x="1186" y="2606"/>
                </a:lnTo>
                <a:lnTo>
                  <a:pt x="1185" y="2606"/>
                </a:lnTo>
                <a:lnTo>
                  <a:pt x="1185" y="2607"/>
                </a:lnTo>
                <a:lnTo>
                  <a:pt x="1184" y="2607"/>
                </a:lnTo>
                <a:lnTo>
                  <a:pt x="1184" y="2608"/>
                </a:lnTo>
                <a:lnTo>
                  <a:pt x="1183" y="2608"/>
                </a:lnTo>
                <a:lnTo>
                  <a:pt x="1183" y="2607"/>
                </a:lnTo>
                <a:lnTo>
                  <a:pt x="1182" y="2607"/>
                </a:lnTo>
                <a:lnTo>
                  <a:pt x="1181" y="2607"/>
                </a:lnTo>
                <a:lnTo>
                  <a:pt x="1181" y="2606"/>
                </a:lnTo>
                <a:lnTo>
                  <a:pt x="1180" y="2606"/>
                </a:lnTo>
                <a:lnTo>
                  <a:pt x="1181" y="2606"/>
                </a:lnTo>
                <a:lnTo>
                  <a:pt x="1181" y="2605"/>
                </a:lnTo>
                <a:lnTo>
                  <a:pt x="1180" y="2605"/>
                </a:lnTo>
                <a:lnTo>
                  <a:pt x="1180" y="2604"/>
                </a:lnTo>
                <a:lnTo>
                  <a:pt x="1179" y="2604"/>
                </a:lnTo>
                <a:lnTo>
                  <a:pt x="1178" y="2604"/>
                </a:lnTo>
                <a:lnTo>
                  <a:pt x="1178" y="2603"/>
                </a:lnTo>
                <a:lnTo>
                  <a:pt x="1178" y="2604"/>
                </a:lnTo>
                <a:lnTo>
                  <a:pt x="1178" y="2603"/>
                </a:lnTo>
                <a:lnTo>
                  <a:pt x="1177" y="2603"/>
                </a:lnTo>
                <a:lnTo>
                  <a:pt x="1177" y="2604"/>
                </a:lnTo>
                <a:lnTo>
                  <a:pt x="1177" y="2605"/>
                </a:lnTo>
                <a:lnTo>
                  <a:pt x="1177" y="2606"/>
                </a:lnTo>
                <a:lnTo>
                  <a:pt x="1176" y="2606"/>
                </a:lnTo>
                <a:lnTo>
                  <a:pt x="1176" y="2607"/>
                </a:lnTo>
                <a:lnTo>
                  <a:pt x="1177" y="2607"/>
                </a:lnTo>
                <a:lnTo>
                  <a:pt x="1177" y="2608"/>
                </a:lnTo>
                <a:lnTo>
                  <a:pt x="1176" y="2608"/>
                </a:lnTo>
                <a:lnTo>
                  <a:pt x="1176" y="2609"/>
                </a:lnTo>
                <a:lnTo>
                  <a:pt x="1176" y="2610"/>
                </a:lnTo>
                <a:lnTo>
                  <a:pt x="1174" y="2610"/>
                </a:lnTo>
                <a:lnTo>
                  <a:pt x="1174" y="2611"/>
                </a:lnTo>
                <a:lnTo>
                  <a:pt x="1174" y="2612"/>
                </a:lnTo>
                <a:lnTo>
                  <a:pt x="1173" y="2612"/>
                </a:lnTo>
                <a:lnTo>
                  <a:pt x="1173" y="2613"/>
                </a:lnTo>
                <a:lnTo>
                  <a:pt x="1173" y="2614"/>
                </a:lnTo>
                <a:lnTo>
                  <a:pt x="1173" y="2615"/>
                </a:lnTo>
                <a:lnTo>
                  <a:pt x="1173" y="2616"/>
                </a:lnTo>
                <a:lnTo>
                  <a:pt x="1172" y="2616"/>
                </a:lnTo>
                <a:lnTo>
                  <a:pt x="1172" y="2617"/>
                </a:lnTo>
                <a:lnTo>
                  <a:pt x="1173" y="2617"/>
                </a:lnTo>
                <a:lnTo>
                  <a:pt x="1173" y="2618"/>
                </a:lnTo>
                <a:lnTo>
                  <a:pt x="1172" y="2618"/>
                </a:lnTo>
                <a:lnTo>
                  <a:pt x="1172" y="2619"/>
                </a:lnTo>
                <a:lnTo>
                  <a:pt x="1173" y="2619"/>
                </a:lnTo>
                <a:lnTo>
                  <a:pt x="1172" y="2619"/>
                </a:lnTo>
                <a:lnTo>
                  <a:pt x="1171" y="2619"/>
                </a:lnTo>
                <a:lnTo>
                  <a:pt x="1171" y="2620"/>
                </a:lnTo>
                <a:lnTo>
                  <a:pt x="1170" y="2620"/>
                </a:lnTo>
                <a:lnTo>
                  <a:pt x="1169" y="2620"/>
                </a:lnTo>
                <a:lnTo>
                  <a:pt x="1168" y="2620"/>
                </a:lnTo>
                <a:lnTo>
                  <a:pt x="1168" y="2621"/>
                </a:lnTo>
                <a:lnTo>
                  <a:pt x="1169" y="2621"/>
                </a:lnTo>
                <a:lnTo>
                  <a:pt x="1169" y="2622"/>
                </a:lnTo>
                <a:lnTo>
                  <a:pt x="1168" y="2622"/>
                </a:lnTo>
                <a:lnTo>
                  <a:pt x="1168" y="2623"/>
                </a:lnTo>
                <a:lnTo>
                  <a:pt x="1167" y="2623"/>
                </a:lnTo>
                <a:lnTo>
                  <a:pt x="1167" y="2624"/>
                </a:lnTo>
                <a:lnTo>
                  <a:pt x="1166" y="2624"/>
                </a:lnTo>
                <a:lnTo>
                  <a:pt x="1165" y="2624"/>
                </a:lnTo>
                <a:lnTo>
                  <a:pt x="1164" y="2624"/>
                </a:lnTo>
                <a:lnTo>
                  <a:pt x="1163" y="2624"/>
                </a:lnTo>
                <a:lnTo>
                  <a:pt x="1162" y="2623"/>
                </a:lnTo>
                <a:lnTo>
                  <a:pt x="1162" y="2622"/>
                </a:lnTo>
                <a:lnTo>
                  <a:pt x="1161" y="2622"/>
                </a:lnTo>
                <a:lnTo>
                  <a:pt x="1161" y="2621"/>
                </a:lnTo>
                <a:lnTo>
                  <a:pt x="1160" y="2621"/>
                </a:lnTo>
                <a:lnTo>
                  <a:pt x="1159" y="2621"/>
                </a:lnTo>
                <a:lnTo>
                  <a:pt x="1158" y="2621"/>
                </a:lnTo>
                <a:lnTo>
                  <a:pt x="1157" y="2621"/>
                </a:lnTo>
                <a:lnTo>
                  <a:pt x="1157" y="2620"/>
                </a:lnTo>
                <a:lnTo>
                  <a:pt x="1156" y="2620"/>
                </a:lnTo>
                <a:lnTo>
                  <a:pt x="1157" y="2620"/>
                </a:lnTo>
                <a:lnTo>
                  <a:pt x="1156" y="2619"/>
                </a:lnTo>
                <a:lnTo>
                  <a:pt x="1156" y="2618"/>
                </a:lnTo>
                <a:lnTo>
                  <a:pt x="1156" y="2619"/>
                </a:lnTo>
                <a:lnTo>
                  <a:pt x="1155" y="2619"/>
                </a:lnTo>
                <a:lnTo>
                  <a:pt x="1155" y="2620"/>
                </a:lnTo>
                <a:lnTo>
                  <a:pt x="1154" y="2620"/>
                </a:lnTo>
                <a:lnTo>
                  <a:pt x="1154" y="2619"/>
                </a:lnTo>
                <a:lnTo>
                  <a:pt x="1153" y="2619"/>
                </a:lnTo>
                <a:lnTo>
                  <a:pt x="1153" y="2618"/>
                </a:lnTo>
                <a:lnTo>
                  <a:pt x="1153" y="2617"/>
                </a:lnTo>
                <a:lnTo>
                  <a:pt x="1152" y="2617"/>
                </a:lnTo>
                <a:lnTo>
                  <a:pt x="1151" y="2617"/>
                </a:lnTo>
                <a:lnTo>
                  <a:pt x="1150" y="2617"/>
                </a:lnTo>
                <a:lnTo>
                  <a:pt x="1149" y="2617"/>
                </a:lnTo>
                <a:lnTo>
                  <a:pt x="1148" y="2617"/>
                </a:lnTo>
                <a:lnTo>
                  <a:pt x="1147" y="2617"/>
                </a:lnTo>
                <a:lnTo>
                  <a:pt x="1147" y="2616"/>
                </a:lnTo>
                <a:lnTo>
                  <a:pt x="1146" y="2616"/>
                </a:lnTo>
                <a:lnTo>
                  <a:pt x="1146" y="2614"/>
                </a:lnTo>
                <a:lnTo>
                  <a:pt x="1146" y="2612"/>
                </a:lnTo>
                <a:lnTo>
                  <a:pt x="1146" y="2611"/>
                </a:lnTo>
                <a:lnTo>
                  <a:pt x="1146" y="2610"/>
                </a:lnTo>
                <a:lnTo>
                  <a:pt x="1145" y="2610"/>
                </a:lnTo>
                <a:lnTo>
                  <a:pt x="1146" y="2610"/>
                </a:lnTo>
                <a:lnTo>
                  <a:pt x="1146" y="2609"/>
                </a:lnTo>
                <a:lnTo>
                  <a:pt x="1145" y="2609"/>
                </a:lnTo>
                <a:lnTo>
                  <a:pt x="1145" y="2608"/>
                </a:lnTo>
                <a:lnTo>
                  <a:pt x="1145" y="2607"/>
                </a:lnTo>
                <a:lnTo>
                  <a:pt x="1145" y="2606"/>
                </a:lnTo>
                <a:lnTo>
                  <a:pt x="1145" y="2605"/>
                </a:lnTo>
                <a:lnTo>
                  <a:pt x="1146" y="2605"/>
                </a:lnTo>
                <a:lnTo>
                  <a:pt x="1146" y="2604"/>
                </a:lnTo>
                <a:lnTo>
                  <a:pt x="1146" y="2603"/>
                </a:lnTo>
                <a:lnTo>
                  <a:pt x="1145" y="2603"/>
                </a:lnTo>
                <a:lnTo>
                  <a:pt x="1145" y="2602"/>
                </a:lnTo>
                <a:lnTo>
                  <a:pt x="1145" y="2601"/>
                </a:lnTo>
                <a:lnTo>
                  <a:pt x="1144" y="2601"/>
                </a:lnTo>
                <a:lnTo>
                  <a:pt x="1144" y="2600"/>
                </a:lnTo>
                <a:lnTo>
                  <a:pt x="1144" y="2599"/>
                </a:lnTo>
                <a:lnTo>
                  <a:pt x="1144" y="2598"/>
                </a:lnTo>
                <a:lnTo>
                  <a:pt x="1143" y="2598"/>
                </a:lnTo>
                <a:lnTo>
                  <a:pt x="1143" y="2597"/>
                </a:lnTo>
                <a:lnTo>
                  <a:pt x="1142" y="2597"/>
                </a:lnTo>
                <a:lnTo>
                  <a:pt x="1142" y="2598"/>
                </a:lnTo>
                <a:lnTo>
                  <a:pt x="1142" y="2599"/>
                </a:lnTo>
                <a:lnTo>
                  <a:pt x="1142" y="2600"/>
                </a:lnTo>
                <a:lnTo>
                  <a:pt x="1141" y="2600"/>
                </a:lnTo>
                <a:lnTo>
                  <a:pt x="1141" y="2601"/>
                </a:lnTo>
                <a:lnTo>
                  <a:pt x="1140" y="2601"/>
                </a:lnTo>
                <a:lnTo>
                  <a:pt x="1140" y="2602"/>
                </a:lnTo>
                <a:lnTo>
                  <a:pt x="1140" y="2601"/>
                </a:lnTo>
                <a:lnTo>
                  <a:pt x="1140" y="2602"/>
                </a:lnTo>
                <a:lnTo>
                  <a:pt x="1139" y="2602"/>
                </a:lnTo>
                <a:lnTo>
                  <a:pt x="1139" y="2603"/>
                </a:lnTo>
                <a:lnTo>
                  <a:pt x="1138" y="2603"/>
                </a:lnTo>
                <a:lnTo>
                  <a:pt x="1138" y="2604"/>
                </a:lnTo>
                <a:lnTo>
                  <a:pt x="1138" y="2605"/>
                </a:lnTo>
                <a:lnTo>
                  <a:pt x="1137" y="2605"/>
                </a:lnTo>
                <a:lnTo>
                  <a:pt x="1136" y="2605"/>
                </a:lnTo>
                <a:lnTo>
                  <a:pt x="1135" y="2605"/>
                </a:lnTo>
                <a:lnTo>
                  <a:pt x="1134" y="2605"/>
                </a:lnTo>
                <a:lnTo>
                  <a:pt x="1134" y="2606"/>
                </a:lnTo>
                <a:lnTo>
                  <a:pt x="1134" y="2607"/>
                </a:lnTo>
                <a:lnTo>
                  <a:pt x="1134" y="2608"/>
                </a:lnTo>
                <a:lnTo>
                  <a:pt x="1135" y="2608"/>
                </a:lnTo>
                <a:lnTo>
                  <a:pt x="1135" y="2609"/>
                </a:lnTo>
                <a:lnTo>
                  <a:pt x="1134" y="2609"/>
                </a:lnTo>
                <a:lnTo>
                  <a:pt x="1134" y="2610"/>
                </a:lnTo>
                <a:lnTo>
                  <a:pt x="1134" y="2611"/>
                </a:lnTo>
                <a:lnTo>
                  <a:pt x="1134" y="2612"/>
                </a:lnTo>
                <a:lnTo>
                  <a:pt x="1133" y="2612"/>
                </a:lnTo>
                <a:lnTo>
                  <a:pt x="1133" y="2613"/>
                </a:lnTo>
                <a:lnTo>
                  <a:pt x="1134" y="2613"/>
                </a:lnTo>
                <a:lnTo>
                  <a:pt x="1134" y="2614"/>
                </a:lnTo>
                <a:lnTo>
                  <a:pt x="1134" y="2615"/>
                </a:lnTo>
                <a:lnTo>
                  <a:pt x="1135" y="2615"/>
                </a:lnTo>
                <a:lnTo>
                  <a:pt x="1135" y="2616"/>
                </a:lnTo>
                <a:lnTo>
                  <a:pt x="1136" y="2616"/>
                </a:lnTo>
                <a:lnTo>
                  <a:pt x="1136" y="2617"/>
                </a:lnTo>
                <a:lnTo>
                  <a:pt x="1136" y="2618"/>
                </a:lnTo>
                <a:lnTo>
                  <a:pt x="1136" y="2619"/>
                </a:lnTo>
                <a:lnTo>
                  <a:pt x="1136" y="2620"/>
                </a:lnTo>
                <a:lnTo>
                  <a:pt x="1137" y="2620"/>
                </a:lnTo>
                <a:lnTo>
                  <a:pt x="1137" y="2621"/>
                </a:lnTo>
                <a:lnTo>
                  <a:pt x="1138" y="2621"/>
                </a:lnTo>
                <a:lnTo>
                  <a:pt x="1138" y="2622"/>
                </a:lnTo>
                <a:lnTo>
                  <a:pt x="1137" y="2622"/>
                </a:lnTo>
                <a:lnTo>
                  <a:pt x="1136" y="2622"/>
                </a:lnTo>
                <a:lnTo>
                  <a:pt x="1136" y="2623"/>
                </a:lnTo>
                <a:lnTo>
                  <a:pt x="1136" y="2622"/>
                </a:lnTo>
                <a:lnTo>
                  <a:pt x="1136" y="2623"/>
                </a:lnTo>
                <a:lnTo>
                  <a:pt x="1135" y="2623"/>
                </a:lnTo>
                <a:lnTo>
                  <a:pt x="1134" y="2623"/>
                </a:lnTo>
                <a:lnTo>
                  <a:pt x="1134" y="2624"/>
                </a:lnTo>
                <a:lnTo>
                  <a:pt x="1133" y="2624"/>
                </a:lnTo>
                <a:lnTo>
                  <a:pt x="1132" y="2624"/>
                </a:lnTo>
                <a:lnTo>
                  <a:pt x="1132" y="2625"/>
                </a:lnTo>
                <a:lnTo>
                  <a:pt x="1131" y="2625"/>
                </a:lnTo>
                <a:lnTo>
                  <a:pt x="1131" y="2624"/>
                </a:lnTo>
                <a:lnTo>
                  <a:pt x="1130" y="2624"/>
                </a:lnTo>
                <a:lnTo>
                  <a:pt x="1130" y="2625"/>
                </a:lnTo>
                <a:lnTo>
                  <a:pt x="1129" y="2625"/>
                </a:lnTo>
                <a:lnTo>
                  <a:pt x="1129" y="2624"/>
                </a:lnTo>
                <a:lnTo>
                  <a:pt x="1128" y="2624"/>
                </a:lnTo>
                <a:lnTo>
                  <a:pt x="1127" y="2624"/>
                </a:lnTo>
                <a:lnTo>
                  <a:pt x="1126" y="2624"/>
                </a:lnTo>
                <a:lnTo>
                  <a:pt x="1126" y="2623"/>
                </a:lnTo>
                <a:lnTo>
                  <a:pt x="1125" y="2623"/>
                </a:lnTo>
                <a:lnTo>
                  <a:pt x="1124" y="2623"/>
                </a:lnTo>
                <a:lnTo>
                  <a:pt x="1124" y="2622"/>
                </a:lnTo>
                <a:lnTo>
                  <a:pt x="1123" y="2622"/>
                </a:lnTo>
                <a:lnTo>
                  <a:pt x="1123" y="2621"/>
                </a:lnTo>
                <a:lnTo>
                  <a:pt x="1122" y="2621"/>
                </a:lnTo>
                <a:lnTo>
                  <a:pt x="1122" y="2620"/>
                </a:lnTo>
                <a:lnTo>
                  <a:pt x="1122" y="2619"/>
                </a:lnTo>
                <a:lnTo>
                  <a:pt x="1122" y="2618"/>
                </a:lnTo>
                <a:lnTo>
                  <a:pt x="1123" y="2618"/>
                </a:lnTo>
                <a:lnTo>
                  <a:pt x="1123" y="2617"/>
                </a:lnTo>
                <a:lnTo>
                  <a:pt x="1124" y="2617"/>
                </a:lnTo>
                <a:lnTo>
                  <a:pt x="1124" y="2616"/>
                </a:lnTo>
                <a:lnTo>
                  <a:pt x="1124" y="2615"/>
                </a:lnTo>
                <a:lnTo>
                  <a:pt x="1123" y="2615"/>
                </a:lnTo>
                <a:lnTo>
                  <a:pt x="1123" y="2614"/>
                </a:lnTo>
                <a:lnTo>
                  <a:pt x="1122" y="2614"/>
                </a:lnTo>
                <a:lnTo>
                  <a:pt x="1122" y="2613"/>
                </a:lnTo>
                <a:lnTo>
                  <a:pt x="1121" y="2613"/>
                </a:lnTo>
                <a:lnTo>
                  <a:pt x="1121" y="2612"/>
                </a:lnTo>
                <a:lnTo>
                  <a:pt x="1120" y="2612"/>
                </a:lnTo>
                <a:lnTo>
                  <a:pt x="1119" y="2611"/>
                </a:lnTo>
                <a:lnTo>
                  <a:pt x="1119" y="2610"/>
                </a:lnTo>
                <a:lnTo>
                  <a:pt x="1118" y="2610"/>
                </a:lnTo>
                <a:lnTo>
                  <a:pt x="1118" y="2609"/>
                </a:lnTo>
                <a:lnTo>
                  <a:pt x="1117" y="2609"/>
                </a:lnTo>
                <a:lnTo>
                  <a:pt x="1117" y="2608"/>
                </a:lnTo>
                <a:lnTo>
                  <a:pt x="1117" y="2607"/>
                </a:lnTo>
                <a:lnTo>
                  <a:pt x="1117" y="2606"/>
                </a:lnTo>
                <a:lnTo>
                  <a:pt x="1117" y="2605"/>
                </a:lnTo>
                <a:lnTo>
                  <a:pt x="1117" y="2604"/>
                </a:lnTo>
                <a:lnTo>
                  <a:pt x="1117" y="2603"/>
                </a:lnTo>
                <a:lnTo>
                  <a:pt x="1116" y="2603"/>
                </a:lnTo>
                <a:lnTo>
                  <a:pt x="1115" y="2603"/>
                </a:lnTo>
                <a:lnTo>
                  <a:pt x="1115" y="2602"/>
                </a:lnTo>
                <a:lnTo>
                  <a:pt x="1114" y="2602"/>
                </a:lnTo>
                <a:lnTo>
                  <a:pt x="1114" y="2601"/>
                </a:lnTo>
                <a:lnTo>
                  <a:pt x="1114" y="2600"/>
                </a:lnTo>
                <a:lnTo>
                  <a:pt x="1115" y="2600"/>
                </a:lnTo>
                <a:lnTo>
                  <a:pt x="1114" y="2600"/>
                </a:lnTo>
                <a:lnTo>
                  <a:pt x="1114" y="2599"/>
                </a:lnTo>
                <a:lnTo>
                  <a:pt x="1113" y="2599"/>
                </a:lnTo>
                <a:lnTo>
                  <a:pt x="1114" y="2599"/>
                </a:lnTo>
                <a:lnTo>
                  <a:pt x="1114" y="2598"/>
                </a:lnTo>
                <a:lnTo>
                  <a:pt x="1113" y="2598"/>
                </a:lnTo>
                <a:lnTo>
                  <a:pt x="1113" y="2597"/>
                </a:lnTo>
                <a:lnTo>
                  <a:pt x="1113" y="2596"/>
                </a:lnTo>
                <a:lnTo>
                  <a:pt x="1112" y="2596"/>
                </a:lnTo>
                <a:lnTo>
                  <a:pt x="1111" y="2596"/>
                </a:lnTo>
                <a:lnTo>
                  <a:pt x="1110" y="2596"/>
                </a:lnTo>
                <a:lnTo>
                  <a:pt x="1110" y="2595"/>
                </a:lnTo>
                <a:lnTo>
                  <a:pt x="1110" y="2594"/>
                </a:lnTo>
                <a:lnTo>
                  <a:pt x="1109" y="2594"/>
                </a:lnTo>
                <a:lnTo>
                  <a:pt x="1109" y="2595"/>
                </a:lnTo>
                <a:lnTo>
                  <a:pt x="1108" y="2595"/>
                </a:lnTo>
                <a:lnTo>
                  <a:pt x="1108" y="2594"/>
                </a:lnTo>
                <a:lnTo>
                  <a:pt x="1107" y="2594"/>
                </a:lnTo>
                <a:lnTo>
                  <a:pt x="1106" y="2594"/>
                </a:lnTo>
                <a:lnTo>
                  <a:pt x="1106" y="2593"/>
                </a:lnTo>
                <a:lnTo>
                  <a:pt x="1106" y="2592"/>
                </a:lnTo>
                <a:lnTo>
                  <a:pt x="1105" y="2592"/>
                </a:lnTo>
                <a:lnTo>
                  <a:pt x="1104" y="2592"/>
                </a:lnTo>
                <a:lnTo>
                  <a:pt x="1104" y="2591"/>
                </a:lnTo>
                <a:lnTo>
                  <a:pt x="1103" y="2591"/>
                </a:lnTo>
                <a:lnTo>
                  <a:pt x="1103" y="2590"/>
                </a:lnTo>
                <a:lnTo>
                  <a:pt x="1103" y="2589"/>
                </a:lnTo>
                <a:lnTo>
                  <a:pt x="1103" y="2587"/>
                </a:lnTo>
                <a:lnTo>
                  <a:pt x="1103" y="2586"/>
                </a:lnTo>
                <a:lnTo>
                  <a:pt x="1102" y="2586"/>
                </a:lnTo>
                <a:lnTo>
                  <a:pt x="1102" y="2585"/>
                </a:lnTo>
                <a:lnTo>
                  <a:pt x="1102" y="2584"/>
                </a:lnTo>
                <a:lnTo>
                  <a:pt x="1102" y="2583"/>
                </a:lnTo>
                <a:lnTo>
                  <a:pt x="1103" y="2583"/>
                </a:lnTo>
                <a:lnTo>
                  <a:pt x="1102" y="2583"/>
                </a:lnTo>
                <a:lnTo>
                  <a:pt x="1102" y="2582"/>
                </a:lnTo>
                <a:lnTo>
                  <a:pt x="1103" y="2582"/>
                </a:lnTo>
                <a:lnTo>
                  <a:pt x="1102" y="2582"/>
                </a:lnTo>
                <a:lnTo>
                  <a:pt x="1102" y="2581"/>
                </a:lnTo>
                <a:lnTo>
                  <a:pt x="1102" y="2580"/>
                </a:lnTo>
                <a:lnTo>
                  <a:pt x="1102" y="2579"/>
                </a:lnTo>
                <a:lnTo>
                  <a:pt x="1101" y="2579"/>
                </a:lnTo>
                <a:lnTo>
                  <a:pt x="1101" y="2578"/>
                </a:lnTo>
                <a:lnTo>
                  <a:pt x="1101" y="2577"/>
                </a:lnTo>
                <a:lnTo>
                  <a:pt x="1101" y="2576"/>
                </a:lnTo>
                <a:lnTo>
                  <a:pt x="1100" y="2576"/>
                </a:lnTo>
                <a:lnTo>
                  <a:pt x="1100" y="2575"/>
                </a:lnTo>
                <a:lnTo>
                  <a:pt x="1099" y="2575"/>
                </a:lnTo>
                <a:lnTo>
                  <a:pt x="1099" y="2576"/>
                </a:lnTo>
                <a:lnTo>
                  <a:pt x="1099" y="2575"/>
                </a:lnTo>
                <a:lnTo>
                  <a:pt x="1099" y="2576"/>
                </a:lnTo>
                <a:lnTo>
                  <a:pt x="1098" y="2576"/>
                </a:lnTo>
                <a:lnTo>
                  <a:pt x="1098" y="2579"/>
                </a:lnTo>
                <a:lnTo>
                  <a:pt x="1097" y="2579"/>
                </a:lnTo>
                <a:lnTo>
                  <a:pt x="1096" y="2579"/>
                </a:lnTo>
                <a:lnTo>
                  <a:pt x="1096" y="2580"/>
                </a:lnTo>
                <a:lnTo>
                  <a:pt x="1096" y="2581"/>
                </a:lnTo>
                <a:lnTo>
                  <a:pt x="1096" y="2582"/>
                </a:lnTo>
                <a:lnTo>
                  <a:pt x="1095" y="2582"/>
                </a:lnTo>
                <a:lnTo>
                  <a:pt x="1095" y="2581"/>
                </a:lnTo>
                <a:lnTo>
                  <a:pt x="1095" y="2582"/>
                </a:lnTo>
                <a:lnTo>
                  <a:pt x="1095" y="2583"/>
                </a:lnTo>
                <a:lnTo>
                  <a:pt x="1096" y="2583"/>
                </a:lnTo>
                <a:lnTo>
                  <a:pt x="1096" y="2584"/>
                </a:lnTo>
                <a:lnTo>
                  <a:pt x="1095" y="2584"/>
                </a:lnTo>
                <a:lnTo>
                  <a:pt x="1095" y="2585"/>
                </a:lnTo>
                <a:lnTo>
                  <a:pt x="1094" y="2585"/>
                </a:lnTo>
                <a:lnTo>
                  <a:pt x="1094" y="2586"/>
                </a:lnTo>
                <a:lnTo>
                  <a:pt x="1094" y="2587"/>
                </a:lnTo>
                <a:lnTo>
                  <a:pt x="1093" y="2587"/>
                </a:lnTo>
                <a:lnTo>
                  <a:pt x="1093" y="2588"/>
                </a:lnTo>
                <a:lnTo>
                  <a:pt x="1092" y="2588"/>
                </a:lnTo>
                <a:lnTo>
                  <a:pt x="1091" y="2588"/>
                </a:lnTo>
                <a:lnTo>
                  <a:pt x="1091" y="2589"/>
                </a:lnTo>
                <a:lnTo>
                  <a:pt x="1091" y="2588"/>
                </a:lnTo>
                <a:lnTo>
                  <a:pt x="1090" y="2588"/>
                </a:lnTo>
                <a:lnTo>
                  <a:pt x="1090" y="2587"/>
                </a:lnTo>
                <a:lnTo>
                  <a:pt x="1090" y="2586"/>
                </a:lnTo>
                <a:lnTo>
                  <a:pt x="1090" y="2585"/>
                </a:lnTo>
                <a:lnTo>
                  <a:pt x="1090" y="2584"/>
                </a:lnTo>
                <a:lnTo>
                  <a:pt x="1090" y="2583"/>
                </a:lnTo>
                <a:lnTo>
                  <a:pt x="1089" y="2583"/>
                </a:lnTo>
                <a:lnTo>
                  <a:pt x="1089" y="2584"/>
                </a:lnTo>
                <a:lnTo>
                  <a:pt x="1088" y="2584"/>
                </a:lnTo>
                <a:lnTo>
                  <a:pt x="1088" y="2583"/>
                </a:lnTo>
                <a:lnTo>
                  <a:pt x="1087" y="2583"/>
                </a:lnTo>
                <a:lnTo>
                  <a:pt x="1086" y="2583"/>
                </a:lnTo>
                <a:lnTo>
                  <a:pt x="1085" y="2583"/>
                </a:lnTo>
                <a:lnTo>
                  <a:pt x="1085" y="2582"/>
                </a:lnTo>
                <a:lnTo>
                  <a:pt x="1084" y="2582"/>
                </a:lnTo>
                <a:lnTo>
                  <a:pt x="1084" y="2581"/>
                </a:lnTo>
                <a:lnTo>
                  <a:pt x="1083" y="2581"/>
                </a:lnTo>
                <a:lnTo>
                  <a:pt x="1082" y="2581"/>
                </a:lnTo>
                <a:lnTo>
                  <a:pt x="1081" y="2581"/>
                </a:lnTo>
                <a:lnTo>
                  <a:pt x="1080" y="2581"/>
                </a:lnTo>
                <a:lnTo>
                  <a:pt x="1079" y="2581"/>
                </a:lnTo>
                <a:lnTo>
                  <a:pt x="1078" y="2581"/>
                </a:lnTo>
                <a:lnTo>
                  <a:pt x="1078" y="2580"/>
                </a:lnTo>
                <a:lnTo>
                  <a:pt x="1077" y="2580"/>
                </a:lnTo>
                <a:lnTo>
                  <a:pt x="1077" y="2581"/>
                </a:lnTo>
                <a:lnTo>
                  <a:pt x="1075" y="2581"/>
                </a:lnTo>
                <a:lnTo>
                  <a:pt x="1074" y="2581"/>
                </a:lnTo>
                <a:lnTo>
                  <a:pt x="1073" y="2581"/>
                </a:lnTo>
                <a:lnTo>
                  <a:pt x="1073" y="2582"/>
                </a:lnTo>
                <a:lnTo>
                  <a:pt x="1073" y="2583"/>
                </a:lnTo>
                <a:lnTo>
                  <a:pt x="1073" y="2584"/>
                </a:lnTo>
                <a:lnTo>
                  <a:pt x="1072" y="2584"/>
                </a:lnTo>
                <a:lnTo>
                  <a:pt x="1072" y="2585"/>
                </a:lnTo>
                <a:lnTo>
                  <a:pt x="1071" y="2585"/>
                </a:lnTo>
                <a:lnTo>
                  <a:pt x="1071" y="2586"/>
                </a:lnTo>
                <a:lnTo>
                  <a:pt x="1070" y="2586"/>
                </a:lnTo>
                <a:lnTo>
                  <a:pt x="1068" y="2586"/>
                </a:lnTo>
                <a:lnTo>
                  <a:pt x="1068" y="2585"/>
                </a:lnTo>
                <a:lnTo>
                  <a:pt x="1067" y="2585"/>
                </a:lnTo>
                <a:lnTo>
                  <a:pt x="1067" y="2584"/>
                </a:lnTo>
                <a:lnTo>
                  <a:pt x="1066" y="2584"/>
                </a:lnTo>
                <a:lnTo>
                  <a:pt x="1065" y="2584"/>
                </a:lnTo>
                <a:lnTo>
                  <a:pt x="1065" y="2585"/>
                </a:lnTo>
                <a:lnTo>
                  <a:pt x="1064" y="2585"/>
                </a:lnTo>
                <a:lnTo>
                  <a:pt x="1063" y="2585"/>
                </a:lnTo>
                <a:lnTo>
                  <a:pt x="1062" y="2585"/>
                </a:lnTo>
                <a:lnTo>
                  <a:pt x="1061" y="2585"/>
                </a:lnTo>
                <a:lnTo>
                  <a:pt x="1060" y="2585"/>
                </a:lnTo>
                <a:lnTo>
                  <a:pt x="1060" y="2584"/>
                </a:lnTo>
                <a:lnTo>
                  <a:pt x="1060" y="2585"/>
                </a:lnTo>
                <a:lnTo>
                  <a:pt x="1059" y="2585"/>
                </a:lnTo>
                <a:lnTo>
                  <a:pt x="1059" y="2584"/>
                </a:lnTo>
                <a:lnTo>
                  <a:pt x="1058" y="2584"/>
                </a:lnTo>
                <a:lnTo>
                  <a:pt x="1058" y="2583"/>
                </a:lnTo>
                <a:lnTo>
                  <a:pt x="1058" y="2582"/>
                </a:lnTo>
                <a:lnTo>
                  <a:pt x="1057" y="2582"/>
                </a:lnTo>
                <a:lnTo>
                  <a:pt x="1057" y="2581"/>
                </a:lnTo>
                <a:lnTo>
                  <a:pt x="1056" y="2581"/>
                </a:lnTo>
                <a:lnTo>
                  <a:pt x="1055" y="2581"/>
                </a:lnTo>
                <a:lnTo>
                  <a:pt x="1055" y="2580"/>
                </a:lnTo>
                <a:lnTo>
                  <a:pt x="1054" y="2580"/>
                </a:lnTo>
                <a:lnTo>
                  <a:pt x="1054" y="2581"/>
                </a:lnTo>
                <a:lnTo>
                  <a:pt x="1053" y="2581"/>
                </a:lnTo>
                <a:lnTo>
                  <a:pt x="1053" y="2582"/>
                </a:lnTo>
                <a:lnTo>
                  <a:pt x="1052" y="2582"/>
                </a:lnTo>
                <a:lnTo>
                  <a:pt x="1052" y="2581"/>
                </a:lnTo>
                <a:lnTo>
                  <a:pt x="1051" y="2581"/>
                </a:lnTo>
                <a:lnTo>
                  <a:pt x="1049" y="2581"/>
                </a:lnTo>
                <a:lnTo>
                  <a:pt x="1048" y="2581"/>
                </a:lnTo>
                <a:lnTo>
                  <a:pt x="1048" y="2580"/>
                </a:lnTo>
                <a:lnTo>
                  <a:pt x="1047" y="2580"/>
                </a:lnTo>
                <a:lnTo>
                  <a:pt x="1047" y="2581"/>
                </a:lnTo>
                <a:lnTo>
                  <a:pt x="1047" y="2580"/>
                </a:lnTo>
                <a:lnTo>
                  <a:pt x="1046" y="2580"/>
                </a:lnTo>
                <a:lnTo>
                  <a:pt x="1046" y="2579"/>
                </a:lnTo>
                <a:lnTo>
                  <a:pt x="1046" y="2578"/>
                </a:lnTo>
                <a:lnTo>
                  <a:pt x="1046" y="2577"/>
                </a:lnTo>
                <a:lnTo>
                  <a:pt x="1047" y="2577"/>
                </a:lnTo>
                <a:lnTo>
                  <a:pt x="1047" y="2576"/>
                </a:lnTo>
                <a:lnTo>
                  <a:pt x="1047" y="2575"/>
                </a:lnTo>
                <a:lnTo>
                  <a:pt x="1048" y="2575"/>
                </a:lnTo>
                <a:lnTo>
                  <a:pt x="1047" y="2575"/>
                </a:lnTo>
                <a:lnTo>
                  <a:pt x="1047" y="2574"/>
                </a:lnTo>
                <a:lnTo>
                  <a:pt x="1047" y="2573"/>
                </a:lnTo>
                <a:lnTo>
                  <a:pt x="1047" y="2572"/>
                </a:lnTo>
                <a:lnTo>
                  <a:pt x="1046" y="2572"/>
                </a:lnTo>
                <a:lnTo>
                  <a:pt x="1046" y="2571"/>
                </a:lnTo>
                <a:lnTo>
                  <a:pt x="1046" y="2570"/>
                </a:lnTo>
                <a:lnTo>
                  <a:pt x="1046" y="2569"/>
                </a:lnTo>
                <a:lnTo>
                  <a:pt x="1045" y="2569"/>
                </a:lnTo>
                <a:lnTo>
                  <a:pt x="1045" y="2568"/>
                </a:lnTo>
                <a:lnTo>
                  <a:pt x="1046" y="2568"/>
                </a:lnTo>
                <a:lnTo>
                  <a:pt x="1046" y="2567"/>
                </a:lnTo>
                <a:lnTo>
                  <a:pt x="1046" y="2566"/>
                </a:lnTo>
                <a:lnTo>
                  <a:pt x="1047" y="2566"/>
                </a:lnTo>
                <a:lnTo>
                  <a:pt x="1047" y="2565"/>
                </a:lnTo>
                <a:lnTo>
                  <a:pt x="1048" y="2565"/>
                </a:lnTo>
                <a:lnTo>
                  <a:pt x="1049" y="2565"/>
                </a:lnTo>
                <a:lnTo>
                  <a:pt x="1050" y="2565"/>
                </a:lnTo>
                <a:lnTo>
                  <a:pt x="1050" y="2564"/>
                </a:lnTo>
                <a:lnTo>
                  <a:pt x="1050" y="2563"/>
                </a:lnTo>
                <a:lnTo>
                  <a:pt x="1050" y="2562"/>
                </a:lnTo>
                <a:lnTo>
                  <a:pt x="1051" y="2562"/>
                </a:lnTo>
                <a:lnTo>
                  <a:pt x="1051" y="2560"/>
                </a:lnTo>
                <a:lnTo>
                  <a:pt x="1053" y="2560"/>
                </a:lnTo>
                <a:lnTo>
                  <a:pt x="1053" y="2559"/>
                </a:lnTo>
                <a:lnTo>
                  <a:pt x="1053" y="2558"/>
                </a:lnTo>
                <a:lnTo>
                  <a:pt x="1053" y="2557"/>
                </a:lnTo>
                <a:lnTo>
                  <a:pt x="1053" y="2556"/>
                </a:lnTo>
                <a:lnTo>
                  <a:pt x="1052" y="2556"/>
                </a:lnTo>
                <a:lnTo>
                  <a:pt x="1052" y="2555"/>
                </a:lnTo>
                <a:lnTo>
                  <a:pt x="1052" y="2554"/>
                </a:lnTo>
                <a:lnTo>
                  <a:pt x="1052" y="2553"/>
                </a:lnTo>
                <a:lnTo>
                  <a:pt x="1053" y="2553"/>
                </a:lnTo>
                <a:lnTo>
                  <a:pt x="1053" y="2552"/>
                </a:lnTo>
                <a:lnTo>
                  <a:pt x="1054" y="2552"/>
                </a:lnTo>
                <a:lnTo>
                  <a:pt x="1054" y="2551"/>
                </a:lnTo>
                <a:lnTo>
                  <a:pt x="1054" y="2550"/>
                </a:lnTo>
                <a:lnTo>
                  <a:pt x="1053" y="2550"/>
                </a:lnTo>
                <a:lnTo>
                  <a:pt x="1053" y="2549"/>
                </a:lnTo>
                <a:lnTo>
                  <a:pt x="1052" y="2549"/>
                </a:lnTo>
                <a:lnTo>
                  <a:pt x="1051" y="2549"/>
                </a:lnTo>
                <a:lnTo>
                  <a:pt x="1050" y="2549"/>
                </a:lnTo>
                <a:lnTo>
                  <a:pt x="1050" y="2548"/>
                </a:lnTo>
                <a:lnTo>
                  <a:pt x="1049" y="2548"/>
                </a:lnTo>
                <a:lnTo>
                  <a:pt x="1049" y="2547"/>
                </a:lnTo>
                <a:lnTo>
                  <a:pt x="1048" y="2547"/>
                </a:lnTo>
                <a:lnTo>
                  <a:pt x="1048" y="2546"/>
                </a:lnTo>
                <a:lnTo>
                  <a:pt x="1048" y="2545"/>
                </a:lnTo>
                <a:lnTo>
                  <a:pt x="1047" y="2545"/>
                </a:lnTo>
                <a:lnTo>
                  <a:pt x="1046" y="2545"/>
                </a:lnTo>
                <a:lnTo>
                  <a:pt x="1045" y="2545"/>
                </a:lnTo>
                <a:lnTo>
                  <a:pt x="1044" y="2545"/>
                </a:lnTo>
                <a:lnTo>
                  <a:pt x="1044" y="2546"/>
                </a:lnTo>
                <a:lnTo>
                  <a:pt x="1043" y="2546"/>
                </a:lnTo>
                <a:lnTo>
                  <a:pt x="1043" y="2545"/>
                </a:lnTo>
                <a:lnTo>
                  <a:pt x="1042" y="2545"/>
                </a:lnTo>
                <a:lnTo>
                  <a:pt x="1041" y="2545"/>
                </a:lnTo>
                <a:lnTo>
                  <a:pt x="1041" y="2546"/>
                </a:lnTo>
                <a:lnTo>
                  <a:pt x="1040" y="2546"/>
                </a:lnTo>
                <a:lnTo>
                  <a:pt x="1040" y="2547"/>
                </a:lnTo>
                <a:lnTo>
                  <a:pt x="1040" y="2548"/>
                </a:lnTo>
                <a:lnTo>
                  <a:pt x="1039" y="2548"/>
                </a:lnTo>
                <a:lnTo>
                  <a:pt x="1038" y="2548"/>
                </a:lnTo>
                <a:lnTo>
                  <a:pt x="1038" y="2549"/>
                </a:lnTo>
                <a:lnTo>
                  <a:pt x="1037" y="2549"/>
                </a:lnTo>
                <a:lnTo>
                  <a:pt x="1037" y="2550"/>
                </a:lnTo>
                <a:lnTo>
                  <a:pt x="1036" y="2550"/>
                </a:lnTo>
                <a:lnTo>
                  <a:pt x="1036" y="2551"/>
                </a:lnTo>
                <a:lnTo>
                  <a:pt x="1036" y="2552"/>
                </a:lnTo>
                <a:lnTo>
                  <a:pt x="1035" y="2552"/>
                </a:lnTo>
                <a:lnTo>
                  <a:pt x="1035" y="2553"/>
                </a:lnTo>
                <a:lnTo>
                  <a:pt x="1035" y="2554"/>
                </a:lnTo>
                <a:lnTo>
                  <a:pt x="1034" y="2554"/>
                </a:lnTo>
                <a:lnTo>
                  <a:pt x="1034" y="2555"/>
                </a:lnTo>
                <a:lnTo>
                  <a:pt x="1033" y="2555"/>
                </a:lnTo>
                <a:lnTo>
                  <a:pt x="1032" y="2555"/>
                </a:lnTo>
                <a:lnTo>
                  <a:pt x="1031" y="2555"/>
                </a:lnTo>
                <a:lnTo>
                  <a:pt x="1031" y="2554"/>
                </a:lnTo>
                <a:lnTo>
                  <a:pt x="1030" y="2554"/>
                </a:lnTo>
                <a:lnTo>
                  <a:pt x="1029" y="2554"/>
                </a:lnTo>
                <a:lnTo>
                  <a:pt x="1028" y="2554"/>
                </a:lnTo>
                <a:lnTo>
                  <a:pt x="1028" y="2555"/>
                </a:lnTo>
                <a:lnTo>
                  <a:pt x="1027" y="2554"/>
                </a:lnTo>
                <a:lnTo>
                  <a:pt x="1026" y="2554"/>
                </a:lnTo>
                <a:lnTo>
                  <a:pt x="1026" y="2555"/>
                </a:lnTo>
                <a:lnTo>
                  <a:pt x="1025" y="2555"/>
                </a:lnTo>
                <a:lnTo>
                  <a:pt x="1024" y="2555"/>
                </a:lnTo>
                <a:lnTo>
                  <a:pt x="1024" y="2556"/>
                </a:lnTo>
                <a:lnTo>
                  <a:pt x="1023" y="2556"/>
                </a:lnTo>
                <a:lnTo>
                  <a:pt x="1022" y="2556"/>
                </a:lnTo>
                <a:lnTo>
                  <a:pt x="1022" y="2555"/>
                </a:lnTo>
                <a:lnTo>
                  <a:pt x="1021" y="2555"/>
                </a:lnTo>
                <a:lnTo>
                  <a:pt x="1020" y="2555"/>
                </a:lnTo>
                <a:lnTo>
                  <a:pt x="1020" y="2554"/>
                </a:lnTo>
                <a:lnTo>
                  <a:pt x="1019" y="2554"/>
                </a:lnTo>
                <a:lnTo>
                  <a:pt x="1018" y="2554"/>
                </a:lnTo>
                <a:lnTo>
                  <a:pt x="1018" y="2553"/>
                </a:lnTo>
                <a:lnTo>
                  <a:pt x="1017" y="2553"/>
                </a:lnTo>
                <a:lnTo>
                  <a:pt x="1016" y="2553"/>
                </a:lnTo>
                <a:lnTo>
                  <a:pt x="1016" y="2552"/>
                </a:lnTo>
                <a:lnTo>
                  <a:pt x="1015" y="2552"/>
                </a:lnTo>
                <a:lnTo>
                  <a:pt x="1014" y="2552"/>
                </a:lnTo>
                <a:lnTo>
                  <a:pt x="1013" y="2552"/>
                </a:lnTo>
                <a:lnTo>
                  <a:pt x="1013" y="2551"/>
                </a:lnTo>
                <a:lnTo>
                  <a:pt x="1013" y="2552"/>
                </a:lnTo>
                <a:lnTo>
                  <a:pt x="1012" y="2552"/>
                </a:lnTo>
                <a:lnTo>
                  <a:pt x="1012" y="2551"/>
                </a:lnTo>
                <a:lnTo>
                  <a:pt x="1011" y="2551"/>
                </a:lnTo>
                <a:lnTo>
                  <a:pt x="1011" y="2550"/>
                </a:lnTo>
                <a:lnTo>
                  <a:pt x="1010" y="2550"/>
                </a:lnTo>
                <a:lnTo>
                  <a:pt x="1009" y="2550"/>
                </a:lnTo>
                <a:lnTo>
                  <a:pt x="1009" y="2549"/>
                </a:lnTo>
                <a:lnTo>
                  <a:pt x="1009" y="2548"/>
                </a:lnTo>
                <a:lnTo>
                  <a:pt x="1009" y="2547"/>
                </a:lnTo>
                <a:lnTo>
                  <a:pt x="1009" y="2546"/>
                </a:lnTo>
                <a:lnTo>
                  <a:pt x="1008" y="2546"/>
                </a:lnTo>
                <a:lnTo>
                  <a:pt x="1008" y="2545"/>
                </a:lnTo>
                <a:lnTo>
                  <a:pt x="1007" y="2545"/>
                </a:lnTo>
                <a:lnTo>
                  <a:pt x="1006" y="2545"/>
                </a:lnTo>
                <a:lnTo>
                  <a:pt x="1006" y="2544"/>
                </a:lnTo>
                <a:lnTo>
                  <a:pt x="1006" y="2543"/>
                </a:lnTo>
                <a:lnTo>
                  <a:pt x="1005" y="2543"/>
                </a:lnTo>
                <a:lnTo>
                  <a:pt x="1005" y="2542"/>
                </a:lnTo>
                <a:lnTo>
                  <a:pt x="1005" y="2541"/>
                </a:lnTo>
                <a:lnTo>
                  <a:pt x="1004" y="2541"/>
                </a:lnTo>
                <a:lnTo>
                  <a:pt x="1004" y="2540"/>
                </a:lnTo>
                <a:lnTo>
                  <a:pt x="1003" y="2540"/>
                </a:lnTo>
                <a:lnTo>
                  <a:pt x="1002" y="2540"/>
                </a:lnTo>
                <a:lnTo>
                  <a:pt x="1002" y="2539"/>
                </a:lnTo>
                <a:lnTo>
                  <a:pt x="1001" y="2539"/>
                </a:lnTo>
                <a:lnTo>
                  <a:pt x="1001" y="2540"/>
                </a:lnTo>
                <a:lnTo>
                  <a:pt x="1000" y="2540"/>
                </a:lnTo>
                <a:lnTo>
                  <a:pt x="1000" y="2539"/>
                </a:lnTo>
                <a:lnTo>
                  <a:pt x="999" y="2539"/>
                </a:lnTo>
                <a:lnTo>
                  <a:pt x="999" y="2540"/>
                </a:lnTo>
                <a:lnTo>
                  <a:pt x="998" y="2540"/>
                </a:lnTo>
                <a:lnTo>
                  <a:pt x="997" y="2540"/>
                </a:lnTo>
                <a:lnTo>
                  <a:pt x="997" y="2539"/>
                </a:lnTo>
                <a:lnTo>
                  <a:pt x="996" y="2539"/>
                </a:lnTo>
                <a:lnTo>
                  <a:pt x="996" y="2538"/>
                </a:lnTo>
                <a:lnTo>
                  <a:pt x="995" y="2538"/>
                </a:lnTo>
                <a:lnTo>
                  <a:pt x="995" y="2539"/>
                </a:lnTo>
                <a:lnTo>
                  <a:pt x="994" y="2539"/>
                </a:lnTo>
                <a:lnTo>
                  <a:pt x="994" y="2538"/>
                </a:lnTo>
                <a:lnTo>
                  <a:pt x="994" y="2539"/>
                </a:lnTo>
                <a:lnTo>
                  <a:pt x="993" y="2539"/>
                </a:lnTo>
                <a:lnTo>
                  <a:pt x="993" y="2538"/>
                </a:lnTo>
                <a:lnTo>
                  <a:pt x="992" y="2538"/>
                </a:lnTo>
                <a:lnTo>
                  <a:pt x="992" y="2539"/>
                </a:lnTo>
                <a:lnTo>
                  <a:pt x="991" y="2539"/>
                </a:lnTo>
                <a:lnTo>
                  <a:pt x="990" y="2539"/>
                </a:lnTo>
                <a:lnTo>
                  <a:pt x="990" y="2540"/>
                </a:lnTo>
                <a:lnTo>
                  <a:pt x="990" y="2539"/>
                </a:lnTo>
                <a:lnTo>
                  <a:pt x="989" y="2539"/>
                </a:lnTo>
                <a:lnTo>
                  <a:pt x="989" y="2538"/>
                </a:lnTo>
                <a:lnTo>
                  <a:pt x="988" y="2538"/>
                </a:lnTo>
                <a:lnTo>
                  <a:pt x="987" y="2538"/>
                </a:lnTo>
                <a:lnTo>
                  <a:pt x="987" y="2537"/>
                </a:lnTo>
                <a:lnTo>
                  <a:pt x="986" y="2537"/>
                </a:lnTo>
                <a:lnTo>
                  <a:pt x="986" y="2536"/>
                </a:lnTo>
                <a:lnTo>
                  <a:pt x="985" y="2536"/>
                </a:lnTo>
                <a:lnTo>
                  <a:pt x="986" y="2535"/>
                </a:lnTo>
                <a:lnTo>
                  <a:pt x="986" y="2534"/>
                </a:lnTo>
                <a:lnTo>
                  <a:pt x="986" y="2533"/>
                </a:lnTo>
                <a:lnTo>
                  <a:pt x="985" y="2533"/>
                </a:lnTo>
                <a:lnTo>
                  <a:pt x="985" y="2532"/>
                </a:lnTo>
                <a:lnTo>
                  <a:pt x="985" y="2531"/>
                </a:lnTo>
                <a:lnTo>
                  <a:pt x="984" y="2531"/>
                </a:lnTo>
                <a:lnTo>
                  <a:pt x="984" y="2530"/>
                </a:lnTo>
                <a:lnTo>
                  <a:pt x="983" y="2530"/>
                </a:lnTo>
                <a:lnTo>
                  <a:pt x="982" y="2530"/>
                </a:lnTo>
                <a:lnTo>
                  <a:pt x="982" y="2529"/>
                </a:lnTo>
                <a:lnTo>
                  <a:pt x="983" y="2529"/>
                </a:lnTo>
                <a:lnTo>
                  <a:pt x="983" y="2528"/>
                </a:lnTo>
                <a:lnTo>
                  <a:pt x="983" y="2527"/>
                </a:lnTo>
                <a:lnTo>
                  <a:pt x="982" y="2527"/>
                </a:lnTo>
                <a:lnTo>
                  <a:pt x="981" y="2527"/>
                </a:lnTo>
                <a:lnTo>
                  <a:pt x="980" y="2527"/>
                </a:lnTo>
                <a:lnTo>
                  <a:pt x="980" y="2526"/>
                </a:lnTo>
                <a:lnTo>
                  <a:pt x="979" y="2526"/>
                </a:lnTo>
                <a:lnTo>
                  <a:pt x="979" y="2527"/>
                </a:lnTo>
                <a:lnTo>
                  <a:pt x="978" y="2527"/>
                </a:lnTo>
                <a:lnTo>
                  <a:pt x="978" y="2526"/>
                </a:lnTo>
                <a:lnTo>
                  <a:pt x="977" y="2526"/>
                </a:lnTo>
                <a:lnTo>
                  <a:pt x="976" y="2526"/>
                </a:lnTo>
                <a:lnTo>
                  <a:pt x="976" y="2527"/>
                </a:lnTo>
                <a:lnTo>
                  <a:pt x="975" y="2527"/>
                </a:lnTo>
                <a:lnTo>
                  <a:pt x="975" y="2526"/>
                </a:lnTo>
                <a:lnTo>
                  <a:pt x="974" y="2526"/>
                </a:lnTo>
                <a:lnTo>
                  <a:pt x="973" y="2526"/>
                </a:lnTo>
                <a:lnTo>
                  <a:pt x="973" y="2525"/>
                </a:lnTo>
                <a:lnTo>
                  <a:pt x="972" y="2525"/>
                </a:lnTo>
                <a:lnTo>
                  <a:pt x="972" y="2524"/>
                </a:lnTo>
                <a:lnTo>
                  <a:pt x="971" y="2524"/>
                </a:lnTo>
                <a:lnTo>
                  <a:pt x="970" y="2523"/>
                </a:lnTo>
                <a:lnTo>
                  <a:pt x="969" y="2523"/>
                </a:lnTo>
                <a:lnTo>
                  <a:pt x="969" y="2524"/>
                </a:lnTo>
                <a:lnTo>
                  <a:pt x="968" y="2524"/>
                </a:lnTo>
                <a:lnTo>
                  <a:pt x="967" y="2524"/>
                </a:lnTo>
                <a:lnTo>
                  <a:pt x="967" y="2523"/>
                </a:lnTo>
                <a:lnTo>
                  <a:pt x="966" y="2523"/>
                </a:lnTo>
                <a:lnTo>
                  <a:pt x="966" y="2522"/>
                </a:lnTo>
                <a:lnTo>
                  <a:pt x="966" y="2521"/>
                </a:lnTo>
                <a:lnTo>
                  <a:pt x="966" y="2520"/>
                </a:lnTo>
                <a:lnTo>
                  <a:pt x="966" y="2519"/>
                </a:lnTo>
                <a:lnTo>
                  <a:pt x="966" y="2518"/>
                </a:lnTo>
                <a:lnTo>
                  <a:pt x="967" y="2518"/>
                </a:lnTo>
                <a:lnTo>
                  <a:pt x="967" y="2517"/>
                </a:lnTo>
                <a:lnTo>
                  <a:pt x="967" y="2516"/>
                </a:lnTo>
                <a:lnTo>
                  <a:pt x="968" y="2516"/>
                </a:lnTo>
                <a:lnTo>
                  <a:pt x="967" y="2516"/>
                </a:lnTo>
                <a:lnTo>
                  <a:pt x="967" y="2515"/>
                </a:lnTo>
                <a:lnTo>
                  <a:pt x="968" y="2515"/>
                </a:lnTo>
                <a:lnTo>
                  <a:pt x="967" y="2515"/>
                </a:lnTo>
                <a:lnTo>
                  <a:pt x="967" y="2514"/>
                </a:lnTo>
                <a:lnTo>
                  <a:pt x="968" y="2514"/>
                </a:lnTo>
                <a:lnTo>
                  <a:pt x="968" y="2513"/>
                </a:lnTo>
                <a:lnTo>
                  <a:pt x="967" y="2513"/>
                </a:lnTo>
                <a:lnTo>
                  <a:pt x="968" y="2513"/>
                </a:lnTo>
                <a:lnTo>
                  <a:pt x="968" y="2512"/>
                </a:lnTo>
                <a:lnTo>
                  <a:pt x="968" y="2511"/>
                </a:lnTo>
                <a:lnTo>
                  <a:pt x="969" y="2511"/>
                </a:lnTo>
                <a:lnTo>
                  <a:pt x="969" y="2510"/>
                </a:lnTo>
                <a:lnTo>
                  <a:pt x="968" y="2510"/>
                </a:lnTo>
                <a:lnTo>
                  <a:pt x="968" y="2509"/>
                </a:lnTo>
                <a:lnTo>
                  <a:pt x="968" y="2508"/>
                </a:lnTo>
                <a:lnTo>
                  <a:pt x="967" y="2508"/>
                </a:lnTo>
                <a:lnTo>
                  <a:pt x="966" y="2507"/>
                </a:lnTo>
                <a:lnTo>
                  <a:pt x="965" y="2507"/>
                </a:lnTo>
                <a:lnTo>
                  <a:pt x="964" y="2507"/>
                </a:lnTo>
                <a:lnTo>
                  <a:pt x="964" y="2508"/>
                </a:lnTo>
                <a:lnTo>
                  <a:pt x="963" y="2508"/>
                </a:lnTo>
                <a:lnTo>
                  <a:pt x="963" y="2507"/>
                </a:lnTo>
                <a:lnTo>
                  <a:pt x="963" y="2506"/>
                </a:lnTo>
                <a:lnTo>
                  <a:pt x="963" y="2505"/>
                </a:lnTo>
                <a:lnTo>
                  <a:pt x="963" y="2504"/>
                </a:lnTo>
                <a:lnTo>
                  <a:pt x="963" y="2503"/>
                </a:lnTo>
                <a:lnTo>
                  <a:pt x="964" y="2503"/>
                </a:lnTo>
                <a:lnTo>
                  <a:pt x="963" y="2503"/>
                </a:lnTo>
                <a:lnTo>
                  <a:pt x="964" y="2502"/>
                </a:lnTo>
                <a:lnTo>
                  <a:pt x="964" y="2501"/>
                </a:lnTo>
                <a:lnTo>
                  <a:pt x="964" y="2500"/>
                </a:lnTo>
                <a:lnTo>
                  <a:pt x="963" y="2500"/>
                </a:lnTo>
                <a:lnTo>
                  <a:pt x="962" y="2499"/>
                </a:lnTo>
                <a:lnTo>
                  <a:pt x="962" y="2498"/>
                </a:lnTo>
                <a:lnTo>
                  <a:pt x="962" y="2497"/>
                </a:lnTo>
                <a:lnTo>
                  <a:pt x="961" y="2497"/>
                </a:lnTo>
                <a:lnTo>
                  <a:pt x="961" y="2496"/>
                </a:lnTo>
                <a:lnTo>
                  <a:pt x="961" y="2495"/>
                </a:lnTo>
                <a:lnTo>
                  <a:pt x="961" y="2494"/>
                </a:lnTo>
                <a:lnTo>
                  <a:pt x="961" y="2493"/>
                </a:lnTo>
                <a:lnTo>
                  <a:pt x="961" y="2492"/>
                </a:lnTo>
                <a:lnTo>
                  <a:pt x="962" y="2492"/>
                </a:lnTo>
                <a:lnTo>
                  <a:pt x="962" y="2491"/>
                </a:lnTo>
                <a:lnTo>
                  <a:pt x="963" y="2491"/>
                </a:lnTo>
                <a:lnTo>
                  <a:pt x="964" y="2491"/>
                </a:lnTo>
                <a:lnTo>
                  <a:pt x="964" y="2490"/>
                </a:lnTo>
                <a:lnTo>
                  <a:pt x="964" y="2489"/>
                </a:lnTo>
                <a:lnTo>
                  <a:pt x="964" y="2488"/>
                </a:lnTo>
                <a:lnTo>
                  <a:pt x="963" y="2488"/>
                </a:lnTo>
                <a:lnTo>
                  <a:pt x="962" y="2488"/>
                </a:lnTo>
                <a:lnTo>
                  <a:pt x="961" y="2488"/>
                </a:lnTo>
                <a:lnTo>
                  <a:pt x="960" y="2488"/>
                </a:lnTo>
                <a:lnTo>
                  <a:pt x="959" y="2488"/>
                </a:lnTo>
                <a:lnTo>
                  <a:pt x="958" y="2488"/>
                </a:lnTo>
                <a:lnTo>
                  <a:pt x="957" y="2488"/>
                </a:lnTo>
                <a:lnTo>
                  <a:pt x="957" y="2487"/>
                </a:lnTo>
                <a:lnTo>
                  <a:pt x="956" y="2488"/>
                </a:lnTo>
                <a:lnTo>
                  <a:pt x="956" y="2487"/>
                </a:lnTo>
                <a:lnTo>
                  <a:pt x="956" y="2486"/>
                </a:lnTo>
                <a:lnTo>
                  <a:pt x="956" y="2485"/>
                </a:lnTo>
                <a:lnTo>
                  <a:pt x="957" y="2485"/>
                </a:lnTo>
                <a:lnTo>
                  <a:pt x="957" y="2484"/>
                </a:lnTo>
                <a:lnTo>
                  <a:pt x="956" y="2484"/>
                </a:lnTo>
                <a:lnTo>
                  <a:pt x="956" y="2483"/>
                </a:lnTo>
                <a:lnTo>
                  <a:pt x="955" y="2483"/>
                </a:lnTo>
                <a:lnTo>
                  <a:pt x="954" y="2483"/>
                </a:lnTo>
                <a:lnTo>
                  <a:pt x="954" y="2482"/>
                </a:lnTo>
                <a:lnTo>
                  <a:pt x="954" y="2483"/>
                </a:lnTo>
                <a:lnTo>
                  <a:pt x="953" y="2483"/>
                </a:lnTo>
                <a:lnTo>
                  <a:pt x="952" y="2483"/>
                </a:lnTo>
                <a:lnTo>
                  <a:pt x="951" y="2483"/>
                </a:lnTo>
                <a:lnTo>
                  <a:pt x="951" y="2482"/>
                </a:lnTo>
                <a:lnTo>
                  <a:pt x="950" y="2482"/>
                </a:lnTo>
                <a:lnTo>
                  <a:pt x="949" y="2482"/>
                </a:lnTo>
                <a:lnTo>
                  <a:pt x="949" y="2483"/>
                </a:lnTo>
                <a:lnTo>
                  <a:pt x="948" y="2483"/>
                </a:lnTo>
                <a:lnTo>
                  <a:pt x="947" y="2483"/>
                </a:lnTo>
                <a:lnTo>
                  <a:pt x="947" y="2482"/>
                </a:lnTo>
                <a:lnTo>
                  <a:pt x="946" y="2482"/>
                </a:lnTo>
                <a:lnTo>
                  <a:pt x="945" y="2482"/>
                </a:lnTo>
                <a:lnTo>
                  <a:pt x="946" y="2481"/>
                </a:lnTo>
                <a:lnTo>
                  <a:pt x="946" y="2480"/>
                </a:lnTo>
                <a:lnTo>
                  <a:pt x="945" y="2480"/>
                </a:lnTo>
                <a:lnTo>
                  <a:pt x="944" y="2479"/>
                </a:lnTo>
                <a:lnTo>
                  <a:pt x="943" y="2479"/>
                </a:lnTo>
                <a:lnTo>
                  <a:pt x="942" y="2479"/>
                </a:lnTo>
                <a:lnTo>
                  <a:pt x="942" y="2480"/>
                </a:lnTo>
                <a:lnTo>
                  <a:pt x="941" y="2480"/>
                </a:lnTo>
                <a:lnTo>
                  <a:pt x="940" y="2480"/>
                </a:lnTo>
                <a:lnTo>
                  <a:pt x="939" y="2480"/>
                </a:lnTo>
                <a:lnTo>
                  <a:pt x="938" y="2480"/>
                </a:lnTo>
                <a:lnTo>
                  <a:pt x="938" y="2479"/>
                </a:lnTo>
                <a:lnTo>
                  <a:pt x="937" y="2479"/>
                </a:lnTo>
                <a:lnTo>
                  <a:pt x="937" y="2480"/>
                </a:lnTo>
                <a:lnTo>
                  <a:pt x="936" y="2480"/>
                </a:lnTo>
                <a:lnTo>
                  <a:pt x="935" y="2480"/>
                </a:lnTo>
                <a:lnTo>
                  <a:pt x="934" y="2481"/>
                </a:lnTo>
                <a:lnTo>
                  <a:pt x="933" y="2481"/>
                </a:lnTo>
                <a:lnTo>
                  <a:pt x="933" y="2482"/>
                </a:lnTo>
                <a:lnTo>
                  <a:pt x="932" y="2482"/>
                </a:lnTo>
                <a:lnTo>
                  <a:pt x="931" y="2482"/>
                </a:lnTo>
                <a:lnTo>
                  <a:pt x="930" y="2482"/>
                </a:lnTo>
                <a:lnTo>
                  <a:pt x="929" y="2482"/>
                </a:lnTo>
                <a:lnTo>
                  <a:pt x="929" y="2483"/>
                </a:lnTo>
                <a:lnTo>
                  <a:pt x="928" y="2483"/>
                </a:lnTo>
                <a:lnTo>
                  <a:pt x="928" y="2484"/>
                </a:lnTo>
                <a:lnTo>
                  <a:pt x="927" y="2484"/>
                </a:lnTo>
                <a:lnTo>
                  <a:pt x="927" y="2485"/>
                </a:lnTo>
                <a:lnTo>
                  <a:pt x="928" y="2485"/>
                </a:lnTo>
                <a:lnTo>
                  <a:pt x="928" y="2486"/>
                </a:lnTo>
                <a:lnTo>
                  <a:pt x="928" y="2487"/>
                </a:lnTo>
                <a:lnTo>
                  <a:pt x="927" y="2487"/>
                </a:lnTo>
                <a:lnTo>
                  <a:pt x="927" y="2488"/>
                </a:lnTo>
                <a:lnTo>
                  <a:pt x="926" y="2488"/>
                </a:lnTo>
                <a:lnTo>
                  <a:pt x="926" y="2487"/>
                </a:lnTo>
                <a:lnTo>
                  <a:pt x="925" y="2487"/>
                </a:lnTo>
                <a:lnTo>
                  <a:pt x="925" y="2488"/>
                </a:lnTo>
                <a:lnTo>
                  <a:pt x="924" y="2488"/>
                </a:lnTo>
                <a:lnTo>
                  <a:pt x="923" y="2488"/>
                </a:lnTo>
                <a:lnTo>
                  <a:pt x="922" y="2488"/>
                </a:lnTo>
                <a:lnTo>
                  <a:pt x="921" y="2488"/>
                </a:lnTo>
                <a:lnTo>
                  <a:pt x="920" y="2488"/>
                </a:lnTo>
                <a:lnTo>
                  <a:pt x="919" y="2488"/>
                </a:lnTo>
                <a:lnTo>
                  <a:pt x="919" y="2489"/>
                </a:lnTo>
                <a:lnTo>
                  <a:pt x="919" y="2490"/>
                </a:lnTo>
                <a:lnTo>
                  <a:pt x="918" y="2490"/>
                </a:lnTo>
                <a:lnTo>
                  <a:pt x="918" y="2491"/>
                </a:lnTo>
                <a:lnTo>
                  <a:pt x="917" y="2491"/>
                </a:lnTo>
                <a:lnTo>
                  <a:pt x="916" y="2491"/>
                </a:lnTo>
                <a:lnTo>
                  <a:pt x="916" y="2492"/>
                </a:lnTo>
                <a:lnTo>
                  <a:pt x="915" y="2492"/>
                </a:lnTo>
                <a:lnTo>
                  <a:pt x="915" y="2493"/>
                </a:lnTo>
                <a:lnTo>
                  <a:pt x="916" y="2494"/>
                </a:lnTo>
                <a:lnTo>
                  <a:pt x="915" y="2494"/>
                </a:lnTo>
                <a:lnTo>
                  <a:pt x="915" y="2495"/>
                </a:lnTo>
                <a:lnTo>
                  <a:pt x="914" y="2495"/>
                </a:lnTo>
                <a:lnTo>
                  <a:pt x="914" y="2496"/>
                </a:lnTo>
                <a:lnTo>
                  <a:pt x="913" y="2496"/>
                </a:lnTo>
                <a:lnTo>
                  <a:pt x="912" y="2496"/>
                </a:lnTo>
                <a:lnTo>
                  <a:pt x="912" y="2495"/>
                </a:lnTo>
                <a:lnTo>
                  <a:pt x="911" y="2495"/>
                </a:lnTo>
                <a:lnTo>
                  <a:pt x="911" y="2494"/>
                </a:lnTo>
                <a:lnTo>
                  <a:pt x="910" y="2494"/>
                </a:lnTo>
                <a:lnTo>
                  <a:pt x="910" y="2495"/>
                </a:lnTo>
                <a:lnTo>
                  <a:pt x="909" y="2495"/>
                </a:lnTo>
                <a:lnTo>
                  <a:pt x="908" y="2495"/>
                </a:lnTo>
                <a:lnTo>
                  <a:pt x="908" y="2494"/>
                </a:lnTo>
                <a:lnTo>
                  <a:pt x="908" y="2493"/>
                </a:lnTo>
                <a:lnTo>
                  <a:pt x="907" y="2493"/>
                </a:lnTo>
                <a:lnTo>
                  <a:pt x="907" y="2492"/>
                </a:lnTo>
                <a:lnTo>
                  <a:pt x="907" y="2491"/>
                </a:lnTo>
                <a:lnTo>
                  <a:pt x="906" y="2491"/>
                </a:lnTo>
                <a:lnTo>
                  <a:pt x="906" y="2492"/>
                </a:lnTo>
                <a:lnTo>
                  <a:pt x="905" y="2492"/>
                </a:lnTo>
                <a:lnTo>
                  <a:pt x="904" y="2492"/>
                </a:lnTo>
                <a:lnTo>
                  <a:pt x="904" y="2491"/>
                </a:lnTo>
                <a:lnTo>
                  <a:pt x="903" y="2491"/>
                </a:lnTo>
                <a:lnTo>
                  <a:pt x="903" y="2490"/>
                </a:lnTo>
                <a:lnTo>
                  <a:pt x="902" y="2490"/>
                </a:lnTo>
                <a:lnTo>
                  <a:pt x="903" y="2490"/>
                </a:lnTo>
                <a:lnTo>
                  <a:pt x="903" y="2489"/>
                </a:lnTo>
                <a:lnTo>
                  <a:pt x="902" y="2489"/>
                </a:lnTo>
                <a:lnTo>
                  <a:pt x="903" y="2489"/>
                </a:lnTo>
                <a:lnTo>
                  <a:pt x="903" y="2488"/>
                </a:lnTo>
                <a:lnTo>
                  <a:pt x="902" y="2488"/>
                </a:lnTo>
                <a:lnTo>
                  <a:pt x="903" y="2488"/>
                </a:lnTo>
                <a:lnTo>
                  <a:pt x="903" y="2487"/>
                </a:lnTo>
                <a:lnTo>
                  <a:pt x="902" y="2487"/>
                </a:lnTo>
                <a:lnTo>
                  <a:pt x="902" y="2486"/>
                </a:lnTo>
                <a:lnTo>
                  <a:pt x="901" y="2486"/>
                </a:lnTo>
                <a:lnTo>
                  <a:pt x="900" y="2486"/>
                </a:lnTo>
                <a:lnTo>
                  <a:pt x="900" y="2485"/>
                </a:lnTo>
                <a:lnTo>
                  <a:pt x="900" y="2484"/>
                </a:lnTo>
                <a:lnTo>
                  <a:pt x="899" y="2484"/>
                </a:lnTo>
                <a:lnTo>
                  <a:pt x="898" y="2484"/>
                </a:lnTo>
                <a:lnTo>
                  <a:pt x="898" y="2485"/>
                </a:lnTo>
                <a:lnTo>
                  <a:pt x="898" y="2484"/>
                </a:lnTo>
                <a:lnTo>
                  <a:pt x="897" y="2484"/>
                </a:lnTo>
                <a:lnTo>
                  <a:pt x="898" y="2484"/>
                </a:lnTo>
                <a:lnTo>
                  <a:pt x="897" y="2484"/>
                </a:lnTo>
                <a:lnTo>
                  <a:pt x="897" y="2483"/>
                </a:lnTo>
                <a:lnTo>
                  <a:pt x="896" y="2483"/>
                </a:lnTo>
                <a:lnTo>
                  <a:pt x="896" y="2482"/>
                </a:lnTo>
                <a:lnTo>
                  <a:pt x="896" y="2481"/>
                </a:lnTo>
                <a:lnTo>
                  <a:pt x="895" y="2481"/>
                </a:lnTo>
                <a:lnTo>
                  <a:pt x="896" y="2481"/>
                </a:lnTo>
                <a:lnTo>
                  <a:pt x="896" y="2480"/>
                </a:lnTo>
                <a:lnTo>
                  <a:pt x="895" y="2480"/>
                </a:lnTo>
                <a:lnTo>
                  <a:pt x="896" y="2480"/>
                </a:lnTo>
                <a:lnTo>
                  <a:pt x="896" y="2479"/>
                </a:lnTo>
                <a:lnTo>
                  <a:pt x="896" y="2478"/>
                </a:lnTo>
                <a:lnTo>
                  <a:pt x="896" y="2477"/>
                </a:lnTo>
                <a:lnTo>
                  <a:pt x="895" y="2477"/>
                </a:lnTo>
                <a:lnTo>
                  <a:pt x="894" y="2477"/>
                </a:lnTo>
                <a:lnTo>
                  <a:pt x="894" y="2476"/>
                </a:lnTo>
                <a:lnTo>
                  <a:pt x="893" y="2476"/>
                </a:lnTo>
                <a:lnTo>
                  <a:pt x="893" y="2475"/>
                </a:lnTo>
                <a:lnTo>
                  <a:pt x="893" y="2474"/>
                </a:lnTo>
                <a:lnTo>
                  <a:pt x="893" y="2473"/>
                </a:lnTo>
                <a:lnTo>
                  <a:pt x="894" y="2473"/>
                </a:lnTo>
                <a:lnTo>
                  <a:pt x="894" y="2472"/>
                </a:lnTo>
                <a:lnTo>
                  <a:pt x="894" y="2471"/>
                </a:lnTo>
                <a:lnTo>
                  <a:pt x="893" y="2471"/>
                </a:lnTo>
                <a:lnTo>
                  <a:pt x="893" y="2470"/>
                </a:lnTo>
                <a:lnTo>
                  <a:pt x="893" y="2469"/>
                </a:lnTo>
                <a:lnTo>
                  <a:pt x="892" y="2469"/>
                </a:lnTo>
                <a:lnTo>
                  <a:pt x="891" y="2469"/>
                </a:lnTo>
                <a:lnTo>
                  <a:pt x="890" y="2469"/>
                </a:lnTo>
                <a:lnTo>
                  <a:pt x="889" y="2469"/>
                </a:lnTo>
                <a:lnTo>
                  <a:pt x="889" y="2468"/>
                </a:lnTo>
                <a:lnTo>
                  <a:pt x="889" y="2467"/>
                </a:lnTo>
                <a:lnTo>
                  <a:pt x="889" y="2466"/>
                </a:lnTo>
                <a:lnTo>
                  <a:pt x="888" y="2466"/>
                </a:lnTo>
                <a:lnTo>
                  <a:pt x="887" y="2466"/>
                </a:lnTo>
                <a:lnTo>
                  <a:pt x="887" y="2465"/>
                </a:lnTo>
                <a:lnTo>
                  <a:pt x="887" y="2464"/>
                </a:lnTo>
                <a:lnTo>
                  <a:pt x="887" y="2463"/>
                </a:lnTo>
                <a:lnTo>
                  <a:pt x="887" y="2462"/>
                </a:lnTo>
                <a:lnTo>
                  <a:pt x="886" y="2462"/>
                </a:lnTo>
                <a:lnTo>
                  <a:pt x="886" y="2461"/>
                </a:lnTo>
                <a:lnTo>
                  <a:pt x="885" y="2461"/>
                </a:lnTo>
                <a:lnTo>
                  <a:pt x="884" y="2461"/>
                </a:lnTo>
                <a:lnTo>
                  <a:pt x="884" y="2460"/>
                </a:lnTo>
                <a:lnTo>
                  <a:pt x="884" y="2461"/>
                </a:lnTo>
                <a:lnTo>
                  <a:pt x="883" y="2461"/>
                </a:lnTo>
                <a:lnTo>
                  <a:pt x="882" y="2461"/>
                </a:lnTo>
                <a:lnTo>
                  <a:pt x="881" y="2461"/>
                </a:lnTo>
                <a:lnTo>
                  <a:pt x="880" y="2461"/>
                </a:lnTo>
                <a:lnTo>
                  <a:pt x="880" y="2460"/>
                </a:lnTo>
                <a:lnTo>
                  <a:pt x="880" y="2459"/>
                </a:lnTo>
                <a:lnTo>
                  <a:pt x="880" y="2458"/>
                </a:lnTo>
                <a:lnTo>
                  <a:pt x="879" y="2458"/>
                </a:lnTo>
                <a:lnTo>
                  <a:pt x="879" y="2457"/>
                </a:lnTo>
                <a:lnTo>
                  <a:pt x="879" y="2456"/>
                </a:lnTo>
                <a:lnTo>
                  <a:pt x="880" y="2456"/>
                </a:lnTo>
                <a:lnTo>
                  <a:pt x="881" y="2456"/>
                </a:lnTo>
                <a:lnTo>
                  <a:pt x="881" y="2455"/>
                </a:lnTo>
                <a:lnTo>
                  <a:pt x="881" y="2454"/>
                </a:lnTo>
                <a:lnTo>
                  <a:pt x="880" y="2454"/>
                </a:lnTo>
                <a:lnTo>
                  <a:pt x="879" y="2454"/>
                </a:lnTo>
                <a:lnTo>
                  <a:pt x="879" y="2453"/>
                </a:lnTo>
                <a:lnTo>
                  <a:pt x="878" y="2453"/>
                </a:lnTo>
                <a:lnTo>
                  <a:pt x="878" y="2454"/>
                </a:lnTo>
                <a:lnTo>
                  <a:pt x="878" y="2453"/>
                </a:lnTo>
                <a:lnTo>
                  <a:pt x="877" y="2453"/>
                </a:lnTo>
                <a:lnTo>
                  <a:pt x="876" y="2453"/>
                </a:lnTo>
                <a:lnTo>
                  <a:pt x="875" y="2452"/>
                </a:lnTo>
                <a:lnTo>
                  <a:pt x="875" y="2451"/>
                </a:lnTo>
                <a:lnTo>
                  <a:pt x="876" y="2451"/>
                </a:lnTo>
                <a:lnTo>
                  <a:pt x="875" y="2451"/>
                </a:lnTo>
                <a:lnTo>
                  <a:pt x="875" y="2450"/>
                </a:lnTo>
                <a:lnTo>
                  <a:pt x="874" y="2450"/>
                </a:lnTo>
                <a:lnTo>
                  <a:pt x="874" y="2451"/>
                </a:lnTo>
                <a:lnTo>
                  <a:pt x="874" y="2450"/>
                </a:lnTo>
                <a:lnTo>
                  <a:pt x="873" y="2450"/>
                </a:lnTo>
                <a:lnTo>
                  <a:pt x="873" y="2451"/>
                </a:lnTo>
                <a:lnTo>
                  <a:pt x="873" y="2452"/>
                </a:lnTo>
                <a:lnTo>
                  <a:pt x="872" y="2452"/>
                </a:lnTo>
                <a:lnTo>
                  <a:pt x="871" y="2452"/>
                </a:lnTo>
                <a:lnTo>
                  <a:pt x="870" y="2452"/>
                </a:lnTo>
                <a:lnTo>
                  <a:pt x="870" y="2451"/>
                </a:lnTo>
                <a:lnTo>
                  <a:pt x="870" y="2450"/>
                </a:lnTo>
                <a:lnTo>
                  <a:pt x="871" y="2450"/>
                </a:lnTo>
                <a:lnTo>
                  <a:pt x="871" y="2449"/>
                </a:lnTo>
                <a:lnTo>
                  <a:pt x="870" y="2449"/>
                </a:lnTo>
                <a:lnTo>
                  <a:pt x="869" y="2449"/>
                </a:lnTo>
                <a:lnTo>
                  <a:pt x="868" y="2449"/>
                </a:lnTo>
                <a:lnTo>
                  <a:pt x="867" y="2449"/>
                </a:lnTo>
                <a:lnTo>
                  <a:pt x="867" y="2448"/>
                </a:lnTo>
                <a:lnTo>
                  <a:pt x="866" y="2449"/>
                </a:lnTo>
                <a:lnTo>
                  <a:pt x="865" y="2449"/>
                </a:lnTo>
                <a:lnTo>
                  <a:pt x="865" y="2450"/>
                </a:lnTo>
                <a:lnTo>
                  <a:pt x="864" y="2450"/>
                </a:lnTo>
                <a:lnTo>
                  <a:pt x="864" y="2451"/>
                </a:lnTo>
                <a:lnTo>
                  <a:pt x="863" y="2451"/>
                </a:lnTo>
                <a:lnTo>
                  <a:pt x="863" y="2450"/>
                </a:lnTo>
                <a:lnTo>
                  <a:pt x="862" y="2450"/>
                </a:lnTo>
                <a:lnTo>
                  <a:pt x="862" y="2449"/>
                </a:lnTo>
                <a:lnTo>
                  <a:pt x="862" y="2448"/>
                </a:lnTo>
                <a:lnTo>
                  <a:pt x="861" y="2448"/>
                </a:lnTo>
                <a:lnTo>
                  <a:pt x="861" y="2449"/>
                </a:lnTo>
                <a:lnTo>
                  <a:pt x="861" y="2448"/>
                </a:lnTo>
                <a:lnTo>
                  <a:pt x="860" y="2448"/>
                </a:lnTo>
                <a:lnTo>
                  <a:pt x="860" y="2447"/>
                </a:lnTo>
                <a:lnTo>
                  <a:pt x="859" y="2447"/>
                </a:lnTo>
                <a:lnTo>
                  <a:pt x="859" y="2446"/>
                </a:lnTo>
                <a:lnTo>
                  <a:pt x="858" y="2446"/>
                </a:lnTo>
                <a:lnTo>
                  <a:pt x="858" y="2445"/>
                </a:lnTo>
                <a:lnTo>
                  <a:pt x="857" y="2445"/>
                </a:lnTo>
                <a:lnTo>
                  <a:pt x="857" y="2444"/>
                </a:lnTo>
                <a:lnTo>
                  <a:pt x="856" y="2444"/>
                </a:lnTo>
                <a:lnTo>
                  <a:pt x="856" y="2445"/>
                </a:lnTo>
                <a:lnTo>
                  <a:pt x="856" y="2444"/>
                </a:lnTo>
                <a:lnTo>
                  <a:pt x="855" y="2444"/>
                </a:lnTo>
                <a:lnTo>
                  <a:pt x="855" y="2445"/>
                </a:lnTo>
                <a:lnTo>
                  <a:pt x="855" y="2444"/>
                </a:lnTo>
                <a:lnTo>
                  <a:pt x="853" y="2444"/>
                </a:lnTo>
                <a:lnTo>
                  <a:pt x="853" y="2445"/>
                </a:lnTo>
                <a:lnTo>
                  <a:pt x="852" y="2445"/>
                </a:lnTo>
                <a:lnTo>
                  <a:pt x="852" y="2444"/>
                </a:lnTo>
                <a:lnTo>
                  <a:pt x="851" y="2444"/>
                </a:lnTo>
                <a:lnTo>
                  <a:pt x="850" y="2444"/>
                </a:lnTo>
                <a:lnTo>
                  <a:pt x="851" y="2444"/>
                </a:lnTo>
                <a:lnTo>
                  <a:pt x="851" y="2443"/>
                </a:lnTo>
                <a:lnTo>
                  <a:pt x="851" y="2442"/>
                </a:lnTo>
                <a:lnTo>
                  <a:pt x="851" y="2441"/>
                </a:lnTo>
                <a:lnTo>
                  <a:pt x="850" y="2441"/>
                </a:lnTo>
                <a:lnTo>
                  <a:pt x="850" y="2440"/>
                </a:lnTo>
                <a:lnTo>
                  <a:pt x="850" y="2441"/>
                </a:lnTo>
                <a:lnTo>
                  <a:pt x="849" y="2441"/>
                </a:lnTo>
                <a:lnTo>
                  <a:pt x="849" y="2440"/>
                </a:lnTo>
                <a:lnTo>
                  <a:pt x="848" y="2440"/>
                </a:lnTo>
                <a:lnTo>
                  <a:pt x="848" y="2441"/>
                </a:lnTo>
                <a:lnTo>
                  <a:pt x="847" y="2441"/>
                </a:lnTo>
                <a:lnTo>
                  <a:pt x="846" y="2441"/>
                </a:lnTo>
                <a:lnTo>
                  <a:pt x="846" y="2442"/>
                </a:lnTo>
                <a:lnTo>
                  <a:pt x="845" y="2442"/>
                </a:lnTo>
                <a:lnTo>
                  <a:pt x="844" y="2442"/>
                </a:lnTo>
                <a:lnTo>
                  <a:pt x="843" y="2442"/>
                </a:lnTo>
                <a:lnTo>
                  <a:pt x="843" y="2443"/>
                </a:lnTo>
                <a:lnTo>
                  <a:pt x="843" y="2442"/>
                </a:lnTo>
                <a:lnTo>
                  <a:pt x="842" y="2442"/>
                </a:lnTo>
                <a:lnTo>
                  <a:pt x="841" y="2442"/>
                </a:lnTo>
                <a:lnTo>
                  <a:pt x="840" y="2442"/>
                </a:lnTo>
                <a:lnTo>
                  <a:pt x="840" y="2441"/>
                </a:lnTo>
                <a:lnTo>
                  <a:pt x="839" y="2441"/>
                </a:lnTo>
                <a:lnTo>
                  <a:pt x="839" y="2440"/>
                </a:lnTo>
                <a:lnTo>
                  <a:pt x="840" y="2440"/>
                </a:lnTo>
                <a:lnTo>
                  <a:pt x="840" y="2439"/>
                </a:lnTo>
                <a:lnTo>
                  <a:pt x="839" y="2439"/>
                </a:lnTo>
                <a:lnTo>
                  <a:pt x="838" y="2439"/>
                </a:lnTo>
                <a:lnTo>
                  <a:pt x="837" y="2439"/>
                </a:lnTo>
                <a:lnTo>
                  <a:pt x="837" y="2438"/>
                </a:lnTo>
                <a:lnTo>
                  <a:pt x="836" y="2438"/>
                </a:lnTo>
                <a:lnTo>
                  <a:pt x="835" y="2438"/>
                </a:lnTo>
                <a:lnTo>
                  <a:pt x="834" y="2438"/>
                </a:lnTo>
                <a:lnTo>
                  <a:pt x="835" y="2438"/>
                </a:lnTo>
                <a:lnTo>
                  <a:pt x="835" y="2437"/>
                </a:lnTo>
                <a:lnTo>
                  <a:pt x="835" y="2436"/>
                </a:lnTo>
                <a:lnTo>
                  <a:pt x="834" y="2436"/>
                </a:lnTo>
                <a:lnTo>
                  <a:pt x="834" y="2435"/>
                </a:lnTo>
                <a:lnTo>
                  <a:pt x="834" y="2434"/>
                </a:lnTo>
                <a:lnTo>
                  <a:pt x="833" y="2434"/>
                </a:lnTo>
                <a:lnTo>
                  <a:pt x="832" y="2434"/>
                </a:lnTo>
                <a:lnTo>
                  <a:pt x="831" y="2434"/>
                </a:lnTo>
                <a:lnTo>
                  <a:pt x="830" y="2434"/>
                </a:lnTo>
                <a:lnTo>
                  <a:pt x="829" y="2434"/>
                </a:lnTo>
                <a:lnTo>
                  <a:pt x="829" y="2435"/>
                </a:lnTo>
                <a:lnTo>
                  <a:pt x="828" y="2435"/>
                </a:lnTo>
                <a:lnTo>
                  <a:pt x="828" y="2434"/>
                </a:lnTo>
                <a:lnTo>
                  <a:pt x="828" y="2433"/>
                </a:lnTo>
                <a:lnTo>
                  <a:pt x="829" y="2433"/>
                </a:lnTo>
                <a:lnTo>
                  <a:pt x="829" y="2432"/>
                </a:lnTo>
                <a:lnTo>
                  <a:pt x="828" y="2432"/>
                </a:lnTo>
                <a:lnTo>
                  <a:pt x="828" y="2431"/>
                </a:lnTo>
                <a:lnTo>
                  <a:pt x="829" y="2431"/>
                </a:lnTo>
                <a:lnTo>
                  <a:pt x="829" y="2432"/>
                </a:lnTo>
                <a:lnTo>
                  <a:pt x="830" y="2432"/>
                </a:lnTo>
                <a:lnTo>
                  <a:pt x="830" y="2431"/>
                </a:lnTo>
                <a:lnTo>
                  <a:pt x="831" y="2431"/>
                </a:lnTo>
                <a:lnTo>
                  <a:pt x="831" y="2430"/>
                </a:lnTo>
                <a:lnTo>
                  <a:pt x="832" y="2430"/>
                </a:lnTo>
                <a:lnTo>
                  <a:pt x="832" y="2429"/>
                </a:lnTo>
                <a:lnTo>
                  <a:pt x="832" y="2428"/>
                </a:lnTo>
                <a:lnTo>
                  <a:pt x="831" y="2428"/>
                </a:lnTo>
                <a:lnTo>
                  <a:pt x="831" y="2427"/>
                </a:lnTo>
                <a:lnTo>
                  <a:pt x="830" y="2427"/>
                </a:lnTo>
                <a:lnTo>
                  <a:pt x="830" y="2426"/>
                </a:lnTo>
                <a:lnTo>
                  <a:pt x="829" y="2426"/>
                </a:lnTo>
                <a:lnTo>
                  <a:pt x="829" y="2425"/>
                </a:lnTo>
                <a:lnTo>
                  <a:pt x="828" y="2425"/>
                </a:lnTo>
                <a:lnTo>
                  <a:pt x="827" y="2425"/>
                </a:lnTo>
                <a:lnTo>
                  <a:pt x="827" y="2426"/>
                </a:lnTo>
                <a:lnTo>
                  <a:pt x="826" y="2426"/>
                </a:lnTo>
                <a:lnTo>
                  <a:pt x="825" y="2426"/>
                </a:lnTo>
                <a:lnTo>
                  <a:pt x="825" y="2427"/>
                </a:lnTo>
                <a:lnTo>
                  <a:pt x="824" y="2427"/>
                </a:lnTo>
                <a:lnTo>
                  <a:pt x="823" y="2427"/>
                </a:lnTo>
                <a:lnTo>
                  <a:pt x="822" y="2427"/>
                </a:lnTo>
                <a:lnTo>
                  <a:pt x="822" y="2426"/>
                </a:lnTo>
                <a:lnTo>
                  <a:pt x="823" y="2426"/>
                </a:lnTo>
                <a:lnTo>
                  <a:pt x="823" y="2425"/>
                </a:lnTo>
                <a:lnTo>
                  <a:pt x="823" y="2424"/>
                </a:lnTo>
                <a:lnTo>
                  <a:pt x="824" y="2424"/>
                </a:lnTo>
                <a:lnTo>
                  <a:pt x="824" y="2423"/>
                </a:lnTo>
                <a:lnTo>
                  <a:pt x="823" y="2423"/>
                </a:lnTo>
                <a:lnTo>
                  <a:pt x="822" y="2423"/>
                </a:lnTo>
                <a:lnTo>
                  <a:pt x="822" y="2422"/>
                </a:lnTo>
                <a:lnTo>
                  <a:pt x="821" y="2422"/>
                </a:lnTo>
                <a:lnTo>
                  <a:pt x="820" y="2422"/>
                </a:lnTo>
                <a:lnTo>
                  <a:pt x="820" y="2421"/>
                </a:lnTo>
                <a:lnTo>
                  <a:pt x="819" y="2421"/>
                </a:lnTo>
                <a:lnTo>
                  <a:pt x="819" y="2420"/>
                </a:lnTo>
                <a:lnTo>
                  <a:pt x="819" y="2419"/>
                </a:lnTo>
                <a:lnTo>
                  <a:pt x="818" y="2419"/>
                </a:lnTo>
                <a:lnTo>
                  <a:pt x="818" y="2418"/>
                </a:lnTo>
                <a:lnTo>
                  <a:pt x="817" y="2418"/>
                </a:lnTo>
                <a:lnTo>
                  <a:pt x="817" y="2417"/>
                </a:lnTo>
                <a:lnTo>
                  <a:pt x="817" y="2416"/>
                </a:lnTo>
                <a:lnTo>
                  <a:pt x="817" y="2415"/>
                </a:lnTo>
                <a:lnTo>
                  <a:pt x="816" y="2415"/>
                </a:lnTo>
                <a:lnTo>
                  <a:pt x="816" y="2414"/>
                </a:lnTo>
                <a:lnTo>
                  <a:pt x="815" y="2414"/>
                </a:lnTo>
                <a:lnTo>
                  <a:pt x="814" y="2414"/>
                </a:lnTo>
                <a:lnTo>
                  <a:pt x="814" y="2413"/>
                </a:lnTo>
                <a:lnTo>
                  <a:pt x="813" y="2413"/>
                </a:lnTo>
                <a:lnTo>
                  <a:pt x="813" y="2414"/>
                </a:lnTo>
                <a:lnTo>
                  <a:pt x="813" y="2415"/>
                </a:lnTo>
                <a:lnTo>
                  <a:pt x="812" y="2415"/>
                </a:lnTo>
                <a:lnTo>
                  <a:pt x="811" y="2415"/>
                </a:lnTo>
                <a:lnTo>
                  <a:pt x="811" y="2416"/>
                </a:lnTo>
                <a:lnTo>
                  <a:pt x="810" y="2416"/>
                </a:lnTo>
                <a:lnTo>
                  <a:pt x="810" y="2415"/>
                </a:lnTo>
                <a:lnTo>
                  <a:pt x="809" y="2415"/>
                </a:lnTo>
                <a:lnTo>
                  <a:pt x="809" y="2414"/>
                </a:lnTo>
                <a:lnTo>
                  <a:pt x="808" y="2414"/>
                </a:lnTo>
                <a:lnTo>
                  <a:pt x="809" y="2414"/>
                </a:lnTo>
                <a:lnTo>
                  <a:pt x="809" y="2413"/>
                </a:lnTo>
                <a:lnTo>
                  <a:pt x="808" y="2413"/>
                </a:lnTo>
                <a:lnTo>
                  <a:pt x="808" y="2412"/>
                </a:lnTo>
                <a:lnTo>
                  <a:pt x="807" y="2412"/>
                </a:lnTo>
                <a:lnTo>
                  <a:pt x="807" y="2413"/>
                </a:lnTo>
                <a:lnTo>
                  <a:pt x="807" y="2412"/>
                </a:lnTo>
                <a:lnTo>
                  <a:pt x="806" y="2412"/>
                </a:lnTo>
                <a:lnTo>
                  <a:pt x="805" y="2412"/>
                </a:lnTo>
                <a:lnTo>
                  <a:pt x="805" y="2411"/>
                </a:lnTo>
                <a:lnTo>
                  <a:pt x="804" y="2411"/>
                </a:lnTo>
                <a:lnTo>
                  <a:pt x="804" y="2410"/>
                </a:lnTo>
                <a:lnTo>
                  <a:pt x="803" y="2410"/>
                </a:lnTo>
                <a:lnTo>
                  <a:pt x="803" y="2409"/>
                </a:lnTo>
                <a:lnTo>
                  <a:pt x="802" y="2409"/>
                </a:lnTo>
                <a:lnTo>
                  <a:pt x="802" y="2408"/>
                </a:lnTo>
                <a:lnTo>
                  <a:pt x="801" y="2408"/>
                </a:lnTo>
                <a:lnTo>
                  <a:pt x="800" y="2408"/>
                </a:lnTo>
                <a:lnTo>
                  <a:pt x="800" y="2407"/>
                </a:lnTo>
                <a:lnTo>
                  <a:pt x="800" y="2408"/>
                </a:lnTo>
                <a:lnTo>
                  <a:pt x="800" y="2409"/>
                </a:lnTo>
                <a:lnTo>
                  <a:pt x="799" y="2409"/>
                </a:lnTo>
                <a:lnTo>
                  <a:pt x="798" y="2409"/>
                </a:lnTo>
                <a:lnTo>
                  <a:pt x="798" y="2408"/>
                </a:lnTo>
                <a:lnTo>
                  <a:pt x="797" y="2408"/>
                </a:lnTo>
                <a:lnTo>
                  <a:pt x="797" y="2407"/>
                </a:lnTo>
                <a:lnTo>
                  <a:pt x="797" y="2406"/>
                </a:lnTo>
                <a:lnTo>
                  <a:pt x="796" y="2406"/>
                </a:lnTo>
                <a:lnTo>
                  <a:pt x="796" y="2405"/>
                </a:lnTo>
                <a:lnTo>
                  <a:pt x="795" y="2405"/>
                </a:lnTo>
                <a:lnTo>
                  <a:pt x="795" y="2406"/>
                </a:lnTo>
                <a:lnTo>
                  <a:pt x="794" y="2406"/>
                </a:lnTo>
                <a:lnTo>
                  <a:pt x="793" y="2406"/>
                </a:lnTo>
                <a:lnTo>
                  <a:pt x="792" y="2406"/>
                </a:lnTo>
                <a:lnTo>
                  <a:pt x="791" y="2406"/>
                </a:lnTo>
                <a:lnTo>
                  <a:pt x="791" y="2405"/>
                </a:lnTo>
                <a:lnTo>
                  <a:pt x="791" y="2404"/>
                </a:lnTo>
                <a:lnTo>
                  <a:pt x="790" y="2404"/>
                </a:lnTo>
                <a:lnTo>
                  <a:pt x="789" y="2404"/>
                </a:lnTo>
                <a:lnTo>
                  <a:pt x="789" y="2403"/>
                </a:lnTo>
                <a:lnTo>
                  <a:pt x="788" y="2403"/>
                </a:lnTo>
                <a:lnTo>
                  <a:pt x="788" y="2402"/>
                </a:lnTo>
                <a:lnTo>
                  <a:pt x="787" y="2403"/>
                </a:lnTo>
                <a:lnTo>
                  <a:pt x="787" y="2404"/>
                </a:lnTo>
                <a:lnTo>
                  <a:pt x="786" y="2404"/>
                </a:lnTo>
                <a:lnTo>
                  <a:pt x="786" y="2403"/>
                </a:lnTo>
                <a:lnTo>
                  <a:pt x="785" y="2403"/>
                </a:lnTo>
                <a:lnTo>
                  <a:pt x="785" y="2404"/>
                </a:lnTo>
                <a:lnTo>
                  <a:pt x="785" y="2403"/>
                </a:lnTo>
                <a:lnTo>
                  <a:pt x="784" y="2403"/>
                </a:lnTo>
                <a:lnTo>
                  <a:pt x="783" y="2403"/>
                </a:lnTo>
                <a:lnTo>
                  <a:pt x="782" y="2403"/>
                </a:lnTo>
                <a:lnTo>
                  <a:pt x="781" y="2403"/>
                </a:lnTo>
                <a:lnTo>
                  <a:pt x="781" y="2404"/>
                </a:lnTo>
                <a:lnTo>
                  <a:pt x="781" y="2403"/>
                </a:lnTo>
                <a:lnTo>
                  <a:pt x="781" y="2402"/>
                </a:lnTo>
                <a:lnTo>
                  <a:pt x="781" y="2401"/>
                </a:lnTo>
                <a:lnTo>
                  <a:pt x="782" y="2401"/>
                </a:lnTo>
                <a:lnTo>
                  <a:pt x="782" y="2400"/>
                </a:lnTo>
                <a:lnTo>
                  <a:pt x="782" y="2399"/>
                </a:lnTo>
                <a:lnTo>
                  <a:pt x="783" y="2399"/>
                </a:lnTo>
                <a:lnTo>
                  <a:pt x="782" y="2399"/>
                </a:lnTo>
                <a:lnTo>
                  <a:pt x="782" y="2398"/>
                </a:lnTo>
                <a:lnTo>
                  <a:pt x="781" y="2398"/>
                </a:lnTo>
                <a:lnTo>
                  <a:pt x="782" y="2398"/>
                </a:lnTo>
                <a:lnTo>
                  <a:pt x="782" y="2397"/>
                </a:lnTo>
                <a:lnTo>
                  <a:pt x="783" y="2397"/>
                </a:lnTo>
                <a:lnTo>
                  <a:pt x="783" y="2396"/>
                </a:lnTo>
                <a:lnTo>
                  <a:pt x="784" y="2396"/>
                </a:lnTo>
                <a:lnTo>
                  <a:pt x="783" y="2396"/>
                </a:lnTo>
                <a:lnTo>
                  <a:pt x="784" y="2396"/>
                </a:lnTo>
                <a:lnTo>
                  <a:pt x="784" y="2395"/>
                </a:lnTo>
                <a:lnTo>
                  <a:pt x="784" y="2394"/>
                </a:lnTo>
                <a:lnTo>
                  <a:pt x="783" y="2394"/>
                </a:lnTo>
                <a:lnTo>
                  <a:pt x="782" y="2394"/>
                </a:lnTo>
                <a:lnTo>
                  <a:pt x="782" y="2393"/>
                </a:lnTo>
                <a:lnTo>
                  <a:pt x="783" y="2393"/>
                </a:lnTo>
                <a:lnTo>
                  <a:pt x="783" y="2392"/>
                </a:lnTo>
                <a:lnTo>
                  <a:pt x="782" y="2392"/>
                </a:lnTo>
                <a:lnTo>
                  <a:pt x="783" y="2392"/>
                </a:lnTo>
                <a:lnTo>
                  <a:pt x="783" y="2391"/>
                </a:lnTo>
                <a:lnTo>
                  <a:pt x="782" y="2391"/>
                </a:lnTo>
                <a:lnTo>
                  <a:pt x="781" y="2391"/>
                </a:lnTo>
                <a:lnTo>
                  <a:pt x="780" y="2391"/>
                </a:lnTo>
                <a:lnTo>
                  <a:pt x="779" y="2391"/>
                </a:lnTo>
                <a:lnTo>
                  <a:pt x="779" y="2390"/>
                </a:lnTo>
                <a:lnTo>
                  <a:pt x="778" y="2390"/>
                </a:lnTo>
                <a:lnTo>
                  <a:pt x="778" y="2389"/>
                </a:lnTo>
                <a:lnTo>
                  <a:pt x="778" y="2388"/>
                </a:lnTo>
                <a:lnTo>
                  <a:pt x="778" y="2387"/>
                </a:lnTo>
                <a:lnTo>
                  <a:pt x="777" y="2387"/>
                </a:lnTo>
                <a:lnTo>
                  <a:pt x="776" y="2387"/>
                </a:lnTo>
                <a:lnTo>
                  <a:pt x="775" y="2387"/>
                </a:lnTo>
                <a:lnTo>
                  <a:pt x="775" y="2386"/>
                </a:lnTo>
                <a:lnTo>
                  <a:pt x="775" y="2385"/>
                </a:lnTo>
                <a:lnTo>
                  <a:pt x="775" y="2384"/>
                </a:lnTo>
                <a:lnTo>
                  <a:pt x="776" y="2384"/>
                </a:lnTo>
                <a:lnTo>
                  <a:pt x="776" y="2383"/>
                </a:lnTo>
                <a:lnTo>
                  <a:pt x="776" y="2382"/>
                </a:lnTo>
                <a:lnTo>
                  <a:pt x="776" y="2381"/>
                </a:lnTo>
                <a:lnTo>
                  <a:pt x="776" y="2380"/>
                </a:lnTo>
                <a:lnTo>
                  <a:pt x="777" y="2380"/>
                </a:lnTo>
                <a:lnTo>
                  <a:pt x="777" y="2379"/>
                </a:lnTo>
                <a:lnTo>
                  <a:pt x="777" y="2378"/>
                </a:lnTo>
                <a:lnTo>
                  <a:pt x="776" y="2378"/>
                </a:lnTo>
                <a:lnTo>
                  <a:pt x="776" y="2377"/>
                </a:lnTo>
                <a:lnTo>
                  <a:pt x="777" y="2377"/>
                </a:lnTo>
                <a:lnTo>
                  <a:pt x="776" y="2377"/>
                </a:lnTo>
                <a:lnTo>
                  <a:pt x="776" y="2376"/>
                </a:lnTo>
                <a:lnTo>
                  <a:pt x="776" y="2375"/>
                </a:lnTo>
                <a:lnTo>
                  <a:pt x="775" y="2375"/>
                </a:lnTo>
                <a:lnTo>
                  <a:pt x="774" y="2375"/>
                </a:lnTo>
                <a:lnTo>
                  <a:pt x="774" y="2374"/>
                </a:lnTo>
                <a:lnTo>
                  <a:pt x="773" y="2374"/>
                </a:lnTo>
                <a:lnTo>
                  <a:pt x="773" y="2373"/>
                </a:lnTo>
                <a:lnTo>
                  <a:pt x="773" y="2374"/>
                </a:lnTo>
                <a:lnTo>
                  <a:pt x="772" y="2374"/>
                </a:lnTo>
                <a:lnTo>
                  <a:pt x="771" y="2374"/>
                </a:lnTo>
                <a:lnTo>
                  <a:pt x="772" y="2374"/>
                </a:lnTo>
                <a:lnTo>
                  <a:pt x="772" y="2375"/>
                </a:lnTo>
                <a:lnTo>
                  <a:pt x="771" y="2375"/>
                </a:lnTo>
                <a:lnTo>
                  <a:pt x="771" y="2376"/>
                </a:lnTo>
                <a:lnTo>
                  <a:pt x="770" y="2376"/>
                </a:lnTo>
                <a:lnTo>
                  <a:pt x="770" y="2375"/>
                </a:lnTo>
                <a:lnTo>
                  <a:pt x="769" y="2375"/>
                </a:lnTo>
                <a:lnTo>
                  <a:pt x="769" y="2376"/>
                </a:lnTo>
                <a:lnTo>
                  <a:pt x="768" y="2376"/>
                </a:lnTo>
                <a:lnTo>
                  <a:pt x="768" y="2375"/>
                </a:lnTo>
                <a:lnTo>
                  <a:pt x="767" y="2375"/>
                </a:lnTo>
                <a:lnTo>
                  <a:pt x="767" y="2376"/>
                </a:lnTo>
                <a:lnTo>
                  <a:pt x="767" y="2377"/>
                </a:lnTo>
                <a:lnTo>
                  <a:pt x="767" y="2376"/>
                </a:lnTo>
                <a:lnTo>
                  <a:pt x="767" y="2377"/>
                </a:lnTo>
                <a:lnTo>
                  <a:pt x="766" y="2377"/>
                </a:lnTo>
                <a:lnTo>
                  <a:pt x="765" y="2377"/>
                </a:lnTo>
                <a:lnTo>
                  <a:pt x="764" y="2377"/>
                </a:lnTo>
                <a:lnTo>
                  <a:pt x="764" y="2376"/>
                </a:lnTo>
                <a:lnTo>
                  <a:pt x="763" y="2376"/>
                </a:lnTo>
                <a:lnTo>
                  <a:pt x="763" y="2375"/>
                </a:lnTo>
                <a:lnTo>
                  <a:pt x="763" y="2376"/>
                </a:lnTo>
                <a:lnTo>
                  <a:pt x="762" y="2376"/>
                </a:lnTo>
                <a:lnTo>
                  <a:pt x="762" y="2375"/>
                </a:lnTo>
                <a:lnTo>
                  <a:pt x="762" y="2374"/>
                </a:lnTo>
                <a:lnTo>
                  <a:pt x="761" y="2374"/>
                </a:lnTo>
                <a:lnTo>
                  <a:pt x="761" y="2375"/>
                </a:lnTo>
                <a:lnTo>
                  <a:pt x="760" y="2375"/>
                </a:lnTo>
                <a:lnTo>
                  <a:pt x="759" y="2375"/>
                </a:lnTo>
                <a:lnTo>
                  <a:pt x="759" y="2374"/>
                </a:lnTo>
                <a:lnTo>
                  <a:pt x="758" y="2374"/>
                </a:lnTo>
                <a:lnTo>
                  <a:pt x="757" y="2374"/>
                </a:lnTo>
                <a:lnTo>
                  <a:pt x="756" y="2374"/>
                </a:lnTo>
                <a:lnTo>
                  <a:pt x="756" y="2373"/>
                </a:lnTo>
                <a:lnTo>
                  <a:pt x="755" y="2373"/>
                </a:lnTo>
                <a:lnTo>
                  <a:pt x="755" y="2372"/>
                </a:lnTo>
                <a:lnTo>
                  <a:pt x="754" y="2372"/>
                </a:lnTo>
                <a:lnTo>
                  <a:pt x="753" y="2372"/>
                </a:lnTo>
                <a:lnTo>
                  <a:pt x="753" y="2371"/>
                </a:lnTo>
                <a:lnTo>
                  <a:pt x="752" y="2371"/>
                </a:lnTo>
                <a:lnTo>
                  <a:pt x="752" y="2372"/>
                </a:lnTo>
                <a:lnTo>
                  <a:pt x="751" y="2372"/>
                </a:lnTo>
                <a:lnTo>
                  <a:pt x="750" y="2372"/>
                </a:lnTo>
                <a:lnTo>
                  <a:pt x="749" y="2372"/>
                </a:lnTo>
                <a:lnTo>
                  <a:pt x="749" y="2371"/>
                </a:lnTo>
                <a:lnTo>
                  <a:pt x="748" y="2371"/>
                </a:lnTo>
                <a:lnTo>
                  <a:pt x="747" y="2371"/>
                </a:lnTo>
                <a:lnTo>
                  <a:pt x="746" y="2371"/>
                </a:lnTo>
                <a:lnTo>
                  <a:pt x="745" y="2371"/>
                </a:lnTo>
                <a:lnTo>
                  <a:pt x="744" y="2371"/>
                </a:lnTo>
                <a:lnTo>
                  <a:pt x="743" y="2371"/>
                </a:lnTo>
                <a:lnTo>
                  <a:pt x="743" y="2370"/>
                </a:lnTo>
                <a:lnTo>
                  <a:pt x="742" y="2370"/>
                </a:lnTo>
                <a:lnTo>
                  <a:pt x="742" y="2369"/>
                </a:lnTo>
                <a:lnTo>
                  <a:pt x="741" y="2369"/>
                </a:lnTo>
                <a:lnTo>
                  <a:pt x="741" y="2368"/>
                </a:lnTo>
                <a:lnTo>
                  <a:pt x="740" y="2368"/>
                </a:lnTo>
                <a:lnTo>
                  <a:pt x="739" y="2368"/>
                </a:lnTo>
                <a:lnTo>
                  <a:pt x="739" y="2367"/>
                </a:lnTo>
                <a:lnTo>
                  <a:pt x="738" y="2367"/>
                </a:lnTo>
                <a:lnTo>
                  <a:pt x="737" y="2367"/>
                </a:lnTo>
                <a:lnTo>
                  <a:pt x="737" y="2366"/>
                </a:lnTo>
                <a:lnTo>
                  <a:pt x="736" y="2366"/>
                </a:lnTo>
                <a:lnTo>
                  <a:pt x="735" y="2366"/>
                </a:lnTo>
                <a:lnTo>
                  <a:pt x="734" y="2366"/>
                </a:lnTo>
                <a:lnTo>
                  <a:pt x="734" y="2365"/>
                </a:lnTo>
                <a:lnTo>
                  <a:pt x="733" y="2365"/>
                </a:lnTo>
                <a:lnTo>
                  <a:pt x="732" y="2365"/>
                </a:lnTo>
                <a:lnTo>
                  <a:pt x="732" y="2364"/>
                </a:lnTo>
                <a:lnTo>
                  <a:pt x="732" y="2365"/>
                </a:lnTo>
                <a:lnTo>
                  <a:pt x="731" y="2365"/>
                </a:lnTo>
                <a:lnTo>
                  <a:pt x="731" y="2366"/>
                </a:lnTo>
                <a:lnTo>
                  <a:pt x="732" y="2366"/>
                </a:lnTo>
                <a:lnTo>
                  <a:pt x="732" y="2367"/>
                </a:lnTo>
                <a:lnTo>
                  <a:pt x="731" y="2367"/>
                </a:lnTo>
                <a:lnTo>
                  <a:pt x="731" y="2368"/>
                </a:lnTo>
                <a:lnTo>
                  <a:pt x="730" y="2368"/>
                </a:lnTo>
                <a:lnTo>
                  <a:pt x="729" y="2368"/>
                </a:lnTo>
                <a:lnTo>
                  <a:pt x="729" y="2367"/>
                </a:lnTo>
                <a:lnTo>
                  <a:pt x="728" y="2367"/>
                </a:lnTo>
                <a:lnTo>
                  <a:pt x="727" y="2367"/>
                </a:lnTo>
                <a:lnTo>
                  <a:pt x="727" y="2366"/>
                </a:lnTo>
                <a:lnTo>
                  <a:pt x="726" y="2366"/>
                </a:lnTo>
                <a:lnTo>
                  <a:pt x="726" y="2367"/>
                </a:lnTo>
                <a:lnTo>
                  <a:pt x="726" y="2368"/>
                </a:lnTo>
                <a:lnTo>
                  <a:pt x="726" y="2369"/>
                </a:lnTo>
                <a:lnTo>
                  <a:pt x="725" y="2369"/>
                </a:lnTo>
                <a:lnTo>
                  <a:pt x="725" y="2371"/>
                </a:lnTo>
                <a:lnTo>
                  <a:pt x="725" y="2372"/>
                </a:lnTo>
                <a:lnTo>
                  <a:pt x="726" y="2372"/>
                </a:lnTo>
                <a:lnTo>
                  <a:pt x="725" y="2372"/>
                </a:lnTo>
                <a:lnTo>
                  <a:pt x="724" y="2372"/>
                </a:lnTo>
                <a:lnTo>
                  <a:pt x="723" y="2372"/>
                </a:lnTo>
                <a:lnTo>
                  <a:pt x="722" y="2372"/>
                </a:lnTo>
                <a:lnTo>
                  <a:pt x="722" y="2371"/>
                </a:lnTo>
                <a:lnTo>
                  <a:pt x="721" y="2371"/>
                </a:lnTo>
                <a:lnTo>
                  <a:pt x="720" y="2371"/>
                </a:lnTo>
                <a:lnTo>
                  <a:pt x="719" y="2371"/>
                </a:lnTo>
                <a:lnTo>
                  <a:pt x="718" y="2370"/>
                </a:lnTo>
                <a:lnTo>
                  <a:pt x="718" y="2369"/>
                </a:lnTo>
                <a:lnTo>
                  <a:pt x="717" y="2369"/>
                </a:lnTo>
                <a:lnTo>
                  <a:pt x="717" y="2368"/>
                </a:lnTo>
                <a:lnTo>
                  <a:pt x="716" y="2368"/>
                </a:lnTo>
                <a:lnTo>
                  <a:pt x="715" y="2368"/>
                </a:lnTo>
                <a:lnTo>
                  <a:pt x="715" y="2367"/>
                </a:lnTo>
                <a:lnTo>
                  <a:pt x="715" y="2368"/>
                </a:lnTo>
                <a:lnTo>
                  <a:pt x="714" y="2367"/>
                </a:lnTo>
                <a:lnTo>
                  <a:pt x="712" y="2367"/>
                </a:lnTo>
                <a:lnTo>
                  <a:pt x="712" y="2368"/>
                </a:lnTo>
                <a:lnTo>
                  <a:pt x="712" y="2369"/>
                </a:lnTo>
                <a:lnTo>
                  <a:pt x="712" y="2370"/>
                </a:lnTo>
                <a:lnTo>
                  <a:pt x="713" y="2370"/>
                </a:lnTo>
                <a:lnTo>
                  <a:pt x="713" y="2371"/>
                </a:lnTo>
                <a:lnTo>
                  <a:pt x="714" y="2371"/>
                </a:lnTo>
                <a:lnTo>
                  <a:pt x="714" y="2372"/>
                </a:lnTo>
                <a:lnTo>
                  <a:pt x="713" y="2372"/>
                </a:lnTo>
                <a:lnTo>
                  <a:pt x="712" y="2372"/>
                </a:lnTo>
                <a:lnTo>
                  <a:pt x="711" y="2372"/>
                </a:lnTo>
                <a:lnTo>
                  <a:pt x="711" y="2373"/>
                </a:lnTo>
                <a:lnTo>
                  <a:pt x="712" y="2373"/>
                </a:lnTo>
                <a:lnTo>
                  <a:pt x="712" y="2374"/>
                </a:lnTo>
                <a:lnTo>
                  <a:pt x="712" y="2375"/>
                </a:lnTo>
                <a:lnTo>
                  <a:pt x="712" y="2376"/>
                </a:lnTo>
                <a:lnTo>
                  <a:pt x="712" y="2377"/>
                </a:lnTo>
                <a:lnTo>
                  <a:pt x="711" y="2377"/>
                </a:lnTo>
                <a:lnTo>
                  <a:pt x="712" y="2377"/>
                </a:lnTo>
                <a:lnTo>
                  <a:pt x="712" y="2378"/>
                </a:lnTo>
                <a:lnTo>
                  <a:pt x="713" y="2378"/>
                </a:lnTo>
                <a:lnTo>
                  <a:pt x="713" y="2379"/>
                </a:lnTo>
                <a:lnTo>
                  <a:pt x="714" y="2379"/>
                </a:lnTo>
                <a:lnTo>
                  <a:pt x="713" y="2379"/>
                </a:lnTo>
                <a:lnTo>
                  <a:pt x="713" y="2380"/>
                </a:lnTo>
                <a:lnTo>
                  <a:pt x="712" y="2380"/>
                </a:lnTo>
                <a:lnTo>
                  <a:pt x="712" y="2381"/>
                </a:lnTo>
                <a:lnTo>
                  <a:pt x="713" y="2381"/>
                </a:lnTo>
                <a:lnTo>
                  <a:pt x="713" y="2382"/>
                </a:lnTo>
                <a:lnTo>
                  <a:pt x="713" y="2383"/>
                </a:lnTo>
                <a:lnTo>
                  <a:pt x="712" y="2383"/>
                </a:lnTo>
                <a:lnTo>
                  <a:pt x="712" y="2384"/>
                </a:lnTo>
                <a:lnTo>
                  <a:pt x="711" y="2384"/>
                </a:lnTo>
                <a:lnTo>
                  <a:pt x="711" y="2385"/>
                </a:lnTo>
                <a:lnTo>
                  <a:pt x="711" y="2386"/>
                </a:lnTo>
                <a:lnTo>
                  <a:pt x="711" y="2387"/>
                </a:lnTo>
                <a:lnTo>
                  <a:pt x="711" y="2388"/>
                </a:lnTo>
                <a:lnTo>
                  <a:pt x="711" y="2389"/>
                </a:lnTo>
                <a:lnTo>
                  <a:pt x="711" y="2390"/>
                </a:lnTo>
                <a:lnTo>
                  <a:pt x="710" y="2390"/>
                </a:lnTo>
                <a:lnTo>
                  <a:pt x="709" y="2390"/>
                </a:lnTo>
                <a:lnTo>
                  <a:pt x="709" y="2391"/>
                </a:lnTo>
                <a:lnTo>
                  <a:pt x="708" y="2391"/>
                </a:lnTo>
                <a:lnTo>
                  <a:pt x="708" y="2392"/>
                </a:lnTo>
                <a:lnTo>
                  <a:pt x="707" y="2392"/>
                </a:lnTo>
                <a:lnTo>
                  <a:pt x="707" y="2393"/>
                </a:lnTo>
                <a:lnTo>
                  <a:pt x="706" y="2393"/>
                </a:lnTo>
                <a:lnTo>
                  <a:pt x="706" y="2394"/>
                </a:lnTo>
                <a:lnTo>
                  <a:pt x="706" y="2395"/>
                </a:lnTo>
                <a:lnTo>
                  <a:pt x="705" y="2395"/>
                </a:lnTo>
                <a:lnTo>
                  <a:pt x="704" y="2395"/>
                </a:lnTo>
                <a:lnTo>
                  <a:pt x="704" y="2394"/>
                </a:lnTo>
                <a:lnTo>
                  <a:pt x="703" y="2394"/>
                </a:lnTo>
                <a:lnTo>
                  <a:pt x="704" y="2394"/>
                </a:lnTo>
                <a:lnTo>
                  <a:pt x="703" y="2394"/>
                </a:lnTo>
                <a:lnTo>
                  <a:pt x="702" y="2394"/>
                </a:lnTo>
                <a:lnTo>
                  <a:pt x="701" y="2394"/>
                </a:lnTo>
                <a:lnTo>
                  <a:pt x="700" y="2394"/>
                </a:lnTo>
                <a:lnTo>
                  <a:pt x="700" y="2395"/>
                </a:lnTo>
                <a:lnTo>
                  <a:pt x="699" y="2395"/>
                </a:lnTo>
                <a:lnTo>
                  <a:pt x="699" y="2396"/>
                </a:lnTo>
                <a:lnTo>
                  <a:pt x="700" y="2396"/>
                </a:lnTo>
                <a:lnTo>
                  <a:pt x="700" y="2397"/>
                </a:lnTo>
                <a:lnTo>
                  <a:pt x="701" y="2397"/>
                </a:lnTo>
                <a:lnTo>
                  <a:pt x="701" y="2398"/>
                </a:lnTo>
                <a:lnTo>
                  <a:pt x="701" y="2399"/>
                </a:lnTo>
                <a:lnTo>
                  <a:pt x="702" y="2399"/>
                </a:lnTo>
                <a:lnTo>
                  <a:pt x="701" y="2399"/>
                </a:lnTo>
                <a:lnTo>
                  <a:pt x="701" y="2400"/>
                </a:lnTo>
                <a:lnTo>
                  <a:pt x="702" y="2400"/>
                </a:lnTo>
                <a:lnTo>
                  <a:pt x="702" y="2401"/>
                </a:lnTo>
                <a:lnTo>
                  <a:pt x="702" y="2402"/>
                </a:lnTo>
                <a:lnTo>
                  <a:pt x="701" y="2402"/>
                </a:lnTo>
                <a:lnTo>
                  <a:pt x="702" y="2402"/>
                </a:lnTo>
                <a:lnTo>
                  <a:pt x="702" y="2403"/>
                </a:lnTo>
                <a:lnTo>
                  <a:pt x="701" y="2403"/>
                </a:lnTo>
                <a:lnTo>
                  <a:pt x="701" y="2404"/>
                </a:lnTo>
                <a:lnTo>
                  <a:pt x="700" y="2404"/>
                </a:lnTo>
                <a:lnTo>
                  <a:pt x="700" y="2405"/>
                </a:lnTo>
                <a:lnTo>
                  <a:pt x="700" y="2406"/>
                </a:lnTo>
                <a:lnTo>
                  <a:pt x="699" y="2406"/>
                </a:lnTo>
                <a:lnTo>
                  <a:pt x="698" y="2406"/>
                </a:lnTo>
                <a:lnTo>
                  <a:pt x="698" y="2407"/>
                </a:lnTo>
                <a:lnTo>
                  <a:pt x="697" y="2407"/>
                </a:lnTo>
                <a:lnTo>
                  <a:pt x="698" y="2407"/>
                </a:lnTo>
                <a:lnTo>
                  <a:pt x="698" y="2408"/>
                </a:lnTo>
                <a:lnTo>
                  <a:pt x="699" y="2408"/>
                </a:lnTo>
                <a:lnTo>
                  <a:pt x="698" y="2408"/>
                </a:lnTo>
                <a:lnTo>
                  <a:pt x="698" y="2409"/>
                </a:lnTo>
                <a:lnTo>
                  <a:pt x="697" y="2409"/>
                </a:lnTo>
                <a:lnTo>
                  <a:pt x="697" y="2410"/>
                </a:lnTo>
                <a:lnTo>
                  <a:pt x="695" y="2410"/>
                </a:lnTo>
                <a:lnTo>
                  <a:pt x="695" y="2409"/>
                </a:lnTo>
                <a:lnTo>
                  <a:pt x="694" y="2408"/>
                </a:lnTo>
                <a:lnTo>
                  <a:pt x="693" y="2408"/>
                </a:lnTo>
                <a:lnTo>
                  <a:pt x="693" y="2409"/>
                </a:lnTo>
                <a:lnTo>
                  <a:pt x="692" y="2409"/>
                </a:lnTo>
                <a:lnTo>
                  <a:pt x="691" y="2409"/>
                </a:lnTo>
                <a:lnTo>
                  <a:pt x="690" y="2409"/>
                </a:lnTo>
                <a:lnTo>
                  <a:pt x="689" y="2409"/>
                </a:lnTo>
                <a:lnTo>
                  <a:pt x="688" y="2409"/>
                </a:lnTo>
                <a:lnTo>
                  <a:pt x="687" y="2409"/>
                </a:lnTo>
                <a:lnTo>
                  <a:pt x="687" y="2408"/>
                </a:lnTo>
                <a:lnTo>
                  <a:pt x="687" y="2407"/>
                </a:lnTo>
                <a:lnTo>
                  <a:pt x="686" y="2407"/>
                </a:lnTo>
                <a:lnTo>
                  <a:pt x="685" y="2407"/>
                </a:lnTo>
                <a:lnTo>
                  <a:pt x="685" y="2406"/>
                </a:lnTo>
                <a:lnTo>
                  <a:pt x="685" y="2405"/>
                </a:lnTo>
                <a:lnTo>
                  <a:pt x="684" y="2405"/>
                </a:lnTo>
                <a:lnTo>
                  <a:pt x="684" y="2404"/>
                </a:lnTo>
                <a:lnTo>
                  <a:pt x="685" y="2404"/>
                </a:lnTo>
                <a:lnTo>
                  <a:pt x="685" y="2403"/>
                </a:lnTo>
                <a:lnTo>
                  <a:pt x="685" y="2402"/>
                </a:lnTo>
                <a:lnTo>
                  <a:pt x="685" y="2401"/>
                </a:lnTo>
                <a:lnTo>
                  <a:pt x="685" y="2400"/>
                </a:lnTo>
                <a:lnTo>
                  <a:pt x="684" y="2400"/>
                </a:lnTo>
                <a:lnTo>
                  <a:pt x="683" y="2400"/>
                </a:lnTo>
                <a:lnTo>
                  <a:pt x="683" y="2399"/>
                </a:lnTo>
                <a:lnTo>
                  <a:pt x="683" y="2398"/>
                </a:lnTo>
                <a:lnTo>
                  <a:pt x="683" y="2397"/>
                </a:lnTo>
                <a:lnTo>
                  <a:pt x="683" y="2395"/>
                </a:lnTo>
                <a:lnTo>
                  <a:pt x="683" y="2394"/>
                </a:lnTo>
                <a:lnTo>
                  <a:pt x="682" y="2394"/>
                </a:lnTo>
                <a:lnTo>
                  <a:pt x="681" y="2394"/>
                </a:lnTo>
                <a:lnTo>
                  <a:pt x="681" y="2393"/>
                </a:lnTo>
                <a:lnTo>
                  <a:pt x="681" y="2392"/>
                </a:lnTo>
                <a:lnTo>
                  <a:pt x="680" y="2392"/>
                </a:lnTo>
                <a:lnTo>
                  <a:pt x="680" y="2391"/>
                </a:lnTo>
                <a:lnTo>
                  <a:pt x="679" y="2391"/>
                </a:lnTo>
                <a:lnTo>
                  <a:pt x="679" y="2390"/>
                </a:lnTo>
                <a:lnTo>
                  <a:pt x="679" y="2389"/>
                </a:lnTo>
                <a:lnTo>
                  <a:pt x="680" y="2389"/>
                </a:lnTo>
                <a:lnTo>
                  <a:pt x="679" y="2389"/>
                </a:lnTo>
                <a:lnTo>
                  <a:pt x="679" y="2388"/>
                </a:lnTo>
                <a:lnTo>
                  <a:pt x="678" y="2388"/>
                </a:lnTo>
                <a:lnTo>
                  <a:pt x="678" y="2387"/>
                </a:lnTo>
                <a:lnTo>
                  <a:pt x="678" y="2386"/>
                </a:lnTo>
                <a:lnTo>
                  <a:pt x="678" y="2385"/>
                </a:lnTo>
                <a:lnTo>
                  <a:pt x="677" y="2385"/>
                </a:lnTo>
                <a:lnTo>
                  <a:pt x="677" y="2384"/>
                </a:lnTo>
                <a:lnTo>
                  <a:pt x="676" y="2384"/>
                </a:lnTo>
                <a:lnTo>
                  <a:pt x="676" y="2383"/>
                </a:lnTo>
                <a:lnTo>
                  <a:pt x="675" y="2383"/>
                </a:lnTo>
                <a:lnTo>
                  <a:pt x="674" y="2383"/>
                </a:lnTo>
                <a:lnTo>
                  <a:pt x="672" y="2383"/>
                </a:lnTo>
                <a:lnTo>
                  <a:pt x="671" y="2383"/>
                </a:lnTo>
                <a:lnTo>
                  <a:pt x="670" y="2383"/>
                </a:lnTo>
                <a:lnTo>
                  <a:pt x="669" y="2383"/>
                </a:lnTo>
                <a:lnTo>
                  <a:pt x="669" y="2382"/>
                </a:lnTo>
                <a:lnTo>
                  <a:pt x="669" y="2381"/>
                </a:lnTo>
                <a:lnTo>
                  <a:pt x="668" y="2381"/>
                </a:lnTo>
                <a:lnTo>
                  <a:pt x="668" y="2380"/>
                </a:lnTo>
                <a:lnTo>
                  <a:pt x="667" y="2380"/>
                </a:lnTo>
                <a:lnTo>
                  <a:pt x="667" y="2379"/>
                </a:lnTo>
                <a:lnTo>
                  <a:pt x="666" y="2379"/>
                </a:lnTo>
                <a:lnTo>
                  <a:pt x="665" y="2379"/>
                </a:lnTo>
                <a:lnTo>
                  <a:pt x="665" y="2380"/>
                </a:lnTo>
                <a:lnTo>
                  <a:pt x="665" y="2379"/>
                </a:lnTo>
                <a:lnTo>
                  <a:pt x="664" y="2379"/>
                </a:lnTo>
                <a:lnTo>
                  <a:pt x="664" y="2378"/>
                </a:lnTo>
                <a:lnTo>
                  <a:pt x="663" y="2378"/>
                </a:lnTo>
                <a:lnTo>
                  <a:pt x="662" y="2378"/>
                </a:lnTo>
                <a:lnTo>
                  <a:pt x="661" y="2378"/>
                </a:lnTo>
                <a:lnTo>
                  <a:pt x="660" y="2378"/>
                </a:lnTo>
                <a:lnTo>
                  <a:pt x="659" y="2378"/>
                </a:lnTo>
                <a:lnTo>
                  <a:pt x="659" y="2377"/>
                </a:lnTo>
                <a:lnTo>
                  <a:pt x="658" y="2377"/>
                </a:lnTo>
                <a:lnTo>
                  <a:pt x="658" y="2376"/>
                </a:lnTo>
                <a:lnTo>
                  <a:pt x="657" y="2376"/>
                </a:lnTo>
                <a:lnTo>
                  <a:pt x="657" y="2375"/>
                </a:lnTo>
                <a:lnTo>
                  <a:pt x="656" y="2375"/>
                </a:lnTo>
                <a:lnTo>
                  <a:pt x="656" y="2374"/>
                </a:lnTo>
                <a:lnTo>
                  <a:pt x="655" y="2373"/>
                </a:lnTo>
                <a:lnTo>
                  <a:pt x="655" y="2372"/>
                </a:lnTo>
                <a:lnTo>
                  <a:pt x="654" y="2372"/>
                </a:lnTo>
                <a:lnTo>
                  <a:pt x="653" y="2371"/>
                </a:lnTo>
                <a:lnTo>
                  <a:pt x="653" y="2370"/>
                </a:lnTo>
                <a:lnTo>
                  <a:pt x="652" y="2370"/>
                </a:lnTo>
                <a:lnTo>
                  <a:pt x="652" y="2369"/>
                </a:lnTo>
                <a:lnTo>
                  <a:pt x="651" y="2369"/>
                </a:lnTo>
                <a:lnTo>
                  <a:pt x="650" y="2368"/>
                </a:lnTo>
                <a:lnTo>
                  <a:pt x="649" y="2368"/>
                </a:lnTo>
                <a:lnTo>
                  <a:pt x="649" y="2367"/>
                </a:lnTo>
                <a:lnTo>
                  <a:pt x="649" y="2368"/>
                </a:lnTo>
                <a:lnTo>
                  <a:pt x="648" y="2368"/>
                </a:lnTo>
                <a:lnTo>
                  <a:pt x="647" y="2368"/>
                </a:lnTo>
                <a:lnTo>
                  <a:pt x="647" y="2367"/>
                </a:lnTo>
                <a:lnTo>
                  <a:pt x="647" y="2366"/>
                </a:lnTo>
                <a:lnTo>
                  <a:pt x="646" y="2366"/>
                </a:lnTo>
                <a:lnTo>
                  <a:pt x="645" y="2365"/>
                </a:lnTo>
                <a:lnTo>
                  <a:pt x="644" y="2365"/>
                </a:lnTo>
                <a:lnTo>
                  <a:pt x="644" y="2364"/>
                </a:lnTo>
                <a:lnTo>
                  <a:pt x="643" y="2364"/>
                </a:lnTo>
                <a:lnTo>
                  <a:pt x="642" y="2364"/>
                </a:lnTo>
                <a:lnTo>
                  <a:pt x="642" y="2363"/>
                </a:lnTo>
                <a:lnTo>
                  <a:pt x="642" y="2364"/>
                </a:lnTo>
                <a:lnTo>
                  <a:pt x="642" y="2363"/>
                </a:lnTo>
                <a:lnTo>
                  <a:pt x="641" y="2363"/>
                </a:lnTo>
                <a:lnTo>
                  <a:pt x="640" y="2363"/>
                </a:lnTo>
                <a:lnTo>
                  <a:pt x="640" y="2362"/>
                </a:lnTo>
                <a:lnTo>
                  <a:pt x="639" y="2362"/>
                </a:lnTo>
                <a:lnTo>
                  <a:pt x="638" y="2362"/>
                </a:lnTo>
                <a:lnTo>
                  <a:pt x="638" y="2363"/>
                </a:lnTo>
                <a:lnTo>
                  <a:pt x="637" y="2363"/>
                </a:lnTo>
                <a:lnTo>
                  <a:pt x="636" y="2363"/>
                </a:lnTo>
                <a:lnTo>
                  <a:pt x="636" y="2364"/>
                </a:lnTo>
                <a:lnTo>
                  <a:pt x="635" y="2364"/>
                </a:lnTo>
                <a:lnTo>
                  <a:pt x="634" y="2364"/>
                </a:lnTo>
                <a:lnTo>
                  <a:pt x="633" y="2364"/>
                </a:lnTo>
                <a:lnTo>
                  <a:pt x="633" y="2363"/>
                </a:lnTo>
                <a:lnTo>
                  <a:pt x="633" y="2362"/>
                </a:lnTo>
                <a:lnTo>
                  <a:pt x="632" y="2362"/>
                </a:lnTo>
                <a:lnTo>
                  <a:pt x="631" y="2362"/>
                </a:lnTo>
                <a:lnTo>
                  <a:pt x="631" y="2361"/>
                </a:lnTo>
                <a:lnTo>
                  <a:pt x="631" y="2360"/>
                </a:lnTo>
                <a:lnTo>
                  <a:pt x="630" y="2360"/>
                </a:lnTo>
                <a:lnTo>
                  <a:pt x="630" y="2361"/>
                </a:lnTo>
                <a:lnTo>
                  <a:pt x="629" y="2361"/>
                </a:lnTo>
                <a:lnTo>
                  <a:pt x="629" y="2360"/>
                </a:lnTo>
                <a:lnTo>
                  <a:pt x="628" y="2360"/>
                </a:lnTo>
                <a:lnTo>
                  <a:pt x="627" y="2360"/>
                </a:lnTo>
                <a:lnTo>
                  <a:pt x="627" y="2359"/>
                </a:lnTo>
                <a:lnTo>
                  <a:pt x="626" y="2359"/>
                </a:lnTo>
                <a:lnTo>
                  <a:pt x="625" y="2359"/>
                </a:lnTo>
                <a:lnTo>
                  <a:pt x="625" y="2358"/>
                </a:lnTo>
                <a:lnTo>
                  <a:pt x="624" y="2358"/>
                </a:lnTo>
                <a:lnTo>
                  <a:pt x="623" y="2358"/>
                </a:lnTo>
                <a:lnTo>
                  <a:pt x="623" y="2357"/>
                </a:lnTo>
                <a:lnTo>
                  <a:pt x="622" y="2357"/>
                </a:lnTo>
                <a:lnTo>
                  <a:pt x="621" y="2357"/>
                </a:lnTo>
                <a:lnTo>
                  <a:pt x="620" y="2357"/>
                </a:lnTo>
                <a:lnTo>
                  <a:pt x="619" y="2357"/>
                </a:lnTo>
                <a:lnTo>
                  <a:pt x="619" y="2356"/>
                </a:lnTo>
                <a:lnTo>
                  <a:pt x="618" y="2356"/>
                </a:lnTo>
                <a:lnTo>
                  <a:pt x="618" y="2357"/>
                </a:lnTo>
                <a:lnTo>
                  <a:pt x="617" y="2357"/>
                </a:lnTo>
                <a:lnTo>
                  <a:pt x="616" y="2357"/>
                </a:lnTo>
                <a:lnTo>
                  <a:pt x="616" y="2356"/>
                </a:lnTo>
                <a:lnTo>
                  <a:pt x="616" y="2355"/>
                </a:lnTo>
                <a:lnTo>
                  <a:pt x="615" y="2355"/>
                </a:lnTo>
                <a:lnTo>
                  <a:pt x="614" y="2355"/>
                </a:lnTo>
                <a:lnTo>
                  <a:pt x="614" y="2354"/>
                </a:lnTo>
                <a:lnTo>
                  <a:pt x="615" y="2354"/>
                </a:lnTo>
                <a:lnTo>
                  <a:pt x="614" y="2354"/>
                </a:lnTo>
                <a:lnTo>
                  <a:pt x="614" y="2353"/>
                </a:lnTo>
                <a:lnTo>
                  <a:pt x="614" y="2352"/>
                </a:lnTo>
                <a:lnTo>
                  <a:pt x="613" y="2352"/>
                </a:lnTo>
                <a:lnTo>
                  <a:pt x="612" y="2352"/>
                </a:lnTo>
                <a:lnTo>
                  <a:pt x="611" y="2352"/>
                </a:lnTo>
                <a:lnTo>
                  <a:pt x="610" y="2352"/>
                </a:lnTo>
                <a:lnTo>
                  <a:pt x="609" y="2352"/>
                </a:lnTo>
                <a:lnTo>
                  <a:pt x="608" y="2352"/>
                </a:lnTo>
                <a:lnTo>
                  <a:pt x="607" y="2352"/>
                </a:lnTo>
                <a:lnTo>
                  <a:pt x="607" y="2351"/>
                </a:lnTo>
                <a:lnTo>
                  <a:pt x="606" y="2351"/>
                </a:lnTo>
                <a:lnTo>
                  <a:pt x="605" y="2351"/>
                </a:lnTo>
                <a:lnTo>
                  <a:pt x="605" y="2350"/>
                </a:lnTo>
                <a:lnTo>
                  <a:pt x="604" y="2350"/>
                </a:lnTo>
                <a:lnTo>
                  <a:pt x="603" y="2350"/>
                </a:lnTo>
                <a:lnTo>
                  <a:pt x="603" y="2351"/>
                </a:lnTo>
                <a:lnTo>
                  <a:pt x="602" y="2351"/>
                </a:lnTo>
                <a:lnTo>
                  <a:pt x="601" y="2351"/>
                </a:lnTo>
                <a:lnTo>
                  <a:pt x="601" y="2352"/>
                </a:lnTo>
                <a:lnTo>
                  <a:pt x="600" y="2352"/>
                </a:lnTo>
                <a:lnTo>
                  <a:pt x="600" y="2351"/>
                </a:lnTo>
                <a:lnTo>
                  <a:pt x="600" y="2352"/>
                </a:lnTo>
                <a:lnTo>
                  <a:pt x="599" y="2352"/>
                </a:lnTo>
                <a:lnTo>
                  <a:pt x="598" y="2353"/>
                </a:lnTo>
                <a:lnTo>
                  <a:pt x="597" y="2353"/>
                </a:lnTo>
                <a:lnTo>
                  <a:pt x="596" y="2353"/>
                </a:lnTo>
                <a:lnTo>
                  <a:pt x="596" y="2352"/>
                </a:lnTo>
                <a:lnTo>
                  <a:pt x="595" y="2352"/>
                </a:lnTo>
                <a:lnTo>
                  <a:pt x="594" y="2352"/>
                </a:lnTo>
                <a:lnTo>
                  <a:pt x="594" y="2351"/>
                </a:lnTo>
                <a:lnTo>
                  <a:pt x="593" y="2351"/>
                </a:lnTo>
                <a:lnTo>
                  <a:pt x="593" y="2350"/>
                </a:lnTo>
                <a:lnTo>
                  <a:pt x="593" y="2349"/>
                </a:lnTo>
                <a:lnTo>
                  <a:pt x="592" y="2349"/>
                </a:lnTo>
                <a:lnTo>
                  <a:pt x="591" y="2349"/>
                </a:lnTo>
                <a:lnTo>
                  <a:pt x="589" y="2349"/>
                </a:lnTo>
                <a:lnTo>
                  <a:pt x="590" y="2349"/>
                </a:lnTo>
                <a:lnTo>
                  <a:pt x="589" y="2349"/>
                </a:lnTo>
                <a:lnTo>
                  <a:pt x="589" y="2348"/>
                </a:lnTo>
                <a:lnTo>
                  <a:pt x="589" y="2347"/>
                </a:lnTo>
                <a:lnTo>
                  <a:pt x="589" y="2346"/>
                </a:lnTo>
                <a:lnTo>
                  <a:pt x="589" y="2345"/>
                </a:lnTo>
                <a:lnTo>
                  <a:pt x="588" y="2345"/>
                </a:lnTo>
                <a:lnTo>
                  <a:pt x="588" y="2344"/>
                </a:lnTo>
                <a:lnTo>
                  <a:pt x="587" y="2344"/>
                </a:lnTo>
                <a:lnTo>
                  <a:pt x="587" y="2343"/>
                </a:lnTo>
                <a:lnTo>
                  <a:pt x="587" y="2342"/>
                </a:lnTo>
                <a:lnTo>
                  <a:pt x="586" y="2342"/>
                </a:lnTo>
                <a:lnTo>
                  <a:pt x="586" y="2341"/>
                </a:lnTo>
                <a:lnTo>
                  <a:pt x="585" y="2341"/>
                </a:lnTo>
                <a:lnTo>
                  <a:pt x="584" y="2341"/>
                </a:lnTo>
                <a:lnTo>
                  <a:pt x="584" y="2340"/>
                </a:lnTo>
                <a:lnTo>
                  <a:pt x="583" y="2340"/>
                </a:lnTo>
                <a:lnTo>
                  <a:pt x="582" y="2340"/>
                </a:lnTo>
                <a:lnTo>
                  <a:pt x="582" y="2339"/>
                </a:lnTo>
                <a:lnTo>
                  <a:pt x="582" y="2338"/>
                </a:lnTo>
                <a:lnTo>
                  <a:pt x="583" y="2338"/>
                </a:lnTo>
                <a:lnTo>
                  <a:pt x="583" y="2337"/>
                </a:lnTo>
                <a:lnTo>
                  <a:pt x="583" y="2336"/>
                </a:lnTo>
                <a:lnTo>
                  <a:pt x="582" y="2336"/>
                </a:lnTo>
                <a:lnTo>
                  <a:pt x="582" y="2335"/>
                </a:lnTo>
                <a:lnTo>
                  <a:pt x="581" y="2335"/>
                </a:lnTo>
                <a:lnTo>
                  <a:pt x="581" y="2334"/>
                </a:lnTo>
                <a:lnTo>
                  <a:pt x="581" y="2333"/>
                </a:lnTo>
                <a:lnTo>
                  <a:pt x="582" y="2333"/>
                </a:lnTo>
                <a:lnTo>
                  <a:pt x="582" y="2332"/>
                </a:lnTo>
                <a:lnTo>
                  <a:pt x="581" y="2332"/>
                </a:lnTo>
                <a:lnTo>
                  <a:pt x="581" y="2331"/>
                </a:lnTo>
                <a:lnTo>
                  <a:pt x="582" y="2331"/>
                </a:lnTo>
                <a:lnTo>
                  <a:pt x="581" y="2331"/>
                </a:lnTo>
                <a:lnTo>
                  <a:pt x="581" y="2330"/>
                </a:lnTo>
                <a:lnTo>
                  <a:pt x="580" y="2330"/>
                </a:lnTo>
                <a:lnTo>
                  <a:pt x="580" y="2329"/>
                </a:lnTo>
                <a:lnTo>
                  <a:pt x="579" y="2329"/>
                </a:lnTo>
                <a:lnTo>
                  <a:pt x="578" y="2329"/>
                </a:lnTo>
                <a:lnTo>
                  <a:pt x="578" y="2328"/>
                </a:lnTo>
                <a:lnTo>
                  <a:pt x="577" y="2328"/>
                </a:lnTo>
                <a:lnTo>
                  <a:pt x="576" y="2328"/>
                </a:lnTo>
                <a:lnTo>
                  <a:pt x="576" y="2327"/>
                </a:lnTo>
                <a:lnTo>
                  <a:pt x="577" y="2327"/>
                </a:lnTo>
                <a:lnTo>
                  <a:pt x="577" y="2326"/>
                </a:lnTo>
                <a:lnTo>
                  <a:pt x="577" y="2325"/>
                </a:lnTo>
                <a:lnTo>
                  <a:pt x="577" y="2324"/>
                </a:lnTo>
                <a:lnTo>
                  <a:pt x="576" y="2324"/>
                </a:lnTo>
                <a:lnTo>
                  <a:pt x="576" y="2323"/>
                </a:lnTo>
                <a:lnTo>
                  <a:pt x="576" y="2322"/>
                </a:lnTo>
                <a:lnTo>
                  <a:pt x="575" y="2322"/>
                </a:lnTo>
                <a:lnTo>
                  <a:pt x="574" y="2322"/>
                </a:lnTo>
                <a:lnTo>
                  <a:pt x="573" y="2322"/>
                </a:lnTo>
                <a:lnTo>
                  <a:pt x="572" y="2322"/>
                </a:lnTo>
                <a:lnTo>
                  <a:pt x="572" y="2323"/>
                </a:lnTo>
                <a:lnTo>
                  <a:pt x="571" y="2323"/>
                </a:lnTo>
                <a:lnTo>
                  <a:pt x="570" y="2323"/>
                </a:lnTo>
                <a:lnTo>
                  <a:pt x="569" y="2323"/>
                </a:lnTo>
                <a:lnTo>
                  <a:pt x="569" y="2322"/>
                </a:lnTo>
                <a:lnTo>
                  <a:pt x="569" y="2321"/>
                </a:lnTo>
                <a:lnTo>
                  <a:pt x="568" y="2321"/>
                </a:lnTo>
                <a:lnTo>
                  <a:pt x="568" y="2320"/>
                </a:lnTo>
                <a:lnTo>
                  <a:pt x="568" y="2319"/>
                </a:lnTo>
                <a:lnTo>
                  <a:pt x="567" y="2319"/>
                </a:lnTo>
                <a:lnTo>
                  <a:pt x="567" y="2318"/>
                </a:lnTo>
                <a:lnTo>
                  <a:pt x="566" y="2318"/>
                </a:lnTo>
                <a:lnTo>
                  <a:pt x="566" y="2317"/>
                </a:lnTo>
                <a:lnTo>
                  <a:pt x="566" y="2316"/>
                </a:lnTo>
                <a:lnTo>
                  <a:pt x="565" y="2316"/>
                </a:lnTo>
                <a:lnTo>
                  <a:pt x="565" y="2315"/>
                </a:lnTo>
                <a:lnTo>
                  <a:pt x="564" y="2315"/>
                </a:lnTo>
                <a:lnTo>
                  <a:pt x="564" y="2314"/>
                </a:lnTo>
                <a:lnTo>
                  <a:pt x="563" y="2314"/>
                </a:lnTo>
                <a:lnTo>
                  <a:pt x="563" y="2313"/>
                </a:lnTo>
                <a:lnTo>
                  <a:pt x="563" y="2314"/>
                </a:lnTo>
                <a:lnTo>
                  <a:pt x="562" y="2314"/>
                </a:lnTo>
                <a:lnTo>
                  <a:pt x="561" y="2314"/>
                </a:lnTo>
                <a:lnTo>
                  <a:pt x="561" y="2313"/>
                </a:lnTo>
                <a:lnTo>
                  <a:pt x="560" y="2313"/>
                </a:lnTo>
                <a:lnTo>
                  <a:pt x="559" y="2313"/>
                </a:lnTo>
                <a:lnTo>
                  <a:pt x="559" y="2312"/>
                </a:lnTo>
                <a:lnTo>
                  <a:pt x="559" y="2311"/>
                </a:lnTo>
                <a:lnTo>
                  <a:pt x="558" y="2311"/>
                </a:lnTo>
                <a:lnTo>
                  <a:pt x="557" y="2311"/>
                </a:lnTo>
                <a:lnTo>
                  <a:pt x="557" y="2310"/>
                </a:lnTo>
                <a:lnTo>
                  <a:pt x="556" y="2310"/>
                </a:lnTo>
                <a:lnTo>
                  <a:pt x="555" y="2310"/>
                </a:lnTo>
                <a:lnTo>
                  <a:pt x="555" y="2311"/>
                </a:lnTo>
                <a:lnTo>
                  <a:pt x="555" y="2312"/>
                </a:lnTo>
                <a:lnTo>
                  <a:pt x="554" y="2312"/>
                </a:lnTo>
                <a:lnTo>
                  <a:pt x="553" y="2312"/>
                </a:lnTo>
                <a:lnTo>
                  <a:pt x="553" y="2313"/>
                </a:lnTo>
                <a:lnTo>
                  <a:pt x="552" y="2313"/>
                </a:lnTo>
                <a:lnTo>
                  <a:pt x="551" y="2313"/>
                </a:lnTo>
                <a:lnTo>
                  <a:pt x="551" y="2314"/>
                </a:lnTo>
                <a:lnTo>
                  <a:pt x="550" y="2314"/>
                </a:lnTo>
                <a:lnTo>
                  <a:pt x="550" y="2315"/>
                </a:lnTo>
                <a:lnTo>
                  <a:pt x="549" y="2315"/>
                </a:lnTo>
                <a:lnTo>
                  <a:pt x="549" y="2314"/>
                </a:lnTo>
                <a:lnTo>
                  <a:pt x="548" y="2313"/>
                </a:lnTo>
                <a:lnTo>
                  <a:pt x="547" y="2313"/>
                </a:lnTo>
                <a:lnTo>
                  <a:pt x="546" y="2313"/>
                </a:lnTo>
                <a:lnTo>
                  <a:pt x="546" y="2312"/>
                </a:lnTo>
                <a:lnTo>
                  <a:pt x="545" y="2312"/>
                </a:lnTo>
                <a:lnTo>
                  <a:pt x="545" y="2311"/>
                </a:lnTo>
                <a:lnTo>
                  <a:pt x="544" y="2311"/>
                </a:lnTo>
                <a:lnTo>
                  <a:pt x="544" y="2310"/>
                </a:lnTo>
                <a:lnTo>
                  <a:pt x="543" y="2310"/>
                </a:lnTo>
                <a:lnTo>
                  <a:pt x="543" y="2309"/>
                </a:lnTo>
                <a:lnTo>
                  <a:pt x="542" y="2309"/>
                </a:lnTo>
                <a:lnTo>
                  <a:pt x="542" y="2308"/>
                </a:lnTo>
                <a:lnTo>
                  <a:pt x="542" y="2307"/>
                </a:lnTo>
                <a:lnTo>
                  <a:pt x="541" y="2307"/>
                </a:lnTo>
                <a:lnTo>
                  <a:pt x="541" y="2306"/>
                </a:lnTo>
                <a:lnTo>
                  <a:pt x="541" y="2305"/>
                </a:lnTo>
                <a:lnTo>
                  <a:pt x="540" y="2305"/>
                </a:lnTo>
                <a:lnTo>
                  <a:pt x="539" y="2305"/>
                </a:lnTo>
                <a:lnTo>
                  <a:pt x="538" y="2305"/>
                </a:lnTo>
                <a:lnTo>
                  <a:pt x="538" y="2304"/>
                </a:lnTo>
                <a:lnTo>
                  <a:pt x="538" y="2305"/>
                </a:lnTo>
                <a:lnTo>
                  <a:pt x="537" y="2305"/>
                </a:lnTo>
                <a:lnTo>
                  <a:pt x="536" y="2305"/>
                </a:lnTo>
                <a:lnTo>
                  <a:pt x="535" y="2305"/>
                </a:lnTo>
                <a:lnTo>
                  <a:pt x="535" y="2306"/>
                </a:lnTo>
                <a:lnTo>
                  <a:pt x="534" y="2306"/>
                </a:lnTo>
                <a:lnTo>
                  <a:pt x="534" y="2305"/>
                </a:lnTo>
                <a:lnTo>
                  <a:pt x="534" y="2304"/>
                </a:lnTo>
                <a:lnTo>
                  <a:pt x="533" y="2304"/>
                </a:lnTo>
                <a:lnTo>
                  <a:pt x="533" y="2303"/>
                </a:lnTo>
                <a:lnTo>
                  <a:pt x="533" y="2302"/>
                </a:lnTo>
                <a:lnTo>
                  <a:pt x="533" y="2301"/>
                </a:lnTo>
                <a:lnTo>
                  <a:pt x="533" y="2300"/>
                </a:lnTo>
                <a:lnTo>
                  <a:pt x="533" y="2301"/>
                </a:lnTo>
                <a:lnTo>
                  <a:pt x="532" y="2301"/>
                </a:lnTo>
                <a:lnTo>
                  <a:pt x="531" y="2301"/>
                </a:lnTo>
                <a:lnTo>
                  <a:pt x="530" y="2301"/>
                </a:lnTo>
                <a:lnTo>
                  <a:pt x="530" y="2302"/>
                </a:lnTo>
                <a:lnTo>
                  <a:pt x="529" y="2302"/>
                </a:lnTo>
                <a:lnTo>
                  <a:pt x="529" y="2303"/>
                </a:lnTo>
                <a:lnTo>
                  <a:pt x="529" y="2304"/>
                </a:lnTo>
                <a:lnTo>
                  <a:pt x="528" y="2304"/>
                </a:lnTo>
                <a:lnTo>
                  <a:pt x="528" y="2305"/>
                </a:lnTo>
                <a:lnTo>
                  <a:pt x="527" y="2305"/>
                </a:lnTo>
                <a:lnTo>
                  <a:pt x="526" y="2305"/>
                </a:lnTo>
                <a:lnTo>
                  <a:pt x="525" y="2305"/>
                </a:lnTo>
                <a:lnTo>
                  <a:pt x="524" y="2305"/>
                </a:lnTo>
                <a:lnTo>
                  <a:pt x="524" y="2306"/>
                </a:lnTo>
                <a:lnTo>
                  <a:pt x="523" y="2306"/>
                </a:lnTo>
                <a:lnTo>
                  <a:pt x="523" y="2307"/>
                </a:lnTo>
                <a:lnTo>
                  <a:pt x="523" y="2308"/>
                </a:lnTo>
                <a:lnTo>
                  <a:pt x="524" y="2308"/>
                </a:lnTo>
                <a:lnTo>
                  <a:pt x="525" y="2308"/>
                </a:lnTo>
                <a:lnTo>
                  <a:pt x="525" y="2309"/>
                </a:lnTo>
                <a:lnTo>
                  <a:pt x="525" y="2310"/>
                </a:lnTo>
                <a:lnTo>
                  <a:pt x="525" y="2311"/>
                </a:lnTo>
                <a:lnTo>
                  <a:pt x="525" y="2312"/>
                </a:lnTo>
                <a:lnTo>
                  <a:pt x="524" y="2312"/>
                </a:lnTo>
                <a:lnTo>
                  <a:pt x="523" y="2312"/>
                </a:lnTo>
                <a:lnTo>
                  <a:pt x="523" y="2311"/>
                </a:lnTo>
                <a:lnTo>
                  <a:pt x="522" y="2311"/>
                </a:lnTo>
                <a:lnTo>
                  <a:pt x="521" y="2311"/>
                </a:lnTo>
                <a:lnTo>
                  <a:pt x="521" y="2312"/>
                </a:lnTo>
                <a:lnTo>
                  <a:pt x="520" y="2312"/>
                </a:lnTo>
                <a:lnTo>
                  <a:pt x="519" y="2312"/>
                </a:lnTo>
                <a:lnTo>
                  <a:pt x="519" y="2313"/>
                </a:lnTo>
                <a:lnTo>
                  <a:pt x="518" y="2313"/>
                </a:lnTo>
                <a:lnTo>
                  <a:pt x="517" y="2313"/>
                </a:lnTo>
                <a:lnTo>
                  <a:pt x="516" y="2313"/>
                </a:lnTo>
                <a:lnTo>
                  <a:pt x="515" y="2313"/>
                </a:lnTo>
                <a:lnTo>
                  <a:pt x="515" y="2312"/>
                </a:lnTo>
                <a:lnTo>
                  <a:pt x="515" y="2311"/>
                </a:lnTo>
                <a:lnTo>
                  <a:pt x="514" y="2311"/>
                </a:lnTo>
                <a:lnTo>
                  <a:pt x="515" y="2310"/>
                </a:lnTo>
                <a:lnTo>
                  <a:pt x="514" y="2309"/>
                </a:lnTo>
                <a:lnTo>
                  <a:pt x="514" y="2308"/>
                </a:lnTo>
                <a:lnTo>
                  <a:pt x="514" y="2307"/>
                </a:lnTo>
                <a:lnTo>
                  <a:pt x="513" y="2307"/>
                </a:lnTo>
                <a:lnTo>
                  <a:pt x="512" y="2307"/>
                </a:lnTo>
                <a:lnTo>
                  <a:pt x="512" y="2306"/>
                </a:lnTo>
                <a:lnTo>
                  <a:pt x="511" y="2306"/>
                </a:lnTo>
                <a:lnTo>
                  <a:pt x="510" y="2307"/>
                </a:lnTo>
                <a:lnTo>
                  <a:pt x="510" y="2308"/>
                </a:lnTo>
                <a:lnTo>
                  <a:pt x="509" y="2308"/>
                </a:lnTo>
                <a:lnTo>
                  <a:pt x="509" y="2307"/>
                </a:lnTo>
                <a:lnTo>
                  <a:pt x="508" y="2307"/>
                </a:lnTo>
                <a:lnTo>
                  <a:pt x="507" y="2307"/>
                </a:lnTo>
                <a:lnTo>
                  <a:pt x="507" y="2308"/>
                </a:lnTo>
                <a:lnTo>
                  <a:pt x="506" y="2308"/>
                </a:lnTo>
                <a:lnTo>
                  <a:pt x="505" y="2308"/>
                </a:lnTo>
                <a:lnTo>
                  <a:pt x="504" y="2308"/>
                </a:lnTo>
                <a:lnTo>
                  <a:pt x="504" y="2309"/>
                </a:lnTo>
                <a:lnTo>
                  <a:pt x="504" y="2308"/>
                </a:lnTo>
                <a:lnTo>
                  <a:pt x="503" y="2307"/>
                </a:lnTo>
                <a:lnTo>
                  <a:pt x="502" y="2307"/>
                </a:lnTo>
                <a:lnTo>
                  <a:pt x="502" y="2306"/>
                </a:lnTo>
                <a:lnTo>
                  <a:pt x="501" y="2305"/>
                </a:lnTo>
                <a:lnTo>
                  <a:pt x="500" y="2305"/>
                </a:lnTo>
                <a:lnTo>
                  <a:pt x="500" y="2304"/>
                </a:lnTo>
                <a:lnTo>
                  <a:pt x="499" y="2304"/>
                </a:lnTo>
                <a:lnTo>
                  <a:pt x="498" y="2304"/>
                </a:lnTo>
                <a:lnTo>
                  <a:pt x="496" y="2304"/>
                </a:lnTo>
                <a:lnTo>
                  <a:pt x="496" y="2303"/>
                </a:lnTo>
                <a:lnTo>
                  <a:pt x="496" y="2302"/>
                </a:lnTo>
                <a:lnTo>
                  <a:pt x="495" y="2302"/>
                </a:lnTo>
                <a:lnTo>
                  <a:pt x="495" y="2301"/>
                </a:lnTo>
                <a:lnTo>
                  <a:pt x="494" y="2301"/>
                </a:lnTo>
                <a:lnTo>
                  <a:pt x="494" y="2300"/>
                </a:lnTo>
                <a:lnTo>
                  <a:pt x="495" y="2300"/>
                </a:lnTo>
                <a:lnTo>
                  <a:pt x="495" y="2299"/>
                </a:lnTo>
                <a:lnTo>
                  <a:pt x="495" y="2298"/>
                </a:lnTo>
                <a:lnTo>
                  <a:pt x="494" y="2298"/>
                </a:lnTo>
                <a:lnTo>
                  <a:pt x="494" y="2297"/>
                </a:lnTo>
                <a:lnTo>
                  <a:pt x="493" y="2297"/>
                </a:lnTo>
                <a:lnTo>
                  <a:pt x="493" y="2296"/>
                </a:lnTo>
                <a:lnTo>
                  <a:pt x="493" y="2295"/>
                </a:lnTo>
                <a:lnTo>
                  <a:pt x="493" y="2294"/>
                </a:lnTo>
                <a:lnTo>
                  <a:pt x="494" y="2294"/>
                </a:lnTo>
                <a:lnTo>
                  <a:pt x="493" y="2294"/>
                </a:lnTo>
                <a:lnTo>
                  <a:pt x="494" y="2294"/>
                </a:lnTo>
                <a:lnTo>
                  <a:pt x="494" y="2293"/>
                </a:lnTo>
                <a:lnTo>
                  <a:pt x="495" y="2293"/>
                </a:lnTo>
                <a:lnTo>
                  <a:pt x="495" y="2292"/>
                </a:lnTo>
                <a:lnTo>
                  <a:pt x="494" y="2292"/>
                </a:lnTo>
                <a:lnTo>
                  <a:pt x="495" y="2292"/>
                </a:lnTo>
                <a:lnTo>
                  <a:pt x="495" y="2291"/>
                </a:lnTo>
                <a:lnTo>
                  <a:pt x="494" y="2291"/>
                </a:lnTo>
                <a:lnTo>
                  <a:pt x="494" y="2290"/>
                </a:lnTo>
                <a:lnTo>
                  <a:pt x="493" y="2290"/>
                </a:lnTo>
                <a:lnTo>
                  <a:pt x="493" y="2289"/>
                </a:lnTo>
                <a:lnTo>
                  <a:pt x="492" y="2289"/>
                </a:lnTo>
                <a:lnTo>
                  <a:pt x="492" y="2288"/>
                </a:lnTo>
                <a:lnTo>
                  <a:pt x="491" y="2288"/>
                </a:lnTo>
                <a:lnTo>
                  <a:pt x="491" y="2287"/>
                </a:lnTo>
                <a:lnTo>
                  <a:pt x="491" y="2286"/>
                </a:lnTo>
                <a:lnTo>
                  <a:pt x="489" y="2286"/>
                </a:lnTo>
                <a:lnTo>
                  <a:pt x="489" y="2285"/>
                </a:lnTo>
                <a:lnTo>
                  <a:pt x="489" y="2284"/>
                </a:lnTo>
                <a:lnTo>
                  <a:pt x="488" y="2284"/>
                </a:lnTo>
                <a:lnTo>
                  <a:pt x="488" y="2283"/>
                </a:lnTo>
                <a:lnTo>
                  <a:pt x="488" y="2282"/>
                </a:lnTo>
                <a:lnTo>
                  <a:pt x="487" y="2282"/>
                </a:lnTo>
                <a:lnTo>
                  <a:pt x="486" y="2281"/>
                </a:lnTo>
                <a:lnTo>
                  <a:pt x="485" y="2281"/>
                </a:lnTo>
                <a:lnTo>
                  <a:pt x="485" y="2280"/>
                </a:lnTo>
                <a:lnTo>
                  <a:pt x="485" y="2279"/>
                </a:lnTo>
                <a:lnTo>
                  <a:pt x="485" y="2278"/>
                </a:lnTo>
                <a:lnTo>
                  <a:pt x="485" y="2277"/>
                </a:lnTo>
                <a:lnTo>
                  <a:pt x="484" y="2277"/>
                </a:lnTo>
                <a:lnTo>
                  <a:pt x="483" y="2277"/>
                </a:lnTo>
                <a:lnTo>
                  <a:pt x="483" y="2276"/>
                </a:lnTo>
                <a:lnTo>
                  <a:pt x="482" y="2276"/>
                </a:lnTo>
                <a:lnTo>
                  <a:pt x="482" y="2277"/>
                </a:lnTo>
                <a:lnTo>
                  <a:pt x="483" y="2277"/>
                </a:lnTo>
                <a:lnTo>
                  <a:pt x="483" y="2278"/>
                </a:lnTo>
                <a:lnTo>
                  <a:pt x="482" y="2278"/>
                </a:lnTo>
                <a:lnTo>
                  <a:pt x="481" y="2278"/>
                </a:lnTo>
                <a:lnTo>
                  <a:pt x="480" y="2278"/>
                </a:lnTo>
                <a:lnTo>
                  <a:pt x="479" y="2278"/>
                </a:lnTo>
                <a:lnTo>
                  <a:pt x="479" y="2277"/>
                </a:lnTo>
                <a:lnTo>
                  <a:pt x="478" y="2277"/>
                </a:lnTo>
                <a:lnTo>
                  <a:pt x="477" y="2277"/>
                </a:lnTo>
                <a:lnTo>
                  <a:pt x="476" y="2277"/>
                </a:lnTo>
                <a:lnTo>
                  <a:pt x="476" y="2276"/>
                </a:lnTo>
                <a:lnTo>
                  <a:pt x="475" y="2276"/>
                </a:lnTo>
                <a:lnTo>
                  <a:pt x="476" y="2276"/>
                </a:lnTo>
                <a:lnTo>
                  <a:pt x="475" y="2275"/>
                </a:lnTo>
                <a:lnTo>
                  <a:pt x="475" y="2274"/>
                </a:lnTo>
                <a:lnTo>
                  <a:pt x="475" y="2273"/>
                </a:lnTo>
                <a:lnTo>
                  <a:pt x="474" y="2273"/>
                </a:lnTo>
                <a:lnTo>
                  <a:pt x="475" y="2273"/>
                </a:lnTo>
                <a:lnTo>
                  <a:pt x="475" y="2272"/>
                </a:lnTo>
                <a:lnTo>
                  <a:pt x="474" y="2272"/>
                </a:lnTo>
                <a:lnTo>
                  <a:pt x="474" y="2271"/>
                </a:lnTo>
                <a:lnTo>
                  <a:pt x="473" y="2271"/>
                </a:lnTo>
                <a:lnTo>
                  <a:pt x="473" y="2270"/>
                </a:lnTo>
                <a:lnTo>
                  <a:pt x="474" y="2270"/>
                </a:lnTo>
                <a:lnTo>
                  <a:pt x="474" y="2269"/>
                </a:lnTo>
                <a:lnTo>
                  <a:pt x="473" y="2269"/>
                </a:lnTo>
                <a:lnTo>
                  <a:pt x="473" y="2268"/>
                </a:lnTo>
                <a:lnTo>
                  <a:pt x="474" y="2268"/>
                </a:lnTo>
                <a:lnTo>
                  <a:pt x="474" y="2267"/>
                </a:lnTo>
                <a:lnTo>
                  <a:pt x="475" y="2267"/>
                </a:lnTo>
                <a:lnTo>
                  <a:pt x="475" y="2266"/>
                </a:lnTo>
                <a:lnTo>
                  <a:pt x="475" y="2265"/>
                </a:lnTo>
                <a:lnTo>
                  <a:pt x="476" y="2265"/>
                </a:lnTo>
                <a:lnTo>
                  <a:pt x="476" y="2264"/>
                </a:lnTo>
                <a:lnTo>
                  <a:pt x="476" y="2263"/>
                </a:lnTo>
                <a:lnTo>
                  <a:pt x="477" y="2263"/>
                </a:lnTo>
                <a:lnTo>
                  <a:pt x="477" y="2262"/>
                </a:lnTo>
                <a:lnTo>
                  <a:pt x="476" y="2262"/>
                </a:lnTo>
                <a:lnTo>
                  <a:pt x="475" y="2262"/>
                </a:lnTo>
                <a:lnTo>
                  <a:pt x="475" y="2261"/>
                </a:lnTo>
                <a:lnTo>
                  <a:pt x="475" y="2260"/>
                </a:lnTo>
                <a:lnTo>
                  <a:pt x="474" y="2260"/>
                </a:lnTo>
                <a:lnTo>
                  <a:pt x="474" y="2259"/>
                </a:lnTo>
                <a:lnTo>
                  <a:pt x="473" y="2259"/>
                </a:lnTo>
                <a:lnTo>
                  <a:pt x="473" y="2258"/>
                </a:lnTo>
                <a:lnTo>
                  <a:pt x="472" y="2258"/>
                </a:lnTo>
                <a:lnTo>
                  <a:pt x="472" y="2259"/>
                </a:lnTo>
                <a:lnTo>
                  <a:pt x="472" y="2258"/>
                </a:lnTo>
                <a:lnTo>
                  <a:pt x="471" y="2258"/>
                </a:lnTo>
                <a:lnTo>
                  <a:pt x="471" y="2257"/>
                </a:lnTo>
                <a:lnTo>
                  <a:pt x="470" y="2257"/>
                </a:lnTo>
                <a:lnTo>
                  <a:pt x="470" y="2256"/>
                </a:lnTo>
                <a:lnTo>
                  <a:pt x="470" y="2255"/>
                </a:lnTo>
                <a:lnTo>
                  <a:pt x="471" y="2255"/>
                </a:lnTo>
                <a:lnTo>
                  <a:pt x="471" y="2254"/>
                </a:lnTo>
                <a:lnTo>
                  <a:pt x="471" y="2253"/>
                </a:lnTo>
                <a:lnTo>
                  <a:pt x="472" y="2253"/>
                </a:lnTo>
                <a:lnTo>
                  <a:pt x="473" y="2253"/>
                </a:lnTo>
                <a:lnTo>
                  <a:pt x="474" y="2253"/>
                </a:lnTo>
                <a:lnTo>
                  <a:pt x="474" y="2252"/>
                </a:lnTo>
                <a:lnTo>
                  <a:pt x="475" y="2252"/>
                </a:lnTo>
                <a:lnTo>
                  <a:pt x="475" y="2251"/>
                </a:lnTo>
                <a:lnTo>
                  <a:pt x="476" y="2251"/>
                </a:lnTo>
                <a:lnTo>
                  <a:pt x="477" y="2251"/>
                </a:lnTo>
                <a:lnTo>
                  <a:pt x="477" y="2250"/>
                </a:lnTo>
                <a:lnTo>
                  <a:pt x="478" y="2250"/>
                </a:lnTo>
                <a:lnTo>
                  <a:pt x="478" y="2249"/>
                </a:lnTo>
                <a:lnTo>
                  <a:pt x="479" y="2249"/>
                </a:lnTo>
                <a:lnTo>
                  <a:pt x="479" y="2248"/>
                </a:lnTo>
                <a:lnTo>
                  <a:pt x="480" y="2248"/>
                </a:lnTo>
                <a:lnTo>
                  <a:pt x="480" y="2247"/>
                </a:lnTo>
                <a:lnTo>
                  <a:pt x="481" y="2247"/>
                </a:lnTo>
                <a:lnTo>
                  <a:pt x="481" y="2246"/>
                </a:lnTo>
                <a:lnTo>
                  <a:pt x="482" y="2246"/>
                </a:lnTo>
                <a:lnTo>
                  <a:pt x="482" y="2245"/>
                </a:lnTo>
                <a:lnTo>
                  <a:pt x="481" y="2245"/>
                </a:lnTo>
                <a:lnTo>
                  <a:pt x="481" y="2244"/>
                </a:lnTo>
                <a:lnTo>
                  <a:pt x="480" y="2244"/>
                </a:lnTo>
                <a:lnTo>
                  <a:pt x="480" y="2243"/>
                </a:lnTo>
                <a:lnTo>
                  <a:pt x="479" y="2243"/>
                </a:lnTo>
                <a:lnTo>
                  <a:pt x="478" y="2243"/>
                </a:lnTo>
                <a:lnTo>
                  <a:pt x="478" y="2242"/>
                </a:lnTo>
                <a:lnTo>
                  <a:pt x="478" y="2241"/>
                </a:lnTo>
                <a:lnTo>
                  <a:pt x="477" y="2241"/>
                </a:lnTo>
                <a:lnTo>
                  <a:pt x="477" y="2240"/>
                </a:lnTo>
                <a:lnTo>
                  <a:pt x="477" y="2239"/>
                </a:lnTo>
                <a:lnTo>
                  <a:pt x="478" y="2239"/>
                </a:lnTo>
                <a:lnTo>
                  <a:pt x="477" y="2239"/>
                </a:lnTo>
                <a:lnTo>
                  <a:pt x="477" y="2238"/>
                </a:lnTo>
                <a:lnTo>
                  <a:pt x="477" y="2239"/>
                </a:lnTo>
                <a:lnTo>
                  <a:pt x="476" y="2239"/>
                </a:lnTo>
                <a:lnTo>
                  <a:pt x="475" y="2239"/>
                </a:lnTo>
                <a:lnTo>
                  <a:pt x="474" y="2239"/>
                </a:lnTo>
                <a:lnTo>
                  <a:pt x="473" y="2239"/>
                </a:lnTo>
                <a:lnTo>
                  <a:pt x="473" y="2238"/>
                </a:lnTo>
                <a:lnTo>
                  <a:pt x="473" y="2237"/>
                </a:lnTo>
                <a:lnTo>
                  <a:pt x="473" y="2236"/>
                </a:lnTo>
                <a:lnTo>
                  <a:pt x="472" y="2236"/>
                </a:lnTo>
                <a:lnTo>
                  <a:pt x="472" y="2235"/>
                </a:lnTo>
                <a:lnTo>
                  <a:pt x="472" y="2234"/>
                </a:lnTo>
                <a:lnTo>
                  <a:pt x="471" y="2234"/>
                </a:lnTo>
                <a:lnTo>
                  <a:pt x="471" y="2233"/>
                </a:lnTo>
                <a:lnTo>
                  <a:pt x="471" y="2232"/>
                </a:lnTo>
                <a:lnTo>
                  <a:pt x="471" y="2231"/>
                </a:lnTo>
                <a:lnTo>
                  <a:pt x="471" y="2230"/>
                </a:lnTo>
                <a:lnTo>
                  <a:pt x="470" y="2230"/>
                </a:lnTo>
                <a:lnTo>
                  <a:pt x="470" y="2229"/>
                </a:lnTo>
                <a:lnTo>
                  <a:pt x="469" y="2229"/>
                </a:lnTo>
                <a:lnTo>
                  <a:pt x="469" y="2228"/>
                </a:lnTo>
                <a:lnTo>
                  <a:pt x="468" y="2228"/>
                </a:lnTo>
                <a:lnTo>
                  <a:pt x="467" y="2228"/>
                </a:lnTo>
                <a:lnTo>
                  <a:pt x="467" y="2227"/>
                </a:lnTo>
                <a:lnTo>
                  <a:pt x="466" y="2227"/>
                </a:lnTo>
                <a:lnTo>
                  <a:pt x="466" y="2226"/>
                </a:lnTo>
                <a:lnTo>
                  <a:pt x="465" y="2226"/>
                </a:lnTo>
                <a:lnTo>
                  <a:pt x="465" y="2225"/>
                </a:lnTo>
                <a:lnTo>
                  <a:pt x="464" y="2225"/>
                </a:lnTo>
                <a:lnTo>
                  <a:pt x="464" y="2224"/>
                </a:lnTo>
                <a:lnTo>
                  <a:pt x="464" y="2223"/>
                </a:lnTo>
                <a:lnTo>
                  <a:pt x="464" y="2222"/>
                </a:lnTo>
                <a:lnTo>
                  <a:pt x="465" y="2222"/>
                </a:lnTo>
                <a:lnTo>
                  <a:pt x="465" y="2221"/>
                </a:lnTo>
                <a:lnTo>
                  <a:pt x="465" y="2220"/>
                </a:lnTo>
                <a:lnTo>
                  <a:pt x="466" y="2220"/>
                </a:lnTo>
                <a:lnTo>
                  <a:pt x="466" y="2219"/>
                </a:lnTo>
                <a:lnTo>
                  <a:pt x="467" y="2219"/>
                </a:lnTo>
                <a:lnTo>
                  <a:pt x="468" y="2219"/>
                </a:lnTo>
                <a:lnTo>
                  <a:pt x="468" y="2218"/>
                </a:lnTo>
                <a:lnTo>
                  <a:pt x="469" y="2218"/>
                </a:lnTo>
                <a:lnTo>
                  <a:pt x="470" y="2218"/>
                </a:lnTo>
                <a:lnTo>
                  <a:pt x="471" y="2217"/>
                </a:lnTo>
                <a:lnTo>
                  <a:pt x="472" y="2217"/>
                </a:lnTo>
                <a:lnTo>
                  <a:pt x="473" y="2217"/>
                </a:lnTo>
                <a:lnTo>
                  <a:pt x="473" y="2216"/>
                </a:lnTo>
                <a:lnTo>
                  <a:pt x="472" y="2216"/>
                </a:lnTo>
                <a:lnTo>
                  <a:pt x="472" y="2215"/>
                </a:lnTo>
                <a:lnTo>
                  <a:pt x="473" y="2215"/>
                </a:lnTo>
                <a:lnTo>
                  <a:pt x="473" y="2214"/>
                </a:lnTo>
                <a:lnTo>
                  <a:pt x="474" y="2214"/>
                </a:lnTo>
                <a:lnTo>
                  <a:pt x="475" y="2213"/>
                </a:lnTo>
                <a:lnTo>
                  <a:pt x="475" y="2212"/>
                </a:lnTo>
                <a:lnTo>
                  <a:pt x="475" y="2211"/>
                </a:lnTo>
                <a:lnTo>
                  <a:pt x="474" y="2211"/>
                </a:lnTo>
                <a:lnTo>
                  <a:pt x="473" y="2211"/>
                </a:lnTo>
                <a:lnTo>
                  <a:pt x="472" y="2211"/>
                </a:lnTo>
                <a:lnTo>
                  <a:pt x="472" y="2210"/>
                </a:lnTo>
                <a:lnTo>
                  <a:pt x="471" y="2210"/>
                </a:lnTo>
                <a:lnTo>
                  <a:pt x="471" y="2209"/>
                </a:lnTo>
                <a:lnTo>
                  <a:pt x="472" y="2209"/>
                </a:lnTo>
                <a:lnTo>
                  <a:pt x="471" y="2209"/>
                </a:lnTo>
                <a:lnTo>
                  <a:pt x="471" y="2208"/>
                </a:lnTo>
                <a:lnTo>
                  <a:pt x="470" y="2208"/>
                </a:lnTo>
                <a:lnTo>
                  <a:pt x="470" y="2207"/>
                </a:lnTo>
                <a:lnTo>
                  <a:pt x="469" y="2207"/>
                </a:lnTo>
                <a:lnTo>
                  <a:pt x="468" y="2207"/>
                </a:lnTo>
                <a:lnTo>
                  <a:pt x="468" y="2206"/>
                </a:lnTo>
                <a:lnTo>
                  <a:pt x="467" y="2206"/>
                </a:lnTo>
                <a:lnTo>
                  <a:pt x="466" y="2206"/>
                </a:lnTo>
                <a:lnTo>
                  <a:pt x="465" y="2206"/>
                </a:lnTo>
                <a:lnTo>
                  <a:pt x="465" y="2205"/>
                </a:lnTo>
                <a:lnTo>
                  <a:pt x="465" y="2206"/>
                </a:lnTo>
                <a:lnTo>
                  <a:pt x="465" y="2205"/>
                </a:lnTo>
                <a:lnTo>
                  <a:pt x="464" y="2205"/>
                </a:lnTo>
                <a:lnTo>
                  <a:pt x="463" y="2205"/>
                </a:lnTo>
                <a:lnTo>
                  <a:pt x="463" y="2204"/>
                </a:lnTo>
                <a:lnTo>
                  <a:pt x="462" y="2204"/>
                </a:lnTo>
                <a:lnTo>
                  <a:pt x="461" y="2204"/>
                </a:lnTo>
                <a:lnTo>
                  <a:pt x="461" y="2203"/>
                </a:lnTo>
                <a:lnTo>
                  <a:pt x="460" y="2203"/>
                </a:lnTo>
                <a:lnTo>
                  <a:pt x="459" y="2203"/>
                </a:lnTo>
                <a:lnTo>
                  <a:pt x="459" y="2202"/>
                </a:lnTo>
                <a:lnTo>
                  <a:pt x="459" y="2201"/>
                </a:lnTo>
                <a:lnTo>
                  <a:pt x="460" y="2201"/>
                </a:lnTo>
                <a:lnTo>
                  <a:pt x="460" y="2200"/>
                </a:lnTo>
                <a:lnTo>
                  <a:pt x="460" y="2199"/>
                </a:lnTo>
                <a:lnTo>
                  <a:pt x="459" y="2199"/>
                </a:lnTo>
                <a:lnTo>
                  <a:pt x="458" y="2199"/>
                </a:lnTo>
                <a:lnTo>
                  <a:pt x="457" y="2199"/>
                </a:lnTo>
                <a:lnTo>
                  <a:pt x="456" y="2200"/>
                </a:lnTo>
                <a:lnTo>
                  <a:pt x="456" y="2199"/>
                </a:lnTo>
                <a:lnTo>
                  <a:pt x="455" y="2199"/>
                </a:lnTo>
                <a:lnTo>
                  <a:pt x="454" y="2199"/>
                </a:lnTo>
                <a:lnTo>
                  <a:pt x="454" y="2200"/>
                </a:lnTo>
                <a:lnTo>
                  <a:pt x="454" y="2199"/>
                </a:lnTo>
                <a:lnTo>
                  <a:pt x="454" y="2198"/>
                </a:lnTo>
                <a:lnTo>
                  <a:pt x="454" y="2197"/>
                </a:lnTo>
                <a:lnTo>
                  <a:pt x="454" y="2196"/>
                </a:lnTo>
                <a:lnTo>
                  <a:pt x="454" y="2195"/>
                </a:lnTo>
                <a:lnTo>
                  <a:pt x="453" y="2194"/>
                </a:lnTo>
                <a:lnTo>
                  <a:pt x="453" y="2193"/>
                </a:lnTo>
                <a:lnTo>
                  <a:pt x="452" y="2193"/>
                </a:lnTo>
                <a:lnTo>
                  <a:pt x="452" y="2192"/>
                </a:lnTo>
                <a:lnTo>
                  <a:pt x="452" y="2191"/>
                </a:lnTo>
                <a:lnTo>
                  <a:pt x="451" y="2191"/>
                </a:lnTo>
                <a:lnTo>
                  <a:pt x="451" y="2190"/>
                </a:lnTo>
                <a:lnTo>
                  <a:pt x="451" y="2191"/>
                </a:lnTo>
                <a:lnTo>
                  <a:pt x="450" y="2191"/>
                </a:lnTo>
                <a:lnTo>
                  <a:pt x="449" y="2191"/>
                </a:lnTo>
                <a:lnTo>
                  <a:pt x="449" y="2192"/>
                </a:lnTo>
                <a:lnTo>
                  <a:pt x="448" y="2192"/>
                </a:lnTo>
                <a:lnTo>
                  <a:pt x="447" y="2192"/>
                </a:lnTo>
                <a:lnTo>
                  <a:pt x="446" y="2192"/>
                </a:lnTo>
                <a:lnTo>
                  <a:pt x="446" y="2191"/>
                </a:lnTo>
                <a:lnTo>
                  <a:pt x="446" y="2190"/>
                </a:lnTo>
                <a:lnTo>
                  <a:pt x="445" y="2190"/>
                </a:lnTo>
                <a:lnTo>
                  <a:pt x="446" y="2190"/>
                </a:lnTo>
                <a:lnTo>
                  <a:pt x="446" y="2189"/>
                </a:lnTo>
                <a:lnTo>
                  <a:pt x="445" y="2189"/>
                </a:lnTo>
                <a:lnTo>
                  <a:pt x="445" y="2188"/>
                </a:lnTo>
                <a:lnTo>
                  <a:pt x="445" y="2187"/>
                </a:lnTo>
                <a:lnTo>
                  <a:pt x="445" y="2186"/>
                </a:lnTo>
                <a:lnTo>
                  <a:pt x="444" y="2186"/>
                </a:lnTo>
                <a:lnTo>
                  <a:pt x="444" y="2185"/>
                </a:lnTo>
                <a:lnTo>
                  <a:pt x="444" y="2184"/>
                </a:lnTo>
                <a:lnTo>
                  <a:pt x="445" y="2184"/>
                </a:lnTo>
                <a:lnTo>
                  <a:pt x="445" y="2183"/>
                </a:lnTo>
                <a:lnTo>
                  <a:pt x="446" y="2183"/>
                </a:lnTo>
                <a:lnTo>
                  <a:pt x="446" y="2182"/>
                </a:lnTo>
                <a:lnTo>
                  <a:pt x="447" y="2182"/>
                </a:lnTo>
                <a:lnTo>
                  <a:pt x="448" y="2182"/>
                </a:lnTo>
                <a:lnTo>
                  <a:pt x="448" y="2181"/>
                </a:lnTo>
                <a:lnTo>
                  <a:pt x="448" y="2180"/>
                </a:lnTo>
                <a:lnTo>
                  <a:pt x="449" y="2180"/>
                </a:lnTo>
                <a:lnTo>
                  <a:pt x="449" y="2179"/>
                </a:lnTo>
                <a:lnTo>
                  <a:pt x="450" y="2179"/>
                </a:lnTo>
                <a:lnTo>
                  <a:pt x="449" y="2179"/>
                </a:lnTo>
                <a:lnTo>
                  <a:pt x="449" y="2178"/>
                </a:lnTo>
                <a:lnTo>
                  <a:pt x="450" y="2178"/>
                </a:lnTo>
                <a:lnTo>
                  <a:pt x="449" y="2177"/>
                </a:lnTo>
                <a:lnTo>
                  <a:pt x="450" y="2177"/>
                </a:lnTo>
                <a:lnTo>
                  <a:pt x="450" y="2176"/>
                </a:lnTo>
                <a:lnTo>
                  <a:pt x="450" y="2175"/>
                </a:lnTo>
                <a:lnTo>
                  <a:pt x="451" y="2175"/>
                </a:lnTo>
                <a:lnTo>
                  <a:pt x="451" y="2174"/>
                </a:lnTo>
                <a:lnTo>
                  <a:pt x="451" y="2173"/>
                </a:lnTo>
                <a:lnTo>
                  <a:pt x="450" y="2173"/>
                </a:lnTo>
                <a:lnTo>
                  <a:pt x="450" y="2172"/>
                </a:lnTo>
                <a:lnTo>
                  <a:pt x="450" y="2173"/>
                </a:lnTo>
                <a:lnTo>
                  <a:pt x="449" y="2173"/>
                </a:lnTo>
                <a:lnTo>
                  <a:pt x="449" y="2172"/>
                </a:lnTo>
                <a:lnTo>
                  <a:pt x="448" y="2172"/>
                </a:lnTo>
                <a:lnTo>
                  <a:pt x="448" y="2171"/>
                </a:lnTo>
                <a:lnTo>
                  <a:pt x="449" y="2171"/>
                </a:lnTo>
                <a:lnTo>
                  <a:pt x="449" y="2170"/>
                </a:lnTo>
                <a:lnTo>
                  <a:pt x="449" y="2169"/>
                </a:lnTo>
                <a:lnTo>
                  <a:pt x="449" y="2168"/>
                </a:lnTo>
                <a:lnTo>
                  <a:pt x="448" y="2168"/>
                </a:lnTo>
                <a:lnTo>
                  <a:pt x="447" y="2168"/>
                </a:lnTo>
                <a:lnTo>
                  <a:pt x="447" y="2167"/>
                </a:lnTo>
                <a:lnTo>
                  <a:pt x="446" y="2166"/>
                </a:lnTo>
                <a:lnTo>
                  <a:pt x="447" y="2166"/>
                </a:lnTo>
                <a:lnTo>
                  <a:pt x="447" y="2165"/>
                </a:lnTo>
                <a:lnTo>
                  <a:pt x="448" y="2165"/>
                </a:lnTo>
                <a:lnTo>
                  <a:pt x="448" y="2164"/>
                </a:lnTo>
                <a:lnTo>
                  <a:pt x="448" y="2163"/>
                </a:lnTo>
                <a:lnTo>
                  <a:pt x="448" y="2162"/>
                </a:lnTo>
                <a:lnTo>
                  <a:pt x="448" y="2161"/>
                </a:lnTo>
                <a:lnTo>
                  <a:pt x="448" y="2160"/>
                </a:lnTo>
                <a:lnTo>
                  <a:pt x="447" y="2160"/>
                </a:lnTo>
                <a:lnTo>
                  <a:pt x="447" y="2159"/>
                </a:lnTo>
                <a:lnTo>
                  <a:pt x="446" y="2159"/>
                </a:lnTo>
                <a:lnTo>
                  <a:pt x="446" y="2158"/>
                </a:lnTo>
                <a:lnTo>
                  <a:pt x="446" y="2157"/>
                </a:lnTo>
                <a:lnTo>
                  <a:pt x="445" y="2157"/>
                </a:lnTo>
                <a:lnTo>
                  <a:pt x="445" y="2156"/>
                </a:lnTo>
                <a:lnTo>
                  <a:pt x="444" y="2156"/>
                </a:lnTo>
                <a:lnTo>
                  <a:pt x="444" y="2155"/>
                </a:lnTo>
                <a:lnTo>
                  <a:pt x="444" y="2154"/>
                </a:lnTo>
                <a:lnTo>
                  <a:pt x="444" y="2153"/>
                </a:lnTo>
                <a:lnTo>
                  <a:pt x="443" y="2153"/>
                </a:lnTo>
                <a:lnTo>
                  <a:pt x="442" y="2153"/>
                </a:lnTo>
                <a:lnTo>
                  <a:pt x="442" y="2152"/>
                </a:lnTo>
                <a:lnTo>
                  <a:pt x="441" y="2152"/>
                </a:lnTo>
                <a:lnTo>
                  <a:pt x="441" y="2151"/>
                </a:lnTo>
                <a:lnTo>
                  <a:pt x="441" y="2150"/>
                </a:lnTo>
                <a:lnTo>
                  <a:pt x="442" y="2150"/>
                </a:lnTo>
                <a:lnTo>
                  <a:pt x="442" y="2149"/>
                </a:lnTo>
                <a:lnTo>
                  <a:pt x="443" y="2149"/>
                </a:lnTo>
                <a:lnTo>
                  <a:pt x="443" y="2148"/>
                </a:lnTo>
                <a:lnTo>
                  <a:pt x="444" y="2148"/>
                </a:lnTo>
                <a:lnTo>
                  <a:pt x="444" y="2147"/>
                </a:lnTo>
                <a:lnTo>
                  <a:pt x="445" y="2147"/>
                </a:lnTo>
                <a:lnTo>
                  <a:pt x="446" y="2147"/>
                </a:lnTo>
                <a:lnTo>
                  <a:pt x="446" y="2146"/>
                </a:lnTo>
                <a:lnTo>
                  <a:pt x="448" y="2146"/>
                </a:lnTo>
                <a:lnTo>
                  <a:pt x="448" y="2147"/>
                </a:lnTo>
                <a:lnTo>
                  <a:pt x="449" y="2147"/>
                </a:lnTo>
                <a:lnTo>
                  <a:pt x="449" y="2146"/>
                </a:lnTo>
                <a:lnTo>
                  <a:pt x="450" y="2146"/>
                </a:lnTo>
                <a:lnTo>
                  <a:pt x="451" y="2146"/>
                </a:lnTo>
                <a:lnTo>
                  <a:pt x="451" y="2145"/>
                </a:lnTo>
                <a:lnTo>
                  <a:pt x="451" y="2144"/>
                </a:lnTo>
                <a:lnTo>
                  <a:pt x="452" y="2144"/>
                </a:lnTo>
                <a:lnTo>
                  <a:pt x="452" y="2143"/>
                </a:lnTo>
                <a:lnTo>
                  <a:pt x="453" y="2143"/>
                </a:lnTo>
                <a:lnTo>
                  <a:pt x="453" y="2142"/>
                </a:lnTo>
                <a:lnTo>
                  <a:pt x="453" y="2143"/>
                </a:lnTo>
                <a:lnTo>
                  <a:pt x="454" y="2143"/>
                </a:lnTo>
                <a:lnTo>
                  <a:pt x="455" y="2143"/>
                </a:lnTo>
                <a:lnTo>
                  <a:pt x="455" y="2142"/>
                </a:lnTo>
                <a:lnTo>
                  <a:pt x="455" y="2143"/>
                </a:lnTo>
                <a:lnTo>
                  <a:pt x="455" y="2142"/>
                </a:lnTo>
                <a:lnTo>
                  <a:pt x="456" y="2142"/>
                </a:lnTo>
                <a:lnTo>
                  <a:pt x="456" y="2143"/>
                </a:lnTo>
                <a:lnTo>
                  <a:pt x="457" y="2143"/>
                </a:lnTo>
                <a:lnTo>
                  <a:pt x="457" y="2142"/>
                </a:lnTo>
                <a:lnTo>
                  <a:pt x="458" y="2142"/>
                </a:lnTo>
                <a:lnTo>
                  <a:pt x="458" y="2141"/>
                </a:lnTo>
                <a:lnTo>
                  <a:pt x="457" y="2141"/>
                </a:lnTo>
                <a:lnTo>
                  <a:pt x="458" y="2141"/>
                </a:lnTo>
                <a:lnTo>
                  <a:pt x="458" y="2140"/>
                </a:lnTo>
                <a:lnTo>
                  <a:pt x="459" y="2140"/>
                </a:lnTo>
                <a:lnTo>
                  <a:pt x="460" y="2140"/>
                </a:lnTo>
                <a:lnTo>
                  <a:pt x="460" y="2141"/>
                </a:lnTo>
                <a:lnTo>
                  <a:pt x="461" y="2141"/>
                </a:lnTo>
                <a:lnTo>
                  <a:pt x="462" y="2141"/>
                </a:lnTo>
                <a:lnTo>
                  <a:pt x="462" y="2140"/>
                </a:lnTo>
                <a:lnTo>
                  <a:pt x="463" y="2139"/>
                </a:lnTo>
                <a:lnTo>
                  <a:pt x="463" y="2140"/>
                </a:lnTo>
                <a:lnTo>
                  <a:pt x="463" y="2139"/>
                </a:lnTo>
                <a:lnTo>
                  <a:pt x="464" y="2139"/>
                </a:lnTo>
                <a:lnTo>
                  <a:pt x="464" y="2138"/>
                </a:lnTo>
                <a:lnTo>
                  <a:pt x="465" y="2138"/>
                </a:lnTo>
                <a:lnTo>
                  <a:pt x="466" y="2138"/>
                </a:lnTo>
                <a:lnTo>
                  <a:pt x="466" y="2137"/>
                </a:lnTo>
                <a:lnTo>
                  <a:pt x="467" y="2137"/>
                </a:lnTo>
                <a:lnTo>
                  <a:pt x="467" y="2136"/>
                </a:lnTo>
                <a:lnTo>
                  <a:pt x="468" y="2136"/>
                </a:lnTo>
                <a:lnTo>
                  <a:pt x="468" y="2135"/>
                </a:lnTo>
                <a:lnTo>
                  <a:pt x="469" y="2135"/>
                </a:lnTo>
                <a:lnTo>
                  <a:pt x="470" y="2135"/>
                </a:lnTo>
                <a:lnTo>
                  <a:pt x="470" y="2134"/>
                </a:lnTo>
                <a:lnTo>
                  <a:pt x="471" y="2134"/>
                </a:lnTo>
                <a:lnTo>
                  <a:pt x="471" y="2133"/>
                </a:lnTo>
                <a:lnTo>
                  <a:pt x="472" y="2133"/>
                </a:lnTo>
                <a:lnTo>
                  <a:pt x="473" y="2133"/>
                </a:lnTo>
                <a:lnTo>
                  <a:pt x="472" y="2133"/>
                </a:lnTo>
                <a:lnTo>
                  <a:pt x="472" y="2134"/>
                </a:lnTo>
                <a:lnTo>
                  <a:pt x="472" y="2135"/>
                </a:lnTo>
                <a:lnTo>
                  <a:pt x="473" y="2135"/>
                </a:lnTo>
                <a:lnTo>
                  <a:pt x="473" y="2136"/>
                </a:lnTo>
                <a:lnTo>
                  <a:pt x="472" y="2136"/>
                </a:lnTo>
                <a:lnTo>
                  <a:pt x="472" y="2137"/>
                </a:lnTo>
                <a:lnTo>
                  <a:pt x="472" y="2138"/>
                </a:lnTo>
                <a:lnTo>
                  <a:pt x="472" y="2139"/>
                </a:lnTo>
                <a:lnTo>
                  <a:pt x="473" y="2139"/>
                </a:lnTo>
                <a:lnTo>
                  <a:pt x="473" y="2140"/>
                </a:lnTo>
                <a:lnTo>
                  <a:pt x="474" y="2141"/>
                </a:lnTo>
                <a:lnTo>
                  <a:pt x="475" y="2141"/>
                </a:lnTo>
                <a:lnTo>
                  <a:pt x="475" y="2142"/>
                </a:lnTo>
                <a:lnTo>
                  <a:pt x="475" y="2143"/>
                </a:lnTo>
                <a:lnTo>
                  <a:pt x="476" y="2143"/>
                </a:lnTo>
                <a:lnTo>
                  <a:pt x="475" y="2143"/>
                </a:lnTo>
                <a:lnTo>
                  <a:pt x="475" y="2144"/>
                </a:lnTo>
                <a:lnTo>
                  <a:pt x="475" y="2145"/>
                </a:lnTo>
                <a:lnTo>
                  <a:pt x="475" y="2146"/>
                </a:lnTo>
                <a:lnTo>
                  <a:pt x="474" y="2146"/>
                </a:lnTo>
                <a:lnTo>
                  <a:pt x="474" y="2147"/>
                </a:lnTo>
                <a:lnTo>
                  <a:pt x="473" y="2148"/>
                </a:lnTo>
                <a:lnTo>
                  <a:pt x="474" y="2148"/>
                </a:lnTo>
                <a:lnTo>
                  <a:pt x="474" y="2149"/>
                </a:lnTo>
                <a:lnTo>
                  <a:pt x="474" y="2150"/>
                </a:lnTo>
                <a:lnTo>
                  <a:pt x="475" y="2150"/>
                </a:lnTo>
                <a:lnTo>
                  <a:pt x="475" y="2151"/>
                </a:lnTo>
                <a:lnTo>
                  <a:pt x="474" y="2151"/>
                </a:lnTo>
                <a:lnTo>
                  <a:pt x="475" y="2151"/>
                </a:lnTo>
                <a:lnTo>
                  <a:pt x="475" y="2152"/>
                </a:lnTo>
                <a:lnTo>
                  <a:pt x="475" y="2153"/>
                </a:lnTo>
                <a:lnTo>
                  <a:pt x="476" y="2153"/>
                </a:lnTo>
                <a:lnTo>
                  <a:pt x="475" y="2153"/>
                </a:lnTo>
                <a:lnTo>
                  <a:pt x="475" y="2154"/>
                </a:lnTo>
                <a:lnTo>
                  <a:pt x="476" y="2154"/>
                </a:lnTo>
                <a:lnTo>
                  <a:pt x="475" y="2154"/>
                </a:lnTo>
                <a:lnTo>
                  <a:pt x="475" y="2155"/>
                </a:lnTo>
                <a:lnTo>
                  <a:pt x="476" y="2156"/>
                </a:lnTo>
                <a:lnTo>
                  <a:pt x="476" y="2157"/>
                </a:lnTo>
                <a:lnTo>
                  <a:pt x="475" y="2157"/>
                </a:lnTo>
                <a:lnTo>
                  <a:pt x="476" y="2157"/>
                </a:lnTo>
                <a:lnTo>
                  <a:pt x="477" y="2157"/>
                </a:lnTo>
                <a:lnTo>
                  <a:pt x="477" y="2158"/>
                </a:lnTo>
                <a:lnTo>
                  <a:pt x="478" y="2159"/>
                </a:lnTo>
                <a:lnTo>
                  <a:pt x="478" y="2160"/>
                </a:lnTo>
                <a:lnTo>
                  <a:pt x="478" y="2161"/>
                </a:lnTo>
                <a:lnTo>
                  <a:pt x="479" y="2161"/>
                </a:lnTo>
                <a:lnTo>
                  <a:pt x="479" y="2162"/>
                </a:lnTo>
                <a:lnTo>
                  <a:pt x="479" y="2161"/>
                </a:lnTo>
                <a:lnTo>
                  <a:pt x="479" y="2162"/>
                </a:lnTo>
                <a:lnTo>
                  <a:pt x="480" y="2162"/>
                </a:lnTo>
                <a:lnTo>
                  <a:pt x="480" y="2163"/>
                </a:lnTo>
                <a:lnTo>
                  <a:pt x="481" y="2163"/>
                </a:lnTo>
                <a:lnTo>
                  <a:pt x="481" y="2164"/>
                </a:lnTo>
                <a:lnTo>
                  <a:pt x="482" y="2164"/>
                </a:lnTo>
                <a:lnTo>
                  <a:pt x="482" y="2163"/>
                </a:lnTo>
                <a:lnTo>
                  <a:pt x="483" y="2163"/>
                </a:lnTo>
                <a:lnTo>
                  <a:pt x="484" y="2163"/>
                </a:lnTo>
                <a:lnTo>
                  <a:pt x="484" y="2164"/>
                </a:lnTo>
                <a:lnTo>
                  <a:pt x="484" y="2165"/>
                </a:lnTo>
                <a:lnTo>
                  <a:pt x="485" y="2165"/>
                </a:lnTo>
                <a:lnTo>
                  <a:pt x="486" y="2165"/>
                </a:lnTo>
                <a:lnTo>
                  <a:pt x="487" y="2165"/>
                </a:lnTo>
                <a:lnTo>
                  <a:pt x="487" y="2166"/>
                </a:lnTo>
                <a:lnTo>
                  <a:pt x="487" y="2167"/>
                </a:lnTo>
                <a:lnTo>
                  <a:pt x="487" y="2168"/>
                </a:lnTo>
                <a:lnTo>
                  <a:pt x="488" y="2168"/>
                </a:lnTo>
                <a:lnTo>
                  <a:pt x="489" y="2168"/>
                </a:lnTo>
                <a:lnTo>
                  <a:pt x="489" y="2169"/>
                </a:lnTo>
                <a:lnTo>
                  <a:pt x="490" y="2169"/>
                </a:lnTo>
                <a:lnTo>
                  <a:pt x="490" y="2170"/>
                </a:lnTo>
                <a:lnTo>
                  <a:pt x="491" y="2170"/>
                </a:lnTo>
                <a:lnTo>
                  <a:pt x="491" y="2171"/>
                </a:lnTo>
                <a:lnTo>
                  <a:pt x="492" y="2171"/>
                </a:lnTo>
                <a:lnTo>
                  <a:pt x="493" y="2171"/>
                </a:lnTo>
                <a:lnTo>
                  <a:pt x="493" y="2170"/>
                </a:lnTo>
                <a:lnTo>
                  <a:pt x="494" y="2170"/>
                </a:lnTo>
                <a:lnTo>
                  <a:pt x="494" y="2169"/>
                </a:lnTo>
                <a:lnTo>
                  <a:pt x="494" y="2168"/>
                </a:lnTo>
                <a:lnTo>
                  <a:pt x="495" y="2168"/>
                </a:lnTo>
                <a:lnTo>
                  <a:pt x="495" y="2167"/>
                </a:lnTo>
                <a:lnTo>
                  <a:pt x="496" y="2167"/>
                </a:lnTo>
                <a:lnTo>
                  <a:pt x="497" y="2167"/>
                </a:lnTo>
                <a:lnTo>
                  <a:pt x="497" y="2166"/>
                </a:lnTo>
                <a:lnTo>
                  <a:pt x="498" y="2166"/>
                </a:lnTo>
                <a:lnTo>
                  <a:pt x="498" y="2167"/>
                </a:lnTo>
                <a:lnTo>
                  <a:pt x="499" y="2167"/>
                </a:lnTo>
                <a:lnTo>
                  <a:pt x="499" y="2166"/>
                </a:lnTo>
                <a:lnTo>
                  <a:pt x="499" y="2167"/>
                </a:lnTo>
                <a:lnTo>
                  <a:pt x="499" y="2166"/>
                </a:lnTo>
                <a:lnTo>
                  <a:pt x="500" y="2166"/>
                </a:lnTo>
                <a:lnTo>
                  <a:pt x="501" y="2166"/>
                </a:lnTo>
                <a:lnTo>
                  <a:pt x="502" y="2166"/>
                </a:lnTo>
                <a:lnTo>
                  <a:pt x="502" y="2167"/>
                </a:lnTo>
                <a:lnTo>
                  <a:pt x="503" y="2167"/>
                </a:lnTo>
                <a:lnTo>
                  <a:pt x="503" y="2168"/>
                </a:lnTo>
                <a:lnTo>
                  <a:pt x="504" y="2168"/>
                </a:lnTo>
                <a:lnTo>
                  <a:pt x="505" y="2168"/>
                </a:lnTo>
                <a:lnTo>
                  <a:pt x="505" y="2167"/>
                </a:lnTo>
                <a:lnTo>
                  <a:pt x="505" y="2166"/>
                </a:lnTo>
                <a:lnTo>
                  <a:pt x="505" y="2165"/>
                </a:lnTo>
                <a:lnTo>
                  <a:pt x="504" y="2165"/>
                </a:lnTo>
                <a:lnTo>
                  <a:pt x="505" y="2165"/>
                </a:lnTo>
                <a:lnTo>
                  <a:pt x="505" y="2164"/>
                </a:lnTo>
                <a:lnTo>
                  <a:pt x="506" y="2164"/>
                </a:lnTo>
                <a:lnTo>
                  <a:pt x="506" y="2163"/>
                </a:lnTo>
                <a:lnTo>
                  <a:pt x="507" y="2163"/>
                </a:lnTo>
                <a:lnTo>
                  <a:pt x="507" y="2162"/>
                </a:lnTo>
                <a:lnTo>
                  <a:pt x="506" y="2162"/>
                </a:lnTo>
                <a:lnTo>
                  <a:pt x="506" y="2161"/>
                </a:lnTo>
                <a:lnTo>
                  <a:pt x="506" y="2160"/>
                </a:lnTo>
                <a:lnTo>
                  <a:pt x="506" y="2159"/>
                </a:lnTo>
                <a:lnTo>
                  <a:pt x="507" y="2159"/>
                </a:lnTo>
                <a:lnTo>
                  <a:pt x="507" y="2158"/>
                </a:lnTo>
                <a:lnTo>
                  <a:pt x="507" y="2157"/>
                </a:lnTo>
                <a:lnTo>
                  <a:pt x="507" y="2156"/>
                </a:lnTo>
                <a:lnTo>
                  <a:pt x="508" y="2156"/>
                </a:lnTo>
                <a:lnTo>
                  <a:pt x="508" y="2157"/>
                </a:lnTo>
                <a:lnTo>
                  <a:pt x="509" y="2157"/>
                </a:lnTo>
                <a:lnTo>
                  <a:pt x="509" y="2156"/>
                </a:lnTo>
                <a:lnTo>
                  <a:pt x="509" y="2155"/>
                </a:lnTo>
                <a:lnTo>
                  <a:pt x="510" y="2155"/>
                </a:lnTo>
                <a:lnTo>
                  <a:pt x="511" y="2155"/>
                </a:lnTo>
                <a:lnTo>
                  <a:pt x="512" y="2155"/>
                </a:lnTo>
                <a:lnTo>
                  <a:pt x="512" y="2154"/>
                </a:lnTo>
                <a:lnTo>
                  <a:pt x="512" y="2153"/>
                </a:lnTo>
                <a:lnTo>
                  <a:pt x="513" y="2153"/>
                </a:lnTo>
                <a:lnTo>
                  <a:pt x="514" y="2153"/>
                </a:lnTo>
                <a:lnTo>
                  <a:pt x="515" y="2153"/>
                </a:lnTo>
                <a:lnTo>
                  <a:pt x="515" y="2154"/>
                </a:lnTo>
                <a:lnTo>
                  <a:pt x="515" y="2153"/>
                </a:lnTo>
                <a:lnTo>
                  <a:pt x="515" y="2152"/>
                </a:lnTo>
                <a:lnTo>
                  <a:pt x="516" y="2152"/>
                </a:lnTo>
                <a:lnTo>
                  <a:pt x="516" y="2153"/>
                </a:lnTo>
                <a:lnTo>
                  <a:pt x="517" y="2153"/>
                </a:lnTo>
                <a:lnTo>
                  <a:pt x="518" y="2153"/>
                </a:lnTo>
                <a:lnTo>
                  <a:pt x="518" y="2152"/>
                </a:lnTo>
                <a:lnTo>
                  <a:pt x="518" y="2151"/>
                </a:lnTo>
                <a:lnTo>
                  <a:pt x="519" y="2151"/>
                </a:lnTo>
                <a:lnTo>
                  <a:pt x="520" y="2151"/>
                </a:lnTo>
                <a:lnTo>
                  <a:pt x="520" y="2150"/>
                </a:lnTo>
                <a:lnTo>
                  <a:pt x="520" y="2149"/>
                </a:lnTo>
                <a:lnTo>
                  <a:pt x="519" y="2149"/>
                </a:lnTo>
                <a:lnTo>
                  <a:pt x="519" y="2148"/>
                </a:lnTo>
                <a:lnTo>
                  <a:pt x="520" y="2148"/>
                </a:lnTo>
                <a:lnTo>
                  <a:pt x="520" y="2147"/>
                </a:lnTo>
                <a:lnTo>
                  <a:pt x="521" y="2147"/>
                </a:lnTo>
                <a:lnTo>
                  <a:pt x="521" y="2146"/>
                </a:lnTo>
                <a:lnTo>
                  <a:pt x="522" y="2146"/>
                </a:lnTo>
                <a:lnTo>
                  <a:pt x="522" y="2145"/>
                </a:lnTo>
                <a:lnTo>
                  <a:pt x="522" y="2144"/>
                </a:lnTo>
                <a:lnTo>
                  <a:pt x="523" y="2144"/>
                </a:lnTo>
                <a:lnTo>
                  <a:pt x="523" y="2143"/>
                </a:lnTo>
                <a:lnTo>
                  <a:pt x="522" y="2143"/>
                </a:lnTo>
                <a:lnTo>
                  <a:pt x="522" y="2142"/>
                </a:lnTo>
                <a:lnTo>
                  <a:pt x="522" y="2141"/>
                </a:lnTo>
                <a:lnTo>
                  <a:pt x="522" y="2140"/>
                </a:lnTo>
                <a:lnTo>
                  <a:pt x="521" y="2140"/>
                </a:lnTo>
                <a:lnTo>
                  <a:pt x="521" y="2139"/>
                </a:lnTo>
                <a:lnTo>
                  <a:pt x="521" y="2138"/>
                </a:lnTo>
                <a:lnTo>
                  <a:pt x="520" y="2137"/>
                </a:lnTo>
                <a:lnTo>
                  <a:pt x="520" y="2136"/>
                </a:lnTo>
                <a:lnTo>
                  <a:pt x="520" y="2135"/>
                </a:lnTo>
                <a:lnTo>
                  <a:pt x="521" y="2135"/>
                </a:lnTo>
                <a:lnTo>
                  <a:pt x="521" y="2134"/>
                </a:lnTo>
                <a:lnTo>
                  <a:pt x="521" y="2133"/>
                </a:lnTo>
                <a:lnTo>
                  <a:pt x="521" y="2132"/>
                </a:lnTo>
                <a:lnTo>
                  <a:pt x="522" y="2132"/>
                </a:lnTo>
                <a:lnTo>
                  <a:pt x="522" y="2131"/>
                </a:lnTo>
                <a:lnTo>
                  <a:pt x="521" y="2130"/>
                </a:lnTo>
                <a:lnTo>
                  <a:pt x="522" y="2130"/>
                </a:lnTo>
                <a:lnTo>
                  <a:pt x="521" y="2130"/>
                </a:lnTo>
                <a:lnTo>
                  <a:pt x="521" y="2129"/>
                </a:lnTo>
                <a:lnTo>
                  <a:pt x="521" y="2128"/>
                </a:lnTo>
                <a:lnTo>
                  <a:pt x="520" y="2128"/>
                </a:lnTo>
                <a:lnTo>
                  <a:pt x="520" y="2127"/>
                </a:lnTo>
                <a:lnTo>
                  <a:pt x="520" y="2126"/>
                </a:lnTo>
                <a:lnTo>
                  <a:pt x="520" y="2125"/>
                </a:lnTo>
                <a:lnTo>
                  <a:pt x="519" y="2125"/>
                </a:lnTo>
                <a:lnTo>
                  <a:pt x="518" y="2125"/>
                </a:lnTo>
                <a:lnTo>
                  <a:pt x="517" y="2125"/>
                </a:lnTo>
                <a:lnTo>
                  <a:pt x="516" y="2125"/>
                </a:lnTo>
                <a:lnTo>
                  <a:pt x="515" y="2125"/>
                </a:lnTo>
                <a:lnTo>
                  <a:pt x="516" y="2125"/>
                </a:lnTo>
                <a:lnTo>
                  <a:pt x="516" y="2124"/>
                </a:lnTo>
                <a:lnTo>
                  <a:pt x="515" y="2124"/>
                </a:lnTo>
                <a:lnTo>
                  <a:pt x="516" y="2124"/>
                </a:lnTo>
                <a:lnTo>
                  <a:pt x="516" y="2123"/>
                </a:lnTo>
                <a:lnTo>
                  <a:pt x="516" y="2122"/>
                </a:lnTo>
                <a:lnTo>
                  <a:pt x="516" y="2121"/>
                </a:lnTo>
                <a:lnTo>
                  <a:pt x="516" y="2120"/>
                </a:lnTo>
                <a:lnTo>
                  <a:pt x="516" y="2119"/>
                </a:lnTo>
                <a:lnTo>
                  <a:pt x="517" y="2119"/>
                </a:lnTo>
                <a:lnTo>
                  <a:pt x="516" y="2119"/>
                </a:lnTo>
                <a:lnTo>
                  <a:pt x="516" y="2118"/>
                </a:lnTo>
                <a:lnTo>
                  <a:pt x="516" y="2117"/>
                </a:lnTo>
                <a:lnTo>
                  <a:pt x="516" y="2116"/>
                </a:lnTo>
                <a:lnTo>
                  <a:pt x="517" y="2116"/>
                </a:lnTo>
                <a:lnTo>
                  <a:pt x="516" y="2115"/>
                </a:lnTo>
                <a:lnTo>
                  <a:pt x="516" y="2114"/>
                </a:lnTo>
                <a:lnTo>
                  <a:pt x="516" y="2113"/>
                </a:lnTo>
                <a:lnTo>
                  <a:pt x="516" y="2112"/>
                </a:lnTo>
                <a:lnTo>
                  <a:pt x="517" y="2112"/>
                </a:lnTo>
                <a:lnTo>
                  <a:pt x="517" y="2111"/>
                </a:lnTo>
                <a:lnTo>
                  <a:pt x="517" y="2110"/>
                </a:lnTo>
                <a:lnTo>
                  <a:pt x="518" y="2110"/>
                </a:lnTo>
                <a:lnTo>
                  <a:pt x="518" y="2109"/>
                </a:lnTo>
                <a:lnTo>
                  <a:pt x="518" y="2108"/>
                </a:lnTo>
                <a:lnTo>
                  <a:pt x="517" y="2108"/>
                </a:lnTo>
                <a:lnTo>
                  <a:pt x="516" y="2108"/>
                </a:lnTo>
                <a:lnTo>
                  <a:pt x="516" y="2107"/>
                </a:lnTo>
                <a:lnTo>
                  <a:pt x="515" y="2107"/>
                </a:lnTo>
                <a:lnTo>
                  <a:pt x="514" y="2107"/>
                </a:lnTo>
                <a:lnTo>
                  <a:pt x="514" y="2106"/>
                </a:lnTo>
                <a:lnTo>
                  <a:pt x="513" y="2105"/>
                </a:lnTo>
                <a:lnTo>
                  <a:pt x="512" y="2105"/>
                </a:lnTo>
                <a:lnTo>
                  <a:pt x="511" y="2105"/>
                </a:lnTo>
                <a:lnTo>
                  <a:pt x="511" y="2104"/>
                </a:lnTo>
                <a:lnTo>
                  <a:pt x="511" y="2103"/>
                </a:lnTo>
                <a:lnTo>
                  <a:pt x="510" y="2103"/>
                </a:lnTo>
                <a:lnTo>
                  <a:pt x="510" y="2102"/>
                </a:lnTo>
                <a:lnTo>
                  <a:pt x="510" y="2101"/>
                </a:lnTo>
                <a:lnTo>
                  <a:pt x="510" y="2100"/>
                </a:lnTo>
                <a:lnTo>
                  <a:pt x="509" y="2099"/>
                </a:lnTo>
                <a:lnTo>
                  <a:pt x="509" y="2098"/>
                </a:lnTo>
                <a:lnTo>
                  <a:pt x="509" y="2097"/>
                </a:lnTo>
                <a:lnTo>
                  <a:pt x="509" y="2096"/>
                </a:lnTo>
                <a:lnTo>
                  <a:pt x="509" y="2095"/>
                </a:lnTo>
                <a:lnTo>
                  <a:pt x="508" y="2095"/>
                </a:lnTo>
                <a:lnTo>
                  <a:pt x="508" y="2094"/>
                </a:lnTo>
                <a:lnTo>
                  <a:pt x="508" y="2093"/>
                </a:lnTo>
                <a:lnTo>
                  <a:pt x="508" y="2092"/>
                </a:lnTo>
                <a:lnTo>
                  <a:pt x="508" y="2091"/>
                </a:lnTo>
                <a:lnTo>
                  <a:pt x="508" y="2090"/>
                </a:lnTo>
                <a:lnTo>
                  <a:pt x="509" y="2090"/>
                </a:lnTo>
                <a:lnTo>
                  <a:pt x="509" y="2089"/>
                </a:lnTo>
                <a:lnTo>
                  <a:pt x="509" y="2088"/>
                </a:lnTo>
                <a:lnTo>
                  <a:pt x="509" y="2087"/>
                </a:lnTo>
                <a:lnTo>
                  <a:pt x="510" y="2087"/>
                </a:lnTo>
                <a:lnTo>
                  <a:pt x="510" y="2086"/>
                </a:lnTo>
                <a:lnTo>
                  <a:pt x="510" y="2085"/>
                </a:lnTo>
                <a:lnTo>
                  <a:pt x="509" y="2085"/>
                </a:lnTo>
                <a:lnTo>
                  <a:pt x="509" y="2084"/>
                </a:lnTo>
                <a:lnTo>
                  <a:pt x="508" y="2084"/>
                </a:lnTo>
                <a:lnTo>
                  <a:pt x="508" y="2083"/>
                </a:lnTo>
                <a:lnTo>
                  <a:pt x="507" y="2083"/>
                </a:lnTo>
                <a:lnTo>
                  <a:pt x="506" y="2083"/>
                </a:lnTo>
                <a:lnTo>
                  <a:pt x="505" y="2083"/>
                </a:lnTo>
                <a:lnTo>
                  <a:pt x="505" y="2082"/>
                </a:lnTo>
                <a:lnTo>
                  <a:pt x="504" y="2082"/>
                </a:lnTo>
                <a:lnTo>
                  <a:pt x="504" y="2081"/>
                </a:lnTo>
                <a:lnTo>
                  <a:pt x="503" y="2081"/>
                </a:lnTo>
                <a:lnTo>
                  <a:pt x="502" y="2081"/>
                </a:lnTo>
                <a:lnTo>
                  <a:pt x="502" y="2080"/>
                </a:lnTo>
                <a:lnTo>
                  <a:pt x="501" y="2080"/>
                </a:lnTo>
                <a:lnTo>
                  <a:pt x="501" y="2079"/>
                </a:lnTo>
                <a:lnTo>
                  <a:pt x="502" y="2079"/>
                </a:lnTo>
                <a:lnTo>
                  <a:pt x="502" y="2078"/>
                </a:lnTo>
                <a:lnTo>
                  <a:pt x="503" y="2078"/>
                </a:lnTo>
                <a:lnTo>
                  <a:pt x="502" y="2078"/>
                </a:lnTo>
                <a:lnTo>
                  <a:pt x="502" y="2077"/>
                </a:lnTo>
                <a:lnTo>
                  <a:pt x="501" y="2077"/>
                </a:lnTo>
                <a:lnTo>
                  <a:pt x="500" y="2077"/>
                </a:lnTo>
                <a:lnTo>
                  <a:pt x="499" y="2077"/>
                </a:lnTo>
                <a:lnTo>
                  <a:pt x="499" y="2076"/>
                </a:lnTo>
                <a:lnTo>
                  <a:pt x="499" y="2075"/>
                </a:lnTo>
                <a:lnTo>
                  <a:pt x="498" y="2075"/>
                </a:lnTo>
                <a:lnTo>
                  <a:pt x="499" y="2075"/>
                </a:lnTo>
                <a:lnTo>
                  <a:pt x="499" y="2074"/>
                </a:lnTo>
                <a:lnTo>
                  <a:pt x="498" y="2074"/>
                </a:lnTo>
                <a:lnTo>
                  <a:pt x="498" y="2073"/>
                </a:lnTo>
                <a:lnTo>
                  <a:pt x="499" y="2073"/>
                </a:lnTo>
                <a:lnTo>
                  <a:pt x="499" y="2072"/>
                </a:lnTo>
                <a:lnTo>
                  <a:pt x="498" y="2072"/>
                </a:lnTo>
                <a:lnTo>
                  <a:pt x="498" y="2071"/>
                </a:lnTo>
                <a:lnTo>
                  <a:pt x="497" y="2070"/>
                </a:lnTo>
                <a:lnTo>
                  <a:pt x="496" y="2070"/>
                </a:lnTo>
                <a:lnTo>
                  <a:pt x="495" y="2070"/>
                </a:lnTo>
                <a:lnTo>
                  <a:pt x="494" y="2070"/>
                </a:lnTo>
                <a:lnTo>
                  <a:pt x="493" y="2070"/>
                </a:lnTo>
                <a:lnTo>
                  <a:pt x="493" y="2069"/>
                </a:lnTo>
                <a:lnTo>
                  <a:pt x="492" y="2069"/>
                </a:lnTo>
                <a:lnTo>
                  <a:pt x="492" y="2068"/>
                </a:lnTo>
                <a:lnTo>
                  <a:pt x="492" y="2067"/>
                </a:lnTo>
                <a:lnTo>
                  <a:pt x="491" y="2067"/>
                </a:lnTo>
                <a:lnTo>
                  <a:pt x="491" y="2066"/>
                </a:lnTo>
                <a:lnTo>
                  <a:pt x="491" y="2065"/>
                </a:lnTo>
                <a:lnTo>
                  <a:pt x="490" y="2065"/>
                </a:lnTo>
                <a:lnTo>
                  <a:pt x="490" y="2064"/>
                </a:lnTo>
                <a:lnTo>
                  <a:pt x="489" y="2064"/>
                </a:lnTo>
                <a:lnTo>
                  <a:pt x="489" y="2063"/>
                </a:lnTo>
                <a:lnTo>
                  <a:pt x="488" y="2063"/>
                </a:lnTo>
                <a:lnTo>
                  <a:pt x="487" y="2063"/>
                </a:lnTo>
                <a:lnTo>
                  <a:pt x="487" y="2062"/>
                </a:lnTo>
                <a:lnTo>
                  <a:pt x="487" y="2061"/>
                </a:lnTo>
                <a:lnTo>
                  <a:pt x="486" y="2061"/>
                </a:lnTo>
                <a:lnTo>
                  <a:pt x="485" y="2061"/>
                </a:lnTo>
                <a:lnTo>
                  <a:pt x="484" y="2061"/>
                </a:lnTo>
                <a:lnTo>
                  <a:pt x="483" y="2061"/>
                </a:lnTo>
                <a:lnTo>
                  <a:pt x="482" y="2061"/>
                </a:lnTo>
                <a:lnTo>
                  <a:pt x="482" y="2060"/>
                </a:lnTo>
                <a:lnTo>
                  <a:pt x="481" y="2060"/>
                </a:lnTo>
                <a:lnTo>
                  <a:pt x="481" y="2059"/>
                </a:lnTo>
                <a:lnTo>
                  <a:pt x="480" y="2059"/>
                </a:lnTo>
                <a:lnTo>
                  <a:pt x="481" y="2059"/>
                </a:lnTo>
                <a:lnTo>
                  <a:pt x="481" y="2058"/>
                </a:lnTo>
                <a:lnTo>
                  <a:pt x="480" y="2058"/>
                </a:lnTo>
                <a:lnTo>
                  <a:pt x="480" y="2057"/>
                </a:lnTo>
                <a:lnTo>
                  <a:pt x="479" y="2057"/>
                </a:lnTo>
                <a:lnTo>
                  <a:pt x="479" y="2056"/>
                </a:lnTo>
                <a:lnTo>
                  <a:pt x="479" y="2055"/>
                </a:lnTo>
                <a:lnTo>
                  <a:pt x="478" y="2055"/>
                </a:lnTo>
                <a:lnTo>
                  <a:pt x="478" y="2054"/>
                </a:lnTo>
                <a:lnTo>
                  <a:pt x="479" y="2054"/>
                </a:lnTo>
                <a:lnTo>
                  <a:pt x="478" y="2054"/>
                </a:lnTo>
                <a:lnTo>
                  <a:pt x="478" y="2053"/>
                </a:lnTo>
                <a:lnTo>
                  <a:pt x="477" y="2053"/>
                </a:lnTo>
                <a:lnTo>
                  <a:pt x="477" y="2052"/>
                </a:lnTo>
                <a:lnTo>
                  <a:pt x="476" y="2052"/>
                </a:lnTo>
                <a:lnTo>
                  <a:pt x="476" y="2051"/>
                </a:lnTo>
                <a:lnTo>
                  <a:pt x="475" y="2051"/>
                </a:lnTo>
                <a:lnTo>
                  <a:pt x="475" y="2050"/>
                </a:lnTo>
                <a:lnTo>
                  <a:pt x="475" y="2049"/>
                </a:lnTo>
                <a:lnTo>
                  <a:pt x="474" y="2049"/>
                </a:lnTo>
                <a:lnTo>
                  <a:pt x="474" y="2048"/>
                </a:lnTo>
                <a:lnTo>
                  <a:pt x="473" y="2048"/>
                </a:lnTo>
                <a:lnTo>
                  <a:pt x="473" y="2047"/>
                </a:lnTo>
                <a:lnTo>
                  <a:pt x="472" y="2047"/>
                </a:lnTo>
                <a:lnTo>
                  <a:pt x="472" y="2046"/>
                </a:lnTo>
                <a:lnTo>
                  <a:pt x="471" y="2046"/>
                </a:lnTo>
                <a:lnTo>
                  <a:pt x="471" y="2045"/>
                </a:lnTo>
                <a:lnTo>
                  <a:pt x="472" y="2045"/>
                </a:lnTo>
                <a:lnTo>
                  <a:pt x="472" y="2044"/>
                </a:lnTo>
                <a:lnTo>
                  <a:pt x="472" y="2043"/>
                </a:lnTo>
                <a:lnTo>
                  <a:pt x="472" y="2042"/>
                </a:lnTo>
                <a:lnTo>
                  <a:pt x="473" y="2041"/>
                </a:lnTo>
                <a:lnTo>
                  <a:pt x="473" y="2040"/>
                </a:lnTo>
                <a:lnTo>
                  <a:pt x="474" y="2040"/>
                </a:lnTo>
                <a:lnTo>
                  <a:pt x="473" y="2040"/>
                </a:lnTo>
                <a:lnTo>
                  <a:pt x="473" y="2039"/>
                </a:lnTo>
                <a:lnTo>
                  <a:pt x="472" y="2039"/>
                </a:lnTo>
                <a:lnTo>
                  <a:pt x="472" y="2040"/>
                </a:lnTo>
                <a:lnTo>
                  <a:pt x="471" y="2040"/>
                </a:lnTo>
                <a:lnTo>
                  <a:pt x="470" y="2040"/>
                </a:lnTo>
                <a:lnTo>
                  <a:pt x="470" y="2039"/>
                </a:lnTo>
                <a:lnTo>
                  <a:pt x="469" y="2039"/>
                </a:lnTo>
                <a:lnTo>
                  <a:pt x="468" y="2039"/>
                </a:lnTo>
                <a:lnTo>
                  <a:pt x="468" y="2038"/>
                </a:lnTo>
                <a:lnTo>
                  <a:pt x="468" y="2037"/>
                </a:lnTo>
                <a:lnTo>
                  <a:pt x="467" y="2037"/>
                </a:lnTo>
                <a:lnTo>
                  <a:pt x="467" y="2036"/>
                </a:lnTo>
                <a:lnTo>
                  <a:pt x="467" y="2035"/>
                </a:lnTo>
                <a:lnTo>
                  <a:pt x="466" y="2035"/>
                </a:lnTo>
                <a:lnTo>
                  <a:pt x="467" y="2035"/>
                </a:lnTo>
                <a:lnTo>
                  <a:pt x="468" y="2035"/>
                </a:lnTo>
                <a:lnTo>
                  <a:pt x="469" y="2035"/>
                </a:lnTo>
                <a:lnTo>
                  <a:pt x="469" y="2034"/>
                </a:lnTo>
                <a:lnTo>
                  <a:pt x="470" y="2034"/>
                </a:lnTo>
                <a:lnTo>
                  <a:pt x="471" y="2034"/>
                </a:lnTo>
                <a:lnTo>
                  <a:pt x="472" y="2034"/>
                </a:lnTo>
                <a:lnTo>
                  <a:pt x="472" y="2033"/>
                </a:lnTo>
                <a:lnTo>
                  <a:pt x="473" y="2032"/>
                </a:lnTo>
                <a:lnTo>
                  <a:pt x="474" y="2032"/>
                </a:lnTo>
                <a:lnTo>
                  <a:pt x="474" y="2031"/>
                </a:lnTo>
                <a:lnTo>
                  <a:pt x="475" y="2031"/>
                </a:lnTo>
                <a:lnTo>
                  <a:pt x="476" y="2030"/>
                </a:lnTo>
                <a:lnTo>
                  <a:pt x="477" y="2029"/>
                </a:lnTo>
                <a:lnTo>
                  <a:pt x="476" y="2029"/>
                </a:lnTo>
                <a:lnTo>
                  <a:pt x="476" y="2028"/>
                </a:lnTo>
                <a:lnTo>
                  <a:pt x="475" y="2028"/>
                </a:lnTo>
                <a:lnTo>
                  <a:pt x="475" y="2027"/>
                </a:lnTo>
                <a:lnTo>
                  <a:pt x="475" y="2026"/>
                </a:lnTo>
                <a:lnTo>
                  <a:pt x="474" y="2026"/>
                </a:lnTo>
                <a:lnTo>
                  <a:pt x="475" y="2026"/>
                </a:lnTo>
                <a:lnTo>
                  <a:pt x="474" y="2026"/>
                </a:lnTo>
                <a:lnTo>
                  <a:pt x="474" y="2025"/>
                </a:lnTo>
                <a:lnTo>
                  <a:pt x="474" y="2024"/>
                </a:lnTo>
                <a:lnTo>
                  <a:pt x="473" y="2024"/>
                </a:lnTo>
                <a:lnTo>
                  <a:pt x="473" y="2023"/>
                </a:lnTo>
                <a:lnTo>
                  <a:pt x="473" y="2022"/>
                </a:lnTo>
                <a:lnTo>
                  <a:pt x="474" y="2022"/>
                </a:lnTo>
                <a:lnTo>
                  <a:pt x="474" y="2021"/>
                </a:lnTo>
                <a:lnTo>
                  <a:pt x="474" y="2020"/>
                </a:lnTo>
                <a:lnTo>
                  <a:pt x="474" y="2019"/>
                </a:lnTo>
                <a:lnTo>
                  <a:pt x="474" y="2018"/>
                </a:lnTo>
                <a:lnTo>
                  <a:pt x="474" y="2017"/>
                </a:lnTo>
                <a:lnTo>
                  <a:pt x="474" y="2016"/>
                </a:lnTo>
                <a:lnTo>
                  <a:pt x="474" y="2015"/>
                </a:lnTo>
                <a:lnTo>
                  <a:pt x="474" y="2014"/>
                </a:lnTo>
                <a:lnTo>
                  <a:pt x="473" y="2014"/>
                </a:lnTo>
                <a:lnTo>
                  <a:pt x="473" y="2013"/>
                </a:lnTo>
                <a:lnTo>
                  <a:pt x="474" y="2012"/>
                </a:lnTo>
                <a:lnTo>
                  <a:pt x="474" y="2011"/>
                </a:lnTo>
                <a:lnTo>
                  <a:pt x="474" y="2010"/>
                </a:lnTo>
                <a:lnTo>
                  <a:pt x="473" y="2010"/>
                </a:lnTo>
                <a:lnTo>
                  <a:pt x="473" y="2009"/>
                </a:lnTo>
                <a:lnTo>
                  <a:pt x="472" y="2009"/>
                </a:lnTo>
                <a:lnTo>
                  <a:pt x="471" y="2009"/>
                </a:lnTo>
                <a:lnTo>
                  <a:pt x="471" y="2008"/>
                </a:lnTo>
                <a:lnTo>
                  <a:pt x="471" y="2007"/>
                </a:lnTo>
                <a:lnTo>
                  <a:pt x="472" y="2007"/>
                </a:lnTo>
                <a:lnTo>
                  <a:pt x="471" y="2007"/>
                </a:lnTo>
                <a:lnTo>
                  <a:pt x="472" y="2006"/>
                </a:lnTo>
                <a:lnTo>
                  <a:pt x="471" y="2006"/>
                </a:lnTo>
                <a:lnTo>
                  <a:pt x="471" y="2005"/>
                </a:lnTo>
                <a:lnTo>
                  <a:pt x="472" y="2005"/>
                </a:lnTo>
                <a:lnTo>
                  <a:pt x="471" y="2005"/>
                </a:lnTo>
                <a:lnTo>
                  <a:pt x="472" y="2005"/>
                </a:lnTo>
                <a:lnTo>
                  <a:pt x="472" y="2004"/>
                </a:lnTo>
                <a:lnTo>
                  <a:pt x="472" y="2003"/>
                </a:lnTo>
                <a:lnTo>
                  <a:pt x="472" y="2002"/>
                </a:lnTo>
                <a:lnTo>
                  <a:pt x="472" y="2001"/>
                </a:lnTo>
                <a:lnTo>
                  <a:pt x="472" y="2000"/>
                </a:lnTo>
                <a:lnTo>
                  <a:pt x="471" y="2000"/>
                </a:lnTo>
                <a:lnTo>
                  <a:pt x="471" y="1999"/>
                </a:lnTo>
                <a:lnTo>
                  <a:pt x="471" y="2000"/>
                </a:lnTo>
                <a:lnTo>
                  <a:pt x="470" y="2000"/>
                </a:lnTo>
                <a:lnTo>
                  <a:pt x="470" y="1999"/>
                </a:lnTo>
                <a:lnTo>
                  <a:pt x="469" y="1999"/>
                </a:lnTo>
                <a:lnTo>
                  <a:pt x="469" y="1998"/>
                </a:lnTo>
                <a:lnTo>
                  <a:pt x="468" y="1998"/>
                </a:lnTo>
                <a:lnTo>
                  <a:pt x="468" y="1999"/>
                </a:lnTo>
                <a:lnTo>
                  <a:pt x="467" y="1999"/>
                </a:lnTo>
                <a:lnTo>
                  <a:pt x="466" y="1999"/>
                </a:lnTo>
                <a:lnTo>
                  <a:pt x="466" y="1998"/>
                </a:lnTo>
                <a:lnTo>
                  <a:pt x="465" y="1998"/>
                </a:lnTo>
                <a:lnTo>
                  <a:pt x="464" y="1998"/>
                </a:lnTo>
                <a:lnTo>
                  <a:pt x="464" y="1997"/>
                </a:lnTo>
                <a:lnTo>
                  <a:pt x="464" y="1996"/>
                </a:lnTo>
                <a:lnTo>
                  <a:pt x="464" y="1995"/>
                </a:lnTo>
                <a:lnTo>
                  <a:pt x="465" y="1995"/>
                </a:lnTo>
                <a:lnTo>
                  <a:pt x="466" y="1995"/>
                </a:lnTo>
                <a:lnTo>
                  <a:pt x="466" y="1994"/>
                </a:lnTo>
                <a:lnTo>
                  <a:pt x="465" y="1994"/>
                </a:lnTo>
                <a:lnTo>
                  <a:pt x="465" y="1993"/>
                </a:lnTo>
                <a:lnTo>
                  <a:pt x="465" y="1992"/>
                </a:lnTo>
                <a:lnTo>
                  <a:pt x="466" y="1992"/>
                </a:lnTo>
                <a:lnTo>
                  <a:pt x="467" y="1992"/>
                </a:lnTo>
                <a:lnTo>
                  <a:pt x="467" y="1993"/>
                </a:lnTo>
                <a:lnTo>
                  <a:pt x="468" y="1993"/>
                </a:lnTo>
                <a:lnTo>
                  <a:pt x="468" y="1992"/>
                </a:lnTo>
                <a:lnTo>
                  <a:pt x="469" y="1991"/>
                </a:lnTo>
                <a:lnTo>
                  <a:pt x="469" y="1992"/>
                </a:lnTo>
                <a:lnTo>
                  <a:pt x="470" y="1992"/>
                </a:lnTo>
                <a:lnTo>
                  <a:pt x="471" y="1992"/>
                </a:lnTo>
                <a:lnTo>
                  <a:pt x="472" y="1992"/>
                </a:lnTo>
                <a:lnTo>
                  <a:pt x="473" y="1992"/>
                </a:lnTo>
                <a:lnTo>
                  <a:pt x="473" y="1991"/>
                </a:lnTo>
                <a:lnTo>
                  <a:pt x="474" y="1991"/>
                </a:lnTo>
                <a:lnTo>
                  <a:pt x="474" y="1990"/>
                </a:lnTo>
                <a:lnTo>
                  <a:pt x="475" y="1990"/>
                </a:lnTo>
                <a:lnTo>
                  <a:pt x="475" y="1989"/>
                </a:lnTo>
                <a:lnTo>
                  <a:pt x="476" y="1989"/>
                </a:lnTo>
                <a:lnTo>
                  <a:pt x="476" y="1988"/>
                </a:lnTo>
                <a:lnTo>
                  <a:pt x="477" y="1988"/>
                </a:lnTo>
                <a:lnTo>
                  <a:pt x="477" y="1987"/>
                </a:lnTo>
                <a:lnTo>
                  <a:pt x="478" y="1987"/>
                </a:lnTo>
                <a:lnTo>
                  <a:pt x="478" y="1988"/>
                </a:lnTo>
                <a:lnTo>
                  <a:pt x="479" y="1988"/>
                </a:lnTo>
                <a:lnTo>
                  <a:pt x="480" y="1988"/>
                </a:lnTo>
                <a:lnTo>
                  <a:pt x="481" y="1988"/>
                </a:lnTo>
                <a:lnTo>
                  <a:pt x="480" y="1988"/>
                </a:lnTo>
                <a:lnTo>
                  <a:pt x="481" y="1987"/>
                </a:lnTo>
                <a:lnTo>
                  <a:pt x="481" y="1986"/>
                </a:lnTo>
                <a:lnTo>
                  <a:pt x="481" y="1987"/>
                </a:lnTo>
                <a:lnTo>
                  <a:pt x="482" y="1987"/>
                </a:lnTo>
                <a:lnTo>
                  <a:pt x="482" y="1986"/>
                </a:lnTo>
                <a:lnTo>
                  <a:pt x="483" y="1986"/>
                </a:lnTo>
                <a:lnTo>
                  <a:pt x="483" y="1985"/>
                </a:lnTo>
                <a:lnTo>
                  <a:pt x="483" y="1984"/>
                </a:lnTo>
                <a:lnTo>
                  <a:pt x="484" y="1984"/>
                </a:lnTo>
                <a:lnTo>
                  <a:pt x="484" y="1985"/>
                </a:lnTo>
                <a:lnTo>
                  <a:pt x="485" y="1985"/>
                </a:lnTo>
                <a:lnTo>
                  <a:pt x="485" y="1986"/>
                </a:lnTo>
                <a:lnTo>
                  <a:pt x="486" y="1986"/>
                </a:lnTo>
                <a:lnTo>
                  <a:pt x="487" y="1986"/>
                </a:lnTo>
                <a:lnTo>
                  <a:pt x="487" y="1987"/>
                </a:lnTo>
                <a:lnTo>
                  <a:pt x="487" y="1986"/>
                </a:lnTo>
                <a:lnTo>
                  <a:pt x="488" y="1985"/>
                </a:lnTo>
                <a:lnTo>
                  <a:pt x="489" y="1985"/>
                </a:lnTo>
                <a:lnTo>
                  <a:pt x="489" y="1984"/>
                </a:lnTo>
                <a:lnTo>
                  <a:pt x="489" y="1983"/>
                </a:lnTo>
                <a:lnTo>
                  <a:pt x="489" y="1982"/>
                </a:lnTo>
                <a:lnTo>
                  <a:pt x="489" y="1981"/>
                </a:lnTo>
                <a:lnTo>
                  <a:pt x="490" y="1981"/>
                </a:lnTo>
                <a:lnTo>
                  <a:pt x="490" y="1980"/>
                </a:lnTo>
                <a:lnTo>
                  <a:pt x="490" y="1979"/>
                </a:lnTo>
                <a:lnTo>
                  <a:pt x="490" y="1978"/>
                </a:lnTo>
                <a:lnTo>
                  <a:pt x="491" y="1978"/>
                </a:lnTo>
                <a:lnTo>
                  <a:pt x="491" y="1977"/>
                </a:lnTo>
                <a:lnTo>
                  <a:pt x="492" y="1977"/>
                </a:lnTo>
                <a:lnTo>
                  <a:pt x="492" y="1976"/>
                </a:lnTo>
                <a:lnTo>
                  <a:pt x="492" y="1975"/>
                </a:lnTo>
                <a:lnTo>
                  <a:pt x="492" y="1974"/>
                </a:lnTo>
                <a:lnTo>
                  <a:pt x="493" y="1974"/>
                </a:lnTo>
                <a:lnTo>
                  <a:pt x="493" y="1973"/>
                </a:lnTo>
                <a:lnTo>
                  <a:pt x="493" y="1972"/>
                </a:lnTo>
                <a:lnTo>
                  <a:pt x="493" y="1971"/>
                </a:lnTo>
                <a:lnTo>
                  <a:pt x="494" y="1971"/>
                </a:lnTo>
                <a:lnTo>
                  <a:pt x="494" y="1970"/>
                </a:lnTo>
                <a:lnTo>
                  <a:pt x="493" y="1970"/>
                </a:lnTo>
                <a:lnTo>
                  <a:pt x="493" y="1969"/>
                </a:lnTo>
                <a:lnTo>
                  <a:pt x="494" y="1969"/>
                </a:lnTo>
                <a:lnTo>
                  <a:pt x="495" y="1969"/>
                </a:lnTo>
                <a:lnTo>
                  <a:pt x="496" y="1969"/>
                </a:lnTo>
                <a:lnTo>
                  <a:pt x="497" y="1969"/>
                </a:lnTo>
                <a:lnTo>
                  <a:pt x="498" y="1969"/>
                </a:lnTo>
                <a:lnTo>
                  <a:pt x="498" y="1968"/>
                </a:lnTo>
                <a:lnTo>
                  <a:pt x="499" y="1968"/>
                </a:lnTo>
                <a:lnTo>
                  <a:pt x="499" y="1967"/>
                </a:lnTo>
                <a:lnTo>
                  <a:pt x="498" y="1967"/>
                </a:lnTo>
                <a:lnTo>
                  <a:pt x="498" y="1966"/>
                </a:lnTo>
                <a:lnTo>
                  <a:pt x="497" y="1966"/>
                </a:lnTo>
                <a:lnTo>
                  <a:pt x="496" y="1966"/>
                </a:lnTo>
                <a:lnTo>
                  <a:pt x="496" y="1965"/>
                </a:lnTo>
                <a:lnTo>
                  <a:pt x="495" y="1965"/>
                </a:lnTo>
                <a:lnTo>
                  <a:pt x="494" y="1965"/>
                </a:lnTo>
                <a:lnTo>
                  <a:pt x="494" y="1964"/>
                </a:lnTo>
                <a:lnTo>
                  <a:pt x="493" y="1964"/>
                </a:lnTo>
                <a:lnTo>
                  <a:pt x="493" y="1963"/>
                </a:lnTo>
                <a:lnTo>
                  <a:pt x="492" y="1963"/>
                </a:lnTo>
                <a:lnTo>
                  <a:pt x="492" y="1962"/>
                </a:lnTo>
                <a:lnTo>
                  <a:pt x="492" y="1961"/>
                </a:lnTo>
                <a:lnTo>
                  <a:pt x="491" y="1961"/>
                </a:lnTo>
                <a:lnTo>
                  <a:pt x="490" y="1961"/>
                </a:lnTo>
                <a:lnTo>
                  <a:pt x="490" y="1962"/>
                </a:lnTo>
                <a:lnTo>
                  <a:pt x="489" y="1962"/>
                </a:lnTo>
                <a:lnTo>
                  <a:pt x="489" y="1963"/>
                </a:lnTo>
                <a:lnTo>
                  <a:pt x="489" y="1964"/>
                </a:lnTo>
                <a:lnTo>
                  <a:pt x="488" y="1964"/>
                </a:lnTo>
                <a:lnTo>
                  <a:pt x="487" y="1964"/>
                </a:lnTo>
                <a:lnTo>
                  <a:pt x="487" y="1965"/>
                </a:lnTo>
                <a:lnTo>
                  <a:pt x="486" y="1965"/>
                </a:lnTo>
                <a:lnTo>
                  <a:pt x="486" y="1964"/>
                </a:lnTo>
                <a:lnTo>
                  <a:pt x="485" y="1964"/>
                </a:lnTo>
                <a:lnTo>
                  <a:pt x="484" y="1964"/>
                </a:lnTo>
                <a:lnTo>
                  <a:pt x="484" y="1963"/>
                </a:lnTo>
                <a:lnTo>
                  <a:pt x="484" y="1962"/>
                </a:lnTo>
                <a:lnTo>
                  <a:pt x="483" y="1962"/>
                </a:lnTo>
                <a:lnTo>
                  <a:pt x="484" y="1962"/>
                </a:lnTo>
                <a:lnTo>
                  <a:pt x="484" y="1961"/>
                </a:lnTo>
                <a:lnTo>
                  <a:pt x="484" y="1960"/>
                </a:lnTo>
                <a:lnTo>
                  <a:pt x="483" y="1960"/>
                </a:lnTo>
                <a:lnTo>
                  <a:pt x="483" y="1959"/>
                </a:lnTo>
                <a:lnTo>
                  <a:pt x="482" y="1959"/>
                </a:lnTo>
                <a:lnTo>
                  <a:pt x="482" y="1958"/>
                </a:lnTo>
                <a:lnTo>
                  <a:pt x="481" y="1958"/>
                </a:lnTo>
                <a:lnTo>
                  <a:pt x="480" y="1958"/>
                </a:lnTo>
                <a:lnTo>
                  <a:pt x="479" y="1958"/>
                </a:lnTo>
                <a:lnTo>
                  <a:pt x="479" y="1957"/>
                </a:lnTo>
                <a:lnTo>
                  <a:pt x="478" y="1957"/>
                </a:lnTo>
                <a:lnTo>
                  <a:pt x="478" y="1956"/>
                </a:lnTo>
                <a:lnTo>
                  <a:pt x="477" y="1956"/>
                </a:lnTo>
                <a:lnTo>
                  <a:pt x="476" y="1956"/>
                </a:lnTo>
                <a:lnTo>
                  <a:pt x="475" y="1956"/>
                </a:lnTo>
                <a:lnTo>
                  <a:pt x="474" y="1956"/>
                </a:lnTo>
                <a:lnTo>
                  <a:pt x="474" y="1955"/>
                </a:lnTo>
                <a:lnTo>
                  <a:pt x="473" y="1955"/>
                </a:lnTo>
                <a:lnTo>
                  <a:pt x="472" y="1955"/>
                </a:lnTo>
                <a:lnTo>
                  <a:pt x="472" y="1954"/>
                </a:lnTo>
                <a:lnTo>
                  <a:pt x="473" y="1954"/>
                </a:lnTo>
                <a:lnTo>
                  <a:pt x="473" y="1953"/>
                </a:lnTo>
                <a:lnTo>
                  <a:pt x="473" y="1952"/>
                </a:lnTo>
                <a:lnTo>
                  <a:pt x="474" y="1952"/>
                </a:lnTo>
                <a:lnTo>
                  <a:pt x="473" y="1951"/>
                </a:lnTo>
                <a:lnTo>
                  <a:pt x="472" y="1951"/>
                </a:lnTo>
                <a:lnTo>
                  <a:pt x="471" y="1951"/>
                </a:lnTo>
                <a:lnTo>
                  <a:pt x="471" y="1950"/>
                </a:lnTo>
                <a:lnTo>
                  <a:pt x="470" y="1950"/>
                </a:lnTo>
                <a:lnTo>
                  <a:pt x="470" y="1949"/>
                </a:lnTo>
                <a:lnTo>
                  <a:pt x="470" y="1948"/>
                </a:lnTo>
                <a:lnTo>
                  <a:pt x="469" y="1948"/>
                </a:lnTo>
                <a:lnTo>
                  <a:pt x="469" y="1947"/>
                </a:lnTo>
                <a:lnTo>
                  <a:pt x="468" y="1947"/>
                </a:lnTo>
                <a:lnTo>
                  <a:pt x="467" y="1947"/>
                </a:lnTo>
                <a:lnTo>
                  <a:pt x="466" y="1947"/>
                </a:lnTo>
                <a:lnTo>
                  <a:pt x="466" y="1946"/>
                </a:lnTo>
                <a:lnTo>
                  <a:pt x="465" y="1946"/>
                </a:lnTo>
                <a:lnTo>
                  <a:pt x="464" y="1946"/>
                </a:lnTo>
                <a:lnTo>
                  <a:pt x="463" y="1946"/>
                </a:lnTo>
                <a:lnTo>
                  <a:pt x="462" y="1946"/>
                </a:lnTo>
                <a:lnTo>
                  <a:pt x="461" y="1946"/>
                </a:lnTo>
                <a:lnTo>
                  <a:pt x="460" y="1946"/>
                </a:lnTo>
                <a:lnTo>
                  <a:pt x="460" y="1947"/>
                </a:lnTo>
                <a:lnTo>
                  <a:pt x="459" y="1947"/>
                </a:lnTo>
                <a:lnTo>
                  <a:pt x="459" y="1948"/>
                </a:lnTo>
                <a:lnTo>
                  <a:pt x="458" y="1949"/>
                </a:lnTo>
                <a:lnTo>
                  <a:pt x="457" y="1949"/>
                </a:lnTo>
                <a:lnTo>
                  <a:pt x="456" y="1949"/>
                </a:lnTo>
                <a:lnTo>
                  <a:pt x="456" y="1948"/>
                </a:lnTo>
                <a:lnTo>
                  <a:pt x="455" y="1948"/>
                </a:lnTo>
                <a:lnTo>
                  <a:pt x="456" y="1948"/>
                </a:lnTo>
                <a:lnTo>
                  <a:pt x="456" y="1947"/>
                </a:lnTo>
                <a:lnTo>
                  <a:pt x="455" y="1946"/>
                </a:lnTo>
                <a:lnTo>
                  <a:pt x="456" y="1946"/>
                </a:lnTo>
                <a:lnTo>
                  <a:pt x="456" y="1945"/>
                </a:lnTo>
                <a:lnTo>
                  <a:pt x="456" y="1944"/>
                </a:lnTo>
                <a:lnTo>
                  <a:pt x="455" y="1944"/>
                </a:lnTo>
                <a:lnTo>
                  <a:pt x="455" y="1943"/>
                </a:lnTo>
                <a:lnTo>
                  <a:pt x="455" y="1942"/>
                </a:lnTo>
                <a:lnTo>
                  <a:pt x="455" y="1943"/>
                </a:lnTo>
                <a:lnTo>
                  <a:pt x="455" y="1942"/>
                </a:lnTo>
                <a:lnTo>
                  <a:pt x="454" y="1942"/>
                </a:lnTo>
                <a:lnTo>
                  <a:pt x="453" y="1942"/>
                </a:lnTo>
                <a:lnTo>
                  <a:pt x="452" y="1942"/>
                </a:lnTo>
                <a:lnTo>
                  <a:pt x="451" y="1942"/>
                </a:lnTo>
                <a:lnTo>
                  <a:pt x="450" y="1942"/>
                </a:lnTo>
                <a:lnTo>
                  <a:pt x="450" y="1941"/>
                </a:lnTo>
                <a:lnTo>
                  <a:pt x="450" y="1942"/>
                </a:lnTo>
                <a:lnTo>
                  <a:pt x="449" y="1942"/>
                </a:lnTo>
                <a:lnTo>
                  <a:pt x="448" y="1942"/>
                </a:lnTo>
                <a:lnTo>
                  <a:pt x="448" y="1943"/>
                </a:lnTo>
                <a:lnTo>
                  <a:pt x="447" y="1943"/>
                </a:lnTo>
                <a:lnTo>
                  <a:pt x="446" y="1943"/>
                </a:lnTo>
                <a:lnTo>
                  <a:pt x="446" y="1944"/>
                </a:lnTo>
                <a:lnTo>
                  <a:pt x="446" y="1945"/>
                </a:lnTo>
                <a:lnTo>
                  <a:pt x="445" y="1945"/>
                </a:lnTo>
                <a:lnTo>
                  <a:pt x="445" y="1946"/>
                </a:lnTo>
                <a:lnTo>
                  <a:pt x="444" y="1946"/>
                </a:lnTo>
                <a:lnTo>
                  <a:pt x="444" y="1945"/>
                </a:lnTo>
                <a:lnTo>
                  <a:pt x="444" y="1944"/>
                </a:lnTo>
                <a:lnTo>
                  <a:pt x="444" y="1943"/>
                </a:lnTo>
                <a:lnTo>
                  <a:pt x="444" y="1942"/>
                </a:lnTo>
                <a:lnTo>
                  <a:pt x="444" y="1941"/>
                </a:lnTo>
                <a:lnTo>
                  <a:pt x="444" y="1940"/>
                </a:lnTo>
                <a:lnTo>
                  <a:pt x="443" y="1940"/>
                </a:lnTo>
                <a:lnTo>
                  <a:pt x="442" y="1940"/>
                </a:lnTo>
                <a:lnTo>
                  <a:pt x="441" y="1940"/>
                </a:lnTo>
                <a:lnTo>
                  <a:pt x="441" y="1939"/>
                </a:lnTo>
                <a:lnTo>
                  <a:pt x="440" y="1939"/>
                </a:lnTo>
                <a:lnTo>
                  <a:pt x="439" y="1939"/>
                </a:lnTo>
                <a:lnTo>
                  <a:pt x="438" y="1939"/>
                </a:lnTo>
                <a:lnTo>
                  <a:pt x="437" y="1939"/>
                </a:lnTo>
                <a:lnTo>
                  <a:pt x="436" y="1939"/>
                </a:lnTo>
                <a:lnTo>
                  <a:pt x="435" y="1939"/>
                </a:lnTo>
                <a:lnTo>
                  <a:pt x="435" y="1938"/>
                </a:lnTo>
                <a:lnTo>
                  <a:pt x="434" y="1938"/>
                </a:lnTo>
                <a:lnTo>
                  <a:pt x="433" y="1938"/>
                </a:lnTo>
                <a:lnTo>
                  <a:pt x="432" y="1938"/>
                </a:lnTo>
                <a:lnTo>
                  <a:pt x="431" y="1938"/>
                </a:lnTo>
                <a:lnTo>
                  <a:pt x="431" y="1937"/>
                </a:lnTo>
                <a:lnTo>
                  <a:pt x="430" y="1937"/>
                </a:lnTo>
                <a:lnTo>
                  <a:pt x="430" y="1936"/>
                </a:lnTo>
                <a:lnTo>
                  <a:pt x="429" y="1936"/>
                </a:lnTo>
                <a:lnTo>
                  <a:pt x="430" y="1936"/>
                </a:lnTo>
                <a:lnTo>
                  <a:pt x="430" y="1935"/>
                </a:lnTo>
                <a:lnTo>
                  <a:pt x="429" y="1935"/>
                </a:lnTo>
                <a:lnTo>
                  <a:pt x="429" y="1934"/>
                </a:lnTo>
                <a:lnTo>
                  <a:pt x="429" y="1933"/>
                </a:lnTo>
                <a:lnTo>
                  <a:pt x="430" y="1933"/>
                </a:lnTo>
                <a:lnTo>
                  <a:pt x="430" y="1932"/>
                </a:lnTo>
                <a:lnTo>
                  <a:pt x="430" y="1931"/>
                </a:lnTo>
                <a:lnTo>
                  <a:pt x="430" y="1930"/>
                </a:lnTo>
                <a:lnTo>
                  <a:pt x="430" y="1929"/>
                </a:lnTo>
                <a:lnTo>
                  <a:pt x="429" y="1929"/>
                </a:lnTo>
                <a:lnTo>
                  <a:pt x="428" y="1929"/>
                </a:lnTo>
                <a:lnTo>
                  <a:pt x="428" y="1928"/>
                </a:lnTo>
                <a:lnTo>
                  <a:pt x="427" y="1928"/>
                </a:lnTo>
                <a:lnTo>
                  <a:pt x="426" y="1928"/>
                </a:lnTo>
                <a:lnTo>
                  <a:pt x="425" y="1928"/>
                </a:lnTo>
                <a:lnTo>
                  <a:pt x="424" y="1928"/>
                </a:lnTo>
                <a:lnTo>
                  <a:pt x="424" y="1927"/>
                </a:lnTo>
                <a:lnTo>
                  <a:pt x="424" y="1926"/>
                </a:lnTo>
                <a:lnTo>
                  <a:pt x="424" y="1925"/>
                </a:lnTo>
                <a:lnTo>
                  <a:pt x="424" y="1924"/>
                </a:lnTo>
                <a:lnTo>
                  <a:pt x="424" y="1923"/>
                </a:lnTo>
                <a:lnTo>
                  <a:pt x="425" y="1922"/>
                </a:lnTo>
                <a:lnTo>
                  <a:pt x="426" y="1922"/>
                </a:lnTo>
                <a:lnTo>
                  <a:pt x="426" y="1921"/>
                </a:lnTo>
                <a:lnTo>
                  <a:pt x="426" y="1920"/>
                </a:lnTo>
                <a:lnTo>
                  <a:pt x="426" y="1919"/>
                </a:lnTo>
                <a:lnTo>
                  <a:pt x="426" y="1918"/>
                </a:lnTo>
                <a:lnTo>
                  <a:pt x="426" y="1917"/>
                </a:lnTo>
                <a:lnTo>
                  <a:pt x="426" y="1916"/>
                </a:lnTo>
                <a:lnTo>
                  <a:pt x="426" y="1915"/>
                </a:lnTo>
                <a:lnTo>
                  <a:pt x="426" y="1914"/>
                </a:lnTo>
                <a:lnTo>
                  <a:pt x="426" y="1913"/>
                </a:lnTo>
                <a:lnTo>
                  <a:pt x="426" y="1912"/>
                </a:lnTo>
                <a:lnTo>
                  <a:pt x="427" y="1912"/>
                </a:lnTo>
                <a:lnTo>
                  <a:pt x="426" y="1912"/>
                </a:lnTo>
                <a:lnTo>
                  <a:pt x="427" y="1912"/>
                </a:lnTo>
                <a:lnTo>
                  <a:pt x="427" y="1911"/>
                </a:lnTo>
                <a:lnTo>
                  <a:pt x="426" y="1911"/>
                </a:lnTo>
                <a:lnTo>
                  <a:pt x="426" y="1910"/>
                </a:lnTo>
                <a:lnTo>
                  <a:pt x="425" y="1910"/>
                </a:lnTo>
                <a:lnTo>
                  <a:pt x="424" y="1910"/>
                </a:lnTo>
                <a:lnTo>
                  <a:pt x="423" y="1910"/>
                </a:lnTo>
                <a:lnTo>
                  <a:pt x="424" y="1910"/>
                </a:lnTo>
                <a:lnTo>
                  <a:pt x="424" y="1909"/>
                </a:lnTo>
                <a:lnTo>
                  <a:pt x="424" y="1908"/>
                </a:lnTo>
                <a:lnTo>
                  <a:pt x="423" y="1908"/>
                </a:lnTo>
                <a:lnTo>
                  <a:pt x="423" y="1907"/>
                </a:lnTo>
                <a:lnTo>
                  <a:pt x="422" y="1907"/>
                </a:lnTo>
                <a:lnTo>
                  <a:pt x="422" y="1906"/>
                </a:lnTo>
                <a:lnTo>
                  <a:pt x="421" y="1906"/>
                </a:lnTo>
                <a:lnTo>
                  <a:pt x="421" y="1905"/>
                </a:lnTo>
                <a:lnTo>
                  <a:pt x="422" y="1905"/>
                </a:lnTo>
                <a:lnTo>
                  <a:pt x="422" y="1904"/>
                </a:lnTo>
                <a:lnTo>
                  <a:pt x="423" y="1904"/>
                </a:lnTo>
                <a:lnTo>
                  <a:pt x="423" y="1903"/>
                </a:lnTo>
                <a:lnTo>
                  <a:pt x="424" y="1903"/>
                </a:lnTo>
                <a:lnTo>
                  <a:pt x="424" y="1902"/>
                </a:lnTo>
                <a:lnTo>
                  <a:pt x="424" y="1901"/>
                </a:lnTo>
                <a:lnTo>
                  <a:pt x="423" y="1901"/>
                </a:lnTo>
                <a:lnTo>
                  <a:pt x="422" y="1901"/>
                </a:lnTo>
                <a:lnTo>
                  <a:pt x="422" y="1900"/>
                </a:lnTo>
                <a:lnTo>
                  <a:pt x="421" y="1900"/>
                </a:lnTo>
                <a:lnTo>
                  <a:pt x="420" y="1900"/>
                </a:lnTo>
                <a:lnTo>
                  <a:pt x="419" y="1900"/>
                </a:lnTo>
                <a:lnTo>
                  <a:pt x="419" y="1899"/>
                </a:lnTo>
                <a:lnTo>
                  <a:pt x="418" y="1899"/>
                </a:lnTo>
                <a:lnTo>
                  <a:pt x="418" y="1898"/>
                </a:lnTo>
                <a:lnTo>
                  <a:pt x="418" y="1897"/>
                </a:lnTo>
                <a:lnTo>
                  <a:pt x="417" y="1897"/>
                </a:lnTo>
                <a:lnTo>
                  <a:pt x="417" y="1896"/>
                </a:lnTo>
                <a:lnTo>
                  <a:pt x="416" y="1896"/>
                </a:lnTo>
                <a:lnTo>
                  <a:pt x="416" y="1895"/>
                </a:lnTo>
                <a:lnTo>
                  <a:pt x="416" y="1894"/>
                </a:lnTo>
                <a:lnTo>
                  <a:pt x="417" y="1894"/>
                </a:lnTo>
                <a:lnTo>
                  <a:pt x="418" y="1893"/>
                </a:lnTo>
                <a:lnTo>
                  <a:pt x="417" y="1893"/>
                </a:lnTo>
                <a:lnTo>
                  <a:pt x="418" y="1892"/>
                </a:lnTo>
                <a:lnTo>
                  <a:pt x="418" y="1891"/>
                </a:lnTo>
                <a:lnTo>
                  <a:pt x="418" y="1890"/>
                </a:lnTo>
                <a:lnTo>
                  <a:pt x="417" y="1890"/>
                </a:lnTo>
                <a:lnTo>
                  <a:pt x="417" y="1889"/>
                </a:lnTo>
                <a:lnTo>
                  <a:pt x="416" y="1888"/>
                </a:lnTo>
                <a:lnTo>
                  <a:pt x="415" y="1888"/>
                </a:lnTo>
                <a:lnTo>
                  <a:pt x="414" y="1888"/>
                </a:lnTo>
                <a:lnTo>
                  <a:pt x="413" y="1888"/>
                </a:lnTo>
                <a:lnTo>
                  <a:pt x="413" y="1889"/>
                </a:lnTo>
                <a:lnTo>
                  <a:pt x="412" y="1889"/>
                </a:lnTo>
                <a:lnTo>
                  <a:pt x="411" y="1889"/>
                </a:lnTo>
                <a:lnTo>
                  <a:pt x="411" y="1888"/>
                </a:lnTo>
                <a:lnTo>
                  <a:pt x="410" y="1887"/>
                </a:lnTo>
                <a:lnTo>
                  <a:pt x="410" y="1886"/>
                </a:lnTo>
                <a:lnTo>
                  <a:pt x="411" y="1886"/>
                </a:lnTo>
                <a:lnTo>
                  <a:pt x="410" y="1886"/>
                </a:lnTo>
                <a:lnTo>
                  <a:pt x="410" y="1885"/>
                </a:lnTo>
                <a:lnTo>
                  <a:pt x="411" y="1885"/>
                </a:lnTo>
                <a:lnTo>
                  <a:pt x="411" y="1884"/>
                </a:lnTo>
                <a:lnTo>
                  <a:pt x="410" y="1884"/>
                </a:lnTo>
                <a:lnTo>
                  <a:pt x="410" y="1883"/>
                </a:lnTo>
                <a:lnTo>
                  <a:pt x="410" y="1882"/>
                </a:lnTo>
                <a:lnTo>
                  <a:pt x="411" y="1882"/>
                </a:lnTo>
                <a:lnTo>
                  <a:pt x="411" y="1881"/>
                </a:lnTo>
                <a:lnTo>
                  <a:pt x="410" y="1881"/>
                </a:lnTo>
                <a:lnTo>
                  <a:pt x="410" y="1880"/>
                </a:lnTo>
                <a:lnTo>
                  <a:pt x="409" y="1880"/>
                </a:lnTo>
                <a:lnTo>
                  <a:pt x="409" y="1879"/>
                </a:lnTo>
                <a:lnTo>
                  <a:pt x="409" y="1878"/>
                </a:lnTo>
                <a:lnTo>
                  <a:pt x="408" y="1878"/>
                </a:lnTo>
                <a:lnTo>
                  <a:pt x="408" y="1877"/>
                </a:lnTo>
                <a:lnTo>
                  <a:pt x="407" y="1877"/>
                </a:lnTo>
                <a:lnTo>
                  <a:pt x="406" y="1877"/>
                </a:lnTo>
                <a:lnTo>
                  <a:pt x="406" y="1876"/>
                </a:lnTo>
                <a:lnTo>
                  <a:pt x="406" y="1875"/>
                </a:lnTo>
                <a:lnTo>
                  <a:pt x="406" y="1873"/>
                </a:lnTo>
                <a:lnTo>
                  <a:pt x="406" y="1872"/>
                </a:lnTo>
                <a:lnTo>
                  <a:pt x="406" y="1871"/>
                </a:lnTo>
                <a:lnTo>
                  <a:pt x="406" y="1870"/>
                </a:lnTo>
                <a:lnTo>
                  <a:pt x="406" y="1868"/>
                </a:lnTo>
                <a:lnTo>
                  <a:pt x="406" y="1867"/>
                </a:lnTo>
                <a:lnTo>
                  <a:pt x="406" y="1866"/>
                </a:lnTo>
                <a:lnTo>
                  <a:pt x="406" y="1862"/>
                </a:lnTo>
                <a:lnTo>
                  <a:pt x="407" y="1862"/>
                </a:lnTo>
                <a:lnTo>
                  <a:pt x="407" y="1861"/>
                </a:lnTo>
                <a:lnTo>
                  <a:pt x="408" y="1861"/>
                </a:lnTo>
                <a:lnTo>
                  <a:pt x="409" y="1860"/>
                </a:lnTo>
                <a:lnTo>
                  <a:pt x="409" y="1859"/>
                </a:lnTo>
                <a:lnTo>
                  <a:pt x="410" y="1859"/>
                </a:lnTo>
                <a:lnTo>
                  <a:pt x="410" y="1858"/>
                </a:lnTo>
                <a:lnTo>
                  <a:pt x="411" y="1857"/>
                </a:lnTo>
                <a:lnTo>
                  <a:pt x="412" y="1856"/>
                </a:lnTo>
                <a:lnTo>
                  <a:pt x="413" y="1856"/>
                </a:lnTo>
                <a:lnTo>
                  <a:pt x="414" y="1856"/>
                </a:lnTo>
                <a:lnTo>
                  <a:pt x="414" y="1855"/>
                </a:lnTo>
                <a:lnTo>
                  <a:pt x="415" y="1854"/>
                </a:lnTo>
                <a:lnTo>
                  <a:pt x="415" y="1853"/>
                </a:lnTo>
                <a:lnTo>
                  <a:pt x="415" y="1852"/>
                </a:lnTo>
                <a:lnTo>
                  <a:pt x="415" y="1851"/>
                </a:lnTo>
                <a:lnTo>
                  <a:pt x="416" y="1851"/>
                </a:lnTo>
                <a:lnTo>
                  <a:pt x="416" y="1850"/>
                </a:lnTo>
                <a:lnTo>
                  <a:pt x="417" y="1849"/>
                </a:lnTo>
                <a:lnTo>
                  <a:pt x="418" y="1849"/>
                </a:lnTo>
                <a:lnTo>
                  <a:pt x="417" y="1849"/>
                </a:lnTo>
                <a:lnTo>
                  <a:pt x="417" y="1848"/>
                </a:lnTo>
                <a:lnTo>
                  <a:pt x="416" y="1848"/>
                </a:lnTo>
                <a:lnTo>
                  <a:pt x="416" y="1849"/>
                </a:lnTo>
                <a:lnTo>
                  <a:pt x="416" y="1848"/>
                </a:lnTo>
                <a:lnTo>
                  <a:pt x="415" y="1848"/>
                </a:lnTo>
                <a:lnTo>
                  <a:pt x="414" y="1848"/>
                </a:lnTo>
                <a:lnTo>
                  <a:pt x="413" y="1848"/>
                </a:lnTo>
                <a:lnTo>
                  <a:pt x="413" y="1849"/>
                </a:lnTo>
                <a:lnTo>
                  <a:pt x="412" y="1849"/>
                </a:lnTo>
                <a:lnTo>
                  <a:pt x="411" y="1849"/>
                </a:lnTo>
                <a:lnTo>
                  <a:pt x="410" y="1849"/>
                </a:lnTo>
                <a:lnTo>
                  <a:pt x="409" y="1849"/>
                </a:lnTo>
                <a:lnTo>
                  <a:pt x="409" y="1850"/>
                </a:lnTo>
                <a:lnTo>
                  <a:pt x="408" y="1851"/>
                </a:lnTo>
                <a:lnTo>
                  <a:pt x="407" y="1851"/>
                </a:lnTo>
                <a:lnTo>
                  <a:pt x="407" y="1850"/>
                </a:lnTo>
                <a:lnTo>
                  <a:pt x="406" y="1850"/>
                </a:lnTo>
                <a:lnTo>
                  <a:pt x="406" y="1849"/>
                </a:lnTo>
                <a:lnTo>
                  <a:pt x="405" y="1848"/>
                </a:lnTo>
                <a:lnTo>
                  <a:pt x="405" y="1849"/>
                </a:lnTo>
                <a:lnTo>
                  <a:pt x="403" y="1849"/>
                </a:lnTo>
                <a:lnTo>
                  <a:pt x="402" y="1849"/>
                </a:lnTo>
                <a:lnTo>
                  <a:pt x="401" y="1850"/>
                </a:lnTo>
                <a:lnTo>
                  <a:pt x="400" y="1849"/>
                </a:lnTo>
                <a:lnTo>
                  <a:pt x="399" y="1849"/>
                </a:lnTo>
                <a:lnTo>
                  <a:pt x="398" y="1848"/>
                </a:lnTo>
                <a:lnTo>
                  <a:pt x="398" y="1849"/>
                </a:lnTo>
                <a:lnTo>
                  <a:pt x="398" y="1850"/>
                </a:lnTo>
                <a:lnTo>
                  <a:pt x="397" y="1851"/>
                </a:lnTo>
                <a:lnTo>
                  <a:pt x="396" y="1851"/>
                </a:lnTo>
                <a:lnTo>
                  <a:pt x="395" y="1850"/>
                </a:lnTo>
                <a:lnTo>
                  <a:pt x="394" y="1849"/>
                </a:lnTo>
                <a:lnTo>
                  <a:pt x="394" y="1848"/>
                </a:lnTo>
                <a:lnTo>
                  <a:pt x="393" y="1848"/>
                </a:lnTo>
                <a:lnTo>
                  <a:pt x="392" y="1848"/>
                </a:lnTo>
                <a:lnTo>
                  <a:pt x="392" y="1849"/>
                </a:lnTo>
                <a:lnTo>
                  <a:pt x="391" y="1848"/>
                </a:lnTo>
                <a:lnTo>
                  <a:pt x="390" y="1847"/>
                </a:lnTo>
                <a:lnTo>
                  <a:pt x="389" y="1846"/>
                </a:lnTo>
                <a:lnTo>
                  <a:pt x="389" y="1845"/>
                </a:lnTo>
                <a:lnTo>
                  <a:pt x="388" y="1846"/>
                </a:lnTo>
                <a:lnTo>
                  <a:pt x="388" y="1847"/>
                </a:lnTo>
                <a:lnTo>
                  <a:pt x="387" y="1847"/>
                </a:lnTo>
                <a:lnTo>
                  <a:pt x="387" y="1848"/>
                </a:lnTo>
                <a:lnTo>
                  <a:pt x="386" y="1848"/>
                </a:lnTo>
                <a:lnTo>
                  <a:pt x="385" y="1848"/>
                </a:lnTo>
                <a:lnTo>
                  <a:pt x="384" y="1848"/>
                </a:lnTo>
                <a:lnTo>
                  <a:pt x="383" y="1848"/>
                </a:lnTo>
                <a:lnTo>
                  <a:pt x="382" y="1849"/>
                </a:lnTo>
                <a:lnTo>
                  <a:pt x="381" y="1850"/>
                </a:lnTo>
                <a:lnTo>
                  <a:pt x="381" y="1851"/>
                </a:lnTo>
                <a:lnTo>
                  <a:pt x="381" y="1852"/>
                </a:lnTo>
                <a:lnTo>
                  <a:pt x="380" y="1852"/>
                </a:lnTo>
                <a:lnTo>
                  <a:pt x="379" y="1852"/>
                </a:lnTo>
                <a:lnTo>
                  <a:pt x="378" y="1852"/>
                </a:lnTo>
                <a:lnTo>
                  <a:pt x="377" y="1853"/>
                </a:lnTo>
                <a:lnTo>
                  <a:pt x="376" y="1852"/>
                </a:lnTo>
                <a:lnTo>
                  <a:pt x="376" y="1851"/>
                </a:lnTo>
                <a:lnTo>
                  <a:pt x="375" y="1850"/>
                </a:lnTo>
                <a:lnTo>
                  <a:pt x="374" y="1850"/>
                </a:lnTo>
                <a:lnTo>
                  <a:pt x="373" y="1850"/>
                </a:lnTo>
                <a:lnTo>
                  <a:pt x="373" y="1852"/>
                </a:lnTo>
                <a:lnTo>
                  <a:pt x="372" y="1852"/>
                </a:lnTo>
                <a:lnTo>
                  <a:pt x="371" y="1852"/>
                </a:lnTo>
                <a:lnTo>
                  <a:pt x="370" y="1851"/>
                </a:lnTo>
                <a:lnTo>
                  <a:pt x="369" y="1851"/>
                </a:lnTo>
                <a:lnTo>
                  <a:pt x="368" y="1852"/>
                </a:lnTo>
                <a:lnTo>
                  <a:pt x="368" y="1851"/>
                </a:lnTo>
                <a:lnTo>
                  <a:pt x="368" y="1850"/>
                </a:lnTo>
                <a:lnTo>
                  <a:pt x="367" y="1850"/>
                </a:lnTo>
                <a:lnTo>
                  <a:pt x="365" y="1850"/>
                </a:lnTo>
                <a:lnTo>
                  <a:pt x="363" y="1849"/>
                </a:lnTo>
                <a:lnTo>
                  <a:pt x="362" y="1849"/>
                </a:lnTo>
                <a:lnTo>
                  <a:pt x="361" y="1849"/>
                </a:lnTo>
                <a:lnTo>
                  <a:pt x="360" y="1850"/>
                </a:lnTo>
                <a:lnTo>
                  <a:pt x="359" y="1850"/>
                </a:lnTo>
                <a:lnTo>
                  <a:pt x="358" y="1850"/>
                </a:lnTo>
                <a:lnTo>
                  <a:pt x="357" y="1851"/>
                </a:lnTo>
                <a:lnTo>
                  <a:pt x="356" y="1851"/>
                </a:lnTo>
                <a:lnTo>
                  <a:pt x="355" y="1851"/>
                </a:lnTo>
                <a:lnTo>
                  <a:pt x="354" y="1852"/>
                </a:lnTo>
                <a:lnTo>
                  <a:pt x="354" y="1851"/>
                </a:lnTo>
                <a:lnTo>
                  <a:pt x="353" y="1851"/>
                </a:lnTo>
                <a:lnTo>
                  <a:pt x="352" y="1851"/>
                </a:lnTo>
                <a:lnTo>
                  <a:pt x="351" y="1851"/>
                </a:lnTo>
                <a:lnTo>
                  <a:pt x="350" y="1851"/>
                </a:lnTo>
                <a:lnTo>
                  <a:pt x="349" y="1850"/>
                </a:lnTo>
                <a:lnTo>
                  <a:pt x="349" y="1849"/>
                </a:lnTo>
                <a:lnTo>
                  <a:pt x="349" y="1848"/>
                </a:lnTo>
                <a:lnTo>
                  <a:pt x="348" y="1848"/>
                </a:lnTo>
                <a:lnTo>
                  <a:pt x="347" y="1848"/>
                </a:lnTo>
                <a:lnTo>
                  <a:pt x="346" y="1847"/>
                </a:lnTo>
                <a:lnTo>
                  <a:pt x="345" y="1845"/>
                </a:lnTo>
                <a:lnTo>
                  <a:pt x="344" y="1844"/>
                </a:lnTo>
                <a:lnTo>
                  <a:pt x="343" y="1844"/>
                </a:lnTo>
                <a:lnTo>
                  <a:pt x="343" y="1843"/>
                </a:lnTo>
                <a:lnTo>
                  <a:pt x="342" y="1843"/>
                </a:lnTo>
                <a:lnTo>
                  <a:pt x="341" y="1844"/>
                </a:lnTo>
                <a:lnTo>
                  <a:pt x="340" y="1844"/>
                </a:lnTo>
                <a:lnTo>
                  <a:pt x="339" y="1844"/>
                </a:lnTo>
                <a:lnTo>
                  <a:pt x="338" y="1844"/>
                </a:lnTo>
                <a:lnTo>
                  <a:pt x="337" y="1845"/>
                </a:lnTo>
                <a:lnTo>
                  <a:pt x="336" y="1845"/>
                </a:lnTo>
                <a:lnTo>
                  <a:pt x="335" y="1846"/>
                </a:lnTo>
                <a:lnTo>
                  <a:pt x="334" y="1846"/>
                </a:lnTo>
                <a:lnTo>
                  <a:pt x="333" y="1846"/>
                </a:lnTo>
                <a:lnTo>
                  <a:pt x="332" y="1846"/>
                </a:lnTo>
                <a:lnTo>
                  <a:pt x="331" y="1845"/>
                </a:lnTo>
                <a:lnTo>
                  <a:pt x="330" y="1844"/>
                </a:lnTo>
                <a:lnTo>
                  <a:pt x="329" y="1844"/>
                </a:lnTo>
                <a:lnTo>
                  <a:pt x="328" y="1844"/>
                </a:lnTo>
                <a:lnTo>
                  <a:pt x="327" y="1842"/>
                </a:lnTo>
                <a:lnTo>
                  <a:pt x="325" y="1841"/>
                </a:lnTo>
                <a:lnTo>
                  <a:pt x="324" y="1841"/>
                </a:lnTo>
                <a:lnTo>
                  <a:pt x="323" y="1840"/>
                </a:lnTo>
                <a:lnTo>
                  <a:pt x="322" y="1839"/>
                </a:lnTo>
                <a:lnTo>
                  <a:pt x="321" y="1838"/>
                </a:lnTo>
                <a:lnTo>
                  <a:pt x="320" y="1838"/>
                </a:lnTo>
                <a:lnTo>
                  <a:pt x="319" y="1838"/>
                </a:lnTo>
                <a:lnTo>
                  <a:pt x="317" y="1837"/>
                </a:lnTo>
                <a:lnTo>
                  <a:pt x="316" y="1836"/>
                </a:lnTo>
                <a:lnTo>
                  <a:pt x="315" y="1836"/>
                </a:lnTo>
                <a:lnTo>
                  <a:pt x="315" y="1837"/>
                </a:lnTo>
                <a:lnTo>
                  <a:pt x="314" y="1837"/>
                </a:lnTo>
                <a:lnTo>
                  <a:pt x="313" y="1837"/>
                </a:lnTo>
                <a:lnTo>
                  <a:pt x="312" y="1838"/>
                </a:lnTo>
                <a:lnTo>
                  <a:pt x="311" y="1838"/>
                </a:lnTo>
                <a:lnTo>
                  <a:pt x="310" y="1837"/>
                </a:lnTo>
                <a:lnTo>
                  <a:pt x="309" y="1837"/>
                </a:lnTo>
                <a:lnTo>
                  <a:pt x="308" y="1837"/>
                </a:lnTo>
                <a:lnTo>
                  <a:pt x="307" y="1836"/>
                </a:lnTo>
                <a:lnTo>
                  <a:pt x="306" y="1835"/>
                </a:lnTo>
                <a:lnTo>
                  <a:pt x="305" y="1835"/>
                </a:lnTo>
                <a:lnTo>
                  <a:pt x="305" y="1834"/>
                </a:lnTo>
                <a:lnTo>
                  <a:pt x="304" y="1833"/>
                </a:lnTo>
                <a:lnTo>
                  <a:pt x="303" y="1833"/>
                </a:lnTo>
                <a:lnTo>
                  <a:pt x="303" y="1832"/>
                </a:lnTo>
                <a:lnTo>
                  <a:pt x="302" y="1831"/>
                </a:lnTo>
                <a:lnTo>
                  <a:pt x="301" y="1830"/>
                </a:lnTo>
                <a:lnTo>
                  <a:pt x="300" y="1831"/>
                </a:lnTo>
                <a:lnTo>
                  <a:pt x="299" y="1831"/>
                </a:lnTo>
                <a:lnTo>
                  <a:pt x="298" y="1831"/>
                </a:lnTo>
                <a:lnTo>
                  <a:pt x="297" y="1831"/>
                </a:lnTo>
                <a:lnTo>
                  <a:pt x="296" y="1832"/>
                </a:lnTo>
                <a:lnTo>
                  <a:pt x="295" y="1832"/>
                </a:lnTo>
                <a:lnTo>
                  <a:pt x="294" y="1832"/>
                </a:lnTo>
                <a:lnTo>
                  <a:pt x="293" y="1831"/>
                </a:lnTo>
                <a:lnTo>
                  <a:pt x="293" y="1830"/>
                </a:lnTo>
                <a:lnTo>
                  <a:pt x="293" y="1829"/>
                </a:lnTo>
                <a:lnTo>
                  <a:pt x="292" y="1829"/>
                </a:lnTo>
                <a:lnTo>
                  <a:pt x="291" y="1827"/>
                </a:lnTo>
                <a:lnTo>
                  <a:pt x="290" y="1826"/>
                </a:lnTo>
                <a:lnTo>
                  <a:pt x="289" y="1825"/>
                </a:lnTo>
                <a:lnTo>
                  <a:pt x="288" y="1825"/>
                </a:lnTo>
                <a:lnTo>
                  <a:pt x="288" y="1824"/>
                </a:lnTo>
                <a:lnTo>
                  <a:pt x="288" y="1822"/>
                </a:lnTo>
                <a:lnTo>
                  <a:pt x="287" y="1822"/>
                </a:lnTo>
                <a:lnTo>
                  <a:pt x="286" y="1822"/>
                </a:lnTo>
                <a:lnTo>
                  <a:pt x="285" y="1822"/>
                </a:lnTo>
                <a:lnTo>
                  <a:pt x="284" y="1821"/>
                </a:lnTo>
                <a:lnTo>
                  <a:pt x="283" y="1821"/>
                </a:lnTo>
                <a:lnTo>
                  <a:pt x="283" y="1820"/>
                </a:lnTo>
                <a:lnTo>
                  <a:pt x="282" y="1820"/>
                </a:lnTo>
                <a:lnTo>
                  <a:pt x="282" y="1821"/>
                </a:lnTo>
                <a:lnTo>
                  <a:pt x="281" y="1821"/>
                </a:lnTo>
                <a:lnTo>
                  <a:pt x="280" y="1821"/>
                </a:lnTo>
                <a:lnTo>
                  <a:pt x="279" y="1820"/>
                </a:lnTo>
                <a:lnTo>
                  <a:pt x="278" y="1820"/>
                </a:lnTo>
                <a:lnTo>
                  <a:pt x="278" y="1819"/>
                </a:lnTo>
                <a:lnTo>
                  <a:pt x="278" y="1818"/>
                </a:lnTo>
                <a:lnTo>
                  <a:pt x="277" y="1817"/>
                </a:lnTo>
                <a:lnTo>
                  <a:pt x="276" y="1816"/>
                </a:lnTo>
                <a:lnTo>
                  <a:pt x="276" y="1815"/>
                </a:lnTo>
                <a:lnTo>
                  <a:pt x="277" y="1814"/>
                </a:lnTo>
                <a:lnTo>
                  <a:pt x="278" y="1813"/>
                </a:lnTo>
                <a:lnTo>
                  <a:pt x="278" y="1812"/>
                </a:lnTo>
                <a:lnTo>
                  <a:pt x="278" y="1811"/>
                </a:lnTo>
                <a:lnTo>
                  <a:pt x="278" y="1810"/>
                </a:lnTo>
                <a:lnTo>
                  <a:pt x="278" y="1809"/>
                </a:lnTo>
                <a:lnTo>
                  <a:pt x="278" y="1808"/>
                </a:lnTo>
                <a:lnTo>
                  <a:pt x="279" y="1808"/>
                </a:lnTo>
                <a:lnTo>
                  <a:pt x="279" y="1807"/>
                </a:lnTo>
                <a:lnTo>
                  <a:pt x="278" y="1806"/>
                </a:lnTo>
                <a:lnTo>
                  <a:pt x="278" y="1805"/>
                </a:lnTo>
                <a:lnTo>
                  <a:pt x="277" y="1805"/>
                </a:lnTo>
                <a:lnTo>
                  <a:pt x="276" y="1804"/>
                </a:lnTo>
                <a:lnTo>
                  <a:pt x="275" y="1804"/>
                </a:lnTo>
                <a:lnTo>
                  <a:pt x="274" y="1805"/>
                </a:lnTo>
                <a:lnTo>
                  <a:pt x="274" y="1806"/>
                </a:lnTo>
                <a:lnTo>
                  <a:pt x="274" y="1807"/>
                </a:lnTo>
                <a:lnTo>
                  <a:pt x="272" y="1808"/>
                </a:lnTo>
                <a:lnTo>
                  <a:pt x="272" y="1809"/>
                </a:lnTo>
                <a:lnTo>
                  <a:pt x="271" y="1809"/>
                </a:lnTo>
                <a:lnTo>
                  <a:pt x="271" y="1808"/>
                </a:lnTo>
                <a:lnTo>
                  <a:pt x="270" y="1808"/>
                </a:lnTo>
                <a:lnTo>
                  <a:pt x="269" y="1808"/>
                </a:lnTo>
                <a:lnTo>
                  <a:pt x="268" y="1808"/>
                </a:lnTo>
                <a:lnTo>
                  <a:pt x="266" y="1808"/>
                </a:lnTo>
                <a:lnTo>
                  <a:pt x="266" y="1809"/>
                </a:lnTo>
                <a:lnTo>
                  <a:pt x="265" y="1809"/>
                </a:lnTo>
                <a:lnTo>
                  <a:pt x="265" y="1810"/>
                </a:lnTo>
                <a:lnTo>
                  <a:pt x="264" y="1811"/>
                </a:lnTo>
                <a:lnTo>
                  <a:pt x="264" y="1812"/>
                </a:lnTo>
                <a:lnTo>
                  <a:pt x="263" y="1811"/>
                </a:lnTo>
                <a:lnTo>
                  <a:pt x="262" y="1811"/>
                </a:lnTo>
                <a:lnTo>
                  <a:pt x="259" y="1811"/>
                </a:lnTo>
                <a:lnTo>
                  <a:pt x="258" y="1811"/>
                </a:lnTo>
                <a:lnTo>
                  <a:pt x="257" y="1811"/>
                </a:lnTo>
                <a:lnTo>
                  <a:pt x="257" y="1812"/>
                </a:lnTo>
                <a:lnTo>
                  <a:pt x="258" y="1813"/>
                </a:lnTo>
                <a:lnTo>
                  <a:pt x="258" y="1814"/>
                </a:lnTo>
                <a:lnTo>
                  <a:pt x="258" y="1815"/>
                </a:lnTo>
                <a:lnTo>
                  <a:pt x="257" y="1814"/>
                </a:lnTo>
                <a:lnTo>
                  <a:pt x="256" y="1814"/>
                </a:lnTo>
                <a:lnTo>
                  <a:pt x="255" y="1814"/>
                </a:lnTo>
                <a:lnTo>
                  <a:pt x="254" y="1814"/>
                </a:lnTo>
                <a:lnTo>
                  <a:pt x="253" y="1814"/>
                </a:lnTo>
                <a:lnTo>
                  <a:pt x="252" y="1813"/>
                </a:lnTo>
                <a:lnTo>
                  <a:pt x="250" y="1813"/>
                </a:lnTo>
                <a:lnTo>
                  <a:pt x="249" y="1813"/>
                </a:lnTo>
                <a:lnTo>
                  <a:pt x="248" y="1813"/>
                </a:lnTo>
                <a:lnTo>
                  <a:pt x="247" y="1813"/>
                </a:lnTo>
                <a:lnTo>
                  <a:pt x="246" y="1813"/>
                </a:lnTo>
                <a:lnTo>
                  <a:pt x="245" y="1813"/>
                </a:lnTo>
                <a:lnTo>
                  <a:pt x="245" y="1814"/>
                </a:lnTo>
                <a:lnTo>
                  <a:pt x="244" y="1814"/>
                </a:lnTo>
                <a:lnTo>
                  <a:pt x="240" y="1814"/>
                </a:lnTo>
                <a:lnTo>
                  <a:pt x="239" y="1814"/>
                </a:lnTo>
                <a:lnTo>
                  <a:pt x="238" y="1813"/>
                </a:lnTo>
                <a:lnTo>
                  <a:pt x="239" y="1812"/>
                </a:lnTo>
                <a:lnTo>
                  <a:pt x="239" y="1811"/>
                </a:lnTo>
                <a:lnTo>
                  <a:pt x="239" y="1808"/>
                </a:lnTo>
                <a:lnTo>
                  <a:pt x="239" y="1807"/>
                </a:lnTo>
                <a:lnTo>
                  <a:pt x="240" y="1806"/>
                </a:lnTo>
                <a:lnTo>
                  <a:pt x="240" y="1805"/>
                </a:lnTo>
                <a:lnTo>
                  <a:pt x="239" y="1804"/>
                </a:lnTo>
                <a:lnTo>
                  <a:pt x="238" y="1803"/>
                </a:lnTo>
                <a:lnTo>
                  <a:pt x="238" y="1802"/>
                </a:lnTo>
                <a:lnTo>
                  <a:pt x="236" y="1799"/>
                </a:lnTo>
                <a:lnTo>
                  <a:pt x="235" y="1798"/>
                </a:lnTo>
                <a:lnTo>
                  <a:pt x="234" y="1797"/>
                </a:lnTo>
                <a:lnTo>
                  <a:pt x="234" y="1795"/>
                </a:lnTo>
                <a:lnTo>
                  <a:pt x="233" y="1794"/>
                </a:lnTo>
                <a:lnTo>
                  <a:pt x="232" y="1794"/>
                </a:lnTo>
                <a:lnTo>
                  <a:pt x="231" y="1794"/>
                </a:lnTo>
                <a:lnTo>
                  <a:pt x="229" y="1794"/>
                </a:lnTo>
                <a:lnTo>
                  <a:pt x="228" y="1794"/>
                </a:lnTo>
                <a:lnTo>
                  <a:pt x="228" y="1795"/>
                </a:lnTo>
                <a:lnTo>
                  <a:pt x="227" y="1795"/>
                </a:lnTo>
                <a:lnTo>
                  <a:pt x="226" y="1795"/>
                </a:lnTo>
                <a:lnTo>
                  <a:pt x="225" y="1795"/>
                </a:lnTo>
                <a:lnTo>
                  <a:pt x="225" y="1794"/>
                </a:lnTo>
                <a:lnTo>
                  <a:pt x="224" y="1794"/>
                </a:lnTo>
                <a:lnTo>
                  <a:pt x="223" y="1793"/>
                </a:lnTo>
                <a:lnTo>
                  <a:pt x="222" y="1793"/>
                </a:lnTo>
                <a:lnTo>
                  <a:pt x="222" y="1792"/>
                </a:lnTo>
                <a:lnTo>
                  <a:pt x="222" y="1791"/>
                </a:lnTo>
                <a:lnTo>
                  <a:pt x="221" y="1791"/>
                </a:lnTo>
                <a:lnTo>
                  <a:pt x="221" y="1790"/>
                </a:lnTo>
                <a:lnTo>
                  <a:pt x="221" y="1789"/>
                </a:lnTo>
                <a:lnTo>
                  <a:pt x="221" y="1788"/>
                </a:lnTo>
                <a:lnTo>
                  <a:pt x="220" y="1787"/>
                </a:lnTo>
                <a:lnTo>
                  <a:pt x="220" y="1786"/>
                </a:lnTo>
                <a:lnTo>
                  <a:pt x="220" y="1785"/>
                </a:lnTo>
                <a:lnTo>
                  <a:pt x="220" y="1784"/>
                </a:lnTo>
                <a:lnTo>
                  <a:pt x="219" y="1784"/>
                </a:lnTo>
                <a:lnTo>
                  <a:pt x="219" y="1783"/>
                </a:lnTo>
                <a:lnTo>
                  <a:pt x="220" y="1782"/>
                </a:lnTo>
                <a:lnTo>
                  <a:pt x="222" y="1782"/>
                </a:lnTo>
                <a:lnTo>
                  <a:pt x="223" y="1781"/>
                </a:lnTo>
                <a:lnTo>
                  <a:pt x="222" y="1781"/>
                </a:lnTo>
                <a:lnTo>
                  <a:pt x="222" y="1780"/>
                </a:lnTo>
                <a:lnTo>
                  <a:pt x="223" y="1780"/>
                </a:lnTo>
                <a:lnTo>
                  <a:pt x="225" y="1780"/>
                </a:lnTo>
                <a:lnTo>
                  <a:pt x="226" y="1780"/>
                </a:lnTo>
                <a:lnTo>
                  <a:pt x="226" y="1779"/>
                </a:lnTo>
                <a:lnTo>
                  <a:pt x="226" y="1778"/>
                </a:lnTo>
                <a:lnTo>
                  <a:pt x="226" y="1776"/>
                </a:lnTo>
                <a:lnTo>
                  <a:pt x="226" y="1775"/>
                </a:lnTo>
                <a:lnTo>
                  <a:pt x="226" y="1774"/>
                </a:lnTo>
                <a:lnTo>
                  <a:pt x="226" y="1773"/>
                </a:lnTo>
                <a:lnTo>
                  <a:pt x="227" y="1773"/>
                </a:lnTo>
                <a:lnTo>
                  <a:pt x="228" y="1773"/>
                </a:lnTo>
                <a:lnTo>
                  <a:pt x="229" y="1773"/>
                </a:lnTo>
                <a:lnTo>
                  <a:pt x="230" y="1773"/>
                </a:lnTo>
                <a:lnTo>
                  <a:pt x="231" y="1773"/>
                </a:lnTo>
                <a:lnTo>
                  <a:pt x="231" y="1771"/>
                </a:lnTo>
                <a:lnTo>
                  <a:pt x="230" y="1771"/>
                </a:lnTo>
                <a:lnTo>
                  <a:pt x="228" y="1769"/>
                </a:lnTo>
                <a:lnTo>
                  <a:pt x="227" y="1767"/>
                </a:lnTo>
                <a:lnTo>
                  <a:pt x="227" y="1766"/>
                </a:lnTo>
                <a:lnTo>
                  <a:pt x="226" y="1766"/>
                </a:lnTo>
                <a:lnTo>
                  <a:pt x="226" y="1765"/>
                </a:lnTo>
                <a:lnTo>
                  <a:pt x="225" y="1765"/>
                </a:lnTo>
                <a:lnTo>
                  <a:pt x="225" y="1764"/>
                </a:lnTo>
                <a:lnTo>
                  <a:pt x="224" y="1763"/>
                </a:lnTo>
                <a:lnTo>
                  <a:pt x="224" y="1762"/>
                </a:lnTo>
                <a:lnTo>
                  <a:pt x="224" y="1761"/>
                </a:lnTo>
                <a:lnTo>
                  <a:pt x="224" y="1760"/>
                </a:lnTo>
                <a:lnTo>
                  <a:pt x="225" y="1760"/>
                </a:lnTo>
                <a:lnTo>
                  <a:pt x="225" y="1759"/>
                </a:lnTo>
                <a:lnTo>
                  <a:pt x="226" y="1758"/>
                </a:lnTo>
                <a:lnTo>
                  <a:pt x="226" y="1757"/>
                </a:lnTo>
                <a:lnTo>
                  <a:pt x="227" y="1757"/>
                </a:lnTo>
                <a:lnTo>
                  <a:pt x="228" y="1756"/>
                </a:lnTo>
                <a:lnTo>
                  <a:pt x="228" y="1755"/>
                </a:lnTo>
                <a:lnTo>
                  <a:pt x="228" y="1754"/>
                </a:lnTo>
                <a:lnTo>
                  <a:pt x="228" y="1753"/>
                </a:lnTo>
                <a:lnTo>
                  <a:pt x="227" y="1752"/>
                </a:lnTo>
                <a:lnTo>
                  <a:pt x="226" y="1751"/>
                </a:lnTo>
                <a:lnTo>
                  <a:pt x="226" y="1750"/>
                </a:lnTo>
                <a:lnTo>
                  <a:pt x="226" y="1749"/>
                </a:lnTo>
                <a:lnTo>
                  <a:pt x="226" y="1748"/>
                </a:lnTo>
                <a:lnTo>
                  <a:pt x="225" y="1748"/>
                </a:lnTo>
                <a:lnTo>
                  <a:pt x="225" y="1747"/>
                </a:lnTo>
                <a:lnTo>
                  <a:pt x="225" y="1746"/>
                </a:lnTo>
                <a:lnTo>
                  <a:pt x="224" y="1745"/>
                </a:lnTo>
                <a:lnTo>
                  <a:pt x="223" y="1745"/>
                </a:lnTo>
                <a:lnTo>
                  <a:pt x="223" y="1744"/>
                </a:lnTo>
                <a:lnTo>
                  <a:pt x="222" y="1744"/>
                </a:lnTo>
                <a:lnTo>
                  <a:pt x="222" y="1743"/>
                </a:lnTo>
                <a:lnTo>
                  <a:pt x="221" y="1742"/>
                </a:lnTo>
                <a:lnTo>
                  <a:pt x="221" y="1741"/>
                </a:lnTo>
                <a:lnTo>
                  <a:pt x="221" y="1740"/>
                </a:lnTo>
                <a:lnTo>
                  <a:pt x="220" y="1739"/>
                </a:lnTo>
                <a:lnTo>
                  <a:pt x="219" y="1738"/>
                </a:lnTo>
                <a:lnTo>
                  <a:pt x="219" y="1737"/>
                </a:lnTo>
                <a:lnTo>
                  <a:pt x="219" y="1736"/>
                </a:lnTo>
                <a:lnTo>
                  <a:pt x="220" y="1735"/>
                </a:lnTo>
                <a:lnTo>
                  <a:pt x="219" y="1735"/>
                </a:lnTo>
                <a:lnTo>
                  <a:pt x="217" y="1732"/>
                </a:lnTo>
                <a:lnTo>
                  <a:pt x="216" y="1732"/>
                </a:lnTo>
                <a:lnTo>
                  <a:pt x="216" y="1731"/>
                </a:lnTo>
                <a:lnTo>
                  <a:pt x="215" y="1731"/>
                </a:lnTo>
                <a:lnTo>
                  <a:pt x="214" y="1730"/>
                </a:lnTo>
                <a:lnTo>
                  <a:pt x="214" y="1729"/>
                </a:lnTo>
                <a:lnTo>
                  <a:pt x="212" y="1728"/>
                </a:lnTo>
                <a:lnTo>
                  <a:pt x="211" y="1727"/>
                </a:lnTo>
                <a:lnTo>
                  <a:pt x="209" y="1726"/>
                </a:lnTo>
                <a:lnTo>
                  <a:pt x="208" y="1725"/>
                </a:lnTo>
                <a:lnTo>
                  <a:pt x="207" y="1724"/>
                </a:lnTo>
                <a:lnTo>
                  <a:pt x="206" y="1724"/>
                </a:lnTo>
                <a:lnTo>
                  <a:pt x="206" y="1723"/>
                </a:lnTo>
                <a:lnTo>
                  <a:pt x="205" y="1723"/>
                </a:lnTo>
                <a:lnTo>
                  <a:pt x="205" y="1722"/>
                </a:lnTo>
                <a:lnTo>
                  <a:pt x="204" y="1722"/>
                </a:lnTo>
                <a:lnTo>
                  <a:pt x="203" y="1722"/>
                </a:lnTo>
                <a:lnTo>
                  <a:pt x="203" y="1721"/>
                </a:lnTo>
                <a:lnTo>
                  <a:pt x="202" y="1720"/>
                </a:lnTo>
                <a:lnTo>
                  <a:pt x="201" y="1720"/>
                </a:lnTo>
                <a:lnTo>
                  <a:pt x="200" y="1720"/>
                </a:lnTo>
                <a:lnTo>
                  <a:pt x="199" y="1720"/>
                </a:lnTo>
                <a:lnTo>
                  <a:pt x="198" y="1720"/>
                </a:lnTo>
                <a:lnTo>
                  <a:pt x="197" y="1719"/>
                </a:lnTo>
                <a:lnTo>
                  <a:pt x="196" y="1718"/>
                </a:lnTo>
                <a:lnTo>
                  <a:pt x="195" y="1718"/>
                </a:lnTo>
                <a:lnTo>
                  <a:pt x="194" y="1718"/>
                </a:lnTo>
                <a:lnTo>
                  <a:pt x="193" y="1718"/>
                </a:lnTo>
                <a:lnTo>
                  <a:pt x="192" y="1718"/>
                </a:lnTo>
                <a:lnTo>
                  <a:pt x="191" y="1718"/>
                </a:lnTo>
                <a:lnTo>
                  <a:pt x="190" y="1718"/>
                </a:lnTo>
                <a:lnTo>
                  <a:pt x="189" y="1718"/>
                </a:lnTo>
                <a:lnTo>
                  <a:pt x="188" y="1718"/>
                </a:lnTo>
                <a:lnTo>
                  <a:pt x="188" y="1719"/>
                </a:lnTo>
                <a:lnTo>
                  <a:pt x="187" y="1719"/>
                </a:lnTo>
                <a:lnTo>
                  <a:pt x="187" y="1718"/>
                </a:lnTo>
                <a:lnTo>
                  <a:pt x="186" y="1718"/>
                </a:lnTo>
                <a:lnTo>
                  <a:pt x="184" y="1718"/>
                </a:lnTo>
                <a:lnTo>
                  <a:pt x="183" y="1717"/>
                </a:lnTo>
                <a:lnTo>
                  <a:pt x="183" y="1718"/>
                </a:lnTo>
                <a:lnTo>
                  <a:pt x="183" y="1719"/>
                </a:lnTo>
                <a:lnTo>
                  <a:pt x="183" y="1720"/>
                </a:lnTo>
                <a:lnTo>
                  <a:pt x="183" y="1721"/>
                </a:lnTo>
                <a:lnTo>
                  <a:pt x="183" y="1722"/>
                </a:lnTo>
                <a:lnTo>
                  <a:pt x="182" y="1722"/>
                </a:lnTo>
                <a:lnTo>
                  <a:pt x="181" y="1722"/>
                </a:lnTo>
                <a:lnTo>
                  <a:pt x="180" y="1721"/>
                </a:lnTo>
                <a:lnTo>
                  <a:pt x="180" y="1720"/>
                </a:lnTo>
                <a:lnTo>
                  <a:pt x="179" y="1720"/>
                </a:lnTo>
                <a:lnTo>
                  <a:pt x="179" y="1721"/>
                </a:lnTo>
                <a:lnTo>
                  <a:pt x="177" y="1722"/>
                </a:lnTo>
                <a:lnTo>
                  <a:pt x="177" y="1723"/>
                </a:lnTo>
                <a:lnTo>
                  <a:pt x="176" y="1723"/>
                </a:lnTo>
                <a:lnTo>
                  <a:pt x="176" y="1722"/>
                </a:lnTo>
                <a:lnTo>
                  <a:pt x="175" y="1722"/>
                </a:lnTo>
                <a:lnTo>
                  <a:pt x="175" y="1721"/>
                </a:lnTo>
                <a:lnTo>
                  <a:pt x="175" y="1720"/>
                </a:lnTo>
                <a:lnTo>
                  <a:pt x="174" y="1719"/>
                </a:lnTo>
                <a:lnTo>
                  <a:pt x="174" y="1718"/>
                </a:lnTo>
                <a:lnTo>
                  <a:pt x="173" y="1717"/>
                </a:lnTo>
                <a:lnTo>
                  <a:pt x="173" y="1716"/>
                </a:lnTo>
                <a:lnTo>
                  <a:pt x="173" y="1714"/>
                </a:lnTo>
                <a:lnTo>
                  <a:pt x="173" y="1713"/>
                </a:lnTo>
                <a:lnTo>
                  <a:pt x="174" y="1712"/>
                </a:lnTo>
                <a:lnTo>
                  <a:pt x="174" y="1711"/>
                </a:lnTo>
                <a:lnTo>
                  <a:pt x="174" y="1710"/>
                </a:lnTo>
                <a:lnTo>
                  <a:pt x="174" y="1709"/>
                </a:lnTo>
                <a:lnTo>
                  <a:pt x="174" y="1708"/>
                </a:lnTo>
                <a:lnTo>
                  <a:pt x="173" y="1707"/>
                </a:lnTo>
                <a:lnTo>
                  <a:pt x="173" y="1706"/>
                </a:lnTo>
                <a:lnTo>
                  <a:pt x="172" y="1705"/>
                </a:lnTo>
                <a:lnTo>
                  <a:pt x="171" y="1704"/>
                </a:lnTo>
                <a:lnTo>
                  <a:pt x="170" y="1704"/>
                </a:lnTo>
                <a:lnTo>
                  <a:pt x="170" y="1702"/>
                </a:lnTo>
                <a:lnTo>
                  <a:pt x="171" y="1701"/>
                </a:lnTo>
                <a:lnTo>
                  <a:pt x="172" y="1701"/>
                </a:lnTo>
                <a:lnTo>
                  <a:pt x="172" y="1700"/>
                </a:lnTo>
                <a:lnTo>
                  <a:pt x="172" y="1699"/>
                </a:lnTo>
                <a:lnTo>
                  <a:pt x="171" y="1699"/>
                </a:lnTo>
                <a:lnTo>
                  <a:pt x="169" y="1699"/>
                </a:lnTo>
                <a:lnTo>
                  <a:pt x="167" y="1698"/>
                </a:lnTo>
                <a:lnTo>
                  <a:pt x="166" y="1698"/>
                </a:lnTo>
                <a:lnTo>
                  <a:pt x="165" y="1698"/>
                </a:lnTo>
                <a:lnTo>
                  <a:pt x="164" y="1697"/>
                </a:lnTo>
                <a:lnTo>
                  <a:pt x="163" y="1697"/>
                </a:lnTo>
                <a:lnTo>
                  <a:pt x="162" y="1697"/>
                </a:lnTo>
                <a:lnTo>
                  <a:pt x="161" y="1697"/>
                </a:lnTo>
                <a:lnTo>
                  <a:pt x="159" y="1697"/>
                </a:lnTo>
                <a:lnTo>
                  <a:pt x="158" y="1698"/>
                </a:lnTo>
                <a:lnTo>
                  <a:pt x="157" y="1698"/>
                </a:lnTo>
                <a:lnTo>
                  <a:pt x="156" y="1698"/>
                </a:lnTo>
                <a:lnTo>
                  <a:pt x="156" y="1697"/>
                </a:lnTo>
                <a:lnTo>
                  <a:pt x="155" y="1697"/>
                </a:lnTo>
                <a:lnTo>
                  <a:pt x="154" y="1697"/>
                </a:lnTo>
                <a:lnTo>
                  <a:pt x="152" y="1696"/>
                </a:lnTo>
                <a:lnTo>
                  <a:pt x="151" y="1696"/>
                </a:lnTo>
                <a:lnTo>
                  <a:pt x="150" y="1695"/>
                </a:lnTo>
                <a:lnTo>
                  <a:pt x="150" y="1694"/>
                </a:lnTo>
                <a:lnTo>
                  <a:pt x="150" y="1693"/>
                </a:lnTo>
                <a:lnTo>
                  <a:pt x="150" y="1692"/>
                </a:lnTo>
                <a:lnTo>
                  <a:pt x="149" y="1692"/>
                </a:lnTo>
                <a:lnTo>
                  <a:pt x="148" y="1691"/>
                </a:lnTo>
                <a:lnTo>
                  <a:pt x="147" y="1692"/>
                </a:lnTo>
                <a:lnTo>
                  <a:pt x="147" y="1693"/>
                </a:lnTo>
                <a:lnTo>
                  <a:pt x="146" y="1693"/>
                </a:lnTo>
                <a:lnTo>
                  <a:pt x="145" y="1693"/>
                </a:lnTo>
                <a:lnTo>
                  <a:pt x="144" y="1693"/>
                </a:lnTo>
                <a:lnTo>
                  <a:pt x="143" y="1693"/>
                </a:lnTo>
                <a:lnTo>
                  <a:pt x="142" y="1693"/>
                </a:lnTo>
                <a:lnTo>
                  <a:pt x="142" y="1694"/>
                </a:lnTo>
                <a:lnTo>
                  <a:pt x="140" y="1694"/>
                </a:lnTo>
                <a:lnTo>
                  <a:pt x="140" y="1693"/>
                </a:lnTo>
                <a:lnTo>
                  <a:pt x="139" y="1693"/>
                </a:lnTo>
                <a:lnTo>
                  <a:pt x="138" y="1693"/>
                </a:lnTo>
                <a:lnTo>
                  <a:pt x="137" y="1693"/>
                </a:lnTo>
                <a:lnTo>
                  <a:pt x="136" y="1694"/>
                </a:lnTo>
                <a:lnTo>
                  <a:pt x="135" y="1695"/>
                </a:lnTo>
                <a:lnTo>
                  <a:pt x="134" y="1695"/>
                </a:lnTo>
                <a:lnTo>
                  <a:pt x="133" y="1694"/>
                </a:lnTo>
                <a:lnTo>
                  <a:pt x="132" y="1695"/>
                </a:lnTo>
                <a:lnTo>
                  <a:pt x="131" y="1695"/>
                </a:lnTo>
                <a:lnTo>
                  <a:pt x="130" y="1695"/>
                </a:lnTo>
                <a:lnTo>
                  <a:pt x="130" y="1696"/>
                </a:lnTo>
                <a:lnTo>
                  <a:pt x="129" y="1696"/>
                </a:lnTo>
                <a:lnTo>
                  <a:pt x="128" y="1697"/>
                </a:lnTo>
                <a:lnTo>
                  <a:pt x="128" y="1698"/>
                </a:lnTo>
                <a:lnTo>
                  <a:pt x="129" y="1699"/>
                </a:lnTo>
                <a:lnTo>
                  <a:pt x="129" y="1700"/>
                </a:lnTo>
                <a:lnTo>
                  <a:pt x="128" y="1700"/>
                </a:lnTo>
                <a:lnTo>
                  <a:pt x="128" y="1701"/>
                </a:lnTo>
                <a:lnTo>
                  <a:pt x="127" y="1701"/>
                </a:lnTo>
                <a:lnTo>
                  <a:pt x="126" y="1701"/>
                </a:lnTo>
                <a:lnTo>
                  <a:pt x="125" y="1700"/>
                </a:lnTo>
                <a:lnTo>
                  <a:pt x="125" y="1699"/>
                </a:lnTo>
                <a:lnTo>
                  <a:pt x="124" y="1698"/>
                </a:lnTo>
                <a:lnTo>
                  <a:pt x="124" y="1697"/>
                </a:lnTo>
                <a:lnTo>
                  <a:pt x="123" y="1696"/>
                </a:lnTo>
                <a:lnTo>
                  <a:pt x="123" y="1695"/>
                </a:lnTo>
                <a:lnTo>
                  <a:pt x="122" y="1694"/>
                </a:lnTo>
                <a:lnTo>
                  <a:pt x="122" y="1693"/>
                </a:lnTo>
                <a:lnTo>
                  <a:pt x="122" y="1692"/>
                </a:lnTo>
                <a:lnTo>
                  <a:pt x="121" y="1691"/>
                </a:lnTo>
                <a:lnTo>
                  <a:pt x="121" y="1690"/>
                </a:lnTo>
                <a:lnTo>
                  <a:pt x="121" y="1689"/>
                </a:lnTo>
                <a:lnTo>
                  <a:pt x="117" y="1689"/>
                </a:lnTo>
                <a:lnTo>
                  <a:pt x="116" y="1689"/>
                </a:lnTo>
                <a:lnTo>
                  <a:pt x="116" y="1691"/>
                </a:lnTo>
                <a:lnTo>
                  <a:pt x="115" y="1691"/>
                </a:lnTo>
                <a:lnTo>
                  <a:pt x="114" y="1692"/>
                </a:lnTo>
                <a:lnTo>
                  <a:pt x="113" y="1692"/>
                </a:lnTo>
                <a:lnTo>
                  <a:pt x="112" y="1692"/>
                </a:lnTo>
                <a:lnTo>
                  <a:pt x="111" y="1691"/>
                </a:lnTo>
                <a:lnTo>
                  <a:pt x="110" y="1691"/>
                </a:lnTo>
                <a:lnTo>
                  <a:pt x="110" y="1690"/>
                </a:lnTo>
                <a:lnTo>
                  <a:pt x="110" y="1689"/>
                </a:lnTo>
                <a:lnTo>
                  <a:pt x="110" y="1688"/>
                </a:lnTo>
                <a:lnTo>
                  <a:pt x="109" y="1687"/>
                </a:lnTo>
                <a:lnTo>
                  <a:pt x="109" y="1686"/>
                </a:lnTo>
                <a:lnTo>
                  <a:pt x="109" y="1685"/>
                </a:lnTo>
                <a:lnTo>
                  <a:pt x="108" y="1685"/>
                </a:lnTo>
                <a:lnTo>
                  <a:pt x="107" y="1685"/>
                </a:lnTo>
                <a:lnTo>
                  <a:pt x="106" y="1686"/>
                </a:lnTo>
                <a:lnTo>
                  <a:pt x="105" y="1686"/>
                </a:lnTo>
                <a:lnTo>
                  <a:pt x="104" y="1687"/>
                </a:lnTo>
                <a:lnTo>
                  <a:pt x="103" y="1687"/>
                </a:lnTo>
                <a:lnTo>
                  <a:pt x="102" y="1687"/>
                </a:lnTo>
                <a:lnTo>
                  <a:pt x="101" y="1688"/>
                </a:lnTo>
                <a:lnTo>
                  <a:pt x="101" y="1689"/>
                </a:lnTo>
                <a:lnTo>
                  <a:pt x="100" y="1690"/>
                </a:lnTo>
                <a:lnTo>
                  <a:pt x="99" y="1690"/>
                </a:lnTo>
                <a:lnTo>
                  <a:pt x="98" y="1690"/>
                </a:lnTo>
                <a:lnTo>
                  <a:pt x="97" y="1691"/>
                </a:lnTo>
                <a:lnTo>
                  <a:pt x="96" y="1691"/>
                </a:lnTo>
                <a:lnTo>
                  <a:pt x="96" y="1690"/>
                </a:lnTo>
                <a:lnTo>
                  <a:pt x="94" y="1689"/>
                </a:lnTo>
                <a:lnTo>
                  <a:pt x="94" y="1688"/>
                </a:lnTo>
                <a:lnTo>
                  <a:pt x="93" y="1687"/>
                </a:lnTo>
                <a:lnTo>
                  <a:pt x="93" y="1686"/>
                </a:lnTo>
                <a:lnTo>
                  <a:pt x="92" y="1686"/>
                </a:lnTo>
                <a:lnTo>
                  <a:pt x="91" y="1686"/>
                </a:lnTo>
                <a:lnTo>
                  <a:pt x="91" y="1687"/>
                </a:lnTo>
                <a:lnTo>
                  <a:pt x="90" y="1687"/>
                </a:lnTo>
                <a:lnTo>
                  <a:pt x="90" y="1688"/>
                </a:lnTo>
                <a:lnTo>
                  <a:pt x="90" y="1687"/>
                </a:lnTo>
                <a:lnTo>
                  <a:pt x="90" y="1686"/>
                </a:lnTo>
                <a:lnTo>
                  <a:pt x="89" y="1686"/>
                </a:lnTo>
                <a:lnTo>
                  <a:pt x="89" y="1683"/>
                </a:lnTo>
                <a:lnTo>
                  <a:pt x="89" y="1682"/>
                </a:lnTo>
                <a:lnTo>
                  <a:pt x="88" y="1681"/>
                </a:lnTo>
                <a:lnTo>
                  <a:pt x="87" y="1681"/>
                </a:lnTo>
                <a:lnTo>
                  <a:pt x="86" y="1681"/>
                </a:lnTo>
                <a:lnTo>
                  <a:pt x="86" y="1680"/>
                </a:lnTo>
                <a:lnTo>
                  <a:pt x="86" y="1679"/>
                </a:lnTo>
                <a:lnTo>
                  <a:pt x="87" y="1679"/>
                </a:lnTo>
                <a:lnTo>
                  <a:pt x="88" y="1678"/>
                </a:lnTo>
                <a:lnTo>
                  <a:pt x="89" y="1678"/>
                </a:lnTo>
                <a:lnTo>
                  <a:pt x="89" y="1677"/>
                </a:lnTo>
                <a:lnTo>
                  <a:pt x="89" y="1676"/>
                </a:lnTo>
                <a:lnTo>
                  <a:pt x="89" y="1675"/>
                </a:lnTo>
                <a:lnTo>
                  <a:pt x="88" y="1675"/>
                </a:lnTo>
                <a:lnTo>
                  <a:pt x="88" y="1674"/>
                </a:lnTo>
                <a:lnTo>
                  <a:pt x="88" y="1673"/>
                </a:lnTo>
                <a:lnTo>
                  <a:pt x="89" y="1673"/>
                </a:lnTo>
                <a:lnTo>
                  <a:pt x="90" y="1672"/>
                </a:lnTo>
                <a:lnTo>
                  <a:pt x="90" y="1671"/>
                </a:lnTo>
                <a:lnTo>
                  <a:pt x="90" y="1670"/>
                </a:lnTo>
                <a:lnTo>
                  <a:pt x="91" y="1670"/>
                </a:lnTo>
                <a:lnTo>
                  <a:pt x="91" y="1669"/>
                </a:lnTo>
                <a:lnTo>
                  <a:pt x="92" y="1669"/>
                </a:lnTo>
                <a:lnTo>
                  <a:pt x="93" y="1669"/>
                </a:lnTo>
                <a:lnTo>
                  <a:pt x="94" y="1669"/>
                </a:lnTo>
                <a:lnTo>
                  <a:pt x="95" y="1669"/>
                </a:lnTo>
                <a:lnTo>
                  <a:pt x="96" y="1670"/>
                </a:lnTo>
                <a:lnTo>
                  <a:pt x="97" y="1670"/>
                </a:lnTo>
                <a:lnTo>
                  <a:pt x="98" y="1670"/>
                </a:lnTo>
                <a:lnTo>
                  <a:pt x="99" y="1669"/>
                </a:lnTo>
                <a:lnTo>
                  <a:pt x="99" y="1668"/>
                </a:lnTo>
                <a:lnTo>
                  <a:pt x="100" y="1668"/>
                </a:lnTo>
                <a:lnTo>
                  <a:pt x="101" y="1668"/>
                </a:lnTo>
                <a:lnTo>
                  <a:pt x="101" y="1667"/>
                </a:lnTo>
                <a:lnTo>
                  <a:pt x="102" y="1667"/>
                </a:lnTo>
                <a:lnTo>
                  <a:pt x="103" y="1668"/>
                </a:lnTo>
                <a:lnTo>
                  <a:pt x="103" y="1669"/>
                </a:lnTo>
                <a:lnTo>
                  <a:pt x="104" y="1670"/>
                </a:lnTo>
                <a:lnTo>
                  <a:pt x="105" y="1670"/>
                </a:lnTo>
                <a:lnTo>
                  <a:pt x="106" y="1669"/>
                </a:lnTo>
                <a:lnTo>
                  <a:pt x="106" y="1668"/>
                </a:lnTo>
                <a:lnTo>
                  <a:pt x="107" y="1667"/>
                </a:lnTo>
                <a:lnTo>
                  <a:pt x="108" y="1666"/>
                </a:lnTo>
                <a:lnTo>
                  <a:pt x="109" y="1666"/>
                </a:lnTo>
                <a:lnTo>
                  <a:pt x="110" y="1665"/>
                </a:lnTo>
                <a:lnTo>
                  <a:pt x="111" y="1665"/>
                </a:lnTo>
                <a:lnTo>
                  <a:pt x="112" y="1665"/>
                </a:lnTo>
                <a:lnTo>
                  <a:pt x="113" y="1666"/>
                </a:lnTo>
                <a:lnTo>
                  <a:pt x="114" y="1667"/>
                </a:lnTo>
                <a:lnTo>
                  <a:pt x="115" y="1667"/>
                </a:lnTo>
                <a:lnTo>
                  <a:pt x="115" y="1668"/>
                </a:lnTo>
                <a:lnTo>
                  <a:pt x="116" y="1668"/>
                </a:lnTo>
                <a:lnTo>
                  <a:pt x="116" y="1669"/>
                </a:lnTo>
                <a:lnTo>
                  <a:pt x="117" y="1669"/>
                </a:lnTo>
                <a:lnTo>
                  <a:pt x="117" y="1670"/>
                </a:lnTo>
                <a:lnTo>
                  <a:pt x="117" y="1671"/>
                </a:lnTo>
                <a:lnTo>
                  <a:pt x="118" y="1671"/>
                </a:lnTo>
                <a:lnTo>
                  <a:pt x="118" y="1672"/>
                </a:lnTo>
                <a:lnTo>
                  <a:pt x="119" y="1672"/>
                </a:lnTo>
                <a:lnTo>
                  <a:pt x="121" y="1672"/>
                </a:lnTo>
                <a:lnTo>
                  <a:pt x="122" y="1672"/>
                </a:lnTo>
                <a:lnTo>
                  <a:pt x="123" y="1671"/>
                </a:lnTo>
                <a:lnTo>
                  <a:pt x="124" y="1671"/>
                </a:lnTo>
                <a:lnTo>
                  <a:pt x="125" y="1671"/>
                </a:lnTo>
                <a:lnTo>
                  <a:pt x="125" y="1670"/>
                </a:lnTo>
                <a:lnTo>
                  <a:pt x="126" y="1670"/>
                </a:lnTo>
                <a:lnTo>
                  <a:pt x="127" y="1670"/>
                </a:lnTo>
                <a:lnTo>
                  <a:pt x="127" y="1669"/>
                </a:lnTo>
                <a:lnTo>
                  <a:pt x="128" y="1668"/>
                </a:lnTo>
                <a:lnTo>
                  <a:pt x="128" y="1667"/>
                </a:lnTo>
                <a:lnTo>
                  <a:pt x="128" y="1666"/>
                </a:lnTo>
                <a:lnTo>
                  <a:pt x="129" y="1665"/>
                </a:lnTo>
                <a:lnTo>
                  <a:pt x="130" y="1665"/>
                </a:lnTo>
                <a:lnTo>
                  <a:pt x="131" y="1665"/>
                </a:lnTo>
                <a:lnTo>
                  <a:pt x="133" y="1665"/>
                </a:lnTo>
                <a:lnTo>
                  <a:pt x="134" y="1665"/>
                </a:lnTo>
                <a:lnTo>
                  <a:pt x="135" y="1665"/>
                </a:lnTo>
                <a:lnTo>
                  <a:pt x="136" y="1664"/>
                </a:lnTo>
                <a:lnTo>
                  <a:pt x="137" y="1664"/>
                </a:lnTo>
                <a:lnTo>
                  <a:pt x="138" y="1664"/>
                </a:lnTo>
                <a:lnTo>
                  <a:pt x="139" y="1663"/>
                </a:lnTo>
                <a:lnTo>
                  <a:pt x="141" y="1662"/>
                </a:lnTo>
                <a:lnTo>
                  <a:pt x="142" y="1662"/>
                </a:lnTo>
                <a:lnTo>
                  <a:pt x="143" y="1662"/>
                </a:lnTo>
                <a:lnTo>
                  <a:pt x="144" y="1662"/>
                </a:lnTo>
                <a:lnTo>
                  <a:pt x="145" y="1662"/>
                </a:lnTo>
                <a:lnTo>
                  <a:pt x="146" y="1662"/>
                </a:lnTo>
                <a:lnTo>
                  <a:pt x="146" y="1661"/>
                </a:lnTo>
                <a:lnTo>
                  <a:pt x="146" y="1660"/>
                </a:lnTo>
                <a:lnTo>
                  <a:pt x="147" y="1658"/>
                </a:lnTo>
                <a:lnTo>
                  <a:pt x="148" y="1658"/>
                </a:lnTo>
                <a:lnTo>
                  <a:pt x="148" y="1657"/>
                </a:lnTo>
                <a:lnTo>
                  <a:pt x="147" y="1656"/>
                </a:lnTo>
                <a:lnTo>
                  <a:pt x="147" y="1655"/>
                </a:lnTo>
                <a:lnTo>
                  <a:pt x="147" y="1654"/>
                </a:lnTo>
                <a:lnTo>
                  <a:pt x="149" y="1653"/>
                </a:lnTo>
                <a:lnTo>
                  <a:pt x="149" y="1652"/>
                </a:lnTo>
                <a:lnTo>
                  <a:pt x="149" y="1651"/>
                </a:lnTo>
                <a:lnTo>
                  <a:pt x="147" y="1648"/>
                </a:lnTo>
                <a:lnTo>
                  <a:pt x="146" y="1647"/>
                </a:lnTo>
                <a:lnTo>
                  <a:pt x="145" y="1646"/>
                </a:lnTo>
                <a:lnTo>
                  <a:pt x="144" y="1645"/>
                </a:lnTo>
                <a:lnTo>
                  <a:pt x="143" y="1644"/>
                </a:lnTo>
                <a:lnTo>
                  <a:pt x="143" y="1643"/>
                </a:lnTo>
                <a:lnTo>
                  <a:pt x="142" y="1643"/>
                </a:lnTo>
                <a:lnTo>
                  <a:pt x="142" y="1642"/>
                </a:lnTo>
                <a:lnTo>
                  <a:pt x="141" y="1642"/>
                </a:lnTo>
                <a:lnTo>
                  <a:pt x="140" y="1642"/>
                </a:lnTo>
                <a:lnTo>
                  <a:pt x="138" y="1643"/>
                </a:lnTo>
                <a:lnTo>
                  <a:pt x="136" y="1642"/>
                </a:lnTo>
                <a:lnTo>
                  <a:pt x="135" y="1642"/>
                </a:lnTo>
                <a:lnTo>
                  <a:pt x="135" y="1641"/>
                </a:lnTo>
                <a:lnTo>
                  <a:pt x="135" y="1640"/>
                </a:lnTo>
                <a:lnTo>
                  <a:pt x="134" y="1639"/>
                </a:lnTo>
                <a:lnTo>
                  <a:pt x="131" y="1638"/>
                </a:lnTo>
                <a:lnTo>
                  <a:pt x="130" y="1637"/>
                </a:lnTo>
                <a:lnTo>
                  <a:pt x="129" y="1637"/>
                </a:lnTo>
                <a:lnTo>
                  <a:pt x="129" y="1636"/>
                </a:lnTo>
                <a:lnTo>
                  <a:pt x="128" y="1634"/>
                </a:lnTo>
                <a:lnTo>
                  <a:pt x="128" y="1633"/>
                </a:lnTo>
                <a:lnTo>
                  <a:pt x="128" y="1632"/>
                </a:lnTo>
                <a:lnTo>
                  <a:pt x="128" y="1631"/>
                </a:lnTo>
                <a:lnTo>
                  <a:pt x="127" y="1630"/>
                </a:lnTo>
                <a:lnTo>
                  <a:pt x="127" y="1629"/>
                </a:lnTo>
                <a:lnTo>
                  <a:pt x="126" y="1627"/>
                </a:lnTo>
                <a:lnTo>
                  <a:pt x="125" y="1627"/>
                </a:lnTo>
                <a:lnTo>
                  <a:pt x="125" y="1626"/>
                </a:lnTo>
                <a:lnTo>
                  <a:pt x="126" y="1626"/>
                </a:lnTo>
                <a:lnTo>
                  <a:pt x="126" y="1625"/>
                </a:lnTo>
                <a:lnTo>
                  <a:pt x="127" y="1625"/>
                </a:lnTo>
                <a:lnTo>
                  <a:pt x="128" y="1624"/>
                </a:lnTo>
                <a:lnTo>
                  <a:pt x="128" y="1623"/>
                </a:lnTo>
                <a:lnTo>
                  <a:pt x="128" y="1622"/>
                </a:lnTo>
                <a:lnTo>
                  <a:pt x="128" y="1621"/>
                </a:lnTo>
                <a:lnTo>
                  <a:pt x="129" y="1621"/>
                </a:lnTo>
                <a:lnTo>
                  <a:pt x="130" y="1621"/>
                </a:lnTo>
                <a:lnTo>
                  <a:pt x="130" y="1620"/>
                </a:lnTo>
                <a:lnTo>
                  <a:pt x="131" y="1619"/>
                </a:lnTo>
                <a:lnTo>
                  <a:pt x="132" y="1618"/>
                </a:lnTo>
                <a:lnTo>
                  <a:pt x="133" y="1617"/>
                </a:lnTo>
                <a:lnTo>
                  <a:pt x="134" y="1617"/>
                </a:lnTo>
                <a:lnTo>
                  <a:pt x="134" y="1616"/>
                </a:lnTo>
                <a:lnTo>
                  <a:pt x="135" y="1616"/>
                </a:lnTo>
                <a:lnTo>
                  <a:pt x="135" y="1615"/>
                </a:lnTo>
                <a:lnTo>
                  <a:pt x="136" y="1615"/>
                </a:lnTo>
                <a:lnTo>
                  <a:pt x="136" y="1614"/>
                </a:lnTo>
                <a:lnTo>
                  <a:pt x="135" y="1613"/>
                </a:lnTo>
                <a:lnTo>
                  <a:pt x="134" y="1613"/>
                </a:lnTo>
                <a:lnTo>
                  <a:pt x="134" y="1612"/>
                </a:lnTo>
                <a:lnTo>
                  <a:pt x="133" y="1612"/>
                </a:lnTo>
                <a:lnTo>
                  <a:pt x="132" y="1611"/>
                </a:lnTo>
                <a:lnTo>
                  <a:pt x="130" y="1610"/>
                </a:lnTo>
                <a:lnTo>
                  <a:pt x="128" y="1609"/>
                </a:lnTo>
                <a:lnTo>
                  <a:pt x="128" y="1608"/>
                </a:lnTo>
                <a:lnTo>
                  <a:pt x="128" y="1607"/>
                </a:lnTo>
                <a:lnTo>
                  <a:pt x="128" y="1606"/>
                </a:lnTo>
                <a:lnTo>
                  <a:pt x="129" y="1604"/>
                </a:lnTo>
                <a:lnTo>
                  <a:pt x="129" y="1603"/>
                </a:lnTo>
                <a:lnTo>
                  <a:pt x="128" y="1602"/>
                </a:lnTo>
                <a:lnTo>
                  <a:pt x="128" y="1601"/>
                </a:lnTo>
                <a:lnTo>
                  <a:pt x="128" y="1599"/>
                </a:lnTo>
                <a:lnTo>
                  <a:pt x="128" y="1598"/>
                </a:lnTo>
                <a:lnTo>
                  <a:pt x="127" y="1597"/>
                </a:lnTo>
                <a:lnTo>
                  <a:pt x="127" y="1596"/>
                </a:lnTo>
                <a:lnTo>
                  <a:pt x="127" y="1595"/>
                </a:lnTo>
                <a:lnTo>
                  <a:pt x="128" y="1594"/>
                </a:lnTo>
                <a:lnTo>
                  <a:pt x="128" y="1592"/>
                </a:lnTo>
                <a:lnTo>
                  <a:pt x="128" y="1591"/>
                </a:lnTo>
                <a:lnTo>
                  <a:pt x="128" y="1590"/>
                </a:lnTo>
                <a:lnTo>
                  <a:pt x="128" y="1589"/>
                </a:lnTo>
                <a:lnTo>
                  <a:pt x="127" y="1589"/>
                </a:lnTo>
                <a:lnTo>
                  <a:pt x="126" y="1589"/>
                </a:lnTo>
                <a:lnTo>
                  <a:pt x="125" y="1589"/>
                </a:lnTo>
                <a:lnTo>
                  <a:pt x="124" y="1589"/>
                </a:lnTo>
                <a:lnTo>
                  <a:pt x="123" y="1588"/>
                </a:lnTo>
                <a:lnTo>
                  <a:pt x="122" y="1586"/>
                </a:lnTo>
                <a:lnTo>
                  <a:pt x="122" y="1585"/>
                </a:lnTo>
                <a:lnTo>
                  <a:pt x="121" y="1584"/>
                </a:lnTo>
                <a:lnTo>
                  <a:pt x="120" y="1584"/>
                </a:lnTo>
                <a:lnTo>
                  <a:pt x="119" y="1582"/>
                </a:lnTo>
                <a:lnTo>
                  <a:pt x="119" y="1581"/>
                </a:lnTo>
                <a:lnTo>
                  <a:pt x="118" y="1580"/>
                </a:lnTo>
                <a:lnTo>
                  <a:pt x="118" y="1579"/>
                </a:lnTo>
                <a:lnTo>
                  <a:pt x="118" y="1578"/>
                </a:lnTo>
                <a:lnTo>
                  <a:pt x="118" y="1577"/>
                </a:lnTo>
                <a:lnTo>
                  <a:pt x="118" y="1576"/>
                </a:lnTo>
                <a:lnTo>
                  <a:pt x="118" y="1574"/>
                </a:lnTo>
                <a:lnTo>
                  <a:pt x="118" y="1572"/>
                </a:lnTo>
                <a:lnTo>
                  <a:pt x="118" y="1569"/>
                </a:lnTo>
                <a:lnTo>
                  <a:pt x="117" y="1567"/>
                </a:lnTo>
                <a:lnTo>
                  <a:pt x="117" y="1565"/>
                </a:lnTo>
                <a:lnTo>
                  <a:pt x="116" y="1565"/>
                </a:lnTo>
                <a:lnTo>
                  <a:pt x="116" y="1564"/>
                </a:lnTo>
                <a:lnTo>
                  <a:pt x="117" y="1564"/>
                </a:lnTo>
                <a:lnTo>
                  <a:pt x="117" y="1563"/>
                </a:lnTo>
                <a:lnTo>
                  <a:pt x="117" y="1562"/>
                </a:lnTo>
                <a:lnTo>
                  <a:pt x="116" y="1560"/>
                </a:lnTo>
                <a:lnTo>
                  <a:pt x="116" y="1559"/>
                </a:lnTo>
                <a:lnTo>
                  <a:pt x="116" y="1558"/>
                </a:lnTo>
                <a:lnTo>
                  <a:pt x="117" y="1557"/>
                </a:lnTo>
                <a:lnTo>
                  <a:pt x="118" y="1556"/>
                </a:lnTo>
                <a:lnTo>
                  <a:pt x="119" y="1555"/>
                </a:lnTo>
                <a:lnTo>
                  <a:pt x="120" y="1555"/>
                </a:lnTo>
                <a:lnTo>
                  <a:pt x="120" y="1554"/>
                </a:lnTo>
                <a:lnTo>
                  <a:pt x="121" y="1553"/>
                </a:lnTo>
                <a:lnTo>
                  <a:pt x="122" y="1551"/>
                </a:lnTo>
                <a:lnTo>
                  <a:pt x="123" y="1550"/>
                </a:lnTo>
                <a:lnTo>
                  <a:pt x="123" y="1549"/>
                </a:lnTo>
                <a:lnTo>
                  <a:pt x="123" y="1548"/>
                </a:lnTo>
                <a:lnTo>
                  <a:pt x="123" y="1547"/>
                </a:lnTo>
                <a:lnTo>
                  <a:pt x="123" y="1546"/>
                </a:lnTo>
                <a:lnTo>
                  <a:pt x="123" y="1545"/>
                </a:lnTo>
                <a:lnTo>
                  <a:pt x="123" y="1544"/>
                </a:lnTo>
                <a:lnTo>
                  <a:pt x="123" y="1543"/>
                </a:lnTo>
                <a:lnTo>
                  <a:pt x="122" y="1542"/>
                </a:lnTo>
                <a:lnTo>
                  <a:pt x="122" y="1541"/>
                </a:lnTo>
                <a:lnTo>
                  <a:pt x="121" y="1541"/>
                </a:lnTo>
                <a:lnTo>
                  <a:pt x="120" y="1542"/>
                </a:lnTo>
                <a:lnTo>
                  <a:pt x="119" y="1542"/>
                </a:lnTo>
                <a:lnTo>
                  <a:pt x="119" y="1541"/>
                </a:lnTo>
                <a:lnTo>
                  <a:pt x="118" y="1541"/>
                </a:lnTo>
                <a:lnTo>
                  <a:pt x="118" y="1540"/>
                </a:lnTo>
                <a:lnTo>
                  <a:pt x="118" y="1539"/>
                </a:lnTo>
                <a:lnTo>
                  <a:pt x="117" y="1538"/>
                </a:lnTo>
                <a:lnTo>
                  <a:pt x="116" y="1537"/>
                </a:lnTo>
                <a:lnTo>
                  <a:pt x="114" y="1537"/>
                </a:lnTo>
                <a:lnTo>
                  <a:pt x="113" y="1537"/>
                </a:lnTo>
                <a:lnTo>
                  <a:pt x="112" y="1537"/>
                </a:lnTo>
                <a:lnTo>
                  <a:pt x="111" y="1537"/>
                </a:lnTo>
                <a:lnTo>
                  <a:pt x="110" y="1537"/>
                </a:lnTo>
                <a:lnTo>
                  <a:pt x="109" y="1536"/>
                </a:lnTo>
                <a:lnTo>
                  <a:pt x="108" y="1535"/>
                </a:lnTo>
                <a:lnTo>
                  <a:pt x="107" y="1534"/>
                </a:lnTo>
                <a:lnTo>
                  <a:pt x="105" y="1533"/>
                </a:lnTo>
                <a:lnTo>
                  <a:pt x="104" y="1532"/>
                </a:lnTo>
                <a:lnTo>
                  <a:pt x="103" y="1531"/>
                </a:lnTo>
                <a:lnTo>
                  <a:pt x="102" y="1531"/>
                </a:lnTo>
                <a:lnTo>
                  <a:pt x="102" y="1530"/>
                </a:lnTo>
                <a:lnTo>
                  <a:pt x="101" y="1530"/>
                </a:lnTo>
                <a:lnTo>
                  <a:pt x="100" y="1531"/>
                </a:lnTo>
                <a:lnTo>
                  <a:pt x="99" y="1531"/>
                </a:lnTo>
                <a:lnTo>
                  <a:pt x="98" y="1531"/>
                </a:lnTo>
                <a:lnTo>
                  <a:pt x="98" y="1530"/>
                </a:lnTo>
                <a:lnTo>
                  <a:pt x="97" y="1530"/>
                </a:lnTo>
                <a:lnTo>
                  <a:pt x="96" y="1530"/>
                </a:lnTo>
                <a:lnTo>
                  <a:pt x="95" y="1530"/>
                </a:lnTo>
                <a:lnTo>
                  <a:pt x="94" y="1530"/>
                </a:lnTo>
                <a:lnTo>
                  <a:pt x="94" y="1529"/>
                </a:lnTo>
                <a:lnTo>
                  <a:pt x="93" y="1529"/>
                </a:lnTo>
                <a:lnTo>
                  <a:pt x="93" y="1528"/>
                </a:lnTo>
                <a:lnTo>
                  <a:pt x="92" y="1527"/>
                </a:lnTo>
                <a:lnTo>
                  <a:pt x="91" y="1527"/>
                </a:lnTo>
                <a:lnTo>
                  <a:pt x="90" y="1527"/>
                </a:lnTo>
                <a:lnTo>
                  <a:pt x="89" y="1527"/>
                </a:lnTo>
                <a:lnTo>
                  <a:pt x="88" y="1527"/>
                </a:lnTo>
                <a:lnTo>
                  <a:pt x="87" y="1527"/>
                </a:lnTo>
                <a:lnTo>
                  <a:pt x="86" y="1527"/>
                </a:lnTo>
                <a:lnTo>
                  <a:pt x="85" y="1527"/>
                </a:lnTo>
                <a:lnTo>
                  <a:pt x="84" y="1526"/>
                </a:lnTo>
                <a:lnTo>
                  <a:pt x="83" y="1526"/>
                </a:lnTo>
                <a:lnTo>
                  <a:pt x="82" y="1526"/>
                </a:lnTo>
                <a:lnTo>
                  <a:pt x="80" y="1525"/>
                </a:lnTo>
                <a:lnTo>
                  <a:pt x="79" y="1525"/>
                </a:lnTo>
                <a:lnTo>
                  <a:pt x="77" y="1525"/>
                </a:lnTo>
                <a:lnTo>
                  <a:pt x="75" y="1525"/>
                </a:lnTo>
                <a:lnTo>
                  <a:pt x="73" y="1525"/>
                </a:lnTo>
                <a:lnTo>
                  <a:pt x="72" y="1525"/>
                </a:lnTo>
                <a:lnTo>
                  <a:pt x="71" y="1525"/>
                </a:lnTo>
                <a:lnTo>
                  <a:pt x="70" y="1525"/>
                </a:lnTo>
                <a:lnTo>
                  <a:pt x="69" y="1524"/>
                </a:lnTo>
                <a:lnTo>
                  <a:pt x="68" y="1525"/>
                </a:lnTo>
                <a:lnTo>
                  <a:pt x="65" y="1525"/>
                </a:lnTo>
                <a:lnTo>
                  <a:pt x="64" y="1524"/>
                </a:lnTo>
                <a:lnTo>
                  <a:pt x="63" y="1524"/>
                </a:lnTo>
                <a:lnTo>
                  <a:pt x="62" y="1524"/>
                </a:lnTo>
                <a:lnTo>
                  <a:pt x="60" y="1524"/>
                </a:lnTo>
                <a:lnTo>
                  <a:pt x="59" y="1523"/>
                </a:lnTo>
                <a:lnTo>
                  <a:pt x="58" y="1523"/>
                </a:lnTo>
                <a:lnTo>
                  <a:pt x="57" y="1523"/>
                </a:lnTo>
                <a:lnTo>
                  <a:pt x="57" y="1524"/>
                </a:lnTo>
                <a:lnTo>
                  <a:pt x="56" y="1525"/>
                </a:lnTo>
                <a:lnTo>
                  <a:pt x="55" y="1526"/>
                </a:lnTo>
                <a:lnTo>
                  <a:pt x="55" y="1527"/>
                </a:lnTo>
                <a:lnTo>
                  <a:pt x="55" y="1528"/>
                </a:lnTo>
                <a:lnTo>
                  <a:pt x="55" y="1529"/>
                </a:lnTo>
                <a:lnTo>
                  <a:pt x="54" y="1529"/>
                </a:lnTo>
                <a:lnTo>
                  <a:pt x="53" y="1529"/>
                </a:lnTo>
                <a:lnTo>
                  <a:pt x="52" y="1529"/>
                </a:lnTo>
                <a:lnTo>
                  <a:pt x="52" y="1530"/>
                </a:lnTo>
                <a:lnTo>
                  <a:pt x="51" y="1531"/>
                </a:lnTo>
                <a:lnTo>
                  <a:pt x="51" y="1532"/>
                </a:lnTo>
                <a:lnTo>
                  <a:pt x="50" y="1532"/>
                </a:lnTo>
                <a:lnTo>
                  <a:pt x="51" y="1533"/>
                </a:lnTo>
                <a:lnTo>
                  <a:pt x="51" y="1534"/>
                </a:lnTo>
                <a:lnTo>
                  <a:pt x="52" y="1535"/>
                </a:lnTo>
                <a:lnTo>
                  <a:pt x="52" y="1536"/>
                </a:lnTo>
                <a:lnTo>
                  <a:pt x="52" y="1537"/>
                </a:lnTo>
                <a:lnTo>
                  <a:pt x="51" y="1536"/>
                </a:lnTo>
                <a:lnTo>
                  <a:pt x="49" y="1536"/>
                </a:lnTo>
                <a:lnTo>
                  <a:pt x="48" y="1536"/>
                </a:lnTo>
                <a:lnTo>
                  <a:pt x="48" y="1537"/>
                </a:lnTo>
                <a:lnTo>
                  <a:pt x="47" y="1537"/>
                </a:lnTo>
                <a:lnTo>
                  <a:pt x="46" y="1537"/>
                </a:lnTo>
                <a:lnTo>
                  <a:pt x="46" y="1538"/>
                </a:lnTo>
                <a:lnTo>
                  <a:pt x="45" y="1538"/>
                </a:lnTo>
                <a:lnTo>
                  <a:pt x="44" y="1538"/>
                </a:lnTo>
                <a:lnTo>
                  <a:pt x="43" y="1538"/>
                </a:lnTo>
                <a:lnTo>
                  <a:pt x="43" y="1537"/>
                </a:lnTo>
                <a:lnTo>
                  <a:pt x="42" y="1537"/>
                </a:lnTo>
                <a:lnTo>
                  <a:pt x="41" y="1537"/>
                </a:lnTo>
                <a:lnTo>
                  <a:pt x="40" y="1537"/>
                </a:lnTo>
                <a:lnTo>
                  <a:pt x="39" y="1537"/>
                </a:lnTo>
                <a:lnTo>
                  <a:pt x="38" y="1537"/>
                </a:lnTo>
                <a:lnTo>
                  <a:pt x="37" y="1537"/>
                </a:lnTo>
                <a:lnTo>
                  <a:pt x="37" y="1536"/>
                </a:lnTo>
                <a:lnTo>
                  <a:pt x="36" y="1535"/>
                </a:lnTo>
                <a:lnTo>
                  <a:pt x="36" y="1534"/>
                </a:lnTo>
                <a:lnTo>
                  <a:pt x="36" y="1533"/>
                </a:lnTo>
                <a:lnTo>
                  <a:pt x="35" y="1533"/>
                </a:lnTo>
                <a:lnTo>
                  <a:pt x="34" y="1533"/>
                </a:lnTo>
                <a:lnTo>
                  <a:pt x="33" y="1533"/>
                </a:lnTo>
                <a:lnTo>
                  <a:pt x="32" y="1533"/>
                </a:lnTo>
                <a:lnTo>
                  <a:pt x="32" y="1532"/>
                </a:lnTo>
                <a:lnTo>
                  <a:pt x="30" y="1532"/>
                </a:lnTo>
                <a:lnTo>
                  <a:pt x="30" y="1531"/>
                </a:lnTo>
                <a:lnTo>
                  <a:pt x="28" y="1531"/>
                </a:lnTo>
                <a:lnTo>
                  <a:pt x="27" y="1530"/>
                </a:lnTo>
                <a:lnTo>
                  <a:pt x="27" y="1529"/>
                </a:lnTo>
                <a:lnTo>
                  <a:pt x="27" y="1528"/>
                </a:lnTo>
                <a:lnTo>
                  <a:pt x="27" y="1527"/>
                </a:lnTo>
                <a:lnTo>
                  <a:pt x="27" y="1526"/>
                </a:lnTo>
                <a:lnTo>
                  <a:pt x="26" y="1525"/>
                </a:lnTo>
                <a:lnTo>
                  <a:pt x="26" y="1524"/>
                </a:lnTo>
                <a:lnTo>
                  <a:pt x="25" y="1523"/>
                </a:lnTo>
                <a:lnTo>
                  <a:pt x="24" y="1522"/>
                </a:lnTo>
                <a:lnTo>
                  <a:pt x="24" y="1521"/>
                </a:lnTo>
                <a:lnTo>
                  <a:pt x="24" y="1520"/>
                </a:lnTo>
                <a:lnTo>
                  <a:pt x="24" y="1519"/>
                </a:lnTo>
                <a:lnTo>
                  <a:pt x="23" y="1519"/>
                </a:lnTo>
                <a:lnTo>
                  <a:pt x="23" y="1518"/>
                </a:lnTo>
                <a:lnTo>
                  <a:pt x="22" y="1518"/>
                </a:lnTo>
                <a:lnTo>
                  <a:pt x="22" y="1517"/>
                </a:lnTo>
                <a:lnTo>
                  <a:pt x="23" y="1516"/>
                </a:lnTo>
                <a:lnTo>
                  <a:pt x="23" y="1515"/>
                </a:lnTo>
                <a:lnTo>
                  <a:pt x="23" y="1514"/>
                </a:lnTo>
                <a:lnTo>
                  <a:pt x="24" y="1513"/>
                </a:lnTo>
                <a:lnTo>
                  <a:pt x="24" y="1512"/>
                </a:lnTo>
                <a:lnTo>
                  <a:pt x="22" y="1511"/>
                </a:lnTo>
                <a:lnTo>
                  <a:pt x="22" y="1510"/>
                </a:lnTo>
                <a:lnTo>
                  <a:pt x="22" y="1509"/>
                </a:lnTo>
                <a:lnTo>
                  <a:pt x="21" y="1508"/>
                </a:lnTo>
                <a:lnTo>
                  <a:pt x="20" y="1507"/>
                </a:lnTo>
                <a:lnTo>
                  <a:pt x="20" y="1506"/>
                </a:lnTo>
                <a:lnTo>
                  <a:pt x="19" y="1505"/>
                </a:lnTo>
                <a:lnTo>
                  <a:pt x="18" y="1505"/>
                </a:lnTo>
                <a:lnTo>
                  <a:pt x="18" y="1504"/>
                </a:lnTo>
                <a:lnTo>
                  <a:pt x="17" y="1503"/>
                </a:lnTo>
                <a:lnTo>
                  <a:pt x="18" y="1502"/>
                </a:lnTo>
                <a:lnTo>
                  <a:pt x="18" y="1501"/>
                </a:lnTo>
                <a:lnTo>
                  <a:pt x="18" y="1500"/>
                </a:lnTo>
                <a:lnTo>
                  <a:pt x="19" y="1500"/>
                </a:lnTo>
                <a:lnTo>
                  <a:pt x="19" y="1499"/>
                </a:lnTo>
                <a:lnTo>
                  <a:pt x="20" y="1499"/>
                </a:lnTo>
                <a:lnTo>
                  <a:pt x="20" y="1498"/>
                </a:lnTo>
                <a:lnTo>
                  <a:pt x="21" y="1497"/>
                </a:lnTo>
                <a:lnTo>
                  <a:pt x="22" y="1496"/>
                </a:lnTo>
                <a:lnTo>
                  <a:pt x="23" y="1496"/>
                </a:lnTo>
                <a:lnTo>
                  <a:pt x="24" y="1495"/>
                </a:lnTo>
                <a:lnTo>
                  <a:pt x="24" y="1496"/>
                </a:lnTo>
                <a:lnTo>
                  <a:pt x="25" y="1496"/>
                </a:lnTo>
                <a:lnTo>
                  <a:pt x="26" y="1496"/>
                </a:lnTo>
                <a:lnTo>
                  <a:pt x="27" y="1496"/>
                </a:lnTo>
                <a:lnTo>
                  <a:pt x="27" y="1497"/>
                </a:lnTo>
                <a:lnTo>
                  <a:pt x="28" y="1498"/>
                </a:lnTo>
                <a:lnTo>
                  <a:pt x="29" y="1498"/>
                </a:lnTo>
                <a:lnTo>
                  <a:pt x="29" y="1497"/>
                </a:lnTo>
                <a:lnTo>
                  <a:pt x="31" y="1495"/>
                </a:lnTo>
                <a:lnTo>
                  <a:pt x="31" y="1494"/>
                </a:lnTo>
                <a:lnTo>
                  <a:pt x="31" y="1493"/>
                </a:lnTo>
                <a:lnTo>
                  <a:pt x="30" y="1491"/>
                </a:lnTo>
                <a:lnTo>
                  <a:pt x="30" y="1490"/>
                </a:lnTo>
                <a:lnTo>
                  <a:pt x="30" y="1489"/>
                </a:lnTo>
                <a:lnTo>
                  <a:pt x="29" y="1487"/>
                </a:lnTo>
                <a:lnTo>
                  <a:pt x="29" y="1486"/>
                </a:lnTo>
                <a:lnTo>
                  <a:pt x="28" y="1486"/>
                </a:lnTo>
                <a:lnTo>
                  <a:pt x="28" y="1485"/>
                </a:lnTo>
                <a:lnTo>
                  <a:pt x="27" y="1485"/>
                </a:lnTo>
                <a:lnTo>
                  <a:pt x="27" y="1486"/>
                </a:lnTo>
                <a:lnTo>
                  <a:pt x="26" y="1486"/>
                </a:lnTo>
                <a:lnTo>
                  <a:pt x="25" y="1487"/>
                </a:lnTo>
                <a:lnTo>
                  <a:pt x="24" y="1487"/>
                </a:lnTo>
                <a:lnTo>
                  <a:pt x="23" y="1487"/>
                </a:lnTo>
                <a:lnTo>
                  <a:pt x="22" y="1487"/>
                </a:lnTo>
                <a:lnTo>
                  <a:pt x="21" y="1487"/>
                </a:lnTo>
                <a:lnTo>
                  <a:pt x="21" y="1486"/>
                </a:lnTo>
                <a:lnTo>
                  <a:pt x="21" y="1485"/>
                </a:lnTo>
                <a:lnTo>
                  <a:pt x="20" y="1484"/>
                </a:lnTo>
                <a:lnTo>
                  <a:pt x="20" y="1483"/>
                </a:lnTo>
                <a:lnTo>
                  <a:pt x="19" y="1483"/>
                </a:lnTo>
                <a:lnTo>
                  <a:pt x="19" y="1482"/>
                </a:lnTo>
                <a:lnTo>
                  <a:pt x="19" y="1480"/>
                </a:lnTo>
                <a:lnTo>
                  <a:pt x="19" y="1479"/>
                </a:lnTo>
                <a:lnTo>
                  <a:pt x="19" y="1478"/>
                </a:lnTo>
                <a:lnTo>
                  <a:pt x="19" y="1477"/>
                </a:lnTo>
                <a:lnTo>
                  <a:pt x="18" y="1476"/>
                </a:lnTo>
                <a:lnTo>
                  <a:pt x="17" y="1476"/>
                </a:lnTo>
                <a:lnTo>
                  <a:pt x="17" y="1475"/>
                </a:lnTo>
                <a:lnTo>
                  <a:pt x="17" y="1474"/>
                </a:lnTo>
                <a:lnTo>
                  <a:pt x="16" y="1474"/>
                </a:lnTo>
                <a:lnTo>
                  <a:pt x="15" y="1474"/>
                </a:lnTo>
                <a:lnTo>
                  <a:pt x="14" y="1474"/>
                </a:lnTo>
                <a:lnTo>
                  <a:pt x="14" y="1473"/>
                </a:lnTo>
                <a:lnTo>
                  <a:pt x="13" y="1473"/>
                </a:lnTo>
                <a:lnTo>
                  <a:pt x="14" y="1472"/>
                </a:lnTo>
                <a:lnTo>
                  <a:pt x="14" y="1471"/>
                </a:lnTo>
                <a:lnTo>
                  <a:pt x="13" y="1470"/>
                </a:lnTo>
                <a:lnTo>
                  <a:pt x="12" y="1470"/>
                </a:lnTo>
                <a:lnTo>
                  <a:pt x="12" y="1469"/>
                </a:lnTo>
                <a:lnTo>
                  <a:pt x="12" y="1468"/>
                </a:lnTo>
                <a:lnTo>
                  <a:pt x="12" y="1467"/>
                </a:lnTo>
                <a:lnTo>
                  <a:pt x="12" y="1466"/>
                </a:lnTo>
                <a:lnTo>
                  <a:pt x="11" y="1466"/>
                </a:lnTo>
                <a:lnTo>
                  <a:pt x="10" y="1465"/>
                </a:lnTo>
                <a:lnTo>
                  <a:pt x="9" y="1465"/>
                </a:lnTo>
                <a:lnTo>
                  <a:pt x="8" y="1465"/>
                </a:lnTo>
                <a:lnTo>
                  <a:pt x="7" y="1465"/>
                </a:lnTo>
                <a:lnTo>
                  <a:pt x="6" y="1465"/>
                </a:lnTo>
                <a:lnTo>
                  <a:pt x="6" y="1464"/>
                </a:lnTo>
                <a:lnTo>
                  <a:pt x="6" y="1463"/>
                </a:lnTo>
                <a:lnTo>
                  <a:pt x="6" y="1462"/>
                </a:lnTo>
                <a:lnTo>
                  <a:pt x="5" y="1462"/>
                </a:lnTo>
                <a:lnTo>
                  <a:pt x="4" y="1462"/>
                </a:lnTo>
                <a:lnTo>
                  <a:pt x="4" y="1461"/>
                </a:lnTo>
                <a:lnTo>
                  <a:pt x="5" y="1460"/>
                </a:lnTo>
                <a:lnTo>
                  <a:pt x="5" y="1459"/>
                </a:lnTo>
                <a:lnTo>
                  <a:pt x="4" y="1459"/>
                </a:lnTo>
                <a:lnTo>
                  <a:pt x="4" y="1458"/>
                </a:lnTo>
                <a:lnTo>
                  <a:pt x="4" y="1457"/>
                </a:lnTo>
                <a:lnTo>
                  <a:pt x="4" y="1456"/>
                </a:lnTo>
                <a:lnTo>
                  <a:pt x="4" y="1455"/>
                </a:lnTo>
                <a:lnTo>
                  <a:pt x="4" y="1454"/>
                </a:lnTo>
                <a:lnTo>
                  <a:pt x="2" y="1452"/>
                </a:lnTo>
                <a:lnTo>
                  <a:pt x="1" y="1451"/>
                </a:lnTo>
                <a:lnTo>
                  <a:pt x="0" y="1451"/>
                </a:lnTo>
                <a:lnTo>
                  <a:pt x="0" y="1450"/>
                </a:lnTo>
                <a:lnTo>
                  <a:pt x="1" y="1450"/>
                </a:lnTo>
                <a:lnTo>
                  <a:pt x="2" y="1450"/>
                </a:lnTo>
                <a:lnTo>
                  <a:pt x="3" y="1450"/>
                </a:lnTo>
                <a:lnTo>
                  <a:pt x="5" y="1450"/>
                </a:lnTo>
                <a:lnTo>
                  <a:pt x="7" y="1449"/>
                </a:lnTo>
                <a:lnTo>
                  <a:pt x="7" y="1448"/>
                </a:lnTo>
                <a:lnTo>
                  <a:pt x="8" y="1447"/>
                </a:lnTo>
                <a:lnTo>
                  <a:pt x="8" y="1445"/>
                </a:lnTo>
                <a:lnTo>
                  <a:pt x="9" y="1444"/>
                </a:lnTo>
                <a:lnTo>
                  <a:pt x="9" y="1443"/>
                </a:lnTo>
                <a:lnTo>
                  <a:pt x="10" y="1443"/>
                </a:lnTo>
                <a:lnTo>
                  <a:pt x="11" y="1442"/>
                </a:lnTo>
                <a:lnTo>
                  <a:pt x="11" y="1441"/>
                </a:lnTo>
                <a:lnTo>
                  <a:pt x="13" y="1441"/>
                </a:lnTo>
                <a:lnTo>
                  <a:pt x="14" y="1442"/>
                </a:lnTo>
                <a:lnTo>
                  <a:pt x="16" y="1442"/>
                </a:lnTo>
                <a:lnTo>
                  <a:pt x="18" y="1442"/>
                </a:lnTo>
                <a:lnTo>
                  <a:pt x="19" y="1443"/>
                </a:lnTo>
                <a:lnTo>
                  <a:pt x="23" y="1443"/>
                </a:lnTo>
                <a:lnTo>
                  <a:pt x="25" y="1442"/>
                </a:lnTo>
                <a:lnTo>
                  <a:pt x="26" y="1442"/>
                </a:lnTo>
                <a:lnTo>
                  <a:pt x="28" y="1442"/>
                </a:lnTo>
                <a:lnTo>
                  <a:pt x="30" y="1442"/>
                </a:lnTo>
                <a:lnTo>
                  <a:pt x="31" y="1441"/>
                </a:lnTo>
                <a:lnTo>
                  <a:pt x="32" y="1441"/>
                </a:lnTo>
                <a:lnTo>
                  <a:pt x="33" y="1441"/>
                </a:lnTo>
                <a:lnTo>
                  <a:pt x="33" y="1440"/>
                </a:lnTo>
                <a:lnTo>
                  <a:pt x="33" y="1439"/>
                </a:lnTo>
                <a:lnTo>
                  <a:pt x="34" y="1438"/>
                </a:lnTo>
                <a:lnTo>
                  <a:pt x="34" y="1437"/>
                </a:lnTo>
                <a:lnTo>
                  <a:pt x="35" y="1436"/>
                </a:lnTo>
                <a:lnTo>
                  <a:pt x="35" y="1435"/>
                </a:lnTo>
                <a:lnTo>
                  <a:pt x="34" y="1434"/>
                </a:lnTo>
                <a:lnTo>
                  <a:pt x="35" y="1434"/>
                </a:lnTo>
                <a:lnTo>
                  <a:pt x="36" y="1433"/>
                </a:lnTo>
                <a:lnTo>
                  <a:pt x="37" y="1432"/>
                </a:lnTo>
                <a:lnTo>
                  <a:pt x="38" y="1432"/>
                </a:lnTo>
                <a:lnTo>
                  <a:pt x="38" y="1431"/>
                </a:lnTo>
                <a:lnTo>
                  <a:pt x="37" y="1431"/>
                </a:lnTo>
                <a:lnTo>
                  <a:pt x="37" y="1430"/>
                </a:lnTo>
                <a:lnTo>
                  <a:pt x="37" y="1429"/>
                </a:lnTo>
                <a:lnTo>
                  <a:pt x="39" y="1429"/>
                </a:lnTo>
                <a:lnTo>
                  <a:pt x="40" y="1429"/>
                </a:lnTo>
                <a:lnTo>
                  <a:pt x="41" y="1428"/>
                </a:lnTo>
                <a:lnTo>
                  <a:pt x="41" y="1427"/>
                </a:lnTo>
                <a:lnTo>
                  <a:pt x="40" y="1426"/>
                </a:lnTo>
                <a:lnTo>
                  <a:pt x="40" y="1425"/>
                </a:lnTo>
                <a:lnTo>
                  <a:pt x="40" y="1424"/>
                </a:lnTo>
                <a:lnTo>
                  <a:pt x="40" y="1423"/>
                </a:lnTo>
                <a:lnTo>
                  <a:pt x="39" y="1422"/>
                </a:lnTo>
                <a:lnTo>
                  <a:pt x="39" y="1421"/>
                </a:lnTo>
                <a:lnTo>
                  <a:pt x="39" y="1420"/>
                </a:lnTo>
                <a:lnTo>
                  <a:pt x="39" y="1419"/>
                </a:lnTo>
                <a:lnTo>
                  <a:pt x="38" y="1418"/>
                </a:lnTo>
                <a:lnTo>
                  <a:pt x="37" y="1417"/>
                </a:lnTo>
                <a:lnTo>
                  <a:pt x="37" y="1416"/>
                </a:lnTo>
                <a:lnTo>
                  <a:pt x="38" y="1416"/>
                </a:lnTo>
                <a:lnTo>
                  <a:pt x="37" y="1415"/>
                </a:lnTo>
                <a:lnTo>
                  <a:pt x="37" y="1414"/>
                </a:lnTo>
                <a:lnTo>
                  <a:pt x="36" y="1414"/>
                </a:lnTo>
                <a:lnTo>
                  <a:pt x="35" y="1413"/>
                </a:lnTo>
                <a:lnTo>
                  <a:pt x="34" y="1413"/>
                </a:lnTo>
                <a:lnTo>
                  <a:pt x="33" y="1412"/>
                </a:lnTo>
                <a:lnTo>
                  <a:pt x="32" y="1412"/>
                </a:lnTo>
                <a:lnTo>
                  <a:pt x="31" y="1413"/>
                </a:lnTo>
                <a:lnTo>
                  <a:pt x="31" y="1412"/>
                </a:lnTo>
                <a:lnTo>
                  <a:pt x="31" y="1410"/>
                </a:lnTo>
                <a:lnTo>
                  <a:pt x="31" y="1408"/>
                </a:lnTo>
                <a:lnTo>
                  <a:pt x="31" y="1407"/>
                </a:lnTo>
                <a:lnTo>
                  <a:pt x="31" y="1406"/>
                </a:lnTo>
                <a:lnTo>
                  <a:pt x="31" y="1405"/>
                </a:lnTo>
                <a:lnTo>
                  <a:pt x="32" y="1404"/>
                </a:lnTo>
                <a:lnTo>
                  <a:pt x="33" y="1403"/>
                </a:lnTo>
                <a:lnTo>
                  <a:pt x="35" y="1402"/>
                </a:lnTo>
                <a:lnTo>
                  <a:pt x="36" y="1401"/>
                </a:lnTo>
                <a:lnTo>
                  <a:pt x="37" y="1401"/>
                </a:lnTo>
                <a:lnTo>
                  <a:pt x="37" y="1400"/>
                </a:lnTo>
                <a:lnTo>
                  <a:pt x="38" y="1399"/>
                </a:lnTo>
                <a:lnTo>
                  <a:pt x="38" y="1398"/>
                </a:lnTo>
                <a:lnTo>
                  <a:pt x="37" y="1398"/>
                </a:lnTo>
                <a:lnTo>
                  <a:pt x="37" y="1397"/>
                </a:lnTo>
                <a:lnTo>
                  <a:pt x="37" y="1396"/>
                </a:lnTo>
                <a:lnTo>
                  <a:pt x="37" y="1395"/>
                </a:lnTo>
                <a:lnTo>
                  <a:pt x="38" y="1394"/>
                </a:lnTo>
                <a:lnTo>
                  <a:pt x="38" y="1393"/>
                </a:lnTo>
                <a:lnTo>
                  <a:pt x="39" y="1392"/>
                </a:lnTo>
                <a:lnTo>
                  <a:pt x="40" y="1391"/>
                </a:lnTo>
                <a:lnTo>
                  <a:pt x="41" y="1390"/>
                </a:lnTo>
                <a:lnTo>
                  <a:pt x="42" y="1389"/>
                </a:lnTo>
                <a:lnTo>
                  <a:pt x="42" y="1388"/>
                </a:lnTo>
                <a:lnTo>
                  <a:pt x="42" y="1387"/>
                </a:lnTo>
                <a:lnTo>
                  <a:pt x="43" y="1387"/>
                </a:lnTo>
                <a:lnTo>
                  <a:pt x="42" y="1387"/>
                </a:lnTo>
                <a:lnTo>
                  <a:pt x="42" y="1386"/>
                </a:lnTo>
                <a:lnTo>
                  <a:pt x="41" y="1386"/>
                </a:lnTo>
                <a:lnTo>
                  <a:pt x="40" y="1386"/>
                </a:lnTo>
                <a:lnTo>
                  <a:pt x="40" y="1385"/>
                </a:lnTo>
                <a:lnTo>
                  <a:pt x="41" y="1384"/>
                </a:lnTo>
                <a:lnTo>
                  <a:pt x="44" y="1383"/>
                </a:lnTo>
                <a:lnTo>
                  <a:pt x="45" y="1383"/>
                </a:lnTo>
                <a:lnTo>
                  <a:pt x="45" y="1382"/>
                </a:lnTo>
                <a:lnTo>
                  <a:pt x="46" y="1380"/>
                </a:lnTo>
                <a:lnTo>
                  <a:pt x="46" y="1379"/>
                </a:lnTo>
                <a:lnTo>
                  <a:pt x="47" y="1378"/>
                </a:lnTo>
                <a:lnTo>
                  <a:pt x="48" y="1378"/>
                </a:lnTo>
                <a:lnTo>
                  <a:pt x="49" y="1378"/>
                </a:lnTo>
                <a:lnTo>
                  <a:pt x="51" y="1379"/>
                </a:lnTo>
                <a:lnTo>
                  <a:pt x="52" y="1379"/>
                </a:lnTo>
                <a:lnTo>
                  <a:pt x="53" y="1379"/>
                </a:lnTo>
                <a:lnTo>
                  <a:pt x="54" y="1379"/>
                </a:lnTo>
                <a:lnTo>
                  <a:pt x="55" y="1377"/>
                </a:lnTo>
                <a:lnTo>
                  <a:pt x="56" y="1377"/>
                </a:lnTo>
                <a:lnTo>
                  <a:pt x="58" y="1376"/>
                </a:lnTo>
                <a:lnTo>
                  <a:pt x="59" y="1376"/>
                </a:lnTo>
                <a:lnTo>
                  <a:pt x="61" y="1375"/>
                </a:lnTo>
                <a:lnTo>
                  <a:pt x="63" y="1375"/>
                </a:lnTo>
                <a:lnTo>
                  <a:pt x="64" y="1375"/>
                </a:lnTo>
                <a:lnTo>
                  <a:pt x="66" y="1375"/>
                </a:lnTo>
                <a:lnTo>
                  <a:pt x="68" y="1374"/>
                </a:lnTo>
                <a:lnTo>
                  <a:pt x="69" y="1374"/>
                </a:lnTo>
                <a:lnTo>
                  <a:pt x="69" y="1375"/>
                </a:lnTo>
                <a:lnTo>
                  <a:pt x="69" y="1376"/>
                </a:lnTo>
                <a:lnTo>
                  <a:pt x="70" y="1376"/>
                </a:lnTo>
                <a:lnTo>
                  <a:pt x="70" y="1377"/>
                </a:lnTo>
                <a:lnTo>
                  <a:pt x="71" y="1377"/>
                </a:lnTo>
                <a:lnTo>
                  <a:pt x="72" y="1376"/>
                </a:lnTo>
                <a:lnTo>
                  <a:pt x="73" y="1376"/>
                </a:lnTo>
                <a:lnTo>
                  <a:pt x="73" y="1377"/>
                </a:lnTo>
                <a:lnTo>
                  <a:pt x="74" y="1377"/>
                </a:lnTo>
                <a:lnTo>
                  <a:pt x="75" y="1377"/>
                </a:lnTo>
                <a:lnTo>
                  <a:pt x="75" y="1378"/>
                </a:lnTo>
                <a:lnTo>
                  <a:pt x="76" y="1378"/>
                </a:lnTo>
                <a:lnTo>
                  <a:pt x="77" y="1378"/>
                </a:lnTo>
                <a:lnTo>
                  <a:pt x="78" y="1377"/>
                </a:lnTo>
                <a:lnTo>
                  <a:pt x="80" y="1375"/>
                </a:lnTo>
                <a:lnTo>
                  <a:pt x="83" y="1374"/>
                </a:lnTo>
                <a:lnTo>
                  <a:pt x="85" y="1373"/>
                </a:lnTo>
                <a:lnTo>
                  <a:pt x="86" y="1372"/>
                </a:lnTo>
                <a:lnTo>
                  <a:pt x="87" y="1370"/>
                </a:lnTo>
                <a:lnTo>
                  <a:pt x="89" y="1369"/>
                </a:lnTo>
                <a:lnTo>
                  <a:pt x="90" y="1367"/>
                </a:lnTo>
                <a:lnTo>
                  <a:pt x="93" y="1366"/>
                </a:lnTo>
                <a:lnTo>
                  <a:pt x="93" y="1365"/>
                </a:lnTo>
                <a:lnTo>
                  <a:pt x="94" y="1365"/>
                </a:lnTo>
                <a:lnTo>
                  <a:pt x="95" y="1363"/>
                </a:lnTo>
                <a:lnTo>
                  <a:pt x="96" y="1362"/>
                </a:lnTo>
                <a:lnTo>
                  <a:pt x="97" y="1360"/>
                </a:lnTo>
                <a:lnTo>
                  <a:pt x="99" y="1359"/>
                </a:lnTo>
                <a:lnTo>
                  <a:pt x="101" y="1359"/>
                </a:lnTo>
                <a:lnTo>
                  <a:pt x="102" y="1359"/>
                </a:lnTo>
                <a:lnTo>
                  <a:pt x="103" y="1359"/>
                </a:lnTo>
                <a:lnTo>
                  <a:pt x="103" y="1360"/>
                </a:lnTo>
                <a:lnTo>
                  <a:pt x="104" y="1360"/>
                </a:lnTo>
                <a:lnTo>
                  <a:pt x="105" y="1359"/>
                </a:lnTo>
                <a:lnTo>
                  <a:pt x="106" y="1358"/>
                </a:lnTo>
                <a:lnTo>
                  <a:pt x="107" y="1358"/>
                </a:lnTo>
                <a:lnTo>
                  <a:pt x="107" y="1357"/>
                </a:lnTo>
                <a:lnTo>
                  <a:pt x="107" y="1356"/>
                </a:lnTo>
                <a:lnTo>
                  <a:pt x="108" y="1354"/>
                </a:lnTo>
                <a:lnTo>
                  <a:pt x="108" y="1353"/>
                </a:lnTo>
                <a:lnTo>
                  <a:pt x="108" y="1352"/>
                </a:lnTo>
                <a:lnTo>
                  <a:pt x="109" y="1352"/>
                </a:lnTo>
                <a:lnTo>
                  <a:pt x="112" y="1352"/>
                </a:lnTo>
                <a:lnTo>
                  <a:pt x="114" y="1352"/>
                </a:lnTo>
                <a:lnTo>
                  <a:pt x="116" y="1352"/>
                </a:lnTo>
                <a:lnTo>
                  <a:pt x="118" y="1352"/>
                </a:lnTo>
                <a:lnTo>
                  <a:pt x="119" y="1352"/>
                </a:lnTo>
                <a:lnTo>
                  <a:pt x="121" y="1353"/>
                </a:lnTo>
                <a:lnTo>
                  <a:pt x="122" y="1354"/>
                </a:lnTo>
                <a:lnTo>
                  <a:pt x="124" y="1354"/>
                </a:lnTo>
                <a:lnTo>
                  <a:pt x="125" y="1353"/>
                </a:lnTo>
                <a:lnTo>
                  <a:pt x="126" y="1353"/>
                </a:lnTo>
                <a:lnTo>
                  <a:pt x="127" y="1352"/>
                </a:lnTo>
                <a:lnTo>
                  <a:pt x="126" y="1351"/>
                </a:lnTo>
                <a:lnTo>
                  <a:pt x="125" y="1350"/>
                </a:lnTo>
                <a:lnTo>
                  <a:pt x="124" y="1350"/>
                </a:lnTo>
                <a:lnTo>
                  <a:pt x="124" y="1349"/>
                </a:lnTo>
                <a:lnTo>
                  <a:pt x="123" y="1349"/>
                </a:lnTo>
                <a:lnTo>
                  <a:pt x="122" y="1347"/>
                </a:lnTo>
                <a:lnTo>
                  <a:pt x="121" y="1347"/>
                </a:lnTo>
                <a:lnTo>
                  <a:pt x="120" y="1345"/>
                </a:lnTo>
                <a:lnTo>
                  <a:pt x="118" y="1343"/>
                </a:lnTo>
                <a:lnTo>
                  <a:pt x="117" y="1343"/>
                </a:lnTo>
                <a:lnTo>
                  <a:pt x="116" y="1342"/>
                </a:lnTo>
                <a:lnTo>
                  <a:pt x="116" y="1341"/>
                </a:lnTo>
                <a:lnTo>
                  <a:pt x="117" y="1341"/>
                </a:lnTo>
                <a:lnTo>
                  <a:pt x="118" y="1341"/>
                </a:lnTo>
                <a:lnTo>
                  <a:pt x="118" y="1340"/>
                </a:lnTo>
                <a:lnTo>
                  <a:pt x="118" y="1339"/>
                </a:lnTo>
                <a:lnTo>
                  <a:pt x="118" y="1337"/>
                </a:lnTo>
                <a:lnTo>
                  <a:pt x="119" y="1336"/>
                </a:lnTo>
                <a:lnTo>
                  <a:pt x="119" y="1335"/>
                </a:lnTo>
                <a:lnTo>
                  <a:pt x="120" y="1335"/>
                </a:lnTo>
                <a:lnTo>
                  <a:pt x="120" y="1334"/>
                </a:lnTo>
                <a:lnTo>
                  <a:pt x="121" y="1334"/>
                </a:lnTo>
                <a:lnTo>
                  <a:pt x="122" y="1335"/>
                </a:lnTo>
                <a:lnTo>
                  <a:pt x="123" y="1335"/>
                </a:lnTo>
                <a:lnTo>
                  <a:pt x="124" y="1335"/>
                </a:lnTo>
                <a:lnTo>
                  <a:pt x="125" y="1336"/>
                </a:lnTo>
                <a:lnTo>
                  <a:pt x="126" y="1336"/>
                </a:lnTo>
                <a:lnTo>
                  <a:pt x="127" y="1337"/>
                </a:lnTo>
                <a:lnTo>
                  <a:pt x="128" y="1338"/>
                </a:lnTo>
                <a:lnTo>
                  <a:pt x="130" y="1339"/>
                </a:lnTo>
                <a:lnTo>
                  <a:pt x="131" y="1339"/>
                </a:lnTo>
                <a:lnTo>
                  <a:pt x="132" y="1340"/>
                </a:lnTo>
                <a:lnTo>
                  <a:pt x="133" y="1341"/>
                </a:lnTo>
                <a:lnTo>
                  <a:pt x="134" y="1341"/>
                </a:lnTo>
                <a:lnTo>
                  <a:pt x="135" y="1340"/>
                </a:lnTo>
                <a:lnTo>
                  <a:pt x="136" y="1340"/>
                </a:lnTo>
                <a:lnTo>
                  <a:pt x="137" y="1340"/>
                </a:lnTo>
                <a:lnTo>
                  <a:pt x="139" y="1341"/>
                </a:lnTo>
                <a:lnTo>
                  <a:pt x="140" y="1342"/>
                </a:lnTo>
                <a:lnTo>
                  <a:pt x="141" y="1342"/>
                </a:lnTo>
                <a:lnTo>
                  <a:pt x="144" y="1342"/>
                </a:lnTo>
                <a:lnTo>
                  <a:pt x="145" y="1342"/>
                </a:lnTo>
                <a:lnTo>
                  <a:pt x="147" y="1340"/>
                </a:lnTo>
                <a:lnTo>
                  <a:pt x="148" y="1340"/>
                </a:lnTo>
                <a:lnTo>
                  <a:pt x="149" y="1340"/>
                </a:lnTo>
                <a:lnTo>
                  <a:pt x="150" y="1341"/>
                </a:lnTo>
                <a:lnTo>
                  <a:pt x="151" y="1341"/>
                </a:lnTo>
                <a:lnTo>
                  <a:pt x="153" y="1341"/>
                </a:lnTo>
                <a:lnTo>
                  <a:pt x="153" y="1342"/>
                </a:lnTo>
                <a:lnTo>
                  <a:pt x="155" y="1342"/>
                </a:lnTo>
                <a:lnTo>
                  <a:pt x="156" y="1341"/>
                </a:lnTo>
                <a:lnTo>
                  <a:pt x="157" y="1340"/>
                </a:lnTo>
                <a:lnTo>
                  <a:pt x="158" y="1339"/>
                </a:lnTo>
                <a:lnTo>
                  <a:pt x="159" y="1339"/>
                </a:lnTo>
                <a:lnTo>
                  <a:pt x="159" y="1338"/>
                </a:lnTo>
                <a:lnTo>
                  <a:pt x="161" y="1338"/>
                </a:lnTo>
                <a:lnTo>
                  <a:pt x="162" y="1337"/>
                </a:lnTo>
                <a:lnTo>
                  <a:pt x="162" y="1336"/>
                </a:lnTo>
                <a:lnTo>
                  <a:pt x="163" y="1335"/>
                </a:lnTo>
                <a:lnTo>
                  <a:pt x="164" y="1334"/>
                </a:lnTo>
                <a:lnTo>
                  <a:pt x="166" y="1333"/>
                </a:lnTo>
                <a:lnTo>
                  <a:pt x="168" y="1332"/>
                </a:lnTo>
                <a:lnTo>
                  <a:pt x="169" y="1331"/>
                </a:lnTo>
                <a:lnTo>
                  <a:pt x="170" y="1331"/>
                </a:lnTo>
                <a:lnTo>
                  <a:pt x="171" y="1331"/>
                </a:lnTo>
                <a:lnTo>
                  <a:pt x="172" y="1331"/>
                </a:lnTo>
                <a:lnTo>
                  <a:pt x="172" y="1330"/>
                </a:lnTo>
                <a:lnTo>
                  <a:pt x="173" y="1330"/>
                </a:lnTo>
                <a:lnTo>
                  <a:pt x="174" y="1330"/>
                </a:lnTo>
                <a:lnTo>
                  <a:pt x="174" y="1329"/>
                </a:lnTo>
                <a:lnTo>
                  <a:pt x="175" y="1328"/>
                </a:lnTo>
                <a:lnTo>
                  <a:pt x="176" y="1328"/>
                </a:lnTo>
                <a:lnTo>
                  <a:pt x="176" y="1327"/>
                </a:lnTo>
                <a:lnTo>
                  <a:pt x="177" y="1327"/>
                </a:lnTo>
                <a:lnTo>
                  <a:pt x="177" y="1326"/>
                </a:lnTo>
                <a:lnTo>
                  <a:pt x="178" y="1326"/>
                </a:lnTo>
                <a:lnTo>
                  <a:pt x="179" y="1324"/>
                </a:lnTo>
                <a:lnTo>
                  <a:pt x="182" y="1323"/>
                </a:lnTo>
                <a:lnTo>
                  <a:pt x="184" y="1321"/>
                </a:lnTo>
                <a:lnTo>
                  <a:pt x="185" y="1321"/>
                </a:lnTo>
                <a:lnTo>
                  <a:pt x="187" y="1320"/>
                </a:lnTo>
                <a:lnTo>
                  <a:pt x="188" y="1320"/>
                </a:lnTo>
                <a:lnTo>
                  <a:pt x="189" y="1320"/>
                </a:lnTo>
                <a:lnTo>
                  <a:pt x="189" y="1321"/>
                </a:lnTo>
                <a:lnTo>
                  <a:pt x="190" y="1321"/>
                </a:lnTo>
                <a:lnTo>
                  <a:pt x="190" y="1322"/>
                </a:lnTo>
                <a:lnTo>
                  <a:pt x="191" y="1323"/>
                </a:lnTo>
                <a:lnTo>
                  <a:pt x="192" y="1323"/>
                </a:lnTo>
                <a:lnTo>
                  <a:pt x="192" y="1324"/>
                </a:lnTo>
                <a:lnTo>
                  <a:pt x="191" y="1325"/>
                </a:lnTo>
                <a:lnTo>
                  <a:pt x="191" y="1326"/>
                </a:lnTo>
                <a:lnTo>
                  <a:pt x="191" y="1328"/>
                </a:lnTo>
                <a:lnTo>
                  <a:pt x="191" y="1330"/>
                </a:lnTo>
                <a:lnTo>
                  <a:pt x="192" y="1331"/>
                </a:lnTo>
                <a:lnTo>
                  <a:pt x="192" y="1332"/>
                </a:lnTo>
                <a:lnTo>
                  <a:pt x="192" y="1333"/>
                </a:lnTo>
                <a:lnTo>
                  <a:pt x="193" y="1333"/>
                </a:lnTo>
                <a:lnTo>
                  <a:pt x="193" y="1335"/>
                </a:lnTo>
                <a:lnTo>
                  <a:pt x="194" y="1336"/>
                </a:lnTo>
                <a:lnTo>
                  <a:pt x="195" y="1336"/>
                </a:lnTo>
                <a:lnTo>
                  <a:pt x="196" y="1336"/>
                </a:lnTo>
                <a:lnTo>
                  <a:pt x="197" y="1336"/>
                </a:lnTo>
                <a:lnTo>
                  <a:pt x="197" y="1337"/>
                </a:lnTo>
                <a:lnTo>
                  <a:pt x="198" y="1337"/>
                </a:lnTo>
                <a:lnTo>
                  <a:pt x="199" y="1338"/>
                </a:lnTo>
                <a:lnTo>
                  <a:pt x="200" y="1338"/>
                </a:lnTo>
                <a:lnTo>
                  <a:pt x="200" y="1339"/>
                </a:lnTo>
                <a:lnTo>
                  <a:pt x="201" y="1339"/>
                </a:lnTo>
                <a:lnTo>
                  <a:pt x="200" y="1340"/>
                </a:lnTo>
                <a:lnTo>
                  <a:pt x="199" y="1341"/>
                </a:lnTo>
                <a:lnTo>
                  <a:pt x="199" y="1342"/>
                </a:lnTo>
                <a:lnTo>
                  <a:pt x="199" y="1343"/>
                </a:lnTo>
                <a:lnTo>
                  <a:pt x="198" y="1343"/>
                </a:lnTo>
                <a:lnTo>
                  <a:pt x="197" y="1344"/>
                </a:lnTo>
                <a:lnTo>
                  <a:pt x="196" y="1345"/>
                </a:lnTo>
                <a:lnTo>
                  <a:pt x="196" y="1346"/>
                </a:lnTo>
                <a:lnTo>
                  <a:pt x="196" y="1347"/>
                </a:lnTo>
                <a:lnTo>
                  <a:pt x="196" y="1349"/>
                </a:lnTo>
                <a:lnTo>
                  <a:pt x="195" y="1350"/>
                </a:lnTo>
                <a:lnTo>
                  <a:pt x="195" y="1351"/>
                </a:lnTo>
                <a:lnTo>
                  <a:pt x="196" y="1352"/>
                </a:lnTo>
                <a:lnTo>
                  <a:pt x="197" y="1352"/>
                </a:lnTo>
                <a:lnTo>
                  <a:pt x="197" y="1353"/>
                </a:lnTo>
                <a:lnTo>
                  <a:pt x="198" y="1355"/>
                </a:lnTo>
                <a:lnTo>
                  <a:pt x="198" y="1356"/>
                </a:lnTo>
                <a:lnTo>
                  <a:pt x="198" y="1357"/>
                </a:lnTo>
                <a:lnTo>
                  <a:pt x="198" y="1358"/>
                </a:lnTo>
                <a:lnTo>
                  <a:pt x="199" y="1359"/>
                </a:lnTo>
                <a:lnTo>
                  <a:pt x="199" y="1358"/>
                </a:lnTo>
                <a:lnTo>
                  <a:pt x="200" y="1358"/>
                </a:lnTo>
                <a:lnTo>
                  <a:pt x="201" y="1357"/>
                </a:lnTo>
                <a:lnTo>
                  <a:pt x="202" y="1357"/>
                </a:lnTo>
                <a:lnTo>
                  <a:pt x="203" y="1357"/>
                </a:lnTo>
                <a:lnTo>
                  <a:pt x="204" y="1356"/>
                </a:lnTo>
                <a:lnTo>
                  <a:pt x="205" y="1357"/>
                </a:lnTo>
                <a:lnTo>
                  <a:pt x="206" y="1357"/>
                </a:lnTo>
                <a:lnTo>
                  <a:pt x="207" y="1356"/>
                </a:lnTo>
                <a:lnTo>
                  <a:pt x="208" y="1355"/>
                </a:lnTo>
                <a:lnTo>
                  <a:pt x="209" y="1354"/>
                </a:lnTo>
                <a:lnTo>
                  <a:pt x="210" y="1354"/>
                </a:lnTo>
                <a:lnTo>
                  <a:pt x="210" y="1355"/>
                </a:lnTo>
                <a:lnTo>
                  <a:pt x="211" y="1356"/>
                </a:lnTo>
                <a:lnTo>
                  <a:pt x="212" y="1356"/>
                </a:lnTo>
                <a:lnTo>
                  <a:pt x="214" y="1355"/>
                </a:lnTo>
                <a:lnTo>
                  <a:pt x="214" y="1356"/>
                </a:lnTo>
                <a:lnTo>
                  <a:pt x="215" y="1356"/>
                </a:lnTo>
                <a:lnTo>
                  <a:pt x="216" y="1356"/>
                </a:lnTo>
                <a:lnTo>
                  <a:pt x="217" y="1356"/>
                </a:lnTo>
                <a:lnTo>
                  <a:pt x="217" y="1357"/>
                </a:lnTo>
                <a:lnTo>
                  <a:pt x="218" y="1357"/>
                </a:lnTo>
                <a:lnTo>
                  <a:pt x="219" y="1356"/>
                </a:lnTo>
                <a:lnTo>
                  <a:pt x="219" y="1355"/>
                </a:lnTo>
                <a:lnTo>
                  <a:pt x="219" y="1354"/>
                </a:lnTo>
                <a:lnTo>
                  <a:pt x="218" y="1354"/>
                </a:lnTo>
                <a:lnTo>
                  <a:pt x="219" y="1353"/>
                </a:lnTo>
                <a:lnTo>
                  <a:pt x="220" y="1352"/>
                </a:lnTo>
                <a:lnTo>
                  <a:pt x="221" y="1351"/>
                </a:lnTo>
                <a:lnTo>
                  <a:pt x="221" y="1350"/>
                </a:lnTo>
                <a:lnTo>
                  <a:pt x="221" y="1349"/>
                </a:lnTo>
                <a:lnTo>
                  <a:pt x="222" y="1349"/>
                </a:lnTo>
                <a:lnTo>
                  <a:pt x="223" y="1348"/>
                </a:lnTo>
                <a:lnTo>
                  <a:pt x="224" y="1349"/>
                </a:lnTo>
                <a:lnTo>
                  <a:pt x="225" y="1349"/>
                </a:lnTo>
                <a:lnTo>
                  <a:pt x="226" y="1350"/>
                </a:lnTo>
                <a:lnTo>
                  <a:pt x="227" y="1351"/>
                </a:lnTo>
                <a:lnTo>
                  <a:pt x="228" y="1351"/>
                </a:lnTo>
                <a:lnTo>
                  <a:pt x="229" y="1351"/>
                </a:lnTo>
                <a:lnTo>
                  <a:pt x="229" y="1350"/>
                </a:lnTo>
                <a:lnTo>
                  <a:pt x="229" y="1349"/>
                </a:lnTo>
                <a:lnTo>
                  <a:pt x="229" y="1348"/>
                </a:lnTo>
                <a:lnTo>
                  <a:pt x="229" y="1347"/>
                </a:lnTo>
                <a:lnTo>
                  <a:pt x="230" y="1347"/>
                </a:lnTo>
                <a:lnTo>
                  <a:pt x="231" y="1347"/>
                </a:lnTo>
                <a:lnTo>
                  <a:pt x="232" y="1347"/>
                </a:lnTo>
                <a:lnTo>
                  <a:pt x="233" y="1347"/>
                </a:lnTo>
                <a:lnTo>
                  <a:pt x="234" y="1347"/>
                </a:lnTo>
                <a:lnTo>
                  <a:pt x="235" y="1347"/>
                </a:lnTo>
                <a:lnTo>
                  <a:pt x="237" y="1347"/>
                </a:lnTo>
                <a:lnTo>
                  <a:pt x="238" y="1347"/>
                </a:lnTo>
                <a:lnTo>
                  <a:pt x="240" y="1348"/>
                </a:lnTo>
                <a:lnTo>
                  <a:pt x="241" y="1348"/>
                </a:lnTo>
                <a:lnTo>
                  <a:pt x="242" y="1348"/>
                </a:lnTo>
                <a:lnTo>
                  <a:pt x="244" y="1347"/>
                </a:lnTo>
                <a:lnTo>
                  <a:pt x="245" y="1346"/>
                </a:lnTo>
                <a:lnTo>
                  <a:pt x="246" y="1345"/>
                </a:lnTo>
                <a:lnTo>
                  <a:pt x="248" y="1344"/>
                </a:lnTo>
                <a:lnTo>
                  <a:pt x="249" y="1344"/>
                </a:lnTo>
                <a:lnTo>
                  <a:pt x="249" y="1343"/>
                </a:lnTo>
                <a:lnTo>
                  <a:pt x="250" y="1342"/>
                </a:lnTo>
                <a:lnTo>
                  <a:pt x="250" y="1343"/>
                </a:lnTo>
                <a:lnTo>
                  <a:pt x="251" y="1343"/>
                </a:lnTo>
                <a:lnTo>
                  <a:pt x="251" y="1344"/>
                </a:lnTo>
                <a:lnTo>
                  <a:pt x="250" y="1345"/>
                </a:lnTo>
                <a:lnTo>
                  <a:pt x="251" y="1346"/>
                </a:lnTo>
                <a:lnTo>
                  <a:pt x="252" y="1346"/>
                </a:lnTo>
                <a:lnTo>
                  <a:pt x="253" y="1346"/>
                </a:lnTo>
                <a:lnTo>
                  <a:pt x="253" y="1347"/>
                </a:lnTo>
                <a:lnTo>
                  <a:pt x="254" y="1347"/>
                </a:lnTo>
                <a:lnTo>
                  <a:pt x="254" y="1348"/>
                </a:lnTo>
                <a:lnTo>
                  <a:pt x="254" y="1349"/>
                </a:lnTo>
                <a:lnTo>
                  <a:pt x="254" y="1350"/>
                </a:lnTo>
                <a:lnTo>
                  <a:pt x="254" y="1351"/>
                </a:lnTo>
                <a:lnTo>
                  <a:pt x="254" y="1352"/>
                </a:lnTo>
                <a:lnTo>
                  <a:pt x="255" y="1352"/>
                </a:lnTo>
                <a:lnTo>
                  <a:pt x="255" y="1353"/>
                </a:lnTo>
                <a:lnTo>
                  <a:pt x="256" y="1353"/>
                </a:lnTo>
                <a:lnTo>
                  <a:pt x="256" y="1352"/>
                </a:lnTo>
                <a:lnTo>
                  <a:pt x="256" y="1351"/>
                </a:lnTo>
                <a:lnTo>
                  <a:pt x="257" y="1350"/>
                </a:lnTo>
                <a:lnTo>
                  <a:pt x="257" y="1349"/>
                </a:lnTo>
                <a:lnTo>
                  <a:pt x="258" y="1348"/>
                </a:lnTo>
                <a:lnTo>
                  <a:pt x="259" y="1348"/>
                </a:lnTo>
                <a:lnTo>
                  <a:pt x="260" y="1349"/>
                </a:lnTo>
                <a:lnTo>
                  <a:pt x="261" y="1349"/>
                </a:lnTo>
                <a:lnTo>
                  <a:pt x="261" y="1348"/>
                </a:lnTo>
                <a:lnTo>
                  <a:pt x="262" y="1348"/>
                </a:lnTo>
                <a:lnTo>
                  <a:pt x="263" y="1348"/>
                </a:lnTo>
                <a:lnTo>
                  <a:pt x="264" y="1348"/>
                </a:lnTo>
                <a:lnTo>
                  <a:pt x="265" y="1347"/>
                </a:lnTo>
                <a:lnTo>
                  <a:pt x="266" y="1346"/>
                </a:lnTo>
                <a:lnTo>
                  <a:pt x="267" y="1345"/>
                </a:lnTo>
                <a:lnTo>
                  <a:pt x="267" y="1344"/>
                </a:lnTo>
                <a:lnTo>
                  <a:pt x="268" y="1344"/>
                </a:lnTo>
                <a:lnTo>
                  <a:pt x="270" y="1344"/>
                </a:lnTo>
                <a:lnTo>
                  <a:pt x="271" y="1343"/>
                </a:lnTo>
                <a:lnTo>
                  <a:pt x="271" y="1342"/>
                </a:lnTo>
                <a:lnTo>
                  <a:pt x="272" y="1341"/>
                </a:lnTo>
                <a:lnTo>
                  <a:pt x="273" y="1340"/>
                </a:lnTo>
                <a:lnTo>
                  <a:pt x="274" y="1340"/>
                </a:lnTo>
                <a:lnTo>
                  <a:pt x="274" y="1339"/>
                </a:lnTo>
                <a:lnTo>
                  <a:pt x="274" y="1337"/>
                </a:lnTo>
                <a:lnTo>
                  <a:pt x="274" y="1336"/>
                </a:lnTo>
                <a:lnTo>
                  <a:pt x="273" y="1335"/>
                </a:lnTo>
                <a:lnTo>
                  <a:pt x="274" y="1335"/>
                </a:lnTo>
                <a:lnTo>
                  <a:pt x="275" y="1332"/>
                </a:lnTo>
                <a:lnTo>
                  <a:pt x="276" y="1330"/>
                </a:lnTo>
                <a:lnTo>
                  <a:pt x="277" y="1329"/>
                </a:lnTo>
                <a:lnTo>
                  <a:pt x="278" y="1329"/>
                </a:lnTo>
                <a:lnTo>
                  <a:pt x="279" y="1328"/>
                </a:lnTo>
                <a:lnTo>
                  <a:pt x="280" y="1327"/>
                </a:lnTo>
                <a:lnTo>
                  <a:pt x="280" y="1326"/>
                </a:lnTo>
                <a:lnTo>
                  <a:pt x="281" y="1325"/>
                </a:lnTo>
                <a:lnTo>
                  <a:pt x="282" y="1325"/>
                </a:lnTo>
                <a:lnTo>
                  <a:pt x="283" y="1324"/>
                </a:lnTo>
                <a:lnTo>
                  <a:pt x="284" y="1324"/>
                </a:lnTo>
                <a:lnTo>
                  <a:pt x="284" y="1323"/>
                </a:lnTo>
                <a:lnTo>
                  <a:pt x="284" y="1322"/>
                </a:lnTo>
                <a:lnTo>
                  <a:pt x="284" y="1321"/>
                </a:lnTo>
                <a:lnTo>
                  <a:pt x="284" y="1320"/>
                </a:lnTo>
                <a:lnTo>
                  <a:pt x="284" y="1319"/>
                </a:lnTo>
                <a:lnTo>
                  <a:pt x="284" y="1318"/>
                </a:lnTo>
                <a:lnTo>
                  <a:pt x="284" y="1317"/>
                </a:lnTo>
                <a:lnTo>
                  <a:pt x="285" y="1317"/>
                </a:lnTo>
                <a:lnTo>
                  <a:pt x="286" y="1317"/>
                </a:lnTo>
                <a:lnTo>
                  <a:pt x="286" y="1316"/>
                </a:lnTo>
                <a:lnTo>
                  <a:pt x="285" y="1315"/>
                </a:lnTo>
                <a:lnTo>
                  <a:pt x="284" y="1314"/>
                </a:lnTo>
                <a:lnTo>
                  <a:pt x="283" y="1313"/>
                </a:lnTo>
                <a:lnTo>
                  <a:pt x="283" y="1312"/>
                </a:lnTo>
                <a:lnTo>
                  <a:pt x="283" y="1311"/>
                </a:lnTo>
                <a:lnTo>
                  <a:pt x="283" y="1310"/>
                </a:lnTo>
                <a:lnTo>
                  <a:pt x="283" y="1309"/>
                </a:lnTo>
                <a:lnTo>
                  <a:pt x="284" y="1309"/>
                </a:lnTo>
                <a:lnTo>
                  <a:pt x="285" y="1308"/>
                </a:lnTo>
                <a:lnTo>
                  <a:pt x="285" y="1307"/>
                </a:lnTo>
                <a:lnTo>
                  <a:pt x="286" y="1307"/>
                </a:lnTo>
                <a:lnTo>
                  <a:pt x="287" y="1308"/>
                </a:lnTo>
                <a:lnTo>
                  <a:pt x="288" y="1307"/>
                </a:lnTo>
                <a:lnTo>
                  <a:pt x="288" y="1306"/>
                </a:lnTo>
                <a:lnTo>
                  <a:pt x="289" y="1306"/>
                </a:lnTo>
                <a:lnTo>
                  <a:pt x="289" y="1305"/>
                </a:lnTo>
                <a:lnTo>
                  <a:pt x="290" y="1304"/>
                </a:lnTo>
                <a:lnTo>
                  <a:pt x="291" y="1304"/>
                </a:lnTo>
                <a:lnTo>
                  <a:pt x="291" y="1303"/>
                </a:lnTo>
                <a:lnTo>
                  <a:pt x="290" y="1302"/>
                </a:lnTo>
                <a:lnTo>
                  <a:pt x="290" y="1301"/>
                </a:lnTo>
                <a:lnTo>
                  <a:pt x="291" y="1301"/>
                </a:lnTo>
                <a:lnTo>
                  <a:pt x="291" y="1300"/>
                </a:lnTo>
                <a:lnTo>
                  <a:pt x="291" y="1299"/>
                </a:lnTo>
                <a:lnTo>
                  <a:pt x="291" y="1298"/>
                </a:lnTo>
                <a:lnTo>
                  <a:pt x="291" y="1297"/>
                </a:lnTo>
                <a:lnTo>
                  <a:pt x="291" y="1296"/>
                </a:lnTo>
                <a:lnTo>
                  <a:pt x="291" y="1295"/>
                </a:lnTo>
                <a:lnTo>
                  <a:pt x="291" y="1294"/>
                </a:lnTo>
                <a:lnTo>
                  <a:pt x="292" y="1294"/>
                </a:lnTo>
                <a:lnTo>
                  <a:pt x="292" y="1293"/>
                </a:lnTo>
                <a:lnTo>
                  <a:pt x="293" y="1292"/>
                </a:lnTo>
                <a:lnTo>
                  <a:pt x="293" y="1290"/>
                </a:lnTo>
                <a:lnTo>
                  <a:pt x="294" y="1290"/>
                </a:lnTo>
                <a:lnTo>
                  <a:pt x="294" y="1289"/>
                </a:lnTo>
                <a:lnTo>
                  <a:pt x="295" y="1289"/>
                </a:lnTo>
                <a:lnTo>
                  <a:pt x="296" y="1289"/>
                </a:lnTo>
                <a:lnTo>
                  <a:pt x="296" y="1290"/>
                </a:lnTo>
                <a:lnTo>
                  <a:pt x="297" y="1289"/>
                </a:lnTo>
                <a:lnTo>
                  <a:pt x="297" y="1288"/>
                </a:lnTo>
                <a:lnTo>
                  <a:pt x="298" y="1288"/>
                </a:lnTo>
                <a:lnTo>
                  <a:pt x="299" y="1288"/>
                </a:lnTo>
                <a:lnTo>
                  <a:pt x="300" y="1287"/>
                </a:lnTo>
                <a:lnTo>
                  <a:pt x="301" y="1287"/>
                </a:lnTo>
                <a:lnTo>
                  <a:pt x="301" y="1288"/>
                </a:lnTo>
                <a:lnTo>
                  <a:pt x="301" y="1287"/>
                </a:lnTo>
                <a:lnTo>
                  <a:pt x="302" y="1287"/>
                </a:lnTo>
                <a:lnTo>
                  <a:pt x="302" y="1286"/>
                </a:lnTo>
                <a:lnTo>
                  <a:pt x="302" y="1285"/>
                </a:lnTo>
                <a:lnTo>
                  <a:pt x="303" y="1284"/>
                </a:lnTo>
                <a:lnTo>
                  <a:pt x="303" y="1283"/>
                </a:lnTo>
                <a:lnTo>
                  <a:pt x="304" y="1283"/>
                </a:lnTo>
                <a:lnTo>
                  <a:pt x="304" y="1282"/>
                </a:lnTo>
                <a:lnTo>
                  <a:pt x="305" y="1282"/>
                </a:lnTo>
                <a:lnTo>
                  <a:pt x="305" y="1283"/>
                </a:lnTo>
                <a:lnTo>
                  <a:pt x="306" y="1283"/>
                </a:lnTo>
                <a:lnTo>
                  <a:pt x="307" y="1283"/>
                </a:lnTo>
                <a:lnTo>
                  <a:pt x="309" y="1282"/>
                </a:lnTo>
                <a:lnTo>
                  <a:pt x="311" y="1281"/>
                </a:lnTo>
                <a:lnTo>
                  <a:pt x="312" y="1280"/>
                </a:lnTo>
                <a:lnTo>
                  <a:pt x="312" y="1279"/>
                </a:lnTo>
                <a:lnTo>
                  <a:pt x="313" y="1278"/>
                </a:lnTo>
                <a:lnTo>
                  <a:pt x="314" y="1278"/>
                </a:lnTo>
                <a:lnTo>
                  <a:pt x="315" y="1278"/>
                </a:lnTo>
                <a:lnTo>
                  <a:pt x="316" y="1279"/>
                </a:lnTo>
                <a:lnTo>
                  <a:pt x="317" y="1280"/>
                </a:lnTo>
                <a:lnTo>
                  <a:pt x="318" y="1279"/>
                </a:lnTo>
                <a:lnTo>
                  <a:pt x="320" y="1279"/>
                </a:lnTo>
                <a:lnTo>
                  <a:pt x="322" y="1279"/>
                </a:lnTo>
                <a:lnTo>
                  <a:pt x="323" y="1279"/>
                </a:lnTo>
                <a:lnTo>
                  <a:pt x="324" y="1279"/>
                </a:lnTo>
                <a:lnTo>
                  <a:pt x="325" y="1280"/>
                </a:lnTo>
                <a:lnTo>
                  <a:pt x="325" y="1281"/>
                </a:lnTo>
                <a:lnTo>
                  <a:pt x="325" y="1282"/>
                </a:lnTo>
                <a:lnTo>
                  <a:pt x="326" y="1282"/>
                </a:lnTo>
                <a:lnTo>
                  <a:pt x="327" y="1282"/>
                </a:lnTo>
                <a:lnTo>
                  <a:pt x="327" y="1283"/>
                </a:lnTo>
                <a:lnTo>
                  <a:pt x="328" y="1283"/>
                </a:lnTo>
                <a:lnTo>
                  <a:pt x="329" y="1283"/>
                </a:lnTo>
                <a:lnTo>
                  <a:pt x="329" y="1284"/>
                </a:lnTo>
                <a:lnTo>
                  <a:pt x="330" y="1284"/>
                </a:lnTo>
                <a:lnTo>
                  <a:pt x="331" y="1284"/>
                </a:lnTo>
                <a:lnTo>
                  <a:pt x="332" y="1284"/>
                </a:lnTo>
                <a:lnTo>
                  <a:pt x="332" y="1283"/>
                </a:lnTo>
                <a:lnTo>
                  <a:pt x="334" y="1283"/>
                </a:lnTo>
                <a:lnTo>
                  <a:pt x="335" y="1283"/>
                </a:lnTo>
                <a:lnTo>
                  <a:pt x="336" y="1282"/>
                </a:lnTo>
                <a:lnTo>
                  <a:pt x="337" y="1283"/>
                </a:lnTo>
                <a:lnTo>
                  <a:pt x="338" y="1283"/>
                </a:lnTo>
                <a:lnTo>
                  <a:pt x="339" y="1283"/>
                </a:lnTo>
                <a:lnTo>
                  <a:pt x="339" y="1284"/>
                </a:lnTo>
                <a:lnTo>
                  <a:pt x="339" y="1285"/>
                </a:lnTo>
                <a:lnTo>
                  <a:pt x="340" y="1285"/>
                </a:lnTo>
                <a:lnTo>
                  <a:pt x="341" y="1285"/>
                </a:lnTo>
                <a:lnTo>
                  <a:pt x="343" y="1284"/>
                </a:lnTo>
                <a:lnTo>
                  <a:pt x="344" y="1284"/>
                </a:lnTo>
                <a:lnTo>
                  <a:pt x="345" y="1283"/>
                </a:lnTo>
                <a:lnTo>
                  <a:pt x="346" y="1282"/>
                </a:lnTo>
                <a:lnTo>
                  <a:pt x="347" y="1282"/>
                </a:lnTo>
                <a:lnTo>
                  <a:pt x="348" y="1281"/>
                </a:lnTo>
                <a:lnTo>
                  <a:pt x="349" y="1281"/>
                </a:lnTo>
                <a:lnTo>
                  <a:pt x="350" y="1281"/>
                </a:lnTo>
                <a:lnTo>
                  <a:pt x="350" y="1282"/>
                </a:lnTo>
                <a:lnTo>
                  <a:pt x="351" y="1282"/>
                </a:lnTo>
                <a:lnTo>
                  <a:pt x="352" y="1282"/>
                </a:lnTo>
                <a:lnTo>
                  <a:pt x="353" y="1282"/>
                </a:lnTo>
                <a:lnTo>
                  <a:pt x="354" y="1283"/>
                </a:lnTo>
                <a:lnTo>
                  <a:pt x="355" y="1283"/>
                </a:lnTo>
                <a:lnTo>
                  <a:pt x="357" y="1283"/>
                </a:lnTo>
                <a:lnTo>
                  <a:pt x="358" y="1283"/>
                </a:lnTo>
                <a:lnTo>
                  <a:pt x="358" y="1284"/>
                </a:lnTo>
                <a:lnTo>
                  <a:pt x="357" y="1284"/>
                </a:lnTo>
                <a:lnTo>
                  <a:pt x="357" y="1285"/>
                </a:lnTo>
                <a:lnTo>
                  <a:pt x="358" y="1286"/>
                </a:lnTo>
                <a:lnTo>
                  <a:pt x="359" y="1286"/>
                </a:lnTo>
                <a:lnTo>
                  <a:pt x="360" y="1285"/>
                </a:lnTo>
                <a:lnTo>
                  <a:pt x="361" y="1285"/>
                </a:lnTo>
                <a:lnTo>
                  <a:pt x="362" y="1285"/>
                </a:lnTo>
                <a:lnTo>
                  <a:pt x="363" y="1285"/>
                </a:lnTo>
                <a:lnTo>
                  <a:pt x="364" y="1285"/>
                </a:lnTo>
                <a:lnTo>
                  <a:pt x="365" y="1285"/>
                </a:lnTo>
                <a:lnTo>
                  <a:pt x="366" y="1285"/>
                </a:lnTo>
                <a:lnTo>
                  <a:pt x="367" y="1285"/>
                </a:lnTo>
                <a:lnTo>
                  <a:pt x="368" y="1285"/>
                </a:lnTo>
                <a:lnTo>
                  <a:pt x="369" y="1285"/>
                </a:lnTo>
                <a:lnTo>
                  <a:pt x="370" y="1284"/>
                </a:lnTo>
                <a:lnTo>
                  <a:pt x="371" y="1284"/>
                </a:lnTo>
                <a:lnTo>
                  <a:pt x="373" y="1284"/>
                </a:lnTo>
                <a:lnTo>
                  <a:pt x="374" y="1284"/>
                </a:lnTo>
                <a:lnTo>
                  <a:pt x="375" y="1284"/>
                </a:lnTo>
                <a:lnTo>
                  <a:pt x="376" y="1284"/>
                </a:lnTo>
                <a:lnTo>
                  <a:pt x="377" y="1284"/>
                </a:lnTo>
                <a:lnTo>
                  <a:pt x="379" y="1284"/>
                </a:lnTo>
                <a:lnTo>
                  <a:pt x="380" y="1284"/>
                </a:lnTo>
                <a:lnTo>
                  <a:pt x="381" y="1283"/>
                </a:lnTo>
                <a:lnTo>
                  <a:pt x="381" y="1282"/>
                </a:lnTo>
                <a:lnTo>
                  <a:pt x="382" y="1282"/>
                </a:lnTo>
                <a:lnTo>
                  <a:pt x="383" y="1283"/>
                </a:lnTo>
                <a:lnTo>
                  <a:pt x="384" y="1283"/>
                </a:lnTo>
                <a:lnTo>
                  <a:pt x="385" y="1283"/>
                </a:lnTo>
                <a:lnTo>
                  <a:pt x="385" y="1282"/>
                </a:lnTo>
                <a:lnTo>
                  <a:pt x="386" y="1281"/>
                </a:lnTo>
                <a:lnTo>
                  <a:pt x="386" y="1280"/>
                </a:lnTo>
                <a:lnTo>
                  <a:pt x="387" y="1280"/>
                </a:lnTo>
                <a:lnTo>
                  <a:pt x="388" y="1280"/>
                </a:lnTo>
                <a:lnTo>
                  <a:pt x="389" y="1280"/>
                </a:lnTo>
                <a:lnTo>
                  <a:pt x="389" y="1279"/>
                </a:lnTo>
                <a:lnTo>
                  <a:pt x="389" y="1278"/>
                </a:lnTo>
                <a:lnTo>
                  <a:pt x="388" y="1277"/>
                </a:lnTo>
                <a:lnTo>
                  <a:pt x="388" y="1276"/>
                </a:lnTo>
                <a:lnTo>
                  <a:pt x="387" y="1275"/>
                </a:lnTo>
                <a:lnTo>
                  <a:pt x="387" y="1274"/>
                </a:lnTo>
                <a:lnTo>
                  <a:pt x="388" y="1274"/>
                </a:lnTo>
                <a:lnTo>
                  <a:pt x="388" y="1273"/>
                </a:lnTo>
                <a:lnTo>
                  <a:pt x="388" y="1272"/>
                </a:lnTo>
                <a:lnTo>
                  <a:pt x="389" y="1271"/>
                </a:lnTo>
                <a:lnTo>
                  <a:pt x="390" y="1270"/>
                </a:lnTo>
                <a:lnTo>
                  <a:pt x="391" y="1269"/>
                </a:lnTo>
                <a:lnTo>
                  <a:pt x="393" y="1268"/>
                </a:lnTo>
                <a:lnTo>
                  <a:pt x="394" y="1268"/>
                </a:lnTo>
                <a:lnTo>
                  <a:pt x="395" y="1267"/>
                </a:lnTo>
                <a:lnTo>
                  <a:pt x="396" y="1267"/>
                </a:lnTo>
                <a:lnTo>
                  <a:pt x="396" y="1266"/>
                </a:lnTo>
                <a:lnTo>
                  <a:pt x="397" y="1266"/>
                </a:lnTo>
                <a:lnTo>
                  <a:pt x="398" y="1266"/>
                </a:lnTo>
                <a:lnTo>
                  <a:pt x="401" y="1266"/>
                </a:lnTo>
                <a:lnTo>
                  <a:pt x="402" y="1266"/>
                </a:lnTo>
                <a:lnTo>
                  <a:pt x="403" y="1266"/>
                </a:lnTo>
                <a:lnTo>
                  <a:pt x="404" y="1266"/>
                </a:lnTo>
                <a:lnTo>
                  <a:pt x="405" y="1266"/>
                </a:lnTo>
                <a:lnTo>
                  <a:pt x="405" y="1265"/>
                </a:lnTo>
                <a:lnTo>
                  <a:pt x="406" y="1266"/>
                </a:lnTo>
                <a:lnTo>
                  <a:pt x="408" y="1265"/>
                </a:lnTo>
                <a:lnTo>
                  <a:pt x="409" y="1265"/>
                </a:lnTo>
                <a:lnTo>
                  <a:pt x="411" y="1264"/>
                </a:lnTo>
                <a:lnTo>
                  <a:pt x="412" y="1263"/>
                </a:lnTo>
                <a:lnTo>
                  <a:pt x="413" y="1263"/>
                </a:lnTo>
                <a:lnTo>
                  <a:pt x="415" y="1263"/>
                </a:lnTo>
                <a:lnTo>
                  <a:pt x="416" y="1262"/>
                </a:lnTo>
                <a:lnTo>
                  <a:pt x="417" y="1262"/>
                </a:lnTo>
                <a:lnTo>
                  <a:pt x="417" y="1261"/>
                </a:lnTo>
                <a:lnTo>
                  <a:pt x="417" y="1260"/>
                </a:lnTo>
                <a:lnTo>
                  <a:pt x="417" y="1259"/>
                </a:lnTo>
                <a:lnTo>
                  <a:pt x="418" y="1255"/>
                </a:lnTo>
                <a:lnTo>
                  <a:pt x="418" y="1253"/>
                </a:lnTo>
                <a:lnTo>
                  <a:pt x="419" y="1252"/>
                </a:lnTo>
                <a:lnTo>
                  <a:pt x="420" y="1251"/>
                </a:lnTo>
                <a:lnTo>
                  <a:pt x="419" y="1249"/>
                </a:lnTo>
                <a:lnTo>
                  <a:pt x="419" y="1248"/>
                </a:lnTo>
                <a:lnTo>
                  <a:pt x="419" y="1247"/>
                </a:lnTo>
                <a:lnTo>
                  <a:pt x="420" y="1246"/>
                </a:lnTo>
                <a:lnTo>
                  <a:pt x="421" y="1246"/>
                </a:lnTo>
                <a:lnTo>
                  <a:pt x="424" y="1245"/>
                </a:lnTo>
                <a:lnTo>
                  <a:pt x="426" y="1245"/>
                </a:lnTo>
                <a:lnTo>
                  <a:pt x="427" y="1245"/>
                </a:lnTo>
                <a:lnTo>
                  <a:pt x="429" y="1245"/>
                </a:lnTo>
                <a:lnTo>
                  <a:pt x="430" y="1245"/>
                </a:lnTo>
                <a:lnTo>
                  <a:pt x="431" y="1245"/>
                </a:lnTo>
                <a:lnTo>
                  <a:pt x="432" y="1245"/>
                </a:lnTo>
                <a:lnTo>
                  <a:pt x="433" y="1245"/>
                </a:lnTo>
                <a:lnTo>
                  <a:pt x="434" y="1246"/>
                </a:lnTo>
                <a:lnTo>
                  <a:pt x="435" y="1246"/>
                </a:lnTo>
                <a:lnTo>
                  <a:pt x="435" y="1245"/>
                </a:lnTo>
                <a:lnTo>
                  <a:pt x="436" y="1245"/>
                </a:lnTo>
                <a:lnTo>
                  <a:pt x="437" y="1245"/>
                </a:lnTo>
                <a:lnTo>
                  <a:pt x="438" y="1245"/>
                </a:lnTo>
                <a:lnTo>
                  <a:pt x="440" y="1245"/>
                </a:lnTo>
                <a:lnTo>
                  <a:pt x="440" y="1244"/>
                </a:lnTo>
                <a:lnTo>
                  <a:pt x="440" y="1243"/>
                </a:lnTo>
                <a:lnTo>
                  <a:pt x="441" y="1243"/>
                </a:lnTo>
                <a:lnTo>
                  <a:pt x="442" y="1243"/>
                </a:lnTo>
                <a:lnTo>
                  <a:pt x="443" y="1243"/>
                </a:lnTo>
                <a:lnTo>
                  <a:pt x="445" y="1243"/>
                </a:lnTo>
                <a:lnTo>
                  <a:pt x="446" y="1243"/>
                </a:lnTo>
                <a:lnTo>
                  <a:pt x="447" y="1242"/>
                </a:lnTo>
                <a:lnTo>
                  <a:pt x="448" y="1242"/>
                </a:lnTo>
                <a:lnTo>
                  <a:pt x="449" y="1242"/>
                </a:lnTo>
                <a:lnTo>
                  <a:pt x="451" y="1241"/>
                </a:lnTo>
                <a:lnTo>
                  <a:pt x="452" y="1240"/>
                </a:lnTo>
                <a:lnTo>
                  <a:pt x="453" y="1240"/>
                </a:lnTo>
                <a:lnTo>
                  <a:pt x="453" y="1239"/>
                </a:lnTo>
                <a:lnTo>
                  <a:pt x="454" y="1238"/>
                </a:lnTo>
                <a:lnTo>
                  <a:pt x="455" y="1237"/>
                </a:lnTo>
                <a:lnTo>
                  <a:pt x="456" y="1236"/>
                </a:lnTo>
                <a:lnTo>
                  <a:pt x="457" y="1236"/>
                </a:lnTo>
                <a:lnTo>
                  <a:pt x="458" y="1236"/>
                </a:lnTo>
                <a:lnTo>
                  <a:pt x="458" y="1237"/>
                </a:lnTo>
                <a:lnTo>
                  <a:pt x="459" y="1237"/>
                </a:lnTo>
                <a:lnTo>
                  <a:pt x="460" y="1237"/>
                </a:lnTo>
                <a:lnTo>
                  <a:pt x="461" y="1236"/>
                </a:lnTo>
                <a:lnTo>
                  <a:pt x="462" y="1237"/>
                </a:lnTo>
                <a:lnTo>
                  <a:pt x="463" y="1237"/>
                </a:lnTo>
                <a:lnTo>
                  <a:pt x="464" y="1237"/>
                </a:lnTo>
                <a:lnTo>
                  <a:pt x="464" y="1236"/>
                </a:lnTo>
                <a:lnTo>
                  <a:pt x="465" y="1235"/>
                </a:lnTo>
                <a:lnTo>
                  <a:pt x="466" y="1234"/>
                </a:lnTo>
                <a:lnTo>
                  <a:pt x="467" y="1233"/>
                </a:lnTo>
                <a:lnTo>
                  <a:pt x="468" y="1233"/>
                </a:lnTo>
                <a:lnTo>
                  <a:pt x="468" y="1232"/>
                </a:lnTo>
                <a:lnTo>
                  <a:pt x="469" y="1232"/>
                </a:lnTo>
                <a:lnTo>
                  <a:pt x="468" y="1231"/>
                </a:lnTo>
                <a:lnTo>
                  <a:pt x="468" y="1230"/>
                </a:lnTo>
                <a:lnTo>
                  <a:pt x="469" y="1229"/>
                </a:lnTo>
                <a:lnTo>
                  <a:pt x="471" y="1228"/>
                </a:lnTo>
                <a:lnTo>
                  <a:pt x="472" y="1228"/>
                </a:lnTo>
                <a:lnTo>
                  <a:pt x="474" y="1228"/>
                </a:lnTo>
                <a:lnTo>
                  <a:pt x="475" y="1228"/>
                </a:lnTo>
                <a:lnTo>
                  <a:pt x="476" y="1228"/>
                </a:lnTo>
                <a:lnTo>
                  <a:pt x="477" y="1227"/>
                </a:lnTo>
                <a:lnTo>
                  <a:pt x="478" y="1228"/>
                </a:lnTo>
                <a:lnTo>
                  <a:pt x="479" y="1228"/>
                </a:lnTo>
                <a:lnTo>
                  <a:pt x="480" y="1227"/>
                </a:lnTo>
                <a:lnTo>
                  <a:pt x="482" y="1226"/>
                </a:lnTo>
                <a:lnTo>
                  <a:pt x="482" y="1225"/>
                </a:lnTo>
                <a:lnTo>
                  <a:pt x="483" y="1224"/>
                </a:lnTo>
                <a:lnTo>
                  <a:pt x="484" y="1224"/>
                </a:lnTo>
                <a:lnTo>
                  <a:pt x="484" y="1225"/>
                </a:lnTo>
                <a:lnTo>
                  <a:pt x="484" y="1224"/>
                </a:lnTo>
                <a:lnTo>
                  <a:pt x="486" y="1224"/>
                </a:lnTo>
                <a:lnTo>
                  <a:pt x="487" y="1223"/>
                </a:lnTo>
                <a:lnTo>
                  <a:pt x="488" y="1222"/>
                </a:lnTo>
                <a:lnTo>
                  <a:pt x="488" y="1221"/>
                </a:lnTo>
                <a:lnTo>
                  <a:pt x="489" y="1221"/>
                </a:lnTo>
                <a:lnTo>
                  <a:pt x="489" y="1220"/>
                </a:lnTo>
                <a:lnTo>
                  <a:pt x="490" y="1220"/>
                </a:lnTo>
                <a:lnTo>
                  <a:pt x="490" y="1219"/>
                </a:lnTo>
                <a:lnTo>
                  <a:pt x="491" y="1219"/>
                </a:lnTo>
                <a:lnTo>
                  <a:pt x="492" y="1218"/>
                </a:lnTo>
                <a:lnTo>
                  <a:pt x="494" y="1218"/>
                </a:lnTo>
                <a:lnTo>
                  <a:pt x="494" y="1217"/>
                </a:lnTo>
                <a:lnTo>
                  <a:pt x="495" y="1217"/>
                </a:lnTo>
                <a:lnTo>
                  <a:pt x="496" y="1218"/>
                </a:lnTo>
                <a:lnTo>
                  <a:pt x="497" y="1218"/>
                </a:lnTo>
                <a:lnTo>
                  <a:pt x="498" y="1218"/>
                </a:lnTo>
                <a:lnTo>
                  <a:pt x="498" y="1217"/>
                </a:lnTo>
                <a:lnTo>
                  <a:pt x="498" y="1216"/>
                </a:lnTo>
                <a:lnTo>
                  <a:pt x="499" y="1216"/>
                </a:lnTo>
                <a:lnTo>
                  <a:pt x="499" y="1215"/>
                </a:lnTo>
                <a:lnTo>
                  <a:pt x="500" y="1215"/>
                </a:lnTo>
                <a:lnTo>
                  <a:pt x="504" y="1214"/>
                </a:lnTo>
                <a:lnTo>
                  <a:pt x="505" y="1214"/>
                </a:lnTo>
                <a:lnTo>
                  <a:pt x="506" y="1213"/>
                </a:lnTo>
                <a:lnTo>
                  <a:pt x="506" y="1212"/>
                </a:lnTo>
                <a:lnTo>
                  <a:pt x="508" y="1211"/>
                </a:lnTo>
                <a:lnTo>
                  <a:pt x="509" y="1211"/>
                </a:lnTo>
                <a:lnTo>
                  <a:pt x="511" y="1211"/>
                </a:lnTo>
                <a:lnTo>
                  <a:pt x="513" y="1211"/>
                </a:lnTo>
                <a:lnTo>
                  <a:pt x="514" y="1211"/>
                </a:lnTo>
                <a:lnTo>
                  <a:pt x="515" y="1210"/>
                </a:lnTo>
                <a:lnTo>
                  <a:pt x="516" y="1210"/>
                </a:lnTo>
                <a:lnTo>
                  <a:pt x="517" y="1209"/>
                </a:lnTo>
                <a:lnTo>
                  <a:pt x="518" y="1208"/>
                </a:lnTo>
                <a:lnTo>
                  <a:pt x="518" y="1207"/>
                </a:lnTo>
                <a:lnTo>
                  <a:pt x="519" y="1207"/>
                </a:lnTo>
                <a:lnTo>
                  <a:pt x="520" y="1207"/>
                </a:lnTo>
                <a:lnTo>
                  <a:pt x="520" y="1206"/>
                </a:lnTo>
                <a:lnTo>
                  <a:pt x="520" y="1205"/>
                </a:lnTo>
                <a:lnTo>
                  <a:pt x="521" y="1205"/>
                </a:lnTo>
                <a:lnTo>
                  <a:pt x="522" y="1204"/>
                </a:lnTo>
                <a:lnTo>
                  <a:pt x="523" y="1203"/>
                </a:lnTo>
                <a:lnTo>
                  <a:pt x="524" y="1203"/>
                </a:lnTo>
                <a:lnTo>
                  <a:pt x="524" y="1202"/>
                </a:lnTo>
                <a:lnTo>
                  <a:pt x="525" y="1202"/>
                </a:lnTo>
                <a:lnTo>
                  <a:pt x="525" y="1203"/>
                </a:lnTo>
                <a:lnTo>
                  <a:pt x="526" y="1203"/>
                </a:lnTo>
                <a:lnTo>
                  <a:pt x="526" y="1204"/>
                </a:lnTo>
                <a:lnTo>
                  <a:pt x="527" y="1204"/>
                </a:lnTo>
                <a:lnTo>
                  <a:pt x="528" y="1203"/>
                </a:lnTo>
                <a:lnTo>
                  <a:pt x="529" y="1202"/>
                </a:lnTo>
                <a:lnTo>
                  <a:pt x="530" y="1201"/>
                </a:lnTo>
                <a:lnTo>
                  <a:pt x="532" y="1200"/>
                </a:lnTo>
                <a:lnTo>
                  <a:pt x="533" y="1199"/>
                </a:lnTo>
                <a:lnTo>
                  <a:pt x="534" y="1199"/>
                </a:lnTo>
                <a:lnTo>
                  <a:pt x="537" y="1198"/>
                </a:lnTo>
                <a:lnTo>
                  <a:pt x="538" y="1198"/>
                </a:lnTo>
                <a:lnTo>
                  <a:pt x="539" y="1198"/>
                </a:lnTo>
                <a:lnTo>
                  <a:pt x="539" y="1199"/>
                </a:lnTo>
                <a:lnTo>
                  <a:pt x="540" y="1200"/>
                </a:lnTo>
                <a:lnTo>
                  <a:pt x="541" y="1200"/>
                </a:lnTo>
                <a:lnTo>
                  <a:pt x="545" y="1200"/>
                </a:lnTo>
                <a:lnTo>
                  <a:pt x="546" y="1199"/>
                </a:lnTo>
                <a:lnTo>
                  <a:pt x="548" y="1199"/>
                </a:lnTo>
                <a:lnTo>
                  <a:pt x="549" y="1198"/>
                </a:lnTo>
                <a:lnTo>
                  <a:pt x="550" y="1198"/>
                </a:lnTo>
                <a:lnTo>
                  <a:pt x="551" y="1197"/>
                </a:lnTo>
                <a:lnTo>
                  <a:pt x="551" y="1196"/>
                </a:lnTo>
                <a:lnTo>
                  <a:pt x="552" y="1195"/>
                </a:lnTo>
                <a:lnTo>
                  <a:pt x="553" y="1194"/>
                </a:lnTo>
                <a:lnTo>
                  <a:pt x="555" y="1194"/>
                </a:lnTo>
                <a:lnTo>
                  <a:pt x="557" y="1194"/>
                </a:lnTo>
                <a:lnTo>
                  <a:pt x="558" y="1194"/>
                </a:lnTo>
                <a:lnTo>
                  <a:pt x="559" y="1194"/>
                </a:lnTo>
                <a:lnTo>
                  <a:pt x="560" y="1193"/>
                </a:lnTo>
                <a:lnTo>
                  <a:pt x="562" y="1193"/>
                </a:lnTo>
                <a:lnTo>
                  <a:pt x="563" y="1193"/>
                </a:lnTo>
                <a:lnTo>
                  <a:pt x="564" y="1193"/>
                </a:lnTo>
                <a:lnTo>
                  <a:pt x="564" y="1194"/>
                </a:lnTo>
                <a:lnTo>
                  <a:pt x="565" y="1194"/>
                </a:lnTo>
                <a:lnTo>
                  <a:pt x="565" y="1193"/>
                </a:lnTo>
                <a:lnTo>
                  <a:pt x="566" y="1193"/>
                </a:lnTo>
                <a:lnTo>
                  <a:pt x="567" y="1191"/>
                </a:lnTo>
                <a:lnTo>
                  <a:pt x="567" y="1190"/>
                </a:lnTo>
                <a:lnTo>
                  <a:pt x="568" y="1190"/>
                </a:lnTo>
                <a:lnTo>
                  <a:pt x="568" y="1189"/>
                </a:lnTo>
                <a:lnTo>
                  <a:pt x="568" y="1188"/>
                </a:lnTo>
                <a:lnTo>
                  <a:pt x="568" y="1187"/>
                </a:lnTo>
                <a:lnTo>
                  <a:pt x="569" y="1187"/>
                </a:lnTo>
                <a:lnTo>
                  <a:pt x="570" y="1186"/>
                </a:lnTo>
                <a:lnTo>
                  <a:pt x="571" y="1186"/>
                </a:lnTo>
                <a:lnTo>
                  <a:pt x="572" y="1185"/>
                </a:lnTo>
                <a:lnTo>
                  <a:pt x="572" y="1184"/>
                </a:lnTo>
                <a:lnTo>
                  <a:pt x="572" y="1183"/>
                </a:lnTo>
                <a:lnTo>
                  <a:pt x="572" y="1182"/>
                </a:lnTo>
                <a:lnTo>
                  <a:pt x="572" y="1181"/>
                </a:lnTo>
                <a:lnTo>
                  <a:pt x="573" y="1180"/>
                </a:lnTo>
                <a:lnTo>
                  <a:pt x="574" y="1180"/>
                </a:lnTo>
                <a:lnTo>
                  <a:pt x="575" y="1180"/>
                </a:lnTo>
                <a:lnTo>
                  <a:pt x="576" y="1179"/>
                </a:lnTo>
                <a:lnTo>
                  <a:pt x="577" y="1179"/>
                </a:lnTo>
                <a:lnTo>
                  <a:pt x="578" y="1178"/>
                </a:lnTo>
                <a:lnTo>
                  <a:pt x="581" y="1178"/>
                </a:lnTo>
                <a:lnTo>
                  <a:pt x="582" y="1179"/>
                </a:lnTo>
                <a:lnTo>
                  <a:pt x="585" y="1179"/>
                </a:lnTo>
                <a:lnTo>
                  <a:pt x="586" y="1178"/>
                </a:lnTo>
                <a:lnTo>
                  <a:pt x="588" y="1178"/>
                </a:lnTo>
                <a:lnTo>
                  <a:pt x="590" y="1178"/>
                </a:lnTo>
                <a:lnTo>
                  <a:pt x="592" y="1178"/>
                </a:lnTo>
                <a:lnTo>
                  <a:pt x="593" y="1178"/>
                </a:lnTo>
                <a:lnTo>
                  <a:pt x="594" y="1178"/>
                </a:lnTo>
                <a:lnTo>
                  <a:pt x="595" y="1179"/>
                </a:lnTo>
                <a:lnTo>
                  <a:pt x="597" y="1179"/>
                </a:lnTo>
                <a:lnTo>
                  <a:pt x="599" y="1179"/>
                </a:lnTo>
                <a:lnTo>
                  <a:pt x="600" y="1179"/>
                </a:lnTo>
                <a:lnTo>
                  <a:pt x="600" y="1178"/>
                </a:lnTo>
                <a:lnTo>
                  <a:pt x="600" y="1177"/>
                </a:lnTo>
                <a:lnTo>
                  <a:pt x="602" y="1175"/>
                </a:lnTo>
                <a:lnTo>
                  <a:pt x="603" y="1174"/>
                </a:lnTo>
                <a:lnTo>
                  <a:pt x="602" y="1174"/>
                </a:lnTo>
                <a:lnTo>
                  <a:pt x="601" y="1173"/>
                </a:lnTo>
                <a:lnTo>
                  <a:pt x="600" y="1173"/>
                </a:lnTo>
                <a:lnTo>
                  <a:pt x="600" y="1172"/>
                </a:lnTo>
                <a:lnTo>
                  <a:pt x="599" y="1170"/>
                </a:lnTo>
                <a:lnTo>
                  <a:pt x="598" y="1168"/>
                </a:lnTo>
                <a:lnTo>
                  <a:pt x="598" y="1167"/>
                </a:lnTo>
                <a:lnTo>
                  <a:pt x="599" y="1167"/>
                </a:lnTo>
                <a:lnTo>
                  <a:pt x="600" y="1167"/>
                </a:lnTo>
                <a:lnTo>
                  <a:pt x="600" y="1166"/>
                </a:lnTo>
                <a:lnTo>
                  <a:pt x="600" y="1163"/>
                </a:lnTo>
                <a:lnTo>
                  <a:pt x="601" y="1162"/>
                </a:lnTo>
                <a:lnTo>
                  <a:pt x="603" y="1162"/>
                </a:lnTo>
                <a:lnTo>
                  <a:pt x="604" y="1162"/>
                </a:lnTo>
                <a:lnTo>
                  <a:pt x="606" y="1161"/>
                </a:lnTo>
                <a:lnTo>
                  <a:pt x="608" y="1160"/>
                </a:lnTo>
                <a:lnTo>
                  <a:pt x="609" y="1160"/>
                </a:lnTo>
                <a:lnTo>
                  <a:pt x="610" y="1160"/>
                </a:lnTo>
                <a:lnTo>
                  <a:pt x="611" y="1159"/>
                </a:lnTo>
                <a:lnTo>
                  <a:pt x="611" y="1158"/>
                </a:lnTo>
                <a:lnTo>
                  <a:pt x="612" y="1157"/>
                </a:lnTo>
                <a:lnTo>
                  <a:pt x="611" y="1156"/>
                </a:lnTo>
                <a:lnTo>
                  <a:pt x="611" y="1155"/>
                </a:lnTo>
                <a:lnTo>
                  <a:pt x="610" y="1154"/>
                </a:lnTo>
                <a:lnTo>
                  <a:pt x="610" y="1153"/>
                </a:lnTo>
                <a:lnTo>
                  <a:pt x="610" y="1152"/>
                </a:lnTo>
                <a:lnTo>
                  <a:pt x="611" y="1151"/>
                </a:lnTo>
                <a:lnTo>
                  <a:pt x="611" y="1150"/>
                </a:lnTo>
                <a:lnTo>
                  <a:pt x="610" y="1150"/>
                </a:lnTo>
                <a:lnTo>
                  <a:pt x="609" y="1149"/>
                </a:lnTo>
                <a:lnTo>
                  <a:pt x="607" y="1148"/>
                </a:lnTo>
                <a:lnTo>
                  <a:pt x="607" y="1147"/>
                </a:lnTo>
                <a:lnTo>
                  <a:pt x="606" y="1146"/>
                </a:lnTo>
                <a:lnTo>
                  <a:pt x="606" y="1145"/>
                </a:lnTo>
                <a:lnTo>
                  <a:pt x="606" y="1143"/>
                </a:lnTo>
                <a:lnTo>
                  <a:pt x="606" y="1141"/>
                </a:lnTo>
                <a:lnTo>
                  <a:pt x="604" y="1140"/>
                </a:lnTo>
                <a:lnTo>
                  <a:pt x="604" y="1139"/>
                </a:lnTo>
                <a:lnTo>
                  <a:pt x="604" y="1138"/>
                </a:lnTo>
                <a:lnTo>
                  <a:pt x="604" y="1136"/>
                </a:lnTo>
                <a:lnTo>
                  <a:pt x="604" y="1135"/>
                </a:lnTo>
                <a:lnTo>
                  <a:pt x="605" y="1134"/>
                </a:lnTo>
                <a:lnTo>
                  <a:pt x="607" y="1133"/>
                </a:lnTo>
                <a:lnTo>
                  <a:pt x="610" y="1131"/>
                </a:lnTo>
                <a:lnTo>
                  <a:pt x="611" y="1131"/>
                </a:lnTo>
                <a:lnTo>
                  <a:pt x="610" y="1130"/>
                </a:lnTo>
                <a:lnTo>
                  <a:pt x="609" y="1131"/>
                </a:lnTo>
                <a:lnTo>
                  <a:pt x="608" y="1130"/>
                </a:lnTo>
                <a:lnTo>
                  <a:pt x="607" y="1129"/>
                </a:lnTo>
                <a:lnTo>
                  <a:pt x="606" y="1129"/>
                </a:lnTo>
                <a:lnTo>
                  <a:pt x="606" y="1128"/>
                </a:lnTo>
                <a:lnTo>
                  <a:pt x="605" y="1128"/>
                </a:lnTo>
                <a:lnTo>
                  <a:pt x="605" y="1127"/>
                </a:lnTo>
                <a:lnTo>
                  <a:pt x="604" y="1127"/>
                </a:lnTo>
                <a:lnTo>
                  <a:pt x="604" y="1126"/>
                </a:lnTo>
                <a:lnTo>
                  <a:pt x="603" y="1124"/>
                </a:lnTo>
                <a:lnTo>
                  <a:pt x="602" y="1123"/>
                </a:lnTo>
                <a:lnTo>
                  <a:pt x="602" y="1122"/>
                </a:lnTo>
                <a:lnTo>
                  <a:pt x="600" y="1120"/>
                </a:lnTo>
                <a:lnTo>
                  <a:pt x="600" y="1119"/>
                </a:lnTo>
                <a:lnTo>
                  <a:pt x="600" y="1118"/>
                </a:lnTo>
                <a:lnTo>
                  <a:pt x="601" y="1117"/>
                </a:lnTo>
                <a:lnTo>
                  <a:pt x="601" y="1116"/>
                </a:lnTo>
                <a:lnTo>
                  <a:pt x="601" y="1115"/>
                </a:lnTo>
                <a:lnTo>
                  <a:pt x="601" y="1114"/>
                </a:lnTo>
                <a:lnTo>
                  <a:pt x="602" y="1114"/>
                </a:lnTo>
                <a:lnTo>
                  <a:pt x="604" y="1113"/>
                </a:lnTo>
                <a:lnTo>
                  <a:pt x="606" y="1112"/>
                </a:lnTo>
                <a:lnTo>
                  <a:pt x="605" y="1110"/>
                </a:lnTo>
                <a:lnTo>
                  <a:pt x="609" y="1103"/>
                </a:lnTo>
                <a:lnTo>
                  <a:pt x="609" y="1099"/>
                </a:lnTo>
                <a:lnTo>
                  <a:pt x="610" y="1097"/>
                </a:lnTo>
                <a:lnTo>
                  <a:pt x="611" y="1097"/>
                </a:lnTo>
                <a:lnTo>
                  <a:pt x="611" y="1098"/>
                </a:lnTo>
                <a:lnTo>
                  <a:pt x="612" y="1098"/>
                </a:lnTo>
                <a:lnTo>
                  <a:pt x="613" y="1097"/>
                </a:lnTo>
                <a:lnTo>
                  <a:pt x="614" y="1097"/>
                </a:lnTo>
                <a:lnTo>
                  <a:pt x="615" y="1097"/>
                </a:lnTo>
                <a:lnTo>
                  <a:pt x="615" y="1098"/>
                </a:lnTo>
                <a:lnTo>
                  <a:pt x="616" y="1098"/>
                </a:lnTo>
                <a:lnTo>
                  <a:pt x="617" y="1098"/>
                </a:lnTo>
                <a:lnTo>
                  <a:pt x="618" y="1098"/>
                </a:lnTo>
                <a:lnTo>
                  <a:pt x="619" y="1098"/>
                </a:lnTo>
                <a:lnTo>
                  <a:pt x="620" y="1097"/>
                </a:lnTo>
                <a:lnTo>
                  <a:pt x="621" y="1097"/>
                </a:lnTo>
                <a:lnTo>
                  <a:pt x="621" y="1098"/>
                </a:lnTo>
                <a:lnTo>
                  <a:pt x="622" y="1098"/>
                </a:lnTo>
                <a:lnTo>
                  <a:pt x="622" y="1097"/>
                </a:lnTo>
                <a:lnTo>
                  <a:pt x="623" y="1097"/>
                </a:lnTo>
                <a:lnTo>
                  <a:pt x="623" y="1096"/>
                </a:lnTo>
                <a:lnTo>
                  <a:pt x="625" y="1095"/>
                </a:lnTo>
                <a:lnTo>
                  <a:pt x="626" y="1095"/>
                </a:lnTo>
                <a:lnTo>
                  <a:pt x="627" y="1095"/>
                </a:lnTo>
                <a:lnTo>
                  <a:pt x="628" y="1094"/>
                </a:lnTo>
                <a:lnTo>
                  <a:pt x="629" y="1094"/>
                </a:lnTo>
                <a:lnTo>
                  <a:pt x="630" y="1094"/>
                </a:lnTo>
                <a:lnTo>
                  <a:pt x="630" y="1093"/>
                </a:lnTo>
                <a:lnTo>
                  <a:pt x="631" y="1093"/>
                </a:lnTo>
                <a:lnTo>
                  <a:pt x="632" y="1093"/>
                </a:lnTo>
                <a:lnTo>
                  <a:pt x="633" y="1093"/>
                </a:lnTo>
                <a:lnTo>
                  <a:pt x="634" y="1093"/>
                </a:lnTo>
                <a:lnTo>
                  <a:pt x="635" y="1093"/>
                </a:lnTo>
                <a:lnTo>
                  <a:pt x="635" y="1092"/>
                </a:lnTo>
                <a:lnTo>
                  <a:pt x="636" y="1092"/>
                </a:lnTo>
                <a:lnTo>
                  <a:pt x="637" y="1092"/>
                </a:lnTo>
                <a:lnTo>
                  <a:pt x="638" y="1092"/>
                </a:lnTo>
                <a:lnTo>
                  <a:pt x="639" y="1092"/>
                </a:lnTo>
                <a:lnTo>
                  <a:pt x="639" y="1091"/>
                </a:lnTo>
                <a:lnTo>
                  <a:pt x="639" y="1090"/>
                </a:lnTo>
                <a:lnTo>
                  <a:pt x="638" y="1089"/>
                </a:lnTo>
                <a:lnTo>
                  <a:pt x="637" y="1088"/>
                </a:lnTo>
                <a:lnTo>
                  <a:pt x="636" y="1088"/>
                </a:lnTo>
                <a:lnTo>
                  <a:pt x="635" y="1087"/>
                </a:lnTo>
                <a:lnTo>
                  <a:pt x="634" y="1087"/>
                </a:lnTo>
                <a:lnTo>
                  <a:pt x="633" y="1087"/>
                </a:lnTo>
                <a:lnTo>
                  <a:pt x="632" y="1087"/>
                </a:lnTo>
                <a:lnTo>
                  <a:pt x="631" y="1087"/>
                </a:lnTo>
                <a:lnTo>
                  <a:pt x="630" y="1086"/>
                </a:lnTo>
                <a:lnTo>
                  <a:pt x="629" y="1086"/>
                </a:lnTo>
                <a:lnTo>
                  <a:pt x="628" y="1086"/>
                </a:lnTo>
                <a:lnTo>
                  <a:pt x="626" y="1085"/>
                </a:lnTo>
                <a:lnTo>
                  <a:pt x="626" y="1084"/>
                </a:lnTo>
                <a:lnTo>
                  <a:pt x="625" y="1084"/>
                </a:lnTo>
                <a:lnTo>
                  <a:pt x="624" y="1083"/>
                </a:lnTo>
                <a:lnTo>
                  <a:pt x="623" y="1082"/>
                </a:lnTo>
                <a:lnTo>
                  <a:pt x="622" y="1082"/>
                </a:lnTo>
                <a:lnTo>
                  <a:pt x="621" y="1081"/>
                </a:lnTo>
                <a:lnTo>
                  <a:pt x="621" y="1080"/>
                </a:lnTo>
                <a:lnTo>
                  <a:pt x="620" y="1080"/>
                </a:lnTo>
                <a:lnTo>
                  <a:pt x="620" y="1079"/>
                </a:lnTo>
                <a:lnTo>
                  <a:pt x="619" y="1079"/>
                </a:lnTo>
                <a:lnTo>
                  <a:pt x="619" y="1078"/>
                </a:lnTo>
                <a:lnTo>
                  <a:pt x="619" y="1077"/>
                </a:lnTo>
                <a:lnTo>
                  <a:pt x="620" y="1077"/>
                </a:lnTo>
                <a:lnTo>
                  <a:pt x="621" y="1076"/>
                </a:lnTo>
                <a:lnTo>
                  <a:pt x="623" y="1075"/>
                </a:lnTo>
                <a:lnTo>
                  <a:pt x="624" y="1074"/>
                </a:lnTo>
                <a:lnTo>
                  <a:pt x="627" y="1074"/>
                </a:lnTo>
                <a:lnTo>
                  <a:pt x="629" y="1073"/>
                </a:lnTo>
                <a:lnTo>
                  <a:pt x="631" y="1072"/>
                </a:lnTo>
                <a:lnTo>
                  <a:pt x="633" y="1071"/>
                </a:lnTo>
                <a:lnTo>
                  <a:pt x="634" y="1071"/>
                </a:lnTo>
                <a:lnTo>
                  <a:pt x="635" y="1070"/>
                </a:lnTo>
                <a:lnTo>
                  <a:pt x="637" y="1069"/>
                </a:lnTo>
                <a:lnTo>
                  <a:pt x="637" y="1068"/>
                </a:lnTo>
                <a:lnTo>
                  <a:pt x="638" y="1067"/>
                </a:lnTo>
                <a:lnTo>
                  <a:pt x="639" y="1067"/>
                </a:lnTo>
                <a:lnTo>
                  <a:pt x="640" y="1067"/>
                </a:lnTo>
                <a:lnTo>
                  <a:pt x="641" y="1066"/>
                </a:lnTo>
                <a:lnTo>
                  <a:pt x="642" y="1066"/>
                </a:lnTo>
                <a:lnTo>
                  <a:pt x="644" y="1066"/>
                </a:lnTo>
                <a:lnTo>
                  <a:pt x="645" y="1066"/>
                </a:lnTo>
                <a:lnTo>
                  <a:pt x="646" y="1066"/>
                </a:lnTo>
                <a:lnTo>
                  <a:pt x="648" y="1066"/>
                </a:lnTo>
                <a:lnTo>
                  <a:pt x="649" y="1066"/>
                </a:lnTo>
                <a:lnTo>
                  <a:pt x="650" y="1067"/>
                </a:lnTo>
                <a:lnTo>
                  <a:pt x="651" y="1067"/>
                </a:lnTo>
                <a:lnTo>
                  <a:pt x="652" y="1066"/>
                </a:lnTo>
                <a:lnTo>
                  <a:pt x="653" y="1066"/>
                </a:lnTo>
                <a:lnTo>
                  <a:pt x="654" y="1066"/>
                </a:lnTo>
                <a:lnTo>
                  <a:pt x="655" y="1066"/>
                </a:lnTo>
                <a:lnTo>
                  <a:pt x="655" y="1067"/>
                </a:lnTo>
                <a:lnTo>
                  <a:pt x="656" y="1067"/>
                </a:lnTo>
                <a:lnTo>
                  <a:pt x="657" y="1066"/>
                </a:lnTo>
                <a:lnTo>
                  <a:pt x="657" y="1065"/>
                </a:lnTo>
                <a:lnTo>
                  <a:pt x="657" y="1064"/>
                </a:lnTo>
                <a:lnTo>
                  <a:pt x="657" y="1063"/>
                </a:lnTo>
                <a:lnTo>
                  <a:pt x="658" y="1063"/>
                </a:lnTo>
                <a:lnTo>
                  <a:pt x="657" y="1062"/>
                </a:lnTo>
                <a:lnTo>
                  <a:pt x="657" y="1061"/>
                </a:lnTo>
                <a:lnTo>
                  <a:pt x="656" y="1060"/>
                </a:lnTo>
                <a:lnTo>
                  <a:pt x="656" y="1059"/>
                </a:lnTo>
                <a:lnTo>
                  <a:pt x="656" y="1056"/>
                </a:lnTo>
                <a:lnTo>
                  <a:pt x="656" y="1055"/>
                </a:lnTo>
                <a:lnTo>
                  <a:pt x="655" y="1055"/>
                </a:lnTo>
                <a:lnTo>
                  <a:pt x="655" y="1054"/>
                </a:lnTo>
                <a:lnTo>
                  <a:pt x="654" y="1053"/>
                </a:lnTo>
                <a:lnTo>
                  <a:pt x="655" y="1052"/>
                </a:lnTo>
                <a:lnTo>
                  <a:pt x="655" y="1051"/>
                </a:lnTo>
                <a:lnTo>
                  <a:pt x="655" y="1050"/>
                </a:lnTo>
                <a:lnTo>
                  <a:pt x="655" y="1049"/>
                </a:lnTo>
                <a:lnTo>
                  <a:pt x="654" y="1048"/>
                </a:lnTo>
                <a:lnTo>
                  <a:pt x="652" y="1049"/>
                </a:lnTo>
                <a:lnTo>
                  <a:pt x="650" y="1049"/>
                </a:lnTo>
                <a:lnTo>
                  <a:pt x="649" y="1048"/>
                </a:lnTo>
                <a:lnTo>
                  <a:pt x="648" y="1048"/>
                </a:lnTo>
                <a:lnTo>
                  <a:pt x="647" y="1047"/>
                </a:lnTo>
                <a:lnTo>
                  <a:pt x="648" y="1045"/>
                </a:lnTo>
                <a:lnTo>
                  <a:pt x="649" y="1044"/>
                </a:lnTo>
                <a:lnTo>
                  <a:pt x="650" y="1042"/>
                </a:lnTo>
                <a:lnTo>
                  <a:pt x="651" y="1042"/>
                </a:lnTo>
                <a:lnTo>
                  <a:pt x="651" y="1041"/>
                </a:lnTo>
                <a:lnTo>
                  <a:pt x="652" y="1040"/>
                </a:lnTo>
                <a:lnTo>
                  <a:pt x="652" y="1039"/>
                </a:lnTo>
                <a:lnTo>
                  <a:pt x="652" y="1037"/>
                </a:lnTo>
                <a:lnTo>
                  <a:pt x="652" y="1036"/>
                </a:lnTo>
                <a:lnTo>
                  <a:pt x="653" y="1035"/>
                </a:lnTo>
                <a:lnTo>
                  <a:pt x="654" y="1035"/>
                </a:lnTo>
                <a:lnTo>
                  <a:pt x="653" y="1030"/>
                </a:lnTo>
                <a:lnTo>
                  <a:pt x="647" y="1021"/>
                </a:lnTo>
                <a:lnTo>
                  <a:pt x="641" y="1010"/>
                </a:lnTo>
                <a:lnTo>
                  <a:pt x="632" y="997"/>
                </a:lnTo>
                <a:lnTo>
                  <a:pt x="632" y="996"/>
                </a:lnTo>
                <a:lnTo>
                  <a:pt x="632" y="995"/>
                </a:lnTo>
                <a:lnTo>
                  <a:pt x="632" y="994"/>
                </a:lnTo>
                <a:lnTo>
                  <a:pt x="632" y="993"/>
                </a:lnTo>
                <a:lnTo>
                  <a:pt x="632" y="992"/>
                </a:lnTo>
                <a:lnTo>
                  <a:pt x="631" y="992"/>
                </a:lnTo>
                <a:lnTo>
                  <a:pt x="631" y="991"/>
                </a:lnTo>
                <a:lnTo>
                  <a:pt x="631" y="989"/>
                </a:lnTo>
                <a:lnTo>
                  <a:pt x="631" y="988"/>
                </a:lnTo>
                <a:lnTo>
                  <a:pt x="630" y="988"/>
                </a:lnTo>
                <a:lnTo>
                  <a:pt x="630" y="987"/>
                </a:lnTo>
                <a:lnTo>
                  <a:pt x="629" y="986"/>
                </a:lnTo>
                <a:lnTo>
                  <a:pt x="629" y="985"/>
                </a:lnTo>
                <a:lnTo>
                  <a:pt x="628" y="984"/>
                </a:lnTo>
                <a:lnTo>
                  <a:pt x="629" y="984"/>
                </a:lnTo>
                <a:lnTo>
                  <a:pt x="629" y="983"/>
                </a:lnTo>
                <a:lnTo>
                  <a:pt x="629" y="982"/>
                </a:lnTo>
                <a:lnTo>
                  <a:pt x="628" y="982"/>
                </a:lnTo>
                <a:lnTo>
                  <a:pt x="627" y="982"/>
                </a:lnTo>
                <a:lnTo>
                  <a:pt x="627" y="981"/>
                </a:lnTo>
                <a:lnTo>
                  <a:pt x="627" y="980"/>
                </a:lnTo>
                <a:lnTo>
                  <a:pt x="627" y="979"/>
                </a:lnTo>
                <a:lnTo>
                  <a:pt x="626" y="978"/>
                </a:lnTo>
                <a:lnTo>
                  <a:pt x="626" y="977"/>
                </a:lnTo>
                <a:lnTo>
                  <a:pt x="627" y="975"/>
                </a:lnTo>
                <a:lnTo>
                  <a:pt x="626" y="975"/>
                </a:lnTo>
                <a:lnTo>
                  <a:pt x="626" y="974"/>
                </a:lnTo>
                <a:lnTo>
                  <a:pt x="626" y="973"/>
                </a:lnTo>
                <a:lnTo>
                  <a:pt x="626" y="972"/>
                </a:lnTo>
                <a:lnTo>
                  <a:pt x="626" y="971"/>
                </a:lnTo>
                <a:lnTo>
                  <a:pt x="625" y="970"/>
                </a:lnTo>
                <a:lnTo>
                  <a:pt x="625" y="969"/>
                </a:lnTo>
                <a:lnTo>
                  <a:pt x="623" y="968"/>
                </a:lnTo>
                <a:lnTo>
                  <a:pt x="622" y="968"/>
                </a:lnTo>
                <a:lnTo>
                  <a:pt x="621" y="967"/>
                </a:lnTo>
                <a:lnTo>
                  <a:pt x="621" y="966"/>
                </a:lnTo>
                <a:lnTo>
                  <a:pt x="621" y="965"/>
                </a:lnTo>
                <a:lnTo>
                  <a:pt x="622" y="965"/>
                </a:lnTo>
                <a:lnTo>
                  <a:pt x="622" y="964"/>
                </a:lnTo>
                <a:lnTo>
                  <a:pt x="622" y="962"/>
                </a:lnTo>
                <a:lnTo>
                  <a:pt x="621" y="958"/>
                </a:lnTo>
                <a:lnTo>
                  <a:pt x="622" y="957"/>
                </a:lnTo>
                <a:lnTo>
                  <a:pt x="622" y="955"/>
                </a:lnTo>
                <a:lnTo>
                  <a:pt x="622" y="954"/>
                </a:lnTo>
                <a:lnTo>
                  <a:pt x="622" y="951"/>
                </a:lnTo>
                <a:lnTo>
                  <a:pt x="622" y="949"/>
                </a:lnTo>
                <a:lnTo>
                  <a:pt x="622" y="948"/>
                </a:lnTo>
                <a:lnTo>
                  <a:pt x="621" y="947"/>
                </a:lnTo>
                <a:lnTo>
                  <a:pt x="621" y="946"/>
                </a:lnTo>
                <a:lnTo>
                  <a:pt x="620" y="943"/>
                </a:lnTo>
                <a:lnTo>
                  <a:pt x="620" y="940"/>
                </a:lnTo>
                <a:lnTo>
                  <a:pt x="620" y="938"/>
                </a:lnTo>
                <a:lnTo>
                  <a:pt x="619" y="936"/>
                </a:lnTo>
                <a:lnTo>
                  <a:pt x="618" y="933"/>
                </a:lnTo>
                <a:lnTo>
                  <a:pt x="617" y="931"/>
                </a:lnTo>
                <a:lnTo>
                  <a:pt x="617" y="929"/>
                </a:lnTo>
                <a:lnTo>
                  <a:pt x="617" y="928"/>
                </a:lnTo>
                <a:lnTo>
                  <a:pt x="618" y="927"/>
                </a:lnTo>
                <a:lnTo>
                  <a:pt x="619" y="926"/>
                </a:lnTo>
                <a:lnTo>
                  <a:pt x="619" y="924"/>
                </a:lnTo>
                <a:lnTo>
                  <a:pt x="620" y="922"/>
                </a:lnTo>
                <a:lnTo>
                  <a:pt x="620" y="921"/>
                </a:lnTo>
                <a:lnTo>
                  <a:pt x="621" y="919"/>
                </a:lnTo>
                <a:lnTo>
                  <a:pt x="621" y="917"/>
                </a:lnTo>
                <a:lnTo>
                  <a:pt x="622" y="916"/>
                </a:lnTo>
                <a:lnTo>
                  <a:pt x="622" y="915"/>
                </a:lnTo>
                <a:lnTo>
                  <a:pt x="622" y="914"/>
                </a:lnTo>
                <a:lnTo>
                  <a:pt x="621" y="913"/>
                </a:lnTo>
                <a:lnTo>
                  <a:pt x="619" y="911"/>
                </a:lnTo>
                <a:lnTo>
                  <a:pt x="617" y="908"/>
                </a:lnTo>
                <a:lnTo>
                  <a:pt x="616" y="908"/>
                </a:lnTo>
                <a:lnTo>
                  <a:pt x="615" y="907"/>
                </a:lnTo>
                <a:lnTo>
                  <a:pt x="613" y="906"/>
                </a:lnTo>
                <a:lnTo>
                  <a:pt x="611" y="905"/>
                </a:lnTo>
                <a:lnTo>
                  <a:pt x="610" y="905"/>
                </a:lnTo>
                <a:lnTo>
                  <a:pt x="607" y="904"/>
                </a:lnTo>
                <a:lnTo>
                  <a:pt x="606" y="903"/>
                </a:lnTo>
                <a:lnTo>
                  <a:pt x="605" y="903"/>
                </a:lnTo>
                <a:lnTo>
                  <a:pt x="604" y="901"/>
                </a:lnTo>
                <a:lnTo>
                  <a:pt x="604" y="900"/>
                </a:lnTo>
                <a:lnTo>
                  <a:pt x="603" y="899"/>
                </a:lnTo>
                <a:lnTo>
                  <a:pt x="603" y="898"/>
                </a:lnTo>
                <a:lnTo>
                  <a:pt x="602" y="897"/>
                </a:lnTo>
                <a:lnTo>
                  <a:pt x="602" y="896"/>
                </a:lnTo>
                <a:lnTo>
                  <a:pt x="602" y="895"/>
                </a:lnTo>
                <a:lnTo>
                  <a:pt x="602" y="894"/>
                </a:lnTo>
                <a:lnTo>
                  <a:pt x="602" y="893"/>
                </a:lnTo>
                <a:lnTo>
                  <a:pt x="601" y="892"/>
                </a:lnTo>
                <a:lnTo>
                  <a:pt x="600" y="892"/>
                </a:lnTo>
                <a:lnTo>
                  <a:pt x="599" y="892"/>
                </a:lnTo>
                <a:lnTo>
                  <a:pt x="599" y="893"/>
                </a:lnTo>
                <a:lnTo>
                  <a:pt x="598" y="894"/>
                </a:lnTo>
                <a:lnTo>
                  <a:pt x="596" y="895"/>
                </a:lnTo>
                <a:lnTo>
                  <a:pt x="595" y="895"/>
                </a:lnTo>
                <a:lnTo>
                  <a:pt x="594" y="895"/>
                </a:lnTo>
                <a:lnTo>
                  <a:pt x="591" y="895"/>
                </a:lnTo>
                <a:lnTo>
                  <a:pt x="589" y="896"/>
                </a:lnTo>
                <a:lnTo>
                  <a:pt x="588" y="896"/>
                </a:lnTo>
                <a:lnTo>
                  <a:pt x="587" y="896"/>
                </a:lnTo>
                <a:lnTo>
                  <a:pt x="586" y="897"/>
                </a:lnTo>
                <a:lnTo>
                  <a:pt x="585" y="897"/>
                </a:lnTo>
                <a:lnTo>
                  <a:pt x="585" y="896"/>
                </a:lnTo>
                <a:lnTo>
                  <a:pt x="585" y="895"/>
                </a:lnTo>
                <a:lnTo>
                  <a:pt x="585" y="894"/>
                </a:lnTo>
                <a:lnTo>
                  <a:pt x="584" y="893"/>
                </a:lnTo>
                <a:lnTo>
                  <a:pt x="583" y="892"/>
                </a:lnTo>
                <a:lnTo>
                  <a:pt x="581" y="891"/>
                </a:lnTo>
                <a:lnTo>
                  <a:pt x="581" y="890"/>
                </a:lnTo>
                <a:lnTo>
                  <a:pt x="581" y="889"/>
                </a:lnTo>
                <a:lnTo>
                  <a:pt x="582" y="889"/>
                </a:lnTo>
                <a:lnTo>
                  <a:pt x="582" y="888"/>
                </a:lnTo>
                <a:lnTo>
                  <a:pt x="581" y="887"/>
                </a:lnTo>
                <a:lnTo>
                  <a:pt x="579" y="887"/>
                </a:lnTo>
                <a:lnTo>
                  <a:pt x="578" y="886"/>
                </a:lnTo>
                <a:lnTo>
                  <a:pt x="576" y="886"/>
                </a:lnTo>
                <a:lnTo>
                  <a:pt x="575" y="886"/>
                </a:lnTo>
                <a:lnTo>
                  <a:pt x="575" y="885"/>
                </a:lnTo>
                <a:lnTo>
                  <a:pt x="576" y="885"/>
                </a:lnTo>
                <a:lnTo>
                  <a:pt x="576" y="884"/>
                </a:lnTo>
                <a:lnTo>
                  <a:pt x="577" y="884"/>
                </a:lnTo>
                <a:lnTo>
                  <a:pt x="579" y="883"/>
                </a:lnTo>
                <a:lnTo>
                  <a:pt x="580" y="883"/>
                </a:lnTo>
                <a:lnTo>
                  <a:pt x="580" y="882"/>
                </a:lnTo>
                <a:lnTo>
                  <a:pt x="581" y="881"/>
                </a:lnTo>
                <a:lnTo>
                  <a:pt x="581" y="880"/>
                </a:lnTo>
                <a:lnTo>
                  <a:pt x="582" y="879"/>
                </a:lnTo>
                <a:lnTo>
                  <a:pt x="584" y="879"/>
                </a:lnTo>
                <a:lnTo>
                  <a:pt x="585" y="878"/>
                </a:lnTo>
                <a:lnTo>
                  <a:pt x="586" y="878"/>
                </a:lnTo>
                <a:lnTo>
                  <a:pt x="587" y="877"/>
                </a:lnTo>
                <a:lnTo>
                  <a:pt x="588" y="876"/>
                </a:lnTo>
                <a:lnTo>
                  <a:pt x="590" y="875"/>
                </a:lnTo>
                <a:lnTo>
                  <a:pt x="590" y="874"/>
                </a:lnTo>
                <a:lnTo>
                  <a:pt x="591" y="873"/>
                </a:lnTo>
                <a:lnTo>
                  <a:pt x="592" y="872"/>
                </a:lnTo>
                <a:lnTo>
                  <a:pt x="593" y="872"/>
                </a:lnTo>
                <a:lnTo>
                  <a:pt x="594" y="871"/>
                </a:lnTo>
                <a:lnTo>
                  <a:pt x="595" y="870"/>
                </a:lnTo>
                <a:lnTo>
                  <a:pt x="596" y="871"/>
                </a:lnTo>
                <a:lnTo>
                  <a:pt x="597" y="871"/>
                </a:lnTo>
                <a:lnTo>
                  <a:pt x="598" y="871"/>
                </a:lnTo>
                <a:lnTo>
                  <a:pt x="598" y="870"/>
                </a:lnTo>
                <a:lnTo>
                  <a:pt x="599" y="870"/>
                </a:lnTo>
                <a:lnTo>
                  <a:pt x="600" y="870"/>
                </a:lnTo>
                <a:lnTo>
                  <a:pt x="603" y="873"/>
                </a:lnTo>
                <a:lnTo>
                  <a:pt x="604" y="873"/>
                </a:lnTo>
                <a:lnTo>
                  <a:pt x="606" y="873"/>
                </a:lnTo>
                <a:lnTo>
                  <a:pt x="608" y="872"/>
                </a:lnTo>
                <a:lnTo>
                  <a:pt x="609" y="871"/>
                </a:lnTo>
                <a:lnTo>
                  <a:pt x="610" y="870"/>
                </a:lnTo>
                <a:lnTo>
                  <a:pt x="611" y="869"/>
                </a:lnTo>
                <a:lnTo>
                  <a:pt x="612" y="869"/>
                </a:lnTo>
                <a:lnTo>
                  <a:pt x="614" y="868"/>
                </a:lnTo>
                <a:lnTo>
                  <a:pt x="615" y="869"/>
                </a:lnTo>
                <a:lnTo>
                  <a:pt x="616" y="870"/>
                </a:lnTo>
                <a:lnTo>
                  <a:pt x="616" y="871"/>
                </a:lnTo>
                <a:lnTo>
                  <a:pt x="617" y="871"/>
                </a:lnTo>
                <a:lnTo>
                  <a:pt x="619" y="871"/>
                </a:lnTo>
                <a:lnTo>
                  <a:pt x="621" y="871"/>
                </a:lnTo>
                <a:lnTo>
                  <a:pt x="622" y="870"/>
                </a:lnTo>
                <a:lnTo>
                  <a:pt x="624" y="869"/>
                </a:lnTo>
                <a:lnTo>
                  <a:pt x="625" y="868"/>
                </a:lnTo>
                <a:lnTo>
                  <a:pt x="625" y="867"/>
                </a:lnTo>
                <a:lnTo>
                  <a:pt x="625" y="866"/>
                </a:lnTo>
                <a:lnTo>
                  <a:pt x="626" y="866"/>
                </a:lnTo>
                <a:lnTo>
                  <a:pt x="627" y="864"/>
                </a:lnTo>
                <a:lnTo>
                  <a:pt x="629" y="863"/>
                </a:lnTo>
                <a:lnTo>
                  <a:pt x="630" y="863"/>
                </a:lnTo>
                <a:lnTo>
                  <a:pt x="631" y="864"/>
                </a:lnTo>
                <a:lnTo>
                  <a:pt x="632" y="864"/>
                </a:lnTo>
                <a:lnTo>
                  <a:pt x="633" y="865"/>
                </a:lnTo>
                <a:lnTo>
                  <a:pt x="635" y="864"/>
                </a:lnTo>
                <a:lnTo>
                  <a:pt x="637" y="864"/>
                </a:lnTo>
                <a:lnTo>
                  <a:pt x="638" y="865"/>
                </a:lnTo>
                <a:lnTo>
                  <a:pt x="639" y="865"/>
                </a:lnTo>
                <a:lnTo>
                  <a:pt x="640" y="865"/>
                </a:lnTo>
                <a:lnTo>
                  <a:pt x="642" y="864"/>
                </a:lnTo>
                <a:lnTo>
                  <a:pt x="644" y="863"/>
                </a:lnTo>
                <a:lnTo>
                  <a:pt x="647" y="862"/>
                </a:lnTo>
                <a:lnTo>
                  <a:pt x="648" y="862"/>
                </a:lnTo>
                <a:lnTo>
                  <a:pt x="650" y="861"/>
                </a:lnTo>
                <a:lnTo>
                  <a:pt x="651" y="860"/>
                </a:lnTo>
                <a:lnTo>
                  <a:pt x="651" y="859"/>
                </a:lnTo>
                <a:lnTo>
                  <a:pt x="650" y="859"/>
                </a:lnTo>
                <a:lnTo>
                  <a:pt x="650" y="858"/>
                </a:lnTo>
                <a:lnTo>
                  <a:pt x="651" y="858"/>
                </a:lnTo>
                <a:lnTo>
                  <a:pt x="652" y="858"/>
                </a:lnTo>
                <a:lnTo>
                  <a:pt x="653" y="859"/>
                </a:lnTo>
                <a:lnTo>
                  <a:pt x="653" y="860"/>
                </a:lnTo>
                <a:lnTo>
                  <a:pt x="654" y="860"/>
                </a:lnTo>
                <a:lnTo>
                  <a:pt x="655" y="860"/>
                </a:lnTo>
                <a:lnTo>
                  <a:pt x="658" y="860"/>
                </a:lnTo>
                <a:lnTo>
                  <a:pt x="659" y="860"/>
                </a:lnTo>
                <a:lnTo>
                  <a:pt x="660" y="861"/>
                </a:lnTo>
                <a:lnTo>
                  <a:pt x="661" y="861"/>
                </a:lnTo>
                <a:lnTo>
                  <a:pt x="662" y="862"/>
                </a:lnTo>
                <a:lnTo>
                  <a:pt x="662" y="863"/>
                </a:lnTo>
                <a:lnTo>
                  <a:pt x="666" y="863"/>
                </a:lnTo>
                <a:lnTo>
                  <a:pt x="668" y="862"/>
                </a:lnTo>
                <a:lnTo>
                  <a:pt x="669" y="860"/>
                </a:lnTo>
                <a:lnTo>
                  <a:pt x="670" y="859"/>
                </a:lnTo>
                <a:lnTo>
                  <a:pt x="672" y="859"/>
                </a:lnTo>
                <a:lnTo>
                  <a:pt x="673" y="859"/>
                </a:lnTo>
                <a:lnTo>
                  <a:pt x="674" y="859"/>
                </a:lnTo>
                <a:lnTo>
                  <a:pt x="675" y="859"/>
                </a:lnTo>
                <a:lnTo>
                  <a:pt x="678" y="859"/>
                </a:lnTo>
                <a:lnTo>
                  <a:pt x="680" y="858"/>
                </a:lnTo>
                <a:lnTo>
                  <a:pt x="681" y="858"/>
                </a:lnTo>
                <a:lnTo>
                  <a:pt x="683" y="857"/>
                </a:lnTo>
                <a:lnTo>
                  <a:pt x="683" y="856"/>
                </a:lnTo>
                <a:lnTo>
                  <a:pt x="685" y="855"/>
                </a:lnTo>
                <a:lnTo>
                  <a:pt x="685" y="854"/>
                </a:lnTo>
                <a:lnTo>
                  <a:pt x="685" y="853"/>
                </a:lnTo>
                <a:lnTo>
                  <a:pt x="686" y="853"/>
                </a:lnTo>
                <a:lnTo>
                  <a:pt x="687" y="853"/>
                </a:lnTo>
                <a:lnTo>
                  <a:pt x="689" y="854"/>
                </a:lnTo>
                <a:lnTo>
                  <a:pt x="690" y="854"/>
                </a:lnTo>
                <a:lnTo>
                  <a:pt x="690" y="855"/>
                </a:lnTo>
                <a:lnTo>
                  <a:pt x="690" y="854"/>
                </a:lnTo>
                <a:lnTo>
                  <a:pt x="691" y="854"/>
                </a:lnTo>
                <a:lnTo>
                  <a:pt x="691" y="853"/>
                </a:lnTo>
                <a:lnTo>
                  <a:pt x="691" y="852"/>
                </a:lnTo>
                <a:lnTo>
                  <a:pt x="692" y="852"/>
                </a:lnTo>
                <a:lnTo>
                  <a:pt x="694" y="852"/>
                </a:lnTo>
                <a:lnTo>
                  <a:pt x="695" y="852"/>
                </a:lnTo>
                <a:lnTo>
                  <a:pt x="696" y="851"/>
                </a:lnTo>
                <a:lnTo>
                  <a:pt x="697" y="851"/>
                </a:lnTo>
                <a:lnTo>
                  <a:pt x="698" y="851"/>
                </a:lnTo>
                <a:lnTo>
                  <a:pt x="699" y="852"/>
                </a:lnTo>
                <a:lnTo>
                  <a:pt x="700" y="852"/>
                </a:lnTo>
                <a:lnTo>
                  <a:pt x="701" y="851"/>
                </a:lnTo>
                <a:lnTo>
                  <a:pt x="703" y="850"/>
                </a:lnTo>
                <a:lnTo>
                  <a:pt x="705" y="849"/>
                </a:lnTo>
                <a:lnTo>
                  <a:pt x="706" y="849"/>
                </a:lnTo>
                <a:lnTo>
                  <a:pt x="708" y="849"/>
                </a:lnTo>
                <a:lnTo>
                  <a:pt x="709" y="850"/>
                </a:lnTo>
                <a:lnTo>
                  <a:pt x="710" y="850"/>
                </a:lnTo>
                <a:lnTo>
                  <a:pt x="710" y="849"/>
                </a:lnTo>
                <a:lnTo>
                  <a:pt x="710" y="848"/>
                </a:lnTo>
                <a:lnTo>
                  <a:pt x="711" y="848"/>
                </a:lnTo>
                <a:lnTo>
                  <a:pt x="712" y="847"/>
                </a:lnTo>
                <a:lnTo>
                  <a:pt x="713" y="847"/>
                </a:lnTo>
                <a:lnTo>
                  <a:pt x="714" y="847"/>
                </a:lnTo>
                <a:lnTo>
                  <a:pt x="715" y="847"/>
                </a:lnTo>
                <a:lnTo>
                  <a:pt x="715" y="848"/>
                </a:lnTo>
                <a:lnTo>
                  <a:pt x="716" y="849"/>
                </a:lnTo>
                <a:lnTo>
                  <a:pt x="717" y="849"/>
                </a:lnTo>
                <a:lnTo>
                  <a:pt x="719" y="848"/>
                </a:lnTo>
                <a:lnTo>
                  <a:pt x="720" y="847"/>
                </a:lnTo>
                <a:lnTo>
                  <a:pt x="721" y="847"/>
                </a:lnTo>
                <a:lnTo>
                  <a:pt x="722" y="847"/>
                </a:lnTo>
                <a:lnTo>
                  <a:pt x="723" y="847"/>
                </a:lnTo>
                <a:lnTo>
                  <a:pt x="723" y="846"/>
                </a:lnTo>
                <a:lnTo>
                  <a:pt x="724" y="845"/>
                </a:lnTo>
                <a:lnTo>
                  <a:pt x="724" y="844"/>
                </a:lnTo>
                <a:lnTo>
                  <a:pt x="727" y="844"/>
                </a:lnTo>
                <a:lnTo>
                  <a:pt x="727" y="843"/>
                </a:lnTo>
                <a:lnTo>
                  <a:pt x="727" y="842"/>
                </a:lnTo>
                <a:lnTo>
                  <a:pt x="728" y="842"/>
                </a:lnTo>
                <a:lnTo>
                  <a:pt x="728" y="841"/>
                </a:lnTo>
                <a:lnTo>
                  <a:pt x="730" y="841"/>
                </a:lnTo>
                <a:lnTo>
                  <a:pt x="732" y="840"/>
                </a:lnTo>
                <a:lnTo>
                  <a:pt x="733" y="839"/>
                </a:lnTo>
                <a:lnTo>
                  <a:pt x="734" y="839"/>
                </a:lnTo>
                <a:lnTo>
                  <a:pt x="736" y="840"/>
                </a:lnTo>
                <a:lnTo>
                  <a:pt x="737" y="839"/>
                </a:lnTo>
                <a:lnTo>
                  <a:pt x="738" y="838"/>
                </a:lnTo>
                <a:lnTo>
                  <a:pt x="739" y="838"/>
                </a:lnTo>
                <a:lnTo>
                  <a:pt x="740" y="839"/>
                </a:lnTo>
                <a:lnTo>
                  <a:pt x="741" y="839"/>
                </a:lnTo>
                <a:lnTo>
                  <a:pt x="742" y="838"/>
                </a:lnTo>
                <a:lnTo>
                  <a:pt x="743" y="837"/>
                </a:lnTo>
                <a:lnTo>
                  <a:pt x="744" y="837"/>
                </a:lnTo>
                <a:lnTo>
                  <a:pt x="745" y="837"/>
                </a:lnTo>
                <a:lnTo>
                  <a:pt x="746" y="836"/>
                </a:lnTo>
                <a:lnTo>
                  <a:pt x="747" y="837"/>
                </a:lnTo>
                <a:lnTo>
                  <a:pt x="747" y="838"/>
                </a:lnTo>
                <a:lnTo>
                  <a:pt x="748" y="838"/>
                </a:lnTo>
                <a:lnTo>
                  <a:pt x="748" y="839"/>
                </a:lnTo>
                <a:lnTo>
                  <a:pt x="749" y="840"/>
                </a:lnTo>
                <a:lnTo>
                  <a:pt x="750" y="841"/>
                </a:lnTo>
                <a:lnTo>
                  <a:pt x="750" y="843"/>
                </a:lnTo>
                <a:lnTo>
                  <a:pt x="751" y="843"/>
                </a:lnTo>
                <a:lnTo>
                  <a:pt x="752" y="845"/>
                </a:lnTo>
                <a:lnTo>
                  <a:pt x="753" y="845"/>
                </a:lnTo>
                <a:lnTo>
                  <a:pt x="754" y="846"/>
                </a:lnTo>
                <a:lnTo>
                  <a:pt x="754" y="847"/>
                </a:lnTo>
                <a:lnTo>
                  <a:pt x="755" y="847"/>
                </a:lnTo>
                <a:lnTo>
                  <a:pt x="756" y="848"/>
                </a:lnTo>
                <a:lnTo>
                  <a:pt x="757" y="849"/>
                </a:lnTo>
                <a:lnTo>
                  <a:pt x="758" y="850"/>
                </a:lnTo>
                <a:lnTo>
                  <a:pt x="758" y="851"/>
                </a:lnTo>
                <a:lnTo>
                  <a:pt x="759" y="852"/>
                </a:lnTo>
                <a:lnTo>
                  <a:pt x="760" y="852"/>
                </a:lnTo>
                <a:lnTo>
                  <a:pt x="761" y="852"/>
                </a:lnTo>
                <a:lnTo>
                  <a:pt x="764" y="851"/>
                </a:lnTo>
                <a:lnTo>
                  <a:pt x="765" y="851"/>
                </a:lnTo>
                <a:lnTo>
                  <a:pt x="766" y="851"/>
                </a:lnTo>
                <a:lnTo>
                  <a:pt x="767" y="851"/>
                </a:lnTo>
                <a:lnTo>
                  <a:pt x="768" y="851"/>
                </a:lnTo>
                <a:lnTo>
                  <a:pt x="769" y="851"/>
                </a:lnTo>
                <a:lnTo>
                  <a:pt x="769" y="850"/>
                </a:lnTo>
                <a:lnTo>
                  <a:pt x="770" y="850"/>
                </a:lnTo>
                <a:lnTo>
                  <a:pt x="771" y="850"/>
                </a:lnTo>
                <a:lnTo>
                  <a:pt x="773" y="850"/>
                </a:lnTo>
                <a:lnTo>
                  <a:pt x="774" y="850"/>
                </a:lnTo>
                <a:lnTo>
                  <a:pt x="774" y="851"/>
                </a:lnTo>
                <a:lnTo>
                  <a:pt x="774" y="852"/>
                </a:lnTo>
                <a:lnTo>
                  <a:pt x="773" y="852"/>
                </a:lnTo>
                <a:lnTo>
                  <a:pt x="773" y="853"/>
                </a:lnTo>
                <a:lnTo>
                  <a:pt x="774" y="853"/>
                </a:lnTo>
                <a:lnTo>
                  <a:pt x="774" y="854"/>
                </a:lnTo>
                <a:lnTo>
                  <a:pt x="775" y="854"/>
                </a:lnTo>
                <a:lnTo>
                  <a:pt x="776" y="854"/>
                </a:lnTo>
                <a:lnTo>
                  <a:pt x="777" y="854"/>
                </a:lnTo>
                <a:lnTo>
                  <a:pt x="778" y="853"/>
                </a:lnTo>
                <a:lnTo>
                  <a:pt x="779" y="853"/>
                </a:lnTo>
                <a:lnTo>
                  <a:pt x="780" y="853"/>
                </a:lnTo>
                <a:lnTo>
                  <a:pt x="781" y="853"/>
                </a:lnTo>
                <a:lnTo>
                  <a:pt x="782" y="853"/>
                </a:lnTo>
                <a:lnTo>
                  <a:pt x="783" y="852"/>
                </a:lnTo>
                <a:lnTo>
                  <a:pt x="784" y="852"/>
                </a:lnTo>
                <a:lnTo>
                  <a:pt x="786" y="852"/>
                </a:lnTo>
                <a:lnTo>
                  <a:pt x="788" y="851"/>
                </a:lnTo>
                <a:lnTo>
                  <a:pt x="789" y="851"/>
                </a:lnTo>
                <a:lnTo>
                  <a:pt x="790" y="851"/>
                </a:lnTo>
                <a:lnTo>
                  <a:pt x="791" y="851"/>
                </a:lnTo>
                <a:lnTo>
                  <a:pt x="792" y="851"/>
                </a:lnTo>
                <a:lnTo>
                  <a:pt x="798" y="854"/>
                </a:lnTo>
                <a:lnTo>
                  <a:pt x="802" y="855"/>
                </a:lnTo>
                <a:lnTo>
                  <a:pt x="809" y="858"/>
                </a:lnTo>
                <a:lnTo>
                  <a:pt x="815" y="855"/>
                </a:lnTo>
                <a:lnTo>
                  <a:pt x="818" y="853"/>
                </a:lnTo>
                <a:lnTo>
                  <a:pt x="820" y="840"/>
                </a:lnTo>
                <a:lnTo>
                  <a:pt x="816" y="835"/>
                </a:lnTo>
                <a:lnTo>
                  <a:pt x="815" y="832"/>
                </a:lnTo>
                <a:lnTo>
                  <a:pt x="806" y="829"/>
                </a:lnTo>
                <a:lnTo>
                  <a:pt x="791" y="821"/>
                </a:lnTo>
                <a:lnTo>
                  <a:pt x="791" y="819"/>
                </a:lnTo>
                <a:lnTo>
                  <a:pt x="789" y="813"/>
                </a:lnTo>
                <a:lnTo>
                  <a:pt x="791" y="810"/>
                </a:lnTo>
                <a:lnTo>
                  <a:pt x="791" y="808"/>
                </a:lnTo>
                <a:lnTo>
                  <a:pt x="791" y="804"/>
                </a:lnTo>
                <a:lnTo>
                  <a:pt x="792" y="803"/>
                </a:lnTo>
                <a:lnTo>
                  <a:pt x="792" y="802"/>
                </a:lnTo>
                <a:lnTo>
                  <a:pt x="794" y="799"/>
                </a:lnTo>
                <a:lnTo>
                  <a:pt x="795" y="798"/>
                </a:lnTo>
                <a:lnTo>
                  <a:pt x="796" y="797"/>
                </a:lnTo>
                <a:lnTo>
                  <a:pt x="796" y="796"/>
                </a:lnTo>
                <a:lnTo>
                  <a:pt x="797" y="793"/>
                </a:lnTo>
                <a:lnTo>
                  <a:pt x="797" y="792"/>
                </a:lnTo>
                <a:lnTo>
                  <a:pt x="797" y="790"/>
                </a:lnTo>
                <a:lnTo>
                  <a:pt x="796" y="789"/>
                </a:lnTo>
                <a:lnTo>
                  <a:pt x="796" y="788"/>
                </a:lnTo>
                <a:lnTo>
                  <a:pt x="796" y="787"/>
                </a:lnTo>
                <a:lnTo>
                  <a:pt x="796" y="786"/>
                </a:lnTo>
                <a:lnTo>
                  <a:pt x="796" y="785"/>
                </a:lnTo>
                <a:lnTo>
                  <a:pt x="796" y="783"/>
                </a:lnTo>
                <a:lnTo>
                  <a:pt x="796" y="780"/>
                </a:lnTo>
                <a:lnTo>
                  <a:pt x="797" y="780"/>
                </a:lnTo>
                <a:lnTo>
                  <a:pt x="800" y="778"/>
                </a:lnTo>
                <a:lnTo>
                  <a:pt x="801" y="777"/>
                </a:lnTo>
                <a:lnTo>
                  <a:pt x="803" y="776"/>
                </a:lnTo>
                <a:lnTo>
                  <a:pt x="805" y="777"/>
                </a:lnTo>
                <a:lnTo>
                  <a:pt x="807" y="776"/>
                </a:lnTo>
                <a:lnTo>
                  <a:pt x="812" y="757"/>
                </a:lnTo>
                <a:lnTo>
                  <a:pt x="820" y="744"/>
                </a:lnTo>
                <a:lnTo>
                  <a:pt x="831" y="723"/>
                </a:lnTo>
                <a:lnTo>
                  <a:pt x="835" y="712"/>
                </a:lnTo>
                <a:lnTo>
                  <a:pt x="836" y="704"/>
                </a:lnTo>
                <a:lnTo>
                  <a:pt x="840" y="695"/>
                </a:lnTo>
                <a:lnTo>
                  <a:pt x="845" y="692"/>
                </a:lnTo>
                <a:lnTo>
                  <a:pt x="844" y="689"/>
                </a:lnTo>
                <a:lnTo>
                  <a:pt x="849" y="677"/>
                </a:lnTo>
                <a:lnTo>
                  <a:pt x="850" y="674"/>
                </a:lnTo>
                <a:lnTo>
                  <a:pt x="850" y="672"/>
                </a:lnTo>
                <a:lnTo>
                  <a:pt x="850" y="670"/>
                </a:lnTo>
                <a:lnTo>
                  <a:pt x="852" y="668"/>
                </a:lnTo>
                <a:lnTo>
                  <a:pt x="853" y="667"/>
                </a:lnTo>
                <a:lnTo>
                  <a:pt x="855" y="665"/>
                </a:lnTo>
                <a:lnTo>
                  <a:pt x="855" y="663"/>
                </a:lnTo>
                <a:lnTo>
                  <a:pt x="856" y="662"/>
                </a:lnTo>
                <a:lnTo>
                  <a:pt x="857" y="660"/>
                </a:lnTo>
                <a:lnTo>
                  <a:pt x="857" y="659"/>
                </a:lnTo>
                <a:lnTo>
                  <a:pt x="857" y="658"/>
                </a:lnTo>
                <a:lnTo>
                  <a:pt x="857" y="657"/>
                </a:lnTo>
                <a:lnTo>
                  <a:pt x="858" y="655"/>
                </a:lnTo>
                <a:lnTo>
                  <a:pt x="858" y="654"/>
                </a:lnTo>
                <a:lnTo>
                  <a:pt x="858" y="653"/>
                </a:lnTo>
                <a:lnTo>
                  <a:pt x="858" y="651"/>
                </a:lnTo>
                <a:lnTo>
                  <a:pt x="858" y="649"/>
                </a:lnTo>
                <a:lnTo>
                  <a:pt x="859" y="649"/>
                </a:lnTo>
                <a:lnTo>
                  <a:pt x="860" y="649"/>
                </a:lnTo>
                <a:lnTo>
                  <a:pt x="861" y="649"/>
                </a:lnTo>
                <a:lnTo>
                  <a:pt x="861" y="648"/>
                </a:lnTo>
                <a:lnTo>
                  <a:pt x="862" y="648"/>
                </a:lnTo>
                <a:lnTo>
                  <a:pt x="864" y="648"/>
                </a:lnTo>
                <a:lnTo>
                  <a:pt x="865" y="649"/>
                </a:lnTo>
                <a:lnTo>
                  <a:pt x="866" y="648"/>
                </a:lnTo>
                <a:lnTo>
                  <a:pt x="867" y="648"/>
                </a:lnTo>
                <a:lnTo>
                  <a:pt x="868" y="647"/>
                </a:lnTo>
                <a:lnTo>
                  <a:pt x="869" y="647"/>
                </a:lnTo>
                <a:lnTo>
                  <a:pt x="870" y="647"/>
                </a:lnTo>
                <a:lnTo>
                  <a:pt x="871" y="648"/>
                </a:lnTo>
                <a:lnTo>
                  <a:pt x="872" y="649"/>
                </a:lnTo>
                <a:lnTo>
                  <a:pt x="874" y="649"/>
                </a:lnTo>
                <a:lnTo>
                  <a:pt x="875" y="650"/>
                </a:lnTo>
                <a:lnTo>
                  <a:pt x="875" y="651"/>
                </a:lnTo>
                <a:lnTo>
                  <a:pt x="875" y="652"/>
                </a:lnTo>
                <a:lnTo>
                  <a:pt x="876" y="652"/>
                </a:lnTo>
                <a:lnTo>
                  <a:pt x="877" y="652"/>
                </a:lnTo>
                <a:lnTo>
                  <a:pt x="878" y="653"/>
                </a:lnTo>
                <a:lnTo>
                  <a:pt x="879" y="653"/>
                </a:lnTo>
                <a:lnTo>
                  <a:pt x="881" y="653"/>
                </a:lnTo>
                <a:lnTo>
                  <a:pt x="883" y="653"/>
                </a:lnTo>
                <a:lnTo>
                  <a:pt x="884" y="653"/>
                </a:lnTo>
                <a:lnTo>
                  <a:pt x="884" y="654"/>
                </a:lnTo>
                <a:lnTo>
                  <a:pt x="885" y="654"/>
                </a:lnTo>
                <a:lnTo>
                  <a:pt x="886" y="654"/>
                </a:lnTo>
                <a:lnTo>
                  <a:pt x="887" y="653"/>
                </a:lnTo>
                <a:lnTo>
                  <a:pt x="888" y="653"/>
                </a:lnTo>
                <a:lnTo>
                  <a:pt x="889" y="653"/>
                </a:lnTo>
                <a:lnTo>
                  <a:pt x="889" y="654"/>
                </a:lnTo>
                <a:lnTo>
                  <a:pt x="889" y="655"/>
                </a:lnTo>
                <a:lnTo>
                  <a:pt x="890" y="655"/>
                </a:lnTo>
                <a:lnTo>
                  <a:pt x="891" y="656"/>
                </a:lnTo>
                <a:lnTo>
                  <a:pt x="892" y="658"/>
                </a:lnTo>
                <a:lnTo>
                  <a:pt x="893" y="659"/>
                </a:lnTo>
                <a:lnTo>
                  <a:pt x="894" y="659"/>
                </a:lnTo>
                <a:lnTo>
                  <a:pt x="895" y="658"/>
                </a:lnTo>
                <a:lnTo>
                  <a:pt x="897" y="658"/>
                </a:lnTo>
                <a:lnTo>
                  <a:pt x="898" y="658"/>
                </a:lnTo>
                <a:lnTo>
                  <a:pt x="898" y="659"/>
                </a:lnTo>
                <a:lnTo>
                  <a:pt x="899" y="659"/>
                </a:lnTo>
                <a:lnTo>
                  <a:pt x="899" y="660"/>
                </a:lnTo>
                <a:lnTo>
                  <a:pt x="900" y="660"/>
                </a:lnTo>
                <a:lnTo>
                  <a:pt x="901" y="660"/>
                </a:lnTo>
                <a:lnTo>
                  <a:pt x="902" y="660"/>
                </a:lnTo>
                <a:lnTo>
                  <a:pt x="902" y="661"/>
                </a:lnTo>
                <a:lnTo>
                  <a:pt x="904" y="662"/>
                </a:lnTo>
                <a:lnTo>
                  <a:pt x="904" y="663"/>
                </a:lnTo>
                <a:lnTo>
                  <a:pt x="905" y="663"/>
                </a:lnTo>
                <a:lnTo>
                  <a:pt x="907" y="663"/>
                </a:lnTo>
                <a:lnTo>
                  <a:pt x="907" y="664"/>
                </a:lnTo>
                <a:lnTo>
                  <a:pt x="907" y="665"/>
                </a:lnTo>
                <a:lnTo>
                  <a:pt x="908" y="665"/>
                </a:lnTo>
                <a:lnTo>
                  <a:pt x="909" y="665"/>
                </a:lnTo>
                <a:lnTo>
                  <a:pt x="910" y="665"/>
                </a:lnTo>
                <a:lnTo>
                  <a:pt x="911" y="666"/>
                </a:lnTo>
                <a:lnTo>
                  <a:pt x="913" y="667"/>
                </a:lnTo>
                <a:lnTo>
                  <a:pt x="914" y="667"/>
                </a:lnTo>
                <a:lnTo>
                  <a:pt x="916" y="667"/>
                </a:lnTo>
                <a:lnTo>
                  <a:pt x="917" y="668"/>
                </a:lnTo>
                <a:lnTo>
                  <a:pt x="918" y="668"/>
                </a:lnTo>
                <a:lnTo>
                  <a:pt x="919" y="668"/>
                </a:lnTo>
                <a:lnTo>
                  <a:pt x="919" y="669"/>
                </a:lnTo>
                <a:lnTo>
                  <a:pt x="918" y="669"/>
                </a:lnTo>
                <a:lnTo>
                  <a:pt x="919" y="670"/>
                </a:lnTo>
                <a:lnTo>
                  <a:pt x="920" y="669"/>
                </a:lnTo>
                <a:lnTo>
                  <a:pt x="922" y="669"/>
                </a:lnTo>
                <a:lnTo>
                  <a:pt x="923" y="668"/>
                </a:lnTo>
                <a:lnTo>
                  <a:pt x="924" y="669"/>
                </a:lnTo>
                <a:lnTo>
                  <a:pt x="925" y="669"/>
                </a:lnTo>
                <a:lnTo>
                  <a:pt x="927" y="669"/>
                </a:lnTo>
                <a:lnTo>
                  <a:pt x="927" y="670"/>
                </a:lnTo>
                <a:lnTo>
                  <a:pt x="929" y="670"/>
                </a:lnTo>
                <a:lnTo>
                  <a:pt x="930" y="671"/>
                </a:lnTo>
                <a:lnTo>
                  <a:pt x="931" y="671"/>
                </a:lnTo>
                <a:lnTo>
                  <a:pt x="932" y="672"/>
                </a:lnTo>
                <a:lnTo>
                  <a:pt x="933" y="672"/>
                </a:lnTo>
                <a:lnTo>
                  <a:pt x="934" y="672"/>
                </a:lnTo>
                <a:lnTo>
                  <a:pt x="935" y="672"/>
                </a:lnTo>
                <a:lnTo>
                  <a:pt x="935" y="673"/>
                </a:lnTo>
                <a:lnTo>
                  <a:pt x="936" y="673"/>
                </a:lnTo>
                <a:lnTo>
                  <a:pt x="937" y="673"/>
                </a:lnTo>
                <a:lnTo>
                  <a:pt x="938" y="673"/>
                </a:lnTo>
                <a:lnTo>
                  <a:pt x="938" y="674"/>
                </a:lnTo>
                <a:lnTo>
                  <a:pt x="939" y="675"/>
                </a:lnTo>
                <a:lnTo>
                  <a:pt x="939" y="674"/>
                </a:lnTo>
                <a:lnTo>
                  <a:pt x="940" y="674"/>
                </a:lnTo>
                <a:lnTo>
                  <a:pt x="941" y="673"/>
                </a:lnTo>
                <a:lnTo>
                  <a:pt x="942" y="673"/>
                </a:lnTo>
                <a:lnTo>
                  <a:pt x="943" y="673"/>
                </a:lnTo>
                <a:lnTo>
                  <a:pt x="944" y="673"/>
                </a:lnTo>
                <a:lnTo>
                  <a:pt x="945" y="672"/>
                </a:lnTo>
                <a:lnTo>
                  <a:pt x="946" y="672"/>
                </a:lnTo>
                <a:lnTo>
                  <a:pt x="947" y="672"/>
                </a:lnTo>
                <a:lnTo>
                  <a:pt x="947" y="673"/>
                </a:lnTo>
                <a:lnTo>
                  <a:pt x="949" y="673"/>
                </a:lnTo>
                <a:lnTo>
                  <a:pt x="951" y="674"/>
                </a:lnTo>
                <a:lnTo>
                  <a:pt x="954" y="675"/>
                </a:lnTo>
                <a:lnTo>
                  <a:pt x="958" y="674"/>
                </a:lnTo>
                <a:lnTo>
                  <a:pt x="960" y="673"/>
                </a:lnTo>
                <a:lnTo>
                  <a:pt x="962" y="672"/>
                </a:lnTo>
                <a:lnTo>
                  <a:pt x="963" y="671"/>
                </a:lnTo>
                <a:lnTo>
                  <a:pt x="964" y="671"/>
                </a:lnTo>
                <a:lnTo>
                  <a:pt x="966" y="671"/>
                </a:lnTo>
                <a:lnTo>
                  <a:pt x="967" y="671"/>
                </a:lnTo>
                <a:lnTo>
                  <a:pt x="968" y="672"/>
                </a:lnTo>
                <a:lnTo>
                  <a:pt x="970" y="671"/>
                </a:lnTo>
                <a:lnTo>
                  <a:pt x="971" y="671"/>
                </a:lnTo>
                <a:lnTo>
                  <a:pt x="972" y="672"/>
                </a:lnTo>
                <a:lnTo>
                  <a:pt x="973" y="672"/>
                </a:lnTo>
                <a:lnTo>
                  <a:pt x="974" y="671"/>
                </a:lnTo>
                <a:lnTo>
                  <a:pt x="976" y="671"/>
                </a:lnTo>
                <a:lnTo>
                  <a:pt x="977" y="672"/>
                </a:lnTo>
                <a:lnTo>
                  <a:pt x="978" y="672"/>
                </a:lnTo>
                <a:lnTo>
                  <a:pt x="980" y="672"/>
                </a:lnTo>
                <a:lnTo>
                  <a:pt x="981" y="671"/>
                </a:lnTo>
                <a:lnTo>
                  <a:pt x="983" y="671"/>
                </a:lnTo>
                <a:lnTo>
                  <a:pt x="985" y="671"/>
                </a:lnTo>
                <a:lnTo>
                  <a:pt x="986" y="671"/>
                </a:lnTo>
                <a:lnTo>
                  <a:pt x="987" y="671"/>
                </a:lnTo>
                <a:lnTo>
                  <a:pt x="987" y="672"/>
                </a:lnTo>
                <a:lnTo>
                  <a:pt x="988" y="672"/>
                </a:lnTo>
                <a:lnTo>
                  <a:pt x="989" y="673"/>
                </a:lnTo>
                <a:lnTo>
                  <a:pt x="991" y="674"/>
                </a:lnTo>
                <a:lnTo>
                  <a:pt x="992" y="674"/>
                </a:lnTo>
                <a:lnTo>
                  <a:pt x="994" y="673"/>
                </a:lnTo>
                <a:lnTo>
                  <a:pt x="995" y="672"/>
                </a:lnTo>
                <a:lnTo>
                  <a:pt x="997" y="672"/>
                </a:lnTo>
                <a:lnTo>
                  <a:pt x="999" y="672"/>
                </a:lnTo>
                <a:lnTo>
                  <a:pt x="1001" y="672"/>
                </a:lnTo>
                <a:lnTo>
                  <a:pt x="1003" y="672"/>
                </a:lnTo>
                <a:lnTo>
                  <a:pt x="1005" y="671"/>
                </a:lnTo>
                <a:lnTo>
                  <a:pt x="1006" y="672"/>
                </a:lnTo>
                <a:lnTo>
                  <a:pt x="1007" y="671"/>
                </a:lnTo>
                <a:lnTo>
                  <a:pt x="1008" y="671"/>
                </a:lnTo>
                <a:lnTo>
                  <a:pt x="1011" y="670"/>
                </a:lnTo>
                <a:lnTo>
                  <a:pt x="1013" y="671"/>
                </a:lnTo>
                <a:lnTo>
                  <a:pt x="1014" y="671"/>
                </a:lnTo>
                <a:lnTo>
                  <a:pt x="1015" y="672"/>
                </a:lnTo>
                <a:lnTo>
                  <a:pt x="1016" y="673"/>
                </a:lnTo>
                <a:lnTo>
                  <a:pt x="1017" y="674"/>
                </a:lnTo>
                <a:lnTo>
                  <a:pt x="1019" y="675"/>
                </a:lnTo>
                <a:lnTo>
                  <a:pt x="1021" y="675"/>
                </a:lnTo>
                <a:lnTo>
                  <a:pt x="1022" y="676"/>
                </a:lnTo>
                <a:lnTo>
                  <a:pt x="1023" y="677"/>
                </a:lnTo>
                <a:lnTo>
                  <a:pt x="1023" y="678"/>
                </a:lnTo>
                <a:lnTo>
                  <a:pt x="1024" y="679"/>
                </a:lnTo>
                <a:lnTo>
                  <a:pt x="1027" y="682"/>
                </a:lnTo>
                <a:lnTo>
                  <a:pt x="1028" y="683"/>
                </a:lnTo>
                <a:lnTo>
                  <a:pt x="1029" y="684"/>
                </a:lnTo>
                <a:lnTo>
                  <a:pt x="1030" y="685"/>
                </a:lnTo>
                <a:lnTo>
                  <a:pt x="1031" y="685"/>
                </a:lnTo>
                <a:lnTo>
                  <a:pt x="1033" y="684"/>
                </a:lnTo>
                <a:lnTo>
                  <a:pt x="1034" y="684"/>
                </a:lnTo>
                <a:lnTo>
                  <a:pt x="1034" y="683"/>
                </a:lnTo>
                <a:lnTo>
                  <a:pt x="1034" y="682"/>
                </a:lnTo>
                <a:lnTo>
                  <a:pt x="1034" y="681"/>
                </a:lnTo>
                <a:lnTo>
                  <a:pt x="1034" y="680"/>
                </a:lnTo>
                <a:lnTo>
                  <a:pt x="1035" y="679"/>
                </a:lnTo>
                <a:lnTo>
                  <a:pt x="1036" y="679"/>
                </a:lnTo>
                <a:lnTo>
                  <a:pt x="1037" y="679"/>
                </a:lnTo>
                <a:lnTo>
                  <a:pt x="1039" y="679"/>
                </a:lnTo>
                <a:lnTo>
                  <a:pt x="1040" y="679"/>
                </a:lnTo>
                <a:lnTo>
                  <a:pt x="1042" y="678"/>
                </a:lnTo>
                <a:lnTo>
                  <a:pt x="1043" y="678"/>
                </a:lnTo>
                <a:lnTo>
                  <a:pt x="1043" y="677"/>
                </a:lnTo>
                <a:lnTo>
                  <a:pt x="1044" y="677"/>
                </a:lnTo>
                <a:lnTo>
                  <a:pt x="1044" y="675"/>
                </a:lnTo>
                <a:lnTo>
                  <a:pt x="1046" y="674"/>
                </a:lnTo>
                <a:lnTo>
                  <a:pt x="1048" y="673"/>
                </a:lnTo>
                <a:lnTo>
                  <a:pt x="1048" y="672"/>
                </a:lnTo>
                <a:lnTo>
                  <a:pt x="1050" y="672"/>
                </a:lnTo>
                <a:lnTo>
                  <a:pt x="1051" y="672"/>
                </a:lnTo>
                <a:lnTo>
                  <a:pt x="1052" y="671"/>
                </a:lnTo>
                <a:lnTo>
                  <a:pt x="1053" y="669"/>
                </a:lnTo>
                <a:lnTo>
                  <a:pt x="1054" y="667"/>
                </a:lnTo>
                <a:lnTo>
                  <a:pt x="1055" y="666"/>
                </a:lnTo>
                <a:lnTo>
                  <a:pt x="1057" y="666"/>
                </a:lnTo>
                <a:lnTo>
                  <a:pt x="1059" y="666"/>
                </a:lnTo>
                <a:lnTo>
                  <a:pt x="1060" y="666"/>
                </a:lnTo>
                <a:lnTo>
                  <a:pt x="1060" y="665"/>
                </a:lnTo>
                <a:lnTo>
                  <a:pt x="1060" y="664"/>
                </a:lnTo>
                <a:lnTo>
                  <a:pt x="1061" y="664"/>
                </a:lnTo>
                <a:lnTo>
                  <a:pt x="1063" y="665"/>
                </a:lnTo>
                <a:lnTo>
                  <a:pt x="1064" y="666"/>
                </a:lnTo>
                <a:lnTo>
                  <a:pt x="1065" y="667"/>
                </a:lnTo>
                <a:lnTo>
                  <a:pt x="1066" y="667"/>
                </a:lnTo>
                <a:lnTo>
                  <a:pt x="1067" y="666"/>
                </a:lnTo>
                <a:lnTo>
                  <a:pt x="1068" y="666"/>
                </a:lnTo>
                <a:lnTo>
                  <a:pt x="1069" y="666"/>
                </a:lnTo>
                <a:lnTo>
                  <a:pt x="1070" y="666"/>
                </a:lnTo>
                <a:lnTo>
                  <a:pt x="1071" y="666"/>
                </a:lnTo>
                <a:lnTo>
                  <a:pt x="1072" y="666"/>
                </a:lnTo>
                <a:lnTo>
                  <a:pt x="1074" y="665"/>
                </a:lnTo>
                <a:lnTo>
                  <a:pt x="1076" y="665"/>
                </a:lnTo>
                <a:lnTo>
                  <a:pt x="1078" y="665"/>
                </a:lnTo>
                <a:lnTo>
                  <a:pt x="1079" y="665"/>
                </a:lnTo>
                <a:lnTo>
                  <a:pt x="1081" y="666"/>
                </a:lnTo>
                <a:lnTo>
                  <a:pt x="1084" y="666"/>
                </a:lnTo>
                <a:lnTo>
                  <a:pt x="1085" y="665"/>
                </a:lnTo>
                <a:lnTo>
                  <a:pt x="1085" y="662"/>
                </a:lnTo>
                <a:lnTo>
                  <a:pt x="1085" y="661"/>
                </a:lnTo>
                <a:lnTo>
                  <a:pt x="1086" y="660"/>
                </a:lnTo>
                <a:lnTo>
                  <a:pt x="1087" y="658"/>
                </a:lnTo>
                <a:lnTo>
                  <a:pt x="1088" y="657"/>
                </a:lnTo>
                <a:lnTo>
                  <a:pt x="1094" y="651"/>
                </a:lnTo>
                <a:lnTo>
                  <a:pt x="1095" y="649"/>
                </a:lnTo>
                <a:lnTo>
                  <a:pt x="1096" y="649"/>
                </a:lnTo>
                <a:lnTo>
                  <a:pt x="1098" y="648"/>
                </a:lnTo>
                <a:lnTo>
                  <a:pt x="1098" y="647"/>
                </a:lnTo>
                <a:lnTo>
                  <a:pt x="1098" y="646"/>
                </a:lnTo>
                <a:lnTo>
                  <a:pt x="1098" y="645"/>
                </a:lnTo>
                <a:lnTo>
                  <a:pt x="1098" y="644"/>
                </a:lnTo>
                <a:lnTo>
                  <a:pt x="1099" y="643"/>
                </a:lnTo>
                <a:lnTo>
                  <a:pt x="1099" y="642"/>
                </a:lnTo>
                <a:lnTo>
                  <a:pt x="1099" y="641"/>
                </a:lnTo>
                <a:lnTo>
                  <a:pt x="1098" y="641"/>
                </a:lnTo>
                <a:lnTo>
                  <a:pt x="1098" y="640"/>
                </a:lnTo>
                <a:lnTo>
                  <a:pt x="1097" y="639"/>
                </a:lnTo>
                <a:lnTo>
                  <a:pt x="1096" y="639"/>
                </a:lnTo>
                <a:lnTo>
                  <a:pt x="1096" y="638"/>
                </a:lnTo>
                <a:lnTo>
                  <a:pt x="1097" y="638"/>
                </a:lnTo>
                <a:lnTo>
                  <a:pt x="1097" y="637"/>
                </a:lnTo>
                <a:lnTo>
                  <a:pt x="1098" y="636"/>
                </a:lnTo>
                <a:lnTo>
                  <a:pt x="1098" y="635"/>
                </a:lnTo>
                <a:lnTo>
                  <a:pt x="1098" y="634"/>
                </a:lnTo>
                <a:lnTo>
                  <a:pt x="1099" y="634"/>
                </a:lnTo>
                <a:lnTo>
                  <a:pt x="1099" y="633"/>
                </a:lnTo>
                <a:lnTo>
                  <a:pt x="1099" y="632"/>
                </a:lnTo>
                <a:lnTo>
                  <a:pt x="1099" y="631"/>
                </a:lnTo>
                <a:lnTo>
                  <a:pt x="1098" y="629"/>
                </a:lnTo>
                <a:lnTo>
                  <a:pt x="1098" y="628"/>
                </a:lnTo>
                <a:lnTo>
                  <a:pt x="1098" y="627"/>
                </a:lnTo>
                <a:lnTo>
                  <a:pt x="1098" y="626"/>
                </a:lnTo>
                <a:lnTo>
                  <a:pt x="1097" y="626"/>
                </a:lnTo>
                <a:lnTo>
                  <a:pt x="1096" y="625"/>
                </a:lnTo>
                <a:lnTo>
                  <a:pt x="1095" y="624"/>
                </a:lnTo>
                <a:lnTo>
                  <a:pt x="1094" y="623"/>
                </a:lnTo>
                <a:lnTo>
                  <a:pt x="1093" y="622"/>
                </a:lnTo>
                <a:lnTo>
                  <a:pt x="1093" y="621"/>
                </a:lnTo>
                <a:lnTo>
                  <a:pt x="1092" y="620"/>
                </a:lnTo>
                <a:lnTo>
                  <a:pt x="1091" y="620"/>
                </a:lnTo>
                <a:lnTo>
                  <a:pt x="1091" y="619"/>
                </a:lnTo>
                <a:lnTo>
                  <a:pt x="1091" y="618"/>
                </a:lnTo>
                <a:lnTo>
                  <a:pt x="1092" y="616"/>
                </a:lnTo>
                <a:lnTo>
                  <a:pt x="1091" y="613"/>
                </a:lnTo>
                <a:lnTo>
                  <a:pt x="1091" y="611"/>
                </a:lnTo>
                <a:lnTo>
                  <a:pt x="1091" y="609"/>
                </a:lnTo>
                <a:lnTo>
                  <a:pt x="1090" y="606"/>
                </a:lnTo>
                <a:lnTo>
                  <a:pt x="1088" y="586"/>
                </a:lnTo>
                <a:lnTo>
                  <a:pt x="1086" y="575"/>
                </a:lnTo>
                <a:lnTo>
                  <a:pt x="1086" y="574"/>
                </a:lnTo>
                <a:lnTo>
                  <a:pt x="1086" y="572"/>
                </a:lnTo>
                <a:lnTo>
                  <a:pt x="1086" y="571"/>
                </a:lnTo>
                <a:lnTo>
                  <a:pt x="1085" y="571"/>
                </a:lnTo>
                <a:lnTo>
                  <a:pt x="1085" y="570"/>
                </a:lnTo>
                <a:lnTo>
                  <a:pt x="1085" y="569"/>
                </a:lnTo>
                <a:lnTo>
                  <a:pt x="1085" y="568"/>
                </a:lnTo>
                <a:lnTo>
                  <a:pt x="1085" y="567"/>
                </a:lnTo>
                <a:lnTo>
                  <a:pt x="1084" y="567"/>
                </a:lnTo>
                <a:lnTo>
                  <a:pt x="1083" y="567"/>
                </a:lnTo>
                <a:lnTo>
                  <a:pt x="1083" y="566"/>
                </a:lnTo>
                <a:lnTo>
                  <a:pt x="1084" y="566"/>
                </a:lnTo>
                <a:lnTo>
                  <a:pt x="1084" y="565"/>
                </a:lnTo>
                <a:lnTo>
                  <a:pt x="1084" y="564"/>
                </a:lnTo>
                <a:lnTo>
                  <a:pt x="1085" y="564"/>
                </a:lnTo>
                <a:lnTo>
                  <a:pt x="1085" y="563"/>
                </a:lnTo>
                <a:lnTo>
                  <a:pt x="1085" y="562"/>
                </a:lnTo>
                <a:lnTo>
                  <a:pt x="1085" y="561"/>
                </a:lnTo>
                <a:lnTo>
                  <a:pt x="1086" y="561"/>
                </a:lnTo>
                <a:lnTo>
                  <a:pt x="1085" y="560"/>
                </a:lnTo>
                <a:lnTo>
                  <a:pt x="1086" y="560"/>
                </a:lnTo>
                <a:lnTo>
                  <a:pt x="1086" y="558"/>
                </a:lnTo>
                <a:lnTo>
                  <a:pt x="1086" y="557"/>
                </a:lnTo>
                <a:lnTo>
                  <a:pt x="1086" y="556"/>
                </a:lnTo>
                <a:lnTo>
                  <a:pt x="1087" y="556"/>
                </a:lnTo>
                <a:lnTo>
                  <a:pt x="1087" y="555"/>
                </a:lnTo>
                <a:lnTo>
                  <a:pt x="1087" y="553"/>
                </a:lnTo>
                <a:lnTo>
                  <a:pt x="1088" y="553"/>
                </a:lnTo>
                <a:lnTo>
                  <a:pt x="1088" y="552"/>
                </a:lnTo>
                <a:lnTo>
                  <a:pt x="1089" y="552"/>
                </a:lnTo>
                <a:lnTo>
                  <a:pt x="1089" y="551"/>
                </a:lnTo>
                <a:lnTo>
                  <a:pt x="1089" y="550"/>
                </a:lnTo>
                <a:lnTo>
                  <a:pt x="1089" y="549"/>
                </a:lnTo>
                <a:lnTo>
                  <a:pt x="1090" y="549"/>
                </a:lnTo>
                <a:lnTo>
                  <a:pt x="1090" y="548"/>
                </a:lnTo>
                <a:lnTo>
                  <a:pt x="1091" y="548"/>
                </a:lnTo>
                <a:lnTo>
                  <a:pt x="1092" y="548"/>
                </a:lnTo>
                <a:lnTo>
                  <a:pt x="1093" y="548"/>
                </a:lnTo>
                <a:lnTo>
                  <a:pt x="1093" y="547"/>
                </a:lnTo>
                <a:lnTo>
                  <a:pt x="1093" y="546"/>
                </a:lnTo>
                <a:lnTo>
                  <a:pt x="1094" y="545"/>
                </a:lnTo>
                <a:lnTo>
                  <a:pt x="1094" y="544"/>
                </a:lnTo>
                <a:lnTo>
                  <a:pt x="1095" y="544"/>
                </a:lnTo>
                <a:lnTo>
                  <a:pt x="1096" y="544"/>
                </a:lnTo>
                <a:lnTo>
                  <a:pt x="1096" y="543"/>
                </a:lnTo>
                <a:lnTo>
                  <a:pt x="1097" y="542"/>
                </a:lnTo>
                <a:lnTo>
                  <a:pt x="1097" y="541"/>
                </a:lnTo>
                <a:lnTo>
                  <a:pt x="1098" y="540"/>
                </a:lnTo>
                <a:lnTo>
                  <a:pt x="1098" y="539"/>
                </a:lnTo>
                <a:lnTo>
                  <a:pt x="1098" y="538"/>
                </a:lnTo>
                <a:lnTo>
                  <a:pt x="1099" y="538"/>
                </a:lnTo>
                <a:lnTo>
                  <a:pt x="1099" y="537"/>
                </a:lnTo>
                <a:lnTo>
                  <a:pt x="1099" y="536"/>
                </a:lnTo>
                <a:lnTo>
                  <a:pt x="1099" y="535"/>
                </a:lnTo>
                <a:lnTo>
                  <a:pt x="1100" y="534"/>
                </a:lnTo>
                <a:lnTo>
                  <a:pt x="1101" y="533"/>
                </a:lnTo>
                <a:lnTo>
                  <a:pt x="1101" y="532"/>
                </a:lnTo>
                <a:lnTo>
                  <a:pt x="1102" y="531"/>
                </a:lnTo>
                <a:lnTo>
                  <a:pt x="1103" y="530"/>
                </a:lnTo>
                <a:lnTo>
                  <a:pt x="1104" y="529"/>
                </a:lnTo>
                <a:lnTo>
                  <a:pt x="1104" y="528"/>
                </a:lnTo>
                <a:lnTo>
                  <a:pt x="1105" y="527"/>
                </a:lnTo>
                <a:lnTo>
                  <a:pt x="1106" y="527"/>
                </a:lnTo>
                <a:lnTo>
                  <a:pt x="1107" y="527"/>
                </a:lnTo>
                <a:lnTo>
                  <a:pt x="1107" y="526"/>
                </a:lnTo>
                <a:lnTo>
                  <a:pt x="1108" y="526"/>
                </a:lnTo>
                <a:lnTo>
                  <a:pt x="1109" y="526"/>
                </a:lnTo>
                <a:lnTo>
                  <a:pt x="1110" y="525"/>
                </a:lnTo>
                <a:lnTo>
                  <a:pt x="1111" y="525"/>
                </a:lnTo>
                <a:lnTo>
                  <a:pt x="1112" y="525"/>
                </a:lnTo>
                <a:lnTo>
                  <a:pt x="1113" y="525"/>
                </a:lnTo>
                <a:lnTo>
                  <a:pt x="1114" y="525"/>
                </a:lnTo>
                <a:lnTo>
                  <a:pt x="1115" y="525"/>
                </a:lnTo>
                <a:lnTo>
                  <a:pt x="1116" y="525"/>
                </a:lnTo>
                <a:lnTo>
                  <a:pt x="1117" y="525"/>
                </a:lnTo>
                <a:lnTo>
                  <a:pt x="1118" y="525"/>
                </a:lnTo>
                <a:lnTo>
                  <a:pt x="1118" y="524"/>
                </a:lnTo>
                <a:lnTo>
                  <a:pt x="1132" y="524"/>
                </a:lnTo>
                <a:lnTo>
                  <a:pt x="1146" y="525"/>
                </a:lnTo>
                <a:lnTo>
                  <a:pt x="1147" y="525"/>
                </a:lnTo>
                <a:lnTo>
                  <a:pt x="1147" y="524"/>
                </a:lnTo>
                <a:lnTo>
                  <a:pt x="1148" y="524"/>
                </a:lnTo>
                <a:lnTo>
                  <a:pt x="1149" y="523"/>
                </a:lnTo>
                <a:lnTo>
                  <a:pt x="1150" y="523"/>
                </a:lnTo>
                <a:lnTo>
                  <a:pt x="1151" y="522"/>
                </a:lnTo>
                <a:lnTo>
                  <a:pt x="1152" y="521"/>
                </a:lnTo>
                <a:lnTo>
                  <a:pt x="1152" y="520"/>
                </a:lnTo>
                <a:lnTo>
                  <a:pt x="1153" y="520"/>
                </a:lnTo>
                <a:lnTo>
                  <a:pt x="1154" y="519"/>
                </a:lnTo>
                <a:lnTo>
                  <a:pt x="1156" y="519"/>
                </a:lnTo>
                <a:lnTo>
                  <a:pt x="1157" y="519"/>
                </a:lnTo>
                <a:lnTo>
                  <a:pt x="1158" y="519"/>
                </a:lnTo>
                <a:lnTo>
                  <a:pt x="1159" y="518"/>
                </a:lnTo>
                <a:lnTo>
                  <a:pt x="1160" y="518"/>
                </a:lnTo>
                <a:lnTo>
                  <a:pt x="1161" y="518"/>
                </a:lnTo>
                <a:lnTo>
                  <a:pt x="1161" y="519"/>
                </a:lnTo>
                <a:lnTo>
                  <a:pt x="1162" y="520"/>
                </a:lnTo>
                <a:lnTo>
                  <a:pt x="1163" y="520"/>
                </a:lnTo>
                <a:lnTo>
                  <a:pt x="1179" y="514"/>
                </a:lnTo>
                <a:lnTo>
                  <a:pt x="1179" y="513"/>
                </a:lnTo>
                <a:lnTo>
                  <a:pt x="1180" y="513"/>
                </a:lnTo>
                <a:lnTo>
                  <a:pt x="1180" y="512"/>
                </a:lnTo>
                <a:lnTo>
                  <a:pt x="1180" y="511"/>
                </a:lnTo>
                <a:lnTo>
                  <a:pt x="1180" y="510"/>
                </a:lnTo>
                <a:lnTo>
                  <a:pt x="1180" y="509"/>
                </a:lnTo>
                <a:lnTo>
                  <a:pt x="1181" y="508"/>
                </a:lnTo>
                <a:lnTo>
                  <a:pt x="1182" y="508"/>
                </a:lnTo>
                <a:lnTo>
                  <a:pt x="1183" y="507"/>
                </a:lnTo>
                <a:lnTo>
                  <a:pt x="1183" y="506"/>
                </a:lnTo>
                <a:lnTo>
                  <a:pt x="1184" y="505"/>
                </a:lnTo>
                <a:lnTo>
                  <a:pt x="1185" y="505"/>
                </a:lnTo>
                <a:lnTo>
                  <a:pt x="1187" y="504"/>
                </a:lnTo>
                <a:lnTo>
                  <a:pt x="1188" y="504"/>
                </a:lnTo>
                <a:lnTo>
                  <a:pt x="1189" y="503"/>
                </a:lnTo>
                <a:lnTo>
                  <a:pt x="1189" y="502"/>
                </a:lnTo>
                <a:lnTo>
                  <a:pt x="1189" y="501"/>
                </a:lnTo>
                <a:lnTo>
                  <a:pt x="1190" y="501"/>
                </a:lnTo>
                <a:lnTo>
                  <a:pt x="1190" y="500"/>
                </a:lnTo>
                <a:lnTo>
                  <a:pt x="1192" y="499"/>
                </a:lnTo>
                <a:lnTo>
                  <a:pt x="1194" y="497"/>
                </a:lnTo>
                <a:lnTo>
                  <a:pt x="1195" y="496"/>
                </a:lnTo>
                <a:lnTo>
                  <a:pt x="1196" y="495"/>
                </a:lnTo>
                <a:lnTo>
                  <a:pt x="1196" y="494"/>
                </a:lnTo>
                <a:lnTo>
                  <a:pt x="1196" y="493"/>
                </a:lnTo>
                <a:lnTo>
                  <a:pt x="1196" y="492"/>
                </a:lnTo>
                <a:lnTo>
                  <a:pt x="1195" y="491"/>
                </a:lnTo>
                <a:lnTo>
                  <a:pt x="1195" y="490"/>
                </a:lnTo>
                <a:lnTo>
                  <a:pt x="1195" y="488"/>
                </a:lnTo>
                <a:lnTo>
                  <a:pt x="1195" y="487"/>
                </a:lnTo>
                <a:lnTo>
                  <a:pt x="1195" y="486"/>
                </a:lnTo>
                <a:lnTo>
                  <a:pt x="1196" y="486"/>
                </a:lnTo>
                <a:lnTo>
                  <a:pt x="1198" y="485"/>
                </a:lnTo>
                <a:lnTo>
                  <a:pt x="1200" y="484"/>
                </a:lnTo>
                <a:lnTo>
                  <a:pt x="1200" y="483"/>
                </a:lnTo>
                <a:lnTo>
                  <a:pt x="1200" y="482"/>
                </a:lnTo>
                <a:lnTo>
                  <a:pt x="1200" y="481"/>
                </a:lnTo>
                <a:lnTo>
                  <a:pt x="1199" y="481"/>
                </a:lnTo>
                <a:lnTo>
                  <a:pt x="1198" y="480"/>
                </a:lnTo>
                <a:lnTo>
                  <a:pt x="1196" y="479"/>
                </a:lnTo>
                <a:lnTo>
                  <a:pt x="1196" y="478"/>
                </a:lnTo>
                <a:lnTo>
                  <a:pt x="1195" y="478"/>
                </a:lnTo>
                <a:lnTo>
                  <a:pt x="1195" y="477"/>
                </a:lnTo>
                <a:lnTo>
                  <a:pt x="1193" y="476"/>
                </a:lnTo>
                <a:lnTo>
                  <a:pt x="1193" y="474"/>
                </a:lnTo>
                <a:lnTo>
                  <a:pt x="1193" y="473"/>
                </a:lnTo>
                <a:lnTo>
                  <a:pt x="1192" y="472"/>
                </a:lnTo>
                <a:lnTo>
                  <a:pt x="1192" y="471"/>
                </a:lnTo>
                <a:lnTo>
                  <a:pt x="1192" y="470"/>
                </a:lnTo>
                <a:lnTo>
                  <a:pt x="1192" y="469"/>
                </a:lnTo>
                <a:lnTo>
                  <a:pt x="1192" y="468"/>
                </a:lnTo>
                <a:lnTo>
                  <a:pt x="1192" y="467"/>
                </a:lnTo>
                <a:lnTo>
                  <a:pt x="1193" y="466"/>
                </a:lnTo>
                <a:lnTo>
                  <a:pt x="1194" y="465"/>
                </a:lnTo>
                <a:lnTo>
                  <a:pt x="1195" y="465"/>
                </a:lnTo>
                <a:lnTo>
                  <a:pt x="1196" y="464"/>
                </a:lnTo>
                <a:lnTo>
                  <a:pt x="1197" y="464"/>
                </a:lnTo>
                <a:lnTo>
                  <a:pt x="1197" y="463"/>
                </a:lnTo>
                <a:lnTo>
                  <a:pt x="1198" y="463"/>
                </a:lnTo>
                <a:lnTo>
                  <a:pt x="1199" y="462"/>
                </a:lnTo>
                <a:lnTo>
                  <a:pt x="1200" y="462"/>
                </a:lnTo>
                <a:lnTo>
                  <a:pt x="1201" y="462"/>
                </a:lnTo>
                <a:lnTo>
                  <a:pt x="1201" y="461"/>
                </a:lnTo>
                <a:lnTo>
                  <a:pt x="1202" y="461"/>
                </a:lnTo>
                <a:lnTo>
                  <a:pt x="1202" y="460"/>
                </a:lnTo>
                <a:lnTo>
                  <a:pt x="1203" y="460"/>
                </a:lnTo>
                <a:lnTo>
                  <a:pt x="1202" y="460"/>
                </a:lnTo>
                <a:lnTo>
                  <a:pt x="1202" y="459"/>
                </a:lnTo>
                <a:lnTo>
                  <a:pt x="1202" y="458"/>
                </a:lnTo>
                <a:lnTo>
                  <a:pt x="1202" y="457"/>
                </a:lnTo>
                <a:lnTo>
                  <a:pt x="1202" y="456"/>
                </a:lnTo>
                <a:lnTo>
                  <a:pt x="1203" y="456"/>
                </a:lnTo>
                <a:lnTo>
                  <a:pt x="1203" y="455"/>
                </a:lnTo>
                <a:lnTo>
                  <a:pt x="1204" y="455"/>
                </a:lnTo>
                <a:lnTo>
                  <a:pt x="1205" y="454"/>
                </a:lnTo>
                <a:lnTo>
                  <a:pt x="1206" y="453"/>
                </a:lnTo>
                <a:lnTo>
                  <a:pt x="1207" y="453"/>
                </a:lnTo>
                <a:lnTo>
                  <a:pt x="1208" y="453"/>
                </a:lnTo>
                <a:lnTo>
                  <a:pt x="1209" y="453"/>
                </a:lnTo>
                <a:lnTo>
                  <a:pt x="1210" y="453"/>
                </a:lnTo>
                <a:lnTo>
                  <a:pt x="1211" y="453"/>
                </a:lnTo>
                <a:lnTo>
                  <a:pt x="1212" y="453"/>
                </a:lnTo>
                <a:lnTo>
                  <a:pt x="1214" y="453"/>
                </a:lnTo>
                <a:lnTo>
                  <a:pt x="1216" y="452"/>
                </a:lnTo>
                <a:lnTo>
                  <a:pt x="1218" y="452"/>
                </a:lnTo>
                <a:lnTo>
                  <a:pt x="1219" y="453"/>
                </a:lnTo>
                <a:lnTo>
                  <a:pt x="1220" y="453"/>
                </a:lnTo>
                <a:lnTo>
                  <a:pt x="1221" y="453"/>
                </a:lnTo>
                <a:lnTo>
                  <a:pt x="1222" y="453"/>
                </a:lnTo>
                <a:lnTo>
                  <a:pt x="1223" y="453"/>
                </a:lnTo>
                <a:lnTo>
                  <a:pt x="1224" y="453"/>
                </a:lnTo>
                <a:lnTo>
                  <a:pt x="1225" y="452"/>
                </a:lnTo>
                <a:lnTo>
                  <a:pt x="1226" y="451"/>
                </a:lnTo>
                <a:lnTo>
                  <a:pt x="1229" y="451"/>
                </a:lnTo>
                <a:lnTo>
                  <a:pt x="1230" y="452"/>
                </a:lnTo>
                <a:lnTo>
                  <a:pt x="1231" y="452"/>
                </a:lnTo>
                <a:lnTo>
                  <a:pt x="1234" y="452"/>
                </a:lnTo>
                <a:lnTo>
                  <a:pt x="1235" y="453"/>
                </a:lnTo>
                <a:lnTo>
                  <a:pt x="1237" y="455"/>
                </a:lnTo>
                <a:lnTo>
                  <a:pt x="1241" y="455"/>
                </a:lnTo>
                <a:lnTo>
                  <a:pt x="1242" y="454"/>
                </a:lnTo>
                <a:lnTo>
                  <a:pt x="1244" y="456"/>
                </a:lnTo>
                <a:lnTo>
                  <a:pt x="1246" y="456"/>
                </a:lnTo>
                <a:lnTo>
                  <a:pt x="1250" y="456"/>
                </a:lnTo>
                <a:lnTo>
                  <a:pt x="1251" y="457"/>
                </a:lnTo>
                <a:lnTo>
                  <a:pt x="1253" y="458"/>
                </a:lnTo>
                <a:lnTo>
                  <a:pt x="1254" y="459"/>
                </a:lnTo>
                <a:lnTo>
                  <a:pt x="1255" y="459"/>
                </a:lnTo>
                <a:lnTo>
                  <a:pt x="1256" y="459"/>
                </a:lnTo>
                <a:lnTo>
                  <a:pt x="1258" y="458"/>
                </a:lnTo>
                <a:lnTo>
                  <a:pt x="1259" y="458"/>
                </a:lnTo>
                <a:lnTo>
                  <a:pt x="1260" y="458"/>
                </a:lnTo>
                <a:lnTo>
                  <a:pt x="1261" y="457"/>
                </a:lnTo>
                <a:lnTo>
                  <a:pt x="1262" y="456"/>
                </a:lnTo>
                <a:lnTo>
                  <a:pt x="1262" y="455"/>
                </a:lnTo>
                <a:lnTo>
                  <a:pt x="1260" y="453"/>
                </a:lnTo>
                <a:lnTo>
                  <a:pt x="1261" y="453"/>
                </a:lnTo>
                <a:lnTo>
                  <a:pt x="1261" y="452"/>
                </a:lnTo>
                <a:lnTo>
                  <a:pt x="1262" y="452"/>
                </a:lnTo>
                <a:lnTo>
                  <a:pt x="1265" y="452"/>
                </a:lnTo>
                <a:lnTo>
                  <a:pt x="1267" y="452"/>
                </a:lnTo>
                <a:lnTo>
                  <a:pt x="1268" y="452"/>
                </a:lnTo>
                <a:lnTo>
                  <a:pt x="1269" y="451"/>
                </a:lnTo>
                <a:lnTo>
                  <a:pt x="1270" y="451"/>
                </a:lnTo>
                <a:lnTo>
                  <a:pt x="1271" y="451"/>
                </a:lnTo>
                <a:lnTo>
                  <a:pt x="1272" y="451"/>
                </a:lnTo>
                <a:lnTo>
                  <a:pt x="1273" y="451"/>
                </a:lnTo>
                <a:lnTo>
                  <a:pt x="1274" y="451"/>
                </a:lnTo>
                <a:lnTo>
                  <a:pt x="1276" y="451"/>
                </a:lnTo>
                <a:lnTo>
                  <a:pt x="1277" y="451"/>
                </a:lnTo>
                <a:lnTo>
                  <a:pt x="1278" y="450"/>
                </a:lnTo>
                <a:lnTo>
                  <a:pt x="1278" y="449"/>
                </a:lnTo>
                <a:lnTo>
                  <a:pt x="1279" y="449"/>
                </a:lnTo>
                <a:lnTo>
                  <a:pt x="1281" y="448"/>
                </a:lnTo>
                <a:lnTo>
                  <a:pt x="1282" y="448"/>
                </a:lnTo>
                <a:lnTo>
                  <a:pt x="1285" y="449"/>
                </a:lnTo>
                <a:lnTo>
                  <a:pt x="1286" y="449"/>
                </a:lnTo>
                <a:lnTo>
                  <a:pt x="1287" y="448"/>
                </a:lnTo>
                <a:lnTo>
                  <a:pt x="1288" y="448"/>
                </a:lnTo>
                <a:lnTo>
                  <a:pt x="1290" y="449"/>
                </a:lnTo>
                <a:lnTo>
                  <a:pt x="1290" y="451"/>
                </a:lnTo>
                <a:lnTo>
                  <a:pt x="1290" y="452"/>
                </a:lnTo>
                <a:lnTo>
                  <a:pt x="1292" y="452"/>
                </a:lnTo>
                <a:lnTo>
                  <a:pt x="1293" y="452"/>
                </a:lnTo>
                <a:lnTo>
                  <a:pt x="1293" y="453"/>
                </a:lnTo>
                <a:lnTo>
                  <a:pt x="1294" y="454"/>
                </a:lnTo>
                <a:lnTo>
                  <a:pt x="1294" y="455"/>
                </a:lnTo>
                <a:lnTo>
                  <a:pt x="1294" y="456"/>
                </a:lnTo>
                <a:lnTo>
                  <a:pt x="1293" y="457"/>
                </a:lnTo>
                <a:lnTo>
                  <a:pt x="1292" y="457"/>
                </a:lnTo>
                <a:lnTo>
                  <a:pt x="1292" y="458"/>
                </a:lnTo>
                <a:lnTo>
                  <a:pt x="1293" y="459"/>
                </a:lnTo>
                <a:lnTo>
                  <a:pt x="1293" y="460"/>
                </a:lnTo>
                <a:lnTo>
                  <a:pt x="1292" y="460"/>
                </a:lnTo>
                <a:lnTo>
                  <a:pt x="1292" y="461"/>
                </a:lnTo>
                <a:lnTo>
                  <a:pt x="1291" y="461"/>
                </a:lnTo>
                <a:lnTo>
                  <a:pt x="1291" y="462"/>
                </a:lnTo>
                <a:lnTo>
                  <a:pt x="1292" y="463"/>
                </a:lnTo>
                <a:lnTo>
                  <a:pt x="1293" y="463"/>
                </a:lnTo>
                <a:lnTo>
                  <a:pt x="1294" y="463"/>
                </a:lnTo>
                <a:lnTo>
                  <a:pt x="1295" y="463"/>
                </a:lnTo>
                <a:lnTo>
                  <a:pt x="1295" y="464"/>
                </a:lnTo>
                <a:lnTo>
                  <a:pt x="1296" y="464"/>
                </a:lnTo>
                <a:lnTo>
                  <a:pt x="1296" y="465"/>
                </a:lnTo>
                <a:lnTo>
                  <a:pt x="1295" y="466"/>
                </a:lnTo>
                <a:lnTo>
                  <a:pt x="1296" y="467"/>
                </a:lnTo>
                <a:lnTo>
                  <a:pt x="1296" y="468"/>
                </a:lnTo>
                <a:lnTo>
                  <a:pt x="1297" y="468"/>
                </a:lnTo>
                <a:lnTo>
                  <a:pt x="1298" y="468"/>
                </a:lnTo>
                <a:lnTo>
                  <a:pt x="1298" y="469"/>
                </a:lnTo>
                <a:lnTo>
                  <a:pt x="1297" y="469"/>
                </a:lnTo>
                <a:lnTo>
                  <a:pt x="1296" y="470"/>
                </a:lnTo>
                <a:lnTo>
                  <a:pt x="1295" y="470"/>
                </a:lnTo>
                <a:lnTo>
                  <a:pt x="1295" y="471"/>
                </a:lnTo>
                <a:lnTo>
                  <a:pt x="1295" y="472"/>
                </a:lnTo>
                <a:lnTo>
                  <a:pt x="1294" y="473"/>
                </a:lnTo>
                <a:lnTo>
                  <a:pt x="1292" y="472"/>
                </a:lnTo>
                <a:lnTo>
                  <a:pt x="1291" y="472"/>
                </a:lnTo>
                <a:lnTo>
                  <a:pt x="1290" y="472"/>
                </a:lnTo>
                <a:lnTo>
                  <a:pt x="1289" y="472"/>
                </a:lnTo>
                <a:lnTo>
                  <a:pt x="1289" y="473"/>
                </a:lnTo>
                <a:lnTo>
                  <a:pt x="1289" y="474"/>
                </a:lnTo>
                <a:lnTo>
                  <a:pt x="1288" y="474"/>
                </a:lnTo>
                <a:lnTo>
                  <a:pt x="1287" y="474"/>
                </a:lnTo>
                <a:lnTo>
                  <a:pt x="1286" y="474"/>
                </a:lnTo>
                <a:lnTo>
                  <a:pt x="1285" y="474"/>
                </a:lnTo>
                <a:lnTo>
                  <a:pt x="1284" y="474"/>
                </a:lnTo>
                <a:lnTo>
                  <a:pt x="1284" y="475"/>
                </a:lnTo>
                <a:lnTo>
                  <a:pt x="1284" y="476"/>
                </a:lnTo>
                <a:lnTo>
                  <a:pt x="1283" y="479"/>
                </a:lnTo>
                <a:lnTo>
                  <a:pt x="1283" y="480"/>
                </a:lnTo>
                <a:lnTo>
                  <a:pt x="1284" y="480"/>
                </a:lnTo>
                <a:lnTo>
                  <a:pt x="1285" y="480"/>
                </a:lnTo>
                <a:lnTo>
                  <a:pt x="1287" y="480"/>
                </a:lnTo>
                <a:lnTo>
                  <a:pt x="1287" y="481"/>
                </a:lnTo>
                <a:lnTo>
                  <a:pt x="1287" y="482"/>
                </a:lnTo>
                <a:lnTo>
                  <a:pt x="1288" y="482"/>
                </a:lnTo>
                <a:lnTo>
                  <a:pt x="1288" y="483"/>
                </a:lnTo>
                <a:lnTo>
                  <a:pt x="1289" y="483"/>
                </a:lnTo>
                <a:lnTo>
                  <a:pt x="1290" y="484"/>
                </a:lnTo>
                <a:lnTo>
                  <a:pt x="1291" y="484"/>
                </a:lnTo>
                <a:lnTo>
                  <a:pt x="1291" y="485"/>
                </a:lnTo>
                <a:lnTo>
                  <a:pt x="1290" y="485"/>
                </a:lnTo>
                <a:lnTo>
                  <a:pt x="1289" y="485"/>
                </a:lnTo>
                <a:lnTo>
                  <a:pt x="1288" y="485"/>
                </a:lnTo>
                <a:lnTo>
                  <a:pt x="1289" y="486"/>
                </a:lnTo>
                <a:lnTo>
                  <a:pt x="1290" y="487"/>
                </a:lnTo>
                <a:lnTo>
                  <a:pt x="1291" y="487"/>
                </a:lnTo>
                <a:lnTo>
                  <a:pt x="1292" y="487"/>
                </a:lnTo>
                <a:lnTo>
                  <a:pt x="1294" y="487"/>
                </a:lnTo>
                <a:lnTo>
                  <a:pt x="1295" y="487"/>
                </a:lnTo>
                <a:lnTo>
                  <a:pt x="1296" y="489"/>
                </a:lnTo>
                <a:lnTo>
                  <a:pt x="1298" y="490"/>
                </a:lnTo>
                <a:lnTo>
                  <a:pt x="1300" y="491"/>
                </a:lnTo>
                <a:lnTo>
                  <a:pt x="1301" y="492"/>
                </a:lnTo>
                <a:lnTo>
                  <a:pt x="1302" y="491"/>
                </a:lnTo>
                <a:lnTo>
                  <a:pt x="1303" y="490"/>
                </a:lnTo>
                <a:lnTo>
                  <a:pt x="1304" y="490"/>
                </a:lnTo>
                <a:lnTo>
                  <a:pt x="1306" y="491"/>
                </a:lnTo>
                <a:lnTo>
                  <a:pt x="1308" y="492"/>
                </a:lnTo>
                <a:lnTo>
                  <a:pt x="1310" y="493"/>
                </a:lnTo>
                <a:lnTo>
                  <a:pt x="1311" y="494"/>
                </a:lnTo>
                <a:lnTo>
                  <a:pt x="1311" y="496"/>
                </a:lnTo>
                <a:lnTo>
                  <a:pt x="1312" y="496"/>
                </a:lnTo>
                <a:lnTo>
                  <a:pt x="1313" y="496"/>
                </a:lnTo>
                <a:lnTo>
                  <a:pt x="1314" y="496"/>
                </a:lnTo>
                <a:lnTo>
                  <a:pt x="1315" y="496"/>
                </a:lnTo>
                <a:lnTo>
                  <a:pt x="1315" y="497"/>
                </a:lnTo>
                <a:lnTo>
                  <a:pt x="1313" y="499"/>
                </a:lnTo>
                <a:lnTo>
                  <a:pt x="1312" y="500"/>
                </a:lnTo>
                <a:lnTo>
                  <a:pt x="1311" y="500"/>
                </a:lnTo>
                <a:lnTo>
                  <a:pt x="1311" y="501"/>
                </a:lnTo>
                <a:lnTo>
                  <a:pt x="1309" y="502"/>
                </a:lnTo>
                <a:lnTo>
                  <a:pt x="1308" y="502"/>
                </a:lnTo>
                <a:lnTo>
                  <a:pt x="1308" y="503"/>
                </a:lnTo>
                <a:lnTo>
                  <a:pt x="1309" y="504"/>
                </a:lnTo>
                <a:lnTo>
                  <a:pt x="1309" y="505"/>
                </a:lnTo>
                <a:lnTo>
                  <a:pt x="1308" y="505"/>
                </a:lnTo>
                <a:lnTo>
                  <a:pt x="1306" y="506"/>
                </a:lnTo>
                <a:lnTo>
                  <a:pt x="1305" y="507"/>
                </a:lnTo>
                <a:lnTo>
                  <a:pt x="1304" y="507"/>
                </a:lnTo>
                <a:lnTo>
                  <a:pt x="1303" y="508"/>
                </a:lnTo>
                <a:lnTo>
                  <a:pt x="1303" y="509"/>
                </a:lnTo>
                <a:lnTo>
                  <a:pt x="1304" y="510"/>
                </a:lnTo>
                <a:lnTo>
                  <a:pt x="1304" y="511"/>
                </a:lnTo>
                <a:lnTo>
                  <a:pt x="1305" y="511"/>
                </a:lnTo>
                <a:lnTo>
                  <a:pt x="1306" y="511"/>
                </a:lnTo>
                <a:lnTo>
                  <a:pt x="1307" y="511"/>
                </a:lnTo>
                <a:lnTo>
                  <a:pt x="1308" y="512"/>
                </a:lnTo>
                <a:lnTo>
                  <a:pt x="1309" y="513"/>
                </a:lnTo>
                <a:lnTo>
                  <a:pt x="1310" y="513"/>
                </a:lnTo>
                <a:lnTo>
                  <a:pt x="1311" y="513"/>
                </a:lnTo>
                <a:lnTo>
                  <a:pt x="1312" y="513"/>
                </a:lnTo>
                <a:lnTo>
                  <a:pt x="1313" y="513"/>
                </a:lnTo>
                <a:lnTo>
                  <a:pt x="1314" y="513"/>
                </a:lnTo>
                <a:lnTo>
                  <a:pt x="1315" y="513"/>
                </a:lnTo>
                <a:lnTo>
                  <a:pt x="1316" y="513"/>
                </a:lnTo>
                <a:lnTo>
                  <a:pt x="1317" y="514"/>
                </a:lnTo>
                <a:lnTo>
                  <a:pt x="1317" y="515"/>
                </a:lnTo>
                <a:lnTo>
                  <a:pt x="1317" y="516"/>
                </a:lnTo>
                <a:lnTo>
                  <a:pt x="1318" y="516"/>
                </a:lnTo>
                <a:lnTo>
                  <a:pt x="1318" y="515"/>
                </a:lnTo>
                <a:lnTo>
                  <a:pt x="1319" y="515"/>
                </a:lnTo>
                <a:lnTo>
                  <a:pt x="1320" y="515"/>
                </a:lnTo>
                <a:lnTo>
                  <a:pt x="1322" y="517"/>
                </a:lnTo>
                <a:lnTo>
                  <a:pt x="1323" y="518"/>
                </a:lnTo>
                <a:lnTo>
                  <a:pt x="1324" y="519"/>
                </a:lnTo>
                <a:lnTo>
                  <a:pt x="1325" y="518"/>
                </a:lnTo>
                <a:lnTo>
                  <a:pt x="1326" y="518"/>
                </a:lnTo>
                <a:lnTo>
                  <a:pt x="1328" y="518"/>
                </a:lnTo>
                <a:lnTo>
                  <a:pt x="1329" y="518"/>
                </a:lnTo>
                <a:lnTo>
                  <a:pt x="1330" y="519"/>
                </a:lnTo>
                <a:lnTo>
                  <a:pt x="1333" y="520"/>
                </a:lnTo>
                <a:lnTo>
                  <a:pt x="1335" y="520"/>
                </a:lnTo>
                <a:lnTo>
                  <a:pt x="1337" y="521"/>
                </a:lnTo>
                <a:lnTo>
                  <a:pt x="1338" y="522"/>
                </a:lnTo>
                <a:lnTo>
                  <a:pt x="1339" y="522"/>
                </a:lnTo>
                <a:lnTo>
                  <a:pt x="1338" y="523"/>
                </a:lnTo>
                <a:lnTo>
                  <a:pt x="1338" y="524"/>
                </a:lnTo>
                <a:lnTo>
                  <a:pt x="1339" y="525"/>
                </a:lnTo>
                <a:lnTo>
                  <a:pt x="1341" y="526"/>
                </a:lnTo>
                <a:lnTo>
                  <a:pt x="1342" y="527"/>
                </a:lnTo>
                <a:lnTo>
                  <a:pt x="1344" y="527"/>
                </a:lnTo>
                <a:lnTo>
                  <a:pt x="1345" y="528"/>
                </a:lnTo>
                <a:lnTo>
                  <a:pt x="1346" y="529"/>
                </a:lnTo>
                <a:lnTo>
                  <a:pt x="1347" y="529"/>
                </a:lnTo>
                <a:lnTo>
                  <a:pt x="1348" y="529"/>
                </a:lnTo>
                <a:lnTo>
                  <a:pt x="1349" y="528"/>
                </a:lnTo>
                <a:lnTo>
                  <a:pt x="1351" y="527"/>
                </a:lnTo>
                <a:lnTo>
                  <a:pt x="1352" y="527"/>
                </a:lnTo>
                <a:lnTo>
                  <a:pt x="1353" y="527"/>
                </a:lnTo>
                <a:lnTo>
                  <a:pt x="1353" y="528"/>
                </a:lnTo>
                <a:lnTo>
                  <a:pt x="1353" y="529"/>
                </a:lnTo>
                <a:lnTo>
                  <a:pt x="1353" y="530"/>
                </a:lnTo>
                <a:lnTo>
                  <a:pt x="1354" y="531"/>
                </a:lnTo>
                <a:lnTo>
                  <a:pt x="1355" y="532"/>
                </a:lnTo>
                <a:lnTo>
                  <a:pt x="1356" y="532"/>
                </a:lnTo>
                <a:lnTo>
                  <a:pt x="1357" y="531"/>
                </a:lnTo>
                <a:lnTo>
                  <a:pt x="1358" y="531"/>
                </a:lnTo>
                <a:lnTo>
                  <a:pt x="1358" y="532"/>
                </a:lnTo>
                <a:lnTo>
                  <a:pt x="1358" y="533"/>
                </a:lnTo>
                <a:lnTo>
                  <a:pt x="1359" y="534"/>
                </a:lnTo>
                <a:lnTo>
                  <a:pt x="1360" y="534"/>
                </a:lnTo>
                <a:lnTo>
                  <a:pt x="1361" y="535"/>
                </a:lnTo>
                <a:lnTo>
                  <a:pt x="1360" y="536"/>
                </a:lnTo>
                <a:lnTo>
                  <a:pt x="1359" y="538"/>
                </a:lnTo>
                <a:lnTo>
                  <a:pt x="1358" y="539"/>
                </a:lnTo>
                <a:lnTo>
                  <a:pt x="1358" y="540"/>
                </a:lnTo>
                <a:lnTo>
                  <a:pt x="1358" y="541"/>
                </a:lnTo>
                <a:lnTo>
                  <a:pt x="1359" y="541"/>
                </a:lnTo>
                <a:lnTo>
                  <a:pt x="1359" y="542"/>
                </a:lnTo>
                <a:lnTo>
                  <a:pt x="1360" y="543"/>
                </a:lnTo>
                <a:lnTo>
                  <a:pt x="1360" y="544"/>
                </a:lnTo>
                <a:lnTo>
                  <a:pt x="1360" y="546"/>
                </a:lnTo>
                <a:lnTo>
                  <a:pt x="1360" y="547"/>
                </a:lnTo>
                <a:lnTo>
                  <a:pt x="1361" y="547"/>
                </a:lnTo>
                <a:lnTo>
                  <a:pt x="1362" y="547"/>
                </a:lnTo>
                <a:lnTo>
                  <a:pt x="1363" y="548"/>
                </a:lnTo>
                <a:lnTo>
                  <a:pt x="1363" y="549"/>
                </a:lnTo>
                <a:lnTo>
                  <a:pt x="1363" y="550"/>
                </a:lnTo>
                <a:lnTo>
                  <a:pt x="1364" y="551"/>
                </a:lnTo>
                <a:lnTo>
                  <a:pt x="1366" y="551"/>
                </a:lnTo>
                <a:lnTo>
                  <a:pt x="1367" y="551"/>
                </a:lnTo>
                <a:lnTo>
                  <a:pt x="1368" y="551"/>
                </a:lnTo>
                <a:lnTo>
                  <a:pt x="1369" y="551"/>
                </a:lnTo>
                <a:lnTo>
                  <a:pt x="1370" y="551"/>
                </a:lnTo>
                <a:lnTo>
                  <a:pt x="1371" y="551"/>
                </a:lnTo>
                <a:lnTo>
                  <a:pt x="1371" y="552"/>
                </a:lnTo>
                <a:lnTo>
                  <a:pt x="1371" y="553"/>
                </a:lnTo>
                <a:lnTo>
                  <a:pt x="1372" y="553"/>
                </a:lnTo>
                <a:lnTo>
                  <a:pt x="1374" y="553"/>
                </a:lnTo>
                <a:lnTo>
                  <a:pt x="1374" y="554"/>
                </a:lnTo>
                <a:lnTo>
                  <a:pt x="1375" y="554"/>
                </a:lnTo>
                <a:lnTo>
                  <a:pt x="1376" y="555"/>
                </a:lnTo>
                <a:lnTo>
                  <a:pt x="1377" y="555"/>
                </a:lnTo>
                <a:lnTo>
                  <a:pt x="1379" y="556"/>
                </a:lnTo>
                <a:lnTo>
                  <a:pt x="1380" y="558"/>
                </a:lnTo>
                <a:lnTo>
                  <a:pt x="1381" y="558"/>
                </a:lnTo>
                <a:lnTo>
                  <a:pt x="1382" y="558"/>
                </a:lnTo>
                <a:lnTo>
                  <a:pt x="1385" y="558"/>
                </a:lnTo>
                <a:lnTo>
                  <a:pt x="1387" y="558"/>
                </a:lnTo>
                <a:lnTo>
                  <a:pt x="1389" y="558"/>
                </a:lnTo>
                <a:lnTo>
                  <a:pt x="1390" y="558"/>
                </a:lnTo>
                <a:lnTo>
                  <a:pt x="1391" y="558"/>
                </a:lnTo>
                <a:lnTo>
                  <a:pt x="1391" y="559"/>
                </a:lnTo>
                <a:lnTo>
                  <a:pt x="1392" y="560"/>
                </a:lnTo>
                <a:lnTo>
                  <a:pt x="1395" y="562"/>
                </a:lnTo>
                <a:lnTo>
                  <a:pt x="1398" y="563"/>
                </a:lnTo>
                <a:lnTo>
                  <a:pt x="1399" y="565"/>
                </a:lnTo>
                <a:lnTo>
                  <a:pt x="1400" y="566"/>
                </a:lnTo>
                <a:lnTo>
                  <a:pt x="1400" y="567"/>
                </a:lnTo>
                <a:lnTo>
                  <a:pt x="1400" y="568"/>
                </a:lnTo>
                <a:lnTo>
                  <a:pt x="1401" y="568"/>
                </a:lnTo>
                <a:lnTo>
                  <a:pt x="1401" y="569"/>
                </a:lnTo>
                <a:lnTo>
                  <a:pt x="1402" y="569"/>
                </a:lnTo>
                <a:lnTo>
                  <a:pt x="1402" y="570"/>
                </a:lnTo>
                <a:lnTo>
                  <a:pt x="1403" y="570"/>
                </a:lnTo>
                <a:lnTo>
                  <a:pt x="1405" y="571"/>
                </a:lnTo>
                <a:lnTo>
                  <a:pt x="1407" y="570"/>
                </a:lnTo>
                <a:lnTo>
                  <a:pt x="1409" y="570"/>
                </a:lnTo>
                <a:lnTo>
                  <a:pt x="1410" y="570"/>
                </a:lnTo>
                <a:lnTo>
                  <a:pt x="1411" y="570"/>
                </a:lnTo>
                <a:lnTo>
                  <a:pt x="1413" y="570"/>
                </a:lnTo>
                <a:lnTo>
                  <a:pt x="1414" y="571"/>
                </a:lnTo>
                <a:lnTo>
                  <a:pt x="1415" y="571"/>
                </a:lnTo>
                <a:lnTo>
                  <a:pt x="1416" y="571"/>
                </a:lnTo>
                <a:lnTo>
                  <a:pt x="1418" y="571"/>
                </a:lnTo>
                <a:lnTo>
                  <a:pt x="1418" y="570"/>
                </a:lnTo>
                <a:lnTo>
                  <a:pt x="1419" y="570"/>
                </a:lnTo>
                <a:lnTo>
                  <a:pt x="1421" y="570"/>
                </a:lnTo>
                <a:lnTo>
                  <a:pt x="1422" y="570"/>
                </a:lnTo>
                <a:lnTo>
                  <a:pt x="1422" y="569"/>
                </a:lnTo>
                <a:lnTo>
                  <a:pt x="1423" y="567"/>
                </a:lnTo>
                <a:lnTo>
                  <a:pt x="1426" y="566"/>
                </a:lnTo>
                <a:lnTo>
                  <a:pt x="1428" y="566"/>
                </a:lnTo>
                <a:lnTo>
                  <a:pt x="1429" y="566"/>
                </a:lnTo>
                <a:lnTo>
                  <a:pt x="1430" y="565"/>
                </a:lnTo>
                <a:lnTo>
                  <a:pt x="1431" y="564"/>
                </a:lnTo>
                <a:lnTo>
                  <a:pt x="1431" y="565"/>
                </a:lnTo>
                <a:lnTo>
                  <a:pt x="1432" y="565"/>
                </a:lnTo>
                <a:lnTo>
                  <a:pt x="1437" y="566"/>
                </a:lnTo>
                <a:lnTo>
                  <a:pt x="1439" y="566"/>
                </a:lnTo>
                <a:lnTo>
                  <a:pt x="1440" y="566"/>
                </a:lnTo>
                <a:lnTo>
                  <a:pt x="1444" y="565"/>
                </a:lnTo>
                <a:lnTo>
                  <a:pt x="1446" y="565"/>
                </a:lnTo>
                <a:lnTo>
                  <a:pt x="1447" y="565"/>
                </a:lnTo>
                <a:lnTo>
                  <a:pt x="1449" y="566"/>
                </a:lnTo>
                <a:lnTo>
                  <a:pt x="1450" y="567"/>
                </a:lnTo>
                <a:lnTo>
                  <a:pt x="1450" y="568"/>
                </a:lnTo>
                <a:lnTo>
                  <a:pt x="1450" y="569"/>
                </a:lnTo>
                <a:lnTo>
                  <a:pt x="1449" y="570"/>
                </a:lnTo>
                <a:lnTo>
                  <a:pt x="1449" y="571"/>
                </a:lnTo>
                <a:lnTo>
                  <a:pt x="1450" y="572"/>
                </a:lnTo>
                <a:lnTo>
                  <a:pt x="1450" y="573"/>
                </a:lnTo>
                <a:lnTo>
                  <a:pt x="1451" y="574"/>
                </a:lnTo>
                <a:lnTo>
                  <a:pt x="1452" y="574"/>
                </a:lnTo>
                <a:lnTo>
                  <a:pt x="1454" y="574"/>
                </a:lnTo>
                <a:lnTo>
                  <a:pt x="1455" y="575"/>
                </a:lnTo>
                <a:lnTo>
                  <a:pt x="1454" y="577"/>
                </a:lnTo>
                <a:lnTo>
                  <a:pt x="1454" y="578"/>
                </a:lnTo>
                <a:lnTo>
                  <a:pt x="1455" y="578"/>
                </a:lnTo>
                <a:lnTo>
                  <a:pt x="1458" y="579"/>
                </a:lnTo>
                <a:lnTo>
                  <a:pt x="1459" y="579"/>
                </a:lnTo>
                <a:lnTo>
                  <a:pt x="1461" y="579"/>
                </a:lnTo>
                <a:lnTo>
                  <a:pt x="1462" y="579"/>
                </a:lnTo>
                <a:lnTo>
                  <a:pt x="1463" y="580"/>
                </a:lnTo>
                <a:lnTo>
                  <a:pt x="1464" y="581"/>
                </a:lnTo>
                <a:lnTo>
                  <a:pt x="1464" y="582"/>
                </a:lnTo>
                <a:lnTo>
                  <a:pt x="1464" y="583"/>
                </a:lnTo>
                <a:lnTo>
                  <a:pt x="1464" y="584"/>
                </a:lnTo>
                <a:lnTo>
                  <a:pt x="1465" y="586"/>
                </a:lnTo>
                <a:lnTo>
                  <a:pt x="1467" y="586"/>
                </a:lnTo>
                <a:lnTo>
                  <a:pt x="1468" y="586"/>
                </a:lnTo>
                <a:lnTo>
                  <a:pt x="1469" y="586"/>
                </a:lnTo>
                <a:lnTo>
                  <a:pt x="1471" y="586"/>
                </a:lnTo>
                <a:lnTo>
                  <a:pt x="1473" y="586"/>
                </a:lnTo>
                <a:lnTo>
                  <a:pt x="1474" y="586"/>
                </a:lnTo>
                <a:lnTo>
                  <a:pt x="1475" y="586"/>
                </a:lnTo>
                <a:lnTo>
                  <a:pt x="1476" y="586"/>
                </a:lnTo>
                <a:lnTo>
                  <a:pt x="1477" y="586"/>
                </a:lnTo>
                <a:lnTo>
                  <a:pt x="1478" y="586"/>
                </a:lnTo>
                <a:lnTo>
                  <a:pt x="1479" y="586"/>
                </a:lnTo>
                <a:lnTo>
                  <a:pt x="1481" y="586"/>
                </a:lnTo>
                <a:lnTo>
                  <a:pt x="1482" y="586"/>
                </a:lnTo>
                <a:lnTo>
                  <a:pt x="1483" y="586"/>
                </a:lnTo>
                <a:lnTo>
                  <a:pt x="1483" y="584"/>
                </a:lnTo>
                <a:lnTo>
                  <a:pt x="1483" y="583"/>
                </a:lnTo>
                <a:lnTo>
                  <a:pt x="1483" y="581"/>
                </a:lnTo>
                <a:lnTo>
                  <a:pt x="1484" y="581"/>
                </a:lnTo>
                <a:lnTo>
                  <a:pt x="1485" y="581"/>
                </a:lnTo>
                <a:lnTo>
                  <a:pt x="1487" y="581"/>
                </a:lnTo>
                <a:lnTo>
                  <a:pt x="1488" y="582"/>
                </a:lnTo>
                <a:lnTo>
                  <a:pt x="1489" y="582"/>
                </a:lnTo>
                <a:lnTo>
                  <a:pt x="1490" y="582"/>
                </a:lnTo>
                <a:lnTo>
                  <a:pt x="1491" y="582"/>
                </a:lnTo>
                <a:lnTo>
                  <a:pt x="1492" y="581"/>
                </a:lnTo>
                <a:lnTo>
                  <a:pt x="1493" y="581"/>
                </a:lnTo>
                <a:lnTo>
                  <a:pt x="1493" y="582"/>
                </a:lnTo>
                <a:lnTo>
                  <a:pt x="1494" y="582"/>
                </a:lnTo>
                <a:lnTo>
                  <a:pt x="1494" y="583"/>
                </a:lnTo>
                <a:lnTo>
                  <a:pt x="1494" y="585"/>
                </a:lnTo>
                <a:lnTo>
                  <a:pt x="1494" y="586"/>
                </a:lnTo>
                <a:lnTo>
                  <a:pt x="1493" y="587"/>
                </a:lnTo>
                <a:lnTo>
                  <a:pt x="1493" y="589"/>
                </a:lnTo>
                <a:lnTo>
                  <a:pt x="1493" y="590"/>
                </a:lnTo>
                <a:lnTo>
                  <a:pt x="1493" y="591"/>
                </a:lnTo>
                <a:lnTo>
                  <a:pt x="1494" y="592"/>
                </a:lnTo>
                <a:lnTo>
                  <a:pt x="1494" y="593"/>
                </a:lnTo>
                <a:lnTo>
                  <a:pt x="1496" y="594"/>
                </a:lnTo>
                <a:lnTo>
                  <a:pt x="1497" y="595"/>
                </a:lnTo>
                <a:lnTo>
                  <a:pt x="1498" y="597"/>
                </a:lnTo>
                <a:lnTo>
                  <a:pt x="1500" y="598"/>
                </a:lnTo>
                <a:lnTo>
                  <a:pt x="1502" y="597"/>
                </a:lnTo>
                <a:lnTo>
                  <a:pt x="1504" y="597"/>
                </a:lnTo>
                <a:lnTo>
                  <a:pt x="1505" y="598"/>
                </a:lnTo>
                <a:lnTo>
                  <a:pt x="1506" y="599"/>
                </a:lnTo>
                <a:lnTo>
                  <a:pt x="1507" y="599"/>
                </a:lnTo>
                <a:lnTo>
                  <a:pt x="1507" y="600"/>
                </a:lnTo>
                <a:lnTo>
                  <a:pt x="1508" y="599"/>
                </a:lnTo>
                <a:lnTo>
                  <a:pt x="1509" y="599"/>
                </a:lnTo>
                <a:lnTo>
                  <a:pt x="1511" y="600"/>
                </a:lnTo>
                <a:lnTo>
                  <a:pt x="1513" y="601"/>
                </a:lnTo>
                <a:lnTo>
                  <a:pt x="1515" y="602"/>
                </a:lnTo>
                <a:lnTo>
                  <a:pt x="1518" y="603"/>
                </a:lnTo>
                <a:lnTo>
                  <a:pt x="1519" y="603"/>
                </a:lnTo>
                <a:lnTo>
                  <a:pt x="1520" y="604"/>
                </a:lnTo>
                <a:lnTo>
                  <a:pt x="1520" y="605"/>
                </a:lnTo>
                <a:lnTo>
                  <a:pt x="1522" y="605"/>
                </a:lnTo>
                <a:lnTo>
                  <a:pt x="1522" y="606"/>
                </a:lnTo>
                <a:lnTo>
                  <a:pt x="1519" y="605"/>
                </a:lnTo>
                <a:lnTo>
                  <a:pt x="1518" y="606"/>
                </a:lnTo>
                <a:lnTo>
                  <a:pt x="1518" y="607"/>
                </a:lnTo>
                <a:lnTo>
                  <a:pt x="1518" y="608"/>
                </a:lnTo>
                <a:lnTo>
                  <a:pt x="1521" y="610"/>
                </a:lnTo>
                <a:lnTo>
                  <a:pt x="1521" y="612"/>
                </a:lnTo>
                <a:lnTo>
                  <a:pt x="1522" y="614"/>
                </a:lnTo>
                <a:lnTo>
                  <a:pt x="1523" y="615"/>
                </a:lnTo>
                <a:lnTo>
                  <a:pt x="1523" y="616"/>
                </a:lnTo>
                <a:lnTo>
                  <a:pt x="1526" y="618"/>
                </a:lnTo>
                <a:lnTo>
                  <a:pt x="1528" y="619"/>
                </a:lnTo>
                <a:lnTo>
                  <a:pt x="1529" y="620"/>
                </a:lnTo>
                <a:lnTo>
                  <a:pt x="1529" y="622"/>
                </a:lnTo>
                <a:lnTo>
                  <a:pt x="1529" y="624"/>
                </a:lnTo>
                <a:lnTo>
                  <a:pt x="1529" y="625"/>
                </a:lnTo>
                <a:lnTo>
                  <a:pt x="1528" y="626"/>
                </a:lnTo>
                <a:lnTo>
                  <a:pt x="1528" y="627"/>
                </a:lnTo>
                <a:lnTo>
                  <a:pt x="1528" y="628"/>
                </a:lnTo>
                <a:lnTo>
                  <a:pt x="1528" y="629"/>
                </a:lnTo>
                <a:lnTo>
                  <a:pt x="1528" y="630"/>
                </a:lnTo>
                <a:lnTo>
                  <a:pt x="1529" y="630"/>
                </a:lnTo>
                <a:lnTo>
                  <a:pt x="1530" y="630"/>
                </a:lnTo>
                <a:lnTo>
                  <a:pt x="1531" y="630"/>
                </a:lnTo>
                <a:lnTo>
                  <a:pt x="1532" y="630"/>
                </a:lnTo>
                <a:lnTo>
                  <a:pt x="1532" y="631"/>
                </a:lnTo>
                <a:lnTo>
                  <a:pt x="1533" y="631"/>
                </a:lnTo>
                <a:lnTo>
                  <a:pt x="1534" y="632"/>
                </a:lnTo>
                <a:lnTo>
                  <a:pt x="1534" y="633"/>
                </a:lnTo>
                <a:lnTo>
                  <a:pt x="1533" y="634"/>
                </a:lnTo>
                <a:lnTo>
                  <a:pt x="1532" y="635"/>
                </a:lnTo>
                <a:lnTo>
                  <a:pt x="1532" y="636"/>
                </a:lnTo>
                <a:lnTo>
                  <a:pt x="1532" y="637"/>
                </a:lnTo>
                <a:lnTo>
                  <a:pt x="1531" y="638"/>
                </a:lnTo>
                <a:lnTo>
                  <a:pt x="1531" y="639"/>
                </a:lnTo>
                <a:lnTo>
                  <a:pt x="1533" y="641"/>
                </a:lnTo>
                <a:lnTo>
                  <a:pt x="1534" y="643"/>
                </a:lnTo>
                <a:lnTo>
                  <a:pt x="1535" y="646"/>
                </a:lnTo>
                <a:lnTo>
                  <a:pt x="1535" y="647"/>
                </a:lnTo>
                <a:lnTo>
                  <a:pt x="1537" y="648"/>
                </a:lnTo>
                <a:lnTo>
                  <a:pt x="1537" y="649"/>
                </a:lnTo>
                <a:lnTo>
                  <a:pt x="1537" y="650"/>
                </a:lnTo>
                <a:lnTo>
                  <a:pt x="1539" y="652"/>
                </a:lnTo>
                <a:lnTo>
                  <a:pt x="1540" y="653"/>
                </a:lnTo>
                <a:lnTo>
                  <a:pt x="1540" y="654"/>
                </a:lnTo>
                <a:lnTo>
                  <a:pt x="1541" y="655"/>
                </a:lnTo>
                <a:lnTo>
                  <a:pt x="1542" y="655"/>
                </a:lnTo>
                <a:lnTo>
                  <a:pt x="1543" y="656"/>
                </a:lnTo>
                <a:lnTo>
                  <a:pt x="1543" y="657"/>
                </a:lnTo>
                <a:lnTo>
                  <a:pt x="1544" y="658"/>
                </a:lnTo>
                <a:lnTo>
                  <a:pt x="1545" y="658"/>
                </a:lnTo>
                <a:lnTo>
                  <a:pt x="1546" y="659"/>
                </a:lnTo>
                <a:lnTo>
                  <a:pt x="1546" y="660"/>
                </a:lnTo>
                <a:lnTo>
                  <a:pt x="1546" y="661"/>
                </a:lnTo>
                <a:lnTo>
                  <a:pt x="1547" y="662"/>
                </a:lnTo>
                <a:lnTo>
                  <a:pt x="1548" y="663"/>
                </a:lnTo>
                <a:lnTo>
                  <a:pt x="1549" y="664"/>
                </a:lnTo>
                <a:lnTo>
                  <a:pt x="1550" y="665"/>
                </a:lnTo>
                <a:lnTo>
                  <a:pt x="1551" y="666"/>
                </a:lnTo>
                <a:lnTo>
                  <a:pt x="1552" y="667"/>
                </a:lnTo>
                <a:lnTo>
                  <a:pt x="1553" y="669"/>
                </a:lnTo>
                <a:lnTo>
                  <a:pt x="1554" y="669"/>
                </a:lnTo>
                <a:lnTo>
                  <a:pt x="1555" y="670"/>
                </a:lnTo>
                <a:lnTo>
                  <a:pt x="1555" y="671"/>
                </a:lnTo>
                <a:lnTo>
                  <a:pt x="1555" y="672"/>
                </a:lnTo>
                <a:lnTo>
                  <a:pt x="1557" y="672"/>
                </a:lnTo>
                <a:lnTo>
                  <a:pt x="1558" y="672"/>
                </a:lnTo>
                <a:lnTo>
                  <a:pt x="1559" y="672"/>
                </a:lnTo>
                <a:lnTo>
                  <a:pt x="1561" y="672"/>
                </a:lnTo>
                <a:lnTo>
                  <a:pt x="1563" y="673"/>
                </a:lnTo>
                <a:lnTo>
                  <a:pt x="1565" y="674"/>
                </a:lnTo>
                <a:lnTo>
                  <a:pt x="1566" y="675"/>
                </a:lnTo>
                <a:lnTo>
                  <a:pt x="1567" y="675"/>
                </a:lnTo>
                <a:lnTo>
                  <a:pt x="1567" y="676"/>
                </a:lnTo>
                <a:lnTo>
                  <a:pt x="1568" y="676"/>
                </a:lnTo>
                <a:lnTo>
                  <a:pt x="1569" y="677"/>
                </a:lnTo>
                <a:lnTo>
                  <a:pt x="1569" y="678"/>
                </a:lnTo>
                <a:lnTo>
                  <a:pt x="1569" y="680"/>
                </a:lnTo>
                <a:lnTo>
                  <a:pt x="1569" y="681"/>
                </a:lnTo>
                <a:lnTo>
                  <a:pt x="1570" y="681"/>
                </a:lnTo>
                <a:lnTo>
                  <a:pt x="1570" y="682"/>
                </a:lnTo>
                <a:lnTo>
                  <a:pt x="1570" y="683"/>
                </a:lnTo>
                <a:lnTo>
                  <a:pt x="1571" y="683"/>
                </a:lnTo>
                <a:lnTo>
                  <a:pt x="1572" y="683"/>
                </a:lnTo>
                <a:lnTo>
                  <a:pt x="1573" y="684"/>
                </a:lnTo>
                <a:lnTo>
                  <a:pt x="1572" y="686"/>
                </a:lnTo>
                <a:lnTo>
                  <a:pt x="1572" y="687"/>
                </a:lnTo>
                <a:lnTo>
                  <a:pt x="1571" y="688"/>
                </a:lnTo>
                <a:lnTo>
                  <a:pt x="1571" y="689"/>
                </a:lnTo>
                <a:lnTo>
                  <a:pt x="1574" y="692"/>
                </a:lnTo>
                <a:lnTo>
                  <a:pt x="1575" y="692"/>
                </a:lnTo>
                <a:lnTo>
                  <a:pt x="1576" y="693"/>
                </a:lnTo>
                <a:lnTo>
                  <a:pt x="1576" y="694"/>
                </a:lnTo>
                <a:lnTo>
                  <a:pt x="1576" y="695"/>
                </a:lnTo>
                <a:lnTo>
                  <a:pt x="1577" y="695"/>
                </a:lnTo>
                <a:lnTo>
                  <a:pt x="1578" y="695"/>
                </a:lnTo>
                <a:lnTo>
                  <a:pt x="1579" y="696"/>
                </a:lnTo>
                <a:lnTo>
                  <a:pt x="1579" y="697"/>
                </a:lnTo>
                <a:lnTo>
                  <a:pt x="1581" y="700"/>
                </a:lnTo>
                <a:lnTo>
                  <a:pt x="1582" y="700"/>
                </a:lnTo>
                <a:lnTo>
                  <a:pt x="1580" y="705"/>
                </a:lnTo>
                <a:lnTo>
                  <a:pt x="1578" y="711"/>
                </a:lnTo>
                <a:lnTo>
                  <a:pt x="1578" y="714"/>
                </a:lnTo>
                <a:lnTo>
                  <a:pt x="1579" y="714"/>
                </a:lnTo>
                <a:lnTo>
                  <a:pt x="1582" y="714"/>
                </a:lnTo>
                <a:lnTo>
                  <a:pt x="1583" y="715"/>
                </a:lnTo>
                <a:lnTo>
                  <a:pt x="1583" y="716"/>
                </a:lnTo>
                <a:lnTo>
                  <a:pt x="1583" y="717"/>
                </a:lnTo>
                <a:lnTo>
                  <a:pt x="1583" y="718"/>
                </a:lnTo>
                <a:lnTo>
                  <a:pt x="1582" y="719"/>
                </a:lnTo>
                <a:lnTo>
                  <a:pt x="1582" y="720"/>
                </a:lnTo>
                <a:lnTo>
                  <a:pt x="1581" y="722"/>
                </a:lnTo>
                <a:lnTo>
                  <a:pt x="1580" y="723"/>
                </a:lnTo>
                <a:lnTo>
                  <a:pt x="1580" y="724"/>
                </a:lnTo>
                <a:lnTo>
                  <a:pt x="1579" y="725"/>
                </a:lnTo>
                <a:lnTo>
                  <a:pt x="1579" y="726"/>
                </a:lnTo>
                <a:lnTo>
                  <a:pt x="1578" y="726"/>
                </a:lnTo>
                <a:lnTo>
                  <a:pt x="1578" y="729"/>
                </a:lnTo>
                <a:lnTo>
                  <a:pt x="1577" y="730"/>
                </a:lnTo>
                <a:lnTo>
                  <a:pt x="1576" y="730"/>
                </a:lnTo>
                <a:lnTo>
                  <a:pt x="1576" y="731"/>
                </a:lnTo>
                <a:lnTo>
                  <a:pt x="1576" y="732"/>
                </a:lnTo>
                <a:lnTo>
                  <a:pt x="1575" y="734"/>
                </a:lnTo>
                <a:lnTo>
                  <a:pt x="1575" y="735"/>
                </a:lnTo>
                <a:lnTo>
                  <a:pt x="1574" y="736"/>
                </a:lnTo>
                <a:lnTo>
                  <a:pt x="1572" y="738"/>
                </a:lnTo>
                <a:lnTo>
                  <a:pt x="1570" y="739"/>
                </a:lnTo>
                <a:lnTo>
                  <a:pt x="1569" y="740"/>
                </a:lnTo>
                <a:lnTo>
                  <a:pt x="1569" y="741"/>
                </a:lnTo>
                <a:lnTo>
                  <a:pt x="1568" y="742"/>
                </a:lnTo>
                <a:lnTo>
                  <a:pt x="1567" y="742"/>
                </a:lnTo>
                <a:lnTo>
                  <a:pt x="1567" y="743"/>
                </a:lnTo>
                <a:lnTo>
                  <a:pt x="1568" y="743"/>
                </a:lnTo>
                <a:lnTo>
                  <a:pt x="1569" y="745"/>
                </a:lnTo>
                <a:lnTo>
                  <a:pt x="1570" y="746"/>
                </a:lnTo>
                <a:lnTo>
                  <a:pt x="1572" y="750"/>
                </a:lnTo>
                <a:lnTo>
                  <a:pt x="1572" y="751"/>
                </a:lnTo>
                <a:lnTo>
                  <a:pt x="1575" y="758"/>
                </a:lnTo>
                <a:lnTo>
                  <a:pt x="1578" y="761"/>
                </a:lnTo>
                <a:lnTo>
                  <a:pt x="1578" y="766"/>
                </a:lnTo>
                <a:lnTo>
                  <a:pt x="1577" y="767"/>
                </a:lnTo>
                <a:lnTo>
                  <a:pt x="1578" y="767"/>
                </a:lnTo>
                <a:lnTo>
                  <a:pt x="1578" y="768"/>
                </a:lnTo>
                <a:lnTo>
                  <a:pt x="1579" y="768"/>
                </a:lnTo>
                <a:lnTo>
                  <a:pt x="1579" y="769"/>
                </a:lnTo>
                <a:lnTo>
                  <a:pt x="1579" y="770"/>
                </a:lnTo>
                <a:lnTo>
                  <a:pt x="1579" y="771"/>
                </a:lnTo>
                <a:lnTo>
                  <a:pt x="1578" y="772"/>
                </a:lnTo>
                <a:lnTo>
                  <a:pt x="1577" y="773"/>
                </a:lnTo>
                <a:lnTo>
                  <a:pt x="1576" y="774"/>
                </a:lnTo>
                <a:lnTo>
                  <a:pt x="1571" y="778"/>
                </a:lnTo>
                <a:lnTo>
                  <a:pt x="1568" y="780"/>
                </a:lnTo>
                <a:lnTo>
                  <a:pt x="1566" y="782"/>
                </a:lnTo>
                <a:lnTo>
                  <a:pt x="1563" y="785"/>
                </a:lnTo>
                <a:lnTo>
                  <a:pt x="1556" y="794"/>
                </a:lnTo>
                <a:lnTo>
                  <a:pt x="1551" y="802"/>
                </a:lnTo>
                <a:lnTo>
                  <a:pt x="1548" y="814"/>
                </a:lnTo>
                <a:lnTo>
                  <a:pt x="1547" y="820"/>
                </a:lnTo>
                <a:lnTo>
                  <a:pt x="1547" y="823"/>
                </a:lnTo>
                <a:lnTo>
                  <a:pt x="1547" y="826"/>
                </a:lnTo>
                <a:lnTo>
                  <a:pt x="1548" y="828"/>
                </a:lnTo>
                <a:lnTo>
                  <a:pt x="1549" y="828"/>
                </a:lnTo>
                <a:lnTo>
                  <a:pt x="1551" y="829"/>
                </a:lnTo>
                <a:lnTo>
                  <a:pt x="1553" y="831"/>
                </a:lnTo>
                <a:lnTo>
                  <a:pt x="1555" y="832"/>
                </a:lnTo>
                <a:lnTo>
                  <a:pt x="1556" y="832"/>
                </a:lnTo>
                <a:lnTo>
                  <a:pt x="1556" y="835"/>
                </a:lnTo>
                <a:lnTo>
                  <a:pt x="1557" y="836"/>
                </a:lnTo>
                <a:lnTo>
                  <a:pt x="1558" y="839"/>
                </a:lnTo>
                <a:lnTo>
                  <a:pt x="1559" y="843"/>
                </a:lnTo>
                <a:lnTo>
                  <a:pt x="1559" y="845"/>
                </a:lnTo>
                <a:lnTo>
                  <a:pt x="1559" y="846"/>
                </a:lnTo>
                <a:lnTo>
                  <a:pt x="1562" y="845"/>
                </a:lnTo>
                <a:lnTo>
                  <a:pt x="1565" y="847"/>
                </a:lnTo>
                <a:lnTo>
                  <a:pt x="1567" y="851"/>
                </a:lnTo>
                <a:lnTo>
                  <a:pt x="1565" y="855"/>
                </a:lnTo>
                <a:lnTo>
                  <a:pt x="1566" y="856"/>
                </a:lnTo>
                <a:lnTo>
                  <a:pt x="1566" y="857"/>
                </a:lnTo>
                <a:lnTo>
                  <a:pt x="1573" y="856"/>
                </a:lnTo>
                <a:lnTo>
                  <a:pt x="1576" y="854"/>
                </a:lnTo>
                <a:lnTo>
                  <a:pt x="1578" y="854"/>
                </a:lnTo>
                <a:lnTo>
                  <a:pt x="1581" y="855"/>
                </a:lnTo>
                <a:lnTo>
                  <a:pt x="1584" y="854"/>
                </a:lnTo>
                <a:lnTo>
                  <a:pt x="1585" y="854"/>
                </a:lnTo>
                <a:lnTo>
                  <a:pt x="1587" y="854"/>
                </a:lnTo>
                <a:lnTo>
                  <a:pt x="1588" y="854"/>
                </a:lnTo>
                <a:lnTo>
                  <a:pt x="1589" y="855"/>
                </a:lnTo>
                <a:lnTo>
                  <a:pt x="1592" y="856"/>
                </a:lnTo>
                <a:lnTo>
                  <a:pt x="1592" y="857"/>
                </a:lnTo>
                <a:lnTo>
                  <a:pt x="1592" y="858"/>
                </a:lnTo>
                <a:lnTo>
                  <a:pt x="1593" y="858"/>
                </a:lnTo>
                <a:lnTo>
                  <a:pt x="1594" y="859"/>
                </a:lnTo>
                <a:lnTo>
                  <a:pt x="1594" y="860"/>
                </a:lnTo>
                <a:lnTo>
                  <a:pt x="1596" y="860"/>
                </a:lnTo>
                <a:lnTo>
                  <a:pt x="1597" y="860"/>
                </a:lnTo>
                <a:lnTo>
                  <a:pt x="1597" y="861"/>
                </a:lnTo>
                <a:lnTo>
                  <a:pt x="1598" y="862"/>
                </a:lnTo>
                <a:lnTo>
                  <a:pt x="1600" y="862"/>
                </a:lnTo>
                <a:lnTo>
                  <a:pt x="1601" y="862"/>
                </a:lnTo>
                <a:lnTo>
                  <a:pt x="1604" y="863"/>
                </a:lnTo>
                <a:lnTo>
                  <a:pt x="1606" y="863"/>
                </a:lnTo>
                <a:lnTo>
                  <a:pt x="1608" y="864"/>
                </a:lnTo>
                <a:lnTo>
                  <a:pt x="1610" y="865"/>
                </a:lnTo>
                <a:lnTo>
                  <a:pt x="1612" y="864"/>
                </a:lnTo>
                <a:lnTo>
                  <a:pt x="1611" y="863"/>
                </a:lnTo>
                <a:lnTo>
                  <a:pt x="1615" y="860"/>
                </a:lnTo>
                <a:lnTo>
                  <a:pt x="1616" y="860"/>
                </a:lnTo>
                <a:lnTo>
                  <a:pt x="1617" y="860"/>
                </a:lnTo>
                <a:lnTo>
                  <a:pt x="1618" y="861"/>
                </a:lnTo>
                <a:lnTo>
                  <a:pt x="1619" y="862"/>
                </a:lnTo>
                <a:lnTo>
                  <a:pt x="1620" y="863"/>
                </a:lnTo>
                <a:lnTo>
                  <a:pt x="1621" y="865"/>
                </a:lnTo>
                <a:lnTo>
                  <a:pt x="1622" y="866"/>
                </a:lnTo>
                <a:lnTo>
                  <a:pt x="1625" y="867"/>
                </a:lnTo>
                <a:lnTo>
                  <a:pt x="1627" y="869"/>
                </a:lnTo>
                <a:lnTo>
                  <a:pt x="1628" y="868"/>
                </a:lnTo>
                <a:lnTo>
                  <a:pt x="1629" y="868"/>
                </a:lnTo>
                <a:lnTo>
                  <a:pt x="1632" y="869"/>
                </a:lnTo>
                <a:lnTo>
                  <a:pt x="1637" y="869"/>
                </a:lnTo>
                <a:lnTo>
                  <a:pt x="1638" y="869"/>
                </a:lnTo>
                <a:lnTo>
                  <a:pt x="1640" y="869"/>
                </a:lnTo>
                <a:lnTo>
                  <a:pt x="1641" y="869"/>
                </a:lnTo>
                <a:lnTo>
                  <a:pt x="1649" y="868"/>
                </a:lnTo>
                <a:lnTo>
                  <a:pt x="1657" y="868"/>
                </a:lnTo>
                <a:lnTo>
                  <a:pt x="1661" y="868"/>
                </a:lnTo>
                <a:lnTo>
                  <a:pt x="1663" y="868"/>
                </a:lnTo>
                <a:lnTo>
                  <a:pt x="1665" y="868"/>
                </a:lnTo>
                <a:lnTo>
                  <a:pt x="1667" y="868"/>
                </a:lnTo>
                <a:lnTo>
                  <a:pt x="1671" y="867"/>
                </a:lnTo>
                <a:lnTo>
                  <a:pt x="1675" y="868"/>
                </a:lnTo>
                <a:lnTo>
                  <a:pt x="1680" y="870"/>
                </a:lnTo>
                <a:lnTo>
                  <a:pt x="1685" y="873"/>
                </a:lnTo>
                <a:lnTo>
                  <a:pt x="1688" y="875"/>
                </a:lnTo>
                <a:lnTo>
                  <a:pt x="1689" y="874"/>
                </a:lnTo>
                <a:lnTo>
                  <a:pt x="1690" y="874"/>
                </a:lnTo>
                <a:lnTo>
                  <a:pt x="1691" y="874"/>
                </a:lnTo>
                <a:lnTo>
                  <a:pt x="1695" y="873"/>
                </a:lnTo>
                <a:lnTo>
                  <a:pt x="1698" y="875"/>
                </a:lnTo>
                <a:lnTo>
                  <a:pt x="1704" y="874"/>
                </a:lnTo>
                <a:lnTo>
                  <a:pt x="1711" y="876"/>
                </a:lnTo>
                <a:lnTo>
                  <a:pt x="1714" y="875"/>
                </a:lnTo>
                <a:lnTo>
                  <a:pt x="1716" y="874"/>
                </a:lnTo>
                <a:lnTo>
                  <a:pt x="1718" y="874"/>
                </a:lnTo>
                <a:lnTo>
                  <a:pt x="1720" y="874"/>
                </a:lnTo>
                <a:lnTo>
                  <a:pt x="1722" y="874"/>
                </a:lnTo>
                <a:lnTo>
                  <a:pt x="1726" y="874"/>
                </a:lnTo>
                <a:lnTo>
                  <a:pt x="1729" y="873"/>
                </a:lnTo>
                <a:lnTo>
                  <a:pt x="1731" y="873"/>
                </a:lnTo>
                <a:lnTo>
                  <a:pt x="1732" y="872"/>
                </a:lnTo>
                <a:lnTo>
                  <a:pt x="1733" y="872"/>
                </a:lnTo>
                <a:lnTo>
                  <a:pt x="1734" y="871"/>
                </a:lnTo>
                <a:lnTo>
                  <a:pt x="1737" y="871"/>
                </a:lnTo>
                <a:lnTo>
                  <a:pt x="1743" y="872"/>
                </a:lnTo>
                <a:lnTo>
                  <a:pt x="1746" y="871"/>
                </a:lnTo>
                <a:lnTo>
                  <a:pt x="1748" y="872"/>
                </a:lnTo>
                <a:lnTo>
                  <a:pt x="1750" y="872"/>
                </a:lnTo>
                <a:lnTo>
                  <a:pt x="1750" y="874"/>
                </a:lnTo>
                <a:lnTo>
                  <a:pt x="1751" y="874"/>
                </a:lnTo>
                <a:lnTo>
                  <a:pt x="1754" y="874"/>
                </a:lnTo>
                <a:lnTo>
                  <a:pt x="1755" y="875"/>
                </a:lnTo>
                <a:lnTo>
                  <a:pt x="1755" y="876"/>
                </a:lnTo>
                <a:lnTo>
                  <a:pt x="1756" y="876"/>
                </a:lnTo>
                <a:lnTo>
                  <a:pt x="1756" y="875"/>
                </a:lnTo>
                <a:lnTo>
                  <a:pt x="1757" y="875"/>
                </a:lnTo>
                <a:lnTo>
                  <a:pt x="1758" y="875"/>
                </a:lnTo>
                <a:lnTo>
                  <a:pt x="1759" y="875"/>
                </a:lnTo>
                <a:lnTo>
                  <a:pt x="1760" y="874"/>
                </a:lnTo>
                <a:lnTo>
                  <a:pt x="1761" y="874"/>
                </a:lnTo>
                <a:lnTo>
                  <a:pt x="1762" y="874"/>
                </a:lnTo>
                <a:lnTo>
                  <a:pt x="1764" y="875"/>
                </a:lnTo>
                <a:lnTo>
                  <a:pt x="1765" y="875"/>
                </a:lnTo>
                <a:lnTo>
                  <a:pt x="1770" y="875"/>
                </a:lnTo>
                <a:lnTo>
                  <a:pt x="1771" y="875"/>
                </a:lnTo>
                <a:lnTo>
                  <a:pt x="1772" y="874"/>
                </a:lnTo>
                <a:lnTo>
                  <a:pt x="1778" y="876"/>
                </a:lnTo>
                <a:lnTo>
                  <a:pt x="1779" y="877"/>
                </a:lnTo>
                <a:lnTo>
                  <a:pt x="1781" y="877"/>
                </a:lnTo>
                <a:lnTo>
                  <a:pt x="1783" y="878"/>
                </a:lnTo>
                <a:lnTo>
                  <a:pt x="1785" y="878"/>
                </a:lnTo>
                <a:lnTo>
                  <a:pt x="1785" y="877"/>
                </a:lnTo>
                <a:lnTo>
                  <a:pt x="1787" y="877"/>
                </a:lnTo>
                <a:lnTo>
                  <a:pt x="1788" y="877"/>
                </a:lnTo>
                <a:lnTo>
                  <a:pt x="1789" y="878"/>
                </a:lnTo>
                <a:lnTo>
                  <a:pt x="1790" y="878"/>
                </a:lnTo>
                <a:lnTo>
                  <a:pt x="1791" y="878"/>
                </a:lnTo>
                <a:lnTo>
                  <a:pt x="1792" y="878"/>
                </a:lnTo>
                <a:lnTo>
                  <a:pt x="1793" y="878"/>
                </a:lnTo>
                <a:lnTo>
                  <a:pt x="1793" y="879"/>
                </a:lnTo>
                <a:lnTo>
                  <a:pt x="1794" y="879"/>
                </a:lnTo>
                <a:lnTo>
                  <a:pt x="1795" y="880"/>
                </a:lnTo>
                <a:lnTo>
                  <a:pt x="1796" y="881"/>
                </a:lnTo>
                <a:lnTo>
                  <a:pt x="1797" y="881"/>
                </a:lnTo>
                <a:lnTo>
                  <a:pt x="1799" y="880"/>
                </a:lnTo>
                <a:lnTo>
                  <a:pt x="1800" y="880"/>
                </a:lnTo>
                <a:lnTo>
                  <a:pt x="1801" y="880"/>
                </a:lnTo>
                <a:lnTo>
                  <a:pt x="1802" y="881"/>
                </a:lnTo>
                <a:lnTo>
                  <a:pt x="1802" y="880"/>
                </a:lnTo>
                <a:lnTo>
                  <a:pt x="1802" y="879"/>
                </a:lnTo>
                <a:lnTo>
                  <a:pt x="1803" y="879"/>
                </a:lnTo>
                <a:lnTo>
                  <a:pt x="1804" y="880"/>
                </a:lnTo>
                <a:lnTo>
                  <a:pt x="1806" y="881"/>
                </a:lnTo>
                <a:lnTo>
                  <a:pt x="1809" y="882"/>
                </a:lnTo>
                <a:lnTo>
                  <a:pt x="1810" y="883"/>
                </a:lnTo>
                <a:lnTo>
                  <a:pt x="1812" y="884"/>
                </a:lnTo>
                <a:lnTo>
                  <a:pt x="1815" y="884"/>
                </a:lnTo>
                <a:lnTo>
                  <a:pt x="1815" y="885"/>
                </a:lnTo>
                <a:lnTo>
                  <a:pt x="1817" y="885"/>
                </a:lnTo>
                <a:lnTo>
                  <a:pt x="1819" y="886"/>
                </a:lnTo>
                <a:lnTo>
                  <a:pt x="1821" y="887"/>
                </a:lnTo>
                <a:lnTo>
                  <a:pt x="1821" y="888"/>
                </a:lnTo>
                <a:lnTo>
                  <a:pt x="1821" y="889"/>
                </a:lnTo>
                <a:lnTo>
                  <a:pt x="1822" y="890"/>
                </a:lnTo>
                <a:lnTo>
                  <a:pt x="1823" y="890"/>
                </a:lnTo>
                <a:lnTo>
                  <a:pt x="1825" y="891"/>
                </a:lnTo>
                <a:lnTo>
                  <a:pt x="1830" y="893"/>
                </a:lnTo>
                <a:lnTo>
                  <a:pt x="1831" y="894"/>
                </a:lnTo>
                <a:lnTo>
                  <a:pt x="1838" y="897"/>
                </a:lnTo>
                <a:lnTo>
                  <a:pt x="1842" y="899"/>
                </a:lnTo>
                <a:lnTo>
                  <a:pt x="1845" y="900"/>
                </a:lnTo>
                <a:lnTo>
                  <a:pt x="1849" y="902"/>
                </a:lnTo>
                <a:lnTo>
                  <a:pt x="1853" y="903"/>
                </a:lnTo>
                <a:lnTo>
                  <a:pt x="1861" y="908"/>
                </a:lnTo>
                <a:lnTo>
                  <a:pt x="1864" y="909"/>
                </a:lnTo>
                <a:lnTo>
                  <a:pt x="1866" y="910"/>
                </a:lnTo>
                <a:lnTo>
                  <a:pt x="1867" y="911"/>
                </a:lnTo>
                <a:lnTo>
                  <a:pt x="1867" y="912"/>
                </a:lnTo>
                <a:lnTo>
                  <a:pt x="1871" y="915"/>
                </a:lnTo>
                <a:lnTo>
                  <a:pt x="1872" y="916"/>
                </a:lnTo>
                <a:lnTo>
                  <a:pt x="1876" y="918"/>
                </a:lnTo>
                <a:lnTo>
                  <a:pt x="1877" y="919"/>
                </a:lnTo>
                <a:lnTo>
                  <a:pt x="1878" y="920"/>
                </a:lnTo>
                <a:lnTo>
                  <a:pt x="1879" y="923"/>
                </a:lnTo>
                <a:lnTo>
                  <a:pt x="1879" y="924"/>
                </a:lnTo>
                <a:lnTo>
                  <a:pt x="1878" y="925"/>
                </a:lnTo>
                <a:lnTo>
                  <a:pt x="1879" y="925"/>
                </a:lnTo>
                <a:lnTo>
                  <a:pt x="1879" y="926"/>
                </a:lnTo>
                <a:lnTo>
                  <a:pt x="1882" y="925"/>
                </a:lnTo>
                <a:lnTo>
                  <a:pt x="1883" y="925"/>
                </a:lnTo>
                <a:lnTo>
                  <a:pt x="1887" y="926"/>
                </a:lnTo>
                <a:lnTo>
                  <a:pt x="1891" y="927"/>
                </a:lnTo>
                <a:lnTo>
                  <a:pt x="1895" y="930"/>
                </a:lnTo>
                <a:lnTo>
                  <a:pt x="1902" y="932"/>
                </a:lnTo>
                <a:lnTo>
                  <a:pt x="1908" y="938"/>
                </a:lnTo>
                <a:lnTo>
                  <a:pt x="1909" y="939"/>
                </a:lnTo>
                <a:lnTo>
                  <a:pt x="1911" y="942"/>
                </a:lnTo>
                <a:lnTo>
                  <a:pt x="1913" y="944"/>
                </a:lnTo>
                <a:lnTo>
                  <a:pt x="1915" y="943"/>
                </a:lnTo>
                <a:lnTo>
                  <a:pt x="1916" y="943"/>
                </a:lnTo>
                <a:lnTo>
                  <a:pt x="1917" y="943"/>
                </a:lnTo>
                <a:lnTo>
                  <a:pt x="1918" y="944"/>
                </a:lnTo>
                <a:lnTo>
                  <a:pt x="1920" y="945"/>
                </a:lnTo>
                <a:lnTo>
                  <a:pt x="1922" y="945"/>
                </a:lnTo>
                <a:lnTo>
                  <a:pt x="1923" y="946"/>
                </a:lnTo>
                <a:lnTo>
                  <a:pt x="1924" y="946"/>
                </a:lnTo>
                <a:lnTo>
                  <a:pt x="1926" y="946"/>
                </a:lnTo>
                <a:lnTo>
                  <a:pt x="1927" y="947"/>
                </a:lnTo>
                <a:lnTo>
                  <a:pt x="1928" y="947"/>
                </a:lnTo>
                <a:lnTo>
                  <a:pt x="1929" y="947"/>
                </a:lnTo>
                <a:lnTo>
                  <a:pt x="1930" y="948"/>
                </a:lnTo>
                <a:lnTo>
                  <a:pt x="1932" y="948"/>
                </a:lnTo>
                <a:lnTo>
                  <a:pt x="1932" y="949"/>
                </a:lnTo>
                <a:lnTo>
                  <a:pt x="1933" y="950"/>
                </a:lnTo>
                <a:lnTo>
                  <a:pt x="1935" y="951"/>
                </a:lnTo>
                <a:lnTo>
                  <a:pt x="1937" y="952"/>
                </a:lnTo>
                <a:lnTo>
                  <a:pt x="1940" y="952"/>
                </a:lnTo>
                <a:lnTo>
                  <a:pt x="1948" y="951"/>
                </a:lnTo>
                <a:lnTo>
                  <a:pt x="1954" y="951"/>
                </a:lnTo>
                <a:lnTo>
                  <a:pt x="1965" y="949"/>
                </a:lnTo>
                <a:lnTo>
                  <a:pt x="1974" y="948"/>
                </a:lnTo>
                <a:lnTo>
                  <a:pt x="1976" y="949"/>
                </a:lnTo>
                <a:lnTo>
                  <a:pt x="1975" y="951"/>
                </a:lnTo>
                <a:lnTo>
                  <a:pt x="1974" y="953"/>
                </a:lnTo>
                <a:lnTo>
                  <a:pt x="1971" y="955"/>
                </a:lnTo>
                <a:lnTo>
                  <a:pt x="1969" y="961"/>
                </a:lnTo>
                <a:lnTo>
                  <a:pt x="1968" y="969"/>
                </a:lnTo>
                <a:lnTo>
                  <a:pt x="1966" y="976"/>
                </a:lnTo>
                <a:lnTo>
                  <a:pt x="1971" y="976"/>
                </a:lnTo>
                <a:lnTo>
                  <a:pt x="1975" y="978"/>
                </a:lnTo>
                <a:lnTo>
                  <a:pt x="1980" y="978"/>
                </a:lnTo>
                <a:lnTo>
                  <a:pt x="1984" y="978"/>
                </a:lnTo>
                <a:lnTo>
                  <a:pt x="1987" y="982"/>
                </a:lnTo>
                <a:lnTo>
                  <a:pt x="1988" y="984"/>
                </a:lnTo>
                <a:lnTo>
                  <a:pt x="1989" y="986"/>
                </a:lnTo>
                <a:lnTo>
                  <a:pt x="1990" y="988"/>
                </a:lnTo>
                <a:lnTo>
                  <a:pt x="1991" y="990"/>
                </a:lnTo>
                <a:lnTo>
                  <a:pt x="1993" y="993"/>
                </a:lnTo>
                <a:lnTo>
                  <a:pt x="1995" y="1001"/>
                </a:lnTo>
                <a:lnTo>
                  <a:pt x="1998" y="1007"/>
                </a:lnTo>
                <a:lnTo>
                  <a:pt x="2001" y="1012"/>
                </a:lnTo>
                <a:lnTo>
                  <a:pt x="2001" y="1014"/>
                </a:lnTo>
                <a:lnTo>
                  <a:pt x="2003" y="1018"/>
                </a:lnTo>
                <a:lnTo>
                  <a:pt x="2003" y="1020"/>
                </a:lnTo>
                <a:lnTo>
                  <a:pt x="2010" y="1032"/>
                </a:lnTo>
                <a:lnTo>
                  <a:pt x="2014" y="1038"/>
                </a:lnTo>
                <a:lnTo>
                  <a:pt x="2016" y="1052"/>
                </a:lnTo>
                <a:lnTo>
                  <a:pt x="2019" y="1056"/>
                </a:lnTo>
                <a:lnTo>
                  <a:pt x="2021" y="1058"/>
                </a:lnTo>
                <a:lnTo>
                  <a:pt x="2027" y="1063"/>
                </a:lnTo>
                <a:lnTo>
                  <a:pt x="2037" y="1072"/>
                </a:lnTo>
                <a:lnTo>
                  <a:pt x="2060" y="1091"/>
                </a:lnTo>
                <a:lnTo>
                  <a:pt x="2062" y="1109"/>
                </a:lnTo>
                <a:lnTo>
                  <a:pt x="2066" y="1108"/>
                </a:lnTo>
                <a:lnTo>
                  <a:pt x="2068" y="1108"/>
                </a:lnTo>
                <a:lnTo>
                  <a:pt x="2070" y="1108"/>
                </a:lnTo>
                <a:lnTo>
                  <a:pt x="2072" y="1108"/>
                </a:lnTo>
                <a:lnTo>
                  <a:pt x="2073" y="1108"/>
                </a:lnTo>
                <a:lnTo>
                  <a:pt x="2075" y="1107"/>
                </a:lnTo>
                <a:lnTo>
                  <a:pt x="2077" y="1107"/>
                </a:lnTo>
                <a:lnTo>
                  <a:pt x="2078" y="1107"/>
                </a:lnTo>
                <a:lnTo>
                  <a:pt x="2080" y="1107"/>
                </a:lnTo>
                <a:lnTo>
                  <a:pt x="2082" y="1107"/>
                </a:lnTo>
                <a:lnTo>
                  <a:pt x="2085" y="1106"/>
                </a:lnTo>
                <a:lnTo>
                  <a:pt x="2095" y="1105"/>
                </a:lnTo>
                <a:lnTo>
                  <a:pt x="2100" y="1106"/>
                </a:lnTo>
                <a:lnTo>
                  <a:pt x="2115" y="1106"/>
                </a:lnTo>
                <a:lnTo>
                  <a:pt x="2117" y="1105"/>
                </a:lnTo>
                <a:lnTo>
                  <a:pt x="2119" y="1105"/>
                </a:lnTo>
                <a:lnTo>
                  <a:pt x="2120" y="1105"/>
                </a:lnTo>
                <a:lnTo>
                  <a:pt x="2121" y="1104"/>
                </a:lnTo>
                <a:lnTo>
                  <a:pt x="2123" y="1104"/>
                </a:lnTo>
                <a:lnTo>
                  <a:pt x="2124" y="1104"/>
                </a:lnTo>
                <a:lnTo>
                  <a:pt x="2127" y="1103"/>
                </a:lnTo>
                <a:lnTo>
                  <a:pt x="2129" y="1102"/>
                </a:lnTo>
                <a:lnTo>
                  <a:pt x="2133" y="1101"/>
                </a:lnTo>
                <a:lnTo>
                  <a:pt x="2180" y="1109"/>
                </a:lnTo>
                <a:lnTo>
                  <a:pt x="2197" y="1112"/>
                </a:lnTo>
                <a:lnTo>
                  <a:pt x="2225" y="1116"/>
                </a:lnTo>
                <a:lnTo>
                  <a:pt x="2256" y="1118"/>
                </a:lnTo>
                <a:lnTo>
                  <a:pt x="2266" y="1119"/>
                </a:lnTo>
                <a:lnTo>
                  <a:pt x="2287" y="1120"/>
                </a:lnTo>
                <a:lnTo>
                  <a:pt x="2293" y="1121"/>
                </a:lnTo>
                <a:lnTo>
                  <a:pt x="2298" y="1121"/>
                </a:lnTo>
                <a:lnTo>
                  <a:pt x="2343" y="1125"/>
                </a:lnTo>
                <a:lnTo>
                  <a:pt x="2385" y="1117"/>
                </a:lnTo>
                <a:lnTo>
                  <a:pt x="2412" y="1118"/>
                </a:lnTo>
                <a:lnTo>
                  <a:pt x="2412" y="1117"/>
                </a:lnTo>
                <a:lnTo>
                  <a:pt x="2417" y="1112"/>
                </a:lnTo>
                <a:lnTo>
                  <a:pt x="2464" y="1114"/>
                </a:lnTo>
                <a:lnTo>
                  <a:pt x="2516" y="1126"/>
                </a:lnTo>
                <a:lnTo>
                  <a:pt x="2529" y="1129"/>
                </a:lnTo>
                <a:lnTo>
                  <a:pt x="2550" y="1131"/>
                </a:lnTo>
                <a:lnTo>
                  <a:pt x="2568" y="1152"/>
                </a:lnTo>
                <a:lnTo>
                  <a:pt x="2575" y="1159"/>
                </a:lnTo>
                <a:lnTo>
                  <a:pt x="2608" y="1168"/>
                </a:lnTo>
                <a:lnTo>
                  <a:pt x="2617" y="1166"/>
                </a:lnTo>
                <a:lnTo>
                  <a:pt x="2626" y="1167"/>
                </a:lnTo>
                <a:lnTo>
                  <a:pt x="2632" y="1167"/>
                </a:lnTo>
                <a:lnTo>
                  <a:pt x="2651" y="1176"/>
                </a:lnTo>
                <a:lnTo>
                  <a:pt x="2658" y="1179"/>
                </a:lnTo>
                <a:lnTo>
                  <a:pt x="2696" y="1195"/>
                </a:lnTo>
                <a:lnTo>
                  <a:pt x="2705" y="1197"/>
                </a:lnTo>
                <a:lnTo>
                  <a:pt x="2725" y="1201"/>
                </a:lnTo>
                <a:lnTo>
                  <a:pt x="2735" y="1203"/>
                </a:lnTo>
                <a:lnTo>
                  <a:pt x="2755" y="1203"/>
                </a:lnTo>
                <a:lnTo>
                  <a:pt x="2775" y="1199"/>
                </a:lnTo>
                <a:lnTo>
                  <a:pt x="2795" y="1196"/>
                </a:lnTo>
                <a:lnTo>
                  <a:pt x="2795" y="1218"/>
                </a:lnTo>
                <a:lnTo>
                  <a:pt x="2810" y="1219"/>
                </a:lnTo>
                <a:lnTo>
                  <a:pt x="2831" y="1218"/>
                </a:lnTo>
                <a:lnTo>
                  <a:pt x="2839" y="1226"/>
                </a:lnTo>
                <a:lnTo>
                  <a:pt x="2858" y="1208"/>
                </a:lnTo>
                <a:lnTo>
                  <a:pt x="2864" y="1209"/>
                </a:lnTo>
                <a:lnTo>
                  <a:pt x="2870" y="1206"/>
                </a:lnTo>
                <a:lnTo>
                  <a:pt x="2872" y="1204"/>
                </a:lnTo>
                <a:lnTo>
                  <a:pt x="2881" y="1200"/>
                </a:lnTo>
                <a:lnTo>
                  <a:pt x="2891" y="1195"/>
                </a:lnTo>
                <a:lnTo>
                  <a:pt x="2903" y="1189"/>
                </a:lnTo>
                <a:lnTo>
                  <a:pt x="2918" y="1184"/>
                </a:lnTo>
                <a:lnTo>
                  <a:pt x="2935" y="1177"/>
                </a:lnTo>
                <a:lnTo>
                  <a:pt x="2961" y="1167"/>
                </a:lnTo>
                <a:lnTo>
                  <a:pt x="2983" y="1158"/>
                </a:lnTo>
                <a:lnTo>
                  <a:pt x="2999" y="1153"/>
                </a:lnTo>
                <a:lnTo>
                  <a:pt x="3023" y="1150"/>
                </a:lnTo>
                <a:lnTo>
                  <a:pt x="3043" y="1145"/>
                </a:lnTo>
                <a:lnTo>
                  <a:pt x="3044" y="1140"/>
                </a:lnTo>
                <a:lnTo>
                  <a:pt x="3060" y="1136"/>
                </a:lnTo>
                <a:lnTo>
                  <a:pt x="3063" y="1136"/>
                </a:lnTo>
                <a:lnTo>
                  <a:pt x="3069" y="1140"/>
                </a:lnTo>
                <a:lnTo>
                  <a:pt x="3084" y="1140"/>
                </a:lnTo>
                <a:lnTo>
                  <a:pt x="3102" y="1141"/>
                </a:lnTo>
                <a:lnTo>
                  <a:pt x="3105" y="1140"/>
                </a:lnTo>
                <a:lnTo>
                  <a:pt x="3107" y="1140"/>
                </a:lnTo>
                <a:lnTo>
                  <a:pt x="3109" y="1139"/>
                </a:lnTo>
                <a:lnTo>
                  <a:pt x="3110" y="1138"/>
                </a:lnTo>
                <a:lnTo>
                  <a:pt x="3116" y="1138"/>
                </a:lnTo>
                <a:lnTo>
                  <a:pt x="3130" y="1136"/>
                </a:lnTo>
                <a:lnTo>
                  <a:pt x="3135" y="1138"/>
                </a:lnTo>
                <a:lnTo>
                  <a:pt x="3151" y="1138"/>
                </a:lnTo>
                <a:lnTo>
                  <a:pt x="3156" y="1137"/>
                </a:lnTo>
                <a:lnTo>
                  <a:pt x="3171" y="1141"/>
                </a:lnTo>
                <a:lnTo>
                  <a:pt x="3180" y="1140"/>
                </a:lnTo>
                <a:lnTo>
                  <a:pt x="3183" y="1142"/>
                </a:lnTo>
                <a:lnTo>
                  <a:pt x="3184" y="1143"/>
                </a:lnTo>
                <a:lnTo>
                  <a:pt x="3194" y="1138"/>
                </a:lnTo>
                <a:lnTo>
                  <a:pt x="3197" y="1137"/>
                </a:lnTo>
                <a:lnTo>
                  <a:pt x="3198" y="1136"/>
                </a:lnTo>
                <a:lnTo>
                  <a:pt x="3199" y="1137"/>
                </a:lnTo>
                <a:lnTo>
                  <a:pt x="3200" y="1136"/>
                </a:lnTo>
                <a:lnTo>
                  <a:pt x="3220" y="1138"/>
                </a:lnTo>
                <a:lnTo>
                  <a:pt x="3224" y="1138"/>
                </a:lnTo>
                <a:lnTo>
                  <a:pt x="3226" y="1138"/>
                </a:lnTo>
                <a:lnTo>
                  <a:pt x="3232" y="1137"/>
                </a:lnTo>
                <a:lnTo>
                  <a:pt x="3233" y="1137"/>
                </a:lnTo>
                <a:lnTo>
                  <a:pt x="3234" y="1137"/>
                </a:lnTo>
                <a:lnTo>
                  <a:pt x="3235" y="1137"/>
                </a:lnTo>
                <a:lnTo>
                  <a:pt x="3238" y="1136"/>
                </a:lnTo>
                <a:lnTo>
                  <a:pt x="3242" y="1136"/>
                </a:lnTo>
                <a:lnTo>
                  <a:pt x="3243" y="1135"/>
                </a:lnTo>
                <a:lnTo>
                  <a:pt x="3245" y="1135"/>
                </a:lnTo>
                <a:lnTo>
                  <a:pt x="3247" y="1135"/>
                </a:lnTo>
                <a:lnTo>
                  <a:pt x="3260" y="1126"/>
                </a:lnTo>
                <a:lnTo>
                  <a:pt x="3263" y="1124"/>
                </a:lnTo>
                <a:lnTo>
                  <a:pt x="3280" y="1118"/>
                </a:lnTo>
                <a:lnTo>
                  <a:pt x="3286" y="1118"/>
                </a:lnTo>
                <a:lnTo>
                  <a:pt x="3298" y="1117"/>
                </a:lnTo>
                <a:lnTo>
                  <a:pt x="3301" y="1114"/>
                </a:lnTo>
                <a:lnTo>
                  <a:pt x="3313" y="1109"/>
                </a:lnTo>
                <a:lnTo>
                  <a:pt x="3316" y="1108"/>
                </a:lnTo>
                <a:lnTo>
                  <a:pt x="3319" y="1108"/>
                </a:lnTo>
                <a:lnTo>
                  <a:pt x="3328" y="1103"/>
                </a:lnTo>
                <a:lnTo>
                  <a:pt x="3330" y="1097"/>
                </a:lnTo>
                <a:lnTo>
                  <a:pt x="3341" y="1090"/>
                </a:lnTo>
                <a:lnTo>
                  <a:pt x="3345" y="1087"/>
                </a:lnTo>
                <a:lnTo>
                  <a:pt x="3350" y="1079"/>
                </a:lnTo>
                <a:lnTo>
                  <a:pt x="3350" y="1077"/>
                </a:lnTo>
                <a:lnTo>
                  <a:pt x="3354" y="1072"/>
                </a:lnTo>
                <a:lnTo>
                  <a:pt x="3358" y="1070"/>
                </a:lnTo>
                <a:lnTo>
                  <a:pt x="3368" y="1060"/>
                </a:lnTo>
                <a:lnTo>
                  <a:pt x="3380" y="1047"/>
                </a:lnTo>
                <a:lnTo>
                  <a:pt x="3384" y="1045"/>
                </a:lnTo>
                <a:lnTo>
                  <a:pt x="3384" y="1044"/>
                </a:lnTo>
                <a:lnTo>
                  <a:pt x="3386" y="1043"/>
                </a:lnTo>
                <a:lnTo>
                  <a:pt x="3391" y="1042"/>
                </a:lnTo>
                <a:lnTo>
                  <a:pt x="3395" y="1040"/>
                </a:lnTo>
                <a:lnTo>
                  <a:pt x="3402" y="1038"/>
                </a:lnTo>
                <a:lnTo>
                  <a:pt x="3407" y="1037"/>
                </a:lnTo>
                <a:lnTo>
                  <a:pt x="3409" y="1036"/>
                </a:lnTo>
                <a:lnTo>
                  <a:pt x="3410" y="1036"/>
                </a:lnTo>
                <a:lnTo>
                  <a:pt x="3414" y="1032"/>
                </a:lnTo>
                <a:lnTo>
                  <a:pt x="3419" y="1030"/>
                </a:lnTo>
                <a:lnTo>
                  <a:pt x="3424" y="1030"/>
                </a:lnTo>
                <a:lnTo>
                  <a:pt x="3429" y="1031"/>
                </a:lnTo>
                <a:lnTo>
                  <a:pt x="3433" y="1028"/>
                </a:lnTo>
                <a:lnTo>
                  <a:pt x="3444" y="1018"/>
                </a:lnTo>
                <a:lnTo>
                  <a:pt x="3450" y="1012"/>
                </a:lnTo>
                <a:lnTo>
                  <a:pt x="3459" y="1012"/>
                </a:lnTo>
                <a:lnTo>
                  <a:pt x="3462" y="1010"/>
                </a:lnTo>
                <a:lnTo>
                  <a:pt x="3464" y="1010"/>
                </a:lnTo>
                <a:lnTo>
                  <a:pt x="3465" y="1004"/>
                </a:lnTo>
                <a:lnTo>
                  <a:pt x="3465" y="999"/>
                </a:lnTo>
                <a:lnTo>
                  <a:pt x="3465" y="996"/>
                </a:lnTo>
                <a:lnTo>
                  <a:pt x="3457" y="985"/>
                </a:lnTo>
                <a:lnTo>
                  <a:pt x="3449" y="978"/>
                </a:lnTo>
                <a:lnTo>
                  <a:pt x="3446" y="977"/>
                </a:lnTo>
                <a:lnTo>
                  <a:pt x="3443" y="976"/>
                </a:lnTo>
                <a:lnTo>
                  <a:pt x="3440" y="974"/>
                </a:lnTo>
                <a:lnTo>
                  <a:pt x="3438" y="972"/>
                </a:lnTo>
                <a:lnTo>
                  <a:pt x="3436" y="970"/>
                </a:lnTo>
                <a:lnTo>
                  <a:pt x="3433" y="967"/>
                </a:lnTo>
                <a:lnTo>
                  <a:pt x="3432" y="964"/>
                </a:lnTo>
                <a:lnTo>
                  <a:pt x="3430" y="963"/>
                </a:lnTo>
                <a:lnTo>
                  <a:pt x="3429" y="961"/>
                </a:lnTo>
                <a:lnTo>
                  <a:pt x="3428" y="959"/>
                </a:lnTo>
                <a:lnTo>
                  <a:pt x="3427" y="957"/>
                </a:lnTo>
                <a:lnTo>
                  <a:pt x="3426" y="953"/>
                </a:lnTo>
                <a:lnTo>
                  <a:pt x="3426" y="951"/>
                </a:lnTo>
                <a:lnTo>
                  <a:pt x="3425" y="949"/>
                </a:lnTo>
                <a:lnTo>
                  <a:pt x="3422" y="947"/>
                </a:lnTo>
                <a:lnTo>
                  <a:pt x="3417" y="945"/>
                </a:lnTo>
                <a:lnTo>
                  <a:pt x="3416" y="942"/>
                </a:lnTo>
                <a:lnTo>
                  <a:pt x="3417" y="938"/>
                </a:lnTo>
                <a:lnTo>
                  <a:pt x="3421" y="929"/>
                </a:lnTo>
                <a:lnTo>
                  <a:pt x="3425" y="926"/>
                </a:lnTo>
                <a:lnTo>
                  <a:pt x="3426" y="922"/>
                </a:lnTo>
                <a:lnTo>
                  <a:pt x="3429" y="920"/>
                </a:lnTo>
                <a:lnTo>
                  <a:pt x="3429" y="919"/>
                </a:lnTo>
                <a:lnTo>
                  <a:pt x="3429" y="912"/>
                </a:lnTo>
                <a:lnTo>
                  <a:pt x="3431" y="906"/>
                </a:lnTo>
                <a:lnTo>
                  <a:pt x="3433" y="902"/>
                </a:lnTo>
                <a:lnTo>
                  <a:pt x="3434" y="899"/>
                </a:lnTo>
                <a:lnTo>
                  <a:pt x="3439" y="892"/>
                </a:lnTo>
                <a:lnTo>
                  <a:pt x="3441" y="889"/>
                </a:lnTo>
                <a:lnTo>
                  <a:pt x="3445" y="882"/>
                </a:lnTo>
                <a:lnTo>
                  <a:pt x="3448" y="879"/>
                </a:lnTo>
                <a:lnTo>
                  <a:pt x="3458" y="871"/>
                </a:lnTo>
                <a:lnTo>
                  <a:pt x="3464" y="869"/>
                </a:lnTo>
                <a:lnTo>
                  <a:pt x="3469" y="867"/>
                </a:lnTo>
                <a:lnTo>
                  <a:pt x="3475" y="866"/>
                </a:lnTo>
                <a:lnTo>
                  <a:pt x="3479" y="869"/>
                </a:lnTo>
                <a:lnTo>
                  <a:pt x="3504" y="870"/>
                </a:lnTo>
                <a:lnTo>
                  <a:pt x="3507" y="868"/>
                </a:lnTo>
                <a:lnTo>
                  <a:pt x="3517" y="876"/>
                </a:lnTo>
                <a:lnTo>
                  <a:pt x="3523" y="883"/>
                </a:lnTo>
                <a:lnTo>
                  <a:pt x="3532" y="888"/>
                </a:lnTo>
                <a:lnTo>
                  <a:pt x="3545" y="892"/>
                </a:lnTo>
                <a:lnTo>
                  <a:pt x="3552" y="892"/>
                </a:lnTo>
                <a:lnTo>
                  <a:pt x="3559" y="894"/>
                </a:lnTo>
                <a:lnTo>
                  <a:pt x="3560" y="894"/>
                </a:lnTo>
                <a:lnTo>
                  <a:pt x="3570" y="897"/>
                </a:lnTo>
                <a:lnTo>
                  <a:pt x="3584" y="897"/>
                </a:lnTo>
                <a:lnTo>
                  <a:pt x="3604" y="899"/>
                </a:lnTo>
                <a:lnTo>
                  <a:pt x="3607" y="901"/>
                </a:lnTo>
                <a:lnTo>
                  <a:pt x="3615" y="902"/>
                </a:lnTo>
                <a:lnTo>
                  <a:pt x="3623" y="898"/>
                </a:lnTo>
                <a:lnTo>
                  <a:pt x="3626" y="894"/>
                </a:lnTo>
                <a:lnTo>
                  <a:pt x="3630" y="891"/>
                </a:lnTo>
                <a:lnTo>
                  <a:pt x="3636" y="890"/>
                </a:lnTo>
                <a:lnTo>
                  <a:pt x="3636" y="889"/>
                </a:lnTo>
                <a:lnTo>
                  <a:pt x="3637" y="889"/>
                </a:lnTo>
                <a:lnTo>
                  <a:pt x="3638" y="889"/>
                </a:lnTo>
                <a:lnTo>
                  <a:pt x="3638" y="888"/>
                </a:lnTo>
                <a:lnTo>
                  <a:pt x="3638" y="887"/>
                </a:lnTo>
                <a:lnTo>
                  <a:pt x="3639" y="887"/>
                </a:lnTo>
                <a:lnTo>
                  <a:pt x="3640" y="886"/>
                </a:lnTo>
                <a:lnTo>
                  <a:pt x="3640" y="885"/>
                </a:lnTo>
                <a:lnTo>
                  <a:pt x="3643" y="885"/>
                </a:lnTo>
                <a:lnTo>
                  <a:pt x="3644" y="885"/>
                </a:lnTo>
                <a:lnTo>
                  <a:pt x="3645" y="884"/>
                </a:lnTo>
                <a:lnTo>
                  <a:pt x="3649" y="884"/>
                </a:lnTo>
                <a:lnTo>
                  <a:pt x="3654" y="883"/>
                </a:lnTo>
                <a:lnTo>
                  <a:pt x="3659" y="881"/>
                </a:lnTo>
                <a:lnTo>
                  <a:pt x="3663" y="877"/>
                </a:lnTo>
                <a:lnTo>
                  <a:pt x="3663" y="876"/>
                </a:lnTo>
                <a:lnTo>
                  <a:pt x="3665" y="872"/>
                </a:lnTo>
                <a:lnTo>
                  <a:pt x="3666" y="872"/>
                </a:lnTo>
                <a:lnTo>
                  <a:pt x="3671" y="869"/>
                </a:lnTo>
                <a:lnTo>
                  <a:pt x="3678" y="864"/>
                </a:lnTo>
                <a:lnTo>
                  <a:pt x="3679" y="864"/>
                </a:lnTo>
                <a:lnTo>
                  <a:pt x="3680" y="864"/>
                </a:lnTo>
                <a:lnTo>
                  <a:pt x="3685" y="858"/>
                </a:lnTo>
                <a:lnTo>
                  <a:pt x="3690" y="854"/>
                </a:lnTo>
                <a:lnTo>
                  <a:pt x="3691" y="853"/>
                </a:lnTo>
                <a:lnTo>
                  <a:pt x="3696" y="847"/>
                </a:lnTo>
                <a:lnTo>
                  <a:pt x="3697" y="842"/>
                </a:lnTo>
                <a:lnTo>
                  <a:pt x="3698" y="836"/>
                </a:lnTo>
                <a:lnTo>
                  <a:pt x="3716" y="831"/>
                </a:lnTo>
                <a:lnTo>
                  <a:pt x="3732" y="837"/>
                </a:lnTo>
                <a:lnTo>
                  <a:pt x="3736" y="838"/>
                </a:lnTo>
                <a:lnTo>
                  <a:pt x="3739" y="837"/>
                </a:lnTo>
                <a:lnTo>
                  <a:pt x="3740" y="837"/>
                </a:lnTo>
                <a:lnTo>
                  <a:pt x="3741" y="837"/>
                </a:lnTo>
                <a:lnTo>
                  <a:pt x="3743" y="837"/>
                </a:lnTo>
                <a:lnTo>
                  <a:pt x="3746" y="836"/>
                </a:lnTo>
                <a:lnTo>
                  <a:pt x="3748" y="836"/>
                </a:lnTo>
                <a:lnTo>
                  <a:pt x="3754" y="836"/>
                </a:lnTo>
                <a:lnTo>
                  <a:pt x="3771" y="836"/>
                </a:lnTo>
                <a:lnTo>
                  <a:pt x="3773" y="836"/>
                </a:lnTo>
                <a:lnTo>
                  <a:pt x="3789" y="832"/>
                </a:lnTo>
                <a:lnTo>
                  <a:pt x="3801" y="829"/>
                </a:lnTo>
                <a:lnTo>
                  <a:pt x="3805" y="827"/>
                </a:lnTo>
                <a:lnTo>
                  <a:pt x="3818" y="816"/>
                </a:lnTo>
                <a:lnTo>
                  <a:pt x="3823" y="811"/>
                </a:lnTo>
                <a:lnTo>
                  <a:pt x="3829" y="809"/>
                </a:lnTo>
                <a:lnTo>
                  <a:pt x="3831" y="808"/>
                </a:lnTo>
                <a:lnTo>
                  <a:pt x="3832" y="806"/>
                </a:lnTo>
                <a:lnTo>
                  <a:pt x="3833" y="806"/>
                </a:lnTo>
                <a:lnTo>
                  <a:pt x="3837" y="806"/>
                </a:lnTo>
                <a:lnTo>
                  <a:pt x="3840" y="806"/>
                </a:lnTo>
                <a:lnTo>
                  <a:pt x="3841" y="805"/>
                </a:lnTo>
                <a:lnTo>
                  <a:pt x="3845" y="805"/>
                </a:lnTo>
                <a:lnTo>
                  <a:pt x="3847" y="803"/>
                </a:lnTo>
                <a:lnTo>
                  <a:pt x="3848" y="802"/>
                </a:lnTo>
                <a:lnTo>
                  <a:pt x="3849" y="800"/>
                </a:lnTo>
                <a:lnTo>
                  <a:pt x="3850" y="799"/>
                </a:lnTo>
                <a:lnTo>
                  <a:pt x="3853" y="797"/>
                </a:lnTo>
                <a:lnTo>
                  <a:pt x="3855" y="797"/>
                </a:lnTo>
                <a:lnTo>
                  <a:pt x="3854" y="791"/>
                </a:lnTo>
                <a:lnTo>
                  <a:pt x="3855" y="790"/>
                </a:lnTo>
                <a:lnTo>
                  <a:pt x="3853" y="787"/>
                </a:lnTo>
                <a:lnTo>
                  <a:pt x="3850" y="786"/>
                </a:lnTo>
                <a:lnTo>
                  <a:pt x="3853" y="777"/>
                </a:lnTo>
                <a:lnTo>
                  <a:pt x="3856" y="774"/>
                </a:lnTo>
                <a:lnTo>
                  <a:pt x="3866" y="760"/>
                </a:lnTo>
                <a:lnTo>
                  <a:pt x="3868" y="760"/>
                </a:lnTo>
                <a:lnTo>
                  <a:pt x="3877" y="750"/>
                </a:lnTo>
                <a:lnTo>
                  <a:pt x="3880" y="748"/>
                </a:lnTo>
                <a:lnTo>
                  <a:pt x="3882" y="744"/>
                </a:lnTo>
                <a:lnTo>
                  <a:pt x="3883" y="743"/>
                </a:lnTo>
                <a:lnTo>
                  <a:pt x="3890" y="741"/>
                </a:lnTo>
                <a:lnTo>
                  <a:pt x="3896" y="740"/>
                </a:lnTo>
                <a:lnTo>
                  <a:pt x="3898" y="739"/>
                </a:lnTo>
                <a:lnTo>
                  <a:pt x="3899" y="738"/>
                </a:lnTo>
                <a:lnTo>
                  <a:pt x="3900" y="738"/>
                </a:lnTo>
                <a:lnTo>
                  <a:pt x="3901" y="738"/>
                </a:lnTo>
                <a:lnTo>
                  <a:pt x="3902" y="737"/>
                </a:lnTo>
                <a:lnTo>
                  <a:pt x="3903" y="736"/>
                </a:lnTo>
                <a:lnTo>
                  <a:pt x="3903" y="735"/>
                </a:lnTo>
                <a:lnTo>
                  <a:pt x="3904" y="735"/>
                </a:lnTo>
                <a:lnTo>
                  <a:pt x="3910" y="736"/>
                </a:lnTo>
                <a:lnTo>
                  <a:pt x="3919" y="736"/>
                </a:lnTo>
                <a:lnTo>
                  <a:pt x="3921" y="737"/>
                </a:lnTo>
                <a:lnTo>
                  <a:pt x="3927" y="737"/>
                </a:lnTo>
                <a:lnTo>
                  <a:pt x="3941" y="736"/>
                </a:lnTo>
                <a:lnTo>
                  <a:pt x="3952" y="737"/>
                </a:lnTo>
                <a:lnTo>
                  <a:pt x="3953" y="733"/>
                </a:lnTo>
                <a:lnTo>
                  <a:pt x="3952" y="731"/>
                </a:lnTo>
                <a:lnTo>
                  <a:pt x="3954" y="725"/>
                </a:lnTo>
                <a:lnTo>
                  <a:pt x="3959" y="720"/>
                </a:lnTo>
                <a:lnTo>
                  <a:pt x="3956" y="714"/>
                </a:lnTo>
                <a:lnTo>
                  <a:pt x="3959" y="714"/>
                </a:lnTo>
                <a:lnTo>
                  <a:pt x="3963" y="713"/>
                </a:lnTo>
                <a:lnTo>
                  <a:pt x="3965" y="713"/>
                </a:lnTo>
                <a:lnTo>
                  <a:pt x="3968" y="712"/>
                </a:lnTo>
                <a:lnTo>
                  <a:pt x="3971" y="713"/>
                </a:lnTo>
                <a:lnTo>
                  <a:pt x="3972" y="712"/>
                </a:lnTo>
                <a:lnTo>
                  <a:pt x="3975" y="713"/>
                </a:lnTo>
                <a:lnTo>
                  <a:pt x="3976" y="714"/>
                </a:lnTo>
                <a:lnTo>
                  <a:pt x="3977" y="715"/>
                </a:lnTo>
                <a:lnTo>
                  <a:pt x="3977" y="717"/>
                </a:lnTo>
                <a:lnTo>
                  <a:pt x="3977" y="718"/>
                </a:lnTo>
                <a:lnTo>
                  <a:pt x="3979" y="719"/>
                </a:lnTo>
                <a:lnTo>
                  <a:pt x="3982" y="721"/>
                </a:lnTo>
                <a:lnTo>
                  <a:pt x="3984" y="721"/>
                </a:lnTo>
                <a:lnTo>
                  <a:pt x="3986" y="720"/>
                </a:lnTo>
                <a:lnTo>
                  <a:pt x="3988" y="719"/>
                </a:lnTo>
                <a:lnTo>
                  <a:pt x="3989" y="719"/>
                </a:lnTo>
                <a:lnTo>
                  <a:pt x="3992" y="720"/>
                </a:lnTo>
                <a:lnTo>
                  <a:pt x="3993" y="719"/>
                </a:lnTo>
                <a:lnTo>
                  <a:pt x="3995" y="719"/>
                </a:lnTo>
                <a:lnTo>
                  <a:pt x="3996" y="718"/>
                </a:lnTo>
                <a:lnTo>
                  <a:pt x="3997" y="718"/>
                </a:lnTo>
                <a:lnTo>
                  <a:pt x="3996" y="716"/>
                </a:lnTo>
                <a:lnTo>
                  <a:pt x="3996" y="715"/>
                </a:lnTo>
                <a:lnTo>
                  <a:pt x="3997" y="715"/>
                </a:lnTo>
                <a:lnTo>
                  <a:pt x="3999" y="714"/>
                </a:lnTo>
                <a:lnTo>
                  <a:pt x="4000" y="713"/>
                </a:lnTo>
                <a:lnTo>
                  <a:pt x="4001" y="711"/>
                </a:lnTo>
                <a:lnTo>
                  <a:pt x="4002" y="711"/>
                </a:lnTo>
                <a:lnTo>
                  <a:pt x="4004" y="711"/>
                </a:lnTo>
                <a:lnTo>
                  <a:pt x="4006" y="711"/>
                </a:lnTo>
                <a:lnTo>
                  <a:pt x="4007" y="711"/>
                </a:lnTo>
                <a:lnTo>
                  <a:pt x="4008" y="711"/>
                </a:lnTo>
                <a:lnTo>
                  <a:pt x="4008" y="709"/>
                </a:lnTo>
                <a:lnTo>
                  <a:pt x="4009" y="709"/>
                </a:lnTo>
                <a:lnTo>
                  <a:pt x="4012" y="709"/>
                </a:lnTo>
                <a:lnTo>
                  <a:pt x="4013" y="709"/>
                </a:lnTo>
                <a:lnTo>
                  <a:pt x="4014" y="709"/>
                </a:lnTo>
                <a:lnTo>
                  <a:pt x="4020" y="704"/>
                </a:lnTo>
                <a:lnTo>
                  <a:pt x="4022" y="704"/>
                </a:lnTo>
                <a:lnTo>
                  <a:pt x="4025" y="704"/>
                </a:lnTo>
                <a:lnTo>
                  <a:pt x="4027" y="704"/>
                </a:lnTo>
                <a:lnTo>
                  <a:pt x="4029" y="703"/>
                </a:lnTo>
                <a:lnTo>
                  <a:pt x="4030" y="701"/>
                </a:lnTo>
                <a:lnTo>
                  <a:pt x="4031" y="701"/>
                </a:lnTo>
                <a:lnTo>
                  <a:pt x="4034" y="701"/>
                </a:lnTo>
                <a:lnTo>
                  <a:pt x="4037" y="698"/>
                </a:lnTo>
                <a:lnTo>
                  <a:pt x="4046" y="699"/>
                </a:lnTo>
                <a:lnTo>
                  <a:pt x="4049" y="702"/>
                </a:lnTo>
                <a:lnTo>
                  <a:pt x="4062" y="703"/>
                </a:lnTo>
                <a:lnTo>
                  <a:pt x="4066" y="700"/>
                </a:lnTo>
                <a:lnTo>
                  <a:pt x="4068" y="700"/>
                </a:lnTo>
                <a:lnTo>
                  <a:pt x="4070" y="703"/>
                </a:lnTo>
                <a:lnTo>
                  <a:pt x="4074" y="703"/>
                </a:lnTo>
                <a:lnTo>
                  <a:pt x="4080" y="704"/>
                </a:lnTo>
                <a:lnTo>
                  <a:pt x="4081" y="704"/>
                </a:lnTo>
                <a:lnTo>
                  <a:pt x="4081" y="703"/>
                </a:lnTo>
                <a:lnTo>
                  <a:pt x="4081" y="702"/>
                </a:lnTo>
                <a:lnTo>
                  <a:pt x="4080" y="701"/>
                </a:lnTo>
                <a:lnTo>
                  <a:pt x="4085" y="695"/>
                </a:lnTo>
                <a:lnTo>
                  <a:pt x="4088" y="695"/>
                </a:lnTo>
                <a:lnTo>
                  <a:pt x="4090" y="695"/>
                </a:lnTo>
                <a:lnTo>
                  <a:pt x="4091" y="695"/>
                </a:lnTo>
                <a:lnTo>
                  <a:pt x="4092" y="695"/>
                </a:lnTo>
                <a:lnTo>
                  <a:pt x="4092" y="698"/>
                </a:lnTo>
                <a:lnTo>
                  <a:pt x="4091" y="699"/>
                </a:lnTo>
                <a:lnTo>
                  <a:pt x="4092" y="700"/>
                </a:lnTo>
                <a:lnTo>
                  <a:pt x="4094" y="700"/>
                </a:lnTo>
                <a:lnTo>
                  <a:pt x="4096" y="699"/>
                </a:lnTo>
                <a:lnTo>
                  <a:pt x="4100" y="698"/>
                </a:lnTo>
                <a:lnTo>
                  <a:pt x="4101" y="700"/>
                </a:lnTo>
                <a:lnTo>
                  <a:pt x="4105" y="704"/>
                </a:lnTo>
                <a:lnTo>
                  <a:pt x="4108" y="707"/>
                </a:lnTo>
                <a:lnTo>
                  <a:pt x="4110" y="708"/>
                </a:lnTo>
                <a:lnTo>
                  <a:pt x="4113" y="707"/>
                </a:lnTo>
                <a:lnTo>
                  <a:pt x="4117" y="708"/>
                </a:lnTo>
                <a:lnTo>
                  <a:pt x="4121" y="707"/>
                </a:lnTo>
                <a:lnTo>
                  <a:pt x="4123" y="708"/>
                </a:lnTo>
                <a:lnTo>
                  <a:pt x="4123" y="709"/>
                </a:lnTo>
                <a:lnTo>
                  <a:pt x="4125" y="710"/>
                </a:lnTo>
                <a:lnTo>
                  <a:pt x="4127" y="712"/>
                </a:lnTo>
                <a:lnTo>
                  <a:pt x="4128" y="712"/>
                </a:lnTo>
                <a:lnTo>
                  <a:pt x="4130" y="711"/>
                </a:lnTo>
                <a:lnTo>
                  <a:pt x="4131" y="711"/>
                </a:lnTo>
                <a:lnTo>
                  <a:pt x="4132" y="711"/>
                </a:lnTo>
                <a:lnTo>
                  <a:pt x="4132" y="712"/>
                </a:lnTo>
                <a:lnTo>
                  <a:pt x="4134" y="712"/>
                </a:lnTo>
                <a:lnTo>
                  <a:pt x="4135" y="711"/>
                </a:lnTo>
                <a:lnTo>
                  <a:pt x="4138" y="709"/>
                </a:lnTo>
                <a:lnTo>
                  <a:pt x="4143" y="709"/>
                </a:lnTo>
                <a:lnTo>
                  <a:pt x="4144" y="709"/>
                </a:lnTo>
                <a:lnTo>
                  <a:pt x="4146" y="709"/>
                </a:lnTo>
                <a:lnTo>
                  <a:pt x="4149" y="709"/>
                </a:lnTo>
                <a:lnTo>
                  <a:pt x="4151" y="711"/>
                </a:lnTo>
                <a:lnTo>
                  <a:pt x="4154" y="711"/>
                </a:lnTo>
                <a:lnTo>
                  <a:pt x="4157" y="710"/>
                </a:lnTo>
                <a:lnTo>
                  <a:pt x="4158" y="711"/>
                </a:lnTo>
                <a:lnTo>
                  <a:pt x="4160" y="711"/>
                </a:lnTo>
                <a:lnTo>
                  <a:pt x="4160" y="712"/>
                </a:lnTo>
                <a:lnTo>
                  <a:pt x="4160" y="713"/>
                </a:lnTo>
                <a:lnTo>
                  <a:pt x="4160" y="714"/>
                </a:lnTo>
                <a:lnTo>
                  <a:pt x="4164" y="713"/>
                </a:lnTo>
                <a:lnTo>
                  <a:pt x="4165" y="711"/>
                </a:lnTo>
                <a:lnTo>
                  <a:pt x="4166" y="711"/>
                </a:lnTo>
                <a:lnTo>
                  <a:pt x="4168" y="711"/>
                </a:lnTo>
                <a:lnTo>
                  <a:pt x="4169" y="711"/>
                </a:lnTo>
                <a:lnTo>
                  <a:pt x="4172" y="707"/>
                </a:lnTo>
                <a:lnTo>
                  <a:pt x="4172" y="705"/>
                </a:lnTo>
                <a:lnTo>
                  <a:pt x="4171" y="704"/>
                </a:lnTo>
                <a:lnTo>
                  <a:pt x="4178" y="706"/>
                </a:lnTo>
                <a:lnTo>
                  <a:pt x="4179" y="706"/>
                </a:lnTo>
                <a:lnTo>
                  <a:pt x="4181" y="705"/>
                </a:lnTo>
                <a:lnTo>
                  <a:pt x="4181" y="704"/>
                </a:lnTo>
                <a:lnTo>
                  <a:pt x="4182" y="703"/>
                </a:lnTo>
                <a:lnTo>
                  <a:pt x="4183" y="702"/>
                </a:lnTo>
                <a:lnTo>
                  <a:pt x="4183" y="701"/>
                </a:lnTo>
                <a:lnTo>
                  <a:pt x="4182" y="699"/>
                </a:lnTo>
                <a:lnTo>
                  <a:pt x="4181" y="697"/>
                </a:lnTo>
                <a:lnTo>
                  <a:pt x="4181" y="696"/>
                </a:lnTo>
                <a:lnTo>
                  <a:pt x="4181" y="695"/>
                </a:lnTo>
                <a:lnTo>
                  <a:pt x="4183" y="693"/>
                </a:lnTo>
                <a:lnTo>
                  <a:pt x="4183" y="692"/>
                </a:lnTo>
                <a:lnTo>
                  <a:pt x="4182" y="689"/>
                </a:lnTo>
                <a:lnTo>
                  <a:pt x="4183" y="688"/>
                </a:lnTo>
                <a:lnTo>
                  <a:pt x="4183" y="687"/>
                </a:lnTo>
                <a:lnTo>
                  <a:pt x="4182" y="687"/>
                </a:lnTo>
                <a:lnTo>
                  <a:pt x="4182" y="683"/>
                </a:lnTo>
                <a:lnTo>
                  <a:pt x="4183" y="681"/>
                </a:lnTo>
                <a:lnTo>
                  <a:pt x="4176" y="680"/>
                </a:lnTo>
                <a:lnTo>
                  <a:pt x="4176" y="677"/>
                </a:lnTo>
                <a:lnTo>
                  <a:pt x="4178" y="676"/>
                </a:lnTo>
                <a:lnTo>
                  <a:pt x="4176" y="675"/>
                </a:lnTo>
                <a:lnTo>
                  <a:pt x="4175" y="675"/>
                </a:lnTo>
                <a:lnTo>
                  <a:pt x="4172" y="672"/>
                </a:lnTo>
                <a:lnTo>
                  <a:pt x="4172" y="671"/>
                </a:lnTo>
                <a:lnTo>
                  <a:pt x="4171" y="670"/>
                </a:lnTo>
                <a:lnTo>
                  <a:pt x="4170" y="669"/>
                </a:lnTo>
                <a:lnTo>
                  <a:pt x="4170" y="668"/>
                </a:lnTo>
                <a:lnTo>
                  <a:pt x="4170" y="667"/>
                </a:lnTo>
                <a:lnTo>
                  <a:pt x="4172" y="666"/>
                </a:lnTo>
                <a:lnTo>
                  <a:pt x="4168" y="659"/>
                </a:lnTo>
                <a:lnTo>
                  <a:pt x="4167" y="658"/>
                </a:lnTo>
                <a:lnTo>
                  <a:pt x="4165" y="654"/>
                </a:lnTo>
                <a:lnTo>
                  <a:pt x="4164" y="654"/>
                </a:lnTo>
                <a:lnTo>
                  <a:pt x="4164" y="653"/>
                </a:lnTo>
                <a:lnTo>
                  <a:pt x="4162" y="652"/>
                </a:lnTo>
                <a:lnTo>
                  <a:pt x="4161" y="651"/>
                </a:lnTo>
                <a:lnTo>
                  <a:pt x="4160" y="650"/>
                </a:lnTo>
                <a:lnTo>
                  <a:pt x="4158" y="648"/>
                </a:lnTo>
                <a:lnTo>
                  <a:pt x="4158" y="647"/>
                </a:lnTo>
                <a:lnTo>
                  <a:pt x="4157" y="647"/>
                </a:lnTo>
                <a:lnTo>
                  <a:pt x="4156" y="646"/>
                </a:lnTo>
                <a:lnTo>
                  <a:pt x="4155" y="646"/>
                </a:lnTo>
                <a:lnTo>
                  <a:pt x="4153" y="646"/>
                </a:lnTo>
                <a:lnTo>
                  <a:pt x="4152" y="646"/>
                </a:lnTo>
                <a:lnTo>
                  <a:pt x="4151" y="646"/>
                </a:lnTo>
                <a:lnTo>
                  <a:pt x="4150" y="646"/>
                </a:lnTo>
                <a:lnTo>
                  <a:pt x="4149" y="645"/>
                </a:lnTo>
                <a:lnTo>
                  <a:pt x="4150" y="645"/>
                </a:lnTo>
                <a:lnTo>
                  <a:pt x="4150" y="644"/>
                </a:lnTo>
                <a:lnTo>
                  <a:pt x="4150" y="643"/>
                </a:lnTo>
                <a:lnTo>
                  <a:pt x="4149" y="643"/>
                </a:lnTo>
                <a:lnTo>
                  <a:pt x="4150" y="643"/>
                </a:lnTo>
                <a:lnTo>
                  <a:pt x="4150" y="642"/>
                </a:lnTo>
                <a:lnTo>
                  <a:pt x="4150" y="643"/>
                </a:lnTo>
                <a:lnTo>
                  <a:pt x="4149" y="642"/>
                </a:lnTo>
                <a:lnTo>
                  <a:pt x="4150" y="642"/>
                </a:lnTo>
                <a:lnTo>
                  <a:pt x="4149" y="642"/>
                </a:lnTo>
                <a:lnTo>
                  <a:pt x="4149" y="641"/>
                </a:lnTo>
                <a:lnTo>
                  <a:pt x="4148" y="641"/>
                </a:lnTo>
                <a:lnTo>
                  <a:pt x="4147" y="641"/>
                </a:lnTo>
                <a:lnTo>
                  <a:pt x="4147" y="640"/>
                </a:lnTo>
                <a:lnTo>
                  <a:pt x="4148" y="640"/>
                </a:lnTo>
                <a:lnTo>
                  <a:pt x="4147" y="640"/>
                </a:lnTo>
                <a:lnTo>
                  <a:pt x="4146" y="640"/>
                </a:lnTo>
                <a:lnTo>
                  <a:pt x="4147" y="640"/>
                </a:lnTo>
                <a:lnTo>
                  <a:pt x="4147" y="639"/>
                </a:lnTo>
                <a:lnTo>
                  <a:pt x="4146" y="639"/>
                </a:lnTo>
                <a:lnTo>
                  <a:pt x="4145" y="639"/>
                </a:lnTo>
                <a:lnTo>
                  <a:pt x="4145" y="638"/>
                </a:lnTo>
                <a:lnTo>
                  <a:pt x="4145" y="639"/>
                </a:lnTo>
                <a:lnTo>
                  <a:pt x="4145" y="638"/>
                </a:lnTo>
                <a:lnTo>
                  <a:pt x="4144" y="638"/>
                </a:lnTo>
                <a:lnTo>
                  <a:pt x="4143" y="638"/>
                </a:lnTo>
                <a:lnTo>
                  <a:pt x="4144" y="638"/>
                </a:lnTo>
                <a:lnTo>
                  <a:pt x="4143" y="638"/>
                </a:lnTo>
                <a:lnTo>
                  <a:pt x="4142" y="638"/>
                </a:lnTo>
                <a:lnTo>
                  <a:pt x="4142" y="637"/>
                </a:lnTo>
                <a:lnTo>
                  <a:pt x="4143" y="637"/>
                </a:lnTo>
                <a:lnTo>
                  <a:pt x="4142" y="637"/>
                </a:lnTo>
                <a:lnTo>
                  <a:pt x="4143" y="637"/>
                </a:lnTo>
                <a:lnTo>
                  <a:pt x="4142" y="637"/>
                </a:lnTo>
                <a:lnTo>
                  <a:pt x="4141" y="637"/>
                </a:lnTo>
                <a:lnTo>
                  <a:pt x="4141" y="636"/>
                </a:lnTo>
                <a:lnTo>
                  <a:pt x="4140" y="636"/>
                </a:lnTo>
                <a:lnTo>
                  <a:pt x="4141" y="636"/>
                </a:lnTo>
                <a:lnTo>
                  <a:pt x="4141" y="635"/>
                </a:lnTo>
                <a:lnTo>
                  <a:pt x="4140" y="636"/>
                </a:lnTo>
                <a:lnTo>
                  <a:pt x="4140" y="635"/>
                </a:lnTo>
                <a:lnTo>
                  <a:pt x="4139" y="635"/>
                </a:lnTo>
                <a:lnTo>
                  <a:pt x="4139" y="634"/>
                </a:lnTo>
                <a:lnTo>
                  <a:pt x="4138" y="633"/>
                </a:lnTo>
                <a:lnTo>
                  <a:pt x="4137" y="633"/>
                </a:lnTo>
                <a:lnTo>
                  <a:pt x="4137" y="632"/>
                </a:lnTo>
                <a:lnTo>
                  <a:pt x="4136" y="632"/>
                </a:lnTo>
                <a:lnTo>
                  <a:pt x="4135" y="631"/>
                </a:lnTo>
                <a:lnTo>
                  <a:pt x="4134" y="631"/>
                </a:lnTo>
                <a:lnTo>
                  <a:pt x="4133" y="631"/>
                </a:lnTo>
                <a:lnTo>
                  <a:pt x="4133" y="630"/>
                </a:lnTo>
                <a:lnTo>
                  <a:pt x="4132" y="630"/>
                </a:lnTo>
                <a:lnTo>
                  <a:pt x="4133" y="630"/>
                </a:lnTo>
                <a:lnTo>
                  <a:pt x="4133" y="629"/>
                </a:lnTo>
                <a:lnTo>
                  <a:pt x="4132" y="629"/>
                </a:lnTo>
                <a:lnTo>
                  <a:pt x="4132" y="628"/>
                </a:lnTo>
                <a:lnTo>
                  <a:pt x="4131" y="628"/>
                </a:lnTo>
                <a:lnTo>
                  <a:pt x="4130" y="628"/>
                </a:lnTo>
                <a:lnTo>
                  <a:pt x="4131" y="628"/>
                </a:lnTo>
                <a:lnTo>
                  <a:pt x="4131" y="627"/>
                </a:lnTo>
                <a:lnTo>
                  <a:pt x="4130" y="627"/>
                </a:lnTo>
                <a:lnTo>
                  <a:pt x="4130" y="628"/>
                </a:lnTo>
                <a:lnTo>
                  <a:pt x="4130" y="627"/>
                </a:lnTo>
                <a:lnTo>
                  <a:pt x="4130" y="628"/>
                </a:lnTo>
                <a:lnTo>
                  <a:pt x="4129" y="628"/>
                </a:lnTo>
                <a:lnTo>
                  <a:pt x="4128" y="628"/>
                </a:lnTo>
                <a:lnTo>
                  <a:pt x="4128" y="627"/>
                </a:lnTo>
                <a:lnTo>
                  <a:pt x="4131" y="624"/>
                </a:lnTo>
                <a:lnTo>
                  <a:pt x="4132" y="623"/>
                </a:lnTo>
                <a:lnTo>
                  <a:pt x="4129" y="622"/>
                </a:lnTo>
                <a:lnTo>
                  <a:pt x="4117" y="618"/>
                </a:lnTo>
                <a:lnTo>
                  <a:pt x="4112" y="616"/>
                </a:lnTo>
                <a:lnTo>
                  <a:pt x="4112" y="613"/>
                </a:lnTo>
                <a:lnTo>
                  <a:pt x="4111" y="609"/>
                </a:lnTo>
                <a:lnTo>
                  <a:pt x="4111" y="608"/>
                </a:lnTo>
                <a:lnTo>
                  <a:pt x="4111" y="604"/>
                </a:lnTo>
                <a:lnTo>
                  <a:pt x="4105" y="602"/>
                </a:lnTo>
                <a:lnTo>
                  <a:pt x="4100" y="600"/>
                </a:lnTo>
                <a:lnTo>
                  <a:pt x="4094" y="598"/>
                </a:lnTo>
                <a:lnTo>
                  <a:pt x="4079" y="593"/>
                </a:lnTo>
                <a:lnTo>
                  <a:pt x="4078" y="592"/>
                </a:lnTo>
                <a:lnTo>
                  <a:pt x="4069" y="581"/>
                </a:lnTo>
                <a:lnTo>
                  <a:pt x="4061" y="571"/>
                </a:lnTo>
                <a:lnTo>
                  <a:pt x="4060" y="570"/>
                </a:lnTo>
                <a:lnTo>
                  <a:pt x="4058" y="570"/>
                </a:lnTo>
                <a:lnTo>
                  <a:pt x="4050" y="569"/>
                </a:lnTo>
                <a:lnTo>
                  <a:pt x="4049" y="569"/>
                </a:lnTo>
                <a:lnTo>
                  <a:pt x="4049" y="570"/>
                </a:lnTo>
                <a:lnTo>
                  <a:pt x="4048" y="570"/>
                </a:lnTo>
                <a:lnTo>
                  <a:pt x="4049" y="570"/>
                </a:lnTo>
                <a:lnTo>
                  <a:pt x="4049" y="569"/>
                </a:lnTo>
                <a:lnTo>
                  <a:pt x="4048" y="569"/>
                </a:lnTo>
                <a:lnTo>
                  <a:pt x="4048" y="568"/>
                </a:lnTo>
                <a:lnTo>
                  <a:pt x="4047" y="568"/>
                </a:lnTo>
                <a:lnTo>
                  <a:pt x="4046" y="568"/>
                </a:lnTo>
                <a:lnTo>
                  <a:pt x="4045" y="568"/>
                </a:lnTo>
                <a:lnTo>
                  <a:pt x="4044" y="568"/>
                </a:lnTo>
                <a:lnTo>
                  <a:pt x="4043" y="568"/>
                </a:lnTo>
                <a:lnTo>
                  <a:pt x="4042" y="568"/>
                </a:lnTo>
                <a:lnTo>
                  <a:pt x="4041" y="568"/>
                </a:lnTo>
                <a:lnTo>
                  <a:pt x="4042" y="568"/>
                </a:lnTo>
                <a:lnTo>
                  <a:pt x="4042" y="569"/>
                </a:lnTo>
                <a:lnTo>
                  <a:pt x="4041" y="569"/>
                </a:lnTo>
                <a:lnTo>
                  <a:pt x="4041" y="568"/>
                </a:lnTo>
                <a:lnTo>
                  <a:pt x="4041" y="569"/>
                </a:lnTo>
                <a:lnTo>
                  <a:pt x="4040" y="569"/>
                </a:lnTo>
                <a:lnTo>
                  <a:pt x="4040" y="568"/>
                </a:lnTo>
                <a:lnTo>
                  <a:pt x="4039" y="568"/>
                </a:lnTo>
                <a:lnTo>
                  <a:pt x="4039" y="569"/>
                </a:lnTo>
                <a:lnTo>
                  <a:pt x="4038" y="568"/>
                </a:lnTo>
                <a:lnTo>
                  <a:pt x="4037" y="568"/>
                </a:lnTo>
                <a:lnTo>
                  <a:pt x="4037" y="569"/>
                </a:lnTo>
                <a:lnTo>
                  <a:pt x="4036" y="569"/>
                </a:lnTo>
                <a:lnTo>
                  <a:pt x="4035" y="568"/>
                </a:lnTo>
                <a:lnTo>
                  <a:pt x="4034" y="568"/>
                </a:lnTo>
                <a:lnTo>
                  <a:pt x="4034" y="567"/>
                </a:lnTo>
                <a:lnTo>
                  <a:pt x="4033" y="567"/>
                </a:lnTo>
                <a:lnTo>
                  <a:pt x="4032" y="567"/>
                </a:lnTo>
                <a:lnTo>
                  <a:pt x="4032" y="566"/>
                </a:lnTo>
                <a:lnTo>
                  <a:pt x="4031" y="566"/>
                </a:lnTo>
                <a:lnTo>
                  <a:pt x="4030" y="566"/>
                </a:lnTo>
                <a:lnTo>
                  <a:pt x="4031" y="566"/>
                </a:lnTo>
                <a:lnTo>
                  <a:pt x="4030" y="565"/>
                </a:lnTo>
                <a:lnTo>
                  <a:pt x="4029" y="565"/>
                </a:lnTo>
                <a:lnTo>
                  <a:pt x="4028" y="565"/>
                </a:lnTo>
                <a:lnTo>
                  <a:pt x="4027" y="565"/>
                </a:lnTo>
                <a:lnTo>
                  <a:pt x="4026" y="565"/>
                </a:lnTo>
                <a:lnTo>
                  <a:pt x="4026" y="564"/>
                </a:lnTo>
                <a:lnTo>
                  <a:pt x="4025" y="564"/>
                </a:lnTo>
                <a:lnTo>
                  <a:pt x="4024" y="564"/>
                </a:lnTo>
                <a:lnTo>
                  <a:pt x="4024" y="565"/>
                </a:lnTo>
                <a:lnTo>
                  <a:pt x="4023" y="565"/>
                </a:lnTo>
                <a:lnTo>
                  <a:pt x="4022" y="566"/>
                </a:lnTo>
                <a:lnTo>
                  <a:pt x="4022" y="565"/>
                </a:lnTo>
                <a:lnTo>
                  <a:pt x="4022" y="566"/>
                </a:lnTo>
                <a:lnTo>
                  <a:pt x="4021" y="566"/>
                </a:lnTo>
                <a:lnTo>
                  <a:pt x="4021" y="565"/>
                </a:lnTo>
                <a:lnTo>
                  <a:pt x="4020" y="564"/>
                </a:lnTo>
                <a:lnTo>
                  <a:pt x="4020" y="565"/>
                </a:lnTo>
                <a:lnTo>
                  <a:pt x="4019" y="565"/>
                </a:lnTo>
                <a:lnTo>
                  <a:pt x="4019" y="566"/>
                </a:lnTo>
                <a:lnTo>
                  <a:pt x="4018" y="566"/>
                </a:lnTo>
                <a:lnTo>
                  <a:pt x="4017" y="566"/>
                </a:lnTo>
                <a:lnTo>
                  <a:pt x="4016" y="566"/>
                </a:lnTo>
                <a:lnTo>
                  <a:pt x="4016" y="567"/>
                </a:lnTo>
                <a:lnTo>
                  <a:pt x="4016" y="566"/>
                </a:lnTo>
                <a:lnTo>
                  <a:pt x="4016" y="567"/>
                </a:lnTo>
                <a:lnTo>
                  <a:pt x="4015" y="567"/>
                </a:lnTo>
                <a:lnTo>
                  <a:pt x="4014" y="567"/>
                </a:lnTo>
                <a:lnTo>
                  <a:pt x="4013" y="567"/>
                </a:lnTo>
                <a:lnTo>
                  <a:pt x="4013" y="568"/>
                </a:lnTo>
                <a:lnTo>
                  <a:pt x="4011" y="568"/>
                </a:lnTo>
                <a:lnTo>
                  <a:pt x="4010" y="568"/>
                </a:lnTo>
                <a:lnTo>
                  <a:pt x="4009" y="568"/>
                </a:lnTo>
                <a:lnTo>
                  <a:pt x="4008" y="568"/>
                </a:lnTo>
                <a:lnTo>
                  <a:pt x="4008" y="567"/>
                </a:lnTo>
                <a:lnTo>
                  <a:pt x="4007" y="567"/>
                </a:lnTo>
                <a:lnTo>
                  <a:pt x="4007" y="568"/>
                </a:lnTo>
                <a:lnTo>
                  <a:pt x="4006" y="568"/>
                </a:lnTo>
                <a:lnTo>
                  <a:pt x="4006" y="567"/>
                </a:lnTo>
                <a:lnTo>
                  <a:pt x="4006" y="568"/>
                </a:lnTo>
                <a:lnTo>
                  <a:pt x="4005" y="568"/>
                </a:lnTo>
                <a:lnTo>
                  <a:pt x="4006" y="568"/>
                </a:lnTo>
                <a:lnTo>
                  <a:pt x="4005" y="568"/>
                </a:lnTo>
                <a:lnTo>
                  <a:pt x="4004" y="568"/>
                </a:lnTo>
                <a:lnTo>
                  <a:pt x="4004" y="567"/>
                </a:lnTo>
                <a:lnTo>
                  <a:pt x="4004" y="568"/>
                </a:lnTo>
                <a:lnTo>
                  <a:pt x="4003" y="568"/>
                </a:lnTo>
                <a:lnTo>
                  <a:pt x="4002" y="568"/>
                </a:lnTo>
                <a:lnTo>
                  <a:pt x="4002" y="567"/>
                </a:lnTo>
                <a:lnTo>
                  <a:pt x="4001" y="567"/>
                </a:lnTo>
                <a:lnTo>
                  <a:pt x="4000" y="567"/>
                </a:lnTo>
                <a:lnTo>
                  <a:pt x="4000" y="566"/>
                </a:lnTo>
                <a:lnTo>
                  <a:pt x="3999" y="566"/>
                </a:lnTo>
                <a:lnTo>
                  <a:pt x="3992" y="567"/>
                </a:lnTo>
                <a:lnTo>
                  <a:pt x="3992" y="568"/>
                </a:lnTo>
                <a:lnTo>
                  <a:pt x="3991" y="569"/>
                </a:lnTo>
                <a:lnTo>
                  <a:pt x="3990" y="569"/>
                </a:lnTo>
                <a:lnTo>
                  <a:pt x="3966" y="592"/>
                </a:lnTo>
                <a:lnTo>
                  <a:pt x="3966" y="593"/>
                </a:lnTo>
                <a:lnTo>
                  <a:pt x="3965" y="594"/>
                </a:lnTo>
                <a:lnTo>
                  <a:pt x="3963" y="594"/>
                </a:lnTo>
                <a:lnTo>
                  <a:pt x="3953" y="606"/>
                </a:lnTo>
                <a:lnTo>
                  <a:pt x="3927" y="587"/>
                </a:lnTo>
                <a:lnTo>
                  <a:pt x="3919" y="584"/>
                </a:lnTo>
                <a:lnTo>
                  <a:pt x="3908" y="580"/>
                </a:lnTo>
                <a:lnTo>
                  <a:pt x="3900" y="579"/>
                </a:lnTo>
                <a:lnTo>
                  <a:pt x="3889" y="580"/>
                </a:lnTo>
                <a:lnTo>
                  <a:pt x="3869" y="586"/>
                </a:lnTo>
                <a:lnTo>
                  <a:pt x="3853" y="582"/>
                </a:lnTo>
                <a:lnTo>
                  <a:pt x="3839" y="588"/>
                </a:lnTo>
                <a:lnTo>
                  <a:pt x="3829" y="598"/>
                </a:lnTo>
                <a:lnTo>
                  <a:pt x="3826" y="601"/>
                </a:lnTo>
                <a:lnTo>
                  <a:pt x="3823" y="602"/>
                </a:lnTo>
                <a:lnTo>
                  <a:pt x="3791" y="577"/>
                </a:lnTo>
                <a:lnTo>
                  <a:pt x="3790" y="573"/>
                </a:lnTo>
                <a:lnTo>
                  <a:pt x="3790" y="569"/>
                </a:lnTo>
                <a:lnTo>
                  <a:pt x="3789" y="564"/>
                </a:lnTo>
                <a:lnTo>
                  <a:pt x="3788" y="559"/>
                </a:lnTo>
                <a:lnTo>
                  <a:pt x="3787" y="559"/>
                </a:lnTo>
                <a:lnTo>
                  <a:pt x="3787" y="558"/>
                </a:lnTo>
                <a:lnTo>
                  <a:pt x="3787" y="557"/>
                </a:lnTo>
                <a:lnTo>
                  <a:pt x="3788" y="557"/>
                </a:lnTo>
                <a:lnTo>
                  <a:pt x="3788" y="556"/>
                </a:lnTo>
                <a:lnTo>
                  <a:pt x="3788" y="555"/>
                </a:lnTo>
                <a:lnTo>
                  <a:pt x="3787" y="555"/>
                </a:lnTo>
                <a:lnTo>
                  <a:pt x="3787" y="554"/>
                </a:lnTo>
                <a:lnTo>
                  <a:pt x="3812" y="543"/>
                </a:lnTo>
                <a:lnTo>
                  <a:pt x="3810" y="516"/>
                </a:lnTo>
                <a:lnTo>
                  <a:pt x="3835" y="486"/>
                </a:lnTo>
                <a:lnTo>
                  <a:pt x="3836" y="485"/>
                </a:lnTo>
                <a:lnTo>
                  <a:pt x="3833" y="480"/>
                </a:lnTo>
                <a:lnTo>
                  <a:pt x="3894" y="380"/>
                </a:lnTo>
                <a:lnTo>
                  <a:pt x="3908" y="387"/>
                </a:lnTo>
                <a:lnTo>
                  <a:pt x="3924" y="396"/>
                </a:lnTo>
                <a:lnTo>
                  <a:pt x="3931" y="398"/>
                </a:lnTo>
                <a:lnTo>
                  <a:pt x="3944" y="402"/>
                </a:lnTo>
                <a:lnTo>
                  <a:pt x="3962" y="402"/>
                </a:lnTo>
                <a:lnTo>
                  <a:pt x="3976" y="408"/>
                </a:lnTo>
                <a:lnTo>
                  <a:pt x="3992" y="414"/>
                </a:lnTo>
                <a:lnTo>
                  <a:pt x="3993" y="413"/>
                </a:lnTo>
                <a:lnTo>
                  <a:pt x="3992" y="413"/>
                </a:lnTo>
                <a:lnTo>
                  <a:pt x="3992" y="412"/>
                </a:lnTo>
                <a:lnTo>
                  <a:pt x="3993" y="412"/>
                </a:lnTo>
                <a:lnTo>
                  <a:pt x="3994" y="411"/>
                </a:lnTo>
                <a:lnTo>
                  <a:pt x="3995" y="411"/>
                </a:lnTo>
                <a:lnTo>
                  <a:pt x="3995" y="410"/>
                </a:lnTo>
                <a:lnTo>
                  <a:pt x="3996" y="410"/>
                </a:lnTo>
                <a:lnTo>
                  <a:pt x="3995" y="409"/>
                </a:lnTo>
                <a:lnTo>
                  <a:pt x="3996" y="409"/>
                </a:lnTo>
                <a:lnTo>
                  <a:pt x="3997" y="408"/>
                </a:lnTo>
                <a:lnTo>
                  <a:pt x="3997" y="407"/>
                </a:lnTo>
                <a:lnTo>
                  <a:pt x="3997" y="406"/>
                </a:lnTo>
                <a:lnTo>
                  <a:pt x="3998" y="406"/>
                </a:lnTo>
                <a:lnTo>
                  <a:pt x="3999" y="406"/>
                </a:lnTo>
                <a:lnTo>
                  <a:pt x="4000" y="406"/>
                </a:lnTo>
                <a:lnTo>
                  <a:pt x="4001" y="406"/>
                </a:lnTo>
                <a:lnTo>
                  <a:pt x="4002" y="406"/>
                </a:lnTo>
                <a:lnTo>
                  <a:pt x="4003" y="406"/>
                </a:lnTo>
                <a:lnTo>
                  <a:pt x="4004" y="406"/>
                </a:lnTo>
                <a:lnTo>
                  <a:pt x="4005" y="406"/>
                </a:lnTo>
                <a:lnTo>
                  <a:pt x="4005" y="405"/>
                </a:lnTo>
                <a:lnTo>
                  <a:pt x="4005" y="404"/>
                </a:lnTo>
                <a:lnTo>
                  <a:pt x="4006" y="404"/>
                </a:lnTo>
                <a:lnTo>
                  <a:pt x="4007" y="404"/>
                </a:lnTo>
                <a:lnTo>
                  <a:pt x="4007" y="403"/>
                </a:lnTo>
                <a:lnTo>
                  <a:pt x="4008" y="403"/>
                </a:lnTo>
                <a:lnTo>
                  <a:pt x="4009" y="403"/>
                </a:lnTo>
                <a:lnTo>
                  <a:pt x="4009" y="404"/>
                </a:lnTo>
                <a:lnTo>
                  <a:pt x="4012" y="404"/>
                </a:lnTo>
                <a:lnTo>
                  <a:pt x="4013" y="404"/>
                </a:lnTo>
                <a:lnTo>
                  <a:pt x="4014" y="404"/>
                </a:lnTo>
                <a:lnTo>
                  <a:pt x="4015" y="404"/>
                </a:lnTo>
                <a:lnTo>
                  <a:pt x="4016" y="404"/>
                </a:lnTo>
                <a:lnTo>
                  <a:pt x="4017" y="403"/>
                </a:lnTo>
                <a:lnTo>
                  <a:pt x="4017" y="402"/>
                </a:lnTo>
                <a:lnTo>
                  <a:pt x="4018" y="402"/>
                </a:lnTo>
                <a:lnTo>
                  <a:pt x="4018" y="401"/>
                </a:lnTo>
                <a:lnTo>
                  <a:pt x="4018" y="400"/>
                </a:lnTo>
                <a:lnTo>
                  <a:pt x="4019" y="400"/>
                </a:lnTo>
                <a:lnTo>
                  <a:pt x="4020" y="400"/>
                </a:lnTo>
                <a:lnTo>
                  <a:pt x="4020" y="399"/>
                </a:lnTo>
                <a:lnTo>
                  <a:pt x="4020" y="398"/>
                </a:lnTo>
                <a:lnTo>
                  <a:pt x="4021" y="399"/>
                </a:lnTo>
                <a:lnTo>
                  <a:pt x="4022" y="399"/>
                </a:lnTo>
                <a:lnTo>
                  <a:pt x="4023" y="399"/>
                </a:lnTo>
                <a:lnTo>
                  <a:pt x="4023" y="400"/>
                </a:lnTo>
                <a:lnTo>
                  <a:pt x="4024" y="400"/>
                </a:lnTo>
                <a:lnTo>
                  <a:pt x="4024" y="399"/>
                </a:lnTo>
                <a:lnTo>
                  <a:pt x="4024" y="398"/>
                </a:lnTo>
                <a:lnTo>
                  <a:pt x="4025" y="398"/>
                </a:lnTo>
                <a:lnTo>
                  <a:pt x="4025" y="397"/>
                </a:lnTo>
                <a:lnTo>
                  <a:pt x="4026" y="397"/>
                </a:lnTo>
                <a:lnTo>
                  <a:pt x="4027" y="397"/>
                </a:lnTo>
                <a:lnTo>
                  <a:pt x="4028" y="396"/>
                </a:lnTo>
                <a:lnTo>
                  <a:pt x="4028" y="395"/>
                </a:lnTo>
                <a:lnTo>
                  <a:pt x="4028" y="394"/>
                </a:lnTo>
                <a:lnTo>
                  <a:pt x="4029" y="393"/>
                </a:lnTo>
                <a:lnTo>
                  <a:pt x="4029" y="394"/>
                </a:lnTo>
                <a:lnTo>
                  <a:pt x="4030" y="394"/>
                </a:lnTo>
                <a:lnTo>
                  <a:pt x="4030" y="393"/>
                </a:lnTo>
                <a:lnTo>
                  <a:pt x="4030" y="392"/>
                </a:lnTo>
                <a:lnTo>
                  <a:pt x="4031" y="392"/>
                </a:lnTo>
                <a:lnTo>
                  <a:pt x="4030" y="392"/>
                </a:lnTo>
                <a:lnTo>
                  <a:pt x="4030" y="391"/>
                </a:lnTo>
                <a:lnTo>
                  <a:pt x="4031" y="391"/>
                </a:lnTo>
                <a:lnTo>
                  <a:pt x="4031" y="392"/>
                </a:lnTo>
                <a:lnTo>
                  <a:pt x="4032" y="392"/>
                </a:lnTo>
                <a:lnTo>
                  <a:pt x="4032" y="391"/>
                </a:lnTo>
                <a:lnTo>
                  <a:pt x="4035" y="391"/>
                </a:lnTo>
                <a:lnTo>
                  <a:pt x="4036" y="390"/>
                </a:lnTo>
                <a:lnTo>
                  <a:pt x="4035" y="390"/>
                </a:lnTo>
                <a:lnTo>
                  <a:pt x="4036" y="390"/>
                </a:lnTo>
                <a:lnTo>
                  <a:pt x="4036" y="389"/>
                </a:lnTo>
                <a:lnTo>
                  <a:pt x="4036" y="390"/>
                </a:lnTo>
                <a:lnTo>
                  <a:pt x="4036" y="389"/>
                </a:lnTo>
                <a:lnTo>
                  <a:pt x="4037" y="389"/>
                </a:lnTo>
                <a:lnTo>
                  <a:pt x="4037" y="388"/>
                </a:lnTo>
                <a:lnTo>
                  <a:pt x="4038" y="388"/>
                </a:lnTo>
                <a:lnTo>
                  <a:pt x="4039" y="388"/>
                </a:lnTo>
                <a:lnTo>
                  <a:pt x="4040" y="388"/>
                </a:lnTo>
                <a:lnTo>
                  <a:pt x="4040" y="387"/>
                </a:lnTo>
                <a:lnTo>
                  <a:pt x="4041" y="387"/>
                </a:lnTo>
                <a:lnTo>
                  <a:pt x="4042" y="387"/>
                </a:lnTo>
                <a:lnTo>
                  <a:pt x="4043" y="387"/>
                </a:lnTo>
                <a:lnTo>
                  <a:pt x="4044" y="387"/>
                </a:lnTo>
                <a:lnTo>
                  <a:pt x="4044" y="386"/>
                </a:lnTo>
                <a:lnTo>
                  <a:pt x="4043" y="386"/>
                </a:lnTo>
                <a:lnTo>
                  <a:pt x="4044" y="386"/>
                </a:lnTo>
                <a:lnTo>
                  <a:pt x="4044" y="385"/>
                </a:lnTo>
                <a:lnTo>
                  <a:pt x="4044" y="384"/>
                </a:lnTo>
                <a:lnTo>
                  <a:pt x="4044" y="385"/>
                </a:lnTo>
                <a:lnTo>
                  <a:pt x="4045" y="385"/>
                </a:lnTo>
                <a:lnTo>
                  <a:pt x="4045" y="384"/>
                </a:lnTo>
                <a:lnTo>
                  <a:pt x="4044" y="384"/>
                </a:lnTo>
                <a:lnTo>
                  <a:pt x="4045" y="384"/>
                </a:lnTo>
                <a:lnTo>
                  <a:pt x="4045" y="383"/>
                </a:lnTo>
                <a:lnTo>
                  <a:pt x="4044" y="383"/>
                </a:lnTo>
                <a:lnTo>
                  <a:pt x="4044" y="382"/>
                </a:lnTo>
                <a:lnTo>
                  <a:pt x="4045" y="382"/>
                </a:lnTo>
                <a:lnTo>
                  <a:pt x="4046" y="382"/>
                </a:lnTo>
                <a:lnTo>
                  <a:pt x="4046" y="383"/>
                </a:lnTo>
                <a:lnTo>
                  <a:pt x="4047" y="383"/>
                </a:lnTo>
                <a:lnTo>
                  <a:pt x="4048" y="382"/>
                </a:lnTo>
                <a:lnTo>
                  <a:pt x="4048" y="381"/>
                </a:lnTo>
                <a:lnTo>
                  <a:pt x="4049" y="381"/>
                </a:lnTo>
                <a:lnTo>
                  <a:pt x="4049" y="382"/>
                </a:lnTo>
                <a:lnTo>
                  <a:pt x="4050" y="382"/>
                </a:lnTo>
                <a:lnTo>
                  <a:pt x="4050" y="381"/>
                </a:lnTo>
                <a:lnTo>
                  <a:pt x="4051" y="381"/>
                </a:lnTo>
                <a:lnTo>
                  <a:pt x="4051" y="382"/>
                </a:lnTo>
                <a:lnTo>
                  <a:pt x="4051" y="383"/>
                </a:lnTo>
                <a:lnTo>
                  <a:pt x="4051" y="382"/>
                </a:lnTo>
                <a:lnTo>
                  <a:pt x="4052" y="382"/>
                </a:lnTo>
                <a:lnTo>
                  <a:pt x="4052" y="381"/>
                </a:lnTo>
                <a:lnTo>
                  <a:pt x="4053" y="381"/>
                </a:lnTo>
                <a:lnTo>
                  <a:pt x="4054" y="381"/>
                </a:lnTo>
                <a:lnTo>
                  <a:pt x="4054" y="380"/>
                </a:lnTo>
                <a:lnTo>
                  <a:pt x="4053" y="380"/>
                </a:lnTo>
                <a:lnTo>
                  <a:pt x="4053" y="379"/>
                </a:lnTo>
                <a:lnTo>
                  <a:pt x="4053" y="378"/>
                </a:lnTo>
                <a:lnTo>
                  <a:pt x="4053" y="377"/>
                </a:lnTo>
                <a:lnTo>
                  <a:pt x="4054" y="377"/>
                </a:lnTo>
                <a:lnTo>
                  <a:pt x="4055" y="377"/>
                </a:lnTo>
                <a:lnTo>
                  <a:pt x="4056" y="377"/>
                </a:lnTo>
                <a:lnTo>
                  <a:pt x="4056" y="376"/>
                </a:lnTo>
                <a:lnTo>
                  <a:pt x="4057" y="376"/>
                </a:lnTo>
                <a:lnTo>
                  <a:pt x="4056" y="376"/>
                </a:lnTo>
                <a:lnTo>
                  <a:pt x="4057" y="376"/>
                </a:lnTo>
                <a:lnTo>
                  <a:pt x="4056" y="375"/>
                </a:lnTo>
                <a:lnTo>
                  <a:pt x="4057" y="375"/>
                </a:lnTo>
                <a:lnTo>
                  <a:pt x="4058" y="375"/>
                </a:lnTo>
                <a:lnTo>
                  <a:pt x="4058" y="374"/>
                </a:lnTo>
                <a:lnTo>
                  <a:pt x="4059" y="374"/>
                </a:lnTo>
                <a:lnTo>
                  <a:pt x="4060" y="374"/>
                </a:lnTo>
                <a:lnTo>
                  <a:pt x="4060" y="375"/>
                </a:lnTo>
                <a:lnTo>
                  <a:pt x="4060" y="374"/>
                </a:lnTo>
                <a:lnTo>
                  <a:pt x="4059" y="374"/>
                </a:lnTo>
                <a:lnTo>
                  <a:pt x="4060" y="374"/>
                </a:lnTo>
                <a:lnTo>
                  <a:pt x="4060" y="373"/>
                </a:lnTo>
                <a:lnTo>
                  <a:pt x="4059" y="373"/>
                </a:lnTo>
                <a:lnTo>
                  <a:pt x="4059" y="372"/>
                </a:lnTo>
                <a:lnTo>
                  <a:pt x="4060" y="372"/>
                </a:lnTo>
                <a:lnTo>
                  <a:pt x="4061" y="372"/>
                </a:lnTo>
                <a:lnTo>
                  <a:pt x="4062" y="372"/>
                </a:lnTo>
                <a:lnTo>
                  <a:pt x="4063" y="372"/>
                </a:lnTo>
                <a:lnTo>
                  <a:pt x="4064" y="372"/>
                </a:lnTo>
                <a:lnTo>
                  <a:pt x="4064" y="371"/>
                </a:lnTo>
                <a:lnTo>
                  <a:pt x="4065" y="371"/>
                </a:lnTo>
                <a:lnTo>
                  <a:pt x="4065" y="370"/>
                </a:lnTo>
                <a:lnTo>
                  <a:pt x="4064" y="370"/>
                </a:lnTo>
                <a:lnTo>
                  <a:pt x="4065" y="370"/>
                </a:lnTo>
                <a:lnTo>
                  <a:pt x="4066" y="370"/>
                </a:lnTo>
                <a:lnTo>
                  <a:pt x="4065" y="370"/>
                </a:lnTo>
                <a:lnTo>
                  <a:pt x="4066" y="370"/>
                </a:lnTo>
                <a:lnTo>
                  <a:pt x="4066" y="371"/>
                </a:lnTo>
                <a:lnTo>
                  <a:pt x="4066" y="370"/>
                </a:lnTo>
                <a:lnTo>
                  <a:pt x="4066" y="371"/>
                </a:lnTo>
                <a:lnTo>
                  <a:pt x="4067" y="371"/>
                </a:lnTo>
                <a:lnTo>
                  <a:pt x="4068" y="371"/>
                </a:lnTo>
                <a:lnTo>
                  <a:pt x="4068" y="370"/>
                </a:lnTo>
                <a:lnTo>
                  <a:pt x="4067" y="370"/>
                </a:lnTo>
                <a:lnTo>
                  <a:pt x="4069" y="370"/>
                </a:lnTo>
                <a:lnTo>
                  <a:pt x="4068" y="370"/>
                </a:lnTo>
                <a:lnTo>
                  <a:pt x="4069" y="370"/>
                </a:lnTo>
                <a:lnTo>
                  <a:pt x="4070" y="370"/>
                </a:lnTo>
                <a:lnTo>
                  <a:pt x="4070" y="369"/>
                </a:lnTo>
                <a:lnTo>
                  <a:pt x="4071" y="369"/>
                </a:lnTo>
                <a:lnTo>
                  <a:pt x="4071" y="370"/>
                </a:lnTo>
                <a:lnTo>
                  <a:pt x="4072" y="370"/>
                </a:lnTo>
                <a:lnTo>
                  <a:pt x="4073" y="370"/>
                </a:lnTo>
                <a:lnTo>
                  <a:pt x="4072" y="370"/>
                </a:lnTo>
                <a:lnTo>
                  <a:pt x="4072" y="369"/>
                </a:lnTo>
                <a:lnTo>
                  <a:pt x="4073" y="369"/>
                </a:lnTo>
                <a:lnTo>
                  <a:pt x="4073" y="370"/>
                </a:lnTo>
                <a:lnTo>
                  <a:pt x="4074" y="370"/>
                </a:lnTo>
                <a:lnTo>
                  <a:pt x="4075" y="370"/>
                </a:lnTo>
                <a:lnTo>
                  <a:pt x="4075" y="369"/>
                </a:lnTo>
                <a:lnTo>
                  <a:pt x="4075" y="370"/>
                </a:lnTo>
                <a:lnTo>
                  <a:pt x="4076" y="370"/>
                </a:lnTo>
                <a:lnTo>
                  <a:pt x="4077" y="370"/>
                </a:lnTo>
                <a:lnTo>
                  <a:pt x="4077" y="369"/>
                </a:lnTo>
                <a:lnTo>
                  <a:pt x="4078" y="369"/>
                </a:lnTo>
                <a:lnTo>
                  <a:pt x="4079" y="369"/>
                </a:lnTo>
                <a:lnTo>
                  <a:pt x="4080" y="369"/>
                </a:lnTo>
                <a:lnTo>
                  <a:pt x="4081" y="368"/>
                </a:lnTo>
                <a:lnTo>
                  <a:pt x="4082" y="368"/>
                </a:lnTo>
                <a:lnTo>
                  <a:pt x="4083" y="368"/>
                </a:lnTo>
                <a:lnTo>
                  <a:pt x="4084" y="368"/>
                </a:lnTo>
                <a:lnTo>
                  <a:pt x="4084" y="369"/>
                </a:lnTo>
                <a:lnTo>
                  <a:pt x="4084" y="368"/>
                </a:lnTo>
                <a:lnTo>
                  <a:pt x="4085" y="368"/>
                </a:lnTo>
                <a:lnTo>
                  <a:pt x="4086" y="368"/>
                </a:lnTo>
                <a:lnTo>
                  <a:pt x="4087" y="368"/>
                </a:lnTo>
                <a:lnTo>
                  <a:pt x="4087" y="367"/>
                </a:lnTo>
                <a:lnTo>
                  <a:pt x="4088" y="367"/>
                </a:lnTo>
                <a:lnTo>
                  <a:pt x="4089" y="367"/>
                </a:lnTo>
                <a:lnTo>
                  <a:pt x="4090" y="367"/>
                </a:lnTo>
                <a:lnTo>
                  <a:pt x="4091" y="367"/>
                </a:lnTo>
                <a:lnTo>
                  <a:pt x="4092" y="367"/>
                </a:lnTo>
                <a:lnTo>
                  <a:pt x="4092" y="366"/>
                </a:lnTo>
                <a:lnTo>
                  <a:pt x="4093" y="366"/>
                </a:lnTo>
                <a:lnTo>
                  <a:pt x="4094" y="366"/>
                </a:lnTo>
                <a:lnTo>
                  <a:pt x="4095" y="366"/>
                </a:lnTo>
                <a:lnTo>
                  <a:pt x="4096" y="366"/>
                </a:lnTo>
                <a:lnTo>
                  <a:pt x="4097" y="366"/>
                </a:lnTo>
                <a:lnTo>
                  <a:pt x="4096" y="366"/>
                </a:lnTo>
                <a:lnTo>
                  <a:pt x="4097" y="366"/>
                </a:lnTo>
                <a:lnTo>
                  <a:pt x="4097" y="367"/>
                </a:lnTo>
                <a:lnTo>
                  <a:pt x="4098" y="367"/>
                </a:lnTo>
                <a:lnTo>
                  <a:pt x="4098" y="366"/>
                </a:lnTo>
                <a:lnTo>
                  <a:pt x="4098" y="367"/>
                </a:lnTo>
                <a:lnTo>
                  <a:pt x="4099" y="367"/>
                </a:lnTo>
                <a:lnTo>
                  <a:pt x="4101" y="367"/>
                </a:lnTo>
                <a:lnTo>
                  <a:pt x="4101" y="366"/>
                </a:lnTo>
                <a:lnTo>
                  <a:pt x="4102" y="366"/>
                </a:lnTo>
                <a:lnTo>
                  <a:pt x="4103" y="366"/>
                </a:lnTo>
                <a:lnTo>
                  <a:pt x="4103" y="367"/>
                </a:lnTo>
                <a:lnTo>
                  <a:pt x="4104" y="367"/>
                </a:lnTo>
                <a:lnTo>
                  <a:pt x="4104" y="366"/>
                </a:lnTo>
                <a:lnTo>
                  <a:pt x="4105" y="366"/>
                </a:lnTo>
                <a:lnTo>
                  <a:pt x="4106" y="365"/>
                </a:lnTo>
                <a:lnTo>
                  <a:pt x="4106" y="366"/>
                </a:lnTo>
                <a:lnTo>
                  <a:pt x="4107" y="366"/>
                </a:lnTo>
                <a:lnTo>
                  <a:pt x="4108" y="366"/>
                </a:lnTo>
                <a:lnTo>
                  <a:pt x="4108" y="365"/>
                </a:lnTo>
                <a:lnTo>
                  <a:pt x="4109" y="365"/>
                </a:lnTo>
                <a:lnTo>
                  <a:pt x="4110" y="364"/>
                </a:lnTo>
                <a:lnTo>
                  <a:pt x="4110" y="363"/>
                </a:lnTo>
                <a:lnTo>
                  <a:pt x="4111" y="362"/>
                </a:lnTo>
                <a:lnTo>
                  <a:pt x="4112" y="362"/>
                </a:lnTo>
                <a:lnTo>
                  <a:pt x="4112" y="361"/>
                </a:lnTo>
                <a:lnTo>
                  <a:pt x="4113" y="361"/>
                </a:lnTo>
                <a:lnTo>
                  <a:pt x="4113" y="362"/>
                </a:lnTo>
                <a:lnTo>
                  <a:pt x="4114" y="362"/>
                </a:lnTo>
                <a:lnTo>
                  <a:pt x="4114" y="361"/>
                </a:lnTo>
                <a:lnTo>
                  <a:pt x="4114" y="360"/>
                </a:lnTo>
                <a:lnTo>
                  <a:pt x="4115" y="360"/>
                </a:lnTo>
                <a:lnTo>
                  <a:pt x="4115" y="359"/>
                </a:lnTo>
                <a:lnTo>
                  <a:pt x="4115" y="358"/>
                </a:lnTo>
                <a:lnTo>
                  <a:pt x="4116" y="358"/>
                </a:lnTo>
                <a:lnTo>
                  <a:pt x="4117" y="358"/>
                </a:lnTo>
                <a:lnTo>
                  <a:pt x="4116" y="358"/>
                </a:lnTo>
                <a:lnTo>
                  <a:pt x="4116" y="357"/>
                </a:lnTo>
                <a:lnTo>
                  <a:pt x="4116" y="356"/>
                </a:lnTo>
                <a:lnTo>
                  <a:pt x="4117" y="356"/>
                </a:lnTo>
                <a:lnTo>
                  <a:pt x="4118" y="356"/>
                </a:lnTo>
                <a:lnTo>
                  <a:pt x="4119" y="356"/>
                </a:lnTo>
                <a:lnTo>
                  <a:pt x="4119" y="357"/>
                </a:lnTo>
                <a:lnTo>
                  <a:pt x="4120" y="357"/>
                </a:lnTo>
                <a:lnTo>
                  <a:pt x="4120" y="356"/>
                </a:lnTo>
                <a:lnTo>
                  <a:pt x="4121" y="356"/>
                </a:lnTo>
                <a:lnTo>
                  <a:pt x="4121" y="355"/>
                </a:lnTo>
                <a:lnTo>
                  <a:pt x="4122" y="355"/>
                </a:lnTo>
                <a:lnTo>
                  <a:pt x="4122" y="354"/>
                </a:lnTo>
                <a:lnTo>
                  <a:pt x="4123" y="354"/>
                </a:lnTo>
                <a:lnTo>
                  <a:pt x="4124" y="354"/>
                </a:lnTo>
                <a:lnTo>
                  <a:pt x="4124" y="353"/>
                </a:lnTo>
                <a:lnTo>
                  <a:pt x="4125" y="353"/>
                </a:lnTo>
                <a:lnTo>
                  <a:pt x="4125" y="354"/>
                </a:lnTo>
                <a:lnTo>
                  <a:pt x="4125" y="353"/>
                </a:lnTo>
                <a:lnTo>
                  <a:pt x="4126" y="352"/>
                </a:lnTo>
                <a:lnTo>
                  <a:pt x="4125" y="351"/>
                </a:lnTo>
                <a:lnTo>
                  <a:pt x="4126" y="350"/>
                </a:lnTo>
                <a:lnTo>
                  <a:pt x="4127" y="350"/>
                </a:lnTo>
                <a:lnTo>
                  <a:pt x="4128" y="350"/>
                </a:lnTo>
                <a:lnTo>
                  <a:pt x="4128" y="349"/>
                </a:lnTo>
                <a:lnTo>
                  <a:pt x="4127" y="349"/>
                </a:lnTo>
                <a:lnTo>
                  <a:pt x="4127" y="348"/>
                </a:lnTo>
                <a:lnTo>
                  <a:pt x="4128" y="348"/>
                </a:lnTo>
                <a:lnTo>
                  <a:pt x="4130" y="348"/>
                </a:lnTo>
                <a:lnTo>
                  <a:pt x="4130" y="347"/>
                </a:lnTo>
                <a:lnTo>
                  <a:pt x="4129" y="347"/>
                </a:lnTo>
                <a:lnTo>
                  <a:pt x="4129" y="346"/>
                </a:lnTo>
                <a:lnTo>
                  <a:pt x="4129" y="345"/>
                </a:lnTo>
                <a:lnTo>
                  <a:pt x="4130" y="345"/>
                </a:lnTo>
                <a:lnTo>
                  <a:pt x="4131" y="345"/>
                </a:lnTo>
                <a:lnTo>
                  <a:pt x="4131" y="344"/>
                </a:lnTo>
                <a:lnTo>
                  <a:pt x="4130" y="344"/>
                </a:lnTo>
                <a:lnTo>
                  <a:pt x="4129" y="343"/>
                </a:lnTo>
                <a:lnTo>
                  <a:pt x="4128" y="343"/>
                </a:lnTo>
                <a:lnTo>
                  <a:pt x="4128" y="342"/>
                </a:lnTo>
                <a:lnTo>
                  <a:pt x="4128" y="341"/>
                </a:lnTo>
                <a:lnTo>
                  <a:pt x="4128" y="340"/>
                </a:lnTo>
                <a:lnTo>
                  <a:pt x="4129" y="340"/>
                </a:lnTo>
                <a:lnTo>
                  <a:pt x="4130" y="340"/>
                </a:lnTo>
                <a:lnTo>
                  <a:pt x="4129" y="339"/>
                </a:lnTo>
                <a:lnTo>
                  <a:pt x="4129" y="338"/>
                </a:lnTo>
                <a:lnTo>
                  <a:pt x="4130" y="338"/>
                </a:lnTo>
                <a:lnTo>
                  <a:pt x="4130" y="339"/>
                </a:lnTo>
                <a:lnTo>
                  <a:pt x="4130" y="338"/>
                </a:lnTo>
                <a:lnTo>
                  <a:pt x="4129" y="338"/>
                </a:lnTo>
                <a:lnTo>
                  <a:pt x="4129" y="337"/>
                </a:lnTo>
                <a:lnTo>
                  <a:pt x="4130" y="337"/>
                </a:lnTo>
                <a:lnTo>
                  <a:pt x="4130" y="336"/>
                </a:lnTo>
                <a:lnTo>
                  <a:pt x="4129" y="336"/>
                </a:lnTo>
                <a:lnTo>
                  <a:pt x="4128" y="336"/>
                </a:lnTo>
                <a:lnTo>
                  <a:pt x="4129" y="335"/>
                </a:lnTo>
                <a:lnTo>
                  <a:pt x="4131" y="335"/>
                </a:lnTo>
                <a:lnTo>
                  <a:pt x="4130" y="335"/>
                </a:lnTo>
                <a:lnTo>
                  <a:pt x="4130" y="334"/>
                </a:lnTo>
                <a:lnTo>
                  <a:pt x="4131" y="334"/>
                </a:lnTo>
                <a:lnTo>
                  <a:pt x="4131" y="333"/>
                </a:lnTo>
                <a:lnTo>
                  <a:pt x="4132" y="333"/>
                </a:lnTo>
                <a:lnTo>
                  <a:pt x="4133" y="333"/>
                </a:lnTo>
                <a:lnTo>
                  <a:pt x="4133" y="332"/>
                </a:lnTo>
                <a:lnTo>
                  <a:pt x="4134" y="332"/>
                </a:lnTo>
                <a:lnTo>
                  <a:pt x="4133" y="331"/>
                </a:lnTo>
                <a:lnTo>
                  <a:pt x="4132" y="332"/>
                </a:lnTo>
                <a:lnTo>
                  <a:pt x="4132" y="331"/>
                </a:lnTo>
                <a:lnTo>
                  <a:pt x="4131" y="331"/>
                </a:lnTo>
                <a:lnTo>
                  <a:pt x="4132" y="331"/>
                </a:lnTo>
                <a:lnTo>
                  <a:pt x="4132" y="330"/>
                </a:lnTo>
                <a:lnTo>
                  <a:pt x="4132" y="329"/>
                </a:lnTo>
                <a:lnTo>
                  <a:pt x="4131" y="329"/>
                </a:lnTo>
                <a:lnTo>
                  <a:pt x="4132" y="329"/>
                </a:lnTo>
                <a:lnTo>
                  <a:pt x="4131" y="329"/>
                </a:lnTo>
                <a:lnTo>
                  <a:pt x="4131" y="328"/>
                </a:lnTo>
                <a:lnTo>
                  <a:pt x="4130" y="328"/>
                </a:lnTo>
                <a:lnTo>
                  <a:pt x="4129" y="328"/>
                </a:lnTo>
                <a:lnTo>
                  <a:pt x="4128" y="328"/>
                </a:lnTo>
                <a:lnTo>
                  <a:pt x="4128" y="329"/>
                </a:lnTo>
                <a:lnTo>
                  <a:pt x="4127" y="329"/>
                </a:lnTo>
                <a:lnTo>
                  <a:pt x="4127" y="328"/>
                </a:lnTo>
                <a:lnTo>
                  <a:pt x="4126" y="328"/>
                </a:lnTo>
                <a:lnTo>
                  <a:pt x="4126" y="329"/>
                </a:lnTo>
                <a:lnTo>
                  <a:pt x="4127" y="329"/>
                </a:lnTo>
                <a:lnTo>
                  <a:pt x="4126" y="329"/>
                </a:lnTo>
                <a:lnTo>
                  <a:pt x="4126" y="328"/>
                </a:lnTo>
                <a:lnTo>
                  <a:pt x="4125" y="328"/>
                </a:lnTo>
                <a:lnTo>
                  <a:pt x="4124" y="327"/>
                </a:lnTo>
                <a:lnTo>
                  <a:pt x="4123" y="328"/>
                </a:lnTo>
                <a:lnTo>
                  <a:pt x="4123" y="329"/>
                </a:lnTo>
                <a:lnTo>
                  <a:pt x="4122" y="329"/>
                </a:lnTo>
                <a:lnTo>
                  <a:pt x="4120" y="329"/>
                </a:lnTo>
                <a:lnTo>
                  <a:pt x="4120" y="328"/>
                </a:lnTo>
                <a:lnTo>
                  <a:pt x="4120" y="327"/>
                </a:lnTo>
                <a:lnTo>
                  <a:pt x="4118" y="327"/>
                </a:lnTo>
                <a:lnTo>
                  <a:pt x="4118" y="328"/>
                </a:lnTo>
                <a:lnTo>
                  <a:pt x="4117" y="328"/>
                </a:lnTo>
                <a:lnTo>
                  <a:pt x="4116" y="329"/>
                </a:lnTo>
                <a:lnTo>
                  <a:pt x="4115" y="329"/>
                </a:lnTo>
                <a:lnTo>
                  <a:pt x="4115" y="328"/>
                </a:lnTo>
                <a:lnTo>
                  <a:pt x="4116" y="328"/>
                </a:lnTo>
                <a:lnTo>
                  <a:pt x="4117" y="328"/>
                </a:lnTo>
                <a:lnTo>
                  <a:pt x="4117" y="327"/>
                </a:lnTo>
                <a:lnTo>
                  <a:pt x="4116" y="327"/>
                </a:lnTo>
                <a:lnTo>
                  <a:pt x="4116" y="328"/>
                </a:lnTo>
                <a:lnTo>
                  <a:pt x="4115" y="328"/>
                </a:lnTo>
                <a:lnTo>
                  <a:pt x="4114" y="328"/>
                </a:lnTo>
                <a:lnTo>
                  <a:pt x="4113" y="328"/>
                </a:lnTo>
                <a:lnTo>
                  <a:pt x="4113" y="327"/>
                </a:lnTo>
                <a:lnTo>
                  <a:pt x="4114" y="327"/>
                </a:lnTo>
                <a:lnTo>
                  <a:pt x="4115" y="326"/>
                </a:lnTo>
                <a:lnTo>
                  <a:pt x="4114" y="326"/>
                </a:lnTo>
                <a:lnTo>
                  <a:pt x="4113" y="326"/>
                </a:lnTo>
                <a:lnTo>
                  <a:pt x="4113" y="325"/>
                </a:lnTo>
                <a:lnTo>
                  <a:pt x="4112" y="325"/>
                </a:lnTo>
                <a:lnTo>
                  <a:pt x="4111" y="326"/>
                </a:lnTo>
                <a:lnTo>
                  <a:pt x="4111" y="325"/>
                </a:lnTo>
                <a:lnTo>
                  <a:pt x="4110" y="325"/>
                </a:lnTo>
                <a:lnTo>
                  <a:pt x="4111" y="324"/>
                </a:lnTo>
                <a:lnTo>
                  <a:pt x="4112" y="324"/>
                </a:lnTo>
                <a:lnTo>
                  <a:pt x="4112" y="323"/>
                </a:lnTo>
                <a:lnTo>
                  <a:pt x="4112" y="322"/>
                </a:lnTo>
                <a:lnTo>
                  <a:pt x="4114" y="322"/>
                </a:lnTo>
                <a:lnTo>
                  <a:pt x="4114" y="321"/>
                </a:lnTo>
                <a:lnTo>
                  <a:pt x="4114" y="322"/>
                </a:lnTo>
                <a:lnTo>
                  <a:pt x="4115" y="322"/>
                </a:lnTo>
                <a:lnTo>
                  <a:pt x="4115" y="321"/>
                </a:lnTo>
                <a:lnTo>
                  <a:pt x="4116" y="321"/>
                </a:lnTo>
                <a:lnTo>
                  <a:pt x="4116" y="322"/>
                </a:lnTo>
                <a:lnTo>
                  <a:pt x="4117" y="322"/>
                </a:lnTo>
                <a:lnTo>
                  <a:pt x="4117" y="323"/>
                </a:lnTo>
                <a:lnTo>
                  <a:pt x="4118" y="323"/>
                </a:lnTo>
                <a:lnTo>
                  <a:pt x="4118" y="322"/>
                </a:lnTo>
                <a:lnTo>
                  <a:pt x="4118" y="321"/>
                </a:lnTo>
                <a:lnTo>
                  <a:pt x="4119" y="321"/>
                </a:lnTo>
                <a:lnTo>
                  <a:pt x="4119" y="320"/>
                </a:lnTo>
                <a:lnTo>
                  <a:pt x="4119" y="319"/>
                </a:lnTo>
                <a:lnTo>
                  <a:pt x="4120" y="319"/>
                </a:lnTo>
                <a:lnTo>
                  <a:pt x="4121" y="319"/>
                </a:lnTo>
                <a:lnTo>
                  <a:pt x="4122" y="319"/>
                </a:lnTo>
                <a:lnTo>
                  <a:pt x="4122" y="318"/>
                </a:lnTo>
                <a:lnTo>
                  <a:pt x="4121" y="318"/>
                </a:lnTo>
                <a:lnTo>
                  <a:pt x="4121" y="317"/>
                </a:lnTo>
                <a:lnTo>
                  <a:pt x="4122" y="317"/>
                </a:lnTo>
                <a:lnTo>
                  <a:pt x="4123" y="317"/>
                </a:lnTo>
                <a:lnTo>
                  <a:pt x="4123" y="316"/>
                </a:lnTo>
                <a:lnTo>
                  <a:pt x="4122" y="315"/>
                </a:lnTo>
                <a:lnTo>
                  <a:pt x="4123" y="315"/>
                </a:lnTo>
                <a:lnTo>
                  <a:pt x="4122" y="314"/>
                </a:lnTo>
                <a:lnTo>
                  <a:pt x="4121" y="314"/>
                </a:lnTo>
                <a:lnTo>
                  <a:pt x="4120" y="314"/>
                </a:lnTo>
                <a:lnTo>
                  <a:pt x="4120" y="313"/>
                </a:lnTo>
                <a:lnTo>
                  <a:pt x="4121" y="313"/>
                </a:lnTo>
                <a:lnTo>
                  <a:pt x="4122" y="313"/>
                </a:lnTo>
                <a:lnTo>
                  <a:pt x="4122" y="312"/>
                </a:lnTo>
                <a:lnTo>
                  <a:pt x="4123" y="312"/>
                </a:lnTo>
                <a:lnTo>
                  <a:pt x="4123" y="311"/>
                </a:lnTo>
                <a:lnTo>
                  <a:pt x="4123" y="310"/>
                </a:lnTo>
                <a:lnTo>
                  <a:pt x="4123" y="309"/>
                </a:lnTo>
                <a:lnTo>
                  <a:pt x="4124" y="309"/>
                </a:lnTo>
                <a:lnTo>
                  <a:pt x="4124" y="308"/>
                </a:lnTo>
                <a:lnTo>
                  <a:pt x="4124" y="307"/>
                </a:lnTo>
                <a:lnTo>
                  <a:pt x="4124" y="308"/>
                </a:lnTo>
                <a:lnTo>
                  <a:pt x="4123" y="308"/>
                </a:lnTo>
                <a:lnTo>
                  <a:pt x="4123" y="307"/>
                </a:lnTo>
                <a:lnTo>
                  <a:pt x="4123" y="306"/>
                </a:lnTo>
                <a:lnTo>
                  <a:pt x="4125" y="306"/>
                </a:lnTo>
                <a:lnTo>
                  <a:pt x="4126" y="306"/>
                </a:lnTo>
                <a:lnTo>
                  <a:pt x="4126" y="305"/>
                </a:lnTo>
                <a:lnTo>
                  <a:pt x="4125" y="305"/>
                </a:lnTo>
                <a:lnTo>
                  <a:pt x="4125" y="304"/>
                </a:lnTo>
                <a:lnTo>
                  <a:pt x="4125" y="303"/>
                </a:lnTo>
                <a:lnTo>
                  <a:pt x="4124" y="303"/>
                </a:lnTo>
                <a:lnTo>
                  <a:pt x="4125" y="303"/>
                </a:lnTo>
                <a:lnTo>
                  <a:pt x="4125" y="302"/>
                </a:lnTo>
                <a:lnTo>
                  <a:pt x="4126" y="302"/>
                </a:lnTo>
                <a:lnTo>
                  <a:pt x="4127" y="302"/>
                </a:lnTo>
                <a:lnTo>
                  <a:pt x="4128" y="301"/>
                </a:lnTo>
                <a:lnTo>
                  <a:pt x="4129" y="301"/>
                </a:lnTo>
                <a:lnTo>
                  <a:pt x="4129" y="300"/>
                </a:lnTo>
                <a:lnTo>
                  <a:pt x="4129" y="299"/>
                </a:lnTo>
                <a:lnTo>
                  <a:pt x="4130" y="299"/>
                </a:lnTo>
                <a:lnTo>
                  <a:pt x="4130" y="300"/>
                </a:lnTo>
                <a:lnTo>
                  <a:pt x="4131" y="300"/>
                </a:lnTo>
                <a:lnTo>
                  <a:pt x="4132" y="299"/>
                </a:lnTo>
                <a:lnTo>
                  <a:pt x="4133" y="299"/>
                </a:lnTo>
                <a:lnTo>
                  <a:pt x="4133" y="298"/>
                </a:lnTo>
                <a:lnTo>
                  <a:pt x="4133" y="297"/>
                </a:lnTo>
                <a:lnTo>
                  <a:pt x="4134" y="297"/>
                </a:lnTo>
                <a:lnTo>
                  <a:pt x="4134" y="296"/>
                </a:lnTo>
                <a:lnTo>
                  <a:pt x="4133" y="296"/>
                </a:lnTo>
                <a:lnTo>
                  <a:pt x="4133" y="295"/>
                </a:lnTo>
                <a:lnTo>
                  <a:pt x="4134" y="295"/>
                </a:lnTo>
                <a:lnTo>
                  <a:pt x="4136" y="295"/>
                </a:lnTo>
                <a:lnTo>
                  <a:pt x="4136" y="294"/>
                </a:lnTo>
                <a:lnTo>
                  <a:pt x="4137" y="294"/>
                </a:lnTo>
                <a:lnTo>
                  <a:pt x="4137" y="295"/>
                </a:lnTo>
                <a:lnTo>
                  <a:pt x="4138" y="295"/>
                </a:lnTo>
                <a:lnTo>
                  <a:pt x="4138" y="294"/>
                </a:lnTo>
                <a:lnTo>
                  <a:pt x="4139" y="294"/>
                </a:lnTo>
                <a:lnTo>
                  <a:pt x="4140" y="294"/>
                </a:lnTo>
                <a:lnTo>
                  <a:pt x="4140" y="293"/>
                </a:lnTo>
                <a:lnTo>
                  <a:pt x="4139" y="292"/>
                </a:lnTo>
                <a:lnTo>
                  <a:pt x="4140" y="292"/>
                </a:lnTo>
                <a:lnTo>
                  <a:pt x="4141" y="292"/>
                </a:lnTo>
                <a:lnTo>
                  <a:pt x="4141" y="291"/>
                </a:lnTo>
                <a:lnTo>
                  <a:pt x="4142" y="291"/>
                </a:lnTo>
                <a:lnTo>
                  <a:pt x="4142" y="290"/>
                </a:lnTo>
                <a:lnTo>
                  <a:pt x="4142" y="289"/>
                </a:lnTo>
                <a:lnTo>
                  <a:pt x="4143" y="289"/>
                </a:lnTo>
                <a:lnTo>
                  <a:pt x="4144" y="288"/>
                </a:lnTo>
                <a:lnTo>
                  <a:pt x="4144" y="287"/>
                </a:lnTo>
                <a:lnTo>
                  <a:pt x="4145" y="287"/>
                </a:lnTo>
                <a:lnTo>
                  <a:pt x="4145" y="286"/>
                </a:lnTo>
                <a:lnTo>
                  <a:pt x="4144" y="286"/>
                </a:lnTo>
                <a:lnTo>
                  <a:pt x="4144" y="285"/>
                </a:lnTo>
                <a:lnTo>
                  <a:pt x="4145" y="285"/>
                </a:lnTo>
                <a:lnTo>
                  <a:pt x="4144" y="284"/>
                </a:lnTo>
                <a:lnTo>
                  <a:pt x="4145" y="284"/>
                </a:lnTo>
                <a:lnTo>
                  <a:pt x="4146" y="284"/>
                </a:lnTo>
                <a:lnTo>
                  <a:pt x="4145" y="283"/>
                </a:lnTo>
                <a:lnTo>
                  <a:pt x="4145" y="282"/>
                </a:lnTo>
                <a:lnTo>
                  <a:pt x="4145" y="281"/>
                </a:lnTo>
                <a:lnTo>
                  <a:pt x="4144" y="280"/>
                </a:lnTo>
                <a:lnTo>
                  <a:pt x="4144" y="279"/>
                </a:lnTo>
                <a:lnTo>
                  <a:pt x="4144" y="278"/>
                </a:lnTo>
                <a:lnTo>
                  <a:pt x="4144" y="277"/>
                </a:lnTo>
                <a:lnTo>
                  <a:pt x="4144" y="276"/>
                </a:lnTo>
                <a:lnTo>
                  <a:pt x="4143" y="276"/>
                </a:lnTo>
                <a:lnTo>
                  <a:pt x="4143" y="275"/>
                </a:lnTo>
                <a:lnTo>
                  <a:pt x="4144" y="274"/>
                </a:lnTo>
                <a:lnTo>
                  <a:pt x="4145" y="274"/>
                </a:lnTo>
                <a:lnTo>
                  <a:pt x="4145" y="273"/>
                </a:lnTo>
                <a:lnTo>
                  <a:pt x="4146" y="273"/>
                </a:lnTo>
                <a:lnTo>
                  <a:pt x="4146" y="272"/>
                </a:lnTo>
                <a:lnTo>
                  <a:pt x="4147" y="271"/>
                </a:lnTo>
                <a:lnTo>
                  <a:pt x="4148" y="271"/>
                </a:lnTo>
                <a:lnTo>
                  <a:pt x="4149" y="271"/>
                </a:lnTo>
                <a:lnTo>
                  <a:pt x="4149" y="270"/>
                </a:lnTo>
                <a:lnTo>
                  <a:pt x="4150" y="270"/>
                </a:lnTo>
                <a:lnTo>
                  <a:pt x="4150" y="269"/>
                </a:lnTo>
                <a:lnTo>
                  <a:pt x="4151" y="269"/>
                </a:lnTo>
                <a:lnTo>
                  <a:pt x="4151" y="268"/>
                </a:lnTo>
                <a:lnTo>
                  <a:pt x="4151" y="267"/>
                </a:lnTo>
                <a:lnTo>
                  <a:pt x="4152" y="267"/>
                </a:lnTo>
                <a:lnTo>
                  <a:pt x="4152" y="266"/>
                </a:lnTo>
                <a:lnTo>
                  <a:pt x="4152" y="265"/>
                </a:lnTo>
                <a:lnTo>
                  <a:pt x="4153" y="264"/>
                </a:lnTo>
                <a:lnTo>
                  <a:pt x="4153" y="263"/>
                </a:lnTo>
                <a:lnTo>
                  <a:pt x="4154" y="263"/>
                </a:lnTo>
                <a:lnTo>
                  <a:pt x="4155" y="263"/>
                </a:lnTo>
                <a:lnTo>
                  <a:pt x="4156" y="263"/>
                </a:lnTo>
                <a:lnTo>
                  <a:pt x="4156" y="262"/>
                </a:lnTo>
                <a:lnTo>
                  <a:pt x="4156" y="261"/>
                </a:lnTo>
                <a:lnTo>
                  <a:pt x="4157" y="261"/>
                </a:lnTo>
                <a:lnTo>
                  <a:pt x="4158" y="261"/>
                </a:lnTo>
                <a:lnTo>
                  <a:pt x="4159" y="261"/>
                </a:lnTo>
                <a:lnTo>
                  <a:pt x="4160" y="261"/>
                </a:lnTo>
                <a:lnTo>
                  <a:pt x="4160" y="260"/>
                </a:lnTo>
                <a:lnTo>
                  <a:pt x="4161" y="260"/>
                </a:lnTo>
                <a:lnTo>
                  <a:pt x="4161" y="259"/>
                </a:lnTo>
                <a:lnTo>
                  <a:pt x="4160" y="259"/>
                </a:lnTo>
                <a:lnTo>
                  <a:pt x="4161" y="259"/>
                </a:lnTo>
                <a:lnTo>
                  <a:pt x="4162" y="259"/>
                </a:lnTo>
                <a:lnTo>
                  <a:pt x="4162" y="258"/>
                </a:lnTo>
                <a:lnTo>
                  <a:pt x="4163" y="258"/>
                </a:lnTo>
                <a:lnTo>
                  <a:pt x="4163" y="257"/>
                </a:lnTo>
                <a:lnTo>
                  <a:pt x="4164" y="257"/>
                </a:lnTo>
                <a:lnTo>
                  <a:pt x="4165" y="256"/>
                </a:lnTo>
                <a:lnTo>
                  <a:pt x="4165" y="255"/>
                </a:lnTo>
                <a:lnTo>
                  <a:pt x="4164" y="255"/>
                </a:lnTo>
                <a:lnTo>
                  <a:pt x="4166" y="255"/>
                </a:lnTo>
                <a:lnTo>
                  <a:pt x="4166" y="254"/>
                </a:lnTo>
                <a:lnTo>
                  <a:pt x="4166" y="253"/>
                </a:lnTo>
                <a:lnTo>
                  <a:pt x="4167" y="253"/>
                </a:lnTo>
                <a:lnTo>
                  <a:pt x="4168" y="253"/>
                </a:lnTo>
                <a:lnTo>
                  <a:pt x="4168" y="252"/>
                </a:lnTo>
                <a:lnTo>
                  <a:pt x="4167" y="252"/>
                </a:lnTo>
                <a:lnTo>
                  <a:pt x="4167" y="251"/>
                </a:lnTo>
                <a:lnTo>
                  <a:pt x="4167" y="250"/>
                </a:lnTo>
                <a:lnTo>
                  <a:pt x="4169" y="250"/>
                </a:lnTo>
                <a:lnTo>
                  <a:pt x="4169" y="249"/>
                </a:lnTo>
                <a:lnTo>
                  <a:pt x="4169" y="248"/>
                </a:lnTo>
                <a:lnTo>
                  <a:pt x="4169" y="247"/>
                </a:lnTo>
                <a:lnTo>
                  <a:pt x="4170" y="247"/>
                </a:lnTo>
                <a:lnTo>
                  <a:pt x="4170" y="246"/>
                </a:lnTo>
                <a:lnTo>
                  <a:pt x="4169" y="246"/>
                </a:lnTo>
                <a:lnTo>
                  <a:pt x="4168" y="246"/>
                </a:lnTo>
                <a:lnTo>
                  <a:pt x="4167" y="246"/>
                </a:lnTo>
                <a:lnTo>
                  <a:pt x="4168" y="245"/>
                </a:lnTo>
                <a:lnTo>
                  <a:pt x="4169" y="245"/>
                </a:lnTo>
                <a:lnTo>
                  <a:pt x="4169" y="246"/>
                </a:lnTo>
                <a:lnTo>
                  <a:pt x="4170" y="246"/>
                </a:lnTo>
                <a:lnTo>
                  <a:pt x="4170" y="245"/>
                </a:lnTo>
                <a:lnTo>
                  <a:pt x="4170" y="244"/>
                </a:lnTo>
                <a:lnTo>
                  <a:pt x="4169" y="244"/>
                </a:lnTo>
                <a:lnTo>
                  <a:pt x="4169" y="243"/>
                </a:lnTo>
                <a:lnTo>
                  <a:pt x="4168" y="242"/>
                </a:lnTo>
                <a:lnTo>
                  <a:pt x="4168" y="241"/>
                </a:lnTo>
                <a:lnTo>
                  <a:pt x="4167" y="240"/>
                </a:lnTo>
                <a:lnTo>
                  <a:pt x="4168" y="240"/>
                </a:lnTo>
                <a:lnTo>
                  <a:pt x="4169" y="240"/>
                </a:lnTo>
                <a:lnTo>
                  <a:pt x="4169" y="239"/>
                </a:lnTo>
                <a:lnTo>
                  <a:pt x="4170" y="239"/>
                </a:lnTo>
                <a:lnTo>
                  <a:pt x="4170" y="240"/>
                </a:lnTo>
                <a:lnTo>
                  <a:pt x="4171" y="240"/>
                </a:lnTo>
                <a:lnTo>
                  <a:pt x="4172" y="240"/>
                </a:lnTo>
                <a:lnTo>
                  <a:pt x="4173" y="240"/>
                </a:lnTo>
                <a:lnTo>
                  <a:pt x="4173" y="239"/>
                </a:lnTo>
                <a:lnTo>
                  <a:pt x="4172" y="239"/>
                </a:lnTo>
                <a:lnTo>
                  <a:pt x="4172" y="238"/>
                </a:lnTo>
                <a:lnTo>
                  <a:pt x="4171" y="237"/>
                </a:lnTo>
                <a:lnTo>
                  <a:pt x="4171" y="236"/>
                </a:lnTo>
                <a:lnTo>
                  <a:pt x="4172" y="236"/>
                </a:lnTo>
                <a:lnTo>
                  <a:pt x="4173" y="236"/>
                </a:lnTo>
                <a:lnTo>
                  <a:pt x="4174" y="236"/>
                </a:lnTo>
                <a:lnTo>
                  <a:pt x="4174" y="235"/>
                </a:lnTo>
                <a:lnTo>
                  <a:pt x="4173" y="235"/>
                </a:lnTo>
                <a:lnTo>
                  <a:pt x="4173" y="234"/>
                </a:lnTo>
                <a:lnTo>
                  <a:pt x="4172" y="234"/>
                </a:lnTo>
                <a:lnTo>
                  <a:pt x="4172" y="233"/>
                </a:lnTo>
                <a:lnTo>
                  <a:pt x="4173" y="233"/>
                </a:lnTo>
                <a:lnTo>
                  <a:pt x="4174" y="232"/>
                </a:lnTo>
                <a:lnTo>
                  <a:pt x="4175" y="232"/>
                </a:lnTo>
                <a:lnTo>
                  <a:pt x="4176" y="232"/>
                </a:lnTo>
                <a:lnTo>
                  <a:pt x="4178" y="232"/>
                </a:lnTo>
                <a:lnTo>
                  <a:pt x="4179" y="231"/>
                </a:lnTo>
                <a:lnTo>
                  <a:pt x="4179" y="230"/>
                </a:lnTo>
                <a:lnTo>
                  <a:pt x="4179" y="229"/>
                </a:lnTo>
                <a:lnTo>
                  <a:pt x="4178" y="229"/>
                </a:lnTo>
                <a:lnTo>
                  <a:pt x="4179" y="229"/>
                </a:lnTo>
                <a:lnTo>
                  <a:pt x="4179" y="228"/>
                </a:lnTo>
                <a:lnTo>
                  <a:pt x="4179" y="227"/>
                </a:lnTo>
                <a:lnTo>
                  <a:pt x="4180" y="227"/>
                </a:lnTo>
                <a:lnTo>
                  <a:pt x="4181" y="227"/>
                </a:lnTo>
                <a:lnTo>
                  <a:pt x="4182" y="227"/>
                </a:lnTo>
                <a:lnTo>
                  <a:pt x="4183" y="227"/>
                </a:lnTo>
                <a:lnTo>
                  <a:pt x="4184" y="226"/>
                </a:lnTo>
                <a:lnTo>
                  <a:pt x="4184" y="225"/>
                </a:lnTo>
                <a:lnTo>
                  <a:pt x="4183" y="225"/>
                </a:lnTo>
                <a:lnTo>
                  <a:pt x="4182" y="224"/>
                </a:lnTo>
                <a:lnTo>
                  <a:pt x="4181" y="224"/>
                </a:lnTo>
                <a:lnTo>
                  <a:pt x="4181" y="223"/>
                </a:lnTo>
                <a:lnTo>
                  <a:pt x="4181" y="222"/>
                </a:lnTo>
                <a:lnTo>
                  <a:pt x="4182" y="222"/>
                </a:lnTo>
                <a:lnTo>
                  <a:pt x="4183" y="222"/>
                </a:lnTo>
                <a:lnTo>
                  <a:pt x="4184" y="222"/>
                </a:lnTo>
                <a:lnTo>
                  <a:pt x="4185" y="222"/>
                </a:lnTo>
                <a:lnTo>
                  <a:pt x="4186" y="222"/>
                </a:lnTo>
                <a:lnTo>
                  <a:pt x="4186" y="221"/>
                </a:lnTo>
                <a:lnTo>
                  <a:pt x="4187" y="221"/>
                </a:lnTo>
                <a:lnTo>
                  <a:pt x="4187" y="220"/>
                </a:lnTo>
                <a:lnTo>
                  <a:pt x="4187" y="219"/>
                </a:lnTo>
                <a:lnTo>
                  <a:pt x="4187" y="218"/>
                </a:lnTo>
                <a:lnTo>
                  <a:pt x="4187" y="217"/>
                </a:lnTo>
                <a:lnTo>
                  <a:pt x="4188" y="217"/>
                </a:lnTo>
                <a:lnTo>
                  <a:pt x="4188" y="216"/>
                </a:lnTo>
                <a:lnTo>
                  <a:pt x="4189" y="216"/>
                </a:lnTo>
                <a:lnTo>
                  <a:pt x="4189" y="215"/>
                </a:lnTo>
                <a:lnTo>
                  <a:pt x="4189" y="214"/>
                </a:lnTo>
                <a:lnTo>
                  <a:pt x="4188" y="214"/>
                </a:lnTo>
                <a:lnTo>
                  <a:pt x="4188" y="213"/>
                </a:lnTo>
                <a:lnTo>
                  <a:pt x="4188" y="212"/>
                </a:lnTo>
                <a:lnTo>
                  <a:pt x="4188" y="211"/>
                </a:lnTo>
                <a:lnTo>
                  <a:pt x="4188" y="210"/>
                </a:lnTo>
                <a:lnTo>
                  <a:pt x="4189" y="210"/>
                </a:lnTo>
                <a:lnTo>
                  <a:pt x="4190" y="210"/>
                </a:lnTo>
                <a:lnTo>
                  <a:pt x="4190" y="209"/>
                </a:lnTo>
                <a:lnTo>
                  <a:pt x="4191" y="209"/>
                </a:lnTo>
                <a:lnTo>
                  <a:pt x="4191" y="208"/>
                </a:lnTo>
                <a:lnTo>
                  <a:pt x="4192" y="208"/>
                </a:lnTo>
                <a:lnTo>
                  <a:pt x="4192" y="207"/>
                </a:lnTo>
                <a:lnTo>
                  <a:pt x="4192" y="206"/>
                </a:lnTo>
                <a:lnTo>
                  <a:pt x="4193" y="206"/>
                </a:lnTo>
                <a:lnTo>
                  <a:pt x="4194" y="206"/>
                </a:lnTo>
                <a:lnTo>
                  <a:pt x="4194" y="205"/>
                </a:lnTo>
                <a:lnTo>
                  <a:pt x="4194" y="204"/>
                </a:lnTo>
                <a:lnTo>
                  <a:pt x="4193" y="204"/>
                </a:lnTo>
                <a:lnTo>
                  <a:pt x="4193" y="203"/>
                </a:lnTo>
                <a:lnTo>
                  <a:pt x="4192" y="203"/>
                </a:lnTo>
                <a:lnTo>
                  <a:pt x="4192" y="202"/>
                </a:lnTo>
                <a:lnTo>
                  <a:pt x="4193" y="202"/>
                </a:lnTo>
                <a:lnTo>
                  <a:pt x="4193" y="201"/>
                </a:lnTo>
                <a:lnTo>
                  <a:pt x="4193" y="200"/>
                </a:lnTo>
                <a:lnTo>
                  <a:pt x="4194" y="200"/>
                </a:lnTo>
                <a:lnTo>
                  <a:pt x="4194" y="199"/>
                </a:lnTo>
                <a:lnTo>
                  <a:pt x="4195" y="199"/>
                </a:lnTo>
                <a:lnTo>
                  <a:pt x="4194" y="198"/>
                </a:lnTo>
                <a:lnTo>
                  <a:pt x="4194" y="197"/>
                </a:lnTo>
                <a:lnTo>
                  <a:pt x="4195" y="197"/>
                </a:lnTo>
                <a:lnTo>
                  <a:pt x="4196" y="197"/>
                </a:lnTo>
                <a:lnTo>
                  <a:pt x="4196" y="196"/>
                </a:lnTo>
                <a:lnTo>
                  <a:pt x="4197" y="196"/>
                </a:lnTo>
                <a:lnTo>
                  <a:pt x="4198" y="196"/>
                </a:lnTo>
                <a:lnTo>
                  <a:pt x="4198" y="195"/>
                </a:lnTo>
                <a:lnTo>
                  <a:pt x="4198" y="194"/>
                </a:lnTo>
                <a:lnTo>
                  <a:pt x="4197" y="194"/>
                </a:lnTo>
                <a:lnTo>
                  <a:pt x="4197" y="193"/>
                </a:lnTo>
                <a:lnTo>
                  <a:pt x="4198" y="193"/>
                </a:lnTo>
                <a:lnTo>
                  <a:pt x="4199" y="193"/>
                </a:lnTo>
                <a:lnTo>
                  <a:pt x="4200" y="193"/>
                </a:lnTo>
                <a:lnTo>
                  <a:pt x="4201" y="193"/>
                </a:lnTo>
                <a:lnTo>
                  <a:pt x="4202" y="193"/>
                </a:lnTo>
                <a:lnTo>
                  <a:pt x="4203" y="193"/>
                </a:lnTo>
                <a:lnTo>
                  <a:pt x="4204" y="193"/>
                </a:lnTo>
                <a:lnTo>
                  <a:pt x="4205" y="193"/>
                </a:lnTo>
                <a:lnTo>
                  <a:pt x="4205" y="192"/>
                </a:lnTo>
                <a:lnTo>
                  <a:pt x="4206" y="192"/>
                </a:lnTo>
                <a:lnTo>
                  <a:pt x="4207" y="192"/>
                </a:lnTo>
                <a:lnTo>
                  <a:pt x="4207" y="191"/>
                </a:lnTo>
                <a:lnTo>
                  <a:pt x="4207" y="190"/>
                </a:lnTo>
                <a:lnTo>
                  <a:pt x="4208" y="190"/>
                </a:lnTo>
                <a:lnTo>
                  <a:pt x="4209" y="189"/>
                </a:lnTo>
                <a:lnTo>
                  <a:pt x="4210" y="189"/>
                </a:lnTo>
                <a:lnTo>
                  <a:pt x="4210" y="188"/>
                </a:lnTo>
                <a:lnTo>
                  <a:pt x="4211" y="188"/>
                </a:lnTo>
                <a:lnTo>
                  <a:pt x="4212" y="188"/>
                </a:lnTo>
                <a:lnTo>
                  <a:pt x="4212" y="187"/>
                </a:lnTo>
                <a:lnTo>
                  <a:pt x="4213" y="187"/>
                </a:lnTo>
                <a:lnTo>
                  <a:pt x="4213" y="186"/>
                </a:lnTo>
                <a:lnTo>
                  <a:pt x="4214" y="186"/>
                </a:lnTo>
                <a:lnTo>
                  <a:pt x="4214" y="185"/>
                </a:lnTo>
                <a:lnTo>
                  <a:pt x="4215" y="185"/>
                </a:lnTo>
                <a:lnTo>
                  <a:pt x="4215" y="186"/>
                </a:lnTo>
                <a:lnTo>
                  <a:pt x="4215" y="185"/>
                </a:lnTo>
                <a:lnTo>
                  <a:pt x="4216" y="185"/>
                </a:lnTo>
                <a:lnTo>
                  <a:pt x="4216" y="184"/>
                </a:lnTo>
                <a:lnTo>
                  <a:pt x="4217" y="184"/>
                </a:lnTo>
                <a:lnTo>
                  <a:pt x="4217" y="183"/>
                </a:lnTo>
                <a:lnTo>
                  <a:pt x="4217" y="182"/>
                </a:lnTo>
                <a:lnTo>
                  <a:pt x="4218" y="182"/>
                </a:lnTo>
                <a:lnTo>
                  <a:pt x="4219" y="182"/>
                </a:lnTo>
                <a:lnTo>
                  <a:pt x="4220" y="182"/>
                </a:lnTo>
                <a:lnTo>
                  <a:pt x="4222" y="182"/>
                </a:lnTo>
                <a:lnTo>
                  <a:pt x="4222" y="181"/>
                </a:lnTo>
                <a:lnTo>
                  <a:pt x="4222" y="180"/>
                </a:lnTo>
                <a:lnTo>
                  <a:pt x="4223" y="180"/>
                </a:lnTo>
                <a:lnTo>
                  <a:pt x="4223" y="179"/>
                </a:lnTo>
                <a:lnTo>
                  <a:pt x="4225" y="179"/>
                </a:lnTo>
                <a:lnTo>
                  <a:pt x="4226" y="179"/>
                </a:lnTo>
                <a:lnTo>
                  <a:pt x="4226" y="178"/>
                </a:lnTo>
                <a:lnTo>
                  <a:pt x="4225" y="178"/>
                </a:lnTo>
                <a:lnTo>
                  <a:pt x="4225" y="177"/>
                </a:lnTo>
                <a:lnTo>
                  <a:pt x="4226" y="177"/>
                </a:lnTo>
                <a:lnTo>
                  <a:pt x="4228" y="177"/>
                </a:lnTo>
                <a:lnTo>
                  <a:pt x="4228" y="176"/>
                </a:lnTo>
                <a:lnTo>
                  <a:pt x="4229" y="176"/>
                </a:lnTo>
                <a:lnTo>
                  <a:pt x="4230" y="176"/>
                </a:lnTo>
                <a:lnTo>
                  <a:pt x="4231" y="176"/>
                </a:lnTo>
                <a:lnTo>
                  <a:pt x="4231" y="175"/>
                </a:lnTo>
                <a:lnTo>
                  <a:pt x="4232" y="175"/>
                </a:lnTo>
                <a:lnTo>
                  <a:pt x="4233" y="174"/>
                </a:lnTo>
                <a:lnTo>
                  <a:pt x="4232" y="174"/>
                </a:lnTo>
                <a:lnTo>
                  <a:pt x="4232" y="173"/>
                </a:lnTo>
                <a:lnTo>
                  <a:pt x="4232" y="172"/>
                </a:lnTo>
                <a:lnTo>
                  <a:pt x="4233" y="172"/>
                </a:lnTo>
                <a:lnTo>
                  <a:pt x="4235" y="172"/>
                </a:lnTo>
                <a:lnTo>
                  <a:pt x="4236" y="172"/>
                </a:lnTo>
                <a:lnTo>
                  <a:pt x="4237" y="172"/>
                </a:lnTo>
                <a:lnTo>
                  <a:pt x="4238" y="172"/>
                </a:lnTo>
                <a:lnTo>
                  <a:pt x="4239" y="172"/>
                </a:lnTo>
                <a:lnTo>
                  <a:pt x="4239" y="170"/>
                </a:lnTo>
                <a:lnTo>
                  <a:pt x="4238" y="170"/>
                </a:lnTo>
                <a:lnTo>
                  <a:pt x="4238" y="169"/>
                </a:lnTo>
                <a:lnTo>
                  <a:pt x="4239" y="169"/>
                </a:lnTo>
                <a:lnTo>
                  <a:pt x="4240" y="169"/>
                </a:lnTo>
                <a:lnTo>
                  <a:pt x="4241" y="169"/>
                </a:lnTo>
                <a:lnTo>
                  <a:pt x="4242" y="169"/>
                </a:lnTo>
                <a:lnTo>
                  <a:pt x="4243" y="169"/>
                </a:lnTo>
                <a:lnTo>
                  <a:pt x="4244" y="169"/>
                </a:lnTo>
                <a:lnTo>
                  <a:pt x="4244" y="168"/>
                </a:lnTo>
                <a:lnTo>
                  <a:pt x="4245" y="168"/>
                </a:lnTo>
                <a:lnTo>
                  <a:pt x="4246" y="168"/>
                </a:lnTo>
                <a:lnTo>
                  <a:pt x="4247" y="168"/>
                </a:lnTo>
                <a:lnTo>
                  <a:pt x="4248" y="168"/>
                </a:lnTo>
                <a:lnTo>
                  <a:pt x="4249" y="167"/>
                </a:lnTo>
                <a:lnTo>
                  <a:pt x="4249" y="166"/>
                </a:lnTo>
                <a:lnTo>
                  <a:pt x="4249" y="165"/>
                </a:lnTo>
                <a:lnTo>
                  <a:pt x="4249" y="164"/>
                </a:lnTo>
                <a:lnTo>
                  <a:pt x="4250" y="164"/>
                </a:lnTo>
                <a:lnTo>
                  <a:pt x="4250" y="163"/>
                </a:lnTo>
                <a:lnTo>
                  <a:pt x="4251" y="163"/>
                </a:lnTo>
                <a:lnTo>
                  <a:pt x="4251" y="162"/>
                </a:lnTo>
                <a:lnTo>
                  <a:pt x="4252" y="162"/>
                </a:lnTo>
                <a:lnTo>
                  <a:pt x="4253" y="162"/>
                </a:lnTo>
                <a:lnTo>
                  <a:pt x="4253" y="161"/>
                </a:lnTo>
                <a:lnTo>
                  <a:pt x="4253" y="160"/>
                </a:lnTo>
                <a:lnTo>
                  <a:pt x="4254" y="160"/>
                </a:lnTo>
                <a:lnTo>
                  <a:pt x="4254" y="159"/>
                </a:lnTo>
                <a:lnTo>
                  <a:pt x="4254" y="158"/>
                </a:lnTo>
                <a:lnTo>
                  <a:pt x="4253" y="158"/>
                </a:lnTo>
                <a:lnTo>
                  <a:pt x="4252" y="158"/>
                </a:lnTo>
                <a:lnTo>
                  <a:pt x="4252" y="157"/>
                </a:lnTo>
                <a:lnTo>
                  <a:pt x="4251" y="157"/>
                </a:lnTo>
                <a:lnTo>
                  <a:pt x="4251" y="156"/>
                </a:lnTo>
                <a:lnTo>
                  <a:pt x="4251" y="155"/>
                </a:lnTo>
                <a:lnTo>
                  <a:pt x="4252" y="154"/>
                </a:lnTo>
                <a:lnTo>
                  <a:pt x="4253" y="154"/>
                </a:lnTo>
                <a:lnTo>
                  <a:pt x="4253" y="153"/>
                </a:lnTo>
                <a:lnTo>
                  <a:pt x="4254" y="153"/>
                </a:lnTo>
                <a:lnTo>
                  <a:pt x="4255" y="152"/>
                </a:lnTo>
                <a:lnTo>
                  <a:pt x="4256" y="152"/>
                </a:lnTo>
                <a:lnTo>
                  <a:pt x="4257" y="152"/>
                </a:lnTo>
                <a:lnTo>
                  <a:pt x="4257" y="151"/>
                </a:lnTo>
                <a:lnTo>
                  <a:pt x="4256" y="151"/>
                </a:lnTo>
                <a:lnTo>
                  <a:pt x="4256" y="150"/>
                </a:lnTo>
                <a:lnTo>
                  <a:pt x="4257" y="150"/>
                </a:lnTo>
                <a:lnTo>
                  <a:pt x="4258" y="150"/>
                </a:lnTo>
                <a:lnTo>
                  <a:pt x="4258" y="149"/>
                </a:lnTo>
                <a:lnTo>
                  <a:pt x="4258" y="148"/>
                </a:lnTo>
                <a:lnTo>
                  <a:pt x="4258" y="147"/>
                </a:lnTo>
                <a:lnTo>
                  <a:pt x="4258" y="146"/>
                </a:lnTo>
                <a:lnTo>
                  <a:pt x="4258" y="145"/>
                </a:lnTo>
                <a:lnTo>
                  <a:pt x="4259" y="145"/>
                </a:lnTo>
                <a:lnTo>
                  <a:pt x="4260" y="144"/>
                </a:lnTo>
                <a:lnTo>
                  <a:pt x="4260" y="143"/>
                </a:lnTo>
                <a:lnTo>
                  <a:pt x="4259" y="142"/>
                </a:lnTo>
                <a:lnTo>
                  <a:pt x="4258" y="142"/>
                </a:lnTo>
                <a:lnTo>
                  <a:pt x="4258" y="141"/>
                </a:lnTo>
                <a:lnTo>
                  <a:pt x="4257" y="140"/>
                </a:lnTo>
                <a:lnTo>
                  <a:pt x="4257" y="139"/>
                </a:lnTo>
                <a:lnTo>
                  <a:pt x="4256" y="139"/>
                </a:lnTo>
                <a:lnTo>
                  <a:pt x="4256" y="138"/>
                </a:lnTo>
                <a:lnTo>
                  <a:pt x="4256" y="137"/>
                </a:lnTo>
                <a:lnTo>
                  <a:pt x="4256" y="136"/>
                </a:lnTo>
                <a:lnTo>
                  <a:pt x="4257" y="136"/>
                </a:lnTo>
                <a:lnTo>
                  <a:pt x="4257" y="135"/>
                </a:lnTo>
                <a:lnTo>
                  <a:pt x="4258" y="135"/>
                </a:lnTo>
                <a:lnTo>
                  <a:pt x="4258" y="134"/>
                </a:lnTo>
                <a:lnTo>
                  <a:pt x="4257" y="134"/>
                </a:lnTo>
                <a:lnTo>
                  <a:pt x="4257" y="133"/>
                </a:lnTo>
                <a:lnTo>
                  <a:pt x="4256" y="133"/>
                </a:lnTo>
                <a:lnTo>
                  <a:pt x="4255" y="133"/>
                </a:lnTo>
                <a:lnTo>
                  <a:pt x="4254" y="133"/>
                </a:lnTo>
                <a:lnTo>
                  <a:pt x="4253" y="133"/>
                </a:lnTo>
                <a:lnTo>
                  <a:pt x="4253" y="132"/>
                </a:lnTo>
                <a:lnTo>
                  <a:pt x="4253" y="131"/>
                </a:lnTo>
                <a:lnTo>
                  <a:pt x="4252" y="131"/>
                </a:lnTo>
                <a:lnTo>
                  <a:pt x="4252" y="130"/>
                </a:lnTo>
                <a:lnTo>
                  <a:pt x="4251" y="130"/>
                </a:lnTo>
                <a:lnTo>
                  <a:pt x="4250" y="130"/>
                </a:lnTo>
                <a:lnTo>
                  <a:pt x="4249" y="129"/>
                </a:lnTo>
                <a:lnTo>
                  <a:pt x="4248" y="129"/>
                </a:lnTo>
                <a:lnTo>
                  <a:pt x="4247" y="128"/>
                </a:lnTo>
                <a:lnTo>
                  <a:pt x="4246" y="128"/>
                </a:lnTo>
                <a:lnTo>
                  <a:pt x="4246" y="127"/>
                </a:lnTo>
                <a:lnTo>
                  <a:pt x="4246" y="126"/>
                </a:lnTo>
                <a:lnTo>
                  <a:pt x="4246" y="125"/>
                </a:lnTo>
                <a:lnTo>
                  <a:pt x="4245" y="125"/>
                </a:lnTo>
                <a:lnTo>
                  <a:pt x="4245" y="124"/>
                </a:lnTo>
                <a:lnTo>
                  <a:pt x="4245" y="123"/>
                </a:lnTo>
                <a:lnTo>
                  <a:pt x="4247" y="123"/>
                </a:lnTo>
                <a:lnTo>
                  <a:pt x="4248" y="123"/>
                </a:lnTo>
                <a:lnTo>
                  <a:pt x="4248" y="122"/>
                </a:lnTo>
                <a:lnTo>
                  <a:pt x="4248" y="121"/>
                </a:lnTo>
                <a:lnTo>
                  <a:pt x="4247" y="121"/>
                </a:lnTo>
                <a:lnTo>
                  <a:pt x="4247" y="120"/>
                </a:lnTo>
                <a:lnTo>
                  <a:pt x="4248" y="120"/>
                </a:lnTo>
                <a:lnTo>
                  <a:pt x="4249" y="119"/>
                </a:lnTo>
                <a:lnTo>
                  <a:pt x="4249" y="118"/>
                </a:lnTo>
                <a:lnTo>
                  <a:pt x="4250" y="117"/>
                </a:lnTo>
                <a:lnTo>
                  <a:pt x="4251" y="116"/>
                </a:lnTo>
                <a:lnTo>
                  <a:pt x="4251" y="115"/>
                </a:lnTo>
                <a:lnTo>
                  <a:pt x="4251" y="114"/>
                </a:lnTo>
                <a:lnTo>
                  <a:pt x="4251" y="113"/>
                </a:lnTo>
                <a:lnTo>
                  <a:pt x="4251" y="112"/>
                </a:lnTo>
                <a:lnTo>
                  <a:pt x="4251" y="111"/>
                </a:lnTo>
                <a:lnTo>
                  <a:pt x="4252" y="111"/>
                </a:lnTo>
                <a:lnTo>
                  <a:pt x="4252" y="110"/>
                </a:lnTo>
                <a:lnTo>
                  <a:pt x="4253" y="110"/>
                </a:lnTo>
                <a:lnTo>
                  <a:pt x="4253" y="109"/>
                </a:lnTo>
                <a:lnTo>
                  <a:pt x="4252" y="109"/>
                </a:lnTo>
                <a:lnTo>
                  <a:pt x="4252" y="108"/>
                </a:lnTo>
                <a:lnTo>
                  <a:pt x="4251" y="108"/>
                </a:lnTo>
                <a:lnTo>
                  <a:pt x="4251" y="107"/>
                </a:lnTo>
                <a:lnTo>
                  <a:pt x="4252" y="107"/>
                </a:lnTo>
                <a:lnTo>
                  <a:pt x="4253" y="107"/>
                </a:lnTo>
                <a:lnTo>
                  <a:pt x="4254" y="106"/>
                </a:lnTo>
                <a:lnTo>
                  <a:pt x="4255" y="106"/>
                </a:lnTo>
                <a:lnTo>
                  <a:pt x="4255" y="105"/>
                </a:lnTo>
                <a:lnTo>
                  <a:pt x="4255" y="104"/>
                </a:lnTo>
                <a:lnTo>
                  <a:pt x="4254" y="104"/>
                </a:lnTo>
                <a:lnTo>
                  <a:pt x="4252" y="104"/>
                </a:lnTo>
                <a:lnTo>
                  <a:pt x="4251" y="104"/>
                </a:lnTo>
                <a:lnTo>
                  <a:pt x="4250" y="103"/>
                </a:lnTo>
                <a:lnTo>
                  <a:pt x="4249" y="102"/>
                </a:lnTo>
                <a:lnTo>
                  <a:pt x="4248" y="102"/>
                </a:lnTo>
                <a:lnTo>
                  <a:pt x="4247" y="102"/>
                </a:lnTo>
                <a:lnTo>
                  <a:pt x="4246" y="102"/>
                </a:lnTo>
                <a:lnTo>
                  <a:pt x="4245" y="102"/>
                </a:lnTo>
                <a:lnTo>
                  <a:pt x="4245" y="101"/>
                </a:lnTo>
                <a:lnTo>
                  <a:pt x="4244" y="101"/>
                </a:lnTo>
                <a:lnTo>
                  <a:pt x="4244" y="100"/>
                </a:lnTo>
                <a:lnTo>
                  <a:pt x="4243" y="100"/>
                </a:lnTo>
                <a:lnTo>
                  <a:pt x="4243" y="99"/>
                </a:lnTo>
                <a:lnTo>
                  <a:pt x="4241" y="99"/>
                </a:lnTo>
                <a:lnTo>
                  <a:pt x="4240" y="99"/>
                </a:lnTo>
                <a:lnTo>
                  <a:pt x="4239" y="99"/>
                </a:lnTo>
                <a:lnTo>
                  <a:pt x="4238" y="98"/>
                </a:lnTo>
                <a:lnTo>
                  <a:pt x="4236" y="97"/>
                </a:lnTo>
                <a:lnTo>
                  <a:pt x="4233" y="96"/>
                </a:lnTo>
                <a:lnTo>
                  <a:pt x="4233" y="95"/>
                </a:lnTo>
                <a:lnTo>
                  <a:pt x="4231" y="94"/>
                </a:lnTo>
                <a:lnTo>
                  <a:pt x="4230" y="94"/>
                </a:lnTo>
                <a:lnTo>
                  <a:pt x="4229" y="95"/>
                </a:lnTo>
                <a:lnTo>
                  <a:pt x="4228" y="95"/>
                </a:lnTo>
                <a:lnTo>
                  <a:pt x="4227" y="95"/>
                </a:lnTo>
                <a:lnTo>
                  <a:pt x="4226" y="96"/>
                </a:lnTo>
                <a:lnTo>
                  <a:pt x="4226" y="97"/>
                </a:lnTo>
                <a:lnTo>
                  <a:pt x="4225" y="97"/>
                </a:lnTo>
                <a:lnTo>
                  <a:pt x="4223" y="97"/>
                </a:lnTo>
                <a:lnTo>
                  <a:pt x="4222" y="97"/>
                </a:lnTo>
                <a:lnTo>
                  <a:pt x="4220" y="97"/>
                </a:lnTo>
                <a:lnTo>
                  <a:pt x="4217" y="97"/>
                </a:lnTo>
                <a:lnTo>
                  <a:pt x="4217" y="96"/>
                </a:lnTo>
                <a:lnTo>
                  <a:pt x="4216" y="96"/>
                </a:lnTo>
                <a:lnTo>
                  <a:pt x="4215" y="96"/>
                </a:lnTo>
                <a:lnTo>
                  <a:pt x="4214" y="96"/>
                </a:lnTo>
                <a:lnTo>
                  <a:pt x="4214" y="97"/>
                </a:lnTo>
                <a:lnTo>
                  <a:pt x="4213" y="97"/>
                </a:lnTo>
                <a:lnTo>
                  <a:pt x="4213" y="98"/>
                </a:lnTo>
                <a:lnTo>
                  <a:pt x="4212" y="98"/>
                </a:lnTo>
                <a:lnTo>
                  <a:pt x="4211" y="98"/>
                </a:lnTo>
                <a:lnTo>
                  <a:pt x="4211" y="99"/>
                </a:lnTo>
                <a:lnTo>
                  <a:pt x="4210" y="99"/>
                </a:lnTo>
                <a:lnTo>
                  <a:pt x="4209" y="99"/>
                </a:lnTo>
                <a:lnTo>
                  <a:pt x="4209" y="100"/>
                </a:lnTo>
                <a:lnTo>
                  <a:pt x="4208" y="100"/>
                </a:lnTo>
                <a:lnTo>
                  <a:pt x="4207" y="100"/>
                </a:lnTo>
                <a:lnTo>
                  <a:pt x="4207" y="101"/>
                </a:lnTo>
                <a:lnTo>
                  <a:pt x="4206" y="101"/>
                </a:lnTo>
                <a:lnTo>
                  <a:pt x="4205" y="101"/>
                </a:lnTo>
                <a:lnTo>
                  <a:pt x="4203" y="100"/>
                </a:lnTo>
                <a:lnTo>
                  <a:pt x="4202" y="100"/>
                </a:lnTo>
                <a:lnTo>
                  <a:pt x="4201" y="100"/>
                </a:lnTo>
                <a:lnTo>
                  <a:pt x="4200" y="100"/>
                </a:lnTo>
                <a:lnTo>
                  <a:pt x="4199" y="100"/>
                </a:lnTo>
                <a:lnTo>
                  <a:pt x="4198" y="100"/>
                </a:lnTo>
                <a:lnTo>
                  <a:pt x="4197" y="100"/>
                </a:lnTo>
                <a:lnTo>
                  <a:pt x="4196" y="100"/>
                </a:lnTo>
                <a:lnTo>
                  <a:pt x="4195" y="100"/>
                </a:lnTo>
                <a:lnTo>
                  <a:pt x="4194" y="100"/>
                </a:lnTo>
                <a:lnTo>
                  <a:pt x="4194" y="99"/>
                </a:lnTo>
                <a:lnTo>
                  <a:pt x="4193" y="99"/>
                </a:lnTo>
                <a:lnTo>
                  <a:pt x="4193" y="98"/>
                </a:lnTo>
                <a:lnTo>
                  <a:pt x="4193" y="96"/>
                </a:lnTo>
                <a:lnTo>
                  <a:pt x="4192" y="95"/>
                </a:lnTo>
                <a:lnTo>
                  <a:pt x="4192" y="94"/>
                </a:lnTo>
                <a:lnTo>
                  <a:pt x="4193" y="92"/>
                </a:lnTo>
                <a:lnTo>
                  <a:pt x="4193" y="91"/>
                </a:lnTo>
                <a:lnTo>
                  <a:pt x="4194" y="90"/>
                </a:lnTo>
                <a:lnTo>
                  <a:pt x="4194" y="89"/>
                </a:lnTo>
                <a:lnTo>
                  <a:pt x="4195" y="89"/>
                </a:lnTo>
                <a:lnTo>
                  <a:pt x="4195" y="88"/>
                </a:lnTo>
                <a:lnTo>
                  <a:pt x="4195" y="87"/>
                </a:lnTo>
                <a:lnTo>
                  <a:pt x="4194" y="86"/>
                </a:lnTo>
                <a:lnTo>
                  <a:pt x="4194" y="85"/>
                </a:lnTo>
                <a:lnTo>
                  <a:pt x="4194" y="84"/>
                </a:lnTo>
                <a:lnTo>
                  <a:pt x="4193" y="83"/>
                </a:lnTo>
                <a:lnTo>
                  <a:pt x="4192" y="83"/>
                </a:lnTo>
                <a:lnTo>
                  <a:pt x="4192" y="82"/>
                </a:lnTo>
                <a:lnTo>
                  <a:pt x="4192" y="81"/>
                </a:lnTo>
                <a:lnTo>
                  <a:pt x="4192" y="80"/>
                </a:lnTo>
                <a:lnTo>
                  <a:pt x="4195" y="80"/>
                </a:lnTo>
                <a:lnTo>
                  <a:pt x="4196" y="80"/>
                </a:lnTo>
                <a:lnTo>
                  <a:pt x="4197" y="80"/>
                </a:lnTo>
                <a:lnTo>
                  <a:pt x="4198" y="80"/>
                </a:lnTo>
                <a:lnTo>
                  <a:pt x="4198" y="79"/>
                </a:lnTo>
                <a:lnTo>
                  <a:pt x="4199" y="79"/>
                </a:lnTo>
                <a:lnTo>
                  <a:pt x="4199" y="78"/>
                </a:lnTo>
                <a:lnTo>
                  <a:pt x="4200" y="78"/>
                </a:lnTo>
                <a:lnTo>
                  <a:pt x="4201" y="78"/>
                </a:lnTo>
                <a:lnTo>
                  <a:pt x="4201" y="77"/>
                </a:lnTo>
                <a:lnTo>
                  <a:pt x="4202" y="77"/>
                </a:lnTo>
                <a:lnTo>
                  <a:pt x="4204" y="77"/>
                </a:lnTo>
                <a:lnTo>
                  <a:pt x="4205" y="77"/>
                </a:lnTo>
                <a:lnTo>
                  <a:pt x="4206" y="77"/>
                </a:lnTo>
                <a:lnTo>
                  <a:pt x="4207" y="77"/>
                </a:lnTo>
                <a:lnTo>
                  <a:pt x="4207" y="76"/>
                </a:lnTo>
                <a:lnTo>
                  <a:pt x="4207" y="75"/>
                </a:lnTo>
                <a:lnTo>
                  <a:pt x="4208" y="75"/>
                </a:lnTo>
                <a:lnTo>
                  <a:pt x="4209" y="75"/>
                </a:lnTo>
                <a:lnTo>
                  <a:pt x="4209" y="74"/>
                </a:lnTo>
                <a:lnTo>
                  <a:pt x="4210" y="74"/>
                </a:lnTo>
                <a:lnTo>
                  <a:pt x="4210" y="73"/>
                </a:lnTo>
                <a:lnTo>
                  <a:pt x="4211" y="73"/>
                </a:lnTo>
                <a:lnTo>
                  <a:pt x="4212" y="72"/>
                </a:lnTo>
                <a:lnTo>
                  <a:pt x="4213" y="72"/>
                </a:lnTo>
                <a:lnTo>
                  <a:pt x="4214" y="72"/>
                </a:lnTo>
                <a:lnTo>
                  <a:pt x="4215" y="72"/>
                </a:lnTo>
                <a:lnTo>
                  <a:pt x="4215" y="71"/>
                </a:lnTo>
                <a:lnTo>
                  <a:pt x="4216" y="71"/>
                </a:lnTo>
                <a:lnTo>
                  <a:pt x="4216" y="70"/>
                </a:lnTo>
                <a:lnTo>
                  <a:pt x="4216" y="69"/>
                </a:lnTo>
                <a:lnTo>
                  <a:pt x="4216" y="68"/>
                </a:lnTo>
                <a:lnTo>
                  <a:pt x="4217" y="68"/>
                </a:lnTo>
                <a:lnTo>
                  <a:pt x="4220" y="68"/>
                </a:lnTo>
                <a:lnTo>
                  <a:pt x="4221" y="68"/>
                </a:lnTo>
                <a:lnTo>
                  <a:pt x="4221" y="67"/>
                </a:lnTo>
                <a:lnTo>
                  <a:pt x="4220" y="67"/>
                </a:lnTo>
                <a:lnTo>
                  <a:pt x="4220" y="66"/>
                </a:lnTo>
                <a:lnTo>
                  <a:pt x="4221" y="66"/>
                </a:lnTo>
                <a:lnTo>
                  <a:pt x="4221" y="65"/>
                </a:lnTo>
                <a:lnTo>
                  <a:pt x="4221" y="64"/>
                </a:lnTo>
                <a:lnTo>
                  <a:pt x="4222" y="64"/>
                </a:lnTo>
                <a:lnTo>
                  <a:pt x="4222" y="63"/>
                </a:lnTo>
                <a:lnTo>
                  <a:pt x="4223" y="63"/>
                </a:lnTo>
                <a:lnTo>
                  <a:pt x="4224" y="63"/>
                </a:lnTo>
                <a:lnTo>
                  <a:pt x="4225" y="63"/>
                </a:lnTo>
                <a:lnTo>
                  <a:pt x="4225" y="62"/>
                </a:lnTo>
                <a:lnTo>
                  <a:pt x="4226" y="62"/>
                </a:lnTo>
                <a:lnTo>
                  <a:pt x="4226" y="61"/>
                </a:lnTo>
                <a:lnTo>
                  <a:pt x="4227" y="61"/>
                </a:lnTo>
                <a:lnTo>
                  <a:pt x="4227" y="60"/>
                </a:lnTo>
                <a:lnTo>
                  <a:pt x="4228" y="59"/>
                </a:lnTo>
                <a:lnTo>
                  <a:pt x="4229" y="58"/>
                </a:lnTo>
                <a:lnTo>
                  <a:pt x="4229" y="57"/>
                </a:lnTo>
                <a:lnTo>
                  <a:pt x="4230" y="57"/>
                </a:lnTo>
                <a:lnTo>
                  <a:pt x="4231" y="56"/>
                </a:lnTo>
                <a:lnTo>
                  <a:pt x="4232" y="56"/>
                </a:lnTo>
                <a:lnTo>
                  <a:pt x="4233" y="55"/>
                </a:lnTo>
                <a:lnTo>
                  <a:pt x="4234" y="55"/>
                </a:lnTo>
                <a:lnTo>
                  <a:pt x="4235" y="54"/>
                </a:lnTo>
                <a:lnTo>
                  <a:pt x="4235" y="53"/>
                </a:lnTo>
                <a:lnTo>
                  <a:pt x="4236" y="53"/>
                </a:lnTo>
                <a:lnTo>
                  <a:pt x="4237" y="53"/>
                </a:lnTo>
                <a:lnTo>
                  <a:pt x="4237" y="52"/>
                </a:lnTo>
                <a:lnTo>
                  <a:pt x="4238" y="51"/>
                </a:lnTo>
                <a:lnTo>
                  <a:pt x="4238" y="50"/>
                </a:lnTo>
                <a:lnTo>
                  <a:pt x="4239" y="49"/>
                </a:lnTo>
                <a:lnTo>
                  <a:pt x="4240" y="49"/>
                </a:lnTo>
                <a:lnTo>
                  <a:pt x="4241" y="49"/>
                </a:lnTo>
                <a:lnTo>
                  <a:pt x="4242" y="49"/>
                </a:lnTo>
                <a:lnTo>
                  <a:pt x="4243" y="49"/>
                </a:lnTo>
                <a:lnTo>
                  <a:pt x="4243" y="48"/>
                </a:lnTo>
                <a:lnTo>
                  <a:pt x="4244" y="48"/>
                </a:lnTo>
                <a:lnTo>
                  <a:pt x="4244" y="47"/>
                </a:lnTo>
                <a:lnTo>
                  <a:pt x="4245" y="47"/>
                </a:lnTo>
                <a:lnTo>
                  <a:pt x="4246" y="47"/>
                </a:lnTo>
                <a:lnTo>
                  <a:pt x="4247" y="47"/>
                </a:lnTo>
                <a:lnTo>
                  <a:pt x="4247" y="46"/>
                </a:lnTo>
                <a:lnTo>
                  <a:pt x="4248" y="46"/>
                </a:lnTo>
                <a:lnTo>
                  <a:pt x="4248" y="45"/>
                </a:lnTo>
                <a:lnTo>
                  <a:pt x="4248" y="44"/>
                </a:lnTo>
                <a:lnTo>
                  <a:pt x="4249" y="44"/>
                </a:lnTo>
                <a:lnTo>
                  <a:pt x="4250" y="44"/>
                </a:lnTo>
                <a:lnTo>
                  <a:pt x="4250" y="43"/>
                </a:lnTo>
                <a:lnTo>
                  <a:pt x="4251" y="43"/>
                </a:lnTo>
                <a:lnTo>
                  <a:pt x="4252" y="43"/>
                </a:lnTo>
                <a:lnTo>
                  <a:pt x="4252" y="42"/>
                </a:lnTo>
                <a:lnTo>
                  <a:pt x="4251" y="42"/>
                </a:lnTo>
                <a:lnTo>
                  <a:pt x="4252" y="42"/>
                </a:lnTo>
                <a:lnTo>
                  <a:pt x="4252" y="41"/>
                </a:lnTo>
                <a:lnTo>
                  <a:pt x="4251" y="40"/>
                </a:lnTo>
                <a:lnTo>
                  <a:pt x="4252" y="40"/>
                </a:lnTo>
                <a:lnTo>
                  <a:pt x="4252" y="39"/>
                </a:lnTo>
                <a:lnTo>
                  <a:pt x="4253" y="39"/>
                </a:lnTo>
                <a:lnTo>
                  <a:pt x="4254" y="38"/>
                </a:lnTo>
                <a:lnTo>
                  <a:pt x="4255" y="38"/>
                </a:lnTo>
                <a:lnTo>
                  <a:pt x="4255" y="37"/>
                </a:lnTo>
                <a:lnTo>
                  <a:pt x="4256" y="36"/>
                </a:lnTo>
                <a:lnTo>
                  <a:pt x="4257" y="36"/>
                </a:lnTo>
                <a:lnTo>
                  <a:pt x="4258" y="36"/>
                </a:lnTo>
                <a:lnTo>
                  <a:pt x="4259" y="36"/>
                </a:lnTo>
                <a:lnTo>
                  <a:pt x="4260" y="35"/>
                </a:lnTo>
                <a:lnTo>
                  <a:pt x="4261" y="35"/>
                </a:lnTo>
                <a:lnTo>
                  <a:pt x="4261" y="34"/>
                </a:lnTo>
                <a:lnTo>
                  <a:pt x="4262" y="34"/>
                </a:lnTo>
                <a:lnTo>
                  <a:pt x="4262" y="33"/>
                </a:lnTo>
                <a:lnTo>
                  <a:pt x="4263" y="33"/>
                </a:lnTo>
                <a:lnTo>
                  <a:pt x="4264" y="33"/>
                </a:lnTo>
                <a:lnTo>
                  <a:pt x="4265" y="33"/>
                </a:lnTo>
                <a:lnTo>
                  <a:pt x="4265" y="32"/>
                </a:lnTo>
                <a:lnTo>
                  <a:pt x="4264" y="32"/>
                </a:lnTo>
                <a:lnTo>
                  <a:pt x="4264" y="31"/>
                </a:lnTo>
                <a:lnTo>
                  <a:pt x="4263" y="31"/>
                </a:lnTo>
                <a:lnTo>
                  <a:pt x="4263" y="30"/>
                </a:lnTo>
                <a:lnTo>
                  <a:pt x="4264" y="30"/>
                </a:lnTo>
                <a:lnTo>
                  <a:pt x="4265" y="30"/>
                </a:lnTo>
                <a:lnTo>
                  <a:pt x="4266" y="30"/>
                </a:lnTo>
                <a:lnTo>
                  <a:pt x="4266" y="29"/>
                </a:lnTo>
                <a:lnTo>
                  <a:pt x="4267" y="29"/>
                </a:lnTo>
                <a:lnTo>
                  <a:pt x="4268" y="29"/>
                </a:lnTo>
                <a:lnTo>
                  <a:pt x="4269" y="29"/>
                </a:lnTo>
                <a:lnTo>
                  <a:pt x="4269" y="28"/>
                </a:lnTo>
                <a:lnTo>
                  <a:pt x="4270" y="28"/>
                </a:lnTo>
                <a:lnTo>
                  <a:pt x="4271" y="28"/>
                </a:lnTo>
                <a:lnTo>
                  <a:pt x="4271" y="29"/>
                </a:lnTo>
                <a:lnTo>
                  <a:pt x="4271" y="28"/>
                </a:lnTo>
                <a:lnTo>
                  <a:pt x="4273" y="28"/>
                </a:lnTo>
                <a:lnTo>
                  <a:pt x="4274" y="28"/>
                </a:lnTo>
                <a:lnTo>
                  <a:pt x="4274" y="27"/>
                </a:lnTo>
                <a:lnTo>
                  <a:pt x="4275" y="27"/>
                </a:lnTo>
                <a:lnTo>
                  <a:pt x="4276" y="27"/>
                </a:lnTo>
                <a:lnTo>
                  <a:pt x="4276" y="28"/>
                </a:lnTo>
                <a:lnTo>
                  <a:pt x="4277" y="28"/>
                </a:lnTo>
                <a:lnTo>
                  <a:pt x="4278" y="28"/>
                </a:lnTo>
                <a:lnTo>
                  <a:pt x="4279" y="28"/>
                </a:lnTo>
                <a:lnTo>
                  <a:pt x="4282" y="28"/>
                </a:lnTo>
                <a:lnTo>
                  <a:pt x="4283" y="28"/>
                </a:lnTo>
                <a:lnTo>
                  <a:pt x="4284" y="28"/>
                </a:lnTo>
                <a:lnTo>
                  <a:pt x="4285" y="27"/>
                </a:lnTo>
                <a:lnTo>
                  <a:pt x="4286" y="27"/>
                </a:lnTo>
                <a:lnTo>
                  <a:pt x="4287" y="27"/>
                </a:lnTo>
                <a:lnTo>
                  <a:pt x="4287" y="26"/>
                </a:lnTo>
                <a:lnTo>
                  <a:pt x="4288" y="26"/>
                </a:lnTo>
                <a:lnTo>
                  <a:pt x="4288" y="27"/>
                </a:lnTo>
                <a:lnTo>
                  <a:pt x="4289" y="27"/>
                </a:lnTo>
                <a:lnTo>
                  <a:pt x="4290" y="28"/>
                </a:lnTo>
                <a:lnTo>
                  <a:pt x="4290" y="29"/>
                </a:lnTo>
                <a:lnTo>
                  <a:pt x="4291" y="29"/>
                </a:lnTo>
                <a:lnTo>
                  <a:pt x="4292" y="29"/>
                </a:lnTo>
                <a:lnTo>
                  <a:pt x="4293" y="29"/>
                </a:lnTo>
                <a:lnTo>
                  <a:pt x="4294" y="29"/>
                </a:lnTo>
                <a:lnTo>
                  <a:pt x="4295" y="29"/>
                </a:lnTo>
                <a:lnTo>
                  <a:pt x="4296" y="29"/>
                </a:lnTo>
                <a:lnTo>
                  <a:pt x="4297" y="29"/>
                </a:lnTo>
                <a:lnTo>
                  <a:pt x="4299" y="29"/>
                </a:lnTo>
                <a:lnTo>
                  <a:pt x="4300" y="29"/>
                </a:lnTo>
                <a:lnTo>
                  <a:pt x="4301" y="29"/>
                </a:lnTo>
                <a:lnTo>
                  <a:pt x="4302" y="28"/>
                </a:lnTo>
                <a:lnTo>
                  <a:pt x="4303" y="28"/>
                </a:lnTo>
                <a:lnTo>
                  <a:pt x="4304" y="28"/>
                </a:lnTo>
                <a:lnTo>
                  <a:pt x="4305" y="28"/>
                </a:lnTo>
                <a:lnTo>
                  <a:pt x="4306" y="28"/>
                </a:lnTo>
                <a:lnTo>
                  <a:pt x="4306" y="27"/>
                </a:lnTo>
                <a:lnTo>
                  <a:pt x="4307" y="27"/>
                </a:lnTo>
                <a:lnTo>
                  <a:pt x="4307" y="26"/>
                </a:lnTo>
                <a:lnTo>
                  <a:pt x="4308" y="26"/>
                </a:lnTo>
                <a:lnTo>
                  <a:pt x="4308" y="25"/>
                </a:lnTo>
                <a:lnTo>
                  <a:pt x="4309" y="25"/>
                </a:lnTo>
                <a:lnTo>
                  <a:pt x="4310" y="25"/>
                </a:lnTo>
                <a:lnTo>
                  <a:pt x="4310" y="24"/>
                </a:lnTo>
                <a:lnTo>
                  <a:pt x="4312" y="24"/>
                </a:lnTo>
                <a:lnTo>
                  <a:pt x="4312" y="25"/>
                </a:lnTo>
                <a:lnTo>
                  <a:pt x="4313" y="25"/>
                </a:lnTo>
                <a:lnTo>
                  <a:pt x="4315" y="25"/>
                </a:lnTo>
                <a:lnTo>
                  <a:pt x="4316" y="25"/>
                </a:lnTo>
                <a:lnTo>
                  <a:pt x="4317" y="25"/>
                </a:lnTo>
                <a:lnTo>
                  <a:pt x="4318" y="25"/>
                </a:lnTo>
                <a:lnTo>
                  <a:pt x="4318" y="24"/>
                </a:lnTo>
                <a:lnTo>
                  <a:pt x="4318" y="25"/>
                </a:lnTo>
                <a:lnTo>
                  <a:pt x="4319" y="25"/>
                </a:lnTo>
                <a:lnTo>
                  <a:pt x="4320" y="25"/>
                </a:lnTo>
                <a:lnTo>
                  <a:pt x="4321" y="24"/>
                </a:lnTo>
                <a:lnTo>
                  <a:pt x="4322" y="24"/>
                </a:lnTo>
                <a:lnTo>
                  <a:pt x="4323" y="24"/>
                </a:lnTo>
                <a:lnTo>
                  <a:pt x="4323" y="23"/>
                </a:lnTo>
                <a:lnTo>
                  <a:pt x="4325" y="23"/>
                </a:lnTo>
                <a:lnTo>
                  <a:pt x="4326" y="23"/>
                </a:lnTo>
                <a:lnTo>
                  <a:pt x="4327" y="23"/>
                </a:lnTo>
                <a:lnTo>
                  <a:pt x="4328" y="23"/>
                </a:lnTo>
                <a:lnTo>
                  <a:pt x="4329" y="23"/>
                </a:lnTo>
                <a:lnTo>
                  <a:pt x="4330" y="23"/>
                </a:lnTo>
                <a:lnTo>
                  <a:pt x="4330" y="22"/>
                </a:lnTo>
                <a:lnTo>
                  <a:pt x="4331" y="22"/>
                </a:lnTo>
                <a:lnTo>
                  <a:pt x="4332" y="22"/>
                </a:lnTo>
                <a:lnTo>
                  <a:pt x="4333" y="22"/>
                </a:lnTo>
                <a:lnTo>
                  <a:pt x="4334" y="21"/>
                </a:lnTo>
                <a:lnTo>
                  <a:pt x="4335" y="21"/>
                </a:lnTo>
                <a:lnTo>
                  <a:pt x="4335" y="20"/>
                </a:lnTo>
                <a:lnTo>
                  <a:pt x="4336" y="20"/>
                </a:lnTo>
                <a:lnTo>
                  <a:pt x="4337" y="20"/>
                </a:lnTo>
                <a:lnTo>
                  <a:pt x="4338" y="20"/>
                </a:lnTo>
                <a:lnTo>
                  <a:pt x="4338" y="19"/>
                </a:lnTo>
                <a:lnTo>
                  <a:pt x="4339" y="19"/>
                </a:lnTo>
                <a:lnTo>
                  <a:pt x="4340" y="19"/>
                </a:lnTo>
                <a:lnTo>
                  <a:pt x="4340" y="18"/>
                </a:lnTo>
                <a:lnTo>
                  <a:pt x="4341" y="18"/>
                </a:lnTo>
                <a:lnTo>
                  <a:pt x="4342" y="18"/>
                </a:lnTo>
                <a:lnTo>
                  <a:pt x="4342" y="17"/>
                </a:lnTo>
                <a:lnTo>
                  <a:pt x="4342" y="18"/>
                </a:lnTo>
                <a:lnTo>
                  <a:pt x="4343" y="18"/>
                </a:lnTo>
                <a:lnTo>
                  <a:pt x="4344" y="18"/>
                </a:lnTo>
                <a:lnTo>
                  <a:pt x="4345" y="18"/>
                </a:lnTo>
                <a:lnTo>
                  <a:pt x="4346" y="18"/>
                </a:lnTo>
                <a:lnTo>
                  <a:pt x="4347" y="18"/>
                </a:lnTo>
                <a:lnTo>
                  <a:pt x="4348" y="18"/>
                </a:lnTo>
                <a:lnTo>
                  <a:pt x="4348" y="17"/>
                </a:lnTo>
                <a:lnTo>
                  <a:pt x="4349" y="17"/>
                </a:lnTo>
                <a:lnTo>
                  <a:pt x="4350" y="17"/>
                </a:lnTo>
                <a:lnTo>
                  <a:pt x="4351" y="17"/>
                </a:lnTo>
                <a:lnTo>
                  <a:pt x="4351" y="16"/>
                </a:lnTo>
                <a:lnTo>
                  <a:pt x="4352" y="16"/>
                </a:lnTo>
                <a:lnTo>
                  <a:pt x="4353" y="16"/>
                </a:lnTo>
                <a:lnTo>
                  <a:pt x="4353" y="15"/>
                </a:lnTo>
                <a:lnTo>
                  <a:pt x="4354" y="15"/>
                </a:lnTo>
                <a:lnTo>
                  <a:pt x="4355" y="15"/>
                </a:lnTo>
                <a:lnTo>
                  <a:pt x="4356" y="15"/>
                </a:lnTo>
                <a:lnTo>
                  <a:pt x="4357" y="15"/>
                </a:lnTo>
                <a:lnTo>
                  <a:pt x="4357" y="14"/>
                </a:lnTo>
                <a:lnTo>
                  <a:pt x="4358" y="14"/>
                </a:lnTo>
                <a:lnTo>
                  <a:pt x="4359" y="14"/>
                </a:lnTo>
                <a:lnTo>
                  <a:pt x="4361" y="14"/>
                </a:lnTo>
                <a:lnTo>
                  <a:pt x="4362" y="14"/>
                </a:lnTo>
                <a:lnTo>
                  <a:pt x="4363" y="14"/>
                </a:lnTo>
                <a:lnTo>
                  <a:pt x="4364" y="14"/>
                </a:lnTo>
                <a:lnTo>
                  <a:pt x="4366" y="14"/>
                </a:lnTo>
                <a:lnTo>
                  <a:pt x="4367" y="14"/>
                </a:lnTo>
                <a:lnTo>
                  <a:pt x="4368" y="14"/>
                </a:lnTo>
                <a:lnTo>
                  <a:pt x="4369" y="14"/>
                </a:lnTo>
                <a:lnTo>
                  <a:pt x="4371" y="14"/>
                </a:lnTo>
                <a:lnTo>
                  <a:pt x="4372" y="14"/>
                </a:lnTo>
                <a:lnTo>
                  <a:pt x="4373" y="14"/>
                </a:lnTo>
                <a:lnTo>
                  <a:pt x="4374" y="14"/>
                </a:lnTo>
                <a:lnTo>
                  <a:pt x="4375" y="15"/>
                </a:lnTo>
                <a:lnTo>
                  <a:pt x="4378" y="15"/>
                </a:lnTo>
                <a:lnTo>
                  <a:pt x="4378" y="14"/>
                </a:lnTo>
                <a:lnTo>
                  <a:pt x="4379" y="14"/>
                </a:lnTo>
                <a:lnTo>
                  <a:pt x="4380" y="14"/>
                </a:lnTo>
                <a:lnTo>
                  <a:pt x="4380" y="13"/>
                </a:lnTo>
                <a:lnTo>
                  <a:pt x="4381" y="13"/>
                </a:lnTo>
                <a:lnTo>
                  <a:pt x="4381" y="12"/>
                </a:lnTo>
                <a:lnTo>
                  <a:pt x="4382" y="12"/>
                </a:lnTo>
                <a:lnTo>
                  <a:pt x="4382" y="11"/>
                </a:lnTo>
                <a:lnTo>
                  <a:pt x="4383" y="11"/>
                </a:lnTo>
                <a:lnTo>
                  <a:pt x="4383" y="10"/>
                </a:lnTo>
                <a:lnTo>
                  <a:pt x="4384" y="10"/>
                </a:lnTo>
                <a:lnTo>
                  <a:pt x="4385" y="10"/>
                </a:lnTo>
                <a:lnTo>
                  <a:pt x="4385" y="9"/>
                </a:lnTo>
                <a:lnTo>
                  <a:pt x="4386" y="10"/>
                </a:lnTo>
                <a:lnTo>
                  <a:pt x="4387" y="10"/>
                </a:lnTo>
                <a:lnTo>
                  <a:pt x="4388" y="10"/>
                </a:lnTo>
                <a:lnTo>
                  <a:pt x="4389" y="10"/>
                </a:lnTo>
                <a:lnTo>
                  <a:pt x="4391" y="10"/>
                </a:lnTo>
                <a:lnTo>
                  <a:pt x="4392" y="10"/>
                </a:lnTo>
                <a:lnTo>
                  <a:pt x="4393" y="10"/>
                </a:lnTo>
                <a:lnTo>
                  <a:pt x="4394" y="10"/>
                </a:lnTo>
                <a:lnTo>
                  <a:pt x="4394" y="9"/>
                </a:lnTo>
                <a:lnTo>
                  <a:pt x="4395" y="9"/>
                </a:lnTo>
                <a:lnTo>
                  <a:pt x="4396" y="9"/>
                </a:lnTo>
                <a:lnTo>
                  <a:pt x="4396" y="8"/>
                </a:lnTo>
                <a:lnTo>
                  <a:pt x="4397" y="8"/>
                </a:lnTo>
                <a:lnTo>
                  <a:pt x="4398" y="7"/>
                </a:lnTo>
                <a:lnTo>
                  <a:pt x="4399" y="6"/>
                </a:lnTo>
                <a:lnTo>
                  <a:pt x="4400" y="6"/>
                </a:lnTo>
                <a:lnTo>
                  <a:pt x="4401" y="6"/>
                </a:lnTo>
                <a:lnTo>
                  <a:pt x="4402" y="6"/>
                </a:lnTo>
                <a:lnTo>
                  <a:pt x="4402" y="8"/>
                </a:lnTo>
                <a:lnTo>
                  <a:pt x="4403" y="8"/>
                </a:lnTo>
                <a:lnTo>
                  <a:pt x="4403" y="9"/>
                </a:lnTo>
                <a:lnTo>
                  <a:pt x="4403" y="10"/>
                </a:lnTo>
                <a:lnTo>
                  <a:pt x="4404" y="10"/>
                </a:lnTo>
                <a:lnTo>
                  <a:pt x="4405" y="10"/>
                </a:lnTo>
                <a:lnTo>
                  <a:pt x="4405" y="11"/>
                </a:lnTo>
                <a:lnTo>
                  <a:pt x="4406" y="11"/>
                </a:lnTo>
                <a:lnTo>
                  <a:pt x="4407" y="11"/>
                </a:lnTo>
                <a:lnTo>
                  <a:pt x="4407" y="12"/>
                </a:lnTo>
                <a:lnTo>
                  <a:pt x="4408" y="12"/>
                </a:lnTo>
                <a:lnTo>
                  <a:pt x="4409" y="12"/>
                </a:lnTo>
                <a:lnTo>
                  <a:pt x="4410" y="12"/>
                </a:lnTo>
                <a:lnTo>
                  <a:pt x="4411" y="12"/>
                </a:lnTo>
                <a:lnTo>
                  <a:pt x="4412" y="12"/>
                </a:lnTo>
                <a:lnTo>
                  <a:pt x="4413" y="11"/>
                </a:lnTo>
                <a:lnTo>
                  <a:pt x="4414" y="11"/>
                </a:lnTo>
                <a:lnTo>
                  <a:pt x="4415" y="11"/>
                </a:lnTo>
                <a:lnTo>
                  <a:pt x="4416" y="11"/>
                </a:lnTo>
                <a:lnTo>
                  <a:pt x="4417" y="11"/>
                </a:lnTo>
                <a:lnTo>
                  <a:pt x="4418" y="11"/>
                </a:lnTo>
                <a:lnTo>
                  <a:pt x="4419" y="11"/>
                </a:lnTo>
                <a:lnTo>
                  <a:pt x="4420" y="11"/>
                </a:lnTo>
                <a:lnTo>
                  <a:pt x="4421" y="11"/>
                </a:lnTo>
                <a:lnTo>
                  <a:pt x="4422" y="10"/>
                </a:lnTo>
                <a:lnTo>
                  <a:pt x="4423" y="10"/>
                </a:lnTo>
                <a:lnTo>
                  <a:pt x="4426" y="10"/>
                </a:lnTo>
                <a:lnTo>
                  <a:pt x="4427" y="10"/>
                </a:lnTo>
                <a:lnTo>
                  <a:pt x="4427" y="11"/>
                </a:lnTo>
                <a:lnTo>
                  <a:pt x="4429" y="11"/>
                </a:lnTo>
                <a:lnTo>
                  <a:pt x="4432" y="11"/>
                </a:lnTo>
                <a:lnTo>
                  <a:pt x="4434" y="11"/>
                </a:lnTo>
                <a:lnTo>
                  <a:pt x="4436" y="10"/>
                </a:lnTo>
                <a:lnTo>
                  <a:pt x="4437" y="10"/>
                </a:lnTo>
                <a:lnTo>
                  <a:pt x="4438" y="10"/>
                </a:lnTo>
                <a:lnTo>
                  <a:pt x="4439" y="10"/>
                </a:lnTo>
                <a:lnTo>
                  <a:pt x="4439" y="11"/>
                </a:lnTo>
                <a:lnTo>
                  <a:pt x="4441" y="11"/>
                </a:lnTo>
                <a:lnTo>
                  <a:pt x="4442" y="11"/>
                </a:lnTo>
                <a:lnTo>
                  <a:pt x="4443" y="11"/>
                </a:lnTo>
                <a:lnTo>
                  <a:pt x="4445" y="11"/>
                </a:lnTo>
                <a:lnTo>
                  <a:pt x="4447" y="11"/>
                </a:lnTo>
                <a:lnTo>
                  <a:pt x="4448" y="11"/>
                </a:lnTo>
                <a:lnTo>
                  <a:pt x="4450" y="10"/>
                </a:lnTo>
                <a:lnTo>
                  <a:pt x="4451" y="10"/>
                </a:lnTo>
                <a:lnTo>
                  <a:pt x="4452" y="10"/>
                </a:lnTo>
                <a:lnTo>
                  <a:pt x="4453" y="9"/>
                </a:lnTo>
                <a:lnTo>
                  <a:pt x="4455" y="8"/>
                </a:lnTo>
                <a:lnTo>
                  <a:pt x="4458" y="8"/>
                </a:lnTo>
                <a:lnTo>
                  <a:pt x="4459" y="8"/>
                </a:lnTo>
                <a:lnTo>
                  <a:pt x="4459" y="7"/>
                </a:lnTo>
                <a:lnTo>
                  <a:pt x="4460" y="7"/>
                </a:lnTo>
                <a:lnTo>
                  <a:pt x="4461" y="7"/>
                </a:lnTo>
                <a:lnTo>
                  <a:pt x="4462" y="7"/>
                </a:lnTo>
                <a:lnTo>
                  <a:pt x="4463" y="6"/>
                </a:lnTo>
                <a:lnTo>
                  <a:pt x="4464" y="6"/>
                </a:lnTo>
                <a:lnTo>
                  <a:pt x="4465" y="6"/>
                </a:lnTo>
                <a:lnTo>
                  <a:pt x="4468" y="6"/>
                </a:lnTo>
                <a:lnTo>
                  <a:pt x="4469" y="6"/>
                </a:lnTo>
                <a:lnTo>
                  <a:pt x="4470" y="6"/>
                </a:lnTo>
                <a:lnTo>
                  <a:pt x="4471" y="6"/>
                </a:lnTo>
                <a:lnTo>
                  <a:pt x="4471" y="7"/>
                </a:lnTo>
                <a:lnTo>
                  <a:pt x="4473" y="7"/>
                </a:lnTo>
                <a:lnTo>
                  <a:pt x="4474" y="6"/>
                </a:lnTo>
                <a:lnTo>
                  <a:pt x="4475" y="6"/>
                </a:lnTo>
                <a:lnTo>
                  <a:pt x="4476" y="5"/>
                </a:lnTo>
                <a:lnTo>
                  <a:pt x="4477" y="5"/>
                </a:lnTo>
                <a:lnTo>
                  <a:pt x="4477" y="4"/>
                </a:lnTo>
                <a:lnTo>
                  <a:pt x="4478" y="4"/>
                </a:lnTo>
                <a:lnTo>
                  <a:pt x="4478" y="3"/>
                </a:lnTo>
                <a:lnTo>
                  <a:pt x="4479" y="3"/>
                </a:lnTo>
                <a:lnTo>
                  <a:pt x="4479" y="2"/>
                </a:lnTo>
                <a:lnTo>
                  <a:pt x="4480" y="2"/>
                </a:lnTo>
                <a:lnTo>
                  <a:pt x="4481" y="1"/>
                </a:lnTo>
                <a:lnTo>
                  <a:pt x="4482" y="1"/>
                </a:lnTo>
                <a:lnTo>
                  <a:pt x="4483" y="0"/>
                </a:lnTo>
                <a:lnTo>
                  <a:pt x="4484" y="0"/>
                </a:lnTo>
                <a:lnTo>
                  <a:pt x="4486" y="0"/>
                </a:lnTo>
                <a:lnTo>
                  <a:pt x="4487" y="1"/>
                </a:lnTo>
                <a:lnTo>
                  <a:pt x="4488" y="1"/>
                </a:lnTo>
                <a:lnTo>
                  <a:pt x="4490" y="2"/>
                </a:lnTo>
                <a:lnTo>
                  <a:pt x="4492" y="2"/>
                </a:lnTo>
                <a:lnTo>
                  <a:pt x="4495" y="3"/>
                </a:lnTo>
                <a:lnTo>
                  <a:pt x="4496" y="3"/>
                </a:lnTo>
                <a:lnTo>
                  <a:pt x="4497" y="3"/>
                </a:lnTo>
                <a:lnTo>
                  <a:pt x="4498" y="3"/>
                </a:lnTo>
                <a:lnTo>
                  <a:pt x="4499" y="3"/>
                </a:lnTo>
                <a:lnTo>
                  <a:pt x="4500" y="3"/>
                </a:lnTo>
                <a:lnTo>
                  <a:pt x="4501" y="3"/>
                </a:lnTo>
                <a:lnTo>
                  <a:pt x="4501" y="4"/>
                </a:lnTo>
                <a:lnTo>
                  <a:pt x="4501" y="5"/>
                </a:lnTo>
                <a:lnTo>
                  <a:pt x="4502" y="5"/>
                </a:lnTo>
                <a:lnTo>
                  <a:pt x="4502" y="6"/>
                </a:lnTo>
                <a:lnTo>
                  <a:pt x="4503" y="7"/>
                </a:lnTo>
                <a:lnTo>
                  <a:pt x="4504" y="7"/>
                </a:lnTo>
                <a:lnTo>
                  <a:pt x="4505" y="7"/>
                </a:lnTo>
                <a:lnTo>
                  <a:pt x="4505" y="6"/>
                </a:lnTo>
                <a:lnTo>
                  <a:pt x="4505" y="5"/>
                </a:lnTo>
                <a:lnTo>
                  <a:pt x="4504" y="5"/>
                </a:lnTo>
                <a:lnTo>
                  <a:pt x="4504" y="4"/>
                </a:lnTo>
                <a:lnTo>
                  <a:pt x="4503" y="4"/>
                </a:lnTo>
                <a:lnTo>
                  <a:pt x="4503" y="3"/>
                </a:lnTo>
                <a:lnTo>
                  <a:pt x="4504" y="3"/>
                </a:lnTo>
                <a:lnTo>
                  <a:pt x="4504" y="2"/>
                </a:lnTo>
                <a:lnTo>
                  <a:pt x="4504" y="1"/>
                </a:lnTo>
                <a:lnTo>
                  <a:pt x="4505" y="1"/>
                </a:lnTo>
                <a:lnTo>
                  <a:pt x="4506" y="1"/>
                </a:lnTo>
                <a:lnTo>
                  <a:pt x="4507" y="1"/>
                </a:lnTo>
                <a:lnTo>
                  <a:pt x="4508" y="1"/>
                </a:lnTo>
                <a:lnTo>
                  <a:pt x="4509" y="1"/>
                </a:lnTo>
                <a:lnTo>
                  <a:pt x="4509" y="2"/>
                </a:lnTo>
                <a:lnTo>
                  <a:pt x="4510" y="2"/>
                </a:lnTo>
                <a:lnTo>
                  <a:pt x="4510" y="3"/>
                </a:lnTo>
                <a:lnTo>
                  <a:pt x="4510" y="4"/>
                </a:lnTo>
                <a:lnTo>
                  <a:pt x="4509" y="4"/>
                </a:lnTo>
                <a:lnTo>
                  <a:pt x="4508" y="4"/>
                </a:lnTo>
                <a:lnTo>
                  <a:pt x="4508" y="5"/>
                </a:lnTo>
                <a:lnTo>
                  <a:pt x="4507" y="5"/>
                </a:lnTo>
                <a:lnTo>
                  <a:pt x="4507" y="6"/>
                </a:lnTo>
                <a:lnTo>
                  <a:pt x="4507" y="7"/>
                </a:lnTo>
                <a:lnTo>
                  <a:pt x="4508" y="7"/>
                </a:lnTo>
                <a:lnTo>
                  <a:pt x="4509" y="7"/>
                </a:lnTo>
                <a:lnTo>
                  <a:pt x="4510" y="7"/>
                </a:lnTo>
                <a:lnTo>
                  <a:pt x="4510" y="6"/>
                </a:lnTo>
                <a:lnTo>
                  <a:pt x="4511" y="6"/>
                </a:lnTo>
                <a:lnTo>
                  <a:pt x="4511" y="5"/>
                </a:lnTo>
                <a:lnTo>
                  <a:pt x="4512" y="5"/>
                </a:lnTo>
                <a:lnTo>
                  <a:pt x="4512" y="4"/>
                </a:lnTo>
                <a:lnTo>
                  <a:pt x="4512" y="2"/>
                </a:lnTo>
                <a:lnTo>
                  <a:pt x="4513" y="2"/>
                </a:lnTo>
                <a:lnTo>
                  <a:pt x="4513" y="1"/>
                </a:lnTo>
                <a:lnTo>
                  <a:pt x="4514" y="1"/>
                </a:lnTo>
                <a:lnTo>
                  <a:pt x="451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26" name=""/>
          <p:cNvSpPr/>
          <p:nvPr/>
        </p:nvSpPr>
        <p:spPr>
          <a:xfrm>
            <a:off x="4708800" y="3995280"/>
            <a:ext cx="5040" cy="2160"/>
          </a:xfrm>
          <a:custGeom>
            <a:avLst/>
            <a:gdLst/>
            <a:ahLst/>
            <a:rect l="0" t="0" r="r" b="b"/>
            <a:pathLst>
              <a:path fill="none" w="14" h="6">
                <a:moveTo>
                  <a:pt x="0" y="6"/>
                </a:moveTo>
                <a:lnTo>
                  <a:pt x="2" y="6"/>
                </a:lnTo>
                <a:lnTo>
                  <a:pt x="4" y="4"/>
                </a:lnTo>
                <a:lnTo>
                  <a:pt x="9" y="3"/>
                </a:lnTo>
                <a:lnTo>
                  <a:pt x="1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27" name=""/>
          <p:cNvSpPr/>
          <p:nvPr/>
        </p:nvSpPr>
        <p:spPr>
          <a:xfrm>
            <a:off x="4699440" y="3997800"/>
            <a:ext cx="5040" cy="720"/>
          </a:xfrm>
          <a:custGeom>
            <a:avLst/>
            <a:gdLst/>
            <a:ahLst/>
            <a:rect l="0" t="0" r="r" b="b"/>
            <a:pathLst>
              <a:path fill="none" w="14" h="2">
                <a:moveTo>
                  <a:pt x="0" y="2"/>
                </a:moveTo>
                <a:lnTo>
                  <a:pt x="2" y="2"/>
                </a:lnTo>
                <a:lnTo>
                  <a:pt x="5" y="2"/>
                </a:lnTo>
                <a:lnTo>
                  <a:pt x="7" y="2"/>
                </a:lnTo>
                <a:lnTo>
                  <a:pt x="10" y="0"/>
                </a:lnTo>
                <a:lnTo>
                  <a:pt x="12" y="0"/>
                </a:lnTo>
                <a:lnTo>
                  <a:pt x="1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28" name=""/>
          <p:cNvSpPr/>
          <p:nvPr/>
        </p:nvSpPr>
        <p:spPr>
          <a:xfrm>
            <a:off x="4688280" y="3999240"/>
            <a:ext cx="4320" cy="2160"/>
          </a:xfrm>
          <a:custGeom>
            <a:avLst/>
            <a:gdLst/>
            <a:ahLst/>
            <a:rect l="0" t="0" r="r" b="b"/>
            <a:pathLst>
              <a:path fill="none" w="12" h="6">
                <a:moveTo>
                  <a:pt x="0" y="6"/>
                </a:moveTo>
                <a:lnTo>
                  <a:pt x="1" y="5"/>
                </a:lnTo>
                <a:lnTo>
                  <a:pt x="4" y="2"/>
                </a:lnTo>
                <a:lnTo>
                  <a:pt x="5" y="2"/>
                </a:lnTo>
                <a:lnTo>
                  <a:pt x="8" y="1"/>
                </a:lnTo>
                <a:lnTo>
                  <a:pt x="9" y="1"/>
                </a:lnTo>
                <a:lnTo>
                  <a:pt x="11" y="0"/>
                </a:lnTo>
                <a:lnTo>
                  <a:pt x="1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29" name=""/>
          <p:cNvSpPr/>
          <p:nvPr/>
        </p:nvSpPr>
        <p:spPr>
          <a:xfrm>
            <a:off x="4681080" y="4002480"/>
            <a:ext cx="4320" cy="2160"/>
          </a:xfrm>
          <a:custGeom>
            <a:avLst/>
            <a:gdLst/>
            <a:ahLst/>
            <a:rect l="0" t="0" r="r" b="b"/>
            <a:pathLst>
              <a:path fill="none" w="12" h="6">
                <a:moveTo>
                  <a:pt x="0" y="6"/>
                </a:moveTo>
                <a:lnTo>
                  <a:pt x="1" y="6"/>
                </a:lnTo>
                <a:lnTo>
                  <a:pt x="3" y="6"/>
                </a:lnTo>
                <a:lnTo>
                  <a:pt x="6" y="5"/>
                </a:lnTo>
                <a:lnTo>
                  <a:pt x="8" y="3"/>
                </a:lnTo>
                <a:lnTo>
                  <a:pt x="10" y="2"/>
                </a:lnTo>
                <a:lnTo>
                  <a:pt x="11" y="1"/>
                </a:lnTo>
                <a:lnTo>
                  <a:pt x="1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30" name=""/>
          <p:cNvSpPr/>
          <p:nvPr/>
        </p:nvSpPr>
        <p:spPr>
          <a:xfrm>
            <a:off x="4673880" y="4004640"/>
            <a:ext cx="3240" cy="1440"/>
          </a:xfrm>
          <a:custGeom>
            <a:avLst/>
            <a:gdLst/>
            <a:ahLst/>
            <a:rect l="0" t="0" r="r" b="b"/>
            <a:pathLst>
              <a:path fill="none" w="9" h="4">
                <a:moveTo>
                  <a:pt x="0" y="4"/>
                </a:moveTo>
                <a:lnTo>
                  <a:pt x="2" y="4"/>
                </a:ln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  <a:lnTo>
                  <a:pt x="7" y="2"/>
                </a:lnTo>
                <a:lnTo>
                  <a:pt x="8" y="0"/>
                </a:lnTo>
                <a:lnTo>
                  <a:pt x="9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31" name=""/>
          <p:cNvSpPr/>
          <p:nvPr/>
        </p:nvSpPr>
        <p:spPr>
          <a:xfrm flipV="1">
            <a:off x="4704480" y="4230360"/>
            <a:ext cx="9360" cy="4104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32" name=""/>
          <p:cNvSpPr/>
          <p:nvPr/>
        </p:nvSpPr>
        <p:spPr>
          <a:xfrm flipV="1">
            <a:off x="4661280" y="4336200"/>
            <a:ext cx="24120" cy="327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33" name=""/>
          <p:cNvSpPr/>
          <p:nvPr/>
        </p:nvSpPr>
        <p:spPr>
          <a:xfrm>
            <a:off x="4518000" y="4370040"/>
            <a:ext cx="3600" cy="1440"/>
          </a:xfrm>
          <a:custGeom>
            <a:avLst/>
            <a:gdLst/>
            <a:ahLst/>
            <a:rect l="0" t="0" r="r" b="b"/>
            <a:pathLst>
              <a:path fill="none" w="10" h="4">
                <a:moveTo>
                  <a:pt x="0" y="4"/>
                </a:moveTo>
                <a:lnTo>
                  <a:pt x="1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5" y="2"/>
                </a:lnTo>
                <a:lnTo>
                  <a:pt x="7" y="2"/>
                </a:lnTo>
                <a:lnTo>
                  <a:pt x="1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34" name=""/>
          <p:cNvSpPr/>
          <p:nvPr/>
        </p:nvSpPr>
        <p:spPr>
          <a:xfrm>
            <a:off x="4516200" y="43718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4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35" name=""/>
          <p:cNvSpPr/>
          <p:nvPr/>
        </p:nvSpPr>
        <p:spPr>
          <a:xfrm>
            <a:off x="4518360" y="437220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36" name=""/>
          <p:cNvSpPr/>
          <p:nvPr/>
        </p:nvSpPr>
        <p:spPr>
          <a:xfrm>
            <a:off x="4519080" y="4372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37" name=""/>
          <p:cNvSpPr/>
          <p:nvPr/>
        </p:nvSpPr>
        <p:spPr>
          <a:xfrm>
            <a:off x="4518000" y="4372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38" name=""/>
          <p:cNvSpPr/>
          <p:nvPr/>
        </p:nvSpPr>
        <p:spPr>
          <a:xfrm>
            <a:off x="4516200" y="43725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39" name=""/>
          <p:cNvSpPr/>
          <p:nvPr/>
        </p:nvSpPr>
        <p:spPr>
          <a:xfrm>
            <a:off x="4519080" y="4372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0" name=""/>
          <p:cNvSpPr/>
          <p:nvPr/>
        </p:nvSpPr>
        <p:spPr>
          <a:xfrm>
            <a:off x="4516560" y="43725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1" name=""/>
          <p:cNvSpPr/>
          <p:nvPr/>
        </p:nvSpPr>
        <p:spPr>
          <a:xfrm>
            <a:off x="4515840" y="437292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2" name=""/>
          <p:cNvSpPr/>
          <p:nvPr/>
        </p:nvSpPr>
        <p:spPr>
          <a:xfrm>
            <a:off x="4517280" y="4370760"/>
            <a:ext cx="6120" cy="7200"/>
          </a:xfrm>
          <a:custGeom>
            <a:avLst/>
            <a:gdLst/>
            <a:ahLst/>
            <a:rect l="0" t="0" r="r" b="b"/>
            <a:pathLst>
              <a:path fill="none" w="17" h="20">
                <a:moveTo>
                  <a:pt x="2" y="19"/>
                </a:moveTo>
                <a:lnTo>
                  <a:pt x="3" y="19"/>
                </a:lnTo>
                <a:lnTo>
                  <a:pt x="4" y="19"/>
                </a:lnTo>
                <a:lnTo>
                  <a:pt x="5" y="20"/>
                </a:lnTo>
                <a:lnTo>
                  <a:pt x="7" y="19"/>
                </a:lnTo>
                <a:lnTo>
                  <a:pt x="8" y="19"/>
                </a:lnTo>
                <a:lnTo>
                  <a:pt x="9" y="19"/>
                </a:lnTo>
                <a:lnTo>
                  <a:pt x="9" y="17"/>
                </a:lnTo>
                <a:lnTo>
                  <a:pt x="10" y="17"/>
                </a:lnTo>
                <a:lnTo>
                  <a:pt x="11" y="17"/>
                </a:lnTo>
                <a:lnTo>
                  <a:pt x="12" y="16"/>
                </a:lnTo>
                <a:lnTo>
                  <a:pt x="13" y="15"/>
                </a:lnTo>
                <a:lnTo>
                  <a:pt x="13" y="14"/>
                </a:lnTo>
                <a:lnTo>
                  <a:pt x="14" y="13"/>
                </a:lnTo>
                <a:lnTo>
                  <a:pt x="16" y="13"/>
                </a:lnTo>
                <a:lnTo>
                  <a:pt x="16" y="11"/>
                </a:lnTo>
                <a:lnTo>
                  <a:pt x="17" y="11"/>
                </a:lnTo>
                <a:lnTo>
                  <a:pt x="17" y="10"/>
                </a:lnTo>
                <a:lnTo>
                  <a:pt x="17" y="9"/>
                </a:lnTo>
                <a:lnTo>
                  <a:pt x="17" y="5"/>
                </a:lnTo>
                <a:lnTo>
                  <a:pt x="17" y="4"/>
                </a:lnTo>
                <a:lnTo>
                  <a:pt x="17" y="3"/>
                </a:lnTo>
                <a:lnTo>
                  <a:pt x="16" y="2"/>
                </a:lnTo>
                <a:lnTo>
                  <a:pt x="16" y="1"/>
                </a:lnTo>
                <a:lnTo>
                  <a:pt x="14" y="0"/>
                </a:lnTo>
                <a:lnTo>
                  <a:pt x="13" y="0"/>
                </a:lnTo>
                <a:lnTo>
                  <a:pt x="13" y="1"/>
                </a:lnTo>
                <a:lnTo>
                  <a:pt x="14" y="2"/>
                </a:lnTo>
                <a:lnTo>
                  <a:pt x="14" y="3"/>
                </a:lnTo>
                <a:lnTo>
                  <a:pt x="14" y="4"/>
                </a:lnTo>
                <a:lnTo>
                  <a:pt x="14" y="5"/>
                </a:lnTo>
                <a:lnTo>
                  <a:pt x="16" y="6"/>
                </a:lnTo>
                <a:lnTo>
                  <a:pt x="16" y="9"/>
                </a:lnTo>
                <a:lnTo>
                  <a:pt x="14" y="9"/>
                </a:lnTo>
                <a:lnTo>
                  <a:pt x="14" y="10"/>
                </a:lnTo>
                <a:lnTo>
                  <a:pt x="14" y="11"/>
                </a:lnTo>
                <a:lnTo>
                  <a:pt x="13" y="11"/>
                </a:lnTo>
                <a:lnTo>
                  <a:pt x="13" y="12"/>
                </a:lnTo>
                <a:lnTo>
                  <a:pt x="12" y="13"/>
                </a:lnTo>
                <a:lnTo>
                  <a:pt x="11" y="14"/>
                </a:lnTo>
                <a:lnTo>
                  <a:pt x="11" y="15"/>
                </a:lnTo>
                <a:lnTo>
                  <a:pt x="10" y="15"/>
                </a:lnTo>
                <a:lnTo>
                  <a:pt x="9" y="16"/>
                </a:lnTo>
                <a:lnTo>
                  <a:pt x="8" y="16"/>
                </a:lnTo>
                <a:lnTo>
                  <a:pt x="7" y="16"/>
                </a:lnTo>
                <a:lnTo>
                  <a:pt x="6" y="17"/>
                </a:lnTo>
                <a:lnTo>
                  <a:pt x="5" y="17"/>
                </a:lnTo>
                <a:lnTo>
                  <a:pt x="4" y="17"/>
                </a:lnTo>
                <a:lnTo>
                  <a:pt x="3" y="17"/>
                </a:lnTo>
                <a:lnTo>
                  <a:pt x="1" y="15"/>
                </a:lnTo>
                <a:lnTo>
                  <a:pt x="0" y="16"/>
                </a:lnTo>
                <a:lnTo>
                  <a:pt x="0" y="17"/>
                </a:lnTo>
                <a:lnTo>
                  <a:pt x="1" y="17"/>
                </a:lnTo>
                <a:lnTo>
                  <a:pt x="1" y="19"/>
                </a:lnTo>
                <a:lnTo>
                  <a:pt x="2" y="1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2160" rIns="5040" bIns="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3" name=""/>
          <p:cNvSpPr/>
          <p:nvPr/>
        </p:nvSpPr>
        <p:spPr>
          <a:xfrm>
            <a:off x="4605840" y="4434840"/>
            <a:ext cx="18360" cy="37440"/>
          </a:xfrm>
          <a:custGeom>
            <a:avLst/>
            <a:gdLst/>
            <a:ahLst/>
            <a:rect l="0" t="0" r="r" b="b"/>
            <a:pathLst>
              <a:path fill="none" w="51" h="104">
                <a:moveTo>
                  <a:pt x="0" y="104"/>
                </a:moveTo>
                <a:lnTo>
                  <a:pt x="2" y="101"/>
                </a:lnTo>
                <a:lnTo>
                  <a:pt x="3" y="98"/>
                </a:lnTo>
                <a:lnTo>
                  <a:pt x="4" y="95"/>
                </a:lnTo>
                <a:lnTo>
                  <a:pt x="6" y="90"/>
                </a:lnTo>
                <a:lnTo>
                  <a:pt x="7" y="86"/>
                </a:lnTo>
                <a:lnTo>
                  <a:pt x="9" y="82"/>
                </a:lnTo>
                <a:lnTo>
                  <a:pt x="11" y="78"/>
                </a:lnTo>
                <a:lnTo>
                  <a:pt x="13" y="74"/>
                </a:lnTo>
                <a:lnTo>
                  <a:pt x="15" y="70"/>
                </a:lnTo>
                <a:lnTo>
                  <a:pt x="17" y="67"/>
                </a:lnTo>
                <a:lnTo>
                  <a:pt x="18" y="63"/>
                </a:lnTo>
                <a:lnTo>
                  <a:pt x="22" y="58"/>
                </a:lnTo>
                <a:lnTo>
                  <a:pt x="24" y="54"/>
                </a:lnTo>
                <a:lnTo>
                  <a:pt x="26" y="50"/>
                </a:lnTo>
                <a:lnTo>
                  <a:pt x="27" y="48"/>
                </a:lnTo>
                <a:lnTo>
                  <a:pt x="28" y="44"/>
                </a:lnTo>
                <a:lnTo>
                  <a:pt x="30" y="42"/>
                </a:lnTo>
                <a:lnTo>
                  <a:pt x="33" y="36"/>
                </a:lnTo>
                <a:lnTo>
                  <a:pt x="35" y="31"/>
                </a:lnTo>
                <a:lnTo>
                  <a:pt x="37" y="26"/>
                </a:lnTo>
                <a:lnTo>
                  <a:pt x="39" y="22"/>
                </a:lnTo>
                <a:lnTo>
                  <a:pt x="42" y="18"/>
                </a:lnTo>
                <a:lnTo>
                  <a:pt x="44" y="13"/>
                </a:lnTo>
                <a:lnTo>
                  <a:pt x="46" y="8"/>
                </a:lnTo>
                <a:lnTo>
                  <a:pt x="49" y="4"/>
                </a:lnTo>
                <a:lnTo>
                  <a:pt x="5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4" name=""/>
          <p:cNvSpPr/>
          <p:nvPr/>
        </p:nvSpPr>
        <p:spPr>
          <a:xfrm>
            <a:off x="4452480" y="453708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0" y="4"/>
                </a:moveTo>
                <a:lnTo>
                  <a:pt x="2" y="2"/>
                </a:lnTo>
                <a:lnTo>
                  <a:pt x="3" y="2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5" name=""/>
          <p:cNvSpPr/>
          <p:nvPr/>
        </p:nvSpPr>
        <p:spPr>
          <a:xfrm>
            <a:off x="4450320" y="453816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0" y="2"/>
                </a:move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6" name=""/>
          <p:cNvSpPr/>
          <p:nvPr/>
        </p:nvSpPr>
        <p:spPr>
          <a:xfrm>
            <a:off x="4452840" y="4538160"/>
            <a:ext cx="2520" cy="1080"/>
          </a:xfrm>
          <a:custGeom>
            <a:avLst/>
            <a:gdLst/>
            <a:ahLst/>
            <a:rect l="0" t="0" r="r" b="b"/>
            <a:pathLst>
              <a:path fill="none" w="7" h="3">
                <a:moveTo>
                  <a:pt x="7" y="0"/>
                </a:moveTo>
                <a:lnTo>
                  <a:pt x="6" y="2"/>
                </a:lnTo>
                <a:lnTo>
                  <a:pt x="5" y="3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7" name=""/>
          <p:cNvSpPr/>
          <p:nvPr/>
        </p:nvSpPr>
        <p:spPr>
          <a:xfrm>
            <a:off x="4450680" y="45388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8" name=""/>
          <p:cNvSpPr/>
          <p:nvPr/>
        </p:nvSpPr>
        <p:spPr>
          <a:xfrm>
            <a:off x="4448160" y="45385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4"/>
                </a:moveTo>
                <a:lnTo>
                  <a:pt x="1" y="4"/>
                </a:lnTo>
                <a:lnTo>
                  <a:pt x="1" y="3"/>
                </a:lnTo>
                <a:lnTo>
                  <a:pt x="3" y="3"/>
                </a:lnTo>
                <a:lnTo>
                  <a:pt x="4" y="2"/>
                </a:lnTo>
                <a:lnTo>
                  <a:pt x="5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9" name=""/>
          <p:cNvSpPr/>
          <p:nvPr/>
        </p:nvSpPr>
        <p:spPr>
          <a:xfrm>
            <a:off x="4448160" y="45392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5" y="1"/>
                </a:lnTo>
                <a:lnTo>
                  <a:pt x="4" y="1"/>
                </a:lnTo>
                <a:lnTo>
                  <a:pt x="3" y="3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50" name=""/>
          <p:cNvSpPr/>
          <p:nvPr/>
        </p:nvSpPr>
        <p:spPr>
          <a:xfrm>
            <a:off x="4439520" y="4541400"/>
            <a:ext cx="6480" cy="1800"/>
          </a:xfrm>
          <a:custGeom>
            <a:avLst/>
            <a:gdLst/>
            <a:ahLst/>
            <a:rect l="0" t="0" r="r" b="b"/>
            <a:pathLst>
              <a:path fill="none" w="18" h="5">
                <a:moveTo>
                  <a:pt x="0" y="5"/>
                </a:moveTo>
                <a:lnTo>
                  <a:pt x="1" y="4"/>
                </a:lnTo>
                <a:lnTo>
                  <a:pt x="1" y="3"/>
                </a:lnTo>
                <a:lnTo>
                  <a:pt x="4" y="3"/>
                </a:lnTo>
                <a:lnTo>
                  <a:pt x="5" y="4"/>
                </a:lnTo>
                <a:lnTo>
                  <a:pt x="7" y="3"/>
                </a:lnTo>
                <a:lnTo>
                  <a:pt x="8" y="3"/>
                </a:lnTo>
                <a:lnTo>
                  <a:pt x="11" y="3"/>
                </a:lnTo>
                <a:lnTo>
                  <a:pt x="13" y="3"/>
                </a:lnTo>
                <a:lnTo>
                  <a:pt x="14" y="3"/>
                </a:lnTo>
                <a:lnTo>
                  <a:pt x="15" y="1"/>
                </a:lnTo>
                <a:lnTo>
                  <a:pt x="17" y="0"/>
                </a:lnTo>
                <a:lnTo>
                  <a:pt x="18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51" name=""/>
          <p:cNvSpPr/>
          <p:nvPr/>
        </p:nvSpPr>
        <p:spPr>
          <a:xfrm>
            <a:off x="4439520" y="4542120"/>
            <a:ext cx="6480" cy="2520"/>
          </a:xfrm>
          <a:custGeom>
            <a:avLst/>
            <a:gdLst/>
            <a:ahLst/>
            <a:rect l="0" t="0" r="r" b="b"/>
            <a:pathLst>
              <a:path fill="none" w="18" h="7">
                <a:moveTo>
                  <a:pt x="18" y="0"/>
                </a:moveTo>
                <a:lnTo>
                  <a:pt x="17" y="0"/>
                </a:lnTo>
                <a:lnTo>
                  <a:pt x="17" y="2"/>
                </a:lnTo>
                <a:lnTo>
                  <a:pt x="16" y="3"/>
                </a:lnTo>
                <a:lnTo>
                  <a:pt x="15" y="3"/>
                </a:lnTo>
                <a:lnTo>
                  <a:pt x="14" y="3"/>
                </a:lnTo>
                <a:lnTo>
                  <a:pt x="11" y="4"/>
                </a:lnTo>
                <a:lnTo>
                  <a:pt x="10" y="5"/>
                </a:lnTo>
                <a:lnTo>
                  <a:pt x="9" y="5"/>
                </a:lnTo>
                <a:lnTo>
                  <a:pt x="8" y="7"/>
                </a:lnTo>
                <a:lnTo>
                  <a:pt x="7" y="7"/>
                </a:lnTo>
                <a:lnTo>
                  <a:pt x="6" y="5"/>
                </a:lnTo>
                <a:lnTo>
                  <a:pt x="5" y="5"/>
                </a:lnTo>
                <a:lnTo>
                  <a:pt x="3" y="5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52" name=""/>
          <p:cNvSpPr/>
          <p:nvPr/>
        </p:nvSpPr>
        <p:spPr>
          <a:xfrm>
            <a:off x="4434480" y="4543200"/>
            <a:ext cx="4320" cy="1080"/>
          </a:xfrm>
          <a:custGeom>
            <a:avLst/>
            <a:gdLst/>
            <a:ahLst/>
            <a:rect l="0" t="0" r="r" b="b"/>
            <a:pathLst>
              <a:path fill="none" w="12" h="3">
                <a:moveTo>
                  <a:pt x="0" y="3"/>
                </a:moveTo>
                <a:lnTo>
                  <a:pt x="1" y="3"/>
                </a:lnTo>
                <a:lnTo>
                  <a:pt x="2" y="3"/>
                </a:lnTo>
                <a:lnTo>
                  <a:pt x="4" y="2"/>
                </a:lnTo>
                <a:lnTo>
                  <a:pt x="6" y="2"/>
                </a:lnTo>
                <a:lnTo>
                  <a:pt x="8" y="2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53" name=""/>
          <p:cNvSpPr/>
          <p:nvPr/>
        </p:nvSpPr>
        <p:spPr>
          <a:xfrm>
            <a:off x="4434480" y="4544280"/>
            <a:ext cx="4320" cy="720"/>
          </a:xfrm>
          <a:custGeom>
            <a:avLst/>
            <a:gdLst/>
            <a:ahLst/>
            <a:rect l="0" t="0" r="r" b="b"/>
            <a:pathLst>
              <a:path fill="none" w="12" h="2">
                <a:moveTo>
                  <a:pt x="12" y="0"/>
                </a:moveTo>
                <a:lnTo>
                  <a:pt x="11" y="0"/>
                </a:lnTo>
                <a:lnTo>
                  <a:pt x="9" y="2"/>
                </a:lnTo>
                <a:lnTo>
                  <a:pt x="8" y="2"/>
                </a:lnTo>
                <a:lnTo>
                  <a:pt x="6" y="2"/>
                </a:lnTo>
                <a:lnTo>
                  <a:pt x="5" y="2"/>
                </a:lnTo>
                <a:lnTo>
                  <a:pt x="3" y="2"/>
                </a:lnTo>
                <a:lnTo>
                  <a:pt x="1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54" name=""/>
          <p:cNvSpPr/>
          <p:nvPr/>
        </p:nvSpPr>
        <p:spPr>
          <a:xfrm>
            <a:off x="4457160" y="4542480"/>
            <a:ext cx="1800" cy="3240"/>
          </a:xfrm>
          <a:custGeom>
            <a:avLst/>
            <a:gdLst/>
            <a:ahLst/>
            <a:rect l="0" t="0" r="r" b="b"/>
            <a:pathLst>
              <a:path fill="none" w="5" h="9">
                <a:moveTo>
                  <a:pt x="0" y="0"/>
                </a:moveTo>
                <a:lnTo>
                  <a:pt x="3" y="0"/>
                </a:lnTo>
                <a:lnTo>
                  <a:pt x="4" y="1"/>
                </a:lnTo>
                <a:lnTo>
                  <a:pt x="4" y="3"/>
                </a:lnTo>
                <a:lnTo>
                  <a:pt x="5" y="4"/>
                </a:lnTo>
                <a:lnTo>
                  <a:pt x="5" y="5"/>
                </a:lnTo>
                <a:lnTo>
                  <a:pt x="5" y="7"/>
                </a:lnTo>
                <a:lnTo>
                  <a:pt x="4" y="8"/>
                </a:lnTo>
                <a:lnTo>
                  <a:pt x="4" y="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55" name=""/>
          <p:cNvSpPr/>
          <p:nvPr/>
        </p:nvSpPr>
        <p:spPr>
          <a:xfrm>
            <a:off x="4456440" y="4542480"/>
            <a:ext cx="2160" cy="3600"/>
          </a:xfrm>
          <a:custGeom>
            <a:avLst/>
            <a:gdLst/>
            <a:ahLst/>
            <a:rect l="0" t="0" r="r" b="b"/>
            <a:pathLst>
              <a:path fill="none" w="6" h="10">
                <a:moveTo>
                  <a:pt x="6" y="10"/>
                </a:moveTo>
                <a:lnTo>
                  <a:pt x="6" y="9"/>
                </a:lnTo>
                <a:lnTo>
                  <a:pt x="4" y="8"/>
                </a:lnTo>
                <a:lnTo>
                  <a:pt x="4" y="7"/>
                </a:lnTo>
                <a:lnTo>
                  <a:pt x="3" y="4"/>
                </a:lnTo>
                <a:lnTo>
                  <a:pt x="2" y="3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56" name=""/>
          <p:cNvSpPr/>
          <p:nvPr/>
        </p:nvSpPr>
        <p:spPr>
          <a:xfrm>
            <a:off x="4429800" y="454572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0" y="4"/>
                </a:moveTo>
                <a:lnTo>
                  <a:pt x="1" y="3"/>
                </a:lnTo>
                <a:lnTo>
                  <a:pt x="2" y="1"/>
                </a:lnTo>
                <a:lnTo>
                  <a:pt x="3" y="1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57" name=""/>
          <p:cNvSpPr/>
          <p:nvPr/>
        </p:nvSpPr>
        <p:spPr>
          <a:xfrm>
            <a:off x="4430160" y="4546440"/>
            <a:ext cx="2880" cy="1440"/>
          </a:xfrm>
          <a:custGeom>
            <a:avLst/>
            <a:gdLst/>
            <a:ahLst/>
            <a:rect l="0" t="0" r="r" b="b"/>
            <a:pathLst>
              <a:path fill="none" w="8" h="4">
                <a:moveTo>
                  <a:pt x="8" y="0"/>
                </a:moveTo>
                <a:lnTo>
                  <a:pt x="7" y="1"/>
                </a:lnTo>
                <a:lnTo>
                  <a:pt x="6" y="1"/>
                </a:lnTo>
                <a:lnTo>
                  <a:pt x="5" y="1"/>
                </a:lnTo>
                <a:lnTo>
                  <a:pt x="2" y="1"/>
                </a:lnTo>
                <a:lnTo>
                  <a:pt x="1" y="3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58" name=""/>
          <p:cNvSpPr/>
          <p:nvPr/>
        </p:nvSpPr>
        <p:spPr>
          <a:xfrm>
            <a:off x="4455720" y="4547880"/>
            <a:ext cx="0" cy="1080"/>
          </a:xfrm>
          <a:custGeom>
            <a:avLst/>
            <a:gdLst/>
            <a:ahLst/>
            <a:rect l="0" t="0" r="r" b="b"/>
            <a:pathLst>
              <a:path fill="none" w="0" h="3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59" name=""/>
          <p:cNvSpPr/>
          <p:nvPr/>
        </p:nvSpPr>
        <p:spPr>
          <a:xfrm>
            <a:off x="4455000" y="454788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1" y="3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60" name=""/>
          <p:cNvSpPr/>
          <p:nvPr/>
        </p:nvSpPr>
        <p:spPr>
          <a:xfrm>
            <a:off x="4426920" y="45489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4"/>
                </a:move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61" name=""/>
          <p:cNvSpPr/>
          <p:nvPr/>
        </p:nvSpPr>
        <p:spPr>
          <a:xfrm>
            <a:off x="4427280" y="454932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0"/>
                </a:moveTo>
                <a:lnTo>
                  <a:pt x="3" y="3"/>
                </a:lnTo>
                <a:lnTo>
                  <a:pt x="2" y="4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62" name=""/>
          <p:cNvSpPr/>
          <p:nvPr/>
        </p:nvSpPr>
        <p:spPr>
          <a:xfrm>
            <a:off x="4425120" y="45511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2"/>
                </a:moveTo>
                <a:lnTo>
                  <a:pt x="2" y="0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63" name=""/>
          <p:cNvSpPr/>
          <p:nvPr/>
        </p:nvSpPr>
        <p:spPr>
          <a:xfrm>
            <a:off x="4453920" y="4549320"/>
            <a:ext cx="720" cy="2880"/>
          </a:xfrm>
          <a:custGeom>
            <a:avLst/>
            <a:gdLst/>
            <a:ahLst/>
            <a:rect l="0" t="0" r="r" b="b"/>
            <a:pathLst>
              <a:path fill="none" w="2" h="8">
                <a:moveTo>
                  <a:pt x="0" y="0"/>
                </a:moveTo>
                <a:lnTo>
                  <a:pt x="2" y="1"/>
                </a:lnTo>
                <a:lnTo>
                  <a:pt x="2" y="4"/>
                </a:lnTo>
                <a:lnTo>
                  <a:pt x="2" y="5"/>
                </a:lnTo>
                <a:lnTo>
                  <a:pt x="2" y="7"/>
                </a:lnTo>
                <a:lnTo>
                  <a:pt x="2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64" name=""/>
          <p:cNvSpPr/>
          <p:nvPr/>
        </p:nvSpPr>
        <p:spPr>
          <a:xfrm>
            <a:off x="4425480" y="455148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1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65" name=""/>
          <p:cNvSpPr/>
          <p:nvPr/>
        </p:nvSpPr>
        <p:spPr>
          <a:xfrm>
            <a:off x="4453200" y="4549320"/>
            <a:ext cx="720" cy="2880"/>
          </a:xfrm>
          <a:custGeom>
            <a:avLst/>
            <a:gdLst/>
            <a:ahLst/>
            <a:rect l="0" t="0" r="r" b="b"/>
            <a:pathLst>
              <a:path fill="none" w="2" h="8">
                <a:moveTo>
                  <a:pt x="2" y="8"/>
                </a:moveTo>
                <a:lnTo>
                  <a:pt x="2" y="7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66" name=""/>
          <p:cNvSpPr/>
          <p:nvPr/>
        </p:nvSpPr>
        <p:spPr>
          <a:xfrm>
            <a:off x="4452120" y="455112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0"/>
                </a:moveTo>
                <a:lnTo>
                  <a:pt x="0" y="1"/>
                </a:lnTo>
                <a:lnTo>
                  <a:pt x="1" y="2"/>
                </a:lnTo>
                <a:lnTo>
                  <a:pt x="1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67" name=""/>
          <p:cNvSpPr/>
          <p:nvPr/>
        </p:nvSpPr>
        <p:spPr>
          <a:xfrm>
            <a:off x="4451400" y="45511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5"/>
                </a:moveTo>
                <a:lnTo>
                  <a:pt x="2" y="5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68" name=""/>
          <p:cNvSpPr/>
          <p:nvPr/>
        </p:nvSpPr>
        <p:spPr>
          <a:xfrm>
            <a:off x="4424760" y="45540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69" name=""/>
          <p:cNvSpPr/>
          <p:nvPr/>
        </p:nvSpPr>
        <p:spPr>
          <a:xfrm>
            <a:off x="4425480" y="4553640"/>
            <a:ext cx="0" cy="1080"/>
          </a:xfrm>
          <a:custGeom>
            <a:avLst/>
            <a:gdLst/>
            <a:ahLst/>
            <a:rect l="0" t="0" r="r" b="b"/>
            <a:pathLst>
              <a:path fill="none" w="0" h="3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70" name=""/>
          <p:cNvSpPr/>
          <p:nvPr/>
        </p:nvSpPr>
        <p:spPr>
          <a:xfrm>
            <a:off x="4449960" y="45565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71" name=""/>
          <p:cNvSpPr/>
          <p:nvPr/>
        </p:nvSpPr>
        <p:spPr>
          <a:xfrm>
            <a:off x="4449960" y="45568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4" y="2"/>
                </a:lnTo>
                <a:lnTo>
                  <a:pt x="3" y="3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72" name=""/>
          <p:cNvSpPr/>
          <p:nvPr/>
        </p:nvSpPr>
        <p:spPr>
          <a:xfrm>
            <a:off x="4424400" y="455724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1" y="3"/>
                </a:move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73" name=""/>
          <p:cNvSpPr/>
          <p:nvPr/>
        </p:nvSpPr>
        <p:spPr>
          <a:xfrm>
            <a:off x="4425120" y="455760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74" name=""/>
          <p:cNvSpPr/>
          <p:nvPr/>
        </p:nvSpPr>
        <p:spPr>
          <a:xfrm>
            <a:off x="4447080" y="45590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2"/>
                </a:moveTo>
                <a:lnTo>
                  <a:pt x="1" y="2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75" name=""/>
          <p:cNvSpPr/>
          <p:nvPr/>
        </p:nvSpPr>
        <p:spPr>
          <a:xfrm>
            <a:off x="4447080" y="45594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4" y="2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76" name=""/>
          <p:cNvSpPr/>
          <p:nvPr/>
        </p:nvSpPr>
        <p:spPr>
          <a:xfrm>
            <a:off x="4419360" y="455940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0" y="0"/>
                </a:moveTo>
                <a:lnTo>
                  <a:pt x="2" y="0"/>
                </a:lnTo>
                <a:lnTo>
                  <a:pt x="3" y="1"/>
                </a:lnTo>
                <a:lnTo>
                  <a:pt x="5" y="1"/>
                </a:lnTo>
                <a:lnTo>
                  <a:pt x="5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77" name=""/>
          <p:cNvSpPr/>
          <p:nvPr/>
        </p:nvSpPr>
        <p:spPr>
          <a:xfrm>
            <a:off x="4440960" y="456012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0" y="0"/>
                </a:moveTo>
                <a:lnTo>
                  <a:pt x="2" y="0"/>
                </a:lnTo>
                <a:lnTo>
                  <a:pt x="5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78" name=""/>
          <p:cNvSpPr/>
          <p:nvPr/>
        </p:nvSpPr>
        <p:spPr>
          <a:xfrm>
            <a:off x="4440960" y="456048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3" y="1"/>
                </a:moveTo>
                <a:lnTo>
                  <a:pt x="2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79" name=""/>
          <p:cNvSpPr/>
          <p:nvPr/>
        </p:nvSpPr>
        <p:spPr>
          <a:xfrm>
            <a:off x="4418280" y="455976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7" y="4"/>
                </a:moveTo>
                <a:lnTo>
                  <a:pt x="5" y="4"/>
                </a:lnTo>
                <a:lnTo>
                  <a:pt x="4" y="4"/>
                </a:lnTo>
                <a:lnTo>
                  <a:pt x="3" y="3"/>
                </a:lnTo>
                <a:lnTo>
                  <a:pt x="2" y="3"/>
                </a:lnTo>
                <a:lnTo>
                  <a:pt x="2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80" name=""/>
          <p:cNvSpPr/>
          <p:nvPr/>
        </p:nvSpPr>
        <p:spPr>
          <a:xfrm>
            <a:off x="4437000" y="456228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81" name=""/>
          <p:cNvSpPr/>
          <p:nvPr/>
        </p:nvSpPr>
        <p:spPr>
          <a:xfrm>
            <a:off x="4436640" y="45626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82" name=""/>
          <p:cNvSpPr/>
          <p:nvPr/>
        </p:nvSpPr>
        <p:spPr>
          <a:xfrm>
            <a:off x="4420800" y="456264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3"/>
                </a:lnTo>
                <a:lnTo>
                  <a:pt x="3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83" name=""/>
          <p:cNvSpPr/>
          <p:nvPr/>
        </p:nvSpPr>
        <p:spPr>
          <a:xfrm>
            <a:off x="4420440" y="456300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5"/>
                </a:moveTo>
                <a:lnTo>
                  <a:pt x="3" y="4"/>
                </a:lnTo>
                <a:lnTo>
                  <a:pt x="1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84" name=""/>
          <p:cNvSpPr/>
          <p:nvPr/>
        </p:nvSpPr>
        <p:spPr>
          <a:xfrm>
            <a:off x="4423320" y="456444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1" y="0"/>
                </a:lnTo>
                <a:lnTo>
                  <a:pt x="3" y="1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85" name=""/>
          <p:cNvSpPr/>
          <p:nvPr/>
        </p:nvSpPr>
        <p:spPr>
          <a:xfrm>
            <a:off x="4422960" y="45648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5"/>
                </a:move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86" name=""/>
          <p:cNvSpPr/>
          <p:nvPr/>
        </p:nvSpPr>
        <p:spPr>
          <a:xfrm>
            <a:off x="4433760" y="45662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0"/>
                </a:moveTo>
                <a:lnTo>
                  <a:pt x="2" y="0"/>
                </a:lnTo>
                <a:lnTo>
                  <a:pt x="3" y="2"/>
                </a:lnTo>
                <a:lnTo>
                  <a:pt x="3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87" name=""/>
          <p:cNvSpPr/>
          <p:nvPr/>
        </p:nvSpPr>
        <p:spPr>
          <a:xfrm>
            <a:off x="4427280" y="456624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0" y="0"/>
                </a:moveTo>
                <a:lnTo>
                  <a:pt x="2" y="0"/>
                </a:lnTo>
                <a:lnTo>
                  <a:pt x="3" y="2"/>
                </a:lnTo>
                <a:lnTo>
                  <a:pt x="7" y="2"/>
                </a:lnTo>
                <a:lnTo>
                  <a:pt x="7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88" name=""/>
          <p:cNvSpPr/>
          <p:nvPr/>
        </p:nvSpPr>
        <p:spPr>
          <a:xfrm>
            <a:off x="4433760" y="45666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89" name=""/>
          <p:cNvSpPr/>
          <p:nvPr/>
        </p:nvSpPr>
        <p:spPr>
          <a:xfrm>
            <a:off x="4427280" y="456696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7" y="4"/>
                </a:moveTo>
                <a:lnTo>
                  <a:pt x="4" y="4"/>
                </a:lnTo>
                <a:lnTo>
                  <a:pt x="3" y="4"/>
                </a:lnTo>
                <a:lnTo>
                  <a:pt x="1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90" name=""/>
          <p:cNvSpPr/>
          <p:nvPr/>
        </p:nvSpPr>
        <p:spPr>
          <a:xfrm>
            <a:off x="4548960" y="4574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91" name=""/>
          <p:cNvSpPr/>
          <p:nvPr/>
        </p:nvSpPr>
        <p:spPr>
          <a:xfrm>
            <a:off x="4276080" y="4538880"/>
            <a:ext cx="18360" cy="38520"/>
          </a:xfrm>
          <a:custGeom>
            <a:avLst/>
            <a:gdLst/>
            <a:ahLst/>
            <a:rect l="0" t="0" r="r" b="b"/>
            <a:pathLst>
              <a:path fill="none" w="51" h="107">
                <a:moveTo>
                  <a:pt x="0" y="0"/>
                </a:moveTo>
                <a:lnTo>
                  <a:pt x="2" y="4"/>
                </a:lnTo>
                <a:lnTo>
                  <a:pt x="6" y="9"/>
                </a:lnTo>
                <a:lnTo>
                  <a:pt x="10" y="14"/>
                </a:lnTo>
                <a:lnTo>
                  <a:pt x="12" y="17"/>
                </a:lnTo>
                <a:lnTo>
                  <a:pt x="14" y="20"/>
                </a:lnTo>
                <a:lnTo>
                  <a:pt x="17" y="24"/>
                </a:lnTo>
                <a:lnTo>
                  <a:pt x="21" y="29"/>
                </a:lnTo>
                <a:lnTo>
                  <a:pt x="23" y="33"/>
                </a:lnTo>
                <a:lnTo>
                  <a:pt x="26" y="37"/>
                </a:lnTo>
                <a:lnTo>
                  <a:pt x="28" y="41"/>
                </a:lnTo>
                <a:lnTo>
                  <a:pt x="30" y="45"/>
                </a:lnTo>
                <a:lnTo>
                  <a:pt x="32" y="48"/>
                </a:lnTo>
                <a:lnTo>
                  <a:pt x="34" y="52"/>
                </a:lnTo>
                <a:lnTo>
                  <a:pt x="35" y="56"/>
                </a:lnTo>
                <a:lnTo>
                  <a:pt x="37" y="61"/>
                </a:lnTo>
                <a:lnTo>
                  <a:pt x="39" y="65"/>
                </a:lnTo>
                <a:lnTo>
                  <a:pt x="41" y="71"/>
                </a:lnTo>
                <a:lnTo>
                  <a:pt x="44" y="78"/>
                </a:lnTo>
                <a:lnTo>
                  <a:pt x="45" y="82"/>
                </a:lnTo>
                <a:lnTo>
                  <a:pt x="46" y="86"/>
                </a:lnTo>
                <a:lnTo>
                  <a:pt x="47" y="91"/>
                </a:lnTo>
                <a:lnTo>
                  <a:pt x="48" y="96"/>
                </a:lnTo>
                <a:lnTo>
                  <a:pt x="49" y="101"/>
                </a:lnTo>
                <a:lnTo>
                  <a:pt x="50" y="105"/>
                </a:lnTo>
                <a:lnTo>
                  <a:pt x="50" y="107"/>
                </a:lnTo>
                <a:lnTo>
                  <a:pt x="51" y="10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92" name=""/>
          <p:cNvSpPr/>
          <p:nvPr/>
        </p:nvSpPr>
        <p:spPr>
          <a:xfrm>
            <a:off x="4552920" y="4577400"/>
            <a:ext cx="0" cy="1080"/>
          </a:xfrm>
          <a:custGeom>
            <a:avLst/>
            <a:gdLst/>
            <a:ahLst/>
            <a:rect l="0" t="0" r="r" b="b"/>
            <a:pathLst>
              <a:path fill="none" w="0" h="3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93" name=""/>
          <p:cNvSpPr/>
          <p:nvPr/>
        </p:nvSpPr>
        <p:spPr>
          <a:xfrm>
            <a:off x="4551840" y="4578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94" name=""/>
          <p:cNvSpPr/>
          <p:nvPr/>
        </p:nvSpPr>
        <p:spPr>
          <a:xfrm>
            <a:off x="4548960" y="4574880"/>
            <a:ext cx="3960" cy="4320"/>
          </a:xfrm>
          <a:custGeom>
            <a:avLst/>
            <a:gdLst/>
            <a:ahLst/>
            <a:rect l="0" t="0" r="r" b="b"/>
            <a:pathLst>
              <a:path fill="none" w="11" h="12">
                <a:moveTo>
                  <a:pt x="5" y="12"/>
                </a:moveTo>
                <a:lnTo>
                  <a:pt x="4" y="12"/>
                </a:lnTo>
                <a:lnTo>
                  <a:pt x="3" y="11"/>
                </a:lnTo>
                <a:lnTo>
                  <a:pt x="2" y="11"/>
                </a:lnTo>
                <a:lnTo>
                  <a:pt x="1" y="11"/>
                </a:lnTo>
                <a:lnTo>
                  <a:pt x="0" y="10"/>
                </a:lnTo>
                <a:lnTo>
                  <a:pt x="0" y="9"/>
                </a:lnTo>
                <a:lnTo>
                  <a:pt x="0" y="7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3" y="2"/>
                </a:lnTo>
                <a:lnTo>
                  <a:pt x="4" y="4"/>
                </a:lnTo>
                <a:lnTo>
                  <a:pt x="5" y="5"/>
                </a:lnTo>
                <a:lnTo>
                  <a:pt x="5" y="6"/>
                </a:lnTo>
                <a:lnTo>
                  <a:pt x="6" y="6"/>
                </a:lnTo>
                <a:lnTo>
                  <a:pt x="7" y="7"/>
                </a:lnTo>
                <a:lnTo>
                  <a:pt x="10" y="8"/>
                </a:lnTo>
                <a:lnTo>
                  <a:pt x="11" y="8"/>
                </a:lnTo>
                <a:lnTo>
                  <a:pt x="10" y="10"/>
                </a:lnTo>
                <a:lnTo>
                  <a:pt x="10" y="1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720" rIns="504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95" name=""/>
          <p:cNvSpPr/>
          <p:nvPr/>
        </p:nvSpPr>
        <p:spPr>
          <a:xfrm>
            <a:off x="4551120" y="457884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96" name=""/>
          <p:cNvSpPr/>
          <p:nvPr/>
        </p:nvSpPr>
        <p:spPr>
          <a:xfrm>
            <a:off x="4548600" y="4574160"/>
            <a:ext cx="4320" cy="5040"/>
          </a:xfrm>
          <a:custGeom>
            <a:avLst/>
            <a:gdLst/>
            <a:ahLst/>
            <a:rect l="0" t="0" r="r" b="b"/>
            <a:pathLst>
              <a:path fill="none" w="12" h="14">
                <a:moveTo>
                  <a:pt x="4" y="14"/>
                </a:moveTo>
                <a:lnTo>
                  <a:pt x="3" y="14"/>
                </a:lnTo>
                <a:lnTo>
                  <a:pt x="2" y="14"/>
                </a:lnTo>
                <a:lnTo>
                  <a:pt x="1" y="14"/>
                </a:lnTo>
                <a:lnTo>
                  <a:pt x="0" y="13"/>
                </a:lnTo>
                <a:lnTo>
                  <a:pt x="0" y="12"/>
                </a:lnTo>
                <a:lnTo>
                  <a:pt x="0" y="11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2" y="1"/>
                </a:lnTo>
                <a:lnTo>
                  <a:pt x="3" y="0"/>
                </a:lnTo>
                <a:lnTo>
                  <a:pt x="5" y="2"/>
                </a:lnTo>
                <a:lnTo>
                  <a:pt x="5" y="3"/>
                </a:lnTo>
                <a:lnTo>
                  <a:pt x="6" y="5"/>
                </a:lnTo>
                <a:lnTo>
                  <a:pt x="7" y="6"/>
                </a:lnTo>
                <a:lnTo>
                  <a:pt x="8" y="6"/>
                </a:lnTo>
                <a:lnTo>
                  <a:pt x="9" y="7"/>
                </a:lnTo>
                <a:lnTo>
                  <a:pt x="11" y="7"/>
                </a:lnTo>
                <a:lnTo>
                  <a:pt x="12" y="7"/>
                </a:lnTo>
                <a:lnTo>
                  <a:pt x="12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0" rIns="504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97" name=""/>
          <p:cNvSpPr/>
          <p:nvPr/>
        </p:nvSpPr>
        <p:spPr>
          <a:xfrm>
            <a:off x="4592160" y="4545000"/>
            <a:ext cx="360" cy="37800"/>
          </a:xfrm>
          <a:custGeom>
            <a:avLst/>
            <a:gdLst/>
            <a:ahLst/>
            <a:rect l="0" t="0" r="r" b="b"/>
            <a:pathLst>
              <a:path fill="none" w="1" h="105">
                <a:moveTo>
                  <a:pt x="1" y="105"/>
                </a:moveTo>
                <a:lnTo>
                  <a:pt x="1" y="103"/>
                </a:lnTo>
                <a:lnTo>
                  <a:pt x="1" y="100"/>
                </a:lnTo>
                <a:lnTo>
                  <a:pt x="1" y="96"/>
                </a:lnTo>
                <a:lnTo>
                  <a:pt x="1" y="92"/>
                </a:lnTo>
                <a:lnTo>
                  <a:pt x="0" y="88"/>
                </a:lnTo>
                <a:lnTo>
                  <a:pt x="0" y="84"/>
                </a:lnTo>
                <a:lnTo>
                  <a:pt x="1" y="77"/>
                </a:lnTo>
                <a:lnTo>
                  <a:pt x="1" y="71"/>
                </a:lnTo>
                <a:lnTo>
                  <a:pt x="1" y="65"/>
                </a:lnTo>
                <a:lnTo>
                  <a:pt x="0" y="59"/>
                </a:lnTo>
                <a:lnTo>
                  <a:pt x="1" y="53"/>
                </a:lnTo>
                <a:lnTo>
                  <a:pt x="1" y="49"/>
                </a:lnTo>
                <a:lnTo>
                  <a:pt x="1" y="43"/>
                </a:lnTo>
                <a:lnTo>
                  <a:pt x="1" y="36"/>
                </a:lnTo>
                <a:lnTo>
                  <a:pt x="1" y="31"/>
                </a:lnTo>
                <a:lnTo>
                  <a:pt x="0" y="26"/>
                </a:lnTo>
                <a:lnTo>
                  <a:pt x="1" y="16"/>
                </a:lnTo>
                <a:lnTo>
                  <a:pt x="1" y="1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98" name=""/>
          <p:cNvSpPr/>
          <p:nvPr/>
        </p:nvSpPr>
        <p:spPr>
          <a:xfrm>
            <a:off x="4440600" y="47131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99" name=""/>
          <p:cNvSpPr/>
          <p:nvPr/>
        </p:nvSpPr>
        <p:spPr>
          <a:xfrm>
            <a:off x="4439880" y="47134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00" name=""/>
          <p:cNvSpPr/>
          <p:nvPr/>
        </p:nvSpPr>
        <p:spPr>
          <a:xfrm>
            <a:off x="4439520" y="471348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01" name=""/>
          <p:cNvSpPr/>
          <p:nvPr/>
        </p:nvSpPr>
        <p:spPr>
          <a:xfrm>
            <a:off x="4438800" y="4714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02" name=""/>
          <p:cNvSpPr/>
          <p:nvPr/>
        </p:nvSpPr>
        <p:spPr>
          <a:xfrm>
            <a:off x="4438800" y="47142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03" name=""/>
          <p:cNvSpPr/>
          <p:nvPr/>
        </p:nvSpPr>
        <p:spPr>
          <a:xfrm>
            <a:off x="4437720" y="47156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3"/>
                </a:move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04" name=""/>
          <p:cNvSpPr/>
          <p:nvPr/>
        </p:nvSpPr>
        <p:spPr>
          <a:xfrm>
            <a:off x="4300920" y="4684680"/>
            <a:ext cx="8640" cy="36720"/>
          </a:xfrm>
          <a:custGeom>
            <a:avLst/>
            <a:gdLst/>
            <a:ahLst/>
            <a:rect l="0" t="0" r="r" b="b"/>
            <a:pathLst>
              <a:path fill="none" w="24" h="102">
                <a:moveTo>
                  <a:pt x="24" y="0"/>
                </a:moveTo>
                <a:lnTo>
                  <a:pt x="24" y="5"/>
                </a:lnTo>
                <a:lnTo>
                  <a:pt x="24" y="9"/>
                </a:lnTo>
                <a:lnTo>
                  <a:pt x="24" y="13"/>
                </a:lnTo>
                <a:lnTo>
                  <a:pt x="24" y="18"/>
                </a:lnTo>
                <a:lnTo>
                  <a:pt x="24" y="23"/>
                </a:lnTo>
                <a:lnTo>
                  <a:pt x="23" y="28"/>
                </a:lnTo>
                <a:lnTo>
                  <a:pt x="23" y="32"/>
                </a:lnTo>
                <a:lnTo>
                  <a:pt x="22" y="37"/>
                </a:lnTo>
                <a:lnTo>
                  <a:pt x="22" y="43"/>
                </a:lnTo>
                <a:lnTo>
                  <a:pt x="21" y="49"/>
                </a:lnTo>
                <a:lnTo>
                  <a:pt x="19" y="56"/>
                </a:lnTo>
                <a:lnTo>
                  <a:pt x="18" y="61"/>
                </a:lnTo>
                <a:lnTo>
                  <a:pt x="17" y="66"/>
                </a:lnTo>
                <a:lnTo>
                  <a:pt x="15" y="71"/>
                </a:lnTo>
                <a:lnTo>
                  <a:pt x="14" y="75"/>
                </a:lnTo>
                <a:lnTo>
                  <a:pt x="13" y="77"/>
                </a:lnTo>
                <a:lnTo>
                  <a:pt x="11" y="81"/>
                </a:lnTo>
                <a:lnTo>
                  <a:pt x="10" y="84"/>
                </a:lnTo>
                <a:lnTo>
                  <a:pt x="7" y="89"/>
                </a:lnTo>
                <a:lnTo>
                  <a:pt x="6" y="92"/>
                </a:lnTo>
                <a:lnTo>
                  <a:pt x="4" y="96"/>
                </a:lnTo>
                <a:lnTo>
                  <a:pt x="1" y="99"/>
                </a:lnTo>
                <a:lnTo>
                  <a:pt x="0" y="100"/>
                </a:lnTo>
                <a:lnTo>
                  <a:pt x="0" y="10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05" name=""/>
          <p:cNvSpPr/>
          <p:nvPr/>
        </p:nvSpPr>
        <p:spPr>
          <a:xfrm>
            <a:off x="4453920" y="47246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4"/>
                </a:moveTo>
                <a:lnTo>
                  <a:pt x="3" y="4"/>
                </a:lnTo>
                <a:lnTo>
                  <a:pt x="3" y="2"/>
                </a:lnTo>
                <a:lnTo>
                  <a:pt x="3" y="0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06" name=""/>
          <p:cNvSpPr/>
          <p:nvPr/>
        </p:nvSpPr>
        <p:spPr>
          <a:xfrm>
            <a:off x="4521600" y="472500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0" y="0"/>
                </a:moveTo>
                <a:lnTo>
                  <a:pt x="1" y="0"/>
                </a:lnTo>
                <a:lnTo>
                  <a:pt x="3" y="1"/>
                </a:lnTo>
                <a:lnTo>
                  <a:pt x="5" y="2"/>
                </a:lnTo>
                <a:lnTo>
                  <a:pt x="5" y="3"/>
                </a:lnTo>
                <a:lnTo>
                  <a:pt x="6" y="5"/>
                </a:lnTo>
                <a:lnTo>
                  <a:pt x="5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07" name=""/>
          <p:cNvSpPr/>
          <p:nvPr/>
        </p:nvSpPr>
        <p:spPr>
          <a:xfrm>
            <a:off x="4520880" y="472608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5"/>
                </a:moveTo>
                <a:lnTo>
                  <a:pt x="3" y="4"/>
                </a:lnTo>
                <a:lnTo>
                  <a:pt x="2" y="3"/>
                </a:ln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08" name=""/>
          <p:cNvSpPr/>
          <p:nvPr/>
        </p:nvSpPr>
        <p:spPr>
          <a:xfrm>
            <a:off x="4461480" y="47275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09" name=""/>
          <p:cNvSpPr/>
          <p:nvPr/>
        </p:nvSpPr>
        <p:spPr>
          <a:xfrm>
            <a:off x="4440240" y="47275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10" name=""/>
          <p:cNvSpPr/>
          <p:nvPr/>
        </p:nvSpPr>
        <p:spPr>
          <a:xfrm flipV="1">
            <a:off x="4437000" y="47278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11" name=""/>
          <p:cNvSpPr/>
          <p:nvPr/>
        </p:nvSpPr>
        <p:spPr>
          <a:xfrm>
            <a:off x="4461120" y="47271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2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12" name=""/>
          <p:cNvSpPr/>
          <p:nvPr/>
        </p:nvSpPr>
        <p:spPr>
          <a:xfrm>
            <a:off x="4461840" y="472716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3"/>
                </a:moveTo>
                <a:lnTo>
                  <a:pt x="0" y="2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13" name=""/>
          <p:cNvSpPr/>
          <p:nvPr/>
        </p:nvSpPr>
        <p:spPr>
          <a:xfrm>
            <a:off x="4436640" y="47278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14" name=""/>
          <p:cNvSpPr/>
          <p:nvPr/>
        </p:nvSpPr>
        <p:spPr>
          <a:xfrm>
            <a:off x="4435560" y="4728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15" name=""/>
          <p:cNvSpPr/>
          <p:nvPr/>
        </p:nvSpPr>
        <p:spPr>
          <a:xfrm>
            <a:off x="4435560" y="47286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16" name=""/>
          <p:cNvSpPr/>
          <p:nvPr/>
        </p:nvSpPr>
        <p:spPr>
          <a:xfrm>
            <a:off x="4435560" y="47286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17" name=""/>
          <p:cNvSpPr/>
          <p:nvPr/>
        </p:nvSpPr>
        <p:spPr>
          <a:xfrm>
            <a:off x="4435200" y="47286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18" name=""/>
          <p:cNvSpPr/>
          <p:nvPr/>
        </p:nvSpPr>
        <p:spPr>
          <a:xfrm>
            <a:off x="4437360" y="47286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19" name=""/>
          <p:cNvSpPr/>
          <p:nvPr/>
        </p:nvSpPr>
        <p:spPr>
          <a:xfrm>
            <a:off x="4438440" y="4728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2"/>
                </a:ln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4" y="4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20" name=""/>
          <p:cNvSpPr/>
          <p:nvPr/>
        </p:nvSpPr>
        <p:spPr>
          <a:xfrm>
            <a:off x="4437720" y="4728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21" name=""/>
          <p:cNvSpPr/>
          <p:nvPr/>
        </p:nvSpPr>
        <p:spPr>
          <a:xfrm>
            <a:off x="4437360" y="47286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22" name=""/>
          <p:cNvSpPr/>
          <p:nvPr/>
        </p:nvSpPr>
        <p:spPr>
          <a:xfrm>
            <a:off x="4434480" y="47289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23" name=""/>
          <p:cNvSpPr/>
          <p:nvPr/>
        </p:nvSpPr>
        <p:spPr>
          <a:xfrm>
            <a:off x="4431960" y="47336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24" name=""/>
          <p:cNvSpPr/>
          <p:nvPr/>
        </p:nvSpPr>
        <p:spPr>
          <a:xfrm>
            <a:off x="4575600" y="4694040"/>
            <a:ext cx="14760" cy="39960"/>
          </a:xfrm>
          <a:custGeom>
            <a:avLst/>
            <a:gdLst/>
            <a:ahLst/>
            <a:rect l="0" t="0" r="r" b="b"/>
            <a:pathLst>
              <a:path fill="none" w="41" h="111">
                <a:moveTo>
                  <a:pt x="0" y="111"/>
                </a:moveTo>
                <a:lnTo>
                  <a:pt x="2" y="106"/>
                </a:lnTo>
                <a:lnTo>
                  <a:pt x="5" y="103"/>
                </a:lnTo>
                <a:lnTo>
                  <a:pt x="6" y="99"/>
                </a:lnTo>
                <a:lnTo>
                  <a:pt x="8" y="94"/>
                </a:lnTo>
                <a:lnTo>
                  <a:pt x="10" y="90"/>
                </a:lnTo>
                <a:lnTo>
                  <a:pt x="11" y="86"/>
                </a:lnTo>
                <a:lnTo>
                  <a:pt x="13" y="82"/>
                </a:lnTo>
                <a:lnTo>
                  <a:pt x="17" y="72"/>
                </a:lnTo>
                <a:lnTo>
                  <a:pt x="19" y="69"/>
                </a:lnTo>
                <a:lnTo>
                  <a:pt x="21" y="63"/>
                </a:lnTo>
                <a:lnTo>
                  <a:pt x="23" y="58"/>
                </a:lnTo>
                <a:lnTo>
                  <a:pt x="25" y="54"/>
                </a:lnTo>
                <a:lnTo>
                  <a:pt x="27" y="48"/>
                </a:lnTo>
                <a:lnTo>
                  <a:pt x="29" y="44"/>
                </a:lnTo>
                <a:lnTo>
                  <a:pt x="30" y="39"/>
                </a:lnTo>
                <a:lnTo>
                  <a:pt x="32" y="34"/>
                </a:lnTo>
                <a:lnTo>
                  <a:pt x="33" y="30"/>
                </a:lnTo>
                <a:lnTo>
                  <a:pt x="35" y="24"/>
                </a:lnTo>
                <a:lnTo>
                  <a:pt x="36" y="22"/>
                </a:lnTo>
                <a:lnTo>
                  <a:pt x="36" y="19"/>
                </a:lnTo>
                <a:lnTo>
                  <a:pt x="38" y="13"/>
                </a:lnTo>
                <a:lnTo>
                  <a:pt x="39" y="9"/>
                </a:lnTo>
                <a:lnTo>
                  <a:pt x="40" y="5"/>
                </a:lnTo>
                <a:lnTo>
                  <a:pt x="4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25" name=""/>
          <p:cNvSpPr/>
          <p:nvPr/>
        </p:nvSpPr>
        <p:spPr>
          <a:xfrm>
            <a:off x="4432320" y="47340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26" name=""/>
          <p:cNvSpPr/>
          <p:nvPr/>
        </p:nvSpPr>
        <p:spPr>
          <a:xfrm flipH="1">
            <a:off x="4431960" y="47343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27" name=""/>
          <p:cNvSpPr/>
          <p:nvPr/>
        </p:nvSpPr>
        <p:spPr>
          <a:xfrm>
            <a:off x="4431600" y="47336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3"/>
                </a:move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28" name=""/>
          <p:cNvSpPr/>
          <p:nvPr/>
        </p:nvSpPr>
        <p:spPr>
          <a:xfrm flipV="1">
            <a:off x="4432320" y="47340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29" name=""/>
          <p:cNvSpPr/>
          <p:nvPr/>
        </p:nvSpPr>
        <p:spPr>
          <a:xfrm>
            <a:off x="4458240" y="47336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3"/>
                </a:move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30" name=""/>
          <p:cNvSpPr/>
          <p:nvPr/>
        </p:nvSpPr>
        <p:spPr>
          <a:xfrm>
            <a:off x="4431960" y="47347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31" name=""/>
          <p:cNvSpPr/>
          <p:nvPr/>
        </p:nvSpPr>
        <p:spPr>
          <a:xfrm>
            <a:off x="4430880" y="473328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3"/>
                </a:moveTo>
                <a:lnTo>
                  <a:pt x="6" y="1"/>
                </a:lnTo>
                <a:lnTo>
                  <a:pt x="5" y="1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1" y="1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1" y="5"/>
                </a:lnTo>
                <a:lnTo>
                  <a:pt x="3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32" name=""/>
          <p:cNvSpPr/>
          <p:nvPr/>
        </p:nvSpPr>
        <p:spPr>
          <a:xfrm flipV="1">
            <a:off x="4458600" y="473472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33" name=""/>
          <p:cNvSpPr/>
          <p:nvPr/>
        </p:nvSpPr>
        <p:spPr>
          <a:xfrm>
            <a:off x="4458240" y="47347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34" name=""/>
          <p:cNvSpPr/>
          <p:nvPr/>
        </p:nvSpPr>
        <p:spPr>
          <a:xfrm>
            <a:off x="4456800" y="4735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35" name=""/>
          <p:cNvSpPr/>
          <p:nvPr/>
        </p:nvSpPr>
        <p:spPr>
          <a:xfrm flipV="1">
            <a:off x="4457160" y="473544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36" name=""/>
          <p:cNvSpPr/>
          <p:nvPr/>
        </p:nvSpPr>
        <p:spPr>
          <a:xfrm>
            <a:off x="4518360" y="473544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0" y="4"/>
                </a:moveTo>
                <a:lnTo>
                  <a:pt x="1" y="2"/>
                </a:lnTo>
                <a:lnTo>
                  <a:pt x="3" y="0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37" name=""/>
          <p:cNvSpPr/>
          <p:nvPr/>
        </p:nvSpPr>
        <p:spPr>
          <a:xfrm>
            <a:off x="4488120" y="473580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lnTo>
                  <a:pt x="3" y="3"/>
                </a:lnTo>
                <a:lnTo>
                  <a:pt x="3" y="1"/>
                </a:ln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38" name=""/>
          <p:cNvSpPr/>
          <p:nvPr/>
        </p:nvSpPr>
        <p:spPr>
          <a:xfrm>
            <a:off x="4487400" y="4736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39" name=""/>
          <p:cNvSpPr/>
          <p:nvPr/>
        </p:nvSpPr>
        <p:spPr>
          <a:xfrm>
            <a:off x="4487040" y="473616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1" y="0"/>
                </a:move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2" y="6"/>
                </a:lnTo>
                <a:lnTo>
                  <a:pt x="4" y="6"/>
                </a:lnTo>
                <a:lnTo>
                  <a:pt x="5" y="4"/>
                </a:lnTo>
                <a:lnTo>
                  <a:pt x="4" y="2"/>
                </a:lnTo>
                <a:lnTo>
                  <a:pt x="2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0" name=""/>
          <p:cNvSpPr/>
          <p:nvPr/>
        </p:nvSpPr>
        <p:spPr>
          <a:xfrm>
            <a:off x="4518720" y="4736160"/>
            <a:ext cx="2880" cy="2160"/>
          </a:xfrm>
          <a:custGeom>
            <a:avLst/>
            <a:gdLst/>
            <a:ahLst/>
            <a:rect l="0" t="0" r="r" b="b"/>
            <a:pathLst>
              <a:path fill="none" w="8" h="6">
                <a:moveTo>
                  <a:pt x="8" y="0"/>
                </a:moveTo>
                <a:lnTo>
                  <a:pt x="8" y="3"/>
                </a:lnTo>
                <a:lnTo>
                  <a:pt x="6" y="4"/>
                </a:lnTo>
                <a:lnTo>
                  <a:pt x="4" y="5"/>
                </a:lnTo>
                <a:lnTo>
                  <a:pt x="2" y="5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1" name=""/>
          <p:cNvSpPr/>
          <p:nvPr/>
        </p:nvSpPr>
        <p:spPr>
          <a:xfrm flipH="1">
            <a:off x="4446720" y="47383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2" name=""/>
          <p:cNvSpPr/>
          <p:nvPr/>
        </p:nvSpPr>
        <p:spPr>
          <a:xfrm>
            <a:off x="4551120" y="4736160"/>
            <a:ext cx="1800" cy="2520"/>
          </a:xfrm>
          <a:custGeom>
            <a:avLst/>
            <a:gdLst/>
            <a:ahLst/>
            <a:rect l="0" t="0" r="r" b="b"/>
            <a:pathLst>
              <a:path fill="none" w="5" h="7">
                <a:moveTo>
                  <a:pt x="0" y="0"/>
                </a:moveTo>
                <a:lnTo>
                  <a:pt x="3" y="0"/>
                </a:lnTo>
                <a:lnTo>
                  <a:pt x="5" y="1"/>
                </a:lnTo>
                <a:lnTo>
                  <a:pt x="5" y="3"/>
                </a:lnTo>
                <a:lnTo>
                  <a:pt x="5" y="6"/>
                </a:lnTo>
                <a:lnTo>
                  <a:pt x="5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3" name=""/>
          <p:cNvSpPr/>
          <p:nvPr/>
        </p:nvSpPr>
        <p:spPr>
          <a:xfrm>
            <a:off x="4446720" y="47386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4" name=""/>
          <p:cNvSpPr/>
          <p:nvPr/>
        </p:nvSpPr>
        <p:spPr>
          <a:xfrm>
            <a:off x="4550400" y="4736880"/>
            <a:ext cx="1440" cy="2880"/>
          </a:xfrm>
          <a:custGeom>
            <a:avLst/>
            <a:gdLst/>
            <a:ahLst/>
            <a:rect l="0" t="0" r="r" b="b"/>
            <a:pathLst>
              <a:path fill="none" w="4" h="8">
                <a:moveTo>
                  <a:pt x="4" y="8"/>
                </a:moveTo>
                <a:lnTo>
                  <a:pt x="4" y="7"/>
                </a:lnTo>
                <a:lnTo>
                  <a:pt x="2" y="6"/>
                </a:lnTo>
                <a:lnTo>
                  <a:pt x="0" y="4"/>
                </a:lnTo>
                <a:lnTo>
                  <a:pt x="0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5" name=""/>
          <p:cNvSpPr/>
          <p:nvPr/>
        </p:nvSpPr>
        <p:spPr>
          <a:xfrm flipV="1">
            <a:off x="4446720" y="473904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6" name=""/>
          <p:cNvSpPr/>
          <p:nvPr/>
        </p:nvSpPr>
        <p:spPr>
          <a:xfrm>
            <a:off x="4446360" y="47394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7" name=""/>
          <p:cNvSpPr/>
          <p:nvPr/>
        </p:nvSpPr>
        <p:spPr>
          <a:xfrm flipH="1">
            <a:off x="4439520" y="473976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8" name=""/>
          <p:cNvSpPr/>
          <p:nvPr/>
        </p:nvSpPr>
        <p:spPr>
          <a:xfrm flipH="1">
            <a:off x="4445280" y="47401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9" name=""/>
          <p:cNvSpPr/>
          <p:nvPr/>
        </p:nvSpPr>
        <p:spPr>
          <a:xfrm>
            <a:off x="4486680" y="4740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50" name=""/>
          <p:cNvSpPr/>
          <p:nvPr/>
        </p:nvSpPr>
        <p:spPr>
          <a:xfrm>
            <a:off x="4439520" y="4740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51" name=""/>
          <p:cNvSpPr/>
          <p:nvPr/>
        </p:nvSpPr>
        <p:spPr>
          <a:xfrm>
            <a:off x="4445280" y="47404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52" name=""/>
          <p:cNvSpPr/>
          <p:nvPr/>
        </p:nvSpPr>
        <p:spPr>
          <a:xfrm>
            <a:off x="4486320" y="47397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1"/>
                </a:move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3" y="4"/>
                </a:lnTo>
                <a:lnTo>
                  <a:pt x="5" y="4"/>
                </a:lnTo>
                <a:lnTo>
                  <a:pt x="5" y="2"/>
                </a:lnTo>
                <a:lnTo>
                  <a:pt x="5" y="1"/>
                </a:ln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53" name=""/>
          <p:cNvSpPr/>
          <p:nvPr/>
        </p:nvSpPr>
        <p:spPr>
          <a:xfrm>
            <a:off x="4438800" y="474048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2" y="0"/>
                </a:moveTo>
                <a:lnTo>
                  <a:pt x="0" y="2"/>
                </a:lnTo>
                <a:lnTo>
                  <a:pt x="0" y="3"/>
                </a:lnTo>
                <a:lnTo>
                  <a:pt x="0" y="5"/>
                </a:lnTo>
                <a:lnTo>
                  <a:pt x="2" y="3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54" name=""/>
          <p:cNvSpPr/>
          <p:nvPr/>
        </p:nvSpPr>
        <p:spPr>
          <a:xfrm>
            <a:off x="4443120" y="47415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55" name=""/>
          <p:cNvSpPr/>
          <p:nvPr/>
        </p:nvSpPr>
        <p:spPr>
          <a:xfrm>
            <a:off x="4442760" y="47419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56" name=""/>
          <p:cNvSpPr/>
          <p:nvPr/>
        </p:nvSpPr>
        <p:spPr>
          <a:xfrm>
            <a:off x="4441680" y="4741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57" name=""/>
          <p:cNvSpPr/>
          <p:nvPr/>
        </p:nvSpPr>
        <p:spPr>
          <a:xfrm>
            <a:off x="4441680" y="47419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58" name=""/>
          <p:cNvSpPr/>
          <p:nvPr/>
        </p:nvSpPr>
        <p:spPr>
          <a:xfrm>
            <a:off x="4532040" y="4739040"/>
            <a:ext cx="8280" cy="3960"/>
          </a:xfrm>
          <a:custGeom>
            <a:avLst/>
            <a:gdLst/>
            <a:ahLst/>
            <a:rect l="0" t="0" r="r" b="b"/>
            <a:pathLst>
              <a:path fill="none" w="23" h="11">
                <a:moveTo>
                  <a:pt x="0" y="2"/>
                </a:moveTo>
                <a:lnTo>
                  <a:pt x="4" y="2"/>
                </a:lnTo>
                <a:lnTo>
                  <a:pt x="6" y="0"/>
                </a:lnTo>
                <a:lnTo>
                  <a:pt x="9" y="0"/>
                </a:lnTo>
                <a:lnTo>
                  <a:pt x="14" y="0"/>
                </a:lnTo>
                <a:lnTo>
                  <a:pt x="18" y="3"/>
                </a:lnTo>
                <a:lnTo>
                  <a:pt x="20" y="4"/>
                </a:lnTo>
                <a:lnTo>
                  <a:pt x="21" y="6"/>
                </a:lnTo>
                <a:lnTo>
                  <a:pt x="23" y="9"/>
                </a:lnTo>
                <a:lnTo>
                  <a:pt x="23" y="1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59" name=""/>
          <p:cNvSpPr/>
          <p:nvPr/>
        </p:nvSpPr>
        <p:spPr>
          <a:xfrm>
            <a:off x="4498560" y="4741920"/>
            <a:ext cx="1080" cy="3240"/>
          </a:xfrm>
          <a:custGeom>
            <a:avLst/>
            <a:gdLst/>
            <a:ahLst/>
            <a:rect l="0" t="0" r="r" b="b"/>
            <a:pathLst>
              <a:path fill="none" w="3" h="9">
                <a:moveTo>
                  <a:pt x="0" y="9"/>
                </a:moveTo>
                <a:lnTo>
                  <a:pt x="0" y="5"/>
                </a:lnTo>
                <a:lnTo>
                  <a:pt x="2" y="3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60" name=""/>
          <p:cNvSpPr/>
          <p:nvPr/>
        </p:nvSpPr>
        <p:spPr>
          <a:xfrm>
            <a:off x="4530600" y="4740840"/>
            <a:ext cx="9000" cy="3960"/>
          </a:xfrm>
          <a:custGeom>
            <a:avLst/>
            <a:gdLst/>
            <a:ahLst/>
            <a:rect l="0" t="0" r="r" b="b"/>
            <a:pathLst>
              <a:path fill="none" w="25" h="11">
                <a:moveTo>
                  <a:pt x="25" y="10"/>
                </a:moveTo>
                <a:lnTo>
                  <a:pt x="24" y="10"/>
                </a:lnTo>
                <a:lnTo>
                  <a:pt x="21" y="11"/>
                </a:lnTo>
                <a:lnTo>
                  <a:pt x="18" y="10"/>
                </a:lnTo>
                <a:lnTo>
                  <a:pt x="15" y="8"/>
                </a:lnTo>
                <a:lnTo>
                  <a:pt x="11" y="7"/>
                </a:lnTo>
                <a:lnTo>
                  <a:pt x="8" y="6"/>
                </a:lnTo>
                <a:lnTo>
                  <a:pt x="4" y="5"/>
                </a:lnTo>
                <a:lnTo>
                  <a:pt x="1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61" name=""/>
          <p:cNvSpPr/>
          <p:nvPr/>
        </p:nvSpPr>
        <p:spPr>
          <a:xfrm>
            <a:off x="4499640" y="4742280"/>
            <a:ext cx="1080" cy="2520"/>
          </a:xfrm>
          <a:custGeom>
            <a:avLst/>
            <a:gdLst/>
            <a:ahLst/>
            <a:rect l="0" t="0" r="r" b="b"/>
            <a:pathLst>
              <a:path fill="none" w="3" h="7">
                <a:moveTo>
                  <a:pt x="3" y="0"/>
                </a:moveTo>
                <a:lnTo>
                  <a:pt x="3" y="3"/>
                </a:lnTo>
                <a:lnTo>
                  <a:pt x="3" y="4"/>
                </a:lnTo>
                <a:lnTo>
                  <a:pt x="1" y="7"/>
                </a:lnTo>
                <a:lnTo>
                  <a:pt x="0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62" name=""/>
          <p:cNvSpPr/>
          <p:nvPr/>
        </p:nvSpPr>
        <p:spPr>
          <a:xfrm>
            <a:off x="4485960" y="474696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1" y="2"/>
                </a:lnTo>
                <a:lnTo>
                  <a:pt x="1" y="3"/>
                </a:lnTo>
                <a:lnTo>
                  <a:pt x="3" y="3"/>
                </a:lnTo>
                <a:lnTo>
                  <a:pt x="3" y="2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63" name=""/>
          <p:cNvSpPr/>
          <p:nvPr/>
        </p:nvSpPr>
        <p:spPr>
          <a:xfrm>
            <a:off x="4483800" y="47473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1" y="3"/>
                </a:moveTo>
                <a:lnTo>
                  <a:pt x="1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64" name=""/>
          <p:cNvSpPr/>
          <p:nvPr/>
        </p:nvSpPr>
        <p:spPr>
          <a:xfrm>
            <a:off x="4483440" y="474804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0" y="2"/>
                </a:moveTo>
                <a:lnTo>
                  <a:pt x="0" y="3"/>
                </a:lnTo>
                <a:lnTo>
                  <a:pt x="0" y="4"/>
                </a:lnTo>
                <a:lnTo>
                  <a:pt x="0" y="6"/>
                </a:lnTo>
                <a:lnTo>
                  <a:pt x="2" y="6"/>
                </a:lnTo>
                <a:lnTo>
                  <a:pt x="2" y="4"/>
                </a:lnTo>
                <a:lnTo>
                  <a:pt x="4" y="3"/>
                </a:lnTo>
                <a:lnTo>
                  <a:pt x="4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65" name=""/>
          <p:cNvSpPr/>
          <p:nvPr/>
        </p:nvSpPr>
        <p:spPr>
          <a:xfrm>
            <a:off x="4484160" y="47498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66" name=""/>
          <p:cNvSpPr/>
          <p:nvPr/>
        </p:nvSpPr>
        <p:spPr>
          <a:xfrm>
            <a:off x="4485600" y="47494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4"/>
                </a:moveTo>
                <a:lnTo>
                  <a:pt x="2" y="4"/>
                </a:lnTo>
                <a:lnTo>
                  <a:pt x="2" y="3"/>
                </a:ln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67" name=""/>
          <p:cNvSpPr/>
          <p:nvPr/>
        </p:nvSpPr>
        <p:spPr>
          <a:xfrm>
            <a:off x="4446720" y="47516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2"/>
                </a:move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68" name=""/>
          <p:cNvSpPr/>
          <p:nvPr/>
        </p:nvSpPr>
        <p:spPr>
          <a:xfrm>
            <a:off x="4441320" y="475272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69" name=""/>
          <p:cNvSpPr/>
          <p:nvPr/>
        </p:nvSpPr>
        <p:spPr>
          <a:xfrm>
            <a:off x="4441320" y="4752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70" name=""/>
          <p:cNvSpPr/>
          <p:nvPr/>
        </p:nvSpPr>
        <p:spPr>
          <a:xfrm>
            <a:off x="4443840" y="47527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71" name=""/>
          <p:cNvSpPr/>
          <p:nvPr/>
        </p:nvSpPr>
        <p:spPr>
          <a:xfrm>
            <a:off x="4439880" y="47530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72" name=""/>
          <p:cNvSpPr/>
          <p:nvPr/>
        </p:nvSpPr>
        <p:spPr>
          <a:xfrm>
            <a:off x="4443480" y="4752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2"/>
                </a:moveTo>
                <a:lnTo>
                  <a:pt x="2" y="4"/>
                </a:lnTo>
                <a:lnTo>
                  <a:pt x="2" y="2"/>
                </a:lnTo>
                <a:lnTo>
                  <a:pt x="4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73" name=""/>
          <p:cNvSpPr/>
          <p:nvPr/>
        </p:nvSpPr>
        <p:spPr>
          <a:xfrm>
            <a:off x="4439520" y="4752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2" y="4"/>
                </a:lnTo>
                <a:lnTo>
                  <a:pt x="4" y="4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74" name=""/>
          <p:cNvSpPr/>
          <p:nvPr/>
        </p:nvSpPr>
        <p:spPr>
          <a:xfrm>
            <a:off x="4451400" y="47538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75" name=""/>
          <p:cNvSpPr/>
          <p:nvPr/>
        </p:nvSpPr>
        <p:spPr>
          <a:xfrm>
            <a:off x="4451040" y="47530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1"/>
                </a:move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76" name=""/>
          <p:cNvSpPr/>
          <p:nvPr/>
        </p:nvSpPr>
        <p:spPr>
          <a:xfrm flipV="1">
            <a:off x="4451400" y="47541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77" name=""/>
          <p:cNvSpPr/>
          <p:nvPr/>
        </p:nvSpPr>
        <p:spPr>
          <a:xfrm>
            <a:off x="4508280" y="4752360"/>
            <a:ext cx="3960" cy="2520"/>
          </a:xfrm>
          <a:custGeom>
            <a:avLst/>
            <a:gdLst/>
            <a:ahLst/>
            <a:rect l="0" t="0" r="r" b="b"/>
            <a:pathLst>
              <a:path fill="none" w="11" h="7">
                <a:moveTo>
                  <a:pt x="0" y="7"/>
                </a:moveTo>
                <a:lnTo>
                  <a:pt x="0" y="6"/>
                </a:lnTo>
                <a:lnTo>
                  <a:pt x="2" y="4"/>
                </a:lnTo>
                <a:lnTo>
                  <a:pt x="4" y="1"/>
                </a:lnTo>
                <a:lnTo>
                  <a:pt x="7" y="1"/>
                </a:lnTo>
                <a:lnTo>
                  <a:pt x="9" y="0"/>
                </a:lnTo>
                <a:lnTo>
                  <a:pt x="1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78" name=""/>
          <p:cNvSpPr/>
          <p:nvPr/>
        </p:nvSpPr>
        <p:spPr>
          <a:xfrm flipV="1">
            <a:off x="4451400" y="47545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79" name=""/>
          <p:cNvSpPr/>
          <p:nvPr/>
        </p:nvSpPr>
        <p:spPr>
          <a:xfrm>
            <a:off x="4451040" y="47545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80" name=""/>
          <p:cNvSpPr/>
          <p:nvPr/>
        </p:nvSpPr>
        <p:spPr>
          <a:xfrm>
            <a:off x="4451040" y="47552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81" name=""/>
          <p:cNvSpPr/>
          <p:nvPr/>
        </p:nvSpPr>
        <p:spPr>
          <a:xfrm>
            <a:off x="4508280" y="4754880"/>
            <a:ext cx="3960" cy="2160"/>
          </a:xfrm>
          <a:custGeom>
            <a:avLst/>
            <a:gdLst/>
            <a:ahLst/>
            <a:rect l="0" t="0" r="r" b="b"/>
            <a:pathLst>
              <a:path fill="none" w="11" h="6">
                <a:moveTo>
                  <a:pt x="11" y="0"/>
                </a:moveTo>
                <a:lnTo>
                  <a:pt x="11" y="1"/>
                </a:lnTo>
                <a:lnTo>
                  <a:pt x="10" y="4"/>
                </a:lnTo>
                <a:lnTo>
                  <a:pt x="8" y="6"/>
                </a:lnTo>
                <a:lnTo>
                  <a:pt x="6" y="6"/>
                </a:lnTo>
                <a:lnTo>
                  <a:pt x="3" y="6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82" name=""/>
          <p:cNvSpPr/>
          <p:nvPr/>
        </p:nvSpPr>
        <p:spPr>
          <a:xfrm>
            <a:off x="4415400" y="47577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83" name=""/>
          <p:cNvSpPr/>
          <p:nvPr/>
        </p:nvSpPr>
        <p:spPr>
          <a:xfrm>
            <a:off x="4472640" y="47577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4" y="4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84" name=""/>
          <p:cNvSpPr/>
          <p:nvPr/>
        </p:nvSpPr>
        <p:spPr>
          <a:xfrm flipV="1">
            <a:off x="4435560" y="47592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85" name=""/>
          <p:cNvSpPr/>
          <p:nvPr/>
        </p:nvSpPr>
        <p:spPr>
          <a:xfrm>
            <a:off x="4435560" y="47592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86" name=""/>
          <p:cNvSpPr/>
          <p:nvPr/>
        </p:nvSpPr>
        <p:spPr>
          <a:xfrm>
            <a:off x="4470120" y="475992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87" name=""/>
          <p:cNvSpPr/>
          <p:nvPr/>
        </p:nvSpPr>
        <p:spPr>
          <a:xfrm>
            <a:off x="4439880" y="47599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88" name=""/>
          <p:cNvSpPr/>
          <p:nvPr/>
        </p:nvSpPr>
        <p:spPr>
          <a:xfrm>
            <a:off x="4440240" y="47602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89" name=""/>
          <p:cNvSpPr/>
          <p:nvPr/>
        </p:nvSpPr>
        <p:spPr>
          <a:xfrm>
            <a:off x="4470480" y="475992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90" name=""/>
          <p:cNvSpPr/>
          <p:nvPr/>
        </p:nvSpPr>
        <p:spPr>
          <a:xfrm>
            <a:off x="4439520" y="47602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91" name=""/>
          <p:cNvSpPr/>
          <p:nvPr/>
        </p:nvSpPr>
        <p:spPr>
          <a:xfrm flipH="1">
            <a:off x="4470840" y="47606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92" name=""/>
          <p:cNvSpPr/>
          <p:nvPr/>
        </p:nvSpPr>
        <p:spPr>
          <a:xfrm>
            <a:off x="4470840" y="47599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1" y="5"/>
                </a:move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93" name=""/>
          <p:cNvSpPr/>
          <p:nvPr/>
        </p:nvSpPr>
        <p:spPr>
          <a:xfrm>
            <a:off x="4470480" y="47602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94" name=""/>
          <p:cNvSpPr/>
          <p:nvPr/>
        </p:nvSpPr>
        <p:spPr>
          <a:xfrm>
            <a:off x="4436280" y="47610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95" name=""/>
          <p:cNvSpPr/>
          <p:nvPr/>
        </p:nvSpPr>
        <p:spPr>
          <a:xfrm>
            <a:off x="4470120" y="47602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lnTo>
                  <a:pt x="3" y="3"/>
                </a:lnTo>
                <a:lnTo>
                  <a:pt x="4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96" name=""/>
          <p:cNvSpPr/>
          <p:nvPr/>
        </p:nvSpPr>
        <p:spPr>
          <a:xfrm>
            <a:off x="4496760" y="47620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3" y="3"/>
                </a:moveTo>
                <a:lnTo>
                  <a:pt x="4" y="2"/>
                </a:lnTo>
                <a:lnTo>
                  <a:pt x="3" y="2"/>
                </a:ln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  <a:lnTo>
                  <a:pt x="1" y="2"/>
                </a:lnTo>
                <a:lnTo>
                  <a:pt x="1" y="3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97" name=""/>
          <p:cNvSpPr/>
          <p:nvPr/>
        </p:nvSpPr>
        <p:spPr>
          <a:xfrm>
            <a:off x="4537440" y="4761720"/>
            <a:ext cx="1080" cy="2880"/>
          </a:xfrm>
          <a:custGeom>
            <a:avLst/>
            <a:gdLst/>
            <a:ahLst/>
            <a:rect l="0" t="0" r="r" b="b"/>
            <a:pathLst>
              <a:path fill="none" w="3" h="8">
                <a:moveTo>
                  <a:pt x="0" y="0"/>
                </a:moveTo>
                <a:lnTo>
                  <a:pt x="0" y="1"/>
                </a:lnTo>
                <a:lnTo>
                  <a:pt x="2" y="2"/>
                </a:lnTo>
                <a:lnTo>
                  <a:pt x="3" y="4"/>
                </a:lnTo>
                <a:lnTo>
                  <a:pt x="3" y="7"/>
                </a:lnTo>
                <a:lnTo>
                  <a:pt x="2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98" name=""/>
          <p:cNvSpPr/>
          <p:nvPr/>
        </p:nvSpPr>
        <p:spPr>
          <a:xfrm>
            <a:off x="4536000" y="4762080"/>
            <a:ext cx="1800" cy="2520"/>
          </a:xfrm>
          <a:custGeom>
            <a:avLst/>
            <a:gdLst/>
            <a:ahLst/>
            <a:rect l="0" t="0" r="r" b="b"/>
            <a:pathLst>
              <a:path fill="none" w="5" h="7">
                <a:moveTo>
                  <a:pt x="5" y="7"/>
                </a:moveTo>
                <a:lnTo>
                  <a:pt x="3" y="7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99" name=""/>
          <p:cNvSpPr/>
          <p:nvPr/>
        </p:nvSpPr>
        <p:spPr>
          <a:xfrm>
            <a:off x="4429080" y="476604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00" name=""/>
          <p:cNvSpPr/>
          <p:nvPr/>
        </p:nvSpPr>
        <p:spPr>
          <a:xfrm>
            <a:off x="4429440" y="4766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01" name=""/>
          <p:cNvSpPr/>
          <p:nvPr/>
        </p:nvSpPr>
        <p:spPr>
          <a:xfrm>
            <a:off x="4423320" y="4763160"/>
            <a:ext cx="1440" cy="5040"/>
          </a:xfrm>
          <a:custGeom>
            <a:avLst/>
            <a:gdLst/>
            <a:ahLst/>
            <a:rect l="0" t="0" r="r" b="b"/>
            <a:pathLst>
              <a:path fill="none" w="4" h="14">
                <a:moveTo>
                  <a:pt x="0" y="13"/>
                </a:moveTo>
                <a:lnTo>
                  <a:pt x="0" y="12"/>
                </a:lnTo>
                <a:lnTo>
                  <a:pt x="1" y="11"/>
                </a:lnTo>
                <a:lnTo>
                  <a:pt x="1" y="8"/>
                </a:lnTo>
                <a:lnTo>
                  <a:pt x="1" y="6"/>
                </a:lnTo>
                <a:lnTo>
                  <a:pt x="2" y="4"/>
                </a:lnTo>
                <a:lnTo>
                  <a:pt x="2" y="3"/>
                </a:lnTo>
                <a:lnTo>
                  <a:pt x="1" y="2"/>
                </a:lnTo>
                <a:lnTo>
                  <a:pt x="1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4" y="5"/>
                </a:lnTo>
                <a:lnTo>
                  <a:pt x="4" y="7"/>
                </a:lnTo>
                <a:lnTo>
                  <a:pt x="4" y="9"/>
                </a:lnTo>
                <a:lnTo>
                  <a:pt x="4" y="11"/>
                </a:lnTo>
                <a:lnTo>
                  <a:pt x="4" y="12"/>
                </a:lnTo>
                <a:lnTo>
                  <a:pt x="2" y="14"/>
                </a:lnTo>
                <a:lnTo>
                  <a:pt x="1" y="14"/>
                </a:lnTo>
                <a:lnTo>
                  <a:pt x="0" y="14"/>
                </a:lnTo>
                <a:lnTo>
                  <a:pt x="0" y="1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0" rIns="504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02" name=""/>
          <p:cNvSpPr/>
          <p:nvPr/>
        </p:nvSpPr>
        <p:spPr>
          <a:xfrm>
            <a:off x="4448520" y="4768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03" name=""/>
          <p:cNvSpPr/>
          <p:nvPr/>
        </p:nvSpPr>
        <p:spPr>
          <a:xfrm>
            <a:off x="4447800" y="4767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3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04" name=""/>
          <p:cNvSpPr/>
          <p:nvPr/>
        </p:nvSpPr>
        <p:spPr>
          <a:xfrm>
            <a:off x="4448160" y="47685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05" name=""/>
          <p:cNvSpPr/>
          <p:nvPr/>
        </p:nvSpPr>
        <p:spPr>
          <a:xfrm>
            <a:off x="4449240" y="47674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2" y="3"/>
                </a:lnTo>
                <a:lnTo>
                  <a:pt x="2" y="2"/>
                </a:lnTo>
                <a:lnTo>
                  <a:pt x="4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06" name=""/>
          <p:cNvSpPr/>
          <p:nvPr/>
        </p:nvSpPr>
        <p:spPr>
          <a:xfrm>
            <a:off x="4447080" y="47685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07" name=""/>
          <p:cNvSpPr/>
          <p:nvPr/>
        </p:nvSpPr>
        <p:spPr>
          <a:xfrm>
            <a:off x="4446000" y="47689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0"/>
                </a:moveTo>
                <a:lnTo>
                  <a:pt x="0" y="2"/>
                </a:lnTo>
                <a:lnTo>
                  <a:pt x="2" y="4"/>
                </a:lnTo>
                <a:lnTo>
                  <a:pt x="3" y="4"/>
                </a:lnTo>
                <a:lnTo>
                  <a:pt x="3" y="2"/>
                </a:lnTo>
                <a:lnTo>
                  <a:pt x="5" y="2"/>
                </a:lnTo>
                <a:lnTo>
                  <a:pt x="3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08" name=""/>
          <p:cNvSpPr/>
          <p:nvPr/>
        </p:nvSpPr>
        <p:spPr>
          <a:xfrm>
            <a:off x="4448880" y="4768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0"/>
                </a:move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09" name=""/>
          <p:cNvSpPr/>
          <p:nvPr/>
        </p:nvSpPr>
        <p:spPr>
          <a:xfrm flipH="1">
            <a:off x="4477320" y="47707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10" name=""/>
          <p:cNvSpPr/>
          <p:nvPr/>
        </p:nvSpPr>
        <p:spPr>
          <a:xfrm>
            <a:off x="4478040" y="477072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11" name=""/>
          <p:cNvSpPr/>
          <p:nvPr/>
        </p:nvSpPr>
        <p:spPr>
          <a:xfrm>
            <a:off x="4444560" y="47700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0" y="0"/>
                </a:move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4" y="3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12" name=""/>
          <p:cNvSpPr/>
          <p:nvPr/>
        </p:nvSpPr>
        <p:spPr>
          <a:xfrm>
            <a:off x="4477320" y="477108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13" name=""/>
          <p:cNvSpPr/>
          <p:nvPr/>
        </p:nvSpPr>
        <p:spPr>
          <a:xfrm>
            <a:off x="4478040" y="477108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14" name=""/>
          <p:cNvSpPr/>
          <p:nvPr/>
        </p:nvSpPr>
        <p:spPr>
          <a:xfrm>
            <a:off x="4479120" y="47707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15" name=""/>
          <p:cNvSpPr/>
          <p:nvPr/>
        </p:nvSpPr>
        <p:spPr>
          <a:xfrm>
            <a:off x="4443840" y="47703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0" y="1"/>
                </a:lnTo>
                <a:lnTo>
                  <a:pt x="0" y="3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16" name=""/>
          <p:cNvSpPr/>
          <p:nvPr/>
        </p:nvSpPr>
        <p:spPr>
          <a:xfrm>
            <a:off x="4476600" y="477072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17" name=""/>
          <p:cNvSpPr/>
          <p:nvPr/>
        </p:nvSpPr>
        <p:spPr>
          <a:xfrm>
            <a:off x="4446360" y="477144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18" name=""/>
          <p:cNvSpPr/>
          <p:nvPr/>
        </p:nvSpPr>
        <p:spPr>
          <a:xfrm flipV="1">
            <a:off x="4477320" y="4771080"/>
            <a:ext cx="0" cy="72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19" name=""/>
          <p:cNvSpPr/>
          <p:nvPr/>
        </p:nvSpPr>
        <p:spPr>
          <a:xfrm>
            <a:off x="4438800" y="47710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2"/>
                </a:moveTo>
                <a:lnTo>
                  <a:pt x="2" y="4"/>
                </a:lnTo>
                <a:lnTo>
                  <a:pt x="4" y="4"/>
                </a:lnTo>
                <a:lnTo>
                  <a:pt x="4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20" name=""/>
          <p:cNvSpPr/>
          <p:nvPr/>
        </p:nvSpPr>
        <p:spPr>
          <a:xfrm>
            <a:off x="4442400" y="477108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0" y="1"/>
                </a:moveTo>
                <a:lnTo>
                  <a:pt x="2" y="3"/>
                </a:lnTo>
                <a:lnTo>
                  <a:pt x="3" y="3"/>
                </a:lnTo>
                <a:lnTo>
                  <a:pt x="5" y="3"/>
                </a:lnTo>
                <a:lnTo>
                  <a:pt x="5" y="1"/>
                </a:ln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21" name=""/>
          <p:cNvSpPr/>
          <p:nvPr/>
        </p:nvSpPr>
        <p:spPr>
          <a:xfrm>
            <a:off x="4447080" y="47710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2"/>
                </a:moveTo>
                <a:lnTo>
                  <a:pt x="0" y="4"/>
                </a:lnTo>
                <a:lnTo>
                  <a:pt x="2" y="4"/>
                </a:ln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22" name=""/>
          <p:cNvSpPr/>
          <p:nvPr/>
        </p:nvSpPr>
        <p:spPr>
          <a:xfrm>
            <a:off x="4445640" y="47710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0"/>
                </a:moveTo>
                <a:lnTo>
                  <a:pt x="0" y="1"/>
                </a:lnTo>
                <a:lnTo>
                  <a:pt x="1" y="3"/>
                </a:lnTo>
                <a:lnTo>
                  <a:pt x="3" y="4"/>
                </a:lnTo>
                <a:lnTo>
                  <a:pt x="4" y="3"/>
                </a:lnTo>
                <a:lnTo>
                  <a:pt x="4" y="1"/>
                </a:lnTo>
                <a:lnTo>
                  <a:pt x="3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23" name=""/>
          <p:cNvSpPr/>
          <p:nvPr/>
        </p:nvSpPr>
        <p:spPr>
          <a:xfrm>
            <a:off x="4438800" y="4771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24" name=""/>
          <p:cNvSpPr/>
          <p:nvPr/>
        </p:nvSpPr>
        <p:spPr>
          <a:xfrm>
            <a:off x="4478760" y="477108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0"/>
                </a:move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25" name=""/>
          <p:cNvSpPr/>
          <p:nvPr/>
        </p:nvSpPr>
        <p:spPr>
          <a:xfrm>
            <a:off x="4440240" y="47714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4" y="3"/>
                </a:lnTo>
                <a:lnTo>
                  <a:pt x="4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26" name=""/>
          <p:cNvSpPr/>
          <p:nvPr/>
        </p:nvSpPr>
        <p:spPr>
          <a:xfrm>
            <a:off x="4479120" y="47714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27" name=""/>
          <p:cNvSpPr/>
          <p:nvPr/>
        </p:nvSpPr>
        <p:spPr>
          <a:xfrm>
            <a:off x="4478400" y="4772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28" name=""/>
          <p:cNvSpPr/>
          <p:nvPr/>
        </p:nvSpPr>
        <p:spPr>
          <a:xfrm flipH="1">
            <a:off x="4477680" y="47725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29" name=""/>
          <p:cNvSpPr/>
          <p:nvPr/>
        </p:nvSpPr>
        <p:spPr>
          <a:xfrm>
            <a:off x="4445280" y="47718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30" name=""/>
          <p:cNvSpPr/>
          <p:nvPr/>
        </p:nvSpPr>
        <p:spPr>
          <a:xfrm>
            <a:off x="4438440" y="477144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1" y="2"/>
                </a:moveTo>
                <a:lnTo>
                  <a:pt x="1" y="0"/>
                </a:lnTo>
                <a:lnTo>
                  <a:pt x="0" y="0"/>
                </a:lnTo>
                <a:lnTo>
                  <a:pt x="0" y="2"/>
                </a:lnTo>
                <a:lnTo>
                  <a:pt x="0" y="3"/>
                </a:lnTo>
                <a:lnTo>
                  <a:pt x="1" y="5"/>
                </a:lnTo>
                <a:lnTo>
                  <a:pt x="1" y="3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31" name=""/>
          <p:cNvSpPr/>
          <p:nvPr/>
        </p:nvSpPr>
        <p:spPr>
          <a:xfrm>
            <a:off x="4476960" y="47718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32" name=""/>
          <p:cNvSpPr/>
          <p:nvPr/>
        </p:nvSpPr>
        <p:spPr>
          <a:xfrm>
            <a:off x="4476600" y="47718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0"/>
                </a:moveTo>
                <a:lnTo>
                  <a:pt x="0" y="1"/>
                </a:lnTo>
                <a:lnTo>
                  <a:pt x="1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33" name=""/>
          <p:cNvSpPr/>
          <p:nvPr/>
        </p:nvSpPr>
        <p:spPr>
          <a:xfrm>
            <a:off x="4437360" y="47718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4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34" name=""/>
          <p:cNvSpPr/>
          <p:nvPr/>
        </p:nvSpPr>
        <p:spPr>
          <a:xfrm>
            <a:off x="4478040" y="477252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0" y="0"/>
                </a:move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35" name=""/>
          <p:cNvSpPr/>
          <p:nvPr/>
        </p:nvSpPr>
        <p:spPr>
          <a:xfrm>
            <a:off x="4477320" y="47725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36" name=""/>
          <p:cNvSpPr/>
          <p:nvPr/>
        </p:nvSpPr>
        <p:spPr>
          <a:xfrm>
            <a:off x="4437000" y="47725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37" name=""/>
          <p:cNvSpPr/>
          <p:nvPr/>
        </p:nvSpPr>
        <p:spPr>
          <a:xfrm>
            <a:off x="4444200" y="47725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0"/>
                </a:moveTo>
                <a:lnTo>
                  <a:pt x="0" y="1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3" y="3"/>
                </a:lnTo>
                <a:lnTo>
                  <a:pt x="3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38" name=""/>
          <p:cNvSpPr/>
          <p:nvPr/>
        </p:nvSpPr>
        <p:spPr>
          <a:xfrm>
            <a:off x="4436640" y="477288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3"/>
                </a:lnTo>
                <a:lnTo>
                  <a:pt x="0" y="5"/>
                </a:lnTo>
                <a:lnTo>
                  <a:pt x="2" y="5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39" name=""/>
          <p:cNvSpPr/>
          <p:nvPr/>
        </p:nvSpPr>
        <p:spPr>
          <a:xfrm>
            <a:off x="4443480" y="4773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0" y="2"/>
                </a:lnTo>
                <a:lnTo>
                  <a:pt x="2" y="4"/>
                </a:ln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40" name=""/>
          <p:cNvSpPr/>
          <p:nvPr/>
        </p:nvSpPr>
        <p:spPr>
          <a:xfrm>
            <a:off x="4442760" y="47739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0" y="0"/>
                </a:moveTo>
                <a:lnTo>
                  <a:pt x="0" y="1"/>
                </a:lnTo>
                <a:lnTo>
                  <a:pt x="2" y="3"/>
                </a:lnTo>
                <a:lnTo>
                  <a:pt x="4" y="1"/>
                </a:ln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41" name=""/>
          <p:cNvSpPr/>
          <p:nvPr/>
        </p:nvSpPr>
        <p:spPr>
          <a:xfrm>
            <a:off x="4508280" y="47739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42" name=""/>
          <p:cNvSpPr/>
          <p:nvPr/>
        </p:nvSpPr>
        <p:spPr>
          <a:xfrm>
            <a:off x="4506840" y="477432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2" y="1"/>
                </a:moveTo>
                <a:lnTo>
                  <a:pt x="2" y="2"/>
                </a:lnTo>
                <a:lnTo>
                  <a:pt x="2" y="4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43" name=""/>
          <p:cNvSpPr/>
          <p:nvPr/>
        </p:nvSpPr>
        <p:spPr>
          <a:xfrm>
            <a:off x="4440600" y="47750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44" name=""/>
          <p:cNvSpPr/>
          <p:nvPr/>
        </p:nvSpPr>
        <p:spPr>
          <a:xfrm>
            <a:off x="4510440" y="47757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45" name=""/>
          <p:cNvSpPr/>
          <p:nvPr/>
        </p:nvSpPr>
        <p:spPr>
          <a:xfrm>
            <a:off x="4510440" y="4776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46" name=""/>
          <p:cNvSpPr/>
          <p:nvPr/>
        </p:nvSpPr>
        <p:spPr>
          <a:xfrm>
            <a:off x="4439520" y="47757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2"/>
                </a:move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47" name=""/>
          <p:cNvSpPr/>
          <p:nvPr/>
        </p:nvSpPr>
        <p:spPr>
          <a:xfrm>
            <a:off x="4511160" y="47761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48" name=""/>
          <p:cNvSpPr/>
          <p:nvPr/>
        </p:nvSpPr>
        <p:spPr>
          <a:xfrm>
            <a:off x="4436280" y="477648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0"/>
                </a:move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49" name=""/>
          <p:cNvSpPr/>
          <p:nvPr/>
        </p:nvSpPr>
        <p:spPr>
          <a:xfrm>
            <a:off x="4512600" y="477684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50" name=""/>
          <p:cNvSpPr/>
          <p:nvPr/>
        </p:nvSpPr>
        <p:spPr>
          <a:xfrm>
            <a:off x="4488120" y="4774680"/>
            <a:ext cx="2880" cy="3240"/>
          </a:xfrm>
          <a:custGeom>
            <a:avLst/>
            <a:gdLst/>
            <a:ahLst/>
            <a:rect l="0" t="0" r="r" b="b"/>
            <a:pathLst>
              <a:path fill="none" w="8" h="9">
                <a:moveTo>
                  <a:pt x="2" y="9"/>
                </a:moveTo>
                <a:lnTo>
                  <a:pt x="2" y="7"/>
                </a:lnTo>
                <a:lnTo>
                  <a:pt x="0" y="5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3" y="1"/>
                </a:lnTo>
                <a:lnTo>
                  <a:pt x="4" y="0"/>
                </a:lnTo>
                <a:lnTo>
                  <a:pt x="6" y="0"/>
                </a:lnTo>
                <a:lnTo>
                  <a:pt x="8" y="0"/>
                </a:lnTo>
                <a:lnTo>
                  <a:pt x="8" y="2"/>
                </a:lnTo>
                <a:lnTo>
                  <a:pt x="6" y="4"/>
                </a:lnTo>
                <a:lnTo>
                  <a:pt x="5" y="5"/>
                </a:lnTo>
                <a:lnTo>
                  <a:pt x="5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51" name=""/>
          <p:cNvSpPr/>
          <p:nvPr/>
        </p:nvSpPr>
        <p:spPr>
          <a:xfrm>
            <a:off x="4512600" y="47772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52" name=""/>
          <p:cNvSpPr/>
          <p:nvPr/>
        </p:nvSpPr>
        <p:spPr>
          <a:xfrm>
            <a:off x="4488840" y="4775400"/>
            <a:ext cx="1080" cy="3240"/>
          </a:xfrm>
          <a:custGeom>
            <a:avLst/>
            <a:gdLst/>
            <a:ahLst/>
            <a:rect l="0" t="0" r="r" b="b"/>
            <a:pathLst>
              <a:path fill="none" w="3" h="9">
                <a:moveTo>
                  <a:pt x="0" y="6"/>
                </a:moveTo>
                <a:lnTo>
                  <a:pt x="0" y="4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1" y="2"/>
                </a:lnTo>
                <a:lnTo>
                  <a:pt x="1" y="4"/>
                </a:lnTo>
                <a:lnTo>
                  <a:pt x="1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1" y="9"/>
                </a:ln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53" name=""/>
          <p:cNvSpPr/>
          <p:nvPr/>
        </p:nvSpPr>
        <p:spPr>
          <a:xfrm>
            <a:off x="4437000" y="477792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0" y="0"/>
                </a:moveTo>
                <a:lnTo>
                  <a:pt x="0" y="1"/>
                </a:lnTo>
                <a:lnTo>
                  <a:pt x="0" y="4"/>
                </a:lnTo>
                <a:lnTo>
                  <a:pt x="0" y="5"/>
                </a:lnTo>
                <a:lnTo>
                  <a:pt x="1" y="5"/>
                </a:lnTo>
                <a:lnTo>
                  <a:pt x="3" y="5"/>
                </a:lnTo>
                <a:lnTo>
                  <a:pt x="3" y="4"/>
                </a:lnTo>
                <a:lnTo>
                  <a:pt x="3" y="3"/>
                </a:lnTo>
                <a:lnTo>
                  <a:pt x="3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54" name=""/>
          <p:cNvSpPr/>
          <p:nvPr/>
        </p:nvSpPr>
        <p:spPr>
          <a:xfrm>
            <a:off x="4488480" y="4777200"/>
            <a:ext cx="1440" cy="2520"/>
          </a:xfrm>
          <a:custGeom>
            <a:avLst/>
            <a:gdLst/>
            <a:ahLst/>
            <a:rect l="0" t="0" r="r" b="b"/>
            <a:pathLst>
              <a:path fill="none" w="4" h="7">
                <a:moveTo>
                  <a:pt x="4" y="0"/>
                </a:moveTo>
                <a:lnTo>
                  <a:pt x="4" y="1"/>
                </a:lnTo>
                <a:lnTo>
                  <a:pt x="4" y="2"/>
                </a:lnTo>
                <a:lnTo>
                  <a:pt x="4" y="3"/>
                </a:lnTo>
                <a:lnTo>
                  <a:pt x="3" y="4"/>
                </a:lnTo>
                <a:lnTo>
                  <a:pt x="3" y="7"/>
                </a:lnTo>
                <a:lnTo>
                  <a:pt x="1" y="7"/>
                </a:lnTo>
                <a:lnTo>
                  <a:pt x="1" y="6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55" name=""/>
          <p:cNvSpPr/>
          <p:nvPr/>
        </p:nvSpPr>
        <p:spPr>
          <a:xfrm>
            <a:off x="4396320" y="477900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5" y="1"/>
                </a:lnTo>
                <a:lnTo>
                  <a:pt x="3" y="3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56" name=""/>
          <p:cNvSpPr/>
          <p:nvPr/>
        </p:nvSpPr>
        <p:spPr>
          <a:xfrm>
            <a:off x="4394880" y="47793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57" name=""/>
          <p:cNvSpPr/>
          <p:nvPr/>
        </p:nvSpPr>
        <p:spPr>
          <a:xfrm>
            <a:off x="4395960" y="47793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1"/>
                </a:move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58" name=""/>
          <p:cNvSpPr/>
          <p:nvPr/>
        </p:nvSpPr>
        <p:spPr>
          <a:xfrm>
            <a:off x="4396320" y="4779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59" name=""/>
          <p:cNvSpPr/>
          <p:nvPr/>
        </p:nvSpPr>
        <p:spPr>
          <a:xfrm>
            <a:off x="4393800" y="4780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60" name=""/>
          <p:cNvSpPr/>
          <p:nvPr/>
        </p:nvSpPr>
        <p:spPr>
          <a:xfrm>
            <a:off x="4394160" y="47800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61" name=""/>
          <p:cNvSpPr/>
          <p:nvPr/>
        </p:nvSpPr>
        <p:spPr>
          <a:xfrm>
            <a:off x="4393440" y="47808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62" name=""/>
          <p:cNvSpPr/>
          <p:nvPr/>
        </p:nvSpPr>
        <p:spPr>
          <a:xfrm>
            <a:off x="4393440" y="4780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63" name=""/>
          <p:cNvSpPr/>
          <p:nvPr/>
        </p:nvSpPr>
        <p:spPr>
          <a:xfrm>
            <a:off x="4498560" y="47818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64" name=""/>
          <p:cNvSpPr/>
          <p:nvPr/>
        </p:nvSpPr>
        <p:spPr>
          <a:xfrm>
            <a:off x="4391640" y="4782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65" name=""/>
          <p:cNvSpPr/>
          <p:nvPr/>
        </p:nvSpPr>
        <p:spPr>
          <a:xfrm>
            <a:off x="4391640" y="4782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66" name=""/>
          <p:cNvSpPr/>
          <p:nvPr/>
        </p:nvSpPr>
        <p:spPr>
          <a:xfrm>
            <a:off x="4392360" y="47822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0"/>
                </a:move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67" name=""/>
          <p:cNvSpPr/>
          <p:nvPr/>
        </p:nvSpPr>
        <p:spPr>
          <a:xfrm>
            <a:off x="4391640" y="47836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68" name=""/>
          <p:cNvSpPr/>
          <p:nvPr/>
        </p:nvSpPr>
        <p:spPr>
          <a:xfrm>
            <a:off x="4390920" y="4783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3"/>
                </a:moveTo>
                <a:lnTo>
                  <a:pt x="1" y="4"/>
                </a:lnTo>
                <a:lnTo>
                  <a:pt x="0" y="4"/>
                </a:lnTo>
                <a:lnTo>
                  <a:pt x="1" y="3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69" name=""/>
          <p:cNvSpPr/>
          <p:nvPr/>
        </p:nvSpPr>
        <p:spPr>
          <a:xfrm>
            <a:off x="4522680" y="47872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70" name=""/>
          <p:cNvSpPr/>
          <p:nvPr/>
        </p:nvSpPr>
        <p:spPr>
          <a:xfrm>
            <a:off x="4474800" y="47898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2" y="1"/>
                </a:lnTo>
                <a:lnTo>
                  <a:pt x="2" y="3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71" name=""/>
          <p:cNvSpPr/>
          <p:nvPr/>
        </p:nvSpPr>
        <p:spPr>
          <a:xfrm>
            <a:off x="4474440" y="4788720"/>
            <a:ext cx="1440" cy="2880"/>
          </a:xfrm>
          <a:custGeom>
            <a:avLst/>
            <a:gdLst/>
            <a:ahLst/>
            <a:rect l="0" t="0" r="r" b="b"/>
            <a:pathLst>
              <a:path fill="none" w="4" h="8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3" y="8"/>
                </a:lnTo>
                <a:lnTo>
                  <a:pt x="4" y="8"/>
                </a:lnTo>
                <a:lnTo>
                  <a:pt x="4" y="7"/>
                </a:lnTo>
                <a:lnTo>
                  <a:pt x="4" y="6"/>
                </a:lnTo>
                <a:lnTo>
                  <a:pt x="4" y="5"/>
                </a:lnTo>
                <a:lnTo>
                  <a:pt x="3" y="2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72" name=""/>
          <p:cNvSpPr/>
          <p:nvPr/>
        </p:nvSpPr>
        <p:spPr>
          <a:xfrm>
            <a:off x="4491000" y="479160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73" name=""/>
          <p:cNvSpPr/>
          <p:nvPr/>
        </p:nvSpPr>
        <p:spPr>
          <a:xfrm>
            <a:off x="4491360" y="47919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74" name=""/>
          <p:cNvSpPr/>
          <p:nvPr/>
        </p:nvSpPr>
        <p:spPr>
          <a:xfrm>
            <a:off x="4490640" y="4791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75" name=""/>
          <p:cNvSpPr/>
          <p:nvPr/>
        </p:nvSpPr>
        <p:spPr>
          <a:xfrm>
            <a:off x="4491000" y="47919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76" name=""/>
          <p:cNvSpPr/>
          <p:nvPr/>
        </p:nvSpPr>
        <p:spPr>
          <a:xfrm flipH="1">
            <a:off x="4491360" y="47919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77" name=""/>
          <p:cNvSpPr/>
          <p:nvPr/>
        </p:nvSpPr>
        <p:spPr>
          <a:xfrm flipH="1">
            <a:off x="4491000" y="47923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78" name=""/>
          <p:cNvSpPr/>
          <p:nvPr/>
        </p:nvSpPr>
        <p:spPr>
          <a:xfrm>
            <a:off x="4490640" y="479160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3" y="0"/>
                </a:moveTo>
                <a:lnTo>
                  <a:pt x="5" y="0"/>
                </a:lnTo>
                <a:lnTo>
                  <a:pt x="5" y="2"/>
                </a:lnTo>
                <a:lnTo>
                  <a:pt x="3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79" name=""/>
          <p:cNvSpPr/>
          <p:nvPr/>
        </p:nvSpPr>
        <p:spPr>
          <a:xfrm>
            <a:off x="4508280" y="4797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80" name=""/>
          <p:cNvSpPr/>
          <p:nvPr/>
        </p:nvSpPr>
        <p:spPr>
          <a:xfrm>
            <a:off x="4507920" y="479736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0"/>
                </a:move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81" name=""/>
          <p:cNvSpPr/>
          <p:nvPr/>
        </p:nvSpPr>
        <p:spPr>
          <a:xfrm>
            <a:off x="4516200" y="4801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82" name=""/>
          <p:cNvSpPr/>
          <p:nvPr/>
        </p:nvSpPr>
        <p:spPr>
          <a:xfrm>
            <a:off x="4515480" y="48016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3"/>
                </a:lnTo>
                <a:lnTo>
                  <a:pt x="4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83" name=""/>
          <p:cNvSpPr/>
          <p:nvPr/>
        </p:nvSpPr>
        <p:spPr>
          <a:xfrm>
            <a:off x="4419000" y="48034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84" name=""/>
          <p:cNvSpPr/>
          <p:nvPr/>
        </p:nvSpPr>
        <p:spPr>
          <a:xfrm>
            <a:off x="4416480" y="4803120"/>
            <a:ext cx="3240" cy="2880"/>
          </a:xfrm>
          <a:custGeom>
            <a:avLst/>
            <a:gdLst/>
            <a:ahLst/>
            <a:rect l="0" t="0" r="r" b="b"/>
            <a:pathLst>
              <a:path fill="none" w="9" h="8">
                <a:moveTo>
                  <a:pt x="6" y="2"/>
                </a:moveTo>
                <a:lnTo>
                  <a:pt x="5" y="2"/>
                </a:lnTo>
                <a:lnTo>
                  <a:pt x="4" y="3"/>
                </a:lnTo>
                <a:lnTo>
                  <a:pt x="3" y="3"/>
                </a:lnTo>
                <a:lnTo>
                  <a:pt x="2" y="4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1" y="8"/>
                </a:lnTo>
                <a:lnTo>
                  <a:pt x="2" y="8"/>
                </a:lnTo>
                <a:lnTo>
                  <a:pt x="2" y="6"/>
                </a:lnTo>
                <a:lnTo>
                  <a:pt x="3" y="6"/>
                </a:lnTo>
                <a:lnTo>
                  <a:pt x="4" y="6"/>
                </a:lnTo>
                <a:lnTo>
                  <a:pt x="5" y="5"/>
                </a:lnTo>
                <a:lnTo>
                  <a:pt x="6" y="4"/>
                </a:lnTo>
                <a:lnTo>
                  <a:pt x="7" y="4"/>
                </a:lnTo>
                <a:lnTo>
                  <a:pt x="7" y="3"/>
                </a:lnTo>
                <a:lnTo>
                  <a:pt x="9" y="3"/>
                </a:lnTo>
                <a:lnTo>
                  <a:pt x="9" y="2"/>
                </a:lnTo>
                <a:lnTo>
                  <a:pt x="7" y="0"/>
                </a:lnTo>
                <a:lnTo>
                  <a:pt x="7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85" name=""/>
          <p:cNvSpPr/>
          <p:nvPr/>
        </p:nvSpPr>
        <p:spPr>
          <a:xfrm>
            <a:off x="4375080" y="4806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86" name=""/>
          <p:cNvSpPr/>
          <p:nvPr/>
        </p:nvSpPr>
        <p:spPr>
          <a:xfrm>
            <a:off x="4390560" y="48070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87" name=""/>
          <p:cNvSpPr/>
          <p:nvPr/>
        </p:nvSpPr>
        <p:spPr>
          <a:xfrm>
            <a:off x="4502160" y="4807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88" name=""/>
          <p:cNvSpPr/>
          <p:nvPr/>
        </p:nvSpPr>
        <p:spPr>
          <a:xfrm>
            <a:off x="4391280" y="4807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89" name=""/>
          <p:cNvSpPr/>
          <p:nvPr/>
        </p:nvSpPr>
        <p:spPr>
          <a:xfrm>
            <a:off x="4502160" y="480708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0"/>
                </a:moveTo>
                <a:lnTo>
                  <a:pt x="3" y="1"/>
                </a:lnTo>
                <a:lnTo>
                  <a:pt x="3" y="3"/>
                </a:lnTo>
                <a:lnTo>
                  <a:pt x="2" y="1"/>
                </a:lnTo>
                <a:lnTo>
                  <a:pt x="0" y="1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90" name=""/>
          <p:cNvSpPr/>
          <p:nvPr/>
        </p:nvSpPr>
        <p:spPr>
          <a:xfrm flipV="1">
            <a:off x="4501800" y="480744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91" name=""/>
          <p:cNvSpPr/>
          <p:nvPr/>
        </p:nvSpPr>
        <p:spPr>
          <a:xfrm>
            <a:off x="4371120" y="48074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92" name=""/>
          <p:cNvSpPr/>
          <p:nvPr/>
        </p:nvSpPr>
        <p:spPr>
          <a:xfrm>
            <a:off x="4390200" y="480672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  <a:lnTo>
                  <a:pt x="6" y="4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93" name=""/>
          <p:cNvSpPr/>
          <p:nvPr/>
        </p:nvSpPr>
        <p:spPr>
          <a:xfrm>
            <a:off x="4501800" y="48078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94" name=""/>
          <p:cNvSpPr/>
          <p:nvPr/>
        </p:nvSpPr>
        <p:spPr>
          <a:xfrm>
            <a:off x="4371480" y="4808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95" name=""/>
          <p:cNvSpPr/>
          <p:nvPr/>
        </p:nvSpPr>
        <p:spPr>
          <a:xfrm>
            <a:off x="4371120" y="480816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2" y="3"/>
                </a:moveTo>
                <a:lnTo>
                  <a:pt x="3" y="3"/>
                </a:lnTo>
                <a:lnTo>
                  <a:pt x="5" y="2"/>
                </a:lnTo>
                <a:lnTo>
                  <a:pt x="3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96" name=""/>
          <p:cNvSpPr/>
          <p:nvPr/>
        </p:nvSpPr>
        <p:spPr>
          <a:xfrm>
            <a:off x="4448520" y="48085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1" y="3"/>
                </a:moveTo>
                <a:lnTo>
                  <a:pt x="0" y="3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97" name=""/>
          <p:cNvSpPr/>
          <p:nvPr/>
        </p:nvSpPr>
        <p:spPr>
          <a:xfrm>
            <a:off x="4369320" y="48078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4"/>
                </a:moveTo>
                <a:lnTo>
                  <a:pt x="1" y="4"/>
                </a:lnTo>
                <a:lnTo>
                  <a:pt x="1" y="2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98" name=""/>
          <p:cNvSpPr/>
          <p:nvPr/>
        </p:nvSpPr>
        <p:spPr>
          <a:xfrm>
            <a:off x="4427640" y="48081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1"/>
                </a:move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  <a:lnTo>
                  <a:pt x="4" y="4"/>
                </a:lnTo>
                <a:lnTo>
                  <a:pt x="4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99" name=""/>
          <p:cNvSpPr/>
          <p:nvPr/>
        </p:nvSpPr>
        <p:spPr>
          <a:xfrm>
            <a:off x="4425120" y="480852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4" y="0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4" y="2"/>
                </a:lnTo>
                <a:lnTo>
                  <a:pt x="6" y="2"/>
                </a:lnTo>
                <a:lnTo>
                  <a:pt x="6" y="0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00" name=""/>
          <p:cNvSpPr/>
          <p:nvPr/>
        </p:nvSpPr>
        <p:spPr>
          <a:xfrm>
            <a:off x="4381200" y="48096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01" name=""/>
          <p:cNvSpPr/>
          <p:nvPr/>
        </p:nvSpPr>
        <p:spPr>
          <a:xfrm>
            <a:off x="4426920" y="48092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02" name=""/>
          <p:cNvSpPr/>
          <p:nvPr/>
        </p:nvSpPr>
        <p:spPr>
          <a:xfrm>
            <a:off x="4370040" y="4809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03" name=""/>
          <p:cNvSpPr/>
          <p:nvPr/>
        </p:nvSpPr>
        <p:spPr>
          <a:xfrm>
            <a:off x="4427640" y="48096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04" name=""/>
          <p:cNvSpPr/>
          <p:nvPr/>
        </p:nvSpPr>
        <p:spPr>
          <a:xfrm>
            <a:off x="4447800" y="480816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1" y="6"/>
                </a:moveTo>
                <a:lnTo>
                  <a:pt x="0" y="6"/>
                </a:lnTo>
                <a:lnTo>
                  <a:pt x="1" y="5"/>
                </a:lnTo>
                <a:lnTo>
                  <a:pt x="1" y="4"/>
                </a:lnTo>
                <a:lnTo>
                  <a:pt x="2" y="3"/>
                </a:lnTo>
                <a:lnTo>
                  <a:pt x="4" y="1"/>
                </a:lnTo>
                <a:lnTo>
                  <a:pt x="6" y="0"/>
                </a:lnTo>
                <a:lnTo>
                  <a:pt x="7" y="1"/>
                </a:lnTo>
                <a:lnTo>
                  <a:pt x="7" y="3"/>
                </a:lnTo>
                <a:lnTo>
                  <a:pt x="6" y="4"/>
                </a:lnTo>
                <a:lnTo>
                  <a:pt x="5" y="5"/>
                </a:lnTo>
                <a:lnTo>
                  <a:pt x="4" y="5"/>
                </a:lnTo>
                <a:lnTo>
                  <a:pt x="2" y="6"/>
                </a:lnTo>
                <a:lnTo>
                  <a:pt x="1" y="6"/>
                </a:lnTo>
                <a:lnTo>
                  <a:pt x="1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05" name=""/>
          <p:cNvSpPr/>
          <p:nvPr/>
        </p:nvSpPr>
        <p:spPr>
          <a:xfrm>
            <a:off x="4427640" y="48096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06" name=""/>
          <p:cNvSpPr/>
          <p:nvPr/>
        </p:nvSpPr>
        <p:spPr>
          <a:xfrm>
            <a:off x="4383720" y="4809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07" name=""/>
          <p:cNvSpPr/>
          <p:nvPr/>
        </p:nvSpPr>
        <p:spPr>
          <a:xfrm>
            <a:off x="4381560" y="48103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08" name=""/>
          <p:cNvSpPr/>
          <p:nvPr/>
        </p:nvSpPr>
        <p:spPr>
          <a:xfrm>
            <a:off x="4381920" y="48103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09" name=""/>
          <p:cNvSpPr/>
          <p:nvPr/>
        </p:nvSpPr>
        <p:spPr>
          <a:xfrm>
            <a:off x="4380840" y="4808880"/>
            <a:ext cx="3960" cy="2160"/>
          </a:xfrm>
          <a:custGeom>
            <a:avLst/>
            <a:gdLst/>
            <a:ahLst/>
            <a:rect l="0" t="0" r="r" b="b"/>
            <a:pathLst>
              <a:path fill="none" w="11" h="6">
                <a:moveTo>
                  <a:pt x="0" y="1"/>
                </a:move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7" y="1"/>
                </a:lnTo>
                <a:lnTo>
                  <a:pt x="8" y="2"/>
                </a:lnTo>
                <a:lnTo>
                  <a:pt x="9" y="2"/>
                </a:lnTo>
                <a:lnTo>
                  <a:pt x="10" y="3"/>
                </a:lnTo>
                <a:lnTo>
                  <a:pt x="11" y="5"/>
                </a:lnTo>
                <a:lnTo>
                  <a:pt x="10" y="5"/>
                </a:lnTo>
                <a:lnTo>
                  <a:pt x="10" y="6"/>
                </a:lnTo>
                <a:lnTo>
                  <a:pt x="8" y="6"/>
                </a:lnTo>
                <a:lnTo>
                  <a:pt x="6" y="6"/>
                </a:lnTo>
                <a:lnTo>
                  <a:pt x="5" y="6"/>
                </a:lnTo>
                <a:lnTo>
                  <a:pt x="3" y="6"/>
                </a:lnTo>
                <a:lnTo>
                  <a:pt x="2" y="6"/>
                </a:lnTo>
                <a:lnTo>
                  <a:pt x="1" y="5"/>
                </a:lnTo>
                <a:lnTo>
                  <a:pt x="0" y="3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10" name=""/>
          <p:cNvSpPr/>
          <p:nvPr/>
        </p:nvSpPr>
        <p:spPr>
          <a:xfrm>
            <a:off x="4428000" y="4810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11" name=""/>
          <p:cNvSpPr/>
          <p:nvPr/>
        </p:nvSpPr>
        <p:spPr>
          <a:xfrm>
            <a:off x="4428360" y="4810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12" name=""/>
          <p:cNvSpPr/>
          <p:nvPr/>
        </p:nvSpPr>
        <p:spPr>
          <a:xfrm>
            <a:off x="4428360" y="4808520"/>
            <a:ext cx="2520" cy="3960"/>
          </a:xfrm>
          <a:custGeom>
            <a:avLst/>
            <a:gdLst/>
            <a:ahLst/>
            <a:rect l="0" t="0" r="r" b="b"/>
            <a:pathLst>
              <a:path fill="none" w="7" h="11">
                <a:moveTo>
                  <a:pt x="0" y="3"/>
                </a:moveTo>
                <a:lnTo>
                  <a:pt x="1" y="3"/>
                </a:lnTo>
                <a:lnTo>
                  <a:pt x="3" y="6"/>
                </a:lnTo>
                <a:lnTo>
                  <a:pt x="4" y="7"/>
                </a:lnTo>
                <a:lnTo>
                  <a:pt x="5" y="8"/>
                </a:lnTo>
                <a:lnTo>
                  <a:pt x="4" y="9"/>
                </a:lnTo>
                <a:lnTo>
                  <a:pt x="3" y="9"/>
                </a:lnTo>
                <a:lnTo>
                  <a:pt x="1" y="9"/>
                </a:lnTo>
                <a:lnTo>
                  <a:pt x="1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7" y="9"/>
                </a:lnTo>
                <a:lnTo>
                  <a:pt x="6" y="7"/>
                </a:lnTo>
                <a:lnTo>
                  <a:pt x="6" y="6"/>
                </a:lnTo>
                <a:lnTo>
                  <a:pt x="5" y="5"/>
                </a:lnTo>
                <a:lnTo>
                  <a:pt x="5" y="3"/>
                </a:lnTo>
                <a:lnTo>
                  <a:pt x="4" y="3"/>
                </a:lnTo>
                <a:lnTo>
                  <a:pt x="4" y="2"/>
                </a:lnTo>
                <a:lnTo>
                  <a:pt x="3" y="2"/>
                </a:lnTo>
                <a:lnTo>
                  <a:pt x="3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13" name=""/>
          <p:cNvSpPr/>
          <p:nvPr/>
        </p:nvSpPr>
        <p:spPr>
          <a:xfrm>
            <a:off x="4434840" y="4812120"/>
            <a:ext cx="2160" cy="3240"/>
          </a:xfrm>
          <a:custGeom>
            <a:avLst/>
            <a:gdLst/>
            <a:ahLst/>
            <a:rect l="0" t="0" r="r" b="b"/>
            <a:pathLst>
              <a:path fill="none" w="6" h="9">
                <a:moveTo>
                  <a:pt x="2" y="9"/>
                </a:moveTo>
                <a:lnTo>
                  <a:pt x="1" y="8"/>
                </a:lnTo>
                <a:lnTo>
                  <a:pt x="0" y="7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1"/>
                </a:lnTo>
                <a:lnTo>
                  <a:pt x="5" y="2"/>
                </a:lnTo>
                <a:lnTo>
                  <a:pt x="5" y="3"/>
                </a:lnTo>
                <a:lnTo>
                  <a:pt x="6" y="6"/>
                </a:lnTo>
                <a:lnTo>
                  <a:pt x="6" y="7"/>
                </a:lnTo>
                <a:lnTo>
                  <a:pt x="5" y="7"/>
                </a:lnTo>
                <a:lnTo>
                  <a:pt x="5" y="8"/>
                </a:lnTo>
                <a:lnTo>
                  <a:pt x="4" y="7"/>
                </a:lnTo>
                <a:lnTo>
                  <a:pt x="4" y="6"/>
                </a:lnTo>
                <a:lnTo>
                  <a:pt x="4" y="4"/>
                </a:lnTo>
                <a:lnTo>
                  <a:pt x="2" y="3"/>
                </a:lnTo>
                <a:lnTo>
                  <a:pt x="2" y="2"/>
                </a:lnTo>
                <a:lnTo>
                  <a:pt x="1" y="3"/>
                </a:lnTo>
                <a:lnTo>
                  <a:pt x="2" y="6"/>
                </a:lnTo>
                <a:lnTo>
                  <a:pt x="2" y="7"/>
                </a:lnTo>
                <a:lnTo>
                  <a:pt x="4" y="8"/>
                </a:lnTo>
                <a:lnTo>
                  <a:pt x="2" y="8"/>
                </a:lnTo>
                <a:lnTo>
                  <a:pt x="2" y="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14" name=""/>
          <p:cNvSpPr/>
          <p:nvPr/>
        </p:nvSpPr>
        <p:spPr>
          <a:xfrm>
            <a:off x="4360680" y="4816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15" name=""/>
          <p:cNvSpPr/>
          <p:nvPr/>
        </p:nvSpPr>
        <p:spPr>
          <a:xfrm>
            <a:off x="4351680" y="481608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0" y="4"/>
                </a:move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5" y="2"/>
                </a:lnTo>
                <a:lnTo>
                  <a:pt x="4" y="3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16" name=""/>
          <p:cNvSpPr/>
          <p:nvPr/>
        </p:nvSpPr>
        <p:spPr>
          <a:xfrm>
            <a:off x="4360680" y="4817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17" name=""/>
          <p:cNvSpPr/>
          <p:nvPr/>
        </p:nvSpPr>
        <p:spPr>
          <a:xfrm>
            <a:off x="4361040" y="4817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18" name=""/>
          <p:cNvSpPr/>
          <p:nvPr/>
        </p:nvSpPr>
        <p:spPr>
          <a:xfrm>
            <a:off x="4360320" y="48171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19" name=""/>
          <p:cNvSpPr/>
          <p:nvPr/>
        </p:nvSpPr>
        <p:spPr>
          <a:xfrm>
            <a:off x="4466880" y="4827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20" name=""/>
          <p:cNvSpPr/>
          <p:nvPr/>
        </p:nvSpPr>
        <p:spPr>
          <a:xfrm>
            <a:off x="4467600" y="482724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2" y="0"/>
                </a:move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21" name=""/>
          <p:cNvSpPr/>
          <p:nvPr/>
        </p:nvSpPr>
        <p:spPr>
          <a:xfrm>
            <a:off x="4465800" y="4826520"/>
            <a:ext cx="4680" cy="2160"/>
          </a:xfrm>
          <a:custGeom>
            <a:avLst/>
            <a:gdLst/>
            <a:ahLst/>
            <a:rect l="0" t="0" r="r" b="b"/>
            <a:pathLst>
              <a:path fill="none" w="13" h="6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  <a:lnTo>
                  <a:pt x="7" y="2"/>
                </a:lnTo>
                <a:lnTo>
                  <a:pt x="9" y="2"/>
                </a:lnTo>
                <a:lnTo>
                  <a:pt x="11" y="2"/>
                </a:lnTo>
                <a:lnTo>
                  <a:pt x="12" y="2"/>
                </a:lnTo>
                <a:lnTo>
                  <a:pt x="13" y="4"/>
                </a:lnTo>
                <a:lnTo>
                  <a:pt x="12" y="5"/>
                </a:lnTo>
                <a:lnTo>
                  <a:pt x="11" y="6"/>
                </a:lnTo>
                <a:lnTo>
                  <a:pt x="9" y="6"/>
                </a:lnTo>
                <a:lnTo>
                  <a:pt x="7" y="6"/>
                </a:lnTo>
                <a:lnTo>
                  <a:pt x="6" y="5"/>
                </a:lnTo>
                <a:lnTo>
                  <a:pt x="5" y="5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22" name=""/>
          <p:cNvSpPr/>
          <p:nvPr/>
        </p:nvSpPr>
        <p:spPr>
          <a:xfrm>
            <a:off x="4302720" y="4828320"/>
            <a:ext cx="2160" cy="1080"/>
          </a:xfrm>
          <a:custGeom>
            <a:avLst/>
            <a:gdLst/>
            <a:ahLst/>
            <a:rect l="0" t="0" r="r" b="b"/>
            <a:pathLst>
              <a:path fill="none" w="6" h="3">
                <a:moveTo>
                  <a:pt x="0" y="3"/>
                </a:move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23" name=""/>
          <p:cNvSpPr/>
          <p:nvPr/>
        </p:nvSpPr>
        <p:spPr>
          <a:xfrm>
            <a:off x="4407480" y="4829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24" name=""/>
          <p:cNvSpPr/>
          <p:nvPr/>
        </p:nvSpPr>
        <p:spPr>
          <a:xfrm>
            <a:off x="4407840" y="48297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25" name=""/>
          <p:cNvSpPr/>
          <p:nvPr/>
        </p:nvSpPr>
        <p:spPr>
          <a:xfrm>
            <a:off x="4302720" y="4829040"/>
            <a:ext cx="2880" cy="1440"/>
          </a:xfrm>
          <a:custGeom>
            <a:avLst/>
            <a:gdLst/>
            <a:ahLst/>
            <a:rect l="0" t="0" r="r" b="b"/>
            <a:pathLst>
              <a:path fill="none" w="8" h="4">
                <a:moveTo>
                  <a:pt x="8" y="0"/>
                </a:moveTo>
                <a:lnTo>
                  <a:pt x="8" y="2"/>
                </a:lnTo>
                <a:lnTo>
                  <a:pt x="7" y="4"/>
                </a:lnTo>
                <a:lnTo>
                  <a:pt x="5" y="4"/>
                </a:lnTo>
                <a:lnTo>
                  <a:pt x="4" y="4"/>
                </a:lnTo>
                <a:lnTo>
                  <a:pt x="1" y="4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26" name=""/>
          <p:cNvSpPr/>
          <p:nvPr/>
        </p:nvSpPr>
        <p:spPr>
          <a:xfrm>
            <a:off x="4407480" y="4831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27" name=""/>
          <p:cNvSpPr/>
          <p:nvPr/>
        </p:nvSpPr>
        <p:spPr>
          <a:xfrm>
            <a:off x="4451040" y="48326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28" name=""/>
          <p:cNvSpPr/>
          <p:nvPr/>
        </p:nvSpPr>
        <p:spPr>
          <a:xfrm>
            <a:off x="4450680" y="483300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0" y="0"/>
                </a:move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29" name=""/>
          <p:cNvSpPr/>
          <p:nvPr/>
        </p:nvSpPr>
        <p:spPr>
          <a:xfrm>
            <a:off x="4406760" y="48340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30" name=""/>
          <p:cNvSpPr/>
          <p:nvPr/>
        </p:nvSpPr>
        <p:spPr>
          <a:xfrm>
            <a:off x="4406760" y="48344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31" name=""/>
          <p:cNvSpPr/>
          <p:nvPr/>
        </p:nvSpPr>
        <p:spPr>
          <a:xfrm>
            <a:off x="4313520" y="4833720"/>
            <a:ext cx="5040" cy="1800"/>
          </a:xfrm>
          <a:custGeom>
            <a:avLst/>
            <a:gdLst/>
            <a:ahLst/>
            <a:rect l="0" t="0" r="r" b="b"/>
            <a:pathLst>
              <a:path fill="none" w="14" h="5">
                <a:moveTo>
                  <a:pt x="0" y="5"/>
                </a:moveTo>
                <a:lnTo>
                  <a:pt x="0" y="4"/>
                </a:lnTo>
                <a:lnTo>
                  <a:pt x="1" y="2"/>
                </a:lnTo>
                <a:lnTo>
                  <a:pt x="4" y="1"/>
                </a:lnTo>
                <a:lnTo>
                  <a:pt x="7" y="0"/>
                </a:lnTo>
                <a:lnTo>
                  <a:pt x="10" y="0"/>
                </a:lnTo>
                <a:lnTo>
                  <a:pt x="13" y="1"/>
                </a:lnTo>
                <a:lnTo>
                  <a:pt x="14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32" name=""/>
          <p:cNvSpPr/>
          <p:nvPr/>
        </p:nvSpPr>
        <p:spPr>
          <a:xfrm>
            <a:off x="4447080" y="483516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33" name=""/>
          <p:cNvSpPr/>
          <p:nvPr/>
        </p:nvSpPr>
        <p:spPr>
          <a:xfrm>
            <a:off x="4445640" y="483552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34" name=""/>
          <p:cNvSpPr/>
          <p:nvPr/>
        </p:nvSpPr>
        <p:spPr>
          <a:xfrm>
            <a:off x="4447440" y="48348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3" y="0"/>
                </a:moveTo>
                <a:lnTo>
                  <a:pt x="3" y="2"/>
                </a:lnTo>
                <a:lnTo>
                  <a:pt x="5" y="2"/>
                </a:lnTo>
                <a:lnTo>
                  <a:pt x="3" y="3"/>
                </a:lnTo>
                <a:lnTo>
                  <a:pt x="2" y="3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35" name=""/>
          <p:cNvSpPr/>
          <p:nvPr/>
        </p:nvSpPr>
        <p:spPr>
          <a:xfrm>
            <a:off x="4405680" y="4835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36" name=""/>
          <p:cNvSpPr/>
          <p:nvPr/>
        </p:nvSpPr>
        <p:spPr>
          <a:xfrm>
            <a:off x="4405320" y="4835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37" name=""/>
          <p:cNvSpPr/>
          <p:nvPr/>
        </p:nvSpPr>
        <p:spPr>
          <a:xfrm flipV="1">
            <a:off x="4444560" y="483588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38" name=""/>
          <p:cNvSpPr/>
          <p:nvPr/>
        </p:nvSpPr>
        <p:spPr>
          <a:xfrm>
            <a:off x="4445640" y="483588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5" y="0"/>
                </a:moveTo>
                <a:lnTo>
                  <a:pt x="4" y="0"/>
                </a:ln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39" name=""/>
          <p:cNvSpPr/>
          <p:nvPr/>
        </p:nvSpPr>
        <p:spPr>
          <a:xfrm>
            <a:off x="4404600" y="4829400"/>
            <a:ext cx="3960" cy="7560"/>
          </a:xfrm>
          <a:custGeom>
            <a:avLst/>
            <a:gdLst/>
            <a:ahLst/>
            <a:rect l="0" t="0" r="r" b="b"/>
            <a:pathLst>
              <a:path fill="none" w="11" h="21">
                <a:moveTo>
                  <a:pt x="1" y="18"/>
                </a:moveTo>
                <a:lnTo>
                  <a:pt x="2" y="16"/>
                </a:lnTo>
                <a:lnTo>
                  <a:pt x="3" y="14"/>
                </a:lnTo>
                <a:lnTo>
                  <a:pt x="4" y="13"/>
                </a:lnTo>
                <a:lnTo>
                  <a:pt x="5" y="12"/>
                </a:lnTo>
                <a:lnTo>
                  <a:pt x="5" y="11"/>
                </a:lnTo>
                <a:lnTo>
                  <a:pt x="6" y="11"/>
                </a:lnTo>
                <a:lnTo>
                  <a:pt x="6" y="12"/>
                </a:lnTo>
                <a:lnTo>
                  <a:pt x="5" y="13"/>
                </a:lnTo>
                <a:lnTo>
                  <a:pt x="5" y="14"/>
                </a:lnTo>
                <a:lnTo>
                  <a:pt x="4" y="17"/>
                </a:lnTo>
                <a:lnTo>
                  <a:pt x="3" y="18"/>
                </a:lnTo>
                <a:lnTo>
                  <a:pt x="3" y="19"/>
                </a:lnTo>
                <a:lnTo>
                  <a:pt x="2" y="19"/>
                </a:lnTo>
                <a:lnTo>
                  <a:pt x="2" y="20"/>
                </a:lnTo>
                <a:lnTo>
                  <a:pt x="2" y="21"/>
                </a:lnTo>
                <a:lnTo>
                  <a:pt x="3" y="20"/>
                </a:lnTo>
                <a:lnTo>
                  <a:pt x="4" y="19"/>
                </a:lnTo>
                <a:lnTo>
                  <a:pt x="5" y="18"/>
                </a:lnTo>
                <a:lnTo>
                  <a:pt x="5" y="17"/>
                </a:lnTo>
                <a:lnTo>
                  <a:pt x="6" y="16"/>
                </a:lnTo>
                <a:lnTo>
                  <a:pt x="7" y="14"/>
                </a:lnTo>
                <a:lnTo>
                  <a:pt x="8" y="13"/>
                </a:lnTo>
                <a:lnTo>
                  <a:pt x="8" y="11"/>
                </a:lnTo>
                <a:lnTo>
                  <a:pt x="9" y="9"/>
                </a:lnTo>
                <a:lnTo>
                  <a:pt x="11" y="8"/>
                </a:lnTo>
                <a:lnTo>
                  <a:pt x="11" y="7"/>
                </a:lnTo>
                <a:lnTo>
                  <a:pt x="11" y="4"/>
                </a:lnTo>
                <a:lnTo>
                  <a:pt x="11" y="3"/>
                </a:lnTo>
                <a:lnTo>
                  <a:pt x="11" y="1"/>
                </a:lnTo>
                <a:lnTo>
                  <a:pt x="9" y="0"/>
                </a:lnTo>
                <a:lnTo>
                  <a:pt x="8" y="0"/>
                </a:lnTo>
                <a:lnTo>
                  <a:pt x="7" y="1"/>
                </a:lnTo>
                <a:lnTo>
                  <a:pt x="7" y="2"/>
                </a:lnTo>
                <a:lnTo>
                  <a:pt x="7" y="3"/>
                </a:lnTo>
                <a:lnTo>
                  <a:pt x="8" y="4"/>
                </a:lnTo>
                <a:lnTo>
                  <a:pt x="8" y="5"/>
                </a:lnTo>
                <a:lnTo>
                  <a:pt x="7" y="6"/>
                </a:lnTo>
                <a:lnTo>
                  <a:pt x="7" y="7"/>
                </a:lnTo>
                <a:lnTo>
                  <a:pt x="7" y="8"/>
                </a:lnTo>
                <a:lnTo>
                  <a:pt x="6" y="8"/>
                </a:lnTo>
                <a:lnTo>
                  <a:pt x="4" y="11"/>
                </a:lnTo>
                <a:lnTo>
                  <a:pt x="3" y="12"/>
                </a:lnTo>
                <a:lnTo>
                  <a:pt x="3" y="13"/>
                </a:lnTo>
                <a:lnTo>
                  <a:pt x="2" y="13"/>
                </a:lnTo>
                <a:lnTo>
                  <a:pt x="2" y="14"/>
                </a:lnTo>
                <a:lnTo>
                  <a:pt x="1" y="16"/>
                </a:lnTo>
                <a:lnTo>
                  <a:pt x="1" y="18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19"/>
                </a:lnTo>
                <a:lnTo>
                  <a:pt x="1" y="1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2520" rIns="504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40" name=""/>
          <p:cNvSpPr/>
          <p:nvPr/>
        </p:nvSpPr>
        <p:spPr>
          <a:xfrm>
            <a:off x="4444560" y="48362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1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41" name=""/>
          <p:cNvSpPr/>
          <p:nvPr/>
        </p:nvSpPr>
        <p:spPr>
          <a:xfrm>
            <a:off x="4404240" y="48362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42" name=""/>
          <p:cNvSpPr/>
          <p:nvPr/>
        </p:nvSpPr>
        <p:spPr>
          <a:xfrm>
            <a:off x="4453560" y="483480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4" y="2"/>
                </a:lnTo>
                <a:lnTo>
                  <a:pt x="4" y="4"/>
                </a:lnTo>
                <a:lnTo>
                  <a:pt x="4" y="5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1" y="2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43" name=""/>
          <p:cNvSpPr/>
          <p:nvPr/>
        </p:nvSpPr>
        <p:spPr>
          <a:xfrm>
            <a:off x="4404600" y="4836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44" name=""/>
          <p:cNvSpPr/>
          <p:nvPr/>
        </p:nvSpPr>
        <p:spPr>
          <a:xfrm>
            <a:off x="4431960" y="483624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0" y="0"/>
                </a:moveTo>
                <a:lnTo>
                  <a:pt x="0" y="2"/>
                </a:lnTo>
                <a:lnTo>
                  <a:pt x="0" y="3"/>
                </a:lnTo>
                <a:lnTo>
                  <a:pt x="1" y="5"/>
                </a:lnTo>
                <a:lnTo>
                  <a:pt x="1" y="3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45" name=""/>
          <p:cNvSpPr/>
          <p:nvPr/>
        </p:nvSpPr>
        <p:spPr>
          <a:xfrm>
            <a:off x="4312800" y="4835160"/>
            <a:ext cx="5760" cy="2880"/>
          </a:xfrm>
          <a:custGeom>
            <a:avLst/>
            <a:gdLst/>
            <a:ahLst/>
            <a:rect l="0" t="0" r="r" b="b"/>
            <a:pathLst>
              <a:path fill="none" w="16" h="8">
                <a:moveTo>
                  <a:pt x="16" y="0"/>
                </a:moveTo>
                <a:lnTo>
                  <a:pt x="16" y="1"/>
                </a:lnTo>
                <a:lnTo>
                  <a:pt x="16" y="2"/>
                </a:lnTo>
                <a:lnTo>
                  <a:pt x="15" y="3"/>
                </a:lnTo>
                <a:lnTo>
                  <a:pt x="14" y="5"/>
                </a:lnTo>
                <a:lnTo>
                  <a:pt x="11" y="7"/>
                </a:lnTo>
                <a:lnTo>
                  <a:pt x="9" y="8"/>
                </a:lnTo>
                <a:lnTo>
                  <a:pt x="7" y="8"/>
                </a:lnTo>
                <a:lnTo>
                  <a:pt x="3" y="8"/>
                </a:lnTo>
                <a:lnTo>
                  <a:pt x="1" y="8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46" name=""/>
          <p:cNvSpPr/>
          <p:nvPr/>
        </p:nvSpPr>
        <p:spPr>
          <a:xfrm>
            <a:off x="4403160" y="4837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47" name=""/>
          <p:cNvSpPr/>
          <p:nvPr/>
        </p:nvSpPr>
        <p:spPr>
          <a:xfrm>
            <a:off x="4403160" y="483624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3" y="1"/>
                </a:moveTo>
                <a:lnTo>
                  <a:pt x="3" y="2"/>
                </a:lnTo>
                <a:lnTo>
                  <a:pt x="1" y="2"/>
                </a:lnTo>
                <a:lnTo>
                  <a:pt x="1" y="3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7"/>
                </a:lnTo>
                <a:lnTo>
                  <a:pt x="3" y="6"/>
                </a:lnTo>
                <a:lnTo>
                  <a:pt x="4" y="3"/>
                </a:lnTo>
                <a:lnTo>
                  <a:pt x="5" y="3"/>
                </a:lnTo>
                <a:lnTo>
                  <a:pt x="6" y="2"/>
                </a:lnTo>
                <a:lnTo>
                  <a:pt x="6" y="1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48" name=""/>
          <p:cNvSpPr/>
          <p:nvPr/>
        </p:nvSpPr>
        <p:spPr>
          <a:xfrm>
            <a:off x="4424760" y="483984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1" y="5"/>
                </a:move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49" name=""/>
          <p:cNvSpPr/>
          <p:nvPr/>
        </p:nvSpPr>
        <p:spPr>
          <a:xfrm>
            <a:off x="4425840" y="48412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50" name=""/>
          <p:cNvSpPr/>
          <p:nvPr/>
        </p:nvSpPr>
        <p:spPr>
          <a:xfrm>
            <a:off x="4317840" y="4838760"/>
            <a:ext cx="720" cy="3600"/>
          </a:xfrm>
          <a:custGeom>
            <a:avLst/>
            <a:gdLst/>
            <a:ahLst/>
            <a:rect l="0" t="0" r="r" b="b"/>
            <a:pathLst>
              <a:path fill="none" w="2" h="10">
                <a:moveTo>
                  <a:pt x="2" y="10"/>
                </a:moveTo>
                <a:lnTo>
                  <a:pt x="0" y="9"/>
                </a:lnTo>
                <a:lnTo>
                  <a:pt x="0" y="6"/>
                </a:lnTo>
                <a:lnTo>
                  <a:pt x="0" y="4"/>
                </a:lnTo>
                <a:lnTo>
                  <a:pt x="0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51" name=""/>
          <p:cNvSpPr/>
          <p:nvPr/>
        </p:nvSpPr>
        <p:spPr>
          <a:xfrm>
            <a:off x="4318560" y="4838040"/>
            <a:ext cx="1080" cy="4320"/>
          </a:xfrm>
          <a:custGeom>
            <a:avLst/>
            <a:gdLst/>
            <a:ahLst/>
            <a:rect l="0" t="0" r="r" b="b"/>
            <a:pathLst>
              <a:path fill="none" w="3" h="12">
                <a:moveTo>
                  <a:pt x="0" y="0"/>
                </a:moveTo>
                <a:lnTo>
                  <a:pt x="2" y="1"/>
                </a:lnTo>
                <a:lnTo>
                  <a:pt x="3" y="2"/>
                </a:lnTo>
                <a:lnTo>
                  <a:pt x="3" y="4"/>
                </a:lnTo>
                <a:lnTo>
                  <a:pt x="3" y="9"/>
                </a:lnTo>
                <a:lnTo>
                  <a:pt x="2" y="11"/>
                </a:lnTo>
                <a:lnTo>
                  <a:pt x="2" y="1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720" rIns="504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52" name=""/>
          <p:cNvSpPr/>
          <p:nvPr/>
        </p:nvSpPr>
        <p:spPr>
          <a:xfrm>
            <a:off x="4425120" y="4840920"/>
            <a:ext cx="2880" cy="2160"/>
          </a:xfrm>
          <a:custGeom>
            <a:avLst/>
            <a:gdLst/>
            <a:ahLst/>
            <a:rect l="0" t="0" r="r" b="b"/>
            <a:pathLst>
              <a:path fill="none" w="8" h="6">
                <a:moveTo>
                  <a:pt x="5" y="0"/>
                </a:moveTo>
                <a:lnTo>
                  <a:pt x="5" y="2"/>
                </a:lnTo>
                <a:lnTo>
                  <a:pt x="6" y="3"/>
                </a:lnTo>
                <a:lnTo>
                  <a:pt x="6" y="4"/>
                </a:lnTo>
                <a:lnTo>
                  <a:pt x="8" y="4"/>
                </a:lnTo>
                <a:lnTo>
                  <a:pt x="8" y="5"/>
                </a:lnTo>
                <a:lnTo>
                  <a:pt x="8" y="6"/>
                </a:lnTo>
                <a:lnTo>
                  <a:pt x="6" y="6"/>
                </a:lnTo>
                <a:lnTo>
                  <a:pt x="5" y="6"/>
                </a:lnTo>
                <a:lnTo>
                  <a:pt x="4" y="5"/>
                </a:lnTo>
                <a:lnTo>
                  <a:pt x="3" y="4"/>
                </a:ln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53" name=""/>
          <p:cNvSpPr/>
          <p:nvPr/>
        </p:nvSpPr>
        <p:spPr>
          <a:xfrm>
            <a:off x="4295880" y="4842000"/>
            <a:ext cx="3240" cy="2520"/>
          </a:xfrm>
          <a:custGeom>
            <a:avLst/>
            <a:gdLst/>
            <a:ahLst/>
            <a:rect l="0" t="0" r="r" b="b"/>
            <a:pathLst>
              <a:path fill="none" w="9" h="7">
                <a:moveTo>
                  <a:pt x="0" y="7"/>
                </a:moveTo>
                <a:lnTo>
                  <a:pt x="2" y="4"/>
                </a:lnTo>
                <a:lnTo>
                  <a:pt x="2" y="2"/>
                </a:lnTo>
                <a:lnTo>
                  <a:pt x="4" y="1"/>
                </a:lnTo>
                <a:lnTo>
                  <a:pt x="8" y="0"/>
                </a:lnTo>
                <a:lnTo>
                  <a:pt x="9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54" name=""/>
          <p:cNvSpPr/>
          <p:nvPr/>
        </p:nvSpPr>
        <p:spPr>
          <a:xfrm>
            <a:off x="4352040" y="484272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0" y="1"/>
                </a:moveTo>
                <a:lnTo>
                  <a:pt x="1" y="0"/>
                </a:lnTo>
                <a:lnTo>
                  <a:pt x="2" y="0"/>
                </a:lnTo>
                <a:lnTo>
                  <a:pt x="5" y="0"/>
                </a:lnTo>
                <a:lnTo>
                  <a:pt x="6" y="0"/>
                </a:lnTo>
                <a:lnTo>
                  <a:pt x="7" y="1"/>
                </a:lnTo>
                <a:lnTo>
                  <a:pt x="8" y="3"/>
                </a:lnTo>
                <a:lnTo>
                  <a:pt x="8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55" name=""/>
          <p:cNvSpPr/>
          <p:nvPr/>
        </p:nvSpPr>
        <p:spPr>
          <a:xfrm>
            <a:off x="4352040" y="4844160"/>
            <a:ext cx="2880" cy="1080"/>
          </a:xfrm>
          <a:custGeom>
            <a:avLst/>
            <a:gdLst/>
            <a:ahLst/>
            <a:rect l="0" t="0" r="r" b="b"/>
            <a:pathLst>
              <a:path fill="none" w="8" h="3">
                <a:moveTo>
                  <a:pt x="8" y="3"/>
                </a:moveTo>
                <a:lnTo>
                  <a:pt x="7" y="3"/>
                </a:lnTo>
                <a:lnTo>
                  <a:pt x="6" y="2"/>
                </a:lnTo>
                <a:lnTo>
                  <a:pt x="5" y="0"/>
                </a:ln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56" name=""/>
          <p:cNvSpPr/>
          <p:nvPr/>
        </p:nvSpPr>
        <p:spPr>
          <a:xfrm>
            <a:off x="4296600" y="4842360"/>
            <a:ext cx="3240" cy="3240"/>
          </a:xfrm>
          <a:custGeom>
            <a:avLst/>
            <a:gdLst/>
            <a:ahLst/>
            <a:rect l="0" t="0" r="r" b="b"/>
            <a:pathLst>
              <a:path fill="none" w="9" h="9">
                <a:moveTo>
                  <a:pt x="9" y="0"/>
                </a:moveTo>
                <a:lnTo>
                  <a:pt x="9" y="4"/>
                </a:lnTo>
                <a:lnTo>
                  <a:pt x="9" y="6"/>
                </a:lnTo>
                <a:lnTo>
                  <a:pt x="7" y="7"/>
                </a:lnTo>
                <a:lnTo>
                  <a:pt x="4" y="9"/>
                </a:lnTo>
                <a:lnTo>
                  <a:pt x="3" y="9"/>
                </a:lnTo>
                <a:lnTo>
                  <a:pt x="0" y="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57" name=""/>
          <p:cNvSpPr/>
          <p:nvPr/>
        </p:nvSpPr>
        <p:spPr>
          <a:xfrm>
            <a:off x="4392720" y="4845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58" name=""/>
          <p:cNvSpPr/>
          <p:nvPr/>
        </p:nvSpPr>
        <p:spPr>
          <a:xfrm>
            <a:off x="4392360" y="48456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0"/>
                </a:moveTo>
                <a:lnTo>
                  <a:pt x="0" y="0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59" name=""/>
          <p:cNvSpPr/>
          <p:nvPr/>
        </p:nvSpPr>
        <p:spPr>
          <a:xfrm>
            <a:off x="4312800" y="4847040"/>
            <a:ext cx="3240" cy="2160"/>
          </a:xfrm>
          <a:custGeom>
            <a:avLst/>
            <a:gdLst/>
            <a:ahLst/>
            <a:rect l="0" t="0" r="r" b="b"/>
            <a:pathLst>
              <a:path fill="none" w="9" h="6">
                <a:moveTo>
                  <a:pt x="0" y="6"/>
                </a:moveTo>
                <a:lnTo>
                  <a:pt x="0" y="5"/>
                </a:lnTo>
                <a:lnTo>
                  <a:pt x="2" y="3"/>
                </a:lnTo>
                <a:lnTo>
                  <a:pt x="3" y="0"/>
                </a:lnTo>
                <a:lnTo>
                  <a:pt x="5" y="0"/>
                </a:lnTo>
                <a:lnTo>
                  <a:pt x="7" y="0"/>
                </a:lnTo>
                <a:lnTo>
                  <a:pt x="9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60" name=""/>
          <p:cNvSpPr/>
          <p:nvPr/>
        </p:nvSpPr>
        <p:spPr>
          <a:xfrm>
            <a:off x="4312800" y="4848120"/>
            <a:ext cx="3240" cy="2880"/>
          </a:xfrm>
          <a:custGeom>
            <a:avLst/>
            <a:gdLst/>
            <a:ahLst/>
            <a:rect l="0" t="0" r="r" b="b"/>
            <a:pathLst>
              <a:path fill="none" w="9" h="8">
                <a:moveTo>
                  <a:pt x="9" y="0"/>
                </a:moveTo>
                <a:lnTo>
                  <a:pt x="9" y="3"/>
                </a:lnTo>
                <a:lnTo>
                  <a:pt x="7" y="4"/>
                </a:lnTo>
                <a:lnTo>
                  <a:pt x="6" y="5"/>
                </a:lnTo>
                <a:lnTo>
                  <a:pt x="4" y="6"/>
                </a:lnTo>
                <a:lnTo>
                  <a:pt x="2" y="8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61" name=""/>
          <p:cNvSpPr/>
          <p:nvPr/>
        </p:nvSpPr>
        <p:spPr>
          <a:xfrm>
            <a:off x="4353120" y="4850640"/>
            <a:ext cx="2880" cy="2880"/>
          </a:xfrm>
          <a:custGeom>
            <a:avLst/>
            <a:gdLst/>
            <a:ahLst/>
            <a:rect l="0" t="0" r="r" b="b"/>
            <a:pathLst>
              <a:path fill="none" w="8" h="8">
                <a:moveTo>
                  <a:pt x="0" y="8"/>
                </a:moveTo>
                <a:lnTo>
                  <a:pt x="0" y="7"/>
                </a:lnTo>
                <a:lnTo>
                  <a:pt x="0" y="6"/>
                </a:lnTo>
                <a:lnTo>
                  <a:pt x="2" y="4"/>
                </a:lnTo>
                <a:lnTo>
                  <a:pt x="2" y="3"/>
                </a:lnTo>
                <a:lnTo>
                  <a:pt x="3" y="2"/>
                </a:lnTo>
                <a:lnTo>
                  <a:pt x="4" y="1"/>
                </a:lnTo>
                <a:lnTo>
                  <a:pt x="5" y="0"/>
                </a:lnTo>
                <a:lnTo>
                  <a:pt x="8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62" name=""/>
          <p:cNvSpPr/>
          <p:nvPr/>
        </p:nvSpPr>
        <p:spPr>
          <a:xfrm>
            <a:off x="4353480" y="4851360"/>
            <a:ext cx="2520" cy="2880"/>
          </a:xfrm>
          <a:custGeom>
            <a:avLst/>
            <a:gdLst/>
            <a:ahLst/>
            <a:rect l="0" t="0" r="r" b="b"/>
            <a:pathLst>
              <a:path fill="none" w="7" h="8">
                <a:moveTo>
                  <a:pt x="7" y="0"/>
                </a:moveTo>
                <a:lnTo>
                  <a:pt x="7" y="1"/>
                </a:lnTo>
                <a:lnTo>
                  <a:pt x="7" y="2"/>
                </a:lnTo>
                <a:lnTo>
                  <a:pt x="4" y="5"/>
                </a:lnTo>
                <a:lnTo>
                  <a:pt x="3" y="5"/>
                </a:lnTo>
                <a:lnTo>
                  <a:pt x="2" y="6"/>
                </a:lnTo>
                <a:lnTo>
                  <a:pt x="1" y="7"/>
                </a:lnTo>
                <a:lnTo>
                  <a:pt x="0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63" name=""/>
          <p:cNvSpPr/>
          <p:nvPr/>
        </p:nvSpPr>
        <p:spPr>
          <a:xfrm>
            <a:off x="4420440" y="48538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64" name=""/>
          <p:cNvSpPr/>
          <p:nvPr/>
        </p:nvSpPr>
        <p:spPr>
          <a:xfrm>
            <a:off x="4420800" y="4853520"/>
            <a:ext cx="2520" cy="1080"/>
          </a:xfrm>
          <a:custGeom>
            <a:avLst/>
            <a:gdLst/>
            <a:ahLst/>
            <a:rect l="0" t="0" r="r" b="b"/>
            <a:pathLst>
              <a:path fill="none" w="7" h="3">
                <a:moveTo>
                  <a:pt x="0" y="3"/>
                </a:moveTo>
                <a:lnTo>
                  <a:pt x="1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  <a:lnTo>
                  <a:pt x="4" y="3"/>
                </a:lnTo>
                <a:lnTo>
                  <a:pt x="6" y="3"/>
                </a:lnTo>
                <a:lnTo>
                  <a:pt x="7" y="3"/>
                </a:lnTo>
                <a:lnTo>
                  <a:pt x="7" y="2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65" name=""/>
          <p:cNvSpPr/>
          <p:nvPr/>
        </p:nvSpPr>
        <p:spPr>
          <a:xfrm>
            <a:off x="4420440" y="4854240"/>
            <a:ext cx="1440" cy="360"/>
          </a:xfrm>
          <a:custGeom>
            <a:avLst/>
            <a:gdLst/>
            <a:ahLst/>
            <a:rect l="0" t="0" r="r" b="b"/>
            <a:pathLst>
              <a:path fill="none" w="4" h="1">
                <a:moveTo>
                  <a:pt x="4" y="0"/>
                </a:move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66" name=""/>
          <p:cNvSpPr/>
          <p:nvPr/>
        </p:nvSpPr>
        <p:spPr>
          <a:xfrm>
            <a:off x="4420440" y="4854600"/>
            <a:ext cx="1800" cy="360"/>
          </a:xfrm>
          <a:custGeom>
            <a:avLst/>
            <a:gdLst/>
            <a:ahLst/>
            <a:rect l="0" t="0" r="r" b="b"/>
            <a:pathLst>
              <a:path fill="none" w="5" h="1">
                <a:moveTo>
                  <a:pt x="5" y="0"/>
                </a:move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67" name=""/>
          <p:cNvSpPr/>
          <p:nvPr/>
        </p:nvSpPr>
        <p:spPr>
          <a:xfrm>
            <a:off x="4425480" y="48538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1" y="3"/>
                </a:moveTo>
                <a:lnTo>
                  <a:pt x="1" y="4"/>
                </a:lnTo>
                <a:lnTo>
                  <a:pt x="2" y="4"/>
                </a:lnTo>
                <a:lnTo>
                  <a:pt x="4" y="4"/>
                </a:lnTo>
                <a:lnTo>
                  <a:pt x="5" y="3"/>
                </a:lnTo>
                <a:lnTo>
                  <a:pt x="5" y="1"/>
                </a:lnTo>
                <a:lnTo>
                  <a:pt x="4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68" name=""/>
          <p:cNvSpPr/>
          <p:nvPr/>
        </p:nvSpPr>
        <p:spPr>
          <a:xfrm>
            <a:off x="4287600" y="4856760"/>
            <a:ext cx="2520" cy="1080"/>
          </a:xfrm>
          <a:custGeom>
            <a:avLst/>
            <a:gdLst/>
            <a:ahLst/>
            <a:rect l="0" t="0" r="r" b="b"/>
            <a:pathLst>
              <a:path fill="none" w="7" h="3">
                <a:moveTo>
                  <a:pt x="0" y="3"/>
                </a:moveTo>
                <a:lnTo>
                  <a:pt x="2" y="0"/>
                </a:lnTo>
                <a:lnTo>
                  <a:pt x="4" y="0"/>
                </a:lnTo>
                <a:lnTo>
                  <a:pt x="7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69" name=""/>
          <p:cNvSpPr/>
          <p:nvPr/>
        </p:nvSpPr>
        <p:spPr>
          <a:xfrm>
            <a:off x="4292640" y="4856760"/>
            <a:ext cx="4320" cy="2160"/>
          </a:xfrm>
          <a:custGeom>
            <a:avLst/>
            <a:gdLst/>
            <a:ahLst/>
            <a:rect l="0" t="0" r="r" b="b"/>
            <a:pathLst>
              <a:path fill="none" w="12" h="6">
                <a:moveTo>
                  <a:pt x="0" y="0"/>
                </a:moveTo>
                <a:lnTo>
                  <a:pt x="2" y="0"/>
                </a:lnTo>
                <a:lnTo>
                  <a:pt x="3" y="1"/>
                </a:lnTo>
                <a:lnTo>
                  <a:pt x="5" y="2"/>
                </a:lnTo>
                <a:lnTo>
                  <a:pt x="9" y="2"/>
                </a:lnTo>
                <a:lnTo>
                  <a:pt x="10" y="2"/>
                </a:lnTo>
                <a:lnTo>
                  <a:pt x="11" y="4"/>
                </a:lnTo>
                <a:lnTo>
                  <a:pt x="12" y="5"/>
                </a:lnTo>
                <a:lnTo>
                  <a:pt x="12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70" name=""/>
          <p:cNvSpPr/>
          <p:nvPr/>
        </p:nvSpPr>
        <p:spPr>
          <a:xfrm>
            <a:off x="4348080" y="4854960"/>
            <a:ext cx="1440" cy="4320"/>
          </a:xfrm>
          <a:custGeom>
            <a:avLst/>
            <a:gdLst/>
            <a:ahLst/>
            <a:rect l="0" t="0" r="r" b="b"/>
            <a:pathLst>
              <a:path fill="none" w="4" h="12">
                <a:moveTo>
                  <a:pt x="1" y="12"/>
                </a:moveTo>
                <a:lnTo>
                  <a:pt x="0" y="12"/>
                </a:lnTo>
                <a:lnTo>
                  <a:pt x="0" y="9"/>
                </a:lnTo>
                <a:lnTo>
                  <a:pt x="0" y="8"/>
                </a:lnTo>
                <a:lnTo>
                  <a:pt x="1" y="7"/>
                </a:lnTo>
                <a:lnTo>
                  <a:pt x="1" y="5"/>
                </a:lnTo>
                <a:lnTo>
                  <a:pt x="1" y="3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720" rIns="504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71" name=""/>
          <p:cNvSpPr/>
          <p:nvPr/>
        </p:nvSpPr>
        <p:spPr>
          <a:xfrm>
            <a:off x="4349160" y="4855320"/>
            <a:ext cx="1080" cy="3600"/>
          </a:xfrm>
          <a:custGeom>
            <a:avLst/>
            <a:gdLst/>
            <a:ahLst/>
            <a:rect l="0" t="0" r="r" b="b"/>
            <a:pathLst>
              <a:path fill="none" w="3" h="10">
                <a:moveTo>
                  <a:pt x="3" y="0"/>
                </a:moveTo>
                <a:lnTo>
                  <a:pt x="3" y="1"/>
                </a:lnTo>
                <a:lnTo>
                  <a:pt x="3" y="3"/>
                </a:lnTo>
                <a:lnTo>
                  <a:pt x="3" y="4"/>
                </a:lnTo>
                <a:lnTo>
                  <a:pt x="1" y="7"/>
                </a:lnTo>
                <a:lnTo>
                  <a:pt x="1" y="8"/>
                </a:lnTo>
                <a:lnTo>
                  <a:pt x="0" y="1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72" name=""/>
          <p:cNvSpPr/>
          <p:nvPr/>
        </p:nvSpPr>
        <p:spPr>
          <a:xfrm>
            <a:off x="4288320" y="4858920"/>
            <a:ext cx="2520" cy="720"/>
          </a:xfrm>
          <a:custGeom>
            <a:avLst/>
            <a:gdLst/>
            <a:ahLst/>
            <a:rect l="0" t="0" r="r" b="b"/>
            <a:pathLst>
              <a:path fill="none" w="7" h="2">
                <a:moveTo>
                  <a:pt x="7" y="0"/>
                </a:moveTo>
                <a:lnTo>
                  <a:pt x="6" y="2"/>
                </a:lnTo>
                <a:lnTo>
                  <a:pt x="5" y="2"/>
                </a:lnTo>
                <a:lnTo>
                  <a:pt x="4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73" name=""/>
          <p:cNvSpPr/>
          <p:nvPr/>
        </p:nvSpPr>
        <p:spPr>
          <a:xfrm>
            <a:off x="4292640" y="4858920"/>
            <a:ext cx="4320" cy="1080"/>
          </a:xfrm>
          <a:custGeom>
            <a:avLst/>
            <a:gdLst/>
            <a:ahLst/>
            <a:rect l="0" t="0" r="r" b="b"/>
            <a:pathLst>
              <a:path fill="none" w="12" h="3">
                <a:moveTo>
                  <a:pt x="12" y="1"/>
                </a:moveTo>
                <a:lnTo>
                  <a:pt x="11" y="3"/>
                </a:lnTo>
                <a:lnTo>
                  <a:pt x="10" y="3"/>
                </a:lnTo>
                <a:lnTo>
                  <a:pt x="9" y="3"/>
                </a:lnTo>
                <a:lnTo>
                  <a:pt x="7" y="1"/>
                </a:lnTo>
                <a:lnTo>
                  <a:pt x="4" y="1"/>
                </a:ln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74" name=""/>
          <p:cNvSpPr/>
          <p:nvPr/>
        </p:nvSpPr>
        <p:spPr>
          <a:xfrm>
            <a:off x="4284720" y="485820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0" y="7"/>
                </a:moveTo>
                <a:lnTo>
                  <a:pt x="1" y="4"/>
                </a:lnTo>
                <a:lnTo>
                  <a:pt x="2" y="2"/>
                </a:lnTo>
                <a:lnTo>
                  <a:pt x="5" y="0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75" name=""/>
          <p:cNvSpPr/>
          <p:nvPr/>
        </p:nvSpPr>
        <p:spPr>
          <a:xfrm>
            <a:off x="4285800" y="485964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6" y="0"/>
                </a:moveTo>
                <a:lnTo>
                  <a:pt x="6" y="1"/>
                </a:lnTo>
                <a:lnTo>
                  <a:pt x="5" y="2"/>
                </a:lnTo>
                <a:lnTo>
                  <a:pt x="4" y="4"/>
                </a:lnTo>
                <a:lnTo>
                  <a:pt x="2" y="5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76" name=""/>
          <p:cNvSpPr/>
          <p:nvPr/>
        </p:nvSpPr>
        <p:spPr>
          <a:xfrm flipV="1">
            <a:off x="4423320" y="48625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77" name=""/>
          <p:cNvSpPr/>
          <p:nvPr/>
        </p:nvSpPr>
        <p:spPr>
          <a:xfrm>
            <a:off x="4422960" y="48628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78" name=""/>
          <p:cNvSpPr/>
          <p:nvPr/>
        </p:nvSpPr>
        <p:spPr>
          <a:xfrm>
            <a:off x="4421520" y="48625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3" y="0"/>
                </a:lnTo>
                <a:lnTo>
                  <a:pt x="2" y="0"/>
                </a:lnTo>
                <a:lnTo>
                  <a:pt x="1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79" name=""/>
          <p:cNvSpPr/>
          <p:nvPr/>
        </p:nvSpPr>
        <p:spPr>
          <a:xfrm>
            <a:off x="4421160" y="4863240"/>
            <a:ext cx="2520" cy="720"/>
          </a:xfrm>
          <a:custGeom>
            <a:avLst/>
            <a:gdLst/>
            <a:ahLst/>
            <a:rect l="0" t="0" r="r" b="b"/>
            <a:pathLst>
              <a:path fill="none" w="7" h="2">
                <a:moveTo>
                  <a:pt x="7" y="0"/>
                </a:moveTo>
                <a:lnTo>
                  <a:pt x="5" y="0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80" name=""/>
          <p:cNvSpPr/>
          <p:nvPr/>
        </p:nvSpPr>
        <p:spPr>
          <a:xfrm>
            <a:off x="4478400" y="4841280"/>
            <a:ext cx="23040" cy="30960"/>
          </a:xfrm>
          <a:custGeom>
            <a:avLst/>
            <a:gdLst/>
            <a:ahLst/>
            <a:rect l="0" t="0" r="r" b="b"/>
            <a:pathLst>
              <a:path fill="none" w="64" h="86">
                <a:moveTo>
                  <a:pt x="0" y="86"/>
                </a:moveTo>
                <a:lnTo>
                  <a:pt x="1" y="84"/>
                </a:lnTo>
                <a:lnTo>
                  <a:pt x="3" y="82"/>
                </a:lnTo>
                <a:lnTo>
                  <a:pt x="5" y="78"/>
                </a:lnTo>
                <a:lnTo>
                  <a:pt x="8" y="75"/>
                </a:lnTo>
                <a:lnTo>
                  <a:pt x="11" y="71"/>
                </a:lnTo>
                <a:lnTo>
                  <a:pt x="13" y="68"/>
                </a:lnTo>
                <a:lnTo>
                  <a:pt x="16" y="64"/>
                </a:lnTo>
                <a:lnTo>
                  <a:pt x="19" y="60"/>
                </a:lnTo>
                <a:lnTo>
                  <a:pt x="21" y="57"/>
                </a:lnTo>
                <a:lnTo>
                  <a:pt x="25" y="52"/>
                </a:lnTo>
                <a:lnTo>
                  <a:pt x="28" y="48"/>
                </a:lnTo>
                <a:lnTo>
                  <a:pt x="31" y="44"/>
                </a:lnTo>
                <a:lnTo>
                  <a:pt x="34" y="40"/>
                </a:lnTo>
                <a:lnTo>
                  <a:pt x="37" y="35"/>
                </a:lnTo>
                <a:lnTo>
                  <a:pt x="39" y="31"/>
                </a:lnTo>
                <a:lnTo>
                  <a:pt x="42" y="28"/>
                </a:lnTo>
                <a:lnTo>
                  <a:pt x="46" y="23"/>
                </a:lnTo>
                <a:lnTo>
                  <a:pt x="50" y="18"/>
                </a:lnTo>
                <a:lnTo>
                  <a:pt x="52" y="15"/>
                </a:lnTo>
                <a:lnTo>
                  <a:pt x="55" y="11"/>
                </a:lnTo>
                <a:lnTo>
                  <a:pt x="58" y="8"/>
                </a:lnTo>
                <a:lnTo>
                  <a:pt x="60" y="6"/>
                </a:lnTo>
                <a:lnTo>
                  <a:pt x="63" y="2"/>
                </a:lnTo>
                <a:lnTo>
                  <a:pt x="6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81" name=""/>
          <p:cNvSpPr/>
          <p:nvPr/>
        </p:nvSpPr>
        <p:spPr>
          <a:xfrm>
            <a:off x="4415040" y="48798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82" name=""/>
          <p:cNvSpPr/>
          <p:nvPr/>
        </p:nvSpPr>
        <p:spPr>
          <a:xfrm>
            <a:off x="4414680" y="48790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1"/>
                </a:moveTo>
                <a:lnTo>
                  <a:pt x="3" y="0"/>
                </a:lnTo>
                <a:lnTo>
                  <a:pt x="1" y="0"/>
                </a:lnTo>
                <a:lnTo>
                  <a:pt x="0" y="1"/>
                </a:lnTo>
                <a:lnTo>
                  <a:pt x="0" y="3"/>
                </a:lnTo>
                <a:lnTo>
                  <a:pt x="1" y="4"/>
                </a:lnTo>
                <a:lnTo>
                  <a:pt x="3" y="4"/>
                </a:lnTo>
                <a:lnTo>
                  <a:pt x="3" y="3"/>
                </a:lnTo>
                <a:lnTo>
                  <a:pt x="3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83" name=""/>
          <p:cNvSpPr/>
          <p:nvPr/>
        </p:nvSpPr>
        <p:spPr>
          <a:xfrm>
            <a:off x="4403880" y="49017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84" name=""/>
          <p:cNvSpPr/>
          <p:nvPr/>
        </p:nvSpPr>
        <p:spPr>
          <a:xfrm>
            <a:off x="4403520" y="49024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85" name=""/>
          <p:cNvSpPr/>
          <p:nvPr/>
        </p:nvSpPr>
        <p:spPr>
          <a:xfrm>
            <a:off x="4240440" y="4874760"/>
            <a:ext cx="3600" cy="39600"/>
          </a:xfrm>
          <a:custGeom>
            <a:avLst/>
            <a:gdLst/>
            <a:ahLst/>
            <a:rect l="0" t="0" r="r" b="b"/>
            <a:pathLst>
              <a:path fill="none" w="10" h="110">
                <a:moveTo>
                  <a:pt x="3" y="0"/>
                </a:moveTo>
                <a:lnTo>
                  <a:pt x="2" y="4"/>
                </a:lnTo>
                <a:lnTo>
                  <a:pt x="2" y="7"/>
                </a:lnTo>
                <a:lnTo>
                  <a:pt x="1" y="14"/>
                </a:lnTo>
                <a:lnTo>
                  <a:pt x="0" y="20"/>
                </a:lnTo>
                <a:lnTo>
                  <a:pt x="0" y="24"/>
                </a:lnTo>
                <a:lnTo>
                  <a:pt x="0" y="29"/>
                </a:lnTo>
                <a:lnTo>
                  <a:pt x="0" y="36"/>
                </a:lnTo>
                <a:lnTo>
                  <a:pt x="0" y="40"/>
                </a:lnTo>
                <a:lnTo>
                  <a:pt x="0" y="44"/>
                </a:lnTo>
                <a:lnTo>
                  <a:pt x="0" y="50"/>
                </a:lnTo>
                <a:lnTo>
                  <a:pt x="0" y="56"/>
                </a:lnTo>
                <a:lnTo>
                  <a:pt x="1" y="62"/>
                </a:lnTo>
                <a:lnTo>
                  <a:pt x="1" y="69"/>
                </a:lnTo>
                <a:lnTo>
                  <a:pt x="2" y="72"/>
                </a:lnTo>
                <a:lnTo>
                  <a:pt x="2" y="77"/>
                </a:lnTo>
                <a:lnTo>
                  <a:pt x="3" y="82"/>
                </a:lnTo>
                <a:lnTo>
                  <a:pt x="3" y="86"/>
                </a:lnTo>
                <a:lnTo>
                  <a:pt x="4" y="91"/>
                </a:lnTo>
                <a:lnTo>
                  <a:pt x="5" y="97"/>
                </a:lnTo>
                <a:lnTo>
                  <a:pt x="6" y="100"/>
                </a:lnTo>
                <a:lnTo>
                  <a:pt x="6" y="103"/>
                </a:lnTo>
                <a:lnTo>
                  <a:pt x="8" y="106"/>
                </a:lnTo>
                <a:lnTo>
                  <a:pt x="10" y="11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86" name=""/>
          <p:cNvSpPr/>
          <p:nvPr/>
        </p:nvSpPr>
        <p:spPr>
          <a:xfrm>
            <a:off x="4379760" y="4915080"/>
            <a:ext cx="720" cy="3600"/>
          </a:xfrm>
          <a:custGeom>
            <a:avLst/>
            <a:gdLst/>
            <a:ahLst/>
            <a:rect l="0" t="0" r="r" b="b"/>
            <a:pathLst>
              <a:path fill="none" w="2" h="10">
                <a:moveTo>
                  <a:pt x="2" y="10"/>
                </a:moveTo>
                <a:lnTo>
                  <a:pt x="0" y="10"/>
                </a:lnTo>
                <a:lnTo>
                  <a:pt x="0" y="8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87" name=""/>
          <p:cNvSpPr/>
          <p:nvPr/>
        </p:nvSpPr>
        <p:spPr>
          <a:xfrm>
            <a:off x="4380840" y="4915080"/>
            <a:ext cx="720" cy="3600"/>
          </a:xfrm>
          <a:custGeom>
            <a:avLst/>
            <a:gdLst/>
            <a:ahLst/>
            <a:rect l="0" t="0" r="r" b="b"/>
            <a:pathLst>
              <a:path fill="none" w="2" h="10">
                <a:moveTo>
                  <a:pt x="0" y="0"/>
                </a:moveTo>
                <a:lnTo>
                  <a:pt x="0" y="1"/>
                </a:lnTo>
                <a:lnTo>
                  <a:pt x="2" y="2"/>
                </a:lnTo>
                <a:lnTo>
                  <a:pt x="2" y="4"/>
                </a:lnTo>
                <a:lnTo>
                  <a:pt x="2" y="6"/>
                </a:lnTo>
                <a:lnTo>
                  <a:pt x="2" y="8"/>
                </a:lnTo>
                <a:lnTo>
                  <a:pt x="2" y="10"/>
                </a:lnTo>
                <a:lnTo>
                  <a:pt x="0" y="1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88" name=""/>
          <p:cNvSpPr/>
          <p:nvPr/>
        </p:nvSpPr>
        <p:spPr>
          <a:xfrm>
            <a:off x="4379400" y="492048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0" y="5"/>
                </a:moveTo>
                <a:lnTo>
                  <a:pt x="1" y="5"/>
                </a:lnTo>
                <a:lnTo>
                  <a:pt x="1" y="4"/>
                </a:lnTo>
                <a:lnTo>
                  <a:pt x="2" y="1"/>
                </a:lnTo>
                <a:lnTo>
                  <a:pt x="4" y="0"/>
                </a:lnTo>
                <a:lnTo>
                  <a:pt x="5" y="0"/>
                </a:lnTo>
                <a:lnTo>
                  <a:pt x="7" y="1"/>
                </a:lnTo>
                <a:lnTo>
                  <a:pt x="7" y="3"/>
                </a:lnTo>
                <a:lnTo>
                  <a:pt x="8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89" name=""/>
          <p:cNvSpPr/>
          <p:nvPr/>
        </p:nvSpPr>
        <p:spPr>
          <a:xfrm>
            <a:off x="4379760" y="492264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7" y="0"/>
                </a:moveTo>
                <a:lnTo>
                  <a:pt x="7" y="3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3" y="3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90" name=""/>
          <p:cNvSpPr/>
          <p:nvPr/>
        </p:nvSpPr>
        <p:spPr>
          <a:xfrm>
            <a:off x="4378320" y="4922640"/>
            <a:ext cx="720" cy="2520"/>
          </a:xfrm>
          <a:custGeom>
            <a:avLst/>
            <a:gdLst/>
            <a:ahLst/>
            <a:rect l="0" t="0" r="r" b="b"/>
            <a:pathLst>
              <a:path fill="none" w="2" h="7">
                <a:moveTo>
                  <a:pt x="0" y="7"/>
                </a:moveTo>
                <a:lnTo>
                  <a:pt x="0" y="5"/>
                </a:lnTo>
                <a:lnTo>
                  <a:pt x="0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91" name=""/>
          <p:cNvSpPr/>
          <p:nvPr/>
        </p:nvSpPr>
        <p:spPr>
          <a:xfrm>
            <a:off x="4376520" y="4925160"/>
            <a:ext cx="2880" cy="2520"/>
          </a:xfrm>
          <a:custGeom>
            <a:avLst/>
            <a:gdLst/>
            <a:ahLst/>
            <a:rect l="0" t="0" r="r" b="b"/>
            <a:pathLst>
              <a:path fill="none" w="8" h="7">
                <a:moveTo>
                  <a:pt x="2" y="7"/>
                </a:moveTo>
                <a:lnTo>
                  <a:pt x="2" y="5"/>
                </a:lnTo>
                <a:lnTo>
                  <a:pt x="0" y="3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2"/>
                </a:lnTo>
                <a:lnTo>
                  <a:pt x="6" y="3"/>
                </a:lnTo>
                <a:lnTo>
                  <a:pt x="8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92" name=""/>
          <p:cNvSpPr/>
          <p:nvPr/>
        </p:nvSpPr>
        <p:spPr>
          <a:xfrm>
            <a:off x="4374360" y="492804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0" y="5"/>
                </a:moveTo>
                <a:lnTo>
                  <a:pt x="0" y="3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93" name=""/>
          <p:cNvSpPr/>
          <p:nvPr/>
        </p:nvSpPr>
        <p:spPr>
          <a:xfrm>
            <a:off x="4380840" y="4925880"/>
            <a:ext cx="1440" cy="3960"/>
          </a:xfrm>
          <a:custGeom>
            <a:avLst/>
            <a:gdLst/>
            <a:ahLst/>
            <a:rect l="0" t="0" r="r" b="b"/>
            <a:pathLst>
              <a:path fill="none" w="4" h="11">
                <a:moveTo>
                  <a:pt x="2" y="0"/>
                </a:moveTo>
                <a:lnTo>
                  <a:pt x="2" y="1"/>
                </a:lnTo>
                <a:lnTo>
                  <a:pt x="4" y="3"/>
                </a:lnTo>
                <a:lnTo>
                  <a:pt x="4" y="6"/>
                </a:lnTo>
                <a:lnTo>
                  <a:pt x="4" y="7"/>
                </a:lnTo>
                <a:lnTo>
                  <a:pt x="4" y="8"/>
                </a:lnTo>
                <a:lnTo>
                  <a:pt x="4" y="9"/>
                </a:lnTo>
                <a:lnTo>
                  <a:pt x="2" y="11"/>
                </a:lnTo>
                <a:lnTo>
                  <a:pt x="0" y="1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94" name=""/>
          <p:cNvSpPr/>
          <p:nvPr/>
        </p:nvSpPr>
        <p:spPr>
          <a:xfrm>
            <a:off x="4377960" y="4932360"/>
            <a:ext cx="3600" cy="1440"/>
          </a:xfrm>
          <a:custGeom>
            <a:avLst/>
            <a:gdLst/>
            <a:ahLst/>
            <a:rect l="0" t="0" r="r" b="b"/>
            <a:pathLst>
              <a:path fill="none" w="10" h="4">
                <a:moveTo>
                  <a:pt x="0" y="1"/>
                </a:moveTo>
                <a:lnTo>
                  <a:pt x="1" y="1"/>
                </a:lnTo>
                <a:lnTo>
                  <a:pt x="2" y="0"/>
                </a:lnTo>
                <a:lnTo>
                  <a:pt x="6" y="0"/>
                </a:lnTo>
                <a:lnTo>
                  <a:pt x="7" y="1"/>
                </a:lnTo>
                <a:lnTo>
                  <a:pt x="9" y="3"/>
                </a:lnTo>
                <a:lnTo>
                  <a:pt x="1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95" name=""/>
          <p:cNvSpPr/>
          <p:nvPr/>
        </p:nvSpPr>
        <p:spPr>
          <a:xfrm>
            <a:off x="4377960" y="4933440"/>
            <a:ext cx="3240" cy="1440"/>
          </a:xfrm>
          <a:custGeom>
            <a:avLst/>
            <a:gdLst/>
            <a:ahLst/>
            <a:rect l="0" t="0" r="r" b="b"/>
            <a:pathLst>
              <a:path fill="none" w="9" h="4">
                <a:moveTo>
                  <a:pt x="9" y="3"/>
                </a:moveTo>
                <a:lnTo>
                  <a:pt x="9" y="4"/>
                </a:lnTo>
                <a:lnTo>
                  <a:pt x="7" y="4"/>
                </a:lnTo>
                <a:lnTo>
                  <a:pt x="5" y="4"/>
                </a:lnTo>
                <a:lnTo>
                  <a:pt x="2" y="3"/>
                </a:ln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96" name=""/>
          <p:cNvSpPr/>
          <p:nvPr/>
        </p:nvSpPr>
        <p:spPr>
          <a:xfrm>
            <a:off x="4384080" y="49370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97" name=""/>
          <p:cNvSpPr/>
          <p:nvPr/>
        </p:nvSpPr>
        <p:spPr>
          <a:xfrm>
            <a:off x="4372200" y="49885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1"/>
                </a:move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0" y="4"/>
                </a:lnTo>
                <a:lnTo>
                  <a:pt x="2" y="4"/>
                </a:lnTo>
                <a:lnTo>
                  <a:pt x="4" y="4"/>
                </a:lnTo>
                <a:lnTo>
                  <a:pt x="4" y="3"/>
                </a:lnTo>
                <a:lnTo>
                  <a:pt x="4" y="1"/>
                </a:lnTo>
                <a:lnTo>
                  <a:pt x="2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98" name=""/>
          <p:cNvSpPr/>
          <p:nvPr/>
        </p:nvSpPr>
        <p:spPr>
          <a:xfrm>
            <a:off x="4372200" y="49921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99" name=""/>
          <p:cNvSpPr/>
          <p:nvPr/>
        </p:nvSpPr>
        <p:spPr>
          <a:xfrm>
            <a:off x="4365000" y="49928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00" name=""/>
          <p:cNvSpPr/>
          <p:nvPr/>
        </p:nvSpPr>
        <p:spPr>
          <a:xfrm>
            <a:off x="4356720" y="4997520"/>
            <a:ext cx="34560" cy="12600"/>
          </a:xfrm>
          <a:custGeom>
            <a:avLst/>
            <a:gdLst/>
            <a:ahLst/>
            <a:rect l="0" t="0" r="r" b="b"/>
            <a:pathLst>
              <a:path fill="none" w="96" h="35">
                <a:moveTo>
                  <a:pt x="0" y="35"/>
                </a:moveTo>
                <a:lnTo>
                  <a:pt x="6" y="34"/>
                </a:lnTo>
                <a:lnTo>
                  <a:pt x="13" y="32"/>
                </a:lnTo>
                <a:lnTo>
                  <a:pt x="19" y="31"/>
                </a:lnTo>
                <a:lnTo>
                  <a:pt x="25" y="29"/>
                </a:lnTo>
                <a:lnTo>
                  <a:pt x="30" y="28"/>
                </a:lnTo>
                <a:lnTo>
                  <a:pt x="34" y="26"/>
                </a:lnTo>
                <a:lnTo>
                  <a:pt x="41" y="25"/>
                </a:lnTo>
                <a:lnTo>
                  <a:pt x="47" y="23"/>
                </a:lnTo>
                <a:lnTo>
                  <a:pt x="52" y="21"/>
                </a:lnTo>
                <a:lnTo>
                  <a:pt x="58" y="19"/>
                </a:lnTo>
                <a:lnTo>
                  <a:pt x="64" y="17"/>
                </a:lnTo>
                <a:lnTo>
                  <a:pt x="69" y="15"/>
                </a:lnTo>
                <a:lnTo>
                  <a:pt x="73" y="14"/>
                </a:lnTo>
                <a:lnTo>
                  <a:pt x="77" y="12"/>
                </a:lnTo>
                <a:lnTo>
                  <a:pt x="81" y="9"/>
                </a:lnTo>
                <a:lnTo>
                  <a:pt x="85" y="6"/>
                </a:lnTo>
                <a:lnTo>
                  <a:pt x="89" y="4"/>
                </a:lnTo>
                <a:lnTo>
                  <a:pt x="94" y="2"/>
                </a:lnTo>
                <a:lnTo>
                  <a:pt x="9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01" name=""/>
          <p:cNvSpPr txBox="1"/>
          <p:nvPr/>
        </p:nvSpPr>
        <p:spPr>
          <a:xfrm>
            <a:off x="3196080" y="2647080"/>
            <a:ext cx="81864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404040"/>
                </a:solidFill>
                <a:effectLst/>
                <a:uFillTx/>
                <a:latin typeface="Arial"/>
                <a:ea typeface="Arial"/>
              </a:rPr>
              <a:t>6% within support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02" name=""/>
          <p:cNvSpPr/>
          <p:nvPr/>
        </p:nvSpPr>
        <p:spPr>
          <a:xfrm>
            <a:off x="6814800" y="1480320"/>
            <a:ext cx="68400" cy="60120"/>
          </a:xfrm>
          <a:custGeom>
            <a:avLst/>
            <a:gdLst/>
            <a:ahLst/>
            <a:rect l="0" t="0" r="r" b="b"/>
            <a:pathLst>
              <a:path w="190" h="167">
                <a:moveTo>
                  <a:pt x="114" y="2"/>
                </a:moveTo>
                <a:lnTo>
                  <a:pt x="115" y="2"/>
                </a:lnTo>
                <a:lnTo>
                  <a:pt x="115" y="3"/>
                </a:lnTo>
                <a:lnTo>
                  <a:pt x="115" y="4"/>
                </a:lnTo>
                <a:lnTo>
                  <a:pt x="115" y="6"/>
                </a:lnTo>
                <a:lnTo>
                  <a:pt x="114" y="6"/>
                </a:lnTo>
                <a:lnTo>
                  <a:pt x="114" y="8"/>
                </a:lnTo>
                <a:lnTo>
                  <a:pt x="113" y="9"/>
                </a:lnTo>
                <a:lnTo>
                  <a:pt x="114" y="10"/>
                </a:lnTo>
                <a:lnTo>
                  <a:pt x="114" y="11"/>
                </a:lnTo>
                <a:lnTo>
                  <a:pt x="115" y="12"/>
                </a:lnTo>
                <a:lnTo>
                  <a:pt x="116" y="13"/>
                </a:lnTo>
                <a:lnTo>
                  <a:pt x="117" y="14"/>
                </a:lnTo>
                <a:lnTo>
                  <a:pt x="117" y="15"/>
                </a:lnTo>
                <a:lnTo>
                  <a:pt x="117" y="16"/>
                </a:lnTo>
                <a:lnTo>
                  <a:pt x="118" y="16"/>
                </a:lnTo>
                <a:lnTo>
                  <a:pt x="118" y="17"/>
                </a:lnTo>
                <a:lnTo>
                  <a:pt x="119" y="17"/>
                </a:lnTo>
                <a:lnTo>
                  <a:pt x="120" y="17"/>
                </a:lnTo>
                <a:lnTo>
                  <a:pt x="121" y="18"/>
                </a:lnTo>
                <a:lnTo>
                  <a:pt x="121" y="19"/>
                </a:lnTo>
                <a:lnTo>
                  <a:pt x="121" y="18"/>
                </a:lnTo>
                <a:lnTo>
                  <a:pt x="122" y="19"/>
                </a:lnTo>
                <a:lnTo>
                  <a:pt x="123" y="19"/>
                </a:lnTo>
                <a:lnTo>
                  <a:pt x="124" y="20"/>
                </a:lnTo>
                <a:lnTo>
                  <a:pt x="124" y="21"/>
                </a:lnTo>
                <a:lnTo>
                  <a:pt x="124" y="22"/>
                </a:lnTo>
                <a:lnTo>
                  <a:pt x="125" y="22"/>
                </a:lnTo>
                <a:lnTo>
                  <a:pt x="125" y="23"/>
                </a:lnTo>
                <a:lnTo>
                  <a:pt x="125" y="22"/>
                </a:lnTo>
                <a:lnTo>
                  <a:pt x="126" y="22"/>
                </a:lnTo>
                <a:lnTo>
                  <a:pt x="127" y="22"/>
                </a:lnTo>
                <a:lnTo>
                  <a:pt x="127" y="23"/>
                </a:lnTo>
                <a:lnTo>
                  <a:pt x="128" y="23"/>
                </a:lnTo>
                <a:lnTo>
                  <a:pt x="129" y="23"/>
                </a:lnTo>
                <a:lnTo>
                  <a:pt x="130" y="23"/>
                </a:lnTo>
                <a:lnTo>
                  <a:pt x="130" y="24"/>
                </a:lnTo>
                <a:lnTo>
                  <a:pt x="131" y="25"/>
                </a:lnTo>
                <a:lnTo>
                  <a:pt x="132" y="25"/>
                </a:lnTo>
                <a:lnTo>
                  <a:pt x="132" y="26"/>
                </a:lnTo>
                <a:lnTo>
                  <a:pt x="132" y="27"/>
                </a:lnTo>
                <a:lnTo>
                  <a:pt x="133" y="27"/>
                </a:lnTo>
                <a:lnTo>
                  <a:pt x="133" y="28"/>
                </a:lnTo>
                <a:lnTo>
                  <a:pt x="133" y="29"/>
                </a:lnTo>
                <a:lnTo>
                  <a:pt x="134" y="29"/>
                </a:lnTo>
                <a:lnTo>
                  <a:pt x="135" y="29"/>
                </a:lnTo>
                <a:lnTo>
                  <a:pt x="136" y="30"/>
                </a:lnTo>
                <a:lnTo>
                  <a:pt x="135" y="30"/>
                </a:lnTo>
                <a:lnTo>
                  <a:pt x="136" y="31"/>
                </a:lnTo>
                <a:lnTo>
                  <a:pt x="136" y="32"/>
                </a:lnTo>
                <a:lnTo>
                  <a:pt x="135" y="32"/>
                </a:lnTo>
                <a:lnTo>
                  <a:pt x="136" y="32"/>
                </a:lnTo>
                <a:lnTo>
                  <a:pt x="137" y="33"/>
                </a:lnTo>
                <a:lnTo>
                  <a:pt x="137" y="34"/>
                </a:lnTo>
                <a:lnTo>
                  <a:pt x="138" y="34"/>
                </a:lnTo>
                <a:lnTo>
                  <a:pt x="139" y="35"/>
                </a:lnTo>
                <a:lnTo>
                  <a:pt x="139" y="36"/>
                </a:lnTo>
                <a:lnTo>
                  <a:pt x="140" y="36"/>
                </a:lnTo>
                <a:lnTo>
                  <a:pt x="141" y="37"/>
                </a:lnTo>
                <a:lnTo>
                  <a:pt x="143" y="37"/>
                </a:lnTo>
                <a:lnTo>
                  <a:pt x="145" y="38"/>
                </a:lnTo>
                <a:lnTo>
                  <a:pt x="146" y="37"/>
                </a:lnTo>
                <a:lnTo>
                  <a:pt x="147" y="37"/>
                </a:lnTo>
                <a:lnTo>
                  <a:pt x="148" y="37"/>
                </a:lnTo>
                <a:lnTo>
                  <a:pt x="149" y="37"/>
                </a:lnTo>
                <a:lnTo>
                  <a:pt x="150" y="37"/>
                </a:lnTo>
                <a:lnTo>
                  <a:pt x="151" y="37"/>
                </a:lnTo>
                <a:lnTo>
                  <a:pt x="151" y="36"/>
                </a:lnTo>
                <a:lnTo>
                  <a:pt x="153" y="36"/>
                </a:lnTo>
                <a:lnTo>
                  <a:pt x="154" y="37"/>
                </a:lnTo>
                <a:lnTo>
                  <a:pt x="155" y="37"/>
                </a:lnTo>
                <a:lnTo>
                  <a:pt x="156" y="37"/>
                </a:lnTo>
                <a:lnTo>
                  <a:pt x="161" y="37"/>
                </a:lnTo>
                <a:lnTo>
                  <a:pt x="162" y="38"/>
                </a:lnTo>
                <a:lnTo>
                  <a:pt x="163" y="38"/>
                </a:lnTo>
                <a:lnTo>
                  <a:pt x="164" y="39"/>
                </a:lnTo>
                <a:lnTo>
                  <a:pt x="165" y="39"/>
                </a:lnTo>
                <a:lnTo>
                  <a:pt x="165" y="40"/>
                </a:lnTo>
                <a:lnTo>
                  <a:pt x="167" y="39"/>
                </a:lnTo>
                <a:lnTo>
                  <a:pt x="167" y="40"/>
                </a:lnTo>
                <a:lnTo>
                  <a:pt x="168" y="41"/>
                </a:lnTo>
                <a:lnTo>
                  <a:pt x="169" y="41"/>
                </a:lnTo>
                <a:lnTo>
                  <a:pt x="170" y="41"/>
                </a:lnTo>
                <a:lnTo>
                  <a:pt x="172" y="41"/>
                </a:lnTo>
                <a:lnTo>
                  <a:pt x="173" y="41"/>
                </a:lnTo>
                <a:lnTo>
                  <a:pt x="174" y="41"/>
                </a:lnTo>
                <a:lnTo>
                  <a:pt x="174" y="40"/>
                </a:lnTo>
                <a:lnTo>
                  <a:pt x="176" y="40"/>
                </a:lnTo>
                <a:lnTo>
                  <a:pt x="177" y="39"/>
                </a:lnTo>
                <a:lnTo>
                  <a:pt x="178" y="39"/>
                </a:lnTo>
                <a:lnTo>
                  <a:pt x="179" y="39"/>
                </a:lnTo>
                <a:lnTo>
                  <a:pt x="180" y="38"/>
                </a:lnTo>
                <a:lnTo>
                  <a:pt x="181" y="38"/>
                </a:lnTo>
                <a:lnTo>
                  <a:pt x="182" y="39"/>
                </a:lnTo>
                <a:lnTo>
                  <a:pt x="184" y="40"/>
                </a:lnTo>
                <a:lnTo>
                  <a:pt x="185" y="40"/>
                </a:lnTo>
                <a:lnTo>
                  <a:pt x="186" y="40"/>
                </a:lnTo>
                <a:lnTo>
                  <a:pt x="187" y="39"/>
                </a:lnTo>
                <a:lnTo>
                  <a:pt x="188" y="40"/>
                </a:lnTo>
                <a:lnTo>
                  <a:pt x="189" y="40"/>
                </a:lnTo>
                <a:lnTo>
                  <a:pt x="189" y="41"/>
                </a:lnTo>
                <a:lnTo>
                  <a:pt x="190" y="41"/>
                </a:lnTo>
                <a:lnTo>
                  <a:pt x="190" y="42"/>
                </a:lnTo>
                <a:lnTo>
                  <a:pt x="189" y="42"/>
                </a:lnTo>
                <a:lnTo>
                  <a:pt x="189" y="43"/>
                </a:lnTo>
                <a:lnTo>
                  <a:pt x="189" y="44"/>
                </a:lnTo>
                <a:lnTo>
                  <a:pt x="188" y="44"/>
                </a:lnTo>
                <a:lnTo>
                  <a:pt x="187" y="44"/>
                </a:lnTo>
                <a:lnTo>
                  <a:pt x="186" y="44"/>
                </a:lnTo>
                <a:lnTo>
                  <a:pt x="186" y="43"/>
                </a:lnTo>
                <a:lnTo>
                  <a:pt x="186" y="42"/>
                </a:lnTo>
                <a:lnTo>
                  <a:pt x="185" y="42"/>
                </a:lnTo>
                <a:lnTo>
                  <a:pt x="184" y="42"/>
                </a:lnTo>
                <a:lnTo>
                  <a:pt x="184" y="43"/>
                </a:lnTo>
                <a:lnTo>
                  <a:pt x="184" y="44"/>
                </a:lnTo>
                <a:lnTo>
                  <a:pt x="183" y="45"/>
                </a:lnTo>
                <a:lnTo>
                  <a:pt x="182" y="45"/>
                </a:lnTo>
                <a:lnTo>
                  <a:pt x="182" y="44"/>
                </a:lnTo>
                <a:lnTo>
                  <a:pt x="182" y="43"/>
                </a:lnTo>
                <a:lnTo>
                  <a:pt x="182" y="44"/>
                </a:lnTo>
                <a:lnTo>
                  <a:pt x="181" y="44"/>
                </a:lnTo>
                <a:lnTo>
                  <a:pt x="182" y="45"/>
                </a:lnTo>
                <a:lnTo>
                  <a:pt x="181" y="45"/>
                </a:lnTo>
                <a:lnTo>
                  <a:pt x="181" y="46"/>
                </a:lnTo>
                <a:lnTo>
                  <a:pt x="181" y="47"/>
                </a:lnTo>
                <a:lnTo>
                  <a:pt x="182" y="49"/>
                </a:lnTo>
                <a:lnTo>
                  <a:pt x="182" y="50"/>
                </a:lnTo>
                <a:lnTo>
                  <a:pt x="181" y="50"/>
                </a:lnTo>
                <a:lnTo>
                  <a:pt x="181" y="51"/>
                </a:lnTo>
                <a:lnTo>
                  <a:pt x="180" y="50"/>
                </a:lnTo>
                <a:lnTo>
                  <a:pt x="179" y="51"/>
                </a:lnTo>
                <a:lnTo>
                  <a:pt x="178" y="51"/>
                </a:lnTo>
                <a:lnTo>
                  <a:pt x="177" y="51"/>
                </a:lnTo>
                <a:lnTo>
                  <a:pt x="176" y="50"/>
                </a:lnTo>
                <a:lnTo>
                  <a:pt x="175" y="49"/>
                </a:lnTo>
                <a:lnTo>
                  <a:pt x="174" y="49"/>
                </a:lnTo>
                <a:lnTo>
                  <a:pt x="173" y="50"/>
                </a:lnTo>
                <a:lnTo>
                  <a:pt x="171" y="50"/>
                </a:lnTo>
                <a:lnTo>
                  <a:pt x="171" y="51"/>
                </a:lnTo>
                <a:lnTo>
                  <a:pt x="170" y="51"/>
                </a:lnTo>
                <a:lnTo>
                  <a:pt x="169" y="51"/>
                </a:lnTo>
                <a:lnTo>
                  <a:pt x="168" y="51"/>
                </a:lnTo>
                <a:lnTo>
                  <a:pt x="166" y="53"/>
                </a:lnTo>
                <a:lnTo>
                  <a:pt x="166" y="55"/>
                </a:lnTo>
                <a:lnTo>
                  <a:pt x="167" y="55"/>
                </a:lnTo>
                <a:lnTo>
                  <a:pt x="167" y="56"/>
                </a:lnTo>
                <a:lnTo>
                  <a:pt x="166" y="56"/>
                </a:lnTo>
                <a:lnTo>
                  <a:pt x="165" y="56"/>
                </a:lnTo>
                <a:lnTo>
                  <a:pt x="164" y="56"/>
                </a:lnTo>
                <a:lnTo>
                  <a:pt x="163" y="56"/>
                </a:lnTo>
                <a:lnTo>
                  <a:pt x="162" y="58"/>
                </a:lnTo>
                <a:lnTo>
                  <a:pt x="163" y="58"/>
                </a:lnTo>
                <a:lnTo>
                  <a:pt x="164" y="59"/>
                </a:lnTo>
                <a:lnTo>
                  <a:pt x="164" y="60"/>
                </a:lnTo>
                <a:lnTo>
                  <a:pt x="164" y="61"/>
                </a:lnTo>
                <a:lnTo>
                  <a:pt x="165" y="62"/>
                </a:lnTo>
                <a:lnTo>
                  <a:pt x="166" y="62"/>
                </a:lnTo>
                <a:lnTo>
                  <a:pt x="167" y="64"/>
                </a:lnTo>
                <a:lnTo>
                  <a:pt x="166" y="65"/>
                </a:lnTo>
                <a:lnTo>
                  <a:pt x="165" y="65"/>
                </a:lnTo>
                <a:lnTo>
                  <a:pt x="165" y="66"/>
                </a:lnTo>
                <a:lnTo>
                  <a:pt x="165" y="68"/>
                </a:lnTo>
                <a:lnTo>
                  <a:pt x="164" y="69"/>
                </a:lnTo>
                <a:lnTo>
                  <a:pt x="164" y="70"/>
                </a:lnTo>
                <a:lnTo>
                  <a:pt x="164" y="71"/>
                </a:lnTo>
                <a:lnTo>
                  <a:pt x="165" y="71"/>
                </a:lnTo>
                <a:lnTo>
                  <a:pt x="166" y="72"/>
                </a:lnTo>
                <a:lnTo>
                  <a:pt x="166" y="73"/>
                </a:lnTo>
                <a:lnTo>
                  <a:pt x="167" y="74"/>
                </a:lnTo>
                <a:lnTo>
                  <a:pt x="168" y="75"/>
                </a:lnTo>
                <a:lnTo>
                  <a:pt x="168" y="76"/>
                </a:lnTo>
                <a:lnTo>
                  <a:pt x="168" y="77"/>
                </a:lnTo>
                <a:lnTo>
                  <a:pt x="169" y="78"/>
                </a:lnTo>
                <a:lnTo>
                  <a:pt x="170" y="78"/>
                </a:lnTo>
                <a:lnTo>
                  <a:pt x="170" y="79"/>
                </a:lnTo>
                <a:lnTo>
                  <a:pt x="170" y="80"/>
                </a:lnTo>
                <a:lnTo>
                  <a:pt x="171" y="80"/>
                </a:lnTo>
                <a:lnTo>
                  <a:pt x="172" y="80"/>
                </a:lnTo>
                <a:lnTo>
                  <a:pt x="173" y="79"/>
                </a:lnTo>
                <a:lnTo>
                  <a:pt x="174" y="79"/>
                </a:lnTo>
                <a:lnTo>
                  <a:pt x="174" y="80"/>
                </a:lnTo>
                <a:lnTo>
                  <a:pt x="174" y="81"/>
                </a:lnTo>
                <a:lnTo>
                  <a:pt x="174" y="82"/>
                </a:lnTo>
                <a:lnTo>
                  <a:pt x="174" y="83"/>
                </a:lnTo>
                <a:lnTo>
                  <a:pt x="175" y="84"/>
                </a:lnTo>
                <a:lnTo>
                  <a:pt x="175" y="85"/>
                </a:lnTo>
                <a:lnTo>
                  <a:pt x="176" y="85"/>
                </a:lnTo>
                <a:lnTo>
                  <a:pt x="177" y="85"/>
                </a:lnTo>
                <a:lnTo>
                  <a:pt x="178" y="85"/>
                </a:lnTo>
                <a:lnTo>
                  <a:pt x="179" y="85"/>
                </a:lnTo>
                <a:lnTo>
                  <a:pt x="179" y="86"/>
                </a:lnTo>
                <a:lnTo>
                  <a:pt x="178" y="86"/>
                </a:lnTo>
                <a:lnTo>
                  <a:pt x="177" y="86"/>
                </a:lnTo>
                <a:lnTo>
                  <a:pt x="177" y="87"/>
                </a:lnTo>
                <a:lnTo>
                  <a:pt x="178" y="87"/>
                </a:lnTo>
                <a:lnTo>
                  <a:pt x="179" y="88"/>
                </a:lnTo>
                <a:lnTo>
                  <a:pt x="178" y="88"/>
                </a:lnTo>
                <a:lnTo>
                  <a:pt x="178" y="89"/>
                </a:lnTo>
                <a:lnTo>
                  <a:pt x="178" y="90"/>
                </a:lnTo>
                <a:lnTo>
                  <a:pt x="178" y="89"/>
                </a:lnTo>
                <a:lnTo>
                  <a:pt x="179" y="89"/>
                </a:lnTo>
                <a:lnTo>
                  <a:pt x="180" y="89"/>
                </a:lnTo>
                <a:lnTo>
                  <a:pt x="180" y="90"/>
                </a:lnTo>
                <a:lnTo>
                  <a:pt x="179" y="91"/>
                </a:lnTo>
                <a:lnTo>
                  <a:pt x="178" y="91"/>
                </a:lnTo>
                <a:lnTo>
                  <a:pt x="177" y="91"/>
                </a:lnTo>
                <a:lnTo>
                  <a:pt x="175" y="91"/>
                </a:lnTo>
                <a:lnTo>
                  <a:pt x="175" y="92"/>
                </a:lnTo>
                <a:lnTo>
                  <a:pt x="176" y="93"/>
                </a:lnTo>
                <a:lnTo>
                  <a:pt x="175" y="94"/>
                </a:lnTo>
                <a:lnTo>
                  <a:pt x="176" y="94"/>
                </a:lnTo>
                <a:lnTo>
                  <a:pt x="175" y="94"/>
                </a:lnTo>
                <a:lnTo>
                  <a:pt x="175" y="95"/>
                </a:lnTo>
                <a:lnTo>
                  <a:pt x="173" y="95"/>
                </a:lnTo>
                <a:lnTo>
                  <a:pt x="173" y="94"/>
                </a:lnTo>
                <a:lnTo>
                  <a:pt x="171" y="94"/>
                </a:lnTo>
                <a:lnTo>
                  <a:pt x="171" y="95"/>
                </a:lnTo>
                <a:lnTo>
                  <a:pt x="171" y="97"/>
                </a:lnTo>
                <a:lnTo>
                  <a:pt x="170" y="97"/>
                </a:lnTo>
                <a:lnTo>
                  <a:pt x="170" y="98"/>
                </a:lnTo>
                <a:lnTo>
                  <a:pt x="170" y="97"/>
                </a:lnTo>
                <a:lnTo>
                  <a:pt x="169" y="97"/>
                </a:lnTo>
                <a:lnTo>
                  <a:pt x="168" y="98"/>
                </a:lnTo>
                <a:lnTo>
                  <a:pt x="167" y="98"/>
                </a:lnTo>
                <a:lnTo>
                  <a:pt x="166" y="98"/>
                </a:lnTo>
                <a:lnTo>
                  <a:pt x="165" y="98"/>
                </a:lnTo>
                <a:lnTo>
                  <a:pt x="164" y="99"/>
                </a:lnTo>
                <a:lnTo>
                  <a:pt x="164" y="100"/>
                </a:lnTo>
                <a:lnTo>
                  <a:pt x="162" y="100"/>
                </a:lnTo>
                <a:lnTo>
                  <a:pt x="163" y="100"/>
                </a:lnTo>
                <a:lnTo>
                  <a:pt x="163" y="101"/>
                </a:lnTo>
                <a:lnTo>
                  <a:pt x="162" y="101"/>
                </a:lnTo>
                <a:lnTo>
                  <a:pt x="162" y="102"/>
                </a:lnTo>
                <a:lnTo>
                  <a:pt x="162" y="103"/>
                </a:lnTo>
                <a:lnTo>
                  <a:pt x="161" y="103"/>
                </a:lnTo>
                <a:lnTo>
                  <a:pt x="161" y="102"/>
                </a:lnTo>
                <a:lnTo>
                  <a:pt x="160" y="101"/>
                </a:lnTo>
                <a:lnTo>
                  <a:pt x="160" y="102"/>
                </a:lnTo>
                <a:lnTo>
                  <a:pt x="160" y="103"/>
                </a:lnTo>
                <a:lnTo>
                  <a:pt x="158" y="102"/>
                </a:lnTo>
                <a:lnTo>
                  <a:pt x="157" y="103"/>
                </a:lnTo>
                <a:lnTo>
                  <a:pt x="156" y="103"/>
                </a:lnTo>
                <a:lnTo>
                  <a:pt x="155" y="103"/>
                </a:lnTo>
                <a:lnTo>
                  <a:pt x="154" y="102"/>
                </a:lnTo>
                <a:lnTo>
                  <a:pt x="151" y="102"/>
                </a:lnTo>
                <a:lnTo>
                  <a:pt x="150" y="102"/>
                </a:lnTo>
                <a:lnTo>
                  <a:pt x="150" y="103"/>
                </a:lnTo>
                <a:lnTo>
                  <a:pt x="149" y="103"/>
                </a:lnTo>
                <a:lnTo>
                  <a:pt x="148" y="103"/>
                </a:lnTo>
                <a:lnTo>
                  <a:pt x="147" y="104"/>
                </a:lnTo>
                <a:lnTo>
                  <a:pt x="146" y="105"/>
                </a:lnTo>
                <a:lnTo>
                  <a:pt x="145" y="106"/>
                </a:lnTo>
                <a:lnTo>
                  <a:pt x="145" y="107"/>
                </a:lnTo>
                <a:lnTo>
                  <a:pt x="144" y="107"/>
                </a:lnTo>
                <a:lnTo>
                  <a:pt x="143" y="107"/>
                </a:lnTo>
                <a:lnTo>
                  <a:pt x="143" y="106"/>
                </a:lnTo>
                <a:lnTo>
                  <a:pt x="142" y="106"/>
                </a:lnTo>
                <a:lnTo>
                  <a:pt x="141" y="106"/>
                </a:lnTo>
                <a:lnTo>
                  <a:pt x="140" y="106"/>
                </a:lnTo>
                <a:lnTo>
                  <a:pt x="140" y="105"/>
                </a:lnTo>
                <a:lnTo>
                  <a:pt x="139" y="104"/>
                </a:lnTo>
                <a:lnTo>
                  <a:pt x="138" y="105"/>
                </a:lnTo>
                <a:lnTo>
                  <a:pt x="137" y="105"/>
                </a:lnTo>
                <a:lnTo>
                  <a:pt x="136" y="104"/>
                </a:lnTo>
                <a:lnTo>
                  <a:pt x="136" y="105"/>
                </a:lnTo>
                <a:lnTo>
                  <a:pt x="135" y="105"/>
                </a:lnTo>
                <a:lnTo>
                  <a:pt x="135" y="104"/>
                </a:lnTo>
                <a:lnTo>
                  <a:pt x="134" y="104"/>
                </a:lnTo>
                <a:lnTo>
                  <a:pt x="134" y="105"/>
                </a:lnTo>
                <a:lnTo>
                  <a:pt x="133" y="105"/>
                </a:lnTo>
                <a:lnTo>
                  <a:pt x="132" y="105"/>
                </a:lnTo>
                <a:lnTo>
                  <a:pt x="131" y="105"/>
                </a:lnTo>
                <a:lnTo>
                  <a:pt x="131" y="106"/>
                </a:lnTo>
                <a:lnTo>
                  <a:pt x="131" y="105"/>
                </a:lnTo>
                <a:lnTo>
                  <a:pt x="130" y="105"/>
                </a:lnTo>
                <a:lnTo>
                  <a:pt x="130" y="104"/>
                </a:lnTo>
                <a:lnTo>
                  <a:pt x="129" y="104"/>
                </a:lnTo>
                <a:lnTo>
                  <a:pt x="128" y="104"/>
                </a:lnTo>
                <a:lnTo>
                  <a:pt x="127" y="104"/>
                </a:lnTo>
                <a:lnTo>
                  <a:pt x="127" y="105"/>
                </a:lnTo>
                <a:lnTo>
                  <a:pt x="126" y="106"/>
                </a:lnTo>
                <a:lnTo>
                  <a:pt x="126" y="107"/>
                </a:lnTo>
                <a:lnTo>
                  <a:pt x="124" y="107"/>
                </a:lnTo>
                <a:lnTo>
                  <a:pt x="123" y="106"/>
                </a:lnTo>
                <a:lnTo>
                  <a:pt x="122" y="107"/>
                </a:lnTo>
                <a:lnTo>
                  <a:pt x="122" y="108"/>
                </a:lnTo>
                <a:lnTo>
                  <a:pt x="122" y="109"/>
                </a:lnTo>
                <a:lnTo>
                  <a:pt x="122" y="110"/>
                </a:lnTo>
                <a:lnTo>
                  <a:pt x="122" y="111"/>
                </a:lnTo>
                <a:lnTo>
                  <a:pt x="121" y="112"/>
                </a:lnTo>
                <a:lnTo>
                  <a:pt x="121" y="113"/>
                </a:lnTo>
                <a:lnTo>
                  <a:pt x="121" y="114"/>
                </a:lnTo>
                <a:lnTo>
                  <a:pt x="122" y="114"/>
                </a:lnTo>
                <a:lnTo>
                  <a:pt x="122" y="115"/>
                </a:lnTo>
                <a:lnTo>
                  <a:pt x="122" y="114"/>
                </a:lnTo>
                <a:lnTo>
                  <a:pt x="122" y="115"/>
                </a:lnTo>
                <a:lnTo>
                  <a:pt x="123" y="115"/>
                </a:lnTo>
                <a:lnTo>
                  <a:pt x="123" y="116"/>
                </a:lnTo>
                <a:lnTo>
                  <a:pt x="123" y="119"/>
                </a:lnTo>
                <a:lnTo>
                  <a:pt x="123" y="120"/>
                </a:lnTo>
                <a:lnTo>
                  <a:pt x="123" y="121"/>
                </a:lnTo>
                <a:lnTo>
                  <a:pt x="124" y="122"/>
                </a:lnTo>
                <a:lnTo>
                  <a:pt x="125" y="122"/>
                </a:lnTo>
                <a:lnTo>
                  <a:pt x="125" y="121"/>
                </a:lnTo>
                <a:lnTo>
                  <a:pt x="126" y="121"/>
                </a:lnTo>
                <a:lnTo>
                  <a:pt x="126" y="122"/>
                </a:lnTo>
                <a:lnTo>
                  <a:pt x="127" y="122"/>
                </a:lnTo>
                <a:lnTo>
                  <a:pt x="127" y="123"/>
                </a:lnTo>
                <a:lnTo>
                  <a:pt x="128" y="123"/>
                </a:lnTo>
                <a:lnTo>
                  <a:pt x="128" y="124"/>
                </a:lnTo>
                <a:lnTo>
                  <a:pt x="129" y="124"/>
                </a:lnTo>
                <a:lnTo>
                  <a:pt x="129" y="125"/>
                </a:lnTo>
                <a:lnTo>
                  <a:pt x="130" y="125"/>
                </a:lnTo>
                <a:lnTo>
                  <a:pt x="131" y="125"/>
                </a:lnTo>
                <a:lnTo>
                  <a:pt x="132" y="125"/>
                </a:lnTo>
                <a:lnTo>
                  <a:pt x="133" y="126"/>
                </a:lnTo>
                <a:lnTo>
                  <a:pt x="133" y="127"/>
                </a:lnTo>
                <a:lnTo>
                  <a:pt x="134" y="127"/>
                </a:lnTo>
                <a:lnTo>
                  <a:pt x="134" y="126"/>
                </a:lnTo>
                <a:lnTo>
                  <a:pt x="134" y="125"/>
                </a:lnTo>
                <a:lnTo>
                  <a:pt x="135" y="125"/>
                </a:lnTo>
                <a:lnTo>
                  <a:pt x="135" y="126"/>
                </a:lnTo>
                <a:lnTo>
                  <a:pt x="136" y="127"/>
                </a:lnTo>
                <a:lnTo>
                  <a:pt x="136" y="128"/>
                </a:lnTo>
                <a:lnTo>
                  <a:pt x="136" y="129"/>
                </a:lnTo>
                <a:lnTo>
                  <a:pt x="137" y="130"/>
                </a:lnTo>
                <a:lnTo>
                  <a:pt x="137" y="131"/>
                </a:lnTo>
                <a:lnTo>
                  <a:pt x="138" y="131"/>
                </a:lnTo>
                <a:lnTo>
                  <a:pt x="138" y="132"/>
                </a:lnTo>
                <a:lnTo>
                  <a:pt x="137" y="132"/>
                </a:lnTo>
                <a:lnTo>
                  <a:pt x="135" y="132"/>
                </a:lnTo>
                <a:lnTo>
                  <a:pt x="135" y="133"/>
                </a:lnTo>
                <a:lnTo>
                  <a:pt x="134" y="133"/>
                </a:lnTo>
                <a:lnTo>
                  <a:pt x="134" y="134"/>
                </a:lnTo>
                <a:lnTo>
                  <a:pt x="133" y="134"/>
                </a:lnTo>
                <a:lnTo>
                  <a:pt x="134" y="134"/>
                </a:lnTo>
                <a:lnTo>
                  <a:pt x="134" y="135"/>
                </a:lnTo>
                <a:lnTo>
                  <a:pt x="135" y="136"/>
                </a:lnTo>
                <a:lnTo>
                  <a:pt x="134" y="136"/>
                </a:lnTo>
                <a:lnTo>
                  <a:pt x="135" y="137"/>
                </a:lnTo>
                <a:lnTo>
                  <a:pt x="134" y="137"/>
                </a:lnTo>
                <a:lnTo>
                  <a:pt x="134" y="138"/>
                </a:lnTo>
                <a:lnTo>
                  <a:pt x="133" y="138"/>
                </a:lnTo>
                <a:lnTo>
                  <a:pt x="132" y="138"/>
                </a:lnTo>
                <a:lnTo>
                  <a:pt x="132" y="139"/>
                </a:lnTo>
                <a:lnTo>
                  <a:pt x="133" y="139"/>
                </a:lnTo>
                <a:lnTo>
                  <a:pt x="132" y="140"/>
                </a:lnTo>
                <a:lnTo>
                  <a:pt x="133" y="140"/>
                </a:lnTo>
                <a:lnTo>
                  <a:pt x="133" y="141"/>
                </a:lnTo>
                <a:lnTo>
                  <a:pt x="134" y="141"/>
                </a:lnTo>
                <a:lnTo>
                  <a:pt x="134" y="142"/>
                </a:lnTo>
                <a:lnTo>
                  <a:pt x="134" y="143"/>
                </a:lnTo>
                <a:lnTo>
                  <a:pt x="133" y="143"/>
                </a:lnTo>
                <a:lnTo>
                  <a:pt x="132" y="143"/>
                </a:lnTo>
                <a:lnTo>
                  <a:pt x="131" y="143"/>
                </a:lnTo>
                <a:lnTo>
                  <a:pt x="130" y="143"/>
                </a:lnTo>
                <a:lnTo>
                  <a:pt x="130" y="144"/>
                </a:lnTo>
                <a:lnTo>
                  <a:pt x="129" y="144"/>
                </a:lnTo>
                <a:lnTo>
                  <a:pt x="129" y="145"/>
                </a:lnTo>
                <a:lnTo>
                  <a:pt x="128" y="145"/>
                </a:lnTo>
                <a:lnTo>
                  <a:pt x="128" y="146"/>
                </a:lnTo>
                <a:lnTo>
                  <a:pt x="127" y="146"/>
                </a:lnTo>
                <a:lnTo>
                  <a:pt x="127" y="147"/>
                </a:lnTo>
                <a:lnTo>
                  <a:pt x="127" y="148"/>
                </a:lnTo>
                <a:lnTo>
                  <a:pt x="128" y="148"/>
                </a:lnTo>
                <a:lnTo>
                  <a:pt x="127" y="149"/>
                </a:lnTo>
                <a:lnTo>
                  <a:pt x="126" y="149"/>
                </a:lnTo>
                <a:lnTo>
                  <a:pt x="125" y="149"/>
                </a:lnTo>
                <a:lnTo>
                  <a:pt x="123" y="150"/>
                </a:lnTo>
                <a:lnTo>
                  <a:pt x="124" y="150"/>
                </a:lnTo>
                <a:lnTo>
                  <a:pt x="124" y="151"/>
                </a:lnTo>
                <a:lnTo>
                  <a:pt x="123" y="151"/>
                </a:lnTo>
                <a:lnTo>
                  <a:pt x="122" y="151"/>
                </a:lnTo>
                <a:lnTo>
                  <a:pt x="122" y="150"/>
                </a:lnTo>
                <a:lnTo>
                  <a:pt x="121" y="150"/>
                </a:lnTo>
                <a:lnTo>
                  <a:pt x="121" y="149"/>
                </a:lnTo>
                <a:lnTo>
                  <a:pt x="120" y="149"/>
                </a:lnTo>
                <a:lnTo>
                  <a:pt x="119" y="149"/>
                </a:lnTo>
                <a:lnTo>
                  <a:pt x="118" y="149"/>
                </a:lnTo>
                <a:lnTo>
                  <a:pt x="118" y="148"/>
                </a:lnTo>
                <a:lnTo>
                  <a:pt x="117" y="148"/>
                </a:lnTo>
                <a:lnTo>
                  <a:pt x="116" y="149"/>
                </a:lnTo>
                <a:lnTo>
                  <a:pt x="116" y="148"/>
                </a:lnTo>
                <a:lnTo>
                  <a:pt x="116" y="149"/>
                </a:lnTo>
                <a:lnTo>
                  <a:pt x="116" y="150"/>
                </a:lnTo>
                <a:lnTo>
                  <a:pt x="117" y="150"/>
                </a:lnTo>
                <a:lnTo>
                  <a:pt x="118" y="151"/>
                </a:lnTo>
                <a:lnTo>
                  <a:pt x="117" y="151"/>
                </a:lnTo>
                <a:lnTo>
                  <a:pt x="117" y="152"/>
                </a:lnTo>
                <a:lnTo>
                  <a:pt x="116" y="152"/>
                </a:lnTo>
                <a:lnTo>
                  <a:pt x="115" y="151"/>
                </a:lnTo>
                <a:lnTo>
                  <a:pt x="114" y="151"/>
                </a:lnTo>
                <a:lnTo>
                  <a:pt x="114" y="150"/>
                </a:lnTo>
                <a:lnTo>
                  <a:pt x="113" y="150"/>
                </a:lnTo>
                <a:lnTo>
                  <a:pt x="112" y="150"/>
                </a:lnTo>
                <a:lnTo>
                  <a:pt x="111" y="150"/>
                </a:lnTo>
                <a:lnTo>
                  <a:pt x="112" y="150"/>
                </a:lnTo>
                <a:lnTo>
                  <a:pt x="111" y="151"/>
                </a:lnTo>
                <a:lnTo>
                  <a:pt x="111" y="150"/>
                </a:lnTo>
                <a:lnTo>
                  <a:pt x="110" y="150"/>
                </a:lnTo>
                <a:lnTo>
                  <a:pt x="110" y="151"/>
                </a:lnTo>
                <a:lnTo>
                  <a:pt x="109" y="151"/>
                </a:lnTo>
                <a:lnTo>
                  <a:pt x="108" y="150"/>
                </a:lnTo>
                <a:lnTo>
                  <a:pt x="108" y="149"/>
                </a:lnTo>
                <a:lnTo>
                  <a:pt x="107" y="149"/>
                </a:lnTo>
                <a:lnTo>
                  <a:pt x="107" y="148"/>
                </a:lnTo>
                <a:lnTo>
                  <a:pt x="106" y="148"/>
                </a:lnTo>
                <a:lnTo>
                  <a:pt x="106" y="149"/>
                </a:lnTo>
                <a:lnTo>
                  <a:pt x="105" y="148"/>
                </a:lnTo>
                <a:lnTo>
                  <a:pt x="105" y="149"/>
                </a:lnTo>
                <a:lnTo>
                  <a:pt x="104" y="149"/>
                </a:lnTo>
                <a:lnTo>
                  <a:pt x="104" y="148"/>
                </a:lnTo>
                <a:lnTo>
                  <a:pt x="103" y="149"/>
                </a:lnTo>
                <a:lnTo>
                  <a:pt x="104" y="149"/>
                </a:lnTo>
                <a:lnTo>
                  <a:pt x="103" y="150"/>
                </a:lnTo>
                <a:lnTo>
                  <a:pt x="103" y="151"/>
                </a:lnTo>
                <a:lnTo>
                  <a:pt x="102" y="151"/>
                </a:lnTo>
                <a:lnTo>
                  <a:pt x="101" y="151"/>
                </a:lnTo>
                <a:lnTo>
                  <a:pt x="101" y="150"/>
                </a:lnTo>
                <a:lnTo>
                  <a:pt x="101" y="151"/>
                </a:lnTo>
                <a:lnTo>
                  <a:pt x="100" y="151"/>
                </a:lnTo>
                <a:lnTo>
                  <a:pt x="99" y="152"/>
                </a:lnTo>
                <a:lnTo>
                  <a:pt x="99" y="153"/>
                </a:lnTo>
                <a:lnTo>
                  <a:pt x="100" y="153"/>
                </a:lnTo>
                <a:lnTo>
                  <a:pt x="99" y="153"/>
                </a:lnTo>
                <a:lnTo>
                  <a:pt x="99" y="154"/>
                </a:lnTo>
                <a:lnTo>
                  <a:pt x="98" y="154"/>
                </a:lnTo>
                <a:lnTo>
                  <a:pt x="98" y="155"/>
                </a:lnTo>
                <a:lnTo>
                  <a:pt x="98" y="156"/>
                </a:lnTo>
                <a:lnTo>
                  <a:pt x="97" y="156"/>
                </a:lnTo>
                <a:lnTo>
                  <a:pt x="96" y="156"/>
                </a:lnTo>
                <a:lnTo>
                  <a:pt x="96" y="155"/>
                </a:lnTo>
                <a:lnTo>
                  <a:pt x="95" y="155"/>
                </a:lnTo>
                <a:lnTo>
                  <a:pt x="95" y="156"/>
                </a:lnTo>
                <a:lnTo>
                  <a:pt x="96" y="157"/>
                </a:lnTo>
                <a:lnTo>
                  <a:pt x="95" y="157"/>
                </a:lnTo>
                <a:lnTo>
                  <a:pt x="94" y="158"/>
                </a:lnTo>
                <a:lnTo>
                  <a:pt x="92" y="158"/>
                </a:lnTo>
                <a:lnTo>
                  <a:pt x="92" y="159"/>
                </a:lnTo>
                <a:lnTo>
                  <a:pt x="92" y="160"/>
                </a:lnTo>
                <a:lnTo>
                  <a:pt x="91" y="160"/>
                </a:lnTo>
                <a:lnTo>
                  <a:pt x="90" y="159"/>
                </a:lnTo>
                <a:lnTo>
                  <a:pt x="91" y="159"/>
                </a:lnTo>
                <a:lnTo>
                  <a:pt x="90" y="158"/>
                </a:lnTo>
                <a:lnTo>
                  <a:pt x="89" y="158"/>
                </a:lnTo>
                <a:lnTo>
                  <a:pt x="89" y="159"/>
                </a:lnTo>
                <a:lnTo>
                  <a:pt x="90" y="160"/>
                </a:lnTo>
                <a:lnTo>
                  <a:pt x="90" y="161"/>
                </a:lnTo>
                <a:lnTo>
                  <a:pt x="90" y="162"/>
                </a:lnTo>
                <a:lnTo>
                  <a:pt x="89" y="162"/>
                </a:lnTo>
                <a:lnTo>
                  <a:pt x="89" y="163"/>
                </a:lnTo>
                <a:lnTo>
                  <a:pt x="90" y="163"/>
                </a:lnTo>
                <a:lnTo>
                  <a:pt x="90" y="162"/>
                </a:lnTo>
                <a:lnTo>
                  <a:pt x="91" y="162"/>
                </a:lnTo>
                <a:lnTo>
                  <a:pt x="91" y="163"/>
                </a:lnTo>
                <a:lnTo>
                  <a:pt x="92" y="163"/>
                </a:lnTo>
                <a:lnTo>
                  <a:pt x="92" y="162"/>
                </a:lnTo>
                <a:lnTo>
                  <a:pt x="92" y="163"/>
                </a:lnTo>
                <a:lnTo>
                  <a:pt x="93" y="163"/>
                </a:lnTo>
                <a:lnTo>
                  <a:pt x="93" y="164"/>
                </a:lnTo>
                <a:lnTo>
                  <a:pt x="93" y="165"/>
                </a:lnTo>
                <a:lnTo>
                  <a:pt x="93" y="166"/>
                </a:lnTo>
                <a:lnTo>
                  <a:pt x="92" y="166"/>
                </a:lnTo>
                <a:lnTo>
                  <a:pt x="92" y="167"/>
                </a:lnTo>
                <a:lnTo>
                  <a:pt x="91" y="166"/>
                </a:lnTo>
                <a:lnTo>
                  <a:pt x="90" y="166"/>
                </a:lnTo>
                <a:lnTo>
                  <a:pt x="89" y="166"/>
                </a:lnTo>
                <a:lnTo>
                  <a:pt x="88" y="166"/>
                </a:lnTo>
                <a:lnTo>
                  <a:pt x="87" y="166"/>
                </a:lnTo>
                <a:lnTo>
                  <a:pt x="85" y="166"/>
                </a:lnTo>
                <a:lnTo>
                  <a:pt x="85" y="165"/>
                </a:lnTo>
                <a:lnTo>
                  <a:pt x="82" y="165"/>
                </a:lnTo>
                <a:lnTo>
                  <a:pt x="81" y="164"/>
                </a:lnTo>
                <a:lnTo>
                  <a:pt x="81" y="163"/>
                </a:lnTo>
                <a:lnTo>
                  <a:pt x="80" y="163"/>
                </a:lnTo>
                <a:lnTo>
                  <a:pt x="80" y="162"/>
                </a:lnTo>
                <a:lnTo>
                  <a:pt x="79" y="162"/>
                </a:lnTo>
                <a:lnTo>
                  <a:pt x="77" y="162"/>
                </a:lnTo>
                <a:lnTo>
                  <a:pt x="76" y="161"/>
                </a:lnTo>
                <a:lnTo>
                  <a:pt x="76" y="160"/>
                </a:lnTo>
                <a:lnTo>
                  <a:pt x="75" y="160"/>
                </a:lnTo>
                <a:lnTo>
                  <a:pt x="75" y="159"/>
                </a:lnTo>
                <a:lnTo>
                  <a:pt x="74" y="159"/>
                </a:lnTo>
                <a:lnTo>
                  <a:pt x="75" y="159"/>
                </a:lnTo>
                <a:lnTo>
                  <a:pt x="75" y="158"/>
                </a:lnTo>
                <a:lnTo>
                  <a:pt x="74" y="158"/>
                </a:lnTo>
                <a:lnTo>
                  <a:pt x="74" y="157"/>
                </a:lnTo>
                <a:lnTo>
                  <a:pt x="75" y="157"/>
                </a:lnTo>
                <a:lnTo>
                  <a:pt x="74" y="157"/>
                </a:lnTo>
                <a:lnTo>
                  <a:pt x="74" y="156"/>
                </a:lnTo>
                <a:lnTo>
                  <a:pt x="74" y="155"/>
                </a:lnTo>
                <a:lnTo>
                  <a:pt x="75" y="155"/>
                </a:lnTo>
                <a:lnTo>
                  <a:pt x="74" y="155"/>
                </a:lnTo>
                <a:lnTo>
                  <a:pt x="74" y="154"/>
                </a:lnTo>
                <a:lnTo>
                  <a:pt x="73" y="154"/>
                </a:lnTo>
                <a:lnTo>
                  <a:pt x="72" y="153"/>
                </a:lnTo>
                <a:lnTo>
                  <a:pt x="71" y="153"/>
                </a:lnTo>
                <a:lnTo>
                  <a:pt x="71" y="152"/>
                </a:lnTo>
                <a:lnTo>
                  <a:pt x="70" y="152"/>
                </a:lnTo>
                <a:lnTo>
                  <a:pt x="69" y="152"/>
                </a:lnTo>
                <a:lnTo>
                  <a:pt x="69" y="151"/>
                </a:lnTo>
                <a:lnTo>
                  <a:pt x="69" y="152"/>
                </a:lnTo>
                <a:lnTo>
                  <a:pt x="68" y="152"/>
                </a:lnTo>
                <a:lnTo>
                  <a:pt x="67" y="152"/>
                </a:lnTo>
                <a:lnTo>
                  <a:pt x="66" y="152"/>
                </a:lnTo>
                <a:lnTo>
                  <a:pt x="66" y="153"/>
                </a:lnTo>
                <a:lnTo>
                  <a:pt x="66" y="154"/>
                </a:lnTo>
                <a:lnTo>
                  <a:pt x="65" y="154"/>
                </a:lnTo>
                <a:lnTo>
                  <a:pt x="66" y="153"/>
                </a:lnTo>
                <a:lnTo>
                  <a:pt x="65" y="153"/>
                </a:lnTo>
                <a:lnTo>
                  <a:pt x="65" y="154"/>
                </a:lnTo>
                <a:lnTo>
                  <a:pt x="64" y="154"/>
                </a:lnTo>
                <a:lnTo>
                  <a:pt x="63" y="154"/>
                </a:lnTo>
                <a:lnTo>
                  <a:pt x="63" y="153"/>
                </a:lnTo>
                <a:lnTo>
                  <a:pt x="62" y="154"/>
                </a:lnTo>
                <a:lnTo>
                  <a:pt x="62" y="153"/>
                </a:lnTo>
                <a:lnTo>
                  <a:pt x="61" y="153"/>
                </a:lnTo>
                <a:lnTo>
                  <a:pt x="60" y="153"/>
                </a:lnTo>
                <a:lnTo>
                  <a:pt x="58" y="153"/>
                </a:lnTo>
                <a:lnTo>
                  <a:pt x="56" y="154"/>
                </a:lnTo>
                <a:lnTo>
                  <a:pt x="55" y="153"/>
                </a:lnTo>
                <a:lnTo>
                  <a:pt x="55" y="152"/>
                </a:lnTo>
                <a:lnTo>
                  <a:pt x="54" y="152"/>
                </a:lnTo>
                <a:lnTo>
                  <a:pt x="53" y="152"/>
                </a:lnTo>
                <a:lnTo>
                  <a:pt x="54" y="152"/>
                </a:lnTo>
                <a:lnTo>
                  <a:pt x="53" y="152"/>
                </a:lnTo>
                <a:lnTo>
                  <a:pt x="53" y="153"/>
                </a:lnTo>
                <a:lnTo>
                  <a:pt x="52" y="153"/>
                </a:lnTo>
                <a:lnTo>
                  <a:pt x="52" y="152"/>
                </a:lnTo>
                <a:lnTo>
                  <a:pt x="52" y="151"/>
                </a:lnTo>
                <a:lnTo>
                  <a:pt x="50" y="151"/>
                </a:lnTo>
                <a:lnTo>
                  <a:pt x="50" y="153"/>
                </a:lnTo>
                <a:lnTo>
                  <a:pt x="50" y="154"/>
                </a:lnTo>
                <a:lnTo>
                  <a:pt x="49" y="154"/>
                </a:lnTo>
                <a:lnTo>
                  <a:pt x="49" y="155"/>
                </a:lnTo>
                <a:lnTo>
                  <a:pt x="49" y="154"/>
                </a:lnTo>
                <a:lnTo>
                  <a:pt x="48" y="154"/>
                </a:lnTo>
                <a:lnTo>
                  <a:pt x="48" y="153"/>
                </a:lnTo>
                <a:lnTo>
                  <a:pt x="47" y="153"/>
                </a:lnTo>
                <a:lnTo>
                  <a:pt x="46" y="152"/>
                </a:lnTo>
                <a:lnTo>
                  <a:pt x="46" y="151"/>
                </a:lnTo>
                <a:lnTo>
                  <a:pt x="45" y="151"/>
                </a:lnTo>
                <a:lnTo>
                  <a:pt x="44" y="151"/>
                </a:lnTo>
                <a:lnTo>
                  <a:pt x="44" y="150"/>
                </a:lnTo>
                <a:lnTo>
                  <a:pt x="44" y="152"/>
                </a:lnTo>
                <a:lnTo>
                  <a:pt x="45" y="152"/>
                </a:lnTo>
                <a:lnTo>
                  <a:pt x="45" y="153"/>
                </a:lnTo>
                <a:lnTo>
                  <a:pt x="44" y="153"/>
                </a:lnTo>
                <a:lnTo>
                  <a:pt x="45" y="153"/>
                </a:lnTo>
                <a:lnTo>
                  <a:pt x="44" y="154"/>
                </a:lnTo>
                <a:lnTo>
                  <a:pt x="43" y="154"/>
                </a:lnTo>
                <a:lnTo>
                  <a:pt x="42" y="154"/>
                </a:lnTo>
                <a:lnTo>
                  <a:pt x="43" y="154"/>
                </a:lnTo>
                <a:lnTo>
                  <a:pt x="43" y="155"/>
                </a:lnTo>
                <a:lnTo>
                  <a:pt x="42" y="156"/>
                </a:lnTo>
                <a:lnTo>
                  <a:pt x="41" y="156"/>
                </a:lnTo>
                <a:lnTo>
                  <a:pt x="40" y="156"/>
                </a:lnTo>
                <a:lnTo>
                  <a:pt x="39" y="155"/>
                </a:lnTo>
                <a:lnTo>
                  <a:pt x="39" y="156"/>
                </a:lnTo>
                <a:lnTo>
                  <a:pt x="38" y="156"/>
                </a:lnTo>
                <a:lnTo>
                  <a:pt x="38" y="157"/>
                </a:lnTo>
                <a:lnTo>
                  <a:pt x="37" y="157"/>
                </a:lnTo>
                <a:lnTo>
                  <a:pt x="36" y="158"/>
                </a:lnTo>
                <a:lnTo>
                  <a:pt x="36" y="159"/>
                </a:lnTo>
                <a:lnTo>
                  <a:pt x="36" y="160"/>
                </a:lnTo>
                <a:lnTo>
                  <a:pt x="37" y="159"/>
                </a:lnTo>
                <a:lnTo>
                  <a:pt x="37" y="160"/>
                </a:lnTo>
                <a:lnTo>
                  <a:pt x="36" y="160"/>
                </a:lnTo>
                <a:lnTo>
                  <a:pt x="35" y="160"/>
                </a:lnTo>
                <a:lnTo>
                  <a:pt x="34" y="160"/>
                </a:lnTo>
                <a:lnTo>
                  <a:pt x="33" y="160"/>
                </a:lnTo>
                <a:lnTo>
                  <a:pt x="33" y="159"/>
                </a:lnTo>
                <a:lnTo>
                  <a:pt x="32" y="159"/>
                </a:lnTo>
                <a:lnTo>
                  <a:pt x="31" y="159"/>
                </a:lnTo>
                <a:lnTo>
                  <a:pt x="32" y="160"/>
                </a:lnTo>
                <a:lnTo>
                  <a:pt x="31" y="160"/>
                </a:lnTo>
                <a:lnTo>
                  <a:pt x="31" y="159"/>
                </a:lnTo>
                <a:lnTo>
                  <a:pt x="30" y="159"/>
                </a:lnTo>
                <a:lnTo>
                  <a:pt x="30" y="158"/>
                </a:lnTo>
                <a:lnTo>
                  <a:pt x="29" y="158"/>
                </a:lnTo>
                <a:lnTo>
                  <a:pt x="29" y="157"/>
                </a:lnTo>
                <a:lnTo>
                  <a:pt x="29" y="156"/>
                </a:lnTo>
                <a:lnTo>
                  <a:pt x="28" y="156"/>
                </a:lnTo>
                <a:lnTo>
                  <a:pt x="27" y="156"/>
                </a:lnTo>
                <a:lnTo>
                  <a:pt x="27" y="155"/>
                </a:lnTo>
                <a:lnTo>
                  <a:pt x="26" y="155"/>
                </a:lnTo>
                <a:lnTo>
                  <a:pt x="26" y="154"/>
                </a:lnTo>
                <a:lnTo>
                  <a:pt x="25" y="154"/>
                </a:lnTo>
                <a:lnTo>
                  <a:pt x="25" y="153"/>
                </a:lnTo>
                <a:lnTo>
                  <a:pt x="25" y="152"/>
                </a:lnTo>
                <a:lnTo>
                  <a:pt x="24" y="151"/>
                </a:lnTo>
                <a:lnTo>
                  <a:pt x="24" y="150"/>
                </a:lnTo>
                <a:lnTo>
                  <a:pt x="23" y="150"/>
                </a:lnTo>
                <a:lnTo>
                  <a:pt x="22" y="149"/>
                </a:lnTo>
                <a:lnTo>
                  <a:pt x="22" y="150"/>
                </a:lnTo>
                <a:lnTo>
                  <a:pt x="22" y="151"/>
                </a:lnTo>
                <a:lnTo>
                  <a:pt x="20" y="151"/>
                </a:lnTo>
                <a:lnTo>
                  <a:pt x="20" y="150"/>
                </a:lnTo>
                <a:lnTo>
                  <a:pt x="19" y="150"/>
                </a:lnTo>
                <a:lnTo>
                  <a:pt x="19" y="151"/>
                </a:lnTo>
                <a:lnTo>
                  <a:pt x="18" y="150"/>
                </a:lnTo>
                <a:lnTo>
                  <a:pt x="17" y="150"/>
                </a:lnTo>
                <a:lnTo>
                  <a:pt x="16" y="151"/>
                </a:lnTo>
                <a:lnTo>
                  <a:pt x="15" y="151"/>
                </a:lnTo>
                <a:lnTo>
                  <a:pt x="15" y="152"/>
                </a:lnTo>
                <a:lnTo>
                  <a:pt x="14" y="152"/>
                </a:lnTo>
                <a:lnTo>
                  <a:pt x="14" y="151"/>
                </a:lnTo>
                <a:lnTo>
                  <a:pt x="13" y="151"/>
                </a:lnTo>
                <a:lnTo>
                  <a:pt x="13" y="150"/>
                </a:lnTo>
                <a:lnTo>
                  <a:pt x="12" y="149"/>
                </a:lnTo>
                <a:lnTo>
                  <a:pt x="11" y="149"/>
                </a:lnTo>
                <a:lnTo>
                  <a:pt x="10" y="149"/>
                </a:lnTo>
                <a:lnTo>
                  <a:pt x="10" y="150"/>
                </a:lnTo>
                <a:lnTo>
                  <a:pt x="9" y="151"/>
                </a:lnTo>
                <a:lnTo>
                  <a:pt x="9" y="150"/>
                </a:lnTo>
                <a:lnTo>
                  <a:pt x="8" y="150"/>
                </a:lnTo>
                <a:lnTo>
                  <a:pt x="8" y="149"/>
                </a:lnTo>
                <a:lnTo>
                  <a:pt x="9" y="149"/>
                </a:lnTo>
                <a:lnTo>
                  <a:pt x="9" y="148"/>
                </a:lnTo>
                <a:lnTo>
                  <a:pt x="9" y="147"/>
                </a:lnTo>
                <a:lnTo>
                  <a:pt x="9" y="146"/>
                </a:lnTo>
                <a:lnTo>
                  <a:pt x="8" y="146"/>
                </a:lnTo>
                <a:lnTo>
                  <a:pt x="8" y="145"/>
                </a:lnTo>
                <a:lnTo>
                  <a:pt x="7" y="145"/>
                </a:lnTo>
                <a:lnTo>
                  <a:pt x="7" y="146"/>
                </a:lnTo>
                <a:lnTo>
                  <a:pt x="5" y="145"/>
                </a:lnTo>
                <a:lnTo>
                  <a:pt x="6" y="144"/>
                </a:lnTo>
                <a:lnTo>
                  <a:pt x="7" y="144"/>
                </a:lnTo>
                <a:lnTo>
                  <a:pt x="7" y="143"/>
                </a:lnTo>
                <a:lnTo>
                  <a:pt x="6" y="143"/>
                </a:lnTo>
                <a:lnTo>
                  <a:pt x="6" y="142"/>
                </a:lnTo>
                <a:lnTo>
                  <a:pt x="7" y="142"/>
                </a:lnTo>
                <a:lnTo>
                  <a:pt x="7" y="141"/>
                </a:lnTo>
                <a:lnTo>
                  <a:pt x="7" y="140"/>
                </a:lnTo>
                <a:lnTo>
                  <a:pt x="7" y="139"/>
                </a:lnTo>
                <a:lnTo>
                  <a:pt x="6" y="138"/>
                </a:lnTo>
                <a:lnTo>
                  <a:pt x="6" y="137"/>
                </a:lnTo>
                <a:lnTo>
                  <a:pt x="7" y="137"/>
                </a:lnTo>
                <a:lnTo>
                  <a:pt x="7" y="136"/>
                </a:lnTo>
                <a:lnTo>
                  <a:pt x="6" y="136"/>
                </a:lnTo>
                <a:lnTo>
                  <a:pt x="5" y="136"/>
                </a:lnTo>
                <a:lnTo>
                  <a:pt x="4" y="136"/>
                </a:lnTo>
                <a:lnTo>
                  <a:pt x="3" y="135"/>
                </a:lnTo>
                <a:lnTo>
                  <a:pt x="2" y="135"/>
                </a:lnTo>
                <a:lnTo>
                  <a:pt x="1" y="134"/>
                </a:lnTo>
                <a:lnTo>
                  <a:pt x="1" y="133"/>
                </a:lnTo>
                <a:lnTo>
                  <a:pt x="0" y="133"/>
                </a:lnTo>
                <a:lnTo>
                  <a:pt x="1" y="133"/>
                </a:lnTo>
                <a:lnTo>
                  <a:pt x="1" y="132"/>
                </a:lnTo>
                <a:lnTo>
                  <a:pt x="2" y="132"/>
                </a:lnTo>
                <a:lnTo>
                  <a:pt x="3" y="132"/>
                </a:lnTo>
                <a:lnTo>
                  <a:pt x="4" y="131"/>
                </a:lnTo>
                <a:lnTo>
                  <a:pt x="5" y="131"/>
                </a:lnTo>
                <a:lnTo>
                  <a:pt x="6" y="130"/>
                </a:lnTo>
                <a:lnTo>
                  <a:pt x="7" y="131"/>
                </a:lnTo>
                <a:lnTo>
                  <a:pt x="8" y="132"/>
                </a:lnTo>
                <a:lnTo>
                  <a:pt x="8" y="131"/>
                </a:lnTo>
                <a:lnTo>
                  <a:pt x="9" y="131"/>
                </a:lnTo>
                <a:lnTo>
                  <a:pt x="10" y="131"/>
                </a:lnTo>
                <a:lnTo>
                  <a:pt x="11" y="131"/>
                </a:lnTo>
                <a:lnTo>
                  <a:pt x="12" y="131"/>
                </a:lnTo>
                <a:lnTo>
                  <a:pt x="12" y="130"/>
                </a:lnTo>
                <a:lnTo>
                  <a:pt x="13" y="130"/>
                </a:lnTo>
                <a:lnTo>
                  <a:pt x="13" y="129"/>
                </a:lnTo>
                <a:lnTo>
                  <a:pt x="14" y="129"/>
                </a:lnTo>
                <a:lnTo>
                  <a:pt x="13" y="128"/>
                </a:lnTo>
                <a:lnTo>
                  <a:pt x="12" y="128"/>
                </a:lnTo>
                <a:lnTo>
                  <a:pt x="11" y="127"/>
                </a:lnTo>
                <a:lnTo>
                  <a:pt x="10" y="127"/>
                </a:lnTo>
                <a:lnTo>
                  <a:pt x="9" y="126"/>
                </a:lnTo>
                <a:lnTo>
                  <a:pt x="8" y="126"/>
                </a:lnTo>
                <a:lnTo>
                  <a:pt x="8" y="125"/>
                </a:lnTo>
                <a:lnTo>
                  <a:pt x="9" y="125"/>
                </a:lnTo>
                <a:lnTo>
                  <a:pt x="9" y="124"/>
                </a:lnTo>
                <a:lnTo>
                  <a:pt x="9" y="123"/>
                </a:lnTo>
                <a:lnTo>
                  <a:pt x="10" y="123"/>
                </a:lnTo>
                <a:lnTo>
                  <a:pt x="10" y="122"/>
                </a:lnTo>
                <a:lnTo>
                  <a:pt x="9" y="122"/>
                </a:lnTo>
                <a:lnTo>
                  <a:pt x="8" y="122"/>
                </a:lnTo>
                <a:lnTo>
                  <a:pt x="8" y="121"/>
                </a:lnTo>
                <a:lnTo>
                  <a:pt x="9" y="121"/>
                </a:lnTo>
                <a:lnTo>
                  <a:pt x="9" y="120"/>
                </a:lnTo>
                <a:lnTo>
                  <a:pt x="9" y="119"/>
                </a:lnTo>
                <a:lnTo>
                  <a:pt x="8" y="119"/>
                </a:lnTo>
                <a:lnTo>
                  <a:pt x="8" y="118"/>
                </a:lnTo>
                <a:lnTo>
                  <a:pt x="7" y="118"/>
                </a:lnTo>
                <a:lnTo>
                  <a:pt x="6" y="117"/>
                </a:lnTo>
                <a:lnTo>
                  <a:pt x="6" y="116"/>
                </a:lnTo>
                <a:lnTo>
                  <a:pt x="5" y="116"/>
                </a:lnTo>
                <a:lnTo>
                  <a:pt x="4" y="116"/>
                </a:lnTo>
                <a:lnTo>
                  <a:pt x="3" y="115"/>
                </a:lnTo>
                <a:lnTo>
                  <a:pt x="2" y="115"/>
                </a:lnTo>
                <a:lnTo>
                  <a:pt x="1" y="115"/>
                </a:lnTo>
                <a:lnTo>
                  <a:pt x="1" y="114"/>
                </a:lnTo>
                <a:lnTo>
                  <a:pt x="0" y="114"/>
                </a:lnTo>
                <a:lnTo>
                  <a:pt x="1" y="113"/>
                </a:lnTo>
                <a:lnTo>
                  <a:pt x="0" y="113"/>
                </a:lnTo>
                <a:lnTo>
                  <a:pt x="1" y="112"/>
                </a:lnTo>
                <a:lnTo>
                  <a:pt x="1" y="111"/>
                </a:lnTo>
                <a:lnTo>
                  <a:pt x="2" y="111"/>
                </a:lnTo>
                <a:lnTo>
                  <a:pt x="2" y="110"/>
                </a:lnTo>
                <a:lnTo>
                  <a:pt x="3" y="110"/>
                </a:lnTo>
                <a:lnTo>
                  <a:pt x="3" y="109"/>
                </a:lnTo>
                <a:lnTo>
                  <a:pt x="2" y="109"/>
                </a:lnTo>
                <a:lnTo>
                  <a:pt x="2" y="108"/>
                </a:lnTo>
                <a:lnTo>
                  <a:pt x="3" y="108"/>
                </a:lnTo>
                <a:lnTo>
                  <a:pt x="3" y="107"/>
                </a:lnTo>
                <a:lnTo>
                  <a:pt x="4" y="106"/>
                </a:lnTo>
                <a:lnTo>
                  <a:pt x="5" y="106"/>
                </a:lnTo>
                <a:lnTo>
                  <a:pt x="6" y="106"/>
                </a:lnTo>
                <a:lnTo>
                  <a:pt x="6" y="105"/>
                </a:lnTo>
                <a:lnTo>
                  <a:pt x="7" y="105"/>
                </a:lnTo>
                <a:lnTo>
                  <a:pt x="7" y="104"/>
                </a:lnTo>
                <a:lnTo>
                  <a:pt x="8" y="104"/>
                </a:lnTo>
                <a:lnTo>
                  <a:pt x="8" y="103"/>
                </a:lnTo>
                <a:lnTo>
                  <a:pt x="9" y="103"/>
                </a:lnTo>
                <a:lnTo>
                  <a:pt x="9" y="102"/>
                </a:lnTo>
                <a:lnTo>
                  <a:pt x="10" y="102"/>
                </a:lnTo>
                <a:lnTo>
                  <a:pt x="11" y="102"/>
                </a:lnTo>
                <a:lnTo>
                  <a:pt x="12" y="102"/>
                </a:lnTo>
                <a:lnTo>
                  <a:pt x="12" y="101"/>
                </a:lnTo>
                <a:lnTo>
                  <a:pt x="12" y="100"/>
                </a:lnTo>
                <a:lnTo>
                  <a:pt x="13" y="100"/>
                </a:lnTo>
                <a:lnTo>
                  <a:pt x="14" y="100"/>
                </a:lnTo>
                <a:lnTo>
                  <a:pt x="15" y="100"/>
                </a:lnTo>
                <a:lnTo>
                  <a:pt x="16" y="100"/>
                </a:lnTo>
                <a:lnTo>
                  <a:pt x="16" y="99"/>
                </a:lnTo>
                <a:lnTo>
                  <a:pt x="15" y="99"/>
                </a:lnTo>
                <a:lnTo>
                  <a:pt x="16" y="99"/>
                </a:lnTo>
                <a:lnTo>
                  <a:pt x="16" y="98"/>
                </a:lnTo>
                <a:lnTo>
                  <a:pt x="16" y="97"/>
                </a:lnTo>
                <a:lnTo>
                  <a:pt x="17" y="97"/>
                </a:lnTo>
                <a:lnTo>
                  <a:pt x="20" y="98"/>
                </a:lnTo>
                <a:lnTo>
                  <a:pt x="20" y="97"/>
                </a:lnTo>
                <a:lnTo>
                  <a:pt x="21" y="95"/>
                </a:lnTo>
                <a:lnTo>
                  <a:pt x="22" y="95"/>
                </a:lnTo>
                <a:lnTo>
                  <a:pt x="23" y="95"/>
                </a:lnTo>
                <a:lnTo>
                  <a:pt x="24" y="95"/>
                </a:lnTo>
                <a:lnTo>
                  <a:pt x="25" y="95"/>
                </a:lnTo>
                <a:lnTo>
                  <a:pt x="25" y="97"/>
                </a:lnTo>
                <a:lnTo>
                  <a:pt x="26" y="97"/>
                </a:lnTo>
                <a:lnTo>
                  <a:pt x="26" y="95"/>
                </a:lnTo>
                <a:lnTo>
                  <a:pt x="25" y="95"/>
                </a:lnTo>
                <a:lnTo>
                  <a:pt x="26" y="95"/>
                </a:lnTo>
                <a:lnTo>
                  <a:pt x="27" y="95"/>
                </a:lnTo>
                <a:lnTo>
                  <a:pt x="28" y="95"/>
                </a:lnTo>
                <a:lnTo>
                  <a:pt x="29" y="95"/>
                </a:lnTo>
                <a:lnTo>
                  <a:pt x="30" y="95"/>
                </a:lnTo>
                <a:lnTo>
                  <a:pt x="30" y="94"/>
                </a:lnTo>
                <a:lnTo>
                  <a:pt x="30" y="93"/>
                </a:lnTo>
                <a:lnTo>
                  <a:pt x="30" y="92"/>
                </a:lnTo>
                <a:lnTo>
                  <a:pt x="32" y="91"/>
                </a:lnTo>
                <a:lnTo>
                  <a:pt x="33" y="90"/>
                </a:lnTo>
                <a:lnTo>
                  <a:pt x="33" y="91"/>
                </a:lnTo>
                <a:lnTo>
                  <a:pt x="35" y="93"/>
                </a:lnTo>
                <a:lnTo>
                  <a:pt x="36" y="93"/>
                </a:lnTo>
                <a:lnTo>
                  <a:pt x="37" y="93"/>
                </a:lnTo>
                <a:lnTo>
                  <a:pt x="38" y="94"/>
                </a:lnTo>
                <a:lnTo>
                  <a:pt x="39" y="94"/>
                </a:lnTo>
                <a:lnTo>
                  <a:pt x="39" y="93"/>
                </a:lnTo>
                <a:lnTo>
                  <a:pt x="39" y="92"/>
                </a:lnTo>
                <a:lnTo>
                  <a:pt x="38" y="92"/>
                </a:lnTo>
                <a:lnTo>
                  <a:pt x="38" y="91"/>
                </a:lnTo>
                <a:lnTo>
                  <a:pt x="39" y="91"/>
                </a:lnTo>
                <a:lnTo>
                  <a:pt x="39" y="90"/>
                </a:lnTo>
                <a:lnTo>
                  <a:pt x="39" y="89"/>
                </a:lnTo>
                <a:lnTo>
                  <a:pt x="40" y="89"/>
                </a:lnTo>
                <a:lnTo>
                  <a:pt x="40" y="90"/>
                </a:lnTo>
                <a:lnTo>
                  <a:pt x="41" y="90"/>
                </a:lnTo>
                <a:lnTo>
                  <a:pt x="42" y="88"/>
                </a:lnTo>
                <a:lnTo>
                  <a:pt x="42" y="87"/>
                </a:lnTo>
                <a:lnTo>
                  <a:pt x="42" y="86"/>
                </a:lnTo>
                <a:lnTo>
                  <a:pt x="43" y="85"/>
                </a:lnTo>
                <a:lnTo>
                  <a:pt x="45" y="85"/>
                </a:lnTo>
                <a:lnTo>
                  <a:pt x="45" y="84"/>
                </a:lnTo>
                <a:lnTo>
                  <a:pt x="45" y="83"/>
                </a:lnTo>
                <a:lnTo>
                  <a:pt x="46" y="83"/>
                </a:lnTo>
                <a:lnTo>
                  <a:pt x="47" y="83"/>
                </a:lnTo>
                <a:lnTo>
                  <a:pt x="49" y="82"/>
                </a:lnTo>
                <a:lnTo>
                  <a:pt x="50" y="82"/>
                </a:lnTo>
                <a:lnTo>
                  <a:pt x="49" y="82"/>
                </a:lnTo>
                <a:lnTo>
                  <a:pt x="49" y="81"/>
                </a:lnTo>
                <a:lnTo>
                  <a:pt x="48" y="80"/>
                </a:lnTo>
                <a:lnTo>
                  <a:pt x="48" y="79"/>
                </a:lnTo>
                <a:lnTo>
                  <a:pt x="47" y="78"/>
                </a:lnTo>
                <a:lnTo>
                  <a:pt x="47" y="77"/>
                </a:lnTo>
                <a:lnTo>
                  <a:pt x="46" y="76"/>
                </a:lnTo>
                <a:lnTo>
                  <a:pt x="45" y="75"/>
                </a:lnTo>
                <a:lnTo>
                  <a:pt x="45" y="74"/>
                </a:lnTo>
                <a:lnTo>
                  <a:pt x="45" y="73"/>
                </a:lnTo>
                <a:lnTo>
                  <a:pt x="45" y="72"/>
                </a:lnTo>
                <a:lnTo>
                  <a:pt x="44" y="72"/>
                </a:lnTo>
                <a:lnTo>
                  <a:pt x="42" y="72"/>
                </a:lnTo>
                <a:lnTo>
                  <a:pt x="41" y="72"/>
                </a:lnTo>
                <a:lnTo>
                  <a:pt x="40" y="72"/>
                </a:lnTo>
                <a:lnTo>
                  <a:pt x="40" y="71"/>
                </a:lnTo>
                <a:lnTo>
                  <a:pt x="40" y="70"/>
                </a:lnTo>
                <a:lnTo>
                  <a:pt x="39" y="70"/>
                </a:lnTo>
                <a:lnTo>
                  <a:pt x="38" y="70"/>
                </a:lnTo>
                <a:lnTo>
                  <a:pt x="38" y="69"/>
                </a:lnTo>
                <a:lnTo>
                  <a:pt x="37" y="69"/>
                </a:lnTo>
                <a:lnTo>
                  <a:pt x="34" y="65"/>
                </a:lnTo>
                <a:lnTo>
                  <a:pt x="32" y="63"/>
                </a:lnTo>
                <a:lnTo>
                  <a:pt x="32" y="64"/>
                </a:lnTo>
                <a:lnTo>
                  <a:pt x="32" y="63"/>
                </a:lnTo>
                <a:lnTo>
                  <a:pt x="32" y="62"/>
                </a:lnTo>
                <a:lnTo>
                  <a:pt x="32" y="61"/>
                </a:lnTo>
                <a:lnTo>
                  <a:pt x="32" y="60"/>
                </a:lnTo>
                <a:lnTo>
                  <a:pt x="33" y="59"/>
                </a:lnTo>
                <a:lnTo>
                  <a:pt x="33" y="58"/>
                </a:lnTo>
                <a:lnTo>
                  <a:pt x="32" y="58"/>
                </a:lnTo>
                <a:lnTo>
                  <a:pt x="31" y="58"/>
                </a:lnTo>
                <a:lnTo>
                  <a:pt x="29" y="58"/>
                </a:lnTo>
                <a:lnTo>
                  <a:pt x="29" y="57"/>
                </a:lnTo>
                <a:lnTo>
                  <a:pt x="29" y="56"/>
                </a:lnTo>
                <a:lnTo>
                  <a:pt x="29" y="55"/>
                </a:lnTo>
                <a:lnTo>
                  <a:pt x="30" y="55"/>
                </a:lnTo>
                <a:lnTo>
                  <a:pt x="30" y="54"/>
                </a:lnTo>
                <a:lnTo>
                  <a:pt x="30" y="53"/>
                </a:lnTo>
                <a:lnTo>
                  <a:pt x="32" y="52"/>
                </a:lnTo>
                <a:lnTo>
                  <a:pt x="33" y="52"/>
                </a:lnTo>
                <a:lnTo>
                  <a:pt x="33" y="51"/>
                </a:lnTo>
                <a:lnTo>
                  <a:pt x="34" y="51"/>
                </a:lnTo>
                <a:lnTo>
                  <a:pt x="34" y="52"/>
                </a:lnTo>
                <a:lnTo>
                  <a:pt x="36" y="52"/>
                </a:lnTo>
                <a:lnTo>
                  <a:pt x="36" y="51"/>
                </a:lnTo>
                <a:lnTo>
                  <a:pt x="37" y="49"/>
                </a:lnTo>
                <a:lnTo>
                  <a:pt x="37" y="48"/>
                </a:lnTo>
                <a:lnTo>
                  <a:pt x="38" y="48"/>
                </a:lnTo>
                <a:lnTo>
                  <a:pt x="39" y="48"/>
                </a:lnTo>
                <a:lnTo>
                  <a:pt x="42" y="48"/>
                </a:lnTo>
                <a:lnTo>
                  <a:pt x="42" y="47"/>
                </a:lnTo>
                <a:lnTo>
                  <a:pt x="43" y="47"/>
                </a:lnTo>
                <a:lnTo>
                  <a:pt x="44" y="46"/>
                </a:lnTo>
                <a:lnTo>
                  <a:pt x="45" y="46"/>
                </a:lnTo>
                <a:lnTo>
                  <a:pt x="46" y="46"/>
                </a:lnTo>
                <a:lnTo>
                  <a:pt x="49" y="46"/>
                </a:lnTo>
                <a:lnTo>
                  <a:pt x="49" y="47"/>
                </a:lnTo>
                <a:lnTo>
                  <a:pt x="50" y="47"/>
                </a:lnTo>
                <a:lnTo>
                  <a:pt x="50" y="48"/>
                </a:lnTo>
                <a:lnTo>
                  <a:pt x="51" y="49"/>
                </a:lnTo>
                <a:lnTo>
                  <a:pt x="52" y="49"/>
                </a:lnTo>
                <a:lnTo>
                  <a:pt x="53" y="48"/>
                </a:lnTo>
                <a:lnTo>
                  <a:pt x="54" y="48"/>
                </a:lnTo>
                <a:lnTo>
                  <a:pt x="54" y="47"/>
                </a:lnTo>
                <a:lnTo>
                  <a:pt x="55" y="47"/>
                </a:lnTo>
                <a:lnTo>
                  <a:pt x="55" y="48"/>
                </a:lnTo>
                <a:lnTo>
                  <a:pt x="56" y="47"/>
                </a:lnTo>
                <a:lnTo>
                  <a:pt x="57" y="47"/>
                </a:lnTo>
                <a:lnTo>
                  <a:pt x="58" y="46"/>
                </a:lnTo>
                <a:lnTo>
                  <a:pt x="59" y="46"/>
                </a:lnTo>
                <a:lnTo>
                  <a:pt x="59" y="45"/>
                </a:lnTo>
                <a:lnTo>
                  <a:pt x="60" y="45"/>
                </a:lnTo>
                <a:lnTo>
                  <a:pt x="60" y="44"/>
                </a:lnTo>
                <a:lnTo>
                  <a:pt x="61" y="44"/>
                </a:lnTo>
                <a:lnTo>
                  <a:pt x="62" y="44"/>
                </a:lnTo>
                <a:lnTo>
                  <a:pt x="62" y="45"/>
                </a:lnTo>
                <a:lnTo>
                  <a:pt x="62" y="44"/>
                </a:lnTo>
                <a:lnTo>
                  <a:pt x="63" y="44"/>
                </a:lnTo>
                <a:lnTo>
                  <a:pt x="62" y="43"/>
                </a:lnTo>
                <a:lnTo>
                  <a:pt x="62" y="42"/>
                </a:lnTo>
                <a:lnTo>
                  <a:pt x="63" y="42"/>
                </a:lnTo>
                <a:lnTo>
                  <a:pt x="64" y="42"/>
                </a:lnTo>
                <a:lnTo>
                  <a:pt x="64" y="41"/>
                </a:lnTo>
                <a:lnTo>
                  <a:pt x="65" y="41"/>
                </a:lnTo>
                <a:lnTo>
                  <a:pt x="66" y="41"/>
                </a:lnTo>
                <a:lnTo>
                  <a:pt x="67" y="41"/>
                </a:lnTo>
                <a:lnTo>
                  <a:pt x="68" y="39"/>
                </a:lnTo>
                <a:lnTo>
                  <a:pt x="68" y="38"/>
                </a:lnTo>
                <a:lnTo>
                  <a:pt x="68" y="37"/>
                </a:lnTo>
                <a:lnTo>
                  <a:pt x="69" y="36"/>
                </a:lnTo>
                <a:lnTo>
                  <a:pt x="70" y="35"/>
                </a:lnTo>
                <a:lnTo>
                  <a:pt x="70" y="34"/>
                </a:lnTo>
                <a:lnTo>
                  <a:pt x="71" y="34"/>
                </a:lnTo>
                <a:lnTo>
                  <a:pt x="72" y="32"/>
                </a:lnTo>
                <a:lnTo>
                  <a:pt x="73" y="32"/>
                </a:lnTo>
                <a:lnTo>
                  <a:pt x="73" y="31"/>
                </a:lnTo>
                <a:lnTo>
                  <a:pt x="73" y="30"/>
                </a:lnTo>
                <a:lnTo>
                  <a:pt x="74" y="29"/>
                </a:lnTo>
                <a:lnTo>
                  <a:pt x="75" y="28"/>
                </a:lnTo>
                <a:lnTo>
                  <a:pt x="76" y="28"/>
                </a:lnTo>
                <a:lnTo>
                  <a:pt x="76" y="29"/>
                </a:lnTo>
                <a:lnTo>
                  <a:pt x="77" y="29"/>
                </a:lnTo>
                <a:lnTo>
                  <a:pt x="77" y="30"/>
                </a:lnTo>
                <a:lnTo>
                  <a:pt x="77" y="31"/>
                </a:lnTo>
                <a:lnTo>
                  <a:pt x="78" y="31"/>
                </a:lnTo>
                <a:lnTo>
                  <a:pt x="79" y="31"/>
                </a:lnTo>
                <a:lnTo>
                  <a:pt x="80" y="32"/>
                </a:lnTo>
                <a:lnTo>
                  <a:pt x="80" y="31"/>
                </a:lnTo>
                <a:lnTo>
                  <a:pt x="80" y="30"/>
                </a:lnTo>
                <a:lnTo>
                  <a:pt x="81" y="30"/>
                </a:lnTo>
                <a:lnTo>
                  <a:pt x="82" y="30"/>
                </a:lnTo>
                <a:lnTo>
                  <a:pt x="83" y="30"/>
                </a:lnTo>
                <a:lnTo>
                  <a:pt x="84" y="30"/>
                </a:lnTo>
                <a:lnTo>
                  <a:pt x="87" y="30"/>
                </a:lnTo>
                <a:lnTo>
                  <a:pt x="87" y="29"/>
                </a:lnTo>
                <a:lnTo>
                  <a:pt x="88" y="29"/>
                </a:lnTo>
                <a:lnTo>
                  <a:pt x="89" y="29"/>
                </a:lnTo>
                <a:lnTo>
                  <a:pt x="90" y="29"/>
                </a:lnTo>
                <a:lnTo>
                  <a:pt x="90" y="30"/>
                </a:lnTo>
                <a:lnTo>
                  <a:pt x="91" y="30"/>
                </a:lnTo>
                <a:lnTo>
                  <a:pt x="93" y="30"/>
                </a:lnTo>
                <a:lnTo>
                  <a:pt x="94" y="30"/>
                </a:lnTo>
                <a:lnTo>
                  <a:pt x="94" y="29"/>
                </a:lnTo>
                <a:lnTo>
                  <a:pt x="94" y="28"/>
                </a:lnTo>
                <a:lnTo>
                  <a:pt x="94" y="27"/>
                </a:lnTo>
                <a:lnTo>
                  <a:pt x="93" y="27"/>
                </a:lnTo>
                <a:lnTo>
                  <a:pt x="92" y="26"/>
                </a:lnTo>
                <a:lnTo>
                  <a:pt x="92" y="25"/>
                </a:lnTo>
                <a:lnTo>
                  <a:pt x="91" y="25"/>
                </a:lnTo>
                <a:lnTo>
                  <a:pt x="90" y="25"/>
                </a:lnTo>
                <a:lnTo>
                  <a:pt x="89" y="24"/>
                </a:lnTo>
                <a:lnTo>
                  <a:pt x="89" y="23"/>
                </a:lnTo>
                <a:lnTo>
                  <a:pt x="88" y="22"/>
                </a:lnTo>
                <a:lnTo>
                  <a:pt x="87" y="21"/>
                </a:lnTo>
                <a:lnTo>
                  <a:pt x="87" y="20"/>
                </a:lnTo>
                <a:lnTo>
                  <a:pt x="86" y="19"/>
                </a:lnTo>
                <a:lnTo>
                  <a:pt x="85" y="19"/>
                </a:lnTo>
                <a:lnTo>
                  <a:pt x="85" y="18"/>
                </a:lnTo>
                <a:lnTo>
                  <a:pt x="84" y="18"/>
                </a:lnTo>
                <a:lnTo>
                  <a:pt x="84" y="17"/>
                </a:lnTo>
                <a:lnTo>
                  <a:pt x="83" y="17"/>
                </a:lnTo>
                <a:lnTo>
                  <a:pt x="82" y="16"/>
                </a:lnTo>
                <a:lnTo>
                  <a:pt x="82" y="14"/>
                </a:lnTo>
                <a:lnTo>
                  <a:pt x="83" y="13"/>
                </a:lnTo>
                <a:lnTo>
                  <a:pt x="84" y="13"/>
                </a:lnTo>
                <a:lnTo>
                  <a:pt x="85" y="13"/>
                </a:lnTo>
                <a:lnTo>
                  <a:pt x="85" y="12"/>
                </a:lnTo>
                <a:lnTo>
                  <a:pt x="86" y="12"/>
                </a:lnTo>
                <a:lnTo>
                  <a:pt x="86" y="13"/>
                </a:lnTo>
                <a:lnTo>
                  <a:pt x="87" y="14"/>
                </a:lnTo>
                <a:lnTo>
                  <a:pt x="88" y="15"/>
                </a:lnTo>
                <a:lnTo>
                  <a:pt x="88" y="16"/>
                </a:lnTo>
                <a:lnTo>
                  <a:pt x="90" y="17"/>
                </a:lnTo>
                <a:lnTo>
                  <a:pt x="90" y="16"/>
                </a:lnTo>
                <a:lnTo>
                  <a:pt x="91" y="16"/>
                </a:lnTo>
                <a:lnTo>
                  <a:pt x="92" y="17"/>
                </a:lnTo>
                <a:lnTo>
                  <a:pt x="93" y="17"/>
                </a:lnTo>
                <a:lnTo>
                  <a:pt x="94" y="17"/>
                </a:lnTo>
                <a:lnTo>
                  <a:pt x="95" y="17"/>
                </a:lnTo>
                <a:lnTo>
                  <a:pt x="95" y="16"/>
                </a:lnTo>
                <a:lnTo>
                  <a:pt x="95" y="15"/>
                </a:lnTo>
                <a:lnTo>
                  <a:pt x="95" y="14"/>
                </a:lnTo>
                <a:lnTo>
                  <a:pt x="94" y="13"/>
                </a:lnTo>
                <a:lnTo>
                  <a:pt x="93" y="11"/>
                </a:lnTo>
                <a:lnTo>
                  <a:pt x="93" y="10"/>
                </a:lnTo>
                <a:lnTo>
                  <a:pt x="93" y="9"/>
                </a:lnTo>
                <a:lnTo>
                  <a:pt x="94" y="8"/>
                </a:lnTo>
                <a:lnTo>
                  <a:pt x="95" y="8"/>
                </a:lnTo>
                <a:lnTo>
                  <a:pt x="96" y="8"/>
                </a:lnTo>
                <a:lnTo>
                  <a:pt x="96" y="9"/>
                </a:lnTo>
                <a:lnTo>
                  <a:pt x="97" y="9"/>
                </a:lnTo>
                <a:lnTo>
                  <a:pt x="98" y="9"/>
                </a:lnTo>
                <a:lnTo>
                  <a:pt x="99" y="9"/>
                </a:lnTo>
                <a:lnTo>
                  <a:pt x="100" y="8"/>
                </a:lnTo>
                <a:lnTo>
                  <a:pt x="102" y="8"/>
                </a:lnTo>
                <a:lnTo>
                  <a:pt x="103" y="8"/>
                </a:lnTo>
                <a:lnTo>
                  <a:pt x="103" y="7"/>
                </a:lnTo>
                <a:lnTo>
                  <a:pt x="104" y="7"/>
                </a:lnTo>
                <a:lnTo>
                  <a:pt x="104" y="8"/>
                </a:lnTo>
                <a:lnTo>
                  <a:pt x="105" y="8"/>
                </a:lnTo>
                <a:lnTo>
                  <a:pt x="105" y="9"/>
                </a:lnTo>
                <a:lnTo>
                  <a:pt x="106" y="9"/>
                </a:lnTo>
                <a:lnTo>
                  <a:pt x="107" y="9"/>
                </a:lnTo>
                <a:lnTo>
                  <a:pt x="108" y="8"/>
                </a:lnTo>
                <a:lnTo>
                  <a:pt x="108" y="7"/>
                </a:lnTo>
                <a:lnTo>
                  <a:pt x="108" y="6"/>
                </a:lnTo>
                <a:lnTo>
                  <a:pt x="108" y="5"/>
                </a:lnTo>
                <a:lnTo>
                  <a:pt x="108" y="4"/>
                </a:lnTo>
                <a:lnTo>
                  <a:pt x="108" y="3"/>
                </a:lnTo>
                <a:lnTo>
                  <a:pt x="108" y="2"/>
                </a:lnTo>
                <a:lnTo>
                  <a:pt x="108" y="1"/>
                </a:lnTo>
                <a:lnTo>
                  <a:pt x="109" y="0"/>
                </a:lnTo>
                <a:lnTo>
                  <a:pt x="110" y="0"/>
                </a:lnTo>
                <a:lnTo>
                  <a:pt x="111" y="1"/>
                </a:lnTo>
                <a:lnTo>
                  <a:pt x="112" y="2"/>
                </a:lnTo>
                <a:lnTo>
                  <a:pt x="113" y="2"/>
                </a:lnTo>
                <a:lnTo>
                  <a:pt x="11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03" name=""/>
          <p:cNvSpPr/>
          <p:nvPr/>
        </p:nvSpPr>
        <p:spPr>
          <a:xfrm>
            <a:off x="6856560" y="1510200"/>
            <a:ext cx="44280" cy="62640"/>
          </a:xfrm>
          <a:custGeom>
            <a:avLst/>
            <a:gdLst/>
            <a:ahLst/>
            <a:rect l="0" t="0" r="r" b="b"/>
            <a:pathLst>
              <a:path w="123" h="174">
                <a:moveTo>
                  <a:pt x="68" y="0"/>
                </a:moveTo>
                <a:lnTo>
                  <a:pt x="69" y="0"/>
                </a:lnTo>
                <a:lnTo>
                  <a:pt x="70" y="1"/>
                </a:lnTo>
                <a:lnTo>
                  <a:pt x="71" y="1"/>
                </a:lnTo>
                <a:lnTo>
                  <a:pt x="72" y="2"/>
                </a:lnTo>
                <a:lnTo>
                  <a:pt x="73" y="2"/>
                </a:lnTo>
                <a:lnTo>
                  <a:pt x="74" y="2"/>
                </a:lnTo>
                <a:lnTo>
                  <a:pt x="75" y="2"/>
                </a:lnTo>
                <a:lnTo>
                  <a:pt x="76" y="2"/>
                </a:lnTo>
                <a:lnTo>
                  <a:pt x="77" y="2"/>
                </a:lnTo>
                <a:lnTo>
                  <a:pt x="78" y="2"/>
                </a:lnTo>
                <a:lnTo>
                  <a:pt x="79" y="3"/>
                </a:lnTo>
                <a:lnTo>
                  <a:pt x="79" y="4"/>
                </a:lnTo>
                <a:lnTo>
                  <a:pt x="78" y="5"/>
                </a:lnTo>
                <a:lnTo>
                  <a:pt x="79" y="6"/>
                </a:lnTo>
                <a:lnTo>
                  <a:pt x="79" y="7"/>
                </a:lnTo>
                <a:lnTo>
                  <a:pt x="80" y="8"/>
                </a:lnTo>
                <a:lnTo>
                  <a:pt x="81" y="8"/>
                </a:lnTo>
                <a:lnTo>
                  <a:pt x="82" y="8"/>
                </a:lnTo>
                <a:lnTo>
                  <a:pt x="82" y="9"/>
                </a:lnTo>
                <a:lnTo>
                  <a:pt x="83" y="10"/>
                </a:lnTo>
                <a:lnTo>
                  <a:pt x="84" y="11"/>
                </a:lnTo>
                <a:lnTo>
                  <a:pt x="85" y="12"/>
                </a:lnTo>
                <a:lnTo>
                  <a:pt x="86" y="12"/>
                </a:lnTo>
                <a:lnTo>
                  <a:pt x="86" y="13"/>
                </a:lnTo>
                <a:lnTo>
                  <a:pt x="86" y="14"/>
                </a:lnTo>
                <a:lnTo>
                  <a:pt x="86" y="15"/>
                </a:lnTo>
                <a:lnTo>
                  <a:pt x="86" y="16"/>
                </a:lnTo>
                <a:lnTo>
                  <a:pt x="87" y="16"/>
                </a:lnTo>
                <a:lnTo>
                  <a:pt x="88" y="16"/>
                </a:lnTo>
                <a:lnTo>
                  <a:pt x="88" y="17"/>
                </a:lnTo>
                <a:lnTo>
                  <a:pt x="89" y="17"/>
                </a:lnTo>
                <a:lnTo>
                  <a:pt x="90" y="17"/>
                </a:lnTo>
                <a:lnTo>
                  <a:pt x="90" y="16"/>
                </a:lnTo>
                <a:lnTo>
                  <a:pt x="91" y="16"/>
                </a:lnTo>
                <a:lnTo>
                  <a:pt x="91" y="17"/>
                </a:lnTo>
                <a:lnTo>
                  <a:pt x="92" y="18"/>
                </a:lnTo>
                <a:lnTo>
                  <a:pt x="94" y="18"/>
                </a:lnTo>
                <a:lnTo>
                  <a:pt x="95" y="17"/>
                </a:lnTo>
                <a:lnTo>
                  <a:pt x="96" y="18"/>
                </a:lnTo>
                <a:lnTo>
                  <a:pt x="95" y="18"/>
                </a:lnTo>
                <a:lnTo>
                  <a:pt x="95" y="19"/>
                </a:lnTo>
                <a:lnTo>
                  <a:pt x="96" y="19"/>
                </a:lnTo>
                <a:lnTo>
                  <a:pt x="97" y="19"/>
                </a:lnTo>
                <a:lnTo>
                  <a:pt x="97" y="20"/>
                </a:lnTo>
                <a:lnTo>
                  <a:pt x="97" y="21"/>
                </a:lnTo>
                <a:lnTo>
                  <a:pt x="96" y="21"/>
                </a:lnTo>
                <a:lnTo>
                  <a:pt x="95" y="21"/>
                </a:lnTo>
                <a:lnTo>
                  <a:pt x="95" y="22"/>
                </a:lnTo>
                <a:lnTo>
                  <a:pt x="94" y="22"/>
                </a:lnTo>
                <a:lnTo>
                  <a:pt x="95" y="22"/>
                </a:lnTo>
                <a:lnTo>
                  <a:pt x="94" y="24"/>
                </a:lnTo>
                <a:lnTo>
                  <a:pt x="95" y="24"/>
                </a:lnTo>
                <a:lnTo>
                  <a:pt x="96" y="24"/>
                </a:lnTo>
                <a:lnTo>
                  <a:pt x="97" y="23"/>
                </a:lnTo>
                <a:lnTo>
                  <a:pt x="98" y="23"/>
                </a:lnTo>
                <a:lnTo>
                  <a:pt x="98" y="24"/>
                </a:lnTo>
                <a:lnTo>
                  <a:pt x="99" y="24"/>
                </a:lnTo>
                <a:lnTo>
                  <a:pt x="99" y="25"/>
                </a:lnTo>
                <a:lnTo>
                  <a:pt x="99" y="26"/>
                </a:lnTo>
                <a:lnTo>
                  <a:pt x="99" y="27"/>
                </a:lnTo>
                <a:lnTo>
                  <a:pt x="98" y="27"/>
                </a:lnTo>
                <a:lnTo>
                  <a:pt x="98" y="28"/>
                </a:lnTo>
                <a:lnTo>
                  <a:pt x="98" y="29"/>
                </a:lnTo>
                <a:lnTo>
                  <a:pt x="96" y="28"/>
                </a:lnTo>
                <a:lnTo>
                  <a:pt x="96" y="29"/>
                </a:lnTo>
                <a:lnTo>
                  <a:pt x="95" y="29"/>
                </a:lnTo>
                <a:lnTo>
                  <a:pt x="94" y="28"/>
                </a:lnTo>
                <a:lnTo>
                  <a:pt x="94" y="29"/>
                </a:lnTo>
                <a:lnTo>
                  <a:pt x="93" y="29"/>
                </a:lnTo>
                <a:lnTo>
                  <a:pt x="93" y="28"/>
                </a:lnTo>
                <a:lnTo>
                  <a:pt x="92" y="28"/>
                </a:lnTo>
                <a:lnTo>
                  <a:pt x="91" y="27"/>
                </a:lnTo>
                <a:lnTo>
                  <a:pt x="90" y="27"/>
                </a:lnTo>
                <a:lnTo>
                  <a:pt x="89" y="28"/>
                </a:lnTo>
                <a:lnTo>
                  <a:pt x="88" y="29"/>
                </a:lnTo>
                <a:lnTo>
                  <a:pt x="87" y="29"/>
                </a:lnTo>
                <a:lnTo>
                  <a:pt x="86" y="29"/>
                </a:lnTo>
                <a:lnTo>
                  <a:pt x="86" y="28"/>
                </a:lnTo>
                <a:lnTo>
                  <a:pt x="85" y="28"/>
                </a:lnTo>
                <a:lnTo>
                  <a:pt x="85" y="29"/>
                </a:lnTo>
                <a:lnTo>
                  <a:pt x="84" y="29"/>
                </a:lnTo>
                <a:lnTo>
                  <a:pt x="83" y="29"/>
                </a:lnTo>
                <a:lnTo>
                  <a:pt x="83" y="28"/>
                </a:lnTo>
                <a:lnTo>
                  <a:pt x="82" y="28"/>
                </a:lnTo>
                <a:lnTo>
                  <a:pt x="82" y="27"/>
                </a:lnTo>
                <a:lnTo>
                  <a:pt x="81" y="26"/>
                </a:lnTo>
                <a:lnTo>
                  <a:pt x="80" y="26"/>
                </a:lnTo>
                <a:lnTo>
                  <a:pt x="79" y="26"/>
                </a:lnTo>
                <a:lnTo>
                  <a:pt x="79" y="27"/>
                </a:lnTo>
                <a:lnTo>
                  <a:pt x="78" y="27"/>
                </a:lnTo>
                <a:lnTo>
                  <a:pt x="78" y="26"/>
                </a:lnTo>
                <a:lnTo>
                  <a:pt x="77" y="26"/>
                </a:lnTo>
                <a:lnTo>
                  <a:pt x="76" y="26"/>
                </a:lnTo>
                <a:lnTo>
                  <a:pt x="76" y="27"/>
                </a:lnTo>
                <a:lnTo>
                  <a:pt x="77" y="27"/>
                </a:lnTo>
                <a:lnTo>
                  <a:pt x="77" y="28"/>
                </a:lnTo>
                <a:lnTo>
                  <a:pt x="76" y="29"/>
                </a:lnTo>
                <a:lnTo>
                  <a:pt x="75" y="30"/>
                </a:lnTo>
                <a:lnTo>
                  <a:pt x="76" y="30"/>
                </a:lnTo>
                <a:lnTo>
                  <a:pt x="75" y="30"/>
                </a:lnTo>
                <a:lnTo>
                  <a:pt x="75" y="31"/>
                </a:lnTo>
                <a:lnTo>
                  <a:pt x="74" y="31"/>
                </a:lnTo>
                <a:lnTo>
                  <a:pt x="74" y="32"/>
                </a:lnTo>
                <a:lnTo>
                  <a:pt x="73" y="32"/>
                </a:lnTo>
                <a:lnTo>
                  <a:pt x="74" y="32"/>
                </a:lnTo>
                <a:lnTo>
                  <a:pt x="74" y="33"/>
                </a:lnTo>
                <a:lnTo>
                  <a:pt x="75" y="33"/>
                </a:lnTo>
                <a:lnTo>
                  <a:pt x="74" y="34"/>
                </a:lnTo>
                <a:lnTo>
                  <a:pt x="73" y="34"/>
                </a:lnTo>
                <a:lnTo>
                  <a:pt x="74" y="34"/>
                </a:lnTo>
                <a:lnTo>
                  <a:pt x="74" y="35"/>
                </a:lnTo>
                <a:lnTo>
                  <a:pt x="73" y="35"/>
                </a:lnTo>
                <a:lnTo>
                  <a:pt x="73" y="36"/>
                </a:lnTo>
                <a:lnTo>
                  <a:pt x="73" y="37"/>
                </a:lnTo>
                <a:lnTo>
                  <a:pt x="74" y="36"/>
                </a:lnTo>
                <a:lnTo>
                  <a:pt x="74" y="37"/>
                </a:lnTo>
                <a:lnTo>
                  <a:pt x="74" y="39"/>
                </a:lnTo>
                <a:lnTo>
                  <a:pt x="75" y="39"/>
                </a:lnTo>
                <a:lnTo>
                  <a:pt x="76" y="41"/>
                </a:lnTo>
                <a:lnTo>
                  <a:pt x="77" y="42"/>
                </a:lnTo>
                <a:lnTo>
                  <a:pt x="76" y="42"/>
                </a:lnTo>
                <a:lnTo>
                  <a:pt x="76" y="43"/>
                </a:lnTo>
                <a:lnTo>
                  <a:pt x="77" y="45"/>
                </a:lnTo>
                <a:lnTo>
                  <a:pt x="78" y="46"/>
                </a:lnTo>
                <a:lnTo>
                  <a:pt x="78" y="47"/>
                </a:lnTo>
                <a:lnTo>
                  <a:pt x="78" y="48"/>
                </a:lnTo>
                <a:lnTo>
                  <a:pt x="77" y="48"/>
                </a:lnTo>
                <a:lnTo>
                  <a:pt x="77" y="49"/>
                </a:lnTo>
                <a:lnTo>
                  <a:pt x="77" y="50"/>
                </a:lnTo>
                <a:lnTo>
                  <a:pt x="77" y="51"/>
                </a:lnTo>
                <a:lnTo>
                  <a:pt x="76" y="51"/>
                </a:lnTo>
                <a:lnTo>
                  <a:pt x="77" y="51"/>
                </a:lnTo>
                <a:lnTo>
                  <a:pt x="78" y="51"/>
                </a:lnTo>
                <a:lnTo>
                  <a:pt x="78" y="52"/>
                </a:lnTo>
                <a:lnTo>
                  <a:pt x="79" y="51"/>
                </a:lnTo>
                <a:lnTo>
                  <a:pt x="79" y="52"/>
                </a:lnTo>
                <a:lnTo>
                  <a:pt x="80" y="52"/>
                </a:lnTo>
                <a:lnTo>
                  <a:pt x="81" y="52"/>
                </a:lnTo>
                <a:lnTo>
                  <a:pt x="81" y="53"/>
                </a:lnTo>
                <a:lnTo>
                  <a:pt x="81" y="54"/>
                </a:lnTo>
                <a:lnTo>
                  <a:pt x="81" y="53"/>
                </a:lnTo>
                <a:lnTo>
                  <a:pt x="80" y="53"/>
                </a:lnTo>
                <a:lnTo>
                  <a:pt x="80" y="54"/>
                </a:lnTo>
                <a:lnTo>
                  <a:pt x="79" y="55"/>
                </a:lnTo>
                <a:lnTo>
                  <a:pt x="80" y="55"/>
                </a:lnTo>
                <a:lnTo>
                  <a:pt x="81" y="56"/>
                </a:lnTo>
                <a:lnTo>
                  <a:pt x="82" y="57"/>
                </a:lnTo>
                <a:lnTo>
                  <a:pt x="83" y="57"/>
                </a:lnTo>
                <a:lnTo>
                  <a:pt x="84" y="57"/>
                </a:lnTo>
                <a:lnTo>
                  <a:pt x="85" y="57"/>
                </a:lnTo>
                <a:lnTo>
                  <a:pt x="85" y="58"/>
                </a:lnTo>
                <a:lnTo>
                  <a:pt x="85" y="57"/>
                </a:lnTo>
                <a:lnTo>
                  <a:pt x="86" y="57"/>
                </a:lnTo>
                <a:lnTo>
                  <a:pt x="86" y="58"/>
                </a:lnTo>
                <a:lnTo>
                  <a:pt x="86" y="59"/>
                </a:lnTo>
                <a:lnTo>
                  <a:pt x="86" y="60"/>
                </a:lnTo>
                <a:lnTo>
                  <a:pt x="87" y="60"/>
                </a:lnTo>
                <a:lnTo>
                  <a:pt x="87" y="61"/>
                </a:lnTo>
                <a:lnTo>
                  <a:pt x="88" y="61"/>
                </a:lnTo>
                <a:lnTo>
                  <a:pt x="87" y="62"/>
                </a:lnTo>
                <a:lnTo>
                  <a:pt x="87" y="63"/>
                </a:lnTo>
                <a:lnTo>
                  <a:pt x="87" y="64"/>
                </a:lnTo>
                <a:lnTo>
                  <a:pt x="86" y="64"/>
                </a:lnTo>
                <a:lnTo>
                  <a:pt x="86" y="63"/>
                </a:lnTo>
                <a:lnTo>
                  <a:pt x="86" y="64"/>
                </a:lnTo>
                <a:lnTo>
                  <a:pt x="86" y="65"/>
                </a:lnTo>
                <a:lnTo>
                  <a:pt x="85" y="65"/>
                </a:lnTo>
                <a:lnTo>
                  <a:pt x="86" y="65"/>
                </a:lnTo>
                <a:lnTo>
                  <a:pt x="85" y="65"/>
                </a:lnTo>
                <a:lnTo>
                  <a:pt x="85" y="66"/>
                </a:lnTo>
                <a:lnTo>
                  <a:pt x="84" y="66"/>
                </a:lnTo>
                <a:lnTo>
                  <a:pt x="84" y="67"/>
                </a:lnTo>
                <a:lnTo>
                  <a:pt x="83" y="67"/>
                </a:lnTo>
                <a:lnTo>
                  <a:pt x="83" y="68"/>
                </a:lnTo>
                <a:lnTo>
                  <a:pt x="84" y="68"/>
                </a:lnTo>
                <a:lnTo>
                  <a:pt x="84" y="67"/>
                </a:lnTo>
                <a:lnTo>
                  <a:pt x="85" y="67"/>
                </a:lnTo>
                <a:lnTo>
                  <a:pt x="85" y="68"/>
                </a:lnTo>
                <a:lnTo>
                  <a:pt x="86" y="68"/>
                </a:lnTo>
                <a:lnTo>
                  <a:pt x="86" y="69"/>
                </a:lnTo>
                <a:lnTo>
                  <a:pt x="86" y="70"/>
                </a:lnTo>
                <a:lnTo>
                  <a:pt x="87" y="70"/>
                </a:lnTo>
                <a:lnTo>
                  <a:pt x="88" y="70"/>
                </a:lnTo>
                <a:lnTo>
                  <a:pt x="88" y="69"/>
                </a:lnTo>
                <a:lnTo>
                  <a:pt x="89" y="69"/>
                </a:lnTo>
                <a:lnTo>
                  <a:pt x="90" y="69"/>
                </a:lnTo>
                <a:lnTo>
                  <a:pt x="90" y="70"/>
                </a:lnTo>
                <a:lnTo>
                  <a:pt x="91" y="70"/>
                </a:lnTo>
                <a:lnTo>
                  <a:pt x="91" y="71"/>
                </a:lnTo>
                <a:lnTo>
                  <a:pt x="90" y="71"/>
                </a:lnTo>
                <a:lnTo>
                  <a:pt x="89" y="71"/>
                </a:lnTo>
                <a:lnTo>
                  <a:pt x="90" y="72"/>
                </a:lnTo>
                <a:lnTo>
                  <a:pt x="91" y="72"/>
                </a:lnTo>
                <a:lnTo>
                  <a:pt x="91" y="73"/>
                </a:lnTo>
                <a:lnTo>
                  <a:pt x="91" y="74"/>
                </a:lnTo>
                <a:lnTo>
                  <a:pt x="92" y="74"/>
                </a:lnTo>
                <a:lnTo>
                  <a:pt x="92" y="75"/>
                </a:lnTo>
                <a:lnTo>
                  <a:pt x="93" y="74"/>
                </a:lnTo>
                <a:lnTo>
                  <a:pt x="94" y="74"/>
                </a:lnTo>
                <a:lnTo>
                  <a:pt x="94" y="73"/>
                </a:lnTo>
                <a:lnTo>
                  <a:pt x="95" y="73"/>
                </a:lnTo>
                <a:lnTo>
                  <a:pt x="94" y="72"/>
                </a:lnTo>
                <a:lnTo>
                  <a:pt x="94" y="71"/>
                </a:lnTo>
                <a:lnTo>
                  <a:pt x="94" y="70"/>
                </a:lnTo>
                <a:lnTo>
                  <a:pt x="95" y="70"/>
                </a:lnTo>
                <a:lnTo>
                  <a:pt x="95" y="69"/>
                </a:lnTo>
                <a:lnTo>
                  <a:pt x="95" y="68"/>
                </a:lnTo>
                <a:lnTo>
                  <a:pt x="95" y="69"/>
                </a:lnTo>
                <a:lnTo>
                  <a:pt x="96" y="68"/>
                </a:lnTo>
                <a:lnTo>
                  <a:pt x="97" y="68"/>
                </a:lnTo>
                <a:lnTo>
                  <a:pt x="98" y="68"/>
                </a:lnTo>
                <a:lnTo>
                  <a:pt x="99" y="68"/>
                </a:lnTo>
                <a:lnTo>
                  <a:pt x="99" y="67"/>
                </a:lnTo>
                <a:lnTo>
                  <a:pt x="100" y="67"/>
                </a:lnTo>
                <a:lnTo>
                  <a:pt x="100" y="68"/>
                </a:lnTo>
                <a:lnTo>
                  <a:pt x="101" y="68"/>
                </a:lnTo>
                <a:lnTo>
                  <a:pt x="102" y="68"/>
                </a:lnTo>
                <a:lnTo>
                  <a:pt x="102" y="69"/>
                </a:lnTo>
                <a:lnTo>
                  <a:pt x="103" y="69"/>
                </a:lnTo>
                <a:lnTo>
                  <a:pt x="104" y="68"/>
                </a:lnTo>
                <a:lnTo>
                  <a:pt x="104" y="69"/>
                </a:lnTo>
                <a:lnTo>
                  <a:pt x="104" y="68"/>
                </a:lnTo>
                <a:lnTo>
                  <a:pt x="105" y="68"/>
                </a:lnTo>
                <a:lnTo>
                  <a:pt x="106" y="67"/>
                </a:lnTo>
                <a:lnTo>
                  <a:pt x="106" y="68"/>
                </a:lnTo>
                <a:lnTo>
                  <a:pt x="107" y="68"/>
                </a:lnTo>
                <a:lnTo>
                  <a:pt x="107" y="69"/>
                </a:lnTo>
                <a:lnTo>
                  <a:pt x="108" y="68"/>
                </a:lnTo>
                <a:lnTo>
                  <a:pt x="109" y="69"/>
                </a:lnTo>
                <a:lnTo>
                  <a:pt x="109" y="68"/>
                </a:lnTo>
                <a:lnTo>
                  <a:pt x="109" y="69"/>
                </a:lnTo>
                <a:lnTo>
                  <a:pt x="110" y="69"/>
                </a:lnTo>
                <a:lnTo>
                  <a:pt x="110" y="70"/>
                </a:lnTo>
                <a:lnTo>
                  <a:pt x="111" y="70"/>
                </a:lnTo>
                <a:lnTo>
                  <a:pt x="112" y="70"/>
                </a:lnTo>
                <a:lnTo>
                  <a:pt x="111" y="71"/>
                </a:lnTo>
                <a:lnTo>
                  <a:pt x="110" y="72"/>
                </a:lnTo>
                <a:lnTo>
                  <a:pt x="110" y="73"/>
                </a:lnTo>
                <a:lnTo>
                  <a:pt x="109" y="74"/>
                </a:lnTo>
                <a:lnTo>
                  <a:pt x="109" y="75"/>
                </a:lnTo>
                <a:lnTo>
                  <a:pt x="110" y="75"/>
                </a:lnTo>
                <a:lnTo>
                  <a:pt x="110" y="76"/>
                </a:lnTo>
                <a:lnTo>
                  <a:pt x="109" y="77"/>
                </a:lnTo>
                <a:lnTo>
                  <a:pt x="108" y="77"/>
                </a:lnTo>
                <a:lnTo>
                  <a:pt x="108" y="78"/>
                </a:lnTo>
                <a:lnTo>
                  <a:pt x="108" y="79"/>
                </a:lnTo>
                <a:lnTo>
                  <a:pt x="108" y="80"/>
                </a:lnTo>
                <a:lnTo>
                  <a:pt x="109" y="80"/>
                </a:lnTo>
                <a:lnTo>
                  <a:pt x="108" y="80"/>
                </a:lnTo>
                <a:lnTo>
                  <a:pt x="108" y="81"/>
                </a:lnTo>
                <a:lnTo>
                  <a:pt x="107" y="81"/>
                </a:lnTo>
                <a:lnTo>
                  <a:pt x="106" y="82"/>
                </a:lnTo>
                <a:lnTo>
                  <a:pt x="106" y="87"/>
                </a:lnTo>
                <a:lnTo>
                  <a:pt x="105" y="87"/>
                </a:lnTo>
                <a:lnTo>
                  <a:pt x="104" y="87"/>
                </a:lnTo>
                <a:lnTo>
                  <a:pt x="104" y="88"/>
                </a:lnTo>
                <a:lnTo>
                  <a:pt x="105" y="88"/>
                </a:lnTo>
                <a:lnTo>
                  <a:pt x="105" y="89"/>
                </a:lnTo>
                <a:lnTo>
                  <a:pt x="105" y="90"/>
                </a:lnTo>
                <a:lnTo>
                  <a:pt x="106" y="90"/>
                </a:lnTo>
                <a:lnTo>
                  <a:pt x="105" y="90"/>
                </a:lnTo>
                <a:lnTo>
                  <a:pt x="105" y="91"/>
                </a:lnTo>
                <a:lnTo>
                  <a:pt x="104" y="90"/>
                </a:lnTo>
                <a:lnTo>
                  <a:pt x="103" y="90"/>
                </a:lnTo>
                <a:lnTo>
                  <a:pt x="101" y="90"/>
                </a:lnTo>
                <a:lnTo>
                  <a:pt x="101" y="91"/>
                </a:lnTo>
                <a:lnTo>
                  <a:pt x="100" y="91"/>
                </a:lnTo>
                <a:lnTo>
                  <a:pt x="100" y="92"/>
                </a:lnTo>
                <a:lnTo>
                  <a:pt x="100" y="93"/>
                </a:lnTo>
                <a:lnTo>
                  <a:pt x="101" y="93"/>
                </a:lnTo>
                <a:lnTo>
                  <a:pt x="102" y="92"/>
                </a:lnTo>
                <a:lnTo>
                  <a:pt x="102" y="93"/>
                </a:lnTo>
                <a:lnTo>
                  <a:pt x="103" y="93"/>
                </a:lnTo>
                <a:lnTo>
                  <a:pt x="104" y="92"/>
                </a:lnTo>
                <a:lnTo>
                  <a:pt x="104" y="91"/>
                </a:lnTo>
                <a:lnTo>
                  <a:pt x="105" y="92"/>
                </a:lnTo>
                <a:lnTo>
                  <a:pt x="104" y="93"/>
                </a:lnTo>
                <a:lnTo>
                  <a:pt x="104" y="94"/>
                </a:lnTo>
                <a:lnTo>
                  <a:pt x="103" y="94"/>
                </a:lnTo>
                <a:lnTo>
                  <a:pt x="103" y="95"/>
                </a:lnTo>
                <a:lnTo>
                  <a:pt x="104" y="95"/>
                </a:lnTo>
                <a:lnTo>
                  <a:pt x="105" y="95"/>
                </a:lnTo>
                <a:lnTo>
                  <a:pt x="106" y="95"/>
                </a:lnTo>
                <a:lnTo>
                  <a:pt x="107" y="95"/>
                </a:lnTo>
                <a:lnTo>
                  <a:pt x="108" y="95"/>
                </a:lnTo>
                <a:lnTo>
                  <a:pt x="108" y="96"/>
                </a:lnTo>
                <a:lnTo>
                  <a:pt x="109" y="96"/>
                </a:lnTo>
                <a:lnTo>
                  <a:pt x="109" y="97"/>
                </a:lnTo>
                <a:lnTo>
                  <a:pt x="109" y="96"/>
                </a:lnTo>
                <a:lnTo>
                  <a:pt x="110" y="96"/>
                </a:lnTo>
                <a:lnTo>
                  <a:pt x="112" y="96"/>
                </a:lnTo>
                <a:lnTo>
                  <a:pt x="113" y="96"/>
                </a:lnTo>
                <a:lnTo>
                  <a:pt x="113" y="97"/>
                </a:lnTo>
                <a:lnTo>
                  <a:pt x="114" y="97"/>
                </a:lnTo>
                <a:lnTo>
                  <a:pt x="115" y="97"/>
                </a:lnTo>
                <a:lnTo>
                  <a:pt x="115" y="98"/>
                </a:lnTo>
                <a:lnTo>
                  <a:pt x="116" y="98"/>
                </a:lnTo>
                <a:lnTo>
                  <a:pt x="117" y="99"/>
                </a:lnTo>
                <a:lnTo>
                  <a:pt x="118" y="99"/>
                </a:lnTo>
                <a:lnTo>
                  <a:pt x="119" y="100"/>
                </a:lnTo>
                <a:lnTo>
                  <a:pt x="119" y="99"/>
                </a:lnTo>
                <a:lnTo>
                  <a:pt x="120" y="99"/>
                </a:lnTo>
                <a:lnTo>
                  <a:pt x="120" y="100"/>
                </a:lnTo>
                <a:lnTo>
                  <a:pt x="120" y="101"/>
                </a:lnTo>
                <a:lnTo>
                  <a:pt x="121" y="101"/>
                </a:lnTo>
                <a:lnTo>
                  <a:pt x="121" y="102"/>
                </a:lnTo>
                <a:lnTo>
                  <a:pt x="122" y="102"/>
                </a:lnTo>
                <a:lnTo>
                  <a:pt x="123" y="103"/>
                </a:lnTo>
                <a:lnTo>
                  <a:pt x="123" y="105"/>
                </a:lnTo>
                <a:lnTo>
                  <a:pt x="122" y="105"/>
                </a:lnTo>
                <a:lnTo>
                  <a:pt x="121" y="105"/>
                </a:lnTo>
                <a:lnTo>
                  <a:pt x="121" y="106"/>
                </a:lnTo>
                <a:lnTo>
                  <a:pt x="118" y="106"/>
                </a:lnTo>
                <a:lnTo>
                  <a:pt x="117" y="106"/>
                </a:lnTo>
                <a:lnTo>
                  <a:pt x="116" y="106"/>
                </a:lnTo>
                <a:lnTo>
                  <a:pt x="115" y="106"/>
                </a:lnTo>
                <a:lnTo>
                  <a:pt x="115" y="107"/>
                </a:lnTo>
                <a:lnTo>
                  <a:pt x="114" y="107"/>
                </a:lnTo>
                <a:lnTo>
                  <a:pt x="113" y="107"/>
                </a:lnTo>
                <a:lnTo>
                  <a:pt x="113" y="108"/>
                </a:lnTo>
                <a:lnTo>
                  <a:pt x="114" y="110"/>
                </a:lnTo>
                <a:lnTo>
                  <a:pt x="113" y="110"/>
                </a:lnTo>
                <a:lnTo>
                  <a:pt x="112" y="111"/>
                </a:lnTo>
                <a:lnTo>
                  <a:pt x="111" y="107"/>
                </a:lnTo>
                <a:lnTo>
                  <a:pt x="110" y="108"/>
                </a:lnTo>
                <a:lnTo>
                  <a:pt x="106" y="109"/>
                </a:lnTo>
                <a:lnTo>
                  <a:pt x="107" y="111"/>
                </a:lnTo>
                <a:lnTo>
                  <a:pt x="107" y="112"/>
                </a:lnTo>
                <a:lnTo>
                  <a:pt x="107" y="111"/>
                </a:lnTo>
                <a:lnTo>
                  <a:pt x="107" y="110"/>
                </a:lnTo>
                <a:lnTo>
                  <a:pt x="106" y="110"/>
                </a:lnTo>
                <a:lnTo>
                  <a:pt x="106" y="111"/>
                </a:lnTo>
                <a:lnTo>
                  <a:pt x="107" y="111"/>
                </a:lnTo>
                <a:lnTo>
                  <a:pt x="107" y="112"/>
                </a:lnTo>
                <a:lnTo>
                  <a:pt x="106" y="111"/>
                </a:lnTo>
                <a:lnTo>
                  <a:pt x="105" y="110"/>
                </a:lnTo>
                <a:lnTo>
                  <a:pt x="105" y="111"/>
                </a:lnTo>
                <a:lnTo>
                  <a:pt x="106" y="112"/>
                </a:lnTo>
                <a:lnTo>
                  <a:pt x="105" y="112"/>
                </a:lnTo>
                <a:lnTo>
                  <a:pt x="105" y="111"/>
                </a:lnTo>
                <a:lnTo>
                  <a:pt x="104" y="110"/>
                </a:lnTo>
                <a:lnTo>
                  <a:pt x="103" y="111"/>
                </a:lnTo>
                <a:lnTo>
                  <a:pt x="102" y="111"/>
                </a:lnTo>
                <a:lnTo>
                  <a:pt x="102" y="112"/>
                </a:lnTo>
                <a:lnTo>
                  <a:pt x="103" y="112"/>
                </a:lnTo>
                <a:lnTo>
                  <a:pt x="102" y="112"/>
                </a:lnTo>
                <a:lnTo>
                  <a:pt x="102" y="113"/>
                </a:lnTo>
                <a:lnTo>
                  <a:pt x="101" y="114"/>
                </a:lnTo>
                <a:lnTo>
                  <a:pt x="100" y="114"/>
                </a:lnTo>
                <a:lnTo>
                  <a:pt x="99" y="114"/>
                </a:lnTo>
                <a:lnTo>
                  <a:pt x="99" y="115"/>
                </a:lnTo>
                <a:lnTo>
                  <a:pt x="100" y="116"/>
                </a:lnTo>
                <a:lnTo>
                  <a:pt x="104" y="118"/>
                </a:lnTo>
                <a:lnTo>
                  <a:pt x="103" y="119"/>
                </a:lnTo>
                <a:lnTo>
                  <a:pt x="102" y="121"/>
                </a:lnTo>
                <a:lnTo>
                  <a:pt x="101" y="121"/>
                </a:lnTo>
                <a:lnTo>
                  <a:pt x="100" y="121"/>
                </a:lnTo>
                <a:lnTo>
                  <a:pt x="99" y="120"/>
                </a:lnTo>
                <a:lnTo>
                  <a:pt x="96" y="119"/>
                </a:lnTo>
                <a:lnTo>
                  <a:pt x="95" y="119"/>
                </a:lnTo>
                <a:lnTo>
                  <a:pt x="94" y="119"/>
                </a:lnTo>
                <a:lnTo>
                  <a:pt x="93" y="119"/>
                </a:lnTo>
                <a:lnTo>
                  <a:pt x="93" y="120"/>
                </a:lnTo>
                <a:lnTo>
                  <a:pt x="94" y="120"/>
                </a:lnTo>
                <a:lnTo>
                  <a:pt x="94" y="121"/>
                </a:lnTo>
                <a:lnTo>
                  <a:pt x="96" y="121"/>
                </a:lnTo>
                <a:lnTo>
                  <a:pt x="98" y="122"/>
                </a:lnTo>
                <a:lnTo>
                  <a:pt x="101" y="123"/>
                </a:lnTo>
                <a:lnTo>
                  <a:pt x="102" y="127"/>
                </a:lnTo>
                <a:lnTo>
                  <a:pt x="103" y="128"/>
                </a:lnTo>
                <a:lnTo>
                  <a:pt x="103" y="129"/>
                </a:lnTo>
                <a:lnTo>
                  <a:pt x="102" y="130"/>
                </a:lnTo>
                <a:lnTo>
                  <a:pt x="102" y="131"/>
                </a:lnTo>
                <a:lnTo>
                  <a:pt x="103" y="132"/>
                </a:lnTo>
                <a:lnTo>
                  <a:pt x="102" y="131"/>
                </a:lnTo>
                <a:lnTo>
                  <a:pt x="101" y="131"/>
                </a:lnTo>
                <a:lnTo>
                  <a:pt x="99" y="130"/>
                </a:lnTo>
                <a:lnTo>
                  <a:pt x="99" y="129"/>
                </a:lnTo>
                <a:lnTo>
                  <a:pt x="99" y="128"/>
                </a:lnTo>
                <a:lnTo>
                  <a:pt x="98" y="124"/>
                </a:lnTo>
                <a:lnTo>
                  <a:pt x="97" y="124"/>
                </a:lnTo>
                <a:lnTo>
                  <a:pt x="96" y="124"/>
                </a:lnTo>
                <a:lnTo>
                  <a:pt x="97" y="124"/>
                </a:lnTo>
                <a:lnTo>
                  <a:pt x="97" y="125"/>
                </a:lnTo>
                <a:lnTo>
                  <a:pt x="97" y="126"/>
                </a:lnTo>
                <a:lnTo>
                  <a:pt x="97" y="127"/>
                </a:lnTo>
                <a:lnTo>
                  <a:pt x="98" y="128"/>
                </a:lnTo>
                <a:lnTo>
                  <a:pt x="98" y="129"/>
                </a:lnTo>
                <a:lnTo>
                  <a:pt x="98" y="130"/>
                </a:lnTo>
                <a:lnTo>
                  <a:pt x="99" y="131"/>
                </a:lnTo>
                <a:lnTo>
                  <a:pt x="99" y="132"/>
                </a:lnTo>
                <a:lnTo>
                  <a:pt x="98" y="131"/>
                </a:lnTo>
                <a:lnTo>
                  <a:pt x="97" y="131"/>
                </a:lnTo>
                <a:lnTo>
                  <a:pt x="96" y="131"/>
                </a:lnTo>
                <a:lnTo>
                  <a:pt x="96" y="130"/>
                </a:lnTo>
                <a:lnTo>
                  <a:pt x="95" y="130"/>
                </a:lnTo>
                <a:lnTo>
                  <a:pt x="94" y="130"/>
                </a:lnTo>
                <a:lnTo>
                  <a:pt x="93" y="130"/>
                </a:lnTo>
                <a:lnTo>
                  <a:pt x="93" y="129"/>
                </a:lnTo>
                <a:lnTo>
                  <a:pt x="92" y="130"/>
                </a:lnTo>
                <a:lnTo>
                  <a:pt x="93" y="130"/>
                </a:lnTo>
                <a:lnTo>
                  <a:pt x="93" y="131"/>
                </a:lnTo>
                <a:lnTo>
                  <a:pt x="95" y="131"/>
                </a:lnTo>
                <a:lnTo>
                  <a:pt x="96" y="131"/>
                </a:lnTo>
                <a:lnTo>
                  <a:pt x="96" y="132"/>
                </a:lnTo>
                <a:lnTo>
                  <a:pt x="97" y="132"/>
                </a:lnTo>
                <a:lnTo>
                  <a:pt x="98" y="132"/>
                </a:lnTo>
                <a:lnTo>
                  <a:pt x="99" y="132"/>
                </a:lnTo>
                <a:lnTo>
                  <a:pt x="100" y="132"/>
                </a:lnTo>
                <a:lnTo>
                  <a:pt x="101" y="133"/>
                </a:lnTo>
                <a:lnTo>
                  <a:pt x="104" y="134"/>
                </a:lnTo>
                <a:lnTo>
                  <a:pt x="107" y="134"/>
                </a:lnTo>
                <a:lnTo>
                  <a:pt x="107" y="135"/>
                </a:lnTo>
                <a:lnTo>
                  <a:pt x="107" y="136"/>
                </a:lnTo>
                <a:lnTo>
                  <a:pt x="102" y="135"/>
                </a:lnTo>
                <a:lnTo>
                  <a:pt x="96" y="133"/>
                </a:lnTo>
                <a:lnTo>
                  <a:pt x="95" y="133"/>
                </a:lnTo>
                <a:lnTo>
                  <a:pt x="94" y="133"/>
                </a:lnTo>
                <a:lnTo>
                  <a:pt x="93" y="132"/>
                </a:lnTo>
                <a:lnTo>
                  <a:pt x="92" y="131"/>
                </a:lnTo>
                <a:lnTo>
                  <a:pt x="92" y="130"/>
                </a:lnTo>
                <a:lnTo>
                  <a:pt x="92" y="131"/>
                </a:lnTo>
                <a:lnTo>
                  <a:pt x="92" y="132"/>
                </a:lnTo>
                <a:lnTo>
                  <a:pt x="93" y="132"/>
                </a:lnTo>
                <a:lnTo>
                  <a:pt x="93" y="133"/>
                </a:lnTo>
                <a:lnTo>
                  <a:pt x="94" y="133"/>
                </a:lnTo>
                <a:lnTo>
                  <a:pt x="94" y="134"/>
                </a:lnTo>
                <a:lnTo>
                  <a:pt x="96" y="134"/>
                </a:lnTo>
                <a:lnTo>
                  <a:pt x="97" y="134"/>
                </a:lnTo>
                <a:lnTo>
                  <a:pt x="97" y="136"/>
                </a:lnTo>
                <a:lnTo>
                  <a:pt x="98" y="137"/>
                </a:lnTo>
                <a:lnTo>
                  <a:pt x="99" y="135"/>
                </a:lnTo>
                <a:lnTo>
                  <a:pt x="102" y="136"/>
                </a:lnTo>
                <a:lnTo>
                  <a:pt x="101" y="138"/>
                </a:lnTo>
                <a:lnTo>
                  <a:pt x="102" y="138"/>
                </a:lnTo>
                <a:lnTo>
                  <a:pt x="103" y="136"/>
                </a:lnTo>
                <a:lnTo>
                  <a:pt x="105" y="137"/>
                </a:lnTo>
                <a:lnTo>
                  <a:pt x="104" y="140"/>
                </a:lnTo>
                <a:lnTo>
                  <a:pt x="103" y="141"/>
                </a:lnTo>
                <a:lnTo>
                  <a:pt x="104" y="142"/>
                </a:lnTo>
                <a:lnTo>
                  <a:pt x="103" y="143"/>
                </a:lnTo>
                <a:lnTo>
                  <a:pt x="101" y="142"/>
                </a:lnTo>
                <a:lnTo>
                  <a:pt x="101" y="141"/>
                </a:lnTo>
                <a:lnTo>
                  <a:pt x="100" y="141"/>
                </a:lnTo>
                <a:lnTo>
                  <a:pt x="98" y="141"/>
                </a:lnTo>
                <a:lnTo>
                  <a:pt x="94" y="139"/>
                </a:lnTo>
                <a:lnTo>
                  <a:pt x="94" y="140"/>
                </a:lnTo>
                <a:lnTo>
                  <a:pt x="93" y="140"/>
                </a:lnTo>
                <a:lnTo>
                  <a:pt x="92" y="140"/>
                </a:lnTo>
                <a:lnTo>
                  <a:pt x="91" y="140"/>
                </a:lnTo>
                <a:lnTo>
                  <a:pt x="90" y="139"/>
                </a:lnTo>
                <a:lnTo>
                  <a:pt x="89" y="140"/>
                </a:lnTo>
                <a:lnTo>
                  <a:pt x="90" y="140"/>
                </a:lnTo>
                <a:lnTo>
                  <a:pt x="91" y="140"/>
                </a:lnTo>
                <a:lnTo>
                  <a:pt x="92" y="141"/>
                </a:lnTo>
                <a:lnTo>
                  <a:pt x="94" y="141"/>
                </a:lnTo>
                <a:lnTo>
                  <a:pt x="96" y="142"/>
                </a:lnTo>
                <a:lnTo>
                  <a:pt x="95" y="144"/>
                </a:lnTo>
                <a:lnTo>
                  <a:pt x="94" y="143"/>
                </a:lnTo>
                <a:lnTo>
                  <a:pt x="90" y="142"/>
                </a:lnTo>
                <a:lnTo>
                  <a:pt x="90" y="143"/>
                </a:lnTo>
                <a:lnTo>
                  <a:pt x="94" y="145"/>
                </a:lnTo>
                <a:lnTo>
                  <a:pt x="95" y="145"/>
                </a:lnTo>
                <a:lnTo>
                  <a:pt x="94" y="146"/>
                </a:lnTo>
                <a:lnTo>
                  <a:pt x="91" y="146"/>
                </a:lnTo>
                <a:lnTo>
                  <a:pt x="88" y="145"/>
                </a:lnTo>
                <a:lnTo>
                  <a:pt x="87" y="145"/>
                </a:lnTo>
                <a:lnTo>
                  <a:pt x="86" y="144"/>
                </a:lnTo>
                <a:lnTo>
                  <a:pt x="85" y="144"/>
                </a:lnTo>
                <a:lnTo>
                  <a:pt x="85" y="145"/>
                </a:lnTo>
                <a:lnTo>
                  <a:pt x="84" y="145"/>
                </a:lnTo>
                <a:lnTo>
                  <a:pt x="83" y="147"/>
                </a:lnTo>
                <a:lnTo>
                  <a:pt x="82" y="147"/>
                </a:lnTo>
                <a:lnTo>
                  <a:pt x="82" y="148"/>
                </a:lnTo>
                <a:lnTo>
                  <a:pt x="81" y="149"/>
                </a:lnTo>
                <a:lnTo>
                  <a:pt x="81" y="150"/>
                </a:lnTo>
                <a:lnTo>
                  <a:pt x="81" y="151"/>
                </a:lnTo>
                <a:lnTo>
                  <a:pt x="81" y="152"/>
                </a:lnTo>
                <a:lnTo>
                  <a:pt x="82" y="152"/>
                </a:lnTo>
                <a:lnTo>
                  <a:pt x="82" y="153"/>
                </a:lnTo>
                <a:lnTo>
                  <a:pt x="81" y="153"/>
                </a:lnTo>
                <a:lnTo>
                  <a:pt x="82" y="154"/>
                </a:lnTo>
                <a:lnTo>
                  <a:pt x="83" y="154"/>
                </a:lnTo>
                <a:lnTo>
                  <a:pt x="83" y="158"/>
                </a:lnTo>
                <a:lnTo>
                  <a:pt x="84" y="158"/>
                </a:lnTo>
                <a:lnTo>
                  <a:pt x="84" y="155"/>
                </a:lnTo>
                <a:lnTo>
                  <a:pt x="86" y="154"/>
                </a:lnTo>
                <a:lnTo>
                  <a:pt x="90" y="154"/>
                </a:lnTo>
                <a:lnTo>
                  <a:pt x="90" y="157"/>
                </a:lnTo>
                <a:lnTo>
                  <a:pt x="92" y="157"/>
                </a:lnTo>
                <a:lnTo>
                  <a:pt x="92" y="154"/>
                </a:lnTo>
                <a:lnTo>
                  <a:pt x="93" y="154"/>
                </a:lnTo>
                <a:lnTo>
                  <a:pt x="93" y="163"/>
                </a:lnTo>
                <a:lnTo>
                  <a:pt x="83" y="163"/>
                </a:lnTo>
                <a:lnTo>
                  <a:pt x="83" y="162"/>
                </a:lnTo>
                <a:lnTo>
                  <a:pt x="80" y="162"/>
                </a:lnTo>
                <a:lnTo>
                  <a:pt x="80" y="163"/>
                </a:lnTo>
                <a:lnTo>
                  <a:pt x="80" y="164"/>
                </a:lnTo>
                <a:lnTo>
                  <a:pt x="81" y="164"/>
                </a:lnTo>
                <a:lnTo>
                  <a:pt x="81" y="166"/>
                </a:lnTo>
                <a:lnTo>
                  <a:pt x="82" y="166"/>
                </a:lnTo>
                <a:lnTo>
                  <a:pt x="82" y="167"/>
                </a:lnTo>
                <a:lnTo>
                  <a:pt x="82" y="168"/>
                </a:lnTo>
                <a:lnTo>
                  <a:pt x="80" y="168"/>
                </a:lnTo>
                <a:lnTo>
                  <a:pt x="80" y="169"/>
                </a:lnTo>
                <a:lnTo>
                  <a:pt x="79" y="169"/>
                </a:lnTo>
                <a:lnTo>
                  <a:pt x="78" y="169"/>
                </a:lnTo>
                <a:lnTo>
                  <a:pt x="77" y="168"/>
                </a:lnTo>
                <a:lnTo>
                  <a:pt x="76" y="168"/>
                </a:lnTo>
                <a:lnTo>
                  <a:pt x="77" y="168"/>
                </a:lnTo>
                <a:lnTo>
                  <a:pt x="76" y="169"/>
                </a:lnTo>
                <a:lnTo>
                  <a:pt x="75" y="170"/>
                </a:lnTo>
                <a:lnTo>
                  <a:pt x="74" y="169"/>
                </a:lnTo>
                <a:lnTo>
                  <a:pt x="75" y="169"/>
                </a:lnTo>
                <a:lnTo>
                  <a:pt x="74" y="169"/>
                </a:lnTo>
                <a:lnTo>
                  <a:pt x="74" y="168"/>
                </a:lnTo>
                <a:lnTo>
                  <a:pt x="74" y="169"/>
                </a:lnTo>
                <a:lnTo>
                  <a:pt x="73" y="168"/>
                </a:lnTo>
                <a:lnTo>
                  <a:pt x="72" y="168"/>
                </a:lnTo>
                <a:lnTo>
                  <a:pt x="71" y="168"/>
                </a:lnTo>
                <a:lnTo>
                  <a:pt x="71" y="169"/>
                </a:lnTo>
                <a:lnTo>
                  <a:pt x="70" y="169"/>
                </a:lnTo>
                <a:lnTo>
                  <a:pt x="69" y="169"/>
                </a:lnTo>
                <a:lnTo>
                  <a:pt x="68" y="169"/>
                </a:lnTo>
                <a:lnTo>
                  <a:pt x="67" y="169"/>
                </a:lnTo>
                <a:lnTo>
                  <a:pt x="67" y="170"/>
                </a:lnTo>
                <a:lnTo>
                  <a:pt x="66" y="170"/>
                </a:lnTo>
                <a:lnTo>
                  <a:pt x="65" y="170"/>
                </a:lnTo>
                <a:lnTo>
                  <a:pt x="65" y="171"/>
                </a:lnTo>
                <a:lnTo>
                  <a:pt x="64" y="170"/>
                </a:lnTo>
                <a:lnTo>
                  <a:pt x="64" y="171"/>
                </a:lnTo>
                <a:lnTo>
                  <a:pt x="63" y="172"/>
                </a:lnTo>
                <a:lnTo>
                  <a:pt x="63" y="173"/>
                </a:lnTo>
                <a:lnTo>
                  <a:pt x="62" y="173"/>
                </a:lnTo>
                <a:lnTo>
                  <a:pt x="61" y="173"/>
                </a:lnTo>
                <a:lnTo>
                  <a:pt x="61" y="172"/>
                </a:lnTo>
                <a:lnTo>
                  <a:pt x="60" y="172"/>
                </a:lnTo>
                <a:lnTo>
                  <a:pt x="59" y="172"/>
                </a:lnTo>
                <a:lnTo>
                  <a:pt x="60" y="173"/>
                </a:lnTo>
                <a:lnTo>
                  <a:pt x="59" y="173"/>
                </a:lnTo>
                <a:lnTo>
                  <a:pt x="59" y="174"/>
                </a:lnTo>
                <a:lnTo>
                  <a:pt x="58" y="173"/>
                </a:lnTo>
                <a:lnTo>
                  <a:pt x="57" y="173"/>
                </a:lnTo>
                <a:lnTo>
                  <a:pt x="56" y="174"/>
                </a:lnTo>
                <a:lnTo>
                  <a:pt x="55" y="174"/>
                </a:lnTo>
                <a:lnTo>
                  <a:pt x="55" y="173"/>
                </a:lnTo>
                <a:lnTo>
                  <a:pt x="54" y="173"/>
                </a:lnTo>
                <a:lnTo>
                  <a:pt x="54" y="174"/>
                </a:lnTo>
                <a:lnTo>
                  <a:pt x="53" y="174"/>
                </a:lnTo>
                <a:lnTo>
                  <a:pt x="52" y="174"/>
                </a:lnTo>
                <a:lnTo>
                  <a:pt x="51" y="174"/>
                </a:lnTo>
                <a:lnTo>
                  <a:pt x="50" y="174"/>
                </a:lnTo>
                <a:lnTo>
                  <a:pt x="50" y="173"/>
                </a:lnTo>
                <a:lnTo>
                  <a:pt x="49" y="173"/>
                </a:lnTo>
                <a:lnTo>
                  <a:pt x="49" y="172"/>
                </a:lnTo>
                <a:lnTo>
                  <a:pt x="51" y="172"/>
                </a:lnTo>
                <a:lnTo>
                  <a:pt x="51" y="171"/>
                </a:lnTo>
                <a:lnTo>
                  <a:pt x="50" y="171"/>
                </a:lnTo>
                <a:lnTo>
                  <a:pt x="50" y="172"/>
                </a:lnTo>
                <a:lnTo>
                  <a:pt x="49" y="172"/>
                </a:lnTo>
                <a:lnTo>
                  <a:pt x="49" y="171"/>
                </a:lnTo>
                <a:lnTo>
                  <a:pt x="49" y="170"/>
                </a:lnTo>
                <a:lnTo>
                  <a:pt x="50" y="170"/>
                </a:lnTo>
                <a:lnTo>
                  <a:pt x="51" y="170"/>
                </a:lnTo>
                <a:lnTo>
                  <a:pt x="51" y="169"/>
                </a:lnTo>
                <a:lnTo>
                  <a:pt x="51" y="168"/>
                </a:lnTo>
                <a:lnTo>
                  <a:pt x="50" y="168"/>
                </a:lnTo>
                <a:lnTo>
                  <a:pt x="49" y="168"/>
                </a:lnTo>
                <a:lnTo>
                  <a:pt x="47" y="168"/>
                </a:lnTo>
                <a:lnTo>
                  <a:pt x="47" y="167"/>
                </a:lnTo>
                <a:lnTo>
                  <a:pt x="49" y="167"/>
                </a:lnTo>
                <a:lnTo>
                  <a:pt x="47" y="167"/>
                </a:lnTo>
                <a:lnTo>
                  <a:pt x="47" y="166"/>
                </a:lnTo>
                <a:lnTo>
                  <a:pt x="47" y="165"/>
                </a:lnTo>
                <a:lnTo>
                  <a:pt x="46" y="165"/>
                </a:lnTo>
                <a:lnTo>
                  <a:pt x="46" y="166"/>
                </a:lnTo>
                <a:lnTo>
                  <a:pt x="45" y="167"/>
                </a:lnTo>
                <a:lnTo>
                  <a:pt x="45" y="168"/>
                </a:lnTo>
                <a:lnTo>
                  <a:pt x="44" y="168"/>
                </a:lnTo>
                <a:lnTo>
                  <a:pt x="43" y="168"/>
                </a:lnTo>
                <a:lnTo>
                  <a:pt x="42" y="168"/>
                </a:lnTo>
                <a:lnTo>
                  <a:pt x="41" y="168"/>
                </a:lnTo>
                <a:lnTo>
                  <a:pt x="40" y="168"/>
                </a:lnTo>
                <a:lnTo>
                  <a:pt x="40" y="169"/>
                </a:lnTo>
                <a:lnTo>
                  <a:pt x="39" y="169"/>
                </a:lnTo>
                <a:lnTo>
                  <a:pt x="39" y="170"/>
                </a:lnTo>
                <a:lnTo>
                  <a:pt x="38" y="170"/>
                </a:lnTo>
                <a:lnTo>
                  <a:pt x="37" y="170"/>
                </a:lnTo>
                <a:lnTo>
                  <a:pt x="37" y="171"/>
                </a:lnTo>
                <a:lnTo>
                  <a:pt x="36" y="171"/>
                </a:lnTo>
                <a:lnTo>
                  <a:pt x="35" y="171"/>
                </a:lnTo>
                <a:lnTo>
                  <a:pt x="35" y="170"/>
                </a:lnTo>
                <a:lnTo>
                  <a:pt x="34" y="170"/>
                </a:lnTo>
                <a:lnTo>
                  <a:pt x="34" y="169"/>
                </a:lnTo>
                <a:lnTo>
                  <a:pt x="33" y="169"/>
                </a:lnTo>
                <a:lnTo>
                  <a:pt x="33" y="168"/>
                </a:lnTo>
                <a:lnTo>
                  <a:pt x="32" y="166"/>
                </a:lnTo>
                <a:lnTo>
                  <a:pt x="31" y="166"/>
                </a:lnTo>
                <a:lnTo>
                  <a:pt x="31" y="165"/>
                </a:lnTo>
                <a:lnTo>
                  <a:pt x="31" y="164"/>
                </a:lnTo>
                <a:lnTo>
                  <a:pt x="32" y="164"/>
                </a:lnTo>
                <a:lnTo>
                  <a:pt x="31" y="164"/>
                </a:lnTo>
                <a:lnTo>
                  <a:pt x="32" y="162"/>
                </a:lnTo>
                <a:lnTo>
                  <a:pt x="33" y="162"/>
                </a:lnTo>
                <a:lnTo>
                  <a:pt x="31" y="161"/>
                </a:lnTo>
                <a:lnTo>
                  <a:pt x="31" y="160"/>
                </a:lnTo>
                <a:lnTo>
                  <a:pt x="30" y="160"/>
                </a:lnTo>
                <a:lnTo>
                  <a:pt x="30" y="161"/>
                </a:lnTo>
                <a:lnTo>
                  <a:pt x="30" y="160"/>
                </a:lnTo>
                <a:lnTo>
                  <a:pt x="31" y="159"/>
                </a:lnTo>
                <a:lnTo>
                  <a:pt x="30" y="159"/>
                </a:lnTo>
                <a:lnTo>
                  <a:pt x="28" y="159"/>
                </a:lnTo>
                <a:lnTo>
                  <a:pt x="28" y="160"/>
                </a:lnTo>
                <a:lnTo>
                  <a:pt x="28" y="161"/>
                </a:lnTo>
                <a:lnTo>
                  <a:pt x="27" y="161"/>
                </a:lnTo>
                <a:lnTo>
                  <a:pt x="26" y="160"/>
                </a:lnTo>
                <a:lnTo>
                  <a:pt x="23" y="161"/>
                </a:lnTo>
                <a:lnTo>
                  <a:pt x="22" y="161"/>
                </a:lnTo>
                <a:lnTo>
                  <a:pt x="21" y="161"/>
                </a:lnTo>
                <a:lnTo>
                  <a:pt x="20" y="161"/>
                </a:lnTo>
                <a:lnTo>
                  <a:pt x="20" y="162"/>
                </a:lnTo>
                <a:lnTo>
                  <a:pt x="19" y="162"/>
                </a:lnTo>
                <a:lnTo>
                  <a:pt x="19" y="161"/>
                </a:lnTo>
                <a:lnTo>
                  <a:pt x="18" y="161"/>
                </a:lnTo>
                <a:lnTo>
                  <a:pt x="17" y="162"/>
                </a:lnTo>
                <a:lnTo>
                  <a:pt x="15" y="162"/>
                </a:lnTo>
                <a:lnTo>
                  <a:pt x="15" y="161"/>
                </a:lnTo>
                <a:lnTo>
                  <a:pt x="15" y="160"/>
                </a:lnTo>
                <a:lnTo>
                  <a:pt x="15" y="159"/>
                </a:lnTo>
                <a:lnTo>
                  <a:pt x="15" y="158"/>
                </a:lnTo>
                <a:lnTo>
                  <a:pt x="14" y="158"/>
                </a:lnTo>
                <a:lnTo>
                  <a:pt x="14" y="157"/>
                </a:lnTo>
                <a:lnTo>
                  <a:pt x="15" y="157"/>
                </a:lnTo>
                <a:lnTo>
                  <a:pt x="15" y="155"/>
                </a:lnTo>
                <a:lnTo>
                  <a:pt x="14" y="155"/>
                </a:lnTo>
                <a:lnTo>
                  <a:pt x="13" y="155"/>
                </a:lnTo>
                <a:lnTo>
                  <a:pt x="12" y="155"/>
                </a:lnTo>
                <a:lnTo>
                  <a:pt x="11" y="155"/>
                </a:lnTo>
                <a:lnTo>
                  <a:pt x="10" y="155"/>
                </a:lnTo>
                <a:lnTo>
                  <a:pt x="9" y="155"/>
                </a:lnTo>
                <a:lnTo>
                  <a:pt x="8" y="155"/>
                </a:lnTo>
                <a:lnTo>
                  <a:pt x="8" y="156"/>
                </a:lnTo>
                <a:lnTo>
                  <a:pt x="7" y="156"/>
                </a:lnTo>
                <a:lnTo>
                  <a:pt x="7" y="155"/>
                </a:lnTo>
                <a:lnTo>
                  <a:pt x="6" y="155"/>
                </a:lnTo>
                <a:lnTo>
                  <a:pt x="5" y="155"/>
                </a:lnTo>
                <a:lnTo>
                  <a:pt x="5" y="154"/>
                </a:lnTo>
                <a:lnTo>
                  <a:pt x="4" y="154"/>
                </a:lnTo>
                <a:lnTo>
                  <a:pt x="4" y="153"/>
                </a:lnTo>
                <a:lnTo>
                  <a:pt x="4" y="152"/>
                </a:lnTo>
                <a:lnTo>
                  <a:pt x="4" y="151"/>
                </a:lnTo>
                <a:lnTo>
                  <a:pt x="3" y="151"/>
                </a:lnTo>
                <a:lnTo>
                  <a:pt x="3" y="150"/>
                </a:lnTo>
                <a:lnTo>
                  <a:pt x="4" y="150"/>
                </a:lnTo>
                <a:lnTo>
                  <a:pt x="4" y="149"/>
                </a:lnTo>
                <a:lnTo>
                  <a:pt x="3" y="149"/>
                </a:lnTo>
                <a:lnTo>
                  <a:pt x="3" y="148"/>
                </a:lnTo>
                <a:lnTo>
                  <a:pt x="4" y="148"/>
                </a:lnTo>
                <a:lnTo>
                  <a:pt x="4" y="147"/>
                </a:lnTo>
                <a:lnTo>
                  <a:pt x="4" y="146"/>
                </a:lnTo>
                <a:lnTo>
                  <a:pt x="3" y="146"/>
                </a:lnTo>
                <a:lnTo>
                  <a:pt x="3" y="145"/>
                </a:lnTo>
                <a:lnTo>
                  <a:pt x="4" y="145"/>
                </a:lnTo>
                <a:lnTo>
                  <a:pt x="4" y="144"/>
                </a:lnTo>
                <a:lnTo>
                  <a:pt x="2" y="144"/>
                </a:lnTo>
                <a:lnTo>
                  <a:pt x="1" y="144"/>
                </a:lnTo>
                <a:lnTo>
                  <a:pt x="2" y="144"/>
                </a:lnTo>
                <a:lnTo>
                  <a:pt x="2" y="143"/>
                </a:lnTo>
                <a:lnTo>
                  <a:pt x="1" y="142"/>
                </a:lnTo>
                <a:lnTo>
                  <a:pt x="1" y="139"/>
                </a:lnTo>
                <a:lnTo>
                  <a:pt x="0" y="139"/>
                </a:lnTo>
                <a:lnTo>
                  <a:pt x="0" y="136"/>
                </a:lnTo>
                <a:lnTo>
                  <a:pt x="0" y="135"/>
                </a:lnTo>
                <a:lnTo>
                  <a:pt x="1" y="135"/>
                </a:lnTo>
                <a:lnTo>
                  <a:pt x="1" y="134"/>
                </a:lnTo>
                <a:lnTo>
                  <a:pt x="1" y="133"/>
                </a:lnTo>
                <a:lnTo>
                  <a:pt x="2" y="132"/>
                </a:lnTo>
                <a:lnTo>
                  <a:pt x="2" y="131"/>
                </a:lnTo>
                <a:lnTo>
                  <a:pt x="3" y="131"/>
                </a:lnTo>
                <a:lnTo>
                  <a:pt x="3" y="130"/>
                </a:lnTo>
                <a:lnTo>
                  <a:pt x="4" y="130"/>
                </a:lnTo>
                <a:lnTo>
                  <a:pt x="4" y="129"/>
                </a:lnTo>
                <a:lnTo>
                  <a:pt x="4" y="128"/>
                </a:lnTo>
                <a:lnTo>
                  <a:pt x="4" y="127"/>
                </a:lnTo>
                <a:lnTo>
                  <a:pt x="5" y="127"/>
                </a:lnTo>
                <a:lnTo>
                  <a:pt x="5" y="126"/>
                </a:lnTo>
                <a:lnTo>
                  <a:pt x="4" y="125"/>
                </a:lnTo>
                <a:lnTo>
                  <a:pt x="4" y="124"/>
                </a:lnTo>
                <a:lnTo>
                  <a:pt x="5" y="124"/>
                </a:lnTo>
                <a:lnTo>
                  <a:pt x="6" y="124"/>
                </a:lnTo>
                <a:lnTo>
                  <a:pt x="7" y="124"/>
                </a:lnTo>
                <a:lnTo>
                  <a:pt x="7" y="123"/>
                </a:lnTo>
                <a:lnTo>
                  <a:pt x="8" y="123"/>
                </a:lnTo>
                <a:lnTo>
                  <a:pt x="7" y="123"/>
                </a:lnTo>
                <a:lnTo>
                  <a:pt x="7" y="124"/>
                </a:lnTo>
                <a:lnTo>
                  <a:pt x="8" y="123"/>
                </a:lnTo>
                <a:lnTo>
                  <a:pt x="9" y="124"/>
                </a:lnTo>
                <a:lnTo>
                  <a:pt x="10" y="124"/>
                </a:lnTo>
                <a:lnTo>
                  <a:pt x="11" y="124"/>
                </a:lnTo>
                <a:lnTo>
                  <a:pt x="12" y="124"/>
                </a:lnTo>
                <a:lnTo>
                  <a:pt x="12" y="123"/>
                </a:lnTo>
                <a:lnTo>
                  <a:pt x="12" y="124"/>
                </a:lnTo>
                <a:lnTo>
                  <a:pt x="14" y="124"/>
                </a:lnTo>
                <a:lnTo>
                  <a:pt x="15" y="123"/>
                </a:lnTo>
                <a:lnTo>
                  <a:pt x="15" y="122"/>
                </a:lnTo>
                <a:lnTo>
                  <a:pt x="16" y="122"/>
                </a:lnTo>
                <a:lnTo>
                  <a:pt x="16" y="121"/>
                </a:lnTo>
                <a:lnTo>
                  <a:pt x="17" y="120"/>
                </a:lnTo>
                <a:lnTo>
                  <a:pt x="18" y="120"/>
                </a:lnTo>
                <a:lnTo>
                  <a:pt x="18" y="118"/>
                </a:lnTo>
                <a:lnTo>
                  <a:pt x="19" y="118"/>
                </a:lnTo>
                <a:lnTo>
                  <a:pt x="19" y="117"/>
                </a:lnTo>
                <a:lnTo>
                  <a:pt x="20" y="117"/>
                </a:lnTo>
                <a:lnTo>
                  <a:pt x="19" y="117"/>
                </a:lnTo>
                <a:lnTo>
                  <a:pt x="19" y="116"/>
                </a:lnTo>
                <a:lnTo>
                  <a:pt x="20" y="116"/>
                </a:lnTo>
                <a:lnTo>
                  <a:pt x="19" y="116"/>
                </a:lnTo>
                <a:lnTo>
                  <a:pt x="19" y="115"/>
                </a:lnTo>
                <a:lnTo>
                  <a:pt x="19" y="114"/>
                </a:lnTo>
                <a:lnTo>
                  <a:pt x="18" y="114"/>
                </a:lnTo>
                <a:lnTo>
                  <a:pt x="18" y="113"/>
                </a:lnTo>
                <a:lnTo>
                  <a:pt x="17" y="113"/>
                </a:lnTo>
                <a:lnTo>
                  <a:pt x="15" y="113"/>
                </a:lnTo>
                <a:lnTo>
                  <a:pt x="14" y="113"/>
                </a:lnTo>
                <a:lnTo>
                  <a:pt x="14" y="112"/>
                </a:lnTo>
                <a:lnTo>
                  <a:pt x="14" y="111"/>
                </a:lnTo>
                <a:lnTo>
                  <a:pt x="14" y="110"/>
                </a:lnTo>
                <a:lnTo>
                  <a:pt x="14" y="108"/>
                </a:lnTo>
                <a:lnTo>
                  <a:pt x="13" y="107"/>
                </a:lnTo>
                <a:lnTo>
                  <a:pt x="14" y="107"/>
                </a:lnTo>
                <a:lnTo>
                  <a:pt x="15" y="107"/>
                </a:lnTo>
                <a:lnTo>
                  <a:pt x="15" y="105"/>
                </a:lnTo>
                <a:lnTo>
                  <a:pt x="16" y="105"/>
                </a:lnTo>
                <a:lnTo>
                  <a:pt x="16" y="106"/>
                </a:lnTo>
                <a:lnTo>
                  <a:pt x="17" y="106"/>
                </a:lnTo>
                <a:lnTo>
                  <a:pt x="17" y="105"/>
                </a:lnTo>
                <a:lnTo>
                  <a:pt x="16" y="105"/>
                </a:lnTo>
                <a:lnTo>
                  <a:pt x="16" y="104"/>
                </a:lnTo>
                <a:lnTo>
                  <a:pt x="15" y="104"/>
                </a:lnTo>
                <a:lnTo>
                  <a:pt x="15" y="103"/>
                </a:lnTo>
                <a:lnTo>
                  <a:pt x="15" y="102"/>
                </a:lnTo>
                <a:lnTo>
                  <a:pt x="15" y="101"/>
                </a:lnTo>
                <a:lnTo>
                  <a:pt x="15" y="100"/>
                </a:lnTo>
                <a:lnTo>
                  <a:pt x="15" y="99"/>
                </a:lnTo>
                <a:lnTo>
                  <a:pt x="15" y="98"/>
                </a:lnTo>
                <a:lnTo>
                  <a:pt x="16" y="98"/>
                </a:lnTo>
                <a:lnTo>
                  <a:pt x="16" y="97"/>
                </a:lnTo>
                <a:lnTo>
                  <a:pt x="16" y="96"/>
                </a:lnTo>
                <a:lnTo>
                  <a:pt x="16" y="95"/>
                </a:lnTo>
                <a:lnTo>
                  <a:pt x="16" y="94"/>
                </a:lnTo>
                <a:lnTo>
                  <a:pt x="15" y="94"/>
                </a:lnTo>
                <a:lnTo>
                  <a:pt x="15" y="93"/>
                </a:lnTo>
                <a:lnTo>
                  <a:pt x="15" y="92"/>
                </a:lnTo>
                <a:lnTo>
                  <a:pt x="14" y="92"/>
                </a:lnTo>
                <a:lnTo>
                  <a:pt x="14" y="93"/>
                </a:lnTo>
                <a:lnTo>
                  <a:pt x="13" y="94"/>
                </a:lnTo>
                <a:lnTo>
                  <a:pt x="12" y="94"/>
                </a:lnTo>
                <a:lnTo>
                  <a:pt x="11" y="94"/>
                </a:lnTo>
                <a:lnTo>
                  <a:pt x="11" y="93"/>
                </a:lnTo>
                <a:lnTo>
                  <a:pt x="10" y="93"/>
                </a:lnTo>
                <a:lnTo>
                  <a:pt x="11" y="93"/>
                </a:lnTo>
                <a:lnTo>
                  <a:pt x="11" y="92"/>
                </a:lnTo>
                <a:lnTo>
                  <a:pt x="12" y="92"/>
                </a:lnTo>
                <a:lnTo>
                  <a:pt x="12" y="91"/>
                </a:lnTo>
                <a:lnTo>
                  <a:pt x="11" y="92"/>
                </a:lnTo>
                <a:lnTo>
                  <a:pt x="10" y="91"/>
                </a:lnTo>
                <a:lnTo>
                  <a:pt x="11" y="91"/>
                </a:lnTo>
                <a:lnTo>
                  <a:pt x="12" y="91"/>
                </a:lnTo>
                <a:lnTo>
                  <a:pt x="12" y="90"/>
                </a:lnTo>
                <a:lnTo>
                  <a:pt x="12" y="89"/>
                </a:lnTo>
                <a:lnTo>
                  <a:pt x="12" y="88"/>
                </a:lnTo>
                <a:lnTo>
                  <a:pt x="12" y="87"/>
                </a:lnTo>
                <a:lnTo>
                  <a:pt x="13" y="87"/>
                </a:lnTo>
                <a:lnTo>
                  <a:pt x="13" y="86"/>
                </a:lnTo>
                <a:lnTo>
                  <a:pt x="14" y="86"/>
                </a:lnTo>
                <a:lnTo>
                  <a:pt x="14" y="85"/>
                </a:lnTo>
                <a:lnTo>
                  <a:pt x="15" y="85"/>
                </a:lnTo>
                <a:lnTo>
                  <a:pt x="15" y="84"/>
                </a:lnTo>
                <a:lnTo>
                  <a:pt x="14" y="84"/>
                </a:lnTo>
                <a:lnTo>
                  <a:pt x="13" y="84"/>
                </a:lnTo>
                <a:lnTo>
                  <a:pt x="12" y="84"/>
                </a:lnTo>
                <a:lnTo>
                  <a:pt x="11" y="84"/>
                </a:lnTo>
                <a:lnTo>
                  <a:pt x="11" y="83"/>
                </a:lnTo>
                <a:lnTo>
                  <a:pt x="10" y="83"/>
                </a:lnTo>
                <a:lnTo>
                  <a:pt x="9" y="83"/>
                </a:lnTo>
                <a:lnTo>
                  <a:pt x="8" y="83"/>
                </a:lnTo>
                <a:lnTo>
                  <a:pt x="8" y="82"/>
                </a:lnTo>
                <a:lnTo>
                  <a:pt x="7" y="81"/>
                </a:lnTo>
                <a:lnTo>
                  <a:pt x="8" y="80"/>
                </a:lnTo>
                <a:lnTo>
                  <a:pt x="9" y="80"/>
                </a:lnTo>
                <a:lnTo>
                  <a:pt x="10" y="80"/>
                </a:lnTo>
                <a:lnTo>
                  <a:pt x="10" y="79"/>
                </a:lnTo>
                <a:lnTo>
                  <a:pt x="10" y="78"/>
                </a:lnTo>
                <a:lnTo>
                  <a:pt x="10" y="77"/>
                </a:lnTo>
                <a:lnTo>
                  <a:pt x="11" y="77"/>
                </a:lnTo>
                <a:lnTo>
                  <a:pt x="11" y="76"/>
                </a:lnTo>
                <a:lnTo>
                  <a:pt x="11" y="75"/>
                </a:lnTo>
                <a:lnTo>
                  <a:pt x="11" y="74"/>
                </a:lnTo>
                <a:lnTo>
                  <a:pt x="10" y="74"/>
                </a:lnTo>
                <a:lnTo>
                  <a:pt x="10" y="75"/>
                </a:lnTo>
                <a:lnTo>
                  <a:pt x="9" y="75"/>
                </a:lnTo>
                <a:lnTo>
                  <a:pt x="9" y="74"/>
                </a:lnTo>
                <a:lnTo>
                  <a:pt x="8" y="73"/>
                </a:lnTo>
                <a:lnTo>
                  <a:pt x="7" y="73"/>
                </a:lnTo>
                <a:lnTo>
                  <a:pt x="7" y="72"/>
                </a:lnTo>
                <a:lnTo>
                  <a:pt x="8" y="72"/>
                </a:lnTo>
                <a:lnTo>
                  <a:pt x="8" y="71"/>
                </a:lnTo>
                <a:lnTo>
                  <a:pt x="9" y="71"/>
                </a:lnTo>
                <a:lnTo>
                  <a:pt x="9" y="70"/>
                </a:lnTo>
                <a:lnTo>
                  <a:pt x="9" y="69"/>
                </a:lnTo>
                <a:lnTo>
                  <a:pt x="8" y="68"/>
                </a:lnTo>
                <a:lnTo>
                  <a:pt x="9" y="68"/>
                </a:lnTo>
                <a:lnTo>
                  <a:pt x="9" y="67"/>
                </a:lnTo>
                <a:lnTo>
                  <a:pt x="8" y="67"/>
                </a:lnTo>
                <a:lnTo>
                  <a:pt x="9" y="67"/>
                </a:lnTo>
                <a:lnTo>
                  <a:pt x="10" y="67"/>
                </a:lnTo>
                <a:lnTo>
                  <a:pt x="10" y="66"/>
                </a:lnTo>
                <a:lnTo>
                  <a:pt x="11" y="66"/>
                </a:lnTo>
                <a:lnTo>
                  <a:pt x="12" y="65"/>
                </a:lnTo>
                <a:lnTo>
                  <a:pt x="11" y="65"/>
                </a:lnTo>
                <a:lnTo>
                  <a:pt x="11" y="64"/>
                </a:lnTo>
                <a:lnTo>
                  <a:pt x="11" y="63"/>
                </a:lnTo>
                <a:lnTo>
                  <a:pt x="12" y="63"/>
                </a:lnTo>
                <a:lnTo>
                  <a:pt x="12" y="62"/>
                </a:lnTo>
                <a:lnTo>
                  <a:pt x="13" y="62"/>
                </a:lnTo>
                <a:lnTo>
                  <a:pt x="13" y="61"/>
                </a:lnTo>
                <a:lnTo>
                  <a:pt x="14" y="61"/>
                </a:lnTo>
                <a:lnTo>
                  <a:pt x="14" y="60"/>
                </a:lnTo>
                <a:lnTo>
                  <a:pt x="15" y="60"/>
                </a:lnTo>
                <a:lnTo>
                  <a:pt x="16" y="60"/>
                </a:lnTo>
                <a:lnTo>
                  <a:pt x="17" y="60"/>
                </a:lnTo>
                <a:lnTo>
                  <a:pt x="18" y="60"/>
                </a:lnTo>
                <a:lnTo>
                  <a:pt x="18" y="59"/>
                </a:lnTo>
                <a:lnTo>
                  <a:pt x="19" y="58"/>
                </a:lnTo>
                <a:lnTo>
                  <a:pt x="19" y="57"/>
                </a:lnTo>
                <a:lnTo>
                  <a:pt x="21" y="57"/>
                </a:lnTo>
                <a:lnTo>
                  <a:pt x="22" y="57"/>
                </a:lnTo>
                <a:lnTo>
                  <a:pt x="22" y="58"/>
                </a:lnTo>
                <a:lnTo>
                  <a:pt x="21" y="59"/>
                </a:lnTo>
                <a:lnTo>
                  <a:pt x="22" y="59"/>
                </a:lnTo>
                <a:lnTo>
                  <a:pt x="22" y="60"/>
                </a:lnTo>
                <a:lnTo>
                  <a:pt x="23" y="60"/>
                </a:lnTo>
                <a:lnTo>
                  <a:pt x="23" y="61"/>
                </a:lnTo>
                <a:lnTo>
                  <a:pt x="22" y="61"/>
                </a:lnTo>
                <a:lnTo>
                  <a:pt x="22" y="62"/>
                </a:lnTo>
                <a:lnTo>
                  <a:pt x="23" y="62"/>
                </a:lnTo>
                <a:lnTo>
                  <a:pt x="23" y="63"/>
                </a:lnTo>
                <a:lnTo>
                  <a:pt x="24" y="63"/>
                </a:lnTo>
                <a:lnTo>
                  <a:pt x="24" y="64"/>
                </a:lnTo>
                <a:lnTo>
                  <a:pt x="25" y="64"/>
                </a:lnTo>
                <a:lnTo>
                  <a:pt x="26" y="63"/>
                </a:lnTo>
                <a:lnTo>
                  <a:pt x="27" y="63"/>
                </a:lnTo>
                <a:lnTo>
                  <a:pt x="28" y="62"/>
                </a:lnTo>
                <a:lnTo>
                  <a:pt x="29" y="62"/>
                </a:lnTo>
                <a:lnTo>
                  <a:pt x="30" y="63"/>
                </a:lnTo>
                <a:lnTo>
                  <a:pt x="32" y="63"/>
                </a:lnTo>
                <a:lnTo>
                  <a:pt x="33" y="64"/>
                </a:lnTo>
                <a:lnTo>
                  <a:pt x="35" y="64"/>
                </a:lnTo>
                <a:lnTo>
                  <a:pt x="36" y="65"/>
                </a:lnTo>
                <a:lnTo>
                  <a:pt x="37" y="65"/>
                </a:lnTo>
                <a:lnTo>
                  <a:pt x="37" y="66"/>
                </a:lnTo>
                <a:lnTo>
                  <a:pt x="38" y="66"/>
                </a:lnTo>
                <a:lnTo>
                  <a:pt x="39" y="66"/>
                </a:lnTo>
                <a:lnTo>
                  <a:pt x="40" y="65"/>
                </a:lnTo>
                <a:lnTo>
                  <a:pt x="41" y="64"/>
                </a:lnTo>
                <a:lnTo>
                  <a:pt x="42" y="64"/>
                </a:lnTo>
                <a:lnTo>
                  <a:pt x="42" y="63"/>
                </a:lnTo>
                <a:lnTo>
                  <a:pt x="41" y="62"/>
                </a:lnTo>
                <a:lnTo>
                  <a:pt x="41" y="61"/>
                </a:lnTo>
                <a:lnTo>
                  <a:pt x="42" y="60"/>
                </a:lnTo>
                <a:lnTo>
                  <a:pt x="42" y="59"/>
                </a:lnTo>
                <a:lnTo>
                  <a:pt x="42" y="58"/>
                </a:lnTo>
                <a:lnTo>
                  <a:pt x="42" y="57"/>
                </a:lnTo>
                <a:lnTo>
                  <a:pt x="42" y="56"/>
                </a:lnTo>
                <a:lnTo>
                  <a:pt x="41" y="56"/>
                </a:lnTo>
                <a:lnTo>
                  <a:pt x="42" y="56"/>
                </a:lnTo>
                <a:lnTo>
                  <a:pt x="42" y="55"/>
                </a:lnTo>
                <a:lnTo>
                  <a:pt x="41" y="55"/>
                </a:lnTo>
                <a:lnTo>
                  <a:pt x="41" y="56"/>
                </a:lnTo>
                <a:lnTo>
                  <a:pt x="41" y="55"/>
                </a:lnTo>
                <a:lnTo>
                  <a:pt x="40" y="55"/>
                </a:lnTo>
                <a:lnTo>
                  <a:pt x="40" y="54"/>
                </a:lnTo>
                <a:lnTo>
                  <a:pt x="41" y="54"/>
                </a:lnTo>
                <a:lnTo>
                  <a:pt x="41" y="53"/>
                </a:lnTo>
                <a:lnTo>
                  <a:pt x="41" y="52"/>
                </a:lnTo>
                <a:lnTo>
                  <a:pt x="42" y="52"/>
                </a:lnTo>
                <a:lnTo>
                  <a:pt x="43" y="52"/>
                </a:lnTo>
                <a:lnTo>
                  <a:pt x="44" y="52"/>
                </a:lnTo>
                <a:lnTo>
                  <a:pt x="44" y="51"/>
                </a:lnTo>
                <a:lnTo>
                  <a:pt x="45" y="51"/>
                </a:lnTo>
                <a:lnTo>
                  <a:pt x="44" y="50"/>
                </a:lnTo>
                <a:lnTo>
                  <a:pt x="43" y="49"/>
                </a:lnTo>
                <a:lnTo>
                  <a:pt x="43" y="48"/>
                </a:lnTo>
                <a:lnTo>
                  <a:pt x="42" y="48"/>
                </a:lnTo>
                <a:lnTo>
                  <a:pt x="42" y="47"/>
                </a:lnTo>
                <a:lnTo>
                  <a:pt x="41" y="47"/>
                </a:lnTo>
                <a:lnTo>
                  <a:pt x="41" y="48"/>
                </a:lnTo>
                <a:lnTo>
                  <a:pt x="41" y="46"/>
                </a:lnTo>
                <a:lnTo>
                  <a:pt x="41" y="45"/>
                </a:lnTo>
                <a:lnTo>
                  <a:pt x="40" y="45"/>
                </a:lnTo>
                <a:lnTo>
                  <a:pt x="41" y="45"/>
                </a:lnTo>
                <a:lnTo>
                  <a:pt x="42" y="45"/>
                </a:lnTo>
                <a:lnTo>
                  <a:pt x="41" y="45"/>
                </a:lnTo>
                <a:lnTo>
                  <a:pt x="42" y="45"/>
                </a:lnTo>
                <a:lnTo>
                  <a:pt x="43" y="43"/>
                </a:lnTo>
                <a:lnTo>
                  <a:pt x="44" y="43"/>
                </a:lnTo>
                <a:lnTo>
                  <a:pt x="44" y="45"/>
                </a:lnTo>
                <a:lnTo>
                  <a:pt x="44" y="43"/>
                </a:lnTo>
                <a:lnTo>
                  <a:pt x="45" y="43"/>
                </a:lnTo>
                <a:lnTo>
                  <a:pt x="46" y="43"/>
                </a:lnTo>
                <a:lnTo>
                  <a:pt x="47" y="43"/>
                </a:lnTo>
                <a:lnTo>
                  <a:pt x="49" y="43"/>
                </a:lnTo>
                <a:lnTo>
                  <a:pt x="50" y="43"/>
                </a:lnTo>
                <a:lnTo>
                  <a:pt x="51" y="43"/>
                </a:lnTo>
                <a:lnTo>
                  <a:pt x="50" y="43"/>
                </a:lnTo>
                <a:lnTo>
                  <a:pt x="50" y="42"/>
                </a:lnTo>
                <a:lnTo>
                  <a:pt x="51" y="42"/>
                </a:lnTo>
                <a:lnTo>
                  <a:pt x="50" y="41"/>
                </a:lnTo>
                <a:lnTo>
                  <a:pt x="50" y="40"/>
                </a:lnTo>
                <a:lnTo>
                  <a:pt x="49" y="40"/>
                </a:lnTo>
                <a:lnTo>
                  <a:pt x="47" y="40"/>
                </a:lnTo>
                <a:lnTo>
                  <a:pt x="47" y="41"/>
                </a:lnTo>
                <a:lnTo>
                  <a:pt x="46" y="40"/>
                </a:lnTo>
                <a:lnTo>
                  <a:pt x="45" y="40"/>
                </a:lnTo>
                <a:lnTo>
                  <a:pt x="44" y="40"/>
                </a:lnTo>
                <a:lnTo>
                  <a:pt x="43" y="39"/>
                </a:lnTo>
                <a:lnTo>
                  <a:pt x="43" y="40"/>
                </a:lnTo>
                <a:lnTo>
                  <a:pt x="43" y="39"/>
                </a:lnTo>
                <a:lnTo>
                  <a:pt x="42" y="39"/>
                </a:lnTo>
                <a:lnTo>
                  <a:pt x="41" y="39"/>
                </a:lnTo>
                <a:lnTo>
                  <a:pt x="42" y="39"/>
                </a:lnTo>
                <a:lnTo>
                  <a:pt x="42" y="38"/>
                </a:lnTo>
                <a:lnTo>
                  <a:pt x="42" y="39"/>
                </a:lnTo>
                <a:lnTo>
                  <a:pt x="41" y="39"/>
                </a:lnTo>
                <a:lnTo>
                  <a:pt x="41" y="38"/>
                </a:lnTo>
                <a:lnTo>
                  <a:pt x="40" y="38"/>
                </a:lnTo>
                <a:lnTo>
                  <a:pt x="41" y="37"/>
                </a:lnTo>
                <a:lnTo>
                  <a:pt x="40" y="36"/>
                </a:lnTo>
                <a:lnTo>
                  <a:pt x="41" y="35"/>
                </a:lnTo>
                <a:lnTo>
                  <a:pt x="40" y="35"/>
                </a:lnTo>
                <a:lnTo>
                  <a:pt x="39" y="35"/>
                </a:lnTo>
                <a:lnTo>
                  <a:pt x="39" y="34"/>
                </a:lnTo>
                <a:lnTo>
                  <a:pt x="40" y="32"/>
                </a:lnTo>
                <a:lnTo>
                  <a:pt x="41" y="32"/>
                </a:lnTo>
                <a:lnTo>
                  <a:pt x="40" y="32"/>
                </a:lnTo>
                <a:lnTo>
                  <a:pt x="40" y="31"/>
                </a:lnTo>
                <a:lnTo>
                  <a:pt x="41" y="31"/>
                </a:lnTo>
                <a:lnTo>
                  <a:pt x="41" y="30"/>
                </a:lnTo>
                <a:lnTo>
                  <a:pt x="41" y="29"/>
                </a:lnTo>
                <a:lnTo>
                  <a:pt x="42" y="29"/>
                </a:lnTo>
                <a:lnTo>
                  <a:pt x="42" y="30"/>
                </a:lnTo>
                <a:lnTo>
                  <a:pt x="43" y="29"/>
                </a:lnTo>
                <a:lnTo>
                  <a:pt x="42" y="28"/>
                </a:lnTo>
                <a:lnTo>
                  <a:pt x="43" y="28"/>
                </a:lnTo>
                <a:lnTo>
                  <a:pt x="44" y="27"/>
                </a:lnTo>
                <a:lnTo>
                  <a:pt x="44" y="26"/>
                </a:lnTo>
                <a:lnTo>
                  <a:pt x="44" y="25"/>
                </a:lnTo>
                <a:lnTo>
                  <a:pt x="44" y="24"/>
                </a:lnTo>
                <a:lnTo>
                  <a:pt x="43" y="23"/>
                </a:lnTo>
                <a:lnTo>
                  <a:pt x="43" y="22"/>
                </a:lnTo>
                <a:lnTo>
                  <a:pt x="43" y="21"/>
                </a:lnTo>
                <a:lnTo>
                  <a:pt x="43" y="20"/>
                </a:lnTo>
                <a:lnTo>
                  <a:pt x="43" y="19"/>
                </a:lnTo>
                <a:lnTo>
                  <a:pt x="44" y="19"/>
                </a:lnTo>
                <a:lnTo>
                  <a:pt x="45" y="19"/>
                </a:lnTo>
                <a:lnTo>
                  <a:pt x="46" y="19"/>
                </a:lnTo>
                <a:lnTo>
                  <a:pt x="47" y="19"/>
                </a:lnTo>
                <a:lnTo>
                  <a:pt x="46" y="18"/>
                </a:lnTo>
                <a:lnTo>
                  <a:pt x="45" y="17"/>
                </a:lnTo>
                <a:lnTo>
                  <a:pt x="46" y="17"/>
                </a:lnTo>
                <a:lnTo>
                  <a:pt x="46" y="16"/>
                </a:lnTo>
                <a:lnTo>
                  <a:pt x="45" y="16"/>
                </a:lnTo>
                <a:lnTo>
                  <a:pt x="47" y="16"/>
                </a:lnTo>
                <a:lnTo>
                  <a:pt x="47" y="15"/>
                </a:lnTo>
                <a:lnTo>
                  <a:pt x="49" y="14"/>
                </a:lnTo>
                <a:lnTo>
                  <a:pt x="50" y="14"/>
                </a:lnTo>
                <a:lnTo>
                  <a:pt x="51" y="14"/>
                </a:lnTo>
                <a:lnTo>
                  <a:pt x="52" y="14"/>
                </a:lnTo>
                <a:lnTo>
                  <a:pt x="53" y="13"/>
                </a:lnTo>
                <a:lnTo>
                  <a:pt x="54" y="13"/>
                </a:lnTo>
                <a:lnTo>
                  <a:pt x="54" y="14"/>
                </a:lnTo>
                <a:lnTo>
                  <a:pt x="54" y="13"/>
                </a:lnTo>
                <a:lnTo>
                  <a:pt x="55" y="13"/>
                </a:lnTo>
                <a:lnTo>
                  <a:pt x="55" y="12"/>
                </a:lnTo>
                <a:lnTo>
                  <a:pt x="55" y="11"/>
                </a:lnTo>
                <a:lnTo>
                  <a:pt x="57" y="11"/>
                </a:lnTo>
                <a:lnTo>
                  <a:pt x="57" y="12"/>
                </a:lnTo>
                <a:lnTo>
                  <a:pt x="59" y="12"/>
                </a:lnTo>
                <a:lnTo>
                  <a:pt x="59" y="11"/>
                </a:lnTo>
                <a:lnTo>
                  <a:pt x="60" y="11"/>
                </a:lnTo>
                <a:lnTo>
                  <a:pt x="59" y="11"/>
                </a:lnTo>
                <a:lnTo>
                  <a:pt x="60" y="10"/>
                </a:lnTo>
                <a:lnTo>
                  <a:pt x="59" y="9"/>
                </a:lnTo>
                <a:lnTo>
                  <a:pt x="59" y="8"/>
                </a:lnTo>
                <a:lnTo>
                  <a:pt x="61" y="8"/>
                </a:lnTo>
                <a:lnTo>
                  <a:pt x="62" y="8"/>
                </a:lnTo>
                <a:lnTo>
                  <a:pt x="63" y="8"/>
                </a:lnTo>
                <a:lnTo>
                  <a:pt x="64" y="7"/>
                </a:lnTo>
                <a:lnTo>
                  <a:pt x="64" y="6"/>
                </a:lnTo>
                <a:lnTo>
                  <a:pt x="63" y="6"/>
                </a:lnTo>
                <a:lnTo>
                  <a:pt x="62" y="6"/>
                </a:lnTo>
                <a:lnTo>
                  <a:pt x="62" y="7"/>
                </a:lnTo>
                <a:lnTo>
                  <a:pt x="62" y="6"/>
                </a:lnTo>
                <a:lnTo>
                  <a:pt x="62" y="5"/>
                </a:lnTo>
                <a:lnTo>
                  <a:pt x="63" y="5"/>
                </a:lnTo>
                <a:lnTo>
                  <a:pt x="62" y="4"/>
                </a:lnTo>
                <a:lnTo>
                  <a:pt x="61" y="4"/>
                </a:lnTo>
                <a:lnTo>
                  <a:pt x="61" y="3"/>
                </a:lnTo>
                <a:lnTo>
                  <a:pt x="62" y="3"/>
                </a:lnTo>
                <a:lnTo>
                  <a:pt x="63" y="3"/>
                </a:lnTo>
                <a:lnTo>
                  <a:pt x="63" y="2"/>
                </a:lnTo>
                <a:lnTo>
                  <a:pt x="64" y="2"/>
                </a:lnTo>
                <a:lnTo>
                  <a:pt x="65" y="1"/>
                </a:lnTo>
                <a:lnTo>
                  <a:pt x="65" y="0"/>
                </a:lnTo>
                <a:lnTo>
                  <a:pt x="66" y="0"/>
                </a:lnTo>
                <a:lnTo>
                  <a:pt x="67" y="0"/>
                </a:lnTo>
                <a:lnTo>
                  <a:pt x="68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04" name=""/>
          <p:cNvSpPr/>
          <p:nvPr/>
        </p:nvSpPr>
        <p:spPr>
          <a:xfrm>
            <a:off x="6926040" y="15516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3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2" y="3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05" name=""/>
          <p:cNvSpPr/>
          <p:nvPr/>
        </p:nvSpPr>
        <p:spPr>
          <a:xfrm>
            <a:off x="6924960" y="155052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1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5" y="2"/>
                </a:lnTo>
                <a:lnTo>
                  <a:pt x="3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06" name=""/>
          <p:cNvSpPr/>
          <p:nvPr/>
        </p:nvSpPr>
        <p:spPr>
          <a:xfrm>
            <a:off x="6751080" y="1423080"/>
            <a:ext cx="208080" cy="242280"/>
          </a:xfrm>
          <a:custGeom>
            <a:avLst/>
            <a:gdLst/>
            <a:ahLst/>
            <a:rect l="0" t="0" r="r" b="b"/>
            <a:pathLst>
              <a:path w="578" h="673">
                <a:moveTo>
                  <a:pt x="392" y="1"/>
                </a:moveTo>
                <a:lnTo>
                  <a:pt x="391" y="3"/>
                </a:lnTo>
                <a:lnTo>
                  <a:pt x="392" y="4"/>
                </a:lnTo>
                <a:lnTo>
                  <a:pt x="393" y="4"/>
                </a:lnTo>
                <a:lnTo>
                  <a:pt x="394" y="5"/>
                </a:lnTo>
                <a:lnTo>
                  <a:pt x="395" y="6"/>
                </a:lnTo>
                <a:lnTo>
                  <a:pt x="395" y="7"/>
                </a:lnTo>
                <a:lnTo>
                  <a:pt x="396" y="7"/>
                </a:lnTo>
                <a:lnTo>
                  <a:pt x="396" y="8"/>
                </a:lnTo>
                <a:lnTo>
                  <a:pt x="397" y="8"/>
                </a:lnTo>
                <a:lnTo>
                  <a:pt x="398" y="10"/>
                </a:lnTo>
                <a:lnTo>
                  <a:pt x="398" y="12"/>
                </a:lnTo>
                <a:lnTo>
                  <a:pt x="398" y="13"/>
                </a:lnTo>
                <a:lnTo>
                  <a:pt x="399" y="13"/>
                </a:lnTo>
                <a:lnTo>
                  <a:pt x="400" y="13"/>
                </a:lnTo>
                <a:lnTo>
                  <a:pt x="401" y="13"/>
                </a:lnTo>
                <a:lnTo>
                  <a:pt x="401" y="14"/>
                </a:lnTo>
                <a:lnTo>
                  <a:pt x="402" y="14"/>
                </a:lnTo>
                <a:lnTo>
                  <a:pt x="403" y="15"/>
                </a:lnTo>
                <a:lnTo>
                  <a:pt x="404" y="16"/>
                </a:lnTo>
                <a:lnTo>
                  <a:pt x="404" y="17"/>
                </a:lnTo>
                <a:lnTo>
                  <a:pt x="406" y="19"/>
                </a:lnTo>
                <a:lnTo>
                  <a:pt x="407" y="19"/>
                </a:lnTo>
                <a:lnTo>
                  <a:pt x="408" y="19"/>
                </a:lnTo>
                <a:lnTo>
                  <a:pt x="408" y="20"/>
                </a:lnTo>
                <a:lnTo>
                  <a:pt x="409" y="20"/>
                </a:lnTo>
                <a:lnTo>
                  <a:pt x="410" y="21"/>
                </a:lnTo>
                <a:lnTo>
                  <a:pt x="411" y="22"/>
                </a:lnTo>
                <a:lnTo>
                  <a:pt x="411" y="23"/>
                </a:lnTo>
                <a:lnTo>
                  <a:pt x="412" y="23"/>
                </a:lnTo>
                <a:lnTo>
                  <a:pt x="412" y="24"/>
                </a:lnTo>
                <a:lnTo>
                  <a:pt x="412" y="25"/>
                </a:lnTo>
                <a:lnTo>
                  <a:pt x="411" y="26"/>
                </a:lnTo>
                <a:lnTo>
                  <a:pt x="410" y="27"/>
                </a:lnTo>
                <a:lnTo>
                  <a:pt x="410" y="28"/>
                </a:lnTo>
                <a:lnTo>
                  <a:pt x="411" y="29"/>
                </a:lnTo>
                <a:lnTo>
                  <a:pt x="412" y="30"/>
                </a:lnTo>
                <a:lnTo>
                  <a:pt x="412" y="31"/>
                </a:lnTo>
                <a:lnTo>
                  <a:pt x="413" y="31"/>
                </a:lnTo>
                <a:lnTo>
                  <a:pt x="414" y="31"/>
                </a:lnTo>
                <a:lnTo>
                  <a:pt x="415" y="32"/>
                </a:lnTo>
                <a:lnTo>
                  <a:pt x="415" y="34"/>
                </a:lnTo>
                <a:lnTo>
                  <a:pt x="413" y="35"/>
                </a:lnTo>
                <a:lnTo>
                  <a:pt x="412" y="35"/>
                </a:lnTo>
                <a:lnTo>
                  <a:pt x="412" y="36"/>
                </a:lnTo>
                <a:lnTo>
                  <a:pt x="411" y="36"/>
                </a:lnTo>
                <a:lnTo>
                  <a:pt x="411" y="37"/>
                </a:lnTo>
                <a:lnTo>
                  <a:pt x="410" y="37"/>
                </a:lnTo>
                <a:lnTo>
                  <a:pt x="409" y="37"/>
                </a:lnTo>
                <a:lnTo>
                  <a:pt x="408" y="37"/>
                </a:lnTo>
                <a:lnTo>
                  <a:pt x="407" y="38"/>
                </a:lnTo>
                <a:lnTo>
                  <a:pt x="407" y="39"/>
                </a:lnTo>
                <a:lnTo>
                  <a:pt x="408" y="39"/>
                </a:lnTo>
                <a:lnTo>
                  <a:pt x="410" y="40"/>
                </a:lnTo>
                <a:lnTo>
                  <a:pt x="411" y="41"/>
                </a:lnTo>
                <a:lnTo>
                  <a:pt x="412" y="41"/>
                </a:lnTo>
                <a:lnTo>
                  <a:pt x="412" y="42"/>
                </a:lnTo>
                <a:lnTo>
                  <a:pt x="413" y="42"/>
                </a:lnTo>
                <a:lnTo>
                  <a:pt x="413" y="43"/>
                </a:lnTo>
                <a:lnTo>
                  <a:pt x="413" y="44"/>
                </a:lnTo>
                <a:lnTo>
                  <a:pt x="414" y="44"/>
                </a:lnTo>
                <a:lnTo>
                  <a:pt x="414" y="43"/>
                </a:lnTo>
                <a:lnTo>
                  <a:pt x="415" y="43"/>
                </a:lnTo>
                <a:lnTo>
                  <a:pt x="415" y="44"/>
                </a:lnTo>
                <a:lnTo>
                  <a:pt x="416" y="44"/>
                </a:lnTo>
                <a:lnTo>
                  <a:pt x="418" y="45"/>
                </a:lnTo>
                <a:lnTo>
                  <a:pt x="419" y="45"/>
                </a:lnTo>
                <a:lnTo>
                  <a:pt x="420" y="46"/>
                </a:lnTo>
                <a:lnTo>
                  <a:pt x="419" y="47"/>
                </a:lnTo>
                <a:lnTo>
                  <a:pt x="419" y="48"/>
                </a:lnTo>
                <a:lnTo>
                  <a:pt x="418" y="49"/>
                </a:lnTo>
                <a:lnTo>
                  <a:pt x="418" y="50"/>
                </a:lnTo>
                <a:lnTo>
                  <a:pt x="418" y="51"/>
                </a:lnTo>
                <a:lnTo>
                  <a:pt x="418" y="52"/>
                </a:lnTo>
                <a:lnTo>
                  <a:pt x="419" y="52"/>
                </a:lnTo>
                <a:lnTo>
                  <a:pt x="420" y="53"/>
                </a:lnTo>
                <a:lnTo>
                  <a:pt x="421" y="53"/>
                </a:lnTo>
                <a:lnTo>
                  <a:pt x="422" y="53"/>
                </a:lnTo>
                <a:lnTo>
                  <a:pt x="422" y="54"/>
                </a:lnTo>
                <a:lnTo>
                  <a:pt x="423" y="54"/>
                </a:lnTo>
                <a:lnTo>
                  <a:pt x="424" y="54"/>
                </a:lnTo>
                <a:lnTo>
                  <a:pt x="424" y="55"/>
                </a:lnTo>
                <a:lnTo>
                  <a:pt x="424" y="56"/>
                </a:lnTo>
                <a:lnTo>
                  <a:pt x="424" y="57"/>
                </a:lnTo>
                <a:lnTo>
                  <a:pt x="423" y="57"/>
                </a:lnTo>
                <a:lnTo>
                  <a:pt x="422" y="56"/>
                </a:lnTo>
                <a:lnTo>
                  <a:pt x="422" y="57"/>
                </a:lnTo>
                <a:lnTo>
                  <a:pt x="423" y="57"/>
                </a:lnTo>
                <a:lnTo>
                  <a:pt x="423" y="58"/>
                </a:lnTo>
                <a:lnTo>
                  <a:pt x="422" y="58"/>
                </a:lnTo>
                <a:lnTo>
                  <a:pt x="422" y="59"/>
                </a:lnTo>
                <a:lnTo>
                  <a:pt x="420" y="59"/>
                </a:lnTo>
                <a:lnTo>
                  <a:pt x="422" y="60"/>
                </a:lnTo>
                <a:lnTo>
                  <a:pt x="423" y="60"/>
                </a:lnTo>
                <a:lnTo>
                  <a:pt x="424" y="60"/>
                </a:lnTo>
                <a:lnTo>
                  <a:pt x="427" y="60"/>
                </a:lnTo>
                <a:lnTo>
                  <a:pt x="429" y="59"/>
                </a:lnTo>
                <a:lnTo>
                  <a:pt x="429" y="58"/>
                </a:lnTo>
                <a:lnTo>
                  <a:pt x="430" y="58"/>
                </a:lnTo>
                <a:lnTo>
                  <a:pt x="430" y="57"/>
                </a:lnTo>
                <a:lnTo>
                  <a:pt x="429" y="57"/>
                </a:lnTo>
                <a:lnTo>
                  <a:pt x="429" y="56"/>
                </a:lnTo>
                <a:lnTo>
                  <a:pt x="429" y="55"/>
                </a:lnTo>
                <a:lnTo>
                  <a:pt x="430" y="55"/>
                </a:lnTo>
                <a:lnTo>
                  <a:pt x="430" y="54"/>
                </a:lnTo>
                <a:lnTo>
                  <a:pt x="431" y="54"/>
                </a:lnTo>
                <a:lnTo>
                  <a:pt x="432" y="54"/>
                </a:lnTo>
                <a:lnTo>
                  <a:pt x="433" y="54"/>
                </a:lnTo>
                <a:lnTo>
                  <a:pt x="434" y="55"/>
                </a:lnTo>
                <a:lnTo>
                  <a:pt x="434" y="56"/>
                </a:lnTo>
                <a:lnTo>
                  <a:pt x="435" y="56"/>
                </a:lnTo>
                <a:lnTo>
                  <a:pt x="435" y="57"/>
                </a:lnTo>
                <a:lnTo>
                  <a:pt x="436" y="57"/>
                </a:lnTo>
                <a:lnTo>
                  <a:pt x="436" y="58"/>
                </a:lnTo>
                <a:lnTo>
                  <a:pt x="436" y="59"/>
                </a:lnTo>
                <a:lnTo>
                  <a:pt x="435" y="59"/>
                </a:lnTo>
                <a:lnTo>
                  <a:pt x="435" y="60"/>
                </a:lnTo>
                <a:lnTo>
                  <a:pt x="434" y="60"/>
                </a:lnTo>
                <a:lnTo>
                  <a:pt x="433" y="61"/>
                </a:lnTo>
                <a:lnTo>
                  <a:pt x="432" y="61"/>
                </a:lnTo>
                <a:lnTo>
                  <a:pt x="431" y="62"/>
                </a:lnTo>
                <a:lnTo>
                  <a:pt x="432" y="62"/>
                </a:lnTo>
                <a:lnTo>
                  <a:pt x="433" y="62"/>
                </a:lnTo>
                <a:lnTo>
                  <a:pt x="436" y="62"/>
                </a:lnTo>
                <a:lnTo>
                  <a:pt x="436" y="63"/>
                </a:lnTo>
                <a:lnTo>
                  <a:pt x="437" y="64"/>
                </a:lnTo>
                <a:lnTo>
                  <a:pt x="438" y="64"/>
                </a:lnTo>
                <a:lnTo>
                  <a:pt x="438" y="65"/>
                </a:lnTo>
                <a:lnTo>
                  <a:pt x="437" y="65"/>
                </a:lnTo>
                <a:lnTo>
                  <a:pt x="437" y="66"/>
                </a:lnTo>
                <a:lnTo>
                  <a:pt x="437" y="67"/>
                </a:lnTo>
                <a:lnTo>
                  <a:pt x="437" y="68"/>
                </a:lnTo>
                <a:lnTo>
                  <a:pt x="437" y="69"/>
                </a:lnTo>
                <a:lnTo>
                  <a:pt x="435" y="70"/>
                </a:lnTo>
                <a:lnTo>
                  <a:pt x="434" y="70"/>
                </a:lnTo>
                <a:lnTo>
                  <a:pt x="434" y="71"/>
                </a:lnTo>
                <a:lnTo>
                  <a:pt x="434" y="72"/>
                </a:lnTo>
                <a:lnTo>
                  <a:pt x="435" y="72"/>
                </a:lnTo>
                <a:lnTo>
                  <a:pt x="437" y="73"/>
                </a:lnTo>
                <a:lnTo>
                  <a:pt x="437" y="74"/>
                </a:lnTo>
                <a:lnTo>
                  <a:pt x="438" y="75"/>
                </a:lnTo>
                <a:lnTo>
                  <a:pt x="439" y="75"/>
                </a:lnTo>
                <a:lnTo>
                  <a:pt x="439" y="76"/>
                </a:lnTo>
                <a:lnTo>
                  <a:pt x="440" y="76"/>
                </a:lnTo>
                <a:lnTo>
                  <a:pt x="440" y="77"/>
                </a:lnTo>
                <a:lnTo>
                  <a:pt x="440" y="78"/>
                </a:lnTo>
                <a:lnTo>
                  <a:pt x="441" y="79"/>
                </a:lnTo>
                <a:lnTo>
                  <a:pt x="440" y="79"/>
                </a:lnTo>
                <a:lnTo>
                  <a:pt x="439" y="80"/>
                </a:lnTo>
                <a:lnTo>
                  <a:pt x="439" y="81"/>
                </a:lnTo>
                <a:lnTo>
                  <a:pt x="438" y="82"/>
                </a:lnTo>
                <a:lnTo>
                  <a:pt x="438" y="83"/>
                </a:lnTo>
                <a:lnTo>
                  <a:pt x="438" y="84"/>
                </a:lnTo>
                <a:lnTo>
                  <a:pt x="437" y="85"/>
                </a:lnTo>
                <a:lnTo>
                  <a:pt x="437" y="86"/>
                </a:lnTo>
                <a:lnTo>
                  <a:pt x="436" y="86"/>
                </a:lnTo>
                <a:lnTo>
                  <a:pt x="435" y="87"/>
                </a:lnTo>
                <a:lnTo>
                  <a:pt x="435" y="88"/>
                </a:lnTo>
                <a:lnTo>
                  <a:pt x="433" y="88"/>
                </a:lnTo>
                <a:lnTo>
                  <a:pt x="433" y="87"/>
                </a:lnTo>
                <a:lnTo>
                  <a:pt x="432" y="87"/>
                </a:lnTo>
                <a:lnTo>
                  <a:pt x="432" y="86"/>
                </a:lnTo>
                <a:lnTo>
                  <a:pt x="432" y="85"/>
                </a:lnTo>
                <a:lnTo>
                  <a:pt x="432" y="84"/>
                </a:lnTo>
                <a:lnTo>
                  <a:pt x="431" y="82"/>
                </a:lnTo>
                <a:lnTo>
                  <a:pt x="430" y="82"/>
                </a:lnTo>
                <a:lnTo>
                  <a:pt x="429" y="82"/>
                </a:lnTo>
                <a:lnTo>
                  <a:pt x="428" y="83"/>
                </a:lnTo>
                <a:lnTo>
                  <a:pt x="427" y="82"/>
                </a:lnTo>
                <a:lnTo>
                  <a:pt x="426" y="82"/>
                </a:lnTo>
                <a:lnTo>
                  <a:pt x="425" y="82"/>
                </a:lnTo>
                <a:lnTo>
                  <a:pt x="425" y="83"/>
                </a:lnTo>
                <a:lnTo>
                  <a:pt x="424" y="83"/>
                </a:lnTo>
                <a:lnTo>
                  <a:pt x="423" y="84"/>
                </a:lnTo>
                <a:lnTo>
                  <a:pt x="423" y="85"/>
                </a:lnTo>
                <a:lnTo>
                  <a:pt x="423" y="86"/>
                </a:lnTo>
                <a:lnTo>
                  <a:pt x="422" y="86"/>
                </a:lnTo>
                <a:lnTo>
                  <a:pt x="422" y="87"/>
                </a:lnTo>
                <a:lnTo>
                  <a:pt x="422" y="88"/>
                </a:lnTo>
                <a:lnTo>
                  <a:pt x="423" y="88"/>
                </a:lnTo>
                <a:lnTo>
                  <a:pt x="422" y="89"/>
                </a:lnTo>
                <a:lnTo>
                  <a:pt x="422" y="90"/>
                </a:lnTo>
                <a:lnTo>
                  <a:pt x="422" y="91"/>
                </a:lnTo>
                <a:lnTo>
                  <a:pt x="423" y="91"/>
                </a:lnTo>
                <a:lnTo>
                  <a:pt x="424" y="92"/>
                </a:lnTo>
                <a:lnTo>
                  <a:pt x="424" y="93"/>
                </a:lnTo>
                <a:lnTo>
                  <a:pt x="424" y="94"/>
                </a:lnTo>
                <a:lnTo>
                  <a:pt x="425" y="94"/>
                </a:lnTo>
                <a:lnTo>
                  <a:pt x="425" y="95"/>
                </a:lnTo>
                <a:lnTo>
                  <a:pt x="424" y="96"/>
                </a:lnTo>
                <a:lnTo>
                  <a:pt x="425" y="96"/>
                </a:lnTo>
                <a:lnTo>
                  <a:pt x="426" y="97"/>
                </a:lnTo>
                <a:lnTo>
                  <a:pt x="427" y="98"/>
                </a:lnTo>
                <a:lnTo>
                  <a:pt x="428" y="98"/>
                </a:lnTo>
                <a:lnTo>
                  <a:pt x="428" y="99"/>
                </a:lnTo>
                <a:lnTo>
                  <a:pt x="429" y="100"/>
                </a:lnTo>
                <a:lnTo>
                  <a:pt x="429" y="99"/>
                </a:lnTo>
                <a:lnTo>
                  <a:pt x="429" y="100"/>
                </a:lnTo>
                <a:lnTo>
                  <a:pt x="429" y="101"/>
                </a:lnTo>
                <a:lnTo>
                  <a:pt x="429" y="102"/>
                </a:lnTo>
                <a:lnTo>
                  <a:pt x="429" y="103"/>
                </a:lnTo>
                <a:lnTo>
                  <a:pt x="430" y="105"/>
                </a:lnTo>
                <a:lnTo>
                  <a:pt x="430" y="106"/>
                </a:lnTo>
                <a:lnTo>
                  <a:pt x="431" y="106"/>
                </a:lnTo>
                <a:lnTo>
                  <a:pt x="432" y="106"/>
                </a:lnTo>
                <a:lnTo>
                  <a:pt x="433" y="106"/>
                </a:lnTo>
                <a:lnTo>
                  <a:pt x="434" y="107"/>
                </a:lnTo>
                <a:lnTo>
                  <a:pt x="435" y="107"/>
                </a:lnTo>
                <a:lnTo>
                  <a:pt x="435" y="108"/>
                </a:lnTo>
                <a:lnTo>
                  <a:pt x="436" y="108"/>
                </a:lnTo>
                <a:lnTo>
                  <a:pt x="437" y="107"/>
                </a:lnTo>
                <a:lnTo>
                  <a:pt x="438" y="108"/>
                </a:lnTo>
                <a:lnTo>
                  <a:pt x="437" y="109"/>
                </a:lnTo>
                <a:lnTo>
                  <a:pt x="437" y="110"/>
                </a:lnTo>
                <a:lnTo>
                  <a:pt x="437" y="111"/>
                </a:lnTo>
                <a:lnTo>
                  <a:pt x="438" y="112"/>
                </a:lnTo>
                <a:lnTo>
                  <a:pt x="439" y="112"/>
                </a:lnTo>
                <a:lnTo>
                  <a:pt x="439" y="113"/>
                </a:lnTo>
                <a:lnTo>
                  <a:pt x="438" y="114"/>
                </a:lnTo>
                <a:lnTo>
                  <a:pt x="437" y="114"/>
                </a:lnTo>
                <a:lnTo>
                  <a:pt x="437" y="115"/>
                </a:lnTo>
                <a:lnTo>
                  <a:pt x="437" y="116"/>
                </a:lnTo>
                <a:lnTo>
                  <a:pt x="436" y="116"/>
                </a:lnTo>
                <a:lnTo>
                  <a:pt x="435" y="116"/>
                </a:lnTo>
                <a:lnTo>
                  <a:pt x="434" y="117"/>
                </a:lnTo>
                <a:lnTo>
                  <a:pt x="434" y="118"/>
                </a:lnTo>
                <a:lnTo>
                  <a:pt x="435" y="118"/>
                </a:lnTo>
                <a:lnTo>
                  <a:pt x="436" y="118"/>
                </a:lnTo>
                <a:lnTo>
                  <a:pt x="437" y="118"/>
                </a:lnTo>
                <a:lnTo>
                  <a:pt x="439" y="119"/>
                </a:lnTo>
                <a:lnTo>
                  <a:pt x="440" y="119"/>
                </a:lnTo>
                <a:lnTo>
                  <a:pt x="440" y="120"/>
                </a:lnTo>
                <a:lnTo>
                  <a:pt x="441" y="120"/>
                </a:lnTo>
                <a:lnTo>
                  <a:pt x="441" y="121"/>
                </a:lnTo>
                <a:lnTo>
                  <a:pt x="441" y="122"/>
                </a:lnTo>
                <a:lnTo>
                  <a:pt x="442" y="122"/>
                </a:lnTo>
                <a:lnTo>
                  <a:pt x="441" y="123"/>
                </a:lnTo>
                <a:lnTo>
                  <a:pt x="441" y="124"/>
                </a:lnTo>
                <a:lnTo>
                  <a:pt x="441" y="125"/>
                </a:lnTo>
                <a:lnTo>
                  <a:pt x="442" y="125"/>
                </a:lnTo>
                <a:lnTo>
                  <a:pt x="442" y="126"/>
                </a:lnTo>
                <a:lnTo>
                  <a:pt x="443" y="126"/>
                </a:lnTo>
                <a:lnTo>
                  <a:pt x="442" y="127"/>
                </a:lnTo>
                <a:lnTo>
                  <a:pt x="441" y="127"/>
                </a:lnTo>
                <a:lnTo>
                  <a:pt x="441" y="128"/>
                </a:lnTo>
                <a:lnTo>
                  <a:pt x="442" y="128"/>
                </a:lnTo>
                <a:lnTo>
                  <a:pt x="442" y="129"/>
                </a:lnTo>
                <a:lnTo>
                  <a:pt x="442" y="130"/>
                </a:lnTo>
                <a:lnTo>
                  <a:pt x="442" y="131"/>
                </a:lnTo>
                <a:lnTo>
                  <a:pt x="442" y="132"/>
                </a:lnTo>
                <a:lnTo>
                  <a:pt x="443" y="133"/>
                </a:lnTo>
                <a:lnTo>
                  <a:pt x="443" y="134"/>
                </a:lnTo>
                <a:lnTo>
                  <a:pt x="444" y="134"/>
                </a:lnTo>
                <a:lnTo>
                  <a:pt x="446" y="134"/>
                </a:lnTo>
                <a:lnTo>
                  <a:pt x="446" y="133"/>
                </a:lnTo>
                <a:lnTo>
                  <a:pt x="447" y="133"/>
                </a:lnTo>
                <a:lnTo>
                  <a:pt x="447" y="132"/>
                </a:lnTo>
                <a:lnTo>
                  <a:pt x="447" y="131"/>
                </a:lnTo>
                <a:lnTo>
                  <a:pt x="448" y="131"/>
                </a:lnTo>
                <a:lnTo>
                  <a:pt x="449" y="131"/>
                </a:lnTo>
                <a:lnTo>
                  <a:pt x="450" y="131"/>
                </a:lnTo>
                <a:lnTo>
                  <a:pt x="451" y="131"/>
                </a:lnTo>
                <a:lnTo>
                  <a:pt x="451" y="130"/>
                </a:lnTo>
                <a:lnTo>
                  <a:pt x="452" y="130"/>
                </a:lnTo>
                <a:lnTo>
                  <a:pt x="453" y="130"/>
                </a:lnTo>
                <a:lnTo>
                  <a:pt x="456" y="130"/>
                </a:lnTo>
                <a:lnTo>
                  <a:pt x="457" y="129"/>
                </a:lnTo>
                <a:lnTo>
                  <a:pt x="458" y="129"/>
                </a:lnTo>
                <a:lnTo>
                  <a:pt x="459" y="130"/>
                </a:lnTo>
                <a:lnTo>
                  <a:pt x="459" y="129"/>
                </a:lnTo>
                <a:lnTo>
                  <a:pt x="460" y="129"/>
                </a:lnTo>
                <a:lnTo>
                  <a:pt x="462" y="129"/>
                </a:lnTo>
                <a:lnTo>
                  <a:pt x="463" y="129"/>
                </a:lnTo>
                <a:lnTo>
                  <a:pt x="464" y="130"/>
                </a:lnTo>
                <a:lnTo>
                  <a:pt x="465" y="130"/>
                </a:lnTo>
                <a:lnTo>
                  <a:pt x="469" y="130"/>
                </a:lnTo>
                <a:lnTo>
                  <a:pt x="469" y="129"/>
                </a:lnTo>
                <a:lnTo>
                  <a:pt x="470" y="129"/>
                </a:lnTo>
                <a:lnTo>
                  <a:pt x="471" y="130"/>
                </a:lnTo>
                <a:lnTo>
                  <a:pt x="472" y="131"/>
                </a:lnTo>
                <a:lnTo>
                  <a:pt x="473" y="131"/>
                </a:lnTo>
                <a:lnTo>
                  <a:pt x="474" y="131"/>
                </a:lnTo>
                <a:lnTo>
                  <a:pt x="474" y="132"/>
                </a:lnTo>
                <a:lnTo>
                  <a:pt x="476" y="132"/>
                </a:lnTo>
                <a:lnTo>
                  <a:pt x="477" y="132"/>
                </a:lnTo>
                <a:lnTo>
                  <a:pt x="478" y="132"/>
                </a:lnTo>
                <a:lnTo>
                  <a:pt x="478" y="131"/>
                </a:lnTo>
                <a:lnTo>
                  <a:pt x="479" y="131"/>
                </a:lnTo>
                <a:lnTo>
                  <a:pt x="479" y="130"/>
                </a:lnTo>
                <a:lnTo>
                  <a:pt x="479" y="129"/>
                </a:lnTo>
                <a:lnTo>
                  <a:pt x="480" y="129"/>
                </a:lnTo>
                <a:lnTo>
                  <a:pt x="481" y="128"/>
                </a:lnTo>
                <a:lnTo>
                  <a:pt x="482" y="128"/>
                </a:lnTo>
                <a:lnTo>
                  <a:pt x="483" y="128"/>
                </a:lnTo>
                <a:lnTo>
                  <a:pt x="483" y="127"/>
                </a:lnTo>
                <a:lnTo>
                  <a:pt x="484" y="127"/>
                </a:lnTo>
                <a:lnTo>
                  <a:pt x="485" y="128"/>
                </a:lnTo>
                <a:lnTo>
                  <a:pt x="485" y="127"/>
                </a:lnTo>
                <a:lnTo>
                  <a:pt x="486" y="126"/>
                </a:lnTo>
                <a:lnTo>
                  <a:pt x="486" y="128"/>
                </a:lnTo>
                <a:lnTo>
                  <a:pt x="485" y="128"/>
                </a:lnTo>
                <a:lnTo>
                  <a:pt x="485" y="129"/>
                </a:lnTo>
                <a:lnTo>
                  <a:pt x="486" y="131"/>
                </a:lnTo>
                <a:lnTo>
                  <a:pt x="487" y="131"/>
                </a:lnTo>
                <a:lnTo>
                  <a:pt x="487" y="132"/>
                </a:lnTo>
                <a:lnTo>
                  <a:pt x="487" y="133"/>
                </a:lnTo>
                <a:lnTo>
                  <a:pt x="488" y="134"/>
                </a:lnTo>
                <a:lnTo>
                  <a:pt x="489" y="134"/>
                </a:lnTo>
                <a:lnTo>
                  <a:pt x="490" y="134"/>
                </a:lnTo>
                <a:lnTo>
                  <a:pt x="490" y="135"/>
                </a:lnTo>
                <a:lnTo>
                  <a:pt x="491" y="135"/>
                </a:lnTo>
                <a:lnTo>
                  <a:pt x="491" y="134"/>
                </a:lnTo>
                <a:lnTo>
                  <a:pt x="492" y="134"/>
                </a:lnTo>
                <a:lnTo>
                  <a:pt x="493" y="134"/>
                </a:lnTo>
                <a:lnTo>
                  <a:pt x="494" y="135"/>
                </a:lnTo>
                <a:lnTo>
                  <a:pt x="494" y="134"/>
                </a:lnTo>
                <a:lnTo>
                  <a:pt x="495" y="134"/>
                </a:lnTo>
                <a:lnTo>
                  <a:pt x="495" y="133"/>
                </a:lnTo>
                <a:lnTo>
                  <a:pt x="496" y="133"/>
                </a:lnTo>
                <a:lnTo>
                  <a:pt x="496" y="134"/>
                </a:lnTo>
                <a:lnTo>
                  <a:pt x="497" y="134"/>
                </a:lnTo>
                <a:lnTo>
                  <a:pt x="498" y="134"/>
                </a:lnTo>
                <a:lnTo>
                  <a:pt x="499" y="134"/>
                </a:lnTo>
                <a:lnTo>
                  <a:pt x="500" y="134"/>
                </a:lnTo>
                <a:lnTo>
                  <a:pt x="502" y="134"/>
                </a:lnTo>
                <a:lnTo>
                  <a:pt x="502" y="135"/>
                </a:lnTo>
                <a:lnTo>
                  <a:pt x="503" y="135"/>
                </a:lnTo>
                <a:lnTo>
                  <a:pt x="504" y="135"/>
                </a:lnTo>
                <a:lnTo>
                  <a:pt x="505" y="135"/>
                </a:lnTo>
                <a:lnTo>
                  <a:pt x="506" y="135"/>
                </a:lnTo>
                <a:lnTo>
                  <a:pt x="507" y="135"/>
                </a:lnTo>
                <a:lnTo>
                  <a:pt x="509" y="135"/>
                </a:lnTo>
                <a:lnTo>
                  <a:pt x="510" y="135"/>
                </a:lnTo>
                <a:lnTo>
                  <a:pt x="511" y="135"/>
                </a:lnTo>
                <a:lnTo>
                  <a:pt x="512" y="135"/>
                </a:lnTo>
                <a:lnTo>
                  <a:pt x="513" y="135"/>
                </a:lnTo>
                <a:lnTo>
                  <a:pt x="514" y="135"/>
                </a:lnTo>
                <a:lnTo>
                  <a:pt x="516" y="136"/>
                </a:lnTo>
                <a:lnTo>
                  <a:pt x="518" y="136"/>
                </a:lnTo>
                <a:lnTo>
                  <a:pt x="519" y="136"/>
                </a:lnTo>
                <a:lnTo>
                  <a:pt x="519" y="135"/>
                </a:lnTo>
                <a:lnTo>
                  <a:pt x="519" y="134"/>
                </a:lnTo>
                <a:lnTo>
                  <a:pt x="521" y="134"/>
                </a:lnTo>
                <a:lnTo>
                  <a:pt x="522" y="136"/>
                </a:lnTo>
                <a:lnTo>
                  <a:pt x="522" y="137"/>
                </a:lnTo>
                <a:lnTo>
                  <a:pt x="522" y="138"/>
                </a:lnTo>
                <a:lnTo>
                  <a:pt x="521" y="139"/>
                </a:lnTo>
                <a:lnTo>
                  <a:pt x="519" y="139"/>
                </a:lnTo>
                <a:lnTo>
                  <a:pt x="519" y="141"/>
                </a:lnTo>
                <a:lnTo>
                  <a:pt x="519" y="142"/>
                </a:lnTo>
                <a:lnTo>
                  <a:pt x="518" y="142"/>
                </a:lnTo>
                <a:lnTo>
                  <a:pt x="518" y="143"/>
                </a:lnTo>
                <a:lnTo>
                  <a:pt x="517" y="143"/>
                </a:lnTo>
                <a:lnTo>
                  <a:pt x="516" y="143"/>
                </a:lnTo>
                <a:lnTo>
                  <a:pt x="516" y="142"/>
                </a:lnTo>
                <a:lnTo>
                  <a:pt x="516" y="143"/>
                </a:lnTo>
                <a:lnTo>
                  <a:pt x="515" y="143"/>
                </a:lnTo>
                <a:lnTo>
                  <a:pt x="515" y="144"/>
                </a:lnTo>
                <a:lnTo>
                  <a:pt x="516" y="144"/>
                </a:lnTo>
                <a:lnTo>
                  <a:pt x="516" y="145"/>
                </a:lnTo>
                <a:lnTo>
                  <a:pt x="517" y="145"/>
                </a:lnTo>
                <a:lnTo>
                  <a:pt x="517" y="146"/>
                </a:lnTo>
                <a:lnTo>
                  <a:pt x="518" y="146"/>
                </a:lnTo>
                <a:lnTo>
                  <a:pt x="517" y="146"/>
                </a:lnTo>
                <a:lnTo>
                  <a:pt x="516" y="146"/>
                </a:lnTo>
                <a:lnTo>
                  <a:pt x="514" y="148"/>
                </a:lnTo>
                <a:lnTo>
                  <a:pt x="513" y="149"/>
                </a:lnTo>
                <a:lnTo>
                  <a:pt x="513" y="150"/>
                </a:lnTo>
                <a:lnTo>
                  <a:pt x="512" y="150"/>
                </a:lnTo>
                <a:lnTo>
                  <a:pt x="513" y="150"/>
                </a:lnTo>
                <a:lnTo>
                  <a:pt x="512" y="151"/>
                </a:lnTo>
                <a:lnTo>
                  <a:pt x="511" y="151"/>
                </a:lnTo>
                <a:lnTo>
                  <a:pt x="510" y="151"/>
                </a:lnTo>
                <a:lnTo>
                  <a:pt x="509" y="152"/>
                </a:lnTo>
                <a:lnTo>
                  <a:pt x="508" y="152"/>
                </a:lnTo>
                <a:lnTo>
                  <a:pt x="507" y="152"/>
                </a:lnTo>
                <a:lnTo>
                  <a:pt x="507" y="153"/>
                </a:lnTo>
                <a:lnTo>
                  <a:pt x="507" y="154"/>
                </a:lnTo>
                <a:lnTo>
                  <a:pt x="507" y="155"/>
                </a:lnTo>
                <a:lnTo>
                  <a:pt x="507" y="157"/>
                </a:lnTo>
                <a:lnTo>
                  <a:pt x="506" y="158"/>
                </a:lnTo>
                <a:lnTo>
                  <a:pt x="505" y="158"/>
                </a:lnTo>
                <a:lnTo>
                  <a:pt x="505" y="157"/>
                </a:lnTo>
                <a:lnTo>
                  <a:pt x="504" y="157"/>
                </a:lnTo>
                <a:lnTo>
                  <a:pt x="504" y="158"/>
                </a:lnTo>
                <a:lnTo>
                  <a:pt x="503" y="159"/>
                </a:lnTo>
                <a:lnTo>
                  <a:pt x="502" y="159"/>
                </a:lnTo>
                <a:lnTo>
                  <a:pt x="501" y="159"/>
                </a:lnTo>
                <a:lnTo>
                  <a:pt x="501" y="158"/>
                </a:lnTo>
                <a:lnTo>
                  <a:pt x="500" y="158"/>
                </a:lnTo>
                <a:lnTo>
                  <a:pt x="499" y="158"/>
                </a:lnTo>
                <a:lnTo>
                  <a:pt x="498" y="157"/>
                </a:lnTo>
                <a:lnTo>
                  <a:pt x="496" y="157"/>
                </a:lnTo>
                <a:lnTo>
                  <a:pt x="496" y="158"/>
                </a:lnTo>
                <a:lnTo>
                  <a:pt x="495" y="158"/>
                </a:lnTo>
                <a:lnTo>
                  <a:pt x="495" y="159"/>
                </a:lnTo>
                <a:lnTo>
                  <a:pt x="494" y="160"/>
                </a:lnTo>
                <a:lnTo>
                  <a:pt x="494" y="162"/>
                </a:lnTo>
                <a:lnTo>
                  <a:pt x="494" y="163"/>
                </a:lnTo>
                <a:lnTo>
                  <a:pt x="495" y="163"/>
                </a:lnTo>
                <a:lnTo>
                  <a:pt x="495" y="164"/>
                </a:lnTo>
                <a:lnTo>
                  <a:pt x="496" y="164"/>
                </a:lnTo>
                <a:lnTo>
                  <a:pt x="496" y="163"/>
                </a:lnTo>
                <a:lnTo>
                  <a:pt x="497" y="164"/>
                </a:lnTo>
                <a:lnTo>
                  <a:pt x="498" y="164"/>
                </a:lnTo>
                <a:lnTo>
                  <a:pt x="499" y="164"/>
                </a:lnTo>
                <a:lnTo>
                  <a:pt x="499" y="165"/>
                </a:lnTo>
                <a:lnTo>
                  <a:pt x="499" y="164"/>
                </a:lnTo>
                <a:lnTo>
                  <a:pt x="500" y="164"/>
                </a:lnTo>
                <a:lnTo>
                  <a:pt x="502" y="165"/>
                </a:lnTo>
                <a:lnTo>
                  <a:pt x="502" y="166"/>
                </a:lnTo>
                <a:lnTo>
                  <a:pt x="501" y="166"/>
                </a:lnTo>
                <a:lnTo>
                  <a:pt x="502" y="166"/>
                </a:lnTo>
                <a:lnTo>
                  <a:pt x="502" y="167"/>
                </a:lnTo>
                <a:lnTo>
                  <a:pt x="501" y="167"/>
                </a:lnTo>
                <a:lnTo>
                  <a:pt x="500" y="169"/>
                </a:lnTo>
                <a:lnTo>
                  <a:pt x="499" y="169"/>
                </a:lnTo>
                <a:lnTo>
                  <a:pt x="498" y="169"/>
                </a:lnTo>
                <a:lnTo>
                  <a:pt x="497" y="170"/>
                </a:lnTo>
                <a:lnTo>
                  <a:pt x="495" y="170"/>
                </a:lnTo>
                <a:lnTo>
                  <a:pt x="494" y="170"/>
                </a:lnTo>
                <a:lnTo>
                  <a:pt x="494" y="169"/>
                </a:lnTo>
                <a:lnTo>
                  <a:pt x="493" y="169"/>
                </a:lnTo>
                <a:lnTo>
                  <a:pt x="492" y="169"/>
                </a:lnTo>
                <a:lnTo>
                  <a:pt x="491" y="169"/>
                </a:lnTo>
                <a:lnTo>
                  <a:pt x="491" y="170"/>
                </a:lnTo>
                <a:lnTo>
                  <a:pt x="491" y="171"/>
                </a:lnTo>
                <a:lnTo>
                  <a:pt x="490" y="172"/>
                </a:lnTo>
                <a:lnTo>
                  <a:pt x="490" y="173"/>
                </a:lnTo>
                <a:lnTo>
                  <a:pt x="490" y="174"/>
                </a:lnTo>
                <a:lnTo>
                  <a:pt x="490" y="176"/>
                </a:lnTo>
                <a:lnTo>
                  <a:pt x="489" y="178"/>
                </a:lnTo>
                <a:lnTo>
                  <a:pt x="489" y="179"/>
                </a:lnTo>
                <a:lnTo>
                  <a:pt x="489" y="180"/>
                </a:lnTo>
                <a:lnTo>
                  <a:pt x="488" y="180"/>
                </a:lnTo>
                <a:lnTo>
                  <a:pt x="488" y="181"/>
                </a:lnTo>
                <a:lnTo>
                  <a:pt x="487" y="182"/>
                </a:lnTo>
                <a:lnTo>
                  <a:pt x="486" y="183"/>
                </a:lnTo>
                <a:lnTo>
                  <a:pt x="486" y="184"/>
                </a:lnTo>
                <a:lnTo>
                  <a:pt x="486" y="186"/>
                </a:lnTo>
                <a:lnTo>
                  <a:pt x="487" y="186"/>
                </a:lnTo>
                <a:lnTo>
                  <a:pt x="488" y="186"/>
                </a:lnTo>
                <a:lnTo>
                  <a:pt x="488" y="187"/>
                </a:lnTo>
                <a:lnTo>
                  <a:pt x="489" y="187"/>
                </a:lnTo>
                <a:lnTo>
                  <a:pt x="489" y="188"/>
                </a:lnTo>
                <a:lnTo>
                  <a:pt x="490" y="188"/>
                </a:lnTo>
                <a:lnTo>
                  <a:pt x="491" y="188"/>
                </a:lnTo>
                <a:lnTo>
                  <a:pt x="491" y="189"/>
                </a:lnTo>
                <a:lnTo>
                  <a:pt x="491" y="190"/>
                </a:lnTo>
                <a:lnTo>
                  <a:pt x="490" y="190"/>
                </a:lnTo>
                <a:lnTo>
                  <a:pt x="490" y="191"/>
                </a:lnTo>
                <a:lnTo>
                  <a:pt x="491" y="190"/>
                </a:lnTo>
                <a:lnTo>
                  <a:pt x="492" y="190"/>
                </a:lnTo>
                <a:lnTo>
                  <a:pt x="492" y="191"/>
                </a:lnTo>
                <a:lnTo>
                  <a:pt x="494" y="191"/>
                </a:lnTo>
                <a:lnTo>
                  <a:pt x="495" y="191"/>
                </a:lnTo>
                <a:lnTo>
                  <a:pt x="496" y="192"/>
                </a:lnTo>
                <a:lnTo>
                  <a:pt x="496" y="193"/>
                </a:lnTo>
                <a:lnTo>
                  <a:pt x="496" y="194"/>
                </a:lnTo>
                <a:lnTo>
                  <a:pt x="498" y="195"/>
                </a:lnTo>
                <a:lnTo>
                  <a:pt x="498" y="196"/>
                </a:lnTo>
                <a:lnTo>
                  <a:pt x="499" y="196"/>
                </a:lnTo>
                <a:lnTo>
                  <a:pt x="500" y="196"/>
                </a:lnTo>
                <a:lnTo>
                  <a:pt x="500" y="197"/>
                </a:lnTo>
                <a:lnTo>
                  <a:pt x="501" y="197"/>
                </a:lnTo>
                <a:lnTo>
                  <a:pt x="502" y="197"/>
                </a:lnTo>
                <a:lnTo>
                  <a:pt x="504" y="198"/>
                </a:lnTo>
                <a:lnTo>
                  <a:pt x="504" y="199"/>
                </a:lnTo>
                <a:lnTo>
                  <a:pt x="505" y="200"/>
                </a:lnTo>
                <a:lnTo>
                  <a:pt x="506" y="200"/>
                </a:lnTo>
                <a:lnTo>
                  <a:pt x="506" y="199"/>
                </a:lnTo>
                <a:lnTo>
                  <a:pt x="507" y="198"/>
                </a:lnTo>
                <a:lnTo>
                  <a:pt x="508" y="199"/>
                </a:lnTo>
                <a:lnTo>
                  <a:pt x="509" y="200"/>
                </a:lnTo>
                <a:lnTo>
                  <a:pt x="510" y="200"/>
                </a:lnTo>
                <a:lnTo>
                  <a:pt x="511" y="199"/>
                </a:lnTo>
                <a:lnTo>
                  <a:pt x="512" y="198"/>
                </a:lnTo>
                <a:lnTo>
                  <a:pt x="513" y="197"/>
                </a:lnTo>
                <a:lnTo>
                  <a:pt x="514" y="197"/>
                </a:lnTo>
                <a:lnTo>
                  <a:pt x="515" y="197"/>
                </a:lnTo>
                <a:lnTo>
                  <a:pt x="516" y="197"/>
                </a:lnTo>
                <a:lnTo>
                  <a:pt x="516" y="199"/>
                </a:lnTo>
                <a:lnTo>
                  <a:pt x="516" y="200"/>
                </a:lnTo>
                <a:lnTo>
                  <a:pt x="515" y="201"/>
                </a:lnTo>
                <a:lnTo>
                  <a:pt x="514" y="201"/>
                </a:lnTo>
                <a:lnTo>
                  <a:pt x="514" y="202"/>
                </a:lnTo>
                <a:lnTo>
                  <a:pt x="513" y="203"/>
                </a:lnTo>
                <a:lnTo>
                  <a:pt x="513" y="204"/>
                </a:lnTo>
                <a:lnTo>
                  <a:pt x="514" y="204"/>
                </a:lnTo>
                <a:lnTo>
                  <a:pt x="514" y="205"/>
                </a:lnTo>
                <a:lnTo>
                  <a:pt x="514" y="206"/>
                </a:lnTo>
                <a:lnTo>
                  <a:pt x="515" y="206"/>
                </a:lnTo>
                <a:lnTo>
                  <a:pt x="516" y="205"/>
                </a:lnTo>
                <a:lnTo>
                  <a:pt x="516" y="206"/>
                </a:lnTo>
                <a:lnTo>
                  <a:pt x="517" y="206"/>
                </a:lnTo>
                <a:lnTo>
                  <a:pt x="519" y="205"/>
                </a:lnTo>
                <a:lnTo>
                  <a:pt x="520" y="206"/>
                </a:lnTo>
                <a:lnTo>
                  <a:pt x="521" y="206"/>
                </a:lnTo>
                <a:lnTo>
                  <a:pt x="521" y="207"/>
                </a:lnTo>
                <a:lnTo>
                  <a:pt x="520" y="207"/>
                </a:lnTo>
                <a:lnTo>
                  <a:pt x="520" y="208"/>
                </a:lnTo>
                <a:lnTo>
                  <a:pt x="520" y="209"/>
                </a:lnTo>
                <a:lnTo>
                  <a:pt x="519" y="209"/>
                </a:lnTo>
                <a:lnTo>
                  <a:pt x="520" y="209"/>
                </a:lnTo>
                <a:lnTo>
                  <a:pt x="520" y="210"/>
                </a:lnTo>
                <a:lnTo>
                  <a:pt x="521" y="210"/>
                </a:lnTo>
                <a:lnTo>
                  <a:pt x="521" y="211"/>
                </a:lnTo>
                <a:lnTo>
                  <a:pt x="522" y="211"/>
                </a:lnTo>
                <a:lnTo>
                  <a:pt x="523" y="212"/>
                </a:lnTo>
                <a:lnTo>
                  <a:pt x="523" y="213"/>
                </a:lnTo>
                <a:lnTo>
                  <a:pt x="524" y="213"/>
                </a:lnTo>
                <a:lnTo>
                  <a:pt x="525" y="212"/>
                </a:lnTo>
                <a:lnTo>
                  <a:pt x="526" y="213"/>
                </a:lnTo>
                <a:lnTo>
                  <a:pt x="527" y="213"/>
                </a:lnTo>
                <a:lnTo>
                  <a:pt x="527" y="214"/>
                </a:lnTo>
                <a:lnTo>
                  <a:pt x="526" y="214"/>
                </a:lnTo>
                <a:lnTo>
                  <a:pt x="527" y="214"/>
                </a:lnTo>
                <a:lnTo>
                  <a:pt x="528" y="213"/>
                </a:lnTo>
                <a:lnTo>
                  <a:pt x="529" y="213"/>
                </a:lnTo>
                <a:lnTo>
                  <a:pt x="530" y="213"/>
                </a:lnTo>
                <a:lnTo>
                  <a:pt x="531" y="213"/>
                </a:lnTo>
                <a:lnTo>
                  <a:pt x="532" y="212"/>
                </a:lnTo>
                <a:lnTo>
                  <a:pt x="533" y="212"/>
                </a:lnTo>
                <a:lnTo>
                  <a:pt x="534" y="211"/>
                </a:lnTo>
                <a:lnTo>
                  <a:pt x="534" y="212"/>
                </a:lnTo>
                <a:lnTo>
                  <a:pt x="535" y="212"/>
                </a:lnTo>
                <a:lnTo>
                  <a:pt x="535" y="213"/>
                </a:lnTo>
                <a:lnTo>
                  <a:pt x="534" y="213"/>
                </a:lnTo>
                <a:lnTo>
                  <a:pt x="535" y="214"/>
                </a:lnTo>
                <a:lnTo>
                  <a:pt x="536" y="214"/>
                </a:lnTo>
                <a:lnTo>
                  <a:pt x="536" y="213"/>
                </a:lnTo>
                <a:lnTo>
                  <a:pt x="538" y="212"/>
                </a:lnTo>
                <a:lnTo>
                  <a:pt x="539" y="212"/>
                </a:lnTo>
                <a:lnTo>
                  <a:pt x="540" y="213"/>
                </a:lnTo>
                <a:lnTo>
                  <a:pt x="541" y="213"/>
                </a:lnTo>
                <a:lnTo>
                  <a:pt x="542" y="213"/>
                </a:lnTo>
                <a:lnTo>
                  <a:pt x="544" y="213"/>
                </a:lnTo>
                <a:lnTo>
                  <a:pt x="545" y="213"/>
                </a:lnTo>
                <a:lnTo>
                  <a:pt x="545" y="212"/>
                </a:lnTo>
                <a:lnTo>
                  <a:pt x="546" y="212"/>
                </a:lnTo>
                <a:lnTo>
                  <a:pt x="546" y="211"/>
                </a:lnTo>
                <a:lnTo>
                  <a:pt x="547" y="211"/>
                </a:lnTo>
                <a:lnTo>
                  <a:pt x="547" y="212"/>
                </a:lnTo>
                <a:lnTo>
                  <a:pt x="548" y="212"/>
                </a:lnTo>
                <a:lnTo>
                  <a:pt x="548" y="211"/>
                </a:lnTo>
                <a:lnTo>
                  <a:pt x="549" y="211"/>
                </a:lnTo>
                <a:lnTo>
                  <a:pt x="550" y="211"/>
                </a:lnTo>
                <a:lnTo>
                  <a:pt x="550" y="212"/>
                </a:lnTo>
                <a:lnTo>
                  <a:pt x="550" y="213"/>
                </a:lnTo>
                <a:lnTo>
                  <a:pt x="551" y="213"/>
                </a:lnTo>
                <a:lnTo>
                  <a:pt x="552" y="213"/>
                </a:lnTo>
                <a:lnTo>
                  <a:pt x="552" y="214"/>
                </a:lnTo>
                <a:lnTo>
                  <a:pt x="551" y="214"/>
                </a:lnTo>
                <a:lnTo>
                  <a:pt x="550" y="214"/>
                </a:lnTo>
                <a:lnTo>
                  <a:pt x="550" y="215"/>
                </a:lnTo>
                <a:lnTo>
                  <a:pt x="550" y="216"/>
                </a:lnTo>
                <a:lnTo>
                  <a:pt x="552" y="216"/>
                </a:lnTo>
                <a:lnTo>
                  <a:pt x="551" y="218"/>
                </a:lnTo>
                <a:lnTo>
                  <a:pt x="553" y="219"/>
                </a:lnTo>
                <a:lnTo>
                  <a:pt x="554" y="219"/>
                </a:lnTo>
                <a:lnTo>
                  <a:pt x="555" y="220"/>
                </a:lnTo>
                <a:lnTo>
                  <a:pt x="555" y="222"/>
                </a:lnTo>
                <a:lnTo>
                  <a:pt x="554" y="223"/>
                </a:lnTo>
                <a:lnTo>
                  <a:pt x="554" y="224"/>
                </a:lnTo>
                <a:lnTo>
                  <a:pt x="554" y="225"/>
                </a:lnTo>
                <a:lnTo>
                  <a:pt x="554" y="226"/>
                </a:lnTo>
                <a:lnTo>
                  <a:pt x="554" y="227"/>
                </a:lnTo>
                <a:lnTo>
                  <a:pt x="554" y="228"/>
                </a:lnTo>
                <a:lnTo>
                  <a:pt x="553" y="228"/>
                </a:lnTo>
                <a:lnTo>
                  <a:pt x="553" y="229"/>
                </a:lnTo>
                <a:lnTo>
                  <a:pt x="554" y="230"/>
                </a:lnTo>
                <a:lnTo>
                  <a:pt x="555" y="230"/>
                </a:lnTo>
                <a:lnTo>
                  <a:pt x="555" y="231"/>
                </a:lnTo>
                <a:lnTo>
                  <a:pt x="554" y="232"/>
                </a:lnTo>
                <a:lnTo>
                  <a:pt x="554" y="233"/>
                </a:lnTo>
                <a:lnTo>
                  <a:pt x="555" y="233"/>
                </a:lnTo>
                <a:lnTo>
                  <a:pt x="556" y="234"/>
                </a:lnTo>
                <a:lnTo>
                  <a:pt x="556" y="235"/>
                </a:lnTo>
                <a:lnTo>
                  <a:pt x="556" y="236"/>
                </a:lnTo>
                <a:lnTo>
                  <a:pt x="556" y="237"/>
                </a:lnTo>
                <a:lnTo>
                  <a:pt x="558" y="237"/>
                </a:lnTo>
                <a:lnTo>
                  <a:pt x="558" y="238"/>
                </a:lnTo>
                <a:lnTo>
                  <a:pt x="559" y="238"/>
                </a:lnTo>
                <a:lnTo>
                  <a:pt x="559" y="240"/>
                </a:lnTo>
                <a:lnTo>
                  <a:pt x="559" y="241"/>
                </a:lnTo>
                <a:lnTo>
                  <a:pt x="558" y="242"/>
                </a:lnTo>
                <a:lnTo>
                  <a:pt x="557" y="243"/>
                </a:lnTo>
                <a:lnTo>
                  <a:pt x="557" y="244"/>
                </a:lnTo>
                <a:lnTo>
                  <a:pt x="557" y="245"/>
                </a:lnTo>
                <a:lnTo>
                  <a:pt x="558" y="245"/>
                </a:lnTo>
                <a:lnTo>
                  <a:pt x="558" y="244"/>
                </a:lnTo>
                <a:lnTo>
                  <a:pt x="559" y="244"/>
                </a:lnTo>
                <a:lnTo>
                  <a:pt x="560" y="244"/>
                </a:lnTo>
                <a:lnTo>
                  <a:pt x="560" y="243"/>
                </a:lnTo>
                <a:lnTo>
                  <a:pt x="561" y="243"/>
                </a:lnTo>
                <a:lnTo>
                  <a:pt x="562" y="244"/>
                </a:lnTo>
                <a:lnTo>
                  <a:pt x="562" y="245"/>
                </a:lnTo>
                <a:lnTo>
                  <a:pt x="563" y="246"/>
                </a:lnTo>
                <a:lnTo>
                  <a:pt x="564" y="246"/>
                </a:lnTo>
                <a:lnTo>
                  <a:pt x="564" y="247"/>
                </a:lnTo>
                <a:lnTo>
                  <a:pt x="565" y="247"/>
                </a:lnTo>
                <a:lnTo>
                  <a:pt x="565" y="248"/>
                </a:lnTo>
                <a:lnTo>
                  <a:pt x="566" y="247"/>
                </a:lnTo>
                <a:lnTo>
                  <a:pt x="565" y="247"/>
                </a:lnTo>
                <a:lnTo>
                  <a:pt x="566" y="247"/>
                </a:lnTo>
                <a:lnTo>
                  <a:pt x="566" y="246"/>
                </a:lnTo>
                <a:lnTo>
                  <a:pt x="568" y="246"/>
                </a:lnTo>
                <a:lnTo>
                  <a:pt x="568" y="248"/>
                </a:lnTo>
                <a:lnTo>
                  <a:pt x="568" y="249"/>
                </a:lnTo>
                <a:lnTo>
                  <a:pt x="568" y="250"/>
                </a:lnTo>
                <a:lnTo>
                  <a:pt x="569" y="252"/>
                </a:lnTo>
                <a:lnTo>
                  <a:pt x="569" y="253"/>
                </a:lnTo>
                <a:lnTo>
                  <a:pt x="569" y="254"/>
                </a:lnTo>
                <a:lnTo>
                  <a:pt x="569" y="255"/>
                </a:lnTo>
                <a:lnTo>
                  <a:pt x="568" y="255"/>
                </a:lnTo>
                <a:lnTo>
                  <a:pt x="568" y="256"/>
                </a:lnTo>
                <a:lnTo>
                  <a:pt x="567" y="256"/>
                </a:lnTo>
                <a:lnTo>
                  <a:pt x="567" y="257"/>
                </a:lnTo>
                <a:lnTo>
                  <a:pt x="569" y="258"/>
                </a:lnTo>
                <a:lnTo>
                  <a:pt x="569" y="259"/>
                </a:lnTo>
                <a:lnTo>
                  <a:pt x="570" y="259"/>
                </a:lnTo>
                <a:lnTo>
                  <a:pt x="570" y="260"/>
                </a:lnTo>
                <a:lnTo>
                  <a:pt x="569" y="261"/>
                </a:lnTo>
                <a:lnTo>
                  <a:pt x="570" y="263"/>
                </a:lnTo>
                <a:lnTo>
                  <a:pt x="570" y="262"/>
                </a:lnTo>
                <a:lnTo>
                  <a:pt x="571" y="263"/>
                </a:lnTo>
                <a:lnTo>
                  <a:pt x="572" y="264"/>
                </a:lnTo>
                <a:lnTo>
                  <a:pt x="574" y="263"/>
                </a:lnTo>
                <a:lnTo>
                  <a:pt x="574" y="262"/>
                </a:lnTo>
                <a:lnTo>
                  <a:pt x="575" y="263"/>
                </a:lnTo>
                <a:lnTo>
                  <a:pt x="576" y="263"/>
                </a:lnTo>
                <a:lnTo>
                  <a:pt x="577" y="264"/>
                </a:lnTo>
                <a:lnTo>
                  <a:pt x="578" y="264"/>
                </a:lnTo>
                <a:lnTo>
                  <a:pt x="577" y="266"/>
                </a:lnTo>
                <a:lnTo>
                  <a:pt x="577" y="267"/>
                </a:lnTo>
                <a:lnTo>
                  <a:pt x="577" y="268"/>
                </a:lnTo>
                <a:lnTo>
                  <a:pt x="578" y="268"/>
                </a:lnTo>
                <a:lnTo>
                  <a:pt x="578" y="269"/>
                </a:lnTo>
                <a:lnTo>
                  <a:pt x="577" y="269"/>
                </a:lnTo>
                <a:lnTo>
                  <a:pt x="575" y="269"/>
                </a:lnTo>
                <a:lnTo>
                  <a:pt x="574" y="269"/>
                </a:lnTo>
                <a:lnTo>
                  <a:pt x="574" y="270"/>
                </a:lnTo>
                <a:lnTo>
                  <a:pt x="573" y="270"/>
                </a:lnTo>
                <a:lnTo>
                  <a:pt x="573" y="271"/>
                </a:lnTo>
                <a:lnTo>
                  <a:pt x="572" y="272"/>
                </a:lnTo>
                <a:lnTo>
                  <a:pt x="571" y="272"/>
                </a:lnTo>
                <a:lnTo>
                  <a:pt x="569" y="272"/>
                </a:lnTo>
                <a:lnTo>
                  <a:pt x="568" y="273"/>
                </a:lnTo>
                <a:lnTo>
                  <a:pt x="567" y="273"/>
                </a:lnTo>
                <a:lnTo>
                  <a:pt x="565" y="273"/>
                </a:lnTo>
                <a:lnTo>
                  <a:pt x="565" y="274"/>
                </a:lnTo>
                <a:lnTo>
                  <a:pt x="564" y="274"/>
                </a:lnTo>
                <a:lnTo>
                  <a:pt x="563" y="274"/>
                </a:lnTo>
                <a:lnTo>
                  <a:pt x="563" y="275"/>
                </a:lnTo>
                <a:lnTo>
                  <a:pt x="562" y="275"/>
                </a:lnTo>
                <a:lnTo>
                  <a:pt x="562" y="274"/>
                </a:lnTo>
                <a:lnTo>
                  <a:pt x="561" y="274"/>
                </a:lnTo>
                <a:lnTo>
                  <a:pt x="560" y="275"/>
                </a:lnTo>
                <a:lnTo>
                  <a:pt x="559" y="275"/>
                </a:lnTo>
                <a:lnTo>
                  <a:pt x="558" y="275"/>
                </a:lnTo>
                <a:lnTo>
                  <a:pt x="558" y="276"/>
                </a:lnTo>
                <a:lnTo>
                  <a:pt x="557" y="277"/>
                </a:lnTo>
                <a:lnTo>
                  <a:pt x="556" y="277"/>
                </a:lnTo>
                <a:lnTo>
                  <a:pt x="555" y="277"/>
                </a:lnTo>
                <a:lnTo>
                  <a:pt x="554" y="277"/>
                </a:lnTo>
                <a:lnTo>
                  <a:pt x="554" y="278"/>
                </a:lnTo>
                <a:lnTo>
                  <a:pt x="553" y="278"/>
                </a:lnTo>
                <a:lnTo>
                  <a:pt x="553" y="277"/>
                </a:lnTo>
                <a:lnTo>
                  <a:pt x="552" y="277"/>
                </a:lnTo>
                <a:lnTo>
                  <a:pt x="551" y="277"/>
                </a:lnTo>
                <a:lnTo>
                  <a:pt x="550" y="278"/>
                </a:lnTo>
                <a:lnTo>
                  <a:pt x="549" y="279"/>
                </a:lnTo>
                <a:lnTo>
                  <a:pt x="549" y="280"/>
                </a:lnTo>
                <a:lnTo>
                  <a:pt x="548" y="281"/>
                </a:lnTo>
                <a:lnTo>
                  <a:pt x="548" y="283"/>
                </a:lnTo>
                <a:lnTo>
                  <a:pt x="547" y="284"/>
                </a:lnTo>
                <a:lnTo>
                  <a:pt x="547" y="285"/>
                </a:lnTo>
                <a:lnTo>
                  <a:pt x="548" y="285"/>
                </a:lnTo>
                <a:lnTo>
                  <a:pt x="548" y="284"/>
                </a:lnTo>
                <a:lnTo>
                  <a:pt x="548" y="285"/>
                </a:lnTo>
                <a:lnTo>
                  <a:pt x="549" y="285"/>
                </a:lnTo>
                <a:lnTo>
                  <a:pt x="549" y="286"/>
                </a:lnTo>
                <a:lnTo>
                  <a:pt x="549" y="287"/>
                </a:lnTo>
                <a:lnTo>
                  <a:pt x="548" y="287"/>
                </a:lnTo>
                <a:lnTo>
                  <a:pt x="548" y="286"/>
                </a:lnTo>
                <a:lnTo>
                  <a:pt x="547" y="287"/>
                </a:lnTo>
                <a:lnTo>
                  <a:pt x="547" y="286"/>
                </a:lnTo>
                <a:lnTo>
                  <a:pt x="546" y="286"/>
                </a:lnTo>
                <a:lnTo>
                  <a:pt x="545" y="287"/>
                </a:lnTo>
                <a:lnTo>
                  <a:pt x="544" y="287"/>
                </a:lnTo>
                <a:lnTo>
                  <a:pt x="541" y="287"/>
                </a:lnTo>
                <a:lnTo>
                  <a:pt x="541" y="288"/>
                </a:lnTo>
                <a:lnTo>
                  <a:pt x="540" y="288"/>
                </a:lnTo>
                <a:lnTo>
                  <a:pt x="539" y="288"/>
                </a:lnTo>
                <a:lnTo>
                  <a:pt x="539" y="289"/>
                </a:lnTo>
                <a:lnTo>
                  <a:pt x="538" y="289"/>
                </a:lnTo>
                <a:lnTo>
                  <a:pt x="538" y="290"/>
                </a:lnTo>
                <a:lnTo>
                  <a:pt x="537" y="290"/>
                </a:lnTo>
                <a:lnTo>
                  <a:pt x="537" y="291"/>
                </a:lnTo>
                <a:lnTo>
                  <a:pt x="536" y="292"/>
                </a:lnTo>
                <a:lnTo>
                  <a:pt x="535" y="292"/>
                </a:lnTo>
                <a:lnTo>
                  <a:pt x="534" y="292"/>
                </a:lnTo>
                <a:lnTo>
                  <a:pt x="533" y="293"/>
                </a:lnTo>
                <a:lnTo>
                  <a:pt x="533" y="294"/>
                </a:lnTo>
                <a:lnTo>
                  <a:pt x="532" y="294"/>
                </a:lnTo>
                <a:lnTo>
                  <a:pt x="532" y="295"/>
                </a:lnTo>
                <a:lnTo>
                  <a:pt x="532" y="296"/>
                </a:lnTo>
                <a:lnTo>
                  <a:pt x="531" y="296"/>
                </a:lnTo>
                <a:lnTo>
                  <a:pt x="531" y="297"/>
                </a:lnTo>
                <a:lnTo>
                  <a:pt x="530" y="298"/>
                </a:lnTo>
                <a:lnTo>
                  <a:pt x="530" y="300"/>
                </a:lnTo>
                <a:lnTo>
                  <a:pt x="530" y="301"/>
                </a:lnTo>
                <a:lnTo>
                  <a:pt x="529" y="301"/>
                </a:lnTo>
                <a:lnTo>
                  <a:pt x="529" y="302"/>
                </a:lnTo>
                <a:lnTo>
                  <a:pt x="529" y="303"/>
                </a:lnTo>
                <a:lnTo>
                  <a:pt x="528" y="305"/>
                </a:lnTo>
                <a:lnTo>
                  <a:pt x="528" y="306"/>
                </a:lnTo>
                <a:lnTo>
                  <a:pt x="527" y="308"/>
                </a:lnTo>
                <a:lnTo>
                  <a:pt x="526" y="310"/>
                </a:lnTo>
                <a:lnTo>
                  <a:pt x="526" y="311"/>
                </a:lnTo>
                <a:lnTo>
                  <a:pt x="526" y="312"/>
                </a:lnTo>
                <a:lnTo>
                  <a:pt x="525" y="312"/>
                </a:lnTo>
                <a:lnTo>
                  <a:pt x="525" y="313"/>
                </a:lnTo>
                <a:lnTo>
                  <a:pt x="524" y="314"/>
                </a:lnTo>
                <a:lnTo>
                  <a:pt x="524" y="315"/>
                </a:lnTo>
                <a:lnTo>
                  <a:pt x="524" y="316"/>
                </a:lnTo>
                <a:lnTo>
                  <a:pt x="523" y="318"/>
                </a:lnTo>
                <a:lnTo>
                  <a:pt x="523" y="320"/>
                </a:lnTo>
                <a:lnTo>
                  <a:pt x="524" y="320"/>
                </a:lnTo>
                <a:lnTo>
                  <a:pt x="525" y="320"/>
                </a:lnTo>
                <a:lnTo>
                  <a:pt x="526" y="321"/>
                </a:lnTo>
                <a:lnTo>
                  <a:pt x="527" y="322"/>
                </a:lnTo>
                <a:lnTo>
                  <a:pt x="527" y="323"/>
                </a:lnTo>
                <a:lnTo>
                  <a:pt x="528" y="325"/>
                </a:lnTo>
                <a:lnTo>
                  <a:pt x="527" y="326"/>
                </a:lnTo>
                <a:lnTo>
                  <a:pt x="526" y="326"/>
                </a:lnTo>
                <a:lnTo>
                  <a:pt x="526" y="327"/>
                </a:lnTo>
                <a:lnTo>
                  <a:pt x="526" y="326"/>
                </a:lnTo>
                <a:lnTo>
                  <a:pt x="527" y="326"/>
                </a:lnTo>
                <a:lnTo>
                  <a:pt x="528" y="326"/>
                </a:lnTo>
                <a:lnTo>
                  <a:pt x="528" y="327"/>
                </a:lnTo>
                <a:lnTo>
                  <a:pt x="527" y="328"/>
                </a:lnTo>
                <a:lnTo>
                  <a:pt x="526" y="328"/>
                </a:lnTo>
                <a:lnTo>
                  <a:pt x="526" y="329"/>
                </a:lnTo>
                <a:lnTo>
                  <a:pt x="526" y="330"/>
                </a:lnTo>
                <a:lnTo>
                  <a:pt x="525" y="330"/>
                </a:lnTo>
                <a:lnTo>
                  <a:pt x="525" y="331"/>
                </a:lnTo>
                <a:lnTo>
                  <a:pt x="524" y="331"/>
                </a:lnTo>
                <a:lnTo>
                  <a:pt x="525" y="331"/>
                </a:lnTo>
                <a:lnTo>
                  <a:pt x="524" y="332"/>
                </a:lnTo>
                <a:lnTo>
                  <a:pt x="523" y="332"/>
                </a:lnTo>
                <a:lnTo>
                  <a:pt x="523" y="333"/>
                </a:lnTo>
                <a:lnTo>
                  <a:pt x="522" y="333"/>
                </a:lnTo>
                <a:lnTo>
                  <a:pt x="521" y="333"/>
                </a:lnTo>
                <a:lnTo>
                  <a:pt x="520" y="333"/>
                </a:lnTo>
                <a:lnTo>
                  <a:pt x="519" y="334"/>
                </a:lnTo>
                <a:lnTo>
                  <a:pt x="519" y="333"/>
                </a:lnTo>
                <a:lnTo>
                  <a:pt x="518" y="332"/>
                </a:lnTo>
                <a:lnTo>
                  <a:pt x="517" y="333"/>
                </a:lnTo>
                <a:lnTo>
                  <a:pt x="517" y="332"/>
                </a:lnTo>
                <a:lnTo>
                  <a:pt x="517" y="333"/>
                </a:lnTo>
                <a:lnTo>
                  <a:pt x="516" y="333"/>
                </a:lnTo>
                <a:lnTo>
                  <a:pt x="516" y="334"/>
                </a:lnTo>
                <a:lnTo>
                  <a:pt x="515" y="335"/>
                </a:lnTo>
                <a:lnTo>
                  <a:pt x="515" y="336"/>
                </a:lnTo>
                <a:lnTo>
                  <a:pt x="514" y="336"/>
                </a:lnTo>
                <a:lnTo>
                  <a:pt x="513" y="338"/>
                </a:lnTo>
                <a:lnTo>
                  <a:pt x="512" y="339"/>
                </a:lnTo>
                <a:lnTo>
                  <a:pt x="512" y="340"/>
                </a:lnTo>
                <a:lnTo>
                  <a:pt x="511" y="341"/>
                </a:lnTo>
                <a:lnTo>
                  <a:pt x="510" y="342"/>
                </a:lnTo>
                <a:lnTo>
                  <a:pt x="509" y="342"/>
                </a:lnTo>
                <a:lnTo>
                  <a:pt x="508" y="344"/>
                </a:lnTo>
                <a:lnTo>
                  <a:pt x="509" y="345"/>
                </a:lnTo>
                <a:lnTo>
                  <a:pt x="509" y="346"/>
                </a:lnTo>
                <a:lnTo>
                  <a:pt x="507" y="347"/>
                </a:lnTo>
                <a:lnTo>
                  <a:pt x="506" y="347"/>
                </a:lnTo>
                <a:lnTo>
                  <a:pt x="505" y="348"/>
                </a:lnTo>
                <a:lnTo>
                  <a:pt x="503" y="350"/>
                </a:lnTo>
                <a:lnTo>
                  <a:pt x="503" y="351"/>
                </a:lnTo>
                <a:lnTo>
                  <a:pt x="504" y="351"/>
                </a:lnTo>
                <a:lnTo>
                  <a:pt x="503" y="351"/>
                </a:lnTo>
                <a:lnTo>
                  <a:pt x="503" y="352"/>
                </a:lnTo>
                <a:lnTo>
                  <a:pt x="503" y="351"/>
                </a:lnTo>
                <a:lnTo>
                  <a:pt x="502" y="351"/>
                </a:lnTo>
                <a:lnTo>
                  <a:pt x="500" y="352"/>
                </a:lnTo>
                <a:lnTo>
                  <a:pt x="499" y="352"/>
                </a:lnTo>
                <a:lnTo>
                  <a:pt x="499" y="351"/>
                </a:lnTo>
                <a:lnTo>
                  <a:pt x="498" y="352"/>
                </a:lnTo>
                <a:lnTo>
                  <a:pt x="499" y="352"/>
                </a:lnTo>
                <a:lnTo>
                  <a:pt x="498" y="352"/>
                </a:lnTo>
                <a:lnTo>
                  <a:pt x="498" y="353"/>
                </a:lnTo>
                <a:lnTo>
                  <a:pt x="497" y="354"/>
                </a:lnTo>
                <a:lnTo>
                  <a:pt x="496" y="354"/>
                </a:lnTo>
                <a:lnTo>
                  <a:pt x="495" y="355"/>
                </a:lnTo>
                <a:lnTo>
                  <a:pt x="494" y="356"/>
                </a:lnTo>
                <a:lnTo>
                  <a:pt x="493" y="357"/>
                </a:lnTo>
                <a:lnTo>
                  <a:pt x="492" y="357"/>
                </a:lnTo>
                <a:lnTo>
                  <a:pt x="491" y="358"/>
                </a:lnTo>
                <a:lnTo>
                  <a:pt x="490" y="358"/>
                </a:lnTo>
                <a:lnTo>
                  <a:pt x="490" y="357"/>
                </a:lnTo>
                <a:lnTo>
                  <a:pt x="491" y="355"/>
                </a:lnTo>
                <a:lnTo>
                  <a:pt x="492" y="354"/>
                </a:lnTo>
                <a:lnTo>
                  <a:pt x="495" y="353"/>
                </a:lnTo>
                <a:lnTo>
                  <a:pt x="496" y="352"/>
                </a:lnTo>
                <a:lnTo>
                  <a:pt x="497" y="351"/>
                </a:lnTo>
                <a:lnTo>
                  <a:pt x="498" y="351"/>
                </a:lnTo>
                <a:lnTo>
                  <a:pt x="499" y="351"/>
                </a:lnTo>
                <a:lnTo>
                  <a:pt x="499" y="350"/>
                </a:lnTo>
                <a:lnTo>
                  <a:pt x="497" y="351"/>
                </a:lnTo>
                <a:lnTo>
                  <a:pt x="496" y="351"/>
                </a:lnTo>
                <a:lnTo>
                  <a:pt x="495" y="351"/>
                </a:lnTo>
                <a:lnTo>
                  <a:pt x="494" y="352"/>
                </a:lnTo>
                <a:lnTo>
                  <a:pt x="494" y="351"/>
                </a:lnTo>
                <a:lnTo>
                  <a:pt x="494" y="352"/>
                </a:lnTo>
                <a:lnTo>
                  <a:pt x="492" y="352"/>
                </a:lnTo>
                <a:lnTo>
                  <a:pt x="492" y="353"/>
                </a:lnTo>
                <a:lnTo>
                  <a:pt x="491" y="353"/>
                </a:lnTo>
                <a:lnTo>
                  <a:pt x="490" y="353"/>
                </a:lnTo>
                <a:lnTo>
                  <a:pt x="489" y="354"/>
                </a:lnTo>
                <a:lnTo>
                  <a:pt x="488" y="354"/>
                </a:lnTo>
                <a:lnTo>
                  <a:pt x="488" y="353"/>
                </a:lnTo>
                <a:lnTo>
                  <a:pt x="487" y="353"/>
                </a:lnTo>
                <a:lnTo>
                  <a:pt x="487" y="352"/>
                </a:lnTo>
                <a:lnTo>
                  <a:pt x="488" y="352"/>
                </a:lnTo>
                <a:lnTo>
                  <a:pt x="488" y="351"/>
                </a:lnTo>
                <a:lnTo>
                  <a:pt x="487" y="351"/>
                </a:lnTo>
                <a:lnTo>
                  <a:pt x="487" y="350"/>
                </a:lnTo>
                <a:lnTo>
                  <a:pt x="487" y="349"/>
                </a:lnTo>
                <a:lnTo>
                  <a:pt x="487" y="348"/>
                </a:lnTo>
                <a:lnTo>
                  <a:pt x="487" y="351"/>
                </a:lnTo>
                <a:lnTo>
                  <a:pt x="488" y="351"/>
                </a:lnTo>
                <a:lnTo>
                  <a:pt x="488" y="352"/>
                </a:lnTo>
                <a:lnTo>
                  <a:pt x="487" y="351"/>
                </a:lnTo>
                <a:lnTo>
                  <a:pt x="487" y="352"/>
                </a:lnTo>
                <a:lnTo>
                  <a:pt x="487" y="353"/>
                </a:lnTo>
                <a:lnTo>
                  <a:pt x="486" y="353"/>
                </a:lnTo>
                <a:lnTo>
                  <a:pt x="486" y="354"/>
                </a:lnTo>
                <a:lnTo>
                  <a:pt x="485" y="354"/>
                </a:lnTo>
                <a:lnTo>
                  <a:pt x="484" y="354"/>
                </a:lnTo>
                <a:lnTo>
                  <a:pt x="483" y="355"/>
                </a:lnTo>
                <a:lnTo>
                  <a:pt x="483" y="356"/>
                </a:lnTo>
                <a:lnTo>
                  <a:pt x="482" y="356"/>
                </a:lnTo>
                <a:lnTo>
                  <a:pt x="481" y="356"/>
                </a:lnTo>
                <a:lnTo>
                  <a:pt x="480" y="356"/>
                </a:lnTo>
                <a:lnTo>
                  <a:pt x="478" y="356"/>
                </a:lnTo>
                <a:lnTo>
                  <a:pt x="475" y="356"/>
                </a:lnTo>
                <a:lnTo>
                  <a:pt x="474" y="355"/>
                </a:lnTo>
                <a:lnTo>
                  <a:pt x="473" y="356"/>
                </a:lnTo>
                <a:lnTo>
                  <a:pt x="473" y="355"/>
                </a:lnTo>
                <a:lnTo>
                  <a:pt x="472" y="355"/>
                </a:lnTo>
                <a:lnTo>
                  <a:pt x="471" y="354"/>
                </a:lnTo>
                <a:lnTo>
                  <a:pt x="470" y="354"/>
                </a:lnTo>
                <a:lnTo>
                  <a:pt x="469" y="354"/>
                </a:lnTo>
                <a:lnTo>
                  <a:pt x="467" y="354"/>
                </a:lnTo>
                <a:lnTo>
                  <a:pt x="466" y="354"/>
                </a:lnTo>
                <a:lnTo>
                  <a:pt x="465" y="354"/>
                </a:lnTo>
                <a:lnTo>
                  <a:pt x="466" y="354"/>
                </a:lnTo>
                <a:lnTo>
                  <a:pt x="465" y="354"/>
                </a:lnTo>
                <a:lnTo>
                  <a:pt x="464" y="354"/>
                </a:lnTo>
                <a:lnTo>
                  <a:pt x="463" y="355"/>
                </a:lnTo>
                <a:lnTo>
                  <a:pt x="462" y="355"/>
                </a:lnTo>
                <a:lnTo>
                  <a:pt x="461" y="355"/>
                </a:lnTo>
                <a:lnTo>
                  <a:pt x="460" y="355"/>
                </a:lnTo>
                <a:lnTo>
                  <a:pt x="459" y="355"/>
                </a:lnTo>
                <a:lnTo>
                  <a:pt x="458" y="354"/>
                </a:lnTo>
                <a:lnTo>
                  <a:pt x="458" y="355"/>
                </a:lnTo>
                <a:lnTo>
                  <a:pt x="459" y="355"/>
                </a:lnTo>
                <a:lnTo>
                  <a:pt x="460" y="356"/>
                </a:lnTo>
                <a:lnTo>
                  <a:pt x="462" y="358"/>
                </a:lnTo>
                <a:lnTo>
                  <a:pt x="462" y="359"/>
                </a:lnTo>
                <a:lnTo>
                  <a:pt x="461" y="359"/>
                </a:lnTo>
                <a:lnTo>
                  <a:pt x="460" y="359"/>
                </a:lnTo>
                <a:lnTo>
                  <a:pt x="458" y="358"/>
                </a:lnTo>
                <a:lnTo>
                  <a:pt x="458" y="359"/>
                </a:lnTo>
                <a:lnTo>
                  <a:pt x="459" y="359"/>
                </a:lnTo>
                <a:lnTo>
                  <a:pt x="459" y="360"/>
                </a:lnTo>
                <a:lnTo>
                  <a:pt x="459" y="361"/>
                </a:lnTo>
                <a:lnTo>
                  <a:pt x="455" y="359"/>
                </a:lnTo>
                <a:lnTo>
                  <a:pt x="455" y="360"/>
                </a:lnTo>
                <a:lnTo>
                  <a:pt x="456" y="361"/>
                </a:lnTo>
                <a:lnTo>
                  <a:pt x="456" y="362"/>
                </a:lnTo>
                <a:lnTo>
                  <a:pt x="455" y="362"/>
                </a:lnTo>
                <a:lnTo>
                  <a:pt x="453" y="361"/>
                </a:lnTo>
                <a:lnTo>
                  <a:pt x="452" y="361"/>
                </a:lnTo>
                <a:lnTo>
                  <a:pt x="452" y="362"/>
                </a:lnTo>
                <a:lnTo>
                  <a:pt x="453" y="362"/>
                </a:lnTo>
                <a:lnTo>
                  <a:pt x="453" y="364"/>
                </a:lnTo>
                <a:lnTo>
                  <a:pt x="453" y="365"/>
                </a:lnTo>
                <a:lnTo>
                  <a:pt x="454" y="365"/>
                </a:lnTo>
                <a:lnTo>
                  <a:pt x="457" y="365"/>
                </a:lnTo>
                <a:lnTo>
                  <a:pt x="458" y="366"/>
                </a:lnTo>
                <a:lnTo>
                  <a:pt x="458" y="367"/>
                </a:lnTo>
                <a:lnTo>
                  <a:pt x="459" y="368"/>
                </a:lnTo>
                <a:lnTo>
                  <a:pt x="460" y="369"/>
                </a:lnTo>
                <a:lnTo>
                  <a:pt x="460" y="370"/>
                </a:lnTo>
                <a:lnTo>
                  <a:pt x="461" y="371"/>
                </a:lnTo>
                <a:lnTo>
                  <a:pt x="462" y="370"/>
                </a:lnTo>
                <a:lnTo>
                  <a:pt x="463" y="369"/>
                </a:lnTo>
                <a:lnTo>
                  <a:pt x="465" y="367"/>
                </a:lnTo>
                <a:lnTo>
                  <a:pt x="466" y="366"/>
                </a:lnTo>
                <a:lnTo>
                  <a:pt x="467" y="365"/>
                </a:lnTo>
                <a:lnTo>
                  <a:pt x="466" y="364"/>
                </a:lnTo>
                <a:lnTo>
                  <a:pt x="466" y="363"/>
                </a:lnTo>
                <a:lnTo>
                  <a:pt x="467" y="362"/>
                </a:lnTo>
                <a:lnTo>
                  <a:pt x="468" y="364"/>
                </a:lnTo>
                <a:lnTo>
                  <a:pt x="468" y="365"/>
                </a:lnTo>
                <a:lnTo>
                  <a:pt x="467" y="368"/>
                </a:lnTo>
                <a:lnTo>
                  <a:pt x="465" y="370"/>
                </a:lnTo>
                <a:lnTo>
                  <a:pt x="464" y="372"/>
                </a:lnTo>
                <a:lnTo>
                  <a:pt x="464" y="373"/>
                </a:lnTo>
                <a:lnTo>
                  <a:pt x="463" y="373"/>
                </a:lnTo>
                <a:lnTo>
                  <a:pt x="461" y="375"/>
                </a:lnTo>
                <a:lnTo>
                  <a:pt x="460" y="376"/>
                </a:lnTo>
                <a:lnTo>
                  <a:pt x="456" y="378"/>
                </a:lnTo>
                <a:lnTo>
                  <a:pt x="455" y="378"/>
                </a:lnTo>
                <a:lnTo>
                  <a:pt x="453" y="376"/>
                </a:lnTo>
                <a:lnTo>
                  <a:pt x="454" y="376"/>
                </a:lnTo>
                <a:lnTo>
                  <a:pt x="454" y="375"/>
                </a:lnTo>
                <a:lnTo>
                  <a:pt x="452" y="373"/>
                </a:lnTo>
                <a:lnTo>
                  <a:pt x="452" y="369"/>
                </a:lnTo>
                <a:lnTo>
                  <a:pt x="452" y="368"/>
                </a:lnTo>
                <a:lnTo>
                  <a:pt x="451" y="368"/>
                </a:lnTo>
                <a:lnTo>
                  <a:pt x="451" y="369"/>
                </a:lnTo>
                <a:lnTo>
                  <a:pt x="451" y="375"/>
                </a:lnTo>
                <a:lnTo>
                  <a:pt x="450" y="375"/>
                </a:lnTo>
                <a:lnTo>
                  <a:pt x="450" y="374"/>
                </a:lnTo>
                <a:lnTo>
                  <a:pt x="449" y="374"/>
                </a:lnTo>
                <a:lnTo>
                  <a:pt x="448" y="374"/>
                </a:lnTo>
                <a:lnTo>
                  <a:pt x="448" y="369"/>
                </a:lnTo>
                <a:lnTo>
                  <a:pt x="449" y="368"/>
                </a:lnTo>
                <a:lnTo>
                  <a:pt x="449" y="367"/>
                </a:lnTo>
                <a:lnTo>
                  <a:pt x="450" y="367"/>
                </a:lnTo>
                <a:lnTo>
                  <a:pt x="451" y="366"/>
                </a:lnTo>
                <a:lnTo>
                  <a:pt x="452" y="366"/>
                </a:lnTo>
                <a:lnTo>
                  <a:pt x="453" y="365"/>
                </a:lnTo>
                <a:lnTo>
                  <a:pt x="453" y="364"/>
                </a:lnTo>
                <a:lnTo>
                  <a:pt x="452" y="365"/>
                </a:lnTo>
                <a:lnTo>
                  <a:pt x="449" y="366"/>
                </a:lnTo>
                <a:lnTo>
                  <a:pt x="448" y="367"/>
                </a:lnTo>
                <a:lnTo>
                  <a:pt x="447" y="368"/>
                </a:lnTo>
                <a:lnTo>
                  <a:pt x="446" y="369"/>
                </a:lnTo>
                <a:lnTo>
                  <a:pt x="446" y="373"/>
                </a:lnTo>
                <a:lnTo>
                  <a:pt x="444" y="372"/>
                </a:lnTo>
                <a:lnTo>
                  <a:pt x="444" y="367"/>
                </a:lnTo>
                <a:lnTo>
                  <a:pt x="443" y="366"/>
                </a:lnTo>
                <a:lnTo>
                  <a:pt x="442" y="367"/>
                </a:lnTo>
                <a:lnTo>
                  <a:pt x="441" y="368"/>
                </a:lnTo>
                <a:lnTo>
                  <a:pt x="441" y="367"/>
                </a:lnTo>
                <a:lnTo>
                  <a:pt x="440" y="367"/>
                </a:lnTo>
                <a:lnTo>
                  <a:pt x="439" y="367"/>
                </a:lnTo>
                <a:lnTo>
                  <a:pt x="438" y="367"/>
                </a:lnTo>
                <a:lnTo>
                  <a:pt x="438" y="366"/>
                </a:lnTo>
                <a:lnTo>
                  <a:pt x="437" y="365"/>
                </a:lnTo>
                <a:lnTo>
                  <a:pt x="437" y="366"/>
                </a:lnTo>
                <a:lnTo>
                  <a:pt x="436" y="366"/>
                </a:lnTo>
                <a:lnTo>
                  <a:pt x="435" y="366"/>
                </a:lnTo>
                <a:lnTo>
                  <a:pt x="435" y="365"/>
                </a:lnTo>
                <a:lnTo>
                  <a:pt x="435" y="366"/>
                </a:lnTo>
                <a:lnTo>
                  <a:pt x="434" y="366"/>
                </a:lnTo>
                <a:lnTo>
                  <a:pt x="433" y="366"/>
                </a:lnTo>
                <a:lnTo>
                  <a:pt x="432" y="365"/>
                </a:lnTo>
                <a:lnTo>
                  <a:pt x="431" y="364"/>
                </a:lnTo>
                <a:lnTo>
                  <a:pt x="429" y="363"/>
                </a:lnTo>
                <a:lnTo>
                  <a:pt x="428" y="362"/>
                </a:lnTo>
                <a:lnTo>
                  <a:pt x="427" y="360"/>
                </a:lnTo>
                <a:lnTo>
                  <a:pt x="427" y="359"/>
                </a:lnTo>
                <a:lnTo>
                  <a:pt x="426" y="358"/>
                </a:lnTo>
                <a:lnTo>
                  <a:pt x="426" y="357"/>
                </a:lnTo>
                <a:lnTo>
                  <a:pt x="425" y="356"/>
                </a:lnTo>
                <a:lnTo>
                  <a:pt x="425" y="355"/>
                </a:lnTo>
                <a:lnTo>
                  <a:pt x="424" y="355"/>
                </a:lnTo>
                <a:lnTo>
                  <a:pt x="424" y="354"/>
                </a:lnTo>
                <a:lnTo>
                  <a:pt x="423" y="353"/>
                </a:lnTo>
                <a:lnTo>
                  <a:pt x="422" y="352"/>
                </a:lnTo>
                <a:lnTo>
                  <a:pt x="421" y="352"/>
                </a:lnTo>
                <a:lnTo>
                  <a:pt x="422" y="351"/>
                </a:lnTo>
                <a:lnTo>
                  <a:pt x="421" y="350"/>
                </a:lnTo>
                <a:lnTo>
                  <a:pt x="419" y="350"/>
                </a:lnTo>
                <a:lnTo>
                  <a:pt x="419" y="349"/>
                </a:lnTo>
                <a:lnTo>
                  <a:pt x="417" y="348"/>
                </a:lnTo>
                <a:lnTo>
                  <a:pt x="416" y="348"/>
                </a:lnTo>
                <a:lnTo>
                  <a:pt x="416" y="347"/>
                </a:lnTo>
                <a:lnTo>
                  <a:pt x="416" y="348"/>
                </a:lnTo>
                <a:lnTo>
                  <a:pt x="415" y="348"/>
                </a:lnTo>
                <a:lnTo>
                  <a:pt x="414" y="348"/>
                </a:lnTo>
                <a:lnTo>
                  <a:pt x="413" y="348"/>
                </a:lnTo>
                <a:lnTo>
                  <a:pt x="413" y="346"/>
                </a:lnTo>
                <a:lnTo>
                  <a:pt x="414" y="346"/>
                </a:lnTo>
                <a:lnTo>
                  <a:pt x="415" y="346"/>
                </a:lnTo>
                <a:lnTo>
                  <a:pt x="415" y="344"/>
                </a:lnTo>
                <a:lnTo>
                  <a:pt x="414" y="343"/>
                </a:lnTo>
                <a:lnTo>
                  <a:pt x="413" y="343"/>
                </a:lnTo>
                <a:lnTo>
                  <a:pt x="413" y="342"/>
                </a:lnTo>
                <a:lnTo>
                  <a:pt x="412" y="342"/>
                </a:lnTo>
                <a:lnTo>
                  <a:pt x="412" y="341"/>
                </a:lnTo>
                <a:lnTo>
                  <a:pt x="412" y="340"/>
                </a:lnTo>
                <a:lnTo>
                  <a:pt x="411" y="340"/>
                </a:lnTo>
                <a:lnTo>
                  <a:pt x="411" y="341"/>
                </a:lnTo>
                <a:lnTo>
                  <a:pt x="410" y="340"/>
                </a:lnTo>
                <a:lnTo>
                  <a:pt x="409" y="340"/>
                </a:lnTo>
                <a:lnTo>
                  <a:pt x="408" y="339"/>
                </a:lnTo>
                <a:lnTo>
                  <a:pt x="407" y="339"/>
                </a:lnTo>
                <a:lnTo>
                  <a:pt x="407" y="338"/>
                </a:lnTo>
                <a:lnTo>
                  <a:pt x="406" y="338"/>
                </a:lnTo>
                <a:lnTo>
                  <a:pt x="405" y="338"/>
                </a:lnTo>
                <a:lnTo>
                  <a:pt x="405" y="337"/>
                </a:lnTo>
                <a:lnTo>
                  <a:pt x="404" y="337"/>
                </a:lnTo>
                <a:lnTo>
                  <a:pt x="402" y="337"/>
                </a:lnTo>
                <a:lnTo>
                  <a:pt x="401" y="337"/>
                </a:lnTo>
                <a:lnTo>
                  <a:pt x="401" y="338"/>
                </a:lnTo>
                <a:lnTo>
                  <a:pt x="401" y="337"/>
                </a:lnTo>
                <a:lnTo>
                  <a:pt x="400" y="337"/>
                </a:lnTo>
                <a:lnTo>
                  <a:pt x="400" y="336"/>
                </a:lnTo>
                <a:lnTo>
                  <a:pt x="399" y="336"/>
                </a:lnTo>
                <a:lnTo>
                  <a:pt x="398" y="336"/>
                </a:lnTo>
                <a:lnTo>
                  <a:pt x="397" y="336"/>
                </a:lnTo>
                <a:lnTo>
                  <a:pt x="396" y="336"/>
                </a:lnTo>
                <a:lnTo>
                  <a:pt x="395" y="336"/>
                </a:lnTo>
                <a:lnTo>
                  <a:pt x="395" y="335"/>
                </a:lnTo>
                <a:lnTo>
                  <a:pt x="396" y="335"/>
                </a:lnTo>
                <a:lnTo>
                  <a:pt x="396" y="334"/>
                </a:lnTo>
                <a:lnTo>
                  <a:pt x="397" y="333"/>
                </a:lnTo>
                <a:lnTo>
                  <a:pt x="396" y="332"/>
                </a:lnTo>
                <a:lnTo>
                  <a:pt x="396" y="333"/>
                </a:lnTo>
                <a:lnTo>
                  <a:pt x="395" y="334"/>
                </a:lnTo>
                <a:lnTo>
                  <a:pt x="394" y="334"/>
                </a:lnTo>
                <a:lnTo>
                  <a:pt x="394" y="333"/>
                </a:lnTo>
                <a:lnTo>
                  <a:pt x="393" y="334"/>
                </a:lnTo>
                <a:lnTo>
                  <a:pt x="392" y="334"/>
                </a:lnTo>
                <a:lnTo>
                  <a:pt x="392" y="333"/>
                </a:lnTo>
                <a:lnTo>
                  <a:pt x="392" y="332"/>
                </a:lnTo>
                <a:lnTo>
                  <a:pt x="393" y="332"/>
                </a:lnTo>
                <a:lnTo>
                  <a:pt x="393" y="331"/>
                </a:lnTo>
                <a:lnTo>
                  <a:pt x="395" y="331"/>
                </a:lnTo>
                <a:lnTo>
                  <a:pt x="396" y="331"/>
                </a:lnTo>
                <a:lnTo>
                  <a:pt x="397" y="332"/>
                </a:lnTo>
                <a:lnTo>
                  <a:pt x="397" y="331"/>
                </a:lnTo>
                <a:lnTo>
                  <a:pt x="398" y="331"/>
                </a:lnTo>
                <a:lnTo>
                  <a:pt x="397" y="331"/>
                </a:lnTo>
                <a:lnTo>
                  <a:pt x="397" y="330"/>
                </a:lnTo>
                <a:lnTo>
                  <a:pt x="397" y="329"/>
                </a:lnTo>
                <a:lnTo>
                  <a:pt x="396" y="329"/>
                </a:lnTo>
                <a:lnTo>
                  <a:pt x="396" y="328"/>
                </a:lnTo>
                <a:lnTo>
                  <a:pt x="397" y="328"/>
                </a:lnTo>
                <a:lnTo>
                  <a:pt x="398" y="328"/>
                </a:lnTo>
                <a:lnTo>
                  <a:pt x="398" y="323"/>
                </a:lnTo>
                <a:lnTo>
                  <a:pt x="399" y="322"/>
                </a:lnTo>
                <a:lnTo>
                  <a:pt x="400" y="322"/>
                </a:lnTo>
                <a:lnTo>
                  <a:pt x="400" y="321"/>
                </a:lnTo>
                <a:lnTo>
                  <a:pt x="401" y="321"/>
                </a:lnTo>
                <a:lnTo>
                  <a:pt x="400" y="321"/>
                </a:lnTo>
                <a:lnTo>
                  <a:pt x="400" y="320"/>
                </a:lnTo>
                <a:lnTo>
                  <a:pt x="400" y="319"/>
                </a:lnTo>
                <a:lnTo>
                  <a:pt x="400" y="318"/>
                </a:lnTo>
                <a:lnTo>
                  <a:pt x="401" y="318"/>
                </a:lnTo>
                <a:lnTo>
                  <a:pt x="402" y="317"/>
                </a:lnTo>
                <a:lnTo>
                  <a:pt x="402" y="316"/>
                </a:lnTo>
                <a:lnTo>
                  <a:pt x="401" y="316"/>
                </a:lnTo>
                <a:lnTo>
                  <a:pt x="401" y="315"/>
                </a:lnTo>
                <a:lnTo>
                  <a:pt x="402" y="314"/>
                </a:lnTo>
                <a:lnTo>
                  <a:pt x="402" y="313"/>
                </a:lnTo>
                <a:lnTo>
                  <a:pt x="403" y="312"/>
                </a:lnTo>
                <a:lnTo>
                  <a:pt x="404" y="311"/>
                </a:lnTo>
                <a:lnTo>
                  <a:pt x="403" y="311"/>
                </a:lnTo>
                <a:lnTo>
                  <a:pt x="402" y="311"/>
                </a:lnTo>
                <a:lnTo>
                  <a:pt x="402" y="310"/>
                </a:lnTo>
                <a:lnTo>
                  <a:pt x="401" y="310"/>
                </a:lnTo>
                <a:lnTo>
                  <a:pt x="401" y="309"/>
                </a:lnTo>
                <a:lnTo>
                  <a:pt x="401" y="310"/>
                </a:lnTo>
                <a:lnTo>
                  <a:pt x="400" y="309"/>
                </a:lnTo>
                <a:lnTo>
                  <a:pt x="399" y="310"/>
                </a:lnTo>
                <a:lnTo>
                  <a:pt x="399" y="309"/>
                </a:lnTo>
                <a:lnTo>
                  <a:pt x="398" y="309"/>
                </a:lnTo>
                <a:lnTo>
                  <a:pt x="398" y="308"/>
                </a:lnTo>
                <a:lnTo>
                  <a:pt x="397" y="309"/>
                </a:lnTo>
                <a:lnTo>
                  <a:pt x="396" y="309"/>
                </a:lnTo>
                <a:lnTo>
                  <a:pt x="396" y="310"/>
                </a:lnTo>
                <a:lnTo>
                  <a:pt x="396" y="309"/>
                </a:lnTo>
                <a:lnTo>
                  <a:pt x="395" y="310"/>
                </a:lnTo>
                <a:lnTo>
                  <a:pt x="394" y="310"/>
                </a:lnTo>
                <a:lnTo>
                  <a:pt x="394" y="309"/>
                </a:lnTo>
                <a:lnTo>
                  <a:pt x="393" y="309"/>
                </a:lnTo>
                <a:lnTo>
                  <a:pt x="392" y="309"/>
                </a:lnTo>
                <a:lnTo>
                  <a:pt x="392" y="308"/>
                </a:lnTo>
                <a:lnTo>
                  <a:pt x="391" y="308"/>
                </a:lnTo>
                <a:lnTo>
                  <a:pt x="391" y="309"/>
                </a:lnTo>
                <a:lnTo>
                  <a:pt x="390" y="309"/>
                </a:lnTo>
                <a:lnTo>
                  <a:pt x="389" y="309"/>
                </a:lnTo>
                <a:lnTo>
                  <a:pt x="388" y="309"/>
                </a:lnTo>
                <a:lnTo>
                  <a:pt x="387" y="310"/>
                </a:lnTo>
                <a:lnTo>
                  <a:pt x="387" y="309"/>
                </a:lnTo>
                <a:lnTo>
                  <a:pt x="387" y="310"/>
                </a:lnTo>
                <a:lnTo>
                  <a:pt x="387" y="311"/>
                </a:lnTo>
                <a:lnTo>
                  <a:pt x="386" y="311"/>
                </a:lnTo>
                <a:lnTo>
                  <a:pt x="386" y="312"/>
                </a:lnTo>
                <a:lnTo>
                  <a:pt x="386" y="313"/>
                </a:lnTo>
                <a:lnTo>
                  <a:pt x="387" y="314"/>
                </a:lnTo>
                <a:lnTo>
                  <a:pt x="386" y="314"/>
                </a:lnTo>
                <a:lnTo>
                  <a:pt x="386" y="315"/>
                </a:lnTo>
                <a:lnTo>
                  <a:pt x="385" y="315"/>
                </a:lnTo>
                <a:lnTo>
                  <a:pt x="384" y="316"/>
                </a:lnTo>
                <a:lnTo>
                  <a:pt x="384" y="315"/>
                </a:lnTo>
                <a:lnTo>
                  <a:pt x="383" y="315"/>
                </a:lnTo>
                <a:lnTo>
                  <a:pt x="383" y="314"/>
                </a:lnTo>
                <a:lnTo>
                  <a:pt x="383" y="313"/>
                </a:lnTo>
                <a:lnTo>
                  <a:pt x="382" y="313"/>
                </a:lnTo>
                <a:lnTo>
                  <a:pt x="381" y="312"/>
                </a:lnTo>
                <a:lnTo>
                  <a:pt x="382" y="312"/>
                </a:lnTo>
                <a:lnTo>
                  <a:pt x="383" y="312"/>
                </a:lnTo>
                <a:lnTo>
                  <a:pt x="383" y="311"/>
                </a:lnTo>
                <a:lnTo>
                  <a:pt x="382" y="311"/>
                </a:lnTo>
                <a:lnTo>
                  <a:pt x="382" y="310"/>
                </a:lnTo>
                <a:lnTo>
                  <a:pt x="381" y="310"/>
                </a:lnTo>
                <a:lnTo>
                  <a:pt x="380" y="310"/>
                </a:lnTo>
                <a:lnTo>
                  <a:pt x="380" y="311"/>
                </a:lnTo>
                <a:lnTo>
                  <a:pt x="379" y="311"/>
                </a:lnTo>
                <a:lnTo>
                  <a:pt x="378" y="311"/>
                </a:lnTo>
                <a:lnTo>
                  <a:pt x="378" y="310"/>
                </a:lnTo>
                <a:lnTo>
                  <a:pt x="378" y="309"/>
                </a:lnTo>
                <a:lnTo>
                  <a:pt x="377" y="309"/>
                </a:lnTo>
                <a:lnTo>
                  <a:pt x="377" y="308"/>
                </a:lnTo>
                <a:lnTo>
                  <a:pt x="376" y="308"/>
                </a:lnTo>
                <a:lnTo>
                  <a:pt x="376" y="309"/>
                </a:lnTo>
                <a:lnTo>
                  <a:pt x="375" y="309"/>
                </a:lnTo>
                <a:lnTo>
                  <a:pt x="375" y="308"/>
                </a:lnTo>
                <a:lnTo>
                  <a:pt x="376" y="308"/>
                </a:lnTo>
                <a:lnTo>
                  <a:pt x="376" y="307"/>
                </a:lnTo>
                <a:lnTo>
                  <a:pt x="377" y="307"/>
                </a:lnTo>
                <a:lnTo>
                  <a:pt x="377" y="306"/>
                </a:lnTo>
                <a:lnTo>
                  <a:pt x="378" y="306"/>
                </a:lnTo>
                <a:lnTo>
                  <a:pt x="377" y="306"/>
                </a:lnTo>
                <a:lnTo>
                  <a:pt x="378" y="306"/>
                </a:lnTo>
                <a:lnTo>
                  <a:pt x="378" y="305"/>
                </a:lnTo>
                <a:lnTo>
                  <a:pt x="378" y="304"/>
                </a:lnTo>
                <a:lnTo>
                  <a:pt x="378" y="305"/>
                </a:lnTo>
                <a:lnTo>
                  <a:pt x="379" y="305"/>
                </a:lnTo>
                <a:lnTo>
                  <a:pt x="379" y="304"/>
                </a:lnTo>
                <a:lnTo>
                  <a:pt x="379" y="303"/>
                </a:lnTo>
                <a:lnTo>
                  <a:pt x="380" y="302"/>
                </a:lnTo>
                <a:lnTo>
                  <a:pt x="379" y="302"/>
                </a:lnTo>
                <a:lnTo>
                  <a:pt x="379" y="301"/>
                </a:lnTo>
                <a:lnTo>
                  <a:pt x="378" y="301"/>
                </a:lnTo>
                <a:lnTo>
                  <a:pt x="378" y="300"/>
                </a:lnTo>
                <a:lnTo>
                  <a:pt x="378" y="299"/>
                </a:lnTo>
                <a:lnTo>
                  <a:pt x="378" y="298"/>
                </a:lnTo>
                <a:lnTo>
                  <a:pt x="377" y="298"/>
                </a:lnTo>
                <a:lnTo>
                  <a:pt x="377" y="299"/>
                </a:lnTo>
                <a:lnTo>
                  <a:pt x="377" y="298"/>
                </a:lnTo>
                <a:lnTo>
                  <a:pt x="376" y="298"/>
                </a:lnTo>
                <a:lnTo>
                  <a:pt x="375" y="298"/>
                </a:lnTo>
                <a:lnTo>
                  <a:pt x="374" y="298"/>
                </a:lnTo>
                <a:lnTo>
                  <a:pt x="373" y="297"/>
                </a:lnTo>
                <a:lnTo>
                  <a:pt x="372" y="296"/>
                </a:lnTo>
                <a:lnTo>
                  <a:pt x="371" y="296"/>
                </a:lnTo>
                <a:lnTo>
                  <a:pt x="372" y="295"/>
                </a:lnTo>
                <a:lnTo>
                  <a:pt x="372" y="294"/>
                </a:lnTo>
                <a:lnTo>
                  <a:pt x="373" y="294"/>
                </a:lnTo>
                <a:lnTo>
                  <a:pt x="373" y="295"/>
                </a:lnTo>
                <a:lnTo>
                  <a:pt x="373" y="294"/>
                </a:lnTo>
                <a:lnTo>
                  <a:pt x="373" y="293"/>
                </a:lnTo>
                <a:lnTo>
                  <a:pt x="372" y="293"/>
                </a:lnTo>
                <a:lnTo>
                  <a:pt x="371" y="293"/>
                </a:lnTo>
                <a:lnTo>
                  <a:pt x="371" y="292"/>
                </a:lnTo>
                <a:lnTo>
                  <a:pt x="370" y="293"/>
                </a:lnTo>
                <a:lnTo>
                  <a:pt x="370" y="292"/>
                </a:lnTo>
                <a:lnTo>
                  <a:pt x="369" y="292"/>
                </a:lnTo>
                <a:lnTo>
                  <a:pt x="368" y="292"/>
                </a:lnTo>
                <a:lnTo>
                  <a:pt x="369" y="292"/>
                </a:lnTo>
                <a:lnTo>
                  <a:pt x="369" y="291"/>
                </a:lnTo>
                <a:lnTo>
                  <a:pt x="369" y="290"/>
                </a:lnTo>
                <a:lnTo>
                  <a:pt x="369" y="289"/>
                </a:lnTo>
                <a:lnTo>
                  <a:pt x="370" y="289"/>
                </a:lnTo>
                <a:lnTo>
                  <a:pt x="370" y="288"/>
                </a:lnTo>
                <a:lnTo>
                  <a:pt x="370" y="287"/>
                </a:lnTo>
                <a:lnTo>
                  <a:pt x="369" y="286"/>
                </a:lnTo>
                <a:lnTo>
                  <a:pt x="368" y="285"/>
                </a:lnTo>
                <a:lnTo>
                  <a:pt x="368" y="284"/>
                </a:lnTo>
                <a:lnTo>
                  <a:pt x="369" y="284"/>
                </a:lnTo>
                <a:lnTo>
                  <a:pt x="368" y="283"/>
                </a:lnTo>
                <a:lnTo>
                  <a:pt x="367" y="281"/>
                </a:lnTo>
                <a:lnTo>
                  <a:pt x="366" y="281"/>
                </a:lnTo>
                <a:lnTo>
                  <a:pt x="366" y="279"/>
                </a:lnTo>
                <a:lnTo>
                  <a:pt x="366" y="278"/>
                </a:lnTo>
                <a:lnTo>
                  <a:pt x="365" y="279"/>
                </a:lnTo>
                <a:lnTo>
                  <a:pt x="365" y="278"/>
                </a:lnTo>
                <a:lnTo>
                  <a:pt x="365" y="277"/>
                </a:lnTo>
                <a:lnTo>
                  <a:pt x="366" y="277"/>
                </a:lnTo>
                <a:lnTo>
                  <a:pt x="366" y="276"/>
                </a:lnTo>
                <a:lnTo>
                  <a:pt x="365" y="276"/>
                </a:lnTo>
                <a:lnTo>
                  <a:pt x="366" y="276"/>
                </a:lnTo>
                <a:lnTo>
                  <a:pt x="367" y="275"/>
                </a:lnTo>
                <a:lnTo>
                  <a:pt x="366" y="275"/>
                </a:lnTo>
                <a:lnTo>
                  <a:pt x="366" y="274"/>
                </a:lnTo>
                <a:lnTo>
                  <a:pt x="365" y="274"/>
                </a:lnTo>
                <a:lnTo>
                  <a:pt x="366" y="274"/>
                </a:lnTo>
                <a:lnTo>
                  <a:pt x="366" y="273"/>
                </a:lnTo>
                <a:lnTo>
                  <a:pt x="367" y="273"/>
                </a:lnTo>
                <a:lnTo>
                  <a:pt x="367" y="272"/>
                </a:lnTo>
                <a:lnTo>
                  <a:pt x="368" y="272"/>
                </a:lnTo>
                <a:lnTo>
                  <a:pt x="367" y="272"/>
                </a:lnTo>
                <a:lnTo>
                  <a:pt x="368" y="271"/>
                </a:lnTo>
                <a:lnTo>
                  <a:pt x="369" y="270"/>
                </a:lnTo>
                <a:lnTo>
                  <a:pt x="369" y="269"/>
                </a:lnTo>
                <a:lnTo>
                  <a:pt x="368" y="269"/>
                </a:lnTo>
                <a:lnTo>
                  <a:pt x="368" y="268"/>
                </a:lnTo>
                <a:lnTo>
                  <a:pt x="369" y="268"/>
                </a:lnTo>
                <a:lnTo>
                  <a:pt x="370" y="268"/>
                </a:lnTo>
                <a:lnTo>
                  <a:pt x="370" y="269"/>
                </a:lnTo>
                <a:lnTo>
                  <a:pt x="371" y="269"/>
                </a:lnTo>
                <a:lnTo>
                  <a:pt x="371" y="268"/>
                </a:lnTo>
                <a:lnTo>
                  <a:pt x="372" y="268"/>
                </a:lnTo>
                <a:lnTo>
                  <a:pt x="373" y="268"/>
                </a:lnTo>
                <a:lnTo>
                  <a:pt x="374" y="269"/>
                </a:lnTo>
                <a:lnTo>
                  <a:pt x="374" y="270"/>
                </a:lnTo>
                <a:lnTo>
                  <a:pt x="375" y="270"/>
                </a:lnTo>
                <a:lnTo>
                  <a:pt x="375" y="271"/>
                </a:lnTo>
                <a:lnTo>
                  <a:pt x="376" y="271"/>
                </a:lnTo>
                <a:lnTo>
                  <a:pt x="377" y="271"/>
                </a:lnTo>
                <a:lnTo>
                  <a:pt x="377" y="270"/>
                </a:lnTo>
                <a:lnTo>
                  <a:pt x="378" y="270"/>
                </a:lnTo>
                <a:lnTo>
                  <a:pt x="378" y="271"/>
                </a:lnTo>
                <a:lnTo>
                  <a:pt x="379" y="271"/>
                </a:lnTo>
                <a:lnTo>
                  <a:pt x="380" y="271"/>
                </a:lnTo>
                <a:lnTo>
                  <a:pt x="381" y="270"/>
                </a:lnTo>
                <a:lnTo>
                  <a:pt x="382" y="269"/>
                </a:lnTo>
                <a:lnTo>
                  <a:pt x="383" y="269"/>
                </a:lnTo>
                <a:lnTo>
                  <a:pt x="384" y="270"/>
                </a:lnTo>
                <a:lnTo>
                  <a:pt x="385" y="270"/>
                </a:lnTo>
                <a:lnTo>
                  <a:pt x="385" y="271"/>
                </a:lnTo>
                <a:lnTo>
                  <a:pt x="386" y="271"/>
                </a:lnTo>
                <a:lnTo>
                  <a:pt x="386" y="270"/>
                </a:lnTo>
                <a:lnTo>
                  <a:pt x="387" y="271"/>
                </a:lnTo>
                <a:lnTo>
                  <a:pt x="388" y="271"/>
                </a:lnTo>
                <a:lnTo>
                  <a:pt x="388" y="270"/>
                </a:lnTo>
                <a:lnTo>
                  <a:pt x="390" y="271"/>
                </a:lnTo>
                <a:lnTo>
                  <a:pt x="390" y="270"/>
                </a:lnTo>
                <a:lnTo>
                  <a:pt x="390" y="269"/>
                </a:lnTo>
                <a:lnTo>
                  <a:pt x="391" y="269"/>
                </a:lnTo>
                <a:lnTo>
                  <a:pt x="391" y="268"/>
                </a:lnTo>
                <a:lnTo>
                  <a:pt x="391" y="267"/>
                </a:lnTo>
                <a:lnTo>
                  <a:pt x="391" y="266"/>
                </a:lnTo>
                <a:lnTo>
                  <a:pt x="390" y="266"/>
                </a:lnTo>
                <a:lnTo>
                  <a:pt x="390" y="265"/>
                </a:lnTo>
                <a:lnTo>
                  <a:pt x="389" y="265"/>
                </a:lnTo>
                <a:lnTo>
                  <a:pt x="388" y="266"/>
                </a:lnTo>
                <a:lnTo>
                  <a:pt x="387" y="266"/>
                </a:lnTo>
                <a:lnTo>
                  <a:pt x="386" y="266"/>
                </a:lnTo>
                <a:lnTo>
                  <a:pt x="387" y="264"/>
                </a:lnTo>
                <a:lnTo>
                  <a:pt x="386" y="264"/>
                </a:lnTo>
                <a:lnTo>
                  <a:pt x="387" y="264"/>
                </a:lnTo>
                <a:lnTo>
                  <a:pt x="387" y="263"/>
                </a:lnTo>
                <a:lnTo>
                  <a:pt x="388" y="263"/>
                </a:lnTo>
                <a:lnTo>
                  <a:pt x="389" y="263"/>
                </a:lnTo>
                <a:lnTo>
                  <a:pt x="389" y="262"/>
                </a:lnTo>
                <a:lnTo>
                  <a:pt x="389" y="261"/>
                </a:lnTo>
                <a:lnTo>
                  <a:pt x="388" y="261"/>
                </a:lnTo>
                <a:lnTo>
                  <a:pt x="387" y="261"/>
                </a:lnTo>
                <a:lnTo>
                  <a:pt x="387" y="260"/>
                </a:lnTo>
                <a:lnTo>
                  <a:pt x="388" y="260"/>
                </a:lnTo>
                <a:lnTo>
                  <a:pt x="387" y="259"/>
                </a:lnTo>
                <a:lnTo>
                  <a:pt x="386" y="260"/>
                </a:lnTo>
                <a:lnTo>
                  <a:pt x="384" y="260"/>
                </a:lnTo>
                <a:lnTo>
                  <a:pt x="383" y="259"/>
                </a:lnTo>
                <a:lnTo>
                  <a:pt x="383" y="258"/>
                </a:lnTo>
                <a:lnTo>
                  <a:pt x="382" y="258"/>
                </a:lnTo>
                <a:lnTo>
                  <a:pt x="382" y="259"/>
                </a:lnTo>
                <a:lnTo>
                  <a:pt x="381" y="259"/>
                </a:lnTo>
                <a:lnTo>
                  <a:pt x="380" y="259"/>
                </a:lnTo>
                <a:lnTo>
                  <a:pt x="380" y="258"/>
                </a:lnTo>
                <a:lnTo>
                  <a:pt x="379" y="258"/>
                </a:lnTo>
                <a:lnTo>
                  <a:pt x="378" y="258"/>
                </a:lnTo>
                <a:lnTo>
                  <a:pt x="378" y="257"/>
                </a:lnTo>
                <a:lnTo>
                  <a:pt x="378" y="256"/>
                </a:lnTo>
                <a:lnTo>
                  <a:pt x="378" y="255"/>
                </a:lnTo>
                <a:lnTo>
                  <a:pt x="378" y="254"/>
                </a:lnTo>
                <a:lnTo>
                  <a:pt x="377" y="254"/>
                </a:lnTo>
                <a:lnTo>
                  <a:pt x="376" y="253"/>
                </a:lnTo>
                <a:lnTo>
                  <a:pt x="375" y="252"/>
                </a:lnTo>
                <a:lnTo>
                  <a:pt x="374" y="251"/>
                </a:lnTo>
                <a:lnTo>
                  <a:pt x="374" y="250"/>
                </a:lnTo>
                <a:lnTo>
                  <a:pt x="373" y="250"/>
                </a:lnTo>
                <a:lnTo>
                  <a:pt x="372" y="250"/>
                </a:lnTo>
                <a:lnTo>
                  <a:pt x="371" y="249"/>
                </a:lnTo>
                <a:lnTo>
                  <a:pt x="371" y="248"/>
                </a:lnTo>
                <a:lnTo>
                  <a:pt x="370" y="247"/>
                </a:lnTo>
                <a:lnTo>
                  <a:pt x="371" y="246"/>
                </a:lnTo>
                <a:lnTo>
                  <a:pt x="371" y="245"/>
                </a:lnTo>
                <a:lnTo>
                  <a:pt x="370" y="244"/>
                </a:lnTo>
                <a:lnTo>
                  <a:pt x="369" y="244"/>
                </a:lnTo>
                <a:lnTo>
                  <a:pt x="368" y="244"/>
                </a:lnTo>
                <a:lnTo>
                  <a:pt x="367" y="244"/>
                </a:lnTo>
                <a:lnTo>
                  <a:pt x="366" y="244"/>
                </a:lnTo>
                <a:lnTo>
                  <a:pt x="365" y="244"/>
                </a:lnTo>
                <a:lnTo>
                  <a:pt x="364" y="244"/>
                </a:lnTo>
                <a:lnTo>
                  <a:pt x="363" y="243"/>
                </a:lnTo>
                <a:lnTo>
                  <a:pt x="362" y="243"/>
                </a:lnTo>
                <a:lnTo>
                  <a:pt x="361" y="242"/>
                </a:lnTo>
                <a:lnTo>
                  <a:pt x="360" y="242"/>
                </a:lnTo>
                <a:lnTo>
                  <a:pt x="359" y="242"/>
                </a:lnTo>
                <a:lnTo>
                  <a:pt x="358" y="242"/>
                </a:lnTo>
                <a:lnTo>
                  <a:pt x="357" y="242"/>
                </a:lnTo>
                <a:lnTo>
                  <a:pt x="357" y="243"/>
                </a:lnTo>
                <a:lnTo>
                  <a:pt x="356" y="244"/>
                </a:lnTo>
                <a:lnTo>
                  <a:pt x="355" y="244"/>
                </a:lnTo>
                <a:lnTo>
                  <a:pt x="354" y="244"/>
                </a:lnTo>
                <a:lnTo>
                  <a:pt x="353" y="244"/>
                </a:lnTo>
                <a:lnTo>
                  <a:pt x="352" y="244"/>
                </a:lnTo>
                <a:lnTo>
                  <a:pt x="351" y="244"/>
                </a:lnTo>
                <a:lnTo>
                  <a:pt x="351" y="243"/>
                </a:lnTo>
                <a:lnTo>
                  <a:pt x="350" y="242"/>
                </a:lnTo>
                <a:lnTo>
                  <a:pt x="350" y="241"/>
                </a:lnTo>
                <a:lnTo>
                  <a:pt x="350" y="240"/>
                </a:lnTo>
                <a:lnTo>
                  <a:pt x="350" y="239"/>
                </a:lnTo>
                <a:lnTo>
                  <a:pt x="350" y="238"/>
                </a:lnTo>
                <a:lnTo>
                  <a:pt x="349" y="238"/>
                </a:lnTo>
                <a:lnTo>
                  <a:pt x="348" y="239"/>
                </a:lnTo>
                <a:lnTo>
                  <a:pt x="347" y="239"/>
                </a:lnTo>
                <a:lnTo>
                  <a:pt x="346" y="239"/>
                </a:lnTo>
                <a:lnTo>
                  <a:pt x="346" y="238"/>
                </a:lnTo>
                <a:lnTo>
                  <a:pt x="346" y="237"/>
                </a:lnTo>
                <a:lnTo>
                  <a:pt x="345" y="237"/>
                </a:lnTo>
                <a:lnTo>
                  <a:pt x="344" y="236"/>
                </a:lnTo>
                <a:lnTo>
                  <a:pt x="344" y="235"/>
                </a:lnTo>
                <a:lnTo>
                  <a:pt x="344" y="234"/>
                </a:lnTo>
                <a:lnTo>
                  <a:pt x="343" y="233"/>
                </a:lnTo>
                <a:lnTo>
                  <a:pt x="342" y="232"/>
                </a:lnTo>
                <a:lnTo>
                  <a:pt x="342" y="231"/>
                </a:lnTo>
                <a:lnTo>
                  <a:pt x="341" y="230"/>
                </a:lnTo>
                <a:lnTo>
                  <a:pt x="340" y="230"/>
                </a:lnTo>
                <a:lnTo>
                  <a:pt x="340" y="229"/>
                </a:lnTo>
                <a:lnTo>
                  <a:pt x="340" y="228"/>
                </a:lnTo>
                <a:lnTo>
                  <a:pt x="341" y="227"/>
                </a:lnTo>
                <a:lnTo>
                  <a:pt x="341" y="225"/>
                </a:lnTo>
                <a:lnTo>
                  <a:pt x="341" y="224"/>
                </a:lnTo>
                <a:lnTo>
                  <a:pt x="342" y="224"/>
                </a:lnTo>
                <a:lnTo>
                  <a:pt x="343" y="223"/>
                </a:lnTo>
                <a:lnTo>
                  <a:pt x="342" y="221"/>
                </a:lnTo>
                <a:lnTo>
                  <a:pt x="341" y="221"/>
                </a:lnTo>
                <a:lnTo>
                  <a:pt x="340" y="220"/>
                </a:lnTo>
                <a:lnTo>
                  <a:pt x="340" y="219"/>
                </a:lnTo>
                <a:lnTo>
                  <a:pt x="340" y="218"/>
                </a:lnTo>
                <a:lnTo>
                  <a:pt x="339" y="217"/>
                </a:lnTo>
                <a:lnTo>
                  <a:pt x="338" y="217"/>
                </a:lnTo>
                <a:lnTo>
                  <a:pt x="339" y="215"/>
                </a:lnTo>
                <a:lnTo>
                  <a:pt x="340" y="215"/>
                </a:lnTo>
                <a:lnTo>
                  <a:pt x="341" y="215"/>
                </a:lnTo>
                <a:lnTo>
                  <a:pt x="342" y="215"/>
                </a:lnTo>
                <a:lnTo>
                  <a:pt x="343" y="215"/>
                </a:lnTo>
                <a:lnTo>
                  <a:pt x="343" y="214"/>
                </a:lnTo>
                <a:lnTo>
                  <a:pt x="342" y="214"/>
                </a:lnTo>
                <a:lnTo>
                  <a:pt x="342" y="212"/>
                </a:lnTo>
                <a:lnTo>
                  <a:pt x="344" y="210"/>
                </a:lnTo>
                <a:lnTo>
                  <a:pt x="345" y="210"/>
                </a:lnTo>
                <a:lnTo>
                  <a:pt x="346" y="210"/>
                </a:lnTo>
                <a:lnTo>
                  <a:pt x="347" y="210"/>
                </a:lnTo>
                <a:lnTo>
                  <a:pt x="347" y="209"/>
                </a:lnTo>
                <a:lnTo>
                  <a:pt x="349" y="209"/>
                </a:lnTo>
                <a:lnTo>
                  <a:pt x="350" y="208"/>
                </a:lnTo>
                <a:lnTo>
                  <a:pt x="351" y="208"/>
                </a:lnTo>
                <a:lnTo>
                  <a:pt x="352" y="209"/>
                </a:lnTo>
                <a:lnTo>
                  <a:pt x="353" y="210"/>
                </a:lnTo>
                <a:lnTo>
                  <a:pt x="354" y="210"/>
                </a:lnTo>
                <a:lnTo>
                  <a:pt x="355" y="210"/>
                </a:lnTo>
                <a:lnTo>
                  <a:pt x="356" y="209"/>
                </a:lnTo>
                <a:lnTo>
                  <a:pt x="357" y="210"/>
                </a:lnTo>
                <a:lnTo>
                  <a:pt x="357" y="209"/>
                </a:lnTo>
                <a:lnTo>
                  <a:pt x="358" y="209"/>
                </a:lnTo>
                <a:lnTo>
                  <a:pt x="358" y="208"/>
                </a:lnTo>
                <a:lnTo>
                  <a:pt x="357" y="206"/>
                </a:lnTo>
                <a:lnTo>
                  <a:pt x="357" y="205"/>
                </a:lnTo>
                <a:lnTo>
                  <a:pt x="357" y="204"/>
                </a:lnTo>
                <a:lnTo>
                  <a:pt x="358" y="204"/>
                </a:lnTo>
                <a:lnTo>
                  <a:pt x="357" y="203"/>
                </a:lnTo>
                <a:lnTo>
                  <a:pt x="358" y="203"/>
                </a:lnTo>
                <a:lnTo>
                  <a:pt x="358" y="202"/>
                </a:lnTo>
                <a:lnTo>
                  <a:pt x="358" y="203"/>
                </a:lnTo>
                <a:lnTo>
                  <a:pt x="358" y="204"/>
                </a:lnTo>
                <a:lnTo>
                  <a:pt x="359" y="204"/>
                </a:lnTo>
                <a:lnTo>
                  <a:pt x="360" y="203"/>
                </a:lnTo>
                <a:lnTo>
                  <a:pt x="360" y="202"/>
                </a:lnTo>
                <a:lnTo>
                  <a:pt x="360" y="201"/>
                </a:lnTo>
                <a:lnTo>
                  <a:pt x="361" y="201"/>
                </a:lnTo>
                <a:lnTo>
                  <a:pt x="362" y="201"/>
                </a:lnTo>
                <a:lnTo>
                  <a:pt x="362" y="202"/>
                </a:lnTo>
                <a:lnTo>
                  <a:pt x="362" y="203"/>
                </a:lnTo>
                <a:lnTo>
                  <a:pt x="363" y="203"/>
                </a:lnTo>
                <a:lnTo>
                  <a:pt x="364" y="203"/>
                </a:lnTo>
                <a:lnTo>
                  <a:pt x="365" y="203"/>
                </a:lnTo>
                <a:lnTo>
                  <a:pt x="365" y="202"/>
                </a:lnTo>
                <a:lnTo>
                  <a:pt x="365" y="201"/>
                </a:lnTo>
                <a:lnTo>
                  <a:pt x="366" y="201"/>
                </a:lnTo>
                <a:lnTo>
                  <a:pt x="366" y="200"/>
                </a:lnTo>
                <a:lnTo>
                  <a:pt x="365" y="200"/>
                </a:lnTo>
                <a:lnTo>
                  <a:pt x="365" y="199"/>
                </a:lnTo>
                <a:lnTo>
                  <a:pt x="364" y="199"/>
                </a:lnTo>
                <a:lnTo>
                  <a:pt x="363" y="198"/>
                </a:lnTo>
                <a:lnTo>
                  <a:pt x="362" y="199"/>
                </a:lnTo>
                <a:lnTo>
                  <a:pt x="361" y="199"/>
                </a:lnTo>
                <a:lnTo>
                  <a:pt x="360" y="199"/>
                </a:lnTo>
                <a:lnTo>
                  <a:pt x="358" y="198"/>
                </a:lnTo>
                <a:lnTo>
                  <a:pt x="357" y="197"/>
                </a:lnTo>
                <a:lnTo>
                  <a:pt x="356" y="197"/>
                </a:lnTo>
                <a:lnTo>
                  <a:pt x="355" y="198"/>
                </a:lnTo>
                <a:lnTo>
                  <a:pt x="354" y="198"/>
                </a:lnTo>
                <a:lnTo>
                  <a:pt x="353" y="198"/>
                </a:lnTo>
                <a:lnTo>
                  <a:pt x="352" y="199"/>
                </a:lnTo>
                <a:lnTo>
                  <a:pt x="350" y="199"/>
                </a:lnTo>
                <a:lnTo>
                  <a:pt x="350" y="200"/>
                </a:lnTo>
                <a:lnTo>
                  <a:pt x="349" y="200"/>
                </a:lnTo>
                <a:lnTo>
                  <a:pt x="348" y="200"/>
                </a:lnTo>
                <a:lnTo>
                  <a:pt x="346" y="200"/>
                </a:lnTo>
                <a:lnTo>
                  <a:pt x="345" y="200"/>
                </a:lnTo>
                <a:lnTo>
                  <a:pt x="344" y="200"/>
                </a:lnTo>
                <a:lnTo>
                  <a:pt x="343" y="199"/>
                </a:lnTo>
                <a:lnTo>
                  <a:pt x="343" y="198"/>
                </a:lnTo>
                <a:lnTo>
                  <a:pt x="341" y="199"/>
                </a:lnTo>
                <a:lnTo>
                  <a:pt x="341" y="198"/>
                </a:lnTo>
                <a:lnTo>
                  <a:pt x="340" y="198"/>
                </a:lnTo>
                <a:lnTo>
                  <a:pt x="339" y="197"/>
                </a:lnTo>
                <a:lnTo>
                  <a:pt x="338" y="197"/>
                </a:lnTo>
                <a:lnTo>
                  <a:pt x="337" y="196"/>
                </a:lnTo>
                <a:lnTo>
                  <a:pt x="332" y="196"/>
                </a:lnTo>
                <a:lnTo>
                  <a:pt x="331" y="196"/>
                </a:lnTo>
                <a:lnTo>
                  <a:pt x="330" y="196"/>
                </a:lnTo>
                <a:lnTo>
                  <a:pt x="329" y="195"/>
                </a:lnTo>
                <a:lnTo>
                  <a:pt x="328" y="195"/>
                </a:lnTo>
                <a:lnTo>
                  <a:pt x="328" y="196"/>
                </a:lnTo>
                <a:lnTo>
                  <a:pt x="327" y="196"/>
                </a:lnTo>
                <a:lnTo>
                  <a:pt x="326" y="196"/>
                </a:lnTo>
                <a:lnTo>
                  <a:pt x="325" y="196"/>
                </a:lnTo>
                <a:lnTo>
                  <a:pt x="324" y="196"/>
                </a:lnTo>
                <a:lnTo>
                  <a:pt x="323" y="196"/>
                </a:lnTo>
                <a:lnTo>
                  <a:pt x="322" y="197"/>
                </a:lnTo>
                <a:lnTo>
                  <a:pt x="320" y="196"/>
                </a:lnTo>
                <a:lnTo>
                  <a:pt x="318" y="196"/>
                </a:lnTo>
                <a:lnTo>
                  <a:pt x="317" y="195"/>
                </a:lnTo>
                <a:lnTo>
                  <a:pt x="316" y="195"/>
                </a:lnTo>
                <a:lnTo>
                  <a:pt x="316" y="194"/>
                </a:lnTo>
                <a:lnTo>
                  <a:pt x="315" y="193"/>
                </a:lnTo>
                <a:lnTo>
                  <a:pt x="314" y="193"/>
                </a:lnTo>
                <a:lnTo>
                  <a:pt x="314" y="192"/>
                </a:lnTo>
                <a:lnTo>
                  <a:pt x="313" y="191"/>
                </a:lnTo>
                <a:lnTo>
                  <a:pt x="312" y="191"/>
                </a:lnTo>
                <a:lnTo>
                  <a:pt x="313" y="191"/>
                </a:lnTo>
                <a:lnTo>
                  <a:pt x="313" y="190"/>
                </a:lnTo>
                <a:lnTo>
                  <a:pt x="312" y="189"/>
                </a:lnTo>
                <a:lnTo>
                  <a:pt x="313" y="189"/>
                </a:lnTo>
                <a:lnTo>
                  <a:pt x="312" y="188"/>
                </a:lnTo>
                <a:lnTo>
                  <a:pt x="311" y="188"/>
                </a:lnTo>
                <a:lnTo>
                  <a:pt x="310" y="188"/>
                </a:lnTo>
                <a:lnTo>
                  <a:pt x="310" y="187"/>
                </a:lnTo>
                <a:lnTo>
                  <a:pt x="310" y="186"/>
                </a:lnTo>
                <a:lnTo>
                  <a:pt x="309" y="186"/>
                </a:lnTo>
                <a:lnTo>
                  <a:pt x="309" y="185"/>
                </a:lnTo>
                <a:lnTo>
                  <a:pt x="309" y="184"/>
                </a:lnTo>
                <a:lnTo>
                  <a:pt x="308" y="184"/>
                </a:lnTo>
                <a:lnTo>
                  <a:pt x="307" y="183"/>
                </a:lnTo>
                <a:lnTo>
                  <a:pt x="307" y="182"/>
                </a:lnTo>
                <a:lnTo>
                  <a:pt x="306" y="182"/>
                </a:lnTo>
                <a:lnTo>
                  <a:pt x="305" y="182"/>
                </a:lnTo>
                <a:lnTo>
                  <a:pt x="304" y="182"/>
                </a:lnTo>
                <a:lnTo>
                  <a:pt x="304" y="181"/>
                </a:lnTo>
                <a:lnTo>
                  <a:pt x="303" y="181"/>
                </a:lnTo>
                <a:lnTo>
                  <a:pt x="302" y="181"/>
                </a:lnTo>
                <a:lnTo>
                  <a:pt x="302" y="182"/>
                </a:lnTo>
                <a:lnTo>
                  <a:pt x="302" y="181"/>
                </a:lnTo>
                <a:lnTo>
                  <a:pt x="301" y="181"/>
                </a:lnTo>
                <a:lnTo>
                  <a:pt x="301" y="180"/>
                </a:lnTo>
                <a:lnTo>
                  <a:pt x="301" y="179"/>
                </a:lnTo>
                <a:lnTo>
                  <a:pt x="300" y="178"/>
                </a:lnTo>
                <a:lnTo>
                  <a:pt x="299" y="178"/>
                </a:lnTo>
                <a:lnTo>
                  <a:pt x="298" y="177"/>
                </a:lnTo>
                <a:lnTo>
                  <a:pt x="298" y="178"/>
                </a:lnTo>
                <a:lnTo>
                  <a:pt x="298" y="177"/>
                </a:lnTo>
                <a:lnTo>
                  <a:pt x="297" y="176"/>
                </a:lnTo>
                <a:lnTo>
                  <a:pt x="296" y="176"/>
                </a:lnTo>
                <a:lnTo>
                  <a:pt x="295" y="176"/>
                </a:lnTo>
                <a:lnTo>
                  <a:pt x="295" y="175"/>
                </a:lnTo>
                <a:lnTo>
                  <a:pt x="294" y="175"/>
                </a:lnTo>
                <a:lnTo>
                  <a:pt x="294" y="174"/>
                </a:lnTo>
                <a:lnTo>
                  <a:pt x="294" y="173"/>
                </a:lnTo>
                <a:lnTo>
                  <a:pt x="293" y="172"/>
                </a:lnTo>
                <a:lnTo>
                  <a:pt x="292" y="171"/>
                </a:lnTo>
                <a:lnTo>
                  <a:pt x="291" y="170"/>
                </a:lnTo>
                <a:lnTo>
                  <a:pt x="291" y="169"/>
                </a:lnTo>
                <a:lnTo>
                  <a:pt x="290" y="168"/>
                </a:lnTo>
                <a:lnTo>
                  <a:pt x="291" y="167"/>
                </a:lnTo>
                <a:lnTo>
                  <a:pt x="291" y="165"/>
                </a:lnTo>
                <a:lnTo>
                  <a:pt x="292" y="165"/>
                </a:lnTo>
                <a:lnTo>
                  <a:pt x="292" y="163"/>
                </a:lnTo>
                <a:lnTo>
                  <a:pt x="292" y="162"/>
                </a:lnTo>
                <a:lnTo>
                  <a:pt x="292" y="161"/>
                </a:lnTo>
                <a:lnTo>
                  <a:pt x="291" y="161"/>
                </a:lnTo>
                <a:lnTo>
                  <a:pt x="290" y="161"/>
                </a:lnTo>
                <a:lnTo>
                  <a:pt x="289" y="161"/>
                </a:lnTo>
                <a:lnTo>
                  <a:pt x="288" y="160"/>
                </a:lnTo>
                <a:lnTo>
                  <a:pt x="287" y="159"/>
                </a:lnTo>
                <a:lnTo>
                  <a:pt x="286" y="159"/>
                </a:lnTo>
                <a:lnTo>
                  <a:pt x="285" y="160"/>
                </a:lnTo>
                <a:lnTo>
                  <a:pt x="285" y="161"/>
                </a:lnTo>
                <a:lnTo>
                  <a:pt x="285" y="162"/>
                </a:lnTo>
                <a:lnTo>
                  <a:pt x="285" y="163"/>
                </a:lnTo>
                <a:lnTo>
                  <a:pt x="285" y="164"/>
                </a:lnTo>
                <a:lnTo>
                  <a:pt x="285" y="165"/>
                </a:lnTo>
                <a:lnTo>
                  <a:pt x="285" y="166"/>
                </a:lnTo>
                <a:lnTo>
                  <a:pt x="285" y="167"/>
                </a:lnTo>
                <a:lnTo>
                  <a:pt x="284" y="168"/>
                </a:lnTo>
                <a:lnTo>
                  <a:pt x="283" y="168"/>
                </a:lnTo>
                <a:lnTo>
                  <a:pt x="282" y="168"/>
                </a:lnTo>
                <a:lnTo>
                  <a:pt x="282" y="167"/>
                </a:lnTo>
                <a:lnTo>
                  <a:pt x="281" y="167"/>
                </a:lnTo>
                <a:lnTo>
                  <a:pt x="281" y="166"/>
                </a:lnTo>
                <a:lnTo>
                  <a:pt x="280" y="166"/>
                </a:lnTo>
                <a:lnTo>
                  <a:pt x="280" y="167"/>
                </a:lnTo>
                <a:lnTo>
                  <a:pt x="279" y="167"/>
                </a:lnTo>
                <a:lnTo>
                  <a:pt x="277" y="167"/>
                </a:lnTo>
                <a:lnTo>
                  <a:pt x="276" y="168"/>
                </a:lnTo>
                <a:lnTo>
                  <a:pt x="275" y="168"/>
                </a:lnTo>
                <a:lnTo>
                  <a:pt x="274" y="168"/>
                </a:lnTo>
                <a:lnTo>
                  <a:pt x="273" y="168"/>
                </a:lnTo>
                <a:lnTo>
                  <a:pt x="273" y="167"/>
                </a:lnTo>
                <a:lnTo>
                  <a:pt x="272" y="167"/>
                </a:lnTo>
                <a:lnTo>
                  <a:pt x="271" y="167"/>
                </a:lnTo>
                <a:lnTo>
                  <a:pt x="270" y="168"/>
                </a:lnTo>
                <a:lnTo>
                  <a:pt x="270" y="169"/>
                </a:lnTo>
                <a:lnTo>
                  <a:pt x="270" y="170"/>
                </a:lnTo>
                <a:lnTo>
                  <a:pt x="271" y="172"/>
                </a:lnTo>
                <a:lnTo>
                  <a:pt x="272" y="173"/>
                </a:lnTo>
                <a:lnTo>
                  <a:pt x="272" y="174"/>
                </a:lnTo>
                <a:lnTo>
                  <a:pt x="272" y="175"/>
                </a:lnTo>
                <a:lnTo>
                  <a:pt x="272" y="176"/>
                </a:lnTo>
                <a:lnTo>
                  <a:pt x="271" y="176"/>
                </a:lnTo>
                <a:lnTo>
                  <a:pt x="270" y="176"/>
                </a:lnTo>
                <a:lnTo>
                  <a:pt x="269" y="176"/>
                </a:lnTo>
                <a:lnTo>
                  <a:pt x="268" y="175"/>
                </a:lnTo>
                <a:lnTo>
                  <a:pt x="267" y="175"/>
                </a:lnTo>
                <a:lnTo>
                  <a:pt x="267" y="176"/>
                </a:lnTo>
                <a:lnTo>
                  <a:pt x="265" y="175"/>
                </a:lnTo>
                <a:lnTo>
                  <a:pt x="265" y="174"/>
                </a:lnTo>
                <a:lnTo>
                  <a:pt x="264" y="173"/>
                </a:lnTo>
                <a:lnTo>
                  <a:pt x="263" y="172"/>
                </a:lnTo>
                <a:lnTo>
                  <a:pt x="263" y="171"/>
                </a:lnTo>
                <a:lnTo>
                  <a:pt x="262" y="171"/>
                </a:lnTo>
                <a:lnTo>
                  <a:pt x="262" y="172"/>
                </a:lnTo>
                <a:lnTo>
                  <a:pt x="261" y="172"/>
                </a:lnTo>
                <a:lnTo>
                  <a:pt x="260" y="172"/>
                </a:lnTo>
                <a:lnTo>
                  <a:pt x="259" y="173"/>
                </a:lnTo>
                <a:lnTo>
                  <a:pt x="259" y="175"/>
                </a:lnTo>
                <a:lnTo>
                  <a:pt x="260" y="176"/>
                </a:lnTo>
                <a:lnTo>
                  <a:pt x="261" y="176"/>
                </a:lnTo>
                <a:lnTo>
                  <a:pt x="261" y="177"/>
                </a:lnTo>
                <a:lnTo>
                  <a:pt x="262" y="177"/>
                </a:lnTo>
                <a:lnTo>
                  <a:pt x="262" y="178"/>
                </a:lnTo>
                <a:lnTo>
                  <a:pt x="263" y="178"/>
                </a:lnTo>
                <a:lnTo>
                  <a:pt x="264" y="179"/>
                </a:lnTo>
                <a:lnTo>
                  <a:pt x="264" y="180"/>
                </a:lnTo>
                <a:lnTo>
                  <a:pt x="265" y="181"/>
                </a:lnTo>
                <a:lnTo>
                  <a:pt x="266" y="182"/>
                </a:lnTo>
                <a:lnTo>
                  <a:pt x="266" y="183"/>
                </a:lnTo>
                <a:lnTo>
                  <a:pt x="267" y="184"/>
                </a:lnTo>
                <a:lnTo>
                  <a:pt x="268" y="184"/>
                </a:lnTo>
                <a:lnTo>
                  <a:pt x="269" y="184"/>
                </a:lnTo>
                <a:lnTo>
                  <a:pt x="269" y="185"/>
                </a:lnTo>
                <a:lnTo>
                  <a:pt x="270" y="186"/>
                </a:lnTo>
                <a:lnTo>
                  <a:pt x="271" y="186"/>
                </a:lnTo>
                <a:lnTo>
                  <a:pt x="271" y="187"/>
                </a:lnTo>
                <a:lnTo>
                  <a:pt x="271" y="188"/>
                </a:lnTo>
                <a:lnTo>
                  <a:pt x="271" y="189"/>
                </a:lnTo>
                <a:lnTo>
                  <a:pt x="270" y="189"/>
                </a:lnTo>
                <a:lnTo>
                  <a:pt x="268" y="189"/>
                </a:lnTo>
                <a:lnTo>
                  <a:pt x="267" y="189"/>
                </a:lnTo>
                <a:lnTo>
                  <a:pt x="267" y="188"/>
                </a:lnTo>
                <a:lnTo>
                  <a:pt x="266" y="188"/>
                </a:lnTo>
                <a:lnTo>
                  <a:pt x="265" y="188"/>
                </a:lnTo>
                <a:lnTo>
                  <a:pt x="264" y="188"/>
                </a:lnTo>
                <a:lnTo>
                  <a:pt x="264" y="189"/>
                </a:lnTo>
                <a:lnTo>
                  <a:pt x="261" y="189"/>
                </a:lnTo>
                <a:lnTo>
                  <a:pt x="260" y="189"/>
                </a:lnTo>
                <a:lnTo>
                  <a:pt x="259" y="189"/>
                </a:lnTo>
                <a:lnTo>
                  <a:pt x="258" y="189"/>
                </a:lnTo>
                <a:lnTo>
                  <a:pt x="257" y="189"/>
                </a:lnTo>
                <a:lnTo>
                  <a:pt x="257" y="190"/>
                </a:lnTo>
                <a:lnTo>
                  <a:pt x="257" y="191"/>
                </a:lnTo>
                <a:lnTo>
                  <a:pt x="256" y="190"/>
                </a:lnTo>
                <a:lnTo>
                  <a:pt x="255" y="190"/>
                </a:lnTo>
                <a:lnTo>
                  <a:pt x="254" y="190"/>
                </a:lnTo>
                <a:lnTo>
                  <a:pt x="254" y="189"/>
                </a:lnTo>
                <a:lnTo>
                  <a:pt x="254" y="188"/>
                </a:lnTo>
                <a:lnTo>
                  <a:pt x="253" y="188"/>
                </a:lnTo>
                <a:lnTo>
                  <a:pt x="253" y="187"/>
                </a:lnTo>
                <a:lnTo>
                  <a:pt x="252" y="187"/>
                </a:lnTo>
                <a:lnTo>
                  <a:pt x="251" y="188"/>
                </a:lnTo>
                <a:lnTo>
                  <a:pt x="250" y="189"/>
                </a:lnTo>
                <a:lnTo>
                  <a:pt x="250" y="190"/>
                </a:lnTo>
                <a:lnTo>
                  <a:pt x="250" y="191"/>
                </a:lnTo>
                <a:lnTo>
                  <a:pt x="249" y="191"/>
                </a:lnTo>
                <a:lnTo>
                  <a:pt x="248" y="193"/>
                </a:lnTo>
                <a:lnTo>
                  <a:pt x="247" y="193"/>
                </a:lnTo>
                <a:lnTo>
                  <a:pt x="247" y="194"/>
                </a:lnTo>
                <a:lnTo>
                  <a:pt x="246" y="195"/>
                </a:lnTo>
                <a:lnTo>
                  <a:pt x="245" y="196"/>
                </a:lnTo>
                <a:lnTo>
                  <a:pt x="245" y="197"/>
                </a:lnTo>
                <a:lnTo>
                  <a:pt x="245" y="198"/>
                </a:lnTo>
                <a:lnTo>
                  <a:pt x="244" y="200"/>
                </a:lnTo>
                <a:lnTo>
                  <a:pt x="243" y="200"/>
                </a:lnTo>
                <a:lnTo>
                  <a:pt x="242" y="200"/>
                </a:lnTo>
                <a:lnTo>
                  <a:pt x="241" y="200"/>
                </a:lnTo>
                <a:lnTo>
                  <a:pt x="241" y="201"/>
                </a:lnTo>
                <a:lnTo>
                  <a:pt x="240" y="201"/>
                </a:lnTo>
                <a:lnTo>
                  <a:pt x="239" y="201"/>
                </a:lnTo>
                <a:lnTo>
                  <a:pt x="239" y="202"/>
                </a:lnTo>
                <a:lnTo>
                  <a:pt x="240" y="203"/>
                </a:lnTo>
                <a:lnTo>
                  <a:pt x="239" y="203"/>
                </a:lnTo>
                <a:lnTo>
                  <a:pt x="239" y="204"/>
                </a:lnTo>
                <a:lnTo>
                  <a:pt x="239" y="203"/>
                </a:lnTo>
                <a:lnTo>
                  <a:pt x="238" y="203"/>
                </a:lnTo>
                <a:lnTo>
                  <a:pt x="237" y="203"/>
                </a:lnTo>
                <a:lnTo>
                  <a:pt x="237" y="204"/>
                </a:lnTo>
                <a:lnTo>
                  <a:pt x="236" y="204"/>
                </a:lnTo>
                <a:lnTo>
                  <a:pt x="236" y="205"/>
                </a:lnTo>
                <a:lnTo>
                  <a:pt x="235" y="205"/>
                </a:lnTo>
                <a:lnTo>
                  <a:pt x="234" y="206"/>
                </a:lnTo>
                <a:lnTo>
                  <a:pt x="233" y="206"/>
                </a:lnTo>
                <a:lnTo>
                  <a:pt x="232" y="207"/>
                </a:lnTo>
                <a:lnTo>
                  <a:pt x="232" y="206"/>
                </a:lnTo>
                <a:lnTo>
                  <a:pt x="231" y="206"/>
                </a:lnTo>
                <a:lnTo>
                  <a:pt x="231" y="207"/>
                </a:lnTo>
                <a:lnTo>
                  <a:pt x="230" y="207"/>
                </a:lnTo>
                <a:lnTo>
                  <a:pt x="229" y="208"/>
                </a:lnTo>
                <a:lnTo>
                  <a:pt x="228" y="208"/>
                </a:lnTo>
                <a:lnTo>
                  <a:pt x="227" y="207"/>
                </a:lnTo>
                <a:lnTo>
                  <a:pt x="227" y="206"/>
                </a:lnTo>
                <a:lnTo>
                  <a:pt x="226" y="206"/>
                </a:lnTo>
                <a:lnTo>
                  <a:pt x="226" y="205"/>
                </a:lnTo>
                <a:lnTo>
                  <a:pt x="223" y="205"/>
                </a:lnTo>
                <a:lnTo>
                  <a:pt x="222" y="205"/>
                </a:lnTo>
                <a:lnTo>
                  <a:pt x="221" y="205"/>
                </a:lnTo>
                <a:lnTo>
                  <a:pt x="220" y="206"/>
                </a:lnTo>
                <a:lnTo>
                  <a:pt x="219" y="206"/>
                </a:lnTo>
                <a:lnTo>
                  <a:pt x="219" y="207"/>
                </a:lnTo>
                <a:lnTo>
                  <a:pt x="216" y="207"/>
                </a:lnTo>
                <a:lnTo>
                  <a:pt x="215" y="207"/>
                </a:lnTo>
                <a:lnTo>
                  <a:pt x="214" y="207"/>
                </a:lnTo>
                <a:lnTo>
                  <a:pt x="214" y="208"/>
                </a:lnTo>
                <a:lnTo>
                  <a:pt x="213" y="210"/>
                </a:lnTo>
                <a:lnTo>
                  <a:pt x="213" y="211"/>
                </a:lnTo>
                <a:lnTo>
                  <a:pt x="211" y="211"/>
                </a:lnTo>
                <a:lnTo>
                  <a:pt x="211" y="210"/>
                </a:lnTo>
                <a:lnTo>
                  <a:pt x="210" y="210"/>
                </a:lnTo>
                <a:lnTo>
                  <a:pt x="210" y="211"/>
                </a:lnTo>
                <a:lnTo>
                  <a:pt x="209" y="211"/>
                </a:lnTo>
                <a:lnTo>
                  <a:pt x="207" y="212"/>
                </a:lnTo>
                <a:lnTo>
                  <a:pt x="207" y="213"/>
                </a:lnTo>
                <a:lnTo>
                  <a:pt x="207" y="214"/>
                </a:lnTo>
                <a:lnTo>
                  <a:pt x="206" y="214"/>
                </a:lnTo>
                <a:lnTo>
                  <a:pt x="206" y="215"/>
                </a:lnTo>
                <a:lnTo>
                  <a:pt x="206" y="216"/>
                </a:lnTo>
                <a:lnTo>
                  <a:pt x="206" y="217"/>
                </a:lnTo>
                <a:lnTo>
                  <a:pt x="208" y="217"/>
                </a:lnTo>
                <a:lnTo>
                  <a:pt x="209" y="217"/>
                </a:lnTo>
                <a:lnTo>
                  <a:pt x="210" y="217"/>
                </a:lnTo>
                <a:lnTo>
                  <a:pt x="210" y="218"/>
                </a:lnTo>
                <a:lnTo>
                  <a:pt x="209" y="219"/>
                </a:lnTo>
                <a:lnTo>
                  <a:pt x="209" y="220"/>
                </a:lnTo>
                <a:lnTo>
                  <a:pt x="209" y="221"/>
                </a:lnTo>
                <a:lnTo>
                  <a:pt x="209" y="222"/>
                </a:lnTo>
                <a:lnTo>
                  <a:pt x="209" y="223"/>
                </a:lnTo>
                <a:lnTo>
                  <a:pt x="209" y="222"/>
                </a:lnTo>
                <a:lnTo>
                  <a:pt x="211" y="224"/>
                </a:lnTo>
                <a:lnTo>
                  <a:pt x="214" y="228"/>
                </a:lnTo>
                <a:lnTo>
                  <a:pt x="215" y="228"/>
                </a:lnTo>
                <a:lnTo>
                  <a:pt x="215" y="229"/>
                </a:lnTo>
                <a:lnTo>
                  <a:pt x="216" y="229"/>
                </a:lnTo>
                <a:lnTo>
                  <a:pt x="217" y="229"/>
                </a:lnTo>
                <a:lnTo>
                  <a:pt x="217" y="230"/>
                </a:lnTo>
                <a:lnTo>
                  <a:pt x="217" y="231"/>
                </a:lnTo>
                <a:lnTo>
                  <a:pt x="218" y="231"/>
                </a:lnTo>
                <a:lnTo>
                  <a:pt x="219" y="231"/>
                </a:lnTo>
                <a:lnTo>
                  <a:pt x="221" y="231"/>
                </a:lnTo>
                <a:lnTo>
                  <a:pt x="222" y="231"/>
                </a:lnTo>
                <a:lnTo>
                  <a:pt x="222" y="232"/>
                </a:lnTo>
                <a:lnTo>
                  <a:pt x="222" y="233"/>
                </a:lnTo>
                <a:lnTo>
                  <a:pt x="222" y="234"/>
                </a:lnTo>
                <a:lnTo>
                  <a:pt x="223" y="235"/>
                </a:lnTo>
                <a:lnTo>
                  <a:pt x="224" y="236"/>
                </a:lnTo>
                <a:lnTo>
                  <a:pt x="224" y="237"/>
                </a:lnTo>
                <a:lnTo>
                  <a:pt x="225" y="238"/>
                </a:lnTo>
                <a:lnTo>
                  <a:pt x="225" y="239"/>
                </a:lnTo>
                <a:lnTo>
                  <a:pt x="226" y="240"/>
                </a:lnTo>
                <a:lnTo>
                  <a:pt x="226" y="241"/>
                </a:lnTo>
                <a:lnTo>
                  <a:pt x="227" y="241"/>
                </a:lnTo>
                <a:lnTo>
                  <a:pt x="226" y="241"/>
                </a:lnTo>
                <a:lnTo>
                  <a:pt x="224" y="242"/>
                </a:lnTo>
                <a:lnTo>
                  <a:pt x="223" y="242"/>
                </a:lnTo>
                <a:lnTo>
                  <a:pt x="222" y="242"/>
                </a:lnTo>
                <a:lnTo>
                  <a:pt x="222" y="243"/>
                </a:lnTo>
                <a:lnTo>
                  <a:pt x="222" y="244"/>
                </a:lnTo>
                <a:lnTo>
                  <a:pt x="220" y="244"/>
                </a:lnTo>
                <a:lnTo>
                  <a:pt x="219" y="245"/>
                </a:lnTo>
                <a:lnTo>
                  <a:pt x="219" y="246"/>
                </a:lnTo>
                <a:lnTo>
                  <a:pt x="219" y="247"/>
                </a:lnTo>
                <a:lnTo>
                  <a:pt x="218" y="249"/>
                </a:lnTo>
                <a:lnTo>
                  <a:pt x="217" y="249"/>
                </a:lnTo>
                <a:lnTo>
                  <a:pt x="217" y="248"/>
                </a:lnTo>
                <a:lnTo>
                  <a:pt x="216" y="248"/>
                </a:lnTo>
                <a:lnTo>
                  <a:pt x="216" y="249"/>
                </a:lnTo>
                <a:lnTo>
                  <a:pt x="216" y="250"/>
                </a:lnTo>
                <a:lnTo>
                  <a:pt x="215" y="250"/>
                </a:lnTo>
                <a:lnTo>
                  <a:pt x="215" y="251"/>
                </a:lnTo>
                <a:lnTo>
                  <a:pt x="216" y="251"/>
                </a:lnTo>
                <a:lnTo>
                  <a:pt x="216" y="252"/>
                </a:lnTo>
                <a:lnTo>
                  <a:pt x="216" y="253"/>
                </a:lnTo>
                <a:lnTo>
                  <a:pt x="215" y="253"/>
                </a:lnTo>
                <a:lnTo>
                  <a:pt x="214" y="252"/>
                </a:lnTo>
                <a:lnTo>
                  <a:pt x="213" y="252"/>
                </a:lnTo>
                <a:lnTo>
                  <a:pt x="212" y="252"/>
                </a:lnTo>
                <a:lnTo>
                  <a:pt x="210" y="250"/>
                </a:lnTo>
                <a:lnTo>
                  <a:pt x="210" y="249"/>
                </a:lnTo>
                <a:lnTo>
                  <a:pt x="209" y="250"/>
                </a:lnTo>
                <a:lnTo>
                  <a:pt x="207" y="251"/>
                </a:lnTo>
                <a:lnTo>
                  <a:pt x="207" y="252"/>
                </a:lnTo>
                <a:lnTo>
                  <a:pt x="207" y="253"/>
                </a:lnTo>
                <a:lnTo>
                  <a:pt x="207" y="254"/>
                </a:lnTo>
                <a:lnTo>
                  <a:pt x="206" y="254"/>
                </a:lnTo>
                <a:lnTo>
                  <a:pt x="205" y="254"/>
                </a:lnTo>
                <a:lnTo>
                  <a:pt x="204" y="254"/>
                </a:lnTo>
                <a:lnTo>
                  <a:pt x="203" y="254"/>
                </a:lnTo>
                <a:lnTo>
                  <a:pt x="202" y="254"/>
                </a:lnTo>
                <a:lnTo>
                  <a:pt x="203" y="254"/>
                </a:lnTo>
                <a:lnTo>
                  <a:pt x="203" y="255"/>
                </a:lnTo>
                <a:lnTo>
                  <a:pt x="202" y="255"/>
                </a:lnTo>
                <a:lnTo>
                  <a:pt x="202" y="254"/>
                </a:lnTo>
                <a:lnTo>
                  <a:pt x="201" y="254"/>
                </a:lnTo>
                <a:lnTo>
                  <a:pt x="200" y="254"/>
                </a:lnTo>
                <a:lnTo>
                  <a:pt x="199" y="254"/>
                </a:lnTo>
                <a:lnTo>
                  <a:pt x="198" y="254"/>
                </a:lnTo>
                <a:lnTo>
                  <a:pt x="197" y="255"/>
                </a:lnTo>
                <a:lnTo>
                  <a:pt x="197" y="256"/>
                </a:lnTo>
                <a:lnTo>
                  <a:pt x="194" y="255"/>
                </a:lnTo>
                <a:lnTo>
                  <a:pt x="193" y="255"/>
                </a:lnTo>
                <a:lnTo>
                  <a:pt x="193" y="256"/>
                </a:lnTo>
                <a:lnTo>
                  <a:pt x="193" y="257"/>
                </a:lnTo>
                <a:lnTo>
                  <a:pt x="192" y="257"/>
                </a:lnTo>
                <a:lnTo>
                  <a:pt x="193" y="257"/>
                </a:lnTo>
                <a:lnTo>
                  <a:pt x="193" y="258"/>
                </a:lnTo>
                <a:lnTo>
                  <a:pt x="192" y="258"/>
                </a:lnTo>
                <a:lnTo>
                  <a:pt x="191" y="258"/>
                </a:lnTo>
                <a:lnTo>
                  <a:pt x="190" y="258"/>
                </a:lnTo>
                <a:lnTo>
                  <a:pt x="189" y="258"/>
                </a:lnTo>
                <a:lnTo>
                  <a:pt x="189" y="259"/>
                </a:lnTo>
                <a:lnTo>
                  <a:pt x="189" y="260"/>
                </a:lnTo>
                <a:lnTo>
                  <a:pt x="188" y="260"/>
                </a:lnTo>
                <a:lnTo>
                  <a:pt x="187" y="260"/>
                </a:lnTo>
                <a:lnTo>
                  <a:pt x="186" y="260"/>
                </a:lnTo>
                <a:lnTo>
                  <a:pt x="186" y="261"/>
                </a:lnTo>
                <a:lnTo>
                  <a:pt x="185" y="261"/>
                </a:lnTo>
                <a:lnTo>
                  <a:pt x="185" y="262"/>
                </a:lnTo>
                <a:lnTo>
                  <a:pt x="184" y="262"/>
                </a:lnTo>
                <a:lnTo>
                  <a:pt x="184" y="263"/>
                </a:lnTo>
                <a:lnTo>
                  <a:pt x="183" y="263"/>
                </a:lnTo>
                <a:lnTo>
                  <a:pt x="183" y="264"/>
                </a:lnTo>
                <a:lnTo>
                  <a:pt x="182" y="264"/>
                </a:lnTo>
                <a:lnTo>
                  <a:pt x="181" y="264"/>
                </a:lnTo>
                <a:lnTo>
                  <a:pt x="180" y="265"/>
                </a:lnTo>
                <a:lnTo>
                  <a:pt x="180" y="266"/>
                </a:lnTo>
                <a:lnTo>
                  <a:pt x="179" y="266"/>
                </a:lnTo>
                <a:lnTo>
                  <a:pt x="179" y="267"/>
                </a:lnTo>
                <a:lnTo>
                  <a:pt x="180" y="267"/>
                </a:lnTo>
                <a:lnTo>
                  <a:pt x="180" y="268"/>
                </a:lnTo>
                <a:lnTo>
                  <a:pt x="179" y="268"/>
                </a:lnTo>
                <a:lnTo>
                  <a:pt x="179" y="269"/>
                </a:lnTo>
                <a:lnTo>
                  <a:pt x="178" y="269"/>
                </a:lnTo>
                <a:lnTo>
                  <a:pt x="178" y="270"/>
                </a:lnTo>
                <a:lnTo>
                  <a:pt x="177" y="271"/>
                </a:lnTo>
                <a:lnTo>
                  <a:pt x="178" y="271"/>
                </a:lnTo>
                <a:lnTo>
                  <a:pt x="177" y="272"/>
                </a:lnTo>
                <a:lnTo>
                  <a:pt x="178" y="272"/>
                </a:lnTo>
                <a:lnTo>
                  <a:pt x="178" y="273"/>
                </a:lnTo>
                <a:lnTo>
                  <a:pt x="179" y="273"/>
                </a:lnTo>
                <a:lnTo>
                  <a:pt x="180" y="273"/>
                </a:lnTo>
                <a:lnTo>
                  <a:pt x="181" y="274"/>
                </a:lnTo>
                <a:lnTo>
                  <a:pt x="182" y="274"/>
                </a:lnTo>
                <a:lnTo>
                  <a:pt x="183" y="274"/>
                </a:lnTo>
                <a:lnTo>
                  <a:pt x="183" y="275"/>
                </a:lnTo>
                <a:lnTo>
                  <a:pt x="184" y="276"/>
                </a:lnTo>
                <a:lnTo>
                  <a:pt x="185" y="276"/>
                </a:lnTo>
                <a:lnTo>
                  <a:pt x="185" y="277"/>
                </a:lnTo>
                <a:lnTo>
                  <a:pt x="186" y="277"/>
                </a:lnTo>
                <a:lnTo>
                  <a:pt x="186" y="278"/>
                </a:lnTo>
                <a:lnTo>
                  <a:pt x="186" y="279"/>
                </a:lnTo>
                <a:lnTo>
                  <a:pt x="185" y="279"/>
                </a:lnTo>
                <a:lnTo>
                  <a:pt x="185" y="280"/>
                </a:lnTo>
                <a:lnTo>
                  <a:pt x="186" y="280"/>
                </a:lnTo>
                <a:lnTo>
                  <a:pt x="187" y="280"/>
                </a:lnTo>
                <a:lnTo>
                  <a:pt x="187" y="281"/>
                </a:lnTo>
                <a:lnTo>
                  <a:pt x="186" y="281"/>
                </a:lnTo>
                <a:lnTo>
                  <a:pt x="186" y="282"/>
                </a:lnTo>
                <a:lnTo>
                  <a:pt x="186" y="283"/>
                </a:lnTo>
                <a:lnTo>
                  <a:pt x="185" y="283"/>
                </a:lnTo>
                <a:lnTo>
                  <a:pt x="185" y="284"/>
                </a:lnTo>
                <a:lnTo>
                  <a:pt x="186" y="284"/>
                </a:lnTo>
                <a:lnTo>
                  <a:pt x="187" y="285"/>
                </a:lnTo>
                <a:lnTo>
                  <a:pt x="188" y="285"/>
                </a:lnTo>
                <a:lnTo>
                  <a:pt x="189" y="286"/>
                </a:lnTo>
                <a:lnTo>
                  <a:pt x="190" y="286"/>
                </a:lnTo>
                <a:lnTo>
                  <a:pt x="191" y="287"/>
                </a:lnTo>
                <a:lnTo>
                  <a:pt x="190" y="287"/>
                </a:lnTo>
                <a:lnTo>
                  <a:pt x="190" y="288"/>
                </a:lnTo>
                <a:lnTo>
                  <a:pt x="189" y="288"/>
                </a:lnTo>
                <a:lnTo>
                  <a:pt x="189" y="289"/>
                </a:lnTo>
                <a:lnTo>
                  <a:pt x="188" y="289"/>
                </a:lnTo>
                <a:lnTo>
                  <a:pt x="187" y="289"/>
                </a:lnTo>
                <a:lnTo>
                  <a:pt x="186" y="289"/>
                </a:lnTo>
                <a:lnTo>
                  <a:pt x="185" y="289"/>
                </a:lnTo>
                <a:lnTo>
                  <a:pt x="185" y="290"/>
                </a:lnTo>
                <a:lnTo>
                  <a:pt x="184" y="289"/>
                </a:lnTo>
                <a:lnTo>
                  <a:pt x="183" y="288"/>
                </a:lnTo>
                <a:lnTo>
                  <a:pt x="182" y="289"/>
                </a:lnTo>
                <a:lnTo>
                  <a:pt x="181" y="289"/>
                </a:lnTo>
                <a:lnTo>
                  <a:pt x="180" y="290"/>
                </a:lnTo>
                <a:lnTo>
                  <a:pt x="179" y="290"/>
                </a:lnTo>
                <a:lnTo>
                  <a:pt x="178" y="290"/>
                </a:lnTo>
                <a:lnTo>
                  <a:pt x="178" y="291"/>
                </a:lnTo>
                <a:lnTo>
                  <a:pt x="177" y="291"/>
                </a:lnTo>
                <a:lnTo>
                  <a:pt x="178" y="291"/>
                </a:lnTo>
                <a:lnTo>
                  <a:pt x="178" y="292"/>
                </a:lnTo>
                <a:lnTo>
                  <a:pt x="179" y="293"/>
                </a:lnTo>
                <a:lnTo>
                  <a:pt x="180" y="293"/>
                </a:lnTo>
                <a:lnTo>
                  <a:pt x="181" y="294"/>
                </a:lnTo>
                <a:lnTo>
                  <a:pt x="182" y="294"/>
                </a:lnTo>
                <a:lnTo>
                  <a:pt x="183" y="294"/>
                </a:lnTo>
                <a:lnTo>
                  <a:pt x="184" y="294"/>
                </a:lnTo>
                <a:lnTo>
                  <a:pt x="184" y="295"/>
                </a:lnTo>
                <a:lnTo>
                  <a:pt x="183" y="295"/>
                </a:lnTo>
                <a:lnTo>
                  <a:pt x="183" y="296"/>
                </a:lnTo>
                <a:lnTo>
                  <a:pt x="184" y="297"/>
                </a:lnTo>
                <a:lnTo>
                  <a:pt x="184" y="298"/>
                </a:lnTo>
                <a:lnTo>
                  <a:pt x="184" y="299"/>
                </a:lnTo>
                <a:lnTo>
                  <a:pt x="184" y="300"/>
                </a:lnTo>
                <a:lnTo>
                  <a:pt x="183" y="300"/>
                </a:lnTo>
                <a:lnTo>
                  <a:pt x="183" y="301"/>
                </a:lnTo>
                <a:lnTo>
                  <a:pt x="184" y="301"/>
                </a:lnTo>
                <a:lnTo>
                  <a:pt x="184" y="302"/>
                </a:lnTo>
                <a:lnTo>
                  <a:pt x="183" y="302"/>
                </a:lnTo>
                <a:lnTo>
                  <a:pt x="182" y="303"/>
                </a:lnTo>
                <a:lnTo>
                  <a:pt x="184" y="304"/>
                </a:lnTo>
                <a:lnTo>
                  <a:pt x="184" y="303"/>
                </a:lnTo>
                <a:lnTo>
                  <a:pt x="185" y="303"/>
                </a:lnTo>
                <a:lnTo>
                  <a:pt x="185" y="304"/>
                </a:lnTo>
                <a:lnTo>
                  <a:pt x="186" y="304"/>
                </a:lnTo>
                <a:lnTo>
                  <a:pt x="186" y="305"/>
                </a:lnTo>
                <a:lnTo>
                  <a:pt x="186" y="306"/>
                </a:lnTo>
                <a:lnTo>
                  <a:pt x="186" y="307"/>
                </a:lnTo>
                <a:lnTo>
                  <a:pt x="185" y="307"/>
                </a:lnTo>
                <a:lnTo>
                  <a:pt x="185" y="308"/>
                </a:lnTo>
                <a:lnTo>
                  <a:pt x="186" y="308"/>
                </a:lnTo>
                <a:lnTo>
                  <a:pt x="186" y="309"/>
                </a:lnTo>
                <a:lnTo>
                  <a:pt x="187" y="308"/>
                </a:lnTo>
                <a:lnTo>
                  <a:pt x="187" y="307"/>
                </a:lnTo>
                <a:lnTo>
                  <a:pt x="188" y="307"/>
                </a:lnTo>
                <a:lnTo>
                  <a:pt x="189" y="307"/>
                </a:lnTo>
                <a:lnTo>
                  <a:pt x="190" y="308"/>
                </a:lnTo>
                <a:lnTo>
                  <a:pt x="190" y="309"/>
                </a:lnTo>
                <a:lnTo>
                  <a:pt x="191" y="309"/>
                </a:lnTo>
                <a:lnTo>
                  <a:pt x="191" y="310"/>
                </a:lnTo>
                <a:lnTo>
                  <a:pt x="192" y="310"/>
                </a:lnTo>
                <a:lnTo>
                  <a:pt x="192" y="309"/>
                </a:lnTo>
                <a:lnTo>
                  <a:pt x="193" y="309"/>
                </a:lnTo>
                <a:lnTo>
                  <a:pt x="194" y="308"/>
                </a:lnTo>
                <a:lnTo>
                  <a:pt x="195" y="308"/>
                </a:lnTo>
                <a:lnTo>
                  <a:pt x="196" y="309"/>
                </a:lnTo>
                <a:lnTo>
                  <a:pt x="196" y="308"/>
                </a:lnTo>
                <a:lnTo>
                  <a:pt x="197" y="308"/>
                </a:lnTo>
                <a:lnTo>
                  <a:pt x="197" y="309"/>
                </a:lnTo>
                <a:lnTo>
                  <a:pt x="199" y="309"/>
                </a:lnTo>
                <a:lnTo>
                  <a:pt x="199" y="308"/>
                </a:lnTo>
                <a:lnTo>
                  <a:pt x="199" y="307"/>
                </a:lnTo>
                <a:lnTo>
                  <a:pt x="200" y="308"/>
                </a:lnTo>
                <a:lnTo>
                  <a:pt x="201" y="308"/>
                </a:lnTo>
                <a:lnTo>
                  <a:pt x="201" y="309"/>
                </a:lnTo>
                <a:lnTo>
                  <a:pt x="202" y="310"/>
                </a:lnTo>
                <a:lnTo>
                  <a:pt x="202" y="311"/>
                </a:lnTo>
                <a:lnTo>
                  <a:pt x="202" y="312"/>
                </a:lnTo>
                <a:lnTo>
                  <a:pt x="203" y="312"/>
                </a:lnTo>
                <a:lnTo>
                  <a:pt x="203" y="313"/>
                </a:lnTo>
                <a:lnTo>
                  <a:pt x="204" y="313"/>
                </a:lnTo>
                <a:lnTo>
                  <a:pt x="204" y="314"/>
                </a:lnTo>
                <a:lnTo>
                  <a:pt x="205" y="314"/>
                </a:lnTo>
                <a:lnTo>
                  <a:pt x="206" y="314"/>
                </a:lnTo>
                <a:lnTo>
                  <a:pt x="206" y="315"/>
                </a:lnTo>
                <a:lnTo>
                  <a:pt x="206" y="316"/>
                </a:lnTo>
                <a:lnTo>
                  <a:pt x="207" y="316"/>
                </a:lnTo>
                <a:lnTo>
                  <a:pt x="207" y="317"/>
                </a:lnTo>
                <a:lnTo>
                  <a:pt x="208" y="317"/>
                </a:lnTo>
                <a:lnTo>
                  <a:pt x="208" y="318"/>
                </a:lnTo>
                <a:lnTo>
                  <a:pt x="209" y="318"/>
                </a:lnTo>
                <a:lnTo>
                  <a:pt x="208" y="317"/>
                </a:lnTo>
                <a:lnTo>
                  <a:pt x="209" y="317"/>
                </a:lnTo>
                <a:lnTo>
                  <a:pt x="210" y="317"/>
                </a:lnTo>
                <a:lnTo>
                  <a:pt x="210" y="318"/>
                </a:lnTo>
                <a:lnTo>
                  <a:pt x="211" y="318"/>
                </a:lnTo>
                <a:lnTo>
                  <a:pt x="212" y="318"/>
                </a:lnTo>
                <a:lnTo>
                  <a:pt x="213" y="318"/>
                </a:lnTo>
                <a:lnTo>
                  <a:pt x="214" y="318"/>
                </a:lnTo>
                <a:lnTo>
                  <a:pt x="214" y="317"/>
                </a:lnTo>
                <a:lnTo>
                  <a:pt x="213" y="318"/>
                </a:lnTo>
                <a:lnTo>
                  <a:pt x="213" y="317"/>
                </a:lnTo>
                <a:lnTo>
                  <a:pt x="213" y="316"/>
                </a:lnTo>
                <a:lnTo>
                  <a:pt x="214" y="315"/>
                </a:lnTo>
                <a:lnTo>
                  <a:pt x="215" y="315"/>
                </a:lnTo>
                <a:lnTo>
                  <a:pt x="215" y="314"/>
                </a:lnTo>
                <a:lnTo>
                  <a:pt x="216" y="314"/>
                </a:lnTo>
                <a:lnTo>
                  <a:pt x="216" y="313"/>
                </a:lnTo>
                <a:lnTo>
                  <a:pt x="217" y="314"/>
                </a:lnTo>
                <a:lnTo>
                  <a:pt x="218" y="314"/>
                </a:lnTo>
                <a:lnTo>
                  <a:pt x="219" y="314"/>
                </a:lnTo>
                <a:lnTo>
                  <a:pt x="220" y="313"/>
                </a:lnTo>
                <a:lnTo>
                  <a:pt x="220" y="312"/>
                </a:lnTo>
                <a:lnTo>
                  <a:pt x="219" y="312"/>
                </a:lnTo>
                <a:lnTo>
                  <a:pt x="220" y="312"/>
                </a:lnTo>
                <a:lnTo>
                  <a:pt x="221" y="312"/>
                </a:lnTo>
                <a:lnTo>
                  <a:pt x="222" y="311"/>
                </a:lnTo>
                <a:lnTo>
                  <a:pt x="221" y="311"/>
                </a:lnTo>
                <a:lnTo>
                  <a:pt x="222" y="311"/>
                </a:lnTo>
                <a:lnTo>
                  <a:pt x="222" y="310"/>
                </a:lnTo>
                <a:lnTo>
                  <a:pt x="221" y="310"/>
                </a:lnTo>
                <a:lnTo>
                  <a:pt x="221" y="308"/>
                </a:lnTo>
                <a:lnTo>
                  <a:pt x="221" y="309"/>
                </a:lnTo>
                <a:lnTo>
                  <a:pt x="222" y="309"/>
                </a:lnTo>
                <a:lnTo>
                  <a:pt x="223" y="309"/>
                </a:lnTo>
                <a:lnTo>
                  <a:pt x="223" y="310"/>
                </a:lnTo>
                <a:lnTo>
                  <a:pt x="224" y="311"/>
                </a:lnTo>
                <a:lnTo>
                  <a:pt x="225" y="311"/>
                </a:lnTo>
                <a:lnTo>
                  <a:pt x="225" y="312"/>
                </a:lnTo>
                <a:lnTo>
                  <a:pt x="226" y="312"/>
                </a:lnTo>
                <a:lnTo>
                  <a:pt x="226" y="313"/>
                </a:lnTo>
                <a:lnTo>
                  <a:pt x="226" y="312"/>
                </a:lnTo>
                <a:lnTo>
                  <a:pt x="227" y="312"/>
                </a:lnTo>
                <a:lnTo>
                  <a:pt x="227" y="311"/>
                </a:lnTo>
                <a:lnTo>
                  <a:pt x="227" y="309"/>
                </a:lnTo>
                <a:lnTo>
                  <a:pt x="229" y="309"/>
                </a:lnTo>
                <a:lnTo>
                  <a:pt x="229" y="310"/>
                </a:lnTo>
                <a:lnTo>
                  <a:pt x="229" y="311"/>
                </a:lnTo>
                <a:lnTo>
                  <a:pt x="230" y="311"/>
                </a:lnTo>
                <a:lnTo>
                  <a:pt x="230" y="310"/>
                </a:lnTo>
                <a:lnTo>
                  <a:pt x="231" y="310"/>
                </a:lnTo>
                <a:lnTo>
                  <a:pt x="230" y="310"/>
                </a:lnTo>
                <a:lnTo>
                  <a:pt x="231" y="310"/>
                </a:lnTo>
                <a:lnTo>
                  <a:pt x="232" y="310"/>
                </a:lnTo>
                <a:lnTo>
                  <a:pt x="232" y="311"/>
                </a:lnTo>
                <a:lnTo>
                  <a:pt x="233" y="312"/>
                </a:lnTo>
                <a:lnTo>
                  <a:pt x="235" y="311"/>
                </a:lnTo>
                <a:lnTo>
                  <a:pt x="237" y="311"/>
                </a:lnTo>
                <a:lnTo>
                  <a:pt x="238" y="311"/>
                </a:lnTo>
                <a:lnTo>
                  <a:pt x="239" y="311"/>
                </a:lnTo>
                <a:lnTo>
                  <a:pt x="239" y="312"/>
                </a:lnTo>
                <a:lnTo>
                  <a:pt x="240" y="311"/>
                </a:lnTo>
                <a:lnTo>
                  <a:pt x="240" y="312"/>
                </a:lnTo>
                <a:lnTo>
                  <a:pt x="241" y="312"/>
                </a:lnTo>
                <a:lnTo>
                  <a:pt x="242" y="312"/>
                </a:lnTo>
                <a:lnTo>
                  <a:pt x="242" y="311"/>
                </a:lnTo>
                <a:lnTo>
                  <a:pt x="243" y="311"/>
                </a:lnTo>
                <a:lnTo>
                  <a:pt x="242" y="312"/>
                </a:lnTo>
                <a:lnTo>
                  <a:pt x="243" y="312"/>
                </a:lnTo>
                <a:lnTo>
                  <a:pt x="243" y="311"/>
                </a:lnTo>
                <a:lnTo>
                  <a:pt x="243" y="310"/>
                </a:lnTo>
                <a:lnTo>
                  <a:pt x="244" y="310"/>
                </a:lnTo>
                <a:lnTo>
                  <a:pt x="245" y="310"/>
                </a:lnTo>
                <a:lnTo>
                  <a:pt x="246" y="310"/>
                </a:lnTo>
                <a:lnTo>
                  <a:pt x="246" y="309"/>
                </a:lnTo>
                <a:lnTo>
                  <a:pt x="246" y="310"/>
                </a:lnTo>
                <a:lnTo>
                  <a:pt x="247" y="310"/>
                </a:lnTo>
                <a:lnTo>
                  <a:pt x="248" y="310"/>
                </a:lnTo>
                <a:lnTo>
                  <a:pt x="248" y="311"/>
                </a:lnTo>
                <a:lnTo>
                  <a:pt x="249" y="311"/>
                </a:lnTo>
                <a:lnTo>
                  <a:pt x="250" y="312"/>
                </a:lnTo>
                <a:lnTo>
                  <a:pt x="251" y="312"/>
                </a:lnTo>
                <a:lnTo>
                  <a:pt x="251" y="313"/>
                </a:lnTo>
                <a:lnTo>
                  <a:pt x="252" y="313"/>
                </a:lnTo>
                <a:lnTo>
                  <a:pt x="251" y="313"/>
                </a:lnTo>
                <a:lnTo>
                  <a:pt x="251" y="314"/>
                </a:lnTo>
                <a:lnTo>
                  <a:pt x="251" y="315"/>
                </a:lnTo>
                <a:lnTo>
                  <a:pt x="252" y="315"/>
                </a:lnTo>
                <a:lnTo>
                  <a:pt x="251" y="315"/>
                </a:lnTo>
                <a:lnTo>
                  <a:pt x="251" y="316"/>
                </a:lnTo>
                <a:lnTo>
                  <a:pt x="252" y="316"/>
                </a:lnTo>
                <a:lnTo>
                  <a:pt x="252" y="317"/>
                </a:lnTo>
                <a:lnTo>
                  <a:pt x="251" y="317"/>
                </a:lnTo>
                <a:lnTo>
                  <a:pt x="252" y="317"/>
                </a:lnTo>
                <a:lnTo>
                  <a:pt x="252" y="318"/>
                </a:lnTo>
                <a:lnTo>
                  <a:pt x="253" y="318"/>
                </a:lnTo>
                <a:lnTo>
                  <a:pt x="253" y="319"/>
                </a:lnTo>
                <a:lnTo>
                  <a:pt x="254" y="320"/>
                </a:lnTo>
                <a:lnTo>
                  <a:pt x="256" y="320"/>
                </a:lnTo>
                <a:lnTo>
                  <a:pt x="257" y="320"/>
                </a:lnTo>
                <a:lnTo>
                  <a:pt x="257" y="321"/>
                </a:lnTo>
                <a:lnTo>
                  <a:pt x="258" y="321"/>
                </a:lnTo>
                <a:lnTo>
                  <a:pt x="258" y="322"/>
                </a:lnTo>
                <a:lnTo>
                  <a:pt x="259" y="323"/>
                </a:lnTo>
                <a:lnTo>
                  <a:pt x="262" y="323"/>
                </a:lnTo>
                <a:lnTo>
                  <a:pt x="262" y="324"/>
                </a:lnTo>
                <a:lnTo>
                  <a:pt x="264" y="324"/>
                </a:lnTo>
                <a:lnTo>
                  <a:pt x="265" y="324"/>
                </a:lnTo>
                <a:lnTo>
                  <a:pt x="266" y="324"/>
                </a:lnTo>
                <a:lnTo>
                  <a:pt x="267" y="324"/>
                </a:lnTo>
                <a:lnTo>
                  <a:pt x="268" y="324"/>
                </a:lnTo>
                <a:lnTo>
                  <a:pt x="269" y="325"/>
                </a:lnTo>
                <a:lnTo>
                  <a:pt x="269" y="324"/>
                </a:lnTo>
                <a:lnTo>
                  <a:pt x="270" y="324"/>
                </a:lnTo>
                <a:lnTo>
                  <a:pt x="270" y="323"/>
                </a:lnTo>
                <a:lnTo>
                  <a:pt x="270" y="322"/>
                </a:lnTo>
                <a:lnTo>
                  <a:pt x="270" y="321"/>
                </a:lnTo>
                <a:lnTo>
                  <a:pt x="269" y="321"/>
                </a:lnTo>
                <a:lnTo>
                  <a:pt x="269" y="320"/>
                </a:lnTo>
                <a:lnTo>
                  <a:pt x="269" y="321"/>
                </a:lnTo>
                <a:lnTo>
                  <a:pt x="268" y="321"/>
                </a:lnTo>
                <a:lnTo>
                  <a:pt x="268" y="320"/>
                </a:lnTo>
                <a:lnTo>
                  <a:pt x="267" y="320"/>
                </a:lnTo>
                <a:lnTo>
                  <a:pt x="267" y="321"/>
                </a:lnTo>
                <a:lnTo>
                  <a:pt x="266" y="321"/>
                </a:lnTo>
                <a:lnTo>
                  <a:pt x="266" y="320"/>
                </a:lnTo>
                <a:lnTo>
                  <a:pt x="267" y="320"/>
                </a:lnTo>
                <a:lnTo>
                  <a:pt x="267" y="319"/>
                </a:lnTo>
                <a:lnTo>
                  <a:pt x="267" y="318"/>
                </a:lnTo>
                <a:lnTo>
                  <a:pt x="266" y="317"/>
                </a:lnTo>
                <a:lnTo>
                  <a:pt x="266" y="316"/>
                </a:lnTo>
                <a:lnTo>
                  <a:pt x="267" y="316"/>
                </a:lnTo>
                <a:lnTo>
                  <a:pt x="268" y="317"/>
                </a:lnTo>
                <a:lnTo>
                  <a:pt x="267" y="317"/>
                </a:lnTo>
                <a:lnTo>
                  <a:pt x="268" y="318"/>
                </a:lnTo>
                <a:lnTo>
                  <a:pt x="269" y="318"/>
                </a:lnTo>
                <a:lnTo>
                  <a:pt x="269" y="317"/>
                </a:lnTo>
                <a:lnTo>
                  <a:pt x="269" y="316"/>
                </a:lnTo>
                <a:lnTo>
                  <a:pt x="271" y="316"/>
                </a:lnTo>
                <a:lnTo>
                  <a:pt x="272" y="315"/>
                </a:lnTo>
                <a:lnTo>
                  <a:pt x="273" y="315"/>
                </a:lnTo>
                <a:lnTo>
                  <a:pt x="272" y="314"/>
                </a:lnTo>
                <a:lnTo>
                  <a:pt x="272" y="313"/>
                </a:lnTo>
                <a:lnTo>
                  <a:pt x="273" y="313"/>
                </a:lnTo>
                <a:lnTo>
                  <a:pt x="273" y="314"/>
                </a:lnTo>
                <a:lnTo>
                  <a:pt x="274" y="314"/>
                </a:lnTo>
                <a:lnTo>
                  <a:pt x="275" y="314"/>
                </a:lnTo>
                <a:lnTo>
                  <a:pt x="275" y="313"/>
                </a:lnTo>
                <a:lnTo>
                  <a:pt x="275" y="312"/>
                </a:lnTo>
                <a:lnTo>
                  <a:pt x="276" y="312"/>
                </a:lnTo>
                <a:lnTo>
                  <a:pt x="276" y="311"/>
                </a:lnTo>
                <a:lnTo>
                  <a:pt x="277" y="311"/>
                </a:lnTo>
                <a:lnTo>
                  <a:pt x="276" y="311"/>
                </a:lnTo>
                <a:lnTo>
                  <a:pt x="276" y="310"/>
                </a:lnTo>
                <a:lnTo>
                  <a:pt x="277" y="309"/>
                </a:lnTo>
                <a:lnTo>
                  <a:pt x="278" y="309"/>
                </a:lnTo>
                <a:lnTo>
                  <a:pt x="278" y="308"/>
                </a:lnTo>
                <a:lnTo>
                  <a:pt x="278" y="309"/>
                </a:lnTo>
                <a:lnTo>
                  <a:pt x="279" y="309"/>
                </a:lnTo>
                <a:lnTo>
                  <a:pt x="280" y="309"/>
                </a:lnTo>
                <a:lnTo>
                  <a:pt x="280" y="308"/>
                </a:lnTo>
                <a:lnTo>
                  <a:pt x="281" y="307"/>
                </a:lnTo>
                <a:lnTo>
                  <a:pt x="280" y="307"/>
                </a:lnTo>
                <a:lnTo>
                  <a:pt x="281" y="306"/>
                </a:lnTo>
                <a:lnTo>
                  <a:pt x="281" y="307"/>
                </a:lnTo>
                <a:lnTo>
                  <a:pt x="282" y="307"/>
                </a:lnTo>
                <a:lnTo>
                  <a:pt x="282" y="306"/>
                </a:lnTo>
                <a:lnTo>
                  <a:pt x="283" y="307"/>
                </a:lnTo>
                <a:lnTo>
                  <a:pt x="283" y="306"/>
                </a:lnTo>
                <a:lnTo>
                  <a:pt x="284" y="306"/>
                </a:lnTo>
                <a:lnTo>
                  <a:pt x="284" y="307"/>
                </a:lnTo>
                <a:lnTo>
                  <a:pt x="285" y="307"/>
                </a:lnTo>
                <a:lnTo>
                  <a:pt x="285" y="308"/>
                </a:lnTo>
                <a:lnTo>
                  <a:pt x="286" y="309"/>
                </a:lnTo>
                <a:lnTo>
                  <a:pt x="287" y="309"/>
                </a:lnTo>
                <a:lnTo>
                  <a:pt x="287" y="308"/>
                </a:lnTo>
                <a:lnTo>
                  <a:pt x="288" y="308"/>
                </a:lnTo>
                <a:lnTo>
                  <a:pt x="288" y="309"/>
                </a:lnTo>
                <a:lnTo>
                  <a:pt x="289" y="308"/>
                </a:lnTo>
                <a:lnTo>
                  <a:pt x="288" y="308"/>
                </a:lnTo>
                <a:lnTo>
                  <a:pt x="289" y="308"/>
                </a:lnTo>
                <a:lnTo>
                  <a:pt x="290" y="308"/>
                </a:lnTo>
                <a:lnTo>
                  <a:pt x="291" y="308"/>
                </a:lnTo>
                <a:lnTo>
                  <a:pt x="291" y="309"/>
                </a:lnTo>
                <a:lnTo>
                  <a:pt x="292" y="309"/>
                </a:lnTo>
                <a:lnTo>
                  <a:pt x="293" y="310"/>
                </a:lnTo>
                <a:lnTo>
                  <a:pt x="294" y="310"/>
                </a:lnTo>
                <a:lnTo>
                  <a:pt x="294" y="309"/>
                </a:lnTo>
                <a:lnTo>
                  <a:pt x="295" y="309"/>
                </a:lnTo>
                <a:lnTo>
                  <a:pt x="294" y="308"/>
                </a:lnTo>
                <a:lnTo>
                  <a:pt x="293" y="308"/>
                </a:lnTo>
                <a:lnTo>
                  <a:pt x="293" y="307"/>
                </a:lnTo>
                <a:lnTo>
                  <a:pt x="293" y="306"/>
                </a:lnTo>
                <a:lnTo>
                  <a:pt x="293" y="307"/>
                </a:lnTo>
                <a:lnTo>
                  <a:pt x="294" y="306"/>
                </a:lnTo>
                <a:lnTo>
                  <a:pt x="295" y="306"/>
                </a:lnTo>
                <a:lnTo>
                  <a:pt x="295" y="307"/>
                </a:lnTo>
                <a:lnTo>
                  <a:pt x="296" y="307"/>
                </a:lnTo>
                <a:lnTo>
                  <a:pt x="297" y="307"/>
                </a:lnTo>
                <a:lnTo>
                  <a:pt x="298" y="307"/>
                </a:lnTo>
                <a:lnTo>
                  <a:pt x="298" y="308"/>
                </a:lnTo>
                <a:lnTo>
                  <a:pt x="299" y="308"/>
                </a:lnTo>
                <a:lnTo>
                  <a:pt x="299" y="309"/>
                </a:lnTo>
                <a:lnTo>
                  <a:pt x="300" y="309"/>
                </a:lnTo>
                <a:lnTo>
                  <a:pt x="301" y="309"/>
                </a:lnTo>
                <a:lnTo>
                  <a:pt x="301" y="308"/>
                </a:lnTo>
                <a:lnTo>
                  <a:pt x="300" y="308"/>
                </a:lnTo>
                <a:lnTo>
                  <a:pt x="302" y="307"/>
                </a:lnTo>
                <a:lnTo>
                  <a:pt x="303" y="307"/>
                </a:lnTo>
                <a:lnTo>
                  <a:pt x="303" y="308"/>
                </a:lnTo>
                <a:lnTo>
                  <a:pt x="302" y="308"/>
                </a:lnTo>
                <a:lnTo>
                  <a:pt x="301" y="308"/>
                </a:lnTo>
                <a:lnTo>
                  <a:pt x="302" y="308"/>
                </a:lnTo>
                <a:lnTo>
                  <a:pt x="302" y="309"/>
                </a:lnTo>
                <a:lnTo>
                  <a:pt x="301" y="309"/>
                </a:lnTo>
                <a:lnTo>
                  <a:pt x="302" y="310"/>
                </a:lnTo>
                <a:lnTo>
                  <a:pt x="302" y="311"/>
                </a:lnTo>
                <a:lnTo>
                  <a:pt x="302" y="312"/>
                </a:lnTo>
                <a:lnTo>
                  <a:pt x="301" y="312"/>
                </a:lnTo>
                <a:lnTo>
                  <a:pt x="301" y="313"/>
                </a:lnTo>
                <a:lnTo>
                  <a:pt x="300" y="313"/>
                </a:lnTo>
                <a:lnTo>
                  <a:pt x="300" y="314"/>
                </a:lnTo>
                <a:lnTo>
                  <a:pt x="301" y="314"/>
                </a:lnTo>
                <a:lnTo>
                  <a:pt x="302" y="315"/>
                </a:lnTo>
                <a:lnTo>
                  <a:pt x="302" y="316"/>
                </a:lnTo>
                <a:lnTo>
                  <a:pt x="303" y="316"/>
                </a:lnTo>
                <a:lnTo>
                  <a:pt x="303" y="315"/>
                </a:lnTo>
                <a:lnTo>
                  <a:pt x="304" y="315"/>
                </a:lnTo>
                <a:lnTo>
                  <a:pt x="304" y="316"/>
                </a:lnTo>
                <a:lnTo>
                  <a:pt x="304" y="317"/>
                </a:lnTo>
                <a:lnTo>
                  <a:pt x="304" y="318"/>
                </a:lnTo>
                <a:lnTo>
                  <a:pt x="303" y="318"/>
                </a:lnTo>
                <a:lnTo>
                  <a:pt x="303" y="319"/>
                </a:lnTo>
                <a:lnTo>
                  <a:pt x="303" y="320"/>
                </a:lnTo>
                <a:lnTo>
                  <a:pt x="303" y="321"/>
                </a:lnTo>
                <a:lnTo>
                  <a:pt x="302" y="321"/>
                </a:lnTo>
                <a:lnTo>
                  <a:pt x="301" y="321"/>
                </a:lnTo>
                <a:lnTo>
                  <a:pt x="300" y="322"/>
                </a:lnTo>
                <a:lnTo>
                  <a:pt x="301" y="323"/>
                </a:lnTo>
                <a:lnTo>
                  <a:pt x="301" y="324"/>
                </a:lnTo>
                <a:lnTo>
                  <a:pt x="302" y="324"/>
                </a:lnTo>
                <a:lnTo>
                  <a:pt x="303" y="324"/>
                </a:lnTo>
                <a:lnTo>
                  <a:pt x="304" y="324"/>
                </a:lnTo>
                <a:lnTo>
                  <a:pt x="304" y="325"/>
                </a:lnTo>
                <a:lnTo>
                  <a:pt x="305" y="325"/>
                </a:lnTo>
                <a:lnTo>
                  <a:pt x="306" y="325"/>
                </a:lnTo>
                <a:lnTo>
                  <a:pt x="307" y="325"/>
                </a:lnTo>
                <a:lnTo>
                  <a:pt x="308" y="325"/>
                </a:lnTo>
                <a:lnTo>
                  <a:pt x="308" y="326"/>
                </a:lnTo>
                <a:lnTo>
                  <a:pt x="307" y="326"/>
                </a:lnTo>
                <a:lnTo>
                  <a:pt x="307" y="327"/>
                </a:lnTo>
                <a:lnTo>
                  <a:pt x="306" y="327"/>
                </a:lnTo>
                <a:lnTo>
                  <a:pt x="306" y="328"/>
                </a:lnTo>
                <a:lnTo>
                  <a:pt x="305" y="328"/>
                </a:lnTo>
                <a:lnTo>
                  <a:pt x="305" y="329"/>
                </a:lnTo>
                <a:lnTo>
                  <a:pt x="305" y="330"/>
                </a:lnTo>
                <a:lnTo>
                  <a:pt x="305" y="331"/>
                </a:lnTo>
                <a:lnTo>
                  <a:pt x="305" y="332"/>
                </a:lnTo>
                <a:lnTo>
                  <a:pt x="304" y="332"/>
                </a:lnTo>
                <a:lnTo>
                  <a:pt x="303" y="332"/>
                </a:lnTo>
                <a:lnTo>
                  <a:pt x="304" y="333"/>
                </a:lnTo>
                <a:lnTo>
                  <a:pt x="305" y="332"/>
                </a:lnTo>
                <a:lnTo>
                  <a:pt x="305" y="333"/>
                </a:lnTo>
                <a:lnTo>
                  <a:pt x="304" y="333"/>
                </a:lnTo>
                <a:lnTo>
                  <a:pt x="304" y="334"/>
                </a:lnTo>
                <a:lnTo>
                  <a:pt x="303" y="334"/>
                </a:lnTo>
                <a:lnTo>
                  <a:pt x="304" y="334"/>
                </a:lnTo>
                <a:lnTo>
                  <a:pt x="304" y="335"/>
                </a:lnTo>
                <a:lnTo>
                  <a:pt x="305" y="335"/>
                </a:lnTo>
                <a:lnTo>
                  <a:pt x="306" y="335"/>
                </a:lnTo>
                <a:lnTo>
                  <a:pt x="307" y="334"/>
                </a:lnTo>
                <a:lnTo>
                  <a:pt x="307" y="333"/>
                </a:lnTo>
                <a:lnTo>
                  <a:pt x="308" y="333"/>
                </a:lnTo>
                <a:lnTo>
                  <a:pt x="308" y="334"/>
                </a:lnTo>
                <a:lnTo>
                  <a:pt x="308" y="335"/>
                </a:lnTo>
                <a:lnTo>
                  <a:pt x="309" y="335"/>
                </a:lnTo>
                <a:lnTo>
                  <a:pt x="309" y="336"/>
                </a:lnTo>
                <a:lnTo>
                  <a:pt x="309" y="337"/>
                </a:lnTo>
                <a:lnTo>
                  <a:pt x="309" y="338"/>
                </a:lnTo>
                <a:lnTo>
                  <a:pt x="309" y="339"/>
                </a:lnTo>
                <a:lnTo>
                  <a:pt x="308" y="339"/>
                </a:lnTo>
                <a:lnTo>
                  <a:pt x="308" y="340"/>
                </a:lnTo>
                <a:lnTo>
                  <a:pt x="308" y="341"/>
                </a:lnTo>
                <a:lnTo>
                  <a:pt x="308" y="342"/>
                </a:lnTo>
                <a:lnTo>
                  <a:pt x="308" y="343"/>
                </a:lnTo>
                <a:lnTo>
                  <a:pt x="308" y="344"/>
                </a:lnTo>
                <a:lnTo>
                  <a:pt x="308" y="345"/>
                </a:lnTo>
                <a:lnTo>
                  <a:pt x="309" y="345"/>
                </a:lnTo>
                <a:lnTo>
                  <a:pt x="309" y="346"/>
                </a:lnTo>
                <a:lnTo>
                  <a:pt x="310" y="346"/>
                </a:lnTo>
                <a:lnTo>
                  <a:pt x="310" y="347"/>
                </a:lnTo>
                <a:lnTo>
                  <a:pt x="309" y="347"/>
                </a:lnTo>
                <a:lnTo>
                  <a:pt x="309" y="346"/>
                </a:lnTo>
                <a:lnTo>
                  <a:pt x="308" y="346"/>
                </a:lnTo>
                <a:lnTo>
                  <a:pt x="308" y="348"/>
                </a:lnTo>
                <a:lnTo>
                  <a:pt x="307" y="348"/>
                </a:lnTo>
                <a:lnTo>
                  <a:pt x="306" y="348"/>
                </a:lnTo>
                <a:lnTo>
                  <a:pt x="307" y="349"/>
                </a:lnTo>
                <a:lnTo>
                  <a:pt x="307" y="351"/>
                </a:lnTo>
                <a:lnTo>
                  <a:pt x="307" y="352"/>
                </a:lnTo>
                <a:lnTo>
                  <a:pt x="307" y="353"/>
                </a:lnTo>
                <a:lnTo>
                  <a:pt x="307" y="354"/>
                </a:lnTo>
                <a:lnTo>
                  <a:pt x="308" y="354"/>
                </a:lnTo>
                <a:lnTo>
                  <a:pt x="310" y="354"/>
                </a:lnTo>
                <a:lnTo>
                  <a:pt x="311" y="354"/>
                </a:lnTo>
                <a:lnTo>
                  <a:pt x="311" y="355"/>
                </a:lnTo>
                <a:lnTo>
                  <a:pt x="312" y="355"/>
                </a:lnTo>
                <a:lnTo>
                  <a:pt x="312" y="356"/>
                </a:lnTo>
                <a:lnTo>
                  <a:pt x="312" y="357"/>
                </a:lnTo>
                <a:lnTo>
                  <a:pt x="313" y="357"/>
                </a:lnTo>
                <a:lnTo>
                  <a:pt x="312" y="357"/>
                </a:lnTo>
                <a:lnTo>
                  <a:pt x="312" y="358"/>
                </a:lnTo>
                <a:lnTo>
                  <a:pt x="313" y="358"/>
                </a:lnTo>
                <a:lnTo>
                  <a:pt x="312" y="358"/>
                </a:lnTo>
                <a:lnTo>
                  <a:pt x="312" y="359"/>
                </a:lnTo>
                <a:lnTo>
                  <a:pt x="311" y="359"/>
                </a:lnTo>
                <a:lnTo>
                  <a:pt x="311" y="361"/>
                </a:lnTo>
                <a:lnTo>
                  <a:pt x="310" y="361"/>
                </a:lnTo>
                <a:lnTo>
                  <a:pt x="309" y="362"/>
                </a:lnTo>
                <a:lnTo>
                  <a:pt x="309" y="363"/>
                </a:lnTo>
                <a:lnTo>
                  <a:pt x="308" y="363"/>
                </a:lnTo>
                <a:lnTo>
                  <a:pt x="308" y="364"/>
                </a:lnTo>
                <a:lnTo>
                  <a:pt x="307" y="365"/>
                </a:lnTo>
                <a:lnTo>
                  <a:pt x="305" y="365"/>
                </a:lnTo>
                <a:lnTo>
                  <a:pt x="305" y="364"/>
                </a:lnTo>
                <a:lnTo>
                  <a:pt x="305" y="365"/>
                </a:lnTo>
                <a:lnTo>
                  <a:pt x="304" y="365"/>
                </a:lnTo>
                <a:lnTo>
                  <a:pt x="303" y="365"/>
                </a:lnTo>
                <a:lnTo>
                  <a:pt x="302" y="365"/>
                </a:lnTo>
                <a:lnTo>
                  <a:pt x="301" y="364"/>
                </a:lnTo>
                <a:lnTo>
                  <a:pt x="300" y="365"/>
                </a:lnTo>
                <a:lnTo>
                  <a:pt x="300" y="364"/>
                </a:lnTo>
                <a:lnTo>
                  <a:pt x="301" y="364"/>
                </a:lnTo>
                <a:lnTo>
                  <a:pt x="300" y="364"/>
                </a:lnTo>
                <a:lnTo>
                  <a:pt x="300" y="365"/>
                </a:lnTo>
                <a:lnTo>
                  <a:pt x="299" y="365"/>
                </a:lnTo>
                <a:lnTo>
                  <a:pt x="298" y="365"/>
                </a:lnTo>
                <a:lnTo>
                  <a:pt x="297" y="365"/>
                </a:lnTo>
                <a:lnTo>
                  <a:pt x="297" y="366"/>
                </a:lnTo>
                <a:lnTo>
                  <a:pt x="298" y="367"/>
                </a:lnTo>
                <a:lnTo>
                  <a:pt x="298" y="368"/>
                </a:lnTo>
                <a:lnTo>
                  <a:pt x="297" y="368"/>
                </a:lnTo>
                <a:lnTo>
                  <a:pt x="297" y="369"/>
                </a:lnTo>
                <a:lnTo>
                  <a:pt x="297" y="370"/>
                </a:lnTo>
                <a:lnTo>
                  <a:pt x="297" y="371"/>
                </a:lnTo>
                <a:lnTo>
                  <a:pt x="296" y="371"/>
                </a:lnTo>
                <a:lnTo>
                  <a:pt x="296" y="372"/>
                </a:lnTo>
                <a:lnTo>
                  <a:pt x="295" y="372"/>
                </a:lnTo>
                <a:lnTo>
                  <a:pt x="295" y="373"/>
                </a:lnTo>
                <a:lnTo>
                  <a:pt x="294" y="374"/>
                </a:lnTo>
                <a:lnTo>
                  <a:pt x="294" y="375"/>
                </a:lnTo>
                <a:lnTo>
                  <a:pt x="294" y="376"/>
                </a:lnTo>
                <a:lnTo>
                  <a:pt x="293" y="376"/>
                </a:lnTo>
                <a:lnTo>
                  <a:pt x="293" y="377"/>
                </a:lnTo>
                <a:lnTo>
                  <a:pt x="293" y="380"/>
                </a:lnTo>
                <a:lnTo>
                  <a:pt x="294" y="380"/>
                </a:lnTo>
                <a:lnTo>
                  <a:pt x="294" y="383"/>
                </a:lnTo>
                <a:lnTo>
                  <a:pt x="295" y="384"/>
                </a:lnTo>
                <a:lnTo>
                  <a:pt x="295" y="385"/>
                </a:lnTo>
                <a:lnTo>
                  <a:pt x="294" y="385"/>
                </a:lnTo>
                <a:lnTo>
                  <a:pt x="295" y="385"/>
                </a:lnTo>
                <a:lnTo>
                  <a:pt x="297" y="385"/>
                </a:lnTo>
                <a:lnTo>
                  <a:pt x="297" y="386"/>
                </a:lnTo>
                <a:lnTo>
                  <a:pt x="296" y="386"/>
                </a:lnTo>
                <a:lnTo>
                  <a:pt x="296" y="387"/>
                </a:lnTo>
                <a:lnTo>
                  <a:pt x="297" y="387"/>
                </a:lnTo>
                <a:lnTo>
                  <a:pt x="297" y="388"/>
                </a:lnTo>
                <a:lnTo>
                  <a:pt x="297" y="389"/>
                </a:lnTo>
                <a:lnTo>
                  <a:pt x="296" y="389"/>
                </a:lnTo>
                <a:lnTo>
                  <a:pt x="296" y="390"/>
                </a:lnTo>
                <a:lnTo>
                  <a:pt x="297" y="390"/>
                </a:lnTo>
                <a:lnTo>
                  <a:pt x="297" y="391"/>
                </a:lnTo>
                <a:lnTo>
                  <a:pt x="296" y="391"/>
                </a:lnTo>
                <a:lnTo>
                  <a:pt x="296" y="392"/>
                </a:lnTo>
                <a:lnTo>
                  <a:pt x="297" y="392"/>
                </a:lnTo>
                <a:lnTo>
                  <a:pt x="297" y="393"/>
                </a:lnTo>
                <a:lnTo>
                  <a:pt x="297" y="394"/>
                </a:lnTo>
                <a:lnTo>
                  <a:pt x="297" y="395"/>
                </a:lnTo>
                <a:lnTo>
                  <a:pt x="298" y="395"/>
                </a:lnTo>
                <a:lnTo>
                  <a:pt x="298" y="396"/>
                </a:lnTo>
                <a:lnTo>
                  <a:pt x="299" y="396"/>
                </a:lnTo>
                <a:lnTo>
                  <a:pt x="300" y="396"/>
                </a:lnTo>
                <a:lnTo>
                  <a:pt x="300" y="397"/>
                </a:lnTo>
                <a:lnTo>
                  <a:pt x="301" y="397"/>
                </a:lnTo>
                <a:lnTo>
                  <a:pt x="301" y="396"/>
                </a:lnTo>
                <a:lnTo>
                  <a:pt x="302" y="396"/>
                </a:lnTo>
                <a:lnTo>
                  <a:pt x="303" y="396"/>
                </a:lnTo>
                <a:lnTo>
                  <a:pt x="304" y="396"/>
                </a:lnTo>
                <a:lnTo>
                  <a:pt x="305" y="396"/>
                </a:lnTo>
                <a:lnTo>
                  <a:pt x="306" y="396"/>
                </a:lnTo>
                <a:lnTo>
                  <a:pt x="307" y="396"/>
                </a:lnTo>
                <a:lnTo>
                  <a:pt x="308" y="396"/>
                </a:lnTo>
                <a:lnTo>
                  <a:pt x="308" y="398"/>
                </a:lnTo>
                <a:lnTo>
                  <a:pt x="307" y="398"/>
                </a:lnTo>
                <a:lnTo>
                  <a:pt x="307" y="399"/>
                </a:lnTo>
                <a:lnTo>
                  <a:pt x="308" y="399"/>
                </a:lnTo>
                <a:lnTo>
                  <a:pt x="308" y="400"/>
                </a:lnTo>
                <a:lnTo>
                  <a:pt x="308" y="401"/>
                </a:lnTo>
                <a:lnTo>
                  <a:pt x="308" y="402"/>
                </a:lnTo>
                <a:lnTo>
                  <a:pt x="308" y="403"/>
                </a:lnTo>
                <a:lnTo>
                  <a:pt x="310" y="403"/>
                </a:lnTo>
                <a:lnTo>
                  <a:pt x="311" y="402"/>
                </a:lnTo>
                <a:lnTo>
                  <a:pt x="312" y="402"/>
                </a:lnTo>
                <a:lnTo>
                  <a:pt x="312" y="403"/>
                </a:lnTo>
                <a:lnTo>
                  <a:pt x="313" y="403"/>
                </a:lnTo>
                <a:lnTo>
                  <a:pt x="313" y="402"/>
                </a:lnTo>
                <a:lnTo>
                  <a:pt x="314" y="402"/>
                </a:lnTo>
                <a:lnTo>
                  <a:pt x="315" y="402"/>
                </a:lnTo>
                <a:lnTo>
                  <a:pt x="316" y="402"/>
                </a:lnTo>
                <a:lnTo>
                  <a:pt x="319" y="401"/>
                </a:lnTo>
                <a:lnTo>
                  <a:pt x="320" y="402"/>
                </a:lnTo>
                <a:lnTo>
                  <a:pt x="321" y="402"/>
                </a:lnTo>
                <a:lnTo>
                  <a:pt x="321" y="401"/>
                </a:lnTo>
                <a:lnTo>
                  <a:pt x="321" y="400"/>
                </a:lnTo>
                <a:lnTo>
                  <a:pt x="323" y="400"/>
                </a:lnTo>
                <a:lnTo>
                  <a:pt x="324" y="400"/>
                </a:lnTo>
                <a:lnTo>
                  <a:pt x="323" y="401"/>
                </a:lnTo>
                <a:lnTo>
                  <a:pt x="323" y="402"/>
                </a:lnTo>
                <a:lnTo>
                  <a:pt x="323" y="401"/>
                </a:lnTo>
                <a:lnTo>
                  <a:pt x="324" y="401"/>
                </a:lnTo>
                <a:lnTo>
                  <a:pt x="324" y="402"/>
                </a:lnTo>
                <a:lnTo>
                  <a:pt x="326" y="403"/>
                </a:lnTo>
                <a:lnTo>
                  <a:pt x="325" y="403"/>
                </a:lnTo>
                <a:lnTo>
                  <a:pt x="324" y="405"/>
                </a:lnTo>
                <a:lnTo>
                  <a:pt x="325" y="405"/>
                </a:lnTo>
                <a:lnTo>
                  <a:pt x="324" y="405"/>
                </a:lnTo>
                <a:lnTo>
                  <a:pt x="324" y="406"/>
                </a:lnTo>
                <a:lnTo>
                  <a:pt x="324" y="407"/>
                </a:lnTo>
                <a:lnTo>
                  <a:pt x="325" y="407"/>
                </a:lnTo>
                <a:lnTo>
                  <a:pt x="326" y="410"/>
                </a:lnTo>
                <a:lnTo>
                  <a:pt x="326" y="411"/>
                </a:lnTo>
                <a:lnTo>
                  <a:pt x="327" y="411"/>
                </a:lnTo>
                <a:lnTo>
                  <a:pt x="327" y="412"/>
                </a:lnTo>
                <a:lnTo>
                  <a:pt x="328" y="412"/>
                </a:lnTo>
                <a:lnTo>
                  <a:pt x="328" y="413"/>
                </a:lnTo>
                <a:lnTo>
                  <a:pt x="329" y="413"/>
                </a:lnTo>
                <a:lnTo>
                  <a:pt x="330" y="413"/>
                </a:lnTo>
                <a:lnTo>
                  <a:pt x="330" y="412"/>
                </a:lnTo>
                <a:lnTo>
                  <a:pt x="331" y="412"/>
                </a:lnTo>
                <a:lnTo>
                  <a:pt x="332" y="412"/>
                </a:lnTo>
                <a:lnTo>
                  <a:pt x="332" y="411"/>
                </a:lnTo>
                <a:lnTo>
                  <a:pt x="333" y="411"/>
                </a:lnTo>
                <a:lnTo>
                  <a:pt x="333" y="410"/>
                </a:lnTo>
                <a:lnTo>
                  <a:pt x="334" y="410"/>
                </a:lnTo>
                <a:lnTo>
                  <a:pt x="335" y="410"/>
                </a:lnTo>
                <a:lnTo>
                  <a:pt x="336" y="410"/>
                </a:lnTo>
                <a:lnTo>
                  <a:pt x="337" y="410"/>
                </a:lnTo>
                <a:lnTo>
                  <a:pt x="338" y="410"/>
                </a:lnTo>
                <a:lnTo>
                  <a:pt x="338" y="408"/>
                </a:lnTo>
                <a:lnTo>
                  <a:pt x="339" y="407"/>
                </a:lnTo>
                <a:lnTo>
                  <a:pt x="339" y="406"/>
                </a:lnTo>
                <a:lnTo>
                  <a:pt x="340" y="406"/>
                </a:lnTo>
                <a:lnTo>
                  <a:pt x="340" y="407"/>
                </a:lnTo>
                <a:lnTo>
                  <a:pt x="340" y="408"/>
                </a:lnTo>
                <a:lnTo>
                  <a:pt x="341" y="408"/>
                </a:lnTo>
                <a:lnTo>
                  <a:pt x="340" y="408"/>
                </a:lnTo>
                <a:lnTo>
                  <a:pt x="340" y="410"/>
                </a:lnTo>
                <a:lnTo>
                  <a:pt x="341" y="410"/>
                </a:lnTo>
                <a:lnTo>
                  <a:pt x="342" y="410"/>
                </a:lnTo>
                <a:lnTo>
                  <a:pt x="343" y="410"/>
                </a:lnTo>
                <a:lnTo>
                  <a:pt x="343" y="411"/>
                </a:lnTo>
                <a:lnTo>
                  <a:pt x="343" y="412"/>
                </a:lnTo>
                <a:lnTo>
                  <a:pt x="342" y="412"/>
                </a:lnTo>
                <a:lnTo>
                  <a:pt x="341" y="412"/>
                </a:lnTo>
                <a:lnTo>
                  <a:pt x="341" y="413"/>
                </a:lnTo>
                <a:lnTo>
                  <a:pt x="341" y="414"/>
                </a:lnTo>
                <a:lnTo>
                  <a:pt x="342" y="414"/>
                </a:lnTo>
                <a:lnTo>
                  <a:pt x="342" y="413"/>
                </a:lnTo>
                <a:lnTo>
                  <a:pt x="343" y="413"/>
                </a:lnTo>
                <a:lnTo>
                  <a:pt x="343" y="414"/>
                </a:lnTo>
                <a:lnTo>
                  <a:pt x="341" y="414"/>
                </a:lnTo>
                <a:lnTo>
                  <a:pt x="341" y="415"/>
                </a:lnTo>
                <a:lnTo>
                  <a:pt x="342" y="415"/>
                </a:lnTo>
                <a:lnTo>
                  <a:pt x="342" y="416"/>
                </a:lnTo>
                <a:lnTo>
                  <a:pt x="343" y="416"/>
                </a:lnTo>
                <a:lnTo>
                  <a:pt x="344" y="416"/>
                </a:lnTo>
                <a:lnTo>
                  <a:pt x="345" y="416"/>
                </a:lnTo>
                <a:lnTo>
                  <a:pt x="346" y="416"/>
                </a:lnTo>
                <a:lnTo>
                  <a:pt x="346" y="415"/>
                </a:lnTo>
                <a:lnTo>
                  <a:pt x="347" y="415"/>
                </a:lnTo>
                <a:lnTo>
                  <a:pt x="347" y="416"/>
                </a:lnTo>
                <a:lnTo>
                  <a:pt x="348" y="416"/>
                </a:lnTo>
                <a:lnTo>
                  <a:pt x="349" y="415"/>
                </a:lnTo>
                <a:lnTo>
                  <a:pt x="350" y="415"/>
                </a:lnTo>
                <a:lnTo>
                  <a:pt x="351" y="416"/>
                </a:lnTo>
                <a:lnTo>
                  <a:pt x="351" y="415"/>
                </a:lnTo>
                <a:lnTo>
                  <a:pt x="352" y="415"/>
                </a:lnTo>
                <a:lnTo>
                  <a:pt x="351" y="414"/>
                </a:lnTo>
                <a:lnTo>
                  <a:pt x="352" y="414"/>
                </a:lnTo>
                <a:lnTo>
                  <a:pt x="353" y="414"/>
                </a:lnTo>
                <a:lnTo>
                  <a:pt x="353" y="415"/>
                </a:lnTo>
                <a:lnTo>
                  <a:pt x="354" y="415"/>
                </a:lnTo>
                <a:lnTo>
                  <a:pt x="355" y="415"/>
                </a:lnTo>
                <a:lnTo>
                  <a:pt x="355" y="414"/>
                </a:lnTo>
                <a:lnTo>
                  <a:pt x="356" y="413"/>
                </a:lnTo>
                <a:lnTo>
                  <a:pt x="356" y="412"/>
                </a:lnTo>
                <a:lnTo>
                  <a:pt x="357" y="413"/>
                </a:lnTo>
                <a:lnTo>
                  <a:pt x="357" y="412"/>
                </a:lnTo>
                <a:lnTo>
                  <a:pt x="358" y="412"/>
                </a:lnTo>
                <a:lnTo>
                  <a:pt x="359" y="412"/>
                </a:lnTo>
                <a:lnTo>
                  <a:pt x="359" y="411"/>
                </a:lnTo>
                <a:lnTo>
                  <a:pt x="360" y="411"/>
                </a:lnTo>
                <a:lnTo>
                  <a:pt x="361" y="411"/>
                </a:lnTo>
                <a:lnTo>
                  <a:pt x="362" y="411"/>
                </a:lnTo>
                <a:lnTo>
                  <a:pt x="363" y="411"/>
                </a:lnTo>
                <a:lnTo>
                  <a:pt x="363" y="410"/>
                </a:lnTo>
                <a:lnTo>
                  <a:pt x="364" y="410"/>
                </a:lnTo>
                <a:lnTo>
                  <a:pt x="365" y="410"/>
                </a:lnTo>
                <a:lnTo>
                  <a:pt x="366" y="411"/>
                </a:lnTo>
                <a:lnTo>
                  <a:pt x="366" y="410"/>
                </a:lnTo>
                <a:lnTo>
                  <a:pt x="366" y="411"/>
                </a:lnTo>
                <a:lnTo>
                  <a:pt x="367" y="411"/>
                </a:lnTo>
                <a:lnTo>
                  <a:pt x="366" y="411"/>
                </a:lnTo>
                <a:lnTo>
                  <a:pt x="367" y="412"/>
                </a:lnTo>
                <a:lnTo>
                  <a:pt x="368" y="411"/>
                </a:lnTo>
                <a:lnTo>
                  <a:pt x="369" y="410"/>
                </a:lnTo>
                <a:lnTo>
                  <a:pt x="368" y="410"/>
                </a:lnTo>
                <a:lnTo>
                  <a:pt x="369" y="410"/>
                </a:lnTo>
                <a:lnTo>
                  <a:pt x="370" y="411"/>
                </a:lnTo>
                <a:lnTo>
                  <a:pt x="371" y="411"/>
                </a:lnTo>
                <a:lnTo>
                  <a:pt x="372" y="411"/>
                </a:lnTo>
                <a:lnTo>
                  <a:pt x="372" y="410"/>
                </a:lnTo>
                <a:lnTo>
                  <a:pt x="373" y="410"/>
                </a:lnTo>
                <a:lnTo>
                  <a:pt x="373" y="411"/>
                </a:lnTo>
                <a:lnTo>
                  <a:pt x="373" y="412"/>
                </a:lnTo>
                <a:lnTo>
                  <a:pt x="373" y="413"/>
                </a:lnTo>
                <a:lnTo>
                  <a:pt x="374" y="414"/>
                </a:lnTo>
                <a:lnTo>
                  <a:pt x="374" y="415"/>
                </a:lnTo>
                <a:lnTo>
                  <a:pt x="374" y="416"/>
                </a:lnTo>
                <a:lnTo>
                  <a:pt x="375" y="417"/>
                </a:lnTo>
                <a:lnTo>
                  <a:pt x="375" y="418"/>
                </a:lnTo>
                <a:lnTo>
                  <a:pt x="376" y="420"/>
                </a:lnTo>
                <a:lnTo>
                  <a:pt x="377" y="421"/>
                </a:lnTo>
                <a:lnTo>
                  <a:pt x="377" y="422"/>
                </a:lnTo>
                <a:lnTo>
                  <a:pt x="377" y="423"/>
                </a:lnTo>
                <a:lnTo>
                  <a:pt x="378" y="424"/>
                </a:lnTo>
                <a:lnTo>
                  <a:pt x="379" y="425"/>
                </a:lnTo>
                <a:lnTo>
                  <a:pt x="379" y="426"/>
                </a:lnTo>
                <a:lnTo>
                  <a:pt x="380" y="427"/>
                </a:lnTo>
                <a:lnTo>
                  <a:pt x="381" y="428"/>
                </a:lnTo>
                <a:lnTo>
                  <a:pt x="381" y="429"/>
                </a:lnTo>
                <a:lnTo>
                  <a:pt x="381" y="430"/>
                </a:lnTo>
                <a:lnTo>
                  <a:pt x="383" y="432"/>
                </a:lnTo>
                <a:lnTo>
                  <a:pt x="383" y="433"/>
                </a:lnTo>
                <a:lnTo>
                  <a:pt x="384" y="434"/>
                </a:lnTo>
                <a:lnTo>
                  <a:pt x="385" y="435"/>
                </a:lnTo>
                <a:lnTo>
                  <a:pt x="385" y="436"/>
                </a:lnTo>
                <a:lnTo>
                  <a:pt x="386" y="437"/>
                </a:lnTo>
                <a:lnTo>
                  <a:pt x="387" y="438"/>
                </a:lnTo>
                <a:lnTo>
                  <a:pt x="388" y="438"/>
                </a:lnTo>
                <a:lnTo>
                  <a:pt x="388" y="439"/>
                </a:lnTo>
                <a:lnTo>
                  <a:pt x="389" y="440"/>
                </a:lnTo>
                <a:lnTo>
                  <a:pt x="389" y="439"/>
                </a:lnTo>
                <a:lnTo>
                  <a:pt x="389" y="438"/>
                </a:lnTo>
                <a:lnTo>
                  <a:pt x="390" y="438"/>
                </a:lnTo>
                <a:lnTo>
                  <a:pt x="390" y="437"/>
                </a:lnTo>
                <a:lnTo>
                  <a:pt x="391" y="438"/>
                </a:lnTo>
                <a:lnTo>
                  <a:pt x="392" y="437"/>
                </a:lnTo>
                <a:lnTo>
                  <a:pt x="393" y="438"/>
                </a:lnTo>
                <a:lnTo>
                  <a:pt x="395" y="436"/>
                </a:lnTo>
                <a:lnTo>
                  <a:pt x="396" y="437"/>
                </a:lnTo>
                <a:lnTo>
                  <a:pt x="397" y="437"/>
                </a:lnTo>
                <a:lnTo>
                  <a:pt x="394" y="439"/>
                </a:lnTo>
                <a:lnTo>
                  <a:pt x="395" y="440"/>
                </a:lnTo>
                <a:lnTo>
                  <a:pt x="399" y="437"/>
                </a:lnTo>
                <a:lnTo>
                  <a:pt x="402" y="436"/>
                </a:lnTo>
                <a:lnTo>
                  <a:pt x="404" y="435"/>
                </a:lnTo>
                <a:lnTo>
                  <a:pt x="405" y="436"/>
                </a:lnTo>
                <a:lnTo>
                  <a:pt x="403" y="437"/>
                </a:lnTo>
                <a:lnTo>
                  <a:pt x="403" y="438"/>
                </a:lnTo>
                <a:lnTo>
                  <a:pt x="402" y="438"/>
                </a:lnTo>
                <a:lnTo>
                  <a:pt x="401" y="439"/>
                </a:lnTo>
                <a:lnTo>
                  <a:pt x="400" y="439"/>
                </a:lnTo>
                <a:lnTo>
                  <a:pt x="399" y="439"/>
                </a:lnTo>
                <a:lnTo>
                  <a:pt x="398" y="439"/>
                </a:lnTo>
                <a:lnTo>
                  <a:pt x="398" y="440"/>
                </a:lnTo>
                <a:lnTo>
                  <a:pt x="399" y="441"/>
                </a:lnTo>
                <a:lnTo>
                  <a:pt x="400" y="440"/>
                </a:lnTo>
                <a:lnTo>
                  <a:pt x="400" y="441"/>
                </a:lnTo>
                <a:lnTo>
                  <a:pt x="401" y="440"/>
                </a:lnTo>
                <a:lnTo>
                  <a:pt x="401" y="441"/>
                </a:lnTo>
                <a:lnTo>
                  <a:pt x="400" y="442"/>
                </a:lnTo>
                <a:lnTo>
                  <a:pt x="396" y="444"/>
                </a:lnTo>
                <a:lnTo>
                  <a:pt x="396" y="445"/>
                </a:lnTo>
                <a:lnTo>
                  <a:pt x="397" y="445"/>
                </a:lnTo>
                <a:lnTo>
                  <a:pt x="396" y="446"/>
                </a:lnTo>
                <a:lnTo>
                  <a:pt x="394" y="446"/>
                </a:lnTo>
                <a:lnTo>
                  <a:pt x="392" y="445"/>
                </a:lnTo>
                <a:lnTo>
                  <a:pt x="391" y="446"/>
                </a:lnTo>
                <a:lnTo>
                  <a:pt x="393" y="448"/>
                </a:lnTo>
                <a:lnTo>
                  <a:pt x="393" y="449"/>
                </a:lnTo>
                <a:lnTo>
                  <a:pt x="392" y="450"/>
                </a:lnTo>
                <a:lnTo>
                  <a:pt x="392" y="451"/>
                </a:lnTo>
                <a:lnTo>
                  <a:pt x="392" y="452"/>
                </a:lnTo>
                <a:lnTo>
                  <a:pt x="391" y="452"/>
                </a:lnTo>
                <a:lnTo>
                  <a:pt x="391" y="453"/>
                </a:lnTo>
                <a:lnTo>
                  <a:pt x="391" y="454"/>
                </a:lnTo>
                <a:lnTo>
                  <a:pt x="390" y="455"/>
                </a:lnTo>
                <a:lnTo>
                  <a:pt x="391" y="455"/>
                </a:lnTo>
                <a:lnTo>
                  <a:pt x="392" y="455"/>
                </a:lnTo>
                <a:lnTo>
                  <a:pt x="392" y="456"/>
                </a:lnTo>
                <a:lnTo>
                  <a:pt x="391" y="456"/>
                </a:lnTo>
                <a:lnTo>
                  <a:pt x="390" y="456"/>
                </a:lnTo>
                <a:lnTo>
                  <a:pt x="389" y="456"/>
                </a:lnTo>
                <a:lnTo>
                  <a:pt x="388" y="456"/>
                </a:lnTo>
                <a:lnTo>
                  <a:pt x="388" y="457"/>
                </a:lnTo>
                <a:lnTo>
                  <a:pt x="389" y="458"/>
                </a:lnTo>
                <a:lnTo>
                  <a:pt x="389" y="459"/>
                </a:lnTo>
                <a:lnTo>
                  <a:pt x="389" y="460"/>
                </a:lnTo>
                <a:lnTo>
                  <a:pt x="388" y="460"/>
                </a:lnTo>
                <a:lnTo>
                  <a:pt x="387" y="460"/>
                </a:lnTo>
                <a:lnTo>
                  <a:pt x="386" y="461"/>
                </a:lnTo>
                <a:lnTo>
                  <a:pt x="386" y="462"/>
                </a:lnTo>
                <a:lnTo>
                  <a:pt x="385" y="462"/>
                </a:lnTo>
                <a:lnTo>
                  <a:pt x="385" y="464"/>
                </a:lnTo>
                <a:lnTo>
                  <a:pt x="383" y="465"/>
                </a:lnTo>
                <a:lnTo>
                  <a:pt x="382" y="465"/>
                </a:lnTo>
                <a:lnTo>
                  <a:pt x="381" y="465"/>
                </a:lnTo>
                <a:lnTo>
                  <a:pt x="380" y="465"/>
                </a:lnTo>
                <a:lnTo>
                  <a:pt x="379" y="466"/>
                </a:lnTo>
                <a:lnTo>
                  <a:pt x="377" y="466"/>
                </a:lnTo>
                <a:lnTo>
                  <a:pt x="375" y="466"/>
                </a:lnTo>
                <a:lnTo>
                  <a:pt x="374" y="466"/>
                </a:lnTo>
                <a:lnTo>
                  <a:pt x="373" y="466"/>
                </a:lnTo>
                <a:lnTo>
                  <a:pt x="372" y="466"/>
                </a:lnTo>
                <a:lnTo>
                  <a:pt x="371" y="466"/>
                </a:lnTo>
                <a:lnTo>
                  <a:pt x="371" y="467"/>
                </a:lnTo>
                <a:lnTo>
                  <a:pt x="370" y="467"/>
                </a:lnTo>
                <a:lnTo>
                  <a:pt x="370" y="468"/>
                </a:lnTo>
                <a:lnTo>
                  <a:pt x="370" y="469"/>
                </a:lnTo>
                <a:lnTo>
                  <a:pt x="369" y="470"/>
                </a:lnTo>
                <a:lnTo>
                  <a:pt x="368" y="471"/>
                </a:lnTo>
                <a:lnTo>
                  <a:pt x="368" y="472"/>
                </a:lnTo>
                <a:lnTo>
                  <a:pt x="367" y="473"/>
                </a:lnTo>
                <a:lnTo>
                  <a:pt x="367" y="474"/>
                </a:lnTo>
                <a:lnTo>
                  <a:pt x="367" y="475"/>
                </a:lnTo>
                <a:lnTo>
                  <a:pt x="366" y="475"/>
                </a:lnTo>
                <a:lnTo>
                  <a:pt x="366" y="477"/>
                </a:lnTo>
                <a:lnTo>
                  <a:pt x="366" y="478"/>
                </a:lnTo>
                <a:lnTo>
                  <a:pt x="366" y="479"/>
                </a:lnTo>
                <a:lnTo>
                  <a:pt x="365" y="479"/>
                </a:lnTo>
                <a:lnTo>
                  <a:pt x="365" y="480"/>
                </a:lnTo>
                <a:lnTo>
                  <a:pt x="364" y="480"/>
                </a:lnTo>
                <a:lnTo>
                  <a:pt x="364" y="481"/>
                </a:lnTo>
                <a:lnTo>
                  <a:pt x="363" y="482"/>
                </a:lnTo>
                <a:lnTo>
                  <a:pt x="362" y="483"/>
                </a:lnTo>
                <a:lnTo>
                  <a:pt x="362" y="484"/>
                </a:lnTo>
                <a:lnTo>
                  <a:pt x="359" y="488"/>
                </a:lnTo>
                <a:lnTo>
                  <a:pt x="358" y="489"/>
                </a:lnTo>
                <a:lnTo>
                  <a:pt x="357" y="489"/>
                </a:lnTo>
                <a:lnTo>
                  <a:pt x="356" y="489"/>
                </a:lnTo>
                <a:lnTo>
                  <a:pt x="355" y="489"/>
                </a:lnTo>
                <a:lnTo>
                  <a:pt x="354" y="488"/>
                </a:lnTo>
                <a:lnTo>
                  <a:pt x="352" y="488"/>
                </a:lnTo>
                <a:lnTo>
                  <a:pt x="351" y="488"/>
                </a:lnTo>
                <a:lnTo>
                  <a:pt x="351" y="487"/>
                </a:lnTo>
                <a:lnTo>
                  <a:pt x="350" y="487"/>
                </a:lnTo>
                <a:lnTo>
                  <a:pt x="348" y="487"/>
                </a:lnTo>
                <a:lnTo>
                  <a:pt x="348" y="488"/>
                </a:lnTo>
                <a:lnTo>
                  <a:pt x="347" y="488"/>
                </a:lnTo>
                <a:lnTo>
                  <a:pt x="346" y="489"/>
                </a:lnTo>
                <a:lnTo>
                  <a:pt x="345" y="489"/>
                </a:lnTo>
                <a:lnTo>
                  <a:pt x="344" y="489"/>
                </a:lnTo>
                <a:lnTo>
                  <a:pt x="344" y="490"/>
                </a:lnTo>
                <a:lnTo>
                  <a:pt x="343" y="490"/>
                </a:lnTo>
                <a:lnTo>
                  <a:pt x="342" y="490"/>
                </a:lnTo>
                <a:lnTo>
                  <a:pt x="341" y="489"/>
                </a:lnTo>
                <a:lnTo>
                  <a:pt x="340" y="489"/>
                </a:lnTo>
                <a:lnTo>
                  <a:pt x="338" y="489"/>
                </a:lnTo>
                <a:lnTo>
                  <a:pt x="337" y="489"/>
                </a:lnTo>
                <a:lnTo>
                  <a:pt x="336" y="489"/>
                </a:lnTo>
                <a:lnTo>
                  <a:pt x="335" y="489"/>
                </a:lnTo>
                <a:lnTo>
                  <a:pt x="334" y="490"/>
                </a:lnTo>
                <a:lnTo>
                  <a:pt x="333" y="490"/>
                </a:lnTo>
                <a:lnTo>
                  <a:pt x="332" y="489"/>
                </a:lnTo>
                <a:lnTo>
                  <a:pt x="329" y="489"/>
                </a:lnTo>
                <a:lnTo>
                  <a:pt x="328" y="489"/>
                </a:lnTo>
                <a:lnTo>
                  <a:pt x="327" y="489"/>
                </a:lnTo>
                <a:lnTo>
                  <a:pt x="326" y="489"/>
                </a:lnTo>
                <a:lnTo>
                  <a:pt x="325" y="489"/>
                </a:lnTo>
                <a:lnTo>
                  <a:pt x="324" y="489"/>
                </a:lnTo>
                <a:lnTo>
                  <a:pt x="323" y="490"/>
                </a:lnTo>
                <a:lnTo>
                  <a:pt x="322" y="490"/>
                </a:lnTo>
                <a:lnTo>
                  <a:pt x="320" y="490"/>
                </a:lnTo>
                <a:lnTo>
                  <a:pt x="318" y="490"/>
                </a:lnTo>
                <a:lnTo>
                  <a:pt x="317" y="489"/>
                </a:lnTo>
                <a:lnTo>
                  <a:pt x="316" y="489"/>
                </a:lnTo>
                <a:lnTo>
                  <a:pt x="316" y="490"/>
                </a:lnTo>
                <a:lnTo>
                  <a:pt x="315" y="490"/>
                </a:lnTo>
                <a:lnTo>
                  <a:pt x="314" y="490"/>
                </a:lnTo>
                <a:lnTo>
                  <a:pt x="314" y="489"/>
                </a:lnTo>
                <a:lnTo>
                  <a:pt x="312" y="489"/>
                </a:lnTo>
                <a:lnTo>
                  <a:pt x="311" y="489"/>
                </a:lnTo>
                <a:lnTo>
                  <a:pt x="310" y="489"/>
                </a:lnTo>
                <a:lnTo>
                  <a:pt x="309" y="489"/>
                </a:lnTo>
                <a:lnTo>
                  <a:pt x="308" y="489"/>
                </a:lnTo>
                <a:lnTo>
                  <a:pt x="306" y="490"/>
                </a:lnTo>
                <a:lnTo>
                  <a:pt x="305" y="490"/>
                </a:lnTo>
                <a:lnTo>
                  <a:pt x="304" y="490"/>
                </a:lnTo>
                <a:lnTo>
                  <a:pt x="304" y="489"/>
                </a:lnTo>
                <a:lnTo>
                  <a:pt x="303" y="489"/>
                </a:lnTo>
                <a:lnTo>
                  <a:pt x="302" y="489"/>
                </a:lnTo>
                <a:lnTo>
                  <a:pt x="301" y="489"/>
                </a:lnTo>
                <a:lnTo>
                  <a:pt x="300" y="489"/>
                </a:lnTo>
                <a:lnTo>
                  <a:pt x="300" y="490"/>
                </a:lnTo>
                <a:lnTo>
                  <a:pt x="300" y="491"/>
                </a:lnTo>
                <a:lnTo>
                  <a:pt x="298" y="493"/>
                </a:lnTo>
                <a:lnTo>
                  <a:pt x="297" y="494"/>
                </a:lnTo>
                <a:lnTo>
                  <a:pt x="297" y="495"/>
                </a:lnTo>
                <a:lnTo>
                  <a:pt x="297" y="497"/>
                </a:lnTo>
                <a:lnTo>
                  <a:pt x="297" y="498"/>
                </a:lnTo>
                <a:lnTo>
                  <a:pt x="296" y="498"/>
                </a:lnTo>
                <a:lnTo>
                  <a:pt x="295" y="498"/>
                </a:lnTo>
                <a:lnTo>
                  <a:pt x="295" y="497"/>
                </a:lnTo>
                <a:lnTo>
                  <a:pt x="294" y="497"/>
                </a:lnTo>
                <a:lnTo>
                  <a:pt x="294" y="498"/>
                </a:lnTo>
                <a:lnTo>
                  <a:pt x="294" y="499"/>
                </a:lnTo>
                <a:lnTo>
                  <a:pt x="295" y="499"/>
                </a:lnTo>
                <a:lnTo>
                  <a:pt x="294" y="500"/>
                </a:lnTo>
                <a:lnTo>
                  <a:pt x="293" y="500"/>
                </a:lnTo>
                <a:lnTo>
                  <a:pt x="292" y="500"/>
                </a:lnTo>
                <a:lnTo>
                  <a:pt x="292" y="501"/>
                </a:lnTo>
                <a:lnTo>
                  <a:pt x="291" y="501"/>
                </a:lnTo>
                <a:lnTo>
                  <a:pt x="290" y="501"/>
                </a:lnTo>
                <a:lnTo>
                  <a:pt x="290" y="502"/>
                </a:lnTo>
                <a:lnTo>
                  <a:pt x="290" y="504"/>
                </a:lnTo>
                <a:lnTo>
                  <a:pt x="289" y="505"/>
                </a:lnTo>
                <a:lnTo>
                  <a:pt x="289" y="506"/>
                </a:lnTo>
                <a:lnTo>
                  <a:pt x="288" y="506"/>
                </a:lnTo>
                <a:lnTo>
                  <a:pt x="287" y="506"/>
                </a:lnTo>
                <a:lnTo>
                  <a:pt x="287" y="507"/>
                </a:lnTo>
                <a:lnTo>
                  <a:pt x="287" y="508"/>
                </a:lnTo>
                <a:lnTo>
                  <a:pt x="286" y="508"/>
                </a:lnTo>
                <a:lnTo>
                  <a:pt x="286" y="509"/>
                </a:lnTo>
                <a:lnTo>
                  <a:pt x="285" y="510"/>
                </a:lnTo>
                <a:lnTo>
                  <a:pt x="284" y="511"/>
                </a:lnTo>
                <a:lnTo>
                  <a:pt x="284" y="512"/>
                </a:lnTo>
                <a:lnTo>
                  <a:pt x="283" y="512"/>
                </a:lnTo>
                <a:lnTo>
                  <a:pt x="281" y="513"/>
                </a:lnTo>
                <a:lnTo>
                  <a:pt x="281" y="514"/>
                </a:lnTo>
                <a:lnTo>
                  <a:pt x="280" y="514"/>
                </a:lnTo>
                <a:lnTo>
                  <a:pt x="280" y="515"/>
                </a:lnTo>
                <a:lnTo>
                  <a:pt x="279" y="515"/>
                </a:lnTo>
                <a:lnTo>
                  <a:pt x="278" y="516"/>
                </a:lnTo>
                <a:lnTo>
                  <a:pt x="278" y="517"/>
                </a:lnTo>
                <a:lnTo>
                  <a:pt x="277" y="518"/>
                </a:lnTo>
                <a:lnTo>
                  <a:pt x="276" y="518"/>
                </a:lnTo>
                <a:lnTo>
                  <a:pt x="276" y="519"/>
                </a:lnTo>
                <a:lnTo>
                  <a:pt x="275" y="520"/>
                </a:lnTo>
                <a:lnTo>
                  <a:pt x="274" y="521"/>
                </a:lnTo>
                <a:lnTo>
                  <a:pt x="273" y="522"/>
                </a:lnTo>
                <a:lnTo>
                  <a:pt x="271" y="522"/>
                </a:lnTo>
                <a:lnTo>
                  <a:pt x="271" y="523"/>
                </a:lnTo>
                <a:lnTo>
                  <a:pt x="270" y="523"/>
                </a:lnTo>
                <a:lnTo>
                  <a:pt x="270" y="524"/>
                </a:lnTo>
                <a:lnTo>
                  <a:pt x="269" y="526"/>
                </a:lnTo>
                <a:lnTo>
                  <a:pt x="269" y="527"/>
                </a:lnTo>
                <a:lnTo>
                  <a:pt x="268" y="527"/>
                </a:lnTo>
                <a:lnTo>
                  <a:pt x="268" y="526"/>
                </a:lnTo>
                <a:lnTo>
                  <a:pt x="267" y="526"/>
                </a:lnTo>
                <a:lnTo>
                  <a:pt x="266" y="525"/>
                </a:lnTo>
                <a:lnTo>
                  <a:pt x="266" y="524"/>
                </a:lnTo>
                <a:lnTo>
                  <a:pt x="266" y="523"/>
                </a:lnTo>
                <a:lnTo>
                  <a:pt x="265" y="523"/>
                </a:lnTo>
                <a:lnTo>
                  <a:pt x="264" y="523"/>
                </a:lnTo>
                <a:lnTo>
                  <a:pt x="264" y="522"/>
                </a:lnTo>
                <a:lnTo>
                  <a:pt x="263" y="522"/>
                </a:lnTo>
                <a:lnTo>
                  <a:pt x="262" y="521"/>
                </a:lnTo>
                <a:lnTo>
                  <a:pt x="263" y="520"/>
                </a:lnTo>
                <a:lnTo>
                  <a:pt x="264" y="520"/>
                </a:lnTo>
                <a:lnTo>
                  <a:pt x="263" y="520"/>
                </a:lnTo>
                <a:lnTo>
                  <a:pt x="263" y="518"/>
                </a:lnTo>
                <a:lnTo>
                  <a:pt x="262" y="518"/>
                </a:lnTo>
                <a:lnTo>
                  <a:pt x="263" y="517"/>
                </a:lnTo>
                <a:lnTo>
                  <a:pt x="262" y="517"/>
                </a:lnTo>
                <a:lnTo>
                  <a:pt x="262" y="518"/>
                </a:lnTo>
                <a:lnTo>
                  <a:pt x="261" y="518"/>
                </a:lnTo>
                <a:lnTo>
                  <a:pt x="260" y="518"/>
                </a:lnTo>
                <a:lnTo>
                  <a:pt x="260" y="517"/>
                </a:lnTo>
                <a:lnTo>
                  <a:pt x="260" y="516"/>
                </a:lnTo>
                <a:lnTo>
                  <a:pt x="259" y="516"/>
                </a:lnTo>
                <a:lnTo>
                  <a:pt x="258" y="516"/>
                </a:lnTo>
                <a:lnTo>
                  <a:pt x="259" y="516"/>
                </a:lnTo>
                <a:lnTo>
                  <a:pt x="259" y="517"/>
                </a:lnTo>
                <a:lnTo>
                  <a:pt x="260" y="517"/>
                </a:lnTo>
                <a:lnTo>
                  <a:pt x="259" y="517"/>
                </a:lnTo>
                <a:lnTo>
                  <a:pt x="258" y="517"/>
                </a:lnTo>
                <a:lnTo>
                  <a:pt x="258" y="518"/>
                </a:lnTo>
                <a:lnTo>
                  <a:pt x="257" y="518"/>
                </a:lnTo>
                <a:lnTo>
                  <a:pt x="257" y="517"/>
                </a:lnTo>
                <a:lnTo>
                  <a:pt x="256" y="517"/>
                </a:lnTo>
                <a:lnTo>
                  <a:pt x="256" y="518"/>
                </a:lnTo>
                <a:lnTo>
                  <a:pt x="257" y="518"/>
                </a:lnTo>
                <a:lnTo>
                  <a:pt x="256" y="518"/>
                </a:lnTo>
                <a:lnTo>
                  <a:pt x="256" y="519"/>
                </a:lnTo>
                <a:lnTo>
                  <a:pt x="255" y="519"/>
                </a:lnTo>
                <a:lnTo>
                  <a:pt x="255" y="520"/>
                </a:lnTo>
                <a:lnTo>
                  <a:pt x="256" y="520"/>
                </a:lnTo>
                <a:lnTo>
                  <a:pt x="255" y="521"/>
                </a:lnTo>
                <a:lnTo>
                  <a:pt x="256" y="522"/>
                </a:lnTo>
                <a:lnTo>
                  <a:pt x="255" y="522"/>
                </a:lnTo>
                <a:lnTo>
                  <a:pt x="254" y="522"/>
                </a:lnTo>
                <a:lnTo>
                  <a:pt x="255" y="523"/>
                </a:lnTo>
                <a:lnTo>
                  <a:pt x="255" y="524"/>
                </a:lnTo>
                <a:lnTo>
                  <a:pt x="255" y="525"/>
                </a:lnTo>
                <a:lnTo>
                  <a:pt x="256" y="525"/>
                </a:lnTo>
                <a:lnTo>
                  <a:pt x="256" y="524"/>
                </a:lnTo>
                <a:lnTo>
                  <a:pt x="256" y="525"/>
                </a:lnTo>
                <a:lnTo>
                  <a:pt x="255" y="525"/>
                </a:lnTo>
                <a:lnTo>
                  <a:pt x="255" y="526"/>
                </a:lnTo>
                <a:lnTo>
                  <a:pt x="256" y="526"/>
                </a:lnTo>
                <a:lnTo>
                  <a:pt x="255" y="526"/>
                </a:lnTo>
                <a:lnTo>
                  <a:pt x="254" y="526"/>
                </a:lnTo>
                <a:lnTo>
                  <a:pt x="254" y="527"/>
                </a:lnTo>
                <a:lnTo>
                  <a:pt x="255" y="527"/>
                </a:lnTo>
                <a:lnTo>
                  <a:pt x="255" y="528"/>
                </a:lnTo>
                <a:lnTo>
                  <a:pt x="254" y="528"/>
                </a:lnTo>
                <a:lnTo>
                  <a:pt x="253" y="527"/>
                </a:lnTo>
                <a:lnTo>
                  <a:pt x="253" y="526"/>
                </a:lnTo>
                <a:lnTo>
                  <a:pt x="252" y="526"/>
                </a:lnTo>
                <a:lnTo>
                  <a:pt x="252" y="525"/>
                </a:lnTo>
                <a:lnTo>
                  <a:pt x="251" y="525"/>
                </a:lnTo>
                <a:lnTo>
                  <a:pt x="251" y="526"/>
                </a:lnTo>
                <a:lnTo>
                  <a:pt x="250" y="526"/>
                </a:lnTo>
                <a:lnTo>
                  <a:pt x="250" y="527"/>
                </a:lnTo>
                <a:lnTo>
                  <a:pt x="250" y="528"/>
                </a:lnTo>
                <a:lnTo>
                  <a:pt x="251" y="528"/>
                </a:lnTo>
                <a:lnTo>
                  <a:pt x="251" y="529"/>
                </a:lnTo>
                <a:lnTo>
                  <a:pt x="251" y="530"/>
                </a:lnTo>
                <a:lnTo>
                  <a:pt x="250" y="530"/>
                </a:lnTo>
                <a:lnTo>
                  <a:pt x="250" y="531"/>
                </a:lnTo>
                <a:lnTo>
                  <a:pt x="250" y="532"/>
                </a:lnTo>
                <a:lnTo>
                  <a:pt x="252" y="532"/>
                </a:lnTo>
                <a:lnTo>
                  <a:pt x="253" y="532"/>
                </a:lnTo>
                <a:lnTo>
                  <a:pt x="253" y="531"/>
                </a:lnTo>
                <a:lnTo>
                  <a:pt x="254" y="531"/>
                </a:lnTo>
                <a:lnTo>
                  <a:pt x="254" y="532"/>
                </a:lnTo>
                <a:lnTo>
                  <a:pt x="253" y="532"/>
                </a:lnTo>
                <a:lnTo>
                  <a:pt x="253" y="533"/>
                </a:lnTo>
                <a:lnTo>
                  <a:pt x="254" y="532"/>
                </a:lnTo>
                <a:lnTo>
                  <a:pt x="254" y="533"/>
                </a:lnTo>
                <a:lnTo>
                  <a:pt x="255" y="534"/>
                </a:lnTo>
                <a:lnTo>
                  <a:pt x="255" y="535"/>
                </a:lnTo>
                <a:lnTo>
                  <a:pt x="254" y="535"/>
                </a:lnTo>
                <a:lnTo>
                  <a:pt x="254" y="536"/>
                </a:lnTo>
                <a:lnTo>
                  <a:pt x="253" y="536"/>
                </a:lnTo>
                <a:lnTo>
                  <a:pt x="252" y="536"/>
                </a:lnTo>
                <a:lnTo>
                  <a:pt x="252" y="537"/>
                </a:lnTo>
                <a:lnTo>
                  <a:pt x="251" y="538"/>
                </a:lnTo>
                <a:lnTo>
                  <a:pt x="251" y="539"/>
                </a:lnTo>
                <a:lnTo>
                  <a:pt x="250" y="538"/>
                </a:lnTo>
                <a:lnTo>
                  <a:pt x="249" y="538"/>
                </a:lnTo>
                <a:lnTo>
                  <a:pt x="248" y="538"/>
                </a:lnTo>
                <a:lnTo>
                  <a:pt x="247" y="538"/>
                </a:lnTo>
                <a:lnTo>
                  <a:pt x="246" y="538"/>
                </a:lnTo>
                <a:lnTo>
                  <a:pt x="246" y="537"/>
                </a:lnTo>
                <a:lnTo>
                  <a:pt x="245" y="537"/>
                </a:lnTo>
                <a:lnTo>
                  <a:pt x="245" y="536"/>
                </a:lnTo>
                <a:lnTo>
                  <a:pt x="244" y="536"/>
                </a:lnTo>
                <a:lnTo>
                  <a:pt x="243" y="537"/>
                </a:lnTo>
                <a:lnTo>
                  <a:pt x="242" y="537"/>
                </a:lnTo>
                <a:lnTo>
                  <a:pt x="241" y="537"/>
                </a:lnTo>
                <a:lnTo>
                  <a:pt x="240" y="537"/>
                </a:lnTo>
                <a:lnTo>
                  <a:pt x="239" y="538"/>
                </a:lnTo>
                <a:lnTo>
                  <a:pt x="238" y="538"/>
                </a:lnTo>
                <a:lnTo>
                  <a:pt x="237" y="537"/>
                </a:lnTo>
                <a:lnTo>
                  <a:pt x="236" y="537"/>
                </a:lnTo>
                <a:lnTo>
                  <a:pt x="236" y="538"/>
                </a:lnTo>
                <a:lnTo>
                  <a:pt x="235" y="538"/>
                </a:lnTo>
                <a:lnTo>
                  <a:pt x="234" y="538"/>
                </a:lnTo>
                <a:lnTo>
                  <a:pt x="234" y="539"/>
                </a:lnTo>
                <a:lnTo>
                  <a:pt x="233" y="539"/>
                </a:lnTo>
                <a:lnTo>
                  <a:pt x="232" y="539"/>
                </a:lnTo>
                <a:lnTo>
                  <a:pt x="231" y="539"/>
                </a:lnTo>
                <a:lnTo>
                  <a:pt x="231" y="540"/>
                </a:lnTo>
                <a:lnTo>
                  <a:pt x="230" y="540"/>
                </a:lnTo>
                <a:lnTo>
                  <a:pt x="229" y="541"/>
                </a:lnTo>
                <a:lnTo>
                  <a:pt x="228" y="540"/>
                </a:lnTo>
                <a:lnTo>
                  <a:pt x="227" y="541"/>
                </a:lnTo>
                <a:lnTo>
                  <a:pt x="228" y="542"/>
                </a:lnTo>
                <a:lnTo>
                  <a:pt x="228" y="543"/>
                </a:lnTo>
                <a:lnTo>
                  <a:pt x="228" y="544"/>
                </a:lnTo>
                <a:lnTo>
                  <a:pt x="227" y="545"/>
                </a:lnTo>
                <a:lnTo>
                  <a:pt x="227" y="546"/>
                </a:lnTo>
                <a:lnTo>
                  <a:pt x="227" y="547"/>
                </a:lnTo>
                <a:lnTo>
                  <a:pt x="227" y="548"/>
                </a:lnTo>
                <a:lnTo>
                  <a:pt x="227" y="549"/>
                </a:lnTo>
                <a:lnTo>
                  <a:pt x="226" y="550"/>
                </a:lnTo>
                <a:lnTo>
                  <a:pt x="227" y="550"/>
                </a:lnTo>
                <a:lnTo>
                  <a:pt x="227" y="551"/>
                </a:lnTo>
                <a:lnTo>
                  <a:pt x="226" y="551"/>
                </a:lnTo>
                <a:lnTo>
                  <a:pt x="225" y="552"/>
                </a:lnTo>
                <a:lnTo>
                  <a:pt x="224" y="552"/>
                </a:lnTo>
                <a:lnTo>
                  <a:pt x="223" y="553"/>
                </a:lnTo>
                <a:lnTo>
                  <a:pt x="222" y="553"/>
                </a:lnTo>
                <a:lnTo>
                  <a:pt x="222" y="554"/>
                </a:lnTo>
                <a:lnTo>
                  <a:pt x="221" y="555"/>
                </a:lnTo>
                <a:lnTo>
                  <a:pt x="221" y="556"/>
                </a:lnTo>
                <a:lnTo>
                  <a:pt x="222" y="557"/>
                </a:lnTo>
                <a:lnTo>
                  <a:pt x="221" y="557"/>
                </a:lnTo>
                <a:lnTo>
                  <a:pt x="221" y="558"/>
                </a:lnTo>
                <a:lnTo>
                  <a:pt x="221" y="559"/>
                </a:lnTo>
                <a:lnTo>
                  <a:pt x="220" y="559"/>
                </a:lnTo>
                <a:lnTo>
                  <a:pt x="219" y="559"/>
                </a:lnTo>
                <a:lnTo>
                  <a:pt x="219" y="560"/>
                </a:lnTo>
                <a:lnTo>
                  <a:pt x="219" y="561"/>
                </a:lnTo>
                <a:lnTo>
                  <a:pt x="219" y="562"/>
                </a:lnTo>
                <a:lnTo>
                  <a:pt x="219" y="563"/>
                </a:lnTo>
                <a:lnTo>
                  <a:pt x="219" y="564"/>
                </a:lnTo>
                <a:lnTo>
                  <a:pt x="219" y="565"/>
                </a:lnTo>
                <a:lnTo>
                  <a:pt x="218" y="565"/>
                </a:lnTo>
                <a:lnTo>
                  <a:pt x="218" y="566"/>
                </a:lnTo>
                <a:lnTo>
                  <a:pt x="218" y="567"/>
                </a:lnTo>
                <a:lnTo>
                  <a:pt x="218" y="568"/>
                </a:lnTo>
                <a:lnTo>
                  <a:pt x="217" y="568"/>
                </a:lnTo>
                <a:lnTo>
                  <a:pt x="217" y="569"/>
                </a:lnTo>
                <a:lnTo>
                  <a:pt x="216" y="569"/>
                </a:lnTo>
                <a:lnTo>
                  <a:pt x="216" y="570"/>
                </a:lnTo>
                <a:lnTo>
                  <a:pt x="215" y="570"/>
                </a:lnTo>
                <a:lnTo>
                  <a:pt x="214" y="571"/>
                </a:lnTo>
                <a:lnTo>
                  <a:pt x="214" y="572"/>
                </a:lnTo>
                <a:lnTo>
                  <a:pt x="213" y="572"/>
                </a:lnTo>
                <a:lnTo>
                  <a:pt x="212" y="572"/>
                </a:lnTo>
                <a:lnTo>
                  <a:pt x="212" y="573"/>
                </a:lnTo>
                <a:lnTo>
                  <a:pt x="213" y="573"/>
                </a:lnTo>
                <a:lnTo>
                  <a:pt x="212" y="574"/>
                </a:lnTo>
                <a:lnTo>
                  <a:pt x="211" y="575"/>
                </a:lnTo>
                <a:lnTo>
                  <a:pt x="210" y="575"/>
                </a:lnTo>
                <a:lnTo>
                  <a:pt x="209" y="576"/>
                </a:lnTo>
                <a:lnTo>
                  <a:pt x="209" y="577"/>
                </a:lnTo>
                <a:lnTo>
                  <a:pt x="210" y="577"/>
                </a:lnTo>
                <a:lnTo>
                  <a:pt x="210" y="578"/>
                </a:lnTo>
                <a:lnTo>
                  <a:pt x="210" y="579"/>
                </a:lnTo>
                <a:lnTo>
                  <a:pt x="210" y="578"/>
                </a:lnTo>
                <a:lnTo>
                  <a:pt x="211" y="578"/>
                </a:lnTo>
                <a:lnTo>
                  <a:pt x="211" y="579"/>
                </a:lnTo>
                <a:lnTo>
                  <a:pt x="210" y="580"/>
                </a:lnTo>
                <a:lnTo>
                  <a:pt x="210" y="581"/>
                </a:lnTo>
                <a:lnTo>
                  <a:pt x="209" y="581"/>
                </a:lnTo>
                <a:lnTo>
                  <a:pt x="209" y="582"/>
                </a:lnTo>
                <a:lnTo>
                  <a:pt x="208" y="582"/>
                </a:lnTo>
                <a:lnTo>
                  <a:pt x="208" y="583"/>
                </a:lnTo>
                <a:lnTo>
                  <a:pt x="208" y="584"/>
                </a:lnTo>
                <a:lnTo>
                  <a:pt x="208" y="585"/>
                </a:lnTo>
                <a:lnTo>
                  <a:pt x="207" y="585"/>
                </a:lnTo>
                <a:lnTo>
                  <a:pt x="206" y="585"/>
                </a:lnTo>
                <a:lnTo>
                  <a:pt x="206" y="586"/>
                </a:lnTo>
                <a:lnTo>
                  <a:pt x="205" y="586"/>
                </a:lnTo>
                <a:lnTo>
                  <a:pt x="204" y="586"/>
                </a:lnTo>
                <a:lnTo>
                  <a:pt x="204" y="587"/>
                </a:lnTo>
                <a:lnTo>
                  <a:pt x="203" y="587"/>
                </a:lnTo>
                <a:lnTo>
                  <a:pt x="203" y="588"/>
                </a:lnTo>
                <a:lnTo>
                  <a:pt x="203" y="589"/>
                </a:lnTo>
                <a:lnTo>
                  <a:pt x="202" y="589"/>
                </a:lnTo>
                <a:lnTo>
                  <a:pt x="202" y="590"/>
                </a:lnTo>
                <a:lnTo>
                  <a:pt x="202" y="591"/>
                </a:lnTo>
                <a:lnTo>
                  <a:pt x="201" y="591"/>
                </a:lnTo>
                <a:lnTo>
                  <a:pt x="201" y="592"/>
                </a:lnTo>
                <a:lnTo>
                  <a:pt x="202" y="592"/>
                </a:lnTo>
                <a:lnTo>
                  <a:pt x="202" y="593"/>
                </a:lnTo>
                <a:lnTo>
                  <a:pt x="201" y="593"/>
                </a:lnTo>
                <a:lnTo>
                  <a:pt x="201" y="594"/>
                </a:lnTo>
                <a:lnTo>
                  <a:pt x="201" y="595"/>
                </a:lnTo>
                <a:lnTo>
                  <a:pt x="200" y="595"/>
                </a:lnTo>
                <a:lnTo>
                  <a:pt x="199" y="595"/>
                </a:lnTo>
                <a:lnTo>
                  <a:pt x="197" y="595"/>
                </a:lnTo>
                <a:lnTo>
                  <a:pt x="197" y="596"/>
                </a:lnTo>
                <a:lnTo>
                  <a:pt x="196" y="596"/>
                </a:lnTo>
                <a:lnTo>
                  <a:pt x="195" y="596"/>
                </a:lnTo>
                <a:lnTo>
                  <a:pt x="195" y="597"/>
                </a:lnTo>
                <a:lnTo>
                  <a:pt x="193" y="597"/>
                </a:lnTo>
                <a:lnTo>
                  <a:pt x="193" y="598"/>
                </a:lnTo>
                <a:lnTo>
                  <a:pt x="192" y="598"/>
                </a:lnTo>
                <a:lnTo>
                  <a:pt x="191" y="598"/>
                </a:lnTo>
                <a:lnTo>
                  <a:pt x="190" y="598"/>
                </a:lnTo>
                <a:lnTo>
                  <a:pt x="189" y="598"/>
                </a:lnTo>
                <a:lnTo>
                  <a:pt x="188" y="599"/>
                </a:lnTo>
                <a:lnTo>
                  <a:pt x="187" y="599"/>
                </a:lnTo>
                <a:lnTo>
                  <a:pt x="187" y="600"/>
                </a:lnTo>
                <a:lnTo>
                  <a:pt x="186" y="600"/>
                </a:lnTo>
                <a:lnTo>
                  <a:pt x="186" y="599"/>
                </a:lnTo>
                <a:lnTo>
                  <a:pt x="185" y="599"/>
                </a:lnTo>
                <a:lnTo>
                  <a:pt x="184" y="600"/>
                </a:lnTo>
                <a:lnTo>
                  <a:pt x="183" y="600"/>
                </a:lnTo>
                <a:lnTo>
                  <a:pt x="182" y="600"/>
                </a:lnTo>
                <a:lnTo>
                  <a:pt x="182" y="601"/>
                </a:lnTo>
                <a:lnTo>
                  <a:pt x="182" y="602"/>
                </a:lnTo>
                <a:lnTo>
                  <a:pt x="181" y="602"/>
                </a:lnTo>
                <a:lnTo>
                  <a:pt x="181" y="603"/>
                </a:lnTo>
                <a:lnTo>
                  <a:pt x="180" y="604"/>
                </a:lnTo>
                <a:lnTo>
                  <a:pt x="180" y="605"/>
                </a:lnTo>
                <a:lnTo>
                  <a:pt x="180" y="606"/>
                </a:lnTo>
                <a:lnTo>
                  <a:pt x="180" y="607"/>
                </a:lnTo>
                <a:lnTo>
                  <a:pt x="179" y="607"/>
                </a:lnTo>
                <a:lnTo>
                  <a:pt x="178" y="607"/>
                </a:lnTo>
                <a:lnTo>
                  <a:pt x="177" y="607"/>
                </a:lnTo>
                <a:lnTo>
                  <a:pt x="177" y="608"/>
                </a:lnTo>
                <a:lnTo>
                  <a:pt x="176" y="609"/>
                </a:lnTo>
                <a:lnTo>
                  <a:pt x="176" y="610"/>
                </a:lnTo>
                <a:lnTo>
                  <a:pt x="175" y="610"/>
                </a:lnTo>
                <a:lnTo>
                  <a:pt x="174" y="610"/>
                </a:lnTo>
                <a:lnTo>
                  <a:pt x="174" y="611"/>
                </a:lnTo>
                <a:lnTo>
                  <a:pt x="174" y="612"/>
                </a:lnTo>
                <a:lnTo>
                  <a:pt x="173" y="613"/>
                </a:lnTo>
                <a:lnTo>
                  <a:pt x="172" y="614"/>
                </a:lnTo>
                <a:lnTo>
                  <a:pt x="171" y="613"/>
                </a:lnTo>
                <a:lnTo>
                  <a:pt x="171" y="614"/>
                </a:lnTo>
                <a:lnTo>
                  <a:pt x="171" y="615"/>
                </a:lnTo>
                <a:lnTo>
                  <a:pt x="170" y="615"/>
                </a:lnTo>
                <a:lnTo>
                  <a:pt x="170" y="616"/>
                </a:lnTo>
                <a:lnTo>
                  <a:pt x="170" y="617"/>
                </a:lnTo>
                <a:lnTo>
                  <a:pt x="169" y="618"/>
                </a:lnTo>
                <a:lnTo>
                  <a:pt x="169" y="619"/>
                </a:lnTo>
                <a:lnTo>
                  <a:pt x="169" y="620"/>
                </a:lnTo>
                <a:lnTo>
                  <a:pt x="169" y="621"/>
                </a:lnTo>
                <a:lnTo>
                  <a:pt x="169" y="622"/>
                </a:lnTo>
                <a:lnTo>
                  <a:pt x="168" y="622"/>
                </a:lnTo>
                <a:lnTo>
                  <a:pt x="168" y="623"/>
                </a:lnTo>
                <a:lnTo>
                  <a:pt x="167" y="623"/>
                </a:lnTo>
                <a:lnTo>
                  <a:pt x="167" y="624"/>
                </a:lnTo>
                <a:lnTo>
                  <a:pt x="166" y="625"/>
                </a:lnTo>
                <a:lnTo>
                  <a:pt x="166" y="626"/>
                </a:lnTo>
                <a:lnTo>
                  <a:pt x="165" y="627"/>
                </a:lnTo>
                <a:lnTo>
                  <a:pt x="165" y="629"/>
                </a:lnTo>
                <a:lnTo>
                  <a:pt x="166" y="629"/>
                </a:lnTo>
                <a:lnTo>
                  <a:pt x="165" y="630"/>
                </a:lnTo>
                <a:lnTo>
                  <a:pt x="165" y="631"/>
                </a:lnTo>
                <a:lnTo>
                  <a:pt x="166" y="631"/>
                </a:lnTo>
                <a:lnTo>
                  <a:pt x="166" y="630"/>
                </a:lnTo>
                <a:lnTo>
                  <a:pt x="167" y="630"/>
                </a:lnTo>
                <a:lnTo>
                  <a:pt x="167" y="631"/>
                </a:lnTo>
                <a:lnTo>
                  <a:pt x="168" y="631"/>
                </a:lnTo>
                <a:lnTo>
                  <a:pt x="168" y="632"/>
                </a:lnTo>
                <a:lnTo>
                  <a:pt x="168" y="633"/>
                </a:lnTo>
                <a:lnTo>
                  <a:pt x="167" y="633"/>
                </a:lnTo>
                <a:lnTo>
                  <a:pt x="167" y="634"/>
                </a:lnTo>
                <a:lnTo>
                  <a:pt x="167" y="635"/>
                </a:lnTo>
                <a:lnTo>
                  <a:pt x="166" y="635"/>
                </a:lnTo>
                <a:lnTo>
                  <a:pt x="166" y="636"/>
                </a:lnTo>
                <a:lnTo>
                  <a:pt x="167" y="636"/>
                </a:lnTo>
                <a:lnTo>
                  <a:pt x="168" y="636"/>
                </a:lnTo>
                <a:lnTo>
                  <a:pt x="169" y="637"/>
                </a:lnTo>
                <a:lnTo>
                  <a:pt x="170" y="637"/>
                </a:lnTo>
                <a:lnTo>
                  <a:pt x="170" y="638"/>
                </a:lnTo>
                <a:lnTo>
                  <a:pt x="170" y="639"/>
                </a:lnTo>
                <a:lnTo>
                  <a:pt x="170" y="640"/>
                </a:lnTo>
                <a:lnTo>
                  <a:pt x="171" y="640"/>
                </a:lnTo>
                <a:lnTo>
                  <a:pt x="170" y="641"/>
                </a:lnTo>
                <a:lnTo>
                  <a:pt x="170" y="642"/>
                </a:lnTo>
                <a:lnTo>
                  <a:pt x="171" y="642"/>
                </a:lnTo>
                <a:lnTo>
                  <a:pt x="172" y="642"/>
                </a:lnTo>
                <a:lnTo>
                  <a:pt x="172" y="644"/>
                </a:lnTo>
                <a:lnTo>
                  <a:pt x="172" y="645"/>
                </a:lnTo>
                <a:lnTo>
                  <a:pt x="171" y="645"/>
                </a:lnTo>
                <a:lnTo>
                  <a:pt x="171" y="646"/>
                </a:lnTo>
                <a:lnTo>
                  <a:pt x="172" y="646"/>
                </a:lnTo>
                <a:lnTo>
                  <a:pt x="173" y="646"/>
                </a:lnTo>
                <a:lnTo>
                  <a:pt x="173" y="645"/>
                </a:lnTo>
                <a:lnTo>
                  <a:pt x="174" y="645"/>
                </a:lnTo>
                <a:lnTo>
                  <a:pt x="175" y="645"/>
                </a:lnTo>
                <a:lnTo>
                  <a:pt x="176" y="645"/>
                </a:lnTo>
                <a:lnTo>
                  <a:pt x="176" y="644"/>
                </a:lnTo>
                <a:lnTo>
                  <a:pt x="177" y="644"/>
                </a:lnTo>
                <a:lnTo>
                  <a:pt x="177" y="645"/>
                </a:lnTo>
                <a:lnTo>
                  <a:pt x="177" y="646"/>
                </a:lnTo>
                <a:lnTo>
                  <a:pt x="177" y="647"/>
                </a:lnTo>
                <a:lnTo>
                  <a:pt x="177" y="648"/>
                </a:lnTo>
                <a:lnTo>
                  <a:pt x="178" y="648"/>
                </a:lnTo>
                <a:lnTo>
                  <a:pt x="178" y="649"/>
                </a:lnTo>
                <a:lnTo>
                  <a:pt x="179" y="649"/>
                </a:lnTo>
                <a:lnTo>
                  <a:pt x="180" y="650"/>
                </a:lnTo>
                <a:lnTo>
                  <a:pt x="180" y="649"/>
                </a:lnTo>
                <a:lnTo>
                  <a:pt x="181" y="650"/>
                </a:lnTo>
                <a:lnTo>
                  <a:pt x="181" y="651"/>
                </a:lnTo>
                <a:lnTo>
                  <a:pt x="181" y="652"/>
                </a:lnTo>
                <a:lnTo>
                  <a:pt x="182" y="652"/>
                </a:lnTo>
                <a:lnTo>
                  <a:pt x="182" y="653"/>
                </a:lnTo>
                <a:lnTo>
                  <a:pt x="182" y="654"/>
                </a:lnTo>
                <a:lnTo>
                  <a:pt x="182" y="655"/>
                </a:lnTo>
                <a:lnTo>
                  <a:pt x="182" y="656"/>
                </a:lnTo>
                <a:lnTo>
                  <a:pt x="183" y="657"/>
                </a:lnTo>
                <a:lnTo>
                  <a:pt x="182" y="657"/>
                </a:lnTo>
                <a:lnTo>
                  <a:pt x="182" y="658"/>
                </a:lnTo>
                <a:lnTo>
                  <a:pt x="182" y="659"/>
                </a:lnTo>
                <a:lnTo>
                  <a:pt x="182" y="660"/>
                </a:lnTo>
                <a:lnTo>
                  <a:pt x="183" y="660"/>
                </a:lnTo>
                <a:lnTo>
                  <a:pt x="182" y="660"/>
                </a:lnTo>
                <a:lnTo>
                  <a:pt x="182" y="661"/>
                </a:lnTo>
                <a:lnTo>
                  <a:pt x="183" y="661"/>
                </a:lnTo>
                <a:lnTo>
                  <a:pt x="183" y="662"/>
                </a:lnTo>
                <a:lnTo>
                  <a:pt x="183" y="663"/>
                </a:lnTo>
                <a:lnTo>
                  <a:pt x="183" y="662"/>
                </a:lnTo>
                <a:lnTo>
                  <a:pt x="183" y="663"/>
                </a:lnTo>
                <a:lnTo>
                  <a:pt x="183" y="662"/>
                </a:lnTo>
                <a:lnTo>
                  <a:pt x="182" y="662"/>
                </a:lnTo>
                <a:lnTo>
                  <a:pt x="181" y="662"/>
                </a:lnTo>
                <a:lnTo>
                  <a:pt x="182" y="661"/>
                </a:lnTo>
                <a:lnTo>
                  <a:pt x="181" y="660"/>
                </a:lnTo>
                <a:lnTo>
                  <a:pt x="180" y="660"/>
                </a:lnTo>
                <a:lnTo>
                  <a:pt x="180" y="661"/>
                </a:lnTo>
                <a:lnTo>
                  <a:pt x="180" y="662"/>
                </a:lnTo>
                <a:lnTo>
                  <a:pt x="180" y="663"/>
                </a:lnTo>
                <a:lnTo>
                  <a:pt x="179" y="663"/>
                </a:lnTo>
                <a:lnTo>
                  <a:pt x="178" y="663"/>
                </a:lnTo>
                <a:lnTo>
                  <a:pt x="178" y="664"/>
                </a:lnTo>
                <a:lnTo>
                  <a:pt x="177" y="664"/>
                </a:lnTo>
                <a:lnTo>
                  <a:pt x="176" y="664"/>
                </a:lnTo>
                <a:lnTo>
                  <a:pt x="176" y="663"/>
                </a:lnTo>
                <a:lnTo>
                  <a:pt x="176" y="662"/>
                </a:lnTo>
                <a:lnTo>
                  <a:pt x="176" y="661"/>
                </a:lnTo>
                <a:lnTo>
                  <a:pt x="175" y="662"/>
                </a:lnTo>
                <a:lnTo>
                  <a:pt x="175" y="663"/>
                </a:lnTo>
                <a:lnTo>
                  <a:pt x="175" y="664"/>
                </a:lnTo>
                <a:lnTo>
                  <a:pt x="173" y="664"/>
                </a:lnTo>
                <a:lnTo>
                  <a:pt x="173" y="665"/>
                </a:lnTo>
                <a:lnTo>
                  <a:pt x="173" y="666"/>
                </a:lnTo>
                <a:lnTo>
                  <a:pt x="172" y="667"/>
                </a:lnTo>
                <a:lnTo>
                  <a:pt x="173" y="667"/>
                </a:lnTo>
                <a:lnTo>
                  <a:pt x="172" y="668"/>
                </a:lnTo>
                <a:lnTo>
                  <a:pt x="170" y="669"/>
                </a:lnTo>
                <a:lnTo>
                  <a:pt x="169" y="668"/>
                </a:lnTo>
                <a:lnTo>
                  <a:pt x="169" y="669"/>
                </a:lnTo>
                <a:lnTo>
                  <a:pt x="168" y="669"/>
                </a:lnTo>
                <a:lnTo>
                  <a:pt x="167" y="669"/>
                </a:lnTo>
                <a:lnTo>
                  <a:pt x="167" y="668"/>
                </a:lnTo>
                <a:lnTo>
                  <a:pt x="166" y="668"/>
                </a:lnTo>
                <a:lnTo>
                  <a:pt x="166" y="667"/>
                </a:lnTo>
                <a:lnTo>
                  <a:pt x="166" y="666"/>
                </a:lnTo>
                <a:lnTo>
                  <a:pt x="167" y="666"/>
                </a:lnTo>
                <a:lnTo>
                  <a:pt x="167" y="665"/>
                </a:lnTo>
                <a:lnTo>
                  <a:pt x="167" y="664"/>
                </a:lnTo>
                <a:lnTo>
                  <a:pt x="166" y="664"/>
                </a:lnTo>
                <a:lnTo>
                  <a:pt x="165" y="664"/>
                </a:lnTo>
                <a:lnTo>
                  <a:pt x="164" y="664"/>
                </a:lnTo>
                <a:lnTo>
                  <a:pt x="164" y="663"/>
                </a:lnTo>
                <a:lnTo>
                  <a:pt x="164" y="662"/>
                </a:lnTo>
                <a:lnTo>
                  <a:pt x="163" y="662"/>
                </a:lnTo>
                <a:lnTo>
                  <a:pt x="163" y="661"/>
                </a:lnTo>
                <a:lnTo>
                  <a:pt x="163" y="660"/>
                </a:lnTo>
                <a:lnTo>
                  <a:pt x="163" y="659"/>
                </a:lnTo>
                <a:lnTo>
                  <a:pt x="162" y="659"/>
                </a:lnTo>
                <a:lnTo>
                  <a:pt x="162" y="658"/>
                </a:lnTo>
                <a:lnTo>
                  <a:pt x="161" y="658"/>
                </a:lnTo>
                <a:lnTo>
                  <a:pt x="160" y="657"/>
                </a:lnTo>
                <a:lnTo>
                  <a:pt x="160" y="658"/>
                </a:lnTo>
                <a:lnTo>
                  <a:pt x="159" y="658"/>
                </a:lnTo>
                <a:lnTo>
                  <a:pt x="159" y="657"/>
                </a:lnTo>
                <a:lnTo>
                  <a:pt x="158" y="657"/>
                </a:lnTo>
                <a:lnTo>
                  <a:pt x="157" y="656"/>
                </a:lnTo>
                <a:lnTo>
                  <a:pt x="157" y="657"/>
                </a:lnTo>
                <a:lnTo>
                  <a:pt x="156" y="658"/>
                </a:lnTo>
                <a:lnTo>
                  <a:pt x="155" y="658"/>
                </a:lnTo>
                <a:lnTo>
                  <a:pt x="154" y="658"/>
                </a:lnTo>
                <a:lnTo>
                  <a:pt x="153" y="657"/>
                </a:lnTo>
                <a:lnTo>
                  <a:pt x="153" y="656"/>
                </a:lnTo>
                <a:lnTo>
                  <a:pt x="152" y="656"/>
                </a:lnTo>
                <a:lnTo>
                  <a:pt x="151" y="656"/>
                </a:lnTo>
                <a:lnTo>
                  <a:pt x="150" y="656"/>
                </a:lnTo>
                <a:lnTo>
                  <a:pt x="150" y="657"/>
                </a:lnTo>
                <a:lnTo>
                  <a:pt x="149" y="657"/>
                </a:lnTo>
                <a:lnTo>
                  <a:pt x="149" y="658"/>
                </a:lnTo>
                <a:lnTo>
                  <a:pt x="148" y="658"/>
                </a:lnTo>
                <a:lnTo>
                  <a:pt x="148" y="659"/>
                </a:lnTo>
                <a:lnTo>
                  <a:pt x="149" y="659"/>
                </a:lnTo>
                <a:lnTo>
                  <a:pt x="149" y="660"/>
                </a:lnTo>
                <a:lnTo>
                  <a:pt x="148" y="660"/>
                </a:lnTo>
                <a:lnTo>
                  <a:pt x="147" y="660"/>
                </a:lnTo>
                <a:lnTo>
                  <a:pt x="146" y="660"/>
                </a:lnTo>
                <a:lnTo>
                  <a:pt x="146" y="659"/>
                </a:lnTo>
                <a:lnTo>
                  <a:pt x="145" y="659"/>
                </a:lnTo>
                <a:lnTo>
                  <a:pt x="144" y="660"/>
                </a:lnTo>
                <a:lnTo>
                  <a:pt x="145" y="660"/>
                </a:lnTo>
                <a:lnTo>
                  <a:pt x="144" y="661"/>
                </a:lnTo>
                <a:lnTo>
                  <a:pt x="143" y="661"/>
                </a:lnTo>
                <a:lnTo>
                  <a:pt x="143" y="662"/>
                </a:lnTo>
                <a:lnTo>
                  <a:pt x="144" y="662"/>
                </a:lnTo>
                <a:lnTo>
                  <a:pt x="144" y="663"/>
                </a:lnTo>
                <a:lnTo>
                  <a:pt x="144" y="664"/>
                </a:lnTo>
                <a:lnTo>
                  <a:pt x="143" y="664"/>
                </a:lnTo>
                <a:lnTo>
                  <a:pt x="143" y="665"/>
                </a:lnTo>
                <a:lnTo>
                  <a:pt x="144" y="665"/>
                </a:lnTo>
                <a:lnTo>
                  <a:pt x="144" y="666"/>
                </a:lnTo>
                <a:lnTo>
                  <a:pt x="143" y="667"/>
                </a:lnTo>
                <a:lnTo>
                  <a:pt x="143" y="668"/>
                </a:lnTo>
                <a:lnTo>
                  <a:pt x="142" y="668"/>
                </a:lnTo>
                <a:lnTo>
                  <a:pt x="140" y="669"/>
                </a:lnTo>
                <a:lnTo>
                  <a:pt x="140" y="670"/>
                </a:lnTo>
                <a:lnTo>
                  <a:pt x="139" y="671"/>
                </a:lnTo>
                <a:lnTo>
                  <a:pt x="138" y="671"/>
                </a:lnTo>
                <a:lnTo>
                  <a:pt x="137" y="671"/>
                </a:lnTo>
                <a:lnTo>
                  <a:pt x="136" y="671"/>
                </a:lnTo>
                <a:lnTo>
                  <a:pt x="135" y="671"/>
                </a:lnTo>
                <a:lnTo>
                  <a:pt x="134" y="671"/>
                </a:lnTo>
                <a:lnTo>
                  <a:pt x="133" y="672"/>
                </a:lnTo>
                <a:lnTo>
                  <a:pt x="132" y="672"/>
                </a:lnTo>
                <a:lnTo>
                  <a:pt x="132" y="673"/>
                </a:lnTo>
                <a:lnTo>
                  <a:pt x="132" y="671"/>
                </a:lnTo>
                <a:lnTo>
                  <a:pt x="131" y="671"/>
                </a:lnTo>
                <a:lnTo>
                  <a:pt x="132" y="671"/>
                </a:lnTo>
                <a:lnTo>
                  <a:pt x="132" y="670"/>
                </a:lnTo>
                <a:lnTo>
                  <a:pt x="133" y="669"/>
                </a:lnTo>
                <a:lnTo>
                  <a:pt x="133" y="668"/>
                </a:lnTo>
                <a:lnTo>
                  <a:pt x="133" y="667"/>
                </a:lnTo>
                <a:lnTo>
                  <a:pt x="132" y="667"/>
                </a:lnTo>
                <a:lnTo>
                  <a:pt x="131" y="667"/>
                </a:lnTo>
                <a:lnTo>
                  <a:pt x="132" y="666"/>
                </a:lnTo>
                <a:lnTo>
                  <a:pt x="131" y="666"/>
                </a:lnTo>
                <a:lnTo>
                  <a:pt x="131" y="665"/>
                </a:lnTo>
                <a:lnTo>
                  <a:pt x="131" y="664"/>
                </a:lnTo>
                <a:lnTo>
                  <a:pt x="131" y="663"/>
                </a:lnTo>
                <a:lnTo>
                  <a:pt x="130" y="663"/>
                </a:lnTo>
                <a:lnTo>
                  <a:pt x="129" y="663"/>
                </a:lnTo>
                <a:lnTo>
                  <a:pt x="128" y="663"/>
                </a:lnTo>
                <a:lnTo>
                  <a:pt x="127" y="663"/>
                </a:lnTo>
                <a:lnTo>
                  <a:pt x="126" y="663"/>
                </a:lnTo>
                <a:lnTo>
                  <a:pt x="126" y="664"/>
                </a:lnTo>
                <a:lnTo>
                  <a:pt x="127" y="664"/>
                </a:lnTo>
                <a:lnTo>
                  <a:pt x="126" y="665"/>
                </a:lnTo>
                <a:lnTo>
                  <a:pt x="125" y="665"/>
                </a:lnTo>
                <a:lnTo>
                  <a:pt x="125" y="664"/>
                </a:lnTo>
                <a:lnTo>
                  <a:pt x="124" y="664"/>
                </a:lnTo>
                <a:lnTo>
                  <a:pt x="124" y="665"/>
                </a:lnTo>
                <a:lnTo>
                  <a:pt x="123" y="665"/>
                </a:lnTo>
                <a:lnTo>
                  <a:pt x="122" y="665"/>
                </a:lnTo>
                <a:lnTo>
                  <a:pt x="122" y="664"/>
                </a:lnTo>
                <a:lnTo>
                  <a:pt x="121" y="664"/>
                </a:lnTo>
                <a:lnTo>
                  <a:pt x="120" y="664"/>
                </a:lnTo>
                <a:lnTo>
                  <a:pt x="119" y="664"/>
                </a:lnTo>
                <a:lnTo>
                  <a:pt x="119" y="665"/>
                </a:lnTo>
                <a:lnTo>
                  <a:pt x="118" y="665"/>
                </a:lnTo>
                <a:lnTo>
                  <a:pt x="118" y="664"/>
                </a:lnTo>
                <a:lnTo>
                  <a:pt x="117" y="664"/>
                </a:lnTo>
                <a:lnTo>
                  <a:pt x="117" y="663"/>
                </a:lnTo>
                <a:lnTo>
                  <a:pt x="117" y="662"/>
                </a:lnTo>
                <a:lnTo>
                  <a:pt x="116" y="662"/>
                </a:lnTo>
                <a:lnTo>
                  <a:pt x="115" y="662"/>
                </a:lnTo>
                <a:lnTo>
                  <a:pt x="114" y="663"/>
                </a:lnTo>
                <a:lnTo>
                  <a:pt x="113" y="663"/>
                </a:lnTo>
                <a:lnTo>
                  <a:pt x="112" y="663"/>
                </a:lnTo>
                <a:lnTo>
                  <a:pt x="111" y="663"/>
                </a:lnTo>
                <a:lnTo>
                  <a:pt x="111" y="664"/>
                </a:lnTo>
                <a:lnTo>
                  <a:pt x="110" y="663"/>
                </a:lnTo>
                <a:lnTo>
                  <a:pt x="108" y="663"/>
                </a:lnTo>
                <a:lnTo>
                  <a:pt x="108" y="664"/>
                </a:lnTo>
                <a:lnTo>
                  <a:pt x="107" y="664"/>
                </a:lnTo>
                <a:lnTo>
                  <a:pt x="106" y="664"/>
                </a:lnTo>
                <a:lnTo>
                  <a:pt x="106" y="665"/>
                </a:lnTo>
                <a:lnTo>
                  <a:pt x="105" y="665"/>
                </a:lnTo>
                <a:lnTo>
                  <a:pt x="104" y="664"/>
                </a:lnTo>
                <a:lnTo>
                  <a:pt x="104" y="665"/>
                </a:lnTo>
                <a:lnTo>
                  <a:pt x="103" y="665"/>
                </a:lnTo>
                <a:lnTo>
                  <a:pt x="102" y="665"/>
                </a:lnTo>
                <a:lnTo>
                  <a:pt x="102" y="666"/>
                </a:lnTo>
                <a:lnTo>
                  <a:pt x="101" y="665"/>
                </a:lnTo>
                <a:lnTo>
                  <a:pt x="102" y="665"/>
                </a:lnTo>
                <a:lnTo>
                  <a:pt x="102" y="664"/>
                </a:lnTo>
                <a:lnTo>
                  <a:pt x="102" y="663"/>
                </a:lnTo>
                <a:lnTo>
                  <a:pt x="101" y="663"/>
                </a:lnTo>
                <a:lnTo>
                  <a:pt x="101" y="662"/>
                </a:lnTo>
                <a:lnTo>
                  <a:pt x="100" y="662"/>
                </a:lnTo>
                <a:lnTo>
                  <a:pt x="99" y="662"/>
                </a:lnTo>
                <a:lnTo>
                  <a:pt x="98" y="662"/>
                </a:lnTo>
                <a:lnTo>
                  <a:pt x="98" y="661"/>
                </a:lnTo>
                <a:lnTo>
                  <a:pt x="97" y="661"/>
                </a:lnTo>
                <a:lnTo>
                  <a:pt x="97" y="660"/>
                </a:lnTo>
                <a:lnTo>
                  <a:pt x="96" y="660"/>
                </a:lnTo>
                <a:lnTo>
                  <a:pt x="96" y="661"/>
                </a:lnTo>
                <a:lnTo>
                  <a:pt x="95" y="661"/>
                </a:lnTo>
                <a:lnTo>
                  <a:pt x="95" y="660"/>
                </a:lnTo>
                <a:lnTo>
                  <a:pt x="94" y="660"/>
                </a:lnTo>
                <a:lnTo>
                  <a:pt x="93" y="660"/>
                </a:lnTo>
                <a:lnTo>
                  <a:pt x="93" y="659"/>
                </a:lnTo>
                <a:lnTo>
                  <a:pt x="92" y="660"/>
                </a:lnTo>
                <a:lnTo>
                  <a:pt x="92" y="659"/>
                </a:lnTo>
                <a:lnTo>
                  <a:pt x="91" y="658"/>
                </a:lnTo>
                <a:lnTo>
                  <a:pt x="92" y="658"/>
                </a:lnTo>
                <a:lnTo>
                  <a:pt x="91" y="658"/>
                </a:lnTo>
                <a:lnTo>
                  <a:pt x="91" y="657"/>
                </a:lnTo>
                <a:lnTo>
                  <a:pt x="90" y="657"/>
                </a:lnTo>
                <a:lnTo>
                  <a:pt x="90" y="656"/>
                </a:lnTo>
                <a:lnTo>
                  <a:pt x="89" y="656"/>
                </a:lnTo>
                <a:lnTo>
                  <a:pt x="89" y="657"/>
                </a:lnTo>
                <a:lnTo>
                  <a:pt x="88" y="657"/>
                </a:lnTo>
                <a:lnTo>
                  <a:pt x="87" y="657"/>
                </a:lnTo>
                <a:lnTo>
                  <a:pt x="86" y="657"/>
                </a:lnTo>
                <a:lnTo>
                  <a:pt x="86" y="656"/>
                </a:lnTo>
                <a:lnTo>
                  <a:pt x="86" y="655"/>
                </a:lnTo>
                <a:lnTo>
                  <a:pt x="86" y="654"/>
                </a:lnTo>
                <a:lnTo>
                  <a:pt x="85" y="654"/>
                </a:lnTo>
                <a:lnTo>
                  <a:pt x="85" y="655"/>
                </a:lnTo>
                <a:lnTo>
                  <a:pt x="84" y="655"/>
                </a:lnTo>
                <a:lnTo>
                  <a:pt x="83" y="655"/>
                </a:lnTo>
                <a:lnTo>
                  <a:pt x="82" y="655"/>
                </a:lnTo>
                <a:lnTo>
                  <a:pt x="82" y="654"/>
                </a:lnTo>
                <a:lnTo>
                  <a:pt x="81" y="654"/>
                </a:lnTo>
                <a:lnTo>
                  <a:pt x="81" y="653"/>
                </a:lnTo>
                <a:lnTo>
                  <a:pt x="80" y="653"/>
                </a:lnTo>
                <a:lnTo>
                  <a:pt x="80" y="652"/>
                </a:lnTo>
                <a:lnTo>
                  <a:pt x="79" y="652"/>
                </a:lnTo>
                <a:lnTo>
                  <a:pt x="78" y="652"/>
                </a:lnTo>
                <a:lnTo>
                  <a:pt x="77" y="652"/>
                </a:lnTo>
                <a:lnTo>
                  <a:pt x="75" y="652"/>
                </a:lnTo>
                <a:lnTo>
                  <a:pt x="74" y="652"/>
                </a:lnTo>
                <a:lnTo>
                  <a:pt x="74" y="651"/>
                </a:lnTo>
                <a:lnTo>
                  <a:pt x="73" y="651"/>
                </a:lnTo>
                <a:lnTo>
                  <a:pt x="72" y="651"/>
                </a:lnTo>
                <a:lnTo>
                  <a:pt x="71" y="652"/>
                </a:lnTo>
                <a:lnTo>
                  <a:pt x="70" y="652"/>
                </a:lnTo>
                <a:lnTo>
                  <a:pt x="70" y="651"/>
                </a:lnTo>
                <a:lnTo>
                  <a:pt x="69" y="650"/>
                </a:lnTo>
                <a:lnTo>
                  <a:pt x="68" y="650"/>
                </a:lnTo>
                <a:lnTo>
                  <a:pt x="68" y="651"/>
                </a:lnTo>
                <a:lnTo>
                  <a:pt x="68" y="652"/>
                </a:lnTo>
                <a:lnTo>
                  <a:pt x="67" y="653"/>
                </a:lnTo>
                <a:lnTo>
                  <a:pt x="67" y="652"/>
                </a:lnTo>
                <a:lnTo>
                  <a:pt x="66" y="652"/>
                </a:lnTo>
                <a:lnTo>
                  <a:pt x="66" y="653"/>
                </a:lnTo>
                <a:lnTo>
                  <a:pt x="65" y="653"/>
                </a:lnTo>
                <a:lnTo>
                  <a:pt x="64" y="652"/>
                </a:lnTo>
                <a:lnTo>
                  <a:pt x="65" y="652"/>
                </a:lnTo>
                <a:lnTo>
                  <a:pt x="65" y="651"/>
                </a:lnTo>
                <a:lnTo>
                  <a:pt x="65" y="650"/>
                </a:lnTo>
                <a:lnTo>
                  <a:pt x="64" y="650"/>
                </a:lnTo>
                <a:lnTo>
                  <a:pt x="63" y="650"/>
                </a:lnTo>
                <a:lnTo>
                  <a:pt x="62" y="650"/>
                </a:lnTo>
                <a:lnTo>
                  <a:pt x="62" y="649"/>
                </a:lnTo>
                <a:lnTo>
                  <a:pt x="61" y="649"/>
                </a:lnTo>
                <a:lnTo>
                  <a:pt x="61" y="650"/>
                </a:lnTo>
                <a:lnTo>
                  <a:pt x="60" y="650"/>
                </a:lnTo>
                <a:lnTo>
                  <a:pt x="59" y="650"/>
                </a:lnTo>
                <a:lnTo>
                  <a:pt x="58" y="650"/>
                </a:lnTo>
                <a:lnTo>
                  <a:pt x="58" y="649"/>
                </a:lnTo>
                <a:lnTo>
                  <a:pt x="57" y="649"/>
                </a:lnTo>
                <a:lnTo>
                  <a:pt x="57" y="650"/>
                </a:lnTo>
                <a:lnTo>
                  <a:pt x="56" y="650"/>
                </a:lnTo>
                <a:lnTo>
                  <a:pt x="55" y="650"/>
                </a:lnTo>
                <a:lnTo>
                  <a:pt x="55" y="649"/>
                </a:lnTo>
                <a:lnTo>
                  <a:pt x="54" y="648"/>
                </a:lnTo>
                <a:lnTo>
                  <a:pt x="53" y="648"/>
                </a:lnTo>
                <a:lnTo>
                  <a:pt x="53" y="647"/>
                </a:lnTo>
                <a:lnTo>
                  <a:pt x="52" y="647"/>
                </a:lnTo>
                <a:lnTo>
                  <a:pt x="53" y="647"/>
                </a:lnTo>
                <a:lnTo>
                  <a:pt x="53" y="646"/>
                </a:lnTo>
                <a:lnTo>
                  <a:pt x="54" y="646"/>
                </a:lnTo>
                <a:lnTo>
                  <a:pt x="55" y="645"/>
                </a:lnTo>
                <a:lnTo>
                  <a:pt x="54" y="645"/>
                </a:lnTo>
                <a:lnTo>
                  <a:pt x="55" y="645"/>
                </a:lnTo>
                <a:lnTo>
                  <a:pt x="55" y="644"/>
                </a:lnTo>
                <a:lnTo>
                  <a:pt x="54" y="644"/>
                </a:lnTo>
                <a:lnTo>
                  <a:pt x="53" y="644"/>
                </a:lnTo>
                <a:lnTo>
                  <a:pt x="52" y="644"/>
                </a:lnTo>
                <a:lnTo>
                  <a:pt x="52" y="645"/>
                </a:lnTo>
                <a:lnTo>
                  <a:pt x="51" y="645"/>
                </a:lnTo>
                <a:lnTo>
                  <a:pt x="51" y="644"/>
                </a:lnTo>
                <a:lnTo>
                  <a:pt x="52" y="644"/>
                </a:lnTo>
                <a:lnTo>
                  <a:pt x="52" y="643"/>
                </a:lnTo>
                <a:lnTo>
                  <a:pt x="52" y="642"/>
                </a:lnTo>
                <a:lnTo>
                  <a:pt x="52" y="641"/>
                </a:lnTo>
                <a:lnTo>
                  <a:pt x="51" y="641"/>
                </a:lnTo>
                <a:lnTo>
                  <a:pt x="50" y="642"/>
                </a:lnTo>
                <a:lnTo>
                  <a:pt x="50" y="643"/>
                </a:lnTo>
                <a:lnTo>
                  <a:pt x="49" y="642"/>
                </a:lnTo>
                <a:lnTo>
                  <a:pt x="48" y="641"/>
                </a:lnTo>
                <a:lnTo>
                  <a:pt x="47" y="641"/>
                </a:lnTo>
                <a:lnTo>
                  <a:pt x="47" y="642"/>
                </a:lnTo>
                <a:lnTo>
                  <a:pt x="48" y="642"/>
                </a:lnTo>
                <a:lnTo>
                  <a:pt x="49" y="643"/>
                </a:lnTo>
                <a:lnTo>
                  <a:pt x="49" y="644"/>
                </a:lnTo>
                <a:lnTo>
                  <a:pt x="49" y="645"/>
                </a:lnTo>
                <a:lnTo>
                  <a:pt x="48" y="645"/>
                </a:lnTo>
                <a:lnTo>
                  <a:pt x="47" y="645"/>
                </a:lnTo>
                <a:lnTo>
                  <a:pt x="47" y="644"/>
                </a:lnTo>
                <a:lnTo>
                  <a:pt x="47" y="643"/>
                </a:lnTo>
                <a:lnTo>
                  <a:pt x="46" y="642"/>
                </a:lnTo>
                <a:lnTo>
                  <a:pt x="46" y="641"/>
                </a:lnTo>
                <a:lnTo>
                  <a:pt x="45" y="641"/>
                </a:lnTo>
                <a:lnTo>
                  <a:pt x="44" y="641"/>
                </a:lnTo>
                <a:lnTo>
                  <a:pt x="44" y="642"/>
                </a:lnTo>
                <a:lnTo>
                  <a:pt x="45" y="642"/>
                </a:lnTo>
                <a:lnTo>
                  <a:pt x="45" y="643"/>
                </a:lnTo>
                <a:lnTo>
                  <a:pt x="44" y="643"/>
                </a:lnTo>
                <a:lnTo>
                  <a:pt x="43" y="643"/>
                </a:lnTo>
                <a:lnTo>
                  <a:pt x="43" y="644"/>
                </a:lnTo>
                <a:lnTo>
                  <a:pt x="43" y="645"/>
                </a:lnTo>
                <a:lnTo>
                  <a:pt x="42" y="645"/>
                </a:lnTo>
                <a:lnTo>
                  <a:pt x="41" y="646"/>
                </a:lnTo>
                <a:lnTo>
                  <a:pt x="41" y="645"/>
                </a:lnTo>
                <a:lnTo>
                  <a:pt x="39" y="642"/>
                </a:lnTo>
                <a:lnTo>
                  <a:pt x="39" y="641"/>
                </a:lnTo>
                <a:lnTo>
                  <a:pt x="37" y="642"/>
                </a:lnTo>
                <a:lnTo>
                  <a:pt x="36" y="642"/>
                </a:lnTo>
                <a:lnTo>
                  <a:pt x="36" y="643"/>
                </a:lnTo>
                <a:lnTo>
                  <a:pt x="36" y="644"/>
                </a:lnTo>
                <a:lnTo>
                  <a:pt x="37" y="644"/>
                </a:lnTo>
                <a:lnTo>
                  <a:pt x="36" y="644"/>
                </a:lnTo>
                <a:lnTo>
                  <a:pt x="35" y="644"/>
                </a:lnTo>
                <a:lnTo>
                  <a:pt x="34" y="644"/>
                </a:lnTo>
                <a:lnTo>
                  <a:pt x="33" y="644"/>
                </a:lnTo>
                <a:lnTo>
                  <a:pt x="32" y="644"/>
                </a:lnTo>
                <a:lnTo>
                  <a:pt x="31" y="643"/>
                </a:lnTo>
                <a:lnTo>
                  <a:pt x="31" y="642"/>
                </a:lnTo>
                <a:lnTo>
                  <a:pt x="30" y="642"/>
                </a:lnTo>
                <a:lnTo>
                  <a:pt x="29" y="642"/>
                </a:lnTo>
                <a:lnTo>
                  <a:pt x="28" y="641"/>
                </a:lnTo>
                <a:lnTo>
                  <a:pt x="27" y="641"/>
                </a:lnTo>
                <a:lnTo>
                  <a:pt x="27" y="640"/>
                </a:lnTo>
                <a:lnTo>
                  <a:pt x="26" y="640"/>
                </a:lnTo>
                <a:lnTo>
                  <a:pt x="26" y="641"/>
                </a:lnTo>
                <a:lnTo>
                  <a:pt x="25" y="641"/>
                </a:lnTo>
                <a:lnTo>
                  <a:pt x="25" y="640"/>
                </a:lnTo>
                <a:lnTo>
                  <a:pt x="26" y="640"/>
                </a:lnTo>
                <a:lnTo>
                  <a:pt x="26" y="639"/>
                </a:lnTo>
                <a:lnTo>
                  <a:pt x="25" y="639"/>
                </a:lnTo>
                <a:lnTo>
                  <a:pt x="24" y="637"/>
                </a:lnTo>
                <a:lnTo>
                  <a:pt x="23" y="636"/>
                </a:lnTo>
                <a:lnTo>
                  <a:pt x="23" y="634"/>
                </a:lnTo>
                <a:lnTo>
                  <a:pt x="22" y="634"/>
                </a:lnTo>
                <a:lnTo>
                  <a:pt x="21" y="634"/>
                </a:lnTo>
                <a:lnTo>
                  <a:pt x="20" y="634"/>
                </a:lnTo>
                <a:lnTo>
                  <a:pt x="18" y="634"/>
                </a:lnTo>
                <a:lnTo>
                  <a:pt x="18" y="633"/>
                </a:lnTo>
                <a:lnTo>
                  <a:pt x="17" y="632"/>
                </a:lnTo>
                <a:lnTo>
                  <a:pt x="16" y="631"/>
                </a:lnTo>
                <a:lnTo>
                  <a:pt x="15" y="631"/>
                </a:lnTo>
                <a:lnTo>
                  <a:pt x="14" y="631"/>
                </a:lnTo>
                <a:lnTo>
                  <a:pt x="12" y="631"/>
                </a:lnTo>
                <a:lnTo>
                  <a:pt x="11" y="629"/>
                </a:lnTo>
                <a:lnTo>
                  <a:pt x="12" y="629"/>
                </a:lnTo>
                <a:lnTo>
                  <a:pt x="12" y="628"/>
                </a:lnTo>
                <a:lnTo>
                  <a:pt x="11" y="628"/>
                </a:lnTo>
                <a:lnTo>
                  <a:pt x="10" y="627"/>
                </a:lnTo>
                <a:lnTo>
                  <a:pt x="9" y="627"/>
                </a:lnTo>
                <a:lnTo>
                  <a:pt x="9" y="626"/>
                </a:lnTo>
                <a:lnTo>
                  <a:pt x="10" y="624"/>
                </a:lnTo>
                <a:lnTo>
                  <a:pt x="10" y="623"/>
                </a:lnTo>
                <a:lnTo>
                  <a:pt x="9" y="623"/>
                </a:lnTo>
                <a:lnTo>
                  <a:pt x="8" y="623"/>
                </a:lnTo>
                <a:lnTo>
                  <a:pt x="8" y="622"/>
                </a:lnTo>
                <a:lnTo>
                  <a:pt x="11" y="622"/>
                </a:lnTo>
                <a:lnTo>
                  <a:pt x="12" y="622"/>
                </a:lnTo>
                <a:lnTo>
                  <a:pt x="12" y="620"/>
                </a:lnTo>
                <a:lnTo>
                  <a:pt x="10" y="619"/>
                </a:lnTo>
                <a:lnTo>
                  <a:pt x="9" y="618"/>
                </a:lnTo>
                <a:lnTo>
                  <a:pt x="8" y="618"/>
                </a:lnTo>
                <a:lnTo>
                  <a:pt x="8" y="617"/>
                </a:lnTo>
                <a:lnTo>
                  <a:pt x="7" y="617"/>
                </a:lnTo>
                <a:lnTo>
                  <a:pt x="8" y="616"/>
                </a:lnTo>
                <a:lnTo>
                  <a:pt x="8" y="615"/>
                </a:lnTo>
                <a:lnTo>
                  <a:pt x="9" y="614"/>
                </a:lnTo>
                <a:lnTo>
                  <a:pt x="8" y="614"/>
                </a:lnTo>
                <a:lnTo>
                  <a:pt x="6" y="614"/>
                </a:lnTo>
                <a:lnTo>
                  <a:pt x="3" y="613"/>
                </a:lnTo>
                <a:lnTo>
                  <a:pt x="2" y="612"/>
                </a:lnTo>
                <a:lnTo>
                  <a:pt x="2" y="611"/>
                </a:lnTo>
                <a:lnTo>
                  <a:pt x="2" y="610"/>
                </a:lnTo>
                <a:lnTo>
                  <a:pt x="3" y="609"/>
                </a:lnTo>
                <a:lnTo>
                  <a:pt x="4" y="609"/>
                </a:lnTo>
                <a:lnTo>
                  <a:pt x="4" y="608"/>
                </a:lnTo>
                <a:lnTo>
                  <a:pt x="5" y="607"/>
                </a:lnTo>
                <a:lnTo>
                  <a:pt x="5" y="606"/>
                </a:lnTo>
                <a:lnTo>
                  <a:pt x="4" y="605"/>
                </a:lnTo>
                <a:lnTo>
                  <a:pt x="2" y="606"/>
                </a:lnTo>
                <a:lnTo>
                  <a:pt x="1" y="606"/>
                </a:lnTo>
                <a:lnTo>
                  <a:pt x="1" y="605"/>
                </a:lnTo>
                <a:lnTo>
                  <a:pt x="0" y="605"/>
                </a:lnTo>
                <a:lnTo>
                  <a:pt x="1" y="604"/>
                </a:lnTo>
                <a:lnTo>
                  <a:pt x="2" y="602"/>
                </a:lnTo>
                <a:lnTo>
                  <a:pt x="3" y="602"/>
                </a:lnTo>
                <a:lnTo>
                  <a:pt x="4" y="602"/>
                </a:lnTo>
                <a:lnTo>
                  <a:pt x="5" y="602"/>
                </a:lnTo>
                <a:lnTo>
                  <a:pt x="5" y="603"/>
                </a:lnTo>
                <a:lnTo>
                  <a:pt x="6" y="603"/>
                </a:lnTo>
                <a:lnTo>
                  <a:pt x="7" y="603"/>
                </a:lnTo>
                <a:lnTo>
                  <a:pt x="7" y="602"/>
                </a:lnTo>
                <a:lnTo>
                  <a:pt x="8" y="602"/>
                </a:lnTo>
                <a:lnTo>
                  <a:pt x="8" y="601"/>
                </a:lnTo>
                <a:lnTo>
                  <a:pt x="7" y="601"/>
                </a:lnTo>
                <a:lnTo>
                  <a:pt x="8" y="601"/>
                </a:lnTo>
                <a:lnTo>
                  <a:pt x="11" y="600"/>
                </a:lnTo>
                <a:lnTo>
                  <a:pt x="12" y="600"/>
                </a:lnTo>
                <a:lnTo>
                  <a:pt x="12" y="601"/>
                </a:lnTo>
                <a:lnTo>
                  <a:pt x="13" y="601"/>
                </a:lnTo>
                <a:lnTo>
                  <a:pt x="14" y="600"/>
                </a:lnTo>
                <a:lnTo>
                  <a:pt x="17" y="598"/>
                </a:lnTo>
                <a:lnTo>
                  <a:pt x="18" y="597"/>
                </a:lnTo>
                <a:lnTo>
                  <a:pt x="19" y="597"/>
                </a:lnTo>
                <a:lnTo>
                  <a:pt x="20" y="597"/>
                </a:lnTo>
                <a:lnTo>
                  <a:pt x="20" y="596"/>
                </a:lnTo>
                <a:lnTo>
                  <a:pt x="20" y="595"/>
                </a:lnTo>
                <a:lnTo>
                  <a:pt x="20" y="593"/>
                </a:lnTo>
                <a:lnTo>
                  <a:pt x="20" y="591"/>
                </a:lnTo>
                <a:lnTo>
                  <a:pt x="20" y="590"/>
                </a:lnTo>
                <a:lnTo>
                  <a:pt x="21" y="589"/>
                </a:lnTo>
                <a:lnTo>
                  <a:pt x="21" y="588"/>
                </a:lnTo>
                <a:lnTo>
                  <a:pt x="22" y="587"/>
                </a:lnTo>
                <a:lnTo>
                  <a:pt x="23" y="587"/>
                </a:lnTo>
                <a:lnTo>
                  <a:pt x="25" y="587"/>
                </a:lnTo>
                <a:lnTo>
                  <a:pt x="25" y="588"/>
                </a:lnTo>
                <a:lnTo>
                  <a:pt x="25" y="589"/>
                </a:lnTo>
                <a:lnTo>
                  <a:pt x="25" y="590"/>
                </a:lnTo>
                <a:lnTo>
                  <a:pt x="26" y="591"/>
                </a:lnTo>
                <a:lnTo>
                  <a:pt x="27" y="591"/>
                </a:lnTo>
                <a:lnTo>
                  <a:pt x="27" y="590"/>
                </a:lnTo>
                <a:lnTo>
                  <a:pt x="29" y="589"/>
                </a:lnTo>
                <a:lnTo>
                  <a:pt x="30" y="589"/>
                </a:lnTo>
                <a:lnTo>
                  <a:pt x="31" y="588"/>
                </a:lnTo>
                <a:lnTo>
                  <a:pt x="31" y="587"/>
                </a:lnTo>
                <a:lnTo>
                  <a:pt x="30" y="585"/>
                </a:lnTo>
                <a:lnTo>
                  <a:pt x="29" y="584"/>
                </a:lnTo>
                <a:lnTo>
                  <a:pt x="28" y="582"/>
                </a:lnTo>
                <a:lnTo>
                  <a:pt x="27" y="580"/>
                </a:lnTo>
                <a:lnTo>
                  <a:pt x="28" y="580"/>
                </a:lnTo>
                <a:lnTo>
                  <a:pt x="28" y="579"/>
                </a:lnTo>
                <a:lnTo>
                  <a:pt x="29" y="577"/>
                </a:lnTo>
                <a:lnTo>
                  <a:pt x="30" y="576"/>
                </a:lnTo>
                <a:lnTo>
                  <a:pt x="31" y="576"/>
                </a:lnTo>
                <a:lnTo>
                  <a:pt x="30" y="575"/>
                </a:lnTo>
                <a:lnTo>
                  <a:pt x="29" y="575"/>
                </a:lnTo>
                <a:lnTo>
                  <a:pt x="28" y="574"/>
                </a:lnTo>
                <a:lnTo>
                  <a:pt x="29" y="573"/>
                </a:lnTo>
                <a:lnTo>
                  <a:pt x="29" y="572"/>
                </a:lnTo>
                <a:lnTo>
                  <a:pt x="30" y="571"/>
                </a:lnTo>
                <a:lnTo>
                  <a:pt x="30" y="570"/>
                </a:lnTo>
                <a:lnTo>
                  <a:pt x="29" y="569"/>
                </a:lnTo>
                <a:lnTo>
                  <a:pt x="29" y="570"/>
                </a:lnTo>
                <a:lnTo>
                  <a:pt x="29" y="569"/>
                </a:lnTo>
                <a:lnTo>
                  <a:pt x="28" y="568"/>
                </a:lnTo>
                <a:lnTo>
                  <a:pt x="27" y="568"/>
                </a:lnTo>
                <a:lnTo>
                  <a:pt x="28" y="567"/>
                </a:lnTo>
                <a:lnTo>
                  <a:pt x="28" y="566"/>
                </a:lnTo>
                <a:lnTo>
                  <a:pt x="29" y="565"/>
                </a:lnTo>
                <a:lnTo>
                  <a:pt x="29" y="563"/>
                </a:lnTo>
                <a:lnTo>
                  <a:pt x="28" y="562"/>
                </a:lnTo>
                <a:lnTo>
                  <a:pt x="28" y="561"/>
                </a:lnTo>
                <a:lnTo>
                  <a:pt x="29" y="560"/>
                </a:lnTo>
                <a:lnTo>
                  <a:pt x="29" y="559"/>
                </a:lnTo>
                <a:lnTo>
                  <a:pt x="30" y="560"/>
                </a:lnTo>
                <a:lnTo>
                  <a:pt x="31" y="560"/>
                </a:lnTo>
                <a:lnTo>
                  <a:pt x="31" y="559"/>
                </a:lnTo>
                <a:lnTo>
                  <a:pt x="32" y="559"/>
                </a:lnTo>
                <a:lnTo>
                  <a:pt x="32" y="558"/>
                </a:lnTo>
                <a:lnTo>
                  <a:pt x="33" y="558"/>
                </a:lnTo>
                <a:lnTo>
                  <a:pt x="34" y="558"/>
                </a:lnTo>
                <a:lnTo>
                  <a:pt x="34" y="557"/>
                </a:lnTo>
                <a:lnTo>
                  <a:pt x="34" y="556"/>
                </a:lnTo>
                <a:lnTo>
                  <a:pt x="37" y="553"/>
                </a:lnTo>
                <a:lnTo>
                  <a:pt x="38" y="550"/>
                </a:lnTo>
                <a:lnTo>
                  <a:pt x="39" y="550"/>
                </a:lnTo>
                <a:lnTo>
                  <a:pt x="39" y="549"/>
                </a:lnTo>
                <a:lnTo>
                  <a:pt x="39" y="548"/>
                </a:lnTo>
                <a:lnTo>
                  <a:pt x="39" y="547"/>
                </a:lnTo>
                <a:lnTo>
                  <a:pt x="40" y="547"/>
                </a:lnTo>
                <a:lnTo>
                  <a:pt x="40" y="544"/>
                </a:lnTo>
                <a:lnTo>
                  <a:pt x="40" y="543"/>
                </a:lnTo>
                <a:lnTo>
                  <a:pt x="41" y="543"/>
                </a:lnTo>
                <a:lnTo>
                  <a:pt x="41" y="542"/>
                </a:lnTo>
                <a:lnTo>
                  <a:pt x="42" y="542"/>
                </a:lnTo>
                <a:lnTo>
                  <a:pt x="42" y="541"/>
                </a:lnTo>
                <a:lnTo>
                  <a:pt x="42" y="540"/>
                </a:lnTo>
                <a:lnTo>
                  <a:pt x="43" y="540"/>
                </a:lnTo>
                <a:lnTo>
                  <a:pt x="44" y="540"/>
                </a:lnTo>
                <a:lnTo>
                  <a:pt x="44" y="541"/>
                </a:lnTo>
                <a:lnTo>
                  <a:pt x="45" y="540"/>
                </a:lnTo>
                <a:lnTo>
                  <a:pt x="45" y="539"/>
                </a:lnTo>
                <a:lnTo>
                  <a:pt x="45" y="538"/>
                </a:lnTo>
                <a:lnTo>
                  <a:pt x="45" y="537"/>
                </a:lnTo>
                <a:lnTo>
                  <a:pt x="45" y="536"/>
                </a:lnTo>
                <a:lnTo>
                  <a:pt x="46" y="535"/>
                </a:lnTo>
                <a:lnTo>
                  <a:pt x="47" y="535"/>
                </a:lnTo>
                <a:lnTo>
                  <a:pt x="47" y="534"/>
                </a:lnTo>
                <a:lnTo>
                  <a:pt x="48" y="533"/>
                </a:lnTo>
                <a:lnTo>
                  <a:pt x="49" y="532"/>
                </a:lnTo>
                <a:lnTo>
                  <a:pt x="50" y="533"/>
                </a:lnTo>
                <a:lnTo>
                  <a:pt x="50" y="532"/>
                </a:lnTo>
                <a:lnTo>
                  <a:pt x="51" y="531"/>
                </a:lnTo>
                <a:lnTo>
                  <a:pt x="52" y="531"/>
                </a:lnTo>
                <a:lnTo>
                  <a:pt x="52" y="530"/>
                </a:lnTo>
                <a:lnTo>
                  <a:pt x="52" y="529"/>
                </a:lnTo>
                <a:lnTo>
                  <a:pt x="52" y="528"/>
                </a:lnTo>
                <a:lnTo>
                  <a:pt x="52" y="527"/>
                </a:lnTo>
                <a:lnTo>
                  <a:pt x="52" y="526"/>
                </a:lnTo>
                <a:lnTo>
                  <a:pt x="53" y="526"/>
                </a:lnTo>
                <a:lnTo>
                  <a:pt x="53" y="525"/>
                </a:lnTo>
                <a:lnTo>
                  <a:pt x="53" y="524"/>
                </a:lnTo>
                <a:lnTo>
                  <a:pt x="54" y="524"/>
                </a:lnTo>
                <a:lnTo>
                  <a:pt x="54" y="523"/>
                </a:lnTo>
                <a:lnTo>
                  <a:pt x="55" y="523"/>
                </a:lnTo>
                <a:lnTo>
                  <a:pt x="56" y="523"/>
                </a:lnTo>
                <a:lnTo>
                  <a:pt x="56" y="522"/>
                </a:lnTo>
                <a:lnTo>
                  <a:pt x="56" y="521"/>
                </a:lnTo>
                <a:lnTo>
                  <a:pt x="56" y="520"/>
                </a:lnTo>
                <a:lnTo>
                  <a:pt x="57" y="520"/>
                </a:lnTo>
                <a:lnTo>
                  <a:pt x="58" y="520"/>
                </a:lnTo>
                <a:lnTo>
                  <a:pt x="58" y="519"/>
                </a:lnTo>
                <a:lnTo>
                  <a:pt x="58" y="518"/>
                </a:lnTo>
                <a:lnTo>
                  <a:pt x="58" y="517"/>
                </a:lnTo>
                <a:lnTo>
                  <a:pt x="59" y="517"/>
                </a:lnTo>
                <a:lnTo>
                  <a:pt x="59" y="516"/>
                </a:lnTo>
                <a:lnTo>
                  <a:pt x="60" y="516"/>
                </a:lnTo>
                <a:lnTo>
                  <a:pt x="60" y="515"/>
                </a:lnTo>
                <a:lnTo>
                  <a:pt x="61" y="514"/>
                </a:lnTo>
                <a:lnTo>
                  <a:pt x="60" y="513"/>
                </a:lnTo>
                <a:lnTo>
                  <a:pt x="59" y="513"/>
                </a:lnTo>
                <a:lnTo>
                  <a:pt x="59" y="512"/>
                </a:lnTo>
                <a:lnTo>
                  <a:pt x="59" y="511"/>
                </a:lnTo>
                <a:lnTo>
                  <a:pt x="60" y="511"/>
                </a:lnTo>
                <a:lnTo>
                  <a:pt x="60" y="510"/>
                </a:lnTo>
                <a:lnTo>
                  <a:pt x="61" y="510"/>
                </a:lnTo>
                <a:lnTo>
                  <a:pt x="62" y="509"/>
                </a:lnTo>
                <a:lnTo>
                  <a:pt x="61" y="509"/>
                </a:lnTo>
                <a:lnTo>
                  <a:pt x="61" y="507"/>
                </a:lnTo>
                <a:lnTo>
                  <a:pt x="62" y="507"/>
                </a:lnTo>
                <a:lnTo>
                  <a:pt x="62" y="506"/>
                </a:lnTo>
                <a:lnTo>
                  <a:pt x="61" y="506"/>
                </a:lnTo>
                <a:lnTo>
                  <a:pt x="61" y="504"/>
                </a:lnTo>
                <a:lnTo>
                  <a:pt x="60" y="504"/>
                </a:lnTo>
                <a:lnTo>
                  <a:pt x="60" y="503"/>
                </a:lnTo>
                <a:lnTo>
                  <a:pt x="59" y="503"/>
                </a:lnTo>
                <a:lnTo>
                  <a:pt x="58" y="503"/>
                </a:lnTo>
                <a:lnTo>
                  <a:pt x="59" y="503"/>
                </a:lnTo>
                <a:lnTo>
                  <a:pt x="58" y="502"/>
                </a:lnTo>
                <a:lnTo>
                  <a:pt x="58" y="503"/>
                </a:lnTo>
                <a:lnTo>
                  <a:pt x="57" y="503"/>
                </a:lnTo>
                <a:lnTo>
                  <a:pt x="57" y="502"/>
                </a:lnTo>
                <a:lnTo>
                  <a:pt x="56" y="502"/>
                </a:lnTo>
                <a:lnTo>
                  <a:pt x="55" y="502"/>
                </a:lnTo>
                <a:lnTo>
                  <a:pt x="55" y="501"/>
                </a:lnTo>
                <a:lnTo>
                  <a:pt x="54" y="501"/>
                </a:lnTo>
                <a:lnTo>
                  <a:pt x="53" y="501"/>
                </a:lnTo>
                <a:lnTo>
                  <a:pt x="52" y="501"/>
                </a:lnTo>
                <a:lnTo>
                  <a:pt x="52" y="502"/>
                </a:lnTo>
                <a:lnTo>
                  <a:pt x="51" y="502"/>
                </a:lnTo>
                <a:lnTo>
                  <a:pt x="50" y="502"/>
                </a:lnTo>
                <a:lnTo>
                  <a:pt x="50" y="503"/>
                </a:lnTo>
                <a:lnTo>
                  <a:pt x="49" y="503"/>
                </a:lnTo>
                <a:lnTo>
                  <a:pt x="48" y="502"/>
                </a:lnTo>
                <a:lnTo>
                  <a:pt x="49" y="500"/>
                </a:lnTo>
                <a:lnTo>
                  <a:pt x="49" y="499"/>
                </a:lnTo>
                <a:lnTo>
                  <a:pt x="50" y="499"/>
                </a:lnTo>
                <a:lnTo>
                  <a:pt x="51" y="499"/>
                </a:lnTo>
                <a:lnTo>
                  <a:pt x="52" y="499"/>
                </a:lnTo>
                <a:lnTo>
                  <a:pt x="53" y="499"/>
                </a:lnTo>
                <a:lnTo>
                  <a:pt x="53" y="498"/>
                </a:lnTo>
                <a:lnTo>
                  <a:pt x="53" y="497"/>
                </a:lnTo>
                <a:lnTo>
                  <a:pt x="53" y="496"/>
                </a:lnTo>
                <a:lnTo>
                  <a:pt x="53" y="495"/>
                </a:lnTo>
                <a:lnTo>
                  <a:pt x="52" y="495"/>
                </a:lnTo>
                <a:lnTo>
                  <a:pt x="52" y="494"/>
                </a:lnTo>
                <a:lnTo>
                  <a:pt x="51" y="494"/>
                </a:lnTo>
                <a:lnTo>
                  <a:pt x="50" y="493"/>
                </a:lnTo>
                <a:lnTo>
                  <a:pt x="50" y="492"/>
                </a:lnTo>
                <a:lnTo>
                  <a:pt x="49" y="492"/>
                </a:lnTo>
                <a:lnTo>
                  <a:pt x="48" y="492"/>
                </a:lnTo>
                <a:lnTo>
                  <a:pt x="47" y="492"/>
                </a:lnTo>
                <a:lnTo>
                  <a:pt x="46" y="491"/>
                </a:lnTo>
                <a:lnTo>
                  <a:pt x="46" y="489"/>
                </a:lnTo>
                <a:lnTo>
                  <a:pt x="46" y="488"/>
                </a:lnTo>
                <a:lnTo>
                  <a:pt x="47" y="487"/>
                </a:lnTo>
                <a:lnTo>
                  <a:pt x="47" y="486"/>
                </a:lnTo>
                <a:lnTo>
                  <a:pt x="45" y="482"/>
                </a:lnTo>
                <a:lnTo>
                  <a:pt x="44" y="481"/>
                </a:lnTo>
                <a:lnTo>
                  <a:pt x="43" y="481"/>
                </a:lnTo>
                <a:lnTo>
                  <a:pt x="42" y="479"/>
                </a:lnTo>
                <a:lnTo>
                  <a:pt x="43" y="478"/>
                </a:lnTo>
                <a:lnTo>
                  <a:pt x="40" y="475"/>
                </a:lnTo>
                <a:lnTo>
                  <a:pt x="39" y="474"/>
                </a:lnTo>
                <a:lnTo>
                  <a:pt x="38" y="474"/>
                </a:lnTo>
                <a:lnTo>
                  <a:pt x="37" y="474"/>
                </a:lnTo>
                <a:lnTo>
                  <a:pt x="37" y="473"/>
                </a:lnTo>
                <a:lnTo>
                  <a:pt x="38" y="472"/>
                </a:lnTo>
                <a:lnTo>
                  <a:pt x="38" y="467"/>
                </a:lnTo>
                <a:lnTo>
                  <a:pt x="36" y="465"/>
                </a:lnTo>
                <a:lnTo>
                  <a:pt x="34" y="463"/>
                </a:lnTo>
                <a:lnTo>
                  <a:pt x="33" y="462"/>
                </a:lnTo>
                <a:lnTo>
                  <a:pt x="32" y="462"/>
                </a:lnTo>
                <a:lnTo>
                  <a:pt x="32" y="461"/>
                </a:lnTo>
                <a:lnTo>
                  <a:pt x="32" y="460"/>
                </a:lnTo>
                <a:lnTo>
                  <a:pt x="33" y="460"/>
                </a:lnTo>
                <a:lnTo>
                  <a:pt x="33" y="459"/>
                </a:lnTo>
                <a:lnTo>
                  <a:pt x="34" y="457"/>
                </a:lnTo>
                <a:lnTo>
                  <a:pt x="34" y="456"/>
                </a:lnTo>
                <a:lnTo>
                  <a:pt x="33" y="456"/>
                </a:lnTo>
                <a:lnTo>
                  <a:pt x="32" y="456"/>
                </a:lnTo>
                <a:lnTo>
                  <a:pt x="31" y="457"/>
                </a:lnTo>
                <a:lnTo>
                  <a:pt x="29" y="456"/>
                </a:lnTo>
                <a:lnTo>
                  <a:pt x="27" y="456"/>
                </a:lnTo>
                <a:lnTo>
                  <a:pt x="24" y="454"/>
                </a:lnTo>
                <a:lnTo>
                  <a:pt x="24" y="452"/>
                </a:lnTo>
                <a:lnTo>
                  <a:pt x="22" y="452"/>
                </a:lnTo>
                <a:lnTo>
                  <a:pt x="21" y="452"/>
                </a:lnTo>
                <a:lnTo>
                  <a:pt x="19" y="451"/>
                </a:lnTo>
                <a:lnTo>
                  <a:pt x="19" y="450"/>
                </a:lnTo>
                <a:lnTo>
                  <a:pt x="18" y="450"/>
                </a:lnTo>
                <a:lnTo>
                  <a:pt x="18" y="449"/>
                </a:lnTo>
                <a:lnTo>
                  <a:pt x="17" y="449"/>
                </a:lnTo>
                <a:lnTo>
                  <a:pt x="15" y="449"/>
                </a:lnTo>
                <a:lnTo>
                  <a:pt x="13" y="449"/>
                </a:lnTo>
                <a:lnTo>
                  <a:pt x="12" y="449"/>
                </a:lnTo>
                <a:lnTo>
                  <a:pt x="11" y="449"/>
                </a:lnTo>
                <a:lnTo>
                  <a:pt x="10" y="449"/>
                </a:lnTo>
                <a:lnTo>
                  <a:pt x="8" y="447"/>
                </a:lnTo>
                <a:lnTo>
                  <a:pt x="8" y="446"/>
                </a:lnTo>
                <a:lnTo>
                  <a:pt x="8" y="444"/>
                </a:lnTo>
                <a:lnTo>
                  <a:pt x="8" y="441"/>
                </a:lnTo>
                <a:lnTo>
                  <a:pt x="9" y="440"/>
                </a:lnTo>
                <a:lnTo>
                  <a:pt x="10" y="439"/>
                </a:lnTo>
                <a:lnTo>
                  <a:pt x="10" y="438"/>
                </a:lnTo>
                <a:lnTo>
                  <a:pt x="9" y="438"/>
                </a:lnTo>
                <a:lnTo>
                  <a:pt x="8" y="437"/>
                </a:lnTo>
                <a:lnTo>
                  <a:pt x="7" y="437"/>
                </a:lnTo>
                <a:lnTo>
                  <a:pt x="7" y="436"/>
                </a:lnTo>
                <a:lnTo>
                  <a:pt x="7" y="435"/>
                </a:lnTo>
                <a:lnTo>
                  <a:pt x="6" y="435"/>
                </a:lnTo>
                <a:lnTo>
                  <a:pt x="7" y="430"/>
                </a:lnTo>
                <a:lnTo>
                  <a:pt x="8" y="430"/>
                </a:lnTo>
                <a:lnTo>
                  <a:pt x="9" y="430"/>
                </a:lnTo>
                <a:lnTo>
                  <a:pt x="10" y="430"/>
                </a:lnTo>
                <a:lnTo>
                  <a:pt x="10" y="428"/>
                </a:lnTo>
                <a:lnTo>
                  <a:pt x="10" y="427"/>
                </a:lnTo>
                <a:lnTo>
                  <a:pt x="11" y="427"/>
                </a:lnTo>
                <a:lnTo>
                  <a:pt x="11" y="426"/>
                </a:lnTo>
                <a:lnTo>
                  <a:pt x="12" y="426"/>
                </a:lnTo>
                <a:lnTo>
                  <a:pt x="11" y="425"/>
                </a:lnTo>
                <a:lnTo>
                  <a:pt x="10" y="424"/>
                </a:lnTo>
                <a:lnTo>
                  <a:pt x="9" y="424"/>
                </a:lnTo>
                <a:lnTo>
                  <a:pt x="9" y="423"/>
                </a:lnTo>
                <a:lnTo>
                  <a:pt x="9" y="422"/>
                </a:lnTo>
                <a:lnTo>
                  <a:pt x="9" y="421"/>
                </a:lnTo>
                <a:lnTo>
                  <a:pt x="8" y="420"/>
                </a:lnTo>
                <a:lnTo>
                  <a:pt x="9" y="420"/>
                </a:lnTo>
                <a:lnTo>
                  <a:pt x="9" y="418"/>
                </a:lnTo>
                <a:lnTo>
                  <a:pt x="9" y="417"/>
                </a:lnTo>
                <a:lnTo>
                  <a:pt x="9" y="416"/>
                </a:lnTo>
                <a:lnTo>
                  <a:pt x="10" y="415"/>
                </a:lnTo>
                <a:lnTo>
                  <a:pt x="11" y="414"/>
                </a:lnTo>
                <a:lnTo>
                  <a:pt x="13" y="414"/>
                </a:lnTo>
                <a:lnTo>
                  <a:pt x="14" y="412"/>
                </a:lnTo>
                <a:lnTo>
                  <a:pt x="14" y="411"/>
                </a:lnTo>
                <a:lnTo>
                  <a:pt x="13" y="411"/>
                </a:lnTo>
                <a:lnTo>
                  <a:pt x="13" y="410"/>
                </a:lnTo>
                <a:lnTo>
                  <a:pt x="13" y="408"/>
                </a:lnTo>
                <a:lnTo>
                  <a:pt x="14" y="407"/>
                </a:lnTo>
                <a:lnTo>
                  <a:pt x="15" y="406"/>
                </a:lnTo>
                <a:lnTo>
                  <a:pt x="16" y="405"/>
                </a:lnTo>
                <a:lnTo>
                  <a:pt x="19" y="406"/>
                </a:lnTo>
                <a:lnTo>
                  <a:pt x="20" y="406"/>
                </a:lnTo>
                <a:lnTo>
                  <a:pt x="21" y="406"/>
                </a:lnTo>
                <a:lnTo>
                  <a:pt x="22" y="405"/>
                </a:lnTo>
                <a:lnTo>
                  <a:pt x="23" y="405"/>
                </a:lnTo>
                <a:lnTo>
                  <a:pt x="24" y="404"/>
                </a:lnTo>
                <a:lnTo>
                  <a:pt x="24" y="403"/>
                </a:lnTo>
                <a:lnTo>
                  <a:pt x="23" y="402"/>
                </a:lnTo>
                <a:lnTo>
                  <a:pt x="23" y="401"/>
                </a:lnTo>
                <a:lnTo>
                  <a:pt x="23" y="399"/>
                </a:lnTo>
                <a:lnTo>
                  <a:pt x="24" y="399"/>
                </a:lnTo>
                <a:lnTo>
                  <a:pt x="25" y="399"/>
                </a:lnTo>
                <a:lnTo>
                  <a:pt x="25" y="400"/>
                </a:lnTo>
                <a:lnTo>
                  <a:pt x="26" y="400"/>
                </a:lnTo>
                <a:lnTo>
                  <a:pt x="27" y="401"/>
                </a:lnTo>
                <a:lnTo>
                  <a:pt x="28" y="400"/>
                </a:lnTo>
                <a:lnTo>
                  <a:pt x="29" y="399"/>
                </a:lnTo>
                <a:lnTo>
                  <a:pt x="29" y="398"/>
                </a:lnTo>
                <a:lnTo>
                  <a:pt x="30" y="395"/>
                </a:lnTo>
                <a:lnTo>
                  <a:pt x="31" y="394"/>
                </a:lnTo>
                <a:lnTo>
                  <a:pt x="32" y="394"/>
                </a:lnTo>
                <a:lnTo>
                  <a:pt x="33" y="394"/>
                </a:lnTo>
                <a:lnTo>
                  <a:pt x="33" y="395"/>
                </a:lnTo>
                <a:lnTo>
                  <a:pt x="34" y="395"/>
                </a:lnTo>
                <a:lnTo>
                  <a:pt x="34" y="394"/>
                </a:lnTo>
                <a:lnTo>
                  <a:pt x="34" y="392"/>
                </a:lnTo>
                <a:lnTo>
                  <a:pt x="34" y="391"/>
                </a:lnTo>
                <a:lnTo>
                  <a:pt x="34" y="390"/>
                </a:lnTo>
                <a:lnTo>
                  <a:pt x="35" y="390"/>
                </a:lnTo>
                <a:lnTo>
                  <a:pt x="36" y="389"/>
                </a:lnTo>
                <a:lnTo>
                  <a:pt x="36" y="388"/>
                </a:lnTo>
                <a:lnTo>
                  <a:pt x="36" y="387"/>
                </a:lnTo>
                <a:lnTo>
                  <a:pt x="35" y="386"/>
                </a:lnTo>
                <a:lnTo>
                  <a:pt x="34" y="386"/>
                </a:lnTo>
                <a:lnTo>
                  <a:pt x="33" y="386"/>
                </a:lnTo>
                <a:lnTo>
                  <a:pt x="31" y="385"/>
                </a:lnTo>
                <a:lnTo>
                  <a:pt x="31" y="384"/>
                </a:lnTo>
                <a:lnTo>
                  <a:pt x="30" y="383"/>
                </a:lnTo>
                <a:lnTo>
                  <a:pt x="29" y="382"/>
                </a:lnTo>
                <a:lnTo>
                  <a:pt x="29" y="381"/>
                </a:lnTo>
                <a:lnTo>
                  <a:pt x="29" y="379"/>
                </a:lnTo>
                <a:lnTo>
                  <a:pt x="29" y="377"/>
                </a:lnTo>
                <a:lnTo>
                  <a:pt x="28" y="376"/>
                </a:lnTo>
                <a:lnTo>
                  <a:pt x="28" y="374"/>
                </a:lnTo>
                <a:lnTo>
                  <a:pt x="28" y="372"/>
                </a:lnTo>
                <a:lnTo>
                  <a:pt x="29" y="371"/>
                </a:lnTo>
                <a:lnTo>
                  <a:pt x="29" y="370"/>
                </a:lnTo>
                <a:lnTo>
                  <a:pt x="30" y="370"/>
                </a:lnTo>
                <a:lnTo>
                  <a:pt x="30" y="371"/>
                </a:lnTo>
                <a:lnTo>
                  <a:pt x="31" y="371"/>
                </a:lnTo>
                <a:lnTo>
                  <a:pt x="32" y="371"/>
                </a:lnTo>
                <a:lnTo>
                  <a:pt x="32" y="370"/>
                </a:lnTo>
                <a:lnTo>
                  <a:pt x="33" y="370"/>
                </a:lnTo>
                <a:lnTo>
                  <a:pt x="33" y="369"/>
                </a:lnTo>
                <a:lnTo>
                  <a:pt x="33" y="368"/>
                </a:lnTo>
                <a:lnTo>
                  <a:pt x="35" y="368"/>
                </a:lnTo>
                <a:lnTo>
                  <a:pt x="36" y="367"/>
                </a:lnTo>
                <a:lnTo>
                  <a:pt x="37" y="366"/>
                </a:lnTo>
                <a:lnTo>
                  <a:pt x="39" y="363"/>
                </a:lnTo>
                <a:lnTo>
                  <a:pt x="40" y="363"/>
                </a:lnTo>
                <a:lnTo>
                  <a:pt x="41" y="363"/>
                </a:lnTo>
                <a:lnTo>
                  <a:pt x="42" y="363"/>
                </a:lnTo>
                <a:lnTo>
                  <a:pt x="43" y="363"/>
                </a:lnTo>
                <a:lnTo>
                  <a:pt x="43" y="362"/>
                </a:lnTo>
                <a:lnTo>
                  <a:pt x="43" y="361"/>
                </a:lnTo>
                <a:lnTo>
                  <a:pt x="44" y="360"/>
                </a:lnTo>
                <a:lnTo>
                  <a:pt x="46" y="360"/>
                </a:lnTo>
                <a:lnTo>
                  <a:pt x="47" y="360"/>
                </a:lnTo>
                <a:lnTo>
                  <a:pt x="47" y="361"/>
                </a:lnTo>
                <a:lnTo>
                  <a:pt x="48" y="361"/>
                </a:lnTo>
                <a:lnTo>
                  <a:pt x="49" y="360"/>
                </a:lnTo>
                <a:lnTo>
                  <a:pt x="49" y="359"/>
                </a:lnTo>
                <a:lnTo>
                  <a:pt x="49" y="358"/>
                </a:lnTo>
                <a:lnTo>
                  <a:pt x="50" y="358"/>
                </a:lnTo>
                <a:lnTo>
                  <a:pt x="50" y="357"/>
                </a:lnTo>
                <a:lnTo>
                  <a:pt x="51" y="357"/>
                </a:lnTo>
                <a:lnTo>
                  <a:pt x="52" y="357"/>
                </a:lnTo>
                <a:lnTo>
                  <a:pt x="53" y="357"/>
                </a:lnTo>
                <a:lnTo>
                  <a:pt x="53" y="356"/>
                </a:lnTo>
                <a:lnTo>
                  <a:pt x="54" y="357"/>
                </a:lnTo>
                <a:lnTo>
                  <a:pt x="54" y="358"/>
                </a:lnTo>
                <a:lnTo>
                  <a:pt x="55" y="359"/>
                </a:lnTo>
                <a:lnTo>
                  <a:pt x="55" y="360"/>
                </a:lnTo>
                <a:lnTo>
                  <a:pt x="56" y="360"/>
                </a:lnTo>
                <a:lnTo>
                  <a:pt x="57" y="360"/>
                </a:lnTo>
                <a:lnTo>
                  <a:pt x="57" y="361"/>
                </a:lnTo>
                <a:lnTo>
                  <a:pt x="58" y="361"/>
                </a:lnTo>
                <a:lnTo>
                  <a:pt x="58" y="362"/>
                </a:lnTo>
                <a:lnTo>
                  <a:pt x="59" y="362"/>
                </a:lnTo>
                <a:lnTo>
                  <a:pt x="59" y="363"/>
                </a:lnTo>
                <a:lnTo>
                  <a:pt x="59" y="364"/>
                </a:lnTo>
                <a:lnTo>
                  <a:pt x="60" y="365"/>
                </a:lnTo>
                <a:lnTo>
                  <a:pt x="61" y="365"/>
                </a:lnTo>
                <a:lnTo>
                  <a:pt x="62" y="365"/>
                </a:lnTo>
                <a:lnTo>
                  <a:pt x="63" y="365"/>
                </a:lnTo>
                <a:lnTo>
                  <a:pt x="63" y="364"/>
                </a:lnTo>
                <a:lnTo>
                  <a:pt x="64" y="364"/>
                </a:lnTo>
                <a:lnTo>
                  <a:pt x="64" y="363"/>
                </a:lnTo>
                <a:lnTo>
                  <a:pt x="65" y="363"/>
                </a:lnTo>
                <a:lnTo>
                  <a:pt x="65" y="364"/>
                </a:lnTo>
                <a:lnTo>
                  <a:pt x="66" y="364"/>
                </a:lnTo>
                <a:lnTo>
                  <a:pt x="66" y="365"/>
                </a:lnTo>
                <a:lnTo>
                  <a:pt x="67" y="365"/>
                </a:lnTo>
                <a:lnTo>
                  <a:pt x="68" y="365"/>
                </a:lnTo>
                <a:lnTo>
                  <a:pt x="68" y="364"/>
                </a:lnTo>
                <a:lnTo>
                  <a:pt x="69" y="364"/>
                </a:lnTo>
                <a:lnTo>
                  <a:pt x="68" y="364"/>
                </a:lnTo>
                <a:lnTo>
                  <a:pt x="69" y="363"/>
                </a:lnTo>
                <a:lnTo>
                  <a:pt x="70" y="363"/>
                </a:lnTo>
                <a:lnTo>
                  <a:pt x="71" y="363"/>
                </a:lnTo>
                <a:lnTo>
                  <a:pt x="72" y="363"/>
                </a:lnTo>
                <a:lnTo>
                  <a:pt x="72" y="362"/>
                </a:lnTo>
                <a:lnTo>
                  <a:pt x="73" y="362"/>
                </a:lnTo>
                <a:lnTo>
                  <a:pt x="73" y="363"/>
                </a:lnTo>
                <a:lnTo>
                  <a:pt x="74" y="363"/>
                </a:lnTo>
                <a:lnTo>
                  <a:pt x="74" y="362"/>
                </a:lnTo>
                <a:lnTo>
                  <a:pt x="75" y="362"/>
                </a:lnTo>
                <a:lnTo>
                  <a:pt x="76" y="362"/>
                </a:lnTo>
                <a:lnTo>
                  <a:pt x="77" y="362"/>
                </a:lnTo>
                <a:lnTo>
                  <a:pt x="78" y="363"/>
                </a:lnTo>
                <a:lnTo>
                  <a:pt x="79" y="362"/>
                </a:lnTo>
                <a:lnTo>
                  <a:pt x="80" y="362"/>
                </a:lnTo>
                <a:lnTo>
                  <a:pt x="81" y="362"/>
                </a:lnTo>
                <a:lnTo>
                  <a:pt x="82" y="361"/>
                </a:lnTo>
                <a:lnTo>
                  <a:pt x="82" y="360"/>
                </a:lnTo>
                <a:lnTo>
                  <a:pt x="82" y="359"/>
                </a:lnTo>
                <a:lnTo>
                  <a:pt x="83" y="359"/>
                </a:lnTo>
                <a:lnTo>
                  <a:pt x="82" y="358"/>
                </a:lnTo>
                <a:lnTo>
                  <a:pt x="82" y="357"/>
                </a:lnTo>
                <a:lnTo>
                  <a:pt x="82" y="356"/>
                </a:lnTo>
                <a:lnTo>
                  <a:pt x="83" y="355"/>
                </a:lnTo>
                <a:lnTo>
                  <a:pt x="83" y="354"/>
                </a:lnTo>
                <a:lnTo>
                  <a:pt x="83" y="353"/>
                </a:lnTo>
                <a:lnTo>
                  <a:pt x="84" y="352"/>
                </a:lnTo>
                <a:lnTo>
                  <a:pt x="85" y="352"/>
                </a:lnTo>
                <a:lnTo>
                  <a:pt x="86" y="352"/>
                </a:lnTo>
                <a:lnTo>
                  <a:pt x="87" y="352"/>
                </a:lnTo>
                <a:lnTo>
                  <a:pt x="88" y="352"/>
                </a:lnTo>
                <a:lnTo>
                  <a:pt x="89" y="352"/>
                </a:lnTo>
                <a:lnTo>
                  <a:pt x="89" y="351"/>
                </a:lnTo>
                <a:lnTo>
                  <a:pt x="89" y="350"/>
                </a:lnTo>
                <a:lnTo>
                  <a:pt x="90" y="350"/>
                </a:lnTo>
                <a:lnTo>
                  <a:pt x="90" y="351"/>
                </a:lnTo>
                <a:lnTo>
                  <a:pt x="91" y="351"/>
                </a:lnTo>
                <a:lnTo>
                  <a:pt x="91" y="350"/>
                </a:lnTo>
                <a:lnTo>
                  <a:pt x="92" y="350"/>
                </a:lnTo>
                <a:lnTo>
                  <a:pt x="92" y="349"/>
                </a:lnTo>
                <a:lnTo>
                  <a:pt x="92" y="348"/>
                </a:lnTo>
                <a:lnTo>
                  <a:pt x="92" y="347"/>
                </a:lnTo>
                <a:lnTo>
                  <a:pt x="91" y="347"/>
                </a:lnTo>
                <a:lnTo>
                  <a:pt x="90" y="347"/>
                </a:lnTo>
                <a:lnTo>
                  <a:pt x="89" y="346"/>
                </a:lnTo>
                <a:lnTo>
                  <a:pt x="89" y="347"/>
                </a:lnTo>
                <a:lnTo>
                  <a:pt x="88" y="347"/>
                </a:lnTo>
                <a:lnTo>
                  <a:pt x="88" y="346"/>
                </a:lnTo>
                <a:lnTo>
                  <a:pt x="87" y="346"/>
                </a:lnTo>
                <a:lnTo>
                  <a:pt x="87" y="345"/>
                </a:lnTo>
                <a:lnTo>
                  <a:pt x="88" y="345"/>
                </a:lnTo>
                <a:lnTo>
                  <a:pt x="88" y="344"/>
                </a:lnTo>
                <a:lnTo>
                  <a:pt x="88" y="343"/>
                </a:lnTo>
                <a:lnTo>
                  <a:pt x="88" y="342"/>
                </a:lnTo>
                <a:lnTo>
                  <a:pt x="87" y="342"/>
                </a:lnTo>
                <a:lnTo>
                  <a:pt x="87" y="341"/>
                </a:lnTo>
                <a:lnTo>
                  <a:pt x="88" y="340"/>
                </a:lnTo>
                <a:lnTo>
                  <a:pt x="88" y="339"/>
                </a:lnTo>
                <a:lnTo>
                  <a:pt x="88" y="338"/>
                </a:lnTo>
                <a:lnTo>
                  <a:pt x="89" y="337"/>
                </a:lnTo>
                <a:lnTo>
                  <a:pt x="90" y="337"/>
                </a:lnTo>
                <a:lnTo>
                  <a:pt x="90" y="336"/>
                </a:lnTo>
                <a:lnTo>
                  <a:pt x="91" y="336"/>
                </a:lnTo>
                <a:lnTo>
                  <a:pt x="92" y="335"/>
                </a:lnTo>
                <a:lnTo>
                  <a:pt x="92" y="334"/>
                </a:lnTo>
                <a:lnTo>
                  <a:pt x="91" y="334"/>
                </a:lnTo>
                <a:lnTo>
                  <a:pt x="91" y="333"/>
                </a:lnTo>
                <a:lnTo>
                  <a:pt x="92" y="333"/>
                </a:lnTo>
                <a:lnTo>
                  <a:pt x="92" y="332"/>
                </a:lnTo>
                <a:lnTo>
                  <a:pt x="92" y="331"/>
                </a:lnTo>
                <a:lnTo>
                  <a:pt x="92" y="330"/>
                </a:lnTo>
                <a:lnTo>
                  <a:pt x="92" y="329"/>
                </a:lnTo>
                <a:lnTo>
                  <a:pt x="92" y="328"/>
                </a:lnTo>
                <a:lnTo>
                  <a:pt x="93" y="327"/>
                </a:lnTo>
                <a:lnTo>
                  <a:pt x="93" y="326"/>
                </a:lnTo>
                <a:lnTo>
                  <a:pt x="94" y="326"/>
                </a:lnTo>
                <a:lnTo>
                  <a:pt x="94" y="325"/>
                </a:lnTo>
                <a:lnTo>
                  <a:pt x="94" y="324"/>
                </a:lnTo>
                <a:lnTo>
                  <a:pt x="95" y="323"/>
                </a:lnTo>
                <a:lnTo>
                  <a:pt x="95" y="322"/>
                </a:lnTo>
                <a:lnTo>
                  <a:pt x="94" y="322"/>
                </a:lnTo>
                <a:lnTo>
                  <a:pt x="94" y="321"/>
                </a:lnTo>
                <a:lnTo>
                  <a:pt x="95" y="321"/>
                </a:lnTo>
                <a:lnTo>
                  <a:pt x="96" y="320"/>
                </a:lnTo>
                <a:lnTo>
                  <a:pt x="97" y="320"/>
                </a:lnTo>
                <a:lnTo>
                  <a:pt x="98" y="319"/>
                </a:lnTo>
                <a:lnTo>
                  <a:pt x="97" y="318"/>
                </a:lnTo>
                <a:lnTo>
                  <a:pt x="98" y="317"/>
                </a:lnTo>
                <a:lnTo>
                  <a:pt x="98" y="316"/>
                </a:lnTo>
                <a:lnTo>
                  <a:pt x="99" y="316"/>
                </a:lnTo>
                <a:lnTo>
                  <a:pt x="99" y="314"/>
                </a:lnTo>
                <a:lnTo>
                  <a:pt x="99" y="313"/>
                </a:lnTo>
                <a:lnTo>
                  <a:pt x="100" y="313"/>
                </a:lnTo>
                <a:lnTo>
                  <a:pt x="100" y="312"/>
                </a:lnTo>
                <a:lnTo>
                  <a:pt x="100" y="311"/>
                </a:lnTo>
                <a:lnTo>
                  <a:pt x="99" y="310"/>
                </a:lnTo>
                <a:lnTo>
                  <a:pt x="98" y="311"/>
                </a:lnTo>
                <a:lnTo>
                  <a:pt x="97" y="312"/>
                </a:lnTo>
                <a:lnTo>
                  <a:pt x="96" y="312"/>
                </a:lnTo>
                <a:lnTo>
                  <a:pt x="95" y="311"/>
                </a:lnTo>
                <a:lnTo>
                  <a:pt x="95" y="310"/>
                </a:lnTo>
                <a:lnTo>
                  <a:pt x="95" y="309"/>
                </a:lnTo>
                <a:lnTo>
                  <a:pt x="94" y="308"/>
                </a:lnTo>
                <a:lnTo>
                  <a:pt x="93" y="308"/>
                </a:lnTo>
                <a:lnTo>
                  <a:pt x="92" y="308"/>
                </a:lnTo>
                <a:lnTo>
                  <a:pt x="91" y="307"/>
                </a:lnTo>
                <a:lnTo>
                  <a:pt x="90" y="308"/>
                </a:lnTo>
                <a:lnTo>
                  <a:pt x="89" y="308"/>
                </a:lnTo>
                <a:lnTo>
                  <a:pt x="88" y="308"/>
                </a:lnTo>
                <a:lnTo>
                  <a:pt x="88" y="307"/>
                </a:lnTo>
                <a:lnTo>
                  <a:pt x="87" y="307"/>
                </a:lnTo>
                <a:lnTo>
                  <a:pt x="88" y="306"/>
                </a:lnTo>
                <a:lnTo>
                  <a:pt x="87" y="306"/>
                </a:lnTo>
                <a:lnTo>
                  <a:pt x="87" y="305"/>
                </a:lnTo>
                <a:lnTo>
                  <a:pt x="86" y="305"/>
                </a:lnTo>
                <a:lnTo>
                  <a:pt x="86" y="304"/>
                </a:lnTo>
                <a:lnTo>
                  <a:pt x="85" y="304"/>
                </a:lnTo>
                <a:lnTo>
                  <a:pt x="85" y="303"/>
                </a:lnTo>
                <a:lnTo>
                  <a:pt x="85" y="302"/>
                </a:lnTo>
                <a:lnTo>
                  <a:pt x="86" y="302"/>
                </a:lnTo>
                <a:lnTo>
                  <a:pt x="85" y="302"/>
                </a:lnTo>
                <a:lnTo>
                  <a:pt x="86" y="301"/>
                </a:lnTo>
                <a:lnTo>
                  <a:pt x="86" y="300"/>
                </a:lnTo>
                <a:lnTo>
                  <a:pt x="85" y="299"/>
                </a:lnTo>
                <a:lnTo>
                  <a:pt x="86" y="299"/>
                </a:lnTo>
                <a:lnTo>
                  <a:pt x="86" y="297"/>
                </a:lnTo>
                <a:lnTo>
                  <a:pt x="86" y="296"/>
                </a:lnTo>
                <a:lnTo>
                  <a:pt x="86" y="295"/>
                </a:lnTo>
                <a:lnTo>
                  <a:pt x="86" y="294"/>
                </a:lnTo>
                <a:lnTo>
                  <a:pt x="86" y="293"/>
                </a:lnTo>
                <a:lnTo>
                  <a:pt x="86" y="292"/>
                </a:lnTo>
                <a:lnTo>
                  <a:pt x="86" y="291"/>
                </a:lnTo>
                <a:lnTo>
                  <a:pt x="87" y="291"/>
                </a:lnTo>
                <a:lnTo>
                  <a:pt x="87" y="290"/>
                </a:lnTo>
                <a:lnTo>
                  <a:pt x="86" y="290"/>
                </a:lnTo>
                <a:lnTo>
                  <a:pt x="86" y="289"/>
                </a:lnTo>
                <a:lnTo>
                  <a:pt x="85" y="289"/>
                </a:lnTo>
                <a:lnTo>
                  <a:pt x="85" y="288"/>
                </a:lnTo>
                <a:lnTo>
                  <a:pt x="85" y="287"/>
                </a:lnTo>
                <a:lnTo>
                  <a:pt x="84" y="286"/>
                </a:lnTo>
                <a:lnTo>
                  <a:pt x="85" y="286"/>
                </a:lnTo>
                <a:lnTo>
                  <a:pt x="85" y="285"/>
                </a:lnTo>
                <a:lnTo>
                  <a:pt x="86" y="285"/>
                </a:lnTo>
                <a:lnTo>
                  <a:pt x="85" y="284"/>
                </a:lnTo>
                <a:lnTo>
                  <a:pt x="85" y="283"/>
                </a:lnTo>
                <a:lnTo>
                  <a:pt x="85" y="282"/>
                </a:lnTo>
                <a:lnTo>
                  <a:pt x="85" y="281"/>
                </a:lnTo>
                <a:lnTo>
                  <a:pt x="84" y="281"/>
                </a:lnTo>
                <a:lnTo>
                  <a:pt x="83" y="281"/>
                </a:lnTo>
                <a:lnTo>
                  <a:pt x="82" y="281"/>
                </a:lnTo>
                <a:lnTo>
                  <a:pt x="81" y="281"/>
                </a:lnTo>
                <a:lnTo>
                  <a:pt x="81" y="282"/>
                </a:lnTo>
                <a:lnTo>
                  <a:pt x="80" y="282"/>
                </a:lnTo>
                <a:lnTo>
                  <a:pt x="79" y="281"/>
                </a:lnTo>
                <a:lnTo>
                  <a:pt x="78" y="281"/>
                </a:lnTo>
                <a:lnTo>
                  <a:pt x="78" y="282"/>
                </a:lnTo>
                <a:lnTo>
                  <a:pt x="77" y="282"/>
                </a:lnTo>
                <a:lnTo>
                  <a:pt x="76" y="282"/>
                </a:lnTo>
                <a:lnTo>
                  <a:pt x="75" y="282"/>
                </a:lnTo>
                <a:lnTo>
                  <a:pt x="75" y="281"/>
                </a:lnTo>
                <a:lnTo>
                  <a:pt x="74" y="281"/>
                </a:lnTo>
                <a:lnTo>
                  <a:pt x="73" y="281"/>
                </a:lnTo>
                <a:lnTo>
                  <a:pt x="72" y="281"/>
                </a:lnTo>
                <a:lnTo>
                  <a:pt x="71" y="282"/>
                </a:lnTo>
                <a:lnTo>
                  <a:pt x="70" y="282"/>
                </a:lnTo>
                <a:lnTo>
                  <a:pt x="69" y="282"/>
                </a:lnTo>
                <a:lnTo>
                  <a:pt x="69" y="283"/>
                </a:lnTo>
                <a:lnTo>
                  <a:pt x="70" y="283"/>
                </a:lnTo>
                <a:lnTo>
                  <a:pt x="69" y="283"/>
                </a:lnTo>
                <a:lnTo>
                  <a:pt x="69" y="282"/>
                </a:lnTo>
                <a:lnTo>
                  <a:pt x="68" y="281"/>
                </a:lnTo>
                <a:lnTo>
                  <a:pt x="67" y="281"/>
                </a:lnTo>
                <a:lnTo>
                  <a:pt x="67" y="280"/>
                </a:lnTo>
                <a:lnTo>
                  <a:pt x="67" y="279"/>
                </a:lnTo>
                <a:lnTo>
                  <a:pt x="68" y="279"/>
                </a:lnTo>
                <a:lnTo>
                  <a:pt x="69" y="279"/>
                </a:lnTo>
                <a:lnTo>
                  <a:pt x="70" y="278"/>
                </a:lnTo>
                <a:lnTo>
                  <a:pt x="70" y="277"/>
                </a:lnTo>
                <a:lnTo>
                  <a:pt x="69" y="277"/>
                </a:lnTo>
                <a:lnTo>
                  <a:pt x="69" y="276"/>
                </a:lnTo>
                <a:lnTo>
                  <a:pt x="68" y="276"/>
                </a:lnTo>
                <a:lnTo>
                  <a:pt x="68" y="277"/>
                </a:lnTo>
                <a:lnTo>
                  <a:pt x="67" y="277"/>
                </a:lnTo>
                <a:lnTo>
                  <a:pt x="66" y="277"/>
                </a:lnTo>
                <a:lnTo>
                  <a:pt x="66" y="278"/>
                </a:lnTo>
                <a:lnTo>
                  <a:pt x="65" y="278"/>
                </a:lnTo>
                <a:lnTo>
                  <a:pt x="64" y="278"/>
                </a:lnTo>
                <a:lnTo>
                  <a:pt x="63" y="278"/>
                </a:lnTo>
                <a:lnTo>
                  <a:pt x="62" y="278"/>
                </a:lnTo>
                <a:lnTo>
                  <a:pt x="61" y="278"/>
                </a:lnTo>
                <a:lnTo>
                  <a:pt x="60" y="277"/>
                </a:lnTo>
                <a:lnTo>
                  <a:pt x="58" y="277"/>
                </a:lnTo>
                <a:lnTo>
                  <a:pt x="57" y="277"/>
                </a:lnTo>
                <a:lnTo>
                  <a:pt x="56" y="276"/>
                </a:lnTo>
                <a:lnTo>
                  <a:pt x="55" y="276"/>
                </a:lnTo>
                <a:lnTo>
                  <a:pt x="54" y="276"/>
                </a:lnTo>
                <a:lnTo>
                  <a:pt x="53" y="276"/>
                </a:lnTo>
                <a:lnTo>
                  <a:pt x="53" y="275"/>
                </a:lnTo>
                <a:lnTo>
                  <a:pt x="53" y="274"/>
                </a:lnTo>
                <a:lnTo>
                  <a:pt x="52" y="274"/>
                </a:lnTo>
                <a:lnTo>
                  <a:pt x="52" y="273"/>
                </a:lnTo>
                <a:lnTo>
                  <a:pt x="52" y="272"/>
                </a:lnTo>
                <a:lnTo>
                  <a:pt x="52" y="271"/>
                </a:lnTo>
                <a:lnTo>
                  <a:pt x="51" y="271"/>
                </a:lnTo>
                <a:lnTo>
                  <a:pt x="52" y="270"/>
                </a:lnTo>
                <a:lnTo>
                  <a:pt x="52" y="269"/>
                </a:lnTo>
                <a:lnTo>
                  <a:pt x="51" y="269"/>
                </a:lnTo>
                <a:lnTo>
                  <a:pt x="50" y="269"/>
                </a:lnTo>
                <a:lnTo>
                  <a:pt x="50" y="268"/>
                </a:lnTo>
                <a:lnTo>
                  <a:pt x="50" y="269"/>
                </a:lnTo>
                <a:lnTo>
                  <a:pt x="49" y="268"/>
                </a:lnTo>
                <a:lnTo>
                  <a:pt x="48" y="268"/>
                </a:lnTo>
                <a:lnTo>
                  <a:pt x="46" y="268"/>
                </a:lnTo>
                <a:lnTo>
                  <a:pt x="45" y="267"/>
                </a:lnTo>
                <a:lnTo>
                  <a:pt x="44" y="267"/>
                </a:lnTo>
                <a:lnTo>
                  <a:pt x="43" y="267"/>
                </a:lnTo>
                <a:lnTo>
                  <a:pt x="42" y="267"/>
                </a:lnTo>
                <a:lnTo>
                  <a:pt x="41" y="267"/>
                </a:lnTo>
                <a:lnTo>
                  <a:pt x="41" y="266"/>
                </a:lnTo>
                <a:lnTo>
                  <a:pt x="41" y="265"/>
                </a:lnTo>
                <a:lnTo>
                  <a:pt x="42" y="265"/>
                </a:lnTo>
                <a:lnTo>
                  <a:pt x="43" y="265"/>
                </a:lnTo>
                <a:lnTo>
                  <a:pt x="45" y="265"/>
                </a:lnTo>
                <a:lnTo>
                  <a:pt x="45" y="264"/>
                </a:lnTo>
                <a:lnTo>
                  <a:pt x="46" y="264"/>
                </a:lnTo>
                <a:lnTo>
                  <a:pt x="46" y="263"/>
                </a:lnTo>
                <a:lnTo>
                  <a:pt x="46" y="262"/>
                </a:lnTo>
                <a:lnTo>
                  <a:pt x="47" y="262"/>
                </a:lnTo>
                <a:lnTo>
                  <a:pt x="47" y="261"/>
                </a:lnTo>
                <a:lnTo>
                  <a:pt x="47" y="260"/>
                </a:lnTo>
                <a:lnTo>
                  <a:pt x="47" y="258"/>
                </a:lnTo>
                <a:lnTo>
                  <a:pt x="47" y="257"/>
                </a:lnTo>
                <a:lnTo>
                  <a:pt x="47" y="256"/>
                </a:lnTo>
                <a:lnTo>
                  <a:pt x="48" y="256"/>
                </a:lnTo>
                <a:lnTo>
                  <a:pt x="49" y="256"/>
                </a:lnTo>
                <a:lnTo>
                  <a:pt x="50" y="257"/>
                </a:lnTo>
                <a:lnTo>
                  <a:pt x="51" y="257"/>
                </a:lnTo>
                <a:lnTo>
                  <a:pt x="51" y="258"/>
                </a:lnTo>
                <a:lnTo>
                  <a:pt x="52" y="259"/>
                </a:lnTo>
                <a:lnTo>
                  <a:pt x="52" y="260"/>
                </a:lnTo>
                <a:lnTo>
                  <a:pt x="52" y="261"/>
                </a:lnTo>
                <a:lnTo>
                  <a:pt x="53" y="262"/>
                </a:lnTo>
                <a:lnTo>
                  <a:pt x="54" y="262"/>
                </a:lnTo>
                <a:lnTo>
                  <a:pt x="54" y="261"/>
                </a:lnTo>
                <a:lnTo>
                  <a:pt x="55" y="261"/>
                </a:lnTo>
                <a:lnTo>
                  <a:pt x="56" y="261"/>
                </a:lnTo>
                <a:lnTo>
                  <a:pt x="57" y="260"/>
                </a:lnTo>
                <a:lnTo>
                  <a:pt x="57" y="259"/>
                </a:lnTo>
                <a:lnTo>
                  <a:pt x="58" y="258"/>
                </a:lnTo>
                <a:lnTo>
                  <a:pt x="58" y="257"/>
                </a:lnTo>
                <a:lnTo>
                  <a:pt x="58" y="256"/>
                </a:lnTo>
                <a:lnTo>
                  <a:pt x="57" y="256"/>
                </a:lnTo>
                <a:lnTo>
                  <a:pt x="57" y="255"/>
                </a:lnTo>
                <a:lnTo>
                  <a:pt x="57" y="254"/>
                </a:lnTo>
                <a:lnTo>
                  <a:pt x="56" y="254"/>
                </a:lnTo>
                <a:lnTo>
                  <a:pt x="56" y="253"/>
                </a:lnTo>
                <a:lnTo>
                  <a:pt x="56" y="252"/>
                </a:lnTo>
                <a:lnTo>
                  <a:pt x="56" y="251"/>
                </a:lnTo>
                <a:lnTo>
                  <a:pt x="55" y="250"/>
                </a:lnTo>
                <a:lnTo>
                  <a:pt x="55" y="249"/>
                </a:lnTo>
                <a:lnTo>
                  <a:pt x="56" y="249"/>
                </a:lnTo>
                <a:lnTo>
                  <a:pt x="57" y="249"/>
                </a:lnTo>
                <a:lnTo>
                  <a:pt x="57" y="248"/>
                </a:lnTo>
                <a:lnTo>
                  <a:pt x="58" y="248"/>
                </a:lnTo>
                <a:lnTo>
                  <a:pt x="59" y="248"/>
                </a:lnTo>
                <a:lnTo>
                  <a:pt x="60" y="248"/>
                </a:lnTo>
                <a:lnTo>
                  <a:pt x="60" y="249"/>
                </a:lnTo>
                <a:lnTo>
                  <a:pt x="60" y="250"/>
                </a:lnTo>
                <a:lnTo>
                  <a:pt x="61" y="250"/>
                </a:lnTo>
                <a:lnTo>
                  <a:pt x="62" y="250"/>
                </a:lnTo>
                <a:lnTo>
                  <a:pt x="63" y="250"/>
                </a:lnTo>
                <a:lnTo>
                  <a:pt x="63" y="249"/>
                </a:lnTo>
                <a:lnTo>
                  <a:pt x="64" y="249"/>
                </a:lnTo>
                <a:lnTo>
                  <a:pt x="65" y="248"/>
                </a:lnTo>
                <a:lnTo>
                  <a:pt x="66" y="248"/>
                </a:lnTo>
                <a:lnTo>
                  <a:pt x="67" y="248"/>
                </a:lnTo>
                <a:lnTo>
                  <a:pt x="68" y="248"/>
                </a:lnTo>
                <a:lnTo>
                  <a:pt x="69" y="248"/>
                </a:lnTo>
                <a:lnTo>
                  <a:pt x="69" y="247"/>
                </a:lnTo>
                <a:lnTo>
                  <a:pt x="69" y="248"/>
                </a:lnTo>
                <a:lnTo>
                  <a:pt x="70" y="248"/>
                </a:lnTo>
                <a:lnTo>
                  <a:pt x="70" y="247"/>
                </a:lnTo>
                <a:lnTo>
                  <a:pt x="70" y="246"/>
                </a:lnTo>
                <a:lnTo>
                  <a:pt x="71" y="245"/>
                </a:lnTo>
                <a:lnTo>
                  <a:pt x="72" y="244"/>
                </a:lnTo>
                <a:lnTo>
                  <a:pt x="73" y="243"/>
                </a:lnTo>
                <a:lnTo>
                  <a:pt x="73" y="244"/>
                </a:lnTo>
                <a:lnTo>
                  <a:pt x="73" y="245"/>
                </a:lnTo>
                <a:lnTo>
                  <a:pt x="74" y="245"/>
                </a:lnTo>
                <a:lnTo>
                  <a:pt x="75" y="245"/>
                </a:lnTo>
                <a:lnTo>
                  <a:pt x="75" y="244"/>
                </a:lnTo>
                <a:lnTo>
                  <a:pt x="76" y="244"/>
                </a:lnTo>
                <a:lnTo>
                  <a:pt x="77" y="244"/>
                </a:lnTo>
                <a:lnTo>
                  <a:pt x="77" y="243"/>
                </a:lnTo>
                <a:lnTo>
                  <a:pt x="78" y="243"/>
                </a:lnTo>
                <a:lnTo>
                  <a:pt x="79" y="243"/>
                </a:lnTo>
                <a:lnTo>
                  <a:pt x="80" y="243"/>
                </a:lnTo>
                <a:lnTo>
                  <a:pt x="80" y="242"/>
                </a:lnTo>
                <a:lnTo>
                  <a:pt x="81" y="242"/>
                </a:lnTo>
                <a:lnTo>
                  <a:pt x="82" y="242"/>
                </a:lnTo>
                <a:lnTo>
                  <a:pt x="83" y="243"/>
                </a:lnTo>
                <a:lnTo>
                  <a:pt x="84" y="243"/>
                </a:lnTo>
                <a:lnTo>
                  <a:pt x="86" y="243"/>
                </a:lnTo>
                <a:lnTo>
                  <a:pt x="87" y="242"/>
                </a:lnTo>
                <a:lnTo>
                  <a:pt x="88" y="242"/>
                </a:lnTo>
                <a:lnTo>
                  <a:pt x="89" y="242"/>
                </a:lnTo>
                <a:lnTo>
                  <a:pt x="90" y="242"/>
                </a:lnTo>
                <a:lnTo>
                  <a:pt x="91" y="241"/>
                </a:lnTo>
                <a:lnTo>
                  <a:pt x="92" y="240"/>
                </a:lnTo>
                <a:lnTo>
                  <a:pt x="93" y="240"/>
                </a:lnTo>
                <a:lnTo>
                  <a:pt x="94" y="239"/>
                </a:lnTo>
                <a:lnTo>
                  <a:pt x="94" y="238"/>
                </a:lnTo>
                <a:lnTo>
                  <a:pt x="94" y="237"/>
                </a:lnTo>
                <a:lnTo>
                  <a:pt x="96" y="237"/>
                </a:lnTo>
                <a:lnTo>
                  <a:pt x="96" y="236"/>
                </a:lnTo>
                <a:lnTo>
                  <a:pt x="96" y="235"/>
                </a:lnTo>
                <a:lnTo>
                  <a:pt x="96" y="234"/>
                </a:lnTo>
                <a:lnTo>
                  <a:pt x="97" y="234"/>
                </a:lnTo>
                <a:lnTo>
                  <a:pt x="97" y="233"/>
                </a:lnTo>
                <a:lnTo>
                  <a:pt x="97" y="232"/>
                </a:lnTo>
                <a:lnTo>
                  <a:pt x="96" y="232"/>
                </a:lnTo>
                <a:lnTo>
                  <a:pt x="96" y="231"/>
                </a:lnTo>
                <a:lnTo>
                  <a:pt x="95" y="231"/>
                </a:lnTo>
                <a:lnTo>
                  <a:pt x="94" y="232"/>
                </a:lnTo>
                <a:lnTo>
                  <a:pt x="92" y="232"/>
                </a:lnTo>
                <a:lnTo>
                  <a:pt x="91" y="232"/>
                </a:lnTo>
                <a:lnTo>
                  <a:pt x="91" y="231"/>
                </a:lnTo>
                <a:lnTo>
                  <a:pt x="90" y="230"/>
                </a:lnTo>
                <a:lnTo>
                  <a:pt x="89" y="230"/>
                </a:lnTo>
                <a:lnTo>
                  <a:pt x="88" y="230"/>
                </a:lnTo>
                <a:lnTo>
                  <a:pt x="87" y="230"/>
                </a:lnTo>
                <a:lnTo>
                  <a:pt x="86" y="231"/>
                </a:lnTo>
                <a:lnTo>
                  <a:pt x="85" y="232"/>
                </a:lnTo>
                <a:lnTo>
                  <a:pt x="84" y="232"/>
                </a:lnTo>
                <a:lnTo>
                  <a:pt x="84" y="231"/>
                </a:lnTo>
                <a:lnTo>
                  <a:pt x="83" y="231"/>
                </a:lnTo>
                <a:lnTo>
                  <a:pt x="82" y="231"/>
                </a:lnTo>
                <a:lnTo>
                  <a:pt x="82" y="230"/>
                </a:lnTo>
                <a:lnTo>
                  <a:pt x="81" y="230"/>
                </a:lnTo>
                <a:lnTo>
                  <a:pt x="80" y="230"/>
                </a:lnTo>
                <a:lnTo>
                  <a:pt x="78" y="231"/>
                </a:lnTo>
                <a:lnTo>
                  <a:pt x="77" y="231"/>
                </a:lnTo>
                <a:lnTo>
                  <a:pt x="77" y="230"/>
                </a:lnTo>
                <a:lnTo>
                  <a:pt x="76" y="230"/>
                </a:lnTo>
                <a:lnTo>
                  <a:pt x="76" y="228"/>
                </a:lnTo>
                <a:lnTo>
                  <a:pt x="76" y="227"/>
                </a:lnTo>
                <a:lnTo>
                  <a:pt x="76" y="226"/>
                </a:lnTo>
                <a:lnTo>
                  <a:pt x="76" y="225"/>
                </a:lnTo>
                <a:lnTo>
                  <a:pt x="75" y="225"/>
                </a:lnTo>
                <a:lnTo>
                  <a:pt x="75" y="224"/>
                </a:lnTo>
                <a:lnTo>
                  <a:pt x="75" y="223"/>
                </a:lnTo>
                <a:lnTo>
                  <a:pt x="76" y="223"/>
                </a:lnTo>
                <a:lnTo>
                  <a:pt x="76" y="222"/>
                </a:lnTo>
                <a:lnTo>
                  <a:pt x="75" y="222"/>
                </a:lnTo>
                <a:lnTo>
                  <a:pt x="75" y="221"/>
                </a:lnTo>
                <a:lnTo>
                  <a:pt x="74" y="221"/>
                </a:lnTo>
                <a:lnTo>
                  <a:pt x="74" y="220"/>
                </a:lnTo>
                <a:lnTo>
                  <a:pt x="73" y="220"/>
                </a:lnTo>
                <a:lnTo>
                  <a:pt x="73" y="219"/>
                </a:lnTo>
                <a:lnTo>
                  <a:pt x="74" y="218"/>
                </a:lnTo>
                <a:lnTo>
                  <a:pt x="74" y="217"/>
                </a:lnTo>
                <a:lnTo>
                  <a:pt x="75" y="215"/>
                </a:lnTo>
                <a:lnTo>
                  <a:pt x="75" y="214"/>
                </a:lnTo>
                <a:lnTo>
                  <a:pt x="75" y="213"/>
                </a:lnTo>
                <a:lnTo>
                  <a:pt x="76" y="213"/>
                </a:lnTo>
                <a:lnTo>
                  <a:pt x="76" y="212"/>
                </a:lnTo>
                <a:lnTo>
                  <a:pt x="75" y="211"/>
                </a:lnTo>
                <a:lnTo>
                  <a:pt x="74" y="211"/>
                </a:lnTo>
                <a:lnTo>
                  <a:pt x="74" y="209"/>
                </a:lnTo>
                <a:lnTo>
                  <a:pt x="74" y="208"/>
                </a:lnTo>
                <a:lnTo>
                  <a:pt x="75" y="208"/>
                </a:lnTo>
                <a:lnTo>
                  <a:pt x="75" y="207"/>
                </a:lnTo>
                <a:lnTo>
                  <a:pt x="74" y="207"/>
                </a:lnTo>
                <a:lnTo>
                  <a:pt x="74" y="206"/>
                </a:lnTo>
                <a:lnTo>
                  <a:pt x="73" y="206"/>
                </a:lnTo>
                <a:lnTo>
                  <a:pt x="73" y="205"/>
                </a:lnTo>
                <a:lnTo>
                  <a:pt x="72" y="205"/>
                </a:lnTo>
                <a:lnTo>
                  <a:pt x="72" y="206"/>
                </a:lnTo>
                <a:lnTo>
                  <a:pt x="71" y="206"/>
                </a:lnTo>
                <a:lnTo>
                  <a:pt x="70" y="206"/>
                </a:lnTo>
                <a:lnTo>
                  <a:pt x="70" y="205"/>
                </a:lnTo>
                <a:lnTo>
                  <a:pt x="69" y="205"/>
                </a:lnTo>
                <a:lnTo>
                  <a:pt x="68" y="204"/>
                </a:lnTo>
                <a:lnTo>
                  <a:pt x="68" y="203"/>
                </a:lnTo>
                <a:lnTo>
                  <a:pt x="69" y="203"/>
                </a:lnTo>
                <a:lnTo>
                  <a:pt x="68" y="202"/>
                </a:lnTo>
                <a:lnTo>
                  <a:pt x="67" y="201"/>
                </a:lnTo>
                <a:lnTo>
                  <a:pt x="66" y="200"/>
                </a:lnTo>
                <a:lnTo>
                  <a:pt x="65" y="198"/>
                </a:lnTo>
                <a:lnTo>
                  <a:pt x="65" y="197"/>
                </a:lnTo>
                <a:lnTo>
                  <a:pt x="65" y="196"/>
                </a:lnTo>
                <a:lnTo>
                  <a:pt x="64" y="196"/>
                </a:lnTo>
                <a:lnTo>
                  <a:pt x="64" y="195"/>
                </a:lnTo>
                <a:lnTo>
                  <a:pt x="63" y="194"/>
                </a:lnTo>
                <a:lnTo>
                  <a:pt x="63" y="193"/>
                </a:lnTo>
                <a:lnTo>
                  <a:pt x="62" y="193"/>
                </a:lnTo>
                <a:lnTo>
                  <a:pt x="62" y="192"/>
                </a:lnTo>
                <a:lnTo>
                  <a:pt x="61" y="192"/>
                </a:lnTo>
                <a:lnTo>
                  <a:pt x="61" y="191"/>
                </a:lnTo>
                <a:lnTo>
                  <a:pt x="60" y="191"/>
                </a:lnTo>
                <a:lnTo>
                  <a:pt x="59" y="190"/>
                </a:lnTo>
                <a:lnTo>
                  <a:pt x="58" y="189"/>
                </a:lnTo>
                <a:lnTo>
                  <a:pt x="59" y="188"/>
                </a:lnTo>
                <a:lnTo>
                  <a:pt x="59" y="187"/>
                </a:lnTo>
                <a:lnTo>
                  <a:pt x="59" y="186"/>
                </a:lnTo>
                <a:lnTo>
                  <a:pt x="58" y="186"/>
                </a:lnTo>
                <a:lnTo>
                  <a:pt x="57" y="186"/>
                </a:lnTo>
                <a:lnTo>
                  <a:pt x="57" y="187"/>
                </a:lnTo>
                <a:lnTo>
                  <a:pt x="56" y="187"/>
                </a:lnTo>
                <a:lnTo>
                  <a:pt x="56" y="186"/>
                </a:lnTo>
                <a:lnTo>
                  <a:pt x="55" y="186"/>
                </a:lnTo>
                <a:lnTo>
                  <a:pt x="55" y="185"/>
                </a:lnTo>
                <a:lnTo>
                  <a:pt x="54" y="185"/>
                </a:lnTo>
                <a:lnTo>
                  <a:pt x="54" y="184"/>
                </a:lnTo>
                <a:lnTo>
                  <a:pt x="54" y="183"/>
                </a:lnTo>
                <a:lnTo>
                  <a:pt x="53" y="183"/>
                </a:lnTo>
                <a:lnTo>
                  <a:pt x="54" y="181"/>
                </a:lnTo>
                <a:lnTo>
                  <a:pt x="55" y="181"/>
                </a:lnTo>
                <a:lnTo>
                  <a:pt x="56" y="180"/>
                </a:lnTo>
                <a:lnTo>
                  <a:pt x="55" y="180"/>
                </a:lnTo>
                <a:lnTo>
                  <a:pt x="54" y="180"/>
                </a:lnTo>
                <a:lnTo>
                  <a:pt x="54" y="179"/>
                </a:lnTo>
                <a:lnTo>
                  <a:pt x="54" y="177"/>
                </a:lnTo>
                <a:lnTo>
                  <a:pt x="53" y="176"/>
                </a:lnTo>
                <a:lnTo>
                  <a:pt x="53" y="175"/>
                </a:lnTo>
                <a:lnTo>
                  <a:pt x="53" y="174"/>
                </a:lnTo>
                <a:lnTo>
                  <a:pt x="53" y="173"/>
                </a:lnTo>
                <a:lnTo>
                  <a:pt x="54" y="173"/>
                </a:lnTo>
                <a:lnTo>
                  <a:pt x="54" y="172"/>
                </a:lnTo>
                <a:lnTo>
                  <a:pt x="53" y="172"/>
                </a:lnTo>
                <a:lnTo>
                  <a:pt x="52" y="172"/>
                </a:lnTo>
                <a:lnTo>
                  <a:pt x="50" y="172"/>
                </a:lnTo>
                <a:lnTo>
                  <a:pt x="49" y="171"/>
                </a:lnTo>
                <a:lnTo>
                  <a:pt x="49" y="172"/>
                </a:lnTo>
                <a:lnTo>
                  <a:pt x="48" y="172"/>
                </a:lnTo>
                <a:lnTo>
                  <a:pt x="48" y="171"/>
                </a:lnTo>
                <a:lnTo>
                  <a:pt x="47" y="171"/>
                </a:lnTo>
                <a:lnTo>
                  <a:pt x="47" y="170"/>
                </a:lnTo>
                <a:lnTo>
                  <a:pt x="47" y="169"/>
                </a:lnTo>
                <a:lnTo>
                  <a:pt x="47" y="167"/>
                </a:lnTo>
                <a:lnTo>
                  <a:pt x="47" y="166"/>
                </a:lnTo>
                <a:lnTo>
                  <a:pt x="46" y="167"/>
                </a:lnTo>
                <a:lnTo>
                  <a:pt x="46" y="166"/>
                </a:lnTo>
                <a:lnTo>
                  <a:pt x="45" y="165"/>
                </a:lnTo>
                <a:lnTo>
                  <a:pt x="44" y="165"/>
                </a:lnTo>
                <a:lnTo>
                  <a:pt x="43" y="164"/>
                </a:lnTo>
                <a:lnTo>
                  <a:pt x="42" y="164"/>
                </a:lnTo>
                <a:lnTo>
                  <a:pt x="42" y="163"/>
                </a:lnTo>
                <a:lnTo>
                  <a:pt x="42" y="162"/>
                </a:lnTo>
                <a:lnTo>
                  <a:pt x="41" y="161"/>
                </a:lnTo>
                <a:lnTo>
                  <a:pt x="40" y="161"/>
                </a:lnTo>
                <a:lnTo>
                  <a:pt x="39" y="160"/>
                </a:lnTo>
                <a:lnTo>
                  <a:pt x="38" y="160"/>
                </a:lnTo>
                <a:lnTo>
                  <a:pt x="37" y="159"/>
                </a:lnTo>
                <a:lnTo>
                  <a:pt x="38" y="159"/>
                </a:lnTo>
                <a:lnTo>
                  <a:pt x="37" y="158"/>
                </a:lnTo>
                <a:lnTo>
                  <a:pt x="37" y="157"/>
                </a:lnTo>
                <a:lnTo>
                  <a:pt x="35" y="157"/>
                </a:lnTo>
                <a:lnTo>
                  <a:pt x="35" y="158"/>
                </a:lnTo>
                <a:lnTo>
                  <a:pt x="34" y="156"/>
                </a:lnTo>
                <a:lnTo>
                  <a:pt x="33" y="156"/>
                </a:lnTo>
                <a:lnTo>
                  <a:pt x="33" y="155"/>
                </a:lnTo>
                <a:lnTo>
                  <a:pt x="35" y="154"/>
                </a:lnTo>
                <a:lnTo>
                  <a:pt x="36" y="154"/>
                </a:lnTo>
                <a:lnTo>
                  <a:pt x="37" y="154"/>
                </a:lnTo>
                <a:lnTo>
                  <a:pt x="39" y="155"/>
                </a:lnTo>
                <a:lnTo>
                  <a:pt x="39" y="154"/>
                </a:lnTo>
                <a:lnTo>
                  <a:pt x="38" y="154"/>
                </a:lnTo>
                <a:lnTo>
                  <a:pt x="38" y="153"/>
                </a:lnTo>
                <a:lnTo>
                  <a:pt x="39" y="153"/>
                </a:lnTo>
                <a:lnTo>
                  <a:pt x="38" y="153"/>
                </a:lnTo>
                <a:lnTo>
                  <a:pt x="38" y="152"/>
                </a:lnTo>
                <a:lnTo>
                  <a:pt x="39" y="152"/>
                </a:lnTo>
                <a:lnTo>
                  <a:pt x="40" y="152"/>
                </a:lnTo>
                <a:lnTo>
                  <a:pt x="40" y="151"/>
                </a:lnTo>
                <a:lnTo>
                  <a:pt x="41" y="150"/>
                </a:lnTo>
                <a:lnTo>
                  <a:pt x="41" y="148"/>
                </a:lnTo>
                <a:lnTo>
                  <a:pt x="42" y="148"/>
                </a:lnTo>
                <a:lnTo>
                  <a:pt x="43" y="148"/>
                </a:lnTo>
                <a:lnTo>
                  <a:pt x="44" y="147"/>
                </a:lnTo>
                <a:lnTo>
                  <a:pt x="45" y="147"/>
                </a:lnTo>
                <a:lnTo>
                  <a:pt x="45" y="148"/>
                </a:lnTo>
                <a:lnTo>
                  <a:pt x="46" y="148"/>
                </a:lnTo>
                <a:lnTo>
                  <a:pt x="46" y="147"/>
                </a:lnTo>
                <a:lnTo>
                  <a:pt x="47" y="147"/>
                </a:lnTo>
                <a:lnTo>
                  <a:pt x="48" y="147"/>
                </a:lnTo>
                <a:lnTo>
                  <a:pt x="49" y="147"/>
                </a:lnTo>
                <a:lnTo>
                  <a:pt x="49" y="146"/>
                </a:lnTo>
                <a:lnTo>
                  <a:pt x="49" y="145"/>
                </a:lnTo>
                <a:lnTo>
                  <a:pt x="50" y="144"/>
                </a:lnTo>
                <a:lnTo>
                  <a:pt x="50" y="143"/>
                </a:lnTo>
                <a:lnTo>
                  <a:pt x="50" y="142"/>
                </a:lnTo>
                <a:lnTo>
                  <a:pt x="50" y="141"/>
                </a:lnTo>
                <a:lnTo>
                  <a:pt x="50" y="140"/>
                </a:lnTo>
                <a:lnTo>
                  <a:pt x="49" y="139"/>
                </a:lnTo>
                <a:lnTo>
                  <a:pt x="49" y="138"/>
                </a:lnTo>
                <a:lnTo>
                  <a:pt x="48" y="138"/>
                </a:lnTo>
                <a:lnTo>
                  <a:pt x="47" y="138"/>
                </a:lnTo>
                <a:lnTo>
                  <a:pt x="47" y="139"/>
                </a:lnTo>
                <a:lnTo>
                  <a:pt x="47" y="141"/>
                </a:lnTo>
                <a:lnTo>
                  <a:pt x="46" y="141"/>
                </a:lnTo>
                <a:lnTo>
                  <a:pt x="46" y="140"/>
                </a:lnTo>
                <a:lnTo>
                  <a:pt x="46" y="139"/>
                </a:lnTo>
                <a:lnTo>
                  <a:pt x="45" y="139"/>
                </a:lnTo>
                <a:lnTo>
                  <a:pt x="45" y="138"/>
                </a:lnTo>
                <a:lnTo>
                  <a:pt x="45" y="137"/>
                </a:lnTo>
                <a:lnTo>
                  <a:pt x="45" y="136"/>
                </a:lnTo>
                <a:lnTo>
                  <a:pt x="44" y="136"/>
                </a:lnTo>
                <a:lnTo>
                  <a:pt x="43" y="135"/>
                </a:lnTo>
                <a:lnTo>
                  <a:pt x="42" y="136"/>
                </a:lnTo>
                <a:lnTo>
                  <a:pt x="41" y="135"/>
                </a:lnTo>
                <a:lnTo>
                  <a:pt x="41" y="134"/>
                </a:lnTo>
                <a:lnTo>
                  <a:pt x="40" y="134"/>
                </a:lnTo>
                <a:lnTo>
                  <a:pt x="40" y="133"/>
                </a:lnTo>
                <a:lnTo>
                  <a:pt x="41" y="133"/>
                </a:lnTo>
                <a:lnTo>
                  <a:pt x="41" y="132"/>
                </a:lnTo>
                <a:lnTo>
                  <a:pt x="42" y="132"/>
                </a:lnTo>
                <a:lnTo>
                  <a:pt x="42" y="131"/>
                </a:lnTo>
                <a:lnTo>
                  <a:pt x="43" y="131"/>
                </a:lnTo>
                <a:lnTo>
                  <a:pt x="42" y="131"/>
                </a:lnTo>
                <a:lnTo>
                  <a:pt x="42" y="130"/>
                </a:lnTo>
                <a:lnTo>
                  <a:pt x="43" y="129"/>
                </a:lnTo>
                <a:lnTo>
                  <a:pt x="43" y="128"/>
                </a:lnTo>
                <a:lnTo>
                  <a:pt x="43" y="127"/>
                </a:lnTo>
                <a:lnTo>
                  <a:pt x="43" y="126"/>
                </a:lnTo>
                <a:lnTo>
                  <a:pt x="44" y="125"/>
                </a:lnTo>
                <a:lnTo>
                  <a:pt x="43" y="125"/>
                </a:lnTo>
                <a:lnTo>
                  <a:pt x="42" y="125"/>
                </a:lnTo>
                <a:lnTo>
                  <a:pt x="42" y="124"/>
                </a:lnTo>
                <a:lnTo>
                  <a:pt x="41" y="124"/>
                </a:lnTo>
                <a:lnTo>
                  <a:pt x="40" y="124"/>
                </a:lnTo>
                <a:lnTo>
                  <a:pt x="38" y="123"/>
                </a:lnTo>
                <a:lnTo>
                  <a:pt x="37" y="123"/>
                </a:lnTo>
                <a:lnTo>
                  <a:pt x="38" y="123"/>
                </a:lnTo>
                <a:lnTo>
                  <a:pt x="38" y="122"/>
                </a:lnTo>
                <a:lnTo>
                  <a:pt x="38" y="121"/>
                </a:lnTo>
                <a:lnTo>
                  <a:pt x="39" y="121"/>
                </a:lnTo>
                <a:lnTo>
                  <a:pt x="39" y="120"/>
                </a:lnTo>
                <a:lnTo>
                  <a:pt x="40" y="120"/>
                </a:lnTo>
                <a:lnTo>
                  <a:pt x="41" y="120"/>
                </a:lnTo>
                <a:lnTo>
                  <a:pt x="42" y="119"/>
                </a:lnTo>
                <a:lnTo>
                  <a:pt x="42" y="118"/>
                </a:lnTo>
                <a:lnTo>
                  <a:pt x="42" y="117"/>
                </a:lnTo>
                <a:lnTo>
                  <a:pt x="43" y="117"/>
                </a:lnTo>
                <a:lnTo>
                  <a:pt x="43" y="116"/>
                </a:lnTo>
                <a:lnTo>
                  <a:pt x="44" y="116"/>
                </a:lnTo>
                <a:lnTo>
                  <a:pt x="45" y="116"/>
                </a:lnTo>
                <a:lnTo>
                  <a:pt x="45" y="115"/>
                </a:lnTo>
                <a:lnTo>
                  <a:pt x="46" y="115"/>
                </a:lnTo>
                <a:lnTo>
                  <a:pt x="47" y="114"/>
                </a:lnTo>
                <a:lnTo>
                  <a:pt x="47" y="113"/>
                </a:lnTo>
                <a:lnTo>
                  <a:pt x="48" y="113"/>
                </a:lnTo>
                <a:lnTo>
                  <a:pt x="49" y="113"/>
                </a:lnTo>
                <a:lnTo>
                  <a:pt x="49" y="112"/>
                </a:lnTo>
                <a:lnTo>
                  <a:pt x="50" y="112"/>
                </a:lnTo>
                <a:lnTo>
                  <a:pt x="51" y="112"/>
                </a:lnTo>
                <a:lnTo>
                  <a:pt x="52" y="111"/>
                </a:lnTo>
                <a:lnTo>
                  <a:pt x="53" y="111"/>
                </a:lnTo>
                <a:lnTo>
                  <a:pt x="53" y="112"/>
                </a:lnTo>
                <a:lnTo>
                  <a:pt x="54" y="112"/>
                </a:lnTo>
                <a:lnTo>
                  <a:pt x="55" y="111"/>
                </a:lnTo>
                <a:lnTo>
                  <a:pt x="56" y="111"/>
                </a:lnTo>
                <a:lnTo>
                  <a:pt x="57" y="111"/>
                </a:lnTo>
                <a:lnTo>
                  <a:pt x="58" y="110"/>
                </a:lnTo>
                <a:lnTo>
                  <a:pt x="59" y="110"/>
                </a:lnTo>
                <a:lnTo>
                  <a:pt x="60" y="111"/>
                </a:lnTo>
                <a:lnTo>
                  <a:pt x="61" y="111"/>
                </a:lnTo>
                <a:lnTo>
                  <a:pt x="62" y="111"/>
                </a:lnTo>
                <a:lnTo>
                  <a:pt x="63" y="112"/>
                </a:lnTo>
                <a:lnTo>
                  <a:pt x="65" y="112"/>
                </a:lnTo>
                <a:lnTo>
                  <a:pt x="67" y="112"/>
                </a:lnTo>
                <a:lnTo>
                  <a:pt x="67" y="113"/>
                </a:lnTo>
                <a:lnTo>
                  <a:pt x="68" y="113"/>
                </a:lnTo>
                <a:lnTo>
                  <a:pt x="69" y="113"/>
                </a:lnTo>
                <a:lnTo>
                  <a:pt x="70" y="113"/>
                </a:lnTo>
                <a:lnTo>
                  <a:pt x="70" y="110"/>
                </a:lnTo>
                <a:lnTo>
                  <a:pt x="69" y="108"/>
                </a:lnTo>
                <a:lnTo>
                  <a:pt x="69" y="107"/>
                </a:lnTo>
                <a:lnTo>
                  <a:pt x="69" y="106"/>
                </a:lnTo>
                <a:lnTo>
                  <a:pt x="71" y="104"/>
                </a:lnTo>
                <a:lnTo>
                  <a:pt x="70" y="104"/>
                </a:lnTo>
                <a:lnTo>
                  <a:pt x="70" y="103"/>
                </a:lnTo>
                <a:lnTo>
                  <a:pt x="70" y="102"/>
                </a:lnTo>
                <a:lnTo>
                  <a:pt x="72" y="102"/>
                </a:lnTo>
                <a:lnTo>
                  <a:pt x="72" y="101"/>
                </a:lnTo>
                <a:lnTo>
                  <a:pt x="71" y="99"/>
                </a:lnTo>
                <a:lnTo>
                  <a:pt x="69" y="97"/>
                </a:lnTo>
                <a:lnTo>
                  <a:pt x="69" y="96"/>
                </a:lnTo>
                <a:lnTo>
                  <a:pt x="68" y="96"/>
                </a:lnTo>
                <a:lnTo>
                  <a:pt x="68" y="95"/>
                </a:lnTo>
                <a:lnTo>
                  <a:pt x="69" y="94"/>
                </a:lnTo>
                <a:lnTo>
                  <a:pt x="70" y="94"/>
                </a:lnTo>
                <a:lnTo>
                  <a:pt x="71" y="94"/>
                </a:lnTo>
                <a:lnTo>
                  <a:pt x="70" y="94"/>
                </a:lnTo>
                <a:lnTo>
                  <a:pt x="70" y="93"/>
                </a:lnTo>
                <a:lnTo>
                  <a:pt x="70" y="92"/>
                </a:lnTo>
                <a:lnTo>
                  <a:pt x="69" y="91"/>
                </a:lnTo>
                <a:lnTo>
                  <a:pt x="68" y="90"/>
                </a:lnTo>
                <a:lnTo>
                  <a:pt x="68" y="89"/>
                </a:lnTo>
                <a:lnTo>
                  <a:pt x="69" y="88"/>
                </a:lnTo>
                <a:lnTo>
                  <a:pt x="68" y="88"/>
                </a:lnTo>
                <a:lnTo>
                  <a:pt x="67" y="87"/>
                </a:lnTo>
                <a:lnTo>
                  <a:pt x="68" y="87"/>
                </a:lnTo>
                <a:lnTo>
                  <a:pt x="67" y="86"/>
                </a:lnTo>
                <a:lnTo>
                  <a:pt x="67" y="85"/>
                </a:lnTo>
                <a:lnTo>
                  <a:pt x="67" y="84"/>
                </a:lnTo>
                <a:lnTo>
                  <a:pt x="68" y="83"/>
                </a:lnTo>
                <a:lnTo>
                  <a:pt x="69" y="83"/>
                </a:lnTo>
                <a:lnTo>
                  <a:pt x="70" y="83"/>
                </a:lnTo>
                <a:lnTo>
                  <a:pt x="70" y="82"/>
                </a:lnTo>
                <a:lnTo>
                  <a:pt x="71" y="81"/>
                </a:lnTo>
                <a:lnTo>
                  <a:pt x="71" y="80"/>
                </a:lnTo>
                <a:lnTo>
                  <a:pt x="72" y="80"/>
                </a:lnTo>
                <a:lnTo>
                  <a:pt x="72" y="79"/>
                </a:lnTo>
                <a:lnTo>
                  <a:pt x="73" y="79"/>
                </a:lnTo>
                <a:lnTo>
                  <a:pt x="74" y="79"/>
                </a:lnTo>
                <a:lnTo>
                  <a:pt x="74" y="78"/>
                </a:lnTo>
                <a:lnTo>
                  <a:pt x="75" y="78"/>
                </a:lnTo>
                <a:lnTo>
                  <a:pt x="75" y="77"/>
                </a:lnTo>
                <a:lnTo>
                  <a:pt x="75" y="76"/>
                </a:lnTo>
                <a:lnTo>
                  <a:pt x="76" y="76"/>
                </a:lnTo>
                <a:lnTo>
                  <a:pt x="76" y="75"/>
                </a:lnTo>
                <a:lnTo>
                  <a:pt x="76" y="74"/>
                </a:lnTo>
                <a:lnTo>
                  <a:pt x="77" y="74"/>
                </a:lnTo>
                <a:lnTo>
                  <a:pt x="78" y="73"/>
                </a:lnTo>
                <a:lnTo>
                  <a:pt x="79" y="72"/>
                </a:lnTo>
                <a:lnTo>
                  <a:pt x="78" y="71"/>
                </a:lnTo>
                <a:lnTo>
                  <a:pt x="78" y="70"/>
                </a:lnTo>
                <a:lnTo>
                  <a:pt x="79" y="70"/>
                </a:lnTo>
                <a:lnTo>
                  <a:pt x="80" y="71"/>
                </a:lnTo>
                <a:lnTo>
                  <a:pt x="80" y="70"/>
                </a:lnTo>
                <a:lnTo>
                  <a:pt x="81" y="70"/>
                </a:lnTo>
                <a:lnTo>
                  <a:pt x="81" y="69"/>
                </a:lnTo>
                <a:lnTo>
                  <a:pt x="80" y="69"/>
                </a:lnTo>
                <a:lnTo>
                  <a:pt x="80" y="68"/>
                </a:lnTo>
                <a:lnTo>
                  <a:pt x="81" y="68"/>
                </a:lnTo>
                <a:lnTo>
                  <a:pt x="82" y="68"/>
                </a:lnTo>
                <a:lnTo>
                  <a:pt x="83" y="68"/>
                </a:lnTo>
                <a:lnTo>
                  <a:pt x="85" y="68"/>
                </a:lnTo>
                <a:lnTo>
                  <a:pt x="86" y="69"/>
                </a:lnTo>
                <a:lnTo>
                  <a:pt x="87" y="69"/>
                </a:lnTo>
                <a:lnTo>
                  <a:pt x="88" y="69"/>
                </a:lnTo>
                <a:lnTo>
                  <a:pt x="91" y="68"/>
                </a:lnTo>
                <a:lnTo>
                  <a:pt x="92" y="68"/>
                </a:lnTo>
                <a:lnTo>
                  <a:pt x="92" y="67"/>
                </a:lnTo>
                <a:lnTo>
                  <a:pt x="93" y="67"/>
                </a:lnTo>
                <a:lnTo>
                  <a:pt x="93" y="66"/>
                </a:lnTo>
                <a:lnTo>
                  <a:pt x="95" y="66"/>
                </a:lnTo>
                <a:lnTo>
                  <a:pt x="95" y="65"/>
                </a:lnTo>
                <a:lnTo>
                  <a:pt x="94" y="64"/>
                </a:lnTo>
                <a:lnTo>
                  <a:pt x="93" y="64"/>
                </a:lnTo>
                <a:lnTo>
                  <a:pt x="93" y="63"/>
                </a:lnTo>
                <a:lnTo>
                  <a:pt x="93" y="62"/>
                </a:lnTo>
                <a:lnTo>
                  <a:pt x="92" y="62"/>
                </a:lnTo>
                <a:lnTo>
                  <a:pt x="93" y="62"/>
                </a:lnTo>
                <a:lnTo>
                  <a:pt x="92" y="61"/>
                </a:lnTo>
                <a:lnTo>
                  <a:pt x="91" y="61"/>
                </a:lnTo>
                <a:lnTo>
                  <a:pt x="91" y="60"/>
                </a:lnTo>
                <a:lnTo>
                  <a:pt x="91" y="59"/>
                </a:lnTo>
                <a:lnTo>
                  <a:pt x="92" y="58"/>
                </a:lnTo>
                <a:lnTo>
                  <a:pt x="92" y="57"/>
                </a:lnTo>
                <a:lnTo>
                  <a:pt x="93" y="57"/>
                </a:lnTo>
                <a:lnTo>
                  <a:pt x="94" y="57"/>
                </a:lnTo>
                <a:lnTo>
                  <a:pt x="94" y="56"/>
                </a:lnTo>
                <a:lnTo>
                  <a:pt x="95" y="55"/>
                </a:lnTo>
                <a:lnTo>
                  <a:pt x="94" y="54"/>
                </a:lnTo>
                <a:lnTo>
                  <a:pt x="95" y="54"/>
                </a:lnTo>
                <a:lnTo>
                  <a:pt x="95" y="53"/>
                </a:lnTo>
                <a:lnTo>
                  <a:pt x="95" y="52"/>
                </a:lnTo>
                <a:lnTo>
                  <a:pt x="95" y="51"/>
                </a:lnTo>
                <a:lnTo>
                  <a:pt x="96" y="51"/>
                </a:lnTo>
                <a:lnTo>
                  <a:pt x="98" y="51"/>
                </a:lnTo>
                <a:lnTo>
                  <a:pt x="99" y="51"/>
                </a:lnTo>
                <a:lnTo>
                  <a:pt x="99" y="50"/>
                </a:lnTo>
                <a:lnTo>
                  <a:pt x="100" y="50"/>
                </a:lnTo>
                <a:lnTo>
                  <a:pt x="102" y="50"/>
                </a:lnTo>
                <a:lnTo>
                  <a:pt x="103" y="50"/>
                </a:lnTo>
                <a:lnTo>
                  <a:pt x="104" y="50"/>
                </a:lnTo>
                <a:lnTo>
                  <a:pt x="105" y="51"/>
                </a:lnTo>
                <a:lnTo>
                  <a:pt x="106" y="51"/>
                </a:lnTo>
                <a:lnTo>
                  <a:pt x="106" y="52"/>
                </a:lnTo>
                <a:lnTo>
                  <a:pt x="107" y="52"/>
                </a:lnTo>
                <a:lnTo>
                  <a:pt x="108" y="52"/>
                </a:lnTo>
                <a:lnTo>
                  <a:pt x="109" y="52"/>
                </a:lnTo>
                <a:lnTo>
                  <a:pt x="109" y="51"/>
                </a:lnTo>
                <a:lnTo>
                  <a:pt x="110" y="51"/>
                </a:lnTo>
                <a:lnTo>
                  <a:pt x="111" y="51"/>
                </a:lnTo>
                <a:lnTo>
                  <a:pt x="113" y="51"/>
                </a:lnTo>
                <a:lnTo>
                  <a:pt x="115" y="51"/>
                </a:lnTo>
                <a:lnTo>
                  <a:pt x="117" y="51"/>
                </a:lnTo>
                <a:lnTo>
                  <a:pt x="118" y="51"/>
                </a:lnTo>
                <a:lnTo>
                  <a:pt x="119" y="51"/>
                </a:lnTo>
                <a:lnTo>
                  <a:pt x="119" y="50"/>
                </a:lnTo>
                <a:lnTo>
                  <a:pt x="120" y="50"/>
                </a:lnTo>
                <a:lnTo>
                  <a:pt x="120" y="49"/>
                </a:lnTo>
                <a:lnTo>
                  <a:pt x="121" y="48"/>
                </a:lnTo>
                <a:lnTo>
                  <a:pt x="123" y="48"/>
                </a:lnTo>
                <a:lnTo>
                  <a:pt x="124" y="48"/>
                </a:lnTo>
                <a:lnTo>
                  <a:pt x="123" y="49"/>
                </a:lnTo>
                <a:lnTo>
                  <a:pt x="124" y="49"/>
                </a:lnTo>
                <a:lnTo>
                  <a:pt x="125" y="50"/>
                </a:lnTo>
                <a:lnTo>
                  <a:pt x="125" y="51"/>
                </a:lnTo>
                <a:lnTo>
                  <a:pt x="127" y="53"/>
                </a:lnTo>
                <a:lnTo>
                  <a:pt x="127" y="54"/>
                </a:lnTo>
                <a:lnTo>
                  <a:pt x="126" y="54"/>
                </a:lnTo>
                <a:lnTo>
                  <a:pt x="127" y="55"/>
                </a:lnTo>
                <a:lnTo>
                  <a:pt x="127" y="56"/>
                </a:lnTo>
                <a:lnTo>
                  <a:pt x="127" y="58"/>
                </a:lnTo>
                <a:lnTo>
                  <a:pt x="128" y="59"/>
                </a:lnTo>
                <a:lnTo>
                  <a:pt x="129" y="59"/>
                </a:lnTo>
                <a:lnTo>
                  <a:pt x="129" y="60"/>
                </a:lnTo>
                <a:lnTo>
                  <a:pt x="129" y="61"/>
                </a:lnTo>
                <a:lnTo>
                  <a:pt x="128" y="61"/>
                </a:lnTo>
                <a:lnTo>
                  <a:pt x="130" y="62"/>
                </a:lnTo>
                <a:lnTo>
                  <a:pt x="131" y="63"/>
                </a:lnTo>
                <a:lnTo>
                  <a:pt x="132" y="65"/>
                </a:lnTo>
                <a:lnTo>
                  <a:pt x="132" y="66"/>
                </a:lnTo>
                <a:lnTo>
                  <a:pt x="131" y="66"/>
                </a:lnTo>
                <a:lnTo>
                  <a:pt x="132" y="67"/>
                </a:lnTo>
                <a:lnTo>
                  <a:pt x="132" y="68"/>
                </a:lnTo>
                <a:lnTo>
                  <a:pt x="133" y="68"/>
                </a:lnTo>
                <a:lnTo>
                  <a:pt x="133" y="69"/>
                </a:lnTo>
                <a:lnTo>
                  <a:pt x="133" y="70"/>
                </a:lnTo>
                <a:lnTo>
                  <a:pt x="132" y="70"/>
                </a:lnTo>
                <a:lnTo>
                  <a:pt x="132" y="71"/>
                </a:lnTo>
                <a:lnTo>
                  <a:pt x="132" y="72"/>
                </a:lnTo>
                <a:lnTo>
                  <a:pt x="132" y="73"/>
                </a:lnTo>
                <a:lnTo>
                  <a:pt x="133" y="73"/>
                </a:lnTo>
                <a:lnTo>
                  <a:pt x="132" y="73"/>
                </a:lnTo>
                <a:lnTo>
                  <a:pt x="132" y="74"/>
                </a:lnTo>
                <a:lnTo>
                  <a:pt x="131" y="75"/>
                </a:lnTo>
                <a:lnTo>
                  <a:pt x="132" y="75"/>
                </a:lnTo>
                <a:lnTo>
                  <a:pt x="131" y="76"/>
                </a:lnTo>
                <a:lnTo>
                  <a:pt x="132" y="78"/>
                </a:lnTo>
                <a:lnTo>
                  <a:pt x="133" y="78"/>
                </a:lnTo>
                <a:lnTo>
                  <a:pt x="134" y="78"/>
                </a:lnTo>
                <a:lnTo>
                  <a:pt x="134" y="79"/>
                </a:lnTo>
                <a:lnTo>
                  <a:pt x="133" y="80"/>
                </a:lnTo>
                <a:lnTo>
                  <a:pt x="132" y="81"/>
                </a:lnTo>
                <a:lnTo>
                  <a:pt x="131" y="82"/>
                </a:lnTo>
                <a:lnTo>
                  <a:pt x="129" y="82"/>
                </a:lnTo>
                <a:lnTo>
                  <a:pt x="128" y="82"/>
                </a:lnTo>
                <a:lnTo>
                  <a:pt x="127" y="82"/>
                </a:lnTo>
                <a:lnTo>
                  <a:pt x="127" y="83"/>
                </a:lnTo>
                <a:lnTo>
                  <a:pt x="128" y="84"/>
                </a:lnTo>
                <a:lnTo>
                  <a:pt x="129" y="85"/>
                </a:lnTo>
                <a:lnTo>
                  <a:pt x="130" y="85"/>
                </a:lnTo>
                <a:lnTo>
                  <a:pt x="130" y="88"/>
                </a:lnTo>
                <a:lnTo>
                  <a:pt x="130" y="89"/>
                </a:lnTo>
                <a:lnTo>
                  <a:pt x="130" y="90"/>
                </a:lnTo>
                <a:lnTo>
                  <a:pt x="130" y="92"/>
                </a:lnTo>
                <a:lnTo>
                  <a:pt x="131" y="94"/>
                </a:lnTo>
                <a:lnTo>
                  <a:pt x="131" y="95"/>
                </a:lnTo>
                <a:lnTo>
                  <a:pt x="131" y="96"/>
                </a:lnTo>
                <a:lnTo>
                  <a:pt x="131" y="97"/>
                </a:lnTo>
                <a:lnTo>
                  <a:pt x="130" y="98"/>
                </a:lnTo>
                <a:lnTo>
                  <a:pt x="130" y="99"/>
                </a:lnTo>
                <a:lnTo>
                  <a:pt x="131" y="100"/>
                </a:lnTo>
                <a:lnTo>
                  <a:pt x="130" y="101"/>
                </a:lnTo>
                <a:lnTo>
                  <a:pt x="129" y="101"/>
                </a:lnTo>
                <a:lnTo>
                  <a:pt x="129" y="102"/>
                </a:lnTo>
                <a:lnTo>
                  <a:pt x="128" y="102"/>
                </a:lnTo>
                <a:lnTo>
                  <a:pt x="128" y="103"/>
                </a:lnTo>
                <a:lnTo>
                  <a:pt x="127" y="104"/>
                </a:lnTo>
                <a:lnTo>
                  <a:pt x="129" y="104"/>
                </a:lnTo>
                <a:lnTo>
                  <a:pt x="128" y="104"/>
                </a:lnTo>
                <a:lnTo>
                  <a:pt x="128" y="103"/>
                </a:lnTo>
                <a:lnTo>
                  <a:pt x="129" y="103"/>
                </a:lnTo>
                <a:lnTo>
                  <a:pt x="131" y="103"/>
                </a:lnTo>
                <a:lnTo>
                  <a:pt x="132" y="103"/>
                </a:lnTo>
                <a:lnTo>
                  <a:pt x="133" y="103"/>
                </a:lnTo>
                <a:lnTo>
                  <a:pt x="134" y="103"/>
                </a:lnTo>
                <a:lnTo>
                  <a:pt x="135" y="103"/>
                </a:lnTo>
                <a:lnTo>
                  <a:pt x="137" y="103"/>
                </a:lnTo>
                <a:lnTo>
                  <a:pt x="139" y="103"/>
                </a:lnTo>
                <a:lnTo>
                  <a:pt x="140" y="103"/>
                </a:lnTo>
                <a:lnTo>
                  <a:pt x="141" y="103"/>
                </a:lnTo>
                <a:lnTo>
                  <a:pt x="143" y="104"/>
                </a:lnTo>
                <a:lnTo>
                  <a:pt x="142" y="104"/>
                </a:lnTo>
                <a:lnTo>
                  <a:pt x="143" y="104"/>
                </a:lnTo>
                <a:lnTo>
                  <a:pt x="144" y="104"/>
                </a:lnTo>
                <a:lnTo>
                  <a:pt x="145" y="104"/>
                </a:lnTo>
                <a:lnTo>
                  <a:pt x="146" y="104"/>
                </a:lnTo>
                <a:lnTo>
                  <a:pt x="146" y="103"/>
                </a:lnTo>
                <a:lnTo>
                  <a:pt x="147" y="103"/>
                </a:lnTo>
                <a:lnTo>
                  <a:pt x="147" y="102"/>
                </a:lnTo>
                <a:lnTo>
                  <a:pt x="148" y="102"/>
                </a:lnTo>
                <a:lnTo>
                  <a:pt x="149" y="102"/>
                </a:lnTo>
                <a:lnTo>
                  <a:pt x="150" y="103"/>
                </a:lnTo>
                <a:lnTo>
                  <a:pt x="151" y="102"/>
                </a:lnTo>
                <a:lnTo>
                  <a:pt x="152" y="102"/>
                </a:lnTo>
                <a:lnTo>
                  <a:pt x="153" y="102"/>
                </a:lnTo>
                <a:lnTo>
                  <a:pt x="153" y="104"/>
                </a:lnTo>
                <a:lnTo>
                  <a:pt x="155" y="104"/>
                </a:lnTo>
                <a:lnTo>
                  <a:pt x="157" y="104"/>
                </a:lnTo>
                <a:lnTo>
                  <a:pt x="158" y="104"/>
                </a:lnTo>
                <a:lnTo>
                  <a:pt x="158" y="106"/>
                </a:lnTo>
                <a:lnTo>
                  <a:pt x="158" y="107"/>
                </a:lnTo>
                <a:lnTo>
                  <a:pt x="161" y="106"/>
                </a:lnTo>
                <a:lnTo>
                  <a:pt x="162" y="106"/>
                </a:lnTo>
                <a:lnTo>
                  <a:pt x="163" y="106"/>
                </a:lnTo>
                <a:lnTo>
                  <a:pt x="163" y="105"/>
                </a:lnTo>
                <a:lnTo>
                  <a:pt x="163" y="104"/>
                </a:lnTo>
                <a:lnTo>
                  <a:pt x="163" y="103"/>
                </a:lnTo>
                <a:lnTo>
                  <a:pt x="163" y="102"/>
                </a:lnTo>
                <a:lnTo>
                  <a:pt x="164" y="102"/>
                </a:lnTo>
                <a:lnTo>
                  <a:pt x="165" y="102"/>
                </a:lnTo>
                <a:lnTo>
                  <a:pt x="166" y="103"/>
                </a:lnTo>
                <a:lnTo>
                  <a:pt x="167" y="104"/>
                </a:lnTo>
                <a:lnTo>
                  <a:pt x="167" y="105"/>
                </a:lnTo>
                <a:lnTo>
                  <a:pt x="168" y="105"/>
                </a:lnTo>
                <a:lnTo>
                  <a:pt x="169" y="105"/>
                </a:lnTo>
                <a:lnTo>
                  <a:pt x="170" y="105"/>
                </a:lnTo>
                <a:lnTo>
                  <a:pt x="172" y="105"/>
                </a:lnTo>
                <a:lnTo>
                  <a:pt x="172" y="104"/>
                </a:lnTo>
                <a:lnTo>
                  <a:pt x="173" y="104"/>
                </a:lnTo>
                <a:lnTo>
                  <a:pt x="172" y="103"/>
                </a:lnTo>
                <a:lnTo>
                  <a:pt x="171" y="102"/>
                </a:lnTo>
                <a:lnTo>
                  <a:pt x="171" y="101"/>
                </a:lnTo>
                <a:lnTo>
                  <a:pt x="170" y="100"/>
                </a:lnTo>
                <a:lnTo>
                  <a:pt x="171" y="100"/>
                </a:lnTo>
                <a:lnTo>
                  <a:pt x="171" y="99"/>
                </a:lnTo>
                <a:lnTo>
                  <a:pt x="172" y="98"/>
                </a:lnTo>
                <a:lnTo>
                  <a:pt x="172" y="97"/>
                </a:lnTo>
                <a:lnTo>
                  <a:pt x="171" y="97"/>
                </a:lnTo>
                <a:lnTo>
                  <a:pt x="170" y="97"/>
                </a:lnTo>
                <a:lnTo>
                  <a:pt x="170" y="96"/>
                </a:lnTo>
                <a:lnTo>
                  <a:pt x="169" y="96"/>
                </a:lnTo>
                <a:lnTo>
                  <a:pt x="168" y="95"/>
                </a:lnTo>
                <a:lnTo>
                  <a:pt x="168" y="94"/>
                </a:lnTo>
                <a:lnTo>
                  <a:pt x="168" y="93"/>
                </a:lnTo>
                <a:lnTo>
                  <a:pt x="169" y="93"/>
                </a:lnTo>
                <a:lnTo>
                  <a:pt x="170" y="93"/>
                </a:lnTo>
                <a:lnTo>
                  <a:pt x="172" y="92"/>
                </a:lnTo>
                <a:lnTo>
                  <a:pt x="173" y="92"/>
                </a:lnTo>
                <a:lnTo>
                  <a:pt x="175" y="91"/>
                </a:lnTo>
                <a:lnTo>
                  <a:pt x="177" y="91"/>
                </a:lnTo>
                <a:lnTo>
                  <a:pt x="177" y="90"/>
                </a:lnTo>
                <a:lnTo>
                  <a:pt x="179" y="90"/>
                </a:lnTo>
                <a:lnTo>
                  <a:pt x="179" y="89"/>
                </a:lnTo>
                <a:lnTo>
                  <a:pt x="180" y="89"/>
                </a:lnTo>
                <a:lnTo>
                  <a:pt x="181" y="89"/>
                </a:lnTo>
                <a:lnTo>
                  <a:pt x="183" y="88"/>
                </a:lnTo>
                <a:lnTo>
                  <a:pt x="184" y="88"/>
                </a:lnTo>
                <a:lnTo>
                  <a:pt x="185" y="88"/>
                </a:lnTo>
                <a:lnTo>
                  <a:pt x="185" y="87"/>
                </a:lnTo>
                <a:lnTo>
                  <a:pt x="186" y="87"/>
                </a:lnTo>
                <a:lnTo>
                  <a:pt x="187" y="87"/>
                </a:lnTo>
                <a:lnTo>
                  <a:pt x="189" y="86"/>
                </a:lnTo>
                <a:lnTo>
                  <a:pt x="189" y="85"/>
                </a:lnTo>
                <a:lnTo>
                  <a:pt x="190" y="85"/>
                </a:lnTo>
                <a:lnTo>
                  <a:pt x="191" y="84"/>
                </a:lnTo>
                <a:lnTo>
                  <a:pt x="191" y="85"/>
                </a:lnTo>
                <a:lnTo>
                  <a:pt x="191" y="84"/>
                </a:lnTo>
                <a:lnTo>
                  <a:pt x="193" y="83"/>
                </a:lnTo>
                <a:lnTo>
                  <a:pt x="194" y="82"/>
                </a:lnTo>
                <a:lnTo>
                  <a:pt x="195" y="82"/>
                </a:lnTo>
                <a:lnTo>
                  <a:pt x="197" y="81"/>
                </a:lnTo>
                <a:lnTo>
                  <a:pt x="198" y="81"/>
                </a:lnTo>
                <a:lnTo>
                  <a:pt x="199" y="80"/>
                </a:lnTo>
                <a:lnTo>
                  <a:pt x="202" y="78"/>
                </a:lnTo>
                <a:lnTo>
                  <a:pt x="203" y="77"/>
                </a:lnTo>
                <a:lnTo>
                  <a:pt x="204" y="76"/>
                </a:lnTo>
                <a:lnTo>
                  <a:pt x="205" y="76"/>
                </a:lnTo>
                <a:lnTo>
                  <a:pt x="205" y="75"/>
                </a:lnTo>
                <a:lnTo>
                  <a:pt x="205" y="74"/>
                </a:lnTo>
                <a:lnTo>
                  <a:pt x="206" y="74"/>
                </a:lnTo>
                <a:lnTo>
                  <a:pt x="207" y="74"/>
                </a:lnTo>
                <a:lnTo>
                  <a:pt x="207" y="75"/>
                </a:lnTo>
                <a:lnTo>
                  <a:pt x="208" y="75"/>
                </a:lnTo>
                <a:lnTo>
                  <a:pt x="209" y="75"/>
                </a:lnTo>
                <a:lnTo>
                  <a:pt x="210" y="73"/>
                </a:lnTo>
                <a:lnTo>
                  <a:pt x="211" y="73"/>
                </a:lnTo>
                <a:lnTo>
                  <a:pt x="211" y="72"/>
                </a:lnTo>
                <a:lnTo>
                  <a:pt x="212" y="72"/>
                </a:lnTo>
                <a:lnTo>
                  <a:pt x="213" y="72"/>
                </a:lnTo>
                <a:lnTo>
                  <a:pt x="213" y="71"/>
                </a:lnTo>
                <a:lnTo>
                  <a:pt x="214" y="70"/>
                </a:lnTo>
                <a:lnTo>
                  <a:pt x="215" y="69"/>
                </a:lnTo>
                <a:lnTo>
                  <a:pt x="216" y="69"/>
                </a:lnTo>
                <a:lnTo>
                  <a:pt x="216" y="70"/>
                </a:lnTo>
                <a:lnTo>
                  <a:pt x="217" y="70"/>
                </a:lnTo>
                <a:lnTo>
                  <a:pt x="219" y="70"/>
                </a:lnTo>
                <a:lnTo>
                  <a:pt x="219" y="69"/>
                </a:lnTo>
                <a:lnTo>
                  <a:pt x="220" y="69"/>
                </a:lnTo>
                <a:lnTo>
                  <a:pt x="221" y="69"/>
                </a:lnTo>
                <a:lnTo>
                  <a:pt x="222" y="68"/>
                </a:lnTo>
                <a:lnTo>
                  <a:pt x="222" y="69"/>
                </a:lnTo>
                <a:lnTo>
                  <a:pt x="223" y="70"/>
                </a:lnTo>
                <a:lnTo>
                  <a:pt x="223" y="71"/>
                </a:lnTo>
                <a:lnTo>
                  <a:pt x="223" y="72"/>
                </a:lnTo>
                <a:lnTo>
                  <a:pt x="224" y="72"/>
                </a:lnTo>
                <a:lnTo>
                  <a:pt x="224" y="73"/>
                </a:lnTo>
                <a:lnTo>
                  <a:pt x="224" y="74"/>
                </a:lnTo>
                <a:lnTo>
                  <a:pt x="225" y="74"/>
                </a:lnTo>
                <a:lnTo>
                  <a:pt x="225" y="75"/>
                </a:lnTo>
                <a:lnTo>
                  <a:pt x="226" y="75"/>
                </a:lnTo>
                <a:lnTo>
                  <a:pt x="226" y="76"/>
                </a:lnTo>
                <a:lnTo>
                  <a:pt x="226" y="77"/>
                </a:lnTo>
                <a:lnTo>
                  <a:pt x="227" y="77"/>
                </a:lnTo>
                <a:lnTo>
                  <a:pt x="227" y="78"/>
                </a:lnTo>
                <a:lnTo>
                  <a:pt x="228" y="79"/>
                </a:lnTo>
                <a:lnTo>
                  <a:pt x="229" y="81"/>
                </a:lnTo>
                <a:lnTo>
                  <a:pt x="230" y="81"/>
                </a:lnTo>
                <a:lnTo>
                  <a:pt x="229" y="81"/>
                </a:lnTo>
                <a:lnTo>
                  <a:pt x="229" y="83"/>
                </a:lnTo>
                <a:lnTo>
                  <a:pt x="230" y="83"/>
                </a:lnTo>
                <a:lnTo>
                  <a:pt x="230" y="84"/>
                </a:lnTo>
                <a:lnTo>
                  <a:pt x="230" y="85"/>
                </a:lnTo>
                <a:lnTo>
                  <a:pt x="231" y="85"/>
                </a:lnTo>
                <a:lnTo>
                  <a:pt x="231" y="86"/>
                </a:lnTo>
                <a:lnTo>
                  <a:pt x="232" y="86"/>
                </a:lnTo>
                <a:lnTo>
                  <a:pt x="233" y="85"/>
                </a:lnTo>
                <a:lnTo>
                  <a:pt x="234" y="85"/>
                </a:lnTo>
                <a:lnTo>
                  <a:pt x="237" y="86"/>
                </a:lnTo>
                <a:lnTo>
                  <a:pt x="238" y="86"/>
                </a:lnTo>
                <a:lnTo>
                  <a:pt x="239" y="85"/>
                </a:lnTo>
                <a:lnTo>
                  <a:pt x="240" y="84"/>
                </a:lnTo>
                <a:lnTo>
                  <a:pt x="241" y="83"/>
                </a:lnTo>
                <a:lnTo>
                  <a:pt x="241" y="82"/>
                </a:lnTo>
                <a:lnTo>
                  <a:pt x="239" y="81"/>
                </a:lnTo>
                <a:lnTo>
                  <a:pt x="239" y="80"/>
                </a:lnTo>
                <a:lnTo>
                  <a:pt x="239" y="79"/>
                </a:lnTo>
                <a:lnTo>
                  <a:pt x="239" y="78"/>
                </a:lnTo>
                <a:lnTo>
                  <a:pt x="241" y="77"/>
                </a:lnTo>
                <a:lnTo>
                  <a:pt x="242" y="76"/>
                </a:lnTo>
                <a:lnTo>
                  <a:pt x="242" y="77"/>
                </a:lnTo>
                <a:lnTo>
                  <a:pt x="243" y="77"/>
                </a:lnTo>
                <a:lnTo>
                  <a:pt x="244" y="77"/>
                </a:lnTo>
                <a:lnTo>
                  <a:pt x="245" y="76"/>
                </a:lnTo>
                <a:lnTo>
                  <a:pt x="246" y="77"/>
                </a:lnTo>
                <a:lnTo>
                  <a:pt x="247" y="77"/>
                </a:lnTo>
                <a:lnTo>
                  <a:pt x="248" y="77"/>
                </a:lnTo>
                <a:lnTo>
                  <a:pt x="248" y="76"/>
                </a:lnTo>
                <a:lnTo>
                  <a:pt x="248" y="75"/>
                </a:lnTo>
                <a:lnTo>
                  <a:pt x="248" y="74"/>
                </a:lnTo>
                <a:lnTo>
                  <a:pt x="249" y="74"/>
                </a:lnTo>
                <a:lnTo>
                  <a:pt x="249" y="73"/>
                </a:lnTo>
                <a:lnTo>
                  <a:pt x="249" y="72"/>
                </a:lnTo>
                <a:lnTo>
                  <a:pt x="250" y="71"/>
                </a:lnTo>
                <a:lnTo>
                  <a:pt x="250" y="70"/>
                </a:lnTo>
                <a:lnTo>
                  <a:pt x="250" y="69"/>
                </a:lnTo>
                <a:lnTo>
                  <a:pt x="251" y="69"/>
                </a:lnTo>
                <a:lnTo>
                  <a:pt x="252" y="69"/>
                </a:lnTo>
                <a:lnTo>
                  <a:pt x="252" y="68"/>
                </a:lnTo>
                <a:lnTo>
                  <a:pt x="253" y="68"/>
                </a:lnTo>
                <a:lnTo>
                  <a:pt x="254" y="68"/>
                </a:lnTo>
                <a:lnTo>
                  <a:pt x="255" y="67"/>
                </a:lnTo>
                <a:lnTo>
                  <a:pt x="256" y="66"/>
                </a:lnTo>
                <a:lnTo>
                  <a:pt x="257" y="66"/>
                </a:lnTo>
                <a:lnTo>
                  <a:pt x="257" y="65"/>
                </a:lnTo>
                <a:lnTo>
                  <a:pt x="258" y="64"/>
                </a:lnTo>
                <a:lnTo>
                  <a:pt x="258" y="63"/>
                </a:lnTo>
                <a:lnTo>
                  <a:pt x="259" y="63"/>
                </a:lnTo>
                <a:lnTo>
                  <a:pt x="259" y="62"/>
                </a:lnTo>
                <a:lnTo>
                  <a:pt x="260" y="62"/>
                </a:lnTo>
                <a:lnTo>
                  <a:pt x="261" y="62"/>
                </a:lnTo>
                <a:lnTo>
                  <a:pt x="263" y="62"/>
                </a:lnTo>
                <a:lnTo>
                  <a:pt x="264" y="62"/>
                </a:lnTo>
                <a:lnTo>
                  <a:pt x="264" y="63"/>
                </a:lnTo>
                <a:lnTo>
                  <a:pt x="265" y="63"/>
                </a:lnTo>
                <a:lnTo>
                  <a:pt x="266" y="63"/>
                </a:lnTo>
                <a:lnTo>
                  <a:pt x="267" y="64"/>
                </a:lnTo>
                <a:lnTo>
                  <a:pt x="267" y="65"/>
                </a:lnTo>
                <a:lnTo>
                  <a:pt x="267" y="66"/>
                </a:lnTo>
                <a:lnTo>
                  <a:pt x="267" y="67"/>
                </a:lnTo>
                <a:lnTo>
                  <a:pt x="265" y="68"/>
                </a:lnTo>
                <a:lnTo>
                  <a:pt x="264" y="68"/>
                </a:lnTo>
                <a:lnTo>
                  <a:pt x="264" y="69"/>
                </a:lnTo>
                <a:lnTo>
                  <a:pt x="265" y="69"/>
                </a:lnTo>
                <a:lnTo>
                  <a:pt x="266" y="69"/>
                </a:lnTo>
                <a:lnTo>
                  <a:pt x="267" y="69"/>
                </a:lnTo>
                <a:lnTo>
                  <a:pt x="269" y="69"/>
                </a:lnTo>
                <a:lnTo>
                  <a:pt x="270" y="68"/>
                </a:lnTo>
                <a:lnTo>
                  <a:pt x="271" y="68"/>
                </a:lnTo>
                <a:lnTo>
                  <a:pt x="273" y="67"/>
                </a:lnTo>
                <a:lnTo>
                  <a:pt x="273" y="66"/>
                </a:lnTo>
                <a:lnTo>
                  <a:pt x="274" y="65"/>
                </a:lnTo>
                <a:lnTo>
                  <a:pt x="273" y="65"/>
                </a:lnTo>
                <a:lnTo>
                  <a:pt x="274" y="65"/>
                </a:lnTo>
                <a:lnTo>
                  <a:pt x="275" y="65"/>
                </a:lnTo>
                <a:lnTo>
                  <a:pt x="276" y="66"/>
                </a:lnTo>
                <a:lnTo>
                  <a:pt x="277" y="67"/>
                </a:lnTo>
                <a:lnTo>
                  <a:pt x="278" y="68"/>
                </a:lnTo>
                <a:lnTo>
                  <a:pt x="277" y="68"/>
                </a:lnTo>
                <a:lnTo>
                  <a:pt x="277" y="69"/>
                </a:lnTo>
                <a:lnTo>
                  <a:pt x="279" y="70"/>
                </a:lnTo>
                <a:lnTo>
                  <a:pt x="280" y="70"/>
                </a:lnTo>
                <a:lnTo>
                  <a:pt x="281" y="70"/>
                </a:lnTo>
                <a:lnTo>
                  <a:pt x="281" y="71"/>
                </a:lnTo>
                <a:lnTo>
                  <a:pt x="282" y="71"/>
                </a:lnTo>
                <a:lnTo>
                  <a:pt x="283" y="71"/>
                </a:lnTo>
                <a:lnTo>
                  <a:pt x="283" y="70"/>
                </a:lnTo>
                <a:lnTo>
                  <a:pt x="284" y="70"/>
                </a:lnTo>
                <a:lnTo>
                  <a:pt x="285" y="70"/>
                </a:lnTo>
                <a:lnTo>
                  <a:pt x="286" y="70"/>
                </a:lnTo>
                <a:lnTo>
                  <a:pt x="287" y="70"/>
                </a:lnTo>
                <a:lnTo>
                  <a:pt x="288" y="70"/>
                </a:lnTo>
                <a:lnTo>
                  <a:pt x="288" y="69"/>
                </a:lnTo>
                <a:lnTo>
                  <a:pt x="289" y="69"/>
                </a:lnTo>
                <a:lnTo>
                  <a:pt x="290" y="69"/>
                </a:lnTo>
                <a:lnTo>
                  <a:pt x="292" y="69"/>
                </a:lnTo>
                <a:lnTo>
                  <a:pt x="292" y="68"/>
                </a:lnTo>
                <a:lnTo>
                  <a:pt x="295" y="68"/>
                </a:lnTo>
                <a:lnTo>
                  <a:pt x="295" y="67"/>
                </a:lnTo>
                <a:lnTo>
                  <a:pt x="296" y="66"/>
                </a:lnTo>
                <a:lnTo>
                  <a:pt x="297" y="65"/>
                </a:lnTo>
                <a:lnTo>
                  <a:pt x="298" y="64"/>
                </a:lnTo>
                <a:lnTo>
                  <a:pt x="299" y="64"/>
                </a:lnTo>
                <a:lnTo>
                  <a:pt x="299" y="65"/>
                </a:lnTo>
                <a:lnTo>
                  <a:pt x="300" y="66"/>
                </a:lnTo>
                <a:lnTo>
                  <a:pt x="304" y="64"/>
                </a:lnTo>
                <a:lnTo>
                  <a:pt x="305" y="64"/>
                </a:lnTo>
                <a:lnTo>
                  <a:pt x="305" y="63"/>
                </a:lnTo>
                <a:lnTo>
                  <a:pt x="306" y="63"/>
                </a:lnTo>
                <a:lnTo>
                  <a:pt x="307" y="63"/>
                </a:lnTo>
                <a:lnTo>
                  <a:pt x="308" y="62"/>
                </a:lnTo>
                <a:lnTo>
                  <a:pt x="309" y="61"/>
                </a:lnTo>
                <a:lnTo>
                  <a:pt x="309" y="60"/>
                </a:lnTo>
                <a:lnTo>
                  <a:pt x="309" y="58"/>
                </a:lnTo>
                <a:lnTo>
                  <a:pt x="309" y="57"/>
                </a:lnTo>
                <a:lnTo>
                  <a:pt x="309" y="56"/>
                </a:lnTo>
                <a:lnTo>
                  <a:pt x="309" y="55"/>
                </a:lnTo>
                <a:lnTo>
                  <a:pt x="310" y="54"/>
                </a:lnTo>
                <a:lnTo>
                  <a:pt x="310" y="53"/>
                </a:lnTo>
                <a:lnTo>
                  <a:pt x="310" y="52"/>
                </a:lnTo>
                <a:lnTo>
                  <a:pt x="309" y="52"/>
                </a:lnTo>
                <a:lnTo>
                  <a:pt x="308" y="51"/>
                </a:lnTo>
                <a:lnTo>
                  <a:pt x="308" y="50"/>
                </a:lnTo>
                <a:lnTo>
                  <a:pt x="307" y="50"/>
                </a:lnTo>
                <a:lnTo>
                  <a:pt x="307" y="49"/>
                </a:lnTo>
                <a:lnTo>
                  <a:pt x="306" y="49"/>
                </a:lnTo>
                <a:lnTo>
                  <a:pt x="306" y="48"/>
                </a:lnTo>
                <a:lnTo>
                  <a:pt x="306" y="47"/>
                </a:lnTo>
                <a:lnTo>
                  <a:pt x="304" y="47"/>
                </a:lnTo>
                <a:lnTo>
                  <a:pt x="303" y="47"/>
                </a:lnTo>
                <a:lnTo>
                  <a:pt x="303" y="46"/>
                </a:lnTo>
                <a:lnTo>
                  <a:pt x="302" y="45"/>
                </a:lnTo>
                <a:lnTo>
                  <a:pt x="302" y="44"/>
                </a:lnTo>
                <a:lnTo>
                  <a:pt x="301" y="44"/>
                </a:lnTo>
                <a:lnTo>
                  <a:pt x="301" y="43"/>
                </a:lnTo>
                <a:lnTo>
                  <a:pt x="300" y="42"/>
                </a:lnTo>
                <a:lnTo>
                  <a:pt x="301" y="42"/>
                </a:lnTo>
                <a:lnTo>
                  <a:pt x="302" y="42"/>
                </a:lnTo>
                <a:lnTo>
                  <a:pt x="303" y="43"/>
                </a:lnTo>
                <a:lnTo>
                  <a:pt x="304" y="43"/>
                </a:lnTo>
                <a:lnTo>
                  <a:pt x="305" y="43"/>
                </a:lnTo>
                <a:lnTo>
                  <a:pt x="306" y="43"/>
                </a:lnTo>
                <a:lnTo>
                  <a:pt x="307" y="43"/>
                </a:lnTo>
                <a:lnTo>
                  <a:pt x="307" y="44"/>
                </a:lnTo>
                <a:lnTo>
                  <a:pt x="308" y="44"/>
                </a:lnTo>
                <a:lnTo>
                  <a:pt x="308" y="43"/>
                </a:lnTo>
                <a:lnTo>
                  <a:pt x="309" y="43"/>
                </a:lnTo>
                <a:lnTo>
                  <a:pt x="310" y="44"/>
                </a:lnTo>
                <a:lnTo>
                  <a:pt x="311" y="44"/>
                </a:lnTo>
                <a:lnTo>
                  <a:pt x="312" y="44"/>
                </a:lnTo>
                <a:lnTo>
                  <a:pt x="312" y="43"/>
                </a:lnTo>
                <a:lnTo>
                  <a:pt x="313" y="43"/>
                </a:lnTo>
                <a:lnTo>
                  <a:pt x="313" y="41"/>
                </a:lnTo>
                <a:lnTo>
                  <a:pt x="312" y="41"/>
                </a:lnTo>
                <a:lnTo>
                  <a:pt x="312" y="40"/>
                </a:lnTo>
                <a:lnTo>
                  <a:pt x="312" y="39"/>
                </a:lnTo>
                <a:lnTo>
                  <a:pt x="311" y="39"/>
                </a:lnTo>
                <a:lnTo>
                  <a:pt x="311" y="38"/>
                </a:lnTo>
                <a:lnTo>
                  <a:pt x="311" y="37"/>
                </a:lnTo>
                <a:lnTo>
                  <a:pt x="311" y="36"/>
                </a:lnTo>
                <a:lnTo>
                  <a:pt x="311" y="34"/>
                </a:lnTo>
                <a:lnTo>
                  <a:pt x="311" y="32"/>
                </a:lnTo>
                <a:lnTo>
                  <a:pt x="310" y="31"/>
                </a:lnTo>
                <a:lnTo>
                  <a:pt x="310" y="29"/>
                </a:lnTo>
                <a:lnTo>
                  <a:pt x="309" y="29"/>
                </a:lnTo>
                <a:lnTo>
                  <a:pt x="309" y="27"/>
                </a:lnTo>
                <a:lnTo>
                  <a:pt x="309" y="26"/>
                </a:lnTo>
                <a:lnTo>
                  <a:pt x="309" y="25"/>
                </a:lnTo>
                <a:lnTo>
                  <a:pt x="310" y="25"/>
                </a:lnTo>
                <a:lnTo>
                  <a:pt x="310" y="24"/>
                </a:lnTo>
                <a:lnTo>
                  <a:pt x="310" y="23"/>
                </a:lnTo>
                <a:lnTo>
                  <a:pt x="311" y="23"/>
                </a:lnTo>
                <a:lnTo>
                  <a:pt x="312" y="23"/>
                </a:lnTo>
                <a:lnTo>
                  <a:pt x="313" y="22"/>
                </a:lnTo>
                <a:lnTo>
                  <a:pt x="314" y="21"/>
                </a:lnTo>
                <a:lnTo>
                  <a:pt x="315" y="20"/>
                </a:lnTo>
                <a:lnTo>
                  <a:pt x="317" y="19"/>
                </a:lnTo>
                <a:lnTo>
                  <a:pt x="318" y="19"/>
                </a:lnTo>
                <a:lnTo>
                  <a:pt x="318" y="20"/>
                </a:lnTo>
                <a:lnTo>
                  <a:pt x="319" y="20"/>
                </a:lnTo>
                <a:lnTo>
                  <a:pt x="319" y="19"/>
                </a:lnTo>
                <a:lnTo>
                  <a:pt x="320" y="19"/>
                </a:lnTo>
                <a:lnTo>
                  <a:pt x="320" y="18"/>
                </a:lnTo>
                <a:lnTo>
                  <a:pt x="320" y="17"/>
                </a:lnTo>
                <a:lnTo>
                  <a:pt x="321" y="17"/>
                </a:lnTo>
                <a:lnTo>
                  <a:pt x="321" y="16"/>
                </a:lnTo>
                <a:lnTo>
                  <a:pt x="322" y="16"/>
                </a:lnTo>
                <a:lnTo>
                  <a:pt x="323" y="16"/>
                </a:lnTo>
                <a:lnTo>
                  <a:pt x="324" y="17"/>
                </a:lnTo>
                <a:lnTo>
                  <a:pt x="325" y="16"/>
                </a:lnTo>
                <a:lnTo>
                  <a:pt x="326" y="16"/>
                </a:lnTo>
                <a:lnTo>
                  <a:pt x="327" y="16"/>
                </a:lnTo>
                <a:lnTo>
                  <a:pt x="327" y="15"/>
                </a:lnTo>
                <a:lnTo>
                  <a:pt x="328" y="14"/>
                </a:lnTo>
                <a:lnTo>
                  <a:pt x="329" y="14"/>
                </a:lnTo>
                <a:lnTo>
                  <a:pt x="330" y="15"/>
                </a:lnTo>
                <a:lnTo>
                  <a:pt x="331" y="15"/>
                </a:lnTo>
                <a:lnTo>
                  <a:pt x="333" y="15"/>
                </a:lnTo>
                <a:lnTo>
                  <a:pt x="334" y="15"/>
                </a:lnTo>
                <a:lnTo>
                  <a:pt x="334" y="16"/>
                </a:lnTo>
                <a:lnTo>
                  <a:pt x="335" y="16"/>
                </a:lnTo>
                <a:lnTo>
                  <a:pt x="338" y="15"/>
                </a:lnTo>
                <a:lnTo>
                  <a:pt x="339" y="15"/>
                </a:lnTo>
                <a:lnTo>
                  <a:pt x="341" y="15"/>
                </a:lnTo>
                <a:lnTo>
                  <a:pt x="343" y="15"/>
                </a:lnTo>
                <a:lnTo>
                  <a:pt x="343" y="14"/>
                </a:lnTo>
                <a:lnTo>
                  <a:pt x="344" y="14"/>
                </a:lnTo>
                <a:lnTo>
                  <a:pt x="345" y="14"/>
                </a:lnTo>
                <a:lnTo>
                  <a:pt x="346" y="15"/>
                </a:lnTo>
                <a:lnTo>
                  <a:pt x="347" y="15"/>
                </a:lnTo>
                <a:lnTo>
                  <a:pt x="348" y="15"/>
                </a:lnTo>
                <a:lnTo>
                  <a:pt x="349" y="15"/>
                </a:lnTo>
                <a:lnTo>
                  <a:pt x="349" y="16"/>
                </a:lnTo>
                <a:lnTo>
                  <a:pt x="351" y="16"/>
                </a:lnTo>
                <a:lnTo>
                  <a:pt x="354" y="16"/>
                </a:lnTo>
                <a:lnTo>
                  <a:pt x="355" y="16"/>
                </a:lnTo>
                <a:lnTo>
                  <a:pt x="355" y="15"/>
                </a:lnTo>
                <a:lnTo>
                  <a:pt x="356" y="15"/>
                </a:lnTo>
                <a:lnTo>
                  <a:pt x="357" y="15"/>
                </a:lnTo>
                <a:lnTo>
                  <a:pt x="357" y="14"/>
                </a:lnTo>
                <a:lnTo>
                  <a:pt x="356" y="14"/>
                </a:lnTo>
                <a:lnTo>
                  <a:pt x="357" y="13"/>
                </a:lnTo>
                <a:lnTo>
                  <a:pt x="357" y="12"/>
                </a:lnTo>
                <a:lnTo>
                  <a:pt x="357" y="11"/>
                </a:lnTo>
                <a:lnTo>
                  <a:pt x="357" y="10"/>
                </a:lnTo>
                <a:lnTo>
                  <a:pt x="356" y="10"/>
                </a:lnTo>
                <a:lnTo>
                  <a:pt x="355" y="10"/>
                </a:lnTo>
                <a:lnTo>
                  <a:pt x="355" y="9"/>
                </a:lnTo>
                <a:lnTo>
                  <a:pt x="355" y="8"/>
                </a:lnTo>
                <a:lnTo>
                  <a:pt x="356" y="8"/>
                </a:lnTo>
                <a:lnTo>
                  <a:pt x="357" y="7"/>
                </a:lnTo>
                <a:lnTo>
                  <a:pt x="358" y="6"/>
                </a:lnTo>
                <a:lnTo>
                  <a:pt x="359" y="6"/>
                </a:lnTo>
                <a:lnTo>
                  <a:pt x="359" y="5"/>
                </a:lnTo>
                <a:lnTo>
                  <a:pt x="359" y="4"/>
                </a:lnTo>
                <a:lnTo>
                  <a:pt x="359" y="3"/>
                </a:lnTo>
                <a:lnTo>
                  <a:pt x="360" y="3"/>
                </a:lnTo>
                <a:lnTo>
                  <a:pt x="361" y="3"/>
                </a:lnTo>
                <a:lnTo>
                  <a:pt x="361" y="2"/>
                </a:lnTo>
                <a:lnTo>
                  <a:pt x="362" y="2"/>
                </a:lnTo>
                <a:lnTo>
                  <a:pt x="363" y="2"/>
                </a:lnTo>
                <a:lnTo>
                  <a:pt x="365" y="2"/>
                </a:lnTo>
                <a:lnTo>
                  <a:pt x="366" y="2"/>
                </a:lnTo>
                <a:lnTo>
                  <a:pt x="366" y="3"/>
                </a:lnTo>
                <a:lnTo>
                  <a:pt x="367" y="3"/>
                </a:lnTo>
                <a:lnTo>
                  <a:pt x="368" y="2"/>
                </a:lnTo>
                <a:lnTo>
                  <a:pt x="368" y="1"/>
                </a:lnTo>
                <a:lnTo>
                  <a:pt x="369" y="1"/>
                </a:lnTo>
                <a:lnTo>
                  <a:pt x="370" y="1"/>
                </a:lnTo>
                <a:lnTo>
                  <a:pt x="371" y="1"/>
                </a:lnTo>
                <a:lnTo>
                  <a:pt x="372" y="1"/>
                </a:lnTo>
                <a:lnTo>
                  <a:pt x="373" y="1"/>
                </a:lnTo>
                <a:lnTo>
                  <a:pt x="374" y="1"/>
                </a:lnTo>
                <a:lnTo>
                  <a:pt x="374" y="2"/>
                </a:lnTo>
                <a:lnTo>
                  <a:pt x="374" y="3"/>
                </a:lnTo>
                <a:lnTo>
                  <a:pt x="376" y="3"/>
                </a:lnTo>
                <a:lnTo>
                  <a:pt x="378" y="3"/>
                </a:lnTo>
                <a:lnTo>
                  <a:pt x="379" y="4"/>
                </a:lnTo>
                <a:lnTo>
                  <a:pt x="380" y="4"/>
                </a:lnTo>
                <a:lnTo>
                  <a:pt x="380" y="3"/>
                </a:lnTo>
                <a:lnTo>
                  <a:pt x="381" y="3"/>
                </a:lnTo>
                <a:lnTo>
                  <a:pt x="381" y="4"/>
                </a:lnTo>
                <a:lnTo>
                  <a:pt x="382" y="4"/>
                </a:lnTo>
                <a:lnTo>
                  <a:pt x="383" y="3"/>
                </a:lnTo>
                <a:lnTo>
                  <a:pt x="384" y="3"/>
                </a:lnTo>
                <a:lnTo>
                  <a:pt x="384" y="2"/>
                </a:lnTo>
                <a:lnTo>
                  <a:pt x="385" y="2"/>
                </a:lnTo>
                <a:lnTo>
                  <a:pt x="386" y="2"/>
                </a:lnTo>
                <a:lnTo>
                  <a:pt x="387" y="2"/>
                </a:lnTo>
                <a:lnTo>
                  <a:pt x="387" y="1"/>
                </a:lnTo>
                <a:lnTo>
                  <a:pt x="388" y="1"/>
                </a:lnTo>
                <a:lnTo>
                  <a:pt x="390" y="1"/>
                </a:lnTo>
                <a:lnTo>
                  <a:pt x="390" y="0"/>
                </a:lnTo>
                <a:lnTo>
                  <a:pt x="391" y="0"/>
                </a:lnTo>
                <a:lnTo>
                  <a:pt x="392" y="0"/>
                </a:lnTo>
                <a:lnTo>
                  <a:pt x="392" y="1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07" name=""/>
          <p:cNvSpPr/>
          <p:nvPr/>
        </p:nvSpPr>
        <p:spPr>
          <a:xfrm>
            <a:off x="6751080" y="1423080"/>
            <a:ext cx="208080" cy="242280"/>
          </a:xfrm>
          <a:custGeom>
            <a:avLst/>
            <a:gdLst/>
            <a:ahLst/>
            <a:rect l="0" t="0" r="r" b="b"/>
            <a:pathLst>
              <a:path w="578" h="673">
                <a:moveTo>
                  <a:pt x="392" y="1"/>
                </a:moveTo>
                <a:lnTo>
                  <a:pt x="391" y="3"/>
                </a:lnTo>
                <a:lnTo>
                  <a:pt x="392" y="4"/>
                </a:lnTo>
                <a:lnTo>
                  <a:pt x="393" y="4"/>
                </a:lnTo>
                <a:lnTo>
                  <a:pt x="394" y="5"/>
                </a:lnTo>
                <a:lnTo>
                  <a:pt x="395" y="6"/>
                </a:lnTo>
                <a:lnTo>
                  <a:pt x="395" y="7"/>
                </a:lnTo>
                <a:lnTo>
                  <a:pt x="396" y="7"/>
                </a:lnTo>
                <a:lnTo>
                  <a:pt x="396" y="8"/>
                </a:lnTo>
                <a:lnTo>
                  <a:pt x="397" y="8"/>
                </a:lnTo>
                <a:lnTo>
                  <a:pt x="398" y="10"/>
                </a:lnTo>
                <a:lnTo>
                  <a:pt x="398" y="12"/>
                </a:lnTo>
                <a:lnTo>
                  <a:pt x="398" y="13"/>
                </a:lnTo>
                <a:lnTo>
                  <a:pt x="399" y="13"/>
                </a:lnTo>
                <a:lnTo>
                  <a:pt x="400" y="13"/>
                </a:lnTo>
                <a:lnTo>
                  <a:pt x="401" y="13"/>
                </a:lnTo>
                <a:lnTo>
                  <a:pt x="401" y="14"/>
                </a:lnTo>
                <a:lnTo>
                  <a:pt x="402" y="14"/>
                </a:lnTo>
                <a:lnTo>
                  <a:pt x="403" y="15"/>
                </a:lnTo>
                <a:lnTo>
                  <a:pt x="404" y="16"/>
                </a:lnTo>
                <a:lnTo>
                  <a:pt x="404" y="17"/>
                </a:lnTo>
                <a:lnTo>
                  <a:pt x="406" y="19"/>
                </a:lnTo>
                <a:lnTo>
                  <a:pt x="407" y="19"/>
                </a:lnTo>
                <a:lnTo>
                  <a:pt x="408" y="19"/>
                </a:lnTo>
                <a:lnTo>
                  <a:pt x="408" y="20"/>
                </a:lnTo>
                <a:lnTo>
                  <a:pt x="409" y="20"/>
                </a:lnTo>
                <a:lnTo>
                  <a:pt x="410" y="21"/>
                </a:lnTo>
                <a:lnTo>
                  <a:pt x="411" y="22"/>
                </a:lnTo>
                <a:lnTo>
                  <a:pt x="411" y="23"/>
                </a:lnTo>
                <a:lnTo>
                  <a:pt x="412" y="23"/>
                </a:lnTo>
                <a:lnTo>
                  <a:pt x="412" y="24"/>
                </a:lnTo>
                <a:lnTo>
                  <a:pt x="412" y="25"/>
                </a:lnTo>
                <a:lnTo>
                  <a:pt x="411" y="26"/>
                </a:lnTo>
                <a:lnTo>
                  <a:pt x="410" y="27"/>
                </a:lnTo>
                <a:lnTo>
                  <a:pt x="410" y="28"/>
                </a:lnTo>
                <a:lnTo>
                  <a:pt x="411" y="29"/>
                </a:lnTo>
                <a:lnTo>
                  <a:pt x="412" y="30"/>
                </a:lnTo>
                <a:lnTo>
                  <a:pt x="412" y="31"/>
                </a:lnTo>
                <a:lnTo>
                  <a:pt x="413" y="31"/>
                </a:lnTo>
                <a:lnTo>
                  <a:pt x="414" y="31"/>
                </a:lnTo>
                <a:lnTo>
                  <a:pt x="415" y="32"/>
                </a:lnTo>
                <a:lnTo>
                  <a:pt x="415" y="34"/>
                </a:lnTo>
                <a:lnTo>
                  <a:pt x="413" y="35"/>
                </a:lnTo>
                <a:lnTo>
                  <a:pt x="412" y="35"/>
                </a:lnTo>
                <a:lnTo>
                  <a:pt x="412" y="36"/>
                </a:lnTo>
                <a:lnTo>
                  <a:pt x="411" y="36"/>
                </a:lnTo>
                <a:lnTo>
                  <a:pt x="411" y="37"/>
                </a:lnTo>
                <a:lnTo>
                  <a:pt x="410" y="37"/>
                </a:lnTo>
                <a:lnTo>
                  <a:pt x="409" y="37"/>
                </a:lnTo>
                <a:lnTo>
                  <a:pt x="408" y="37"/>
                </a:lnTo>
                <a:lnTo>
                  <a:pt x="407" y="38"/>
                </a:lnTo>
                <a:lnTo>
                  <a:pt x="407" y="39"/>
                </a:lnTo>
                <a:lnTo>
                  <a:pt x="408" y="39"/>
                </a:lnTo>
                <a:lnTo>
                  <a:pt x="410" y="40"/>
                </a:lnTo>
                <a:lnTo>
                  <a:pt x="411" y="41"/>
                </a:lnTo>
                <a:lnTo>
                  <a:pt x="412" y="41"/>
                </a:lnTo>
                <a:lnTo>
                  <a:pt x="412" y="42"/>
                </a:lnTo>
                <a:lnTo>
                  <a:pt x="413" y="42"/>
                </a:lnTo>
                <a:lnTo>
                  <a:pt x="413" y="43"/>
                </a:lnTo>
                <a:lnTo>
                  <a:pt x="413" y="44"/>
                </a:lnTo>
                <a:lnTo>
                  <a:pt x="414" y="44"/>
                </a:lnTo>
                <a:lnTo>
                  <a:pt x="414" y="43"/>
                </a:lnTo>
                <a:lnTo>
                  <a:pt x="415" y="43"/>
                </a:lnTo>
                <a:lnTo>
                  <a:pt x="415" y="44"/>
                </a:lnTo>
                <a:lnTo>
                  <a:pt x="416" y="44"/>
                </a:lnTo>
                <a:lnTo>
                  <a:pt x="418" y="45"/>
                </a:lnTo>
                <a:lnTo>
                  <a:pt x="419" y="45"/>
                </a:lnTo>
                <a:lnTo>
                  <a:pt x="420" y="46"/>
                </a:lnTo>
                <a:lnTo>
                  <a:pt x="419" y="47"/>
                </a:lnTo>
                <a:lnTo>
                  <a:pt x="419" y="48"/>
                </a:lnTo>
                <a:lnTo>
                  <a:pt x="418" y="49"/>
                </a:lnTo>
                <a:lnTo>
                  <a:pt x="418" y="50"/>
                </a:lnTo>
                <a:lnTo>
                  <a:pt x="418" y="51"/>
                </a:lnTo>
                <a:lnTo>
                  <a:pt x="418" y="52"/>
                </a:lnTo>
                <a:lnTo>
                  <a:pt x="419" y="52"/>
                </a:lnTo>
                <a:lnTo>
                  <a:pt x="420" y="53"/>
                </a:lnTo>
                <a:lnTo>
                  <a:pt x="421" y="53"/>
                </a:lnTo>
                <a:lnTo>
                  <a:pt x="422" y="53"/>
                </a:lnTo>
                <a:lnTo>
                  <a:pt x="422" y="54"/>
                </a:lnTo>
                <a:lnTo>
                  <a:pt x="423" y="54"/>
                </a:lnTo>
                <a:lnTo>
                  <a:pt x="424" y="54"/>
                </a:lnTo>
                <a:lnTo>
                  <a:pt x="424" y="55"/>
                </a:lnTo>
                <a:lnTo>
                  <a:pt x="424" y="56"/>
                </a:lnTo>
                <a:lnTo>
                  <a:pt x="424" y="57"/>
                </a:lnTo>
                <a:lnTo>
                  <a:pt x="423" y="57"/>
                </a:lnTo>
                <a:lnTo>
                  <a:pt x="422" y="56"/>
                </a:lnTo>
                <a:lnTo>
                  <a:pt x="422" y="57"/>
                </a:lnTo>
                <a:lnTo>
                  <a:pt x="423" y="57"/>
                </a:lnTo>
                <a:lnTo>
                  <a:pt x="423" y="58"/>
                </a:lnTo>
                <a:lnTo>
                  <a:pt x="422" y="58"/>
                </a:lnTo>
                <a:lnTo>
                  <a:pt x="422" y="59"/>
                </a:lnTo>
                <a:lnTo>
                  <a:pt x="420" y="59"/>
                </a:lnTo>
                <a:lnTo>
                  <a:pt x="422" y="60"/>
                </a:lnTo>
                <a:lnTo>
                  <a:pt x="423" y="60"/>
                </a:lnTo>
                <a:lnTo>
                  <a:pt x="424" y="60"/>
                </a:lnTo>
                <a:lnTo>
                  <a:pt x="427" y="60"/>
                </a:lnTo>
                <a:lnTo>
                  <a:pt x="429" y="59"/>
                </a:lnTo>
                <a:lnTo>
                  <a:pt x="429" y="58"/>
                </a:lnTo>
                <a:lnTo>
                  <a:pt x="430" y="58"/>
                </a:lnTo>
                <a:lnTo>
                  <a:pt x="430" y="57"/>
                </a:lnTo>
                <a:lnTo>
                  <a:pt x="429" y="57"/>
                </a:lnTo>
                <a:lnTo>
                  <a:pt x="429" y="56"/>
                </a:lnTo>
                <a:lnTo>
                  <a:pt x="429" y="55"/>
                </a:lnTo>
                <a:lnTo>
                  <a:pt x="430" y="55"/>
                </a:lnTo>
                <a:lnTo>
                  <a:pt x="430" y="54"/>
                </a:lnTo>
                <a:lnTo>
                  <a:pt x="431" y="54"/>
                </a:lnTo>
                <a:lnTo>
                  <a:pt x="432" y="54"/>
                </a:lnTo>
                <a:lnTo>
                  <a:pt x="433" y="54"/>
                </a:lnTo>
                <a:lnTo>
                  <a:pt x="434" y="55"/>
                </a:lnTo>
                <a:lnTo>
                  <a:pt x="434" y="56"/>
                </a:lnTo>
                <a:lnTo>
                  <a:pt x="435" y="56"/>
                </a:lnTo>
                <a:lnTo>
                  <a:pt x="435" y="57"/>
                </a:lnTo>
                <a:lnTo>
                  <a:pt x="436" y="57"/>
                </a:lnTo>
                <a:lnTo>
                  <a:pt x="436" y="58"/>
                </a:lnTo>
                <a:lnTo>
                  <a:pt x="436" y="59"/>
                </a:lnTo>
                <a:lnTo>
                  <a:pt x="435" y="59"/>
                </a:lnTo>
                <a:lnTo>
                  <a:pt x="435" y="60"/>
                </a:lnTo>
                <a:lnTo>
                  <a:pt x="434" y="60"/>
                </a:lnTo>
                <a:lnTo>
                  <a:pt x="433" y="61"/>
                </a:lnTo>
                <a:lnTo>
                  <a:pt x="432" y="61"/>
                </a:lnTo>
                <a:lnTo>
                  <a:pt x="431" y="62"/>
                </a:lnTo>
                <a:lnTo>
                  <a:pt x="432" y="62"/>
                </a:lnTo>
                <a:lnTo>
                  <a:pt x="433" y="62"/>
                </a:lnTo>
                <a:lnTo>
                  <a:pt x="436" y="62"/>
                </a:lnTo>
                <a:lnTo>
                  <a:pt x="436" y="63"/>
                </a:lnTo>
                <a:lnTo>
                  <a:pt x="437" y="64"/>
                </a:lnTo>
                <a:lnTo>
                  <a:pt x="438" y="64"/>
                </a:lnTo>
                <a:lnTo>
                  <a:pt x="438" y="65"/>
                </a:lnTo>
                <a:lnTo>
                  <a:pt x="437" y="65"/>
                </a:lnTo>
                <a:lnTo>
                  <a:pt x="437" y="66"/>
                </a:lnTo>
                <a:lnTo>
                  <a:pt x="437" y="67"/>
                </a:lnTo>
                <a:lnTo>
                  <a:pt x="437" y="68"/>
                </a:lnTo>
                <a:lnTo>
                  <a:pt x="437" y="69"/>
                </a:lnTo>
                <a:lnTo>
                  <a:pt x="435" y="70"/>
                </a:lnTo>
                <a:lnTo>
                  <a:pt x="434" y="70"/>
                </a:lnTo>
                <a:lnTo>
                  <a:pt x="434" y="71"/>
                </a:lnTo>
                <a:lnTo>
                  <a:pt x="434" y="72"/>
                </a:lnTo>
                <a:lnTo>
                  <a:pt x="435" y="72"/>
                </a:lnTo>
                <a:lnTo>
                  <a:pt x="437" y="73"/>
                </a:lnTo>
                <a:lnTo>
                  <a:pt x="437" y="74"/>
                </a:lnTo>
                <a:lnTo>
                  <a:pt x="438" y="75"/>
                </a:lnTo>
                <a:lnTo>
                  <a:pt x="439" y="75"/>
                </a:lnTo>
                <a:lnTo>
                  <a:pt x="439" y="76"/>
                </a:lnTo>
                <a:lnTo>
                  <a:pt x="440" y="76"/>
                </a:lnTo>
                <a:lnTo>
                  <a:pt x="440" y="77"/>
                </a:lnTo>
                <a:lnTo>
                  <a:pt x="440" y="78"/>
                </a:lnTo>
                <a:lnTo>
                  <a:pt x="441" y="79"/>
                </a:lnTo>
                <a:lnTo>
                  <a:pt x="440" y="79"/>
                </a:lnTo>
                <a:lnTo>
                  <a:pt x="439" y="80"/>
                </a:lnTo>
                <a:lnTo>
                  <a:pt x="439" y="81"/>
                </a:lnTo>
                <a:lnTo>
                  <a:pt x="438" y="82"/>
                </a:lnTo>
                <a:lnTo>
                  <a:pt x="438" y="83"/>
                </a:lnTo>
                <a:lnTo>
                  <a:pt x="438" y="84"/>
                </a:lnTo>
                <a:lnTo>
                  <a:pt x="437" y="85"/>
                </a:lnTo>
                <a:lnTo>
                  <a:pt x="437" y="86"/>
                </a:lnTo>
                <a:lnTo>
                  <a:pt x="436" y="86"/>
                </a:lnTo>
                <a:lnTo>
                  <a:pt x="435" y="87"/>
                </a:lnTo>
                <a:lnTo>
                  <a:pt x="435" y="88"/>
                </a:lnTo>
                <a:lnTo>
                  <a:pt x="433" y="88"/>
                </a:lnTo>
                <a:lnTo>
                  <a:pt x="433" y="87"/>
                </a:lnTo>
                <a:lnTo>
                  <a:pt x="432" y="87"/>
                </a:lnTo>
                <a:lnTo>
                  <a:pt x="432" y="86"/>
                </a:lnTo>
                <a:lnTo>
                  <a:pt x="432" y="85"/>
                </a:lnTo>
                <a:lnTo>
                  <a:pt x="432" y="84"/>
                </a:lnTo>
                <a:lnTo>
                  <a:pt x="431" y="82"/>
                </a:lnTo>
                <a:lnTo>
                  <a:pt x="430" y="82"/>
                </a:lnTo>
                <a:lnTo>
                  <a:pt x="429" y="82"/>
                </a:lnTo>
                <a:lnTo>
                  <a:pt x="428" y="83"/>
                </a:lnTo>
                <a:lnTo>
                  <a:pt x="427" y="82"/>
                </a:lnTo>
                <a:lnTo>
                  <a:pt x="426" y="82"/>
                </a:lnTo>
                <a:lnTo>
                  <a:pt x="425" y="82"/>
                </a:lnTo>
                <a:lnTo>
                  <a:pt x="425" y="83"/>
                </a:lnTo>
                <a:lnTo>
                  <a:pt x="424" y="83"/>
                </a:lnTo>
                <a:lnTo>
                  <a:pt x="423" y="84"/>
                </a:lnTo>
                <a:lnTo>
                  <a:pt x="423" y="85"/>
                </a:lnTo>
                <a:lnTo>
                  <a:pt x="423" y="86"/>
                </a:lnTo>
                <a:lnTo>
                  <a:pt x="422" y="86"/>
                </a:lnTo>
                <a:lnTo>
                  <a:pt x="422" y="87"/>
                </a:lnTo>
                <a:lnTo>
                  <a:pt x="422" y="88"/>
                </a:lnTo>
                <a:lnTo>
                  <a:pt x="423" y="88"/>
                </a:lnTo>
                <a:lnTo>
                  <a:pt x="422" y="89"/>
                </a:lnTo>
                <a:lnTo>
                  <a:pt x="422" y="90"/>
                </a:lnTo>
                <a:lnTo>
                  <a:pt x="422" y="91"/>
                </a:lnTo>
                <a:lnTo>
                  <a:pt x="423" y="91"/>
                </a:lnTo>
                <a:lnTo>
                  <a:pt x="424" y="92"/>
                </a:lnTo>
                <a:lnTo>
                  <a:pt x="424" y="93"/>
                </a:lnTo>
                <a:lnTo>
                  <a:pt x="424" y="94"/>
                </a:lnTo>
                <a:lnTo>
                  <a:pt x="425" y="94"/>
                </a:lnTo>
                <a:lnTo>
                  <a:pt x="425" y="95"/>
                </a:lnTo>
                <a:lnTo>
                  <a:pt x="424" y="96"/>
                </a:lnTo>
                <a:lnTo>
                  <a:pt x="425" y="96"/>
                </a:lnTo>
                <a:lnTo>
                  <a:pt x="426" y="97"/>
                </a:lnTo>
                <a:lnTo>
                  <a:pt x="427" y="98"/>
                </a:lnTo>
                <a:lnTo>
                  <a:pt x="428" y="98"/>
                </a:lnTo>
                <a:lnTo>
                  <a:pt x="428" y="99"/>
                </a:lnTo>
                <a:lnTo>
                  <a:pt x="429" y="100"/>
                </a:lnTo>
                <a:lnTo>
                  <a:pt x="429" y="99"/>
                </a:lnTo>
                <a:lnTo>
                  <a:pt x="429" y="100"/>
                </a:lnTo>
                <a:lnTo>
                  <a:pt x="429" y="101"/>
                </a:lnTo>
                <a:lnTo>
                  <a:pt x="429" y="102"/>
                </a:lnTo>
                <a:lnTo>
                  <a:pt x="429" y="103"/>
                </a:lnTo>
                <a:lnTo>
                  <a:pt x="430" y="105"/>
                </a:lnTo>
                <a:lnTo>
                  <a:pt x="430" y="106"/>
                </a:lnTo>
                <a:lnTo>
                  <a:pt x="431" y="106"/>
                </a:lnTo>
                <a:lnTo>
                  <a:pt x="432" y="106"/>
                </a:lnTo>
                <a:lnTo>
                  <a:pt x="433" y="106"/>
                </a:lnTo>
                <a:lnTo>
                  <a:pt x="434" y="107"/>
                </a:lnTo>
                <a:lnTo>
                  <a:pt x="435" y="107"/>
                </a:lnTo>
                <a:lnTo>
                  <a:pt x="435" y="108"/>
                </a:lnTo>
                <a:lnTo>
                  <a:pt x="436" y="108"/>
                </a:lnTo>
                <a:lnTo>
                  <a:pt x="437" y="107"/>
                </a:lnTo>
                <a:lnTo>
                  <a:pt x="438" y="108"/>
                </a:lnTo>
                <a:lnTo>
                  <a:pt x="437" y="109"/>
                </a:lnTo>
                <a:lnTo>
                  <a:pt x="437" y="110"/>
                </a:lnTo>
                <a:lnTo>
                  <a:pt x="437" y="111"/>
                </a:lnTo>
                <a:lnTo>
                  <a:pt x="438" y="112"/>
                </a:lnTo>
                <a:lnTo>
                  <a:pt x="439" y="112"/>
                </a:lnTo>
                <a:lnTo>
                  <a:pt x="439" y="113"/>
                </a:lnTo>
                <a:lnTo>
                  <a:pt x="438" y="114"/>
                </a:lnTo>
                <a:lnTo>
                  <a:pt x="437" y="114"/>
                </a:lnTo>
                <a:lnTo>
                  <a:pt x="437" y="115"/>
                </a:lnTo>
                <a:lnTo>
                  <a:pt x="437" y="116"/>
                </a:lnTo>
                <a:lnTo>
                  <a:pt x="436" y="116"/>
                </a:lnTo>
                <a:lnTo>
                  <a:pt x="435" y="116"/>
                </a:lnTo>
                <a:lnTo>
                  <a:pt x="434" y="117"/>
                </a:lnTo>
                <a:lnTo>
                  <a:pt x="434" y="118"/>
                </a:lnTo>
                <a:lnTo>
                  <a:pt x="435" y="118"/>
                </a:lnTo>
                <a:lnTo>
                  <a:pt x="436" y="118"/>
                </a:lnTo>
                <a:lnTo>
                  <a:pt x="437" y="118"/>
                </a:lnTo>
                <a:lnTo>
                  <a:pt x="439" y="119"/>
                </a:lnTo>
                <a:lnTo>
                  <a:pt x="440" y="119"/>
                </a:lnTo>
                <a:lnTo>
                  <a:pt x="440" y="120"/>
                </a:lnTo>
                <a:lnTo>
                  <a:pt x="441" y="120"/>
                </a:lnTo>
                <a:lnTo>
                  <a:pt x="441" y="121"/>
                </a:lnTo>
                <a:lnTo>
                  <a:pt x="441" y="122"/>
                </a:lnTo>
                <a:lnTo>
                  <a:pt x="442" y="122"/>
                </a:lnTo>
                <a:lnTo>
                  <a:pt x="441" y="123"/>
                </a:lnTo>
                <a:lnTo>
                  <a:pt x="441" y="124"/>
                </a:lnTo>
                <a:lnTo>
                  <a:pt x="441" y="125"/>
                </a:lnTo>
                <a:lnTo>
                  <a:pt x="442" y="125"/>
                </a:lnTo>
                <a:lnTo>
                  <a:pt x="442" y="126"/>
                </a:lnTo>
                <a:lnTo>
                  <a:pt x="443" y="126"/>
                </a:lnTo>
                <a:lnTo>
                  <a:pt x="442" y="127"/>
                </a:lnTo>
                <a:lnTo>
                  <a:pt x="441" y="127"/>
                </a:lnTo>
                <a:lnTo>
                  <a:pt x="441" y="128"/>
                </a:lnTo>
                <a:lnTo>
                  <a:pt x="442" y="128"/>
                </a:lnTo>
                <a:lnTo>
                  <a:pt x="442" y="129"/>
                </a:lnTo>
                <a:lnTo>
                  <a:pt x="442" y="130"/>
                </a:lnTo>
                <a:lnTo>
                  <a:pt x="442" y="131"/>
                </a:lnTo>
                <a:lnTo>
                  <a:pt x="442" y="132"/>
                </a:lnTo>
                <a:lnTo>
                  <a:pt x="443" y="133"/>
                </a:lnTo>
                <a:lnTo>
                  <a:pt x="443" y="134"/>
                </a:lnTo>
                <a:lnTo>
                  <a:pt x="444" y="134"/>
                </a:lnTo>
                <a:lnTo>
                  <a:pt x="446" y="134"/>
                </a:lnTo>
                <a:lnTo>
                  <a:pt x="446" y="133"/>
                </a:lnTo>
                <a:lnTo>
                  <a:pt x="447" y="133"/>
                </a:lnTo>
                <a:lnTo>
                  <a:pt x="447" y="132"/>
                </a:lnTo>
                <a:lnTo>
                  <a:pt x="447" y="131"/>
                </a:lnTo>
                <a:lnTo>
                  <a:pt x="448" y="131"/>
                </a:lnTo>
                <a:lnTo>
                  <a:pt x="449" y="131"/>
                </a:lnTo>
                <a:lnTo>
                  <a:pt x="450" y="131"/>
                </a:lnTo>
                <a:lnTo>
                  <a:pt x="451" y="131"/>
                </a:lnTo>
                <a:lnTo>
                  <a:pt x="451" y="130"/>
                </a:lnTo>
                <a:lnTo>
                  <a:pt x="452" y="130"/>
                </a:lnTo>
                <a:lnTo>
                  <a:pt x="453" y="130"/>
                </a:lnTo>
                <a:lnTo>
                  <a:pt x="456" y="130"/>
                </a:lnTo>
                <a:lnTo>
                  <a:pt x="457" y="129"/>
                </a:lnTo>
                <a:lnTo>
                  <a:pt x="458" y="129"/>
                </a:lnTo>
                <a:lnTo>
                  <a:pt x="459" y="130"/>
                </a:lnTo>
                <a:lnTo>
                  <a:pt x="459" y="129"/>
                </a:lnTo>
                <a:lnTo>
                  <a:pt x="460" y="129"/>
                </a:lnTo>
                <a:lnTo>
                  <a:pt x="462" y="129"/>
                </a:lnTo>
                <a:lnTo>
                  <a:pt x="463" y="129"/>
                </a:lnTo>
                <a:lnTo>
                  <a:pt x="464" y="130"/>
                </a:lnTo>
                <a:lnTo>
                  <a:pt x="465" y="130"/>
                </a:lnTo>
                <a:lnTo>
                  <a:pt x="469" y="130"/>
                </a:lnTo>
                <a:lnTo>
                  <a:pt x="469" y="129"/>
                </a:lnTo>
                <a:lnTo>
                  <a:pt x="470" y="129"/>
                </a:lnTo>
                <a:lnTo>
                  <a:pt x="471" y="130"/>
                </a:lnTo>
                <a:lnTo>
                  <a:pt x="472" y="131"/>
                </a:lnTo>
                <a:lnTo>
                  <a:pt x="473" y="131"/>
                </a:lnTo>
                <a:lnTo>
                  <a:pt x="474" y="131"/>
                </a:lnTo>
                <a:lnTo>
                  <a:pt x="474" y="132"/>
                </a:lnTo>
                <a:lnTo>
                  <a:pt x="476" y="132"/>
                </a:lnTo>
                <a:lnTo>
                  <a:pt x="477" y="132"/>
                </a:lnTo>
                <a:lnTo>
                  <a:pt x="478" y="132"/>
                </a:lnTo>
                <a:lnTo>
                  <a:pt x="478" y="131"/>
                </a:lnTo>
                <a:lnTo>
                  <a:pt x="479" y="131"/>
                </a:lnTo>
                <a:lnTo>
                  <a:pt x="479" y="130"/>
                </a:lnTo>
                <a:lnTo>
                  <a:pt x="479" y="129"/>
                </a:lnTo>
                <a:lnTo>
                  <a:pt x="480" y="129"/>
                </a:lnTo>
                <a:lnTo>
                  <a:pt x="481" y="128"/>
                </a:lnTo>
                <a:lnTo>
                  <a:pt x="482" y="128"/>
                </a:lnTo>
                <a:lnTo>
                  <a:pt x="483" y="128"/>
                </a:lnTo>
                <a:lnTo>
                  <a:pt x="483" y="127"/>
                </a:lnTo>
                <a:lnTo>
                  <a:pt x="484" y="127"/>
                </a:lnTo>
                <a:lnTo>
                  <a:pt x="485" y="128"/>
                </a:lnTo>
                <a:lnTo>
                  <a:pt x="485" y="127"/>
                </a:lnTo>
                <a:lnTo>
                  <a:pt x="486" y="126"/>
                </a:lnTo>
                <a:lnTo>
                  <a:pt x="486" y="128"/>
                </a:lnTo>
                <a:lnTo>
                  <a:pt x="485" y="128"/>
                </a:lnTo>
                <a:lnTo>
                  <a:pt x="485" y="129"/>
                </a:lnTo>
                <a:lnTo>
                  <a:pt x="486" y="131"/>
                </a:lnTo>
                <a:lnTo>
                  <a:pt x="487" y="131"/>
                </a:lnTo>
                <a:lnTo>
                  <a:pt x="487" y="132"/>
                </a:lnTo>
                <a:lnTo>
                  <a:pt x="487" y="133"/>
                </a:lnTo>
                <a:lnTo>
                  <a:pt x="488" y="134"/>
                </a:lnTo>
                <a:lnTo>
                  <a:pt x="489" y="134"/>
                </a:lnTo>
                <a:lnTo>
                  <a:pt x="490" y="134"/>
                </a:lnTo>
                <a:lnTo>
                  <a:pt x="490" y="135"/>
                </a:lnTo>
                <a:lnTo>
                  <a:pt x="491" y="135"/>
                </a:lnTo>
                <a:lnTo>
                  <a:pt x="491" y="134"/>
                </a:lnTo>
                <a:lnTo>
                  <a:pt x="492" y="134"/>
                </a:lnTo>
                <a:lnTo>
                  <a:pt x="493" y="134"/>
                </a:lnTo>
                <a:lnTo>
                  <a:pt x="494" y="135"/>
                </a:lnTo>
                <a:lnTo>
                  <a:pt x="494" y="134"/>
                </a:lnTo>
                <a:lnTo>
                  <a:pt x="495" y="134"/>
                </a:lnTo>
                <a:lnTo>
                  <a:pt x="495" y="133"/>
                </a:lnTo>
                <a:lnTo>
                  <a:pt x="496" y="133"/>
                </a:lnTo>
                <a:lnTo>
                  <a:pt x="496" y="134"/>
                </a:lnTo>
                <a:lnTo>
                  <a:pt x="497" y="134"/>
                </a:lnTo>
                <a:lnTo>
                  <a:pt x="498" y="134"/>
                </a:lnTo>
                <a:lnTo>
                  <a:pt x="499" y="134"/>
                </a:lnTo>
                <a:lnTo>
                  <a:pt x="500" y="134"/>
                </a:lnTo>
                <a:lnTo>
                  <a:pt x="502" y="134"/>
                </a:lnTo>
                <a:lnTo>
                  <a:pt x="502" y="135"/>
                </a:lnTo>
                <a:lnTo>
                  <a:pt x="503" y="135"/>
                </a:lnTo>
                <a:lnTo>
                  <a:pt x="504" y="135"/>
                </a:lnTo>
                <a:lnTo>
                  <a:pt x="505" y="135"/>
                </a:lnTo>
                <a:lnTo>
                  <a:pt x="506" y="135"/>
                </a:lnTo>
                <a:lnTo>
                  <a:pt x="507" y="135"/>
                </a:lnTo>
                <a:lnTo>
                  <a:pt x="509" y="135"/>
                </a:lnTo>
                <a:lnTo>
                  <a:pt x="510" y="135"/>
                </a:lnTo>
                <a:lnTo>
                  <a:pt x="511" y="135"/>
                </a:lnTo>
                <a:lnTo>
                  <a:pt x="512" y="135"/>
                </a:lnTo>
                <a:lnTo>
                  <a:pt x="513" y="135"/>
                </a:lnTo>
                <a:lnTo>
                  <a:pt x="514" y="135"/>
                </a:lnTo>
                <a:lnTo>
                  <a:pt x="516" y="136"/>
                </a:lnTo>
                <a:lnTo>
                  <a:pt x="518" y="136"/>
                </a:lnTo>
                <a:lnTo>
                  <a:pt x="519" y="136"/>
                </a:lnTo>
                <a:lnTo>
                  <a:pt x="519" y="135"/>
                </a:lnTo>
                <a:lnTo>
                  <a:pt x="519" y="134"/>
                </a:lnTo>
                <a:lnTo>
                  <a:pt x="521" y="134"/>
                </a:lnTo>
                <a:lnTo>
                  <a:pt x="522" y="136"/>
                </a:lnTo>
                <a:lnTo>
                  <a:pt x="522" y="137"/>
                </a:lnTo>
                <a:lnTo>
                  <a:pt x="522" y="138"/>
                </a:lnTo>
                <a:lnTo>
                  <a:pt x="521" y="139"/>
                </a:lnTo>
                <a:lnTo>
                  <a:pt x="519" y="139"/>
                </a:lnTo>
                <a:lnTo>
                  <a:pt x="519" y="141"/>
                </a:lnTo>
                <a:lnTo>
                  <a:pt x="519" y="142"/>
                </a:lnTo>
                <a:lnTo>
                  <a:pt x="518" y="142"/>
                </a:lnTo>
                <a:lnTo>
                  <a:pt x="518" y="143"/>
                </a:lnTo>
                <a:lnTo>
                  <a:pt x="517" y="143"/>
                </a:lnTo>
                <a:lnTo>
                  <a:pt x="516" y="143"/>
                </a:lnTo>
                <a:lnTo>
                  <a:pt x="516" y="142"/>
                </a:lnTo>
                <a:lnTo>
                  <a:pt x="516" y="143"/>
                </a:lnTo>
                <a:lnTo>
                  <a:pt x="515" y="143"/>
                </a:lnTo>
                <a:lnTo>
                  <a:pt x="515" y="144"/>
                </a:lnTo>
                <a:lnTo>
                  <a:pt x="516" y="144"/>
                </a:lnTo>
                <a:lnTo>
                  <a:pt x="516" y="145"/>
                </a:lnTo>
                <a:lnTo>
                  <a:pt x="517" y="145"/>
                </a:lnTo>
                <a:lnTo>
                  <a:pt x="517" y="146"/>
                </a:lnTo>
                <a:lnTo>
                  <a:pt x="518" y="146"/>
                </a:lnTo>
                <a:lnTo>
                  <a:pt x="517" y="146"/>
                </a:lnTo>
                <a:lnTo>
                  <a:pt x="516" y="146"/>
                </a:lnTo>
                <a:lnTo>
                  <a:pt x="514" y="148"/>
                </a:lnTo>
                <a:lnTo>
                  <a:pt x="513" y="149"/>
                </a:lnTo>
                <a:lnTo>
                  <a:pt x="513" y="150"/>
                </a:lnTo>
                <a:lnTo>
                  <a:pt x="512" y="150"/>
                </a:lnTo>
                <a:lnTo>
                  <a:pt x="513" y="150"/>
                </a:lnTo>
                <a:lnTo>
                  <a:pt x="512" y="151"/>
                </a:lnTo>
                <a:lnTo>
                  <a:pt x="511" y="151"/>
                </a:lnTo>
                <a:lnTo>
                  <a:pt x="510" y="151"/>
                </a:lnTo>
                <a:lnTo>
                  <a:pt x="509" y="152"/>
                </a:lnTo>
                <a:lnTo>
                  <a:pt x="508" y="152"/>
                </a:lnTo>
                <a:lnTo>
                  <a:pt x="507" y="152"/>
                </a:lnTo>
                <a:lnTo>
                  <a:pt x="507" y="153"/>
                </a:lnTo>
                <a:lnTo>
                  <a:pt x="507" y="154"/>
                </a:lnTo>
                <a:lnTo>
                  <a:pt x="507" y="155"/>
                </a:lnTo>
                <a:lnTo>
                  <a:pt x="507" y="157"/>
                </a:lnTo>
                <a:lnTo>
                  <a:pt x="506" y="158"/>
                </a:lnTo>
                <a:lnTo>
                  <a:pt x="505" y="158"/>
                </a:lnTo>
                <a:lnTo>
                  <a:pt x="505" y="157"/>
                </a:lnTo>
                <a:lnTo>
                  <a:pt x="504" y="157"/>
                </a:lnTo>
                <a:lnTo>
                  <a:pt x="504" y="158"/>
                </a:lnTo>
                <a:lnTo>
                  <a:pt x="503" y="159"/>
                </a:lnTo>
                <a:lnTo>
                  <a:pt x="502" y="159"/>
                </a:lnTo>
                <a:lnTo>
                  <a:pt x="501" y="159"/>
                </a:lnTo>
                <a:lnTo>
                  <a:pt x="501" y="158"/>
                </a:lnTo>
                <a:lnTo>
                  <a:pt x="500" y="158"/>
                </a:lnTo>
                <a:lnTo>
                  <a:pt x="499" y="158"/>
                </a:lnTo>
                <a:lnTo>
                  <a:pt x="498" y="157"/>
                </a:lnTo>
                <a:lnTo>
                  <a:pt x="496" y="157"/>
                </a:lnTo>
                <a:lnTo>
                  <a:pt x="496" y="158"/>
                </a:lnTo>
                <a:lnTo>
                  <a:pt x="495" y="158"/>
                </a:lnTo>
                <a:lnTo>
                  <a:pt x="495" y="159"/>
                </a:lnTo>
                <a:lnTo>
                  <a:pt x="494" y="160"/>
                </a:lnTo>
                <a:lnTo>
                  <a:pt x="494" y="162"/>
                </a:lnTo>
                <a:lnTo>
                  <a:pt x="494" y="163"/>
                </a:lnTo>
                <a:lnTo>
                  <a:pt x="495" y="163"/>
                </a:lnTo>
                <a:lnTo>
                  <a:pt x="495" y="164"/>
                </a:lnTo>
                <a:lnTo>
                  <a:pt x="496" y="164"/>
                </a:lnTo>
                <a:lnTo>
                  <a:pt x="496" y="163"/>
                </a:lnTo>
                <a:lnTo>
                  <a:pt x="497" y="164"/>
                </a:lnTo>
                <a:lnTo>
                  <a:pt x="498" y="164"/>
                </a:lnTo>
                <a:lnTo>
                  <a:pt x="499" y="164"/>
                </a:lnTo>
                <a:lnTo>
                  <a:pt x="499" y="165"/>
                </a:lnTo>
                <a:lnTo>
                  <a:pt x="499" y="164"/>
                </a:lnTo>
                <a:lnTo>
                  <a:pt x="500" y="164"/>
                </a:lnTo>
                <a:lnTo>
                  <a:pt x="502" y="165"/>
                </a:lnTo>
                <a:lnTo>
                  <a:pt x="502" y="166"/>
                </a:lnTo>
                <a:lnTo>
                  <a:pt x="501" y="166"/>
                </a:lnTo>
                <a:lnTo>
                  <a:pt x="502" y="166"/>
                </a:lnTo>
                <a:lnTo>
                  <a:pt x="502" y="167"/>
                </a:lnTo>
                <a:lnTo>
                  <a:pt x="501" y="167"/>
                </a:lnTo>
                <a:lnTo>
                  <a:pt x="500" y="169"/>
                </a:lnTo>
                <a:lnTo>
                  <a:pt x="499" y="169"/>
                </a:lnTo>
                <a:lnTo>
                  <a:pt x="498" y="169"/>
                </a:lnTo>
                <a:lnTo>
                  <a:pt x="497" y="170"/>
                </a:lnTo>
                <a:lnTo>
                  <a:pt x="495" y="170"/>
                </a:lnTo>
                <a:lnTo>
                  <a:pt x="494" y="170"/>
                </a:lnTo>
                <a:lnTo>
                  <a:pt x="494" y="169"/>
                </a:lnTo>
                <a:lnTo>
                  <a:pt x="493" y="169"/>
                </a:lnTo>
                <a:lnTo>
                  <a:pt x="492" y="169"/>
                </a:lnTo>
                <a:lnTo>
                  <a:pt x="491" y="169"/>
                </a:lnTo>
                <a:lnTo>
                  <a:pt x="491" y="170"/>
                </a:lnTo>
                <a:lnTo>
                  <a:pt x="491" y="171"/>
                </a:lnTo>
                <a:lnTo>
                  <a:pt x="490" y="172"/>
                </a:lnTo>
                <a:lnTo>
                  <a:pt x="490" y="173"/>
                </a:lnTo>
                <a:lnTo>
                  <a:pt x="490" y="174"/>
                </a:lnTo>
                <a:lnTo>
                  <a:pt x="490" y="176"/>
                </a:lnTo>
                <a:lnTo>
                  <a:pt x="489" y="178"/>
                </a:lnTo>
                <a:lnTo>
                  <a:pt x="489" y="179"/>
                </a:lnTo>
                <a:lnTo>
                  <a:pt x="489" y="180"/>
                </a:lnTo>
                <a:lnTo>
                  <a:pt x="488" y="180"/>
                </a:lnTo>
                <a:lnTo>
                  <a:pt x="488" y="181"/>
                </a:lnTo>
                <a:lnTo>
                  <a:pt x="487" y="182"/>
                </a:lnTo>
                <a:lnTo>
                  <a:pt x="486" y="183"/>
                </a:lnTo>
                <a:lnTo>
                  <a:pt x="486" y="184"/>
                </a:lnTo>
                <a:lnTo>
                  <a:pt x="486" y="186"/>
                </a:lnTo>
                <a:lnTo>
                  <a:pt x="487" y="186"/>
                </a:lnTo>
                <a:lnTo>
                  <a:pt x="488" y="186"/>
                </a:lnTo>
                <a:lnTo>
                  <a:pt x="488" y="187"/>
                </a:lnTo>
                <a:lnTo>
                  <a:pt x="489" y="187"/>
                </a:lnTo>
                <a:lnTo>
                  <a:pt x="489" y="188"/>
                </a:lnTo>
                <a:lnTo>
                  <a:pt x="490" y="188"/>
                </a:lnTo>
                <a:lnTo>
                  <a:pt x="491" y="188"/>
                </a:lnTo>
                <a:lnTo>
                  <a:pt x="491" y="189"/>
                </a:lnTo>
                <a:lnTo>
                  <a:pt x="491" y="190"/>
                </a:lnTo>
                <a:lnTo>
                  <a:pt x="490" y="190"/>
                </a:lnTo>
                <a:lnTo>
                  <a:pt x="490" y="191"/>
                </a:lnTo>
                <a:lnTo>
                  <a:pt x="491" y="190"/>
                </a:lnTo>
                <a:lnTo>
                  <a:pt x="492" y="190"/>
                </a:lnTo>
                <a:lnTo>
                  <a:pt x="492" y="191"/>
                </a:lnTo>
                <a:lnTo>
                  <a:pt x="494" y="191"/>
                </a:lnTo>
                <a:lnTo>
                  <a:pt x="495" y="191"/>
                </a:lnTo>
                <a:lnTo>
                  <a:pt x="496" y="192"/>
                </a:lnTo>
                <a:lnTo>
                  <a:pt x="496" y="193"/>
                </a:lnTo>
                <a:lnTo>
                  <a:pt x="496" y="194"/>
                </a:lnTo>
                <a:lnTo>
                  <a:pt x="498" y="195"/>
                </a:lnTo>
                <a:lnTo>
                  <a:pt x="498" y="196"/>
                </a:lnTo>
                <a:lnTo>
                  <a:pt x="499" y="196"/>
                </a:lnTo>
                <a:lnTo>
                  <a:pt x="500" y="196"/>
                </a:lnTo>
                <a:lnTo>
                  <a:pt x="500" y="197"/>
                </a:lnTo>
                <a:lnTo>
                  <a:pt x="501" y="197"/>
                </a:lnTo>
                <a:lnTo>
                  <a:pt x="502" y="197"/>
                </a:lnTo>
                <a:lnTo>
                  <a:pt x="504" y="198"/>
                </a:lnTo>
                <a:lnTo>
                  <a:pt x="504" y="199"/>
                </a:lnTo>
                <a:lnTo>
                  <a:pt x="505" y="200"/>
                </a:lnTo>
                <a:lnTo>
                  <a:pt x="506" y="200"/>
                </a:lnTo>
                <a:lnTo>
                  <a:pt x="506" y="199"/>
                </a:lnTo>
                <a:lnTo>
                  <a:pt x="507" y="198"/>
                </a:lnTo>
                <a:lnTo>
                  <a:pt x="508" y="199"/>
                </a:lnTo>
                <a:lnTo>
                  <a:pt x="509" y="200"/>
                </a:lnTo>
                <a:lnTo>
                  <a:pt x="510" y="200"/>
                </a:lnTo>
                <a:lnTo>
                  <a:pt x="511" y="199"/>
                </a:lnTo>
                <a:lnTo>
                  <a:pt x="512" y="198"/>
                </a:lnTo>
                <a:lnTo>
                  <a:pt x="513" y="197"/>
                </a:lnTo>
                <a:lnTo>
                  <a:pt x="514" y="197"/>
                </a:lnTo>
                <a:lnTo>
                  <a:pt x="515" y="197"/>
                </a:lnTo>
                <a:lnTo>
                  <a:pt x="516" y="197"/>
                </a:lnTo>
                <a:lnTo>
                  <a:pt x="516" y="199"/>
                </a:lnTo>
                <a:lnTo>
                  <a:pt x="516" y="200"/>
                </a:lnTo>
                <a:lnTo>
                  <a:pt x="515" y="201"/>
                </a:lnTo>
                <a:lnTo>
                  <a:pt x="514" y="201"/>
                </a:lnTo>
                <a:lnTo>
                  <a:pt x="514" y="202"/>
                </a:lnTo>
                <a:lnTo>
                  <a:pt x="513" y="203"/>
                </a:lnTo>
                <a:lnTo>
                  <a:pt x="513" y="204"/>
                </a:lnTo>
                <a:lnTo>
                  <a:pt x="514" y="204"/>
                </a:lnTo>
                <a:lnTo>
                  <a:pt x="514" y="205"/>
                </a:lnTo>
                <a:lnTo>
                  <a:pt x="514" y="206"/>
                </a:lnTo>
                <a:lnTo>
                  <a:pt x="515" y="206"/>
                </a:lnTo>
                <a:lnTo>
                  <a:pt x="516" y="205"/>
                </a:lnTo>
                <a:lnTo>
                  <a:pt x="516" y="206"/>
                </a:lnTo>
                <a:lnTo>
                  <a:pt x="517" y="206"/>
                </a:lnTo>
                <a:lnTo>
                  <a:pt x="519" y="205"/>
                </a:lnTo>
                <a:lnTo>
                  <a:pt x="520" y="206"/>
                </a:lnTo>
                <a:lnTo>
                  <a:pt x="521" y="206"/>
                </a:lnTo>
                <a:lnTo>
                  <a:pt x="521" y="207"/>
                </a:lnTo>
                <a:lnTo>
                  <a:pt x="520" y="207"/>
                </a:lnTo>
                <a:lnTo>
                  <a:pt x="520" y="208"/>
                </a:lnTo>
                <a:lnTo>
                  <a:pt x="520" y="209"/>
                </a:lnTo>
                <a:lnTo>
                  <a:pt x="519" y="209"/>
                </a:lnTo>
                <a:lnTo>
                  <a:pt x="520" y="209"/>
                </a:lnTo>
                <a:lnTo>
                  <a:pt x="520" y="210"/>
                </a:lnTo>
                <a:lnTo>
                  <a:pt x="521" y="210"/>
                </a:lnTo>
                <a:lnTo>
                  <a:pt x="521" y="211"/>
                </a:lnTo>
                <a:lnTo>
                  <a:pt x="522" y="211"/>
                </a:lnTo>
                <a:lnTo>
                  <a:pt x="523" y="212"/>
                </a:lnTo>
                <a:lnTo>
                  <a:pt x="523" y="213"/>
                </a:lnTo>
                <a:lnTo>
                  <a:pt x="524" y="213"/>
                </a:lnTo>
                <a:lnTo>
                  <a:pt x="525" y="212"/>
                </a:lnTo>
                <a:lnTo>
                  <a:pt x="526" y="213"/>
                </a:lnTo>
                <a:lnTo>
                  <a:pt x="527" y="213"/>
                </a:lnTo>
                <a:lnTo>
                  <a:pt x="527" y="214"/>
                </a:lnTo>
                <a:lnTo>
                  <a:pt x="526" y="214"/>
                </a:lnTo>
                <a:lnTo>
                  <a:pt x="527" y="214"/>
                </a:lnTo>
                <a:lnTo>
                  <a:pt x="528" y="213"/>
                </a:lnTo>
                <a:lnTo>
                  <a:pt x="529" y="213"/>
                </a:lnTo>
                <a:lnTo>
                  <a:pt x="530" y="213"/>
                </a:lnTo>
                <a:lnTo>
                  <a:pt x="531" y="213"/>
                </a:lnTo>
                <a:lnTo>
                  <a:pt x="532" y="212"/>
                </a:lnTo>
                <a:lnTo>
                  <a:pt x="533" y="212"/>
                </a:lnTo>
                <a:lnTo>
                  <a:pt x="534" y="211"/>
                </a:lnTo>
                <a:lnTo>
                  <a:pt x="534" y="212"/>
                </a:lnTo>
                <a:lnTo>
                  <a:pt x="535" y="212"/>
                </a:lnTo>
                <a:lnTo>
                  <a:pt x="535" y="213"/>
                </a:lnTo>
                <a:lnTo>
                  <a:pt x="534" y="213"/>
                </a:lnTo>
                <a:lnTo>
                  <a:pt x="535" y="214"/>
                </a:lnTo>
                <a:lnTo>
                  <a:pt x="536" y="214"/>
                </a:lnTo>
                <a:lnTo>
                  <a:pt x="536" y="213"/>
                </a:lnTo>
                <a:lnTo>
                  <a:pt x="538" y="212"/>
                </a:lnTo>
                <a:lnTo>
                  <a:pt x="539" y="212"/>
                </a:lnTo>
                <a:lnTo>
                  <a:pt x="540" y="213"/>
                </a:lnTo>
                <a:lnTo>
                  <a:pt x="541" y="213"/>
                </a:lnTo>
                <a:lnTo>
                  <a:pt x="542" y="213"/>
                </a:lnTo>
                <a:lnTo>
                  <a:pt x="544" y="213"/>
                </a:lnTo>
                <a:lnTo>
                  <a:pt x="545" y="213"/>
                </a:lnTo>
                <a:lnTo>
                  <a:pt x="545" y="212"/>
                </a:lnTo>
                <a:lnTo>
                  <a:pt x="546" y="212"/>
                </a:lnTo>
                <a:lnTo>
                  <a:pt x="546" y="211"/>
                </a:lnTo>
                <a:lnTo>
                  <a:pt x="547" y="211"/>
                </a:lnTo>
                <a:lnTo>
                  <a:pt x="547" y="212"/>
                </a:lnTo>
                <a:lnTo>
                  <a:pt x="548" y="212"/>
                </a:lnTo>
                <a:lnTo>
                  <a:pt x="548" y="211"/>
                </a:lnTo>
                <a:lnTo>
                  <a:pt x="549" y="211"/>
                </a:lnTo>
                <a:lnTo>
                  <a:pt x="550" y="211"/>
                </a:lnTo>
                <a:lnTo>
                  <a:pt x="550" y="212"/>
                </a:lnTo>
                <a:lnTo>
                  <a:pt x="550" y="213"/>
                </a:lnTo>
                <a:lnTo>
                  <a:pt x="551" y="213"/>
                </a:lnTo>
                <a:lnTo>
                  <a:pt x="552" y="213"/>
                </a:lnTo>
                <a:lnTo>
                  <a:pt x="552" y="214"/>
                </a:lnTo>
                <a:lnTo>
                  <a:pt x="551" y="214"/>
                </a:lnTo>
                <a:lnTo>
                  <a:pt x="550" y="214"/>
                </a:lnTo>
                <a:lnTo>
                  <a:pt x="550" y="215"/>
                </a:lnTo>
                <a:lnTo>
                  <a:pt x="550" y="216"/>
                </a:lnTo>
                <a:lnTo>
                  <a:pt x="552" y="216"/>
                </a:lnTo>
                <a:lnTo>
                  <a:pt x="551" y="218"/>
                </a:lnTo>
                <a:lnTo>
                  <a:pt x="553" y="219"/>
                </a:lnTo>
                <a:lnTo>
                  <a:pt x="554" y="219"/>
                </a:lnTo>
                <a:lnTo>
                  <a:pt x="555" y="220"/>
                </a:lnTo>
                <a:lnTo>
                  <a:pt x="555" y="222"/>
                </a:lnTo>
                <a:lnTo>
                  <a:pt x="554" y="223"/>
                </a:lnTo>
                <a:lnTo>
                  <a:pt x="554" y="224"/>
                </a:lnTo>
                <a:lnTo>
                  <a:pt x="554" y="225"/>
                </a:lnTo>
                <a:lnTo>
                  <a:pt x="554" y="226"/>
                </a:lnTo>
                <a:lnTo>
                  <a:pt x="554" y="227"/>
                </a:lnTo>
                <a:lnTo>
                  <a:pt x="554" y="228"/>
                </a:lnTo>
                <a:lnTo>
                  <a:pt x="553" y="228"/>
                </a:lnTo>
                <a:lnTo>
                  <a:pt x="553" y="229"/>
                </a:lnTo>
                <a:lnTo>
                  <a:pt x="554" y="230"/>
                </a:lnTo>
                <a:lnTo>
                  <a:pt x="555" y="230"/>
                </a:lnTo>
                <a:lnTo>
                  <a:pt x="555" y="231"/>
                </a:lnTo>
                <a:lnTo>
                  <a:pt x="554" y="232"/>
                </a:lnTo>
                <a:lnTo>
                  <a:pt x="554" y="233"/>
                </a:lnTo>
                <a:lnTo>
                  <a:pt x="555" y="233"/>
                </a:lnTo>
                <a:lnTo>
                  <a:pt x="556" y="234"/>
                </a:lnTo>
                <a:lnTo>
                  <a:pt x="556" y="235"/>
                </a:lnTo>
                <a:lnTo>
                  <a:pt x="556" y="236"/>
                </a:lnTo>
                <a:lnTo>
                  <a:pt x="556" y="237"/>
                </a:lnTo>
                <a:lnTo>
                  <a:pt x="558" y="237"/>
                </a:lnTo>
                <a:lnTo>
                  <a:pt x="558" y="238"/>
                </a:lnTo>
                <a:lnTo>
                  <a:pt x="559" y="238"/>
                </a:lnTo>
                <a:lnTo>
                  <a:pt x="559" y="240"/>
                </a:lnTo>
                <a:lnTo>
                  <a:pt x="559" y="241"/>
                </a:lnTo>
                <a:lnTo>
                  <a:pt x="558" y="242"/>
                </a:lnTo>
                <a:lnTo>
                  <a:pt x="557" y="243"/>
                </a:lnTo>
                <a:lnTo>
                  <a:pt x="557" y="244"/>
                </a:lnTo>
                <a:lnTo>
                  <a:pt x="557" y="245"/>
                </a:lnTo>
                <a:lnTo>
                  <a:pt x="558" y="245"/>
                </a:lnTo>
                <a:lnTo>
                  <a:pt x="558" y="244"/>
                </a:lnTo>
                <a:lnTo>
                  <a:pt x="559" y="244"/>
                </a:lnTo>
                <a:lnTo>
                  <a:pt x="560" y="244"/>
                </a:lnTo>
                <a:lnTo>
                  <a:pt x="560" y="243"/>
                </a:lnTo>
                <a:lnTo>
                  <a:pt x="561" y="243"/>
                </a:lnTo>
                <a:lnTo>
                  <a:pt x="562" y="244"/>
                </a:lnTo>
                <a:lnTo>
                  <a:pt x="562" y="245"/>
                </a:lnTo>
                <a:lnTo>
                  <a:pt x="563" y="246"/>
                </a:lnTo>
                <a:lnTo>
                  <a:pt x="564" y="246"/>
                </a:lnTo>
                <a:lnTo>
                  <a:pt x="564" y="247"/>
                </a:lnTo>
                <a:lnTo>
                  <a:pt x="565" y="247"/>
                </a:lnTo>
                <a:lnTo>
                  <a:pt x="565" y="248"/>
                </a:lnTo>
                <a:lnTo>
                  <a:pt x="566" y="247"/>
                </a:lnTo>
                <a:lnTo>
                  <a:pt x="565" y="247"/>
                </a:lnTo>
                <a:lnTo>
                  <a:pt x="566" y="247"/>
                </a:lnTo>
                <a:lnTo>
                  <a:pt x="566" y="246"/>
                </a:lnTo>
                <a:lnTo>
                  <a:pt x="568" y="246"/>
                </a:lnTo>
                <a:lnTo>
                  <a:pt x="568" y="248"/>
                </a:lnTo>
                <a:lnTo>
                  <a:pt x="568" y="249"/>
                </a:lnTo>
                <a:lnTo>
                  <a:pt x="568" y="250"/>
                </a:lnTo>
                <a:lnTo>
                  <a:pt x="569" y="252"/>
                </a:lnTo>
                <a:lnTo>
                  <a:pt x="569" y="253"/>
                </a:lnTo>
                <a:lnTo>
                  <a:pt x="569" y="254"/>
                </a:lnTo>
                <a:lnTo>
                  <a:pt x="569" y="255"/>
                </a:lnTo>
                <a:lnTo>
                  <a:pt x="568" y="255"/>
                </a:lnTo>
                <a:lnTo>
                  <a:pt x="568" y="256"/>
                </a:lnTo>
                <a:lnTo>
                  <a:pt x="567" y="256"/>
                </a:lnTo>
                <a:lnTo>
                  <a:pt x="567" y="257"/>
                </a:lnTo>
                <a:lnTo>
                  <a:pt x="569" y="258"/>
                </a:lnTo>
                <a:lnTo>
                  <a:pt x="569" y="259"/>
                </a:lnTo>
                <a:lnTo>
                  <a:pt x="570" y="259"/>
                </a:lnTo>
                <a:lnTo>
                  <a:pt x="570" y="260"/>
                </a:lnTo>
                <a:lnTo>
                  <a:pt x="569" y="261"/>
                </a:lnTo>
                <a:lnTo>
                  <a:pt x="570" y="263"/>
                </a:lnTo>
                <a:lnTo>
                  <a:pt x="570" y="262"/>
                </a:lnTo>
                <a:lnTo>
                  <a:pt x="571" y="263"/>
                </a:lnTo>
                <a:lnTo>
                  <a:pt x="572" y="264"/>
                </a:lnTo>
                <a:lnTo>
                  <a:pt x="574" y="263"/>
                </a:lnTo>
                <a:lnTo>
                  <a:pt x="574" y="262"/>
                </a:lnTo>
                <a:lnTo>
                  <a:pt x="575" y="263"/>
                </a:lnTo>
                <a:lnTo>
                  <a:pt x="576" y="263"/>
                </a:lnTo>
                <a:lnTo>
                  <a:pt x="577" y="264"/>
                </a:lnTo>
                <a:lnTo>
                  <a:pt x="578" y="264"/>
                </a:lnTo>
                <a:lnTo>
                  <a:pt x="577" y="266"/>
                </a:lnTo>
                <a:lnTo>
                  <a:pt x="577" y="267"/>
                </a:lnTo>
                <a:lnTo>
                  <a:pt x="577" y="268"/>
                </a:lnTo>
                <a:lnTo>
                  <a:pt x="578" y="268"/>
                </a:lnTo>
                <a:lnTo>
                  <a:pt x="578" y="269"/>
                </a:lnTo>
                <a:lnTo>
                  <a:pt x="577" y="269"/>
                </a:lnTo>
                <a:lnTo>
                  <a:pt x="575" y="269"/>
                </a:lnTo>
                <a:lnTo>
                  <a:pt x="574" y="269"/>
                </a:lnTo>
                <a:lnTo>
                  <a:pt x="574" y="270"/>
                </a:lnTo>
                <a:lnTo>
                  <a:pt x="573" y="270"/>
                </a:lnTo>
                <a:lnTo>
                  <a:pt x="573" y="271"/>
                </a:lnTo>
                <a:lnTo>
                  <a:pt x="572" y="272"/>
                </a:lnTo>
                <a:lnTo>
                  <a:pt x="571" y="272"/>
                </a:lnTo>
                <a:lnTo>
                  <a:pt x="569" y="272"/>
                </a:lnTo>
                <a:lnTo>
                  <a:pt x="568" y="273"/>
                </a:lnTo>
                <a:lnTo>
                  <a:pt x="567" y="273"/>
                </a:lnTo>
                <a:lnTo>
                  <a:pt x="565" y="273"/>
                </a:lnTo>
                <a:lnTo>
                  <a:pt x="565" y="274"/>
                </a:lnTo>
                <a:lnTo>
                  <a:pt x="564" y="274"/>
                </a:lnTo>
                <a:lnTo>
                  <a:pt x="563" y="274"/>
                </a:lnTo>
                <a:lnTo>
                  <a:pt x="563" y="275"/>
                </a:lnTo>
                <a:lnTo>
                  <a:pt x="562" y="275"/>
                </a:lnTo>
                <a:lnTo>
                  <a:pt x="562" y="274"/>
                </a:lnTo>
                <a:lnTo>
                  <a:pt x="561" y="274"/>
                </a:lnTo>
                <a:lnTo>
                  <a:pt x="560" y="275"/>
                </a:lnTo>
                <a:lnTo>
                  <a:pt x="559" y="275"/>
                </a:lnTo>
                <a:lnTo>
                  <a:pt x="558" y="275"/>
                </a:lnTo>
                <a:lnTo>
                  <a:pt x="558" y="276"/>
                </a:lnTo>
                <a:lnTo>
                  <a:pt x="557" y="277"/>
                </a:lnTo>
                <a:lnTo>
                  <a:pt x="556" y="277"/>
                </a:lnTo>
                <a:lnTo>
                  <a:pt x="555" y="277"/>
                </a:lnTo>
                <a:lnTo>
                  <a:pt x="554" y="277"/>
                </a:lnTo>
                <a:lnTo>
                  <a:pt x="554" y="278"/>
                </a:lnTo>
                <a:lnTo>
                  <a:pt x="553" y="278"/>
                </a:lnTo>
                <a:lnTo>
                  <a:pt x="553" y="277"/>
                </a:lnTo>
                <a:lnTo>
                  <a:pt x="552" y="277"/>
                </a:lnTo>
                <a:lnTo>
                  <a:pt x="551" y="277"/>
                </a:lnTo>
                <a:lnTo>
                  <a:pt x="550" y="278"/>
                </a:lnTo>
                <a:lnTo>
                  <a:pt x="549" y="279"/>
                </a:lnTo>
                <a:lnTo>
                  <a:pt x="549" y="280"/>
                </a:lnTo>
                <a:lnTo>
                  <a:pt x="548" y="281"/>
                </a:lnTo>
                <a:lnTo>
                  <a:pt x="548" y="283"/>
                </a:lnTo>
                <a:lnTo>
                  <a:pt x="547" y="284"/>
                </a:lnTo>
                <a:lnTo>
                  <a:pt x="547" y="285"/>
                </a:lnTo>
                <a:lnTo>
                  <a:pt x="548" y="285"/>
                </a:lnTo>
                <a:lnTo>
                  <a:pt x="548" y="284"/>
                </a:lnTo>
                <a:lnTo>
                  <a:pt x="548" y="285"/>
                </a:lnTo>
                <a:lnTo>
                  <a:pt x="549" y="285"/>
                </a:lnTo>
                <a:lnTo>
                  <a:pt x="549" y="286"/>
                </a:lnTo>
                <a:lnTo>
                  <a:pt x="549" y="287"/>
                </a:lnTo>
                <a:lnTo>
                  <a:pt x="548" y="287"/>
                </a:lnTo>
                <a:lnTo>
                  <a:pt x="548" y="286"/>
                </a:lnTo>
                <a:lnTo>
                  <a:pt x="547" y="287"/>
                </a:lnTo>
                <a:lnTo>
                  <a:pt x="547" y="286"/>
                </a:lnTo>
                <a:lnTo>
                  <a:pt x="546" y="286"/>
                </a:lnTo>
                <a:lnTo>
                  <a:pt x="545" y="287"/>
                </a:lnTo>
                <a:lnTo>
                  <a:pt x="544" y="287"/>
                </a:lnTo>
                <a:lnTo>
                  <a:pt x="541" y="287"/>
                </a:lnTo>
                <a:lnTo>
                  <a:pt x="541" y="288"/>
                </a:lnTo>
                <a:lnTo>
                  <a:pt x="540" y="288"/>
                </a:lnTo>
                <a:lnTo>
                  <a:pt x="539" y="288"/>
                </a:lnTo>
                <a:lnTo>
                  <a:pt x="539" y="289"/>
                </a:lnTo>
                <a:lnTo>
                  <a:pt x="538" y="289"/>
                </a:lnTo>
                <a:lnTo>
                  <a:pt x="538" y="290"/>
                </a:lnTo>
                <a:lnTo>
                  <a:pt x="537" y="290"/>
                </a:lnTo>
                <a:lnTo>
                  <a:pt x="537" y="291"/>
                </a:lnTo>
                <a:lnTo>
                  <a:pt x="536" y="292"/>
                </a:lnTo>
                <a:lnTo>
                  <a:pt x="535" y="292"/>
                </a:lnTo>
                <a:lnTo>
                  <a:pt x="534" y="292"/>
                </a:lnTo>
                <a:lnTo>
                  <a:pt x="533" y="293"/>
                </a:lnTo>
                <a:lnTo>
                  <a:pt x="533" y="294"/>
                </a:lnTo>
                <a:lnTo>
                  <a:pt x="532" y="294"/>
                </a:lnTo>
                <a:lnTo>
                  <a:pt x="532" y="295"/>
                </a:lnTo>
                <a:lnTo>
                  <a:pt x="532" y="296"/>
                </a:lnTo>
                <a:lnTo>
                  <a:pt x="531" y="296"/>
                </a:lnTo>
                <a:lnTo>
                  <a:pt x="531" y="297"/>
                </a:lnTo>
                <a:lnTo>
                  <a:pt x="530" y="298"/>
                </a:lnTo>
                <a:lnTo>
                  <a:pt x="530" y="300"/>
                </a:lnTo>
                <a:lnTo>
                  <a:pt x="530" y="301"/>
                </a:lnTo>
                <a:lnTo>
                  <a:pt x="529" y="301"/>
                </a:lnTo>
                <a:lnTo>
                  <a:pt x="529" y="302"/>
                </a:lnTo>
                <a:lnTo>
                  <a:pt x="529" y="303"/>
                </a:lnTo>
                <a:lnTo>
                  <a:pt x="528" y="305"/>
                </a:lnTo>
                <a:lnTo>
                  <a:pt x="528" y="306"/>
                </a:lnTo>
                <a:lnTo>
                  <a:pt x="527" y="308"/>
                </a:lnTo>
                <a:lnTo>
                  <a:pt x="526" y="310"/>
                </a:lnTo>
                <a:lnTo>
                  <a:pt x="526" y="311"/>
                </a:lnTo>
                <a:lnTo>
                  <a:pt x="526" y="312"/>
                </a:lnTo>
                <a:lnTo>
                  <a:pt x="525" y="312"/>
                </a:lnTo>
                <a:lnTo>
                  <a:pt x="525" y="313"/>
                </a:lnTo>
                <a:lnTo>
                  <a:pt x="524" y="314"/>
                </a:lnTo>
                <a:lnTo>
                  <a:pt x="524" y="315"/>
                </a:lnTo>
                <a:lnTo>
                  <a:pt x="524" y="316"/>
                </a:lnTo>
                <a:lnTo>
                  <a:pt x="523" y="318"/>
                </a:lnTo>
                <a:lnTo>
                  <a:pt x="523" y="320"/>
                </a:lnTo>
                <a:lnTo>
                  <a:pt x="524" y="320"/>
                </a:lnTo>
                <a:lnTo>
                  <a:pt x="525" y="320"/>
                </a:lnTo>
                <a:lnTo>
                  <a:pt x="526" y="321"/>
                </a:lnTo>
                <a:lnTo>
                  <a:pt x="527" y="322"/>
                </a:lnTo>
                <a:lnTo>
                  <a:pt x="527" y="323"/>
                </a:lnTo>
                <a:lnTo>
                  <a:pt x="528" y="325"/>
                </a:lnTo>
                <a:lnTo>
                  <a:pt x="527" y="326"/>
                </a:lnTo>
                <a:lnTo>
                  <a:pt x="526" y="326"/>
                </a:lnTo>
                <a:lnTo>
                  <a:pt x="526" y="327"/>
                </a:lnTo>
                <a:lnTo>
                  <a:pt x="526" y="326"/>
                </a:lnTo>
                <a:lnTo>
                  <a:pt x="527" y="326"/>
                </a:lnTo>
                <a:lnTo>
                  <a:pt x="528" y="326"/>
                </a:lnTo>
                <a:lnTo>
                  <a:pt x="528" y="327"/>
                </a:lnTo>
                <a:lnTo>
                  <a:pt x="527" y="328"/>
                </a:lnTo>
                <a:lnTo>
                  <a:pt x="526" y="328"/>
                </a:lnTo>
                <a:lnTo>
                  <a:pt x="526" y="329"/>
                </a:lnTo>
                <a:lnTo>
                  <a:pt x="526" y="330"/>
                </a:lnTo>
                <a:lnTo>
                  <a:pt x="525" y="330"/>
                </a:lnTo>
                <a:lnTo>
                  <a:pt x="525" y="331"/>
                </a:lnTo>
                <a:lnTo>
                  <a:pt x="524" y="331"/>
                </a:lnTo>
                <a:lnTo>
                  <a:pt x="525" y="331"/>
                </a:lnTo>
                <a:lnTo>
                  <a:pt x="524" y="332"/>
                </a:lnTo>
                <a:lnTo>
                  <a:pt x="523" y="332"/>
                </a:lnTo>
                <a:lnTo>
                  <a:pt x="523" y="333"/>
                </a:lnTo>
                <a:lnTo>
                  <a:pt x="522" y="333"/>
                </a:lnTo>
                <a:lnTo>
                  <a:pt x="521" y="333"/>
                </a:lnTo>
                <a:lnTo>
                  <a:pt x="520" y="333"/>
                </a:lnTo>
                <a:lnTo>
                  <a:pt x="519" y="334"/>
                </a:lnTo>
                <a:lnTo>
                  <a:pt x="519" y="333"/>
                </a:lnTo>
                <a:lnTo>
                  <a:pt x="518" y="332"/>
                </a:lnTo>
                <a:lnTo>
                  <a:pt x="517" y="333"/>
                </a:lnTo>
                <a:lnTo>
                  <a:pt x="517" y="332"/>
                </a:lnTo>
                <a:lnTo>
                  <a:pt x="517" y="333"/>
                </a:lnTo>
                <a:lnTo>
                  <a:pt x="516" y="333"/>
                </a:lnTo>
                <a:lnTo>
                  <a:pt x="516" y="334"/>
                </a:lnTo>
                <a:lnTo>
                  <a:pt x="515" y="335"/>
                </a:lnTo>
                <a:lnTo>
                  <a:pt x="515" y="336"/>
                </a:lnTo>
                <a:lnTo>
                  <a:pt x="514" y="336"/>
                </a:lnTo>
                <a:lnTo>
                  <a:pt x="513" y="338"/>
                </a:lnTo>
                <a:lnTo>
                  <a:pt x="512" y="339"/>
                </a:lnTo>
                <a:lnTo>
                  <a:pt x="512" y="340"/>
                </a:lnTo>
                <a:lnTo>
                  <a:pt x="511" y="341"/>
                </a:lnTo>
                <a:lnTo>
                  <a:pt x="510" y="342"/>
                </a:lnTo>
                <a:lnTo>
                  <a:pt x="509" y="342"/>
                </a:lnTo>
                <a:lnTo>
                  <a:pt x="508" y="344"/>
                </a:lnTo>
                <a:lnTo>
                  <a:pt x="509" y="345"/>
                </a:lnTo>
                <a:lnTo>
                  <a:pt x="509" y="346"/>
                </a:lnTo>
                <a:lnTo>
                  <a:pt x="507" y="347"/>
                </a:lnTo>
                <a:lnTo>
                  <a:pt x="506" y="347"/>
                </a:lnTo>
                <a:lnTo>
                  <a:pt x="505" y="348"/>
                </a:lnTo>
                <a:lnTo>
                  <a:pt x="503" y="350"/>
                </a:lnTo>
                <a:lnTo>
                  <a:pt x="503" y="351"/>
                </a:lnTo>
                <a:lnTo>
                  <a:pt x="504" y="351"/>
                </a:lnTo>
                <a:lnTo>
                  <a:pt x="503" y="351"/>
                </a:lnTo>
                <a:lnTo>
                  <a:pt x="503" y="352"/>
                </a:lnTo>
                <a:lnTo>
                  <a:pt x="503" y="351"/>
                </a:lnTo>
                <a:lnTo>
                  <a:pt x="502" y="351"/>
                </a:lnTo>
                <a:lnTo>
                  <a:pt x="500" y="352"/>
                </a:lnTo>
                <a:lnTo>
                  <a:pt x="499" y="352"/>
                </a:lnTo>
                <a:lnTo>
                  <a:pt x="499" y="351"/>
                </a:lnTo>
                <a:lnTo>
                  <a:pt x="498" y="352"/>
                </a:lnTo>
                <a:lnTo>
                  <a:pt x="499" y="352"/>
                </a:lnTo>
                <a:lnTo>
                  <a:pt x="498" y="352"/>
                </a:lnTo>
                <a:lnTo>
                  <a:pt x="498" y="353"/>
                </a:lnTo>
                <a:lnTo>
                  <a:pt x="497" y="354"/>
                </a:lnTo>
                <a:lnTo>
                  <a:pt x="496" y="354"/>
                </a:lnTo>
                <a:lnTo>
                  <a:pt x="495" y="355"/>
                </a:lnTo>
                <a:lnTo>
                  <a:pt x="494" y="356"/>
                </a:lnTo>
                <a:lnTo>
                  <a:pt x="493" y="357"/>
                </a:lnTo>
                <a:lnTo>
                  <a:pt x="492" y="357"/>
                </a:lnTo>
                <a:lnTo>
                  <a:pt x="491" y="358"/>
                </a:lnTo>
                <a:lnTo>
                  <a:pt x="490" y="358"/>
                </a:lnTo>
                <a:lnTo>
                  <a:pt x="490" y="357"/>
                </a:lnTo>
                <a:lnTo>
                  <a:pt x="491" y="355"/>
                </a:lnTo>
                <a:lnTo>
                  <a:pt x="492" y="354"/>
                </a:lnTo>
                <a:lnTo>
                  <a:pt x="495" y="353"/>
                </a:lnTo>
                <a:lnTo>
                  <a:pt x="496" y="352"/>
                </a:lnTo>
                <a:lnTo>
                  <a:pt x="497" y="351"/>
                </a:lnTo>
                <a:lnTo>
                  <a:pt x="498" y="351"/>
                </a:lnTo>
                <a:lnTo>
                  <a:pt x="499" y="351"/>
                </a:lnTo>
                <a:lnTo>
                  <a:pt x="499" y="350"/>
                </a:lnTo>
                <a:lnTo>
                  <a:pt x="497" y="351"/>
                </a:lnTo>
                <a:lnTo>
                  <a:pt x="496" y="351"/>
                </a:lnTo>
                <a:lnTo>
                  <a:pt x="495" y="351"/>
                </a:lnTo>
                <a:lnTo>
                  <a:pt x="494" y="352"/>
                </a:lnTo>
                <a:lnTo>
                  <a:pt x="494" y="351"/>
                </a:lnTo>
                <a:lnTo>
                  <a:pt x="494" y="352"/>
                </a:lnTo>
                <a:lnTo>
                  <a:pt x="492" y="352"/>
                </a:lnTo>
                <a:lnTo>
                  <a:pt x="492" y="353"/>
                </a:lnTo>
                <a:lnTo>
                  <a:pt x="491" y="353"/>
                </a:lnTo>
                <a:lnTo>
                  <a:pt x="490" y="353"/>
                </a:lnTo>
                <a:lnTo>
                  <a:pt x="489" y="354"/>
                </a:lnTo>
                <a:lnTo>
                  <a:pt x="488" y="354"/>
                </a:lnTo>
                <a:lnTo>
                  <a:pt x="488" y="353"/>
                </a:lnTo>
                <a:lnTo>
                  <a:pt x="487" y="353"/>
                </a:lnTo>
                <a:lnTo>
                  <a:pt x="487" y="352"/>
                </a:lnTo>
                <a:lnTo>
                  <a:pt x="488" y="352"/>
                </a:lnTo>
                <a:lnTo>
                  <a:pt x="488" y="351"/>
                </a:lnTo>
                <a:lnTo>
                  <a:pt x="487" y="351"/>
                </a:lnTo>
                <a:lnTo>
                  <a:pt x="487" y="350"/>
                </a:lnTo>
                <a:lnTo>
                  <a:pt x="487" y="349"/>
                </a:lnTo>
                <a:lnTo>
                  <a:pt x="487" y="348"/>
                </a:lnTo>
                <a:lnTo>
                  <a:pt x="487" y="351"/>
                </a:lnTo>
                <a:lnTo>
                  <a:pt x="488" y="351"/>
                </a:lnTo>
                <a:lnTo>
                  <a:pt x="488" y="352"/>
                </a:lnTo>
                <a:lnTo>
                  <a:pt x="487" y="351"/>
                </a:lnTo>
                <a:lnTo>
                  <a:pt x="487" y="352"/>
                </a:lnTo>
                <a:lnTo>
                  <a:pt x="487" y="353"/>
                </a:lnTo>
                <a:lnTo>
                  <a:pt x="486" y="353"/>
                </a:lnTo>
                <a:lnTo>
                  <a:pt x="486" y="354"/>
                </a:lnTo>
                <a:lnTo>
                  <a:pt x="485" y="354"/>
                </a:lnTo>
                <a:lnTo>
                  <a:pt x="484" y="354"/>
                </a:lnTo>
                <a:lnTo>
                  <a:pt x="483" y="355"/>
                </a:lnTo>
                <a:lnTo>
                  <a:pt x="483" y="356"/>
                </a:lnTo>
                <a:lnTo>
                  <a:pt x="482" y="356"/>
                </a:lnTo>
                <a:lnTo>
                  <a:pt x="481" y="356"/>
                </a:lnTo>
                <a:lnTo>
                  <a:pt x="480" y="356"/>
                </a:lnTo>
                <a:lnTo>
                  <a:pt x="478" y="356"/>
                </a:lnTo>
                <a:lnTo>
                  <a:pt x="475" y="356"/>
                </a:lnTo>
                <a:lnTo>
                  <a:pt x="474" y="355"/>
                </a:lnTo>
                <a:lnTo>
                  <a:pt x="473" y="356"/>
                </a:lnTo>
                <a:lnTo>
                  <a:pt x="473" y="355"/>
                </a:lnTo>
                <a:lnTo>
                  <a:pt x="472" y="355"/>
                </a:lnTo>
                <a:lnTo>
                  <a:pt x="471" y="354"/>
                </a:lnTo>
                <a:lnTo>
                  <a:pt x="470" y="354"/>
                </a:lnTo>
                <a:lnTo>
                  <a:pt x="469" y="354"/>
                </a:lnTo>
                <a:lnTo>
                  <a:pt x="467" y="354"/>
                </a:lnTo>
                <a:lnTo>
                  <a:pt x="466" y="354"/>
                </a:lnTo>
                <a:lnTo>
                  <a:pt x="465" y="354"/>
                </a:lnTo>
                <a:lnTo>
                  <a:pt x="466" y="354"/>
                </a:lnTo>
                <a:lnTo>
                  <a:pt x="465" y="354"/>
                </a:lnTo>
                <a:lnTo>
                  <a:pt x="464" y="354"/>
                </a:lnTo>
                <a:lnTo>
                  <a:pt x="463" y="355"/>
                </a:lnTo>
                <a:lnTo>
                  <a:pt x="462" y="355"/>
                </a:lnTo>
                <a:lnTo>
                  <a:pt x="461" y="355"/>
                </a:lnTo>
                <a:lnTo>
                  <a:pt x="460" y="355"/>
                </a:lnTo>
                <a:lnTo>
                  <a:pt x="459" y="355"/>
                </a:lnTo>
                <a:lnTo>
                  <a:pt x="458" y="354"/>
                </a:lnTo>
                <a:lnTo>
                  <a:pt x="458" y="355"/>
                </a:lnTo>
                <a:lnTo>
                  <a:pt x="459" y="355"/>
                </a:lnTo>
                <a:lnTo>
                  <a:pt x="460" y="356"/>
                </a:lnTo>
                <a:lnTo>
                  <a:pt x="462" y="358"/>
                </a:lnTo>
                <a:lnTo>
                  <a:pt x="462" y="359"/>
                </a:lnTo>
                <a:lnTo>
                  <a:pt x="461" y="359"/>
                </a:lnTo>
                <a:lnTo>
                  <a:pt x="460" y="359"/>
                </a:lnTo>
                <a:lnTo>
                  <a:pt x="458" y="358"/>
                </a:lnTo>
                <a:lnTo>
                  <a:pt x="458" y="359"/>
                </a:lnTo>
                <a:lnTo>
                  <a:pt x="459" y="359"/>
                </a:lnTo>
                <a:lnTo>
                  <a:pt x="459" y="360"/>
                </a:lnTo>
                <a:lnTo>
                  <a:pt x="459" y="361"/>
                </a:lnTo>
                <a:lnTo>
                  <a:pt x="455" y="359"/>
                </a:lnTo>
                <a:lnTo>
                  <a:pt x="455" y="360"/>
                </a:lnTo>
                <a:lnTo>
                  <a:pt x="456" y="361"/>
                </a:lnTo>
                <a:lnTo>
                  <a:pt x="456" y="362"/>
                </a:lnTo>
                <a:lnTo>
                  <a:pt x="455" y="362"/>
                </a:lnTo>
                <a:lnTo>
                  <a:pt x="453" y="361"/>
                </a:lnTo>
                <a:lnTo>
                  <a:pt x="452" y="361"/>
                </a:lnTo>
                <a:lnTo>
                  <a:pt x="452" y="362"/>
                </a:lnTo>
                <a:lnTo>
                  <a:pt x="453" y="362"/>
                </a:lnTo>
                <a:lnTo>
                  <a:pt x="453" y="364"/>
                </a:lnTo>
                <a:lnTo>
                  <a:pt x="453" y="365"/>
                </a:lnTo>
                <a:lnTo>
                  <a:pt x="454" y="365"/>
                </a:lnTo>
                <a:lnTo>
                  <a:pt x="457" y="365"/>
                </a:lnTo>
                <a:lnTo>
                  <a:pt x="458" y="366"/>
                </a:lnTo>
                <a:lnTo>
                  <a:pt x="458" y="367"/>
                </a:lnTo>
                <a:lnTo>
                  <a:pt x="459" y="368"/>
                </a:lnTo>
                <a:lnTo>
                  <a:pt x="460" y="369"/>
                </a:lnTo>
                <a:lnTo>
                  <a:pt x="460" y="370"/>
                </a:lnTo>
                <a:lnTo>
                  <a:pt x="461" y="371"/>
                </a:lnTo>
                <a:lnTo>
                  <a:pt x="462" y="370"/>
                </a:lnTo>
                <a:lnTo>
                  <a:pt x="463" y="369"/>
                </a:lnTo>
                <a:lnTo>
                  <a:pt x="465" y="367"/>
                </a:lnTo>
                <a:lnTo>
                  <a:pt x="466" y="366"/>
                </a:lnTo>
                <a:lnTo>
                  <a:pt x="467" y="365"/>
                </a:lnTo>
                <a:lnTo>
                  <a:pt x="466" y="364"/>
                </a:lnTo>
                <a:lnTo>
                  <a:pt x="466" y="363"/>
                </a:lnTo>
                <a:lnTo>
                  <a:pt x="467" y="362"/>
                </a:lnTo>
                <a:lnTo>
                  <a:pt x="468" y="364"/>
                </a:lnTo>
                <a:lnTo>
                  <a:pt x="468" y="365"/>
                </a:lnTo>
                <a:lnTo>
                  <a:pt x="467" y="368"/>
                </a:lnTo>
                <a:lnTo>
                  <a:pt x="465" y="370"/>
                </a:lnTo>
                <a:lnTo>
                  <a:pt x="464" y="372"/>
                </a:lnTo>
                <a:lnTo>
                  <a:pt x="464" y="373"/>
                </a:lnTo>
                <a:lnTo>
                  <a:pt x="463" y="373"/>
                </a:lnTo>
                <a:lnTo>
                  <a:pt x="461" y="375"/>
                </a:lnTo>
                <a:lnTo>
                  <a:pt x="460" y="376"/>
                </a:lnTo>
                <a:lnTo>
                  <a:pt x="456" y="378"/>
                </a:lnTo>
                <a:lnTo>
                  <a:pt x="455" y="378"/>
                </a:lnTo>
                <a:lnTo>
                  <a:pt x="453" y="376"/>
                </a:lnTo>
                <a:lnTo>
                  <a:pt x="454" y="376"/>
                </a:lnTo>
                <a:lnTo>
                  <a:pt x="454" y="375"/>
                </a:lnTo>
                <a:lnTo>
                  <a:pt x="452" y="373"/>
                </a:lnTo>
                <a:lnTo>
                  <a:pt x="452" y="369"/>
                </a:lnTo>
                <a:lnTo>
                  <a:pt x="452" y="368"/>
                </a:lnTo>
                <a:lnTo>
                  <a:pt x="451" y="368"/>
                </a:lnTo>
                <a:lnTo>
                  <a:pt x="451" y="369"/>
                </a:lnTo>
                <a:lnTo>
                  <a:pt x="451" y="375"/>
                </a:lnTo>
                <a:lnTo>
                  <a:pt x="450" y="375"/>
                </a:lnTo>
                <a:lnTo>
                  <a:pt x="450" y="374"/>
                </a:lnTo>
                <a:lnTo>
                  <a:pt x="449" y="374"/>
                </a:lnTo>
                <a:lnTo>
                  <a:pt x="448" y="374"/>
                </a:lnTo>
                <a:lnTo>
                  <a:pt x="448" y="369"/>
                </a:lnTo>
                <a:lnTo>
                  <a:pt x="449" y="368"/>
                </a:lnTo>
                <a:lnTo>
                  <a:pt x="449" y="367"/>
                </a:lnTo>
                <a:lnTo>
                  <a:pt x="450" y="367"/>
                </a:lnTo>
                <a:lnTo>
                  <a:pt x="451" y="366"/>
                </a:lnTo>
                <a:lnTo>
                  <a:pt x="452" y="366"/>
                </a:lnTo>
                <a:lnTo>
                  <a:pt x="453" y="365"/>
                </a:lnTo>
                <a:lnTo>
                  <a:pt x="453" y="364"/>
                </a:lnTo>
                <a:lnTo>
                  <a:pt x="452" y="365"/>
                </a:lnTo>
                <a:lnTo>
                  <a:pt x="449" y="366"/>
                </a:lnTo>
                <a:lnTo>
                  <a:pt x="448" y="367"/>
                </a:lnTo>
                <a:lnTo>
                  <a:pt x="447" y="368"/>
                </a:lnTo>
                <a:lnTo>
                  <a:pt x="446" y="369"/>
                </a:lnTo>
                <a:lnTo>
                  <a:pt x="446" y="373"/>
                </a:lnTo>
                <a:lnTo>
                  <a:pt x="444" y="372"/>
                </a:lnTo>
                <a:lnTo>
                  <a:pt x="444" y="367"/>
                </a:lnTo>
                <a:lnTo>
                  <a:pt x="443" y="366"/>
                </a:lnTo>
                <a:lnTo>
                  <a:pt x="442" y="367"/>
                </a:lnTo>
                <a:lnTo>
                  <a:pt x="441" y="368"/>
                </a:lnTo>
                <a:lnTo>
                  <a:pt x="441" y="367"/>
                </a:lnTo>
                <a:lnTo>
                  <a:pt x="440" y="367"/>
                </a:lnTo>
                <a:lnTo>
                  <a:pt x="439" y="367"/>
                </a:lnTo>
                <a:lnTo>
                  <a:pt x="438" y="367"/>
                </a:lnTo>
                <a:lnTo>
                  <a:pt x="438" y="366"/>
                </a:lnTo>
                <a:lnTo>
                  <a:pt x="437" y="365"/>
                </a:lnTo>
                <a:lnTo>
                  <a:pt x="437" y="366"/>
                </a:lnTo>
                <a:lnTo>
                  <a:pt x="436" y="366"/>
                </a:lnTo>
                <a:lnTo>
                  <a:pt x="435" y="366"/>
                </a:lnTo>
                <a:lnTo>
                  <a:pt x="435" y="365"/>
                </a:lnTo>
                <a:lnTo>
                  <a:pt x="435" y="366"/>
                </a:lnTo>
                <a:lnTo>
                  <a:pt x="434" y="366"/>
                </a:lnTo>
                <a:lnTo>
                  <a:pt x="433" y="366"/>
                </a:lnTo>
                <a:lnTo>
                  <a:pt x="432" y="365"/>
                </a:lnTo>
                <a:lnTo>
                  <a:pt x="431" y="364"/>
                </a:lnTo>
                <a:lnTo>
                  <a:pt x="429" y="363"/>
                </a:lnTo>
                <a:lnTo>
                  <a:pt x="428" y="362"/>
                </a:lnTo>
                <a:lnTo>
                  <a:pt x="427" y="360"/>
                </a:lnTo>
                <a:lnTo>
                  <a:pt x="427" y="359"/>
                </a:lnTo>
                <a:lnTo>
                  <a:pt x="426" y="358"/>
                </a:lnTo>
                <a:lnTo>
                  <a:pt x="426" y="357"/>
                </a:lnTo>
                <a:lnTo>
                  <a:pt x="425" y="356"/>
                </a:lnTo>
                <a:lnTo>
                  <a:pt x="425" y="355"/>
                </a:lnTo>
                <a:lnTo>
                  <a:pt x="424" y="355"/>
                </a:lnTo>
                <a:lnTo>
                  <a:pt x="424" y="354"/>
                </a:lnTo>
                <a:lnTo>
                  <a:pt x="423" y="353"/>
                </a:lnTo>
                <a:lnTo>
                  <a:pt x="422" y="352"/>
                </a:lnTo>
                <a:lnTo>
                  <a:pt x="421" y="352"/>
                </a:lnTo>
                <a:lnTo>
                  <a:pt x="422" y="351"/>
                </a:lnTo>
                <a:lnTo>
                  <a:pt x="421" y="350"/>
                </a:lnTo>
                <a:lnTo>
                  <a:pt x="419" y="350"/>
                </a:lnTo>
                <a:lnTo>
                  <a:pt x="419" y="349"/>
                </a:lnTo>
                <a:lnTo>
                  <a:pt x="417" y="348"/>
                </a:lnTo>
                <a:lnTo>
                  <a:pt x="416" y="348"/>
                </a:lnTo>
                <a:lnTo>
                  <a:pt x="416" y="347"/>
                </a:lnTo>
                <a:lnTo>
                  <a:pt x="416" y="348"/>
                </a:lnTo>
                <a:lnTo>
                  <a:pt x="415" y="348"/>
                </a:lnTo>
                <a:lnTo>
                  <a:pt x="414" y="348"/>
                </a:lnTo>
                <a:lnTo>
                  <a:pt x="413" y="348"/>
                </a:lnTo>
                <a:lnTo>
                  <a:pt x="413" y="346"/>
                </a:lnTo>
                <a:lnTo>
                  <a:pt x="414" y="346"/>
                </a:lnTo>
                <a:lnTo>
                  <a:pt x="415" y="346"/>
                </a:lnTo>
                <a:lnTo>
                  <a:pt x="415" y="344"/>
                </a:lnTo>
                <a:lnTo>
                  <a:pt x="414" y="343"/>
                </a:lnTo>
                <a:lnTo>
                  <a:pt x="413" y="343"/>
                </a:lnTo>
                <a:lnTo>
                  <a:pt x="413" y="342"/>
                </a:lnTo>
                <a:lnTo>
                  <a:pt x="412" y="342"/>
                </a:lnTo>
                <a:lnTo>
                  <a:pt x="412" y="341"/>
                </a:lnTo>
                <a:lnTo>
                  <a:pt x="412" y="340"/>
                </a:lnTo>
                <a:lnTo>
                  <a:pt x="411" y="340"/>
                </a:lnTo>
                <a:lnTo>
                  <a:pt x="411" y="341"/>
                </a:lnTo>
                <a:lnTo>
                  <a:pt x="410" y="340"/>
                </a:lnTo>
                <a:lnTo>
                  <a:pt x="409" y="340"/>
                </a:lnTo>
                <a:lnTo>
                  <a:pt x="408" y="339"/>
                </a:lnTo>
                <a:lnTo>
                  <a:pt x="407" y="339"/>
                </a:lnTo>
                <a:lnTo>
                  <a:pt x="407" y="338"/>
                </a:lnTo>
                <a:lnTo>
                  <a:pt x="406" y="338"/>
                </a:lnTo>
                <a:lnTo>
                  <a:pt x="405" y="338"/>
                </a:lnTo>
                <a:lnTo>
                  <a:pt x="405" y="337"/>
                </a:lnTo>
                <a:lnTo>
                  <a:pt x="404" y="337"/>
                </a:lnTo>
                <a:lnTo>
                  <a:pt x="402" y="337"/>
                </a:lnTo>
                <a:lnTo>
                  <a:pt x="401" y="337"/>
                </a:lnTo>
                <a:lnTo>
                  <a:pt x="401" y="338"/>
                </a:lnTo>
                <a:lnTo>
                  <a:pt x="401" y="337"/>
                </a:lnTo>
                <a:lnTo>
                  <a:pt x="400" y="337"/>
                </a:lnTo>
                <a:lnTo>
                  <a:pt x="400" y="336"/>
                </a:lnTo>
                <a:lnTo>
                  <a:pt x="399" y="336"/>
                </a:lnTo>
                <a:lnTo>
                  <a:pt x="398" y="336"/>
                </a:lnTo>
                <a:lnTo>
                  <a:pt x="397" y="336"/>
                </a:lnTo>
                <a:lnTo>
                  <a:pt x="396" y="336"/>
                </a:lnTo>
                <a:lnTo>
                  <a:pt x="395" y="336"/>
                </a:lnTo>
                <a:lnTo>
                  <a:pt x="395" y="335"/>
                </a:lnTo>
                <a:lnTo>
                  <a:pt x="396" y="335"/>
                </a:lnTo>
                <a:lnTo>
                  <a:pt x="396" y="334"/>
                </a:lnTo>
                <a:lnTo>
                  <a:pt x="397" y="333"/>
                </a:lnTo>
                <a:lnTo>
                  <a:pt x="396" y="332"/>
                </a:lnTo>
                <a:lnTo>
                  <a:pt x="396" y="333"/>
                </a:lnTo>
                <a:lnTo>
                  <a:pt x="395" y="334"/>
                </a:lnTo>
                <a:lnTo>
                  <a:pt x="394" y="334"/>
                </a:lnTo>
                <a:lnTo>
                  <a:pt x="394" y="333"/>
                </a:lnTo>
                <a:lnTo>
                  <a:pt x="393" y="334"/>
                </a:lnTo>
                <a:lnTo>
                  <a:pt x="392" y="334"/>
                </a:lnTo>
                <a:lnTo>
                  <a:pt x="392" y="333"/>
                </a:lnTo>
                <a:lnTo>
                  <a:pt x="392" y="332"/>
                </a:lnTo>
                <a:lnTo>
                  <a:pt x="393" y="332"/>
                </a:lnTo>
                <a:lnTo>
                  <a:pt x="393" y="331"/>
                </a:lnTo>
                <a:lnTo>
                  <a:pt x="395" y="331"/>
                </a:lnTo>
                <a:lnTo>
                  <a:pt x="396" y="331"/>
                </a:lnTo>
                <a:lnTo>
                  <a:pt x="397" y="332"/>
                </a:lnTo>
                <a:lnTo>
                  <a:pt x="397" y="331"/>
                </a:lnTo>
                <a:lnTo>
                  <a:pt x="398" y="331"/>
                </a:lnTo>
                <a:lnTo>
                  <a:pt x="397" y="331"/>
                </a:lnTo>
                <a:lnTo>
                  <a:pt x="397" y="330"/>
                </a:lnTo>
                <a:lnTo>
                  <a:pt x="397" y="329"/>
                </a:lnTo>
                <a:lnTo>
                  <a:pt x="396" y="329"/>
                </a:lnTo>
                <a:lnTo>
                  <a:pt x="396" y="328"/>
                </a:lnTo>
                <a:lnTo>
                  <a:pt x="397" y="328"/>
                </a:lnTo>
                <a:lnTo>
                  <a:pt x="398" y="328"/>
                </a:lnTo>
                <a:lnTo>
                  <a:pt x="398" y="323"/>
                </a:lnTo>
                <a:lnTo>
                  <a:pt x="399" y="322"/>
                </a:lnTo>
                <a:lnTo>
                  <a:pt x="400" y="322"/>
                </a:lnTo>
                <a:lnTo>
                  <a:pt x="400" y="321"/>
                </a:lnTo>
                <a:lnTo>
                  <a:pt x="401" y="321"/>
                </a:lnTo>
                <a:lnTo>
                  <a:pt x="400" y="321"/>
                </a:lnTo>
                <a:lnTo>
                  <a:pt x="400" y="320"/>
                </a:lnTo>
                <a:lnTo>
                  <a:pt x="400" y="319"/>
                </a:lnTo>
                <a:lnTo>
                  <a:pt x="400" y="318"/>
                </a:lnTo>
                <a:lnTo>
                  <a:pt x="401" y="318"/>
                </a:lnTo>
                <a:lnTo>
                  <a:pt x="402" y="317"/>
                </a:lnTo>
                <a:lnTo>
                  <a:pt x="402" y="316"/>
                </a:lnTo>
                <a:lnTo>
                  <a:pt x="401" y="316"/>
                </a:lnTo>
                <a:lnTo>
                  <a:pt x="401" y="315"/>
                </a:lnTo>
                <a:lnTo>
                  <a:pt x="402" y="314"/>
                </a:lnTo>
                <a:lnTo>
                  <a:pt x="402" y="313"/>
                </a:lnTo>
                <a:lnTo>
                  <a:pt x="403" y="312"/>
                </a:lnTo>
                <a:lnTo>
                  <a:pt x="404" y="311"/>
                </a:lnTo>
                <a:lnTo>
                  <a:pt x="403" y="311"/>
                </a:lnTo>
                <a:lnTo>
                  <a:pt x="402" y="311"/>
                </a:lnTo>
                <a:lnTo>
                  <a:pt x="402" y="310"/>
                </a:lnTo>
                <a:lnTo>
                  <a:pt x="401" y="310"/>
                </a:lnTo>
                <a:lnTo>
                  <a:pt x="401" y="309"/>
                </a:lnTo>
                <a:lnTo>
                  <a:pt x="401" y="310"/>
                </a:lnTo>
                <a:lnTo>
                  <a:pt x="400" y="309"/>
                </a:lnTo>
                <a:lnTo>
                  <a:pt x="399" y="310"/>
                </a:lnTo>
                <a:lnTo>
                  <a:pt x="399" y="309"/>
                </a:lnTo>
                <a:lnTo>
                  <a:pt x="398" y="309"/>
                </a:lnTo>
                <a:lnTo>
                  <a:pt x="398" y="308"/>
                </a:lnTo>
                <a:lnTo>
                  <a:pt x="397" y="309"/>
                </a:lnTo>
                <a:lnTo>
                  <a:pt x="396" y="309"/>
                </a:lnTo>
                <a:lnTo>
                  <a:pt x="396" y="310"/>
                </a:lnTo>
                <a:lnTo>
                  <a:pt x="396" y="309"/>
                </a:lnTo>
                <a:lnTo>
                  <a:pt x="395" y="310"/>
                </a:lnTo>
                <a:lnTo>
                  <a:pt x="394" y="310"/>
                </a:lnTo>
                <a:lnTo>
                  <a:pt x="394" y="309"/>
                </a:lnTo>
                <a:lnTo>
                  <a:pt x="393" y="309"/>
                </a:lnTo>
                <a:lnTo>
                  <a:pt x="392" y="309"/>
                </a:lnTo>
                <a:lnTo>
                  <a:pt x="392" y="308"/>
                </a:lnTo>
                <a:lnTo>
                  <a:pt x="391" y="308"/>
                </a:lnTo>
                <a:lnTo>
                  <a:pt x="391" y="309"/>
                </a:lnTo>
                <a:lnTo>
                  <a:pt x="390" y="309"/>
                </a:lnTo>
                <a:lnTo>
                  <a:pt x="389" y="309"/>
                </a:lnTo>
                <a:lnTo>
                  <a:pt x="388" y="309"/>
                </a:lnTo>
                <a:lnTo>
                  <a:pt x="387" y="310"/>
                </a:lnTo>
                <a:lnTo>
                  <a:pt x="387" y="309"/>
                </a:lnTo>
                <a:lnTo>
                  <a:pt x="387" y="310"/>
                </a:lnTo>
                <a:lnTo>
                  <a:pt x="387" y="311"/>
                </a:lnTo>
                <a:lnTo>
                  <a:pt x="386" y="311"/>
                </a:lnTo>
                <a:lnTo>
                  <a:pt x="386" y="312"/>
                </a:lnTo>
                <a:lnTo>
                  <a:pt x="386" y="313"/>
                </a:lnTo>
                <a:lnTo>
                  <a:pt x="387" y="314"/>
                </a:lnTo>
                <a:lnTo>
                  <a:pt x="386" y="314"/>
                </a:lnTo>
                <a:lnTo>
                  <a:pt x="386" y="315"/>
                </a:lnTo>
                <a:lnTo>
                  <a:pt x="385" y="315"/>
                </a:lnTo>
                <a:lnTo>
                  <a:pt x="384" y="316"/>
                </a:lnTo>
                <a:lnTo>
                  <a:pt x="384" y="315"/>
                </a:lnTo>
                <a:lnTo>
                  <a:pt x="383" y="315"/>
                </a:lnTo>
                <a:lnTo>
                  <a:pt x="383" y="314"/>
                </a:lnTo>
                <a:lnTo>
                  <a:pt x="383" y="313"/>
                </a:lnTo>
                <a:lnTo>
                  <a:pt x="382" y="313"/>
                </a:lnTo>
                <a:lnTo>
                  <a:pt x="381" y="312"/>
                </a:lnTo>
                <a:lnTo>
                  <a:pt x="382" y="312"/>
                </a:lnTo>
                <a:lnTo>
                  <a:pt x="383" y="312"/>
                </a:lnTo>
                <a:lnTo>
                  <a:pt x="383" y="311"/>
                </a:lnTo>
                <a:lnTo>
                  <a:pt x="382" y="311"/>
                </a:lnTo>
                <a:lnTo>
                  <a:pt x="382" y="310"/>
                </a:lnTo>
                <a:lnTo>
                  <a:pt x="381" y="310"/>
                </a:lnTo>
                <a:lnTo>
                  <a:pt x="380" y="310"/>
                </a:lnTo>
                <a:lnTo>
                  <a:pt x="380" y="311"/>
                </a:lnTo>
                <a:lnTo>
                  <a:pt x="379" y="311"/>
                </a:lnTo>
                <a:lnTo>
                  <a:pt x="378" y="311"/>
                </a:lnTo>
                <a:lnTo>
                  <a:pt x="378" y="310"/>
                </a:lnTo>
                <a:lnTo>
                  <a:pt x="378" y="309"/>
                </a:lnTo>
                <a:lnTo>
                  <a:pt x="377" y="309"/>
                </a:lnTo>
                <a:lnTo>
                  <a:pt x="377" y="308"/>
                </a:lnTo>
                <a:lnTo>
                  <a:pt x="376" y="308"/>
                </a:lnTo>
                <a:lnTo>
                  <a:pt x="376" y="309"/>
                </a:lnTo>
                <a:lnTo>
                  <a:pt x="375" y="309"/>
                </a:lnTo>
                <a:lnTo>
                  <a:pt x="375" y="308"/>
                </a:lnTo>
                <a:lnTo>
                  <a:pt x="376" y="308"/>
                </a:lnTo>
                <a:lnTo>
                  <a:pt x="376" y="307"/>
                </a:lnTo>
                <a:lnTo>
                  <a:pt x="377" y="307"/>
                </a:lnTo>
                <a:lnTo>
                  <a:pt x="377" y="306"/>
                </a:lnTo>
                <a:lnTo>
                  <a:pt x="378" y="306"/>
                </a:lnTo>
                <a:lnTo>
                  <a:pt x="377" y="306"/>
                </a:lnTo>
                <a:lnTo>
                  <a:pt x="378" y="306"/>
                </a:lnTo>
                <a:lnTo>
                  <a:pt x="378" y="305"/>
                </a:lnTo>
                <a:lnTo>
                  <a:pt x="378" y="304"/>
                </a:lnTo>
                <a:lnTo>
                  <a:pt x="378" y="305"/>
                </a:lnTo>
                <a:lnTo>
                  <a:pt x="379" y="305"/>
                </a:lnTo>
                <a:lnTo>
                  <a:pt x="379" y="304"/>
                </a:lnTo>
                <a:lnTo>
                  <a:pt x="379" y="303"/>
                </a:lnTo>
                <a:lnTo>
                  <a:pt x="380" y="302"/>
                </a:lnTo>
                <a:lnTo>
                  <a:pt x="379" y="302"/>
                </a:lnTo>
                <a:lnTo>
                  <a:pt x="379" y="301"/>
                </a:lnTo>
                <a:lnTo>
                  <a:pt x="378" y="301"/>
                </a:lnTo>
                <a:lnTo>
                  <a:pt x="378" y="300"/>
                </a:lnTo>
                <a:lnTo>
                  <a:pt x="378" y="299"/>
                </a:lnTo>
                <a:lnTo>
                  <a:pt x="378" y="298"/>
                </a:lnTo>
                <a:lnTo>
                  <a:pt x="377" y="298"/>
                </a:lnTo>
                <a:lnTo>
                  <a:pt x="377" y="299"/>
                </a:lnTo>
                <a:lnTo>
                  <a:pt x="377" y="298"/>
                </a:lnTo>
                <a:lnTo>
                  <a:pt x="376" y="298"/>
                </a:lnTo>
                <a:lnTo>
                  <a:pt x="375" y="298"/>
                </a:lnTo>
                <a:lnTo>
                  <a:pt x="374" y="298"/>
                </a:lnTo>
                <a:lnTo>
                  <a:pt x="373" y="297"/>
                </a:lnTo>
                <a:lnTo>
                  <a:pt x="372" y="296"/>
                </a:lnTo>
                <a:lnTo>
                  <a:pt x="371" y="296"/>
                </a:lnTo>
                <a:lnTo>
                  <a:pt x="372" y="295"/>
                </a:lnTo>
                <a:lnTo>
                  <a:pt x="372" y="294"/>
                </a:lnTo>
                <a:lnTo>
                  <a:pt x="373" y="294"/>
                </a:lnTo>
                <a:lnTo>
                  <a:pt x="373" y="295"/>
                </a:lnTo>
                <a:lnTo>
                  <a:pt x="373" y="294"/>
                </a:lnTo>
                <a:lnTo>
                  <a:pt x="373" y="293"/>
                </a:lnTo>
                <a:lnTo>
                  <a:pt x="372" y="293"/>
                </a:lnTo>
                <a:lnTo>
                  <a:pt x="371" y="293"/>
                </a:lnTo>
                <a:lnTo>
                  <a:pt x="371" y="292"/>
                </a:lnTo>
                <a:lnTo>
                  <a:pt x="370" y="293"/>
                </a:lnTo>
                <a:lnTo>
                  <a:pt x="370" y="292"/>
                </a:lnTo>
                <a:lnTo>
                  <a:pt x="369" y="292"/>
                </a:lnTo>
                <a:lnTo>
                  <a:pt x="368" y="292"/>
                </a:lnTo>
                <a:lnTo>
                  <a:pt x="369" y="292"/>
                </a:lnTo>
                <a:lnTo>
                  <a:pt x="369" y="291"/>
                </a:lnTo>
                <a:lnTo>
                  <a:pt x="369" y="290"/>
                </a:lnTo>
                <a:lnTo>
                  <a:pt x="369" y="289"/>
                </a:lnTo>
                <a:lnTo>
                  <a:pt x="370" y="289"/>
                </a:lnTo>
                <a:lnTo>
                  <a:pt x="370" y="288"/>
                </a:lnTo>
                <a:lnTo>
                  <a:pt x="370" y="287"/>
                </a:lnTo>
                <a:lnTo>
                  <a:pt x="369" y="286"/>
                </a:lnTo>
                <a:lnTo>
                  <a:pt x="368" y="285"/>
                </a:lnTo>
                <a:lnTo>
                  <a:pt x="368" y="284"/>
                </a:lnTo>
                <a:lnTo>
                  <a:pt x="369" y="284"/>
                </a:lnTo>
                <a:lnTo>
                  <a:pt x="368" y="283"/>
                </a:lnTo>
                <a:lnTo>
                  <a:pt x="367" y="281"/>
                </a:lnTo>
                <a:lnTo>
                  <a:pt x="366" y="281"/>
                </a:lnTo>
                <a:lnTo>
                  <a:pt x="366" y="279"/>
                </a:lnTo>
                <a:lnTo>
                  <a:pt x="366" y="278"/>
                </a:lnTo>
                <a:lnTo>
                  <a:pt x="365" y="279"/>
                </a:lnTo>
                <a:lnTo>
                  <a:pt x="365" y="278"/>
                </a:lnTo>
                <a:lnTo>
                  <a:pt x="365" y="277"/>
                </a:lnTo>
                <a:lnTo>
                  <a:pt x="366" y="277"/>
                </a:lnTo>
                <a:lnTo>
                  <a:pt x="366" y="276"/>
                </a:lnTo>
                <a:lnTo>
                  <a:pt x="365" y="276"/>
                </a:lnTo>
                <a:lnTo>
                  <a:pt x="366" y="276"/>
                </a:lnTo>
                <a:lnTo>
                  <a:pt x="367" y="275"/>
                </a:lnTo>
                <a:lnTo>
                  <a:pt x="366" y="275"/>
                </a:lnTo>
                <a:lnTo>
                  <a:pt x="366" y="274"/>
                </a:lnTo>
                <a:lnTo>
                  <a:pt x="365" y="274"/>
                </a:lnTo>
                <a:lnTo>
                  <a:pt x="366" y="274"/>
                </a:lnTo>
                <a:lnTo>
                  <a:pt x="366" y="273"/>
                </a:lnTo>
                <a:lnTo>
                  <a:pt x="367" y="273"/>
                </a:lnTo>
                <a:lnTo>
                  <a:pt x="367" y="272"/>
                </a:lnTo>
                <a:lnTo>
                  <a:pt x="368" y="272"/>
                </a:lnTo>
                <a:lnTo>
                  <a:pt x="367" y="272"/>
                </a:lnTo>
                <a:lnTo>
                  <a:pt x="368" y="271"/>
                </a:lnTo>
                <a:lnTo>
                  <a:pt x="369" y="270"/>
                </a:lnTo>
                <a:lnTo>
                  <a:pt x="369" y="269"/>
                </a:lnTo>
                <a:lnTo>
                  <a:pt x="368" y="269"/>
                </a:lnTo>
                <a:lnTo>
                  <a:pt x="368" y="268"/>
                </a:lnTo>
                <a:lnTo>
                  <a:pt x="369" y="268"/>
                </a:lnTo>
                <a:lnTo>
                  <a:pt x="370" y="268"/>
                </a:lnTo>
                <a:lnTo>
                  <a:pt x="370" y="269"/>
                </a:lnTo>
                <a:lnTo>
                  <a:pt x="371" y="269"/>
                </a:lnTo>
                <a:lnTo>
                  <a:pt x="371" y="268"/>
                </a:lnTo>
                <a:lnTo>
                  <a:pt x="372" y="268"/>
                </a:lnTo>
                <a:lnTo>
                  <a:pt x="373" y="268"/>
                </a:lnTo>
                <a:lnTo>
                  <a:pt x="374" y="269"/>
                </a:lnTo>
                <a:lnTo>
                  <a:pt x="374" y="270"/>
                </a:lnTo>
                <a:lnTo>
                  <a:pt x="375" y="270"/>
                </a:lnTo>
                <a:lnTo>
                  <a:pt x="375" y="271"/>
                </a:lnTo>
                <a:lnTo>
                  <a:pt x="376" y="271"/>
                </a:lnTo>
                <a:lnTo>
                  <a:pt x="377" y="271"/>
                </a:lnTo>
                <a:lnTo>
                  <a:pt x="377" y="270"/>
                </a:lnTo>
                <a:lnTo>
                  <a:pt x="378" y="270"/>
                </a:lnTo>
                <a:lnTo>
                  <a:pt x="378" y="271"/>
                </a:lnTo>
                <a:lnTo>
                  <a:pt x="379" y="271"/>
                </a:lnTo>
                <a:lnTo>
                  <a:pt x="380" y="271"/>
                </a:lnTo>
                <a:lnTo>
                  <a:pt x="381" y="270"/>
                </a:lnTo>
                <a:lnTo>
                  <a:pt x="382" y="269"/>
                </a:lnTo>
                <a:lnTo>
                  <a:pt x="383" y="269"/>
                </a:lnTo>
                <a:lnTo>
                  <a:pt x="384" y="270"/>
                </a:lnTo>
                <a:lnTo>
                  <a:pt x="385" y="270"/>
                </a:lnTo>
                <a:lnTo>
                  <a:pt x="385" y="271"/>
                </a:lnTo>
                <a:lnTo>
                  <a:pt x="386" y="271"/>
                </a:lnTo>
                <a:lnTo>
                  <a:pt x="386" y="270"/>
                </a:lnTo>
                <a:lnTo>
                  <a:pt x="387" y="271"/>
                </a:lnTo>
                <a:lnTo>
                  <a:pt x="388" y="271"/>
                </a:lnTo>
                <a:lnTo>
                  <a:pt x="388" y="270"/>
                </a:lnTo>
                <a:lnTo>
                  <a:pt x="390" y="271"/>
                </a:lnTo>
                <a:lnTo>
                  <a:pt x="390" y="270"/>
                </a:lnTo>
                <a:lnTo>
                  <a:pt x="390" y="269"/>
                </a:lnTo>
                <a:lnTo>
                  <a:pt x="391" y="269"/>
                </a:lnTo>
                <a:lnTo>
                  <a:pt x="391" y="268"/>
                </a:lnTo>
                <a:lnTo>
                  <a:pt x="391" y="267"/>
                </a:lnTo>
                <a:lnTo>
                  <a:pt x="391" y="266"/>
                </a:lnTo>
                <a:lnTo>
                  <a:pt x="390" y="266"/>
                </a:lnTo>
                <a:lnTo>
                  <a:pt x="390" y="265"/>
                </a:lnTo>
                <a:lnTo>
                  <a:pt x="389" y="265"/>
                </a:lnTo>
                <a:lnTo>
                  <a:pt x="388" y="266"/>
                </a:lnTo>
                <a:lnTo>
                  <a:pt x="387" y="266"/>
                </a:lnTo>
                <a:lnTo>
                  <a:pt x="386" y="266"/>
                </a:lnTo>
                <a:lnTo>
                  <a:pt x="387" y="264"/>
                </a:lnTo>
                <a:lnTo>
                  <a:pt x="386" y="264"/>
                </a:lnTo>
                <a:lnTo>
                  <a:pt x="387" y="264"/>
                </a:lnTo>
                <a:lnTo>
                  <a:pt x="387" y="263"/>
                </a:lnTo>
                <a:lnTo>
                  <a:pt x="388" y="263"/>
                </a:lnTo>
                <a:lnTo>
                  <a:pt x="389" y="263"/>
                </a:lnTo>
                <a:lnTo>
                  <a:pt x="389" y="262"/>
                </a:lnTo>
                <a:lnTo>
                  <a:pt x="389" y="261"/>
                </a:lnTo>
                <a:lnTo>
                  <a:pt x="388" y="261"/>
                </a:lnTo>
                <a:lnTo>
                  <a:pt x="387" y="261"/>
                </a:lnTo>
                <a:lnTo>
                  <a:pt x="387" y="260"/>
                </a:lnTo>
                <a:lnTo>
                  <a:pt x="388" y="260"/>
                </a:lnTo>
                <a:lnTo>
                  <a:pt x="387" y="259"/>
                </a:lnTo>
                <a:lnTo>
                  <a:pt x="386" y="260"/>
                </a:lnTo>
                <a:lnTo>
                  <a:pt x="384" y="260"/>
                </a:lnTo>
                <a:lnTo>
                  <a:pt x="383" y="259"/>
                </a:lnTo>
                <a:lnTo>
                  <a:pt x="383" y="258"/>
                </a:lnTo>
                <a:lnTo>
                  <a:pt x="382" y="258"/>
                </a:lnTo>
                <a:lnTo>
                  <a:pt x="382" y="259"/>
                </a:lnTo>
                <a:lnTo>
                  <a:pt x="381" y="259"/>
                </a:lnTo>
                <a:lnTo>
                  <a:pt x="380" y="259"/>
                </a:lnTo>
                <a:lnTo>
                  <a:pt x="380" y="258"/>
                </a:lnTo>
                <a:lnTo>
                  <a:pt x="379" y="258"/>
                </a:lnTo>
                <a:lnTo>
                  <a:pt x="378" y="258"/>
                </a:lnTo>
                <a:lnTo>
                  <a:pt x="378" y="257"/>
                </a:lnTo>
                <a:lnTo>
                  <a:pt x="378" y="256"/>
                </a:lnTo>
                <a:lnTo>
                  <a:pt x="378" y="255"/>
                </a:lnTo>
                <a:lnTo>
                  <a:pt x="378" y="254"/>
                </a:lnTo>
                <a:lnTo>
                  <a:pt x="377" y="254"/>
                </a:lnTo>
                <a:lnTo>
                  <a:pt x="376" y="253"/>
                </a:lnTo>
                <a:lnTo>
                  <a:pt x="375" y="252"/>
                </a:lnTo>
                <a:lnTo>
                  <a:pt x="374" y="251"/>
                </a:lnTo>
                <a:lnTo>
                  <a:pt x="374" y="250"/>
                </a:lnTo>
                <a:lnTo>
                  <a:pt x="373" y="250"/>
                </a:lnTo>
                <a:lnTo>
                  <a:pt x="372" y="250"/>
                </a:lnTo>
                <a:lnTo>
                  <a:pt x="371" y="249"/>
                </a:lnTo>
                <a:lnTo>
                  <a:pt x="371" y="248"/>
                </a:lnTo>
                <a:lnTo>
                  <a:pt x="370" y="247"/>
                </a:lnTo>
                <a:lnTo>
                  <a:pt x="371" y="246"/>
                </a:lnTo>
                <a:lnTo>
                  <a:pt x="371" y="245"/>
                </a:lnTo>
                <a:lnTo>
                  <a:pt x="370" y="244"/>
                </a:lnTo>
                <a:lnTo>
                  <a:pt x="369" y="244"/>
                </a:lnTo>
                <a:lnTo>
                  <a:pt x="368" y="244"/>
                </a:lnTo>
                <a:lnTo>
                  <a:pt x="367" y="244"/>
                </a:lnTo>
                <a:lnTo>
                  <a:pt x="366" y="244"/>
                </a:lnTo>
                <a:lnTo>
                  <a:pt x="365" y="244"/>
                </a:lnTo>
                <a:lnTo>
                  <a:pt x="364" y="244"/>
                </a:lnTo>
                <a:lnTo>
                  <a:pt x="363" y="243"/>
                </a:lnTo>
                <a:lnTo>
                  <a:pt x="362" y="243"/>
                </a:lnTo>
                <a:lnTo>
                  <a:pt x="361" y="242"/>
                </a:lnTo>
                <a:lnTo>
                  <a:pt x="360" y="242"/>
                </a:lnTo>
                <a:lnTo>
                  <a:pt x="359" y="242"/>
                </a:lnTo>
                <a:lnTo>
                  <a:pt x="358" y="242"/>
                </a:lnTo>
                <a:lnTo>
                  <a:pt x="357" y="242"/>
                </a:lnTo>
                <a:lnTo>
                  <a:pt x="357" y="243"/>
                </a:lnTo>
                <a:lnTo>
                  <a:pt x="356" y="244"/>
                </a:lnTo>
                <a:lnTo>
                  <a:pt x="355" y="244"/>
                </a:lnTo>
                <a:lnTo>
                  <a:pt x="354" y="244"/>
                </a:lnTo>
                <a:lnTo>
                  <a:pt x="353" y="244"/>
                </a:lnTo>
                <a:lnTo>
                  <a:pt x="352" y="244"/>
                </a:lnTo>
                <a:lnTo>
                  <a:pt x="351" y="244"/>
                </a:lnTo>
                <a:lnTo>
                  <a:pt x="351" y="243"/>
                </a:lnTo>
                <a:lnTo>
                  <a:pt x="350" y="242"/>
                </a:lnTo>
                <a:lnTo>
                  <a:pt x="350" y="241"/>
                </a:lnTo>
                <a:lnTo>
                  <a:pt x="350" y="240"/>
                </a:lnTo>
                <a:lnTo>
                  <a:pt x="350" y="239"/>
                </a:lnTo>
                <a:lnTo>
                  <a:pt x="350" y="238"/>
                </a:lnTo>
                <a:lnTo>
                  <a:pt x="349" y="238"/>
                </a:lnTo>
                <a:lnTo>
                  <a:pt x="348" y="239"/>
                </a:lnTo>
                <a:lnTo>
                  <a:pt x="347" y="239"/>
                </a:lnTo>
                <a:lnTo>
                  <a:pt x="346" y="239"/>
                </a:lnTo>
                <a:lnTo>
                  <a:pt x="346" y="238"/>
                </a:lnTo>
                <a:lnTo>
                  <a:pt x="346" y="237"/>
                </a:lnTo>
                <a:lnTo>
                  <a:pt x="345" y="237"/>
                </a:lnTo>
                <a:lnTo>
                  <a:pt x="344" y="236"/>
                </a:lnTo>
                <a:lnTo>
                  <a:pt x="344" y="235"/>
                </a:lnTo>
                <a:lnTo>
                  <a:pt x="344" y="234"/>
                </a:lnTo>
                <a:lnTo>
                  <a:pt x="343" y="233"/>
                </a:lnTo>
                <a:lnTo>
                  <a:pt x="342" y="232"/>
                </a:lnTo>
                <a:lnTo>
                  <a:pt x="342" y="231"/>
                </a:lnTo>
                <a:lnTo>
                  <a:pt x="341" y="230"/>
                </a:lnTo>
                <a:lnTo>
                  <a:pt x="340" y="230"/>
                </a:lnTo>
                <a:lnTo>
                  <a:pt x="340" y="229"/>
                </a:lnTo>
                <a:lnTo>
                  <a:pt x="340" y="228"/>
                </a:lnTo>
                <a:lnTo>
                  <a:pt x="341" y="227"/>
                </a:lnTo>
                <a:lnTo>
                  <a:pt x="341" y="225"/>
                </a:lnTo>
                <a:lnTo>
                  <a:pt x="341" y="224"/>
                </a:lnTo>
                <a:lnTo>
                  <a:pt x="342" y="224"/>
                </a:lnTo>
                <a:lnTo>
                  <a:pt x="343" y="223"/>
                </a:lnTo>
                <a:lnTo>
                  <a:pt x="342" y="221"/>
                </a:lnTo>
                <a:lnTo>
                  <a:pt x="341" y="221"/>
                </a:lnTo>
                <a:lnTo>
                  <a:pt x="340" y="220"/>
                </a:lnTo>
                <a:lnTo>
                  <a:pt x="340" y="219"/>
                </a:lnTo>
                <a:lnTo>
                  <a:pt x="340" y="218"/>
                </a:lnTo>
                <a:lnTo>
                  <a:pt x="339" y="217"/>
                </a:lnTo>
                <a:lnTo>
                  <a:pt x="338" y="217"/>
                </a:lnTo>
                <a:lnTo>
                  <a:pt x="339" y="215"/>
                </a:lnTo>
                <a:lnTo>
                  <a:pt x="340" y="215"/>
                </a:lnTo>
                <a:lnTo>
                  <a:pt x="341" y="215"/>
                </a:lnTo>
                <a:lnTo>
                  <a:pt x="342" y="215"/>
                </a:lnTo>
                <a:lnTo>
                  <a:pt x="343" y="215"/>
                </a:lnTo>
                <a:lnTo>
                  <a:pt x="343" y="214"/>
                </a:lnTo>
                <a:lnTo>
                  <a:pt x="342" y="214"/>
                </a:lnTo>
                <a:lnTo>
                  <a:pt x="342" y="212"/>
                </a:lnTo>
                <a:lnTo>
                  <a:pt x="344" y="210"/>
                </a:lnTo>
                <a:lnTo>
                  <a:pt x="345" y="210"/>
                </a:lnTo>
                <a:lnTo>
                  <a:pt x="346" y="210"/>
                </a:lnTo>
                <a:lnTo>
                  <a:pt x="347" y="210"/>
                </a:lnTo>
                <a:lnTo>
                  <a:pt x="347" y="209"/>
                </a:lnTo>
                <a:lnTo>
                  <a:pt x="349" y="209"/>
                </a:lnTo>
                <a:lnTo>
                  <a:pt x="350" y="208"/>
                </a:lnTo>
                <a:lnTo>
                  <a:pt x="351" y="208"/>
                </a:lnTo>
                <a:lnTo>
                  <a:pt x="352" y="209"/>
                </a:lnTo>
                <a:lnTo>
                  <a:pt x="353" y="210"/>
                </a:lnTo>
                <a:lnTo>
                  <a:pt x="354" y="210"/>
                </a:lnTo>
                <a:lnTo>
                  <a:pt x="355" y="210"/>
                </a:lnTo>
                <a:lnTo>
                  <a:pt x="356" y="209"/>
                </a:lnTo>
                <a:lnTo>
                  <a:pt x="357" y="210"/>
                </a:lnTo>
                <a:lnTo>
                  <a:pt x="357" y="209"/>
                </a:lnTo>
                <a:lnTo>
                  <a:pt x="358" y="209"/>
                </a:lnTo>
                <a:lnTo>
                  <a:pt x="358" y="208"/>
                </a:lnTo>
                <a:lnTo>
                  <a:pt x="357" y="206"/>
                </a:lnTo>
                <a:lnTo>
                  <a:pt x="357" y="205"/>
                </a:lnTo>
                <a:lnTo>
                  <a:pt x="357" y="204"/>
                </a:lnTo>
                <a:lnTo>
                  <a:pt x="358" y="204"/>
                </a:lnTo>
                <a:lnTo>
                  <a:pt x="357" y="203"/>
                </a:lnTo>
                <a:lnTo>
                  <a:pt x="358" y="203"/>
                </a:lnTo>
                <a:lnTo>
                  <a:pt x="358" y="202"/>
                </a:lnTo>
                <a:lnTo>
                  <a:pt x="358" y="203"/>
                </a:lnTo>
                <a:lnTo>
                  <a:pt x="358" y="204"/>
                </a:lnTo>
                <a:lnTo>
                  <a:pt x="359" y="204"/>
                </a:lnTo>
                <a:lnTo>
                  <a:pt x="360" y="203"/>
                </a:lnTo>
                <a:lnTo>
                  <a:pt x="360" y="202"/>
                </a:lnTo>
                <a:lnTo>
                  <a:pt x="360" y="201"/>
                </a:lnTo>
                <a:lnTo>
                  <a:pt x="361" y="201"/>
                </a:lnTo>
                <a:lnTo>
                  <a:pt x="362" y="201"/>
                </a:lnTo>
                <a:lnTo>
                  <a:pt x="362" y="202"/>
                </a:lnTo>
                <a:lnTo>
                  <a:pt x="362" y="203"/>
                </a:lnTo>
                <a:lnTo>
                  <a:pt x="363" y="203"/>
                </a:lnTo>
                <a:lnTo>
                  <a:pt x="364" y="203"/>
                </a:lnTo>
                <a:lnTo>
                  <a:pt x="365" y="203"/>
                </a:lnTo>
                <a:lnTo>
                  <a:pt x="365" y="202"/>
                </a:lnTo>
                <a:lnTo>
                  <a:pt x="365" y="201"/>
                </a:lnTo>
                <a:lnTo>
                  <a:pt x="366" y="201"/>
                </a:lnTo>
                <a:lnTo>
                  <a:pt x="366" y="200"/>
                </a:lnTo>
                <a:lnTo>
                  <a:pt x="365" y="200"/>
                </a:lnTo>
                <a:lnTo>
                  <a:pt x="365" y="199"/>
                </a:lnTo>
                <a:lnTo>
                  <a:pt x="364" y="199"/>
                </a:lnTo>
                <a:lnTo>
                  <a:pt x="363" y="198"/>
                </a:lnTo>
                <a:lnTo>
                  <a:pt x="362" y="199"/>
                </a:lnTo>
                <a:lnTo>
                  <a:pt x="361" y="199"/>
                </a:lnTo>
                <a:lnTo>
                  <a:pt x="360" y="199"/>
                </a:lnTo>
                <a:lnTo>
                  <a:pt x="358" y="198"/>
                </a:lnTo>
                <a:lnTo>
                  <a:pt x="357" y="197"/>
                </a:lnTo>
                <a:lnTo>
                  <a:pt x="356" y="197"/>
                </a:lnTo>
                <a:lnTo>
                  <a:pt x="355" y="198"/>
                </a:lnTo>
                <a:lnTo>
                  <a:pt x="354" y="198"/>
                </a:lnTo>
                <a:lnTo>
                  <a:pt x="353" y="198"/>
                </a:lnTo>
                <a:lnTo>
                  <a:pt x="352" y="199"/>
                </a:lnTo>
                <a:lnTo>
                  <a:pt x="350" y="199"/>
                </a:lnTo>
                <a:lnTo>
                  <a:pt x="350" y="200"/>
                </a:lnTo>
                <a:lnTo>
                  <a:pt x="349" y="200"/>
                </a:lnTo>
                <a:lnTo>
                  <a:pt x="348" y="200"/>
                </a:lnTo>
                <a:lnTo>
                  <a:pt x="346" y="200"/>
                </a:lnTo>
                <a:lnTo>
                  <a:pt x="345" y="200"/>
                </a:lnTo>
                <a:lnTo>
                  <a:pt x="344" y="200"/>
                </a:lnTo>
                <a:lnTo>
                  <a:pt x="343" y="199"/>
                </a:lnTo>
                <a:lnTo>
                  <a:pt x="343" y="198"/>
                </a:lnTo>
                <a:lnTo>
                  <a:pt x="341" y="199"/>
                </a:lnTo>
                <a:lnTo>
                  <a:pt x="341" y="198"/>
                </a:lnTo>
                <a:lnTo>
                  <a:pt x="340" y="198"/>
                </a:lnTo>
                <a:lnTo>
                  <a:pt x="339" y="197"/>
                </a:lnTo>
                <a:lnTo>
                  <a:pt x="338" y="197"/>
                </a:lnTo>
                <a:lnTo>
                  <a:pt x="337" y="196"/>
                </a:lnTo>
                <a:lnTo>
                  <a:pt x="332" y="196"/>
                </a:lnTo>
                <a:lnTo>
                  <a:pt x="331" y="196"/>
                </a:lnTo>
                <a:lnTo>
                  <a:pt x="330" y="196"/>
                </a:lnTo>
                <a:lnTo>
                  <a:pt x="329" y="195"/>
                </a:lnTo>
                <a:lnTo>
                  <a:pt x="328" y="195"/>
                </a:lnTo>
                <a:lnTo>
                  <a:pt x="328" y="196"/>
                </a:lnTo>
                <a:lnTo>
                  <a:pt x="327" y="196"/>
                </a:lnTo>
                <a:lnTo>
                  <a:pt x="326" y="196"/>
                </a:lnTo>
                <a:lnTo>
                  <a:pt x="325" y="196"/>
                </a:lnTo>
                <a:lnTo>
                  <a:pt x="324" y="196"/>
                </a:lnTo>
                <a:lnTo>
                  <a:pt x="323" y="196"/>
                </a:lnTo>
                <a:lnTo>
                  <a:pt x="322" y="197"/>
                </a:lnTo>
                <a:lnTo>
                  <a:pt x="320" y="196"/>
                </a:lnTo>
                <a:lnTo>
                  <a:pt x="318" y="196"/>
                </a:lnTo>
                <a:lnTo>
                  <a:pt x="317" y="195"/>
                </a:lnTo>
                <a:lnTo>
                  <a:pt x="316" y="195"/>
                </a:lnTo>
                <a:lnTo>
                  <a:pt x="316" y="194"/>
                </a:lnTo>
                <a:lnTo>
                  <a:pt x="315" y="193"/>
                </a:lnTo>
                <a:lnTo>
                  <a:pt x="314" y="193"/>
                </a:lnTo>
                <a:lnTo>
                  <a:pt x="314" y="192"/>
                </a:lnTo>
                <a:lnTo>
                  <a:pt x="313" y="191"/>
                </a:lnTo>
                <a:lnTo>
                  <a:pt x="312" y="191"/>
                </a:lnTo>
                <a:lnTo>
                  <a:pt x="313" y="191"/>
                </a:lnTo>
                <a:lnTo>
                  <a:pt x="313" y="190"/>
                </a:lnTo>
                <a:lnTo>
                  <a:pt x="312" y="189"/>
                </a:lnTo>
                <a:lnTo>
                  <a:pt x="313" y="189"/>
                </a:lnTo>
                <a:lnTo>
                  <a:pt x="312" y="188"/>
                </a:lnTo>
                <a:lnTo>
                  <a:pt x="311" y="188"/>
                </a:lnTo>
                <a:lnTo>
                  <a:pt x="310" y="188"/>
                </a:lnTo>
                <a:lnTo>
                  <a:pt x="310" y="187"/>
                </a:lnTo>
                <a:lnTo>
                  <a:pt x="310" y="186"/>
                </a:lnTo>
                <a:lnTo>
                  <a:pt x="309" y="186"/>
                </a:lnTo>
                <a:lnTo>
                  <a:pt x="309" y="185"/>
                </a:lnTo>
                <a:lnTo>
                  <a:pt x="309" y="184"/>
                </a:lnTo>
                <a:lnTo>
                  <a:pt x="308" y="184"/>
                </a:lnTo>
                <a:lnTo>
                  <a:pt x="307" y="183"/>
                </a:lnTo>
                <a:lnTo>
                  <a:pt x="307" y="182"/>
                </a:lnTo>
                <a:lnTo>
                  <a:pt x="306" y="182"/>
                </a:lnTo>
                <a:lnTo>
                  <a:pt x="305" y="182"/>
                </a:lnTo>
                <a:lnTo>
                  <a:pt x="304" y="182"/>
                </a:lnTo>
                <a:lnTo>
                  <a:pt x="304" y="181"/>
                </a:lnTo>
                <a:lnTo>
                  <a:pt x="303" y="181"/>
                </a:lnTo>
                <a:lnTo>
                  <a:pt x="302" y="181"/>
                </a:lnTo>
                <a:lnTo>
                  <a:pt x="302" y="182"/>
                </a:lnTo>
                <a:lnTo>
                  <a:pt x="302" y="181"/>
                </a:lnTo>
                <a:lnTo>
                  <a:pt x="301" y="181"/>
                </a:lnTo>
                <a:lnTo>
                  <a:pt x="301" y="180"/>
                </a:lnTo>
                <a:lnTo>
                  <a:pt x="301" y="179"/>
                </a:lnTo>
                <a:lnTo>
                  <a:pt x="300" y="178"/>
                </a:lnTo>
                <a:lnTo>
                  <a:pt x="299" y="178"/>
                </a:lnTo>
                <a:lnTo>
                  <a:pt x="298" y="177"/>
                </a:lnTo>
                <a:lnTo>
                  <a:pt x="298" y="178"/>
                </a:lnTo>
                <a:lnTo>
                  <a:pt x="298" y="177"/>
                </a:lnTo>
                <a:lnTo>
                  <a:pt x="297" y="176"/>
                </a:lnTo>
                <a:lnTo>
                  <a:pt x="296" y="176"/>
                </a:lnTo>
                <a:lnTo>
                  <a:pt x="295" y="176"/>
                </a:lnTo>
                <a:lnTo>
                  <a:pt x="295" y="175"/>
                </a:lnTo>
                <a:lnTo>
                  <a:pt x="294" y="175"/>
                </a:lnTo>
                <a:lnTo>
                  <a:pt x="294" y="174"/>
                </a:lnTo>
                <a:lnTo>
                  <a:pt x="294" y="173"/>
                </a:lnTo>
                <a:lnTo>
                  <a:pt x="293" y="172"/>
                </a:lnTo>
                <a:lnTo>
                  <a:pt x="292" y="171"/>
                </a:lnTo>
                <a:lnTo>
                  <a:pt x="291" y="170"/>
                </a:lnTo>
                <a:lnTo>
                  <a:pt x="291" y="169"/>
                </a:lnTo>
                <a:lnTo>
                  <a:pt x="290" y="168"/>
                </a:lnTo>
                <a:lnTo>
                  <a:pt x="291" y="167"/>
                </a:lnTo>
                <a:lnTo>
                  <a:pt x="291" y="165"/>
                </a:lnTo>
                <a:lnTo>
                  <a:pt x="292" y="165"/>
                </a:lnTo>
                <a:lnTo>
                  <a:pt x="292" y="163"/>
                </a:lnTo>
                <a:lnTo>
                  <a:pt x="292" y="162"/>
                </a:lnTo>
                <a:lnTo>
                  <a:pt x="292" y="161"/>
                </a:lnTo>
                <a:lnTo>
                  <a:pt x="291" y="161"/>
                </a:lnTo>
                <a:lnTo>
                  <a:pt x="290" y="161"/>
                </a:lnTo>
                <a:lnTo>
                  <a:pt x="289" y="161"/>
                </a:lnTo>
                <a:lnTo>
                  <a:pt x="288" y="160"/>
                </a:lnTo>
                <a:lnTo>
                  <a:pt x="287" y="159"/>
                </a:lnTo>
                <a:lnTo>
                  <a:pt x="286" y="159"/>
                </a:lnTo>
                <a:lnTo>
                  <a:pt x="285" y="160"/>
                </a:lnTo>
                <a:lnTo>
                  <a:pt x="285" y="161"/>
                </a:lnTo>
                <a:lnTo>
                  <a:pt x="285" y="162"/>
                </a:lnTo>
                <a:lnTo>
                  <a:pt x="285" y="163"/>
                </a:lnTo>
                <a:lnTo>
                  <a:pt x="285" y="164"/>
                </a:lnTo>
                <a:lnTo>
                  <a:pt x="285" y="165"/>
                </a:lnTo>
                <a:lnTo>
                  <a:pt x="285" y="166"/>
                </a:lnTo>
                <a:lnTo>
                  <a:pt x="285" y="167"/>
                </a:lnTo>
                <a:lnTo>
                  <a:pt x="284" y="168"/>
                </a:lnTo>
                <a:lnTo>
                  <a:pt x="283" y="168"/>
                </a:lnTo>
                <a:lnTo>
                  <a:pt x="282" y="168"/>
                </a:lnTo>
                <a:lnTo>
                  <a:pt x="282" y="167"/>
                </a:lnTo>
                <a:lnTo>
                  <a:pt x="281" y="167"/>
                </a:lnTo>
                <a:lnTo>
                  <a:pt x="281" y="166"/>
                </a:lnTo>
                <a:lnTo>
                  <a:pt x="280" y="166"/>
                </a:lnTo>
                <a:lnTo>
                  <a:pt x="280" y="167"/>
                </a:lnTo>
                <a:lnTo>
                  <a:pt x="279" y="167"/>
                </a:lnTo>
                <a:lnTo>
                  <a:pt x="277" y="167"/>
                </a:lnTo>
                <a:lnTo>
                  <a:pt x="276" y="168"/>
                </a:lnTo>
                <a:lnTo>
                  <a:pt x="275" y="168"/>
                </a:lnTo>
                <a:lnTo>
                  <a:pt x="274" y="168"/>
                </a:lnTo>
                <a:lnTo>
                  <a:pt x="273" y="168"/>
                </a:lnTo>
                <a:lnTo>
                  <a:pt x="273" y="167"/>
                </a:lnTo>
                <a:lnTo>
                  <a:pt x="272" y="167"/>
                </a:lnTo>
                <a:lnTo>
                  <a:pt x="271" y="167"/>
                </a:lnTo>
                <a:lnTo>
                  <a:pt x="270" y="168"/>
                </a:lnTo>
                <a:lnTo>
                  <a:pt x="270" y="169"/>
                </a:lnTo>
                <a:lnTo>
                  <a:pt x="270" y="170"/>
                </a:lnTo>
                <a:lnTo>
                  <a:pt x="271" y="172"/>
                </a:lnTo>
                <a:lnTo>
                  <a:pt x="272" y="173"/>
                </a:lnTo>
                <a:lnTo>
                  <a:pt x="272" y="174"/>
                </a:lnTo>
                <a:lnTo>
                  <a:pt x="272" y="175"/>
                </a:lnTo>
                <a:lnTo>
                  <a:pt x="272" y="176"/>
                </a:lnTo>
                <a:lnTo>
                  <a:pt x="271" y="176"/>
                </a:lnTo>
                <a:lnTo>
                  <a:pt x="270" y="176"/>
                </a:lnTo>
                <a:lnTo>
                  <a:pt x="269" y="176"/>
                </a:lnTo>
                <a:lnTo>
                  <a:pt x="268" y="175"/>
                </a:lnTo>
                <a:lnTo>
                  <a:pt x="267" y="175"/>
                </a:lnTo>
                <a:lnTo>
                  <a:pt x="267" y="176"/>
                </a:lnTo>
                <a:lnTo>
                  <a:pt x="265" y="175"/>
                </a:lnTo>
                <a:lnTo>
                  <a:pt x="265" y="174"/>
                </a:lnTo>
                <a:lnTo>
                  <a:pt x="264" y="173"/>
                </a:lnTo>
                <a:lnTo>
                  <a:pt x="263" y="172"/>
                </a:lnTo>
                <a:lnTo>
                  <a:pt x="263" y="171"/>
                </a:lnTo>
                <a:lnTo>
                  <a:pt x="262" y="171"/>
                </a:lnTo>
                <a:lnTo>
                  <a:pt x="262" y="172"/>
                </a:lnTo>
                <a:lnTo>
                  <a:pt x="261" y="172"/>
                </a:lnTo>
                <a:lnTo>
                  <a:pt x="260" y="172"/>
                </a:lnTo>
                <a:lnTo>
                  <a:pt x="259" y="173"/>
                </a:lnTo>
                <a:lnTo>
                  <a:pt x="259" y="175"/>
                </a:lnTo>
                <a:lnTo>
                  <a:pt x="260" y="176"/>
                </a:lnTo>
                <a:lnTo>
                  <a:pt x="261" y="176"/>
                </a:lnTo>
                <a:lnTo>
                  <a:pt x="261" y="177"/>
                </a:lnTo>
                <a:lnTo>
                  <a:pt x="262" y="177"/>
                </a:lnTo>
                <a:lnTo>
                  <a:pt x="262" y="178"/>
                </a:lnTo>
                <a:lnTo>
                  <a:pt x="263" y="178"/>
                </a:lnTo>
                <a:lnTo>
                  <a:pt x="264" y="179"/>
                </a:lnTo>
                <a:lnTo>
                  <a:pt x="264" y="180"/>
                </a:lnTo>
                <a:lnTo>
                  <a:pt x="265" y="181"/>
                </a:lnTo>
                <a:lnTo>
                  <a:pt x="266" y="182"/>
                </a:lnTo>
                <a:lnTo>
                  <a:pt x="266" y="183"/>
                </a:lnTo>
                <a:lnTo>
                  <a:pt x="267" y="184"/>
                </a:lnTo>
                <a:lnTo>
                  <a:pt x="268" y="184"/>
                </a:lnTo>
                <a:lnTo>
                  <a:pt x="269" y="184"/>
                </a:lnTo>
                <a:lnTo>
                  <a:pt x="269" y="185"/>
                </a:lnTo>
                <a:lnTo>
                  <a:pt x="270" y="186"/>
                </a:lnTo>
                <a:lnTo>
                  <a:pt x="271" y="186"/>
                </a:lnTo>
                <a:lnTo>
                  <a:pt x="271" y="187"/>
                </a:lnTo>
                <a:lnTo>
                  <a:pt x="271" y="188"/>
                </a:lnTo>
                <a:lnTo>
                  <a:pt x="271" y="189"/>
                </a:lnTo>
                <a:lnTo>
                  <a:pt x="270" y="189"/>
                </a:lnTo>
                <a:lnTo>
                  <a:pt x="268" y="189"/>
                </a:lnTo>
                <a:lnTo>
                  <a:pt x="267" y="189"/>
                </a:lnTo>
                <a:lnTo>
                  <a:pt x="267" y="188"/>
                </a:lnTo>
                <a:lnTo>
                  <a:pt x="266" y="188"/>
                </a:lnTo>
                <a:lnTo>
                  <a:pt x="265" y="188"/>
                </a:lnTo>
                <a:lnTo>
                  <a:pt x="264" y="188"/>
                </a:lnTo>
                <a:lnTo>
                  <a:pt x="264" y="189"/>
                </a:lnTo>
                <a:lnTo>
                  <a:pt x="261" y="189"/>
                </a:lnTo>
                <a:lnTo>
                  <a:pt x="260" y="189"/>
                </a:lnTo>
                <a:lnTo>
                  <a:pt x="259" y="189"/>
                </a:lnTo>
                <a:lnTo>
                  <a:pt x="258" y="189"/>
                </a:lnTo>
                <a:lnTo>
                  <a:pt x="257" y="189"/>
                </a:lnTo>
                <a:lnTo>
                  <a:pt x="257" y="190"/>
                </a:lnTo>
                <a:lnTo>
                  <a:pt x="257" y="191"/>
                </a:lnTo>
                <a:lnTo>
                  <a:pt x="256" y="190"/>
                </a:lnTo>
                <a:lnTo>
                  <a:pt x="255" y="190"/>
                </a:lnTo>
                <a:lnTo>
                  <a:pt x="254" y="190"/>
                </a:lnTo>
                <a:lnTo>
                  <a:pt x="254" y="189"/>
                </a:lnTo>
                <a:lnTo>
                  <a:pt x="254" y="188"/>
                </a:lnTo>
                <a:lnTo>
                  <a:pt x="253" y="188"/>
                </a:lnTo>
                <a:lnTo>
                  <a:pt x="253" y="187"/>
                </a:lnTo>
                <a:lnTo>
                  <a:pt x="252" y="187"/>
                </a:lnTo>
                <a:lnTo>
                  <a:pt x="251" y="188"/>
                </a:lnTo>
                <a:lnTo>
                  <a:pt x="250" y="189"/>
                </a:lnTo>
                <a:lnTo>
                  <a:pt x="250" y="190"/>
                </a:lnTo>
                <a:lnTo>
                  <a:pt x="250" y="191"/>
                </a:lnTo>
                <a:lnTo>
                  <a:pt x="249" y="191"/>
                </a:lnTo>
                <a:lnTo>
                  <a:pt x="248" y="193"/>
                </a:lnTo>
                <a:lnTo>
                  <a:pt x="247" y="193"/>
                </a:lnTo>
                <a:lnTo>
                  <a:pt x="247" y="194"/>
                </a:lnTo>
                <a:lnTo>
                  <a:pt x="246" y="195"/>
                </a:lnTo>
                <a:lnTo>
                  <a:pt x="245" y="196"/>
                </a:lnTo>
                <a:lnTo>
                  <a:pt x="245" y="197"/>
                </a:lnTo>
                <a:lnTo>
                  <a:pt x="245" y="198"/>
                </a:lnTo>
                <a:lnTo>
                  <a:pt x="244" y="200"/>
                </a:lnTo>
                <a:lnTo>
                  <a:pt x="243" y="200"/>
                </a:lnTo>
                <a:lnTo>
                  <a:pt x="242" y="200"/>
                </a:lnTo>
                <a:lnTo>
                  <a:pt x="241" y="200"/>
                </a:lnTo>
                <a:lnTo>
                  <a:pt x="241" y="201"/>
                </a:lnTo>
                <a:lnTo>
                  <a:pt x="240" y="201"/>
                </a:lnTo>
                <a:lnTo>
                  <a:pt x="239" y="201"/>
                </a:lnTo>
                <a:lnTo>
                  <a:pt x="239" y="202"/>
                </a:lnTo>
                <a:lnTo>
                  <a:pt x="240" y="203"/>
                </a:lnTo>
                <a:lnTo>
                  <a:pt x="239" y="203"/>
                </a:lnTo>
                <a:lnTo>
                  <a:pt x="239" y="204"/>
                </a:lnTo>
                <a:lnTo>
                  <a:pt x="239" y="203"/>
                </a:lnTo>
                <a:lnTo>
                  <a:pt x="238" y="203"/>
                </a:lnTo>
                <a:lnTo>
                  <a:pt x="237" y="203"/>
                </a:lnTo>
                <a:lnTo>
                  <a:pt x="237" y="204"/>
                </a:lnTo>
                <a:lnTo>
                  <a:pt x="236" y="204"/>
                </a:lnTo>
                <a:lnTo>
                  <a:pt x="236" y="205"/>
                </a:lnTo>
                <a:lnTo>
                  <a:pt x="235" y="205"/>
                </a:lnTo>
                <a:lnTo>
                  <a:pt x="234" y="206"/>
                </a:lnTo>
                <a:lnTo>
                  <a:pt x="233" y="206"/>
                </a:lnTo>
                <a:lnTo>
                  <a:pt x="232" y="207"/>
                </a:lnTo>
                <a:lnTo>
                  <a:pt x="232" y="206"/>
                </a:lnTo>
                <a:lnTo>
                  <a:pt x="231" y="206"/>
                </a:lnTo>
                <a:lnTo>
                  <a:pt x="231" y="207"/>
                </a:lnTo>
                <a:lnTo>
                  <a:pt x="230" y="207"/>
                </a:lnTo>
                <a:lnTo>
                  <a:pt x="229" y="208"/>
                </a:lnTo>
                <a:lnTo>
                  <a:pt x="228" y="208"/>
                </a:lnTo>
                <a:lnTo>
                  <a:pt x="227" y="207"/>
                </a:lnTo>
                <a:lnTo>
                  <a:pt x="227" y="206"/>
                </a:lnTo>
                <a:lnTo>
                  <a:pt x="226" y="206"/>
                </a:lnTo>
                <a:lnTo>
                  <a:pt x="226" y="205"/>
                </a:lnTo>
                <a:lnTo>
                  <a:pt x="223" y="205"/>
                </a:lnTo>
                <a:lnTo>
                  <a:pt x="222" y="205"/>
                </a:lnTo>
                <a:lnTo>
                  <a:pt x="221" y="205"/>
                </a:lnTo>
                <a:lnTo>
                  <a:pt x="220" y="206"/>
                </a:lnTo>
                <a:lnTo>
                  <a:pt x="219" y="206"/>
                </a:lnTo>
                <a:lnTo>
                  <a:pt x="219" y="207"/>
                </a:lnTo>
                <a:lnTo>
                  <a:pt x="216" y="207"/>
                </a:lnTo>
                <a:lnTo>
                  <a:pt x="215" y="207"/>
                </a:lnTo>
                <a:lnTo>
                  <a:pt x="214" y="207"/>
                </a:lnTo>
                <a:lnTo>
                  <a:pt x="214" y="208"/>
                </a:lnTo>
                <a:lnTo>
                  <a:pt x="213" y="210"/>
                </a:lnTo>
                <a:lnTo>
                  <a:pt x="213" y="211"/>
                </a:lnTo>
                <a:lnTo>
                  <a:pt x="211" y="211"/>
                </a:lnTo>
                <a:lnTo>
                  <a:pt x="211" y="210"/>
                </a:lnTo>
                <a:lnTo>
                  <a:pt x="210" y="210"/>
                </a:lnTo>
                <a:lnTo>
                  <a:pt x="210" y="211"/>
                </a:lnTo>
                <a:lnTo>
                  <a:pt x="209" y="211"/>
                </a:lnTo>
                <a:lnTo>
                  <a:pt x="207" y="212"/>
                </a:lnTo>
                <a:lnTo>
                  <a:pt x="207" y="213"/>
                </a:lnTo>
                <a:lnTo>
                  <a:pt x="207" y="214"/>
                </a:lnTo>
                <a:lnTo>
                  <a:pt x="206" y="214"/>
                </a:lnTo>
                <a:lnTo>
                  <a:pt x="206" y="215"/>
                </a:lnTo>
                <a:lnTo>
                  <a:pt x="206" y="216"/>
                </a:lnTo>
                <a:lnTo>
                  <a:pt x="206" y="217"/>
                </a:lnTo>
                <a:lnTo>
                  <a:pt x="208" y="217"/>
                </a:lnTo>
                <a:lnTo>
                  <a:pt x="209" y="217"/>
                </a:lnTo>
                <a:lnTo>
                  <a:pt x="210" y="217"/>
                </a:lnTo>
                <a:lnTo>
                  <a:pt x="210" y="218"/>
                </a:lnTo>
                <a:lnTo>
                  <a:pt x="209" y="219"/>
                </a:lnTo>
                <a:lnTo>
                  <a:pt x="209" y="220"/>
                </a:lnTo>
                <a:lnTo>
                  <a:pt x="209" y="221"/>
                </a:lnTo>
                <a:lnTo>
                  <a:pt x="209" y="222"/>
                </a:lnTo>
                <a:lnTo>
                  <a:pt x="209" y="223"/>
                </a:lnTo>
                <a:lnTo>
                  <a:pt x="209" y="222"/>
                </a:lnTo>
                <a:lnTo>
                  <a:pt x="211" y="224"/>
                </a:lnTo>
                <a:lnTo>
                  <a:pt x="214" y="228"/>
                </a:lnTo>
                <a:lnTo>
                  <a:pt x="215" y="228"/>
                </a:lnTo>
                <a:lnTo>
                  <a:pt x="215" y="229"/>
                </a:lnTo>
                <a:lnTo>
                  <a:pt x="216" y="229"/>
                </a:lnTo>
                <a:lnTo>
                  <a:pt x="217" y="229"/>
                </a:lnTo>
                <a:lnTo>
                  <a:pt x="217" y="230"/>
                </a:lnTo>
                <a:lnTo>
                  <a:pt x="217" y="231"/>
                </a:lnTo>
                <a:lnTo>
                  <a:pt x="218" y="231"/>
                </a:lnTo>
                <a:lnTo>
                  <a:pt x="219" y="231"/>
                </a:lnTo>
                <a:lnTo>
                  <a:pt x="221" y="231"/>
                </a:lnTo>
                <a:lnTo>
                  <a:pt x="222" y="231"/>
                </a:lnTo>
                <a:lnTo>
                  <a:pt x="222" y="232"/>
                </a:lnTo>
                <a:lnTo>
                  <a:pt x="222" y="233"/>
                </a:lnTo>
                <a:lnTo>
                  <a:pt x="222" y="234"/>
                </a:lnTo>
                <a:lnTo>
                  <a:pt x="223" y="235"/>
                </a:lnTo>
                <a:lnTo>
                  <a:pt x="224" y="236"/>
                </a:lnTo>
                <a:lnTo>
                  <a:pt x="224" y="237"/>
                </a:lnTo>
                <a:lnTo>
                  <a:pt x="225" y="238"/>
                </a:lnTo>
                <a:lnTo>
                  <a:pt x="225" y="239"/>
                </a:lnTo>
                <a:lnTo>
                  <a:pt x="226" y="240"/>
                </a:lnTo>
                <a:lnTo>
                  <a:pt x="226" y="241"/>
                </a:lnTo>
                <a:lnTo>
                  <a:pt x="227" y="241"/>
                </a:lnTo>
                <a:lnTo>
                  <a:pt x="226" y="241"/>
                </a:lnTo>
                <a:lnTo>
                  <a:pt x="224" y="242"/>
                </a:lnTo>
                <a:lnTo>
                  <a:pt x="223" y="242"/>
                </a:lnTo>
                <a:lnTo>
                  <a:pt x="222" y="242"/>
                </a:lnTo>
                <a:lnTo>
                  <a:pt x="222" y="243"/>
                </a:lnTo>
                <a:lnTo>
                  <a:pt x="222" y="244"/>
                </a:lnTo>
                <a:lnTo>
                  <a:pt x="220" y="244"/>
                </a:lnTo>
                <a:lnTo>
                  <a:pt x="219" y="245"/>
                </a:lnTo>
                <a:lnTo>
                  <a:pt x="219" y="246"/>
                </a:lnTo>
                <a:lnTo>
                  <a:pt x="219" y="247"/>
                </a:lnTo>
                <a:lnTo>
                  <a:pt x="218" y="249"/>
                </a:lnTo>
                <a:lnTo>
                  <a:pt x="217" y="249"/>
                </a:lnTo>
                <a:lnTo>
                  <a:pt x="217" y="248"/>
                </a:lnTo>
                <a:lnTo>
                  <a:pt x="216" y="248"/>
                </a:lnTo>
                <a:lnTo>
                  <a:pt x="216" y="249"/>
                </a:lnTo>
                <a:lnTo>
                  <a:pt x="216" y="250"/>
                </a:lnTo>
                <a:lnTo>
                  <a:pt x="215" y="250"/>
                </a:lnTo>
                <a:lnTo>
                  <a:pt x="215" y="251"/>
                </a:lnTo>
                <a:lnTo>
                  <a:pt x="216" y="251"/>
                </a:lnTo>
                <a:lnTo>
                  <a:pt x="216" y="252"/>
                </a:lnTo>
                <a:lnTo>
                  <a:pt x="216" y="253"/>
                </a:lnTo>
                <a:lnTo>
                  <a:pt x="215" y="253"/>
                </a:lnTo>
                <a:lnTo>
                  <a:pt x="214" y="252"/>
                </a:lnTo>
                <a:lnTo>
                  <a:pt x="213" y="252"/>
                </a:lnTo>
                <a:lnTo>
                  <a:pt x="212" y="252"/>
                </a:lnTo>
                <a:lnTo>
                  <a:pt x="210" y="250"/>
                </a:lnTo>
                <a:lnTo>
                  <a:pt x="210" y="249"/>
                </a:lnTo>
                <a:lnTo>
                  <a:pt x="209" y="250"/>
                </a:lnTo>
                <a:lnTo>
                  <a:pt x="207" y="251"/>
                </a:lnTo>
                <a:lnTo>
                  <a:pt x="207" y="252"/>
                </a:lnTo>
                <a:lnTo>
                  <a:pt x="207" y="253"/>
                </a:lnTo>
                <a:lnTo>
                  <a:pt x="207" y="254"/>
                </a:lnTo>
                <a:lnTo>
                  <a:pt x="206" y="254"/>
                </a:lnTo>
                <a:lnTo>
                  <a:pt x="205" y="254"/>
                </a:lnTo>
                <a:lnTo>
                  <a:pt x="204" y="254"/>
                </a:lnTo>
                <a:lnTo>
                  <a:pt x="203" y="254"/>
                </a:lnTo>
                <a:lnTo>
                  <a:pt x="202" y="254"/>
                </a:lnTo>
                <a:lnTo>
                  <a:pt x="203" y="254"/>
                </a:lnTo>
                <a:lnTo>
                  <a:pt x="203" y="255"/>
                </a:lnTo>
                <a:lnTo>
                  <a:pt x="202" y="255"/>
                </a:lnTo>
                <a:lnTo>
                  <a:pt x="202" y="254"/>
                </a:lnTo>
                <a:lnTo>
                  <a:pt x="201" y="254"/>
                </a:lnTo>
                <a:lnTo>
                  <a:pt x="200" y="254"/>
                </a:lnTo>
                <a:lnTo>
                  <a:pt x="199" y="254"/>
                </a:lnTo>
                <a:lnTo>
                  <a:pt x="198" y="254"/>
                </a:lnTo>
                <a:lnTo>
                  <a:pt x="197" y="255"/>
                </a:lnTo>
                <a:lnTo>
                  <a:pt x="197" y="256"/>
                </a:lnTo>
                <a:lnTo>
                  <a:pt x="194" y="255"/>
                </a:lnTo>
                <a:lnTo>
                  <a:pt x="193" y="255"/>
                </a:lnTo>
                <a:lnTo>
                  <a:pt x="193" y="256"/>
                </a:lnTo>
                <a:lnTo>
                  <a:pt x="193" y="257"/>
                </a:lnTo>
                <a:lnTo>
                  <a:pt x="192" y="257"/>
                </a:lnTo>
                <a:lnTo>
                  <a:pt x="193" y="257"/>
                </a:lnTo>
                <a:lnTo>
                  <a:pt x="193" y="258"/>
                </a:lnTo>
                <a:lnTo>
                  <a:pt x="192" y="258"/>
                </a:lnTo>
                <a:lnTo>
                  <a:pt x="191" y="258"/>
                </a:lnTo>
                <a:lnTo>
                  <a:pt x="190" y="258"/>
                </a:lnTo>
                <a:lnTo>
                  <a:pt x="189" y="258"/>
                </a:lnTo>
                <a:lnTo>
                  <a:pt x="189" y="259"/>
                </a:lnTo>
                <a:lnTo>
                  <a:pt x="189" y="260"/>
                </a:lnTo>
                <a:lnTo>
                  <a:pt x="188" y="260"/>
                </a:lnTo>
                <a:lnTo>
                  <a:pt x="187" y="260"/>
                </a:lnTo>
                <a:lnTo>
                  <a:pt x="186" y="260"/>
                </a:lnTo>
                <a:lnTo>
                  <a:pt x="186" y="261"/>
                </a:lnTo>
                <a:lnTo>
                  <a:pt x="185" y="261"/>
                </a:lnTo>
                <a:lnTo>
                  <a:pt x="185" y="262"/>
                </a:lnTo>
                <a:lnTo>
                  <a:pt x="184" y="262"/>
                </a:lnTo>
                <a:lnTo>
                  <a:pt x="184" y="263"/>
                </a:lnTo>
                <a:lnTo>
                  <a:pt x="183" y="263"/>
                </a:lnTo>
                <a:lnTo>
                  <a:pt x="183" y="264"/>
                </a:lnTo>
                <a:lnTo>
                  <a:pt x="182" y="264"/>
                </a:lnTo>
                <a:lnTo>
                  <a:pt x="181" y="264"/>
                </a:lnTo>
                <a:lnTo>
                  <a:pt x="180" y="265"/>
                </a:lnTo>
                <a:lnTo>
                  <a:pt x="180" y="266"/>
                </a:lnTo>
                <a:lnTo>
                  <a:pt x="179" y="266"/>
                </a:lnTo>
                <a:lnTo>
                  <a:pt x="179" y="267"/>
                </a:lnTo>
                <a:lnTo>
                  <a:pt x="180" y="267"/>
                </a:lnTo>
                <a:lnTo>
                  <a:pt x="180" y="268"/>
                </a:lnTo>
                <a:lnTo>
                  <a:pt x="179" y="268"/>
                </a:lnTo>
                <a:lnTo>
                  <a:pt x="179" y="269"/>
                </a:lnTo>
                <a:lnTo>
                  <a:pt x="178" y="269"/>
                </a:lnTo>
                <a:lnTo>
                  <a:pt x="178" y="270"/>
                </a:lnTo>
                <a:lnTo>
                  <a:pt x="177" y="271"/>
                </a:lnTo>
                <a:lnTo>
                  <a:pt x="178" y="271"/>
                </a:lnTo>
                <a:lnTo>
                  <a:pt x="177" y="272"/>
                </a:lnTo>
                <a:lnTo>
                  <a:pt x="178" y="272"/>
                </a:lnTo>
                <a:lnTo>
                  <a:pt x="178" y="273"/>
                </a:lnTo>
                <a:lnTo>
                  <a:pt x="179" y="273"/>
                </a:lnTo>
                <a:lnTo>
                  <a:pt x="180" y="273"/>
                </a:lnTo>
                <a:lnTo>
                  <a:pt x="181" y="274"/>
                </a:lnTo>
                <a:lnTo>
                  <a:pt x="182" y="274"/>
                </a:lnTo>
                <a:lnTo>
                  <a:pt x="183" y="274"/>
                </a:lnTo>
                <a:lnTo>
                  <a:pt x="183" y="275"/>
                </a:lnTo>
                <a:lnTo>
                  <a:pt x="184" y="276"/>
                </a:lnTo>
                <a:lnTo>
                  <a:pt x="185" y="276"/>
                </a:lnTo>
                <a:lnTo>
                  <a:pt x="185" y="277"/>
                </a:lnTo>
                <a:lnTo>
                  <a:pt x="186" y="277"/>
                </a:lnTo>
                <a:lnTo>
                  <a:pt x="186" y="278"/>
                </a:lnTo>
                <a:lnTo>
                  <a:pt x="186" y="279"/>
                </a:lnTo>
                <a:lnTo>
                  <a:pt x="185" y="279"/>
                </a:lnTo>
                <a:lnTo>
                  <a:pt x="185" y="280"/>
                </a:lnTo>
                <a:lnTo>
                  <a:pt x="186" y="280"/>
                </a:lnTo>
                <a:lnTo>
                  <a:pt x="187" y="280"/>
                </a:lnTo>
                <a:lnTo>
                  <a:pt x="187" y="281"/>
                </a:lnTo>
                <a:lnTo>
                  <a:pt x="186" y="281"/>
                </a:lnTo>
                <a:lnTo>
                  <a:pt x="186" y="282"/>
                </a:lnTo>
                <a:lnTo>
                  <a:pt x="186" y="283"/>
                </a:lnTo>
                <a:lnTo>
                  <a:pt x="185" y="283"/>
                </a:lnTo>
                <a:lnTo>
                  <a:pt x="185" y="284"/>
                </a:lnTo>
                <a:lnTo>
                  <a:pt x="186" y="284"/>
                </a:lnTo>
                <a:lnTo>
                  <a:pt x="187" y="285"/>
                </a:lnTo>
                <a:lnTo>
                  <a:pt x="188" y="285"/>
                </a:lnTo>
                <a:lnTo>
                  <a:pt x="189" y="286"/>
                </a:lnTo>
                <a:lnTo>
                  <a:pt x="190" y="286"/>
                </a:lnTo>
                <a:lnTo>
                  <a:pt x="191" y="287"/>
                </a:lnTo>
                <a:lnTo>
                  <a:pt x="190" y="287"/>
                </a:lnTo>
                <a:lnTo>
                  <a:pt x="190" y="288"/>
                </a:lnTo>
                <a:lnTo>
                  <a:pt x="189" y="288"/>
                </a:lnTo>
                <a:lnTo>
                  <a:pt x="189" y="289"/>
                </a:lnTo>
                <a:lnTo>
                  <a:pt x="188" y="289"/>
                </a:lnTo>
                <a:lnTo>
                  <a:pt x="187" y="289"/>
                </a:lnTo>
                <a:lnTo>
                  <a:pt x="186" y="289"/>
                </a:lnTo>
                <a:lnTo>
                  <a:pt x="185" y="289"/>
                </a:lnTo>
                <a:lnTo>
                  <a:pt x="185" y="290"/>
                </a:lnTo>
                <a:lnTo>
                  <a:pt x="184" y="289"/>
                </a:lnTo>
                <a:lnTo>
                  <a:pt x="183" y="288"/>
                </a:lnTo>
                <a:lnTo>
                  <a:pt x="182" y="289"/>
                </a:lnTo>
                <a:lnTo>
                  <a:pt x="181" y="289"/>
                </a:lnTo>
                <a:lnTo>
                  <a:pt x="180" y="290"/>
                </a:lnTo>
                <a:lnTo>
                  <a:pt x="179" y="290"/>
                </a:lnTo>
                <a:lnTo>
                  <a:pt x="178" y="290"/>
                </a:lnTo>
                <a:lnTo>
                  <a:pt x="178" y="291"/>
                </a:lnTo>
                <a:lnTo>
                  <a:pt x="177" y="291"/>
                </a:lnTo>
                <a:lnTo>
                  <a:pt x="178" y="291"/>
                </a:lnTo>
                <a:lnTo>
                  <a:pt x="178" y="292"/>
                </a:lnTo>
                <a:lnTo>
                  <a:pt x="179" y="293"/>
                </a:lnTo>
                <a:lnTo>
                  <a:pt x="180" y="293"/>
                </a:lnTo>
                <a:lnTo>
                  <a:pt x="181" y="294"/>
                </a:lnTo>
                <a:lnTo>
                  <a:pt x="182" y="294"/>
                </a:lnTo>
                <a:lnTo>
                  <a:pt x="183" y="294"/>
                </a:lnTo>
                <a:lnTo>
                  <a:pt x="184" y="294"/>
                </a:lnTo>
                <a:lnTo>
                  <a:pt x="184" y="295"/>
                </a:lnTo>
                <a:lnTo>
                  <a:pt x="183" y="295"/>
                </a:lnTo>
                <a:lnTo>
                  <a:pt x="183" y="296"/>
                </a:lnTo>
                <a:lnTo>
                  <a:pt x="184" y="297"/>
                </a:lnTo>
                <a:lnTo>
                  <a:pt x="184" y="298"/>
                </a:lnTo>
                <a:lnTo>
                  <a:pt x="184" y="299"/>
                </a:lnTo>
                <a:lnTo>
                  <a:pt x="184" y="300"/>
                </a:lnTo>
                <a:lnTo>
                  <a:pt x="183" y="300"/>
                </a:lnTo>
                <a:lnTo>
                  <a:pt x="183" y="301"/>
                </a:lnTo>
                <a:lnTo>
                  <a:pt x="184" y="301"/>
                </a:lnTo>
                <a:lnTo>
                  <a:pt x="184" y="302"/>
                </a:lnTo>
                <a:lnTo>
                  <a:pt x="183" y="302"/>
                </a:lnTo>
                <a:lnTo>
                  <a:pt x="182" y="303"/>
                </a:lnTo>
                <a:lnTo>
                  <a:pt x="184" y="304"/>
                </a:lnTo>
                <a:lnTo>
                  <a:pt x="184" y="303"/>
                </a:lnTo>
                <a:lnTo>
                  <a:pt x="185" y="303"/>
                </a:lnTo>
                <a:lnTo>
                  <a:pt x="185" y="304"/>
                </a:lnTo>
                <a:lnTo>
                  <a:pt x="186" y="304"/>
                </a:lnTo>
                <a:lnTo>
                  <a:pt x="186" y="305"/>
                </a:lnTo>
                <a:lnTo>
                  <a:pt x="186" y="306"/>
                </a:lnTo>
                <a:lnTo>
                  <a:pt x="186" y="307"/>
                </a:lnTo>
                <a:lnTo>
                  <a:pt x="185" y="307"/>
                </a:lnTo>
                <a:lnTo>
                  <a:pt x="185" y="308"/>
                </a:lnTo>
                <a:lnTo>
                  <a:pt x="186" y="308"/>
                </a:lnTo>
                <a:lnTo>
                  <a:pt x="186" y="309"/>
                </a:lnTo>
                <a:lnTo>
                  <a:pt x="187" y="308"/>
                </a:lnTo>
                <a:lnTo>
                  <a:pt x="187" y="307"/>
                </a:lnTo>
                <a:lnTo>
                  <a:pt x="188" y="307"/>
                </a:lnTo>
                <a:lnTo>
                  <a:pt x="189" y="307"/>
                </a:lnTo>
                <a:lnTo>
                  <a:pt x="190" y="308"/>
                </a:lnTo>
                <a:lnTo>
                  <a:pt x="190" y="309"/>
                </a:lnTo>
                <a:lnTo>
                  <a:pt x="191" y="309"/>
                </a:lnTo>
                <a:lnTo>
                  <a:pt x="191" y="310"/>
                </a:lnTo>
                <a:lnTo>
                  <a:pt x="192" y="310"/>
                </a:lnTo>
                <a:lnTo>
                  <a:pt x="192" y="309"/>
                </a:lnTo>
                <a:lnTo>
                  <a:pt x="193" y="309"/>
                </a:lnTo>
                <a:lnTo>
                  <a:pt x="194" y="308"/>
                </a:lnTo>
                <a:lnTo>
                  <a:pt x="195" y="308"/>
                </a:lnTo>
                <a:lnTo>
                  <a:pt x="196" y="309"/>
                </a:lnTo>
                <a:lnTo>
                  <a:pt x="196" y="308"/>
                </a:lnTo>
                <a:lnTo>
                  <a:pt x="197" y="308"/>
                </a:lnTo>
                <a:lnTo>
                  <a:pt x="197" y="309"/>
                </a:lnTo>
                <a:lnTo>
                  <a:pt x="199" y="309"/>
                </a:lnTo>
                <a:lnTo>
                  <a:pt x="199" y="308"/>
                </a:lnTo>
                <a:lnTo>
                  <a:pt x="199" y="307"/>
                </a:lnTo>
                <a:lnTo>
                  <a:pt x="200" y="308"/>
                </a:lnTo>
                <a:lnTo>
                  <a:pt x="201" y="308"/>
                </a:lnTo>
                <a:lnTo>
                  <a:pt x="201" y="309"/>
                </a:lnTo>
                <a:lnTo>
                  <a:pt x="202" y="310"/>
                </a:lnTo>
                <a:lnTo>
                  <a:pt x="202" y="311"/>
                </a:lnTo>
                <a:lnTo>
                  <a:pt x="202" y="312"/>
                </a:lnTo>
                <a:lnTo>
                  <a:pt x="203" y="312"/>
                </a:lnTo>
                <a:lnTo>
                  <a:pt x="203" y="313"/>
                </a:lnTo>
                <a:lnTo>
                  <a:pt x="204" y="313"/>
                </a:lnTo>
                <a:lnTo>
                  <a:pt x="204" y="314"/>
                </a:lnTo>
                <a:lnTo>
                  <a:pt x="205" y="314"/>
                </a:lnTo>
                <a:lnTo>
                  <a:pt x="206" y="314"/>
                </a:lnTo>
                <a:lnTo>
                  <a:pt x="206" y="315"/>
                </a:lnTo>
                <a:lnTo>
                  <a:pt x="206" y="316"/>
                </a:lnTo>
                <a:lnTo>
                  <a:pt x="207" y="316"/>
                </a:lnTo>
                <a:lnTo>
                  <a:pt x="207" y="317"/>
                </a:lnTo>
                <a:lnTo>
                  <a:pt x="208" y="317"/>
                </a:lnTo>
                <a:lnTo>
                  <a:pt x="208" y="318"/>
                </a:lnTo>
                <a:lnTo>
                  <a:pt x="209" y="318"/>
                </a:lnTo>
                <a:lnTo>
                  <a:pt x="208" y="317"/>
                </a:lnTo>
                <a:lnTo>
                  <a:pt x="209" y="317"/>
                </a:lnTo>
                <a:lnTo>
                  <a:pt x="210" y="317"/>
                </a:lnTo>
                <a:lnTo>
                  <a:pt x="210" y="318"/>
                </a:lnTo>
                <a:lnTo>
                  <a:pt x="211" y="318"/>
                </a:lnTo>
                <a:lnTo>
                  <a:pt x="212" y="318"/>
                </a:lnTo>
                <a:lnTo>
                  <a:pt x="213" y="318"/>
                </a:lnTo>
                <a:lnTo>
                  <a:pt x="214" y="318"/>
                </a:lnTo>
                <a:lnTo>
                  <a:pt x="214" y="317"/>
                </a:lnTo>
                <a:lnTo>
                  <a:pt x="213" y="318"/>
                </a:lnTo>
                <a:lnTo>
                  <a:pt x="213" y="317"/>
                </a:lnTo>
                <a:lnTo>
                  <a:pt x="213" y="316"/>
                </a:lnTo>
                <a:lnTo>
                  <a:pt x="214" y="315"/>
                </a:lnTo>
                <a:lnTo>
                  <a:pt x="215" y="315"/>
                </a:lnTo>
                <a:lnTo>
                  <a:pt x="215" y="314"/>
                </a:lnTo>
                <a:lnTo>
                  <a:pt x="216" y="314"/>
                </a:lnTo>
                <a:lnTo>
                  <a:pt x="216" y="313"/>
                </a:lnTo>
                <a:lnTo>
                  <a:pt x="217" y="314"/>
                </a:lnTo>
                <a:lnTo>
                  <a:pt x="218" y="314"/>
                </a:lnTo>
                <a:lnTo>
                  <a:pt x="219" y="314"/>
                </a:lnTo>
                <a:lnTo>
                  <a:pt x="220" y="313"/>
                </a:lnTo>
                <a:lnTo>
                  <a:pt x="220" y="312"/>
                </a:lnTo>
                <a:lnTo>
                  <a:pt x="219" y="312"/>
                </a:lnTo>
                <a:lnTo>
                  <a:pt x="220" y="312"/>
                </a:lnTo>
                <a:lnTo>
                  <a:pt x="221" y="312"/>
                </a:lnTo>
                <a:lnTo>
                  <a:pt x="222" y="311"/>
                </a:lnTo>
                <a:lnTo>
                  <a:pt x="221" y="311"/>
                </a:lnTo>
                <a:lnTo>
                  <a:pt x="222" y="311"/>
                </a:lnTo>
                <a:lnTo>
                  <a:pt x="222" y="310"/>
                </a:lnTo>
                <a:lnTo>
                  <a:pt x="221" y="310"/>
                </a:lnTo>
                <a:lnTo>
                  <a:pt x="221" y="308"/>
                </a:lnTo>
                <a:lnTo>
                  <a:pt x="221" y="309"/>
                </a:lnTo>
                <a:lnTo>
                  <a:pt x="222" y="309"/>
                </a:lnTo>
                <a:lnTo>
                  <a:pt x="223" y="309"/>
                </a:lnTo>
                <a:lnTo>
                  <a:pt x="223" y="310"/>
                </a:lnTo>
                <a:lnTo>
                  <a:pt x="224" y="311"/>
                </a:lnTo>
                <a:lnTo>
                  <a:pt x="225" y="311"/>
                </a:lnTo>
                <a:lnTo>
                  <a:pt x="225" y="312"/>
                </a:lnTo>
                <a:lnTo>
                  <a:pt x="226" y="312"/>
                </a:lnTo>
                <a:lnTo>
                  <a:pt x="226" y="313"/>
                </a:lnTo>
                <a:lnTo>
                  <a:pt x="226" y="312"/>
                </a:lnTo>
                <a:lnTo>
                  <a:pt x="227" y="312"/>
                </a:lnTo>
                <a:lnTo>
                  <a:pt x="227" y="311"/>
                </a:lnTo>
                <a:lnTo>
                  <a:pt x="227" y="309"/>
                </a:lnTo>
                <a:lnTo>
                  <a:pt x="229" y="309"/>
                </a:lnTo>
                <a:lnTo>
                  <a:pt x="229" y="310"/>
                </a:lnTo>
                <a:lnTo>
                  <a:pt x="229" y="311"/>
                </a:lnTo>
                <a:lnTo>
                  <a:pt x="230" y="311"/>
                </a:lnTo>
                <a:lnTo>
                  <a:pt x="230" y="310"/>
                </a:lnTo>
                <a:lnTo>
                  <a:pt x="231" y="310"/>
                </a:lnTo>
                <a:lnTo>
                  <a:pt x="230" y="310"/>
                </a:lnTo>
                <a:lnTo>
                  <a:pt x="231" y="310"/>
                </a:lnTo>
                <a:lnTo>
                  <a:pt x="232" y="310"/>
                </a:lnTo>
                <a:lnTo>
                  <a:pt x="232" y="311"/>
                </a:lnTo>
                <a:lnTo>
                  <a:pt x="233" y="312"/>
                </a:lnTo>
                <a:lnTo>
                  <a:pt x="235" y="311"/>
                </a:lnTo>
                <a:lnTo>
                  <a:pt x="237" y="311"/>
                </a:lnTo>
                <a:lnTo>
                  <a:pt x="238" y="311"/>
                </a:lnTo>
                <a:lnTo>
                  <a:pt x="239" y="311"/>
                </a:lnTo>
                <a:lnTo>
                  <a:pt x="239" y="312"/>
                </a:lnTo>
                <a:lnTo>
                  <a:pt x="240" y="311"/>
                </a:lnTo>
                <a:lnTo>
                  <a:pt x="240" y="312"/>
                </a:lnTo>
                <a:lnTo>
                  <a:pt x="241" y="312"/>
                </a:lnTo>
                <a:lnTo>
                  <a:pt x="242" y="312"/>
                </a:lnTo>
                <a:lnTo>
                  <a:pt x="242" y="311"/>
                </a:lnTo>
                <a:lnTo>
                  <a:pt x="243" y="311"/>
                </a:lnTo>
                <a:lnTo>
                  <a:pt x="242" y="312"/>
                </a:lnTo>
                <a:lnTo>
                  <a:pt x="243" y="312"/>
                </a:lnTo>
                <a:lnTo>
                  <a:pt x="243" y="311"/>
                </a:lnTo>
                <a:lnTo>
                  <a:pt x="243" y="310"/>
                </a:lnTo>
                <a:lnTo>
                  <a:pt x="244" y="310"/>
                </a:lnTo>
                <a:lnTo>
                  <a:pt x="245" y="310"/>
                </a:lnTo>
                <a:lnTo>
                  <a:pt x="246" y="310"/>
                </a:lnTo>
                <a:lnTo>
                  <a:pt x="246" y="309"/>
                </a:lnTo>
                <a:lnTo>
                  <a:pt x="246" y="310"/>
                </a:lnTo>
                <a:lnTo>
                  <a:pt x="247" y="310"/>
                </a:lnTo>
                <a:lnTo>
                  <a:pt x="248" y="310"/>
                </a:lnTo>
                <a:lnTo>
                  <a:pt x="248" y="311"/>
                </a:lnTo>
                <a:lnTo>
                  <a:pt x="249" y="311"/>
                </a:lnTo>
                <a:lnTo>
                  <a:pt x="250" y="312"/>
                </a:lnTo>
                <a:lnTo>
                  <a:pt x="251" y="312"/>
                </a:lnTo>
                <a:lnTo>
                  <a:pt x="251" y="313"/>
                </a:lnTo>
                <a:lnTo>
                  <a:pt x="252" y="313"/>
                </a:lnTo>
                <a:lnTo>
                  <a:pt x="251" y="313"/>
                </a:lnTo>
                <a:lnTo>
                  <a:pt x="251" y="314"/>
                </a:lnTo>
                <a:lnTo>
                  <a:pt x="251" y="315"/>
                </a:lnTo>
                <a:lnTo>
                  <a:pt x="252" y="315"/>
                </a:lnTo>
                <a:lnTo>
                  <a:pt x="251" y="315"/>
                </a:lnTo>
                <a:lnTo>
                  <a:pt x="251" y="316"/>
                </a:lnTo>
                <a:lnTo>
                  <a:pt x="252" y="316"/>
                </a:lnTo>
                <a:lnTo>
                  <a:pt x="252" y="317"/>
                </a:lnTo>
                <a:lnTo>
                  <a:pt x="251" y="317"/>
                </a:lnTo>
                <a:lnTo>
                  <a:pt x="252" y="317"/>
                </a:lnTo>
                <a:lnTo>
                  <a:pt x="252" y="318"/>
                </a:lnTo>
                <a:lnTo>
                  <a:pt x="253" y="318"/>
                </a:lnTo>
                <a:lnTo>
                  <a:pt x="253" y="319"/>
                </a:lnTo>
                <a:lnTo>
                  <a:pt x="254" y="320"/>
                </a:lnTo>
                <a:lnTo>
                  <a:pt x="256" y="320"/>
                </a:lnTo>
                <a:lnTo>
                  <a:pt x="257" y="320"/>
                </a:lnTo>
                <a:lnTo>
                  <a:pt x="257" y="321"/>
                </a:lnTo>
                <a:lnTo>
                  <a:pt x="258" y="321"/>
                </a:lnTo>
                <a:lnTo>
                  <a:pt x="258" y="322"/>
                </a:lnTo>
                <a:lnTo>
                  <a:pt x="259" y="323"/>
                </a:lnTo>
                <a:lnTo>
                  <a:pt x="262" y="323"/>
                </a:lnTo>
                <a:lnTo>
                  <a:pt x="262" y="324"/>
                </a:lnTo>
                <a:lnTo>
                  <a:pt x="264" y="324"/>
                </a:lnTo>
                <a:lnTo>
                  <a:pt x="265" y="324"/>
                </a:lnTo>
                <a:lnTo>
                  <a:pt x="266" y="324"/>
                </a:lnTo>
                <a:lnTo>
                  <a:pt x="267" y="324"/>
                </a:lnTo>
                <a:lnTo>
                  <a:pt x="268" y="324"/>
                </a:lnTo>
                <a:lnTo>
                  <a:pt x="269" y="325"/>
                </a:lnTo>
                <a:lnTo>
                  <a:pt x="269" y="324"/>
                </a:lnTo>
                <a:lnTo>
                  <a:pt x="270" y="324"/>
                </a:lnTo>
                <a:lnTo>
                  <a:pt x="270" y="323"/>
                </a:lnTo>
                <a:lnTo>
                  <a:pt x="270" y="322"/>
                </a:lnTo>
                <a:lnTo>
                  <a:pt x="270" y="321"/>
                </a:lnTo>
                <a:lnTo>
                  <a:pt x="269" y="321"/>
                </a:lnTo>
                <a:lnTo>
                  <a:pt x="269" y="320"/>
                </a:lnTo>
                <a:lnTo>
                  <a:pt x="269" y="321"/>
                </a:lnTo>
                <a:lnTo>
                  <a:pt x="268" y="321"/>
                </a:lnTo>
                <a:lnTo>
                  <a:pt x="268" y="320"/>
                </a:lnTo>
                <a:lnTo>
                  <a:pt x="267" y="320"/>
                </a:lnTo>
                <a:lnTo>
                  <a:pt x="267" y="321"/>
                </a:lnTo>
                <a:lnTo>
                  <a:pt x="266" y="321"/>
                </a:lnTo>
                <a:lnTo>
                  <a:pt x="266" y="320"/>
                </a:lnTo>
                <a:lnTo>
                  <a:pt x="267" y="320"/>
                </a:lnTo>
                <a:lnTo>
                  <a:pt x="267" y="319"/>
                </a:lnTo>
                <a:lnTo>
                  <a:pt x="267" y="318"/>
                </a:lnTo>
                <a:lnTo>
                  <a:pt x="266" y="317"/>
                </a:lnTo>
                <a:lnTo>
                  <a:pt x="266" y="316"/>
                </a:lnTo>
                <a:lnTo>
                  <a:pt x="267" y="316"/>
                </a:lnTo>
                <a:lnTo>
                  <a:pt x="268" y="317"/>
                </a:lnTo>
                <a:lnTo>
                  <a:pt x="267" y="317"/>
                </a:lnTo>
                <a:lnTo>
                  <a:pt x="268" y="318"/>
                </a:lnTo>
                <a:lnTo>
                  <a:pt x="269" y="318"/>
                </a:lnTo>
                <a:lnTo>
                  <a:pt x="269" y="317"/>
                </a:lnTo>
                <a:lnTo>
                  <a:pt x="269" y="316"/>
                </a:lnTo>
                <a:lnTo>
                  <a:pt x="271" y="316"/>
                </a:lnTo>
                <a:lnTo>
                  <a:pt x="272" y="315"/>
                </a:lnTo>
                <a:lnTo>
                  <a:pt x="273" y="315"/>
                </a:lnTo>
                <a:lnTo>
                  <a:pt x="272" y="314"/>
                </a:lnTo>
                <a:lnTo>
                  <a:pt x="272" y="313"/>
                </a:lnTo>
                <a:lnTo>
                  <a:pt x="273" y="313"/>
                </a:lnTo>
                <a:lnTo>
                  <a:pt x="273" y="314"/>
                </a:lnTo>
                <a:lnTo>
                  <a:pt x="274" y="314"/>
                </a:lnTo>
                <a:lnTo>
                  <a:pt x="275" y="314"/>
                </a:lnTo>
                <a:lnTo>
                  <a:pt x="275" y="313"/>
                </a:lnTo>
                <a:lnTo>
                  <a:pt x="275" y="312"/>
                </a:lnTo>
                <a:lnTo>
                  <a:pt x="276" y="312"/>
                </a:lnTo>
                <a:lnTo>
                  <a:pt x="276" y="311"/>
                </a:lnTo>
                <a:lnTo>
                  <a:pt x="277" y="311"/>
                </a:lnTo>
                <a:lnTo>
                  <a:pt x="276" y="311"/>
                </a:lnTo>
                <a:lnTo>
                  <a:pt x="276" y="310"/>
                </a:lnTo>
                <a:lnTo>
                  <a:pt x="277" y="309"/>
                </a:lnTo>
                <a:lnTo>
                  <a:pt x="278" y="309"/>
                </a:lnTo>
                <a:lnTo>
                  <a:pt x="278" y="308"/>
                </a:lnTo>
                <a:lnTo>
                  <a:pt x="278" y="309"/>
                </a:lnTo>
                <a:lnTo>
                  <a:pt x="279" y="309"/>
                </a:lnTo>
                <a:lnTo>
                  <a:pt x="280" y="309"/>
                </a:lnTo>
                <a:lnTo>
                  <a:pt x="280" y="308"/>
                </a:lnTo>
                <a:lnTo>
                  <a:pt x="281" y="307"/>
                </a:lnTo>
                <a:lnTo>
                  <a:pt x="280" y="307"/>
                </a:lnTo>
                <a:lnTo>
                  <a:pt x="281" y="306"/>
                </a:lnTo>
                <a:lnTo>
                  <a:pt x="281" y="307"/>
                </a:lnTo>
                <a:lnTo>
                  <a:pt x="282" y="307"/>
                </a:lnTo>
                <a:lnTo>
                  <a:pt x="282" y="306"/>
                </a:lnTo>
                <a:lnTo>
                  <a:pt x="283" y="307"/>
                </a:lnTo>
                <a:lnTo>
                  <a:pt x="283" y="306"/>
                </a:lnTo>
                <a:lnTo>
                  <a:pt x="284" y="306"/>
                </a:lnTo>
                <a:lnTo>
                  <a:pt x="284" y="307"/>
                </a:lnTo>
                <a:lnTo>
                  <a:pt x="285" y="307"/>
                </a:lnTo>
                <a:lnTo>
                  <a:pt x="285" y="308"/>
                </a:lnTo>
                <a:lnTo>
                  <a:pt x="286" y="309"/>
                </a:lnTo>
                <a:lnTo>
                  <a:pt x="287" y="309"/>
                </a:lnTo>
                <a:lnTo>
                  <a:pt x="287" y="308"/>
                </a:lnTo>
                <a:lnTo>
                  <a:pt x="288" y="308"/>
                </a:lnTo>
                <a:lnTo>
                  <a:pt x="288" y="309"/>
                </a:lnTo>
                <a:lnTo>
                  <a:pt x="289" y="308"/>
                </a:lnTo>
                <a:lnTo>
                  <a:pt x="288" y="308"/>
                </a:lnTo>
                <a:lnTo>
                  <a:pt x="289" y="308"/>
                </a:lnTo>
                <a:lnTo>
                  <a:pt x="290" y="308"/>
                </a:lnTo>
                <a:lnTo>
                  <a:pt x="291" y="308"/>
                </a:lnTo>
                <a:lnTo>
                  <a:pt x="291" y="309"/>
                </a:lnTo>
                <a:lnTo>
                  <a:pt x="292" y="309"/>
                </a:lnTo>
                <a:lnTo>
                  <a:pt x="293" y="310"/>
                </a:lnTo>
                <a:lnTo>
                  <a:pt x="294" y="310"/>
                </a:lnTo>
                <a:lnTo>
                  <a:pt x="294" y="309"/>
                </a:lnTo>
                <a:lnTo>
                  <a:pt x="295" y="309"/>
                </a:lnTo>
                <a:lnTo>
                  <a:pt x="294" y="308"/>
                </a:lnTo>
                <a:lnTo>
                  <a:pt x="293" y="308"/>
                </a:lnTo>
                <a:lnTo>
                  <a:pt x="293" y="307"/>
                </a:lnTo>
                <a:lnTo>
                  <a:pt x="293" y="306"/>
                </a:lnTo>
                <a:lnTo>
                  <a:pt x="293" y="307"/>
                </a:lnTo>
                <a:lnTo>
                  <a:pt x="294" y="306"/>
                </a:lnTo>
                <a:lnTo>
                  <a:pt x="295" y="306"/>
                </a:lnTo>
                <a:lnTo>
                  <a:pt x="295" y="307"/>
                </a:lnTo>
                <a:lnTo>
                  <a:pt x="296" y="307"/>
                </a:lnTo>
                <a:lnTo>
                  <a:pt x="297" y="307"/>
                </a:lnTo>
                <a:lnTo>
                  <a:pt x="298" y="307"/>
                </a:lnTo>
                <a:lnTo>
                  <a:pt x="298" y="308"/>
                </a:lnTo>
                <a:lnTo>
                  <a:pt x="299" y="308"/>
                </a:lnTo>
                <a:lnTo>
                  <a:pt x="299" y="309"/>
                </a:lnTo>
                <a:lnTo>
                  <a:pt x="300" y="309"/>
                </a:lnTo>
                <a:lnTo>
                  <a:pt x="301" y="309"/>
                </a:lnTo>
                <a:lnTo>
                  <a:pt x="301" y="308"/>
                </a:lnTo>
                <a:lnTo>
                  <a:pt x="300" y="308"/>
                </a:lnTo>
                <a:lnTo>
                  <a:pt x="302" y="307"/>
                </a:lnTo>
                <a:lnTo>
                  <a:pt x="303" y="307"/>
                </a:lnTo>
                <a:lnTo>
                  <a:pt x="303" y="308"/>
                </a:lnTo>
                <a:lnTo>
                  <a:pt x="302" y="308"/>
                </a:lnTo>
                <a:lnTo>
                  <a:pt x="301" y="308"/>
                </a:lnTo>
                <a:lnTo>
                  <a:pt x="302" y="308"/>
                </a:lnTo>
                <a:lnTo>
                  <a:pt x="302" y="309"/>
                </a:lnTo>
                <a:lnTo>
                  <a:pt x="301" y="309"/>
                </a:lnTo>
                <a:lnTo>
                  <a:pt x="302" y="310"/>
                </a:lnTo>
                <a:lnTo>
                  <a:pt x="302" y="311"/>
                </a:lnTo>
                <a:lnTo>
                  <a:pt x="302" y="312"/>
                </a:lnTo>
                <a:lnTo>
                  <a:pt x="301" y="312"/>
                </a:lnTo>
                <a:lnTo>
                  <a:pt x="301" y="313"/>
                </a:lnTo>
                <a:lnTo>
                  <a:pt x="300" y="313"/>
                </a:lnTo>
                <a:lnTo>
                  <a:pt x="300" y="314"/>
                </a:lnTo>
                <a:lnTo>
                  <a:pt x="301" y="314"/>
                </a:lnTo>
                <a:lnTo>
                  <a:pt x="302" y="315"/>
                </a:lnTo>
                <a:lnTo>
                  <a:pt x="302" y="316"/>
                </a:lnTo>
                <a:lnTo>
                  <a:pt x="303" y="316"/>
                </a:lnTo>
                <a:lnTo>
                  <a:pt x="303" y="315"/>
                </a:lnTo>
                <a:lnTo>
                  <a:pt x="304" y="315"/>
                </a:lnTo>
                <a:lnTo>
                  <a:pt x="304" y="316"/>
                </a:lnTo>
                <a:lnTo>
                  <a:pt x="304" y="317"/>
                </a:lnTo>
                <a:lnTo>
                  <a:pt x="304" y="318"/>
                </a:lnTo>
                <a:lnTo>
                  <a:pt x="303" y="318"/>
                </a:lnTo>
                <a:lnTo>
                  <a:pt x="303" y="319"/>
                </a:lnTo>
                <a:lnTo>
                  <a:pt x="303" y="320"/>
                </a:lnTo>
                <a:lnTo>
                  <a:pt x="303" y="321"/>
                </a:lnTo>
                <a:lnTo>
                  <a:pt x="302" y="321"/>
                </a:lnTo>
                <a:lnTo>
                  <a:pt x="301" y="321"/>
                </a:lnTo>
                <a:lnTo>
                  <a:pt x="300" y="322"/>
                </a:lnTo>
                <a:lnTo>
                  <a:pt x="301" y="323"/>
                </a:lnTo>
                <a:lnTo>
                  <a:pt x="301" y="324"/>
                </a:lnTo>
                <a:lnTo>
                  <a:pt x="302" y="324"/>
                </a:lnTo>
                <a:lnTo>
                  <a:pt x="303" y="324"/>
                </a:lnTo>
                <a:lnTo>
                  <a:pt x="304" y="324"/>
                </a:lnTo>
                <a:lnTo>
                  <a:pt x="304" y="325"/>
                </a:lnTo>
                <a:lnTo>
                  <a:pt x="305" y="325"/>
                </a:lnTo>
                <a:lnTo>
                  <a:pt x="306" y="325"/>
                </a:lnTo>
                <a:lnTo>
                  <a:pt x="307" y="325"/>
                </a:lnTo>
                <a:lnTo>
                  <a:pt x="308" y="325"/>
                </a:lnTo>
                <a:lnTo>
                  <a:pt x="308" y="326"/>
                </a:lnTo>
                <a:lnTo>
                  <a:pt x="307" y="326"/>
                </a:lnTo>
                <a:lnTo>
                  <a:pt x="307" y="327"/>
                </a:lnTo>
                <a:lnTo>
                  <a:pt x="306" y="327"/>
                </a:lnTo>
                <a:lnTo>
                  <a:pt x="306" y="328"/>
                </a:lnTo>
                <a:lnTo>
                  <a:pt x="305" y="328"/>
                </a:lnTo>
                <a:lnTo>
                  <a:pt x="305" y="329"/>
                </a:lnTo>
                <a:lnTo>
                  <a:pt x="305" y="330"/>
                </a:lnTo>
                <a:lnTo>
                  <a:pt x="305" y="331"/>
                </a:lnTo>
                <a:lnTo>
                  <a:pt x="305" y="332"/>
                </a:lnTo>
                <a:lnTo>
                  <a:pt x="304" y="332"/>
                </a:lnTo>
                <a:lnTo>
                  <a:pt x="303" y="332"/>
                </a:lnTo>
                <a:lnTo>
                  <a:pt x="304" y="333"/>
                </a:lnTo>
                <a:lnTo>
                  <a:pt x="305" y="332"/>
                </a:lnTo>
                <a:lnTo>
                  <a:pt x="305" y="333"/>
                </a:lnTo>
                <a:lnTo>
                  <a:pt x="304" y="333"/>
                </a:lnTo>
                <a:lnTo>
                  <a:pt x="304" y="334"/>
                </a:lnTo>
                <a:lnTo>
                  <a:pt x="303" y="334"/>
                </a:lnTo>
                <a:lnTo>
                  <a:pt x="304" y="334"/>
                </a:lnTo>
                <a:lnTo>
                  <a:pt x="304" y="335"/>
                </a:lnTo>
                <a:lnTo>
                  <a:pt x="305" y="335"/>
                </a:lnTo>
                <a:lnTo>
                  <a:pt x="306" y="335"/>
                </a:lnTo>
                <a:lnTo>
                  <a:pt x="307" y="334"/>
                </a:lnTo>
                <a:lnTo>
                  <a:pt x="307" y="333"/>
                </a:lnTo>
                <a:lnTo>
                  <a:pt x="308" y="333"/>
                </a:lnTo>
                <a:lnTo>
                  <a:pt x="308" y="334"/>
                </a:lnTo>
                <a:lnTo>
                  <a:pt x="308" y="335"/>
                </a:lnTo>
                <a:lnTo>
                  <a:pt x="309" y="335"/>
                </a:lnTo>
                <a:lnTo>
                  <a:pt x="309" y="336"/>
                </a:lnTo>
                <a:lnTo>
                  <a:pt x="309" y="337"/>
                </a:lnTo>
                <a:lnTo>
                  <a:pt x="309" y="338"/>
                </a:lnTo>
                <a:lnTo>
                  <a:pt x="309" y="339"/>
                </a:lnTo>
                <a:lnTo>
                  <a:pt x="308" y="339"/>
                </a:lnTo>
                <a:lnTo>
                  <a:pt x="308" y="340"/>
                </a:lnTo>
                <a:lnTo>
                  <a:pt x="308" y="341"/>
                </a:lnTo>
                <a:lnTo>
                  <a:pt x="308" y="342"/>
                </a:lnTo>
                <a:lnTo>
                  <a:pt x="308" y="343"/>
                </a:lnTo>
                <a:lnTo>
                  <a:pt x="308" y="344"/>
                </a:lnTo>
                <a:lnTo>
                  <a:pt x="308" y="345"/>
                </a:lnTo>
                <a:lnTo>
                  <a:pt x="309" y="345"/>
                </a:lnTo>
                <a:lnTo>
                  <a:pt x="309" y="346"/>
                </a:lnTo>
                <a:lnTo>
                  <a:pt x="310" y="346"/>
                </a:lnTo>
                <a:lnTo>
                  <a:pt x="310" y="347"/>
                </a:lnTo>
                <a:lnTo>
                  <a:pt x="309" y="347"/>
                </a:lnTo>
                <a:lnTo>
                  <a:pt x="309" y="346"/>
                </a:lnTo>
                <a:lnTo>
                  <a:pt x="308" y="346"/>
                </a:lnTo>
                <a:lnTo>
                  <a:pt x="308" y="348"/>
                </a:lnTo>
                <a:lnTo>
                  <a:pt x="307" y="348"/>
                </a:lnTo>
                <a:lnTo>
                  <a:pt x="306" y="348"/>
                </a:lnTo>
                <a:lnTo>
                  <a:pt x="307" y="349"/>
                </a:lnTo>
                <a:lnTo>
                  <a:pt x="307" y="351"/>
                </a:lnTo>
                <a:lnTo>
                  <a:pt x="307" y="352"/>
                </a:lnTo>
                <a:lnTo>
                  <a:pt x="307" y="353"/>
                </a:lnTo>
                <a:lnTo>
                  <a:pt x="307" y="354"/>
                </a:lnTo>
                <a:lnTo>
                  <a:pt x="308" y="354"/>
                </a:lnTo>
                <a:lnTo>
                  <a:pt x="310" y="354"/>
                </a:lnTo>
                <a:lnTo>
                  <a:pt x="311" y="354"/>
                </a:lnTo>
                <a:lnTo>
                  <a:pt x="311" y="355"/>
                </a:lnTo>
                <a:lnTo>
                  <a:pt x="312" y="355"/>
                </a:lnTo>
                <a:lnTo>
                  <a:pt x="312" y="356"/>
                </a:lnTo>
                <a:lnTo>
                  <a:pt x="312" y="357"/>
                </a:lnTo>
                <a:lnTo>
                  <a:pt x="313" y="357"/>
                </a:lnTo>
                <a:lnTo>
                  <a:pt x="312" y="357"/>
                </a:lnTo>
                <a:lnTo>
                  <a:pt x="312" y="358"/>
                </a:lnTo>
                <a:lnTo>
                  <a:pt x="313" y="358"/>
                </a:lnTo>
                <a:lnTo>
                  <a:pt x="312" y="358"/>
                </a:lnTo>
                <a:lnTo>
                  <a:pt x="312" y="359"/>
                </a:lnTo>
                <a:lnTo>
                  <a:pt x="311" y="359"/>
                </a:lnTo>
                <a:lnTo>
                  <a:pt x="311" y="361"/>
                </a:lnTo>
                <a:lnTo>
                  <a:pt x="310" y="361"/>
                </a:lnTo>
                <a:lnTo>
                  <a:pt x="309" y="362"/>
                </a:lnTo>
                <a:lnTo>
                  <a:pt x="309" y="363"/>
                </a:lnTo>
                <a:lnTo>
                  <a:pt x="308" y="363"/>
                </a:lnTo>
                <a:lnTo>
                  <a:pt x="308" y="364"/>
                </a:lnTo>
                <a:lnTo>
                  <a:pt x="307" y="365"/>
                </a:lnTo>
                <a:lnTo>
                  <a:pt x="305" y="365"/>
                </a:lnTo>
                <a:lnTo>
                  <a:pt x="305" y="364"/>
                </a:lnTo>
                <a:lnTo>
                  <a:pt x="305" y="365"/>
                </a:lnTo>
                <a:lnTo>
                  <a:pt x="304" y="365"/>
                </a:lnTo>
                <a:lnTo>
                  <a:pt x="303" y="365"/>
                </a:lnTo>
                <a:lnTo>
                  <a:pt x="302" y="365"/>
                </a:lnTo>
                <a:lnTo>
                  <a:pt x="301" y="364"/>
                </a:lnTo>
                <a:lnTo>
                  <a:pt x="300" y="365"/>
                </a:lnTo>
                <a:lnTo>
                  <a:pt x="300" y="364"/>
                </a:lnTo>
                <a:lnTo>
                  <a:pt x="301" y="364"/>
                </a:lnTo>
                <a:lnTo>
                  <a:pt x="300" y="364"/>
                </a:lnTo>
                <a:lnTo>
                  <a:pt x="300" y="365"/>
                </a:lnTo>
                <a:lnTo>
                  <a:pt x="299" y="365"/>
                </a:lnTo>
                <a:lnTo>
                  <a:pt x="298" y="365"/>
                </a:lnTo>
                <a:lnTo>
                  <a:pt x="297" y="365"/>
                </a:lnTo>
                <a:lnTo>
                  <a:pt x="297" y="366"/>
                </a:lnTo>
                <a:lnTo>
                  <a:pt x="298" y="367"/>
                </a:lnTo>
                <a:lnTo>
                  <a:pt x="298" y="368"/>
                </a:lnTo>
                <a:lnTo>
                  <a:pt x="297" y="368"/>
                </a:lnTo>
                <a:lnTo>
                  <a:pt x="297" y="369"/>
                </a:lnTo>
                <a:lnTo>
                  <a:pt x="297" y="370"/>
                </a:lnTo>
                <a:lnTo>
                  <a:pt x="297" y="371"/>
                </a:lnTo>
                <a:lnTo>
                  <a:pt x="296" y="371"/>
                </a:lnTo>
                <a:lnTo>
                  <a:pt x="296" y="372"/>
                </a:lnTo>
                <a:lnTo>
                  <a:pt x="295" y="372"/>
                </a:lnTo>
                <a:lnTo>
                  <a:pt x="295" y="373"/>
                </a:lnTo>
                <a:lnTo>
                  <a:pt x="294" y="374"/>
                </a:lnTo>
                <a:lnTo>
                  <a:pt x="294" y="375"/>
                </a:lnTo>
                <a:lnTo>
                  <a:pt x="294" y="376"/>
                </a:lnTo>
                <a:lnTo>
                  <a:pt x="293" y="376"/>
                </a:lnTo>
                <a:lnTo>
                  <a:pt x="293" y="377"/>
                </a:lnTo>
                <a:lnTo>
                  <a:pt x="293" y="380"/>
                </a:lnTo>
                <a:lnTo>
                  <a:pt x="294" y="380"/>
                </a:lnTo>
                <a:lnTo>
                  <a:pt x="294" y="383"/>
                </a:lnTo>
                <a:lnTo>
                  <a:pt x="295" y="384"/>
                </a:lnTo>
                <a:lnTo>
                  <a:pt x="295" y="385"/>
                </a:lnTo>
                <a:lnTo>
                  <a:pt x="294" y="385"/>
                </a:lnTo>
                <a:lnTo>
                  <a:pt x="295" y="385"/>
                </a:lnTo>
                <a:lnTo>
                  <a:pt x="297" y="385"/>
                </a:lnTo>
                <a:lnTo>
                  <a:pt x="297" y="386"/>
                </a:lnTo>
                <a:lnTo>
                  <a:pt x="296" y="386"/>
                </a:lnTo>
                <a:lnTo>
                  <a:pt x="296" y="387"/>
                </a:lnTo>
                <a:lnTo>
                  <a:pt x="297" y="387"/>
                </a:lnTo>
                <a:lnTo>
                  <a:pt x="297" y="388"/>
                </a:lnTo>
                <a:lnTo>
                  <a:pt x="297" y="389"/>
                </a:lnTo>
                <a:lnTo>
                  <a:pt x="296" y="389"/>
                </a:lnTo>
                <a:lnTo>
                  <a:pt x="296" y="390"/>
                </a:lnTo>
                <a:lnTo>
                  <a:pt x="297" y="390"/>
                </a:lnTo>
                <a:lnTo>
                  <a:pt x="297" y="391"/>
                </a:lnTo>
                <a:lnTo>
                  <a:pt x="296" y="391"/>
                </a:lnTo>
                <a:lnTo>
                  <a:pt x="296" y="392"/>
                </a:lnTo>
                <a:lnTo>
                  <a:pt x="297" y="392"/>
                </a:lnTo>
                <a:lnTo>
                  <a:pt x="297" y="393"/>
                </a:lnTo>
                <a:lnTo>
                  <a:pt x="297" y="394"/>
                </a:lnTo>
                <a:lnTo>
                  <a:pt x="297" y="395"/>
                </a:lnTo>
                <a:lnTo>
                  <a:pt x="298" y="395"/>
                </a:lnTo>
                <a:lnTo>
                  <a:pt x="298" y="396"/>
                </a:lnTo>
                <a:lnTo>
                  <a:pt x="299" y="396"/>
                </a:lnTo>
                <a:lnTo>
                  <a:pt x="300" y="396"/>
                </a:lnTo>
                <a:lnTo>
                  <a:pt x="300" y="397"/>
                </a:lnTo>
                <a:lnTo>
                  <a:pt x="301" y="397"/>
                </a:lnTo>
                <a:lnTo>
                  <a:pt x="301" y="396"/>
                </a:lnTo>
                <a:lnTo>
                  <a:pt x="302" y="396"/>
                </a:lnTo>
                <a:lnTo>
                  <a:pt x="303" y="396"/>
                </a:lnTo>
                <a:lnTo>
                  <a:pt x="304" y="396"/>
                </a:lnTo>
                <a:lnTo>
                  <a:pt x="305" y="396"/>
                </a:lnTo>
                <a:lnTo>
                  <a:pt x="306" y="396"/>
                </a:lnTo>
                <a:lnTo>
                  <a:pt x="307" y="396"/>
                </a:lnTo>
                <a:lnTo>
                  <a:pt x="308" y="396"/>
                </a:lnTo>
                <a:lnTo>
                  <a:pt x="308" y="398"/>
                </a:lnTo>
                <a:lnTo>
                  <a:pt x="307" y="398"/>
                </a:lnTo>
                <a:lnTo>
                  <a:pt x="307" y="399"/>
                </a:lnTo>
                <a:lnTo>
                  <a:pt x="308" y="399"/>
                </a:lnTo>
                <a:lnTo>
                  <a:pt x="308" y="400"/>
                </a:lnTo>
                <a:lnTo>
                  <a:pt x="308" y="401"/>
                </a:lnTo>
                <a:lnTo>
                  <a:pt x="308" y="402"/>
                </a:lnTo>
                <a:lnTo>
                  <a:pt x="308" y="403"/>
                </a:lnTo>
                <a:lnTo>
                  <a:pt x="310" y="403"/>
                </a:lnTo>
                <a:lnTo>
                  <a:pt x="311" y="402"/>
                </a:lnTo>
                <a:lnTo>
                  <a:pt x="312" y="402"/>
                </a:lnTo>
                <a:lnTo>
                  <a:pt x="312" y="403"/>
                </a:lnTo>
                <a:lnTo>
                  <a:pt x="313" y="403"/>
                </a:lnTo>
                <a:lnTo>
                  <a:pt x="313" y="402"/>
                </a:lnTo>
                <a:lnTo>
                  <a:pt x="314" y="402"/>
                </a:lnTo>
                <a:lnTo>
                  <a:pt x="315" y="402"/>
                </a:lnTo>
                <a:lnTo>
                  <a:pt x="316" y="402"/>
                </a:lnTo>
                <a:lnTo>
                  <a:pt x="319" y="401"/>
                </a:lnTo>
                <a:lnTo>
                  <a:pt x="320" y="402"/>
                </a:lnTo>
                <a:lnTo>
                  <a:pt x="321" y="402"/>
                </a:lnTo>
                <a:lnTo>
                  <a:pt x="321" y="401"/>
                </a:lnTo>
                <a:lnTo>
                  <a:pt x="321" y="400"/>
                </a:lnTo>
                <a:lnTo>
                  <a:pt x="323" y="400"/>
                </a:lnTo>
                <a:lnTo>
                  <a:pt x="324" y="400"/>
                </a:lnTo>
                <a:lnTo>
                  <a:pt x="323" y="401"/>
                </a:lnTo>
                <a:lnTo>
                  <a:pt x="323" y="402"/>
                </a:lnTo>
                <a:lnTo>
                  <a:pt x="323" y="401"/>
                </a:lnTo>
                <a:lnTo>
                  <a:pt x="324" y="401"/>
                </a:lnTo>
                <a:lnTo>
                  <a:pt x="324" y="402"/>
                </a:lnTo>
                <a:lnTo>
                  <a:pt x="326" y="403"/>
                </a:lnTo>
                <a:lnTo>
                  <a:pt x="325" y="403"/>
                </a:lnTo>
                <a:lnTo>
                  <a:pt x="324" y="405"/>
                </a:lnTo>
                <a:lnTo>
                  <a:pt x="325" y="405"/>
                </a:lnTo>
                <a:lnTo>
                  <a:pt x="324" y="405"/>
                </a:lnTo>
                <a:lnTo>
                  <a:pt x="324" y="406"/>
                </a:lnTo>
                <a:lnTo>
                  <a:pt x="324" y="407"/>
                </a:lnTo>
                <a:lnTo>
                  <a:pt x="325" y="407"/>
                </a:lnTo>
                <a:lnTo>
                  <a:pt x="326" y="410"/>
                </a:lnTo>
                <a:lnTo>
                  <a:pt x="326" y="411"/>
                </a:lnTo>
                <a:lnTo>
                  <a:pt x="327" y="411"/>
                </a:lnTo>
                <a:lnTo>
                  <a:pt x="327" y="412"/>
                </a:lnTo>
                <a:lnTo>
                  <a:pt x="328" y="412"/>
                </a:lnTo>
                <a:lnTo>
                  <a:pt x="328" y="413"/>
                </a:lnTo>
                <a:lnTo>
                  <a:pt x="329" y="413"/>
                </a:lnTo>
                <a:lnTo>
                  <a:pt x="330" y="413"/>
                </a:lnTo>
                <a:lnTo>
                  <a:pt x="330" y="412"/>
                </a:lnTo>
                <a:lnTo>
                  <a:pt x="331" y="412"/>
                </a:lnTo>
                <a:lnTo>
                  <a:pt x="332" y="412"/>
                </a:lnTo>
                <a:lnTo>
                  <a:pt x="332" y="411"/>
                </a:lnTo>
                <a:lnTo>
                  <a:pt x="333" y="411"/>
                </a:lnTo>
                <a:lnTo>
                  <a:pt x="333" y="410"/>
                </a:lnTo>
                <a:lnTo>
                  <a:pt x="334" y="410"/>
                </a:lnTo>
                <a:lnTo>
                  <a:pt x="335" y="410"/>
                </a:lnTo>
                <a:lnTo>
                  <a:pt x="336" y="410"/>
                </a:lnTo>
                <a:lnTo>
                  <a:pt x="337" y="410"/>
                </a:lnTo>
                <a:lnTo>
                  <a:pt x="338" y="410"/>
                </a:lnTo>
                <a:lnTo>
                  <a:pt x="338" y="408"/>
                </a:lnTo>
                <a:lnTo>
                  <a:pt x="339" y="407"/>
                </a:lnTo>
                <a:lnTo>
                  <a:pt x="339" y="406"/>
                </a:lnTo>
                <a:lnTo>
                  <a:pt x="340" y="406"/>
                </a:lnTo>
                <a:lnTo>
                  <a:pt x="340" y="407"/>
                </a:lnTo>
                <a:lnTo>
                  <a:pt x="340" y="408"/>
                </a:lnTo>
                <a:lnTo>
                  <a:pt x="341" y="408"/>
                </a:lnTo>
                <a:lnTo>
                  <a:pt x="340" y="408"/>
                </a:lnTo>
                <a:lnTo>
                  <a:pt x="340" y="410"/>
                </a:lnTo>
                <a:lnTo>
                  <a:pt x="341" y="410"/>
                </a:lnTo>
                <a:lnTo>
                  <a:pt x="342" y="410"/>
                </a:lnTo>
                <a:lnTo>
                  <a:pt x="343" y="410"/>
                </a:lnTo>
                <a:lnTo>
                  <a:pt x="343" y="411"/>
                </a:lnTo>
                <a:lnTo>
                  <a:pt x="343" y="412"/>
                </a:lnTo>
                <a:lnTo>
                  <a:pt x="342" y="412"/>
                </a:lnTo>
                <a:lnTo>
                  <a:pt x="341" y="412"/>
                </a:lnTo>
                <a:lnTo>
                  <a:pt x="341" y="413"/>
                </a:lnTo>
                <a:lnTo>
                  <a:pt x="341" y="414"/>
                </a:lnTo>
                <a:lnTo>
                  <a:pt x="342" y="414"/>
                </a:lnTo>
                <a:lnTo>
                  <a:pt x="342" y="413"/>
                </a:lnTo>
                <a:lnTo>
                  <a:pt x="343" y="413"/>
                </a:lnTo>
                <a:lnTo>
                  <a:pt x="343" y="414"/>
                </a:lnTo>
                <a:lnTo>
                  <a:pt x="341" y="414"/>
                </a:lnTo>
                <a:lnTo>
                  <a:pt x="341" y="415"/>
                </a:lnTo>
                <a:lnTo>
                  <a:pt x="342" y="415"/>
                </a:lnTo>
                <a:lnTo>
                  <a:pt x="342" y="416"/>
                </a:lnTo>
                <a:lnTo>
                  <a:pt x="343" y="416"/>
                </a:lnTo>
                <a:lnTo>
                  <a:pt x="344" y="416"/>
                </a:lnTo>
                <a:lnTo>
                  <a:pt x="345" y="416"/>
                </a:lnTo>
                <a:lnTo>
                  <a:pt x="346" y="416"/>
                </a:lnTo>
                <a:lnTo>
                  <a:pt x="346" y="415"/>
                </a:lnTo>
                <a:lnTo>
                  <a:pt x="347" y="415"/>
                </a:lnTo>
                <a:lnTo>
                  <a:pt x="347" y="416"/>
                </a:lnTo>
                <a:lnTo>
                  <a:pt x="348" y="416"/>
                </a:lnTo>
                <a:lnTo>
                  <a:pt x="349" y="415"/>
                </a:lnTo>
                <a:lnTo>
                  <a:pt x="350" y="415"/>
                </a:lnTo>
                <a:lnTo>
                  <a:pt x="351" y="416"/>
                </a:lnTo>
                <a:lnTo>
                  <a:pt x="351" y="415"/>
                </a:lnTo>
                <a:lnTo>
                  <a:pt x="352" y="415"/>
                </a:lnTo>
                <a:lnTo>
                  <a:pt x="351" y="414"/>
                </a:lnTo>
                <a:lnTo>
                  <a:pt x="352" y="414"/>
                </a:lnTo>
                <a:lnTo>
                  <a:pt x="353" y="414"/>
                </a:lnTo>
                <a:lnTo>
                  <a:pt x="353" y="415"/>
                </a:lnTo>
                <a:lnTo>
                  <a:pt x="354" y="415"/>
                </a:lnTo>
                <a:lnTo>
                  <a:pt x="355" y="415"/>
                </a:lnTo>
                <a:lnTo>
                  <a:pt x="355" y="414"/>
                </a:lnTo>
                <a:lnTo>
                  <a:pt x="356" y="413"/>
                </a:lnTo>
                <a:lnTo>
                  <a:pt x="356" y="412"/>
                </a:lnTo>
                <a:lnTo>
                  <a:pt x="357" y="413"/>
                </a:lnTo>
                <a:lnTo>
                  <a:pt x="357" y="412"/>
                </a:lnTo>
                <a:lnTo>
                  <a:pt x="358" y="412"/>
                </a:lnTo>
                <a:lnTo>
                  <a:pt x="359" y="412"/>
                </a:lnTo>
                <a:lnTo>
                  <a:pt x="359" y="411"/>
                </a:lnTo>
                <a:lnTo>
                  <a:pt x="360" y="411"/>
                </a:lnTo>
                <a:lnTo>
                  <a:pt x="361" y="411"/>
                </a:lnTo>
                <a:lnTo>
                  <a:pt x="362" y="411"/>
                </a:lnTo>
                <a:lnTo>
                  <a:pt x="363" y="411"/>
                </a:lnTo>
                <a:lnTo>
                  <a:pt x="363" y="410"/>
                </a:lnTo>
                <a:lnTo>
                  <a:pt x="364" y="410"/>
                </a:lnTo>
                <a:lnTo>
                  <a:pt x="365" y="410"/>
                </a:lnTo>
                <a:lnTo>
                  <a:pt x="366" y="411"/>
                </a:lnTo>
                <a:lnTo>
                  <a:pt x="366" y="410"/>
                </a:lnTo>
                <a:lnTo>
                  <a:pt x="366" y="411"/>
                </a:lnTo>
                <a:lnTo>
                  <a:pt x="367" y="411"/>
                </a:lnTo>
                <a:lnTo>
                  <a:pt x="366" y="411"/>
                </a:lnTo>
                <a:lnTo>
                  <a:pt x="367" y="412"/>
                </a:lnTo>
                <a:lnTo>
                  <a:pt x="368" y="411"/>
                </a:lnTo>
                <a:lnTo>
                  <a:pt x="369" y="410"/>
                </a:lnTo>
                <a:lnTo>
                  <a:pt x="368" y="410"/>
                </a:lnTo>
                <a:lnTo>
                  <a:pt x="369" y="410"/>
                </a:lnTo>
                <a:lnTo>
                  <a:pt x="370" y="411"/>
                </a:lnTo>
                <a:lnTo>
                  <a:pt x="371" y="411"/>
                </a:lnTo>
                <a:lnTo>
                  <a:pt x="372" y="411"/>
                </a:lnTo>
                <a:lnTo>
                  <a:pt x="372" y="410"/>
                </a:lnTo>
                <a:lnTo>
                  <a:pt x="373" y="410"/>
                </a:lnTo>
                <a:lnTo>
                  <a:pt x="373" y="411"/>
                </a:lnTo>
                <a:lnTo>
                  <a:pt x="373" y="412"/>
                </a:lnTo>
                <a:lnTo>
                  <a:pt x="373" y="413"/>
                </a:lnTo>
                <a:lnTo>
                  <a:pt x="374" y="414"/>
                </a:lnTo>
                <a:lnTo>
                  <a:pt x="374" y="415"/>
                </a:lnTo>
                <a:lnTo>
                  <a:pt x="374" y="416"/>
                </a:lnTo>
                <a:lnTo>
                  <a:pt x="375" y="417"/>
                </a:lnTo>
                <a:lnTo>
                  <a:pt x="375" y="418"/>
                </a:lnTo>
                <a:lnTo>
                  <a:pt x="376" y="420"/>
                </a:lnTo>
                <a:lnTo>
                  <a:pt x="377" y="421"/>
                </a:lnTo>
                <a:lnTo>
                  <a:pt x="377" y="422"/>
                </a:lnTo>
                <a:lnTo>
                  <a:pt x="377" y="423"/>
                </a:lnTo>
                <a:lnTo>
                  <a:pt x="378" y="424"/>
                </a:lnTo>
                <a:lnTo>
                  <a:pt x="379" y="425"/>
                </a:lnTo>
                <a:lnTo>
                  <a:pt x="379" y="426"/>
                </a:lnTo>
                <a:lnTo>
                  <a:pt x="380" y="427"/>
                </a:lnTo>
                <a:lnTo>
                  <a:pt x="381" y="428"/>
                </a:lnTo>
                <a:lnTo>
                  <a:pt x="381" y="429"/>
                </a:lnTo>
                <a:lnTo>
                  <a:pt x="381" y="430"/>
                </a:lnTo>
                <a:lnTo>
                  <a:pt x="383" y="432"/>
                </a:lnTo>
                <a:lnTo>
                  <a:pt x="383" y="433"/>
                </a:lnTo>
                <a:lnTo>
                  <a:pt x="384" y="434"/>
                </a:lnTo>
                <a:lnTo>
                  <a:pt x="385" y="435"/>
                </a:lnTo>
                <a:lnTo>
                  <a:pt x="385" y="436"/>
                </a:lnTo>
                <a:lnTo>
                  <a:pt x="386" y="437"/>
                </a:lnTo>
                <a:lnTo>
                  <a:pt x="387" y="438"/>
                </a:lnTo>
                <a:lnTo>
                  <a:pt x="388" y="438"/>
                </a:lnTo>
                <a:lnTo>
                  <a:pt x="388" y="439"/>
                </a:lnTo>
                <a:lnTo>
                  <a:pt x="389" y="440"/>
                </a:lnTo>
                <a:lnTo>
                  <a:pt x="389" y="439"/>
                </a:lnTo>
                <a:lnTo>
                  <a:pt x="389" y="438"/>
                </a:lnTo>
                <a:lnTo>
                  <a:pt x="390" y="438"/>
                </a:lnTo>
                <a:lnTo>
                  <a:pt x="390" y="437"/>
                </a:lnTo>
                <a:lnTo>
                  <a:pt x="391" y="438"/>
                </a:lnTo>
                <a:lnTo>
                  <a:pt x="392" y="437"/>
                </a:lnTo>
                <a:lnTo>
                  <a:pt x="393" y="438"/>
                </a:lnTo>
                <a:lnTo>
                  <a:pt x="395" y="436"/>
                </a:lnTo>
                <a:lnTo>
                  <a:pt x="396" y="437"/>
                </a:lnTo>
                <a:lnTo>
                  <a:pt x="397" y="437"/>
                </a:lnTo>
                <a:lnTo>
                  <a:pt x="394" y="439"/>
                </a:lnTo>
                <a:lnTo>
                  <a:pt x="395" y="440"/>
                </a:lnTo>
                <a:lnTo>
                  <a:pt x="399" y="437"/>
                </a:lnTo>
                <a:lnTo>
                  <a:pt x="402" y="436"/>
                </a:lnTo>
                <a:lnTo>
                  <a:pt x="404" y="435"/>
                </a:lnTo>
                <a:lnTo>
                  <a:pt x="405" y="436"/>
                </a:lnTo>
                <a:lnTo>
                  <a:pt x="403" y="437"/>
                </a:lnTo>
                <a:lnTo>
                  <a:pt x="403" y="438"/>
                </a:lnTo>
                <a:lnTo>
                  <a:pt x="402" y="438"/>
                </a:lnTo>
                <a:lnTo>
                  <a:pt x="401" y="439"/>
                </a:lnTo>
                <a:lnTo>
                  <a:pt x="400" y="439"/>
                </a:lnTo>
                <a:lnTo>
                  <a:pt x="399" y="439"/>
                </a:lnTo>
                <a:lnTo>
                  <a:pt x="398" y="439"/>
                </a:lnTo>
                <a:lnTo>
                  <a:pt x="398" y="440"/>
                </a:lnTo>
                <a:lnTo>
                  <a:pt x="399" y="441"/>
                </a:lnTo>
                <a:lnTo>
                  <a:pt x="400" y="440"/>
                </a:lnTo>
                <a:lnTo>
                  <a:pt x="400" y="441"/>
                </a:lnTo>
                <a:lnTo>
                  <a:pt x="401" y="440"/>
                </a:lnTo>
                <a:lnTo>
                  <a:pt x="401" y="441"/>
                </a:lnTo>
                <a:lnTo>
                  <a:pt x="400" y="442"/>
                </a:lnTo>
                <a:lnTo>
                  <a:pt x="396" y="444"/>
                </a:lnTo>
                <a:lnTo>
                  <a:pt x="396" y="445"/>
                </a:lnTo>
                <a:lnTo>
                  <a:pt x="397" y="445"/>
                </a:lnTo>
                <a:lnTo>
                  <a:pt x="396" y="446"/>
                </a:lnTo>
                <a:lnTo>
                  <a:pt x="394" y="446"/>
                </a:lnTo>
                <a:lnTo>
                  <a:pt x="392" y="445"/>
                </a:lnTo>
                <a:lnTo>
                  <a:pt x="391" y="446"/>
                </a:lnTo>
                <a:lnTo>
                  <a:pt x="393" y="448"/>
                </a:lnTo>
                <a:lnTo>
                  <a:pt x="393" y="449"/>
                </a:lnTo>
                <a:lnTo>
                  <a:pt x="392" y="450"/>
                </a:lnTo>
                <a:lnTo>
                  <a:pt x="392" y="451"/>
                </a:lnTo>
                <a:lnTo>
                  <a:pt x="392" y="452"/>
                </a:lnTo>
                <a:lnTo>
                  <a:pt x="391" y="452"/>
                </a:lnTo>
                <a:lnTo>
                  <a:pt x="391" y="453"/>
                </a:lnTo>
                <a:lnTo>
                  <a:pt x="391" y="454"/>
                </a:lnTo>
                <a:lnTo>
                  <a:pt x="390" y="455"/>
                </a:lnTo>
                <a:lnTo>
                  <a:pt x="391" y="455"/>
                </a:lnTo>
                <a:lnTo>
                  <a:pt x="392" y="455"/>
                </a:lnTo>
                <a:lnTo>
                  <a:pt x="392" y="456"/>
                </a:lnTo>
                <a:lnTo>
                  <a:pt x="391" y="456"/>
                </a:lnTo>
                <a:lnTo>
                  <a:pt x="390" y="456"/>
                </a:lnTo>
                <a:lnTo>
                  <a:pt x="389" y="456"/>
                </a:lnTo>
                <a:lnTo>
                  <a:pt x="388" y="456"/>
                </a:lnTo>
                <a:lnTo>
                  <a:pt x="388" y="457"/>
                </a:lnTo>
                <a:lnTo>
                  <a:pt x="389" y="458"/>
                </a:lnTo>
                <a:lnTo>
                  <a:pt x="389" y="459"/>
                </a:lnTo>
                <a:lnTo>
                  <a:pt x="389" y="460"/>
                </a:lnTo>
                <a:lnTo>
                  <a:pt x="388" y="460"/>
                </a:lnTo>
                <a:lnTo>
                  <a:pt x="387" y="460"/>
                </a:lnTo>
                <a:lnTo>
                  <a:pt x="386" y="461"/>
                </a:lnTo>
                <a:lnTo>
                  <a:pt x="386" y="462"/>
                </a:lnTo>
                <a:lnTo>
                  <a:pt x="385" y="462"/>
                </a:lnTo>
                <a:lnTo>
                  <a:pt x="385" y="464"/>
                </a:lnTo>
                <a:lnTo>
                  <a:pt x="383" y="465"/>
                </a:lnTo>
                <a:lnTo>
                  <a:pt x="382" y="465"/>
                </a:lnTo>
                <a:lnTo>
                  <a:pt x="381" y="465"/>
                </a:lnTo>
                <a:lnTo>
                  <a:pt x="380" y="465"/>
                </a:lnTo>
                <a:lnTo>
                  <a:pt x="379" y="466"/>
                </a:lnTo>
                <a:lnTo>
                  <a:pt x="377" y="466"/>
                </a:lnTo>
                <a:lnTo>
                  <a:pt x="375" y="466"/>
                </a:lnTo>
                <a:lnTo>
                  <a:pt x="374" y="466"/>
                </a:lnTo>
                <a:lnTo>
                  <a:pt x="373" y="466"/>
                </a:lnTo>
                <a:lnTo>
                  <a:pt x="372" y="466"/>
                </a:lnTo>
                <a:lnTo>
                  <a:pt x="371" y="466"/>
                </a:lnTo>
                <a:lnTo>
                  <a:pt x="371" y="467"/>
                </a:lnTo>
                <a:lnTo>
                  <a:pt x="370" y="467"/>
                </a:lnTo>
                <a:lnTo>
                  <a:pt x="370" y="468"/>
                </a:lnTo>
                <a:lnTo>
                  <a:pt x="370" y="469"/>
                </a:lnTo>
                <a:lnTo>
                  <a:pt x="369" y="470"/>
                </a:lnTo>
                <a:lnTo>
                  <a:pt x="368" y="471"/>
                </a:lnTo>
                <a:lnTo>
                  <a:pt x="368" y="472"/>
                </a:lnTo>
                <a:lnTo>
                  <a:pt x="367" y="473"/>
                </a:lnTo>
                <a:lnTo>
                  <a:pt x="367" y="474"/>
                </a:lnTo>
                <a:lnTo>
                  <a:pt x="367" y="475"/>
                </a:lnTo>
                <a:lnTo>
                  <a:pt x="366" y="475"/>
                </a:lnTo>
                <a:lnTo>
                  <a:pt x="366" y="477"/>
                </a:lnTo>
                <a:lnTo>
                  <a:pt x="366" y="478"/>
                </a:lnTo>
                <a:lnTo>
                  <a:pt x="366" y="479"/>
                </a:lnTo>
                <a:lnTo>
                  <a:pt x="365" y="479"/>
                </a:lnTo>
                <a:lnTo>
                  <a:pt x="365" y="480"/>
                </a:lnTo>
                <a:lnTo>
                  <a:pt x="364" y="480"/>
                </a:lnTo>
                <a:lnTo>
                  <a:pt x="364" y="481"/>
                </a:lnTo>
                <a:lnTo>
                  <a:pt x="363" y="482"/>
                </a:lnTo>
                <a:lnTo>
                  <a:pt x="362" y="483"/>
                </a:lnTo>
                <a:lnTo>
                  <a:pt x="362" y="484"/>
                </a:lnTo>
                <a:lnTo>
                  <a:pt x="359" y="488"/>
                </a:lnTo>
                <a:lnTo>
                  <a:pt x="358" y="489"/>
                </a:lnTo>
                <a:lnTo>
                  <a:pt x="357" y="489"/>
                </a:lnTo>
                <a:lnTo>
                  <a:pt x="356" y="489"/>
                </a:lnTo>
                <a:lnTo>
                  <a:pt x="355" y="489"/>
                </a:lnTo>
                <a:lnTo>
                  <a:pt x="354" y="488"/>
                </a:lnTo>
                <a:lnTo>
                  <a:pt x="352" y="488"/>
                </a:lnTo>
                <a:lnTo>
                  <a:pt x="351" y="488"/>
                </a:lnTo>
                <a:lnTo>
                  <a:pt x="351" y="487"/>
                </a:lnTo>
                <a:lnTo>
                  <a:pt x="350" y="487"/>
                </a:lnTo>
                <a:lnTo>
                  <a:pt x="348" y="487"/>
                </a:lnTo>
                <a:lnTo>
                  <a:pt x="348" y="488"/>
                </a:lnTo>
                <a:lnTo>
                  <a:pt x="347" y="488"/>
                </a:lnTo>
                <a:lnTo>
                  <a:pt x="346" y="489"/>
                </a:lnTo>
                <a:lnTo>
                  <a:pt x="345" y="489"/>
                </a:lnTo>
                <a:lnTo>
                  <a:pt x="344" y="489"/>
                </a:lnTo>
                <a:lnTo>
                  <a:pt x="344" y="490"/>
                </a:lnTo>
                <a:lnTo>
                  <a:pt x="343" y="490"/>
                </a:lnTo>
                <a:lnTo>
                  <a:pt x="342" y="490"/>
                </a:lnTo>
                <a:lnTo>
                  <a:pt x="341" y="489"/>
                </a:lnTo>
                <a:lnTo>
                  <a:pt x="340" y="489"/>
                </a:lnTo>
                <a:lnTo>
                  <a:pt x="338" y="489"/>
                </a:lnTo>
                <a:lnTo>
                  <a:pt x="337" y="489"/>
                </a:lnTo>
                <a:lnTo>
                  <a:pt x="336" y="489"/>
                </a:lnTo>
                <a:lnTo>
                  <a:pt x="335" y="489"/>
                </a:lnTo>
                <a:lnTo>
                  <a:pt x="334" y="490"/>
                </a:lnTo>
                <a:lnTo>
                  <a:pt x="333" y="490"/>
                </a:lnTo>
                <a:lnTo>
                  <a:pt x="332" y="489"/>
                </a:lnTo>
                <a:lnTo>
                  <a:pt x="329" y="489"/>
                </a:lnTo>
                <a:lnTo>
                  <a:pt x="328" y="489"/>
                </a:lnTo>
                <a:lnTo>
                  <a:pt x="327" y="489"/>
                </a:lnTo>
                <a:lnTo>
                  <a:pt x="326" y="489"/>
                </a:lnTo>
                <a:lnTo>
                  <a:pt x="325" y="489"/>
                </a:lnTo>
                <a:lnTo>
                  <a:pt x="324" y="489"/>
                </a:lnTo>
                <a:lnTo>
                  <a:pt x="323" y="490"/>
                </a:lnTo>
                <a:lnTo>
                  <a:pt x="322" y="490"/>
                </a:lnTo>
                <a:lnTo>
                  <a:pt x="320" y="490"/>
                </a:lnTo>
                <a:lnTo>
                  <a:pt x="318" y="490"/>
                </a:lnTo>
                <a:lnTo>
                  <a:pt x="317" y="489"/>
                </a:lnTo>
                <a:lnTo>
                  <a:pt x="316" y="489"/>
                </a:lnTo>
                <a:lnTo>
                  <a:pt x="316" y="490"/>
                </a:lnTo>
                <a:lnTo>
                  <a:pt x="315" y="490"/>
                </a:lnTo>
                <a:lnTo>
                  <a:pt x="314" y="490"/>
                </a:lnTo>
                <a:lnTo>
                  <a:pt x="314" y="489"/>
                </a:lnTo>
                <a:lnTo>
                  <a:pt x="312" y="489"/>
                </a:lnTo>
                <a:lnTo>
                  <a:pt x="311" y="489"/>
                </a:lnTo>
                <a:lnTo>
                  <a:pt x="310" y="489"/>
                </a:lnTo>
                <a:lnTo>
                  <a:pt x="309" y="489"/>
                </a:lnTo>
                <a:lnTo>
                  <a:pt x="308" y="489"/>
                </a:lnTo>
                <a:lnTo>
                  <a:pt x="306" y="490"/>
                </a:lnTo>
                <a:lnTo>
                  <a:pt x="305" y="490"/>
                </a:lnTo>
                <a:lnTo>
                  <a:pt x="304" y="490"/>
                </a:lnTo>
                <a:lnTo>
                  <a:pt x="304" y="489"/>
                </a:lnTo>
                <a:lnTo>
                  <a:pt x="303" y="489"/>
                </a:lnTo>
                <a:lnTo>
                  <a:pt x="302" y="489"/>
                </a:lnTo>
                <a:lnTo>
                  <a:pt x="301" y="489"/>
                </a:lnTo>
                <a:lnTo>
                  <a:pt x="300" y="489"/>
                </a:lnTo>
                <a:lnTo>
                  <a:pt x="300" y="490"/>
                </a:lnTo>
                <a:lnTo>
                  <a:pt x="300" y="491"/>
                </a:lnTo>
                <a:lnTo>
                  <a:pt x="298" y="493"/>
                </a:lnTo>
                <a:lnTo>
                  <a:pt x="297" y="494"/>
                </a:lnTo>
                <a:lnTo>
                  <a:pt x="297" y="495"/>
                </a:lnTo>
                <a:lnTo>
                  <a:pt x="297" y="497"/>
                </a:lnTo>
                <a:lnTo>
                  <a:pt x="297" y="498"/>
                </a:lnTo>
                <a:lnTo>
                  <a:pt x="296" y="498"/>
                </a:lnTo>
                <a:lnTo>
                  <a:pt x="295" y="498"/>
                </a:lnTo>
                <a:lnTo>
                  <a:pt x="295" y="497"/>
                </a:lnTo>
                <a:lnTo>
                  <a:pt x="294" y="497"/>
                </a:lnTo>
                <a:lnTo>
                  <a:pt x="294" y="498"/>
                </a:lnTo>
                <a:lnTo>
                  <a:pt x="294" y="499"/>
                </a:lnTo>
                <a:lnTo>
                  <a:pt x="295" y="499"/>
                </a:lnTo>
                <a:lnTo>
                  <a:pt x="294" y="500"/>
                </a:lnTo>
                <a:lnTo>
                  <a:pt x="293" y="500"/>
                </a:lnTo>
                <a:lnTo>
                  <a:pt x="292" y="500"/>
                </a:lnTo>
                <a:lnTo>
                  <a:pt x="292" y="501"/>
                </a:lnTo>
                <a:lnTo>
                  <a:pt x="291" y="501"/>
                </a:lnTo>
                <a:lnTo>
                  <a:pt x="290" y="501"/>
                </a:lnTo>
                <a:lnTo>
                  <a:pt x="290" y="502"/>
                </a:lnTo>
                <a:lnTo>
                  <a:pt x="290" y="504"/>
                </a:lnTo>
                <a:lnTo>
                  <a:pt x="289" y="505"/>
                </a:lnTo>
                <a:lnTo>
                  <a:pt x="289" y="506"/>
                </a:lnTo>
                <a:lnTo>
                  <a:pt x="288" y="506"/>
                </a:lnTo>
                <a:lnTo>
                  <a:pt x="287" y="506"/>
                </a:lnTo>
                <a:lnTo>
                  <a:pt x="287" y="507"/>
                </a:lnTo>
                <a:lnTo>
                  <a:pt x="287" y="508"/>
                </a:lnTo>
                <a:lnTo>
                  <a:pt x="286" y="508"/>
                </a:lnTo>
                <a:lnTo>
                  <a:pt x="286" y="509"/>
                </a:lnTo>
                <a:lnTo>
                  <a:pt x="285" y="510"/>
                </a:lnTo>
                <a:lnTo>
                  <a:pt x="284" y="511"/>
                </a:lnTo>
                <a:lnTo>
                  <a:pt x="284" y="512"/>
                </a:lnTo>
                <a:lnTo>
                  <a:pt x="283" y="512"/>
                </a:lnTo>
                <a:lnTo>
                  <a:pt x="281" y="513"/>
                </a:lnTo>
                <a:lnTo>
                  <a:pt x="281" y="514"/>
                </a:lnTo>
                <a:lnTo>
                  <a:pt x="280" y="514"/>
                </a:lnTo>
                <a:lnTo>
                  <a:pt x="280" y="515"/>
                </a:lnTo>
                <a:lnTo>
                  <a:pt x="279" y="515"/>
                </a:lnTo>
                <a:lnTo>
                  <a:pt x="278" y="516"/>
                </a:lnTo>
                <a:lnTo>
                  <a:pt x="278" y="517"/>
                </a:lnTo>
                <a:lnTo>
                  <a:pt x="277" y="518"/>
                </a:lnTo>
                <a:lnTo>
                  <a:pt x="276" y="518"/>
                </a:lnTo>
                <a:lnTo>
                  <a:pt x="276" y="519"/>
                </a:lnTo>
                <a:lnTo>
                  <a:pt x="275" y="520"/>
                </a:lnTo>
                <a:lnTo>
                  <a:pt x="274" y="521"/>
                </a:lnTo>
                <a:lnTo>
                  <a:pt x="273" y="522"/>
                </a:lnTo>
                <a:lnTo>
                  <a:pt x="271" y="522"/>
                </a:lnTo>
                <a:lnTo>
                  <a:pt x="271" y="523"/>
                </a:lnTo>
                <a:lnTo>
                  <a:pt x="270" y="523"/>
                </a:lnTo>
                <a:lnTo>
                  <a:pt x="270" y="524"/>
                </a:lnTo>
                <a:lnTo>
                  <a:pt x="269" y="526"/>
                </a:lnTo>
                <a:lnTo>
                  <a:pt x="269" y="527"/>
                </a:lnTo>
                <a:lnTo>
                  <a:pt x="268" y="527"/>
                </a:lnTo>
                <a:lnTo>
                  <a:pt x="268" y="526"/>
                </a:lnTo>
                <a:lnTo>
                  <a:pt x="267" y="526"/>
                </a:lnTo>
                <a:lnTo>
                  <a:pt x="266" y="525"/>
                </a:lnTo>
                <a:lnTo>
                  <a:pt x="266" y="524"/>
                </a:lnTo>
                <a:lnTo>
                  <a:pt x="266" y="523"/>
                </a:lnTo>
                <a:lnTo>
                  <a:pt x="265" y="523"/>
                </a:lnTo>
                <a:lnTo>
                  <a:pt x="264" y="523"/>
                </a:lnTo>
                <a:lnTo>
                  <a:pt x="264" y="522"/>
                </a:lnTo>
                <a:lnTo>
                  <a:pt x="263" y="522"/>
                </a:lnTo>
                <a:lnTo>
                  <a:pt x="262" y="521"/>
                </a:lnTo>
                <a:lnTo>
                  <a:pt x="263" y="520"/>
                </a:lnTo>
                <a:lnTo>
                  <a:pt x="264" y="520"/>
                </a:lnTo>
                <a:lnTo>
                  <a:pt x="263" y="520"/>
                </a:lnTo>
                <a:lnTo>
                  <a:pt x="263" y="518"/>
                </a:lnTo>
                <a:lnTo>
                  <a:pt x="262" y="518"/>
                </a:lnTo>
                <a:lnTo>
                  <a:pt x="263" y="517"/>
                </a:lnTo>
                <a:lnTo>
                  <a:pt x="262" y="517"/>
                </a:lnTo>
                <a:lnTo>
                  <a:pt x="262" y="518"/>
                </a:lnTo>
                <a:lnTo>
                  <a:pt x="261" y="518"/>
                </a:lnTo>
                <a:lnTo>
                  <a:pt x="260" y="518"/>
                </a:lnTo>
                <a:lnTo>
                  <a:pt x="260" y="517"/>
                </a:lnTo>
                <a:lnTo>
                  <a:pt x="260" y="516"/>
                </a:lnTo>
                <a:lnTo>
                  <a:pt x="259" y="516"/>
                </a:lnTo>
                <a:lnTo>
                  <a:pt x="258" y="516"/>
                </a:lnTo>
                <a:lnTo>
                  <a:pt x="259" y="516"/>
                </a:lnTo>
                <a:lnTo>
                  <a:pt x="259" y="517"/>
                </a:lnTo>
                <a:lnTo>
                  <a:pt x="260" y="517"/>
                </a:lnTo>
                <a:lnTo>
                  <a:pt x="259" y="517"/>
                </a:lnTo>
                <a:lnTo>
                  <a:pt x="258" y="517"/>
                </a:lnTo>
                <a:lnTo>
                  <a:pt x="258" y="518"/>
                </a:lnTo>
                <a:lnTo>
                  <a:pt x="257" y="518"/>
                </a:lnTo>
                <a:lnTo>
                  <a:pt x="257" y="517"/>
                </a:lnTo>
                <a:lnTo>
                  <a:pt x="256" y="517"/>
                </a:lnTo>
                <a:lnTo>
                  <a:pt x="256" y="518"/>
                </a:lnTo>
                <a:lnTo>
                  <a:pt x="257" y="518"/>
                </a:lnTo>
                <a:lnTo>
                  <a:pt x="256" y="518"/>
                </a:lnTo>
                <a:lnTo>
                  <a:pt x="256" y="519"/>
                </a:lnTo>
                <a:lnTo>
                  <a:pt x="255" y="519"/>
                </a:lnTo>
                <a:lnTo>
                  <a:pt x="255" y="520"/>
                </a:lnTo>
                <a:lnTo>
                  <a:pt x="256" y="520"/>
                </a:lnTo>
                <a:lnTo>
                  <a:pt x="255" y="521"/>
                </a:lnTo>
                <a:lnTo>
                  <a:pt x="256" y="522"/>
                </a:lnTo>
                <a:lnTo>
                  <a:pt x="255" y="522"/>
                </a:lnTo>
                <a:lnTo>
                  <a:pt x="254" y="522"/>
                </a:lnTo>
                <a:lnTo>
                  <a:pt x="255" y="523"/>
                </a:lnTo>
                <a:lnTo>
                  <a:pt x="255" y="524"/>
                </a:lnTo>
                <a:lnTo>
                  <a:pt x="255" y="525"/>
                </a:lnTo>
                <a:lnTo>
                  <a:pt x="256" y="525"/>
                </a:lnTo>
                <a:lnTo>
                  <a:pt x="256" y="524"/>
                </a:lnTo>
                <a:lnTo>
                  <a:pt x="256" y="525"/>
                </a:lnTo>
                <a:lnTo>
                  <a:pt x="255" y="525"/>
                </a:lnTo>
                <a:lnTo>
                  <a:pt x="255" y="526"/>
                </a:lnTo>
                <a:lnTo>
                  <a:pt x="256" y="526"/>
                </a:lnTo>
                <a:lnTo>
                  <a:pt x="255" y="526"/>
                </a:lnTo>
                <a:lnTo>
                  <a:pt x="254" y="526"/>
                </a:lnTo>
                <a:lnTo>
                  <a:pt x="254" y="527"/>
                </a:lnTo>
                <a:lnTo>
                  <a:pt x="255" y="527"/>
                </a:lnTo>
                <a:lnTo>
                  <a:pt x="255" y="528"/>
                </a:lnTo>
                <a:lnTo>
                  <a:pt x="254" y="528"/>
                </a:lnTo>
                <a:lnTo>
                  <a:pt x="253" y="527"/>
                </a:lnTo>
                <a:lnTo>
                  <a:pt x="253" y="526"/>
                </a:lnTo>
                <a:lnTo>
                  <a:pt x="252" y="526"/>
                </a:lnTo>
                <a:lnTo>
                  <a:pt x="252" y="525"/>
                </a:lnTo>
                <a:lnTo>
                  <a:pt x="251" y="525"/>
                </a:lnTo>
                <a:lnTo>
                  <a:pt x="251" y="526"/>
                </a:lnTo>
                <a:lnTo>
                  <a:pt x="250" y="526"/>
                </a:lnTo>
                <a:lnTo>
                  <a:pt x="250" y="527"/>
                </a:lnTo>
                <a:lnTo>
                  <a:pt x="250" y="528"/>
                </a:lnTo>
                <a:lnTo>
                  <a:pt x="251" y="528"/>
                </a:lnTo>
                <a:lnTo>
                  <a:pt x="251" y="529"/>
                </a:lnTo>
                <a:lnTo>
                  <a:pt x="251" y="530"/>
                </a:lnTo>
                <a:lnTo>
                  <a:pt x="250" y="530"/>
                </a:lnTo>
                <a:lnTo>
                  <a:pt x="250" y="531"/>
                </a:lnTo>
                <a:lnTo>
                  <a:pt x="250" y="532"/>
                </a:lnTo>
                <a:lnTo>
                  <a:pt x="252" y="532"/>
                </a:lnTo>
                <a:lnTo>
                  <a:pt x="253" y="532"/>
                </a:lnTo>
                <a:lnTo>
                  <a:pt x="253" y="531"/>
                </a:lnTo>
                <a:lnTo>
                  <a:pt x="254" y="531"/>
                </a:lnTo>
                <a:lnTo>
                  <a:pt x="254" y="532"/>
                </a:lnTo>
                <a:lnTo>
                  <a:pt x="253" y="532"/>
                </a:lnTo>
                <a:lnTo>
                  <a:pt x="253" y="533"/>
                </a:lnTo>
                <a:lnTo>
                  <a:pt x="254" y="532"/>
                </a:lnTo>
                <a:lnTo>
                  <a:pt x="254" y="533"/>
                </a:lnTo>
                <a:lnTo>
                  <a:pt x="255" y="534"/>
                </a:lnTo>
                <a:lnTo>
                  <a:pt x="255" y="535"/>
                </a:lnTo>
                <a:lnTo>
                  <a:pt x="254" y="535"/>
                </a:lnTo>
                <a:lnTo>
                  <a:pt x="254" y="536"/>
                </a:lnTo>
                <a:lnTo>
                  <a:pt x="253" y="536"/>
                </a:lnTo>
                <a:lnTo>
                  <a:pt x="252" y="536"/>
                </a:lnTo>
                <a:lnTo>
                  <a:pt x="252" y="537"/>
                </a:lnTo>
                <a:lnTo>
                  <a:pt x="251" y="538"/>
                </a:lnTo>
                <a:lnTo>
                  <a:pt x="251" y="539"/>
                </a:lnTo>
                <a:lnTo>
                  <a:pt x="250" y="538"/>
                </a:lnTo>
                <a:lnTo>
                  <a:pt x="249" y="538"/>
                </a:lnTo>
                <a:lnTo>
                  <a:pt x="248" y="538"/>
                </a:lnTo>
                <a:lnTo>
                  <a:pt x="247" y="538"/>
                </a:lnTo>
                <a:lnTo>
                  <a:pt x="246" y="538"/>
                </a:lnTo>
                <a:lnTo>
                  <a:pt x="246" y="537"/>
                </a:lnTo>
                <a:lnTo>
                  <a:pt x="245" y="537"/>
                </a:lnTo>
                <a:lnTo>
                  <a:pt x="245" y="536"/>
                </a:lnTo>
                <a:lnTo>
                  <a:pt x="244" y="536"/>
                </a:lnTo>
                <a:lnTo>
                  <a:pt x="243" y="537"/>
                </a:lnTo>
                <a:lnTo>
                  <a:pt x="242" y="537"/>
                </a:lnTo>
                <a:lnTo>
                  <a:pt x="241" y="537"/>
                </a:lnTo>
                <a:lnTo>
                  <a:pt x="240" y="537"/>
                </a:lnTo>
                <a:lnTo>
                  <a:pt x="239" y="538"/>
                </a:lnTo>
                <a:lnTo>
                  <a:pt x="238" y="538"/>
                </a:lnTo>
                <a:lnTo>
                  <a:pt x="237" y="537"/>
                </a:lnTo>
                <a:lnTo>
                  <a:pt x="236" y="537"/>
                </a:lnTo>
                <a:lnTo>
                  <a:pt x="236" y="538"/>
                </a:lnTo>
                <a:lnTo>
                  <a:pt x="235" y="538"/>
                </a:lnTo>
                <a:lnTo>
                  <a:pt x="234" y="538"/>
                </a:lnTo>
                <a:lnTo>
                  <a:pt x="234" y="539"/>
                </a:lnTo>
                <a:lnTo>
                  <a:pt x="233" y="539"/>
                </a:lnTo>
                <a:lnTo>
                  <a:pt x="232" y="539"/>
                </a:lnTo>
                <a:lnTo>
                  <a:pt x="231" y="539"/>
                </a:lnTo>
                <a:lnTo>
                  <a:pt x="231" y="540"/>
                </a:lnTo>
                <a:lnTo>
                  <a:pt x="230" y="540"/>
                </a:lnTo>
                <a:lnTo>
                  <a:pt x="229" y="541"/>
                </a:lnTo>
                <a:lnTo>
                  <a:pt x="228" y="540"/>
                </a:lnTo>
                <a:lnTo>
                  <a:pt x="227" y="541"/>
                </a:lnTo>
                <a:lnTo>
                  <a:pt x="228" y="542"/>
                </a:lnTo>
                <a:lnTo>
                  <a:pt x="228" y="543"/>
                </a:lnTo>
                <a:lnTo>
                  <a:pt x="228" y="544"/>
                </a:lnTo>
                <a:lnTo>
                  <a:pt x="227" y="545"/>
                </a:lnTo>
                <a:lnTo>
                  <a:pt x="227" y="546"/>
                </a:lnTo>
                <a:lnTo>
                  <a:pt x="227" y="547"/>
                </a:lnTo>
                <a:lnTo>
                  <a:pt x="227" y="548"/>
                </a:lnTo>
                <a:lnTo>
                  <a:pt x="227" y="549"/>
                </a:lnTo>
                <a:lnTo>
                  <a:pt x="226" y="550"/>
                </a:lnTo>
                <a:lnTo>
                  <a:pt x="227" y="550"/>
                </a:lnTo>
                <a:lnTo>
                  <a:pt x="227" y="551"/>
                </a:lnTo>
                <a:lnTo>
                  <a:pt x="226" y="551"/>
                </a:lnTo>
                <a:lnTo>
                  <a:pt x="225" y="552"/>
                </a:lnTo>
                <a:lnTo>
                  <a:pt x="224" y="552"/>
                </a:lnTo>
                <a:lnTo>
                  <a:pt x="223" y="553"/>
                </a:lnTo>
                <a:lnTo>
                  <a:pt x="222" y="553"/>
                </a:lnTo>
                <a:lnTo>
                  <a:pt x="222" y="554"/>
                </a:lnTo>
                <a:lnTo>
                  <a:pt x="221" y="555"/>
                </a:lnTo>
                <a:lnTo>
                  <a:pt x="221" y="556"/>
                </a:lnTo>
                <a:lnTo>
                  <a:pt x="222" y="557"/>
                </a:lnTo>
                <a:lnTo>
                  <a:pt x="221" y="557"/>
                </a:lnTo>
                <a:lnTo>
                  <a:pt x="221" y="558"/>
                </a:lnTo>
                <a:lnTo>
                  <a:pt x="221" y="559"/>
                </a:lnTo>
                <a:lnTo>
                  <a:pt x="220" y="559"/>
                </a:lnTo>
                <a:lnTo>
                  <a:pt x="219" y="559"/>
                </a:lnTo>
                <a:lnTo>
                  <a:pt x="219" y="560"/>
                </a:lnTo>
                <a:lnTo>
                  <a:pt x="219" y="561"/>
                </a:lnTo>
                <a:lnTo>
                  <a:pt x="219" y="562"/>
                </a:lnTo>
                <a:lnTo>
                  <a:pt x="219" y="563"/>
                </a:lnTo>
                <a:lnTo>
                  <a:pt x="219" y="564"/>
                </a:lnTo>
                <a:lnTo>
                  <a:pt x="219" y="565"/>
                </a:lnTo>
                <a:lnTo>
                  <a:pt x="218" y="565"/>
                </a:lnTo>
                <a:lnTo>
                  <a:pt x="218" y="566"/>
                </a:lnTo>
                <a:lnTo>
                  <a:pt x="218" y="567"/>
                </a:lnTo>
                <a:lnTo>
                  <a:pt x="218" y="568"/>
                </a:lnTo>
                <a:lnTo>
                  <a:pt x="217" y="568"/>
                </a:lnTo>
                <a:lnTo>
                  <a:pt x="217" y="569"/>
                </a:lnTo>
                <a:lnTo>
                  <a:pt x="216" y="569"/>
                </a:lnTo>
                <a:lnTo>
                  <a:pt x="216" y="570"/>
                </a:lnTo>
                <a:lnTo>
                  <a:pt x="215" y="570"/>
                </a:lnTo>
                <a:lnTo>
                  <a:pt x="214" y="571"/>
                </a:lnTo>
                <a:lnTo>
                  <a:pt x="214" y="572"/>
                </a:lnTo>
                <a:lnTo>
                  <a:pt x="213" y="572"/>
                </a:lnTo>
                <a:lnTo>
                  <a:pt x="212" y="572"/>
                </a:lnTo>
                <a:lnTo>
                  <a:pt x="212" y="573"/>
                </a:lnTo>
                <a:lnTo>
                  <a:pt x="213" y="573"/>
                </a:lnTo>
                <a:lnTo>
                  <a:pt x="212" y="574"/>
                </a:lnTo>
                <a:lnTo>
                  <a:pt x="211" y="575"/>
                </a:lnTo>
                <a:lnTo>
                  <a:pt x="210" y="575"/>
                </a:lnTo>
                <a:lnTo>
                  <a:pt x="209" y="576"/>
                </a:lnTo>
                <a:lnTo>
                  <a:pt x="209" y="577"/>
                </a:lnTo>
                <a:lnTo>
                  <a:pt x="210" y="577"/>
                </a:lnTo>
                <a:lnTo>
                  <a:pt x="210" y="578"/>
                </a:lnTo>
                <a:lnTo>
                  <a:pt x="210" y="579"/>
                </a:lnTo>
                <a:lnTo>
                  <a:pt x="210" y="578"/>
                </a:lnTo>
                <a:lnTo>
                  <a:pt x="211" y="578"/>
                </a:lnTo>
                <a:lnTo>
                  <a:pt x="211" y="579"/>
                </a:lnTo>
                <a:lnTo>
                  <a:pt x="210" y="580"/>
                </a:lnTo>
                <a:lnTo>
                  <a:pt x="210" y="581"/>
                </a:lnTo>
                <a:lnTo>
                  <a:pt x="209" y="581"/>
                </a:lnTo>
                <a:lnTo>
                  <a:pt x="209" y="582"/>
                </a:lnTo>
                <a:lnTo>
                  <a:pt x="208" y="582"/>
                </a:lnTo>
                <a:lnTo>
                  <a:pt x="208" y="583"/>
                </a:lnTo>
                <a:lnTo>
                  <a:pt x="208" y="584"/>
                </a:lnTo>
                <a:lnTo>
                  <a:pt x="208" y="585"/>
                </a:lnTo>
                <a:lnTo>
                  <a:pt x="207" y="585"/>
                </a:lnTo>
                <a:lnTo>
                  <a:pt x="206" y="585"/>
                </a:lnTo>
                <a:lnTo>
                  <a:pt x="206" y="586"/>
                </a:lnTo>
                <a:lnTo>
                  <a:pt x="205" y="586"/>
                </a:lnTo>
                <a:lnTo>
                  <a:pt x="204" y="586"/>
                </a:lnTo>
                <a:lnTo>
                  <a:pt x="204" y="587"/>
                </a:lnTo>
                <a:lnTo>
                  <a:pt x="203" y="587"/>
                </a:lnTo>
                <a:lnTo>
                  <a:pt x="203" y="588"/>
                </a:lnTo>
                <a:lnTo>
                  <a:pt x="203" y="589"/>
                </a:lnTo>
                <a:lnTo>
                  <a:pt x="202" y="589"/>
                </a:lnTo>
                <a:lnTo>
                  <a:pt x="202" y="590"/>
                </a:lnTo>
                <a:lnTo>
                  <a:pt x="202" y="591"/>
                </a:lnTo>
                <a:lnTo>
                  <a:pt x="201" y="591"/>
                </a:lnTo>
                <a:lnTo>
                  <a:pt x="201" y="592"/>
                </a:lnTo>
                <a:lnTo>
                  <a:pt x="202" y="592"/>
                </a:lnTo>
                <a:lnTo>
                  <a:pt x="202" y="593"/>
                </a:lnTo>
                <a:lnTo>
                  <a:pt x="201" y="593"/>
                </a:lnTo>
                <a:lnTo>
                  <a:pt x="201" y="594"/>
                </a:lnTo>
                <a:lnTo>
                  <a:pt x="201" y="595"/>
                </a:lnTo>
                <a:lnTo>
                  <a:pt x="200" y="595"/>
                </a:lnTo>
                <a:lnTo>
                  <a:pt x="199" y="595"/>
                </a:lnTo>
                <a:lnTo>
                  <a:pt x="197" y="595"/>
                </a:lnTo>
                <a:lnTo>
                  <a:pt x="197" y="596"/>
                </a:lnTo>
                <a:lnTo>
                  <a:pt x="196" y="596"/>
                </a:lnTo>
                <a:lnTo>
                  <a:pt x="195" y="596"/>
                </a:lnTo>
                <a:lnTo>
                  <a:pt x="195" y="597"/>
                </a:lnTo>
                <a:lnTo>
                  <a:pt x="193" y="597"/>
                </a:lnTo>
                <a:lnTo>
                  <a:pt x="193" y="598"/>
                </a:lnTo>
                <a:lnTo>
                  <a:pt x="192" y="598"/>
                </a:lnTo>
                <a:lnTo>
                  <a:pt x="191" y="598"/>
                </a:lnTo>
                <a:lnTo>
                  <a:pt x="190" y="598"/>
                </a:lnTo>
                <a:lnTo>
                  <a:pt x="189" y="598"/>
                </a:lnTo>
                <a:lnTo>
                  <a:pt x="188" y="599"/>
                </a:lnTo>
                <a:lnTo>
                  <a:pt x="187" y="599"/>
                </a:lnTo>
                <a:lnTo>
                  <a:pt x="187" y="600"/>
                </a:lnTo>
                <a:lnTo>
                  <a:pt x="186" y="600"/>
                </a:lnTo>
                <a:lnTo>
                  <a:pt x="186" y="599"/>
                </a:lnTo>
                <a:lnTo>
                  <a:pt x="185" y="599"/>
                </a:lnTo>
                <a:lnTo>
                  <a:pt x="184" y="600"/>
                </a:lnTo>
                <a:lnTo>
                  <a:pt x="183" y="600"/>
                </a:lnTo>
                <a:lnTo>
                  <a:pt x="182" y="600"/>
                </a:lnTo>
                <a:lnTo>
                  <a:pt x="182" y="601"/>
                </a:lnTo>
                <a:lnTo>
                  <a:pt x="182" y="602"/>
                </a:lnTo>
                <a:lnTo>
                  <a:pt x="181" y="602"/>
                </a:lnTo>
                <a:lnTo>
                  <a:pt x="181" y="603"/>
                </a:lnTo>
                <a:lnTo>
                  <a:pt x="180" y="604"/>
                </a:lnTo>
                <a:lnTo>
                  <a:pt x="180" y="605"/>
                </a:lnTo>
                <a:lnTo>
                  <a:pt x="180" y="606"/>
                </a:lnTo>
                <a:lnTo>
                  <a:pt x="180" y="607"/>
                </a:lnTo>
                <a:lnTo>
                  <a:pt x="179" y="607"/>
                </a:lnTo>
                <a:lnTo>
                  <a:pt x="178" y="607"/>
                </a:lnTo>
                <a:lnTo>
                  <a:pt x="177" y="607"/>
                </a:lnTo>
                <a:lnTo>
                  <a:pt x="177" y="608"/>
                </a:lnTo>
                <a:lnTo>
                  <a:pt x="176" y="609"/>
                </a:lnTo>
                <a:lnTo>
                  <a:pt x="176" y="610"/>
                </a:lnTo>
                <a:lnTo>
                  <a:pt x="175" y="610"/>
                </a:lnTo>
                <a:lnTo>
                  <a:pt x="174" y="610"/>
                </a:lnTo>
                <a:lnTo>
                  <a:pt x="174" y="611"/>
                </a:lnTo>
                <a:lnTo>
                  <a:pt x="174" y="612"/>
                </a:lnTo>
                <a:lnTo>
                  <a:pt x="173" y="613"/>
                </a:lnTo>
                <a:lnTo>
                  <a:pt x="172" y="614"/>
                </a:lnTo>
                <a:lnTo>
                  <a:pt x="171" y="613"/>
                </a:lnTo>
                <a:lnTo>
                  <a:pt x="171" y="614"/>
                </a:lnTo>
                <a:lnTo>
                  <a:pt x="171" y="615"/>
                </a:lnTo>
                <a:lnTo>
                  <a:pt x="170" y="615"/>
                </a:lnTo>
                <a:lnTo>
                  <a:pt x="170" y="616"/>
                </a:lnTo>
                <a:lnTo>
                  <a:pt x="170" y="617"/>
                </a:lnTo>
                <a:lnTo>
                  <a:pt x="169" y="618"/>
                </a:lnTo>
                <a:lnTo>
                  <a:pt x="169" y="619"/>
                </a:lnTo>
                <a:lnTo>
                  <a:pt x="169" y="620"/>
                </a:lnTo>
                <a:lnTo>
                  <a:pt x="169" y="621"/>
                </a:lnTo>
                <a:lnTo>
                  <a:pt x="169" y="622"/>
                </a:lnTo>
                <a:lnTo>
                  <a:pt x="168" y="622"/>
                </a:lnTo>
                <a:lnTo>
                  <a:pt x="168" y="623"/>
                </a:lnTo>
                <a:lnTo>
                  <a:pt x="167" y="623"/>
                </a:lnTo>
                <a:lnTo>
                  <a:pt x="167" y="624"/>
                </a:lnTo>
                <a:lnTo>
                  <a:pt x="166" y="625"/>
                </a:lnTo>
                <a:lnTo>
                  <a:pt x="166" y="626"/>
                </a:lnTo>
                <a:lnTo>
                  <a:pt x="165" y="627"/>
                </a:lnTo>
                <a:lnTo>
                  <a:pt x="165" y="629"/>
                </a:lnTo>
                <a:lnTo>
                  <a:pt x="166" y="629"/>
                </a:lnTo>
                <a:lnTo>
                  <a:pt x="165" y="630"/>
                </a:lnTo>
                <a:lnTo>
                  <a:pt x="165" y="631"/>
                </a:lnTo>
                <a:lnTo>
                  <a:pt x="166" y="631"/>
                </a:lnTo>
                <a:lnTo>
                  <a:pt x="166" y="630"/>
                </a:lnTo>
                <a:lnTo>
                  <a:pt x="167" y="630"/>
                </a:lnTo>
                <a:lnTo>
                  <a:pt x="167" y="631"/>
                </a:lnTo>
                <a:lnTo>
                  <a:pt x="168" y="631"/>
                </a:lnTo>
                <a:lnTo>
                  <a:pt x="168" y="632"/>
                </a:lnTo>
                <a:lnTo>
                  <a:pt x="168" y="633"/>
                </a:lnTo>
                <a:lnTo>
                  <a:pt x="167" y="633"/>
                </a:lnTo>
                <a:lnTo>
                  <a:pt x="167" y="634"/>
                </a:lnTo>
                <a:lnTo>
                  <a:pt x="167" y="635"/>
                </a:lnTo>
                <a:lnTo>
                  <a:pt x="166" y="635"/>
                </a:lnTo>
                <a:lnTo>
                  <a:pt x="166" y="636"/>
                </a:lnTo>
                <a:lnTo>
                  <a:pt x="167" y="636"/>
                </a:lnTo>
                <a:lnTo>
                  <a:pt x="168" y="636"/>
                </a:lnTo>
                <a:lnTo>
                  <a:pt x="169" y="637"/>
                </a:lnTo>
                <a:lnTo>
                  <a:pt x="170" y="637"/>
                </a:lnTo>
                <a:lnTo>
                  <a:pt x="170" y="638"/>
                </a:lnTo>
                <a:lnTo>
                  <a:pt x="170" y="639"/>
                </a:lnTo>
                <a:lnTo>
                  <a:pt x="170" y="640"/>
                </a:lnTo>
                <a:lnTo>
                  <a:pt x="171" y="640"/>
                </a:lnTo>
                <a:lnTo>
                  <a:pt x="170" y="641"/>
                </a:lnTo>
                <a:lnTo>
                  <a:pt x="170" y="642"/>
                </a:lnTo>
                <a:lnTo>
                  <a:pt x="171" y="642"/>
                </a:lnTo>
                <a:lnTo>
                  <a:pt x="172" y="642"/>
                </a:lnTo>
                <a:lnTo>
                  <a:pt x="172" y="644"/>
                </a:lnTo>
                <a:lnTo>
                  <a:pt x="172" y="645"/>
                </a:lnTo>
                <a:lnTo>
                  <a:pt x="171" y="645"/>
                </a:lnTo>
                <a:lnTo>
                  <a:pt x="171" y="646"/>
                </a:lnTo>
                <a:lnTo>
                  <a:pt x="172" y="646"/>
                </a:lnTo>
                <a:lnTo>
                  <a:pt x="173" y="646"/>
                </a:lnTo>
                <a:lnTo>
                  <a:pt x="173" y="645"/>
                </a:lnTo>
                <a:lnTo>
                  <a:pt x="174" y="645"/>
                </a:lnTo>
                <a:lnTo>
                  <a:pt x="175" y="645"/>
                </a:lnTo>
                <a:lnTo>
                  <a:pt x="176" y="645"/>
                </a:lnTo>
                <a:lnTo>
                  <a:pt x="176" y="644"/>
                </a:lnTo>
                <a:lnTo>
                  <a:pt x="177" y="644"/>
                </a:lnTo>
                <a:lnTo>
                  <a:pt x="177" y="645"/>
                </a:lnTo>
                <a:lnTo>
                  <a:pt x="177" y="646"/>
                </a:lnTo>
                <a:lnTo>
                  <a:pt x="177" y="647"/>
                </a:lnTo>
                <a:lnTo>
                  <a:pt x="177" y="648"/>
                </a:lnTo>
                <a:lnTo>
                  <a:pt x="178" y="648"/>
                </a:lnTo>
                <a:lnTo>
                  <a:pt x="178" y="649"/>
                </a:lnTo>
                <a:lnTo>
                  <a:pt x="179" y="649"/>
                </a:lnTo>
                <a:lnTo>
                  <a:pt x="180" y="650"/>
                </a:lnTo>
                <a:lnTo>
                  <a:pt x="180" y="649"/>
                </a:lnTo>
                <a:lnTo>
                  <a:pt x="181" y="650"/>
                </a:lnTo>
                <a:lnTo>
                  <a:pt x="181" y="651"/>
                </a:lnTo>
                <a:lnTo>
                  <a:pt x="181" y="652"/>
                </a:lnTo>
                <a:lnTo>
                  <a:pt x="182" y="652"/>
                </a:lnTo>
                <a:lnTo>
                  <a:pt x="182" y="653"/>
                </a:lnTo>
                <a:lnTo>
                  <a:pt x="182" y="654"/>
                </a:lnTo>
                <a:lnTo>
                  <a:pt x="182" y="655"/>
                </a:lnTo>
                <a:lnTo>
                  <a:pt x="182" y="656"/>
                </a:lnTo>
                <a:lnTo>
                  <a:pt x="183" y="657"/>
                </a:lnTo>
                <a:lnTo>
                  <a:pt x="182" y="657"/>
                </a:lnTo>
                <a:lnTo>
                  <a:pt x="182" y="658"/>
                </a:lnTo>
                <a:lnTo>
                  <a:pt x="182" y="659"/>
                </a:lnTo>
                <a:lnTo>
                  <a:pt x="182" y="660"/>
                </a:lnTo>
                <a:lnTo>
                  <a:pt x="183" y="660"/>
                </a:lnTo>
                <a:lnTo>
                  <a:pt x="182" y="660"/>
                </a:lnTo>
                <a:lnTo>
                  <a:pt x="182" y="661"/>
                </a:lnTo>
                <a:lnTo>
                  <a:pt x="183" y="661"/>
                </a:lnTo>
                <a:lnTo>
                  <a:pt x="183" y="662"/>
                </a:lnTo>
                <a:lnTo>
                  <a:pt x="183" y="663"/>
                </a:lnTo>
                <a:lnTo>
                  <a:pt x="183" y="662"/>
                </a:lnTo>
                <a:lnTo>
                  <a:pt x="183" y="663"/>
                </a:lnTo>
                <a:lnTo>
                  <a:pt x="183" y="662"/>
                </a:lnTo>
                <a:lnTo>
                  <a:pt x="182" y="662"/>
                </a:lnTo>
                <a:lnTo>
                  <a:pt x="181" y="662"/>
                </a:lnTo>
                <a:lnTo>
                  <a:pt x="182" y="661"/>
                </a:lnTo>
                <a:lnTo>
                  <a:pt x="181" y="660"/>
                </a:lnTo>
                <a:lnTo>
                  <a:pt x="180" y="660"/>
                </a:lnTo>
                <a:lnTo>
                  <a:pt x="180" y="661"/>
                </a:lnTo>
                <a:lnTo>
                  <a:pt x="180" y="662"/>
                </a:lnTo>
                <a:lnTo>
                  <a:pt x="180" y="663"/>
                </a:lnTo>
                <a:lnTo>
                  <a:pt x="179" y="663"/>
                </a:lnTo>
                <a:lnTo>
                  <a:pt x="178" y="663"/>
                </a:lnTo>
                <a:lnTo>
                  <a:pt x="178" y="664"/>
                </a:lnTo>
                <a:lnTo>
                  <a:pt x="177" y="664"/>
                </a:lnTo>
                <a:lnTo>
                  <a:pt x="176" y="664"/>
                </a:lnTo>
                <a:lnTo>
                  <a:pt x="176" y="663"/>
                </a:lnTo>
                <a:lnTo>
                  <a:pt x="176" y="662"/>
                </a:lnTo>
                <a:lnTo>
                  <a:pt x="176" y="661"/>
                </a:lnTo>
                <a:lnTo>
                  <a:pt x="175" y="662"/>
                </a:lnTo>
                <a:lnTo>
                  <a:pt x="175" y="663"/>
                </a:lnTo>
                <a:lnTo>
                  <a:pt x="175" y="664"/>
                </a:lnTo>
                <a:lnTo>
                  <a:pt x="173" y="664"/>
                </a:lnTo>
                <a:lnTo>
                  <a:pt x="173" y="665"/>
                </a:lnTo>
                <a:lnTo>
                  <a:pt x="173" y="666"/>
                </a:lnTo>
                <a:lnTo>
                  <a:pt x="172" y="667"/>
                </a:lnTo>
                <a:lnTo>
                  <a:pt x="173" y="667"/>
                </a:lnTo>
                <a:lnTo>
                  <a:pt x="172" y="668"/>
                </a:lnTo>
                <a:lnTo>
                  <a:pt x="170" y="669"/>
                </a:lnTo>
                <a:lnTo>
                  <a:pt x="169" y="668"/>
                </a:lnTo>
                <a:lnTo>
                  <a:pt x="169" y="669"/>
                </a:lnTo>
                <a:lnTo>
                  <a:pt x="168" y="669"/>
                </a:lnTo>
                <a:lnTo>
                  <a:pt x="167" y="669"/>
                </a:lnTo>
                <a:lnTo>
                  <a:pt x="167" y="668"/>
                </a:lnTo>
                <a:lnTo>
                  <a:pt x="166" y="668"/>
                </a:lnTo>
                <a:lnTo>
                  <a:pt x="166" y="667"/>
                </a:lnTo>
                <a:lnTo>
                  <a:pt x="166" y="666"/>
                </a:lnTo>
                <a:lnTo>
                  <a:pt x="167" y="666"/>
                </a:lnTo>
                <a:lnTo>
                  <a:pt x="167" y="665"/>
                </a:lnTo>
                <a:lnTo>
                  <a:pt x="167" y="664"/>
                </a:lnTo>
                <a:lnTo>
                  <a:pt x="166" y="664"/>
                </a:lnTo>
                <a:lnTo>
                  <a:pt x="165" y="664"/>
                </a:lnTo>
                <a:lnTo>
                  <a:pt x="164" y="664"/>
                </a:lnTo>
                <a:lnTo>
                  <a:pt x="164" y="663"/>
                </a:lnTo>
                <a:lnTo>
                  <a:pt x="164" y="662"/>
                </a:lnTo>
                <a:lnTo>
                  <a:pt x="163" y="662"/>
                </a:lnTo>
                <a:lnTo>
                  <a:pt x="163" y="661"/>
                </a:lnTo>
                <a:lnTo>
                  <a:pt x="163" y="660"/>
                </a:lnTo>
                <a:lnTo>
                  <a:pt x="163" y="659"/>
                </a:lnTo>
                <a:lnTo>
                  <a:pt x="162" y="659"/>
                </a:lnTo>
                <a:lnTo>
                  <a:pt x="162" y="658"/>
                </a:lnTo>
                <a:lnTo>
                  <a:pt x="161" y="658"/>
                </a:lnTo>
                <a:lnTo>
                  <a:pt x="160" y="657"/>
                </a:lnTo>
                <a:lnTo>
                  <a:pt x="160" y="658"/>
                </a:lnTo>
                <a:lnTo>
                  <a:pt x="159" y="658"/>
                </a:lnTo>
                <a:lnTo>
                  <a:pt x="159" y="657"/>
                </a:lnTo>
                <a:lnTo>
                  <a:pt x="158" y="657"/>
                </a:lnTo>
                <a:lnTo>
                  <a:pt x="157" y="656"/>
                </a:lnTo>
                <a:lnTo>
                  <a:pt x="157" y="657"/>
                </a:lnTo>
                <a:lnTo>
                  <a:pt x="156" y="658"/>
                </a:lnTo>
                <a:lnTo>
                  <a:pt x="155" y="658"/>
                </a:lnTo>
                <a:lnTo>
                  <a:pt x="154" y="658"/>
                </a:lnTo>
                <a:lnTo>
                  <a:pt x="153" y="657"/>
                </a:lnTo>
                <a:lnTo>
                  <a:pt x="153" y="656"/>
                </a:lnTo>
                <a:lnTo>
                  <a:pt x="152" y="656"/>
                </a:lnTo>
                <a:lnTo>
                  <a:pt x="151" y="656"/>
                </a:lnTo>
                <a:lnTo>
                  <a:pt x="150" y="656"/>
                </a:lnTo>
                <a:lnTo>
                  <a:pt x="150" y="657"/>
                </a:lnTo>
                <a:lnTo>
                  <a:pt x="149" y="657"/>
                </a:lnTo>
                <a:lnTo>
                  <a:pt x="149" y="658"/>
                </a:lnTo>
                <a:lnTo>
                  <a:pt x="148" y="658"/>
                </a:lnTo>
                <a:lnTo>
                  <a:pt x="148" y="659"/>
                </a:lnTo>
                <a:lnTo>
                  <a:pt x="149" y="659"/>
                </a:lnTo>
                <a:lnTo>
                  <a:pt x="149" y="660"/>
                </a:lnTo>
                <a:lnTo>
                  <a:pt x="148" y="660"/>
                </a:lnTo>
                <a:lnTo>
                  <a:pt x="147" y="660"/>
                </a:lnTo>
                <a:lnTo>
                  <a:pt x="146" y="660"/>
                </a:lnTo>
                <a:lnTo>
                  <a:pt x="146" y="659"/>
                </a:lnTo>
                <a:lnTo>
                  <a:pt x="145" y="659"/>
                </a:lnTo>
                <a:lnTo>
                  <a:pt x="144" y="660"/>
                </a:lnTo>
                <a:lnTo>
                  <a:pt x="145" y="660"/>
                </a:lnTo>
                <a:lnTo>
                  <a:pt x="144" y="661"/>
                </a:lnTo>
                <a:lnTo>
                  <a:pt x="143" y="661"/>
                </a:lnTo>
                <a:lnTo>
                  <a:pt x="143" y="662"/>
                </a:lnTo>
                <a:lnTo>
                  <a:pt x="144" y="662"/>
                </a:lnTo>
                <a:lnTo>
                  <a:pt x="144" y="663"/>
                </a:lnTo>
                <a:lnTo>
                  <a:pt x="144" y="664"/>
                </a:lnTo>
                <a:lnTo>
                  <a:pt x="143" y="664"/>
                </a:lnTo>
                <a:lnTo>
                  <a:pt x="143" y="665"/>
                </a:lnTo>
                <a:lnTo>
                  <a:pt x="144" y="665"/>
                </a:lnTo>
                <a:lnTo>
                  <a:pt x="144" y="666"/>
                </a:lnTo>
                <a:lnTo>
                  <a:pt x="143" y="667"/>
                </a:lnTo>
                <a:lnTo>
                  <a:pt x="143" y="668"/>
                </a:lnTo>
                <a:lnTo>
                  <a:pt x="142" y="668"/>
                </a:lnTo>
                <a:lnTo>
                  <a:pt x="140" y="669"/>
                </a:lnTo>
                <a:lnTo>
                  <a:pt x="140" y="670"/>
                </a:lnTo>
                <a:lnTo>
                  <a:pt x="139" y="671"/>
                </a:lnTo>
                <a:lnTo>
                  <a:pt x="138" y="671"/>
                </a:lnTo>
                <a:lnTo>
                  <a:pt x="137" y="671"/>
                </a:lnTo>
                <a:lnTo>
                  <a:pt x="136" y="671"/>
                </a:lnTo>
                <a:lnTo>
                  <a:pt x="135" y="671"/>
                </a:lnTo>
                <a:lnTo>
                  <a:pt x="134" y="671"/>
                </a:lnTo>
                <a:lnTo>
                  <a:pt x="133" y="672"/>
                </a:lnTo>
                <a:lnTo>
                  <a:pt x="132" y="672"/>
                </a:lnTo>
                <a:lnTo>
                  <a:pt x="132" y="673"/>
                </a:lnTo>
                <a:lnTo>
                  <a:pt x="132" y="671"/>
                </a:lnTo>
                <a:lnTo>
                  <a:pt x="131" y="671"/>
                </a:lnTo>
                <a:lnTo>
                  <a:pt x="132" y="671"/>
                </a:lnTo>
                <a:lnTo>
                  <a:pt x="132" y="670"/>
                </a:lnTo>
                <a:lnTo>
                  <a:pt x="133" y="669"/>
                </a:lnTo>
                <a:lnTo>
                  <a:pt x="133" y="668"/>
                </a:lnTo>
                <a:lnTo>
                  <a:pt x="133" y="667"/>
                </a:lnTo>
                <a:lnTo>
                  <a:pt x="132" y="667"/>
                </a:lnTo>
                <a:lnTo>
                  <a:pt x="131" y="667"/>
                </a:lnTo>
                <a:lnTo>
                  <a:pt x="132" y="666"/>
                </a:lnTo>
                <a:lnTo>
                  <a:pt x="131" y="666"/>
                </a:lnTo>
                <a:lnTo>
                  <a:pt x="131" y="665"/>
                </a:lnTo>
                <a:lnTo>
                  <a:pt x="131" y="664"/>
                </a:lnTo>
                <a:lnTo>
                  <a:pt x="131" y="663"/>
                </a:lnTo>
                <a:lnTo>
                  <a:pt x="130" y="663"/>
                </a:lnTo>
                <a:lnTo>
                  <a:pt x="129" y="663"/>
                </a:lnTo>
                <a:lnTo>
                  <a:pt x="128" y="663"/>
                </a:lnTo>
                <a:lnTo>
                  <a:pt x="127" y="663"/>
                </a:lnTo>
                <a:lnTo>
                  <a:pt x="126" y="663"/>
                </a:lnTo>
                <a:lnTo>
                  <a:pt x="126" y="664"/>
                </a:lnTo>
                <a:lnTo>
                  <a:pt x="127" y="664"/>
                </a:lnTo>
                <a:lnTo>
                  <a:pt x="126" y="665"/>
                </a:lnTo>
                <a:lnTo>
                  <a:pt x="125" y="665"/>
                </a:lnTo>
                <a:lnTo>
                  <a:pt x="125" y="664"/>
                </a:lnTo>
                <a:lnTo>
                  <a:pt x="124" y="664"/>
                </a:lnTo>
                <a:lnTo>
                  <a:pt x="124" y="665"/>
                </a:lnTo>
                <a:lnTo>
                  <a:pt x="123" y="665"/>
                </a:lnTo>
                <a:lnTo>
                  <a:pt x="122" y="665"/>
                </a:lnTo>
                <a:lnTo>
                  <a:pt x="122" y="664"/>
                </a:lnTo>
                <a:lnTo>
                  <a:pt x="121" y="664"/>
                </a:lnTo>
                <a:lnTo>
                  <a:pt x="120" y="664"/>
                </a:lnTo>
                <a:lnTo>
                  <a:pt x="119" y="664"/>
                </a:lnTo>
                <a:lnTo>
                  <a:pt x="119" y="665"/>
                </a:lnTo>
                <a:lnTo>
                  <a:pt x="118" y="665"/>
                </a:lnTo>
                <a:lnTo>
                  <a:pt x="118" y="664"/>
                </a:lnTo>
                <a:lnTo>
                  <a:pt x="117" y="664"/>
                </a:lnTo>
                <a:lnTo>
                  <a:pt x="117" y="663"/>
                </a:lnTo>
                <a:lnTo>
                  <a:pt x="117" y="662"/>
                </a:lnTo>
                <a:lnTo>
                  <a:pt x="116" y="662"/>
                </a:lnTo>
                <a:lnTo>
                  <a:pt x="115" y="662"/>
                </a:lnTo>
                <a:lnTo>
                  <a:pt x="114" y="663"/>
                </a:lnTo>
                <a:lnTo>
                  <a:pt x="113" y="663"/>
                </a:lnTo>
                <a:lnTo>
                  <a:pt x="112" y="663"/>
                </a:lnTo>
                <a:lnTo>
                  <a:pt x="111" y="663"/>
                </a:lnTo>
                <a:lnTo>
                  <a:pt x="111" y="664"/>
                </a:lnTo>
                <a:lnTo>
                  <a:pt x="110" y="663"/>
                </a:lnTo>
                <a:lnTo>
                  <a:pt x="108" y="663"/>
                </a:lnTo>
                <a:lnTo>
                  <a:pt x="108" y="664"/>
                </a:lnTo>
                <a:lnTo>
                  <a:pt x="107" y="664"/>
                </a:lnTo>
                <a:lnTo>
                  <a:pt x="106" y="664"/>
                </a:lnTo>
                <a:lnTo>
                  <a:pt x="106" y="665"/>
                </a:lnTo>
                <a:lnTo>
                  <a:pt x="105" y="665"/>
                </a:lnTo>
                <a:lnTo>
                  <a:pt x="104" y="664"/>
                </a:lnTo>
                <a:lnTo>
                  <a:pt x="104" y="665"/>
                </a:lnTo>
                <a:lnTo>
                  <a:pt x="103" y="665"/>
                </a:lnTo>
                <a:lnTo>
                  <a:pt x="102" y="665"/>
                </a:lnTo>
                <a:lnTo>
                  <a:pt x="102" y="666"/>
                </a:lnTo>
                <a:lnTo>
                  <a:pt x="101" y="665"/>
                </a:lnTo>
                <a:lnTo>
                  <a:pt x="102" y="665"/>
                </a:lnTo>
                <a:lnTo>
                  <a:pt x="102" y="664"/>
                </a:lnTo>
                <a:lnTo>
                  <a:pt x="102" y="663"/>
                </a:lnTo>
                <a:lnTo>
                  <a:pt x="101" y="663"/>
                </a:lnTo>
                <a:lnTo>
                  <a:pt x="101" y="662"/>
                </a:lnTo>
                <a:lnTo>
                  <a:pt x="100" y="662"/>
                </a:lnTo>
                <a:lnTo>
                  <a:pt x="99" y="662"/>
                </a:lnTo>
                <a:lnTo>
                  <a:pt x="98" y="662"/>
                </a:lnTo>
                <a:lnTo>
                  <a:pt x="98" y="661"/>
                </a:lnTo>
                <a:lnTo>
                  <a:pt x="97" y="661"/>
                </a:lnTo>
                <a:lnTo>
                  <a:pt x="97" y="660"/>
                </a:lnTo>
                <a:lnTo>
                  <a:pt x="96" y="660"/>
                </a:lnTo>
                <a:lnTo>
                  <a:pt x="96" y="661"/>
                </a:lnTo>
                <a:lnTo>
                  <a:pt x="95" y="661"/>
                </a:lnTo>
                <a:lnTo>
                  <a:pt x="95" y="660"/>
                </a:lnTo>
                <a:lnTo>
                  <a:pt x="94" y="660"/>
                </a:lnTo>
                <a:lnTo>
                  <a:pt x="93" y="660"/>
                </a:lnTo>
                <a:lnTo>
                  <a:pt x="93" y="659"/>
                </a:lnTo>
                <a:lnTo>
                  <a:pt x="92" y="660"/>
                </a:lnTo>
                <a:lnTo>
                  <a:pt x="92" y="659"/>
                </a:lnTo>
                <a:lnTo>
                  <a:pt x="91" y="658"/>
                </a:lnTo>
                <a:lnTo>
                  <a:pt x="92" y="658"/>
                </a:lnTo>
                <a:lnTo>
                  <a:pt x="91" y="658"/>
                </a:lnTo>
                <a:lnTo>
                  <a:pt x="91" y="657"/>
                </a:lnTo>
                <a:lnTo>
                  <a:pt x="90" y="657"/>
                </a:lnTo>
                <a:lnTo>
                  <a:pt x="90" y="656"/>
                </a:lnTo>
                <a:lnTo>
                  <a:pt x="89" y="656"/>
                </a:lnTo>
                <a:lnTo>
                  <a:pt x="89" y="657"/>
                </a:lnTo>
                <a:lnTo>
                  <a:pt x="88" y="657"/>
                </a:lnTo>
                <a:lnTo>
                  <a:pt x="87" y="657"/>
                </a:lnTo>
                <a:lnTo>
                  <a:pt x="86" y="657"/>
                </a:lnTo>
                <a:lnTo>
                  <a:pt x="86" y="656"/>
                </a:lnTo>
                <a:lnTo>
                  <a:pt x="86" y="655"/>
                </a:lnTo>
                <a:lnTo>
                  <a:pt x="86" y="654"/>
                </a:lnTo>
                <a:lnTo>
                  <a:pt x="85" y="654"/>
                </a:lnTo>
                <a:lnTo>
                  <a:pt x="85" y="655"/>
                </a:lnTo>
                <a:lnTo>
                  <a:pt x="84" y="655"/>
                </a:lnTo>
                <a:lnTo>
                  <a:pt x="83" y="655"/>
                </a:lnTo>
                <a:lnTo>
                  <a:pt x="82" y="655"/>
                </a:lnTo>
                <a:lnTo>
                  <a:pt x="82" y="654"/>
                </a:lnTo>
                <a:lnTo>
                  <a:pt x="81" y="654"/>
                </a:lnTo>
                <a:lnTo>
                  <a:pt x="81" y="653"/>
                </a:lnTo>
                <a:lnTo>
                  <a:pt x="80" y="653"/>
                </a:lnTo>
                <a:lnTo>
                  <a:pt x="80" y="652"/>
                </a:lnTo>
                <a:lnTo>
                  <a:pt x="79" y="652"/>
                </a:lnTo>
                <a:lnTo>
                  <a:pt x="78" y="652"/>
                </a:lnTo>
                <a:lnTo>
                  <a:pt x="77" y="652"/>
                </a:lnTo>
                <a:lnTo>
                  <a:pt x="75" y="652"/>
                </a:lnTo>
                <a:lnTo>
                  <a:pt x="74" y="652"/>
                </a:lnTo>
                <a:lnTo>
                  <a:pt x="74" y="651"/>
                </a:lnTo>
                <a:lnTo>
                  <a:pt x="73" y="651"/>
                </a:lnTo>
                <a:lnTo>
                  <a:pt x="72" y="651"/>
                </a:lnTo>
                <a:lnTo>
                  <a:pt x="71" y="652"/>
                </a:lnTo>
                <a:lnTo>
                  <a:pt x="70" y="652"/>
                </a:lnTo>
                <a:lnTo>
                  <a:pt x="70" y="651"/>
                </a:lnTo>
                <a:lnTo>
                  <a:pt x="69" y="650"/>
                </a:lnTo>
                <a:lnTo>
                  <a:pt x="68" y="650"/>
                </a:lnTo>
                <a:lnTo>
                  <a:pt x="68" y="651"/>
                </a:lnTo>
                <a:lnTo>
                  <a:pt x="68" y="652"/>
                </a:lnTo>
                <a:lnTo>
                  <a:pt x="67" y="653"/>
                </a:lnTo>
                <a:lnTo>
                  <a:pt x="67" y="652"/>
                </a:lnTo>
                <a:lnTo>
                  <a:pt x="66" y="652"/>
                </a:lnTo>
                <a:lnTo>
                  <a:pt x="66" y="653"/>
                </a:lnTo>
                <a:lnTo>
                  <a:pt x="65" y="653"/>
                </a:lnTo>
                <a:lnTo>
                  <a:pt x="64" y="652"/>
                </a:lnTo>
                <a:lnTo>
                  <a:pt x="65" y="652"/>
                </a:lnTo>
                <a:lnTo>
                  <a:pt x="65" y="651"/>
                </a:lnTo>
                <a:lnTo>
                  <a:pt x="65" y="650"/>
                </a:lnTo>
                <a:lnTo>
                  <a:pt x="64" y="650"/>
                </a:lnTo>
                <a:lnTo>
                  <a:pt x="63" y="650"/>
                </a:lnTo>
                <a:lnTo>
                  <a:pt x="62" y="650"/>
                </a:lnTo>
                <a:lnTo>
                  <a:pt x="62" y="649"/>
                </a:lnTo>
                <a:lnTo>
                  <a:pt x="61" y="649"/>
                </a:lnTo>
                <a:lnTo>
                  <a:pt x="61" y="650"/>
                </a:lnTo>
                <a:lnTo>
                  <a:pt x="60" y="650"/>
                </a:lnTo>
                <a:lnTo>
                  <a:pt x="59" y="650"/>
                </a:lnTo>
                <a:lnTo>
                  <a:pt x="58" y="650"/>
                </a:lnTo>
                <a:lnTo>
                  <a:pt x="58" y="649"/>
                </a:lnTo>
                <a:lnTo>
                  <a:pt x="57" y="649"/>
                </a:lnTo>
                <a:lnTo>
                  <a:pt x="57" y="650"/>
                </a:lnTo>
                <a:lnTo>
                  <a:pt x="56" y="650"/>
                </a:lnTo>
                <a:lnTo>
                  <a:pt x="55" y="650"/>
                </a:lnTo>
                <a:lnTo>
                  <a:pt x="55" y="649"/>
                </a:lnTo>
                <a:lnTo>
                  <a:pt x="54" y="648"/>
                </a:lnTo>
                <a:lnTo>
                  <a:pt x="53" y="648"/>
                </a:lnTo>
                <a:lnTo>
                  <a:pt x="53" y="647"/>
                </a:lnTo>
                <a:lnTo>
                  <a:pt x="52" y="647"/>
                </a:lnTo>
                <a:lnTo>
                  <a:pt x="53" y="647"/>
                </a:lnTo>
                <a:lnTo>
                  <a:pt x="53" y="646"/>
                </a:lnTo>
                <a:lnTo>
                  <a:pt x="54" y="646"/>
                </a:lnTo>
                <a:lnTo>
                  <a:pt x="55" y="645"/>
                </a:lnTo>
                <a:lnTo>
                  <a:pt x="54" y="645"/>
                </a:lnTo>
                <a:lnTo>
                  <a:pt x="55" y="645"/>
                </a:lnTo>
                <a:lnTo>
                  <a:pt x="55" y="644"/>
                </a:lnTo>
                <a:lnTo>
                  <a:pt x="54" y="644"/>
                </a:lnTo>
                <a:lnTo>
                  <a:pt x="53" y="644"/>
                </a:lnTo>
                <a:lnTo>
                  <a:pt x="52" y="644"/>
                </a:lnTo>
                <a:lnTo>
                  <a:pt x="52" y="645"/>
                </a:lnTo>
                <a:lnTo>
                  <a:pt x="51" y="645"/>
                </a:lnTo>
                <a:lnTo>
                  <a:pt x="51" y="644"/>
                </a:lnTo>
                <a:lnTo>
                  <a:pt x="52" y="644"/>
                </a:lnTo>
                <a:lnTo>
                  <a:pt x="52" y="643"/>
                </a:lnTo>
                <a:lnTo>
                  <a:pt x="52" y="642"/>
                </a:lnTo>
                <a:lnTo>
                  <a:pt x="52" y="641"/>
                </a:lnTo>
                <a:lnTo>
                  <a:pt x="51" y="641"/>
                </a:lnTo>
                <a:lnTo>
                  <a:pt x="50" y="642"/>
                </a:lnTo>
                <a:lnTo>
                  <a:pt x="50" y="643"/>
                </a:lnTo>
                <a:lnTo>
                  <a:pt x="49" y="642"/>
                </a:lnTo>
                <a:lnTo>
                  <a:pt x="48" y="641"/>
                </a:lnTo>
                <a:lnTo>
                  <a:pt x="47" y="641"/>
                </a:lnTo>
                <a:lnTo>
                  <a:pt x="47" y="642"/>
                </a:lnTo>
                <a:lnTo>
                  <a:pt x="48" y="642"/>
                </a:lnTo>
                <a:lnTo>
                  <a:pt x="49" y="643"/>
                </a:lnTo>
                <a:lnTo>
                  <a:pt x="49" y="644"/>
                </a:lnTo>
                <a:lnTo>
                  <a:pt x="49" y="645"/>
                </a:lnTo>
                <a:lnTo>
                  <a:pt x="48" y="645"/>
                </a:lnTo>
                <a:lnTo>
                  <a:pt x="47" y="645"/>
                </a:lnTo>
                <a:lnTo>
                  <a:pt x="47" y="644"/>
                </a:lnTo>
                <a:lnTo>
                  <a:pt x="47" y="643"/>
                </a:lnTo>
                <a:lnTo>
                  <a:pt x="46" y="642"/>
                </a:lnTo>
                <a:lnTo>
                  <a:pt x="46" y="641"/>
                </a:lnTo>
                <a:lnTo>
                  <a:pt x="45" y="641"/>
                </a:lnTo>
                <a:lnTo>
                  <a:pt x="44" y="641"/>
                </a:lnTo>
                <a:lnTo>
                  <a:pt x="44" y="642"/>
                </a:lnTo>
                <a:lnTo>
                  <a:pt x="45" y="642"/>
                </a:lnTo>
                <a:lnTo>
                  <a:pt x="45" y="643"/>
                </a:lnTo>
                <a:lnTo>
                  <a:pt x="44" y="643"/>
                </a:lnTo>
                <a:lnTo>
                  <a:pt x="43" y="643"/>
                </a:lnTo>
                <a:lnTo>
                  <a:pt x="43" y="644"/>
                </a:lnTo>
                <a:lnTo>
                  <a:pt x="43" y="645"/>
                </a:lnTo>
                <a:lnTo>
                  <a:pt x="42" y="645"/>
                </a:lnTo>
                <a:lnTo>
                  <a:pt x="41" y="646"/>
                </a:lnTo>
                <a:lnTo>
                  <a:pt x="41" y="645"/>
                </a:lnTo>
                <a:lnTo>
                  <a:pt x="39" y="642"/>
                </a:lnTo>
                <a:lnTo>
                  <a:pt x="39" y="641"/>
                </a:lnTo>
                <a:lnTo>
                  <a:pt x="37" y="642"/>
                </a:lnTo>
                <a:lnTo>
                  <a:pt x="36" y="642"/>
                </a:lnTo>
                <a:lnTo>
                  <a:pt x="36" y="643"/>
                </a:lnTo>
                <a:lnTo>
                  <a:pt x="36" y="644"/>
                </a:lnTo>
                <a:lnTo>
                  <a:pt x="37" y="644"/>
                </a:lnTo>
                <a:lnTo>
                  <a:pt x="36" y="644"/>
                </a:lnTo>
                <a:lnTo>
                  <a:pt x="35" y="644"/>
                </a:lnTo>
                <a:lnTo>
                  <a:pt x="34" y="644"/>
                </a:lnTo>
                <a:lnTo>
                  <a:pt x="33" y="644"/>
                </a:lnTo>
                <a:lnTo>
                  <a:pt x="32" y="644"/>
                </a:lnTo>
                <a:lnTo>
                  <a:pt x="31" y="643"/>
                </a:lnTo>
                <a:lnTo>
                  <a:pt x="31" y="642"/>
                </a:lnTo>
                <a:lnTo>
                  <a:pt x="30" y="642"/>
                </a:lnTo>
                <a:lnTo>
                  <a:pt x="29" y="642"/>
                </a:lnTo>
                <a:lnTo>
                  <a:pt x="28" y="641"/>
                </a:lnTo>
                <a:lnTo>
                  <a:pt x="27" y="641"/>
                </a:lnTo>
                <a:lnTo>
                  <a:pt x="27" y="640"/>
                </a:lnTo>
                <a:lnTo>
                  <a:pt x="26" y="640"/>
                </a:lnTo>
                <a:lnTo>
                  <a:pt x="26" y="641"/>
                </a:lnTo>
                <a:lnTo>
                  <a:pt x="25" y="641"/>
                </a:lnTo>
                <a:lnTo>
                  <a:pt x="25" y="640"/>
                </a:lnTo>
                <a:lnTo>
                  <a:pt x="26" y="640"/>
                </a:lnTo>
                <a:lnTo>
                  <a:pt x="26" y="639"/>
                </a:lnTo>
                <a:lnTo>
                  <a:pt x="25" y="639"/>
                </a:lnTo>
                <a:lnTo>
                  <a:pt x="24" y="637"/>
                </a:lnTo>
                <a:lnTo>
                  <a:pt x="23" y="636"/>
                </a:lnTo>
                <a:lnTo>
                  <a:pt x="23" y="634"/>
                </a:lnTo>
                <a:lnTo>
                  <a:pt x="22" y="634"/>
                </a:lnTo>
                <a:lnTo>
                  <a:pt x="21" y="634"/>
                </a:lnTo>
                <a:lnTo>
                  <a:pt x="20" y="634"/>
                </a:lnTo>
                <a:lnTo>
                  <a:pt x="18" y="634"/>
                </a:lnTo>
                <a:lnTo>
                  <a:pt x="18" y="633"/>
                </a:lnTo>
                <a:lnTo>
                  <a:pt x="17" y="632"/>
                </a:lnTo>
                <a:lnTo>
                  <a:pt x="16" y="631"/>
                </a:lnTo>
                <a:lnTo>
                  <a:pt x="15" y="631"/>
                </a:lnTo>
                <a:lnTo>
                  <a:pt x="14" y="631"/>
                </a:lnTo>
                <a:lnTo>
                  <a:pt x="12" y="631"/>
                </a:lnTo>
                <a:lnTo>
                  <a:pt x="11" y="629"/>
                </a:lnTo>
                <a:lnTo>
                  <a:pt x="12" y="629"/>
                </a:lnTo>
                <a:lnTo>
                  <a:pt x="12" y="628"/>
                </a:lnTo>
                <a:lnTo>
                  <a:pt x="11" y="628"/>
                </a:lnTo>
                <a:lnTo>
                  <a:pt x="10" y="627"/>
                </a:lnTo>
                <a:lnTo>
                  <a:pt x="9" y="627"/>
                </a:lnTo>
                <a:lnTo>
                  <a:pt x="9" y="626"/>
                </a:lnTo>
                <a:lnTo>
                  <a:pt x="10" y="624"/>
                </a:lnTo>
                <a:lnTo>
                  <a:pt x="10" y="623"/>
                </a:lnTo>
                <a:lnTo>
                  <a:pt x="9" y="623"/>
                </a:lnTo>
                <a:lnTo>
                  <a:pt x="8" y="623"/>
                </a:lnTo>
                <a:lnTo>
                  <a:pt x="8" y="622"/>
                </a:lnTo>
                <a:lnTo>
                  <a:pt x="11" y="622"/>
                </a:lnTo>
                <a:lnTo>
                  <a:pt x="12" y="622"/>
                </a:lnTo>
                <a:lnTo>
                  <a:pt x="12" y="620"/>
                </a:lnTo>
                <a:lnTo>
                  <a:pt x="10" y="619"/>
                </a:lnTo>
                <a:lnTo>
                  <a:pt x="9" y="618"/>
                </a:lnTo>
                <a:lnTo>
                  <a:pt x="8" y="618"/>
                </a:lnTo>
                <a:lnTo>
                  <a:pt x="8" y="617"/>
                </a:lnTo>
                <a:lnTo>
                  <a:pt x="7" y="617"/>
                </a:lnTo>
                <a:lnTo>
                  <a:pt x="8" y="616"/>
                </a:lnTo>
                <a:lnTo>
                  <a:pt x="8" y="615"/>
                </a:lnTo>
                <a:lnTo>
                  <a:pt x="9" y="614"/>
                </a:lnTo>
                <a:lnTo>
                  <a:pt x="8" y="614"/>
                </a:lnTo>
                <a:lnTo>
                  <a:pt x="6" y="614"/>
                </a:lnTo>
                <a:lnTo>
                  <a:pt x="3" y="613"/>
                </a:lnTo>
                <a:lnTo>
                  <a:pt x="2" y="612"/>
                </a:lnTo>
                <a:lnTo>
                  <a:pt x="2" y="611"/>
                </a:lnTo>
                <a:lnTo>
                  <a:pt x="2" y="610"/>
                </a:lnTo>
                <a:lnTo>
                  <a:pt x="3" y="609"/>
                </a:lnTo>
                <a:lnTo>
                  <a:pt x="4" y="609"/>
                </a:lnTo>
                <a:lnTo>
                  <a:pt x="4" y="608"/>
                </a:lnTo>
                <a:lnTo>
                  <a:pt x="5" y="607"/>
                </a:lnTo>
                <a:lnTo>
                  <a:pt x="5" y="606"/>
                </a:lnTo>
                <a:lnTo>
                  <a:pt x="4" y="605"/>
                </a:lnTo>
                <a:lnTo>
                  <a:pt x="2" y="606"/>
                </a:lnTo>
                <a:lnTo>
                  <a:pt x="1" y="606"/>
                </a:lnTo>
                <a:lnTo>
                  <a:pt x="1" y="605"/>
                </a:lnTo>
                <a:lnTo>
                  <a:pt x="0" y="605"/>
                </a:lnTo>
                <a:lnTo>
                  <a:pt x="1" y="604"/>
                </a:lnTo>
                <a:lnTo>
                  <a:pt x="2" y="602"/>
                </a:lnTo>
                <a:lnTo>
                  <a:pt x="3" y="602"/>
                </a:lnTo>
                <a:lnTo>
                  <a:pt x="4" y="602"/>
                </a:lnTo>
                <a:lnTo>
                  <a:pt x="5" y="602"/>
                </a:lnTo>
                <a:lnTo>
                  <a:pt x="5" y="603"/>
                </a:lnTo>
                <a:lnTo>
                  <a:pt x="6" y="603"/>
                </a:lnTo>
                <a:lnTo>
                  <a:pt x="7" y="603"/>
                </a:lnTo>
                <a:lnTo>
                  <a:pt x="7" y="602"/>
                </a:lnTo>
                <a:lnTo>
                  <a:pt x="8" y="602"/>
                </a:lnTo>
                <a:lnTo>
                  <a:pt x="8" y="601"/>
                </a:lnTo>
                <a:lnTo>
                  <a:pt x="7" y="601"/>
                </a:lnTo>
                <a:lnTo>
                  <a:pt x="8" y="601"/>
                </a:lnTo>
                <a:lnTo>
                  <a:pt x="11" y="600"/>
                </a:lnTo>
                <a:lnTo>
                  <a:pt x="12" y="600"/>
                </a:lnTo>
                <a:lnTo>
                  <a:pt x="12" y="601"/>
                </a:lnTo>
                <a:lnTo>
                  <a:pt x="13" y="601"/>
                </a:lnTo>
                <a:lnTo>
                  <a:pt x="14" y="600"/>
                </a:lnTo>
                <a:lnTo>
                  <a:pt x="17" y="598"/>
                </a:lnTo>
                <a:lnTo>
                  <a:pt x="18" y="597"/>
                </a:lnTo>
                <a:lnTo>
                  <a:pt x="19" y="597"/>
                </a:lnTo>
                <a:lnTo>
                  <a:pt x="20" y="597"/>
                </a:lnTo>
                <a:lnTo>
                  <a:pt x="20" y="596"/>
                </a:lnTo>
                <a:lnTo>
                  <a:pt x="20" y="595"/>
                </a:lnTo>
                <a:lnTo>
                  <a:pt x="20" y="593"/>
                </a:lnTo>
                <a:lnTo>
                  <a:pt x="20" y="591"/>
                </a:lnTo>
                <a:lnTo>
                  <a:pt x="20" y="590"/>
                </a:lnTo>
                <a:lnTo>
                  <a:pt x="21" y="589"/>
                </a:lnTo>
                <a:lnTo>
                  <a:pt x="21" y="588"/>
                </a:lnTo>
                <a:lnTo>
                  <a:pt x="22" y="587"/>
                </a:lnTo>
                <a:lnTo>
                  <a:pt x="23" y="587"/>
                </a:lnTo>
                <a:lnTo>
                  <a:pt x="25" y="587"/>
                </a:lnTo>
                <a:lnTo>
                  <a:pt x="25" y="588"/>
                </a:lnTo>
                <a:lnTo>
                  <a:pt x="25" y="589"/>
                </a:lnTo>
                <a:lnTo>
                  <a:pt x="25" y="590"/>
                </a:lnTo>
                <a:lnTo>
                  <a:pt x="26" y="591"/>
                </a:lnTo>
                <a:lnTo>
                  <a:pt x="27" y="591"/>
                </a:lnTo>
                <a:lnTo>
                  <a:pt x="27" y="590"/>
                </a:lnTo>
                <a:lnTo>
                  <a:pt x="29" y="589"/>
                </a:lnTo>
                <a:lnTo>
                  <a:pt x="30" y="589"/>
                </a:lnTo>
                <a:lnTo>
                  <a:pt x="31" y="588"/>
                </a:lnTo>
                <a:lnTo>
                  <a:pt x="31" y="587"/>
                </a:lnTo>
                <a:lnTo>
                  <a:pt x="30" y="585"/>
                </a:lnTo>
                <a:lnTo>
                  <a:pt x="29" y="584"/>
                </a:lnTo>
                <a:lnTo>
                  <a:pt x="28" y="582"/>
                </a:lnTo>
                <a:lnTo>
                  <a:pt x="27" y="580"/>
                </a:lnTo>
                <a:lnTo>
                  <a:pt x="28" y="580"/>
                </a:lnTo>
                <a:lnTo>
                  <a:pt x="28" y="579"/>
                </a:lnTo>
                <a:lnTo>
                  <a:pt x="29" y="577"/>
                </a:lnTo>
                <a:lnTo>
                  <a:pt x="30" y="576"/>
                </a:lnTo>
                <a:lnTo>
                  <a:pt x="31" y="576"/>
                </a:lnTo>
                <a:lnTo>
                  <a:pt x="30" y="575"/>
                </a:lnTo>
                <a:lnTo>
                  <a:pt x="29" y="575"/>
                </a:lnTo>
                <a:lnTo>
                  <a:pt x="28" y="574"/>
                </a:lnTo>
                <a:lnTo>
                  <a:pt x="29" y="573"/>
                </a:lnTo>
                <a:lnTo>
                  <a:pt x="29" y="572"/>
                </a:lnTo>
                <a:lnTo>
                  <a:pt x="30" y="571"/>
                </a:lnTo>
                <a:lnTo>
                  <a:pt x="30" y="570"/>
                </a:lnTo>
                <a:lnTo>
                  <a:pt x="29" y="569"/>
                </a:lnTo>
                <a:lnTo>
                  <a:pt x="29" y="570"/>
                </a:lnTo>
                <a:lnTo>
                  <a:pt x="29" y="569"/>
                </a:lnTo>
                <a:lnTo>
                  <a:pt x="28" y="568"/>
                </a:lnTo>
                <a:lnTo>
                  <a:pt x="27" y="568"/>
                </a:lnTo>
                <a:lnTo>
                  <a:pt x="28" y="567"/>
                </a:lnTo>
                <a:lnTo>
                  <a:pt x="28" y="566"/>
                </a:lnTo>
                <a:lnTo>
                  <a:pt x="29" y="565"/>
                </a:lnTo>
                <a:lnTo>
                  <a:pt x="29" y="563"/>
                </a:lnTo>
                <a:lnTo>
                  <a:pt x="28" y="562"/>
                </a:lnTo>
                <a:lnTo>
                  <a:pt x="28" y="561"/>
                </a:lnTo>
                <a:lnTo>
                  <a:pt x="29" y="560"/>
                </a:lnTo>
                <a:lnTo>
                  <a:pt x="29" y="559"/>
                </a:lnTo>
                <a:lnTo>
                  <a:pt x="30" y="560"/>
                </a:lnTo>
                <a:lnTo>
                  <a:pt x="31" y="560"/>
                </a:lnTo>
                <a:lnTo>
                  <a:pt x="31" y="559"/>
                </a:lnTo>
                <a:lnTo>
                  <a:pt x="32" y="559"/>
                </a:lnTo>
                <a:lnTo>
                  <a:pt x="32" y="558"/>
                </a:lnTo>
                <a:lnTo>
                  <a:pt x="33" y="558"/>
                </a:lnTo>
                <a:lnTo>
                  <a:pt x="34" y="558"/>
                </a:lnTo>
                <a:lnTo>
                  <a:pt x="34" y="557"/>
                </a:lnTo>
                <a:lnTo>
                  <a:pt x="34" y="556"/>
                </a:lnTo>
                <a:lnTo>
                  <a:pt x="37" y="553"/>
                </a:lnTo>
                <a:lnTo>
                  <a:pt x="38" y="550"/>
                </a:lnTo>
                <a:lnTo>
                  <a:pt x="39" y="550"/>
                </a:lnTo>
                <a:lnTo>
                  <a:pt x="39" y="549"/>
                </a:lnTo>
                <a:lnTo>
                  <a:pt x="39" y="548"/>
                </a:lnTo>
                <a:lnTo>
                  <a:pt x="39" y="547"/>
                </a:lnTo>
                <a:lnTo>
                  <a:pt x="40" y="547"/>
                </a:lnTo>
                <a:lnTo>
                  <a:pt x="40" y="544"/>
                </a:lnTo>
                <a:lnTo>
                  <a:pt x="40" y="543"/>
                </a:lnTo>
                <a:lnTo>
                  <a:pt x="41" y="543"/>
                </a:lnTo>
                <a:lnTo>
                  <a:pt x="41" y="542"/>
                </a:lnTo>
                <a:lnTo>
                  <a:pt x="42" y="542"/>
                </a:lnTo>
                <a:lnTo>
                  <a:pt x="42" y="541"/>
                </a:lnTo>
                <a:lnTo>
                  <a:pt x="42" y="540"/>
                </a:lnTo>
                <a:lnTo>
                  <a:pt x="43" y="540"/>
                </a:lnTo>
                <a:lnTo>
                  <a:pt x="44" y="540"/>
                </a:lnTo>
                <a:lnTo>
                  <a:pt x="44" y="541"/>
                </a:lnTo>
                <a:lnTo>
                  <a:pt x="45" y="540"/>
                </a:lnTo>
                <a:lnTo>
                  <a:pt x="45" y="539"/>
                </a:lnTo>
                <a:lnTo>
                  <a:pt x="45" y="538"/>
                </a:lnTo>
                <a:lnTo>
                  <a:pt x="45" y="537"/>
                </a:lnTo>
                <a:lnTo>
                  <a:pt x="45" y="536"/>
                </a:lnTo>
                <a:lnTo>
                  <a:pt x="46" y="535"/>
                </a:lnTo>
                <a:lnTo>
                  <a:pt x="47" y="535"/>
                </a:lnTo>
                <a:lnTo>
                  <a:pt x="47" y="534"/>
                </a:lnTo>
                <a:lnTo>
                  <a:pt x="48" y="533"/>
                </a:lnTo>
                <a:lnTo>
                  <a:pt x="49" y="532"/>
                </a:lnTo>
                <a:lnTo>
                  <a:pt x="50" y="533"/>
                </a:lnTo>
                <a:lnTo>
                  <a:pt x="50" y="532"/>
                </a:lnTo>
                <a:lnTo>
                  <a:pt x="51" y="531"/>
                </a:lnTo>
                <a:lnTo>
                  <a:pt x="52" y="531"/>
                </a:lnTo>
                <a:lnTo>
                  <a:pt x="52" y="530"/>
                </a:lnTo>
                <a:lnTo>
                  <a:pt x="52" y="529"/>
                </a:lnTo>
                <a:lnTo>
                  <a:pt x="52" y="528"/>
                </a:lnTo>
                <a:lnTo>
                  <a:pt x="52" y="527"/>
                </a:lnTo>
                <a:lnTo>
                  <a:pt x="52" y="526"/>
                </a:lnTo>
                <a:lnTo>
                  <a:pt x="53" y="526"/>
                </a:lnTo>
                <a:lnTo>
                  <a:pt x="53" y="525"/>
                </a:lnTo>
                <a:lnTo>
                  <a:pt x="53" y="524"/>
                </a:lnTo>
                <a:lnTo>
                  <a:pt x="54" y="524"/>
                </a:lnTo>
                <a:lnTo>
                  <a:pt x="54" y="523"/>
                </a:lnTo>
                <a:lnTo>
                  <a:pt x="55" y="523"/>
                </a:lnTo>
                <a:lnTo>
                  <a:pt x="56" y="523"/>
                </a:lnTo>
                <a:lnTo>
                  <a:pt x="56" y="522"/>
                </a:lnTo>
                <a:lnTo>
                  <a:pt x="56" y="521"/>
                </a:lnTo>
                <a:lnTo>
                  <a:pt x="56" y="520"/>
                </a:lnTo>
                <a:lnTo>
                  <a:pt x="57" y="520"/>
                </a:lnTo>
                <a:lnTo>
                  <a:pt x="58" y="520"/>
                </a:lnTo>
                <a:lnTo>
                  <a:pt x="58" y="519"/>
                </a:lnTo>
                <a:lnTo>
                  <a:pt x="58" y="518"/>
                </a:lnTo>
                <a:lnTo>
                  <a:pt x="58" y="517"/>
                </a:lnTo>
                <a:lnTo>
                  <a:pt x="59" y="517"/>
                </a:lnTo>
                <a:lnTo>
                  <a:pt x="59" y="516"/>
                </a:lnTo>
                <a:lnTo>
                  <a:pt x="60" y="516"/>
                </a:lnTo>
                <a:lnTo>
                  <a:pt x="60" y="515"/>
                </a:lnTo>
                <a:lnTo>
                  <a:pt x="61" y="514"/>
                </a:lnTo>
                <a:lnTo>
                  <a:pt x="60" y="513"/>
                </a:lnTo>
                <a:lnTo>
                  <a:pt x="59" y="513"/>
                </a:lnTo>
                <a:lnTo>
                  <a:pt x="59" y="512"/>
                </a:lnTo>
                <a:lnTo>
                  <a:pt x="59" y="511"/>
                </a:lnTo>
                <a:lnTo>
                  <a:pt x="60" y="511"/>
                </a:lnTo>
                <a:lnTo>
                  <a:pt x="60" y="510"/>
                </a:lnTo>
                <a:lnTo>
                  <a:pt x="61" y="510"/>
                </a:lnTo>
                <a:lnTo>
                  <a:pt x="62" y="509"/>
                </a:lnTo>
                <a:lnTo>
                  <a:pt x="61" y="509"/>
                </a:lnTo>
                <a:lnTo>
                  <a:pt x="61" y="507"/>
                </a:lnTo>
                <a:lnTo>
                  <a:pt x="62" y="507"/>
                </a:lnTo>
                <a:lnTo>
                  <a:pt x="62" y="506"/>
                </a:lnTo>
                <a:lnTo>
                  <a:pt x="61" y="506"/>
                </a:lnTo>
                <a:lnTo>
                  <a:pt x="61" y="504"/>
                </a:lnTo>
                <a:lnTo>
                  <a:pt x="60" y="504"/>
                </a:lnTo>
                <a:lnTo>
                  <a:pt x="60" y="503"/>
                </a:lnTo>
                <a:lnTo>
                  <a:pt x="59" y="503"/>
                </a:lnTo>
                <a:lnTo>
                  <a:pt x="58" y="503"/>
                </a:lnTo>
                <a:lnTo>
                  <a:pt x="59" y="503"/>
                </a:lnTo>
                <a:lnTo>
                  <a:pt x="58" y="502"/>
                </a:lnTo>
                <a:lnTo>
                  <a:pt x="58" y="503"/>
                </a:lnTo>
                <a:lnTo>
                  <a:pt x="57" y="503"/>
                </a:lnTo>
                <a:lnTo>
                  <a:pt x="57" y="502"/>
                </a:lnTo>
                <a:lnTo>
                  <a:pt x="56" y="502"/>
                </a:lnTo>
                <a:lnTo>
                  <a:pt x="55" y="502"/>
                </a:lnTo>
                <a:lnTo>
                  <a:pt x="55" y="501"/>
                </a:lnTo>
                <a:lnTo>
                  <a:pt x="54" y="501"/>
                </a:lnTo>
                <a:lnTo>
                  <a:pt x="53" y="501"/>
                </a:lnTo>
                <a:lnTo>
                  <a:pt x="52" y="501"/>
                </a:lnTo>
                <a:lnTo>
                  <a:pt x="52" y="502"/>
                </a:lnTo>
                <a:lnTo>
                  <a:pt x="51" y="502"/>
                </a:lnTo>
                <a:lnTo>
                  <a:pt x="50" y="502"/>
                </a:lnTo>
                <a:lnTo>
                  <a:pt x="50" y="503"/>
                </a:lnTo>
                <a:lnTo>
                  <a:pt x="49" y="503"/>
                </a:lnTo>
                <a:lnTo>
                  <a:pt x="48" y="502"/>
                </a:lnTo>
                <a:lnTo>
                  <a:pt x="49" y="500"/>
                </a:lnTo>
                <a:lnTo>
                  <a:pt x="49" y="499"/>
                </a:lnTo>
                <a:lnTo>
                  <a:pt x="50" y="499"/>
                </a:lnTo>
                <a:lnTo>
                  <a:pt x="51" y="499"/>
                </a:lnTo>
                <a:lnTo>
                  <a:pt x="52" y="499"/>
                </a:lnTo>
                <a:lnTo>
                  <a:pt x="53" y="499"/>
                </a:lnTo>
                <a:lnTo>
                  <a:pt x="53" y="498"/>
                </a:lnTo>
                <a:lnTo>
                  <a:pt x="53" y="497"/>
                </a:lnTo>
                <a:lnTo>
                  <a:pt x="53" y="496"/>
                </a:lnTo>
                <a:lnTo>
                  <a:pt x="53" y="495"/>
                </a:lnTo>
                <a:lnTo>
                  <a:pt x="52" y="495"/>
                </a:lnTo>
                <a:lnTo>
                  <a:pt x="52" y="494"/>
                </a:lnTo>
                <a:lnTo>
                  <a:pt x="51" y="494"/>
                </a:lnTo>
                <a:lnTo>
                  <a:pt x="50" y="493"/>
                </a:lnTo>
                <a:lnTo>
                  <a:pt x="50" y="492"/>
                </a:lnTo>
                <a:lnTo>
                  <a:pt x="49" y="492"/>
                </a:lnTo>
                <a:lnTo>
                  <a:pt x="48" y="492"/>
                </a:lnTo>
                <a:lnTo>
                  <a:pt x="47" y="492"/>
                </a:lnTo>
                <a:lnTo>
                  <a:pt x="46" y="491"/>
                </a:lnTo>
                <a:lnTo>
                  <a:pt x="46" y="489"/>
                </a:lnTo>
                <a:lnTo>
                  <a:pt x="46" y="488"/>
                </a:lnTo>
                <a:lnTo>
                  <a:pt x="47" y="487"/>
                </a:lnTo>
                <a:lnTo>
                  <a:pt x="47" y="486"/>
                </a:lnTo>
                <a:lnTo>
                  <a:pt x="45" y="482"/>
                </a:lnTo>
                <a:lnTo>
                  <a:pt x="44" y="481"/>
                </a:lnTo>
                <a:lnTo>
                  <a:pt x="43" y="481"/>
                </a:lnTo>
                <a:lnTo>
                  <a:pt x="42" y="479"/>
                </a:lnTo>
                <a:lnTo>
                  <a:pt x="43" y="478"/>
                </a:lnTo>
                <a:lnTo>
                  <a:pt x="40" y="475"/>
                </a:lnTo>
                <a:lnTo>
                  <a:pt x="39" y="474"/>
                </a:lnTo>
                <a:lnTo>
                  <a:pt x="38" y="474"/>
                </a:lnTo>
                <a:lnTo>
                  <a:pt x="37" y="474"/>
                </a:lnTo>
                <a:lnTo>
                  <a:pt x="37" y="473"/>
                </a:lnTo>
                <a:lnTo>
                  <a:pt x="38" y="472"/>
                </a:lnTo>
                <a:lnTo>
                  <a:pt x="38" y="467"/>
                </a:lnTo>
                <a:lnTo>
                  <a:pt x="36" y="465"/>
                </a:lnTo>
                <a:lnTo>
                  <a:pt x="34" y="463"/>
                </a:lnTo>
                <a:lnTo>
                  <a:pt x="33" y="462"/>
                </a:lnTo>
                <a:lnTo>
                  <a:pt x="32" y="462"/>
                </a:lnTo>
                <a:lnTo>
                  <a:pt x="32" y="461"/>
                </a:lnTo>
                <a:lnTo>
                  <a:pt x="32" y="460"/>
                </a:lnTo>
                <a:lnTo>
                  <a:pt x="33" y="460"/>
                </a:lnTo>
                <a:lnTo>
                  <a:pt x="33" y="459"/>
                </a:lnTo>
                <a:lnTo>
                  <a:pt x="34" y="457"/>
                </a:lnTo>
                <a:lnTo>
                  <a:pt x="34" y="456"/>
                </a:lnTo>
                <a:lnTo>
                  <a:pt x="33" y="456"/>
                </a:lnTo>
                <a:lnTo>
                  <a:pt x="32" y="456"/>
                </a:lnTo>
                <a:lnTo>
                  <a:pt x="31" y="457"/>
                </a:lnTo>
                <a:lnTo>
                  <a:pt x="29" y="456"/>
                </a:lnTo>
                <a:lnTo>
                  <a:pt x="27" y="456"/>
                </a:lnTo>
                <a:lnTo>
                  <a:pt x="24" y="454"/>
                </a:lnTo>
                <a:lnTo>
                  <a:pt x="24" y="452"/>
                </a:lnTo>
                <a:lnTo>
                  <a:pt x="22" y="452"/>
                </a:lnTo>
                <a:lnTo>
                  <a:pt x="21" y="452"/>
                </a:lnTo>
                <a:lnTo>
                  <a:pt x="19" y="451"/>
                </a:lnTo>
                <a:lnTo>
                  <a:pt x="19" y="450"/>
                </a:lnTo>
                <a:lnTo>
                  <a:pt x="18" y="450"/>
                </a:lnTo>
                <a:lnTo>
                  <a:pt x="18" y="449"/>
                </a:lnTo>
                <a:lnTo>
                  <a:pt x="17" y="449"/>
                </a:lnTo>
                <a:lnTo>
                  <a:pt x="15" y="449"/>
                </a:lnTo>
                <a:lnTo>
                  <a:pt x="13" y="449"/>
                </a:lnTo>
                <a:lnTo>
                  <a:pt x="12" y="449"/>
                </a:lnTo>
                <a:lnTo>
                  <a:pt x="11" y="449"/>
                </a:lnTo>
                <a:lnTo>
                  <a:pt x="10" y="449"/>
                </a:lnTo>
                <a:lnTo>
                  <a:pt x="8" y="447"/>
                </a:lnTo>
                <a:lnTo>
                  <a:pt x="8" y="446"/>
                </a:lnTo>
                <a:lnTo>
                  <a:pt x="8" y="444"/>
                </a:lnTo>
                <a:lnTo>
                  <a:pt x="8" y="441"/>
                </a:lnTo>
                <a:lnTo>
                  <a:pt x="9" y="440"/>
                </a:lnTo>
                <a:lnTo>
                  <a:pt x="10" y="439"/>
                </a:lnTo>
                <a:lnTo>
                  <a:pt x="10" y="438"/>
                </a:lnTo>
                <a:lnTo>
                  <a:pt x="9" y="438"/>
                </a:lnTo>
                <a:lnTo>
                  <a:pt x="8" y="437"/>
                </a:lnTo>
                <a:lnTo>
                  <a:pt x="7" y="437"/>
                </a:lnTo>
                <a:lnTo>
                  <a:pt x="7" y="436"/>
                </a:lnTo>
                <a:lnTo>
                  <a:pt x="7" y="435"/>
                </a:lnTo>
                <a:lnTo>
                  <a:pt x="6" y="435"/>
                </a:lnTo>
                <a:lnTo>
                  <a:pt x="7" y="430"/>
                </a:lnTo>
                <a:lnTo>
                  <a:pt x="8" y="430"/>
                </a:lnTo>
                <a:lnTo>
                  <a:pt x="9" y="430"/>
                </a:lnTo>
                <a:lnTo>
                  <a:pt x="10" y="430"/>
                </a:lnTo>
                <a:lnTo>
                  <a:pt x="10" y="428"/>
                </a:lnTo>
                <a:lnTo>
                  <a:pt x="10" y="427"/>
                </a:lnTo>
                <a:lnTo>
                  <a:pt x="11" y="427"/>
                </a:lnTo>
                <a:lnTo>
                  <a:pt x="11" y="426"/>
                </a:lnTo>
                <a:lnTo>
                  <a:pt x="12" y="426"/>
                </a:lnTo>
                <a:lnTo>
                  <a:pt x="11" y="425"/>
                </a:lnTo>
                <a:lnTo>
                  <a:pt x="10" y="424"/>
                </a:lnTo>
                <a:lnTo>
                  <a:pt x="9" y="424"/>
                </a:lnTo>
                <a:lnTo>
                  <a:pt x="9" y="423"/>
                </a:lnTo>
                <a:lnTo>
                  <a:pt x="9" y="422"/>
                </a:lnTo>
                <a:lnTo>
                  <a:pt x="9" y="421"/>
                </a:lnTo>
                <a:lnTo>
                  <a:pt x="8" y="420"/>
                </a:lnTo>
                <a:lnTo>
                  <a:pt x="9" y="420"/>
                </a:lnTo>
                <a:lnTo>
                  <a:pt x="9" y="418"/>
                </a:lnTo>
                <a:lnTo>
                  <a:pt x="9" y="417"/>
                </a:lnTo>
                <a:lnTo>
                  <a:pt x="9" y="416"/>
                </a:lnTo>
                <a:lnTo>
                  <a:pt x="10" y="415"/>
                </a:lnTo>
                <a:lnTo>
                  <a:pt x="11" y="414"/>
                </a:lnTo>
                <a:lnTo>
                  <a:pt x="13" y="414"/>
                </a:lnTo>
                <a:lnTo>
                  <a:pt x="14" y="412"/>
                </a:lnTo>
                <a:lnTo>
                  <a:pt x="14" y="411"/>
                </a:lnTo>
                <a:lnTo>
                  <a:pt x="13" y="411"/>
                </a:lnTo>
                <a:lnTo>
                  <a:pt x="13" y="410"/>
                </a:lnTo>
                <a:lnTo>
                  <a:pt x="13" y="408"/>
                </a:lnTo>
                <a:lnTo>
                  <a:pt x="14" y="407"/>
                </a:lnTo>
                <a:lnTo>
                  <a:pt x="15" y="406"/>
                </a:lnTo>
                <a:lnTo>
                  <a:pt x="16" y="405"/>
                </a:lnTo>
                <a:lnTo>
                  <a:pt x="19" y="406"/>
                </a:lnTo>
                <a:lnTo>
                  <a:pt x="20" y="406"/>
                </a:lnTo>
                <a:lnTo>
                  <a:pt x="21" y="406"/>
                </a:lnTo>
                <a:lnTo>
                  <a:pt x="22" y="405"/>
                </a:lnTo>
                <a:lnTo>
                  <a:pt x="23" y="405"/>
                </a:lnTo>
                <a:lnTo>
                  <a:pt x="24" y="404"/>
                </a:lnTo>
                <a:lnTo>
                  <a:pt x="24" y="403"/>
                </a:lnTo>
                <a:lnTo>
                  <a:pt x="23" y="402"/>
                </a:lnTo>
                <a:lnTo>
                  <a:pt x="23" y="401"/>
                </a:lnTo>
                <a:lnTo>
                  <a:pt x="23" y="399"/>
                </a:lnTo>
                <a:lnTo>
                  <a:pt x="24" y="399"/>
                </a:lnTo>
                <a:lnTo>
                  <a:pt x="25" y="399"/>
                </a:lnTo>
                <a:lnTo>
                  <a:pt x="25" y="400"/>
                </a:lnTo>
                <a:lnTo>
                  <a:pt x="26" y="400"/>
                </a:lnTo>
                <a:lnTo>
                  <a:pt x="27" y="401"/>
                </a:lnTo>
                <a:lnTo>
                  <a:pt x="28" y="400"/>
                </a:lnTo>
                <a:lnTo>
                  <a:pt x="29" y="399"/>
                </a:lnTo>
                <a:lnTo>
                  <a:pt x="29" y="398"/>
                </a:lnTo>
                <a:lnTo>
                  <a:pt x="30" y="395"/>
                </a:lnTo>
                <a:lnTo>
                  <a:pt x="31" y="394"/>
                </a:lnTo>
                <a:lnTo>
                  <a:pt x="32" y="394"/>
                </a:lnTo>
                <a:lnTo>
                  <a:pt x="33" y="394"/>
                </a:lnTo>
                <a:lnTo>
                  <a:pt x="33" y="395"/>
                </a:lnTo>
                <a:lnTo>
                  <a:pt x="34" y="395"/>
                </a:lnTo>
                <a:lnTo>
                  <a:pt x="34" y="394"/>
                </a:lnTo>
                <a:lnTo>
                  <a:pt x="34" y="392"/>
                </a:lnTo>
                <a:lnTo>
                  <a:pt x="34" y="391"/>
                </a:lnTo>
                <a:lnTo>
                  <a:pt x="34" y="390"/>
                </a:lnTo>
                <a:lnTo>
                  <a:pt x="35" y="390"/>
                </a:lnTo>
                <a:lnTo>
                  <a:pt x="36" y="389"/>
                </a:lnTo>
                <a:lnTo>
                  <a:pt x="36" y="388"/>
                </a:lnTo>
                <a:lnTo>
                  <a:pt x="36" y="387"/>
                </a:lnTo>
                <a:lnTo>
                  <a:pt x="35" y="386"/>
                </a:lnTo>
                <a:lnTo>
                  <a:pt x="34" y="386"/>
                </a:lnTo>
                <a:lnTo>
                  <a:pt x="33" y="386"/>
                </a:lnTo>
                <a:lnTo>
                  <a:pt x="31" y="385"/>
                </a:lnTo>
                <a:lnTo>
                  <a:pt x="31" y="384"/>
                </a:lnTo>
                <a:lnTo>
                  <a:pt x="30" y="383"/>
                </a:lnTo>
                <a:lnTo>
                  <a:pt x="29" y="382"/>
                </a:lnTo>
                <a:lnTo>
                  <a:pt x="29" y="381"/>
                </a:lnTo>
                <a:lnTo>
                  <a:pt x="29" y="379"/>
                </a:lnTo>
                <a:lnTo>
                  <a:pt x="29" y="377"/>
                </a:lnTo>
                <a:lnTo>
                  <a:pt x="28" y="376"/>
                </a:lnTo>
                <a:lnTo>
                  <a:pt x="28" y="374"/>
                </a:lnTo>
                <a:lnTo>
                  <a:pt x="28" y="372"/>
                </a:lnTo>
                <a:lnTo>
                  <a:pt x="29" y="371"/>
                </a:lnTo>
                <a:lnTo>
                  <a:pt x="29" y="370"/>
                </a:lnTo>
                <a:lnTo>
                  <a:pt x="30" y="370"/>
                </a:lnTo>
                <a:lnTo>
                  <a:pt x="30" y="371"/>
                </a:lnTo>
                <a:lnTo>
                  <a:pt x="31" y="371"/>
                </a:lnTo>
                <a:lnTo>
                  <a:pt x="32" y="371"/>
                </a:lnTo>
                <a:lnTo>
                  <a:pt x="32" y="370"/>
                </a:lnTo>
                <a:lnTo>
                  <a:pt x="33" y="370"/>
                </a:lnTo>
                <a:lnTo>
                  <a:pt x="33" y="369"/>
                </a:lnTo>
                <a:lnTo>
                  <a:pt x="33" y="368"/>
                </a:lnTo>
                <a:lnTo>
                  <a:pt x="35" y="368"/>
                </a:lnTo>
                <a:lnTo>
                  <a:pt x="36" y="367"/>
                </a:lnTo>
                <a:lnTo>
                  <a:pt x="37" y="366"/>
                </a:lnTo>
                <a:lnTo>
                  <a:pt x="39" y="363"/>
                </a:lnTo>
                <a:lnTo>
                  <a:pt x="40" y="363"/>
                </a:lnTo>
                <a:lnTo>
                  <a:pt x="41" y="363"/>
                </a:lnTo>
                <a:lnTo>
                  <a:pt x="42" y="363"/>
                </a:lnTo>
                <a:lnTo>
                  <a:pt x="43" y="363"/>
                </a:lnTo>
                <a:lnTo>
                  <a:pt x="43" y="362"/>
                </a:lnTo>
                <a:lnTo>
                  <a:pt x="43" y="361"/>
                </a:lnTo>
                <a:lnTo>
                  <a:pt x="44" y="360"/>
                </a:lnTo>
                <a:lnTo>
                  <a:pt x="46" y="360"/>
                </a:lnTo>
                <a:lnTo>
                  <a:pt x="47" y="360"/>
                </a:lnTo>
                <a:lnTo>
                  <a:pt x="47" y="361"/>
                </a:lnTo>
                <a:lnTo>
                  <a:pt x="48" y="361"/>
                </a:lnTo>
                <a:lnTo>
                  <a:pt x="49" y="360"/>
                </a:lnTo>
                <a:lnTo>
                  <a:pt x="49" y="359"/>
                </a:lnTo>
                <a:lnTo>
                  <a:pt x="49" y="358"/>
                </a:lnTo>
                <a:lnTo>
                  <a:pt x="50" y="358"/>
                </a:lnTo>
                <a:lnTo>
                  <a:pt x="50" y="357"/>
                </a:lnTo>
                <a:lnTo>
                  <a:pt x="51" y="357"/>
                </a:lnTo>
                <a:lnTo>
                  <a:pt x="52" y="357"/>
                </a:lnTo>
                <a:lnTo>
                  <a:pt x="53" y="357"/>
                </a:lnTo>
                <a:lnTo>
                  <a:pt x="53" y="356"/>
                </a:lnTo>
                <a:lnTo>
                  <a:pt x="54" y="357"/>
                </a:lnTo>
                <a:lnTo>
                  <a:pt x="54" y="358"/>
                </a:lnTo>
                <a:lnTo>
                  <a:pt x="55" y="359"/>
                </a:lnTo>
                <a:lnTo>
                  <a:pt x="55" y="360"/>
                </a:lnTo>
                <a:lnTo>
                  <a:pt x="56" y="360"/>
                </a:lnTo>
                <a:lnTo>
                  <a:pt x="57" y="360"/>
                </a:lnTo>
                <a:lnTo>
                  <a:pt x="57" y="361"/>
                </a:lnTo>
                <a:lnTo>
                  <a:pt x="58" y="361"/>
                </a:lnTo>
                <a:lnTo>
                  <a:pt x="58" y="362"/>
                </a:lnTo>
                <a:lnTo>
                  <a:pt x="59" y="362"/>
                </a:lnTo>
                <a:lnTo>
                  <a:pt x="59" y="363"/>
                </a:lnTo>
                <a:lnTo>
                  <a:pt x="59" y="364"/>
                </a:lnTo>
                <a:lnTo>
                  <a:pt x="60" y="365"/>
                </a:lnTo>
                <a:lnTo>
                  <a:pt x="61" y="365"/>
                </a:lnTo>
                <a:lnTo>
                  <a:pt x="62" y="365"/>
                </a:lnTo>
                <a:lnTo>
                  <a:pt x="63" y="365"/>
                </a:lnTo>
                <a:lnTo>
                  <a:pt x="63" y="364"/>
                </a:lnTo>
                <a:lnTo>
                  <a:pt x="64" y="364"/>
                </a:lnTo>
                <a:lnTo>
                  <a:pt x="64" y="363"/>
                </a:lnTo>
                <a:lnTo>
                  <a:pt x="65" y="363"/>
                </a:lnTo>
                <a:lnTo>
                  <a:pt x="65" y="364"/>
                </a:lnTo>
                <a:lnTo>
                  <a:pt x="66" y="364"/>
                </a:lnTo>
                <a:lnTo>
                  <a:pt x="66" y="365"/>
                </a:lnTo>
                <a:lnTo>
                  <a:pt x="67" y="365"/>
                </a:lnTo>
                <a:lnTo>
                  <a:pt x="68" y="365"/>
                </a:lnTo>
                <a:lnTo>
                  <a:pt x="68" y="364"/>
                </a:lnTo>
                <a:lnTo>
                  <a:pt x="69" y="364"/>
                </a:lnTo>
                <a:lnTo>
                  <a:pt x="68" y="364"/>
                </a:lnTo>
                <a:lnTo>
                  <a:pt x="69" y="363"/>
                </a:lnTo>
                <a:lnTo>
                  <a:pt x="70" y="363"/>
                </a:lnTo>
                <a:lnTo>
                  <a:pt x="71" y="363"/>
                </a:lnTo>
                <a:lnTo>
                  <a:pt x="72" y="363"/>
                </a:lnTo>
                <a:lnTo>
                  <a:pt x="72" y="362"/>
                </a:lnTo>
                <a:lnTo>
                  <a:pt x="73" y="362"/>
                </a:lnTo>
                <a:lnTo>
                  <a:pt x="73" y="363"/>
                </a:lnTo>
                <a:lnTo>
                  <a:pt x="74" y="363"/>
                </a:lnTo>
                <a:lnTo>
                  <a:pt x="74" y="362"/>
                </a:lnTo>
                <a:lnTo>
                  <a:pt x="75" y="362"/>
                </a:lnTo>
                <a:lnTo>
                  <a:pt x="76" y="362"/>
                </a:lnTo>
                <a:lnTo>
                  <a:pt x="77" y="362"/>
                </a:lnTo>
                <a:lnTo>
                  <a:pt x="78" y="363"/>
                </a:lnTo>
                <a:lnTo>
                  <a:pt x="79" y="362"/>
                </a:lnTo>
                <a:lnTo>
                  <a:pt x="80" y="362"/>
                </a:lnTo>
                <a:lnTo>
                  <a:pt x="81" y="362"/>
                </a:lnTo>
                <a:lnTo>
                  <a:pt x="82" y="361"/>
                </a:lnTo>
                <a:lnTo>
                  <a:pt x="82" y="360"/>
                </a:lnTo>
                <a:lnTo>
                  <a:pt x="82" y="359"/>
                </a:lnTo>
                <a:lnTo>
                  <a:pt x="83" y="359"/>
                </a:lnTo>
                <a:lnTo>
                  <a:pt x="82" y="358"/>
                </a:lnTo>
                <a:lnTo>
                  <a:pt x="82" y="357"/>
                </a:lnTo>
                <a:lnTo>
                  <a:pt x="82" y="356"/>
                </a:lnTo>
                <a:lnTo>
                  <a:pt x="83" y="355"/>
                </a:lnTo>
                <a:lnTo>
                  <a:pt x="83" y="354"/>
                </a:lnTo>
                <a:lnTo>
                  <a:pt x="83" y="353"/>
                </a:lnTo>
                <a:lnTo>
                  <a:pt x="84" y="352"/>
                </a:lnTo>
                <a:lnTo>
                  <a:pt x="85" y="352"/>
                </a:lnTo>
                <a:lnTo>
                  <a:pt x="86" y="352"/>
                </a:lnTo>
                <a:lnTo>
                  <a:pt x="87" y="352"/>
                </a:lnTo>
                <a:lnTo>
                  <a:pt x="88" y="352"/>
                </a:lnTo>
                <a:lnTo>
                  <a:pt x="89" y="352"/>
                </a:lnTo>
                <a:lnTo>
                  <a:pt x="89" y="351"/>
                </a:lnTo>
                <a:lnTo>
                  <a:pt x="89" y="350"/>
                </a:lnTo>
                <a:lnTo>
                  <a:pt x="90" y="350"/>
                </a:lnTo>
                <a:lnTo>
                  <a:pt x="90" y="351"/>
                </a:lnTo>
                <a:lnTo>
                  <a:pt x="91" y="351"/>
                </a:lnTo>
                <a:lnTo>
                  <a:pt x="91" y="350"/>
                </a:lnTo>
                <a:lnTo>
                  <a:pt x="92" y="350"/>
                </a:lnTo>
                <a:lnTo>
                  <a:pt x="92" y="349"/>
                </a:lnTo>
                <a:lnTo>
                  <a:pt x="92" y="348"/>
                </a:lnTo>
                <a:lnTo>
                  <a:pt x="92" y="347"/>
                </a:lnTo>
                <a:lnTo>
                  <a:pt x="91" y="347"/>
                </a:lnTo>
                <a:lnTo>
                  <a:pt x="90" y="347"/>
                </a:lnTo>
                <a:lnTo>
                  <a:pt x="89" y="346"/>
                </a:lnTo>
                <a:lnTo>
                  <a:pt x="89" y="347"/>
                </a:lnTo>
                <a:lnTo>
                  <a:pt x="88" y="347"/>
                </a:lnTo>
                <a:lnTo>
                  <a:pt x="88" y="346"/>
                </a:lnTo>
                <a:lnTo>
                  <a:pt x="87" y="346"/>
                </a:lnTo>
                <a:lnTo>
                  <a:pt x="87" y="345"/>
                </a:lnTo>
                <a:lnTo>
                  <a:pt x="88" y="345"/>
                </a:lnTo>
                <a:lnTo>
                  <a:pt x="88" y="344"/>
                </a:lnTo>
                <a:lnTo>
                  <a:pt x="88" y="343"/>
                </a:lnTo>
                <a:lnTo>
                  <a:pt x="88" y="342"/>
                </a:lnTo>
                <a:lnTo>
                  <a:pt x="87" y="342"/>
                </a:lnTo>
                <a:lnTo>
                  <a:pt x="87" y="341"/>
                </a:lnTo>
                <a:lnTo>
                  <a:pt x="88" y="340"/>
                </a:lnTo>
                <a:lnTo>
                  <a:pt x="88" y="339"/>
                </a:lnTo>
                <a:lnTo>
                  <a:pt x="88" y="338"/>
                </a:lnTo>
                <a:lnTo>
                  <a:pt x="89" y="337"/>
                </a:lnTo>
                <a:lnTo>
                  <a:pt x="90" y="337"/>
                </a:lnTo>
                <a:lnTo>
                  <a:pt x="90" y="336"/>
                </a:lnTo>
                <a:lnTo>
                  <a:pt x="91" y="336"/>
                </a:lnTo>
                <a:lnTo>
                  <a:pt x="92" y="335"/>
                </a:lnTo>
                <a:lnTo>
                  <a:pt x="92" y="334"/>
                </a:lnTo>
                <a:lnTo>
                  <a:pt x="91" y="334"/>
                </a:lnTo>
                <a:lnTo>
                  <a:pt x="91" y="333"/>
                </a:lnTo>
                <a:lnTo>
                  <a:pt x="92" y="333"/>
                </a:lnTo>
                <a:lnTo>
                  <a:pt x="92" y="332"/>
                </a:lnTo>
                <a:lnTo>
                  <a:pt x="92" y="331"/>
                </a:lnTo>
                <a:lnTo>
                  <a:pt x="92" y="330"/>
                </a:lnTo>
                <a:lnTo>
                  <a:pt x="92" y="329"/>
                </a:lnTo>
                <a:lnTo>
                  <a:pt x="92" y="328"/>
                </a:lnTo>
                <a:lnTo>
                  <a:pt x="93" y="327"/>
                </a:lnTo>
                <a:lnTo>
                  <a:pt x="93" y="326"/>
                </a:lnTo>
                <a:lnTo>
                  <a:pt x="94" y="326"/>
                </a:lnTo>
                <a:lnTo>
                  <a:pt x="94" y="325"/>
                </a:lnTo>
                <a:lnTo>
                  <a:pt x="94" y="324"/>
                </a:lnTo>
                <a:lnTo>
                  <a:pt x="95" y="323"/>
                </a:lnTo>
                <a:lnTo>
                  <a:pt x="95" y="322"/>
                </a:lnTo>
                <a:lnTo>
                  <a:pt x="94" y="322"/>
                </a:lnTo>
                <a:lnTo>
                  <a:pt x="94" y="321"/>
                </a:lnTo>
                <a:lnTo>
                  <a:pt x="95" y="321"/>
                </a:lnTo>
                <a:lnTo>
                  <a:pt x="96" y="320"/>
                </a:lnTo>
                <a:lnTo>
                  <a:pt x="97" y="320"/>
                </a:lnTo>
                <a:lnTo>
                  <a:pt x="98" y="319"/>
                </a:lnTo>
                <a:lnTo>
                  <a:pt x="97" y="318"/>
                </a:lnTo>
                <a:lnTo>
                  <a:pt x="98" y="317"/>
                </a:lnTo>
                <a:lnTo>
                  <a:pt x="98" y="316"/>
                </a:lnTo>
                <a:lnTo>
                  <a:pt x="99" y="316"/>
                </a:lnTo>
                <a:lnTo>
                  <a:pt x="99" y="314"/>
                </a:lnTo>
                <a:lnTo>
                  <a:pt x="99" y="313"/>
                </a:lnTo>
                <a:lnTo>
                  <a:pt x="100" y="313"/>
                </a:lnTo>
                <a:lnTo>
                  <a:pt x="100" y="312"/>
                </a:lnTo>
                <a:lnTo>
                  <a:pt x="100" y="311"/>
                </a:lnTo>
                <a:lnTo>
                  <a:pt x="99" y="310"/>
                </a:lnTo>
                <a:lnTo>
                  <a:pt x="98" y="311"/>
                </a:lnTo>
                <a:lnTo>
                  <a:pt x="97" y="312"/>
                </a:lnTo>
                <a:lnTo>
                  <a:pt x="96" y="312"/>
                </a:lnTo>
                <a:lnTo>
                  <a:pt x="95" y="311"/>
                </a:lnTo>
                <a:lnTo>
                  <a:pt x="95" y="310"/>
                </a:lnTo>
                <a:lnTo>
                  <a:pt x="95" y="309"/>
                </a:lnTo>
                <a:lnTo>
                  <a:pt x="94" y="308"/>
                </a:lnTo>
                <a:lnTo>
                  <a:pt x="93" y="308"/>
                </a:lnTo>
                <a:lnTo>
                  <a:pt x="92" y="308"/>
                </a:lnTo>
                <a:lnTo>
                  <a:pt x="91" y="307"/>
                </a:lnTo>
                <a:lnTo>
                  <a:pt x="90" y="308"/>
                </a:lnTo>
                <a:lnTo>
                  <a:pt x="89" y="308"/>
                </a:lnTo>
                <a:lnTo>
                  <a:pt x="88" y="308"/>
                </a:lnTo>
                <a:lnTo>
                  <a:pt x="88" y="307"/>
                </a:lnTo>
                <a:lnTo>
                  <a:pt x="87" y="307"/>
                </a:lnTo>
                <a:lnTo>
                  <a:pt x="88" y="306"/>
                </a:lnTo>
                <a:lnTo>
                  <a:pt x="87" y="306"/>
                </a:lnTo>
                <a:lnTo>
                  <a:pt x="87" y="305"/>
                </a:lnTo>
                <a:lnTo>
                  <a:pt x="86" y="305"/>
                </a:lnTo>
                <a:lnTo>
                  <a:pt x="86" y="304"/>
                </a:lnTo>
                <a:lnTo>
                  <a:pt x="85" y="304"/>
                </a:lnTo>
                <a:lnTo>
                  <a:pt x="85" y="303"/>
                </a:lnTo>
                <a:lnTo>
                  <a:pt x="85" y="302"/>
                </a:lnTo>
                <a:lnTo>
                  <a:pt x="86" y="302"/>
                </a:lnTo>
                <a:lnTo>
                  <a:pt x="85" y="302"/>
                </a:lnTo>
                <a:lnTo>
                  <a:pt x="86" y="301"/>
                </a:lnTo>
                <a:lnTo>
                  <a:pt x="86" y="300"/>
                </a:lnTo>
                <a:lnTo>
                  <a:pt x="85" y="299"/>
                </a:lnTo>
                <a:lnTo>
                  <a:pt x="86" y="299"/>
                </a:lnTo>
                <a:lnTo>
                  <a:pt x="86" y="297"/>
                </a:lnTo>
                <a:lnTo>
                  <a:pt x="86" y="296"/>
                </a:lnTo>
                <a:lnTo>
                  <a:pt x="86" y="295"/>
                </a:lnTo>
                <a:lnTo>
                  <a:pt x="86" y="294"/>
                </a:lnTo>
                <a:lnTo>
                  <a:pt x="86" y="293"/>
                </a:lnTo>
                <a:lnTo>
                  <a:pt x="86" y="292"/>
                </a:lnTo>
                <a:lnTo>
                  <a:pt x="86" y="291"/>
                </a:lnTo>
                <a:lnTo>
                  <a:pt x="87" y="291"/>
                </a:lnTo>
                <a:lnTo>
                  <a:pt x="87" y="290"/>
                </a:lnTo>
                <a:lnTo>
                  <a:pt x="86" y="290"/>
                </a:lnTo>
                <a:lnTo>
                  <a:pt x="86" y="289"/>
                </a:lnTo>
                <a:lnTo>
                  <a:pt x="85" y="289"/>
                </a:lnTo>
                <a:lnTo>
                  <a:pt x="85" y="288"/>
                </a:lnTo>
                <a:lnTo>
                  <a:pt x="85" y="287"/>
                </a:lnTo>
                <a:lnTo>
                  <a:pt x="84" y="286"/>
                </a:lnTo>
                <a:lnTo>
                  <a:pt x="85" y="286"/>
                </a:lnTo>
                <a:lnTo>
                  <a:pt x="85" y="285"/>
                </a:lnTo>
                <a:lnTo>
                  <a:pt x="86" y="285"/>
                </a:lnTo>
                <a:lnTo>
                  <a:pt x="85" y="284"/>
                </a:lnTo>
                <a:lnTo>
                  <a:pt x="85" y="283"/>
                </a:lnTo>
                <a:lnTo>
                  <a:pt x="85" y="282"/>
                </a:lnTo>
                <a:lnTo>
                  <a:pt x="85" y="281"/>
                </a:lnTo>
                <a:lnTo>
                  <a:pt x="84" y="281"/>
                </a:lnTo>
                <a:lnTo>
                  <a:pt x="83" y="281"/>
                </a:lnTo>
                <a:lnTo>
                  <a:pt x="82" y="281"/>
                </a:lnTo>
                <a:lnTo>
                  <a:pt x="81" y="281"/>
                </a:lnTo>
                <a:lnTo>
                  <a:pt x="81" y="282"/>
                </a:lnTo>
                <a:lnTo>
                  <a:pt x="80" y="282"/>
                </a:lnTo>
                <a:lnTo>
                  <a:pt x="79" y="281"/>
                </a:lnTo>
                <a:lnTo>
                  <a:pt x="78" y="281"/>
                </a:lnTo>
                <a:lnTo>
                  <a:pt x="78" y="282"/>
                </a:lnTo>
                <a:lnTo>
                  <a:pt x="77" y="282"/>
                </a:lnTo>
                <a:lnTo>
                  <a:pt x="76" y="282"/>
                </a:lnTo>
                <a:lnTo>
                  <a:pt x="75" y="282"/>
                </a:lnTo>
                <a:lnTo>
                  <a:pt x="75" y="281"/>
                </a:lnTo>
                <a:lnTo>
                  <a:pt x="74" y="281"/>
                </a:lnTo>
                <a:lnTo>
                  <a:pt x="73" y="281"/>
                </a:lnTo>
                <a:lnTo>
                  <a:pt x="72" y="281"/>
                </a:lnTo>
                <a:lnTo>
                  <a:pt x="71" y="282"/>
                </a:lnTo>
                <a:lnTo>
                  <a:pt x="70" y="282"/>
                </a:lnTo>
                <a:lnTo>
                  <a:pt x="69" y="282"/>
                </a:lnTo>
                <a:lnTo>
                  <a:pt x="69" y="283"/>
                </a:lnTo>
                <a:lnTo>
                  <a:pt x="70" y="283"/>
                </a:lnTo>
                <a:lnTo>
                  <a:pt x="69" y="283"/>
                </a:lnTo>
                <a:lnTo>
                  <a:pt x="69" y="282"/>
                </a:lnTo>
                <a:lnTo>
                  <a:pt x="68" y="281"/>
                </a:lnTo>
                <a:lnTo>
                  <a:pt x="67" y="281"/>
                </a:lnTo>
                <a:lnTo>
                  <a:pt x="67" y="280"/>
                </a:lnTo>
                <a:lnTo>
                  <a:pt x="67" y="279"/>
                </a:lnTo>
                <a:lnTo>
                  <a:pt x="68" y="279"/>
                </a:lnTo>
                <a:lnTo>
                  <a:pt x="69" y="279"/>
                </a:lnTo>
                <a:lnTo>
                  <a:pt x="70" y="278"/>
                </a:lnTo>
                <a:lnTo>
                  <a:pt x="70" y="277"/>
                </a:lnTo>
                <a:lnTo>
                  <a:pt x="69" y="277"/>
                </a:lnTo>
                <a:lnTo>
                  <a:pt x="69" y="276"/>
                </a:lnTo>
                <a:lnTo>
                  <a:pt x="68" y="276"/>
                </a:lnTo>
                <a:lnTo>
                  <a:pt x="68" y="277"/>
                </a:lnTo>
                <a:lnTo>
                  <a:pt x="67" y="277"/>
                </a:lnTo>
                <a:lnTo>
                  <a:pt x="66" y="277"/>
                </a:lnTo>
                <a:lnTo>
                  <a:pt x="66" y="278"/>
                </a:lnTo>
                <a:lnTo>
                  <a:pt x="65" y="278"/>
                </a:lnTo>
                <a:lnTo>
                  <a:pt x="64" y="278"/>
                </a:lnTo>
                <a:lnTo>
                  <a:pt x="63" y="278"/>
                </a:lnTo>
                <a:lnTo>
                  <a:pt x="62" y="278"/>
                </a:lnTo>
                <a:lnTo>
                  <a:pt x="61" y="278"/>
                </a:lnTo>
                <a:lnTo>
                  <a:pt x="60" y="277"/>
                </a:lnTo>
                <a:lnTo>
                  <a:pt x="58" y="277"/>
                </a:lnTo>
                <a:lnTo>
                  <a:pt x="57" y="277"/>
                </a:lnTo>
                <a:lnTo>
                  <a:pt x="56" y="276"/>
                </a:lnTo>
                <a:lnTo>
                  <a:pt x="55" y="276"/>
                </a:lnTo>
                <a:lnTo>
                  <a:pt x="54" y="276"/>
                </a:lnTo>
                <a:lnTo>
                  <a:pt x="53" y="276"/>
                </a:lnTo>
                <a:lnTo>
                  <a:pt x="53" y="275"/>
                </a:lnTo>
                <a:lnTo>
                  <a:pt x="53" y="274"/>
                </a:lnTo>
                <a:lnTo>
                  <a:pt x="52" y="274"/>
                </a:lnTo>
                <a:lnTo>
                  <a:pt x="52" y="273"/>
                </a:lnTo>
                <a:lnTo>
                  <a:pt x="52" y="272"/>
                </a:lnTo>
                <a:lnTo>
                  <a:pt x="52" y="271"/>
                </a:lnTo>
                <a:lnTo>
                  <a:pt x="51" y="271"/>
                </a:lnTo>
                <a:lnTo>
                  <a:pt x="52" y="270"/>
                </a:lnTo>
                <a:lnTo>
                  <a:pt x="52" y="269"/>
                </a:lnTo>
                <a:lnTo>
                  <a:pt x="51" y="269"/>
                </a:lnTo>
                <a:lnTo>
                  <a:pt x="50" y="269"/>
                </a:lnTo>
                <a:lnTo>
                  <a:pt x="50" y="268"/>
                </a:lnTo>
                <a:lnTo>
                  <a:pt x="50" y="269"/>
                </a:lnTo>
                <a:lnTo>
                  <a:pt x="49" y="268"/>
                </a:lnTo>
                <a:lnTo>
                  <a:pt x="48" y="268"/>
                </a:lnTo>
                <a:lnTo>
                  <a:pt x="46" y="268"/>
                </a:lnTo>
                <a:lnTo>
                  <a:pt x="45" y="267"/>
                </a:lnTo>
                <a:lnTo>
                  <a:pt x="44" y="267"/>
                </a:lnTo>
                <a:lnTo>
                  <a:pt x="43" y="267"/>
                </a:lnTo>
                <a:lnTo>
                  <a:pt x="42" y="267"/>
                </a:lnTo>
                <a:lnTo>
                  <a:pt x="41" y="267"/>
                </a:lnTo>
                <a:lnTo>
                  <a:pt x="41" y="266"/>
                </a:lnTo>
                <a:lnTo>
                  <a:pt x="41" y="265"/>
                </a:lnTo>
                <a:lnTo>
                  <a:pt x="42" y="265"/>
                </a:lnTo>
                <a:lnTo>
                  <a:pt x="43" y="265"/>
                </a:lnTo>
                <a:lnTo>
                  <a:pt x="45" y="265"/>
                </a:lnTo>
                <a:lnTo>
                  <a:pt x="45" y="264"/>
                </a:lnTo>
                <a:lnTo>
                  <a:pt x="46" y="264"/>
                </a:lnTo>
                <a:lnTo>
                  <a:pt x="46" y="263"/>
                </a:lnTo>
                <a:lnTo>
                  <a:pt x="46" y="262"/>
                </a:lnTo>
                <a:lnTo>
                  <a:pt x="47" y="262"/>
                </a:lnTo>
                <a:lnTo>
                  <a:pt x="47" y="261"/>
                </a:lnTo>
                <a:lnTo>
                  <a:pt x="47" y="260"/>
                </a:lnTo>
                <a:lnTo>
                  <a:pt x="47" y="258"/>
                </a:lnTo>
                <a:lnTo>
                  <a:pt x="47" y="257"/>
                </a:lnTo>
                <a:lnTo>
                  <a:pt x="47" y="256"/>
                </a:lnTo>
                <a:lnTo>
                  <a:pt x="48" y="256"/>
                </a:lnTo>
                <a:lnTo>
                  <a:pt x="49" y="256"/>
                </a:lnTo>
                <a:lnTo>
                  <a:pt x="50" y="257"/>
                </a:lnTo>
                <a:lnTo>
                  <a:pt x="51" y="257"/>
                </a:lnTo>
                <a:lnTo>
                  <a:pt x="51" y="258"/>
                </a:lnTo>
                <a:lnTo>
                  <a:pt x="52" y="259"/>
                </a:lnTo>
                <a:lnTo>
                  <a:pt x="52" y="260"/>
                </a:lnTo>
                <a:lnTo>
                  <a:pt x="52" y="261"/>
                </a:lnTo>
                <a:lnTo>
                  <a:pt x="53" y="262"/>
                </a:lnTo>
                <a:lnTo>
                  <a:pt x="54" y="262"/>
                </a:lnTo>
                <a:lnTo>
                  <a:pt x="54" y="261"/>
                </a:lnTo>
                <a:lnTo>
                  <a:pt x="55" y="261"/>
                </a:lnTo>
                <a:lnTo>
                  <a:pt x="56" y="261"/>
                </a:lnTo>
                <a:lnTo>
                  <a:pt x="57" y="260"/>
                </a:lnTo>
                <a:lnTo>
                  <a:pt x="57" y="259"/>
                </a:lnTo>
                <a:lnTo>
                  <a:pt x="58" y="258"/>
                </a:lnTo>
                <a:lnTo>
                  <a:pt x="58" y="257"/>
                </a:lnTo>
                <a:lnTo>
                  <a:pt x="58" y="256"/>
                </a:lnTo>
                <a:lnTo>
                  <a:pt x="57" y="256"/>
                </a:lnTo>
                <a:lnTo>
                  <a:pt x="57" y="255"/>
                </a:lnTo>
                <a:lnTo>
                  <a:pt x="57" y="254"/>
                </a:lnTo>
                <a:lnTo>
                  <a:pt x="56" y="254"/>
                </a:lnTo>
                <a:lnTo>
                  <a:pt x="56" y="253"/>
                </a:lnTo>
                <a:lnTo>
                  <a:pt x="56" y="252"/>
                </a:lnTo>
                <a:lnTo>
                  <a:pt x="56" y="251"/>
                </a:lnTo>
                <a:lnTo>
                  <a:pt x="55" y="250"/>
                </a:lnTo>
                <a:lnTo>
                  <a:pt x="55" y="249"/>
                </a:lnTo>
                <a:lnTo>
                  <a:pt x="56" y="249"/>
                </a:lnTo>
                <a:lnTo>
                  <a:pt x="57" y="249"/>
                </a:lnTo>
                <a:lnTo>
                  <a:pt x="57" y="248"/>
                </a:lnTo>
                <a:lnTo>
                  <a:pt x="58" y="248"/>
                </a:lnTo>
                <a:lnTo>
                  <a:pt x="59" y="248"/>
                </a:lnTo>
                <a:lnTo>
                  <a:pt x="60" y="248"/>
                </a:lnTo>
                <a:lnTo>
                  <a:pt x="60" y="249"/>
                </a:lnTo>
                <a:lnTo>
                  <a:pt x="60" y="250"/>
                </a:lnTo>
                <a:lnTo>
                  <a:pt x="61" y="250"/>
                </a:lnTo>
                <a:lnTo>
                  <a:pt x="62" y="250"/>
                </a:lnTo>
                <a:lnTo>
                  <a:pt x="63" y="250"/>
                </a:lnTo>
                <a:lnTo>
                  <a:pt x="63" y="249"/>
                </a:lnTo>
                <a:lnTo>
                  <a:pt x="64" y="249"/>
                </a:lnTo>
                <a:lnTo>
                  <a:pt x="65" y="248"/>
                </a:lnTo>
                <a:lnTo>
                  <a:pt x="66" y="248"/>
                </a:lnTo>
                <a:lnTo>
                  <a:pt x="67" y="248"/>
                </a:lnTo>
                <a:lnTo>
                  <a:pt x="68" y="248"/>
                </a:lnTo>
                <a:lnTo>
                  <a:pt x="69" y="248"/>
                </a:lnTo>
                <a:lnTo>
                  <a:pt x="69" y="247"/>
                </a:lnTo>
                <a:lnTo>
                  <a:pt x="69" y="248"/>
                </a:lnTo>
                <a:lnTo>
                  <a:pt x="70" y="248"/>
                </a:lnTo>
                <a:lnTo>
                  <a:pt x="70" y="247"/>
                </a:lnTo>
                <a:lnTo>
                  <a:pt x="70" y="246"/>
                </a:lnTo>
                <a:lnTo>
                  <a:pt x="71" y="245"/>
                </a:lnTo>
                <a:lnTo>
                  <a:pt x="72" y="244"/>
                </a:lnTo>
                <a:lnTo>
                  <a:pt x="73" y="243"/>
                </a:lnTo>
                <a:lnTo>
                  <a:pt x="73" y="244"/>
                </a:lnTo>
                <a:lnTo>
                  <a:pt x="73" y="245"/>
                </a:lnTo>
                <a:lnTo>
                  <a:pt x="74" y="245"/>
                </a:lnTo>
                <a:lnTo>
                  <a:pt x="75" y="245"/>
                </a:lnTo>
                <a:lnTo>
                  <a:pt x="75" y="244"/>
                </a:lnTo>
                <a:lnTo>
                  <a:pt x="76" y="244"/>
                </a:lnTo>
                <a:lnTo>
                  <a:pt x="77" y="244"/>
                </a:lnTo>
                <a:lnTo>
                  <a:pt x="77" y="243"/>
                </a:lnTo>
                <a:lnTo>
                  <a:pt x="78" y="243"/>
                </a:lnTo>
                <a:lnTo>
                  <a:pt x="79" y="243"/>
                </a:lnTo>
                <a:lnTo>
                  <a:pt x="80" y="243"/>
                </a:lnTo>
                <a:lnTo>
                  <a:pt x="80" y="242"/>
                </a:lnTo>
                <a:lnTo>
                  <a:pt x="81" y="242"/>
                </a:lnTo>
                <a:lnTo>
                  <a:pt x="82" y="242"/>
                </a:lnTo>
                <a:lnTo>
                  <a:pt x="83" y="243"/>
                </a:lnTo>
                <a:lnTo>
                  <a:pt x="84" y="243"/>
                </a:lnTo>
                <a:lnTo>
                  <a:pt x="86" y="243"/>
                </a:lnTo>
                <a:lnTo>
                  <a:pt x="87" y="242"/>
                </a:lnTo>
                <a:lnTo>
                  <a:pt x="88" y="242"/>
                </a:lnTo>
                <a:lnTo>
                  <a:pt x="89" y="242"/>
                </a:lnTo>
                <a:lnTo>
                  <a:pt x="90" y="242"/>
                </a:lnTo>
                <a:lnTo>
                  <a:pt x="91" y="241"/>
                </a:lnTo>
                <a:lnTo>
                  <a:pt x="92" y="240"/>
                </a:lnTo>
                <a:lnTo>
                  <a:pt x="93" y="240"/>
                </a:lnTo>
                <a:lnTo>
                  <a:pt x="94" y="239"/>
                </a:lnTo>
                <a:lnTo>
                  <a:pt x="94" y="238"/>
                </a:lnTo>
                <a:lnTo>
                  <a:pt x="94" y="237"/>
                </a:lnTo>
                <a:lnTo>
                  <a:pt x="96" y="237"/>
                </a:lnTo>
                <a:lnTo>
                  <a:pt x="96" y="236"/>
                </a:lnTo>
                <a:lnTo>
                  <a:pt x="96" y="235"/>
                </a:lnTo>
                <a:lnTo>
                  <a:pt x="96" y="234"/>
                </a:lnTo>
                <a:lnTo>
                  <a:pt x="97" y="234"/>
                </a:lnTo>
                <a:lnTo>
                  <a:pt x="97" y="233"/>
                </a:lnTo>
                <a:lnTo>
                  <a:pt x="97" y="232"/>
                </a:lnTo>
                <a:lnTo>
                  <a:pt x="96" y="232"/>
                </a:lnTo>
                <a:lnTo>
                  <a:pt x="96" y="231"/>
                </a:lnTo>
                <a:lnTo>
                  <a:pt x="95" y="231"/>
                </a:lnTo>
                <a:lnTo>
                  <a:pt x="94" y="232"/>
                </a:lnTo>
                <a:lnTo>
                  <a:pt x="92" y="232"/>
                </a:lnTo>
                <a:lnTo>
                  <a:pt x="91" y="232"/>
                </a:lnTo>
                <a:lnTo>
                  <a:pt x="91" y="231"/>
                </a:lnTo>
                <a:lnTo>
                  <a:pt x="90" y="230"/>
                </a:lnTo>
                <a:lnTo>
                  <a:pt x="89" y="230"/>
                </a:lnTo>
                <a:lnTo>
                  <a:pt x="88" y="230"/>
                </a:lnTo>
                <a:lnTo>
                  <a:pt x="87" y="230"/>
                </a:lnTo>
                <a:lnTo>
                  <a:pt x="86" y="231"/>
                </a:lnTo>
                <a:lnTo>
                  <a:pt x="85" y="232"/>
                </a:lnTo>
                <a:lnTo>
                  <a:pt x="84" y="232"/>
                </a:lnTo>
                <a:lnTo>
                  <a:pt x="84" y="231"/>
                </a:lnTo>
                <a:lnTo>
                  <a:pt x="83" y="231"/>
                </a:lnTo>
                <a:lnTo>
                  <a:pt x="82" y="231"/>
                </a:lnTo>
                <a:lnTo>
                  <a:pt x="82" y="230"/>
                </a:lnTo>
                <a:lnTo>
                  <a:pt x="81" y="230"/>
                </a:lnTo>
                <a:lnTo>
                  <a:pt x="80" y="230"/>
                </a:lnTo>
                <a:lnTo>
                  <a:pt x="78" y="231"/>
                </a:lnTo>
                <a:lnTo>
                  <a:pt x="77" y="231"/>
                </a:lnTo>
                <a:lnTo>
                  <a:pt x="77" y="230"/>
                </a:lnTo>
                <a:lnTo>
                  <a:pt x="76" y="230"/>
                </a:lnTo>
                <a:lnTo>
                  <a:pt x="76" y="228"/>
                </a:lnTo>
                <a:lnTo>
                  <a:pt x="76" y="227"/>
                </a:lnTo>
                <a:lnTo>
                  <a:pt x="76" y="226"/>
                </a:lnTo>
                <a:lnTo>
                  <a:pt x="76" y="225"/>
                </a:lnTo>
                <a:lnTo>
                  <a:pt x="75" y="225"/>
                </a:lnTo>
                <a:lnTo>
                  <a:pt x="75" y="224"/>
                </a:lnTo>
                <a:lnTo>
                  <a:pt x="75" y="223"/>
                </a:lnTo>
                <a:lnTo>
                  <a:pt x="76" y="223"/>
                </a:lnTo>
                <a:lnTo>
                  <a:pt x="76" y="222"/>
                </a:lnTo>
                <a:lnTo>
                  <a:pt x="75" y="222"/>
                </a:lnTo>
                <a:lnTo>
                  <a:pt x="75" y="221"/>
                </a:lnTo>
                <a:lnTo>
                  <a:pt x="74" y="221"/>
                </a:lnTo>
                <a:lnTo>
                  <a:pt x="74" y="220"/>
                </a:lnTo>
                <a:lnTo>
                  <a:pt x="73" y="220"/>
                </a:lnTo>
                <a:lnTo>
                  <a:pt x="73" y="219"/>
                </a:lnTo>
                <a:lnTo>
                  <a:pt x="74" y="218"/>
                </a:lnTo>
                <a:lnTo>
                  <a:pt x="74" y="217"/>
                </a:lnTo>
                <a:lnTo>
                  <a:pt x="75" y="215"/>
                </a:lnTo>
                <a:lnTo>
                  <a:pt x="75" y="214"/>
                </a:lnTo>
                <a:lnTo>
                  <a:pt x="75" y="213"/>
                </a:lnTo>
                <a:lnTo>
                  <a:pt x="76" y="213"/>
                </a:lnTo>
                <a:lnTo>
                  <a:pt x="76" y="212"/>
                </a:lnTo>
                <a:lnTo>
                  <a:pt x="75" y="211"/>
                </a:lnTo>
                <a:lnTo>
                  <a:pt x="74" y="211"/>
                </a:lnTo>
                <a:lnTo>
                  <a:pt x="74" y="209"/>
                </a:lnTo>
                <a:lnTo>
                  <a:pt x="74" y="208"/>
                </a:lnTo>
                <a:lnTo>
                  <a:pt x="75" y="208"/>
                </a:lnTo>
                <a:lnTo>
                  <a:pt x="75" y="207"/>
                </a:lnTo>
                <a:lnTo>
                  <a:pt x="74" y="207"/>
                </a:lnTo>
                <a:lnTo>
                  <a:pt x="74" y="206"/>
                </a:lnTo>
                <a:lnTo>
                  <a:pt x="73" y="206"/>
                </a:lnTo>
                <a:lnTo>
                  <a:pt x="73" y="205"/>
                </a:lnTo>
                <a:lnTo>
                  <a:pt x="72" y="205"/>
                </a:lnTo>
                <a:lnTo>
                  <a:pt x="72" y="206"/>
                </a:lnTo>
                <a:lnTo>
                  <a:pt x="71" y="206"/>
                </a:lnTo>
                <a:lnTo>
                  <a:pt x="70" y="206"/>
                </a:lnTo>
                <a:lnTo>
                  <a:pt x="70" y="205"/>
                </a:lnTo>
                <a:lnTo>
                  <a:pt x="69" y="205"/>
                </a:lnTo>
                <a:lnTo>
                  <a:pt x="68" y="204"/>
                </a:lnTo>
                <a:lnTo>
                  <a:pt x="68" y="203"/>
                </a:lnTo>
                <a:lnTo>
                  <a:pt x="69" y="203"/>
                </a:lnTo>
                <a:lnTo>
                  <a:pt x="68" y="202"/>
                </a:lnTo>
                <a:lnTo>
                  <a:pt x="67" y="201"/>
                </a:lnTo>
                <a:lnTo>
                  <a:pt x="66" y="200"/>
                </a:lnTo>
                <a:lnTo>
                  <a:pt x="65" y="198"/>
                </a:lnTo>
                <a:lnTo>
                  <a:pt x="65" y="197"/>
                </a:lnTo>
                <a:lnTo>
                  <a:pt x="65" y="196"/>
                </a:lnTo>
                <a:lnTo>
                  <a:pt x="64" y="196"/>
                </a:lnTo>
                <a:lnTo>
                  <a:pt x="64" y="195"/>
                </a:lnTo>
                <a:lnTo>
                  <a:pt x="63" y="194"/>
                </a:lnTo>
                <a:lnTo>
                  <a:pt x="63" y="193"/>
                </a:lnTo>
                <a:lnTo>
                  <a:pt x="62" y="193"/>
                </a:lnTo>
                <a:lnTo>
                  <a:pt x="62" y="192"/>
                </a:lnTo>
                <a:lnTo>
                  <a:pt x="61" y="192"/>
                </a:lnTo>
                <a:lnTo>
                  <a:pt x="61" y="191"/>
                </a:lnTo>
                <a:lnTo>
                  <a:pt x="60" y="191"/>
                </a:lnTo>
                <a:lnTo>
                  <a:pt x="59" y="190"/>
                </a:lnTo>
                <a:lnTo>
                  <a:pt x="58" y="189"/>
                </a:lnTo>
                <a:lnTo>
                  <a:pt x="59" y="188"/>
                </a:lnTo>
                <a:lnTo>
                  <a:pt x="59" y="187"/>
                </a:lnTo>
                <a:lnTo>
                  <a:pt x="59" y="186"/>
                </a:lnTo>
                <a:lnTo>
                  <a:pt x="58" y="186"/>
                </a:lnTo>
                <a:lnTo>
                  <a:pt x="57" y="186"/>
                </a:lnTo>
                <a:lnTo>
                  <a:pt x="57" y="187"/>
                </a:lnTo>
                <a:lnTo>
                  <a:pt x="56" y="187"/>
                </a:lnTo>
                <a:lnTo>
                  <a:pt x="56" y="186"/>
                </a:lnTo>
                <a:lnTo>
                  <a:pt x="55" y="186"/>
                </a:lnTo>
                <a:lnTo>
                  <a:pt x="55" y="185"/>
                </a:lnTo>
                <a:lnTo>
                  <a:pt x="54" y="185"/>
                </a:lnTo>
                <a:lnTo>
                  <a:pt x="54" y="184"/>
                </a:lnTo>
                <a:lnTo>
                  <a:pt x="54" y="183"/>
                </a:lnTo>
                <a:lnTo>
                  <a:pt x="53" y="183"/>
                </a:lnTo>
                <a:lnTo>
                  <a:pt x="54" y="181"/>
                </a:lnTo>
                <a:lnTo>
                  <a:pt x="55" y="181"/>
                </a:lnTo>
                <a:lnTo>
                  <a:pt x="56" y="180"/>
                </a:lnTo>
                <a:lnTo>
                  <a:pt x="55" y="180"/>
                </a:lnTo>
                <a:lnTo>
                  <a:pt x="54" y="180"/>
                </a:lnTo>
                <a:lnTo>
                  <a:pt x="54" y="179"/>
                </a:lnTo>
                <a:lnTo>
                  <a:pt x="54" y="177"/>
                </a:lnTo>
                <a:lnTo>
                  <a:pt x="53" y="176"/>
                </a:lnTo>
                <a:lnTo>
                  <a:pt x="53" y="175"/>
                </a:lnTo>
                <a:lnTo>
                  <a:pt x="53" y="174"/>
                </a:lnTo>
                <a:lnTo>
                  <a:pt x="53" y="173"/>
                </a:lnTo>
                <a:lnTo>
                  <a:pt x="54" y="173"/>
                </a:lnTo>
                <a:lnTo>
                  <a:pt x="54" y="172"/>
                </a:lnTo>
                <a:lnTo>
                  <a:pt x="53" y="172"/>
                </a:lnTo>
                <a:lnTo>
                  <a:pt x="52" y="172"/>
                </a:lnTo>
                <a:lnTo>
                  <a:pt x="50" y="172"/>
                </a:lnTo>
                <a:lnTo>
                  <a:pt x="49" y="171"/>
                </a:lnTo>
                <a:lnTo>
                  <a:pt x="49" y="172"/>
                </a:lnTo>
                <a:lnTo>
                  <a:pt x="48" y="172"/>
                </a:lnTo>
                <a:lnTo>
                  <a:pt x="48" y="171"/>
                </a:lnTo>
                <a:lnTo>
                  <a:pt x="47" y="171"/>
                </a:lnTo>
                <a:lnTo>
                  <a:pt x="47" y="170"/>
                </a:lnTo>
                <a:lnTo>
                  <a:pt x="47" y="169"/>
                </a:lnTo>
                <a:lnTo>
                  <a:pt x="47" y="167"/>
                </a:lnTo>
                <a:lnTo>
                  <a:pt x="47" y="166"/>
                </a:lnTo>
                <a:lnTo>
                  <a:pt x="46" y="167"/>
                </a:lnTo>
                <a:lnTo>
                  <a:pt x="46" y="166"/>
                </a:lnTo>
                <a:lnTo>
                  <a:pt x="45" y="165"/>
                </a:lnTo>
                <a:lnTo>
                  <a:pt x="44" y="165"/>
                </a:lnTo>
                <a:lnTo>
                  <a:pt x="43" y="164"/>
                </a:lnTo>
                <a:lnTo>
                  <a:pt x="42" y="164"/>
                </a:lnTo>
                <a:lnTo>
                  <a:pt x="42" y="163"/>
                </a:lnTo>
                <a:lnTo>
                  <a:pt x="42" y="162"/>
                </a:lnTo>
                <a:lnTo>
                  <a:pt x="41" y="161"/>
                </a:lnTo>
                <a:lnTo>
                  <a:pt x="40" y="161"/>
                </a:lnTo>
                <a:lnTo>
                  <a:pt x="39" y="160"/>
                </a:lnTo>
                <a:lnTo>
                  <a:pt x="38" y="160"/>
                </a:lnTo>
                <a:lnTo>
                  <a:pt x="37" y="159"/>
                </a:lnTo>
                <a:lnTo>
                  <a:pt x="38" y="159"/>
                </a:lnTo>
                <a:lnTo>
                  <a:pt x="37" y="158"/>
                </a:lnTo>
                <a:lnTo>
                  <a:pt x="37" y="157"/>
                </a:lnTo>
                <a:lnTo>
                  <a:pt x="35" y="157"/>
                </a:lnTo>
                <a:lnTo>
                  <a:pt x="35" y="158"/>
                </a:lnTo>
                <a:lnTo>
                  <a:pt x="34" y="156"/>
                </a:lnTo>
                <a:lnTo>
                  <a:pt x="33" y="156"/>
                </a:lnTo>
                <a:lnTo>
                  <a:pt x="33" y="155"/>
                </a:lnTo>
                <a:lnTo>
                  <a:pt x="35" y="154"/>
                </a:lnTo>
                <a:lnTo>
                  <a:pt x="36" y="154"/>
                </a:lnTo>
                <a:lnTo>
                  <a:pt x="37" y="154"/>
                </a:lnTo>
                <a:lnTo>
                  <a:pt x="39" y="155"/>
                </a:lnTo>
                <a:lnTo>
                  <a:pt x="39" y="154"/>
                </a:lnTo>
                <a:lnTo>
                  <a:pt x="38" y="154"/>
                </a:lnTo>
                <a:lnTo>
                  <a:pt x="38" y="153"/>
                </a:lnTo>
                <a:lnTo>
                  <a:pt x="39" y="153"/>
                </a:lnTo>
                <a:lnTo>
                  <a:pt x="38" y="153"/>
                </a:lnTo>
                <a:lnTo>
                  <a:pt x="38" y="152"/>
                </a:lnTo>
                <a:lnTo>
                  <a:pt x="39" y="152"/>
                </a:lnTo>
                <a:lnTo>
                  <a:pt x="40" y="152"/>
                </a:lnTo>
                <a:lnTo>
                  <a:pt x="40" y="151"/>
                </a:lnTo>
                <a:lnTo>
                  <a:pt x="41" y="150"/>
                </a:lnTo>
                <a:lnTo>
                  <a:pt x="41" y="148"/>
                </a:lnTo>
                <a:lnTo>
                  <a:pt x="42" y="148"/>
                </a:lnTo>
                <a:lnTo>
                  <a:pt x="43" y="148"/>
                </a:lnTo>
                <a:lnTo>
                  <a:pt x="44" y="147"/>
                </a:lnTo>
                <a:lnTo>
                  <a:pt x="45" y="147"/>
                </a:lnTo>
                <a:lnTo>
                  <a:pt x="45" y="148"/>
                </a:lnTo>
                <a:lnTo>
                  <a:pt x="46" y="148"/>
                </a:lnTo>
                <a:lnTo>
                  <a:pt x="46" y="147"/>
                </a:lnTo>
                <a:lnTo>
                  <a:pt x="47" y="147"/>
                </a:lnTo>
                <a:lnTo>
                  <a:pt x="48" y="147"/>
                </a:lnTo>
                <a:lnTo>
                  <a:pt x="49" y="147"/>
                </a:lnTo>
                <a:lnTo>
                  <a:pt x="49" y="146"/>
                </a:lnTo>
                <a:lnTo>
                  <a:pt x="49" y="145"/>
                </a:lnTo>
                <a:lnTo>
                  <a:pt x="50" y="144"/>
                </a:lnTo>
                <a:lnTo>
                  <a:pt x="50" y="143"/>
                </a:lnTo>
                <a:lnTo>
                  <a:pt x="50" y="142"/>
                </a:lnTo>
                <a:lnTo>
                  <a:pt x="50" y="141"/>
                </a:lnTo>
                <a:lnTo>
                  <a:pt x="50" y="140"/>
                </a:lnTo>
                <a:lnTo>
                  <a:pt x="49" y="139"/>
                </a:lnTo>
                <a:lnTo>
                  <a:pt x="49" y="138"/>
                </a:lnTo>
                <a:lnTo>
                  <a:pt x="48" y="138"/>
                </a:lnTo>
                <a:lnTo>
                  <a:pt x="47" y="138"/>
                </a:lnTo>
                <a:lnTo>
                  <a:pt x="47" y="139"/>
                </a:lnTo>
                <a:lnTo>
                  <a:pt x="47" y="141"/>
                </a:lnTo>
                <a:lnTo>
                  <a:pt x="46" y="141"/>
                </a:lnTo>
                <a:lnTo>
                  <a:pt x="46" y="140"/>
                </a:lnTo>
                <a:lnTo>
                  <a:pt x="46" y="139"/>
                </a:lnTo>
                <a:lnTo>
                  <a:pt x="45" y="139"/>
                </a:lnTo>
                <a:lnTo>
                  <a:pt x="45" y="138"/>
                </a:lnTo>
                <a:lnTo>
                  <a:pt x="45" y="137"/>
                </a:lnTo>
                <a:lnTo>
                  <a:pt x="45" y="136"/>
                </a:lnTo>
                <a:lnTo>
                  <a:pt x="44" y="136"/>
                </a:lnTo>
                <a:lnTo>
                  <a:pt x="43" y="135"/>
                </a:lnTo>
                <a:lnTo>
                  <a:pt x="42" y="136"/>
                </a:lnTo>
                <a:lnTo>
                  <a:pt x="41" y="135"/>
                </a:lnTo>
                <a:lnTo>
                  <a:pt x="41" y="134"/>
                </a:lnTo>
                <a:lnTo>
                  <a:pt x="40" y="134"/>
                </a:lnTo>
                <a:lnTo>
                  <a:pt x="40" y="133"/>
                </a:lnTo>
                <a:lnTo>
                  <a:pt x="41" y="133"/>
                </a:lnTo>
                <a:lnTo>
                  <a:pt x="41" y="132"/>
                </a:lnTo>
                <a:lnTo>
                  <a:pt x="42" y="132"/>
                </a:lnTo>
                <a:lnTo>
                  <a:pt x="42" y="131"/>
                </a:lnTo>
                <a:lnTo>
                  <a:pt x="43" y="131"/>
                </a:lnTo>
                <a:lnTo>
                  <a:pt x="42" y="131"/>
                </a:lnTo>
                <a:lnTo>
                  <a:pt x="42" y="130"/>
                </a:lnTo>
                <a:lnTo>
                  <a:pt x="43" y="129"/>
                </a:lnTo>
                <a:lnTo>
                  <a:pt x="43" y="128"/>
                </a:lnTo>
                <a:lnTo>
                  <a:pt x="43" y="127"/>
                </a:lnTo>
                <a:lnTo>
                  <a:pt x="43" y="126"/>
                </a:lnTo>
                <a:lnTo>
                  <a:pt x="44" y="125"/>
                </a:lnTo>
                <a:lnTo>
                  <a:pt x="43" y="125"/>
                </a:lnTo>
                <a:lnTo>
                  <a:pt x="42" y="125"/>
                </a:lnTo>
                <a:lnTo>
                  <a:pt x="42" y="124"/>
                </a:lnTo>
                <a:lnTo>
                  <a:pt x="41" y="124"/>
                </a:lnTo>
                <a:lnTo>
                  <a:pt x="40" y="124"/>
                </a:lnTo>
                <a:lnTo>
                  <a:pt x="38" y="123"/>
                </a:lnTo>
                <a:lnTo>
                  <a:pt x="37" y="123"/>
                </a:lnTo>
                <a:lnTo>
                  <a:pt x="38" y="123"/>
                </a:lnTo>
                <a:lnTo>
                  <a:pt x="38" y="122"/>
                </a:lnTo>
                <a:lnTo>
                  <a:pt x="38" y="121"/>
                </a:lnTo>
                <a:lnTo>
                  <a:pt x="39" y="121"/>
                </a:lnTo>
                <a:lnTo>
                  <a:pt x="39" y="120"/>
                </a:lnTo>
                <a:lnTo>
                  <a:pt x="40" y="120"/>
                </a:lnTo>
                <a:lnTo>
                  <a:pt x="41" y="120"/>
                </a:lnTo>
                <a:lnTo>
                  <a:pt x="42" y="119"/>
                </a:lnTo>
                <a:lnTo>
                  <a:pt x="42" y="118"/>
                </a:lnTo>
                <a:lnTo>
                  <a:pt x="42" y="117"/>
                </a:lnTo>
                <a:lnTo>
                  <a:pt x="43" y="117"/>
                </a:lnTo>
                <a:lnTo>
                  <a:pt x="43" y="116"/>
                </a:lnTo>
                <a:lnTo>
                  <a:pt x="44" y="116"/>
                </a:lnTo>
                <a:lnTo>
                  <a:pt x="45" y="116"/>
                </a:lnTo>
                <a:lnTo>
                  <a:pt x="45" y="115"/>
                </a:lnTo>
                <a:lnTo>
                  <a:pt x="46" y="115"/>
                </a:lnTo>
                <a:lnTo>
                  <a:pt x="47" y="114"/>
                </a:lnTo>
                <a:lnTo>
                  <a:pt x="47" y="113"/>
                </a:lnTo>
                <a:lnTo>
                  <a:pt x="48" y="113"/>
                </a:lnTo>
                <a:lnTo>
                  <a:pt x="49" y="113"/>
                </a:lnTo>
                <a:lnTo>
                  <a:pt x="49" y="112"/>
                </a:lnTo>
                <a:lnTo>
                  <a:pt x="50" y="112"/>
                </a:lnTo>
                <a:lnTo>
                  <a:pt x="51" y="112"/>
                </a:lnTo>
                <a:lnTo>
                  <a:pt x="52" y="111"/>
                </a:lnTo>
                <a:lnTo>
                  <a:pt x="53" y="111"/>
                </a:lnTo>
                <a:lnTo>
                  <a:pt x="53" y="112"/>
                </a:lnTo>
                <a:lnTo>
                  <a:pt x="54" y="112"/>
                </a:lnTo>
                <a:lnTo>
                  <a:pt x="55" y="111"/>
                </a:lnTo>
                <a:lnTo>
                  <a:pt x="56" y="111"/>
                </a:lnTo>
                <a:lnTo>
                  <a:pt x="57" y="111"/>
                </a:lnTo>
                <a:lnTo>
                  <a:pt x="58" y="110"/>
                </a:lnTo>
                <a:lnTo>
                  <a:pt x="59" y="110"/>
                </a:lnTo>
                <a:lnTo>
                  <a:pt x="60" y="111"/>
                </a:lnTo>
                <a:lnTo>
                  <a:pt x="61" y="111"/>
                </a:lnTo>
                <a:lnTo>
                  <a:pt x="62" y="111"/>
                </a:lnTo>
                <a:lnTo>
                  <a:pt x="63" y="112"/>
                </a:lnTo>
                <a:lnTo>
                  <a:pt x="65" y="112"/>
                </a:lnTo>
                <a:lnTo>
                  <a:pt x="67" y="112"/>
                </a:lnTo>
                <a:lnTo>
                  <a:pt x="67" y="113"/>
                </a:lnTo>
                <a:lnTo>
                  <a:pt x="68" y="113"/>
                </a:lnTo>
                <a:lnTo>
                  <a:pt x="69" y="113"/>
                </a:lnTo>
                <a:lnTo>
                  <a:pt x="70" y="113"/>
                </a:lnTo>
                <a:lnTo>
                  <a:pt x="70" y="110"/>
                </a:lnTo>
                <a:lnTo>
                  <a:pt x="69" y="108"/>
                </a:lnTo>
                <a:lnTo>
                  <a:pt x="69" y="107"/>
                </a:lnTo>
                <a:lnTo>
                  <a:pt x="69" y="106"/>
                </a:lnTo>
                <a:lnTo>
                  <a:pt x="71" y="104"/>
                </a:lnTo>
                <a:lnTo>
                  <a:pt x="70" y="104"/>
                </a:lnTo>
                <a:lnTo>
                  <a:pt x="70" y="103"/>
                </a:lnTo>
                <a:lnTo>
                  <a:pt x="70" y="102"/>
                </a:lnTo>
                <a:lnTo>
                  <a:pt x="72" y="102"/>
                </a:lnTo>
                <a:lnTo>
                  <a:pt x="72" y="101"/>
                </a:lnTo>
                <a:lnTo>
                  <a:pt x="71" y="99"/>
                </a:lnTo>
                <a:lnTo>
                  <a:pt x="69" y="97"/>
                </a:lnTo>
                <a:lnTo>
                  <a:pt x="69" y="96"/>
                </a:lnTo>
                <a:lnTo>
                  <a:pt x="68" y="96"/>
                </a:lnTo>
                <a:lnTo>
                  <a:pt x="68" y="95"/>
                </a:lnTo>
                <a:lnTo>
                  <a:pt x="69" y="94"/>
                </a:lnTo>
                <a:lnTo>
                  <a:pt x="70" y="94"/>
                </a:lnTo>
                <a:lnTo>
                  <a:pt x="71" y="94"/>
                </a:lnTo>
                <a:lnTo>
                  <a:pt x="70" y="94"/>
                </a:lnTo>
                <a:lnTo>
                  <a:pt x="70" y="93"/>
                </a:lnTo>
                <a:lnTo>
                  <a:pt x="70" y="92"/>
                </a:lnTo>
                <a:lnTo>
                  <a:pt x="69" y="91"/>
                </a:lnTo>
                <a:lnTo>
                  <a:pt x="68" y="90"/>
                </a:lnTo>
                <a:lnTo>
                  <a:pt x="68" y="89"/>
                </a:lnTo>
                <a:lnTo>
                  <a:pt x="69" y="88"/>
                </a:lnTo>
                <a:lnTo>
                  <a:pt x="68" y="88"/>
                </a:lnTo>
                <a:lnTo>
                  <a:pt x="67" y="87"/>
                </a:lnTo>
                <a:lnTo>
                  <a:pt x="68" y="87"/>
                </a:lnTo>
                <a:lnTo>
                  <a:pt x="67" y="86"/>
                </a:lnTo>
                <a:lnTo>
                  <a:pt x="67" y="85"/>
                </a:lnTo>
                <a:lnTo>
                  <a:pt x="67" y="84"/>
                </a:lnTo>
                <a:lnTo>
                  <a:pt x="68" y="83"/>
                </a:lnTo>
                <a:lnTo>
                  <a:pt x="69" y="83"/>
                </a:lnTo>
                <a:lnTo>
                  <a:pt x="70" y="83"/>
                </a:lnTo>
                <a:lnTo>
                  <a:pt x="70" y="82"/>
                </a:lnTo>
                <a:lnTo>
                  <a:pt x="71" y="81"/>
                </a:lnTo>
                <a:lnTo>
                  <a:pt x="71" y="80"/>
                </a:lnTo>
                <a:lnTo>
                  <a:pt x="72" y="80"/>
                </a:lnTo>
                <a:lnTo>
                  <a:pt x="72" y="79"/>
                </a:lnTo>
                <a:lnTo>
                  <a:pt x="73" y="79"/>
                </a:lnTo>
                <a:lnTo>
                  <a:pt x="74" y="79"/>
                </a:lnTo>
                <a:lnTo>
                  <a:pt x="74" y="78"/>
                </a:lnTo>
                <a:lnTo>
                  <a:pt x="75" y="78"/>
                </a:lnTo>
                <a:lnTo>
                  <a:pt x="75" y="77"/>
                </a:lnTo>
                <a:lnTo>
                  <a:pt x="75" y="76"/>
                </a:lnTo>
                <a:lnTo>
                  <a:pt x="76" y="76"/>
                </a:lnTo>
                <a:lnTo>
                  <a:pt x="76" y="75"/>
                </a:lnTo>
                <a:lnTo>
                  <a:pt x="76" y="74"/>
                </a:lnTo>
                <a:lnTo>
                  <a:pt x="77" y="74"/>
                </a:lnTo>
                <a:lnTo>
                  <a:pt x="78" y="73"/>
                </a:lnTo>
                <a:lnTo>
                  <a:pt x="79" y="72"/>
                </a:lnTo>
                <a:lnTo>
                  <a:pt x="78" y="71"/>
                </a:lnTo>
                <a:lnTo>
                  <a:pt x="78" y="70"/>
                </a:lnTo>
                <a:lnTo>
                  <a:pt x="79" y="70"/>
                </a:lnTo>
                <a:lnTo>
                  <a:pt x="80" y="71"/>
                </a:lnTo>
                <a:lnTo>
                  <a:pt x="80" y="70"/>
                </a:lnTo>
                <a:lnTo>
                  <a:pt x="81" y="70"/>
                </a:lnTo>
                <a:lnTo>
                  <a:pt x="81" y="69"/>
                </a:lnTo>
                <a:lnTo>
                  <a:pt x="80" y="69"/>
                </a:lnTo>
                <a:lnTo>
                  <a:pt x="80" y="68"/>
                </a:lnTo>
                <a:lnTo>
                  <a:pt x="81" y="68"/>
                </a:lnTo>
                <a:lnTo>
                  <a:pt x="82" y="68"/>
                </a:lnTo>
                <a:lnTo>
                  <a:pt x="83" y="68"/>
                </a:lnTo>
                <a:lnTo>
                  <a:pt x="85" y="68"/>
                </a:lnTo>
                <a:lnTo>
                  <a:pt x="86" y="69"/>
                </a:lnTo>
                <a:lnTo>
                  <a:pt x="87" y="69"/>
                </a:lnTo>
                <a:lnTo>
                  <a:pt x="88" y="69"/>
                </a:lnTo>
                <a:lnTo>
                  <a:pt x="91" y="68"/>
                </a:lnTo>
                <a:lnTo>
                  <a:pt x="92" y="68"/>
                </a:lnTo>
                <a:lnTo>
                  <a:pt x="92" y="67"/>
                </a:lnTo>
                <a:lnTo>
                  <a:pt x="93" y="67"/>
                </a:lnTo>
                <a:lnTo>
                  <a:pt x="93" y="66"/>
                </a:lnTo>
                <a:lnTo>
                  <a:pt x="95" y="66"/>
                </a:lnTo>
                <a:lnTo>
                  <a:pt x="95" y="65"/>
                </a:lnTo>
                <a:lnTo>
                  <a:pt x="94" y="64"/>
                </a:lnTo>
                <a:lnTo>
                  <a:pt x="93" y="64"/>
                </a:lnTo>
                <a:lnTo>
                  <a:pt x="93" y="63"/>
                </a:lnTo>
                <a:lnTo>
                  <a:pt x="93" y="62"/>
                </a:lnTo>
                <a:lnTo>
                  <a:pt x="92" y="62"/>
                </a:lnTo>
                <a:lnTo>
                  <a:pt x="93" y="62"/>
                </a:lnTo>
                <a:lnTo>
                  <a:pt x="92" y="61"/>
                </a:lnTo>
                <a:lnTo>
                  <a:pt x="91" y="61"/>
                </a:lnTo>
                <a:lnTo>
                  <a:pt x="91" y="60"/>
                </a:lnTo>
                <a:lnTo>
                  <a:pt x="91" y="59"/>
                </a:lnTo>
                <a:lnTo>
                  <a:pt x="92" y="58"/>
                </a:lnTo>
                <a:lnTo>
                  <a:pt x="92" y="57"/>
                </a:lnTo>
                <a:lnTo>
                  <a:pt x="93" y="57"/>
                </a:lnTo>
                <a:lnTo>
                  <a:pt x="94" y="57"/>
                </a:lnTo>
                <a:lnTo>
                  <a:pt x="94" y="56"/>
                </a:lnTo>
                <a:lnTo>
                  <a:pt x="95" y="55"/>
                </a:lnTo>
                <a:lnTo>
                  <a:pt x="94" y="54"/>
                </a:lnTo>
                <a:lnTo>
                  <a:pt x="95" y="54"/>
                </a:lnTo>
                <a:lnTo>
                  <a:pt x="95" y="53"/>
                </a:lnTo>
                <a:lnTo>
                  <a:pt x="95" y="52"/>
                </a:lnTo>
                <a:lnTo>
                  <a:pt x="95" y="51"/>
                </a:lnTo>
                <a:lnTo>
                  <a:pt x="96" y="51"/>
                </a:lnTo>
                <a:lnTo>
                  <a:pt x="98" y="51"/>
                </a:lnTo>
                <a:lnTo>
                  <a:pt x="99" y="51"/>
                </a:lnTo>
                <a:lnTo>
                  <a:pt x="99" y="50"/>
                </a:lnTo>
                <a:lnTo>
                  <a:pt x="100" y="50"/>
                </a:lnTo>
                <a:lnTo>
                  <a:pt x="102" y="50"/>
                </a:lnTo>
                <a:lnTo>
                  <a:pt x="103" y="50"/>
                </a:lnTo>
                <a:lnTo>
                  <a:pt x="104" y="50"/>
                </a:lnTo>
                <a:lnTo>
                  <a:pt x="105" y="51"/>
                </a:lnTo>
                <a:lnTo>
                  <a:pt x="106" y="51"/>
                </a:lnTo>
                <a:lnTo>
                  <a:pt x="106" y="52"/>
                </a:lnTo>
                <a:lnTo>
                  <a:pt x="107" y="52"/>
                </a:lnTo>
                <a:lnTo>
                  <a:pt x="108" y="52"/>
                </a:lnTo>
                <a:lnTo>
                  <a:pt x="109" y="52"/>
                </a:lnTo>
                <a:lnTo>
                  <a:pt x="109" y="51"/>
                </a:lnTo>
                <a:lnTo>
                  <a:pt x="110" y="51"/>
                </a:lnTo>
                <a:lnTo>
                  <a:pt x="111" y="51"/>
                </a:lnTo>
                <a:lnTo>
                  <a:pt x="113" y="51"/>
                </a:lnTo>
                <a:lnTo>
                  <a:pt x="115" y="51"/>
                </a:lnTo>
                <a:lnTo>
                  <a:pt x="117" y="51"/>
                </a:lnTo>
                <a:lnTo>
                  <a:pt x="118" y="51"/>
                </a:lnTo>
                <a:lnTo>
                  <a:pt x="119" y="51"/>
                </a:lnTo>
                <a:lnTo>
                  <a:pt x="119" y="50"/>
                </a:lnTo>
                <a:lnTo>
                  <a:pt x="120" y="50"/>
                </a:lnTo>
                <a:lnTo>
                  <a:pt x="120" y="49"/>
                </a:lnTo>
                <a:lnTo>
                  <a:pt x="121" y="48"/>
                </a:lnTo>
                <a:lnTo>
                  <a:pt x="123" y="48"/>
                </a:lnTo>
                <a:lnTo>
                  <a:pt x="124" y="48"/>
                </a:lnTo>
                <a:lnTo>
                  <a:pt x="123" y="49"/>
                </a:lnTo>
                <a:lnTo>
                  <a:pt x="124" y="49"/>
                </a:lnTo>
                <a:lnTo>
                  <a:pt x="125" y="50"/>
                </a:lnTo>
                <a:lnTo>
                  <a:pt x="125" y="51"/>
                </a:lnTo>
                <a:lnTo>
                  <a:pt x="127" y="53"/>
                </a:lnTo>
                <a:lnTo>
                  <a:pt x="127" y="54"/>
                </a:lnTo>
                <a:lnTo>
                  <a:pt x="126" y="54"/>
                </a:lnTo>
                <a:lnTo>
                  <a:pt x="127" y="55"/>
                </a:lnTo>
                <a:lnTo>
                  <a:pt x="127" y="56"/>
                </a:lnTo>
                <a:lnTo>
                  <a:pt x="127" y="58"/>
                </a:lnTo>
                <a:lnTo>
                  <a:pt x="128" y="59"/>
                </a:lnTo>
                <a:lnTo>
                  <a:pt x="129" y="59"/>
                </a:lnTo>
                <a:lnTo>
                  <a:pt x="129" y="60"/>
                </a:lnTo>
                <a:lnTo>
                  <a:pt x="129" y="61"/>
                </a:lnTo>
                <a:lnTo>
                  <a:pt x="128" y="61"/>
                </a:lnTo>
                <a:lnTo>
                  <a:pt x="130" y="62"/>
                </a:lnTo>
                <a:lnTo>
                  <a:pt x="131" y="63"/>
                </a:lnTo>
                <a:lnTo>
                  <a:pt x="132" y="65"/>
                </a:lnTo>
                <a:lnTo>
                  <a:pt x="132" y="66"/>
                </a:lnTo>
                <a:lnTo>
                  <a:pt x="131" y="66"/>
                </a:lnTo>
                <a:lnTo>
                  <a:pt x="132" y="67"/>
                </a:lnTo>
                <a:lnTo>
                  <a:pt x="132" y="68"/>
                </a:lnTo>
                <a:lnTo>
                  <a:pt x="133" y="68"/>
                </a:lnTo>
                <a:lnTo>
                  <a:pt x="133" y="69"/>
                </a:lnTo>
                <a:lnTo>
                  <a:pt x="133" y="70"/>
                </a:lnTo>
                <a:lnTo>
                  <a:pt x="132" y="70"/>
                </a:lnTo>
                <a:lnTo>
                  <a:pt x="132" y="71"/>
                </a:lnTo>
                <a:lnTo>
                  <a:pt x="132" y="72"/>
                </a:lnTo>
                <a:lnTo>
                  <a:pt x="132" y="73"/>
                </a:lnTo>
                <a:lnTo>
                  <a:pt x="133" y="73"/>
                </a:lnTo>
                <a:lnTo>
                  <a:pt x="132" y="73"/>
                </a:lnTo>
                <a:lnTo>
                  <a:pt x="132" y="74"/>
                </a:lnTo>
                <a:lnTo>
                  <a:pt x="131" y="75"/>
                </a:lnTo>
                <a:lnTo>
                  <a:pt x="132" y="75"/>
                </a:lnTo>
                <a:lnTo>
                  <a:pt x="131" y="76"/>
                </a:lnTo>
                <a:lnTo>
                  <a:pt x="132" y="78"/>
                </a:lnTo>
                <a:lnTo>
                  <a:pt x="133" y="78"/>
                </a:lnTo>
                <a:lnTo>
                  <a:pt x="134" y="78"/>
                </a:lnTo>
                <a:lnTo>
                  <a:pt x="134" y="79"/>
                </a:lnTo>
                <a:lnTo>
                  <a:pt x="133" y="80"/>
                </a:lnTo>
                <a:lnTo>
                  <a:pt x="132" y="81"/>
                </a:lnTo>
                <a:lnTo>
                  <a:pt x="131" y="82"/>
                </a:lnTo>
                <a:lnTo>
                  <a:pt x="129" y="82"/>
                </a:lnTo>
                <a:lnTo>
                  <a:pt x="128" y="82"/>
                </a:lnTo>
                <a:lnTo>
                  <a:pt x="127" y="82"/>
                </a:lnTo>
                <a:lnTo>
                  <a:pt x="127" y="83"/>
                </a:lnTo>
                <a:lnTo>
                  <a:pt x="128" y="84"/>
                </a:lnTo>
                <a:lnTo>
                  <a:pt x="129" y="85"/>
                </a:lnTo>
                <a:lnTo>
                  <a:pt x="130" y="85"/>
                </a:lnTo>
                <a:lnTo>
                  <a:pt x="130" y="88"/>
                </a:lnTo>
                <a:lnTo>
                  <a:pt x="130" y="89"/>
                </a:lnTo>
                <a:lnTo>
                  <a:pt x="130" y="90"/>
                </a:lnTo>
                <a:lnTo>
                  <a:pt x="130" y="92"/>
                </a:lnTo>
                <a:lnTo>
                  <a:pt x="131" y="94"/>
                </a:lnTo>
                <a:lnTo>
                  <a:pt x="131" y="95"/>
                </a:lnTo>
                <a:lnTo>
                  <a:pt x="131" y="96"/>
                </a:lnTo>
                <a:lnTo>
                  <a:pt x="131" y="97"/>
                </a:lnTo>
                <a:lnTo>
                  <a:pt x="130" y="98"/>
                </a:lnTo>
                <a:lnTo>
                  <a:pt x="130" y="99"/>
                </a:lnTo>
                <a:lnTo>
                  <a:pt x="131" y="100"/>
                </a:lnTo>
                <a:lnTo>
                  <a:pt x="130" y="101"/>
                </a:lnTo>
                <a:lnTo>
                  <a:pt x="129" y="101"/>
                </a:lnTo>
                <a:lnTo>
                  <a:pt x="129" y="102"/>
                </a:lnTo>
                <a:lnTo>
                  <a:pt x="128" y="102"/>
                </a:lnTo>
                <a:lnTo>
                  <a:pt x="128" y="103"/>
                </a:lnTo>
                <a:lnTo>
                  <a:pt x="127" y="104"/>
                </a:lnTo>
                <a:lnTo>
                  <a:pt x="129" y="104"/>
                </a:lnTo>
                <a:lnTo>
                  <a:pt x="128" y="104"/>
                </a:lnTo>
                <a:lnTo>
                  <a:pt x="128" y="103"/>
                </a:lnTo>
                <a:lnTo>
                  <a:pt x="129" y="103"/>
                </a:lnTo>
                <a:lnTo>
                  <a:pt x="131" y="103"/>
                </a:lnTo>
                <a:lnTo>
                  <a:pt x="132" y="103"/>
                </a:lnTo>
                <a:lnTo>
                  <a:pt x="133" y="103"/>
                </a:lnTo>
                <a:lnTo>
                  <a:pt x="134" y="103"/>
                </a:lnTo>
                <a:lnTo>
                  <a:pt x="135" y="103"/>
                </a:lnTo>
                <a:lnTo>
                  <a:pt x="137" y="103"/>
                </a:lnTo>
                <a:lnTo>
                  <a:pt x="139" y="103"/>
                </a:lnTo>
                <a:lnTo>
                  <a:pt x="140" y="103"/>
                </a:lnTo>
                <a:lnTo>
                  <a:pt x="141" y="103"/>
                </a:lnTo>
                <a:lnTo>
                  <a:pt x="143" y="104"/>
                </a:lnTo>
                <a:lnTo>
                  <a:pt x="142" y="104"/>
                </a:lnTo>
                <a:lnTo>
                  <a:pt x="143" y="104"/>
                </a:lnTo>
                <a:lnTo>
                  <a:pt x="144" y="104"/>
                </a:lnTo>
                <a:lnTo>
                  <a:pt x="145" y="104"/>
                </a:lnTo>
                <a:lnTo>
                  <a:pt x="146" y="104"/>
                </a:lnTo>
                <a:lnTo>
                  <a:pt x="146" y="103"/>
                </a:lnTo>
                <a:lnTo>
                  <a:pt x="147" y="103"/>
                </a:lnTo>
                <a:lnTo>
                  <a:pt x="147" y="102"/>
                </a:lnTo>
                <a:lnTo>
                  <a:pt x="148" y="102"/>
                </a:lnTo>
                <a:lnTo>
                  <a:pt x="149" y="102"/>
                </a:lnTo>
                <a:lnTo>
                  <a:pt x="150" y="103"/>
                </a:lnTo>
                <a:lnTo>
                  <a:pt x="151" y="102"/>
                </a:lnTo>
                <a:lnTo>
                  <a:pt x="152" y="102"/>
                </a:lnTo>
                <a:lnTo>
                  <a:pt x="153" y="102"/>
                </a:lnTo>
                <a:lnTo>
                  <a:pt x="153" y="104"/>
                </a:lnTo>
                <a:lnTo>
                  <a:pt x="155" y="104"/>
                </a:lnTo>
                <a:lnTo>
                  <a:pt x="157" y="104"/>
                </a:lnTo>
                <a:lnTo>
                  <a:pt x="158" y="104"/>
                </a:lnTo>
                <a:lnTo>
                  <a:pt x="158" y="106"/>
                </a:lnTo>
                <a:lnTo>
                  <a:pt x="158" y="107"/>
                </a:lnTo>
                <a:lnTo>
                  <a:pt x="161" y="106"/>
                </a:lnTo>
                <a:lnTo>
                  <a:pt x="162" y="106"/>
                </a:lnTo>
                <a:lnTo>
                  <a:pt x="163" y="106"/>
                </a:lnTo>
                <a:lnTo>
                  <a:pt x="163" y="105"/>
                </a:lnTo>
                <a:lnTo>
                  <a:pt x="163" y="104"/>
                </a:lnTo>
                <a:lnTo>
                  <a:pt x="163" y="103"/>
                </a:lnTo>
                <a:lnTo>
                  <a:pt x="163" y="102"/>
                </a:lnTo>
                <a:lnTo>
                  <a:pt x="164" y="102"/>
                </a:lnTo>
                <a:lnTo>
                  <a:pt x="165" y="102"/>
                </a:lnTo>
                <a:lnTo>
                  <a:pt x="166" y="103"/>
                </a:lnTo>
                <a:lnTo>
                  <a:pt x="167" y="104"/>
                </a:lnTo>
                <a:lnTo>
                  <a:pt x="167" y="105"/>
                </a:lnTo>
                <a:lnTo>
                  <a:pt x="168" y="105"/>
                </a:lnTo>
                <a:lnTo>
                  <a:pt x="169" y="105"/>
                </a:lnTo>
                <a:lnTo>
                  <a:pt x="170" y="105"/>
                </a:lnTo>
                <a:lnTo>
                  <a:pt x="172" y="105"/>
                </a:lnTo>
                <a:lnTo>
                  <a:pt x="172" y="104"/>
                </a:lnTo>
                <a:lnTo>
                  <a:pt x="173" y="104"/>
                </a:lnTo>
                <a:lnTo>
                  <a:pt x="172" y="103"/>
                </a:lnTo>
                <a:lnTo>
                  <a:pt x="171" y="102"/>
                </a:lnTo>
                <a:lnTo>
                  <a:pt x="171" y="101"/>
                </a:lnTo>
                <a:lnTo>
                  <a:pt x="170" y="100"/>
                </a:lnTo>
                <a:lnTo>
                  <a:pt x="171" y="100"/>
                </a:lnTo>
                <a:lnTo>
                  <a:pt x="171" y="99"/>
                </a:lnTo>
                <a:lnTo>
                  <a:pt x="172" y="98"/>
                </a:lnTo>
                <a:lnTo>
                  <a:pt x="172" y="97"/>
                </a:lnTo>
                <a:lnTo>
                  <a:pt x="171" y="97"/>
                </a:lnTo>
                <a:lnTo>
                  <a:pt x="170" y="97"/>
                </a:lnTo>
                <a:lnTo>
                  <a:pt x="170" y="96"/>
                </a:lnTo>
                <a:lnTo>
                  <a:pt x="169" y="96"/>
                </a:lnTo>
                <a:lnTo>
                  <a:pt x="168" y="95"/>
                </a:lnTo>
                <a:lnTo>
                  <a:pt x="168" y="94"/>
                </a:lnTo>
                <a:lnTo>
                  <a:pt x="168" y="93"/>
                </a:lnTo>
                <a:lnTo>
                  <a:pt x="169" y="93"/>
                </a:lnTo>
                <a:lnTo>
                  <a:pt x="170" y="93"/>
                </a:lnTo>
                <a:lnTo>
                  <a:pt x="172" y="92"/>
                </a:lnTo>
                <a:lnTo>
                  <a:pt x="173" y="92"/>
                </a:lnTo>
                <a:lnTo>
                  <a:pt x="175" y="91"/>
                </a:lnTo>
                <a:lnTo>
                  <a:pt x="177" y="91"/>
                </a:lnTo>
                <a:lnTo>
                  <a:pt x="177" y="90"/>
                </a:lnTo>
                <a:lnTo>
                  <a:pt x="179" y="90"/>
                </a:lnTo>
                <a:lnTo>
                  <a:pt x="179" y="89"/>
                </a:lnTo>
                <a:lnTo>
                  <a:pt x="180" y="89"/>
                </a:lnTo>
                <a:lnTo>
                  <a:pt x="181" y="89"/>
                </a:lnTo>
                <a:lnTo>
                  <a:pt x="183" y="88"/>
                </a:lnTo>
                <a:lnTo>
                  <a:pt x="184" y="88"/>
                </a:lnTo>
                <a:lnTo>
                  <a:pt x="185" y="88"/>
                </a:lnTo>
                <a:lnTo>
                  <a:pt x="185" y="87"/>
                </a:lnTo>
                <a:lnTo>
                  <a:pt x="186" y="87"/>
                </a:lnTo>
                <a:lnTo>
                  <a:pt x="187" y="87"/>
                </a:lnTo>
                <a:lnTo>
                  <a:pt x="189" y="86"/>
                </a:lnTo>
                <a:lnTo>
                  <a:pt x="189" y="85"/>
                </a:lnTo>
                <a:lnTo>
                  <a:pt x="190" y="85"/>
                </a:lnTo>
                <a:lnTo>
                  <a:pt x="191" y="84"/>
                </a:lnTo>
                <a:lnTo>
                  <a:pt x="191" y="85"/>
                </a:lnTo>
                <a:lnTo>
                  <a:pt x="191" y="84"/>
                </a:lnTo>
                <a:lnTo>
                  <a:pt x="193" y="83"/>
                </a:lnTo>
                <a:lnTo>
                  <a:pt x="194" y="82"/>
                </a:lnTo>
                <a:lnTo>
                  <a:pt x="195" y="82"/>
                </a:lnTo>
                <a:lnTo>
                  <a:pt x="197" y="81"/>
                </a:lnTo>
                <a:lnTo>
                  <a:pt x="198" y="81"/>
                </a:lnTo>
                <a:lnTo>
                  <a:pt x="199" y="80"/>
                </a:lnTo>
                <a:lnTo>
                  <a:pt x="202" y="78"/>
                </a:lnTo>
                <a:lnTo>
                  <a:pt x="203" y="77"/>
                </a:lnTo>
                <a:lnTo>
                  <a:pt x="204" y="76"/>
                </a:lnTo>
                <a:lnTo>
                  <a:pt x="205" y="76"/>
                </a:lnTo>
                <a:lnTo>
                  <a:pt x="205" y="75"/>
                </a:lnTo>
                <a:lnTo>
                  <a:pt x="205" y="74"/>
                </a:lnTo>
                <a:lnTo>
                  <a:pt x="206" y="74"/>
                </a:lnTo>
                <a:lnTo>
                  <a:pt x="207" y="74"/>
                </a:lnTo>
                <a:lnTo>
                  <a:pt x="207" y="75"/>
                </a:lnTo>
                <a:lnTo>
                  <a:pt x="208" y="75"/>
                </a:lnTo>
                <a:lnTo>
                  <a:pt x="209" y="75"/>
                </a:lnTo>
                <a:lnTo>
                  <a:pt x="210" y="73"/>
                </a:lnTo>
                <a:lnTo>
                  <a:pt x="211" y="73"/>
                </a:lnTo>
                <a:lnTo>
                  <a:pt x="211" y="72"/>
                </a:lnTo>
                <a:lnTo>
                  <a:pt x="212" y="72"/>
                </a:lnTo>
                <a:lnTo>
                  <a:pt x="213" y="72"/>
                </a:lnTo>
                <a:lnTo>
                  <a:pt x="213" y="71"/>
                </a:lnTo>
                <a:lnTo>
                  <a:pt x="214" y="70"/>
                </a:lnTo>
                <a:lnTo>
                  <a:pt x="215" y="69"/>
                </a:lnTo>
                <a:lnTo>
                  <a:pt x="216" y="69"/>
                </a:lnTo>
                <a:lnTo>
                  <a:pt x="216" y="70"/>
                </a:lnTo>
                <a:lnTo>
                  <a:pt x="217" y="70"/>
                </a:lnTo>
                <a:lnTo>
                  <a:pt x="219" y="70"/>
                </a:lnTo>
                <a:lnTo>
                  <a:pt x="219" y="69"/>
                </a:lnTo>
                <a:lnTo>
                  <a:pt x="220" y="69"/>
                </a:lnTo>
                <a:lnTo>
                  <a:pt x="221" y="69"/>
                </a:lnTo>
                <a:lnTo>
                  <a:pt x="222" y="68"/>
                </a:lnTo>
                <a:lnTo>
                  <a:pt x="222" y="69"/>
                </a:lnTo>
                <a:lnTo>
                  <a:pt x="223" y="70"/>
                </a:lnTo>
                <a:lnTo>
                  <a:pt x="223" y="71"/>
                </a:lnTo>
                <a:lnTo>
                  <a:pt x="223" y="72"/>
                </a:lnTo>
                <a:lnTo>
                  <a:pt x="224" y="72"/>
                </a:lnTo>
                <a:lnTo>
                  <a:pt x="224" y="73"/>
                </a:lnTo>
                <a:lnTo>
                  <a:pt x="224" y="74"/>
                </a:lnTo>
                <a:lnTo>
                  <a:pt x="225" y="74"/>
                </a:lnTo>
                <a:lnTo>
                  <a:pt x="225" y="75"/>
                </a:lnTo>
                <a:lnTo>
                  <a:pt x="226" y="75"/>
                </a:lnTo>
                <a:lnTo>
                  <a:pt x="226" y="76"/>
                </a:lnTo>
                <a:lnTo>
                  <a:pt x="226" y="77"/>
                </a:lnTo>
                <a:lnTo>
                  <a:pt x="227" y="77"/>
                </a:lnTo>
                <a:lnTo>
                  <a:pt x="227" y="78"/>
                </a:lnTo>
                <a:lnTo>
                  <a:pt x="228" y="79"/>
                </a:lnTo>
                <a:lnTo>
                  <a:pt x="229" y="81"/>
                </a:lnTo>
                <a:lnTo>
                  <a:pt x="230" y="81"/>
                </a:lnTo>
                <a:lnTo>
                  <a:pt x="229" y="81"/>
                </a:lnTo>
                <a:lnTo>
                  <a:pt x="229" y="83"/>
                </a:lnTo>
                <a:lnTo>
                  <a:pt x="230" y="83"/>
                </a:lnTo>
                <a:lnTo>
                  <a:pt x="230" y="84"/>
                </a:lnTo>
                <a:lnTo>
                  <a:pt x="230" y="85"/>
                </a:lnTo>
                <a:lnTo>
                  <a:pt x="231" y="85"/>
                </a:lnTo>
                <a:lnTo>
                  <a:pt x="231" y="86"/>
                </a:lnTo>
                <a:lnTo>
                  <a:pt x="232" y="86"/>
                </a:lnTo>
                <a:lnTo>
                  <a:pt x="233" y="85"/>
                </a:lnTo>
                <a:lnTo>
                  <a:pt x="234" y="85"/>
                </a:lnTo>
                <a:lnTo>
                  <a:pt x="237" y="86"/>
                </a:lnTo>
                <a:lnTo>
                  <a:pt x="238" y="86"/>
                </a:lnTo>
                <a:lnTo>
                  <a:pt x="239" y="85"/>
                </a:lnTo>
                <a:lnTo>
                  <a:pt x="240" y="84"/>
                </a:lnTo>
                <a:lnTo>
                  <a:pt x="241" y="83"/>
                </a:lnTo>
                <a:lnTo>
                  <a:pt x="241" y="82"/>
                </a:lnTo>
                <a:lnTo>
                  <a:pt x="239" y="81"/>
                </a:lnTo>
                <a:lnTo>
                  <a:pt x="239" y="80"/>
                </a:lnTo>
                <a:lnTo>
                  <a:pt x="239" y="79"/>
                </a:lnTo>
                <a:lnTo>
                  <a:pt x="239" y="78"/>
                </a:lnTo>
                <a:lnTo>
                  <a:pt x="241" y="77"/>
                </a:lnTo>
                <a:lnTo>
                  <a:pt x="242" y="76"/>
                </a:lnTo>
                <a:lnTo>
                  <a:pt x="242" y="77"/>
                </a:lnTo>
                <a:lnTo>
                  <a:pt x="243" y="77"/>
                </a:lnTo>
                <a:lnTo>
                  <a:pt x="244" y="77"/>
                </a:lnTo>
                <a:lnTo>
                  <a:pt x="245" y="76"/>
                </a:lnTo>
                <a:lnTo>
                  <a:pt x="246" y="77"/>
                </a:lnTo>
                <a:lnTo>
                  <a:pt x="247" y="77"/>
                </a:lnTo>
                <a:lnTo>
                  <a:pt x="248" y="77"/>
                </a:lnTo>
                <a:lnTo>
                  <a:pt x="248" y="76"/>
                </a:lnTo>
                <a:lnTo>
                  <a:pt x="248" y="75"/>
                </a:lnTo>
                <a:lnTo>
                  <a:pt x="248" y="74"/>
                </a:lnTo>
                <a:lnTo>
                  <a:pt x="249" y="74"/>
                </a:lnTo>
                <a:lnTo>
                  <a:pt x="249" y="73"/>
                </a:lnTo>
                <a:lnTo>
                  <a:pt x="249" y="72"/>
                </a:lnTo>
                <a:lnTo>
                  <a:pt x="250" y="71"/>
                </a:lnTo>
                <a:lnTo>
                  <a:pt x="250" y="70"/>
                </a:lnTo>
                <a:lnTo>
                  <a:pt x="250" y="69"/>
                </a:lnTo>
                <a:lnTo>
                  <a:pt x="251" y="69"/>
                </a:lnTo>
                <a:lnTo>
                  <a:pt x="252" y="69"/>
                </a:lnTo>
                <a:lnTo>
                  <a:pt x="252" y="68"/>
                </a:lnTo>
                <a:lnTo>
                  <a:pt x="253" y="68"/>
                </a:lnTo>
                <a:lnTo>
                  <a:pt x="254" y="68"/>
                </a:lnTo>
                <a:lnTo>
                  <a:pt x="255" y="67"/>
                </a:lnTo>
                <a:lnTo>
                  <a:pt x="256" y="66"/>
                </a:lnTo>
                <a:lnTo>
                  <a:pt x="257" y="66"/>
                </a:lnTo>
                <a:lnTo>
                  <a:pt x="257" y="65"/>
                </a:lnTo>
                <a:lnTo>
                  <a:pt x="258" y="64"/>
                </a:lnTo>
                <a:lnTo>
                  <a:pt x="258" y="63"/>
                </a:lnTo>
                <a:lnTo>
                  <a:pt x="259" y="63"/>
                </a:lnTo>
                <a:lnTo>
                  <a:pt x="259" y="62"/>
                </a:lnTo>
                <a:lnTo>
                  <a:pt x="260" y="62"/>
                </a:lnTo>
                <a:lnTo>
                  <a:pt x="261" y="62"/>
                </a:lnTo>
                <a:lnTo>
                  <a:pt x="263" y="62"/>
                </a:lnTo>
                <a:lnTo>
                  <a:pt x="264" y="62"/>
                </a:lnTo>
                <a:lnTo>
                  <a:pt x="264" y="63"/>
                </a:lnTo>
                <a:lnTo>
                  <a:pt x="265" y="63"/>
                </a:lnTo>
                <a:lnTo>
                  <a:pt x="266" y="63"/>
                </a:lnTo>
                <a:lnTo>
                  <a:pt x="267" y="64"/>
                </a:lnTo>
                <a:lnTo>
                  <a:pt x="267" y="65"/>
                </a:lnTo>
                <a:lnTo>
                  <a:pt x="267" y="66"/>
                </a:lnTo>
                <a:lnTo>
                  <a:pt x="267" y="67"/>
                </a:lnTo>
                <a:lnTo>
                  <a:pt x="265" y="68"/>
                </a:lnTo>
                <a:lnTo>
                  <a:pt x="264" y="68"/>
                </a:lnTo>
                <a:lnTo>
                  <a:pt x="264" y="69"/>
                </a:lnTo>
                <a:lnTo>
                  <a:pt x="265" y="69"/>
                </a:lnTo>
                <a:lnTo>
                  <a:pt x="266" y="69"/>
                </a:lnTo>
                <a:lnTo>
                  <a:pt x="267" y="69"/>
                </a:lnTo>
                <a:lnTo>
                  <a:pt x="269" y="69"/>
                </a:lnTo>
                <a:lnTo>
                  <a:pt x="270" y="68"/>
                </a:lnTo>
                <a:lnTo>
                  <a:pt x="271" y="68"/>
                </a:lnTo>
                <a:lnTo>
                  <a:pt x="273" y="67"/>
                </a:lnTo>
                <a:lnTo>
                  <a:pt x="273" y="66"/>
                </a:lnTo>
                <a:lnTo>
                  <a:pt x="274" y="65"/>
                </a:lnTo>
                <a:lnTo>
                  <a:pt x="273" y="65"/>
                </a:lnTo>
                <a:lnTo>
                  <a:pt x="274" y="65"/>
                </a:lnTo>
                <a:lnTo>
                  <a:pt x="275" y="65"/>
                </a:lnTo>
                <a:lnTo>
                  <a:pt x="276" y="66"/>
                </a:lnTo>
                <a:lnTo>
                  <a:pt x="277" y="67"/>
                </a:lnTo>
                <a:lnTo>
                  <a:pt x="278" y="68"/>
                </a:lnTo>
                <a:lnTo>
                  <a:pt x="277" y="68"/>
                </a:lnTo>
                <a:lnTo>
                  <a:pt x="277" y="69"/>
                </a:lnTo>
                <a:lnTo>
                  <a:pt x="279" y="70"/>
                </a:lnTo>
                <a:lnTo>
                  <a:pt x="280" y="70"/>
                </a:lnTo>
                <a:lnTo>
                  <a:pt x="281" y="70"/>
                </a:lnTo>
                <a:lnTo>
                  <a:pt x="281" y="71"/>
                </a:lnTo>
                <a:lnTo>
                  <a:pt x="282" y="71"/>
                </a:lnTo>
                <a:lnTo>
                  <a:pt x="283" y="71"/>
                </a:lnTo>
                <a:lnTo>
                  <a:pt x="283" y="70"/>
                </a:lnTo>
                <a:lnTo>
                  <a:pt x="284" y="70"/>
                </a:lnTo>
                <a:lnTo>
                  <a:pt x="285" y="70"/>
                </a:lnTo>
                <a:lnTo>
                  <a:pt x="286" y="70"/>
                </a:lnTo>
                <a:lnTo>
                  <a:pt x="287" y="70"/>
                </a:lnTo>
                <a:lnTo>
                  <a:pt x="288" y="70"/>
                </a:lnTo>
                <a:lnTo>
                  <a:pt x="288" y="69"/>
                </a:lnTo>
                <a:lnTo>
                  <a:pt x="289" y="69"/>
                </a:lnTo>
                <a:lnTo>
                  <a:pt x="290" y="69"/>
                </a:lnTo>
                <a:lnTo>
                  <a:pt x="292" y="69"/>
                </a:lnTo>
                <a:lnTo>
                  <a:pt x="292" y="68"/>
                </a:lnTo>
                <a:lnTo>
                  <a:pt x="295" y="68"/>
                </a:lnTo>
                <a:lnTo>
                  <a:pt x="295" y="67"/>
                </a:lnTo>
                <a:lnTo>
                  <a:pt x="296" y="66"/>
                </a:lnTo>
                <a:lnTo>
                  <a:pt x="297" y="65"/>
                </a:lnTo>
                <a:lnTo>
                  <a:pt x="298" y="64"/>
                </a:lnTo>
                <a:lnTo>
                  <a:pt x="299" y="64"/>
                </a:lnTo>
                <a:lnTo>
                  <a:pt x="299" y="65"/>
                </a:lnTo>
                <a:lnTo>
                  <a:pt x="300" y="66"/>
                </a:lnTo>
                <a:lnTo>
                  <a:pt x="304" y="64"/>
                </a:lnTo>
                <a:lnTo>
                  <a:pt x="305" y="64"/>
                </a:lnTo>
                <a:lnTo>
                  <a:pt x="305" y="63"/>
                </a:lnTo>
                <a:lnTo>
                  <a:pt x="306" y="63"/>
                </a:lnTo>
                <a:lnTo>
                  <a:pt x="307" y="63"/>
                </a:lnTo>
                <a:lnTo>
                  <a:pt x="308" y="62"/>
                </a:lnTo>
                <a:lnTo>
                  <a:pt x="309" y="61"/>
                </a:lnTo>
                <a:lnTo>
                  <a:pt x="309" y="60"/>
                </a:lnTo>
                <a:lnTo>
                  <a:pt x="309" y="58"/>
                </a:lnTo>
                <a:lnTo>
                  <a:pt x="309" y="57"/>
                </a:lnTo>
                <a:lnTo>
                  <a:pt x="309" y="56"/>
                </a:lnTo>
                <a:lnTo>
                  <a:pt x="309" y="55"/>
                </a:lnTo>
                <a:lnTo>
                  <a:pt x="310" y="54"/>
                </a:lnTo>
                <a:lnTo>
                  <a:pt x="310" y="53"/>
                </a:lnTo>
                <a:lnTo>
                  <a:pt x="310" y="52"/>
                </a:lnTo>
                <a:lnTo>
                  <a:pt x="309" y="52"/>
                </a:lnTo>
                <a:lnTo>
                  <a:pt x="308" y="51"/>
                </a:lnTo>
                <a:lnTo>
                  <a:pt x="308" y="50"/>
                </a:lnTo>
                <a:lnTo>
                  <a:pt x="307" y="50"/>
                </a:lnTo>
                <a:lnTo>
                  <a:pt x="307" y="49"/>
                </a:lnTo>
                <a:lnTo>
                  <a:pt x="306" y="49"/>
                </a:lnTo>
                <a:lnTo>
                  <a:pt x="306" y="48"/>
                </a:lnTo>
                <a:lnTo>
                  <a:pt x="306" y="47"/>
                </a:lnTo>
                <a:lnTo>
                  <a:pt x="304" y="47"/>
                </a:lnTo>
                <a:lnTo>
                  <a:pt x="303" y="47"/>
                </a:lnTo>
                <a:lnTo>
                  <a:pt x="303" y="46"/>
                </a:lnTo>
                <a:lnTo>
                  <a:pt x="302" y="45"/>
                </a:lnTo>
                <a:lnTo>
                  <a:pt x="302" y="44"/>
                </a:lnTo>
                <a:lnTo>
                  <a:pt x="301" y="44"/>
                </a:lnTo>
                <a:lnTo>
                  <a:pt x="301" y="43"/>
                </a:lnTo>
                <a:lnTo>
                  <a:pt x="300" y="42"/>
                </a:lnTo>
                <a:lnTo>
                  <a:pt x="301" y="42"/>
                </a:lnTo>
                <a:lnTo>
                  <a:pt x="302" y="42"/>
                </a:lnTo>
                <a:lnTo>
                  <a:pt x="303" y="43"/>
                </a:lnTo>
                <a:lnTo>
                  <a:pt x="304" y="43"/>
                </a:lnTo>
                <a:lnTo>
                  <a:pt x="305" y="43"/>
                </a:lnTo>
                <a:lnTo>
                  <a:pt x="306" y="43"/>
                </a:lnTo>
                <a:lnTo>
                  <a:pt x="307" y="43"/>
                </a:lnTo>
                <a:lnTo>
                  <a:pt x="307" y="44"/>
                </a:lnTo>
                <a:lnTo>
                  <a:pt x="308" y="44"/>
                </a:lnTo>
                <a:lnTo>
                  <a:pt x="308" y="43"/>
                </a:lnTo>
                <a:lnTo>
                  <a:pt x="309" y="43"/>
                </a:lnTo>
                <a:lnTo>
                  <a:pt x="310" y="44"/>
                </a:lnTo>
                <a:lnTo>
                  <a:pt x="311" y="44"/>
                </a:lnTo>
                <a:lnTo>
                  <a:pt x="312" y="44"/>
                </a:lnTo>
                <a:lnTo>
                  <a:pt x="312" y="43"/>
                </a:lnTo>
                <a:lnTo>
                  <a:pt x="313" y="43"/>
                </a:lnTo>
                <a:lnTo>
                  <a:pt x="313" y="41"/>
                </a:lnTo>
                <a:lnTo>
                  <a:pt x="312" y="41"/>
                </a:lnTo>
                <a:lnTo>
                  <a:pt x="312" y="40"/>
                </a:lnTo>
                <a:lnTo>
                  <a:pt x="312" y="39"/>
                </a:lnTo>
                <a:lnTo>
                  <a:pt x="311" y="39"/>
                </a:lnTo>
                <a:lnTo>
                  <a:pt x="311" y="38"/>
                </a:lnTo>
                <a:lnTo>
                  <a:pt x="311" y="37"/>
                </a:lnTo>
                <a:lnTo>
                  <a:pt x="311" y="36"/>
                </a:lnTo>
                <a:lnTo>
                  <a:pt x="311" y="34"/>
                </a:lnTo>
                <a:lnTo>
                  <a:pt x="311" y="32"/>
                </a:lnTo>
                <a:lnTo>
                  <a:pt x="310" y="31"/>
                </a:lnTo>
                <a:lnTo>
                  <a:pt x="310" y="29"/>
                </a:lnTo>
                <a:lnTo>
                  <a:pt x="309" y="29"/>
                </a:lnTo>
                <a:lnTo>
                  <a:pt x="309" y="27"/>
                </a:lnTo>
                <a:lnTo>
                  <a:pt x="309" y="26"/>
                </a:lnTo>
                <a:lnTo>
                  <a:pt x="309" y="25"/>
                </a:lnTo>
                <a:lnTo>
                  <a:pt x="310" y="25"/>
                </a:lnTo>
                <a:lnTo>
                  <a:pt x="310" y="24"/>
                </a:lnTo>
                <a:lnTo>
                  <a:pt x="310" y="23"/>
                </a:lnTo>
                <a:lnTo>
                  <a:pt x="311" y="23"/>
                </a:lnTo>
                <a:lnTo>
                  <a:pt x="312" y="23"/>
                </a:lnTo>
                <a:lnTo>
                  <a:pt x="313" y="22"/>
                </a:lnTo>
                <a:lnTo>
                  <a:pt x="314" y="21"/>
                </a:lnTo>
                <a:lnTo>
                  <a:pt x="315" y="20"/>
                </a:lnTo>
                <a:lnTo>
                  <a:pt x="317" y="19"/>
                </a:lnTo>
                <a:lnTo>
                  <a:pt x="318" y="19"/>
                </a:lnTo>
                <a:lnTo>
                  <a:pt x="318" y="20"/>
                </a:lnTo>
                <a:lnTo>
                  <a:pt x="319" y="20"/>
                </a:lnTo>
                <a:lnTo>
                  <a:pt x="319" y="19"/>
                </a:lnTo>
                <a:lnTo>
                  <a:pt x="320" y="19"/>
                </a:lnTo>
                <a:lnTo>
                  <a:pt x="320" y="18"/>
                </a:lnTo>
                <a:lnTo>
                  <a:pt x="320" y="17"/>
                </a:lnTo>
                <a:lnTo>
                  <a:pt x="321" y="17"/>
                </a:lnTo>
                <a:lnTo>
                  <a:pt x="321" y="16"/>
                </a:lnTo>
                <a:lnTo>
                  <a:pt x="322" y="16"/>
                </a:lnTo>
                <a:lnTo>
                  <a:pt x="323" y="16"/>
                </a:lnTo>
                <a:lnTo>
                  <a:pt x="324" y="17"/>
                </a:lnTo>
                <a:lnTo>
                  <a:pt x="325" y="16"/>
                </a:lnTo>
                <a:lnTo>
                  <a:pt x="326" y="16"/>
                </a:lnTo>
                <a:lnTo>
                  <a:pt x="327" y="16"/>
                </a:lnTo>
                <a:lnTo>
                  <a:pt x="327" y="15"/>
                </a:lnTo>
                <a:lnTo>
                  <a:pt x="328" y="14"/>
                </a:lnTo>
                <a:lnTo>
                  <a:pt x="329" y="14"/>
                </a:lnTo>
                <a:lnTo>
                  <a:pt x="330" y="15"/>
                </a:lnTo>
                <a:lnTo>
                  <a:pt x="331" y="15"/>
                </a:lnTo>
                <a:lnTo>
                  <a:pt x="333" y="15"/>
                </a:lnTo>
                <a:lnTo>
                  <a:pt x="334" y="15"/>
                </a:lnTo>
                <a:lnTo>
                  <a:pt x="334" y="16"/>
                </a:lnTo>
                <a:lnTo>
                  <a:pt x="335" y="16"/>
                </a:lnTo>
                <a:lnTo>
                  <a:pt x="338" y="15"/>
                </a:lnTo>
                <a:lnTo>
                  <a:pt x="339" y="15"/>
                </a:lnTo>
                <a:lnTo>
                  <a:pt x="341" y="15"/>
                </a:lnTo>
                <a:lnTo>
                  <a:pt x="343" y="15"/>
                </a:lnTo>
                <a:lnTo>
                  <a:pt x="343" y="14"/>
                </a:lnTo>
                <a:lnTo>
                  <a:pt x="344" y="14"/>
                </a:lnTo>
                <a:lnTo>
                  <a:pt x="345" y="14"/>
                </a:lnTo>
                <a:lnTo>
                  <a:pt x="346" y="15"/>
                </a:lnTo>
                <a:lnTo>
                  <a:pt x="347" y="15"/>
                </a:lnTo>
                <a:lnTo>
                  <a:pt x="348" y="15"/>
                </a:lnTo>
                <a:lnTo>
                  <a:pt x="349" y="15"/>
                </a:lnTo>
                <a:lnTo>
                  <a:pt x="349" y="16"/>
                </a:lnTo>
                <a:lnTo>
                  <a:pt x="351" y="16"/>
                </a:lnTo>
                <a:lnTo>
                  <a:pt x="354" y="16"/>
                </a:lnTo>
                <a:lnTo>
                  <a:pt x="355" y="16"/>
                </a:lnTo>
                <a:lnTo>
                  <a:pt x="355" y="15"/>
                </a:lnTo>
                <a:lnTo>
                  <a:pt x="356" y="15"/>
                </a:lnTo>
                <a:lnTo>
                  <a:pt x="357" y="15"/>
                </a:lnTo>
                <a:lnTo>
                  <a:pt x="357" y="14"/>
                </a:lnTo>
                <a:lnTo>
                  <a:pt x="356" y="14"/>
                </a:lnTo>
                <a:lnTo>
                  <a:pt x="357" y="13"/>
                </a:lnTo>
                <a:lnTo>
                  <a:pt x="357" y="12"/>
                </a:lnTo>
                <a:lnTo>
                  <a:pt x="357" y="11"/>
                </a:lnTo>
                <a:lnTo>
                  <a:pt x="357" y="10"/>
                </a:lnTo>
                <a:lnTo>
                  <a:pt x="356" y="10"/>
                </a:lnTo>
                <a:lnTo>
                  <a:pt x="355" y="10"/>
                </a:lnTo>
                <a:lnTo>
                  <a:pt x="355" y="9"/>
                </a:lnTo>
                <a:lnTo>
                  <a:pt x="355" y="8"/>
                </a:lnTo>
                <a:lnTo>
                  <a:pt x="356" y="8"/>
                </a:lnTo>
                <a:lnTo>
                  <a:pt x="357" y="7"/>
                </a:lnTo>
                <a:lnTo>
                  <a:pt x="358" y="6"/>
                </a:lnTo>
                <a:lnTo>
                  <a:pt x="359" y="6"/>
                </a:lnTo>
                <a:lnTo>
                  <a:pt x="359" y="5"/>
                </a:lnTo>
                <a:lnTo>
                  <a:pt x="359" y="4"/>
                </a:lnTo>
                <a:lnTo>
                  <a:pt x="359" y="3"/>
                </a:lnTo>
                <a:lnTo>
                  <a:pt x="360" y="3"/>
                </a:lnTo>
                <a:lnTo>
                  <a:pt x="361" y="3"/>
                </a:lnTo>
                <a:lnTo>
                  <a:pt x="361" y="2"/>
                </a:lnTo>
                <a:lnTo>
                  <a:pt x="362" y="2"/>
                </a:lnTo>
                <a:lnTo>
                  <a:pt x="363" y="2"/>
                </a:lnTo>
                <a:lnTo>
                  <a:pt x="365" y="2"/>
                </a:lnTo>
                <a:lnTo>
                  <a:pt x="366" y="2"/>
                </a:lnTo>
                <a:lnTo>
                  <a:pt x="366" y="3"/>
                </a:lnTo>
                <a:lnTo>
                  <a:pt x="367" y="3"/>
                </a:lnTo>
                <a:lnTo>
                  <a:pt x="368" y="2"/>
                </a:lnTo>
                <a:lnTo>
                  <a:pt x="368" y="1"/>
                </a:lnTo>
                <a:lnTo>
                  <a:pt x="369" y="1"/>
                </a:lnTo>
                <a:lnTo>
                  <a:pt x="370" y="1"/>
                </a:lnTo>
                <a:lnTo>
                  <a:pt x="371" y="1"/>
                </a:lnTo>
                <a:lnTo>
                  <a:pt x="372" y="1"/>
                </a:lnTo>
                <a:lnTo>
                  <a:pt x="373" y="1"/>
                </a:lnTo>
                <a:lnTo>
                  <a:pt x="374" y="1"/>
                </a:lnTo>
                <a:lnTo>
                  <a:pt x="374" y="2"/>
                </a:lnTo>
                <a:lnTo>
                  <a:pt x="374" y="3"/>
                </a:lnTo>
                <a:lnTo>
                  <a:pt x="376" y="3"/>
                </a:lnTo>
                <a:lnTo>
                  <a:pt x="378" y="3"/>
                </a:lnTo>
                <a:lnTo>
                  <a:pt x="379" y="4"/>
                </a:lnTo>
                <a:lnTo>
                  <a:pt x="380" y="4"/>
                </a:lnTo>
                <a:lnTo>
                  <a:pt x="380" y="3"/>
                </a:lnTo>
                <a:lnTo>
                  <a:pt x="381" y="3"/>
                </a:lnTo>
                <a:lnTo>
                  <a:pt x="381" y="4"/>
                </a:lnTo>
                <a:lnTo>
                  <a:pt x="382" y="4"/>
                </a:lnTo>
                <a:lnTo>
                  <a:pt x="383" y="3"/>
                </a:lnTo>
                <a:lnTo>
                  <a:pt x="384" y="3"/>
                </a:lnTo>
                <a:lnTo>
                  <a:pt x="384" y="2"/>
                </a:lnTo>
                <a:lnTo>
                  <a:pt x="385" y="2"/>
                </a:lnTo>
                <a:lnTo>
                  <a:pt x="386" y="2"/>
                </a:lnTo>
                <a:lnTo>
                  <a:pt x="387" y="2"/>
                </a:lnTo>
                <a:lnTo>
                  <a:pt x="387" y="1"/>
                </a:lnTo>
                <a:lnTo>
                  <a:pt x="388" y="1"/>
                </a:lnTo>
                <a:lnTo>
                  <a:pt x="390" y="1"/>
                </a:lnTo>
                <a:lnTo>
                  <a:pt x="390" y="0"/>
                </a:lnTo>
                <a:lnTo>
                  <a:pt x="391" y="0"/>
                </a:lnTo>
                <a:lnTo>
                  <a:pt x="392" y="0"/>
                </a:lnTo>
                <a:lnTo>
                  <a:pt x="392" y="1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08" name=""/>
          <p:cNvSpPr/>
          <p:nvPr/>
        </p:nvSpPr>
        <p:spPr>
          <a:xfrm>
            <a:off x="6858360" y="1516320"/>
            <a:ext cx="16560" cy="17640"/>
          </a:xfrm>
          <a:custGeom>
            <a:avLst/>
            <a:gdLst/>
            <a:ahLst/>
            <a:rect l="0" t="0" r="r" b="b"/>
            <a:pathLst>
              <a:path w="46" h="49">
                <a:moveTo>
                  <a:pt x="41" y="2"/>
                </a:moveTo>
                <a:lnTo>
                  <a:pt x="41" y="1"/>
                </a:lnTo>
                <a:lnTo>
                  <a:pt x="41" y="0"/>
                </a:lnTo>
                <a:lnTo>
                  <a:pt x="42" y="1"/>
                </a:lnTo>
                <a:lnTo>
                  <a:pt x="43" y="2"/>
                </a:lnTo>
                <a:lnTo>
                  <a:pt x="42" y="2"/>
                </a:lnTo>
                <a:lnTo>
                  <a:pt x="41" y="2"/>
                </a:lnTo>
                <a:lnTo>
                  <a:pt x="40" y="2"/>
                </a:lnTo>
                <a:lnTo>
                  <a:pt x="39" y="2"/>
                </a:lnTo>
                <a:lnTo>
                  <a:pt x="39" y="3"/>
                </a:lnTo>
                <a:lnTo>
                  <a:pt x="39" y="4"/>
                </a:lnTo>
                <a:lnTo>
                  <a:pt x="39" y="5"/>
                </a:lnTo>
                <a:lnTo>
                  <a:pt x="39" y="6"/>
                </a:lnTo>
                <a:lnTo>
                  <a:pt x="40" y="7"/>
                </a:lnTo>
                <a:lnTo>
                  <a:pt x="40" y="8"/>
                </a:lnTo>
                <a:lnTo>
                  <a:pt x="40" y="9"/>
                </a:lnTo>
                <a:lnTo>
                  <a:pt x="40" y="10"/>
                </a:lnTo>
                <a:lnTo>
                  <a:pt x="39" y="11"/>
                </a:lnTo>
                <a:lnTo>
                  <a:pt x="38" y="11"/>
                </a:lnTo>
                <a:lnTo>
                  <a:pt x="39" y="12"/>
                </a:lnTo>
                <a:lnTo>
                  <a:pt x="38" y="13"/>
                </a:lnTo>
                <a:lnTo>
                  <a:pt x="38" y="12"/>
                </a:lnTo>
                <a:lnTo>
                  <a:pt x="37" y="12"/>
                </a:lnTo>
                <a:lnTo>
                  <a:pt x="37" y="13"/>
                </a:lnTo>
                <a:lnTo>
                  <a:pt x="37" y="14"/>
                </a:lnTo>
                <a:lnTo>
                  <a:pt x="36" y="14"/>
                </a:lnTo>
                <a:lnTo>
                  <a:pt x="36" y="15"/>
                </a:lnTo>
                <a:lnTo>
                  <a:pt x="37" y="15"/>
                </a:lnTo>
                <a:lnTo>
                  <a:pt x="36" y="15"/>
                </a:lnTo>
                <a:lnTo>
                  <a:pt x="35" y="17"/>
                </a:lnTo>
                <a:lnTo>
                  <a:pt x="35" y="18"/>
                </a:lnTo>
                <a:lnTo>
                  <a:pt x="36" y="18"/>
                </a:lnTo>
                <a:lnTo>
                  <a:pt x="37" y="18"/>
                </a:lnTo>
                <a:lnTo>
                  <a:pt x="36" y="19"/>
                </a:lnTo>
                <a:lnTo>
                  <a:pt x="37" y="20"/>
                </a:lnTo>
                <a:lnTo>
                  <a:pt x="36" y="21"/>
                </a:lnTo>
                <a:lnTo>
                  <a:pt x="37" y="21"/>
                </a:lnTo>
                <a:lnTo>
                  <a:pt x="37" y="22"/>
                </a:lnTo>
                <a:lnTo>
                  <a:pt x="38" y="22"/>
                </a:lnTo>
                <a:lnTo>
                  <a:pt x="38" y="21"/>
                </a:lnTo>
                <a:lnTo>
                  <a:pt x="38" y="22"/>
                </a:lnTo>
                <a:lnTo>
                  <a:pt x="37" y="22"/>
                </a:lnTo>
                <a:lnTo>
                  <a:pt x="38" y="22"/>
                </a:lnTo>
                <a:lnTo>
                  <a:pt x="39" y="22"/>
                </a:lnTo>
                <a:lnTo>
                  <a:pt x="39" y="23"/>
                </a:lnTo>
                <a:lnTo>
                  <a:pt x="39" y="22"/>
                </a:lnTo>
                <a:lnTo>
                  <a:pt x="40" y="23"/>
                </a:lnTo>
                <a:lnTo>
                  <a:pt x="41" y="23"/>
                </a:lnTo>
                <a:lnTo>
                  <a:pt x="42" y="23"/>
                </a:lnTo>
                <a:lnTo>
                  <a:pt x="43" y="24"/>
                </a:lnTo>
                <a:lnTo>
                  <a:pt x="43" y="23"/>
                </a:lnTo>
                <a:lnTo>
                  <a:pt x="44" y="23"/>
                </a:lnTo>
                <a:lnTo>
                  <a:pt x="45" y="23"/>
                </a:lnTo>
                <a:lnTo>
                  <a:pt x="45" y="24"/>
                </a:lnTo>
                <a:lnTo>
                  <a:pt x="46" y="25"/>
                </a:lnTo>
                <a:lnTo>
                  <a:pt x="45" y="25"/>
                </a:lnTo>
                <a:lnTo>
                  <a:pt x="45" y="26"/>
                </a:lnTo>
                <a:lnTo>
                  <a:pt x="46" y="26"/>
                </a:lnTo>
                <a:lnTo>
                  <a:pt x="45" y="26"/>
                </a:lnTo>
                <a:lnTo>
                  <a:pt x="44" y="26"/>
                </a:lnTo>
                <a:lnTo>
                  <a:pt x="43" y="26"/>
                </a:lnTo>
                <a:lnTo>
                  <a:pt x="42" y="26"/>
                </a:lnTo>
                <a:lnTo>
                  <a:pt x="41" y="26"/>
                </a:lnTo>
                <a:lnTo>
                  <a:pt x="40" y="26"/>
                </a:lnTo>
                <a:lnTo>
                  <a:pt x="40" y="27"/>
                </a:lnTo>
                <a:lnTo>
                  <a:pt x="40" y="26"/>
                </a:lnTo>
                <a:lnTo>
                  <a:pt x="39" y="26"/>
                </a:lnTo>
                <a:lnTo>
                  <a:pt x="38" y="27"/>
                </a:lnTo>
                <a:lnTo>
                  <a:pt x="37" y="27"/>
                </a:lnTo>
                <a:lnTo>
                  <a:pt x="38" y="27"/>
                </a:lnTo>
                <a:lnTo>
                  <a:pt x="37" y="27"/>
                </a:lnTo>
                <a:lnTo>
                  <a:pt x="36" y="27"/>
                </a:lnTo>
                <a:lnTo>
                  <a:pt x="37" y="27"/>
                </a:lnTo>
                <a:lnTo>
                  <a:pt x="37" y="28"/>
                </a:lnTo>
                <a:lnTo>
                  <a:pt x="37" y="30"/>
                </a:lnTo>
                <a:lnTo>
                  <a:pt x="37" y="29"/>
                </a:lnTo>
                <a:lnTo>
                  <a:pt x="38" y="29"/>
                </a:lnTo>
                <a:lnTo>
                  <a:pt x="38" y="30"/>
                </a:lnTo>
                <a:lnTo>
                  <a:pt x="39" y="30"/>
                </a:lnTo>
                <a:lnTo>
                  <a:pt x="39" y="31"/>
                </a:lnTo>
                <a:lnTo>
                  <a:pt x="40" y="32"/>
                </a:lnTo>
                <a:lnTo>
                  <a:pt x="41" y="33"/>
                </a:lnTo>
                <a:lnTo>
                  <a:pt x="40" y="33"/>
                </a:lnTo>
                <a:lnTo>
                  <a:pt x="40" y="34"/>
                </a:lnTo>
                <a:lnTo>
                  <a:pt x="39" y="34"/>
                </a:lnTo>
                <a:lnTo>
                  <a:pt x="38" y="34"/>
                </a:lnTo>
                <a:lnTo>
                  <a:pt x="37" y="34"/>
                </a:lnTo>
                <a:lnTo>
                  <a:pt x="37" y="35"/>
                </a:lnTo>
                <a:lnTo>
                  <a:pt x="37" y="36"/>
                </a:lnTo>
                <a:lnTo>
                  <a:pt x="36" y="36"/>
                </a:lnTo>
                <a:lnTo>
                  <a:pt x="36" y="37"/>
                </a:lnTo>
                <a:lnTo>
                  <a:pt x="37" y="37"/>
                </a:lnTo>
                <a:lnTo>
                  <a:pt x="37" y="38"/>
                </a:lnTo>
                <a:lnTo>
                  <a:pt x="37" y="37"/>
                </a:lnTo>
                <a:lnTo>
                  <a:pt x="38" y="37"/>
                </a:lnTo>
                <a:lnTo>
                  <a:pt x="38" y="38"/>
                </a:lnTo>
                <a:lnTo>
                  <a:pt x="37" y="38"/>
                </a:lnTo>
                <a:lnTo>
                  <a:pt x="38" y="38"/>
                </a:lnTo>
                <a:lnTo>
                  <a:pt x="38" y="39"/>
                </a:lnTo>
                <a:lnTo>
                  <a:pt x="38" y="40"/>
                </a:lnTo>
                <a:lnTo>
                  <a:pt x="38" y="41"/>
                </a:lnTo>
                <a:lnTo>
                  <a:pt x="38" y="43"/>
                </a:lnTo>
                <a:lnTo>
                  <a:pt x="37" y="44"/>
                </a:lnTo>
                <a:lnTo>
                  <a:pt x="37" y="45"/>
                </a:lnTo>
                <a:lnTo>
                  <a:pt x="38" y="46"/>
                </a:lnTo>
                <a:lnTo>
                  <a:pt x="38" y="47"/>
                </a:lnTo>
                <a:lnTo>
                  <a:pt x="37" y="47"/>
                </a:lnTo>
                <a:lnTo>
                  <a:pt x="36" y="48"/>
                </a:lnTo>
                <a:lnTo>
                  <a:pt x="35" y="49"/>
                </a:lnTo>
                <a:lnTo>
                  <a:pt x="34" y="49"/>
                </a:lnTo>
                <a:lnTo>
                  <a:pt x="33" y="49"/>
                </a:lnTo>
                <a:lnTo>
                  <a:pt x="33" y="48"/>
                </a:lnTo>
                <a:lnTo>
                  <a:pt x="32" y="48"/>
                </a:lnTo>
                <a:lnTo>
                  <a:pt x="31" y="47"/>
                </a:lnTo>
                <a:lnTo>
                  <a:pt x="29" y="47"/>
                </a:lnTo>
                <a:lnTo>
                  <a:pt x="28" y="46"/>
                </a:lnTo>
                <a:lnTo>
                  <a:pt x="26" y="46"/>
                </a:lnTo>
                <a:lnTo>
                  <a:pt x="25" y="45"/>
                </a:lnTo>
                <a:lnTo>
                  <a:pt x="24" y="45"/>
                </a:lnTo>
                <a:lnTo>
                  <a:pt x="22" y="46"/>
                </a:lnTo>
                <a:lnTo>
                  <a:pt x="21" y="46"/>
                </a:lnTo>
                <a:lnTo>
                  <a:pt x="20" y="47"/>
                </a:lnTo>
                <a:lnTo>
                  <a:pt x="19" y="47"/>
                </a:lnTo>
                <a:lnTo>
                  <a:pt x="19" y="46"/>
                </a:lnTo>
                <a:lnTo>
                  <a:pt x="18" y="46"/>
                </a:lnTo>
                <a:lnTo>
                  <a:pt x="18" y="45"/>
                </a:lnTo>
                <a:lnTo>
                  <a:pt x="17" y="45"/>
                </a:lnTo>
                <a:lnTo>
                  <a:pt x="17" y="44"/>
                </a:lnTo>
                <a:lnTo>
                  <a:pt x="18" y="44"/>
                </a:lnTo>
                <a:lnTo>
                  <a:pt x="18" y="43"/>
                </a:lnTo>
                <a:lnTo>
                  <a:pt x="17" y="43"/>
                </a:lnTo>
                <a:lnTo>
                  <a:pt x="17" y="41"/>
                </a:lnTo>
                <a:lnTo>
                  <a:pt x="16" y="41"/>
                </a:lnTo>
                <a:lnTo>
                  <a:pt x="17" y="40"/>
                </a:lnTo>
                <a:lnTo>
                  <a:pt x="17" y="39"/>
                </a:lnTo>
                <a:lnTo>
                  <a:pt x="16" y="39"/>
                </a:lnTo>
                <a:lnTo>
                  <a:pt x="14" y="39"/>
                </a:lnTo>
                <a:lnTo>
                  <a:pt x="14" y="40"/>
                </a:lnTo>
                <a:lnTo>
                  <a:pt x="13" y="41"/>
                </a:lnTo>
                <a:lnTo>
                  <a:pt x="13" y="40"/>
                </a:lnTo>
                <a:lnTo>
                  <a:pt x="12" y="40"/>
                </a:lnTo>
                <a:lnTo>
                  <a:pt x="12" y="39"/>
                </a:lnTo>
                <a:lnTo>
                  <a:pt x="11" y="39"/>
                </a:lnTo>
                <a:lnTo>
                  <a:pt x="12" y="38"/>
                </a:lnTo>
                <a:lnTo>
                  <a:pt x="11" y="38"/>
                </a:lnTo>
                <a:lnTo>
                  <a:pt x="11" y="37"/>
                </a:lnTo>
                <a:lnTo>
                  <a:pt x="12" y="37"/>
                </a:lnTo>
                <a:lnTo>
                  <a:pt x="13" y="37"/>
                </a:lnTo>
                <a:lnTo>
                  <a:pt x="13" y="36"/>
                </a:lnTo>
                <a:lnTo>
                  <a:pt x="14" y="36"/>
                </a:lnTo>
                <a:lnTo>
                  <a:pt x="13" y="35"/>
                </a:lnTo>
                <a:lnTo>
                  <a:pt x="14" y="35"/>
                </a:lnTo>
                <a:lnTo>
                  <a:pt x="13" y="34"/>
                </a:lnTo>
                <a:lnTo>
                  <a:pt x="13" y="33"/>
                </a:lnTo>
                <a:lnTo>
                  <a:pt x="12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4" y="31"/>
                </a:lnTo>
                <a:lnTo>
                  <a:pt x="16" y="31"/>
                </a:lnTo>
                <a:lnTo>
                  <a:pt x="17" y="31"/>
                </a:lnTo>
                <a:lnTo>
                  <a:pt x="17" y="30"/>
                </a:lnTo>
                <a:lnTo>
                  <a:pt x="16" y="30"/>
                </a:lnTo>
                <a:lnTo>
                  <a:pt x="16" y="29"/>
                </a:lnTo>
                <a:lnTo>
                  <a:pt x="15" y="28"/>
                </a:lnTo>
                <a:lnTo>
                  <a:pt x="15" y="27"/>
                </a:lnTo>
                <a:lnTo>
                  <a:pt x="15" y="26"/>
                </a:lnTo>
                <a:lnTo>
                  <a:pt x="14" y="25"/>
                </a:lnTo>
                <a:lnTo>
                  <a:pt x="14" y="24"/>
                </a:lnTo>
                <a:lnTo>
                  <a:pt x="13" y="24"/>
                </a:lnTo>
                <a:lnTo>
                  <a:pt x="13" y="25"/>
                </a:lnTo>
                <a:lnTo>
                  <a:pt x="13" y="26"/>
                </a:lnTo>
                <a:lnTo>
                  <a:pt x="12" y="26"/>
                </a:lnTo>
                <a:lnTo>
                  <a:pt x="12" y="25"/>
                </a:lnTo>
                <a:lnTo>
                  <a:pt x="11" y="24"/>
                </a:lnTo>
                <a:lnTo>
                  <a:pt x="10" y="24"/>
                </a:lnTo>
                <a:lnTo>
                  <a:pt x="9" y="24"/>
                </a:lnTo>
                <a:lnTo>
                  <a:pt x="8" y="24"/>
                </a:lnTo>
                <a:lnTo>
                  <a:pt x="8" y="23"/>
                </a:lnTo>
                <a:lnTo>
                  <a:pt x="7" y="23"/>
                </a:lnTo>
                <a:lnTo>
                  <a:pt x="7" y="22"/>
                </a:lnTo>
                <a:lnTo>
                  <a:pt x="6" y="22"/>
                </a:lnTo>
                <a:lnTo>
                  <a:pt x="6" y="21"/>
                </a:lnTo>
                <a:lnTo>
                  <a:pt x="5" y="21"/>
                </a:lnTo>
                <a:lnTo>
                  <a:pt x="5" y="20"/>
                </a:lnTo>
                <a:lnTo>
                  <a:pt x="4" y="20"/>
                </a:lnTo>
                <a:lnTo>
                  <a:pt x="4" y="21"/>
                </a:lnTo>
                <a:lnTo>
                  <a:pt x="3" y="21"/>
                </a:lnTo>
                <a:lnTo>
                  <a:pt x="2" y="20"/>
                </a:lnTo>
                <a:lnTo>
                  <a:pt x="2" y="19"/>
                </a:lnTo>
                <a:lnTo>
                  <a:pt x="2" y="18"/>
                </a:lnTo>
                <a:lnTo>
                  <a:pt x="2" y="15"/>
                </a:lnTo>
                <a:lnTo>
                  <a:pt x="2" y="14"/>
                </a:lnTo>
                <a:lnTo>
                  <a:pt x="1" y="14"/>
                </a:lnTo>
                <a:lnTo>
                  <a:pt x="1" y="13"/>
                </a:lnTo>
                <a:lnTo>
                  <a:pt x="1" y="14"/>
                </a:lnTo>
                <a:lnTo>
                  <a:pt x="1" y="13"/>
                </a:lnTo>
                <a:lnTo>
                  <a:pt x="0" y="13"/>
                </a:lnTo>
                <a:lnTo>
                  <a:pt x="0" y="12"/>
                </a:lnTo>
                <a:lnTo>
                  <a:pt x="0" y="11"/>
                </a:lnTo>
                <a:lnTo>
                  <a:pt x="1" y="10"/>
                </a:lnTo>
                <a:lnTo>
                  <a:pt x="1" y="9"/>
                </a:lnTo>
                <a:lnTo>
                  <a:pt x="1" y="8"/>
                </a:lnTo>
                <a:lnTo>
                  <a:pt x="1" y="7"/>
                </a:lnTo>
                <a:lnTo>
                  <a:pt x="1" y="6"/>
                </a:lnTo>
                <a:lnTo>
                  <a:pt x="2" y="5"/>
                </a:lnTo>
                <a:lnTo>
                  <a:pt x="3" y="6"/>
                </a:lnTo>
                <a:lnTo>
                  <a:pt x="5" y="6"/>
                </a:lnTo>
                <a:lnTo>
                  <a:pt x="5" y="5"/>
                </a:lnTo>
                <a:lnTo>
                  <a:pt x="6" y="4"/>
                </a:lnTo>
                <a:lnTo>
                  <a:pt x="6" y="3"/>
                </a:lnTo>
                <a:lnTo>
                  <a:pt x="7" y="3"/>
                </a:lnTo>
                <a:lnTo>
                  <a:pt x="8" y="3"/>
                </a:lnTo>
                <a:lnTo>
                  <a:pt x="9" y="3"/>
                </a:lnTo>
                <a:lnTo>
                  <a:pt x="9" y="4"/>
                </a:lnTo>
                <a:lnTo>
                  <a:pt x="10" y="4"/>
                </a:lnTo>
                <a:lnTo>
                  <a:pt x="10" y="5"/>
                </a:lnTo>
                <a:lnTo>
                  <a:pt x="10" y="4"/>
                </a:lnTo>
                <a:lnTo>
                  <a:pt x="11" y="4"/>
                </a:lnTo>
                <a:lnTo>
                  <a:pt x="12" y="4"/>
                </a:lnTo>
                <a:lnTo>
                  <a:pt x="13" y="4"/>
                </a:lnTo>
                <a:lnTo>
                  <a:pt x="13" y="3"/>
                </a:lnTo>
                <a:lnTo>
                  <a:pt x="14" y="3"/>
                </a:lnTo>
                <a:lnTo>
                  <a:pt x="14" y="4"/>
                </a:lnTo>
                <a:lnTo>
                  <a:pt x="15" y="4"/>
                </a:lnTo>
                <a:lnTo>
                  <a:pt x="15" y="3"/>
                </a:lnTo>
                <a:lnTo>
                  <a:pt x="16" y="4"/>
                </a:lnTo>
                <a:lnTo>
                  <a:pt x="17" y="4"/>
                </a:lnTo>
                <a:lnTo>
                  <a:pt x="18" y="3"/>
                </a:lnTo>
                <a:lnTo>
                  <a:pt x="19" y="4"/>
                </a:lnTo>
                <a:lnTo>
                  <a:pt x="19" y="5"/>
                </a:lnTo>
                <a:lnTo>
                  <a:pt x="20" y="5"/>
                </a:lnTo>
                <a:lnTo>
                  <a:pt x="21" y="5"/>
                </a:lnTo>
                <a:lnTo>
                  <a:pt x="22" y="5"/>
                </a:lnTo>
                <a:lnTo>
                  <a:pt x="22" y="6"/>
                </a:lnTo>
                <a:lnTo>
                  <a:pt x="24" y="6"/>
                </a:lnTo>
                <a:lnTo>
                  <a:pt x="25" y="6"/>
                </a:lnTo>
                <a:lnTo>
                  <a:pt x="25" y="5"/>
                </a:lnTo>
                <a:lnTo>
                  <a:pt x="26" y="4"/>
                </a:lnTo>
                <a:lnTo>
                  <a:pt x="27" y="3"/>
                </a:lnTo>
                <a:lnTo>
                  <a:pt x="28" y="2"/>
                </a:lnTo>
                <a:lnTo>
                  <a:pt x="29" y="2"/>
                </a:lnTo>
                <a:lnTo>
                  <a:pt x="30" y="2"/>
                </a:lnTo>
                <a:lnTo>
                  <a:pt x="30" y="1"/>
                </a:lnTo>
                <a:lnTo>
                  <a:pt x="31" y="1"/>
                </a:lnTo>
                <a:lnTo>
                  <a:pt x="33" y="1"/>
                </a:lnTo>
                <a:lnTo>
                  <a:pt x="34" y="2"/>
                </a:lnTo>
                <a:lnTo>
                  <a:pt x="35" y="2"/>
                </a:lnTo>
                <a:lnTo>
                  <a:pt x="36" y="2"/>
                </a:lnTo>
                <a:lnTo>
                  <a:pt x="37" y="1"/>
                </a:lnTo>
                <a:lnTo>
                  <a:pt x="39" y="2"/>
                </a:lnTo>
                <a:lnTo>
                  <a:pt x="39" y="1"/>
                </a:lnTo>
                <a:lnTo>
                  <a:pt x="39" y="0"/>
                </a:lnTo>
                <a:lnTo>
                  <a:pt x="40" y="1"/>
                </a:lnTo>
                <a:lnTo>
                  <a:pt x="40" y="2"/>
                </a:lnTo>
                <a:lnTo>
                  <a:pt x="4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09" name=""/>
          <p:cNvSpPr/>
          <p:nvPr/>
        </p:nvSpPr>
        <p:spPr>
          <a:xfrm>
            <a:off x="6646680" y="1491840"/>
            <a:ext cx="140760" cy="227520"/>
          </a:xfrm>
          <a:custGeom>
            <a:avLst/>
            <a:gdLst/>
            <a:ahLst/>
            <a:rect l="0" t="0" r="r" b="b"/>
            <a:pathLst>
              <a:path w="391" h="632">
                <a:moveTo>
                  <a:pt x="353" y="1"/>
                </a:moveTo>
                <a:lnTo>
                  <a:pt x="353" y="2"/>
                </a:lnTo>
                <a:lnTo>
                  <a:pt x="354" y="2"/>
                </a:lnTo>
                <a:lnTo>
                  <a:pt x="354" y="3"/>
                </a:lnTo>
                <a:lnTo>
                  <a:pt x="355" y="4"/>
                </a:lnTo>
                <a:lnTo>
                  <a:pt x="355" y="5"/>
                </a:lnTo>
                <a:lnTo>
                  <a:pt x="356" y="5"/>
                </a:lnTo>
                <a:lnTo>
                  <a:pt x="356" y="6"/>
                </a:lnTo>
                <a:lnTo>
                  <a:pt x="356" y="7"/>
                </a:lnTo>
                <a:lnTo>
                  <a:pt x="357" y="9"/>
                </a:lnTo>
                <a:lnTo>
                  <a:pt x="358" y="10"/>
                </a:lnTo>
                <a:lnTo>
                  <a:pt x="359" y="11"/>
                </a:lnTo>
                <a:lnTo>
                  <a:pt x="360" y="12"/>
                </a:lnTo>
                <a:lnTo>
                  <a:pt x="359" y="12"/>
                </a:lnTo>
                <a:lnTo>
                  <a:pt x="359" y="13"/>
                </a:lnTo>
                <a:lnTo>
                  <a:pt x="360" y="14"/>
                </a:lnTo>
                <a:lnTo>
                  <a:pt x="361" y="14"/>
                </a:lnTo>
                <a:lnTo>
                  <a:pt x="361" y="15"/>
                </a:lnTo>
                <a:lnTo>
                  <a:pt x="362" y="15"/>
                </a:lnTo>
                <a:lnTo>
                  <a:pt x="363" y="15"/>
                </a:lnTo>
                <a:lnTo>
                  <a:pt x="363" y="14"/>
                </a:lnTo>
                <a:lnTo>
                  <a:pt x="364" y="14"/>
                </a:lnTo>
                <a:lnTo>
                  <a:pt x="364" y="15"/>
                </a:lnTo>
                <a:lnTo>
                  <a:pt x="365" y="15"/>
                </a:lnTo>
                <a:lnTo>
                  <a:pt x="365" y="16"/>
                </a:lnTo>
                <a:lnTo>
                  <a:pt x="366" y="16"/>
                </a:lnTo>
                <a:lnTo>
                  <a:pt x="366" y="17"/>
                </a:lnTo>
                <a:lnTo>
                  <a:pt x="365" y="17"/>
                </a:lnTo>
                <a:lnTo>
                  <a:pt x="365" y="18"/>
                </a:lnTo>
                <a:lnTo>
                  <a:pt x="365" y="20"/>
                </a:lnTo>
                <a:lnTo>
                  <a:pt x="366" y="20"/>
                </a:lnTo>
                <a:lnTo>
                  <a:pt x="367" y="21"/>
                </a:lnTo>
                <a:lnTo>
                  <a:pt x="367" y="22"/>
                </a:lnTo>
                <a:lnTo>
                  <a:pt x="366" y="22"/>
                </a:lnTo>
                <a:lnTo>
                  <a:pt x="366" y="23"/>
                </a:lnTo>
                <a:lnTo>
                  <a:pt x="366" y="24"/>
                </a:lnTo>
                <a:lnTo>
                  <a:pt x="365" y="26"/>
                </a:lnTo>
                <a:lnTo>
                  <a:pt x="365" y="27"/>
                </a:lnTo>
                <a:lnTo>
                  <a:pt x="364" y="28"/>
                </a:lnTo>
                <a:lnTo>
                  <a:pt x="364" y="29"/>
                </a:lnTo>
                <a:lnTo>
                  <a:pt x="365" y="29"/>
                </a:lnTo>
                <a:lnTo>
                  <a:pt x="365" y="30"/>
                </a:lnTo>
                <a:lnTo>
                  <a:pt x="366" y="30"/>
                </a:lnTo>
                <a:lnTo>
                  <a:pt x="366" y="31"/>
                </a:lnTo>
                <a:lnTo>
                  <a:pt x="367" y="31"/>
                </a:lnTo>
                <a:lnTo>
                  <a:pt x="367" y="32"/>
                </a:lnTo>
                <a:lnTo>
                  <a:pt x="366" y="32"/>
                </a:lnTo>
                <a:lnTo>
                  <a:pt x="366" y="33"/>
                </a:lnTo>
                <a:lnTo>
                  <a:pt x="366" y="34"/>
                </a:lnTo>
                <a:lnTo>
                  <a:pt x="367" y="34"/>
                </a:lnTo>
                <a:lnTo>
                  <a:pt x="367" y="35"/>
                </a:lnTo>
                <a:lnTo>
                  <a:pt x="367" y="36"/>
                </a:lnTo>
                <a:lnTo>
                  <a:pt x="367" y="37"/>
                </a:lnTo>
                <a:lnTo>
                  <a:pt x="367" y="39"/>
                </a:lnTo>
                <a:lnTo>
                  <a:pt x="368" y="39"/>
                </a:lnTo>
                <a:lnTo>
                  <a:pt x="368" y="40"/>
                </a:lnTo>
                <a:lnTo>
                  <a:pt x="369" y="40"/>
                </a:lnTo>
                <a:lnTo>
                  <a:pt x="371" y="39"/>
                </a:lnTo>
                <a:lnTo>
                  <a:pt x="372" y="39"/>
                </a:lnTo>
                <a:lnTo>
                  <a:pt x="373" y="39"/>
                </a:lnTo>
                <a:lnTo>
                  <a:pt x="373" y="40"/>
                </a:lnTo>
                <a:lnTo>
                  <a:pt x="374" y="40"/>
                </a:lnTo>
                <a:lnTo>
                  <a:pt x="375" y="40"/>
                </a:lnTo>
                <a:lnTo>
                  <a:pt x="375" y="41"/>
                </a:lnTo>
                <a:lnTo>
                  <a:pt x="376" y="41"/>
                </a:lnTo>
                <a:lnTo>
                  <a:pt x="377" y="40"/>
                </a:lnTo>
                <a:lnTo>
                  <a:pt x="378" y="39"/>
                </a:lnTo>
                <a:lnTo>
                  <a:pt x="379" y="39"/>
                </a:lnTo>
                <a:lnTo>
                  <a:pt x="380" y="39"/>
                </a:lnTo>
                <a:lnTo>
                  <a:pt x="381" y="39"/>
                </a:lnTo>
                <a:lnTo>
                  <a:pt x="382" y="40"/>
                </a:lnTo>
                <a:lnTo>
                  <a:pt x="382" y="41"/>
                </a:lnTo>
                <a:lnTo>
                  <a:pt x="383" y="41"/>
                </a:lnTo>
                <a:lnTo>
                  <a:pt x="385" y="41"/>
                </a:lnTo>
                <a:lnTo>
                  <a:pt x="386" y="40"/>
                </a:lnTo>
                <a:lnTo>
                  <a:pt x="387" y="40"/>
                </a:lnTo>
                <a:lnTo>
                  <a:pt x="387" y="41"/>
                </a:lnTo>
                <a:lnTo>
                  <a:pt x="388" y="41"/>
                </a:lnTo>
                <a:lnTo>
                  <a:pt x="388" y="42"/>
                </a:lnTo>
                <a:lnTo>
                  <a:pt x="388" y="43"/>
                </a:lnTo>
                <a:lnTo>
                  <a:pt x="387" y="43"/>
                </a:lnTo>
                <a:lnTo>
                  <a:pt x="387" y="44"/>
                </a:lnTo>
                <a:lnTo>
                  <a:pt x="387" y="45"/>
                </a:lnTo>
                <a:lnTo>
                  <a:pt x="387" y="46"/>
                </a:lnTo>
                <a:lnTo>
                  <a:pt x="385" y="46"/>
                </a:lnTo>
                <a:lnTo>
                  <a:pt x="385" y="47"/>
                </a:lnTo>
                <a:lnTo>
                  <a:pt x="385" y="48"/>
                </a:lnTo>
                <a:lnTo>
                  <a:pt x="384" y="49"/>
                </a:lnTo>
                <a:lnTo>
                  <a:pt x="383" y="49"/>
                </a:lnTo>
                <a:lnTo>
                  <a:pt x="382" y="50"/>
                </a:lnTo>
                <a:lnTo>
                  <a:pt x="381" y="51"/>
                </a:lnTo>
                <a:lnTo>
                  <a:pt x="380" y="51"/>
                </a:lnTo>
                <a:lnTo>
                  <a:pt x="379" y="51"/>
                </a:lnTo>
                <a:lnTo>
                  <a:pt x="378" y="51"/>
                </a:lnTo>
                <a:lnTo>
                  <a:pt x="377" y="52"/>
                </a:lnTo>
                <a:lnTo>
                  <a:pt x="375" y="52"/>
                </a:lnTo>
                <a:lnTo>
                  <a:pt x="374" y="52"/>
                </a:lnTo>
                <a:lnTo>
                  <a:pt x="373" y="51"/>
                </a:lnTo>
                <a:lnTo>
                  <a:pt x="372" y="51"/>
                </a:lnTo>
                <a:lnTo>
                  <a:pt x="371" y="51"/>
                </a:lnTo>
                <a:lnTo>
                  <a:pt x="371" y="52"/>
                </a:lnTo>
                <a:lnTo>
                  <a:pt x="370" y="52"/>
                </a:lnTo>
                <a:lnTo>
                  <a:pt x="369" y="52"/>
                </a:lnTo>
                <a:lnTo>
                  <a:pt x="368" y="52"/>
                </a:lnTo>
                <a:lnTo>
                  <a:pt x="368" y="53"/>
                </a:lnTo>
                <a:lnTo>
                  <a:pt x="367" y="53"/>
                </a:lnTo>
                <a:lnTo>
                  <a:pt x="366" y="53"/>
                </a:lnTo>
                <a:lnTo>
                  <a:pt x="366" y="54"/>
                </a:lnTo>
                <a:lnTo>
                  <a:pt x="365" y="54"/>
                </a:lnTo>
                <a:lnTo>
                  <a:pt x="364" y="54"/>
                </a:lnTo>
                <a:lnTo>
                  <a:pt x="364" y="53"/>
                </a:lnTo>
                <a:lnTo>
                  <a:pt x="364" y="52"/>
                </a:lnTo>
                <a:lnTo>
                  <a:pt x="363" y="53"/>
                </a:lnTo>
                <a:lnTo>
                  <a:pt x="362" y="54"/>
                </a:lnTo>
                <a:lnTo>
                  <a:pt x="361" y="55"/>
                </a:lnTo>
                <a:lnTo>
                  <a:pt x="361" y="56"/>
                </a:lnTo>
                <a:lnTo>
                  <a:pt x="361" y="57"/>
                </a:lnTo>
                <a:lnTo>
                  <a:pt x="360" y="57"/>
                </a:lnTo>
                <a:lnTo>
                  <a:pt x="360" y="56"/>
                </a:lnTo>
                <a:lnTo>
                  <a:pt x="360" y="57"/>
                </a:lnTo>
                <a:lnTo>
                  <a:pt x="359" y="57"/>
                </a:lnTo>
                <a:lnTo>
                  <a:pt x="358" y="57"/>
                </a:lnTo>
                <a:lnTo>
                  <a:pt x="357" y="57"/>
                </a:lnTo>
                <a:lnTo>
                  <a:pt x="356" y="57"/>
                </a:lnTo>
                <a:lnTo>
                  <a:pt x="355" y="58"/>
                </a:lnTo>
                <a:lnTo>
                  <a:pt x="354" y="58"/>
                </a:lnTo>
                <a:lnTo>
                  <a:pt x="354" y="59"/>
                </a:lnTo>
                <a:lnTo>
                  <a:pt x="353" y="59"/>
                </a:lnTo>
                <a:lnTo>
                  <a:pt x="352" y="59"/>
                </a:lnTo>
                <a:lnTo>
                  <a:pt x="351" y="59"/>
                </a:lnTo>
                <a:lnTo>
                  <a:pt x="351" y="58"/>
                </a:lnTo>
                <a:lnTo>
                  <a:pt x="351" y="57"/>
                </a:lnTo>
                <a:lnTo>
                  <a:pt x="350" y="57"/>
                </a:lnTo>
                <a:lnTo>
                  <a:pt x="349" y="57"/>
                </a:lnTo>
                <a:lnTo>
                  <a:pt x="348" y="57"/>
                </a:lnTo>
                <a:lnTo>
                  <a:pt x="348" y="58"/>
                </a:lnTo>
                <a:lnTo>
                  <a:pt x="347" y="58"/>
                </a:lnTo>
                <a:lnTo>
                  <a:pt x="346" y="58"/>
                </a:lnTo>
                <a:lnTo>
                  <a:pt x="346" y="59"/>
                </a:lnTo>
                <a:lnTo>
                  <a:pt x="347" y="60"/>
                </a:lnTo>
                <a:lnTo>
                  <a:pt x="347" y="61"/>
                </a:lnTo>
                <a:lnTo>
                  <a:pt x="347" y="62"/>
                </a:lnTo>
                <a:lnTo>
                  <a:pt x="347" y="63"/>
                </a:lnTo>
                <a:lnTo>
                  <a:pt x="348" y="63"/>
                </a:lnTo>
                <a:lnTo>
                  <a:pt x="348" y="64"/>
                </a:lnTo>
                <a:lnTo>
                  <a:pt x="348" y="65"/>
                </a:lnTo>
                <a:lnTo>
                  <a:pt x="349" y="65"/>
                </a:lnTo>
                <a:lnTo>
                  <a:pt x="349" y="66"/>
                </a:lnTo>
                <a:lnTo>
                  <a:pt x="349" y="67"/>
                </a:lnTo>
                <a:lnTo>
                  <a:pt x="348" y="68"/>
                </a:lnTo>
                <a:lnTo>
                  <a:pt x="348" y="69"/>
                </a:lnTo>
                <a:lnTo>
                  <a:pt x="347" y="70"/>
                </a:lnTo>
                <a:lnTo>
                  <a:pt x="346" y="70"/>
                </a:lnTo>
                <a:lnTo>
                  <a:pt x="345" y="70"/>
                </a:lnTo>
                <a:lnTo>
                  <a:pt x="345" y="71"/>
                </a:lnTo>
                <a:lnTo>
                  <a:pt x="344" y="71"/>
                </a:lnTo>
                <a:lnTo>
                  <a:pt x="343" y="70"/>
                </a:lnTo>
                <a:lnTo>
                  <a:pt x="343" y="69"/>
                </a:lnTo>
                <a:lnTo>
                  <a:pt x="343" y="68"/>
                </a:lnTo>
                <a:lnTo>
                  <a:pt x="342" y="67"/>
                </a:lnTo>
                <a:lnTo>
                  <a:pt x="342" y="66"/>
                </a:lnTo>
                <a:lnTo>
                  <a:pt x="341" y="66"/>
                </a:lnTo>
                <a:lnTo>
                  <a:pt x="340" y="65"/>
                </a:lnTo>
                <a:lnTo>
                  <a:pt x="339" y="65"/>
                </a:lnTo>
                <a:lnTo>
                  <a:pt x="338" y="65"/>
                </a:lnTo>
                <a:lnTo>
                  <a:pt x="338" y="66"/>
                </a:lnTo>
                <a:lnTo>
                  <a:pt x="338" y="67"/>
                </a:lnTo>
                <a:lnTo>
                  <a:pt x="338" y="69"/>
                </a:lnTo>
                <a:lnTo>
                  <a:pt x="338" y="70"/>
                </a:lnTo>
                <a:lnTo>
                  <a:pt x="338" y="71"/>
                </a:lnTo>
                <a:lnTo>
                  <a:pt x="337" y="71"/>
                </a:lnTo>
                <a:lnTo>
                  <a:pt x="337" y="72"/>
                </a:lnTo>
                <a:lnTo>
                  <a:pt x="337" y="73"/>
                </a:lnTo>
                <a:lnTo>
                  <a:pt x="336" y="73"/>
                </a:lnTo>
                <a:lnTo>
                  <a:pt x="336" y="74"/>
                </a:lnTo>
                <a:lnTo>
                  <a:pt x="334" y="74"/>
                </a:lnTo>
                <a:lnTo>
                  <a:pt x="333" y="74"/>
                </a:lnTo>
                <a:lnTo>
                  <a:pt x="332" y="74"/>
                </a:lnTo>
                <a:lnTo>
                  <a:pt x="332" y="75"/>
                </a:lnTo>
                <a:lnTo>
                  <a:pt x="332" y="76"/>
                </a:lnTo>
                <a:lnTo>
                  <a:pt x="333" y="76"/>
                </a:lnTo>
                <a:lnTo>
                  <a:pt x="334" y="76"/>
                </a:lnTo>
                <a:lnTo>
                  <a:pt x="335" y="76"/>
                </a:lnTo>
                <a:lnTo>
                  <a:pt x="336" y="76"/>
                </a:lnTo>
                <a:lnTo>
                  <a:pt x="337" y="77"/>
                </a:lnTo>
                <a:lnTo>
                  <a:pt x="339" y="77"/>
                </a:lnTo>
                <a:lnTo>
                  <a:pt x="340" y="77"/>
                </a:lnTo>
                <a:lnTo>
                  <a:pt x="341" y="78"/>
                </a:lnTo>
                <a:lnTo>
                  <a:pt x="341" y="77"/>
                </a:lnTo>
                <a:lnTo>
                  <a:pt x="341" y="78"/>
                </a:lnTo>
                <a:lnTo>
                  <a:pt x="342" y="78"/>
                </a:lnTo>
                <a:lnTo>
                  <a:pt x="343" y="78"/>
                </a:lnTo>
                <a:lnTo>
                  <a:pt x="343" y="79"/>
                </a:lnTo>
                <a:lnTo>
                  <a:pt x="342" y="80"/>
                </a:lnTo>
                <a:lnTo>
                  <a:pt x="343" y="80"/>
                </a:lnTo>
                <a:lnTo>
                  <a:pt x="343" y="81"/>
                </a:lnTo>
                <a:lnTo>
                  <a:pt x="343" y="82"/>
                </a:lnTo>
                <a:lnTo>
                  <a:pt x="343" y="83"/>
                </a:lnTo>
                <a:lnTo>
                  <a:pt x="344" y="83"/>
                </a:lnTo>
                <a:lnTo>
                  <a:pt x="344" y="84"/>
                </a:lnTo>
                <a:lnTo>
                  <a:pt x="344" y="85"/>
                </a:lnTo>
                <a:lnTo>
                  <a:pt x="345" y="85"/>
                </a:lnTo>
                <a:lnTo>
                  <a:pt x="346" y="85"/>
                </a:lnTo>
                <a:lnTo>
                  <a:pt x="347" y="85"/>
                </a:lnTo>
                <a:lnTo>
                  <a:pt x="348" y="86"/>
                </a:lnTo>
                <a:lnTo>
                  <a:pt x="349" y="86"/>
                </a:lnTo>
                <a:lnTo>
                  <a:pt x="351" y="86"/>
                </a:lnTo>
                <a:lnTo>
                  <a:pt x="352" y="87"/>
                </a:lnTo>
                <a:lnTo>
                  <a:pt x="353" y="87"/>
                </a:lnTo>
                <a:lnTo>
                  <a:pt x="354" y="87"/>
                </a:lnTo>
                <a:lnTo>
                  <a:pt x="355" y="87"/>
                </a:lnTo>
                <a:lnTo>
                  <a:pt x="356" y="87"/>
                </a:lnTo>
                <a:lnTo>
                  <a:pt x="357" y="87"/>
                </a:lnTo>
                <a:lnTo>
                  <a:pt x="357" y="86"/>
                </a:lnTo>
                <a:lnTo>
                  <a:pt x="358" y="86"/>
                </a:lnTo>
                <a:lnTo>
                  <a:pt x="359" y="86"/>
                </a:lnTo>
                <a:lnTo>
                  <a:pt x="359" y="85"/>
                </a:lnTo>
                <a:lnTo>
                  <a:pt x="360" y="85"/>
                </a:lnTo>
                <a:lnTo>
                  <a:pt x="360" y="86"/>
                </a:lnTo>
                <a:lnTo>
                  <a:pt x="361" y="86"/>
                </a:lnTo>
                <a:lnTo>
                  <a:pt x="361" y="87"/>
                </a:lnTo>
                <a:lnTo>
                  <a:pt x="360" y="88"/>
                </a:lnTo>
                <a:lnTo>
                  <a:pt x="359" y="88"/>
                </a:lnTo>
                <a:lnTo>
                  <a:pt x="358" y="88"/>
                </a:lnTo>
                <a:lnTo>
                  <a:pt x="358" y="89"/>
                </a:lnTo>
                <a:lnTo>
                  <a:pt x="358" y="90"/>
                </a:lnTo>
                <a:lnTo>
                  <a:pt x="359" y="90"/>
                </a:lnTo>
                <a:lnTo>
                  <a:pt x="360" y="91"/>
                </a:lnTo>
                <a:lnTo>
                  <a:pt x="360" y="92"/>
                </a:lnTo>
                <a:lnTo>
                  <a:pt x="361" y="92"/>
                </a:lnTo>
                <a:lnTo>
                  <a:pt x="360" y="92"/>
                </a:lnTo>
                <a:lnTo>
                  <a:pt x="360" y="91"/>
                </a:lnTo>
                <a:lnTo>
                  <a:pt x="361" y="91"/>
                </a:lnTo>
                <a:lnTo>
                  <a:pt x="362" y="91"/>
                </a:lnTo>
                <a:lnTo>
                  <a:pt x="363" y="90"/>
                </a:lnTo>
                <a:lnTo>
                  <a:pt x="364" y="90"/>
                </a:lnTo>
                <a:lnTo>
                  <a:pt x="365" y="90"/>
                </a:lnTo>
                <a:lnTo>
                  <a:pt x="366" y="90"/>
                </a:lnTo>
                <a:lnTo>
                  <a:pt x="366" y="91"/>
                </a:lnTo>
                <a:lnTo>
                  <a:pt x="367" y="91"/>
                </a:lnTo>
                <a:lnTo>
                  <a:pt x="368" y="91"/>
                </a:lnTo>
                <a:lnTo>
                  <a:pt x="369" y="91"/>
                </a:lnTo>
                <a:lnTo>
                  <a:pt x="369" y="90"/>
                </a:lnTo>
                <a:lnTo>
                  <a:pt x="370" y="90"/>
                </a:lnTo>
                <a:lnTo>
                  <a:pt x="371" y="91"/>
                </a:lnTo>
                <a:lnTo>
                  <a:pt x="372" y="91"/>
                </a:lnTo>
                <a:lnTo>
                  <a:pt x="372" y="90"/>
                </a:lnTo>
                <a:lnTo>
                  <a:pt x="373" y="90"/>
                </a:lnTo>
                <a:lnTo>
                  <a:pt x="374" y="90"/>
                </a:lnTo>
                <a:lnTo>
                  <a:pt x="375" y="90"/>
                </a:lnTo>
                <a:lnTo>
                  <a:pt x="376" y="90"/>
                </a:lnTo>
                <a:lnTo>
                  <a:pt x="376" y="91"/>
                </a:lnTo>
                <a:lnTo>
                  <a:pt x="376" y="92"/>
                </a:lnTo>
                <a:lnTo>
                  <a:pt x="376" y="93"/>
                </a:lnTo>
                <a:lnTo>
                  <a:pt x="377" y="94"/>
                </a:lnTo>
                <a:lnTo>
                  <a:pt x="376" y="94"/>
                </a:lnTo>
                <a:lnTo>
                  <a:pt x="376" y="95"/>
                </a:lnTo>
                <a:lnTo>
                  <a:pt x="375" y="95"/>
                </a:lnTo>
                <a:lnTo>
                  <a:pt x="376" y="96"/>
                </a:lnTo>
                <a:lnTo>
                  <a:pt x="376" y="97"/>
                </a:lnTo>
                <a:lnTo>
                  <a:pt x="376" y="98"/>
                </a:lnTo>
                <a:lnTo>
                  <a:pt x="377" y="98"/>
                </a:lnTo>
                <a:lnTo>
                  <a:pt x="377" y="99"/>
                </a:lnTo>
                <a:lnTo>
                  <a:pt x="378" y="99"/>
                </a:lnTo>
                <a:lnTo>
                  <a:pt x="378" y="100"/>
                </a:lnTo>
                <a:lnTo>
                  <a:pt x="377" y="100"/>
                </a:lnTo>
                <a:lnTo>
                  <a:pt x="377" y="101"/>
                </a:lnTo>
                <a:lnTo>
                  <a:pt x="377" y="102"/>
                </a:lnTo>
                <a:lnTo>
                  <a:pt x="377" y="103"/>
                </a:lnTo>
                <a:lnTo>
                  <a:pt x="377" y="104"/>
                </a:lnTo>
                <a:lnTo>
                  <a:pt x="377" y="105"/>
                </a:lnTo>
                <a:lnTo>
                  <a:pt x="377" y="106"/>
                </a:lnTo>
                <a:lnTo>
                  <a:pt x="377" y="108"/>
                </a:lnTo>
                <a:lnTo>
                  <a:pt x="376" y="108"/>
                </a:lnTo>
                <a:lnTo>
                  <a:pt x="377" y="109"/>
                </a:lnTo>
                <a:lnTo>
                  <a:pt x="377" y="110"/>
                </a:lnTo>
                <a:lnTo>
                  <a:pt x="376" y="111"/>
                </a:lnTo>
                <a:lnTo>
                  <a:pt x="377" y="111"/>
                </a:lnTo>
                <a:lnTo>
                  <a:pt x="376" y="111"/>
                </a:lnTo>
                <a:lnTo>
                  <a:pt x="376" y="112"/>
                </a:lnTo>
                <a:lnTo>
                  <a:pt x="376" y="113"/>
                </a:lnTo>
                <a:lnTo>
                  <a:pt x="377" y="113"/>
                </a:lnTo>
                <a:lnTo>
                  <a:pt x="377" y="114"/>
                </a:lnTo>
                <a:lnTo>
                  <a:pt x="378" y="114"/>
                </a:lnTo>
                <a:lnTo>
                  <a:pt x="378" y="115"/>
                </a:lnTo>
                <a:lnTo>
                  <a:pt x="379" y="115"/>
                </a:lnTo>
                <a:lnTo>
                  <a:pt x="378" y="116"/>
                </a:lnTo>
                <a:lnTo>
                  <a:pt x="379" y="116"/>
                </a:lnTo>
                <a:lnTo>
                  <a:pt x="379" y="117"/>
                </a:lnTo>
                <a:lnTo>
                  <a:pt x="380" y="117"/>
                </a:lnTo>
                <a:lnTo>
                  <a:pt x="381" y="117"/>
                </a:lnTo>
                <a:lnTo>
                  <a:pt x="382" y="116"/>
                </a:lnTo>
                <a:lnTo>
                  <a:pt x="383" y="117"/>
                </a:lnTo>
                <a:lnTo>
                  <a:pt x="384" y="117"/>
                </a:lnTo>
                <a:lnTo>
                  <a:pt x="385" y="117"/>
                </a:lnTo>
                <a:lnTo>
                  <a:pt x="386" y="118"/>
                </a:lnTo>
                <a:lnTo>
                  <a:pt x="386" y="119"/>
                </a:lnTo>
                <a:lnTo>
                  <a:pt x="386" y="120"/>
                </a:lnTo>
                <a:lnTo>
                  <a:pt x="387" y="121"/>
                </a:lnTo>
                <a:lnTo>
                  <a:pt x="388" y="121"/>
                </a:lnTo>
                <a:lnTo>
                  <a:pt x="389" y="120"/>
                </a:lnTo>
                <a:lnTo>
                  <a:pt x="390" y="119"/>
                </a:lnTo>
                <a:lnTo>
                  <a:pt x="391" y="120"/>
                </a:lnTo>
                <a:lnTo>
                  <a:pt x="391" y="121"/>
                </a:lnTo>
                <a:lnTo>
                  <a:pt x="391" y="122"/>
                </a:lnTo>
                <a:lnTo>
                  <a:pt x="390" y="122"/>
                </a:lnTo>
                <a:lnTo>
                  <a:pt x="390" y="123"/>
                </a:lnTo>
                <a:lnTo>
                  <a:pt x="390" y="125"/>
                </a:lnTo>
                <a:lnTo>
                  <a:pt x="389" y="125"/>
                </a:lnTo>
                <a:lnTo>
                  <a:pt x="389" y="126"/>
                </a:lnTo>
                <a:lnTo>
                  <a:pt x="388" y="127"/>
                </a:lnTo>
                <a:lnTo>
                  <a:pt x="389" y="128"/>
                </a:lnTo>
                <a:lnTo>
                  <a:pt x="388" y="129"/>
                </a:lnTo>
                <a:lnTo>
                  <a:pt x="387" y="129"/>
                </a:lnTo>
                <a:lnTo>
                  <a:pt x="386" y="130"/>
                </a:lnTo>
                <a:lnTo>
                  <a:pt x="385" y="130"/>
                </a:lnTo>
                <a:lnTo>
                  <a:pt x="385" y="131"/>
                </a:lnTo>
                <a:lnTo>
                  <a:pt x="386" y="131"/>
                </a:lnTo>
                <a:lnTo>
                  <a:pt x="386" y="132"/>
                </a:lnTo>
                <a:lnTo>
                  <a:pt x="385" y="133"/>
                </a:lnTo>
                <a:lnTo>
                  <a:pt x="385" y="134"/>
                </a:lnTo>
                <a:lnTo>
                  <a:pt x="385" y="135"/>
                </a:lnTo>
                <a:lnTo>
                  <a:pt x="384" y="135"/>
                </a:lnTo>
                <a:lnTo>
                  <a:pt x="384" y="136"/>
                </a:lnTo>
                <a:lnTo>
                  <a:pt x="383" y="137"/>
                </a:lnTo>
                <a:lnTo>
                  <a:pt x="383" y="138"/>
                </a:lnTo>
                <a:lnTo>
                  <a:pt x="383" y="139"/>
                </a:lnTo>
                <a:lnTo>
                  <a:pt x="383" y="140"/>
                </a:lnTo>
                <a:lnTo>
                  <a:pt x="383" y="141"/>
                </a:lnTo>
                <a:lnTo>
                  <a:pt x="383" y="142"/>
                </a:lnTo>
                <a:lnTo>
                  <a:pt x="382" y="142"/>
                </a:lnTo>
                <a:lnTo>
                  <a:pt x="382" y="143"/>
                </a:lnTo>
                <a:lnTo>
                  <a:pt x="383" y="143"/>
                </a:lnTo>
                <a:lnTo>
                  <a:pt x="383" y="144"/>
                </a:lnTo>
                <a:lnTo>
                  <a:pt x="382" y="145"/>
                </a:lnTo>
                <a:lnTo>
                  <a:pt x="381" y="145"/>
                </a:lnTo>
                <a:lnTo>
                  <a:pt x="381" y="146"/>
                </a:lnTo>
                <a:lnTo>
                  <a:pt x="380" y="146"/>
                </a:lnTo>
                <a:lnTo>
                  <a:pt x="379" y="147"/>
                </a:lnTo>
                <a:lnTo>
                  <a:pt x="379" y="148"/>
                </a:lnTo>
                <a:lnTo>
                  <a:pt x="379" y="149"/>
                </a:lnTo>
                <a:lnTo>
                  <a:pt x="378" y="150"/>
                </a:lnTo>
                <a:lnTo>
                  <a:pt x="378" y="151"/>
                </a:lnTo>
                <a:lnTo>
                  <a:pt x="379" y="151"/>
                </a:lnTo>
                <a:lnTo>
                  <a:pt x="379" y="152"/>
                </a:lnTo>
                <a:lnTo>
                  <a:pt x="379" y="153"/>
                </a:lnTo>
                <a:lnTo>
                  <a:pt x="379" y="154"/>
                </a:lnTo>
                <a:lnTo>
                  <a:pt x="378" y="154"/>
                </a:lnTo>
                <a:lnTo>
                  <a:pt x="378" y="155"/>
                </a:lnTo>
                <a:lnTo>
                  <a:pt x="379" y="155"/>
                </a:lnTo>
                <a:lnTo>
                  <a:pt x="379" y="156"/>
                </a:lnTo>
                <a:lnTo>
                  <a:pt x="380" y="156"/>
                </a:lnTo>
                <a:lnTo>
                  <a:pt x="380" y="155"/>
                </a:lnTo>
                <a:lnTo>
                  <a:pt x="381" y="156"/>
                </a:lnTo>
                <a:lnTo>
                  <a:pt x="382" y="156"/>
                </a:lnTo>
                <a:lnTo>
                  <a:pt x="383" y="156"/>
                </a:lnTo>
                <a:lnTo>
                  <a:pt x="383" y="157"/>
                </a:lnTo>
                <a:lnTo>
                  <a:pt x="383" y="158"/>
                </a:lnTo>
                <a:lnTo>
                  <a:pt x="383" y="159"/>
                </a:lnTo>
                <a:lnTo>
                  <a:pt x="382" y="159"/>
                </a:lnTo>
                <a:lnTo>
                  <a:pt x="382" y="160"/>
                </a:lnTo>
                <a:lnTo>
                  <a:pt x="381" y="160"/>
                </a:lnTo>
                <a:lnTo>
                  <a:pt x="381" y="159"/>
                </a:lnTo>
                <a:lnTo>
                  <a:pt x="380" y="159"/>
                </a:lnTo>
                <a:lnTo>
                  <a:pt x="380" y="160"/>
                </a:lnTo>
                <a:lnTo>
                  <a:pt x="380" y="161"/>
                </a:lnTo>
                <a:lnTo>
                  <a:pt x="379" y="161"/>
                </a:lnTo>
                <a:lnTo>
                  <a:pt x="378" y="161"/>
                </a:lnTo>
                <a:lnTo>
                  <a:pt x="377" y="161"/>
                </a:lnTo>
                <a:lnTo>
                  <a:pt x="376" y="161"/>
                </a:lnTo>
                <a:lnTo>
                  <a:pt x="375" y="161"/>
                </a:lnTo>
                <a:lnTo>
                  <a:pt x="374" y="162"/>
                </a:lnTo>
                <a:lnTo>
                  <a:pt x="374" y="163"/>
                </a:lnTo>
                <a:lnTo>
                  <a:pt x="374" y="164"/>
                </a:lnTo>
                <a:lnTo>
                  <a:pt x="373" y="165"/>
                </a:lnTo>
                <a:lnTo>
                  <a:pt x="373" y="166"/>
                </a:lnTo>
                <a:lnTo>
                  <a:pt x="373" y="167"/>
                </a:lnTo>
                <a:lnTo>
                  <a:pt x="374" y="168"/>
                </a:lnTo>
                <a:lnTo>
                  <a:pt x="373" y="168"/>
                </a:lnTo>
                <a:lnTo>
                  <a:pt x="373" y="169"/>
                </a:lnTo>
                <a:lnTo>
                  <a:pt x="373" y="170"/>
                </a:lnTo>
                <a:lnTo>
                  <a:pt x="372" y="171"/>
                </a:lnTo>
                <a:lnTo>
                  <a:pt x="371" y="171"/>
                </a:lnTo>
                <a:lnTo>
                  <a:pt x="370" y="171"/>
                </a:lnTo>
                <a:lnTo>
                  <a:pt x="369" y="172"/>
                </a:lnTo>
                <a:lnTo>
                  <a:pt x="368" y="171"/>
                </a:lnTo>
                <a:lnTo>
                  <a:pt x="367" y="171"/>
                </a:lnTo>
                <a:lnTo>
                  <a:pt x="366" y="171"/>
                </a:lnTo>
                <a:lnTo>
                  <a:pt x="365" y="171"/>
                </a:lnTo>
                <a:lnTo>
                  <a:pt x="365" y="172"/>
                </a:lnTo>
                <a:lnTo>
                  <a:pt x="364" y="172"/>
                </a:lnTo>
                <a:lnTo>
                  <a:pt x="364" y="171"/>
                </a:lnTo>
                <a:lnTo>
                  <a:pt x="363" y="171"/>
                </a:lnTo>
                <a:lnTo>
                  <a:pt x="363" y="172"/>
                </a:lnTo>
                <a:lnTo>
                  <a:pt x="362" y="172"/>
                </a:lnTo>
                <a:lnTo>
                  <a:pt x="361" y="172"/>
                </a:lnTo>
                <a:lnTo>
                  <a:pt x="360" y="172"/>
                </a:lnTo>
                <a:lnTo>
                  <a:pt x="359" y="173"/>
                </a:lnTo>
                <a:lnTo>
                  <a:pt x="360" y="173"/>
                </a:lnTo>
                <a:lnTo>
                  <a:pt x="359" y="173"/>
                </a:lnTo>
                <a:lnTo>
                  <a:pt x="359" y="174"/>
                </a:lnTo>
                <a:lnTo>
                  <a:pt x="358" y="174"/>
                </a:lnTo>
                <a:lnTo>
                  <a:pt x="357" y="174"/>
                </a:lnTo>
                <a:lnTo>
                  <a:pt x="357" y="173"/>
                </a:lnTo>
                <a:lnTo>
                  <a:pt x="356" y="173"/>
                </a:lnTo>
                <a:lnTo>
                  <a:pt x="356" y="172"/>
                </a:lnTo>
                <a:lnTo>
                  <a:pt x="355" y="172"/>
                </a:lnTo>
                <a:lnTo>
                  <a:pt x="355" y="173"/>
                </a:lnTo>
                <a:lnTo>
                  <a:pt x="354" y="173"/>
                </a:lnTo>
                <a:lnTo>
                  <a:pt x="354" y="174"/>
                </a:lnTo>
                <a:lnTo>
                  <a:pt x="353" y="174"/>
                </a:lnTo>
                <a:lnTo>
                  <a:pt x="352" y="174"/>
                </a:lnTo>
                <a:lnTo>
                  <a:pt x="351" y="174"/>
                </a:lnTo>
                <a:lnTo>
                  <a:pt x="350" y="173"/>
                </a:lnTo>
                <a:lnTo>
                  <a:pt x="350" y="172"/>
                </a:lnTo>
                <a:lnTo>
                  <a:pt x="350" y="171"/>
                </a:lnTo>
                <a:lnTo>
                  <a:pt x="349" y="171"/>
                </a:lnTo>
                <a:lnTo>
                  <a:pt x="349" y="170"/>
                </a:lnTo>
                <a:lnTo>
                  <a:pt x="348" y="170"/>
                </a:lnTo>
                <a:lnTo>
                  <a:pt x="348" y="169"/>
                </a:lnTo>
                <a:lnTo>
                  <a:pt x="347" y="169"/>
                </a:lnTo>
                <a:lnTo>
                  <a:pt x="346" y="169"/>
                </a:lnTo>
                <a:lnTo>
                  <a:pt x="346" y="168"/>
                </a:lnTo>
                <a:lnTo>
                  <a:pt x="345" y="167"/>
                </a:lnTo>
                <a:lnTo>
                  <a:pt x="345" y="166"/>
                </a:lnTo>
                <a:lnTo>
                  <a:pt x="344" y="165"/>
                </a:lnTo>
                <a:lnTo>
                  <a:pt x="344" y="166"/>
                </a:lnTo>
                <a:lnTo>
                  <a:pt x="343" y="166"/>
                </a:lnTo>
                <a:lnTo>
                  <a:pt x="342" y="166"/>
                </a:lnTo>
                <a:lnTo>
                  <a:pt x="341" y="166"/>
                </a:lnTo>
                <a:lnTo>
                  <a:pt x="341" y="167"/>
                </a:lnTo>
                <a:lnTo>
                  <a:pt x="340" y="167"/>
                </a:lnTo>
                <a:lnTo>
                  <a:pt x="340" y="168"/>
                </a:lnTo>
                <a:lnTo>
                  <a:pt x="340" y="169"/>
                </a:lnTo>
                <a:lnTo>
                  <a:pt x="339" y="170"/>
                </a:lnTo>
                <a:lnTo>
                  <a:pt x="338" y="170"/>
                </a:lnTo>
                <a:lnTo>
                  <a:pt x="338" y="169"/>
                </a:lnTo>
                <a:lnTo>
                  <a:pt x="337" y="169"/>
                </a:lnTo>
                <a:lnTo>
                  <a:pt x="335" y="169"/>
                </a:lnTo>
                <a:lnTo>
                  <a:pt x="334" y="170"/>
                </a:lnTo>
                <a:lnTo>
                  <a:pt x="334" y="171"/>
                </a:lnTo>
                <a:lnTo>
                  <a:pt x="334" y="172"/>
                </a:lnTo>
                <a:lnTo>
                  <a:pt x="333" y="172"/>
                </a:lnTo>
                <a:lnTo>
                  <a:pt x="332" y="172"/>
                </a:lnTo>
                <a:lnTo>
                  <a:pt x="331" y="172"/>
                </a:lnTo>
                <a:lnTo>
                  <a:pt x="330" y="172"/>
                </a:lnTo>
                <a:lnTo>
                  <a:pt x="328" y="175"/>
                </a:lnTo>
                <a:lnTo>
                  <a:pt x="327" y="176"/>
                </a:lnTo>
                <a:lnTo>
                  <a:pt x="326" y="177"/>
                </a:lnTo>
                <a:lnTo>
                  <a:pt x="324" y="177"/>
                </a:lnTo>
                <a:lnTo>
                  <a:pt x="324" y="178"/>
                </a:lnTo>
                <a:lnTo>
                  <a:pt x="324" y="179"/>
                </a:lnTo>
                <a:lnTo>
                  <a:pt x="323" y="179"/>
                </a:lnTo>
                <a:lnTo>
                  <a:pt x="323" y="180"/>
                </a:lnTo>
                <a:lnTo>
                  <a:pt x="322" y="180"/>
                </a:lnTo>
                <a:lnTo>
                  <a:pt x="321" y="180"/>
                </a:lnTo>
                <a:lnTo>
                  <a:pt x="321" y="179"/>
                </a:lnTo>
                <a:lnTo>
                  <a:pt x="320" y="179"/>
                </a:lnTo>
                <a:lnTo>
                  <a:pt x="320" y="180"/>
                </a:lnTo>
                <a:lnTo>
                  <a:pt x="319" y="181"/>
                </a:lnTo>
                <a:lnTo>
                  <a:pt x="319" y="183"/>
                </a:lnTo>
                <a:lnTo>
                  <a:pt x="319" y="185"/>
                </a:lnTo>
                <a:lnTo>
                  <a:pt x="320" y="186"/>
                </a:lnTo>
                <a:lnTo>
                  <a:pt x="320" y="188"/>
                </a:lnTo>
                <a:lnTo>
                  <a:pt x="320" y="190"/>
                </a:lnTo>
                <a:lnTo>
                  <a:pt x="320" y="191"/>
                </a:lnTo>
                <a:lnTo>
                  <a:pt x="321" y="192"/>
                </a:lnTo>
                <a:lnTo>
                  <a:pt x="322" y="193"/>
                </a:lnTo>
                <a:lnTo>
                  <a:pt x="322" y="194"/>
                </a:lnTo>
                <a:lnTo>
                  <a:pt x="324" y="195"/>
                </a:lnTo>
                <a:lnTo>
                  <a:pt x="325" y="195"/>
                </a:lnTo>
                <a:lnTo>
                  <a:pt x="326" y="195"/>
                </a:lnTo>
                <a:lnTo>
                  <a:pt x="327" y="196"/>
                </a:lnTo>
                <a:lnTo>
                  <a:pt x="327" y="197"/>
                </a:lnTo>
                <a:lnTo>
                  <a:pt x="327" y="198"/>
                </a:lnTo>
                <a:lnTo>
                  <a:pt x="326" y="199"/>
                </a:lnTo>
                <a:lnTo>
                  <a:pt x="325" y="199"/>
                </a:lnTo>
                <a:lnTo>
                  <a:pt x="325" y="200"/>
                </a:lnTo>
                <a:lnTo>
                  <a:pt x="325" y="201"/>
                </a:lnTo>
                <a:lnTo>
                  <a:pt x="325" y="203"/>
                </a:lnTo>
                <a:lnTo>
                  <a:pt x="325" y="204"/>
                </a:lnTo>
                <a:lnTo>
                  <a:pt x="324" y="204"/>
                </a:lnTo>
                <a:lnTo>
                  <a:pt x="324" y="203"/>
                </a:lnTo>
                <a:lnTo>
                  <a:pt x="323" y="203"/>
                </a:lnTo>
                <a:lnTo>
                  <a:pt x="322" y="203"/>
                </a:lnTo>
                <a:lnTo>
                  <a:pt x="321" y="204"/>
                </a:lnTo>
                <a:lnTo>
                  <a:pt x="320" y="207"/>
                </a:lnTo>
                <a:lnTo>
                  <a:pt x="320" y="208"/>
                </a:lnTo>
                <a:lnTo>
                  <a:pt x="319" y="209"/>
                </a:lnTo>
                <a:lnTo>
                  <a:pt x="318" y="210"/>
                </a:lnTo>
                <a:lnTo>
                  <a:pt x="317" y="209"/>
                </a:lnTo>
                <a:lnTo>
                  <a:pt x="316" y="209"/>
                </a:lnTo>
                <a:lnTo>
                  <a:pt x="316" y="208"/>
                </a:lnTo>
                <a:lnTo>
                  <a:pt x="315" y="208"/>
                </a:lnTo>
                <a:lnTo>
                  <a:pt x="314" y="208"/>
                </a:lnTo>
                <a:lnTo>
                  <a:pt x="314" y="210"/>
                </a:lnTo>
                <a:lnTo>
                  <a:pt x="314" y="211"/>
                </a:lnTo>
                <a:lnTo>
                  <a:pt x="315" y="212"/>
                </a:lnTo>
                <a:lnTo>
                  <a:pt x="315" y="213"/>
                </a:lnTo>
                <a:lnTo>
                  <a:pt x="314" y="214"/>
                </a:lnTo>
                <a:lnTo>
                  <a:pt x="313" y="214"/>
                </a:lnTo>
                <a:lnTo>
                  <a:pt x="312" y="215"/>
                </a:lnTo>
                <a:lnTo>
                  <a:pt x="311" y="215"/>
                </a:lnTo>
                <a:lnTo>
                  <a:pt x="310" y="215"/>
                </a:lnTo>
                <a:lnTo>
                  <a:pt x="307" y="214"/>
                </a:lnTo>
                <a:lnTo>
                  <a:pt x="306" y="215"/>
                </a:lnTo>
                <a:lnTo>
                  <a:pt x="305" y="216"/>
                </a:lnTo>
                <a:lnTo>
                  <a:pt x="304" y="217"/>
                </a:lnTo>
                <a:lnTo>
                  <a:pt x="304" y="218"/>
                </a:lnTo>
                <a:lnTo>
                  <a:pt x="304" y="219"/>
                </a:lnTo>
                <a:lnTo>
                  <a:pt x="305" y="219"/>
                </a:lnTo>
                <a:lnTo>
                  <a:pt x="305" y="220"/>
                </a:lnTo>
                <a:lnTo>
                  <a:pt x="304" y="222"/>
                </a:lnTo>
                <a:lnTo>
                  <a:pt x="302" y="222"/>
                </a:lnTo>
                <a:lnTo>
                  <a:pt x="301" y="223"/>
                </a:lnTo>
                <a:lnTo>
                  <a:pt x="300" y="224"/>
                </a:lnTo>
                <a:lnTo>
                  <a:pt x="300" y="225"/>
                </a:lnTo>
                <a:lnTo>
                  <a:pt x="300" y="226"/>
                </a:lnTo>
                <a:lnTo>
                  <a:pt x="300" y="228"/>
                </a:lnTo>
                <a:lnTo>
                  <a:pt x="299" y="228"/>
                </a:lnTo>
                <a:lnTo>
                  <a:pt x="300" y="229"/>
                </a:lnTo>
                <a:lnTo>
                  <a:pt x="300" y="230"/>
                </a:lnTo>
                <a:lnTo>
                  <a:pt x="300" y="231"/>
                </a:lnTo>
                <a:lnTo>
                  <a:pt x="300" y="232"/>
                </a:lnTo>
                <a:lnTo>
                  <a:pt x="301" y="232"/>
                </a:lnTo>
                <a:lnTo>
                  <a:pt x="302" y="233"/>
                </a:lnTo>
                <a:lnTo>
                  <a:pt x="303" y="234"/>
                </a:lnTo>
                <a:lnTo>
                  <a:pt x="302" y="234"/>
                </a:lnTo>
                <a:lnTo>
                  <a:pt x="302" y="235"/>
                </a:lnTo>
                <a:lnTo>
                  <a:pt x="301" y="235"/>
                </a:lnTo>
                <a:lnTo>
                  <a:pt x="301" y="236"/>
                </a:lnTo>
                <a:lnTo>
                  <a:pt x="301" y="238"/>
                </a:lnTo>
                <a:lnTo>
                  <a:pt x="300" y="238"/>
                </a:lnTo>
                <a:lnTo>
                  <a:pt x="299" y="238"/>
                </a:lnTo>
                <a:lnTo>
                  <a:pt x="298" y="238"/>
                </a:lnTo>
                <a:lnTo>
                  <a:pt x="297" y="243"/>
                </a:lnTo>
                <a:lnTo>
                  <a:pt x="298" y="243"/>
                </a:lnTo>
                <a:lnTo>
                  <a:pt x="298" y="244"/>
                </a:lnTo>
                <a:lnTo>
                  <a:pt x="298" y="245"/>
                </a:lnTo>
                <a:lnTo>
                  <a:pt x="299" y="245"/>
                </a:lnTo>
                <a:lnTo>
                  <a:pt x="300" y="246"/>
                </a:lnTo>
                <a:lnTo>
                  <a:pt x="301" y="246"/>
                </a:lnTo>
                <a:lnTo>
                  <a:pt x="301" y="247"/>
                </a:lnTo>
                <a:lnTo>
                  <a:pt x="300" y="248"/>
                </a:lnTo>
                <a:lnTo>
                  <a:pt x="299" y="249"/>
                </a:lnTo>
                <a:lnTo>
                  <a:pt x="299" y="252"/>
                </a:lnTo>
                <a:lnTo>
                  <a:pt x="299" y="254"/>
                </a:lnTo>
                <a:lnTo>
                  <a:pt x="299" y="255"/>
                </a:lnTo>
                <a:lnTo>
                  <a:pt x="301" y="257"/>
                </a:lnTo>
                <a:lnTo>
                  <a:pt x="302" y="257"/>
                </a:lnTo>
                <a:lnTo>
                  <a:pt x="303" y="257"/>
                </a:lnTo>
                <a:lnTo>
                  <a:pt x="304" y="257"/>
                </a:lnTo>
                <a:lnTo>
                  <a:pt x="306" y="257"/>
                </a:lnTo>
                <a:lnTo>
                  <a:pt x="308" y="257"/>
                </a:lnTo>
                <a:lnTo>
                  <a:pt x="309" y="257"/>
                </a:lnTo>
                <a:lnTo>
                  <a:pt x="309" y="258"/>
                </a:lnTo>
                <a:lnTo>
                  <a:pt x="310" y="258"/>
                </a:lnTo>
                <a:lnTo>
                  <a:pt x="310" y="259"/>
                </a:lnTo>
                <a:lnTo>
                  <a:pt x="312" y="260"/>
                </a:lnTo>
                <a:lnTo>
                  <a:pt x="313" y="260"/>
                </a:lnTo>
                <a:lnTo>
                  <a:pt x="315" y="260"/>
                </a:lnTo>
                <a:lnTo>
                  <a:pt x="315" y="262"/>
                </a:lnTo>
                <a:lnTo>
                  <a:pt x="318" y="264"/>
                </a:lnTo>
                <a:lnTo>
                  <a:pt x="320" y="264"/>
                </a:lnTo>
                <a:lnTo>
                  <a:pt x="322" y="265"/>
                </a:lnTo>
                <a:lnTo>
                  <a:pt x="323" y="264"/>
                </a:lnTo>
                <a:lnTo>
                  <a:pt x="324" y="264"/>
                </a:lnTo>
                <a:lnTo>
                  <a:pt x="325" y="264"/>
                </a:lnTo>
                <a:lnTo>
                  <a:pt x="325" y="265"/>
                </a:lnTo>
                <a:lnTo>
                  <a:pt x="324" y="267"/>
                </a:lnTo>
                <a:lnTo>
                  <a:pt x="324" y="268"/>
                </a:lnTo>
                <a:lnTo>
                  <a:pt x="323" y="268"/>
                </a:lnTo>
                <a:lnTo>
                  <a:pt x="323" y="269"/>
                </a:lnTo>
                <a:lnTo>
                  <a:pt x="323" y="270"/>
                </a:lnTo>
                <a:lnTo>
                  <a:pt x="324" y="270"/>
                </a:lnTo>
                <a:lnTo>
                  <a:pt x="325" y="271"/>
                </a:lnTo>
                <a:lnTo>
                  <a:pt x="327" y="273"/>
                </a:lnTo>
                <a:lnTo>
                  <a:pt x="329" y="275"/>
                </a:lnTo>
                <a:lnTo>
                  <a:pt x="329" y="280"/>
                </a:lnTo>
                <a:lnTo>
                  <a:pt x="328" y="281"/>
                </a:lnTo>
                <a:lnTo>
                  <a:pt x="328" y="282"/>
                </a:lnTo>
                <a:lnTo>
                  <a:pt x="329" y="282"/>
                </a:lnTo>
                <a:lnTo>
                  <a:pt x="330" y="282"/>
                </a:lnTo>
                <a:lnTo>
                  <a:pt x="331" y="283"/>
                </a:lnTo>
                <a:lnTo>
                  <a:pt x="334" y="286"/>
                </a:lnTo>
                <a:lnTo>
                  <a:pt x="333" y="287"/>
                </a:lnTo>
                <a:lnTo>
                  <a:pt x="334" y="289"/>
                </a:lnTo>
                <a:lnTo>
                  <a:pt x="335" y="289"/>
                </a:lnTo>
                <a:lnTo>
                  <a:pt x="336" y="290"/>
                </a:lnTo>
                <a:lnTo>
                  <a:pt x="338" y="294"/>
                </a:lnTo>
                <a:lnTo>
                  <a:pt x="338" y="295"/>
                </a:lnTo>
                <a:lnTo>
                  <a:pt x="337" y="296"/>
                </a:lnTo>
                <a:lnTo>
                  <a:pt x="337" y="297"/>
                </a:lnTo>
                <a:lnTo>
                  <a:pt x="337" y="299"/>
                </a:lnTo>
                <a:lnTo>
                  <a:pt x="338" y="300"/>
                </a:lnTo>
                <a:lnTo>
                  <a:pt x="339" y="300"/>
                </a:lnTo>
                <a:lnTo>
                  <a:pt x="340" y="300"/>
                </a:lnTo>
                <a:lnTo>
                  <a:pt x="341" y="300"/>
                </a:lnTo>
                <a:lnTo>
                  <a:pt x="341" y="301"/>
                </a:lnTo>
                <a:lnTo>
                  <a:pt x="342" y="302"/>
                </a:lnTo>
                <a:lnTo>
                  <a:pt x="343" y="302"/>
                </a:lnTo>
                <a:lnTo>
                  <a:pt x="343" y="303"/>
                </a:lnTo>
                <a:lnTo>
                  <a:pt x="344" y="303"/>
                </a:lnTo>
                <a:lnTo>
                  <a:pt x="344" y="304"/>
                </a:lnTo>
                <a:lnTo>
                  <a:pt x="344" y="305"/>
                </a:lnTo>
                <a:lnTo>
                  <a:pt x="344" y="306"/>
                </a:lnTo>
                <a:lnTo>
                  <a:pt x="344" y="307"/>
                </a:lnTo>
                <a:lnTo>
                  <a:pt x="343" y="307"/>
                </a:lnTo>
                <a:lnTo>
                  <a:pt x="342" y="307"/>
                </a:lnTo>
                <a:lnTo>
                  <a:pt x="341" y="307"/>
                </a:lnTo>
                <a:lnTo>
                  <a:pt x="340" y="307"/>
                </a:lnTo>
                <a:lnTo>
                  <a:pt x="340" y="308"/>
                </a:lnTo>
                <a:lnTo>
                  <a:pt x="339" y="310"/>
                </a:lnTo>
                <a:lnTo>
                  <a:pt x="340" y="311"/>
                </a:lnTo>
                <a:lnTo>
                  <a:pt x="341" y="311"/>
                </a:lnTo>
                <a:lnTo>
                  <a:pt x="341" y="310"/>
                </a:lnTo>
                <a:lnTo>
                  <a:pt x="342" y="310"/>
                </a:lnTo>
                <a:lnTo>
                  <a:pt x="343" y="310"/>
                </a:lnTo>
                <a:lnTo>
                  <a:pt x="343" y="309"/>
                </a:lnTo>
                <a:lnTo>
                  <a:pt x="344" y="309"/>
                </a:lnTo>
                <a:lnTo>
                  <a:pt x="345" y="309"/>
                </a:lnTo>
                <a:lnTo>
                  <a:pt x="346" y="309"/>
                </a:lnTo>
                <a:lnTo>
                  <a:pt x="346" y="310"/>
                </a:lnTo>
                <a:lnTo>
                  <a:pt x="347" y="310"/>
                </a:lnTo>
                <a:lnTo>
                  <a:pt x="348" y="310"/>
                </a:lnTo>
                <a:lnTo>
                  <a:pt x="348" y="311"/>
                </a:lnTo>
                <a:lnTo>
                  <a:pt x="349" y="311"/>
                </a:lnTo>
                <a:lnTo>
                  <a:pt x="349" y="310"/>
                </a:lnTo>
                <a:lnTo>
                  <a:pt x="350" y="311"/>
                </a:lnTo>
                <a:lnTo>
                  <a:pt x="349" y="311"/>
                </a:lnTo>
                <a:lnTo>
                  <a:pt x="350" y="311"/>
                </a:lnTo>
                <a:lnTo>
                  <a:pt x="351" y="311"/>
                </a:lnTo>
                <a:lnTo>
                  <a:pt x="351" y="312"/>
                </a:lnTo>
                <a:lnTo>
                  <a:pt x="352" y="312"/>
                </a:lnTo>
                <a:lnTo>
                  <a:pt x="352" y="314"/>
                </a:lnTo>
                <a:lnTo>
                  <a:pt x="353" y="314"/>
                </a:lnTo>
                <a:lnTo>
                  <a:pt x="353" y="315"/>
                </a:lnTo>
                <a:lnTo>
                  <a:pt x="352" y="315"/>
                </a:lnTo>
                <a:lnTo>
                  <a:pt x="352" y="317"/>
                </a:lnTo>
                <a:lnTo>
                  <a:pt x="353" y="317"/>
                </a:lnTo>
                <a:lnTo>
                  <a:pt x="352" y="318"/>
                </a:lnTo>
                <a:lnTo>
                  <a:pt x="351" y="318"/>
                </a:lnTo>
                <a:lnTo>
                  <a:pt x="351" y="319"/>
                </a:lnTo>
                <a:lnTo>
                  <a:pt x="350" y="319"/>
                </a:lnTo>
                <a:lnTo>
                  <a:pt x="350" y="320"/>
                </a:lnTo>
                <a:lnTo>
                  <a:pt x="350" y="321"/>
                </a:lnTo>
                <a:lnTo>
                  <a:pt x="351" y="321"/>
                </a:lnTo>
                <a:lnTo>
                  <a:pt x="352" y="322"/>
                </a:lnTo>
                <a:lnTo>
                  <a:pt x="351" y="323"/>
                </a:lnTo>
                <a:lnTo>
                  <a:pt x="351" y="324"/>
                </a:lnTo>
                <a:lnTo>
                  <a:pt x="350" y="324"/>
                </a:lnTo>
                <a:lnTo>
                  <a:pt x="350" y="325"/>
                </a:lnTo>
                <a:lnTo>
                  <a:pt x="349" y="325"/>
                </a:lnTo>
                <a:lnTo>
                  <a:pt x="349" y="326"/>
                </a:lnTo>
                <a:lnTo>
                  <a:pt x="349" y="327"/>
                </a:lnTo>
                <a:lnTo>
                  <a:pt x="349" y="328"/>
                </a:lnTo>
                <a:lnTo>
                  <a:pt x="348" y="328"/>
                </a:lnTo>
                <a:lnTo>
                  <a:pt x="347" y="328"/>
                </a:lnTo>
                <a:lnTo>
                  <a:pt x="347" y="329"/>
                </a:lnTo>
                <a:lnTo>
                  <a:pt x="347" y="330"/>
                </a:lnTo>
                <a:lnTo>
                  <a:pt x="347" y="331"/>
                </a:lnTo>
                <a:lnTo>
                  <a:pt x="346" y="331"/>
                </a:lnTo>
                <a:lnTo>
                  <a:pt x="345" y="331"/>
                </a:lnTo>
                <a:lnTo>
                  <a:pt x="345" y="332"/>
                </a:lnTo>
                <a:lnTo>
                  <a:pt x="344" y="332"/>
                </a:lnTo>
                <a:lnTo>
                  <a:pt x="344" y="333"/>
                </a:lnTo>
                <a:lnTo>
                  <a:pt x="344" y="334"/>
                </a:lnTo>
                <a:lnTo>
                  <a:pt x="343" y="334"/>
                </a:lnTo>
                <a:lnTo>
                  <a:pt x="343" y="335"/>
                </a:lnTo>
                <a:lnTo>
                  <a:pt x="343" y="336"/>
                </a:lnTo>
                <a:lnTo>
                  <a:pt x="343" y="337"/>
                </a:lnTo>
                <a:lnTo>
                  <a:pt x="343" y="338"/>
                </a:lnTo>
                <a:lnTo>
                  <a:pt x="343" y="339"/>
                </a:lnTo>
                <a:lnTo>
                  <a:pt x="342" y="339"/>
                </a:lnTo>
                <a:lnTo>
                  <a:pt x="341" y="340"/>
                </a:lnTo>
                <a:lnTo>
                  <a:pt x="341" y="341"/>
                </a:lnTo>
                <a:lnTo>
                  <a:pt x="340" y="340"/>
                </a:lnTo>
                <a:lnTo>
                  <a:pt x="339" y="341"/>
                </a:lnTo>
                <a:lnTo>
                  <a:pt x="338" y="342"/>
                </a:lnTo>
                <a:lnTo>
                  <a:pt x="338" y="343"/>
                </a:lnTo>
                <a:lnTo>
                  <a:pt x="337" y="343"/>
                </a:lnTo>
                <a:lnTo>
                  <a:pt x="336" y="344"/>
                </a:lnTo>
                <a:lnTo>
                  <a:pt x="336" y="345"/>
                </a:lnTo>
                <a:lnTo>
                  <a:pt x="336" y="346"/>
                </a:lnTo>
                <a:lnTo>
                  <a:pt x="336" y="347"/>
                </a:lnTo>
                <a:lnTo>
                  <a:pt x="336" y="348"/>
                </a:lnTo>
                <a:lnTo>
                  <a:pt x="335" y="349"/>
                </a:lnTo>
                <a:lnTo>
                  <a:pt x="335" y="348"/>
                </a:lnTo>
                <a:lnTo>
                  <a:pt x="334" y="348"/>
                </a:lnTo>
                <a:lnTo>
                  <a:pt x="333" y="348"/>
                </a:lnTo>
                <a:lnTo>
                  <a:pt x="333" y="349"/>
                </a:lnTo>
                <a:lnTo>
                  <a:pt x="333" y="350"/>
                </a:lnTo>
                <a:lnTo>
                  <a:pt x="332" y="350"/>
                </a:lnTo>
                <a:lnTo>
                  <a:pt x="332" y="351"/>
                </a:lnTo>
                <a:lnTo>
                  <a:pt x="331" y="351"/>
                </a:lnTo>
                <a:lnTo>
                  <a:pt x="331" y="352"/>
                </a:lnTo>
                <a:lnTo>
                  <a:pt x="331" y="355"/>
                </a:lnTo>
                <a:lnTo>
                  <a:pt x="330" y="355"/>
                </a:lnTo>
                <a:lnTo>
                  <a:pt x="330" y="356"/>
                </a:lnTo>
                <a:lnTo>
                  <a:pt x="330" y="357"/>
                </a:lnTo>
                <a:lnTo>
                  <a:pt x="330" y="358"/>
                </a:lnTo>
                <a:lnTo>
                  <a:pt x="329" y="358"/>
                </a:lnTo>
                <a:lnTo>
                  <a:pt x="328" y="361"/>
                </a:lnTo>
                <a:lnTo>
                  <a:pt x="325" y="364"/>
                </a:lnTo>
                <a:lnTo>
                  <a:pt x="325" y="365"/>
                </a:lnTo>
                <a:lnTo>
                  <a:pt x="325" y="366"/>
                </a:lnTo>
                <a:lnTo>
                  <a:pt x="324" y="366"/>
                </a:lnTo>
                <a:lnTo>
                  <a:pt x="323" y="366"/>
                </a:lnTo>
                <a:lnTo>
                  <a:pt x="323" y="367"/>
                </a:lnTo>
                <a:lnTo>
                  <a:pt x="322" y="367"/>
                </a:lnTo>
                <a:lnTo>
                  <a:pt x="322" y="368"/>
                </a:lnTo>
                <a:lnTo>
                  <a:pt x="321" y="368"/>
                </a:lnTo>
                <a:lnTo>
                  <a:pt x="320" y="367"/>
                </a:lnTo>
                <a:lnTo>
                  <a:pt x="320" y="368"/>
                </a:lnTo>
                <a:lnTo>
                  <a:pt x="319" y="369"/>
                </a:lnTo>
                <a:lnTo>
                  <a:pt x="319" y="370"/>
                </a:lnTo>
                <a:lnTo>
                  <a:pt x="320" y="371"/>
                </a:lnTo>
                <a:lnTo>
                  <a:pt x="320" y="373"/>
                </a:lnTo>
                <a:lnTo>
                  <a:pt x="319" y="374"/>
                </a:lnTo>
                <a:lnTo>
                  <a:pt x="319" y="375"/>
                </a:lnTo>
                <a:lnTo>
                  <a:pt x="318" y="376"/>
                </a:lnTo>
                <a:lnTo>
                  <a:pt x="319" y="376"/>
                </a:lnTo>
                <a:lnTo>
                  <a:pt x="320" y="377"/>
                </a:lnTo>
                <a:lnTo>
                  <a:pt x="320" y="378"/>
                </a:lnTo>
                <a:lnTo>
                  <a:pt x="320" y="377"/>
                </a:lnTo>
                <a:lnTo>
                  <a:pt x="321" y="378"/>
                </a:lnTo>
                <a:lnTo>
                  <a:pt x="321" y="379"/>
                </a:lnTo>
                <a:lnTo>
                  <a:pt x="320" y="380"/>
                </a:lnTo>
                <a:lnTo>
                  <a:pt x="320" y="381"/>
                </a:lnTo>
                <a:lnTo>
                  <a:pt x="319" y="382"/>
                </a:lnTo>
                <a:lnTo>
                  <a:pt x="320" y="383"/>
                </a:lnTo>
                <a:lnTo>
                  <a:pt x="321" y="383"/>
                </a:lnTo>
                <a:lnTo>
                  <a:pt x="322" y="384"/>
                </a:lnTo>
                <a:lnTo>
                  <a:pt x="321" y="384"/>
                </a:lnTo>
                <a:lnTo>
                  <a:pt x="320" y="385"/>
                </a:lnTo>
                <a:lnTo>
                  <a:pt x="319" y="387"/>
                </a:lnTo>
                <a:lnTo>
                  <a:pt x="319" y="388"/>
                </a:lnTo>
                <a:lnTo>
                  <a:pt x="318" y="388"/>
                </a:lnTo>
                <a:lnTo>
                  <a:pt x="319" y="390"/>
                </a:lnTo>
                <a:lnTo>
                  <a:pt x="320" y="392"/>
                </a:lnTo>
                <a:lnTo>
                  <a:pt x="321" y="393"/>
                </a:lnTo>
                <a:lnTo>
                  <a:pt x="322" y="395"/>
                </a:lnTo>
                <a:lnTo>
                  <a:pt x="322" y="396"/>
                </a:lnTo>
                <a:lnTo>
                  <a:pt x="321" y="397"/>
                </a:lnTo>
                <a:lnTo>
                  <a:pt x="320" y="397"/>
                </a:lnTo>
                <a:lnTo>
                  <a:pt x="318" y="398"/>
                </a:lnTo>
                <a:lnTo>
                  <a:pt x="318" y="399"/>
                </a:lnTo>
                <a:lnTo>
                  <a:pt x="317" y="399"/>
                </a:lnTo>
                <a:lnTo>
                  <a:pt x="316" y="398"/>
                </a:lnTo>
                <a:lnTo>
                  <a:pt x="316" y="397"/>
                </a:lnTo>
                <a:lnTo>
                  <a:pt x="316" y="396"/>
                </a:lnTo>
                <a:lnTo>
                  <a:pt x="316" y="395"/>
                </a:lnTo>
                <a:lnTo>
                  <a:pt x="314" y="395"/>
                </a:lnTo>
                <a:lnTo>
                  <a:pt x="313" y="395"/>
                </a:lnTo>
                <a:lnTo>
                  <a:pt x="312" y="396"/>
                </a:lnTo>
                <a:lnTo>
                  <a:pt x="312" y="397"/>
                </a:lnTo>
                <a:lnTo>
                  <a:pt x="311" y="398"/>
                </a:lnTo>
                <a:lnTo>
                  <a:pt x="311" y="399"/>
                </a:lnTo>
                <a:lnTo>
                  <a:pt x="311" y="401"/>
                </a:lnTo>
                <a:lnTo>
                  <a:pt x="311" y="403"/>
                </a:lnTo>
                <a:lnTo>
                  <a:pt x="311" y="404"/>
                </a:lnTo>
                <a:lnTo>
                  <a:pt x="311" y="405"/>
                </a:lnTo>
                <a:lnTo>
                  <a:pt x="310" y="405"/>
                </a:lnTo>
                <a:lnTo>
                  <a:pt x="309" y="405"/>
                </a:lnTo>
                <a:lnTo>
                  <a:pt x="308" y="406"/>
                </a:lnTo>
                <a:lnTo>
                  <a:pt x="305" y="408"/>
                </a:lnTo>
                <a:lnTo>
                  <a:pt x="304" y="409"/>
                </a:lnTo>
                <a:lnTo>
                  <a:pt x="303" y="409"/>
                </a:lnTo>
                <a:lnTo>
                  <a:pt x="303" y="408"/>
                </a:lnTo>
                <a:lnTo>
                  <a:pt x="302" y="408"/>
                </a:lnTo>
                <a:lnTo>
                  <a:pt x="299" y="409"/>
                </a:lnTo>
                <a:lnTo>
                  <a:pt x="298" y="409"/>
                </a:lnTo>
                <a:lnTo>
                  <a:pt x="299" y="409"/>
                </a:lnTo>
                <a:lnTo>
                  <a:pt x="299" y="410"/>
                </a:lnTo>
                <a:lnTo>
                  <a:pt x="298" y="410"/>
                </a:lnTo>
                <a:lnTo>
                  <a:pt x="298" y="411"/>
                </a:lnTo>
                <a:lnTo>
                  <a:pt x="297" y="411"/>
                </a:lnTo>
                <a:lnTo>
                  <a:pt x="296" y="411"/>
                </a:lnTo>
                <a:lnTo>
                  <a:pt x="296" y="410"/>
                </a:lnTo>
                <a:lnTo>
                  <a:pt x="295" y="410"/>
                </a:lnTo>
                <a:lnTo>
                  <a:pt x="294" y="410"/>
                </a:lnTo>
                <a:lnTo>
                  <a:pt x="293" y="410"/>
                </a:lnTo>
                <a:lnTo>
                  <a:pt x="292" y="412"/>
                </a:lnTo>
                <a:lnTo>
                  <a:pt x="291" y="413"/>
                </a:lnTo>
                <a:lnTo>
                  <a:pt x="292" y="413"/>
                </a:lnTo>
                <a:lnTo>
                  <a:pt x="292" y="414"/>
                </a:lnTo>
                <a:lnTo>
                  <a:pt x="293" y="414"/>
                </a:lnTo>
                <a:lnTo>
                  <a:pt x="295" y="413"/>
                </a:lnTo>
                <a:lnTo>
                  <a:pt x="296" y="414"/>
                </a:lnTo>
                <a:lnTo>
                  <a:pt x="296" y="415"/>
                </a:lnTo>
                <a:lnTo>
                  <a:pt x="295" y="416"/>
                </a:lnTo>
                <a:lnTo>
                  <a:pt x="295" y="417"/>
                </a:lnTo>
                <a:lnTo>
                  <a:pt x="294" y="417"/>
                </a:lnTo>
                <a:lnTo>
                  <a:pt x="293" y="418"/>
                </a:lnTo>
                <a:lnTo>
                  <a:pt x="293" y="419"/>
                </a:lnTo>
                <a:lnTo>
                  <a:pt x="293" y="420"/>
                </a:lnTo>
                <a:lnTo>
                  <a:pt x="294" y="421"/>
                </a:lnTo>
                <a:lnTo>
                  <a:pt x="297" y="422"/>
                </a:lnTo>
                <a:lnTo>
                  <a:pt x="299" y="422"/>
                </a:lnTo>
                <a:lnTo>
                  <a:pt x="300" y="422"/>
                </a:lnTo>
                <a:lnTo>
                  <a:pt x="299" y="423"/>
                </a:lnTo>
                <a:lnTo>
                  <a:pt x="299" y="424"/>
                </a:lnTo>
                <a:lnTo>
                  <a:pt x="298" y="425"/>
                </a:lnTo>
                <a:lnTo>
                  <a:pt x="299" y="425"/>
                </a:lnTo>
                <a:lnTo>
                  <a:pt x="299" y="426"/>
                </a:lnTo>
                <a:lnTo>
                  <a:pt x="300" y="426"/>
                </a:lnTo>
                <a:lnTo>
                  <a:pt x="301" y="427"/>
                </a:lnTo>
                <a:lnTo>
                  <a:pt x="303" y="428"/>
                </a:lnTo>
                <a:lnTo>
                  <a:pt x="303" y="430"/>
                </a:lnTo>
                <a:lnTo>
                  <a:pt x="302" y="430"/>
                </a:lnTo>
                <a:lnTo>
                  <a:pt x="299" y="430"/>
                </a:lnTo>
                <a:lnTo>
                  <a:pt x="299" y="431"/>
                </a:lnTo>
                <a:lnTo>
                  <a:pt x="300" y="431"/>
                </a:lnTo>
                <a:lnTo>
                  <a:pt x="301" y="431"/>
                </a:lnTo>
                <a:lnTo>
                  <a:pt x="301" y="432"/>
                </a:lnTo>
                <a:lnTo>
                  <a:pt x="300" y="434"/>
                </a:lnTo>
                <a:lnTo>
                  <a:pt x="300" y="435"/>
                </a:lnTo>
                <a:lnTo>
                  <a:pt x="301" y="435"/>
                </a:lnTo>
                <a:lnTo>
                  <a:pt x="302" y="436"/>
                </a:lnTo>
                <a:lnTo>
                  <a:pt x="303" y="436"/>
                </a:lnTo>
                <a:lnTo>
                  <a:pt x="303" y="437"/>
                </a:lnTo>
                <a:lnTo>
                  <a:pt x="302" y="437"/>
                </a:lnTo>
                <a:lnTo>
                  <a:pt x="303" y="439"/>
                </a:lnTo>
                <a:lnTo>
                  <a:pt x="305" y="439"/>
                </a:lnTo>
                <a:lnTo>
                  <a:pt x="306" y="439"/>
                </a:lnTo>
                <a:lnTo>
                  <a:pt x="307" y="439"/>
                </a:lnTo>
                <a:lnTo>
                  <a:pt x="308" y="440"/>
                </a:lnTo>
                <a:lnTo>
                  <a:pt x="309" y="441"/>
                </a:lnTo>
                <a:lnTo>
                  <a:pt x="309" y="442"/>
                </a:lnTo>
                <a:lnTo>
                  <a:pt x="311" y="442"/>
                </a:lnTo>
                <a:lnTo>
                  <a:pt x="312" y="442"/>
                </a:lnTo>
                <a:lnTo>
                  <a:pt x="313" y="442"/>
                </a:lnTo>
                <a:lnTo>
                  <a:pt x="314" y="442"/>
                </a:lnTo>
                <a:lnTo>
                  <a:pt x="314" y="444"/>
                </a:lnTo>
                <a:lnTo>
                  <a:pt x="315" y="445"/>
                </a:lnTo>
                <a:lnTo>
                  <a:pt x="316" y="447"/>
                </a:lnTo>
                <a:lnTo>
                  <a:pt x="317" y="447"/>
                </a:lnTo>
                <a:lnTo>
                  <a:pt x="317" y="448"/>
                </a:lnTo>
                <a:lnTo>
                  <a:pt x="316" y="448"/>
                </a:lnTo>
                <a:lnTo>
                  <a:pt x="316" y="449"/>
                </a:lnTo>
                <a:lnTo>
                  <a:pt x="317" y="449"/>
                </a:lnTo>
                <a:lnTo>
                  <a:pt x="315" y="451"/>
                </a:lnTo>
                <a:lnTo>
                  <a:pt x="316" y="452"/>
                </a:lnTo>
                <a:lnTo>
                  <a:pt x="317" y="453"/>
                </a:lnTo>
                <a:lnTo>
                  <a:pt x="316" y="454"/>
                </a:lnTo>
                <a:lnTo>
                  <a:pt x="315" y="454"/>
                </a:lnTo>
                <a:lnTo>
                  <a:pt x="315" y="455"/>
                </a:lnTo>
                <a:lnTo>
                  <a:pt x="314" y="455"/>
                </a:lnTo>
                <a:lnTo>
                  <a:pt x="314" y="457"/>
                </a:lnTo>
                <a:lnTo>
                  <a:pt x="314" y="458"/>
                </a:lnTo>
                <a:lnTo>
                  <a:pt x="314" y="459"/>
                </a:lnTo>
                <a:lnTo>
                  <a:pt x="313" y="459"/>
                </a:lnTo>
                <a:lnTo>
                  <a:pt x="313" y="460"/>
                </a:lnTo>
                <a:lnTo>
                  <a:pt x="313" y="462"/>
                </a:lnTo>
                <a:lnTo>
                  <a:pt x="312" y="464"/>
                </a:lnTo>
                <a:lnTo>
                  <a:pt x="313" y="464"/>
                </a:lnTo>
                <a:lnTo>
                  <a:pt x="313" y="465"/>
                </a:lnTo>
                <a:lnTo>
                  <a:pt x="312" y="465"/>
                </a:lnTo>
                <a:lnTo>
                  <a:pt x="312" y="466"/>
                </a:lnTo>
                <a:lnTo>
                  <a:pt x="313" y="466"/>
                </a:lnTo>
                <a:lnTo>
                  <a:pt x="313" y="467"/>
                </a:lnTo>
                <a:lnTo>
                  <a:pt x="312" y="467"/>
                </a:lnTo>
                <a:lnTo>
                  <a:pt x="311" y="468"/>
                </a:lnTo>
                <a:lnTo>
                  <a:pt x="310" y="468"/>
                </a:lnTo>
                <a:lnTo>
                  <a:pt x="309" y="468"/>
                </a:lnTo>
                <a:lnTo>
                  <a:pt x="309" y="469"/>
                </a:lnTo>
                <a:lnTo>
                  <a:pt x="310" y="469"/>
                </a:lnTo>
                <a:lnTo>
                  <a:pt x="311" y="469"/>
                </a:lnTo>
                <a:lnTo>
                  <a:pt x="313" y="470"/>
                </a:lnTo>
                <a:lnTo>
                  <a:pt x="314" y="470"/>
                </a:lnTo>
                <a:lnTo>
                  <a:pt x="314" y="471"/>
                </a:lnTo>
                <a:lnTo>
                  <a:pt x="314" y="472"/>
                </a:lnTo>
                <a:lnTo>
                  <a:pt x="314" y="473"/>
                </a:lnTo>
                <a:lnTo>
                  <a:pt x="312" y="473"/>
                </a:lnTo>
                <a:lnTo>
                  <a:pt x="311" y="473"/>
                </a:lnTo>
                <a:lnTo>
                  <a:pt x="310" y="473"/>
                </a:lnTo>
                <a:lnTo>
                  <a:pt x="311" y="474"/>
                </a:lnTo>
                <a:lnTo>
                  <a:pt x="311" y="476"/>
                </a:lnTo>
                <a:lnTo>
                  <a:pt x="312" y="478"/>
                </a:lnTo>
                <a:lnTo>
                  <a:pt x="312" y="479"/>
                </a:lnTo>
                <a:lnTo>
                  <a:pt x="312" y="480"/>
                </a:lnTo>
                <a:lnTo>
                  <a:pt x="311" y="480"/>
                </a:lnTo>
                <a:lnTo>
                  <a:pt x="310" y="480"/>
                </a:lnTo>
                <a:lnTo>
                  <a:pt x="310" y="481"/>
                </a:lnTo>
                <a:lnTo>
                  <a:pt x="309" y="482"/>
                </a:lnTo>
                <a:lnTo>
                  <a:pt x="310" y="482"/>
                </a:lnTo>
                <a:lnTo>
                  <a:pt x="310" y="483"/>
                </a:lnTo>
                <a:lnTo>
                  <a:pt x="311" y="483"/>
                </a:lnTo>
                <a:lnTo>
                  <a:pt x="313" y="483"/>
                </a:lnTo>
                <a:lnTo>
                  <a:pt x="313" y="484"/>
                </a:lnTo>
                <a:lnTo>
                  <a:pt x="314" y="484"/>
                </a:lnTo>
                <a:lnTo>
                  <a:pt x="313" y="485"/>
                </a:lnTo>
                <a:lnTo>
                  <a:pt x="313" y="486"/>
                </a:lnTo>
                <a:lnTo>
                  <a:pt x="313" y="487"/>
                </a:lnTo>
                <a:lnTo>
                  <a:pt x="312" y="487"/>
                </a:lnTo>
                <a:lnTo>
                  <a:pt x="311" y="487"/>
                </a:lnTo>
                <a:lnTo>
                  <a:pt x="310" y="487"/>
                </a:lnTo>
                <a:lnTo>
                  <a:pt x="309" y="486"/>
                </a:lnTo>
                <a:lnTo>
                  <a:pt x="308" y="486"/>
                </a:lnTo>
                <a:lnTo>
                  <a:pt x="308" y="487"/>
                </a:lnTo>
                <a:lnTo>
                  <a:pt x="307" y="487"/>
                </a:lnTo>
                <a:lnTo>
                  <a:pt x="307" y="488"/>
                </a:lnTo>
                <a:lnTo>
                  <a:pt x="308" y="488"/>
                </a:lnTo>
                <a:lnTo>
                  <a:pt x="308" y="489"/>
                </a:lnTo>
                <a:lnTo>
                  <a:pt x="309" y="489"/>
                </a:lnTo>
                <a:lnTo>
                  <a:pt x="309" y="490"/>
                </a:lnTo>
                <a:lnTo>
                  <a:pt x="309" y="491"/>
                </a:lnTo>
                <a:lnTo>
                  <a:pt x="309" y="493"/>
                </a:lnTo>
                <a:lnTo>
                  <a:pt x="308" y="493"/>
                </a:lnTo>
                <a:lnTo>
                  <a:pt x="308" y="494"/>
                </a:lnTo>
                <a:lnTo>
                  <a:pt x="309" y="495"/>
                </a:lnTo>
                <a:lnTo>
                  <a:pt x="308" y="495"/>
                </a:lnTo>
                <a:lnTo>
                  <a:pt x="308" y="496"/>
                </a:lnTo>
                <a:lnTo>
                  <a:pt x="308" y="497"/>
                </a:lnTo>
                <a:lnTo>
                  <a:pt x="308" y="498"/>
                </a:lnTo>
                <a:lnTo>
                  <a:pt x="307" y="499"/>
                </a:lnTo>
                <a:lnTo>
                  <a:pt x="307" y="500"/>
                </a:lnTo>
                <a:lnTo>
                  <a:pt x="308" y="500"/>
                </a:lnTo>
                <a:lnTo>
                  <a:pt x="308" y="501"/>
                </a:lnTo>
                <a:lnTo>
                  <a:pt x="309" y="500"/>
                </a:lnTo>
                <a:lnTo>
                  <a:pt x="310" y="501"/>
                </a:lnTo>
                <a:lnTo>
                  <a:pt x="309" y="501"/>
                </a:lnTo>
                <a:lnTo>
                  <a:pt x="309" y="502"/>
                </a:lnTo>
                <a:lnTo>
                  <a:pt x="310" y="502"/>
                </a:lnTo>
                <a:lnTo>
                  <a:pt x="310" y="503"/>
                </a:lnTo>
                <a:lnTo>
                  <a:pt x="309" y="503"/>
                </a:lnTo>
                <a:lnTo>
                  <a:pt x="308" y="504"/>
                </a:lnTo>
                <a:lnTo>
                  <a:pt x="307" y="503"/>
                </a:lnTo>
                <a:lnTo>
                  <a:pt x="306" y="503"/>
                </a:lnTo>
                <a:lnTo>
                  <a:pt x="305" y="504"/>
                </a:lnTo>
                <a:lnTo>
                  <a:pt x="304" y="504"/>
                </a:lnTo>
                <a:lnTo>
                  <a:pt x="303" y="504"/>
                </a:lnTo>
                <a:lnTo>
                  <a:pt x="303" y="503"/>
                </a:lnTo>
                <a:lnTo>
                  <a:pt x="303" y="504"/>
                </a:lnTo>
                <a:lnTo>
                  <a:pt x="303" y="505"/>
                </a:lnTo>
                <a:lnTo>
                  <a:pt x="303" y="506"/>
                </a:lnTo>
                <a:lnTo>
                  <a:pt x="304" y="506"/>
                </a:lnTo>
                <a:lnTo>
                  <a:pt x="305" y="506"/>
                </a:lnTo>
                <a:lnTo>
                  <a:pt x="304" y="507"/>
                </a:lnTo>
                <a:lnTo>
                  <a:pt x="303" y="507"/>
                </a:lnTo>
                <a:lnTo>
                  <a:pt x="302" y="507"/>
                </a:lnTo>
                <a:lnTo>
                  <a:pt x="303" y="507"/>
                </a:lnTo>
                <a:lnTo>
                  <a:pt x="303" y="508"/>
                </a:lnTo>
                <a:lnTo>
                  <a:pt x="304" y="508"/>
                </a:lnTo>
                <a:lnTo>
                  <a:pt x="304" y="509"/>
                </a:lnTo>
                <a:lnTo>
                  <a:pt x="305" y="509"/>
                </a:lnTo>
                <a:lnTo>
                  <a:pt x="305" y="510"/>
                </a:lnTo>
                <a:lnTo>
                  <a:pt x="304" y="511"/>
                </a:lnTo>
                <a:lnTo>
                  <a:pt x="303" y="511"/>
                </a:lnTo>
                <a:lnTo>
                  <a:pt x="303" y="512"/>
                </a:lnTo>
                <a:lnTo>
                  <a:pt x="303" y="513"/>
                </a:lnTo>
                <a:lnTo>
                  <a:pt x="304" y="513"/>
                </a:lnTo>
                <a:lnTo>
                  <a:pt x="304" y="514"/>
                </a:lnTo>
                <a:lnTo>
                  <a:pt x="305" y="515"/>
                </a:lnTo>
                <a:lnTo>
                  <a:pt x="304" y="515"/>
                </a:lnTo>
                <a:lnTo>
                  <a:pt x="304" y="516"/>
                </a:lnTo>
                <a:lnTo>
                  <a:pt x="304" y="517"/>
                </a:lnTo>
                <a:lnTo>
                  <a:pt x="303" y="517"/>
                </a:lnTo>
                <a:lnTo>
                  <a:pt x="304" y="517"/>
                </a:lnTo>
                <a:lnTo>
                  <a:pt x="305" y="518"/>
                </a:lnTo>
                <a:lnTo>
                  <a:pt x="306" y="519"/>
                </a:lnTo>
                <a:lnTo>
                  <a:pt x="306" y="520"/>
                </a:lnTo>
                <a:lnTo>
                  <a:pt x="306" y="521"/>
                </a:lnTo>
                <a:lnTo>
                  <a:pt x="306" y="522"/>
                </a:lnTo>
                <a:lnTo>
                  <a:pt x="306" y="523"/>
                </a:lnTo>
                <a:lnTo>
                  <a:pt x="305" y="523"/>
                </a:lnTo>
                <a:lnTo>
                  <a:pt x="304" y="523"/>
                </a:lnTo>
                <a:lnTo>
                  <a:pt x="303" y="523"/>
                </a:lnTo>
                <a:lnTo>
                  <a:pt x="302" y="523"/>
                </a:lnTo>
                <a:lnTo>
                  <a:pt x="301" y="522"/>
                </a:lnTo>
                <a:lnTo>
                  <a:pt x="300" y="522"/>
                </a:lnTo>
                <a:lnTo>
                  <a:pt x="300" y="521"/>
                </a:lnTo>
                <a:lnTo>
                  <a:pt x="299" y="522"/>
                </a:lnTo>
                <a:lnTo>
                  <a:pt x="300" y="522"/>
                </a:lnTo>
                <a:lnTo>
                  <a:pt x="300" y="523"/>
                </a:lnTo>
                <a:lnTo>
                  <a:pt x="299" y="523"/>
                </a:lnTo>
                <a:lnTo>
                  <a:pt x="300" y="524"/>
                </a:lnTo>
                <a:lnTo>
                  <a:pt x="300" y="525"/>
                </a:lnTo>
                <a:lnTo>
                  <a:pt x="299" y="525"/>
                </a:lnTo>
                <a:lnTo>
                  <a:pt x="299" y="526"/>
                </a:lnTo>
                <a:lnTo>
                  <a:pt x="299" y="527"/>
                </a:lnTo>
                <a:lnTo>
                  <a:pt x="298" y="527"/>
                </a:lnTo>
                <a:lnTo>
                  <a:pt x="297" y="528"/>
                </a:lnTo>
                <a:lnTo>
                  <a:pt x="297" y="529"/>
                </a:lnTo>
                <a:lnTo>
                  <a:pt x="296" y="529"/>
                </a:lnTo>
                <a:lnTo>
                  <a:pt x="295" y="529"/>
                </a:lnTo>
                <a:lnTo>
                  <a:pt x="295" y="530"/>
                </a:lnTo>
                <a:lnTo>
                  <a:pt x="296" y="530"/>
                </a:lnTo>
                <a:lnTo>
                  <a:pt x="296" y="531"/>
                </a:lnTo>
                <a:lnTo>
                  <a:pt x="295" y="532"/>
                </a:lnTo>
                <a:lnTo>
                  <a:pt x="295" y="533"/>
                </a:lnTo>
                <a:lnTo>
                  <a:pt x="295" y="534"/>
                </a:lnTo>
                <a:lnTo>
                  <a:pt x="296" y="534"/>
                </a:lnTo>
                <a:lnTo>
                  <a:pt x="296" y="535"/>
                </a:lnTo>
                <a:lnTo>
                  <a:pt x="295" y="535"/>
                </a:lnTo>
                <a:lnTo>
                  <a:pt x="294" y="535"/>
                </a:lnTo>
                <a:lnTo>
                  <a:pt x="293" y="535"/>
                </a:lnTo>
                <a:lnTo>
                  <a:pt x="293" y="536"/>
                </a:lnTo>
                <a:lnTo>
                  <a:pt x="292" y="536"/>
                </a:lnTo>
                <a:lnTo>
                  <a:pt x="292" y="535"/>
                </a:lnTo>
                <a:lnTo>
                  <a:pt x="291" y="535"/>
                </a:lnTo>
                <a:lnTo>
                  <a:pt x="290" y="536"/>
                </a:lnTo>
                <a:lnTo>
                  <a:pt x="288" y="536"/>
                </a:lnTo>
                <a:lnTo>
                  <a:pt x="287" y="536"/>
                </a:lnTo>
                <a:lnTo>
                  <a:pt x="287" y="535"/>
                </a:lnTo>
                <a:lnTo>
                  <a:pt x="286" y="535"/>
                </a:lnTo>
                <a:lnTo>
                  <a:pt x="286" y="536"/>
                </a:lnTo>
                <a:lnTo>
                  <a:pt x="285" y="536"/>
                </a:lnTo>
                <a:lnTo>
                  <a:pt x="285" y="537"/>
                </a:lnTo>
                <a:lnTo>
                  <a:pt x="284" y="537"/>
                </a:lnTo>
                <a:lnTo>
                  <a:pt x="284" y="538"/>
                </a:lnTo>
                <a:lnTo>
                  <a:pt x="283" y="539"/>
                </a:lnTo>
                <a:lnTo>
                  <a:pt x="282" y="539"/>
                </a:lnTo>
                <a:lnTo>
                  <a:pt x="282" y="540"/>
                </a:lnTo>
                <a:lnTo>
                  <a:pt x="281" y="540"/>
                </a:lnTo>
                <a:lnTo>
                  <a:pt x="280" y="540"/>
                </a:lnTo>
                <a:lnTo>
                  <a:pt x="279" y="540"/>
                </a:lnTo>
                <a:lnTo>
                  <a:pt x="279" y="539"/>
                </a:lnTo>
                <a:lnTo>
                  <a:pt x="278" y="539"/>
                </a:lnTo>
                <a:lnTo>
                  <a:pt x="277" y="540"/>
                </a:lnTo>
                <a:lnTo>
                  <a:pt x="276" y="540"/>
                </a:lnTo>
                <a:lnTo>
                  <a:pt x="278" y="540"/>
                </a:lnTo>
                <a:lnTo>
                  <a:pt x="278" y="541"/>
                </a:lnTo>
                <a:lnTo>
                  <a:pt x="279" y="541"/>
                </a:lnTo>
                <a:lnTo>
                  <a:pt x="278" y="542"/>
                </a:lnTo>
                <a:lnTo>
                  <a:pt x="278" y="541"/>
                </a:lnTo>
                <a:lnTo>
                  <a:pt x="277" y="541"/>
                </a:lnTo>
                <a:lnTo>
                  <a:pt x="278" y="541"/>
                </a:lnTo>
                <a:lnTo>
                  <a:pt x="278" y="542"/>
                </a:lnTo>
                <a:lnTo>
                  <a:pt x="277" y="542"/>
                </a:lnTo>
                <a:lnTo>
                  <a:pt x="277" y="543"/>
                </a:lnTo>
                <a:lnTo>
                  <a:pt x="277" y="544"/>
                </a:lnTo>
                <a:lnTo>
                  <a:pt x="278" y="544"/>
                </a:lnTo>
                <a:lnTo>
                  <a:pt x="277" y="545"/>
                </a:lnTo>
                <a:lnTo>
                  <a:pt x="277" y="544"/>
                </a:lnTo>
                <a:lnTo>
                  <a:pt x="276" y="544"/>
                </a:lnTo>
                <a:lnTo>
                  <a:pt x="275" y="543"/>
                </a:lnTo>
                <a:lnTo>
                  <a:pt x="274" y="543"/>
                </a:lnTo>
                <a:lnTo>
                  <a:pt x="273" y="543"/>
                </a:lnTo>
                <a:lnTo>
                  <a:pt x="272" y="542"/>
                </a:lnTo>
                <a:lnTo>
                  <a:pt x="271" y="542"/>
                </a:lnTo>
                <a:lnTo>
                  <a:pt x="270" y="542"/>
                </a:lnTo>
                <a:lnTo>
                  <a:pt x="269" y="542"/>
                </a:lnTo>
                <a:lnTo>
                  <a:pt x="267" y="542"/>
                </a:lnTo>
                <a:lnTo>
                  <a:pt x="267" y="543"/>
                </a:lnTo>
                <a:lnTo>
                  <a:pt x="267" y="544"/>
                </a:lnTo>
                <a:lnTo>
                  <a:pt x="267" y="545"/>
                </a:lnTo>
                <a:lnTo>
                  <a:pt x="267" y="546"/>
                </a:lnTo>
                <a:lnTo>
                  <a:pt x="266" y="546"/>
                </a:lnTo>
                <a:lnTo>
                  <a:pt x="265" y="546"/>
                </a:lnTo>
                <a:lnTo>
                  <a:pt x="265" y="547"/>
                </a:lnTo>
                <a:lnTo>
                  <a:pt x="266" y="547"/>
                </a:lnTo>
                <a:lnTo>
                  <a:pt x="266" y="548"/>
                </a:lnTo>
                <a:lnTo>
                  <a:pt x="265" y="548"/>
                </a:lnTo>
                <a:lnTo>
                  <a:pt x="264" y="549"/>
                </a:lnTo>
                <a:lnTo>
                  <a:pt x="264" y="550"/>
                </a:lnTo>
                <a:lnTo>
                  <a:pt x="263" y="550"/>
                </a:lnTo>
                <a:lnTo>
                  <a:pt x="263" y="551"/>
                </a:lnTo>
                <a:lnTo>
                  <a:pt x="263" y="552"/>
                </a:lnTo>
                <a:lnTo>
                  <a:pt x="264" y="552"/>
                </a:lnTo>
                <a:lnTo>
                  <a:pt x="263" y="552"/>
                </a:lnTo>
                <a:lnTo>
                  <a:pt x="262" y="552"/>
                </a:lnTo>
                <a:lnTo>
                  <a:pt x="262" y="553"/>
                </a:lnTo>
                <a:lnTo>
                  <a:pt x="263" y="553"/>
                </a:lnTo>
                <a:lnTo>
                  <a:pt x="262" y="554"/>
                </a:lnTo>
                <a:lnTo>
                  <a:pt x="261" y="554"/>
                </a:lnTo>
                <a:lnTo>
                  <a:pt x="260" y="554"/>
                </a:lnTo>
                <a:lnTo>
                  <a:pt x="260" y="553"/>
                </a:lnTo>
                <a:lnTo>
                  <a:pt x="259" y="553"/>
                </a:lnTo>
                <a:lnTo>
                  <a:pt x="259" y="554"/>
                </a:lnTo>
                <a:lnTo>
                  <a:pt x="258" y="554"/>
                </a:lnTo>
                <a:lnTo>
                  <a:pt x="258" y="553"/>
                </a:lnTo>
                <a:lnTo>
                  <a:pt x="257" y="553"/>
                </a:lnTo>
                <a:lnTo>
                  <a:pt x="257" y="552"/>
                </a:lnTo>
                <a:lnTo>
                  <a:pt x="256" y="552"/>
                </a:lnTo>
                <a:lnTo>
                  <a:pt x="255" y="552"/>
                </a:lnTo>
                <a:lnTo>
                  <a:pt x="254" y="552"/>
                </a:lnTo>
                <a:lnTo>
                  <a:pt x="254" y="551"/>
                </a:lnTo>
                <a:lnTo>
                  <a:pt x="253" y="551"/>
                </a:lnTo>
                <a:lnTo>
                  <a:pt x="252" y="552"/>
                </a:lnTo>
                <a:lnTo>
                  <a:pt x="252" y="551"/>
                </a:lnTo>
                <a:lnTo>
                  <a:pt x="251" y="551"/>
                </a:lnTo>
                <a:lnTo>
                  <a:pt x="250" y="551"/>
                </a:lnTo>
                <a:lnTo>
                  <a:pt x="249" y="551"/>
                </a:lnTo>
                <a:lnTo>
                  <a:pt x="249" y="552"/>
                </a:lnTo>
                <a:lnTo>
                  <a:pt x="249" y="553"/>
                </a:lnTo>
                <a:lnTo>
                  <a:pt x="249" y="554"/>
                </a:lnTo>
                <a:lnTo>
                  <a:pt x="249" y="556"/>
                </a:lnTo>
                <a:lnTo>
                  <a:pt x="249" y="557"/>
                </a:lnTo>
                <a:lnTo>
                  <a:pt x="249" y="558"/>
                </a:lnTo>
                <a:lnTo>
                  <a:pt x="249" y="559"/>
                </a:lnTo>
                <a:lnTo>
                  <a:pt x="248" y="558"/>
                </a:lnTo>
                <a:lnTo>
                  <a:pt x="247" y="558"/>
                </a:lnTo>
                <a:lnTo>
                  <a:pt x="246" y="559"/>
                </a:lnTo>
                <a:lnTo>
                  <a:pt x="245" y="559"/>
                </a:lnTo>
                <a:lnTo>
                  <a:pt x="244" y="559"/>
                </a:lnTo>
                <a:lnTo>
                  <a:pt x="244" y="560"/>
                </a:lnTo>
                <a:lnTo>
                  <a:pt x="244" y="561"/>
                </a:lnTo>
                <a:lnTo>
                  <a:pt x="244" y="562"/>
                </a:lnTo>
                <a:lnTo>
                  <a:pt x="243" y="562"/>
                </a:lnTo>
                <a:lnTo>
                  <a:pt x="243" y="563"/>
                </a:lnTo>
                <a:lnTo>
                  <a:pt x="242" y="563"/>
                </a:lnTo>
                <a:lnTo>
                  <a:pt x="240" y="563"/>
                </a:lnTo>
                <a:lnTo>
                  <a:pt x="239" y="563"/>
                </a:lnTo>
                <a:lnTo>
                  <a:pt x="238" y="563"/>
                </a:lnTo>
                <a:lnTo>
                  <a:pt x="237" y="562"/>
                </a:lnTo>
                <a:lnTo>
                  <a:pt x="236" y="562"/>
                </a:lnTo>
                <a:lnTo>
                  <a:pt x="235" y="562"/>
                </a:lnTo>
                <a:lnTo>
                  <a:pt x="234" y="562"/>
                </a:lnTo>
                <a:lnTo>
                  <a:pt x="233" y="562"/>
                </a:lnTo>
                <a:lnTo>
                  <a:pt x="233" y="563"/>
                </a:lnTo>
                <a:lnTo>
                  <a:pt x="233" y="564"/>
                </a:lnTo>
                <a:lnTo>
                  <a:pt x="232" y="564"/>
                </a:lnTo>
                <a:lnTo>
                  <a:pt x="231" y="564"/>
                </a:lnTo>
                <a:lnTo>
                  <a:pt x="231" y="563"/>
                </a:lnTo>
                <a:lnTo>
                  <a:pt x="230" y="563"/>
                </a:lnTo>
                <a:lnTo>
                  <a:pt x="230" y="564"/>
                </a:lnTo>
                <a:lnTo>
                  <a:pt x="230" y="565"/>
                </a:lnTo>
                <a:lnTo>
                  <a:pt x="230" y="566"/>
                </a:lnTo>
                <a:lnTo>
                  <a:pt x="229" y="566"/>
                </a:lnTo>
                <a:lnTo>
                  <a:pt x="229" y="567"/>
                </a:lnTo>
                <a:lnTo>
                  <a:pt x="228" y="567"/>
                </a:lnTo>
                <a:lnTo>
                  <a:pt x="227" y="567"/>
                </a:lnTo>
                <a:lnTo>
                  <a:pt x="226" y="567"/>
                </a:lnTo>
                <a:lnTo>
                  <a:pt x="226" y="566"/>
                </a:lnTo>
                <a:lnTo>
                  <a:pt x="225" y="566"/>
                </a:lnTo>
                <a:lnTo>
                  <a:pt x="225" y="567"/>
                </a:lnTo>
                <a:lnTo>
                  <a:pt x="224" y="568"/>
                </a:lnTo>
                <a:lnTo>
                  <a:pt x="224" y="569"/>
                </a:lnTo>
                <a:lnTo>
                  <a:pt x="223" y="568"/>
                </a:lnTo>
                <a:lnTo>
                  <a:pt x="223" y="566"/>
                </a:lnTo>
                <a:lnTo>
                  <a:pt x="224" y="566"/>
                </a:lnTo>
                <a:lnTo>
                  <a:pt x="223" y="566"/>
                </a:lnTo>
                <a:lnTo>
                  <a:pt x="222" y="565"/>
                </a:lnTo>
                <a:lnTo>
                  <a:pt x="221" y="565"/>
                </a:lnTo>
                <a:lnTo>
                  <a:pt x="222" y="565"/>
                </a:lnTo>
                <a:lnTo>
                  <a:pt x="222" y="564"/>
                </a:lnTo>
                <a:lnTo>
                  <a:pt x="221" y="564"/>
                </a:lnTo>
                <a:lnTo>
                  <a:pt x="220" y="564"/>
                </a:lnTo>
                <a:lnTo>
                  <a:pt x="219" y="564"/>
                </a:lnTo>
                <a:lnTo>
                  <a:pt x="219" y="563"/>
                </a:lnTo>
                <a:lnTo>
                  <a:pt x="219" y="562"/>
                </a:lnTo>
                <a:lnTo>
                  <a:pt x="219" y="561"/>
                </a:lnTo>
                <a:lnTo>
                  <a:pt x="218" y="561"/>
                </a:lnTo>
                <a:lnTo>
                  <a:pt x="217" y="561"/>
                </a:lnTo>
                <a:lnTo>
                  <a:pt x="217" y="560"/>
                </a:lnTo>
                <a:lnTo>
                  <a:pt x="216" y="560"/>
                </a:lnTo>
                <a:lnTo>
                  <a:pt x="217" y="561"/>
                </a:lnTo>
                <a:lnTo>
                  <a:pt x="216" y="561"/>
                </a:lnTo>
                <a:lnTo>
                  <a:pt x="216" y="562"/>
                </a:lnTo>
                <a:lnTo>
                  <a:pt x="215" y="562"/>
                </a:lnTo>
                <a:lnTo>
                  <a:pt x="216" y="562"/>
                </a:lnTo>
                <a:lnTo>
                  <a:pt x="216" y="563"/>
                </a:lnTo>
                <a:lnTo>
                  <a:pt x="217" y="563"/>
                </a:lnTo>
                <a:lnTo>
                  <a:pt x="218" y="563"/>
                </a:lnTo>
                <a:lnTo>
                  <a:pt x="218" y="564"/>
                </a:lnTo>
                <a:lnTo>
                  <a:pt x="217" y="564"/>
                </a:lnTo>
                <a:lnTo>
                  <a:pt x="217" y="565"/>
                </a:lnTo>
                <a:lnTo>
                  <a:pt x="216" y="565"/>
                </a:lnTo>
                <a:lnTo>
                  <a:pt x="215" y="565"/>
                </a:lnTo>
                <a:lnTo>
                  <a:pt x="214" y="565"/>
                </a:lnTo>
                <a:lnTo>
                  <a:pt x="213" y="565"/>
                </a:lnTo>
                <a:lnTo>
                  <a:pt x="212" y="565"/>
                </a:lnTo>
                <a:lnTo>
                  <a:pt x="211" y="565"/>
                </a:lnTo>
                <a:lnTo>
                  <a:pt x="211" y="566"/>
                </a:lnTo>
                <a:lnTo>
                  <a:pt x="210" y="566"/>
                </a:lnTo>
                <a:lnTo>
                  <a:pt x="209" y="566"/>
                </a:lnTo>
                <a:lnTo>
                  <a:pt x="209" y="565"/>
                </a:lnTo>
                <a:lnTo>
                  <a:pt x="208" y="565"/>
                </a:lnTo>
                <a:lnTo>
                  <a:pt x="207" y="566"/>
                </a:lnTo>
                <a:lnTo>
                  <a:pt x="205" y="565"/>
                </a:lnTo>
                <a:lnTo>
                  <a:pt x="204" y="564"/>
                </a:lnTo>
                <a:lnTo>
                  <a:pt x="204" y="565"/>
                </a:lnTo>
                <a:lnTo>
                  <a:pt x="203" y="565"/>
                </a:lnTo>
                <a:lnTo>
                  <a:pt x="202" y="564"/>
                </a:lnTo>
                <a:lnTo>
                  <a:pt x="201" y="565"/>
                </a:lnTo>
                <a:lnTo>
                  <a:pt x="200" y="564"/>
                </a:lnTo>
                <a:lnTo>
                  <a:pt x="199" y="564"/>
                </a:lnTo>
                <a:lnTo>
                  <a:pt x="198" y="564"/>
                </a:lnTo>
                <a:lnTo>
                  <a:pt x="197" y="563"/>
                </a:lnTo>
                <a:lnTo>
                  <a:pt x="196" y="563"/>
                </a:lnTo>
                <a:lnTo>
                  <a:pt x="195" y="563"/>
                </a:lnTo>
                <a:lnTo>
                  <a:pt x="195" y="564"/>
                </a:lnTo>
                <a:lnTo>
                  <a:pt x="194" y="564"/>
                </a:lnTo>
                <a:lnTo>
                  <a:pt x="193" y="566"/>
                </a:lnTo>
                <a:lnTo>
                  <a:pt x="193" y="565"/>
                </a:lnTo>
                <a:lnTo>
                  <a:pt x="191" y="565"/>
                </a:lnTo>
                <a:lnTo>
                  <a:pt x="190" y="566"/>
                </a:lnTo>
                <a:lnTo>
                  <a:pt x="189" y="565"/>
                </a:lnTo>
                <a:lnTo>
                  <a:pt x="188" y="565"/>
                </a:lnTo>
                <a:lnTo>
                  <a:pt x="187" y="565"/>
                </a:lnTo>
                <a:lnTo>
                  <a:pt x="187" y="566"/>
                </a:lnTo>
                <a:lnTo>
                  <a:pt x="186" y="566"/>
                </a:lnTo>
                <a:lnTo>
                  <a:pt x="186" y="565"/>
                </a:lnTo>
                <a:lnTo>
                  <a:pt x="186" y="564"/>
                </a:lnTo>
                <a:lnTo>
                  <a:pt x="187" y="563"/>
                </a:lnTo>
                <a:lnTo>
                  <a:pt x="187" y="562"/>
                </a:lnTo>
                <a:lnTo>
                  <a:pt x="186" y="562"/>
                </a:lnTo>
                <a:lnTo>
                  <a:pt x="185" y="562"/>
                </a:lnTo>
                <a:lnTo>
                  <a:pt x="184" y="562"/>
                </a:lnTo>
                <a:lnTo>
                  <a:pt x="184" y="563"/>
                </a:lnTo>
                <a:lnTo>
                  <a:pt x="183" y="563"/>
                </a:lnTo>
                <a:lnTo>
                  <a:pt x="182" y="564"/>
                </a:lnTo>
                <a:lnTo>
                  <a:pt x="180" y="564"/>
                </a:lnTo>
                <a:lnTo>
                  <a:pt x="179" y="564"/>
                </a:lnTo>
                <a:lnTo>
                  <a:pt x="179" y="563"/>
                </a:lnTo>
                <a:lnTo>
                  <a:pt x="179" y="562"/>
                </a:lnTo>
                <a:lnTo>
                  <a:pt x="178" y="562"/>
                </a:lnTo>
                <a:lnTo>
                  <a:pt x="176" y="561"/>
                </a:lnTo>
                <a:lnTo>
                  <a:pt x="175" y="561"/>
                </a:lnTo>
                <a:lnTo>
                  <a:pt x="174" y="561"/>
                </a:lnTo>
                <a:lnTo>
                  <a:pt x="173" y="560"/>
                </a:lnTo>
                <a:lnTo>
                  <a:pt x="172" y="560"/>
                </a:lnTo>
                <a:lnTo>
                  <a:pt x="171" y="561"/>
                </a:lnTo>
                <a:lnTo>
                  <a:pt x="170" y="561"/>
                </a:lnTo>
                <a:lnTo>
                  <a:pt x="170" y="560"/>
                </a:lnTo>
                <a:lnTo>
                  <a:pt x="169" y="560"/>
                </a:lnTo>
                <a:lnTo>
                  <a:pt x="168" y="559"/>
                </a:lnTo>
                <a:lnTo>
                  <a:pt x="167" y="560"/>
                </a:lnTo>
                <a:lnTo>
                  <a:pt x="166" y="559"/>
                </a:lnTo>
                <a:lnTo>
                  <a:pt x="165" y="559"/>
                </a:lnTo>
                <a:lnTo>
                  <a:pt x="165" y="560"/>
                </a:lnTo>
                <a:lnTo>
                  <a:pt x="165" y="561"/>
                </a:lnTo>
                <a:lnTo>
                  <a:pt x="166" y="562"/>
                </a:lnTo>
                <a:lnTo>
                  <a:pt x="167" y="562"/>
                </a:lnTo>
                <a:lnTo>
                  <a:pt x="167" y="563"/>
                </a:lnTo>
                <a:lnTo>
                  <a:pt x="167" y="564"/>
                </a:lnTo>
                <a:lnTo>
                  <a:pt x="167" y="565"/>
                </a:lnTo>
                <a:lnTo>
                  <a:pt x="167" y="566"/>
                </a:lnTo>
                <a:lnTo>
                  <a:pt x="166" y="566"/>
                </a:lnTo>
                <a:lnTo>
                  <a:pt x="165" y="567"/>
                </a:lnTo>
                <a:lnTo>
                  <a:pt x="164" y="567"/>
                </a:lnTo>
                <a:lnTo>
                  <a:pt x="163" y="568"/>
                </a:lnTo>
                <a:lnTo>
                  <a:pt x="164" y="568"/>
                </a:lnTo>
                <a:lnTo>
                  <a:pt x="164" y="569"/>
                </a:lnTo>
                <a:lnTo>
                  <a:pt x="165" y="571"/>
                </a:lnTo>
                <a:lnTo>
                  <a:pt x="166" y="572"/>
                </a:lnTo>
                <a:lnTo>
                  <a:pt x="166" y="573"/>
                </a:lnTo>
                <a:lnTo>
                  <a:pt x="165" y="574"/>
                </a:lnTo>
                <a:lnTo>
                  <a:pt x="166" y="574"/>
                </a:lnTo>
                <a:lnTo>
                  <a:pt x="166" y="575"/>
                </a:lnTo>
                <a:lnTo>
                  <a:pt x="165" y="576"/>
                </a:lnTo>
                <a:lnTo>
                  <a:pt x="165" y="577"/>
                </a:lnTo>
                <a:lnTo>
                  <a:pt x="165" y="578"/>
                </a:lnTo>
                <a:lnTo>
                  <a:pt x="165" y="579"/>
                </a:lnTo>
                <a:lnTo>
                  <a:pt x="165" y="580"/>
                </a:lnTo>
                <a:lnTo>
                  <a:pt x="166" y="580"/>
                </a:lnTo>
                <a:lnTo>
                  <a:pt x="166" y="583"/>
                </a:lnTo>
                <a:lnTo>
                  <a:pt x="165" y="583"/>
                </a:lnTo>
                <a:lnTo>
                  <a:pt x="165" y="584"/>
                </a:lnTo>
                <a:lnTo>
                  <a:pt x="164" y="584"/>
                </a:lnTo>
                <a:lnTo>
                  <a:pt x="163" y="584"/>
                </a:lnTo>
                <a:lnTo>
                  <a:pt x="163" y="583"/>
                </a:lnTo>
                <a:lnTo>
                  <a:pt x="162" y="583"/>
                </a:lnTo>
                <a:lnTo>
                  <a:pt x="162" y="582"/>
                </a:lnTo>
                <a:lnTo>
                  <a:pt x="161" y="582"/>
                </a:lnTo>
                <a:lnTo>
                  <a:pt x="160" y="582"/>
                </a:lnTo>
                <a:lnTo>
                  <a:pt x="159" y="582"/>
                </a:lnTo>
                <a:lnTo>
                  <a:pt x="158" y="582"/>
                </a:lnTo>
                <a:lnTo>
                  <a:pt x="157" y="582"/>
                </a:lnTo>
                <a:lnTo>
                  <a:pt x="157" y="580"/>
                </a:lnTo>
                <a:lnTo>
                  <a:pt x="156" y="580"/>
                </a:lnTo>
                <a:lnTo>
                  <a:pt x="155" y="579"/>
                </a:lnTo>
                <a:lnTo>
                  <a:pt x="154" y="579"/>
                </a:lnTo>
                <a:lnTo>
                  <a:pt x="153" y="580"/>
                </a:lnTo>
                <a:lnTo>
                  <a:pt x="152" y="582"/>
                </a:lnTo>
                <a:lnTo>
                  <a:pt x="152" y="580"/>
                </a:lnTo>
                <a:lnTo>
                  <a:pt x="151" y="580"/>
                </a:lnTo>
                <a:lnTo>
                  <a:pt x="150" y="580"/>
                </a:lnTo>
                <a:lnTo>
                  <a:pt x="150" y="582"/>
                </a:lnTo>
                <a:lnTo>
                  <a:pt x="149" y="582"/>
                </a:lnTo>
                <a:lnTo>
                  <a:pt x="149" y="580"/>
                </a:lnTo>
                <a:lnTo>
                  <a:pt x="148" y="580"/>
                </a:lnTo>
                <a:lnTo>
                  <a:pt x="147" y="580"/>
                </a:lnTo>
                <a:lnTo>
                  <a:pt x="146" y="580"/>
                </a:lnTo>
                <a:lnTo>
                  <a:pt x="146" y="582"/>
                </a:lnTo>
                <a:lnTo>
                  <a:pt x="145" y="582"/>
                </a:lnTo>
                <a:lnTo>
                  <a:pt x="143" y="582"/>
                </a:lnTo>
                <a:lnTo>
                  <a:pt x="143" y="583"/>
                </a:lnTo>
                <a:lnTo>
                  <a:pt x="143" y="584"/>
                </a:lnTo>
                <a:lnTo>
                  <a:pt x="143" y="585"/>
                </a:lnTo>
                <a:lnTo>
                  <a:pt x="143" y="586"/>
                </a:lnTo>
                <a:lnTo>
                  <a:pt x="142" y="586"/>
                </a:lnTo>
                <a:lnTo>
                  <a:pt x="141" y="586"/>
                </a:lnTo>
                <a:lnTo>
                  <a:pt x="140" y="586"/>
                </a:lnTo>
                <a:lnTo>
                  <a:pt x="140" y="587"/>
                </a:lnTo>
                <a:lnTo>
                  <a:pt x="139" y="587"/>
                </a:lnTo>
                <a:lnTo>
                  <a:pt x="137" y="587"/>
                </a:lnTo>
                <a:lnTo>
                  <a:pt x="137" y="588"/>
                </a:lnTo>
                <a:lnTo>
                  <a:pt x="136" y="588"/>
                </a:lnTo>
                <a:lnTo>
                  <a:pt x="136" y="589"/>
                </a:lnTo>
                <a:lnTo>
                  <a:pt x="135" y="589"/>
                </a:lnTo>
                <a:lnTo>
                  <a:pt x="134" y="589"/>
                </a:lnTo>
                <a:lnTo>
                  <a:pt x="133" y="589"/>
                </a:lnTo>
                <a:lnTo>
                  <a:pt x="132" y="589"/>
                </a:lnTo>
                <a:lnTo>
                  <a:pt x="132" y="590"/>
                </a:lnTo>
                <a:lnTo>
                  <a:pt x="131" y="590"/>
                </a:lnTo>
                <a:lnTo>
                  <a:pt x="130" y="590"/>
                </a:lnTo>
                <a:lnTo>
                  <a:pt x="130" y="591"/>
                </a:lnTo>
                <a:lnTo>
                  <a:pt x="131" y="591"/>
                </a:lnTo>
                <a:lnTo>
                  <a:pt x="131" y="592"/>
                </a:lnTo>
                <a:lnTo>
                  <a:pt x="131" y="594"/>
                </a:lnTo>
                <a:lnTo>
                  <a:pt x="130" y="595"/>
                </a:lnTo>
                <a:lnTo>
                  <a:pt x="129" y="595"/>
                </a:lnTo>
                <a:lnTo>
                  <a:pt x="128" y="595"/>
                </a:lnTo>
                <a:lnTo>
                  <a:pt x="128" y="596"/>
                </a:lnTo>
                <a:lnTo>
                  <a:pt x="127" y="596"/>
                </a:lnTo>
                <a:lnTo>
                  <a:pt x="127" y="597"/>
                </a:lnTo>
                <a:lnTo>
                  <a:pt x="126" y="597"/>
                </a:lnTo>
                <a:lnTo>
                  <a:pt x="126" y="598"/>
                </a:lnTo>
                <a:lnTo>
                  <a:pt x="126" y="599"/>
                </a:lnTo>
                <a:lnTo>
                  <a:pt x="125" y="600"/>
                </a:lnTo>
                <a:lnTo>
                  <a:pt x="124" y="600"/>
                </a:lnTo>
                <a:lnTo>
                  <a:pt x="123" y="601"/>
                </a:lnTo>
                <a:lnTo>
                  <a:pt x="123" y="602"/>
                </a:lnTo>
                <a:lnTo>
                  <a:pt x="123" y="603"/>
                </a:lnTo>
                <a:lnTo>
                  <a:pt x="122" y="604"/>
                </a:lnTo>
                <a:lnTo>
                  <a:pt x="121" y="605"/>
                </a:lnTo>
                <a:lnTo>
                  <a:pt x="120" y="605"/>
                </a:lnTo>
                <a:lnTo>
                  <a:pt x="120" y="604"/>
                </a:lnTo>
                <a:lnTo>
                  <a:pt x="119" y="604"/>
                </a:lnTo>
                <a:lnTo>
                  <a:pt x="117" y="604"/>
                </a:lnTo>
                <a:lnTo>
                  <a:pt x="117" y="605"/>
                </a:lnTo>
                <a:lnTo>
                  <a:pt x="116" y="605"/>
                </a:lnTo>
                <a:lnTo>
                  <a:pt x="115" y="606"/>
                </a:lnTo>
                <a:lnTo>
                  <a:pt x="114" y="606"/>
                </a:lnTo>
                <a:lnTo>
                  <a:pt x="113" y="607"/>
                </a:lnTo>
                <a:lnTo>
                  <a:pt x="112" y="607"/>
                </a:lnTo>
                <a:lnTo>
                  <a:pt x="112" y="606"/>
                </a:lnTo>
                <a:lnTo>
                  <a:pt x="111" y="606"/>
                </a:lnTo>
                <a:lnTo>
                  <a:pt x="109" y="605"/>
                </a:lnTo>
                <a:lnTo>
                  <a:pt x="109" y="606"/>
                </a:lnTo>
                <a:lnTo>
                  <a:pt x="108" y="606"/>
                </a:lnTo>
                <a:lnTo>
                  <a:pt x="108" y="607"/>
                </a:lnTo>
                <a:lnTo>
                  <a:pt x="108" y="606"/>
                </a:lnTo>
                <a:lnTo>
                  <a:pt x="107" y="606"/>
                </a:lnTo>
                <a:lnTo>
                  <a:pt x="107" y="607"/>
                </a:lnTo>
                <a:lnTo>
                  <a:pt x="106" y="607"/>
                </a:lnTo>
                <a:lnTo>
                  <a:pt x="106" y="608"/>
                </a:lnTo>
                <a:lnTo>
                  <a:pt x="105" y="608"/>
                </a:lnTo>
                <a:lnTo>
                  <a:pt x="103" y="607"/>
                </a:lnTo>
                <a:lnTo>
                  <a:pt x="102" y="607"/>
                </a:lnTo>
                <a:lnTo>
                  <a:pt x="101" y="607"/>
                </a:lnTo>
                <a:lnTo>
                  <a:pt x="101" y="606"/>
                </a:lnTo>
                <a:lnTo>
                  <a:pt x="100" y="606"/>
                </a:lnTo>
                <a:lnTo>
                  <a:pt x="99" y="607"/>
                </a:lnTo>
                <a:lnTo>
                  <a:pt x="97" y="608"/>
                </a:lnTo>
                <a:lnTo>
                  <a:pt x="96" y="609"/>
                </a:lnTo>
                <a:lnTo>
                  <a:pt x="95" y="608"/>
                </a:lnTo>
                <a:lnTo>
                  <a:pt x="94" y="608"/>
                </a:lnTo>
                <a:lnTo>
                  <a:pt x="93" y="607"/>
                </a:lnTo>
                <a:lnTo>
                  <a:pt x="93" y="608"/>
                </a:lnTo>
                <a:lnTo>
                  <a:pt x="92" y="608"/>
                </a:lnTo>
                <a:lnTo>
                  <a:pt x="92" y="609"/>
                </a:lnTo>
                <a:lnTo>
                  <a:pt x="92" y="610"/>
                </a:lnTo>
                <a:lnTo>
                  <a:pt x="91" y="610"/>
                </a:lnTo>
                <a:lnTo>
                  <a:pt x="90" y="610"/>
                </a:lnTo>
                <a:lnTo>
                  <a:pt x="89" y="610"/>
                </a:lnTo>
                <a:lnTo>
                  <a:pt x="89" y="609"/>
                </a:lnTo>
                <a:lnTo>
                  <a:pt x="88" y="609"/>
                </a:lnTo>
                <a:lnTo>
                  <a:pt x="87" y="609"/>
                </a:lnTo>
                <a:lnTo>
                  <a:pt x="86" y="609"/>
                </a:lnTo>
                <a:lnTo>
                  <a:pt x="85" y="609"/>
                </a:lnTo>
                <a:lnTo>
                  <a:pt x="85" y="608"/>
                </a:lnTo>
                <a:lnTo>
                  <a:pt x="84" y="608"/>
                </a:lnTo>
                <a:lnTo>
                  <a:pt x="83" y="608"/>
                </a:lnTo>
                <a:lnTo>
                  <a:pt x="82" y="610"/>
                </a:lnTo>
                <a:lnTo>
                  <a:pt x="82" y="611"/>
                </a:lnTo>
                <a:lnTo>
                  <a:pt x="81" y="612"/>
                </a:lnTo>
                <a:lnTo>
                  <a:pt x="81" y="613"/>
                </a:lnTo>
                <a:lnTo>
                  <a:pt x="81" y="614"/>
                </a:lnTo>
                <a:lnTo>
                  <a:pt x="80" y="614"/>
                </a:lnTo>
                <a:lnTo>
                  <a:pt x="79" y="614"/>
                </a:lnTo>
                <a:lnTo>
                  <a:pt x="78" y="614"/>
                </a:lnTo>
                <a:lnTo>
                  <a:pt x="77" y="614"/>
                </a:lnTo>
                <a:lnTo>
                  <a:pt x="75" y="614"/>
                </a:lnTo>
                <a:lnTo>
                  <a:pt x="74" y="615"/>
                </a:lnTo>
                <a:lnTo>
                  <a:pt x="73" y="615"/>
                </a:lnTo>
                <a:lnTo>
                  <a:pt x="73" y="616"/>
                </a:lnTo>
                <a:lnTo>
                  <a:pt x="72" y="616"/>
                </a:lnTo>
                <a:lnTo>
                  <a:pt x="71" y="616"/>
                </a:lnTo>
                <a:lnTo>
                  <a:pt x="70" y="617"/>
                </a:lnTo>
                <a:lnTo>
                  <a:pt x="70" y="618"/>
                </a:lnTo>
                <a:lnTo>
                  <a:pt x="69" y="618"/>
                </a:lnTo>
                <a:lnTo>
                  <a:pt x="68" y="619"/>
                </a:lnTo>
                <a:lnTo>
                  <a:pt x="67" y="619"/>
                </a:lnTo>
                <a:lnTo>
                  <a:pt x="67" y="620"/>
                </a:lnTo>
                <a:lnTo>
                  <a:pt x="67" y="619"/>
                </a:lnTo>
                <a:lnTo>
                  <a:pt x="67" y="618"/>
                </a:lnTo>
                <a:lnTo>
                  <a:pt x="66" y="618"/>
                </a:lnTo>
                <a:lnTo>
                  <a:pt x="66" y="617"/>
                </a:lnTo>
                <a:lnTo>
                  <a:pt x="65" y="617"/>
                </a:lnTo>
                <a:lnTo>
                  <a:pt x="64" y="616"/>
                </a:lnTo>
                <a:lnTo>
                  <a:pt x="63" y="616"/>
                </a:lnTo>
                <a:lnTo>
                  <a:pt x="63" y="617"/>
                </a:lnTo>
                <a:lnTo>
                  <a:pt x="61" y="617"/>
                </a:lnTo>
                <a:lnTo>
                  <a:pt x="63" y="617"/>
                </a:lnTo>
                <a:lnTo>
                  <a:pt x="63" y="618"/>
                </a:lnTo>
                <a:lnTo>
                  <a:pt x="61" y="619"/>
                </a:lnTo>
                <a:lnTo>
                  <a:pt x="61" y="620"/>
                </a:lnTo>
                <a:lnTo>
                  <a:pt x="61" y="621"/>
                </a:lnTo>
                <a:lnTo>
                  <a:pt x="60" y="622"/>
                </a:lnTo>
                <a:lnTo>
                  <a:pt x="60" y="624"/>
                </a:lnTo>
                <a:lnTo>
                  <a:pt x="59" y="625"/>
                </a:lnTo>
                <a:lnTo>
                  <a:pt x="58" y="625"/>
                </a:lnTo>
                <a:lnTo>
                  <a:pt x="57" y="626"/>
                </a:lnTo>
                <a:lnTo>
                  <a:pt x="56" y="626"/>
                </a:lnTo>
                <a:lnTo>
                  <a:pt x="55" y="626"/>
                </a:lnTo>
                <a:lnTo>
                  <a:pt x="54" y="627"/>
                </a:lnTo>
                <a:lnTo>
                  <a:pt x="54" y="628"/>
                </a:lnTo>
                <a:lnTo>
                  <a:pt x="53" y="628"/>
                </a:lnTo>
                <a:lnTo>
                  <a:pt x="52" y="628"/>
                </a:lnTo>
                <a:lnTo>
                  <a:pt x="52" y="627"/>
                </a:lnTo>
                <a:lnTo>
                  <a:pt x="51" y="626"/>
                </a:lnTo>
                <a:lnTo>
                  <a:pt x="51" y="625"/>
                </a:lnTo>
                <a:lnTo>
                  <a:pt x="50" y="625"/>
                </a:lnTo>
                <a:lnTo>
                  <a:pt x="49" y="625"/>
                </a:lnTo>
                <a:lnTo>
                  <a:pt x="49" y="624"/>
                </a:lnTo>
                <a:lnTo>
                  <a:pt x="47" y="624"/>
                </a:lnTo>
                <a:lnTo>
                  <a:pt x="46" y="624"/>
                </a:lnTo>
                <a:lnTo>
                  <a:pt x="46" y="625"/>
                </a:lnTo>
                <a:lnTo>
                  <a:pt x="46" y="626"/>
                </a:lnTo>
                <a:lnTo>
                  <a:pt x="45" y="626"/>
                </a:lnTo>
                <a:lnTo>
                  <a:pt x="44" y="627"/>
                </a:lnTo>
                <a:lnTo>
                  <a:pt x="43" y="627"/>
                </a:lnTo>
                <a:lnTo>
                  <a:pt x="43" y="628"/>
                </a:lnTo>
                <a:lnTo>
                  <a:pt x="43" y="629"/>
                </a:lnTo>
                <a:lnTo>
                  <a:pt x="42" y="629"/>
                </a:lnTo>
                <a:lnTo>
                  <a:pt x="41" y="629"/>
                </a:lnTo>
                <a:lnTo>
                  <a:pt x="40" y="630"/>
                </a:lnTo>
                <a:lnTo>
                  <a:pt x="40" y="631"/>
                </a:lnTo>
                <a:lnTo>
                  <a:pt x="39" y="631"/>
                </a:lnTo>
                <a:lnTo>
                  <a:pt x="38" y="631"/>
                </a:lnTo>
                <a:lnTo>
                  <a:pt x="38" y="630"/>
                </a:lnTo>
                <a:lnTo>
                  <a:pt x="37" y="630"/>
                </a:lnTo>
                <a:lnTo>
                  <a:pt x="36" y="630"/>
                </a:lnTo>
                <a:lnTo>
                  <a:pt x="36" y="629"/>
                </a:lnTo>
                <a:lnTo>
                  <a:pt x="35" y="629"/>
                </a:lnTo>
                <a:lnTo>
                  <a:pt x="34" y="629"/>
                </a:lnTo>
                <a:lnTo>
                  <a:pt x="33" y="629"/>
                </a:lnTo>
                <a:lnTo>
                  <a:pt x="33" y="630"/>
                </a:lnTo>
                <a:lnTo>
                  <a:pt x="32" y="630"/>
                </a:lnTo>
                <a:lnTo>
                  <a:pt x="31" y="630"/>
                </a:lnTo>
                <a:lnTo>
                  <a:pt x="31" y="631"/>
                </a:lnTo>
                <a:lnTo>
                  <a:pt x="30" y="631"/>
                </a:lnTo>
                <a:lnTo>
                  <a:pt x="29" y="631"/>
                </a:lnTo>
                <a:lnTo>
                  <a:pt x="28" y="631"/>
                </a:lnTo>
                <a:lnTo>
                  <a:pt x="28" y="632"/>
                </a:lnTo>
                <a:lnTo>
                  <a:pt x="27" y="632"/>
                </a:lnTo>
                <a:lnTo>
                  <a:pt x="27" y="631"/>
                </a:lnTo>
                <a:lnTo>
                  <a:pt x="26" y="631"/>
                </a:lnTo>
                <a:lnTo>
                  <a:pt x="25" y="631"/>
                </a:lnTo>
                <a:lnTo>
                  <a:pt x="25" y="630"/>
                </a:lnTo>
                <a:lnTo>
                  <a:pt x="24" y="630"/>
                </a:lnTo>
                <a:lnTo>
                  <a:pt x="24" y="629"/>
                </a:lnTo>
                <a:lnTo>
                  <a:pt x="23" y="629"/>
                </a:lnTo>
                <a:lnTo>
                  <a:pt x="22" y="629"/>
                </a:lnTo>
                <a:lnTo>
                  <a:pt x="22" y="628"/>
                </a:lnTo>
                <a:lnTo>
                  <a:pt x="21" y="628"/>
                </a:lnTo>
                <a:lnTo>
                  <a:pt x="20" y="628"/>
                </a:lnTo>
                <a:lnTo>
                  <a:pt x="20" y="629"/>
                </a:lnTo>
                <a:lnTo>
                  <a:pt x="19" y="629"/>
                </a:lnTo>
                <a:lnTo>
                  <a:pt x="19" y="630"/>
                </a:lnTo>
                <a:lnTo>
                  <a:pt x="18" y="630"/>
                </a:lnTo>
                <a:lnTo>
                  <a:pt x="17" y="631"/>
                </a:lnTo>
                <a:lnTo>
                  <a:pt x="15" y="631"/>
                </a:lnTo>
                <a:lnTo>
                  <a:pt x="15" y="630"/>
                </a:lnTo>
                <a:lnTo>
                  <a:pt x="14" y="630"/>
                </a:lnTo>
                <a:lnTo>
                  <a:pt x="13" y="630"/>
                </a:lnTo>
                <a:lnTo>
                  <a:pt x="12" y="629"/>
                </a:lnTo>
                <a:lnTo>
                  <a:pt x="11" y="629"/>
                </a:lnTo>
                <a:lnTo>
                  <a:pt x="6" y="629"/>
                </a:lnTo>
                <a:lnTo>
                  <a:pt x="5" y="629"/>
                </a:lnTo>
                <a:lnTo>
                  <a:pt x="5" y="628"/>
                </a:lnTo>
                <a:lnTo>
                  <a:pt x="4" y="628"/>
                </a:lnTo>
                <a:lnTo>
                  <a:pt x="3" y="628"/>
                </a:lnTo>
                <a:lnTo>
                  <a:pt x="3" y="627"/>
                </a:lnTo>
                <a:lnTo>
                  <a:pt x="2" y="627"/>
                </a:lnTo>
                <a:lnTo>
                  <a:pt x="2" y="626"/>
                </a:lnTo>
                <a:lnTo>
                  <a:pt x="1" y="626"/>
                </a:lnTo>
                <a:lnTo>
                  <a:pt x="1" y="625"/>
                </a:lnTo>
                <a:lnTo>
                  <a:pt x="1" y="624"/>
                </a:lnTo>
                <a:lnTo>
                  <a:pt x="0" y="624"/>
                </a:lnTo>
                <a:lnTo>
                  <a:pt x="0" y="623"/>
                </a:lnTo>
                <a:lnTo>
                  <a:pt x="1" y="623"/>
                </a:lnTo>
                <a:lnTo>
                  <a:pt x="0" y="622"/>
                </a:lnTo>
                <a:lnTo>
                  <a:pt x="1" y="622"/>
                </a:lnTo>
                <a:lnTo>
                  <a:pt x="1" y="621"/>
                </a:lnTo>
                <a:lnTo>
                  <a:pt x="1" y="620"/>
                </a:lnTo>
                <a:lnTo>
                  <a:pt x="1" y="619"/>
                </a:lnTo>
                <a:lnTo>
                  <a:pt x="1" y="618"/>
                </a:lnTo>
                <a:lnTo>
                  <a:pt x="2" y="618"/>
                </a:lnTo>
                <a:lnTo>
                  <a:pt x="2" y="617"/>
                </a:lnTo>
                <a:lnTo>
                  <a:pt x="2" y="616"/>
                </a:lnTo>
                <a:lnTo>
                  <a:pt x="2" y="615"/>
                </a:lnTo>
                <a:lnTo>
                  <a:pt x="2" y="612"/>
                </a:lnTo>
                <a:lnTo>
                  <a:pt x="2" y="611"/>
                </a:lnTo>
                <a:lnTo>
                  <a:pt x="2" y="610"/>
                </a:lnTo>
                <a:lnTo>
                  <a:pt x="2" y="609"/>
                </a:lnTo>
                <a:lnTo>
                  <a:pt x="1" y="609"/>
                </a:lnTo>
                <a:lnTo>
                  <a:pt x="1" y="608"/>
                </a:lnTo>
                <a:lnTo>
                  <a:pt x="1" y="607"/>
                </a:lnTo>
                <a:lnTo>
                  <a:pt x="1" y="606"/>
                </a:lnTo>
                <a:lnTo>
                  <a:pt x="1" y="605"/>
                </a:lnTo>
                <a:lnTo>
                  <a:pt x="1" y="604"/>
                </a:lnTo>
                <a:lnTo>
                  <a:pt x="1" y="603"/>
                </a:lnTo>
                <a:lnTo>
                  <a:pt x="1" y="602"/>
                </a:lnTo>
                <a:lnTo>
                  <a:pt x="0" y="602"/>
                </a:lnTo>
                <a:lnTo>
                  <a:pt x="0" y="601"/>
                </a:lnTo>
                <a:lnTo>
                  <a:pt x="0" y="600"/>
                </a:lnTo>
                <a:lnTo>
                  <a:pt x="0" y="597"/>
                </a:lnTo>
                <a:lnTo>
                  <a:pt x="0" y="596"/>
                </a:lnTo>
                <a:lnTo>
                  <a:pt x="0" y="595"/>
                </a:lnTo>
                <a:lnTo>
                  <a:pt x="1" y="595"/>
                </a:lnTo>
                <a:lnTo>
                  <a:pt x="1" y="594"/>
                </a:lnTo>
                <a:lnTo>
                  <a:pt x="2" y="594"/>
                </a:lnTo>
                <a:lnTo>
                  <a:pt x="3" y="593"/>
                </a:lnTo>
                <a:lnTo>
                  <a:pt x="3" y="592"/>
                </a:lnTo>
                <a:lnTo>
                  <a:pt x="4" y="591"/>
                </a:lnTo>
                <a:lnTo>
                  <a:pt x="5" y="590"/>
                </a:lnTo>
                <a:lnTo>
                  <a:pt x="6" y="590"/>
                </a:lnTo>
                <a:lnTo>
                  <a:pt x="6" y="589"/>
                </a:lnTo>
                <a:lnTo>
                  <a:pt x="6" y="588"/>
                </a:lnTo>
                <a:lnTo>
                  <a:pt x="6" y="587"/>
                </a:lnTo>
                <a:lnTo>
                  <a:pt x="6" y="586"/>
                </a:lnTo>
                <a:lnTo>
                  <a:pt x="7" y="586"/>
                </a:lnTo>
                <a:lnTo>
                  <a:pt x="8" y="586"/>
                </a:lnTo>
                <a:lnTo>
                  <a:pt x="9" y="585"/>
                </a:lnTo>
                <a:lnTo>
                  <a:pt x="9" y="584"/>
                </a:lnTo>
                <a:lnTo>
                  <a:pt x="10" y="583"/>
                </a:lnTo>
                <a:lnTo>
                  <a:pt x="10" y="582"/>
                </a:lnTo>
                <a:lnTo>
                  <a:pt x="9" y="580"/>
                </a:lnTo>
                <a:lnTo>
                  <a:pt x="8" y="580"/>
                </a:lnTo>
                <a:lnTo>
                  <a:pt x="8" y="579"/>
                </a:lnTo>
                <a:lnTo>
                  <a:pt x="9" y="579"/>
                </a:lnTo>
                <a:lnTo>
                  <a:pt x="10" y="579"/>
                </a:lnTo>
                <a:lnTo>
                  <a:pt x="11" y="578"/>
                </a:lnTo>
                <a:lnTo>
                  <a:pt x="11" y="577"/>
                </a:lnTo>
                <a:lnTo>
                  <a:pt x="12" y="576"/>
                </a:lnTo>
                <a:lnTo>
                  <a:pt x="12" y="574"/>
                </a:lnTo>
                <a:lnTo>
                  <a:pt x="13" y="574"/>
                </a:lnTo>
                <a:lnTo>
                  <a:pt x="12" y="573"/>
                </a:lnTo>
                <a:lnTo>
                  <a:pt x="12" y="572"/>
                </a:lnTo>
                <a:lnTo>
                  <a:pt x="11" y="571"/>
                </a:lnTo>
                <a:lnTo>
                  <a:pt x="11" y="570"/>
                </a:lnTo>
                <a:lnTo>
                  <a:pt x="11" y="568"/>
                </a:lnTo>
                <a:lnTo>
                  <a:pt x="11" y="567"/>
                </a:lnTo>
                <a:lnTo>
                  <a:pt x="12" y="566"/>
                </a:lnTo>
                <a:lnTo>
                  <a:pt x="12" y="565"/>
                </a:lnTo>
                <a:lnTo>
                  <a:pt x="12" y="563"/>
                </a:lnTo>
                <a:lnTo>
                  <a:pt x="12" y="562"/>
                </a:lnTo>
                <a:lnTo>
                  <a:pt x="12" y="561"/>
                </a:lnTo>
                <a:lnTo>
                  <a:pt x="13" y="561"/>
                </a:lnTo>
                <a:lnTo>
                  <a:pt x="13" y="560"/>
                </a:lnTo>
                <a:lnTo>
                  <a:pt x="14" y="559"/>
                </a:lnTo>
                <a:lnTo>
                  <a:pt x="15" y="559"/>
                </a:lnTo>
                <a:lnTo>
                  <a:pt x="15" y="558"/>
                </a:lnTo>
                <a:lnTo>
                  <a:pt x="16" y="558"/>
                </a:lnTo>
                <a:lnTo>
                  <a:pt x="16" y="557"/>
                </a:lnTo>
                <a:lnTo>
                  <a:pt x="16" y="556"/>
                </a:lnTo>
                <a:lnTo>
                  <a:pt x="16" y="555"/>
                </a:lnTo>
                <a:lnTo>
                  <a:pt x="17" y="554"/>
                </a:lnTo>
                <a:lnTo>
                  <a:pt x="16" y="554"/>
                </a:lnTo>
                <a:lnTo>
                  <a:pt x="16" y="553"/>
                </a:lnTo>
                <a:lnTo>
                  <a:pt x="17" y="553"/>
                </a:lnTo>
                <a:lnTo>
                  <a:pt x="17" y="552"/>
                </a:lnTo>
                <a:lnTo>
                  <a:pt x="18" y="551"/>
                </a:lnTo>
                <a:lnTo>
                  <a:pt x="18" y="550"/>
                </a:lnTo>
                <a:lnTo>
                  <a:pt x="19" y="549"/>
                </a:lnTo>
                <a:lnTo>
                  <a:pt x="19" y="548"/>
                </a:lnTo>
                <a:lnTo>
                  <a:pt x="20" y="547"/>
                </a:lnTo>
                <a:lnTo>
                  <a:pt x="21" y="547"/>
                </a:lnTo>
                <a:lnTo>
                  <a:pt x="21" y="546"/>
                </a:lnTo>
                <a:lnTo>
                  <a:pt x="21" y="545"/>
                </a:lnTo>
                <a:lnTo>
                  <a:pt x="22" y="545"/>
                </a:lnTo>
                <a:lnTo>
                  <a:pt x="22" y="544"/>
                </a:lnTo>
                <a:lnTo>
                  <a:pt x="23" y="544"/>
                </a:lnTo>
                <a:lnTo>
                  <a:pt x="24" y="544"/>
                </a:lnTo>
                <a:lnTo>
                  <a:pt x="24" y="543"/>
                </a:lnTo>
                <a:lnTo>
                  <a:pt x="25" y="543"/>
                </a:lnTo>
                <a:lnTo>
                  <a:pt x="26" y="541"/>
                </a:lnTo>
                <a:lnTo>
                  <a:pt x="27" y="541"/>
                </a:lnTo>
                <a:lnTo>
                  <a:pt x="27" y="540"/>
                </a:lnTo>
                <a:lnTo>
                  <a:pt x="28" y="539"/>
                </a:lnTo>
                <a:lnTo>
                  <a:pt x="28" y="538"/>
                </a:lnTo>
                <a:lnTo>
                  <a:pt x="28" y="537"/>
                </a:lnTo>
                <a:lnTo>
                  <a:pt x="29" y="536"/>
                </a:lnTo>
                <a:lnTo>
                  <a:pt x="29" y="535"/>
                </a:lnTo>
                <a:lnTo>
                  <a:pt x="30" y="534"/>
                </a:lnTo>
                <a:lnTo>
                  <a:pt x="30" y="533"/>
                </a:lnTo>
                <a:lnTo>
                  <a:pt x="30" y="532"/>
                </a:lnTo>
                <a:lnTo>
                  <a:pt x="31" y="531"/>
                </a:lnTo>
                <a:lnTo>
                  <a:pt x="32" y="530"/>
                </a:lnTo>
                <a:lnTo>
                  <a:pt x="33" y="530"/>
                </a:lnTo>
                <a:lnTo>
                  <a:pt x="34" y="528"/>
                </a:lnTo>
                <a:lnTo>
                  <a:pt x="34" y="527"/>
                </a:lnTo>
                <a:lnTo>
                  <a:pt x="34" y="526"/>
                </a:lnTo>
                <a:lnTo>
                  <a:pt x="34" y="525"/>
                </a:lnTo>
                <a:lnTo>
                  <a:pt x="34" y="524"/>
                </a:lnTo>
                <a:lnTo>
                  <a:pt x="34" y="522"/>
                </a:lnTo>
                <a:lnTo>
                  <a:pt x="34" y="521"/>
                </a:lnTo>
                <a:lnTo>
                  <a:pt x="33" y="521"/>
                </a:lnTo>
                <a:lnTo>
                  <a:pt x="33" y="520"/>
                </a:lnTo>
                <a:lnTo>
                  <a:pt x="32" y="520"/>
                </a:lnTo>
                <a:lnTo>
                  <a:pt x="32" y="519"/>
                </a:lnTo>
                <a:lnTo>
                  <a:pt x="32" y="518"/>
                </a:lnTo>
                <a:lnTo>
                  <a:pt x="31" y="517"/>
                </a:lnTo>
                <a:lnTo>
                  <a:pt x="31" y="516"/>
                </a:lnTo>
                <a:lnTo>
                  <a:pt x="31" y="515"/>
                </a:lnTo>
                <a:lnTo>
                  <a:pt x="31" y="514"/>
                </a:lnTo>
                <a:lnTo>
                  <a:pt x="31" y="513"/>
                </a:lnTo>
                <a:lnTo>
                  <a:pt x="31" y="512"/>
                </a:lnTo>
                <a:lnTo>
                  <a:pt x="31" y="511"/>
                </a:lnTo>
                <a:lnTo>
                  <a:pt x="30" y="511"/>
                </a:lnTo>
                <a:lnTo>
                  <a:pt x="31" y="511"/>
                </a:lnTo>
                <a:lnTo>
                  <a:pt x="31" y="509"/>
                </a:lnTo>
                <a:lnTo>
                  <a:pt x="30" y="509"/>
                </a:lnTo>
                <a:lnTo>
                  <a:pt x="30" y="508"/>
                </a:lnTo>
                <a:lnTo>
                  <a:pt x="30" y="507"/>
                </a:lnTo>
                <a:lnTo>
                  <a:pt x="30" y="506"/>
                </a:lnTo>
                <a:lnTo>
                  <a:pt x="30" y="504"/>
                </a:lnTo>
                <a:lnTo>
                  <a:pt x="29" y="503"/>
                </a:lnTo>
                <a:lnTo>
                  <a:pt x="28" y="502"/>
                </a:lnTo>
                <a:lnTo>
                  <a:pt x="28" y="500"/>
                </a:lnTo>
                <a:lnTo>
                  <a:pt x="28" y="499"/>
                </a:lnTo>
                <a:lnTo>
                  <a:pt x="28" y="498"/>
                </a:lnTo>
                <a:lnTo>
                  <a:pt x="27" y="498"/>
                </a:lnTo>
                <a:lnTo>
                  <a:pt x="26" y="498"/>
                </a:lnTo>
                <a:lnTo>
                  <a:pt x="25" y="498"/>
                </a:lnTo>
                <a:lnTo>
                  <a:pt x="25" y="497"/>
                </a:lnTo>
                <a:lnTo>
                  <a:pt x="25" y="496"/>
                </a:lnTo>
                <a:lnTo>
                  <a:pt x="25" y="495"/>
                </a:lnTo>
                <a:lnTo>
                  <a:pt x="25" y="494"/>
                </a:lnTo>
                <a:lnTo>
                  <a:pt x="25" y="493"/>
                </a:lnTo>
                <a:lnTo>
                  <a:pt x="24" y="492"/>
                </a:lnTo>
                <a:lnTo>
                  <a:pt x="24" y="491"/>
                </a:lnTo>
                <a:lnTo>
                  <a:pt x="25" y="490"/>
                </a:lnTo>
                <a:lnTo>
                  <a:pt x="25" y="489"/>
                </a:lnTo>
                <a:lnTo>
                  <a:pt x="25" y="488"/>
                </a:lnTo>
                <a:lnTo>
                  <a:pt x="24" y="488"/>
                </a:lnTo>
                <a:lnTo>
                  <a:pt x="24" y="487"/>
                </a:lnTo>
                <a:lnTo>
                  <a:pt x="23" y="487"/>
                </a:lnTo>
                <a:lnTo>
                  <a:pt x="23" y="486"/>
                </a:lnTo>
                <a:lnTo>
                  <a:pt x="24" y="485"/>
                </a:lnTo>
                <a:lnTo>
                  <a:pt x="24" y="484"/>
                </a:lnTo>
                <a:lnTo>
                  <a:pt x="23" y="484"/>
                </a:lnTo>
                <a:lnTo>
                  <a:pt x="23" y="483"/>
                </a:lnTo>
                <a:lnTo>
                  <a:pt x="23" y="482"/>
                </a:lnTo>
                <a:lnTo>
                  <a:pt x="23" y="481"/>
                </a:lnTo>
                <a:lnTo>
                  <a:pt x="22" y="481"/>
                </a:lnTo>
                <a:lnTo>
                  <a:pt x="22" y="480"/>
                </a:lnTo>
                <a:lnTo>
                  <a:pt x="22" y="479"/>
                </a:lnTo>
                <a:lnTo>
                  <a:pt x="21" y="479"/>
                </a:lnTo>
                <a:lnTo>
                  <a:pt x="21" y="478"/>
                </a:lnTo>
                <a:lnTo>
                  <a:pt x="21" y="477"/>
                </a:lnTo>
                <a:lnTo>
                  <a:pt x="21" y="476"/>
                </a:lnTo>
                <a:lnTo>
                  <a:pt x="20" y="475"/>
                </a:lnTo>
                <a:lnTo>
                  <a:pt x="20" y="474"/>
                </a:lnTo>
                <a:lnTo>
                  <a:pt x="20" y="473"/>
                </a:lnTo>
                <a:lnTo>
                  <a:pt x="19" y="472"/>
                </a:lnTo>
                <a:lnTo>
                  <a:pt x="19" y="470"/>
                </a:lnTo>
                <a:lnTo>
                  <a:pt x="19" y="469"/>
                </a:lnTo>
                <a:lnTo>
                  <a:pt x="19" y="468"/>
                </a:lnTo>
                <a:lnTo>
                  <a:pt x="19" y="467"/>
                </a:lnTo>
                <a:lnTo>
                  <a:pt x="20" y="467"/>
                </a:lnTo>
                <a:lnTo>
                  <a:pt x="20" y="466"/>
                </a:lnTo>
                <a:lnTo>
                  <a:pt x="20" y="465"/>
                </a:lnTo>
                <a:lnTo>
                  <a:pt x="20" y="464"/>
                </a:lnTo>
                <a:lnTo>
                  <a:pt x="20" y="463"/>
                </a:lnTo>
                <a:lnTo>
                  <a:pt x="20" y="462"/>
                </a:lnTo>
                <a:lnTo>
                  <a:pt x="21" y="462"/>
                </a:lnTo>
                <a:lnTo>
                  <a:pt x="21" y="461"/>
                </a:lnTo>
                <a:lnTo>
                  <a:pt x="21" y="460"/>
                </a:lnTo>
                <a:lnTo>
                  <a:pt x="22" y="460"/>
                </a:lnTo>
                <a:lnTo>
                  <a:pt x="22" y="459"/>
                </a:lnTo>
                <a:lnTo>
                  <a:pt x="21" y="458"/>
                </a:lnTo>
                <a:lnTo>
                  <a:pt x="22" y="457"/>
                </a:lnTo>
                <a:lnTo>
                  <a:pt x="21" y="456"/>
                </a:lnTo>
                <a:lnTo>
                  <a:pt x="21" y="455"/>
                </a:lnTo>
                <a:lnTo>
                  <a:pt x="21" y="454"/>
                </a:lnTo>
                <a:lnTo>
                  <a:pt x="21" y="453"/>
                </a:lnTo>
                <a:lnTo>
                  <a:pt x="20" y="453"/>
                </a:lnTo>
                <a:lnTo>
                  <a:pt x="20" y="452"/>
                </a:lnTo>
                <a:lnTo>
                  <a:pt x="20" y="451"/>
                </a:lnTo>
                <a:lnTo>
                  <a:pt x="21" y="451"/>
                </a:lnTo>
                <a:lnTo>
                  <a:pt x="21" y="450"/>
                </a:lnTo>
                <a:lnTo>
                  <a:pt x="21" y="449"/>
                </a:lnTo>
                <a:lnTo>
                  <a:pt x="21" y="448"/>
                </a:lnTo>
                <a:lnTo>
                  <a:pt x="21" y="447"/>
                </a:lnTo>
                <a:lnTo>
                  <a:pt x="22" y="447"/>
                </a:lnTo>
                <a:lnTo>
                  <a:pt x="23" y="445"/>
                </a:lnTo>
                <a:lnTo>
                  <a:pt x="23" y="444"/>
                </a:lnTo>
                <a:lnTo>
                  <a:pt x="23" y="443"/>
                </a:lnTo>
                <a:lnTo>
                  <a:pt x="23" y="442"/>
                </a:lnTo>
                <a:lnTo>
                  <a:pt x="23" y="441"/>
                </a:lnTo>
                <a:lnTo>
                  <a:pt x="22" y="441"/>
                </a:lnTo>
                <a:lnTo>
                  <a:pt x="22" y="440"/>
                </a:lnTo>
                <a:lnTo>
                  <a:pt x="21" y="440"/>
                </a:lnTo>
                <a:lnTo>
                  <a:pt x="21" y="439"/>
                </a:lnTo>
                <a:lnTo>
                  <a:pt x="22" y="438"/>
                </a:lnTo>
                <a:lnTo>
                  <a:pt x="23" y="438"/>
                </a:lnTo>
                <a:lnTo>
                  <a:pt x="23" y="437"/>
                </a:lnTo>
                <a:lnTo>
                  <a:pt x="24" y="437"/>
                </a:lnTo>
                <a:lnTo>
                  <a:pt x="24" y="436"/>
                </a:lnTo>
                <a:lnTo>
                  <a:pt x="24" y="435"/>
                </a:lnTo>
                <a:lnTo>
                  <a:pt x="24" y="434"/>
                </a:lnTo>
                <a:lnTo>
                  <a:pt x="24" y="433"/>
                </a:lnTo>
                <a:lnTo>
                  <a:pt x="24" y="432"/>
                </a:lnTo>
                <a:lnTo>
                  <a:pt x="24" y="431"/>
                </a:lnTo>
                <a:lnTo>
                  <a:pt x="24" y="430"/>
                </a:lnTo>
                <a:lnTo>
                  <a:pt x="23" y="430"/>
                </a:lnTo>
                <a:lnTo>
                  <a:pt x="23" y="429"/>
                </a:lnTo>
                <a:lnTo>
                  <a:pt x="23" y="428"/>
                </a:lnTo>
                <a:lnTo>
                  <a:pt x="23" y="427"/>
                </a:lnTo>
                <a:lnTo>
                  <a:pt x="24" y="427"/>
                </a:lnTo>
                <a:lnTo>
                  <a:pt x="24" y="426"/>
                </a:lnTo>
                <a:lnTo>
                  <a:pt x="23" y="426"/>
                </a:lnTo>
                <a:lnTo>
                  <a:pt x="22" y="425"/>
                </a:lnTo>
                <a:lnTo>
                  <a:pt x="21" y="425"/>
                </a:lnTo>
                <a:lnTo>
                  <a:pt x="21" y="424"/>
                </a:lnTo>
                <a:lnTo>
                  <a:pt x="19" y="423"/>
                </a:lnTo>
                <a:lnTo>
                  <a:pt x="19" y="422"/>
                </a:lnTo>
                <a:lnTo>
                  <a:pt x="18" y="421"/>
                </a:lnTo>
                <a:lnTo>
                  <a:pt x="18" y="420"/>
                </a:lnTo>
                <a:lnTo>
                  <a:pt x="18" y="419"/>
                </a:lnTo>
                <a:lnTo>
                  <a:pt x="17" y="419"/>
                </a:lnTo>
                <a:lnTo>
                  <a:pt x="17" y="418"/>
                </a:lnTo>
                <a:lnTo>
                  <a:pt x="16" y="418"/>
                </a:lnTo>
                <a:lnTo>
                  <a:pt x="16" y="417"/>
                </a:lnTo>
                <a:lnTo>
                  <a:pt x="15" y="417"/>
                </a:lnTo>
                <a:lnTo>
                  <a:pt x="14" y="417"/>
                </a:lnTo>
                <a:lnTo>
                  <a:pt x="14" y="416"/>
                </a:lnTo>
                <a:lnTo>
                  <a:pt x="14" y="415"/>
                </a:lnTo>
                <a:lnTo>
                  <a:pt x="15" y="414"/>
                </a:lnTo>
                <a:lnTo>
                  <a:pt x="16" y="414"/>
                </a:lnTo>
                <a:lnTo>
                  <a:pt x="16" y="415"/>
                </a:lnTo>
                <a:lnTo>
                  <a:pt x="16" y="416"/>
                </a:lnTo>
                <a:lnTo>
                  <a:pt x="17" y="416"/>
                </a:lnTo>
                <a:lnTo>
                  <a:pt x="18" y="416"/>
                </a:lnTo>
                <a:lnTo>
                  <a:pt x="18" y="415"/>
                </a:lnTo>
                <a:lnTo>
                  <a:pt x="18" y="414"/>
                </a:lnTo>
                <a:lnTo>
                  <a:pt x="18" y="413"/>
                </a:lnTo>
                <a:lnTo>
                  <a:pt x="19" y="412"/>
                </a:lnTo>
                <a:lnTo>
                  <a:pt x="20" y="411"/>
                </a:lnTo>
                <a:lnTo>
                  <a:pt x="19" y="411"/>
                </a:lnTo>
                <a:lnTo>
                  <a:pt x="19" y="410"/>
                </a:lnTo>
                <a:lnTo>
                  <a:pt x="18" y="410"/>
                </a:lnTo>
                <a:lnTo>
                  <a:pt x="18" y="411"/>
                </a:lnTo>
                <a:lnTo>
                  <a:pt x="17" y="412"/>
                </a:lnTo>
                <a:lnTo>
                  <a:pt x="16" y="412"/>
                </a:lnTo>
                <a:lnTo>
                  <a:pt x="16" y="411"/>
                </a:lnTo>
                <a:lnTo>
                  <a:pt x="17" y="410"/>
                </a:lnTo>
                <a:lnTo>
                  <a:pt x="18" y="410"/>
                </a:lnTo>
                <a:lnTo>
                  <a:pt x="18" y="409"/>
                </a:lnTo>
                <a:lnTo>
                  <a:pt x="17" y="409"/>
                </a:lnTo>
                <a:lnTo>
                  <a:pt x="17" y="408"/>
                </a:lnTo>
                <a:lnTo>
                  <a:pt x="16" y="408"/>
                </a:lnTo>
                <a:lnTo>
                  <a:pt x="15" y="408"/>
                </a:lnTo>
                <a:lnTo>
                  <a:pt x="14" y="408"/>
                </a:lnTo>
                <a:lnTo>
                  <a:pt x="14" y="407"/>
                </a:lnTo>
                <a:lnTo>
                  <a:pt x="13" y="407"/>
                </a:lnTo>
                <a:lnTo>
                  <a:pt x="14" y="406"/>
                </a:lnTo>
                <a:lnTo>
                  <a:pt x="14" y="407"/>
                </a:lnTo>
                <a:lnTo>
                  <a:pt x="15" y="407"/>
                </a:lnTo>
                <a:lnTo>
                  <a:pt x="15" y="406"/>
                </a:lnTo>
                <a:lnTo>
                  <a:pt x="16" y="406"/>
                </a:lnTo>
                <a:lnTo>
                  <a:pt x="16" y="404"/>
                </a:lnTo>
                <a:lnTo>
                  <a:pt x="17" y="404"/>
                </a:lnTo>
                <a:lnTo>
                  <a:pt x="17" y="403"/>
                </a:lnTo>
                <a:lnTo>
                  <a:pt x="17" y="402"/>
                </a:lnTo>
                <a:lnTo>
                  <a:pt x="16" y="402"/>
                </a:lnTo>
                <a:lnTo>
                  <a:pt x="15" y="401"/>
                </a:lnTo>
                <a:lnTo>
                  <a:pt x="16" y="401"/>
                </a:lnTo>
                <a:lnTo>
                  <a:pt x="17" y="400"/>
                </a:lnTo>
                <a:lnTo>
                  <a:pt x="17" y="399"/>
                </a:lnTo>
                <a:lnTo>
                  <a:pt x="17" y="398"/>
                </a:lnTo>
                <a:lnTo>
                  <a:pt x="16" y="397"/>
                </a:lnTo>
                <a:lnTo>
                  <a:pt x="15" y="397"/>
                </a:lnTo>
                <a:lnTo>
                  <a:pt x="14" y="397"/>
                </a:lnTo>
                <a:lnTo>
                  <a:pt x="13" y="397"/>
                </a:lnTo>
                <a:lnTo>
                  <a:pt x="13" y="396"/>
                </a:lnTo>
                <a:lnTo>
                  <a:pt x="13" y="395"/>
                </a:lnTo>
                <a:lnTo>
                  <a:pt x="14" y="395"/>
                </a:lnTo>
                <a:lnTo>
                  <a:pt x="15" y="395"/>
                </a:lnTo>
                <a:lnTo>
                  <a:pt x="15" y="394"/>
                </a:lnTo>
                <a:lnTo>
                  <a:pt x="16" y="394"/>
                </a:lnTo>
                <a:lnTo>
                  <a:pt x="16" y="393"/>
                </a:lnTo>
                <a:lnTo>
                  <a:pt x="16" y="392"/>
                </a:lnTo>
                <a:lnTo>
                  <a:pt x="16" y="391"/>
                </a:lnTo>
                <a:lnTo>
                  <a:pt x="16" y="390"/>
                </a:lnTo>
                <a:lnTo>
                  <a:pt x="17" y="388"/>
                </a:lnTo>
                <a:lnTo>
                  <a:pt x="17" y="387"/>
                </a:lnTo>
                <a:lnTo>
                  <a:pt x="17" y="386"/>
                </a:lnTo>
                <a:lnTo>
                  <a:pt x="16" y="386"/>
                </a:lnTo>
                <a:lnTo>
                  <a:pt x="16" y="385"/>
                </a:lnTo>
                <a:lnTo>
                  <a:pt x="15" y="384"/>
                </a:lnTo>
                <a:lnTo>
                  <a:pt x="14" y="384"/>
                </a:lnTo>
                <a:lnTo>
                  <a:pt x="14" y="383"/>
                </a:lnTo>
                <a:lnTo>
                  <a:pt x="13" y="383"/>
                </a:lnTo>
                <a:lnTo>
                  <a:pt x="13" y="382"/>
                </a:lnTo>
                <a:lnTo>
                  <a:pt x="13" y="381"/>
                </a:lnTo>
                <a:lnTo>
                  <a:pt x="14" y="381"/>
                </a:lnTo>
                <a:lnTo>
                  <a:pt x="15" y="381"/>
                </a:lnTo>
                <a:lnTo>
                  <a:pt x="16" y="381"/>
                </a:lnTo>
                <a:lnTo>
                  <a:pt x="17" y="383"/>
                </a:lnTo>
                <a:lnTo>
                  <a:pt x="18" y="383"/>
                </a:lnTo>
                <a:lnTo>
                  <a:pt x="19" y="383"/>
                </a:lnTo>
                <a:lnTo>
                  <a:pt x="19" y="382"/>
                </a:lnTo>
                <a:lnTo>
                  <a:pt x="19" y="381"/>
                </a:lnTo>
                <a:lnTo>
                  <a:pt x="18" y="381"/>
                </a:lnTo>
                <a:lnTo>
                  <a:pt x="17" y="381"/>
                </a:lnTo>
                <a:lnTo>
                  <a:pt x="16" y="381"/>
                </a:lnTo>
                <a:lnTo>
                  <a:pt x="16" y="380"/>
                </a:lnTo>
                <a:lnTo>
                  <a:pt x="17" y="379"/>
                </a:lnTo>
                <a:lnTo>
                  <a:pt x="18" y="379"/>
                </a:lnTo>
                <a:lnTo>
                  <a:pt x="19" y="379"/>
                </a:lnTo>
                <a:lnTo>
                  <a:pt x="20" y="379"/>
                </a:lnTo>
                <a:lnTo>
                  <a:pt x="21" y="379"/>
                </a:lnTo>
                <a:lnTo>
                  <a:pt x="21" y="378"/>
                </a:lnTo>
                <a:lnTo>
                  <a:pt x="21" y="377"/>
                </a:lnTo>
                <a:lnTo>
                  <a:pt x="22" y="377"/>
                </a:lnTo>
                <a:lnTo>
                  <a:pt x="22" y="376"/>
                </a:lnTo>
                <a:lnTo>
                  <a:pt x="23" y="376"/>
                </a:lnTo>
                <a:lnTo>
                  <a:pt x="23" y="375"/>
                </a:lnTo>
                <a:lnTo>
                  <a:pt x="24" y="375"/>
                </a:lnTo>
                <a:lnTo>
                  <a:pt x="24" y="374"/>
                </a:lnTo>
                <a:lnTo>
                  <a:pt x="26" y="373"/>
                </a:lnTo>
                <a:lnTo>
                  <a:pt x="27" y="372"/>
                </a:lnTo>
                <a:lnTo>
                  <a:pt x="27" y="371"/>
                </a:lnTo>
                <a:lnTo>
                  <a:pt x="27" y="370"/>
                </a:lnTo>
                <a:lnTo>
                  <a:pt x="27" y="369"/>
                </a:lnTo>
                <a:lnTo>
                  <a:pt x="28" y="368"/>
                </a:lnTo>
                <a:lnTo>
                  <a:pt x="29" y="367"/>
                </a:lnTo>
                <a:lnTo>
                  <a:pt x="30" y="367"/>
                </a:lnTo>
                <a:lnTo>
                  <a:pt x="30" y="366"/>
                </a:lnTo>
                <a:lnTo>
                  <a:pt x="31" y="366"/>
                </a:lnTo>
                <a:lnTo>
                  <a:pt x="31" y="365"/>
                </a:lnTo>
                <a:lnTo>
                  <a:pt x="32" y="365"/>
                </a:lnTo>
                <a:lnTo>
                  <a:pt x="32" y="364"/>
                </a:lnTo>
                <a:lnTo>
                  <a:pt x="33" y="363"/>
                </a:lnTo>
                <a:lnTo>
                  <a:pt x="33" y="362"/>
                </a:lnTo>
                <a:lnTo>
                  <a:pt x="34" y="362"/>
                </a:lnTo>
                <a:lnTo>
                  <a:pt x="35" y="360"/>
                </a:lnTo>
                <a:lnTo>
                  <a:pt x="36" y="360"/>
                </a:lnTo>
                <a:lnTo>
                  <a:pt x="36" y="359"/>
                </a:lnTo>
                <a:lnTo>
                  <a:pt x="36" y="358"/>
                </a:lnTo>
                <a:lnTo>
                  <a:pt x="37" y="358"/>
                </a:lnTo>
                <a:lnTo>
                  <a:pt x="37" y="357"/>
                </a:lnTo>
                <a:lnTo>
                  <a:pt x="38" y="357"/>
                </a:lnTo>
                <a:lnTo>
                  <a:pt x="38" y="356"/>
                </a:lnTo>
                <a:lnTo>
                  <a:pt x="38" y="355"/>
                </a:lnTo>
                <a:lnTo>
                  <a:pt x="39" y="355"/>
                </a:lnTo>
                <a:lnTo>
                  <a:pt x="41" y="355"/>
                </a:lnTo>
                <a:lnTo>
                  <a:pt x="41" y="354"/>
                </a:lnTo>
                <a:lnTo>
                  <a:pt x="41" y="353"/>
                </a:lnTo>
                <a:lnTo>
                  <a:pt x="40" y="352"/>
                </a:lnTo>
                <a:lnTo>
                  <a:pt x="40" y="351"/>
                </a:lnTo>
                <a:lnTo>
                  <a:pt x="41" y="351"/>
                </a:lnTo>
                <a:lnTo>
                  <a:pt x="41" y="350"/>
                </a:lnTo>
                <a:lnTo>
                  <a:pt x="42" y="350"/>
                </a:lnTo>
                <a:lnTo>
                  <a:pt x="42" y="349"/>
                </a:lnTo>
                <a:lnTo>
                  <a:pt x="42" y="348"/>
                </a:lnTo>
                <a:lnTo>
                  <a:pt x="41" y="347"/>
                </a:lnTo>
                <a:lnTo>
                  <a:pt x="40" y="347"/>
                </a:lnTo>
                <a:lnTo>
                  <a:pt x="39" y="347"/>
                </a:lnTo>
                <a:lnTo>
                  <a:pt x="38" y="347"/>
                </a:lnTo>
                <a:lnTo>
                  <a:pt x="37" y="347"/>
                </a:lnTo>
                <a:lnTo>
                  <a:pt x="36" y="346"/>
                </a:lnTo>
                <a:lnTo>
                  <a:pt x="36" y="345"/>
                </a:lnTo>
                <a:lnTo>
                  <a:pt x="36" y="343"/>
                </a:lnTo>
                <a:lnTo>
                  <a:pt x="36" y="342"/>
                </a:lnTo>
                <a:lnTo>
                  <a:pt x="36" y="340"/>
                </a:lnTo>
                <a:lnTo>
                  <a:pt x="37" y="340"/>
                </a:lnTo>
                <a:lnTo>
                  <a:pt x="37" y="339"/>
                </a:lnTo>
                <a:lnTo>
                  <a:pt x="37" y="338"/>
                </a:lnTo>
                <a:lnTo>
                  <a:pt x="38" y="338"/>
                </a:lnTo>
                <a:lnTo>
                  <a:pt x="40" y="338"/>
                </a:lnTo>
                <a:lnTo>
                  <a:pt x="41" y="338"/>
                </a:lnTo>
                <a:lnTo>
                  <a:pt x="43" y="338"/>
                </a:lnTo>
                <a:lnTo>
                  <a:pt x="45" y="338"/>
                </a:lnTo>
                <a:lnTo>
                  <a:pt x="45" y="337"/>
                </a:lnTo>
                <a:lnTo>
                  <a:pt x="46" y="337"/>
                </a:lnTo>
                <a:lnTo>
                  <a:pt x="47" y="335"/>
                </a:lnTo>
                <a:lnTo>
                  <a:pt x="47" y="334"/>
                </a:lnTo>
                <a:lnTo>
                  <a:pt x="47" y="332"/>
                </a:lnTo>
                <a:lnTo>
                  <a:pt x="47" y="331"/>
                </a:lnTo>
                <a:lnTo>
                  <a:pt x="48" y="331"/>
                </a:lnTo>
                <a:lnTo>
                  <a:pt x="48" y="330"/>
                </a:lnTo>
                <a:lnTo>
                  <a:pt x="48" y="329"/>
                </a:lnTo>
                <a:lnTo>
                  <a:pt x="48" y="328"/>
                </a:lnTo>
                <a:lnTo>
                  <a:pt x="49" y="328"/>
                </a:lnTo>
                <a:lnTo>
                  <a:pt x="50" y="327"/>
                </a:lnTo>
                <a:lnTo>
                  <a:pt x="50" y="326"/>
                </a:lnTo>
                <a:lnTo>
                  <a:pt x="50" y="325"/>
                </a:lnTo>
                <a:lnTo>
                  <a:pt x="50" y="324"/>
                </a:lnTo>
                <a:lnTo>
                  <a:pt x="49" y="324"/>
                </a:lnTo>
                <a:lnTo>
                  <a:pt x="49" y="323"/>
                </a:lnTo>
                <a:lnTo>
                  <a:pt x="48" y="323"/>
                </a:lnTo>
                <a:lnTo>
                  <a:pt x="48" y="321"/>
                </a:lnTo>
                <a:lnTo>
                  <a:pt x="48" y="320"/>
                </a:lnTo>
                <a:lnTo>
                  <a:pt x="48" y="319"/>
                </a:lnTo>
                <a:lnTo>
                  <a:pt x="48" y="318"/>
                </a:lnTo>
                <a:lnTo>
                  <a:pt x="48" y="317"/>
                </a:lnTo>
                <a:lnTo>
                  <a:pt x="49" y="317"/>
                </a:lnTo>
                <a:lnTo>
                  <a:pt x="50" y="317"/>
                </a:lnTo>
                <a:lnTo>
                  <a:pt x="50" y="316"/>
                </a:lnTo>
                <a:lnTo>
                  <a:pt x="51" y="316"/>
                </a:lnTo>
                <a:lnTo>
                  <a:pt x="50" y="316"/>
                </a:lnTo>
                <a:lnTo>
                  <a:pt x="49" y="314"/>
                </a:lnTo>
                <a:lnTo>
                  <a:pt x="48" y="314"/>
                </a:lnTo>
                <a:lnTo>
                  <a:pt x="48" y="313"/>
                </a:lnTo>
                <a:lnTo>
                  <a:pt x="47" y="313"/>
                </a:lnTo>
                <a:lnTo>
                  <a:pt x="46" y="313"/>
                </a:lnTo>
                <a:lnTo>
                  <a:pt x="45" y="313"/>
                </a:lnTo>
                <a:lnTo>
                  <a:pt x="44" y="312"/>
                </a:lnTo>
                <a:lnTo>
                  <a:pt x="43" y="312"/>
                </a:lnTo>
                <a:lnTo>
                  <a:pt x="42" y="311"/>
                </a:lnTo>
                <a:lnTo>
                  <a:pt x="42" y="310"/>
                </a:lnTo>
                <a:lnTo>
                  <a:pt x="43" y="309"/>
                </a:lnTo>
                <a:lnTo>
                  <a:pt x="44" y="309"/>
                </a:lnTo>
                <a:lnTo>
                  <a:pt x="45" y="309"/>
                </a:lnTo>
                <a:lnTo>
                  <a:pt x="47" y="308"/>
                </a:lnTo>
                <a:lnTo>
                  <a:pt x="47" y="307"/>
                </a:lnTo>
                <a:lnTo>
                  <a:pt x="47" y="306"/>
                </a:lnTo>
                <a:lnTo>
                  <a:pt x="46" y="306"/>
                </a:lnTo>
                <a:lnTo>
                  <a:pt x="45" y="305"/>
                </a:lnTo>
                <a:lnTo>
                  <a:pt x="43" y="304"/>
                </a:lnTo>
                <a:lnTo>
                  <a:pt x="42" y="303"/>
                </a:lnTo>
                <a:lnTo>
                  <a:pt x="41" y="303"/>
                </a:lnTo>
                <a:lnTo>
                  <a:pt x="40" y="303"/>
                </a:lnTo>
                <a:lnTo>
                  <a:pt x="39" y="302"/>
                </a:lnTo>
                <a:lnTo>
                  <a:pt x="39" y="301"/>
                </a:lnTo>
                <a:lnTo>
                  <a:pt x="38" y="299"/>
                </a:lnTo>
                <a:lnTo>
                  <a:pt x="37" y="297"/>
                </a:lnTo>
                <a:lnTo>
                  <a:pt x="35" y="295"/>
                </a:lnTo>
                <a:lnTo>
                  <a:pt x="35" y="294"/>
                </a:lnTo>
                <a:lnTo>
                  <a:pt x="35" y="293"/>
                </a:lnTo>
                <a:lnTo>
                  <a:pt x="34" y="293"/>
                </a:lnTo>
                <a:lnTo>
                  <a:pt x="34" y="292"/>
                </a:lnTo>
                <a:lnTo>
                  <a:pt x="33" y="290"/>
                </a:lnTo>
                <a:lnTo>
                  <a:pt x="32" y="289"/>
                </a:lnTo>
                <a:lnTo>
                  <a:pt x="31" y="288"/>
                </a:lnTo>
                <a:lnTo>
                  <a:pt x="29" y="287"/>
                </a:lnTo>
                <a:lnTo>
                  <a:pt x="28" y="287"/>
                </a:lnTo>
                <a:lnTo>
                  <a:pt x="27" y="287"/>
                </a:lnTo>
                <a:lnTo>
                  <a:pt x="27" y="286"/>
                </a:lnTo>
                <a:lnTo>
                  <a:pt x="26" y="286"/>
                </a:lnTo>
                <a:lnTo>
                  <a:pt x="25" y="285"/>
                </a:lnTo>
                <a:lnTo>
                  <a:pt x="25" y="284"/>
                </a:lnTo>
                <a:lnTo>
                  <a:pt x="26" y="283"/>
                </a:lnTo>
                <a:lnTo>
                  <a:pt x="26" y="282"/>
                </a:lnTo>
                <a:lnTo>
                  <a:pt x="26" y="281"/>
                </a:lnTo>
                <a:lnTo>
                  <a:pt x="26" y="280"/>
                </a:lnTo>
                <a:lnTo>
                  <a:pt x="25" y="280"/>
                </a:lnTo>
                <a:lnTo>
                  <a:pt x="24" y="280"/>
                </a:lnTo>
                <a:lnTo>
                  <a:pt x="24" y="279"/>
                </a:lnTo>
                <a:lnTo>
                  <a:pt x="24" y="278"/>
                </a:lnTo>
                <a:lnTo>
                  <a:pt x="24" y="277"/>
                </a:lnTo>
                <a:lnTo>
                  <a:pt x="24" y="276"/>
                </a:lnTo>
                <a:lnTo>
                  <a:pt x="25" y="275"/>
                </a:lnTo>
                <a:lnTo>
                  <a:pt x="25" y="274"/>
                </a:lnTo>
                <a:lnTo>
                  <a:pt x="24" y="273"/>
                </a:lnTo>
                <a:lnTo>
                  <a:pt x="24" y="272"/>
                </a:lnTo>
                <a:lnTo>
                  <a:pt x="24" y="271"/>
                </a:lnTo>
                <a:lnTo>
                  <a:pt x="25" y="270"/>
                </a:lnTo>
                <a:lnTo>
                  <a:pt x="25" y="269"/>
                </a:lnTo>
                <a:lnTo>
                  <a:pt x="26" y="269"/>
                </a:lnTo>
                <a:lnTo>
                  <a:pt x="26" y="268"/>
                </a:lnTo>
                <a:lnTo>
                  <a:pt x="25" y="267"/>
                </a:lnTo>
                <a:lnTo>
                  <a:pt x="25" y="266"/>
                </a:lnTo>
                <a:lnTo>
                  <a:pt x="24" y="265"/>
                </a:lnTo>
                <a:lnTo>
                  <a:pt x="24" y="262"/>
                </a:lnTo>
                <a:lnTo>
                  <a:pt x="25" y="262"/>
                </a:lnTo>
                <a:lnTo>
                  <a:pt x="25" y="261"/>
                </a:lnTo>
                <a:lnTo>
                  <a:pt x="25" y="260"/>
                </a:lnTo>
                <a:lnTo>
                  <a:pt x="26" y="260"/>
                </a:lnTo>
                <a:lnTo>
                  <a:pt x="27" y="260"/>
                </a:lnTo>
                <a:lnTo>
                  <a:pt x="27" y="259"/>
                </a:lnTo>
                <a:lnTo>
                  <a:pt x="27" y="260"/>
                </a:lnTo>
                <a:lnTo>
                  <a:pt x="28" y="260"/>
                </a:lnTo>
                <a:lnTo>
                  <a:pt x="29" y="260"/>
                </a:lnTo>
                <a:lnTo>
                  <a:pt x="29" y="259"/>
                </a:lnTo>
                <a:lnTo>
                  <a:pt x="30" y="259"/>
                </a:lnTo>
                <a:lnTo>
                  <a:pt x="30" y="258"/>
                </a:lnTo>
                <a:lnTo>
                  <a:pt x="30" y="257"/>
                </a:lnTo>
                <a:lnTo>
                  <a:pt x="30" y="256"/>
                </a:lnTo>
                <a:lnTo>
                  <a:pt x="30" y="255"/>
                </a:lnTo>
                <a:lnTo>
                  <a:pt x="30" y="254"/>
                </a:lnTo>
                <a:lnTo>
                  <a:pt x="30" y="253"/>
                </a:lnTo>
                <a:lnTo>
                  <a:pt x="30" y="252"/>
                </a:lnTo>
                <a:lnTo>
                  <a:pt x="30" y="251"/>
                </a:lnTo>
                <a:lnTo>
                  <a:pt x="31" y="251"/>
                </a:lnTo>
                <a:lnTo>
                  <a:pt x="31" y="250"/>
                </a:lnTo>
                <a:lnTo>
                  <a:pt x="32" y="250"/>
                </a:lnTo>
                <a:lnTo>
                  <a:pt x="33" y="250"/>
                </a:lnTo>
                <a:lnTo>
                  <a:pt x="34" y="250"/>
                </a:lnTo>
                <a:lnTo>
                  <a:pt x="35" y="250"/>
                </a:lnTo>
                <a:lnTo>
                  <a:pt x="36" y="250"/>
                </a:lnTo>
                <a:lnTo>
                  <a:pt x="37" y="250"/>
                </a:lnTo>
                <a:lnTo>
                  <a:pt x="38" y="250"/>
                </a:lnTo>
                <a:lnTo>
                  <a:pt x="39" y="249"/>
                </a:lnTo>
                <a:lnTo>
                  <a:pt x="40" y="248"/>
                </a:lnTo>
                <a:lnTo>
                  <a:pt x="40" y="247"/>
                </a:lnTo>
                <a:lnTo>
                  <a:pt x="41" y="246"/>
                </a:lnTo>
                <a:lnTo>
                  <a:pt x="42" y="246"/>
                </a:lnTo>
                <a:lnTo>
                  <a:pt x="43" y="245"/>
                </a:lnTo>
                <a:lnTo>
                  <a:pt x="44" y="245"/>
                </a:lnTo>
                <a:lnTo>
                  <a:pt x="45" y="245"/>
                </a:lnTo>
                <a:lnTo>
                  <a:pt x="45" y="244"/>
                </a:lnTo>
                <a:lnTo>
                  <a:pt x="46" y="244"/>
                </a:lnTo>
                <a:lnTo>
                  <a:pt x="46" y="243"/>
                </a:lnTo>
                <a:lnTo>
                  <a:pt x="47" y="243"/>
                </a:lnTo>
                <a:lnTo>
                  <a:pt x="47" y="242"/>
                </a:lnTo>
                <a:lnTo>
                  <a:pt x="47" y="241"/>
                </a:lnTo>
                <a:lnTo>
                  <a:pt x="48" y="238"/>
                </a:lnTo>
                <a:lnTo>
                  <a:pt x="49" y="236"/>
                </a:lnTo>
                <a:lnTo>
                  <a:pt x="49" y="235"/>
                </a:lnTo>
                <a:lnTo>
                  <a:pt x="50" y="235"/>
                </a:lnTo>
                <a:lnTo>
                  <a:pt x="51" y="235"/>
                </a:lnTo>
                <a:lnTo>
                  <a:pt x="52" y="235"/>
                </a:lnTo>
                <a:lnTo>
                  <a:pt x="53" y="235"/>
                </a:lnTo>
                <a:lnTo>
                  <a:pt x="54" y="236"/>
                </a:lnTo>
                <a:lnTo>
                  <a:pt x="55" y="236"/>
                </a:lnTo>
                <a:lnTo>
                  <a:pt x="57" y="235"/>
                </a:lnTo>
                <a:lnTo>
                  <a:pt x="58" y="235"/>
                </a:lnTo>
                <a:lnTo>
                  <a:pt x="58" y="234"/>
                </a:lnTo>
                <a:lnTo>
                  <a:pt x="57" y="233"/>
                </a:lnTo>
                <a:lnTo>
                  <a:pt x="57" y="232"/>
                </a:lnTo>
                <a:lnTo>
                  <a:pt x="58" y="231"/>
                </a:lnTo>
                <a:lnTo>
                  <a:pt x="57" y="230"/>
                </a:lnTo>
                <a:lnTo>
                  <a:pt x="57" y="229"/>
                </a:lnTo>
                <a:lnTo>
                  <a:pt x="58" y="228"/>
                </a:lnTo>
                <a:lnTo>
                  <a:pt x="59" y="229"/>
                </a:lnTo>
                <a:lnTo>
                  <a:pt x="60" y="229"/>
                </a:lnTo>
                <a:lnTo>
                  <a:pt x="60" y="228"/>
                </a:lnTo>
                <a:lnTo>
                  <a:pt x="61" y="228"/>
                </a:lnTo>
                <a:lnTo>
                  <a:pt x="61" y="227"/>
                </a:lnTo>
                <a:lnTo>
                  <a:pt x="61" y="226"/>
                </a:lnTo>
                <a:lnTo>
                  <a:pt x="61" y="225"/>
                </a:lnTo>
                <a:lnTo>
                  <a:pt x="61" y="224"/>
                </a:lnTo>
                <a:lnTo>
                  <a:pt x="61" y="223"/>
                </a:lnTo>
                <a:lnTo>
                  <a:pt x="63" y="223"/>
                </a:lnTo>
                <a:lnTo>
                  <a:pt x="63" y="222"/>
                </a:lnTo>
                <a:lnTo>
                  <a:pt x="61" y="222"/>
                </a:lnTo>
                <a:lnTo>
                  <a:pt x="61" y="221"/>
                </a:lnTo>
                <a:lnTo>
                  <a:pt x="60" y="221"/>
                </a:lnTo>
                <a:lnTo>
                  <a:pt x="59" y="221"/>
                </a:lnTo>
                <a:lnTo>
                  <a:pt x="59" y="220"/>
                </a:lnTo>
                <a:lnTo>
                  <a:pt x="58" y="219"/>
                </a:lnTo>
                <a:lnTo>
                  <a:pt x="58" y="218"/>
                </a:lnTo>
                <a:lnTo>
                  <a:pt x="58" y="217"/>
                </a:lnTo>
                <a:lnTo>
                  <a:pt x="59" y="216"/>
                </a:lnTo>
                <a:lnTo>
                  <a:pt x="59" y="215"/>
                </a:lnTo>
                <a:lnTo>
                  <a:pt x="59" y="214"/>
                </a:lnTo>
                <a:lnTo>
                  <a:pt x="60" y="214"/>
                </a:lnTo>
                <a:lnTo>
                  <a:pt x="60" y="213"/>
                </a:lnTo>
                <a:lnTo>
                  <a:pt x="61" y="213"/>
                </a:lnTo>
                <a:lnTo>
                  <a:pt x="61" y="212"/>
                </a:lnTo>
                <a:lnTo>
                  <a:pt x="61" y="211"/>
                </a:lnTo>
                <a:lnTo>
                  <a:pt x="61" y="210"/>
                </a:lnTo>
                <a:lnTo>
                  <a:pt x="61" y="209"/>
                </a:lnTo>
                <a:lnTo>
                  <a:pt x="63" y="209"/>
                </a:lnTo>
                <a:lnTo>
                  <a:pt x="63" y="208"/>
                </a:lnTo>
                <a:lnTo>
                  <a:pt x="64" y="208"/>
                </a:lnTo>
                <a:lnTo>
                  <a:pt x="64" y="207"/>
                </a:lnTo>
                <a:lnTo>
                  <a:pt x="65" y="207"/>
                </a:lnTo>
                <a:lnTo>
                  <a:pt x="65" y="206"/>
                </a:lnTo>
                <a:lnTo>
                  <a:pt x="66" y="205"/>
                </a:lnTo>
                <a:lnTo>
                  <a:pt x="67" y="204"/>
                </a:lnTo>
                <a:lnTo>
                  <a:pt x="67" y="203"/>
                </a:lnTo>
                <a:lnTo>
                  <a:pt x="66" y="203"/>
                </a:lnTo>
                <a:lnTo>
                  <a:pt x="66" y="202"/>
                </a:lnTo>
                <a:lnTo>
                  <a:pt x="66" y="201"/>
                </a:lnTo>
                <a:lnTo>
                  <a:pt x="67" y="201"/>
                </a:lnTo>
                <a:lnTo>
                  <a:pt x="68" y="201"/>
                </a:lnTo>
                <a:lnTo>
                  <a:pt x="68" y="200"/>
                </a:lnTo>
                <a:lnTo>
                  <a:pt x="69" y="200"/>
                </a:lnTo>
                <a:lnTo>
                  <a:pt x="69" y="199"/>
                </a:lnTo>
                <a:lnTo>
                  <a:pt x="69" y="198"/>
                </a:lnTo>
                <a:lnTo>
                  <a:pt x="69" y="197"/>
                </a:lnTo>
                <a:lnTo>
                  <a:pt x="70" y="197"/>
                </a:lnTo>
                <a:lnTo>
                  <a:pt x="70" y="196"/>
                </a:lnTo>
                <a:lnTo>
                  <a:pt x="70" y="195"/>
                </a:lnTo>
                <a:lnTo>
                  <a:pt x="70" y="194"/>
                </a:lnTo>
                <a:lnTo>
                  <a:pt x="70" y="193"/>
                </a:lnTo>
                <a:lnTo>
                  <a:pt x="69" y="193"/>
                </a:lnTo>
                <a:lnTo>
                  <a:pt x="69" y="192"/>
                </a:lnTo>
                <a:lnTo>
                  <a:pt x="70" y="192"/>
                </a:lnTo>
                <a:lnTo>
                  <a:pt x="71" y="191"/>
                </a:lnTo>
                <a:lnTo>
                  <a:pt x="71" y="190"/>
                </a:lnTo>
                <a:lnTo>
                  <a:pt x="71" y="188"/>
                </a:lnTo>
                <a:lnTo>
                  <a:pt x="71" y="187"/>
                </a:lnTo>
                <a:lnTo>
                  <a:pt x="71" y="186"/>
                </a:lnTo>
                <a:lnTo>
                  <a:pt x="70" y="184"/>
                </a:lnTo>
                <a:lnTo>
                  <a:pt x="70" y="183"/>
                </a:lnTo>
                <a:lnTo>
                  <a:pt x="69" y="183"/>
                </a:lnTo>
                <a:lnTo>
                  <a:pt x="68" y="182"/>
                </a:lnTo>
                <a:lnTo>
                  <a:pt x="68" y="181"/>
                </a:lnTo>
                <a:lnTo>
                  <a:pt x="69" y="181"/>
                </a:lnTo>
                <a:lnTo>
                  <a:pt x="69" y="180"/>
                </a:lnTo>
                <a:lnTo>
                  <a:pt x="69" y="179"/>
                </a:lnTo>
                <a:lnTo>
                  <a:pt x="70" y="179"/>
                </a:lnTo>
                <a:lnTo>
                  <a:pt x="73" y="177"/>
                </a:lnTo>
                <a:lnTo>
                  <a:pt x="74" y="177"/>
                </a:lnTo>
                <a:lnTo>
                  <a:pt x="75" y="177"/>
                </a:lnTo>
                <a:lnTo>
                  <a:pt x="76" y="177"/>
                </a:lnTo>
                <a:lnTo>
                  <a:pt x="77" y="177"/>
                </a:lnTo>
                <a:lnTo>
                  <a:pt x="77" y="176"/>
                </a:lnTo>
                <a:lnTo>
                  <a:pt x="78" y="176"/>
                </a:lnTo>
                <a:lnTo>
                  <a:pt x="79" y="175"/>
                </a:lnTo>
                <a:lnTo>
                  <a:pt x="80" y="175"/>
                </a:lnTo>
                <a:lnTo>
                  <a:pt x="80" y="174"/>
                </a:lnTo>
                <a:lnTo>
                  <a:pt x="82" y="172"/>
                </a:lnTo>
                <a:lnTo>
                  <a:pt x="83" y="172"/>
                </a:lnTo>
                <a:lnTo>
                  <a:pt x="83" y="171"/>
                </a:lnTo>
                <a:lnTo>
                  <a:pt x="83" y="170"/>
                </a:lnTo>
                <a:lnTo>
                  <a:pt x="83" y="169"/>
                </a:lnTo>
                <a:lnTo>
                  <a:pt x="83" y="168"/>
                </a:lnTo>
                <a:lnTo>
                  <a:pt x="84" y="168"/>
                </a:lnTo>
                <a:lnTo>
                  <a:pt x="85" y="168"/>
                </a:lnTo>
                <a:lnTo>
                  <a:pt x="85" y="167"/>
                </a:lnTo>
                <a:lnTo>
                  <a:pt x="85" y="166"/>
                </a:lnTo>
                <a:lnTo>
                  <a:pt x="85" y="165"/>
                </a:lnTo>
                <a:lnTo>
                  <a:pt x="85" y="164"/>
                </a:lnTo>
                <a:lnTo>
                  <a:pt x="84" y="163"/>
                </a:lnTo>
                <a:lnTo>
                  <a:pt x="85" y="163"/>
                </a:lnTo>
                <a:lnTo>
                  <a:pt x="85" y="162"/>
                </a:lnTo>
                <a:lnTo>
                  <a:pt x="86" y="161"/>
                </a:lnTo>
                <a:lnTo>
                  <a:pt x="86" y="160"/>
                </a:lnTo>
                <a:lnTo>
                  <a:pt x="87" y="160"/>
                </a:lnTo>
                <a:lnTo>
                  <a:pt x="87" y="159"/>
                </a:lnTo>
                <a:lnTo>
                  <a:pt x="87" y="158"/>
                </a:lnTo>
                <a:lnTo>
                  <a:pt x="88" y="157"/>
                </a:lnTo>
                <a:lnTo>
                  <a:pt x="88" y="156"/>
                </a:lnTo>
                <a:lnTo>
                  <a:pt x="89" y="156"/>
                </a:lnTo>
                <a:lnTo>
                  <a:pt x="89" y="155"/>
                </a:lnTo>
                <a:lnTo>
                  <a:pt x="89" y="154"/>
                </a:lnTo>
                <a:lnTo>
                  <a:pt x="90" y="154"/>
                </a:lnTo>
                <a:lnTo>
                  <a:pt x="89" y="154"/>
                </a:lnTo>
                <a:lnTo>
                  <a:pt x="89" y="153"/>
                </a:lnTo>
                <a:lnTo>
                  <a:pt x="89" y="152"/>
                </a:lnTo>
                <a:lnTo>
                  <a:pt x="89" y="151"/>
                </a:lnTo>
                <a:lnTo>
                  <a:pt x="90" y="150"/>
                </a:lnTo>
                <a:lnTo>
                  <a:pt x="91" y="150"/>
                </a:lnTo>
                <a:lnTo>
                  <a:pt x="91" y="149"/>
                </a:lnTo>
                <a:lnTo>
                  <a:pt x="92" y="148"/>
                </a:lnTo>
                <a:lnTo>
                  <a:pt x="90" y="148"/>
                </a:lnTo>
                <a:lnTo>
                  <a:pt x="89" y="148"/>
                </a:lnTo>
                <a:lnTo>
                  <a:pt x="88" y="148"/>
                </a:lnTo>
                <a:lnTo>
                  <a:pt x="88" y="147"/>
                </a:lnTo>
                <a:lnTo>
                  <a:pt x="87" y="147"/>
                </a:lnTo>
                <a:lnTo>
                  <a:pt x="86" y="146"/>
                </a:lnTo>
                <a:lnTo>
                  <a:pt x="86" y="145"/>
                </a:lnTo>
                <a:lnTo>
                  <a:pt x="87" y="145"/>
                </a:lnTo>
                <a:lnTo>
                  <a:pt x="87" y="144"/>
                </a:lnTo>
                <a:lnTo>
                  <a:pt x="87" y="143"/>
                </a:lnTo>
                <a:lnTo>
                  <a:pt x="86" y="143"/>
                </a:lnTo>
                <a:lnTo>
                  <a:pt x="85" y="144"/>
                </a:lnTo>
                <a:lnTo>
                  <a:pt x="85" y="145"/>
                </a:lnTo>
                <a:lnTo>
                  <a:pt x="84" y="145"/>
                </a:lnTo>
                <a:lnTo>
                  <a:pt x="84" y="144"/>
                </a:lnTo>
                <a:lnTo>
                  <a:pt x="84" y="143"/>
                </a:lnTo>
                <a:lnTo>
                  <a:pt x="84" y="142"/>
                </a:lnTo>
                <a:lnTo>
                  <a:pt x="84" y="141"/>
                </a:lnTo>
                <a:lnTo>
                  <a:pt x="83" y="141"/>
                </a:lnTo>
                <a:lnTo>
                  <a:pt x="82" y="141"/>
                </a:lnTo>
                <a:lnTo>
                  <a:pt x="81" y="141"/>
                </a:lnTo>
                <a:lnTo>
                  <a:pt x="80" y="141"/>
                </a:lnTo>
                <a:lnTo>
                  <a:pt x="80" y="140"/>
                </a:lnTo>
                <a:lnTo>
                  <a:pt x="81" y="140"/>
                </a:lnTo>
                <a:lnTo>
                  <a:pt x="82" y="139"/>
                </a:lnTo>
                <a:lnTo>
                  <a:pt x="82" y="138"/>
                </a:lnTo>
                <a:lnTo>
                  <a:pt x="83" y="137"/>
                </a:lnTo>
                <a:lnTo>
                  <a:pt x="84" y="136"/>
                </a:lnTo>
                <a:lnTo>
                  <a:pt x="85" y="136"/>
                </a:lnTo>
                <a:lnTo>
                  <a:pt x="86" y="136"/>
                </a:lnTo>
                <a:lnTo>
                  <a:pt x="88" y="136"/>
                </a:lnTo>
                <a:lnTo>
                  <a:pt x="88" y="135"/>
                </a:lnTo>
                <a:lnTo>
                  <a:pt x="89" y="135"/>
                </a:lnTo>
                <a:lnTo>
                  <a:pt x="89" y="136"/>
                </a:lnTo>
                <a:lnTo>
                  <a:pt x="90" y="136"/>
                </a:lnTo>
                <a:lnTo>
                  <a:pt x="91" y="136"/>
                </a:lnTo>
                <a:lnTo>
                  <a:pt x="91" y="135"/>
                </a:lnTo>
                <a:lnTo>
                  <a:pt x="92" y="135"/>
                </a:lnTo>
                <a:lnTo>
                  <a:pt x="93" y="135"/>
                </a:lnTo>
                <a:lnTo>
                  <a:pt x="94" y="135"/>
                </a:lnTo>
                <a:lnTo>
                  <a:pt x="94" y="136"/>
                </a:lnTo>
                <a:lnTo>
                  <a:pt x="95" y="136"/>
                </a:lnTo>
                <a:lnTo>
                  <a:pt x="96" y="136"/>
                </a:lnTo>
                <a:lnTo>
                  <a:pt x="97" y="136"/>
                </a:lnTo>
                <a:lnTo>
                  <a:pt x="99" y="136"/>
                </a:lnTo>
                <a:lnTo>
                  <a:pt x="100" y="136"/>
                </a:lnTo>
                <a:lnTo>
                  <a:pt x="101" y="136"/>
                </a:lnTo>
                <a:lnTo>
                  <a:pt x="101" y="135"/>
                </a:lnTo>
                <a:lnTo>
                  <a:pt x="102" y="135"/>
                </a:lnTo>
                <a:lnTo>
                  <a:pt x="102" y="134"/>
                </a:lnTo>
                <a:lnTo>
                  <a:pt x="103" y="133"/>
                </a:lnTo>
                <a:lnTo>
                  <a:pt x="103" y="131"/>
                </a:lnTo>
                <a:lnTo>
                  <a:pt x="103" y="130"/>
                </a:lnTo>
                <a:lnTo>
                  <a:pt x="104" y="129"/>
                </a:lnTo>
                <a:lnTo>
                  <a:pt x="105" y="129"/>
                </a:lnTo>
                <a:lnTo>
                  <a:pt x="106" y="128"/>
                </a:lnTo>
                <a:lnTo>
                  <a:pt x="107" y="128"/>
                </a:lnTo>
                <a:lnTo>
                  <a:pt x="108" y="128"/>
                </a:lnTo>
                <a:lnTo>
                  <a:pt x="109" y="127"/>
                </a:lnTo>
                <a:lnTo>
                  <a:pt x="109" y="126"/>
                </a:lnTo>
                <a:lnTo>
                  <a:pt x="109" y="125"/>
                </a:lnTo>
                <a:lnTo>
                  <a:pt x="108" y="125"/>
                </a:lnTo>
                <a:lnTo>
                  <a:pt x="108" y="124"/>
                </a:lnTo>
                <a:lnTo>
                  <a:pt x="108" y="123"/>
                </a:lnTo>
                <a:lnTo>
                  <a:pt x="108" y="122"/>
                </a:lnTo>
                <a:lnTo>
                  <a:pt x="109" y="120"/>
                </a:lnTo>
                <a:lnTo>
                  <a:pt x="109" y="119"/>
                </a:lnTo>
                <a:lnTo>
                  <a:pt x="109" y="117"/>
                </a:lnTo>
                <a:lnTo>
                  <a:pt x="108" y="116"/>
                </a:lnTo>
                <a:lnTo>
                  <a:pt x="109" y="115"/>
                </a:lnTo>
                <a:lnTo>
                  <a:pt x="110" y="116"/>
                </a:lnTo>
                <a:lnTo>
                  <a:pt x="110" y="117"/>
                </a:lnTo>
                <a:lnTo>
                  <a:pt x="111" y="117"/>
                </a:lnTo>
                <a:lnTo>
                  <a:pt x="112" y="117"/>
                </a:lnTo>
                <a:lnTo>
                  <a:pt x="112" y="115"/>
                </a:lnTo>
                <a:lnTo>
                  <a:pt x="111" y="115"/>
                </a:lnTo>
                <a:lnTo>
                  <a:pt x="110" y="115"/>
                </a:lnTo>
                <a:lnTo>
                  <a:pt x="110" y="114"/>
                </a:lnTo>
                <a:lnTo>
                  <a:pt x="109" y="114"/>
                </a:lnTo>
                <a:lnTo>
                  <a:pt x="109" y="113"/>
                </a:lnTo>
                <a:lnTo>
                  <a:pt x="110" y="113"/>
                </a:lnTo>
                <a:lnTo>
                  <a:pt x="111" y="113"/>
                </a:lnTo>
                <a:lnTo>
                  <a:pt x="112" y="113"/>
                </a:lnTo>
                <a:lnTo>
                  <a:pt x="113" y="112"/>
                </a:lnTo>
                <a:lnTo>
                  <a:pt x="114" y="111"/>
                </a:lnTo>
                <a:lnTo>
                  <a:pt x="115" y="111"/>
                </a:lnTo>
                <a:lnTo>
                  <a:pt x="116" y="111"/>
                </a:lnTo>
                <a:lnTo>
                  <a:pt x="117" y="111"/>
                </a:lnTo>
                <a:lnTo>
                  <a:pt x="117" y="112"/>
                </a:lnTo>
                <a:lnTo>
                  <a:pt x="118" y="112"/>
                </a:lnTo>
                <a:lnTo>
                  <a:pt x="119" y="112"/>
                </a:lnTo>
                <a:lnTo>
                  <a:pt x="122" y="113"/>
                </a:lnTo>
                <a:lnTo>
                  <a:pt x="123" y="113"/>
                </a:lnTo>
                <a:lnTo>
                  <a:pt x="125" y="114"/>
                </a:lnTo>
                <a:lnTo>
                  <a:pt x="126" y="114"/>
                </a:lnTo>
                <a:lnTo>
                  <a:pt x="127" y="114"/>
                </a:lnTo>
                <a:lnTo>
                  <a:pt x="127" y="113"/>
                </a:lnTo>
                <a:lnTo>
                  <a:pt x="128" y="113"/>
                </a:lnTo>
                <a:lnTo>
                  <a:pt x="129" y="114"/>
                </a:lnTo>
                <a:lnTo>
                  <a:pt x="130" y="114"/>
                </a:lnTo>
                <a:lnTo>
                  <a:pt x="132" y="114"/>
                </a:lnTo>
                <a:lnTo>
                  <a:pt x="133" y="115"/>
                </a:lnTo>
                <a:lnTo>
                  <a:pt x="134" y="116"/>
                </a:lnTo>
                <a:lnTo>
                  <a:pt x="134" y="117"/>
                </a:lnTo>
                <a:lnTo>
                  <a:pt x="135" y="117"/>
                </a:lnTo>
                <a:lnTo>
                  <a:pt x="138" y="118"/>
                </a:lnTo>
                <a:lnTo>
                  <a:pt x="140" y="119"/>
                </a:lnTo>
                <a:lnTo>
                  <a:pt x="141" y="119"/>
                </a:lnTo>
                <a:lnTo>
                  <a:pt x="143" y="118"/>
                </a:lnTo>
                <a:lnTo>
                  <a:pt x="143" y="117"/>
                </a:lnTo>
                <a:lnTo>
                  <a:pt x="144" y="116"/>
                </a:lnTo>
                <a:lnTo>
                  <a:pt x="145" y="115"/>
                </a:lnTo>
                <a:lnTo>
                  <a:pt x="146" y="115"/>
                </a:lnTo>
                <a:lnTo>
                  <a:pt x="146" y="116"/>
                </a:lnTo>
                <a:lnTo>
                  <a:pt x="147" y="116"/>
                </a:lnTo>
                <a:lnTo>
                  <a:pt x="149" y="117"/>
                </a:lnTo>
                <a:lnTo>
                  <a:pt x="149" y="116"/>
                </a:lnTo>
                <a:lnTo>
                  <a:pt x="150" y="116"/>
                </a:lnTo>
                <a:lnTo>
                  <a:pt x="151" y="116"/>
                </a:lnTo>
                <a:lnTo>
                  <a:pt x="152" y="116"/>
                </a:lnTo>
                <a:lnTo>
                  <a:pt x="153" y="116"/>
                </a:lnTo>
                <a:lnTo>
                  <a:pt x="153" y="117"/>
                </a:lnTo>
                <a:lnTo>
                  <a:pt x="154" y="117"/>
                </a:lnTo>
                <a:lnTo>
                  <a:pt x="154" y="116"/>
                </a:lnTo>
                <a:lnTo>
                  <a:pt x="154" y="114"/>
                </a:lnTo>
                <a:lnTo>
                  <a:pt x="154" y="113"/>
                </a:lnTo>
                <a:lnTo>
                  <a:pt x="153" y="112"/>
                </a:lnTo>
                <a:lnTo>
                  <a:pt x="153" y="111"/>
                </a:lnTo>
                <a:lnTo>
                  <a:pt x="155" y="109"/>
                </a:lnTo>
                <a:lnTo>
                  <a:pt x="156" y="109"/>
                </a:lnTo>
                <a:lnTo>
                  <a:pt x="156" y="108"/>
                </a:lnTo>
                <a:lnTo>
                  <a:pt x="157" y="106"/>
                </a:lnTo>
                <a:lnTo>
                  <a:pt x="157" y="105"/>
                </a:lnTo>
                <a:lnTo>
                  <a:pt x="157" y="102"/>
                </a:lnTo>
                <a:lnTo>
                  <a:pt x="157" y="98"/>
                </a:lnTo>
                <a:lnTo>
                  <a:pt x="159" y="96"/>
                </a:lnTo>
                <a:lnTo>
                  <a:pt x="160" y="95"/>
                </a:lnTo>
                <a:lnTo>
                  <a:pt x="162" y="93"/>
                </a:lnTo>
                <a:lnTo>
                  <a:pt x="163" y="92"/>
                </a:lnTo>
                <a:lnTo>
                  <a:pt x="163" y="91"/>
                </a:lnTo>
                <a:lnTo>
                  <a:pt x="164" y="89"/>
                </a:lnTo>
                <a:lnTo>
                  <a:pt x="164" y="88"/>
                </a:lnTo>
                <a:lnTo>
                  <a:pt x="164" y="87"/>
                </a:lnTo>
                <a:lnTo>
                  <a:pt x="165" y="87"/>
                </a:lnTo>
                <a:lnTo>
                  <a:pt x="166" y="86"/>
                </a:lnTo>
                <a:lnTo>
                  <a:pt x="166" y="85"/>
                </a:lnTo>
                <a:lnTo>
                  <a:pt x="167" y="85"/>
                </a:lnTo>
                <a:lnTo>
                  <a:pt x="167" y="84"/>
                </a:lnTo>
                <a:lnTo>
                  <a:pt x="167" y="83"/>
                </a:lnTo>
                <a:lnTo>
                  <a:pt x="168" y="83"/>
                </a:lnTo>
                <a:lnTo>
                  <a:pt x="168" y="82"/>
                </a:lnTo>
                <a:lnTo>
                  <a:pt x="169" y="81"/>
                </a:lnTo>
                <a:lnTo>
                  <a:pt x="170" y="80"/>
                </a:lnTo>
                <a:lnTo>
                  <a:pt x="170" y="79"/>
                </a:lnTo>
                <a:lnTo>
                  <a:pt x="171" y="78"/>
                </a:lnTo>
                <a:lnTo>
                  <a:pt x="172" y="77"/>
                </a:lnTo>
                <a:lnTo>
                  <a:pt x="172" y="76"/>
                </a:lnTo>
                <a:lnTo>
                  <a:pt x="172" y="75"/>
                </a:lnTo>
                <a:lnTo>
                  <a:pt x="173" y="75"/>
                </a:lnTo>
                <a:lnTo>
                  <a:pt x="173" y="74"/>
                </a:lnTo>
                <a:lnTo>
                  <a:pt x="173" y="73"/>
                </a:lnTo>
                <a:lnTo>
                  <a:pt x="174" y="73"/>
                </a:lnTo>
                <a:lnTo>
                  <a:pt x="175" y="72"/>
                </a:lnTo>
                <a:lnTo>
                  <a:pt x="176" y="71"/>
                </a:lnTo>
                <a:lnTo>
                  <a:pt x="176" y="70"/>
                </a:lnTo>
                <a:lnTo>
                  <a:pt x="176" y="69"/>
                </a:lnTo>
                <a:lnTo>
                  <a:pt x="176" y="68"/>
                </a:lnTo>
                <a:lnTo>
                  <a:pt x="177" y="68"/>
                </a:lnTo>
                <a:lnTo>
                  <a:pt x="178" y="67"/>
                </a:lnTo>
                <a:lnTo>
                  <a:pt x="178" y="66"/>
                </a:lnTo>
                <a:lnTo>
                  <a:pt x="179" y="66"/>
                </a:lnTo>
                <a:lnTo>
                  <a:pt x="179" y="65"/>
                </a:lnTo>
                <a:lnTo>
                  <a:pt x="180" y="64"/>
                </a:lnTo>
                <a:lnTo>
                  <a:pt x="180" y="63"/>
                </a:lnTo>
                <a:lnTo>
                  <a:pt x="181" y="63"/>
                </a:lnTo>
                <a:lnTo>
                  <a:pt x="180" y="62"/>
                </a:lnTo>
                <a:lnTo>
                  <a:pt x="180" y="61"/>
                </a:lnTo>
                <a:lnTo>
                  <a:pt x="181" y="60"/>
                </a:lnTo>
                <a:lnTo>
                  <a:pt x="181" y="59"/>
                </a:lnTo>
                <a:lnTo>
                  <a:pt x="182" y="59"/>
                </a:lnTo>
                <a:lnTo>
                  <a:pt x="183" y="58"/>
                </a:lnTo>
                <a:lnTo>
                  <a:pt x="184" y="57"/>
                </a:lnTo>
                <a:lnTo>
                  <a:pt x="185" y="57"/>
                </a:lnTo>
                <a:lnTo>
                  <a:pt x="185" y="56"/>
                </a:lnTo>
                <a:lnTo>
                  <a:pt x="186" y="56"/>
                </a:lnTo>
                <a:lnTo>
                  <a:pt x="187" y="55"/>
                </a:lnTo>
                <a:lnTo>
                  <a:pt x="187" y="54"/>
                </a:lnTo>
                <a:lnTo>
                  <a:pt x="186" y="54"/>
                </a:lnTo>
                <a:lnTo>
                  <a:pt x="186" y="53"/>
                </a:lnTo>
                <a:lnTo>
                  <a:pt x="187" y="52"/>
                </a:lnTo>
                <a:lnTo>
                  <a:pt x="188" y="51"/>
                </a:lnTo>
                <a:lnTo>
                  <a:pt x="188" y="50"/>
                </a:lnTo>
                <a:lnTo>
                  <a:pt x="189" y="50"/>
                </a:lnTo>
                <a:lnTo>
                  <a:pt x="190" y="50"/>
                </a:lnTo>
                <a:lnTo>
                  <a:pt x="190" y="51"/>
                </a:lnTo>
                <a:lnTo>
                  <a:pt x="191" y="51"/>
                </a:lnTo>
                <a:lnTo>
                  <a:pt x="192" y="51"/>
                </a:lnTo>
                <a:lnTo>
                  <a:pt x="192" y="50"/>
                </a:lnTo>
                <a:lnTo>
                  <a:pt x="195" y="48"/>
                </a:lnTo>
                <a:lnTo>
                  <a:pt x="196" y="47"/>
                </a:lnTo>
                <a:lnTo>
                  <a:pt x="197" y="47"/>
                </a:lnTo>
                <a:lnTo>
                  <a:pt x="201" y="46"/>
                </a:lnTo>
                <a:lnTo>
                  <a:pt x="202" y="46"/>
                </a:lnTo>
                <a:lnTo>
                  <a:pt x="205" y="48"/>
                </a:lnTo>
                <a:lnTo>
                  <a:pt x="208" y="50"/>
                </a:lnTo>
                <a:lnTo>
                  <a:pt x="209" y="50"/>
                </a:lnTo>
                <a:lnTo>
                  <a:pt x="210" y="50"/>
                </a:lnTo>
                <a:lnTo>
                  <a:pt x="211" y="51"/>
                </a:lnTo>
                <a:lnTo>
                  <a:pt x="212" y="51"/>
                </a:lnTo>
                <a:lnTo>
                  <a:pt x="214" y="52"/>
                </a:lnTo>
                <a:lnTo>
                  <a:pt x="216" y="52"/>
                </a:lnTo>
                <a:lnTo>
                  <a:pt x="217" y="52"/>
                </a:lnTo>
                <a:lnTo>
                  <a:pt x="217" y="53"/>
                </a:lnTo>
                <a:lnTo>
                  <a:pt x="218" y="54"/>
                </a:lnTo>
                <a:lnTo>
                  <a:pt x="219" y="54"/>
                </a:lnTo>
                <a:lnTo>
                  <a:pt x="220" y="55"/>
                </a:lnTo>
                <a:lnTo>
                  <a:pt x="221" y="56"/>
                </a:lnTo>
                <a:lnTo>
                  <a:pt x="222" y="57"/>
                </a:lnTo>
                <a:lnTo>
                  <a:pt x="224" y="58"/>
                </a:lnTo>
                <a:lnTo>
                  <a:pt x="226" y="60"/>
                </a:lnTo>
                <a:lnTo>
                  <a:pt x="227" y="60"/>
                </a:lnTo>
                <a:lnTo>
                  <a:pt x="228" y="60"/>
                </a:lnTo>
                <a:lnTo>
                  <a:pt x="230" y="59"/>
                </a:lnTo>
                <a:lnTo>
                  <a:pt x="231" y="58"/>
                </a:lnTo>
                <a:lnTo>
                  <a:pt x="232" y="58"/>
                </a:lnTo>
                <a:lnTo>
                  <a:pt x="234" y="57"/>
                </a:lnTo>
                <a:lnTo>
                  <a:pt x="236" y="56"/>
                </a:lnTo>
                <a:lnTo>
                  <a:pt x="237" y="56"/>
                </a:lnTo>
                <a:lnTo>
                  <a:pt x="237" y="55"/>
                </a:lnTo>
                <a:lnTo>
                  <a:pt x="237" y="54"/>
                </a:lnTo>
                <a:lnTo>
                  <a:pt x="238" y="54"/>
                </a:lnTo>
                <a:lnTo>
                  <a:pt x="238" y="53"/>
                </a:lnTo>
                <a:lnTo>
                  <a:pt x="238" y="52"/>
                </a:lnTo>
                <a:lnTo>
                  <a:pt x="238" y="51"/>
                </a:lnTo>
                <a:lnTo>
                  <a:pt x="239" y="51"/>
                </a:lnTo>
                <a:lnTo>
                  <a:pt x="239" y="50"/>
                </a:lnTo>
                <a:lnTo>
                  <a:pt x="239" y="49"/>
                </a:lnTo>
                <a:lnTo>
                  <a:pt x="239" y="48"/>
                </a:lnTo>
                <a:lnTo>
                  <a:pt x="240" y="48"/>
                </a:lnTo>
                <a:lnTo>
                  <a:pt x="240" y="47"/>
                </a:lnTo>
                <a:lnTo>
                  <a:pt x="240" y="46"/>
                </a:lnTo>
                <a:lnTo>
                  <a:pt x="241" y="46"/>
                </a:lnTo>
                <a:lnTo>
                  <a:pt x="241" y="45"/>
                </a:lnTo>
                <a:lnTo>
                  <a:pt x="241" y="44"/>
                </a:lnTo>
                <a:lnTo>
                  <a:pt x="241" y="43"/>
                </a:lnTo>
                <a:lnTo>
                  <a:pt x="242" y="43"/>
                </a:lnTo>
                <a:lnTo>
                  <a:pt x="243" y="42"/>
                </a:lnTo>
                <a:lnTo>
                  <a:pt x="244" y="42"/>
                </a:lnTo>
                <a:lnTo>
                  <a:pt x="245" y="42"/>
                </a:lnTo>
                <a:lnTo>
                  <a:pt x="245" y="41"/>
                </a:lnTo>
                <a:lnTo>
                  <a:pt x="246" y="41"/>
                </a:lnTo>
                <a:lnTo>
                  <a:pt x="247" y="41"/>
                </a:lnTo>
                <a:lnTo>
                  <a:pt x="248" y="41"/>
                </a:lnTo>
                <a:lnTo>
                  <a:pt x="249" y="40"/>
                </a:lnTo>
                <a:lnTo>
                  <a:pt x="250" y="40"/>
                </a:lnTo>
                <a:lnTo>
                  <a:pt x="251" y="40"/>
                </a:lnTo>
                <a:lnTo>
                  <a:pt x="252" y="40"/>
                </a:lnTo>
                <a:lnTo>
                  <a:pt x="253" y="39"/>
                </a:lnTo>
                <a:lnTo>
                  <a:pt x="255" y="39"/>
                </a:lnTo>
                <a:lnTo>
                  <a:pt x="256" y="39"/>
                </a:lnTo>
                <a:lnTo>
                  <a:pt x="257" y="39"/>
                </a:lnTo>
                <a:lnTo>
                  <a:pt x="258" y="39"/>
                </a:lnTo>
                <a:lnTo>
                  <a:pt x="260" y="38"/>
                </a:lnTo>
                <a:lnTo>
                  <a:pt x="261" y="38"/>
                </a:lnTo>
                <a:lnTo>
                  <a:pt x="262" y="38"/>
                </a:lnTo>
                <a:lnTo>
                  <a:pt x="262" y="37"/>
                </a:lnTo>
                <a:lnTo>
                  <a:pt x="263" y="37"/>
                </a:lnTo>
                <a:lnTo>
                  <a:pt x="264" y="37"/>
                </a:lnTo>
                <a:lnTo>
                  <a:pt x="265" y="37"/>
                </a:lnTo>
                <a:lnTo>
                  <a:pt x="266" y="36"/>
                </a:lnTo>
                <a:lnTo>
                  <a:pt x="267" y="36"/>
                </a:lnTo>
                <a:lnTo>
                  <a:pt x="268" y="36"/>
                </a:lnTo>
                <a:lnTo>
                  <a:pt x="269" y="36"/>
                </a:lnTo>
                <a:lnTo>
                  <a:pt x="270" y="36"/>
                </a:lnTo>
                <a:lnTo>
                  <a:pt x="271" y="35"/>
                </a:lnTo>
                <a:lnTo>
                  <a:pt x="272" y="35"/>
                </a:lnTo>
                <a:lnTo>
                  <a:pt x="273" y="34"/>
                </a:lnTo>
                <a:lnTo>
                  <a:pt x="273" y="36"/>
                </a:lnTo>
                <a:lnTo>
                  <a:pt x="274" y="36"/>
                </a:lnTo>
                <a:lnTo>
                  <a:pt x="274" y="37"/>
                </a:lnTo>
                <a:lnTo>
                  <a:pt x="275" y="37"/>
                </a:lnTo>
                <a:lnTo>
                  <a:pt x="276" y="38"/>
                </a:lnTo>
                <a:lnTo>
                  <a:pt x="276" y="39"/>
                </a:lnTo>
                <a:lnTo>
                  <a:pt x="276" y="40"/>
                </a:lnTo>
                <a:lnTo>
                  <a:pt x="277" y="41"/>
                </a:lnTo>
                <a:lnTo>
                  <a:pt x="277" y="42"/>
                </a:lnTo>
                <a:lnTo>
                  <a:pt x="277" y="43"/>
                </a:lnTo>
                <a:lnTo>
                  <a:pt x="278" y="43"/>
                </a:lnTo>
                <a:lnTo>
                  <a:pt x="278" y="44"/>
                </a:lnTo>
                <a:lnTo>
                  <a:pt x="279" y="44"/>
                </a:lnTo>
                <a:lnTo>
                  <a:pt x="280" y="44"/>
                </a:lnTo>
                <a:lnTo>
                  <a:pt x="281" y="44"/>
                </a:lnTo>
                <a:lnTo>
                  <a:pt x="282" y="44"/>
                </a:lnTo>
                <a:lnTo>
                  <a:pt x="283" y="44"/>
                </a:lnTo>
                <a:lnTo>
                  <a:pt x="283" y="45"/>
                </a:lnTo>
                <a:lnTo>
                  <a:pt x="285" y="44"/>
                </a:lnTo>
                <a:lnTo>
                  <a:pt x="286" y="44"/>
                </a:lnTo>
                <a:lnTo>
                  <a:pt x="287" y="44"/>
                </a:lnTo>
                <a:lnTo>
                  <a:pt x="288" y="44"/>
                </a:lnTo>
                <a:lnTo>
                  <a:pt x="289" y="44"/>
                </a:lnTo>
                <a:lnTo>
                  <a:pt x="290" y="44"/>
                </a:lnTo>
                <a:lnTo>
                  <a:pt x="291" y="43"/>
                </a:lnTo>
                <a:lnTo>
                  <a:pt x="292" y="43"/>
                </a:lnTo>
                <a:lnTo>
                  <a:pt x="293" y="43"/>
                </a:lnTo>
                <a:lnTo>
                  <a:pt x="294" y="43"/>
                </a:lnTo>
                <a:lnTo>
                  <a:pt x="295" y="43"/>
                </a:lnTo>
                <a:lnTo>
                  <a:pt x="295" y="42"/>
                </a:lnTo>
                <a:lnTo>
                  <a:pt x="296" y="42"/>
                </a:lnTo>
                <a:lnTo>
                  <a:pt x="297" y="42"/>
                </a:lnTo>
                <a:lnTo>
                  <a:pt x="298" y="42"/>
                </a:lnTo>
                <a:lnTo>
                  <a:pt x="298" y="43"/>
                </a:lnTo>
                <a:lnTo>
                  <a:pt x="298" y="42"/>
                </a:lnTo>
                <a:lnTo>
                  <a:pt x="299" y="42"/>
                </a:lnTo>
                <a:lnTo>
                  <a:pt x="300" y="42"/>
                </a:lnTo>
                <a:lnTo>
                  <a:pt x="300" y="41"/>
                </a:lnTo>
                <a:lnTo>
                  <a:pt x="301" y="41"/>
                </a:lnTo>
                <a:lnTo>
                  <a:pt x="302" y="41"/>
                </a:lnTo>
                <a:lnTo>
                  <a:pt x="302" y="40"/>
                </a:lnTo>
                <a:lnTo>
                  <a:pt x="303" y="39"/>
                </a:lnTo>
                <a:lnTo>
                  <a:pt x="303" y="38"/>
                </a:lnTo>
                <a:lnTo>
                  <a:pt x="304" y="38"/>
                </a:lnTo>
                <a:lnTo>
                  <a:pt x="305" y="38"/>
                </a:lnTo>
                <a:lnTo>
                  <a:pt x="305" y="37"/>
                </a:lnTo>
                <a:lnTo>
                  <a:pt x="306" y="37"/>
                </a:lnTo>
                <a:lnTo>
                  <a:pt x="307" y="36"/>
                </a:lnTo>
                <a:lnTo>
                  <a:pt x="307" y="35"/>
                </a:lnTo>
                <a:lnTo>
                  <a:pt x="308" y="35"/>
                </a:lnTo>
                <a:lnTo>
                  <a:pt x="309" y="35"/>
                </a:lnTo>
                <a:lnTo>
                  <a:pt x="310" y="34"/>
                </a:lnTo>
                <a:lnTo>
                  <a:pt x="310" y="33"/>
                </a:lnTo>
                <a:lnTo>
                  <a:pt x="311" y="33"/>
                </a:lnTo>
                <a:lnTo>
                  <a:pt x="311" y="32"/>
                </a:lnTo>
                <a:lnTo>
                  <a:pt x="311" y="31"/>
                </a:lnTo>
                <a:lnTo>
                  <a:pt x="312" y="31"/>
                </a:lnTo>
                <a:lnTo>
                  <a:pt x="313" y="31"/>
                </a:lnTo>
                <a:lnTo>
                  <a:pt x="315" y="30"/>
                </a:lnTo>
                <a:lnTo>
                  <a:pt x="316" y="29"/>
                </a:lnTo>
                <a:lnTo>
                  <a:pt x="317" y="29"/>
                </a:lnTo>
                <a:lnTo>
                  <a:pt x="318" y="29"/>
                </a:lnTo>
                <a:lnTo>
                  <a:pt x="319" y="28"/>
                </a:lnTo>
                <a:lnTo>
                  <a:pt x="319" y="27"/>
                </a:lnTo>
                <a:lnTo>
                  <a:pt x="320" y="27"/>
                </a:lnTo>
                <a:lnTo>
                  <a:pt x="321" y="26"/>
                </a:lnTo>
                <a:lnTo>
                  <a:pt x="321" y="25"/>
                </a:lnTo>
                <a:lnTo>
                  <a:pt x="321" y="24"/>
                </a:lnTo>
                <a:lnTo>
                  <a:pt x="322" y="23"/>
                </a:lnTo>
                <a:lnTo>
                  <a:pt x="322" y="24"/>
                </a:lnTo>
                <a:lnTo>
                  <a:pt x="323" y="24"/>
                </a:lnTo>
                <a:lnTo>
                  <a:pt x="323" y="25"/>
                </a:lnTo>
                <a:lnTo>
                  <a:pt x="324" y="25"/>
                </a:lnTo>
                <a:lnTo>
                  <a:pt x="324" y="26"/>
                </a:lnTo>
                <a:lnTo>
                  <a:pt x="325" y="26"/>
                </a:lnTo>
                <a:lnTo>
                  <a:pt x="325" y="27"/>
                </a:lnTo>
                <a:lnTo>
                  <a:pt x="325" y="28"/>
                </a:lnTo>
                <a:lnTo>
                  <a:pt x="326" y="28"/>
                </a:lnTo>
                <a:lnTo>
                  <a:pt x="327" y="29"/>
                </a:lnTo>
                <a:lnTo>
                  <a:pt x="328" y="30"/>
                </a:lnTo>
                <a:lnTo>
                  <a:pt x="328" y="31"/>
                </a:lnTo>
                <a:lnTo>
                  <a:pt x="329" y="30"/>
                </a:lnTo>
                <a:lnTo>
                  <a:pt x="331" y="29"/>
                </a:lnTo>
                <a:lnTo>
                  <a:pt x="331" y="28"/>
                </a:lnTo>
                <a:lnTo>
                  <a:pt x="332" y="27"/>
                </a:lnTo>
                <a:lnTo>
                  <a:pt x="333" y="27"/>
                </a:lnTo>
                <a:lnTo>
                  <a:pt x="333" y="26"/>
                </a:lnTo>
                <a:lnTo>
                  <a:pt x="333" y="27"/>
                </a:lnTo>
                <a:lnTo>
                  <a:pt x="334" y="26"/>
                </a:lnTo>
                <a:lnTo>
                  <a:pt x="335" y="25"/>
                </a:lnTo>
                <a:lnTo>
                  <a:pt x="335" y="24"/>
                </a:lnTo>
                <a:lnTo>
                  <a:pt x="336" y="24"/>
                </a:lnTo>
                <a:lnTo>
                  <a:pt x="336" y="23"/>
                </a:lnTo>
                <a:lnTo>
                  <a:pt x="337" y="23"/>
                </a:lnTo>
                <a:lnTo>
                  <a:pt x="338" y="23"/>
                </a:lnTo>
                <a:lnTo>
                  <a:pt x="339" y="23"/>
                </a:lnTo>
                <a:lnTo>
                  <a:pt x="341" y="23"/>
                </a:lnTo>
                <a:lnTo>
                  <a:pt x="342" y="23"/>
                </a:lnTo>
                <a:lnTo>
                  <a:pt x="343" y="23"/>
                </a:lnTo>
                <a:lnTo>
                  <a:pt x="345" y="23"/>
                </a:lnTo>
                <a:lnTo>
                  <a:pt x="347" y="21"/>
                </a:lnTo>
                <a:lnTo>
                  <a:pt x="348" y="20"/>
                </a:lnTo>
                <a:lnTo>
                  <a:pt x="347" y="20"/>
                </a:lnTo>
                <a:lnTo>
                  <a:pt x="347" y="19"/>
                </a:lnTo>
                <a:lnTo>
                  <a:pt x="347" y="17"/>
                </a:lnTo>
                <a:lnTo>
                  <a:pt x="346" y="17"/>
                </a:lnTo>
                <a:lnTo>
                  <a:pt x="345" y="16"/>
                </a:lnTo>
                <a:lnTo>
                  <a:pt x="345" y="15"/>
                </a:lnTo>
                <a:lnTo>
                  <a:pt x="344" y="15"/>
                </a:lnTo>
                <a:lnTo>
                  <a:pt x="344" y="14"/>
                </a:lnTo>
                <a:lnTo>
                  <a:pt x="345" y="13"/>
                </a:lnTo>
                <a:lnTo>
                  <a:pt x="346" y="12"/>
                </a:lnTo>
                <a:lnTo>
                  <a:pt x="346" y="11"/>
                </a:lnTo>
                <a:lnTo>
                  <a:pt x="346" y="9"/>
                </a:lnTo>
                <a:lnTo>
                  <a:pt x="346" y="8"/>
                </a:lnTo>
                <a:lnTo>
                  <a:pt x="346" y="7"/>
                </a:lnTo>
                <a:lnTo>
                  <a:pt x="346" y="6"/>
                </a:lnTo>
                <a:lnTo>
                  <a:pt x="346" y="5"/>
                </a:lnTo>
                <a:lnTo>
                  <a:pt x="346" y="3"/>
                </a:lnTo>
                <a:lnTo>
                  <a:pt x="346" y="2"/>
                </a:lnTo>
                <a:lnTo>
                  <a:pt x="347" y="2"/>
                </a:lnTo>
                <a:lnTo>
                  <a:pt x="348" y="2"/>
                </a:lnTo>
                <a:lnTo>
                  <a:pt x="348" y="1"/>
                </a:lnTo>
                <a:lnTo>
                  <a:pt x="349" y="1"/>
                </a:lnTo>
                <a:lnTo>
                  <a:pt x="350" y="1"/>
                </a:lnTo>
                <a:lnTo>
                  <a:pt x="351" y="1"/>
                </a:lnTo>
                <a:lnTo>
                  <a:pt x="352" y="1"/>
                </a:lnTo>
                <a:lnTo>
                  <a:pt x="352" y="0"/>
                </a:lnTo>
                <a:lnTo>
                  <a:pt x="352" y="1"/>
                </a:lnTo>
                <a:lnTo>
                  <a:pt x="35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10" name=""/>
          <p:cNvSpPr/>
          <p:nvPr/>
        </p:nvSpPr>
        <p:spPr>
          <a:xfrm>
            <a:off x="6222960" y="1028520"/>
            <a:ext cx="937800" cy="586800"/>
          </a:xfrm>
          <a:custGeom>
            <a:avLst/>
            <a:gdLst/>
            <a:ahLst/>
            <a:rect l="0" t="0" r="r" b="b"/>
            <a:pathLst>
              <a:path w="2605" h="1630">
                <a:moveTo>
                  <a:pt x="2192" y="0"/>
                </a:moveTo>
                <a:lnTo>
                  <a:pt x="2193" y="1"/>
                </a:lnTo>
                <a:lnTo>
                  <a:pt x="2193" y="2"/>
                </a:lnTo>
                <a:lnTo>
                  <a:pt x="2193" y="1"/>
                </a:lnTo>
                <a:lnTo>
                  <a:pt x="2194" y="1"/>
                </a:lnTo>
                <a:lnTo>
                  <a:pt x="2195" y="1"/>
                </a:lnTo>
                <a:lnTo>
                  <a:pt x="2195" y="2"/>
                </a:lnTo>
                <a:lnTo>
                  <a:pt x="2196" y="3"/>
                </a:lnTo>
                <a:lnTo>
                  <a:pt x="2196" y="4"/>
                </a:lnTo>
                <a:lnTo>
                  <a:pt x="2197" y="4"/>
                </a:lnTo>
                <a:lnTo>
                  <a:pt x="2198" y="4"/>
                </a:lnTo>
                <a:lnTo>
                  <a:pt x="2198" y="3"/>
                </a:lnTo>
                <a:lnTo>
                  <a:pt x="2199" y="4"/>
                </a:lnTo>
                <a:lnTo>
                  <a:pt x="2199" y="5"/>
                </a:lnTo>
                <a:lnTo>
                  <a:pt x="2200" y="5"/>
                </a:lnTo>
                <a:lnTo>
                  <a:pt x="2200" y="6"/>
                </a:lnTo>
                <a:lnTo>
                  <a:pt x="2201" y="6"/>
                </a:lnTo>
                <a:lnTo>
                  <a:pt x="2201" y="7"/>
                </a:lnTo>
                <a:lnTo>
                  <a:pt x="2202" y="7"/>
                </a:lnTo>
                <a:lnTo>
                  <a:pt x="2204" y="7"/>
                </a:lnTo>
                <a:lnTo>
                  <a:pt x="2205" y="7"/>
                </a:lnTo>
                <a:lnTo>
                  <a:pt x="2206" y="8"/>
                </a:lnTo>
                <a:lnTo>
                  <a:pt x="2207" y="9"/>
                </a:lnTo>
                <a:lnTo>
                  <a:pt x="2208" y="9"/>
                </a:lnTo>
                <a:lnTo>
                  <a:pt x="2208" y="10"/>
                </a:lnTo>
                <a:lnTo>
                  <a:pt x="2208" y="11"/>
                </a:lnTo>
                <a:lnTo>
                  <a:pt x="2208" y="12"/>
                </a:lnTo>
                <a:lnTo>
                  <a:pt x="2207" y="12"/>
                </a:lnTo>
                <a:lnTo>
                  <a:pt x="2207" y="13"/>
                </a:lnTo>
                <a:lnTo>
                  <a:pt x="2208" y="13"/>
                </a:lnTo>
                <a:lnTo>
                  <a:pt x="2208" y="14"/>
                </a:lnTo>
                <a:lnTo>
                  <a:pt x="2207" y="14"/>
                </a:lnTo>
                <a:lnTo>
                  <a:pt x="2206" y="14"/>
                </a:lnTo>
                <a:lnTo>
                  <a:pt x="2206" y="15"/>
                </a:lnTo>
                <a:lnTo>
                  <a:pt x="2206" y="16"/>
                </a:lnTo>
                <a:lnTo>
                  <a:pt x="2207" y="17"/>
                </a:lnTo>
                <a:lnTo>
                  <a:pt x="2208" y="17"/>
                </a:lnTo>
                <a:lnTo>
                  <a:pt x="2209" y="17"/>
                </a:lnTo>
                <a:lnTo>
                  <a:pt x="2210" y="18"/>
                </a:lnTo>
                <a:lnTo>
                  <a:pt x="2211" y="18"/>
                </a:lnTo>
                <a:lnTo>
                  <a:pt x="2211" y="19"/>
                </a:lnTo>
                <a:lnTo>
                  <a:pt x="2212" y="19"/>
                </a:lnTo>
                <a:lnTo>
                  <a:pt x="2213" y="19"/>
                </a:lnTo>
                <a:lnTo>
                  <a:pt x="2214" y="19"/>
                </a:lnTo>
                <a:lnTo>
                  <a:pt x="2215" y="19"/>
                </a:lnTo>
                <a:lnTo>
                  <a:pt x="2215" y="20"/>
                </a:lnTo>
                <a:lnTo>
                  <a:pt x="2216" y="21"/>
                </a:lnTo>
                <a:lnTo>
                  <a:pt x="2216" y="22"/>
                </a:lnTo>
                <a:lnTo>
                  <a:pt x="2217" y="22"/>
                </a:lnTo>
                <a:lnTo>
                  <a:pt x="2217" y="23"/>
                </a:lnTo>
                <a:lnTo>
                  <a:pt x="2218" y="23"/>
                </a:lnTo>
                <a:lnTo>
                  <a:pt x="2217" y="24"/>
                </a:lnTo>
                <a:lnTo>
                  <a:pt x="2216" y="25"/>
                </a:lnTo>
                <a:lnTo>
                  <a:pt x="2217" y="25"/>
                </a:lnTo>
                <a:lnTo>
                  <a:pt x="2218" y="26"/>
                </a:lnTo>
                <a:lnTo>
                  <a:pt x="2219" y="26"/>
                </a:lnTo>
                <a:lnTo>
                  <a:pt x="2220" y="27"/>
                </a:lnTo>
                <a:lnTo>
                  <a:pt x="2221" y="27"/>
                </a:lnTo>
                <a:lnTo>
                  <a:pt x="2221" y="28"/>
                </a:lnTo>
                <a:lnTo>
                  <a:pt x="2220" y="28"/>
                </a:lnTo>
                <a:lnTo>
                  <a:pt x="2220" y="29"/>
                </a:lnTo>
                <a:lnTo>
                  <a:pt x="2219" y="29"/>
                </a:lnTo>
                <a:lnTo>
                  <a:pt x="2219" y="30"/>
                </a:lnTo>
                <a:lnTo>
                  <a:pt x="2218" y="30"/>
                </a:lnTo>
                <a:lnTo>
                  <a:pt x="2218" y="31"/>
                </a:lnTo>
                <a:lnTo>
                  <a:pt x="2218" y="32"/>
                </a:lnTo>
                <a:lnTo>
                  <a:pt x="2217" y="32"/>
                </a:lnTo>
                <a:lnTo>
                  <a:pt x="2216" y="32"/>
                </a:lnTo>
                <a:lnTo>
                  <a:pt x="2216" y="33"/>
                </a:lnTo>
                <a:lnTo>
                  <a:pt x="2215" y="33"/>
                </a:lnTo>
                <a:lnTo>
                  <a:pt x="2214" y="34"/>
                </a:lnTo>
                <a:lnTo>
                  <a:pt x="2213" y="34"/>
                </a:lnTo>
                <a:lnTo>
                  <a:pt x="2212" y="34"/>
                </a:lnTo>
                <a:lnTo>
                  <a:pt x="2211" y="34"/>
                </a:lnTo>
                <a:lnTo>
                  <a:pt x="2211" y="35"/>
                </a:lnTo>
                <a:lnTo>
                  <a:pt x="2210" y="36"/>
                </a:lnTo>
                <a:lnTo>
                  <a:pt x="2210" y="37"/>
                </a:lnTo>
                <a:lnTo>
                  <a:pt x="2209" y="37"/>
                </a:lnTo>
                <a:lnTo>
                  <a:pt x="2209" y="38"/>
                </a:lnTo>
                <a:lnTo>
                  <a:pt x="2209" y="39"/>
                </a:lnTo>
                <a:lnTo>
                  <a:pt x="2208" y="39"/>
                </a:lnTo>
                <a:lnTo>
                  <a:pt x="2208" y="40"/>
                </a:lnTo>
                <a:lnTo>
                  <a:pt x="2208" y="41"/>
                </a:lnTo>
                <a:lnTo>
                  <a:pt x="2207" y="42"/>
                </a:lnTo>
                <a:lnTo>
                  <a:pt x="2207" y="43"/>
                </a:lnTo>
                <a:lnTo>
                  <a:pt x="2206" y="43"/>
                </a:lnTo>
                <a:lnTo>
                  <a:pt x="2205" y="43"/>
                </a:lnTo>
                <a:lnTo>
                  <a:pt x="2205" y="44"/>
                </a:lnTo>
                <a:lnTo>
                  <a:pt x="2204" y="44"/>
                </a:lnTo>
                <a:lnTo>
                  <a:pt x="2204" y="45"/>
                </a:lnTo>
                <a:lnTo>
                  <a:pt x="2203" y="45"/>
                </a:lnTo>
                <a:lnTo>
                  <a:pt x="2202" y="45"/>
                </a:lnTo>
                <a:lnTo>
                  <a:pt x="2202" y="46"/>
                </a:lnTo>
                <a:lnTo>
                  <a:pt x="2201" y="47"/>
                </a:lnTo>
                <a:lnTo>
                  <a:pt x="2202" y="48"/>
                </a:lnTo>
                <a:lnTo>
                  <a:pt x="2203" y="49"/>
                </a:lnTo>
                <a:lnTo>
                  <a:pt x="2202" y="49"/>
                </a:lnTo>
                <a:lnTo>
                  <a:pt x="2202" y="50"/>
                </a:lnTo>
                <a:lnTo>
                  <a:pt x="2201" y="50"/>
                </a:lnTo>
                <a:lnTo>
                  <a:pt x="2201" y="51"/>
                </a:lnTo>
                <a:lnTo>
                  <a:pt x="2200" y="51"/>
                </a:lnTo>
                <a:lnTo>
                  <a:pt x="2200" y="52"/>
                </a:lnTo>
                <a:lnTo>
                  <a:pt x="2199" y="53"/>
                </a:lnTo>
                <a:lnTo>
                  <a:pt x="2198" y="53"/>
                </a:lnTo>
                <a:lnTo>
                  <a:pt x="2197" y="53"/>
                </a:lnTo>
                <a:lnTo>
                  <a:pt x="2195" y="54"/>
                </a:lnTo>
                <a:lnTo>
                  <a:pt x="2195" y="55"/>
                </a:lnTo>
                <a:lnTo>
                  <a:pt x="2194" y="55"/>
                </a:lnTo>
                <a:lnTo>
                  <a:pt x="2194" y="56"/>
                </a:lnTo>
                <a:lnTo>
                  <a:pt x="2193" y="56"/>
                </a:lnTo>
                <a:lnTo>
                  <a:pt x="2193" y="57"/>
                </a:lnTo>
                <a:lnTo>
                  <a:pt x="2192" y="57"/>
                </a:lnTo>
                <a:lnTo>
                  <a:pt x="2190" y="57"/>
                </a:lnTo>
                <a:lnTo>
                  <a:pt x="2190" y="58"/>
                </a:lnTo>
                <a:lnTo>
                  <a:pt x="2189" y="58"/>
                </a:lnTo>
                <a:lnTo>
                  <a:pt x="2189" y="59"/>
                </a:lnTo>
                <a:lnTo>
                  <a:pt x="2188" y="59"/>
                </a:lnTo>
                <a:lnTo>
                  <a:pt x="2188" y="60"/>
                </a:lnTo>
                <a:lnTo>
                  <a:pt x="2188" y="61"/>
                </a:lnTo>
                <a:lnTo>
                  <a:pt x="2187" y="62"/>
                </a:lnTo>
                <a:lnTo>
                  <a:pt x="2186" y="62"/>
                </a:lnTo>
                <a:lnTo>
                  <a:pt x="2184" y="64"/>
                </a:lnTo>
                <a:lnTo>
                  <a:pt x="2183" y="64"/>
                </a:lnTo>
                <a:lnTo>
                  <a:pt x="2183" y="65"/>
                </a:lnTo>
                <a:lnTo>
                  <a:pt x="2182" y="65"/>
                </a:lnTo>
                <a:lnTo>
                  <a:pt x="2181" y="66"/>
                </a:lnTo>
                <a:lnTo>
                  <a:pt x="2180" y="66"/>
                </a:lnTo>
                <a:lnTo>
                  <a:pt x="2180" y="67"/>
                </a:lnTo>
                <a:lnTo>
                  <a:pt x="2178" y="67"/>
                </a:lnTo>
                <a:lnTo>
                  <a:pt x="2177" y="67"/>
                </a:lnTo>
                <a:lnTo>
                  <a:pt x="2176" y="67"/>
                </a:lnTo>
                <a:lnTo>
                  <a:pt x="2175" y="67"/>
                </a:lnTo>
                <a:lnTo>
                  <a:pt x="2174" y="67"/>
                </a:lnTo>
                <a:lnTo>
                  <a:pt x="2174" y="68"/>
                </a:lnTo>
                <a:lnTo>
                  <a:pt x="2175" y="68"/>
                </a:lnTo>
                <a:lnTo>
                  <a:pt x="2174" y="68"/>
                </a:lnTo>
                <a:lnTo>
                  <a:pt x="2173" y="68"/>
                </a:lnTo>
                <a:lnTo>
                  <a:pt x="2173" y="69"/>
                </a:lnTo>
                <a:lnTo>
                  <a:pt x="2173" y="70"/>
                </a:lnTo>
                <a:lnTo>
                  <a:pt x="2172" y="70"/>
                </a:lnTo>
                <a:lnTo>
                  <a:pt x="2172" y="71"/>
                </a:lnTo>
                <a:lnTo>
                  <a:pt x="2171" y="71"/>
                </a:lnTo>
                <a:lnTo>
                  <a:pt x="2170" y="71"/>
                </a:lnTo>
                <a:lnTo>
                  <a:pt x="2169" y="72"/>
                </a:lnTo>
                <a:lnTo>
                  <a:pt x="2168" y="72"/>
                </a:lnTo>
                <a:lnTo>
                  <a:pt x="2168" y="73"/>
                </a:lnTo>
                <a:lnTo>
                  <a:pt x="2167" y="73"/>
                </a:lnTo>
                <a:lnTo>
                  <a:pt x="2166" y="73"/>
                </a:lnTo>
                <a:lnTo>
                  <a:pt x="2166" y="74"/>
                </a:lnTo>
                <a:lnTo>
                  <a:pt x="2165" y="74"/>
                </a:lnTo>
                <a:lnTo>
                  <a:pt x="2164" y="75"/>
                </a:lnTo>
                <a:lnTo>
                  <a:pt x="2164" y="76"/>
                </a:lnTo>
                <a:lnTo>
                  <a:pt x="2165" y="76"/>
                </a:lnTo>
                <a:lnTo>
                  <a:pt x="2166" y="77"/>
                </a:lnTo>
                <a:lnTo>
                  <a:pt x="2168" y="77"/>
                </a:lnTo>
                <a:lnTo>
                  <a:pt x="2169" y="77"/>
                </a:lnTo>
                <a:lnTo>
                  <a:pt x="2171" y="77"/>
                </a:lnTo>
                <a:lnTo>
                  <a:pt x="2171" y="76"/>
                </a:lnTo>
                <a:lnTo>
                  <a:pt x="2172" y="76"/>
                </a:lnTo>
                <a:lnTo>
                  <a:pt x="2174" y="77"/>
                </a:lnTo>
                <a:lnTo>
                  <a:pt x="2175" y="77"/>
                </a:lnTo>
                <a:lnTo>
                  <a:pt x="2176" y="78"/>
                </a:lnTo>
                <a:lnTo>
                  <a:pt x="2176" y="80"/>
                </a:lnTo>
                <a:lnTo>
                  <a:pt x="2177" y="80"/>
                </a:lnTo>
                <a:lnTo>
                  <a:pt x="2178" y="80"/>
                </a:lnTo>
                <a:lnTo>
                  <a:pt x="2178" y="81"/>
                </a:lnTo>
                <a:lnTo>
                  <a:pt x="2179" y="81"/>
                </a:lnTo>
                <a:lnTo>
                  <a:pt x="2178" y="81"/>
                </a:lnTo>
                <a:lnTo>
                  <a:pt x="2179" y="81"/>
                </a:lnTo>
                <a:lnTo>
                  <a:pt x="2179" y="82"/>
                </a:lnTo>
                <a:lnTo>
                  <a:pt x="2180" y="82"/>
                </a:lnTo>
                <a:lnTo>
                  <a:pt x="2181" y="82"/>
                </a:lnTo>
                <a:lnTo>
                  <a:pt x="2182" y="82"/>
                </a:lnTo>
                <a:lnTo>
                  <a:pt x="2182" y="83"/>
                </a:lnTo>
                <a:lnTo>
                  <a:pt x="2183" y="83"/>
                </a:lnTo>
                <a:lnTo>
                  <a:pt x="2184" y="83"/>
                </a:lnTo>
                <a:lnTo>
                  <a:pt x="2184" y="84"/>
                </a:lnTo>
                <a:lnTo>
                  <a:pt x="2184" y="85"/>
                </a:lnTo>
                <a:lnTo>
                  <a:pt x="2185" y="85"/>
                </a:lnTo>
                <a:lnTo>
                  <a:pt x="2186" y="85"/>
                </a:lnTo>
                <a:lnTo>
                  <a:pt x="2186" y="86"/>
                </a:lnTo>
                <a:lnTo>
                  <a:pt x="2187" y="86"/>
                </a:lnTo>
                <a:lnTo>
                  <a:pt x="2188" y="86"/>
                </a:lnTo>
                <a:lnTo>
                  <a:pt x="2189" y="86"/>
                </a:lnTo>
                <a:lnTo>
                  <a:pt x="2189" y="87"/>
                </a:lnTo>
                <a:lnTo>
                  <a:pt x="2191" y="87"/>
                </a:lnTo>
                <a:lnTo>
                  <a:pt x="2192" y="87"/>
                </a:lnTo>
                <a:lnTo>
                  <a:pt x="2193" y="88"/>
                </a:lnTo>
                <a:lnTo>
                  <a:pt x="2193" y="89"/>
                </a:lnTo>
                <a:lnTo>
                  <a:pt x="2194" y="90"/>
                </a:lnTo>
                <a:lnTo>
                  <a:pt x="2195" y="90"/>
                </a:lnTo>
                <a:lnTo>
                  <a:pt x="2196" y="89"/>
                </a:lnTo>
                <a:lnTo>
                  <a:pt x="2198" y="89"/>
                </a:lnTo>
                <a:lnTo>
                  <a:pt x="2198" y="90"/>
                </a:lnTo>
                <a:lnTo>
                  <a:pt x="2199" y="90"/>
                </a:lnTo>
                <a:lnTo>
                  <a:pt x="2200" y="91"/>
                </a:lnTo>
                <a:lnTo>
                  <a:pt x="2201" y="91"/>
                </a:lnTo>
                <a:lnTo>
                  <a:pt x="2202" y="91"/>
                </a:lnTo>
                <a:lnTo>
                  <a:pt x="2203" y="91"/>
                </a:lnTo>
                <a:lnTo>
                  <a:pt x="2205" y="91"/>
                </a:lnTo>
                <a:lnTo>
                  <a:pt x="2205" y="92"/>
                </a:lnTo>
                <a:lnTo>
                  <a:pt x="2206" y="92"/>
                </a:lnTo>
                <a:lnTo>
                  <a:pt x="2207" y="92"/>
                </a:lnTo>
                <a:lnTo>
                  <a:pt x="2208" y="93"/>
                </a:lnTo>
                <a:lnTo>
                  <a:pt x="2208" y="94"/>
                </a:lnTo>
                <a:lnTo>
                  <a:pt x="2207" y="94"/>
                </a:lnTo>
                <a:lnTo>
                  <a:pt x="2207" y="95"/>
                </a:lnTo>
                <a:lnTo>
                  <a:pt x="2207" y="96"/>
                </a:lnTo>
                <a:lnTo>
                  <a:pt x="2206" y="96"/>
                </a:lnTo>
                <a:lnTo>
                  <a:pt x="2207" y="97"/>
                </a:lnTo>
                <a:lnTo>
                  <a:pt x="2208" y="97"/>
                </a:lnTo>
                <a:lnTo>
                  <a:pt x="2208" y="98"/>
                </a:lnTo>
                <a:lnTo>
                  <a:pt x="2209" y="98"/>
                </a:lnTo>
                <a:lnTo>
                  <a:pt x="2210" y="98"/>
                </a:lnTo>
                <a:lnTo>
                  <a:pt x="2210" y="99"/>
                </a:lnTo>
                <a:lnTo>
                  <a:pt x="2210" y="100"/>
                </a:lnTo>
                <a:lnTo>
                  <a:pt x="2211" y="100"/>
                </a:lnTo>
                <a:lnTo>
                  <a:pt x="2211" y="101"/>
                </a:lnTo>
                <a:lnTo>
                  <a:pt x="2212" y="102"/>
                </a:lnTo>
                <a:lnTo>
                  <a:pt x="2211" y="102"/>
                </a:lnTo>
                <a:lnTo>
                  <a:pt x="2211" y="104"/>
                </a:lnTo>
                <a:lnTo>
                  <a:pt x="2212" y="104"/>
                </a:lnTo>
                <a:lnTo>
                  <a:pt x="2213" y="104"/>
                </a:lnTo>
                <a:lnTo>
                  <a:pt x="2214" y="104"/>
                </a:lnTo>
                <a:lnTo>
                  <a:pt x="2214" y="105"/>
                </a:lnTo>
                <a:lnTo>
                  <a:pt x="2215" y="105"/>
                </a:lnTo>
                <a:lnTo>
                  <a:pt x="2216" y="105"/>
                </a:lnTo>
                <a:lnTo>
                  <a:pt x="2217" y="105"/>
                </a:lnTo>
                <a:lnTo>
                  <a:pt x="2218" y="106"/>
                </a:lnTo>
                <a:lnTo>
                  <a:pt x="2219" y="106"/>
                </a:lnTo>
                <a:lnTo>
                  <a:pt x="2220" y="106"/>
                </a:lnTo>
                <a:lnTo>
                  <a:pt x="2219" y="106"/>
                </a:lnTo>
                <a:lnTo>
                  <a:pt x="2220" y="106"/>
                </a:lnTo>
                <a:lnTo>
                  <a:pt x="2221" y="106"/>
                </a:lnTo>
                <a:lnTo>
                  <a:pt x="2221" y="107"/>
                </a:lnTo>
                <a:lnTo>
                  <a:pt x="2222" y="107"/>
                </a:lnTo>
                <a:lnTo>
                  <a:pt x="2223" y="107"/>
                </a:lnTo>
                <a:lnTo>
                  <a:pt x="2224" y="107"/>
                </a:lnTo>
                <a:lnTo>
                  <a:pt x="2225" y="107"/>
                </a:lnTo>
                <a:lnTo>
                  <a:pt x="2226" y="107"/>
                </a:lnTo>
                <a:lnTo>
                  <a:pt x="2227" y="107"/>
                </a:lnTo>
                <a:lnTo>
                  <a:pt x="2229" y="107"/>
                </a:lnTo>
                <a:lnTo>
                  <a:pt x="2230" y="107"/>
                </a:lnTo>
                <a:lnTo>
                  <a:pt x="2231" y="107"/>
                </a:lnTo>
                <a:lnTo>
                  <a:pt x="2232" y="106"/>
                </a:lnTo>
                <a:lnTo>
                  <a:pt x="2233" y="104"/>
                </a:lnTo>
                <a:lnTo>
                  <a:pt x="2232" y="104"/>
                </a:lnTo>
                <a:lnTo>
                  <a:pt x="2233" y="104"/>
                </a:lnTo>
                <a:lnTo>
                  <a:pt x="2234" y="104"/>
                </a:lnTo>
                <a:lnTo>
                  <a:pt x="2234" y="103"/>
                </a:lnTo>
                <a:lnTo>
                  <a:pt x="2235" y="103"/>
                </a:lnTo>
                <a:lnTo>
                  <a:pt x="2235" y="102"/>
                </a:lnTo>
                <a:lnTo>
                  <a:pt x="2235" y="101"/>
                </a:lnTo>
                <a:lnTo>
                  <a:pt x="2236" y="101"/>
                </a:lnTo>
                <a:lnTo>
                  <a:pt x="2238" y="99"/>
                </a:lnTo>
                <a:lnTo>
                  <a:pt x="2239" y="99"/>
                </a:lnTo>
                <a:lnTo>
                  <a:pt x="2240" y="99"/>
                </a:lnTo>
                <a:lnTo>
                  <a:pt x="2240" y="98"/>
                </a:lnTo>
                <a:lnTo>
                  <a:pt x="2241" y="98"/>
                </a:lnTo>
                <a:lnTo>
                  <a:pt x="2241" y="97"/>
                </a:lnTo>
                <a:lnTo>
                  <a:pt x="2242" y="97"/>
                </a:lnTo>
                <a:lnTo>
                  <a:pt x="2242" y="96"/>
                </a:lnTo>
                <a:lnTo>
                  <a:pt x="2241" y="95"/>
                </a:lnTo>
                <a:lnTo>
                  <a:pt x="2241" y="94"/>
                </a:lnTo>
                <a:lnTo>
                  <a:pt x="2242" y="94"/>
                </a:lnTo>
                <a:lnTo>
                  <a:pt x="2243" y="94"/>
                </a:lnTo>
                <a:lnTo>
                  <a:pt x="2244" y="94"/>
                </a:lnTo>
                <a:lnTo>
                  <a:pt x="2244" y="93"/>
                </a:lnTo>
                <a:lnTo>
                  <a:pt x="2245" y="93"/>
                </a:lnTo>
                <a:lnTo>
                  <a:pt x="2246" y="93"/>
                </a:lnTo>
                <a:lnTo>
                  <a:pt x="2246" y="92"/>
                </a:lnTo>
                <a:lnTo>
                  <a:pt x="2245" y="92"/>
                </a:lnTo>
                <a:lnTo>
                  <a:pt x="2246" y="91"/>
                </a:lnTo>
                <a:lnTo>
                  <a:pt x="2247" y="91"/>
                </a:lnTo>
                <a:lnTo>
                  <a:pt x="2247" y="90"/>
                </a:lnTo>
                <a:lnTo>
                  <a:pt x="2248" y="90"/>
                </a:lnTo>
                <a:lnTo>
                  <a:pt x="2248" y="89"/>
                </a:lnTo>
                <a:lnTo>
                  <a:pt x="2248" y="88"/>
                </a:lnTo>
                <a:lnTo>
                  <a:pt x="2249" y="88"/>
                </a:lnTo>
                <a:lnTo>
                  <a:pt x="2250" y="88"/>
                </a:lnTo>
                <a:lnTo>
                  <a:pt x="2250" y="87"/>
                </a:lnTo>
                <a:lnTo>
                  <a:pt x="2250" y="86"/>
                </a:lnTo>
                <a:lnTo>
                  <a:pt x="2250" y="84"/>
                </a:lnTo>
                <a:lnTo>
                  <a:pt x="2251" y="84"/>
                </a:lnTo>
                <a:lnTo>
                  <a:pt x="2252" y="84"/>
                </a:lnTo>
                <a:lnTo>
                  <a:pt x="2252" y="83"/>
                </a:lnTo>
                <a:lnTo>
                  <a:pt x="2253" y="83"/>
                </a:lnTo>
                <a:lnTo>
                  <a:pt x="2253" y="84"/>
                </a:lnTo>
                <a:lnTo>
                  <a:pt x="2253" y="85"/>
                </a:lnTo>
                <a:lnTo>
                  <a:pt x="2254" y="85"/>
                </a:lnTo>
                <a:lnTo>
                  <a:pt x="2254" y="86"/>
                </a:lnTo>
                <a:lnTo>
                  <a:pt x="2253" y="86"/>
                </a:lnTo>
                <a:lnTo>
                  <a:pt x="2254" y="87"/>
                </a:lnTo>
                <a:lnTo>
                  <a:pt x="2255" y="87"/>
                </a:lnTo>
                <a:lnTo>
                  <a:pt x="2256" y="88"/>
                </a:lnTo>
                <a:lnTo>
                  <a:pt x="2257" y="88"/>
                </a:lnTo>
                <a:lnTo>
                  <a:pt x="2258" y="88"/>
                </a:lnTo>
                <a:lnTo>
                  <a:pt x="2259" y="88"/>
                </a:lnTo>
                <a:lnTo>
                  <a:pt x="2261" y="88"/>
                </a:lnTo>
                <a:lnTo>
                  <a:pt x="2262" y="88"/>
                </a:lnTo>
                <a:lnTo>
                  <a:pt x="2263" y="88"/>
                </a:lnTo>
                <a:lnTo>
                  <a:pt x="2263" y="87"/>
                </a:lnTo>
                <a:lnTo>
                  <a:pt x="2264" y="87"/>
                </a:lnTo>
                <a:lnTo>
                  <a:pt x="2265" y="87"/>
                </a:lnTo>
                <a:lnTo>
                  <a:pt x="2266" y="87"/>
                </a:lnTo>
                <a:lnTo>
                  <a:pt x="2266" y="88"/>
                </a:lnTo>
                <a:lnTo>
                  <a:pt x="2266" y="89"/>
                </a:lnTo>
                <a:lnTo>
                  <a:pt x="2267" y="89"/>
                </a:lnTo>
                <a:lnTo>
                  <a:pt x="2267" y="90"/>
                </a:lnTo>
                <a:lnTo>
                  <a:pt x="2267" y="91"/>
                </a:lnTo>
                <a:lnTo>
                  <a:pt x="2267" y="92"/>
                </a:lnTo>
                <a:lnTo>
                  <a:pt x="2268" y="92"/>
                </a:lnTo>
                <a:lnTo>
                  <a:pt x="2269" y="93"/>
                </a:lnTo>
                <a:lnTo>
                  <a:pt x="2269" y="94"/>
                </a:lnTo>
                <a:lnTo>
                  <a:pt x="2270" y="94"/>
                </a:lnTo>
                <a:lnTo>
                  <a:pt x="2271" y="94"/>
                </a:lnTo>
                <a:lnTo>
                  <a:pt x="2271" y="95"/>
                </a:lnTo>
                <a:lnTo>
                  <a:pt x="2272" y="95"/>
                </a:lnTo>
                <a:lnTo>
                  <a:pt x="2272" y="96"/>
                </a:lnTo>
                <a:lnTo>
                  <a:pt x="2274" y="96"/>
                </a:lnTo>
                <a:lnTo>
                  <a:pt x="2274" y="97"/>
                </a:lnTo>
                <a:lnTo>
                  <a:pt x="2274" y="98"/>
                </a:lnTo>
                <a:lnTo>
                  <a:pt x="2275" y="98"/>
                </a:lnTo>
                <a:lnTo>
                  <a:pt x="2275" y="97"/>
                </a:lnTo>
                <a:lnTo>
                  <a:pt x="2276" y="97"/>
                </a:lnTo>
                <a:lnTo>
                  <a:pt x="2277" y="97"/>
                </a:lnTo>
                <a:lnTo>
                  <a:pt x="2278" y="96"/>
                </a:lnTo>
                <a:lnTo>
                  <a:pt x="2278" y="97"/>
                </a:lnTo>
                <a:lnTo>
                  <a:pt x="2278" y="98"/>
                </a:lnTo>
                <a:lnTo>
                  <a:pt x="2279" y="98"/>
                </a:lnTo>
                <a:lnTo>
                  <a:pt x="2279" y="99"/>
                </a:lnTo>
                <a:lnTo>
                  <a:pt x="2280" y="99"/>
                </a:lnTo>
                <a:lnTo>
                  <a:pt x="2280" y="100"/>
                </a:lnTo>
                <a:lnTo>
                  <a:pt x="2281" y="100"/>
                </a:lnTo>
                <a:lnTo>
                  <a:pt x="2281" y="101"/>
                </a:lnTo>
                <a:lnTo>
                  <a:pt x="2281" y="102"/>
                </a:lnTo>
                <a:lnTo>
                  <a:pt x="2280" y="103"/>
                </a:lnTo>
                <a:lnTo>
                  <a:pt x="2281" y="103"/>
                </a:lnTo>
                <a:lnTo>
                  <a:pt x="2281" y="104"/>
                </a:lnTo>
                <a:lnTo>
                  <a:pt x="2281" y="105"/>
                </a:lnTo>
                <a:lnTo>
                  <a:pt x="2280" y="105"/>
                </a:lnTo>
                <a:lnTo>
                  <a:pt x="2281" y="106"/>
                </a:lnTo>
                <a:lnTo>
                  <a:pt x="2282" y="106"/>
                </a:lnTo>
                <a:lnTo>
                  <a:pt x="2283" y="106"/>
                </a:lnTo>
                <a:lnTo>
                  <a:pt x="2283" y="107"/>
                </a:lnTo>
                <a:lnTo>
                  <a:pt x="2284" y="107"/>
                </a:lnTo>
                <a:lnTo>
                  <a:pt x="2285" y="107"/>
                </a:lnTo>
                <a:lnTo>
                  <a:pt x="2286" y="107"/>
                </a:lnTo>
                <a:lnTo>
                  <a:pt x="2287" y="107"/>
                </a:lnTo>
                <a:lnTo>
                  <a:pt x="2288" y="107"/>
                </a:lnTo>
                <a:lnTo>
                  <a:pt x="2289" y="107"/>
                </a:lnTo>
                <a:lnTo>
                  <a:pt x="2290" y="108"/>
                </a:lnTo>
                <a:lnTo>
                  <a:pt x="2290" y="109"/>
                </a:lnTo>
                <a:lnTo>
                  <a:pt x="2291" y="109"/>
                </a:lnTo>
                <a:lnTo>
                  <a:pt x="2293" y="109"/>
                </a:lnTo>
                <a:lnTo>
                  <a:pt x="2294" y="109"/>
                </a:lnTo>
                <a:lnTo>
                  <a:pt x="2295" y="108"/>
                </a:lnTo>
                <a:lnTo>
                  <a:pt x="2296" y="108"/>
                </a:lnTo>
                <a:lnTo>
                  <a:pt x="2297" y="108"/>
                </a:lnTo>
                <a:lnTo>
                  <a:pt x="2297" y="107"/>
                </a:lnTo>
                <a:lnTo>
                  <a:pt x="2298" y="107"/>
                </a:lnTo>
                <a:lnTo>
                  <a:pt x="2298" y="108"/>
                </a:lnTo>
                <a:lnTo>
                  <a:pt x="2299" y="108"/>
                </a:lnTo>
                <a:lnTo>
                  <a:pt x="2300" y="108"/>
                </a:lnTo>
                <a:lnTo>
                  <a:pt x="2300" y="109"/>
                </a:lnTo>
                <a:lnTo>
                  <a:pt x="2301" y="109"/>
                </a:lnTo>
                <a:lnTo>
                  <a:pt x="2300" y="109"/>
                </a:lnTo>
                <a:lnTo>
                  <a:pt x="2300" y="110"/>
                </a:lnTo>
                <a:lnTo>
                  <a:pt x="2301" y="110"/>
                </a:lnTo>
                <a:lnTo>
                  <a:pt x="2302" y="110"/>
                </a:lnTo>
                <a:lnTo>
                  <a:pt x="2303" y="110"/>
                </a:lnTo>
                <a:lnTo>
                  <a:pt x="2304" y="110"/>
                </a:lnTo>
                <a:lnTo>
                  <a:pt x="2305" y="110"/>
                </a:lnTo>
                <a:lnTo>
                  <a:pt x="2306" y="110"/>
                </a:lnTo>
                <a:lnTo>
                  <a:pt x="2306" y="109"/>
                </a:lnTo>
                <a:lnTo>
                  <a:pt x="2307" y="109"/>
                </a:lnTo>
                <a:lnTo>
                  <a:pt x="2307" y="110"/>
                </a:lnTo>
                <a:lnTo>
                  <a:pt x="2308" y="110"/>
                </a:lnTo>
                <a:lnTo>
                  <a:pt x="2309" y="110"/>
                </a:lnTo>
                <a:lnTo>
                  <a:pt x="2309" y="111"/>
                </a:lnTo>
                <a:lnTo>
                  <a:pt x="2308" y="112"/>
                </a:lnTo>
                <a:lnTo>
                  <a:pt x="2307" y="112"/>
                </a:lnTo>
                <a:lnTo>
                  <a:pt x="2307" y="113"/>
                </a:lnTo>
                <a:lnTo>
                  <a:pt x="2307" y="114"/>
                </a:lnTo>
                <a:lnTo>
                  <a:pt x="2307" y="115"/>
                </a:lnTo>
                <a:lnTo>
                  <a:pt x="2308" y="115"/>
                </a:lnTo>
                <a:lnTo>
                  <a:pt x="2308" y="116"/>
                </a:lnTo>
                <a:lnTo>
                  <a:pt x="2308" y="117"/>
                </a:lnTo>
                <a:lnTo>
                  <a:pt x="2307" y="117"/>
                </a:lnTo>
                <a:lnTo>
                  <a:pt x="2308" y="118"/>
                </a:lnTo>
                <a:lnTo>
                  <a:pt x="2307" y="118"/>
                </a:lnTo>
                <a:lnTo>
                  <a:pt x="2307" y="119"/>
                </a:lnTo>
                <a:lnTo>
                  <a:pt x="2306" y="119"/>
                </a:lnTo>
                <a:lnTo>
                  <a:pt x="2305" y="119"/>
                </a:lnTo>
                <a:lnTo>
                  <a:pt x="2305" y="120"/>
                </a:lnTo>
                <a:lnTo>
                  <a:pt x="2304" y="121"/>
                </a:lnTo>
                <a:lnTo>
                  <a:pt x="2303" y="121"/>
                </a:lnTo>
                <a:lnTo>
                  <a:pt x="2302" y="121"/>
                </a:lnTo>
                <a:lnTo>
                  <a:pt x="2301" y="121"/>
                </a:lnTo>
                <a:lnTo>
                  <a:pt x="2301" y="122"/>
                </a:lnTo>
                <a:lnTo>
                  <a:pt x="2300" y="122"/>
                </a:lnTo>
                <a:lnTo>
                  <a:pt x="2299" y="122"/>
                </a:lnTo>
                <a:lnTo>
                  <a:pt x="2298" y="122"/>
                </a:lnTo>
                <a:lnTo>
                  <a:pt x="2297" y="122"/>
                </a:lnTo>
                <a:lnTo>
                  <a:pt x="2295" y="122"/>
                </a:lnTo>
                <a:lnTo>
                  <a:pt x="2295" y="123"/>
                </a:lnTo>
                <a:lnTo>
                  <a:pt x="2295" y="124"/>
                </a:lnTo>
                <a:lnTo>
                  <a:pt x="2296" y="125"/>
                </a:lnTo>
                <a:lnTo>
                  <a:pt x="2296" y="126"/>
                </a:lnTo>
                <a:lnTo>
                  <a:pt x="2296" y="127"/>
                </a:lnTo>
                <a:lnTo>
                  <a:pt x="2295" y="127"/>
                </a:lnTo>
                <a:lnTo>
                  <a:pt x="2294" y="129"/>
                </a:lnTo>
                <a:lnTo>
                  <a:pt x="2294" y="130"/>
                </a:lnTo>
                <a:lnTo>
                  <a:pt x="2295" y="130"/>
                </a:lnTo>
                <a:lnTo>
                  <a:pt x="2296" y="130"/>
                </a:lnTo>
                <a:lnTo>
                  <a:pt x="2297" y="130"/>
                </a:lnTo>
                <a:lnTo>
                  <a:pt x="2297" y="131"/>
                </a:lnTo>
                <a:lnTo>
                  <a:pt x="2297" y="132"/>
                </a:lnTo>
                <a:lnTo>
                  <a:pt x="2297" y="133"/>
                </a:lnTo>
                <a:lnTo>
                  <a:pt x="2297" y="134"/>
                </a:lnTo>
                <a:lnTo>
                  <a:pt x="2298" y="134"/>
                </a:lnTo>
                <a:lnTo>
                  <a:pt x="2298" y="135"/>
                </a:lnTo>
                <a:lnTo>
                  <a:pt x="2298" y="136"/>
                </a:lnTo>
                <a:lnTo>
                  <a:pt x="2298" y="137"/>
                </a:lnTo>
                <a:lnTo>
                  <a:pt x="2299" y="137"/>
                </a:lnTo>
                <a:lnTo>
                  <a:pt x="2299" y="138"/>
                </a:lnTo>
                <a:lnTo>
                  <a:pt x="2298" y="138"/>
                </a:lnTo>
                <a:lnTo>
                  <a:pt x="2298" y="139"/>
                </a:lnTo>
                <a:lnTo>
                  <a:pt x="2299" y="139"/>
                </a:lnTo>
                <a:lnTo>
                  <a:pt x="2300" y="139"/>
                </a:lnTo>
                <a:lnTo>
                  <a:pt x="2301" y="139"/>
                </a:lnTo>
                <a:lnTo>
                  <a:pt x="2302" y="139"/>
                </a:lnTo>
                <a:lnTo>
                  <a:pt x="2303" y="139"/>
                </a:lnTo>
                <a:lnTo>
                  <a:pt x="2303" y="140"/>
                </a:lnTo>
                <a:lnTo>
                  <a:pt x="2303" y="141"/>
                </a:lnTo>
                <a:lnTo>
                  <a:pt x="2303" y="142"/>
                </a:lnTo>
                <a:lnTo>
                  <a:pt x="2303" y="143"/>
                </a:lnTo>
                <a:lnTo>
                  <a:pt x="2304" y="144"/>
                </a:lnTo>
                <a:lnTo>
                  <a:pt x="2303" y="145"/>
                </a:lnTo>
                <a:lnTo>
                  <a:pt x="2302" y="145"/>
                </a:lnTo>
                <a:lnTo>
                  <a:pt x="2302" y="146"/>
                </a:lnTo>
                <a:lnTo>
                  <a:pt x="2301" y="148"/>
                </a:lnTo>
                <a:lnTo>
                  <a:pt x="2302" y="148"/>
                </a:lnTo>
                <a:lnTo>
                  <a:pt x="2303" y="148"/>
                </a:lnTo>
                <a:lnTo>
                  <a:pt x="2303" y="149"/>
                </a:lnTo>
                <a:lnTo>
                  <a:pt x="2303" y="150"/>
                </a:lnTo>
                <a:lnTo>
                  <a:pt x="2303" y="151"/>
                </a:lnTo>
                <a:lnTo>
                  <a:pt x="2304" y="151"/>
                </a:lnTo>
                <a:lnTo>
                  <a:pt x="2304" y="153"/>
                </a:lnTo>
                <a:lnTo>
                  <a:pt x="2304" y="154"/>
                </a:lnTo>
                <a:lnTo>
                  <a:pt x="2305" y="154"/>
                </a:lnTo>
                <a:lnTo>
                  <a:pt x="2305" y="156"/>
                </a:lnTo>
                <a:lnTo>
                  <a:pt x="2306" y="157"/>
                </a:lnTo>
                <a:lnTo>
                  <a:pt x="2307" y="158"/>
                </a:lnTo>
                <a:lnTo>
                  <a:pt x="2307" y="160"/>
                </a:lnTo>
                <a:lnTo>
                  <a:pt x="2306" y="162"/>
                </a:lnTo>
                <a:lnTo>
                  <a:pt x="2305" y="162"/>
                </a:lnTo>
                <a:lnTo>
                  <a:pt x="2305" y="163"/>
                </a:lnTo>
                <a:lnTo>
                  <a:pt x="2306" y="163"/>
                </a:lnTo>
                <a:lnTo>
                  <a:pt x="2307" y="164"/>
                </a:lnTo>
                <a:lnTo>
                  <a:pt x="2308" y="165"/>
                </a:lnTo>
                <a:lnTo>
                  <a:pt x="2308" y="168"/>
                </a:lnTo>
                <a:lnTo>
                  <a:pt x="2309" y="168"/>
                </a:lnTo>
                <a:lnTo>
                  <a:pt x="2310" y="169"/>
                </a:lnTo>
                <a:lnTo>
                  <a:pt x="2310" y="170"/>
                </a:lnTo>
                <a:lnTo>
                  <a:pt x="2310" y="171"/>
                </a:lnTo>
                <a:lnTo>
                  <a:pt x="2311" y="171"/>
                </a:lnTo>
                <a:lnTo>
                  <a:pt x="2312" y="171"/>
                </a:lnTo>
                <a:lnTo>
                  <a:pt x="2312" y="172"/>
                </a:lnTo>
                <a:lnTo>
                  <a:pt x="2312" y="173"/>
                </a:lnTo>
                <a:lnTo>
                  <a:pt x="2312" y="174"/>
                </a:lnTo>
                <a:lnTo>
                  <a:pt x="2313" y="174"/>
                </a:lnTo>
                <a:lnTo>
                  <a:pt x="2314" y="174"/>
                </a:lnTo>
                <a:lnTo>
                  <a:pt x="2315" y="176"/>
                </a:lnTo>
                <a:lnTo>
                  <a:pt x="2315" y="177"/>
                </a:lnTo>
                <a:lnTo>
                  <a:pt x="2314" y="177"/>
                </a:lnTo>
                <a:lnTo>
                  <a:pt x="2314" y="178"/>
                </a:lnTo>
                <a:lnTo>
                  <a:pt x="2313" y="178"/>
                </a:lnTo>
                <a:lnTo>
                  <a:pt x="2313" y="179"/>
                </a:lnTo>
                <a:lnTo>
                  <a:pt x="2313" y="180"/>
                </a:lnTo>
                <a:lnTo>
                  <a:pt x="2314" y="180"/>
                </a:lnTo>
                <a:lnTo>
                  <a:pt x="2315" y="180"/>
                </a:lnTo>
                <a:lnTo>
                  <a:pt x="2317" y="182"/>
                </a:lnTo>
                <a:lnTo>
                  <a:pt x="2318" y="182"/>
                </a:lnTo>
                <a:lnTo>
                  <a:pt x="2318" y="184"/>
                </a:lnTo>
                <a:lnTo>
                  <a:pt x="2317" y="184"/>
                </a:lnTo>
                <a:lnTo>
                  <a:pt x="2316" y="184"/>
                </a:lnTo>
                <a:lnTo>
                  <a:pt x="2315" y="184"/>
                </a:lnTo>
                <a:lnTo>
                  <a:pt x="2315" y="185"/>
                </a:lnTo>
                <a:lnTo>
                  <a:pt x="2316" y="186"/>
                </a:lnTo>
                <a:lnTo>
                  <a:pt x="2317" y="186"/>
                </a:lnTo>
                <a:lnTo>
                  <a:pt x="2318" y="187"/>
                </a:lnTo>
                <a:lnTo>
                  <a:pt x="2317" y="188"/>
                </a:lnTo>
                <a:lnTo>
                  <a:pt x="2317" y="189"/>
                </a:lnTo>
                <a:lnTo>
                  <a:pt x="2316" y="189"/>
                </a:lnTo>
                <a:lnTo>
                  <a:pt x="2315" y="189"/>
                </a:lnTo>
                <a:lnTo>
                  <a:pt x="2315" y="190"/>
                </a:lnTo>
                <a:lnTo>
                  <a:pt x="2316" y="191"/>
                </a:lnTo>
                <a:lnTo>
                  <a:pt x="2317" y="192"/>
                </a:lnTo>
                <a:lnTo>
                  <a:pt x="2317" y="193"/>
                </a:lnTo>
                <a:lnTo>
                  <a:pt x="2319" y="193"/>
                </a:lnTo>
                <a:lnTo>
                  <a:pt x="2320" y="193"/>
                </a:lnTo>
                <a:lnTo>
                  <a:pt x="2319" y="194"/>
                </a:lnTo>
                <a:lnTo>
                  <a:pt x="2319" y="195"/>
                </a:lnTo>
                <a:lnTo>
                  <a:pt x="2319" y="196"/>
                </a:lnTo>
                <a:lnTo>
                  <a:pt x="2320" y="197"/>
                </a:lnTo>
                <a:lnTo>
                  <a:pt x="2321" y="197"/>
                </a:lnTo>
                <a:lnTo>
                  <a:pt x="2322" y="197"/>
                </a:lnTo>
                <a:lnTo>
                  <a:pt x="2323" y="197"/>
                </a:lnTo>
                <a:lnTo>
                  <a:pt x="2323" y="198"/>
                </a:lnTo>
                <a:lnTo>
                  <a:pt x="2324" y="198"/>
                </a:lnTo>
                <a:lnTo>
                  <a:pt x="2325" y="199"/>
                </a:lnTo>
                <a:lnTo>
                  <a:pt x="2325" y="200"/>
                </a:lnTo>
                <a:lnTo>
                  <a:pt x="2325" y="201"/>
                </a:lnTo>
                <a:lnTo>
                  <a:pt x="2324" y="201"/>
                </a:lnTo>
                <a:lnTo>
                  <a:pt x="2324" y="202"/>
                </a:lnTo>
                <a:lnTo>
                  <a:pt x="2325" y="202"/>
                </a:lnTo>
                <a:lnTo>
                  <a:pt x="2325" y="203"/>
                </a:lnTo>
                <a:lnTo>
                  <a:pt x="2325" y="204"/>
                </a:lnTo>
                <a:lnTo>
                  <a:pt x="2326" y="205"/>
                </a:lnTo>
                <a:lnTo>
                  <a:pt x="2328" y="207"/>
                </a:lnTo>
                <a:lnTo>
                  <a:pt x="2329" y="207"/>
                </a:lnTo>
                <a:lnTo>
                  <a:pt x="2330" y="207"/>
                </a:lnTo>
                <a:lnTo>
                  <a:pt x="2330" y="206"/>
                </a:lnTo>
                <a:lnTo>
                  <a:pt x="2331" y="206"/>
                </a:lnTo>
                <a:lnTo>
                  <a:pt x="2334" y="206"/>
                </a:lnTo>
                <a:lnTo>
                  <a:pt x="2335" y="206"/>
                </a:lnTo>
                <a:lnTo>
                  <a:pt x="2336" y="207"/>
                </a:lnTo>
                <a:lnTo>
                  <a:pt x="2337" y="207"/>
                </a:lnTo>
                <a:lnTo>
                  <a:pt x="2338" y="207"/>
                </a:lnTo>
                <a:lnTo>
                  <a:pt x="2338" y="208"/>
                </a:lnTo>
                <a:lnTo>
                  <a:pt x="2339" y="208"/>
                </a:lnTo>
                <a:lnTo>
                  <a:pt x="2340" y="208"/>
                </a:lnTo>
                <a:lnTo>
                  <a:pt x="2341" y="208"/>
                </a:lnTo>
                <a:lnTo>
                  <a:pt x="2341" y="207"/>
                </a:lnTo>
                <a:lnTo>
                  <a:pt x="2341" y="208"/>
                </a:lnTo>
                <a:lnTo>
                  <a:pt x="2342" y="208"/>
                </a:lnTo>
                <a:lnTo>
                  <a:pt x="2343" y="208"/>
                </a:lnTo>
                <a:lnTo>
                  <a:pt x="2343" y="209"/>
                </a:lnTo>
                <a:lnTo>
                  <a:pt x="2345" y="210"/>
                </a:lnTo>
                <a:lnTo>
                  <a:pt x="2347" y="210"/>
                </a:lnTo>
                <a:lnTo>
                  <a:pt x="2348" y="210"/>
                </a:lnTo>
                <a:lnTo>
                  <a:pt x="2349" y="210"/>
                </a:lnTo>
                <a:lnTo>
                  <a:pt x="2349" y="211"/>
                </a:lnTo>
                <a:lnTo>
                  <a:pt x="2350" y="212"/>
                </a:lnTo>
                <a:lnTo>
                  <a:pt x="2351" y="212"/>
                </a:lnTo>
                <a:lnTo>
                  <a:pt x="2353" y="213"/>
                </a:lnTo>
                <a:lnTo>
                  <a:pt x="2354" y="213"/>
                </a:lnTo>
                <a:lnTo>
                  <a:pt x="2354" y="212"/>
                </a:lnTo>
                <a:lnTo>
                  <a:pt x="2355" y="212"/>
                </a:lnTo>
                <a:lnTo>
                  <a:pt x="2356" y="211"/>
                </a:lnTo>
                <a:lnTo>
                  <a:pt x="2357" y="211"/>
                </a:lnTo>
                <a:lnTo>
                  <a:pt x="2358" y="211"/>
                </a:lnTo>
                <a:lnTo>
                  <a:pt x="2359" y="211"/>
                </a:lnTo>
                <a:lnTo>
                  <a:pt x="2360" y="211"/>
                </a:lnTo>
                <a:lnTo>
                  <a:pt x="2361" y="211"/>
                </a:lnTo>
                <a:lnTo>
                  <a:pt x="2361" y="212"/>
                </a:lnTo>
                <a:lnTo>
                  <a:pt x="2362" y="212"/>
                </a:lnTo>
                <a:lnTo>
                  <a:pt x="2362" y="211"/>
                </a:lnTo>
                <a:lnTo>
                  <a:pt x="2363" y="211"/>
                </a:lnTo>
                <a:lnTo>
                  <a:pt x="2363" y="210"/>
                </a:lnTo>
                <a:lnTo>
                  <a:pt x="2364" y="210"/>
                </a:lnTo>
                <a:lnTo>
                  <a:pt x="2365" y="210"/>
                </a:lnTo>
                <a:lnTo>
                  <a:pt x="2366" y="211"/>
                </a:lnTo>
                <a:lnTo>
                  <a:pt x="2367" y="211"/>
                </a:lnTo>
                <a:lnTo>
                  <a:pt x="2369" y="211"/>
                </a:lnTo>
                <a:lnTo>
                  <a:pt x="2369" y="210"/>
                </a:lnTo>
                <a:lnTo>
                  <a:pt x="2369" y="209"/>
                </a:lnTo>
                <a:lnTo>
                  <a:pt x="2370" y="209"/>
                </a:lnTo>
                <a:lnTo>
                  <a:pt x="2372" y="208"/>
                </a:lnTo>
                <a:lnTo>
                  <a:pt x="2373" y="209"/>
                </a:lnTo>
                <a:lnTo>
                  <a:pt x="2374" y="209"/>
                </a:lnTo>
                <a:lnTo>
                  <a:pt x="2376" y="209"/>
                </a:lnTo>
                <a:lnTo>
                  <a:pt x="2377" y="209"/>
                </a:lnTo>
                <a:lnTo>
                  <a:pt x="2378" y="209"/>
                </a:lnTo>
                <a:lnTo>
                  <a:pt x="2379" y="209"/>
                </a:lnTo>
                <a:lnTo>
                  <a:pt x="2380" y="208"/>
                </a:lnTo>
                <a:lnTo>
                  <a:pt x="2380" y="207"/>
                </a:lnTo>
                <a:lnTo>
                  <a:pt x="2381" y="207"/>
                </a:lnTo>
                <a:lnTo>
                  <a:pt x="2382" y="207"/>
                </a:lnTo>
                <a:lnTo>
                  <a:pt x="2384" y="206"/>
                </a:lnTo>
                <a:lnTo>
                  <a:pt x="2386" y="206"/>
                </a:lnTo>
                <a:lnTo>
                  <a:pt x="2386" y="205"/>
                </a:lnTo>
                <a:lnTo>
                  <a:pt x="2386" y="206"/>
                </a:lnTo>
                <a:lnTo>
                  <a:pt x="2387" y="206"/>
                </a:lnTo>
                <a:lnTo>
                  <a:pt x="2387" y="205"/>
                </a:lnTo>
                <a:lnTo>
                  <a:pt x="2388" y="205"/>
                </a:lnTo>
                <a:lnTo>
                  <a:pt x="2387" y="205"/>
                </a:lnTo>
                <a:lnTo>
                  <a:pt x="2387" y="204"/>
                </a:lnTo>
                <a:lnTo>
                  <a:pt x="2387" y="203"/>
                </a:lnTo>
                <a:lnTo>
                  <a:pt x="2388" y="203"/>
                </a:lnTo>
                <a:lnTo>
                  <a:pt x="2389" y="202"/>
                </a:lnTo>
                <a:lnTo>
                  <a:pt x="2389" y="201"/>
                </a:lnTo>
                <a:lnTo>
                  <a:pt x="2389" y="200"/>
                </a:lnTo>
                <a:lnTo>
                  <a:pt x="2391" y="198"/>
                </a:lnTo>
                <a:lnTo>
                  <a:pt x="2392" y="198"/>
                </a:lnTo>
                <a:lnTo>
                  <a:pt x="2393" y="198"/>
                </a:lnTo>
                <a:lnTo>
                  <a:pt x="2394" y="199"/>
                </a:lnTo>
                <a:lnTo>
                  <a:pt x="2396" y="200"/>
                </a:lnTo>
                <a:lnTo>
                  <a:pt x="2397" y="201"/>
                </a:lnTo>
                <a:lnTo>
                  <a:pt x="2400" y="202"/>
                </a:lnTo>
                <a:lnTo>
                  <a:pt x="2401" y="201"/>
                </a:lnTo>
                <a:lnTo>
                  <a:pt x="2402" y="201"/>
                </a:lnTo>
                <a:lnTo>
                  <a:pt x="2403" y="201"/>
                </a:lnTo>
                <a:lnTo>
                  <a:pt x="2404" y="201"/>
                </a:lnTo>
                <a:lnTo>
                  <a:pt x="2404" y="202"/>
                </a:lnTo>
                <a:lnTo>
                  <a:pt x="2405" y="202"/>
                </a:lnTo>
                <a:lnTo>
                  <a:pt x="2405" y="203"/>
                </a:lnTo>
                <a:lnTo>
                  <a:pt x="2406" y="204"/>
                </a:lnTo>
                <a:lnTo>
                  <a:pt x="2408" y="206"/>
                </a:lnTo>
                <a:lnTo>
                  <a:pt x="2410" y="207"/>
                </a:lnTo>
                <a:lnTo>
                  <a:pt x="2411" y="208"/>
                </a:lnTo>
                <a:lnTo>
                  <a:pt x="2412" y="208"/>
                </a:lnTo>
                <a:lnTo>
                  <a:pt x="2412" y="207"/>
                </a:lnTo>
                <a:lnTo>
                  <a:pt x="2413" y="206"/>
                </a:lnTo>
                <a:lnTo>
                  <a:pt x="2416" y="205"/>
                </a:lnTo>
                <a:lnTo>
                  <a:pt x="2417" y="205"/>
                </a:lnTo>
                <a:lnTo>
                  <a:pt x="2419" y="205"/>
                </a:lnTo>
                <a:lnTo>
                  <a:pt x="2420" y="205"/>
                </a:lnTo>
                <a:lnTo>
                  <a:pt x="2420" y="206"/>
                </a:lnTo>
                <a:lnTo>
                  <a:pt x="2421" y="206"/>
                </a:lnTo>
                <a:lnTo>
                  <a:pt x="2422" y="206"/>
                </a:lnTo>
                <a:lnTo>
                  <a:pt x="2423" y="206"/>
                </a:lnTo>
                <a:lnTo>
                  <a:pt x="2425" y="206"/>
                </a:lnTo>
                <a:lnTo>
                  <a:pt x="2425" y="205"/>
                </a:lnTo>
                <a:lnTo>
                  <a:pt x="2426" y="205"/>
                </a:lnTo>
                <a:lnTo>
                  <a:pt x="2426" y="204"/>
                </a:lnTo>
                <a:lnTo>
                  <a:pt x="2429" y="203"/>
                </a:lnTo>
                <a:lnTo>
                  <a:pt x="2430" y="204"/>
                </a:lnTo>
                <a:lnTo>
                  <a:pt x="2431" y="204"/>
                </a:lnTo>
                <a:lnTo>
                  <a:pt x="2431" y="203"/>
                </a:lnTo>
                <a:lnTo>
                  <a:pt x="2432" y="203"/>
                </a:lnTo>
                <a:lnTo>
                  <a:pt x="2433" y="204"/>
                </a:lnTo>
                <a:lnTo>
                  <a:pt x="2434" y="204"/>
                </a:lnTo>
                <a:lnTo>
                  <a:pt x="2436" y="203"/>
                </a:lnTo>
                <a:lnTo>
                  <a:pt x="2437" y="203"/>
                </a:lnTo>
                <a:lnTo>
                  <a:pt x="2439" y="203"/>
                </a:lnTo>
                <a:lnTo>
                  <a:pt x="2440" y="204"/>
                </a:lnTo>
                <a:lnTo>
                  <a:pt x="2442" y="205"/>
                </a:lnTo>
                <a:lnTo>
                  <a:pt x="2442" y="206"/>
                </a:lnTo>
                <a:lnTo>
                  <a:pt x="2444" y="207"/>
                </a:lnTo>
                <a:lnTo>
                  <a:pt x="2445" y="208"/>
                </a:lnTo>
                <a:lnTo>
                  <a:pt x="2445" y="209"/>
                </a:lnTo>
                <a:lnTo>
                  <a:pt x="2446" y="209"/>
                </a:lnTo>
                <a:lnTo>
                  <a:pt x="2447" y="209"/>
                </a:lnTo>
                <a:lnTo>
                  <a:pt x="2448" y="208"/>
                </a:lnTo>
                <a:lnTo>
                  <a:pt x="2448" y="209"/>
                </a:lnTo>
                <a:lnTo>
                  <a:pt x="2449" y="209"/>
                </a:lnTo>
                <a:lnTo>
                  <a:pt x="2448" y="209"/>
                </a:lnTo>
                <a:lnTo>
                  <a:pt x="2448" y="210"/>
                </a:lnTo>
                <a:lnTo>
                  <a:pt x="2449" y="211"/>
                </a:lnTo>
                <a:lnTo>
                  <a:pt x="2449" y="210"/>
                </a:lnTo>
                <a:lnTo>
                  <a:pt x="2450" y="210"/>
                </a:lnTo>
                <a:lnTo>
                  <a:pt x="2452" y="210"/>
                </a:lnTo>
                <a:lnTo>
                  <a:pt x="2453" y="210"/>
                </a:lnTo>
                <a:lnTo>
                  <a:pt x="2454" y="211"/>
                </a:lnTo>
                <a:lnTo>
                  <a:pt x="2455" y="210"/>
                </a:lnTo>
                <a:lnTo>
                  <a:pt x="2456" y="209"/>
                </a:lnTo>
                <a:lnTo>
                  <a:pt x="2456" y="208"/>
                </a:lnTo>
                <a:lnTo>
                  <a:pt x="2457" y="208"/>
                </a:lnTo>
                <a:lnTo>
                  <a:pt x="2457" y="207"/>
                </a:lnTo>
                <a:lnTo>
                  <a:pt x="2457" y="205"/>
                </a:lnTo>
                <a:lnTo>
                  <a:pt x="2456" y="204"/>
                </a:lnTo>
                <a:lnTo>
                  <a:pt x="2456" y="203"/>
                </a:lnTo>
                <a:lnTo>
                  <a:pt x="2457" y="202"/>
                </a:lnTo>
                <a:lnTo>
                  <a:pt x="2458" y="202"/>
                </a:lnTo>
                <a:lnTo>
                  <a:pt x="2458" y="201"/>
                </a:lnTo>
                <a:lnTo>
                  <a:pt x="2460" y="201"/>
                </a:lnTo>
                <a:lnTo>
                  <a:pt x="2461" y="201"/>
                </a:lnTo>
                <a:lnTo>
                  <a:pt x="2461" y="200"/>
                </a:lnTo>
                <a:lnTo>
                  <a:pt x="2462" y="200"/>
                </a:lnTo>
                <a:lnTo>
                  <a:pt x="2463" y="199"/>
                </a:lnTo>
                <a:lnTo>
                  <a:pt x="2464" y="200"/>
                </a:lnTo>
                <a:lnTo>
                  <a:pt x="2465" y="200"/>
                </a:lnTo>
                <a:lnTo>
                  <a:pt x="2467" y="200"/>
                </a:lnTo>
                <a:lnTo>
                  <a:pt x="2468" y="200"/>
                </a:lnTo>
                <a:lnTo>
                  <a:pt x="2469" y="200"/>
                </a:lnTo>
                <a:lnTo>
                  <a:pt x="2470" y="201"/>
                </a:lnTo>
                <a:lnTo>
                  <a:pt x="2471" y="201"/>
                </a:lnTo>
                <a:lnTo>
                  <a:pt x="2471" y="202"/>
                </a:lnTo>
                <a:lnTo>
                  <a:pt x="2472" y="202"/>
                </a:lnTo>
                <a:lnTo>
                  <a:pt x="2472" y="203"/>
                </a:lnTo>
                <a:lnTo>
                  <a:pt x="2473" y="204"/>
                </a:lnTo>
                <a:lnTo>
                  <a:pt x="2474" y="205"/>
                </a:lnTo>
                <a:lnTo>
                  <a:pt x="2475" y="205"/>
                </a:lnTo>
                <a:lnTo>
                  <a:pt x="2477" y="204"/>
                </a:lnTo>
                <a:lnTo>
                  <a:pt x="2478" y="204"/>
                </a:lnTo>
                <a:lnTo>
                  <a:pt x="2479" y="204"/>
                </a:lnTo>
                <a:lnTo>
                  <a:pt x="2482" y="204"/>
                </a:lnTo>
                <a:lnTo>
                  <a:pt x="2485" y="203"/>
                </a:lnTo>
                <a:lnTo>
                  <a:pt x="2485" y="202"/>
                </a:lnTo>
                <a:lnTo>
                  <a:pt x="2486" y="202"/>
                </a:lnTo>
                <a:lnTo>
                  <a:pt x="2486" y="201"/>
                </a:lnTo>
                <a:lnTo>
                  <a:pt x="2486" y="200"/>
                </a:lnTo>
                <a:lnTo>
                  <a:pt x="2488" y="198"/>
                </a:lnTo>
                <a:lnTo>
                  <a:pt x="2489" y="198"/>
                </a:lnTo>
                <a:lnTo>
                  <a:pt x="2490" y="198"/>
                </a:lnTo>
                <a:lnTo>
                  <a:pt x="2490" y="199"/>
                </a:lnTo>
                <a:lnTo>
                  <a:pt x="2491" y="199"/>
                </a:lnTo>
                <a:lnTo>
                  <a:pt x="2493" y="199"/>
                </a:lnTo>
                <a:lnTo>
                  <a:pt x="2495" y="200"/>
                </a:lnTo>
                <a:lnTo>
                  <a:pt x="2497" y="200"/>
                </a:lnTo>
                <a:lnTo>
                  <a:pt x="2498" y="199"/>
                </a:lnTo>
                <a:lnTo>
                  <a:pt x="2498" y="198"/>
                </a:lnTo>
                <a:lnTo>
                  <a:pt x="2497" y="198"/>
                </a:lnTo>
                <a:lnTo>
                  <a:pt x="2497" y="197"/>
                </a:lnTo>
                <a:lnTo>
                  <a:pt x="2500" y="194"/>
                </a:lnTo>
                <a:lnTo>
                  <a:pt x="2501" y="194"/>
                </a:lnTo>
                <a:lnTo>
                  <a:pt x="2502" y="194"/>
                </a:lnTo>
                <a:lnTo>
                  <a:pt x="2503" y="193"/>
                </a:lnTo>
                <a:lnTo>
                  <a:pt x="2503" y="192"/>
                </a:lnTo>
                <a:lnTo>
                  <a:pt x="2502" y="191"/>
                </a:lnTo>
                <a:lnTo>
                  <a:pt x="2501" y="190"/>
                </a:lnTo>
                <a:lnTo>
                  <a:pt x="2501" y="189"/>
                </a:lnTo>
                <a:lnTo>
                  <a:pt x="2501" y="188"/>
                </a:lnTo>
                <a:lnTo>
                  <a:pt x="2501" y="187"/>
                </a:lnTo>
                <a:lnTo>
                  <a:pt x="2502" y="187"/>
                </a:lnTo>
                <a:lnTo>
                  <a:pt x="2503" y="187"/>
                </a:lnTo>
                <a:lnTo>
                  <a:pt x="2505" y="187"/>
                </a:lnTo>
                <a:lnTo>
                  <a:pt x="2506" y="187"/>
                </a:lnTo>
                <a:lnTo>
                  <a:pt x="2507" y="187"/>
                </a:lnTo>
                <a:lnTo>
                  <a:pt x="2507" y="186"/>
                </a:lnTo>
                <a:lnTo>
                  <a:pt x="2507" y="185"/>
                </a:lnTo>
                <a:lnTo>
                  <a:pt x="2508" y="185"/>
                </a:lnTo>
                <a:lnTo>
                  <a:pt x="2509" y="185"/>
                </a:lnTo>
                <a:lnTo>
                  <a:pt x="2511" y="184"/>
                </a:lnTo>
                <a:lnTo>
                  <a:pt x="2512" y="184"/>
                </a:lnTo>
                <a:lnTo>
                  <a:pt x="2512" y="185"/>
                </a:lnTo>
                <a:lnTo>
                  <a:pt x="2514" y="184"/>
                </a:lnTo>
                <a:lnTo>
                  <a:pt x="2514" y="183"/>
                </a:lnTo>
                <a:lnTo>
                  <a:pt x="2514" y="182"/>
                </a:lnTo>
                <a:lnTo>
                  <a:pt x="2515" y="182"/>
                </a:lnTo>
                <a:lnTo>
                  <a:pt x="2515" y="181"/>
                </a:lnTo>
                <a:lnTo>
                  <a:pt x="2514" y="181"/>
                </a:lnTo>
                <a:lnTo>
                  <a:pt x="2514" y="179"/>
                </a:lnTo>
                <a:lnTo>
                  <a:pt x="2514" y="177"/>
                </a:lnTo>
                <a:lnTo>
                  <a:pt x="2514" y="175"/>
                </a:lnTo>
                <a:lnTo>
                  <a:pt x="2516" y="173"/>
                </a:lnTo>
                <a:lnTo>
                  <a:pt x="2517" y="171"/>
                </a:lnTo>
                <a:lnTo>
                  <a:pt x="2518" y="171"/>
                </a:lnTo>
                <a:lnTo>
                  <a:pt x="2519" y="171"/>
                </a:lnTo>
                <a:lnTo>
                  <a:pt x="2520" y="171"/>
                </a:lnTo>
                <a:lnTo>
                  <a:pt x="2520" y="172"/>
                </a:lnTo>
                <a:lnTo>
                  <a:pt x="2520" y="174"/>
                </a:lnTo>
                <a:lnTo>
                  <a:pt x="2521" y="174"/>
                </a:lnTo>
                <a:lnTo>
                  <a:pt x="2522" y="173"/>
                </a:lnTo>
                <a:lnTo>
                  <a:pt x="2523" y="173"/>
                </a:lnTo>
                <a:lnTo>
                  <a:pt x="2524" y="173"/>
                </a:lnTo>
                <a:lnTo>
                  <a:pt x="2525" y="174"/>
                </a:lnTo>
                <a:lnTo>
                  <a:pt x="2526" y="174"/>
                </a:lnTo>
                <a:lnTo>
                  <a:pt x="2527" y="174"/>
                </a:lnTo>
                <a:lnTo>
                  <a:pt x="2528" y="174"/>
                </a:lnTo>
                <a:lnTo>
                  <a:pt x="2528" y="173"/>
                </a:lnTo>
                <a:lnTo>
                  <a:pt x="2529" y="173"/>
                </a:lnTo>
                <a:lnTo>
                  <a:pt x="2530" y="174"/>
                </a:lnTo>
                <a:lnTo>
                  <a:pt x="2531" y="174"/>
                </a:lnTo>
                <a:lnTo>
                  <a:pt x="2532" y="174"/>
                </a:lnTo>
                <a:lnTo>
                  <a:pt x="2532" y="173"/>
                </a:lnTo>
                <a:lnTo>
                  <a:pt x="2533" y="173"/>
                </a:lnTo>
                <a:lnTo>
                  <a:pt x="2534" y="173"/>
                </a:lnTo>
                <a:lnTo>
                  <a:pt x="2534" y="174"/>
                </a:lnTo>
                <a:lnTo>
                  <a:pt x="2535" y="174"/>
                </a:lnTo>
                <a:lnTo>
                  <a:pt x="2535" y="175"/>
                </a:lnTo>
                <a:lnTo>
                  <a:pt x="2535" y="176"/>
                </a:lnTo>
                <a:lnTo>
                  <a:pt x="2536" y="176"/>
                </a:lnTo>
                <a:lnTo>
                  <a:pt x="2537" y="176"/>
                </a:lnTo>
                <a:lnTo>
                  <a:pt x="2537" y="175"/>
                </a:lnTo>
                <a:lnTo>
                  <a:pt x="2538" y="175"/>
                </a:lnTo>
                <a:lnTo>
                  <a:pt x="2540" y="175"/>
                </a:lnTo>
                <a:lnTo>
                  <a:pt x="2541" y="175"/>
                </a:lnTo>
                <a:lnTo>
                  <a:pt x="2541" y="176"/>
                </a:lnTo>
                <a:lnTo>
                  <a:pt x="2542" y="176"/>
                </a:lnTo>
                <a:lnTo>
                  <a:pt x="2542" y="177"/>
                </a:lnTo>
                <a:lnTo>
                  <a:pt x="2542" y="178"/>
                </a:lnTo>
                <a:lnTo>
                  <a:pt x="2542" y="179"/>
                </a:lnTo>
                <a:lnTo>
                  <a:pt x="2543" y="179"/>
                </a:lnTo>
                <a:lnTo>
                  <a:pt x="2545" y="180"/>
                </a:lnTo>
                <a:lnTo>
                  <a:pt x="2545" y="181"/>
                </a:lnTo>
                <a:lnTo>
                  <a:pt x="2546" y="181"/>
                </a:lnTo>
                <a:lnTo>
                  <a:pt x="2547" y="182"/>
                </a:lnTo>
                <a:lnTo>
                  <a:pt x="2548" y="182"/>
                </a:lnTo>
                <a:lnTo>
                  <a:pt x="2548" y="183"/>
                </a:lnTo>
                <a:lnTo>
                  <a:pt x="2549" y="183"/>
                </a:lnTo>
                <a:lnTo>
                  <a:pt x="2549" y="184"/>
                </a:lnTo>
                <a:lnTo>
                  <a:pt x="2550" y="184"/>
                </a:lnTo>
                <a:lnTo>
                  <a:pt x="2551" y="184"/>
                </a:lnTo>
                <a:lnTo>
                  <a:pt x="2551" y="185"/>
                </a:lnTo>
                <a:lnTo>
                  <a:pt x="2552" y="185"/>
                </a:lnTo>
                <a:lnTo>
                  <a:pt x="2553" y="186"/>
                </a:lnTo>
                <a:lnTo>
                  <a:pt x="2554" y="187"/>
                </a:lnTo>
                <a:lnTo>
                  <a:pt x="2555" y="188"/>
                </a:lnTo>
                <a:lnTo>
                  <a:pt x="2556" y="189"/>
                </a:lnTo>
                <a:lnTo>
                  <a:pt x="2557" y="190"/>
                </a:lnTo>
                <a:lnTo>
                  <a:pt x="2557" y="191"/>
                </a:lnTo>
                <a:lnTo>
                  <a:pt x="2558" y="191"/>
                </a:lnTo>
                <a:lnTo>
                  <a:pt x="2559" y="192"/>
                </a:lnTo>
                <a:lnTo>
                  <a:pt x="2560" y="192"/>
                </a:lnTo>
                <a:lnTo>
                  <a:pt x="2560" y="193"/>
                </a:lnTo>
                <a:lnTo>
                  <a:pt x="2559" y="194"/>
                </a:lnTo>
                <a:lnTo>
                  <a:pt x="2560" y="194"/>
                </a:lnTo>
                <a:lnTo>
                  <a:pt x="2560" y="195"/>
                </a:lnTo>
                <a:lnTo>
                  <a:pt x="2561" y="195"/>
                </a:lnTo>
                <a:lnTo>
                  <a:pt x="2562" y="196"/>
                </a:lnTo>
                <a:lnTo>
                  <a:pt x="2563" y="197"/>
                </a:lnTo>
                <a:lnTo>
                  <a:pt x="2563" y="198"/>
                </a:lnTo>
                <a:lnTo>
                  <a:pt x="2564" y="198"/>
                </a:lnTo>
                <a:lnTo>
                  <a:pt x="2564" y="199"/>
                </a:lnTo>
                <a:lnTo>
                  <a:pt x="2564" y="200"/>
                </a:lnTo>
                <a:lnTo>
                  <a:pt x="2565" y="200"/>
                </a:lnTo>
                <a:lnTo>
                  <a:pt x="2566" y="201"/>
                </a:lnTo>
                <a:lnTo>
                  <a:pt x="2566" y="202"/>
                </a:lnTo>
                <a:lnTo>
                  <a:pt x="2567" y="202"/>
                </a:lnTo>
                <a:lnTo>
                  <a:pt x="2568" y="203"/>
                </a:lnTo>
                <a:lnTo>
                  <a:pt x="2569" y="203"/>
                </a:lnTo>
                <a:lnTo>
                  <a:pt x="2568" y="203"/>
                </a:lnTo>
                <a:lnTo>
                  <a:pt x="2569" y="204"/>
                </a:lnTo>
                <a:lnTo>
                  <a:pt x="2570" y="204"/>
                </a:lnTo>
                <a:lnTo>
                  <a:pt x="2571" y="204"/>
                </a:lnTo>
                <a:lnTo>
                  <a:pt x="2571" y="205"/>
                </a:lnTo>
                <a:lnTo>
                  <a:pt x="2571" y="206"/>
                </a:lnTo>
                <a:lnTo>
                  <a:pt x="2572" y="207"/>
                </a:lnTo>
                <a:lnTo>
                  <a:pt x="2573" y="207"/>
                </a:lnTo>
                <a:lnTo>
                  <a:pt x="2572" y="207"/>
                </a:lnTo>
                <a:lnTo>
                  <a:pt x="2572" y="208"/>
                </a:lnTo>
                <a:lnTo>
                  <a:pt x="2573" y="208"/>
                </a:lnTo>
                <a:lnTo>
                  <a:pt x="2574" y="209"/>
                </a:lnTo>
                <a:lnTo>
                  <a:pt x="2575" y="211"/>
                </a:lnTo>
                <a:lnTo>
                  <a:pt x="2576" y="211"/>
                </a:lnTo>
                <a:lnTo>
                  <a:pt x="2577" y="212"/>
                </a:lnTo>
                <a:lnTo>
                  <a:pt x="2577" y="213"/>
                </a:lnTo>
                <a:lnTo>
                  <a:pt x="2577" y="214"/>
                </a:lnTo>
                <a:lnTo>
                  <a:pt x="2576" y="214"/>
                </a:lnTo>
                <a:lnTo>
                  <a:pt x="2576" y="215"/>
                </a:lnTo>
                <a:lnTo>
                  <a:pt x="2578" y="215"/>
                </a:lnTo>
                <a:lnTo>
                  <a:pt x="2579" y="215"/>
                </a:lnTo>
                <a:lnTo>
                  <a:pt x="2580" y="216"/>
                </a:lnTo>
                <a:lnTo>
                  <a:pt x="2581" y="216"/>
                </a:lnTo>
                <a:lnTo>
                  <a:pt x="2582" y="215"/>
                </a:lnTo>
                <a:lnTo>
                  <a:pt x="2584" y="216"/>
                </a:lnTo>
                <a:lnTo>
                  <a:pt x="2584" y="217"/>
                </a:lnTo>
                <a:lnTo>
                  <a:pt x="2585" y="217"/>
                </a:lnTo>
                <a:lnTo>
                  <a:pt x="2585" y="218"/>
                </a:lnTo>
                <a:lnTo>
                  <a:pt x="2586" y="218"/>
                </a:lnTo>
                <a:lnTo>
                  <a:pt x="2586" y="219"/>
                </a:lnTo>
                <a:lnTo>
                  <a:pt x="2585" y="219"/>
                </a:lnTo>
                <a:lnTo>
                  <a:pt x="2586" y="219"/>
                </a:lnTo>
                <a:lnTo>
                  <a:pt x="2586" y="220"/>
                </a:lnTo>
                <a:lnTo>
                  <a:pt x="2586" y="221"/>
                </a:lnTo>
                <a:lnTo>
                  <a:pt x="2587" y="222"/>
                </a:lnTo>
                <a:lnTo>
                  <a:pt x="2586" y="223"/>
                </a:lnTo>
                <a:lnTo>
                  <a:pt x="2586" y="224"/>
                </a:lnTo>
                <a:lnTo>
                  <a:pt x="2587" y="224"/>
                </a:lnTo>
                <a:lnTo>
                  <a:pt x="2588" y="224"/>
                </a:lnTo>
                <a:lnTo>
                  <a:pt x="2588" y="225"/>
                </a:lnTo>
                <a:lnTo>
                  <a:pt x="2590" y="224"/>
                </a:lnTo>
                <a:lnTo>
                  <a:pt x="2591" y="225"/>
                </a:lnTo>
                <a:lnTo>
                  <a:pt x="2592" y="225"/>
                </a:lnTo>
                <a:lnTo>
                  <a:pt x="2591" y="226"/>
                </a:lnTo>
                <a:lnTo>
                  <a:pt x="2592" y="226"/>
                </a:lnTo>
                <a:lnTo>
                  <a:pt x="2592" y="227"/>
                </a:lnTo>
                <a:lnTo>
                  <a:pt x="2593" y="227"/>
                </a:lnTo>
                <a:lnTo>
                  <a:pt x="2594" y="227"/>
                </a:lnTo>
                <a:lnTo>
                  <a:pt x="2595" y="227"/>
                </a:lnTo>
                <a:lnTo>
                  <a:pt x="2596" y="226"/>
                </a:lnTo>
                <a:lnTo>
                  <a:pt x="2597" y="226"/>
                </a:lnTo>
                <a:lnTo>
                  <a:pt x="2597" y="227"/>
                </a:lnTo>
                <a:lnTo>
                  <a:pt x="2597" y="226"/>
                </a:lnTo>
                <a:lnTo>
                  <a:pt x="2598" y="226"/>
                </a:lnTo>
                <a:lnTo>
                  <a:pt x="2598" y="227"/>
                </a:lnTo>
                <a:lnTo>
                  <a:pt x="2597" y="227"/>
                </a:lnTo>
                <a:lnTo>
                  <a:pt x="2597" y="228"/>
                </a:lnTo>
                <a:lnTo>
                  <a:pt x="2598" y="228"/>
                </a:lnTo>
                <a:lnTo>
                  <a:pt x="2597" y="229"/>
                </a:lnTo>
                <a:lnTo>
                  <a:pt x="2597" y="228"/>
                </a:lnTo>
                <a:lnTo>
                  <a:pt x="2597" y="229"/>
                </a:lnTo>
                <a:lnTo>
                  <a:pt x="2596" y="229"/>
                </a:lnTo>
                <a:lnTo>
                  <a:pt x="2597" y="230"/>
                </a:lnTo>
                <a:lnTo>
                  <a:pt x="2597" y="229"/>
                </a:lnTo>
                <a:lnTo>
                  <a:pt x="2597" y="230"/>
                </a:lnTo>
                <a:lnTo>
                  <a:pt x="2598" y="230"/>
                </a:lnTo>
                <a:lnTo>
                  <a:pt x="2597" y="230"/>
                </a:lnTo>
                <a:lnTo>
                  <a:pt x="2596" y="230"/>
                </a:lnTo>
                <a:lnTo>
                  <a:pt x="2597" y="230"/>
                </a:lnTo>
                <a:lnTo>
                  <a:pt x="2598" y="231"/>
                </a:lnTo>
                <a:lnTo>
                  <a:pt x="2599" y="231"/>
                </a:lnTo>
                <a:lnTo>
                  <a:pt x="2600" y="231"/>
                </a:lnTo>
                <a:lnTo>
                  <a:pt x="2600" y="232"/>
                </a:lnTo>
                <a:lnTo>
                  <a:pt x="2599" y="232"/>
                </a:lnTo>
                <a:lnTo>
                  <a:pt x="2599" y="233"/>
                </a:lnTo>
                <a:lnTo>
                  <a:pt x="2601" y="233"/>
                </a:lnTo>
                <a:lnTo>
                  <a:pt x="2602" y="234"/>
                </a:lnTo>
                <a:lnTo>
                  <a:pt x="2603" y="234"/>
                </a:lnTo>
                <a:lnTo>
                  <a:pt x="2604" y="234"/>
                </a:lnTo>
                <a:lnTo>
                  <a:pt x="2604" y="235"/>
                </a:lnTo>
                <a:lnTo>
                  <a:pt x="2603" y="235"/>
                </a:lnTo>
                <a:lnTo>
                  <a:pt x="2602" y="235"/>
                </a:lnTo>
                <a:lnTo>
                  <a:pt x="2603" y="235"/>
                </a:lnTo>
                <a:lnTo>
                  <a:pt x="2603" y="236"/>
                </a:lnTo>
                <a:lnTo>
                  <a:pt x="2602" y="237"/>
                </a:lnTo>
                <a:lnTo>
                  <a:pt x="2601" y="237"/>
                </a:lnTo>
                <a:lnTo>
                  <a:pt x="2602" y="238"/>
                </a:lnTo>
                <a:lnTo>
                  <a:pt x="2602" y="239"/>
                </a:lnTo>
                <a:lnTo>
                  <a:pt x="2603" y="240"/>
                </a:lnTo>
                <a:lnTo>
                  <a:pt x="2602" y="240"/>
                </a:lnTo>
                <a:lnTo>
                  <a:pt x="2603" y="241"/>
                </a:lnTo>
                <a:lnTo>
                  <a:pt x="2604" y="241"/>
                </a:lnTo>
                <a:lnTo>
                  <a:pt x="2605" y="240"/>
                </a:lnTo>
                <a:lnTo>
                  <a:pt x="2605" y="241"/>
                </a:lnTo>
                <a:lnTo>
                  <a:pt x="2605" y="242"/>
                </a:lnTo>
                <a:lnTo>
                  <a:pt x="2604" y="242"/>
                </a:lnTo>
                <a:lnTo>
                  <a:pt x="2604" y="243"/>
                </a:lnTo>
                <a:lnTo>
                  <a:pt x="2602" y="244"/>
                </a:lnTo>
                <a:lnTo>
                  <a:pt x="2602" y="245"/>
                </a:lnTo>
                <a:lnTo>
                  <a:pt x="2602" y="246"/>
                </a:lnTo>
                <a:lnTo>
                  <a:pt x="2602" y="245"/>
                </a:lnTo>
                <a:lnTo>
                  <a:pt x="2601" y="245"/>
                </a:lnTo>
                <a:lnTo>
                  <a:pt x="2600" y="246"/>
                </a:lnTo>
                <a:lnTo>
                  <a:pt x="2600" y="247"/>
                </a:lnTo>
                <a:lnTo>
                  <a:pt x="2601" y="248"/>
                </a:lnTo>
                <a:lnTo>
                  <a:pt x="2601" y="249"/>
                </a:lnTo>
                <a:lnTo>
                  <a:pt x="2600" y="249"/>
                </a:lnTo>
                <a:lnTo>
                  <a:pt x="2600" y="248"/>
                </a:lnTo>
                <a:lnTo>
                  <a:pt x="2599" y="248"/>
                </a:lnTo>
                <a:lnTo>
                  <a:pt x="2598" y="248"/>
                </a:lnTo>
                <a:lnTo>
                  <a:pt x="2598" y="249"/>
                </a:lnTo>
                <a:lnTo>
                  <a:pt x="2599" y="249"/>
                </a:lnTo>
                <a:lnTo>
                  <a:pt x="2598" y="249"/>
                </a:lnTo>
                <a:lnTo>
                  <a:pt x="2598" y="250"/>
                </a:lnTo>
                <a:lnTo>
                  <a:pt x="2598" y="251"/>
                </a:lnTo>
                <a:lnTo>
                  <a:pt x="2598" y="252"/>
                </a:lnTo>
                <a:lnTo>
                  <a:pt x="2597" y="252"/>
                </a:lnTo>
                <a:lnTo>
                  <a:pt x="2596" y="251"/>
                </a:lnTo>
                <a:lnTo>
                  <a:pt x="2596" y="250"/>
                </a:lnTo>
                <a:lnTo>
                  <a:pt x="2596" y="249"/>
                </a:lnTo>
                <a:lnTo>
                  <a:pt x="2595" y="249"/>
                </a:lnTo>
                <a:lnTo>
                  <a:pt x="2594" y="249"/>
                </a:lnTo>
                <a:lnTo>
                  <a:pt x="2594" y="250"/>
                </a:lnTo>
                <a:lnTo>
                  <a:pt x="2594" y="251"/>
                </a:lnTo>
                <a:lnTo>
                  <a:pt x="2593" y="251"/>
                </a:lnTo>
                <a:lnTo>
                  <a:pt x="2593" y="252"/>
                </a:lnTo>
                <a:lnTo>
                  <a:pt x="2594" y="252"/>
                </a:lnTo>
                <a:lnTo>
                  <a:pt x="2594" y="253"/>
                </a:lnTo>
                <a:lnTo>
                  <a:pt x="2593" y="253"/>
                </a:lnTo>
                <a:lnTo>
                  <a:pt x="2592" y="253"/>
                </a:lnTo>
                <a:lnTo>
                  <a:pt x="2592" y="254"/>
                </a:lnTo>
                <a:lnTo>
                  <a:pt x="2591" y="253"/>
                </a:lnTo>
                <a:lnTo>
                  <a:pt x="2590" y="253"/>
                </a:lnTo>
                <a:lnTo>
                  <a:pt x="2589" y="253"/>
                </a:lnTo>
                <a:lnTo>
                  <a:pt x="2590" y="253"/>
                </a:lnTo>
                <a:lnTo>
                  <a:pt x="2591" y="254"/>
                </a:lnTo>
                <a:lnTo>
                  <a:pt x="2592" y="254"/>
                </a:lnTo>
                <a:lnTo>
                  <a:pt x="2592" y="255"/>
                </a:lnTo>
                <a:lnTo>
                  <a:pt x="2591" y="255"/>
                </a:lnTo>
                <a:lnTo>
                  <a:pt x="2591" y="256"/>
                </a:lnTo>
                <a:lnTo>
                  <a:pt x="2590" y="256"/>
                </a:lnTo>
                <a:lnTo>
                  <a:pt x="2589" y="257"/>
                </a:lnTo>
                <a:lnTo>
                  <a:pt x="2588" y="257"/>
                </a:lnTo>
                <a:lnTo>
                  <a:pt x="2587" y="257"/>
                </a:lnTo>
                <a:lnTo>
                  <a:pt x="2588" y="258"/>
                </a:lnTo>
                <a:lnTo>
                  <a:pt x="2588" y="259"/>
                </a:lnTo>
                <a:lnTo>
                  <a:pt x="2587" y="259"/>
                </a:lnTo>
                <a:lnTo>
                  <a:pt x="2586" y="260"/>
                </a:lnTo>
                <a:lnTo>
                  <a:pt x="2585" y="260"/>
                </a:lnTo>
                <a:lnTo>
                  <a:pt x="2584" y="260"/>
                </a:lnTo>
                <a:lnTo>
                  <a:pt x="2584" y="259"/>
                </a:lnTo>
                <a:lnTo>
                  <a:pt x="2584" y="260"/>
                </a:lnTo>
                <a:lnTo>
                  <a:pt x="2583" y="260"/>
                </a:lnTo>
                <a:lnTo>
                  <a:pt x="2583" y="261"/>
                </a:lnTo>
                <a:lnTo>
                  <a:pt x="2584" y="261"/>
                </a:lnTo>
                <a:lnTo>
                  <a:pt x="2584" y="262"/>
                </a:lnTo>
                <a:lnTo>
                  <a:pt x="2584" y="263"/>
                </a:lnTo>
                <a:lnTo>
                  <a:pt x="2583" y="263"/>
                </a:lnTo>
                <a:lnTo>
                  <a:pt x="2582" y="263"/>
                </a:lnTo>
                <a:lnTo>
                  <a:pt x="2582" y="262"/>
                </a:lnTo>
                <a:lnTo>
                  <a:pt x="2581" y="262"/>
                </a:lnTo>
                <a:lnTo>
                  <a:pt x="2580" y="262"/>
                </a:lnTo>
                <a:lnTo>
                  <a:pt x="2579" y="262"/>
                </a:lnTo>
                <a:lnTo>
                  <a:pt x="2578" y="262"/>
                </a:lnTo>
                <a:lnTo>
                  <a:pt x="2578" y="263"/>
                </a:lnTo>
                <a:lnTo>
                  <a:pt x="2577" y="263"/>
                </a:lnTo>
                <a:lnTo>
                  <a:pt x="2577" y="264"/>
                </a:lnTo>
                <a:lnTo>
                  <a:pt x="2576" y="264"/>
                </a:lnTo>
                <a:lnTo>
                  <a:pt x="2577" y="264"/>
                </a:lnTo>
                <a:lnTo>
                  <a:pt x="2577" y="265"/>
                </a:lnTo>
                <a:lnTo>
                  <a:pt x="2578" y="265"/>
                </a:lnTo>
                <a:lnTo>
                  <a:pt x="2578" y="264"/>
                </a:lnTo>
                <a:lnTo>
                  <a:pt x="2579" y="265"/>
                </a:lnTo>
                <a:lnTo>
                  <a:pt x="2580" y="265"/>
                </a:lnTo>
                <a:lnTo>
                  <a:pt x="2580" y="266"/>
                </a:lnTo>
                <a:lnTo>
                  <a:pt x="2579" y="266"/>
                </a:lnTo>
                <a:lnTo>
                  <a:pt x="2578" y="266"/>
                </a:lnTo>
                <a:lnTo>
                  <a:pt x="2578" y="267"/>
                </a:lnTo>
                <a:lnTo>
                  <a:pt x="2579" y="267"/>
                </a:lnTo>
                <a:lnTo>
                  <a:pt x="2580" y="267"/>
                </a:lnTo>
                <a:lnTo>
                  <a:pt x="2581" y="268"/>
                </a:lnTo>
                <a:lnTo>
                  <a:pt x="2582" y="268"/>
                </a:lnTo>
                <a:lnTo>
                  <a:pt x="2582" y="269"/>
                </a:lnTo>
                <a:lnTo>
                  <a:pt x="2583" y="269"/>
                </a:lnTo>
                <a:lnTo>
                  <a:pt x="2582" y="269"/>
                </a:lnTo>
                <a:lnTo>
                  <a:pt x="2582" y="270"/>
                </a:lnTo>
                <a:lnTo>
                  <a:pt x="2582" y="271"/>
                </a:lnTo>
                <a:lnTo>
                  <a:pt x="2581" y="271"/>
                </a:lnTo>
                <a:lnTo>
                  <a:pt x="2580" y="271"/>
                </a:lnTo>
                <a:lnTo>
                  <a:pt x="2579" y="271"/>
                </a:lnTo>
                <a:lnTo>
                  <a:pt x="2579" y="272"/>
                </a:lnTo>
                <a:lnTo>
                  <a:pt x="2580" y="273"/>
                </a:lnTo>
                <a:lnTo>
                  <a:pt x="2581" y="273"/>
                </a:lnTo>
                <a:lnTo>
                  <a:pt x="2581" y="274"/>
                </a:lnTo>
                <a:lnTo>
                  <a:pt x="2580" y="274"/>
                </a:lnTo>
                <a:lnTo>
                  <a:pt x="2580" y="275"/>
                </a:lnTo>
                <a:lnTo>
                  <a:pt x="2580" y="276"/>
                </a:lnTo>
                <a:lnTo>
                  <a:pt x="2581" y="276"/>
                </a:lnTo>
                <a:lnTo>
                  <a:pt x="2581" y="277"/>
                </a:lnTo>
                <a:lnTo>
                  <a:pt x="2582" y="277"/>
                </a:lnTo>
                <a:lnTo>
                  <a:pt x="2581" y="278"/>
                </a:lnTo>
                <a:lnTo>
                  <a:pt x="2581" y="279"/>
                </a:lnTo>
                <a:lnTo>
                  <a:pt x="2581" y="280"/>
                </a:lnTo>
                <a:lnTo>
                  <a:pt x="2582" y="280"/>
                </a:lnTo>
                <a:lnTo>
                  <a:pt x="2582" y="281"/>
                </a:lnTo>
                <a:lnTo>
                  <a:pt x="2582" y="282"/>
                </a:lnTo>
                <a:lnTo>
                  <a:pt x="2583" y="282"/>
                </a:lnTo>
                <a:lnTo>
                  <a:pt x="2583" y="283"/>
                </a:lnTo>
                <a:lnTo>
                  <a:pt x="2583" y="284"/>
                </a:lnTo>
                <a:lnTo>
                  <a:pt x="2582" y="284"/>
                </a:lnTo>
                <a:lnTo>
                  <a:pt x="2583" y="284"/>
                </a:lnTo>
                <a:lnTo>
                  <a:pt x="2582" y="285"/>
                </a:lnTo>
                <a:lnTo>
                  <a:pt x="2581" y="285"/>
                </a:lnTo>
                <a:lnTo>
                  <a:pt x="2580" y="285"/>
                </a:lnTo>
                <a:lnTo>
                  <a:pt x="2580" y="286"/>
                </a:lnTo>
                <a:lnTo>
                  <a:pt x="2579" y="286"/>
                </a:lnTo>
                <a:lnTo>
                  <a:pt x="2579" y="287"/>
                </a:lnTo>
                <a:lnTo>
                  <a:pt x="2578" y="286"/>
                </a:lnTo>
                <a:lnTo>
                  <a:pt x="2577" y="286"/>
                </a:lnTo>
                <a:lnTo>
                  <a:pt x="2577" y="287"/>
                </a:lnTo>
                <a:lnTo>
                  <a:pt x="2578" y="287"/>
                </a:lnTo>
                <a:lnTo>
                  <a:pt x="2578" y="288"/>
                </a:lnTo>
                <a:lnTo>
                  <a:pt x="2577" y="288"/>
                </a:lnTo>
                <a:lnTo>
                  <a:pt x="2577" y="289"/>
                </a:lnTo>
                <a:lnTo>
                  <a:pt x="2576" y="289"/>
                </a:lnTo>
                <a:lnTo>
                  <a:pt x="2575" y="289"/>
                </a:lnTo>
                <a:lnTo>
                  <a:pt x="2575" y="288"/>
                </a:lnTo>
                <a:lnTo>
                  <a:pt x="2576" y="288"/>
                </a:lnTo>
                <a:lnTo>
                  <a:pt x="2575" y="287"/>
                </a:lnTo>
                <a:lnTo>
                  <a:pt x="2574" y="287"/>
                </a:lnTo>
                <a:lnTo>
                  <a:pt x="2573" y="288"/>
                </a:lnTo>
                <a:lnTo>
                  <a:pt x="2573" y="289"/>
                </a:lnTo>
                <a:lnTo>
                  <a:pt x="2572" y="289"/>
                </a:lnTo>
                <a:lnTo>
                  <a:pt x="2572" y="290"/>
                </a:lnTo>
                <a:lnTo>
                  <a:pt x="2571" y="290"/>
                </a:lnTo>
                <a:lnTo>
                  <a:pt x="2570" y="290"/>
                </a:lnTo>
                <a:lnTo>
                  <a:pt x="2570" y="291"/>
                </a:lnTo>
                <a:lnTo>
                  <a:pt x="2571" y="291"/>
                </a:lnTo>
                <a:lnTo>
                  <a:pt x="2571" y="292"/>
                </a:lnTo>
                <a:lnTo>
                  <a:pt x="2570" y="292"/>
                </a:lnTo>
                <a:lnTo>
                  <a:pt x="2570" y="291"/>
                </a:lnTo>
                <a:lnTo>
                  <a:pt x="2570" y="292"/>
                </a:lnTo>
                <a:lnTo>
                  <a:pt x="2569" y="292"/>
                </a:lnTo>
                <a:lnTo>
                  <a:pt x="2568" y="292"/>
                </a:lnTo>
                <a:lnTo>
                  <a:pt x="2567" y="292"/>
                </a:lnTo>
                <a:lnTo>
                  <a:pt x="2567" y="293"/>
                </a:lnTo>
                <a:lnTo>
                  <a:pt x="2567" y="294"/>
                </a:lnTo>
                <a:lnTo>
                  <a:pt x="2566" y="295"/>
                </a:lnTo>
                <a:lnTo>
                  <a:pt x="2565" y="295"/>
                </a:lnTo>
                <a:lnTo>
                  <a:pt x="2564" y="295"/>
                </a:lnTo>
                <a:lnTo>
                  <a:pt x="2563" y="295"/>
                </a:lnTo>
                <a:lnTo>
                  <a:pt x="2562" y="294"/>
                </a:lnTo>
                <a:lnTo>
                  <a:pt x="2561" y="294"/>
                </a:lnTo>
                <a:lnTo>
                  <a:pt x="2561" y="295"/>
                </a:lnTo>
                <a:lnTo>
                  <a:pt x="2560" y="295"/>
                </a:lnTo>
                <a:lnTo>
                  <a:pt x="2560" y="296"/>
                </a:lnTo>
                <a:lnTo>
                  <a:pt x="2561" y="296"/>
                </a:lnTo>
                <a:lnTo>
                  <a:pt x="2561" y="295"/>
                </a:lnTo>
                <a:lnTo>
                  <a:pt x="2561" y="296"/>
                </a:lnTo>
                <a:lnTo>
                  <a:pt x="2560" y="296"/>
                </a:lnTo>
                <a:lnTo>
                  <a:pt x="2559" y="296"/>
                </a:lnTo>
                <a:lnTo>
                  <a:pt x="2559" y="297"/>
                </a:lnTo>
                <a:lnTo>
                  <a:pt x="2560" y="298"/>
                </a:lnTo>
                <a:lnTo>
                  <a:pt x="2561" y="299"/>
                </a:lnTo>
                <a:lnTo>
                  <a:pt x="2560" y="299"/>
                </a:lnTo>
                <a:lnTo>
                  <a:pt x="2560" y="300"/>
                </a:lnTo>
                <a:lnTo>
                  <a:pt x="2559" y="300"/>
                </a:lnTo>
                <a:lnTo>
                  <a:pt x="2559" y="299"/>
                </a:lnTo>
                <a:lnTo>
                  <a:pt x="2557" y="298"/>
                </a:lnTo>
                <a:lnTo>
                  <a:pt x="2556" y="298"/>
                </a:lnTo>
                <a:lnTo>
                  <a:pt x="2555" y="299"/>
                </a:lnTo>
                <a:lnTo>
                  <a:pt x="2554" y="299"/>
                </a:lnTo>
                <a:lnTo>
                  <a:pt x="2555" y="299"/>
                </a:lnTo>
                <a:lnTo>
                  <a:pt x="2555" y="300"/>
                </a:lnTo>
                <a:lnTo>
                  <a:pt x="2556" y="300"/>
                </a:lnTo>
                <a:lnTo>
                  <a:pt x="2556" y="301"/>
                </a:lnTo>
                <a:lnTo>
                  <a:pt x="2557" y="302"/>
                </a:lnTo>
                <a:lnTo>
                  <a:pt x="2556" y="302"/>
                </a:lnTo>
                <a:lnTo>
                  <a:pt x="2555" y="302"/>
                </a:lnTo>
                <a:lnTo>
                  <a:pt x="2555" y="303"/>
                </a:lnTo>
                <a:lnTo>
                  <a:pt x="2556" y="303"/>
                </a:lnTo>
                <a:lnTo>
                  <a:pt x="2556" y="304"/>
                </a:lnTo>
                <a:lnTo>
                  <a:pt x="2556" y="303"/>
                </a:lnTo>
                <a:lnTo>
                  <a:pt x="2557" y="304"/>
                </a:lnTo>
                <a:lnTo>
                  <a:pt x="2557" y="305"/>
                </a:lnTo>
                <a:lnTo>
                  <a:pt x="2556" y="305"/>
                </a:lnTo>
                <a:lnTo>
                  <a:pt x="2555" y="305"/>
                </a:lnTo>
                <a:lnTo>
                  <a:pt x="2555" y="306"/>
                </a:lnTo>
                <a:lnTo>
                  <a:pt x="2555" y="307"/>
                </a:lnTo>
                <a:lnTo>
                  <a:pt x="2556" y="307"/>
                </a:lnTo>
                <a:lnTo>
                  <a:pt x="2555" y="307"/>
                </a:lnTo>
                <a:lnTo>
                  <a:pt x="2555" y="308"/>
                </a:lnTo>
                <a:lnTo>
                  <a:pt x="2555" y="307"/>
                </a:lnTo>
                <a:lnTo>
                  <a:pt x="2554" y="307"/>
                </a:lnTo>
                <a:lnTo>
                  <a:pt x="2554" y="308"/>
                </a:lnTo>
                <a:lnTo>
                  <a:pt x="2553" y="308"/>
                </a:lnTo>
                <a:lnTo>
                  <a:pt x="2554" y="308"/>
                </a:lnTo>
                <a:lnTo>
                  <a:pt x="2555" y="308"/>
                </a:lnTo>
                <a:lnTo>
                  <a:pt x="2555" y="309"/>
                </a:lnTo>
                <a:lnTo>
                  <a:pt x="2554" y="309"/>
                </a:lnTo>
                <a:lnTo>
                  <a:pt x="2553" y="309"/>
                </a:lnTo>
                <a:lnTo>
                  <a:pt x="2552" y="309"/>
                </a:lnTo>
                <a:lnTo>
                  <a:pt x="2552" y="310"/>
                </a:lnTo>
                <a:lnTo>
                  <a:pt x="2551" y="310"/>
                </a:lnTo>
                <a:lnTo>
                  <a:pt x="2551" y="311"/>
                </a:lnTo>
                <a:lnTo>
                  <a:pt x="2551" y="310"/>
                </a:lnTo>
                <a:lnTo>
                  <a:pt x="2550" y="310"/>
                </a:lnTo>
                <a:lnTo>
                  <a:pt x="2550" y="311"/>
                </a:lnTo>
                <a:lnTo>
                  <a:pt x="2550" y="312"/>
                </a:lnTo>
                <a:lnTo>
                  <a:pt x="2550" y="313"/>
                </a:lnTo>
                <a:lnTo>
                  <a:pt x="2550" y="314"/>
                </a:lnTo>
                <a:lnTo>
                  <a:pt x="2549" y="314"/>
                </a:lnTo>
                <a:lnTo>
                  <a:pt x="2549" y="313"/>
                </a:lnTo>
                <a:lnTo>
                  <a:pt x="2549" y="314"/>
                </a:lnTo>
                <a:lnTo>
                  <a:pt x="2548" y="314"/>
                </a:lnTo>
                <a:lnTo>
                  <a:pt x="2548" y="315"/>
                </a:lnTo>
                <a:lnTo>
                  <a:pt x="2549" y="315"/>
                </a:lnTo>
                <a:lnTo>
                  <a:pt x="2549" y="316"/>
                </a:lnTo>
                <a:lnTo>
                  <a:pt x="2548" y="316"/>
                </a:lnTo>
                <a:lnTo>
                  <a:pt x="2549" y="316"/>
                </a:lnTo>
                <a:lnTo>
                  <a:pt x="2549" y="317"/>
                </a:lnTo>
                <a:lnTo>
                  <a:pt x="2550" y="317"/>
                </a:lnTo>
                <a:lnTo>
                  <a:pt x="2550" y="318"/>
                </a:lnTo>
                <a:lnTo>
                  <a:pt x="2549" y="318"/>
                </a:lnTo>
                <a:lnTo>
                  <a:pt x="2549" y="317"/>
                </a:lnTo>
                <a:lnTo>
                  <a:pt x="2548" y="317"/>
                </a:lnTo>
                <a:lnTo>
                  <a:pt x="2547" y="317"/>
                </a:lnTo>
                <a:lnTo>
                  <a:pt x="2547" y="318"/>
                </a:lnTo>
                <a:lnTo>
                  <a:pt x="2548" y="318"/>
                </a:lnTo>
                <a:lnTo>
                  <a:pt x="2548" y="319"/>
                </a:lnTo>
                <a:lnTo>
                  <a:pt x="2549" y="319"/>
                </a:lnTo>
                <a:lnTo>
                  <a:pt x="2548" y="319"/>
                </a:lnTo>
                <a:lnTo>
                  <a:pt x="2548" y="320"/>
                </a:lnTo>
                <a:lnTo>
                  <a:pt x="2547" y="320"/>
                </a:lnTo>
                <a:lnTo>
                  <a:pt x="2546" y="320"/>
                </a:lnTo>
                <a:lnTo>
                  <a:pt x="2546" y="321"/>
                </a:lnTo>
                <a:lnTo>
                  <a:pt x="2545" y="321"/>
                </a:lnTo>
                <a:lnTo>
                  <a:pt x="2544" y="321"/>
                </a:lnTo>
                <a:lnTo>
                  <a:pt x="2544" y="320"/>
                </a:lnTo>
                <a:lnTo>
                  <a:pt x="2543" y="320"/>
                </a:lnTo>
                <a:lnTo>
                  <a:pt x="2543" y="321"/>
                </a:lnTo>
                <a:lnTo>
                  <a:pt x="2543" y="322"/>
                </a:lnTo>
                <a:lnTo>
                  <a:pt x="2543" y="323"/>
                </a:lnTo>
                <a:lnTo>
                  <a:pt x="2542" y="323"/>
                </a:lnTo>
                <a:lnTo>
                  <a:pt x="2541" y="323"/>
                </a:lnTo>
                <a:lnTo>
                  <a:pt x="2541" y="324"/>
                </a:lnTo>
                <a:lnTo>
                  <a:pt x="2540" y="324"/>
                </a:lnTo>
                <a:lnTo>
                  <a:pt x="2538" y="324"/>
                </a:lnTo>
                <a:lnTo>
                  <a:pt x="2539" y="324"/>
                </a:lnTo>
                <a:lnTo>
                  <a:pt x="2539" y="325"/>
                </a:lnTo>
                <a:lnTo>
                  <a:pt x="2540" y="325"/>
                </a:lnTo>
                <a:lnTo>
                  <a:pt x="2540" y="326"/>
                </a:lnTo>
                <a:lnTo>
                  <a:pt x="2541" y="326"/>
                </a:lnTo>
                <a:lnTo>
                  <a:pt x="2542" y="326"/>
                </a:lnTo>
                <a:lnTo>
                  <a:pt x="2542" y="327"/>
                </a:lnTo>
                <a:lnTo>
                  <a:pt x="2541" y="327"/>
                </a:lnTo>
                <a:lnTo>
                  <a:pt x="2540" y="327"/>
                </a:lnTo>
                <a:lnTo>
                  <a:pt x="2539" y="327"/>
                </a:lnTo>
                <a:lnTo>
                  <a:pt x="2538" y="327"/>
                </a:lnTo>
                <a:lnTo>
                  <a:pt x="2538" y="328"/>
                </a:lnTo>
                <a:lnTo>
                  <a:pt x="2538" y="329"/>
                </a:lnTo>
                <a:lnTo>
                  <a:pt x="2537" y="329"/>
                </a:lnTo>
                <a:lnTo>
                  <a:pt x="2537" y="328"/>
                </a:lnTo>
                <a:lnTo>
                  <a:pt x="2536" y="328"/>
                </a:lnTo>
                <a:lnTo>
                  <a:pt x="2536" y="327"/>
                </a:lnTo>
                <a:lnTo>
                  <a:pt x="2536" y="326"/>
                </a:lnTo>
                <a:lnTo>
                  <a:pt x="2535" y="326"/>
                </a:lnTo>
                <a:lnTo>
                  <a:pt x="2535" y="327"/>
                </a:lnTo>
                <a:lnTo>
                  <a:pt x="2534" y="327"/>
                </a:lnTo>
                <a:lnTo>
                  <a:pt x="2534" y="328"/>
                </a:lnTo>
                <a:lnTo>
                  <a:pt x="2533" y="328"/>
                </a:lnTo>
                <a:lnTo>
                  <a:pt x="2533" y="329"/>
                </a:lnTo>
                <a:lnTo>
                  <a:pt x="2534" y="329"/>
                </a:lnTo>
                <a:lnTo>
                  <a:pt x="2533" y="329"/>
                </a:lnTo>
                <a:lnTo>
                  <a:pt x="2533" y="330"/>
                </a:lnTo>
                <a:lnTo>
                  <a:pt x="2532" y="330"/>
                </a:lnTo>
                <a:lnTo>
                  <a:pt x="2531" y="330"/>
                </a:lnTo>
                <a:lnTo>
                  <a:pt x="2531" y="331"/>
                </a:lnTo>
                <a:lnTo>
                  <a:pt x="2532" y="331"/>
                </a:lnTo>
                <a:lnTo>
                  <a:pt x="2533" y="331"/>
                </a:lnTo>
                <a:lnTo>
                  <a:pt x="2534" y="331"/>
                </a:lnTo>
                <a:lnTo>
                  <a:pt x="2534" y="332"/>
                </a:lnTo>
                <a:lnTo>
                  <a:pt x="2533" y="332"/>
                </a:lnTo>
                <a:lnTo>
                  <a:pt x="2533" y="333"/>
                </a:lnTo>
                <a:lnTo>
                  <a:pt x="2532" y="333"/>
                </a:lnTo>
                <a:lnTo>
                  <a:pt x="2533" y="333"/>
                </a:lnTo>
                <a:lnTo>
                  <a:pt x="2534" y="333"/>
                </a:lnTo>
                <a:lnTo>
                  <a:pt x="2534" y="334"/>
                </a:lnTo>
                <a:lnTo>
                  <a:pt x="2535" y="334"/>
                </a:lnTo>
                <a:lnTo>
                  <a:pt x="2536" y="334"/>
                </a:lnTo>
                <a:lnTo>
                  <a:pt x="2538" y="334"/>
                </a:lnTo>
                <a:lnTo>
                  <a:pt x="2539" y="335"/>
                </a:lnTo>
                <a:lnTo>
                  <a:pt x="2538" y="335"/>
                </a:lnTo>
                <a:lnTo>
                  <a:pt x="2538" y="336"/>
                </a:lnTo>
                <a:lnTo>
                  <a:pt x="2537" y="336"/>
                </a:lnTo>
                <a:lnTo>
                  <a:pt x="2536" y="336"/>
                </a:lnTo>
                <a:lnTo>
                  <a:pt x="2535" y="336"/>
                </a:lnTo>
                <a:lnTo>
                  <a:pt x="2535" y="335"/>
                </a:lnTo>
                <a:lnTo>
                  <a:pt x="2534" y="335"/>
                </a:lnTo>
                <a:lnTo>
                  <a:pt x="2533" y="335"/>
                </a:lnTo>
                <a:lnTo>
                  <a:pt x="2532" y="336"/>
                </a:lnTo>
                <a:lnTo>
                  <a:pt x="2531" y="336"/>
                </a:lnTo>
                <a:lnTo>
                  <a:pt x="2531" y="337"/>
                </a:lnTo>
                <a:lnTo>
                  <a:pt x="2532" y="337"/>
                </a:lnTo>
                <a:lnTo>
                  <a:pt x="2533" y="337"/>
                </a:lnTo>
                <a:lnTo>
                  <a:pt x="2534" y="337"/>
                </a:lnTo>
                <a:lnTo>
                  <a:pt x="2535" y="338"/>
                </a:lnTo>
                <a:lnTo>
                  <a:pt x="2535" y="340"/>
                </a:lnTo>
                <a:lnTo>
                  <a:pt x="2534" y="341"/>
                </a:lnTo>
                <a:lnTo>
                  <a:pt x="2533" y="341"/>
                </a:lnTo>
                <a:lnTo>
                  <a:pt x="2532" y="341"/>
                </a:lnTo>
                <a:lnTo>
                  <a:pt x="2531" y="341"/>
                </a:lnTo>
                <a:lnTo>
                  <a:pt x="2531" y="342"/>
                </a:lnTo>
                <a:lnTo>
                  <a:pt x="2530" y="342"/>
                </a:lnTo>
                <a:lnTo>
                  <a:pt x="2530" y="343"/>
                </a:lnTo>
                <a:lnTo>
                  <a:pt x="2530" y="344"/>
                </a:lnTo>
                <a:lnTo>
                  <a:pt x="2529" y="345"/>
                </a:lnTo>
                <a:lnTo>
                  <a:pt x="2528" y="345"/>
                </a:lnTo>
                <a:lnTo>
                  <a:pt x="2527" y="345"/>
                </a:lnTo>
                <a:lnTo>
                  <a:pt x="2526" y="345"/>
                </a:lnTo>
                <a:lnTo>
                  <a:pt x="2525" y="345"/>
                </a:lnTo>
                <a:lnTo>
                  <a:pt x="2525" y="346"/>
                </a:lnTo>
                <a:lnTo>
                  <a:pt x="2526" y="346"/>
                </a:lnTo>
                <a:lnTo>
                  <a:pt x="2526" y="347"/>
                </a:lnTo>
                <a:lnTo>
                  <a:pt x="2526" y="348"/>
                </a:lnTo>
                <a:lnTo>
                  <a:pt x="2527" y="348"/>
                </a:lnTo>
                <a:lnTo>
                  <a:pt x="2528" y="349"/>
                </a:lnTo>
                <a:lnTo>
                  <a:pt x="2529" y="349"/>
                </a:lnTo>
                <a:lnTo>
                  <a:pt x="2528" y="349"/>
                </a:lnTo>
                <a:lnTo>
                  <a:pt x="2528" y="350"/>
                </a:lnTo>
                <a:lnTo>
                  <a:pt x="2527" y="350"/>
                </a:lnTo>
                <a:lnTo>
                  <a:pt x="2528" y="351"/>
                </a:lnTo>
                <a:lnTo>
                  <a:pt x="2529" y="351"/>
                </a:lnTo>
                <a:lnTo>
                  <a:pt x="2529" y="352"/>
                </a:lnTo>
                <a:lnTo>
                  <a:pt x="2530" y="353"/>
                </a:lnTo>
                <a:lnTo>
                  <a:pt x="2530" y="354"/>
                </a:lnTo>
                <a:lnTo>
                  <a:pt x="2528" y="354"/>
                </a:lnTo>
                <a:lnTo>
                  <a:pt x="2528" y="355"/>
                </a:lnTo>
                <a:lnTo>
                  <a:pt x="2529" y="356"/>
                </a:lnTo>
                <a:lnTo>
                  <a:pt x="2530" y="356"/>
                </a:lnTo>
                <a:lnTo>
                  <a:pt x="2530" y="357"/>
                </a:lnTo>
                <a:lnTo>
                  <a:pt x="2529" y="357"/>
                </a:lnTo>
                <a:lnTo>
                  <a:pt x="2528" y="358"/>
                </a:lnTo>
                <a:lnTo>
                  <a:pt x="2527" y="358"/>
                </a:lnTo>
                <a:lnTo>
                  <a:pt x="2526" y="358"/>
                </a:lnTo>
                <a:lnTo>
                  <a:pt x="2525" y="358"/>
                </a:lnTo>
                <a:lnTo>
                  <a:pt x="2524" y="358"/>
                </a:lnTo>
                <a:lnTo>
                  <a:pt x="2524" y="359"/>
                </a:lnTo>
                <a:lnTo>
                  <a:pt x="2525" y="359"/>
                </a:lnTo>
                <a:lnTo>
                  <a:pt x="2525" y="360"/>
                </a:lnTo>
                <a:lnTo>
                  <a:pt x="2526" y="360"/>
                </a:lnTo>
                <a:lnTo>
                  <a:pt x="2527" y="360"/>
                </a:lnTo>
                <a:lnTo>
                  <a:pt x="2527" y="361"/>
                </a:lnTo>
                <a:lnTo>
                  <a:pt x="2528" y="361"/>
                </a:lnTo>
                <a:lnTo>
                  <a:pt x="2528" y="362"/>
                </a:lnTo>
                <a:lnTo>
                  <a:pt x="2529" y="362"/>
                </a:lnTo>
                <a:lnTo>
                  <a:pt x="2528" y="362"/>
                </a:lnTo>
                <a:lnTo>
                  <a:pt x="2528" y="363"/>
                </a:lnTo>
                <a:lnTo>
                  <a:pt x="2529" y="364"/>
                </a:lnTo>
                <a:lnTo>
                  <a:pt x="2528" y="365"/>
                </a:lnTo>
                <a:lnTo>
                  <a:pt x="2528" y="366"/>
                </a:lnTo>
                <a:lnTo>
                  <a:pt x="2528" y="367"/>
                </a:lnTo>
                <a:lnTo>
                  <a:pt x="2527" y="367"/>
                </a:lnTo>
                <a:lnTo>
                  <a:pt x="2527" y="368"/>
                </a:lnTo>
                <a:lnTo>
                  <a:pt x="2526" y="368"/>
                </a:lnTo>
                <a:lnTo>
                  <a:pt x="2527" y="368"/>
                </a:lnTo>
                <a:lnTo>
                  <a:pt x="2528" y="368"/>
                </a:lnTo>
                <a:lnTo>
                  <a:pt x="2528" y="369"/>
                </a:lnTo>
                <a:lnTo>
                  <a:pt x="2528" y="370"/>
                </a:lnTo>
                <a:lnTo>
                  <a:pt x="2528" y="371"/>
                </a:lnTo>
                <a:lnTo>
                  <a:pt x="2528" y="372"/>
                </a:lnTo>
                <a:lnTo>
                  <a:pt x="2528" y="374"/>
                </a:lnTo>
                <a:lnTo>
                  <a:pt x="2528" y="375"/>
                </a:lnTo>
                <a:lnTo>
                  <a:pt x="2527" y="375"/>
                </a:lnTo>
                <a:lnTo>
                  <a:pt x="2527" y="376"/>
                </a:lnTo>
                <a:lnTo>
                  <a:pt x="2526" y="376"/>
                </a:lnTo>
                <a:lnTo>
                  <a:pt x="2526" y="377"/>
                </a:lnTo>
                <a:lnTo>
                  <a:pt x="2526" y="378"/>
                </a:lnTo>
                <a:lnTo>
                  <a:pt x="2526" y="379"/>
                </a:lnTo>
                <a:lnTo>
                  <a:pt x="2525" y="379"/>
                </a:lnTo>
                <a:lnTo>
                  <a:pt x="2525" y="378"/>
                </a:lnTo>
                <a:lnTo>
                  <a:pt x="2525" y="377"/>
                </a:lnTo>
                <a:lnTo>
                  <a:pt x="2525" y="376"/>
                </a:lnTo>
                <a:lnTo>
                  <a:pt x="2524" y="376"/>
                </a:lnTo>
                <a:lnTo>
                  <a:pt x="2524" y="375"/>
                </a:lnTo>
                <a:lnTo>
                  <a:pt x="2523" y="375"/>
                </a:lnTo>
                <a:lnTo>
                  <a:pt x="2522" y="374"/>
                </a:lnTo>
                <a:lnTo>
                  <a:pt x="2521" y="374"/>
                </a:lnTo>
                <a:lnTo>
                  <a:pt x="2520" y="374"/>
                </a:lnTo>
                <a:lnTo>
                  <a:pt x="2520" y="375"/>
                </a:lnTo>
                <a:lnTo>
                  <a:pt x="2520" y="376"/>
                </a:lnTo>
                <a:lnTo>
                  <a:pt x="2520" y="377"/>
                </a:lnTo>
                <a:lnTo>
                  <a:pt x="2520" y="378"/>
                </a:lnTo>
                <a:lnTo>
                  <a:pt x="2521" y="378"/>
                </a:lnTo>
                <a:lnTo>
                  <a:pt x="2521" y="379"/>
                </a:lnTo>
                <a:lnTo>
                  <a:pt x="2521" y="380"/>
                </a:lnTo>
                <a:lnTo>
                  <a:pt x="2522" y="380"/>
                </a:lnTo>
                <a:lnTo>
                  <a:pt x="2523" y="380"/>
                </a:lnTo>
                <a:lnTo>
                  <a:pt x="2523" y="379"/>
                </a:lnTo>
                <a:lnTo>
                  <a:pt x="2524" y="379"/>
                </a:lnTo>
                <a:lnTo>
                  <a:pt x="2524" y="380"/>
                </a:lnTo>
                <a:lnTo>
                  <a:pt x="2525" y="380"/>
                </a:lnTo>
                <a:lnTo>
                  <a:pt x="2525" y="381"/>
                </a:lnTo>
                <a:lnTo>
                  <a:pt x="2526" y="381"/>
                </a:lnTo>
                <a:lnTo>
                  <a:pt x="2526" y="382"/>
                </a:lnTo>
                <a:lnTo>
                  <a:pt x="2527" y="382"/>
                </a:lnTo>
                <a:lnTo>
                  <a:pt x="2527" y="383"/>
                </a:lnTo>
                <a:lnTo>
                  <a:pt x="2528" y="383"/>
                </a:lnTo>
                <a:lnTo>
                  <a:pt x="2528" y="382"/>
                </a:lnTo>
                <a:lnTo>
                  <a:pt x="2529" y="382"/>
                </a:lnTo>
                <a:lnTo>
                  <a:pt x="2529" y="383"/>
                </a:lnTo>
                <a:lnTo>
                  <a:pt x="2529" y="384"/>
                </a:lnTo>
                <a:lnTo>
                  <a:pt x="2529" y="385"/>
                </a:lnTo>
                <a:lnTo>
                  <a:pt x="2528" y="385"/>
                </a:lnTo>
                <a:lnTo>
                  <a:pt x="2528" y="386"/>
                </a:lnTo>
                <a:lnTo>
                  <a:pt x="2529" y="386"/>
                </a:lnTo>
                <a:lnTo>
                  <a:pt x="2529" y="387"/>
                </a:lnTo>
                <a:lnTo>
                  <a:pt x="2529" y="388"/>
                </a:lnTo>
                <a:lnTo>
                  <a:pt x="2528" y="388"/>
                </a:lnTo>
                <a:lnTo>
                  <a:pt x="2527" y="388"/>
                </a:lnTo>
                <a:lnTo>
                  <a:pt x="2528" y="389"/>
                </a:lnTo>
                <a:lnTo>
                  <a:pt x="2528" y="390"/>
                </a:lnTo>
                <a:lnTo>
                  <a:pt x="2528" y="391"/>
                </a:lnTo>
                <a:lnTo>
                  <a:pt x="2528" y="392"/>
                </a:lnTo>
                <a:lnTo>
                  <a:pt x="2529" y="392"/>
                </a:lnTo>
                <a:lnTo>
                  <a:pt x="2530" y="392"/>
                </a:lnTo>
                <a:lnTo>
                  <a:pt x="2530" y="393"/>
                </a:lnTo>
                <a:lnTo>
                  <a:pt x="2529" y="393"/>
                </a:lnTo>
                <a:lnTo>
                  <a:pt x="2529" y="394"/>
                </a:lnTo>
                <a:lnTo>
                  <a:pt x="2530" y="394"/>
                </a:lnTo>
                <a:lnTo>
                  <a:pt x="2532" y="396"/>
                </a:lnTo>
                <a:lnTo>
                  <a:pt x="2532" y="397"/>
                </a:lnTo>
                <a:lnTo>
                  <a:pt x="2533" y="397"/>
                </a:lnTo>
                <a:lnTo>
                  <a:pt x="2532" y="397"/>
                </a:lnTo>
                <a:lnTo>
                  <a:pt x="2532" y="398"/>
                </a:lnTo>
                <a:lnTo>
                  <a:pt x="2531" y="399"/>
                </a:lnTo>
                <a:lnTo>
                  <a:pt x="2532" y="399"/>
                </a:lnTo>
                <a:lnTo>
                  <a:pt x="2532" y="401"/>
                </a:lnTo>
                <a:lnTo>
                  <a:pt x="2532" y="402"/>
                </a:lnTo>
                <a:lnTo>
                  <a:pt x="2531" y="402"/>
                </a:lnTo>
                <a:lnTo>
                  <a:pt x="2531" y="403"/>
                </a:lnTo>
                <a:lnTo>
                  <a:pt x="2532" y="403"/>
                </a:lnTo>
                <a:lnTo>
                  <a:pt x="2533" y="404"/>
                </a:lnTo>
                <a:lnTo>
                  <a:pt x="2533" y="405"/>
                </a:lnTo>
                <a:lnTo>
                  <a:pt x="2532" y="405"/>
                </a:lnTo>
                <a:lnTo>
                  <a:pt x="2532" y="406"/>
                </a:lnTo>
                <a:lnTo>
                  <a:pt x="2533" y="406"/>
                </a:lnTo>
                <a:lnTo>
                  <a:pt x="2532" y="406"/>
                </a:lnTo>
                <a:lnTo>
                  <a:pt x="2531" y="406"/>
                </a:lnTo>
                <a:lnTo>
                  <a:pt x="2531" y="407"/>
                </a:lnTo>
                <a:lnTo>
                  <a:pt x="2532" y="408"/>
                </a:lnTo>
                <a:lnTo>
                  <a:pt x="2532" y="409"/>
                </a:lnTo>
                <a:lnTo>
                  <a:pt x="2531" y="409"/>
                </a:lnTo>
                <a:lnTo>
                  <a:pt x="2531" y="410"/>
                </a:lnTo>
                <a:lnTo>
                  <a:pt x="2532" y="410"/>
                </a:lnTo>
                <a:lnTo>
                  <a:pt x="2532" y="411"/>
                </a:lnTo>
                <a:lnTo>
                  <a:pt x="2531" y="411"/>
                </a:lnTo>
                <a:lnTo>
                  <a:pt x="2530" y="412"/>
                </a:lnTo>
                <a:lnTo>
                  <a:pt x="2529" y="413"/>
                </a:lnTo>
                <a:lnTo>
                  <a:pt x="2529" y="414"/>
                </a:lnTo>
                <a:lnTo>
                  <a:pt x="2528" y="414"/>
                </a:lnTo>
                <a:lnTo>
                  <a:pt x="2527" y="415"/>
                </a:lnTo>
                <a:lnTo>
                  <a:pt x="2528" y="415"/>
                </a:lnTo>
                <a:lnTo>
                  <a:pt x="2529" y="415"/>
                </a:lnTo>
                <a:lnTo>
                  <a:pt x="2529" y="416"/>
                </a:lnTo>
                <a:lnTo>
                  <a:pt x="2528" y="416"/>
                </a:lnTo>
                <a:lnTo>
                  <a:pt x="2528" y="417"/>
                </a:lnTo>
                <a:lnTo>
                  <a:pt x="2529" y="417"/>
                </a:lnTo>
                <a:lnTo>
                  <a:pt x="2530" y="417"/>
                </a:lnTo>
                <a:lnTo>
                  <a:pt x="2529" y="417"/>
                </a:lnTo>
                <a:lnTo>
                  <a:pt x="2528" y="417"/>
                </a:lnTo>
                <a:lnTo>
                  <a:pt x="2527" y="418"/>
                </a:lnTo>
                <a:lnTo>
                  <a:pt x="2528" y="418"/>
                </a:lnTo>
                <a:lnTo>
                  <a:pt x="2528" y="419"/>
                </a:lnTo>
                <a:lnTo>
                  <a:pt x="2529" y="419"/>
                </a:lnTo>
                <a:lnTo>
                  <a:pt x="2529" y="420"/>
                </a:lnTo>
                <a:lnTo>
                  <a:pt x="2529" y="421"/>
                </a:lnTo>
                <a:lnTo>
                  <a:pt x="2528" y="421"/>
                </a:lnTo>
                <a:lnTo>
                  <a:pt x="2528" y="422"/>
                </a:lnTo>
                <a:lnTo>
                  <a:pt x="2528" y="423"/>
                </a:lnTo>
                <a:lnTo>
                  <a:pt x="2528" y="424"/>
                </a:lnTo>
                <a:lnTo>
                  <a:pt x="2527" y="424"/>
                </a:lnTo>
                <a:lnTo>
                  <a:pt x="2526" y="424"/>
                </a:lnTo>
                <a:lnTo>
                  <a:pt x="2525" y="424"/>
                </a:lnTo>
                <a:lnTo>
                  <a:pt x="2525" y="425"/>
                </a:lnTo>
                <a:lnTo>
                  <a:pt x="2524" y="425"/>
                </a:lnTo>
                <a:lnTo>
                  <a:pt x="2524" y="426"/>
                </a:lnTo>
                <a:lnTo>
                  <a:pt x="2523" y="426"/>
                </a:lnTo>
                <a:lnTo>
                  <a:pt x="2523" y="427"/>
                </a:lnTo>
                <a:lnTo>
                  <a:pt x="2522" y="427"/>
                </a:lnTo>
                <a:lnTo>
                  <a:pt x="2522" y="428"/>
                </a:lnTo>
                <a:lnTo>
                  <a:pt x="2522" y="429"/>
                </a:lnTo>
                <a:lnTo>
                  <a:pt x="2521" y="429"/>
                </a:lnTo>
                <a:lnTo>
                  <a:pt x="2520" y="429"/>
                </a:lnTo>
                <a:lnTo>
                  <a:pt x="2519" y="430"/>
                </a:lnTo>
                <a:lnTo>
                  <a:pt x="2518" y="430"/>
                </a:lnTo>
                <a:lnTo>
                  <a:pt x="2517" y="430"/>
                </a:lnTo>
                <a:lnTo>
                  <a:pt x="2516" y="429"/>
                </a:lnTo>
                <a:lnTo>
                  <a:pt x="2515" y="429"/>
                </a:lnTo>
                <a:lnTo>
                  <a:pt x="2514" y="429"/>
                </a:lnTo>
                <a:lnTo>
                  <a:pt x="2513" y="428"/>
                </a:lnTo>
                <a:lnTo>
                  <a:pt x="2512" y="428"/>
                </a:lnTo>
                <a:lnTo>
                  <a:pt x="2511" y="427"/>
                </a:lnTo>
                <a:lnTo>
                  <a:pt x="2512" y="426"/>
                </a:lnTo>
                <a:lnTo>
                  <a:pt x="2512" y="425"/>
                </a:lnTo>
                <a:lnTo>
                  <a:pt x="2511" y="425"/>
                </a:lnTo>
                <a:lnTo>
                  <a:pt x="2510" y="425"/>
                </a:lnTo>
                <a:lnTo>
                  <a:pt x="2510" y="426"/>
                </a:lnTo>
                <a:lnTo>
                  <a:pt x="2510" y="425"/>
                </a:lnTo>
                <a:lnTo>
                  <a:pt x="2509" y="425"/>
                </a:lnTo>
                <a:lnTo>
                  <a:pt x="2508" y="425"/>
                </a:lnTo>
                <a:lnTo>
                  <a:pt x="2508" y="426"/>
                </a:lnTo>
                <a:lnTo>
                  <a:pt x="2507" y="426"/>
                </a:lnTo>
                <a:lnTo>
                  <a:pt x="2507" y="427"/>
                </a:lnTo>
                <a:lnTo>
                  <a:pt x="2506" y="427"/>
                </a:lnTo>
                <a:lnTo>
                  <a:pt x="2506" y="426"/>
                </a:lnTo>
                <a:lnTo>
                  <a:pt x="2505" y="426"/>
                </a:lnTo>
                <a:lnTo>
                  <a:pt x="2504" y="426"/>
                </a:lnTo>
                <a:lnTo>
                  <a:pt x="2503" y="426"/>
                </a:lnTo>
                <a:lnTo>
                  <a:pt x="2502" y="425"/>
                </a:lnTo>
                <a:lnTo>
                  <a:pt x="2501" y="425"/>
                </a:lnTo>
                <a:lnTo>
                  <a:pt x="2500" y="424"/>
                </a:lnTo>
                <a:lnTo>
                  <a:pt x="2499" y="425"/>
                </a:lnTo>
                <a:lnTo>
                  <a:pt x="2498" y="425"/>
                </a:lnTo>
                <a:lnTo>
                  <a:pt x="2497" y="425"/>
                </a:lnTo>
                <a:lnTo>
                  <a:pt x="2496" y="426"/>
                </a:lnTo>
                <a:lnTo>
                  <a:pt x="2496" y="427"/>
                </a:lnTo>
                <a:lnTo>
                  <a:pt x="2495" y="427"/>
                </a:lnTo>
                <a:lnTo>
                  <a:pt x="2495" y="428"/>
                </a:lnTo>
                <a:lnTo>
                  <a:pt x="2495" y="429"/>
                </a:lnTo>
                <a:lnTo>
                  <a:pt x="2495" y="430"/>
                </a:lnTo>
                <a:lnTo>
                  <a:pt x="2494" y="430"/>
                </a:lnTo>
                <a:lnTo>
                  <a:pt x="2493" y="431"/>
                </a:lnTo>
                <a:lnTo>
                  <a:pt x="2491" y="431"/>
                </a:lnTo>
                <a:lnTo>
                  <a:pt x="2491" y="432"/>
                </a:lnTo>
                <a:lnTo>
                  <a:pt x="2491" y="433"/>
                </a:lnTo>
                <a:lnTo>
                  <a:pt x="2492" y="434"/>
                </a:lnTo>
                <a:lnTo>
                  <a:pt x="2493" y="435"/>
                </a:lnTo>
                <a:lnTo>
                  <a:pt x="2493" y="436"/>
                </a:lnTo>
                <a:lnTo>
                  <a:pt x="2492" y="436"/>
                </a:lnTo>
                <a:lnTo>
                  <a:pt x="2492" y="437"/>
                </a:lnTo>
                <a:lnTo>
                  <a:pt x="2492" y="438"/>
                </a:lnTo>
                <a:lnTo>
                  <a:pt x="2492" y="439"/>
                </a:lnTo>
                <a:lnTo>
                  <a:pt x="2491" y="440"/>
                </a:lnTo>
                <a:lnTo>
                  <a:pt x="2491" y="441"/>
                </a:lnTo>
                <a:lnTo>
                  <a:pt x="2491" y="442"/>
                </a:lnTo>
                <a:lnTo>
                  <a:pt x="2490" y="442"/>
                </a:lnTo>
                <a:lnTo>
                  <a:pt x="2489" y="443"/>
                </a:lnTo>
                <a:lnTo>
                  <a:pt x="2488" y="443"/>
                </a:lnTo>
                <a:lnTo>
                  <a:pt x="2487" y="445"/>
                </a:lnTo>
                <a:lnTo>
                  <a:pt x="2486" y="446"/>
                </a:lnTo>
                <a:lnTo>
                  <a:pt x="2486" y="448"/>
                </a:lnTo>
                <a:lnTo>
                  <a:pt x="2486" y="449"/>
                </a:lnTo>
                <a:lnTo>
                  <a:pt x="2486" y="450"/>
                </a:lnTo>
                <a:lnTo>
                  <a:pt x="2486" y="451"/>
                </a:lnTo>
                <a:lnTo>
                  <a:pt x="2485" y="451"/>
                </a:lnTo>
                <a:lnTo>
                  <a:pt x="2483" y="451"/>
                </a:lnTo>
                <a:lnTo>
                  <a:pt x="2482" y="452"/>
                </a:lnTo>
                <a:lnTo>
                  <a:pt x="2482" y="453"/>
                </a:lnTo>
                <a:lnTo>
                  <a:pt x="2482" y="454"/>
                </a:lnTo>
                <a:lnTo>
                  <a:pt x="2482" y="455"/>
                </a:lnTo>
                <a:lnTo>
                  <a:pt x="2482" y="456"/>
                </a:lnTo>
                <a:lnTo>
                  <a:pt x="2482" y="457"/>
                </a:lnTo>
                <a:lnTo>
                  <a:pt x="2480" y="459"/>
                </a:lnTo>
                <a:lnTo>
                  <a:pt x="2479" y="459"/>
                </a:lnTo>
                <a:lnTo>
                  <a:pt x="2477" y="460"/>
                </a:lnTo>
                <a:lnTo>
                  <a:pt x="2477" y="461"/>
                </a:lnTo>
                <a:lnTo>
                  <a:pt x="2476" y="461"/>
                </a:lnTo>
                <a:lnTo>
                  <a:pt x="2476" y="462"/>
                </a:lnTo>
                <a:lnTo>
                  <a:pt x="2476" y="463"/>
                </a:lnTo>
                <a:lnTo>
                  <a:pt x="2476" y="464"/>
                </a:lnTo>
                <a:lnTo>
                  <a:pt x="2477" y="465"/>
                </a:lnTo>
                <a:lnTo>
                  <a:pt x="2477" y="466"/>
                </a:lnTo>
                <a:lnTo>
                  <a:pt x="2476" y="466"/>
                </a:lnTo>
                <a:lnTo>
                  <a:pt x="2475" y="467"/>
                </a:lnTo>
                <a:lnTo>
                  <a:pt x="2474" y="468"/>
                </a:lnTo>
                <a:lnTo>
                  <a:pt x="2473" y="469"/>
                </a:lnTo>
                <a:lnTo>
                  <a:pt x="2474" y="470"/>
                </a:lnTo>
                <a:lnTo>
                  <a:pt x="2474" y="472"/>
                </a:lnTo>
                <a:lnTo>
                  <a:pt x="2474" y="473"/>
                </a:lnTo>
                <a:lnTo>
                  <a:pt x="2474" y="474"/>
                </a:lnTo>
                <a:lnTo>
                  <a:pt x="2474" y="476"/>
                </a:lnTo>
                <a:lnTo>
                  <a:pt x="2474" y="477"/>
                </a:lnTo>
                <a:lnTo>
                  <a:pt x="2473" y="478"/>
                </a:lnTo>
                <a:lnTo>
                  <a:pt x="2472" y="478"/>
                </a:lnTo>
                <a:lnTo>
                  <a:pt x="2473" y="480"/>
                </a:lnTo>
                <a:lnTo>
                  <a:pt x="2473" y="481"/>
                </a:lnTo>
                <a:lnTo>
                  <a:pt x="2472" y="481"/>
                </a:lnTo>
                <a:lnTo>
                  <a:pt x="2470" y="482"/>
                </a:lnTo>
                <a:lnTo>
                  <a:pt x="2470" y="483"/>
                </a:lnTo>
                <a:lnTo>
                  <a:pt x="2470" y="485"/>
                </a:lnTo>
                <a:lnTo>
                  <a:pt x="2469" y="485"/>
                </a:lnTo>
                <a:lnTo>
                  <a:pt x="2467" y="486"/>
                </a:lnTo>
                <a:lnTo>
                  <a:pt x="2466" y="488"/>
                </a:lnTo>
                <a:lnTo>
                  <a:pt x="2465" y="490"/>
                </a:lnTo>
                <a:lnTo>
                  <a:pt x="2466" y="490"/>
                </a:lnTo>
                <a:lnTo>
                  <a:pt x="2467" y="490"/>
                </a:lnTo>
                <a:lnTo>
                  <a:pt x="2467" y="491"/>
                </a:lnTo>
                <a:lnTo>
                  <a:pt x="2468" y="491"/>
                </a:lnTo>
                <a:lnTo>
                  <a:pt x="2467" y="491"/>
                </a:lnTo>
                <a:lnTo>
                  <a:pt x="2467" y="492"/>
                </a:lnTo>
                <a:lnTo>
                  <a:pt x="2466" y="492"/>
                </a:lnTo>
                <a:lnTo>
                  <a:pt x="2466" y="493"/>
                </a:lnTo>
                <a:lnTo>
                  <a:pt x="2466" y="494"/>
                </a:lnTo>
                <a:lnTo>
                  <a:pt x="2466" y="495"/>
                </a:lnTo>
                <a:lnTo>
                  <a:pt x="2467" y="495"/>
                </a:lnTo>
                <a:lnTo>
                  <a:pt x="2467" y="497"/>
                </a:lnTo>
                <a:lnTo>
                  <a:pt x="2468" y="497"/>
                </a:lnTo>
                <a:lnTo>
                  <a:pt x="2468" y="498"/>
                </a:lnTo>
                <a:lnTo>
                  <a:pt x="2467" y="498"/>
                </a:lnTo>
                <a:lnTo>
                  <a:pt x="2466" y="499"/>
                </a:lnTo>
                <a:lnTo>
                  <a:pt x="2465" y="499"/>
                </a:lnTo>
                <a:lnTo>
                  <a:pt x="2464" y="499"/>
                </a:lnTo>
                <a:lnTo>
                  <a:pt x="2464" y="500"/>
                </a:lnTo>
                <a:lnTo>
                  <a:pt x="2464" y="501"/>
                </a:lnTo>
                <a:lnTo>
                  <a:pt x="2465" y="501"/>
                </a:lnTo>
                <a:lnTo>
                  <a:pt x="2465" y="502"/>
                </a:lnTo>
                <a:lnTo>
                  <a:pt x="2466" y="502"/>
                </a:lnTo>
                <a:lnTo>
                  <a:pt x="2466" y="503"/>
                </a:lnTo>
                <a:lnTo>
                  <a:pt x="2465" y="503"/>
                </a:lnTo>
                <a:lnTo>
                  <a:pt x="2465" y="504"/>
                </a:lnTo>
                <a:lnTo>
                  <a:pt x="2465" y="505"/>
                </a:lnTo>
                <a:lnTo>
                  <a:pt x="2466" y="505"/>
                </a:lnTo>
                <a:lnTo>
                  <a:pt x="2466" y="506"/>
                </a:lnTo>
                <a:lnTo>
                  <a:pt x="2465" y="506"/>
                </a:lnTo>
                <a:lnTo>
                  <a:pt x="2465" y="507"/>
                </a:lnTo>
                <a:lnTo>
                  <a:pt x="2466" y="508"/>
                </a:lnTo>
                <a:lnTo>
                  <a:pt x="2467" y="508"/>
                </a:lnTo>
                <a:lnTo>
                  <a:pt x="2467" y="509"/>
                </a:lnTo>
                <a:lnTo>
                  <a:pt x="2468" y="510"/>
                </a:lnTo>
                <a:lnTo>
                  <a:pt x="2467" y="510"/>
                </a:lnTo>
                <a:lnTo>
                  <a:pt x="2467" y="511"/>
                </a:lnTo>
                <a:lnTo>
                  <a:pt x="2467" y="512"/>
                </a:lnTo>
                <a:lnTo>
                  <a:pt x="2468" y="512"/>
                </a:lnTo>
                <a:lnTo>
                  <a:pt x="2469" y="512"/>
                </a:lnTo>
                <a:lnTo>
                  <a:pt x="2469" y="513"/>
                </a:lnTo>
                <a:lnTo>
                  <a:pt x="2469" y="514"/>
                </a:lnTo>
                <a:lnTo>
                  <a:pt x="2470" y="514"/>
                </a:lnTo>
                <a:lnTo>
                  <a:pt x="2471" y="515"/>
                </a:lnTo>
                <a:lnTo>
                  <a:pt x="2470" y="515"/>
                </a:lnTo>
                <a:lnTo>
                  <a:pt x="2469" y="515"/>
                </a:lnTo>
                <a:lnTo>
                  <a:pt x="2469" y="516"/>
                </a:lnTo>
                <a:lnTo>
                  <a:pt x="2469" y="517"/>
                </a:lnTo>
                <a:lnTo>
                  <a:pt x="2468" y="517"/>
                </a:lnTo>
                <a:lnTo>
                  <a:pt x="2468" y="518"/>
                </a:lnTo>
                <a:lnTo>
                  <a:pt x="2469" y="518"/>
                </a:lnTo>
                <a:lnTo>
                  <a:pt x="2470" y="518"/>
                </a:lnTo>
                <a:lnTo>
                  <a:pt x="2470" y="519"/>
                </a:lnTo>
                <a:lnTo>
                  <a:pt x="2470" y="520"/>
                </a:lnTo>
                <a:lnTo>
                  <a:pt x="2469" y="520"/>
                </a:lnTo>
                <a:lnTo>
                  <a:pt x="2469" y="521"/>
                </a:lnTo>
                <a:lnTo>
                  <a:pt x="2468" y="521"/>
                </a:lnTo>
                <a:lnTo>
                  <a:pt x="2469" y="521"/>
                </a:lnTo>
                <a:lnTo>
                  <a:pt x="2469" y="522"/>
                </a:lnTo>
                <a:lnTo>
                  <a:pt x="2468" y="523"/>
                </a:lnTo>
                <a:lnTo>
                  <a:pt x="2468" y="524"/>
                </a:lnTo>
                <a:lnTo>
                  <a:pt x="2467" y="525"/>
                </a:lnTo>
                <a:lnTo>
                  <a:pt x="2467" y="526"/>
                </a:lnTo>
                <a:lnTo>
                  <a:pt x="2466" y="526"/>
                </a:lnTo>
                <a:lnTo>
                  <a:pt x="2465" y="526"/>
                </a:lnTo>
                <a:lnTo>
                  <a:pt x="2465" y="527"/>
                </a:lnTo>
                <a:lnTo>
                  <a:pt x="2466" y="527"/>
                </a:lnTo>
                <a:lnTo>
                  <a:pt x="2466" y="528"/>
                </a:lnTo>
                <a:lnTo>
                  <a:pt x="2465" y="528"/>
                </a:lnTo>
                <a:lnTo>
                  <a:pt x="2464" y="528"/>
                </a:lnTo>
                <a:lnTo>
                  <a:pt x="2464" y="529"/>
                </a:lnTo>
                <a:lnTo>
                  <a:pt x="2465" y="529"/>
                </a:lnTo>
                <a:lnTo>
                  <a:pt x="2466" y="529"/>
                </a:lnTo>
                <a:lnTo>
                  <a:pt x="2466" y="530"/>
                </a:lnTo>
                <a:lnTo>
                  <a:pt x="2466" y="531"/>
                </a:lnTo>
                <a:lnTo>
                  <a:pt x="2465" y="531"/>
                </a:lnTo>
                <a:lnTo>
                  <a:pt x="2464" y="531"/>
                </a:lnTo>
                <a:lnTo>
                  <a:pt x="2464" y="532"/>
                </a:lnTo>
                <a:lnTo>
                  <a:pt x="2464" y="533"/>
                </a:lnTo>
                <a:lnTo>
                  <a:pt x="2463" y="533"/>
                </a:lnTo>
                <a:lnTo>
                  <a:pt x="2462" y="533"/>
                </a:lnTo>
                <a:lnTo>
                  <a:pt x="2462" y="532"/>
                </a:lnTo>
                <a:lnTo>
                  <a:pt x="2461" y="532"/>
                </a:lnTo>
                <a:lnTo>
                  <a:pt x="2461" y="533"/>
                </a:lnTo>
                <a:lnTo>
                  <a:pt x="2461" y="534"/>
                </a:lnTo>
                <a:lnTo>
                  <a:pt x="2461" y="535"/>
                </a:lnTo>
                <a:lnTo>
                  <a:pt x="2460" y="535"/>
                </a:lnTo>
                <a:lnTo>
                  <a:pt x="2460" y="536"/>
                </a:lnTo>
                <a:lnTo>
                  <a:pt x="2459" y="536"/>
                </a:lnTo>
                <a:lnTo>
                  <a:pt x="2459" y="535"/>
                </a:lnTo>
                <a:lnTo>
                  <a:pt x="2458" y="535"/>
                </a:lnTo>
                <a:lnTo>
                  <a:pt x="2458" y="536"/>
                </a:lnTo>
                <a:lnTo>
                  <a:pt x="2457" y="536"/>
                </a:lnTo>
                <a:lnTo>
                  <a:pt x="2458" y="537"/>
                </a:lnTo>
                <a:lnTo>
                  <a:pt x="2457" y="537"/>
                </a:lnTo>
                <a:lnTo>
                  <a:pt x="2456" y="536"/>
                </a:lnTo>
                <a:lnTo>
                  <a:pt x="2456" y="535"/>
                </a:lnTo>
                <a:lnTo>
                  <a:pt x="2457" y="535"/>
                </a:lnTo>
                <a:lnTo>
                  <a:pt x="2457" y="534"/>
                </a:lnTo>
                <a:lnTo>
                  <a:pt x="2458" y="534"/>
                </a:lnTo>
                <a:lnTo>
                  <a:pt x="2457" y="533"/>
                </a:lnTo>
                <a:lnTo>
                  <a:pt x="2457" y="532"/>
                </a:lnTo>
                <a:lnTo>
                  <a:pt x="2458" y="532"/>
                </a:lnTo>
                <a:lnTo>
                  <a:pt x="2459" y="532"/>
                </a:lnTo>
                <a:lnTo>
                  <a:pt x="2460" y="532"/>
                </a:lnTo>
                <a:lnTo>
                  <a:pt x="2461" y="532"/>
                </a:lnTo>
                <a:lnTo>
                  <a:pt x="2461" y="531"/>
                </a:lnTo>
                <a:lnTo>
                  <a:pt x="2460" y="531"/>
                </a:lnTo>
                <a:lnTo>
                  <a:pt x="2460" y="530"/>
                </a:lnTo>
                <a:lnTo>
                  <a:pt x="2460" y="529"/>
                </a:lnTo>
                <a:lnTo>
                  <a:pt x="2461" y="529"/>
                </a:lnTo>
                <a:lnTo>
                  <a:pt x="2461" y="528"/>
                </a:lnTo>
                <a:lnTo>
                  <a:pt x="2460" y="528"/>
                </a:lnTo>
                <a:lnTo>
                  <a:pt x="2460" y="527"/>
                </a:lnTo>
                <a:lnTo>
                  <a:pt x="2460" y="528"/>
                </a:lnTo>
                <a:lnTo>
                  <a:pt x="2459" y="528"/>
                </a:lnTo>
                <a:lnTo>
                  <a:pt x="2459" y="527"/>
                </a:lnTo>
                <a:lnTo>
                  <a:pt x="2458" y="527"/>
                </a:lnTo>
                <a:lnTo>
                  <a:pt x="2457" y="527"/>
                </a:lnTo>
                <a:lnTo>
                  <a:pt x="2456" y="527"/>
                </a:lnTo>
                <a:lnTo>
                  <a:pt x="2456" y="526"/>
                </a:lnTo>
                <a:lnTo>
                  <a:pt x="2456" y="525"/>
                </a:lnTo>
                <a:lnTo>
                  <a:pt x="2456" y="524"/>
                </a:lnTo>
                <a:lnTo>
                  <a:pt x="2455" y="524"/>
                </a:lnTo>
                <a:lnTo>
                  <a:pt x="2455" y="523"/>
                </a:lnTo>
                <a:lnTo>
                  <a:pt x="2456" y="523"/>
                </a:lnTo>
                <a:lnTo>
                  <a:pt x="2457" y="523"/>
                </a:lnTo>
                <a:lnTo>
                  <a:pt x="2457" y="522"/>
                </a:lnTo>
                <a:lnTo>
                  <a:pt x="2457" y="521"/>
                </a:lnTo>
                <a:lnTo>
                  <a:pt x="2456" y="521"/>
                </a:lnTo>
                <a:lnTo>
                  <a:pt x="2456" y="520"/>
                </a:lnTo>
                <a:lnTo>
                  <a:pt x="2455" y="520"/>
                </a:lnTo>
                <a:lnTo>
                  <a:pt x="2454" y="520"/>
                </a:lnTo>
                <a:lnTo>
                  <a:pt x="2454" y="519"/>
                </a:lnTo>
                <a:lnTo>
                  <a:pt x="2454" y="518"/>
                </a:lnTo>
                <a:lnTo>
                  <a:pt x="2453" y="517"/>
                </a:lnTo>
                <a:lnTo>
                  <a:pt x="2452" y="517"/>
                </a:lnTo>
                <a:lnTo>
                  <a:pt x="2451" y="516"/>
                </a:lnTo>
                <a:lnTo>
                  <a:pt x="2451" y="515"/>
                </a:lnTo>
                <a:lnTo>
                  <a:pt x="2450" y="515"/>
                </a:lnTo>
                <a:lnTo>
                  <a:pt x="2450" y="514"/>
                </a:lnTo>
                <a:lnTo>
                  <a:pt x="2450" y="513"/>
                </a:lnTo>
                <a:lnTo>
                  <a:pt x="2449" y="513"/>
                </a:lnTo>
                <a:lnTo>
                  <a:pt x="2448" y="511"/>
                </a:lnTo>
                <a:lnTo>
                  <a:pt x="2447" y="510"/>
                </a:lnTo>
                <a:lnTo>
                  <a:pt x="2447" y="509"/>
                </a:lnTo>
                <a:lnTo>
                  <a:pt x="2447" y="508"/>
                </a:lnTo>
                <a:lnTo>
                  <a:pt x="2446" y="508"/>
                </a:lnTo>
                <a:lnTo>
                  <a:pt x="2446" y="507"/>
                </a:lnTo>
                <a:lnTo>
                  <a:pt x="2447" y="507"/>
                </a:lnTo>
                <a:lnTo>
                  <a:pt x="2447" y="506"/>
                </a:lnTo>
                <a:lnTo>
                  <a:pt x="2448" y="505"/>
                </a:lnTo>
                <a:lnTo>
                  <a:pt x="2447" y="505"/>
                </a:lnTo>
                <a:lnTo>
                  <a:pt x="2446" y="504"/>
                </a:lnTo>
                <a:lnTo>
                  <a:pt x="2446" y="503"/>
                </a:lnTo>
                <a:lnTo>
                  <a:pt x="2446" y="502"/>
                </a:lnTo>
                <a:lnTo>
                  <a:pt x="2447" y="502"/>
                </a:lnTo>
                <a:lnTo>
                  <a:pt x="2448" y="502"/>
                </a:lnTo>
                <a:lnTo>
                  <a:pt x="2448" y="501"/>
                </a:lnTo>
                <a:lnTo>
                  <a:pt x="2447" y="501"/>
                </a:lnTo>
                <a:lnTo>
                  <a:pt x="2447" y="500"/>
                </a:lnTo>
                <a:lnTo>
                  <a:pt x="2446" y="500"/>
                </a:lnTo>
                <a:lnTo>
                  <a:pt x="2446" y="499"/>
                </a:lnTo>
                <a:lnTo>
                  <a:pt x="2445" y="498"/>
                </a:lnTo>
                <a:lnTo>
                  <a:pt x="2445" y="497"/>
                </a:lnTo>
                <a:lnTo>
                  <a:pt x="2446" y="497"/>
                </a:lnTo>
                <a:lnTo>
                  <a:pt x="2446" y="496"/>
                </a:lnTo>
                <a:lnTo>
                  <a:pt x="2446" y="495"/>
                </a:lnTo>
                <a:lnTo>
                  <a:pt x="2446" y="494"/>
                </a:lnTo>
                <a:lnTo>
                  <a:pt x="2446" y="493"/>
                </a:lnTo>
                <a:lnTo>
                  <a:pt x="2445" y="492"/>
                </a:lnTo>
                <a:lnTo>
                  <a:pt x="2444" y="492"/>
                </a:lnTo>
                <a:lnTo>
                  <a:pt x="2443" y="492"/>
                </a:lnTo>
                <a:lnTo>
                  <a:pt x="2443" y="491"/>
                </a:lnTo>
                <a:lnTo>
                  <a:pt x="2442" y="491"/>
                </a:lnTo>
                <a:lnTo>
                  <a:pt x="2441" y="491"/>
                </a:lnTo>
                <a:lnTo>
                  <a:pt x="2440" y="492"/>
                </a:lnTo>
                <a:lnTo>
                  <a:pt x="2439" y="493"/>
                </a:lnTo>
                <a:lnTo>
                  <a:pt x="2438" y="493"/>
                </a:lnTo>
                <a:lnTo>
                  <a:pt x="2432" y="497"/>
                </a:lnTo>
                <a:lnTo>
                  <a:pt x="2431" y="498"/>
                </a:lnTo>
                <a:lnTo>
                  <a:pt x="2430" y="498"/>
                </a:lnTo>
                <a:lnTo>
                  <a:pt x="2429" y="499"/>
                </a:lnTo>
                <a:lnTo>
                  <a:pt x="2427" y="500"/>
                </a:lnTo>
                <a:lnTo>
                  <a:pt x="2426" y="500"/>
                </a:lnTo>
                <a:lnTo>
                  <a:pt x="2426" y="501"/>
                </a:lnTo>
                <a:lnTo>
                  <a:pt x="2425" y="501"/>
                </a:lnTo>
                <a:lnTo>
                  <a:pt x="2424" y="502"/>
                </a:lnTo>
                <a:lnTo>
                  <a:pt x="2423" y="502"/>
                </a:lnTo>
                <a:lnTo>
                  <a:pt x="2423" y="503"/>
                </a:lnTo>
                <a:lnTo>
                  <a:pt x="2422" y="503"/>
                </a:lnTo>
                <a:lnTo>
                  <a:pt x="2422" y="504"/>
                </a:lnTo>
                <a:lnTo>
                  <a:pt x="2421" y="505"/>
                </a:lnTo>
                <a:lnTo>
                  <a:pt x="2420" y="505"/>
                </a:lnTo>
                <a:lnTo>
                  <a:pt x="2419" y="506"/>
                </a:lnTo>
                <a:lnTo>
                  <a:pt x="2416" y="509"/>
                </a:lnTo>
                <a:lnTo>
                  <a:pt x="2415" y="509"/>
                </a:lnTo>
                <a:lnTo>
                  <a:pt x="2414" y="510"/>
                </a:lnTo>
                <a:lnTo>
                  <a:pt x="2412" y="512"/>
                </a:lnTo>
                <a:lnTo>
                  <a:pt x="2410" y="514"/>
                </a:lnTo>
                <a:lnTo>
                  <a:pt x="2409" y="514"/>
                </a:lnTo>
                <a:lnTo>
                  <a:pt x="2407" y="516"/>
                </a:lnTo>
                <a:lnTo>
                  <a:pt x="2406" y="517"/>
                </a:lnTo>
                <a:lnTo>
                  <a:pt x="2405" y="518"/>
                </a:lnTo>
                <a:lnTo>
                  <a:pt x="2404" y="519"/>
                </a:lnTo>
                <a:lnTo>
                  <a:pt x="2402" y="520"/>
                </a:lnTo>
                <a:lnTo>
                  <a:pt x="2400" y="522"/>
                </a:lnTo>
                <a:lnTo>
                  <a:pt x="2399" y="523"/>
                </a:lnTo>
                <a:lnTo>
                  <a:pt x="2396" y="525"/>
                </a:lnTo>
                <a:lnTo>
                  <a:pt x="2395" y="525"/>
                </a:lnTo>
                <a:lnTo>
                  <a:pt x="2395" y="526"/>
                </a:lnTo>
                <a:lnTo>
                  <a:pt x="2393" y="528"/>
                </a:lnTo>
                <a:lnTo>
                  <a:pt x="2392" y="529"/>
                </a:lnTo>
                <a:lnTo>
                  <a:pt x="2391" y="530"/>
                </a:lnTo>
                <a:lnTo>
                  <a:pt x="2390" y="531"/>
                </a:lnTo>
                <a:lnTo>
                  <a:pt x="2389" y="532"/>
                </a:lnTo>
                <a:lnTo>
                  <a:pt x="2387" y="534"/>
                </a:lnTo>
                <a:lnTo>
                  <a:pt x="2386" y="535"/>
                </a:lnTo>
                <a:lnTo>
                  <a:pt x="2383" y="538"/>
                </a:lnTo>
                <a:lnTo>
                  <a:pt x="2382" y="539"/>
                </a:lnTo>
                <a:lnTo>
                  <a:pt x="2381" y="540"/>
                </a:lnTo>
                <a:lnTo>
                  <a:pt x="2380" y="541"/>
                </a:lnTo>
                <a:lnTo>
                  <a:pt x="2379" y="542"/>
                </a:lnTo>
                <a:lnTo>
                  <a:pt x="2377" y="543"/>
                </a:lnTo>
                <a:lnTo>
                  <a:pt x="2376" y="543"/>
                </a:lnTo>
                <a:lnTo>
                  <a:pt x="2375" y="543"/>
                </a:lnTo>
                <a:lnTo>
                  <a:pt x="2375" y="544"/>
                </a:lnTo>
                <a:lnTo>
                  <a:pt x="2374" y="544"/>
                </a:lnTo>
                <a:lnTo>
                  <a:pt x="2371" y="545"/>
                </a:lnTo>
                <a:lnTo>
                  <a:pt x="2370" y="545"/>
                </a:lnTo>
                <a:lnTo>
                  <a:pt x="2367" y="546"/>
                </a:lnTo>
                <a:lnTo>
                  <a:pt x="2366" y="547"/>
                </a:lnTo>
                <a:lnTo>
                  <a:pt x="2365" y="547"/>
                </a:lnTo>
                <a:lnTo>
                  <a:pt x="2362" y="548"/>
                </a:lnTo>
                <a:lnTo>
                  <a:pt x="2360" y="549"/>
                </a:lnTo>
                <a:lnTo>
                  <a:pt x="2359" y="549"/>
                </a:lnTo>
                <a:lnTo>
                  <a:pt x="2357" y="549"/>
                </a:lnTo>
                <a:lnTo>
                  <a:pt x="2357" y="550"/>
                </a:lnTo>
                <a:lnTo>
                  <a:pt x="2356" y="550"/>
                </a:lnTo>
                <a:lnTo>
                  <a:pt x="2355" y="550"/>
                </a:lnTo>
                <a:lnTo>
                  <a:pt x="2354" y="551"/>
                </a:lnTo>
                <a:lnTo>
                  <a:pt x="2353" y="553"/>
                </a:lnTo>
                <a:lnTo>
                  <a:pt x="2353" y="554"/>
                </a:lnTo>
                <a:lnTo>
                  <a:pt x="2352" y="556"/>
                </a:lnTo>
                <a:lnTo>
                  <a:pt x="2351" y="557"/>
                </a:lnTo>
                <a:lnTo>
                  <a:pt x="2351" y="558"/>
                </a:lnTo>
                <a:lnTo>
                  <a:pt x="2350" y="560"/>
                </a:lnTo>
                <a:lnTo>
                  <a:pt x="2349" y="561"/>
                </a:lnTo>
                <a:lnTo>
                  <a:pt x="2348" y="562"/>
                </a:lnTo>
                <a:lnTo>
                  <a:pt x="2348" y="563"/>
                </a:lnTo>
                <a:lnTo>
                  <a:pt x="2347" y="563"/>
                </a:lnTo>
                <a:lnTo>
                  <a:pt x="2343" y="568"/>
                </a:lnTo>
                <a:lnTo>
                  <a:pt x="2342" y="568"/>
                </a:lnTo>
                <a:lnTo>
                  <a:pt x="2341" y="568"/>
                </a:lnTo>
                <a:lnTo>
                  <a:pt x="2339" y="569"/>
                </a:lnTo>
                <a:lnTo>
                  <a:pt x="2335" y="570"/>
                </a:lnTo>
                <a:lnTo>
                  <a:pt x="2333" y="571"/>
                </a:lnTo>
                <a:lnTo>
                  <a:pt x="2332" y="571"/>
                </a:lnTo>
                <a:lnTo>
                  <a:pt x="2331" y="572"/>
                </a:lnTo>
                <a:lnTo>
                  <a:pt x="2330" y="572"/>
                </a:lnTo>
                <a:lnTo>
                  <a:pt x="2329" y="573"/>
                </a:lnTo>
                <a:lnTo>
                  <a:pt x="2328" y="573"/>
                </a:lnTo>
                <a:lnTo>
                  <a:pt x="2326" y="574"/>
                </a:lnTo>
                <a:lnTo>
                  <a:pt x="2324" y="575"/>
                </a:lnTo>
                <a:lnTo>
                  <a:pt x="2323" y="576"/>
                </a:lnTo>
                <a:lnTo>
                  <a:pt x="2322" y="576"/>
                </a:lnTo>
                <a:lnTo>
                  <a:pt x="2321" y="577"/>
                </a:lnTo>
                <a:lnTo>
                  <a:pt x="2320" y="577"/>
                </a:lnTo>
                <a:lnTo>
                  <a:pt x="2318" y="578"/>
                </a:lnTo>
                <a:lnTo>
                  <a:pt x="2316" y="578"/>
                </a:lnTo>
                <a:lnTo>
                  <a:pt x="2315" y="578"/>
                </a:lnTo>
                <a:lnTo>
                  <a:pt x="2314" y="579"/>
                </a:lnTo>
                <a:lnTo>
                  <a:pt x="2313" y="580"/>
                </a:lnTo>
                <a:lnTo>
                  <a:pt x="2310" y="582"/>
                </a:lnTo>
                <a:lnTo>
                  <a:pt x="2310" y="583"/>
                </a:lnTo>
                <a:lnTo>
                  <a:pt x="2309" y="583"/>
                </a:lnTo>
                <a:lnTo>
                  <a:pt x="2308" y="584"/>
                </a:lnTo>
                <a:lnTo>
                  <a:pt x="2307" y="584"/>
                </a:lnTo>
                <a:lnTo>
                  <a:pt x="2307" y="585"/>
                </a:lnTo>
                <a:lnTo>
                  <a:pt x="2304" y="586"/>
                </a:lnTo>
                <a:lnTo>
                  <a:pt x="2300" y="588"/>
                </a:lnTo>
                <a:lnTo>
                  <a:pt x="2297" y="589"/>
                </a:lnTo>
                <a:lnTo>
                  <a:pt x="2295" y="590"/>
                </a:lnTo>
                <a:lnTo>
                  <a:pt x="2291" y="592"/>
                </a:lnTo>
                <a:lnTo>
                  <a:pt x="2290" y="593"/>
                </a:lnTo>
                <a:lnTo>
                  <a:pt x="2289" y="593"/>
                </a:lnTo>
                <a:lnTo>
                  <a:pt x="2289" y="595"/>
                </a:lnTo>
                <a:lnTo>
                  <a:pt x="2288" y="595"/>
                </a:lnTo>
                <a:lnTo>
                  <a:pt x="2288" y="596"/>
                </a:lnTo>
                <a:lnTo>
                  <a:pt x="2287" y="597"/>
                </a:lnTo>
                <a:lnTo>
                  <a:pt x="2287" y="598"/>
                </a:lnTo>
                <a:lnTo>
                  <a:pt x="2286" y="600"/>
                </a:lnTo>
                <a:lnTo>
                  <a:pt x="2286" y="601"/>
                </a:lnTo>
                <a:lnTo>
                  <a:pt x="2285" y="602"/>
                </a:lnTo>
                <a:lnTo>
                  <a:pt x="2284" y="605"/>
                </a:lnTo>
                <a:lnTo>
                  <a:pt x="2284" y="606"/>
                </a:lnTo>
                <a:lnTo>
                  <a:pt x="2284" y="607"/>
                </a:lnTo>
                <a:lnTo>
                  <a:pt x="2282" y="608"/>
                </a:lnTo>
                <a:lnTo>
                  <a:pt x="2280" y="609"/>
                </a:lnTo>
                <a:lnTo>
                  <a:pt x="2279" y="610"/>
                </a:lnTo>
                <a:lnTo>
                  <a:pt x="2278" y="610"/>
                </a:lnTo>
                <a:lnTo>
                  <a:pt x="2276" y="611"/>
                </a:lnTo>
                <a:lnTo>
                  <a:pt x="2276" y="612"/>
                </a:lnTo>
                <a:lnTo>
                  <a:pt x="2276" y="613"/>
                </a:lnTo>
                <a:lnTo>
                  <a:pt x="2276" y="614"/>
                </a:lnTo>
                <a:lnTo>
                  <a:pt x="2277" y="614"/>
                </a:lnTo>
                <a:lnTo>
                  <a:pt x="2277" y="615"/>
                </a:lnTo>
                <a:lnTo>
                  <a:pt x="2277" y="616"/>
                </a:lnTo>
                <a:lnTo>
                  <a:pt x="2278" y="616"/>
                </a:lnTo>
                <a:lnTo>
                  <a:pt x="2278" y="617"/>
                </a:lnTo>
                <a:lnTo>
                  <a:pt x="2278" y="616"/>
                </a:lnTo>
                <a:lnTo>
                  <a:pt x="2278" y="617"/>
                </a:lnTo>
                <a:lnTo>
                  <a:pt x="2279" y="617"/>
                </a:lnTo>
                <a:lnTo>
                  <a:pt x="2279" y="618"/>
                </a:lnTo>
                <a:lnTo>
                  <a:pt x="2279" y="617"/>
                </a:lnTo>
                <a:lnTo>
                  <a:pt x="2279" y="618"/>
                </a:lnTo>
                <a:lnTo>
                  <a:pt x="2280" y="618"/>
                </a:lnTo>
                <a:lnTo>
                  <a:pt x="2279" y="619"/>
                </a:lnTo>
                <a:lnTo>
                  <a:pt x="2280" y="620"/>
                </a:lnTo>
                <a:lnTo>
                  <a:pt x="2281" y="620"/>
                </a:lnTo>
                <a:lnTo>
                  <a:pt x="2281" y="621"/>
                </a:lnTo>
                <a:lnTo>
                  <a:pt x="2282" y="621"/>
                </a:lnTo>
                <a:lnTo>
                  <a:pt x="2283" y="621"/>
                </a:lnTo>
                <a:lnTo>
                  <a:pt x="2283" y="622"/>
                </a:lnTo>
                <a:lnTo>
                  <a:pt x="2284" y="622"/>
                </a:lnTo>
                <a:lnTo>
                  <a:pt x="2283" y="622"/>
                </a:lnTo>
                <a:lnTo>
                  <a:pt x="2284" y="623"/>
                </a:lnTo>
                <a:lnTo>
                  <a:pt x="2284" y="624"/>
                </a:lnTo>
                <a:lnTo>
                  <a:pt x="2285" y="625"/>
                </a:lnTo>
                <a:lnTo>
                  <a:pt x="2285" y="626"/>
                </a:lnTo>
                <a:lnTo>
                  <a:pt x="2286" y="627"/>
                </a:lnTo>
                <a:lnTo>
                  <a:pt x="2287" y="628"/>
                </a:lnTo>
                <a:lnTo>
                  <a:pt x="2287" y="629"/>
                </a:lnTo>
                <a:lnTo>
                  <a:pt x="2288" y="630"/>
                </a:lnTo>
                <a:lnTo>
                  <a:pt x="2289" y="630"/>
                </a:lnTo>
                <a:lnTo>
                  <a:pt x="2289" y="631"/>
                </a:lnTo>
                <a:lnTo>
                  <a:pt x="2290" y="631"/>
                </a:lnTo>
                <a:lnTo>
                  <a:pt x="2291" y="632"/>
                </a:lnTo>
                <a:lnTo>
                  <a:pt x="2292" y="632"/>
                </a:lnTo>
                <a:lnTo>
                  <a:pt x="2293" y="634"/>
                </a:lnTo>
                <a:lnTo>
                  <a:pt x="2294" y="635"/>
                </a:lnTo>
                <a:lnTo>
                  <a:pt x="2294" y="636"/>
                </a:lnTo>
                <a:lnTo>
                  <a:pt x="2295" y="636"/>
                </a:lnTo>
                <a:lnTo>
                  <a:pt x="2296" y="636"/>
                </a:lnTo>
                <a:lnTo>
                  <a:pt x="2296" y="637"/>
                </a:lnTo>
                <a:lnTo>
                  <a:pt x="2297" y="637"/>
                </a:lnTo>
                <a:lnTo>
                  <a:pt x="2298" y="637"/>
                </a:lnTo>
                <a:lnTo>
                  <a:pt x="2299" y="638"/>
                </a:lnTo>
                <a:lnTo>
                  <a:pt x="2300" y="638"/>
                </a:lnTo>
                <a:lnTo>
                  <a:pt x="2301" y="638"/>
                </a:lnTo>
                <a:lnTo>
                  <a:pt x="2302" y="638"/>
                </a:lnTo>
                <a:lnTo>
                  <a:pt x="2303" y="638"/>
                </a:lnTo>
                <a:lnTo>
                  <a:pt x="2305" y="639"/>
                </a:lnTo>
                <a:lnTo>
                  <a:pt x="2305" y="640"/>
                </a:lnTo>
                <a:lnTo>
                  <a:pt x="2306" y="639"/>
                </a:lnTo>
                <a:lnTo>
                  <a:pt x="2306" y="640"/>
                </a:lnTo>
                <a:lnTo>
                  <a:pt x="2307" y="640"/>
                </a:lnTo>
                <a:lnTo>
                  <a:pt x="2308" y="640"/>
                </a:lnTo>
                <a:lnTo>
                  <a:pt x="2309" y="640"/>
                </a:lnTo>
                <a:lnTo>
                  <a:pt x="2310" y="640"/>
                </a:lnTo>
                <a:lnTo>
                  <a:pt x="2311" y="640"/>
                </a:lnTo>
                <a:lnTo>
                  <a:pt x="2311" y="641"/>
                </a:lnTo>
                <a:lnTo>
                  <a:pt x="2312" y="641"/>
                </a:lnTo>
                <a:lnTo>
                  <a:pt x="2313" y="641"/>
                </a:lnTo>
                <a:lnTo>
                  <a:pt x="2314" y="641"/>
                </a:lnTo>
                <a:lnTo>
                  <a:pt x="2315" y="640"/>
                </a:lnTo>
                <a:lnTo>
                  <a:pt x="2315" y="641"/>
                </a:lnTo>
                <a:lnTo>
                  <a:pt x="2315" y="642"/>
                </a:lnTo>
                <a:lnTo>
                  <a:pt x="2314" y="642"/>
                </a:lnTo>
                <a:lnTo>
                  <a:pt x="2314" y="643"/>
                </a:lnTo>
                <a:lnTo>
                  <a:pt x="2313" y="643"/>
                </a:lnTo>
                <a:lnTo>
                  <a:pt x="2313" y="644"/>
                </a:lnTo>
                <a:lnTo>
                  <a:pt x="2312" y="644"/>
                </a:lnTo>
                <a:lnTo>
                  <a:pt x="2311" y="645"/>
                </a:lnTo>
                <a:lnTo>
                  <a:pt x="2310" y="645"/>
                </a:lnTo>
                <a:lnTo>
                  <a:pt x="2310" y="646"/>
                </a:lnTo>
                <a:lnTo>
                  <a:pt x="2308" y="647"/>
                </a:lnTo>
                <a:lnTo>
                  <a:pt x="2308" y="649"/>
                </a:lnTo>
                <a:lnTo>
                  <a:pt x="2308" y="650"/>
                </a:lnTo>
                <a:lnTo>
                  <a:pt x="2309" y="651"/>
                </a:lnTo>
                <a:lnTo>
                  <a:pt x="2309" y="652"/>
                </a:lnTo>
                <a:lnTo>
                  <a:pt x="2310" y="652"/>
                </a:lnTo>
                <a:lnTo>
                  <a:pt x="2309" y="653"/>
                </a:lnTo>
                <a:lnTo>
                  <a:pt x="2309" y="654"/>
                </a:lnTo>
                <a:lnTo>
                  <a:pt x="2310" y="654"/>
                </a:lnTo>
                <a:lnTo>
                  <a:pt x="2311" y="654"/>
                </a:lnTo>
                <a:lnTo>
                  <a:pt x="2312" y="654"/>
                </a:lnTo>
                <a:lnTo>
                  <a:pt x="2313" y="654"/>
                </a:lnTo>
                <a:lnTo>
                  <a:pt x="2314" y="654"/>
                </a:lnTo>
                <a:lnTo>
                  <a:pt x="2315" y="653"/>
                </a:lnTo>
                <a:lnTo>
                  <a:pt x="2316" y="653"/>
                </a:lnTo>
                <a:lnTo>
                  <a:pt x="2317" y="652"/>
                </a:lnTo>
                <a:lnTo>
                  <a:pt x="2317" y="653"/>
                </a:lnTo>
                <a:lnTo>
                  <a:pt x="2318" y="652"/>
                </a:lnTo>
                <a:lnTo>
                  <a:pt x="2317" y="652"/>
                </a:lnTo>
                <a:lnTo>
                  <a:pt x="2318" y="652"/>
                </a:lnTo>
                <a:lnTo>
                  <a:pt x="2319" y="652"/>
                </a:lnTo>
                <a:lnTo>
                  <a:pt x="2319" y="653"/>
                </a:lnTo>
                <a:lnTo>
                  <a:pt x="2319" y="654"/>
                </a:lnTo>
                <a:lnTo>
                  <a:pt x="2319" y="655"/>
                </a:lnTo>
                <a:lnTo>
                  <a:pt x="2319" y="656"/>
                </a:lnTo>
                <a:lnTo>
                  <a:pt x="2319" y="657"/>
                </a:lnTo>
                <a:lnTo>
                  <a:pt x="2318" y="658"/>
                </a:lnTo>
                <a:lnTo>
                  <a:pt x="2318" y="659"/>
                </a:lnTo>
                <a:lnTo>
                  <a:pt x="2317" y="659"/>
                </a:lnTo>
                <a:lnTo>
                  <a:pt x="2318" y="660"/>
                </a:lnTo>
                <a:lnTo>
                  <a:pt x="2318" y="661"/>
                </a:lnTo>
                <a:lnTo>
                  <a:pt x="2319" y="661"/>
                </a:lnTo>
                <a:lnTo>
                  <a:pt x="2319" y="662"/>
                </a:lnTo>
                <a:lnTo>
                  <a:pt x="2319" y="663"/>
                </a:lnTo>
                <a:lnTo>
                  <a:pt x="2319" y="664"/>
                </a:lnTo>
                <a:lnTo>
                  <a:pt x="2319" y="665"/>
                </a:lnTo>
                <a:lnTo>
                  <a:pt x="2320" y="666"/>
                </a:lnTo>
                <a:lnTo>
                  <a:pt x="2320" y="667"/>
                </a:lnTo>
                <a:lnTo>
                  <a:pt x="2321" y="668"/>
                </a:lnTo>
                <a:lnTo>
                  <a:pt x="2322" y="669"/>
                </a:lnTo>
                <a:lnTo>
                  <a:pt x="2321" y="669"/>
                </a:lnTo>
                <a:lnTo>
                  <a:pt x="2321" y="670"/>
                </a:lnTo>
                <a:lnTo>
                  <a:pt x="2322" y="670"/>
                </a:lnTo>
                <a:lnTo>
                  <a:pt x="2322" y="669"/>
                </a:lnTo>
                <a:lnTo>
                  <a:pt x="2323" y="669"/>
                </a:lnTo>
                <a:lnTo>
                  <a:pt x="2323" y="670"/>
                </a:lnTo>
                <a:lnTo>
                  <a:pt x="2324" y="670"/>
                </a:lnTo>
                <a:lnTo>
                  <a:pt x="2324" y="671"/>
                </a:lnTo>
                <a:lnTo>
                  <a:pt x="2325" y="671"/>
                </a:lnTo>
                <a:lnTo>
                  <a:pt x="2326" y="672"/>
                </a:lnTo>
                <a:lnTo>
                  <a:pt x="2327" y="672"/>
                </a:lnTo>
                <a:lnTo>
                  <a:pt x="2328" y="672"/>
                </a:lnTo>
                <a:lnTo>
                  <a:pt x="2328" y="673"/>
                </a:lnTo>
                <a:lnTo>
                  <a:pt x="2328" y="674"/>
                </a:lnTo>
                <a:lnTo>
                  <a:pt x="2329" y="675"/>
                </a:lnTo>
                <a:lnTo>
                  <a:pt x="2329" y="676"/>
                </a:lnTo>
                <a:lnTo>
                  <a:pt x="2330" y="676"/>
                </a:lnTo>
                <a:lnTo>
                  <a:pt x="2331" y="676"/>
                </a:lnTo>
                <a:lnTo>
                  <a:pt x="2331" y="675"/>
                </a:lnTo>
                <a:lnTo>
                  <a:pt x="2332" y="675"/>
                </a:lnTo>
                <a:lnTo>
                  <a:pt x="2333" y="675"/>
                </a:lnTo>
                <a:lnTo>
                  <a:pt x="2333" y="674"/>
                </a:lnTo>
                <a:lnTo>
                  <a:pt x="2334" y="674"/>
                </a:lnTo>
                <a:lnTo>
                  <a:pt x="2334" y="675"/>
                </a:lnTo>
                <a:lnTo>
                  <a:pt x="2334" y="674"/>
                </a:lnTo>
                <a:lnTo>
                  <a:pt x="2335" y="674"/>
                </a:lnTo>
                <a:lnTo>
                  <a:pt x="2336" y="674"/>
                </a:lnTo>
                <a:lnTo>
                  <a:pt x="2337" y="674"/>
                </a:lnTo>
                <a:lnTo>
                  <a:pt x="2337" y="675"/>
                </a:lnTo>
                <a:lnTo>
                  <a:pt x="2338" y="675"/>
                </a:lnTo>
                <a:lnTo>
                  <a:pt x="2339" y="675"/>
                </a:lnTo>
                <a:lnTo>
                  <a:pt x="2340" y="675"/>
                </a:lnTo>
                <a:lnTo>
                  <a:pt x="2341" y="674"/>
                </a:lnTo>
                <a:lnTo>
                  <a:pt x="2342" y="674"/>
                </a:lnTo>
                <a:lnTo>
                  <a:pt x="2343" y="673"/>
                </a:lnTo>
                <a:lnTo>
                  <a:pt x="2344" y="673"/>
                </a:lnTo>
                <a:lnTo>
                  <a:pt x="2344" y="672"/>
                </a:lnTo>
                <a:lnTo>
                  <a:pt x="2344" y="671"/>
                </a:lnTo>
                <a:lnTo>
                  <a:pt x="2345" y="671"/>
                </a:lnTo>
                <a:lnTo>
                  <a:pt x="2344" y="671"/>
                </a:lnTo>
                <a:lnTo>
                  <a:pt x="2345" y="670"/>
                </a:lnTo>
                <a:lnTo>
                  <a:pt x="2345" y="669"/>
                </a:lnTo>
                <a:lnTo>
                  <a:pt x="2345" y="668"/>
                </a:lnTo>
                <a:lnTo>
                  <a:pt x="2346" y="668"/>
                </a:lnTo>
                <a:lnTo>
                  <a:pt x="2347" y="668"/>
                </a:lnTo>
                <a:lnTo>
                  <a:pt x="2347" y="667"/>
                </a:lnTo>
                <a:lnTo>
                  <a:pt x="2347" y="666"/>
                </a:lnTo>
                <a:lnTo>
                  <a:pt x="2348" y="666"/>
                </a:lnTo>
                <a:lnTo>
                  <a:pt x="2348" y="665"/>
                </a:lnTo>
                <a:lnTo>
                  <a:pt x="2348" y="664"/>
                </a:lnTo>
                <a:lnTo>
                  <a:pt x="2348" y="663"/>
                </a:lnTo>
                <a:lnTo>
                  <a:pt x="2348" y="662"/>
                </a:lnTo>
                <a:lnTo>
                  <a:pt x="2349" y="662"/>
                </a:lnTo>
                <a:lnTo>
                  <a:pt x="2350" y="662"/>
                </a:lnTo>
                <a:lnTo>
                  <a:pt x="2351" y="663"/>
                </a:lnTo>
                <a:lnTo>
                  <a:pt x="2351" y="662"/>
                </a:lnTo>
                <a:lnTo>
                  <a:pt x="2352" y="662"/>
                </a:lnTo>
                <a:lnTo>
                  <a:pt x="2353" y="662"/>
                </a:lnTo>
                <a:lnTo>
                  <a:pt x="2354" y="662"/>
                </a:lnTo>
                <a:lnTo>
                  <a:pt x="2355" y="661"/>
                </a:lnTo>
                <a:lnTo>
                  <a:pt x="2356" y="662"/>
                </a:lnTo>
                <a:lnTo>
                  <a:pt x="2357" y="663"/>
                </a:lnTo>
                <a:lnTo>
                  <a:pt x="2358" y="664"/>
                </a:lnTo>
                <a:lnTo>
                  <a:pt x="2358" y="665"/>
                </a:lnTo>
                <a:lnTo>
                  <a:pt x="2359" y="665"/>
                </a:lnTo>
                <a:lnTo>
                  <a:pt x="2360" y="665"/>
                </a:lnTo>
                <a:lnTo>
                  <a:pt x="2360" y="664"/>
                </a:lnTo>
                <a:lnTo>
                  <a:pt x="2360" y="665"/>
                </a:lnTo>
                <a:lnTo>
                  <a:pt x="2361" y="665"/>
                </a:lnTo>
                <a:lnTo>
                  <a:pt x="2361" y="664"/>
                </a:lnTo>
                <a:lnTo>
                  <a:pt x="2362" y="664"/>
                </a:lnTo>
                <a:lnTo>
                  <a:pt x="2364" y="659"/>
                </a:lnTo>
                <a:lnTo>
                  <a:pt x="2365" y="657"/>
                </a:lnTo>
                <a:lnTo>
                  <a:pt x="2365" y="656"/>
                </a:lnTo>
                <a:lnTo>
                  <a:pt x="2364" y="656"/>
                </a:lnTo>
                <a:lnTo>
                  <a:pt x="2365" y="654"/>
                </a:lnTo>
                <a:lnTo>
                  <a:pt x="2363" y="654"/>
                </a:lnTo>
                <a:lnTo>
                  <a:pt x="2363" y="653"/>
                </a:lnTo>
                <a:lnTo>
                  <a:pt x="2363" y="652"/>
                </a:lnTo>
                <a:lnTo>
                  <a:pt x="2362" y="652"/>
                </a:lnTo>
                <a:lnTo>
                  <a:pt x="2361" y="651"/>
                </a:lnTo>
                <a:lnTo>
                  <a:pt x="2359" y="651"/>
                </a:lnTo>
                <a:lnTo>
                  <a:pt x="2358" y="651"/>
                </a:lnTo>
                <a:lnTo>
                  <a:pt x="2355" y="651"/>
                </a:lnTo>
                <a:lnTo>
                  <a:pt x="2355" y="650"/>
                </a:lnTo>
                <a:lnTo>
                  <a:pt x="2355" y="649"/>
                </a:lnTo>
                <a:lnTo>
                  <a:pt x="2355" y="648"/>
                </a:lnTo>
                <a:lnTo>
                  <a:pt x="2356" y="648"/>
                </a:lnTo>
                <a:lnTo>
                  <a:pt x="2357" y="649"/>
                </a:lnTo>
                <a:lnTo>
                  <a:pt x="2358" y="649"/>
                </a:lnTo>
                <a:lnTo>
                  <a:pt x="2359" y="649"/>
                </a:lnTo>
                <a:lnTo>
                  <a:pt x="2360" y="650"/>
                </a:lnTo>
                <a:lnTo>
                  <a:pt x="2361" y="651"/>
                </a:lnTo>
                <a:lnTo>
                  <a:pt x="2362" y="652"/>
                </a:lnTo>
                <a:lnTo>
                  <a:pt x="2363" y="652"/>
                </a:lnTo>
                <a:lnTo>
                  <a:pt x="2363" y="653"/>
                </a:lnTo>
                <a:lnTo>
                  <a:pt x="2363" y="654"/>
                </a:lnTo>
                <a:lnTo>
                  <a:pt x="2364" y="654"/>
                </a:lnTo>
                <a:lnTo>
                  <a:pt x="2365" y="654"/>
                </a:lnTo>
                <a:lnTo>
                  <a:pt x="2366" y="654"/>
                </a:lnTo>
                <a:lnTo>
                  <a:pt x="2367" y="654"/>
                </a:lnTo>
                <a:lnTo>
                  <a:pt x="2368" y="654"/>
                </a:lnTo>
                <a:lnTo>
                  <a:pt x="2369" y="654"/>
                </a:lnTo>
                <a:lnTo>
                  <a:pt x="2369" y="653"/>
                </a:lnTo>
                <a:lnTo>
                  <a:pt x="2370" y="653"/>
                </a:lnTo>
                <a:lnTo>
                  <a:pt x="2370" y="652"/>
                </a:lnTo>
                <a:lnTo>
                  <a:pt x="2371" y="652"/>
                </a:lnTo>
                <a:lnTo>
                  <a:pt x="2371" y="653"/>
                </a:lnTo>
                <a:lnTo>
                  <a:pt x="2371" y="652"/>
                </a:lnTo>
                <a:lnTo>
                  <a:pt x="2372" y="652"/>
                </a:lnTo>
                <a:lnTo>
                  <a:pt x="2373" y="653"/>
                </a:lnTo>
                <a:lnTo>
                  <a:pt x="2375" y="653"/>
                </a:lnTo>
                <a:lnTo>
                  <a:pt x="2375" y="652"/>
                </a:lnTo>
                <a:lnTo>
                  <a:pt x="2376" y="652"/>
                </a:lnTo>
                <a:lnTo>
                  <a:pt x="2376" y="653"/>
                </a:lnTo>
                <a:lnTo>
                  <a:pt x="2376" y="654"/>
                </a:lnTo>
                <a:lnTo>
                  <a:pt x="2375" y="654"/>
                </a:lnTo>
                <a:lnTo>
                  <a:pt x="2375" y="655"/>
                </a:lnTo>
                <a:lnTo>
                  <a:pt x="2375" y="656"/>
                </a:lnTo>
                <a:lnTo>
                  <a:pt x="2374" y="656"/>
                </a:lnTo>
                <a:lnTo>
                  <a:pt x="2374" y="657"/>
                </a:lnTo>
                <a:lnTo>
                  <a:pt x="2374" y="658"/>
                </a:lnTo>
                <a:lnTo>
                  <a:pt x="2374" y="659"/>
                </a:lnTo>
                <a:lnTo>
                  <a:pt x="2373" y="659"/>
                </a:lnTo>
                <a:lnTo>
                  <a:pt x="2373" y="660"/>
                </a:lnTo>
                <a:lnTo>
                  <a:pt x="2373" y="661"/>
                </a:lnTo>
                <a:lnTo>
                  <a:pt x="2372" y="661"/>
                </a:lnTo>
                <a:lnTo>
                  <a:pt x="2372" y="662"/>
                </a:lnTo>
                <a:lnTo>
                  <a:pt x="2372" y="664"/>
                </a:lnTo>
                <a:lnTo>
                  <a:pt x="2373" y="665"/>
                </a:lnTo>
                <a:lnTo>
                  <a:pt x="2375" y="665"/>
                </a:lnTo>
                <a:lnTo>
                  <a:pt x="2376" y="665"/>
                </a:lnTo>
                <a:lnTo>
                  <a:pt x="2377" y="665"/>
                </a:lnTo>
                <a:lnTo>
                  <a:pt x="2378" y="665"/>
                </a:lnTo>
                <a:lnTo>
                  <a:pt x="2378" y="666"/>
                </a:lnTo>
                <a:lnTo>
                  <a:pt x="2379" y="666"/>
                </a:lnTo>
                <a:lnTo>
                  <a:pt x="2379" y="665"/>
                </a:lnTo>
                <a:lnTo>
                  <a:pt x="2380" y="665"/>
                </a:lnTo>
                <a:lnTo>
                  <a:pt x="2380" y="664"/>
                </a:lnTo>
                <a:lnTo>
                  <a:pt x="2380" y="663"/>
                </a:lnTo>
                <a:lnTo>
                  <a:pt x="2380" y="662"/>
                </a:lnTo>
                <a:lnTo>
                  <a:pt x="2379" y="662"/>
                </a:lnTo>
                <a:lnTo>
                  <a:pt x="2379" y="661"/>
                </a:lnTo>
                <a:lnTo>
                  <a:pt x="2380" y="661"/>
                </a:lnTo>
                <a:lnTo>
                  <a:pt x="2380" y="659"/>
                </a:lnTo>
                <a:lnTo>
                  <a:pt x="2381" y="659"/>
                </a:lnTo>
                <a:lnTo>
                  <a:pt x="2383" y="659"/>
                </a:lnTo>
                <a:lnTo>
                  <a:pt x="2383" y="660"/>
                </a:lnTo>
                <a:lnTo>
                  <a:pt x="2383" y="661"/>
                </a:lnTo>
                <a:lnTo>
                  <a:pt x="2382" y="661"/>
                </a:lnTo>
                <a:lnTo>
                  <a:pt x="2382" y="662"/>
                </a:lnTo>
                <a:lnTo>
                  <a:pt x="2383" y="662"/>
                </a:lnTo>
                <a:lnTo>
                  <a:pt x="2383" y="663"/>
                </a:lnTo>
                <a:lnTo>
                  <a:pt x="2384" y="663"/>
                </a:lnTo>
                <a:lnTo>
                  <a:pt x="2384" y="664"/>
                </a:lnTo>
                <a:lnTo>
                  <a:pt x="2383" y="664"/>
                </a:lnTo>
                <a:lnTo>
                  <a:pt x="2383" y="665"/>
                </a:lnTo>
                <a:lnTo>
                  <a:pt x="2382" y="665"/>
                </a:lnTo>
                <a:lnTo>
                  <a:pt x="2381" y="665"/>
                </a:lnTo>
                <a:lnTo>
                  <a:pt x="2380" y="665"/>
                </a:lnTo>
                <a:lnTo>
                  <a:pt x="2380" y="666"/>
                </a:lnTo>
                <a:lnTo>
                  <a:pt x="2381" y="666"/>
                </a:lnTo>
                <a:lnTo>
                  <a:pt x="2381" y="667"/>
                </a:lnTo>
                <a:lnTo>
                  <a:pt x="2382" y="667"/>
                </a:lnTo>
                <a:lnTo>
                  <a:pt x="2383" y="667"/>
                </a:lnTo>
                <a:lnTo>
                  <a:pt x="2385" y="667"/>
                </a:lnTo>
                <a:lnTo>
                  <a:pt x="2384" y="668"/>
                </a:lnTo>
                <a:lnTo>
                  <a:pt x="2384" y="669"/>
                </a:lnTo>
                <a:lnTo>
                  <a:pt x="2385" y="669"/>
                </a:lnTo>
                <a:lnTo>
                  <a:pt x="2384" y="669"/>
                </a:lnTo>
                <a:lnTo>
                  <a:pt x="2384" y="670"/>
                </a:lnTo>
                <a:lnTo>
                  <a:pt x="2385" y="672"/>
                </a:lnTo>
                <a:lnTo>
                  <a:pt x="2384" y="672"/>
                </a:lnTo>
                <a:lnTo>
                  <a:pt x="2384" y="673"/>
                </a:lnTo>
                <a:lnTo>
                  <a:pt x="2385" y="674"/>
                </a:lnTo>
                <a:lnTo>
                  <a:pt x="2384" y="674"/>
                </a:lnTo>
                <a:lnTo>
                  <a:pt x="2385" y="674"/>
                </a:lnTo>
                <a:lnTo>
                  <a:pt x="2385" y="675"/>
                </a:lnTo>
                <a:lnTo>
                  <a:pt x="2385" y="676"/>
                </a:lnTo>
                <a:lnTo>
                  <a:pt x="2384" y="676"/>
                </a:lnTo>
                <a:lnTo>
                  <a:pt x="2383" y="678"/>
                </a:lnTo>
                <a:lnTo>
                  <a:pt x="2383" y="679"/>
                </a:lnTo>
                <a:lnTo>
                  <a:pt x="2382" y="680"/>
                </a:lnTo>
                <a:lnTo>
                  <a:pt x="2380" y="680"/>
                </a:lnTo>
                <a:lnTo>
                  <a:pt x="2376" y="680"/>
                </a:lnTo>
                <a:lnTo>
                  <a:pt x="2374" y="680"/>
                </a:lnTo>
                <a:lnTo>
                  <a:pt x="2373" y="680"/>
                </a:lnTo>
                <a:lnTo>
                  <a:pt x="2371" y="680"/>
                </a:lnTo>
                <a:lnTo>
                  <a:pt x="2366" y="680"/>
                </a:lnTo>
                <a:lnTo>
                  <a:pt x="2361" y="681"/>
                </a:lnTo>
                <a:lnTo>
                  <a:pt x="2360" y="681"/>
                </a:lnTo>
                <a:lnTo>
                  <a:pt x="2359" y="681"/>
                </a:lnTo>
                <a:lnTo>
                  <a:pt x="2359" y="682"/>
                </a:lnTo>
                <a:lnTo>
                  <a:pt x="2358" y="682"/>
                </a:lnTo>
                <a:lnTo>
                  <a:pt x="2357" y="682"/>
                </a:lnTo>
                <a:lnTo>
                  <a:pt x="2356" y="682"/>
                </a:lnTo>
                <a:lnTo>
                  <a:pt x="2355" y="682"/>
                </a:lnTo>
                <a:lnTo>
                  <a:pt x="2353" y="682"/>
                </a:lnTo>
                <a:lnTo>
                  <a:pt x="2353" y="683"/>
                </a:lnTo>
                <a:lnTo>
                  <a:pt x="2353" y="684"/>
                </a:lnTo>
                <a:lnTo>
                  <a:pt x="2353" y="685"/>
                </a:lnTo>
                <a:lnTo>
                  <a:pt x="2353" y="686"/>
                </a:lnTo>
                <a:lnTo>
                  <a:pt x="2353" y="687"/>
                </a:lnTo>
                <a:lnTo>
                  <a:pt x="2352" y="687"/>
                </a:lnTo>
                <a:lnTo>
                  <a:pt x="2351" y="688"/>
                </a:lnTo>
                <a:lnTo>
                  <a:pt x="2350" y="688"/>
                </a:lnTo>
                <a:lnTo>
                  <a:pt x="2350" y="689"/>
                </a:lnTo>
                <a:lnTo>
                  <a:pt x="2349" y="689"/>
                </a:lnTo>
                <a:lnTo>
                  <a:pt x="2349" y="690"/>
                </a:lnTo>
                <a:lnTo>
                  <a:pt x="2348" y="690"/>
                </a:lnTo>
                <a:lnTo>
                  <a:pt x="2348" y="689"/>
                </a:lnTo>
                <a:lnTo>
                  <a:pt x="2348" y="690"/>
                </a:lnTo>
                <a:lnTo>
                  <a:pt x="2347" y="690"/>
                </a:lnTo>
                <a:lnTo>
                  <a:pt x="2347" y="689"/>
                </a:lnTo>
                <a:lnTo>
                  <a:pt x="2345" y="687"/>
                </a:lnTo>
                <a:lnTo>
                  <a:pt x="2344" y="687"/>
                </a:lnTo>
                <a:lnTo>
                  <a:pt x="2342" y="687"/>
                </a:lnTo>
                <a:lnTo>
                  <a:pt x="2341" y="688"/>
                </a:lnTo>
                <a:lnTo>
                  <a:pt x="2340" y="688"/>
                </a:lnTo>
                <a:lnTo>
                  <a:pt x="2339" y="688"/>
                </a:lnTo>
                <a:lnTo>
                  <a:pt x="2338" y="688"/>
                </a:lnTo>
                <a:lnTo>
                  <a:pt x="2337" y="688"/>
                </a:lnTo>
                <a:lnTo>
                  <a:pt x="2337" y="689"/>
                </a:lnTo>
                <a:lnTo>
                  <a:pt x="2336" y="690"/>
                </a:lnTo>
                <a:lnTo>
                  <a:pt x="2335" y="688"/>
                </a:lnTo>
                <a:lnTo>
                  <a:pt x="2335" y="687"/>
                </a:lnTo>
                <a:lnTo>
                  <a:pt x="2335" y="686"/>
                </a:lnTo>
                <a:lnTo>
                  <a:pt x="2334" y="686"/>
                </a:lnTo>
                <a:lnTo>
                  <a:pt x="2332" y="687"/>
                </a:lnTo>
                <a:lnTo>
                  <a:pt x="2332" y="688"/>
                </a:lnTo>
                <a:lnTo>
                  <a:pt x="2333" y="688"/>
                </a:lnTo>
                <a:lnTo>
                  <a:pt x="2333" y="689"/>
                </a:lnTo>
                <a:lnTo>
                  <a:pt x="2333" y="691"/>
                </a:lnTo>
                <a:lnTo>
                  <a:pt x="2330" y="691"/>
                </a:lnTo>
                <a:lnTo>
                  <a:pt x="2329" y="691"/>
                </a:lnTo>
                <a:lnTo>
                  <a:pt x="2328" y="691"/>
                </a:lnTo>
                <a:lnTo>
                  <a:pt x="2328" y="692"/>
                </a:lnTo>
                <a:lnTo>
                  <a:pt x="2329" y="695"/>
                </a:lnTo>
                <a:lnTo>
                  <a:pt x="2329" y="696"/>
                </a:lnTo>
                <a:lnTo>
                  <a:pt x="2329" y="703"/>
                </a:lnTo>
                <a:lnTo>
                  <a:pt x="2329" y="704"/>
                </a:lnTo>
                <a:lnTo>
                  <a:pt x="2329" y="705"/>
                </a:lnTo>
                <a:lnTo>
                  <a:pt x="2329" y="706"/>
                </a:lnTo>
                <a:lnTo>
                  <a:pt x="2337" y="715"/>
                </a:lnTo>
                <a:lnTo>
                  <a:pt x="2341" y="719"/>
                </a:lnTo>
                <a:lnTo>
                  <a:pt x="2344" y="725"/>
                </a:lnTo>
                <a:lnTo>
                  <a:pt x="2343" y="725"/>
                </a:lnTo>
                <a:lnTo>
                  <a:pt x="2341" y="727"/>
                </a:lnTo>
                <a:lnTo>
                  <a:pt x="2340" y="728"/>
                </a:lnTo>
                <a:lnTo>
                  <a:pt x="2340" y="732"/>
                </a:lnTo>
                <a:lnTo>
                  <a:pt x="2337" y="732"/>
                </a:lnTo>
                <a:lnTo>
                  <a:pt x="2337" y="733"/>
                </a:lnTo>
                <a:lnTo>
                  <a:pt x="2338" y="737"/>
                </a:lnTo>
                <a:lnTo>
                  <a:pt x="2334" y="737"/>
                </a:lnTo>
                <a:lnTo>
                  <a:pt x="2332" y="740"/>
                </a:lnTo>
                <a:lnTo>
                  <a:pt x="2329" y="740"/>
                </a:lnTo>
                <a:lnTo>
                  <a:pt x="2324" y="741"/>
                </a:lnTo>
                <a:lnTo>
                  <a:pt x="2309" y="742"/>
                </a:lnTo>
                <a:lnTo>
                  <a:pt x="2313" y="759"/>
                </a:lnTo>
                <a:lnTo>
                  <a:pt x="2312" y="759"/>
                </a:lnTo>
                <a:lnTo>
                  <a:pt x="2312" y="760"/>
                </a:lnTo>
                <a:lnTo>
                  <a:pt x="2313" y="760"/>
                </a:lnTo>
                <a:lnTo>
                  <a:pt x="2312" y="761"/>
                </a:lnTo>
                <a:lnTo>
                  <a:pt x="2312" y="762"/>
                </a:lnTo>
                <a:lnTo>
                  <a:pt x="2310" y="765"/>
                </a:lnTo>
                <a:lnTo>
                  <a:pt x="2308" y="765"/>
                </a:lnTo>
                <a:lnTo>
                  <a:pt x="2307" y="765"/>
                </a:lnTo>
                <a:lnTo>
                  <a:pt x="2307" y="766"/>
                </a:lnTo>
                <a:lnTo>
                  <a:pt x="2306" y="766"/>
                </a:lnTo>
                <a:lnTo>
                  <a:pt x="2306" y="767"/>
                </a:lnTo>
                <a:lnTo>
                  <a:pt x="2306" y="768"/>
                </a:lnTo>
                <a:lnTo>
                  <a:pt x="2307" y="769"/>
                </a:lnTo>
                <a:lnTo>
                  <a:pt x="2308" y="770"/>
                </a:lnTo>
                <a:lnTo>
                  <a:pt x="2307" y="770"/>
                </a:lnTo>
                <a:lnTo>
                  <a:pt x="2308" y="771"/>
                </a:lnTo>
                <a:lnTo>
                  <a:pt x="2309" y="772"/>
                </a:lnTo>
                <a:lnTo>
                  <a:pt x="2309" y="773"/>
                </a:lnTo>
                <a:lnTo>
                  <a:pt x="2309" y="774"/>
                </a:lnTo>
                <a:lnTo>
                  <a:pt x="2308" y="775"/>
                </a:lnTo>
                <a:lnTo>
                  <a:pt x="2308" y="776"/>
                </a:lnTo>
                <a:lnTo>
                  <a:pt x="2307" y="776"/>
                </a:lnTo>
                <a:lnTo>
                  <a:pt x="2306" y="776"/>
                </a:lnTo>
                <a:lnTo>
                  <a:pt x="2306" y="777"/>
                </a:lnTo>
                <a:lnTo>
                  <a:pt x="2306" y="778"/>
                </a:lnTo>
                <a:lnTo>
                  <a:pt x="2305" y="779"/>
                </a:lnTo>
                <a:lnTo>
                  <a:pt x="2305" y="780"/>
                </a:lnTo>
                <a:lnTo>
                  <a:pt x="2302" y="780"/>
                </a:lnTo>
                <a:lnTo>
                  <a:pt x="2298" y="781"/>
                </a:lnTo>
                <a:lnTo>
                  <a:pt x="2298" y="779"/>
                </a:lnTo>
                <a:lnTo>
                  <a:pt x="2298" y="778"/>
                </a:lnTo>
                <a:lnTo>
                  <a:pt x="2298" y="777"/>
                </a:lnTo>
                <a:lnTo>
                  <a:pt x="2297" y="777"/>
                </a:lnTo>
                <a:lnTo>
                  <a:pt x="2296" y="776"/>
                </a:lnTo>
                <a:lnTo>
                  <a:pt x="2296" y="775"/>
                </a:lnTo>
                <a:lnTo>
                  <a:pt x="2296" y="774"/>
                </a:lnTo>
                <a:lnTo>
                  <a:pt x="2293" y="773"/>
                </a:lnTo>
                <a:lnTo>
                  <a:pt x="2292" y="773"/>
                </a:lnTo>
                <a:lnTo>
                  <a:pt x="2291" y="771"/>
                </a:lnTo>
                <a:lnTo>
                  <a:pt x="2289" y="770"/>
                </a:lnTo>
                <a:lnTo>
                  <a:pt x="2289" y="769"/>
                </a:lnTo>
                <a:lnTo>
                  <a:pt x="2288" y="768"/>
                </a:lnTo>
                <a:lnTo>
                  <a:pt x="2287" y="769"/>
                </a:lnTo>
                <a:lnTo>
                  <a:pt x="2286" y="770"/>
                </a:lnTo>
                <a:lnTo>
                  <a:pt x="2286" y="771"/>
                </a:lnTo>
                <a:lnTo>
                  <a:pt x="2285" y="772"/>
                </a:lnTo>
                <a:lnTo>
                  <a:pt x="2284" y="772"/>
                </a:lnTo>
                <a:lnTo>
                  <a:pt x="2283" y="772"/>
                </a:lnTo>
                <a:lnTo>
                  <a:pt x="2283" y="771"/>
                </a:lnTo>
                <a:lnTo>
                  <a:pt x="2283" y="770"/>
                </a:lnTo>
                <a:lnTo>
                  <a:pt x="2283" y="769"/>
                </a:lnTo>
                <a:lnTo>
                  <a:pt x="2283" y="768"/>
                </a:lnTo>
                <a:lnTo>
                  <a:pt x="2283" y="767"/>
                </a:lnTo>
                <a:lnTo>
                  <a:pt x="2283" y="766"/>
                </a:lnTo>
                <a:lnTo>
                  <a:pt x="2283" y="765"/>
                </a:lnTo>
                <a:lnTo>
                  <a:pt x="2282" y="764"/>
                </a:lnTo>
                <a:lnTo>
                  <a:pt x="2282" y="763"/>
                </a:lnTo>
                <a:lnTo>
                  <a:pt x="2281" y="763"/>
                </a:lnTo>
                <a:lnTo>
                  <a:pt x="2281" y="762"/>
                </a:lnTo>
                <a:lnTo>
                  <a:pt x="2280" y="762"/>
                </a:lnTo>
                <a:lnTo>
                  <a:pt x="2278" y="758"/>
                </a:lnTo>
                <a:lnTo>
                  <a:pt x="2272" y="758"/>
                </a:lnTo>
                <a:lnTo>
                  <a:pt x="2271" y="758"/>
                </a:lnTo>
                <a:lnTo>
                  <a:pt x="2271" y="760"/>
                </a:lnTo>
                <a:lnTo>
                  <a:pt x="2270" y="760"/>
                </a:lnTo>
                <a:lnTo>
                  <a:pt x="2271" y="762"/>
                </a:lnTo>
                <a:lnTo>
                  <a:pt x="2271" y="764"/>
                </a:lnTo>
                <a:lnTo>
                  <a:pt x="2272" y="765"/>
                </a:lnTo>
                <a:lnTo>
                  <a:pt x="2270" y="765"/>
                </a:lnTo>
                <a:lnTo>
                  <a:pt x="2269" y="764"/>
                </a:lnTo>
                <a:lnTo>
                  <a:pt x="2268" y="764"/>
                </a:lnTo>
                <a:lnTo>
                  <a:pt x="2268" y="765"/>
                </a:lnTo>
                <a:lnTo>
                  <a:pt x="2267" y="766"/>
                </a:lnTo>
                <a:lnTo>
                  <a:pt x="2267" y="767"/>
                </a:lnTo>
                <a:lnTo>
                  <a:pt x="2265" y="767"/>
                </a:lnTo>
                <a:lnTo>
                  <a:pt x="2265" y="768"/>
                </a:lnTo>
                <a:lnTo>
                  <a:pt x="2266" y="768"/>
                </a:lnTo>
                <a:lnTo>
                  <a:pt x="2265" y="768"/>
                </a:lnTo>
                <a:lnTo>
                  <a:pt x="2265" y="769"/>
                </a:lnTo>
                <a:lnTo>
                  <a:pt x="2264" y="769"/>
                </a:lnTo>
                <a:lnTo>
                  <a:pt x="2264" y="770"/>
                </a:lnTo>
                <a:lnTo>
                  <a:pt x="2263" y="770"/>
                </a:lnTo>
                <a:lnTo>
                  <a:pt x="2262" y="770"/>
                </a:lnTo>
                <a:lnTo>
                  <a:pt x="2262" y="771"/>
                </a:lnTo>
                <a:lnTo>
                  <a:pt x="2261" y="771"/>
                </a:lnTo>
                <a:lnTo>
                  <a:pt x="2261" y="770"/>
                </a:lnTo>
                <a:lnTo>
                  <a:pt x="2260" y="770"/>
                </a:lnTo>
                <a:lnTo>
                  <a:pt x="2260" y="769"/>
                </a:lnTo>
                <a:lnTo>
                  <a:pt x="2260" y="768"/>
                </a:lnTo>
                <a:lnTo>
                  <a:pt x="2259" y="767"/>
                </a:lnTo>
                <a:lnTo>
                  <a:pt x="2258" y="767"/>
                </a:lnTo>
                <a:lnTo>
                  <a:pt x="2258" y="766"/>
                </a:lnTo>
                <a:lnTo>
                  <a:pt x="2257" y="766"/>
                </a:lnTo>
                <a:lnTo>
                  <a:pt x="2257" y="765"/>
                </a:lnTo>
                <a:lnTo>
                  <a:pt x="2256" y="765"/>
                </a:lnTo>
                <a:lnTo>
                  <a:pt x="2255" y="765"/>
                </a:lnTo>
                <a:lnTo>
                  <a:pt x="2255" y="764"/>
                </a:lnTo>
                <a:lnTo>
                  <a:pt x="2254" y="764"/>
                </a:lnTo>
                <a:lnTo>
                  <a:pt x="2253" y="764"/>
                </a:lnTo>
                <a:lnTo>
                  <a:pt x="2252" y="764"/>
                </a:lnTo>
                <a:lnTo>
                  <a:pt x="2251" y="764"/>
                </a:lnTo>
                <a:lnTo>
                  <a:pt x="2251" y="763"/>
                </a:lnTo>
                <a:lnTo>
                  <a:pt x="2250" y="763"/>
                </a:lnTo>
                <a:lnTo>
                  <a:pt x="2249" y="763"/>
                </a:lnTo>
                <a:lnTo>
                  <a:pt x="2248" y="763"/>
                </a:lnTo>
                <a:lnTo>
                  <a:pt x="2247" y="762"/>
                </a:lnTo>
                <a:lnTo>
                  <a:pt x="2247" y="763"/>
                </a:lnTo>
                <a:lnTo>
                  <a:pt x="2247" y="762"/>
                </a:lnTo>
                <a:lnTo>
                  <a:pt x="2246" y="762"/>
                </a:lnTo>
                <a:lnTo>
                  <a:pt x="2246" y="761"/>
                </a:lnTo>
                <a:lnTo>
                  <a:pt x="2245" y="761"/>
                </a:lnTo>
                <a:lnTo>
                  <a:pt x="2245" y="760"/>
                </a:lnTo>
                <a:lnTo>
                  <a:pt x="2246" y="759"/>
                </a:lnTo>
                <a:lnTo>
                  <a:pt x="2245" y="759"/>
                </a:lnTo>
                <a:lnTo>
                  <a:pt x="2245" y="758"/>
                </a:lnTo>
                <a:lnTo>
                  <a:pt x="2245" y="757"/>
                </a:lnTo>
                <a:lnTo>
                  <a:pt x="2244" y="757"/>
                </a:lnTo>
                <a:lnTo>
                  <a:pt x="2243" y="757"/>
                </a:lnTo>
                <a:lnTo>
                  <a:pt x="2243" y="756"/>
                </a:lnTo>
                <a:lnTo>
                  <a:pt x="2242" y="756"/>
                </a:lnTo>
                <a:lnTo>
                  <a:pt x="2242" y="755"/>
                </a:lnTo>
                <a:lnTo>
                  <a:pt x="2242" y="754"/>
                </a:lnTo>
                <a:lnTo>
                  <a:pt x="2241" y="754"/>
                </a:lnTo>
                <a:lnTo>
                  <a:pt x="2240" y="754"/>
                </a:lnTo>
                <a:lnTo>
                  <a:pt x="2239" y="754"/>
                </a:lnTo>
                <a:lnTo>
                  <a:pt x="2239" y="753"/>
                </a:lnTo>
                <a:lnTo>
                  <a:pt x="2238" y="752"/>
                </a:lnTo>
                <a:lnTo>
                  <a:pt x="2236" y="752"/>
                </a:lnTo>
                <a:lnTo>
                  <a:pt x="2236" y="753"/>
                </a:lnTo>
                <a:lnTo>
                  <a:pt x="2235" y="753"/>
                </a:lnTo>
                <a:lnTo>
                  <a:pt x="2235" y="752"/>
                </a:lnTo>
                <a:lnTo>
                  <a:pt x="2234" y="752"/>
                </a:lnTo>
                <a:lnTo>
                  <a:pt x="2233" y="751"/>
                </a:lnTo>
                <a:lnTo>
                  <a:pt x="2232" y="751"/>
                </a:lnTo>
                <a:lnTo>
                  <a:pt x="2231" y="751"/>
                </a:lnTo>
                <a:lnTo>
                  <a:pt x="2230" y="751"/>
                </a:lnTo>
                <a:lnTo>
                  <a:pt x="2230" y="750"/>
                </a:lnTo>
                <a:lnTo>
                  <a:pt x="2230" y="749"/>
                </a:lnTo>
                <a:lnTo>
                  <a:pt x="2229" y="749"/>
                </a:lnTo>
                <a:lnTo>
                  <a:pt x="2227" y="749"/>
                </a:lnTo>
                <a:lnTo>
                  <a:pt x="2227" y="750"/>
                </a:lnTo>
                <a:lnTo>
                  <a:pt x="2226" y="750"/>
                </a:lnTo>
                <a:lnTo>
                  <a:pt x="2225" y="750"/>
                </a:lnTo>
                <a:lnTo>
                  <a:pt x="2224" y="749"/>
                </a:lnTo>
                <a:lnTo>
                  <a:pt x="2223" y="748"/>
                </a:lnTo>
                <a:lnTo>
                  <a:pt x="2223" y="747"/>
                </a:lnTo>
                <a:lnTo>
                  <a:pt x="2222" y="748"/>
                </a:lnTo>
                <a:lnTo>
                  <a:pt x="2221" y="748"/>
                </a:lnTo>
                <a:lnTo>
                  <a:pt x="2221" y="747"/>
                </a:lnTo>
                <a:lnTo>
                  <a:pt x="2221" y="748"/>
                </a:lnTo>
                <a:lnTo>
                  <a:pt x="2220" y="747"/>
                </a:lnTo>
                <a:lnTo>
                  <a:pt x="2220" y="748"/>
                </a:lnTo>
                <a:lnTo>
                  <a:pt x="2219" y="749"/>
                </a:lnTo>
                <a:lnTo>
                  <a:pt x="2218" y="749"/>
                </a:lnTo>
                <a:lnTo>
                  <a:pt x="2218" y="750"/>
                </a:lnTo>
                <a:lnTo>
                  <a:pt x="2217" y="750"/>
                </a:lnTo>
                <a:lnTo>
                  <a:pt x="2216" y="750"/>
                </a:lnTo>
                <a:lnTo>
                  <a:pt x="2215" y="750"/>
                </a:lnTo>
                <a:lnTo>
                  <a:pt x="2215" y="751"/>
                </a:lnTo>
                <a:lnTo>
                  <a:pt x="2216" y="751"/>
                </a:lnTo>
                <a:lnTo>
                  <a:pt x="2216" y="752"/>
                </a:lnTo>
                <a:lnTo>
                  <a:pt x="2217" y="751"/>
                </a:lnTo>
                <a:lnTo>
                  <a:pt x="2218" y="751"/>
                </a:lnTo>
                <a:lnTo>
                  <a:pt x="2218" y="752"/>
                </a:lnTo>
                <a:lnTo>
                  <a:pt x="2219" y="753"/>
                </a:lnTo>
                <a:lnTo>
                  <a:pt x="2220" y="754"/>
                </a:lnTo>
                <a:lnTo>
                  <a:pt x="2220" y="755"/>
                </a:lnTo>
                <a:lnTo>
                  <a:pt x="2219" y="756"/>
                </a:lnTo>
                <a:lnTo>
                  <a:pt x="2220" y="756"/>
                </a:lnTo>
                <a:lnTo>
                  <a:pt x="2220" y="757"/>
                </a:lnTo>
                <a:lnTo>
                  <a:pt x="2221" y="757"/>
                </a:lnTo>
                <a:lnTo>
                  <a:pt x="2221" y="758"/>
                </a:lnTo>
                <a:lnTo>
                  <a:pt x="2220" y="758"/>
                </a:lnTo>
                <a:lnTo>
                  <a:pt x="2221" y="758"/>
                </a:lnTo>
                <a:lnTo>
                  <a:pt x="2220" y="759"/>
                </a:lnTo>
                <a:lnTo>
                  <a:pt x="2220" y="760"/>
                </a:lnTo>
                <a:lnTo>
                  <a:pt x="2220" y="761"/>
                </a:lnTo>
                <a:lnTo>
                  <a:pt x="2220" y="762"/>
                </a:lnTo>
                <a:lnTo>
                  <a:pt x="2220" y="763"/>
                </a:lnTo>
                <a:lnTo>
                  <a:pt x="2219" y="763"/>
                </a:lnTo>
                <a:lnTo>
                  <a:pt x="2218" y="764"/>
                </a:lnTo>
                <a:lnTo>
                  <a:pt x="2218" y="765"/>
                </a:lnTo>
                <a:lnTo>
                  <a:pt x="2217" y="765"/>
                </a:lnTo>
                <a:lnTo>
                  <a:pt x="2216" y="766"/>
                </a:lnTo>
                <a:lnTo>
                  <a:pt x="2216" y="767"/>
                </a:lnTo>
                <a:lnTo>
                  <a:pt x="2216" y="768"/>
                </a:lnTo>
                <a:lnTo>
                  <a:pt x="2216" y="769"/>
                </a:lnTo>
                <a:lnTo>
                  <a:pt x="2215" y="769"/>
                </a:lnTo>
                <a:lnTo>
                  <a:pt x="2215" y="770"/>
                </a:lnTo>
                <a:lnTo>
                  <a:pt x="2215" y="771"/>
                </a:lnTo>
                <a:lnTo>
                  <a:pt x="2214" y="771"/>
                </a:lnTo>
                <a:lnTo>
                  <a:pt x="2214" y="772"/>
                </a:lnTo>
                <a:lnTo>
                  <a:pt x="2213" y="772"/>
                </a:lnTo>
                <a:lnTo>
                  <a:pt x="2212" y="771"/>
                </a:lnTo>
                <a:lnTo>
                  <a:pt x="2213" y="771"/>
                </a:lnTo>
                <a:lnTo>
                  <a:pt x="2212" y="771"/>
                </a:lnTo>
                <a:lnTo>
                  <a:pt x="2212" y="772"/>
                </a:lnTo>
                <a:lnTo>
                  <a:pt x="2211" y="772"/>
                </a:lnTo>
                <a:lnTo>
                  <a:pt x="2211" y="773"/>
                </a:lnTo>
                <a:lnTo>
                  <a:pt x="2210" y="774"/>
                </a:lnTo>
                <a:lnTo>
                  <a:pt x="2209" y="774"/>
                </a:lnTo>
                <a:lnTo>
                  <a:pt x="2208" y="774"/>
                </a:lnTo>
                <a:lnTo>
                  <a:pt x="2207" y="774"/>
                </a:lnTo>
                <a:lnTo>
                  <a:pt x="2206" y="773"/>
                </a:lnTo>
                <a:lnTo>
                  <a:pt x="2206" y="774"/>
                </a:lnTo>
                <a:lnTo>
                  <a:pt x="2205" y="774"/>
                </a:lnTo>
                <a:lnTo>
                  <a:pt x="2205" y="775"/>
                </a:lnTo>
                <a:lnTo>
                  <a:pt x="2205" y="776"/>
                </a:lnTo>
                <a:lnTo>
                  <a:pt x="2206" y="776"/>
                </a:lnTo>
                <a:lnTo>
                  <a:pt x="2207" y="776"/>
                </a:lnTo>
                <a:lnTo>
                  <a:pt x="2207" y="777"/>
                </a:lnTo>
                <a:lnTo>
                  <a:pt x="2207" y="778"/>
                </a:lnTo>
                <a:lnTo>
                  <a:pt x="2208" y="779"/>
                </a:lnTo>
                <a:lnTo>
                  <a:pt x="2209" y="779"/>
                </a:lnTo>
                <a:lnTo>
                  <a:pt x="2211" y="781"/>
                </a:lnTo>
                <a:lnTo>
                  <a:pt x="2213" y="781"/>
                </a:lnTo>
                <a:lnTo>
                  <a:pt x="2214" y="781"/>
                </a:lnTo>
                <a:lnTo>
                  <a:pt x="2215" y="782"/>
                </a:lnTo>
                <a:lnTo>
                  <a:pt x="2216" y="781"/>
                </a:lnTo>
                <a:lnTo>
                  <a:pt x="2217" y="781"/>
                </a:lnTo>
                <a:lnTo>
                  <a:pt x="2219" y="782"/>
                </a:lnTo>
                <a:lnTo>
                  <a:pt x="2220" y="782"/>
                </a:lnTo>
                <a:lnTo>
                  <a:pt x="2220" y="781"/>
                </a:lnTo>
                <a:lnTo>
                  <a:pt x="2220" y="780"/>
                </a:lnTo>
                <a:lnTo>
                  <a:pt x="2221" y="780"/>
                </a:lnTo>
                <a:lnTo>
                  <a:pt x="2222" y="780"/>
                </a:lnTo>
                <a:lnTo>
                  <a:pt x="2222" y="779"/>
                </a:lnTo>
                <a:lnTo>
                  <a:pt x="2223" y="779"/>
                </a:lnTo>
                <a:lnTo>
                  <a:pt x="2224" y="779"/>
                </a:lnTo>
                <a:lnTo>
                  <a:pt x="2225" y="779"/>
                </a:lnTo>
                <a:lnTo>
                  <a:pt x="2226" y="779"/>
                </a:lnTo>
                <a:lnTo>
                  <a:pt x="2227" y="779"/>
                </a:lnTo>
                <a:lnTo>
                  <a:pt x="2228" y="779"/>
                </a:lnTo>
                <a:lnTo>
                  <a:pt x="2230" y="779"/>
                </a:lnTo>
                <a:lnTo>
                  <a:pt x="2231" y="779"/>
                </a:lnTo>
                <a:lnTo>
                  <a:pt x="2232" y="779"/>
                </a:lnTo>
                <a:lnTo>
                  <a:pt x="2232" y="780"/>
                </a:lnTo>
                <a:lnTo>
                  <a:pt x="2234" y="781"/>
                </a:lnTo>
                <a:lnTo>
                  <a:pt x="2235" y="783"/>
                </a:lnTo>
                <a:lnTo>
                  <a:pt x="2236" y="785"/>
                </a:lnTo>
                <a:lnTo>
                  <a:pt x="2236" y="787"/>
                </a:lnTo>
                <a:lnTo>
                  <a:pt x="2238" y="787"/>
                </a:lnTo>
                <a:lnTo>
                  <a:pt x="2238" y="789"/>
                </a:lnTo>
                <a:lnTo>
                  <a:pt x="2238" y="790"/>
                </a:lnTo>
                <a:lnTo>
                  <a:pt x="2238" y="791"/>
                </a:lnTo>
                <a:lnTo>
                  <a:pt x="2235" y="791"/>
                </a:lnTo>
                <a:lnTo>
                  <a:pt x="2234" y="791"/>
                </a:lnTo>
                <a:lnTo>
                  <a:pt x="2234" y="793"/>
                </a:lnTo>
                <a:lnTo>
                  <a:pt x="2235" y="794"/>
                </a:lnTo>
                <a:lnTo>
                  <a:pt x="2235" y="795"/>
                </a:lnTo>
                <a:lnTo>
                  <a:pt x="2236" y="796"/>
                </a:lnTo>
                <a:lnTo>
                  <a:pt x="2236" y="797"/>
                </a:lnTo>
                <a:lnTo>
                  <a:pt x="2238" y="797"/>
                </a:lnTo>
                <a:lnTo>
                  <a:pt x="2238" y="799"/>
                </a:lnTo>
                <a:lnTo>
                  <a:pt x="2238" y="800"/>
                </a:lnTo>
                <a:lnTo>
                  <a:pt x="2238" y="801"/>
                </a:lnTo>
                <a:lnTo>
                  <a:pt x="2239" y="801"/>
                </a:lnTo>
                <a:lnTo>
                  <a:pt x="2240" y="802"/>
                </a:lnTo>
                <a:lnTo>
                  <a:pt x="2241" y="802"/>
                </a:lnTo>
                <a:lnTo>
                  <a:pt x="2241" y="803"/>
                </a:lnTo>
                <a:lnTo>
                  <a:pt x="2242" y="803"/>
                </a:lnTo>
                <a:lnTo>
                  <a:pt x="2244" y="804"/>
                </a:lnTo>
                <a:lnTo>
                  <a:pt x="2246" y="805"/>
                </a:lnTo>
                <a:lnTo>
                  <a:pt x="2248" y="805"/>
                </a:lnTo>
                <a:lnTo>
                  <a:pt x="2249" y="806"/>
                </a:lnTo>
                <a:lnTo>
                  <a:pt x="2251" y="806"/>
                </a:lnTo>
                <a:lnTo>
                  <a:pt x="2252" y="807"/>
                </a:lnTo>
                <a:lnTo>
                  <a:pt x="2253" y="807"/>
                </a:lnTo>
                <a:lnTo>
                  <a:pt x="2253" y="808"/>
                </a:lnTo>
                <a:lnTo>
                  <a:pt x="2254" y="809"/>
                </a:lnTo>
                <a:lnTo>
                  <a:pt x="2254" y="810"/>
                </a:lnTo>
                <a:lnTo>
                  <a:pt x="2252" y="813"/>
                </a:lnTo>
                <a:lnTo>
                  <a:pt x="2252" y="814"/>
                </a:lnTo>
                <a:lnTo>
                  <a:pt x="2251" y="814"/>
                </a:lnTo>
                <a:lnTo>
                  <a:pt x="2251" y="815"/>
                </a:lnTo>
                <a:lnTo>
                  <a:pt x="2251" y="814"/>
                </a:lnTo>
                <a:lnTo>
                  <a:pt x="2251" y="816"/>
                </a:lnTo>
                <a:lnTo>
                  <a:pt x="2251" y="817"/>
                </a:lnTo>
                <a:lnTo>
                  <a:pt x="2251" y="819"/>
                </a:lnTo>
                <a:lnTo>
                  <a:pt x="2251" y="820"/>
                </a:lnTo>
                <a:lnTo>
                  <a:pt x="2251" y="821"/>
                </a:lnTo>
                <a:lnTo>
                  <a:pt x="2251" y="822"/>
                </a:lnTo>
                <a:lnTo>
                  <a:pt x="2258" y="824"/>
                </a:lnTo>
                <a:lnTo>
                  <a:pt x="2259" y="824"/>
                </a:lnTo>
                <a:lnTo>
                  <a:pt x="2259" y="825"/>
                </a:lnTo>
                <a:lnTo>
                  <a:pt x="2260" y="827"/>
                </a:lnTo>
                <a:lnTo>
                  <a:pt x="2259" y="831"/>
                </a:lnTo>
                <a:lnTo>
                  <a:pt x="2257" y="832"/>
                </a:lnTo>
                <a:lnTo>
                  <a:pt x="2255" y="834"/>
                </a:lnTo>
                <a:lnTo>
                  <a:pt x="2251" y="834"/>
                </a:lnTo>
                <a:lnTo>
                  <a:pt x="2250" y="835"/>
                </a:lnTo>
                <a:lnTo>
                  <a:pt x="2249" y="836"/>
                </a:lnTo>
                <a:lnTo>
                  <a:pt x="2248" y="838"/>
                </a:lnTo>
                <a:lnTo>
                  <a:pt x="2249" y="842"/>
                </a:lnTo>
                <a:lnTo>
                  <a:pt x="2249" y="845"/>
                </a:lnTo>
                <a:lnTo>
                  <a:pt x="2248" y="847"/>
                </a:lnTo>
                <a:lnTo>
                  <a:pt x="2247" y="850"/>
                </a:lnTo>
                <a:lnTo>
                  <a:pt x="2245" y="852"/>
                </a:lnTo>
                <a:lnTo>
                  <a:pt x="2246" y="857"/>
                </a:lnTo>
                <a:lnTo>
                  <a:pt x="2245" y="861"/>
                </a:lnTo>
                <a:lnTo>
                  <a:pt x="2244" y="861"/>
                </a:lnTo>
                <a:lnTo>
                  <a:pt x="2243" y="861"/>
                </a:lnTo>
                <a:lnTo>
                  <a:pt x="2242" y="863"/>
                </a:lnTo>
                <a:lnTo>
                  <a:pt x="2243" y="863"/>
                </a:lnTo>
                <a:lnTo>
                  <a:pt x="2243" y="864"/>
                </a:lnTo>
                <a:lnTo>
                  <a:pt x="2244" y="864"/>
                </a:lnTo>
                <a:lnTo>
                  <a:pt x="2245" y="865"/>
                </a:lnTo>
                <a:lnTo>
                  <a:pt x="2244" y="865"/>
                </a:lnTo>
                <a:lnTo>
                  <a:pt x="2245" y="866"/>
                </a:lnTo>
                <a:lnTo>
                  <a:pt x="2245" y="867"/>
                </a:lnTo>
                <a:lnTo>
                  <a:pt x="2246" y="867"/>
                </a:lnTo>
                <a:lnTo>
                  <a:pt x="2246" y="868"/>
                </a:lnTo>
                <a:lnTo>
                  <a:pt x="2245" y="869"/>
                </a:lnTo>
                <a:lnTo>
                  <a:pt x="2246" y="869"/>
                </a:lnTo>
                <a:lnTo>
                  <a:pt x="2246" y="870"/>
                </a:lnTo>
                <a:lnTo>
                  <a:pt x="2247" y="871"/>
                </a:lnTo>
                <a:lnTo>
                  <a:pt x="2247" y="872"/>
                </a:lnTo>
                <a:lnTo>
                  <a:pt x="2246" y="873"/>
                </a:lnTo>
                <a:lnTo>
                  <a:pt x="2246" y="874"/>
                </a:lnTo>
                <a:lnTo>
                  <a:pt x="2247" y="875"/>
                </a:lnTo>
                <a:lnTo>
                  <a:pt x="2248" y="875"/>
                </a:lnTo>
                <a:lnTo>
                  <a:pt x="2249" y="875"/>
                </a:lnTo>
                <a:lnTo>
                  <a:pt x="2250" y="875"/>
                </a:lnTo>
                <a:lnTo>
                  <a:pt x="2252" y="875"/>
                </a:lnTo>
                <a:lnTo>
                  <a:pt x="2253" y="876"/>
                </a:lnTo>
                <a:lnTo>
                  <a:pt x="2252" y="876"/>
                </a:lnTo>
                <a:lnTo>
                  <a:pt x="2251" y="878"/>
                </a:lnTo>
                <a:lnTo>
                  <a:pt x="2250" y="877"/>
                </a:lnTo>
                <a:lnTo>
                  <a:pt x="2249" y="877"/>
                </a:lnTo>
                <a:lnTo>
                  <a:pt x="2249" y="876"/>
                </a:lnTo>
                <a:lnTo>
                  <a:pt x="2248" y="876"/>
                </a:lnTo>
                <a:lnTo>
                  <a:pt x="2247" y="878"/>
                </a:lnTo>
                <a:lnTo>
                  <a:pt x="2247" y="879"/>
                </a:lnTo>
                <a:lnTo>
                  <a:pt x="2248" y="879"/>
                </a:lnTo>
                <a:lnTo>
                  <a:pt x="2250" y="879"/>
                </a:lnTo>
                <a:lnTo>
                  <a:pt x="2252" y="878"/>
                </a:lnTo>
                <a:lnTo>
                  <a:pt x="2252" y="880"/>
                </a:lnTo>
                <a:lnTo>
                  <a:pt x="2252" y="881"/>
                </a:lnTo>
                <a:lnTo>
                  <a:pt x="2251" y="881"/>
                </a:lnTo>
                <a:lnTo>
                  <a:pt x="2250" y="882"/>
                </a:lnTo>
                <a:lnTo>
                  <a:pt x="2249" y="883"/>
                </a:lnTo>
                <a:lnTo>
                  <a:pt x="2248" y="884"/>
                </a:lnTo>
                <a:lnTo>
                  <a:pt x="2247" y="886"/>
                </a:lnTo>
                <a:lnTo>
                  <a:pt x="2248" y="888"/>
                </a:lnTo>
                <a:lnTo>
                  <a:pt x="2248" y="892"/>
                </a:lnTo>
                <a:lnTo>
                  <a:pt x="2250" y="893"/>
                </a:lnTo>
                <a:lnTo>
                  <a:pt x="2250" y="894"/>
                </a:lnTo>
                <a:lnTo>
                  <a:pt x="2250" y="896"/>
                </a:lnTo>
                <a:lnTo>
                  <a:pt x="2253" y="897"/>
                </a:lnTo>
                <a:lnTo>
                  <a:pt x="2256" y="897"/>
                </a:lnTo>
                <a:lnTo>
                  <a:pt x="2256" y="898"/>
                </a:lnTo>
                <a:lnTo>
                  <a:pt x="2257" y="898"/>
                </a:lnTo>
                <a:lnTo>
                  <a:pt x="2257" y="899"/>
                </a:lnTo>
                <a:lnTo>
                  <a:pt x="2257" y="900"/>
                </a:lnTo>
                <a:lnTo>
                  <a:pt x="2258" y="900"/>
                </a:lnTo>
                <a:lnTo>
                  <a:pt x="2258" y="901"/>
                </a:lnTo>
                <a:lnTo>
                  <a:pt x="2258" y="902"/>
                </a:lnTo>
                <a:lnTo>
                  <a:pt x="2258" y="904"/>
                </a:lnTo>
                <a:lnTo>
                  <a:pt x="2257" y="904"/>
                </a:lnTo>
                <a:lnTo>
                  <a:pt x="2259" y="906"/>
                </a:lnTo>
                <a:lnTo>
                  <a:pt x="2260" y="906"/>
                </a:lnTo>
                <a:lnTo>
                  <a:pt x="2261" y="906"/>
                </a:lnTo>
                <a:lnTo>
                  <a:pt x="2263" y="906"/>
                </a:lnTo>
                <a:lnTo>
                  <a:pt x="2264" y="906"/>
                </a:lnTo>
                <a:lnTo>
                  <a:pt x="2264" y="911"/>
                </a:lnTo>
                <a:lnTo>
                  <a:pt x="2265" y="913"/>
                </a:lnTo>
                <a:lnTo>
                  <a:pt x="2264" y="923"/>
                </a:lnTo>
                <a:lnTo>
                  <a:pt x="2263" y="927"/>
                </a:lnTo>
                <a:lnTo>
                  <a:pt x="2262" y="927"/>
                </a:lnTo>
                <a:lnTo>
                  <a:pt x="2263" y="928"/>
                </a:lnTo>
                <a:lnTo>
                  <a:pt x="2265" y="930"/>
                </a:lnTo>
                <a:lnTo>
                  <a:pt x="2266" y="931"/>
                </a:lnTo>
                <a:lnTo>
                  <a:pt x="2267" y="931"/>
                </a:lnTo>
                <a:lnTo>
                  <a:pt x="2268" y="931"/>
                </a:lnTo>
                <a:lnTo>
                  <a:pt x="2272" y="930"/>
                </a:lnTo>
                <a:lnTo>
                  <a:pt x="2282" y="930"/>
                </a:lnTo>
                <a:lnTo>
                  <a:pt x="2284" y="929"/>
                </a:lnTo>
                <a:lnTo>
                  <a:pt x="2287" y="929"/>
                </a:lnTo>
                <a:lnTo>
                  <a:pt x="2288" y="928"/>
                </a:lnTo>
                <a:lnTo>
                  <a:pt x="2290" y="927"/>
                </a:lnTo>
                <a:lnTo>
                  <a:pt x="2292" y="927"/>
                </a:lnTo>
                <a:lnTo>
                  <a:pt x="2296" y="926"/>
                </a:lnTo>
                <a:lnTo>
                  <a:pt x="2299" y="925"/>
                </a:lnTo>
                <a:lnTo>
                  <a:pt x="2300" y="924"/>
                </a:lnTo>
                <a:lnTo>
                  <a:pt x="2301" y="922"/>
                </a:lnTo>
                <a:lnTo>
                  <a:pt x="2302" y="922"/>
                </a:lnTo>
                <a:lnTo>
                  <a:pt x="2302" y="921"/>
                </a:lnTo>
                <a:lnTo>
                  <a:pt x="2303" y="920"/>
                </a:lnTo>
                <a:lnTo>
                  <a:pt x="2305" y="918"/>
                </a:lnTo>
                <a:lnTo>
                  <a:pt x="2306" y="918"/>
                </a:lnTo>
                <a:lnTo>
                  <a:pt x="2306" y="917"/>
                </a:lnTo>
                <a:lnTo>
                  <a:pt x="2308" y="916"/>
                </a:lnTo>
                <a:lnTo>
                  <a:pt x="2315" y="914"/>
                </a:lnTo>
                <a:lnTo>
                  <a:pt x="2316" y="914"/>
                </a:lnTo>
                <a:lnTo>
                  <a:pt x="2316" y="913"/>
                </a:lnTo>
                <a:lnTo>
                  <a:pt x="2317" y="913"/>
                </a:lnTo>
                <a:lnTo>
                  <a:pt x="2318" y="912"/>
                </a:lnTo>
                <a:lnTo>
                  <a:pt x="2319" y="912"/>
                </a:lnTo>
                <a:lnTo>
                  <a:pt x="2320" y="911"/>
                </a:lnTo>
                <a:lnTo>
                  <a:pt x="2321" y="911"/>
                </a:lnTo>
                <a:lnTo>
                  <a:pt x="2321" y="910"/>
                </a:lnTo>
                <a:lnTo>
                  <a:pt x="2323" y="909"/>
                </a:lnTo>
                <a:lnTo>
                  <a:pt x="2324" y="909"/>
                </a:lnTo>
                <a:lnTo>
                  <a:pt x="2324" y="908"/>
                </a:lnTo>
                <a:lnTo>
                  <a:pt x="2325" y="908"/>
                </a:lnTo>
                <a:lnTo>
                  <a:pt x="2327" y="906"/>
                </a:lnTo>
                <a:lnTo>
                  <a:pt x="2328" y="906"/>
                </a:lnTo>
                <a:lnTo>
                  <a:pt x="2330" y="904"/>
                </a:lnTo>
                <a:lnTo>
                  <a:pt x="2332" y="904"/>
                </a:lnTo>
                <a:lnTo>
                  <a:pt x="2333" y="903"/>
                </a:lnTo>
                <a:lnTo>
                  <a:pt x="2334" y="903"/>
                </a:lnTo>
                <a:lnTo>
                  <a:pt x="2335" y="903"/>
                </a:lnTo>
                <a:lnTo>
                  <a:pt x="2337" y="903"/>
                </a:lnTo>
                <a:lnTo>
                  <a:pt x="2338" y="903"/>
                </a:lnTo>
                <a:lnTo>
                  <a:pt x="2338" y="902"/>
                </a:lnTo>
                <a:lnTo>
                  <a:pt x="2339" y="902"/>
                </a:lnTo>
                <a:lnTo>
                  <a:pt x="2340" y="903"/>
                </a:lnTo>
                <a:lnTo>
                  <a:pt x="2340" y="904"/>
                </a:lnTo>
                <a:lnTo>
                  <a:pt x="2340" y="905"/>
                </a:lnTo>
                <a:lnTo>
                  <a:pt x="2340" y="906"/>
                </a:lnTo>
                <a:lnTo>
                  <a:pt x="2339" y="906"/>
                </a:lnTo>
                <a:lnTo>
                  <a:pt x="2340" y="907"/>
                </a:lnTo>
                <a:lnTo>
                  <a:pt x="2340" y="908"/>
                </a:lnTo>
                <a:lnTo>
                  <a:pt x="2339" y="908"/>
                </a:lnTo>
                <a:lnTo>
                  <a:pt x="2341" y="911"/>
                </a:lnTo>
                <a:lnTo>
                  <a:pt x="2340" y="912"/>
                </a:lnTo>
                <a:lnTo>
                  <a:pt x="2340" y="913"/>
                </a:lnTo>
                <a:lnTo>
                  <a:pt x="2339" y="913"/>
                </a:lnTo>
                <a:lnTo>
                  <a:pt x="2338" y="914"/>
                </a:lnTo>
                <a:lnTo>
                  <a:pt x="2339" y="914"/>
                </a:lnTo>
                <a:lnTo>
                  <a:pt x="2340" y="917"/>
                </a:lnTo>
                <a:lnTo>
                  <a:pt x="2339" y="917"/>
                </a:lnTo>
                <a:lnTo>
                  <a:pt x="2340" y="918"/>
                </a:lnTo>
                <a:lnTo>
                  <a:pt x="2341" y="918"/>
                </a:lnTo>
                <a:lnTo>
                  <a:pt x="2343" y="919"/>
                </a:lnTo>
                <a:lnTo>
                  <a:pt x="2344" y="919"/>
                </a:lnTo>
                <a:lnTo>
                  <a:pt x="2345" y="919"/>
                </a:lnTo>
                <a:lnTo>
                  <a:pt x="2346" y="919"/>
                </a:lnTo>
                <a:lnTo>
                  <a:pt x="2346" y="920"/>
                </a:lnTo>
                <a:lnTo>
                  <a:pt x="2347" y="921"/>
                </a:lnTo>
                <a:lnTo>
                  <a:pt x="2349" y="924"/>
                </a:lnTo>
                <a:lnTo>
                  <a:pt x="2350" y="924"/>
                </a:lnTo>
                <a:lnTo>
                  <a:pt x="2353" y="929"/>
                </a:lnTo>
                <a:lnTo>
                  <a:pt x="2354" y="933"/>
                </a:lnTo>
                <a:lnTo>
                  <a:pt x="2355" y="934"/>
                </a:lnTo>
                <a:lnTo>
                  <a:pt x="2355" y="935"/>
                </a:lnTo>
                <a:lnTo>
                  <a:pt x="2356" y="935"/>
                </a:lnTo>
                <a:lnTo>
                  <a:pt x="2357" y="935"/>
                </a:lnTo>
                <a:lnTo>
                  <a:pt x="2357" y="936"/>
                </a:lnTo>
                <a:lnTo>
                  <a:pt x="2363" y="938"/>
                </a:lnTo>
                <a:lnTo>
                  <a:pt x="2363" y="939"/>
                </a:lnTo>
                <a:lnTo>
                  <a:pt x="2363" y="938"/>
                </a:lnTo>
                <a:lnTo>
                  <a:pt x="2362" y="939"/>
                </a:lnTo>
                <a:lnTo>
                  <a:pt x="2363" y="940"/>
                </a:lnTo>
                <a:lnTo>
                  <a:pt x="2361" y="941"/>
                </a:lnTo>
                <a:lnTo>
                  <a:pt x="2360" y="942"/>
                </a:lnTo>
                <a:lnTo>
                  <a:pt x="2360" y="943"/>
                </a:lnTo>
                <a:lnTo>
                  <a:pt x="2360" y="944"/>
                </a:lnTo>
                <a:lnTo>
                  <a:pt x="2359" y="945"/>
                </a:lnTo>
                <a:lnTo>
                  <a:pt x="2360" y="945"/>
                </a:lnTo>
                <a:lnTo>
                  <a:pt x="2359" y="946"/>
                </a:lnTo>
                <a:lnTo>
                  <a:pt x="2359" y="945"/>
                </a:lnTo>
                <a:lnTo>
                  <a:pt x="2359" y="946"/>
                </a:lnTo>
                <a:lnTo>
                  <a:pt x="2358" y="946"/>
                </a:lnTo>
                <a:lnTo>
                  <a:pt x="2358" y="947"/>
                </a:lnTo>
                <a:lnTo>
                  <a:pt x="2358" y="948"/>
                </a:lnTo>
                <a:lnTo>
                  <a:pt x="2358" y="949"/>
                </a:lnTo>
                <a:lnTo>
                  <a:pt x="2357" y="949"/>
                </a:lnTo>
                <a:lnTo>
                  <a:pt x="2357" y="950"/>
                </a:lnTo>
                <a:lnTo>
                  <a:pt x="2358" y="950"/>
                </a:lnTo>
                <a:lnTo>
                  <a:pt x="2358" y="951"/>
                </a:lnTo>
                <a:lnTo>
                  <a:pt x="2358" y="952"/>
                </a:lnTo>
                <a:lnTo>
                  <a:pt x="2359" y="952"/>
                </a:lnTo>
                <a:lnTo>
                  <a:pt x="2360" y="952"/>
                </a:lnTo>
                <a:lnTo>
                  <a:pt x="2361" y="953"/>
                </a:lnTo>
                <a:lnTo>
                  <a:pt x="2361" y="954"/>
                </a:lnTo>
                <a:lnTo>
                  <a:pt x="2363" y="956"/>
                </a:lnTo>
                <a:lnTo>
                  <a:pt x="2364" y="956"/>
                </a:lnTo>
                <a:lnTo>
                  <a:pt x="2364" y="957"/>
                </a:lnTo>
                <a:lnTo>
                  <a:pt x="2363" y="957"/>
                </a:lnTo>
                <a:lnTo>
                  <a:pt x="2362" y="957"/>
                </a:lnTo>
                <a:lnTo>
                  <a:pt x="2362" y="958"/>
                </a:lnTo>
                <a:lnTo>
                  <a:pt x="2362" y="959"/>
                </a:lnTo>
                <a:lnTo>
                  <a:pt x="2363" y="960"/>
                </a:lnTo>
                <a:lnTo>
                  <a:pt x="2364" y="960"/>
                </a:lnTo>
                <a:lnTo>
                  <a:pt x="2366" y="962"/>
                </a:lnTo>
                <a:lnTo>
                  <a:pt x="2367" y="963"/>
                </a:lnTo>
                <a:lnTo>
                  <a:pt x="2367" y="964"/>
                </a:lnTo>
                <a:lnTo>
                  <a:pt x="2368" y="965"/>
                </a:lnTo>
                <a:lnTo>
                  <a:pt x="2368" y="966"/>
                </a:lnTo>
                <a:lnTo>
                  <a:pt x="2368" y="967"/>
                </a:lnTo>
                <a:lnTo>
                  <a:pt x="2369" y="967"/>
                </a:lnTo>
                <a:lnTo>
                  <a:pt x="2369" y="968"/>
                </a:lnTo>
                <a:lnTo>
                  <a:pt x="2370" y="969"/>
                </a:lnTo>
                <a:lnTo>
                  <a:pt x="2370" y="970"/>
                </a:lnTo>
                <a:lnTo>
                  <a:pt x="2370" y="971"/>
                </a:lnTo>
                <a:lnTo>
                  <a:pt x="2370" y="973"/>
                </a:lnTo>
                <a:lnTo>
                  <a:pt x="2371" y="973"/>
                </a:lnTo>
                <a:lnTo>
                  <a:pt x="2371" y="974"/>
                </a:lnTo>
                <a:lnTo>
                  <a:pt x="2371" y="975"/>
                </a:lnTo>
                <a:lnTo>
                  <a:pt x="2372" y="976"/>
                </a:lnTo>
                <a:lnTo>
                  <a:pt x="2373" y="977"/>
                </a:lnTo>
                <a:lnTo>
                  <a:pt x="2373" y="978"/>
                </a:lnTo>
                <a:lnTo>
                  <a:pt x="2372" y="979"/>
                </a:lnTo>
                <a:lnTo>
                  <a:pt x="2372" y="980"/>
                </a:lnTo>
                <a:lnTo>
                  <a:pt x="2372" y="981"/>
                </a:lnTo>
                <a:lnTo>
                  <a:pt x="2371" y="981"/>
                </a:lnTo>
                <a:lnTo>
                  <a:pt x="2372" y="981"/>
                </a:lnTo>
                <a:lnTo>
                  <a:pt x="2372" y="982"/>
                </a:lnTo>
                <a:lnTo>
                  <a:pt x="2373" y="982"/>
                </a:lnTo>
                <a:lnTo>
                  <a:pt x="2374" y="984"/>
                </a:lnTo>
                <a:lnTo>
                  <a:pt x="2375" y="984"/>
                </a:lnTo>
                <a:lnTo>
                  <a:pt x="2375" y="985"/>
                </a:lnTo>
                <a:lnTo>
                  <a:pt x="2375" y="986"/>
                </a:lnTo>
                <a:lnTo>
                  <a:pt x="2375" y="987"/>
                </a:lnTo>
                <a:lnTo>
                  <a:pt x="2375" y="988"/>
                </a:lnTo>
                <a:lnTo>
                  <a:pt x="2376" y="988"/>
                </a:lnTo>
                <a:lnTo>
                  <a:pt x="2376" y="989"/>
                </a:lnTo>
                <a:lnTo>
                  <a:pt x="2376" y="990"/>
                </a:lnTo>
                <a:lnTo>
                  <a:pt x="2376" y="991"/>
                </a:lnTo>
                <a:lnTo>
                  <a:pt x="2377" y="991"/>
                </a:lnTo>
                <a:lnTo>
                  <a:pt x="2376" y="992"/>
                </a:lnTo>
                <a:lnTo>
                  <a:pt x="2376" y="993"/>
                </a:lnTo>
                <a:lnTo>
                  <a:pt x="2375" y="993"/>
                </a:lnTo>
                <a:lnTo>
                  <a:pt x="2374" y="993"/>
                </a:lnTo>
                <a:lnTo>
                  <a:pt x="2374" y="994"/>
                </a:lnTo>
                <a:lnTo>
                  <a:pt x="2374" y="995"/>
                </a:lnTo>
                <a:lnTo>
                  <a:pt x="2374" y="996"/>
                </a:lnTo>
                <a:lnTo>
                  <a:pt x="2372" y="996"/>
                </a:lnTo>
                <a:lnTo>
                  <a:pt x="2372" y="997"/>
                </a:lnTo>
                <a:lnTo>
                  <a:pt x="2371" y="997"/>
                </a:lnTo>
                <a:lnTo>
                  <a:pt x="2369" y="997"/>
                </a:lnTo>
                <a:lnTo>
                  <a:pt x="2367" y="996"/>
                </a:lnTo>
                <a:lnTo>
                  <a:pt x="2367" y="995"/>
                </a:lnTo>
                <a:lnTo>
                  <a:pt x="2366" y="995"/>
                </a:lnTo>
                <a:lnTo>
                  <a:pt x="2366" y="994"/>
                </a:lnTo>
                <a:lnTo>
                  <a:pt x="2366" y="995"/>
                </a:lnTo>
                <a:lnTo>
                  <a:pt x="2366" y="996"/>
                </a:lnTo>
                <a:lnTo>
                  <a:pt x="2367" y="998"/>
                </a:lnTo>
                <a:lnTo>
                  <a:pt x="2368" y="998"/>
                </a:lnTo>
                <a:lnTo>
                  <a:pt x="2369" y="999"/>
                </a:lnTo>
                <a:lnTo>
                  <a:pt x="2370" y="999"/>
                </a:lnTo>
                <a:lnTo>
                  <a:pt x="2369" y="999"/>
                </a:lnTo>
                <a:lnTo>
                  <a:pt x="2369" y="1000"/>
                </a:lnTo>
                <a:lnTo>
                  <a:pt x="2369" y="1001"/>
                </a:lnTo>
                <a:lnTo>
                  <a:pt x="2368" y="1001"/>
                </a:lnTo>
                <a:lnTo>
                  <a:pt x="2367" y="1001"/>
                </a:lnTo>
                <a:lnTo>
                  <a:pt x="2366" y="1000"/>
                </a:lnTo>
                <a:lnTo>
                  <a:pt x="2365" y="1000"/>
                </a:lnTo>
                <a:lnTo>
                  <a:pt x="2363" y="999"/>
                </a:lnTo>
                <a:lnTo>
                  <a:pt x="2362" y="999"/>
                </a:lnTo>
                <a:lnTo>
                  <a:pt x="2361" y="999"/>
                </a:lnTo>
                <a:lnTo>
                  <a:pt x="2360" y="999"/>
                </a:lnTo>
                <a:lnTo>
                  <a:pt x="2359" y="999"/>
                </a:lnTo>
                <a:lnTo>
                  <a:pt x="2358" y="1000"/>
                </a:lnTo>
                <a:lnTo>
                  <a:pt x="2357" y="1000"/>
                </a:lnTo>
                <a:lnTo>
                  <a:pt x="2356" y="1000"/>
                </a:lnTo>
                <a:lnTo>
                  <a:pt x="2356" y="1001"/>
                </a:lnTo>
                <a:lnTo>
                  <a:pt x="2356" y="1002"/>
                </a:lnTo>
                <a:lnTo>
                  <a:pt x="2357" y="1003"/>
                </a:lnTo>
                <a:lnTo>
                  <a:pt x="2357" y="1004"/>
                </a:lnTo>
                <a:lnTo>
                  <a:pt x="2358" y="1004"/>
                </a:lnTo>
                <a:lnTo>
                  <a:pt x="2357" y="1005"/>
                </a:lnTo>
                <a:lnTo>
                  <a:pt x="2357" y="1006"/>
                </a:lnTo>
                <a:lnTo>
                  <a:pt x="2356" y="1007"/>
                </a:lnTo>
                <a:lnTo>
                  <a:pt x="2358" y="1007"/>
                </a:lnTo>
                <a:lnTo>
                  <a:pt x="2358" y="1008"/>
                </a:lnTo>
                <a:lnTo>
                  <a:pt x="2361" y="1007"/>
                </a:lnTo>
                <a:lnTo>
                  <a:pt x="2361" y="1008"/>
                </a:lnTo>
                <a:lnTo>
                  <a:pt x="2362" y="1008"/>
                </a:lnTo>
                <a:lnTo>
                  <a:pt x="2363" y="1009"/>
                </a:lnTo>
                <a:lnTo>
                  <a:pt x="2363" y="1010"/>
                </a:lnTo>
                <a:lnTo>
                  <a:pt x="2363" y="1011"/>
                </a:lnTo>
                <a:lnTo>
                  <a:pt x="2364" y="1012"/>
                </a:lnTo>
                <a:lnTo>
                  <a:pt x="2365" y="1013"/>
                </a:lnTo>
                <a:lnTo>
                  <a:pt x="2366" y="1015"/>
                </a:lnTo>
                <a:lnTo>
                  <a:pt x="2368" y="1014"/>
                </a:lnTo>
                <a:lnTo>
                  <a:pt x="2368" y="1013"/>
                </a:lnTo>
                <a:lnTo>
                  <a:pt x="2368" y="1012"/>
                </a:lnTo>
                <a:lnTo>
                  <a:pt x="2372" y="1011"/>
                </a:lnTo>
                <a:lnTo>
                  <a:pt x="2372" y="1012"/>
                </a:lnTo>
                <a:lnTo>
                  <a:pt x="2373" y="1013"/>
                </a:lnTo>
                <a:lnTo>
                  <a:pt x="2373" y="1014"/>
                </a:lnTo>
                <a:lnTo>
                  <a:pt x="2374" y="1015"/>
                </a:lnTo>
                <a:lnTo>
                  <a:pt x="2375" y="1015"/>
                </a:lnTo>
                <a:lnTo>
                  <a:pt x="2375" y="1016"/>
                </a:lnTo>
                <a:lnTo>
                  <a:pt x="2376" y="1016"/>
                </a:lnTo>
                <a:lnTo>
                  <a:pt x="2377" y="1015"/>
                </a:lnTo>
                <a:lnTo>
                  <a:pt x="2377" y="1014"/>
                </a:lnTo>
                <a:lnTo>
                  <a:pt x="2378" y="1015"/>
                </a:lnTo>
                <a:lnTo>
                  <a:pt x="2379" y="1016"/>
                </a:lnTo>
                <a:lnTo>
                  <a:pt x="2380" y="1017"/>
                </a:lnTo>
                <a:lnTo>
                  <a:pt x="2380" y="1018"/>
                </a:lnTo>
                <a:lnTo>
                  <a:pt x="2381" y="1018"/>
                </a:lnTo>
                <a:lnTo>
                  <a:pt x="2381" y="1019"/>
                </a:lnTo>
                <a:lnTo>
                  <a:pt x="2383" y="1019"/>
                </a:lnTo>
                <a:lnTo>
                  <a:pt x="2384" y="1019"/>
                </a:lnTo>
                <a:lnTo>
                  <a:pt x="2386" y="1019"/>
                </a:lnTo>
                <a:lnTo>
                  <a:pt x="2388" y="1019"/>
                </a:lnTo>
                <a:lnTo>
                  <a:pt x="2391" y="1019"/>
                </a:lnTo>
                <a:lnTo>
                  <a:pt x="2392" y="1019"/>
                </a:lnTo>
                <a:lnTo>
                  <a:pt x="2391" y="1020"/>
                </a:lnTo>
                <a:lnTo>
                  <a:pt x="2392" y="1021"/>
                </a:lnTo>
                <a:lnTo>
                  <a:pt x="2392" y="1022"/>
                </a:lnTo>
                <a:lnTo>
                  <a:pt x="2392" y="1023"/>
                </a:lnTo>
                <a:lnTo>
                  <a:pt x="2391" y="1023"/>
                </a:lnTo>
                <a:lnTo>
                  <a:pt x="2391" y="1024"/>
                </a:lnTo>
                <a:lnTo>
                  <a:pt x="2392" y="1024"/>
                </a:lnTo>
                <a:lnTo>
                  <a:pt x="2393" y="1024"/>
                </a:lnTo>
                <a:lnTo>
                  <a:pt x="2393" y="1025"/>
                </a:lnTo>
                <a:lnTo>
                  <a:pt x="2391" y="1025"/>
                </a:lnTo>
                <a:lnTo>
                  <a:pt x="2391" y="1026"/>
                </a:lnTo>
                <a:lnTo>
                  <a:pt x="2391" y="1027"/>
                </a:lnTo>
                <a:lnTo>
                  <a:pt x="2391" y="1028"/>
                </a:lnTo>
                <a:lnTo>
                  <a:pt x="2392" y="1028"/>
                </a:lnTo>
                <a:lnTo>
                  <a:pt x="2392" y="1029"/>
                </a:lnTo>
                <a:lnTo>
                  <a:pt x="2391" y="1029"/>
                </a:lnTo>
                <a:lnTo>
                  <a:pt x="2390" y="1029"/>
                </a:lnTo>
                <a:lnTo>
                  <a:pt x="2389" y="1029"/>
                </a:lnTo>
                <a:lnTo>
                  <a:pt x="2388" y="1029"/>
                </a:lnTo>
                <a:lnTo>
                  <a:pt x="2388" y="1030"/>
                </a:lnTo>
                <a:lnTo>
                  <a:pt x="2388" y="1031"/>
                </a:lnTo>
                <a:lnTo>
                  <a:pt x="2389" y="1031"/>
                </a:lnTo>
                <a:lnTo>
                  <a:pt x="2389" y="1032"/>
                </a:lnTo>
                <a:lnTo>
                  <a:pt x="2388" y="1033"/>
                </a:lnTo>
                <a:lnTo>
                  <a:pt x="2389" y="1033"/>
                </a:lnTo>
                <a:lnTo>
                  <a:pt x="2389" y="1034"/>
                </a:lnTo>
                <a:lnTo>
                  <a:pt x="2388" y="1034"/>
                </a:lnTo>
                <a:lnTo>
                  <a:pt x="2387" y="1034"/>
                </a:lnTo>
                <a:lnTo>
                  <a:pt x="2387" y="1035"/>
                </a:lnTo>
                <a:lnTo>
                  <a:pt x="2386" y="1035"/>
                </a:lnTo>
                <a:lnTo>
                  <a:pt x="2386" y="1036"/>
                </a:lnTo>
                <a:lnTo>
                  <a:pt x="2387" y="1036"/>
                </a:lnTo>
                <a:lnTo>
                  <a:pt x="2387" y="1037"/>
                </a:lnTo>
                <a:lnTo>
                  <a:pt x="2388" y="1037"/>
                </a:lnTo>
                <a:lnTo>
                  <a:pt x="2388" y="1038"/>
                </a:lnTo>
                <a:lnTo>
                  <a:pt x="2388" y="1039"/>
                </a:lnTo>
                <a:lnTo>
                  <a:pt x="2387" y="1039"/>
                </a:lnTo>
                <a:lnTo>
                  <a:pt x="2386" y="1039"/>
                </a:lnTo>
                <a:lnTo>
                  <a:pt x="2386" y="1040"/>
                </a:lnTo>
                <a:lnTo>
                  <a:pt x="2387" y="1040"/>
                </a:lnTo>
                <a:lnTo>
                  <a:pt x="2387" y="1041"/>
                </a:lnTo>
                <a:lnTo>
                  <a:pt x="2386" y="1041"/>
                </a:lnTo>
                <a:lnTo>
                  <a:pt x="2386" y="1042"/>
                </a:lnTo>
                <a:lnTo>
                  <a:pt x="2385" y="1042"/>
                </a:lnTo>
                <a:lnTo>
                  <a:pt x="2385" y="1043"/>
                </a:lnTo>
                <a:lnTo>
                  <a:pt x="2386" y="1043"/>
                </a:lnTo>
                <a:lnTo>
                  <a:pt x="2386" y="1044"/>
                </a:lnTo>
                <a:lnTo>
                  <a:pt x="2385" y="1044"/>
                </a:lnTo>
                <a:lnTo>
                  <a:pt x="2385" y="1045"/>
                </a:lnTo>
                <a:lnTo>
                  <a:pt x="2385" y="1046"/>
                </a:lnTo>
                <a:lnTo>
                  <a:pt x="2385" y="1048"/>
                </a:lnTo>
                <a:lnTo>
                  <a:pt x="2385" y="1049"/>
                </a:lnTo>
                <a:lnTo>
                  <a:pt x="2384" y="1049"/>
                </a:lnTo>
                <a:lnTo>
                  <a:pt x="2383" y="1050"/>
                </a:lnTo>
                <a:lnTo>
                  <a:pt x="2382" y="1050"/>
                </a:lnTo>
                <a:lnTo>
                  <a:pt x="2383" y="1051"/>
                </a:lnTo>
                <a:lnTo>
                  <a:pt x="2383" y="1052"/>
                </a:lnTo>
                <a:lnTo>
                  <a:pt x="2382" y="1053"/>
                </a:lnTo>
                <a:lnTo>
                  <a:pt x="2381" y="1053"/>
                </a:lnTo>
                <a:lnTo>
                  <a:pt x="2380" y="1053"/>
                </a:lnTo>
                <a:lnTo>
                  <a:pt x="2380" y="1054"/>
                </a:lnTo>
                <a:lnTo>
                  <a:pt x="2380" y="1055"/>
                </a:lnTo>
                <a:lnTo>
                  <a:pt x="2381" y="1055"/>
                </a:lnTo>
                <a:lnTo>
                  <a:pt x="2380" y="1056"/>
                </a:lnTo>
                <a:lnTo>
                  <a:pt x="2379" y="1056"/>
                </a:lnTo>
                <a:lnTo>
                  <a:pt x="2378" y="1056"/>
                </a:lnTo>
                <a:lnTo>
                  <a:pt x="2376" y="1056"/>
                </a:lnTo>
                <a:lnTo>
                  <a:pt x="2376" y="1055"/>
                </a:lnTo>
                <a:lnTo>
                  <a:pt x="2375" y="1055"/>
                </a:lnTo>
                <a:lnTo>
                  <a:pt x="2374" y="1054"/>
                </a:lnTo>
                <a:lnTo>
                  <a:pt x="2374" y="1055"/>
                </a:lnTo>
                <a:lnTo>
                  <a:pt x="2373" y="1055"/>
                </a:lnTo>
                <a:lnTo>
                  <a:pt x="2373" y="1054"/>
                </a:lnTo>
                <a:lnTo>
                  <a:pt x="2372" y="1054"/>
                </a:lnTo>
                <a:lnTo>
                  <a:pt x="2372" y="1053"/>
                </a:lnTo>
                <a:lnTo>
                  <a:pt x="2371" y="1053"/>
                </a:lnTo>
                <a:lnTo>
                  <a:pt x="2370" y="1053"/>
                </a:lnTo>
                <a:lnTo>
                  <a:pt x="2368" y="1053"/>
                </a:lnTo>
                <a:lnTo>
                  <a:pt x="2368" y="1054"/>
                </a:lnTo>
                <a:lnTo>
                  <a:pt x="2367" y="1054"/>
                </a:lnTo>
                <a:lnTo>
                  <a:pt x="2366" y="1054"/>
                </a:lnTo>
                <a:lnTo>
                  <a:pt x="2365" y="1054"/>
                </a:lnTo>
                <a:lnTo>
                  <a:pt x="2365" y="1055"/>
                </a:lnTo>
                <a:lnTo>
                  <a:pt x="2364" y="1055"/>
                </a:lnTo>
                <a:lnTo>
                  <a:pt x="2363" y="1055"/>
                </a:lnTo>
                <a:lnTo>
                  <a:pt x="2362" y="1056"/>
                </a:lnTo>
                <a:lnTo>
                  <a:pt x="2361" y="1056"/>
                </a:lnTo>
                <a:lnTo>
                  <a:pt x="2360" y="1056"/>
                </a:lnTo>
                <a:lnTo>
                  <a:pt x="2359" y="1056"/>
                </a:lnTo>
                <a:lnTo>
                  <a:pt x="2358" y="1056"/>
                </a:lnTo>
                <a:lnTo>
                  <a:pt x="2358" y="1057"/>
                </a:lnTo>
                <a:lnTo>
                  <a:pt x="2357" y="1057"/>
                </a:lnTo>
                <a:lnTo>
                  <a:pt x="2356" y="1057"/>
                </a:lnTo>
                <a:lnTo>
                  <a:pt x="2355" y="1057"/>
                </a:lnTo>
                <a:lnTo>
                  <a:pt x="2354" y="1057"/>
                </a:lnTo>
                <a:lnTo>
                  <a:pt x="2353" y="1057"/>
                </a:lnTo>
                <a:lnTo>
                  <a:pt x="2351" y="1058"/>
                </a:lnTo>
                <a:lnTo>
                  <a:pt x="2350" y="1059"/>
                </a:lnTo>
                <a:lnTo>
                  <a:pt x="2349" y="1060"/>
                </a:lnTo>
                <a:lnTo>
                  <a:pt x="2349" y="1061"/>
                </a:lnTo>
                <a:lnTo>
                  <a:pt x="2348" y="1062"/>
                </a:lnTo>
                <a:lnTo>
                  <a:pt x="2347" y="1062"/>
                </a:lnTo>
                <a:lnTo>
                  <a:pt x="2346" y="1062"/>
                </a:lnTo>
                <a:lnTo>
                  <a:pt x="2346" y="1063"/>
                </a:lnTo>
                <a:lnTo>
                  <a:pt x="2345" y="1064"/>
                </a:lnTo>
                <a:lnTo>
                  <a:pt x="2345" y="1065"/>
                </a:lnTo>
                <a:lnTo>
                  <a:pt x="2345" y="1066"/>
                </a:lnTo>
                <a:lnTo>
                  <a:pt x="2345" y="1067"/>
                </a:lnTo>
                <a:lnTo>
                  <a:pt x="2345" y="1068"/>
                </a:lnTo>
                <a:lnTo>
                  <a:pt x="2345" y="1069"/>
                </a:lnTo>
                <a:lnTo>
                  <a:pt x="2344" y="1069"/>
                </a:lnTo>
                <a:lnTo>
                  <a:pt x="2344" y="1070"/>
                </a:lnTo>
                <a:lnTo>
                  <a:pt x="2344" y="1071"/>
                </a:lnTo>
                <a:lnTo>
                  <a:pt x="2343" y="1071"/>
                </a:lnTo>
                <a:lnTo>
                  <a:pt x="2343" y="1072"/>
                </a:lnTo>
                <a:lnTo>
                  <a:pt x="2344" y="1072"/>
                </a:lnTo>
                <a:lnTo>
                  <a:pt x="2345" y="1073"/>
                </a:lnTo>
                <a:lnTo>
                  <a:pt x="2345" y="1072"/>
                </a:lnTo>
                <a:lnTo>
                  <a:pt x="2346" y="1073"/>
                </a:lnTo>
                <a:lnTo>
                  <a:pt x="2348" y="1074"/>
                </a:lnTo>
                <a:lnTo>
                  <a:pt x="2348" y="1075"/>
                </a:lnTo>
                <a:lnTo>
                  <a:pt x="2347" y="1075"/>
                </a:lnTo>
                <a:lnTo>
                  <a:pt x="2346" y="1075"/>
                </a:lnTo>
                <a:lnTo>
                  <a:pt x="2345" y="1075"/>
                </a:lnTo>
                <a:lnTo>
                  <a:pt x="2344" y="1075"/>
                </a:lnTo>
                <a:lnTo>
                  <a:pt x="2343" y="1076"/>
                </a:lnTo>
                <a:lnTo>
                  <a:pt x="2342" y="1076"/>
                </a:lnTo>
                <a:lnTo>
                  <a:pt x="2341" y="1077"/>
                </a:lnTo>
                <a:lnTo>
                  <a:pt x="2340" y="1077"/>
                </a:lnTo>
                <a:lnTo>
                  <a:pt x="2339" y="1077"/>
                </a:lnTo>
                <a:lnTo>
                  <a:pt x="2338" y="1078"/>
                </a:lnTo>
                <a:lnTo>
                  <a:pt x="2337" y="1078"/>
                </a:lnTo>
                <a:lnTo>
                  <a:pt x="2336" y="1078"/>
                </a:lnTo>
                <a:lnTo>
                  <a:pt x="2336" y="1079"/>
                </a:lnTo>
                <a:lnTo>
                  <a:pt x="2335" y="1079"/>
                </a:lnTo>
                <a:lnTo>
                  <a:pt x="2334" y="1080"/>
                </a:lnTo>
                <a:lnTo>
                  <a:pt x="2333" y="1080"/>
                </a:lnTo>
                <a:lnTo>
                  <a:pt x="2333" y="1081"/>
                </a:lnTo>
                <a:lnTo>
                  <a:pt x="2332" y="1080"/>
                </a:lnTo>
                <a:lnTo>
                  <a:pt x="2332" y="1081"/>
                </a:lnTo>
                <a:lnTo>
                  <a:pt x="2330" y="1080"/>
                </a:lnTo>
                <a:lnTo>
                  <a:pt x="2329" y="1080"/>
                </a:lnTo>
                <a:lnTo>
                  <a:pt x="2328" y="1080"/>
                </a:lnTo>
                <a:lnTo>
                  <a:pt x="2327" y="1080"/>
                </a:lnTo>
                <a:lnTo>
                  <a:pt x="2326" y="1080"/>
                </a:lnTo>
                <a:lnTo>
                  <a:pt x="2325" y="1081"/>
                </a:lnTo>
                <a:lnTo>
                  <a:pt x="2326" y="1081"/>
                </a:lnTo>
                <a:lnTo>
                  <a:pt x="2325" y="1081"/>
                </a:lnTo>
                <a:lnTo>
                  <a:pt x="2325" y="1082"/>
                </a:lnTo>
                <a:lnTo>
                  <a:pt x="2324" y="1082"/>
                </a:lnTo>
                <a:lnTo>
                  <a:pt x="2323" y="1082"/>
                </a:lnTo>
                <a:lnTo>
                  <a:pt x="2323" y="1081"/>
                </a:lnTo>
                <a:lnTo>
                  <a:pt x="2322" y="1081"/>
                </a:lnTo>
                <a:lnTo>
                  <a:pt x="2322" y="1080"/>
                </a:lnTo>
                <a:lnTo>
                  <a:pt x="2319" y="1080"/>
                </a:lnTo>
                <a:lnTo>
                  <a:pt x="2318" y="1080"/>
                </a:lnTo>
                <a:lnTo>
                  <a:pt x="2318" y="1081"/>
                </a:lnTo>
                <a:lnTo>
                  <a:pt x="2317" y="1081"/>
                </a:lnTo>
                <a:lnTo>
                  <a:pt x="2317" y="1082"/>
                </a:lnTo>
                <a:lnTo>
                  <a:pt x="2317" y="1083"/>
                </a:lnTo>
                <a:lnTo>
                  <a:pt x="2317" y="1084"/>
                </a:lnTo>
                <a:lnTo>
                  <a:pt x="2316" y="1084"/>
                </a:lnTo>
                <a:lnTo>
                  <a:pt x="2316" y="1085"/>
                </a:lnTo>
                <a:lnTo>
                  <a:pt x="2315" y="1085"/>
                </a:lnTo>
                <a:lnTo>
                  <a:pt x="2315" y="1086"/>
                </a:lnTo>
                <a:lnTo>
                  <a:pt x="2315" y="1087"/>
                </a:lnTo>
                <a:lnTo>
                  <a:pt x="2314" y="1087"/>
                </a:lnTo>
                <a:lnTo>
                  <a:pt x="2314" y="1086"/>
                </a:lnTo>
                <a:lnTo>
                  <a:pt x="2314" y="1085"/>
                </a:lnTo>
                <a:lnTo>
                  <a:pt x="2314" y="1086"/>
                </a:lnTo>
                <a:lnTo>
                  <a:pt x="2313" y="1086"/>
                </a:lnTo>
                <a:lnTo>
                  <a:pt x="2313" y="1085"/>
                </a:lnTo>
                <a:lnTo>
                  <a:pt x="2312" y="1084"/>
                </a:lnTo>
                <a:lnTo>
                  <a:pt x="2311" y="1084"/>
                </a:lnTo>
                <a:lnTo>
                  <a:pt x="2311" y="1083"/>
                </a:lnTo>
                <a:lnTo>
                  <a:pt x="2310" y="1083"/>
                </a:lnTo>
                <a:lnTo>
                  <a:pt x="2310" y="1084"/>
                </a:lnTo>
                <a:lnTo>
                  <a:pt x="2310" y="1083"/>
                </a:lnTo>
                <a:lnTo>
                  <a:pt x="2309" y="1083"/>
                </a:lnTo>
                <a:lnTo>
                  <a:pt x="2309" y="1082"/>
                </a:lnTo>
                <a:lnTo>
                  <a:pt x="2308" y="1081"/>
                </a:lnTo>
                <a:lnTo>
                  <a:pt x="2307" y="1081"/>
                </a:lnTo>
                <a:lnTo>
                  <a:pt x="2307" y="1082"/>
                </a:lnTo>
                <a:lnTo>
                  <a:pt x="2307" y="1081"/>
                </a:lnTo>
                <a:lnTo>
                  <a:pt x="2306" y="1081"/>
                </a:lnTo>
                <a:lnTo>
                  <a:pt x="2305" y="1080"/>
                </a:lnTo>
                <a:lnTo>
                  <a:pt x="2304" y="1080"/>
                </a:lnTo>
                <a:lnTo>
                  <a:pt x="2304" y="1079"/>
                </a:lnTo>
                <a:lnTo>
                  <a:pt x="2303" y="1079"/>
                </a:lnTo>
                <a:lnTo>
                  <a:pt x="2302" y="1079"/>
                </a:lnTo>
                <a:lnTo>
                  <a:pt x="2301" y="1079"/>
                </a:lnTo>
                <a:lnTo>
                  <a:pt x="2300" y="1079"/>
                </a:lnTo>
                <a:lnTo>
                  <a:pt x="2299" y="1079"/>
                </a:lnTo>
                <a:lnTo>
                  <a:pt x="2298" y="1079"/>
                </a:lnTo>
                <a:lnTo>
                  <a:pt x="2297" y="1079"/>
                </a:lnTo>
                <a:lnTo>
                  <a:pt x="2296" y="1080"/>
                </a:lnTo>
                <a:lnTo>
                  <a:pt x="2295" y="1080"/>
                </a:lnTo>
                <a:lnTo>
                  <a:pt x="2294" y="1080"/>
                </a:lnTo>
                <a:lnTo>
                  <a:pt x="2293" y="1079"/>
                </a:lnTo>
                <a:lnTo>
                  <a:pt x="2292" y="1079"/>
                </a:lnTo>
                <a:lnTo>
                  <a:pt x="2291" y="1079"/>
                </a:lnTo>
                <a:lnTo>
                  <a:pt x="2290" y="1078"/>
                </a:lnTo>
                <a:lnTo>
                  <a:pt x="2290" y="1077"/>
                </a:lnTo>
                <a:lnTo>
                  <a:pt x="2289" y="1077"/>
                </a:lnTo>
                <a:lnTo>
                  <a:pt x="2289" y="1076"/>
                </a:lnTo>
                <a:lnTo>
                  <a:pt x="2290" y="1076"/>
                </a:lnTo>
                <a:lnTo>
                  <a:pt x="2290" y="1075"/>
                </a:lnTo>
                <a:lnTo>
                  <a:pt x="2289" y="1075"/>
                </a:lnTo>
                <a:lnTo>
                  <a:pt x="2288" y="1075"/>
                </a:lnTo>
                <a:lnTo>
                  <a:pt x="2288" y="1074"/>
                </a:lnTo>
                <a:lnTo>
                  <a:pt x="2287" y="1074"/>
                </a:lnTo>
                <a:lnTo>
                  <a:pt x="2286" y="1074"/>
                </a:lnTo>
                <a:lnTo>
                  <a:pt x="2285" y="1074"/>
                </a:lnTo>
                <a:lnTo>
                  <a:pt x="2284" y="1074"/>
                </a:lnTo>
                <a:lnTo>
                  <a:pt x="2282" y="1074"/>
                </a:lnTo>
                <a:lnTo>
                  <a:pt x="2281" y="1074"/>
                </a:lnTo>
                <a:lnTo>
                  <a:pt x="2280" y="1073"/>
                </a:lnTo>
                <a:lnTo>
                  <a:pt x="2279" y="1073"/>
                </a:lnTo>
                <a:lnTo>
                  <a:pt x="2278" y="1073"/>
                </a:lnTo>
                <a:lnTo>
                  <a:pt x="2277" y="1073"/>
                </a:lnTo>
                <a:lnTo>
                  <a:pt x="2276" y="1073"/>
                </a:lnTo>
                <a:lnTo>
                  <a:pt x="2275" y="1073"/>
                </a:lnTo>
                <a:lnTo>
                  <a:pt x="2274" y="1073"/>
                </a:lnTo>
                <a:lnTo>
                  <a:pt x="2273" y="1074"/>
                </a:lnTo>
                <a:lnTo>
                  <a:pt x="2271" y="1074"/>
                </a:lnTo>
                <a:lnTo>
                  <a:pt x="2270" y="1074"/>
                </a:lnTo>
                <a:lnTo>
                  <a:pt x="2270" y="1075"/>
                </a:lnTo>
                <a:lnTo>
                  <a:pt x="2270" y="1076"/>
                </a:lnTo>
                <a:lnTo>
                  <a:pt x="2270" y="1077"/>
                </a:lnTo>
                <a:lnTo>
                  <a:pt x="2271" y="1078"/>
                </a:lnTo>
                <a:lnTo>
                  <a:pt x="2271" y="1079"/>
                </a:lnTo>
                <a:lnTo>
                  <a:pt x="2271" y="1080"/>
                </a:lnTo>
                <a:lnTo>
                  <a:pt x="2272" y="1080"/>
                </a:lnTo>
                <a:lnTo>
                  <a:pt x="2274" y="1080"/>
                </a:lnTo>
                <a:lnTo>
                  <a:pt x="2275" y="1080"/>
                </a:lnTo>
                <a:lnTo>
                  <a:pt x="2277" y="1080"/>
                </a:lnTo>
                <a:lnTo>
                  <a:pt x="2278" y="1080"/>
                </a:lnTo>
                <a:lnTo>
                  <a:pt x="2279" y="1080"/>
                </a:lnTo>
                <a:lnTo>
                  <a:pt x="2279" y="1081"/>
                </a:lnTo>
                <a:lnTo>
                  <a:pt x="2280" y="1082"/>
                </a:lnTo>
                <a:lnTo>
                  <a:pt x="2279" y="1082"/>
                </a:lnTo>
                <a:lnTo>
                  <a:pt x="2278" y="1083"/>
                </a:lnTo>
                <a:lnTo>
                  <a:pt x="2278" y="1084"/>
                </a:lnTo>
                <a:lnTo>
                  <a:pt x="2277" y="1085"/>
                </a:lnTo>
                <a:lnTo>
                  <a:pt x="2276" y="1085"/>
                </a:lnTo>
                <a:lnTo>
                  <a:pt x="2275" y="1086"/>
                </a:lnTo>
                <a:lnTo>
                  <a:pt x="2274" y="1086"/>
                </a:lnTo>
                <a:lnTo>
                  <a:pt x="2274" y="1087"/>
                </a:lnTo>
                <a:lnTo>
                  <a:pt x="2274" y="1088"/>
                </a:lnTo>
                <a:lnTo>
                  <a:pt x="2274" y="1089"/>
                </a:lnTo>
                <a:lnTo>
                  <a:pt x="2271" y="1089"/>
                </a:lnTo>
                <a:lnTo>
                  <a:pt x="2270" y="1089"/>
                </a:lnTo>
                <a:lnTo>
                  <a:pt x="2270" y="1090"/>
                </a:lnTo>
                <a:lnTo>
                  <a:pt x="2269" y="1090"/>
                </a:lnTo>
                <a:lnTo>
                  <a:pt x="2269" y="1091"/>
                </a:lnTo>
                <a:lnTo>
                  <a:pt x="2268" y="1091"/>
                </a:lnTo>
                <a:lnTo>
                  <a:pt x="2268" y="1090"/>
                </a:lnTo>
                <a:lnTo>
                  <a:pt x="2267" y="1089"/>
                </a:lnTo>
                <a:lnTo>
                  <a:pt x="2266" y="1089"/>
                </a:lnTo>
                <a:lnTo>
                  <a:pt x="2266" y="1088"/>
                </a:lnTo>
                <a:lnTo>
                  <a:pt x="2265" y="1088"/>
                </a:lnTo>
                <a:lnTo>
                  <a:pt x="2263" y="1088"/>
                </a:lnTo>
                <a:lnTo>
                  <a:pt x="2262" y="1088"/>
                </a:lnTo>
                <a:lnTo>
                  <a:pt x="2261" y="1088"/>
                </a:lnTo>
                <a:lnTo>
                  <a:pt x="2261" y="1087"/>
                </a:lnTo>
                <a:lnTo>
                  <a:pt x="2260" y="1087"/>
                </a:lnTo>
                <a:lnTo>
                  <a:pt x="2260" y="1086"/>
                </a:lnTo>
                <a:lnTo>
                  <a:pt x="2259" y="1086"/>
                </a:lnTo>
                <a:lnTo>
                  <a:pt x="2259" y="1085"/>
                </a:lnTo>
                <a:lnTo>
                  <a:pt x="2258" y="1085"/>
                </a:lnTo>
                <a:lnTo>
                  <a:pt x="2257" y="1085"/>
                </a:lnTo>
                <a:lnTo>
                  <a:pt x="2257" y="1084"/>
                </a:lnTo>
                <a:lnTo>
                  <a:pt x="2256" y="1084"/>
                </a:lnTo>
                <a:lnTo>
                  <a:pt x="2256" y="1085"/>
                </a:lnTo>
                <a:lnTo>
                  <a:pt x="2257" y="1085"/>
                </a:lnTo>
                <a:lnTo>
                  <a:pt x="2257" y="1086"/>
                </a:lnTo>
                <a:lnTo>
                  <a:pt x="2257" y="1087"/>
                </a:lnTo>
                <a:lnTo>
                  <a:pt x="2256" y="1088"/>
                </a:lnTo>
                <a:lnTo>
                  <a:pt x="2257" y="1088"/>
                </a:lnTo>
                <a:lnTo>
                  <a:pt x="2257" y="1089"/>
                </a:lnTo>
                <a:lnTo>
                  <a:pt x="2256" y="1089"/>
                </a:lnTo>
                <a:lnTo>
                  <a:pt x="2256" y="1090"/>
                </a:lnTo>
                <a:lnTo>
                  <a:pt x="2256" y="1089"/>
                </a:lnTo>
                <a:lnTo>
                  <a:pt x="2256" y="1088"/>
                </a:lnTo>
                <a:lnTo>
                  <a:pt x="2255" y="1088"/>
                </a:lnTo>
                <a:lnTo>
                  <a:pt x="2254" y="1089"/>
                </a:lnTo>
                <a:lnTo>
                  <a:pt x="2253" y="1089"/>
                </a:lnTo>
                <a:lnTo>
                  <a:pt x="2252" y="1089"/>
                </a:lnTo>
                <a:lnTo>
                  <a:pt x="2251" y="1089"/>
                </a:lnTo>
                <a:lnTo>
                  <a:pt x="2250" y="1088"/>
                </a:lnTo>
                <a:lnTo>
                  <a:pt x="2249" y="1088"/>
                </a:lnTo>
                <a:lnTo>
                  <a:pt x="2248" y="1087"/>
                </a:lnTo>
                <a:lnTo>
                  <a:pt x="2247" y="1087"/>
                </a:lnTo>
                <a:lnTo>
                  <a:pt x="2245" y="1087"/>
                </a:lnTo>
                <a:lnTo>
                  <a:pt x="2245" y="1086"/>
                </a:lnTo>
                <a:lnTo>
                  <a:pt x="2244" y="1086"/>
                </a:lnTo>
                <a:lnTo>
                  <a:pt x="2244" y="1085"/>
                </a:lnTo>
                <a:lnTo>
                  <a:pt x="2243" y="1085"/>
                </a:lnTo>
                <a:lnTo>
                  <a:pt x="2243" y="1086"/>
                </a:lnTo>
                <a:lnTo>
                  <a:pt x="2242" y="1086"/>
                </a:lnTo>
                <a:lnTo>
                  <a:pt x="2243" y="1086"/>
                </a:lnTo>
                <a:lnTo>
                  <a:pt x="2242" y="1086"/>
                </a:lnTo>
                <a:lnTo>
                  <a:pt x="2242" y="1087"/>
                </a:lnTo>
                <a:lnTo>
                  <a:pt x="2241" y="1087"/>
                </a:lnTo>
                <a:lnTo>
                  <a:pt x="2240" y="1087"/>
                </a:lnTo>
                <a:lnTo>
                  <a:pt x="2239" y="1087"/>
                </a:lnTo>
                <a:lnTo>
                  <a:pt x="2238" y="1087"/>
                </a:lnTo>
                <a:lnTo>
                  <a:pt x="2236" y="1087"/>
                </a:lnTo>
                <a:lnTo>
                  <a:pt x="2236" y="1088"/>
                </a:lnTo>
                <a:lnTo>
                  <a:pt x="2235" y="1088"/>
                </a:lnTo>
                <a:lnTo>
                  <a:pt x="2235" y="1087"/>
                </a:lnTo>
                <a:lnTo>
                  <a:pt x="2234" y="1088"/>
                </a:lnTo>
                <a:lnTo>
                  <a:pt x="2233" y="1088"/>
                </a:lnTo>
                <a:lnTo>
                  <a:pt x="2234" y="1088"/>
                </a:lnTo>
                <a:lnTo>
                  <a:pt x="2234" y="1089"/>
                </a:lnTo>
                <a:lnTo>
                  <a:pt x="2233" y="1089"/>
                </a:lnTo>
                <a:lnTo>
                  <a:pt x="2232" y="1089"/>
                </a:lnTo>
                <a:lnTo>
                  <a:pt x="2231" y="1089"/>
                </a:lnTo>
                <a:lnTo>
                  <a:pt x="2231" y="1090"/>
                </a:lnTo>
                <a:lnTo>
                  <a:pt x="2232" y="1090"/>
                </a:lnTo>
                <a:lnTo>
                  <a:pt x="2232" y="1091"/>
                </a:lnTo>
                <a:lnTo>
                  <a:pt x="2231" y="1091"/>
                </a:lnTo>
                <a:lnTo>
                  <a:pt x="2230" y="1091"/>
                </a:lnTo>
                <a:lnTo>
                  <a:pt x="2230" y="1092"/>
                </a:lnTo>
                <a:lnTo>
                  <a:pt x="2230" y="1093"/>
                </a:lnTo>
                <a:lnTo>
                  <a:pt x="2229" y="1094"/>
                </a:lnTo>
                <a:lnTo>
                  <a:pt x="2228" y="1094"/>
                </a:lnTo>
                <a:lnTo>
                  <a:pt x="2229" y="1095"/>
                </a:lnTo>
                <a:lnTo>
                  <a:pt x="2230" y="1095"/>
                </a:lnTo>
                <a:lnTo>
                  <a:pt x="2229" y="1095"/>
                </a:lnTo>
                <a:lnTo>
                  <a:pt x="2228" y="1095"/>
                </a:lnTo>
                <a:lnTo>
                  <a:pt x="2228" y="1096"/>
                </a:lnTo>
                <a:lnTo>
                  <a:pt x="2229" y="1096"/>
                </a:lnTo>
                <a:lnTo>
                  <a:pt x="2229" y="1097"/>
                </a:lnTo>
                <a:lnTo>
                  <a:pt x="2230" y="1097"/>
                </a:lnTo>
                <a:lnTo>
                  <a:pt x="2229" y="1097"/>
                </a:lnTo>
                <a:lnTo>
                  <a:pt x="2229" y="1098"/>
                </a:lnTo>
                <a:lnTo>
                  <a:pt x="2230" y="1098"/>
                </a:lnTo>
                <a:lnTo>
                  <a:pt x="2230" y="1099"/>
                </a:lnTo>
                <a:lnTo>
                  <a:pt x="2229" y="1099"/>
                </a:lnTo>
                <a:lnTo>
                  <a:pt x="2228" y="1098"/>
                </a:lnTo>
                <a:lnTo>
                  <a:pt x="2228" y="1099"/>
                </a:lnTo>
                <a:lnTo>
                  <a:pt x="2228" y="1100"/>
                </a:lnTo>
                <a:lnTo>
                  <a:pt x="2229" y="1100"/>
                </a:lnTo>
                <a:lnTo>
                  <a:pt x="2228" y="1101"/>
                </a:lnTo>
                <a:lnTo>
                  <a:pt x="2228" y="1102"/>
                </a:lnTo>
                <a:lnTo>
                  <a:pt x="2227" y="1102"/>
                </a:lnTo>
                <a:lnTo>
                  <a:pt x="2226" y="1102"/>
                </a:lnTo>
                <a:lnTo>
                  <a:pt x="2225" y="1102"/>
                </a:lnTo>
                <a:lnTo>
                  <a:pt x="2225" y="1103"/>
                </a:lnTo>
                <a:lnTo>
                  <a:pt x="2225" y="1104"/>
                </a:lnTo>
                <a:lnTo>
                  <a:pt x="2225" y="1105"/>
                </a:lnTo>
                <a:lnTo>
                  <a:pt x="2225" y="1104"/>
                </a:lnTo>
                <a:lnTo>
                  <a:pt x="2224" y="1104"/>
                </a:lnTo>
                <a:lnTo>
                  <a:pt x="2224" y="1105"/>
                </a:lnTo>
                <a:lnTo>
                  <a:pt x="2223" y="1105"/>
                </a:lnTo>
                <a:lnTo>
                  <a:pt x="2223" y="1104"/>
                </a:lnTo>
                <a:lnTo>
                  <a:pt x="2222" y="1104"/>
                </a:lnTo>
                <a:lnTo>
                  <a:pt x="2222" y="1105"/>
                </a:lnTo>
                <a:lnTo>
                  <a:pt x="2221" y="1105"/>
                </a:lnTo>
                <a:lnTo>
                  <a:pt x="2221" y="1106"/>
                </a:lnTo>
                <a:lnTo>
                  <a:pt x="2221" y="1107"/>
                </a:lnTo>
                <a:lnTo>
                  <a:pt x="2220" y="1108"/>
                </a:lnTo>
                <a:lnTo>
                  <a:pt x="2219" y="1108"/>
                </a:lnTo>
                <a:lnTo>
                  <a:pt x="2220" y="1107"/>
                </a:lnTo>
                <a:lnTo>
                  <a:pt x="2219" y="1107"/>
                </a:lnTo>
                <a:lnTo>
                  <a:pt x="2218" y="1108"/>
                </a:lnTo>
                <a:lnTo>
                  <a:pt x="2217" y="1108"/>
                </a:lnTo>
                <a:lnTo>
                  <a:pt x="2215" y="1109"/>
                </a:lnTo>
                <a:lnTo>
                  <a:pt x="2214" y="1109"/>
                </a:lnTo>
                <a:lnTo>
                  <a:pt x="2214" y="1110"/>
                </a:lnTo>
                <a:lnTo>
                  <a:pt x="2214" y="1111"/>
                </a:lnTo>
                <a:lnTo>
                  <a:pt x="2213" y="1111"/>
                </a:lnTo>
                <a:lnTo>
                  <a:pt x="2212" y="1112"/>
                </a:lnTo>
                <a:lnTo>
                  <a:pt x="2212" y="1113"/>
                </a:lnTo>
                <a:lnTo>
                  <a:pt x="2211" y="1114"/>
                </a:lnTo>
                <a:lnTo>
                  <a:pt x="2210" y="1114"/>
                </a:lnTo>
                <a:lnTo>
                  <a:pt x="2209" y="1114"/>
                </a:lnTo>
                <a:lnTo>
                  <a:pt x="2208" y="1114"/>
                </a:lnTo>
                <a:lnTo>
                  <a:pt x="2207" y="1114"/>
                </a:lnTo>
                <a:lnTo>
                  <a:pt x="2206" y="1114"/>
                </a:lnTo>
                <a:lnTo>
                  <a:pt x="2205" y="1113"/>
                </a:lnTo>
                <a:lnTo>
                  <a:pt x="2205" y="1112"/>
                </a:lnTo>
                <a:lnTo>
                  <a:pt x="2205" y="1111"/>
                </a:lnTo>
                <a:lnTo>
                  <a:pt x="2204" y="1110"/>
                </a:lnTo>
                <a:lnTo>
                  <a:pt x="2203" y="1110"/>
                </a:lnTo>
                <a:lnTo>
                  <a:pt x="2202" y="1110"/>
                </a:lnTo>
                <a:lnTo>
                  <a:pt x="2202" y="1109"/>
                </a:lnTo>
                <a:lnTo>
                  <a:pt x="2201" y="1109"/>
                </a:lnTo>
                <a:lnTo>
                  <a:pt x="2201" y="1108"/>
                </a:lnTo>
                <a:lnTo>
                  <a:pt x="2202" y="1107"/>
                </a:lnTo>
                <a:lnTo>
                  <a:pt x="2202" y="1106"/>
                </a:lnTo>
                <a:lnTo>
                  <a:pt x="2201" y="1106"/>
                </a:lnTo>
                <a:lnTo>
                  <a:pt x="2201" y="1107"/>
                </a:lnTo>
                <a:lnTo>
                  <a:pt x="2200" y="1107"/>
                </a:lnTo>
                <a:lnTo>
                  <a:pt x="2200" y="1108"/>
                </a:lnTo>
                <a:lnTo>
                  <a:pt x="2199" y="1108"/>
                </a:lnTo>
                <a:lnTo>
                  <a:pt x="2199" y="1109"/>
                </a:lnTo>
                <a:lnTo>
                  <a:pt x="2198" y="1109"/>
                </a:lnTo>
                <a:lnTo>
                  <a:pt x="2197" y="1109"/>
                </a:lnTo>
                <a:lnTo>
                  <a:pt x="2196" y="1109"/>
                </a:lnTo>
                <a:lnTo>
                  <a:pt x="2195" y="1110"/>
                </a:lnTo>
                <a:lnTo>
                  <a:pt x="2194" y="1110"/>
                </a:lnTo>
                <a:lnTo>
                  <a:pt x="2194" y="1109"/>
                </a:lnTo>
                <a:lnTo>
                  <a:pt x="2193" y="1109"/>
                </a:lnTo>
                <a:lnTo>
                  <a:pt x="2193" y="1110"/>
                </a:lnTo>
                <a:lnTo>
                  <a:pt x="2192" y="1110"/>
                </a:lnTo>
                <a:lnTo>
                  <a:pt x="2192" y="1109"/>
                </a:lnTo>
                <a:lnTo>
                  <a:pt x="2191" y="1109"/>
                </a:lnTo>
                <a:lnTo>
                  <a:pt x="2190" y="1109"/>
                </a:lnTo>
                <a:lnTo>
                  <a:pt x="2190" y="1108"/>
                </a:lnTo>
                <a:lnTo>
                  <a:pt x="2189" y="1109"/>
                </a:lnTo>
                <a:lnTo>
                  <a:pt x="2189" y="1110"/>
                </a:lnTo>
                <a:lnTo>
                  <a:pt x="2188" y="1110"/>
                </a:lnTo>
                <a:lnTo>
                  <a:pt x="2187" y="1110"/>
                </a:lnTo>
                <a:lnTo>
                  <a:pt x="2187" y="1111"/>
                </a:lnTo>
                <a:lnTo>
                  <a:pt x="2186" y="1111"/>
                </a:lnTo>
                <a:lnTo>
                  <a:pt x="2186" y="1110"/>
                </a:lnTo>
                <a:lnTo>
                  <a:pt x="2185" y="1110"/>
                </a:lnTo>
                <a:lnTo>
                  <a:pt x="2184" y="1109"/>
                </a:lnTo>
                <a:lnTo>
                  <a:pt x="2184" y="1110"/>
                </a:lnTo>
                <a:lnTo>
                  <a:pt x="2185" y="1110"/>
                </a:lnTo>
                <a:lnTo>
                  <a:pt x="2184" y="1111"/>
                </a:lnTo>
                <a:lnTo>
                  <a:pt x="2183" y="1110"/>
                </a:lnTo>
                <a:lnTo>
                  <a:pt x="2183" y="1111"/>
                </a:lnTo>
                <a:lnTo>
                  <a:pt x="2182" y="1111"/>
                </a:lnTo>
                <a:lnTo>
                  <a:pt x="2182" y="1112"/>
                </a:lnTo>
                <a:lnTo>
                  <a:pt x="2182" y="1113"/>
                </a:lnTo>
                <a:lnTo>
                  <a:pt x="2181" y="1113"/>
                </a:lnTo>
                <a:lnTo>
                  <a:pt x="2180" y="1113"/>
                </a:lnTo>
                <a:lnTo>
                  <a:pt x="2180" y="1112"/>
                </a:lnTo>
                <a:lnTo>
                  <a:pt x="2178" y="1112"/>
                </a:lnTo>
                <a:lnTo>
                  <a:pt x="2178" y="1113"/>
                </a:lnTo>
                <a:lnTo>
                  <a:pt x="2177" y="1114"/>
                </a:lnTo>
                <a:lnTo>
                  <a:pt x="2176" y="1114"/>
                </a:lnTo>
                <a:lnTo>
                  <a:pt x="2175" y="1114"/>
                </a:lnTo>
                <a:lnTo>
                  <a:pt x="2174" y="1115"/>
                </a:lnTo>
                <a:lnTo>
                  <a:pt x="2175" y="1115"/>
                </a:lnTo>
                <a:lnTo>
                  <a:pt x="2175" y="1116"/>
                </a:lnTo>
                <a:lnTo>
                  <a:pt x="2175" y="1117"/>
                </a:lnTo>
                <a:lnTo>
                  <a:pt x="2174" y="1117"/>
                </a:lnTo>
                <a:lnTo>
                  <a:pt x="2174" y="1118"/>
                </a:lnTo>
                <a:lnTo>
                  <a:pt x="2173" y="1119"/>
                </a:lnTo>
                <a:lnTo>
                  <a:pt x="2172" y="1120"/>
                </a:lnTo>
                <a:lnTo>
                  <a:pt x="2171" y="1120"/>
                </a:lnTo>
                <a:lnTo>
                  <a:pt x="2170" y="1120"/>
                </a:lnTo>
                <a:lnTo>
                  <a:pt x="2169" y="1120"/>
                </a:lnTo>
                <a:lnTo>
                  <a:pt x="2170" y="1120"/>
                </a:lnTo>
                <a:lnTo>
                  <a:pt x="2170" y="1121"/>
                </a:lnTo>
                <a:lnTo>
                  <a:pt x="2169" y="1121"/>
                </a:lnTo>
                <a:lnTo>
                  <a:pt x="2168" y="1121"/>
                </a:lnTo>
                <a:lnTo>
                  <a:pt x="2167" y="1121"/>
                </a:lnTo>
                <a:lnTo>
                  <a:pt x="2166" y="1121"/>
                </a:lnTo>
                <a:lnTo>
                  <a:pt x="2166" y="1122"/>
                </a:lnTo>
                <a:lnTo>
                  <a:pt x="2165" y="1123"/>
                </a:lnTo>
                <a:lnTo>
                  <a:pt x="2164" y="1123"/>
                </a:lnTo>
                <a:lnTo>
                  <a:pt x="2164" y="1124"/>
                </a:lnTo>
                <a:lnTo>
                  <a:pt x="2164" y="1125"/>
                </a:lnTo>
                <a:lnTo>
                  <a:pt x="2163" y="1125"/>
                </a:lnTo>
                <a:lnTo>
                  <a:pt x="2162" y="1126"/>
                </a:lnTo>
                <a:lnTo>
                  <a:pt x="2162" y="1127"/>
                </a:lnTo>
                <a:lnTo>
                  <a:pt x="2161" y="1127"/>
                </a:lnTo>
                <a:lnTo>
                  <a:pt x="2161" y="1128"/>
                </a:lnTo>
                <a:lnTo>
                  <a:pt x="2160" y="1128"/>
                </a:lnTo>
                <a:lnTo>
                  <a:pt x="2160" y="1129"/>
                </a:lnTo>
                <a:lnTo>
                  <a:pt x="2159" y="1129"/>
                </a:lnTo>
                <a:lnTo>
                  <a:pt x="2160" y="1128"/>
                </a:lnTo>
                <a:lnTo>
                  <a:pt x="2159" y="1128"/>
                </a:lnTo>
                <a:lnTo>
                  <a:pt x="2159" y="1129"/>
                </a:lnTo>
                <a:lnTo>
                  <a:pt x="2158" y="1129"/>
                </a:lnTo>
                <a:lnTo>
                  <a:pt x="2158" y="1130"/>
                </a:lnTo>
                <a:lnTo>
                  <a:pt x="2158" y="1131"/>
                </a:lnTo>
                <a:lnTo>
                  <a:pt x="2157" y="1131"/>
                </a:lnTo>
                <a:lnTo>
                  <a:pt x="2156" y="1130"/>
                </a:lnTo>
                <a:lnTo>
                  <a:pt x="2155" y="1131"/>
                </a:lnTo>
                <a:lnTo>
                  <a:pt x="2154" y="1132"/>
                </a:lnTo>
                <a:lnTo>
                  <a:pt x="2153" y="1133"/>
                </a:lnTo>
                <a:lnTo>
                  <a:pt x="2152" y="1133"/>
                </a:lnTo>
                <a:lnTo>
                  <a:pt x="2151" y="1133"/>
                </a:lnTo>
                <a:lnTo>
                  <a:pt x="2150" y="1133"/>
                </a:lnTo>
                <a:lnTo>
                  <a:pt x="2150" y="1134"/>
                </a:lnTo>
                <a:lnTo>
                  <a:pt x="2149" y="1134"/>
                </a:lnTo>
                <a:lnTo>
                  <a:pt x="2148" y="1134"/>
                </a:lnTo>
                <a:lnTo>
                  <a:pt x="2148" y="1133"/>
                </a:lnTo>
                <a:lnTo>
                  <a:pt x="2147" y="1133"/>
                </a:lnTo>
                <a:lnTo>
                  <a:pt x="2148" y="1133"/>
                </a:lnTo>
                <a:lnTo>
                  <a:pt x="2148" y="1132"/>
                </a:lnTo>
                <a:lnTo>
                  <a:pt x="2147" y="1132"/>
                </a:lnTo>
                <a:lnTo>
                  <a:pt x="2147" y="1133"/>
                </a:lnTo>
                <a:lnTo>
                  <a:pt x="2147" y="1132"/>
                </a:lnTo>
                <a:lnTo>
                  <a:pt x="2144" y="1132"/>
                </a:lnTo>
                <a:lnTo>
                  <a:pt x="2143" y="1131"/>
                </a:lnTo>
                <a:lnTo>
                  <a:pt x="2142" y="1131"/>
                </a:lnTo>
                <a:lnTo>
                  <a:pt x="2141" y="1131"/>
                </a:lnTo>
                <a:lnTo>
                  <a:pt x="2140" y="1131"/>
                </a:lnTo>
                <a:lnTo>
                  <a:pt x="2139" y="1131"/>
                </a:lnTo>
                <a:lnTo>
                  <a:pt x="2139" y="1132"/>
                </a:lnTo>
                <a:lnTo>
                  <a:pt x="2138" y="1132"/>
                </a:lnTo>
                <a:lnTo>
                  <a:pt x="2137" y="1131"/>
                </a:lnTo>
                <a:lnTo>
                  <a:pt x="2136" y="1131"/>
                </a:lnTo>
                <a:lnTo>
                  <a:pt x="2136" y="1132"/>
                </a:lnTo>
                <a:lnTo>
                  <a:pt x="2137" y="1132"/>
                </a:lnTo>
                <a:lnTo>
                  <a:pt x="2137" y="1133"/>
                </a:lnTo>
                <a:lnTo>
                  <a:pt x="2137" y="1134"/>
                </a:lnTo>
                <a:lnTo>
                  <a:pt x="2136" y="1134"/>
                </a:lnTo>
                <a:lnTo>
                  <a:pt x="2135" y="1134"/>
                </a:lnTo>
                <a:lnTo>
                  <a:pt x="2135" y="1133"/>
                </a:lnTo>
                <a:lnTo>
                  <a:pt x="2135" y="1134"/>
                </a:lnTo>
                <a:lnTo>
                  <a:pt x="2134" y="1134"/>
                </a:lnTo>
                <a:lnTo>
                  <a:pt x="2134" y="1133"/>
                </a:lnTo>
                <a:lnTo>
                  <a:pt x="2133" y="1134"/>
                </a:lnTo>
                <a:lnTo>
                  <a:pt x="2132" y="1134"/>
                </a:lnTo>
                <a:lnTo>
                  <a:pt x="2132" y="1133"/>
                </a:lnTo>
                <a:lnTo>
                  <a:pt x="2131" y="1135"/>
                </a:lnTo>
                <a:lnTo>
                  <a:pt x="2131" y="1136"/>
                </a:lnTo>
                <a:lnTo>
                  <a:pt x="2130" y="1136"/>
                </a:lnTo>
                <a:lnTo>
                  <a:pt x="2131" y="1136"/>
                </a:lnTo>
                <a:lnTo>
                  <a:pt x="2131" y="1135"/>
                </a:lnTo>
                <a:lnTo>
                  <a:pt x="2130" y="1135"/>
                </a:lnTo>
                <a:lnTo>
                  <a:pt x="2129" y="1135"/>
                </a:lnTo>
                <a:lnTo>
                  <a:pt x="2128" y="1135"/>
                </a:lnTo>
                <a:lnTo>
                  <a:pt x="2128" y="1136"/>
                </a:lnTo>
                <a:lnTo>
                  <a:pt x="2128" y="1137"/>
                </a:lnTo>
                <a:lnTo>
                  <a:pt x="2127" y="1137"/>
                </a:lnTo>
                <a:lnTo>
                  <a:pt x="2125" y="1137"/>
                </a:lnTo>
                <a:lnTo>
                  <a:pt x="2124" y="1136"/>
                </a:lnTo>
                <a:lnTo>
                  <a:pt x="2123" y="1136"/>
                </a:lnTo>
                <a:lnTo>
                  <a:pt x="2123" y="1137"/>
                </a:lnTo>
                <a:lnTo>
                  <a:pt x="2123" y="1138"/>
                </a:lnTo>
                <a:lnTo>
                  <a:pt x="2122" y="1138"/>
                </a:lnTo>
                <a:lnTo>
                  <a:pt x="2122" y="1139"/>
                </a:lnTo>
                <a:lnTo>
                  <a:pt x="2121" y="1138"/>
                </a:lnTo>
                <a:lnTo>
                  <a:pt x="2120" y="1139"/>
                </a:lnTo>
                <a:lnTo>
                  <a:pt x="2119" y="1140"/>
                </a:lnTo>
                <a:lnTo>
                  <a:pt x="2118" y="1141"/>
                </a:lnTo>
                <a:lnTo>
                  <a:pt x="2117" y="1141"/>
                </a:lnTo>
                <a:lnTo>
                  <a:pt x="2116" y="1141"/>
                </a:lnTo>
                <a:lnTo>
                  <a:pt x="2116" y="1142"/>
                </a:lnTo>
                <a:lnTo>
                  <a:pt x="2115" y="1142"/>
                </a:lnTo>
                <a:lnTo>
                  <a:pt x="2114" y="1142"/>
                </a:lnTo>
                <a:lnTo>
                  <a:pt x="2114" y="1143"/>
                </a:lnTo>
                <a:lnTo>
                  <a:pt x="2113" y="1143"/>
                </a:lnTo>
                <a:lnTo>
                  <a:pt x="2112" y="1143"/>
                </a:lnTo>
                <a:lnTo>
                  <a:pt x="2111" y="1142"/>
                </a:lnTo>
                <a:lnTo>
                  <a:pt x="2110" y="1142"/>
                </a:lnTo>
                <a:lnTo>
                  <a:pt x="2109" y="1142"/>
                </a:lnTo>
                <a:lnTo>
                  <a:pt x="2109" y="1143"/>
                </a:lnTo>
                <a:lnTo>
                  <a:pt x="2108" y="1144"/>
                </a:lnTo>
                <a:lnTo>
                  <a:pt x="2107" y="1144"/>
                </a:lnTo>
                <a:lnTo>
                  <a:pt x="2107" y="1145"/>
                </a:lnTo>
                <a:lnTo>
                  <a:pt x="2106" y="1145"/>
                </a:lnTo>
                <a:lnTo>
                  <a:pt x="2106" y="1144"/>
                </a:lnTo>
                <a:lnTo>
                  <a:pt x="2105" y="1145"/>
                </a:lnTo>
                <a:lnTo>
                  <a:pt x="2104" y="1146"/>
                </a:lnTo>
                <a:lnTo>
                  <a:pt x="2104" y="1145"/>
                </a:lnTo>
                <a:lnTo>
                  <a:pt x="2103" y="1146"/>
                </a:lnTo>
                <a:lnTo>
                  <a:pt x="2102" y="1146"/>
                </a:lnTo>
                <a:lnTo>
                  <a:pt x="2102" y="1147"/>
                </a:lnTo>
                <a:lnTo>
                  <a:pt x="2101" y="1147"/>
                </a:lnTo>
                <a:lnTo>
                  <a:pt x="2100" y="1148"/>
                </a:lnTo>
                <a:lnTo>
                  <a:pt x="2099" y="1148"/>
                </a:lnTo>
                <a:lnTo>
                  <a:pt x="2099" y="1149"/>
                </a:lnTo>
                <a:lnTo>
                  <a:pt x="2100" y="1150"/>
                </a:lnTo>
                <a:lnTo>
                  <a:pt x="2101" y="1150"/>
                </a:lnTo>
                <a:lnTo>
                  <a:pt x="2101" y="1149"/>
                </a:lnTo>
                <a:lnTo>
                  <a:pt x="2102" y="1150"/>
                </a:lnTo>
                <a:lnTo>
                  <a:pt x="2101" y="1150"/>
                </a:lnTo>
                <a:lnTo>
                  <a:pt x="2100" y="1150"/>
                </a:lnTo>
                <a:lnTo>
                  <a:pt x="2100" y="1151"/>
                </a:lnTo>
                <a:lnTo>
                  <a:pt x="2101" y="1151"/>
                </a:lnTo>
                <a:lnTo>
                  <a:pt x="2101" y="1152"/>
                </a:lnTo>
                <a:lnTo>
                  <a:pt x="2100" y="1153"/>
                </a:lnTo>
                <a:lnTo>
                  <a:pt x="2099" y="1153"/>
                </a:lnTo>
                <a:lnTo>
                  <a:pt x="2098" y="1153"/>
                </a:lnTo>
                <a:lnTo>
                  <a:pt x="2097" y="1153"/>
                </a:lnTo>
                <a:lnTo>
                  <a:pt x="2097" y="1154"/>
                </a:lnTo>
                <a:lnTo>
                  <a:pt x="2098" y="1155"/>
                </a:lnTo>
                <a:lnTo>
                  <a:pt x="2098" y="1156"/>
                </a:lnTo>
                <a:lnTo>
                  <a:pt x="2098" y="1157"/>
                </a:lnTo>
                <a:lnTo>
                  <a:pt x="2098" y="1158"/>
                </a:lnTo>
                <a:lnTo>
                  <a:pt x="2097" y="1158"/>
                </a:lnTo>
                <a:lnTo>
                  <a:pt x="2097" y="1159"/>
                </a:lnTo>
                <a:lnTo>
                  <a:pt x="2096" y="1159"/>
                </a:lnTo>
                <a:lnTo>
                  <a:pt x="2096" y="1158"/>
                </a:lnTo>
                <a:lnTo>
                  <a:pt x="2095" y="1158"/>
                </a:lnTo>
                <a:lnTo>
                  <a:pt x="2095" y="1159"/>
                </a:lnTo>
                <a:lnTo>
                  <a:pt x="2094" y="1159"/>
                </a:lnTo>
                <a:lnTo>
                  <a:pt x="2094" y="1160"/>
                </a:lnTo>
                <a:lnTo>
                  <a:pt x="2095" y="1160"/>
                </a:lnTo>
                <a:lnTo>
                  <a:pt x="2095" y="1161"/>
                </a:lnTo>
                <a:lnTo>
                  <a:pt x="2094" y="1161"/>
                </a:lnTo>
                <a:lnTo>
                  <a:pt x="2093" y="1161"/>
                </a:lnTo>
                <a:lnTo>
                  <a:pt x="2092" y="1161"/>
                </a:lnTo>
                <a:lnTo>
                  <a:pt x="2092" y="1160"/>
                </a:lnTo>
                <a:lnTo>
                  <a:pt x="2091" y="1160"/>
                </a:lnTo>
                <a:lnTo>
                  <a:pt x="2090" y="1160"/>
                </a:lnTo>
                <a:lnTo>
                  <a:pt x="2090" y="1161"/>
                </a:lnTo>
                <a:lnTo>
                  <a:pt x="2089" y="1161"/>
                </a:lnTo>
                <a:lnTo>
                  <a:pt x="2088" y="1161"/>
                </a:lnTo>
                <a:lnTo>
                  <a:pt x="2087" y="1161"/>
                </a:lnTo>
                <a:lnTo>
                  <a:pt x="2087" y="1162"/>
                </a:lnTo>
                <a:lnTo>
                  <a:pt x="2087" y="1163"/>
                </a:lnTo>
                <a:lnTo>
                  <a:pt x="2086" y="1163"/>
                </a:lnTo>
                <a:lnTo>
                  <a:pt x="2085" y="1164"/>
                </a:lnTo>
                <a:lnTo>
                  <a:pt x="2085" y="1165"/>
                </a:lnTo>
                <a:lnTo>
                  <a:pt x="2085" y="1166"/>
                </a:lnTo>
                <a:lnTo>
                  <a:pt x="2084" y="1167"/>
                </a:lnTo>
                <a:lnTo>
                  <a:pt x="2084" y="1166"/>
                </a:lnTo>
                <a:lnTo>
                  <a:pt x="2083" y="1166"/>
                </a:lnTo>
                <a:lnTo>
                  <a:pt x="2082" y="1167"/>
                </a:lnTo>
                <a:lnTo>
                  <a:pt x="2083" y="1167"/>
                </a:lnTo>
                <a:lnTo>
                  <a:pt x="2083" y="1168"/>
                </a:lnTo>
                <a:lnTo>
                  <a:pt x="2082" y="1168"/>
                </a:lnTo>
                <a:lnTo>
                  <a:pt x="2082" y="1167"/>
                </a:lnTo>
                <a:lnTo>
                  <a:pt x="2081" y="1167"/>
                </a:lnTo>
                <a:lnTo>
                  <a:pt x="2081" y="1168"/>
                </a:lnTo>
                <a:lnTo>
                  <a:pt x="2081" y="1169"/>
                </a:lnTo>
                <a:lnTo>
                  <a:pt x="2080" y="1169"/>
                </a:lnTo>
                <a:lnTo>
                  <a:pt x="2081" y="1169"/>
                </a:lnTo>
                <a:lnTo>
                  <a:pt x="2081" y="1170"/>
                </a:lnTo>
                <a:lnTo>
                  <a:pt x="2082" y="1170"/>
                </a:lnTo>
                <a:lnTo>
                  <a:pt x="2082" y="1169"/>
                </a:lnTo>
                <a:lnTo>
                  <a:pt x="2083" y="1170"/>
                </a:lnTo>
                <a:lnTo>
                  <a:pt x="2083" y="1171"/>
                </a:lnTo>
                <a:lnTo>
                  <a:pt x="2082" y="1171"/>
                </a:lnTo>
                <a:lnTo>
                  <a:pt x="2080" y="1171"/>
                </a:lnTo>
                <a:lnTo>
                  <a:pt x="2079" y="1171"/>
                </a:lnTo>
                <a:lnTo>
                  <a:pt x="2079" y="1172"/>
                </a:lnTo>
                <a:lnTo>
                  <a:pt x="2078" y="1172"/>
                </a:lnTo>
                <a:lnTo>
                  <a:pt x="2078" y="1173"/>
                </a:lnTo>
                <a:lnTo>
                  <a:pt x="2077" y="1173"/>
                </a:lnTo>
                <a:lnTo>
                  <a:pt x="2077" y="1174"/>
                </a:lnTo>
                <a:lnTo>
                  <a:pt x="2076" y="1174"/>
                </a:lnTo>
                <a:lnTo>
                  <a:pt x="2075" y="1174"/>
                </a:lnTo>
                <a:lnTo>
                  <a:pt x="2075" y="1175"/>
                </a:lnTo>
                <a:lnTo>
                  <a:pt x="2074" y="1175"/>
                </a:lnTo>
                <a:lnTo>
                  <a:pt x="2074" y="1176"/>
                </a:lnTo>
                <a:lnTo>
                  <a:pt x="2074" y="1177"/>
                </a:lnTo>
                <a:lnTo>
                  <a:pt x="2073" y="1177"/>
                </a:lnTo>
                <a:lnTo>
                  <a:pt x="2073" y="1178"/>
                </a:lnTo>
                <a:lnTo>
                  <a:pt x="2072" y="1178"/>
                </a:lnTo>
                <a:lnTo>
                  <a:pt x="2072" y="1179"/>
                </a:lnTo>
                <a:lnTo>
                  <a:pt x="2071" y="1179"/>
                </a:lnTo>
                <a:lnTo>
                  <a:pt x="2071" y="1180"/>
                </a:lnTo>
                <a:lnTo>
                  <a:pt x="2070" y="1180"/>
                </a:lnTo>
                <a:lnTo>
                  <a:pt x="2070" y="1181"/>
                </a:lnTo>
                <a:lnTo>
                  <a:pt x="2070" y="1182"/>
                </a:lnTo>
                <a:lnTo>
                  <a:pt x="2069" y="1182"/>
                </a:lnTo>
                <a:lnTo>
                  <a:pt x="2068" y="1183"/>
                </a:lnTo>
                <a:lnTo>
                  <a:pt x="2069" y="1183"/>
                </a:lnTo>
                <a:lnTo>
                  <a:pt x="2069" y="1184"/>
                </a:lnTo>
                <a:lnTo>
                  <a:pt x="2068" y="1184"/>
                </a:lnTo>
                <a:lnTo>
                  <a:pt x="2068" y="1185"/>
                </a:lnTo>
                <a:lnTo>
                  <a:pt x="2069" y="1186"/>
                </a:lnTo>
                <a:lnTo>
                  <a:pt x="2069" y="1187"/>
                </a:lnTo>
                <a:lnTo>
                  <a:pt x="2068" y="1188"/>
                </a:lnTo>
                <a:lnTo>
                  <a:pt x="2067" y="1188"/>
                </a:lnTo>
                <a:lnTo>
                  <a:pt x="2067" y="1189"/>
                </a:lnTo>
                <a:lnTo>
                  <a:pt x="2066" y="1189"/>
                </a:lnTo>
                <a:lnTo>
                  <a:pt x="2066" y="1190"/>
                </a:lnTo>
                <a:lnTo>
                  <a:pt x="2065" y="1190"/>
                </a:lnTo>
                <a:lnTo>
                  <a:pt x="2064" y="1190"/>
                </a:lnTo>
                <a:lnTo>
                  <a:pt x="2063" y="1190"/>
                </a:lnTo>
                <a:lnTo>
                  <a:pt x="2062" y="1189"/>
                </a:lnTo>
                <a:lnTo>
                  <a:pt x="2061" y="1189"/>
                </a:lnTo>
                <a:lnTo>
                  <a:pt x="2060" y="1189"/>
                </a:lnTo>
                <a:lnTo>
                  <a:pt x="2060" y="1188"/>
                </a:lnTo>
                <a:lnTo>
                  <a:pt x="2060" y="1187"/>
                </a:lnTo>
                <a:lnTo>
                  <a:pt x="2059" y="1187"/>
                </a:lnTo>
                <a:lnTo>
                  <a:pt x="2059" y="1186"/>
                </a:lnTo>
                <a:lnTo>
                  <a:pt x="2060" y="1186"/>
                </a:lnTo>
                <a:lnTo>
                  <a:pt x="2060" y="1185"/>
                </a:lnTo>
                <a:lnTo>
                  <a:pt x="2060" y="1184"/>
                </a:lnTo>
                <a:lnTo>
                  <a:pt x="2060" y="1183"/>
                </a:lnTo>
                <a:lnTo>
                  <a:pt x="2061" y="1183"/>
                </a:lnTo>
                <a:lnTo>
                  <a:pt x="2061" y="1182"/>
                </a:lnTo>
                <a:lnTo>
                  <a:pt x="2060" y="1182"/>
                </a:lnTo>
                <a:lnTo>
                  <a:pt x="2060" y="1181"/>
                </a:lnTo>
                <a:lnTo>
                  <a:pt x="2061" y="1181"/>
                </a:lnTo>
                <a:lnTo>
                  <a:pt x="2061" y="1180"/>
                </a:lnTo>
                <a:lnTo>
                  <a:pt x="2061" y="1179"/>
                </a:lnTo>
                <a:lnTo>
                  <a:pt x="2061" y="1178"/>
                </a:lnTo>
                <a:lnTo>
                  <a:pt x="2061" y="1177"/>
                </a:lnTo>
                <a:lnTo>
                  <a:pt x="2060" y="1177"/>
                </a:lnTo>
                <a:lnTo>
                  <a:pt x="2060" y="1178"/>
                </a:lnTo>
                <a:lnTo>
                  <a:pt x="2059" y="1178"/>
                </a:lnTo>
                <a:lnTo>
                  <a:pt x="2059" y="1177"/>
                </a:lnTo>
                <a:lnTo>
                  <a:pt x="2058" y="1177"/>
                </a:lnTo>
                <a:lnTo>
                  <a:pt x="2058" y="1176"/>
                </a:lnTo>
                <a:lnTo>
                  <a:pt x="2058" y="1175"/>
                </a:lnTo>
                <a:lnTo>
                  <a:pt x="2058" y="1174"/>
                </a:lnTo>
                <a:lnTo>
                  <a:pt x="2057" y="1174"/>
                </a:lnTo>
                <a:lnTo>
                  <a:pt x="2057" y="1173"/>
                </a:lnTo>
                <a:lnTo>
                  <a:pt x="2056" y="1172"/>
                </a:lnTo>
                <a:lnTo>
                  <a:pt x="2056" y="1171"/>
                </a:lnTo>
                <a:lnTo>
                  <a:pt x="2056" y="1170"/>
                </a:lnTo>
                <a:lnTo>
                  <a:pt x="2055" y="1168"/>
                </a:lnTo>
                <a:lnTo>
                  <a:pt x="2053" y="1167"/>
                </a:lnTo>
                <a:lnTo>
                  <a:pt x="2053" y="1166"/>
                </a:lnTo>
                <a:lnTo>
                  <a:pt x="2053" y="1165"/>
                </a:lnTo>
                <a:lnTo>
                  <a:pt x="2053" y="1164"/>
                </a:lnTo>
                <a:lnTo>
                  <a:pt x="2053" y="1163"/>
                </a:lnTo>
                <a:lnTo>
                  <a:pt x="2053" y="1162"/>
                </a:lnTo>
                <a:lnTo>
                  <a:pt x="2052" y="1161"/>
                </a:lnTo>
                <a:lnTo>
                  <a:pt x="2051" y="1161"/>
                </a:lnTo>
                <a:lnTo>
                  <a:pt x="2051" y="1160"/>
                </a:lnTo>
                <a:lnTo>
                  <a:pt x="2050" y="1159"/>
                </a:lnTo>
                <a:lnTo>
                  <a:pt x="2050" y="1158"/>
                </a:lnTo>
                <a:lnTo>
                  <a:pt x="2049" y="1158"/>
                </a:lnTo>
                <a:lnTo>
                  <a:pt x="2048" y="1158"/>
                </a:lnTo>
                <a:lnTo>
                  <a:pt x="2048" y="1157"/>
                </a:lnTo>
                <a:lnTo>
                  <a:pt x="2048" y="1156"/>
                </a:lnTo>
                <a:lnTo>
                  <a:pt x="2047" y="1154"/>
                </a:lnTo>
                <a:lnTo>
                  <a:pt x="2046" y="1154"/>
                </a:lnTo>
                <a:lnTo>
                  <a:pt x="2047" y="1153"/>
                </a:lnTo>
                <a:lnTo>
                  <a:pt x="2046" y="1152"/>
                </a:lnTo>
                <a:lnTo>
                  <a:pt x="2044" y="1149"/>
                </a:lnTo>
                <a:lnTo>
                  <a:pt x="2044" y="1150"/>
                </a:lnTo>
                <a:lnTo>
                  <a:pt x="2043" y="1150"/>
                </a:lnTo>
                <a:lnTo>
                  <a:pt x="2043" y="1149"/>
                </a:lnTo>
                <a:lnTo>
                  <a:pt x="2043" y="1148"/>
                </a:lnTo>
                <a:lnTo>
                  <a:pt x="2042" y="1147"/>
                </a:lnTo>
                <a:lnTo>
                  <a:pt x="2042" y="1145"/>
                </a:lnTo>
                <a:lnTo>
                  <a:pt x="2042" y="1144"/>
                </a:lnTo>
                <a:lnTo>
                  <a:pt x="2043" y="1144"/>
                </a:lnTo>
                <a:lnTo>
                  <a:pt x="2044" y="1143"/>
                </a:lnTo>
                <a:lnTo>
                  <a:pt x="2044" y="1142"/>
                </a:lnTo>
                <a:lnTo>
                  <a:pt x="2044" y="1141"/>
                </a:lnTo>
                <a:lnTo>
                  <a:pt x="2044" y="1140"/>
                </a:lnTo>
                <a:lnTo>
                  <a:pt x="2044" y="1139"/>
                </a:lnTo>
                <a:lnTo>
                  <a:pt x="2043" y="1138"/>
                </a:lnTo>
                <a:lnTo>
                  <a:pt x="2043" y="1137"/>
                </a:lnTo>
                <a:lnTo>
                  <a:pt x="2042" y="1137"/>
                </a:lnTo>
                <a:lnTo>
                  <a:pt x="2041" y="1137"/>
                </a:lnTo>
                <a:lnTo>
                  <a:pt x="2040" y="1137"/>
                </a:lnTo>
                <a:lnTo>
                  <a:pt x="2040" y="1138"/>
                </a:lnTo>
                <a:lnTo>
                  <a:pt x="2039" y="1137"/>
                </a:lnTo>
                <a:lnTo>
                  <a:pt x="2038" y="1137"/>
                </a:lnTo>
                <a:lnTo>
                  <a:pt x="2037" y="1138"/>
                </a:lnTo>
                <a:lnTo>
                  <a:pt x="2036" y="1138"/>
                </a:lnTo>
                <a:lnTo>
                  <a:pt x="2036" y="1137"/>
                </a:lnTo>
                <a:lnTo>
                  <a:pt x="2035" y="1137"/>
                </a:lnTo>
                <a:lnTo>
                  <a:pt x="2034" y="1137"/>
                </a:lnTo>
                <a:lnTo>
                  <a:pt x="2033" y="1137"/>
                </a:lnTo>
                <a:lnTo>
                  <a:pt x="2033" y="1136"/>
                </a:lnTo>
                <a:lnTo>
                  <a:pt x="2032" y="1136"/>
                </a:lnTo>
                <a:lnTo>
                  <a:pt x="2032" y="1137"/>
                </a:lnTo>
                <a:lnTo>
                  <a:pt x="2031" y="1137"/>
                </a:lnTo>
                <a:lnTo>
                  <a:pt x="2031" y="1136"/>
                </a:lnTo>
                <a:lnTo>
                  <a:pt x="2032" y="1136"/>
                </a:lnTo>
                <a:lnTo>
                  <a:pt x="2031" y="1136"/>
                </a:lnTo>
                <a:lnTo>
                  <a:pt x="2030" y="1136"/>
                </a:lnTo>
                <a:lnTo>
                  <a:pt x="2028" y="1135"/>
                </a:lnTo>
                <a:lnTo>
                  <a:pt x="2027" y="1134"/>
                </a:lnTo>
                <a:lnTo>
                  <a:pt x="2027" y="1135"/>
                </a:lnTo>
                <a:lnTo>
                  <a:pt x="2026" y="1135"/>
                </a:lnTo>
                <a:lnTo>
                  <a:pt x="2025" y="1135"/>
                </a:lnTo>
                <a:lnTo>
                  <a:pt x="2024" y="1135"/>
                </a:lnTo>
                <a:lnTo>
                  <a:pt x="2024" y="1134"/>
                </a:lnTo>
                <a:lnTo>
                  <a:pt x="2023" y="1133"/>
                </a:lnTo>
                <a:lnTo>
                  <a:pt x="2022" y="1133"/>
                </a:lnTo>
                <a:lnTo>
                  <a:pt x="2022" y="1132"/>
                </a:lnTo>
                <a:lnTo>
                  <a:pt x="2021" y="1131"/>
                </a:lnTo>
                <a:lnTo>
                  <a:pt x="2020" y="1131"/>
                </a:lnTo>
                <a:lnTo>
                  <a:pt x="2019" y="1130"/>
                </a:lnTo>
                <a:lnTo>
                  <a:pt x="2018" y="1130"/>
                </a:lnTo>
                <a:lnTo>
                  <a:pt x="2018" y="1129"/>
                </a:lnTo>
                <a:lnTo>
                  <a:pt x="2017" y="1129"/>
                </a:lnTo>
                <a:lnTo>
                  <a:pt x="2015" y="1129"/>
                </a:lnTo>
                <a:lnTo>
                  <a:pt x="2015" y="1128"/>
                </a:lnTo>
                <a:lnTo>
                  <a:pt x="2016" y="1128"/>
                </a:lnTo>
                <a:lnTo>
                  <a:pt x="2017" y="1126"/>
                </a:lnTo>
                <a:lnTo>
                  <a:pt x="2018" y="1126"/>
                </a:lnTo>
                <a:lnTo>
                  <a:pt x="2018" y="1125"/>
                </a:lnTo>
                <a:lnTo>
                  <a:pt x="2018" y="1123"/>
                </a:lnTo>
                <a:lnTo>
                  <a:pt x="2018" y="1122"/>
                </a:lnTo>
                <a:lnTo>
                  <a:pt x="2016" y="1122"/>
                </a:lnTo>
                <a:lnTo>
                  <a:pt x="2015" y="1122"/>
                </a:lnTo>
                <a:lnTo>
                  <a:pt x="2014" y="1121"/>
                </a:lnTo>
                <a:lnTo>
                  <a:pt x="2013" y="1121"/>
                </a:lnTo>
                <a:lnTo>
                  <a:pt x="2013" y="1120"/>
                </a:lnTo>
                <a:lnTo>
                  <a:pt x="2013" y="1119"/>
                </a:lnTo>
                <a:lnTo>
                  <a:pt x="2012" y="1119"/>
                </a:lnTo>
                <a:lnTo>
                  <a:pt x="2012" y="1121"/>
                </a:lnTo>
                <a:lnTo>
                  <a:pt x="2011" y="1121"/>
                </a:lnTo>
                <a:lnTo>
                  <a:pt x="2011" y="1122"/>
                </a:lnTo>
                <a:lnTo>
                  <a:pt x="2011" y="1123"/>
                </a:lnTo>
                <a:lnTo>
                  <a:pt x="2009" y="1124"/>
                </a:lnTo>
                <a:lnTo>
                  <a:pt x="2008" y="1125"/>
                </a:lnTo>
                <a:lnTo>
                  <a:pt x="2006" y="1125"/>
                </a:lnTo>
                <a:lnTo>
                  <a:pt x="2006" y="1126"/>
                </a:lnTo>
                <a:lnTo>
                  <a:pt x="2006" y="1127"/>
                </a:lnTo>
                <a:lnTo>
                  <a:pt x="2004" y="1127"/>
                </a:lnTo>
                <a:lnTo>
                  <a:pt x="2004" y="1128"/>
                </a:lnTo>
                <a:lnTo>
                  <a:pt x="2002" y="1128"/>
                </a:lnTo>
                <a:lnTo>
                  <a:pt x="2001" y="1128"/>
                </a:lnTo>
                <a:lnTo>
                  <a:pt x="1999" y="1128"/>
                </a:lnTo>
                <a:lnTo>
                  <a:pt x="1998" y="1128"/>
                </a:lnTo>
                <a:lnTo>
                  <a:pt x="1997" y="1129"/>
                </a:lnTo>
                <a:lnTo>
                  <a:pt x="1997" y="1130"/>
                </a:lnTo>
                <a:lnTo>
                  <a:pt x="1996" y="1130"/>
                </a:lnTo>
                <a:lnTo>
                  <a:pt x="1994" y="1131"/>
                </a:lnTo>
                <a:lnTo>
                  <a:pt x="1994" y="1132"/>
                </a:lnTo>
                <a:lnTo>
                  <a:pt x="1993" y="1132"/>
                </a:lnTo>
                <a:lnTo>
                  <a:pt x="1992" y="1132"/>
                </a:lnTo>
                <a:lnTo>
                  <a:pt x="1992" y="1133"/>
                </a:lnTo>
                <a:lnTo>
                  <a:pt x="1992" y="1134"/>
                </a:lnTo>
                <a:lnTo>
                  <a:pt x="1991" y="1134"/>
                </a:lnTo>
                <a:lnTo>
                  <a:pt x="1991" y="1135"/>
                </a:lnTo>
                <a:lnTo>
                  <a:pt x="1991" y="1136"/>
                </a:lnTo>
                <a:lnTo>
                  <a:pt x="1990" y="1136"/>
                </a:lnTo>
                <a:lnTo>
                  <a:pt x="1989" y="1137"/>
                </a:lnTo>
                <a:lnTo>
                  <a:pt x="1989" y="1138"/>
                </a:lnTo>
                <a:lnTo>
                  <a:pt x="1988" y="1139"/>
                </a:lnTo>
                <a:lnTo>
                  <a:pt x="1989" y="1139"/>
                </a:lnTo>
                <a:lnTo>
                  <a:pt x="1989" y="1140"/>
                </a:lnTo>
                <a:lnTo>
                  <a:pt x="1990" y="1140"/>
                </a:lnTo>
                <a:lnTo>
                  <a:pt x="1991" y="1140"/>
                </a:lnTo>
                <a:lnTo>
                  <a:pt x="1991" y="1141"/>
                </a:lnTo>
                <a:lnTo>
                  <a:pt x="1992" y="1142"/>
                </a:lnTo>
                <a:lnTo>
                  <a:pt x="1992" y="1143"/>
                </a:lnTo>
                <a:lnTo>
                  <a:pt x="1993" y="1144"/>
                </a:lnTo>
                <a:lnTo>
                  <a:pt x="1994" y="1144"/>
                </a:lnTo>
                <a:lnTo>
                  <a:pt x="1994" y="1145"/>
                </a:lnTo>
                <a:lnTo>
                  <a:pt x="1994" y="1146"/>
                </a:lnTo>
                <a:lnTo>
                  <a:pt x="1995" y="1147"/>
                </a:lnTo>
                <a:lnTo>
                  <a:pt x="1996" y="1147"/>
                </a:lnTo>
                <a:lnTo>
                  <a:pt x="1997" y="1147"/>
                </a:lnTo>
                <a:lnTo>
                  <a:pt x="1998" y="1147"/>
                </a:lnTo>
                <a:lnTo>
                  <a:pt x="1999" y="1148"/>
                </a:lnTo>
                <a:lnTo>
                  <a:pt x="2000" y="1148"/>
                </a:lnTo>
                <a:lnTo>
                  <a:pt x="2000" y="1149"/>
                </a:lnTo>
                <a:lnTo>
                  <a:pt x="2001" y="1150"/>
                </a:lnTo>
                <a:lnTo>
                  <a:pt x="2001" y="1151"/>
                </a:lnTo>
                <a:lnTo>
                  <a:pt x="2001" y="1152"/>
                </a:lnTo>
                <a:lnTo>
                  <a:pt x="2001" y="1153"/>
                </a:lnTo>
                <a:lnTo>
                  <a:pt x="2001" y="1154"/>
                </a:lnTo>
                <a:lnTo>
                  <a:pt x="2001" y="1155"/>
                </a:lnTo>
                <a:lnTo>
                  <a:pt x="2001" y="1156"/>
                </a:lnTo>
                <a:lnTo>
                  <a:pt x="2000" y="1157"/>
                </a:lnTo>
                <a:lnTo>
                  <a:pt x="2000" y="1158"/>
                </a:lnTo>
                <a:lnTo>
                  <a:pt x="1999" y="1158"/>
                </a:lnTo>
                <a:lnTo>
                  <a:pt x="1999" y="1159"/>
                </a:lnTo>
                <a:lnTo>
                  <a:pt x="1999" y="1160"/>
                </a:lnTo>
                <a:lnTo>
                  <a:pt x="1998" y="1160"/>
                </a:lnTo>
                <a:lnTo>
                  <a:pt x="1997" y="1161"/>
                </a:lnTo>
                <a:lnTo>
                  <a:pt x="1996" y="1162"/>
                </a:lnTo>
                <a:lnTo>
                  <a:pt x="1996" y="1163"/>
                </a:lnTo>
                <a:lnTo>
                  <a:pt x="1996" y="1164"/>
                </a:lnTo>
                <a:lnTo>
                  <a:pt x="1996" y="1165"/>
                </a:lnTo>
                <a:lnTo>
                  <a:pt x="1996" y="1166"/>
                </a:lnTo>
                <a:lnTo>
                  <a:pt x="1997" y="1166"/>
                </a:lnTo>
                <a:lnTo>
                  <a:pt x="1997" y="1167"/>
                </a:lnTo>
                <a:lnTo>
                  <a:pt x="1997" y="1169"/>
                </a:lnTo>
                <a:lnTo>
                  <a:pt x="1996" y="1170"/>
                </a:lnTo>
                <a:lnTo>
                  <a:pt x="1996" y="1171"/>
                </a:lnTo>
                <a:lnTo>
                  <a:pt x="1996" y="1172"/>
                </a:lnTo>
                <a:lnTo>
                  <a:pt x="1997" y="1172"/>
                </a:lnTo>
                <a:lnTo>
                  <a:pt x="1997" y="1173"/>
                </a:lnTo>
                <a:lnTo>
                  <a:pt x="1996" y="1173"/>
                </a:lnTo>
                <a:lnTo>
                  <a:pt x="1996" y="1174"/>
                </a:lnTo>
                <a:lnTo>
                  <a:pt x="1996" y="1175"/>
                </a:lnTo>
                <a:lnTo>
                  <a:pt x="1995" y="1176"/>
                </a:lnTo>
                <a:lnTo>
                  <a:pt x="1995" y="1177"/>
                </a:lnTo>
                <a:lnTo>
                  <a:pt x="1995" y="1178"/>
                </a:lnTo>
                <a:lnTo>
                  <a:pt x="1995" y="1179"/>
                </a:lnTo>
                <a:lnTo>
                  <a:pt x="1994" y="1179"/>
                </a:lnTo>
                <a:lnTo>
                  <a:pt x="1994" y="1180"/>
                </a:lnTo>
                <a:lnTo>
                  <a:pt x="1993" y="1181"/>
                </a:lnTo>
                <a:lnTo>
                  <a:pt x="1993" y="1182"/>
                </a:lnTo>
                <a:lnTo>
                  <a:pt x="1994" y="1183"/>
                </a:lnTo>
                <a:lnTo>
                  <a:pt x="1995" y="1183"/>
                </a:lnTo>
                <a:lnTo>
                  <a:pt x="1995" y="1185"/>
                </a:lnTo>
                <a:lnTo>
                  <a:pt x="1994" y="1185"/>
                </a:lnTo>
                <a:lnTo>
                  <a:pt x="1994" y="1186"/>
                </a:lnTo>
                <a:lnTo>
                  <a:pt x="1995" y="1186"/>
                </a:lnTo>
                <a:lnTo>
                  <a:pt x="1995" y="1187"/>
                </a:lnTo>
                <a:lnTo>
                  <a:pt x="1994" y="1188"/>
                </a:lnTo>
                <a:lnTo>
                  <a:pt x="1994" y="1189"/>
                </a:lnTo>
                <a:lnTo>
                  <a:pt x="1994" y="1191"/>
                </a:lnTo>
                <a:lnTo>
                  <a:pt x="1995" y="1191"/>
                </a:lnTo>
                <a:lnTo>
                  <a:pt x="1995" y="1192"/>
                </a:lnTo>
                <a:lnTo>
                  <a:pt x="1995" y="1194"/>
                </a:lnTo>
                <a:lnTo>
                  <a:pt x="1994" y="1194"/>
                </a:lnTo>
                <a:lnTo>
                  <a:pt x="1995" y="1195"/>
                </a:lnTo>
                <a:lnTo>
                  <a:pt x="1995" y="1196"/>
                </a:lnTo>
                <a:lnTo>
                  <a:pt x="1996" y="1196"/>
                </a:lnTo>
                <a:lnTo>
                  <a:pt x="1996" y="1197"/>
                </a:lnTo>
                <a:lnTo>
                  <a:pt x="1997" y="1197"/>
                </a:lnTo>
                <a:lnTo>
                  <a:pt x="1997" y="1198"/>
                </a:lnTo>
                <a:lnTo>
                  <a:pt x="1998" y="1198"/>
                </a:lnTo>
                <a:lnTo>
                  <a:pt x="1998" y="1199"/>
                </a:lnTo>
                <a:lnTo>
                  <a:pt x="1999" y="1199"/>
                </a:lnTo>
                <a:lnTo>
                  <a:pt x="2000" y="1199"/>
                </a:lnTo>
                <a:lnTo>
                  <a:pt x="2001" y="1200"/>
                </a:lnTo>
                <a:lnTo>
                  <a:pt x="2002" y="1200"/>
                </a:lnTo>
                <a:lnTo>
                  <a:pt x="2004" y="1201"/>
                </a:lnTo>
                <a:lnTo>
                  <a:pt x="2004" y="1202"/>
                </a:lnTo>
                <a:lnTo>
                  <a:pt x="2004" y="1203"/>
                </a:lnTo>
                <a:lnTo>
                  <a:pt x="2004" y="1204"/>
                </a:lnTo>
                <a:lnTo>
                  <a:pt x="2002" y="1204"/>
                </a:lnTo>
                <a:lnTo>
                  <a:pt x="1999" y="1204"/>
                </a:lnTo>
                <a:lnTo>
                  <a:pt x="1999" y="1205"/>
                </a:lnTo>
                <a:lnTo>
                  <a:pt x="2000" y="1206"/>
                </a:lnTo>
                <a:lnTo>
                  <a:pt x="2000" y="1207"/>
                </a:lnTo>
                <a:lnTo>
                  <a:pt x="2001" y="1207"/>
                </a:lnTo>
                <a:lnTo>
                  <a:pt x="2001" y="1208"/>
                </a:lnTo>
                <a:lnTo>
                  <a:pt x="2002" y="1208"/>
                </a:lnTo>
                <a:lnTo>
                  <a:pt x="2002" y="1209"/>
                </a:lnTo>
                <a:lnTo>
                  <a:pt x="2003" y="1209"/>
                </a:lnTo>
                <a:lnTo>
                  <a:pt x="2003" y="1210"/>
                </a:lnTo>
                <a:lnTo>
                  <a:pt x="2002" y="1210"/>
                </a:lnTo>
                <a:lnTo>
                  <a:pt x="2002" y="1211"/>
                </a:lnTo>
                <a:lnTo>
                  <a:pt x="2003" y="1212"/>
                </a:lnTo>
                <a:lnTo>
                  <a:pt x="2002" y="1213"/>
                </a:lnTo>
                <a:lnTo>
                  <a:pt x="2001" y="1214"/>
                </a:lnTo>
                <a:lnTo>
                  <a:pt x="2000" y="1215"/>
                </a:lnTo>
                <a:lnTo>
                  <a:pt x="2000" y="1217"/>
                </a:lnTo>
                <a:lnTo>
                  <a:pt x="2000" y="1218"/>
                </a:lnTo>
                <a:lnTo>
                  <a:pt x="2001" y="1219"/>
                </a:lnTo>
                <a:lnTo>
                  <a:pt x="2000" y="1219"/>
                </a:lnTo>
                <a:lnTo>
                  <a:pt x="2000" y="1220"/>
                </a:lnTo>
                <a:lnTo>
                  <a:pt x="2000" y="1219"/>
                </a:lnTo>
                <a:lnTo>
                  <a:pt x="1999" y="1219"/>
                </a:lnTo>
                <a:lnTo>
                  <a:pt x="1999" y="1220"/>
                </a:lnTo>
                <a:lnTo>
                  <a:pt x="1998" y="1220"/>
                </a:lnTo>
                <a:lnTo>
                  <a:pt x="1996" y="1220"/>
                </a:lnTo>
                <a:lnTo>
                  <a:pt x="1995" y="1221"/>
                </a:lnTo>
                <a:lnTo>
                  <a:pt x="1995" y="1222"/>
                </a:lnTo>
                <a:lnTo>
                  <a:pt x="1996" y="1222"/>
                </a:lnTo>
                <a:lnTo>
                  <a:pt x="1996" y="1223"/>
                </a:lnTo>
                <a:lnTo>
                  <a:pt x="1997" y="1224"/>
                </a:lnTo>
                <a:lnTo>
                  <a:pt x="1996" y="1224"/>
                </a:lnTo>
                <a:lnTo>
                  <a:pt x="1996" y="1225"/>
                </a:lnTo>
                <a:lnTo>
                  <a:pt x="1995" y="1225"/>
                </a:lnTo>
                <a:lnTo>
                  <a:pt x="1996" y="1226"/>
                </a:lnTo>
                <a:lnTo>
                  <a:pt x="1996" y="1227"/>
                </a:lnTo>
                <a:lnTo>
                  <a:pt x="1997" y="1228"/>
                </a:lnTo>
                <a:lnTo>
                  <a:pt x="1996" y="1229"/>
                </a:lnTo>
                <a:lnTo>
                  <a:pt x="1995" y="1229"/>
                </a:lnTo>
                <a:lnTo>
                  <a:pt x="1995" y="1228"/>
                </a:lnTo>
                <a:lnTo>
                  <a:pt x="1995" y="1227"/>
                </a:lnTo>
                <a:lnTo>
                  <a:pt x="1995" y="1228"/>
                </a:lnTo>
                <a:lnTo>
                  <a:pt x="1994" y="1229"/>
                </a:lnTo>
                <a:lnTo>
                  <a:pt x="1993" y="1229"/>
                </a:lnTo>
                <a:lnTo>
                  <a:pt x="1992" y="1229"/>
                </a:lnTo>
                <a:lnTo>
                  <a:pt x="1990" y="1229"/>
                </a:lnTo>
                <a:lnTo>
                  <a:pt x="1989" y="1229"/>
                </a:lnTo>
                <a:lnTo>
                  <a:pt x="1989" y="1230"/>
                </a:lnTo>
                <a:lnTo>
                  <a:pt x="1988" y="1230"/>
                </a:lnTo>
                <a:lnTo>
                  <a:pt x="1988" y="1231"/>
                </a:lnTo>
                <a:lnTo>
                  <a:pt x="1986" y="1231"/>
                </a:lnTo>
                <a:lnTo>
                  <a:pt x="1986" y="1232"/>
                </a:lnTo>
                <a:lnTo>
                  <a:pt x="1986" y="1233"/>
                </a:lnTo>
                <a:lnTo>
                  <a:pt x="1985" y="1233"/>
                </a:lnTo>
                <a:lnTo>
                  <a:pt x="1983" y="1233"/>
                </a:lnTo>
                <a:lnTo>
                  <a:pt x="1981" y="1232"/>
                </a:lnTo>
                <a:lnTo>
                  <a:pt x="1980" y="1232"/>
                </a:lnTo>
                <a:lnTo>
                  <a:pt x="1979" y="1232"/>
                </a:lnTo>
                <a:lnTo>
                  <a:pt x="1978" y="1232"/>
                </a:lnTo>
                <a:lnTo>
                  <a:pt x="1977" y="1232"/>
                </a:lnTo>
                <a:lnTo>
                  <a:pt x="1976" y="1232"/>
                </a:lnTo>
                <a:lnTo>
                  <a:pt x="1974" y="1232"/>
                </a:lnTo>
                <a:lnTo>
                  <a:pt x="1973" y="1232"/>
                </a:lnTo>
                <a:lnTo>
                  <a:pt x="1972" y="1232"/>
                </a:lnTo>
                <a:lnTo>
                  <a:pt x="1971" y="1232"/>
                </a:lnTo>
                <a:lnTo>
                  <a:pt x="1970" y="1232"/>
                </a:lnTo>
                <a:lnTo>
                  <a:pt x="1969" y="1232"/>
                </a:lnTo>
                <a:lnTo>
                  <a:pt x="1969" y="1231"/>
                </a:lnTo>
                <a:lnTo>
                  <a:pt x="1967" y="1231"/>
                </a:lnTo>
                <a:lnTo>
                  <a:pt x="1966" y="1231"/>
                </a:lnTo>
                <a:lnTo>
                  <a:pt x="1965" y="1231"/>
                </a:lnTo>
                <a:lnTo>
                  <a:pt x="1964" y="1231"/>
                </a:lnTo>
                <a:lnTo>
                  <a:pt x="1963" y="1231"/>
                </a:lnTo>
                <a:lnTo>
                  <a:pt x="1963" y="1230"/>
                </a:lnTo>
                <a:lnTo>
                  <a:pt x="1962" y="1230"/>
                </a:lnTo>
                <a:lnTo>
                  <a:pt x="1962" y="1231"/>
                </a:lnTo>
                <a:lnTo>
                  <a:pt x="1961" y="1231"/>
                </a:lnTo>
                <a:lnTo>
                  <a:pt x="1961" y="1232"/>
                </a:lnTo>
                <a:lnTo>
                  <a:pt x="1960" y="1231"/>
                </a:lnTo>
                <a:lnTo>
                  <a:pt x="1959" y="1231"/>
                </a:lnTo>
                <a:lnTo>
                  <a:pt x="1958" y="1231"/>
                </a:lnTo>
                <a:lnTo>
                  <a:pt x="1958" y="1232"/>
                </a:lnTo>
                <a:lnTo>
                  <a:pt x="1957" y="1232"/>
                </a:lnTo>
                <a:lnTo>
                  <a:pt x="1957" y="1231"/>
                </a:lnTo>
                <a:lnTo>
                  <a:pt x="1956" y="1231"/>
                </a:lnTo>
                <a:lnTo>
                  <a:pt x="1955" y="1231"/>
                </a:lnTo>
                <a:lnTo>
                  <a:pt x="1954" y="1230"/>
                </a:lnTo>
                <a:lnTo>
                  <a:pt x="1954" y="1229"/>
                </a:lnTo>
                <a:lnTo>
                  <a:pt x="1954" y="1228"/>
                </a:lnTo>
                <a:lnTo>
                  <a:pt x="1953" y="1228"/>
                </a:lnTo>
                <a:lnTo>
                  <a:pt x="1952" y="1226"/>
                </a:lnTo>
                <a:lnTo>
                  <a:pt x="1952" y="1225"/>
                </a:lnTo>
                <a:lnTo>
                  <a:pt x="1953" y="1225"/>
                </a:lnTo>
                <a:lnTo>
                  <a:pt x="1953" y="1223"/>
                </a:lnTo>
                <a:lnTo>
                  <a:pt x="1952" y="1224"/>
                </a:lnTo>
                <a:lnTo>
                  <a:pt x="1952" y="1225"/>
                </a:lnTo>
                <a:lnTo>
                  <a:pt x="1951" y="1224"/>
                </a:lnTo>
                <a:lnTo>
                  <a:pt x="1950" y="1224"/>
                </a:lnTo>
                <a:lnTo>
                  <a:pt x="1950" y="1225"/>
                </a:lnTo>
                <a:lnTo>
                  <a:pt x="1949" y="1225"/>
                </a:lnTo>
                <a:lnTo>
                  <a:pt x="1948" y="1225"/>
                </a:lnTo>
                <a:lnTo>
                  <a:pt x="1947" y="1226"/>
                </a:lnTo>
                <a:lnTo>
                  <a:pt x="1946" y="1226"/>
                </a:lnTo>
                <a:lnTo>
                  <a:pt x="1946" y="1227"/>
                </a:lnTo>
                <a:lnTo>
                  <a:pt x="1946" y="1228"/>
                </a:lnTo>
                <a:lnTo>
                  <a:pt x="1945" y="1228"/>
                </a:lnTo>
                <a:lnTo>
                  <a:pt x="1945" y="1229"/>
                </a:lnTo>
                <a:lnTo>
                  <a:pt x="1944" y="1229"/>
                </a:lnTo>
                <a:lnTo>
                  <a:pt x="1943" y="1229"/>
                </a:lnTo>
                <a:lnTo>
                  <a:pt x="1941" y="1229"/>
                </a:lnTo>
                <a:lnTo>
                  <a:pt x="1941" y="1228"/>
                </a:lnTo>
                <a:lnTo>
                  <a:pt x="1940" y="1228"/>
                </a:lnTo>
                <a:lnTo>
                  <a:pt x="1939" y="1228"/>
                </a:lnTo>
                <a:lnTo>
                  <a:pt x="1938" y="1227"/>
                </a:lnTo>
                <a:lnTo>
                  <a:pt x="1937" y="1226"/>
                </a:lnTo>
                <a:lnTo>
                  <a:pt x="1936" y="1226"/>
                </a:lnTo>
                <a:lnTo>
                  <a:pt x="1936" y="1227"/>
                </a:lnTo>
                <a:lnTo>
                  <a:pt x="1932" y="1227"/>
                </a:lnTo>
                <a:lnTo>
                  <a:pt x="1931" y="1227"/>
                </a:lnTo>
                <a:lnTo>
                  <a:pt x="1930" y="1226"/>
                </a:lnTo>
                <a:lnTo>
                  <a:pt x="1929" y="1226"/>
                </a:lnTo>
                <a:lnTo>
                  <a:pt x="1927" y="1226"/>
                </a:lnTo>
                <a:lnTo>
                  <a:pt x="1926" y="1226"/>
                </a:lnTo>
                <a:lnTo>
                  <a:pt x="1926" y="1227"/>
                </a:lnTo>
                <a:lnTo>
                  <a:pt x="1925" y="1226"/>
                </a:lnTo>
                <a:lnTo>
                  <a:pt x="1924" y="1226"/>
                </a:lnTo>
                <a:lnTo>
                  <a:pt x="1923" y="1227"/>
                </a:lnTo>
                <a:lnTo>
                  <a:pt x="1920" y="1227"/>
                </a:lnTo>
                <a:lnTo>
                  <a:pt x="1919" y="1227"/>
                </a:lnTo>
                <a:lnTo>
                  <a:pt x="1918" y="1227"/>
                </a:lnTo>
                <a:lnTo>
                  <a:pt x="1918" y="1228"/>
                </a:lnTo>
                <a:lnTo>
                  <a:pt x="1917" y="1228"/>
                </a:lnTo>
                <a:lnTo>
                  <a:pt x="1916" y="1228"/>
                </a:lnTo>
                <a:lnTo>
                  <a:pt x="1915" y="1228"/>
                </a:lnTo>
                <a:lnTo>
                  <a:pt x="1914" y="1228"/>
                </a:lnTo>
                <a:lnTo>
                  <a:pt x="1914" y="1229"/>
                </a:lnTo>
                <a:lnTo>
                  <a:pt x="1914" y="1230"/>
                </a:lnTo>
                <a:lnTo>
                  <a:pt x="1913" y="1230"/>
                </a:lnTo>
                <a:lnTo>
                  <a:pt x="1913" y="1231"/>
                </a:lnTo>
                <a:lnTo>
                  <a:pt x="1911" y="1231"/>
                </a:lnTo>
                <a:lnTo>
                  <a:pt x="1910" y="1231"/>
                </a:lnTo>
                <a:lnTo>
                  <a:pt x="1910" y="1230"/>
                </a:lnTo>
                <a:lnTo>
                  <a:pt x="1909" y="1229"/>
                </a:lnTo>
                <a:lnTo>
                  <a:pt x="1909" y="1228"/>
                </a:lnTo>
                <a:lnTo>
                  <a:pt x="1909" y="1227"/>
                </a:lnTo>
                <a:lnTo>
                  <a:pt x="1909" y="1226"/>
                </a:lnTo>
                <a:lnTo>
                  <a:pt x="1909" y="1225"/>
                </a:lnTo>
                <a:lnTo>
                  <a:pt x="1908" y="1225"/>
                </a:lnTo>
                <a:lnTo>
                  <a:pt x="1908" y="1224"/>
                </a:lnTo>
                <a:lnTo>
                  <a:pt x="1909" y="1224"/>
                </a:lnTo>
                <a:lnTo>
                  <a:pt x="1910" y="1223"/>
                </a:lnTo>
                <a:lnTo>
                  <a:pt x="1909" y="1223"/>
                </a:lnTo>
                <a:lnTo>
                  <a:pt x="1909" y="1222"/>
                </a:lnTo>
                <a:lnTo>
                  <a:pt x="1908" y="1222"/>
                </a:lnTo>
                <a:lnTo>
                  <a:pt x="1908" y="1221"/>
                </a:lnTo>
                <a:lnTo>
                  <a:pt x="1908" y="1220"/>
                </a:lnTo>
                <a:lnTo>
                  <a:pt x="1909" y="1219"/>
                </a:lnTo>
                <a:lnTo>
                  <a:pt x="1908" y="1219"/>
                </a:lnTo>
                <a:lnTo>
                  <a:pt x="1908" y="1218"/>
                </a:lnTo>
                <a:lnTo>
                  <a:pt x="1908" y="1217"/>
                </a:lnTo>
                <a:lnTo>
                  <a:pt x="1907" y="1217"/>
                </a:lnTo>
                <a:lnTo>
                  <a:pt x="1907" y="1215"/>
                </a:lnTo>
                <a:lnTo>
                  <a:pt x="1906" y="1215"/>
                </a:lnTo>
                <a:lnTo>
                  <a:pt x="1904" y="1214"/>
                </a:lnTo>
                <a:lnTo>
                  <a:pt x="1903" y="1214"/>
                </a:lnTo>
                <a:lnTo>
                  <a:pt x="1902" y="1214"/>
                </a:lnTo>
                <a:lnTo>
                  <a:pt x="1901" y="1214"/>
                </a:lnTo>
                <a:lnTo>
                  <a:pt x="1901" y="1213"/>
                </a:lnTo>
                <a:lnTo>
                  <a:pt x="1902" y="1212"/>
                </a:lnTo>
                <a:lnTo>
                  <a:pt x="1903" y="1212"/>
                </a:lnTo>
                <a:lnTo>
                  <a:pt x="1904" y="1212"/>
                </a:lnTo>
                <a:lnTo>
                  <a:pt x="1904" y="1211"/>
                </a:lnTo>
                <a:lnTo>
                  <a:pt x="1904" y="1210"/>
                </a:lnTo>
                <a:lnTo>
                  <a:pt x="1905" y="1210"/>
                </a:lnTo>
                <a:lnTo>
                  <a:pt x="1906" y="1209"/>
                </a:lnTo>
                <a:lnTo>
                  <a:pt x="1906" y="1208"/>
                </a:lnTo>
                <a:lnTo>
                  <a:pt x="1905" y="1208"/>
                </a:lnTo>
                <a:lnTo>
                  <a:pt x="1904" y="1207"/>
                </a:lnTo>
                <a:lnTo>
                  <a:pt x="1904" y="1206"/>
                </a:lnTo>
                <a:lnTo>
                  <a:pt x="1904" y="1205"/>
                </a:lnTo>
                <a:lnTo>
                  <a:pt x="1905" y="1204"/>
                </a:lnTo>
                <a:lnTo>
                  <a:pt x="1904" y="1203"/>
                </a:lnTo>
                <a:lnTo>
                  <a:pt x="1903" y="1204"/>
                </a:lnTo>
                <a:lnTo>
                  <a:pt x="1902" y="1204"/>
                </a:lnTo>
                <a:lnTo>
                  <a:pt x="1902" y="1203"/>
                </a:lnTo>
                <a:lnTo>
                  <a:pt x="1901" y="1203"/>
                </a:lnTo>
                <a:lnTo>
                  <a:pt x="1900" y="1202"/>
                </a:lnTo>
                <a:lnTo>
                  <a:pt x="1899" y="1202"/>
                </a:lnTo>
                <a:lnTo>
                  <a:pt x="1898" y="1202"/>
                </a:lnTo>
                <a:lnTo>
                  <a:pt x="1897" y="1202"/>
                </a:lnTo>
                <a:lnTo>
                  <a:pt x="1897" y="1201"/>
                </a:lnTo>
                <a:lnTo>
                  <a:pt x="1896" y="1199"/>
                </a:lnTo>
                <a:lnTo>
                  <a:pt x="1896" y="1198"/>
                </a:lnTo>
                <a:lnTo>
                  <a:pt x="1896" y="1197"/>
                </a:lnTo>
                <a:lnTo>
                  <a:pt x="1896" y="1196"/>
                </a:lnTo>
                <a:lnTo>
                  <a:pt x="1896" y="1195"/>
                </a:lnTo>
                <a:lnTo>
                  <a:pt x="1896" y="1196"/>
                </a:lnTo>
                <a:lnTo>
                  <a:pt x="1895" y="1195"/>
                </a:lnTo>
                <a:lnTo>
                  <a:pt x="1895" y="1194"/>
                </a:lnTo>
                <a:lnTo>
                  <a:pt x="1894" y="1194"/>
                </a:lnTo>
                <a:lnTo>
                  <a:pt x="1893" y="1193"/>
                </a:lnTo>
                <a:lnTo>
                  <a:pt x="1892" y="1192"/>
                </a:lnTo>
                <a:lnTo>
                  <a:pt x="1891" y="1192"/>
                </a:lnTo>
                <a:lnTo>
                  <a:pt x="1892" y="1191"/>
                </a:lnTo>
                <a:lnTo>
                  <a:pt x="1892" y="1190"/>
                </a:lnTo>
                <a:lnTo>
                  <a:pt x="1891" y="1190"/>
                </a:lnTo>
                <a:lnTo>
                  <a:pt x="1891" y="1189"/>
                </a:lnTo>
                <a:lnTo>
                  <a:pt x="1891" y="1188"/>
                </a:lnTo>
                <a:lnTo>
                  <a:pt x="1890" y="1187"/>
                </a:lnTo>
                <a:lnTo>
                  <a:pt x="1889" y="1187"/>
                </a:lnTo>
                <a:lnTo>
                  <a:pt x="1889" y="1186"/>
                </a:lnTo>
                <a:lnTo>
                  <a:pt x="1889" y="1185"/>
                </a:lnTo>
                <a:lnTo>
                  <a:pt x="1890" y="1184"/>
                </a:lnTo>
                <a:lnTo>
                  <a:pt x="1889" y="1184"/>
                </a:lnTo>
                <a:lnTo>
                  <a:pt x="1889" y="1183"/>
                </a:lnTo>
                <a:lnTo>
                  <a:pt x="1889" y="1182"/>
                </a:lnTo>
                <a:lnTo>
                  <a:pt x="1890" y="1182"/>
                </a:lnTo>
                <a:lnTo>
                  <a:pt x="1890" y="1181"/>
                </a:lnTo>
                <a:lnTo>
                  <a:pt x="1890" y="1180"/>
                </a:lnTo>
                <a:lnTo>
                  <a:pt x="1891" y="1179"/>
                </a:lnTo>
                <a:lnTo>
                  <a:pt x="1892" y="1179"/>
                </a:lnTo>
                <a:lnTo>
                  <a:pt x="1892" y="1178"/>
                </a:lnTo>
                <a:lnTo>
                  <a:pt x="1893" y="1178"/>
                </a:lnTo>
                <a:lnTo>
                  <a:pt x="1894" y="1178"/>
                </a:lnTo>
                <a:lnTo>
                  <a:pt x="1895" y="1179"/>
                </a:lnTo>
                <a:lnTo>
                  <a:pt x="1896" y="1178"/>
                </a:lnTo>
                <a:lnTo>
                  <a:pt x="1897" y="1178"/>
                </a:lnTo>
                <a:lnTo>
                  <a:pt x="1898" y="1178"/>
                </a:lnTo>
                <a:lnTo>
                  <a:pt x="1899" y="1180"/>
                </a:lnTo>
                <a:lnTo>
                  <a:pt x="1899" y="1181"/>
                </a:lnTo>
                <a:lnTo>
                  <a:pt x="1899" y="1182"/>
                </a:lnTo>
                <a:lnTo>
                  <a:pt x="1899" y="1183"/>
                </a:lnTo>
                <a:lnTo>
                  <a:pt x="1900" y="1183"/>
                </a:lnTo>
                <a:lnTo>
                  <a:pt x="1900" y="1184"/>
                </a:lnTo>
                <a:lnTo>
                  <a:pt x="1902" y="1184"/>
                </a:lnTo>
                <a:lnTo>
                  <a:pt x="1902" y="1183"/>
                </a:lnTo>
                <a:lnTo>
                  <a:pt x="1903" y="1182"/>
                </a:lnTo>
                <a:lnTo>
                  <a:pt x="1904" y="1182"/>
                </a:lnTo>
                <a:lnTo>
                  <a:pt x="1904" y="1181"/>
                </a:lnTo>
                <a:lnTo>
                  <a:pt x="1905" y="1180"/>
                </a:lnTo>
                <a:lnTo>
                  <a:pt x="1905" y="1179"/>
                </a:lnTo>
                <a:lnTo>
                  <a:pt x="1905" y="1178"/>
                </a:lnTo>
                <a:lnTo>
                  <a:pt x="1906" y="1177"/>
                </a:lnTo>
                <a:lnTo>
                  <a:pt x="1906" y="1176"/>
                </a:lnTo>
                <a:lnTo>
                  <a:pt x="1907" y="1175"/>
                </a:lnTo>
                <a:lnTo>
                  <a:pt x="1908" y="1175"/>
                </a:lnTo>
                <a:lnTo>
                  <a:pt x="1907" y="1174"/>
                </a:lnTo>
                <a:lnTo>
                  <a:pt x="1907" y="1173"/>
                </a:lnTo>
                <a:lnTo>
                  <a:pt x="1907" y="1172"/>
                </a:lnTo>
                <a:lnTo>
                  <a:pt x="1906" y="1172"/>
                </a:lnTo>
                <a:lnTo>
                  <a:pt x="1906" y="1171"/>
                </a:lnTo>
                <a:lnTo>
                  <a:pt x="1905" y="1171"/>
                </a:lnTo>
                <a:lnTo>
                  <a:pt x="1904" y="1170"/>
                </a:lnTo>
                <a:lnTo>
                  <a:pt x="1904" y="1169"/>
                </a:lnTo>
                <a:lnTo>
                  <a:pt x="1902" y="1168"/>
                </a:lnTo>
                <a:lnTo>
                  <a:pt x="1901" y="1168"/>
                </a:lnTo>
                <a:lnTo>
                  <a:pt x="1901" y="1167"/>
                </a:lnTo>
                <a:lnTo>
                  <a:pt x="1901" y="1166"/>
                </a:lnTo>
                <a:lnTo>
                  <a:pt x="1902" y="1166"/>
                </a:lnTo>
                <a:lnTo>
                  <a:pt x="1904" y="1165"/>
                </a:lnTo>
                <a:lnTo>
                  <a:pt x="1904" y="1164"/>
                </a:lnTo>
                <a:lnTo>
                  <a:pt x="1904" y="1163"/>
                </a:lnTo>
                <a:lnTo>
                  <a:pt x="1904" y="1162"/>
                </a:lnTo>
                <a:lnTo>
                  <a:pt x="1904" y="1161"/>
                </a:lnTo>
                <a:lnTo>
                  <a:pt x="1905" y="1161"/>
                </a:lnTo>
                <a:lnTo>
                  <a:pt x="1905" y="1160"/>
                </a:lnTo>
                <a:lnTo>
                  <a:pt x="1904" y="1160"/>
                </a:lnTo>
                <a:lnTo>
                  <a:pt x="1903" y="1159"/>
                </a:lnTo>
                <a:lnTo>
                  <a:pt x="1903" y="1158"/>
                </a:lnTo>
                <a:lnTo>
                  <a:pt x="1900" y="1158"/>
                </a:lnTo>
                <a:lnTo>
                  <a:pt x="1899" y="1158"/>
                </a:lnTo>
                <a:lnTo>
                  <a:pt x="1898" y="1158"/>
                </a:lnTo>
                <a:lnTo>
                  <a:pt x="1899" y="1157"/>
                </a:lnTo>
                <a:lnTo>
                  <a:pt x="1900" y="1157"/>
                </a:lnTo>
                <a:lnTo>
                  <a:pt x="1901" y="1156"/>
                </a:lnTo>
                <a:lnTo>
                  <a:pt x="1902" y="1156"/>
                </a:lnTo>
                <a:lnTo>
                  <a:pt x="1902" y="1155"/>
                </a:lnTo>
                <a:lnTo>
                  <a:pt x="1903" y="1155"/>
                </a:lnTo>
                <a:lnTo>
                  <a:pt x="1903" y="1154"/>
                </a:lnTo>
                <a:lnTo>
                  <a:pt x="1903" y="1153"/>
                </a:lnTo>
                <a:lnTo>
                  <a:pt x="1902" y="1153"/>
                </a:lnTo>
                <a:lnTo>
                  <a:pt x="1902" y="1152"/>
                </a:lnTo>
                <a:lnTo>
                  <a:pt x="1901" y="1152"/>
                </a:lnTo>
                <a:lnTo>
                  <a:pt x="1901" y="1151"/>
                </a:lnTo>
                <a:lnTo>
                  <a:pt x="1900" y="1150"/>
                </a:lnTo>
                <a:lnTo>
                  <a:pt x="1899" y="1150"/>
                </a:lnTo>
                <a:lnTo>
                  <a:pt x="1898" y="1150"/>
                </a:lnTo>
                <a:lnTo>
                  <a:pt x="1897" y="1150"/>
                </a:lnTo>
                <a:lnTo>
                  <a:pt x="1897" y="1151"/>
                </a:lnTo>
                <a:lnTo>
                  <a:pt x="1896" y="1151"/>
                </a:lnTo>
                <a:lnTo>
                  <a:pt x="1896" y="1152"/>
                </a:lnTo>
                <a:lnTo>
                  <a:pt x="1896" y="1153"/>
                </a:lnTo>
                <a:lnTo>
                  <a:pt x="1897" y="1153"/>
                </a:lnTo>
                <a:lnTo>
                  <a:pt x="1897" y="1154"/>
                </a:lnTo>
                <a:lnTo>
                  <a:pt x="1896" y="1154"/>
                </a:lnTo>
                <a:lnTo>
                  <a:pt x="1896" y="1155"/>
                </a:lnTo>
                <a:lnTo>
                  <a:pt x="1894" y="1156"/>
                </a:lnTo>
                <a:lnTo>
                  <a:pt x="1891" y="1156"/>
                </a:lnTo>
                <a:lnTo>
                  <a:pt x="1890" y="1156"/>
                </a:lnTo>
                <a:lnTo>
                  <a:pt x="1889" y="1156"/>
                </a:lnTo>
                <a:lnTo>
                  <a:pt x="1887" y="1155"/>
                </a:lnTo>
                <a:lnTo>
                  <a:pt x="1889" y="1155"/>
                </a:lnTo>
                <a:lnTo>
                  <a:pt x="1889" y="1154"/>
                </a:lnTo>
                <a:lnTo>
                  <a:pt x="1890" y="1154"/>
                </a:lnTo>
                <a:lnTo>
                  <a:pt x="1890" y="1153"/>
                </a:lnTo>
                <a:lnTo>
                  <a:pt x="1889" y="1153"/>
                </a:lnTo>
                <a:lnTo>
                  <a:pt x="1889" y="1152"/>
                </a:lnTo>
                <a:lnTo>
                  <a:pt x="1890" y="1153"/>
                </a:lnTo>
                <a:lnTo>
                  <a:pt x="1891" y="1153"/>
                </a:lnTo>
                <a:lnTo>
                  <a:pt x="1891" y="1152"/>
                </a:lnTo>
                <a:lnTo>
                  <a:pt x="1891" y="1151"/>
                </a:lnTo>
                <a:lnTo>
                  <a:pt x="1891" y="1150"/>
                </a:lnTo>
                <a:lnTo>
                  <a:pt x="1890" y="1150"/>
                </a:lnTo>
                <a:lnTo>
                  <a:pt x="1889" y="1150"/>
                </a:lnTo>
                <a:lnTo>
                  <a:pt x="1889" y="1149"/>
                </a:lnTo>
                <a:lnTo>
                  <a:pt x="1888" y="1149"/>
                </a:lnTo>
                <a:lnTo>
                  <a:pt x="1887" y="1149"/>
                </a:lnTo>
                <a:lnTo>
                  <a:pt x="1886" y="1148"/>
                </a:lnTo>
                <a:lnTo>
                  <a:pt x="1885" y="1148"/>
                </a:lnTo>
                <a:lnTo>
                  <a:pt x="1885" y="1147"/>
                </a:lnTo>
                <a:lnTo>
                  <a:pt x="1885" y="1146"/>
                </a:lnTo>
                <a:lnTo>
                  <a:pt x="1885" y="1145"/>
                </a:lnTo>
                <a:lnTo>
                  <a:pt x="1886" y="1144"/>
                </a:lnTo>
                <a:lnTo>
                  <a:pt x="1886" y="1143"/>
                </a:lnTo>
                <a:lnTo>
                  <a:pt x="1887" y="1142"/>
                </a:lnTo>
                <a:lnTo>
                  <a:pt x="1886" y="1141"/>
                </a:lnTo>
                <a:lnTo>
                  <a:pt x="1885" y="1141"/>
                </a:lnTo>
                <a:lnTo>
                  <a:pt x="1883" y="1140"/>
                </a:lnTo>
                <a:lnTo>
                  <a:pt x="1882" y="1140"/>
                </a:lnTo>
                <a:lnTo>
                  <a:pt x="1882" y="1139"/>
                </a:lnTo>
                <a:lnTo>
                  <a:pt x="1881" y="1139"/>
                </a:lnTo>
                <a:lnTo>
                  <a:pt x="1881" y="1140"/>
                </a:lnTo>
                <a:lnTo>
                  <a:pt x="1880" y="1140"/>
                </a:lnTo>
                <a:lnTo>
                  <a:pt x="1880" y="1139"/>
                </a:lnTo>
                <a:lnTo>
                  <a:pt x="1880" y="1138"/>
                </a:lnTo>
                <a:lnTo>
                  <a:pt x="1879" y="1138"/>
                </a:lnTo>
                <a:lnTo>
                  <a:pt x="1879" y="1137"/>
                </a:lnTo>
                <a:lnTo>
                  <a:pt x="1878" y="1137"/>
                </a:lnTo>
                <a:lnTo>
                  <a:pt x="1877" y="1136"/>
                </a:lnTo>
                <a:lnTo>
                  <a:pt x="1875" y="1135"/>
                </a:lnTo>
                <a:lnTo>
                  <a:pt x="1874" y="1135"/>
                </a:lnTo>
                <a:lnTo>
                  <a:pt x="1874" y="1134"/>
                </a:lnTo>
                <a:lnTo>
                  <a:pt x="1875" y="1133"/>
                </a:lnTo>
                <a:lnTo>
                  <a:pt x="1876" y="1133"/>
                </a:lnTo>
                <a:lnTo>
                  <a:pt x="1877" y="1133"/>
                </a:lnTo>
                <a:lnTo>
                  <a:pt x="1878" y="1133"/>
                </a:lnTo>
                <a:lnTo>
                  <a:pt x="1878" y="1132"/>
                </a:lnTo>
                <a:lnTo>
                  <a:pt x="1879" y="1132"/>
                </a:lnTo>
                <a:lnTo>
                  <a:pt x="1879" y="1131"/>
                </a:lnTo>
                <a:lnTo>
                  <a:pt x="1880" y="1131"/>
                </a:lnTo>
                <a:lnTo>
                  <a:pt x="1882" y="1130"/>
                </a:lnTo>
                <a:lnTo>
                  <a:pt x="1882" y="1128"/>
                </a:lnTo>
                <a:lnTo>
                  <a:pt x="1881" y="1127"/>
                </a:lnTo>
                <a:lnTo>
                  <a:pt x="1880" y="1127"/>
                </a:lnTo>
                <a:lnTo>
                  <a:pt x="1879" y="1127"/>
                </a:lnTo>
                <a:lnTo>
                  <a:pt x="1879" y="1126"/>
                </a:lnTo>
                <a:lnTo>
                  <a:pt x="1878" y="1125"/>
                </a:lnTo>
                <a:lnTo>
                  <a:pt x="1877" y="1124"/>
                </a:lnTo>
                <a:lnTo>
                  <a:pt x="1877" y="1123"/>
                </a:lnTo>
                <a:lnTo>
                  <a:pt x="1878" y="1122"/>
                </a:lnTo>
                <a:lnTo>
                  <a:pt x="1879" y="1121"/>
                </a:lnTo>
                <a:lnTo>
                  <a:pt x="1879" y="1120"/>
                </a:lnTo>
                <a:lnTo>
                  <a:pt x="1879" y="1119"/>
                </a:lnTo>
                <a:lnTo>
                  <a:pt x="1878" y="1119"/>
                </a:lnTo>
                <a:lnTo>
                  <a:pt x="1878" y="1118"/>
                </a:lnTo>
                <a:lnTo>
                  <a:pt x="1877" y="1117"/>
                </a:lnTo>
                <a:lnTo>
                  <a:pt x="1876" y="1116"/>
                </a:lnTo>
                <a:lnTo>
                  <a:pt x="1875" y="1116"/>
                </a:lnTo>
                <a:lnTo>
                  <a:pt x="1875" y="1115"/>
                </a:lnTo>
                <a:lnTo>
                  <a:pt x="1874" y="1115"/>
                </a:lnTo>
                <a:lnTo>
                  <a:pt x="1873" y="1115"/>
                </a:lnTo>
                <a:lnTo>
                  <a:pt x="1871" y="1113"/>
                </a:lnTo>
                <a:lnTo>
                  <a:pt x="1871" y="1112"/>
                </a:lnTo>
                <a:lnTo>
                  <a:pt x="1870" y="1111"/>
                </a:lnTo>
                <a:lnTo>
                  <a:pt x="1869" y="1110"/>
                </a:lnTo>
                <a:lnTo>
                  <a:pt x="1868" y="1110"/>
                </a:lnTo>
                <a:lnTo>
                  <a:pt x="1868" y="1109"/>
                </a:lnTo>
                <a:lnTo>
                  <a:pt x="1867" y="1109"/>
                </a:lnTo>
                <a:lnTo>
                  <a:pt x="1866" y="1109"/>
                </a:lnTo>
                <a:lnTo>
                  <a:pt x="1865" y="1109"/>
                </a:lnTo>
                <a:lnTo>
                  <a:pt x="1865" y="1108"/>
                </a:lnTo>
                <a:lnTo>
                  <a:pt x="1865" y="1106"/>
                </a:lnTo>
                <a:lnTo>
                  <a:pt x="1864" y="1104"/>
                </a:lnTo>
                <a:lnTo>
                  <a:pt x="1863" y="1104"/>
                </a:lnTo>
                <a:lnTo>
                  <a:pt x="1863" y="1103"/>
                </a:lnTo>
                <a:lnTo>
                  <a:pt x="1862" y="1103"/>
                </a:lnTo>
                <a:lnTo>
                  <a:pt x="1862" y="1102"/>
                </a:lnTo>
                <a:lnTo>
                  <a:pt x="1861" y="1101"/>
                </a:lnTo>
                <a:lnTo>
                  <a:pt x="1860" y="1100"/>
                </a:lnTo>
                <a:lnTo>
                  <a:pt x="1859" y="1100"/>
                </a:lnTo>
                <a:lnTo>
                  <a:pt x="1858" y="1099"/>
                </a:lnTo>
                <a:lnTo>
                  <a:pt x="1859" y="1097"/>
                </a:lnTo>
                <a:lnTo>
                  <a:pt x="1859" y="1096"/>
                </a:lnTo>
                <a:lnTo>
                  <a:pt x="1858" y="1096"/>
                </a:lnTo>
                <a:lnTo>
                  <a:pt x="1857" y="1096"/>
                </a:lnTo>
                <a:lnTo>
                  <a:pt x="1857" y="1097"/>
                </a:lnTo>
                <a:lnTo>
                  <a:pt x="1855" y="1097"/>
                </a:lnTo>
                <a:lnTo>
                  <a:pt x="1854" y="1097"/>
                </a:lnTo>
                <a:lnTo>
                  <a:pt x="1854" y="1098"/>
                </a:lnTo>
                <a:lnTo>
                  <a:pt x="1853" y="1098"/>
                </a:lnTo>
                <a:lnTo>
                  <a:pt x="1852" y="1098"/>
                </a:lnTo>
                <a:lnTo>
                  <a:pt x="1851" y="1098"/>
                </a:lnTo>
                <a:lnTo>
                  <a:pt x="1851" y="1099"/>
                </a:lnTo>
                <a:lnTo>
                  <a:pt x="1850" y="1099"/>
                </a:lnTo>
                <a:lnTo>
                  <a:pt x="1849" y="1100"/>
                </a:lnTo>
                <a:lnTo>
                  <a:pt x="1848" y="1100"/>
                </a:lnTo>
                <a:lnTo>
                  <a:pt x="1848" y="1099"/>
                </a:lnTo>
                <a:lnTo>
                  <a:pt x="1847" y="1099"/>
                </a:lnTo>
                <a:lnTo>
                  <a:pt x="1847" y="1100"/>
                </a:lnTo>
                <a:lnTo>
                  <a:pt x="1846" y="1100"/>
                </a:lnTo>
                <a:lnTo>
                  <a:pt x="1845" y="1099"/>
                </a:lnTo>
                <a:lnTo>
                  <a:pt x="1843" y="1099"/>
                </a:lnTo>
                <a:lnTo>
                  <a:pt x="1841" y="1099"/>
                </a:lnTo>
                <a:lnTo>
                  <a:pt x="1841" y="1098"/>
                </a:lnTo>
                <a:lnTo>
                  <a:pt x="1841" y="1097"/>
                </a:lnTo>
                <a:lnTo>
                  <a:pt x="1840" y="1097"/>
                </a:lnTo>
                <a:lnTo>
                  <a:pt x="1839" y="1097"/>
                </a:lnTo>
                <a:lnTo>
                  <a:pt x="1838" y="1097"/>
                </a:lnTo>
                <a:lnTo>
                  <a:pt x="1837" y="1097"/>
                </a:lnTo>
                <a:lnTo>
                  <a:pt x="1836" y="1097"/>
                </a:lnTo>
                <a:lnTo>
                  <a:pt x="1835" y="1097"/>
                </a:lnTo>
                <a:lnTo>
                  <a:pt x="1835" y="1098"/>
                </a:lnTo>
                <a:lnTo>
                  <a:pt x="1834" y="1099"/>
                </a:lnTo>
                <a:lnTo>
                  <a:pt x="1833" y="1099"/>
                </a:lnTo>
                <a:lnTo>
                  <a:pt x="1833" y="1098"/>
                </a:lnTo>
                <a:lnTo>
                  <a:pt x="1832" y="1098"/>
                </a:lnTo>
                <a:lnTo>
                  <a:pt x="1830" y="1098"/>
                </a:lnTo>
                <a:lnTo>
                  <a:pt x="1829" y="1098"/>
                </a:lnTo>
                <a:lnTo>
                  <a:pt x="1828" y="1098"/>
                </a:lnTo>
                <a:lnTo>
                  <a:pt x="1828" y="1099"/>
                </a:lnTo>
                <a:lnTo>
                  <a:pt x="1827" y="1099"/>
                </a:lnTo>
                <a:lnTo>
                  <a:pt x="1826" y="1099"/>
                </a:lnTo>
                <a:lnTo>
                  <a:pt x="1826" y="1100"/>
                </a:lnTo>
                <a:lnTo>
                  <a:pt x="1826" y="1101"/>
                </a:lnTo>
                <a:lnTo>
                  <a:pt x="1826" y="1102"/>
                </a:lnTo>
                <a:lnTo>
                  <a:pt x="1825" y="1102"/>
                </a:lnTo>
                <a:lnTo>
                  <a:pt x="1824" y="1103"/>
                </a:lnTo>
                <a:lnTo>
                  <a:pt x="1823" y="1104"/>
                </a:lnTo>
                <a:lnTo>
                  <a:pt x="1822" y="1104"/>
                </a:lnTo>
                <a:lnTo>
                  <a:pt x="1822" y="1105"/>
                </a:lnTo>
                <a:lnTo>
                  <a:pt x="1822" y="1106"/>
                </a:lnTo>
                <a:lnTo>
                  <a:pt x="1823" y="1106"/>
                </a:lnTo>
                <a:lnTo>
                  <a:pt x="1824" y="1106"/>
                </a:lnTo>
                <a:lnTo>
                  <a:pt x="1824" y="1107"/>
                </a:lnTo>
                <a:lnTo>
                  <a:pt x="1824" y="1108"/>
                </a:lnTo>
                <a:lnTo>
                  <a:pt x="1824" y="1109"/>
                </a:lnTo>
                <a:lnTo>
                  <a:pt x="1823" y="1110"/>
                </a:lnTo>
                <a:lnTo>
                  <a:pt x="1824" y="1110"/>
                </a:lnTo>
                <a:lnTo>
                  <a:pt x="1824" y="1111"/>
                </a:lnTo>
                <a:lnTo>
                  <a:pt x="1823" y="1111"/>
                </a:lnTo>
                <a:lnTo>
                  <a:pt x="1822" y="1111"/>
                </a:lnTo>
                <a:lnTo>
                  <a:pt x="1822" y="1112"/>
                </a:lnTo>
                <a:lnTo>
                  <a:pt x="1821" y="1112"/>
                </a:lnTo>
                <a:lnTo>
                  <a:pt x="1818" y="1112"/>
                </a:lnTo>
                <a:lnTo>
                  <a:pt x="1816" y="1112"/>
                </a:lnTo>
                <a:lnTo>
                  <a:pt x="1816" y="1111"/>
                </a:lnTo>
                <a:lnTo>
                  <a:pt x="1815" y="1111"/>
                </a:lnTo>
                <a:lnTo>
                  <a:pt x="1814" y="1111"/>
                </a:lnTo>
                <a:lnTo>
                  <a:pt x="1813" y="1111"/>
                </a:lnTo>
                <a:lnTo>
                  <a:pt x="1812" y="1110"/>
                </a:lnTo>
                <a:lnTo>
                  <a:pt x="1811" y="1110"/>
                </a:lnTo>
                <a:lnTo>
                  <a:pt x="1810" y="1110"/>
                </a:lnTo>
                <a:lnTo>
                  <a:pt x="1810" y="1111"/>
                </a:lnTo>
                <a:lnTo>
                  <a:pt x="1808" y="1111"/>
                </a:lnTo>
                <a:lnTo>
                  <a:pt x="1806" y="1111"/>
                </a:lnTo>
                <a:lnTo>
                  <a:pt x="1805" y="1111"/>
                </a:lnTo>
                <a:lnTo>
                  <a:pt x="1802" y="1112"/>
                </a:lnTo>
                <a:lnTo>
                  <a:pt x="1801" y="1112"/>
                </a:lnTo>
                <a:lnTo>
                  <a:pt x="1801" y="1111"/>
                </a:lnTo>
                <a:lnTo>
                  <a:pt x="1800" y="1111"/>
                </a:lnTo>
                <a:lnTo>
                  <a:pt x="1798" y="1111"/>
                </a:lnTo>
                <a:lnTo>
                  <a:pt x="1797" y="1111"/>
                </a:lnTo>
                <a:lnTo>
                  <a:pt x="1796" y="1110"/>
                </a:lnTo>
                <a:lnTo>
                  <a:pt x="1795" y="1110"/>
                </a:lnTo>
                <a:lnTo>
                  <a:pt x="1794" y="1111"/>
                </a:lnTo>
                <a:lnTo>
                  <a:pt x="1794" y="1112"/>
                </a:lnTo>
                <a:lnTo>
                  <a:pt x="1793" y="1112"/>
                </a:lnTo>
                <a:lnTo>
                  <a:pt x="1792" y="1112"/>
                </a:lnTo>
                <a:lnTo>
                  <a:pt x="1791" y="1113"/>
                </a:lnTo>
                <a:lnTo>
                  <a:pt x="1790" y="1112"/>
                </a:lnTo>
                <a:lnTo>
                  <a:pt x="1789" y="1112"/>
                </a:lnTo>
                <a:lnTo>
                  <a:pt x="1788" y="1112"/>
                </a:lnTo>
                <a:lnTo>
                  <a:pt x="1788" y="1113"/>
                </a:lnTo>
                <a:lnTo>
                  <a:pt x="1787" y="1113"/>
                </a:lnTo>
                <a:lnTo>
                  <a:pt x="1787" y="1114"/>
                </a:lnTo>
                <a:lnTo>
                  <a:pt x="1787" y="1115"/>
                </a:lnTo>
                <a:lnTo>
                  <a:pt x="1786" y="1115"/>
                </a:lnTo>
                <a:lnTo>
                  <a:pt x="1786" y="1116"/>
                </a:lnTo>
                <a:lnTo>
                  <a:pt x="1785" y="1116"/>
                </a:lnTo>
                <a:lnTo>
                  <a:pt x="1785" y="1115"/>
                </a:lnTo>
                <a:lnTo>
                  <a:pt x="1784" y="1115"/>
                </a:lnTo>
                <a:lnTo>
                  <a:pt x="1782" y="1116"/>
                </a:lnTo>
                <a:lnTo>
                  <a:pt x="1781" y="1117"/>
                </a:lnTo>
                <a:lnTo>
                  <a:pt x="1780" y="1118"/>
                </a:lnTo>
                <a:lnTo>
                  <a:pt x="1779" y="1119"/>
                </a:lnTo>
                <a:lnTo>
                  <a:pt x="1778" y="1119"/>
                </a:lnTo>
                <a:lnTo>
                  <a:pt x="1777" y="1119"/>
                </a:lnTo>
                <a:lnTo>
                  <a:pt x="1777" y="1120"/>
                </a:lnTo>
                <a:lnTo>
                  <a:pt x="1777" y="1121"/>
                </a:lnTo>
                <a:lnTo>
                  <a:pt x="1776" y="1121"/>
                </a:lnTo>
                <a:lnTo>
                  <a:pt x="1776" y="1122"/>
                </a:lnTo>
                <a:lnTo>
                  <a:pt x="1776" y="1123"/>
                </a:lnTo>
                <a:lnTo>
                  <a:pt x="1776" y="1125"/>
                </a:lnTo>
                <a:lnTo>
                  <a:pt x="1777" y="1125"/>
                </a:lnTo>
                <a:lnTo>
                  <a:pt x="1777" y="1127"/>
                </a:lnTo>
                <a:lnTo>
                  <a:pt x="1778" y="1128"/>
                </a:lnTo>
                <a:lnTo>
                  <a:pt x="1778" y="1130"/>
                </a:lnTo>
                <a:lnTo>
                  <a:pt x="1778" y="1132"/>
                </a:lnTo>
                <a:lnTo>
                  <a:pt x="1778" y="1133"/>
                </a:lnTo>
                <a:lnTo>
                  <a:pt x="1778" y="1134"/>
                </a:lnTo>
                <a:lnTo>
                  <a:pt x="1778" y="1135"/>
                </a:lnTo>
                <a:lnTo>
                  <a:pt x="1779" y="1135"/>
                </a:lnTo>
                <a:lnTo>
                  <a:pt x="1779" y="1136"/>
                </a:lnTo>
                <a:lnTo>
                  <a:pt x="1779" y="1137"/>
                </a:lnTo>
                <a:lnTo>
                  <a:pt x="1780" y="1137"/>
                </a:lnTo>
                <a:lnTo>
                  <a:pt x="1780" y="1139"/>
                </a:lnTo>
                <a:lnTo>
                  <a:pt x="1779" y="1139"/>
                </a:lnTo>
                <a:lnTo>
                  <a:pt x="1779" y="1140"/>
                </a:lnTo>
                <a:lnTo>
                  <a:pt x="1778" y="1140"/>
                </a:lnTo>
                <a:lnTo>
                  <a:pt x="1777" y="1140"/>
                </a:lnTo>
                <a:lnTo>
                  <a:pt x="1776" y="1139"/>
                </a:lnTo>
                <a:lnTo>
                  <a:pt x="1775" y="1139"/>
                </a:lnTo>
                <a:lnTo>
                  <a:pt x="1775" y="1140"/>
                </a:lnTo>
                <a:lnTo>
                  <a:pt x="1774" y="1140"/>
                </a:lnTo>
                <a:lnTo>
                  <a:pt x="1774" y="1139"/>
                </a:lnTo>
                <a:lnTo>
                  <a:pt x="1773" y="1139"/>
                </a:lnTo>
                <a:lnTo>
                  <a:pt x="1772" y="1139"/>
                </a:lnTo>
                <a:lnTo>
                  <a:pt x="1771" y="1139"/>
                </a:lnTo>
                <a:lnTo>
                  <a:pt x="1770" y="1139"/>
                </a:lnTo>
                <a:lnTo>
                  <a:pt x="1769" y="1138"/>
                </a:lnTo>
                <a:lnTo>
                  <a:pt x="1768" y="1138"/>
                </a:lnTo>
                <a:lnTo>
                  <a:pt x="1767" y="1138"/>
                </a:lnTo>
                <a:lnTo>
                  <a:pt x="1768" y="1139"/>
                </a:lnTo>
                <a:lnTo>
                  <a:pt x="1768" y="1140"/>
                </a:lnTo>
                <a:lnTo>
                  <a:pt x="1769" y="1140"/>
                </a:lnTo>
                <a:lnTo>
                  <a:pt x="1769" y="1141"/>
                </a:lnTo>
                <a:lnTo>
                  <a:pt x="1770" y="1142"/>
                </a:lnTo>
                <a:lnTo>
                  <a:pt x="1770" y="1143"/>
                </a:lnTo>
                <a:lnTo>
                  <a:pt x="1771" y="1143"/>
                </a:lnTo>
                <a:lnTo>
                  <a:pt x="1773" y="1143"/>
                </a:lnTo>
                <a:lnTo>
                  <a:pt x="1773" y="1144"/>
                </a:lnTo>
                <a:lnTo>
                  <a:pt x="1773" y="1145"/>
                </a:lnTo>
                <a:lnTo>
                  <a:pt x="1774" y="1145"/>
                </a:lnTo>
                <a:lnTo>
                  <a:pt x="1774" y="1146"/>
                </a:lnTo>
                <a:lnTo>
                  <a:pt x="1775" y="1146"/>
                </a:lnTo>
                <a:lnTo>
                  <a:pt x="1775" y="1147"/>
                </a:lnTo>
                <a:lnTo>
                  <a:pt x="1776" y="1148"/>
                </a:lnTo>
                <a:lnTo>
                  <a:pt x="1777" y="1148"/>
                </a:lnTo>
                <a:lnTo>
                  <a:pt x="1777" y="1149"/>
                </a:lnTo>
                <a:lnTo>
                  <a:pt x="1777" y="1150"/>
                </a:lnTo>
                <a:lnTo>
                  <a:pt x="1776" y="1151"/>
                </a:lnTo>
                <a:lnTo>
                  <a:pt x="1776" y="1152"/>
                </a:lnTo>
                <a:lnTo>
                  <a:pt x="1776" y="1153"/>
                </a:lnTo>
                <a:lnTo>
                  <a:pt x="1776" y="1154"/>
                </a:lnTo>
                <a:lnTo>
                  <a:pt x="1776" y="1156"/>
                </a:lnTo>
                <a:lnTo>
                  <a:pt x="1776" y="1157"/>
                </a:lnTo>
                <a:lnTo>
                  <a:pt x="1775" y="1158"/>
                </a:lnTo>
                <a:lnTo>
                  <a:pt x="1774" y="1159"/>
                </a:lnTo>
                <a:lnTo>
                  <a:pt x="1773" y="1159"/>
                </a:lnTo>
                <a:lnTo>
                  <a:pt x="1772" y="1159"/>
                </a:lnTo>
                <a:lnTo>
                  <a:pt x="1772" y="1160"/>
                </a:lnTo>
                <a:lnTo>
                  <a:pt x="1771" y="1160"/>
                </a:lnTo>
                <a:lnTo>
                  <a:pt x="1767" y="1162"/>
                </a:lnTo>
                <a:lnTo>
                  <a:pt x="1766" y="1161"/>
                </a:lnTo>
                <a:lnTo>
                  <a:pt x="1766" y="1160"/>
                </a:lnTo>
                <a:lnTo>
                  <a:pt x="1765" y="1160"/>
                </a:lnTo>
                <a:lnTo>
                  <a:pt x="1764" y="1161"/>
                </a:lnTo>
                <a:lnTo>
                  <a:pt x="1763" y="1162"/>
                </a:lnTo>
                <a:lnTo>
                  <a:pt x="1762" y="1163"/>
                </a:lnTo>
                <a:lnTo>
                  <a:pt x="1762" y="1164"/>
                </a:lnTo>
                <a:lnTo>
                  <a:pt x="1759" y="1164"/>
                </a:lnTo>
                <a:lnTo>
                  <a:pt x="1759" y="1165"/>
                </a:lnTo>
                <a:lnTo>
                  <a:pt x="1757" y="1165"/>
                </a:lnTo>
                <a:lnTo>
                  <a:pt x="1756" y="1165"/>
                </a:lnTo>
                <a:lnTo>
                  <a:pt x="1755" y="1165"/>
                </a:lnTo>
                <a:lnTo>
                  <a:pt x="1755" y="1166"/>
                </a:lnTo>
                <a:lnTo>
                  <a:pt x="1754" y="1166"/>
                </a:lnTo>
                <a:lnTo>
                  <a:pt x="1753" y="1166"/>
                </a:lnTo>
                <a:lnTo>
                  <a:pt x="1752" y="1166"/>
                </a:lnTo>
                <a:lnTo>
                  <a:pt x="1751" y="1166"/>
                </a:lnTo>
                <a:lnTo>
                  <a:pt x="1750" y="1166"/>
                </a:lnTo>
                <a:lnTo>
                  <a:pt x="1750" y="1167"/>
                </a:lnTo>
                <a:lnTo>
                  <a:pt x="1749" y="1167"/>
                </a:lnTo>
                <a:lnTo>
                  <a:pt x="1748" y="1167"/>
                </a:lnTo>
                <a:lnTo>
                  <a:pt x="1748" y="1166"/>
                </a:lnTo>
                <a:lnTo>
                  <a:pt x="1747" y="1166"/>
                </a:lnTo>
                <a:lnTo>
                  <a:pt x="1746" y="1166"/>
                </a:lnTo>
                <a:lnTo>
                  <a:pt x="1744" y="1165"/>
                </a:lnTo>
                <a:lnTo>
                  <a:pt x="1744" y="1164"/>
                </a:lnTo>
                <a:lnTo>
                  <a:pt x="1745" y="1164"/>
                </a:lnTo>
                <a:lnTo>
                  <a:pt x="1744" y="1163"/>
                </a:lnTo>
                <a:lnTo>
                  <a:pt x="1743" y="1162"/>
                </a:lnTo>
                <a:lnTo>
                  <a:pt x="1742" y="1161"/>
                </a:lnTo>
                <a:lnTo>
                  <a:pt x="1741" y="1161"/>
                </a:lnTo>
                <a:lnTo>
                  <a:pt x="1740" y="1161"/>
                </a:lnTo>
                <a:lnTo>
                  <a:pt x="1741" y="1161"/>
                </a:lnTo>
                <a:lnTo>
                  <a:pt x="1740" y="1162"/>
                </a:lnTo>
                <a:lnTo>
                  <a:pt x="1740" y="1163"/>
                </a:lnTo>
                <a:lnTo>
                  <a:pt x="1738" y="1164"/>
                </a:lnTo>
                <a:lnTo>
                  <a:pt x="1737" y="1164"/>
                </a:lnTo>
                <a:lnTo>
                  <a:pt x="1736" y="1165"/>
                </a:lnTo>
                <a:lnTo>
                  <a:pt x="1734" y="1165"/>
                </a:lnTo>
                <a:lnTo>
                  <a:pt x="1733" y="1165"/>
                </a:lnTo>
                <a:lnTo>
                  <a:pt x="1732" y="1165"/>
                </a:lnTo>
                <a:lnTo>
                  <a:pt x="1731" y="1165"/>
                </a:lnTo>
                <a:lnTo>
                  <a:pt x="1731" y="1164"/>
                </a:lnTo>
                <a:lnTo>
                  <a:pt x="1732" y="1164"/>
                </a:lnTo>
                <a:lnTo>
                  <a:pt x="1734" y="1163"/>
                </a:lnTo>
                <a:lnTo>
                  <a:pt x="1734" y="1162"/>
                </a:lnTo>
                <a:lnTo>
                  <a:pt x="1734" y="1161"/>
                </a:lnTo>
                <a:lnTo>
                  <a:pt x="1734" y="1160"/>
                </a:lnTo>
                <a:lnTo>
                  <a:pt x="1733" y="1159"/>
                </a:lnTo>
                <a:lnTo>
                  <a:pt x="1732" y="1159"/>
                </a:lnTo>
                <a:lnTo>
                  <a:pt x="1731" y="1159"/>
                </a:lnTo>
                <a:lnTo>
                  <a:pt x="1731" y="1158"/>
                </a:lnTo>
                <a:lnTo>
                  <a:pt x="1730" y="1158"/>
                </a:lnTo>
                <a:lnTo>
                  <a:pt x="1728" y="1158"/>
                </a:lnTo>
                <a:lnTo>
                  <a:pt x="1727" y="1158"/>
                </a:lnTo>
                <a:lnTo>
                  <a:pt x="1726" y="1158"/>
                </a:lnTo>
                <a:lnTo>
                  <a:pt x="1726" y="1159"/>
                </a:lnTo>
                <a:lnTo>
                  <a:pt x="1725" y="1159"/>
                </a:lnTo>
                <a:lnTo>
                  <a:pt x="1725" y="1160"/>
                </a:lnTo>
                <a:lnTo>
                  <a:pt x="1724" y="1161"/>
                </a:lnTo>
                <a:lnTo>
                  <a:pt x="1724" y="1162"/>
                </a:lnTo>
                <a:lnTo>
                  <a:pt x="1723" y="1162"/>
                </a:lnTo>
                <a:lnTo>
                  <a:pt x="1722" y="1163"/>
                </a:lnTo>
                <a:lnTo>
                  <a:pt x="1721" y="1164"/>
                </a:lnTo>
                <a:lnTo>
                  <a:pt x="1720" y="1164"/>
                </a:lnTo>
                <a:lnTo>
                  <a:pt x="1719" y="1164"/>
                </a:lnTo>
                <a:lnTo>
                  <a:pt x="1719" y="1165"/>
                </a:lnTo>
                <a:lnTo>
                  <a:pt x="1718" y="1165"/>
                </a:lnTo>
                <a:lnTo>
                  <a:pt x="1717" y="1165"/>
                </a:lnTo>
                <a:lnTo>
                  <a:pt x="1717" y="1166"/>
                </a:lnTo>
                <a:lnTo>
                  <a:pt x="1717" y="1167"/>
                </a:lnTo>
                <a:lnTo>
                  <a:pt x="1716" y="1168"/>
                </a:lnTo>
                <a:lnTo>
                  <a:pt x="1716" y="1169"/>
                </a:lnTo>
                <a:lnTo>
                  <a:pt x="1716" y="1170"/>
                </a:lnTo>
                <a:lnTo>
                  <a:pt x="1715" y="1170"/>
                </a:lnTo>
                <a:lnTo>
                  <a:pt x="1715" y="1171"/>
                </a:lnTo>
                <a:lnTo>
                  <a:pt x="1715" y="1172"/>
                </a:lnTo>
                <a:lnTo>
                  <a:pt x="1715" y="1173"/>
                </a:lnTo>
                <a:lnTo>
                  <a:pt x="1714" y="1173"/>
                </a:lnTo>
                <a:lnTo>
                  <a:pt x="1713" y="1173"/>
                </a:lnTo>
                <a:lnTo>
                  <a:pt x="1712" y="1172"/>
                </a:lnTo>
                <a:lnTo>
                  <a:pt x="1711" y="1173"/>
                </a:lnTo>
                <a:lnTo>
                  <a:pt x="1710" y="1173"/>
                </a:lnTo>
                <a:lnTo>
                  <a:pt x="1709" y="1173"/>
                </a:lnTo>
                <a:lnTo>
                  <a:pt x="1709" y="1172"/>
                </a:lnTo>
                <a:lnTo>
                  <a:pt x="1708" y="1173"/>
                </a:lnTo>
                <a:lnTo>
                  <a:pt x="1706" y="1174"/>
                </a:lnTo>
                <a:lnTo>
                  <a:pt x="1706" y="1175"/>
                </a:lnTo>
                <a:lnTo>
                  <a:pt x="1706" y="1176"/>
                </a:lnTo>
                <a:lnTo>
                  <a:pt x="1706" y="1177"/>
                </a:lnTo>
                <a:lnTo>
                  <a:pt x="1708" y="1178"/>
                </a:lnTo>
                <a:lnTo>
                  <a:pt x="1708" y="1179"/>
                </a:lnTo>
                <a:lnTo>
                  <a:pt x="1707" y="1180"/>
                </a:lnTo>
                <a:lnTo>
                  <a:pt x="1706" y="1181"/>
                </a:lnTo>
                <a:lnTo>
                  <a:pt x="1705" y="1182"/>
                </a:lnTo>
                <a:lnTo>
                  <a:pt x="1704" y="1182"/>
                </a:lnTo>
                <a:lnTo>
                  <a:pt x="1701" y="1181"/>
                </a:lnTo>
                <a:lnTo>
                  <a:pt x="1700" y="1181"/>
                </a:lnTo>
                <a:lnTo>
                  <a:pt x="1699" y="1182"/>
                </a:lnTo>
                <a:lnTo>
                  <a:pt x="1698" y="1182"/>
                </a:lnTo>
                <a:lnTo>
                  <a:pt x="1698" y="1181"/>
                </a:lnTo>
                <a:lnTo>
                  <a:pt x="1697" y="1181"/>
                </a:lnTo>
                <a:lnTo>
                  <a:pt x="1697" y="1180"/>
                </a:lnTo>
                <a:lnTo>
                  <a:pt x="1697" y="1179"/>
                </a:lnTo>
                <a:lnTo>
                  <a:pt x="1696" y="1179"/>
                </a:lnTo>
                <a:lnTo>
                  <a:pt x="1696" y="1177"/>
                </a:lnTo>
                <a:lnTo>
                  <a:pt x="1697" y="1177"/>
                </a:lnTo>
                <a:lnTo>
                  <a:pt x="1696" y="1177"/>
                </a:lnTo>
                <a:lnTo>
                  <a:pt x="1695" y="1175"/>
                </a:lnTo>
                <a:lnTo>
                  <a:pt x="1694" y="1174"/>
                </a:lnTo>
                <a:lnTo>
                  <a:pt x="1694" y="1173"/>
                </a:lnTo>
                <a:lnTo>
                  <a:pt x="1693" y="1173"/>
                </a:lnTo>
                <a:lnTo>
                  <a:pt x="1693" y="1172"/>
                </a:lnTo>
                <a:lnTo>
                  <a:pt x="1693" y="1171"/>
                </a:lnTo>
                <a:lnTo>
                  <a:pt x="1692" y="1171"/>
                </a:lnTo>
                <a:lnTo>
                  <a:pt x="1692" y="1170"/>
                </a:lnTo>
                <a:lnTo>
                  <a:pt x="1691" y="1170"/>
                </a:lnTo>
                <a:lnTo>
                  <a:pt x="1691" y="1169"/>
                </a:lnTo>
                <a:lnTo>
                  <a:pt x="1691" y="1168"/>
                </a:lnTo>
                <a:lnTo>
                  <a:pt x="1690" y="1168"/>
                </a:lnTo>
                <a:lnTo>
                  <a:pt x="1690" y="1167"/>
                </a:lnTo>
                <a:lnTo>
                  <a:pt x="1690" y="1166"/>
                </a:lnTo>
                <a:lnTo>
                  <a:pt x="1689" y="1165"/>
                </a:lnTo>
                <a:lnTo>
                  <a:pt x="1689" y="1164"/>
                </a:lnTo>
                <a:lnTo>
                  <a:pt x="1688" y="1165"/>
                </a:lnTo>
                <a:lnTo>
                  <a:pt x="1687" y="1165"/>
                </a:lnTo>
                <a:lnTo>
                  <a:pt x="1686" y="1165"/>
                </a:lnTo>
                <a:lnTo>
                  <a:pt x="1686" y="1166"/>
                </a:lnTo>
                <a:lnTo>
                  <a:pt x="1684" y="1166"/>
                </a:lnTo>
                <a:lnTo>
                  <a:pt x="1683" y="1166"/>
                </a:lnTo>
                <a:lnTo>
                  <a:pt x="1683" y="1165"/>
                </a:lnTo>
                <a:lnTo>
                  <a:pt x="1682" y="1165"/>
                </a:lnTo>
                <a:lnTo>
                  <a:pt x="1681" y="1166"/>
                </a:lnTo>
                <a:lnTo>
                  <a:pt x="1680" y="1167"/>
                </a:lnTo>
                <a:lnTo>
                  <a:pt x="1680" y="1168"/>
                </a:lnTo>
                <a:lnTo>
                  <a:pt x="1679" y="1168"/>
                </a:lnTo>
                <a:lnTo>
                  <a:pt x="1678" y="1168"/>
                </a:lnTo>
                <a:lnTo>
                  <a:pt x="1678" y="1169"/>
                </a:lnTo>
                <a:lnTo>
                  <a:pt x="1677" y="1169"/>
                </a:lnTo>
                <a:lnTo>
                  <a:pt x="1676" y="1171"/>
                </a:lnTo>
                <a:lnTo>
                  <a:pt x="1675" y="1171"/>
                </a:lnTo>
                <a:lnTo>
                  <a:pt x="1674" y="1171"/>
                </a:lnTo>
                <a:lnTo>
                  <a:pt x="1674" y="1170"/>
                </a:lnTo>
                <a:lnTo>
                  <a:pt x="1673" y="1170"/>
                </a:lnTo>
                <a:lnTo>
                  <a:pt x="1672" y="1170"/>
                </a:lnTo>
                <a:lnTo>
                  <a:pt x="1672" y="1171"/>
                </a:lnTo>
                <a:lnTo>
                  <a:pt x="1672" y="1172"/>
                </a:lnTo>
                <a:lnTo>
                  <a:pt x="1671" y="1172"/>
                </a:lnTo>
                <a:lnTo>
                  <a:pt x="1670" y="1173"/>
                </a:lnTo>
                <a:lnTo>
                  <a:pt x="1669" y="1174"/>
                </a:lnTo>
                <a:lnTo>
                  <a:pt x="1666" y="1176"/>
                </a:lnTo>
                <a:lnTo>
                  <a:pt x="1665" y="1177"/>
                </a:lnTo>
                <a:lnTo>
                  <a:pt x="1664" y="1177"/>
                </a:lnTo>
                <a:lnTo>
                  <a:pt x="1662" y="1178"/>
                </a:lnTo>
                <a:lnTo>
                  <a:pt x="1661" y="1178"/>
                </a:lnTo>
                <a:lnTo>
                  <a:pt x="1660" y="1179"/>
                </a:lnTo>
                <a:lnTo>
                  <a:pt x="1658" y="1180"/>
                </a:lnTo>
                <a:lnTo>
                  <a:pt x="1658" y="1181"/>
                </a:lnTo>
                <a:lnTo>
                  <a:pt x="1658" y="1180"/>
                </a:lnTo>
                <a:lnTo>
                  <a:pt x="1657" y="1181"/>
                </a:lnTo>
                <a:lnTo>
                  <a:pt x="1656" y="1181"/>
                </a:lnTo>
                <a:lnTo>
                  <a:pt x="1656" y="1182"/>
                </a:lnTo>
                <a:lnTo>
                  <a:pt x="1654" y="1183"/>
                </a:lnTo>
                <a:lnTo>
                  <a:pt x="1653" y="1183"/>
                </a:lnTo>
                <a:lnTo>
                  <a:pt x="1652" y="1183"/>
                </a:lnTo>
                <a:lnTo>
                  <a:pt x="1652" y="1184"/>
                </a:lnTo>
                <a:lnTo>
                  <a:pt x="1651" y="1184"/>
                </a:lnTo>
                <a:lnTo>
                  <a:pt x="1650" y="1184"/>
                </a:lnTo>
                <a:lnTo>
                  <a:pt x="1648" y="1185"/>
                </a:lnTo>
                <a:lnTo>
                  <a:pt x="1647" y="1185"/>
                </a:lnTo>
                <a:lnTo>
                  <a:pt x="1646" y="1185"/>
                </a:lnTo>
                <a:lnTo>
                  <a:pt x="1646" y="1186"/>
                </a:lnTo>
                <a:lnTo>
                  <a:pt x="1644" y="1186"/>
                </a:lnTo>
                <a:lnTo>
                  <a:pt x="1644" y="1187"/>
                </a:lnTo>
                <a:lnTo>
                  <a:pt x="1642" y="1187"/>
                </a:lnTo>
                <a:lnTo>
                  <a:pt x="1640" y="1188"/>
                </a:lnTo>
                <a:lnTo>
                  <a:pt x="1639" y="1188"/>
                </a:lnTo>
                <a:lnTo>
                  <a:pt x="1637" y="1189"/>
                </a:lnTo>
                <a:lnTo>
                  <a:pt x="1636" y="1189"/>
                </a:lnTo>
                <a:lnTo>
                  <a:pt x="1635" y="1189"/>
                </a:lnTo>
                <a:lnTo>
                  <a:pt x="1635" y="1190"/>
                </a:lnTo>
                <a:lnTo>
                  <a:pt x="1635" y="1191"/>
                </a:lnTo>
                <a:lnTo>
                  <a:pt x="1636" y="1192"/>
                </a:lnTo>
                <a:lnTo>
                  <a:pt x="1637" y="1192"/>
                </a:lnTo>
                <a:lnTo>
                  <a:pt x="1637" y="1193"/>
                </a:lnTo>
                <a:lnTo>
                  <a:pt x="1638" y="1193"/>
                </a:lnTo>
                <a:lnTo>
                  <a:pt x="1639" y="1193"/>
                </a:lnTo>
                <a:lnTo>
                  <a:pt x="1639" y="1194"/>
                </a:lnTo>
                <a:lnTo>
                  <a:pt x="1638" y="1195"/>
                </a:lnTo>
                <a:lnTo>
                  <a:pt x="1638" y="1196"/>
                </a:lnTo>
                <a:lnTo>
                  <a:pt x="1637" y="1196"/>
                </a:lnTo>
                <a:lnTo>
                  <a:pt x="1638" y="1197"/>
                </a:lnTo>
                <a:lnTo>
                  <a:pt x="1638" y="1198"/>
                </a:lnTo>
                <a:lnTo>
                  <a:pt x="1639" y="1199"/>
                </a:lnTo>
                <a:lnTo>
                  <a:pt x="1640" y="1200"/>
                </a:lnTo>
                <a:lnTo>
                  <a:pt x="1639" y="1200"/>
                </a:lnTo>
                <a:lnTo>
                  <a:pt x="1639" y="1201"/>
                </a:lnTo>
                <a:lnTo>
                  <a:pt x="1637" y="1201"/>
                </a:lnTo>
                <a:lnTo>
                  <a:pt x="1636" y="1201"/>
                </a:lnTo>
                <a:lnTo>
                  <a:pt x="1635" y="1201"/>
                </a:lnTo>
                <a:lnTo>
                  <a:pt x="1634" y="1201"/>
                </a:lnTo>
                <a:lnTo>
                  <a:pt x="1634" y="1200"/>
                </a:lnTo>
                <a:lnTo>
                  <a:pt x="1633" y="1199"/>
                </a:lnTo>
                <a:lnTo>
                  <a:pt x="1632" y="1198"/>
                </a:lnTo>
                <a:lnTo>
                  <a:pt x="1631" y="1198"/>
                </a:lnTo>
                <a:lnTo>
                  <a:pt x="1630" y="1198"/>
                </a:lnTo>
                <a:lnTo>
                  <a:pt x="1630" y="1199"/>
                </a:lnTo>
                <a:lnTo>
                  <a:pt x="1630" y="1200"/>
                </a:lnTo>
                <a:lnTo>
                  <a:pt x="1630" y="1201"/>
                </a:lnTo>
                <a:lnTo>
                  <a:pt x="1630" y="1202"/>
                </a:lnTo>
                <a:lnTo>
                  <a:pt x="1629" y="1202"/>
                </a:lnTo>
                <a:lnTo>
                  <a:pt x="1628" y="1202"/>
                </a:lnTo>
                <a:lnTo>
                  <a:pt x="1625" y="1203"/>
                </a:lnTo>
                <a:lnTo>
                  <a:pt x="1625" y="1202"/>
                </a:lnTo>
                <a:lnTo>
                  <a:pt x="1625" y="1200"/>
                </a:lnTo>
                <a:lnTo>
                  <a:pt x="1624" y="1200"/>
                </a:lnTo>
                <a:lnTo>
                  <a:pt x="1622" y="1200"/>
                </a:lnTo>
                <a:lnTo>
                  <a:pt x="1620" y="1200"/>
                </a:lnTo>
                <a:lnTo>
                  <a:pt x="1620" y="1198"/>
                </a:lnTo>
                <a:lnTo>
                  <a:pt x="1619" y="1198"/>
                </a:lnTo>
                <a:lnTo>
                  <a:pt x="1618" y="1198"/>
                </a:lnTo>
                <a:lnTo>
                  <a:pt x="1617" y="1199"/>
                </a:lnTo>
                <a:lnTo>
                  <a:pt x="1616" y="1198"/>
                </a:lnTo>
                <a:lnTo>
                  <a:pt x="1615" y="1198"/>
                </a:lnTo>
                <a:lnTo>
                  <a:pt x="1614" y="1198"/>
                </a:lnTo>
                <a:lnTo>
                  <a:pt x="1614" y="1199"/>
                </a:lnTo>
                <a:lnTo>
                  <a:pt x="1613" y="1199"/>
                </a:lnTo>
                <a:lnTo>
                  <a:pt x="1613" y="1200"/>
                </a:lnTo>
                <a:lnTo>
                  <a:pt x="1612" y="1200"/>
                </a:lnTo>
                <a:lnTo>
                  <a:pt x="1611" y="1200"/>
                </a:lnTo>
                <a:lnTo>
                  <a:pt x="1610" y="1200"/>
                </a:lnTo>
                <a:lnTo>
                  <a:pt x="1609" y="1200"/>
                </a:lnTo>
                <a:lnTo>
                  <a:pt x="1610" y="1200"/>
                </a:lnTo>
                <a:lnTo>
                  <a:pt x="1608" y="1199"/>
                </a:lnTo>
                <a:lnTo>
                  <a:pt x="1607" y="1199"/>
                </a:lnTo>
                <a:lnTo>
                  <a:pt x="1606" y="1199"/>
                </a:lnTo>
                <a:lnTo>
                  <a:pt x="1604" y="1199"/>
                </a:lnTo>
                <a:lnTo>
                  <a:pt x="1602" y="1199"/>
                </a:lnTo>
                <a:lnTo>
                  <a:pt x="1601" y="1199"/>
                </a:lnTo>
                <a:lnTo>
                  <a:pt x="1600" y="1199"/>
                </a:lnTo>
                <a:lnTo>
                  <a:pt x="1599" y="1199"/>
                </a:lnTo>
                <a:lnTo>
                  <a:pt x="1598" y="1199"/>
                </a:lnTo>
                <a:lnTo>
                  <a:pt x="1596" y="1199"/>
                </a:lnTo>
                <a:lnTo>
                  <a:pt x="1595" y="1199"/>
                </a:lnTo>
                <a:lnTo>
                  <a:pt x="1595" y="1200"/>
                </a:lnTo>
                <a:lnTo>
                  <a:pt x="1596" y="1200"/>
                </a:lnTo>
                <a:lnTo>
                  <a:pt x="1594" y="1200"/>
                </a:lnTo>
                <a:lnTo>
                  <a:pt x="1595" y="1199"/>
                </a:lnTo>
                <a:lnTo>
                  <a:pt x="1595" y="1198"/>
                </a:lnTo>
                <a:lnTo>
                  <a:pt x="1596" y="1198"/>
                </a:lnTo>
                <a:lnTo>
                  <a:pt x="1596" y="1197"/>
                </a:lnTo>
                <a:lnTo>
                  <a:pt x="1597" y="1197"/>
                </a:lnTo>
                <a:lnTo>
                  <a:pt x="1598" y="1196"/>
                </a:lnTo>
                <a:lnTo>
                  <a:pt x="1597" y="1195"/>
                </a:lnTo>
                <a:lnTo>
                  <a:pt x="1597" y="1194"/>
                </a:lnTo>
                <a:lnTo>
                  <a:pt x="1598" y="1193"/>
                </a:lnTo>
                <a:lnTo>
                  <a:pt x="1598" y="1192"/>
                </a:lnTo>
                <a:lnTo>
                  <a:pt x="1598" y="1191"/>
                </a:lnTo>
                <a:lnTo>
                  <a:pt x="1598" y="1190"/>
                </a:lnTo>
                <a:lnTo>
                  <a:pt x="1597" y="1188"/>
                </a:lnTo>
                <a:lnTo>
                  <a:pt x="1597" y="1186"/>
                </a:lnTo>
                <a:lnTo>
                  <a:pt x="1597" y="1185"/>
                </a:lnTo>
                <a:lnTo>
                  <a:pt x="1597" y="1184"/>
                </a:lnTo>
                <a:lnTo>
                  <a:pt x="1597" y="1181"/>
                </a:lnTo>
                <a:lnTo>
                  <a:pt x="1596" y="1181"/>
                </a:lnTo>
                <a:lnTo>
                  <a:pt x="1595" y="1180"/>
                </a:lnTo>
                <a:lnTo>
                  <a:pt x="1594" y="1179"/>
                </a:lnTo>
                <a:lnTo>
                  <a:pt x="1594" y="1178"/>
                </a:lnTo>
                <a:lnTo>
                  <a:pt x="1595" y="1178"/>
                </a:lnTo>
                <a:lnTo>
                  <a:pt x="1596" y="1178"/>
                </a:lnTo>
                <a:lnTo>
                  <a:pt x="1598" y="1178"/>
                </a:lnTo>
                <a:lnTo>
                  <a:pt x="1599" y="1177"/>
                </a:lnTo>
                <a:lnTo>
                  <a:pt x="1600" y="1176"/>
                </a:lnTo>
                <a:lnTo>
                  <a:pt x="1601" y="1175"/>
                </a:lnTo>
                <a:lnTo>
                  <a:pt x="1601" y="1174"/>
                </a:lnTo>
                <a:lnTo>
                  <a:pt x="1600" y="1174"/>
                </a:lnTo>
                <a:lnTo>
                  <a:pt x="1599" y="1174"/>
                </a:lnTo>
                <a:lnTo>
                  <a:pt x="1598" y="1172"/>
                </a:lnTo>
                <a:lnTo>
                  <a:pt x="1599" y="1171"/>
                </a:lnTo>
                <a:lnTo>
                  <a:pt x="1598" y="1171"/>
                </a:lnTo>
                <a:lnTo>
                  <a:pt x="1599" y="1170"/>
                </a:lnTo>
                <a:lnTo>
                  <a:pt x="1599" y="1169"/>
                </a:lnTo>
                <a:lnTo>
                  <a:pt x="1600" y="1169"/>
                </a:lnTo>
                <a:lnTo>
                  <a:pt x="1599" y="1169"/>
                </a:lnTo>
                <a:lnTo>
                  <a:pt x="1599" y="1168"/>
                </a:lnTo>
                <a:lnTo>
                  <a:pt x="1599" y="1167"/>
                </a:lnTo>
                <a:lnTo>
                  <a:pt x="1599" y="1166"/>
                </a:lnTo>
                <a:lnTo>
                  <a:pt x="1600" y="1166"/>
                </a:lnTo>
                <a:lnTo>
                  <a:pt x="1600" y="1165"/>
                </a:lnTo>
                <a:lnTo>
                  <a:pt x="1600" y="1164"/>
                </a:lnTo>
                <a:lnTo>
                  <a:pt x="1599" y="1164"/>
                </a:lnTo>
                <a:lnTo>
                  <a:pt x="1599" y="1163"/>
                </a:lnTo>
                <a:lnTo>
                  <a:pt x="1598" y="1162"/>
                </a:lnTo>
                <a:lnTo>
                  <a:pt x="1599" y="1162"/>
                </a:lnTo>
                <a:lnTo>
                  <a:pt x="1599" y="1161"/>
                </a:lnTo>
                <a:lnTo>
                  <a:pt x="1598" y="1159"/>
                </a:lnTo>
                <a:lnTo>
                  <a:pt x="1597" y="1158"/>
                </a:lnTo>
                <a:lnTo>
                  <a:pt x="1595" y="1157"/>
                </a:lnTo>
                <a:lnTo>
                  <a:pt x="1596" y="1157"/>
                </a:lnTo>
                <a:lnTo>
                  <a:pt x="1596" y="1156"/>
                </a:lnTo>
                <a:lnTo>
                  <a:pt x="1596" y="1155"/>
                </a:lnTo>
                <a:lnTo>
                  <a:pt x="1595" y="1155"/>
                </a:lnTo>
                <a:lnTo>
                  <a:pt x="1594" y="1154"/>
                </a:lnTo>
                <a:lnTo>
                  <a:pt x="1594" y="1152"/>
                </a:lnTo>
                <a:lnTo>
                  <a:pt x="1594" y="1151"/>
                </a:lnTo>
                <a:lnTo>
                  <a:pt x="1593" y="1150"/>
                </a:lnTo>
                <a:lnTo>
                  <a:pt x="1594" y="1150"/>
                </a:lnTo>
                <a:lnTo>
                  <a:pt x="1594" y="1149"/>
                </a:lnTo>
                <a:lnTo>
                  <a:pt x="1592" y="1147"/>
                </a:lnTo>
                <a:lnTo>
                  <a:pt x="1592" y="1146"/>
                </a:lnTo>
                <a:lnTo>
                  <a:pt x="1591" y="1145"/>
                </a:lnTo>
                <a:lnTo>
                  <a:pt x="1590" y="1145"/>
                </a:lnTo>
                <a:lnTo>
                  <a:pt x="1591" y="1144"/>
                </a:lnTo>
                <a:lnTo>
                  <a:pt x="1590" y="1144"/>
                </a:lnTo>
                <a:lnTo>
                  <a:pt x="1588" y="1144"/>
                </a:lnTo>
                <a:lnTo>
                  <a:pt x="1587" y="1145"/>
                </a:lnTo>
                <a:lnTo>
                  <a:pt x="1587" y="1146"/>
                </a:lnTo>
                <a:lnTo>
                  <a:pt x="1586" y="1146"/>
                </a:lnTo>
                <a:lnTo>
                  <a:pt x="1586" y="1147"/>
                </a:lnTo>
                <a:lnTo>
                  <a:pt x="1585" y="1147"/>
                </a:lnTo>
                <a:lnTo>
                  <a:pt x="1584" y="1147"/>
                </a:lnTo>
                <a:lnTo>
                  <a:pt x="1582" y="1147"/>
                </a:lnTo>
                <a:lnTo>
                  <a:pt x="1580" y="1147"/>
                </a:lnTo>
                <a:lnTo>
                  <a:pt x="1578" y="1147"/>
                </a:lnTo>
                <a:lnTo>
                  <a:pt x="1577" y="1147"/>
                </a:lnTo>
                <a:lnTo>
                  <a:pt x="1576" y="1147"/>
                </a:lnTo>
                <a:lnTo>
                  <a:pt x="1576" y="1148"/>
                </a:lnTo>
                <a:lnTo>
                  <a:pt x="1575" y="1148"/>
                </a:lnTo>
                <a:lnTo>
                  <a:pt x="1574" y="1148"/>
                </a:lnTo>
                <a:lnTo>
                  <a:pt x="1573" y="1148"/>
                </a:lnTo>
                <a:lnTo>
                  <a:pt x="1573" y="1147"/>
                </a:lnTo>
                <a:lnTo>
                  <a:pt x="1572" y="1147"/>
                </a:lnTo>
                <a:lnTo>
                  <a:pt x="1571" y="1146"/>
                </a:lnTo>
                <a:lnTo>
                  <a:pt x="1570" y="1146"/>
                </a:lnTo>
                <a:lnTo>
                  <a:pt x="1569" y="1146"/>
                </a:lnTo>
                <a:lnTo>
                  <a:pt x="1567" y="1146"/>
                </a:lnTo>
                <a:lnTo>
                  <a:pt x="1566" y="1146"/>
                </a:lnTo>
                <a:lnTo>
                  <a:pt x="1566" y="1147"/>
                </a:lnTo>
                <a:lnTo>
                  <a:pt x="1565" y="1147"/>
                </a:lnTo>
                <a:lnTo>
                  <a:pt x="1563" y="1147"/>
                </a:lnTo>
                <a:lnTo>
                  <a:pt x="1562" y="1147"/>
                </a:lnTo>
                <a:lnTo>
                  <a:pt x="1562" y="1148"/>
                </a:lnTo>
                <a:lnTo>
                  <a:pt x="1562" y="1149"/>
                </a:lnTo>
                <a:lnTo>
                  <a:pt x="1562" y="1150"/>
                </a:lnTo>
                <a:lnTo>
                  <a:pt x="1561" y="1150"/>
                </a:lnTo>
                <a:lnTo>
                  <a:pt x="1562" y="1151"/>
                </a:lnTo>
                <a:lnTo>
                  <a:pt x="1561" y="1152"/>
                </a:lnTo>
                <a:lnTo>
                  <a:pt x="1561" y="1153"/>
                </a:lnTo>
                <a:lnTo>
                  <a:pt x="1560" y="1153"/>
                </a:lnTo>
                <a:lnTo>
                  <a:pt x="1559" y="1153"/>
                </a:lnTo>
                <a:lnTo>
                  <a:pt x="1559" y="1154"/>
                </a:lnTo>
                <a:lnTo>
                  <a:pt x="1558" y="1155"/>
                </a:lnTo>
                <a:lnTo>
                  <a:pt x="1558" y="1156"/>
                </a:lnTo>
                <a:lnTo>
                  <a:pt x="1558" y="1157"/>
                </a:lnTo>
                <a:lnTo>
                  <a:pt x="1559" y="1157"/>
                </a:lnTo>
                <a:lnTo>
                  <a:pt x="1560" y="1158"/>
                </a:lnTo>
                <a:lnTo>
                  <a:pt x="1559" y="1158"/>
                </a:lnTo>
                <a:lnTo>
                  <a:pt x="1560" y="1158"/>
                </a:lnTo>
                <a:lnTo>
                  <a:pt x="1560" y="1159"/>
                </a:lnTo>
                <a:lnTo>
                  <a:pt x="1560" y="1160"/>
                </a:lnTo>
                <a:lnTo>
                  <a:pt x="1561" y="1160"/>
                </a:lnTo>
                <a:lnTo>
                  <a:pt x="1562" y="1161"/>
                </a:lnTo>
                <a:lnTo>
                  <a:pt x="1562" y="1162"/>
                </a:lnTo>
                <a:lnTo>
                  <a:pt x="1560" y="1162"/>
                </a:lnTo>
                <a:lnTo>
                  <a:pt x="1560" y="1163"/>
                </a:lnTo>
                <a:lnTo>
                  <a:pt x="1559" y="1163"/>
                </a:lnTo>
                <a:lnTo>
                  <a:pt x="1559" y="1164"/>
                </a:lnTo>
                <a:lnTo>
                  <a:pt x="1558" y="1164"/>
                </a:lnTo>
                <a:lnTo>
                  <a:pt x="1555" y="1165"/>
                </a:lnTo>
                <a:lnTo>
                  <a:pt x="1554" y="1165"/>
                </a:lnTo>
                <a:lnTo>
                  <a:pt x="1553" y="1165"/>
                </a:lnTo>
                <a:lnTo>
                  <a:pt x="1552" y="1164"/>
                </a:lnTo>
                <a:lnTo>
                  <a:pt x="1550" y="1164"/>
                </a:lnTo>
                <a:lnTo>
                  <a:pt x="1549" y="1164"/>
                </a:lnTo>
                <a:lnTo>
                  <a:pt x="1548" y="1164"/>
                </a:lnTo>
                <a:lnTo>
                  <a:pt x="1547" y="1164"/>
                </a:lnTo>
                <a:lnTo>
                  <a:pt x="1547" y="1165"/>
                </a:lnTo>
                <a:lnTo>
                  <a:pt x="1548" y="1165"/>
                </a:lnTo>
                <a:lnTo>
                  <a:pt x="1548" y="1166"/>
                </a:lnTo>
                <a:lnTo>
                  <a:pt x="1547" y="1166"/>
                </a:lnTo>
                <a:lnTo>
                  <a:pt x="1547" y="1167"/>
                </a:lnTo>
                <a:lnTo>
                  <a:pt x="1546" y="1166"/>
                </a:lnTo>
                <a:lnTo>
                  <a:pt x="1545" y="1166"/>
                </a:lnTo>
                <a:lnTo>
                  <a:pt x="1545" y="1167"/>
                </a:lnTo>
                <a:lnTo>
                  <a:pt x="1546" y="1168"/>
                </a:lnTo>
                <a:lnTo>
                  <a:pt x="1545" y="1169"/>
                </a:lnTo>
                <a:lnTo>
                  <a:pt x="1544" y="1170"/>
                </a:lnTo>
                <a:lnTo>
                  <a:pt x="1543" y="1170"/>
                </a:lnTo>
                <a:lnTo>
                  <a:pt x="1543" y="1171"/>
                </a:lnTo>
                <a:lnTo>
                  <a:pt x="1543" y="1172"/>
                </a:lnTo>
                <a:lnTo>
                  <a:pt x="1542" y="1172"/>
                </a:lnTo>
                <a:lnTo>
                  <a:pt x="1542" y="1173"/>
                </a:lnTo>
                <a:lnTo>
                  <a:pt x="1542" y="1174"/>
                </a:lnTo>
                <a:lnTo>
                  <a:pt x="1541" y="1174"/>
                </a:lnTo>
                <a:lnTo>
                  <a:pt x="1541" y="1175"/>
                </a:lnTo>
                <a:lnTo>
                  <a:pt x="1540" y="1175"/>
                </a:lnTo>
                <a:lnTo>
                  <a:pt x="1539" y="1175"/>
                </a:lnTo>
                <a:lnTo>
                  <a:pt x="1539" y="1176"/>
                </a:lnTo>
                <a:lnTo>
                  <a:pt x="1538" y="1176"/>
                </a:lnTo>
                <a:lnTo>
                  <a:pt x="1538" y="1177"/>
                </a:lnTo>
                <a:lnTo>
                  <a:pt x="1537" y="1178"/>
                </a:lnTo>
                <a:lnTo>
                  <a:pt x="1537" y="1179"/>
                </a:lnTo>
                <a:lnTo>
                  <a:pt x="1536" y="1179"/>
                </a:lnTo>
                <a:lnTo>
                  <a:pt x="1535" y="1179"/>
                </a:lnTo>
                <a:lnTo>
                  <a:pt x="1534" y="1180"/>
                </a:lnTo>
                <a:lnTo>
                  <a:pt x="1534" y="1181"/>
                </a:lnTo>
                <a:lnTo>
                  <a:pt x="1534" y="1182"/>
                </a:lnTo>
                <a:lnTo>
                  <a:pt x="1535" y="1183"/>
                </a:lnTo>
                <a:lnTo>
                  <a:pt x="1534" y="1183"/>
                </a:lnTo>
                <a:lnTo>
                  <a:pt x="1535" y="1184"/>
                </a:lnTo>
                <a:lnTo>
                  <a:pt x="1536" y="1184"/>
                </a:lnTo>
                <a:lnTo>
                  <a:pt x="1535" y="1185"/>
                </a:lnTo>
                <a:lnTo>
                  <a:pt x="1535" y="1186"/>
                </a:lnTo>
                <a:lnTo>
                  <a:pt x="1536" y="1187"/>
                </a:lnTo>
                <a:lnTo>
                  <a:pt x="1537" y="1188"/>
                </a:lnTo>
                <a:lnTo>
                  <a:pt x="1537" y="1189"/>
                </a:lnTo>
                <a:lnTo>
                  <a:pt x="1537" y="1190"/>
                </a:lnTo>
                <a:lnTo>
                  <a:pt x="1538" y="1190"/>
                </a:lnTo>
                <a:lnTo>
                  <a:pt x="1537" y="1190"/>
                </a:lnTo>
                <a:lnTo>
                  <a:pt x="1536" y="1190"/>
                </a:lnTo>
                <a:lnTo>
                  <a:pt x="1535" y="1191"/>
                </a:lnTo>
                <a:lnTo>
                  <a:pt x="1535" y="1192"/>
                </a:lnTo>
                <a:lnTo>
                  <a:pt x="1536" y="1192"/>
                </a:lnTo>
                <a:lnTo>
                  <a:pt x="1536" y="1193"/>
                </a:lnTo>
                <a:lnTo>
                  <a:pt x="1538" y="1195"/>
                </a:lnTo>
                <a:lnTo>
                  <a:pt x="1539" y="1197"/>
                </a:lnTo>
                <a:lnTo>
                  <a:pt x="1539" y="1198"/>
                </a:lnTo>
                <a:lnTo>
                  <a:pt x="1537" y="1198"/>
                </a:lnTo>
                <a:lnTo>
                  <a:pt x="1537" y="1199"/>
                </a:lnTo>
                <a:lnTo>
                  <a:pt x="1537" y="1200"/>
                </a:lnTo>
                <a:lnTo>
                  <a:pt x="1538" y="1200"/>
                </a:lnTo>
                <a:lnTo>
                  <a:pt x="1536" y="1202"/>
                </a:lnTo>
                <a:lnTo>
                  <a:pt x="1536" y="1203"/>
                </a:lnTo>
                <a:lnTo>
                  <a:pt x="1536" y="1204"/>
                </a:lnTo>
                <a:lnTo>
                  <a:pt x="1537" y="1206"/>
                </a:lnTo>
                <a:lnTo>
                  <a:pt x="1537" y="1209"/>
                </a:lnTo>
                <a:lnTo>
                  <a:pt x="1536" y="1209"/>
                </a:lnTo>
                <a:lnTo>
                  <a:pt x="1535" y="1209"/>
                </a:lnTo>
                <a:lnTo>
                  <a:pt x="1534" y="1209"/>
                </a:lnTo>
                <a:lnTo>
                  <a:pt x="1534" y="1208"/>
                </a:lnTo>
                <a:lnTo>
                  <a:pt x="1532" y="1208"/>
                </a:lnTo>
                <a:lnTo>
                  <a:pt x="1530" y="1208"/>
                </a:lnTo>
                <a:lnTo>
                  <a:pt x="1529" y="1207"/>
                </a:lnTo>
                <a:lnTo>
                  <a:pt x="1528" y="1207"/>
                </a:lnTo>
                <a:lnTo>
                  <a:pt x="1527" y="1207"/>
                </a:lnTo>
                <a:lnTo>
                  <a:pt x="1526" y="1206"/>
                </a:lnTo>
                <a:lnTo>
                  <a:pt x="1525" y="1206"/>
                </a:lnTo>
                <a:lnTo>
                  <a:pt x="1524" y="1207"/>
                </a:lnTo>
                <a:lnTo>
                  <a:pt x="1523" y="1207"/>
                </a:lnTo>
                <a:lnTo>
                  <a:pt x="1522" y="1207"/>
                </a:lnTo>
                <a:lnTo>
                  <a:pt x="1521" y="1208"/>
                </a:lnTo>
                <a:lnTo>
                  <a:pt x="1520" y="1208"/>
                </a:lnTo>
                <a:lnTo>
                  <a:pt x="1520" y="1207"/>
                </a:lnTo>
                <a:lnTo>
                  <a:pt x="1519" y="1207"/>
                </a:lnTo>
                <a:lnTo>
                  <a:pt x="1518" y="1208"/>
                </a:lnTo>
                <a:lnTo>
                  <a:pt x="1517" y="1208"/>
                </a:lnTo>
                <a:lnTo>
                  <a:pt x="1516" y="1208"/>
                </a:lnTo>
                <a:lnTo>
                  <a:pt x="1516" y="1209"/>
                </a:lnTo>
                <a:lnTo>
                  <a:pt x="1515" y="1209"/>
                </a:lnTo>
                <a:lnTo>
                  <a:pt x="1514" y="1209"/>
                </a:lnTo>
                <a:lnTo>
                  <a:pt x="1514" y="1210"/>
                </a:lnTo>
                <a:lnTo>
                  <a:pt x="1513" y="1211"/>
                </a:lnTo>
                <a:lnTo>
                  <a:pt x="1512" y="1211"/>
                </a:lnTo>
                <a:lnTo>
                  <a:pt x="1512" y="1212"/>
                </a:lnTo>
                <a:lnTo>
                  <a:pt x="1511" y="1212"/>
                </a:lnTo>
                <a:lnTo>
                  <a:pt x="1510" y="1212"/>
                </a:lnTo>
                <a:lnTo>
                  <a:pt x="1510" y="1213"/>
                </a:lnTo>
                <a:lnTo>
                  <a:pt x="1509" y="1213"/>
                </a:lnTo>
                <a:lnTo>
                  <a:pt x="1509" y="1214"/>
                </a:lnTo>
                <a:lnTo>
                  <a:pt x="1509" y="1215"/>
                </a:lnTo>
                <a:lnTo>
                  <a:pt x="1508" y="1217"/>
                </a:lnTo>
                <a:lnTo>
                  <a:pt x="1507" y="1217"/>
                </a:lnTo>
                <a:lnTo>
                  <a:pt x="1506" y="1217"/>
                </a:lnTo>
                <a:lnTo>
                  <a:pt x="1506" y="1218"/>
                </a:lnTo>
                <a:lnTo>
                  <a:pt x="1505" y="1218"/>
                </a:lnTo>
                <a:lnTo>
                  <a:pt x="1505" y="1219"/>
                </a:lnTo>
                <a:lnTo>
                  <a:pt x="1505" y="1220"/>
                </a:lnTo>
                <a:lnTo>
                  <a:pt x="1504" y="1220"/>
                </a:lnTo>
                <a:lnTo>
                  <a:pt x="1505" y="1220"/>
                </a:lnTo>
                <a:lnTo>
                  <a:pt x="1507" y="1221"/>
                </a:lnTo>
                <a:lnTo>
                  <a:pt x="1508" y="1221"/>
                </a:lnTo>
                <a:lnTo>
                  <a:pt x="1509" y="1221"/>
                </a:lnTo>
                <a:lnTo>
                  <a:pt x="1509" y="1222"/>
                </a:lnTo>
                <a:lnTo>
                  <a:pt x="1510" y="1222"/>
                </a:lnTo>
                <a:lnTo>
                  <a:pt x="1511" y="1222"/>
                </a:lnTo>
                <a:lnTo>
                  <a:pt x="1510" y="1223"/>
                </a:lnTo>
                <a:lnTo>
                  <a:pt x="1510" y="1224"/>
                </a:lnTo>
                <a:lnTo>
                  <a:pt x="1510" y="1225"/>
                </a:lnTo>
                <a:lnTo>
                  <a:pt x="1510" y="1226"/>
                </a:lnTo>
                <a:lnTo>
                  <a:pt x="1509" y="1227"/>
                </a:lnTo>
                <a:lnTo>
                  <a:pt x="1509" y="1228"/>
                </a:lnTo>
                <a:lnTo>
                  <a:pt x="1510" y="1228"/>
                </a:lnTo>
                <a:lnTo>
                  <a:pt x="1509" y="1228"/>
                </a:lnTo>
                <a:lnTo>
                  <a:pt x="1509" y="1229"/>
                </a:lnTo>
                <a:lnTo>
                  <a:pt x="1508" y="1229"/>
                </a:lnTo>
                <a:lnTo>
                  <a:pt x="1508" y="1230"/>
                </a:lnTo>
                <a:lnTo>
                  <a:pt x="1507" y="1230"/>
                </a:lnTo>
                <a:lnTo>
                  <a:pt x="1507" y="1231"/>
                </a:lnTo>
                <a:lnTo>
                  <a:pt x="1508" y="1231"/>
                </a:lnTo>
                <a:lnTo>
                  <a:pt x="1508" y="1232"/>
                </a:lnTo>
                <a:lnTo>
                  <a:pt x="1509" y="1233"/>
                </a:lnTo>
                <a:lnTo>
                  <a:pt x="1510" y="1232"/>
                </a:lnTo>
                <a:lnTo>
                  <a:pt x="1511" y="1233"/>
                </a:lnTo>
                <a:lnTo>
                  <a:pt x="1512" y="1233"/>
                </a:lnTo>
                <a:lnTo>
                  <a:pt x="1512" y="1234"/>
                </a:lnTo>
                <a:lnTo>
                  <a:pt x="1512" y="1235"/>
                </a:lnTo>
                <a:lnTo>
                  <a:pt x="1512" y="1236"/>
                </a:lnTo>
                <a:lnTo>
                  <a:pt x="1513" y="1236"/>
                </a:lnTo>
                <a:lnTo>
                  <a:pt x="1513" y="1237"/>
                </a:lnTo>
                <a:lnTo>
                  <a:pt x="1513" y="1238"/>
                </a:lnTo>
                <a:lnTo>
                  <a:pt x="1514" y="1238"/>
                </a:lnTo>
                <a:lnTo>
                  <a:pt x="1514" y="1236"/>
                </a:lnTo>
                <a:lnTo>
                  <a:pt x="1514" y="1235"/>
                </a:lnTo>
                <a:lnTo>
                  <a:pt x="1515" y="1235"/>
                </a:lnTo>
                <a:lnTo>
                  <a:pt x="1516" y="1235"/>
                </a:lnTo>
                <a:lnTo>
                  <a:pt x="1516" y="1236"/>
                </a:lnTo>
                <a:lnTo>
                  <a:pt x="1517" y="1237"/>
                </a:lnTo>
                <a:lnTo>
                  <a:pt x="1517" y="1238"/>
                </a:lnTo>
                <a:lnTo>
                  <a:pt x="1517" y="1239"/>
                </a:lnTo>
                <a:lnTo>
                  <a:pt x="1517" y="1240"/>
                </a:lnTo>
                <a:lnTo>
                  <a:pt x="1517" y="1241"/>
                </a:lnTo>
                <a:lnTo>
                  <a:pt x="1516" y="1242"/>
                </a:lnTo>
                <a:lnTo>
                  <a:pt x="1516" y="1243"/>
                </a:lnTo>
                <a:lnTo>
                  <a:pt x="1516" y="1244"/>
                </a:lnTo>
                <a:lnTo>
                  <a:pt x="1515" y="1244"/>
                </a:lnTo>
                <a:lnTo>
                  <a:pt x="1514" y="1244"/>
                </a:lnTo>
                <a:lnTo>
                  <a:pt x="1513" y="1244"/>
                </a:lnTo>
                <a:lnTo>
                  <a:pt x="1513" y="1245"/>
                </a:lnTo>
                <a:lnTo>
                  <a:pt x="1512" y="1245"/>
                </a:lnTo>
                <a:lnTo>
                  <a:pt x="1512" y="1244"/>
                </a:lnTo>
                <a:lnTo>
                  <a:pt x="1511" y="1244"/>
                </a:lnTo>
                <a:lnTo>
                  <a:pt x="1510" y="1245"/>
                </a:lnTo>
                <a:lnTo>
                  <a:pt x="1509" y="1245"/>
                </a:lnTo>
                <a:lnTo>
                  <a:pt x="1508" y="1245"/>
                </a:lnTo>
                <a:lnTo>
                  <a:pt x="1508" y="1247"/>
                </a:lnTo>
                <a:lnTo>
                  <a:pt x="1507" y="1248"/>
                </a:lnTo>
                <a:lnTo>
                  <a:pt x="1507" y="1249"/>
                </a:lnTo>
                <a:lnTo>
                  <a:pt x="1506" y="1249"/>
                </a:lnTo>
                <a:lnTo>
                  <a:pt x="1505" y="1249"/>
                </a:lnTo>
                <a:lnTo>
                  <a:pt x="1505" y="1250"/>
                </a:lnTo>
                <a:lnTo>
                  <a:pt x="1506" y="1250"/>
                </a:lnTo>
                <a:lnTo>
                  <a:pt x="1505" y="1250"/>
                </a:lnTo>
                <a:lnTo>
                  <a:pt x="1505" y="1251"/>
                </a:lnTo>
                <a:lnTo>
                  <a:pt x="1506" y="1251"/>
                </a:lnTo>
                <a:lnTo>
                  <a:pt x="1506" y="1252"/>
                </a:lnTo>
                <a:lnTo>
                  <a:pt x="1504" y="1251"/>
                </a:lnTo>
                <a:lnTo>
                  <a:pt x="1503" y="1251"/>
                </a:lnTo>
                <a:lnTo>
                  <a:pt x="1502" y="1251"/>
                </a:lnTo>
                <a:lnTo>
                  <a:pt x="1500" y="1252"/>
                </a:lnTo>
                <a:lnTo>
                  <a:pt x="1500" y="1253"/>
                </a:lnTo>
                <a:lnTo>
                  <a:pt x="1501" y="1253"/>
                </a:lnTo>
                <a:lnTo>
                  <a:pt x="1502" y="1255"/>
                </a:lnTo>
                <a:lnTo>
                  <a:pt x="1502" y="1254"/>
                </a:lnTo>
                <a:lnTo>
                  <a:pt x="1504" y="1254"/>
                </a:lnTo>
                <a:lnTo>
                  <a:pt x="1504" y="1255"/>
                </a:lnTo>
                <a:lnTo>
                  <a:pt x="1505" y="1256"/>
                </a:lnTo>
                <a:lnTo>
                  <a:pt x="1504" y="1256"/>
                </a:lnTo>
                <a:lnTo>
                  <a:pt x="1505" y="1257"/>
                </a:lnTo>
                <a:lnTo>
                  <a:pt x="1506" y="1257"/>
                </a:lnTo>
                <a:lnTo>
                  <a:pt x="1507" y="1258"/>
                </a:lnTo>
                <a:lnTo>
                  <a:pt x="1508" y="1258"/>
                </a:lnTo>
                <a:lnTo>
                  <a:pt x="1509" y="1259"/>
                </a:lnTo>
                <a:lnTo>
                  <a:pt x="1509" y="1260"/>
                </a:lnTo>
                <a:lnTo>
                  <a:pt x="1509" y="1261"/>
                </a:lnTo>
                <a:lnTo>
                  <a:pt x="1510" y="1261"/>
                </a:lnTo>
                <a:lnTo>
                  <a:pt x="1511" y="1262"/>
                </a:lnTo>
                <a:lnTo>
                  <a:pt x="1512" y="1262"/>
                </a:lnTo>
                <a:lnTo>
                  <a:pt x="1513" y="1263"/>
                </a:lnTo>
                <a:lnTo>
                  <a:pt x="1513" y="1264"/>
                </a:lnTo>
                <a:lnTo>
                  <a:pt x="1514" y="1263"/>
                </a:lnTo>
                <a:lnTo>
                  <a:pt x="1514" y="1264"/>
                </a:lnTo>
                <a:lnTo>
                  <a:pt x="1514" y="1266"/>
                </a:lnTo>
                <a:lnTo>
                  <a:pt x="1514" y="1267"/>
                </a:lnTo>
                <a:lnTo>
                  <a:pt x="1514" y="1268"/>
                </a:lnTo>
                <a:lnTo>
                  <a:pt x="1515" y="1268"/>
                </a:lnTo>
                <a:lnTo>
                  <a:pt x="1515" y="1269"/>
                </a:lnTo>
                <a:lnTo>
                  <a:pt x="1516" y="1269"/>
                </a:lnTo>
                <a:lnTo>
                  <a:pt x="1516" y="1268"/>
                </a:lnTo>
                <a:lnTo>
                  <a:pt x="1517" y="1269"/>
                </a:lnTo>
                <a:lnTo>
                  <a:pt x="1519" y="1269"/>
                </a:lnTo>
                <a:lnTo>
                  <a:pt x="1520" y="1269"/>
                </a:lnTo>
                <a:lnTo>
                  <a:pt x="1521" y="1269"/>
                </a:lnTo>
                <a:lnTo>
                  <a:pt x="1521" y="1270"/>
                </a:lnTo>
                <a:lnTo>
                  <a:pt x="1520" y="1270"/>
                </a:lnTo>
                <a:lnTo>
                  <a:pt x="1520" y="1271"/>
                </a:lnTo>
                <a:lnTo>
                  <a:pt x="1520" y="1272"/>
                </a:lnTo>
                <a:lnTo>
                  <a:pt x="1520" y="1273"/>
                </a:lnTo>
                <a:lnTo>
                  <a:pt x="1521" y="1274"/>
                </a:lnTo>
                <a:lnTo>
                  <a:pt x="1521" y="1276"/>
                </a:lnTo>
                <a:lnTo>
                  <a:pt x="1521" y="1277"/>
                </a:lnTo>
                <a:lnTo>
                  <a:pt x="1522" y="1277"/>
                </a:lnTo>
                <a:lnTo>
                  <a:pt x="1523" y="1277"/>
                </a:lnTo>
                <a:lnTo>
                  <a:pt x="1522" y="1278"/>
                </a:lnTo>
                <a:lnTo>
                  <a:pt x="1521" y="1278"/>
                </a:lnTo>
                <a:lnTo>
                  <a:pt x="1520" y="1280"/>
                </a:lnTo>
                <a:lnTo>
                  <a:pt x="1521" y="1280"/>
                </a:lnTo>
                <a:lnTo>
                  <a:pt x="1521" y="1281"/>
                </a:lnTo>
                <a:lnTo>
                  <a:pt x="1521" y="1282"/>
                </a:lnTo>
                <a:lnTo>
                  <a:pt x="1522" y="1282"/>
                </a:lnTo>
                <a:lnTo>
                  <a:pt x="1522" y="1283"/>
                </a:lnTo>
                <a:lnTo>
                  <a:pt x="1523" y="1283"/>
                </a:lnTo>
                <a:lnTo>
                  <a:pt x="1523" y="1284"/>
                </a:lnTo>
                <a:lnTo>
                  <a:pt x="1524" y="1284"/>
                </a:lnTo>
                <a:lnTo>
                  <a:pt x="1524" y="1283"/>
                </a:lnTo>
                <a:lnTo>
                  <a:pt x="1525" y="1283"/>
                </a:lnTo>
                <a:lnTo>
                  <a:pt x="1526" y="1283"/>
                </a:lnTo>
                <a:lnTo>
                  <a:pt x="1526" y="1284"/>
                </a:lnTo>
                <a:lnTo>
                  <a:pt x="1526" y="1285"/>
                </a:lnTo>
                <a:lnTo>
                  <a:pt x="1525" y="1286"/>
                </a:lnTo>
                <a:lnTo>
                  <a:pt x="1526" y="1287"/>
                </a:lnTo>
                <a:lnTo>
                  <a:pt x="1527" y="1288"/>
                </a:lnTo>
                <a:lnTo>
                  <a:pt x="1528" y="1288"/>
                </a:lnTo>
                <a:lnTo>
                  <a:pt x="1528" y="1289"/>
                </a:lnTo>
                <a:lnTo>
                  <a:pt x="1527" y="1289"/>
                </a:lnTo>
                <a:lnTo>
                  <a:pt x="1526" y="1289"/>
                </a:lnTo>
                <a:lnTo>
                  <a:pt x="1525" y="1289"/>
                </a:lnTo>
                <a:lnTo>
                  <a:pt x="1524" y="1289"/>
                </a:lnTo>
                <a:lnTo>
                  <a:pt x="1524" y="1290"/>
                </a:lnTo>
                <a:lnTo>
                  <a:pt x="1523" y="1290"/>
                </a:lnTo>
                <a:lnTo>
                  <a:pt x="1522" y="1290"/>
                </a:lnTo>
                <a:lnTo>
                  <a:pt x="1522" y="1291"/>
                </a:lnTo>
                <a:lnTo>
                  <a:pt x="1522" y="1293"/>
                </a:lnTo>
                <a:lnTo>
                  <a:pt x="1522" y="1294"/>
                </a:lnTo>
                <a:lnTo>
                  <a:pt x="1522" y="1295"/>
                </a:lnTo>
                <a:lnTo>
                  <a:pt x="1522" y="1296"/>
                </a:lnTo>
                <a:lnTo>
                  <a:pt x="1522" y="1297"/>
                </a:lnTo>
                <a:lnTo>
                  <a:pt x="1522" y="1299"/>
                </a:lnTo>
                <a:lnTo>
                  <a:pt x="1522" y="1300"/>
                </a:lnTo>
                <a:lnTo>
                  <a:pt x="1521" y="1301"/>
                </a:lnTo>
                <a:lnTo>
                  <a:pt x="1520" y="1302"/>
                </a:lnTo>
                <a:lnTo>
                  <a:pt x="1520" y="1303"/>
                </a:lnTo>
                <a:lnTo>
                  <a:pt x="1521" y="1303"/>
                </a:lnTo>
                <a:lnTo>
                  <a:pt x="1521" y="1304"/>
                </a:lnTo>
                <a:lnTo>
                  <a:pt x="1522" y="1305"/>
                </a:lnTo>
                <a:lnTo>
                  <a:pt x="1523" y="1305"/>
                </a:lnTo>
                <a:lnTo>
                  <a:pt x="1523" y="1307"/>
                </a:lnTo>
                <a:lnTo>
                  <a:pt x="1523" y="1308"/>
                </a:lnTo>
                <a:lnTo>
                  <a:pt x="1524" y="1308"/>
                </a:lnTo>
                <a:lnTo>
                  <a:pt x="1523" y="1309"/>
                </a:lnTo>
                <a:lnTo>
                  <a:pt x="1521" y="1311"/>
                </a:lnTo>
                <a:lnTo>
                  <a:pt x="1519" y="1311"/>
                </a:lnTo>
                <a:lnTo>
                  <a:pt x="1518" y="1311"/>
                </a:lnTo>
                <a:lnTo>
                  <a:pt x="1517" y="1311"/>
                </a:lnTo>
                <a:lnTo>
                  <a:pt x="1515" y="1311"/>
                </a:lnTo>
                <a:lnTo>
                  <a:pt x="1514" y="1311"/>
                </a:lnTo>
                <a:lnTo>
                  <a:pt x="1513" y="1311"/>
                </a:lnTo>
                <a:lnTo>
                  <a:pt x="1512" y="1311"/>
                </a:lnTo>
                <a:lnTo>
                  <a:pt x="1512" y="1312"/>
                </a:lnTo>
                <a:lnTo>
                  <a:pt x="1511" y="1312"/>
                </a:lnTo>
                <a:lnTo>
                  <a:pt x="1511" y="1313"/>
                </a:lnTo>
                <a:lnTo>
                  <a:pt x="1510" y="1314"/>
                </a:lnTo>
                <a:lnTo>
                  <a:pt x="1509" y="1315"/>
                </a:lnTo>
                <a:lnTo>
                  <a:pt x="1509" y="1314"/>
                </a:lnTo>
                <a:lnTo>
                  <a:pt x="1509" y="1315"/>
                </a:lnTo>
                <a:lnTo>
                  <a:pt x="1508" y="1315"/>
                </a:lnTo>
                <a:lnTo>
                  <a:pt x="1507" y="1316"/>
                </a:lnTo>
                <a:lnTo>
                  <a:pt x="1507" y="1317"/>
                </a:lnTo>
                <a:lnTo>
                  <a:pt x="1505" y="1318"/>
                </a:lnTo>
                <a:lnTo>
                  <a:pt x="1504" y="1319"/>
                </a:lnTo>
                <a:lnTo>
                  <a:pt x="1504" y="1318"/>
                </a:lnTo>
                <a:lnTo>
                  <a:pt x="1503" y="1317"/>
                </a:lnTo>
                <a:lnTo>
                  <a:pt x="1502" y="1316"/>
                </a:lnTo>
                <a:lnTo>
                  <a:pt x="1501" y="1316"/>
                </a:lnTo>
                <a:lnTo>
                  <a:pt x="1501" y="1315"/>
                </a:lnTo>
                <a:lnTo>
                  <a:pt x="1501" y="1314"/>
                </a:lnTo>
                <a:lnTo>
                  <a:pt x="1500" y="1314"/>
                </a:lnTo>
                <a:lnTo>
                  <a:pt x="1500" y="1313"/>
                </a:lnTo>
                <a:lnTo>
                  <a:pt x="1499" y="1313"/>
                </a:lnTo>
                <a:lnTo>
                  <a:pt x="1499" y="1312"/>
                </a:lnTo>
                <a:lnTo>
                  <a:pt x="1498" y="1312"/>
                </a:lnTo>
                <a:lnTo>
                  <a:pt x="1498" y="1311"/>
                </a:lnTo>
                <a:lnTo>
                  <a:pt x="1497" y="1312"/>
                </a:lnTo>
                <a:lnTo>
                  <a:pt x="1497" y="1313"/>
                </a:lnTo>
                <a:lnTo>
                  <a:pt x="1497" y="1314"/>
                </a:lnTo>
                <a:lnTo>
                  <a:pt x="1496" y="1315"/>
                </a:lnTo>
                <a:lnTo>
                  <a:pt x="1495" y="1315"/>
                </a:lnTo>
                <a:lnTo>
                  <a:pt x="1495" y="1316"/>
                </a:lnTo>
                <a:lnTo>
                  <a:pt x="1494" y="1317"/>
                </a:lnTo>
                <a:lnTo>
                  <a:pt x="1493" y="1317"/>
                </a:lnTo>
                <a:lnTo>
                  <a:pt x="1492" y="1317"/>
                </a:lnTo>
                <a:lnTo>
                  <a:pt x="1491" y="1318"/>
                </a:lnTo>
                <a:lnTo>
                  <a:pt x="1489" y="1319"/>
                </a:lnTo>
                <a:lnTo>
                  <a:pt x="1488" y="1319"/>
                </a:lnTo>
                <a:lnTo>
                  <a:pt x="1487" y="1319"/>
                </a:lnTo>
                <a:lnTo>
                  <a:pt x="1487" y="1320"/>
                </a:lnTo>
                <a:lnTo>
                  <a:pt x="1487" y="1321"/>
                </a:lnTo>
                <a:lnTo>
                  <a:pt x="1486" y="1321"/>
                </a:lnTo>
                <a:lnTo>
                  <a:pt x="1486" y="1322"/>
                </a:lnTo>
                <a:lnTo>
                  <a:pt x="1485" y="1323"/>
                </a:lnTo>
                <a:lnTo>
                  <a:pt x="1484" y="1323"/>
                </a:lnTo>
                <a:lnTo>
                  <a:pt x="1483" y="1323"/>
                </a:lnTo>
                <a:lnTo>
                  <a:pt x="1483" y="1324"/>
                </a:lnTo>
                <a:lnTo>
                  <a:pt x="1482" y="1325"/>
                </a:lnTo>
                <a:lnTo>
                  <a:pt x="1481" y="1325"/>
                </a:lnTo>
                <a:lnTo>
                  <a:pt x="1481" y="1326"/>
                </a:lnTo>
                <a:lnTo>
                  <a:pt x="1480" y="1326"/>
                </a:lnTo>
                <a:lnTo>
                  <a:pt x="1479" y="1326"/>
                </a:lnTo>
                <a:lnTo>
                  <a:pt x="1479" y="1327"/>
                </a:lnTo>
                <a:lnTo>
                  <a:pt x="1478" y="1328"/>
                </a:lnTo>
                <a:lnTo>
                  <a:pt x="1478" y="1329"/>
                </a:lnTo>
                <a:lnTo>
                  <a:pt x="1477" y="1329"/>
                </a:lnTo>
                <a:lnTo>
                  <a:pt x="1476" y="1329"/>
                </a:lnTo>
                <a:lnTo>
                  <a:pt x="1476" y="1330"/>
                </a:lnTo>
                <a:lnTo>
                  <a:pt x="1475" y="1330"/>
                </a:lnTo>
                <a:lnTo>
                  <a:pt x="1474" y="1330"/>
                </a:lnTo>
                <a:lnTo>
                  <a:pt x="1474" y="1331"/>
                </a:lnTo>
                <a:lnTo>
                  <a:pt x="1474" y="1330"/>
                </a:lnTo>
                <a:lnTo>
                  <a:pt x="1473" y="1330"/>
                </a:lnTo>
                <a:lnTo>
                  <a:pt x="1472" y="1330"/>
                </a:lnTo>
                <a:lnTo>
                  <a:pt x="1471" y="1330"/>
                </a:lnTo>
                <a:lnTo>
                  <a:pt x="1471" y="1331"/>
                </a:lnTo>
                <a:lnTo>
                  <a:pt x="1470" y="1331"/>
                </a:lnTo>
                <a:lnTo>
                  <a:pt x="1469" y="1331"/>
                </a:lnTo>
                <a:lnTo>
                  <a:pt x="1468" y="1331"/>
                </a:lnTo>
                <a:lnTo>
                  <a:pt x="1467" y="1331"/>
                </a:lnTo>
                <a:lnTo>
                  <a:pt x="1466" y="1332"/>
                </a:lnTo>
                <a:lnTo>
                  <a:pt x="1465" y="1332"/>
                </a:lnTo>
                <a:lnTo>
                  <a:pt x="1464" y="1332"/>
                </a:lnTo>
                <a:lnTo>
                  <a:pt x="1463" y="1332"/>
                </a:lnTo>
                <a:lnTo>
                  <a:pt x="1462" y="1332"/>
                </a:lnTo>
                <a:lnTo>
                  <a:pt x="1461" y="1332"/>
                </a:lnTo>
                <a:lnTo>
                  <a:pt x="1459" y="1333"/>
                </a:lnTo>
                <a:lnTo>
                  <a:pt x="1459" y="1332"/>
                </a:lnTo>
                <a:lnTo>
                  <a:pt x="1458" y="1332"/>
                </a:lnTo>
                <a:lnTo>
                  <a:pt x="1457" y="1332"/>
                </a:lnTo>
                <a:lnTo>
                  <a:pt x="1456" y="1332"/>
                </a:lnTo>
                <a:lnTo>
                  <a:pt x="1455" y="1332"/>
                </a:lnTo>
                <a:lnTo>
                  <a:pt x="1454" y="1332"/>
                </a:lnTo>
                <a:lnTo>
                  <a:pt x="1454" y="1331"/>
                </a:lnTo>
                <a:lnTo>
                  <a:pt x="1453" y="1331"/>
                </a:lnTo>
                <a:lnTo>
                  <a:pt x="1453" y="1330"/>
                </a:lnTo>
                <a:lnTo>
                  <a:pt x="1453" y="1329"/>
                </a:lnTo>
                <a:lnTo>
                  <a:pt x="1452" y="1328"/>
                </a:lnTo>
                <a:lnTo>
                  <a:pt x="1452" y="1327"/>
                </a:lnTo>
                <a:lnTo>
                  <a:pt x="1452" y="1326"/>
                </a:lnTo>
                <a:lnTo>
                  <a:pt x="1451" y="1325"/>
                </a:lnTo>
                <a:lnTo>
                  <a:pt x="1450" y="1325"/>
                </a:lnTo>
                <a:lnTo>
                  <a:pt x="1450" y="1324"/>
                </a:lnTo>
                <a:lnTo>
                  <a:pt x="1449" y="1324"/>
                </a:lnTo>
                <a:lnTo>
                  <a:pt x="1449" y="1322"/>
                </a:lnTo>
                <a:lnTo>
                  <a:pt x="1448" y="1323"/>
                </a:lnTo>
                <a:lnTo>
                  <a:pt x="1447" y="1323"/>
                </a:lnTo>
                <a:lnTo>
                  <a:pt x="1446" y="1324"/>
                </a:lnTo>
                <a:lnTo>
                  <a:pt x="1445" y="1324"/>
                </a:lnTo>
                <a:lnTo>
                  <a:pt x="1444" y="1324"/>
                </a:lnTo>
                <a:lnTo>
                  <a:pt x="1443" y="1324"/>
                </a:lnTo>
                <a:lnTo>
                  <a:pt x="1442" y="1324"/>
                </a:lnTo>
                <a:lnTo>
                  <a:pt x="1441" y="1325"/>
                </a:lnTo>
                <a:lnTo>
                  <a:pt x="1440" y="1325"/>
                </a:lnTo>
                <a:lnTo>
                  <a:pt x="1439" y="1325"/>
                </a:lnTo>
                <a:lnTo>
                  <a:pt x="1438" y="1325"/>
                </a:lnTo>
                <a:lnTo>
                  <a:pt x="1438" y="1326"/>
                </a:lnTo>
                <a:lnTo>
                  <a:pt x="1437" y="1326"/>
                </a:lnTo>
                <a:lnTo>
                  <a:pt x="1436" y="1326"/>
                </a:lnTo>
                <a:lnTo>
                  <a:pt x="1434" y="1327"/>
                </a:lnTo>
                <a:lnTo>
                  <a:pt x="1433" y="1327"/>
                </a:lnTo>
                <a:lnTo>
                  <a:pt x="1432" y="1327"/>
                </a:lnTo>
                <a:lnTo>
                  <a:pt x="1431" y="1327"/>
                </a:lnTo>
                <a:lnTo>
                  <a:pt x="1429" y="1327"/>
                </a:lnTo>
                <a:lnTo>
                  <a:pt x="1428" y="1328"/>
                </a:lnTo>
                <a:lnTo>
                  <a:pt x="1427" y="1328"/>
                </a:lnTo>
                <a:lnTo>
                  <a:pt x="1426" y="1328"/>
                </a:lnTo>
                <a:lnTo>
                  <a:pt x="1425" y="1328"/>
                </a:lnTo>
                <a:lnTo>
                  <a:pt x="1424" y="1329"/>
                </a:lnTo>
                <a:lnTo>
                  <a:pt x="1423" y="1329"/>
                </a:lnTo>
                <a:lnTo>
                  <a:pt x="1422" y="1329"/>
                </a:lnTo>
                <a:lnTo>
                  <a:pt x="1421" y="1329"/>
                </a:lnTo>
                <a:lnTo>
                  <a:pt x="1421" y="1330"/>
                </a:lnTo>
                <a:lnTo>
                  <a:pt x="1420" y="1330"/>
                </a:lnTo>
                <a:lnTo>
                  <a:pt x="1419" y="1330"/>
                </a:lnTo>
                <a:lnTo>
                  <a:pt x="1418" y="1331"/>
                </a:lnTo>
                <a:lnTo>
                  <a:pt x="1417" y="1331"/>
                </a:lnTo>
                <a:lnTo>
                  <a:pt x="1417" y="1332"/>
                </a:lnTo>
                <a:lnTo>
                  <a:pt x="1417" y="1333"/>
                </a:lnTo>
                <a:lnTo>
                  <a:pt x="1417" y="1334"/>
                </a:lnTo>
                <a:lnTo>
                  <a:pt x="1416" y="1334"/>
                </a:lnTo>
                <a:lnTo>
                  <a:pt x="1416" y="1335"/>
                </a:lnTo>
                <a:lnTo>
                  <a:pt x="1416" y="1336"/>
                </a:lnTo>
                <a:lnTo>
                  <a:pt x="1415" y="1336"/>
                </a:lnTo>
                <a:lnTo>
                  <a:pt x="1415" y="1337"/>
                </a:lnTo>
                <a:lnTo>
                  <a:pt x="1415" y="1338"/>
                </a:lnTo>
                <a:lnTo>
                  <a:pt x="1415" y="1339"/>
                </a:lnTo>
                <a:lnTo>
                  <a:pt x="1414" y="1339"/>
                </a:lnTo>
                <a:lnTo>
                  <a:pt x="1414" y="1340"/>
                </a:lnTo>
                <a:lnTo>
                  <a:pt x="1414" y="1341"/>
                </a:lnTo>
                <a:lnTo>
                  <a:pt x="1414" y="1342"/>
                </a:lnTo>
                <a:lnTo>
                  <a:pt x="1413" y="1342"/>
                </a:lnTo>
                <a:lnTo>
                  <a:pt x="1413" y="1343"/>
                </a:lnTo>
                <a:lnTo>
                  <a:pt x="1413" y="1344"/>
                </a:lnTo>
                <a:lnTo>
                  <a:pt x="1412" y="1344"/>
                </a:lnTo>
                <a:lnTo>
                  <a:pt x="1410" y="1345"/>
                </a:lnTo>
                <a:lnTo>
                  <a:pt x="1408" y="1346"/>
                </a:lnTo>
                <a:lnTo>
                  <a:pt x="1407" y="1346"/>
                </a:lnTo>
                <a:lnTo>
                  <a:pt x="1406" y="1347"/>
                </a:lnTo>
                <a:lnTo>
                  <a:pt x="1404" y="1348"/>
                </a:lnTo>
                <a:lnTo>
                  <a:pt x="1403" y="1348"/>
                </a:lnTo>
                <a:lnTo>
                  <a:pt x="1402" y="1348"/>
                </a:lnTo>
                <a:lnTo>
                  <a:pt x="1400" y="1346"/>
                </a:lnTo>
                <a:lnTo>
                  <a:pt x="1398" y="1345"/>
                </a:lnTo>
                <a:lnTo>
                  <a:pt x="1397" y="1344"/>
                </a:lnTo>
                <a:lnTo>
                  <a:pt x="1396" y="1343"/>
                </a:lnTo>
                <a:lnTo>
                  <a:pt x="1395" y="1342"/>
                </a:lnTo>
                <a:lnTo>
                  <a:pt x="1394" y="1342"/>
                </a:lnTo>
                <a:lnTo>
                  <a:pt x="1393" y="1341"/>
                </a:lnTo>
                <a:lnTo>
                  <a:pt x="1393" y="1340"/>
                </a:lnTo>
                <a:lnTo>
                  <a:pt x="1392" y="1340"/>
                </a:lnTo>
                <a:lnTo>
                  <a:pt x="1390" y="1340"/>
                </a:lnTo>
                <a:lnTo>
                  <a:pt x="1388" y="1339"/>
                </a:lnTo>
                <a:lnTo>
                  <a:pt x="1387" y="1339"/>
                </a:lnTo>
                <a:lnTo>
                  <a:pt x="1386" y="1338"/>
                </a:lnTo>
                <a:lnTo>
                  <a:pt x="1385" y="1338"/>
                </a:lnTo>
                <a:lnTo>
                  <a:pt x="1384" y="1338"/>
                </a:lnTo>
                <a:lnTo>
                  <a:pt x="1381" y="1336"/>
                </a:lnTo>
                <a:lnTo>
                  <a:pt x="1378" y="1334"/>
                </a:lnTo>
                <a:lnTo>
                  <a:pt x="1377" y="1334"/>
                </a:lnTo>
                <a:lnTo>
                  <a:pt x="1373" y="1335"/>
                </a:lnTo>
                <a:lnTo>
                  <a:pt x="1372" y="1335"/>
                </a:lnTo>
                <a:lnTo>
                  <a:pt x="1371" y="1336"/>
                </a:lnTo>
                <a:lnTo>
                  <a:pt x="1368" y="1338"/>
                </a:lnTo>
                <a:lnTo>
                  <a:pt x="1368" y="1339"/>
                </a:lnTo>
                <a:lnTo>
                  <a:pt x="1367" y="1339"/>
                </a:lnTo>
                <a:lnTo>
                  <a:pt x="1366" y="1339"/>
                </a:lnTo>
                <a:lnTo>
                  <a:pt x="1366" y="1338"/>
                </a:lnTo>
                <a:lnTo>
                  <a:pt x="1365" y="1338"/>
                </a:lnTo>
                <a:lnTo>
                  <a:pt x="1364" y="1338"/>
                </a:lnTo>
                <a:lnTo>
                  <a:pt x="1364" y="1339"/>
                </a:lnTo>
                <a:lnTo>
                  <a:pt x="1363" y="1340"/>
                </a:lnTo>
                <a:lnTo>
                  <a:pt x="1362" y="1341"/>
                </a:lnTo>
                <a:lnTo>
                  <a:pt x="1362" y="1342"/>
                </a:lnTo>
                <a:lnTo>
                  <a:pt x="1363" y="1342"/>
                </a:lnTo>
                <a:lnTo>
                  <a:pt x="1363" y="1343"/>
                </a:lnTo>
                <a:lnTo>
                  <a:pt x="1362" y="1344"/>
                </a:lnTo>
                <a:lnTo>
                  <a:pt x="1361" y="1344"/>
                </a:lnTo>
                <a:lnTo>
                  <a:pt x="1361" y="1345"/>
                </a:lnTo>
                <a:lnTo>
                  <a:pt x="1360" y="1345"/>
                </a:lnTo>
                <a:lnTo>
                  <a:pt x="1359" y="1346"/>
                </a:lnTo>
                <a:lnTo>
                  <a:pt x="1358" y="1347"/>
                </a:lnTo>
                <a:lnTo>
                  <a:pt x="1357" y="1347"/>
                </a:lnTo>
                <a:lnTo>
                  <a:pt x="1357" y="1348"/>
                </a:lnTo>
                <a:lnTo>
                  <a:pt x="1356" y="1349"/>
                </a:lnTo>
                <a:lnTo>
                  <a:pt x="1356" y="1350"/>
                </a:lnTo>
                <a:lnTo>
                  <a:pt x="1357" y="1351"/>
                </a:lnTo>
                <a:lnTo>
                  <a:pt x="1356" y="1351"/>
                </a:lnTo>
                <a:lnTo>
                  <a:pt x="1356" y="1352"/>
                </a:lnTo>
                <a:lnTo>
                  <a:pt x="1355" y="1353"/>
                </a:lnTo>
                <a:lnTo>
                  <a:pt x="1355" y="1354"/>
                </a:lnTo>
                <a:lnTo>
                  <a:pt x="1354" y="1354"/>
                </a:lnTo>
                <a:lnTo>
                  <a:pt x="1354" y="1355"/>
                </a:lnTo>
                <a:lnTo>
                  <a:pt x="1353" y="1356"/>
                </a:lnTo>
                <a:lnTo>
                  <a:pt x="1352" y="1356"/>
                </a:lnTo>
                <a:lnTo>
                  <a:pt x="1352" y="1357"/>
                </a:lnTo>
                <a:lnTo>
                  <a:pt x="1352" y="1358"/>
                </a:lnTo>
                <a:lnTo>
                  <a:pt x="1352" y="1359"/>
                </a:lnTo>
                <a:lnTo>
                  <a:pt x="1351" y="1360"/>
                </a:lnTo>
                <a:lnTo>
                  <a:pt x="1350" y="1361"/>
                </a:lnTo>
                <a:lnTo>
                  <a:pt x="1349" y="1361"/>
                </a:lnTo>
                <a:lnTo>
                  <a:pt x="1349" y="1362"/>
                </a:lnTo>
                <a:lnTo>
                  <a:pt x="1349" y="1363"/>
                </a:lnTo>
                <a:lnTo>
                  <a:pt x="1348" y="1363"/>
                </a:lnTo>
                <a:lnTo>
                  <a:pt x="1348" y="1364"/>
                </a:lnTo>
                <a:lnTo>
                  <a:pt x="1348" y="1365"/>
                </a:lnTo>
                <a:lnTo>
                  <a:pt x="1347" y="1366"/>
                </a:lnTo>
                <a:lnTo>
                  <a:pt x="1346" y="1367"/>
                </a:lnTo>
                <a:lnTo>
                  <a:pt x="1346" y="1368"/>
                </a:lnTo>
                <a:lnTo>
                  <a:pt x="1345" y="1369"/>
                </a:lnTo>
                <a:lnTo>
                  <a:pt x="1344" y="1370"/>
                </a:lnTo>
                <a:lnTo>
                  <a:pt x="1344" y="1371"/>
                </a:lnTo>
                <a:lnTo>
                  <a:pt x="1343" y="1371"/>
                </a:lnTo>
                <a:lnTo>
                  <a:pt x="1343" y="1372"/>
                </a:lnTo>
                <a:lnTo>
                  <a:pt x="1343" y="1373"/>
                </a:lnTo>
                <a:lnTo>
                  <a:pt x="1342" y="1373"/>
                </a:lnTo>
                <a:lnTo>
                  <a:pt x="1342" y="1374"/>
                </a:lnTo>
                <a:lnTo>
                  <a:pt x="1341" y="1375"/>
                </a:lnTo>
                <a:lnTo>
                  <a:pt x="1340" y="1375"/>
                </a:lnTo>
                <a:lnTo>
                  <a:pt x="1340" y="1376"/>
                </a:lnTo>
                <a:lnTo>
                  <a:pt x="1340" y="1377"/>
                </a:lnTo>
                <a:lnTo>
                  <a:pt x="1339" y="1379"/>
                </a:lnTo>
                <a:lnTo>
                  <a:pt x="1339" y="1380"/>
                </a:lnTo>
                <a:lnTo>
                  <a:pt x="1338" y="1381"/>
                </a:lnTo>
                <a:lnTo>
                  <a:pt x="1336" y="1383"/>
                </a:lnTo>
                <a:lnTo>
                  <a:pt x="1335" y="1384"/>
                </a:lnTo>
                <a:lnTo>
                  <a:pt x="1333" y="1386"/>
                </a:lnTo>
                <a:lnTo>
                  <a:pt x="1333" y="1390"/>
                </a:lnTo>
                <a:lnTo>
                  <a:pt x="1333" y="1393"/>
                </a:lnTo>
                <a:lnTo>
                  <a:pt x="1333" y="1394"/>
                </a:lnTo>
                <a:lnTo>
                  <a:pt x="1332" y="1396"/>
                </a:lnTo>
                <a:lnTo>
                  <a:pt x="1332" y="1397"/>
                </a:lnTo>
                <a:lnTo>
                  <a:pt x="1331" y="1397"/>
                </a:lnTo>
                <a:lnTo>
                  <a:pt x="1329" y="1399"/>
                </a:lnTo>
                <a:lnTo>
                  <a:pt x="1329" y="1400"/>
                </a:lnTo>
                <a:lnTo>
                  <a:pt x="1330" y="1401"/>
                </a:lnTo>
                <a:lnTo>
                  <a:pt x="1330" y="1402"/>
                </a:lnTo>
                <a:lnTo>
                  <a:pt x="1330" y="1404"/>
                </a:lnTo>
                <a:lnTo>
                  <a:pt x="1330" y="1405"/>
                </a:lnTo>
                <a:lnTo>
                  <a:pt x="1329" y="1405"/>
                </a:lnTo>
                <a:lnTo>
                  <a:pt x="1329" y="1404"/>
                </a:lnTo>
                <a:lnTo>
                  <a:pt x="1328" y="1404"/>
                </a:lnTo>
                <a:lnTo>
                  <a:pt x="1327" y="1404"/>
                </a:lnTo>
                <a:lnTo>
                  <a:pt x="1326" y="1404"/>
                </a:lnTo>
                <a:lnTo>
                  <a:pt x="1325" y="1404"/>
                </a:lnTo>
                <a:lnTo>
                  <a:pt x="1325" y="1405"/>
                </a:lnTo>
                <a:lnTo>
                  <a:pt x="1323" y="1404"/>
                </a:lnTo>
                <a:lnTo>
                  <a:pt x="1322" y="1404"/>
                </a:lnTo>
                <a:lnTo>
                  <a:pt x="1322" y="1403"/>
                </a:lnTo>
                <a:lnTo>
                  <a:pt x="1321" y="1403"/>
                </a:lnTo>
                <a:lnTo>
                  <a:pt x="1320" y="1404"/>
                </a:lnTo>
                <a:lnTo>
                  <a:pt x="1319" y="1405"/>
                </a:lnTo>
                <a:lnTo>
                  <a:pt x="1319" y="1406"/>
                </a:lnTo>
                <a:lnTo>
                  <a:pt x="1317" y="1407"/>
                </a:lnTo>
                <a:lnTo>
                  <a:pt x="1316" y="1407"/>
                </a:lnTo>
                <a:lnTo>
                  <a:pt x="1314" y="1406"/>
                </a:lnTo>
                <a:lnTo>
                  <a:pt x="1311" y="1405"/>
                </a:lnTo>
                <a:lnTo>
                  <a:pt x="1310" y="1405"/>
                </a:lnTo>
                <a:lnTo>
                  <a:pt x="1310" y="1404"/>
                </a:lnTo>
                <a:lnTo>
                  <a:pt x="1309" y="1403"/>
                </a:lnTo>
                <a:lnTo>
                  <a:pt x="1308" y="1402"/>
                </a:lnTo>
                <a:lnTo>
                  <a:pt x="1306" y="1402"/>
                </a:lnTo>
                <a:lnTo>
                  <a:pt x="1305" y="1402"/>
                </a:lnTo>
                <a:lnTo>
                  <a:pt x="1304" y="1401"/>
                </a:lnTo>
                <a:lnTo>
                  <a:pt x="1303" y="1401"/>
                </a:lnTo>
                <a:lnTo>
                  <a:pt x="1303" y="1402"/>
                </a:lnTo>
                <a:lnTo>
                  <a:pt x="1302" y="1402"/>
                </a:lnTo>
                <a:lnTo>
                  <a:pt x="1301" y="1402"/>
                </a:lnTo>
                <a:lnTo>
                  <a:pt x="1299" y="1401"/>
                </a:lnTo>
                <a:lnTo>
                  <a:pt x="1298" y="1401"/>
                </a:lnTo>
                <a:lnTo>
                  <a:pt x="1295" y="1400"/>
                </a:lnTo>
                <a:lnTo>
                  <a:pt x="1294" y="1400"/>
                </a:lnTo>
                <a:lnTo>
                  <a:pt x="1293" y="1400"/>
                </a:lnTo>
                <a:lnTo>
                  <a:pt x="1293" y="1399"/>
                </a:lnTo>
                <a:lnTo>
                  <a:pt x="1292" y="1399"/>
                </a:lnTo>
                <a:lnTo>
                  <a:pt x="1291" y="1399"/>
                </a:lnTo>
                <a:lnTo>
                  <a:pt x="1290" y="1399"/>
                </a:lnTo>
                <a:lnTo>
                  <a:pt x="1289" y="1400"/>
                </a:lnTo>
                <a:lnTo>
                  <a:pt x="1288" y="1401"/>
                </a:lnTo>
                <a:lnTo>
                  <a:pt x="1287" y="1401"/>
                </a:lnTo>
                <a:lnTo>
                  <a:pt x="1286" y="1401"/>
                </a:lnTo>
                <a:lnTo>
                  <a:pt x="1285" y="1401"/>
                </a:lnTo>
                <a:lnTo>
                  <a:pt x="1285" y="1402"/>
                </a:lnTo>
                <a:lnTo>
                  <a:pt x="1286" y="1402"/>
                </a:lnTo>
                <a:lnTo>
                  <a:pt x="1286" y="1403"/>
                </a:lnTo>
                <a:lnTo>
                  <a:pt x="1287" y="1403"/>
                </a:lnTo>
                <a:lnTo>
                  <a:pt x="1288" y="1403"/>
                </a:lnTo>
                <a:lnTo>
                  <a:pt x="1288" y="1405"/>
                </a:lnTo>
                <a:lnTo>
                  <a:pt x="1287" y="1405"/>
                </a:lnTo>
                <a:lnTo>
                  <a:pt x="1286" y="1405"/>
                </a:lnTo>
                <a:lnTo>
                  <a:pt x="1286" y="1404"/>
                </a:lnTo>
                <a:lnTo>
                  <a:pt x="1285" y="1403"/>
                </a:lnTo>
                <a:lnTo>
                  <a:pt x="1284" y="1404"/>
                </a:lnTo>
                <a:lnTo>
                  <a:pt x="1285" y="1405"/>
                </a:lnTo>
                <a:lnTo>
                  <a:pt x="1285" y="1407"/>
                </a:lnTo>
                <a:lnTo>
                  <a:pt x="1285" y="1408"/>
                </a:lnTo>
                <a:lnTo>
                  <a:pt x="1284" y="1410"/>
                </a:lnTo>
                <a:lnTo>
                  <a:pt x="1284" y="1411"/>
                </a:lnTo>
                <a:lnTo>
                  <a:pt x="1284" y="1412"/>
                </a:lnTo>
                <a:lnTo>
                  <a:pt x="1284" y="1413"/>
                </a:lnTo>
                <a:lnTo>
                  <a:pt x="1285" y="1413"/>
                </a:lnTo>
                <a:lnTo>
                  <a:pt x="1285" y="1414"/>
                </a:lnTo>
                <a:lnTo>
                  <a:pt x="1285" y="1415"/>
                </a:lnTo>
                <a:lnTo>
                  <a:pt x="1284" y="1416"/>
                </a:lnTo>
                <a:lnTo>
                  <a:pt x="1283" y="1416"/>
                </a:lnTo>
                <a:lnTo>
                  <a:pt x="1282" y="1416"/>
                </a:lnTo>
                <a:lnTo>
                  <a:pt x="1281" y="1417"/>
                </a:lnTo>
                <a:lnTo>
                  <a:pt x="1280" y="1417"/>
                </a:lnTo>
                <a:lnTo>
                  <a:pt x="1279" y="1418"/>
                </a:lnTo>
                <a:lnTo>
                  <a:pt x="1279" y="1419"/>
                </a:lnTo>
                <a:lnTo>
                  <a:pt x="1279" y="1421"/>
                </a:lnTo>
                <a:lnTo>
                  <a:pt x="1278" y="1422"/>
                </a:lnTo>
                <a:lnTo>
                  <a:pt x="1278" y="1423"/>
                </a:lnTo>
                <a:lnTo>
                  <a:pt x="1277" y="1423"/>
                </a:lnTo>
                <a:lnTo>
                  <a:pt x="1277" y="1424"/>
                </a:lnTo>
                <a:lnTo>
                  <a:pt x="1276" y="1424"/>
                </a:lnTo>
                <a:lnTo>
                  <a:pt x="1275" y="1424"/>
                </a:lnTo>
                <a:lnTo>
                  <a:pt x="1273" y="1424"/>
                </a:lnTo>
                <a:lnTo>
                  <a:pt x="1272" y="1424"/>
                </a:lnTo>
                <a:lnTo>
                  <a:pt x="1271" y="1424"/>
                </a:lnTo>
                <a:lnTo>
                  <a:pt x="1270" y="1424"/>
                </a:lnTo>
                <a:lnTo>
                  <a:pt x="1270" y="1423"/>
                </a:lnTo>
                <a:lnTo>
                  <a:pt x="1269" y="1423"/>
                </a:lnTo>
                <a:lnTo>
                  <a:pt x="1268" y="1423"/>
                </a:lnTo>
                <a:lnTo>
                  <a:pt x="1267" y="1423"/>
                </a:lnTo>
                <a:lnTo>
                  <a:pt x="1267" y="1424"/>
                </a:lnTo>
                <a:lnTo>
                  <a:pt x="1266" y="1424"/>
                </a:lnTo>
                <a:lnTo>
                  <a:pt x="1265" y="1424"/>
                </a:lnTo>
                <a:lnTo>
                  <a:pt x="1265" y="1423"/>
                </a:lnTo>
                <a:lnTo>
                  <a:pt x="1264" y="1423"/>
                </a:lnTo>
                <a:lnTo>
                  <a:pt x="1264" y="1424"/>
                </a:lnTo>
                <a:lnTo>
                  <a:pt x="1262" y="1424"/>
                </a:lnTo>
                <a:lnTo>
                  <a:pt x="1261" y="1424"/>
                </a:lnTo>
                <a:lnTo>
                  <a:pt x="1260" y="1424"/>
                </a:lnTo>
                <a:lnTo>
                  <a:pt x="1259" y="1425"/>
                </a:lnTo>
                <a:lnTo>
                  <a:pt x="1258" y="1426"/>
                </a:lnTo>
                <a:lnTo>
                  <a:pt x="1258" y="1427"/>
                </a:lnTo>
                <a:lnTo>
                  <a:pt x="1257" y="1428"/>
                </a:lnTo>
                <a:lnTo>
                  <a:pt x="1256" y="1428"/>
                </a:lnTo>
                <a:lnTo>
                  <a:pt x="1256" y="1429"/>
                </a:lnTo>
                <a:lnTo>
                  <a:pt x="1257" y="1429"/>
                </a:lnTo>
                <a:lnTo>
                  <a:pt x="1257" y="1430"/>
                </a:lnTo>
                <a:lnTo>
                  <a:pt x="1256" y="1430"/>
                </a:lnTo>
                <a:lnTo>
                  <a:pt x="1255" y="1430"/>
                </a:lnTo>
                <a:lnTo>
                  <a:pt x="1254" y="1429"/>
                </a:lnTo>
                <a:lnTo>
                  <a:pt x="1253" y="1428"/>
                </a:lnTo>
                <a:lnTo>
                  <a:pt x="1254" y="1428"/>
                </a:lnTo>
                <a:lnTo>
                  <a:pt x="1255" y="1426"/>
                </a:lnTo>
                <a:lnTo>
                  <a:pt x="1254" y="1425"/>
                </a:lnTo>
                <a:lnTo>
                  <a:pt x="1253" y="1425"/>
                </a:lnTo>
                <a:lnTo>
                  <a:pt x="1252" y="1426"/>
                </a:lnTo>
                <a:lnTo>
                  <a:pt x="1251" y="1426"/>
                </a:lnTo>
                <a:lnTo>
                  <a:pt x="1251" y="1425"/>
                </a:lnTo>
                <a:lnTo>
                  <a:pt x="1251" y="1423"/>
                </a:lnTo>
                <a:lnTo>
                  <a:pt x="1251" y="1421"/>
                </a:lnTo>
                <a:lnTo>
                  <a:pt x="1252" y="1421"/>
                </a:lnTo>
                <a:lnTo>
                  <a:pt x="1252" y="1420"/>
                </a:lnTo>
                <a:lnTo>
                  <a:pt x="1254" y="1420"/>
                </a:lnTo>
                <a:lnTo>
                  <a:pt x="1254" y="1418"/>
                </a:lnTo>
                <a:lnTo>
                  <a:pt x="1255" y="1417"/>
                </a:lnTo>
                <a:lnTo>
                  <a:pt x="1255" y="1416"/>
                </a:lnTo>
                <a:lnTo>
                  <a:pt x="1257" y="1414"/>
                </a:lnTo>
                <a:lnTo>
                  <a:pt x="1258" y="1413"/>
                </a:lnTo>
                <a:lnTo>
                  <a:pt x="1259" y="1413"/>
                </a:lnTo>
                <a:lnTo>
                  <a:pt x="1259" y="1412"/>
                </a:lnTo>
                <a:lnTo>
                  <a:pt x="1260" y="1409"/>
                </a:lnTo>
                <a:lnTo>
                  <a:pt x="1259" y="1409"/>
                </a:lnTo>
                <a:lnTo>
                  <a:pt x="1259" y="1408"/>
                </a:lnTo>
                <a:lnTo>
                  <a:pt x="1258" y="1407"/>
                </a:lnTo>
                <a:lnTo>
                  <a:pt x="1257" y="1407"/>
                </a:lnTo>
                <a:lnTo>
                  <a:pt x="1257" y="1408"/>
                </a:lnTo>
                <a:lnTo>
                  <a:pt x="1257" y="1409"/>
                </a:lnTo>
                <a:lnTo>
                  <a:pt x="1256" y="1409"/>
                </a:lnTo>
                <a:lnTo>
                  <a:pt x="1255" y="1410"/>
                </a:lnTo>
                <a:lnTo>
                  <a:pt x="1254" y="1410"/>
                </a:lnTo>
                <a:lnTo>
                  <a:pt x="1250" y="1410"/>
                </a:lnTo>
                <a:lnTo>
                  <a:pt x="1249" y="1410"/>
                </a:lnTo>
                <a:lnTo>
                  <a:pt x="1247" y="1410"/>
                </a:lnTo>
                <a:lnTo>
                  <a:pt x="1246" y="1411"/>
                </a:lnTo>
                <a:lnTo>
                  <a:pt x="1245" y="1412"/>
                </a:lnTo>
                <a:lnTo>
                  <a:pt x="1244" y="1413"/>
                </a:lnTo>
                <a:lnTo>
                  <a:pt x="1242" y="1414"/>
                </a:lnTo>
                <a:lnTo>
                  <a:pt x="1239" y="1415"/>
                </a:lnTo>
                <a:lnTo>
                  <a:pt x="1238" y="1415"/>
                </a:lnTo>
                <a:lnTo>
                  <a:pt x="1237" y="1415"/>
                </a:lnTo>
                <a:lnTo>
                  <a:pt x="1235" y="1415"/>
                </a:lnTo>
                <a:lnTo>
                  <a:pt x="1234" y="1417"/>
                </a:lnTo>
                <a:lnTo>
                  <a:pt x="1232" y="1420"/>
                </a:lnTo>
                <a:lnTo>
                  <a:pt x="1230" y="1422"/>
                </a:lnTo>
                <a:lnTo>
                  <a:pt x="1229" y="1424"/>
                </a:lnTo>
                <a:lnTo>
                  <a:pt x="1227" y="1425"/>
                </a:lnTo>
                <a:lnTo>
                  <a:pt x="1227" y="1426"/>
                </a:lnTo>
                <a:lnTo>
                  <a:pt x="1227" y="1427"/>
                </a:lnTo>
                <a:lnTo>
                  <a:pt x="1226" y="1427"/>
                </a:lnTo>
                <a:lnTo>
                  <a:pt x="1225" y="1428"/>
                </a:lnTo>
                <a:lnTo>
                  <a:pt x="1223" y="1430"/>
                </a:lnTo>
                <a:lnTo>
                  <a:pt x="1223" y="1431"/>
                </a:lnTo>
                <a:lnTo>
                  <a:pt x="1222" y="1431"/>
                </a:lnTo>
                <a:lnTo>
                  <a:pt x="1221" y="1436"/>
                </a:lnTo>
                <a:lnTo>
                  <a:pt x="1220" y="1439"/>
                </a:lnTo>
                <a:lnTo>
                  <a:pt x="1219" y="1439"/>
                </a:lnTo>
                <a:lnTo>
                  <a:pt x="1218" y="1439"/>
                </a:lnTo>
                <a:lnTo>
                  <a:pt x="1213" y="1440"/>
                </a:lnTo>
                <a:lnTo>
                  <a:pt x="1212" y="1440"/>
                </a:lnTo>
                <a:lnTo>
                  <a:pt x="1212" y="1439"/>
                </a:lnTo>
                <a:lnTo>
                  <a:pt x="1210" y="1438"/>
                </a:lnTo>
                <a:lnTo>
                  <a:pt x="1209" y="1438"/>
                </a:lnTo>
                <a:lnTo>
                  <a:pt x="1208" y="1436"/>
                </a:lnTo>
                <a:lnTo>
                  <a:pt x="1207" y="1435"/>
                </a:lnTo>
                <a:lnTo>
                  <a:pt x="1207" y="1434"/>
                </a:lnTo>
                <a:lnTo>
                  <a:pt x="1207" y="1433"/>
                </a:lnTo>
                <a:lnTo>
                  <a:pt x="1206" y="1431"/>
                </a:lnTo>
                <a:lnTo>
                  <a:pt x="1205" y="1429"/>
                </a:lnTo>
                <a:lnTo>
                  <a:pt x="1204" y="1429"/>
                </a:lnTo>
                <a:lnTo>
                  <a:pt x="1203" y="1428"/>
                </a:lnTo>
                <a:lnTo>
                  <a:pt x="1202" y="1428"/>
                </a:lnTo>
                <a:lnTo>
                  <a:pt x="1202" y="1429"/>
                </a:lnTo>
                <a:lnTo>
                  <a:pt x="1201" y="1430"/>
                </a:lnTo>
                <a:lnTo>
                  <a:pt x="1200" y="1430"/>
                </a:lnTo>
                <a:lnTo>
                  <a:pt x="1199" y="1430"/>
                </a:lnTo>
                <a:lnTo>
                  <a:pt x="1198" y="1429"/>
                </a:lnTo>
                <a:lnTo>
                  <a:pt x="1198" y="1428"/>
                </a:lnTo>
                <a:lnTo>
                  <a:pt x="1196" y="1428"/>
                </a:lnTo>
                <a:lnTo>
                  <a:pt x="1195" y="1428"/>
                </a:lnTo>
                <a:lnTo>
                  <a:pt x="1194" y="1428"/>
                </a:lnTo>
                <a:lnTo>
                  <a:pt x="1194" y="1430"/>
                </a:lnTo>
                <a:lnTo>
                  <a:pt x="1193" y="1431"/>
                </a:lnTo>
                <a:lnTo>
                  <a:pt x="1194" y="1431"/>
                </a:lnTo>
                <a:lnTo>
                  <a:pt x="1194" y="1432"/>
                </a:lnTo>
                <a:lnTo>
                  <a:pt x="1192" y="1434"/>
                </a:lnTo>
                <a:lnTo>
                  <a:pt x="1191" y="1435"/>
                </a:lnTo>
                <a:lnTo>
                  <a:pt x="1190" y="1434"/>
                </a:lnTo>
                <a:lnTo>
                  <a:pt x="1189" y="1433"/>
                </a:lnTo>
                <a:lnTo>
                  <a:pt x="1188" y="1433"/>
                </a:lnTo>
                <a:lnTo>
                  <a:pt x="1186" y="1432"/>
                </a:lnTo>
                <a:lnTo>
                  <a:pt x="1185" y="1431"/>
                </a:lnTo>
                <a:lnTo>
                  <a:pt x="1184" y="1430"/>
                </a:lnTo>
                <a:lnTo>
                  <a:pt x="1184" y="1429"/>
                </a:lnTo>
                <a:lnTo>
                  <a:pt x="1182" y="1429"/>
                </a:lnTo>
                <a:lnTo>
                  <a:pt x="1182" y="1428"/>
                </a:lnTo>
                <a:lnTo>
                  <a:pt x="1181" y="1427"/>
                </a:lnTo>
                <a:lnTo>
                  <a:pt x="1180" y="1426"/>
                </a:lnTo>
                <a:lnTo>
                  <a:pt x="1180" y="1425"/>
                </a:lnTo>
                <a:lnTo>
                  <a:pt x="1181" y="1424"/>
                </a:lnTo>
                <a:lnTo>
                  <a:pt x="1181" y="1423"/>
                </a:lnTo>
                <a:lnTo>
                  <a:pt x="1179" y="1423"/>
                </a:lnTo>
                <a:lnTo>
                  <a:pt x="1177" y="1424"/>
                </a:lnTo>
                <a:lnTo>
                  <a:pt x="1177" y="1423"/>
                </a:lnTo>
                <a:lnTo>
                  <a:pt x="1177" y="1422"/>
                </a:lnTo>
                <a:lnTo>
                  <a:pt x="1176" y="1422"/>
                </a:lnTo>
                <a:lnTo>
                  <a:pt x="1175" y="1422"/>
                </a:lnTo>
                <a:lnTo>
                  <a:pt x="1174" y="1422"/>
                </a:lnTo>
                <a:lnTo>
                  <a:pt x="1169" y="1420"/>
                </a:lnTo>
                <a:lnTo>
                  <a:pt x="1168" y="1421"/>
                </a:lnTo>
                <a:lnTo>
                  <a:pt x="1167" y="1421"/>
                </a:lnTo>
                <a:lnTo>
                  <a:pt x="1167" y="1423"/>
                </a:lnTo>
                <a:lnTo>
                  <a:pt x="1167" y="1425"/>
                </a:lnTo>
                <a:lnTo>
                  <a:pt x="1168" y="1427"/>
                </a:lnTo>
                <a:lnTo>
                  <a:pt x="1169" y="1427"/>
                </a:lnTo>
                <a:lnTo>
                  <a:pt x="1170" y="1427"/>
                </a:lnTo>
                <a:lnTo>
                  <a:pt x="1171" y="1428"/>
                </a:lnTo>
                <a:lnTo>
                  <a:pt x="1171" y="1429"/>
                </a:lnTo>
                <a:lnTo>
                  <a:pt x="1172" y="1429"/>
                </a:lnTo>
                <a:lnTo>
                  <a:pt x="1172" y="1430"/>
                </a:lnTo>
                <a:lnTo>
                  <a:pt x="1172" y="1431"/>
                </a:lnTo>
                <a:lnTo>
                  <a:pt x="1173" y="1433"/>
                </a:lnTo>
                <a:lnTo>
                  <a:pt x="1174" y="1434"/>
                </a:lnTo>
                <a:lnTo>
                  <a:pt x="1174" y="1436"/>
                </a:lnTo>
                <a:lnTo>
                  <a:pt x="1174" y="1437"/>
                </a:lnTo>
                <a:lnTo>
                  <a:pt x="1175" y="1437"/>
                </a:lnTo>
                <a:lnTo>
                  <a:pt x="1175" y="1438"/>
                </a:lnTo>
                <a:lnTo>
                  <a:pt x="1173" y="1438"/>
                </a:lnTo>
                <a:lnTo>
                  <a:pt x="1168" y="1440"/>
                </a:lnTo>
                <a:lnTo>
                  <a:pt x="1166" y="1441"/>
                </a:lnTo>
                <a:lnTo>
                  <a:pt x="1165" y="1442"/>
                </a:lnTo>
                <a:lnTo>
                  <a:pt x="1164" y="1443"/>
                </a:lnTo>
                <a:lnTo>
                  <a:pt x="1163" y="1443"/>
                </a:lnTo>
                <a:lnTo>
                  <a:pt x="1163" y="1444"/>
                </a:lnTo>
                <a:lnTo>
                  <a:pt x="1162" y="1444"/>
                </a:lnTo>
                <a:lnTo>
                  <a:pt x="1160" y="1444"/>
                </a:lnTo>
                <a:lnTo>
                  <a:pt x="1160" y="1445"/>
                </a:lnTo>
                <a:lnTo>
                  <a:pt x="1159" y="1445"/>
                </a:lnTo>
                <a:lnTo>
                  <a:pt x="1157" y="1445"/>
                </a:lnTo>
                <a:lnTo>
                  <a:pt x="1156" y="1446"/>
                </a:lnTo>
                <a:lnTo>
                  <a:pt x="1155" y="1446"/>
                </a:lnTo>
                <a:lnTo>
                  <a:pt x="1155" y="1445"/>
                </a:lnTo>
                <a:lnTo>
                  <a:pt x="1153" y="1445"/>
                </a:lnTo>
                <a:lnTo>
                  <a:pt x="1152" y="1445"/>
                </a:lnTo>
                <a:lnTo>
                  <a:pt x="1151" y="1444"/>
                </a:lnTo>
                <a:lnTo>
                  <a:pt x="1151" y="1443"/>
                </a:lnTo>
                <a:lnTo>
                  <a:pt x="1150" y="1442"/>
                </a:lnTo>
                <a:lnTo>
                  <a:pt x="1149" y="1441"/>
                </a:lnTo>
                <a:lnTo>
                  <a:pt x="1147" y="1439"/>
                </a:lnTo>
                <a:lnTo>
                  <a:pt x="1145" y="1440"/>
                </a:lnTo>
                <a:lnTo>
                  <a:pt x="1144" y="1441"/>
                </a:lnTo>
                <a:lnTo>
                  <a:pt x="1144" y="1442"/>
                </a:lnTo>
                <a:lnTo>
                  <a:pt x="1145" y="1443"/>
                </a:lnTo>
                <a:lnTo>
                  <a:pt x="1147" y="1444"/>
                </a:lnTo>
                <a:lnTo>
                  <a:pt x="1148" y="1445"/>
                </a:lnTo>
                <a:lnTo>
                  <a:pt x="1152" y="1447"/>
                </a:lnTo>
                <a:lnTo>
                  <a:pt x="1152" y="1448"/>
                </a:lnTo>
                <a:lnTo>
                  <a:pt x="1151" y="1449"/>
                </a:lnTo>
                <a:lnTo>
                  <a:pt x="1150" y="1449"/>
                </a:lnTo>
                <a:lnTo>
                  <a:pt x="1150" y="1450"/>
                </a:lnTo>
                <a:lnTo>
                  <a:pt x="1147" y="1452"/>
                </a:lnTo>
                <a:lnTo>
                  <a:pt x="1147" y="1453"/>
                </a:lnTo>
                <a:lnTo>
                  <a:pt x="1147" y="1454"/>
                </a:lnTo>
                <a:lnTo>
                  <a:pt x="1148" y="1455"/>
                </a:lnTo>
                <a:lnTo>
                  <a:pt x="1148" y="1456"/>
                </a:lnTo>
                <a:lnTo>
                  <a:pt x="1147" y="1456"/>
                </a:lnTo>
                <a:lnTo>
                  <a:pt x="1147" y="1457"/>
                </a:lnTo>
                <a:lnTo>
                  <a:pt x="1146" y="1457"/>
                </a:lnTo>
                <a:lnTo>
                  <a:pt x="1145" y="1458"/>
                </a:lnTo>
                <a:lnTo>
                  <a:pt x="1144" y="1458"/>
                </a:lnTo>
                <a:lnTo>
                  <a:pt x="1144" y="1457"/>
                </a:lnTo>
                <a:lnTo>
                  <a:pt x="1143" y="1457"/>
                </a:lnTo>
                <a:lnTo>
                  <a:pt x="1142" y="1458"/>
                </a:lnTo>
                <a:lnTo>
                  <a:pt x="1141" y="1458"/>
                </a:lnTo>
                <a:lnTo>
                  <a:pt x="1141" y="1459"/>
                </a:lnTo>
                <a:lnTo>
                  <a:pt x="1140" y="1459"/>
                </a:lnTo>
                <a:lnTo>
                  <a:pt x="1136" y="1460"/>
                </a:lnTo>
                <a:lnTo>
                  <a:pt x="1135" y="1460"/>
                </a:lnTo>
                <a:lnTo>
                  <a:pt x="1135" y="1461"/>
                </a:lnTo>
                <a:lnTo>
                  <a:pt x="1134" y="1462"/>
                </a:lnTo>
                <a:lnTo>
                  <a:pt x="1133" y="1462"/>
                </a:lnTo>
                <a:lnTo>
                  <a:pt x="1131" y="1465"/>
                </a:lnTo>
                <a:lnTo>
                  <a:pt x="1129" y="1465"/>
                </a:lnTo>
                <a:lnTo>
                  <a:pt x="1128" y="1467"/>
                </a:lnTo>
                <a:lnTo>
                  <a:pt x="1128" y="1470"/>
                </a:lnTo>
                <a:lnTo>
                  <a:pt x="1128" y="1473"/>
                </a:lnTo>
                <a:lnTo>
                  <a:pt x="1126" y="1475"/>
                </a:lnTo>
                <a:lnTo>
                  <a:pt x="1125" y="1476"/>
                </a:lnTo>
                <a:lnTo>
                  <a:pt x="1124" y="1479"/>
                </a:lnTo>
                <a:lnTo>
                  <a:pt x="1122" y="1481"/>
                </a:lnTo>
                <a:lnTo>
                  <a:pt x="1121" y="1482"/>
                </a:lnTo>
                <a:lnTo>
                  <a:pt x="1119" y="1484"/>
                </a:lnTo>
                <a:lnTo>
                  <a:pt x="1116" y="1487"/>
                </a:lnTo>
                <a:lnTo>
                  <a:pt x="1115" y="1487"/>
                </a:lnTo>
                <a:lnTo>
                  <a:pt x="1112" y="1484"/>
                </a:lnTo>
                <a:lnTo>
                  <a:pt x="1109" y="1487"/>
                </a:lnTo>
                <a:lnTo>
                  <a:pt x="1106" y="1489"/>
                </a:lnTo>
                <a:lnTo>
                  <a:pt x="1103" y="1493"/>
                </a:lnTo>
                <a:lnTo>
                  <a:pt x="1102" y="1495"/>
                </a:lnTo>
                <a:lnTo>
                  <a:pt x="1100" y="1496"/>
                </a:lnTo>
                <a:lnTo>
                  <a:pt x="1099" y="1497"/>
                </a:lnTo>
                <a:lnTo>
                  <a:pt x="1098" y="1497"/>
                </a:lnTo>
                <a:lnTo>
                  <a:pt x="1097" y="1497"/>
                </a:lnTo>
                <a:lnTo>
                  <a:pt x="1097" y="1498"/>
                </a:lnTo>
                <a:lnTo>
                  <a:pt x="1096" y="1498"/>
                </a:lnTo>
                <a:lnTo>
                  <a:pt x="1096" y="1499"/>
                </a:lnTo>
                <a:lnTo>
                  <a:pt x="1095" y="1501"/>
                </a:lnTo>
                <a:lnTo>
                  <a:pt x="1096" y="1502"/>
                </a:lnTo>
                <a:lnTo>
                  <a:pt x="1097" y="1505"/>
                </a:lnTo>
                <a:lnTo>
                  <a:pt x="1097" y="1506"/>
                </a:lnTo>
                <a:lnTo>
                  <a:pt x="1095" y="1507"/>
                </a:lnTo>
                <a:lnTo>
                  <a:pt x="1094" y="1507"/>
                </a:lnTo>
                <a:lnTo>
                  <a:pt x="1094" y="1506"/>
                </a:lnTo>
                <a:lnTo>
                  <a:pt x="1092" y="1506"/>
                </a:lnTo>
                <a:lnTo>
                  <a:pt x="1091" y="1506"/>
                </a:lnTo>
                <a:lnTo>
                  <a:pt x="1090" y="1506"/>
                </a:lnTo>
                <a:lnTo>
                  <a:pt x="1089" y="1507"/>
                </a:lnTo>
                <a:lnTo>
                  <a:pt x="1088" y="1508"/>
                </a:lnTo>
                <a:lnTo>
                  <a:pt x="1085" y="1512"/>
                </a:lnTo>
                <a:lnTo>
                  <a:pt x="1082" y="1515"/>
                </a:lnTo>
                <a:lnTo>
                  <a:pt x="1079" y="1517"/>
                </a:lnTo>
                <a:lnTo>
                  <a:pt x="1077" y="1520"/>
                </a:lnTo>
                <a:lnTo>
                  <a:pt x="1077" y="1521"/>
                </a:lnTo>
                <a:lnTo>
                  <a:pt x="1076" y="1521"/>
                </a:lnTo>
                <a:lnTo>
                  <a:pt x="1074" y="1522"/>
                </a:lnTo>
                <a:lnTo>
                  <a:pt x="1070" y="1525"/>
                </a:lnTo>
                <a:lnTo>
                  <a:pt x="1071" y="1526"/>
                </a:lnTo>
                <a:lnTo>
                  <a:pt x="1071" y="1527"/>
                </a:lnTo>
                <a:lnTo>
                  <a:pt x="1071" y="1528"/>
                </a:lnTo>
                <a:lnTo>
                  <a:pt x="1069" y="1531"/>
                </a:lnTo>
                <a:lnTo>
                  <a:pt x="1069" y="1532"/>
                </a:lnTo>
                <a:lnTo>
                  <a:pt x="1068" y="1532"/>
                </a:lnTo>
                <a:lnTo>
                  <a:pt x="1067" y="1532"/>
                </a:lnTo>
                <a:lnTo>
                  <a:pt x="1065" y="1538"/>
                </a:lnTo>
                <a:lnTo>
                  <a:pt x="1064" y="1538"/>
                </a:lnTo>
                <a:lnTo>
                  <a:pt x="1064" y="1539"/>
                </a:lnTo>
                <a:lnTo>
                  <a:pt x="1063" y="1539"/>
                </a:lnTo>
                <a:lnTo>
                  <a:pt x="1063" y="1541"/>
                </a:lnTo>
                <a:lnTo>
                  <a:pt x="1063" y="1542"/>
                </a:lnTo>
                <a:lnTo>
                  <a:pt x="1063" y="1543"/>
                </a:lnTo>
                <a:lnTo>
                  <a:pt x="1063" y="1544"/>
                </a:lnTo>
                <a:lnTo>
                  <a:pt x="1062" y="1545"/>
                </a:lnTo>
                <a:lnTo>
                  <a:pt x="1062" y="1546"/>
                </a:lnTo>
                <a:lnTo>
                  <a:pt x="1061" y="1547"/>
                </a:lnTo>
                <a:lnTo>
                  <a:pt x="1061" y="1551"/>
                </a:lnTo>
                <a:lnTo>
                  <a:pt x="1061" y="1552"/>
                </a:lnTo>
                <a:lnTo>
                  <a:pt x="1062" y="1552"/>
                </a:lnTo>
                <a:lnTo>
                  <a:pt x="1062" y="1553"/>
                </a:lnTo>
                <a:lnTo>
                  <a:pt x="1064" y="1554"/>
                </a:lnTo>
                <a:lnTo>
                  <a:pt x="1066" y="1555"/>
                </a:lnTo>
                <a:lnTo>
                  <a:pt x="1068" y="1556"/>
                </a:lnTo>
                <a:lnTo>
                  <a:pt x="1070" y="1558"/>
                </a:lnTo>
                <a:lnTo>
                  <a:pt x="1071" y="1559"/>
                </a:lnTo>
                <a:lnTo>
                  <a:pt x="1072" y="1560"/>
                </a:lnTo>
                <a:lnTo>
                  <a:pt x="1071" y="1561"/>
                </a:lnTo>
                <a:lnTo>
                  <a:pt x="1071" y="1562"/>
                </a:lnTo>
                <a:lnTo>
                  <a:pt x="1070" y="1562"/>
                </a:lnTo>
                <a:lnTo>
                  <a:pt x="1070" y="1564"/>
                </a:lnTo>
                <a:lnTo>
                  <a:pt x="1071" y="1565"/>
                </a:lnTo>
                <a:lnTo>
                  <a:pt x="1071" y="1566"/>
                </a:lnTo>
                <a:lnTo>
                  <a:pt x="1072" y="1566"/>
                </a:lnTo>
                <a:lnTo>
                  <a:pt x="1072" y="1567"/>
                </a:lnTo>
                <a:lnTo>
                  <a:pt x="1070" y="1569"/>
                </a:lnTo>
                <a:lnTo>
                  <a:pt x="1068" y="1570"/>
                </a:lnTo>
                <a:lnTo>
                  <a:pt x="1067" y="1571"/>
                </a:lnTo>
                <a:lnTo>
                  <a:pt x="1066" y="1573"/>
                </a:lnTo>
                <a:lnTo>
                  <a:pt x="1064" y="1573"/>
                </a:lnTo>
                <a:lnTo>
                  <a:pt x="1064" y="1574"/>
                </a:lnTo>
                <a:lnTo>
                  <a:pt x="1064" y="1575"/>
                </a:lnTo>
                <a:lnTo>
                  <a:pt x="1063" y="1576"/>
                </a:lnTo>
                <a:lnTo>
                  <a:pt x="1061" y="1577"/>
                </a:lnTo>
                <a:lnTo>
                  <a:pt x="1060" y="1577"/>
                </a:lnTo>
                <a:lnTo>
                  <a:pt x="1059" y="1576"/>
                </a:lnTo>
                <a:lnTo>
                  <a:pt x="1059" y="1575"/>
                </a:lnTo>
                <a:lnTo>
                  <a:pt x="1057" y="1572"/>
                </a:lnTo>
                <a:lnTo>
                  <a:pt x="1056" y="1572"/>
                </a:lnTo>
                <a:lnTo>
                  <a:pt x="1056" y="1571"/>
                </a:lnTo>
                <a:lnTo>
                  <a:pt x="1056" y="1570"/>
                </a:lnTo>
                <a:lnTo>
                  <a:pt x="1056" y="1569"/>
                </a:lnTo>
                <a:lnTo>
                  <a:pt x="1054" y="1566"/>
                </a:lnTo>
                <a:lnTo>
                  <a:pt x="1052" y="1564"/>
                </a:lnTo>
                <a:lnTo>
                  <a:pt x="1051" y="1564"/>
                </a:lnTo>
                <a:lnTo>
                  <a:pt x="1047" y="1564"/>
                </a:lnTo>
                <a:lnTo>
                  <a:pt x="1049" y="1566"/>
                </a:lnTo>
                <a:lnTo>
                  <a:pt x="1049" y="1567"/>
                </a:lnTo>
                <a:lnTo>
                  <a:pt x="1050" y="1568"/>
                </a:lnTo>
                <a:lnTo>
                  <a:pt x="1050" y="1571"/>
                </a:lnTo>
                <a:lnTo>
                  <a:pt x="1048" y="1575"/>
                </a:lnTo>
                <a:lnTo>
                  <a:pt x="1047" y="1577"/>
                </a:lnTo>
                <a:lnTo>
                  <a:pt x="1047" y="1581"/>
                </a:lnTo>
                <a:lnTo>
                  <a:pt x="1047" y="1583"/>
                </a:lnTo>
                <a:lnTo>
                  <a:pt x="1047" y="1586"/>
                </a:lnTo>
                <a:lnTo>
                  <a:pt x="1047" y="1589"/>
                </a:lnTo>
                <a:lnTo>
                  <a:pt x="1048" y="1590"/>
                </a:lnTo>
                <a:lnTo>
                  <a:pt x="1048" y="1591"/>
                </a:lnTo>
                <a:lnTo>
                  <a:pt x="1048" y="1592"/>
                </a:lnTo>
                <a:lnTo>
                  <a:pt x="1047" y="1592"/>
                </a:lnTo>
                <a:lnTo>
                  <a:pt x="1046" y="1593"/>
                </a:lnTo>
                <a:lnTo>
                  <a:pt x="1046" y="1594"/>
                </a:lnTo>
                <a:lnTo>
                  <a:pt x="1046" y="1596"/>
                </a:lnTo>
                <a:lnTo>
                  <a:pt x="1046" y="1597"/>
                </a:lnTo>
                <a:lnTo>
                  <a:pt x="1047" y="1597"/>
                </a:lnTo>
                <a:lnTo>
                  <a:pt x="1047" y="1598"/>
                </a:lnTo>
                <a:lnTo>
                  <a:pt x="1047" y="1599"/>
                </a:lnTo>
                <a:lnTo>
                  <a:pt x="1047" y="1600"/>
                </a:lnTo>
                <a:lnTo>
                  <a:pt x="1046" y="1601"/>
                </a:lnTo>
                <a:lnTo>
                  <a:pt x="1045" y="1602"/>
                </a:lnTo>
                <a:lnTo>
                  <a:pt x="1044" y="1602"/>
                </a:lnTo>
                <a:lnTo>
                  <a:pt x="1043" y="1601"/>
                </a:lnTo>
                <a:lnTo>
                  <a:pt x="1042" y="1601"/>
                </a:lnTo>
                <a:lnTo>
                  <a:pt x="1041" y="1601"/>
                </a:lnTo>
                <a:lnTo>
                  <a:pt x="1040" y="1601"/>
                </a:lnTo>
                <a:lnTo>
                  <a:pt x="1039" y="1603"/>
                </a:lnTo>
                <a:lnTo>
                  <a:pt x="1037" y="1603"/>
                </a:lnTo>
                <a:lnTo>
                  <a:pt x="1037" y="1604"/>
                </a:lnTo>
                <a:lnTo>
                  <a:pt x="1035" y="1604"/>
                </a:lnTo>
                <a:lnTo>
                  <a:pt x="1033" y="1605"/>
                </a:lnTo>
                <a:lnTo>
                  <a:pt x="1030" y="1604"/>
                </a:lnTo>
                <a:lnTo>
                  <a:pt x="1028" y="1603"/>
                </a:lnTo>
                <a:lnTo>
                  <a:pt x="1027" y="1602"/>
                </a:lnTo>
                <a:lnTo>
                  <a:pt x="1026" y="1602"/>
                </a:lnTo>
                <a:lnTo>
                  <a:pt x="1026" y="1601"/>
                </a:lnTo>
                <a:lnTo>
                  <a:pt x="1024" y="1601"/>
                </a:lnTo>
                <a:lnTo>
                  <a:pt x="1019" y="1602"/>
                </a:lnTo>
                <a:lnTo>
                  <a:pt x="1018" y="1603"/>
                </a:lnTo>
                <a:lnTo>
                  <a:pt x="1017" y="1603"/>
                </a:lnTo>
                <a:lnTo>
                  <a:pt x="1016" y="1604"/>
                </a:lnTo>
                <a:lnTo>
                  <a:pt x="1015" y="1605"/>
                </a:lnTo>
                <a:lnTo>
                  <a:pt x="1014" y="1605"/>
                </a:lnTo>
                <a:lnTo>
                  <a:pt x="1013" y="1605"/>
                </a:lnTo>
                <a:lnTo>
                  <a:pt x="1012" y="1605"/>
                </a:lnTo>
                <a:lnTo>
                  <a:pt x="1009" y="1606"/>
                </a:lnTo>
                <a:lnTo>
                  <a:pt x="1006" y="1607"/>
                </a:lnTo>
                <a:lnTo>
                  <a:pt x="1005" y="1607"/>
                </a:lnTo>
                <a:lnTo>
                  <a:pt x="1004" y="1606"/>
                </a:lnTo>
                <a:lnTo>
                  <a:pt x="1003" y="1606"/>
                </a:lnTo>
                <a:lnTo>
                  <a:pt x="1002" y="1605"/>
                </a:lnTo>
                <a:lnTo>
                  <a:pt x="1002" y="1604"/>
                </a:lnTo>
                <a:lnTo>
                  <a:pt x="1001" y="1604"/>
                </a:lnTo>
                <a:lnTo>
                  <a:pt x="1000" y="1604"/>
                </a:lnTo>
                <a:lnTo>
                  <a:pt x="997" y="1603"/>
                </a:lnTo>
                <a:lnTo>
                  <a:pt x="995" y="1604"/>
                </a:lnTo>
                <a:lnTo>
                  <a:pt x="994" y="1605"/>
                </a:lnTo>
                <a:lnTo>
                  <a:pt x="992" y="1607"/>
                </a:lnTo>
                <a:lnTo>
                  <a:pt x="990" y="1608"/>
                </a:lnTo>
                <a:lnTo>
                  <a:pt x="989" y="1608"/>
                </a:lnTo>
                <a:lnTo>
                  <a:pt x="988" y="1608"/>
                </a:lnTo>
                <a:lnTo>
                  <a:pt x="987" y="1607"/>
                </a:lnTo>
                <a:lnTo>
                  <a:pt x="985" y="1606"/>
                </a:lnTo>
                <a:lnTo>
                  <a:pt x="984" y="1606"/>
                </a:lnTo>
                <a:lnTo>
                  <a:pt x="983" y="1606"/>
                </a:lnTo>
                <a:lnTo>
                  <a:pt x="981" y="1605"/>
                </a:lnTo>
                <a:lnTo>
                  <a:pt x="978" y="1605"/>
                </a:lnTo>
                <a:lnTo>
                  <a:pt x="977" y="1604"/>
                </a:lnTo>
                <a:lnTo>
                  <a:pt x="977" y="1603"/>
                </a:lnTo>
                <a:lnTo>
                  <a:pt x="978" y="1602"/>
                </a:lnTo>
                <a:lnTo>
                  <a:pt x="978" y="1601"/>
                </a:lnTo>
                <a:lnTo>
                  <a:pt x="978" y="1600"/>
                </a:lnTo>
                <a:lnTo>
                  <a:pt x="977" y="1597"/>
                </a:lnTo>
                <a:lnTo>
                  <a:pt x="976" y="1597"/>
                </a:lnTo>
                <a:lnTo>
                  <a:pt x="976" y="1596"/>
                </a:lnTo>
                <a:lnTo>
                  <a:pt x="975" y="1596"/>
                </a:lnTo>
                <a:lnTo>
                  <a:pt x="975" y="1595"/>
                </a:lnTo>
                <a:lnTo>
                  <a:pt x="974" y="1593"/>
                </a:lnTo>
                <a:lnTo>
                  <a:pt x="974" y="1591"/>
                </a:lnTo>
                <a:lnTo>
                  <a:pt x="970" y="1590"/>
                </a:lnTo>
                <a:lnTo>
                  <a:pt x="969" y="1589"/>
                </a:lnTo>
                <a:lnTo>
                  <a:pt x="968" y="1589"/>
                </a:lnTo>
                <a:lnTo>
                  <a:pt x="967" y="1588"/>
                </a:lnTo>
                <a:lnTo>
                  <a:pt x="966" y="1588"/>
                </a:lnTo>
                <a:lnTo>
                  <a:pt x="965" y="1589"/>
                </a:lnTo>
                <a:lnTo>
                  <a:pt x="962" y="1587"/>
                </a:lnTo>
                <a:lnTo>
                  <a:pt x="961" y="1587"/>
                </a:lnTo>
                <a:lnTo>
                  <a:pt x="961" y="1586"/>
                </a:lnTo>
                <a:lnTo>
                  <a:pt x="960" y="1586"/>
                </a:lnTo>
                <a:lnTo>
                  <a:pt x="959" y="1587"/>
                </a:lnTo>
                <a:lnTo>
                  <a:pt x="957" y="1586"/>
                </a:lnTo>
                <a:lnTo>
                  <a:pt x="955" y="1586"/>
                </a:lnTo>
                <a:lnTo>
                  <a:pt x="953" y="1585"/>
                </a:lnTo>
                <a:lnTo>
                  <a:pt x="952" y="1585"/>
                </a:lnTo>
                <a:lnTo>
                  <a:pt x="951" y="1585"/>
                </a:lnTo>
                <a:lnTo>
                  <a:pt x="950" y="1583"/>
                </a:lnTo>
                <a:lnTo>
                  <a:pt x="948" y="1582"/>
                </a:lnTo>
                <a:lnTo>
                  <a:pt x="948" y="1581"/>
                </a:lnTo>
                <a:lnTo>
                  <a:pt x="947" y="1581"/>
                </a:lnTo>
                <a:lnTo>
                  <a:pt x="946" y="1582"/>
                </a:lnTo>
                <a:lnTo>
                  <a:pt x="944" y="1583"/>
                </a:lnTo>
                <a:lnTo>
                  <a:pt x="943" y="1582"/>
                </a:lnTo>
                <a:lnTo>
                  <a:pt x="937" y="1580"/>
                </a:lnTo>
                <a:lnTo>
                  <a:pt x="936" y="1580"/>
                </a:lnTo>
                <a:lnTo>
                  <a:pt x="935" y="1580"/>
                </a:lnTo>
                <a:lnTo>
                  <a:pt x="931" y="1576"/>
                </a:lnTo>
                <a:lnTo>
                  <a:pt x="930" y="1575"/>
                </a:lnTo>
                <a:lnTo>
                  <a:pt x="928" y="1575"/>
                </a:lnTo>
                <a:lnTo>
                  <a:pt x="927" y="1575"/>
                </a:lnTo>
                <a:lnTo>
                  <a:pt x="926" y="1576"/>
                </a:lnTo>
                <a:lnTo>
                  <a:pt x="923" y="1575"/>
                </a:lnTo>
                <a:lnTo>
                  <a:pt x="922" y="1574"/>
                </a:lnTo>
                <a:lnTo>
                  <a:pt x="923" y="1573"/>
                </a:lnTo>
                <a:lnTo>
                  <a:pt x="925" y="1570"/>
                </a:lnTo>
                <a:lnTo>
                  <a:pt x="925" y="1569"/>
                </a:lnTo>
                <a:lnTo>
                  <a:pt x="924" y="1569"/>
                </a:lnTo>
                <a:lnTo>
                  <a:pt x="923" y="1568"/>
                </a:lnTo>
                <a:lnTo>
                  <a:pt x="921" y="1566"/>
                </a:lnTo>
                <a:lnTo>
                  <a:pt x="920" y="1566"/>
                </a:lnTo>
                <a:lnTo>
                  <a:pt x="919" y="1565"/>
                </a:lnTo>
                <a:lnTo>
                  <a:pt x="918" y="1564"/>
                </a:lnTo>
                <a:lnTo>
                  <a:pt x="917" y="1563"/>
                </a:lnTo>
                <a:lnTo>
                  <a:pt x="917" y="1561"/>
                </a:lnTo>
                <a:lnTo>
                  <a:pt x="916" y="1561"/>
                </a:lnTo>
                <a:lnTo>
                  <a:pt x="916" y="1560"/>
                </a:lnTo>
                <a:lnTo>
                  <a:pt x="915" y="1560"/>
                </a:lnTo>
                <a:lnTo>
                  <a:pt x="913" y="1559"/>
                </a:lnTo>
                <a:lnTo>
                  <a:pt x="911" y="1559"/>
                </a:lnTo>
                <a:lnTo>
                  <a:pt x="910" y="1558"/>
                </a:lnTo>
                <a:lnTo>
                  <a:pt x="909" y="1558"/>
                </a:lnTo>
                <a:lnTo>
                  <a:pt x="908" y="1558"/>
                </a:lnTo>
                <a:lnTo>
                  <a:pt x="907" y="1558"/>
                </a:lnTo>
                <a:lnTo>
                  <a:pt x="906" y="1557"/>
                </a:lnTo>
                <a:lnTo>
                  <a:pt x="905" y="1556"/>
                </a:lnTo>
                <a:lnTo>
                  <a:pt x="904" y="1555"/>
                </a:lnTo>
                <a:lnTo>
                  <a:pt x="903" y="1554"/>
                </a:lnTo>
                <a:lnTo>
                  <a:pt x="903" y="1553"/>
                </a:lnTo>
                <a:lnTo>
                  <a:pt x="901" y="1553"/>
                </a:lnTo>
                <a:lnTo>
                  <a:pt x="900" y="1553"/>
                </a:lnTo>
                <a:lnTo>
                  <a:pt x="899" y="1553"/>
                </a:lnTo>
                <a:lnTo>
                  <a:pt x="898" y="1553"/>
                </a:lnTo>
                <a:lnTo>
                  <a:pt x="897" y="1553"/>
                </a:lnTo>
                <a:lnTo>
                  <a:pt x="897" y="1554"/>
                </a:lnTo>
                <a:lnTo>
                  <a:pt x="897" y="1555"/>
                </a:lnTo>
                <a:lnTo>
                  <a:pt x="889" y="1556"/>
                </a:lnTo>
                <a:lnTo>
                  <a:pt x="889" y="1557"/>
                </a:lnTo>
                <a:lnTo>
                  <a:pt x="888" y="1557"/>
                </a:lnTo>
                <a:lnTo>
                  <a:pt x="886" y="1557"/>
                </a:lnTo>
                <a:lnTo>
                  <a:pt x="882" y="1556"/>
                </a:lnTo>
                <a:lnTo>
                  <a:pt x="881" y="1556"/>
                </a:lnTo>
                <a:lnTo>
                  <a:pt x="878" y="1555"/>
                </a:lnTo>
                <a:lnTo>
                  <a:pt x="877" y="1555"/>
                </a:lnTo>
                <a:lnTo>
                  <a:pt x="876" y="1554"/>
                </a:lnTo>
                <a:lnTo>
                  <a:pt x="874" y="1554"/>
                </a:lnTo>
                <a:lnTo>
                  <a:pt x="873" y="1554"/>
                </a:lnTo>
                <a:lnTo>
                  <a:pt x="872" y="1553"/>
                </a:lnTo>
                <a:lnTo>
                  <a:pt x="871" y="1553"/>
                </a:lnTo>
                <a:lnTo>
                  <a:pt x="870" y="1553"/>
                </a:lnTo>
                <a:lnTo>
                  <a:pt x="869" y="1552"/>
                </a:lnTo>
                <a:lnTo>
                  <a:pt x="868" y="1552"/>
                </a:lnTo>
                <a:lnTo>
                  <a:pt x="866" y="1552"/>
                </a:lnTo>
                <a:lnTo>
                  <a:pt x="865" y="1551"/>
                </a:lnTo>
                <a:lnTo>
                  <a:pt x="864" y="1551"/>
                </a:lnTo>
                <a:lnTo>
                  <a:pt x="863" y="1550"/>
                </a:lnTo>
                <a:lnTo>
                  <a:pt x="862" y="1549"/>
                </a:lnTo>
                <a:lnTo>
                  <a:pt x="861" y="1548"/>
                </a:lnTo>
                <a:lnTo>
                  <a:pt x="860" y="1548"/>
                </a:lnTo>
                <a:lnTo>
                  <a:pt x="858" y="1547"/>
                </a:lnTo>
                <a:lnTo>
                  <a:pt x="857" y="1547"/>
                </a:lnTo>
                <a:lnTo>
                  <a:pt x="856" y="1546"/>
                </a:lnTo>
                <a:lnTo>
                  <a:pt x="855" y="1546"/>
                </a:lnTo>
                <a:lnTo>
                  <a:pt x="854" y="1546"/>
                </a:lnTo>
                <a:lnTo>
                  <a:pt x="853" y="1546"/>
                </a:lnTo>
                <a:lnTo>
                  <a:pt x="852" y="1545"/>
                </a:lnTo>
                <a:lnTo>
                  <a:pt x="851" y="1545"/>
                </a:lnTo>
                <a:lnTo>
                  <a:pt x="849" y="1544"/>
                </a:lnTo>
                <a:lnTo>
                  <a:pt x="846" y="1542"/>
                </a:lnTo>
                <a:lnTo>
                  <a:pt x="845" y="1542"/>
                </a:lnTo>
                <a:lnTo>
                  <a:pt x="844" y="1542"/>
                </a:lnTo>
                <a:lnTo>
                  <a:pt x="843" y="1540"/>
                </a:lnTo>
                <a:lnTo>
                  <a:pt x="843" y="1539"/>
                </a:lnTo>
                <a:lnTo>
                  <a:pt x="842" y="1539"/>
                </a:lnTo>
                <a:lnTo>
                  <a:pt x="841" y="1538"/>
                </a:lnTo>
                <a:lnTo>
                  <a:pt x="840" y="1538"/>
                </a:lnTo>
                <a:lnTo>
                  <a:pt x="839" y="1538"/>
                </a:lnTo>
                <a:lnTo>
                  <a:pt x="839" y="1537"/>
                </a:lnTo>
                <a:lnTo>
                  <a:pt x="839" y="1536"/>
                </a:lnTo>
                <a:lnTo>
                  <a:pt x="850" y="1529"/>
                </a:lnTo>
                <a:lnTo>
                  <a:pt x="854" y="1521"/>
                </a:lnTo>
                <a:lnTo>
                  <a:pt x="854" y="1518"/>
                </a:lnTo>
                <a:lnTo>
                  <a:pt x="854" y="1515"/>
                </a:lnTo>
                <a:lnTo>
                  <a:pt x="855" y="1508"/>
                </a:lnTo>
                <a:lnTo>
                  <a:pt x="857" y="1501"/>
                </a:lnTo>
                <a:lnTo>
                  <a:pt x="859" y="1496"/>
                </a:lnTo>
                <a:lnTo>
                  <a:pt x="863" y="1493"/>
                </a:lnTo>
                <a:lnTo>
                  <a:pt x="864" y="1492"/>
                </a:lnTo>
                <a:lnTo>
                  <a:pt x="867" y="1487"/>
                </a:lnTo>
                <a:lnTo>
                  <a:pt x="870" y="1483"/>
                </a:lnTo>
                <a:lnTo>
                  <a:pt x="882" y="1472"/>
                </a:lnTo>
                <a:lnTo>
                  <a:pt x="883" y="1464"/>
                </a:lnTo>
                <a:lnTo>
                  <a:pt x="883" y="1462"/>
                </a:lnTo>
                <a:lnTo>
                  <a:pt x="883" y="1461"/>
                </a:lnTo>
                <a:lnTo>
                  <a:pt x="882" y="1461"/>
                </a:lnTo>
                <a:lnTo>
                  <a:pt x="881" y="1460"/>
                </a:lnTo>
                <a:lnTo>
                  <a:pt x="880" y="1460"/>
                </a:lnTo>
                <a:lnTo>
                  <a:pt x="879" y="1459"/>
                </a:lnTo>
                <a:lnTo>
                  <a:pt x="878" y="1459"/>
                </a:lnTo>
                <a:lnTo>
                  <a:pt x="877" y="1459"/>
                </a:lnTo>
                <a:lnTo>
                  <a:pt x="877" y="1458"/>
                </a:lnTo>
                <a:lnTo>
                  <a:pt x="876" y="1458"/>
                </a:lnTo>
                <a:lnTo>
                  <a:pt x="875" y="1458"/>
                </a:lnTo>
                <a:lnTo>
                  <a:pt x="874" y="1458"/>
                </a:lnTo>
                <a:lnTo>
                  <a:pt x="874" y="1457"/>
                </a:lnTo>
                <a:lnTo>
                  <a:pt x="873" y="1457"/>
                </a:lnTo>
                <a:lnTo>
                  <a:pt x="873" y="1456"/>
                </a:lnTo>
                <a:lnTo>
                  <a:pt x="873" y="1455"/>
                </a:lnTo>
                <a:lnTo>
                  <a:pt x="872" y="1455"/>
                </a:lnTo>
                <a:lnTo>
                  <a:pt x="872" y="1454"/>
                </a:lnTo>
                <a:lnTo>
                  <a:pt x="872" y="1453"/>
                </a:lnTo>
                <a:lnTo>
                  <a:pt x="872" y="1452"/>
                </a:lnTo>
                <a:lnTo>
                  <a:pt x="871" y="1451"/>
                </a:lnTo>
                <a:lnTo>
                  <a:pt x="871" y="1450"/>
                </a:lnTo>
                <a:lnTo>
                  <a:pt x="871" y="1449"/>
                </a:lnTo>
                <a:lnTo>
                  <a:pt x="870" y="1449"/>
                </a:lnTo>
                <a:lnTo>
                  <a:pt x="870" y="1448"/>
                </a:lnTo>
                <a:lnTo>
                  <a:pt x="870" y="1447"/>
                </a:lnTo>
                <a:lnTo>
                  <a:pt x="870" y="1446"/>
                </a:lnTo>
                <a:lnTo>
                  <a:pt x="869" y="1446"/>
                </a:lnTo>
                <a:lnTo>
                  <a:pt x="869" y="1445"/>
                </a:lnTo>
                <a:lnTo>
                  <a:pt x="868" y="1444"/>
                </a:lnTo>
                <a:lnTo>
                  <a:pt x="867" y="1443"/>
                </a:lnTo>
                <a:lnTo>
                  <a:pt x="867" y="1442"/>
                </a:lnTo>
                <a:lnTo>
                  <a:pt x="867" y="1441"/>
                </a:lnTo>
                <a:lnTo>
                  <a:pt x="868" y="1440"/>
                </a:lnTo>
                <a:lnTo>
                  <a:pt x="868" y="1439"/>
                </a:lnTo>
                <a:lnTo>
                  <a:pt x="868" y="1438"/>
                </a:lnTo>
                <a:lnTo>
                  <a:pt x="868" y="1437"/>
                </a:lnTo>
                <a:lnTo>
                  <a:pt x="868" y="1436"/>
                </a:lnTo>
                <a:lnTo>
                  <a:pt x="868" y="1435"/>
                </a:lnTo>
                <a:lnTo>
                  <a:pt x="868" y="1434"/>
                </a:lnTo>
                <a:lnTo>
                  <a:pt x="867" y="1433"/>
                </a:lnTo>
                <a:lnTo>
                  <a:pt x="867" y="1432"/>
                </a:lnTo>
                <a:lnTo>
                  <a:pt x="867" y="1431"/>
                </a:lnTo>
                <a:lnTo>
                  <a:pt x="867" y="1430"/>
                </a:lnTo>
                <a:lnTo>
                  <a:pt x="866" y="1429"/>
                </a:lnTo>
                <a:lnTo>
                  <a:pt x="865" y="1429"/>
                </a:lnTo>
                <a:lnTo>
                  <a:pt x="863" y="1429"/>
                </a:lnTo>
                <a:lnTo>
                  <a:pt x="863" y="1428"/>
                </a:lnTo>
                <a:lnTo>
                  <a:pt x="863" y="1427"/>
                </a:lnTo>
                <a:lnTo>
                  <a:pt x="862" y="1428"/>
                </a:lnTo>
                <a:lnTo>
                  <a:pt x="861" y="1428"/>
                </a:lnTo>
                <a:lnTo>
                  <a:pt x="859" y="1429"/>
                </a:lnTo>
                <a:lnTo>
                  <a:pt x="858" y="1429"/>
                </a:lnTo>
                <a:lnTo>
                  <a:pt x="858" y="1430"/>
                </a:lnTo>
                <a:lnTo>
                  <a:pt x="857" y="1430"/>
                </a:lnTo>
                <a:lnTo>
                  <a:pt x="856" y="1431"/>
                </a:lnTo>
                <a:lnTo>
                  <a:pt x="854" y="1430"/>
                </a:lnTo>
                <a:lnTo>
                  <a:pt x="853" y="1430"/>
                </a:lnTo>
                <a:lnTo>
                  <a:pt x="852" y="1429"/>
                </a:lnTo>
                <a:lnTo>
                  <a:pt x="850" y="1429"/>
                </a:lnTo>
                <a:lnTo>
                  <a:pt x="847" y="1432"/>
                </a:lnTo>
                <a:lnTo>
                  <a:pt x="846" y="1433"/>
                </a:lnTo>
                <a:lnTo>
                  <a:pt x="843" y="1436"/>
                </a:lnTo>
                <a:lnTo>
                  <a:pt x="842" y="1439"/>
                </a:lnTo>
                <a:lnTo>
                  <a:pt x="841" y="1439"/>
                </a:lnTo>
                <a:lnTo>
                  <a:pt x="840" y="1439"/>
                </a:lnTo>
                <a:lnTo>
                  <a:pt x="839" y="1439"/>
                </a:lnTo>
                <a:lnTo>
                  <a:pt x="839" y="1438"/>
                </a:lnTo>
                <a:lnTo>
                  <a:pt x="837" y="1438"/>
                </a:lnTo>
                <a:lnTo>
                  <a:pt x="835" y="1438"/>
                </a:lnTo>
                <a:lnTo>
                  <a:pt x="834" y="1437"/>
                </a:lnTo>
                <a:lnTo>
                  <a:pt x="831" y="1438"/>
                </a:lnTo>
                <a:lnTo>
                  <a:pt x="829" y="1438"/>
                </a:lnTo>
                <a:lnTo>
                  <a:pt x="827" y="1438"/>
                </a:lnTo>
                <a:lnTo>
                  <a:pt x="825" y="1438"/>
                </a:lnTo>
                <a:lnTo>
                  <a:pt x="825" y="1439"/>
                </a:lnTo>
                <a:lnTo>
                  <a:pt x="824" y="1439"/>
                </a:lnTo>
                <a:lnTo>
                  <a:pt x="823" y="1439"/>
                </a:lnTo>
                <a:lnTo>
                  <a:pt x="822" y="1439"/>
                </a:lnTo>
                <a:lnTo>
                  <a:pt x="821" y="1439"/>
                </a:lnTo>
                <a:lnTo>
                  <a:pt x="820" y="1440"/>
                </a:lnTo>
                <a:lnTo>
                  <a:pt x="821" y="1441"/>
                </a:lnTo>
                <a:lnTo>
                  <a:pt x="821" y="1442"/>
                </a:lnTo>
                <a:lnTo>
                  <a:pt x="821" y="1443"/>
                </a:lnTo>
                <a:lnTo>
                  <a:pt x="821" y="1444"/>
                </a:lnTo>
                <a:lnTo>
                  <a:pt x="821" y="1445"/>
                </a:lnTo>
                <a:lnTo>
                  <a:pt x="821" y="1446"/>
                </a:lnTo>
                <a:lnTo>
                  <a:pt x="821" y="1447"/>
                </a:lnTo>
                <a:lnTo>
                  <a:pt x="822" y="1448"/>
                </a:lnTo>
                <a:lnTo>
                  <a:pt x="822" y="1451"/>
                </a:lnTo>
                <a:lnTo>
                  <a:pt x="821" y="1452"/>
                </a:lnTo>
                <a:lnTo>
                  <a:pt x="821" y="1453"/>
                </a:lnTo>
                <a:lnTo>
                  <a:pt x="820" y="1453"/>
                </a:lnTo>
                <a:lnTo>
                  <a:pt x="818" y="1453"/>
                </a:lnTo>
                <a:lnTo>
                  <a:pt x="816" y="1453"/>
                </a:lnTo>
                <a:lnTo>
                  <a:pt x="815" y="1453"/>
                </a:lnTo>
                <a:lnTo>
                  <a:pt x="814" y="1453"/>
                </a:lnTo>
                <a:lnTo>
                  <a:pt x="813" y="1453"/>
                </a:lnTo>
                <a:lnTo>
                  <a:pt x="813" y="1452"/>
                </a:lnTo>
                <a:lnTo>
                  <a:pt x="812" y="1452"/>
                </a:lnTo>
                <a:lnTo>
                  <a:pt x="811" y="1451"/>
                </a:lnTo>
                <a:lnTo>
                  <a:pt x="810" y="1451"/>
                </a:lnTo>
                <a:lnTo>
                  <a:pt x="809" y="1451"/>
                </a:lnTo>
                <a:lnTo>
                  <a:pt x="809" y="1452"/>
                </a:lnTo>
                <a:lnTo>
                  <a:pt x="808" y="1453"/>
                </a:lnTo>
                <a:lnTo>
                  <a:pt x="807" y="1454"/>
                </a:lnTo>
                <a:lnTo>
                  <a:pt x="806" y="1454"/>
                </a:lnTo>
                <a:lnTo>
                  <a:pt x="806" y="1455"/>
                </a:lnTo>
                <a:lnTo>
                  <a:pt x="805" y="1455"/>
                </a:lnTo>
                <a:lnTo>
                  <a:pt x="806" y="1455"/>
                </a:lnTo>
                <a:lnTo>
                  <a:pt x="806" y="1456"/>
                </a:lnTo>
                <a:lnTo>
                  <a:pt x="805" y="1457"/>
                </a:lnTo>
                <a:lnTo>
                  <a:pt x="805" y="1458"/>
                </a:lnTo>
                <a:lnTo>
                  <a:pt x="804" y="1458"/>
                </a:lnTo>
                <a:lnTo>
                  <a:pt x="804" y="1459"/>
                </a:lnTo>
                <a:lnTo>
                  <a:pt x="804" y="1460"/>
                </a:lnTo>
                <a:lnTo>
                  <a:pt x="803" y="1460"/>
                </a:lnTo>
                <a:lnTo>
                  <a:pt x="803" y="1461"/>
                </a:lnTo>
                <a:lnTo>
                  <a:pt x="803" y="1462"/>
                </a:lnTo>
                <a:lnTo>
                  <a:pt x="803" y="1463"/>
                </a:lnTo>
                <a:lnTo>
                  <a:pt x="802" y="1464"/>
                </a:lnTo>
                <a:lnTo>
                  <a:pt x="803" y="1464"/>
                </a:lnTo>
                <a:lnTo>
                  <a:pt x="803" y="1465"/>
                </a:lnTo>
                <a:lnTo>
                  <a:pt x="804" y="1465"/>
                </a:lnTo>
                <a:lnTo>
                  <a:pt x="803" y="1466"/>
                </a:lnTo>
                <a:lnTo>
                  <a:pt x="803" y="1467"/>
                </a:lnTo>
                <a:lnTo>
                  <a:pt x="802" y="1467"/>
                </a:lnTo>
                <a:lnTo>
                  <a:pt x="802" y="1468"/>
                </a:lnTo>
                <a:lnTo>
                  <a:pt x="801" y="1468"/>
                </a:lnTo>
                <a:lnTo>
                  <a:pt x="801" y="1469"/>
                </a:lnTo>
                <a:lnTo>
                  <a:pt x="801" y="1470"/>
                </a:lnTo>
                <a:lnTo>
                  <a:pt x="800" y="1471"/>
                </a:lnTo>
                <a:lnTo>
                  <a:pt x="799" y="1471"/>
                </a:lnTo>
                <a:lnTo>
                  <a:pt x="798" y="1471"/>
                </a:lnTo>
                <a:lnTo>
                  <a:pt x="797" y="1472"/>
                </a:lnTo>
                <a:lnTo>
                  <a:pt x="797" y="1473"/>
                </a:lnTo>
                <a:lnTo>
                  <a:pt x="796" y="1473"/>
                </a:lnTo>
                <a:lnTo>
                  <a:pt x="796" y="1474"/>
                </a:lnTo>
                <a:lnTo>
                  <a:pt x="796" y="1475"/>
                </a:lnTo>
                <a:lnTo>
                  <a:pt x="795" y="1475"/>
                </a:lnTo>
                <a:lnTo>
                  <a:pt x="794" y="1475"/>
                </a:lnTo>
                <a:lnTo>
                  <a:pt x="793" y="1477"/>
                </a:lnTo>
                <a:lnTo>
                  <a:pt x="793" y="1478"/>
                </a:lnTo>
                <a:lnTo>
                  <a:pt x="794" y="1479"/>
                </a:lnTo>
                <a:lnTo>
                  <a:pt x="794" y="1480"/>
                </a:lnTo>
                <a:lnTo>
                  <a:pt x="795" y="1480"/>
                </a:lnTo>
                <a:lnTo>
                  <a:pt x="796" y="1480"/>
                </a:lnTo>
                <a:lnTo>
                  <a:pt x="795" y="1481"/>
                </a:lnTo>
                <a:lnTo>
                  <a:pt x="795" y="1482"/>
                </a:lnTo>
                <a:lnTo>
                  <a:pt x="794" y="1482"/>
                </a:lnTo>
                <a:lnTo>
                  <a:pt x="793" y="1483"/>
                </a:lnTo>
                <a:lnTo>
                  <a:pt x="791" y="1485"/>
                </a:lnTo>
                <a:lnTo>
                  <a:pt x="790" y="1485"/>
                </a:lnTo>
                <a:lnTo>
                  <a:pt x="790" y="1486"/>
                </a:lnTo>
                <a:lnTo>
                  <a:pt x="790" y="1487"/>
                </a:lnTo>
                <a:lnTo>
                  <a:pt x="787" y="1488"/>
                </a:lnTo>
                <a:lnTo>
                  <a:pt x="786" y="1488"/>
                </a:lnTo>
                <a:lnTo>
                  <a:pt x="786" y="1489"/>
                </a:lnTo>
                <a:lnTo>
                  <a:pt x="786" y="1490"/>
                </a:lnTo>
                <a:lnTo>
                  <a:pt x="787" y="1490"/>
                </a:lnTo>
                <a:lnTo>
                  <a:pt x="787" y="1491"/>
                </a:lnTo>
                <a:lnTo>
                  <a:pt x="787" y="1492"/>
                </a:lnTo>
                <a:lnTo>
                  <a:pt x="786" y="1492"/>
                </a:lnTo>
                <a:lnTo>
                  <a:pt x="787" y="1492"/>
                </a:lnTo>
                <a:lnTo>
                  <a:pt x="787" y="1493"/>
                </a:lnTo>
                <a:lnTo>
                  <a:pt x="787" y="1494"/>
                </a:lnTo>
                <a:lnTo>
                  <a:pt x="787" y="1495"/>
                </a:lnTo>
                <a:lnTo>
                  <a:pt x="786" y="1495"/>
                </a:lnTo>
                <a:lnTo>
                  <a:pt x="785" y="1496"/>
                </a:lnTo>
                <a:lnTo>
                  <a:pt x="785" y="1497"/>
                </a:lnTo>
                <a:lnTo>
                  <a:pt x="786" y="1498"/>
                </a:lnTo>
                <a:lnTo>
                  <a:pt x="786" y="1499"/>
                </a:lnTo>
                <a:lnTo>
                  <a:pt x="785" y="1500"/>
                </a:lnTo>
                <a:lnTo>
                  <a:pt x="784" y="1500"/>
                </a:lnTo>
                <a:lnTo>
                  <a:pt x="784" y="1501"/>
                </a:lnTo>
                <a:lnTo>
                  <a:pt x="784" y="1502"/>
                </a:lnTo>
                <a:lnTo>
                  <a:pt x="783" y="1502"/>
                </a:lnTo>
                <a:lnTo>
                  <a:pt x="782" y="1504"/>
                </a:lnTo>
                <a:lnTo>
                  <a:pt x="782" y="1505"/>
                </a:lnTo>
                <a:lnTo>
                  <a:pt x="783" y="1506"/>
                </a:lnTo>
                <a:lnTo>
                  <a:pt x="783" y="1507"/>
                </a:lnTo>
                <a:lnTo>
                  <a:pt x="784" y="1508"/>
                </a:lnTo>
                <a:lnTo>
                  <a:pt x="784" y="1509"/>
                </a:lnTo>
                <a:lnTo>
                  <a:pt x="784" y="1510"/>
                </a:lnTo>
                <a:lnTo>
                  <a:pt x="783" y="1510"/>
                </a:lnTo>
                <a:lnTo>
                  <a:pt x="782" y="1510"/>
                </a:lnTo>
                <a:lnTo>
                  <a:pt x="782" y="1511"/>
                </a:lnTo>
                <a:lnTo>
                  <a:pt x="782" y="1512"/>
                </a:lnTo>
                <a:lnTo>
                  <a:pt x="783" y="1512"/>
                </a:lnTo>
                <a:lnTo>
                  <a:pt x="783" y="1513"/>
                </a:lnTo>
                <a:lnTo>
                  <a:pt x="783" y="1514"/>
                </a:lnTo>
                <a:lnTo>
                  <a:pt x="783" y="1515"/>
                </a:lnTo>
                <a:lnTo>
                  <a:pt x="783" y="1516"/>
                </a:lnTo>
                <a:lnTo>
                  <a:pt x="782" y="1516"/>
                </a:lnTo>
                <a:lnTo>
                  <a:pt x="782" y="1517"/>
                </a:lnTo>
                <a:lnTo>
                  <a:pt x="782" y="1518"/>
                </a:lnTo>
                <a:lnTo>
                  <a:pt x="781" y="1519"/>
                </a:lnTo>
                <a:lnTo>
                  <a:pt x="781" y="1520"/>
                </a:lnTo>
                <a:lnTo>
                  <a:pt x="781" y="1521"/>
                </a:lnTo>
                <a:lnTo>
                  <a:pt x="781" y="1522"/>
                </a:lnTo>
                <a:lnTo>
                  <a:pt x="782" y="1522"/>
                </a:lnTo>
                <a:lnTo>
                  <a:pt x="782" y="1523"/>
                </a:lnTo>
                <a:lnTo>
                  <a:pt x="782" y="1524"/>
                </a:lnTo>
                <a:lnTo>
                  <a:pt x="781" y="1525"/>
                </a:lnTo>
                <a:lnTo>
                  <a:pt x="781" y="1524"/>
                </a:lnTo>
                <a:lnTo>
                  <a:pt x="780" y="1524"/>
                </a:lnTo>
                <a:lnTo>
                  <a:pt x="780" y="1525"/>
                </a:lnTo>
                <a:lnTo>
                  <a:pt x="780" y="1526"/>
                </a:lnTo>
                <a:lnTo>
                  <a:pt x="780" y="1527"/>
                </a:lnTo>
                <a:lnTo>
                  <a:pt x="780" y="1528"/>
                </a:lnTo>
                <a:lnTo>
                  <a:pt x="780" y="1529"/>
                </a:lnTo>
                <a:lnTo>
                  <a:pt x="781" y="1529"/>
                </a:lnTo>
                <a:lnTo>
                  <a:pt x="781" y="1530"/>
                </a:lnTo>
                <a:lnTo>
                  <a:pt x="780" y="1530"/>
                </a:lnTo>
                <a:lnTo>
                  <a:pt x="779" y="1531"/>
                </a:lnTo>
                <a:lnTo>
                  <a:pt x="779" y="1532"/>
                </a:lnTo>
                <a:lnTo>
                  <a:pt x="780" y="1534"/>
                </a:lnTo>
                <a:lnTo>
                  <a:pt x="781" y="1535"/>
                </a:lnTo>
                <a:lnTo>
                  <a:pt x="781" y="1536"/>
                </a:lnTo>
                <a:lnTo>
                  <a:pt x="782" y="1537"/>
                </a:lnTo>
                <a:lnTo>
                  <a:pt x="783" y="1539"/>
                </a:lnTo>
                <a:lnTo>
                  <a:pt x="783" y="1540"/>
                </a:lnTo>
                <a:lnTo>
                  <a:pt x="782" y="1542"/>
                </a:lnTo>
                <a:lnTo>
                  <a:pt x="782" y="1543"/>
                </a:lnTo>
                <a:lnTo>
                  <a:pt x="781" y="1544"/>
                </a:lnTo>
                <a:lnTo>
                  <a:pt x="781" y="1545"/>
                </a:lnTo>
                <a:lnTo>
                  <a:pt x="781" y="1546"/>
                </a:lnTo>
                <a:lnTo>
                  <a:pt x="780" y="1547"/>
                </a:lnTo>
                <a:lnTo>
                  <a:pt x="779" y="1547"/>
                </a:lnTo>
                <a:lnTo>
                  <a:pt x="778" y="1547"/>
                </a:lnTo>
                <a:lnTo>
                  <a:pt x="776" y="1548"/>
                </a:lnTo>
                <a:lnTo>
                  <a:pt x="775" y="1549"/>
                </a:lnTo>
                <a:lnTo>
                  <a:pt x="775" y="1552"/>
                </a:lnTo>
                <a:lnTo>
                  <a:pt x="775" y="1553"/>
                </a:lnTo>
                <a:lnTo>
                  <a:pt x="775" y="1554"/>
                </a:lnTo>
                <a:lnTo>
                  <a:pt x="774" y="1557"/>
                </a:lnTo>
                <a:lnTo>
                  <a:pt x="775" y="1557"/>
                </a:lnTo>
                <a:lnTo>
                  <a:pt x="775" y="1559"/>
                </a:lnTo>
                <a:lnTo>
                  <a:pt x="776" y="1561"/>
                </a:lnTo>
                <a:lnTo>
                  <a:pt x="776" y="1562"/>
                </a:lnTo>
                <a:lnTo>
                  <a:pt x="777" y="1563"/>
                </a:lnTo>
                <a:lnTo>
                  <a:pt x="778" y="1564"/>
                </a:lnTo>
                <a:lnTo>
                  <a:pt x="779" y="1565"/>
                </a:lnTo>
                <a:lnTo>
                  <a:pt x="779" y="1566"/>
                </a:lnTo>
                <a:lnTo>
                  <a:pt x="781" y="1568"/>
                </a:lnTo>
                <a:lnTo>
                  <a:pt x="782" y="1569"/>
                </a:lnTo>
                <a:lnTo>
                  <a:pt x="781" y="1569"/>
                </a:lnTo>
                <a:lnTo>
                  <a:pt x="781" y="1570"/>
                </a:lnTo>
                <a:lnTo>
                  <a:pt x="779" y="1573"/>
                </a:lnTo>
                <a:lnTo>
                  <a:pt x="778" y="1573"/>
                </a:lnTo>
                <a:lnTo>
                  <a:pt x="777" y="1574"/>
                </a:lnTo>
                <a:lnTo>
                  <a:pt x="778" y="1575"/>
                </a:lnTo>
                <a:lnTo>
                  <a:pt x="778" y="1576"/>
                </a:lnTo>
                <a:lnTo>
                  <a:pt x="777" y="1577"/>
                </a:lnTo>
                <a:lnTo>
                  <a:pt x="777" y="1578"/>
                </a:lnTo>
                <a:lnTo>
                  <a:pt x="777" y="1579"/>
                </a:lnTo>
                <a:lnTo>
                  <a:pt x="778" y="1580"/>
                </a:lnTo>
                <a:lnTo>
                  <a:pt x="778" y="1581"/>
                </a:lnTo>
                <a:lnTo>
                  <a:pt x="778" y="1582"/>
                </a:lnTo>
                <a:lnTo>
                  <a:pt x="778" y="1583"/>
                </a:lnTo>
                <a:lnTo>
                  <a:pt x="778" y="1584"/>
                </a:lnTo>
                <a:lnTo>
                  <a:pt x="777" y="1585"/>
                </a:lnTo>
                <a:lnTo>
                  <a:pt x="776" y="1586"/>
                </a:lnTo>
                <a:lnTo>
                  <a:pt x="775" y="1588"/>
                </a:lnTo>
                <a:lnTo>
                  <a:pt x="775" y="1589"/>
                </a:lnTo>
                <a:lnTo>
                  <a:pt x="775" y="1590"/>
                </a:lnTo>
                <a:lnTo>
                  <a:pt x="774" y="1590"/>
                </a:lnTo>
                <a:lnTo>
                  <a:pt x="773" y="1590"/>
                </a:lnTo>
                <a:lnTo>
                  <a:pt x="772" y="1590"/>
                </a:lnTo>
                <a:lnTo>
                  <a:pt x="771" y="1590"/>
                </a:lnTo>
                <a:lnTo>
                  <a:pt x="768" y="1591"/>
                </a:lnTo>
                <a:lnTo>
                  <a:pt x="767" y="1592"/>
                </a:lnTo>
                <a:lnTo>
                  <a:pt x="766" y="1592"/>
                </a:lnTo>
                <a:lnTo>
                  <a:pt x="765" y="1593"/>
                </a:lnTo>
                <a:lnTo>
                  <a:pt x="764" y="1592"/>
                </a:lnTo>
                <a:lnTo>
                  <a:pt x="763" y="1592"/>
                </a:lnTo>
                <a:lnTo>
                  <a:pt x="762" y="1592"/>
                </a:lnTo>
                <a:lnTo>
                  <a:pt x="761" y="1592"/>
                </a:lnTo>
                <a:lnTo>
                  <a:pt x="761" y="1594"/>
                </a:lnTo>
                <a:lnTo>
                  <a:pt x="761" y="1598"/>
                </a:lnTo>
                <a:lnTo>
                  <a:pt x="759" y="1599"/>
                </a:lnTo>
                <a:lnTo>
                  <a:pt x="758" y="1599"/>
                </a:lnTo>
                <a:lnTo>
                  <a:pt x="757" y="1600"/>
                </a:lnTo>
                <a:lnTo>
                  <a:pt x="756" y="1600"/>
                </a:lnTo>
                <a:lnTo>
                  <a:pt x="751" y="1600"/>
                </a:lnTo>
                <a:lnTo>
                  <a:pt x="748" y="1600"/>
                </a:lnTo>
                <a:lnTo>
                  <a:pt x="746" y="1600"/>
                </a:lnTo>
                <a:lnTo>
                  <a:pt x="741" y="1599"/>
                </a:lnTo>
                <a:lnTo>
                  <a:pt x="739" y="1598"/>
                </a:lnTo>
                <a:lnTo>
                  <a:pt x="738" y="1598"/>
                </a:lnTo>
                <a:lnTo>
                  <a:pt x="729" y="1601"/>
                </a:lnTo>
                <a:lnTo>
                  <a:pt x="727" y="1603"/>
                </a:lnTo>
                <a:lnTo>
                  <a:pt x="724" y="1603"/>
                </a:lnTo>
                <a:lnTo>
                  <a:pt x="721" y="1604"/>
                </a:lnTo>
                <a:lnTo>
                  <a:pt x="720" y="1604"/>
                </a:lnTo>
                <a:lnTo>
                  <a:pt x="714" y="1608"/>
                </a:lnTo>
                <a:lnTo>
                  <a:pt x="709" y="1612"/>
                </a:lnTo>
                <a:lnTo>
                  <a:pt x="708" y="1612"/>
                </a:lnTo>
                <a:lnTo>
                  <a:pt x="706" y="1612"/>
                </a:lnTo>
                <a:lnTo>
                  <a:pt x="698" y="1613"/>
                </a:lnTo>
                <a:lnTo>
                  <a:pt x="697" y="1613"/>
                </a:lnTo>
                <a:lnTo>
                  <a:pt x="693" y="1613"/>
                </a:lnTo>
                <a:lnTo>
                  <a:pt x="690" y="1615"/>
                </a:lnTo>
                <a:lnTo>
                  <a:pt x="688" y="1616"/>
                </a:lnTo>
                <a:lnTo>
                  <a:pt x="683" y="1617"/>
                </a:lnTo>
                <a:lnTo>
                  <a:pt x="671" y="1618"/>
                </a:lnTo>
                <a:lnTo>
                  <a:pt x="661" y="1619"/>
                </a:lnTo>
                <a:lnTo>
                  <a:pt x="654" y="1619"/>
                </a:lnTo>
                <a:lnTo>
                  <a:pt x="653" y="1619"/>
                </a:lnTo>
                <a:lnTo>
                  <a:pt x="652" y="1622"/>
                </a:lnTo>
                <a:lnTo>
                  <a:pt x="652" y="1624"/>
                </a:lnTo>
                <a:lnTo>
                  <a:pt x="651" y="1624"/>
                </a:lnTo>
                <a:lnTo>
                  <a:pt x="649" y="1624"/>
                </a:lnTo>
                <a:lnTo>
                  <a:pt x="648" y="1624"/>
                </a:lnTo>
                <a:lnTo>
                  <a:pt x="648" y="1625"/>
                </a:lnTo>
                <a:lnTo>
                  <a:pt x="646" y="1626"/>
                </a:lnTo>
                <a:lnTo>
                  <a:pt x="645" y="1626"/>
                </a:lnTo>
                <a:lnTo>
                  <a:pt x="644" y="1626"/>
                </a:lnTo>
                <a:lnTo>
                  <a:pt x="643" y="1626"/>
                </a:lnTo>
                <a:lnTo>
                  <a:pt x="641" y="1628"/>
                </a:lnTo>
                <a:lnTo>
                  <a:pt x="641" y="1627"/>
                </a:lnTo>
                <a:lnTo>
                  <a:pt x="637" y="1629"/>
                </a:lnTo>
                <a:lnTo>
                  <a:pt x="632" y="1630"/>
                </a:lnTo>
                <a:lnTo>
                  <a:pt x="622" y="1623"/>
                </a:lnTo>
                <a:lnTo>
                  <a:pt x="616" y="1618"/>
                </a:lnTo>
                <a:lnTo>
                  <a:pt x="610" y="1613"/>
                </a:lnTo>
                <a:lnTo>
                  <a:pt x="604" y="1609"/>
                </a:lnTo>
                <a:lnTo>
                  <a:pt x="601" y="1605"/>
                </a:lnTo>
                <a:lnTo>
                  <a:pt x="599" y="1603"/>
                </a:lnTo>
                <a:lnTo>
                  <a:pt x="586" y="1591"/>
                </a:lnTo>
                <a:lnTo>
                  <a:pt x="571" y="1586"/>
                </a:lnTo>
                <a:lnTo>
                  <a:pt x="562" y="1584"/>
                </a:lnTo>
                <a:lnTo>
                  <a:pt x="561" y="1583"/>
                </a:lnTo>
                <a:lnTo>
                  <a:pt x="561" y="1581"/>
                </a:lnTo>
                <a:lnTo>
                  <a:pt x="561" y="1580"/>
                </a:lnTo>
                <a:lnTo>
                  <a:pt x="561" y="1579"/>
                </a:lnTo>
                <a:lnTo>
                  <a:pt x="560" y="1578"/>
                </a:lnTo>
                <a:lnTo>
                  <a:pt x="560" y="1577"/>
                </a:lnTo>
                <a:lnTo>
                  <a:pt x="560" y="1576"/>
                </a:lnTo>
                <a:lnTo>
                  <a:pt x="560" y="1573"/>
                </a:lnTo>
                <a:lnTo>
                  <a:pt x="559" y="1573"/>
                </a:lnTo>
                <a:lnTo>
                  <a:pt x="559" y="1572"/>
                </a:lnTo>
                <a:lnTo>
                  <a:pt x="558" y="1571"/>
                </a:lnTo>
                <a:lnTo>
                  <a:pt x="558" y="1569"/>
                </a:lnTo>
                <a:lnTo>
                  <a:pt x="558" y="1567"/>
                </a:lnTo>
                <a:lnTo>
                  <a:pt x="557" y="1566"/>
                </a:lnTo>
                <a:lnTo>
                  <a:pt x="558" y="1565"/>
                </a:lnTo>
                <a:lnTo>
                  <a:pt x="558" y="1564"/>
                </a:lnTo>
                <a:lnTo>
                  <a:pt x="558" y="1562"/>
                </a:lnTo>
                <a:lnTo>
                  <a:pt x="559" y="1560"/>
                </a:lnTo>
                <a:lnTo>
                  <a:pt x="570" y="1555"/>
                </a:lnTo>
                <a:lnTo>
                  <a:pt x="575" y="1553"/>
                </a:lnTo>
                <a:lnTo>
                  <a:pt x="568" y="1535"/>
                </a:lnTo>
                <a:lnTo>
                  <a:pt x="567" y="1533"/>
                </a:lnTo>
                <a:lnTo>
                  <a:pt x="565" y="1530"/>
                </a:lnTo>
                <a:lnTo>
                  <a:pt x="564" y="1529"/>
                </a:lnTo>
                <a:lnTo>
                  <a:pt x="563" y="1528"/>
                </a:lnTo>
                <a:lnTo>
                  <a:pt x="570" y="1523"/>
                </a:lnTo>
                <a:lnTo>
                  <a:pt x="571" y="1523"/>
                </a:lnTo>
                <a:lnTo>
                  <a:pt x="578" y="1519"/>
                </a:lnTo>
                <a:lnTo>
                  <a:pt x="603" y="1503"/>
                </a:lnTo>
                <a:lnTo>
                  <a:pt x="606" y="1498"/>
                </a:lnTo>
                <a:lnTo>
                  <a:pt x="608" y="1495"/>
                </a:lnTo>
                <a:lnTo>
                  <a:pt x="609" y="1493"/>
                </a:lnTo>
                <a:lnTo>
                  <a:pt x="616" y="1483"/>
                </a:lnTo>
                <a:lnTo>
                  <a:pt x="618" y="1478"/>
                </a:lnTo>
                <a:lnTo>
                  <a:pt x="631" y="1473"/>
                </a:lnTo>
                <a:lnTo>
                  <a:pt x="633" y="1468"/>
                </a:lnTo>
                <a:lnTo>
                  <a:pt x="633" y="1467"/>
                </a:lnTo>
                <a:lnTo>
                  <a:pt x="633" y="1466"/>
                </a:lnTo>
                <a:lnTo>
                  <a:pt x="633" y="1462"/>
                </a:lnTo>
                <a:lnTo>
                  <a:pt x="633" y="1461"/>
                </a:lnTo>
                <a:lnTo>
                  <a:pt x="633" y="1460"/>
                </a:lnTo>
                <a:lnTo>
                  <a:pt x="634" y="1458"/>
                </a:lnTo>
                <a:lnTo>
                  <a:pt x="631" y="1451"/>
                </a:lnTo>
                <a:lnTo>
                  <a:pt x="624" y="1442"/>
                </a:lnTo>
                <a:lnTo>
                  <a:pt x="620" y="1436"/>
                </a:lnTo>
                <a:lnTo>
                  <a:pt x="621" y="1433"/>
                </a:lnTo>
                <a:lnTo>
                  <a:pt x="623" y="1424"/>
                </a:lnTo>
                <a:lnTo>
                  <a:pt x="616" y="1421"/>
                </a:lnTo>
                <a:lnTo>
                  <a:pt x="610" y="1420"/>
                </a:lnTo>
                <a:lnTo>
                  <a:pt x="602" y="1420"/>
                </a:lnTo>
                <a:lnTo>
                  <a:pt x="569" y="1429"/>
                </a:lnTo>
                <a:lnTo>
                  <a:pt x="558" y="1433"/>
                </a:lnTo>
                <a:lnTo>
                  <a:pt x="556" y="1433"/>
                </a:lnTo>
                <a:lnTo>
                  <a:pt x="551" y="1437"/>
                </a:lnTo>
                <a:lnTo>
                  <a:pt x="549" y="1440"/>
                </a:lnTo>
                <a:lnTo>
                  <a:pt x="545" y="1442"/>
                </a:lnTo>
                <a:lnTo>
                  <a:pt x="541" y="1446"/>
                </a:lnTo>
                <a:lnTo>
                  <a:pt x="538" y="1447"/>
                </a:lnTo>
                <a:lnTo>
                  <a:pt x="526" y="1457"/>
                </a:lnTo>
                <a:lnTo>
                  <a:pt x="525" y="1457"/>
                </a:lnTo>
                <a:lnTo>
                  <a:pt x="516" y="1454"/>
                </a:lnTo>
                <a:lnTo>
                  <a:pt x="508" y="1453"/>
                </a:lnTo>
                <a:lnTo>
                  <a:pt x="490" y="1449"/>
                </a:lnTo>
                <a:lnTo>
                  <a:pt x="481" y="1444"/>
                </a:lnTo>
                <a:lnTo>
                  <a:pt x="478" y="1442"/>
                </a:lnTo>
                <a:lnTo>
                  <a:pt x="476" y="1441"/>
                </a:lnTo>
                <a:lnTo>
                  <a:pt x="467" y="1443"/>
                </a:lnTo>
                <a:lnTo>
                  <a:pt x="461" y="1447"/>
                </a:lnTo>
                <a:lnTo>
                  <a:pt x="449" y="1450"/>
                </a:lnTo>
                <a:lnTo>
                  <a:pt x="435" y="1453"/>
                </a:lnTo>
                <a:lnTo>
                  <a:pt x="422" y="1457"/>
                </a:lnTo>
                <a:lnTo>
                  <a:pt x="420" y="1457"/>
                </a:lnTo>
                <a:lnTo>
                  <a:pt x="429" y="1466"/>
                </a:lnTo>
                <a:lnTo>
                  <a:pt x="430" y="1467"/>
                </a:lnTo>
                <a:lnTo>
                  <a:pt x="433" y="1470"/>
                </a:lnTo>
                <a:lnTo>
                  <a:pt x="435" y="1472"/>
                </a:lnTo>
                <a:lnTo>
                  <a:pt x="442" y="1478"/>
                </a:lnTo>
                <a:lnTo>
                  <a:pt x="435" y="1482"/>
                </a:lnTo>
                <a:lnTo>
                  <a:pt x="430" y="1486"/>
                </a:lnTo>
                <a:lnTo>
                  <a:pt x="422" y="1496"/>
                </a:lnTo>
                <a:lnTo>
                  <a:pt x="417" y="1500"/>
                </a:lnTo>
                <a:lnTo>
                  <a:pt x="416" y="1501"/>
                </a:lnTo>
                <a:lnTo>
                  <a:pt x="415" y="1502"/>
                </a:lnTo>
                <a:lnTo>
                  <a:pt x="414" y="1501"/>
                </a:lnTo>
                <a:lnTo>
                  <a:pt x="413" y="1500"/>
                </a:lnTo>
                <a:lnTo>
                  <a:pt x="412" y="1500"/>
                </a:lnTo>
                <a:lnTo>
                  <a:pt x="410" y="1500"/>
                </a:lnTo>
                <a:lnTo>
                  <a:pt x="409" y="1499"/>
                </a:lnTo>
                <a:lnTo>
                  <a:pt x="408" y="1499"/>
                </a:lnTo>
                <a:lnTo>
                  <a:pt x="407" y="1499"/>
                </a:lnTo>
                <a:lnTo>
                  <a:pt x="406" y="1499"/>
                </a:lnTo>
                <a:lnTo>
                  <a:pt x="405" y="1499"/>
                </a:lnTo>
                <a:lnTo>
                  <a:pt x="404" y="1499"/>
                </a:lnTo>
                <a:lnTo>
                  <a:pt x="403" y="1499"/>
                </a:lnTo>
                <a:lnTo>
                  <a:pt x="403" y="1500"/>
                </a:lnTo>
                <a:lnTo>
                  <a:pt x="403" y="1501"/>
                </a:lnTo>
                <a:lnTo>
                  <a:pt x="402" y="1501"/>
                </a:lnTo>
                <a:lnTo>
                  <a:pt x="401" y="1501"/>
                </a:lnTo>
                <a:lnTo>
                  <a:pt x="401" y="1502"/>
                </a:lnTo>
                <a:lnTo>
                  <a:pt x="400" y="1502"/>
                </a:lnTo>
                <a:lnTo>
                  <a:pt x="400" y="1503"/>
                </a:lnTo>
                <a:lnTo>
                  <a:pt x="398" y="1501"/>
                </a:lnTo>
                <a:lnTo>
                  <a:pt x="397" y="1498"/>
                </a:lnTo>
                <a:lnTo>
                  <a:pt x="396" y="1498"/>
                </a:lnTo>
                <a:lnTo>
                  <a:pt x="396" y="1496"/>
                </a:lnTo>
                <a:lnTo>
                  <a:pt x="390" y="1495"/>
                </a:lnTo>
                <a:lnTo>
                  <a:pt x="390" y="1494"/>
                </a:lnTo>
                <a:lnTo>
                  <a:pt x="389" y="1494"/>
                </a:lnTo>
                <a:lnTo>
                  <a:pt x="388" y="1494"/>
                </a:lnTo>
                <a:lnTo>
                  <a:pt x="387" y="1494"/>
                </a:lnTo>
                <a:lnTo>
                  <a:pt x="387" y="1493"/>
                </a:lnTo>
                <a:lnTo>
                  <a:pt x="386" y="1493"/>
                </a:lnTo>
                <a:lnTo>
                  <a:pt x="386" y="1492"/>
                </a:lnTo>
                <a:lnTo>
                  <a:pt x="385" y="1492"/>
                </a:lnTo>
                <a:lnTo>
                  <a:pt x="384" y="1492"/>
                </a:lnTo>
                <a:lnTo>
                  <a:pt x="384" y="1491"/>
                </a:lnTo>
                <a:lnTo>
                  <a:pt x="383" y="1491"/>
                </a:lnTo>
                <a:lnTo>
                  <a:pt x="382" y="1491"/>
                </a:lnTo>
                <a:lnTo>
                  <a:pt x="381" y="1490"/>
                </a:lnTo>
                <a:lnTo>
                  <a:pt x="380" y="1490"/>
                </a:lnTo>
                <a:lnTo>
                  <a:pt x="379" y="1491"/>
                </a:lnTo>
                <a:lnTo>
                  <a:pt x="379" y="1490"/>
                </a:lnTo>
                <a:lnTo>
                  <a:pt x="378" y="1490"/>
                </a:lnTo>
                <a:lnTo>
                  <a:pt x="377" y="1490"/>
                </a:lnTo>
                <a:lnTo>
                  <a:pt x="376" y="1490"/>
                </a:lnTo>
                <a:lnTo>
                  <a:pt x="375" y="1490"/>
                </a:lnTo>
                <a:lnTo>
                  <a:pt x="374" y="1489"/>
                </a:lnTo>
                <a:lnTo>
                  <a:pt x="373" y="1489"/>
                </a:lnTo>
                <a:lnTo>
                  <a:pt x="373" y="1488"/>
                </a:lnTo>
                <a:lnTo>
                  <a:pt x="373" y="1487"/>
                </a:lnTo>
                <a:lnTo>
                  <a:pt x="374" y="1487"/>
                </a:lnTo>
                <a:lnTo>
                  <a:pt x="375" y="1487"/>
                </a:lnTo>
                <a:lnTo>
                  <a:pt x="375" y="1486"/>
                </a:lnTo>
                <a:lnTo>
                  <a:pt x="375" y="1487"/>
                </a:lnTo>
                <a:lnTo>
                  <a:pt x="375" y="1486"/>
                </a:lnTo>
                <a:lnTo>
                  <a:pt x="376" y="1486"/>
                </a:lnTo>
                <a:lnTo>
                  <a:pt x="376" y="1485"/>
                </a:lnTo>
                <a:lnTo>
                  <a:pt x="376" y="1484"/>
                </a:lnTo>
                <a:lnTo>
                  <a:pt x="376" y="1483"/>
                </a:lnTo>
                <a:lnTo>
                  <a:pt x="375" y="1483"/>
                </a:lnTo>
                <a:lnTo>
                  <a:pt x="375" y="1482"/>
                </a:lnTo>
                <a:lnTo>
                  <a:pt x="372" y="1482"/>
                </a:lnTo>
                <a:lnTo>
                  <a:pt x="370" y="1482"/>
                </a:lnTo>
                <a:lnTo>
                  <a:pt x="369" y="1481"/>
                </a:lnTo>
                <a:lnTo>
                  <a:pt x="367" y="1481"/>
                </a:lnTo>
                <a:lnTo>
                  <a:pt x="367" y="1478"/>
                </a:lnTo>
                <a:lnTo>
                  <a:pt x="366" y="1478"/>
                </a:lnTo>
                <a:lnTo>
                  <a:pt x="367" y="1478"/>
                </a:lnTo>
                <a:lnTo>
                  <a:pt x="366" y="1477"/>
                </a:lnTo>
                <a:lnTo>
                  <a:pt x="366" y="1476"/>
                </a:lnTo>
                <a:lnTo>
                  <a:pt x="365" y="1475"/>
                </a:lnTo>
                <a:lnTo>
                  <a:pt x="363" y="1472"/>
                </a:lnTo>
                <a:lnTo>
                  <a:pt x="363" y="1471"/>
                </a:lnTo>
                <a:lnTo>
                  <a:pt x="364" y="1470"/>
                </a:lnTo>
                <a:lnTo>
                  <a:pt x="365" y="1468"/>
                </a:lnTo>
                <a:lnTo>
                  <a:pt x="365" y="1467"/>
                </a:lnTo>
                <a:lnTo>
                  <a:pt x="366" y="1465"/>
                </a:lnTo>
                <a:lnTo>
                  <a:pt x="361" y="1467"/>
                </a:lnTo>
                <a:lnTo>
                  <a:pt x="360" y="1467"/>
                </a:lnTo>
                <a:lnTo>
                  <a:pt x="357" y="1469"/>
                </a:lnTo>
                <a:lnTo>
                  <a:pt x="356" y="1469"/>
                </a:lnTo>
                <a:lnTo>
                  <a:pt x="348" y="1471"/>
                </a:lnTo>
                <a:lnTo>
                  <a:pt x="343" y="1472"/>
                </a:lnTo>
                <a:lnTo>
                  <a:pt x="342" y="1473"/>
                </a:lnTo>
                <a:lnTo>
                  <a:pt x="342" y="1472"/>
                </a:lnTo>
                <a:lnTo>
                  <a:pt x="342" y="1471"/>
                </a:lnTo>
                <a:lnTo>
                  <a:pt x="342" y="1470"/>
                </a:lnTo>
                <a:lnTo>
                  <a:pt x="342" y="1469"/>
                </a:lnTo>
                <a:lnTo>
                  <a:pt x="342" y="1468"/>
                </a:lnTo>
                <a:lnTo>
                  <a:pt x="342" y="1467"/>
                </a:lnTo>
                <a:lnTo>
                  <a:pt x="341" y="1466"/>
                </a:lnTo>
                <a:lnTo>
                  <a:pt x="339" y="1465"/>
                </a:lnTo>
                <a:lnTo>
                  <a:pt x="336" y="1464"/>
                </a:lnTo>
                <a:lnTo>
                  <a:pt x="335" y="1467"/>
                </a:lnTo>
                <a:lnTo>
                  <a:pt x="334" y="1467"/>
                </a:lnTo>
                <a:lnTo>
                  <a:pt x="333" y="1466"/>
                </a:lnTo>
                <a:lnTo>
                  <a:pt x="331" y="1465"/>
                </a:lnTo>
                <a:lnTo>
                  <a:pt x="331" y="1464"/>
                </a:lnTo>
                <a:lnTo>
                  <a:pt x="330" y="1464"/>
                </a:lnTo>
                <a:lnTo>
                  <a:pt x="330" y="1463"/>
                </a:lnTo>
                <a:lnTo>
                  <a:pt x="330" y="1460"/>
                </a:lnTo>
                <a:lnTo>
                  <a:pt x="330" y="1459"/>
                </a:lnTo>
                <a:lnTo>
                  <a:pt x="333" y="1456"/>
                </a:lnTo>
                <a:lnTo>
                  <a:pt x="333" y="1455"/>
                </a:lnTo>
                <a:lnTo>
                  <a:pt x="333" y="1454"/>
                </a:lnTo>
                <a:lnTo>
                  <a:pt x="333" y="1453"/>
                </a:lnTo>
                <a:lnTo>
                  <a:pt x="332" y="1452"/>
                </a:lnTo>
                <a:lnTo>
                  <a:pt x="332" y="1451"/>
                </a:lnTo>
                <a:lnTo>
                  <a:pt x="332" y="1450"/>
                </a:lnTo>
                <a:lnTo>
                  <a:pt x="331" y="1449"/>
                </a:lnTo>
                <a:lnTo>
                  <a:pt x="331" y="1448"/>
                </a:lnTo>
                <a:lnTo>
                  <a:pt x="331" y="1447"/>
                </a:lnTo>
                <a:lnTo>
                  <a:pt x="331" y="1446"/>
                </a:lnTo>
                <a:lnTo>
                  <a:pt x="331" y="1442"/>
                </a:lnTo>
                <a:lnTo>
                  <a:pt x="331" y="1441"/>
                </a:lnTo>
                <a:lnTo>
                  <a:pt x="330" y="1441"/>
                </a:lnTo>
                <a:lnTo>
                  <a:pt x="331" y="1441"/>
                </a:lnTo>
                <a:lnTo>
                  <a:pt x="330" y="1437"/>
                </a:lnTo>
                <a:lnTo>
                  <a:pt x="330" y="1431"/>
                </a:lnTo>
                <a:lnTo>
                  <a:pt x="330" y="1425"/>
                </a:lnTo>
                <a:lnTo>
                  <a:pt x="323" y="1425"/>
                </a:lnTo>
                <a:lnTo>
                  <a:pt x="322" y="1426"/>
                </a:lnTo>
                <a:lnTo>
                  <a:pt x="321" y="1426"/>
                </a:lnTo>
                <a:lnTo>
                  <a:pt x="319" y="1425"/>
                </a:lnTo>
                <a:lnTo>
                  <a:pt x="318" y="1426"/>
                </a:lnTo>
                <a:lnTo>
                  <a:pt x="317" y="1426"/>
                </a:lnTo>
                <a:lnTo>
                  <a:pt x="316" y="1426"/>
                </a:lnTo>
                <a:lnTo>
                  <a:pt x="315" y="1427"/>
                </a:lnTo>
                <a:lnTo>
                  <a:pt x="314" y="1427"/>
                </a:lnTo>
                <a:lnTo>
                  <a:pt x="313" y="1427"/>
                </a:lnTo>
                <a:lnTo>
                  <a:pt x="312" y="1427"/>
                </a:lnTo>
                <a:lnTo>
                  <a:pt x="311" y="1427"/>
                </a:lnTo>
                <a:lnTo>
                  <a:pt x="309" y="1427"/>
                </a:lnTo>
                <a:lnTo>
                  <a:pt x="308" y="1427"/>
                </a:lnTo>
                <a:lnTo>
                  <a:pt x="307" y="1427"/>
                </a:lnTo>
                <a:lnTo>
                  <a:pt x="306" y="1427"/>
                </a:lnTo>
                <a:lnTo>
                  <a:pt x="306" y="1426"/>
                </a:lnTo>
                <a:lnTo>
                  <a:pt x="305" y="1426"/>
                </a:lnTo>
                <a:lnTo>
                  <a:pt x="304" y="1426"/>
                </a:lnTo>
                <a:lnTo>
                  <a:pt x="303" y="1426"/>
                </a:lnTo>
                <a:lnTo>
                  <a:pt x="302" y="1426"/>
                </a:lnTo>
                <a:lnTo>
                  <a:pt x="300" y="1426"/>
                </a:lnTo>
                <a:lnTo>
                  <a:pt x="300" y="1418"/>
                </a:lnTo>
                <a:lnTo>
                  <a:pt x="295" y="1417"/>
                </a:lnTo>
                <a:lnTo>
                  <a:pt x="284" y="1415"/>
                </a:lnTo>
                <a:lnTo>
                  <a:pt x="282" y="1408"/>
                </a:lnTo>
                <a:lnTo>
                  <a:pt x="283" y="1405"/>
                </a:lnTo>
                <a:lnTo>
                  <a:pt x="279" y="1399"/>
                </a:lnTo>
                <a:lnTo>
                  <a:pt x="278" y="1398"/>
                </a:lnTo>
                <a:lnTo>
                  <a:pt x="277" y="1397"/>
                </a:lnTo>
                <a:lnTo>
                  <a:pt x="266" y="1395"/>
                </a:lnTo>
                <a:lnTo>
                  <a:pt x="265" y="1395"/>
                </a:lnTo>
                <a:lnTo>
                  <a:pt x="258" y="1389"/>
                </a:lnTo>
                <a:lnTo>
                  <a:pt x="252" y="1388"/>
                </a:lnTo>
                <a:lnTo>
                  <a:pt x="247" y="1386"/>
                </a:lnTo>
                <a:lnTo>
                  <a:pt x="245" y="1385"/>
                </a:lnTo>
                <a:lnTo>
                  <a:pt x="239" y="1379"/>
                </a:lnTo>
                <a:lnTo>
                  <a:pt x="238" y="1378"/>
                </a:lnTo>
                <a:lnTo>
                  <a:pt x="237" y="1378"/>
                </a:lnTo>
                <a:lnTo>
                  <a:pt x="235" y="1378"/>
                </a:lnTo>
                <a:lnTo>
                  <a:pt x="233" y="1378"/>
                </a:lnTo>
                <a:lnTo>
                  <a:pt x="232" y="1377"/>
                </a:lnTo>
                <a:lnTo>
                  <a:pt x="230" y="1377"/>
                </a:lnTo>
                <a:lnTo>
                  <a:pt x="229" y="1377"/>
                </a:lnTo>
                <a:lnTo>
                  <a:pt x="228" y="1376"/>
                </a:lnTo>
                <a:lnTo>
                  <a:pt x="227" y="1376"/>
                </a:lnTo>
                <a:lnTo>
                  <a:pt x="226" y="1376"/>
                </a:lnTo>
                <a:lnTo>
                  <a:pt x="225" y="1376"/>
                </a:lnTo>
                <a:lnTo>
                  <a:pt x="224" y="1376"/>
                </a:lnTo>
                <a:lnTo>
                  <a:pt x="206" y="1377"/>
                </a:lnTo>
                <a:lnTo>
                  <a:pt x="205" y="1377"/>
                </a:lnTo>
                <a:lnTo>
                  <a:pt x="205" y="1376"/>
                </a:lnTo>
                <a:lnTo>
                  <a:pt x="205" y="1375"/>
                </a:lnTo>
                <a:lnTo>
                  <a:pt x="206" y="1375"/>
                </a:lnTo>
                <a:lnTo>
                  <a:pt x="207" y="1375"/>
                </a:lnTo>
                <a:lnTo>
                  <a:pt x="208" y="1376"/>
                </a:lnTo>
                <a:lnTo>
                  <a:pt x="209" y="1376"/>
                </a:lnTo>
                <a:lnTo>
                  <a:pt x="209" y="1377"/>
                </a:lnTo>
                <a:lnTo>
                  <a:pt x="211" y="1377"/>
                </a:lnTo>
                <a:lnTo>
                  <a:pt x="212" y="1376"/>
                </a:lnTo>
                <a:lnTo>
                  <a:pt x="213" y="1376"/>
                </a:lnTo>
                <a:lnTo>
                  <a:pt x="214" y="1375"/>
                </a:lnTo>
                <a:lnTo>
                  <a:pt x="215" y="1375"/>
                </a:lnTo>
                <a:lnTo>
                  <a:pt x="215" y="1374"/>
                </a:lnTo>
                <a:lnTo>
                  <a:pt x="216" y="1374"/>
                </a:lnTo>
                <a:lnTo>
                  <a:pt x="218" y="1373"/>
                </a:lnTo>
                <a:lnTo>
                  <a:pt x="219" y="1373"/>
                </a:lnTo>
                <a:lnTo>
                  <a:pt x="220" y="1372"/>
                </a:lnTo>
                <a:lnTo>
                  <a:pt x="221" y="1372"/>
                </a:lnTo>
                <a:lnTo>
                  <a:pt x="222" y="1371"/>
                </a:lnTo>
                <a:lnTo>
                  <a:pt x="225" y="1370"/>
                </a:lnTo>
                <a:lnTo>
                  <a:pt x="226" y="1370"/>
                </a:lnTo>
                <a:lnTo>
                  <a:pt x="226" y="1369"/>
                </a:lnTo>
                <a:lnTo>
                  <a:pt x="228" y="1369"/>
                </a:lnTo>
                <a:lnTo>
                  <a:pt x="228" y="1368"/>
                </a:lnTo>
                <a:lnTo>
                  <a:pt x="229" y="1367"/>
                </a:lnTo>
                <a:lnTo>
                  <a:pt x="230" y="1367"/>
                </a:lnTo>
                <a:lnTo>
                  <a:pt x="231" y="1366"/>
                </a:lnTo>
                <a:lnTo>
                  <a:pt x="232" y="1365"/>
                </a:lnTo>
                <a:lnTo>
                  <a:pt x="233" y="1364"/>
                </a:lnTo>
                <a:lnTo>
                  <a:pt x="234" y="1364"/>
                </a:lnTo>
                <a:lnTo>
                  <a:pt x="235" y="1364"/>
                </a:lnTo>
                <a:lnTo>
                  <a:pt x="236" y="1364"/>
                </a:lnTo>
                <a:lnTo>
                  <a:pt x="238" y="1364"/>
                </a:lnTo>
                <a:lnTo>
                  <a:pt x="238" y="1363"/>
                </a:lnTo>
                <a:lnTo>
                  <a:pt x="240" y="1363"/>
                </a:lnTo>
                <a:lnTo>
                  <a:pt x="241" y="1363"/>
                </a:lnTo>
                <a:lnTo>
                  <a:pt x="242" y="1363"/>
                </a:lnTo>
                <a:lnTo>
                  <a:pt x="243" y="1363"/>
                </a:lnTo>
                <a:lnTo>
                  <a:pt x="243" y="1362"/>
                </a:lnTo>
                <a:lnTo>
                  <a:pt x="244" y="1362"/>
                </a:lnTo>
                <a:lnTo>
                  <a:pt x="244" y="1361"/>
                </a:lnTo>
                <a:lnTo>
                  <a:pt x="245" y="1361"/>
                </a:lnTo>
                <a:lnTo>
                  <a:pt x="246" y="1360"/>
                </a:lnTo>
                <a:lnTo>
                  <a:pt x="247" y="1359"/>
                </a:lnTo>
                <a:lnTo>
                  <a:pt x="248" y="1359"/>
                </a:lnTo>
                <a:lnTo>
                  <a:pt x="248" y="1358"/>
                </a:lnTo>
                <a:lnTo>
                  <a:pt x="249" y="1358"/>
                </a:lnTo>
                <a:lnTo>
                  <a:pt x="249" y="1357"/>
                </a:lnTo>
                <a:lnTo>
                  <a:pt x="249" y="1356"/>
                </a:lnTo>
                <a:lnTo>
                  <a:pt x="249" y="1355"/>
                </a:lnTo>
                <a:lnTo>
                  <a:pt x="250" y="1354"/>
                </a:lnTo>
                <a:lnTo>
                  <a:pt x="250" y="1353"/>
                </a:lnTo>
                <a:lnTo>
                  <a:pt x="250" y="1352"/>
                </a:lnTo>
                <a:lnTo>
                  <a:pt x="251" y="1351"/>
                </a:lnTo>
                <a:lnTo>
                  <a:pt x="251" y="1350"/>
                </a:lnTo>
                <a:lnTo>
                  <a:pt x="251" y="1349"/>
                </a:lnTo>
                <a:lnTo>
                  <a:pt x="251" y="1348"/>
                </a:lnTo>
                <a:lnTo>
                  <a:pt x="252" y="1347"/>
                </a:lnTo>
                <a:lnTo>
                  <a:pt x="254" y="1346"/>
                </a:lnTo>
                <a:lnTo>
                  <a:pt x="254" y="1345"/>
                </a:lnTo>
                <a:lnTo>
                  <a:pt x="255" y="1345"/>
                </a:lnTo>
                <a:lnTo>
                  <a:pt x="255" y="1344"/>
                </a:lnTo>
                <a:lnTo>
                  <a:pt x="256" y="1344"/>
                </a:lnTo>
                <a:lnTo>
                  <a:pt x="257" y="1344"/>
                </a:lnTo>
                <a:lnTo>
                  <a:pt x="257" y="1343"/>
                </a:lnTo>
                <a:lnTo>
                  <a:pt x="259" y="1343"/>
                </a:lnTo>
                <a:lnTo>
                  <a:pt x="260" y="1342"/>
                </a:lnTo>
                <a:lnTo>
                  <a:pt x="261" y="1341"/>
                </a:lnTo>
                <a:lnTo>
                  <a:pt x="263" y="1340"/>
                </a:lnTo>
                <a:lnTo>
                  <a:pt x="265" y="1339"/>
                </a:lnTo>
                <a:lnTo>
                  <a:pt x="267" y="1338"/>
                </a:lnTo>
                <a:lnTo>
                  <a:pt x="268" y="1337"/>
                </a:lnTo>
                <a:lnTo>
                  <a:pt x="269" y="1337"/>
                </a:lnTo>
                <a:lnTo>
                  <a:pt x="270" y="1336"/>
                </a:lnTo>
                <a:lnTo>
                  <a:pt x="270" y="1309"/>
                </a:lnTo>
                <a:lnTo>
                  <a:pt x="277" y="1301"/>
                </a:lnTo>
                <a:lnTo>
                  <a:pt x="277" y="1296"/>
                </a:lnTo>
                <a:lnTo>
                  <a:pt x="276" y="1291"/>
                </a:lnTo>
                <a:lnTo>
                  <a:pt x="275" y="1290"/>
                </a:lnTo>
                <a:lnTo>
                  <a:pt x="269" y="1281"/>
                </a:lnTo>
                <a:lnTo>
                  <a:pt x="268" y="1279"/>
                </a:lnTo>
                <a:lnTo>
                  <a:pt x="265" y="1275"/>
                </a:lnTo>
                <a:lnTo>
                  <a:pt x="260" y="1272"/>
                </a:lnTo>
                <a:lnTo>
                  <a:pt x="255" y="1272"/>
                </a:lnTo>
                <a:lnTo>
                  <a:pt x="254" y="1272"/>
                </a:lnTo>
                <a:lnTo>
                  <a:pt x="240" y="1270"/>
                </a:lnTo>
                <a:lnTo>
                  <a:pt x="233" y="1270"/>
                </a:lnTo>
                <a:lnTo>
                  <a:pt x="226" y="1269"/>
                </a:lnTo>
                <a:lnTo>
                  <a:pt x="216" y="1278"/>
                </a:lnTo>
                <a:lnTo>
                  <a:pt x="210" y="1278"/>
                </a:lnTo>
                <a:lnTo>
                  <a:pt x="205" y="1278"/>
                </a:lnTo>
                <a:lnTo>
                  <a:pt x="198" y="1277"/>
                </a:lnTo>
                <a:lnTo>
                  <a:pt x="190" y="1277"/>
                </a:lnTo>
                <a:lnTo>
                  <a:pt x="188" y="1277"/>
                </a:lnTo>
                <a:lnTo>
                  <a:pt x="181" y="1277"/>
                </a:lnTo>
                <a:lnTo>
                  <a:pt x="181" y="1279"/>
                </a:lnTo>
                <a:lnTo>
                  <a:pt x="181" y="1288"/>
                </a:lnTo>
                <a:lnTo>
                  <a:pt x="180" y="1288"/>
                </a:lnTo>
                <a:lnTo>
                  <a:pt x="176" y="1292"/>
                </a:lnTo>
                <a:lnTo>
                  <a:pt x="175" y="1294"/>
                </a:lnTo>
                <a:lnTo>
                  <a:pt x="175" y="1295"/>
                </a:lnTo>
                <a:lnTo>
                  <a:pt x="174" y="1296"/>
                </a:lnTo>
                <a:lnTo>
                  <a:pt x="174" y="1295"/>
                </a:lnTo>
                <a:lnTo>
                  <a:pt x="173" y="1295"/>
                </a:lnTo>
                <a:lnTo>
                  <a:pt x="172" y="1295"/>
                </a:lnTo>
                <a:lnTo>
                  <a:pt x="171" y="1295"/>
                </a:lnTo>
                <a:lnTo>
                  <a:pt x="170" y="1294"/>
                </a:lnTo>
                <a:lnTo>
                  <a:pt x="169" y="1294"/>
                </a:lnTo>
                <a:lnTo>
                  <a:pt x="168" y="1293"/>
                </a:lnTo>
                <a:lnTo>
                  <a:pt x="168" y="1292"/>
                </a:lnTo>
                <a:lnTo>
                  <a:pt x="167" y="1290"/>
                </a:lnTo>
                <a:lnTo>
                  <a:pt x="166" y="1289"/>
                </a:lnTo>
                <a:lnTo>
                  <a:pt x="165" y="1287"/>
                </a:lnTo>
                <a:lnTo>
                  <a:pt x="164" y="1286"/>
                </a:lnTo>
                <a:lnTo>
                  <a:pt x="164" y="1285"/>
                </a:lnTo>
                <a:lnTo>
                  <a:pt x="162" y="1285"/>
                </a:lnTo>
                <a:lnTo>
                  <a:pt x="160" y="1286"/>
                </a:lnTo>
                <a:lnTo>
                  <a:pt x="158" y="1287"/>
                </a:lnTo>
                <a:lnTo>
                  <a:pt x="157" y="1287"/>
                </a:lnTo>
                <a:lnTo>
                  <a:pt x="157" y="1288"/>
                </a:lnTo>
                <a:lnTo>
                  <a:pt x="156" y="1288"/>
                </a:lnTo>
                <a:lnTo>
                  <a:pt x="155" y="1288"/>
                </a:lnTo>
                <a:lnTo>
                  <a:pt x="153" y="1289"/>
                </a:lnTo>
                <a:lnTo>
                  <a:pt x="151" y="1290"/>
                </a:lnTo>
                <a:lnTo>
                  <a:pt x="150" y="1291"/>
                </a:lnTo>
                <a:lnTo>
                  <a:pt x="148" y="1292"/>
                </a:lnTo>
                <a:lnTo>
                  <a:pt x="147" y="1292"/>
                </a:lnTo>
                <a:lnTo>
                  <a:pt x="146" y="1292"/>
                </a:lnTo>
                <a:lnTo>
                  <a:pt x="146" y="1294"/>
                </a:lnTo>
                <a:lnTo>
                  <a:pt x="146" y="1295"/>
                </a:lnTo>
                <a:lnTo>
                  <a:pt x="146" y="1296"/>
                </a:lnTo>
                <a:lnTo>
                  <a:pt x="147" y="1296"/>
                </a:lnTo>
                <a:lnTo>
                  <a:pt x="147" y="1297"/>
                </a:lnTo>
                <a:lnTo>
                  <a:pt x="148" y="1297"/>
                </a:lnTo>
                <a:lnTo>
                  <a:pt x="147" y="1297"/>
                </a:lnTo>
                <a:lnTo>
                  <a:pt x="147" y="1298"/>
                </a:lnTo>
                <a:lnTo>
                  <a:pt x="147" y="1299"/>
                </a:lnTo>
                <a:lnTo>
                  <a:pt x="147" y="1300"/>
                </a:lnTo>
                <a:lnTo>
                  <a:pt x="147" y="1301"/>
                </a:lnTo>
                <a:lnTo>
                  <a:pt x="147" y="1302"/>
                </a:lnTo>
                <a:lnTo>
                  <a:pt x="147" y="1303"/>
                </a:lnTo>
                <a:lnTo>
                  <a:pt x="147" y="1302"/>
                </a:lnTo>
                <a:lnTo>
                  <a:pt x="146" y="1302"/>
                </a:lnTo>
                <a:lnTo>
                  <a:pt x="145" y="1301"/>
                </a:lnTo>
                <a:lnTo>
                  <a:pt x="144" y="1300"/>
                </a:lnTo>
                <a:lnTo>
                  <a:pt x="144" y="1299"/>
                </a:lnTo>
                <a:lnTo>
                  <a:pt x="143" y="1299"/>
                </a:lnTo>
                <a:lnTo>
                  <a:pt x="141" y="1298"/>
                </a:lnTo>
                <a:lnTo>
                  <a:pt x="140" y="1297"/>
                </a:lnTo>
                <a:lnTo>
                  <a:pt x="139" y="1297"/>
                </a:lnTo>
                <a:lnTo>
                  <a:pt x="138" y="1296"/>
                </a:lnTo>
                <a:lnTo>
                  <a:pt x="138" y="1295"/>
                </a:lnTo>
                <a:lnTo>
                  <a:pt x="137" y="1294"/>
                </a:lnTo>
                <a:lnTo>
                  <a:pt x="137" y="1293"/>
                </a:lnTo>
                <a:lnTo>
                  <a:pt x="137" y="1292"/>
                </a:lnTo>
                <a:lnTo>
                  <a:pt x="136" y="1290"/>
                </a:lnTo>
                <a:lnTo>
                  <a:pt x="136" y="1289"/>
                </a:lnTo>
                <a:lnTo>
                  <a:pt x="136" y="1288"/>
                </a:lnTo>
                <a:lnTo>
                  <a:pt x="136" y="1287"/>
                </a:lnTo>
                <a:lnTo>
                  <a:pt x="135" y="1286"/>
                </a:lnTo>
                <a:lnTo>
                  <a:pt x="134" y="1286"/>
                </a:lnTo>
                <a:lnTo>
                  <a:pt x="133" y="1286"/>
                </a:lnTo>
                <a:lnTo>
                  <a:pt x="132" y="1286"/>
                </a:lnTo>
                <a:lnTo>
                  <a:pt x="132" y="1287"/>
                </a:lnTo>
                <a:lnTo>
                  <a:pt x="131" y="1287"/>
                </a:lnTo>
                <a:lnTo>
                  <a:pt x="128" y="1288"/>
                </a:lnTo>
                <a:lnTo>
                  <a:pt x="126" y="1288"/>
                </a:lnTo>
                <a:lnTo>
                  <a:pt x="127" y="1289"/>
                </a:lnTo>
                <a:lnTo>
                  <a:pt x="128" y="1290"/>
                </a:lnTo>
                <a:lnTo>
                  <a:pt x="129" y="1291"/>
                </a:lnTo>
                <a:lnTo>
                  <a:pt x="129" y="1292"/>
                </a:lnTo>
                <a:lnTo>
                  <a:pt x="130" y="1293"/>
                </a:lnTo>
                <a:lnTo>
                  <a:pt x="131" y="1294"/>
                </a:lnTo>
                <a:lnTo>
                  <a:pt x="131" y="1295"/>
                </a:lnTo>
                <a:lnTo>
                  <a:pt x="131" y="1296"/>
                </a:lnTo>
                <a:lnTo>
                  <a:pt x="129" y="1296"/>
                </a:lnTo>
                <a:lnTo>
                  <a:pt x="128" y="1297"/>
                </a:lnTo>
                <a:lnTo>
                  <a:pt x="127" y="1297"/>
                </a:lnTo>
                <a:lnTo>
                  <a:pt x="125" y="1298"/>
                </a:lnTo>
                <a:lnTo>
                  <a:pt x="123" y="1299"/>
                </a:lnTo>
                <a:lnTo>
                  <a:pt x="122" y="1300"/>
                </a:lnTo>
                <a:lnTo>
                  <a:pt x="120" y="1300"/>
                </a:lnTo>
                <a:lnTo>
                  <a:pt x="113" y="1303"/>
                </a:lnTo>
                <a:lnTo>
                  <a:pt x="106" y="1307"/>
                </a:lnTo>
                <a:lnTo>
                  <a:pt x="106" y="1304"/>
                </a:lnTo>
                <a:lnTo>
                  <a:pt x="106" y="1300"/>
                </a:lnTo>
                <a:lnTo>
                  <a:pt x="106" y="1297"/>
                </a:lnTo>
                <a:lnTo>
                  <a:pt x="106" y="1296"/>
                </a:lnTo>
                <a:lnTo>
                  <a:pt x="106" y="1294"/>
                </a:lnTo>
                <a:lnTo>
                  <a:pt x="105" y="1290"/>
                </a:lnTo>
                <a:lnTo>
                  <a:pt x="105" y="1287"/>
                </a:lnTo>
                <a:lnTo>
                  <a:pt x="105" y="1286"/>
                </a:lnTo>
                <a:lnTo>
                  <a:pt x="105" y="1283"/>
                </a:lnTo>
                <a:lnTo>
                  <a:pt x="105" y="1282"/>
                </a:lnTo>
                <a:lnTo>
                  <a:pt x="105" y="1277"/>
                </a:lnTo>
                <a:lnTo>
                  <a:pt x="105" y="1273"/>
                </a:lnTo>
                <a:lnTo>
                  <a:pt x="105" y="1272"/>
                </a:lnTo>
                <a:lnTo>
                  <a:pt x="105" y="1271"/>
                </a:lnTo>
                <a:lnTo>
                  <a:pt x="103" y="1270"/>
                </a:lnTo>
                <a:lnTo>
                  <a:pt x="102" y="1269"/>
                </a:lnTo>
                <a:lnTo>
                  <a:pt x="101" y="1269"/>
                </a:lnTo>
                <a:lnTo>
                  <a:pt x="99" y="1269"/>
                </a:lnTo>
                <a:lnTo>
                  <a:pt x="98" y="1269"/>
                </a:lnTo>
                <a:lnTo>
                  <a:pt x="97" y="1269"/>
                </a:lnTo>
                <a:lnTo>
                  <a:pt x="96" y="1268"/>
                </a:lnTo>
                <a:lnTo>
                  <a:pt x="96" y="1267"/>
                </a:lnTo>
                <a:lnTo>
                  <a:pt x="95" y="1266"/>
                </a:lnTo>
                <a:lnTo>
                  <a:pt x="94" y="1266"/>
                </a:lnTo>
                <a:lnTo>
                  <a:pt x="94" y="1265"/>
                </a:lnTo>
                <a:lnTo>
                  <a:pt x="93" y="1265"/>
                </a:lnTo>
                <a:lnTo>
                  <a:pt x="92" y="1264"/>
                </a:lnTo>
                <a:lnTo>
                  <a:pt x="91" y="1264"/>
                </a:lnTo>
                <a:lnTo>
                  <a:pt x="90" y="1263"/>
                </a:lnTo>
                <a:lnTo>
                  <a:pt x="89" y="1263"/>
                </a:lnTo>
                <a:lnTo>
                  <a:pt x="88" y="1262"/>
                </a:lnTo>
                <a:lnTo>
                  <a:pt x="86" y="1261"/>
                </a:lnTo>
                <a:lnTo>
                  <a:pt x="85" y="1261"/>
                </a:lnTo>
                <a:lnTo>
                  <a:pt x="85" y="1260"/>
                </a:lnTo>
                <a:lnTo>
                  <a:pt x="84" y="1259"/>
                </a:lnTo>
                <a:lnTo>
                  <a:pt x="80" y="1257"/>
                </a:lnTo>
                <a:lnTo>
                  <a:pt x="79" y="1257"/>
                </a:lnTo>
                <a:lnTo>
                  <a:pt x="75" y="1254"/>
                </a:lnTo>
                <a:lnTo>
                  <a:pt x="72" y="1252"/>
                </a:lnTo>
                <a:lnTo>
                  <a:pt x="67" y="1246"/>
                </a:lnTo>
                <a:lnTo>
                  <a:pt x="66" y="1245"/>
                </a:lnTo>
                <a:lnTo>
                  <a:pt x="53" y="1230"/>
                </a:lnTo>
                <a:lnTo>
                  <a:pt x="51" y="1228"/>
                </a:lnTo>
                <a:lnTo>
                  <a:pt x="42" y="1217"/>
                </a:lnTo>
                <a:lnTo>
                  <a:pt x="42" y="1215"/>
                </a:lnTo>
                <a:lnTo>
                  <a:pt x="41" y="1214"/>
                </a:lnTo>
                <a:lnTo>
                  <a:pt x="40" y="1214"/>
                </a:lnTo>
                <a:lnTo>
                  <a:pt x="40" y="1213"/>
                </a:lnTo>
                <a:lnTo>
                  <a:pt x="41" y="1211"/>
                </a:lnTo>
                <a:lnTo>
                  <a:pt x="42" y="1211"/>
                </a:lnTo>
                <a:lnTo>
                  <a:pt x="42" y="1210"/>
                </a:lnTo>
                <a:lnTo>
                  <a:pt x="43" y="1210"/>
                </a:lnTo>
                <a:lnTo>
                  <a:pt x="44" y="1209"/>
                </a:lnTo>
                <a:lnTo>
                  <a:pt x="45" y="1208"/>
                </a:lnTo>
                <a:lnTo>
                  <a:pt x="46" y="1208"/>
                </a:lnTo>
                <a:lnTo>
                  <a:pt x="46" y="1207"/>
                </a:lnTo>
                <a:lnTo>
                  <a:pt x="47" y="1206"/>
                </a:lnTo>
                <a:lnTo>
                  <a:pt x="48" y="1206"/>
                </a:lnTo>
                <a:lnTo>
                  <a:pt x="48" y="1205"/>
                </a:lnTo>
                <a:lnTo>
                  <a:pt x="49" y="1205"/>
                </a:lnTo>
                <a:lnTo>
                  <a:pt x="50" y="1204"/>
                </a:lnTo>
                <a:lnTo>
                  <a:pt x="51" y="1203"/>
                </a:lnTo>
                <a:lnTo>
                  <a:pt x="53" y="1202"/>
                </a:lnTo>
                <a:lnTo>
                  <a:pt x="54" y="1200"/>
                </a:lnTo>
                <a:lnTo>
                  <a:pt x="55" y="1200"/>
                </a:lnTo>
                <a:lnTo>
                  <a:pt x="55" y="1199"/>
                </a:lnTo>
                <a:lnTo>
                  <a:pt x="56" y="1199"/>
                </a:lnTo>
                <a:lnTo>
                  <a:pt x="57" y="1198"/>
                </a:lnTo>
                <a:lnTo>
                  <a:pt x="58" y="1197"/>
                </a:lnTo>
                <a:lnTo>
                  <a:pt x="59" y="1196"/>
                </a:lnTo>
                <a:lnTo>
                  <a:pt x="60" y="1195"/>
                </a:lnTo>
                <a:lnTo>
                  <a:pt x="61" y="1194"/>
                </a:lnTo>
                <a:lnTo>
                  <a:pt x="61" y="1193"/>
                </a:lnTo>
                <a:lnTo>
                  <a:pt x="60" y="1193"/>
                </a:lnTo>
                <a:lnTo>
                  <a:pt x="60" y="1192"/>
                </a:lnTo>
                <a:lnTo>
                  <a:pt x="60" y="1191"/>
                </a:lnTo>
                <a:lnTo>
                  <a:pt x="59" y="1190"/>
                </a:lnTo>
                <a:lnTo>
                  <a:pt x="59" y="1189"/>
                </a:lnTo>
                <a:lnTo>
                  <a:pt x="58" y="1188"/>
                </a:lnTo>
                <a:lnTo>
                  <a:pt x="57" y="1187"/>
                </a:lnTo>
                <a:lnTo>
                  <a:pt x="57" y="1186"/>
                </a:lnTo>
                <a:lnTo>
                  <a:pt x="56" y="1185"/>
                </a:lnTo>
                <a:lnTo>
                  <a:pt x="56" y="1184"/>
                </a:lnTo>
                <a:lnTo>
                  <a:pt x="55" y="1183"/>
                </a:lnTo>
                <a:lnTo>
                  <a:pt x="55" y="1182"/>
                </a:lnTo>
                <a:lnTo>
                  <a:pt x="54" y="1181"/>
                </a:lnTo>
                <a:lnTo>
                  <a:pt x="54" y="1180"/>
                </a:lnTo>
                <a:lnTo>
                  <a:pt x="53" y="1178"/>
                </a:lnTo>
                <a:lnTo>
                  <a:pt x="52" y="1177"/>
                </a:lnTo>
                <a:lnTo>
                  <a:pt x="52" y="1176"/>
                </a:lnTo>
                <a:lnTo>
                  <a:pt x="51" y="1175"/>
                </a:lnTo>
                <a:lnTo>
                  <a:pt x="51" y="1174"/>
                </a:lnTo>
                <a:lnTo>
                  <a:pt x="50" y="1173"/>
                </a:lnTo>
                <a:lnTo>
                  <a:pt x="50" y="1172"/>
                </a:lnTo>
                <a:lnTo>
                  <a:pt x="49" y="1171"/>
                </a:lnTo>
                <a:lnTo>
                  <a:pt x="49" y="1170"/>
                </a:lnTo>
                <a:lnTo>
                  <a:pt x="48" y="1170"/>
                </a:lnTo>
                <a:lnTo>
                  <a:pt x="48" y="1169"/>
                </a:lnTo>
                <a:lnTo>
                  <a:pt x="47" y="1168"/>
                </a:lnTo>
                <a:lnTo>
                  <a:pt x="47" y="1167"/>
                </a:lnTo>
                <a:lnTo>
                  <a:pt x="46" y="1166"/>
                </a:lnTo>
                <a:lnTo>
                  <a:pt x="46" y="1165"/>
                </a:lnTo>
                <a:lnTo>
                  <a:pt x="46" y="1164"/>
                </a:lnTo>
                <a:lnTo>
                  <a:pt x="45" y="1163"/>
                </a:lnTo>
                <a:lnTo>
                  <a:pt x="45" y="1162"/>
                </a:lnTo>
                <a:lnTo>
                  <a:pt x="44" y="1161"/>
                </a:lnTo>
                <a:lnTo>
                  <a:pt x="44" y="1160"/>
                </a:lnTo>
                <a:lnTo>
                  <a:pt x="43" y="1160"/>
                </a:lnTo>
                <a:lnTo>
                  <a:pt x="43" y="1159"/>
                </a:lnTo>
                <a:lnTo>
                  <a:pt x="42" y="1158"/>
                </a:lnTo>
                <a:lnTo>
                  <a:pt x="42" y="1157"/>
                </a:lnTo>
                <a:lnTo>
                  <a:pt x="41" y="1156"/>
                </a:lnTo>
                <a:lnTo>
                  <a:pt x="39" y="1152"/>
                </a:lnTo>
                <a:lnTo>
                  <a:pt x="39" y="1151"/>
                </a:lnTo>
                <a:lnTo>
                  <a:pt x="36" y="1146"/>
                </a:lnTo>
                <a:lnTo>
                  <a:pt x="34" y="1142"/>
                </a:lnTo>
                <a:lnTo>
                  <a:pt x="33" y="1140"/>
                </a:lnTo>
                <a:lnTo>
                  <a:pt x="31" y="1136"/>
                </a:lnTo>
                <a:lnTo>
                  <a:pt x="30" y="1134"/>
                </a:lnTo>
                <a:lnTo>
                  <a:pt x="29" y="1132"/>
                </a:lnTo>
                <a:lnTo>
                  <a:pt x="27" y="1129"/>
                </a:lnTo>
                <a:lnTo>
                  <a:pt x="27" y="1128"/>
                </a:lnTo>
                <a:lnTo>
                  <a:pt x="26" y="1127"/>
                </a:lnTo>
                <a:lnTo>
                  <a:pt x="26" y="1126"/>
                </a:lnTo>
                <a:lnTo>
                  <a:pt x="25" y="1125"/>
                </a:lnTo>
                <a:lnTo>
                  <a:pt x="25" y="1124"/>
                </a:lnTo>
                <a:lnTo>
                  <a:pt x="16" y="1108"/>
                </a:lnTo>
                <a:lnTo>
                  <a:pt x="7" y="1093"/>
                </a:lnTo>
                <a:lnTo>
                  <a:pt x="6" y="1091"/>
                </a:lnTo>
                <a:lnTo>
                  <a:pt x="6" y="1090"/>
                </a:lnTo>
                <a:lnTo>
                  <a:pt x="2" y="1081"/>
                </a:lnTo>
                <a:lnTo>
                  <a:pt x="0" y="1078"/>
                </a:lnTo>
                <a:lnTo>
                  <a:pt x="47" y="1085"/>
                </a:lnTo>
                <a:lnTo>
                  <a:pt x="65" y="1088"/>
                </a:lnTo>
                <a:lnTo>
                  <a:pt x="92" y="1092"/>
                </a:lnTo>
                <a:lnTo>
                  <a:pt x="124" y="1094"/>
                </a:lnTo>
                <a:lnTo>
                  <a:pt x="134" y="1095"/>
                </a:lnTo>
                <a:lnTo>
                  <a:pt x="154" y="1097"/>
                </a:lnTo>
                <a:lnTo>
                  <a:pt x="160" y="1097"/>
                </a:lnTo>
                <a:lnTo>
                  <a:pt x="165" y="1097"/>
                </a:lnTo>
                <a:lnTo>
                  <a:pt x="211" y="1101"/>
                </a:lnTo>
                <a:lnTo>
                  <a:pt x="252" y="1093"/>
                </a:lnTo>
                <a:lnTo>
                  <a:pt x="279" y="1094"/>
                </a:lnTo>
                <a:lnTo>
                  <a:pt x="280" y="1093"/>
                </a:lnTo>
                <a:lnTo>
                  <a:pt x="284" y="1088"/>
                </a:lnTo>
                <a:lnTo>
                  <a:pt x="332" y="1090"/>
                </a:lnTo>
                <a:lnTo>
                  <a:pt x="384" y="1102"/>
                </a:lnTo>
                <a:lnTo>
                  <a:pt x="396" y="1105"/>
                </a:lnTo>
                <a:lnTo>
                  <a:pt x="418" y="1107"/>
                </a:lnTo>
                <a:lnTo>
                  <a:pt x="435" y="1128"/>
                </a:lnTo>
                <a:lnTo>
                  <a:pt x="442" y="1136"/>
                </a:lnTo>
                <a:lnTo>
                  <a:pt x="476" y="1144"/>
                </a:lnTo>
                <a:lnTo>
                  <a:pt x="484" y="1142"/>
                </a:lnTo>
                <a:lnTo>
                  <a:pt x="493" y="1143"/>
                </a:lnTo>
                <a:lnTo>
                  <a:pt x="499" y="1143"/>
                </a:lnTo>
                <a:lnTo>
                  <a:pt x="519" y="1152"/>
                </a:lnTo>
                <a:lnTo>
                  <a:pt x="525" y="1155"/>
                </a:lnTo>
                <a:lnTo>
                  <a:pt x="563" y="1171"/>
                </a:lnTo>
                <a:lnTo>
                  <a:pt x="572" y="1173"/>
                </a:lnTo>
                <a:lnTo>
                  <a:pt x="593" y="1177"/>
                </a:lnTo>
                <a:lnTo>
                  <a:pt x="603" y="1179"/>
                </a:lnTo>
                <a:lnTo>
                  <a:pt x="622" y="1179"/>
                </a:lnTo>
                <a:lnTo>
                  <a:pt x="643" y="1175"/>
                </a:lnTo>
                <a:lnTo>
                  <a:pt x="663" y="1172"/>
                </a:lnTo>
                <a:lnTo>
                  <a:pt x="662" y="1194"/>
                </a:lnTo>
                <a:lnTo>
                  <a:pt x="677" y="1195"/>
                </a:lnTo>
                <a:lnTo>
                  <a:pt x="698" y="1195"/>
                </a:lnTo>
                <a:lnTo>
                  <a:pt x="706" y="1202"/>
                </a:lnTo>
                <a:lnTo>
                  <a:pt x="726" y="1185"/>
                </a:lnTo>
                <a:lnTo>
                  <a:pt x="731" y="1185"/>
                </a:lnTo>
                <a:lnTo>
                  <a:pt x="738" y="1182"/>
                </a:lnTo>
                <a:lnTo>
                  <a:pt x="740" y="1180"/>
                </a:lnTo>
                <a:lnTo>
                  <a:pt x="749" y="1176"/>
                </a:lnTo>
                <a:lnTo>
                  <a:pt x="758" y="1171"/>
                </a:lnTo>
                <a:lnTo>
                  <a:pt x="770" y="1165"/>
                </a:lnTo>
                <a:lnTo>
                  <a:pt x="785" y="1160"/>
                </a:lnTo>
                <a:lnTo>
                  <a:pt x="803" y="1153"/>
                </a:lnTo>
                <a:lnTo>
                  <a:pt x="829" y="1143"/>
                </a:lnTo>
                <a:lnTo>
                  <a:pt x="850" y="1134"/>
                </a:lnTo>
                <a:lnTo>
                  <a:pt x="866" y="1129"/>
                </a:lnTo>
                <a:lnTo>
                  <a:pt x="890" y="1126"/>
                </a:lnTo>
                <a:lnTo>
                  <a:pt x="910" y="1121"/>
                </a:lnTo>
                <a:lnTo>
                  <a:pt x="912" y="1117"/>
                </a:lnTo>
                <a:lnTo>
                  <a:pt x="927" y="1112"/>
                </a:lnTo>
                <a:lnTo>
                  <a:pt x="931" y="1112"/>
                </a:lnTo>
                <a:lnTo>
                  <a:pt x="937" y="1116"/>
                </a:lnTo>
                <a:lnTo>
                  <a:pt x="952" y="1116"/>
                </a:lnTo>
                <a:lnTo>
                  <a:pt x="970" y="1117"/>
                </a:lnTo>
                <a:lnTo>
                  <a:pt x="972" y="1116"/>
                </a:lnTo>
                <a:lnTo>
                  <a:pt x="974" y="1116"/>
                </a:lnTo>
                <a:lnTo>
                  <a:pt x="976" y="1116"/>
                </a:lnTo>
                <a:lnTo>
                  <a:pt x="978" y="1115"/>
                </a:lnTo>
                <a:lnTo>
                  <a:pt x="984" y="1114"/>
                </a:lnTo>
                <a:lnTo>
                  <a:pt x="998" y="1112"/>
                </a:lnTo>
                <a:lnTo>
                  <a:pt x="1002" y="1114"/>
                </a:lnTo>
                <a:lnTo>
                  <a:pt x="1019" y="1114"/>
                </a:lnTo>
                <a:lnTo>
                  <a:pt x="1023" y="1114"/>
                </a:lnTo>
                <a:lnTo>
                  <a:pt x="1039" y="1117"/>
                </a:lnTo>
                <a:lnTo>
                  <a:pt x="1047" y="1117"/>
                </a:lnTo>
                <a:lnTo>
                  <a:pt x="1051" y="1118"/>
                </a:lnTo>
                <a:lnTo>
                  <a:pt x="1052" y="1119"/>
                </a:lnTo>
                <a:lnTo>
                  <a:pt x="1062" y="1114"/>
                </a:lnTo>
                <a:lnTo>
                  <a:pt x="1064" y="1113"/>
                </a:lnTo>
                <a:lnTo>
                  <a:pt x="1065" y="1113"/>
                </a:lnTo>
                <a:lnTo>
                  <a:pt x="1067" y="1113"/>
                </a:lnTo>
                <a:lnTo>
                  <a:pt x="1068" y="1112"/>
                </a:lnTo>
                <a:lnTo>
                  <a:pt x="1088" y="1114"/>
                </a:lnTo>
                <a:lnTo>
                  <a:pt x="1092" y="1115"/>
                </a:lnTo>
                <a:lnTo>
                  <a:pt x="1094" y="1114"/>
                </a:lnTo>
                <a:lnTo>
                  <a:pt x="1099" y="1113"/>
                </a:lnTo>
                <a:lnTo>
                  <a:pt x="1100" y="1113"/>
                </a:lnTo>
                <a:lnTo>
                  <a:pt x="1102" y="1113"/>
                </a:lnTo>
                <a:lnTo>
                  <a:pt x="1103" y="1113"/>
                </a:lnTo>
                <a:lnTo>
                  <a:pt x="1106" y="1113"/>
                </a:lnTo>
                <a:lnTo>
                  <a:pt x="1109" y="1112"/>
                </a:lnTo>
                <a:lnTo>
                  <a:pt x="1111" y="1111"/>
                </a:lnTo>
                <a:lnTo>
                  <a:pt x="1114" y="1111"/>
                </a:lnTo>
                <a:lnTo>
                  <a:pt x="1127" y="1102"/>
                </a:lnTo>
                <a:lnTo>
                  <a:pt x="1131" y="1100"/>
                </a:lnTo>
                <a:lnTo>
                  <a:pt x="1147" y="1094"/>
                </a:lnTo>
                <a:lnTo>
                  <a:pt x="1154" y="1094"/>
                </a:lnTo>
                <a:lnTo>
                  <a:pt x="1165" y="1094"/>
                </a:lnTo>
                <a:lnTo>
                  <a:pt x="1168" y="1090"/>
                </a:lnTo>
                <a:lnTo>
                  <a:pt x="1172" y="1089"/>
                </a:lnTo>
                <a:lnTo>
                  <a:pt x="1181" y="1086"/>
                </a:lnTo>
                <a:lnTo>
                  <a:pt x="1184" y="1085"/>
                </a:lnTo>
                <a:lnTo>
                  <a:pt x="1186" y="1084"/>
                </a:lnTo>
                <a:lnTo>
                  <a:pt x="1195" y="1079"/>
                </a:lnTo>
                <a:lnTo>
                  <a:pt x="1198" y="1073"/>
                </a:lnTo>
                <a:lnTo>
                  <a:pt x="1209" y="1066"/>
                </a:lnTo>
                <a:lnTo>
                  <a:pt x="1212" y="1063"/>
                </a:lnTo>
                <a:lnTo>
                  <a:pt x="1218" y="1055"/>
                </a:lnTo>
                <a:lnTo>
                  <a:pt x="1218" y="1053"/>
                </a:lnTo>
                <a:lnTo>
                  <a:pt x="1222" y="1048"/>
                </a:lnTo>
                <a:lnTo>
                  <a:pt x="1225" y="1046"/>
                </a:lnTo>
                <a:lnTo>
                  <a:pt x="1235" y="1036"/>
                </a:lnTo>
                <a:lnTo>
                  <a:pt x="1247" y="1023"/>
                </a:lnTo>
                <a:lnTo>
                  <a:pt x="1251" y="1021"/>
                </a:lnTo>
                <a:lnTo>
                  <a:pt x="1252" y="1020"/>
                </a:lnTo>
                <a:lnTo>
                  <a:pt x="1254" y="1020"/>
                </a:lnTo>
                <a:lnTo>
                  <a:pt x="1259" y="1018"/>
                </a:lnTo>
                <a:lnTo>
                  <a:pt x="1262" y="1016"/>
                </a:lnTo>
                <a:lnTo>
                  <a:pt x="1270" y="1014"/>
                </a:lnTo>
                <a:lnTo>
                  <a:pt x="1274" y="1013"/>
                </a:lnTo>
                <a:lnTo>
                  <a:pt x="1277" y="1013"/>
                </a:lnTo>
                <a:lnTo>
                  <a:pt x="1278" y="1012"/>
                </a:lnTo>
                <a:lnTo>
                  <a:pt x="1282" y="1008"/>
                </a:lnTo>
                <a:lnTo>
                  <a:pt x="1287" y="1006"/>
                </a:lnTo>
                <a:lnTo>
                  <a:pt x="1292" y="1007"/>
                </a:lnTo>
                <a:lnTo>
                  <a:pt x="1297" y="1007"/>
                </a:lnTo>
                <a:lnTo>
                  <a:pt x="1300" y="1004"/>
                </a:lnTo>
                <a:lnTo>
                  <a:pt x="1311" y="994"/>
                </a:lnTo>
                <a:lnTo>
                  <a:pt x="1317" y="988"/>
                </a:lnTo>
                <a:lnTo>
                  <a:pt x="1326" y="988"/>
                </a:lnTo>
                <a:lnTo>
                  <a:pt x="1329" y="986"/>
                </a:lnTo>
                <a:lnTo>
                  <a:pt x="1331" y="986"/>
                </a:lnTo>
                <a:lnTo>
                  <a:pt x="1333" y="980"/>
                </a:lnTo>
                <a:lnTo>
                  <a:pt x="1333" y="975"/>
                </a:lnTo>
                <a:lnTo>
                  <a:pt x="1332" y="973"/>
                </a:lnTo>
                <a:lnTo>
                  <a:pt x="1324" y="961"/>
                </a:lnTo>
                <a:lnTo>
                  <a:pt x="1317" y="954"/>
                </a:lnTo>
                <a:lnTo>
                  <a:pt x="1316" y="954"/>
                </a:lnTo>
                <a:lnTo>
                  <a:pt x="1313" y="953"/>
                </a:lnTo>
                <a:lnTo>
                  <a:pt x="1311" y="952"/>
                </a:lnTo>
                <a:lnTo>
                  <a:pt x="1307" y="950"/>
                </a:lnTo>
                <a:lnTo>
                  <a:pt x="1305" y="948"/>
                </a:lnTo>
                <a:lnTo>
                  <a:pt x="1304" y="946"/>
                </a:lnTo>
                <a:lnTo>
                  <a:pt x="1301" y="943"/>
                </a:lnTo>
                <a:lnTo>
                  <a:pt x="1300" y="941"/>
                </a:lnTo>
                <a:lnTo>
                  <a:pt x="1298" y="939"/>
                </a:lnTo>
                <a:lnTo>
                  <a:pt x="1296" y="938"/>
                </a:lnTo>
                <a:lnTo>
                  <a:pt x="1295" y="936"/>
                </a:lnTo>
                <a:lnTo>
                  <a:pt x="1294" y="933"/>
                </a:lnTo>
                <a:lnTo>
                  <a:pt x="1294" y="929"/>
                </a:lnTo>
                <a:lnTo>
                  <a:pt x="1294" y="927"/>
                </a:lnTo>
                <a:lnTo>
                  <a:pt x="1293" y="925"/>
                </a:lnTo>
                <a:lnTo>
                  <a:pt x="1290" y="924"/>
                </a:lnTo>
                <a:lnTo>
                  <a:pt x="1284" y="922"/>
                </a:lnTo>
                <a:lnTo>
                  <a:pt x="1283" y="918"/>
                </a:lnTo>
                <a:lnTo>
                  <a:pt x="1284" y="914"/>
                </a:lnTo>
                <a:lnTo>
                  <a:pt x="1289" y="905"/>
                </a:lnTo>
                <a:lnTo>
                  <a:pt x="1292" y="902"/>
                </a:lnTo>
                <a:lnTo>
                  <a:pt x="1294" y="898"/>
                </a:lnTo>
                <a:lnTo>
                  <a:pt x="1296" y="897"/>
                </a:lnTo>
                <a:lnTo>
                  <a:pt x="1297" y="896"/>
                </a:lnTo>
                <a:lnTo>
                  <a:pt x="1296" y="888"/>
                </a:lnTo>
                <a:lnTo>
                  <a:pt x="1298" y="882"/>
                </a:lnTo>
                <a:lnTo>
                  <a:pt x="1300" y="878"/>
                </a:lnTo>
                <a:lnTo>
                  <a:pt x="1302" y="875"/>
                </a:lnTo>
                <a:lnTo>
                  <a:pt x="1306" y="869"/>
                </a:lnTo>
                <a:lnTo>
                  <a:pt x="1309" y="866"/>
                </a:lnTo>
                <a:lnTo>
                  <a:pt x="1313" y="858"/>
                </a:lnTo>
                <a:lnTo>
                  <a:pt x="1315" y="855"/>
                </a:lnTo>
                <a:lnTo>
                  <a:pt x="1326" y="847"/>
                </a:lnTo>
                <a:lnTo>
                  <a:pt x="1332" y="845"/>
                </a:lnTo>
                <a:lnTo>
                  <a:pt x="1336" y="843"/>
                </a:lnTo>
                <a:lnTo>
                  <a:pt x="1342" y="843"/>
                </a:lnTo>
                <a:lnTo>
                  <a:pt x="1346" y="845"/>
                </a:lnTo>
                <a:lnTo>
                  <a:pt x="1372" y="846"/>
                </a:lnTo>
                <a:lnTo>
                  <a:pt x="1375" y="845"/>
                </a:lnTo>
                <a:lnTo>
                  <a:pt x="1385" y="852"/>
                </a:lnTo>
                <a:lnTo>
                  <a:pt x="1390" y="859"/>
                </a:lnTo>
                <a:lnTo>
                  <a:pt x="1400" y="864"/>
                </a:lnTo>
                <a:lnTo>
                  <a:pt x="1413" y="868"/>
                </a:lnTo>
                <a:lnTo>
                  <a:pt x="1420" y="868"/>
                </a:lnTo>
                <a:lnTo>
                  <a:pt x="1427" y="870"/>
                </a:lnTo>
                <a:lnTo>
                  <a:pt x="1428" y="870"/>
                </a:lnTo>
                <a:lnTo>
                  <a:pt x="1437" y="873"/>
                </a:lnTo>
                <a:lnTo>
                  <a:pt x="1451" y="874"/>
                </a:lnTo>
                <a:lnTo>
                  <a:pt x="1471" y="875"/>
                </a:lnTo>
                <a:lnTo>
                  <a:pt x="1475" y="877"/>
                </a:lnTo>
                <a:lnTo>
                  <a:pt x="1483" y="878"/>
                </a:lnTo>
                <a:lnTo>
                  <a:pt x="1490" y="874"/>
                </a:lnTo>
                <a:lnTo>
                  <a:pt x="1494" y="871"/>
                </a:lnTo>
                <a:lnTo>
                  <a:pt x="1498" y="867"/>
                </a:lnTo>
                <a:lnTo>
                  <a:pt x="1504" y="866"/>
                </a:lnTo>
                <a:lnTo>
                  <a:pt x="1504" y="865"/>
                </a:lnTo>
                <a:lnTo>
                  <a:pt x="1505" y="865"/>
                </a:lnTo>
                <a:lnTo>
                  <a:pt x="1506" y="865"/>
                </a:lnTo>
                <a:lnTo>
                  <a:pt x="1506" y="864"/>
                </a:lnTo>
                <a:lnTo>
                  <a:pt x="1506" y="863"/>
                </a:lnTo>
                <a:lnTo>
                  <a:pt x="1507" y="863"/>
                </a:lnTo>
                <a:lnTo>
                  <a:pt x="1507" y="861"/>
                </a:lnTo>
                <a:lnTo>
                  <a:pt x="1508" y="861"/>
                </a:lnTo>
                <a:lnTo>
                  <a:pt x="1509" y="861"/>
                </a:lnTo>
                <a:lnTo>
                  <a:pt x="1510" y="861"/>
                </a:lnTo>
                <a:lnTo>
                  <a:pt x="1512" y="861"/>
                </a:lnTo>
                <a:lnTo>
                  <a:pt x="1513" y="860"/>
                </a:lnTo>
                <a:lnTo>
                  <a:pt x="1517" y="860"/>
                </a:lnTo>
                <a:lnTo>
                  <a:pt x="1522" y="859"/>
                </a:lnTo>
                <a:lnTo>
                  <a:pt x="1526" y="857"/>
                </a:lnTo>
                <a:lnTo>
                  <a:pt x="1530" y="853"/>
                </a:lnTo>
                <a:lnTo>
                  <a:pt x="1531" y="852"/>
                </a:lnTo>
                <a:lnTo>
                  <a:pt x="1532" y="848"/>
                </a:lnTo>
                <a:lnTo>
                  <a:pt x="1533" y="848"/>
                </a:lnTo>
                <a:lnTo>
                  <a:pt x="1539" y="845"/>
                </a:lnTo>
                <a:lnTo>
                  <a:pt x="1546" y="840"/>
                </a:lnTo>
                <a:lnTo>
                  <a:pt x="1547" y="840"/>
                </a:lnTo>
                <a:lnTo>
                  <a:pt x="1553" y="834"/>
                </a:lnTo>
                <a:lnTo>
                  <a:pt x="1558" y="831"/>
                </a:lnTo>
                <a:lnTo>
                  <a:pt x="1558" y="829"/>
                </a:lnTo>
                <a:lnTo>
                  <a:pt x="1563" y="823"/>
                </a:lnTo>
                <a:lnTo>
                  <a:pt x="1565" y="819"/>
                </a:lnTo>
                <a:lnTo>
                  <a:pt x="1566" y="813"/>
                </a:lnTo>
                <a:lnTo>
                  <a:pt x="1583" y="807"/>
                </a:lnTo>
                <a:lnTo>
                  <a:pt x="1584" y="808"/>
                </a:lnTo>
                <a:lnTo>
                  <a:pt x="1600" y="813"/>
                </a:lnTo>
                <a:lnTo>
                  <a:pt x="1604" y="814"/>
                </a:lnTo>
                <a:lnTo>
                  <a:pt x="1607" y="813"/>
                </a:lnTo>
                <a:lnTo>
                  <a:pt x="1608" y="813"/>
                </a:lnTo>
                <a:lnTo>
                  <a:pt x="1610" y="813"/>
                </a:lnTo>
                <a:lnTo>
                  <a:pt x="1614" y="813"/>
                </a:lnTo>
                <a:lnTo>
                  <a:pt x="1616" y="812"/>
                </a:lnTo>
                <a:lnTo>
                  <a:pt x="1622" y="812"/>
                </a:lnTo>
                <a:lnTo>
                  <a:pt x="1639" y="812"/>
                </a:lnTo>
                <a:lnTo>
                  <a:pt x="1641" y="812"/>
                </a:lnTo>
                <a:lnTo>
                  <a:pt x="1656" y="808"/>
                </a:lnTo>
                <a:lnTo>
                  <a:pt x="1669" y="805"/>
                </a:lnTo>
                <a:lnTo>
                  <a:pt x="1672" y="803"/>
                </a:lnTo>
                <a:lnTo>
                  <a:pt x="1685" y="793"/>
                </a:lnTo>
                <a:lnTo>
                  <a:pt x="1691" y="787"/>
                </a:lnTo>
                <a:lnTo>
                  <a:pt x="1697" y="785"/>
                </a:lnTo>
                <a:lnTo>
                  <a:pt x="1699" y="785"/>
                </a:lnTo>
                <a:lnTo>
                  <a:pt x="1699" y="782"/>
                </a:lnTo>
                <a:lnTo>
                  <a:pt x="1701" y="782"/>
                </a:lnTo>
                <a:lnTo>
                  <a:pt x="1705" y="782"/>
                </a:lnTo>
                <a:lnTo>
                  <a:pt x="1707" y="783"/>
                </a:lnTo>
                <a:lnTo>
                  <a:pt x="1709" y="782"/>
                </a:lnTo>
                <a:lnTo>
                  <a:pt x="1712" y="782"/>
                </a:lnTo>
                <a:lnTo>
                  <a:pt x="1715" y="779"/>
                </a:lnTo>
                <a:lnTo>
                  <a:pt x="1716" y="778"/>
                </a:lnTo>
                <a:lnTo>
                  <a:pt x="1716" y="776"/>
                </a:lnTo>
                <a:lnTo>
                  <a:pt x="1718" y="775"/>
                </a:lnTo>
                <a:lnTo>
                  <a:pt x="1720" y="773"/>
                </a:lnTo>
                <a:lnTo>
                  <a:pt x="1722" y="773"/>
                </a:lnTo>
                <a:lnTo>
                  <a:pt x="1721" y="767"/>
                </a:lnTo>
                <a:lnTo>
                  <a:pt x="1722" y="766"/>
                </a:lnTo>
                <a:lnTo>
                  <a:pt x="1720" y="764"/>
                </a:lnTo>
                <a:lnTo>
                  <a:pt x="1718" y="763"/>
                </a:lnTo>
                <a:lnTo>
                  <a:pt x="1721" y="753"/>
                </a:lnTo>
                <a:lnTo>
                  <a:pt x="1723" y="750"/>
                </a:lnTo>
                <a:lnTo>
                  <a:pt x="1733" y="737"/>
                </a:lnTo>
                <a:lnTo>
                  <a:pt x="1736" y="736"/>
                </a:lnTo>
                <a:lnTo>
                  <a:pt x="1744" y="727"/>
                </a:lnTo>
                <a:lnTo>
                  <a:pt x="1747" y="724"/>
                </a:lnTo>
                <a:lnTo>
                  <a:pt x="1749" y="720"/>
                </a:lnTo>
                <a:lnTo>
                  <a:pt x="1751" y="719"/>
                </a:lnTo>
                <a:lnTo>
                  <a:pt x="1757" y="717"/>
                </a:lnTo>
                <a:lnTo>
                  <a:pt x="1764" y="716"/>
                </a:lnTo>
                <a:lnTo>
                  <a:pt x="1766" y="716"/>
                </a:lnTo>
                <a:lnTo>
                  <a:pt x="1766" y="715"/>
                </a:lnTo>
                <a:lnTo>
                  <a:pt x="1767" y="714"/>
                </a:lnTo>
                <a:lnTo>
                  <a:pt x="1769" y="714"/>
                </a:lnTo>
                <a:lnTo>
                  <a:pt x="1770" y="712"/>
                </a:lnTo>
                <a:lnTo>
                  <a:pt x="1770" y="711"/>
                </a:lnTo>
                <a:lnTo>
                  <a:pt x="1771" y="711"/>
                </a:lnTo>
                <a:lnTo>
                  <a:pt x="1772" y="711"/>
                </a:lnTo>
                <a:lnTo>
                  <a:pt x="1778" y="712"/>
                </a:lnTo>
                <a:lnTo>
                  <a:pt x="1787" y="713"/>
                </a:lnTo>
                <a:lnTo>
                  <a:pt x="1789" y="713"/>
                </a:lnTo>
                <a:lnTo>
                  <a:pt x="1795" y="713"/>
                </a:lnTo>
                <a:lnTo>
                  <a:pt x="1809" y="713"/>
                </a:lnTo>
                <a:lnTo>
                  <a:pt x="1819" y="713"/>
                </a:lnTo>
                <a:lnTo>
                  <a:pt x="1821" y="709"/>
                </a:lnTo>
                <a:lnTo>
                  <a:pt x="1820" y="707"/>
                </a:lnTo>
                <a:lnTo>
                  <a:pt x="1822" y="702"/>
                </a:lnTo>
                <a:lnTo>
                  <a:pt x="1826" y="696"/>
                </a:lnTo>
                <a:lnTo>
                  <a:pt x="1824" y="691"/>
                </a:lnTo>
                <a:lnTo>
                  <a:pt x="1827" y="690"/>
                </a:lnTo>
                <a:lnTo>
                  <a:pt x="1831" y="689"/>
                </a:lnTo>
                <a:lnTo>
                  <a:pt x="1833" y="689"/>
                </a:lnTo>
                <a:lnTo>
                  <a:pt x="1836" y="689"/>
                </a:lnTo>
                <a:lnTo>
                  <a:pt x="1838" y="689"/>
                </a:lnTo>
                <a:lnTo>
                  <a:pt x="1840" y="688"/>
                </a:lnTo>
                <a:lnTo>
                  <a:pt x="1843" y="689"/>
                </a:lnTo>
                <a:lnTo>
                  <a:pt x="1844" y="690"/>
                </a:lnTo>
                <a:lnTo>
                  <a:pt x="1844" y="691"/>
                </a:lnTo>
                <a:lnTo>
                  <a:pt x="1844" y="693"/>
                </a:lnTo>
                <a:lnTo>
                  <a:pt x="1845" y="694"/>
                </a:lnTo>
                <a:lnTo>
                  <a:pt x="1847" y="696"/>
                </a:lnTo>
                <a:lnTo>
                  <a:pt x="1849" y="697"/>
                </a:lnTo>
                <a:lnTo>
                  <a:pt x="1851" y="697"/>
                </a:lnTo>
                <a:lnTo>
                  <a:pt x="1854" y="697"/>
                </a:lnTo>
                <a:lnTo>
                  <a:pt x="1855" y="696"/>
                </a:lnTo>
                <a:lnTo>
                  <a:pt x="1856" y="695"/>
                </a:lnTo>
                <a:lnTo>
                  <a:pt x="1859" y="696"/>
                </a:lnTo>
                <a:lnTo>
                  <a:pt x="1861" y="696"/>
                </a:lnTo>
                <a:lnTo>
                  <a:pt x="1863" y="695"/>
                </a:lnTo>
                <a:lnTo>
                  <a:pt x="1864" y="695"/>
                </a:lnTo>
                <a:lnTo>
                  <a:pt x="1865" y="694"/>
                </a:lnTo>
                <a:lnTo>
                  <a:pt x="1864" y="692"/>
                </a:lnTo>
                <a:lnTo>
                  <a:pt x="1865" y="691"/>
                </a:lnTo>
                <a:lnTo>
                  <a:pt x="1866" y="691"/>
                </a:lnTo>
                <a:lnTo>
                  <a:pt x="1867" y="690"/>
                </a:lnTo>
                <a:lnTo>
                  <a:pt x="1868" y="689"/>
                </a:lnTo>
                <a:lnTo>
                  <a:pt x="1869" y="688"/>
                </a:lnTo>
                <a:lnTo>
                  <a:pt x="1870" y="687"/>
                </a:lnTo>
                <a:lnTo>
                  <a:pt x="1872" y="687"/>
                </a:lnTo>
                <a:lnTo>
                  <a:pt x="1874" y="687"/>
                </a:lnTo>
                <a:lnTo>
                  <a:pt x="1875" y="687"/>
                </a:lnTo>
                <a:lnTo>
                  <a:pt x="1876" y="685"/>
                </a:lnTo>
                <a:lnTo>
                  <a:pt x="1877" y="685"/>
                </a:lnTo>
                <a:lnTo>
                  <a:pt x="1880" y="686"/>
                </a:lnTo>
                <a:lnTo>
                  <a:pt x="1882" y="685"/>
                </a:lnTo>
                <a:lnTo>
                  <a:pt x="1888" y="681"/>
                </a:lnTo>
                <a:lnTo>
                  <a:pt x="1890" y="680"/>
                </a:lnTo>
                <a:lnTo>
                  <a:pt x="1893" y="680"/>
                </a:lnTo>
                <a:lnTo>
                  <a:pt x="1894" y="680"/>
                </a:lnTo>
                <a:lnTo>
                  <a:pt x="1896" y="679"/>
                </a:lnTo>
                <a:lnTo>
                  <a:pt x="1897" y="678"/>
                </a:lnTo>
                <a:lnTo>
                  <a:pt x="1898" y="677"/>
                </a:lnTo>
                <a:lnTo>
                  <a:pt x="1901" y="677"/>
                </a:lnTo>
                <a:lnTo>
                  <a:pt x="1905" y="674"/>
                </a:lnTo>
                <a:lnTo>
                  <a:pt x="1913" y="676"/>
                </a:lnTo>
                <a:lnTo>
                  <a:pt x="1916" y="678"/>
                </a:lnTo>
                <a:lnTo>
                  <a:pt x="1930" y="679"/>
                </a:lnTo>
                <a:lnTo>
                  <a:pt x="1934" y="676"/>
                </a:lnTo>
                <a:lnTo>
                  <a:pt x="1935" y="676"/>
                </a:lnTo>
                <a:lnTo>
                  <a:pt x="1936" y="677"/>
                </a:lnTo>
                <a:lnTo>
                  <a:pt x="1937" y="679"/>
                </a:lnTo>
                <a:lnTo>
                  <a:pt x="1942" y="679"/>
                </a:lnTo>
                <a:lnTo>
                  <a:pt x="1947" y="680"/>
                </a:lnTo>
                <a:lnTo>
                  <a:pt x="1948" y="680"/>
                </a:lnTo>
                <a:lnTo>
                  <a:pt x="1948" y="679"/>
                </a:lnTo>
                <a:lnTo>
                  <a:pt x="1948" y="678"/>
                </a:lnTo>
                <a:lnTo>
                  <a:pt x="1947" y="677"/>
                </a:lnTo>
                <a:lnTo>
                  <a:pt x="1953" y="671"/>
                </a:lnTo>
                <a:lnTo>
                  <a:pt x="1955" y="671"/>
                </a:lnTo>
                <a:lnTo>
                  <a:pt x="1958" y="671"/>
                </a:lnTo>
                <a:lnTo>
                  <a:pt x="1959" y="671"/>
                </a:lnTo>
                <a:lnTo>
                  <a:pt x="1959" y="672"/>
                </a:lnTo>
                <a:lnTo>
                  <a:pt x="1960" y="674"/>
                </a:lnTo>
                <a:lnTo>
                  <a:pt x="1959" y="675"/>
                </a:lnTo>
                <a:lnTo>
                  <a:pt x="1960" y="676"/>
                </a:lnTo>
                <a:lnTo>
                  <a:pt x="1962" y="676"/>
                </a:lnTo>
                <a:lnTo>
                  <a:pt x="1964" y="675"/>
                </a:lnTo>
                <a:lnTo>
                  <a:pt x="1967" y="674"/>
                </a:lnTo>
                <a:lnTo>
                  <a:pt x="1969" y="676"/>
                </a:lnTo>
                <a:lnTo>
                  <a:pt x="1972" y="680"/>
                </a:lnTo>
                <a:lnTo>
                  <a:pt x="1976" y="684"/>
                </a:lnTo>
                <a:lnTo>
                  <a:pt x="1977" y="684"/>
                </a:lnTo>
                <a:lnTo>
                  <a:pt x="1978" y="684"/>
                </a:lnTo>
                <a:lnTo>
                  <a:pt x="1980" y="683"/>
                </a:lnTo>
                <a:lnTo>
                  <a:pt x="1981" y="683"/>
                </a:lnTo>
                <a:lnTo>
                  <a:pt x="1985" y="684"/>
                </a:lnTo>
                <a:lnTo>
                  <a:pt x="1988" y="684"/>
                </a:lnTo>
                <a:lnTo>
                  <a:pt x="1990" y="684"/>
                </a:lnTo>
                <a:lnTo>
                  <a:pt x="1991" y="685"/>
                </a:lnTo>
                <a:lnTo>
                  <a:pt x="1993" y="686"/>
                </a:lnTo>
                <a:lnTo>
                  <a:pt x="1995" y="688"/>
                </a:lnTo>
                <a:lnTo>
                  <a:pt x="1996" y="688"/>
                </a:lnTo>
                <a:lnTo>
                  <a:pt x="1998" y="687"/>
                </a:lnTo>
                <a:lnTo>
                  <a:pt x="1999" y="687"/>
                </a:lnTo>
                <a:lnTo>
                  <a:pt x="2000" y="688"/>
                </a:lnTo>
                <a:lnTo>
                  <a:pt x="2001" y="688"/>
                </a:lnTo>
                <a:lnTo>
                  <a:pt x="2002" y="687"/>
                </a:lnTo>
                <a:lnTo>
                  <a:pt x="2005" y="685"/>
                </a:lnTo>
                <a:lnTo>
                  <a:pt x="2010" y="686"/>
                </a:lnTo>
                <a:lnTo>
                  <a:pt x="2012" y="685"/>
                </a:lnTo>
                <a:lnTo>
                  <a:pt x="2013" y="685"/>
                </a:lnTo>
                <a:lnTo>
                  <a:pt x="2017" y="685"/>
                </a:lnTo>
                <a:lnTo>
                  <a:pt x="2019" y="687"/>
                </a:lnTo>
                <a:lnTo>
                  <a:pt x="2021" y="687"/>
                </a:lnTo>
                <a:lnTo>
                  <a:pt x="2024" y="686"/>
                </a:lnTo>
                <a:lnTo>
                  <a:pt x="2025" y="686"/>
                </a:lnTo>
                <a:lnTo>
                  <a:pt x="2026" y="687"/>
                </a:lnTo>
                <a:lnTo>
                  <a:pt x="2027" y="687"/>
                </a:lnTo>
                <a:lnTo>
                  <a:pt x="2028" y="688"/>
                </a:lnTo>
                <a:lnTo>
                  <a:pt x="2028" y="689"/>
                </a:lnTo>
                <a:lnTo>
                  <a:pt x="2028" y="690"/>
                </a:lnTo>
                <a:lnTo>
                  <a:pt x="2031" y="689"/>
                </a:lnTo>
                <a:lnTo>
                  <a:pt x="2032" y="687"/>
                </a:lnTo>
                <a:lnTo>
                  <a:pt x="2034" y="687"/>
                </a:lnTo>
                <a:lnTo>
                  <a:pt x="2035" y="687"/>
                </a:lnTo>
                <a:lnTo>
                  <a:pt x="2036" y="687"/>
                </a:lnTo>
                <a:lnTo>
                  <a:pt x="2038" y="684"/>
                </a:lnTo>
                <a:lnTo>
                  <a:pt x="2039" y="683"/>
                </a:lnTo>
                <a:lnTo>
                  <a:pt x="2040" y="681"/>
                </a:lnTo>
                <a:lnTo>
                  <a:pt x="2039" y="680"/>
                </a:lnTo>
                <a:lnTo>
                  <a:pt x="2045" y="682"/>
                </a:lnTo>
                <a:lnTo>
                  <a:pt x="2046" y="682"/>
                </a:lnTo>
                <a:lnTo>
                  <a:pt x="2049" y="682"/>
                </a:lnTo>
                <a:lnTo>
                  <a:pt x="2049" y="680"/>
                </a:lnTo>
                <a:lnTo>
                  <a:pt x="2049" y="679"/>
                </a:lnTo>
                <a:lnTo>
                  <a:pt x="2050" y="678"/>
                </a:lnTo>
                <a:lnTo>
                  <a:pt x="2051" y="677"/>
                </a:lnTo>
                <a:lnTo>
                  <a:pt x="2050" y="675"/>
                </a:lnTo>
                <a:lnTo>
                  <a:pt x="2049" y="673"/>
                </a:lnTo>
                <a:lnTo>
                  <a:pt x="2049" y="672"/>
                </a:lnTo>
                <a:lnTo>
                  <a:pt x="2048" y="672"/>
                </a:lnTo>
                <a:lnTo>
                  <a:pt x="2051" y="669"/>
                </a:lnTo>
                <a:lnTo>
                  <a:pt x="2051" y="668"/>
                </a:lnTo>
                <a:lnTo>
                  <a:pt x="2050" y="666"/>
                </a:lnTo>
                <a:lnTo>
                  <a:pt x="2050" y="664"/>
                </a:lnTo>
                <a:lnTo>
                  <a:pt x="2051" y="663"/>
                </a:lnTo>
                <a:lnTo>
                  <a:pt x="2049" y="663"/>
                </a:lnTo>
                <a:lnTo>
                  <a:pt x="2049" y="659"/>
                </a:lnTo>
                <a:lnTo>
                  <a:pt x="2050" y="657"/>
                </a:lnTo>
                <a:lnTo>
                  <a:pt x="2044" y="656"/>
                </a:lnTo>
                <a:lnTo>
                  <a:pt x="2043" y="653"/>
                </a:lnTo>
                <a:lnTo>
                  <a:pt x="2045" y="652"/>
                </a:lnTo>
                <a:lnTo>
                  <a:pt x="2044" y="652"/>
                </a:lnTo>
                <a:lnTo>
                  <a:pt x="2043" y="651"/>
                </a:lnTo>
                <a:lnTo>
                  <a:pt x="2040" y="648"/>
                </a:lnTo>
                <a:lnTo>
                  <a:pt x="2039" y="648"/>
                </a:lnTo>
                <a:lnTo>
                  <a:pt x="2038" y="646"/>
                </a:lnTo>
                <a:lnTo>
                  <a:pt x="2038" y="645"/>
                </a:lnTo>
                <a:lnTo>
                  <a:pt x="2038" y="644"/>
                </a:lnTo>
                <a:lnTo>
                  <a:pt x="2038" y="643"/>
                </a:lnTo>
                <a:lnTo>
                  <a:pt x="2039" y="642"/>
                </a:lnTo>
                <a:lnTo>
                  <a:pt x="2036" y="635"/>
                </a:lnTo>
                <a:lnTo>
                  <a:pt x="2035" y="634"/>
                </a:lnTo>
                <a:lnTo>
                  <a:pt x="2032" y="630"/>
                </a:lnTo>
                <a:lnTo>
                  <a:pt x="2032" y="629"/>
                </a:lnTo>
                <a:lnTo>
                  <a:pt x="2030" y="628"/>
                </a:lnTo>
                <a:lnTo>
                  <a:pt x="2029" y="627"/>
                </a:lnTo>
                <a:lnTo>
                  <a:pt x="2027" y="626"/>
                </a:lnTo>
                <a:lnTo>
                  <a:pt x="2026" y="624"/>
                </a:lnTo>
                <a:lnTo>
                  <a:pt x="2025" y="624"/>
                </a:lnTo>
                <a:lnTo>
                  <a:pt x="2025" y="623"/>
                </a:lnTo>
                <a:lnTo>
                  <a:pt x="2024" y="623"/>
                </a:lnTo>
                <a:lnTo>
                  <a:pt x="2023" y="622"/>
                </a:lnTo>
                <a:lnTo>
                  <a:pt x="2022" y="622"/>
                </a:lnTo>
                <a:lnTo>
                  <a:pt x="2021" y="622"/>
                </a:lnTo>
                <a:lnTo>
                  <a:pt x="2020" y="622"/>
                </a:lnTo>
                <a:lnTo>
                  <a:pt x="2019" y="622"/>
                </a:lnTo>
                <a:lnTo>
                  <a:pt x="2018" y="622"/>
                </a:lnTo>
                <a:lnTo>
                  <a:pt x="2017" y="622"/>
                </a:lnTo>
                <a:lnTo>
                  <a:pt x="2017" y="621"/>
                </a:lnTo>
                <a:lnTo>
                  <a:pt x="2017" y="620"/>
                </a:lnTo>
                <a:lnTo>
                  <a:pt x="2018" y="620"/>
                </a:lnTo>
                <a:lnTo>
                  <a:pt x="2017" y="619"/>
                </a:lnTo>
                <a:lnTo>
                  <a:pt x="2017" y="620"/>
                </a:lnTo>
                <a:lnTo>
                  <a:pt x="2017" y="619"/>
                </a:lnTo>
                <a:lnTo>
                  <a:pt x="2018" y="619"/>
                </a:lnTo>
                <a:lnTo>
                  <a:pt x="2018" y="618"/>
                </a:lnTo>
                <a:lnTo>
                  <a:pt x="2017" y="619"/>
                </a:lnTo>
                <a:lnTo>
                  <a:pt x="2018" y="619"/>
                </a:lnTo>
                <a:lnTo>
                  <a:pt x="2017" y="619"/>
                </a:lnTo>
                <a:lnTo>
                  <a:pt x="2017" y="618"/>
                </a:lnTo>
                <a:lnTo>
                  <a:pt x="2018" y="618"/>
                </a:lnTo>
                <a:lnTo>
                  <a:pt x="2017" y="618"/>
                </a:lnTo>
                <a:lnTo>
                  <a:pt x="2017" y="617"/>
                </a:lnTo>
                <a:lnTo>
                  <a:pt x="2015" y="617"/>
                </a:lnTo>
                <a:lnTo>
                  <a:pt x="2015" y="616"/>
                </a:lnTo>
                <a:lnTo>
                  <a:pt x="2014" y="617"/>
                </a:lnTo>
                <a:lnTo>
                  <a:pt x="2014" y="616"/>
                </a:lnTo>
                <a:lnTo>
                  <a:pt x="2014" y="615"/>
                </a:lnTo>
                <a:lnTo>
                  <a:pt x="2013" y="615"/>
                </a:lnTo>
                <a:lnTo>
                  <a:pt x="2012" y="615"/>
                </a:lnTo>
                <a:lnTo>
                  <a:pt x="2012" y="614"/>
                </a:lnTo>
                <a:lnTo>
                  <a:pt x="2012" y="615"/>
                </a:lnTo>
                <a:lnTo>
                  <a:pt x="2011" y="615"/>
                </a:lnTo>
                <a:lnTo>
                  <a:pt x="2011" y="614"/>
                </a:lnTo>
                <a:lnTo>
                  <a:pt x="2010" y="614"/>
                </a:lnTo>
                <a:lnTo>
                  <a:pt x="2010" y="613"/>
                </a:lnTo>
                <a:lnTo>
                  <a:pt x="2009" y="613"/>
                </a:lnTo>
                <a:lnTo>
                  <a:pt x="2008" y="612"/>
                </a:lnTo>
                <a:lnTo>
                  <a:pt x="2007" y="612"/>
                </a:lnTo>
                <a:lnTo>
                  <a:pt x="2007" y="611"/>
                </a:lnTo>
                <a:lnTo>
                  <a:pt x="2006" y="610"/>
                </a:lnTo>
                <a:lnTo>
                  <a:pt x="2006" y="609"/>
                </a:lnTo>
                <a:lnTo>
                  <a:pt x="2005" y="609"/>
                </a:lnTo>
                <a:lnTo>
                  <a:pt x="2004" y="609"/>
                </a:lnTo>
                <a:lnTo>
                  <a:pt x="2005" y="609"/>
                </a:lnTo>
                <a:lnTo>
                  <a:pt x="2004" y="609"/>
                </a:lnTo>
                <a:lnTo>
                  <a:pt x="2004" y="608"/>
                </a:lnTo>
                <a:lnTo>
                  <a:pt x="2003" y="608"/>
                </a:lnTo>
                <a:lnTo>
                  <a:pt x="2002" y="607"/>
                </a:lnTo>
                <a:lnTo>
                  <a:pt x="2001" y="607"/>
                </a:lnTo>
                <a:lnTo>
                  <a:pt x="2001" y="606"/>
                </a:lnTo>
                <a:lnTo>
                  <a:pt x="2000" y="606"/>
                </a:lnTo>
                <a:lnTo>
                  <a:pt x="2000" y="605"/>
                </a:lnTo>
                <a:lnTo>
                  <a:pt x="1999" y="605"/>
                </a:lnTo>
                <a:lnTo>
                  <a:pt x="2000" y="605"/>
                </a:lnTo>
                <a:lnTo>
                  <a:pt x="2000" y="604"/>
                </a:lnTo>
                <a:lnTo>
                  <a:pt x="1999" y="604"/>
                </a:lnTo>
                <a:lnTo>
                  <a:pt x="1998" y="604"/>
                </a:lnTo>
                <a:lnTo>
                  <a:pt x="1997" y="604"/>
                </a:lnTo>
                <a:lnTo>
                  <a:pt x="1997" y="603"/>
                </a:lnTo>
                <a:lnTo>
                  <a:pt x="1997" y="604"/>
                </a:lnTo>
                <a:lnTo>
                  <a:pt x="1996" y="604"/>
                </a:lnTo>
                <a:lnTo>
                  <a:pt x="1996" y="603"/>
                </a:lnTo>
                <a:lnTo>
                  <a:pt x="1998" y="600"/>
                </a:lnTo>
                <a:lnTo>
                  <a:pt x="1999" y="599"/>
                </a:lnTo>
                <a:lnTo>
                  <a:pt x="1997" y="598"/>
                </a:lnTo>
                <a:lnTo>
                  <a:pt x="1985" y="595"/>
                </a:lnTo>
                <a:lnTo>
                  <a:pt x="1985" y="594"/>
                </a:lnTo>
                <a:lnTo>
                  <a:pt x="1980" y="592"/>
                </a:lnTo>
                <a:lnTo>
                  <a:pt x="1980" y="590"/>
                </a:lnTo>
                <a:lnTo>
                  <a:pt x="1979" y="585"/>
                </a:lnTo>
                <a:lnTo>
                  <a:pt x="1979" y="584"/>
                </a:lnTo>
                <a:lnTo>
                  <a:pt x="1978" y="580"/>
                </a:lnTo>
                <a:lnTo>
                  <a:pt x="1967" y="576"/>
                </a:lnTo>
                <a:lnTo>
                  <a:pt x="1961" y="574"/>
                </a:lnTo>
                <a:lnTo>
                  <a:pt x="1946" y="569"/>
                </a:lnTo>
                <a:lnTo>
                  <a:pt x="1945" y="568"/>
                </a:lnTo>
                <a:lnTo>
                  <a:pt x="1936" y="557"/>
                </a:lnTo>
                <a:lnTo>
                  <a:pt x="1928" y="547"/>
                </a:lnTo>
                <a:lnTo>
                  <a:pt x="1927" y="546"/>
                </a:lnTo>
                <a:lnTo>
                  <a:pt x="1925" y="546"/>
                </a:lnTo>
                <a:lnTo>
                  <a:pt x="1918" y="546"/>
                </a:lnTo>
                <a:lnTo>
                  <a:pt x="1917" y="545"/>
                </a:lnTo>
                <a:lnTo>
                  <a:pt x="1917" y="546"/>
                </a:lnTo>
                <a:lnTo>
                  <a:pt x="1916" y="546"/>
                </a:lnTo>
                <a:lnTo>
                  <a:pt x="1916" y="545"/>
                </a:lnTo>
                <a:lnTo>
                  <a:pt x="1915" y="544"/>
                </a:lnTo>
                <a:lnTo>
                  <a:pt x="1914" y="544"/>
                </a:lnTo>
                <a:lnTo>
                  <a:pt x="1913" y="544"/>
                </a:lnTo>
                <a:lnTo>
                  <a:pt x="1912" y="544"/>
                </a:lnTo>
                <a:lnTo>
                  <a:pt x="1911" y="544"/>
                </a:lnTo>
                <a:lnTo>
                  <a:pt x="1910" y="544"/>
                </a:lnTo>
                <a:lnTo>
                  <a:pt x="1909" y="544"/>
                </a:lnTo>
                <a:lnTo>
                  <a:pt x="1909" y="545"/>
                </a:lnTo>
                <a:lnTo>
                  <a:pt x="1908" y="545"/>
                </a:lnTo>
                <a:lnTo>
                  <a:pt x="1907" y="545"/>
                </a:lnTo>
                <a:lnTo>
                  <a:pt x="1906" y="545"/>
                </a:lnTo>
                <a:lnTo>
                  <a:pt x="1905" y="545"/>
                </a:lnTo>
                <a:lnTo>
                  <a:pt x="1905" y="544"/>
                </a:lnTo>
                <a:lnTo>
                  <a:pt x="1904" y="544"/>
                </a:lnTo>
                <a:lnTo>
                  <a:pt x="1904" y="545"/>
                </a:lnTo>
                <a:lnTo>
                  <a:pt x="1903" y="545"/>
                </a:lnTo>
                <a:lnTo>
                  <a:pt x="1902" y="545"/>
                </a:lnTo>
                <a:lnTo>
                  <a:pt x="1902" y="544"/>
                </a:lnTo>
                <a:lnTo>
                  <a:pt x="1901" y="544"/>
                </a:lnTo>
                <a:lnTo>
                  <a:pt x="1901" y="543"/>
                </a:lnTo>
                <a:lnTo>
                  <a:pt x="1901" y="544"/>
                </a:lnTo>
                <a:lnTo>
                  <a:pt x="1900" y="543"/>
                </a:lnTo>
                <a:lnTo>
                  <a:pt x="1899" y="543"/>
                </a:lnTo>
                <a:lnTo>
                  <a:pt x="1898" y="543"/>
                </a:lnTo>
                <a:lnTo>
                  <a:pt x="1898" y="542"/>
                </a:lnTo>
                <a:lnTo>
                  <a:pt x="1898" y="541"/>
                </a:lnTo>
                <a:lnTo>
                  <a:pt x="1897" y="541"/>
                </a:lnTo>
                <a:lnTo>
                  <a:pt x="1896" y="541"/>
                </a:lnTo>
                <a:lnTo>
                  <a:pt x="1895" y="541"/>
                </a:lnTo>
                <a:lnTo>
                  <a:pt x="1894" y="541"/>
                </a:lnTo>
                <a:lnTo>
                  <a:pt x="1893" y="541"/>
                </a:lnTo>
                <a:lnTo>
                  <a:pt x="1893" y="540"/>
                </a:lnTo>
                <a:lnTo>
                  <a:pt x="1892" y="540"/>
                </a:lnTo>
                <a:lnTo>
                  <a:pt x="1892" y="541"/>
                </a:lnTo>
                <a:lnTo>
                  <a:pt x="1891" y="541"/>
                </a:lnTo>
                <a:lnTo>
                  <a:pt x="1890" y="542"/>
                </a:lnTo>
                <a:lnTo>
                  <a:pt x="1889" y="542"/>
                </a:lnTo>
                <a:lnTo>
                  <a:pt x="1888" y="542"/>
                </a:lnTo>
                <a:lnTo>
                  <a:pt x="1888" y="541"/>
                </a:lnTo>
                <a:lnTo>
                  <a:pt x="1887" y="541"/>
                </a:lnTo>
                <a:lnTo>
                  <a:pt x="1886" y="541"/>
                </a:lnTo>
                <a:lnTo>
                  <a:pt x="1886" y="542"/>
                </a:lnTo>
                <a:lnTo>
                  <a:pt x="1885" y="542"/>
                </a:lnTo>
                <a:lnTo>
                  <a:pt x="1884" y="543"/>
                </a:lnTo>
                <a:lnTo>
                  <a:pt x="1884" y="542"/>
                </a:lnTo>
                <a:lnTo>
                  <a:pt x="1884" y="543"/>
                </a:lnTo>
                <a:lnTo>
                  <a:pt x="1883" y="543"/>
                </a:lnTo>
                <a:lnTo>
                  <a:pt x="1882" y="543"/>
                </a:lnTo>
                <a:lnTo>
                  <a:pt x="1881" y="543"/>
                </a:lnTo>
                <a:lnTo>
                  <a:pt x="1881" y="544"/>
                </a:lnTo>
                <a:lnTo>
                  <a:pt x="1880" y="544"/>
                </a:lnTo>
                <a:lnTo>
                  <a:pt x="1879" y="544"/>
                </a:lnTo>
                <a:lnTo>
                  <a:pt x="1878" y="544"/>
                </a:lnTo>
                <a:lnTo>
                  <a:pt x="1877" y="544"/>
                </a:lnTo>
                <a:lnTo>
                  <a:pt x="1876" y="544"/>
                </a:lnTo>
                <a:lnTo>
                  <a:pt x="1875" y="544"/>
                </a:lnTo>
                <a:lnTo>
                  <a:pt x="1874" y="544"/>
                </a:lnTo>
                <a:lnTo>
                  <a:pt x="1873" y="544"/>
                </a:lnTo>
                <a:lnTo>
                  <a:pt x="1872" y="544"/>
                </a:lnTo>
                <a:lnTo>
                  <a:pt x="1871" y="544"/>
                </a:lnTo>
                <a:lnTo>
                  <a:pt x="1870" y="544"/>
                </a:lnTo>
                <a:lnTo>
                  <a:pt x="1870" y="543"/>
                </a:lnTo>
                <a:lnTo>
                  <a:pt x="1869" y="543"/>
                </a:lnTo>
                <a:lnTo>
                  <a:pt x="1868" y="543"/>
                </a:lnTo>
                <a:lnTo>
                  <a:pt x="1867" y="543"/>
                </a:lnTo>
                <a:lnTo>
                  <a:pt x="1860" y="544"/>
                </a:lnTo>
                <a:lnTo>
                  <a:pt x="1859" y="544"/>
                </a:lnTo>
                <a:lnTo>
                  <a:pt x="1858" y="545"/>
                </a:lnTo>
                <a:lnTo>
                  <a:pt x="1834" y="568"/>
                </a:lnTo>
                <a:lnTo>
                  <a:pt x="1834" y="569"/>
                </a:lnTo>
                <a:lnTo>
                  <a:pt x="1833" y="570"/>
                </a:lnTo>
                <a:lnTo>
                  <a:pt x="1831" y="570"/>
                </a:lnTo>
                <a:lnTo>
                  <a:pt x="1830" y="571"/>
                </a:lnTo>
                <a:lnTo>
                  <a:pt x="1821" y="582"/>
                </a:lnTo>
                <a:lnTo>
                  <a:pt x="1795" y="564"/>
                </a:lnTo>
                <a:lnTo>
                  <a:pt x="1787" y="561"/>
                </a:lnTo>
                <a:lnTo>
                  <a:pt x="1775" y="556"/>
                </a:lnTo>
                <a:lnTo>
                  <a:pt x="1768" y="556"/>
                </a:lnTo>
                <a:lnTo>
                  <a:pt x="1757" y="557"/>
                </a:lnTo>
                <a:lnTo>
                  <a:pt x="1737" y="562"/>
                </a:lnTo>
                <a:lnTo>
                  <a:pt x="1720" y="558"/>
                </a:lnTo>
                <a:lnTo>
                  <a:pt x="1707" y="564"/>
                </a:lnTo>
                <a:lnTo>
                  <a:pt x="1693" y="577"/>
                </a:lnTo>
                <a:lnTo>
                  <a:pt x="1691" y="578"/>
                </a:lnTo>
                <a:lnTo>
                  <a:pt x="1658" y="553"/>
                </a:lnTo>
                <a:lnTo>
                  <a:pt x="1658" y="549"/>
                </a:lnTo>
                <a:lnTo>
                  <a:pt x="1657" y="545"/>
                </a:lnTo>
                <a:lnTo>
                  <a:pt x="1656" y="540"/>
                </a:lnTo>
                <a:lnTo>
                  <a:pt x="1655" y="535"/>
                </a:lnTo>
                <a:lnTo>
                  <a:pt x="1654" y="535"/>
                </a:lnTo>
                <a:lnTo>
                  <a:pt x="1654" y="534"/>
                </a:lnTo>
                <a:lnTo>
                  <a:pt x="1655" y="534"/>
                </a:lnTo>
                <a:lnTo>
                  <a:pt x="1655" y="533"/>
                </a:lnTo>
                <a:lnTo>
                  <a:pt x="1656" y="532"/>
                </a:lnTo>
                <a:lnTo>
                  <a:pt x="1656" y="531"/>
                </a:lnTo>
                <a:lnTo>
                  <a:pt x="1655" y="531"/>
                </a:lnTo>
                <a:lnTo>
                  <a:pt x="1654" y="531"/>
                </a:lnTo>
                <a:lnTo>
                  <a:pt x="1655" y="530"/>
                </a:lnTo>
                <a:lnTo>
                  <a:pt x="1680" y="519"/>
                </a:lnTo>
                <a:lnTo>
                  <a:pt x="1678" y="492"/>
                </a:lnTo>
                <a:lnTo>
                  <a:pt x="1703" y="462"/>
                </a:lnTo>
                <a:lnTo>
                  <a:pt x="1703" y="461"/>
                </a:lnTo>
                <a:lnTo>
                  <a:pt x="1700" y="456"/>
                </a:lnTo>
                <a:lnTo>
                  <a:pt x="1761" y="356"/>
                </a:lnTo>
                <a:lnTo>
                  <a:pt x="1776" y="364"/>
                </a:lnTo>
                <a:lnTo>
                  <a:pt x="1792" y="372"/>
                </a:lnTo>
                <a:lnTo>
                  <a:pt x="1798" y="374"/>
                </a:lnTo>
                <a:lnTo>
                  <a:pt x="1812" y="378"/>
                </a:lnTo>
                <a:lnTo>
                  <a:pt x="1830" y="379"/>
                </a:lnTo>
                <a:lnTo>
                  <a:pt x="1844" y="384"/>
                </a:lnTo>
                <a:lnTo>
                  <a:pt x="1859" y="390"/>
                </a:lnTo>
                <a:lnTo>
                  <a:pt x="1860" y="390"/>
                </a:lnTo>
                <a:lnTo>
                  <a:pt x="1860" y="389"/>
                </a:lnTo>
                <a:lnTo>
                  <a:pt x="1860" y="388"/>
                </a:lnTo>
                <a:lnTo>
                  <a:pt x="1861" y="388"/>
                </a:lnTo>
                <a:lnTo>
                  <a:pt x="1862" y="387"/>
                </a:lnTo>
                <a:lnTo>
                  <a:pt x="1863" y="387"/>
                </a:lnTo>
                <a:lnTo>
                  <a:pt x="1863" y="386"/>
                </a:lnTo>
                <a:lnTo>
                  <a:pt x="1863" y="385"/>
                </a:lnTo>
                <a:lnTo>
                  <a:pt x="1864" y="385"/>
                </a:lnTo>
                <a:lnTo>
                  <a:pt x="1864" y="384"/>
                </a:lnTo>
                <a:lnTo>
                  <a:pt x="1865" y="384"/>
                </a:lnTo>
                <a:lnTo>
                  <a:pt x="1864" y="384"/>
                </a:lnTo>
                <a:lnTo>
                  <a:pt x="1864" y="383"/>
                </a:lnTo>
                <a:lnTo>
                  <a:pt x="1865" y="383"/>
                </a:lnTo>
                <a:lnTo>
                  <a:pt x="1865" y="382"/>
                </a:lnTo>
                <a:lnTo>
                  <a:pt x="1866" y="382"/>
                </a:lnTo>
                <a:lnTo>
                  <a:pt x="1867" y="382"/>
                </a:lnTo>
                <a:lnTo>
                  <a:pt x="1868" y="382"/>
                </a:lnTo>
                <a:lnTo>
                  <a:pt x="1869" y="382"/>
                </a:lnTo>
                <a:lnTo>
                  <a:pt x="1870" y="382"/>
                </a:lnTo>
                <a:lnTo>
                  <a:pt x="1871" y="382"/>
                </a:lnTo>
                <a:lnTo>
                  <a:pt x="1872" y="382"/>
                </a:lnTo>
                <a:lnTo>
                  <a:pt x="1872" y="381"/>
                </a:lnTo>
                <a:lnTo>
                  <a:pt x="1873" y="381"/>
                </a:lnTo>
                <a:lnTo>
                  <a:pt x="1873" y="380"/>
                </a:lnTo>
                <a:lnTo>
                  <a:pt x="1873" y="381"/>
                </a:lnTo>
                <a:lnTo>
                  <a:pt x="1874" y="381"/>
                </a:lnTo>
                <a:lnTo>
                  <a:pt x="1874" y="380"/>
                </a:lnTo>
                <a:lnTo>
                  <a:pt x="1875" y="380"/>
                </a:lnTo>
                <a:lnTo>
                  <a:pt x="1875" y="379"/>
                </a:lnTo>
                <a:lnTo>
                  <a:pt x="1876" y="379"/>
                </a:lnTo>
                <a:lnTo>
                  <a:pt x="1876" y="380"/>
                </a:lnTo>
                <a:lnTo>
                  <a:pt x="1877" y="380"/>
                </a:lnTo>
                <a:lnTo>
                  <a:pt x="1876" y="380"/>
                </a:lnTo>
                <a:lnTo>
                  <a:pt x="1877" y="380"/>
                </a:lnTo>
                <a:lnTo>
                  <a:pt x="1878" y="380"/>
                </a:lnTo>
                <a:lnTo>
                  <a:pt x="1879" y="380"/>
                </a:lnTo>
                <a:lnTo>
                  <a:pt x="1880" y="380"/>
                </a:lnTo>
                <a:lnTo>
                  <a:pt x="1881" y="381"/>
                </a:lnTo>
                <a:lnTo>
                  <a:pt x="1882" y="381"/>
                </a:lnTo>
                <a:lnTo>
                  <a:pt x="1882" y="380"/>
                </a:lnTo>
                <a:lnTo>
                  <a:pt x="1884" y="380"/>
                </a:lnTo>
                <a:lnTo>
                  <a:pt x="1884" y="379"/>
                </a:lnTo>
                <a:lnTo>
                  <a:pt x="1885" y="379"/>
                </a:lnTo>
                <a:lnTo>
                  <a:pt x="1885" y="378"/>
                </a:lnTo>
                <a:lnTo>
                  <a:pt x="1886" y="378"/>
                </a:lnTo>
                <a:lnTo>
                  <a:pt x="1886" y="377"/>
                </a:lnTo>
                <a:lnTo>
                  <a:pt x="1886" y="376"/>
                </a:lnTo>
                <a:lnTo>
                  <a:pt x="1887" y="376"/>
                </a:lnTo>
                <a:lnTo>
                  <a:pt x="1887" y="375"/>
                </a:lnTo>
                <a:lnTo>
                  <a:pt x="1887" y="374"/>
                </a:lnTo>
                <a:lnTo>
                  <a:pt x="1888" y="374"/>
                </a:lnTo>
                <a:lnTo>
                  <a:pt x="1889" y="375"/>
                </a:lnTo>
                <a:lnTo>
                  <a:pt x="1890" y="376"/>
                </a:lnTo>
                <a:lnTo>
                  <a:pt x="1892" y="376"/>
                </a:lnTo>
                <a:lnTo>
                  <a:pt x="1892" y="375"/>
                </a:lnTo>
                <a:lnTo>
                  <a:pt x="1892" y="374"/>
                </a:lnTo>
                <a:lnTo>
                  <a:pt x="1893" y="374"/>
                </a:lnTo>
                <a:lnTo>
                  <a:pt x="1893" y="373"/>
                </a:lnTo>
                <a:lnTo>
                  <a:pt x="1892" y="373"/>
                </a:lnTo>
                <a:lnTo>
                  <a:pt x="1893" y="373"/>
                </a:lnTo>
                <a:lnTo>
                  <a:pt x="1894" y="373"/>
                </a:lnTo>
                <a:lnTo>
                  <a:pt x="1893" y="373"/>
                </a:lnTo>
                <a:lnTo>
                  <a:pt x="1893" y="374"/>
                </a:lnTo>
                <a:lnTo>
                  <a:pt x="1894" y="374"/>
                </a:lnTo>
                <a:lnTo>
                  <a:pt x="1894" y="373"/>
                </a:lnTo>
                <a:lnTo>
                  <a:pt x="1895" y="373"/>
                </a:lnTo>
                <a:lnTo>
                  <a:pt x="1896" y="372"/>
                </a:lnTo>
                <a:lnTo>
                  <a:pt x="1895" y="372"/>
                </a:lnTo>
                <a:lnTo>
                  <a:pt x="1896" y="372"/>
                </a:lnTo>
                <a:lnTo>
                  <a:pt x="1896" y="371"/>
                </a:lnTo>
                <a:lnTo>
                  <a:pt x="1896" y="370"/>
                </a:lnTo>
                <a:lnTo>
                  <a:pt x="1895" y="370"/>
                </a:lnTo>
                <a:lnTo>
                  <a:pt x="1896" y="370"/>
                </a:lnTo>
                <a:lnTo>
                  <a:pt x="1897" y="370"/>
                </a:lnTo>
                <a:lnTo>
                  <a:pt x="1897" y="369"/>
                </a:lnTo>
                <a:lnTo>
                  <a:pt x="1898" y="369"/>
                </a:lnTo>
                <a:lnTo>
                  <a:pt x="1898" y="368"/>
                </a:lnTo>
                <a:lnTo>
                  <a:pt x="1899" y="368"/>
                </a:lnTo>
                <a:lnTo>
                  <a:pt x="1899" y="367"/>
                </a:lnTo>
                <a:lnTo>
                  <a:pt x="1900" y="367"/>
                </a:lnTo>
                <a:lnTo>
                  <a:pt x="1902" y="367"/>
                </a:lnTo>
                <a:lnTo>
                  <a:pt x="1903" y="367"/>
                </a:lnTo>
                <a:lnTo>
                  <a:pt x="1903" y="366"/>
                </a:lnTo>
                <a:lnTo>
                  <a:pt x="1904" y="366"/>
                </a:lnTo>
                <a:lnTo>
                  <a:pt x="1904" y="365"/>
                </a:lnTo>
                <a:lnTo>
                  <a:pt x="1905" y="365"/>
                </a:lnTo>
                <a:lnTo>
                  <a:pt x="1905" y="364"/>
                </a:lnTo>
                <a:lnTo>
                  <a:pt x="1904" y="364"/>
                </a:lnTo>
                <a:lnTo>
                  <a:pt x="1905" y="364"/>
                </a:lnTo>
                <a:lnTo>
                  <a:pt x="1906" y="364"/>
                </a:lnTo>
                <a:lnTo>
                  <a:pt x="1906" y="365"/>
                </a:lnTo>
                <a:lnTo>
                  <a:pt x="1907" y="365"/>
                </a:lnTo>
                <a:lnTo>
                  <a:pt x="1907" y="364"/>
                </a:lnTo>
                <a:lnTo>
                  <a:pt x="1908" y="364"/>
                </a:lnTo>
                <a:lnTo>
                  <a:pt x="1908" y="363"/>
                </a:lnTo>
                <a:lnTo>
                  <a:pt x="1909" y="364"/>
                </a:lnTo>
                <a:lnTo>
                  <a:pt x="1909" y="363"/>
                </a:lnTo>
                <a:lnTo>
                  <a:pt x="1910" y="363"/>
                </a:lnTo>
                <a:lnTo>
                  <a:pt x="1911" y="363"/>
                </a:lnTo>
                <a:lnTo>
                  <a:pt x="1911" y="362"/>
                </a:lnTo>
                <a:lnTo>
                  <a:pt x="1911" y="361"/>
                </a:lnTo>
                <a:lnTo>
                  <a:pt x="1912" y="361"/>
                </a:lnTo>
                <a:lnTo>
                  <a:pt x="1913" y="361"/>
                </a:lnTo>
                <a:lnTo>
                  <a:pt x="1912" y="360"/>
                </a:lnTo>
                <a:lnTo>
                  <a:pt x="1912" y="359"/>
                </a:lnTo>
                <a:lnTo>
                  <a:pt x="1911" y="359"/>
                </a:lnTo>
                <a:lnTo>
                  <a:pt x="1911" y="358"/>
                </a:lnTo>
                <a:lnTo>
                  <a:pt x="1912" y="358"/>
                </a:lnTo>
                <a:lnTo>
                  <a:pt x="1913" y="358"/>
                </a:lnTo>
                <a:lnTo>
                  <a:pt x="1914" y="359"/>
                </a:lnTo>
                <a:lnTo>
                  <a:pt x="1915" y="359"/>
                </a:lnTo>
                <a:lnTo>
                  <a:pt x="1916" y="359"/>
                </a:lnTo>
                <a:lnTo>
                  <a:pt x="1916" y="358"/>
                </a:lnTo>
                <a:lnTo>
                  <a:pt x="1915" y="358"/>
                </a:lnTo>
                <a:lnTo>
                  <a:pt x="1916" y="358"/>
                </a:lnTo>
                <a:lnTo>
                  <a:pt x="1918" y="358"/>
                </a:lnTo>
                <a:lnTo>
                  <a:pt x="1918" y="357"/>
                </a:lnTo>
                <a:lnTo>
                  <a:pt x="1918" y="358"/>
                </a:lnTo>
                <a:lnTo>
                  <a:pt x="1919" y="358"/>
                </a:lnTo>
                <a:lnTo>
                  <a:pt x="1919" y="359"/>
                </a:lnTo>
                <a:lnTo>
                  <a:pt x="1919" y="358"/>
                </a:lnTo>
                <a:lnTo>
                  <a:pt x="1920" y="358"/>
                </a:lnTo>
                <a:lnTo>
                  <a:pt x="1919" y="357"/>
                </a:lnTo>
                <a:lnTo>
                  <a:pt x="1920" y="357"/>
                </a:lnTo>
                <a:lnTo>
                  <a:pt x="1921" y="357"/>
                </a:lnTo>
                <a:lnTo>
                  <a:pt x="1921" y="356"/>
                </a:lnTo>
                <a:lnTo>
                  <a:pt x="1920" y="356"/>
                </a:lnTo>
                <a:lnTo>
                  <a:pt x="1920" y="355"/>
                </a:lnTo>
                <a:lnTo>
                  <a:pt x="1921" y="355"/>
                </a:lnTo>
                <a:lnTo>
                  <a:pt x="1920" y="355"/>
                </a:lnTo>
                <a:lnTo>
                  <a:pt x="1920" y="354"/>
                </a:lnTo>
                <a:lnTo>
                  <a:pt x="1921" y="354"/>
                </a:lnTo>
                <a:lnTo>
                  <a:pt x="1921" y="353"/>
                </a:lnTo>
                <a:lnTo>
                  <a:pt x="1922" y="353"/>
                </a:lnTo>
                <a:lnTo>
                  <a:pt x="1923" y="353"/>
                </a:lnTo>
                <a:lnTo>
                  <a:pt x="1924" y="353"/>
                </a:lnTo>
                <a:lnTo>
                  <a:pt x="1924" y="352"/>
                </a:lnTo>
                <a:lnTo>
                  <a:pt x="1924" y="351"/>
                </a:lnTo>
                <a:lnTo>
                  <a:pt x="1925" y="351"/>
                </a:lnTo>
                <a:lnTo>
                  <a:pt x="1926" y="351"/>
                </a:lnTo>
                <a:lnTo>
                  <a:pt x="1926" y="350"/>
                </a:lnTo>
                <a:lnTo>
                  <a:pt x="1927" y="350"/>
                </a:lnTo>
                <a:lnTo>
                  <a:pt x="1927" y="351"/>
                </a:lnTo>
                <a:lnTo>
                  <a:pt x="1927" y="350"/>
                </a:lnTo>
                <a:lnTo>
                  <a:pt x="1926" y="350"/>
                </a:lnTo>
                <a:lnTo>
                  <a:pt x="1927" y="350"/>
                </a:lnTo>
                <a:lnTo>
                  <a:pt x="1928" y="350"/>
                </a:lnTo>
                <a:lnTo>
                  <a:pt x="1928" y="349"/>
                </a:lnTo>
                <a:lnTo>
                  <a:pt x="1927" y="349"/>
                </a:lnTo>
                <a:lnTo>
                  <a:pt x="1927" y="348"/>
                </a:lnTo>
                <a:lnTo>
                  <a:pt x="1928" y="348"/>
                </a:lnTo>
                <a:lnTo>
                  <a:pt x="1929" y="348"/>
                </a:lnTo>
                <a:lnTo>
                  <a:pt x="1930" y="348"/>
                </a:lnTo>
                <a:lnTo>
                  <a:pt x="1931" y="348"/>
                </a:lnTo>
                <a:lnTo>
                  <a:pt x="1932" y="348"/>
                </a:lnTo>
                <a:lnTo>
                  <a:pt x="1931" y="348"/>
                </a:lnTo>
                <a:lnTo>
                  <a:pt x="1931" y="347"/>
                </a:lnTo>
                <a:lnTo>
                  <a:pt x="1932" y="347"/>
                </a:lnTo>
                <a:lnTo>
                  <a:pt x="1933" y="347"/>
                </a:lnTo>
                <a:lnTo>
                  <a:pt x="1932" y="347"/>
                </a:lnTo>
                <a:lnTo>
                  <a:pt x="1932" y="346"/>
                </a:lnTo>
                <a:lnTo>
                  <a:pt x="1933" y="346"/>
                </a:lnTo>
                <a:lnTo>
                  <a:pt x="1933" y="347"/>
                </a:lnTo>
                <a:lnTo>
                  <a:pt x="1934" y="347"/>
                </a:lnTo>
                <a:lnTo>
                  <a:pt x="1935" y="347"/>
                </a:lnTo>
                <a:lnTo>
                  <a:pt x="1935" y="346"/>
                </a:lnTo>
                <a:lnTo>
                  <a:pt x="1936" y="346"/>
                </a:lnTo>
                <a:lnTo>
                  <a:pt x="1937" y="346"/>
                </a:lnTo>
                <a:lnTo>
                  <a:pt x="1938" y="346"/>
                </a:lnTo>
                <a:lnTo>
                  <a:pt x="1938" y="345"/>
                </a:lnTo>
                <a:lnTo>
                  <a:pt x="1939" y="345"/>
                </a:lnTo>
                <a:lnTo>
                  <a:pt x="1939" y="346"/>
                </a:lnTo>
                <a:lnTo>
                  <a:pt x="1940" y="346"/>
                </a:lnTo>
                <a:lnTo>
                  <a:pt x="1941" y="346"/>
                </a:lnTo>
                <a:lnTo>
                  <a:pt x="1942" y="346"/>
                </a:lnTo>
                <a:lnTo>
                  <a:pt x="1943" y="346"/>
                </a:lnTo>
                <a:lnTo>
                  <a:pt x="1944" y="346"/>
                </a:lnTo>
                <a:lnTo>
                  <a:pt x="1944" y="345"/>
                </a:lnTo>
                <a:lnTo>
                  <a:pt x="1945" y="345"/>
                </a:lnTo>
                <a:lnTo>
                  <a:pt x="1946" y="345"/>
                </a:lnTo>
                <a:lnTo>
                  <a:pt x="1947" y="345"/>
                </a:lnTo>
                <a:lnTo>
                  <a:pt x="1948" y="345"/>
                </a:lnTo>
                <a:lnTo>
                  <a:pt x="1947" y="345"/>
                </a:lnTo>
                <a:lnTo>
                  <a:pt x="1948" y="345"/>
                </a:lnTo>
                <a:lnTo>
                  <a:pt x="1949" y="345"/>
                </a:lnTo>
                <a:lnTo>
                  <a:pt x="1949" y="344"/>
                </a:lnTo>
                <a:lnTo>
                  <a:pt x="1950" y="344"/>
                </a:lnTo>
                <a:lnTo>
                  <a:pt x="1951" y="345"/>
                </a:lnTo>
                <a:lnTo>
                  <a:pt x="1952" y="345"/>
                </a:lnTo>
                <a:lnTo>
                  <a:pt x="1952" y="344"/>
                </a:lnTo>
                <a:lnTo>
                  <a:pt x="1953" y="344"/>
                </a:lnTo>
                <a:lnTo>
                  <a:pt x="1954" y="344"/>
                </a:lnTo>
                <a:lnTo>
                  <a:pt x="1955" y="344"/>
                </a:lnTo>
                <a:lnTo>
                  <a:pt x="1955" y="343"/>
                </a:lnTo>
                <a:lnTo>
                  <a:pt x="1956" y="343"/>
                </a:lnTo>
                <a:lnTo>
                  <a:pt x="1955" y="343"/>
                </a:lnTo>
                <a:lnTo>
                  <a:pt x="1956" y="343"/>
                </a:lnTo>
                <a:lnTo>
                  <a:pt x="1957" y="343"/>
                </a:lnTo>
                <a:lnTo>
                  <a:pt x="1956" y="343"/>
                </a:lnTo>
                <a:lnTo>
                  <a:pt x="1957" y="343"/>
                </a:lnTo>
                <a:lnTo>
                  <a:pt x="1958" y="343"/>
                </a:lnTo>
                <a:lnTo>
                  <a:pt x="1959" y="343"/>
                </a:lnTo>
                <a:lnTo>
                  <a:pt x="1959" y="342"/>
                </a:lnTo>
                <a:lnTo>
                  <a:pt x="1960" y="342"/>
                </a:lnTo>
                <a:lnTo>
                  <a:pt x="1961" y="342"/>
                </a:lnTo>
                <a:lnTo>
                  <a:pt x="1962" y="342"/>
                </a:lnTo>
                <a:lnTo>
                  <a:pt x="1963" y="342"/>
                </a:lnTo>
                <a:lnTo>
                  <a:pt x="1965" y="342"/>
                </a:lnTo>
                <a:lnTo>
                  <a:pt x="1964" y="342"/>
                </a:lnTo>
                <a:lnTo>
                  <a:pt x="1964" y="343"/>
                </a:lnTo>
                <a:lnTo>
                  <a:pt x="1965" y="343"/>
                </a:lnTo>
                <a:lnTo>
                  <a:pt x="1965" y="342"/>
                </a:lnTo>
                <a:lnTo>
                  <a:pt x="1966" y="342"/>
                </a:lnTo>
                <a:lnTo>
                  <a:pt x="1966" y="343"/>
                </a:lnTo>
                <a:lnTo>
                  <a:pt x="1967" y="343"/>
                </a:lnTo>
                <a:lnTo>
                  <a:pt x="1969" y="343"/>
                </a:lnTo>
                <a:lnTo>
                  <a:pt x="1969" y="342"/>
                </a:lnTo>
                <a:lnTo>
                  <a:pt x="1971" y="342"/>
                </a:lnTo>
                <a:lnTo>
                  <a:pt x="1971" y="343"/>
                </a:lnTo>
                <a:lnTo>
                  <a:pt x="1972" y="343"/>
                </a:lnTo>
                <a:lnTo>
                  <a:pt x="1972" y="342"/>
                </a:lnTo>
                <a:lnTo>
                  <a:pt x="1973" y="342"/>
                </a:lnTo>
                <a:lnTo>
                  <a:pt x="1974" y="342"/>
                </a:lnTo>
                <a:lnTo>
                  <a:pt x="1975" y="342"/>
                </a:lnTo>
                <a:lnTo>
                  <a:pt x="1976" y="341"/>
                </a:lnTo>
                <a:lnTo>
                  <a:pt x="1977" y="341"/>
                </a:lnTo>
                <a:lnTo>
                  <a:pt x="1978" y="340"/>
                </a:lnTo>
                <a:lnTo>
                  <a:pt x="1978" y="339"/>
                </a:lnTo>
                <a:lnTo>
                  <a:pt x="1978" y="338"/>
                </a:lnTo>
                <a:lnTo>
                  <a:pt x="1980" y="338"/>
                </a:lnTo>
                <a:lnTo>
                  <a:pt x="1979" y="338"/>
                </a:lnTo>
                <a:lnTo>
                  <a:pt x="1980" y="338"/>
                </a:lnTo>
                <a:lnTo>
                  <a:pt x="1980" y="337"/>
                </a:lnTo>
                <a:lnTo>
                  <a:pt x="1980" y="338"/>
                </a:lnTo>
                <a:lnTo>
                  <a:pt x="1981" y="338"/>
                </a:lnTo>
                <a:lnTo>
                  <a:pt x="1981" y="337"/>
                </a:lnTo>
                <a:lnTo>
                  <a:pt x="1982" y="337"/>
                </a:lnTo>
                <a:lnTo>
                  <a:pt x="1982" y="336"/>
                </a:lnTo>
                <a:lnTo>
                  <a:pt x="1983" y="335"/>
                </a:lnTo>
                <a:lnTo>
                  <a:pt x="1983" y="334"/>
                </a:lnTo>
                <a:lnTo>
                  <a:pt x="1984" y="334"/>
                </a:lnTo>
                <a:lnTo>
                  <a:pt x="1983" y="333"/>
                </a:lnTo>
                <a:lnTo>
                  <a:pt x="1984" y="333"/>
                </a:lnTo>
                <a:lnTo>
                  <a:pt x="1984" y="332"/>
                </a:lnTo>
                <a:lnTo>
                  <a:pt x="1983" y="332"/>
                </a:lnTo>
                <a:lnTo>
                  <a:pt x="1984" y="332"/>
                </a:lnTo>
                <a:lnTo>
                  <a:pt x="1985" y="332"/>
                </a:lnTo>
                <a:lnTo>
                  <a:pt x="1986" y="333"/>
                </a:lnTo>
                <a:lnTo>
                  <a:pt x="1987" y="333"/>
                </a:lnTo>
                <a:lnTo>
                  <a:pt x="1988" y="333"/>
                </a:lnTo>
                <a:lnTo>
                  <a:pt x="1988" y="332"/>
                </a:lnTo>
                <a:lnTo>
                  <a:pt x="1989" y="332"/>
                </a:lnTo>
                <a:lnTo>
                  <a:pt x="1989" y="331"/>
                </a:lnTo>
                <a:lnTo>
                  <a:pt x="1990" y="331"/>
                </a:lnTo>
                <a:lnTo>
                  <a:pt x="1990" y="330"/>
                </a:lnTo>
                <a:lnTo>
                  <a:pt x="1991" y="330"/>
                </a:lnTo>
                <a:lnTo>
                  <a:pt x="1991" y="329"/>
                </a:lnTo>
                <a:lnTo>
                  <a:pt x="1992" y="329"/>
                </a:lnTo>
                <a:lnTo>
                  <a:pt x="1992" y="330"/>
                </a:lnTo>
                <a:lnTo>
                  <a:pt x="1993" y="330"/>
                </a:lnTo>
                <a:lnTo>
                  <a:pt x="1993" y="329"/>
                </a:lnTo>
                <a:lnTo>
                  <a:pt x="1993" y="328"/>
                </a:lnTo>
                <a:lnTo>
                  <a:pt x="1993" y="327"/>
                </a:lnTo>
                <a:lnTo>
                  <a:pt x="1994" y="327"/>
                </a:lnTo>
                <a:lnTo>
                  <a:pt x="1995" y="326"/>
                </a:lnTo>
                <a:lnTo>
                  <a:pt x="1995" y="325"/>
                </a:lnTo>
                <a:lnTo>
                  <a:pt x="1995" y="324"/>
                </a:lnTo>
                <a:lnTo>
                  <a:pt x="1996" y="324"/>
                </a:lnTo>
                <a:lnTo>
                  <a:pt x="1997" y="324"/>
                </a:lnTo>
                <a:lnTo>
                  <a:pt x="1998" y="324"/>
                </a:lnTo>
                <a:lnTo>
                  <a:pt x="1997" y="324"/>
                </a:lnTo>
                <a:lnTo>
                  <a:pt x="1997" y="323"/>
                </a:lnTo>
                <a:lnTo>
                  <a:pt x="1997" y="322"/>
                </a:lnTo>
                <a:lnTo>
                  <a:pt x="1997" y="321"/>
                </a:lnTo>
                <a:lnTo>
                  <a:pt x="1998" y="321"/>
                </a:lnTo>
                <a:lnTo>
                  <a:pt x="1999" y="321"/>
                </a:lnTo>
                <a:lnTo>
                  <a:pt x="1998" y="320"/>
                </a:lnTo>
                <a:lnTo>
                  <a:pt x="1997" y="319"/>
                </a:lnTo>
                <a:lnTo>
                  <a:pt x="1996" y="319"/>
                </a:lnTo>
                <a:lnTo>
                  <a:pt x="1995" y="319"/>
                </a:lnTo>
                <a:lnTo>
                  <a:pt x="1995" y="318"/>
                </a:lnTo>
                <a:lnTo>
                  <a:pt x="1996" y="318"/>
                </a:lnTo>
                <a:lnTo>
                  <a:pt x="1996" y="317"/>
                </a:lnTo>
                <a:lnTo>
                  <a:pt x="1996" y="316"/>
                </a:lnTo>
                <a:lnTo>
                  <a:pt x="1997" y="316"/>
                </a:lnTo>
                <a:lnTo>
                  <a:pt x="1997" y="315"/>
                </a:lnTo>
                <a:lnTo>
                  <a:pt x="1997" y="314"/>
                </a:lnTo>
                <a:lnTo>
                  <a:pt x="1997" y="315"/>
                </a:lnTo>
                <a:lnTo>
                  <a:pt x="1998" y="315"/>
                </a:lnTo>
                <a:lnTo>
                  <a:pt x="1998" y="314"/>
                </a:lnTo>
                <a:lnTo>
                  <a:pt x="1997" y="314"/>
                </a:lnTo>
                <a:lnTo>
                  <a:pt x="1996" y="314"/>
                </a:lnTo>
                <a:lnTo>
                  <a:pt x="1997" y="314"/>
                </a:lnTo>
                <a:lnTo>
                  <a:pt x="1997" y="313"/>
                </a:lnTo>
                <a:lnTo>
                  <a:pt x="1997" y="312"/>
                </a:lnTo>
                <a:lnTo>
                  <a:pt x="1996" y="313"/>
                </a:lnTo>
                <a:lnTo>
                  <a:pt x="1996" y="312"/>
                </a:lnTo>
                <a:lnTo>
                  <a:pt x="1998" y="312"/>
                </a:lnTo>
                <a:lnTo>
                  <a:pt x="1998" y="311"/>
                </a:lnTo>
                <a:lnTo>
                  <a:pt x="1998" y="310"/>
                </a:lnTo>
                <a:lnTo>
                  <a:pt x="1998" y="309"/>
                </a:lnTo>
                <a:lnTo>
                  <a:pt x="1999" y="309"/>
                </a:lnTo>
                <a:lnTo>
                  <a:pt x="2000" y="309"/>
                </a:lnTo>
                <a:lnTo>
                  <a:pt x="2000" y="308"/>
                </a:lnTo>
                <a:lnTo>
                  <a:pt x="2001" y="308"/>
                </a:lnTo>
                <a:lnTo>
                  <a:pt x="2000" y="308"/>
                </a:lnTo>
                <a:lnTo>
                  <a:pt x="1999" y="308"/>
                </a:lnTo>
                <a:lnTo>
                  <a:pt x="1999" y="307"/>
                </a:lnTo>
                <a:lnTo>
                  <a:pt x="2000" y="307"/>
                </a:lnTo>
                <a:lnTo>
                  <a:pt x="2000" y="306"/>
                </a:lnTo>
                <a:lnTo>
                  <a:pt x="1999" y="306"/>
                </a:lnTo>
                <a:lnTo>
                  <a:pt x="1999" y="305"/>
                </a:lnTo>
                <a:lnTo>
                  <a:pt x="2000" y="305"/>
                </a:lnTo>
                <a:lnTo>
                  <a:pt x="1999" y="305"/>
                </a:lnTo>
                <a:lnTo>
                  <a:pt x="1999" y="304"/>
                </a:lnTo>
                <a:lnTo>
                  <a:pt x="1998" y="304"/>
                </a:lnTo>
                <a:lnTo>
                  <a:pt x="1997" y="304"/>
                </a:lnTo>
                <a:lnTo>
                  <a:pt x="1996" y="304"/>
                </a:lnTo>
                <a:lnTo>
                  <a:pt x="1996" y="305"/>
                </a:lnTo>
                <a:lnTo>
                  <a:pt x="1995" y="305"/>
                </a:lnTo>
                <a:lnTo>
                  <a:pt x="1995" y="304"/>
                </a:lnTo>
                <a:lnTo>
                  <a:pt x="1994" y="304"/>
                </a:lnTo>
                <a:lnTo>
                  <a:pt x="1994" y="305"/>
                </a:lnTo>
                <a:lnTo>
                  <a:pt x="1993" y="304"/>
                </a:lnTo>
                <a:lnTo>
                  <a:pt x="1992" y="304"/>
                </a:lnTo>
                <a:lnTo>
                  <a:pt x="1992" y="303"/>
                </a:lnTo>
                <a:lnTo>
                  <a:pt x="1991" y="303"/>
                </a:lnTo>
                <a:lnTo>
                  <a:pt x="1991" y="304"/>
                </a:lnTo>
                <a:lnTo>
                  <a:pt x="1991" y="305"/>
                </a:lnTo>
                <a:lnTo>
                  <a:pt x="1990" y="305"/>
                </a:lnTo>
                <a:lnTo>
                  <a:pt x="1990" y="306"/>
                </a:lnTo>
                <a:lnTo>
                  <a:pt x="1989" y="306"/>
                </a:lnTo>
                <a:lnTo>
                  <a:pt x="1988" y="305"/>
                </a:lnTo>
                <a:lnTo>
                  <a:pt x="1988" y="304"/>
                </a:lnTo>
                <a:lnTo>
                  <a:pt x="1988" y="303"/>
                </a:lnTo>
                <a:lnTo>
                  <a:pt x="1987" y="303"/>
                </a:lnTo>
                <a:lnTo>
                  <a:pt x="1986" y="304"/>
                </a:lnTo>
                <a:lnTo>
                  <a:pt x="1985" y="304"/>
                </a:lnTo>
                <a:lnTo>
                  <a:pt x="1984" y="305"/>
                </a:lnTo>
                <a:lnTo>
                  <a:pt x="1983" y="305"/>
                </a:lnTo>
                <a:lnTo>
                  <a:pt x="1983" y="304"/>
                </a:lnTo>
                <a:lnTo>
                  <a:pt x="1984" y="304"/>
                </a:lnTo>
                <a:lnTo>
                  <a:pt x="1983" y="304"/>
                </a:lnTo>
                <a:lnTo>
                  <a:pt x="1982" y="304"/>
                </a:lnTo>
                <a:lnTo>
                  <a:pt x="1981" y="304"/>
                </a:lnTo>
                <a:lnTo>
                  <a:pt x="1981" y="303"/>
                </a:lnTo>
                <a:lnTo>
                  <a:pt x="1982" y="303"/>
                </a:lnTo>
                <a:lnTo>
                  <a:pt x="1982" y="302"/>
                </a:lnTo>
                <a:lnTo>
                  <a:pt x="1981" y="302"/>
                </a:lnTo>
                <a:lnTo>
                  <a:pt x="1980" y="302"/>
                </a:lnTo>
                <a:lnTo>
                  <a:pt x="1980" y="301"/>
                </a:lnTo>
                <a:lnTo>
                  <a:pt x="1979" y="301"/>
                </a:lnTo>
                <a:lnTo>
                  <a:pt x="1979" y="302"/>
                </a:lnTo>
                <a:lnTo>
                  <a:pt x="1978" y="302"/>
                </a:lnTo>
                <a:lnTo>
                  <a:pt x="1978" y="301"/>
                </a:lnTo>
                <a:lnTo>
                  <a:pt x="1979" y="300"/>
                </a:lnTo>
                <a:lnTo>
                  <a:pt x="1979" y="299"/>
                </a:lnTo>
                <a:lnTo>
                  <a:pt x="1980" y="299"/>
                </a:lnTo>
                <a:lnTo>
                  <a:pt x="1981" y="299"/>
                </a:lnTo>
                <a:lnTo>
                  <a:pt x="1981" y="298"/>
                </a:lnTo>
                <a:lnTo>
                  <a:pt x="1982" y="298"/>
                </a:lnTo>
                <a:lnTo>
                  <a:pt x="1983" y="298"/>
                </a:lnTo>
                <a:lnTo>
                  <a:pt x="1984" y="298"/>
                </a:lnTo>
                <a:lnTo>
                  <a:pt x="1985" y="299"/>
                </a:lnTo>
                <a:lnTo>
                  <a:pt x="1986" y="299"/>
                </a:lnTo>
                <a:lnTo>
                  <a:pt x="1986" y="298"/>
                </a:lnTo>
                <a:lnTo>
                  <a:pt x="1986" y="297"/>
                </a:lnTo>
                <a:lnTo>
                  <a:pt x="1987" y="297"/>
                </a:lnTo>
                <a:lnTo>
                  <a:pt x="1987" y="296"/>
                </a:lnTo>
                <a:lnTo>
                  <a:pt x="1987" y="295"/>
                </a:lnTo>
                <a:lnTo>
                  <a:pt x="1988" y="295"/>
                </a:lnTo>
                <a:lnTo>
                  <a:pt x="1988" y="296"/>
                </a:lnTo>
                <a:lnTo>
                  <a:pt x="1989" y="295"/>
                </a:lnTo>
                <a:lnTo>
                  <a:pt x="1989" y="294"/>
                </a:lnTo>
                <a:lnTo>
                  <a:pt x="1988" y="294"/>
                </a:lnTo>
                <a:lnTo>
                  <a:pt x="1988" y="293"/>
                </a:lnTo>
                <a:lnTo>
                  <a:pt x="1989" y="293"/>
                </a:lnTo>
                <a:lnTo>
                  <a:pt x="1990" y="293"/>
                </a:lnTo>
                <a:lnTo>
                  <a:pt x="1990" y="292"/>
                </a:lnTo>
                <a:lnTo>
                  <a:pt x="1990" y="291"/>
                </a:lnTo>
                <a:lnTo>
                  <a:pt x="1990" y="290"/>
                </a:lnTo>
                <a:lnTo>
                  <a:pt x="1989" y="290"/>
                </a:lnTo>
                <a:lnTo>
                  <a:pt x="1988" y="290"/>
                </a:lnTo>
                <a:lnTo>
                  <a:pt x="1988" y="289"/>
                </a:lnTo>
                <a:lnTo>
                  <a:pt x="1989" y="289"/>
                </a:lnTo>
                <a:lnTo>
                  <a:pt x="1990" y="289"/>
                </a:lnTo>
                <a:lnTo>
                  <a:pt x="1990" y="288"/>
                </a:lnTo>
                <a:lnTo>
                  <a:pt x="1991" y="287"/>
                </a:lnTo>
                <a:lnTo>
                  <a:pt x="1990" y="286"/>
                </a:lnTo>
                <a:lnTo>
                  <a:pt x="1991" y="286"/>
                </a:lnTo>
                <a:lnTo>
                  <a:pt x="1991" y="285"/>
                </a:lnTo>
                <a:lnTo>
                  <a:pt x="1992" y="285"/>
                </a:lnTo>
                <a:lnTo>
                  <a:pt x="1992" y="284"/>
                </a:lnTo>
                <a:lnTo>
                  <a:pt x="1991" y="284"/>
                </a:lnTo>
                <a:lnTo>
                  <a:pt x="1990" y="283"/>
                </a:lnTo>
                <a:lnTo>
                  <a:pt x="1991" y="283"/>
                </a:lnTo>
                <a:lnTo>
                  <a:pt x="1991" y="282"/>
                </a:lnTo>
                <a:lnTo>
                  <a:pt x="1992" y="282"/>
                </a:lnTo>
                <a:lnTo>
                  <a:pt x="1992" y="283"/>
                </a:lnTo>
                <a:lnTo>
                  <a:pt x="1992" y="282"/>
                </a:lnTo>
                <a:lnTo>
                  <a:pt x="1993" y="282"/>
                </a:lnTo>
                <a:lnTo>
                  <a:pt x="1993" y="281"/>
                </a:lnTo>
                <a:lnTo>
                  <a:pt x="1992" y="280"/>
                </a:lnTo>
                <a:lnTo>
                  <a:pt x="1992" y="279"/>
                </a:lnTo>
                <a:lnTo>
                  <a:pt x="1993" y="278"/>
                </a:lnTo>
                <a:lnTo>
                  <a:pt x="1994" y="278"/>
                </a:lnTo>
                <a:lnTo>
                  <a:pt x="1995" y="278"/>
                </a:lnTo>
                <a:lnTo>
                  <a:pt x="1996" y="277"/>
                </a:lnTo>
                <a:lnTo>
                  <a:pt x="1997" y="277"/>
                </a:lnTo>
                <a:lnTo>
                  <a:pt x="1997" y="276"/>
                </a:lnTo>
                <a:lnTo>
                  <a:pt x="1996" y="276"/>
                </a:lnTo>
                <a:lnTo>
                  <a:pt x="1996" y="275"/>
                </a:lnTo>
                <a:lnTo>
                  <a:pt x="1997" y="275"/>
                </a:lnTo>
                <a:lnTo>
                  <a:pt x="1998" y="276"/>
                </a:lnTo>
                <a:lnTo>
                  <a:pt x="1999" y="276"/>
                </a:lnTo>
                <a:lnTo>
                  <a:pt x="2000" y="275"/>
                </a:lnTo>
                <a:lnTo>
                  <a:pt x="2000" y="274"/>
                </a:lnTo>
                <a:lnTo>
                  <a:pt x="2001" y="274"/>
                </a:lnTo>
                <a:lnTo>
                  <a:pt x="2001" y="273"/>
                </a:lnTo>
                <a:lnTo>
                  <a:pt x="2002" y="273"/>
                </a:lnTo>
                <a:lnTo>
                  <a:pt x="2002" y="272"/>
                </a:lnTo>
                <a:lnTo>
                  <a:pt x="2001" y="272"/>
                </a:lnTo>
                <a:lnTo>
                  <a:pt x="2001" y="271"/>
                </a:lnTo>
                <a:lnTo>
                  <a:pt x="2003" y="271"/>
                </a:lnTo>
                <a:lnTo>
                  <a:pt x="2004" y="271"/>
                </a:lnTo>
                <a:lnTo>
                  <a:pt x="2005" y="271"/>
                </a:lnTo>
                <a:lnTo>
                  <a:pt x="2006" y="271"/>
                </a:lnTo>
                <a:lnTo>
                  <a:pt x="2007" y="270"/>
                </a:lnTo>
                <a:lnTo>
                  <a:pt x="2007" y="269"/>
                </a:lnTo>
                <a:lnTo>
                  <a:pt x="2007" y="268"/>
                </a:lnTo>
                <a:lnTo>
                  <a:pt x="2008" y="268"/>
                </a:lnTo>
                <a:lnTo>
                  <a:pt x="2009" y="268"/>
                </a:lnTo>
                <a:lnTo>
                  <a:pt x="2009" y="267"/>
                </a:lnTo>
                <a:lnTo>
                  <a:pt x="2010" y="266"/>
                </a:lnTo>
                <a:lnTo>
                  <a:pt x="2010" y="265"/>
                </a:lnTo>
                <a:lnTo>
                  <a:pt x="2011" y="265"/>
                </a:lnTo>
                <a:lnTo>
                  <a:pt x="2011" y="264"/>
                </a:lnTo>
                <a:lnTo>
                  <a:pt x="2012" y="264"/>
                </a:lnTo>
                <a:lnTo>
                  <a:pt x="2012" y="263"/>
                </a:lnTo>
                <a:lnTo>
                  <a:pt x="2012" y="262"/>
                </a:lnTo>
                <a:lnTo>
                  <a:pt x="2011" y="262"/>
                </a:lnTo>
                <a:lnTo>
                  <a:pt x="2011" y="261"/>
                </a:lnTo>
                <a:lnTo>
                  <a:pt x="2012" y="261"/>
                </a:lnTo>
                <a:lnTo>
                  <a:pt x="2013" y="261"/>
                </a:lnTo>
                <a:lnTo>
                  <a:pt x="2012" y="261"/>
                </a:lnTo>
                <a:lnTo>
                  <a:pt x="2012" y="260"/>
                </a:lnTo>
                <a:lnTo>
                  <a:pt x="2013" y="260"/>
                </a:lnTo>
                <a:lnTo>
                  <a:pt x="2014" y="260"/>
                </a:lnTo>
                <a:lnTo>
                  <a:pt x="2013" y="260"/>
                </a:lnTo>
                <a:lnTo>
                  <a:pt x="2013" y="259"/>
                </a:lnTo>
                <a:lnTo>
                  <a:pt x="2013" y="258"/>
                </a:lnTo>
                <a:lnTo>
                  <a:pt x="2013" y="257"/>
                </a:lnTo>
                <a:lnTo>
                  <a:pt x="2012" y="257"/>
                </a:lnTo>
                <a:lnTo>
                  <a:pt x="2012" y="256"/>
                </a:lnTo>
                <a:lnTo>
                  <a:pt x="2011" y="256"/>
                </a:lnTo>
                <a:lnTo>
                  <a:pt x="2011" y="254"/>
                </a:lnTo>
                <a:lnTo>
                  <a:pt x="2012" y="254"/>
                </a:lnTo>
                <a:lnTo>
                  <a:pt x="2012" y="253"/>
                </a:lnTo>
                <a:lnTo>
                  <a:pt x="2012" y="252"/>
                </a:lnTo>
                <a:lnTo>
                  <a:pt x="2011" y="252"/>
                </a:lnTo>
                <a:lnTo>
                  <a:pt x="2011" y="251"/>
                </a:lnTo>
                <a:lnTo>
                  <a:pt x="2012" y="251"/>
                </a:lnTo>
                <a:lnTo>
                  <a:pt x="2012" y="250"/>
                </a:lnTo>
                <a:lnTo>
                  <a:pt x="2013" y="250"/>
                </a:lnTo>
                <a:lnTo>
                  <a:pt x="2013" y="249"/>
                </a:lnTo>
                <a:lnTo>
                  <a:pt x="2013" y="248"/>
                </a:lnTo>
                <a:lnTo>
                  <a:pt x="2014" y="248"/>
                </a:lnTo>
                <a:lnTo>
                  <a:pt x="2015" y="248"/>
                </a:lnTo>
                <a:lnTo>
                  <a:pt x="2015" y="247"/>
                </a:lnTo>
                <a:lnTo>
                  <a:pt x="2016" y="247"/>
                </a:lnTo>
                <a:lnTo>
                  <a:pt x="2017" y="247"/>
                </a:lnTo>
                <a:lnTo>
                  <a:pt x="2017" y="246"/>
                </a:lnTo>
                <a:lnTo>
                  <a:pt x="2018" y="246"/>
                </a:lnTo>
                <a:lnTo>
                  <a:pt x="2018" y="245"/>
                </a:lnTo>
                <a:lnTo>
                  <a:pt x="2018" y="244"/>
                </a:lnTo>
                <a:lnTo>
                  <a:pt x="2019" y="244"/>
                </a:lnTo>
                <a:lnTo>
                  <a:pt x="2019" y="243"/>
                </a:lnTo>
                <a:lnTo>
                  <a:pt x="2019" y="242"/>
                </a:lnTo>
                <a:lnTo>
                  <a:pt x="2020" y="242"/>
                </a:lnTo>
                <a:lnTo>
                  <a:pt x="2020" y="241"/>
                </a:lnTo>
                <a:lnTo>
                  <a:pt x="2020" y="240"/>
                </a:lnTo>
                <a:lnTo>
                  <a:pt x="2021" y="240"/>
                </a:lnTo>
                <a:lnTo>
                  <a:pt x="2022" y="240"/>
                </a:lnTo>
                <a:lnTo>
                  <a:pt x="2022" y="239"/>
                </a:lnTo>
                <a:lnTo>
                  <a:pt x="2023" y="239"/>
                </a:lnTo>
                <a:lnTo>
                  <a:pt x="2023" y="238"/>
                </a:lnTo>
                <a:lnTo>
                  <a:pt x="2024" y="237"/>
                </a:lnTo>
                <a:lnTo>
                  <a:pt x="2025" y="237"/>
                </a:lnTo>
                <a:lnTo>
                  <a:pt x="2026" y="237"/>
                </a:lnTo>
                <a:lnTo>
                  <a:pt x="2027" y="237"/>
                </a:lnTo>
                <a:lnTo>
                  <a:pt x="2028" y="237"/>
                </a:lnTo>
                <a:lnTo>
                  <a:pt x="2029" y="236"/>
                </a:lnTo>
                <a:lnTo>
                  <a:pt x="2029" y="235"/>
                </a:lnTo>
                <a:lnTo>
                  <a:pt x="2028" y="235"/>
                </a:lnTo>
                <a:lnTo>
                  <a:pt x="2029" y="235"/>
                </a:lnTo>
                <a:lnTo>
                  <a:pt x="2030" y="235"/>
                </a:lnTo>
                <a:lnTo>
                  <a:pt x="2030" y="234"/>
                </a:lnTo>
                <a:lnTo>
                  <a:pt x="2031" y="234"/>
                </a:lnTo>
                <a:lnTo>
                  <a:pt x="2032" y="234"/>
                </a:lnTo>
                <a:lnTo>
                  <a:pt x="2032" y="233"/>
                </a:lnTo>
                <a:lnTo>
                  <a:pt x="2032" y="232"/>
                </a:lnTo>
                <a:lnTo>
                  <a:pt x="2032" y="231"/>
                </a:lnTo>
                <a:lnTo>
                  <a:pt x="2031" y="231"/>
                </a:lnTo>
                <a:lnTo>
                  <a:pt x="2032" y="231"/>
                </a:lnTo>
                <a:lnTo>
                  <a:pt x="2033" y="231"/>
                </a:lnTo>
                <a:lnTo>
                  <a:pt x="2034" y="231"/>
                </a:lnTo>
                <a:lnTo>
                  <a:pt x="2034" y="230"/>
                </a:lnTo>
                <a:lnTo>
                  <a:pt x="2033" y="230"/>
                </a:lnTo>
                <a:lnTo>
                  <a:pt x="2033" y="229"/>
                </a:lnTo>
                <a:lnTo>
                  <a:pt x="2034" y="229"/>
                </a:lnTo>
                <a:lnTo>
                  <a:pt x="2035" y="229"/>
                </a:lnTo>
                <a:lnTo>
                  <a:pt x="2035" y="228"/>
                </a:lnTo>
                <a:lnTo>
                  <a:pt x="2035" y="227"/>
                </a:lnTo>
                <a:lnTo>
                  <a:pt x="2034" y="227"/>
                </a:lnTo>
                <a:lnTo>
                  <a:pt x="2035" y="226"/>
                </a:lnTo>
                <a:lnTo>
                  <a:pt x="2036" y="226"/>
                </a:lnTo>
                <a:lnTo>
                  <a:pt x="2036" y="225"/>
                </a:lnTo>
                <a:lnTo>
                  <a:pt x="2037" y="225"/>
                </a:lnTo>
                <a:lnTo>
                  <a:pt x="2036" y="224"/>
                </a:lnTo>
                <a:lnTo>
                  <a:pt x="2037" y="224"/>
                </a:lnTo>
                <a:lnTo>
                  <a:pt x="2037" y="223"/>
                </a:lnTo>
                <a:lnTo>
                  <a:pt x="2037" y="222"/>
                </a:lnTo>
                <a:lnTo>
                  <a:pt x="2036" y="222"/>
                </a:lnTo>
                <a:lnTo>
                  <a:pt x="2035" y="222"/>
                </a:lnTo>
                <a:lnTo>
                  <a:pt x="2035" y="221"/>
                </a:lnTo>
                <a:lnTo>
                  <a:pt x="2036" y="221"/>
                </a:lnTo>
                <a:lnTo>
                  <a:pt x="2036" y="222"/>
                </a:lnTo>
                <a:lnTo>
                  <a:pt x="2037" y="222"/>
                </a:lnTo>
                <a:lnTo>
                  <a:pt x="2038" y="221"/>
                </a:lnTo>
                <a:lnTo>
                  <a:pt x="2037" y="221"/>
                </a:lnTo>
                <a:lnTo>
                  <a:pt x="2037" y="220"/>
                </a:lnTo>
                <a:lnTo>
                  <a:pt x="2036" y="220"/>
                </a:lnTo>
                <a:lnTo>
                  <a:pt x="2036" y="219"/>
                </a:lnTo>
                <a:lnTo>
                  <a:pt x="2036" y="218"/>
                </a:lnTo>
                <a:lnTo>
                  <a:pt x="2036" y="217"/>
                </a:lnTo>
                <a:lnTo>
                  <a:pt x="2035" y="217"/>
                </a:lnTo>
                <a:lnTo>
                  <a:pt x="2035" y="216"/>
                </a:lnTo>
                <a:lnTo>
                  <a:pt x="2036" y="216"/>
                </a:lnTo>
                <a:lnTo>
                  <a:pt x="2037" y="216"/>
                </a:lnTo>
                <a:lnTo>
                  <a:pt x="2037" y="215"/>
                </a:lnTo>
                <a:lnTo>
                  <a:pt x="2037" y="216"/>
                </a:lnTo>
                <a:lnTo>
                  <a:pt x="2038" y="216"/>
                </a:lnTo>
                <a:lnTo>
                  <a:pt x="2039" y="216"/>
                </a:lnTo>
                <a:lnTo>
                  <a:pt x="2040" y="216"/>
                </a:lnTo>
                <a:lnTo>
                  <a:pt x="2040" y="217"/>
                </a:lnTo>
                <a:lnTo>
                  <a:pt x="2041" y="216"/>
                </a:lnTo>
                <a:lnTo>
                  <a:pt x="2041" y="215"/>
                </a:lnTo>
                <a:lnTo>
                  <a:pt x="2040" y="215"/>
                </a:lnTo>
                <a:lnTo>
                  <a:pt x="2039" y="215"/>
                </a:lnTo>
                <a:lnTo>
                  <a:pt x="2039" y="214"/>
                </a:lnTo>
                <a:lnTo>
                  <a:pt x="2038" y="214"/>
                </a:lnTo>
                <a:lnTo>
                  <a:pt x="2038" y="213"/>
                </a:lnTo>
                <a:lnTo>
                  <a:pt x="2039" y="213"/>
                </a:lnTo>
                <a:lnTo>
                  <a:pt x="2039" y="212"/>
                </a:lnTo>
                <a:lnTo>
                  <a:pt x="2040" y="212"/>
                </a:lnTo>
                <a:lnTo>
                  <a:pt x="2041" y="212"/>
                </a:lnTo>
                <a:lnTo>
                  <a:pt x="2041" y="211"/>
                </a:lnTo>
                <a:lnTo>
                  <a:pt x="2040" y="211"/>
                </a:lnTo>
                <a:lnTo>
                  <a:pt x="2040" y="210"/>
                </a:lnTo>
                <a:lnTo>
                  <a:pt x="2040" y="209"/>
                </a:lnTo>
                <a:lnTo>
                  <a:pt x="2041" y="209"/>
                </a:lnTo>
                <a:lnTo>
                  <a:pt x="2042" y="209"/>
                </a:lnTo>
                <a:lnTo>
                  <a:pt x="2042" y="208"/>
                </a:lnTo>
                <a:lnTo>
                  <a:pt x="2043" y="208"/>
                </a:lnTo>
                <a:lnTo>
                  <a:pt x="2044" y="208"/>
                </a:lnTo>
                <a:lnTo>
                  <a:pt x="2045" y="208"/>
                </a:lnTo>
                <a:lnTo>
                  <a:pt x="2046" y="208"/>
                </a:lnTo>
                <a:lnTo>
                  <a:pt x="2046" y="207"/>
                </a:lnTo>
                <a:lnTo>
                  <a:pt x="2046" y="206"/>
                </a:lnTo>
                <a:lnTo>
                  <a:pt x="2046" y="205"/>
                </a:lnTo>
                <a:lnTo>
                  <a:pt x="2046" y="204"/>
                </a:lnTo>
                <a:lnTo>
                  <a:pt x="2047" y="204"/>
                </a:lnTo>
                <a:lnTo>
                  <a:pt x="2047" y="203"/>
                </a:lnTo>
                <a:lnTo>
                  <a:pt x="2048" y="203"/>
                </a:lnTo>
                <a:lnTo>
                  <a:pt x="2049" y="203"/>
                </a:lnTo>
                <a:lnTo>
                  <a:pt x="2050" y="203"/>
                </a:lnTo>
                <a:lnTo>
                  <a:pt x="2051" y="202"/>
                </a:lnTo>
                <a:lnTo>
                  <a:pt x="2052" y="202"/>
                </a:lnTo>
                <a:lnTo>
                  <a:pt x="2052" y="201"/>
                </a:lnTo>
                <a:lnTo>
                  <a:pt x="2051" y="201"/>
                </a:lnTo>
                <a:lnTo>
                  <a:pt x="2050" y="201"/>
                </a:lnTo>
                <a:lnTo>
                  <a:pt x="2049" y="200"/>
                </a:lnTo>
                <a:lnTo>
                  <a:pt x="2048" y="200"/>
                </a:lnTo>
                <a:lnTo>
                  <a:pt x="2048" y="199"/>
                </a:lnTo>
                <a:lnTo>
                  <a:pt x="2049" y="199"/>
                </a:lnTo>
                <a:lnTo>
                  <a:pt x="2049" y="198"/>
                </a:lnTo>
                <a:lnTo>
                  <a:pt x="2050" y="198"/>
                </a:lnTo>
                <a:lnTo>
                  <a:pt x="2051" y="198"/>
                </a:lnTo>
                <a:lnTo>
                  <a:pt x="2053" y="198"/>
                </a:lnTo>
                <a:lnTo>
                  <a:pt x="2054" y="198"/>
                </a:lnTo>
                <a:lnTo>
                  <a:pt x="2054" y="197"/>
                </a:lnTo>
                <a:lnTo>
                  <a:pt x="2054" y="196"/>
                </a:lnTo>
                <a:lnTo>
                  <a:pt x="2054" y="195"/>
                </a:lnTo>
                <a:lnTo>
                  <a:pt x="2054" y="194"/>
                </a:lnTo>
                <a:lnTo>
                  <a:pt x="2055" y="193"/>
                </a:lnTo>
                <a:lnTo>
                  <a:pt x="2056" y="193"/>
                </a:lnTo>
                <a:lnTo>
                  <a:pt x="2057" y="193"/>
                </a:lnTo>
                <a:lnTo>
                  <a:pt x="2057" y="192"/>
                </a:lnTo>
                <a:lnTo>
                  <a:pt x="2057" y="191"/>
                </a:lnTo>
                <a:lnTo>
                  <a:pt x="2056" y="191"/>
                </a:lnTo>
                <a:lnTo>
                  <a:pt x="2056" y="190"/>
                </a:lnTo>
                <a:lnTo>
                  <a:pt x="2055" y="189"/>
                </a:lnTo>
                <a:lnTo>
                  <a:pt x="2055" y="188"/>
                </a:lnTo>
                <a:lnTo>
                  <a:pt x="2056" y="188"/>
                </a:lnTo>
                <a:lnTo>
                  <a:pt x="2056" y="187"/>
                </a:lnTo>
                <a:lnTo>
                  <a:pt x="2055" y="187"/>
                </a:lnTo>
                <a:lnTo>
                  <a:pt x="2056" y="187"/>
                </a:lnTo>
                <a:lnTo>
                  <a:pt x="2056" y="186"/>
                </a:lnTo>
                <a:lnTo>
                  <a:pt x="2057" y="186"/>
                </a:lnTo>
                <a:lnTo>
                  <a:pt x="2058" y="186"/>
                </a:lnTo>
                <a:lnTo>
                  <a:pt x="2058" y="185"/>
                </a:lnTo>
                <a:lnTo>
                  <a:pt x="2059" y="185"/>
                </a:lnTo>
                <a:lnTo>
                  <a:pt x="2059" y="184"/>
                </a:lnTo>
                <a:lnTo>
                  <a:pt x="2059" y="183"/>
                </a:lnTo>
                <a:lnTo>
                  <a:pt x="2060" y="183"/>
                </a:lnTo>
                <a:lnTo>
                  <a:pt x="2061" y="183"/>
                </a:lnTo>
                <a:lnTo>
                  <a:pt x="2061" y="182"/>
                </a:lnTo>
                <a:lnTo>
                  <a:pt x="2061" y="181"/>
                </a:lnTo>
                <a:lnTo>
                  <a:pt x="2061" y="180"/>
                </a:lnTo>
                <a:lnTo>
                  <a:pt x="2060" y="179"/>
                </a:lnTo>
                <a:lnTo>
                  <a:pt x="2060" y="178"/>
                </a:lnTo>
                <a:lnTo>
                  <a:pt x="2060" y="177"/>
                </a:lnTo>
                <a:lnTo>
                  <a:pt x="2061" y="177"/>
                </a:lnTo>
                <a:lnTo>
                  <a:pt x="2061" y="176"/>
                </a:lnTo>
                <a:lnTo>
                  <a:pt x="2061" y="175"/>
                </a:lnTo>
                <a:lnTo>
                  <a:pt x="2062" y="175"/>
                </a:lnTo>
                <a:lnTo>
                  <a:pt x="2062" y="174"/>
                </a:lnTo>
                <a:lnTo>
                  <a:pt x="2062" y="173"/>
                </a:lnTo>
                <a:lnTo>
                  <a:pt x="2063" y="173"/>
                </a:lnTo>
                <a:lnTo>
                  <a:pt x="2064" y="173"/>
                </a:lnTo>
                <a:lnTo>
                  <a:pt x="2064" y="172"/>
                </a:lnTo>
                <a:lnTo>
                  <a:pt x="2065" y="172"/>
                </a:lnTo>
                <a:lnTo>
                  <a:pt x="2066" y="172"/>
                </a:lnTo>
                <a:lnTo>
                  <a:pt x="2066" y="171"/>
                </a:lnTo>
                <a:lnTo>
                  <a:pt x="2065" y="170"/>
                </a:lnTo>
                <a:lnTo>
                  <a:pt x="2064" y="169"/>
                </a:lnTo>
                <a:lnTo>
                  <a:pt x="2065" y="169"/>
                </a:lnTo>
                <a:lnTo>
                  <a:pt x="2066" y="169"/>
                </a:lnTo>
                <a:lnTo>
                  <a:pt x="2067" y="169"/>
                </a:lnTo>
                <a:lnTo>
                  <a:pt x="2068" y="169"/>
                </a:lnTo>
                <a:lnTo>
                  <a:pt x="2068" y="170"/>
                </a:lnTo>
                <a:lnTo>
                  <a:pt x="2069" y="170"/>
                </a:lnTo>
                <a:lnTo>
                  <a:pt x="2069" y="169"/>
                </a:lnTo>
                <a:lnTo>
                  <a:pt x="2069" y="170"/>
                </a:lnTo>
                <a:lnTo>
                  <a:pt x="2070" y="170"/>
                </a:lnTo>
                <a:lnTo>
                  <a:pt x="2070" y="169"/>
                </a:lnTo>
                <a:lnTo>
                  <a:pt x="2071" y="169"/>
                </a:lnTo>
                <a:lnTo>
                  <a:pt x="2072" y="169"/>
                </a:lnTo>
                <a:lnTo>
                  <a:pt x="2073" y="169"/>
                </a:lnTo>
                <a:lnTo>
                  <a:pt x="2073" y="168"/>
                </a:lnTo>
                <a:lnTo>
                  <a:pt x="2074" y="168"/>
                </a:lnTo>
                <a:lnTo>
                  <a:pt x="2074" y="167"/>
                </a:lnTo>
                <a:lnTo>
                  <a:pt x="2075" y="167"/>
                </a:lnTo>
                <a:lnTo>
                  <a:pt x="2075" y="166"/>
                </a:lnTo>
                <a:lnTo>
                  <a:pt x="2076" y="166"/>
                </a:lnTo>
                <a:lnTo>
                  <a:pt x="2077" y="165"/>
                </a:lnTo>
                <a:lnTo>
                  <a:pt x="2077" y="164"/>
                </a:lnTo>
                <a:lnTo>
                  <a:pt x="2078" y="164"/>
                </a:lnTo>
                <a:lnTo>
                  <a:pt x="2079" y="164"/>
                </a:lnTo>
                <a:lnTo>
                  <a:pt x="2080" y="164"/>
                </a:lnTo>
                <a:lnTo>
                  <a:pt x="2080" y="163"/>
                </a:lnTo>
                <a:lnTo>
                  <a:pt x="2081" y="163"/>
                </a:lnTo>
                <a:lnTo>
                  <a:pt x="2081" y="162"/>
                </a:lnTo>
                <a:lnTo>
                  <a:pt x="2082" y="162"/>
                </a:lnTo>
                <a:lnTo>
                  <a:pt x="2083" y="162"/>
                </a:lnTo>
                <a:lnTo>
                  <a:pt x="2083" y="161"/>
                </a:lnTo>
                <a:lnTo>
                  <a:pt x="2084" y="161"/>
                </a:lnTo>
                <a:lnTo>
                  <a:pt x="2084" y="160"/>
                </a:lnTo>
                <a:lnTo>
                  <a:pt x="2084" y="159"/>
                </a:lnTo>
                <a:lnTo>
                  <a:pt x="2085" y="159"/>
                </a:lnTo>
                <a:lnTo>
                  <a:pt x="2085" y="158"/>
                </a:lnTo>
                <a:lnTo>
                  <a:pt x="2087" y="158"/>
                </a:lnTo>
                <a:lnTo>
                  <a:pt x="2088" y="158"/>
                </a:lnTo>
                <a:lnTo>
                  <a:pt x="2089" y="158"/>
                </a:lnTo>
                <a:lnTo>
                  <a:pt x="2090" y="158"/>
                </a:lnTo>
                <a:lnTo>
                  <a:pt x="2090" y="157"/>
                </a:lnTo>
                <a:lnTo>
                  <a:pt x="2090" y="156"/>
                </a:lnTo>
                <a:lnTo>
                  <a:pt x="2091" y="156"/>
                </a:lnTo>
                <a:lnTo>
                  <a:pt x="2092" y="156"/>
                </a:lnTo>
                <a:lnTo>
                  <a:pt x="2093" y="156"/>
                </a:lnTo>
                <a:lnTo>
                  <a:pt x="2093" y="155"/>
                </a:lnTo>
                <a:lnTo>
                  <a:pt x="2093" y="154"/>
                </a:lnTo>
                <a:lnTo>
                  <a:pt x="2093" y="153"/>
                </a:lnTo>
                <a:lnTo>
                  <a:pt x="2094" y="153"/>
                </a:lnTo>
                <a:lnTo>
                  <a:pt x="2095" y="153"/>
                </a:lnTo>
                <a:lnTo>
                  <a:pt x="2096" y="153"/>
                </a:lnTo>
                <a:lnTo>
                  <a:pt x="2097" y="152"/>
                </a:lnTo>
                <a:lnTo>
                  <a:pt x="2098" y="152"/>
                </a:lnTo>
                <a:lnTo>
                  <a:pt x="2099" y="152"/>
                </a:lnTo>
                <a:lnTo>
                  <a:pt x="2099" y="151"/>
                </a:lnTo>
                <a:lnTo>
                  <a:pt x="2100" y="151"/>
                </a:lnTo>
                <a:lnTo>
                  <a:pt x="2100" y="150"/>
                </a:lnTo>
                <a:lnTo>
                  <a:pt x="2099" y="149"/>
                </a:lnTo>
                <a:lnTo>
                  <a:pt x="2099" y="148"/>
                </a:lnTo>
                <a:lnTo>
                  <a:pt x="2100" y="148"/>
                </a:lnTo>
                <a:lnTo>
                  <a:pt x="2101" y="148"/>
                </a:lnTo>
                <a:lnTo>
                  <a:pt x="2102" y="148"/>
                </a:lnTo>
                <a:lnTo>
                  <a:pt x="2103" y="148"/>
                </a:lnTo>
                <a:lnTo>
                  <a:pt x="2104" y="148"/>
                </a:lnTo>
                <a:lnTo>
                  <a:pt x="2104" y="149"/>
                </a:lnTo>
                <a:lnTo>
                  <a:pt x="2106" y="149"/>
                </a:lnTo>
                <a:lnTo>
                  <a:pt x="2106" y="148"/>
                </a:lnTo>
                <a:lnTo>
                  <a:pt x="2107" y="148"/>
                </a:lnTo>
                <a:lnTo>
                  <a:pt x="2107" y="147"/>
                </a:lnTo>
                <a:lnTo>
                  <a:pt x="2106" y="147"/>
                </a:lnTo>
                <a:lnTo>
                  <a:pt x="2106" y="146"/>
                </a:lnTo>
                <a:lnTo>
                  <a:pt x="2106" y="145"/>
                </a:lnTo>
                <a:lnTo>
                  <a:pt x="2107" y="145"/>
                </a:lnTo>
                <a:lnTo>
                  <a:pt x="2108" y="145"/>
                </a:lnTo>
                <a:lnTo>
                  <a:pt x="2110" y="145"/>
                </a:lnTo>
                <a:lnTo>
                  <a:pt x="2111" y="145"/>
                </a:lnTo>
                <a:lnTo>
                  <a:pt x="2112" y="145"/>
                </a:lnTo>
                <a:lnTo>
                  <a:pt x="2112" y="144"/>
                </a:lnTo>
                <a:lnTo>
                  <a:pt x="2113" y="144"/>
                </a:lnTo>
                <a:lnTo>
                  <a:pt x="2114" y="144"/>
                </a:lnTo>
                <a:lnTo>
                  <a:pt x="2115" y="144"/>
                </a:lnTo>
                <a:lnTo>
                  <a:pt x="2116" y="144"/>
                </a:lnTo>
                <a:lnTo>
                  <a:pt x="2116" y="143"/>
                </a:lnTo>
                <a:lnTo>
                  <a:pt x="2116" y="142"/>
                </a:lnTo>
                <a:lnTo>
                  <a:pt x="2116" y="141"/>
                </a:lnTo>
                <a:lnTo>
                  <a:pt x="2116" y="140"/>
                </a:lnTo>
                <a:lnTo>
                  <a:pt x="2117" y="140"/>
                </a:lnTo>
                <a:lnTo>
                  <a:pt x="2118" y="140"/>
                </a:lnTo>
                <a:lnTo>
                  <a:pt x="2118" y="139"/>
                </a:lnTo>
                <a:lnTo>
                  <a:pt x="2119" y="139"/>
                </a:lnTo>
                <a:lnTo>
                  <a:pt x="2119" y="138"/>
                </a:lnTo>
                <a:lnTo>
                  <a:pt x="2120" y="138"/>
                </a:lnTo>
                <a:lnTo>
                  <a:pt x="2120" y="137"/>
                </a:lnTo>
                <a:lnTo>
                  <a:pt x="2121" y="137"/>
                </a:lnTo>
                <a:lnTo>
                  <a:pt x="2121" y="136"/>
                </a:lnTo>
                <a:lnTo>
                  <a:pt x="2121" y="135"/>
                </a:lnTo>
                <a:lnTo>
                  <a:pt x="2121" y="134"/>
                </a:lnTo>
                <a:lnTo>
                  <a:pt x="2120" y="134"/>
                </a:lnTo>
                <a:lnTo>
                  <a:pt x="2119" y="134"/>
                </a:lnTo>
                <a:lnTo>
                  <a:pt x="2119" y="133"/>
                </a:lnTo>
                <a:lnTo>
                  <a:pt x="2118" y="133"/>
                </a:lnTo>
                <a:lnTo>
                  <a:pt x="2118" y="132"/>
                </a:lnTo>
                <a:lnTo>
                  <a:pt x="2119" y="132"/>
                </a:lnTo>
                <a:lnTo>
                  <a:pt x="2119" y="131"/>
                </a:lnTo>
                <a:lnTo>
                  <a:pt x="2120" y="130"/>
                </a:lnTo>
                <a:lnTo>
                  <a:pt x="2121" y="129"/>
                </a:lnTo>
                <a:lnTo>
                  <a:pt x="2122" y="128"/>
                </a:lnTo>
                <a:lnTo>
                  <a:pt x="2123" y="128"/>
                </a:lnTo>
                <a:lnTo>
                  <a:pt x="2124" y="128"/>
                </a:lnTo>
                <a:lnTo>
                  <a:pt x="2125" y="128"/>
                </a:lnTo>
                <a:lnTo>
                  <a:pt x="2125" y="127"/>
                </a:lnTo>
                <a:lnTo>
                  <a:pt x="2124" y="127"/>
                </a:lnTo>
                <a:lnTo>
                  <a:pt x="2124" y="126"/>
                </a:lnTo>
                <a:lnTo>
                  <a:pt x="2125" y="126"/>
                </a:lnTo>
                <a:lnTo>
                  <a:pt x="2125" y="125"/>
                </a:lnTo>
                <a:lnTo>
                  <a:pt x="2126" y="125"/>
                </a:lnTo>
                <a:lnTo>
                  <a:pt x="2126" y="124"/>
                </a:lnTo>
                <a:lnTo>
                  <a:pt x="2126" y="123"/>
                </a:lnTo>
                <a:lnTo>
                  <a:pt x="2125" y="123"/>
                </a:lnTo>
                <a:lnTo>
                  <a:pt x="2125" y="122"/>
                </a:lnTo>
                <a:lnTo>
                  <a:pt x="2126" y="121"/>
                </a:lnTo>
                <a:lnTo>
                  <a:pt x="2127" y="121"/>
                </a:lnTo>
                <a:lnTo>
                  <a:pt x="2127" y="120"/>
                </a:lnTo>
                <a:lnTo>
                  <a:pt x="2128" y="120"/>
                </a:lnTo>
                <a:lnTo>
                  <a:pt x="2128" y="119"/>
                </a:lnTo>
                <a:lnTo>
                  <a:pt x="2127" y="119"/>
                </a:lnTo>
                <a:lnTo>
                  <a:pt x="2127" y="118"/>
                </a:lnTo>
                <a:lnTo>
                  <a:pt x="2126" y="118"/>
                </a:lnTo>
                <a:lnTo>
                  <a:pt x="2126" y="117"/>
                </a:lnTo>
                <a:lnTo>
                  <a:pt x="2125" y="117"/>
                </a:lnTo>
                <a:lnTo>
                  <a:pt x="2125" y="116"/>
                </a:lnTo>
                <a:lnTo>
                  <a:pt x="2124" y="115"/>
                </a:lnTo>
                <a:lnTo>
                  <a:pt x="2124" y="114"/>
                </a:lnTo>
                <a:lnTo>
                  <a:pt x="2124" y="113"/>
                </a:lnTo>
                <a:lnTo>
                  <a:pt x="2124" y="112"/>
                </a:lnTo>
                <a:lnTo>
                  <a:pt x="2125" y="111"/>
                </a:lnTo>
                <a:lnTo>
                  <a:pt x="2125" y="110"/>
                </a:lnTo>
                <a:lnTo>
                  <a:pt x="2124" y="110"/>
                </a:lnTo>
                <a:lnTo>
                  <a:pt x="2123" y="110"/>
                </a:lnTo>
                <a:lnTo>
                  <a:pt x="2123" y="109"/>
                </a:lnTo>
                <a:lnTo>
                  <a:pt x="2123" y="110"/>
                </a:lnTo>
                <a:lnTo>
                  <a:pt x="2121" y="110"/>
                </a:lnTo>
                <a:lnTo>
                  <a:pt x="2121" y="109"/>
                </a:lnTo>
                <a:lnTo>
                  <a:pt x="2120" y="108"/>
                </a:lnTo>
                <a:lnTo>
                  <a:pt x="2120" y="107"/>
                </a:lnTo>
                <a:lnTo>
                  <a:pt x="2119" y="107"/>
                </a:lnTo>
                <a:lnTo>
                  <a:pt x="2119" y="106"/>
                </a:lnTo>
                <a:lnTo>
                  <a:pt x="2118" y="106"/>
                </a:lnTo>
                <a:lnTo>
                  <a:pt x="2117" y="106"/>
                </a:lnTo>
                <a:lnTo>
                  <a:pt x="2116" y="106"/>
                </a:lnTo>
                <a:lnTo>
                  <a:pt x="2116" y="105"/>
                </a:lnTo>
                <a:lnTo>
                  <a:pt x="2115" y="105"/>
                </a:lnTo>
                <a:lnTo>
                  <a:pt x="2114" y="104"/>
                </a:lnTo>
                <a:lnTo>
                  <a:pt x="2113" y="103"/>
                </a:lnTo>
                <a:lnTo>
                  <a:pt x="2113" y="102"/>
                </a:lnTo>
                <a:lnTo>
                  <a:pt x="2113" y="101"/>
                </a:lnTo>
                <a:lnTo>
                  <a:pt x="2113" y="100"/>
                </a:lnTo>
                <a:lnTo>
                  <a:pt x="2113" y="99"/>
                </a:lnTo>
                <a:lnTo>
                  <a:pt x="2114" y="99"/>
                </a:lnTo>
                <a:lnTo>
                  <a:pt x="2115" y="99"/>
                </a:lnTo>
                <a:lnTo>
                  <a:pt x="2116" y="98"/>
                </a:lnTo>
                <a:lnTo>
                  <a:pt x="2115" y="98"/>
                </a:lnTo>
                <a:lnTo>
                  <a:pt x="2115" y="97"/>
                </a:lnTo>
                <a:lnTo>
                  <a:pt x="2115" y="96"/>
                </a:lnTo>
                <a:lnTo>
                  <a:pt x="2116" y="95"/>
                </a:lnTo>
                <a:lnTo>
                  <a:pt x="2117" y="95"/>
                </a:lnTo>
                <a:lnTo>
                  <a:pt x="2117" y="94"/>
                </a:lnTo>
                <a:lnTo>
                  <a:pt x="2118" y="93"/>
                </a:lnTo>
                <a:lnTo>
                  <a:pt x="2119" y="92"/>
                </a:lnTo>
                <a:lnTo>
                  <a:pt x="2119" y="91"/>
                </a:lnTo>
                <a:lnTo>
                  <a:pt x="2118" y="91"/>
                </a:lnTo>
                <a:lnTo>
                  <a:pt x="2118" y="90"/>
                </a:lnTo>
                <a:lnTo>
                  <a:pt x="2118" y="89"/>
                </a:lnTo>
                <a:lnTo>
                  <a:pt x="2118" y="88"/>
                </a:lnTo>
                <a:lnTo>
                  <a:pt x="2119" y="87"/>
                </a:lnTo>
                <a:lnTo>
                  <a:pt x="2120" y="87"/>
                </a:lnTo>
                <a:lnTo>
                  <a:pt x="2120" y="86"/>
                </a:lnTo>
                <a:lnTo>
                  <a:pt x="2120" y="85"/>
                </a:lnTo>
                <a:lnTo>
                  <a:pt x="2119" y="85"/>
                </a:lnTo>
                <a:lnTo>
                  <a:pt x="2119" y="84"/>
                </a:lnTo>
                <a:lnTo>
                  <a:pt x="2119" y="83"/>
                </a:lnTo>
                <a:lnTo>
                  <a:pt x="2120" y="83"/>
                </a:lnTo>
                <a:lnTo>
                  <a:pt x="2121" y="83"/>
                </a:lnTo>
                <a:lnTo>
                  <a:pt x="2122" y="82"/>
                </a:lnTo>
                <a:lnTo>
                  <a:pt x="2123" y="81"/>
                </a:lnTo>
                <a:lnTo>
                  <a:pt x="2122" y="81"/>
                </a:lnTo>
                <a:lnTo>
                  <a:pt x="2122" y="80"/>
                </a:lnTo>
                <a:lnTo>
                  <a:pt x="2121" y="80"/>
                </a:lnTo>
                <a:lnTo>
                  <a:pt x="2120" y="80"/>
                </a:lnTo>
                <a:lnTo>
                  <a:pt x="2119" y="80"/>
                </a:lnTo>
                <a:lnTo>
                  <a:pt x="2118" y="80"/>
                </a:lnTo>
                <a:lnTo>
                  <a:pt x="2118" y="79"/>
                </a:lnTo>
                <a:lnTo>
                  <a:pt x="2117" y="78"/>
                </a:lnTo>
                <a:lnTo>
                  <a:pt x="2116" y="78"/>
                </a:lnTo>
                <a:lnTo>
                  <a:pt x="2115" y="78"/>
                </a:lnTo>
                <a:lnTo>
                  <a:pt x="2114" y="78"/>
                </a:lnTo>
                <a:lnTo>
                  <a:pt x="2113" y="78"/>
                </a:lnTo>
                <a:lnTo>
                  <a:pt x="2112" y="77"/>
                </a:lnTo>
                <a:lnTo>
                  <a:pt x="2111" y="76"/>
                </a:lnTo>
                <a:lnTo>
                  <a:pt x="2110" y="76"/>
                </a:lnTo>
                <a:lnTo>
                  <a:pt x="2108" y="76"/>
                </a:lnTo>
                <a:lnTo>
                  <a:pt x="2108" y="75"/>
                </a:lnTo>
                <a:lnTo>
                  <a:pt x="2107" y="75"/>
                </a:lnTo>
                <a:lnTo>
                  <a:pt x="2106" y="75"/>
                </a:lnTo>
                <a:lnTo>
                  <a:pt x="2106" y="74"/>
                </a:lnTo>
                <a:lnTo>
                  <a:pt x="2105" y="74"/>
                </a:lnTo>
                <a:lnTo>
                  <a:pt x="2103" y="73"/>
                </a:lnTo>
                <a:lnTo>
                  <a:pt x="2101" y="72"/>
                </a:lnTo>
                <a:lnTo>
                  <a:pt x="2100" y="72"/>
                </a:lnTo>
                <a:lnTo>
                  <a:pt x="2099" y="71"/>
                </a:lnTo>
                <a:lnTo>
                  <a:pt x="2099" y="70"/>
                </a:lnTo>
                <a:lnTo>
                  <a:pt x="2098" y="70"/>
                </a:lnTo>
                <a:lnTo>
                  <a:pt x="2097" y="70"/>
                </a:lnTo>
                <a:lnTo>
                  <a:pt x="2096" y="71"/>
                </a:lnTo>
                <a:lnTo>
                  <a:pt x="2095" y="71"/>
                </a:lnTo>
                <a:lnTo>
                  <a:pt x="2095" y="72"/>
                </a:lnTo>
                <a:lnTo>
                  <a:pt x="2094" y="72"/>
                </a:lnTo>
                <a:lnTo>
                  <a:pt x="2093" y="73"/>
                </a:lnTo>
                <a:lnTo>
                  <a:pt x="2090" y="73"/>
                </a:lnTo>
                <a:lnTo>
                  <a:pt x="2089" y="73"/>
                </a:lnTo>
                <a:lnTo>
                  <a:pt x="2088" y="73"/>
                </a:lnTo>
                <a:lnTo>
                  <a:pt x="2087" y="73"/>
                </a:lnTo>
                <a:lnTo>
                  <a:pt x="2085" y="73"/>
                </a:lnTo>
                <a:lnTo>
                  <a:pt x="2084" y="73"/>
                </a:lnTo>
                <a:lnTo>
                  <a:pt x="2083" y="73"/>
                </a:lnTo>
                <a:lnTo>
                  <a:pt x="2083" y="72"/>
                </a:lnTo>
                <a:lnTo>
                  <a:pt x="2082" y="72"/>
                </a:lnTo>
                <a:lnTo>
                  <a:pt x="2082" y="73"/>
                </a:lnTo>
                <a:lnTo>
                  <a:pt x="2081" y="73"/>
                </a:lnTo>
                <a:lnTo>
                  <a:pt x="2080" y="74"/>
                </a:lnTo>
                <a:lnTo>
                  <a:pt x="2079" y="74"/>
                </a:lnTo>
                <a:lnTo>
                  <a:pt x="2079" y="75"/>
                </a:lnTo>
                <a:lnTo>
                  <a:pt x="2078" y="75"/>
                </a:lnTo>
                <a:lnTo>
                  <a:pt x="2077" y="75"/>
                </a:lnTo>
                <a:lnTo>
                  <a:pt x="2076" y="76"/>
                </a:lnTo>
                <a:lnTo>
                  <a:pt x="2075" y="76"/>
                </a:lnTo>
                <a:lnTo>
                  <a:pt x="2075" y="77"/>
                </a:lnTo>
                <a:lnTo>
                  <a:pt x="2074" y="77"/>
                </a:lnTo>
                <a:lnTo>
                  <a:pt x="2073" y="77"/>
                </a:lnTo>
                <a:lnTo>
                  <a:pt x="2072" y="77"/>
                </a:lnTo>
                <a:lnTo>
                  <a:pt x="2071" y="77"/>
                </a:lnTo>
                <a:lnTo>
                  <a:pt x="2070" y="76"/>
                </a:lnTo>
                <a:lnTo>
                  <a:pt x="2068" y="76"/>
                </a:lnTo>
                <a:lnTo>
                  <a:pt x="2067" y="76"/>
                </a:lnTo>
                <a:lnTo>
                  <a:pt x="2066" y="76"/>
                </a:lnTo>
                <a:lnTo>
                  <a:pt x="2064" y="76"/>
                </a:lnTo>
                <a:lnTo>
                  <a:pt x="2063" y="76"/>
                </a:lnTo>
                <a:lnTo>
                  <a:pt x="2062" y="76"/>
                </a:lnTo>
                <a:lnTo>
                  <a:pt x="2062" y="75"/>
                </a:lnTo>
                <a:lnTo>
                  <a:pt x="2061" y="75"/>
                </a:lnTo>
                <a:lnTo>
                  <a:pt x="2061" y="74"/>
                </a:lnTo>
                <a:lnTo>
                  <a:pt x="2061" y="73"/>
                </a:lnTo>
                <a:lnTo>
                  <a:pt x="2060" y="72"/>
                </a:lnTo>
                <a:lnTo>
                  <a:pt x="2060" y="71"/>
                </a:lnTo>
                <a:lnTo>
                  <a:pt x="2060" y="70"/>
                </a:lnTo>
                <a:lnTo>
                  <a:pt x="2060" y="69"/>
                </a:lnTo>
                <a:lnTo>
                  <a:pt x="2060" y="68"/>
                </a:lnTo>
                <a:lnTo>
                  <a:pt x="2061" y="68"/>
                </a:lnTo>
                <a:lnTo>
                  <a:pt x="2061" y="67"/>
                </a:lnTo>
                <a:lnTo>
                  <a:pt x="2062" y="66"/>
                </a:lnTo>
                <a:lnTo>
                  <a:pt x="2062" y="65"/>
                </a:lnTo>
                <a:lnTo>
                  <a:pt x="2063" y="65"/>
                </a:lnTo>
                <a:lnTo>
                  <a:pt x="2063" y="64"/>
                </a:lnTo>
                <a:lnTo>
                  <a:pt x="2063" y="63"/>
                </a:lnTo>
                <a:lnTo>
                  <a:pt x="2062" y="63"/>
                </a:lnTo>
                <a:lnTo>
                  <a:pt x="2062" y="62"/>
                </a:lnTo>
                <a:lnTo>
                  <a:pt x="2062" y="61"/>
                </a:lnTo>
                <a:lnTo>
                  <a:pt x="2061" y="61"/>
                </a:lnTo>
                <a:lnTo>
                  <a:pt x="2061" y="60"/>
                </a:lnTo>
                <a:lnTo>
                  <a:pt x="2061" y="59"/>
                </a:lnTo>
                <a:lnTo>
                  <a:pt x="2060" y="58"/>
                </a:lnTo>
                <a:lnTo>
                  <a:pt x="2060" y="57"/>
                </a:lnTo>
                <a:lnTo>
                  <a:pt x="2059" y="57"/>
                </a:lnTo>
                <a:lnTo>
                  <a:pt x="2060" y="57"/>
                </a:lnTo>
                <a:lnTo>
                  <a:pt x="2060" y="56"/>
                </a:lnTo>
                <a:lnTo>
                  <a:pt x="2062" y="56"/>
                </a:lnTo>
                <a:lnTo>
                  <a:pt x="2062" y="57"/>
                </a:lnTo>
                <a:lnTo>
                  <a:pt x="2063" y="56"/>
                </a:lnTo>
                <a:lnTo>
                  <a:pt x="2064" y="56"/>
                </a:lnTo>
                <a:lnTo>
                  <a:pt x="2065" y="56"/>
                </a:lnTo>
                <a:lnTo>
                  <a:pt x="2066" y="56"/>
                </a:lnTo>
                <a:lnTo>
                  <a:pt x="2066" y="55"/>
                </a:lnTo>
                <a:lnTo>
                  <a:pt x="2067" y="54"/>
                </a:lnTo>
                <a:lnTo>
                  <a:pt x="2068" y="54"/>
                </a:lnTo>
                <a:lnTo>
                  <a:pt x="2069" y="53"/>
                </a:lnTo>
                <a:lnTo>
                  <a:pt x="2070" y="53"/>
                </a:lnTo>
                <a:lnTo>
                  <a:pt x="2071" y="53"/>
                </a:lnTo>
                <a:lnTo>
                  <a:pt x="2072" y="53"/>
                </a:lnTo>
                <a:lnTo>
                  <a:pt x="2073" y="54"/>
                </a:lnTo>
                <a:lnTo>
                  <a:pt x="2074" y="54"/>
                </a:lnTo>
                <a:lnTo>
                  <a:pt x="2074" y="53"/>
                </a:lnTo>
                <a:lnTo>
                  <a:pt x="2074" y="52"/>
                </a:lnTo>
                <a:lnTo>
                  <a:pt x="2075" y="52"/>
                </a:lnTo>
                <a:lnTo>
                  <a:pt x="2075" y="51"/>
                </a:lnTo>
                <a:lnTo>
                  <a:pt x="2076" y="51"/>
                </a:lnTo>
                <a:lnTo>
                  <a:pt x="2076" y="50"/>
                </a:lnTo>
                <a:lnTo>
                  <a:pt x="2077" y="50"/>
                </a:lnTo>
                <a:lnTo>
                  <a:pt x="2078" y="50"/>
                </a:lnTo>
                <a:lnTo>
                  <a:pt x="2078" y="49"/>
                </a:lnTo>
                <a:lnTo>
                  <a:pt x="2079" y="49"/>
                </a:lnTo>
                <a:lnTo>
                  <a:pt x="2080" y="49"/>
                </a:lnTo>
                <a:lnTo>
                  <a:pt x="2081" y="49"/>
                </a:lnTo>
                <a:lnTo>
                  <a:pt x="2081" y="48"/>
                </a:lnTo>
                <a:lnTo>
                  <a:pt x="2082" y="48"/>
                </a:lnTo>
                <a:lnTo>
                  <a:pt x="2083" y="48"/>
                </a:lnTo>
                <a:lnTo>
                  <a:pt x="2083" y="47"/>
                </a:lnTo>
                <a:lnTo>
                  <a:pt x="2083" y="46"/>
                </a:lnTo>
                <a:lnTo>
                  <a:pt x="2083" y="45"/>
                </a:lnTo>
                <a:lnTo>
                  <a:pt x="2084" y="45"/>
                </a:lnTo>
                <a:lnTo>
                  <a:pt x="2084" y="44"/>
                </a:lnTo>
                <a:lnTo>
                  <a:pt x="2085" y="44"/>
                </a:lnTo>
                <a:lnTo>
                  <a:pt x="2087" y="44"/>
                </a:lnTo>
                <a:lnTo>
                  <a:pt x="2088" y="44"/>
                </a:lnTo>
                <a:lnTo>
                  <a:pt x="2088" y="43"/>
                </a:lnTo>
                <a:lnTo>
                  <a:pt x="2088" y="42"/>
                </a:lnTo>
                <a:lnTo>
                  <a:pt x="2088" y="41"/>
                </a:lnTo>
                <a:lnTo>
                  <a:pt x="2089" y="41"/>
                </a:lnTo>
                <a:lnTo>
                  <a:pt x="2089" y="40"/>
                </a:lnTo>
                <a:lnTo>
                  <a:pt x="2090" y="40"/>
                </a:lnTo>
                <a:lnTo>
                  <a:pt x="2090" y="39"/>
                </a:lnTo>
                <a:lnTo>
                  <a:pt x="2091" y="39"/>
                </a:lnTo>
                <a:lnTo>
                  <a:pt x="2091" y="40"/>
                </a:lnTo>
                <a:lnTo>
                  <a:pt x="2091" y="39"/>
                </a:lnTo>
                <a:lnTo>
                  <a:pt x="2092" y="39"/>
                </a:lnTo>
                <a:lnTo>
                  <a:pt x="2093" y="39"/>
                </a:lnTo>
                <a:lnTo>
                  <a:pt x="2094" y="38"/>
                </a:lnTo>
                <a:lnTo>
                  <a:pt x="2094" y="37"/>
                </a:lnTo>
                <a:lnTo>
                  <a:pt x="2095" y="37"/>
                </a:lnTo>
                <a:lnTo>
                  <a:pt x="2095" y="36"/>
                </a:lnTo>
                <a:lnTo>
                  <a:pt x="2095" y="35"/>
                </a:lnTo>
                <a:lnTo>
                  <a:pt x="2096" y="35"/>
                </a:lnTo>
                <a:lnTo>
                  <a:pt x="2096" y="34"/>
                </a:lnTo>
                <a:lnTo>
                  <a:pt x="2097" y="33"/>
                </a:lnTo>
                <a:lnTo>
                  <a:pt x="2098" y="33"/>
                </a:lnTo>
                <a:lnTo>
                  <a:pt x="2098" y="32"/>
                </a:lnTo>
                <a:lnTo>
                  <a:pt x="2099" y="32"/>
                </a:lnTo>
                <a:lnTo>
                  <a:pt x="2100" y="32"/>
                </a:lnTo>
                <a:lnTo>
                  <a:pt x="2101" y="32"/>
                </a:lnTo>
                <a:lnTo>
                  <a:pt x="2101" y="31"/>
                </a:lnTo>
                <a:lnTo>
                  <a:pt x="2102" y="31"/>
                </a:lnTo>
                <a:lnTo>
                  <a:pt x="2102" y="30"/>
                </a:lnTo>
                <a:lnTo>
                  <a:pt x="2103" y="30"/>
                </a:lnTo>
                <a:lnTo>
                  <a:pt x="2104" y="29"/>
                </a:lnTo>
                <a:lnTo>
                  <a:pt x="2105" y="28"/>
                </a:lnTo>
                <a:lnTo>
                  <a:pt x="2105" y="27"/>
                </a:lnTo>
                <a:lnTo>
                  <a:pt x="2106" y="27"/>
                </a:lnTo>
                <a:lnTo>
                  <a:pt x="2106" y="26"/>
                </a:lnTo>
                <a:lnTo>
                  <a:pt x="2107" y="26"/>
                </a:lnTo>
                <a:lnTo>
                  <a:pt x="2108" y="26"/>
                </a:lnTo>
                <a:lnTo>
                  <a:pt x="2108" y="25"/>
                </a:lnTo>
                <a:lnTo>
                  <a:pt x="2109" y="25"/>
                </a:lnTo>
                <a:lnTo>
                  <a:pt x="2110" y="25"/>
                </a:lnTo>
                <a:lnTo>
                  <a:pt x="2111" y="24"/>
                </a:lnTo>
                <a:lnTo>
                  <a:pt x="2112" y="24"/>
                </a:lnTo>
                <a:lnTo>
                  <a:pt x="2113" y="24"/>
                </a:lnTo>
                <a:lnTo>
                  <a:pt x="2113" y="23"/>
                </a:lnTo>
                <a:lnTo>
                  <a:pt x="2114" y="23"/>
                </a:lnTo>
                <a:lnTo>
                  <a:pt x="2115" y="23"/>
                </a:lnTo>
                <a:lnTo>
                  <a:pt x="2115" y="22"/>
                </a:lnTo>
                <a:lnTo>
                  <a:pt x="2115" y="21"/>
                </a:lnTo>
                <a:lnTo>
                  <a:pt x="2116" y="21"/>
                </a:lnTo>
                <a:lnTo>
                  <a:pt x="2116" y="20"/>
                </a:lnTo>
                <a:lnTo>
                  <a:pt x="2117" y="20"/>
                </a:lnTo>
                <a:lnTo>
                  <a:pt x="2118" y="20"/>
                </a:lnTo>
                <a:lnTo>
                  <a:pt x="2118" y="19"/>
                </a:lnTo>
                <a:lnTo>
                  <a:pt x="2119" y="19"/>
                </a:lnTo>
                <a:lnTo>
                  <a:pt x="2119" y="18"/>
                </a:lnTo>
                <a:lnTo>
                  <a:pt x="2120" y="18"/>
                </a:lnTo>
                <a:lnTo>
                  <a:pt x="2120" y="17"/>
                </a:lnTo>
                <a:lnTo>
                  <a:pt x="2119" y="17"/>
                </a:lnTo>
                <a:lnTo>
                  <a:pt x="2119" y="16"/>
                </a:lnTo>
                <a:lnTo>
                  <a:pt x="2120" y="16"/>
                </a:lnTo>
                <a:lnTo>
                  <a:pt x="2121" y="15"/>
                </a:lnTo>
                <a:lnTo>
                  <a:pt x="2122" y="14"/>
                </a:lnTo>
                <a:lnTo>
                  <a:pt x="2122" y="13"/>
                </a:lnTo>
                <a:lnTo>
                  <a:pt x="2123" y="13"/>
                </a:lnTo>
                <a:lnTo>
                  <a:pt x="2124" y="13"/>
                </a:lnTo>
                <a:lnTo>
                  <a:pt x="2124" y="12"/>
                </a:lnTo>
                <a:lnTo>
                  <a:pt x="2125" y="12"/>
                </a:lnTo>
                <a:lnTo>
                  <a:pt x="2126" y="12"/>
                </a:lnTo>
                <a:lnTo>
                  <a:pt x="2127" y="12"/>
                </a:lnTo>
                <a:lnTo>
                  <a:pt x="2127" y="11"/>
                </a:lnTo>
                <a:lnTo>
                  <a:pt x="2128" y="11"/>
                </a:lnTo>
                <a:lnTo>
                  <a:pt x="2129" y="11"/>
                </a:lnTo>
                <a:lnTo>
                  <a:pt x="2129" y="10"/>
                </a:lnTo>
                <a:lnTo>
                  <a:pt x="2130" y="10"/>
                </a:lnTo>
                <a:lnTo>
                  <a:pt x="2130" y="9"/>
                </a:lnTo>
                <a:lnTo>
                  <a:pt x="2131" y="9"/>
                </a:lnTo>
                <a:lnTo>
                  <a:pt x="2132" y="10"/>
                </a:lnTo>
                <a:lnTo>
                  <a:pt x="2132" y="9"/>
                </a:lnTo>
                <a:lnTo>
                  <a:pt x="2132" y="8"/>
                </a:lnTo>
                <a:lnTo>
                  <a:pt x="2132" y="7"/>
                </a:lnTo>
                <a:lnTo>
                  <a:pt x="2131" y="7"/>
                </a:lnTo>
                <a:lnTo>
                  <a:pt x="2130" y="7"/>
                </a:lnTo>
                <a:lnTo>
                  <a:pt x="2131" y="7"/>
                </a:lnTo>
                <a:lnTo>
                  <a:pt x="2131" y="6"/>
                </a:lnTo>
                <a:lnTo>
                  <a:pt x="2132" y="6"/>
                </a:lnTo>
                <a:lnTo>
                  <a:pt x="2133" y="6"/>
                </a:lnTo>
                <a:lnTo>
                  <a:pt x="2134" y="6"/>
                </a:lnTo>
                <a:lnTo>
                  <a:pt x="2135" y="5"/>
                </a:lnTo>
                <a:lnTo>
                  <a:pt x="2136" y="5"/>
                </a:lnTo>
                <a:lnTo>
                  <a:pt x="2136" y="4"/>
                </a:lnTo>
                <a:lnTo>
                  <a:pt x="2137" y="4"/>
                </a:lnTo>
                <a:lnTo>
                  <a:pt x="2138" y="4"/>
                </a:lnTo>
                <a:lnTo>
                  <a:pt x="2138" y="5"/>
                </a:lnTo>
                <a:lnTo>
                  <a:pt x="2139" y="5"/>
                </a:lnTo>
                <a:lnTo>
                  <a:pt x="2140" y="5"/>
                </a:lnTo>
                <a:lnTo>
                  <a:pt x="2141" y="5"/>
                </a:lnTo>
                <a:lnTo>
                  <a:pt x="2141" y="4"/>
                </a:lnTo>
                <a:lnTo>
                  <a:pt x="2142" y="4"/>
                </a:lnTo>
                <a:lnTo>
                  <a:pt x="2143" y="3"/>
                </a:lnTo>
                <a:lnTo>
                  <a:pt x="2144" y="4"/>
                </a:lnTo>
                <a:lnTo>
                  <a:pt x="2145" y="4"/>
                </a:lnTo>
                <a:lnTo>
                  <a:pt x="2146" y="4"/>
                </a:lnTo>
                <a:lnTo>
                  <a:pt x="2147" y="4"/>
                </a:lnTo>
                <a:lnTo>
                  <a:pt x="2149" y="4"/>
                </a:lnTo>
                <a:lnTo>
                  <a:pt x="2150" y="4"/>
                </a:lnTo>
                <a:lnTo>
                  <a:pt x="2151" y="4"/>
                </a:lnTo>
                <a:lnTo>
                  <a:pt x="2152" y="4"/>
                </a:lnTo>
                <a:lnTo>
                  <a:pt x="2152" y="3"/>
                </a:lnTo>
                <a:lnTo>
                  <a:pt x="2153" y="3"/>
                </a:lnTo>
                <a:lnTo>
                  <a:pt x="2154" y="3"/>
                </a:lnTo>
                <a:lnTo>
                  <a:pt x="2155" y="3"/>
                </a:lnTo>
                <a:lnTo>
                  <a:pt x="2156" y="3"/>
                </a:lnTo>
                <a:lnTo>
                  <a:pt x="2156" y="4"/>
                </a:lnTo>
                <a:lnTo>
                  <a:pt x="2157" y="4"/>
                </a:lnTo>
                <a:lnTo>
                  <a:pt x="2157" y="5"/>
                </a:lnTo>
                <a:lnTo>
                  <a:pt x="2158" y="5"/>
                </a:lnTo>
                <a:lnTo>
                  <a:pt x="2158" y="6"/>
                </a:lnTo>
                <a:lnTo>
                  <a:pt x="2159" y="6"/>
                </a:lnTo>
                <a:lnTo>
                  <a:pt x="2160" y="5"/>
                </a:lnTo>
                <a:lnTo>
                  <a:pt x="2161" y="5"/>
                </a:lnTo>
                <a:lnTo>
                  <a:pt x="2162" y="5"/>
                </a:lnTo>
                <a:lnTo>
                  <a:pt x="2163" y="5"/>
                </a:lnTo>
                <a:lnTo>
                  <a:pt x="2164" y="5"/>
                </a:lnTo>
                <a:lnTo>
                  <a:pt x="2165" y="5"/>
                </a:lnTo>
                <a:lnTo>
                  <a:pt x="2166" y="5"/>
                </a:lnTo>
                <a:lnTo>
                  <a:pt x="2168" y="5"/>
                </a:lnTo>
                <a:lnTo>
                  <a:pt x="2169" y="5"/>
                </a:lnTo>
                <a:lnTo>
                  <a:pt x="2169" y="4"/>
                </a:lnTo>
                <a:lnTo>
                  <a:pt x="2170" y="4"/>
                </a:lnTo>
                <a:lnTo>
                  <a:pt x="2171" y="4"/>
                </a:lnTo>
                <a:lnTo>
                  <a:pt x="2172" y="4"/>
                </a:lnTo>
                <a:lnTo>
                  <a:pt x="2173" y="4"/>
                </a:lnTo>
                <a:lnTo>
                  <a:pt x="2174" y="4"/>
                </a:lnTo>
                <a:lnTo>
                  <a:pt x="2174" y="3"/>
                </a:lnTo>
                <a:lnTo>
                  <a:pt x="2175" y="3"/>
                </a:lnTo>
                <a:lnTo>
                  <a:pt x="2175" y="2"/>
                </a:lnTo>
                <a:lnTo>
                  <a:pt x="2176" y="2"/>
                </a:lnTo>
                <a:lnTo>
                  <a:pt x="2176" y="1"/>
                </a:lnTo>
                <a:lnTo>
                  <a:pt x="2177" y="1"/>
                </a:lnTo>
                <a:lnTo>
                  <a:pt x="2178" y="1"/>
                </a:lnTo>
                <a:lnTo>
                  <a:pt x="2179" y="1"/>
                </a:lnTo>
                <a:lnTo>
                  <a:pt x="2180" y="1"/>
                </a:lnTo>
                <a:lnTo>
                  <a:pt x="2181" y="1"/>
                </a:lnTo>
                <a:lnTo>
                  <a:pt x="2182" y="1"/>
                </a:lnTo>
                <a:lnTo>
                  <a:pt x="2183" y="1"/>
                </a:lnTo>
                <a:lnTo>
                  <a:pt x="2184" y="1"/>
                </a:lnTo>
                <a:lnTo>
                  <a:pt x="2185" y="1"/>
                </a:lnTo>
                <a:lnTo>
                  <a:pt x="2186" y="1"/>
                </a:lnTo>
                <a:lnTo>
                  <a:pt x="2187" y="1"/>
                </a:lnTo>
                <a:lnTo>
                  <a:pt x="2188" y="1"/>
                </a:lnTo>
                <a:lnTo>
                  <a:pt x="2189" y="0"/>
                </a:lnTo>
                <a:lnTo>
                  <a:pt x="2190" y="0"/>
                </a:lnTo>
                <a:lnTo>
                  <a:pt x="2191" y="0"/>
                </a:lnTo>
                <a:lnTo>
                  <a:pt x="219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11" name=""/>
          <p:cNvSpPr/>
          <p:nvPr/>
        </p:nvSpPr>
        <p:spPr>
          <a:xfrm>
            <a:off x="7102800" y="15206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12" name=""/>
          <p:cNvSpPr/>
          <p:nvPr/>
        </p:nvSpPr>
        <p:spPr>
          <a:xfrm>
            <a:off x="7102800" y="15206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13" name=""/>
          <p:cNvSpPr/>
          <p:nvPr/>
        </p:nvSpPr>
        <p:spPr>
          <a:xfrm>
            <a:off x="7102800" y="15206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14" name=""/>
          <p:cNvSpPr/>
          <p:nvPr/>
        </p:nvSpPr>
        <p:spPr>
          <a:xfrm>
            <a:off x="7108920" y="15145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15" name=""/>
          <p:cNvSpPr/>
          <p:nvPr/>
        </p:nvSpPr>
        <p:spPr>
          <a:xfrm>
            <a:off x="7108920" y="15138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16" name=""/>
          <p:cNvSpPr/>
          <p:nvPr/>
        </p:nvSpPr>
        <p:spPr>
          <a:xfrm>
            <a:off x="7113960" y="15084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17" name=""/>
          <p:cNvSpPr/>
          <p:nvPr/>
        </p:nvSpPr>
        <p:spPr>
          <a:xfrm>
            <a:off x="7113960" y="150840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18" name=""/>
          <p:cNvSpPr/>
          <p:nvPr/>
        </p:nvSpPr>
        <p:spPr>
          <a:xfrm>
            <a:off x="7114680" y="1508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19" name=""/>
          <p:cNvSpPr/>
          <p:nvPr/>
        </p:nvSpPr>
        <p:spPr>
          <a:xfrm>
            <a:off x="7098480" y="1485720"/>
            <a:ext cx="60840" cy="41040"/>
          </a:xfrm>
          <a:custGeom>
            <a:avLst/>
            <a:gdLst/>
            <a:ahLst/>
            <a:rect l="0" t="0" r="r" b="b"/>
            <a:pathLst>
              <a:path w="169" h="114">
                <a:moveTo>
                  <a:pt x="12" y="98"/>
                </a:moveTo>
                <a:lnTo>
                  <a:pt x="11" y="98"/>
                </a:lnTo>
                <a:lnTo>
                  <a:pt x="11" y="99"/>
                </a:lnTo>
                <a:lnTo>
                  <a:pt x="11" y="100"/>
                </a:lnTo>
                <a:lnTo>
                  <a:pt x="12" y="100"/>
                </a:lnTo>
                <a:lnTo>
                  <a:pt x="12" y="101"/>
                </a:lnTo>
                <a:lnTo>
                  <a:pt x="11" y="101"/>
                </a:lnTo>
                <a:lnTo>
                  <a:pt x="11" y="102"/>
                </a:lnTo>
                <a:lnTo>
                  <a:pt x="12" y="102"/>
                </a:lnTo>
                <a:lnTo>
                  <a:pt x="12" y="101"/>
                </a:lnTo>
                <a:lnTo>
                  <a:pt x="13" y="101"/>
                </a:lnTo>
                <a:lnTo>
                  <a:pt x="13" y="100"/>
                </a:lnTo>
                <a:lnTo>
                  <a:pt x="14" y="100"/>
                </a:lnTo>
                <a:lnTo>
                  <a:pt x="15" y="99"/>
                </a:lnTo>
                <a:lnTo>
                  <a:pt x="16" y="99"/>
                </a:lnTo>
                <a:lnTo>
                  <a:pt x="16" y="98"/>
                </a:lnTo>
                <a:lnTo>
                  <a:pt x="17" y="98"/>
                </a:lnTo>
                <a:lnTo>
                  <a:pt x="17" y="97"/>
                </a:lnTo>
                <a:lnTo>
                  <a:pt x="17" y="96"/>
                </a:lnTo>
                <a:lnTo>
                  <a:pt x="17" y="97"/>
                </a:lnTo>
                <a:lnTo>
                  <a:pt x="17" y="96"/>
                </a:lnTo>
                <a:lnTo>
                  <a:pt x="18" y="96"/>
                </a:lnTo>
                <a:lnTo>
                  <a:pt x="18" y="95"/>
                </a:lnTo>
                <a:lnTo>
                  <a:pt x="18" y="94"/>
                </a:lnTo>
                <a:lnTo>
                  <a:pt x="19" y="94"/>
                </a:lnTo>
                <a:lnTo>
                  <a:pt x="19" y="93"/>
                </a:lnTo>
                <a:lnTo>
                  <a:pt x="19" y="92"/>
                </a:lnTo>
                <a:lnTo>
                  <a:pt x="18" y="92"/>
                </a:lnTo>
                <a:lnTo>
                  <a:pt x="18" y="91"/>
                </a:lnTo>
                <a:lnTo>
                  <a:pt x="17" y="91"/>
                </a:lnTo>
                <a:lnTo>
                  <a:pt x="17" y="90"/>
                </a:lnTo>
                <a:lnTo>
                  <a:pt x="16" y="90"/>
                </a:lnTo>
                <a:lnTo>
                  <a:pt x="16" y="89"/>
                </a:lnTo>
                <a:lnTo>
                  <a:pt x="15" y="89"/>
                </a:lnTo>
                <a:lnTo>
                  <a:pt x="16" y="89"/>
                </a:lnTo>
                <a:lnTo>
                  <a:pt x="16" y="88"/>
                </a:lnTo>
                <a:lnTo>
                  <a:pt x="16" y="87"/>
                </a:lnTo>
                <a:lnTo>
                  <a:pt x="17" y="87"/>
                </a:lnTo>
                <a:lnTo>
                  <a:pt x="17" y="86"/>
                </a:lnTo>
                <a:lnTo>
                  <a:pt x="17" y="85"/>
                </a:lnTo>
                <a:lnTo>
                  <a:pt x="18" y="85"/>
                </a:lnTo>
                <a:lnTo>
                  <a:pt x="18" y="84"/>
                </a:lnTo>
                <a:lnTo>
                  <a:pt x="19" y="84"/>
                </a:lnTo>
                <a:lnTo>
                  <a:pt x="20" y="84"/>
                </a:lnTo>
                <a:lnTo>
                  <a:pt x="20" y="83"/>
                </a:lnTo>
                <a:lnTo>
                  <a:pt x="21" y="83"/>
                </a:lnTo>
                <a:lnTo>
                  <a:pt x="21" y="82"/>
                </a:lnTo>
                <a:lnTo>
                  <a:pt x="21" y="81"/>
                </a:lnTo>
                <a:lnTo>
                  <a:pt x="22" y="81"/>
                </a:lnTo>
                <a:lnTo>
                  <a:pt x="22" y="80"/>
                </a:lnTo>
                <a:lnTo>
                  <a:pt x="23" y="80"/>
                </a:lnTo>
                <a:lnTo>
                  <a:pt x="24" y="80"/>
                </a:lnTo>
                <a:lnTo>
                  <a:pt x="24" y="79"/>
                </a:lnTo>
                <a:lnTo>
                  <a:pt x="25" y="79"/>
                </a:lnTo>
                <a:lnTo>
                  <a:pt x="25" y="78"/>
                </a:lnTo>
                <a:lnTo>
                  <a:pt x="25" y="77"/>
                </a:lnTo>
                <a:lnTo>
                  <a:pt x="26" y="77"/>
                </a:lnTo>
                <a:lnTo>
                  <a:pt x="27" y="77"/>
                </a:lnTo>
                <a:lnTo>
                  <a:pt x="27" y="76"/>
                </a:lnTo>
                <a:lnTo>
                  <a:pt x="28" y="76"/>
                </a:lnTo>
                <a:lnTo>
                  <a:pt x="29" y="76"/>
                </a:lnTo>
                <a:lnTo>
                  <a:pt x="28" y="76"/>
                </a:lnTo>
                <a:lnTo>
                  <a:pt x="28" y="77"/>
                </a:lnTo>
                <a:lnTo>
                  <a:pt x="28" y="76"/>
                </a:lnTo>
                <a:lnTo>
                  <a:pt x="28" y="77"/>
                </a:lnTo>
                <a:lnTo>
                  <a:pt x="29" y="77"/>
                </a:lnTo>
                <a:lnTo>
                  <a:pt x="29" y="76"/>
                </a:lnTo>
                <a:lnTo>
                  <a:pt x="29" y="75"/>
                </a:lnTo>
                <a:lnTo>
                  <a:pt x="30" y="75"/>
                </a:lnTo>
                <a:lnTo>
                  <a:pt x="30" y="74"/>
                </a:lnTo>
                <a:lnTo>
                  <a:pt x="31" y="74"/>
                </a:lnTo>
                <a:lnTo>
                  <a:pt x="31" y="72"/>
                </a:lnTo>
                <a:lnTo>
                  <a:pt x="32" y="72"/>
                </a:lnTo>
                <a:lnTo>
                  <a:pt x="33" y="72"/>
                </a:lnTo>
                <a:lnTo>
                  <a:pt x="33" y="71"/>
                </a:lnTo>
                <a:lnTo>
                  <a:pt x="34" y="71"/>
                </a:lnTo>
                <a:lnTo>
                  <a:pt x="35" y="71"/>
                </a:lnTo>
                <a:lnTo>
                  <a:pt x="35" y="70"/>
                </a:lnTo>
                <a:lnTo>
                  <a:pt x="34" y="70"/>
                </a:lnTo>
                <a:lnTo>
                  <a:pt x="35" y="70"/>
                </a:lnTo>
                <a:lnTo>
                  <a:pt x="34" y="70"/>
                </a:lnTo>
                <a:lnTo>
                  <a:pt x="34" y="69"/>
                </a:lnTo>
                <a:lnTo>
                  <a:pt x="35" y="69"/>
                </a:lnTo>
                <a:lnTo>
                  <a:pt x="35" y="68"/>
                </a:lnTo>
                <a:lnTo>
                  <a:pt x="36" y="68"/>
                </a:lnTo>
                <a:lnTo>
                  <a:pt x="37" y="68"/>
                </a:lnTo>
                <a:lnTo>
                  <a:pt x="37" y="67"/>
                </a:lnTo>
                <a:lnTo>
                  <a:pt x="38" y="67"/>
                </a:lnTo>
                <a:lnTo>
                  <a:pt x="38" y="66"/>
                </a:lnTo>
                <a:lnTo>
                  <a:pt x="39" y="66"/>
                </a:lnTo>
                <a:lnTo>
                  <a:pt x="39" y="65"/>
                </a:lnTo>
                <a:lnTo>
                  <a:pt x="40" y="65"/>
                </a:lnTo>
                <a:lnTo>
                  <a:pt x="40" y="64"/>
                </a:lnTo>
                <a:lnTo>
                  <a:pt x="41" y="64"/>
                </a:lnTo>
                <a:lnTo>
                  <a:pt x="42" y="64"/>
                </a:lnTo>
                <a:lnTo>
                  <a:pt x="43" y="63"/>
                </a:lnTo>
                <a:lnTo>
                  <a:pt x="42" y="64"/>
                </a:lnTo>
                <a:lnTo>
                  <a:pt x="43" y="64"/>
                </a:lnTo>
                <a:lnTo>
                  <a:pt x="44" y="64"/>
                </a:lnTo>
                <a:lnTo>
                  <a:pt x="44" y="63"/>
                </a:lnTo>
                <a:lnTo>
                  <a:pt x="45" y="63"/>
                </a:lnTo>
                <a:lnTo>
                  <a:pt x="46" y="63"/>
                </a:lnTo>
                <a:lnTo>
                  <a:pt x="46" y="62"/>
                </a:lnTo>
                <a:lnTo>
                  <a:pt x="46" y="63"/>
                </a:lnTo>
                <a:lnTo>
                  <a:pt x="46" y="62"/>
                </a:lnTo>
                <a:lnTo>
                  <a:pt x="47" y="62"/>
                </a:lnTo>
                <a:lnTo>
                  <a:pt x="48" y="62"/>
                </a:lnTo>
                <a:lnTo>
                  <a:pt x="48" y="61"/>
                </a:lnTo>
                <a:lnTo>
                  <a:pt x="49" y="61"/>
                </a:lnTo>
                <a:lnTo>
                  <a:pt x="49" y="62"/>
                </a:lnTo>
                <a:lnTo>
                  <a:pt x="48" y="62"/>
                </a:lnTo>
                <a:lnTo>
                  <a:pt x="49" y="62"/>
                </a:lnTo>
                <a:lnTo>
                  <a:pt x="49" y="61"/>
                </a:lnTo>
                <a:lnTo>
                  <a:pt x="50" y="61"/>
                </a:lnTo>
                <a:lnTo>
                  <a:pt x="51" y="61"/>
                </a:lnTo>
                <a:lnTo>
                  <a:pt x="51" y="60"/>
                </a:lnTo>
                <a:lnTo>
                  <a:pt x="51" y="59"/>
                </a:lnTo>
                <a:lnTo>
                  <a:pt x="51" y="57"/>
                </a:lnTo>
                <a:lnTo>
                  <a:pt x="52" y="57"/>
                </a:lnTo>
                <a:lnTo>
                  <a:pt x="51" y="57"/>
                </a:lnTo>
                <a:lnTo>
                  <a:pt x="52" y="57"/>
                </a:lnTo>
                <a:lnTo>
                  <a:pt x="52" y="56"/>
                </a:lnTo>
                <a:lnTo>
                  <a:pt x="52" y="55"/>
                </a:lnTo>
                <a:lnTo>
                  <a:pt x="53" y="55"/>
                </a:lnTo>
                <a:lnTo>
                  <a:pt x="53" y="54"/>
                </a:lnTo>
                <a:lnTo>
                  <a:pt x="54" y="54"/>
                </a:lnTo>
                <a:lnTo>
                  <a:pt x="54" y="53"/>
                </a:lnTo>
                <a:lnTo>
                  <a:pt x="55" y="53"/>
                </a:lnTo>
                <a:lnTo>
                  <a:pt x="56" y="53"/>
                </a:lnTo>
                <a:lnTo>
                  <a:pt x="56" y="52"/>
                </a:lnTo>
                <a:lnTo>
                  <a:pt x="57" y="52"/>
                </a:lnTo>
                <a:lnTo>
                  <a:pt x="58" y="52"/>
                </a:lnTo>
                <a:lnTo>
                  <a:pt x="58" y="51"/>
                </a:lnTo>
                <a:lnTo>
                  <a:pt x="59" y="51"/>
                </a:lnTo>
                <a:lnTo>
                  <a:pt x="60" y="51"/>
                </a:lnTo>
                <a:lnTo>
                  <a:pt x="60" y="50"/>
                </a:lnTo>
                <a:lnTo>
                  <a:pt x="61" y="50"/>
                </a:lnTo>
                <a:lnTo>
                  <a:pt x="61" y="49"/>
                </a:lnTo>
                <a:lnTo>
                  <a:pt x="62" y="49"/>
                </a:lnTo>
                <a:lnTo>
                  <a:pt x="63" y="49"/>
                </a:lnTo>
                <a:lnTo>
                  <a:pt x="63" y="48"/>
                </a:lnTo>
                <a:lnTo>
                  <a:pt x="64" y="47"/>
                </a:lnTo>
                <a:lnTo>
                  <a:pt x="65" y="46"/>
                </a:lnTo>
                <a:lnTo>
                  <a:pt x="65" y="45"/>
                </a:lnTo>
                <a:lnTo>
                  <a:pt x="66" y="45"/>
                </a:lnTo>
                <a:lnTo>
                  <a:pt x="66" y="44"/>
                </a:lnTo>
                <a:lnTo>
                  <a:pt x="67" y="44"/>
                </a:lnTo>
                <a:lnTo>
                  <a:pt x="68" y="44"/>
                </a:lnTo>
                <a:lnTo>
                  <a:pt x="68" y="45"/>
                </a:lnTo>
                <a:lnTo>
                  <a:pt x="68" y="46"/>
                </a:lnTo>
                <a:lnTo>
                  <a:pt x="68" y="47"/>
                </a:lnTo>
                <a:lnTo>
                  <a:pt x="69" y="47"/>
                </a:lnTo>
                <a:lnTo>
                  <a:pt x="70" y="47"/>
                </a:lnTo>
                <a:lnTo>
                  <a:pt x="71" y="47"/>
                </a:lnTo>
                <a:lnTo>
                  <a:pt x="73" y="46"/>
                </a:lnTo>
                <a:lnTo>
                  <a:pt x="74" y="45"/>
                </a:lnTo>
                <a:lnTo>
                  <a:pt x="75" y="45"/>
                </a:lnTo>
                <a:lnTo>
                  <a:pt x="76" y="45"/>
                </a:lnTo>
                <a:lnTo>
                  <a:pt x="77" y="45"/>
                </a:lnTo>
                <a:lnTo>
                  <a:pt x="77" y="46"/>
                </a:lnTo>
                <a:lnTo>
                  <a:pt x="78" y="46"/>
                </a:lnTo>
                <a:lnTo>
                  <a:pt x="78" y="45"/>
                </a:lnTo>
                <a:lnTo>
                  <a:pt x="78" y="46"/>
                </a:lnTo>
                <a:lnTo>
                  <a:pt x="79" y="46"/>
                </a:lnTo>
                <a:lnTo>
                  <a:pt x="79" y="47"/>
                </a:lnTo>
                <a:lnTo>
                  <a:pt x="79" y="46"/>
                </a:lnTo>
                <a:lnTo>
                  <a:pt x="80" y="46"/>
                </a:lnTo>
                <a:lnTo>
                  <a:pt x="80" y="45"/>
                </a:lnTo>
                <a:lnTo>
                  <a:pt x="80" y="44"/>
                </a:lnTo>
                <a:lnTo>
                  <a:pt x="79" y="44"/>
                </a:lnTo>
                <a:lnTo>
                  <a:pt x="78" y="44"/>
                </a:lnTo>
                <a:lnTo>
                  <a:pt x="77" y="44"/>
                </a:lnTo>
                <a:lnTo>
                  <a:pt x="77" y="43"/>
                </a:lnTo>
                <a:lnTo>
                  <a:pt x="77" y="44"/>
                </a:lnTo>
                <a:lnTo>
                  <a:pt x="77" y="43"/>
                </a:lnTo>
                <a:lnTo>
                  <a:pt x="76" y="43"/>
                </a:lnTo>
                <a:lnTo>
                  <a:pt x="76" y="42"/>
                </a:lnTo>
                <a:lnTo>
                  <a:pt x="76" y="41"/>
                </a:lnTo>
                <a:lnTo>
                  <a:pt x="77" y="41"/>
                </a:lnTo>
                <a:lnTo>
                  <a:pt x="77" y="40"/>
                </a:lnTo>
                <a:lnTo>
                  <a:pt x="77" y="39"/>
                </a:lnTo>
                <a:lnTo>
                  <a:pt x="78" y="39"/>
                </a:lnTo>
                <a:lnTo>
                  <a:pt x="78" y="38"/>
                </a:lnTo>
                <a:lnTo>
                  <a:pt x="79" y="38"/>
                </a:lnTo>
                <a:lnTo>
                  <a:pt x="80" y="38"/>
                </a:lnTo>
                <a:lnTo>
                  <a:pt x="80" y="37"/>
                </a:lnTo>
                <a:lnTo>
                  <a:pt x="80" y="36"/>
                </a:lnTo>
                <a:lnTo>
                  <a:pt x="79" y="36"/>
                </a:lnTo>
                <a:lnTo>
                  <a:pt x="80" y="36"/>
                </a:lnTo>
                <a:lnTo>
                  <a:pt x="80" y="37"/>
                </a:lnTo>
                <a:lnTo>
                  <a:pt x="81" y="37"/>
                </a:lnTo>
                <a:lnTo>
                  <a:pt x="82" y="37"/>
                </a:lnTo>
                <a:lnTo>
                  <a:pt x="83" y="37"/>
                </a:lnTo>
                <a:lnTo>
                  <a:pt x="83" y="36"/>
                </a:lnTo>
                <a:lnTo>
                  <a:pt x="82" y="35"/>
                </a:lnTo>
                <a:lnTo>
                  <a:pt x="82" y="34"/>
                </a:lnTo>
                <a:lnTo>
                  <a:pt x="82" y="33"/>
                </a:lnTo>
                <a:lnTo>
                  <a:pt x="83" y="33"/>
                </a:lnTo>
                <a:lnTo>
                  <a:pt x="82" y="32"/>
                </a:lnTo>
                <a:lnTo>
                  <a:pt x="83" y="32"/>
                </a:lnTo>
                <a:lnTo>
                  <a:pt x="83" y="33"/>
                </a:lnTo>
                <a:lnTo>
                  <a:pt x="83" y="34"/>
                </a:lnTo>
                <a:lnTo>
                  <a:pt x="82" y="35"/>
                </a:lnTo>
                <a:lnTo>
                  <a:pt x="83" y="35"/>
                </a:lnTo>
                <a:lnTo>
                  <a:pt x="84" y="35"/>
                </a:lnTo>
                <a:lnTo>
                  <a:pt x="84" y="36"/>
                </a:lnTo>
                <a:lnTo>
                  <a:pt x="85" y="36"/>
                </a:lnTo>
                <a:lnTo>
                  <a:pt x="86" y="36"/>
                </a:lnTo>
                <a:lnTo>
                  <a:pt x="86" y="35"/>
                </a:lnTo>
                <a:lnTo>
                  <a:pt x="86" y="36"/>
                </a:lnTo>
                <a:lnTo>
                  <a:pt x="86" y="35"/>
                </a:lnTo>
                <a:lnTo>
                  <a:pt x="87" y="35"/>
                </a:lnTo>
                <a:lnTo>
                  <a:pt x="87" y="34"/>
                </a:lnTo>
                <a:lnTo>
                  <a:pt x="87" y="33"/>
                </a:lnTo>
                <a:lnTo>
                  <a:pt x="88" y="34"/>
                </a:lnTo>
                <a:lnTo>
                  <a:pt x="89" y="34"/>
                </a:lnTo>
                <a:lnTo>
                  <a:pt x="89" y="33"/>
                </a:lnTo>
                <a:lnTo>
                  <a:pt x="90" y="33"/>
                </a:lnTo>
                <a:lnTo>
                  <a:pt x="89" y="33"/>
                </a:lnTo>
                <a:lnTo>
                  <a:pt x="90" y="33"/>
                </a:lnTo>
                <a:lnTo>
                  <a:pt x="91" y="33"/>
                </a:lnTo>
                <a:lnTo>
                  <a:pt x="91" y="32"/>
                </a:lnTo>
                <a:lnTo>
                  <a:pt x="92" y="32"/>
                </a:lnTo>
                <a:lnTo>
                  <a:pt x="92" y="31"/>
                </a:lnTo>
                <a:lnTo>
                  <a:pt x="93" y="31"/>
                </a:lnTo>
                <a:lnTo>
                  <a:pt x="94" y="31"/>
                </a:lnTo>
                <a:lnTo>
                  <a:pt x="93" y="30"/>
                </a:lnTo>
                <a:lnTo>
                  <a:pt x="93" y="29"/>
                </a:lnTo>
                <a:lnTo>
                  <a:pt x="92" y="28"/>
                </a:lnTo>
                <a:lnTo>
                  <a:pt x="91" y="28"/>
                </a:lnTo>
                <a:lnTo>
                  <a:pt x="92" y="27"/>
                </a:lnTo>
                <a:lnTo>
                  <a:pt x="93" y="27"/>
                </a:lnTo>
                <a:lnTo>
                  <a:pt x="93" y="26"/>
                </a:lnTo>
                <a:lnTo>
                  <a:pt x="93" y="27"/>
                </a:lnTo>
                <a:lnTo>
                  <a:pt x="92" y="27"/>
                </a:lnTo>
                <a:lnTo>
                  <a:pt x="92" y="28"/>
                </a:lnTo>
                <a:lnTo>
                  <a:pt x="93" y="28"/>
                </a:lnTo>
                <a:lnTo>
                  <a:pt x="93" y="29"/>
                </a:lnTo>
                <a:lnTo>
                  <a:pt x="94" y="30"/>
                </a:lnTo>
                <a:lnTo>
                  <a:pt x="94" y="31"/>
                </a:lnTo>
                <a:lnTo>
                  <a:pt x="94" y="30"/>
                </a:lnTo>
                <a:lnTo>
                  <a:pt x="95" y="30"/>
                </a:lnTo>
                <a:lnTo>
                  <a:pt x="96" y="30"/>
                </a:lnTo>
                <a:lnTo>
                  <a:pt x="96" y="31"/>
                </a:lnTo>
                <a:lnTo>
                  <a:pt x="97" y="31"/>
                </a:lnTo>
                <a:lnTo>
                  <a:pt x="98" y="30"/>
                </a:lnTo>
                <a:lnTo>
                  <a:pt x="99" y="30"/>
                </a:lnTo>
                <a:lnTo>
                  <a:pt x="100" y="30"/>
                </a:lnTo>
                <a:lnTo>
                  <a:pt x="100" y="29"/>
                </a:lnTo>
                <a:lnTo>
                  <a:pt x="100" y="30"/>
                </a:lnTo>
                <a:lnTo>
                  <a:pt x="100" y="29"/>
                </a:lnTo>
                <a:lnTo>
                  <a:pt x="100" y="28"/>
                </a:lnTo>
                <a:lnTo>
                  <a:pt x="100" y="27"/>
                </a:lnTo>
                <a:lnTo>
                  <a:pt x="101" y="27"/>
                </a:lnTo>
                <a:lnTo>
                  <a:pt x="101" y="26"/>
                </a:lnTo>
                <a:lnTo>
                  <a:pt x="102" y="26"/>
                </a:lnTo>
                <a:lnTo>
                  <a:pt x="103" y="26"/>
                </a:lnTo>
                <a:lnTo>
                  <a:pt x="104" y="26"/>
                </a:lnTo>
                <a:lnTo>
                  <a:pt x="104" y="27"/>
                </a:lnTo>
                <a:lnTo>
                  <a:pt x="105" y="27"/>
                </a:lnTo>
                <a:lnTo>
                  <a:pt x="105" y="28"/>
                </a:lnTo>
                <a:lnTo>
                  <a:pt x="106" y="28"/>
                </a:lnTo>
                <a:lnTo>
                  <a:pt x="107" y="28"/>
                </a:lnTo>
                <a:lnTo>
                  <a:pt x="108" y="27"/>
                </a:lnTo>
                <a:lnTo>
                  <a:pt x="109" y="27"/>
                </a:lnTo>
                <a:lnTo>
                  <a:pt x="110" y="27"/>
                </a:lnTo>
                <a:lnTo>
                  <a:pt x="110" y="26"/>
                </a:lnTo>
                <a:lnTo>
                  <a:pt x="110" y="27"/>
                </a:lnTo>
                <a:lnTo>
                  <a:pt x="111" y="27"/>
                </a:lnTo>
                <a:lnTo>
                  <a:pt x="111" y="28"/>
                </a:lnTo>
                <a:lnTo>
                  <a:pt x="112" y="28"/>
                </a:lnTo>
                <a:lnTo>
                  <a:pt x="112" y="29"/>
                </a:lnTo>
                <a:lnTo>
                  <a:pt x="113" y="29"/>
                </a:lnTo>
                <a:lnTo>
                  <a:pt x="114" y="29"/>
                </a:lnTo>
                <a:lnTo>
                  <a:pt x="114" y="28"/>
                </a:lnTo>
                <a:lnTo>
                  <a:pt x="114" y="27"/>
                </a:lnTo>
                <a:lnTo>
                  <a:pt x="113" y="27"/>
                </a:lnTo>
                <a:lnTo>
                  <a:pt x="113" y="26"/>
                </a:lnTo>
                <a:lnTo>
                  <a:pt x="113" y="25"/>
                </a:lnTo>
                <a:lnTo>
                  <a:pt x="114" y="25"/>
                </a:lnTo>
                <a:lnTo>
                  <a:pt x="114" y="24"/>
                </a:lnTo>
                <a:lnTo>
                  <a:pt x="114" y="25"/>
                </a:lnTo>
                <a:lnTo>
                  <a:pt x="115" y="25"/>
                </a:lnTo>
                <a:lnTo>
                  <a:pt x="115" y="24"/>
                </a:lnTo>
                <a:lnTo>
                  <a:pt x="115" y="25"/>
                </a:lnTo>
                <a:lnTo>
                  <a:pt x="116" y="24"/>
                </a:lnTo>
                <a:lnTo>
                  <a:pt x="115" y="23"/>
                </a:lnTo>
                <a:lnTo>
                  <a:pt x="116" y="23"/>
                </a:lnTo>
                <a:lnTo>
                  <a:pt x="116" y="24"/>
                </a:lnTo>
                <a:lnTo>
                  <a:pt x="116" y="25"/>
                </a:lnTo>
                <a:lnTo>
                  <a:pt x="117" y="25"/>
                </a:lnTo>
                <a:lnTo>
                  <a:pt x="117" y="24"/>
                </a:lnTo>
                <a:lnTo>
                  <a:pt x="117" y="23"/>
                </a:lnTo>
                <a:lnTo>
                  <a:pt x="117" y="22"/>
                </a:lnTo>
                <a:lnTo>
                  <a:pt x="117" y="21"/>
                </a:lnTo>
                <a:lnTo>
                  <a:pt x="118" y="21"/>
                </a:lnTo>
                <a:lnTo>
                  <a:pt x="119" y="20"/>
                </a:lnTo>
                <a:lnTo>
                  <a:pt x="120" y="20"/>
                </a:lnTo>
                <a:lnTo>
                  <a:pt x="120" y="19"/>
                </a:lnTo>
                <a:lnTo>
                  <a:pt x="121" y="19"/>
                </a:lnTo>
                <a:lnTo>
                  <a:pt x="122" y="19"/>
                </a:lnTo>
                <a:lnTo>
                  <a:pt x="123" y="19"/>
                </a:lnTo>
                <a:lnTo>
                  <a:pt x="123" y="20"/>
                </a:lnTo>
                <a:lnTo>
                  <a:pt x="124" y="20"/>
                </a:lnTo>
                <a:lnTo>
                  <a:pt x="125" y="20"/>
                </a:lnTo>
                <a:lnTo>
                  <a:pt x="125" y="19"/>
                </a:lnTo>
                <a:lnTo>
                  <a:pt x="124" y="19"/>
                </a:lnTo>
                <a:lnTo>
                  <a:pt x="125" y="19"/>
                </a:lnTo>
                <a:lnTo>
                  <a:pt x="124" y="18"/>
                </a:lnTo>
                <a:lnTo>
                  <a:pt x="124" y="17"/>
                </a:lnTo>
                <a:lnTo>
                  <a:pt x="125" y="17"/>
                </a:lnTo>
                <a:lnTo>
                  <a:pt x="125" y="18"/>
                </a:lnTo>
                <a:lnTo>
                  <a:pt x="125" y="19"/>
                </a:lnTo>
                <a:lnTo>
                  <a:pt x="125" y="18"/>
                </a:lnTo>
                <a:lnTo>
                  <a:pt x="126" y="18"/>
                </a:lnTo>
                <a:lnTo>
                  <a:pt x="125" y="18"/>
                </a:lnTo>
                <a:lnTo>
                  <a:pt x="126" y="18"/>
                </a:lnTo>
                <a:lnTo>
                  <a:pt x="126" y="17"/>
                </a:lnTo>
                <a:lnTo>
                  <a:pt x="125" y="17"/>
                </a:lnTo>
                <a:lnTo>
                  <a:pt x="125" y="16"/>
                </a:lnTo>
                <a:lnTo>
                  <a:pt x="126" y="16"/>
                </a:lnTo>
                <a:lnTo>
                  <a:pt x="126" y="15"/>
                </a:lnTo>
                <a:lnTo>
                  <a:pt x="127" y="15"/>
                </a:lnTo>
                <a:lnTo>
                  <a:pt x="127" y="14"/>
                </a:lnTo>
                <a:lnTo>
                  <a:pt x="128" y="13"/>
                </a:lnTo>
                <a:lnTo>
                  <a:pt x="129" y="13"/>
                </a:lnTo>
                <a:lnTo>
                  <a:pt x="130" y="13"/>
                </a:lnTo>
                <a:lnTo>
                  <a:pt x="130" y="14"/>
                </a:lnTo>
                <a:lnTo>
                  <a:pt x="131" y="13"/>
                </a:lnTo>
                <a:lnTo>
                  <a:pt x="131" y="14"/>
                </a:lnTo>
                <a:lnTo>
                  <a:pt x="130" y="15"/>
                </a:lnTo>
                <a:lnTo>
                  <a:pt x="131" y="15"/>
                </a:lnTo>
                <a:lnTo>
                  <a:pt x="131" y="16"/>
                </a:lnTo>
                <a:lnTo>
                  <a:pt x="133" y="16"/>
                </a:lnTo>
                <a:lnTo>
                  <a:pt x="133" y="15"/>
                </a:lnTo>
                <a:lnTo>
                  <a:pt x="134" y="15"/>
                </a:lnTo>
                <a:lnTo>
                  <a:pt x="135" y="15"/>
                </a:lnTo>
                <a:lnTo>
                  <a:pt x="136" y="15"/>
                </a:lnTo>
                <a:lnTo>
                  <a:pt x="138" y="15"/>
                </a:lnTo>
                <a:lnTo>
                  <a:pt x="138" y="14"/>
                </a:lnTo>
                <a:lnTo>
                  <a:pt x="137" y="13"/>
                </a:lnTo>
                <a:lnTo>
                  <a:pt x="136" y="13"/>
                </a:lnTo>
                <a:lnTo>
                  <a:pt x="135" y="13"/>
                </a:lnTo>
                <a:lnTo>
                  <a:pt x="134" y="13"/>
                </a:lnTo>
                <a:lnTo>
                  <a:pt x="134" y="12"/>
                </a:lnTo>
                <a:lnTo>
                  <a:pt x="133" y="12"/>
                </a:lnTo>
                <a:lnTo>
                  <a:pt x="133" y="11"/>
                </a:lnTo>
                <a:lnTo>
                  <a:pt x="133" y="10"/>
                </a:lnTo>
                <a:lnTo>
                  <a:pt x="134" y="10"/>
                </a:lnTo>
                <a:lnTo>
                  <a:pt x="135" y="9"/>
                </a:lnTo>
                <a:lnTo>
                  <a:pt x="136" y="9"/>
                </a:lnTo>
                <a:lnTo>
                  <a:pt x="136" y="8"/>
                </a:lnTo>
                <a:lnTo>
                  <a:pt x="137" y="8"/>
                </a:lnTo>
                <a:lnTo>
                  <a:pt x="138" y="8"/>
                </a:lnTo>
                <a:lnTo>
                  <a:pt x="138" y="7"/>
                </a:lnTo>
                <a:lnTo>
                  <a:pt x="139" y="6"/>
                </a:lnTo>
                <a:lnTo>
                  <a:pt x="140" y="6"/>
                </a:lnTo>
                <a:lnTo>
                  <a:pt x="140" y="5"/>
                </a:lnTo>
                <a:lnTo>
                  <a:pt x="141" y="5"/>
                </a:lnTo>
                <a:lnTo>
                  <a:pt x="141" y="4"/>
                </a:lnTo>
                <a:lnTo>
                  <a:pt x="142" y="4"/>
                </a:lnTo>
                <a:lnTo>
                  <a:pt x="142" y="5"/>
                </a:lnTo>
                <a:lnTo>
                  <a:pt x="143" y="5"/>
                </a:lnTo>
                <a:lnTo>
                  <a:pt x="143" y="4"/>
                </a:lnTo>
                <a:lnTo>
                  <a:pt x="143" y="5"/>
                </a:lnTo>
                <a:lnTo>
                  <a:pt x="143" y="4"/>
                </a:lnTo>
                <a:lnTo>
                  <a:pt x="144" y="4"/>
                </a:lnTo>
                <a:lnTo>
                  <a:pt x="144" y="3"/>
                </a:lnTo>
                <a:lnTo>
                  <a:pt x="145" y="3"/>
                </a:lnTo>
                <a:lnTo>
                  <a:pt x="145" y="2"/>
                </a:lnTo>
                <a:lnTo>
                  <a:pt x="146" y="2"/>
                </a:lnTo>
                <a:lnTo>
                  <a:pt x="147" y="2"/>
                </a:lnTo>
                <a:lnTo>
                  <a:pt x="148" y="2"/>
                </a:lnTo>
                <a:lnTo>
                  <a:pt x="148" y="3"/>
                </a:lnTo>
                <a:lnTo>
                  <a:pt x="149" y="3"/>
                </a:lnTo>
                <a:lnTo>
                  <a:pt x="149" y="4"/>
                </a:lnTo>
                <a:lnTo>
                  <a:pt x="149" y="5"/>
                </a:lnTo>
                <a:lnTo>
                  <a:pt x="150" y="5"/>
                </a:lnTo>
                <a:lnTo>
                  <a:pt x="151" y="5"/>
                </a:lnTo>
                <a:lnTo>
                  <a:pt x="151" y="4"/>
                </a:lnTo>
                <a:lnTo>
                  <a:pt x="152" y="4"/>
                </a:lnTo>
                <a:lnTo>
                  <a:pt x="153" y="4"/>
                </a:lnTo>
                <a:lnTo>
                  <a:pt x="153" y="3"/>
                </a:lnTo>
                <a:lnTo>
                  <a:pt x="154" y="3"/>
                </a:lnTo>
                <a:lnTo>
                  <a:pt x="154" y="2"/>
                </a:lnTo>
                <a:lnTo>
                  <a:pt x="155" y="2"/>
                </a:lnTo>
                <a:lnTo>
                  <a:pt x="155" y="1"/>
                </a:lnTo>
                <a:lnTo>
                  <a:pt x="156" y="1"/>
                </a:lnTo>
                <a:lnTo>
                  <a:pt x="156" y="2"/>
                </a:lnTo>
                <a:lnTo>
                  <a:pt x="157" y="2"/>
                </a:lnTo>
                <a:lnTo>
                  <a:pt x="158" y="2"/>
                </a:lnTo>
                <a:lnTo>
                  <a:pt x="158" y="1"/>
                </a:lnTo>
                <a:lnTo>
                  <a:pt x="158" y="0"/>
                </a:lnTo>
                <a:lnTo>
                  <a:pt x="159" y="0"/>
                </a:lnTo>
                <a:lnTo>
                  <a:pt x="159" y="1"/>
                </a:lnTo>
                <a:lnTo>
                  <a:pt x="159" y="2"/>
                </a:lnTo>
                <a:lnTo>
                  <a:pt x="158" y="2"/>
                </a:lnTo>
                <a:lnTo>
                  <a:pt x="159" y="2"/>
                </a:lnTo>
                <a:lnTo>
                  <a:pt x="159" y="3"/>
                </a:lnTo>
                <a:lnTo>
                  <a:pt x="160" y="3"/>
                </a:lnTo>
                <a:lnTo>
                  <a:pt x="160" y="4"/>
                </a:lnTo>
                <a:lnTo>
                  <a:pt x="162" y="4"/>
                </a:lnTo>
                <a:lnTo>
                  <a:pt x="163" y="3"/>
                </a:lnTo>
                <a:lnTo>
                  <a:pt x="164" y="3"/>
                </a:lnTo>
                <a:lnTo>
                  <a:pt x="163" y="2"/>
                </a:lnTo>
                <a:lnTo>
                  <a:pt x="164" y="1"/>
                </a:lnTo>
                <a:lnTo>
                  <a:pt x="165" y="1"/>
                </a:lnTo>
                <a:lnTo>
                  <a:pt x="166" y="1"/>
                </a:lnTo>
                <a:lnTo>
                  <a:pt x="166" y="2"/>
                </a:lnTo>
                <a:lnTo>
                  <a:pt x="167" y="2"/>
                </a:lnTo>
                <a:lnTo>
                  <a:pt x="168" y="1"/>
                </a:lnTo>
                <a:lnTo>
                  <a:pt x="169" y="1"/>
                </a:lnTo>
                <a:lnTo>
                  <a:pt x="169" y="2"/>
                </a:lnTo>
                <a:lnTo>
                  <a:pt x="168" y="2"/>
                </a:lnTo>
                <a:lnTo>
                  <a:pt x="167" y="2"/>
                </a:lnTo>
                <a:lnTo>
                  <a:pt x="167" y="3"/>
                </a:lnTo>
                <a:lnTo>
                  <a:pt x="166" y="3"/>
                </a:lnTo>
                <a:lnTo>
                  <a:pt x="167" y="3"/>
                </a:lnTo>
                <a:lnTo>
                  <a:pt x="167" y="2"/>
                </a:lnTo>
                <a:lnTo>
                  <a:pt x="166" y="2"/>
                </a:lnTo>
                <a:lnTo>
                  <a:pt x="165" y="2"/>
                </a:lnTo>
                <a:lnTo>
                  <a:pt x="164" y="2"/>
                </a:lnTo>
                <a:lnTo>
                  <a:pt x="165" y="1"/>
                </a:lnTo>
                <a:lnTo>
                  <a:pt x="164" y="1"/>
                </a:lnTo>
                <a:lnTo>
                  <a:pt x="164" y="2"/>
                </a:lnTo>
                <a:lnTo>
                  <a:pt x="164" y="3"/>
                </a:lnTo>
                <a:lnTo>
                  <a:pt x="163" y="3"/>
                </a:lnTo>
                <a:lnTo>
                  <a:pt x="163" y="4"/>
                </a:lnTo>
                <a:lnTo>
                  <a:pt x="162" y="4"/>
                </a:lnTo>
                <a:lnTo>
                  <a:pt x="161" y="4"/>
                </a:lnTo>
                <a:lnTo>
                  <a:pt x="160" y="4"/>
                </a:lnTo>
                <a:lnTo>
                  <a:pt x="159" y="4"/>
                </a:lnTo>
                <a:lnTo>
                  <a:pt x="159" y="3"/>
                </a:lnTo>
                <a:lnTo>
                  <a:pt x="158" y="3"/>
                </a:lnTo>
                <a:lnTo>
                  <a:pt x="158" y="2"/>
                </a:lnTo>
                <a:lnTo>
                  <a:pt x="159" y="2"/>
                </a:lnTo>
                <a:lnTo>
                  <a:pt x="159" y="1"/>
                </a:lnTo>
                <a:lnTo>
                  <a:pt x="158" y="1"/>
                </a:lnTo>
                <a:lnTo>
                  <a:pt x="158" y="2"/>
                </a:lnTo>
                <a:lnTo>
                  <a:pt x="157" y="2"/>
                </a:lnTo>
                <a:lnTo>
                  <a:pt x="156" y="2"/>
                </a:lnTo>
                <a:lnTo>
                  <a:pt x="156" y="1"/>
                </a:lnTo>
                <a:lnTo>
                  <a:pt x="155" y="1"/>
                </a:lnTo>
                <a:lnTo>
                  <a:pt x="155" y="2"/>
                </a:lnTo>
                <a:lnTo>
                  <a:pt x="155" y="3"/>
                </a:lnTo>
                <a:lnTo>
                  <a:pt x="154" y="3"/>
                </a:lnTo>
                <a:lnTo>
                  <a:pt x="153" y="4"/>
                </a:lnTo>
                <a:lnTo>
                  <a:pt x="152" y="4"/>
                </a:lnTo>
                <a:lnTo>
                  <a:pt x="151" y="4"/>
                </a:lnTo>
                <a:lnTo>
                  <a:pt x="151" y="5"/>
                </a:lnTo>
                <a:lnTo>
                  <a:pt x="150" y="5"/>
                </a:lnTo>
                <a:lnTo>
                  <a:pt x="150" y="6"/>
                </a:lnTo>
                <a:lnTo>
                  <a:pt x="149" y="6"/>
                </a:lnTo>
                <a:lnTo>
                  <a:pt x="149" y="5"/>
                </a:lnTo>
                <a:lnTo>
                  <a:pt x="148" y="5"/>
                </a:lnTo>
                <a:lnTo>
                  <a:pt x="148" y="4"/>
                </a:lnTo>
                <a:lnTo>
                  <a:pt x="149" y="4"/>
                </a:lnTo>
                <a:lnTo>
                  <a:pt x="148" y="3"/>
                </a:lnTo>
                <a:lnTo>
                  <a:pt x="147" y="3"/>
                </a:lnTo>
                <a:lnTo>
                  <a:pt x="146" y="2"/>
                </a:lnTo>
                <a:lnTo>
                  <a:pt x="146" y="3"/>
                </a:lnTo>
                <a:lnTo>
                  <a:pt x="145" y="3"/>
                </a:lnTo>
                <a:lnTo>
                  <a:pt x="145" y="4"/>
                </a:lnTo>
                <a:lnTo>
                  <a:pt x="145" y="5"/>
                </a:lnTo>
                <a:lnTo>
                  <a:pt x="145" y="4"/>
                </a:lnTo>
                <a:lnTo>
                  <a:pt x="146" y="4"/>
                </a:lnTo>
                <a:lnTo>
                  <a:pt x="145" y="5"/>
                </a:lnTo>
                <a:lnTo>
                  <a:pt x="144" y="5"/>
                </a:lnTo>
                <a:lnTo>
                  <a:pt x="143" y="5"/>
                </a:lnTo>
                <a:lnTo>
                  <a:pt x="142" y="5"/>
                </a:lnTo>
                <a:lnTo>
                  <a:pt x="141" y="5"/>
                </a:lnTo>
                <a:lnTo>
                  <a:pt x="141" y="6"/>
                </a:lnTo>
                <a:lnTo>
                  <a:pt x="140" y="6"/>
                </a:lnTo>
                <a:lnTo>
                  <a:pt x="140" y="7"/>
                </a:lnTo>
                <a:lnTo>
                  <a:pt x="139" y="7"/>
                </a:lnTo>
                <a:lnTo>
                  <a:pt x="139" y="8"/>
                </a:lnTo>
                <a:lnTo>
                  <a:pt x="138" y="9"/>
                </a:lnTo>
                <a:lnTo>
                  <a:pt x="137" y="9"/>
                </a:lnTo>
                <a:lnTo>
                  <a:pt x="136" y="9"/>
                </a:lnTo>
                <a:lnTo>
                  <a:pt x="136" y="10"/>
                </a:lnTo>
                <a:lnTo>
                  <a:pt x="135" y="10"/>
                </a:lnTo>
                <a:lnTo>
                  <a:pt x="135" y="11"/>
                </a:lnTo>
                <a:lnTo>
                  <a:pt x="135" y="12"/>
                </a:lnTo>
                <a:lnTo>
                  <a:pt x="136" y="12"/>
                </a:lnTo>
                <a:lnTo>
                  <a:pt x="137" y="12"/>
                </a:lnTo>
                <a:lnTo>
                  <a:pt x="137" y="13"/>
                </a:lnTo>
                <a:lnTo>
                  <a:pt x="138" y="13"/>
                </a:lnTo>
                <a:lnTo>
                  <a:pt x="139" y="14"/>
                </a:lnTo>
                <a:lnTo>
                  <a:pt x="139" y="15"/>
                </a:lnTo>
                <a:lnTo>
                  <a:pt x="139" y="16"/>
                </a:lnTo>
                <a:lnTo>
                  <a:pt x="138" y="16"/>
                </a:lnTo>
                <a:lnTo>
                  <a:pt x="136" y="16"/>
                </a:lnTo>
                <a:lnTo>
                  <a:pt x="134" y="16"/>
                </a:lnTo>
                <a:lnTo>
                  <a:pt x="133" y="16"/>
                </a:lnTo>
                <a:lnTo>
                  <a:pt x="132" y="16"/>
                </a:lnTo>
                <a:lnTo>
                  <a:pt x="131" y="16"/>
                </a:lnTo>
                <a:lnTo>
                  <a:pt x="131" y="17"/>
                </a:lnTo>
                <a:lnTo>
                  <a:pt x="130" y="17"/>
                </a:lnTo>
                <a:lnTo>
                  <a:pt x="130" y="16"/>
                </a:lnTo>
                <a:lnTo>
                  <a:pt x="130" y="15"/>
                </a:lnTo>
                <a:lnTo>
                  <a:pt x="129" y="15"/>
                </a:lnTo>
                <a:lnTo>
                  <a:pt x="128" y="15"/>
                </a:lnTo>
                <a:lnTo>
                  <a:pt x="127" y="15"/>
                </a:lnTo>
                <a:lnTo>
                  <a:pt x="127" y="17"/>
                </a:lnTo>
                <a:lnTo>
                  <a:pt x="127" y="18"/>
                </a:lnTo>
                <a:lnTo>
                  <a:pt x="126" y="18"/>
                </a:lnTo>
                <a:lnTo>
                  <a:pt x="127" y="18"/>
                </a:lnTo>
                <a:lnTo>
                  <a:pt x="126" y="18"/>
                </a:lnTo>
                <a:lnTo>
                  <a:pt x="126" y="19"/>
                </a:lnTo>
                <a:lnTo>
                  <a:pt x="126" y="20"/>
                </a:lnTo>
                <a:lnTo>
                  <a:pt x="125" y="20"/>
                </a:lnTo>
                <a:lnTo>
                  <a:pt x="125" y="21"/>
                </a:lnTo>
                <a:lnTo>
                  <a:pt x="124" y="21"/>
                </a:lnTo>
                <a:lnTo>
                  <a:pt x="123" y="21"/>
                </a:lnTo>
                <a:lnTo>
                  <a:pt x="122" y="20"/>
                </a:lnTo>
                <a:lnTo>
                  <a:pt x="121" y="20"/>
                </a:lnTo>
                <a:lnTo>
                  <a:pt x="120" y="20"/>
                </a:lnTo>
                <a:lnTo>
                  <a:pt x="120" y="21"/>
                </a:lnTo>
                <a:lnTo>
                  <a:pt x="119" y="21"/>
                </a:lnTo>
                <a:lnTo>
                  <a:pt x="119" y="22"/>
                </a:lnTo>
                <a:lnTo>
                  <a:pt x="118" y="22"/>
                </a:lnTo>
                <a:lnTo>
                  <a:pt x="118" y="23"/>
                </a:lnTo>
                <a:lnTo>
                  <a:pt x="118" y="24"/>
                </a:lnTo>
                <a:lnTo>
                  <a:pt x="118" y="25"/>
                </a:lnTo>
                <a:lnTo>
                  <a:pt x="118" y="26"/>
                </a:lnTo>
                <a:lnTo>
                  <a:pt x="117" y="26"/>
                </a:lnTo>
                <a:lnTo>
                  <a:pt x="116" y="26"/>
                </a:lnTo>
                <a:lnTo>
                  <a:pt x="115" y="26"/>
                </a:lnTo>
                <a:lnTo>
                  <a:pt x="115" y="25"/>
                </a:lnTo>
                <a:lnTo>
                  <a:pt x="114" y="25"/>
                </a:lnTo>
                <a:lnTo>
                  <a:pt x="114" y="26"/>
                </a:lnTo>
                <a:lnTo>
                  <a:pt x="114" y="27"/>
                </a:lnTo>
                <a:lnTo>
                  <a:pt x="115" y="27"/>
                </a:lnTo>
                <a:lnTo>
                  <a:pt x="115" y="28"/>
                </a:lnTo>
                <a:lnTo>
                  <a:pt x="115" y="29"/>
                </a:lnTo>
                <a:lnTo>
                  <a:pt x="115" y="30"/>
                </a:lnTo>
                <a:lnTo>
                  <a:pt x="114" y="30"/>
                </a:lnTo>
                <a:lnTo>
                  <a:pt x="113" y="30"/>
                </a:lnTo>
                <a:lnTo>
                  <a:pt x="112" y="30"/>
                </a:lnTo>
                <a:lnTo>
                  <a:pt x="112" y="29"/>
                </a:lnTo>
                <a:lnTo>
                  <a:pt x="111" y="29"/>
                </a:lnTo>
                <a:lnTo>
                  <a:pt x="111" y="28"/>
                </a:lnTo>
                <a:lnTo>
                  <a:pt x="110" y="28"/>
                </a:lnTo>
                <a:lnTo>
                  <a:pt x="111" y="28"/>
                </a:lnTo>
                <a:lnTo>
                  <a:pt x="110" y="28"/>
                </a:lnTo>
                <a:lnTo>
                  <a:pt x="110" y="27"/>
                </a:lnTo>
                <a:lnTo>
                  <a:pt x="109" y="27"/>
                </a:lnTo>
                <a:lnTo>
                  <a:pt x="109" y="28"/>
                </a:lnTo>
                <a:lnTo>
                  <a:pt x="108" y="28"/>
                </a:lnTo>
                <a:lnTo>
                  <a:pt x="107" y="28"/>
                </a:lnTo>
                <a:lnTo>
                  <a:pt x="107" y="29"/>
                </a:lnTo>
                <a:lnTo>
                  <a:pt x="106" y="29"/>
                </a:lnTo>
                <a:lnTo>
                  <a:pt x="105" y="28"/>
                </a:lnTo>
                <a:lnTo>
                  <a:pt x="104" y="28"/>
                </a:lnTo>
                <a:lnTo>
                  <a:pt x="104" y="27"/>
                </a:lnTo>
                <a:lnTo>
                  <a:pt x="103" y="27"/>
                </a:lnTo>
                <a:lnTo>
                  <a:pt x="102" y="27"/>
                </a:lnTo>
                <a:lnTo>
                  <a:pt x="102" y="28"/>
                </a:lnTo>
                <a:lnTo>
                  <a:pt x="101" y="28"/>
                </a:lnTo>
                <a:lnTo>
                  <a:pt x="101" y="30"/>
                </a:lnTo>
                <a:lnTo>
                  <a:pt x="101" y="31"/>
                </a:lnTo>
                <a:lnTo>
                  <a:pt x="100" y="31"/>
                </a:lnTo>
                <a:lnTo>
                  <a:pt x="100" y="32"/>
                </a:lnTo>
                <a:lnTo>
                  <a:pt x="100" y="31"/>
                </a:lnTo>
                <a:lnTo>
                  <a:pt x="100" y="32"/>
                </a:lnTo>
                <a:lnTo>
                  <a:pt x="100" y="33"/>
                </a:lnTo>
                <a:lnTo>
                  <a:pt x="99" y="32"/>
                </a:lnTo>
                <a:lnTo>
                  <a:pt x="98" y="32"/>
                </a:lnTo>
                <a:lnTo>
                  <a:pt x="97" y="32"/>
                </a:lnTo>
                <a:lnTo>
                  <a:pt x="96" y="32"/>
                </a:lnTo>
                <a:lnTo>
                  <a:pt x="95" y="32"/>
                </a:lnTo>
                <a:lnTo>
                  <a:pt x="95" y="33"/>
                </a:lnTo>
                <a:lnTo>
                  <a:pt x="94" y="33"/>
                </a:lnTo>
                <a:lnTo>
                  <a:pt x="93" y="33"/>
                </a:lnTo>
                <a:lnTo>
                  <a:pt x="92" y="33"/>
                </a:lnTo>
                <a:lnTo>
                  <a:pt x="91" y="33"/>
                </a:lnTo>
                <a:lnTo>
                  <a:pt x="91" y="34"/>
                </a:lnTo>
                <a:lnTo>
                  <a:pt x="90" y="34"/>
                </a:lnTo>
                <a:lnTo>
                  <a:pt x="89" y="35"/>
                </a:lnTo>
                <a:lnTo>
                  <a:pt x="89" y="36"/>
                </a:lnTo>
                <a:lnTo>
                  <a:pt x="88" y="36"/>
                </a:lnTo>
                <a:lnTo>
                  <a:pt x="87" y="36"/>
                </a:lnTo>
                <a:lnTo>
                  <a:pt x="87" y="37"/>
                </a:lnTo>
                <a:lnTo>
                  <a:pt x="88" y="37"/>
                </a:lnTo>
                <a:lnTo>
                  <a:pt x="89" y="37"/>
                </a:lnTo>
                <a:lnTo>
                  <a:pt x="88" y="37"/>
                </a:lnTo>
                <a:lnTo>
                  <a:pt x="86" y="37"/>
                </a:lnTo>
                <a:lnTo>
                  <a:pt x="85" y="37"/>
                </a:lnTo>
                <a:lnTo>
                  <a:pt x="84" y="37"/>
                </a:lnTo>
                <a:lnTo>
                  <a:pt x="84" y="38"/>
                </a:lnTo>
                <a:lnTo>
                  <a:pt x="83" y="38"/>
                </a:lnTo>
                <a:lnTo>
                  <a:pt x="82" y="38"/>
                </a:lnTo>
                <a:lnTo>
                  <a:pt x="83" y="39"/>
                </a:lnTo>
                <a:lnTo>
                  <a:pt x="84" y="39"/>
                </a:lnTo>
                <a:lnTo>
                  <a:pt x="85" y="40"/>
                </a:lnTo>
                <a:lnTo>
                  <a:pt x="84" y="40"/>
                </a:lnTo>
                <a:lnTo>
                  <a:pt x="84" y="39"/>
                </a:lnTo>
                <a:lnTo>
                  <a:pt x="83" y="39"/>
                </a:lnTo>
                <a:lnTo>
                  <a:pt x="82" y="39"/>
                </a:lnTo>
                <a:lnTo>
                  <a:pt x="81" y="39"/>
                </a:lnTo>
                <a:lnTo>
                  <a:pt x="80" y="39"/>
                </a:lnTo>
                <a:lnTo>
                  <a:pt x="79" y="39"/>
                </a:lnTo>
                <a:lnTo>
                  <a:pt x="79" y="40"/>
                </a:lnTo>
                <a:lnTo>
                  <a:pt x="78" y="40"/>
                </a:lnTo>
                <a:lnTo>
                  <a:pt x="78" y="41"/>
                </a:lnTo>
                <a:lnTo>
                  <a:pt x="78" y="42"/>
                </a:lnTo>
                <a:lnTo>
                  <a:pt x="79" y="42"/>
                </a:lnTo>
                <a:lnTo>
                  <a:pt x="80" y="43"/>
                </a:lnTo>
                <a:lnTo>
                  <a:pt x="81" y="43"/>
                </a:lnTo>
                <a:lnTo>
                  <a:pt x="82" y="43"/>
                </a:lnTo>
                <a:lnTo>
                  <a:pt x="82" y="44"/>
                </a:lnTo>
                <a:lnTo>
                  <a:pt x="83" y="44"/>
                </a:lnTo>
                <a:lnTo>
                  <a:pt x="84" y="44"/>
                </a:lnTo>
                <a:lnTo>
                  <a:pt x="83" y="45"/>
                </a:lnTo>
                <a:lnTo>
                  <a:pt x="82" y="45"/>
                </a:lnTo>
                <a:lnTo>
                  <a:pt x="82" y="46"/>
                </a:lnTo>
                <a:lnTo>
                  <a:pt x="81" y="46"/>
                </a:lnTo>
                <a:lnTo>
                  <a:pt x="81" y="47"/>
                </a:lnTo>
                <a:lnTo>
                  <a:pt x="80" y="47"/>
                </a:lnTo>
                <a:lnTo>
                  <a:pt x="79" y="47"/>
                </a:lnTo>
                <a:lnTo>
                  <a:pt x="78" y="47"/>
                </a:lnTo>
                <a:lnTo>
                  <a:pt x="77" y="47"/>
                </a:lnTo>
                <a:lnTo>
                  <a:pt x="77" y="46"/>
                </a:lnTo>
                <a:lnTo>
                  <a:pt x="76" y="46"/>
                </a:lnTo>
                <a:lnTo>
                  <a:pt x="75" y="46"/>
                </a:lnTo>
                <a:lnTo>
                  <a:pt x="74" y="46"/>
                </a:lnTo>
                <a:lnTo>
                  <a:pt x="74" y="47"/>
                </a:lnTo>
                <a:lnTo>
                  <a:pt x="73" y="46"/>
                </a:lnTo>
                <a:lnTo>
                  <a:pt x="73" y="47"/>
                </a:lnTo>
                <a:lnTo>
                  <a:pt x="71" y="47"/>
                </a:lnTo>
                <a:lnTo>
                  <a:pt x="70" y="47"/>
                </a:lnTo>
                <a:lnTo>
                  <a:pt x="69" y="47"/>
                </a:lnTo>
                <a:lnTo>
                  <a:pt x="68" y="47"/>
                </a:lnTo>
                <a:lnTo>
                  <a:pt x="67" y="46"/>
                </a:lnTo>
                <a:lnTo>
                  <a:pt x="67" y="45"/>
                </a:lnTo>
                <a:lnTo>
                  <a:pt x="66" y="45"/>
                </a:lnTo>
                <a:lnTo>
                  <a:pt x="66" y="46"/>
                </a:lnTo>
                <a:lnTo>
                  <a:pt x="65" y="47"/>
                </a:lnTo>
                <a:lnTo>
                  <a:pt x="64" y="48"/>
                </a:lnTo>
                <a:lnTo>
                  <a:pt x="64" y="49"/>
                </a:lnTo>
                <a:lnTo>
                  <a:pt x="63" y="49"/>
                </a:lnTo>
                <a:lnTo>
                  <a:pt x="63" y="50"/>
                </a:lnTo>
                <a:lnTo>
                  <a:pt x="62" y="51"/>
                </a:lnTo>
                <a:lnTo>
                  <a:pt x="61" y="51"/>
                </a:lnTo>
                <a:lnTo>
                  <a:pt x="61" y="52"/>
                </a:lnTo>
                <a:lnTo>
                  <a:pt x="60" y="52"/>
                </a:lnTo>
                <a:lnTo>
                  <a:pt x="59" y="52"/>
                </a:lnTo>
                <a:lnTo>
                  <a:pt x="59" y="53"/>
                </a:lnTo>
                <a:lnTo>
                  <a:pt x="58" y="53"/>
                </a:lnTo>
                <a:lnTo>
                  <a:pt x="57" y="53"/>
                </a:lnTo>
                <a:lnTo>
                  <a:pt x="57" y="54"/>
                </a:lnTo>
                <a:lnTo>
                  <a:pt x="56" y="54"/>
                </a:lnTo>
                <a:lnTo>
                  <a:pt x="55" y="54"/>
                </a:lnTo>
                <a:lnTo>
                  <a:pt x="54" y="55"/>
                </a:lnTo>
                <a:lnTo>
                  <a:pt x="53" y="55"/>
                </a:lnTo>
                <a:lnTo>
                  <a:pt x="53" y="56"/>
                </a:lnTo>
                <a:lnTo>
                  <a:pt x="53" y="57"/>
                </a:lnTo>
                <a:lnTo>
                  <a:pt x="52" y="57"/>
                </a:lnTo>
                <a:lnTo>
                  <a:pt x="52" y="58"/>
                </a:lnTo>
                <a:lnTo>
                  <a:pt x="52" y="59"/>
                </a:lnTo>
                <a:lnTo>
                  <a:pt x="52" y="60"/>
                </a:lnTo>
                <a:lnTo>
                  <a:pt x="52" y="61"/>
                </a:lnTo>
                <a:lnTo>
                  <a:pt x="51" y="61"/>
                </a:lnTo>
                <a:lnTo>
                  <a:pt x="50" y="61"/>
                </a:lnTo>
                <a:lnTo>
                  <a:pt x="50" y="62"/>
                </a:lnTo>
                <a:lnTo>
                  <a:pt x="49" y="62"/>
                </a:lnTo>
                <a:lnTo>
                  <a:pt x="48" y="62"/>
                </a:lnTo>
                <a:lnTo>
                  <a:pt x="47" y="62"/>
                </a:lnTo>
                <a:lnTo>
                  <a:pt x="47" y="63"/>
                </a:lnTo>
                <a:lnTo>
                  <a:pt x="46" y="63"/>
                </a:lnTo>
                <a:lnTo>
                  <a:pt x="45" y="63"/>
                </a:lnTo>
                <a:lnTo>
                  <a:pt x="44" y="64"/>
                </a:lnTo>
                <a:lnTo>
                  <a:pt x="43" y="64"/>
                </a:lnTo>
                <a:lnTo>
                  <a:pt x="42" y="64"/>
                </a:lnTo>
                <a:lnTo>
                  <a:pt x="41" y="64"/>
                </a:lnTo>
                <a:lnTo>
                  <a:pt x="41" y="65"/>
                </a:lnTo>
                <a:lnTo>
                  <a:pt x="40" y="65"/>
                </a:lnTo>
                <a:lnTo>
                  <a:pt x="40" y="66"/>
                </a:lnTo>
                <a:lnTo>
                  <a:pt x="40" y="65"/>
                </a:lnTo>
                <a:lnTo>
                  <a:pt x="40" y="66"/>
                </a:lnTo>
                <a:lnTo>
                  <a:pt x="39" y="66"/>
                </a:lnTo>
                <a:lnTo>
                  <a:pt x="39" y="67"/>
                </a:lnTo>
                <a:lnTo>
                  <a:pt x="39" y="68"/>
                </a:lnTo>
                <a:lnTo>
                  <a:pt x="38" y="68"/>
                </a:lnTo>
                <a:lnTo>
                  <a:pt x="38" y="69"/>
                </a:lnTo>
                <a:lnTo>
                  <a:pt x="38" y="70"/>
                </a:lnTo>
                <a:lnTo>
                  <a:pt x="37" y="70"/>
                </a:lnTo>
                <a:lnTo>
                  <a:pt x="37" y="71"/>
                </a:lnTo>
                <a:lnTo>
                  <a:pt x="36" y="71"/>
                </a:lnTo>
                <a:lnTo>
                  <a:pt x="35" y="71"/>
                </a:lnTo>
                <a:lnTo>
                  <a:pt x="34" y="71"/>
                </a:lnTo>
                <a:lnTo>
                  <a:pt x="34" y="72"/>
                </a:lnTo>
                <a:lnTo>
                  <a:pt x="33" y="72"/>
                </a:lnTo>
                <a:lnTo>
                  <a:pt x="32" y="72"/>
                </a:lnTo>
                <a:lnTo>
                  <a:pt x="32" y="74"/>
                </a:lnTo>
                <a:lnTo>
                  <a:pt x="33" y="74"/>
                </a:lnTo>
                <a:lnTo>
                  <a:pt x="33" y="75"/>
                </a:lnTo>
                <a:lnTo>
                  <a:pt x="32" y="75"/>
                </a:lnTo>
                <a:lnTo>
                  <a:pt x="33" y="75"/>
                </a:lnTo>
                <a:lnTo>
                  <a:pt x="33" y="76"/>
                </a:lnTo>
                <a:lnTo>
                  <a:pt x="33" y="77"/>
                </a:lnTo>
                <a:lnTo>
                  <a:pt x="33" y="78"/>
                </a:lnTo>
                <a:lnTo>
                  <a:pt x="31" y="78"/>
                </a:lnTo>
                <a:lnTo>
                  <a:pt x="30" y="78"/>
                </a:lnTo>
                <a:lnTo>
                  <a:pt x="31" y="78"/>
                </a:lnTo>
                <a:lnTo>
                  <a:pt x="31" y="77"/>
                </a:lnTo>
                <a:lnTo>
                  <a:pt x="31" y="78"/>
                </a:lnTo>
                <a:lnTo>
                  <a:pt x="31" y="77"/>
                </a:lnTo>
                <a:lnTo>
                  <a:pt x="31" y="78"/>
                </a:lnTo>
                <a:lnTo>
                  <a:pt x="33" y="78"/>
                </a:lnTo>
                <a:lnTo>
                  <a:pt x="33" y="77"/>
                </a:lnTo>
                <a:lnTo>
                  <a:pt x="33" y="76"/>
                </a:lnTo>
                <a:lnTo>
                  <a:pt x="32" y="76"/>
                </a:lnTo>
                <a:lnTo>
                  <a:pt x="32" y="75"/>
                </a:lnTo>
                <a:lnTo>
                  <a:pt x="32" y="74"/>
                </a:lnTo>
                <a:lnTo>
                  <a:pt x="32" y="72"/>
                </a:lnTo>
                <a:lnTo>
                  <a:pt x="32" y="74"/>
                </a:lnTo>
                <a:lnTo>
                  <a:pt x="31" y="74"/>
                </a:lnTo>
                <a:lnTo>
                  <a:pt x="31" y="75"/>
                </a:lnTo>
                <a:lnTo>
                  <a:pt x="30" y="75"/>
                </a:lnTo>
                <a:lnTo>
                  <a:pt x="30" y="76"/>
                </a:lnTo>
                <a:lnTo>
                  <a:pt x="30" y="75"/>
                </a:lnTo>
                <a:lnTo>
                  <a:pt x="30" y="76"/>
                </a:lnTo>
                <a:lnTo>
                  <a:pt x="30" y="77"/>
                </a:lnTo>
                <a:lnTo>
                  <a:pt x="29" y="77"/>
                </a:lnTo>
                <a:lnTo>
                  <a:pt x="28" y="77"/>
                </a:lnTo>
                <a:lnTo>
                  <a:pt x="27" y="77"/>
                </a:lnTo>
                <a:lnTo>
                  <a:pt x="27" y="78"/>
                </a:lnTo>
                <a:lnTo>
                  <a:pt x="26" y="78"/>
                </a:lnTo>
                <a:lnTo>
                  <a:pt x="26" y="79"/>
                </a:lnTo>
                <a:lnTo>
                  <a:pt x="25" y="79"/>
                </a:lnTo>
                <a:lnTo>
                  <a:pt x="25" y="80"/>
                </a:lnTo>
                <a:lnTo>
                  <a:pt x="24" y="80"/>
                </a:lnTo>
                <a:lnTo>
                  <a:pt x="24" y="81"/>
                </a:lnTo>
                <a:lnTo>
                  <a:pt x="23" y="81"/>
                </a:lnTo>
                <a:lnTo>
                  <a:pt x="22" y="81"/>
                </a:lnTo>
                <a:lnTo>
                  <a:pt x="22" y="82"/>
                </a:lnTo>
                <a:lnTo>
                  <a:pt x="24" y="82"/>
                </a:lnTo>
                <a:lnTo>
                  <a:pt x="25" y="82"/>
                </a:lnTo>
                <a:lnTo>
                  <a:pt x="25" y="81"/>
                </a:lnTo>
                <a:lnTo>
                  <a:pt x="26" y="81"/>
                </a:lnTo>
                <a:lnTo>
                  <a:pt x="27" y="81"/>
                </a:lnTo>
                <a:lnTo>
                  <a:pt x="28" y="81"/>
                </a:lnTo>
                <a:lnTo>
                  <a:pt x="28" y="80"/>
                </a:lnTo>
                <a:lnTo>
                  <a:pt x="28" y="79"/>
                </a:lnTo>
                <a:lnTo>
                  <a:pt x="28" y="78"/>
                </a:lnTo>
                <a:lnTo>
                  <a:pt x="28" y="79"/>
                </a:lnTo>
                <a:lnTo>
                  <a:pt x="28" y="80"/>
                </a:lnTo>
                <a:lnTo>
                  <a:pt x="28" y="81"/>
                </a:lnTo>
                <a:lnTo>
                  <a:pt x="27" y="81"/>
                </a:lnTo>
                <a:lnTo>
                  <a:pt x="27" y="82"/>
                </a:lnTo>
                <a:lnTo>
                  <a:pt x="26" y="82"/>
                </a:lnTo>
                <a:lnTo>
                  <a:pt x="25" y="82"/>
                </a:lnTo>
                <a:lnTo>
                  <a:pt x="24" y="82"/>
                </a:lnTo>
                <a:lnTo>
                  <a:pt x="24" y="83"/>
                </a:lnTo>
                <a:lnTo>
                  <a:pt x="25" y="83"/>
                </a:lnTo>
                <a:lnTo>
                  <a:pt x="24" y="83"/>
                </a:lnTo>
                <a:lnTo>
                  <a:pt x="23" y="83"/>
                </a:lnTo>
                <a:lnTo>
                  <a:pt x="22" y="83"/>
                </a:lnTo>
                <a:lnTo>
                  <a:pt x="21" y="83"/>
                </a:lnTo>
                <a:lnTo>
                  <a:pt x="21" y="84"/>
                </a:lnTo>
                <a:lnTo>
                  <a:pt x="20" y="84"/>
                </a:lnTo>
                <a:lnTo>
                  <a:pt x="19" y="85"/>
                </a:lnTo>
                <a:lnTo>
                  <a:pt x="19" y="86"/>
                </a:lnTo>
                <a:lnTo>
                  <a:pt x="19" y="87"/>
                </a:lnTo>
                <a:lnTo>
                  <a:pt x="20" y="87"/>
                </a:lnTo>
                <a:lnTo>
                  <a:pt x="20" y="88"/>
                </a:lnTo>
                <a:lnTo>
                  <a:pt x="20" y="89"/>
                </a:lnTo>
                <a:lnTo>
                  <a:pt x="19" y="89"/>
                </a:lnTo>
                <a:lnTo>
                  <a:pt x="19" y="90"/>
                </a:lnTo>
                <a:lnTo>
                  <a:pt x="20" y="90"/>
                </a:lnTo>
                <a:lnTo>
                  <a:pt x="20" y="91"/>
                </a:lnTo>
                <a:lnTo>
                  <a:pt x="20" y="93"/>
                </a:lnTo>
                <a:lnTo>
                  <a:pt x="20" y="94"/>
                </a:lnTo>
                <a:lnTo>
                  <a:pt x="19" y="94"/>
                </a:lnTo>
                <a:lnTo>
                  <a:pt x="19" y="95"/>
                </a:lnTo>
                <a:lnTo>
                  <a:pt x="19" y="96"/>
                </a:lnTo>
                <a:lnTo>
                  <a:pt x="18" y="96"/>
                </a:lnTo>
                <a:lnTo>
                  <a:pt x="18" y="98"/>
                </a:lnTo>
                <a:lnTo>
                  <a:pt x="19" y="98"/>
                </a:lnTo>
                <a:lnTo>
                  <a:pt x="18" y="98"/>
                </a:lnTo>
                <a:lnTo>
                  <a:pt x="18" y="99"/>
                </a:lnTo>
                <a:lnTo>
                  <a:pt x="19" y="99"/>
                </a:lnTo>
                <a:lnTo>
                  <a:pt x="19" y="100"/>
                </a:lnTo>
                <a:lnTo>
                  <a:pt x="19" y="99"/>
                </a:lnTo>
                <a:lnTo>
                  <a:pt x="18" y="99"/>
                </a:lnTo>
                <a:lnTo>
                  <a:pt x="17" y="99"/>
                </a:lnTo>
                <a:lnTo>
                  <a:pt x="17" y="100"/>
                </a:lnTo>
                <a:lnTo>
                  <a:pt x="16" y="101"/>
                </a:lnTo>
                <a:lnTo>
                  <a:pt x="17" y="101"/>
                </a:lnTo>
                <a:lnTo>
                  <a:pt x="18" y="101"/>
                </a:lnTo>
                <a:lnTo>
                  <a:pt x="18" y="100"/>
                </a:lnTo>
                <a:lnTo>
                  <a:pt x="18" y="101"/>
                </a:lnTo>
                <a:lnTo>
                  <a:pt x="17" y="101"/>
                </a:lnTo>
                <a:lnTo>
                  <a:pt x="16" y="101"/>
                </a:lnTo>
                <a:lnTo>
                  <a:pt x="15" y="101"/>
                </a:lnTo>
                <a:lnTo>
                  <a:pt x="15" y="102"/>
                </a:lnTo>
                <a:lnTo>
                  <a:pt x="14" y="102"/>
                </a:lnTo>
                <a:lnTo>
                  <a:pt x="14" y="103"/>
                </a:lnTo>
                <a:lnTo>
                  <a:pt x="14" y="104"/>
                </a:lnTo>
                <a:lnTo>
                  <a:pt x="14" y="105"/>
                </a:lnTo>
                <a:lnTo>
                  <a:pt x="15" y="105"/>
                </a:lnTo>
                <a:lnTo>
                  <a:pt x="15" y="106"/>
                </a:lnTo>
                <a:lnTo>
                  <a:pt x="16" y="106"/>
                </a:lnTo>
                <a:lnTo>
                  <a:pt x="16" y="107"/>
                </a:lnTo>
                <a:lnTo>
                  <a:pt x="17" y="107"/>
                </a:lnTo>
                <a:lnTo>
                  <a:pt x="17" y="108"/>
                </a:lnTo>
                <a:lnTo>
                  <a:pt x="17" y="109"/>
                </a:lnTo>
                <a:lnTo>
                  <a:pt x="17" y="110"/>
                </a:lnTo>
                <a:lnTo>
                  <a:pt x="18" y="110"/>
                </a:lnTo>
                <a:lnTo>
                  <a:pt x="18" y="111"/>
                </a:lnTo>
                <a:lnTo>
                  <a:pt x="19" y="111"/>
                </a:lnTo>
                <a:lnTo>
                  <a:pt x="19" y="110"/>
                </a:lnTo>
                <a:lnTo>
                  <a:pt x="18" y="109"/>
                </a:lnTo>
                <a:lnTo>
                  <a:pt x="18" y="108"/>
                </a:lnTo>
                <a:lnTo>
                  <a:pt x="18" y="107"/>
                </a:lnTo>
                <a:lnTo>
                  <a:pt x="18" y="106"/>
                </a:lnTo>
                <a:lnTo>
                  <a:pt x="17" y="106"/>
                </a:lnTo>
                <a:lnTo>
                  <a:pt x="17" y="105"/>
                </a:lnTo>
                <a:lnTo>
                  <a:pt x="16" y="105"/>
                </a:lnTo>
                <a:lnTo>
                  <a:pt x="17" y="105"/>
                </a:lnTo>
                <a:lnTo>
                  <a:pt x="17" y="106"/>
                </a:lnTo>
                <a:lnTo>
                  <a:pt x="18" y="106"/>
                </a:lnTo>
                <a:lnTo>
                  <a:pt x="18" y="107"/>
                </a:lnTo>
                <a:lnTo>
                  <a:pt x="18" y="108"/>
                </a:lnTo>
                <a:lnTo>
                  <a:pt x="19" y="108"/>
                </a:lnTo>
                <a:lnTo>
                  <a:pt x="19" y="109"/>
                </a:lnTo>
                <a:lnTo>
                  <a:pt x="18" y="109"/>
                </a:lnTo>
                <a:lnTo>
                  <a:pt x="19" y="109"/>
                </a:lnTo>
                <a:lnTo>
                  <a:pt x="19" y="110"/>
                </a:lnTo>
                <a:lnTo>
                  <a:pt x="20" y="110"/>
                </a:lnTo>
                <a:lnTo>
                  <a:pt x="20" y="111"/>
                </a:lnTo>
                <a:lnTo>
                  <a:pt x="20" y="110"/>
                </a:lnTo>
                <a:lnTo>
                  <a:pt x="20" y="111"/>
                </a:lnTo>
                <a:lnTo>
                  <a:pt x="20" y="110"/>
                </a:lnTo>
                <a:lnTo>
                  <a:pt x="20" y="109"/>
                </a:lnTo>
                <a:lnTo>
                  <a:pt x="21" y="109"/>
                </a:lnTo>
                <a:lnTo>
                  <a:pt x="21" y="108"/>
                </a:lnTo>
                <a:lnTo>
                  <a:pt x="21" y="107"/>
                </a:lnTo>
                <a:lnTo>
                  <a:pt x="20" y="107"/>
                </a:lnTo>
                <a:lnTo>
                  <a:pt x="21" y="107"/>
                </a:lnTo>
                <a:lnTo>
                  <a:pt x="21" y="108"/>
                </a:lnTo>
                <a:lnTo>
                  <a:pt x="21" y="109"/>
                </a:lnTo>
                <a:lnTo>
                  <a:pt x="20" y="109"/>
                </a:lnTo>
                <a:lnTo>
                  <a:pt x="20" y="110"/>
                </a:lnTo>
                <a:lnTo>
                  <a:pt x="21" y="110"/>
                </a:lnTo>
                <a:lnTo>
                  <a:pt x="22" y="111"/>
                </a:lnTo>
                <a:lnTo>
                  <a:pt x="22" y="112"/>
                </a:lnTo>
                <a:lnTo>
                  <a:pt x="23" y="112"/>
                </a:lnTo>
                <a:lnTo>
                  <a:pt x="23" y="113"/>
                </a:lnTo>
                <a:lnTo>
                  <a:pt x="23" y="114"/>
                </a:lnTo>
                <a:lnTo>
                  <a:pt x="21" y="114"/>
                </a:lnTo>
                <a:lnTo>
                  <a:pt x="20" y="114"/>
                </a:lnTo>
                <a:lnTo>
                  <a:pt x="19" y="114"/>
                </a:lnTo>
                <a:lnTo>
                  <a:pt x="18" y="114"/>
                </a:lnTo>
                <a:lnTo>
                  <a:pt x="17" y="114"/>
                </a:lnTo>
                <a:lnTo>
                  <a:pt x="16" y="114"/>
                </a:lnTo>
                <a:lnTo>
                  <a:pt x="15" y="114"/>
                </a:lnTo>
                <a:lnTo>
                  <a:pt x="14" y="113"/>
                </a:lnTo>
                <a:lnTo>
                  <a:pt x="13" y="113"/>
                </a:lnTo>
                <a:lnTo>
                  <a:pt x="12" y="113"/>
                </a:lnTo>
                <a:lnTo>
                  <a:pt x="11" y="113"/>
                </a:lnTo>
                <a:lnTo>
                  <a:pt x="10" y="113"/>
                </a:lnTo>
                <a:lnTo>
                  <a:pt x="10" y="112"/>
                </a:lnTo>
                <a:lnTo>
                  <a:pt x="10" y="111"/>
                </a:lnTo>
                <a:lnTo>
                  <a:pt x="10" y="110"/>
                </a:lnTo>
                <a:lnTo>
                  <a:pt x="10" y="109"/>
                </a:lnTo>
                <a:lnTo>
                  <a:pt x="10" y="108"/>
                </a:lnTo>
                <a:lnTo>
                  <a:pt x="10" y="107"/>
                </a:lnTo>
                <a:lnTo>
                  <a:pt x="10" y="106"/>
                </a:lnTo>
                <a:lnTo>
                  <a:pt x="10" y="105"/>
                </a:lnTo>
                <a:lnTo>
                  <a:pt x="11" y="105"/>
                </a:lnTo>
                <a:lnTo>
                  <a:pt x="11" y="104"/>
                </a:lnTo>
                <a:lnTo>
                  <a:pt x="11" y="103"/>
                </a:lnTo>
                <a:lnTo>
                  <a:pt x="11" y="102"/>
                </a:lnTo>
                <a:lnTo>
                  <a:pt x="10" y="102"/>
                </a:lnTo>
                <a:lnTo>
                  <a:pt x="10" y="101"/>
                </a:lnTo>
                <a:lnTo>
                  <a:pt x="9" y="101"/>
                </a:lnTo>
                <a:lnTo>
                  <a:pt x="9" y="102"/>
                </a:lnTo>
                <a:lnTo>
                  <a:pt x="8" y="102"/>
                </a:lnTo>
                <a:lnTo>
                  <a:pt x="6" y="102"/>
                </a:lnTo>
                <a:lnTo>
                  <a:pt x="6" y="103"/>
                </a:lnTo>
                <a:lnTo>
                  <a:pt x="6" y="104"/>
                </a:lnTo>
                <a:lnTo>
                  <a:pt x="6" y="105"/>
                </a:lnTo>
                <a:lnTo>
                  <a:pt x="5" y="105"/>
                </a:lnTo>
                <a:lnTo>
                  <a:pt x="5" y="106"/>
                </a:lnTo>
                <a:lnTo>
                  <a:pt x="5" y="108"/>
                </a:lnTo>
                <a:lnTo>
                  <a:pt x="5" y="109"/>
                </a:lnTo>
                <a:lnTo>
                  <a:pt x="5" y="110"/>
                </a:lnTo>
                <a:lnTo>
                  <a:pt x="5" y="111"/>
                </a:lnTo>
                <a:lnTo>
                  <a:pt x="4" y="111"/>
                </a:lnTo>
                <a:lnTo>
                  <a:pt x="4" y="112"/>
                </a:lnTo>
                <a:lnTo>
                  <a:pt x="3" y="112"/>
                </a:lnTo>
                <a:lnTo>
                  <a:pt x="2" y="112"/>
                </a:lnTo>
                <a:lnTo>
                  <a:pt x="1" y="112"/>
                </a:lnTo>
                <a:lnTo>
                  <a:pt x="0" y="112"/>
                </a:lnTo>
                <a:lnTo>
                  <a:pt x="1" y="111"/>
                </a:lnTo>
                <a:lnTo>
                  <a:pt x="2" y="111"/>
                </a:lnTo>
                <a:lnTo>
                  <a:pt x="2" y="110"/>
                </a:lnTo>
                <a:lnTo>
                  <a:pt x="3" y="110"/>
                </a:lnTo>
                <a:lnTo>
                  <a:pt x="4" y="109"/>
                </a:lnTo>
                <a:lnTo>
                  <a:pt x="5" y="109"/>
                </a:lnTo>
                <a:lnTo>
                  <a:pt x="5" y="108"/>
                </a:lnTo>
                <a:lnTo>
                  <a:pt x="5" y="106"/>
                </a:lnTo>
                <a:lnTo>
                  <a:pt x="5" y="105"/>
                </a:lnTo>
                <a:lnTo>
                  <a:pt x="5" y="104"/>
                </a:lnTo>
                <a:lnTo>
                  <a:pt x="6" y="104"/>
                </a:lnTo>
                <a:lnTo>
                  <a:pt x="6" y="103"/>
                </a:lnTo>
                <a:lnTo>
                  <a:pt x="6" y="102"/>
                </a:lnTo>
                <a:lnTo>
                  <a:pt x="7" y="102"/>
                </a:lnTo>
                <a:lnTo>
                  <a:pt x="8" y="102"/>
                </a:lnTo>
                <a:lnTo>
                  <a:pt x="9" y="102"/>
                </a:lnTo>
                <a:lnTo>
                  <a:pt x="9" y="101"/>
                </a:lnTo>
                <a:lnTo>
                  <a:pt x="10" y="101"/>
                </a:lnTo>
                <a:lnTo>
                  <a:pt x="10" y="102"/>
                </a:lnTo>
                <a:lnTo>
                  <a:pt x="11" y="102"/>
                </a:lnTo>
                <a:lnTo>
                  <a:pt x="11" y="101"/>
                </a:lnTo>
                <a:lnTo>
                  <a:pt x="12" y="101"/>
                </a:lnTo>
                <a:lnTo>
                  <a:pt x="12" y="100"/>
                </a:lnTo>
                <a:lnTo>
                  <a:pt x="11" y="100"/>
                </a:lnTo>
                <a:lnTo>
                  <a:pt x="11" y="99"/>
                </a:lnTo>
                <a:lnTo>
                  <a:pt x="11" y="98"/>
                </a:lnTo>
                <a:lnTo>
                  <a:pt x="12" y="98"/>
                </a:lnTo>
                <a:moveTo>
                  <a:pt x="17" y="111"/>
                </a:moveTo>
                <a:lnTo>
                  <a:pt x="17" y="110"/>
                </a:lnTo>
                <a:lnTo>
                  <a:pt x="16" y="110"/>
                </a:lnTo>
                <a:lnTo>
                  <a:pt x="17" y="111"/>
                </a:lnTo>
                <a:moveTo>
                  <a:pt x="13" y="104"/>
                </a:moveTo>
                <a:lnTo>
                  <a:pt x="13" y="103"/>
                </a:lnTo>
                <a:lnTo>
                  <a:pt x="14" y="103"/>
                </a:lnTo>
                <a:lnTo>
                  <a:pt x="14" y="102"/>
                </a:lnTo>
                <a:lnTo>
                  <a:pt x="13" y="102"/>
                </a:lnTo>
                <a:lnTo>
                  <a:pt x="13" y="103"/>
                </a:lnTo>
                <a:lnTo>
                  <a:pt x="12" y="103"/>
                </a:lnTo>
                <a:lnTo>
                  <a:pt x="13" y="104"/>
                </a:lnTo>
                <a:moveTo>
                  <a:pt x="15" y="100"/>
                </a:moveTo>
                <a:lnTo>
                  <a:pt x="15" y="101"/>
                </a:lnTo>
                <a:lnTo>
                  <a:pt x="16" y="100"/>
                </a:lnTo>
                <a:lnTo>
                  <a:pt x="15" y="100"/>
                </a:lnTo>
                <a:moveTo>
                  <a:pt x="18" y="88"/>
                </a:moveTo>
                <a:lnTo>
                  <a:pt x="18" y="87"/>
                </a:lnTo>
                <a:lnTo>
                  <a:pt x="18" y="86"/>
                </a:lnTo>
                <a:lnTo>
                  <a:pt x="17" y="87"/>
                </a:lnTo>
                <a:lnTo>
                  <a:pt x="17" y="88"/>
                </a:lnTo>
                <a:lnTo>
                  <a:pt x="16" y="88"/>
                </a:lnTo>
                <a:lnTo>
                  <a:pt x="16" y="89"/>
                </a:lnTo>
                <a:lnTo>
                  <a:pt x="17" y="90"/>
                </a:lnTo>
                <a:lnTo>
                  <a:pt x="18" y="90"/>
                </a:lnTo>
                <a:lnTo>
                  <a:pt x="19" y="90"/>
                </a:lnTo>
                <a:lnTo>
                  <a:pt x="18" y="90"/>
                </a:lnTo>
                <a:lnTo>
                  <a:pt x="18" y="89"/>
                </a:lnTo>
                <a:lnTo>
                  <a:pt x="18" y="88"/>
                </a:lnTo>
                <a:moveTo>
                  <a:pt x="20" y="88"/>
                </a:moveTo>
                <a:lnTo>
                  <a:pt x="19" y="87"/>
                </a:lnTo>
                <a:lnTo>
                  <a:pt x="19" y="88"/>
                </a:lnTo>
                <a:lnTo>
                  <a:pt x="20" y="88"/>
                </a:lnTo>
                <a:moveTo>
                  <a:pt x="25" y="79"/>
                </a:moveTo>
                <a:lnTo>
                  <a:pt x="25" y="80"/>
                </a:lnTo>
                <a:lnTo>
                  <a:pt x="25" y="79"/>
                </a:lnTo>
                <a:moveTo>
                  <a:pt x="26" y="79"/>
                </a:moveTo>
                <a:lnTo>
                  <a:pt x="26" y="78"/>
                </a:lnTo>
                <a:lnTo>
                  <a:pt x="27" y="78"/>
                </a:lnTo>
                <a:lnTo>
                  <a:pt x="26" y="78"/>
                </a:lnTo>
                <a:lnTo>
                  <a:pt x="26" y="79"/>
                </a:lnTo>
                <a:moveTo>
                  <a:pt x="27" y="77"/>
                </a:moveTo>
                <a:lnTo>
                  <a:pt x="27" y="77"/>
                </a:lnTo>
                <a:moveTo>
                  <a:pt x="35" y="71"/>
                </a:moveTo>
                <a:lnTo>
                  <a:pt x="36" y="71"/>
                </a:lnTo>
                <a:lnTo>
                  <a:pt x="36" y="70"/>
                </a:lnTo>
                <a:lnTo>
                  <a:pt x="37" y="70"/>
                </a:lnTo>
                <a:lnTo>
                  <a:pt x="38" y="70"/>
                </a:lnTo>
                <a:lnTo>
                  <a:pt x="38" y="69"/>
                </a:lnTo>
                <a:lnTo>
                  <a:pt x="38" y="68"/>
                </a:lnTo>
                <a:lnTo>
                  <a:pt x="37" y="68"/>
                </a:lnTo>
                <a:lnTo>
                  <a:pt x="36" y="68"/>
                </a:lnTo>
                <a:lnTo>
                  <a:pt x="36" y="69"/>
                </a:lnTo>
                <a:lnTo>
                  <a:pt x="35" y="69"/>
                </a:lnTo>
                <a:lnTo>
                  <a:pt x="35" y="70"/>
                </a:lnTo>
                <a:lnTo>
                  <a:pt x="35" y="71"/>
                </a:lnTo>
                <a:moveTo>
                  <a:pt x="37" y="68"/>
                </a:moveTo>
                <a:lnTo>
                  <a:pt x="37" y="67"/>
                </a:lnTo>
                <a:lnTo>
                  <a:pt x="37" y="68"/>
                </a:lnTo>
                <a:lnTo>
                  <a:pt x="36" y="68"/>
                </a:lnTo>
                <a:lnTo>
                  <a:pt x="37" y="68"/>
                </a:lnTo>
                <a:moveTo>
                  <a:pt x="38" y="68"/>
                </a:moveTo>
                <a:lnTo>
                  <a:pt x="38" y="67"/>
                </a:lnTo>
                <a:lnTo>
                  <a:pt x="38" y="66"/>
                </a:lnTo>
                <a:lnTo>
                  <a:pt x="38" y="67"/>
                </a:lnTo>
                <a:lnTo>
                  <a:pt x="37" y="67"/>
                </a:lnTo>
                <a:lnTo>
                  <a:pt x="37" y="68"/>
                </a:lnTo>
                <a:lnTo>
                  <a:pt x="38" y="68"/>
                </a:lnTo>
                <a:moveTo>
                  <a:pt x="48" y="62"/>
                </a:moveTo>
                <a:lnTo>
                  <a:pt x="47" y="62"/>
                </a:lnTo>
                <a:lnTo>
                  <a:pt x="46" y="63"/>
                </a:lnTo>
                <a:lnTo>
                  <a:pt x="47" y="63"/>
                </a:lnTo>
                <a:lnTo>
                  <a:pt x="47" y="62"/>
                </a:lnTo>
                <a:lnTo>
                  <a:pt x="48" y="62"/>
                </a:lnTo>
                <a:moveTo>
                  <a:pt x="51" y="61"/>
                </a:moveTo>
                <a:lnTo>
                  <a:pt x="51" y="60"/>
                </a:lnTo>
                <a:lnTo>
                  <a:pt x="51" y="61"/>
                </a:lnTo>
                <a:lnTo>
                  <a:pt x="50" y="61"/>
                </a:lnTo>
                <a:lnTo>
                  <a:pt x="51" y="61"/>
                </a:lnTo>
                <a:moveTo>
                  <a:pt x="63" y="49"/>
                </a:moveTo>
                <a:lnTo>
                  <a:pt x="63" y="50"/>
                </a:lnTo>
                <a:lnTo>
                  <a:pt x="63" y="49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20" name=""/>
          <p:cNvSpPr/>
          <p:nvPr/>
        </p:nvSpPr>
        <p:spPr>
          <a:xfrm>
            <a:off x="7174080" y="1454760"/>
            <a:ext cx="9000" cy="14400"/>
          </a:xfrm>
          <a:custGeom>
            <a:avLst/>
            <a:gdLst/>
            <a:ahLst/>
            <a:rect l="0" t="0" r="r" b="b"/>
            <a:pathLst>
              <a:path w="25" h="40">
                <a:moveTo>
                  <a:pt x="23" y="1"/>
                </a:moveTo>
                <a:lnTo>
                  <a:pt x="24" y="2"/>
                </a:lnTo>
                <a:lnTo>
                  <a:pt x="25" y="3"/>
                </a:lnTo>
                <a:lnTo>
                  <a:pt x="24" y="3"/>
                </a:lnTo>
                <a:lnTo>
                  <a:pt x="23" y="2"/>
                </a:lnTo>
                <a:lnTo>
                  <a:pt x="22" y="1"/>
                </a:lnTo>
                <a:lnTo>
                  <a:pt x="20" y="1"/>
                </a:lnTo>
                <a:lnTo>
                  <a:pt x="19" y="1"/>
                </a:lnTo>
                <a:lnTo>
                  <a:pt x="19" y="2"/>
                </a:lnTo>
                <a:lnTo>
                  <a:pt x="20" y="2"/>
                </a:lnTo>
                <a:lnTo>
                  <a:pt x="21" y="3"/>
                </a:lnTo>
                <a:lnTo>
                  <a:pt x="22" y="3"/>
                </a:lnTo>
                <a:lnTo>
                  <a:pt x="23" y="3"/>
                </a:lnTo>
                <a:lnTo>
                  <a:pt x="23" y="4"/>
                </a:lnTo>
                <a:lnTo>
                  <a:pt x="23" y="5"/>
                </a:lnTo>
                <a:lnTo>
                  <a:pt x="22" y="5"/>
                </a:lnTo>
                <a:lnTo>
                  <a:pt x="22" y="7"/>
                </a:lnTo>
                <a:lnTo>
                  <a:pt x="21" y="7"/>
                </a:lnTo>
                <a:lnTo>
                  <a:pt x="21" y="8"/>
                </a:lnTo>
                <a:lnTo>
                  <a:pt x="20" y="8"/>
                </a:lnTo>
                <a:lnTo>
                  <a:pt x="19" y="8"/>
                </a:lnTo>
                <a:lnTo>
                  <a:pt x="19" y="9"/>
                </a:lnTo>
                <a:lnTo>
                  <a:pt x="20" y="9"/>
                </a:lnTo>
                <a:lnTo>
                  <a:pt x="20" y="10"/>
                </a:lnTo>
                <a:lnTo>
                  <a:pt x="19" y="11"/>
                </a:lnTo>
                <a:lnTo>
                  <a:pt x="18" y="11"/>
                </a:lnTo>
                <a:lnTo>
                  <a:pt x="17" y="11"/>
                </a:lnTo>
                <a:lnTo>
                  <a:pt x="17" y="10"/>
                </a:lnTo>
                <a:lnTo>
                  <a:pt x="17" y="11"/>
                </a:lnTo>
                <a:lnTo>
                  <a:pt x="16" y="12"/>
                </a:lnTo>
                <a:lnTo>
                  <a:pt x="15" y="12"/>
                </a:lnTo>
                <a:lnTo>
                  <a:pt x="15" y="11"/>
                </a:lnTo>
                <a:lnTo>
                  <a:pt x="14" y="11"/>
                </a:lnTo>
                <a:lnTo>
                  <a:pt x="13" y="11"/>
                </a:lnTo>
                <a:lnTo>
                  <a:pt x="13" y="10"/>
                </a:lnTo>
                <a:lnTo>
                  <a:pt x="12" y="10"/>
                </a:lnTo>
                <a:lnTo>
                  <a:pt x="12" y="11"/>
                </a:lnTo>
                <a:lnTo>
                  <a:pt x="12" y="12"/>
                </a:lnTo>
                <a:lnTo>
                  <a:pt x="13" y="12"/>
                </a:lnTo>
                <a:lnTo>
                  <a:pt x="12" y="13"/>
                </a:lnTo>
                <a:lnTo>
                  <a:pt x="11" y="14"/>
                </a:lnTo>
                <a:lnTo>
                  <a:pt x="11" y="15"/>
                </a:lnTo>
                <a:lnTo>
                  <a:pt x="10" y="15"/>
                </a:lnTo>
                <a:lnTo>
                  <a:pt x="10" y="16"/>
                </a:lnTo>
                <a:lnTo>
                  <a:pt x="8" y="16"/>
                </a:lnTo>
                <a:lnTo>
                  <a:pt x="8" y="17"/>
                </a:lnTo>
                <a:lnTo>
                  <a:pt x="9" y="18"/>
                </a:lnTo>
                <a:lnTo>
                  <a:pt x="9" y="19"/>
                </a:lnTo>
                <a:lnTo>
                  <a:pt x="10" y="20"/>
                </a:lnTo>
                <a:lnTo>
                  <a:pt x="10" y="21"/>
                </a:lnTo>
                <a:lnTo>
                  <a:pt x="10" y="22"/>
                </a:lnTo>
                <a:lnTo>
                  <a:pt x="9" y="23"/>
                </a:lnTo>
                <a:lnTo>
                  <a:pt x="8" y="23"/>
                </a:lnTo>
                <a:lnTo>
                  <a:pt x="8" y="24"/>
                </a:lnTo>
                <a:lnTo>
                  <a:pt x="8" y="25"/>
                </a:lnTo>
                <a:lnTo>
                  <a:pt x="8" y="26"/>
                </a:lnTo>
                <a:lnTo>
                  <a:pt x="7" y="26"/>
                </a:lnTo>
                <a:lnTo>
                  <a:pt x="7" y="27"/>
                </a:lnTo>
                <a:lnTo>
                  <a:pt x="7" y="28"/>
                </a:lnTo>
                <a:lnTo>
                  <a:pt x="7" y="29"/>
                </a:lnTo>
                <a:lnTo>
                  <a:pt x="6" y="29"/>
                </a:lnTo>
                <a:lnTo>
                  <a:pt x="6" y="30"/>
                </a:lnTo>
                <a:lnTo>
                  <a:pt x="5" y="30"/>
                </a:lnTo>
                <a:lnTo>
                  <a:pt x="5" y="31"/>
                </a:lnTo>
                <a:lnTo>
                  <a:pt x="4" y="31"/>
                </a:lnTo>
                <a:lnTo>
                  <a:pt x="4" y="32"/>
                </a:lnTo>
                <a:lnTo>
                  <a:pt x="3" y="33"/>
                </a:lnTo>
                <a:lnTo>
                  <a:pt x="3" y="34"/>
                </a:lnTo>
                <a:lnTo>
                  <a:pt x="4" y="34"/>
                </a:lnTo>
                <a:lnTo>
                  <a:pt x="5" y="34"/>
                </a:lnTo>
                <a:lnTo>
                  <a:pt x="4" y="34"/>
                </a:lnTo>
                <a:lnTo>
                  <a:pt x="4" y="35"/>
                </a:lnTo>
                <a:lnTo>
                  <a:pt x="3" y="35"/>
                </a:lnTo>
                <a:lnTo>
                  <a:pt x="3" y="36"/>
                </a:lnTo>
                <a:lnTo>
                  <a:pt x="3" y="37"/>
                </a:lnTo>
                <a:lnTo>
                  <a:pt x="3" y="38"/>
                </a:lnTo>
                <a:lnTo>
                  <a:pt x="4" y="37"/>
                </a:lnTo>
                <a:lnTo>
                  <a:pt x="5" y="37"/>
                </a:lnTo>
                <a:lnTo>
                  <a:pt x="5" y="38"/>
                </a:lnTo>
                <a:lnTo>
                  <a:pt x="4" y="38"/>
                </a:lnTo>
                <a:lnTo>
                  <a:pt x="3" y="38"/>
                </a:lnTo>
                <a:lnTo>
                  <a:pt x="3" y="39"/>
                </a:lnTo>
                <a:lnTo>
                  <a:pt x="3" y="40"/>
                </a:lnTo>
                <a:lnTo>
                  <a:pt x="3" y="39"/>
                </a:lnTo>
                <a:lnTo>
                  <a:pt x="1" y="39"/>
                </a:lnTo>
                <a:lnTo>
                  <a:pt x="1" y="38"/>
                </a:lnTo>
                <a:lnTo>
                  <a:pt x="0" y="38"/>
                </a:lnTo>
                <a:lnTo>
                  <a:pt x="0" y="37"/>
                </a:lnTo>
                <a:lnTo>
                  <a:pt x="1" y="36"/>
                </a:lnTo>
                <a:lnTo>
                  <a:pt x="1" y="35"/>
                </a:lnTo>
                <a:lnTo>
                  <a:pt x="1" y="34"/>
                </a:lnTo>
                <a:lnTo>
                  <a:pt x="1" y="33"/>
                </a:lnTo>
                <a:lnTo>
                  <a:pt x="3" y="33"/>
                </a:lnTo>
                <a:lnTo>
                  <a:pt x="3" y="32"/>
                </a:lnTo>
                <a:lnTo>
                  <a:pt x="3" y="31"/>
                </a:lnTo>
                <a:lnTo>
                  <a:pt x="4" y="31"/>
                </a:lnTo>
                <a:lnTo>
                  <a:pt x="4" y="30"/>
                </a:lnTo>
                <a:lnTo>
                  <a:pt x="5" y="29"/>
                </a:lnTo>
                <a:lnTo>
                  <a:pt x="6" y="29"/>
                </a:lnTo>
                <a:lnTo>
                  <a:pt x="6" y="28"/>
                </a:lnTo>
                <a:lnTo>
                  <a:pt x="5" y="28"/>
                </a:lnTo>
                <a:lnTo>
                  <a:pt x="5" y="27"/>
                </a:lnTo>
                <a:lnTo>
                  <a:pt x="5" y="26"/>
                </a:lnTo>
                <a:lnTo>
                  <a:pt x="6" y="26"/>
                </a:lnTo>
                <a:lnTo>
                  <a:pt x="6" y="25"/>
                </a:lnTo>
                <a:lnTo>
                  <a:pt x="6" y="24"/>
                </a:lnTo>
                <a:lnTo>
                  <a:pt x="7" y="23"/>
                </a:lnTo>
                <a:lnTo>
                  <a:pt x="7" y="22"/>
                </a:lnTo>
                <a:lnTo>
                  <a:pt x="8" y="22"/>
                </a:lnTo>
                <a:lnTo>
                  <a:pt x="9" y="22"/>
                </a:lnTo>
                <a:lnTo>
                  <a:pt x="9" y="21"/>
                </a:lnTo>
                <a:lnTo>
                  <a:pt x="9" y="20"/>
                </a:lnTo>
                <a:lnTo>
                  <a:pt x="9" y="19"/>
                </a:lnTo>
                <a:lnTo>
                  <a:pt x="8" y="19"/>
                </a:lnTo>
                <a:lnTo>
                  <a:pt x="8" y="18"/>
                </a:lnTo>
                <a:lnTo>
                  <a:pt x="8" y="17"/>
                </a:lnTo>
                <a:lnTo>
                  <a:pt x="7" y="17"/>
                </a:lnTo>
                <a:lnTo>
                  <a:pt x="7" y="16"/>
                </a:lnTo>
                <a:lnTo>
                  <a:pt x="7" y="15"/>
                </a:lnTo>
                <a:lnTo>
                  <a:pt x="8" y="15"/>
                </a:lnTo>
                <a:lnTo>
                  <a:pt x="9" y="15"/>
                </a:lnTo>
                <a:lnTo>
                  <a:pt x="9" y="14"/>
                </a:lnTo>
                <a:lnTo>
                  <a:pt x="10" y="15"/>
                </a:lnTo>
                <a:lnTo>
                  <a:pt x="10" y="14"/>
                </a:lnTo>
                <a:lnTo>
                  <a:pt x="10" y="13"/>
                </a:lnTo>
                <a:lnTo>
                  <a:pt x="11" y="13"/>
                </a:lnTo>
                <a:lnTo>
                  <a:pt x="11" y="12"/>
                </a:lnTo>
                <a:lnTo>
                  <a:pt x="11" y="11"/>
                </a:lnTo>
                <a:lnTo>
                  <a:pt x="11" y="10"/>
                </a:lnTo>
                <a:lnTo>
                  <a:pt x="12" y="10"/>
                </a:lnTo>
                <a:lnTo>
                  <a:pt x="12" y="9"/>
                </a:lnTo>
                <a:lnTo>
                  <a:pt x="13" y="9"/>
                </a:lnTo>
                <a:lnTo>
                  <a:pt x="14" y="10"/>
                </a:lnTo>
                <a:lnTo>
                  <a:pt x="14" y="11"/>
                </a:lnTo>
                <a:lnTo>
                  <a:pt x="15" y="11"/>
                </a:lnTo>
                <a:lnTo>
                  <a:pt x="16" y="11"/>
                </a:lnTo>
                <a:lnTo>
                  <a:pt x="16" y="10"/>
                </a:lnTo>
                <a:lnTo>
                  <a:pt x="17" y="10"/>
                </a:lnTo>
                <a:lnTo>
                  <a:pt x="18" y="10"/>
                </a:lnTo>
                <a:lnTo>
                  <a:pt x="18" y="9"/>
                </a:lnTo>
                <a:lnTo>
                  <a:pt x="19" y="8"/>
                </a:lnTo>
                <a:lnTo>
                  <a:pt x="20" y="8"/>
                </a:lnTo>
                <a:lnTo>
                  <a:pt x="20" y="7"/>
                </a:lnTo>
                <a:lnTo>
                  <a:pt x="21" y="7"/>
                </a:lnTo>
                <a:lnTo>
                  <a:pt x="21" y="5"/>
                </a:lnTo>
                <a:lnTo>
                  <a:pt x="22" y="5"/>
                </a:lnTo>
                <a:lnTo>
                  <a:pt x="22" y="4"/>
                </a:lnTo>
                <a:lnTo>
                  <a:pt x="21" y="4"/>
                </a:lnTo>
                <a:lnTo>
                  <a:pt x="20" y="4"/>
                </a:lnTo>
                <a:lnTo>
                  <a:pt x="20" y="3"/>
                </a:lnTo>
                <a:lnTo>
                  <a:pt x="19" y="3"/>
                </a:lnTo>
                <a:lnTo>
                  <a:pt x="18" y="3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19" y="0"/>
                </a:lnTo>
                <a:lnTo>
                  <a:pt x="20" y="0"/>
                </a:lnTo>
                <a:lnTo>
                  <a:pt x="21" y="0"/>
                </a:lnTo>
                <a:lnTo>
                  <a:pt x="22" y="0"/>
                </a:lnTo>
                <a:lnTo>
                  <a:pt x="22" y="1"/>
                </a:lnTo>
                <a:lnTo>
                  <a:pt x="2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21" name=""/>
          <p:cNvSpPr/>
          <p:nvPr/>
        </p:nvSpPr>
        <p:spPr>
          <a:xfrm>
            <a:off x="7295400" y="1413000"/>
            <a:ext cx="13680" cy="17640"/>
          </a:xfrm>
          <a:custGeom>
            <a:avLst/>
            <a:gdLst/>
            <a:ahLst/>
            <a:rect l="0" t="0" r="r" b="b"/>
            <a:pathLst>
              <a:path w="38" h="49">
                <a:moveTo>
                  <a:pt x="2" y="3"/>
                </a:moveTo>
                <a:lnTo>
                  <a:pt x="2" y="4"/>
                </a:lnTo>
                <a:lnTo>
                  <a:pt x="2" y="5"/>
                </a:lnTo>
                <a:lnTo>
                  <a:pt x="2" y="6"/>
                </a:lnTo>
                <a:lnTo>
                  <a:pt x="1" y="6"/>
                </a:lnTo>
                <a:lnTo>
                  <a:pt x="1" y="8"/>
                </a:lnTo>
                <a:lnTo>
                  <a:pt x="1" y="9"/>
                </a:lnTo>
                <a:lnTo>
                  <a:pt x="0" y="10"/>
                </a:lnTo>
                <a:lnTo>
                  <a:pt x="0" y="11"/>
                </a:lnTo>
                <a:lnTo>
                  <a:pt x="1" y="11"/>
                </a:lnTo>
                <a:lnTo>
                  <a:pt x="1" y="12"/>
                </a:lnTo>
                <a:lnTo>
                  <a:pt x="1" y="13"/>
                </a:lnTo>
                <a:lnTo>
                  <a:pt x="1" y="14"/>
                </a:lnTo>
                <a:lnTo>
                  <a:pt x="1" y="15"/>
                </a:lnTo>
                <a:lnTo>
                  <a:pt x="1" y="16"/>
                </a:lnTo>
                <a:lnTo>
                  <a:pt x="1" y="17"/>
                </a:lnTo>
                <a:lnTo>
                  <a:pt x="2" y="17"/>
                </a:lnTo>
                <a:lnTo>
                  <a:pt x="2" y="18"/>
                </a:lnTo>
                <a:lnTo>
                  <a:pt x="2" y="19"/>
                </a:lnTo>
                <a:lnTo>
                  <a:pt x="3" y="19"/>
                </a:lnTo>
                <a:lnTo>
                  <a:pt x="4" y="19"/>
                </a:lnTo>
                <a:lnTo>
                  <a:pt x="5" y="19"/>
                </a:lnTo>
                <a:lnTo>
                  <a:pt x="6" y="20"/>
                </a:lnTo>
                <a:lnTo>
                  <a:pt x="6" y="21"/>
                </a:lnTo>
                <a:lnTo>
                  <a:pt x="7" y="22"/>
                </a:lnTo>
                <a:lnTo>
                  <a:pt x="7" y="23"/>
                </a:lnTo>
                <a:lnTo>
                  <a:pt x="8" y="24"/>
                </a:lnTo>
                <a:lnTo>
                  <a:pt x="9" y="25"/>
                </a:lnTo>
                <a:lnTo>
                  <a:pt x="10" y="25"/>
                </a:lnTo>
                <a:lnTo>
                  <a:pt x="11" y="25"/>
                </a:lnTo>
                <a:lnTo>
                  <a:pt x="11" y="26"/>
                </a:lnTo>
                <a:lnTo>
                  <a:pt x="12" y="26"/>
                </a:lnTo>
                <a:lnTo>
                  <a:pt x="12" y="27"/>
                </a:lnTo>
                <a:lnTo>
                  <a:pt x="13" y="27"/>
                </a:lnTo>
                <a:lnTo>
                  <a:pt x="13" y="28"/>
                </a:lnTo>
                <a:lnTo>
                  <a:pt x="13" y="29"/>
                </a:lnTo>
                <a:lnTo>
                  <a:pt x="13" y="30"/>
                </a:lnTo>
                <a:lnTo>
                  <a:pt x="14" y="30"/>
                </a:lnTo>
                <a:lnTo>
                  <a:pt x="14" y="29"/>
                </a:lnTo>
                <a:lnTo>
                  <a:pt x="15" y="29"/>
                </a:lnTo>
                <a:lnTo>
                  <a:pt x="16" y="28"/>
                </a:lnTo>
                <a:lnTo>
                  <a:pt x="17" y="28"/>
                </a:lnTo>
                <a:lnTo>
                  <a:pt x="18" y="29"/>
                </a:lnTo>
                <a:lnTo>
                  <a:pt x="19" y="29"/>
                </a:lnTo>
                <a:lnTo>
                  <a:pt x="19" y="30"/>
                </a:lnTo>
                <a:lnTo>
                  <a:pt x="18" y="31"/>
                </a:lnTo>
                <a:lnTo>
                  <a:pt x="17" y="32"/>
                </a:lnTo>
                <a:lnTo>
                  <a:pt x="17" y="33"/>
                </a:lnTo>
                <a:lnTo>
                  <a:pt x="18" y="34"/>
                </a:lnTo>
                <a:lnTo>
                  <a:pt x="19" y="35"/>
                </a:lnTo>
                <a:lnTo>
                  <a:pt x="20" y="35"/>
                </a:lnTo>
                <a:lnTo>
                  <a:pt x="21" y="35"/>
                </a:lnTo>
                <a:lnTo>
                  <a:pt x="22" y="34"/>
                </a:lnTo>
                <a:lnTo>
                  <a:pt x="22" y="33"/>
                </a:lnTo>
                <a:lnTo>
                  <a:pt x="23" y="33"/>
                </a:lnTo>
                <a:lnTo>
                  <a:pt x="22" y="33"/>
                </a:lnTo>
                <a:lnTo>
                  <a:pt x="22" y="32"/>
                </a:lnTo>
                <a:lnTo>
                  <a:pt x="21" y="31"/>
                </a:lnTo>
                <a:lnTo>
                  <a:pt x="21" y="30"/>
                </a:lnTo>
                <a:lnTo>
                  <a:pt x="21" y="29"/>
                </a:lnTo>
                <a:lnTo>
                  <a:pt x="22" y="28"/>
                </a:lnTo>
                <a:lnTo>
                  <a:pt x="23" y="27"/>
                </a:lnTo>
                <a:lnTo>
                  <a:pt x="24" y="27"/>
                </a:lnTo>
                <a:lnTo>
                  <a:pt x="25" y="27"/>
                </a:lnTo>
                <a:lnTo>
                  <a:pt x="26" y="28"/>
                </a:lnTo>
                <a:lnTo>
                  <a:pt x="27" y="29"/>
                </a:lnTo>
                <a:lnTo>
                  <a:pt x="27" y="30"/>
                </a:lnTo>
                <a:lnTo>
                  <a:pt x="26" y="30"/>
                </a:lnTo>
                <a:lnTo>
                  <a:pt x="26" y="31"/>
                </a:lnTo>
                <a:lnTo>
                  <a:pt x="25" y="31"/>
                </a:lnTo>
                <a:lnTo>
                  <a:pt x="25" y="32"/>
                </a:lnTo>
                <a:lnTo>
                  <a:pt x="26" y="32"/>
                </a:lnTo>
                <a:lnTo>
                  <a:pt x="27" y="33"/>
                </a:lnTo>
                <a:lnTo>
                  <a:pt x="27" y="35"/>
                </a:lnTo>
                <a:lnTo>
                  <a:pt x="27" y="37"/>
                </a:lnTo>
                <a:lnTo>
                  <a:pt x="28" y="37"/>
                </a:lnTo>
                <a:lnTo>
                  <a:pt x="29" y="38"/>
                </a:lnTo>
                <a:lnTo>
                  <a:pt x="29" y="39"/>
                </a:lnTo>
                <a:lnTo>
                  <a:pt x="29" y="40"/>
                </a:lnTo>
                <a:lnTo>
                  <a:pt x="29" y="41"/>
                </a:lnTo>
                <a:lnTo>
                  <a:pt x="29" y="42"/>
                </a:lnTo>
                <a:lnTo>
                  <a:pt x="31" y="42"/>
                </a:lnTo>
                <a:lnTo>
                  <a:pt x="32" y="42"/>
                </a:lnTo>
                <a:lnTo>
                  <a:pt x="33" y="42"/>
                </a:lnTo>
                <a:lnTo>
                  <a:pt x="33" y="43"/>
                </a:lnTo>
                <a:lnTo>
                  <a:pt x="33" y="44"/>
                </a:lnTo>
                <a:lnTo>
                  <a:pt x="32" y="44"/>
                </a:lnTo>
                <a:lnTo>
                  <a:pt x="32" y="45"/>
                </a:lnTo>
                <a:lnTo>
                  <a:pt x="32" y="47"/>
                </a:lnTo>
                <a:lnTo>
                  <a:pt x="32" y="48"/>
                </a:lnTo>
                <a:lnTo>
                  <a:pt x="33" y="48"/>
                </a:lnTo>
                <a:lnTo>
                  <a:pt x="34" y="48"/>
                </a:lnTo>
                <a:lnTo>
                  <a:pt x="35" y="48"/>
                </a:lnTo>
                <a:lnTo>
                  <a:pt x="36" y="48"/>
                </a:lnTo>
                <a:lnTo>
                  <a:pt x="37" y="49"/>
                </a:lnTo>
                <a:lnTo>
                  <a:pt x="38" y="49"/>
                </a:lnTo>
                <a:lnTo>
                  <a:pt x="37" y="49"/>
                </a:lnTo>
                <a:lnTo>
                  <a:pt x="36" y="49"/>
                </a:lnTo>
                <a:lnTo>
                  <a:pt x="36" y="48"/>
                </a:lnTo>
                <a:lnTo>
                  <a:pt x="35" y="48"/>
                </a:lnTo>
                <a:lnTo>
                  <a:pt x="34" y="48"/>
                </a:lnTo>
                <a:lnTo>
                  <a:pt x="33" y="48"/>
                </a:lnTo>
                <a:lnTo>
                  <a:pt x="32" y="48"/>
                </a:lnTo>
                <a:lnTo>
                  <a:pt x="31" y="47"/>
                </a:lnTo>
                <a:lnTo>
                  <a:pt x="31" y="46"/>
                </a:lnTo>
                <a:lnTo>
                  <a:pt x="31" y="45"/>
                </a:lnTo>
                <a:lnTo>
                  <a:pt x="31" y="44"/>
                </a:lnTo>
                <a:lnTo>
                  <a:pt x="31" y="43"/>
                </a:lnTo>
                <a:lnTo>
                  <a:pt x="31" y="42"/>
                </a:lnTo>
                <a:lnTo>
                  <a:pt x="29" y="42"/>
                </a:lnTo>
                <a:lnTo>
                  <a:pt x="29" y="41"/>
                </a:lnTo>
                <a:lnTo>
                  <a:pt x="28" y="41"/>
                </a:lnTo>
                <a:lnTo>
                  <a:pt x="29" y="40"/>
                </a:lnTo>
                <a:lnTo>
                  <a:pt x="28" y="40"/>
                </a:lnTo>
                <a:lnTo>
                  <a:pt x="28" y="39"/>
                </a:lnTo>
                <a:lnTo>
                  <a:pt x="28" y="38"/>
                </a:lnTo>
                <a:lnTo>
                  <a:pt x="27" y="38"/>
                </a:lnTo>
                <a:lnTo>
                  <a:pt x="27" y="37"/>
                </a:lnTo>
                <a:lnTo>
                  <a:pt x="27" y="35"/>
                </a:lnTo>
                <a:lnTo>
                  <a:pt x="26" y="35"/>
                </a:lnTo>
                <a:lnTo>
                  <a:pt x="26" y="34"/>
                </a:lnTo>
                <a:lnTo>
                  <a:pt x="27" y="34"/>
                </a:lnTo>
                <a:lnTo>
                  <a:pt x="27" y="33"/>
                </a:lnTo>
                <a:lnTo>
                  <a:pt x="26" y="33"/>
                </a:lnTo>
                <a:lnTo>
                  <a:pt x="26" y="32"/>
                </a:lnTo>
                <a:lnTo>
                  <a:pt x="25" y="32"/>
                </a:lnTo>
                <a:lnTo>
                  <a:pt x="25" y="31"/>
                </a:lnTo>
                <a:lnTo>
                  <a:pt x="26" y="29"/>
                </a:lnTo>
                <a:lnTo>
                  <a:pt x="26" y="28"/>
                </a:lnTo>
                <a:lnTo>
                  <a:pt x="25" y="28"/>
                </a:lnTo>
                <a:lnTo>
                  <a:pt x="23" y="28"/>
                </a:lnTo>
                <a:lnTo>
                  <a:pt x="22" y="28"/>
                </a:lnTo>
                <a:lnTo>
                  <a:pt x="22" y="29"/>
                </a:lnTo>
                <a:lnTo>
                  <a:pt x="21" y="30"/>
                </a:lnTo>
                <a:lnTo>
                  <a:pt x="21" y="31"/>
                </a:lnTo>
                <a:lnTo>
                  <a:pt x="22" y="31"/>
                </a:lnTo>
                <a:lnTo>
                  <a:pt x="22" y="32"/>
                </a:lnTo>
                <a:lnTo>
                  <a:pt x="23" y="32"/>
                </a:lnTo>
                <a:lnTo>
                  <a:pt x="23" y="33"/>
                </a:lnTo>
                <a:lnTo>
                  <a:pt x="22" y="34"/>
                </a:lnTo>
                <a:lnTo>
                  <a:pt x="22" y="35"/>
                </a:lnTo>
                <a:lnTo>
                  <a:pt x="21" y="35"/>
                </a:lnTo>
                <a:lnTo>
                  <a:pt x="20" y="35"/>
                </a:lnTo>
                <a:lnTo>
                  <a:pt x="19" y="35"/>
                </a:lnTo>
                <a:lnTo>
                  <a:pt x="18" y="35"/>
                </a:lnTo>
                <a:lnTo>
                  <a:pt x="18" y="34"/>
                </a:lnTo>
                <a:lnTo>
                  <a:pt x="17" y="34"/>
                </a:lnTo>
                <a:lnTo>
                  <a:pt x="17" y="33"/>
                </a:lnTo>
                <a:lnTo>
                  <a:pt x="17" y="32"/>
                </a:lnTo>
                <a:lnTo>
                  <a:pt x="17" y="31"/>
                </a:lnTo>
                <a:lnTo>
                  <a:pt x="18" y="31"/>
                </a:lnTo>
                <a:lnTo>
                  <a:pt x="18" y="30"/>
                </a:lnTo>
                <a:lnTo>
                  <a:pt x="19" y="30"/>
                </a:lnTo>
                <a:lnTo>
                  <a:pt x="18" y="29"/>
                </a:lnTo>
                <a:lnTo>
                  <a:pt x="17" y="28"/>
                </a:lnTo>
                <a:lnTo>
                  <a:pt x="16" y="29"/>
                </a:lnTo>
                <a:lnTo>
                  <a:pt x="15" y="29"/>
                </a:lnTo>
                <a:lnTo>
                  <a:pt x="15" y="30"/>
                </a:lnTo>
                <a:lnTo>
                  <a:pt x="14" y="30"/>
                </a:lnTo>
                <a:lnTo>
                  <a:pt x="13" y="30"/>
                </a:lnTo>
                <a:lnTo>
                  <a:pt x="13" y="29"/>
                </a:lnTo>
                <a:lnTo>
                  <a:pt x="13" y="28"/>
                </a:lnTo>
                <a:lnTo>
                  <a:pt x="12" y="28"/>
                </a:lnTo>
                <a:lnTo>
                  <a:pt x="12" y="27"/>
                </a:lnTo>
                <a:lnTo>
                  <a:pt x="11" y="26"/>
                </a:lnTo>
                <a:lnTo>
                  <a:pt x="10" y="26"/>
                </a:lnTo>
                <a:lnTo>
                  <a:pt x="10" y="25"/>
                </a:lnTo>
                <a:lnTo>
                  <a:pt x="9" y="25"/>
                </a:lnTo>
                <a:lnTo>
                  <a:pt x="8" y="25"/>
                </a:lnTo>
                <a:lnTo>
                  <a:pt x="8" y="24"/>
                </a:lnTo>
                <a:lnTo>
                  <a:pt x="7" y="24"/>
                </a:lnTo>
                <a:lnTo>
                  <a:pt x="7" y="23"/>
                </a:lnTo>
                <a:lnTo>
                  <a:pt x="6" y="22"/>
                </a:lnTo>
                <a:lnTo>
                  <a:pt x="6" y="21"/>
                </a:lnTo>
                <a:lnTo>
                  <a:pt x="6" y="20"/>
                </a:lnTo>
                <a:lnTo>
                  <a:pt x="5" y="20"/>
                </a:lnTo>
                <a:lnTo>
                  <a:pt x="5" y="19"/>
                </a:lnTo>
                <a:lnTo>
                  <a:pt x="4" y="19"/>
                </a:lnTo>
                <a:lnTo>
                  <a:pt x="3" y="19"/>
                </a:lnTo>
                <a:lnTo>
                  <a:pt x="2" y="19"/>
                </a:lnTo>
                <a:lnTo>
                  <a:pt x="2" y="18"/>
                </a:lnTo>
                <a:lnTo>
                  <a:pt x="2" y="17"/>
                </a:lnTo>
                <a:lnTo>
                  <a:pt x="1" y="17"/>
                </a:lnTo>
                <a:lnTo>
                  <a:pt x="1" y="16"/>
                </a:lnTo>
                <a:lnTo>
                  <a:pt x="0" y="16"/>
                </a:lnTo>
                <a:lnTo>
                  <a:pt x="0" y="15"/>
                </a:lnTo>
                <a:lnTo>
                  <a:pt x="1" y="14"/>
                </a:lnTo>
                <a:lnTo>
                  <a:pt x="1" y="13"/>
                </a:lnTo>
                <a:lnTo>
                  <a:pt x="1" y="12"/>
                </a:lnTo>
                <a:lnTo>
                  <a:pt x="0" y="12"/>
                </a:ln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0" y="8"/>
                </a:lnTo>
                <a:lnTo>
                  <a:pt x="1" y="7"/>
                </a:lnTo>
                <a:lnTo>
                  <a:pt x="1" y="6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2" y="3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moveTo>
                  <a:pt x="31" y="46"/>
                </a:moveTo>
                <a:lnTo>
                  <a:pt x="32" y="45"/>
                </a:lnTo>
                <a:lnTo>
                  <a:pt x="32" y="44"/>
                </a:lnTo>
                <a:lnTo>
                  <a:pt x="31" y="45"/>
                </a:lnTo>
                <a:lnTo>
                  <a:pt x="31" y="46"/>
                </a:lnTo>
                <a:moveTo>
                  <a:pt x="32" y="44"/>
                </a:moveTo>
                <a:lnTo>
                  <a:pt x="33" y="43"/>
                </a:lnTo>
                <a:lnTo>
                  <a:pt x="32" y="43"/>
                </a:lnTo>
                <a:lnTo>
                  <a:pt x="32" y="42"/>
                </a:lnTo>
                <a:lnTo>
                  <a:pt x="32" y="43"/>
                </a:lnTo>
                <a:lnTo>
                  <a:pt x="31" y="44"/>
                </a:lnTo>
                <a:lnTo>
                  <a:pt x="32" y="44"/>
                </a:lnTo>
                <a:moveTo>
                  <a:pt x="29" y="40"/>
                </a:moveTo>
                <a:lnTo>
                  <a:pt x="29" y="39"/>
                </a:lnTo>
                <a:lnTo>
                  <a:pt x="29" y="38"/>
                </a:lnTo>
                <a:lnTo>
                  <a:pt x="28" y="38"/>
                </a:lnTo>
                <a:lnTo>
                  <a:pt x="28" y="39"/>
                </a:lnTo>
                <a:lnTo>
                  <a:pt x="28" y="40"/>
                </a:lnTo>
                <a:lnTo>
                  <a:pt x="29" y="40"/>
                </a:lnTo>
                <a:moveTo>
                  <a:pt x="24" y="27"/>
                </a:moveTo>
                <a:lnTo>
                  <a:pt x="24" y="28"/>
                </a:lnTo>
                <a:lnTo>
                  <a:pt x="25" y="28"/>
                </a:lnTo>
                <a:lnTo>
                  <a:pt x="25" y="27"/>
                </a:lnTo>
                <a:lnTo>
                  <a:pt x="24" y="27"/>
                </a:lnTo>
                <a:moveTo>
                  <a:pt x="1" y="17"/>
                </a:moveTo>
                <a:lnTo>
                  <a:pt x="1" y="17"/>
                </a:lnTo>
                <a:moveTo>
                  <a:pt x="1" y="14"/>
                </a:moveTo>
                <a:lnTo>
                  <a:pt x="1" y="14"/>
                </a:lnTo>
                <a:moveTo>
                  <a:pt x="1" y="8"/>
                </a:moveTo>
                <a:lnTo>
                  <a:pt x="1" y="7"/>
                </a:lnTo>
                <a:lnTo>
                  <a:pt x="1" y="8"/>
                </a:lnTo>
                <a:moveTo>
                  <a:pt x="3" y="2"/>
                </a:move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22" name=""/>
          <p:cNvSpPr/>
          <p:nvPr/>
        </p:nvSpPr>
        <p:spPr>
          <a:xfrm>
            <a:off x="6996600" y="156096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23" name=""/>
          <p:cNvSpPr/>
          <p:nvPr/>
        </p:nvSpPr>
        <p:spPr>
          <a:xfrm>
            <a:off x="7022520" y="15602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0"/>
                </a:lnTo>
                <a:lnTo>
                  <a:pt x="2" y="0"/>
                </a:lnTo>
                <a:lnTo>
                  <a:pt x="2" y="1"/>
                </a:lnTo>
                <a:lnTo>
                  <a:pt x="4" y="2"/>
                </a:lnTo>
                <a:lnTo>
                  <a:pt x="2" y="4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24" name=""/>
          <p:cNvSpPr/>
          <p:nvPr/>
        </p:nvSpPr>
        <p:spPr>
          <a:xfrm>
            <a:off x="7022880" y="1559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25" name=""/>
          <p:cNvSpPr/>
          <p:nvPr/>
        </p:nvSpPr>
        <p:spPr>
          <a:xfrm>
            <a:off x="6995160" y="15577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26" name=""/>
          <p:cNvSpPr/>
          <p:nvPr/>
        </p:nvSpPr>
        <p:spPr>
          <a:xfrm>
            <a:off x="7000920" y="15526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27" name=""/>
          <p:cNvSpPr/>
          <p:nvPr/>
        </p:nvSpPr>
        <p:spPr>
          <a:xfrm>
            <a:off x="7003080" y="15523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28" name=""/>
          <p:cNvSpPr/>
          <p:nvPr/>
        </p:nvSpPr>
        <p:spPr>
          <a:xfrm>
            <a:off x="7041240" y="15494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1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29" name=""/>
          <p:cNvSpPr/>
          <p:nvPr/>
        </p:nvSpPr>
        <p:spPr>
          <a:xfrm>
            <a:off x="7038720" y="1548360"/>
            <a:ext cx="3240" cy="2880"/>
          </a:xfrm>
          <a:custGeom>
            <a:avLst/>
            <a:gdLst/>
            <a:ahLst/>
            <a:rect l="0" t="0" r="r" b="b"/>
            <a:pathLst>
              <a:path w="9" h="8">
                <a:moveTo>
                  <a:pt x="8" y="0"/>
                </a:moveTo>
                <a:lnTo>
                  <a:pt x="7" y="0"/>
                </a:lnTo>
                <a:lnTo>
                  <a:pt x="7" y="2"/>
                </a:lnTo>
                <a:lnTo>
                  <a:pt x="7" y="3"/>
                </a:lnTo>
                <a:lnTo>
                  <a:pt x="7" y="4"/>
                </a:lnTo>
                <a:lnTo>
                  <a:pt x="8" y="5"/>
                </a:lnTo>
                <a:lnTo>
                  <a:pt x="7" y="5"/>
                </a:lnTo>
                <a:lnTo>
                  <a:pt x="8" y="5"/>
                </a:lnTo>
                <a:lnTo>
                  <a:pt x="8" y="6"/>
                </a:lnTo>
                <a:lnTo>
                  <a:pt x="7" y="6"/>
                </a:lnTo>
                <a:lnTo>
                  <a:pt x="6" y="6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5" y="7"/>
                </a:lnTo>
                <a:lnTo>
                  <a:pt x="3" y="7"/>
                </a:lnTo>
                <a:lnTo>
                  <a:pt x="3" y="8"/>
                </a:lnTo>
                <a:lnTo>
                  <a:pt x="2" y="8"/>
                </a:lnTo>
                <a:lnTo>
                  <a:pt x="1" y="8"/>
                </a:lnTo>
                <a:lnTo>
                  <a:pt x="1" y="7"/>
                </a:lnTo>
                <a:lnTo>
                  <a:pt x="0" y="7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5" y="2"/>
                </a:lnTo>
                <a:lnTo>
                  <a:pt x="6" y="2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8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30" name=""/>
          <p:cNvSpPr/>
          <p:nvPr/>
        </p:nvSpPr>
        <p:spPr>
          <a:xfrm>
            <a:off x="7014240" y="1549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31" name=""/>
          <p:cNvSpPr/>
          <p:nvPr/>
        </p:nvSpPr>
        <p:spPr>
          <a:xfrm>
            <a:off x="7010280" y="15487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0"/>
                </a:move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32" name=""/>
          <p:cNvSpPr/>
          <p:nvPr/>
        </p:nvSpPr>
        <p:spPr>
          <a:xfrm>
            <a:off x="7011720" y="15487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33" name=""/>
          <p:cNvSpPr/>
          <p:nvPr/>
        </p:nvSpPr>
        <p:spPr>
          <a:xfrm>
            <a:off x="7038000" y="1548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34" name=""/>
          <p:cNvSpPr/>
          <p:nvPr/>
        </p:nvSpPr>
        <p:spPr>
          <a:xfrm>
            <a:off x="7041960" y="15476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35" name=""/>
          <p:cNvSpPr/>
          <p:nvPr/>
        </p:nvSpPr>
        <p:spPr>
          <a:xfrm>
            <a:off x="7044120" y="1547640"/>
            <a:ext cx="2160" cy="720"/>
          </a:xfrm>
          <a:custGeom>
            <a:avLst/>
            <a:gdLst/>
            <a:ahLst/>
            <a:rect l="0" t="0" r="r" b="b"/>
            <a:pathLst>
              <a:path w="6" h="2">
                <a:moveTo>
                  <a:pt x="6" y="2"/>
                </a:move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36" name=""/>
          <p:cNvSpPr/>
          <p:nvPr/>
        </p:nvSpPr>
        <p:spPr>
          <a:xfrm>
            <a:off x="7041960" y="154620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2" y="0"/>
                </a:move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lnTo>
                  <a:pt x="6" y="4"/>
                </a:lnTo>
                <a:lnTo>
                  <a:pt x="4" y="4"/>
                </a:lnTo>
                <a:lnTo>
                  <a:pt x="3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37" name=""/>
          <p:cNvSpPr/>
          <p:nvPr/>
        </p:nvSpPr>
        <p:spPr>
          <a:xfrm>
            <a:off x="7037640" y="15458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38" name=""/>
          <p:cNvSpPr/>
          <p:nvPr/>
        </p:nvSpPr>
        <p:spPr>
          <a:xfrm>
            <a:off x="7038720" y="15436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0"/>
                </a:move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39" name=""/>
          <p:cNvSpPr/>
          <p:nvPr/>
        </p:nvSpPr>
        <p:spPr>
          <a:xfrm>
            <a:off x="6983280" y="1504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40" name=""/>
          <p:cNvSpPr/>
          <p:nvPr/>
        </p:nvSpPr>
        <p:spPr>
          <a:xfrm>
            <a:off x="6988680" y="150048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4" y="4"/>
                </a:move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1"/>
                </a:lnTo>
                <a:lnTo>
                  <a:pt x="6" y="3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41" name=""/>
          <p:cNvSpPr/>
          <p:nvPr/>
        </p:nvSpPr>
        <p:spPr>
          <a:xfrm>
            <a:off x="6926040" y="1391040"/>
            <a:ext cx="225720" cy="175680"/>
          </a:xfrm>
          <a:custGeom>
            <a:avLst/>
            <a:gdLst/>
            <a:ahLst/>
            <a:rect l="0" t="0" r="r" b="b"/>
            <a:pathLst>
              <a:path w="627" h="488">
                <a:moveTo>
                  <a:pt x="450" y="2"/>
                </a:moveTo>
                <a:lnTo>
                  <a:pt x="450" y="1"/>
                </a:lnTo>
                <a:lnTo>
                  <a:pt x="450" y="2"/>
                </a:lnTo>
                <a:lnTo>
                  <a:pt x="451" y="2"/>
                </a:lnTo>
                <a:lnTo>
                  <a:pt x="452" y="2"/>
                </a:lnTo>
                <a:lnTo>
                  <a:pt x="453" y="3"/>
                </a:lnTo>
                <a:lnTo>
                  <a:pt x="452" y="3"/>
                </a:lnTo>
                <a:lnTo>
                  <a:pt x="453" y="3"/>
                </a:lnTo>
                <a:lnTo>
                  <a:pt x="453" y="4"/>
                </a:lnTo>
                <a:lnTo>
                  <a:pt x="454" y="4"/>
                </a:lnTo>
                <a:lnTo>
                  <a:pt x="453" y="4"/>
                </a:lnTo>
                <a:lnTo>
                  <a:pt x="452" y="5"/>
                </a:lnTo>
                <a:lnTo>
                  <a:pt x="452" y="6"/>
                </a:lnTo>
                <a:lnTo>
                  <a:pt x="452" y="7"/>
                </a:lnTo>
                <a:lnTo>
                  <a:pt x="452" y="8"/>
                </a:lnTo>
                <a:lnTo>
                  <a:pt x="452" y="9"/>
                </a:lnTo>
                <a:lnTo>
                  <a:pt x="453" y="9"/>
                </a:lnTo>
                <a:lnTo>
                  <a:pt x="455" y="10"/>
                </a:lnTo>
                <a:lnTo>
                  <a:pt x="456" y="10"/>
                </a:lnTo>
                <a:lnTo>
                  <a:pt x="456" y="11"/>
                </a:lnTo>
                <a:lnTo>
                  <a:pt x="456" y="12"/>
                </a:lnTo>
                <a:lnTo>
                  <a:pt x="456" y="13"/>
                </a:lnTo>
                <a:lnTo>
                  <a:pt x="457" y="13"/>
                </a:lnTo>
                <a:lnTo>
                  <a:pt x="458" y="13"/>
                </a:lnTo>
                <a:lnTo>
                  <a:pt x="459" y="13"/>
                </a:lnTo>
                <a:lnTo>
                  <a:pt x="459" y="14"/>
                </a:lnTo>
                <a:lnTo>
                  <a:pt x="460" y="14"/>
                </a:lnTo>
                <a:lnTo>
                  <a:pt x="461" y="14"/>
                </a:lnTo>
                <a:lnTo>
                  <a:pt x="462" y="15"/>
                </a:lnTo>
                <a:lnTo>
                  <a:pt x="463" y="16"/>
                </a:lnTo>
                <a:lnTo>
                  <a:pt x="463" y="17"/>
                </a:lnTo>
                <a:lnTo>
                  <a:pt x="464" y="17"/>
                </a:lnTo>
                <a:lnTo>
                  <a:pt x="464" y="18"/>
                </a:lnTo>
                <a:lnTo>
                  <a:pt x="465" y="19"/>
                </a:lnTo>
                <a:lnTo>
                  <a:pt x="466" y="19"/>
                </a:lnTo>
                <a:lnTo>
                  <a:pt x="466" y="20"/>
                </a:lnTo>
                <a:lnTo>
                  <a:pt x="467" y="20"/>
                </a:lnTo>
                <a:lnTo>
                  <a:pt x="468" y="21"/>
                </a:lnTo>
                <a:lnTo>
                  <a:pt x="469" y="21"/>
                </a:lnTo>
                <a:lnTo>
                  <a:pt x="469" y="20"/>
                </a:lnTo>
                <a:lnTo>
                  <a:pt x="470" y="20"/>
                </a:lnTo>
                <a:lnTo>
                  <a:pt x="471" y="20"/>
                </a:lnTo>
                <a:lnTo>
                  <a:pt x="472" y="20"/>
                </a:lnTo>
                <a:lnTo>
                  <a:pt x="473" y="20"/>
                </a:lnTo>
                <a:lnTo>
                  <a:pt x="474" y="20"/>
                </a:lnTo>
                <a:lnTo>
                  <a:pt x="474" y="21"/>
                </a:lnTo>
                <a:lnTo>
                  <a:pt x="475" y="21"/>
                </a:lnTo>
                <a:lnTo>
                  <a:pt x="476" y="22"/>
                </a:lnTo>
                <a:lnTo>
                  <a:pt x="475" y="22"/>
                </a:lnTo>
                <a:lnTo>
                  <a:pt x="476" y="23"/>
                </a:lnTo>
                <a:lnTo>
                  <a:pt x="475" y="23"/>
                </a:lnTo>
                <a:lnTo>
                  <a:pt x="475" y="25"/>
                </a:lnTo>
                <a:lnTo>
                  <a:pt x="476" y="25"/>
                </a:lnTo>
                <a:lnTo>
                  <a:pt x="477" y="24"/>
                </a:lnTo>
                <a:lnTo>
                  <a:pt x="478" y="24"/>
                </a:lnTo>
                <a:lnTo>
                  <a:pt x="479" y="24"/>
                </a:lnTo>
                <a:lnTo>
                  <a:pt x="479" y="25"/>
                </a:lnTo>
                <a:lnTo>
                  <a:pt x="480" y="25"/>
                </a:lnTo>
                <a:lnTo>
                  <a:pt x="481" y="25"/>
                </a:lnTo>
                <a:lnTo>
                  <a:pt x="482" y="25"/>
                </a:lnTo>
                <a:lnTo>
                  <a:pt x="483" y="25"/>
                </a:lnTo>
                <a:lnTo>
                  <a:pt x="484" y="24"/>
                </a:lnTo>
                <a:lnTo>
                  <a:pt x="485" y="24"/>
                </a:lnTo>
                <a:lnTo>
                  <a:pt x="485" y="25"/>
                </a:lnTo>
                <a:lnTo>
                  <a:pt x="486" y="26"/>
                </a:lnTo>
                <a:lnTo>
                  <a:pt x="488" y="26"/>
                </a:lnTo>
                <a:lnTo>
                  <a:pt x="489" y="26"/>
                </a:lnTo>
                <a:lnTo>
                  <a:pt x="490" y="26"/>
                </a:lnTo>
                <a:lnTo>
                  <a:pt x="491" y="26"/>
                </a:lnTo>
                <a:lnTo>
                  <a:pt x="490" y="27"/>
                </a:lnTo>
                <a:lnTo>
                  <a:pt x="491" y="27"/>
                </a:lnTo>
                <a:lnTo>
                  <a:pt x="490" y="28"/>
                </a:lnTo>
                <a:lnTo>
                  <a:pt x="491" y="28"/>
                </a:lnTo>
                <a:lnTo>
                  <a:pt x="491" y="29"/>
                </a:lnTo>
                <a:lnTo>
                  <a:pt x="490" y="29"/>
                </a:lnTo>
                <a:lnTo>
                  <a:pt x="490" y="30"/>
                </a:lnTo>
                <a:lnTo>
                  <a:pt x="491" y="31"/>
                </a:lnTo>
                <a:lnTo>
                  <a:pt x="490" y="31"/>
                </a:lnTo>
                <a:lnTo>
                  <a:pt x="490" y="32"/>
                </a:lnTo>
                <a:lnTo>
                  <a:pt x="491" y="32"/>
                </a:lnTo>
                <a:lnTo>
                  <a:pt x="491" y="33"/>
                </a:lnTo>
                <a:lnTo>
                  <a:pt x="492" y="33"/>
                </a:lnTo>
                <a:lnTo>
                  <a:pt x="492" y="34"/>
                </a:lnTo>
                <a:lnTo>
                  <a:pt x="493" y="34"/>
                </a:lnTo>
                <a:lnTo>
                  <a:pt x="494" y="35"/>
                </a:lnTo>
                <a:lnTo>
                  <a:pt x="495" y="35"/>
                </a:lnTo>
                <a:lnTo>
                  <a:pt x="495" y="36"/>
                </a:lnTo>
                <a:lnTo>
                  <a:pt x="496" y="37"/>
                </a:lnTo>
                <a:lnTo>
                  <a:pt x="497" y="37"/>
                </a:lnTo>
                <a:lnTo>
                  <a:pt x="498" y="37"/>
                </a:lnTo>
                <a:lnTo>
                  <a:pt x="498" y="38"/>
                </a:lnTo>
                <a:lnTo>
                  <a:pt x="499" y="38"/>
                </a:lnTo>
                <a:lnTo>
                  <a:pt x="499" y="39"/>
                </a:lnTo>
                <a:lnTo>
                  <a:pt x="500" y="39"/>
                </a:lnTo>
                <a:lnTo>
                  <a:pt x="500" y="40"/>
                </a:lnTo>
                <a:lnTo>
                  <a:pt x="501" y="40"/>
                </a:lnTo>
                <a:lnTo>
                  <a:pt x="501" y="41"/>
                </a:lnTo>
                <a:lnTo>
                  <a:pt x="502" y="41"/>
                </a:lnTo>
                <a:lnTo>
                  <a:pt x="503" y="41"/>
                </a:lnTo>
                <a:lnTo>
                  <a:pt x="503" y="42"/>
                </a:lnTo>
                <a:lnTo>
                  <a:pt x="504" y="42"/>
                </a:lnTo>
                <a:lnTo>
                  <a:pt x="503" y="43"/>
                </a:lnTo>
                <a:lnTo>
                  <a:pt x="501" y="45"/>
                </a:lnTo>
                <a:lnTo>
                  <a:pt x="498" y="47"/>
                </a:lnTo>
                <a:lnTo>
                  <a:pt x="498" y="48"/>
                </a:lnTo>
                <a:lnTo>
                  <a:pt x="497" y="48"/>
                </a:lnTo>
                <a:lnTo>
                  <a:pt x="497" y="49"/>
                </a:lnTo>
                <a:lnTo>
                  <a:pt x="496" y="49"/>
                </a:lnTo>
                <a:lnTo>
                  <a:pt x="496" y="50"/>
                </a:lnTo>
                <a:lnTo>
                  <a:pt x="495" y="50"/>
                </a:lnTo>
                <a:lnTo>
                  <a:pt x="496" y="51"/>
                </a:lnTo>
                <a:lnTo>
                  <a:pt x="497" y="52"/>
                </a:lnTo>
                <a:lnTo>
                  <a:pt x="498" y="53"/>
                </a:lnTo>
                <a:lnTo>
                  <a:pt x="499" y="53"/>
                </a:lnTo>
                <a:lnTo>
                  <a:pt x="501" y="53"/>
                </a:lnTo>
                <a:lnTo>
                  <a:pt x="502" y="53"/>
                </a:lnTo>
                <a:lnTo>
                  <a:pt x="502" y="52"/>
                </a:lnTo>
                <a:lnTo>
                  <a:pt x="503" y="52"/>
                </a:lnTo>
                <a:lnTo>
                  <a:pt x="504" y="53"/>
                </a:lnTo>
                <a:lnTo>
                  <a:pt x="505" y="54"/>
                </a:lnTo>
                <a:lnTo>
                  <a:pt x="505" y="55"/>
                </a:lnTo>
                <a:lnTo>
                  <a:pt x="505" y="56"/>
                </a:lnTo>
                <a:lnTo>
                  <a:pt x="504" y="56"/>
                </a:lnTo>
                <a:lnTo>
                  <a:pt x="504" y="57"/>
                </a:lnTo>
                <a:lnTo>
                  <a:pt x="503" y="57"/>
                </a:lnTo>
                <a:lnTo>
                  <a:pt x="503" y="58"/>
                </a:lnTo>
                <a:lnTo>
                  <a:pt x="502" y="58"/>
                </a:lnTo>
                <a:lnTo>
                  <a:pt x="501" y="58"/>
                </a:lnTo>
                <a:lnTo>
                  <a:pt x="501" y="59"/>
                </a:lnTo>
                <a:lnTo>
                  <a:pt x="500" y="59"/>
                </a:lnTo>
                <a:lnTo>
                  <a:pt x="499" y="59"/>
                </a:lnTo>
                <a:lnTo>
                  <a:pt x="498" y="60"/>
                </a:lnTo>
                <a:lnTo>
                  <a:pt x="498" y="61"/>
                </a:lnTo>
                <a:lnTo>
                  <a:pt x="498" y="62"/>
                </a:lnTo>
                <a:lnTo>
                  <a:pt x="499" y="62"/>
                </a:lnTo>
                <a:lnTo>
                  <a:pt x="500" y="62"/>
                </a:lnTo>
                <a:lnTo>
                  <a:pt x="501" y="62"/>
                </a:lnTo>
                <a:lnTo>
                  <a:pt x="502" y="62"/>
                </a:lnTo>
                <a:lnTo>
                  <a:pt x="503" y="62"/>
                </a:lnTo>
                <a:lnTo>
                  <a:pt x="503" y="63"/>
                </a:lnTo>
                <a:lnTo>
                  <a:pt x="504" y="63"/>
                </a:lnTo>
                <a:lnTo>
                  <a:pt x="504" y="62"/>
                </a:lnTo>
                <a:lnTo>
                  <a:pt x="505" y="62"/>
                </a:lnTo>
                <a:lnTo>
                  <a:pt x="505" y="63"/>
                </a:lnTo>
                <a:lnTo>
                  <a:pt x="505" y="64"/>
                </a:lnTo>
                <a:lnTo>
                  <a:pt x="506" y="64"/>
                </a:lnTo>
                <a:lnTo>
                  <a:pt x="506" y="65"/>
                </a:lnTo>
                <a:lnTo>
                  <a:pt x="506" y="66"/>
                </a:lnTo>
                <a:lnTo>
                  <a:pt x="506" y="67"/>
                </a:lnTo>
                <a:lnTo>
                  <a:pt x="506" y="68"/>
                </a:lnTo>
                <a:lnTo>
                  <a:pt x="507" y="68"/>
                </a:lnTo>
                <a:lnTo>
                  <a:pt x="508" y="68"/>
                </a:lnTo>
                <a:lnTo>
                  <a:pt x="508" y="67"/>
                </a:lnTo>
                <a:lnTo>
                  <a:pt x="507" y="66"/>
                </a:lnTo>
                <a:lnTo>
                  <a:pt x="508" y="65"/>
                </a:lnTo>
                <a:lnTo>
                  <a:pt x="509" y="64"/>
                </a:lnTo>
                <a:lnTo>
                  <a:pt x="510" y="64"/>
                </a:lnTo>
                <a:lnTo>
                  <a:pt x="511" y="63"/>
                </a:lnTo>
                <a:lnTo>
                  <a:pt x="512" y="63"/>
                </a:lnTo>
                <a:lnTo>
                  <a:pt x="513" y="63"/>
                </a:lnTo>
                <a:lnTo>
                  <a:pt x="514" y="63"/>
                </a:lnTo>
                <a:lnTo>
                  <a:pt x="514" y="62"/>
                </a:lnTo>
                <a:lnTo>
                  <a:pt x="515" y="61"/>
                </a:lnTo>
                <a:lnTo>
                  <a:pt x="516" y="61"/>
                </a:lnTo>
                <a:lnTo>
                  <a:pt x="517" y="60"/>
                </a:lnTo>
                <a:lnTo>
                  <a:pt x="518" y="60"/>
                </a:lnTo>
                <a:lnTo>
                  <a:pt x="518" y="59"/>
                </a:lnTo>
                <a:lnTo>
                  <a:pt x="519" y="58"/>
                </a:lnTo>
                <a:lnTo>
                  <a:pt x="520" y="58"/>
                </a:lnTo>
                <a:lnTo>
                  <a:pt x="520" y="57"/>
                </a:lnTo>
                <a:lnTo>
                  <a:pt x="519" y="57"/>
                </a:lnTo>
                <a:lnTo>
                  <a:pt x="520" y="57"/>
                </a:lnTo>
                <a:lnTo>
                  <a:pt x="520" y="56"/>
                </a:lnTo>
                <a:lnTo>
                  <a:pt x="521" y="56"/>
                </a:lnTo>
                <a:lnTo>
                  <a:pt x="521" y="55"/>
                </a:lnTo>
                <a:lnTo>
                  <a:pt x="522" y="55"/>
                </a:lnTo>
                <a:lnTo>
                  <a:pt x="523" y="55"/>
                </a:lnTo>
                <a:lnTo>
                  <a:pt x="523" y="54"/>
                </a:lnTo>
                <a:lnTo>
                  <a:pt x="522" y="54"/>
                </a:lnTo>
                <a:lnTo>
                  <a:pt x="522" y="53"/>
                </a:lnTo>
                <a:lnTo>
                  <a:pt x="523" y="53"/>
                </a:lnTo>
                <a:lnTo>
                  <a:pt x="523" y="52"/>
                </a:lnTo>
                <a:lnTo>
                  <a:pt x="524" y="52"/>
                </a:lnTo>
                <a:lnTo>
                  <a:pt x="524" y="53"/>
                </a:lnTo>
                <a:lnTo>
                  <a:pt x="525" y="53"/>
                </a:lnTo>
                <a:lnTo>
                  <a:pt x="525" y="52"/>
                </a:lnTo>
                <a:lnTo>
                  <a:pt x="525" y="51"/>
                </a:lnTo>
                <a:lnTo>
                  <a:pt x="526" y="51"/>
                </a:lnTo>
                <a:lnTo>
                  <a:pt x="526" y="50"/>
                </a:lnTo>
                <a:lnTo>
                  <a:pt x="526" y="49"/>
                </a:lnTo>
                <a:lnTo>
                  <a:pt x="526" y="48"/>
                </a:lnTo>
                <a:lnTo>
                  <a:pt x="526" y="47"/>
                </a:lnTo>
                <a:lnTo>
                  <a:pt x="526" y="46"/>
                </a:lnTo>
                <a:lnTo>
                  <a:pt x="527" y="45"/>
                </a:lnTo>
                <a:lnTo>
                  <a:pt x="527" y="44"/>
                </a:lnTo>
                <a:lnTo>
                  <a:pt x="528" y="44"/>
                </a:lnTo>
                <a:lnTo>
                  <a:pt x="529" y="43"/>
                </a:lnTo>
                <a:lnTo>
                  <a:pt x="530" y="43"/>
                </a:lnTo>
                <a:lnTo>
                  <a:pt x="531" y="43"/>
                </a:lnTo>
                <a:lnTo>
                  <a:pt x="532" y="43"/>
                </a:lnTo>
                <a:lnTo>
                  <a:pt x="533" y="43"/>
                </a:lnTo>
                <a:lnTo>
                  <a:pt x="533" y="42"/>
                </a:lnTo>
                <a:lnTo>
                  <a:pt x="533" y="41"/>
                </a:lnTo>
                <a:lnTo>
                  <a:pt x="534" y="41"/>
                </a:lnTo>
                <a:lnTo>
                  <a:pt x="534" y="40"/>
                </a:lnTo>
                <a:lnTo>
                  <a:pt x="535" y="40"/>
                </a:lnTo>
                <a:lnTo>
                  <a:pt x="536" y="39"/>
                </a:lnTo>
                <a:lnTo>
                  <a:pt x="536" y="38"/>
                </a:lnTo>
                <a:lnTo>
                  <a:pt x="537" y="38"/>
                </a:lnTo>
                <a:lnTo>
                  <a:pt x="537" y="37"/>
                </a:lnTo>
                <a:lnTo>
                  <a:pt x="538" y="37"/>
                </a:lnTo>
                <a:lnTo>
                  <a:pt x="538" y="38"/>
                </a:lnTo>
                <a:lnTo>
                  <a:pt x="539" y="38"/>
                </a:lnTo>
                <a:lnTo>
                  <a:pt x="539" y="37"/>
                </a:lnTo>
                <a:lnTo>
                  <a:pt x="540" y="37"/>
                </a:lnTo>
                <a:lnTo>
                  <a:pt x="541" y="37"/>
                </a:lnTo>
                <a:lnTo>
                  <a:pt x="542" y="37"/>
                </a:lnTo>
                <a:lnTo>
                  <a:pt x="542" y="38"/>
                </a:lnTo>
                <a:lnTo>
                  <a:pt x="543" y="38"/>
                </a:lnTo>
                <a:lnTo>
                  <a:pt x="543" y="37"/>
                </a:lnTo>
                <a:lnTo>
                  <a:pt x="544" y="37"/>
                </a:lnTo>
                <a:lnTo>
                  <a:pt x="544" y="36"/>
                </a:lnTo>
                <a:lnTo>
                  <a:pt x="545" y="36"/>
                </a:lnTo>
                <a:lnTo>
                  <a:pt x="546" y="36"/>
                </a:lnTo>
                <a:lnTo>
                  <a:pt x="545" y="36"/>
                </a:lnTo>
                <a:lnTo>
                  <a:pt x="546" y="37"/>
                </a:lnTo>
                <a:lnTo>
                  <a:pt x="546" y="38"/>
                </a:lnTo>
                <a:lnTo>
                  <a:pt x="545" y="39"/>
                </a:lnTo>
                <a:lnTo>
                  <a:pt x="545" y="40"/>
                </a:lnTo>
                <a:lnTo>
                  <a:pt x="545" y="41"/>
                </a:lnTo>
                <a:lnTo>
                  <a:pt x="546" y="42"/>
                </a:lnTo>
                <a:lnTo>
                  <a:pt x="545" y="42"/>
                </a:lnTo>
                <a:lnTo>
                  <a:pt x="545" y="43"/>
                </a:lnTo>
                <a:lnTo>
                  <a:pt x="544" y="43"/>
                </a:lnTo>
                <a:lnTo>
                  <a:pt x="544" y="44"/>
                </a:lnTo>
                <a:lnTo>
                  <a:pt x="543" y="44"/>
                </a:lnTo>
                <a:lnTo>
                  <a:pt x="543" y="45"/>
                </a:lnTo>
                <a:lnTo>
                  <a:pt x="543" y="46"/>
                </a:lnTo>
                <a:lnTo>
                  <a:pt x="542" y="46"/>
                </a:lnTo>
                <a:lnTo>
                  <a:pt x="541" y="46"/>
                </a:lnTo>
                <a:lnTo>
                  <a:pt x="541" y="47"/>
                </a:lnTo>
                <a:lnTo>
                  <a:pt x="542" y="48"/>
                </a:lnTo>
                <a:lnTo>
                  <a:pt x="543" y="49"/>
                </a:lnTo>
                <a:lnTo>
                  <a:pt x="543" y="50"/>
                </a:lnTo>
                <a:lnTo>
                  <a:pt x="543" y="51"/>
                </a:lnTo>
                <a:lnTo>
                  <a:pt x="544" y="51"/>
                </a:lnTo>
                <a:lnTo>
                  <a:pt x="543" y="52"/>
                </a:lnTo>
                <a:lnTo>
                  <a:pt x="544" y="53"/>
                </a:lnTo>
                <a:lnTo>
                  <a:pt x="544" y="55"/>
                </a:lnTo>
                <a:lnTo>
                  <a:pt x="543" y="55"/>
                </a:lnTo>
                <a:lnTo>
                  <a:pt x="543" y="56"/>
                </a:lnTo>
                <a:lnTo>
                  <a:pt x="544" y="57"/>
                </a:lnTo>
                <a:lnTo>
                  <a:pt x="543" y="57"/>
                </a:lnTo>
                <a:lnTo>
                  <a:pt x="543" y="58"/>
                </a:lnTo>
                <a:lnTo>
                  <a:pt x="543" y="59"/>
                </a:lnTo>
                <a:lnTo>
                  <a:pt x="542" y="60"/>
                </a:lnTo>
                <a:lnTo>
                  <a:pt x="542" y="61"/>
                </a:lnTo>
                <a:lnTo>
                  <a:pt x="542" y="62"/>
                </a:lnTo>
                <a:lnTo>
                  <a:pt x="542" y="63"/>
                </a:lnTo>
                <a:lnTo>
                  <a:pt x="542" y="64"/>
                </a:lnTo>
                <a:lnTo>
                  <a:pt x="542" y="65"/>
                </a:lnTo>
                <a:lnTo>
                  <a:pt x="542" y="66"/>
                </a:lnTo>
                <a:lnTo>
                  <a:pt x="543" y="66"/>
                </a:lnTo>
                <a:lnTo>
                  <a:pt x="543" y="67"/>
                </a:lnTo>
                <a:lnTo>
                  <a:pt x="542" y="67"/>
                </a:lnTo>
                <a:lnTo>
                  <a:pt x="542" y="68"/>
                </a:lnTo>
                <a:lnTo>
                  <a:pt x="543" y="68"/>
                </a:lnTo>
                <a:lnTo>
                  <a:pt x="543" y="69"/>
                </a:lnTo>
                <a:lnTo>
                  <a:pt x="543" y="70"/>
                </a:lnTo>
                <a:lnTo>
                  <a:pt x="544" y="71"/>
                </a:lnTo>
                <a:lnTo>
                  <a:pt x="545" y="71"/>
                </a:lnTo>
                <a:lnTo>
                  <a:pt x="546" y="71"/>
                </a:lnTo>
                <a:lnTo>
                  <a:pt x="546" y="72"/>
                </a:lnTo>
                <a:lnTo>
                  <a:pt x="546" y="71"/>
                </a:lnTo>
                <a:lnTo>
                  <a:pt x="547" y="71"/>
                </a:lnTo>
                <a:lnTo>
                  <a:pt x="547" y="70"/>
                </a:lnTo>
                <a:lnTo>
                  <a:pt x="548" y="70"/>
                </a:lnTo>
                <a:lnTo>
                  <a:pt x="548" y="69"/>
                </a:lnTo>
                <a:lnTo>
                  <a:pt x="549" y="69"/>
                </a:lnTo>
                <a:lnTo>
                  <a:pt x="549" y="68"/>
                </a:lnTo>
                <a:lnTo>
                  <a:pt x="549" y="69"/>
                </a:lnTo>
                <a:lnTo>
                  <a:pt x="550" y="69"/>
                </a:lnTo>
                <a:lnTo>
                  <a:pt x="551" y="70"/>
                </a:lnTo>
                <a:lnTo>
                  <a:pt x="552" y="70"/>
                </a:lnTo>
                <a:lnTo>
                  <a:pt x="553" y="70"/>
                </a:lnTo>
                <a:lnTo>
                  <a:pt x="553" y="71"/>
                </a:lnTo>
                <a:lnTo>
                  <a:pt x="553" y="72"/>
                </a:lnTo>
                <a:lnTo>
                  <a:pt x="554" y="72"/>
                </a:lnTo>
                <a:lnTo>
                  <a:pt x="554" y="73"/>
                </a:lnTo>
                <a:lnTo>
                  <a:pt x="555" y="73"/>
                </a:lnTo>
                <a:lnTo>
                  <a:pt x="555" y="74"/>
                </a:lnTo>
                <a:lnTo>
                  <a:pt x="554" y="74"/>
                </a:lnTo>
                <a:lnTo>
                  <a:pt x="553" y="75"/>
                </a:lnTo>
                <a:lnTo>
                  <a:pt x="554" y="75"/>
                </a:lnTo>
                <a:lnTo>
                  <a:pt x="555" y="76"/>
                </a:lnTo>
                <a:lnTo>
                  <a:pt x="555" y="77"/>
                </a:lnTo>
                <a:lnTo>
                  <a:pt x="554" y="77"/>
                </a:lnTo>
                <a:lnTo>
                  <a:pt x="554" y="78"/>
                </a:lnTo>
                <a:lnTo>
                  <a:pt x="553" y="78"/>
                </a:lnTo>
                <a:lnTo>
                  <a:pt x="552" y="78"/>
                </a:lnTo>
                <a:lnTo>
                  <a:pt x="553" y="78"/>
                </a:lnTo>
                <a:lnTo>
                  <a:pt x="553" y="79"/>
                </a:lnTo>
                <a:lnTo>
                  <a:pt x="553" y="80"/>
                </a:lnTo>
                <a:lnTo>
                  <a:pt x="554" y="80"/>
                </a:lnTo>
                <a:lnTo>
                  <a:pt x="554" y="81"/>
                </a:lnTo>
                <a:lnTo>
                  <a:pt x="554" y="82"/>
                </a:lnTo>
                <a:lnTo>
                  <a:pt x="553" y="82"/>
                </a:lnTo>
                <a:lnTo>
                  <a:pt x="552" y="83"/>
                </a:lnTo>
                <a:lnTo>
                  <a:pt x="554" y="83"/>
                </a:lnTo>
                <a:lnTo>
                  <a:pt x="555" y="83"/>
                </a:lnTo>
                <a:lnTo>
                  <a:pt x="555" y="84"/>
                </a:lnTo>
                <a:lnTo>
                  <a:pt x="556" y="84"/>
                </a:lnTo>
                <a:lnTo>
                  <a:pt x="557" y="84"/>
                </a:lnTo>
                <a:lnTo>
                  <a:pt x="556" y="84"/>
                </a:lnTo>
                <a:lnTo>
                  <a:pt x="556" y="85"/>
                </a:lnTo>
                <a:lnTo>
                  <a:pt x="557" y="85"/>
                </a:lnTo>
                <a:lnTo>
                  <a:pt x="557" y="86"/>
                </a:lnTo>
                <a:lnTo>
                  <a:pt x="557" y="87"/>
                </a:lnTo>
                <a:lnTo>
                  <a:pt x="556" y="87"/>
                </a:lnTo>
                <a:lnTo>
                  <a:pt x="556" y="88"/>
                </a:lnTo>
                <a:lnTo>
                  <a:pt x="557" y="88"/>
                </a:lnTo>
                <a:lnTo>
                  <a:pt x="558" y="88"/>
                </a:lnTo>
                <a:lnTo>
                  <a:pt x="558" y="89"/>
                </a:lnTo>
                <a:lnTo>
                  <a:pt x="559" y="89"/>
                </a:lnTo>
                <a:lnTo>
                  <a:pt x="560" y="89"/>
                </a:lnTo>
                <a:lnTo>
                  <a:pt x="560" y="88"/>
                </a:lnTo>
                <a:lnTo>
                  <a:pt x="561" y="88"/>
                </a:lnTo>
                <a:lnTo>
                  <a:pt x="561" y="89"/>
                </a:lnTo>
                <a:lnTo>
                  <a:pt x="561" y="88"/>
                </a:lnTo>
                <a:lnTo>
                  <a:pt x="562" y="88"/>
                </a:lnTo>
                <a:lnTo>
                  <a:pt x="563" y="88"/>
                </a:lnTo>
                <a:lnTo>
                  <a:pt x="564" y="88"/>
                </a:lnTo>
                <a:lnTo>
                  <a:pt x="564" y="89"/>
                </a:lnTo>
                <a:lnTo>
                  <a:pt x="564" y="90"/>
                </a:lnTo>
                <a:lnTo>
                  <a:pt x="563" y="90"/>
                </a:lnTo>
                <a:lnTo>
                  <a:pt x="564" y="90"/>
                </a:lnTo>
                <a:lnTo>
                  <a:pt x="564" y="91"/>
                </a:lnTo>
                <a:lnTo>
                  <a:pt x="563" y="91"/>
                </a:lnTo>
                <a:lnTo>
                  <a:pt x="563" y="92"/>
                </a:lnTo>
                <a:lnTo>
                  <a:pt x="563" y="93"/>
                </a:lnTo>
                <a:lnTo>
                  <a:pt x="563" y="94"/>
                </a:lnTo>
                <a:lnTo>
                  <a:pt x="563" y="95"/>
                </a:lnTo>
                <a:lnTo>
                  <a:pt x="562" y="95"/>
                </a:lnTo>
                <a:lnTo>
                  <a:pt x="562" y="96"/>
                </a:lnTo>
                <a:lnTo>
                  <a:pt x="562" y="97"/>
                </a:lnTo>
                <a:lnTo>
                  <a:pt x="561" y="97"/>
                </a:lnTo>
                <a:lnTo>
                  <a:pt x="561" y="98"/>
                </a:lnTo>
                <a:lnTo>
                  <a:pt x="562" y="98"/>
                </a:lnTo>
                <a:lnTo>
                  <a:pt x="563" y="98"/>
                </a:lnTo>
                <a:lnTo>
                  <a:pt x="563" y="99"/>
                </a:lnTo>
                <a:lnTo>
                  <a:pt x="563" y="100"/>
                </a:lnTo>
                <a:lnTo>
                  <a:pt x="562" y="100"/>
                </a:lnTo>
                <a:lnTo>
                  <a:pt x="562" y="101"/>
                </a:lnTo>
                <a:lnTo>
                  <a:pt x="561" y="101"/>
                </a:lnTo>
                <a:lnTo>
                  <a:pt x="562" y="101"/>
                </a:lnTo>
                <a:lnTo>
                  <a:pt x="563" y="101"/>
                </a:lnTo>
                <a:lnTo>
                  <a:pt x="564" y="102"/>
                </a:lnTo>
                <a:lnTo>
                  <a:pt x="565" y="102"/>
                </a:lnTo>
                <a:lnTo>
                  <a:pt x="565" y="103"/>
                </a:lnTo>
                <a:lnTo>
                  <a:pt x="565" y="104"/>
                </a:lnTo>
                <a:lnTo>
                  <a:pt x="566" y="104"/>
                </a:lnTo>
                <a:lnTo>
                  <a:pt x="567" y="104"/>
                </a:lnTo>
                <a:lnTo>
                  <a:pt x="568" y="104"/>
                </a:lnTo>
                <a:lnTo>
                  <a:pt x="568" y="105"/>
                </a:lnTo>
                <a:lnTo>
                  <a:pt x="569" y="105"/>
                </a:lnTo>
                <a:lnTo>
                  <a:pt x="569" y="106"/>
                </a:lnTo>
                <a:lnTo>
                  <a:pt x="568" y="106"/>
                </a:lnTo>
                <a:lnTo>
                  <a:pt x="568" y="107"/>
                </a:lnTo>
                <a:lnTo>
                  <a:pt x="569" y="107"/>
                </a:lnTo>
                <a:lnTo>
                  <a:pt x="570" y="107"/>
                </a:lnTo>
                <a:lnTo>
                  <a:pt x="570" y="108"/>
                </a:lnTo>
                <a:lnTo>
                  <a:pt x="571" y="108"/>
                </a:lnTo>
                <a:lnTo>
                  <a:pt x="572" y="108"/>
                </a:lnTo>
                <a:lnTo>
                  <a:pt x="572" y="109"/>
                </a:lnTo>
                <a:lnTo>
                  <a:pt x="572" y="110"/>
                </a:lnTo>
                <a:lnTo>
                  <a:pt x="573" y="110"/>
                </a:lnTo>
                <a:lnTo>
                  <a:pt x="573" y="111"/>
                </a:lnTo>
                <a:lnTo>
                  <a:pt x="573" y="112"/>
                </a:lnTo>
                <a:lnTo>
                  <a:pt x="572" y="112"/>
                </a:lnTo>
                <a:lnTo>
                  <a:pt x="572" y="113"/>
                </a:lnTo>
                <a:lnTo>
                  <a:pt x="573" y="113"/>
                </a:lnTo>
                <a:lnTo>
                  <a:pt x="573" y="114"/>
                </a:lnTo>
                <a:lnTo>
                  <a:pt x="574" y="114"/>
                </a:lnTo>
                <a:lnTo>
                  <a:pt x="574" y="115"/>
                </a:lnTo>
                <a:lnTo>
                  <a:pt x="573" y="115"/>
                </a:lnTo>
                <a:lnTo>
                  <a:pt x="572" y="115"/>
                </a:lnTo>
                <a:lnTo>
                  <a:pt x="571" y="116"/>
                </a:lnTo>
                <a:lnTo>
                  <a:pt x="570" y="116"/>
                </a:lnTo>
                <a:lnTo>
                  <a:pt x="571" y="117"/>
                </a:lnTo>
                <a:lnTo>
                  <a:pt x="571" y="118"/>
                </a:lnTo>
                <a:lnTo>
                  <a:pt x="572" y="118"/>
                </a:lnTo>
                <a:lnTo>
                  <a:pt x="572" y="119"/>
                </a:lnTo>
                <a:lnTo>
                  <a:pt x="571" y="119"/>
                </a:lnTo>
                <a:lnTo>
                  <a:pt x="571" y="120"/>
                </a:lnTo>
                <a:lnTo>
                  <a:pt x="571" y="121"/>
                </a:lnTo>
                <a:lnTo>
                  <a:pt x="572" y="121"/>
                </a:lnTo>
                <a:lnTo>
                  <a:pt x="573" y="121"/>
                </a:lnTo>
                <a:lnTo>
                  <a:pt x="574" y="121"/>
                </a:lnTo>
                <a:lnTo>
                  <a:pt x="575" y="121"/>
                </a:lnTo>
                <a:lnTo>
                  <a:pt x="576" y="121"/>
                </a:lnTo>
                <a:lnTo>
                  <a:pt x="577" y="120"/>
                </a:lnTo>
                <a:lnTo>
                  <a:pt x="578" y="120"/>
                </a:lnTo>
                <a:lnTo>
                  <a:pt x="578" y="121"/>
                </a:lnTo>
                <a:lnTo>
                  <a:pt x="579" y="121"/>
                </a:lnTo>
                <a:lnTo>
                  <a:pt x="579" y="120"/>
                </a:lnTo>
                <a:lnTo>
                  <a:pt x="579" y="121"/>
                </a:lnTo>
                <a:lnTo>
                  <a:pt x="580" y="121"/>
                </a:lnTo>
                <a:lnTo>
                  <a:pt x="580" y="122"/>
                </a:lnTo>
                <a:lnTo>
                  <a:pt x="581" y="122"/>
                </a:lnTo>
                <a:lnTo>
                  <a:pt x="582" y="122"/>
                </a:lnTo>
                <a:lnTo>
                  <a:pt x="582" y="123"/>
                </a:lnTo>
                <a:lnTo>
                  <a:pt x="582" y="124"/>
                </a:lnTo>
                <a:lnTo>
                  <a:pt x="581" y="124"/>
                </a:lnTo>
                <a:lnTo>
                  <a:pt x="580" y="124"/>
                </a:lnTo>
                <a:lnTo>
                  <a:pt x="580" y="125"/>
                </a:lnTo>
                <a:lnTo>
                  <a:pt x="581" y="126"/>
                </a:lnTo>
                <a:lnTo>
                  <a:pt x="581" y="127"/>
                </a:lnTo>
                <a:lnTo>
                  <a:pt x="581" y="128"/>
                </a:lnTo>
                <a:lnTo>
                  <a:pt x="581" y="129"/>
                </a:lnTo>
                <a:lnTo>
                  <a:pt x="582" y="129"/>
                </a:lnTo>
                <a:lnTo>
                  <a:pt x="583" y="129"/>
                </a:lnTo>
                <a:lnTo>
                  <a:pt x="583" y="130"/>
                </a:lnTo>
                <a:lnTo>
                  <a:pt x="583" y="131"/>
                </a:lnTo>
                <a:lnTo>
                  <a:pt x="583" y="132"/>
                </a:lnTo>
                <a:lnTo>
                  <a:pt x="582" y="132"/>
                </a:lnTo>
                <a:lnTo>
                  <a:pt x="582" y="133"/>
                </a:lnTo>
                <a:lnTo>
                  <a:pt x="581" y="133"/>
                </a:lnTo>
                <a:lnTo>
                  <a:pt x="581" y="134"/>
                </a:lnTo>
                <a:lnTo>
                  <a:pt x="581" y="135"/>
                </a:lnTo>
                <a:lnTo>
                  <a:pt x="581" y="134"/>
                </a:lnTo>
                <a:lnTo>
                  <a:pt x="582" y="134"/>
                </a:lnTo>
                <a:lnTo>
                  <a:pt x="583" y="134"/>
                </a:lnTo>
                <a:lnTo>
                  <a:pt x="583" y="133"/>
                </a:lnTo>
                <a:lnTo>
                  <a:pt x="583" y="132"/>
                </a:lnTo>
                <a:lnTo>
                  <a:pt x="584" y="132"/>
                </a:lnTo>
                <a:lnTo>
                  <a:pt x="584" y="133"/>
                </a:lnTo>
                <a:lnTo>
                  <a:pt x="583" y="133"/>
                </a:lnTo>
                <a:lnTo>
                  <a:pt x="583" y="134"/>
                </a:lnTo>
                <a:lnTo>
                  <a:pt x="583" y="135"/>
                </a:lnTo>
                <a:lnTo>
                  <a:pt x="584" y="135"/>
                </a:lnTo>
                <a:lnTo>
                  <a:pt x="583" y="135"/>
                </a:lnTo>
                <a:lnTo>
                  <a:pt x="583" y="136"/>
                </a:lnTo>
                <a:lnTo>
                  <a:pt x="583" y="137"/>
                </a:lnTo>
                <a:lnTo>
                  <a:pt x="584" y="138"/>
                </a:lnTo>
                <a:lnTo>
                  <a:pt x="585" y="138"/>
                </a:lnTo>
                <a:lnTo>
                  <a:pt x="585" y="137"/>
                </a:lnTo>
                <a:lnTo>
                  <a:pt x="586" y="137"/>
                </a:lnTo>
                <a:lnTo>
                  <a:pt x="586" y="138"/>
                </a:lnTo>
                <a:lnTo>
                  <a:pt x="587" y="138"/>
                </a:lnTo>
                <a:lnTo>
                  <a:pt x="587" y="137"/>
                </a:lnTo>
                <a:lnTo>
                  <a:pt x="588" y="137"/>
                </a:lnTo>
                <a:lnTo>
                  <a:pt x="587" y="137"/>
                </a:lnTo>
                <a:lnTo>
                  <a:pt x="587" y="136"/>
                </a:lnTo>
                <a:lnTo>
                  <a:pt x="587" y="135"/>
                </a:lnTo>
                <a:lnTo>
                  <a:pt x="587" y="134"/>
                </a:lnTo>
                <a:lnTo>
                  <a:pt x="588" y="134"/>
                </a:lnTo>
                <a:lnTo>
                  <a:pt x="588" y="133"/>
                </a:lnTo>
                <a:lnTo>
                  <a:pt x="589" y="134"/>
                </a:lnTo>
                <a:lnTo>
                  <a:pt x="590" y="134"/>
                </a:lnTo>
                <a:lnTo>
                  <a:pt x="590" y="135"/>
                </a:lnTo>
                <a:lnTo>
                  <a:pt x="591" y="135"/>
                </a:lnTo>
                <a:lnTo>
                  <a:pt x="592" y="136"/>
                </a:lnTo>
                <a:lnTo>
                  <a:pt x="593" y="136"/>
                </a:lnTo>
                <a:lnTo>
                  <a:pt x="594" y="136"/>
                </a:lnTo>
                <a:lnTo>
                  <a:pt x="594" y="137"/>
                </a:lnTo>
                <a:lnTo>
                  <a:pt x="595" y="137"/>
                </a:lnTo>
                <a:lnTo>
                  <a:pt x="596" y="136"/>
                </a:lnTo>
                <a:lnTo>
                  <a:pt x="597" y="136"/>
                </a:lnTo>
                <a:lnTo>
                  <a:pt x="598" y="137"/>
                </a:lnTo>
                <a:lnTo>
                  <a:pt x="599" y="137"/>
                </a:lnTo>
                <a:lnTo>
                  <a:pt x="599" y="138"/>
                </a:lnTo>
                <a:lnTo>
                  <a:pt x="599" y="139"/>
                </a:lnTo>
                <a:lnTo>
                  <a:pt x="598" y="140"/>
                </a:lnTo>
                <a:lnTo>
                  <a:pt x="597" y="140"/>
                </a:lnTo>
                <a:lnTo>
                  <a:pt x="597" y="141"/>
                </a:lnTo>
                <a:lnTo>
                  <a:pt x="596" y="141"/>
                </a:lnTo>
                <a:lnTo>
                  <a:pt x="596" y="142"/>
                </a:lnTo>
                <a:lnTo>
                  <a:pt x="595" y="142"/>
                </a:lnTo>
                <a:lnTo>
                  <a:pt x="594" y="142"/>
                </a:lnTo>
                <a:lnTo>
                  <a:pt x="593" y="142"/>
                </a:lnTo>
                <a:lnTo>
                  <a:pt x="592" y="142"/>
                </a:lnTo>
                <a:lnTo>
                  <a:pt x="593" y="143"/>
                </a:lnTo>
                <a:lnTo>
                  <a:pt x="593" y="144"/>
                </a:lnTo>
                <a:lnTo>
                  <a:pt x="593" y="145"/>
                </a:lnTo>
                <a:lnTo>
                  <a:pt x="593" y="146"/>
                </a:lnTo>
                <a:lnTo>
                  <a:pt x="592" y="146"/>
                </a:lnTo>
                <a:lnTo>
                  <a:pt x="592" y="147"/>
                </a:lnTo>
                <a:lnTo>
                  <a:pt x="591" y="148"/>
                </a:lnTo>
                <a:lnTo>
                  <a:pt x="590" y="149"/>
                </a:lnTo>
                <a:lnTo>
                  <a:pt x="589" y="149"/>
                </a:lnTo>
                <a:lnTo>
                  <a:pt x="588" y="150"/>
                </a:lnTo>
                <a:lnTo>
                  <a:pt x="588" y="151"/>
                </a:lnTo>
                <a:lnTo>
                  <a:pt x="588" y="152"/>
                </a:lnTo>
                <a:lnTo>
                  <a:pt x="587" y="152"/>
                </a:lnTo>
                <a:lnTo>
                  <a:pt x="586" y="152"/>
                </a:lnTo>
                <a:lnTo>
                  <a:pt x="586" y="153"/>
                </a:lnTo>
                <a:lnTo>
                  <a:pt x="586" y="154"/>
                </a:lnTo>
                <a:lnTo>
                  <a:pt x="585" y="154"/>
                </a:lnTo>
                <a:lnTo>
                  <a:pt x="584" y="154"/>
                </a:lnTo>
                <a:lnTo>
                  <a:pt x="584" y="155"/>
                </a:lnTo>
                <a:lnTo>
                  <a:pt x="583" y="155"/>
                </a:lnTo>
                <a:lnTo>
                  <a:pt x="582" y="155"/>
                </a:lnTo>
                <a:lnTo>
                  <a:pt x="582" y="156"/>
                </a:lnTo>
                <a:lnTo>
                  <a:pt x="582" y="157"/>
                </a:lnTo>
                <a:lnTo>
                  <a:pt x="583" y="157"/>
                </a:lnTo>
                <a:lnTo>
                  <a:pt x="584" y="158"/>
                </a:lnTo>
                <a:lnTo>
                  <a:pt x="585" y="158"/>
                </a:lnTo>
                <a:lnTo>
                  <a:pt x="586" y="158"/>
                </a:lnTo>
                <a:lnTo>
                  <a:pt x="587" y="158"/>
                </a:lnTo>
                <a:lnTo>
                  <a:pt x="587" y="159"/>
                </a:lnTo>
                <a:lnTo>
                  <a:pt x="587" y="160"/>
                </a:lnTo>
                <a:lnTo>
                  <a:pt x="587" y="159"/>
                </a:lnTo>
                <a:lnTo>
                  <a:pt x="586" y="159"/>
                </a:lnTo>
                <a:lnTo>
                  <a:pt x="585" y="159"/>
                </a:lnTo>
                <a:lnTo>
                  <a:pt x="584" y="159"/>
                </a:lnTo>
                <a:lnTo>
                  <a:pt x="583" y="160"/>
                </a:lnTo>
                <a:lnTo>
                  <a:pt x="583" y="161"/>
                </a:lnTo>
                <a:lnTo>
                  <a:pt x="583" y="162"/>
                </a:lnTo>
                <a:lnTo>
                  <a:pt x="582" y="163"/>
                </a:lnTo>
                <a:lnTo>
                  <a:pt x="582" y="164"/>
                </a:lnTo>
                <a:lnTo>
                  <a:pt x="582" y="165"/>
                </a:lnTo>
                <a:lnTo>
                  <a:pt x="582" y="166"/>
                </a:lnTo>
                <a:lnTo>
                  <a:pt x="582" y="167"/>
                </a:lnTo>
                <a:lnTo>
                  <a:pt x="582" y="168"/>
                </a:lnTo>
                <a:lnTo>
                  <a:pt x="582" y="170"/>
                </a:lnTo>
                <a:lnTo>
                  <a:pt x="582" y="171"/>
                </a:lnTo>
                <a:lnTo>
                  <a:pt x="582" y="172"/>
                </a:lnTo>
                <a:lnTo>
                  <a:pt x="583" y="173"/>
                </a:lnTo>
                <a:lnTo>
                  <a:pt x="584" y="173"/>
                </a:lnTo>
                <a:lnTo>
                  <a:pt x="584" y="174"/>
                </a:lnTo>
                <a:lnTo>
                  <a:pt x="584" y="175"/>
                </a:lnTo>
                <a:lnTo>
                  <a:pt x="585" y="176"/>
                </a:lnTo>
                <a:lnTo>
                  <a:pt x="585" y="177"/>
                </a:lnTo>
                <a:lnTo>
                  <a:pt x="585" y="178"/>
                </a:lnTo>
                <a:lnTo>
                  <a:pt x="585" y="179"/>
                </a:lnTo>
                <a:lnTo>
                  <a:pt x="585" y="180"/>
                </a:lnTo>
                <a:lnTo>
                  <a:pt x="585" y="181"/>
                </a:lnTo>
                <a:lnTo>
                  <a:pt x="585" y="182"/>
                </a:lnTo>
                <a:lnTo>
                  <a:pt x="585" y="183"/>
                </a:lnTo>
                <a:lnTo>
                  <a:pt x="584" y="185"/>
                </a:lnTo>
                <a:lnTo>
                  <a:pt x="584" y="186"/>
                </a:lnTo>
                <a:lnTo>
                  <a:pt x="585" y="186"/>
                </a:lnTo>
                <a:lnTo>
                  <a:pt x="586" y="186"/>
                </a:lnTo>
                <a:lnTo>
                  <a:pt x="587" y="185"/>
                </a:lnTo>
                <a:lnTo>
                  <a:pt x="588" y="185"/>
                </a:lnTo>
                <a:lnTo>
                  <a:pt x="589" y="184"/>
                </a:lnTo>
                <a:lnTo>
                  <a:pt x="591" y="184"/>
                </a:lnTo>
                <a:lnTo>
                  <a:pt x="592" y="184"/>
                </a:lnTo>
                <a:lnTo>
                  <a:pt x="593" y="184"/>
                </a:lnTo>
                <a:lnTo>
                  <a:pt x="594" y="185"/>
                </a:lnTo>
                <a:lnTo>
                  <a:pt x="594" y="186"/>
                </a:lnTo>
                <a:lnTo>
                  <a:pt x="594" y="185"/>
                </a:lnTo>
                <a:lnTo>
                  <a:pt x="596" y="185"/>
                </a:lnTo>
                <a:lnTo>
                  <a:pt x="596" y="186"/>
                </a:lnTo>
                <a:lnTo>
                  <a:pt x="596" y="187"/>
                </a:lnTo>
                <a:lnTo>
                  <a:pt x="596" y="188"/>
                </a:lnTo>
                <a:lnTo>
                  <a:pt x="597" y="189"/>
                </a:lnTo>
                <a:lnTo>
                  <a:pt x="598" y="189"/>
                </a:lnTo>
                <a:lnTo>
                  <a:pt x="598" y="190"/>
                </a:lnTo>
                <a:lnTo>
                  <a:pt x="597" y="190"/>
                </a:lnTo>
                <a:lnTo>
                  <a:pt x="597" y="191"/>
                </a:lnTo>
                <a:lnTo>
                  <a:pt x="596" y="191"/>
                </a:lnTo>
                <a:lnTo>
                  <a:pt x="596" y="192"/>
                </a:lnTo>
                <a:lnTo>
                  <a:pt x="596" y="193"/>
                </a:lnTo>
                <a:lnTo>
                  <a:pt x="596" y="194"/>
                </a:lnTo>
                <a:lnTo>
                  <a:pt x="597" y="195"/>
                </a:lnTo>
                <a:lnTo>
                  <a:pt x="597" y="196"/>
                </a:lnTo>
                <a:lnTo>
                  <a:pt x="597" y="197"/>
                </a:lnTo>
                <a:lnTo>
                  <a:pt x="598" y="197"/>
                </a:lnTo>
                <a:lnTo>
                  <a:pt x="598" y="198"/>
                </a:lnTo>
                <a:lnTo>
                  <a:pt x="599" y="198"/>
                </a:lnTo>
                <a:lnTo>
                  <a:pt x="598" y="198"/>
                </a:lnTo>
                <a:lnTo>
                  <a:pt x="598" y="199"/>
                </a:lnTo>
                <a:lnTo>
                  <a:pt x="599" y="199"/>
                </a:lnTo>
                <a:lnTo>
                  <a:pt x="600" y="200"/>
                </a:lnTo>
                <a:lnTo>
                  <a:pt x="601" y="200"/>
                </a:lnTo>
                <a:lnTo>
                  <a:pt x="601" y="201"/>
                </a:lnTo>
                <a:lnTo>
                  <a:pt x="600" y="201"/>
                </a:lnTo>
                <a:lnTo>
                  <a:pt x="600" y="202"/>
                </a:lnTo>
                <a:lnTo>
                  <a:pt x="600" y="203"/>
                </a:lnTo>
                <a:lnTo>
                  <a:pt x="601" y="203"/>
                </a:lnTo>
                <a:lnTo>
                  <a:pt x="601" y="204"/>
                </a:lnTo>
                <a:lnTo>
                  <a:pt x="602" y="204"/>
                </a:lnTo>
                <a:lnTo>
                  <a:pt x="602" y="205"/>
                </a:lnTo>
                <a:lnTo>
                  <a:pt x="602" y="206"/>
                </a:lnTo>
                <a:lnTo>
                  <a:pt x="602" y="205"/>
                </a:lnTo>
                <a:lnTo>
                  <a:pt x="603" y="205"/>
                </a:lnTo>
                <a:lnTo>
                  <a:pt x="603" y="206"/>
                </a:lnTo>
                <a:lnTo>
                  <a:pt x="603" y="205"/>
                </a:lnTo>
                <a:lnTo>
                  <a:pt x="603" y="206"/>
                </a:lnTo>
                <a:lnTo>
                  <a:pt x="604" y="206"/>
                </a:lnTo>
                <a:lnTo>
                  <a:pt x="604" y="207"/>
                </a:lnTo>
                <a:lnTo>
                  <a:pt x="604" y="208"/>
                </a:lnTo>
                <a:lnTo>
                  <a:pt x="604" y="209"/>
                </a:lnTo>
                <a:lnTo>
                  <a:pt x="604" y="210"/>
                </a:lnTo>
                <a:lnTo>
                  <a:pt x="603" y="210"/>
                </a:lnTo>
                <a:lnTo>
                  <a:pt x="603" y="211"/>
                </a:lnTo>
                <a:lnTo>
                  <a:pt x="604" y="211"/>
                </a:lnTo>
                <a:lnTo>
                  <a:pt x="605" y="212"/>
                </a:lnTo>
                <a:lnTo>
                  <a:pt x="605" y="213"/>
                </a:lnTo>
                <a:lnTo>
                  <a:pt x="605" y="214"/>
                </a:lnTo>
                <a:lnTo>
                  <a:pt x="605" y="213"/>
                </a:lnTo>
                <a:lnTo>
                  <a:pt x="605" y="214"/>
                </a:lnTo>
                <a:lnTo>
                  <a:pt x="606" y="214"/>
                </a:lnTo>
                <a:lnTo>
                  <a:pt x="607" y="214"/>
                </a:lnTo>
                <a:lnTo>
                  <a:pt x="608" y="214"/>
                </a:lnTo>
                <a:lnTo>
                  <a:pt x="608" y="215"/>
                </a:lnTo>
                <a:lnTo>
                  <a:pt x="608" y="216"/>
                </a:lnTo>
                <a:lnTo>
                  <a:pt x="608" y="217"/>
                </a:lnTo>
                <a:lnTo>
                  <a:pt x="609" y="217"/>
                </a:lnTo>
                <a:lnTo>
                  <a:pt x="610" y="217"/>
                </a:lnTo>
                <a:lnTo>
                  <a:pt x="611" y="218"/>
                </a:lnTo>
                <a:lnTo>
                  <a:pt x="612" y="219"/>
                </a:lnTo>
                <a:lnTo>
                  <a:pt x="613" y="219"/>
                </a:lnTo>
                <a:lnTo>
                  <a:pt x="613" y="220"/>
                </a:lnTo>
                <a:lnTo>
                  <a:pt x="613" y="221"/>
                </a:lnTo>
                <a:lnTo>
                  <a:pt x="612" y="222"/>
                </a:lnTo>
                <a:lnTo>
                  <a:pt x="611" y="222"/>
                </a:lnTo>
                <a:lnTo>
                  <a:pt x="611" y="223"/>
                </a:lnTo>
                <a:lnTo>
                  <a:pt x="612" y="223"/>
                </a:lnTo>
                <a:lnTo>
                  <a:pt x="613" y="224"/>
                </a:lnTo>
                <a:lnTo>
                  <a:pt x="613" y="225"/>
                </a:lnTo>
                <a:lnTo>
                  <a:pt x="613" y="226"/>
                </a:lnTo>
                <a:lnTo>
                  <a:pt x="614" y="227"/>
                </a:lnTo>
                <a:lnTo>
                  <a:pt x="615" y="227"/>
                </a:lnTo>
                <a:lnTo>
                  <a:pt x="616" y="226"/>
                </a:lnTo>
                <a:lnTo>
                  <a:pt x="617" y="226"/>
                </a:lnTo>
                <a:lnTo>
                  <a:pt x="617" y="227"/>
                </a:lnTo>
                <a:lnTo>
                  <a:pt x="618" y="228"/>
                </a:lnTo>
                <a:lnTo>
                  <a:pt x="618" y="229"/>
                </a:lnTo>
                <a:lnTo>
                  <a:pt x="619" y="229"/>
                </a:lnTo>
                <a:lnTo>
                  <a:pt x="620" y="229"/>
                </a:lnTo>
                <a:lnTo>
                  <a:pt x="620" y="230"/>
                </a:lnTo>
                <a:lnTo>
                  <a:pt x="621" y="230"/>
                </a:lnTo>
                <a:lnTo>
                  <a:pt x="621" y="229"/>
                </a:lnTo>
                <a:lnTo>
                  <a:pt x="623" y="229"/>
                </a:lnTo>
                <a:lnTo>
                  <a:pt x="623" y="230"/>
                </a:lnTo>
                <a:lnTo>
                  <a:pt x="624" y="230"/>
                </a:lnTo>
                <a:lnTo>
                  <a:pt x="624" y="231"/>
                </a:lnTo>
                <a:lnTo>
                  <a:pt x="623" y="231"/>
                </a:lnTo>
                <a:lnTo>
                  <a:pt x="623" y="232"/>
                </a:lnTo>
                <a:lnTo>
                  <a:pt x="622" y="233"/>
                </a:lnTo>
                <a:lnTo>
                  <a:pt x="622" y="234"/>
                </a:lnTo>
                <a:lnTo>
                  <a:pt x="622" y="235"/>
                </a:lnTo>
                <a:lnTo>
                  <a:pt x="622" y="236"/>
                </a:lnTo>
                <a:lnTo>
                  <a:pt x="623" y="236"/>
                </a:lnTo>
                <a:lnTo>
                  <a:pt x="623" y="237"/>
                </a:lnTo>
                <a:lnTo>
                  <a:pt x="624" y="237"/>
                </a:lnTo>
                <a:lnTo>
                  <a:pt x="625" y="237"/>
                </a:lnTo>
                <a:lnTo>
                  <a:pt x="626" y="237"/>
                </a:lnTo>
                <a:lnTo>
                  <a:pt x="627" y="237"/>
                </a:lnTo>
                <a:lnTo>
                  <a:pt x="626" y="238"/>
                </a:lnTo>
                <a:lnTo>
                  <a:pt x="625" y="238"/>
                </a:lnTo>
                <a:lnTo>
                  <a:pt x="625" y="239"/>
                </a:lnTo>
                <a:lnTo>
                  <a:pt x="624" y="239"/>
                </a:lnTo>
                <a:lnTo>
                  <a:pt x="624" y="240"/>
                </a:lnTo>
                <a:lnTo>
                  <a:pt x="624" y="241"/>
                </a:lnTo>
                <a:lnTo>
                  <a:pt x="623" y="242"/>
                </a:lnTo>
                <a:lnTo>
                  <a:pt x="622" y="242"/>
                </a:lnTo>
                <a:lnTo>
                  <a:pt x="621" y="242"/>
                </a:lnTo>
                <a:lnTo>
                  <a:pt x="620" y="243"/>
                </a:lnTo>
                <a:lnTo>
                  <a:pt x="620" y="244"/>
                </a:lnTo>
                <a:lnTo>
                  <a:pt x="619" y="244"/>
                </a:lnTo>
                <a:lnTo>
                  <a:pt x="619" y="245"/>
                </a:lnTo>
                <a:lnTo>
                  <a:pt x="620" y="245"/>
                </a:lnTo>
                <a:lnTo>
                  <a:pt x="621" y="245"/>
                </a:lnTo>
                <a:lnTo>
                  <a:pt x="622" y="245"/>
                </a:lnTo>
                <a:lnTo>
                  <a:pt x="622" y="246"/>
                </a:lnTo>
                <a:lnTo>
                  <a:pt x="621" y="247"/>
                </a:lnTo>
                <a:lnTo>
                  <a:pt x="621" y="248"/>
                </a:lnTo>
                <a:lnTo>
                  <a:pt x="621" y="249"/>
                </a:lnTo>
                <a:lnTo>
                  <a:pt x="620" y="249"/>
                </a:lnTo>
                <a:lnTo>
                  <a:pt x="620" y="250"/>
                </a:lnTo>
                <a:lnTo>
                  <a:pt x="619" y="250"/>
                </a:lnTo>
                <a:lnTo>
                  <a:pt x="619" y="251"/>
                </a:lnTo>
                <a:lnTo>
                  <a:pt x="618" y="252"/>
                </a:lnTo>
                <a:lnTo>
                  <a:pt x="617" y="252"/>
                </a:lnTo>
                <a:lnTo>
                  <a:pt x="617" y="253"/>
                </a:lnTo>
                <a:lnTo>
                  <a:pt x="617" y="254"/>
                </a:lnTo>
                <a:lnTo>
                  <a:pt x="617" y="255"/>
                </a:lnTo>
                <a:lnTo>
                  <a:pt x="617" y="256"/>
                </a:lnTo>
                <a:lnTo>
                  <a:pt x="617" y="257"/>
                </a:lnTo>
                <a:lnTo>
                  <a:pt x="616" y="257"/>
                </a:lnTo>
                <a:lnTo>
                  <a:pt x="615" y="257"/>
                </a:lnTo>
                <a:lnTo>
                  <a:pt x="614" y="257"/>
                </a:lnTo>
                <a:lnTo>
                  <a:pt x="614" y="258"/>
                </a:lnTo>
                <a:lnTo>
                  <a:pt x="614" y="259"/>
                </a:lnTo>
                <a:lnTo>
                  <a:pt x="613" y="259"/>
                </a:lnTo>
                <a:lnTo>
                  <a:pt x="613" y="260"/>
                </a:lnTo>
                <a:lnTo>
                  <a:pt x="612" y="260"/>
                </a:lnTo>
                <a:lnTo>
                  <a:pt x="611" y="260"/>
                </a:lnTo>
                <a:lnTo>
                  <a:pt x="610" y="261"/>
                </a:lnTo>
                <a:lnTo>
                  <a:pt x="609" y="261"/>
                </a:lnTo>
                <a:lnTo>
                  <a:pt x="608" y="261"/>
                </a:lnTo>
                <a:lnTo>
                  <a:pt x="608" y="262"/>
                </a:lnTo>
                <a:lnTo>
                  <a:pt x="609" y="262"/>
                </a:lnTo>
                <a:lnTo>
                  <a:pt x="609" y="263"/>
                </a:lnTo>
                <a:lnTo>
                  <a:pt x="608" y="263"/>
                </a:lnTo>
                <a:lnTo>
                  <a:pt x="608" y="264"/>
                </a:lnTo>
                <a:lnTo>
                  <a:pt x="607" y="264"/>
                </a:lnTo>
                <a:lnTo>
                  <a:pt x="607" y="265"/>
                </a:lnTo>
                <a:lnTo>
                  <a:pt x="608" y="265"/>
                </a:lnTo>
                <a:lnTo>
                  <a:pt x="609" y="265"/>
                </a:lnTo>
                <a:lnTo>
                  <a:pt x="610" y="265"/>
                </a:lnTo>
                <a:lnTo>
                  <a:pt x="610" y="264"/>
                </a:lnTo>
                <a:lnTo>
                  <a:pt x="611" y="264"/>
                </a:lnTo>
                <a:lnTo>
                  <a:pt x="612" y="264"/>
                </a:lnTo>
                <a:lnTo>
                  <a:pt x="614" y="264"/>
                </a:lnTo>
                <a:lnTo>
                  <a:pt x="614" y="263"/>
                </a:lnTo>
                <a:lnTo>
                  <a:pt x="615" y="263"/>
                </a:lnTo>
                <a:lnTo>
                  <a:pt x="615" y="264"/>
                </a:lnTo>
                <a:lnTo>
                  <a:pt x="616" y="264"/>
                </a:lnTo>
                <a:lnTo>
                  <a:pt x="617" y="264"/>
                </a:lnTo>
                <a:lnTo>
                  <a:pt x="617" y="265"/>
                </a:lnTo>
                <a:lnTo>
                  <a:pt x="618" y="265"/>
                </a:lnTo>
                <a:lnTo>
                  <a:pt x="618" y="266"/>
                </a:lnTo>
                <a:lnTo>
                  <a:pt x="618" y="267"/>
                </a:lnTo>
                <a:lnTo>
                  <a:pt x="619" y="267"/>
                </a:lnTo>
                <a:lnTo>
                  <a:pt x="619" y="268"/>
                </a:lnTo>
                <a:lnTo>
                  <a:pt x="619" y="269"/>
                </a:lnTo>
                <a:lnTo>
                  <a:pt x="618" y="269"/>
                </a:lnTo>
                <a:lnTo>
                  <a:pt x="617" y="270"/>
                </a:lnTo>
                <a:lnTo>
                  <a:pt x="617" y="271"/>
                </a:lnTo>
                <a:lnTo>
                  <a:pt x="616" y="271"/>
                </a:lnTo>
                <a:lnTo>
                  <a:pt x="615" y="271"/>
                </a:lnTo>
                <a:lnTo>
                  <a:pt x="615" y="272"/>
                </a:lnTo>
                <a:lnTo>
                  <a:pt x="614" y="272"/>
                </a:lnTo>
                <a:lnTo>
                  <a:pt x="613" y="273"/>
                </a:lnTo>
                <a:lnTo>
                  <a:pt x="612" y="273"/>
                </a:lnTo>
                <a:lnTo>
                  <a:pt x="612" y="274"/>
                </a:lnTo>
                <a:lnTo>
                  <a:pt x="612" y="275"/>
                </a:lnTo>
                <a:lnTo>
                  <a:pt x="613" y="275"/>
                </a:lnTo>
                <a:lnTo>
                  <a:pt x="613" y="277"/>
                </a:lnTo>
                <a:lnTo>
                  <a:pt x="614" y="277"/>
                </a:lnTo>
                <a:lnTo>
                  <a:pt x="615" y="277"/>
                </a:lnTo>
                <a:lnTo>
                  <a:pt x="616" y="277"/>
                </a:lnTo>
                <a:lnTo>
                  <a:pt x="617" y="278"/>
                </a:lnTo>
                <a:lnTo>
                  <a:pt x="617" y="279"/>
                </a:lnTo>
                <a:lnTo>
                  <a:pt x="615" y="279"/>
                </a:lnTo>
                <a:lnTo>
                  <a:pt x="614" y="279"/>
                </a:lnTo>
                <a:lnTo>
                  <a:pt x="613" y="279"/>
                </a:lnTo>
                <a:lnTo>
                  <a:pt x="612" y="279"/>
                </a:lnTo>
                <a:lnTo>
                  <a:pt x="612" y="280"/>
                </a:lnTo>
                <a:lnTo>
                  <a:pt x="610" y="280"/>
                </a:lnTo>
                <a:lnTo>
                  <a:pt x="610" y="279"/>
                </a:lnTo>
                <a:lnTo>
                  <a:pt x="609" y="279"/>
                </a:lnTo>
                <a:lnTo>
                  <a:pt x="610" y="278"/>
                </a:lnTo>
                <a:lnTo>
                  <a:pt x="610" y="277"/>
                </a:lnTo>
                <a:lnTo>
                  <a:pt x="609" y="278"/>
                </a:lnTo>
                <a:lnTo>
                  <a:pt x="609" y="277"/>
                </a:lnTo>
                <a:lnTo>
                  <a:pt x="608" y="277"/>
                </a:lnTo>
                <a:lnTo>
                  <a:pt x="607" y="277"/>
                </a:lnTo>
                <a:lnTo>
                  <a:pt x="606" y="278"/>
                </a:lnTo>
                <a:lnTo>
                  <a:pt x="606" y="279"/>
                </a:lnTo>
                <a:lnTo>
                  <a:pt x="605" y="279"/>
                </a:lnTo>
                <a:lnTo>
                  <a:pt x="605" y="280"/>
                </a:lnTo>
                <a:lnTo>
                  <a:pt x="604" y="280"/>
                </a:lnTo>
                <a:lnTo>
                  <a:pt x="604" y="281"/>
                </a:lnTo>
                <a:lnTo>
                  <a:pt x="605" y="281"/>
                </a:lnTo>
                <a:lnTo>
                  <a:pt x="605" y="282"/>
                </a:lnTo>
                <a:lnTo>
                  <a:pt x="604" y="282"/>
                </a:lnTo>
                <a:lnTo>
                  <a:pt x="605" y="282"/>
                </a:lnTo>
                <a:lnTo>
                  <a:pt x="604" y="282"/>
                </a:lnTo>
                <a:lnTo>
                  <a:pt x="604" y="283"/>
                </a:lnTo>
                <a:lnTo>
                  <a:pt x="604" y="282"/>
                </a:lnTo>
                <a:lnTo>
                  <a:pt x="604" y="281"/>
                </a:lnTo>
                <a:lnTo>
                  <a:pt x="603" y="281"/>
                </a:lnTo>
                <a:lnTo>
                  <a:pt x="603" y="282"/>
                </a:lnTo>
                <a:lnTo>
                  <a:pt x="604" y="283"/>
                </a:lnTo>
                <a:lnTo>
                  <a:pt x="603" y="283"/>
                </a:lnTo>
                <a:lnTo>
                  <a:pt x="604" y="283"/>
                </a:lnTo>
                <a:lnTo>
                  <a:pt x="604" y="284"/>
                </a:lnTo>
                <a:lnTo>
                  <a:pt x="603" y="284"/>
                </a:lnTo>
                <a:lnTo>
                  <a:pt x="602" y="284"/>
                </a:lnTo>
                <a:lnTo>
                  <a:pt x="602" y="283"/>
                </a:lnTo>
                <a:lnTo>
                  <a:pt x="601" y="283"/>
                </a:lnTo>
                <a:lnTo>
                  <a:pt x="600" y="283"/>
                </a:lnTo>
                <a:lnTo>
                  <a:pt x="599" y="283"/>
                </a:lnTo>
                <a:lnTo>
                  <a:pt x="599" y="284"/>
                </a:lnTo>
                <a:lnTo>
                  <a:pt x="598" y="284"/>
                </a:lnTo>
                <a:lnTo>
                  <a:pt x="597" y="285"/>
                </a:lnTo>
                <a:lnTo>
                  <a:pt x="596" y="285"/>
                </a:lnTo>
                <a:lnTo>
                  <a:pt x="596" y="286"/>
                </a:lnTo>
                <a:lnTo>
                  <a:pt x="596" y="287"/>
                </a:lnTo>
                <a:lnTo>
                  <a:pt x="596" y="288"/>
                </a:lnTo>
                <a:lnTo>
                  <a:pt x="596" y="289"/>
                </a:lnTo>
                <a:lnTo>
                  <a:pt x="595" y="289"/>
                </a:lnTo>
                <a:lnTo>
                  <a:pt x="595" y="288"/>
                </a:lnTo>
                <a:lnTo>
                  <a:pt x="595" y="287"/>
                </a:lnTo>
                <a:lnTo>
                  <a:pt x="594" y="287"/>
                </a:lnTo>
                <a:lnTo>
                  <a:pt x="595" y="288"/>
                </a:lnTo>
                <a:lnTo>
                  <a:pt x="594" y="289"/>
                </a:lnTo>
                <a:lnTo>
                  <a:pt x="594" y="288"/>
                </a:lnTo>
                <a:lnTo>
                  <a:pt x="594" y="289"/>
                </a:lnTo>
                <a:lnTo>
                  <a:pt x="593" y="289"/>
                </a:lnTo>
                <a:lnTo>
                  <a:pt x="593" y="288"/>
                </a:lnTo>
                <a:lnTo>
                  <a:pt x="593" y="289"/>
                </a:lnTo>
                <a:lnTo>
                  <a:pt x="592" y="289"/>
                </a:lnTo>
                <a:lnTo>
                  <a:pt x="592" y="290"/>
                </a:lnTo>
                <a:lnTo>
                  <a:pt x="592" y="291"/>
                </a:lnTo>
                <a:lnTo>
                  <a:pt x="593" y="291"/>
                </a:lnTo>
                <a:lnTo>
                  <a:pt x="593" y="292"/>
                </a:lnTo>
                <a:lnTo>
                  <a:pt x="593" y="293"/>
                </a:lnTo>
                <a:lnTo>
                  <a:pt x="592" y="293"/>
                </a:lnTo>
                <a:lnTo>
                  <a:pt x="591" y="293"/>
                </a:lnTo>
                <a:lnTo>
                  <a:pt x="591" y="292"/>
                </a:lnTo>
                <a:lnTo>
                  <a:pt x="590" y="292"/>
                </a:lnTo>
                <a:lnTo>
                  <a:pt x="590" y="291"/>
                </a:lnTo>
                <a:lnTo>
                  <a:pt x="589" y="291"/>
                </a:lnTo>
                <a:lnTo>
                  <a:pt x="589" y="290"/>
                </a:lnTo>
                <a:lnTo>
                  <a:pt x="589" y="291"/>
                </a:lnTo>
                <a:lnTo>
                  <a:pt x="588" y="291"/>
                </a:lnTo>
                <a:lnTo>
                  <a:pt x="587" y="291"/>
                </a:lnTo>
                <a:lnTo>
                  <a:pt x="586" y="292"/>
                </a:lnTo>
                <a:lnTo>
                  <a:pt x="585" y="292"/>
                </a:lnTo>
                <a:lnTo>
                  <a:pt x="584" y="292"/>
                </a:lnTo>
                <a:lnTo>
                  <a:pt x="584" y="291"/>
                </a:lnTo>
                <a:lnTo>
                  <a:pt x="583" y="291"/>
                </a:lnTo>
                <a:lnTo>
                  <a:pt x="583" y="290"/>
                </a:lnTo>
                <a:lnTo>
                  <a:pt x="582" y="290"/>
                </a:lnTo>
                <a:lnTo>
                  <a:pt x="581" y="290"/>
                </a:lnTo>
                <a:lnTo>
                  <a:pt x="580" y="290"/>
                </a:lnTo>
                <a:lnTo>
                  <a:pt x="580" y="291"/>
                </a:lnTo>
                <a:lnTo>
                  <a:pt x="579" y="291"/>
                </a:lnTo>
                <a:lnTo>
                  <a:pt x="579" y="292"/>
                </a:lnTo>
                <a:lnTo>
                  <a:pt x="579" y="293"/>
                </a:lnTo>
                <a:lnTo>
                  <a:pt x="579" y="294"/>
                </a:lnTo>
                <a:lnTo>
                  <a:pt x="579" y="293"/>
                </a:lnTo>
                <a:lnTo>
                  <a:pt x="579" y="294"/>
                </a:lnTo>
                <a:lnTo>
                  <a:pt x="578" y="294"/>
                </a:lnTo>
                <a:lnTo>
                  <a:pt x="577" y="294"/>
                </a:lnTo>
                <a:lnTo>
                  <a:pt x="576" y="295"/>
                </a:lnTo>
                <a:lnTo>
                  <a:pt x="575" y="295"/>
                </a:lnTo>
                <a:lnTo>
                  <a:pt x="575" y="294"/>
                </a:lnTo>
                <a:lnTo>
                  <a:pt x="574" y="294"/>
                </a:lnTo>
                <a:lnTo>
                  <a:pt x="573" y="294"/>
                </a:lnTo>
                <a:lnTo>
                  <a:pt x="573" y="295"/>
                </a:lnTo>
                <a:lnTo>
                  <a:pt x="573" y="294"/>
                </a:lnTo>
                <a:lnTo>
                  <a:pt x="572" y="293"/>
                </a:lnTo>
                <a:lnTo>
                  <a:pt x="572" y="292"/>
                </a:lnTo>
                <a:lnTo>
                  <a:pt x="571" y="292"/>
                </a:lnTo>
                <a:lnTo>
                  <a:pt x="571" y="291"/>
                </a:lnTo>
                <a:lnTo>
                  <a:pt x="572" y="291"/>
                </a:lnTo>
                <a:lnTo>
                  <a:pt x="572" y="290"/>
                </a:lnTo>
                <a:lnTo>
                  <a:pt x="572" y="291"/>
                </a:lnTo>
                <a:lnTo>
                  <a:pt x="571" y="291"/>
                </a:lnTo>
                <a:lnTo>
                  <a:pt x="570" y="292"/>
                </a:lnTo>
                <a:lnTo>
                  <a:pt x="571" y="292"/>
                </a:lnTo>
                <a:lnTo>
                  <a:pt x="572" y="293"/>
                </a:lnTo>
                <a:lnTo>
                  <a:pt x="572" y="294"/>
                </a:lnTo>
                <a:lnTo>
                  <a:pt x="573" y="295"/>
                </a:lnTo>
                <a:lnTo>
                  <a:pt x="572" y="295"/>
                </a:lnTo>
                <a:lnTo>
                  <a:pt x="571" y="295"/>
                </a:lnTo>
                <a:lnTo>
                  <a:pt x="571" y="296"/>
                </a:lnTo>
                <a:lnTo>
                  <a:pt x="570" y="296"/>
                </a:lnTo>
                <a:lnTo>
                  <a:pt x="570" y="297"/>
                </a:lnTo>
                <a:lnTo>
                  <a:pt x="569" y="297"/>
                </a:lnTo>
                <a:lnTo>
                  <a:pt x="568" y="297"/>
                </a:lnTo>
                <a:lnTo>
                  <a:pt x="569" y="297"/>
                </a:lnTo>
                <a:lnTo>
                  <a:pt x="568" y="297"/>
                </a:lnTo>
                <a:lnTo>
                  <a:pt x="568" y="298"/>
                </a:lnTo>
                <a:lnTo>
                  <a:pt x="567" y="298"/>
                </a:lnTo>
                <a:lnTo>
                  <a:pt x="566" y="297"/>
                </a:lnTo>
                <a:lnTo>
                  <a:pt x="566" y="298"/>
                </a:lnTo>
                <a:lnTo>
                  <a:pt x="566" y="299"/>
                </a:lnTo>
                <a:lnTo>
                  <a:pt x="565" y="299"/>
                </a:lnTo>
                <a:lnTo>
                  <a:pt x="565" y="300"/>
                </a:lnTo>
                <a:lnTo>
                  <a:pt x="565" y="299"/>
                </a:lnTo>
                <a:lnTo>
                  <a:pt x="565" y="300"/>
                </a:lnTo>
                <a:lnTo>
                  <a:pt x="564" y="300"/>
                </a:lnTo>
                <a:lnTo>
                  <a:pt x="563" y="300"/>
                </a:lnTo>
                <a:lnTo>
                  <a:pt x="563" y="299"/>
                </a:lnTo>
                <a:lnTo>
                  <a:pt x="562" y="299"/>
                </a:lnTo>
                <a:lnTo>
                  <a:pt x="561" y="299"/>
                </a:lnTo>
                <a:lnTo>
                  <a:pt x="562" y="298"/>
                </a:lnTo>
                <a:lnTo>
                  <a:pt x="562" y="297"/>
                </a:lnTo>
                <a:lnTo>
                  <a:pt x="562" y="296"/>
                </a:lnTo>
                <a:lnTo>
                  <a:pt x="561" y="296"/>
                </a:lnTo>
                <a:lnTo>
                  <a:pt x="562" y="297"/>
                </a:lnTo>
                <a:lnTo>
                  <a:pt x="561" y="297"/>
                </a:lnTo>
                <a:lnTo>
                  <a:pt x="561" y="298"/>
                </a:lnTo>
                <a:lnTo>
                  <a:pt x="561" y="299"/>
                </a:lnTo>
                <a:lnTo>
                  <a:pt x="562" y="300"/>
                </a:lnTo>
                <a:lnTo>
                  <a:pt x="562" y="301"/>
                </a:lnTo>
                <a:lnTo>
                  <a:pt x="561" y="301"/>
                </a:lnTo>
                <a:lnTo>
                  <a:pt x="560" y="301"/>
                </a:lnTo>
                <a:lnTo>
                  <a:pt x="559" y="301"/>
                </a:lnTo>
                <a:lnTo>
                  <a:pt x="559" y="300"/>
                </a:lnTo>
                <a:lnTo>
                  <a:pt x="558" y="300"/>
                </a:lnTo>
                <a:lnTo>
                  <a:pt x="559" y="300"/>
                </a:lnTo>
                <a:lnTo>
                  <a:pt x="559" y="301"/>
                </a:lnTo>
                <a:lnTo>
                  <a:pt x="559" y="302"/>
                </a:lnTo>
                <a:lnTo>
                  <a:pt x="558" y="302"/>
                </a:lnTo>
                <a:lnTo>
                  <a:pt x="557" y="302"/>
                </a:lnTo>
                <a:lnTo>
                  <a:pt x="557" y="303"/>
                </a:lnTo>
                <a:lnTo>
                  <a:pt x="556" y="303"/>
                </a:lnTo>
                <a:lnTo>
                  <a:pt x="556" y="304"/>
                </a:lnTo>
                <a:lnTo>
                  <a:pt x="556" y="305"/>
                </a:lnTo>
                <a:lnTo>
                  <a:pt x="555" y="305"/>
                </a:lnTo>
                <a:lnTo>
                  <a:pt x="555" y="306"/>
                </a:lnTo>
                <a:lnTo>
                  <a:pt x="555" y="307"/>
                </a:lnTo>
                <a:lnTo>
                  <a:pt x="556" y="307"/>
                </a:lnTo>
                <a:lnTo>
                  <a:pt x="556" y="308"/>
                </a:lnTo>
                <a:lnTo>
                  <a:pt x="556" y="307"/>
                </a:lnTo>
                <a:lnTo>
                  <a:pt x="556" y="308"/>
                </a:lnTo>
                <a:lnTo>
                  <a:pt x="557" y="308"/>
                </a:lnTo>
                <a:lnTo>
                  <a:pt x="558" y="308"/>
                </a:lnTo>
                <a:lnTo>
                  <a:pt x="559" y="308"/>
                </a:lnTo>
                <a:lnTo>
                  <a:pt x="559" y="309"/>
                </a:lnTo>
                <a:lnTo>
                  <a:pt x="559" y="310"/>
                </a:lnTo>
                <a:lnTo>
                  <a:pt x="558" y="310"/>
                </a:lnTo>
                <a:lnTo>
                  <a:pt x="558" y="311"/>
                </a:lnTo>
                <a:lnTo>
                  <a:pt x="558" y="310"/>
                </a:lnTo>
                <a:lnTo>
                  <a:pt x="557" y="310"/>
                </a:lnTo>
                <a:lnTo>
                  <a:pt x="557" y="309"/>
                </a:lnTo>
                <a:lnTo>
                  <a:pt x="557" y="310"/>
                </a:lnTo>
                <a:lnTo>
                  <a:pt x="556" y="310"/>
                </a:lnTo>
                <a:lnTo>
                  <a:pt x="556" y="309"/>
                </a:lnTo>
                <a:lnTo>
                  <a:pt x="555" y="309"/>
                </a:lnTo>
                <a:lnTo>
                  <a:pt x="554" y="309"/>
                </a:lnTo>
                <a:lnTo>
                  <a:pt x="553" y="309"/>
                </a:lnTo>
                <a:lnTo>
                  <a:pt x="552" y="310"/>
                </a:lnTo>
                <a:lnTo>
                  <a:pt x="551" y="311"/>
                </a:lnTo>
                <a:lnTo>
                  <a:pt x="550" y="311"/>
                </a:lnTo>
                <a:lnTo>
                  <a:pt x="549" y="311"/>
                </a:lnTo>
                <a:lnTo>
                  <a:pt x="548" y="311"/>
                </a:lnTo>
                <a:lnTo>
                  <a:pt x="548" y="310"/>
                </a:lnTo>
                <a:lnTo>
                  <a:pt x="548" y="309"/>
                </a:lnTo>
                <a:lnTo>
                  <a:pt x="548" y="308"/>
                </a:lnTo>
                <a:lnTo>
                  <a:pt x="547" y="308"/>
                </a:lnTo>
                <a:lnTo>
                  <a:pt x="546" y="308"/>
                </a:lnTo>
                <a:lnTo>
                  <a:pt x="546" y="309"/>
                </a:lnTo>
                <a:lnTo>
                  <a:pt x="545" y="309"/>
                </a:lnTo>
                <a:lnTo>
                  <a:pt x="545" y="310"/>
                </a:lnTo>
                <a:lnTo>
                  <a:pt x="544" y="311"/>
                </a:lnTo>
                <a:lnTo>
                  <a:pt x="543" y="312"/>
                </a:lnTo>
                <a:lnTo>
                  <a:pt x="543" y="313"/>
                </a:lnTo>
                <a:lnTo>
                  <a:pt x="542" y="313"/>
                </a:lnTo>
                <a:lnTo>
                  <a:pt x="541" y="313"/>
                </a:lnTo>
                <a:lnTo>
                  <a:pt x="541" y="314"/>
                </a:lnTo>
                <a:lnTo>
                  <a:pt x="540" y="314"/>
                </a:lnTo>
                <a:lnTo>
                  <a:pt x="540" y="315"/>
                </a:lnTo>
                <a:lnTo>
                  <a:pt x="539" y="315"/>
                </a:lnTo>
                <a:lnTo>
                  <a:pt x="538" y="315"/>
                </a:lnTo>
                <a:lnTo>
                  <a:pt x="538" y="316"/>
                </a:lnTo>
                <a:lnTo>
                  <a:pt x="537" y="316"/>
                </a:lnTo>
                <a:lnTo>
                  <a:pt x="536" y="316"/>
                </a:lnTo>
                <a:lnTo>
                  <a:pt x="536" y="317"/>
                </a:lnTo>
                <a:lnTo>
                  <a:pt x="535" y="317"/>
                </a:lnTo>
                <a:lnTo>
                  <a:pt x="534" y="317"/>
                </a:lnTo>
                <a:lnTo>
                  <a:pt x="534" y="318"/>
                </a:lnTo>
                <a:lnTo>
                  <a:pt x="533" y="318"/>
                </a:lnTo>
                <a:lnTo>
                  <a:pt x="533" y="319"/>
                </a:lnTo>
                <a:lnTo>
                  <a:pt x="532" y="319"/>
                </a:lnTo>
                <a:lnTo>
                  <a:pt x="532" y="320"/>
                </a:lnTo>
                <a:lnTo>
                  <a:pt x="532" y="321"/>
                </a:lnTo>
                <a:lnTo>
                  <a:pt x="531" y="321"/>
                </a:lnTo>
                <a:lnTo>
                  <a:pt x="532" y="321"/>
                </a:lnTo>
                <a:lnTo>
                  <a:pt x="531" y="321"/>
                </a:lnTo>
                <a:lnTo>
                  <a:pt x="531" y="323"/>
                </a:lnTo>
                <a:lnTo>
                  <a:pt x="531" y="324"/>
                </a:lnTo>
                <a:lnTo>
                  <a:pt x="531" y="325"/>
                </a:lnTo>
                <a:lnTo>
                  <a:pt x="530" y="325"/>
                </a:lnTo>
                <a:lnTo>
                  <a:pt x="529" y="325"/>
                </a:lnTo>
                <a:lnTo>
                  <a:pt x="529" y="326"/>
                </a:lnTo>
                <a:lnTo>
                  <a:pt x="528" y="326"/>
                </a:lnTo>
                <a:lnTo>
                  <a:pt x="529" y="326"/>
                </a:lnTo>
                <a:lnTo>
                  <a:pt x="529" y="325"/>
                </a:lnTo>
                <a:lnTo>
                  <a:pt x="528" y="325"/>
                </a:lnTo>
                <a:lnTo>
                  <a:pt x="528" y="326"/>
                </a:lnTo>
                <a:lnTo>
                  <a:pt x="527" y="326"/>
                </a:lnTo>
                <a:lnTo>
                  <a:pt x="526" y="326"/>
                </a:lnTo>
                <a:lnTo>
                  <a:pt x="526" y="327"/>
                </a:lnTo>
                <a:lnTo>
                  <a:pt x="526" y="326"/>
                </a:lnTo>
                <a:lnTo>
                  <a:pt x="526" y="327"/>
                </a:lnTo>
                <a:lnTo>
                  <a:pt x="526" y="326"/>
                </a:lnTo>
                <a:lnTo>
                  <a:pt x="525" y="326"/>
                </a:lnTo>
                <a:lnTo>
                  <a:pt x="525" y="327"/>
                </a:lnTo>
                <a:lnTo>
                  <a:pt x="524" y="327"/>
                </a:lnTo>
                <a:lnTo>
                  <a:pt x="523" y="327"/>
                </a:lnTo>
                <a:lnTo>
                  <a:pt x="522" y="328"/>
                </a:lnTo>
                <a:lnTo>
                  <a:pt x="521" y="328"/>
                </a:lnTo>
                <a:lnTo>
                  <a:pt x="520" y="328"/>
                </a:lnTo>
                <a:lnTo>
                  <a:pt x="520" y="329"/>
                </a:lnTo>
                <a:lnTo>
                  <a:pt x="519" y="329"/>
                </a:lnTo>
                <a:lnTo>
                  <a:pt x="519" y="330"/>
                </a:lnTo>
                <a:lnTo>
                  <a:pt x="518" y="330"/>
                </a:lnTo>
                <a:lnTo>
                  <a:pt x="518" y="331"/>
                </a:lnTo>
                <a:lnTo>
                  <a:pt x="517" y="331"/>
                </a:lnTo>
                <a:lnTo>
                  <a:pt x="517" y="332"/>
                </a:lnTo>
                <a:lnTo>
                  <a:pt x="516" y="332"/>
                </a:lnTo>
                <a:lnTo>
                  <a:pt x="515" y="332"/>
                </a:lnTo>
                <a:lnTo>
                  <a:pt x="515" y="333"/>
                </a:lnTo>
                <a:lnTo>
                  <a:pt x="514" y="333"/>
                </a:lnTo>
                <a:lnTo>
                  <a:pt x="514" y="334"/>
                </a:lnTo>
                <a:lnTo>
                  <a:pt x="513" y="334"/>
                </a:lnTo>
                <a:lnTo>
                  <a:pt x="512" y="334"/>
                </a:lnTo>
                <a:lnTo>
                  <a:pt x="512" y="335"/>
                </a:lnTo>
                <a:lnTo>
                  <a:pt x="513" y="335"/>
                </a:lnTo>
                <a:lnTo>
                  <a:pt x="512" y="335"/>
                </a:lnTo>
                <a:lnTo>
                  <a:pt x="512" y="336"/>
                </a:lnTo>
                <a:lnTo>
                  <a:pt x="511" y="336"/>
                </a:lnTo>
                <a:lnTo>
                  <a:pt x="511" y="337"/>
                </a:lnTo>
                <a:lnTo>
                  <a:pt x="510" y="337"/>
                </a:lnTo>
                <a:lnTo>
                  <a:pt x="510" y="338"/>
                </a:lnTo>
                <a:lnTo>
                  <a:pt x="509" y="338"/>
                </a:lnTo>
                <a:lnTo>
                  <a:pt x="509" y="339"/>
                </a:lnTo>
                <a:lnTo>
                  <a:pt x="509" y="340"/>
                </a:lnTo>
                <a:lnTo>
                  <a:pt x="508" y="340"/>
                </a:lnTo>
                <a:lnTo>
                  <a:pt x="508" y="339"/>
                </a:lnTo>
                <a:lnTo>
                  <a:pt x="508" y="340"/>
                </a:lnTo>
                <a:lnTo>
                  <a:pt x="508" y="339"/>
                </a:lnTo>
                <a:lnTo>
                  <a:pt x="509" y="339"/>
                </a:lnTo>
                <a:lnTo>
                  <a:pt x="508" y="339"/>
                </a:lnTo>
                <a:lnTo>
                  <a:pt x="507" y="339"/>
                </a:lnTo>
                <a:lnTo>
                  <a:pt x="507" y="340"/>
                </a:lnTo>
                <a:lnTo>
                  <a:pt x="506" y="340"/>
                </a:lnTo>
                <a:lnTo>
                  <a:pt x="505" y="340"/>
                </a:lnTo>
                <a:lnTo>
                  <a:pt x="505" y="341"/>
                </a:lnTo>
                <a:lnTo>
                  <a:pt x="505" y="342"/>
                </a:lnTo>
                <a:lnTo>
                  <a:pt x="504" y="342"/>
                </a:lnTo>
                <a:lnTo>
                  <a:pt x="504" y="343"/>
                </a:lnTo>
                <a:lnTo>
                  <a:pt x="503" y="343"/>
                </a:lnTo>
                <a:lnTo>
                  <a:pt x="502" y="343"/>
                </a:lnTo>
                <a:lnTo>
                  <a:pt x="502" y="344"/>
                </a:lnTo>
                <a:lnTo>
                  <a:pt x="501" y="344"/>
                </a:lnTo>
                <a:lnTo>
                  <a:pt x="501" y="345"/>
                </a:lnTo>
                <a:lnTo>
                  <a:pt x="501" y="346"/>
                </a:lnTo>
                <a:lnTo>
                  <a:pt x="500" y="346"/>
                </a:lnTo>
                <a:lnTo>
                  <a:pt x="500" y="347"/>
                </a:lnTo>
                <a:lnTo>
                  <a:pt x="499" y="347"/>
                </a:lnTo>
                <a:lnTo>
                  <a:pt x="498" y="347"/>
                </a:lnTo>
                <a:lnTo>
                  <a:pt x="498" y="348"/>
                </a:lnTo>
                <a:lnTo>
                  <a:pt x="497" y="348"/>
                </a:lnTo>
                <a:lnTo>
                  <a:pt x="497" y="349"/>
                </a:lnTo>
                <a:lnTo>
                  <a:pt x="497" y="350"/>
                </a:lnTo>
                <a:lnTo>
                  <a:pt x="496" y="350"/>
                </a:lnTo>
                <a:lnTo>
                  <a:pt x="496" y="351"/>
                </a:lnTo>
                <a:lnTo>
                  <a:pt x="496" y="352"/>
                </a:lnTo>
                <a:lnTo>
                  <a:pt x="495" y="352"/>
                </a:lnTo>
                <a:lnTo>
                  <a:pt x="496" y="352"/>
                </a:lnTo>
                <a:lnTo>
                  <a:pt x="496" y="353"/>
                </a:lnTo>
                <a:lnTo>
                  <a:pt x="497" y="353"/>
                </a:lnTo>
                <a:lnTo>
                  <a:pt x="497" y="354"/>
                </a:lnTo>
                <a:lnTo>
                  <a:pt x="498" y="354"/>
                </a:lnTo>
                <a:lnTo>
                  <a:pt x="498" y="355"/>
                </a:lnTo>
                <a:lnTo>
                  <a:pt x="499" y="355"/>
                </a:lnTo>
                <a:lnTo>
                  <a:pt x="499" y="356"/>
                </a:lnTo>
                <a:lnTo>
                  <a:pt x="499" y="357"/>
                </a:lnTo>
                <a:lnTo>
                  <a:pt x="498" y="357"/>
                </a:lnTo>
                <a:lnTo>
                  <a:pt x="498" y="358"/>
                </a:lnTo>
                <a:lnTo>
                  <a:pt x="498" y="359"/>
                </a:lnTo>
                <a:lnTo>
                  <a:pt x="497" y="359"/>
                </a:lnTo>
                <a:lnTo>
                  <a:pt x="497" y="360"/>
                </a:lnTo>
                <a:lnTo>
                  <a:pt x="497" y="359"/>
                </a:lnTo>
                <a:lnTo>
                  <a:pt x="496" y="359"/>
                </a:lnTo>
                <a:lnTo>
                  <a:pt x="495" y="359"/>
                </a:lnTo>
                <a:lnTo>
                  <a:pt x="495" y="360"/>
                </a:lnTo>
                <a:lnTo>
                  <a:pt x="494" y="361"/>
                </a:lnTo>
                <a:lnTo>
                  <a:pt x="493" y="361"/>
                </a:lnTo>
                <a:lnTo>
                  <a:pt x="492" y="361"/>
                </a:lnTo>
                <a:lnTo>
                  <a:pt x="491" y="361"/>
                </a:lnTo>
                <a:lnTo>
                  <a:pt x="491" y="362"/>
                </a:lnTo>
                <a:lnTo>
                  <a:pt x="491" y="363"/>
                </a:lnTo>
                <a:lnTo>
                  <a:pt x="492" y="363"/>
                </a:lnTo>
                <a:lnTo>
                  <a:pt x="492" y="364"/>
                </a:lnTo>
                <a:lnTo>
                  <a:pt x="491" y="364"/>
                </a:lnTo>
                <a:lnTo>
                  <a:pt x="491" y="365"/>
                </a:lnTo>
                <a:lnTo>
                  <a:pt x="490" y="365"/>
                </a:lnTo>
                <a:lnTo>
                  <a:pt x="490" y="364"/>
                </a:lnTo>
                <a:lnTo>
                  <a:pt x="489" y="364"/>
                </a:lnTo>
                <a:lnTo>
                  <a:pt x="489" y="365"/>
                </a:lnTo>
                <a:lnTo>
                  <a:pt x="488" y="365"/>
                </a:lnTo>
                <a:lnTo>
                  <a:pt x="487" y="365"/>
                </a:lnTo>
                <a:lnTo>
                  <a:pt x="486" y="365"/>
                </a:lnTo>
                <a:lnTo>
                  <a:pt x="486" y="366"/>
                </a:lnTo>
                <a:lnTo>
                  <a:pt x="486" y="367"/>
                </a:lnTo>
                <a:lnTo>
                  <a:pt x="485" y="367"/>
                </a:lnTo>
                <a:lnTo>
                  <a:pt x="485" y="368"/>
                </a:lnTo>
                <a:lnTo>
                  <a:pt x="485" y="369"/>
                </a:lnTo>
                <a:lnTo>
                  <a:pt x="485" y="371"/>
                </a:lnTo>
                <a:lnTo>
                  <a:pt x="485" y="372"/>
                </a:lnTo>
                <a:lnTo>
                  <a:pt x="484" y="372"/>
                </a:lnTo>
                <a:lnTo>
                  <a:pt x="483" y="373"/>
                </a:lnTo>
                <a:lnTo>
                  <a:pt x="482" y="373"/>
                </a:lnTo>
                <a:lnTo>
                  <a:pt x="482" y="374"/>
                </a:lnTo>
                <a:lnTo>
                  <a:pt x="481" y="374"/>
                </a:lnTo>
                <a:lnTo>
                  <a:pt x="480" y="375"/>
                </a:lnTo>
                <a:lnTo>
                  <a:pt x="480" y="376"/>
                </a:lnTo>
                <a:lnTo>
                  <a:pt x="479" y="375"/>
                </a:lnTo>
                <a:lnTo>
                  <a:pt x="478" y="374"/>
                </a:lnTo>
                <a:lnTo>
                  <a:pt x="477" y="375"/>
                </a:lnTo>
                <a:lnTo>
                  <a:pt x="475" y="375"/>
                </a:lnTo>
                <a:lnTo>
                  <a:pt x="474" y="375"/>
                </a:lnTo>
                <a:lnTo>
                  <a:pt x="471" y="376"/>
                </a:lnTo>
                <a:lnTo>
                  <a:pt x="470" y="377"/>
                </a:lnTo>
                <a:lnTo>
                  <a:pt x="469" y="377"/>
                </a:lnTo>
                <a:lnTo>
                  <a:pt x="468" y="377"/>
                </a:lnTo>
                <a:lnTo>
                  <a:pt x="466" y="378"/>
                </a:lnTo>
                <a:lnTo>
                  <a:pt x="465" y="378"/>
                </a:lnTo>
                <a:lnTo>
                  <a:pt x="462" y="377"/>
                </a:lnTo>
                <a:lnTo>
                  <a:pt x="461" y="376"/>
                </a:lnTo>
                <a:lnTo>
                  <a:pt x="460" y="376"/>
                </a:lnTo>
                <a:lnTo>
                  <a:pt x="458" y="376"/>
                </a:lnTo>
                <a:lnTo>
                  <a:pt x="457" y="376"/>
                </a:lnTo>
                <a:lnTo>
                  <a:pt x="456" y="376"/>
                </a:lnTo>
                <a:lnTo>
                  <a:pt x="456" y="375"/>
                </a:lnTo>
                <a:lnTo>
                  <a:pt x="455" y="375"/>
                </a:lnTo>
                <a:lnTo>
                  <a:pt x="455" y="376"/>
                </a:lnTo>
                <a:lnTo>
                  <a:pt x="454" y="376"/>
                </a:lnTo>
                <a:lnTo>
                  <a:pt x="453" y="375"/>
                </a:lnTo>
                <a:lnTo>
                  <a:pt x="452" y="375"/>
                </a:lnTo>
                <a:lnTo>
                  <a:pt x="451" y="375"/>
                </a:lnTo>
                <a:lnTo>
                  <a:pt x="450" y="375"/>
                </a:lnTo>
                <a:lnTo>
                  <a:pt x="451" y="375"/>
                </a:lnTo>
                <a:lnTo>
                  <a:pt x="451" y="374"/>
                </a:lnTo>
                <a:lnTo>
                  <a:pt x="452" y="374"/>
                </a:lnTo>
                <a:lnTo>
                  <a:pt x="451" y="374"/>
                </a:lnTo>
                <a:lnTo>
                  <a:pt x="448" y="375"/>
                </a:lnTo>
                <a:lnTo>
                  <a:pt x="447" y="375"/>
                </a:lnTo>
                <a:lnTo>
                  <a:pt x="446" y="375"/>
                </a:lnTo>
                <a:lnTo>
                  <a:pt x="445" y="376"/>
                </a:lnTo>
                <a:lnTo>
                  <a:pt x="444" y="376"/>
                </a:lnTo>
                <a:lnTo>
                  <a:pt x="442" y="376"/>
                </a:lnTo>
                <a:lnTo>
                  <a:pt x="441" y="376"/>
                </a:lnTo>
                <a:lnTo>
                  <a:pt x="441" y="375"/>
                </a:lnTo>
                <a:lnTo>
                  <a:pt x="437" y="377"/>
                </a:lnTo>
                <a:lnTo>
                  <a:pt x="436" y="375"/>
                </a:lnTo>
                <a:lnTo>
                  <a:pt x="435" y="375"/>
                </a:lnTo>
                <a:lnTo>
                  <a:pt x="434" y="374"/>
                </a:lnTo>
                <a:lnTo>
                  <a:pt x="433" y="374"/>
                </a:lnTo>
                <a:lnTo>
                  <a:pt x="434" y="373"/>
                </a:lnTo>
                <a:lnTo>
                  <a:pt x="433" y="373"/>
                </a:lnTo>
                <a:lnTo>
                  <a:pt x="433" y="372"/>
                </a:lnTo>
                <a:lnTo>
                  <a:pt x="432" y="372"/>
                </a:lnTo>
                <a:lnTo>
                  <a:pt x="433" y="374"/>
                </a:lnTo>
                <a:lnTo>
                  <a:pt x="433" y="375"/>
                </a:lnTo>
                <a:lnTo>
                  <a:pt x="431" y="375"/>
                </a:lnTo>
                <a:lnTo>
                  <a:pt x="431" y="376"/>
                </a:lnTo>
                <a:lnTo>
                  <a:pt x="432" y="376"/>
                </a:lnTo>
                <a:lnTo>
                  <a:pt x="432" y="377"/>
                </a:lnTo>
                <a:lnTo>
                  <a:pt x="432" y="378"/>
                </a:lnTo>
                <a:lnTo>
                  <a:pt x="431" y="378"/>
                </a:lnTo>
                <a:lnTo>
                  <a:pt x="431" y="379"/>
                </a:lnTo>
                <a:lnTo>
                  <a:pt x="430" y="379"/>
                </a:lnTo>
                <a:lnTo>
                  <a:pt x="430" y="380"/>
                </a:lnTo>
                <a:lnTo>
                  <a:pt x="429" y="380"/>
                </a:lnTo>
                <a:lnTo>
                  <a:pt x="428" y="381"/>
                </a:lnTo>
                <a:lnTo>
                  <a:pt x="427" y="381"/>
                </a:lnTo>
                <a:lnTo>
                  <a:pt x="427" y="380"/>
                </a:lnTo>
                <a:lnTo>
                  <a:pt x="426" y="380"/>
                </a:lnTo>
                <a:lnTo>
                  <a:pt x="425" y="380"/>
                </a:lnTo>
                <a:lnTo>
                  <a:pt x="425" y="381"/>
                </a:lnTo>
                <a:lnTo>
                  <a:pt x="425" y="382"/>
                </a:lnTo>
                <a:lnTo>
                  <a:pt x="424" y="382"/>
                </a:lnTo>
                <a:lnTo>
                  <a:pt x="423" y="382"/>
                </a:lnTo>
                <a:lnTo>
                  <a:pt x="424" y="382"/>
                </a:lnTo>
                <a:lnTo>
                  <a:pt x="424" y="381"/>
                </a:lnTo>
                <a:lnTo>
                  <a:pt x="424" y="380"/>
                </a:lnTo>
                <a:lnTo>
                  <a:pt x="423" y="380"/>
                </a:lnTo>
                <a:lnTo>
                  <a:pt x="423" y="379"/>
                </a:lnTo>
                <a:lnTo>
                  <a:pt x="422" y="379"/>
                </a:lnTo>
                <a:lnTo>
                  <a:pt x="421" y="379"/>
                </a:lnTo>
                <a:lnTo>
                  <a:pt x="421" y="381"/>
                </a:lnTo>
                <a:lnTo>
                  <a:pt x="419" y="381"/>
                </a:lnTo>
                <a:lnTo>
                  <a:pt x="419" y="382"/>
                </a:lnTo>
                <a:lnTo>
                  <a:pt x="418" y="382"/>
                </a:lnTo>
                <a:lnTo>
                  <a:pt x="417" y="382"/>
                </a:lnTo>
                <a:lnTo>
                  <a:pt x="416" y="382"/>
                </a:lnTo>
                <a:lnTo>
                  <a:pt x="416" y="383"/>
                </a:lnTo>
                <a:lnTo>
                  <a:pt x="417" y="383"/>
                </a:lnTo>
                <a:lnTo>
                  <a:pt x="416" y="383"/>
                </a:lnTo>
                <a:lnTo>
                  <a:pt x="415" y="383"/>
                </a:lnTo>
                <a:lnTo>
                  <a:pt x="415" y="384"/>
                </a:lnTo>
                <a:lnTo>
                  <a:pt x="414" y="384"/>
                </a:lnTo>
                <a:lnTo>
                  <a:pt x="414" y="385"/>
                </a:lnTo>
                <a:lnTo>
                  <a:pt x="413" y="385"/>
                </a:lnTo>
                <a:lnTo>
                  <a:pt x="412" y="385"/>
                </a:lnTo>
                <a:lnTo>
                  <a:pt x="412" y="384"/>
                </a:lnTo>
                <a:lnTo>
                  <a:pt x="411" y="384"/>
                </a:lnTo>
                <a:lnTo>
                  <a:pt x="411" y="385"/>
                </a:lnTo>
                <a:lnTo>
                  <a:pt x="410" y="385"/>
                </a:lnTo>
                <a:lnTo>
                  <a:pt x="410" y="386"/>
                </a:lnTo>
                <a:lnTo>
                  <a:pt x="409" y="385"/>
                </a:lnTo>
                <a:lnTo>
                  <a:pt x="409" y="384"/>
                </a:lnTo>
                <a:lnTo>
                  <a:pt x="410" y="383"/>
                </a:lnTo>
                <a:lnTo>
                  <a:pt x="411" y="383"/>
                </a:lnTo>
                <a:lnTo>
                  <a:pt x="412" y="383"/>
                </a:lnTo>
                <a:lnTo>
                  <a:pt x="412" y="382"/>
                </a:lnTo>
                <a:lnTo>
                  <a:pt x="411" y="382"/>
                </a:lnTo>
                <a:lnTo>
                  <a:pt x="411" y="383"/>
                </a:lnTo>
                <a:lnTo>
                  <a:pt x="410" y="383"/>
                </a:lnTo>
                <a:lnTo>
                  <a:pt x="410" y="382"/>
                </a:lnTo>
                <a:lnTo>
                  <a:pt x="410" y="381"/>
                </a:lnTo>
                <a:lnTo>
                  <a:pt x="410" y="380"/>
                </a:lnTo>
                <a:lnTo>
                  <a:pt x="411" y="380"/>
                </a:lnTo>
                <a:lnTo>
                  <a:pt x="411" y="379"/>
                </a:lnTo>
                <a:lnTo>
                  <a:pt x="411" y="378"/>
                </a:lnTo>
                <a:lnTo>
                  <a:pt x="411" y="379"/>
                </a:lnTo>
                <a:lnTo>
                  <a:pt x="410" y="380"/>
                </a:lnTo>
                <a:lnTo>
                  <a:pt x="409" y="380"/>
                </a:lnTo>
                <a:lnTo>
                  <a:pt x="410" y="381"/>
                </a:lnTo>
                <a:lnTo>
                  <a:pt x="410" y="382"/>
                </a:lnTo>
                <a:lnTo>
                  <a:pt x="409" y="383"/>
                </a:lnTo>
                <a:lnTo>
                  <a:pt x="408" y="383"/>
                </a:lnTo>
                <a:lnTo>
                  <a:pt x="407" y="383"/>
                </a:lnTo>
                <a:lnTo>
                  <a:pt x="405" y="383"/>
                </a:lnTo>
                <a:lnTo>
                  <a:pt x="405" y="382"/>
                </a:lnTo>
                <a:lnTo>
                  <a:pt x="404" y="382"/>
                </a:lnTo>
                <a:lnTo>
                  <a:pt x="404" y="383"/>
                </a:lnTo>
                <a:lnTo>
                  <a:pt x="403" y="383"/>
                </a:lnTo>
                <a:lnTo>
                  <a:pt x="402" y="383"/>
                </a:lnTo>
                <a:lnTo>
                  <a:pt x="401" y="382"/>
                </a:lnTo>
                <a:lnTo>
                  <a:pt x="401" y="381"/>
                </a:lnTo>
                <a:lnTo>
                  <a:pt x="400" y="380"/>
                </a:lnTo>
                <a:lnTo>
                  <a:pt x="400" y="379"/>
                </a:lnTo>
                <a:lnTo>
                  <a:pt x="399" y="379"/>
                </a:lnTo>
                <a:lnTo>
                  <a:pt x="399" y="380"/>
                </a:lnTo>
                <a:lnTo>
                  <a:pt x="401" y="382"/>
                </a:lnTo>
                <a:lnTo>
                  <a:pt x="399" y="382"/>
                </a:lnTo>
                <a:lnTo>
                  <a:pt x="399" y="383"/>
                </a:lnTo>
                <a:lnTo>
                  <a:pt x="399" y="384"/>
                </a:lnTo>
                <a:lnTo>
                  <a:pt x="398" y="384"/>
                </a:lnTo>
                <a:lnTo>
                  <a:pt x="397" y="383"/>
                </a:lnTo>
                <a:lnTo>
                  <a:pt x="396" y="383"/>
                </a:lnTo>
                <a:lnTo>
                  <a:pt x="396" y="384"/>
                </a:lnTo>
                <a:lnTo>
                  <a:pt x="397" y="384"/>
                </a:lnTo>
                <a:lnTo>
                  <a:pt x="398" y="384"/>
                </a:lnTo>
                <a:lnTo>
                  <a:pt x="399" y="386"/>
                </a:lnTo>
                <a:lnTo>
                  <a:pt x="399" y="387"/>
                </a:lnTo>
                <a:lnTo>
                  <a:pt x="398" y="387"/>
                </a:lnTo>
                <a:lnTo>
                  <a:pt x="399" y="388"/>
                </a:lnTo>
                <a:lnTo>
                  <a:pt x="400" y="388"/>
                </a:lnTo>
                <a:lnTo>
                  <a:pt x="400" y="389"/>
                </a:lnTo>
                <a:lnTo>
                  <a:pt x="399" y="389"/>
                </a:lnTo>
                <a:lnTo>
                  <a:pt x="398" y="388"/>
                </a:lnTo>
                <a:lnTo>
                  <a:pt x="397" y="389"/>
                </a:lnTo>
                <a:lnTo>
                  <a:pt x="396" y="389"/>
                </a:lnTo>
                <a:lnTo>
                  <a:pt x="395" y="388"/>
                </a:lnTo>
                <a:lnTo>
                  <a:pt x="394" y="388"/>
                </a:lnTo>
                <a:lnTo>
                  <a:pt x="393" y="389"/>
                </a:lnTo>
                <a:lnTo>
                  <a:pt x="393" y="390"/>
                </a:lnTo>
                <a:lnTo>
                  <a:pt x="394" y="390"/>
                </a:lnTo>
                <a:lnTo>
                  <a:pt x="394" y="391"/>
                </a:lnTo>
                <a:lnTo>
                  <a:pt x="393" y="391"/>
                </a:lnTo>
                <a:lnTo>
                  <a:pt x="391" y="391"/>
                </a:lnTo>
                <a:lnTo>
                  <a:pt x="390" y="391"/>
                </a:lnTo>
                <a:lnTo>
                  <a:pt x="389" y="391"/>
                </a:lnTo>
                <a:lnTo>
                  <a:pt x="389" y="392"/>
                </a:lnTo>
                <a:lnTo>
                  <a:pt x="388" y="392"/>
                </a:lnTo>
                <a:lnTo>
                  <a:pt x="387" y="393"/>
                </a:lnTo>
                <a:lnTo>
                  <a:pt x="387" y="394"/>
                </a:lnTo>
                <a:lnTo>
                  <a:pt x="386" y="394"/>
                </a:lnTo>
                <a:lnTo>
                  <a:pt x="385" y="393"/>
                </a:lnTo>
                <a:lnTo>
                  <a:pt x="386" y="392"/>
                </a:lnTo>
                <a:lnTo>
                  <a:pt x="385" y="392"/>
                </a:lnTo>
                <a:lnTo>
                  <a:pt x="384" y="391"/>
                </a:lnTo>
                <a:lnTo>
                  <a:pt x="383" y="390"/>
                </a:lnTo>
                <a:lnTo>
                  <a:pt x="383" y="391"/>
                </a:lnTo>
                <a:lnTo>
                  <a:pt x="383" y="392"/>
                </a:lnTo>
                <a:lnTo>
                  <a:pt x="382" y="392"/>
                </a:lnTo>
                <a:lnTo>
                  <a:pt x="381" y="391"/>
                </a:lnTo>
                <a:lnTo>
                  <a:pt x="380" y="392"/>
                </a:lnTo>
                <a:lnTo>
                  <a:pt x="379" y="392"/>
                </a:lnTo>
                <a:lnTo>
                  <a:pt x="378" y="392"/>
                </a:lnTo>
                <a:lnTo>
                  <a:pt x="377" y="392"/>
                </a:lnTo>
                <a:lnTo>
                  <a:pt x="376" y="392"/>
                </a:lnTo>
                <a:lnTo>
                  <a:pt x="375" y="392"/>
                </a:lnTo>
                <a:lnTo>
                  <a:pt x="375" y="391"/>
                </a:lnTo>
                <a:lnTo>
                  <a:pt x="375" y="390"/>
                </a:lnTo>
                <a:lnTo>
                  <a:pt x="375" y="391"/>
                </a:lnTo>
                <a:lnTo>
                  <a:pt x="374" y="392"/>
                </a:lnTo>
                <a:lnTo>
                  <a:pt x="373" y="392"/>
                </a:lnTo>
                <a:lnTo>
                  <a:pt x="372" y="392"/>
                </a:lnTo>
                <a:lnTo>
                  <a:pt x="373" y="393"/>
                </a:lnTo>
                <a:lnTo>
                  <a:pt x="374" y="393"/>
                </a:lnTo>
                <a:lnTo>
                  <a:pt x="374" y="394"/>
                </a:lnTo>
                <a:lnTo>
                  <a:pt x="373" y="394"/>
                </a:lnTo>
                <a:lnTo>
                  <a:pt x="372" y="395"/>
                </a:lnTo>
                <a:lnTo>
                  <a:pt x="371" y="395"/>
                </a:lnTo>
                <a:lnTo>
                  <a:pt x="371" y="396"/>
                </a:lnTo>
                <a:lnTo>
                  <a:pt x="371" y="398"/>
                </a:lnTo>
                <a:lnTo>
                  <a:pt x="369" y="398"/>
                </a:lnTo>
                <a:lnTo>
                  <a:pt x="369" y="397"/>
                </a:lnTo>
                <a:lnTo>
                  <a:pt x="366" y="398"/>
                </a:lnTo>
                <a:lnTo>
                  <a:pt x="365" y="397"/>
                </a:lnTo>
                <a:lnTo>
                  <a:pt x="363" y="398"/>
                </a:lnTo>
                <a:lnTo>
                  <a:pt x="362" y="398"/>
                </a:lnTo>
                <a:lnTo>
                  <a:pt x="360" y="398"/>
                </a:lnTo>
                <a:lnTo>
                  <a:pt x="360" y="399"/>
                </a:lnTo>
                <a:lnTo>
                  <a:pt x="359" y="399"/>
                </a:lnTo>
                <a:lnTo>
                  <a:pt x="360" y="401"/>
                </a:lnTo>
                <a:lnTo>
                  <a:pt x="358" y="402"/>
                </a:lnTo>
                <a:lnTo>
                  <a:pt x="357" y="400"/>
                </a:lnTo>
                <a:lnTo>
                  <a:pt x="356" y="400"/>
                </a:lnTo>
                <a:lnTo>
                  <a:pt x="356" y="401"/>
                </a:lnTo>
                <a:lnTo>
                  <a:pt x="355" y="401"/>
                </a:lnTo>
                <a:lnTo>
                  <a:pt x="357" y="402"/>
                </a:lnTo>
                <a:lnTo>
                  <a:pt x="349" y="405"/>
                </a:lnTo>
                <a:lnTo>
                  <a:pt x="348" y="404"/>
                </a:lnTo>
                <a:lnTo>
                  <a:pt x="346" y="405"/>
                </a:lnTo>
                <a:lnTo>
                  <a:pt x="346" y="406"/>
                </a:lnTo>
                <a:lnTo>
                  <a:pt x="346" y="407"/>
                </a:lnTo>
                <a:lnTo>
                  <a:pt x="345" y="407"/>
                </a:lnTo>
                <a:lnTo>
                  <a:pt x="344" y="406"/>
                </a:lnTo>
                <a:lnTo>
                  <a:pt x="345" y="406"/>
                </a:lnTo>
                <a:lnTo>
                  <a:pt x="344" y="406"/>
                </a:lnTo>
                <a:lnTo>
                  <a:pt x="343" y="405"/>
                </a:lnTo>
                <a:lnTo>
                  <a:pt x="342" y="405"/>
                </a:lnTo>
                <a:lnTo>
                  <a:pt x="342" y="406"/>
                </a:lnTo>
                <a:lnTo>
                  <a:pt x="343" y="406"/>
                </a:lnTo>
                <a:lnTo>
                  <a:pt x="342" y="406"/>
                </a:lnTo>
                <a:lnTo>
                  <a:pt x="342" y="407"/>
                </a:lnTo>
                <a:lnTo>
                  <a:pt x="342" y="408"/>
                </a:lnTo>
                <a:lnTo>
                  <a:pt x="342" y="409"/>
                </a:lnTo>
                <a:lnTo>
                  <a:pt x="341" y="409"/>
                </a:lnTo>
                <a:lnTo>
                  <a:pt x="340" y="409"/>
                </a:lnTo>
                <a:lnTo>
                  <a:pt x="340" y="410"/>
                </a:lnTo>
                <a:lnTo>
                  <a:pt x="341" y="410"/>
                </a:lnTo>
                <a:lnTo>
                  <a:pt x="340" y="411"/>
                </a:lnTo>
                <a:lnTo>
                  <a:pt x="340" y="410"/>
                </a:lnTo>
                <a:lnTo>
                  <a:pt x="339" y="410"/>
                </a:lnTo>
                <a:lnTo>
                  <a:pt x="338" y="411"/>
                </a:lnTo>
                <a:lnTo>
                  <a:pt x="337" y="411"/>
                </a:lnTo>
                <a:lnTo>
                  <a:pt x="337" y="412"/>
                </a:lnTo>
                <a:lnTo>
                  <a:pt x="336" y="412"/>
                </a:lnTo>
                <a:lnTo>
                  <a:pt x="336" y="411"/>
                </a:lnTo>
                <a:lnTo>
                  <a:pt x="337" y="411"/>
                </a:lnTo>
                <a:lnTo>
                  <a:pt x="337" y="410"/>
                </a:lnTo>
                <a:lnTo>
                  <a:pt x="336" y="410"/>
                </a:lnTo>
                <a:lnTo>
                  <a:pt x="335" y="410"/>
                </a:lnTo>
                <a:lnTo>
                  <a:pt x="336" y="411"/>
                </a:lnTo>
                <a:lnTo>
                  <a:pt x="335" y="412"/>
                </a:lnTo>
                <a:lnTo>
                  <a:pt x="335" y="413"/>
                </a:lnTo>
                <a:lnTo>
                  <a:pt x="335" y="414"/>
                </a:lnTo>
                <a:lnTo>
                  <a:pt x="336" y="415"/>
                </a:lnTo>
                <a:lnTo>
                  <a:pt x="336" y="416"/>
                </a:lnTo>
                <a:lnTo>
                  <a:pt x="335" y="416"/>
                </a:lnTo>
                <a:lnTo>
                  <a:pt x="334" y="415"/>
                </a:lnTo>
                <a:lnTo>
                  <a:pt x="332" y="417"/>
                </a:lnTo>
                <a:lnTo>
                  <a:pt x="331" y="417"/>
                </a:lnTo>
                <a:lnTo>
                  <a:pt x="330" y="417"/>
                </a:lnTo>
                <a:lnTo>
                  <a:pt x="330" y="418"/>
                </a:lnTo>
                <a:lnTo>
                  <a:pt x="330" y="417"/>
                </a:lnTo>
                <a:lnTo>
                  <a:pt x="329" y="417"/>
                </a:lnTo>
                <a:lnTo>
                  <a:pt x="330" y="418"/>
                </a:lnTo>
                <a:lnTo>
                  <a:pt x="329" y="419"/>
                </a:lnTo>
                <a:lnTo>
                  <a:pt x="328" y="419"/>
                </a:lnTo>
                <a:lnTo>
                  <a:pt x="328" y="418"/>
                </a:lnTo>
                <a:lnTo>
                  <a:pt x="326" y="418"/>
                </a:lnTo>
                <a:lnTo>
                  <a:pt x="325" y="419"/>
                </a:lnTo>
                <a:lnTo>
                  <a:pt x="325" y="417"/>
                </a:lnTo>
                <a:lnTo>
                  <a:pt x="324" y="417"/>
                </a:lnTo>
                <a:lnTo>
                  <a:pt x="321" y="417"/>
                </a:lnTo>
                <a:lnTo>
                  <a:pt x="320" y="418"/>
                </a:lnTo>
                <a:lnTo>
                  <a:pt x="319" y="418"/>
                </a:lnTo>
                <a:lnTo>
                  <a:pt x="319" y="419"/>
                </a:lnTo>
                <a:lnTo>
                  <a:pt x="316" y="420"/>
                </a:lnTo>
                <a:lnTo>
                  <a:pt x="315" y="421"/>
                </a:lnTo>
                <a:lnTo>
                  <a:pt x="314" y="421"/>
                </a:lnTo>
                <a:lnTo>
                  <a:pt x="315" y="422"/>
                </a:lnTo>
                <a:lnTo>
                  <a:pt x="312" y="424"/>
                </a:lnTo>
                <a:lnTo>
                  <a:pt x="312" y="423"/>
                </a:lnTo>
                <a:lnTo>
                  <a:pt x="311" y="423"/>
                </a:lnTo>
                <a:lnTo>
                  <a:pt x="312" y="423"/>
                </a:lnTo>
                <a:lnTo>
                  <a:pt x="312" y="424"/>
                </a:lnTo>
                <a:lnTo>
                  <a:pt x="313" y="425"/>
                </a:lnTo>
                <a:lnTo>
                  <a:pt x="313" y="426"/>
                </a:lnTo>
                <a:lnTo>
                  <a:pt x="312" y="426"/>
                </a:lnTo>
                <a:lnTo>
                  <a:pt x="311" y="424"/>
                </a:lnTo>
                <a:lnTo>
                  <a:pt x="310" y="425"/>
                </a:lnTo>
                <a:lnTo>
                  <a:pt x="308" y="427"/>
                </a:lnTo>
                <a:lnTo>
                  <a:pt x="307" y="427"/>
                </a:lnTo>
                <a:lnTo>
                  <a:pt x="306" y="426"/>
                </a:lnTo>
                <a:lnTo>
                  <a:pt x="306" y="427"/>
                </a:lnTo>
                <a:lnTo>
                  <a:pt x="307" y="427"/>
                </a:lnTo>
                <a:lnTo>
                  <a:pt x="308" y="427"/>
                </a:lnTo>
                <a:lnTo>
                  <a:pt x="308" y="428"/>
                </a:lnTo>
                <a:lnTo>
                  <a:pt x="308" y="429"/>
                </a:lnTo>
                <a:lnTo>
                  <a:pt x="307" y="430"/>
                </a:lnTo>
                <a:lnTo>
                  <a:pt x="306" y="430"/>
                </a:lnTo>
                <a:lnTo>
                  <a:pt x="306" y="431"/>
                </a:lnTo>
                <a:lnTo>
                  <a:pt x="306" y="432"/>
                </a:lnTo>
                <a:lnTo>
                  <a:pt x="305" y="432"/>
                </a:lnTo>
                <a:lnTo>
                  <a:pt x="304" y="432"/>
                </a:lnTo>
                <a:lnTo>
                  <a:pt x="303" y="432"/>
                </a:lnTo>
                <a:lnTo>
                  <a:pt x="303" y="433"/>
                </a:lnTo>
                <a:lnTo>
                  <a:pt x="303" y="434"/>
                </a:lnTo>
                <a:lnTo>
                  <a:pt x="302" y="434"/>
                </a:lnTo>
                <a:lnTo>
                  <a:pt x="302" y="433"/>
                </a:lnTo>
                <a:lnTo>
                  <a:pt x="301" y="433"/>
                </a:lnTo>
                <a:lnTo>
                  <a:pt x="300" y="434"/>
                </a:lnTo>
                <a:lnTo>
                  <a:pt x="299" y="434"/>
                </a:lnTo>
                <a:lnTo>
                  <a:pt x="299" y="435"/>
                </a:lnTo>
                <a:lnTo>
                  <a:pt x="298" y="435"/>
                </a:lnTo>
                <a:lnTo>
                  <a:pt x="297" y="436"/>
                </a:lnTo>
                <a:lnTo>
                  <a:pt x="297" y="437"/>
                </a:lnTo>
                <a:lnTo>
                  <a:pt x="296" y="437"/>
                </a:lnTo>
                <a:lnTo>
                  <a:pt x="295" y="437"/>
                </a:lnTo>
                <a:lnTo>
                  <a:pt x="295" y="438"/>
                </a:lnTo>
                <a:lnTo>
                  <a:pt x="294" y="438"/>
                </a:lnTo>
                <a:lnTo>
                  <a:pt x="294" y="439"/>
                </a:lnTo>
                <a:lnTo>
                  <a:pt x="295" y="439"/>
                </a:lnTo>
                <a:lnTo>
                  <a:pt x="295" y="440"/>
                </a:lnTo>
                <a:lnTo>
                  <a:pt x="294" y="441"/>
                </a:lnTo>
                <a:lnTo>
                  <a:pt x="293" y="441"/>
                </a:lnTo>
                <a:lnTo>
                  <a:pt x="292" y="441"/>
                </a:lnTo>
                <a:lnTo>
                  <a:pt x="292" y="442"/>
                </a:lnTo>
                <a:lnTo>
                  <a:pt x="293" y="442"/>
                </a:lnTo>
                <a:lnTo>
                  <a:pt x="294" y="442"/>
                </a:lnTo>
                <a:lnTo>
                  <a:pt x="295" y="442"/>
                </a:lnTo>
                <a:lnTo>
                  <a:pt x="294" y="443"/>
                </a:lnTo>
                <a:lnTo>
                  <a:pt x="295" y="443"/>
                </a:lnTo>
                <a:lnTo>
                  <a:pt x="296" y="443"/>
                </a:lnTo>
                <a:lnTo>
                  <a:pt x="297" y="444"/>
                </a:lnTo>
                <a:lnTo>
                  <a:pt x="298" y="444"/>
                </a:lnTo>
                <a:lnTo>
                  <a:pt x="299" y="444"/>
                </a:lnTo>
                <a:lnTo>
                  <a:pt x="298" y="445"/>
                </a:lnTo>
                <a:lnTo>
                  <a:pt x="298" y="444"/>
                </a:lnTo>
                <a:lnTo>
                  <a:pt x="297" y="444"/>
                </a:lnTo>
                <a:lnTo>
                  <a:pt x="296" y="444"/>
                </a:lnTo>
                <a:lnTo>
                  <a:pt x="296" y="445"/>
                </a:lnTo>
                <a:lnTo>
                  <a:pt x="295" y="445"/>
                </a:lnTo>
                <a:lnTo>
                  <a:pt x="295" y="446"/>
                </a:lnTo>
                <a:lnTo>
                  <a:pt x="294" y="446"/>
                </a:lnTo>
                <a:lnTo>
                  <a:pt x="293" y="446"/>
                </a:lnTo>
                <a:lnTo>
                  <a:pt x="293" y="447"/>
                </a:lnTo>
                <a:lnTo>
                  <a:pt x="292" y="447"/>
                </a:lnTo>
                <a:lnTo>
                  <a:pt x="291" y="447"/>
                </a:lnTo>
                <a:lnTo>
                  <a:pt x="291" y="448"/>
                </a:lnTo>
                <a:lnTo>
                  <a:pt x="292" y="448"/>
                </a:lnTo>
                <a:lnTo>
                  <a:pt x="291" y="448"/>
                </a:lnTo>
                <a:lnTo>
                  <a:pt x="290" y="448"/>
                </a:lnTo>
                <a:lnTo>
                  <a:pt x="289" y="448"/>
                </a:lnTo>
                <a:lnTo>
                  <a:pt x="288" y="448"/>
                </a:lnTo>
                <a:lnTo>
                  <a:pt x="288" y="447"/>
                </a:lnTo>
                <a:lnTo>
                  <a:pt x="287" y="447"/>
                </a:lnTo>
                <a:lnTo>
                  <a:pt x="287" y="448"/>
                </a:lnTo>
                <a:lnTo>
                  <a:pt x="288" y="449"/>
                </a:lnTo>
                <a:lnTo>
                  <a:pt x="288" y="450"/>
                </a:lnTo>
                <a:lnTo>
                  <a:pt x="288" y="451"/>
                </a:lnTo>
                <a:lnTo>
                  <a:pt x="289" y="451"/>
                </a:lnTo>
                <a:lnTo>
                  <a:pt x="290" y="452"/>
                </a:lnTo>
                <a:lnTo>
                  <a:pt x="290" y="453"/>
                </a:lnTo>
                <a:lnTo>
                  <a:pt x="290" y="454"/>
                </a:lnTo>
                <a:lnTo>
                  <a:pt x="290" y="453"/>
                </a:lnTo>
                <a:lnTo>
                  <a:pt x="289" y="453"/>
                </a:lnTo>
                <a:lnTo>
                  <a:pt x="288" y="453"/>
                </a:lnTo>
                <a:lnTo>
                  <a:pt x="287" y="453"/>
                </a:lnTo>
                <a:lnTo>
                  <a:pt x="287" y="452"/>
                </a:lnTo>
                <a:lnTo>
                  <a:pt x="286" y="452"/>
                </a:lnTo>
                <a:lnTo>
                  <a:pt x="285" y="452"/>
                </a:lnTo>
                <a:lnTo>
                  <a:pt x="283" y="453"/>
                </a:lnTo>
                <a:lnTo>
                  <a:pt x="282" y="455"/>
                </a:lnTo>
                <a:lnTo>
                  <a:pt x="281" y="457"/>
                </a:lnTo>
                <a:lnTo>
                  <a:pt x="280" y="456"/>
                </a:lnTo>
                <a:lnTo>
                  <a:pt x="279" y="455"/>
                </a:lnTo>
                <a:lnTo>
                  <a:pt x="278" y="455"/>
                </a:lnTo>
                <a:lnTo>
                  <a:pt x="278" y="454"/>
                </a:lnTo>
                <a:lnTo>
                  <a:pt x="277" y="454"/>
                </a:lnTo>
                <a:lnTo>
                  <a:pt x="276" y="454"/>
                </a:lnTo>
                <a:lnTo>
                  <a:pt x="275" y="454"/>
                </a:lnTo>
                <a:lnTo>
                  <a:pt x="275" y="455"/>
                </a:lnTo>
                <a:lnTo>
                  <a:pt x="276" y="456"/>
                </a:lnTo>
                <a:lnTo>
                  <a:pt x="277" y="456"/>
                </a:lnTo>
                <a:lnTo>
                  <a:pt x="277" y="457"/>
                </a:lnTo>
                <a:lnTo>
                  <a:pt x="277" y="458"/>
                </a:lnTo>
                <a:lnTo>
                  <a:pt x="276" y="457"/>
                </a:lnTo>
                <a:lnTo>
                  <a:pt x="275" y="457"/>
                </a:lnTo>
                <a:lnTo>
                  <a:pt x="274" y="457"/>
                </a:lnTo>
                <a:lnTo>
                  <a:pt x="273" y="456"/>
                </a:lnTo>
                <a:lnTo>
                  <a:pt x="271" y="456"/>
                </a:lnTo>
                <a:lnTo>
                  <a:pt x="270" y="455"/>
                </a:lnTo>
                <a:lnTo>
                  <a:pt x="270" y="456"/>
                </a:lnTo>
                <a:lnTo>
                  <a:pt x="270" y="457"/>
                </a:lnTo>
                <a:lnTo>
                  <a:pt x="271" y="457"/>
                </a:lnTo>
                <a:lnTo>
                  <a:pt x="271" y="458"/>
                </a:lnTo>
                <a:lnTo>
                  <a:pt x="272" y="458"/>
                </a:lnTo>
                <a:lnTo>
                  <a:pt x="273" y="459"/>
                </a:lnTo>
                <a:lnTo>
                  <a:pt x="275" y="460"/>
                </a:lnTo>
                <a:lnTo>
                  <a:pt x="275" y="461"/>
                </a:lnTo>
                <a:lnTo>
                  <a:pt x="275" y="462"/>
                </a:lnTo>
                <a:lnTo>
                  <a:pt x="275" y="463"/>
                </a:lnTo>
                <a:lnTo>
                  <a:pt x="275" y="464"/>
                </a:lnTo>
                <a:lnTo>
                  <a:pt x="274" y="464"/>
                </a:lnTo>
                <a:lnTo>
                  <a:pt x="273" y="465"/>
                </a:lnTo>
                <a:lnTo>
                  <a:pt x="272" y="466"/>
                </a:lnTo>
                <a:lnTo>
                  <a:pt x="271" y="465"/>
                </a:lnTo>
                <a:lnTo>
                  <a:pt x="270" y="465"/>
                </a:lnTo>
                <a:lnTo>
                  <a:pt x="269" y="465"/>
                </a:lnTo>
                <a:lnTo>
                  <a:pt x="269" y="464"/>
                </a:lnTo>
                <a:lnTo>
                  <a:pt x="270" y="464"/>
                </a:lnTo>
                <a:lnTo>
                  <a:pt x="269" y="463"/>
                </a:lnTo>
                <a:lnTo>
                  <a:pt x="268" y="463"/>
                </a:lnTo>
                <a:lnTo>
                  <a:pt x="267" y="463"/>
                </a:lnTo>
                <a:lnTo>
                  <a:pt x="268" y="462"/>
                </a:lnTo>
                <a:lnTo>
                  <a:pt x="267" y="461"/>
                </a:lnTo>
                <a:lnTo>
                  <a:pt x="266" y="460"/>
                </a:lnTo>
                <a:lnTo>
                  <a:pt x="267" y="460"/>
                </a:lnTo>
                <a:lnTo>
                  <a:pt x="266" y="460"/>
                </a:lnTo>
                <a:lnTo>
                  <a:pt x="266" y="459"/>
                </a:lnTo>
                <a:lnTo>
                  <a:pt x="266" y="458"/>
                </a:lnTo>
                <a:lnTo>
                  <a:pt x="265" y="458"/>
                </a:lnTo>
                <a:lnTo>
                  <a:pt x="265" y="457"/>
                </a:lnTo>
                <a:lnTo>
                  <a:pt x="264" y="457"/>
                </a:lnTo>
                <a:lnTo>
                  <a:pt x="263" y="457"/>
                </a:lnTo>
                <a:lnTo>
                  <a:pt x="262" y="457"/>
                </a:lnTo>
                <a:lnTo>
                  <a:pt x="261" y="457"/>
                </a:lnTo>
                <a:lnTo>
                  <a:pt x="261" y="456"/>
                </a:lnTo>
                <a:lnTo>
                  <a:pt x="260" y="456"/>
                </a:lnTo>
                <a:lnTo>
                  <a:pt x="259" y="456"/>
                </a:lnTo>
                <a:lnTo>
                  <a:pt x="259" y="457"/>
                </a:lnTo>
                <a:lnTo>
                  <a:pt x="260" y="457"/>
                </a:lnTo>
                <a:lnTo>
                  <a:pt x="261" y="457"/>
                </a:lnTo>
                <a:lnTo>
                  <a:pt x="262" y="458"/>
                </a:lnTo>
                <a:lnTo>
                  <a:pt x="261" y="459"/>
                </a:lnTo>
                <a:lnTo>
                  <a:pt x="260" y="460"/>
                </a:lnTo>
                <a:lnTo>
                  <a:pt x="258" y="460"/>
                </a:lnTo>
                <a:lnTo>
                  <a:pt x="258" y="459"/>
                </a:lnTo>
                <a:lnTo>
                  <a:pt x="258" y="458"/>
                </a:lnTo>
                <a:lnTo>
                  <a:pt x="257" y="458"/>
                </a:lnTo>
                <a:lnTo>
                  <a:pt x="256" y="458"/>
                </a:lnTo>
                <a:lnTo>
                  <a:pt x="256" y="459"/>
                </a:lnTo>
                <a:lnTo>
                  <a:pt x="255" y="459"/>
                </a:lnTo>
                <a:lnTo>
                  <a:pt x="255" y="458"/>
                </a:lnTo>
                <a:lnTo>
                  <a:pt x="254" y="458"/>
                </a:lnTo>
                <a:lnTo>
                  <a:pt x="252" y="459"/>
                </a:lnTo>
                <a:lnTo>
                  <a:pt x="252" y="460"/>
                </a:lnTo>
                <a:lnTo>
                  <a:pt x="253" y="460"/>
                </a:lnTo>
                <a:lnTo>
                  <a:pt x="254" y="460"/>
                </a:lnTo>
                <a:lnTo>
                  <a:pt x="254" y="461"/>
                </a:lnTo>
                <a:lnTo>
                  <a:pt x="254" y="462"/>
                </a:lnTo>
                <a:lnTo>
                  <a:pt x="254" y="463"/>
                </a:lnTo>
                <a:lnTo>
                  <a:pt x="253" y="463"/>
                </a:lnTo>
                <a:lnTo>
                  <a:pt x="252" y="464"/>
                </a:lnTo>
                <a:lnTo>
                  <a:pt x="252" y="463"/>
                </a:lnTo>
                <a:lnTo>
                  <a:pt x="251" y="464"/>
                </a:lnTo>
                <a:lnTo>
                  <a:pt x="250" y="465"/>
                </a:lnTo>
                <a:lnTo>
                  <a:pt x="249" y="465"/>
                </a:lnTo>
                <a:lnTo>
                  <a:pt x="250" y="465"/>
                </a:lnTo>
                <a:lnTo>
                  <a:pt x="250" y="466"/>
                </a:lnTo>
                <a:lnTo>
                  <a:pt x="249" y="467"/>
                </a:lnTo>
                <a:lnTo>
                  <a:pt x="250" y="467"/>
                </a:lnTo>
                <a:lnTo>
                  <a:pt x="251" y="467"/>
                </a:lnTo>
                <a:lnTo>
                  <a:pt x="251" y="466"/>
                </a:lnTo>
                <a:lnTo>
                  <a:pt x="252" y="466"/>
                </a:lnTo>
                <a:lnTo>
                  <a:pt x="253" y="466"/>
                </a:lnTo>
                <a:lnTo>
                  <a:pt x="252" y="467"/>
                </a:lnTo>
                <a:lnTo>
                  <a:pt x="254" y="467"/>
                </a:lnTo>
                <a:lnTo>
                  <a:pt x="255" y="467"/>
                </a:lnTo>
                <a:lnTo>
                  <a:pt x="256" y="467"/>
                </a:lnTo>
                <a:lnTo>
                  <a:pt x="256" y="468"/>
                </a:lnTo>
                <a:lnTo>
                  <a:pt x="257" y="468"/>
                </a:lnTo>
                <a:lnTo>
                  <a:pt x="259" y="468"/>
                </a:lnTo>
                <a:lnTo>
                  <a:pt x="259" y="469"/>
                </a:lnTo>
                <a:lnTo>
                  <a:pt x="259" y="470"/>
                </a:lnTo>
                <a:lnTo>
                  <a:pt x="258" y="471"/>
                </a:lnTo>
                <a:lnTo>
                  <a:pt x="258" y="472"/>
                </a:lnTo>
                <a:lnTo>
                  <a:pt x="258" y="473"/>
                </a:lnTo>
                <a:lnTo>
                  <a:pt x="257" y="473"/>
                </a:lnTo>
                <a:lnTo>
                  <a:pt x="257" y="474"/>
                </a:lnTo>
                <a:lnTo>
                  <a:pt x="256" y="473"/>
                </a:lnTo>
                <a:lnTo>
                  <a:pt x="256" y="472"/>
                </a:lnTo>
                <a:lnTo>
                  <a:pt x="255" y="472"/>
                </a:lnTo>
                <a:lnTo>
                  <a:pt x="255" y="473"/>
                </a:lnTo>
                <a:lnTo>
                  <a:pt x="255" y="474"/>
                </a:lnTo>
                <a:lnTo>
                  <a:pt x="254" y="474"/>
                </a:lnTo>
                <a:lnTo>
                  <a:pt x="253" y="474"/>
                </a:lnTo>
                <a:lnTo>
                  <a:pt x="252" y="474"/>
                </a:lnTo>
                <a:lnTo>
                  <a:pt x="251" y="474"/>
                </a:lnTo>
                <a:lnTo>
                  <a:pt x="250" y="474"/>
                </a:lnTo>
                <a:lnTo>
                  <a:pt x="250" y="473"/>
                </a:lnTo>
                <a:lnTo>
                  <a:pt x="249" y="473"/>
                </a:lnTo>
                <a:lnTo>
                  <a:pt x="248" y="473"/>
                </a:lnTo>
                <a:lnTo>
                  <a:pt x="247" y="473"/>
                </a:lnTo>
                <a:lnTo>
                  <a:pt x="247" y="472"/>
                </a:lnTo>
                <a:lnTo>
                  <a:pt x="245" y="472"/>
                </a:lnTo>
                <a:lnTo>
                  <a:pt x="245" y="473"/>
                </a:lnTo>
                <a:lnTo>
                  <a:pt x="244" y="473"/>
                </a:lnTo>
                <a:lnTo>
                  <a:pt x="244" y="474"/>
                </a:lnTo>
                <a:lnTo>
                  <a:pt x="243" y="475"/>
                </a:lnTo>
                <a:lnTo>
                  <a:pt x="242" y="475"/>
                </a:lnTo>
                <a:lnTo>
                  <a:pt x="242" y="476"/>
                </a:lnTo>
                <a:lnTo>
                  <a:pt x="241" y="476"/>
                </a:lnTo>
                <a:lnTo>
                  <a:pt x="241" y="477"/>
                </a:lnTo>
                <a:lnTo>
                  <a:pt x="241" y="478"/>
                </a:lnTo>
                <a:lnTo>
                  <a:pt x="240" y="478"/>
                </a:lnTo>
                <a:lnTo>
                  <a:pt x="239" y="478"/>
                </a:lnTo>
                <a:lnTo>
                  <a:pt x="238" y="478"/>
                </a:lnTo>
                <a:lnTo>
                  <a:pt x="237" y="478"/>
                </a:lnTo>
                <a:lnTo>
                  <a:pt x="235" y="479"/>
                </a:lnTo>
                <a:lnTo>
                  <a:pt x="235" y="478"/>
                </a:lnTo>
                <a:lnTo>
                  <a:pt x="234" y="478"/>
                </a:lnTo>
                <a:lnTo>
                  <a:pt x="233" y="479"/>
                </a:lnTo>
                <a:lnTo>
                  <a:pt x="232" y="479"/>
                </a:lnTo>
                <a:lnTo>
                  <a:pt x="231" y="479"/>
                </a:lnTo>
                <a:lnTo>
                  <a:pt x="230" y="479"/>
                </a:lnTo>
                <a:lnTo>
                  <a:pt x="229" y="479"/>
                </a:lnTo>
                <a:lnTo>
                  <a:pt x="229" y="478"/>
                </a:lnTo>
                <a:lnTo>
                  <a:pt x="227" y="478"/>
                </a:lnTo>
                <a:lnTo>
                  <a:pt x="226" y="478"/>
                </a:lnTo>
                <a:lnTo>
                  <a:pt x="224" y="478"/>
                </a:lnTo>
                <a:lnTo>
                  <a:pt x="223" y="478"/>
                </a:lnTo>
                <a:lnTo>
                  <a:pt x="223" y="479"/>
                </a:lnTo>
                <a:lnTo>
                  <a:pt x="223" y="480"/>
                </a:lnTo>
                <a:lnTo>
                  <a:pt x="222" y="480"/>
                </a:lnTo>
                <a:lnTo>
                  <a:pt x="222" y="481"/>
                </a:lnTo>
                <a:lnTo>
                  <a:pt x="221" y="481"/>
                </a:lnTo>
                <a:lnTo>
                  <a:pt x="220" y="481"/>
                </a:lnTo>
                <a:lnTo>
                  <a:pt x="219" y="481"/>
                </a:lnTo>
                <a:lnTo>
                  <a:pt x="218" y="481"/>
                </a:lnTo>
                <a:lnTo>
                  <a:pt x="217" y="481"/>
                </a:lnTo>
                <a:lnTo>
                  <a:pt x="217" y="480"/>
                </a:lnTo>
                <a:lnTo>
                  <a:pt x="218" y="480"/>
                </a:lnTo>
                <a:lnTo>
                  <a:pt x="217" y="480"/>
                </a:lnTo>
                <a:lnTo>
                  <a:pt x="216" y="480"/>
                </a:lnTo>
                <a:lnTo>
                  <a:pt x="215" y="480"/>
                </a:lnTo>
                <a:lnTo>
                  <a:pt x="214" y="481"/>
                </a:lnTo>
                <a:lnTo>
                  <a:pt x="214" y="482"/>
                </a:lnTo>
                <a:lnTo>
                  <a:pt x="214" y="483"/>
                </a:lnTo>
                <a:lnTo>
                  <a:pt x="214" y="482"/>
                </a:lnTo>
                <a:lnTo>
                  <a:pt x="215" y="482"/>
                </a:lnTo>
                <a:lnTo>
                  <a:pt x="216" y="481"/>
                </a:lnTo>
                <a:lnTo>
                  <a:pt x="217" y="481"/>
                </a:lnTo>
                <a:lnTo>
                  <a:pt x="217" y="482"/>
                </a:lnTo>
                <a:lnTo>
                  <a:pt x="216" y="482"/>
                </a:lnTo>
                <a:lnTo>
                  <a:pt x="216" y="483"/>
                </a:lnTo>
                <a:lnTo>
                  <a:pt x="215" y="484"/>
                </a:lnTo>
                <a:lnTo>
                  <a:pt x="214" y="484"/>
                </a:lnTo>
                <a:lnTo>
                  <a:pt x="214" y="485"/>
                </a:lnTo>
                <a:lnTo>
                  <a:pt x="214" y="486"/>
                </a:lnTo>
                <a:lnTo>
                  <a:pt x="213" y="486"/>
                </a:lnTo>
                <a:lnTo>
                  <a:pt x="212" y="488"/>
                </a:lnTo>
                <a:lnTo>
                  <a:pt x="211" y="488"/>
                </a:lnTo>
                <a:lnTo>
                  <a:pt x="210" y="488"/>
                </a:lnTo>
                <a:lnTo>
                  <a:pt x="209" y="488"/>
                </a:lnTo>
                <a:lnTo>
                  <a:pt x="208" y="488"/>
                </a:lnTo>
                <a:lnTo>
                  <a:pt x="207" y="488"/>
                </a:lnTo>
                <a:lnTo>
                  <a:pt x="206" y="488"/>
                </a:lnTo>
                <a:lnTo>
                  <a:pt x="206" y="486"/>
                </a:lnTo>
                <a:lnTo>
                  <a:pt x="206" y="485"/>
                </a:lnTo>
                <a:lnTo>
                  <a:pt x="206" y="484"/>
                </a:lnTo>
                <a:lnTo>
                  <a:pt x="205" y="484"/>
                </a:lnTo>
                <a:lnTo>
                  <a:pt x="204" y="483"/>
                </a:lnTo>
                <a:lnTo>
                  <a:pt x="204" y="482"/>
                </a:lnTo>
                <a:lnTo>
                  <a:pt x="205" y="482"/>
                </a:lnTo>
                <a:lnTo>
                  <a:pt x="206" y="482"/>
                </a:lnTo>
                <a:lnTo>
                  <a:pt x="207" y="482"/>
                </a:lnTo>
                <a:lnTo>
                  <a:pt x="207" y="481"/>
                </a:lnTo>
                <a:lnTo>
                  <a:pt x="206" y="481"/>
                </a:lnTo>
                <a:lnTo>
                  <a:pt x="206" y="480"/>
                </a:lnTo>
                <a:lnTo>
                  <a:pt x="206" y="479"/>
                </a:lnTo>
                <a:lnTo>
                  <a:pt x="207" y="480"/>
                </a:lnTo>
                <a:lnTo>
                  <a:pt x="207" y="479"/>
                </a:lnTo>
                <a:lnTo>
                  <a:pt x="206" y="479"/>
                </a:lnTo>
                <a:lnTo>
                  <a:pt x="205" y="479"/>
                </a:lnTo>
                <a:lnTo>
                  <a:pt x="205" y="478"/>
                </a:lnTo>
                <a:lnTo>
                  <a:pt x="204" y="478"/>
                </a:lnTo>
                <a:lnTo>
                  <a:pt x="205" y="477"/>
                </a:lnTo>
                <a:lnTo>
                  <a:pt x="205" y="476"/>
                </a:lnTo>
                <a:lnTo>
                  <a:pt x="204" y="476"/>
                </a:lnTo>
                <a:lnTo>
                  <a:pt x="204" y="475"/>
                </a:lnTo>
                <a:lnTo>
                  <a:pt x="204" y="474"/>
                </a:lnTo>
                <a:lnTo>
                  <a:pt x="205" y="473"/>
                </a:lnTo>
                <a:lnTo>
                  <a:pt x="206" y="473"/>
                </a:lnTo>
                <a:lnTo>
                  <a:pt x="205" y="473"/>
                </a:lnTo>
                <a:lnTo>
                  <a:pt x="205" y="472"/>
                </a:lnTo>
                <a:lnTo>
                  <a:pt x="205" y="471"/>
                </a:lnTo>
                <a:lnTo>
                  <a:pt x="204" y="471"/>
                </a:lnTo>
                <a:lnTo>
                  <a:pt x="203" y="471"/>
                </a:lnTo>
                <a:lnTo>
                  <a:pt x="202" y="471"/>
                </a:lnTo>
                <a:lnTo>
                  <a:pt x="202" y="470"/>
                </a:lnTo>
                <a:lnTo>
                  <a:pt x="202" y="469"/>
                </a:lnTo>
                <a:lnTo>
                  <a:pt x="202" y="468"/>
                </a:lnTo>
                <a:lnTo>
                  <a:pt x="203" y="468"/>
                </a:lnTo>
                <a:lnTo>
                  <a:pt x="203" y="467"/>
                </a:lnTo>
                <a:lnTo>
                  <a:pt x="204" y="467"/>
                </a:lnTo>
                <a:lnTo>
                  <a:pt x="204" y="466"/>
                </a:lnTo>
                <a:lnTo>
                  <a:pt x="205" y="466"/>
                </a:lnTo>
                <a:lnTo>
                  <a:pt x="205" y="465"/>
                </a:lnTo>
                <a:lnTo>
                  <a:pt x="207" y="465"/>
                </a:lnTo>
                <a:lnTo>
                  <a:pt x="208" y="465"/>
                </a:lnTo>
                <a:lnTo>
                  <a:pt x="209" y="465"/>
                </a:lnTo>
                <a:lnTo>
                  <a:pt x="210" y="465"/>
                </a:lnTo>
                <a:lnTo>
                  <a:pt x="211" y="465"/>
                </a:lnTo>
                <a:lnTo>
                  <a:pt x="212" y="466"/>
                </a:lnTo>
                <a:lnTo>
                  <a:pt x="212" y="467"/>
                </a:lnTo>
                <a:lnTo>
                  <a:pt x="214" y="467"/>
                </a:lnTo>
                <a:lnTo>
                  <a:pt x="215" y="466"/>
                </a:lnTo>
                <a:lnTo>
                  <a:pt x="215" y="465"/>
                </a:lnTo>
                <a:lnTo>
                  <a:pt x="216" y="465"/>
                </a:lnTo>
                <a:lnTo>
                  <a:pt x="216" y="464"/>
                </a:lnTo>
                <a:lnTo>
                  <a:pt x="216" y="465"/>
                </a:lnTo>
                <a:lnTo>
                  <a:pt x="218" y="465"/>
                </a:lnTo>
                <a:lnTo>
                  <a:pt x="218" y="464"/>
                </a:lnTo>
                <a:lnTo>
                  <a:pt x="219" y="464"/>
                </a:lnTo>
                <a:lnTo>
                  <a:pt x="219" y="463"/>
                </a:lnTo>
                <a:lnTo>
                  <a:pt x="221" y="463"/>
                </a:lnTo>
                <a:lnTo>
                  <a:pt x="222" y="463"/>
                </a:lnTo>
                <a:lnTo>
                  <a:pt x="223" y="463"/>
                </a:lnTo>
                <a:lnTo>
                  <a:pt x="224" y="463"/>
                </a:lnTo>
                <a:lnTo>
                  <a:pt x="225" y="462"/>
                </a:lnTo>
                <a:lnTo>
                  <a:pt x="225" y="461"/>
                </a:lnTo>
                <a:lnTo>
                  <a:pt x="225" y="460"/>
                </a:lnTo>
                <a:lnTo>
                  <a:pt x="224" y="460"/>
                </a:lnTo>
                <a:lnTo>
                  <a:pt x="223" y="460"/>
                </a:lnTo>
                <a:lnTo>
                  <a:pt x="223" y="459"/>
                </a:lnTo>
                <a:lnTo>
                  <a:pt x="224" y="458"/>
                </a:lnTo>
                <a:lnTo>
                  <a:pt x="224" y="457"/>
                </a:lnTo>
                <a:lnTo>
                  <a:pt x="225" y="457"/>
                </a:lnTo>
                <a:lnTo>
                  <a:pt x="225" y="456"/>
                </a:lnTo>
                <a:lnTo>
                  <a:pt x="225" y="455"/>
                </a:lnTo>
                <a:lnTo>
                  <a:pt x="226" y="455"/>
                </a:lnTo>
                <a:lnTo>
                  <a:pt x="226" y="456"/>
                </a:lnTo>
                <a:lnTo>
                  <a:pt x="227" y="456"/>
                </a:lnTo>
                <a:lnTo>
                  <a:pt x="227" y="455"/>
                </a:lnTo>
                <a:lnTo>
                  <a:pt x="227" y="454"/>
                </a:lnTo>
                <a:lnTo>
                  <a:pt x="228" y="454"/>
                </a:lnTo>
                <a:lnTo>
                  <a:pt x="229" y="454"/>
                </a:lnTo>
                <a:lnTo>
                  <a:pt x="229" y="455"/>
                </a:lnTo>
                <a:lnTo>
                  <a:pt x="230" y="455"/>
                </a:lnTo>
                <a:lnTo>
                  <a:pt x="230" y="456"/>
                </a:lnTo>
                <a:lnTo>
                  <a:pt x="231" y="456"/>
                </a:lnTo>
                <a:lnTo>
                  <a:pt x="231" y="457"/>
                </a:lnTo>
                <a:lnTo>
                  <a:pt x="233" y="457"/>
                </a:lnTo>
                <a:lnTo>
                  <a:pt x="233" y="458"/>
                </a:lnTo>
                <a:lnTo>
                  <a:pt x="233" y="457"/>
                </a:lnTo>
                <a:lnTo>
                  <a:pt x="234" y="457"/>
                </a:lnTo>
                <a:lnTo>
                  <a:pt x="235" y="457"/>
                </a:lnTo>
                <a:lnTo>
                  <a:pt x="236" y="457"/>
                </a:lnTo>
                <a:lnTo>
                  <a:pt x="236" y="458"/>
                </a:lnTo>
                <a:lnTo>
                  <a:pt x="237" y="458"/>
                </a:lnTo>
                <a:lnTo>
                  <a:pt x="238" y="458"/>
                </a:lnTo>
                <a:lnTo>
                  <a:pt x="238" y="457"/>
                </a:lnTo>
                <a:lnTo>
                  <a:pt x="239" y="457"/>
                </a:lnTo>
                <a:lnTo>
                  <a:pt x="240" y="457"/>
                </a:lnTo>
                <a:lnTo>
                  <a:pt x="240" y="456"/>
                </a:lnTo>
                <a:lnTo>
                  <a:pt x="241" y="456"/>
                </a:lnTo>
                <a:lnTo>
                  <a:pt x="241" y="455"/>
                </a:lnTo>
                <a:lnTo>
                  <a:pt x="242" y="455"/>
                </a:lnTo>
                <a:lnTo>
                  <a:pt x="243" y="454"/>
                </a:lnTo>
                <a:lnTo>
                  <a:pt x="244" y="454"/>
                </a:lnTo>
                <a:lnTo>
                  <a:pt x="245" y="454"/>
                </a:lnTo>
                <a:lnTo>
                  <a:pt x="246" y="454"/>
                </a:lnTo>
                <a:lnTo>
                  <a:pt x="246" y="453"/>
                </a:lnTo>
                <a:lnTo>
                  <a:pt x="247" y="453"/>
                </a:lnTo>
                <a:lnTo>
                  <a:pt x="248" y="453"/>
                </a:lnTo>
                <a:lnTo>
                  <a:pt x="249" y="453"/>
                </a:lnTo>
                <a:lnTo>
                  <a:pt x="249" y="452"/>
                </a:lnTo>
                <a:lnTo>
                  <a:pt x="250" y="452"/>
                </a:lnTo>
                <a:lnTo>
                  <a:pt x="251" y="452"/>
                </a:lnTo>
                <a:lnTo>
                  <a:pt x="252" y="452"/>
                </a:lnTo>
                <a:lnTo>
                  <a:pt x="251" y="451"/>
                </a:lnTo>
                <a:lnTo>
                  <a:pt x="252" y="451"/>
                </a:lnTo>
                <a:lnTo>
                  <a:pt x="253" y="451"/>
                </a:lnTo>
                <a:lnTo>
                  <a:pt x="253" y="450"/>
                </a:lnTo>
                <a:lnTo>
                  <a:pt x="254" y="451"/>
                </a:lnTo>
                <a:lnTo>
                  <a:pt x="255" y="451"/>
                </a:lnTo>
                <a:lnTo>
                  <a:pt x="255" y="450"/>
                </a:lnTo>
                <a:lnTo>
                  <a:pt x="255" y="449"/>
                </a:lnTo>
                <a:lnTo>
                  <a:pt x="256" y="449"/>
                </a:lnTo>
                <a:lnTo>
                  <a:pt x="256" y="448"/>
                </a:lnTo>
                <a:lnTo>
                  <a:pt x="256" y="447"/>
                </a:lnTo>
                <a:lnTo>
                  <a:pt x="255" y="447"/>
                </a:lnTo>
                <a:lnTo>
                  <a:pt x="255" y="446"/>
                </a:lnTo>
                <a:lnTo>
                  <a:pt x="256" y="446"/>
                </a:lnTo>
                <a:lnTo>
                  <a:pt x="255" y="446"/>
                </a:lnTo>
                <a:lnTo>
                  <a:pt x="255" y="445"/>
                </a:lnTo>
                <a:lnTo>
                  <a:pt x="254" y="445"/>
                </a:lnTo>
                <a:lnTo>
                  <a:pt x="253" y="445"/>
                </a:lnTo>
                <a:lnTo>
                  <a:pt x="253" y="444"/>
                </a:lnTo>
                <a:lnTo>
                  <a:pt x="252" y="443"/>
                </a:lnTo>
                <a:lnTo>
                  <a:pt x="251" y="443"/>
                </a:lnTo>
                <a:lnTo>
                  <a:pt x="250" y="442"/>
                </a:lnTo>
                <a:lnTo>
                  <a:pt x="248" y="443"/>
                </a:lnTo>
                <a:lnTo>
                  <a:pt x="248" y="442"/>
                </a:lnTo>
                <a:lnTo>
                  <a:pt x="248" y="441"/>
                </a:lnTo>
                <a:lnTo>
                  <a:pt x="248" y="440"/>
                </a:lnTo>
                <a:lnTo>
                  <a:pt x="248" y="441"/>
                </a:lnTo>
                <a:lnTo>
                  <a:pt x="247" y="441"/>
                </a:lnTo>
                <a:lnTo>
                  <a:pt x="247" y="440"/>
                </a:lnTo>
                <a:lnTo>
                  <a:pt x="247" y="439"/>
                </a:lnTo>
                <a:lnTo>
                  <a:pt x="248" y="439"/>
                </a:lnTo>
                <a:lnTo>
                  <a:pt x="249" y="439"/>
                </a:lnTo>
                <a:lnTo>
                  <a:pt x="249" y="438"/>
                </a:lnTo>
                <a:lnTo>
                  <a:pt x="248" y="438"/>
                </a:lnTo>
                <a:lnTo>
                  <a:pt x="247" y="438"/>
                </a:lnTo>
                <a:lnTo>
                  <a:pt x="247" y="437"/>
                </a:lnTo>
                <a:lnTo>
                  <a:pt x="248" y="437"/>
                </a:lnTo>
                <a:lnTo>
                  <a:pt x="249" y="437"/>
                </a:lnTo>
                <a:lnTo>
                  <a:pt x="251" y="437"/>
                </a:lnTo>
                <a:lnTo>
                  <a:pt x="252" y="436"/>
                </a:lnTo>
                <a:lnTo>
                  <a:pt x="252" y="435"/>
                </a:lnTo>
                <a:lnTo>
                  <a:pt x="250" y="435"/>
                </a:lnTo>
                <a:lnTo>
                  <a:pt x="249" y="434"/>
                </a:lnTo>
                <a:lnTo>
                  <a:pt x="249" y="433"/>
                </a:lnTo>
                <a:lnTo>
                  <a:pt x="248" y="433"/>
                </a:lnTo>
                <a:lnTo>
                  <a:pt x="248" y="434"/>
                </a:lnTo>
                <a:lnTo>
                  <a:pt x="247" y="433"/>
                </a:lnTo>
                <a:lnTo>
                  <a:pt x="247" y="432"/>
                </a:lnTo>
                <a:lnTo>
                  <a:pt x="248" y="432"/>
                </a:lnTo>
                <a:lnTo>
                  <a:pt x="249" y="432"/>
                </a:lnTo>
                <a:lnTo>
                  <a:pt x="250" y="432"/>
                </a:lnTo>
                <a:lnTo>
                  <a:pt x="250" y="431"/>
                </a:lnTo>
                <a:lnTo>
                  <a:pt x="251" y="431"/>
                </a:lnTo>
                <a:lnTo>
                  <a:pt x="252" y="431"/>
                </a:lnTo>
                <a:lnTo>
                  <a:pt x="252" y="432"/>
                </a:lnTo>
                <a:lnTo>
                  <a:pt x="253" y="432"/>
                </a:lnTo>
                <a:lnTo>
                  <a:pt x="254" y="432"/>
                </a:lnTo>
                <a:lnTo>
                  <a:pt x="255" y="432"/>
                </a:lnTo>
                <a:lnTo>
                  <a:pt x="255" y="431"/>
                </a:lnTo>
                <a:lnTo>
                  <a:pt x="256" y="431"/>
                </a:lnTo>
                <a:lnTo>
                  <a:pt x="256" y="430"/>
                </a:lnTo>
                <a:lnTo>
                  <a:pt x="255" y="429"/>
                </a:lnTo>
                <a:lnTo>
                  <a:pt x="255" y="428"/>
                </a:lnTo>
                <a:lnTo>
                  <a:pt x="257" y="428"/>
                </a:lnTo>
                <a:lnTo>
                  <a:pt x="258" y="428"/>
                </a:lnTo>
                <a:lnTo>
                  <a:pt x="259" y="429"/>
                </a:lnTo>
                <a:lnTo>
                  <a:pt x="260" y="429"/>
                </a:lnTo>
                <a:lnTo>
                  <a:pt x="260" y="428"/>
                </a:lnTo>
                <a:lnTo>
                  <a:pt x="260" y="427"/>
                </a:lnTo>
                <a:lnTo>
                  <a:pt x="259" y="427"/>
                </a:lnTo>
                <a:lnTo>
                  <a:pt x="259" y="426"/>
                </a:lnTo>
                <a:lnTo>
                  <a:pt x="258" y="425"/>
                </a:lnTo>
                <a:lnTo>
                  <a:pt x="259" y="424"/>
                </a:lnTo>
                <a:lnTo>
                  <a:pt x="260" y="424"/>
                </a:lnTo>
                <a:lnTo>
                  <a:pt x="260" y="423"/>
                </a:lnTo>
                <a:lnTo>
                  <a:pt x="259" y="423"/>
                </a:lnTo>
                <a:lnTo>
                  <a:pt x="260" y="422"/>
                </a:lnTo>
                <a:lnTo>
                  <a:pt x="260" y="421"/>
                </a:lnTo>
                <a:lnTo>
                  <a:pt x="261" y="421"/>
                </a:lnTo>
                <a:lnTo>
                  <a:pt x="262" y="421"/>
                </a:lnTo>
                <a:lnTo>
                  <a:pt x="264" y="422"/>
                </a:lnTo>
                <a:lnTo>
                  <a:pt x="267" y="422"/>
                </a:lnTo>
                <a:lnTo>
                  <a:pt x="268" y="422"/>
                </a:lnTo>
                <a:lnTo>
                  <a:pt x="269" y="422"/>
                </a:lnTo>
                <a:lnTo>
                  <a:pt x="270" y="422"/>
                </a:lnTo>
                <a:lnTo>
                  <a:pt x="271" y="422"/>
                </a:lnTo>
                <a:lnTo>
                  <a:pt x="272" y="422"/>
                </a:lnTo>
                <a:lnTo>
                  <a:pt x="272" y="421"/>
                </a:lnTo>
                <a:lnTo>
                  <a:pt x="274" y="420"/>
                </a:lnTo>
                <a:lnTo>
                  <a:pt x="275" y="420"/>
                </a:lnTo>
                <a:lnTo>
                  <a:pt x="275" y="419"/>
                </a:lnTo>
                <a:lnTo>
                  <a:pt x="275" y="420"/>
                </a:lnTo>
                <a:lnTo>
                  <a:pt x="276" y="420"/>
                </a:lnTo>
                <a:lnTo>
                  <a:pt x="276" y="419"/>
                </a:lnTo>
                <a:lnTo>
                  <a:pt x="277" y="419"/>
                </a:lnTo>
                <a:lnTo>
                  <a:pt x="278" y="419"/>
                </a:lnTo>
                <a:lnTo>
                  <a:pt x="277" y="419"/>
                </a:lnTo>
                <a:lnTo>
                  <a:pt x="274" y="419"/>
                </a:lnTo>
                <a:lnTo>
                  <a:pt x="273" y="419"/>
                </a:lnTo>
                <a:lnTo>
                  <a:pt x="272" y="419"/>
                </a:lnTo>
                <a:lnTo>
                  <a:pt x="271" y="420"/>
                </a:lnTo>
                <a:lnTo>
                  <a:pt x="270" y="420"/>
                </a:lnTo>
                <a:lnTo>
                  <a:pt x="269" y="421"/>
                </a:lnTo>
                <a:lnTo>
                  <a:pt x="268" y="421"/>
                </a:lnTo>
                <a:lnTo>
                  <a:pt x="267" y="421"/>
                </a:lnTo>
                <a:lnTo>
                  <a:pt x="265" y="421"/>
                </a:lnTo>
                <a:lnTo>
                  <a:pt x="264" y="421"/>
                </a:lnTo>
                <a:lnTo>
                  <a:pt x="263" y="421"/>
                </a:lnTo>
                <a:lnTo>
                  <a:pt x="262" y="421"/>
                </a:lnTo>
                <a:lnTo>
                  <a:pt x="262" y="420"/>
                </a:lnTo>
                <a:lnTo>
                  <a:pt x="261" y="420"/>
                </a:lnTo>
                <a:lnTo>
                  <a:pt x="260" y="420"/>
                </a:lnTo>
                <a:lnTo>
                  <a:pt x="259" y="419"/>
                </a:lnTo>
                <a:lnTo>
                  <a:pt x="258" y="418"/>
                </a:lnTo>
                <a:lnTo>
                  <a:pt x="258" y="419"/>
                </a:lnTo>
                <a:lnTo>
                  <a:pt x="258" y="420"/>
                </a:lnTo>
                <a:lnTo>
                  <a:pt x="258" y="421"/>
                </a:lnTo>
                <a:lnTo>
                  <a:pt x="259" y="422"/>
                </a:lnTo>
                <a:lnTo>
                  <a:pt x="258" y="423"/>
                </a:lnTo>
                <a:lnTo>
                  <a:pt x="257" y="423"/>
                </a:lnTo>
                <a:lnTo>
                  <a:pt x="256" y="423"/>
                </a:lnTo>
                <a:lnTo>
                  <a:pt x="256" y="424"/>
                </a:lnTo>
                <a:lnTo>
                  <a:pt x="255" y="424"/>
                </a:lnTo>
                <a:lnTo>
                  <a:pt x="254" y="424"/>
                </a:lnTo>
                <a:lnTo>
                  <a:pt x="252" y="425"/>
                </a:lnTo>
                <a:lnTo>
                  <a:pt x="251" y="425"/>
                </a:lnTo>
                <a:lnTo>
                  <a:pt x="251" y="426"/>
                </a:lnTo>
                <a:lnTo>
                  <a:pt x="250" y="426"/>
                </a:lnTo>
                <a:lnTo>
                  <a:pt x="248" y="426"/>
                </a:lnTo>
                <a:lnTo>
                  <a:pt x="247" y="426"/>
                </a:lnTo>
                <a:lnTo>
                  <a:pt x="246" y="427"/>
                </a:lnTo>
                <a:lnTo>
                  <a:pt x="245" y="427"/>
                </a:lnTo>
                <a:lnTo>
                  <a:pt x="245" y="426"/>
                </a:lnTo>
                <a:lnTo>
                  <a:pt x="244" y="427"/>
                </a:lnTo>
                <a:lnTo>
                  <a:pt x="244" y="428"/>
                </a:lnTo>
                <a:lnTo>
                  <a:pt x="243" y="427"/>
                </a:lnTo>
                <a:lnTo>
                  <a:pt x="243" y="426"/>
                </a:lnTo>
                <a:lnTo>
                  <a:pt x="242" y="426"/>
                </a:lnTo>
                <a:lnTo>
                  <a:pt x="241" y="426"/>
                </a:lnTo>
                <a:lnTo>
                  <a:pt x="241" y="429"/>
                </a:lnTo>
                <a:lnTo>
                  <a:pt x="240" y="429"/>
                </a:lnTo>
                <a:lnTo>
                  <a:pt x="240" y="431"/>
                </a:lnTo>
                <a:lnTo>
                  <a:pt x="239" y="431"/>
                </a:lnTo>
                <a:lnTo>
                  <a:pt x="239" y="429"/>
                </a:lnTo>
                <a:lnTo>
                  <a:pt x="236" y="429"/>
                </a:lnTo>
                <a:lnTo>
                  <a:pt x="237" y="428"/>
                </a:lnTo>
                <a:lnTo>
                  <a:pt x="237" y="427"/>
                </a:lnTo>
                <a:lnTo>
                  <a:pt x="237" y="426"/>
                </a:lnTo>
                <a:lnTo>
                  <a:pt x="237" y="425"/>
                </a:lnTo>
                <a:lnTo>
                  <a:pt x="236" y="425"/>
                </a:lnTo>
                <a:lnTo>
                  <a:pt x="235" y="425"/>
                </a:lnTo>
                <a:lnTo>
                  <a:pt x="234" y="425"/>
                </a:lnTo>
                <a:lnTo>
                  <a:pt x="234" y="424"/>
                </a:lnTo>
                <a:lnTo>
                  <a:pt x="235" y="423"/>
                </a:lnTo>
                <a:lnTo>
                  <a:pt x="236" y="422"/>
                </a:lnTo>
                <a:lnTo>
                  <a:pt x="236" y="421"/>
                </a:lnTo>
                <a:lnTo>
                  <a:pt x="237" y="420"/>
                </a:lnTo>
                <a:lnTo>
                  <a:pt x="237" y="419"/>
                </a:lnTo>
                <a:lnTo>
                  <a:pt x="237" y="418"/>
                </a:lnTo>
                <a:lnTo>
                  <a:pt x="236" y="418"/>
                </a:lnTo>
                <a:lnTo>
                  <a:pt x="236" y="419"/>
                </a:lnTo>
                <a:lnTo>
                  <a:pt x="236" y="418"/>
                </a:lnTo>
                <a:lnTo>
                  <a:pt x="235" y="418"/>
                </a:lnTo>
                <a:lnTo>
                  <a:pt x="236" y="418"/>
                </a:lnTo>
                <a:lnTo>
                  <a:pt x="235" y="417"/>
                </a:lnTo>
                <a:lnTo>
                  <a:pt x="234" y="417"/>
                </a:lnTo>
                <a:lnTo>
                  <a:pt x="234" y="416"/>
                </a:lnTo>
                <a:lnTo>
                  <a:pt x="234" y="417"/>
                </a:lnTo>
                <a:lnTo>
                  <a:pt x="234" y="418"/>
                </a:lnTo>
                <a:lnTo>
                  <a:pt x="234" y="419"/>
                </a:lnTo>
                <a:lnTo>
                  <a:pt x="234" y="420"/>
                </a:lnTo>
                <a:lnTo>
                  <a:pt x="233" y="421"/>
                </a:lnTo>
                <a:lnTo>
                  <a:pt x="232" y="421"/>
                </a:lnTo>
                <a:lnTo>
                  <a:pt x="232" y="422"/>
                </a:lnTo>
                <a:lnTo>
                  <a:pt x="231" y="422"/>
                </a:lnTo>
                <a:lnTo>
                  <a:pt x="231" y="423"/>
                </a:lnTo>
                <a:lnTo>
                  <a:pt x="230" y="423"/>
                </a:lnTo>
                <a:lnTo>
                  <a:pt x="230" y="422"/>
                </a:lnTo>
                <a:lnTo>
                  <a:pt x="229" y="422"/>
                </a:lnTo>
                <a:lnTo>
                  <a:pt x="228" y="422"/>
                </a:lnTo>
                <a:lnTo>
                  <a:pt x="227" y="421"/>
                </a:lnTo>
                <a:lnTo>
                  <a:pt x="226" y="421"/>
                </a:lnTo>
                <a:lnTo>
                  <a:pt x="225" y="421"/>
                </a:lnTo>
                <a:lnTo>
                  <a:pt x="224" y="421"/>
                </a:lnTo>
                <a:lnTo>
                  <a:pt x="224" y="422"/>
                </a:lnTo>
                <a:lnTo>
                  <a:pt x="223" y="421"/>
                </a:lnTo>
                <a:lnTo>
                  <a:pt x="223" y="420"/>
                </a:lnTo>
                <a:lnTo>
                  <a:pt x="223" y="419"/>
                </a:lnTo>
                <a:lnTo>
                  <a:pt x="223" y="420"/>
                </a:lnTo>
                <a:lnTo>
                  <a:pt x="224" y="420"/>
                </a:lnTo>
                <a:lnTo>
                  <a:pt x="224" y="418"/>
                </a:lnTo>
                <a:lnTo>
                  <a:pt x="225" y="418"/>
                </a:lnTo>
                <a:lnTo>
                  <a:pt x="225" y="417"/>
                </a:lnTo>
                <a:lnTo>
                  <a:pt x="226" y="418"/>
                </a:lnTo>
                <a:lnTo>
                  <a:pt x="226" y="417"/>
                </a:lnTo>
                <a:lnTo>
                  <a:pt x="227" y="417"/>
                </a:lnTo>
                <a:lnTo>
                  <a:pt x="227" y="416"/>
                </a:lnTo>
                <a:lnTo>
                  <a:pt x="227" y="414"/>
                </a:lnTo>
                <a:lnTo>
                  <a:pt x="226" y="414"/>
                </a:lnTo>
                <a:lnTo>
                  <a:pt x="225" y="415"/>
                </a:lnTo>
                <a:lnTo>
                  <a:pt x="224" y="416"/>
                </a:lnTo>
                <a:lnTo>
                  <a:pt x="223" y="416"/>
                </a:lnTo>
                <a:lnTo>
                  <a:pt x="225" y="417"/>
                </a:lnTo>
                <a:lnTo>
                  <a:pt x="224" y="417"/>
                </a:lnTo>
                <a:lnTo>
                  <a:pt x="224" y="418"/>
                </a:lnTo>
                <a:lnTo>
                  <a:pt x="223" y="418"/>
                </a:lnTo>
                <a:lnTo>
                  <a:pt x="223" y="419"/>
                </a:lnTo>
                <a:lnTo>
                  <a:pt x="222" y="419"/>
                </a:lnTo>
                <a:lnTo>
                  <a:pt x="221" y="419"/>
                </a:lnTo>
                <a:lnTo>
                  <a:pt x="221" y="418"/>
                </a:lnTo>
                <a:lnTo>
                  <a:pt x="220" y="419"/>
                </a:lnTo>
                <a:lnTo>
                  <a:pt x="220" y="420"/>
                </a:lnTo>
                <a:lnTo>
                  <a:pt x="219" y="421"/>
                </a:lnTo>
                <a:lnTo>
                  <a:pt x="218" y="421"/>
                </a:lnTo>
                <a:lnTo>
                  <a:pt x="217" y="421"/>
                </a:lnTo>
                <a:lnTo>
                  <a:pt x="217" y="420"/>
                </a:lnTo>
                <a:lnTo>
                  <a:pt x="216" y="420"/>
                </a:lnTo>
                <a:lnTo>
                  <a:pt x="217" y="420"/>
                </a:lnTo>
                <a:lnTo>
                  <a:pt x="217" y="419"/>
                </a:lnTo>
                <a:lnTo>
                  <a:pt x="218" y="419"/>
                </a:lnTo>
                <a:lnTo>
                  <a:pt x="218" y="418"/>
                </a:lnTo>
                <a:lnTo>
                  <a:pt x="218" y="417"/>
                </a:lnTo>
                <a:lnTo>
                  <a:pt x="219" y="416"/>
                </a:lnTo>
                <a:lnTo>
                  <a:pt x="219" y="415"/>
                </a:lnTo>
                <a:lnTo>
                  <a:pt x="219" y="414"/>
                </a:lnTo>
                <a:lnTo>
                  <a:pt x="220" y="414"/>
                </a:lnTo>
                <a:lnTo>
                  <a:pt x="219" y="413"/>
                </a:lnTo>
                <a:lnTo>
                  <a:pt x="220" y="412"/>
                </a:lnTo>
                <a:lnTo>
                  <a:pt x="221" y="412"/>
                </a:lnTo>
                <a:lnTo>
                  <a:pt x="221" y="411"/>
                </a:lnTo>
                <a:lnTo>
                  <a:pt x="222" y="411"/>
                </a:lnTo>
                <a:lnTo>
                  <a:pt x="223" y="411"/>
                </a:lnTo>
                <a:lnTo>
                  <a:pt x="223" y="410"/>
                </a:lnTo>
                <a:lnTo>
                  <a:pt x="224" y="410"/>
                </a:lnTo>
                <a:lnTo>
                  <a:pt x="225" y="410"/>
                </a:lnTo>
                <a:lnTo>
                  <a:pt x="225" y="409"/>
                </a:lnTo>
                <a:lnTo>
                  <a:pt x="226" y="409"/>
                </a:lnTo>
                <a:lnTo>
                  <a:pt x="226" y="408"/>
                </a:lnTo>
                <a:lnTo>
                  <a:pt x="227" y="408"/>
                </a:lnTo>
                <a:lnTo>
                  <a:pt x="228" y="408"/>
                </a:lnTo>
                <a:lnTo>
                  <a:pt x="229" y="409"/>
                </a:lnTo>
                <a:lnTo>
                  <a:pt x="229" y="410"/>
                </a:lnTo>
                <a:lnTo>
                  <a:pt x="230" y="410"/>
                </a:lnTo>
                <a:lnTo>
                  <a:pt x="231" y="410"/>
                </a:lnTo>
                <a:lnTo>
                  <a:pt x="231" y="409"/>
                </a:lnTo>
                <a:lnTo>
                  <a:pt x="232" y="409"/>
                </a:lnTo>
                <a:lnTo>
                  <a:pt x="233" y="408"/>
                </a:lnTo>
                <a:lnTo>
                  <a:pt x="234" y="408"/>
                </a:lnTo>
                <a:lnTo>
                  <a:pt x="234" y="407"/>
                </a:lnTo>
                <a:lnTo>
                  <a:pt x="235" y="407"/>
                </a:lnTo>
                <a:lnTo>
                  <a:pt x="236" y="407"/>
                </a:lnTo>
                <a:lnTo>
                  <a:pt x="237" y="406"/>
                </a:lnTo>
                <a:lnTo>
                  <a:pt x="238" y="406"/>
                </a:lnTo>
                <a:lnTo>
                  <a:pt x="236" y="406"/>
                </a:lnTo>
                <a:lnTo>
                  <a:pt x="235" y="406"/>
                </a:lnTo>
                <a:lnTo>
                  <a:pt x="235" y="407"/>
                </a:lnTo>
                <a:lnTo>
                  <a:pt x="234" y="407"/>
                </a:lnTo>
                <a:lnTo>
                  <a:pt x="234" y="408"/>
                </a:lnTo>
                <a:lnTo>
                  <a:pt x="233" y="408"/>
                </a:lnTo>
                <a:lnTo>
                  <a:pt x="232" y="408"/>
                </a:lnTo>
                <a:lnTo>
                  <a:pt x="231" y="408"/>
                </a:lnTo>
                <a:lnTo>
                  <a:pt x="231" y="409"/>
                </a:lnTo>
                <a:lnTo>
                  <a:pt x="230" y="408"/>
                </a:lnTo>
                <a:lnTo>
                  <a:pt x="231" y="408"/>
                </a:lnTo>
                <a:lnTo>
                  <a:pt x="230" y="408"/>
                </a:lnTo>
                <a:lnTo>
                  <a:pt x="230" y="407"/>
                </a:lnTo>
                <a:lnTo>
                  <a:pt x="229" y="407"/>
                </a:lnTo>
                <a:lnTo>
                  <a:pt x="227" y="406"/>
                </a:lnTo>
                <a:lnTo>
                  <a:pt x="226" y="407"/>
                </a:lnTo>
                <a:lnTo>
                  <a:pt x="225" y="407"/>
                </a:lnTo>
                <a:lnTo>
                  <a:pt x="224" y="407"/>
                </a:lnTo>
                <a:lnTo>
                  <a:pt x="223" y="408"/>
                </a:lnTo>
                <a:lnTo>
                  <a:pt x="224" y="408"/>
                </a:lnTo>
                <a:lnTo>
                  <a:pt x="223" y="409"/>
                </a:lnTo>
                <a:lnTo>
                  <a:pt x="222" y="409"/>
                </a:lnTo>
                <a:lnTo>
                  <a:pt x="222" y="410"/>
                </a:lnTo>
                <a:lnTo>
                  <a:pt x="221" y="410"/>
                </a:lnTo>
                <a:lnTo>
                  <a:pt x="221" y="409"/>
                </a:lnTo>
                <a:lnTo>
                  <a:pt x="221" y="408"/>
                </a:lnTo>
                <a:lnTo>
                  <a:pt x="220" y="407"/>
                </a:lnTo>
                <a:lnTo>
                  <a:pt x="219" y="407"/>
                </a:lnTo>
                <a:lnTo>
                  <a:pt x="219" y="408"/>
                </a:lnTo>
                <a:lnTo>
                  <a:pt x="219" y="409"/>
                </a:lnTo>
                <a:lnTo>
                  <a:pt x="218" y="409"/>
                </a:lnTo>
                <a:lnTo>
                  <a:pt x="218" y="410"/>
                </a:lnTo>
                <a:lnTo>
                  <a:pt x="215" y="410"/>
                </a:lnTo>
                <a:lnTo>
                  <a:pt x="215" y="406"/>
                </a:lnTo>
                <a:lnTo>
                  <a:pt x="215" y="405"/>
                </a:lnTo>
                <a:lnTo>
                  <a:pt x="215" y="404"/>
                </a:lnTo>
                <a:lnTo>
                  <a:pt x="215" y="403"/>
                </a:lnTo>
                <a:lnTo>
                  <a:pt x="217" y="402"/>
                </a:lnTo>
                <a:lnTo>
                  <a:pt x="217" y="401"/>
                </a:lnTo>
                <a:lnTo>
                  <a:pt x="219" y="401"/>
                </a:lnTo>
                <a:lnTo>
                  <a:pt x="220" y="401"/>
                </a:lnTo>
                <a:lnTo>
                  <a:pt x="221" y="400"/>
                </a:lnTo>
                <a:lnTo>
                  <a:pt x="221" y="399"/>
                </a:lnTo>
                <a:lnTo>
                  <a:pt x="221" y="398"/>
                </a:lnTo>
                <a:lnTo>
                  <a:pt x="222" y="398"/>
                </a:lnTo>
                <a:lnTo>
                  <a:pt x="222" y="399"/>
                </a:lnTo>
                <a:lnTo>
                  <a:pt x="223" y="399"/>
                </a:lnTo>
                <a:lnTo>
                  <a:pt x="225" y="398"/>
                </a:lnTo>
                <a:lnTo>
                  <a:pt x="226" y="398"/>
                </a:lnTo>
                <a:lnTo>
                  <a:pt x="227" y="398"/>
                </a:lnTo>
                <a:lnTo>
                  <a:pt x="228" y="398"/>
                </a:lnTo>
                <a:lnTo>
                  <a:pt x="229" y="398"/>
                </a:lnTo>
                <a:lnTo>
                  <a:pt x="230" y="398"/>
                </a:lnTo>
                <a:lnTo>
                  <a:pt x="231" y="398"/>
                </a:lnTo>
                <a:lnTo>
                  <a:pt x="232" y="398"/>
                </a:lnTo>
                <a:lnTo>
                  <a:pt x="232" y="397"/>
                </a:lnTo>
                <a:lnTo>
                  <a:pt x="233" y="397"/>
                </a:lnTo>
                <a:lnTo>
                  <a:pt x="234" y="397"/>
                </a:lnTo>
                <a:lnTo>
                  <a:pt x="235" y="397"/>
                </a:lnTo>
                <a:lnTo>
                  <a:pt x="235" y="396"/>
                </a:lnTo>
                <a:lnTo>
                  <a:pt x="236" y="396"/>
                </a:lnTo>
                <a:lnTo>
                  <a:pt x="236" y="395"/>
                </a:lnTo>
                <a:lnTo>
                  <a:pt x="236" y="394"/>
                </a:lnTo>
                <a:lnTo>
                  <a:pt x="235" y="394"/>
                </a:lnTo>
                <a:lnTo>
                  <a:pt x="234" y="394"/>
                </a:lnTo>
                <a:lnTo>
                  <a:pt x="235" y="394"/>
                </a:lnTo>
                <a:lnTo>
                  <a:pt x="235" y="393"/>
                </a:lnTo>
                <a:lnTo>
                  <a:pt x="236" y="393"/>
                </a:lnTo>
                <a:lnTo>
                  <a:pt x="237" y="393"/>
                </a:lnTo>
                <a:lnTo>
                  <a:pt x="238" y="393"/>
                </a:lnTo>
                <a:lnTo>
                  <a:pt x="238" y="392"/>
                </a:lnTo>
                <a:lnTo>
                  <a:pt x="239" y="392"/>
                </a:lnTo>
                <a:lnTo>
                  <a:pt x="239" y="393"/>
                </a:lnTo>
                <a:lnTo>
                  <a:pt x="240" y="393"/>
                </a:lnTo>
                <a:lnTo>
                  <a:pt x="241" y="394"/>
                </a:lnTo>
                <a:lnTo>
                  <a:pt x="241" y="395"/>
                </a:lnTo>
                <a:lnTo>
                  <a:pt x="242" y="397"/>
                </a:lnTo>
                <a:lnTo>
                  <a:pt x="242" y="398"/>
                </a:lnTo>
                <a:lnTo>
                  <a:pt x="242" y="399"/>
                </a:lnTo>
                <a:lnTo>
                  <a:pt x="243" y="399"/>
                </a:lnTo>
                <a:lnTo>
                  <a:pt x="244" y="399"/>
                </a:lnTo>
                <a:lnTo>
                  <a:pt x="245" y="398"/>
                </a:lnTo>
                <a:lnTo>
                  <a:pt x="244" y="398"/>
                </a:lnTo>
                <a:lnTo>
                  <a:pt x="243" y="398"/>
                </a:lnTo>
                <a:lnTo>
                  <a:pt x="243" y="397"/>
                </a:lnTo>
                <a:lnTo>
                  <a:pt x="242" y="397"/>
                </a:lnTo>
                <a:lnTo>
                  <a:pt x="242" y="396"/>
                </a:lnTo>
                <a:lnTo>
                  <a:pt x="242" y="395"/>
                </a:lnTo>
                <a:lnTo>
                  <a:pt x="241" y="394"/>
                </a:lnTo>
                <a:lnTo>
                  <a:pt x="240" y="393"/>
                </a:lnTo>
                <a:lnTo>
                  <a:pt x="240" y="392"/>
                </a:lnTo>
                <a:lnTo>
                  <a:pt x="239" y="392"/>
                </a:lnTo>
                <a:lnTo>
                  <a:pt x="239" y="391"/>
                </a:lnTo>
                <a:lnTo>
                  <a:pt x="240" y="391"/>
                </a:lnTo>
                <a:lnTo>
                  <a:pt x="239" y="391"/>
                </a:lnTo>
                <a:lnTo>
                  <a:pt x="239" y="390"/>
                </a:lnTo>
                <a:lnTo>
                  <a:pt x="240" y="389"/>
                </a:lnTo>
                <a:lnTo>
                  <a:pt x="240" y="388"/>
                </a:lnTo>
                <a:lnTo>
                  <a:pt x="239" y="387"/>
                </a:lnTo>
                <a:lnTo>
                  <a:pt x="238" y="387"/>
                </a:lnTo>
                <a:lnTo>
                  <a:pt x="238" y="386"/>
                </a:lnTo>
                <a:lnTo>
                  <a:pt x="237" y="385"/>
                </a:lnTo>
                <a:lnTo>
                  <a:pt x="236" y="384"/>
                </a:lnTo>
                <a:lnTo>
                  <a:pt x="235" y="384"/>
                </a:lnTo>
                <a:lnTo>
                  <a:pt x="236" y="383"/>
                </a:lnTo>
                <a:lnTo>
                  <a:pt x="237" y="383"/>
                </a:lnTo>
                <a:lnTo>
                  <a:pt x="238" y="382"/>
                </a:lnTo>
                <a:lnTo>
                  <a:pt x="239" y="382"/>
                </a:lnTo>
                <a:lnTo>
                  <a:pt x="239" y="381"/>
                </a:lnTo>
                <a:lnTo>
                  <a:pt x="239" y="380"/>
                </a:lnTo>
                <a:lnTo>
                  <a:pt x="238" y="380"/>
                </a:lnTo>
                <a:lnTo>
                  <a:pt x="238" y="379"/>
                </a:lnTo>
                <a:lnTo>
                  <a:pt x="237" y="379"/>
                </a:lnTo>
                <a:lnTo>
                  <a:pt x="237" y="378"/>
                </a:lnTo>
                <a:lnTo>
                  <a:pt x="237" y="377"/>
                </a:lnTo>
                <a:lnTo>
                  <a:pt x="239" y="377"/>
                </a:lnTo>
                <a:lnTo>
                  <a:pt x="239" y="376"/>
                </a:lnTo>
                <a:lnTo>
                  <a:pt x="240" y="376"/>
                </a:lnTo>
                <a:lnTo>
                  <a:pt x="240" y="375"/>
                </a:lnTo>
                <a:lnTo>
                  <a:pt x="241" y="375"/>
                </a:lnTo>
                <a:lnTo>
                  <a:pt x="241" y="374"/>
                </a:lnTo>
                <a:lnTo>
                  <a:pt x="242" y="373"/>
                </a:lnTo>
                <a:lnTo>
                  <a:pt x="243" y="372"/>
                </a:lnTo>
                <a:lnTo>
                  <a:pt x="243" y="371"/>
                </a:lnTo>
                <a:lnTo>
                  <a:pt x="243" y="372"/>
                </a:lnTo>
                <a:lnTo>
                  <a:pt x="244" y="372"/>
                </a:lnTo>
                <a:lnTo>
                  <a:pt x="245" y="372"/>
                </a:lnTo>
                <a:lnTo>
                  <a:pt x="246" y="372"/>
                </a:lnTo>
                <a:lnTo>
                  <a:pt x="247" y="372"/>
                </a:lnTo>
                <a:lnTo>
                  <a:pt x="248" y="372"/>
                </a:lnTo>
                <a:lnTo>
                  <a:pt x="248" y="371"/>
                </a:lnTo>
                <a:lnTo>
                  <a:pt x="249" y="371"/>
                </a:lnTo>
                <a:lnTo>
                  <a:pt x="250" y="370"/>
                </a:lnTo>
                <a:lnTo>
                  <a:pt x="251" y="370"/>
                </a:lnTo>
                <a:lnTo>
                  <a:pt x="251" y="369"/>
                </a:lnTo>
                <a:lnTo>
                  <a:pt x="251" y="368"/>
                </a:lnTo>
                <a:lnTo>
                  <a:pt x="252" y="368"/>
                </a:lnTo>
                <a:lnTo>
                  <a:pt x="253" y="368"/>
                </a:lnTo>
                <a:lnTo>
                  <a:pt x="254" y="368"/>
                </a:lnTo>
                <a:lnTo>
                  <a:pt x="254" y="367"/>
                </a:lnTo>
                <a:lnTo>
                  <a:pt x="255" y="366"/>
                </a:lnTo>
                <a:lnTo>
                  <a:pt x="256" y="366"/>
                </a:lnTo>
                <a:lnTo>
                  <a:pt x="257" y="365"/>
                </a:lnTo>
                <a:lnTo>
                  <a:pt x="257" y="364"/>
                </a:lnTo>
                <a:lnTo>
                  <a:pt x="258" y="364"/>
                </a:lnTo>
                <a:lnTo>
                  <a:pt x="259" y="365"/>
                </a:lnTo>
                <a:lnTo>
                  <a:pt x="260" y="366"/>
                </a:lnTo>
                <a:lnTo>
                  <a:pt x="261" y="366"/>
                </a:lnTo>
                <a:lnTo>
                  <a:pt x="261" y="367"/>
                </a:lnTo>
                <a:lnTo>
                  <a:pt x="261" y="366"/>
                </a:lnTo>
                <a:lnTo>
                  <a:pt x="262" y="365"/>
                </a:lnTo>
                <a:lnTo>
                  <a:pt x="263" y="365"/>
                </a:lnTo>
                <a:lnTo>
                  <a:pt x="264" y="364"/>
                </a:lnTo>
                <a:lnTo>
                  <a:pt x="265" y="364"/>
                </a:lnTo>
                <a:lnTo>
                  <a:pt x="265" y="363"/>
                </a:lnTo>
                <a:lnTo>
                  <a:pt x="266" y="362"/>
                </a:lnTo>
                <a:lnTo>
                  <a:pt x="268" y="361"/>
                </a:lnTo>
                <a:lnTo>
                  <a:pt x="268" y="360"/>
                </a:lnTo>
                <a:lnTo>
                  <a:pt x="269" y="360"/>
                </a:lnTo>
                <a:lnTo>
                  <a:pt x="270" y="360"/>
                </a:lnTo>
                <a:lnTo>
                  <a:pt x="268" y="359"/>
                </a:lnTo>
                <a:lnTo>
                  <a:pt x="269" y="359"/>
                </a:lnTo>
                <a:lnTo>
                  <a:pt x="268" y="358"/>
                </a:lnTo>
                <a:lnTo>
                  <a:pt x="269" y="357"/>
                </a:lnTo>
                <a:lnTo>
                  <a:pt x="268" y="357"/>
                </a:lnTo>
                <a:lnTo>
                  <a:pt x="266" y="358"/>
                </a:lnTo>
                <a:lnTo>
                  <a:pt x="263" y="359"/>
                </a:lnTo>
                <a:lnTo>
                  <a:pt x="263" y="358"/>
                </a:lnTo>
                <a:lnTo>
                  <a:pt x="264" y="358"/>
                </a:lnTo>
                <a:lnTo>
                  <a:pt x="265" y="358"/>
                </a:lnTo>
                <a:lnTo>
                  <a:pt x="266" y="358"/>
                </a:lnTo>
                <a:lnTo>
                  <a:pt x="267" y="356"/>
                </a:lnTo>
                <a:lnTo>
                  <a:pt x="268" y="356"/>
                </a:lnTo>
                <a:lnTo>
                  <a:pt x="269" y="355"/>
                </a:lnTo>
                <a:lnTo>
                  <a:pt x="269" y="354"/>
                </a:lnTo>
                <a:lnTo>
                  <a:pt x="270" y="354"/>
                </a:lnTo>
                <a:lnTo>
                  <a:pt x="272" y="354"/>
                </a:lnTo>
                <a:lnTo>
                  <a:pt x="273" y="354"/>
                </a:lnTo>
                <a:lnTo>
                  <a:pt x="274" y="354"/>
                </a:lnTo>
                <a:lnTo>
                  <a:pt x="274" y="353"/>
                </a:lnTo>
                <a:lnTo>
                  <a:pt x="275" y="352"/>
                </a:lnTo>
                <a:lnTo>
                  <a:pt x="276" y="351"/>
                </a:lnTo>
                <a:lnTo>
                  <a:pt x="276" y="352"/>
                </a:lnTo>
                <a:lnTo>
                  <a:pt x="276" y="351"/>
                </a:lnTo>
                <a:lnTo>
                  <a:pt x="277" y="351"/>
                </a:lnTo>
                <a:lnTo>
                  <a:pt x="278" y="350"/>
                </a:lnTo>
                <a:lnTo>
                  <a:pt x="278" y="349"/>
                </a:lnTo>
                <a:lnTo>
                  <a:pt x="278" y="348"/>
                </a:lnTo>
                <a:lnTo>
                  <a:pt x="279" y="347"/>
                </a:lnTo>
                <a:lnTo>
                  <a:pt x="280" y="346"/>
                </a:lnTo>
                <a:lnTo>
                  <a:pt x="281" y="345"/>
                </a:lnTo>
                <a:lnTo>
                  <a:pt x="281" y="346"/>
                </a:lnTo>
                <a:lnTo>
                  <a:pt x="282" y="346"/>
                </a:lnTo>
                <a:lnTo>
                  <a:pt x="283" y="345"/>
                </a:lnTo>
                <a:lnTo>
                  <a:pt x="284" y="345"/>
                </a:lnTo>
                <a:lnTo>
                  <a:pt x="285" y="344"/>
                </a:lnTo>
                <a:lnTo>
                  <a:pt x="285" y="343"/>
                </a:lnTo>
                <a:lnTo>
                  <a:pt x="285" y="342"/>
                </a:lnTo>
                <a:lnTo>
                  <a:pt x="285" y="341"/>
                </a:lnTo>
                <a:lnTo>
                  <a:pt x="285" y="340"/>
                </a:lnTo>
                <a:lnTo>
                  <a:pt x="285" y="339"/>
                </a:lnTo>
                <a:lnTo>
                  <a:pt x="284" y="339"/>
                </a:lnTo>
                <a:lnTo>
                  <a:pt x="283" y="339"/>
                </a:lnTo>
                <a:lnTo>
                  <a:pt x="284" y="338"/>
                </a:lnTo>
                <a:lnTo>
                  <a:pt x="281" y="338"/>
                </a:lnTo>
                <a:lnTo>
                  <a:pt x="281" y="337"/>
                </a:lnTo>
                <a:lnTo>
                  <a:pt x="286" y="337"/>
                </a:lnTo>
                <a:lnTo>
                  <a:pt x="286" y="338"/>
                </a:lnTo>
                <a:lnTo>
                  <a:pt x="287" y="338"/>
                </a:lnTo>
                <a:lnTo>
                  <a:pt x="288" y="338"/>
                </a:lnTo>
                <a:lnTo>
                  <a:pt x="288" y="337"/>
                </a:lnTo>
                <a:lnTo>
                  <a:pt x="289" y="337"/>
                </a:lnTo>
                <a:lnTo>
                  <a:pt x="290" y="336"/>
                </a:lnTo>
                <a:lnTo>
                  <a:pt x="291" y="336"/>
                </a:lnTo>
                <a:lnTo>
                  <a:pt x="292" y="335"/>
                </a:lnTo>
                <a:lnTo>
                  <a:pt x="293" y="334"/>
                </a:lnTo>
                <a:lnTo>
                  <a:pt x="293" y="333"/>
                </a:lnTo>
                <a:lnTo>
                  <a:pt x="292" y="333"/>
                </a:lnTo>
                <a:lnTo>
                  <a:pt x="292" y="332"/>
                </a:lnTo>
                <a:lnTo>
                  <a:pt x="293" y="332"/>
                </a:lnTo>
                <a:lnTo>
                  <a:pt x="293" y="329"/>
                </a:lnTo>
                <a:lnTo>
                  <a:pt x="293" y="328"/>
                </a:lnTo>
                <a:lnTo>
                  <a:pt x="293" y="327"/>
                </a:lnTo>
                <a:lnTo>
                  <a:pt x="292" y="327"/>
                </a:lnTo>
                <a:lnTo>
                  <a:pt x="291" y="325"/>
                </a:lnTo>
                <a:lnTo>
                  <a:pt x="288" y="326"/>
                </a:lnTo>
                <a:lnTo>
                  <a:pt x="288" y="325"/>
                </a:lnTo>
                <a:lnTo>
                  <a:pt x="291" y="324"/>
                </a:lnTo>
                <a:lnTo>
                  <a:pt x="292" y="324"/>
                </a:lnTo>
                <a:lnTo>
                  <a:pt x="293" y="326"/>
                </a:lnTo>
                <a:lnTo>
                  <a:pt x="294" y="326"/>
                </a:lnTo>
                <a:lnTo>
                  <a:pt x="294" y="325"/>
                </a:lnTo>
                <a:lnTo>
                  <a:pt x="296" y="324"/>
                </a:lnTo>
                <a:lnTo>
                  <a:pt x="297" y="324"/>
                </a:lnTo>
                <a:lnTo>
                  <a:pt x="297" y="323"/>
                </a:lnTo>
                <a:lnTo>
                  <a:pt x="298" y="324"/>
                </a:lnTo>
                <a:lnTo>
                  <a:pt x="298" y="323"/>
                </a:lnTo>
                <a:lnTo>
                  <a:pt x="299" y="324"/>
                </a:lnTo>
                <a:lnTo>
                  <a:pt x="299" y="323"/>
                </a:lnTo>
                <a:lnTo>
                  <a:pt x="298" y="322"/>
                </a:lnTo>
                <a:lnTo>
                  <a:pt x="298" y="321"/>
                </a:lnTo>
                <a:lnTo>
                  <a:pt x="299" y="322"/>
                </a:lnTo>
                <a:lnTo>
                  <a:pt x="300" y="321"/>
                </a:lnTo>
                <a:lnTo>
                  <a:pt x="300" y="322"/>
                </a:lnTo>
                <a:lnTo>
                  <a:pt x="301" y="321"/>
                </a:lnTo>
                <a:lnTo>
                  <a:pt x="302" y="321"/>
                </a:lnTo>
                <a:lnTo>
                  <a:pt x="302" y="320"/>
                </a:lnTo>
                <a:lnTo>
                  <a:pt x="301" y="319"/>
                </a:lnTo>
                <a:lnTo>
                  <a:pt x="302" y="319"/>
                </a:lnTo>
                <a:lnTo>
                  <a:pt x="303" y="319"/>
                </a:lnTo>
                <a:lnTo>
                  <a:pt x="303" y="318"/>
                </a:lnTo>
                <a:lnTo>
                  <a:pt x="303" y="317"/>
                </a:lnTo>
                <a:lnTo>
                  <a:pt x="303" y="316"/>
                </a:lnTo>
                <a:lnTo>
                  <a:pt x="303" y="315"/>
                </a:lnTo>
                <a:lnTo>
                  <a:pt x="302" y="315"/>
                </a:lnTo>
                <a:lnTo>
                  <a:pt x="303" y="315"/>
                </a:lnTo>
                <a:lnTo>
                  <a:pt x="303" y="314"/>
                </a:lnTo>
                <a:lnTo>
                  <a:pt x="304" y="315"/>
                </a:lnTo>
                <a:lnTo>
                  <a:pt x="305" y="315"/>
                </a:lnTo>
                <a:lnTo>
                  <a:pt x="305" y="314"/>
                </a:lnTo>
                <a:lnTo>
                  <a:pt x="306" y="314"/>
                </a:lnTo>
                <a:lnTo>
                  <a:pt x="307" y="313"/>
                </a:lnTo>
                <a:lnTo>
                  <a:pt x="307" y="312"/>
                </a:lnTo>
                <a:lnTo>
                  <a:pt x="307" y="311"/>
                </a:lnTo>
                <a:lnTo>
                  <a:pt x="308" y="310"/>
                </a:lnTo>
                <a:lnTo>
                  <a:pt x="309" y="309"/>
                </a:lnTo>
                <a:lnTo>
                  <a:pt x="310" y="309"/>
                </a:lnTo>
                <a:lnTo>
                  <a:pt x="310" y="308"/>
                </a:lnTo>
                <a:lnTo>
                  <a:pt x="309" y="308"/>
                </a:lnTo>
                <a:lnTo>
                  <a:pt x="307" y="308"/>
                </a:lnTo>
                <a:lnTo>
                  <a:pt x="308" y="307"/>
                </a:lnTo>
                <a:lnTo>
                  <a:pt x="307" y="305"/>
                </a:lnTo>
                <a:lnTo>
                  <a:pt x="306" y="304"/>
                </a:lnTo>
                <a:lnTo>
                  <a:pt x="304" y="303"/>
                </a:lnTo>
                <a:lnTo>
                  <a:pt x="305" y="303"/>
                </a:lnTo>
                <a:lnTo>
                  <a:pt x="305" y="302"/>
                </a:lnTo>
                <a:lnTo>
                  <a:pt x="304" y="302"/>
                </a:lnTo>
                <a:lnTo>
                  <a:pt x="303" y="300"/>
                </a:lnTo>
                <a:lnTo>
                  <a:pt x="302" y="300"/>
                </a:lnTo>
                <a:lnTo>
                  <a:pt x="302" y="299"/>
                </a:lnTo>
                <a:lnTo>
                  <a:pt x="301" y="298"/>
                </a:lnTo>
                <a:lnTo>
                  <a:pt x="300" y="298"/>
                </a:lnTo>
                <a:lnTo>
                  <a:pt x="299" y="297"/>
                </a:lnTo>
                <a:lnTo>
                  <a:pt x="298" y="296"/>
                </a:lnTo>
                <a:lnTo>
                  <a:pt x="296" y="295"/>
                </a:lnTo>
                <a:lnTo>
                  <a:pt x="296" y="294"/>
                </a:lnTo>
                <a:lnTo>
                  <a:pt x="297" y="294"/>
                </a:lnTo>
                <a:lnTo>
                  <a:pt x="297" y="293"/>
                </a:lnTo>
                <a:lnTo>
                  <a:pt x="298" y="293"/>
                </a:lnTo>
                <a:lnTo>
                  <a:pt x="298" y="292"/>
                </a:lnTo>
                <a:lnTo>
                  <a:pt x="299" y="291"/>
                </a:lnTo>
                <a:lnTo>
                  <a:pt x="299" y="290"/>
                </a:lnTo>
                <a:lnTo>
                  <a:pt x="299" y="289"/>
                </a:lnTo>
                <a:lnTo>
                  <a:pt x="299" y="288"/>
                </a:lnTo>
                <a:lnTo>
                  <a:pt x="298" y="288"/>
                </a:lnTo>
                <a:lnTo>
                  <a:pt x="297" y="288"/>
                </a:lnTo>
                <a:lnTo>
                  <a:pt x="297" y="289"/>
                </a:lnTo>
                <a:lnTo>
                  <a:pt x="296" y="289"/>
                </a:lnTo>
                <a:lnTo>
                  <a:pt x="295" y="289"/>
                </a:lnTo>
                <a:lnTo>
                  <a:pt x="294" y="289"/>
                </a:lnTo>
                <a:lnTo>
                  <a:pt x="293" y="289"/>
                </a:lnTo>
                <a:lnTo>
                  <a:pt x="293" y="290"/>
                </a:lnTo>
                <a:lnTo>
                  <a:pt x="292" y="289"/>
                </a:lnTo>
                <a:lnTo>
                  <a:pt x="291" y="290"/>
                </a:lnTo>
                <a:lnTo>
                  <a:pt x="290" y="290"/>
                </a:lnTo>
                <a:lnTo>
                  <a:pt x="289" y="290"/>
                </a:lnTo>
                <a:lnTo>
                  <a:pt x="289" y="289"/>
                </a:lnTo>
                <a:lnTo>
                  <a:pt x="289" y="288"/>
                </a:lnTo>
                <a:lnTo>
                  <a:pt x="290" y="288"/>
                </a:lnTo>
                <a:lnTo>
                  <a:pt x="291" y="287"/>
                </a:lnTo>
                <a:lnTo>
                  <a:pt x="290" y="287"/>
                </a:lnTo>
                <a:lnTo>
                  <a:pt x="289" y="287"/>
                </a:lnTo>
                <a:lnTo>
                  <a:pt x="289" y="288"/>
                </a:lnTo>
                <a:lnTo>
                  <a:pt x="290" y="285"/>
                </a:lnTo>
                <a:lnTo>
                  <a:pt x="288" y="287"/>
                </a:lnTo>
                <a:lnTo>
                  <a:pt x="288" y="288"/>
                </a:lnTo>
                <a:lnTo>
                  <a:pt x="288" y="289"/>
                </a:lnTo>
                <a:lnTo>
                  <a:pt x="285" y="287"/>
                </a:lnTo>
                <a:lnTo>
                  <a:pt x="284" y="286"/>
                </a:lnTo>
                <a:lnTo>
                  <a:pt x="282" y="285"/>
                </a:lnTo>
                <a:lnTo>
                  <a:pt x="285" y="282"/>
                </a:lnTo>
                <a:lnTo>
                  <a:pt x="283" y="282"/>
                </a:lnTo>
                <a:lnTo>
                  <a:pt x="282" y="283"/>
                </a:lnTo>
                <a:lnTo>
                  <a:pt x="283" y="281"/>
                </a:lnTo>
                <a:lnTo>
                  <a:pt x="282" y="281"/>
                </a:lnTo>
                <a:lnTo>
                  <a:pt x="281" y="280"/>
                </a:lnTo>
                <a:lnTo>
                  <a:pt x="282" y="279"/>
                </a:lnTo>
                <a:lnTo>
                  <a:pt x="281" y="278"/>
                </a:lnTo>
                <a:lnTo>
                  <a:pt x="280" y="278"/>
                </a:lnTo>
                <a:lnTo>
                  <a:pt x="280" y="277"/>
                </a:lnTo>
                <a:lnTo>
                  <a:pt x="280" y="275"/>
                </a:lnTo>
                <a:lnTo>
                  <a:pt x="279" y="274"/>
                </a:lnTo>
                <a:lnTo>
                  <a:pt x="279" y="273"/>
                </a:lnTo>
                <a:lnTo>
                  <a:pt x="278" y="273"/>
                </a:lnTo>
                <a:lnTo>
                  <a:pt x="279" y="273"/>
                </a:lnTo>
                <a:lnTo>
                  <a:pt x="280" y="273"/>
                </a:lnTo>
                <a:lnTo>
                  <a:pt x="280" y="271"/>
                </a:lnTo>
                <a:lnTo>
                  <a:pt x="278" y="271"/>
                </a:lnTo>
                <a:lnTo>
                  <a:pt x="276" y="271"/>
                </a:lnTo>
                <a:lnTo>
                  <a:pt x="276" y="272"/>
                </a:lnTo>
                <a:lnTo>
                  <a:pt x="276" y="273"/>
                </a:lnTo>
                <a:lnTo>
                  <a:pt x="277" y="273"/>
                </a:lnTo>
                <a:lnTo>
                  <a:pt x="278" y="273"/>
                </a:lnTo>
                <a:lnTo>
                  <a:pt x="278" y="274"/>
                </a:lnTo>
                <a:lnTo>
                  <a:pt x="275" y="274"/>
                </a:lnTo>
                <a:lnTo>
                  <a:pt x="274" y="274"/>
                </a:lnTo>
                <a:lnTo>
                  <a:pt x="274" y="273"/>
                </a:lnTo>
                <a:lnTo>
                  <a:pt x="273" y="273"/>
                </a:lnTo>
                <a:lnTo>
                  <a:pt x="272" y="272"/>
                </a:lnTo>
                <a:lnTo>
                  <a:pt x="272" y="273"/>
                </a:lnTo>
                <a:lnTo>
                  <a:pt x="271" y="272"/>
                </a:lnTo>
                <a:lnTo>
                  <a:pt x="271" y="271"/>
                </a:lnTo>
                <a:lnTo>
                  <a:pt x="271" y="269"/>
                </a:lnTo>
                <a:lnTo>
                  <a:pt x="270" y="269"/>
                </a:lnTo>
                <a:lnTo>
                  <a:pt x="270" y="268"/>
                </a:lnTo>
                <a:lnTo>
                  <a:pt x="270" y="267"/>
                </a:lnTo>
                <a:lnTo>
                  <a:pt x="270" y="265"/>
                </a:lnTo>
                <a:lnTo>
                  <a:pt x="269" y="265"/>
                </a:lnTo>
                <a:lnTo>
                  <a:pt x="269" y="264"/>
                </a:lnTo>
                <a:lnTo>
                  <a:pt x="269" y="263"/>
                </a:lnTo>
                <a:lnTo>
                  <a:pt x="270" y="263"/>
                </a:lnTo>
                <a:lnTo>
                  <a:pt x="270" y="262"/>
                </a:lnTo>
                <a:lnTo>
                  <a:pt x="269" y="262"/>
                </a:lnTo>
                <a:lnTo>
                  <a:pt x="269" y="261"/>
                </a:lnTo>
                <a:lnTo>
                  <a:pt x="268" y="260"/>
                </a:lnTo>
                <a:lnTo>
                  <a:pt x="268" y="259"/>
                </a:lnTo>
                <a:lnTo>
                  <a:pt x="269" y="259"/>
                </a:lnTo>
                <a:lnTo>
                  <a:pt x="270" y="258"/>
                </a:lnTo>
                <a:lnTo>
                  <a:pt x="270" y="257"/>
                </a:lnTo>
                <a:lnTo>
                  <a:pt x="271" y="256"/>
                </a:lnTo>
                <a:lnTo>
                  <a:pt x="270" y="256"/>
                </a:lnTo>
                <a:lnTo>
                  <a:pt x="269" y="257"/>
                </a:lnTo>
                <a:lnTo>
                  <a:pt x="268" y="257"/>
                </a:lnTo>
                <a:lnTo>
                  <a:pt x="267" y="258"/>
                </a:lnTo>
                <a:lnTo>
                  <a:pt x="267" y="259"/>
                </a:lnTo>
                <a:lnTo>
                  <a:pt x="267" y="260"/>
                </a:lnTo>
                <a:lnTo>
                  <a:pt x="266" y="260"/>
                </a:lnTo>
                <a:lnTo>
                  <a:pt x="266" y="261"/>
                </a:lnTo>
                <a:lnTo>
                  <a:pt x="265" y="261"/>
                </a:lnTo>
                <a:lnTo>
                  <a:pt x="264" y="261"/>
                </a:lnTo>
                <a:lnTo>
                  <a:pt x="264" y="262"/>
                </a:lnTo>
                <a:lnTo>
                  <a:pt x="265" y="263"/>
                </a:lnTo>
                <a:lnTo>
                  <a:pt x="265" y="264"/>
                </a:lnTo>
                <a:lnTo>
                  <a:pt x="264" y="264"/>
                </a:lnTo>
                <a:lnTo>
                  <a:pt x="264" y="265"/>
                </a:lnTo>
                <a:lnTo>
                  <a:pt x="263" y="266"/>
                </a:lnTo>
                <a:lnTo>
                  <a:pt x="263" y="265"/>
                </a:lnTo>
                <a:lnTo>
                  <a:pt x="262" y="265"/>
                </a:lnTo>
                <a:lnTo>
                  <a:pt x="262" y="266"/>
                </a:lnTo>
                <a:lnTo>
                  <a:pt x="261" y="266"/>
                </a:lnTo>
                <a:lnTo>
                  <a:pt x="261" y="265"/>
                </a:lnTo>
                <a:lnTo>
                  <a:pt x="260" y="265"/>
                </a:lnTo>
                <a:lnTo>
                  <a:pt x="259" y="265"/>
                </a:lnTo>
                <a:lnTo>
                  <a:pt x="258" y="266"/>
                </a:lnTo>
                <a:lnTo>
                  <a:pt x="259" y="267"/>
                </a:lnTo>
                <a:lnTo>
                  <a:pt x="260" y="266"/>
                </a:lnTo>
                <a:lnTo>
                  <a:pt x="261" y="266"/>
                </a:lnTo>
                <a:lnTo>
                  <a:pt x="262" y="267"/>
                </a:lnTo>
                <a:lnTo>
                  <a:pt x="262" y="268"/>
                </a:lnTo>
                <a:lnTo>
                  <a:pt x="261" y="268"/>
                </a:lnTo>
                <a:lnTo>
                  <a:pt x="261" y="267"/>
                </a:lnTo>
                <a:lnTo>
                  <a:pt x="261" y="268"/>
                </a:lnTo>
                <a:lnTo>
                  <a:pt x="260" y="268"/>
                </a:lnTo>
                <a:lnTo>
                  <a:pt x="260" y="270"/>
                </a:lnTo>
                <a:lnTo>
                  <a:pt x="259" y="270"/>
                </a:lnTo>
                <a:lnTo>
                  <a:pt x="258" y="270"/>
                </a:lnTo>
                <a:lnTo>
                  <a:pt x="258" y="269"/>
                </a:lnTo>
                <a:lnTo>
                  <a:pt x="257" y="270"/>
                </a:lnTo>
                <a:lnTo>
                  <a:pt x="256" y="270"/>
                </a:lnTo>
                <a:lnTo>
                  <a:pt x="256" y="269"/>
                </a:lnTo>
                <a:lnTo>
                  <a:pt x="256" y="268"/>
                </a:lnTo>
                <a:lnTo>
                  <a:pt x="256" y="267"/>
                </a:lnTo>
                <a:lnTo>
                  <a:pt x="256" y="268"/>
                </a:lnTo>
                <a:lnTo>
                  <a:pt x="256" y="270"/>
                </a:lnTo>
                <a:lnTo>
                  <a:pt x="256" y="271"/>
                </a:lnTo>
                <a:lnTo>
                  <a:pt x="255" y="272"/>
                </a:lnTo>
                <a:lnTo>
                  <a:pt x="255" y="271"/>
                </a:lnTo>
                <a:lnTo>
                  <a:pt x="255" y="270"/>
                </a:lnTo>
                <a:lnTo>
                  <a:pt x="255" y="272"/>
                </a:lnTo>
                <a:lnTo>
                  <a:pt x="253" y="272"/>
                </a:lnTo>
                <a:lnTo>
                  <a:pt x="253" y="271"/>
                </a:lnTo>
                <a:lnTo>
                  <a:pt x="252" y="270"/>
                </a:lnTo>
                <a:lnTo>
                  <a:pt x="253" y="270"/>
                </a:lnTo>
                <a:lnTo>
                  <a:pt x="252" y="269"/>
                </a:lnTo>
                <a:lnTo>
                  <a:pt x="252" y="271"/>
                </a:lnTo>
                <a:lnTo>
                  <a:pt x="251" y="271"/>
                </a:lnTo>
                <a:lnTo>
                  <a:pt x="251" y="270"/>
                </a:lnTo>
                <a:lnTo>
                  <a:pt x="250" y="269"/>
                </a:lnTo>
                <a:lnTo>
                  <a:pt x="249" y="269"/>
                </a:lnTo>
                <a:lnTo>
                  <a:pt x="249" y="268"/>
                </a:lnTo>
                <a:lnTo>
                  <a:pt x="247" y="270"/>
                </a:lnTo>
                <a:lnTo>
                  <a:pt x="246" y="270"/>
                </a:lnTo>
                <a:lnTo>
                  <a:pt x="245" y="271"/>
                </a:lnTo>
                <a:lnTo>
                  <a:pt x="245" y="270"/>
                </a:lnTo>
                <a:lnTo>
                  <a:pt x="244" y="270"/>
                </a:lnTo>
                <a:lnTo>
                  <a:pt x="245" y="270"/>
                </a:lnTo>
                <a:lnTo>
                  <a:pt x="244" y="270"/>
                </a:lnTo>
                <a:lnTo>
                  <a:pt x="245" y="268"/>
                </a:lnTo>
                <a:lnTo>
                  <a:pt x="245" y="267"/>
                </a:lnTo>
                <a:lnTo>
                  <a:pt x="244" y="267"/>
                </a:lnTo>
                <a:lnTo>
                  <a:pt x="244" y="268"/>
                </a:lnTo>
                <a:lnTo>
                  <a:pt x="244" y="269"/>
                </a:lnTo>
                <a:lnTo>
                  <a:pt x="244" y="270"/>
                </a:lnTo>
                <a:lnTo>
                  <a:pt x="243" y="270"/>
                </a:lnTo>
                <a:lnTo>
                  <a:pt x="242" y="270"/>
                </a:lnTo>
                <a:lnTo>
                  <a:pt x="241" y="269"/>
                </a:lnTo>
                <a:lnTo>
                  <a:pt x="241" y="268"/>
                </a:lnTo>
                <a:lnTo>
                  <a:pt x="242" y="268"/>
                </a:lnTo>
                <a:lnTo>
                  <a:pt x="241" y="268"/>
                </a:lnTo>
                <a:lnTo>
                  <a:pt x="241" y="267"/>
                </a:lnTo>
                <a:lnTo>
                  <a:pt x="240" y="267"/>
                </a:lnTo>
                <a:lnTo>
                  <a:pt x="239" y="267"/>
                </a:lnTo>
                <a:lnTo>
                  <a:pt x="239" y="266"/>
                </a:lnTo>
                <a:lnTo>
                  <a:pt x="240" y="266"/>
                </a:lnTo>
                <a:lnTo>
                  <a:pt x="239" y="266"/>
                </a:lnTo>
                <a:lnTo>
                  <a:pt x="237" y="266"/>
                </a:lnTo>
                <a:lnTo>
                  <a:pt x="235" y="266"/>
                </a:lnTo>
                <a:lnTo>
                  <a:pt x="234" y="266"/>
                </a:lnTo>
                <a:lnTo>
                  <a:pt x="233" y="266"/>
                </a:lnTo>
                <a:lnTo>
                  <a:pt x="233" y="265"/>
                </a:lnTo>
                <a:lnTo>
                  <a:pt x="233" y="264"/>
                </a:lnTo>
                <a:lnTo>
                  <a:pt x="233" y="266"/>
                </a:lnTo>
                <a:lnTo>
                  <a:pt x="229" y="266"/>
                </a:lnTo>
                <a:lnTo>
                  <a:pt x="229" y="265"/>
                </a:lnTo>
                <a:lnTo>
                  <a:pt x="229" y="266"/>
                </a:lnTo>
                <a:lnTo>
                  <a:pt x="230" y="266"/>
                </a:lnTo>
                <a:lnTo>
                  <a:pt x="233" y="266"/>
                </a:lnTo>
                <a:lnTo>
                  <a:pt x="233" y="267"/>
                </a:lnTo>
                <a:lnTo>
                  <a:pt x="233" y="269"/>
                </a:lnTo>
                <a:lnTo>
                  <a:pt x="233" y="270"/>
                </a:lnTo>
                <a:lnTo>
                  <a:pt x="233" y="271"/>
                </a:lnTo>
                <a:lnTo>
                  <a:pt x="229" y="270"/>
                </a:lnTo>
                <a:lnTo>
                  <a:pt x="228" y="270"/>
                </a:lnTo>
                <a:lnTo>
                  <a:pt x="226" y="270"/>
                </a:lnTo>
                <a:lnTo>
                  <a:pt x="224" y="269"/>
                </a:lnTo>
                <a:lnTo>
                  <a:pt x="224" y="268"/>
                </a:lnTo>
                <a:lnTo>
                  <a:pt x="224" y="267"/>
                </a:lnTo>
                <a:lnTo>
                  <a:pt x="223" y="267"/>
                </a:lnTo>
                <a:lnTo>
                  <a:pt x="220" y="268"/>
                </a:lnTo>
                <a:lnTo>
                  <a:pt x="220" y="267"/>
                </a:lnTo>
                <a:lnTo>
                  <a:pt x="220" y="266"/>
                </a:lnTo>
                <a:lnTo>
                  <a:pt x="219" y="265"/>
                </a:lnTo>
                <a:lnTo>
                  <a:pt x="219" y="264"/>
                </a:lnTo>
                <a:lnTo>
                  <a:pt x="220" y="264"/>
                </a:lnTo>
                <a:lnTo>
                  <a:pt x="221" y="264"/>
                </a:lnTo>
                <a:lnTo>
                  <a:pt x="222" y="264"/>
                </a:lnTo>
                <a:lnTo>
                  <a:pt x="221" y="263"/>
                </a:lnTo>
                <a:lnTo>
                  <a:pt x="218" y="263"/>
                </a:lnTo>
                <a:lnTo>
                  <a:pt x="217" y="263"/>
                </a:lnTo>
                <a:lnTo>
                  <a:pt x="217" y="264"/>
                </a:lnTo>
                <a:lnTo>
                  <a:pt x="216" y="264"/>
                </a:lnTo>
                <a:lnTo>
                  <a:pt x="217" y="265"/>
                </a:lnTo>
                <a:lnTo>
                  <a:pt x="217" y="266"/>
                </a:lnTo>
                <a:lnTo>
                  <a:pt x="215" y="266"/>
                </a:lnTo>
                <a:lnTo>
                  <a:pt x="215" y="268"/>
                </a:lnTo>
                <a:lnTo>
                  <a:pt x="215" y="269"/>
                </a:lnTo>
                <a:lnTo>
                  <a:pt x="214" y="269"/>
                </a:lnTo>
                <a:lnTo>
                  <a:pt x="212" y="269"/>
                </a:lnTo>
                <a:lnTo>
                  <a:pt x="213" y="267"/>
                </a:lnTo>
                <a:lnTo>
                  <a:pt x="214" y="267"/>
                </a:lnTo>
                <a:lnTo>
                  <a:pt x="214" y="266"/>
                </a:lnTo>
                <a:lnTo>
                  <a:pt x="213" y="266"/>
                </a:lnTo>
                <a:lnTo>
                  <a:pt x="212" y="266"/>
                </a:lnTo>
                <a:lnTo>
                  <a:pt x="211" y="266"/>
                </a:lnTo>
                <a:lnTo>
                  <a:pt x="211" y="264"/>
                </a:lnTo>
                <a:lnTo>
                  <a:pt x="210" y="264"/>
                </a:lnTo>
                <a:lnTo>
                  <a:pt x="209" y="265"/>
                </a:lnTo>
                <a:lnTo>
                  <a:pt x="210" y="265"/>
                </a:lnTo>
                <a:lnTo>
                  <a:pt x="210" y="266"/>
                </a:lnTo>
                <a:lnTo>
                  <a:pt x="210" y="267"/>
                </a:lnTo>
                <a:lnTo>
                  <a:pt x="209" y="267"/>
                </a:lnTo>
                <a:lnTo>
                  <a:pt x="208" y="267"/>
                </a:lnTo>
                <a:lnTo>
                  <a:pt x="207" y="266"/>
                </a:lnTo>
                <a:lnTo>
                  <a:pt x="206" y="266"/>
                </a:lnTo>
                <a:lnTo>
                  <a:pt x="205" y="267"/>
                </a:lnTo>
                <a:lnTo>
                  <a:pt x="204" y="267"/>
                </a:lnTo>
                <a:lnTo>
                  <a:pt x="203" y="267"/>
                </a:lnTo>
                <a:lnTo>
                  <a:pt x="202" y="267"/>
                </a:lnTo>
                <a:lnTo>
                  <a:pt x="202" y="268"/>
                </a:lnTo>
                <a:lnTo>
                  <a:pt x="201" y="268"/>
                </a:lnTo>
                <a:lnTo>
                  <a:pt x="201" y="269"/>
                </a:lnTo>
                <a:lnTo>
                  <a:pt x="202" y="269"/>
                </a:lnTo>
                <a:lnTo>
                  <a:pt x="202" y="271"/>
                </a:lnTo>
                <a:lnTo>
                  <a:pt x="201" y="272"/>
                </a:lnTo>
                <a:lnTo>
                  <a:pt x="200" y="272"/>
                </a:lnTo>
                <a:lnTo>
                  <a:pt x="200" y="273"/>
                </a:lnTo>
                <a:lnTo>
                  <a:pt x="201" y="274"/>
                </a:lnTo>
                <a:lnTo>
                  <a:pt x="200" y="274"/>
                </a:lnTo>
                <a:lnTo>
                  <a:pt x="199" y="274"/>
                </a:lnTo>
                <a:lnTo>
                  <a:pt x="200" y="274"/>
                </a:lnTo>
                <a:lnTo>
                  <a:pt x="200" y="275"/>
                </a:lnTo>
                <a:lnTo>
                  <a:pt x="199" y="275"/>
                </a:lnTo>
                <a:lnTo>
                  <a:pt x="198" y="274"/>
                </a:lnTo>
                <a:lnTo>
                  <a:pt x="197" y="274"/>
                </a:lnTo>
                <a:lnTo>
                  <a:pt x="197" y="273"/>
                </a:lnTo>
                <a:lnTo>
                  <a:pt x="196" y="272"/>
                </a:lnTo>
                <a:lnTo>
                  <a:pt x="195" y="272"/>
                </a:lnTo>
                <a:lnTo>
                  <a:pt x="194" y="272"/>
                </a:lnTo>
                <a:lnTo>
                  <a:pt x="193" y="272"/>
                </a:lnTo>
                <a:lnTo>
                  <a:pt x="192" y="273"/>
                </a:lnTo>
                <a:lnTo>
                  <a:pt x="191" y="274"/>
                </a:lnTo>
                <a:lnTo>
                  <a:pt x="191" y="275"/>
                </a:lnTo>
                <a:lnTo>
                  <a:pt x="192" y="275"/>
                </a:lnTo>
                <a:lnTo>
                  <a:pt x="192" y="277"/>
                </a:lnTo>
                <a:lnTo>
                  <a:pt x="192" y="278"/>
                </a:lnTo>
                <a:lnTo>
                  <a:pt x="191" y="278"/>
                </a:lnTo>
                <a:lnTo>
                  <a:pt x="190" y="278"/>
                </a:lnTo>
                <a:lnTo>
                  <a:pt x="190" y="279"/>
                </a:lnTo>
                <a:lnTo>
                  <a:pt x="192" y="279"/>
                </a:lnTo>
                <a:lnTo>
                  <a:pt x="192" y="281"/>
                </a:lnTo>
                <a:lnTo>
                  <a:pt x="192" y="282"/>
                </a:lnTo>
                <a:lnTo>
                  <a:pt x="193" y="282"/>
                </a:lnTo>
                <a:lnTo>
                  <a:pt x="193" y="281"/>
                </a:lnTo>
                <a:lnTo>
                  <a:pt x="196" y="281"/>
                </a:lnTo>
                <a:lnTo>
                  <a:pt x="196" y="282"/>
                </a:lnTo>
                <a:lnTo>
                  <a:pt x="196" y="284"/>
                </a:lnTo>
                <a:lnTo>
                  <a:pt x="197" y="284"/>
                </a:lnTo>
                <a:lnTo>
                  <a:pt x="197" y="285"/>
                </a:lnTo>
                <a:lnTo>
                  <a:pt x="196" y="285"/>
                </a:lnTo>
                <a:lnTo>
                  <a:pt x="195" y="284"/>
                </a:lnTo>
                <a:lnTo>
                  <a:pt x="194" y="284"/>
                </a:lnTo>
                <a:lnTo>
                  <a:pt x="192" y="285"/>
                </a:lnTo>
                <a:lnTo>
                  <a:pt x="190" y="286"/>
                </a:lnTo>
                <a:lnTo>
                  <a:pt x="189" y="286"/>
                </a:lnTo>
                <a:lnTo>
                  <a:pt x="189" y="287"/>
                </a:lnTo>
                <a:lnTo>
                  <a:pt x="188" y="287"/>
                </a:lnTo>
                <a:lnTo>
                  <a:pt x="185" y="287"/>
                </a:lnTo>
                <a:lnTo>
                  <a:pt x="184" y="288"/>
                </a:lnTo>
                <a:lnTo>
                  <a:pt x="183" y="288"/>
                </a:lnTo>
                <a:lnTo>
                  <a:pt x="182" y="288"/>
                </a:lnTo>
                <a:lnTo>
                  <a:pt x="181" y="288"/>
                </a:lnTo>
                <a:lnTo>
                  <a:pt x="180" y="288"/>
                </a:lnTo>
                <a:lnTo>
                  <a:pt x="179" y="288"/>
                </a:lnTo>
                <a:lnTo>
                  <a:pt x="179" y="289"/>
                </a:lnTo>
                <a:lnTo>
                  <a:pt x="178" y="289"/>
                </a:lnTo>
                <a:lnTo>
                  <a:pt x="178" y="290"/>
                </a:lnTo>
                <a:lnTo>
                  <a:pt x="178" y="291"/>
                </a:lnTo>
                <a:lnTo>
                  <a:pt x="179" y="291"/>
                </a:lnTo>
                <a:lnTo>
                  <a:pt x="179" y="292"/>
                </a:lnTo>
                <a:lnTo>
                  <a:pt x="178" y="292"/>
                </a:lnTo>
                <a:lnTo>
                  <a:pt x="177" y="293"/>
                </a:lnTo>
                <a:lnTo>
                  <a:pt x="176" y="294"/>
                </a:lnTo>
                <a:lnTo>
                  <a:pt x="176" y="295"/>
                </a:lnTo>
                <a:lnTo>
                  <a:pt x="176" y="296"/>
                </a:lnTo>
                <a:lnTo>
                  <a:pt x="175" y="297"/>
                </a:lnTo>
                <a:lnTo>
                  <a:pt x="174" y="297"/>
                </a:lnTo>
                <a:lnTo>
                  <a:pt x="174" y="298"/>
                </a:lnTo>
                <a:lnTo>
                  <a:pt x="173" y="299"/>
                </a:lnTo>
                <a:lnTo>
                  <a:pt x="173" y="300"/>
                </a:lnTo>
                <a:lnTo>
                  <a:pt x="172" y="299"/>
                </a:lnTo>
                <a:lnTo>
                  <a:pt x="171" y="300"/>
                </a:lnTo>
                <a:lnTo>
                  <a:pt x="170" y="301"/>
                </a:lnTo>
                <a:lnTo>
                  <a:pt x="169" y="301"/>
                </a:lnTo>
                <a:lnTo>
                  <a:pt x="170" y="301"/>
                </a:lnTo>
                <a:lnTo>
                  <a:pt x="168" y="302"/>
                </a:lnTo>
                <a:lnTo>
                  <a:pt x="167" y="302"/>
                </a:lnTo>
                <a:lnTo>
                  <a:pt x="167" y="303"/>
                </a:lnTo>
                <a:lnTo>
                  <a:pt x="166" y="303"/>
                </a:lnTo>
                <a:lnTo>
                  <a:pt x="167" y="304"/>
                </a:lnTo>
                <a:lnTo>
                  <a:pt x="168" y="303"/>
                </a:lnTo>
                <a:lnTo>
                  <a:pt x="169" y="304"/>
                </a:lnTo>
                <a:lnTo>
                  <a:pt x="169" y="305"/>
                </a:lnTo>
                <a:lnTo>
                  <a:pt x="168" y="305"/>
                </a:lnTo>
                <a:lnTo>
                  <a:pt x="167" y="306"/>
                </a:lnTo>
                <a:lnTo>
                  <a:pt x="166" y="306"/>
                </a:lnTo>
                <a:lnTo>
                  <a:pt x="166" y="305"/>
                </a:lnTo>
                <a:lnTo>
                  <a:pt x="165" y="305"/>
                </a:lnTo>
                <a:lnTo>
                  <a:pt x="164" y="306"/>
                </a:lnTo>
                <a:lnTo>
                  <a:pt x="164" y="307"/>
                </a:lnTo>
                <a:lnTo>
                  <a:pt x="164" y="308"/>
                </a:lnTo>
                <a:lnTo>
                  <a:pt x="163" y="308"/>
                </a:lnTo>
                <a:lnTo>
                  <a:pt x="162" y="309"/>
                </a:lnTo>
                <a:lnTo>
                  <a:pt x="162" y="308"/>
                </a:lnTo>
                <a:lnTo>
                  <a:pt x="161" y="308"/>
                </a:lnTo>
                <a:lnTo>
                  <a:pt x="160" y="308"/>
                </a:lnTo>
                <a:lnTo>
                  <a:pt x="160" y="309"/>
                </a:lnTo>
                <a:lnTo>
                  <a:pt x="159" y="309"/>
                </a:lnTo>
                <a:lnTo>
                  <a:pt x="158" y="309"/>
                </a:lnTo>
                <a:lnTo>
                  <a:pt x="158" y="310"/>
                </a:lnTo>
                <a:lnTo>
                  <a:pt x="159" y="310"/>
                </a:lnTo>
                <a:lnTo>
                  <a:pt x="159" y="311"/>
                </a:lnTo>
                <a:lnTo>
                  <a:pt x="160" y="311"/>
                </a:lnTo>
                <a:lnTo>
                  <a:pt x="160" y="312"/>
                </a:lnTo>
                <a:lnTo>
                  <a:pt x="159" y="312"/>
                </a:lnTo>
                <a:lnTo>
                  <a:pt x="158" y="311"/>
                </a:lnTo>
                <a:lnTo>
                  <a:pt x="158" y="312"/>
                </a:lnTo>
                <a:lnTo>
                  <a:pt x="159" y="312"/>
                </a:lnTo>
                <a:lnTo>
                  <a:pt x="159" y="313"/>
                </a:lnTo>
                <a:lnTo>
                  <a:pt x="158" y="313"/>
                </a:lnTo>
                <a:lnTo>
                  <a:pt x="158" y="314"/>
                </a:lnTo>
                <a:lnTo>
                  <a:pt x="159" y="314"/>
                </a:lnTo>
                <a:lnTo>
                  <a:pt x="159" y="315"/>
                </a:lnTo>
                <a:lnTo>
                  <a:pt x="159" y="316"/>
                </a:lnTo>
                <a:lnTo>
                  <a:pt x="158" y="316"/>
                </a:lnTo>
                <a:lnTo>
                  <a:pt x="157" y="315"/>
                </a:lnTo>
                <a:lnTo>
                  <a:pt x="156" y="315"/>
                </a:lnTo>
                <a:lnTo>
                  <a:pt x="157" y="316"/>
                </a:lnTo>
                <a:lnTo>
                  <a:pt x="156" y="317"/>
                </a:lnTo>
                <a:lnTo>
                  <a:pt x="156" y="319"/>
                </a:lnTo>
                <a:lnTo>
                  <a:pt x="157" y="319"/>
                </a:lnTo>
                <a:lnTo>
                  <a:pt x="157" y="318"/>
                </a:lnTo>
                <a:lnTo>
                  <a:pt x="158" y="319"/>
                </a:lnTo>
                <a:lnTo>
                  <a:pt x="157" y="319"/>
                </a:lnTo>
                <a:lnTo>
                  <a:pt x="157" y="320"/>
                </a:lnTo>
                <a:lnTo>
                  <a:pt x="157" y="321"/>
                </a:lnTo>
                <a:lnTo>
                  <a:pt x="156" y="321"/>
                </a:lnTo>
                <a:lnTo>
                  <a:pt x="154" y="321"/>
                </a:lnTo>
                <a:lnTo>
                  <a:pt x="153" y="322"/>
                </a:lnTo>
                <a:lnTo>
                  <a:pt x="152" y="323"/>
                </a:lnTo>
                <a:lnTo>
                  <a:pt x="151" y="323"/>
                </a:lnTo>
                <a:lnTo>
                  <a:pt x="150" y="324"/>
                </a:lnTo>
                <a:lnTo>
                  <a:pt x="149" y="324"/>
                </a:lnTo>
                <a:lnTo>
                  <a:pt x="149" y="325"/>
                </a:lnTo>
                <a:lnTo>
                  <a:pt x="149" y="326"/>
                </a:lnTo>
                <a:lnTo>
                  <a:pt x="150" y="328"/>
                </a:lnTo>
                <a:lnTo>
                  <a:pt x="151" y="329"/>
                </a:lnTo>
                <a:lnTo>
                  <a:pt x="151" y="331"/>
                </a:lnTo>
                <a:lnTo>
                  <a:pt x="150" y="331"/>
                </a:lnTo>
                <a:lnTo>
                  <a:pt x="150" y="332"/>
                </a:lnTo>
                <a:lnTo>
                  <a:pt x="149" y="332"/>
                </a:lnTo>
                <a:lnTo>
                  <a:pt x="149" y="333"/>
                </a:lnTo>
                <a:lnTo>
                  <a:pt x="149" y="334"/>
                </a:lnTo>
                <a:lnTo>
                  <a:pt x="148" y="334"/>
                </a:lnTo>
                <a:lnTo>
                  <a:pt x="148" y="333"/>
                </a:lnTo>
                <a:lnTo>
                  <a:pt x="148" y="334"/>
                </a:lnTo>
                <a:lnTo>
                  <a:pt x="147" y="335"/>
                </a:lnTo>
                <a:lnTo>
                  <a:pt x="146" y="335"/>
                </a:lnTo>
                <a:lnTo>
                  <a:pt x="146" y="336"/>
                </a:lnTo>
                <a:lnTo>
                  <a:pt x="145" y="336"/>
                </a:lnTo>
                <a:lnTo>
                  <a:pt x="145" y="337"/>
                </a:lnTo>
                <a:lnTo>
                  <a:pt x="144" y="337"/>
                </a:lnTo>
                <a:lnTo>
                  <a:pt x="143" y="338"/>
                </a:lnTo>
                <a:lnTo>
                  <a:pt x="142" y="338"/>
                </a:lnTo>
                <a:lnTo>
                  <a:pt x="141" y="337"/>
                </a:lnTo>
                <a:lnTo>
                  <a:pt x="140" y="337"/>
                </a:lnTo>
                <a:lnTo>
                  <a:pt x="138" y="337"/>
                </a:lnTo>
                <a:lnTo>
                  <a:pt x="138" y="338"/>
                </a:lnTo>
                <a:lnTo>
                  <a:pt x="137" y="338"/>
                </a:lnTo>
                <a:lnTo>
                  <a:pt x="136" y="338"/>
                </a:lnTo>
                <a:lnTo>
                  <a:pt x="135" y="338"/>
                </a:lnTo>
                <a:lnTo>
                  <a:pt x="134" y="338"/>
                </a:lnTo>
                <a:lnTo>
                  <a:pt x="133" y="338"/>
                </a:lnTo>
                <a:lnTo>
                  <a:pt x="133" y="339"/>
                </a:lnTo>
                <a:lnTo>
                  <a:pt x="132" y="339"/>
                </a:lnTo>
                <a:lnTo>
                  <a:pt x="131" y="339"/>
                </a:lnTo>
                <a:lnTo>
                  <a:pt x="132" y="340"/>
                </a:lnTo>
                <a:lnTo>
                  <a:pt x="131" y="340"/>
                </a:lnTo>
                <a:lnTo>
                  <a:pt x="130" y="341"/>
                </a:lnTo>
                <a:lnTo>
                  <a:pt x="129" y="341"/>
                </a:lnTo>
                <a:lnTo>
                  <a:pt x="129" y="342"/>
                </a:lnTo>
                <a:lnTo>
                  <a:pt x="128" y="342"/>
                </a:lnTo>
                <a:lnTo>
                  <a:pt x="127" y="342"/>
                </a:lnTo>
                <a:lnTo>
                  <a:pt x="126" y="343"/>
                </a:lnTo>
                <a:lnTo>
                  <a:pt x="125" y="343"/>
                </a:lnTo>
                <a:lnTo>
                  <a:pt x="124" y="343"/>
                </a:lnTo>
                <a:lnTo>
                  <a:pt x="124" y="344"/>
                </a:lnTo>
                <a:lnTo>
                  <a:pt x="123" y="344"/>
                </a:lnTo>
                <a:lnTo>
                  <a:pt x="122" y="344"/>
                </a:lnTo>
                <a:lnTo>
                  <a:pt x="122" y="345"/>
                </a:lnTo>
                <a:lnTo>
                  <a:pt x="121" y="345"/>
                </a:lnTo>
                <a:lnTo>
                  <a:pt x="120" y="345"/>
                </a:lnTo>
                <a:lnTo>
                  <a:pt x="119" y="345"/>
                </a:lnTo>
                <a:lnTo>
                  <a:pt x="119" y="346"/>
                </a:lnTo>
                <a:lnTo>
                  <a:pt x="118" y="346"/>
                </a:lnTo>
                <a:lnTo>
                  <a:pt x="117" y="346"/>
                </a:lnTo>
                <a:lnTo>
                  <a:pt x="115" y="347"/>
                </a:lnTo>
                <a:lnTo>
                  <a:pt x="112" y="348"/>
                </a:lnTo>
                <a:lnTo>
                  <a:pt x="110" y="348"/>
                </a:lnTo>
                <a:lnTo>
                  <a:pt x="110" y="349"/>
                </a:lnTo>
                <a:lnTo>
                  <a:pt x="108" y="349"/>
                </a:lnTo>
                <a:lnTo>
                  <a:pt x="107" y="349"/>
                </a:lnTo>
                <a:lnTo>
                  <a:pt x="107" y="350"/>
                </a:lnTo>
                <a:lnTo>
                  <a:pt x="107" y="351"/>
                </a:lnTo>
                <a:lnTo>
                  <a:pt x="106" y="351"/>
                </a:lnTo>
                <a:lnTo>
                  <a:pt x="106" y="350"/>
                </a:lnTo>
                <a:lnTo>
                  <a:pt x="105" y="350"/>
                </a:lnTo>
                <a:lnTo>
                  <a:pt x="104" y="350"/>
                </a:lnTo>
                <a:lnTo>
                  <a:pt x="102" y="351"/>
                </a:lnTo>
                <a:lnTo>
                  <a:pt x="101" y="351"/>
                </a:lnTo>
                <a:lnTo>
                  <a:pt x="100" y="352"/>
                </a:lnTo>
                <a:lnTo>
                  <a:pt x="99" y="352"/>
                </a:lnTo>
                <a:lnTo>
                  <a:pt x="98" y="353"/>
                </a:lnTo>
                <a:lnTo>
                  <a:pt x="97" y="353"/>
                </a:lnTo>
                <a:lnTo>
                  <a:pt x="97" y="354"/>
                </a:lnTo>
                <a:lnTo>
                  <a:pt x="96" y="356"/>
                </a:lnTo>
                <a:lnTo>
                  <a:pt x="97" y="358"/>
                </a:lnTo>
                <a:lnTo>
                  <a:pt x="95" y="358"/>
                </a:lnTo>
                <a:lnTo>
                  <a:pt x="94" y="358"/>
                </a:lnTo>
                <a:lnTo>
                  <a:pt x="93" y="358"/>
                </a:lnTo>
                <a:lnTo>
                  <a:pt x="92" y="358"/>
                </a:lnTo>
                <a:lnTo>
                  <a:pt x="91" y="359"/>
                </a:lnTo>
                <a:lnTo>
                  <a:pt x="91" y="358"/>
                </a:lnTo>
                <a:lnTo>
                  <a:pt x="90" y="358"/>
                </a:lnTo>
                <a:lnTo>
                  <a:pt x="90" y="357"/>
                </a:lnTo>
                <a:lnTo>
                  <a:pt x="90" y="356"/>
                </a:lnTo>
                <a:lnTo>
                  <a:pt x="91" y="354"/>
                </a:lnTo>
                <a:lnTo>
                  <a:pt x="90" y="354"/>
                </a:lnTo>
                <a:lnTo>
                  <a:pt x="89" y="353"/>
                </a:lnTo>
                <a:lnTo>
                  <a:pt x="88" y="353"/>
                </a:lnTo>
                <a:lnTo>
                  <a:pt x="87" y="352"/>
                </a:lnTo>
                <a:lnTo>
                  <a:pt x="87" y="353"/>
                </a:lnTo>
                <a:lnTo>
                  <a:pt x="85" y="354"/>
                </a:lnTo>
                <a:lnTo>
                  <a:pt x="84" y="353"/>
                </a:lnTo>
                <a:lnTo>
                  <a:pt x="83" y="352"/>
                </a:lnTo>
                <a:lnTo>
                  <a:pt x="83" y="353"/>
                </a:lnTo>
                <a:lnTo>
                  <a:pt x="82" y="351"/>
                </a:lnTo>
                <a:lnTo>
                  <a:pt x="83" y="350"/>
                </a:lnTo>
                <a:lnTo>
                  <a:pt x="83" y="349"/>
                </a:lnTo>
                <a:lnTo>
                  <a:pt x="82" y="349"/>
                </a:lnTo>
                <a:lnTo>
                  <a:pt x="82" y="348"/>
                </a:lnTo>
                <a:lnTo>
                  <a:pt x="80" y="347"/>
                </a:lnTo>
                <a:lnTo>
                  <a:pt x="80" y="346"/>
                </a:lnTo>
                <a:lnTo>
                  <a:pt x="81" y="346"/>
                </a:lnTo>
                <a:lnTo>
                  <a:pt x="81" y="345"/>
                </a:lnTo>
                <a:lnTo>
                  <a:pt x="82" y="345"/>
                </a:lnTo>
                <a:lnTo>
                  <a:pt x="82" y="344"/>
                </a:lnTo>
                <a:lnTo>
                  <a:pt x="82" y="343"/>
                </a:lnTo>
                <a:lnTo>
                  <a:pt x="82" y="342"/>
                </a:lnTo>
                <a:lnTo>
                  <a:pt x="81" y="340"/>
                </a:lnTo>
                <a:lnTo>
                  <a:pt x="81" y="339"/>
                </a:lnTo>
                <a:lnTo>
                  <a:pt x="81" y="338"/>
                </a:lnTo>
                <a:lnTo>
                  <a:pt x="81" y="336"/>
                </a:lnTo>
                <a:lnTo>
                  <a:pt x="79" y="336"/>
                </a:lnTo>
                <a:lnTo>
                  <a:pt x="79" y="337"/>
                </a:lnTo>
                <a:lnTo>
                  <a:pt x="78" y="337"/>
                </a:lnTo>
                <a:lnTo>
                  <a:pt x="79" y="337"/>
                </a:lnTo>
                <a:lnTo>
                  <a:pt x="78" y="338"/>
                </a:lnTo>
                <a:lnTo>
                  <a:pt x="78" y="337"/>
                </a:lnTo>
                <a:lnTo>
                  <a:pt x="77" y="337"/>
                </a:lnTo>
                <a:lnTo>
                  <a:pt x="77" y="336"/>
                </a:lnTo>
                <a:lnTo>
                  <a:pt x="76" y="336"/>
                </a:lnTo>
                <a:lnTo>
                  <a:pt x="75" y="335"/>
                </a:lnTo>
                <a:lnTo>
                  <a:pt x="75" y="334"/>
                </a:lnTo>
                <a:lnTo>
                  <a:pt x="74" y="333"/>
                </a:lnTo>
                <a:lnTo>
                  <a:pt x="73" y="333"/>
                </a:lnTo>
                <a:lnTo>
                  <a:pt x="73" y="334"/>
                </a:lnTo>
                <a:lnTo>
                  <a:pt x="72" y="334"/>
                </a:lnTo>
                <a:lnTo>
                  <a:pt x="71" y="334"/>
                </a:lnTo>
                <a:lnTo>
                  <a:pt x="71" y="335"/>
                </a:lnTo>
                <a:lnTo>
                  <a:pt x="70" y="335"/>
                </a:lnTo>
                <a:lnTo>
                  <a:pt x="70" y="334"/>
                </a:lnTo>
                <a:lnTo>
                  <a:pt x="70" y="333"/>
                </a:lnTo>
                <a:lnTo>
                  <a:pt x="71" y="332"/>
                </a:lnTo>
                <a:lnTo>
                  <a:pt x="72" y="331"/>
                </a:lnTo>
                <a:lnTo>
                  <a:pt x="72" y="330"/>
                </a:lnTo>
                <a:lnTo>
                  <a:pt x="72" y="328"/>
                </a:lnTo>
                <a:lnTo>
                  <a:pt x="71" y="328"/>
                </a:lnTo>
                <a:lnTo>
                  <a:pt x="71" y="327"/>
                </a:lnTo>
                <a:lnTo>
                  <a:pt x="69" y="327"/>
                </a:lnTo>
                <a:lnTo>
                  <a:pt x="69" y="326"/>
                </a:lnTo>
                <a:lnTo>
                  <a:pt x="69" y="325"/>
                </a:lnTo>
                <a:lnTo>
                  <a:pt x="69" y="324"/>
                </a:lnTo>
                <a:lnTo>
                  <a:pt x="68" y="323"/>
                </a:lnTo>
                <a:lnTo>
                  <a:pt x="67" y="323"/>
                </a:lnTo>
                <a:lnTo>
                  <a:pt x="67" y="322"/>
                </a:lnTo>
                <a:lnTo>
                  <a:pt x="68" y="321"/>
                </a:lnTo>
                <a:lnTo>
                  <a:pt x="68" y="320"/>
                </a:lnTo>
                <a:lnTo>
                  <a:pt x="67" y="320"/>
                </a:lnTo>
                <a:lnTo>
                  <a:pt x="66" y="319"/>
                </a:lnTo>
                <a:lnTo>
                  <a:pt x="66" y="318"/>
                </a:lnTo>
                <a:lnTo>
                  <a:pt x="67" y="318"/>
                </a:lnTo>
                <a:lnTo>
                  <a:pt x="67" y="317"/>
                </a:lnTo>
                <a:lnTo>
                  <a:pt x="67" y="316"/>
                </a:lnTo>
                <a:lnTo>
                  <a:pt x="67" y="315"/>
                </a:lnTo>
                <a:lnTo>
                  <a:pt x="67" y="314"/>
                </a:lnTo>
                <a:lnTo>
                  <a:pt x="67" y="313"/>
                </a:lnTo>
                <a:lnTo>
                  <a:pt x="68" y="312"/>
                </a:lnTo>
                <a:lnTo>
                  <a:pt x="68" y="310"/>
                </a:lnTo>
                <a:lnTo>
                  <a:pt x="67" y="309"/>
                </a:lnTo>
                <a:lnTo>
                  <a:pt x="66" y="309"/>
                </a:lnTo>
                <a:lnTo>
                  <a:pt x="64" y="308"/>
                </a:lnTo>
                <a:lnTo>
                  <a:pt x="65" y="306"/>
                </a:lnTo>
                <a:lnTo>
                  <a:pt x="63" y="306"/>
                </a:lnTo>
                <a:lnTo>
                  <a:pt x="63" y="305"/>
                </a:lnTo>
                <a:lnTo>
                  <a:pt x="63" y="304"/>
                </a:lnTo>
                <a:lnTo>
                  <a:pt x="64" y="304"/>
                </a:lnTo>
                <a:lnTo>
                  <a:pt x="65" y="304"/>
                </a:lnTo>
                <a:lnTo>
                  <a:pt x="65" y="303"/>
                </a:lnTo>
                <a:lnTo>
                  <a:pt x="64" y="303"/>
                </a:lnTo>
                <a:lnTo>
                  <a:pt x="63" y="303"/>
                </a:lnTo>
                <a:lnTo>
                  <a:pt x="63" y="302"/>
                </a:lnTo>
                <a:lnTo>
                  <a:pt x="63" y="301"/>
                </a:lnTo>
                <a:lnTo>
                  <a:pt x="62" y="301"/>
                </a:lnTo>
                <a:lnTo>
                  <a:pt x="61" y="301"/>
                </a:lnTo>
                <a:lnTo>
                  <a:pt x="61" y="302"/>
                </a:lnTo>
                <a:lnTo>
                  <a:pt x="60" y="302"/>
                </a:lnTo>
                <a:lnTo>
                  <a:pt x="60" y="301"/>
                </a:lnTo>
                <a:lnTo>
                  <a:pt x="59" y="301"/>
                </a:lnTo>
                <a:lnTo>
                  <a:pt x="59" y="302"/>
                </a:lnTo>
                <a:lnTo>
                  <a:pt x="58" y="302"/>
                </a:lnTo>
                <a:lnTo>
                  <a:pt x="58" y="303"/>
                </a:lnTo>
                <a:lnTo>
                  <a:pt x="57" y="303"/>
                </a:lnTo>
                <a:lnTo>
                  <a:pt x="56" y="303"/>
                </a:lnTo>
                <a:lnTo>
                  <a:pt x="55" y="303"/>
                </a:lnTo>
                <a:lnTo>
                  <a:pt x="54" y="303"/>
                </a:lnTo>
                <a:lnTo>
                  <a:pt x="53" y="302"/>
                </a:lnTo>
                <a:lnTo>
                  <a:pt x="52" y="302"/>
                </a:lnTo>
                <a:lnTo>
                  <a:pt x="50" y="303"/>
                </a:lnTo>
                <a:lnTo>
                  <a:pt x="50" y="304"/>
                </a:lnTo>
                <a:lnTo>
                  <a:pt x="49" y="304"/>
                </a:lnTo>
                <a:lnTo>
                  <a:pt x="48" y="303"/>
                </a:lnTo>
                <a:lnTo>
                  <a:pt x="49" y="303"/>
                </a:lnTo>
                <a:lnTo>
                  <a:pt x="49" y="302"/>
                </a:lnTo>
                <a:lnTo>
                  <a:pt x="48" y="302"/>
                </a:lnTo>
                <a:lnTo>
                  <a:pt x="48" y="301"/>
                </a:lnTo>
                <a:lnTo>
                  <a:pt x="47" y="302"/>
                </a:lnTo>
                <a:lnTo>
                  <a:pt x="46" y="302"/>
                </a:lnTo>
                <a:lnTo>
                  <a:pt x="45" y="303"/>
                </a:lnTo>
                <a:lnTo>
                  <a:pt x="44" y="303"/>
                </a:lnTo>
                <a:lnTo>
                  <a:pt x="43" y="303"/>
                </a:lnTo>
                <a:lnTo>
                  <a:pt x="42" y="303"/>
                </a:lnTo>
                <a:lnTo>
                  <a:pt x="41" y="304"/>
                </a:lnTo>
                <a:lnTo>
                  <a:pt x="40" y="304"/>
                </a:lnTo>
                <a:lnTo>
                  <a:pt x="41" y="304"/>
                </a:lnTo>
                <a:lnTo>
                  <a:pt x="41" y="303"/>
                </a:lnTo>
                <a:lnTo>
                  <a:pt x="40" y="303"/>
                </a:lnTo>
                <a:lnTo>
                  <a:pt x="39" y="302"/>
                </a:lnTo>
                <a:lnTo>
                  <a:pt x="38" y="303"/>
                </a:lnTo>
                <a:lnTo>
                  <a:pt x="37" y="303"/>
                </a:lnTo>
                <a:lnTo>
                  <a:pt x="37" y="302"/>
                </a:lnTo>
                <a:lnTo>
                  <a:pt x="36" y="301"/>
                </a:lnTo>
                <a:lnTo>
                  <a:pt x="35" y="301"/>
                </a:lnTo>
                <a:lnTo>
                  <a:pt x="35" y="300"/>
                </a:lnTo>
                <a:lnTo>
                  <a:pt x="34" y="300"/>
                </a:lnTo>
                <a:lnTo>
                  <a:pt x="34" y="299"/>
                </a:lnTo>
                <a:lnTo>
                  <a:pt x="33" y="299"/>
                </a:lnTo>
                <a:lnTo>
                  <a:pt x="34" y="299"/>
                </a:lnTo>
                <a:lnTo>
                  <a:pt x="34" y="298"/>
                </a:lnTo>
                <a:lnTo>
                  <a:pt x="34" y="297"/>
                </a:lnTo>
                <a:lnTo>
                  <a:pt x="35" y="297"/>
                </a:lnTo>
                <a:lnTo>
                  <a:pt x="35" y="296"/>
                </a:lnTo>
                <a:lnTo>
                  <a:pt x="34" y="296"/>
                </a:lnTo>
                <a:lnTo>
                  <a:pt x="33" y="295"/>
                </a:lnTo>
                <a:lnTo>
                  <a:pt x="31" y="296"/>
                </a:lnTo>
                <a:lnTo>
                  <a:pt x="30" y="296"/>
                </a:lnTo>
                <a:lnTo>
                  <a:pt x="30" y="295"/>
                </a:lnTo>
                <a:lnTo>
                  <a:pt x="29" y="296"/>
                </a:lnTo>
                <a:lnTo>
                  <a:pt x="28" y="296"/>
                </a:lnTo>
                <a:lnTo>
                  <a:pt x="28" y="295"/>
                </a:lnTo>
                <a:lnTo>
                  <a:pt x="28" y="294"/>
                </a:lnTo>
                <a:lnTo>
                  <a:pt x="27" y="294"/>
                </a:lnTo>
                <a:lnTo>
                  <a:pt x="27" y="293"/>
                </a:lnTo>
                <a:lnTo>
                  <a:pt x="28" y="292"/>
                </a:lnTo>
                <a:lnTo>
                  <a:pt x="28" y="291"/>
                </a:lnTo>
                <a:lnTo>
                  <a:pt x="29" y="291"/>
                </a:lnTo>
                <a:lnTo>
                  <a:pt x="30" y="290"/>
                </a:lnTo>
                <a:lnTo>
                  <a:pt x="30" y="289"/>
                </a:lnTo>
                <a:lnTo>
                  <a:pt x="30" y="287"/>
                </a:lnTo>
                <a:lnTo>
                  <a:pt x="29" y="287"/>
                </a:lnTo>
                <a:lnTo>
                  <a:pt x="28" y="287"/>
                </a:lnTo>
                <a:lnTo>
                  <a:pt x="27" y="287"/>
                </a:lnTo>
                <a:lnTo>
                  <a:pt x="26" y="288"/>
                </a:lnTo>
                <a:lnTo>
                  <a:pt x="25" y="289"/>
                </a:lnTo>
                <a:lnTo>
                  <a:pt x="24" y="290"/>
                </a:lnTo>
                <a:lnTo>
                  <a:pt x="23" y="290"/>
                </a:lnTo>
                <a:lnTo>
                  <a:pt x="22" y="289"/>
                </a:lnTo>
                <a:lnTo>
                  <a:pt x="21" y="288"/>
                </a:lnTo>
                <a:lnTo>
                  <a:pt x="20" y="289"/>
                </a:lnTo>
                <a:lnTo>
                  <a:pt x="20" y="290"/>
                </a:lnTo>
                <a:lnTo>
                  <a:pt x="19" y="290"/>
                </a:lnTo>
                <a:lnTo>
                  <a:pt x="18" y="289"/>
                </a:lnTo>
                <a:lnTo>
                  <a:pt x="18" y="288"/>
                </a:lnTo>
                <a:lnTo>
                  <a:pt x="16" y="287"/>
                </a:lnTo>
                <a:lnTo>
                  <a:pt x="15" y="287"/>
                </a:lnTo>
                <a:lnTo>
                  <a:pt x="14" y="287"/>
                </a:lnTo>
                <a:lnTo>
                  <a:pt x="14" y="286"/>
                </a:lnTo>
                <a:lnTo>
                  <a:pt x="13" y="286"/>
                </a:lnTo>
                <a:lnTo>
                  <a:pt x="12" y="286"/>
                </a:lnTo>
                <a:lnTo>
                  <a:pt x="12" y="285"/>
                </a:lnTo>
                <a:lnTo>
                  <a:pt x="10" y="284"/>
                </a:lnTo>
                <a:lnTo>
                  <a:pt x="10" y="283"/>
                </a:lnTo>
                <a:lnTo>
                  <a:pt x="10" y="282"/>
                </a:lnTo>
                <a:lnTo>
                  <a:pt x="9" y="281"/>
                </a:lnTo>
                <a:lnTo>
                  <a:pt x="8" y="281"/>
                </a:lnTo>
                <a:lnTo>
                  <a:pt x="6" y="281"/>
                </a:lnTo>
                <a:lnTo>
                  <a:pt x="6" y="280"/>
                </a:lnTo>
                <a:lnTo>
                  <a:pt x="5" y="280"/>
                </a:lnTo>
                <a:lnTo>
                  <a:pt x="4" y="281"/>
                </a:lnTo>
                <a:lnTo>
                  <a:pt x="4" y="280"/>
                </a:lnTo>
                <a:lnTo>
                  <a:pt x="5" y="280"/>
                </a:lnTo>
                <a:lnTo>
                  <a:pt x="5" y="279"/>
                </a:lnTo>
                <a:lnTo>
                  <a:pt x="5" y="278"/>
                </a:lnTo>
                <a:lnTo>
                  <a:pt x="4" y="278"/>
                </a:lnTo>
                <a:lnTo>
                  <a:pt x="3" y="278"/>
                </a:lnTo>
                <a:lnTo>
                  <a:pt x="3" y="277"/>
                </a:lnTo>
                <a:lnTo>
                  <a:pt x="2" y="277"/>
                </a:lnTo>
                <a:lnTo>
                  <a:pt x="2" y="275"/>
                </a:lnTo>
                <a:lnTo>
                  <a:pt x="1" y="275"/>
                </a:lnTo>
                <a:lnTo>
                  <a:pt x="0" y="275"/>
                </a:lnTo>
                <a:lnTo>
                  <a:pt x="0" y="273"/>
                </a:lnTo>
                <a:lnTo>
                  <a:pt x="0" y="272"/>
                </a:lnTo>
                <a:lnTo>
                  <a:pt x="1" y="271"/>
                </a:lnTo>
                <a:lnTo>
                  <a:pt x="2" y="270"/>
                </a:lnTo>
                <a:lnTo>
                  <a:pt x="2" y="269"/>
                </a:lnTo>
                <a:lnTo>
                  <a:pt x="3" y="269"/>
                </a:lnTo>
                <a:lnTo>
                  <a:pt x="3" y="268"/>
                </a:lnTo>
                <a:lnTo>
                  <a:pt x="3" y="267"/>
                </a:lnTo>
                <a:lnTo>
                  <a:pt x="4" y="265"/>
                </a:lnTo>
                <a:lnTo>
                  <a:pt x="4" y="263"/>
                </a:lnTo>
                <a:lnTo>
                  <a:pt x="4" y="262"/>
                </a:lnTo>
                <a:lnTo>
                  <a:pt x="4" y="261"/>
                </a:lnTo>
                <a:lnTo>
                  <a:pt x="5" y="260"/>
                </a:lnTo>
                <a:lnTo>
                  <a:pt x="5" y="259"/>
                </a:lnTo>
                <a:lnTo>
                  <a:pt x="5" y="258"/>
                </a:lnTo>
                <a:lnTo>
                  <a:pt x="6" y="258"/>
                </a:lnTo>
                <a:lnTo>
                  <a:pt x="7" y="258"/>
                </a:lnTo>
                <a:lnTo>
                  <a:pt x="8" y="258"/>
                </a:lnTo>
                <a:lnTo>
                  <a:pt x="8" y="259"/>
                </a:lnTo>
                <a:lnTo>
                  <a:pt x="9" y="259"/>
                </a:lnTo>
                <a:lnTo>
                  <a:pt x="11" y="259"/>
                </a:lnTo>
                <a:lnTo>
                  <a:pt x="12" y="258"/>
                </a:lnTo>
                <a:lnTo>
                  <a:pt x="13" y="258"/>
                </a:lnTo>
                <a:lnTo>
                  <a:pt x="14" y="258"/>
                </a:lnTo>
                <a:lnTo>
                  <a:pt x="15" y="256"/>
                </a:lnTo>
                <a:lnTo>
                  <a:pt x="16" y="256"/>
                </a:lnTo>
                <a:lnTo>
                  <a:pt x="16" y="255"/>
                </a:lnTo>
                <a:lnTo>
                  <a:pt x="15" y="255"/>
                </a:lnTo>
                <a:lnTo>
                  <a:pt x="16" y="255"/>
                </a:lnTo>
                <a:lnTo>
                  <a:pt x="16" y="254"/>
                </a:lnTo>
                <a:lnTo>
                  <a:pt x="14" y="253"/>
                </a:lnTo>
                <a:lnTo>
                  <a:pt x="13" y="253"/>
                </a:lnTo>
                <a:lnTo>
                  <a:pt x="13" y="254"/>
                </a:lnTo>
                <a:lnTo>
                  <a:pt x="13" y="253"/>
                </a:lnTo>
                <a:lnTo>
                  <a:pt x="12" y="253"/>
                </a:lnTo>
                <a:lnTo>
                  <a:pt x="11" y="253"/>
                </a:lnTo>
                <a:lnTo>
                  <a:pt x="10" y="252"/>
                </a:lnTo>
                <a:lnTo>
                  <a:pt x="10" y="253"/>
                </a:lnTo>
                <a:lnTo>
                  <a:pt x="9" y="253"/>
                </a:lnTo>
                <a:lnTo>
                  <a:pt x="9" y="252"/>
                </a:lnTo>
                <a:lnTo>
                  <a:pt x="8" y="252"/>
                </a:lnTo>
                <a:lnTo>
                  <a:pt x="8" y="251"/>
                </a:lnTo>
                <a:lnTo>
                  <a:pt x="8" y="249"/>
                </a:lnTo>
                <a:lnTo>
                  <a:pt x="9" y="248"/>
                </a:lnTo>
                <a:lnTo>
                  <a:pt x="9" y="247"/>
                </a:lnTo>
                <a:lnTo>
                  <a:pt x="10" y="247"/>
                </a:lnTo>
                <a:lnTo>
                  <a:pt x="10" y="246"/>
                </a:lnTo>
                <a:lnTo>
                  <a:pt x="12" y="246"/>
                </a:lnTo>
                <a:lnTo>
                  <a:pt x="13" y="247"/>
                </a:lnTo>
                <a:lnTo>
                  <a:pt x="14" y="247"/>
                </a:lnTo>
                <a:lnTo>
                  <a:pt x="15" y="247"/>
                </a:lnTo>
                <a:lnTo>
                  <a:pt x="15" y="248"/>
                </a:lnTo>
                <a:lnTo>
                  <a:pt x="16" y="248"/>
                </a:lnTo>
                <a:lnTo>
                  <a:pt x="17" y="248"/>
                </a:lnTo>
                <a:lnTo>
                  <a:pt x="18" y="247"/>
                </a:lnTo>
                <a:lnTo>
                  <a:pt x="18" y="246"/>
                </a:lnTo>
                <a:lnTo>
                  <a:pt x="19" y="246"/>
                </a:lnTo>
                <a:lnTo>
                  <a:pt x="19" y="247"/>
                </a:lnTo>
                <a:lnTo>
                  <a:pt x="20" y="247"/>
                </a:lnTo>
                <a:lnTo>
                  <a:pt x="21" y="246"/>
                </a:lnTo>
                <a:lnTo>
                  <a:pt x="21" y="244"/>
                </a:lnTo>
                <a:lnTo>
                  <a:pt x="21" y="243"/>
                </a:lnTo>
                <a:lnTo>
                  <a:pt x="21" y="242"/>
                </a:lnTo>
                <a:lnTo>
                  <a:pt x="21" y="241"/>
                </a:lnTo>
                <a:lnTo>
                  <a:pt x="22" y="241"/>
                </a:lnTo>
                <a:lnTo>
                  <a:pt x="23" y="241"/>
                </a:lnTo>
                <a:lnTo>
                  <a:pt x="24" y="240"/>
                </a:lnTo>
                <a:lnTo>
                  <a:pt x="25" y="240"/>
                </a:lnTo>
                <a:lnTo>
                  <a:pt x="26" y="240"/>
                </a:lnTo>
                <a:lnTo>
                  <a:pt x="27" y="239"/>
                </a:lnTo>
                <a:lnTo>
                  <a:pt x="26" y="239"/>
                </a:lnTo>
                <a:lnTo>
                  <a:pt x="27" y="239"/>
                </a:lnTo>
                <a:lnTo>
                  <a:pt x="27" y="238"/>
                </a:lnTo>
                <a:lnTo>
                  <a:pt x="28" y="237"/>
                </a:lnTo>
                <a:lnTo>
                  <a:pt x="30" y="235"/>
                </a:lnTo>
                <a:lnTo>
                  <a:pt x="31" y="235"/>
                </a:lnTo>
                <a:lnTo>
                  <a:pt x="32" y="235"/>
                </a:lnTo>
                <a:lnTo>
                  <a:pt x="31" y="235"/>
                </a:lnTo>
                <a:lnTo>
                  <a:pt x="31" y="234"/>
                </a:lnTo>
                <a:lnTo>
                  <a:pt x="30" y="234"/>
                </a:lnTo>
                <a:lnTo>
                  <a:pt x="30" y="233"/>
                </a:lnTo>
                <a:lnTo>
                  <a:pt x="29" y="233"/>
                </a:lnTo>
                <a:lnTo>
                  <a:pt x="29" y="232"/>
                </a:lnTo>
                <a:lnTo>
                  <a:pt x="30" y="232"/>
                </a:lnTo>
                <a:lnTo>
                  <a:pt x="30" y="231"/>
                </a:lnTo>
                <a:lnTo>
                  <a:pt x="30" y="232"/>
                </a:lnTo>
                <a:lnTo>
                  <a:pt x="31" y="232"/>
                </a:lnTo>
                <a:lnTo>
                  <a:pt x="32" y="232"/>
                </a:lnTo>
                <a:lnTo>
                  <a:pt x="32" y="231"/>
                </a:lnTo>
                <a:lnTo>
                  <a:pt x="33" y="231"/>
                </a:lnTo>
                <a:lnTo>
                  <a:pt x="33" y="230"/>
                </a:lnTo>
                <a:lnTo>
                  <a:pt x="33" y="228"/>
                </a:lnTo>
                <a:lnTo>
                  <a:pt x="35" y="228"/>
                </a:lnTo>
                <a:lnTo>
                  <a:pt x="36" y="227"/>
                </a:lnTo>
                <a:lnTo>
                  <a:pt x="36" y="226"/>
                </a:lnTo>
                <a:lnTo>
                  <a:pt x="36" y="225"/>
                </a:lnTo>
                <a:lnTo>
                  <a:pt x="35" y="223"/>
                </a:lnTo>
                <a:lnTo>
                  <a:pt x="35" y="222"/>
                </a:lnTo>
                <a:lnTo>
                  <a:pt x="36" y="222"/>
                </a:lnTo>
                <a:lnTo>
                  <a:pt x="36" y="221"/>
                </a:lnTo>
                <a:lnTo>
                  <a:pt x="37" y="221"/>
                </a:lnTo>
                <a:lnTo>
                  <a:pt x="39" y="221"/>
                </a:lnTo>
                <a:lnTo>
                  <a:pt x="40" y="221"/>
                </a:lnTo>
                <a:lnTo>
                  <a:pt x="41" y="221"/>
                </a:lnTo>
                <a:lnTo>
                  <a:pt x="42" y="220"/>
                </a:lnTo>
                <a:lnTo>
                  <a:pt x="42" y="219"/>
                </a:lnTo>
                <a:lnTo>
                  <a:pt x="42" y="220"/>
                </a:lnTo>
                <a:lnTo>
                  <a:pt x="42" y="221"/>
                </a:lnTo>
                <a:lnTo>
                  <a:pt x="43" y="221"/>
                </a:lnTo>
                <a:lnTo>
                  <a:pt x="44" y="220"/>
                </a:lnTo>
                <a:lnTo>
                  <a:pt x="43" y="219"/>
                </a:lnTo>
                <a:lnTo>
                  <a:pt x="43" y="218"/>
                </a:lnTo>
                <a:lnTo>
                  <a:pt x="42" y="217"/>
                </a:lnTo>
                <a:lnTo>
                  <a:pt x="43" y="217"/>
                </a:lnTo>
                <a:lnTo>
                  <a:pt x="43" y="216"/>
                </a:lnTo>
                <a:lnTo>
                  <a:pt x="44" y="216"/>
                </a:lnTo>
                <a:lnTo>
                  <a:pt x="43" y="215"/>
                </a:lnTo>
                <a:lnTo>
                  <a:pt x="43" y="214"/>
                </a:lnTo>
                <a:lnTo>
                  <a:pt x="42" y="214"/>
                </a:lnTo>
                <a:lnTo>
                  <a:pt x="42" y="213"/>
                </a:lnTo>
                <a:lnTo>
                  <a:pt x="43" y="212"/>
                </a:lnTo>
                <a:lnTo>
                  <a:pt x="45" y="212"/>
                </a:lnTo>
                <a:lnTo>
                  <a:pt x="46" y="212"/>
                </a:lnTo>
                <a:lnTo>
                  <a:pt x="46" y="211"/>
                </a:lnTo>
                <a:lnTo>
                  <a:pt x="47" y="211"/>
                </a:lnTo>
                <a:lnTo>
                  <a:pt x="47" y="212"/>
                </a:lnTo>
                <a:lnTo>
                  <a:pt x="47" y="211"/>
                </a:lnTo>
                <a:lnTo>
                  <a:pt x="48" y="211"/>
                </a:lnTo>
                <a:lnTo>
                  <a:pt x="47" y="210"/>
                </a:lnTo>
                <a:lnTo>
                  <a:pt x="47" y="209"/>
                </a:lnTo>
                <a:lnTo>
                  <a:pt x="47" y="208"/>
                </a:lnTo>
                <a:lnTo>
                  <a:pt x="48" y="207"/>
                </a:lnTo>
                <a:lnTo>
                  <a:pt x="49" y="206"/>
                </a:lnTo>
                <a:lnTo>
                  <a:pt x="50" y="205"/>
                </a:lnTo>
                <a:lnTo>
                  <a:pt x="49" y="204"/>
                </a:lnTo>
                <a:lnTo>
                  <a:pt x="49" y="203"/>
                </a:lnTo>
                <a:lnTo>
                  <a:pt x="50" y="203"/>
                </a:lnTo>
                <a:lnTo>
                  <a:pt x="50" y="202"/>
                </a:lnTo>
                <a:lnTo>
                  <a:pt x="49" y="202"/>
                </a:lnTo>
                <a:lnTo>
                  <a:pt x="49" y="201"/>
                </a:lnTo>
                <a:lnTo>
                  <a:pt x="48" y="201"/>
                </a:lnTo>
                <a:lnTo>
                  <a:pt x="48" y="200"/>
                </a:lnTo>
                <a:lnTo>
                  <a:pt x="47" y="200"/>
                </a:lnTo>
                <a:lnTo>
                  <a:pt x="47" y="199"/>
                </a:lnTo>
                <a:lnTo>
                  <a:pt x="46" y="198"/>
                </a:lnTo>
                <a:lnTo>
                  <a:pt x="46" y="197"/>
                </a:lnTo>
                <a:lnTo>
                  <a:pt x="49" y="197"/>
                </a:lnTo>
                <a:lnTo>
                  <a:pt x="51" y="197"/>
                </a:lnTo>
                <a:lnTo>
                  <a:pt x="51" y="196"/>
                </a:lnTo>
                <a:lnTo>
                  <a:pt x="51" y="195"/>
                </a:lnTo>
                <a:lnTo>
                  <a:pt x="51" y="194"/>
                </a:lnTo>
                <a:lnTo>
                  <a:pt x="49" y="193"/>
                </a:lnTo>
                <a:lnTo>
                  <a:pt x="48" y="193"/>
                </a:lnTo>
                <a:lnTo>
                  <a:pt x="47" y="192"/>
                </a:lnTo>
                <a:lnTo>
                  <a:pt x="46" y="192"/>
                </a:lnTo>
                <a:lnTo>
                  <a:pt x="45" y="192"/>
                </a:lnTo>
                <a:lnTo>
                  <a:pt x="45" y="191"/>
                </a:lnTo>
                <a:lnTo>
                  <a:pt x="44" y="191"/>
                </a:lnTo>
                <a:lnTo>
                  <a:pt x="44" y="190"/>
                </a:lnTo>
                <a:lnTo>
                  <a:pt x="43" y="190"/>
                </a:lnTo>
                <a:lnTo>
                  <a:pt x="43" y="189"/>
                </a:lnTo>
                <a:lnTo>
                  <a:pt x="42" y="189"/>
                </a:lnTo>
                <a:lnTo>
                  <a:pt x="42" y="188"/>
                </a:lnTo>
                <a:lnTo>
                  <a:pt x="41" y="187"/>
                </a:lnTo>
                <a:lnTo>
                  <a:pt x="42" y="187"/>
                </a:lnTo>
                <a:lnTo>
                  <a:pt x="42" y="185"/>
                </a:lnTo>
                <a:lnTo>
                  <a:pt x="42" y="184"/>
                </a:lnTo>
                <a:lnTo>
                  <a:pt x="41" y="184"/>
                </a:lnTo>
                <a:lnTo>
                  <a:pt x="41" y="182"/>
                </a:lnTo>
                <a:lnTo>
                  <a:pt x="41" y="181"/>
                </a:lnTo>
                <a:lnTo>
                  <a:pt x="42" y="180"/>
                </a:lnTo>
                <a:lnTo>
                  <a:pt x="42" y="179"/>
                </a:lnTo>
                <a:lnTo>
                  <a:pt x="41" y="179"/>
                </a:lnTo>
                <a:lnTo>
                  <a:pt x="41" y="178"/>
                </a:lnTo>
                <a:lnTo>
                  <a:pt x="42" y="178"/>
                </a:lnTo>
                <a:lnTo>
                  <a:pt x="42" y="176"/>
                </a:lnTo>
                <a:lnTo>
                  <a:pt x="41" y="176"/>
                </a:lnTo>
                <a:lnTo>
                  <a:pt x="40" y="175"/>
                </a:lnTo>
                <a:lnTo>
                  <a:pt x="40" y="174"/>
                </a:lnTo>
                <a:lnTo>
                  <a:pt x="41" y="173"/>
                </a:lnTo>
                <a:lnTo>
                  <a:pt x="41" y="172"/>
                </a:lnTo>
                <a:lnTo>
                  <a:pt x="42" y="172"/>
                </a:lnTo>
                <a:lnTo>
                  <a:pt x="42" y="171"/>
                </a:lnTo>
                <a:lnTo>
                  <a:pt x="42" y="170"/>
                </a:lnTo>
                <a:lnTo>
                  <a:pt x="42" y="169"/>
                </a:lnTo>
                <a:lnTo>
                  <a:pt x="43" y="168"/>
                </a:lnTo>
                <a:lnTo>
                  <a:pt x="43" y="167"/>
                </a:lnTo>
                <a:lnTo>
                  <a:pt x="43" y="166"/>
                </a:lnTo>
                <a:lnTo>
                  <a:pt x="44" y="166"/>
                </a:lnTo>
                <a:lnTo>
                  <a:pt x="44" y="165"/>
                </a:lnTo>
                <a:lnTo>
                  <a:pt x="43" y="165"/>
                </a:lnTo>
                <a:lnTo>
                  <a:pt x="43" y="164"/>
                </a:lnTo>
                <a:lnTo>
                  <a:pt x="43" y="163"/>
                </a:lnTo>
                <a:lnTo>
                  <a:pt x="44" y="162"/>
                </a:lnTo>
                <a:lnTo>
                  <a:pt x="44" y="160"/>
                </a:lnTo>
                <a:lnTo>
                  <a:pt x="44" y="159"/>
                </a:lnTo>
                <a:lnTo>
                  <a:pt x="43" y="159"/>
                </a:lnTo>
                <a:lnTo>
                  <a:pt x="43" y="158"/>
                </a:lnTo>
                <a:lnTo>
                  <a:pt x="43" y="157"/>
                </a:lnTo>
                <a:lnTo>
                  <a:pt x="43" y="156"/>
                </a:lnTo>
                <a:lnTo>
                  <a:pt x="43" y="155"/>
                </a:lnTo>
                <a:lnTo>
                  <a:pt x="44" y="154"/>
                </a:lnTo>
                <a:lnTo>
                  <a:pt x="45" y="153"/>
                </a:lnTo>
                <a:lnTo>
                  <a:pt x="46" y="153"/>
                </a:lnTo>
                <a:lnTo>
                  <a:pt x="46" y="152"/>
                </a:lnTo>
                <a:lnTo>
                  <a:pt x="46" y="151"/>
                </a:lnTo>
                <a:lnTo>
                  <a:pt x="47" y="151"/>
                </a:lnTo>
                <a:lnTo>
                  <a:pt x="47" y="150"/>
                </a:lnTo>
                <a:lnTo>
                  <a:pt x="48" y="149"/>
                </a:lnTo>
                <a:lnTo>
                  <a:pt x="48" y="148"/>
                </a:lnTo>
                <a:lnTo>
                  <a:pt x="48" y="147"/>
                </a:lnTo>
                <a:lnTo>
                  <a:pt x="48" y="146"/>
                </a:lnTo>
                <a:lnTo>
                  <a:pt x="48" y="145"/>
                </a:lnTo>
                <a:lnTo>
                  <a:pt x="48" y="144"/>
                </a:lnTo>
                <a:lnTo>
                  <a:pt x="48" y="143"/>
                </a:lnTo>
                <a:lnTo>
                  <a:pt x="47" y="142"/>
                </a:lnTo>
                <a:lnTo>
                  <a:pt x="47" y="141"/>
                </a:lnTo>
                <a:lnTo>
                  <a:pt x="46" y="141"/>
                </a:lnTo>
                <a:lnTo>
                  <a:pt x="45" y="140"/>
                </a:lnTo>
                <a:lnTo>
                  <a:pt x="44" y="140"/>
                </a:lnTo>
                <a:lnTo>
                  <a:pt x="43" y="140"/>
                </a:lnTo>
                <a:lnTo>
                  <a:pt x="42" y="140"/>
                </a:lnTo>
                <a:lnTo>
                  <a:pt x="41" y="139"/>
                </a:lnTo>
                <a:lnTo>
                  <a:pt x="41" y="138"/>
                </a:lnTo>
                <a:lnTo>
                  <a:pt x="41" y="137"/>
                </a:lnTo>
                <a:lnTo>
                  <a:pt x="40" y="137"/>
                </a:lnTo>
                <a:lnTo>
                  <a:pt x="39" y="136"/>
                </a:lnTo>
                <a:lnTo>
                  <a:pt x="39" y="135"/>
                </a:lnTo>
                <a:lnTo>
                  <a:pt x="38" y="134"/>
                </a:lnTo>
                <a:lnTo>
                  <a:pt x="38" y="133"/>
                </a:lnTo>
                <a:lnTo>
                  <a:pt x="37" y="133"/>
                </a:lnTo>
                <a:lnTo>
                  <a:pt x="36" y="133"/>
                </a:lnTo>
                <a:lnTo>
                  <a:pt x="36" y="132"/>
                </a:lnTo>
                <a:lnTo>
                  <a:pt x="35" y="132"/>
                </a:lnTo>
                <a:lnTo>
                  <a:pt x="36" y="131"/>
                </a:lnTo>
                <a:lnTo>
                  <a:pt x="36" y="130"/>
                </a:lnTo>
                <a:lnTo>
                  <a:pt x="37" y="129"/>
                </a:lnTo>
                <a:lnTo>
                  <a:pt x="38" y="129"/>
                </a:lnTo>
                <a:lnTo>
                  <a:pt x="38" y="128"/>
                </a:lnTo>
                <a:lnTo>
                  <a:pt x="38" y="127"/>
                </a:lnTo>
                <a:lnTo>
                  <a:pt x="39" y="127"/>
                </a:lnTo>
                <a:lnTo>
                  <a:pt x="39" y="126"/>
                </a:lnTo>
                <a:lnTo>
                  <a:pt x="39" y="125"/>
                </a:lnTo>
                <a:lnTo>
                  <a:pt x="40" y="125"/>
                </a:lnTo>
                <a:lnTo>
                  <a:pt x="41" y="125"/>
                </a:lnTo>
                <a:lnTo>
                  <a:pt x="41" y="124"/>
                </a:lnTo>
                <a:lnTo>
                  <a:pt x="43" y="123"/>
                </a:lnTo>
                <a:lnTo>
                  <a:pt x="44" y="123"/>
                </a:lnTo>
                <a:lnTo>
                  <a:pt x="44" y="122"/>
                </a:lnTo>
                <a:lnTo>
                  <a:pt x="45" y="121"/>
                </a:lnTo>
                <a:lnTo>
                  <a:pt x="46" y="121"/>
                </a:lnTo>
                <a:lnTo>
                  <a:pt x="48" y="121"/>
                </a:lnTo>
                <a:lnTo>
                  <a:pt x="49" y="121"/>
                </a:lnTo>
                <a:lnTo>
                  <a:pt x="51" y="121"/>
                </a:lnTo>
                <a:lnTo>
                  <a:pt x="51" y="120"/>
                </a:lnTo>
                <a:lnTo>
                  <a:pt x="53" y="120"/>
                </a:lnTo>
                <a:lnTo>
                  <a:pt x="53" y="119"/>
                </a:lnTo>
                <a:lnTo>
                  <a:pt x="53" y="118"/>
                </a:lnTo>
                <a:lnTo>
                  <a:pt x="55" y="118"/>
                </a:lnTo>
                <a:lnTo>
                  <a:pt x="56" y="117"/>
                </a:lnTo>
                <a:lnTo>
                  <a:pt x="58" y="116"/>
                </a:lnTo>
                <a:lnTo>
                  <a:pt x="58" y="115"/>
                </a:lnTo>
                <a:lnTo>
                  <a:pt x="58" y="114"/>
                </a:lnTo>
                <a:lnTo>
                  <a:pt x="59" y="114"/>
                </a:lnTo>
                <a:lnTo>
                  <a:pt x="59" y="112"/>
                </a:lnTo>
                <a:lnTo>
                  <a:pt x="60" y="112"/>
                </a:lnTo>
                <a:lnTo>
                  <a:pt x="60" y="113"/>
                </a:lnTo>
                <a:lnTo>
                  <a:pt x="60" y="114"/>
                </a:lnTo>
                <a:lnTo>
                  <a:pt x="61" y="114"/>
                </a:lnTo>
                <a:lnTo>
                  <a:pt x="62" y="115"/>
                </a:lnTo>
                <a:lnTo>
                  <a:pt x="63" y="115"/>
                </a:lnTo>
                <a:lnTo>
                  <a:pt x="65" y="115"/>
                </a:lnTo>
                <a:lnTo>
                  <a:pt x="65" y="116"/>
                </a:lnTo>
                <a:lnTo>
                  <a:pt x="65" y="118"/>
                </a:lnTo>
                <a:lnTo>
                  <a:pt x="65" y="119"/>
                </a:lnTo>
                <a:lnTo>
                  <a:pt x="64" y="119"/>
                </a:lnTo>
                <a:lnTo>
                  <a:pt x="63" y="121"/>
                </a:lnTo>
                <a:lnTo>
                  <a:pt x="62" y="121"/>
                </a:lnTo>
                <a:lnTo>
                  <a:pt x="62" y="122"/>
                </a:lnTo>
                <a:lnTo>
                  <a:pt x="64" y="122"/>
                </a:lnTo>
                <a:lnTo>
                  <a:pt x="65" y="122"/>
                </a:lnTo>
                <a:lnTo>
                  <a:pt x="65" y="123"/>
                </a:lnTo>
                <a:lnTo>
                  <a:pt x="66" y="123"/>
                </a:lnTo>
                <a:lnTo>
                  <a:pt x="67" y="124"/>
                </a:lnTo>
                <a:lnTo>
                  <a:pt x="68" y="124"/>
                </a:lnTo>
                <a:lnTo>
                  <a:pt x="69" y="125"/>
                </a:lnTo>
                <a:lnTo>
                  <a:pt x="69" y="126"/>
                </a:lnTo>
                <a:lnTo>
                  <a:pt x="70" y="126"/>
                </a:lnTo>
                <a:lnTo>
                  <a:pt x="71" y="127"/>
                </a:lnTo>
                <a:lnTo>
                  <a:pt x="71" y="128"/>
                </a:lnTo>
                <a:lnTo>
                  <a:pt x="72" y="128"/>
                </a:lnTo>
                <a:lnTo>
                  <a:pt x="73" y="128"/>
                </a:lnTo>
                <a:lnTo>
                  <a:pt x="74" y="128"/>
                </a:lnTo>
                <a:lnTo>
                  <a:pt x="74" y="127"/>
                </a:lnTo>
                <a:lnTo>
                  <a:pt x="75" y="128"/>
                </a:lnTo>
                <a:lnTo>
                  <a:pt x="77" y="129"/>
                </a:lnTo>
                <a:lnTo>
                  <a:pt x="78" y="129"/>
                </a:lnTo>
                <a:lnTo>
                  <a:pt x="79" y="129"/>
                </a:lnTo>
                <a:lnTo>
                  <a:pt x="78" y="129"/>
                </a:lnTo>
                <a:lnTo>
                  <a:pt x="78" y="130"/>
                </a:lnTo>
                <a:lnTo>
                  <a:pt x="79" y="130"/>
                </a:lnTo>
                <a:lnTo>
                  <a:pt x="79" y="129"/>
                </a:lnTo>
                <a:lnTo>
                  <a:pt x="80" y="129"/>
                </a:lnTo>
                <a:lnTo>
                  <a:pt x="80" y="130"/>
                </a:lnTo>
                <a:lnTo>
                  <a:pt x="81" y="130"/>
                </a:lnTo>
                <a:lnTo>
                  <a:pt x="82" y="130"/>
                </a:lnTo>
                <a:lnTo>
                  <a:pt x="83" y="130"/>
                </a:lnTo>
                <a:lnTo>
                  <a:pt x="83" y="131"/>
                </a:lnTo>
                <a:lnTo>
                  <a:pt x="84" y="131"/>
                </a:lnTo>
                <a:lnTo>
                  <a:pt x="85" y="130"/>
                </a:lnTo>
                <a:lnTo>
                  <a:pt x="86" y="130"/>
                </a:lnTo>
                <a:lnTo>
                  <a:pt x="87" y="131"/>
                </a:lnTo>
                <a:lnTo>
                  <a:pt x="87" y="130"/>
                </a:lnTo>
                <a:lnTo>
                  <a:pt x="88" y="130"/>
                </a:lnTo>
                <a:lnTo>
                  <a:pt x="89" y="130"/>
                </a:lnTo>
                <a:lnTo>
                  <a:pt x="90" y="130"/>
                </a:lnTo>
                <a:lnTo>
                  <a:pt x="90" y="131"/>
                </a:lnTo>
                <a:lnTo>
                  <a:pt x="91" y="132"/>
                </a:lnTo>
                <a:lnTo>
                  <a:pt x="91" y="133"/>
                </a:lnTo>
                <a:lnTo>
                  <a:pt x="91" y="134"/>
                </a:lnTo>
                <a:lnTo>
                  <a:pt x="91" y="135"/>
                </a:lnTo>
                <a:lnTo>
                  <a:pt x="91" y="136"/>
                </a:lnTo>
                <a:lnTo>
                  <a:pt x="90" y="137"/>
                </a:lnTo>
                <a:lnTo>
                  <a:pt x="89" y="137"/>
                </a:lnTo>
                <a:lnTo>
                  <a:pt x="89" y="138"/>
                </a:lnTo>
                <a:lnTo>
                  <a:pt x="89" y="140"/>
                </a:lnTo>
                <a:lnTo>
                  <a:pt x="90" y="141"/>
                </a:lnTo>
                <a:lnTo>
                  <a:pt x="90" y="142"/>
                </a:lnTo>
                <a:lnTo>
                  <a:pt x="90" y="143"/>
                </a:lnTo>
                <a:lnTo>
                  <a:pt x="91" y="143"/>
                </a:lnTo>
                <a:lnTo>
                  <a:pt x="91" y="142"/>
                </a:lnTo>
                <a:lnTo>
                  <a:pt x="93" y="145"/>
                </a:lnTo>
                <a:lnTo>
                  <a:pt x="94" y="146"/>
                </a:lnTo>
                <a:lnTo>
                  <a:pt x="93" y="147"/>
                </a:lnTo>
                <a:lnTo>
                  <a:pt x="94" y="147"/>
                </a:lnTo>
                <a:lnTo>
                  <a:pt x="95" y="149"/>
                </a:lnTo>
                <a:lnTo>
                  <a:pt x="95" y="150"/>
                </a:lnTo>
                <a:lnTo>
                  <a:pt x="95" y="151"/>
                </a:lnTo>
                <a:lnTo>
                  <a:pt x="96" y="151"/>
                </a:lnTo>
                <a:lnTo>
                  <a:pt x="97" y="151"/>
                </a:lnTo>
                <a:lnTo>
                  <a:pt x="97" y="152"/>
                </a:lnTo>
                <a:lnTo>
                  <a:pt x="98" y="153"/>
                </a:lnTo>
                <a:lnTo>
                  <a:pt x="98" y="154"/>
                </a:lnTo>
                <a:lnTo>
                  <a:pt x="99" y="154"/>
                </a:lnTo>
                <a:lnTo>
                  <a:pt x="100" y="155"/>
                </a:lnTo>
                <a:lnTo>
                  <a:pt x="100" y="156"/>
                </a:lnTo>
                <a:lnTo>
                  <a:pt x="100" y="157"/>
                </a:lnTo>
                <a:lnTo>
                  <a:pt x="100" y="158"/>
                </a:lnTo>
                <a:lnTo>
                  <a:pt x="100" y="159"/>
                </a:lnTo>
                <a:lnTo>
                  <a:pt x="100" y="160"/>
                </a:lnTo>
                <a:lnTo>
                  <a:pt x="102" y="161"/>
                </a:lnTo>
                <a:lnTo>
                  <a:pt x="103" y="163"/>
                </a:lnTo>
                <a:lnTo>
                  <a:pt x="103" y="164"/>
                </a:lnTo>
                <a:lnTo>
                  <a:pt x="103" y="165"/>
                </a:lnTo>
                <a:lnTo>
                  <a:pt x="104" y="166"/>
                </a:lnTo>
                <a:lnTo>
                  <a:pt x="104" y="167"/>
                </a:lnTo>
                <a:lnTo>
                  <a:pt x="105" y="167"/>
                </a:lnTo>
                <a:lnTo>
                  <a:pt x="105" y="168"/>
                </a:lnTo>
                <a:lnTo>
                  <a:pt x="105" y="169"/>
                </a:lnTo>
                <a:lnTo>
                  <a:pt x="105" y="170"/>
                </a:lnTo>
                <a:lnTo>
                  <a:pt x="106" y="170"/>
                </a:lnTo>
                <a:lnTo>
                  <a:pt x="106" y="171"/>
                </a:lnTo>
                <a:lnTo>
                  <a:pt x="107" y="171"/>
                </a:lnTo>
                <a:lnTo>
                  <a:pt x="107" y="170"/>
                </a:lnTo>
                <a:lnTo>
                  <a:pt x="108" y="170"/>
                </a:lnTo>
                <a:lnTo>
                  <a:pt x="108" y="171"/>
                </a:lnTo>
                <a:lnTo>
                  <a:pt x="108" y="172"/>
                </a:lnTo>
                <a:lnTo>
                  <a:pt x="108" y="173"/>
                </a:lnTo>
                <a:lnTo>
                  <a:pt x="108" y="174"/>
                </a:lnTo>
                <a:lnTo>
                  <a:pt x="107" y="174"/>
                </a:lnTo>
                <a:lnTo>
                  <a:pt x="107" y="175"/>
                </a:lnTo>
                <a:lnTo>
                  <a:pt x="108" y="175"/>
                </a:lnTo>
                <a:lnTo>
                  <a:pt x="108" y="176"/>
                </a:lnTo>
                <a:lnTo>
                  <a:pt x="107" y="176"/>
                </a:lnTo>
                <a:lnTo>
                  <a:pt x="107" y="177"/>
                </a:lnTo>
                <a:lnTo>
                  <a:pt x="107" y="178"/>
                </a:lnTo>
                <a:lnTo>
                  <a:pt x="107" y="179"/>
                </a:lnTo>
                <a:lnTo>
                  <a:pt x="106" y="179"/>
                </a:lnTo>
                <a:lnTo>
                  <a:pt x="106" y="180"/>
                </a:lnTo>
                <a:lnTo>
                  <a:pt x="107" y="180"/>
                </a:lnTo>
                <a:lnTo>
                  <a:pt x="107" y="181"/>
                </a:lnTo>
                <a:lnTo>
                  <a:pt x="107" y="182"/>
                </a:lnTo>
                <a:lnTo>
                  <a:pt x="108" y="182"/>
                </a:lnTo>
                <a:lnTo>
                  <a:pt x="109" y="182"/>
                </a:lnTo>
                <a:lnTo>
                  <a:pt x="110" y="183"/>
                </a:lnTo>
                <a:lnTo>
                  <a:pt x="111" y="183"/>
                </a:lnTo>
                <a:lnTo>
                  <a:pt x="112" y="183"/>
                </a:lnTo>
                <a:lnTo>
                  <a:pt x="113" y="183"/>
                </a:lnTo>
                <a:lnTo>
                  <a:pt x="113" y="182"/>
                </a:lnTo>
                <a:lnTo>
                  <a:pt x="114" y="182"/>
                </a:lnTo>
                <a:lnTo>
                  <a:pt x="114" y="181"/>
                </a:lnTo>
                <a:lnTo>
                  <a:pt x="115" y="181"/>
                </a:lnTo>
                <a:lnTo>
                  <a:pt x="116" y="180"/>
                </a:lnTo>
                <a:lnTo>
                  <a:pt x="116" y="179"/>
                </a:lnTo>
                <a:lnTo>
                  <a:pt x="115" y="178"/>
                </a:lnTo>
                <a:lnTo>
                  <a:pt x="115" y="177"/>
                </a:lnTo>
                <a:lnTo>
                  <a:pt x="116" y="177"/>
                </a:lnTo>
                <a:lnTo>
                  <a:pt x="116" y="176"/>
                </a:lnTo>
                <a:lnTo>
                  <a:pt x="115" y="176"/>
                </a:lnTo>
                <a:lnTo>
                  <a:pt x="116" y="175"/>
                </a:lnTo>
                <a:lnTo>
                  <a:pt x="117" y="175"/>
                </a:lnTo>
                <a:lnTo>
                  <a:pt x="117" y="174"/>
                </a:lnTo>
                <a:lnTo>
                  <a:pt x="117" y="173"/>
                </a:lnTo>
                <a:lnTo>
                  <a:pt x="118" y="173"/>
                </a:lnTo>
                <a:lnTo>
                  <a:pt x="118" y="172"/>
                </a:lnTo>
                <a:lnTo>
                  <a:pt x="119" y="172"/>
                </a:lnTo>
                <a:lnTo>
                  <a:pt x="119" y="171"/>
                </a:lnTo>
                <a:lnTo>
                  <a:pt x="120" y="171"/>
                </a:lnTo>
                <a:lnTo>
                  <a:pt x="120" y="170"/>
                </a:lnTo>
                <a:lnTo>
                  <a:pt x="121" y="170"/>
                </a:lnTo>
                <a:lnTo>
                  <a:pt x="121" y="169"/>
                </a:lnTo>
                <a:lnTo>
                  <a:pt x="121" y="168"/>
                </a:lnTo>
                <a:lnTo>
                  <a:pt x="122" y="168"/>
                </a:lnTo>
                <a:lnTo>
                  <a:pt x="122" y="167"/>
                </a:lnTo>
                <a:lnTo>
                  <a:pt x="123" y="167"/>
                </a:lnTo>
                <a:lnTo>
                  <a:pt x="124" y="167"/>
                </a:lnTo>
                <a:lnTo>
                  <a:pt x="124" y="166"/>
                </a:lnTo>
                <a:lnTo>
                  <a:pt x="125" y="166"/>
                </a:lnTo>
                <a:lnTo>
                  <a:pt x="125" y="165"/>
                </a:lnTo>
                <a:lnTo>
                  <a:pt x="126" y="165"/>
                </a:lnTo>
                <a:lnTo>
                  <a:pt x="126" y="164"/>
                </a:lnTo>
                <a:lnTo>
                  <a:pt x="127" y="164"/>
                </a:lnTo>
                <a:lnTo>
                  <a:pt x="129" y="164"/>
                </a:lnTo>
                <a:lnTo>
                  <a:pt x="130" y="164"/>
                </a:lnTo>
                <a:lnTo>
                  <a:pt x="130" y="163"/>
                </a:lnTo>
                <a:lnTo>
                  <a:pt x="129" y="162"/>
                </a:lnTo>
                <a:lnTo>
                  <a:pt x="129" y="163"/>
                </a:lnTo>
                <a:lnTo>
                  <a:pt x="128" y="163"/>
                </a:lnTo>
                <a:lnTo>
                  <a:pt x="128" y="162"/>
                </a:lnTo>
                <a:lnTo>
                  <a:pt x="127" y="162"/>
                </a:lnTo>
                <a:lnTo>
                  <a:pt x="128" y="162"/>
                </a:lnTo>
                <a:lnTo>
                  <a:pt x="128" y="161"/>
                </a:lnTo>
                <a:lnTo>
                  <a:pt x="128" y="160"/>
                </a:lnTo>
                <a:lnTo>
                  <a:pt x="129" y="160"/>
                </a:lnTo>
                <a:lnTo>
                  <a:pt x="129" y="161"/>
                </a:lnTo>
                <a:lnTo>
                  <a:pt x="130" y="161"/>
                </a:lnTo>
                <a:lnTo>
                  <a:pt x="130" y="160"/>
                </a:lnTo>
                <a:lnTo>
                  <a:pt x="129" y="160"/>
                </a:lnTo>
                <a:lnTo>
                  <a:pt x="130" y="159"/>
                </a:lnTo>
                <a:lnTo>
                  <a:pt x="131" y="159"/>
                </a:lnTo>
                <a:lnTo>
                  <a:pt x="131" y="160"/>
                </a:lnTo>
                <a:lnTo>
                  <a:pt x="132" y="159"/>
                </a:lnTo>
                <a:lnTo>
                  <a:pt x="132" y="158"/>
                </a:lnTo>
                <a:lnTo>
                  <a:pt x="132" y="157"/>
                </a:lnTo>
                <a:lnTo>
                  <a:pt x="133" y="156"/>
                </a:lnTo>
                <a:lnTo>
                  <a:pt x="134" y="156"/>
                </a:lnTo>
                <a:lnTo>
                  <a:pt x="134" y="155"/>
                </a:lnTo>
                <a:lnTo>
                  <a:pt x="134" y="154"/>
                </a:lnTo>
                <a:lnTo>
                  <a:pt x="135" y="154"/>
                </a:lnTo>
                <a:lnTo>
                  <a:pt x="136" y="154"/>
                </a:lnTo>
                <a:lnTo>
                  <a:pt x="137" y="154"/>
                </a:lnTo>
                <a:lnTo>
                  <a:pt x="137" y="153"/>
                </a:lnTo>
                <a:lnTo>
                  <a:pt x="138" y="153"/>
                </a:lnTo>
                <a:lnTo>
                  <a:pt x="139" y="153"/>
                </a:lnTo>
                <a:lnTo>
                  <a:pt x="139" y="154"/>
                </a:lnTo>
                <a:lnTo>
                  <a:pt x="140" y="154"/>
                </a:lnTo>
                <a:lnTo>
                  <a:pt x="141" y="154"/>
                </a:lnTo>
                <a:lnTo>
                  <a:pt x="142" y="154"/>
                </a:lnTo>
                <a:lnTo>
                  <a:pt x="142" y="153"/>
                </a:lnTo>
                <a:lnTo>
                  <a:pt x="141" y="153"/>
                </a:lnTo>
                <a:lnTo>
                  <a:pt x="141" y="152"/>
                </a:lnTo>
                <a:lnTo>
                  <a:pt x="142" y="152"/>
                </a:lnTo>
                <a:lnTo>
                  <a:pt x="142" y="151"/>
                </a:lnTo>
                <a:lnTo>
                  <a:pt x="143" y="151"/>
                </a:lnTo>
                <a:lnTo>
                  <a:pt x="143" y="152"/>
                </a:lnTo>
                <a:lnTo>
                  <a:pt x="144" y="152"/>
                </a:lnTo>
                <a:lnTo>
                  <a:pt x="144" y="151"/>
                </a:lnTo>
                <a:lnTo>
                  <a:pt x="145" y="151"/>
                </a:lnTo>
                <a:lnTo>
                  <a:pt x="145" y="150"/>
                </a:lnTo>
                <a:lnTo>
                  <a:pt x="145" y="149"/>
                </a:lnTo>
                <a:lnTo>
                  <a:pt x="145" y="148"/>
                </a:lnTo>
                <a:lnTo>
                  <a:pt x="144" y="147"/>
                </a:lnTo>
                <a:lnTo>
                  <a:pt x="144" y="146"/>
                </a:lnTo>
                <a:lnTo>
                  <a:pt x="145" y="146"/>
                </a:lnTo>
                <a:lnTo>
                  <a:pt x="146" y="146"/>
                </a:lnTo>
                <a:lnTo>
                  <a:pt x="147" y="146"/>
                </a:lnTo>
                <a:lnTo>
                  <a:pt x="148" y="145"/>
                </a:lnTo>
                <a:lnTo>
                  <a:pt x="148" y="144"/>
                </a:lnTo>
                <a:lnTo>
                  <a:pt x="147" y="144"/>
                </a:lnTo>
                <a:lnTo>
                  <a:pt x="147" y="143"/>
                </a:lnTo>
                <a:lnTo>
                  <a:pt x="148" y="143"/>
                </a:lnTo>
                <a:lnTo>
                  <a:pt x="149" y="143"/>
                </a:lnTo>
                <a:lnTo>
                  <a:pt x="148" y="142"/>
                </a:lnTo>
                <a:lnTo>
                  <a:pt x="148" y="143"/>
                </a:lnTo>
                <a:lnTo>
                  <a:pt x="147" y="143"/>
                </a:lnTo>
                <a:lnTo>
                  <a:pt x="146" y="142"/>
                </a:lnTo>
                <a:lnTo>
                  <a:pt x="146" y="141"/>
                </a:lnTo>
                <a:lnTo>
                  <a:pt x="147" y="141"/>
                </a:lnTo>
                <a:lnTo>
                  <a:pt x="148" y="140"/>
                </a:lnTo>
                <a:lnTo>
                  <a:pt x="149" y="140"/>
                </a:lnTo>
                <a:lnTo>
                  <a:pt x="149" y="139"/>
                </a:lnTo>
                <a:lnTo>
                  <a:pt x="150" y="139"/>
                </a:lnTo>
                <a:lnTo>
                  <a:pt x="151" y="138"/>
                </a:lnTo>
                <a:lnTo>
                  <a:pt x="151" y="139"/>
                </a:lnTo>
                <a:lnTo>
                  <a:pt x="152" y="138"/>
                </a:lnTo>
                <a:lnTo>
                  <a:pt x="153" y="137"/>
                </a:lnTo>
                <a:lnTo>
                  <a:pt x="153" y="138"/>
                </a:lnTo>
                <a:lnTo>
                  <a:pt x="154" y="138"/>
                </a:lnTo>
                <a:lnTo>
                  <a:pt x="154" y="137"/>
                </a:lnTo>
                <a:lnTo>
                  <a:pt x="155" y="137"/>
                </a:lnTo>
                <a:lnTo>
                  <a:pt x="156" y="136"/>
                </a:lnTo>
                <a:lnTo>
                  <a:pt x="156" y="135"/>
                </a:lnTo>
                <a:lnTo>
                  <a:pt x="157" y="135"/>
                </a:lnTo>
                <a:lnTo>
                  <a:pt x="158" y="135"/>
                </a:lnTo>
                <a:lnTo>
                  <a:pt x="159" y="136"/>
                </a:lnTo>
                <a:lnTo>
                  <a:pt x="160" y="136"/>
                </a:lnTo>
                <a:lnTo>
                  <a:pt x="161" y="136"/>
                </a:lnTo>
                <a:lnTo>
                  <a:pt x="161" y="135"/>
                </a:lnTo>
                <a:lnTo>
                  <a:pt x="162" y="135"/>
                </a:lnTo>
                <a:lnTo>
                  <a:pt x="163" y="135"/>
                </a:lnTo>
                <a:lnTo>
                  <a:pt x="163" y="134"/>
                </a:lnTo>
                <a:lnTo>
                  <a:pt x="164" y="134"/>
                </a:lnTo>
                <a:lnTo>
                  <a:pt x="165" y="134"/>
                </a:lnTo>
                <a:lnTo>
                  <a:pt x="166" y="133"/>
                </a:lnTo>
                <a:lnTo>
                  <a:pt x="167" y="132"/>
                </a:lnTo>
                <a:lnTo>
                  <a:pt x="168" y="131"/>
                </a:lnTo>
                <a:lnTo>
                  <a:pt x="169" y="132"/>
                </a:lnTo>
                <a:lnTo>
                  <a:pt x="169" y="131"/>
                </a:lnTo>
                <a:lnTo>
                  <a:pt x="170" y="131"/>
                </a:lnTo>
                <a:lnTo>
                  <a:pt x="170" y="130"/>
                </a:lnTo>
                <a:lnTo>
                  <a:pt x="170" y="129"/>
                </a:lnTo>
                <a:lnTo>
                  <a:pt x="171" y="129"/>
                </a:lnTo>
                <a:lnTo>
                  <a:pt x="172" y="130"/>
                </a:lnTo>
                <a:lnTo>
                  <a:pt x="174" y="130"/>
                </a:lnTo>
                <a:lnTo>
                  <a:pt x="175" y="130"/>
                </a:lnTo>
                <a:lnTo>
                  <a:pt x="175" y="129"/>
                </a:lnTo>
                <a:lnTo>
                  <a:pt x="175" y="128"/>
                </a:lnTo>
                <a:lnTo>
                  <a:pt x="176" y="128"/>
                </a:lnTo>
                <a:lnTo>
                  <a:pt x="177" y="128"/>
                </a:lnTo>
                <a:lnTo>
                  <a:pt x="178" y="128"/>
                </a:lnTo>
                <a:lnTo>
                  <a:pt x="178" y="129"/>
                </a:lnTo>
                <a:lnTo>
                  <a:pt x="177" y="129"/>
                </a:lnTo>
                <a:lnTo>
                  <a:pt x="178" y="129"/>
                </a:lnTo>
                <a:lnTo>
                  <a:pt x="178" y="128"/>
                </a:lnTo>
                <a:lnTo>
                  <a:pt x="179" y="126"/>
                </a:lnTo>
                <a:lnTo>
                  <a:pt x="179" y="127"/>
                </a:lnTo>
                <a:lnTo>
                  <a:pt x="180" y="127"/>
                </a:lnTo>
                <a:lnTo>
                  <a:pt x="181" y="126"/>
                </a:lnTo>
                <a:lnTo>
                  <a:pt x="181" y="127"/>
                </a:lnTo>
                <a:lnTo>
                  <a:pt x="182" y="127"/>
                </a:lnTo>
                <a:lnTo>
                  <a:pt x="182" y="126"/>
                </a:lnTo>
                <a:lnTo>
                  <a:pt x="182" y="127"/>
                </a:lnTo>
                <a:lnTo>
                  <a:pt x="183" y="127"/>
                </a:lnTo>
                <a:lnTo>
                  <a:pt x="184" y="127"/>
                </a:lnTo>
                <a:lnTo>
                  <a:pt x="184" y="126"/>
                </a:lnTo>
                <a:lnTo>
                  <a:pt x="184" y="125"/>
                </a:lnTo>
                <a:lnTo>
                  <a:pt x="183" y="125"/>
                </a:lnTo>
                <a:lnTo>
                  <a:pt x="183" y="124"/>
                </a:lnTo>
                <a:lnTo>
                  <a:pt x="184" y="124"/>
                </a:lnTo>
                <a:lnTo>
                  <a:pt x="185" y="125"/>
                </a:lnTo>
                <a:lnTo>
                  <a:pt x="186" y="125"/>
                </a:lnTo>
                <a:lnTo>
                  <a:pt x="186" y="124"/>
                </a:lnTo>
                <a:lnTo>
                  <a:pt x="187" y="124"/>
                </a:lnTo>
                <a:lnTo>
                  <a:pt x="188" y="124"/>
                </a:lnTo>
                <a:lnTo>
                  <a:pt x="189" y="124"/>
                </a:lnTo>
                <a:lnTo>
                  <a:pt x="190" y="124"/>
                </a:lnTo>
                <a:lnTo>
                  <a:pt x="191" y="125"/>
                </a:lnTo>
                <a:lnTo>
                  <a:pt x="194" y="125"/>
                </a:lnTo>
                <a:lnTo>
                  <a:pt x="194" y="126"/>
                </a:lnTo>
                <a:lnTo>
                  <a:pt x="194" y="125"/>
                </a:lnTo>
                <a:lnTo>
                  <a:pt x="195" y="125"/>
                </a:lnTo>
                <a:lnTo>
                  <a:pt x="195" y="126"/>
                </a:lnTo>
                <a:lnTo>
                  <a:pt x="194" y="126"/>
                </a:lnTo>
                <a:lnTo>
                  <a:pt x="195" y="126"/>
                </a:lnTo>
                <a:lnTo>
                  <a:pt x="195" y="127"/>
                </a:lnTo>
                <a:lnTo>
                  <a:pt x="196" y="127"/>
                </a:lnTo>
                <a:lnTo>
                  <a:pt x="197" y="127"/>
                </a:lnTo>
                <a:lnTo>
                  <a:pt x="197" y="126"/>
                </a:lnTo>
                <a:lnTo>
                  <a:pt x="198" y="126"/>
                </a:lnTo>
                <a:lnTo>
                  <a:pt x="199" y="126"/>
                </a:lnTo>
                <a:lnTo>
                  <a:pt x="200" y="126"/>
                </a:lnTo>
                <a:lnTo>
                  <a:pt x="201" y="125"/>
                </a:lnTo>
                <a:lnTo>
                  <a:pt x="202" y="124"/>
                </a:lnTo>
                <a:lnTo>
                  <a:pt x="203" y="123"/>
                </a:lnTo>
                <a:lnTo>
                  <a:pt x="204" y="124"/>
                </a:lnTo>
                <a:lnTo>
                  <a:pt x="205" y="124"/>
                </a:lnTo>
                <a:lnTo>
                  <a:pt x="205" y="123"/>
                </a:lnTo>
                <a:lnTo>
                  <a:pt x="205" y="122"/>
                </a:lnTo>
                <a:lnTo>
                  <a:pt x="206" y="122"/>
                </a:lnTo>
                <a:lnTo>
                  <a:pt x="206" y="121"/>
                </a:lnTo>
                <a:lnTo>
                  <a:pt x="207" y="121"/>
                </a:lnTo>
                <a:lnTo>
                  <a:pt x="206" y="122"/>
                </a:lnTo>
                <a:lnTo>
                  <a:pt x="207" y="122"/>
                </a:lnTo>
                <a:lnTo>
                  <a:pt x="207" y="121"/>
                </a:lnTo>
                <a:lnTo>
                  <a:pt x="208" y="121"/>
                </a:lnTo>
                <a:lnTo>
                  <a:pt x="208" y="120"/>
                </a:lnTo>
                <a:lnTo>
                  <a:pt x="209" y="120"/>
                </a:lnTo>
                <a:lnTo>
                  <a:pt x="209" y="119"/>
                </a:lnTo>
                <a:lnTo>
                  <a:pt x="210" y="118"/>
                </a:lnTo>
                <a:lnTo>
                  <a:pt x="211" y="118"/>
                </a:lnTo>
                <a:lnTo>
                  <a:pt x="211" y="117"/>
                </a:lnTo>
                <a:lnTo>
                  <a:pt x="211" y="116"/>
                </a:lnTo>
                <a:lnTo>
                  <a:pt x="212" y="116"/>
                </a:lnTo>
                <a:lnTo>
                  <a:pt x="213" y="115"/>
                </a:lnTo>
                <a:lnTo>
                  <a:pt x="213" y="114"/>
                </a:lnTo>
                <a:lnTo>
                  <a:pt x="214" y="114"/>
                </a:lnTo>
                <a:lnTo>
                  <a:pt x="215" y="114"/>
                </a:lnTo>
                <a:lnTo>
                  <a:pt x="216" y="114"/>
                </a:lnTo>
                <a:lnTo>
                  <a:pt x="217" y="114"/>
                </a:lnTo>
                <a:lnTo>
                  <a:pt x="217" y="113"/>
                </a:lnTo>
                <a:lnTo>
                  <a:pt x="216" y="113"/>
                </a:lnTo>
                <a:lnTo>
                  <a:pt x="217" y="113"/>
                </a:lnTo>
                <a:lnTo>
                  <a:pt x="218" y="113"/>
                </a:lnTo>
                <a:lnTo>
                  <a:pt x="219" y="113"/>
                </a:lnTo>
                <a:lnTo>
                  <a:pt x="220" y="112"/>
                </a:lnTo>
                <a:lnTo>
                  <a:pt x="221" y="111"/>
                </a:lnTo>
                <a:lnTo>
                  <a:pt x="221" y="110"/>
                </a:lnTo>
                <a:lnTo>
                  <a:pt x="222" y="110"/>
                </a:lnTo>
                <a:lnTo>
                  <a:pt x="222" y="109"/>
                </a:lnTo>
                <a:lnTo>
                  <a:pt x="222" y="108"/>
                </a:lnTo>
                <a:lnTo>
                  <a:pt x="221" y="108"/>
                </a:lnTo>
                <a:lnTo>
                  <a:pt x="222" y="107"/>
                </a:lnTo>
                <a:lnTo>
                  <a:pt x="223" y="107"/>
                </a:lnTo>
                <a:lnTo>
                  <a:pt x="224" y="107"/>
                </a:lnTo>
                <a:lnTo>
                  <a:pt x="225" y="106"/>
                </a:lnTo>
                <a:lnTo>
                  <a:pt x="225" y="105"/>
                </a:lnTo>
                <a:lnTo>
                  <a:pt x="227" y="105"/>
                </a:lnTo>
                <a:lnTo>
                  <a:pt x="227" y="106"/>
                </a:lnTo>
                <a:lnTo>
                  <a:pt x="228" y="106"/>
                </a:lnTo>
                <a:lnTo>
                  <a:pt x="229" y="106"/>
                </a:lnTo>
                <a:lnTo>
                  <a:pt x="229" y="105"/>
                </a:lnTo>
                <a:lnTo>
                  <a:pt x="229" y="104"/>
                </a:lnTo>
                <a:lnTo>
                  <a:pt x="230" y="104"/>
                </a:lnTo>
                <a:lnTo>
                  <a:pt x="230" y="103"/>
                </a:lnTo>
                <a:lnTo>
                  <a:pt x="231" y="104"/>
                </a:lnTo>
                <a:lnTo>
                  <a:pt x="232" y="103"/>
                </a:lnTo>
                <a:lnTo>
                  <a:pt x="231" y="103"/>
                </a:lnTo>
                <a:lnTo>
                  <a:pt x="231" y="102"/>
                </a:lnTo>
                <a:lnTo>
                  <a:pt x="232" y="103"/>
                </a:lnTo>
                <a:lnTo>
                  <a:pt x="233" y="103"/>
                </a:lnTo>
                <a:lnTo>
                  <a:pt x="233" y="104"/>
                </a:lnTo>
                <a:lnTo>
                  <a:pt x="234" y="104"/>
                </a:lnTo>
                <a:lnTo>
                  <a:pt x="234" y="103"/>
                </a:lnTo>
                <a:lnTo>
                  <a:pt x="235" y="103"/>
                </a:lnTo>
                <a:lnTo>
                  <a:pt x="236" y="103"/>
                </a:lnTo>
                <a:lnTo>
                  <a:pt x="236" y="102"/>
                </a:lnTo>
                <a:lnTo>
                  <a:pt x="237" y="101"/>
                </a:lnTo>
                <a:lnTo>
                  <a:pt x="237" y="102"/>
                </a:lnTo>
                <a:lnTo>
                  <a:pt x="238" y="102"/>
                </a:lnTo>
                <a:lnTo>
                  <a:pt x="239" y="102"/>
                </a:lnTo>
                <a:lnTo>
                  <a:pt x="239" y="103"/>
                </a:lnTo>
                <a:lnTo>
                  <a:pt x="240" y="103"/>
                </a:lnTo>
                <a:lnTo>
                  <a:pt x="240" y="102"/>
                </a:lnTo>
                <a:lnTo>
                  <a:pt x="241" y="102"/>
                </a:lnTo>
                <a:lnTo>
                  <a:pt x="241" y="103"/>
                </a:lnTo>
                <a:lnTo>
                  <a:pt x="242" y="103"/>
                </a:lnTo>
                <a:lnTo>
                  <a:pt x="243" y="102"/>
                </a:lnTo>
                <a:lnTo>
                  <a:pt x="244" y="102"/>
                </a:lnTo>
                <a:lnTo>
                  <a:pt x="245" y="102"/>
                </a:lnTo>
                <a:lnTo>
                  <a:pt x="246" y="102"/>
                </a:lnTo>
                <a:lnTo>
                  <a:pt x="246" y="101"/>
                </a:lnTo>
                <a:lnTo>
                  <a:pt x="247" y="101"/>
                </a:lnTo>
                <a:lnTo>
                  <a:pt x="247" y="100"/>
                </a:lnTo>
                <a:lnTo>
                  <a:pt x="248" y="100"/>
                </a:lnTo>
                <a:lnTo>
                  <a:pt x="248" y="99"/>
                </a:lnTo>
                <a:lnTo>
                  <a:pt x="249" y="99"/>
                </a:lnTo>
                <a:lnTo>
                  <a:pt x="249" y="100"/>
                </a:lnTo>
                <a:lnTo>
                  <a:pt x="248" y="101"/>
                </a:lnTo>
                <a:lnTo>
                  <a:pt x="248" y="102"/>
                </a:lnTo>
                <a:lnTo>
                  <a:pt x="249" y="102"/>
                </a:lnTo>
                <a:lnTo>
                  <a:pt x="249" y="103"/>
                </a:lnTo>
                <a:lnTo>
                  <a:pt x="250" y="103"/>
                </a:lnTo>
                <a:lnTo>
                  <a:pt x="251" y="103"/>
                </a:lnTo>
                <a:lnTo>
                  <a:pt x="252" y="104"/>
                </a:lnTo>
                <a:lnTo>
                  <a:pt x="252" y="105"/>
                </a:lnTo>
                <a:lnTo>
                  <a:pt x="252" y="106"/>
                </a:lnTo>
                <a:lnTo>
                  <a:pt x="253" y="107"/>
                </a:lnTo>
                <a:lnTo>
                  <a:pt x="254" y="107"/>
                </a:lnTo>
                <a:lnTo>
                  <a:pt x="255" y="107"/>
                </a:lnTo>
                <a:lnTo>
                  <a:pt x="256" y="107"/>
                </a:lnTo>
                <a:lnTo>
                  <a:pt x="257" y="107"/>
                </a:lnTo>
                <a:lnTo>
                  <a:pt x="258" y="107"/>
                </a:lnTo>
                <a:lnTo>
                  <a:pt x="259" y="106"/>
                </a:lnTo>
                <a:lnTo>
                  <a:pt x="259" y="105"/>
                </a:lnTo>
                <a:lnTo>
                  <a:pt x="260" y="104"/>
                </a:lnTo>
                <a:lnTo>
                  <a:pt x="261" y="104"/>
                </a:lnTo>
                <a:lnTo>
                  <a:pt x="261" y="103"/>
                </a:lnTo>
                <a:lnTo>
                  <a:pt x="261" y="102"/>
                </a:lnTo>
                <a:lnTo>
                  <a:pt x="262" y="102"/>
                </a:lnTo>
                <a:lnTo>
                  <a:pt x="264" y="101"/>
                </a:lnTo>
                <a:lnTo>
                  <a:pt x="265" y="101"/>
                </a:lnTo>
                <a:lnTo>
                  <a:pt x="266" y="100"/>
                </a:lnTo>
                <a:lnTo>
                  <a:pt x="267" y="100"/>
                </a:lnTo>
                <a:lnTo>
                  <a:pt x="266" y="101"/>
                </a:lnTo>
                <a:lnTo>
                  <a:pt x="267" y="101"/>
                </a:lnTo>
                <a:lnTo>
                  <a:pt x="268" y="100"/>
                </a:lnTo>
                <a:lnTo>
                  <a:pt x="268" y="99"/>
                </a:lnTo>
                <a:lnTo>
                  <a:pt x="268" y="98"/>
                </a:lnTo>
                <a:lnTo>
                  <a:pt x="269" y="98"/>
                </a:lnTo>
                <a:lnTo>
                  <a:pt x="269" y="97"/>
                </a:lnTo>
                <a:lnTo>
                  <a:pt x="270" y="97"/>
                </a:lnTo>
                <a:lnTo>
                  <a:pt x="270" y="98"/>
                </a:lnTo>
                <a:lnTo>
                  <a:pt x="271" y="98"/>
                </a:lnTo>
                <a:lnTo>
                  <a:pt x="271" y="97"/>
                </a:lnTo>
                <a:lnTo>
                  <a:pt x="272" y="97"/>
                </a:lnTo>
                <a:lnTo>
                  <a:pt x="272" y="98"/>
                </a:lnTo>
                <a:lnTo>
                  <a:pt x="272" y="97"/>
                </a:lnTo>
                <a:lnTo>
                  <a:pt x="272" y="96"/>
                </a:lnTo>
                <a:lnTo>
                  <a:pt x="272" y="95"/>
                </a:lnTo>
                <a:lnTo>
                  <a:pt x="273" y="95"/>
                </a:lnTo>
                <a:lnTo>
                  <a:pt x="274" y="95"/>
                </a:lnTo>
                <a:lnTo>
                  <a:pt x="275" y="95"/>
                </a:lnTo>
                <a:lnTo>
                  <a:pt x="275" y="94"/>
                </a:lnTo>
                <a:lnTo>
                  <a:pt x="276" y="93"/>
                </a:lnTo>
                <a:lnTo>
                  <a:pt x="275" y="93"/>
                </a:lnTo>
                <a:lnTo>
                  <a:pt x="275" y="92"/>
                </a:lnTo>
                <a:lnTo>
                  <a:pt x="275" y="91"/>
                </a:lnTo>
                <a:lnTo>
                  <a:pt x="276" y="92"/>
                </a:lnTo>
                <a:lnTo>
                  <a:pt x="277" y="92"/>
                </a:lnTo>
                <a:lnTo>
                  <a:pt x="277" y="91"/>
                </a:lnTo>
                <a:lnTo>
                  <a:pt x="276" y="91"/>
                </a:lnTo>
                <a:lnTo>
                  <a:pt x="276" y="90"/>
                </a:lnTo>
                <a:lnTo>
                  <a:pt x="277" y="90"/>
                </a:lnTo>
                <a:lnTo>
                  <a:pt x="276" y="90"/>
                </a:lnTo>
                <a:lnTo>
                  <a:pt x="276" y="89"/>
                </a:lnTo>
                <a:lnTo>
                  <a:pt x="275" y="89"/>
                </a:lnTo>
                <a:lnTo>
                  <a:pt x="275" y="88"/>
                </a:lnTo>
                <a:lnTo>
                  <a:pt x="276" y="88"/>
                </a:lnTo>
                <a:lnTo>
                  <a:pt x="277" y="88"/>
                </a:lnTo>
                <a:lnTo>
                  <a:pt x="276" y="88"/>
                </a:lnTo>
                <a:lnTo>
                  <a:pt x="275" y="87"/>
                </a:lnTo>
                <a:lnTo>
                  <a:pt x="276" y="87"/>
                </a:lnTo>
                <a:lnTo>
                  <a:pt x="277" y="86"/>
                </a:lnTo>
                <a:lnTo>
                  <a:pt x="277" y="85"/>
                </a:lnTo>
                <a:lnTo>
                  <a:pt x="277" y="84"/>
                </a:lnTo>
                <a:lnTo>
                  <a:pt x="278" y="84"/>
                </a:lnTo>
                <a:lnTo>
                  <a:pt x="279" y="84"/>
                </a:lnTo>
                <a:lnTo>
                  <a:pt x="279" y="83"/>
                </a:lnTo>
                <a:lnTo>
                  <a:pt x="278" y="83"/>
                </a:lnTo>
                <a:lnTo>
                  <a:pt x="278" y="82"/>
                </a:lnTo>
                <a:lnTo>
                  <a:pt x="279" y="82"/>
                </a:lnTo>
                <a:lnTo>
                  <a:pt x="280" y="82"/>
                </a:lnTo>
                <a:lnTo>
                  <a:pt x="281" y="82"/>
                </a:lnTo>
                <a:lnTo>
                  <a:pt x="281" y="81"/>
                </a:lnTo>
                <a:lnTo>
                  <a:pt x="280" y="81"/>
                </a:lnTo>
                <a:lnTo>
                  <a:pt x="281" y="81"/>
                </a:lnTo>
                <a:lnTo>
                  <a:pt x="282" y="80"/>
                </a:lnTo>
                <a:lnTo>
                  <a:pt x="282" y="81"/>
                </a:lnTo>
                <a:lnTo>
                  <a:pt x="283" y="81"/>
                </a:lnTo>
                <a:lnTo>
                  <a:pt x="283" y="80"/>
                </a:lnTo>
                <a:lnTo>
                  <a:pt x="284" y="80"/>
                </a:lnTo>
                <a:lnTo>
                  <a:pt x="285" y="80"/>
                </a:lnTo>
                <a:lnTo>
                  <a:pt x="286" y="80"/>
                </a:lnTo>
                <a:lnTo>
                  <a:pt x="287" y="80"/>
                </a:lnTo>
                <a:lnTo>
                  <a:pt x="288" y="80"/>
                </a:lnTo>
                <a:lnTo>
                  <a:pt x="288" y="79"/>
                </a:lnTo>
                <a:lnTo>
                  <a:pt x="289" y="79"/>
                </a:lnTo>
                <a:lnTo>
                  <a:pt x="288" y="79"/>
                </a:lnTo>
                <a:lnTo>
                  <a:pt x="289" y="79"/>
                </a:lnTo>
                <a:lnTo>
                  <a:pt x="289" y="78"/>
                </a:lnTo>
                <a:lnTo>
                  <a:pt x="290" y="78"/>
                </a:lnTo>
                <a:lnTo>
                  <a:pt x="290" y="79"/>
                </a:lnTo>
                <a:lnTo>
                  <a:pt x="291" y="79"/>
                </a:lnTo>
                <a:lnTo>
                  <a:pt x="291" y="80"/>
                </a:lnTo>
                <a:lnTo>
                  <a:pt x="293" y="80"/>
                </a:lnTo>
                <a:lnTo>
                  <a:pt x="294" y="80"/>
                </a:lnTo>
                <a:lnTo>
                  <a:pt x="295" y="81"/>
                </a:lnTo>
                <a:lnTo>
                  <a:pt x="296" y="81"/>
                </a:lnTo>
                <a:lnTo>
                  <a:pt x="297" y="82"/>
                </a:lnTo>
                <a:lnTo>
                  <a:pt x="298" y="82"/>
                </a:lnTo>
                <a:lnTo>
                  <a:pt x="299" y="82"/>
                </a:lnTo>
                <a:lnTo>
                  <a:pt x="300" y="82"/>
                </a:lnTo>
                <a:lnTo>
                  <a:pt x="301" y="81"/>
                </a:lnTo>
                <a:lnTo>
                  <a:pt x="302" y="81"/>
                </a:lnTo>
                <a:lnTo>
                  <a:pt x="302" y="82"/>
                </a:lnTo>
                <a:lnTo>
                  <a:pt x="302" y="83"/>
                </a:lnTo>
                <a:lnTo>
                  <a:pt x="302" y="82"/>
                </a:lnTo>
                <a:lnTo>
                  <a:pt x="303" y="82"/>
                </a:lnTo>
                <a:lnTo>
                  <a:pt x="303" y="81"/>
                </a:lnTo>
                <a:lnTo>
                  <a:pt x="302" y="81"/>
                </a:lnTo>
                <a:lnTo>
                  <a:pt x="303" y="80"/>
                </a:lnTo>
                <a:lnTo>
                  <a:pt x="303" y="79"/>
                </a:lnTo>
                <a:lnTo>
                  <a:pt x="303" y="78"/>
                </a:lnTo>
                <a:lnTo>
                  <a:pt x="302" y="78"/>
                </a:lnTo>
                <a:lnTo>
                  <a:pt x="302" y="77"/>
                </a:lnTo>
                <a:lnTo>
                  <a:pt x="303" y="77"/>
                </a:lnTo>
                <a:lnTo>
                  <a:pt x="303" y="78"/>
                </a:lnTo>
                <a:lnTo>
                  <a:pt x="304" y="78"/>
                </a:lnTo>
                <a:lnTo>
                  <a:pt x="305" y="78"/>
                </a:lnTo>
                <a:lnTo>
                  <a:pt x="305" y="79"/>
                </a:lnTo>
                <a:lnTo>
                  <a:pt x="306" y="79"/>
                </a:lnTo>
                <a:lnTo>
                  <a:pt x="306" y="80"/>
                </a:lnTo>
                <a:lnTo>
                  <a:pt x="307" y="80"/>
                </a:lnTo>
                <a:lnTo>
                  <a:pt x="307" y="81"/>
                </a:lnTo>
                <a:lnTo>
                  <a:pt x="308" y="81"/>
                </a:lnTo>
                <a:lnTo>
                  <a:pt x="309" y="81"/>
                </a:lnTo>
                <a:lnTo>
                  <a:pt x="311" y="81"/>
                </a:lnTo>
                <a:lnTo>
                  <a:pt x="312" y="81"/>
                </a:lnTo>
                <a:lnTo>
                  <a:pt x="312" y="82"/>
                </a:lnTo>
                <a:lnTo>
                  <a:pt x="313" y="82"/>
                </a:lnTo>
                <a:lnTo>
                  <a:pt x="314" y="83"/>
                </a:lnTo>
                <a:lnTo>
                  <a:pt x="314" y="84"/>
                </a:lnTo>
                <a:lnTo>
                  <a:pt x="315" y="84"/>
                </a:lnTo>
                <a:lnTo>
                  <a:pt x="315" y="83"/>
                </a:lnTo>
                <a:lnTo>
                  <a:pt x="316" y="83"/>
                </a:lnTo>
                <a:lnTo>
                  <a:pt x="316" y="82"/>
                </a:lnTo>
                <a:lnTo>
                  <a:pt x="317" y="82"/>
                </a:lnTo>
                <a:lnTo>
                  <a:pt x="320" y="82"/>
                </a:lnTo>
                <a:lnTo>
                  <a:pt x="320" y="81"/>
                </a:lnTo>
                <a:lnTo>
                  <a:pt x="320" y="80"/>
                </a:lnTo>
                <a:lnTo>
                  <a:pt x="320" y="79"/>
                </a:lnTo>
                <a:lnTo>
                  <a:pt x="321" y="79"/>
                </a:lnTo>
                <a:lnTo>
                  <a:pt x="322" y="78"/>
                </a:lnTo>
                <a:lnTo>
                  <a:pt x="323" y="78"/>
                </a:lnTo>
                <a:lnTo>
                  <a:pt x="324" y="77"/>
                </a:lnTo>
                <a:lnTo>
                  <a:pt x="324" y="76"/>
                </a:lnTo>
                <a:lnTo>
                  <a:pt x="325" y="75"/>
                </a:lnTo>
                <a:lnTo>
                  <a:pt x="326" y="75"/>
                </a:lnTo>
                <a:lnTo>
                  <a:pt x="325" y="74"/>
                </a:lnTo>
                <a:lnTo>
                  <a:pt x="325" y="73"/>
                </a:lnTo>
                <a:lnTo>
                  <a:pt x="324" y="73"/>
                </a:lnTo>
                <a:lnTo>
                  <a:pt x="323" y="73"/>
                </a:lnTo>
                <a:lnTo>
                  <a:pt x="321" y="73"/>
                </a:lnTo>
                <a:lnTo>
                  <a:pt x="320" y="73"/>
                </a:lnTo>
                <a:lnTo>
                  <a:pt x="318" y="73"/>
                </a:lnTo>
                <a:lnTo>
                  <a:pt x="317" y="73"/>
                </a:lnTo>
                <a:lnTo>
                  <a:pt x="317" y="72"/>
                </a:lnTo>
                <a:lnTo>
                  <a:pt x="317" y="71"/>
                </a:lnTo>
                <a:lnTo>
                  <a:pt x="316" y="70"/>
                </a:lnTo>
                <a:lnTo>
                  <a:pt x="316" y="69"/>
                </a:lnTo>
                <a:lnTo>
                  <a:pt x="316" y="68"/>
                </a:lnTo>
                <a:lnTo>
                  <a:pt x="316" y="67"/>
                </a:lnTo>
                <a:lnTo>
                  <a:pt x="317" y="67"/>
                </a:lnTo>
                <a:lnTo>
                  <a:pt x="319" y="67"/>
                </a:lnTo>
                <a:lnTo>
                  <a:pt x="320" y="66"/>
                </a:lnTo>
                <a:lnTo>
                  <a:pt x="321" y="66"/>
                </a:lnTo>
                <a:lnTo>
                  <a:pt x="322" y="66"/>
                </a:lnTo>
                <a:lnTo>
                  <a:pt x="323" y="66"/>
                </a:lnTo>
                <a:lnTo>
                  <a:pt x="324" y="66"/>
                </a:lnTo>
                <a:lnTo>
                  <a:pt x="325" y="66"/>
                </a:lnTo>
                <a:lnTo>
                  <a:pt x="326" y="66"/>
                </a:lnTo>
                <a:lnTo>
                  <a:pt x="327" y="67"/>
                </a:lnTo>
                <a:lnTo>
                  <a:pt x="328" y="67"/>
                </a:lnTo>
                <a:lnTo>
                  <a:pt x="330" y="67"/>
                </a:lnTo>
                <a:lnTo>
                  <a:pt x="331" y="67"/>
                </a:lnTo>
                <a:lnTo>
                  <a:pt x="332" y="67"/>
                </a:lnTo>
                <a:lnTo>
                  <a:pt x="333" y="67"/>
                </a:lnTo>
                <a:lnTo>
                  <a:pt x="334" y="67"/>
                </a:lnTo>
                <a:lnTo>
                  <a:pt x="334" y="68"/>
                </a:lnTo>
                <a:lnTo>
                  <a:pt x="335" y="68"/>
                </a:lnTo>
                <a:lnTo>
                  <a:pt x="336" y="68"/>
                </a:lnTo>
                <a:lnTo>
                  <a:pt x="336" y="69"/>
                </a:lnTo>
                <a:lnTo>
                  <a:pt x="335" y="69"/>
                </a:lnTo>
                <a:lnTo>
                  <a:pt x="335" y="70"/>
                </a:lnTo>
                <a:lnTo>
                  <a:pt x="336" y="70"/>
                </a:lnTo>
                <a:lnTo>
                  <a:pt x="336" y="71"/>
                </a:lnTo>
                <a:lnTo>
                  <a:pt x="337" y="72"/>
                </a:lnTo>
                <a:lnTo>
                  <a:pt x="338" y="72"/>
                </a:lnTo>
                <a:lnTo>
                  <a:pt x="339" y="72"/>
                </a:lnTo>
                <a:lnTo>
                  <a:pt x="340" y="73"/>
                </a:lnTo>
                <a:lnTo>
                  <a:pt x="341" y="73"/>
                </a:lnTo>
                <a:lnTo>
                  <a:pt x="342" y="73"/>
                </a:lnTo>
                <a:lnTo>
                  <a:pt x="343" y="72"/>
                </a:lnTo>
                <a:lnTo>
                  <a:pt x="344" y="72"/>
                </a:lnTo>
                <a:lnTo>
                  <a:pt x="345" y="72"/>
                </a:lnTo>
                <a:lnTo>
                  <a:pt x="346" y="72"/>
                </a:lnTo>
                <a:lnTo>
                  <a:pt x="347" y="72"/>
                </a:lnTo>
                <a:lnTo>
                  <a:pt x="348" y="72"/>
                </a:lnTo>
                <a:lnTo>
                  <a:pt x="349" y="72"/>
                </a:lnTo>
                <a:lnTo>
                  <a:pt x="350" y="72"/>
                </a:lnTo>
                <a:lnTo>
                  <a:pt x="350" y="73"/>
                </a:lnTo>
                <a:lnTo>
                  <a:pt x="351" y="73"/>
                </a:lnTo>
                <a:lnTo>
                  <a:pt x="352" y="74"/>
                </a:lnTo>
                <a:lnTo>
                  <a:pt x="353" y="74"/>
                </a:lnTo>
                <a:lnTo>
                  <a:pt x="353" y="75"/>
                </a:lnTo>
                <a:lnTo>
                  <a:pt x="353" y="74"/>
                </a:lnTo>
                <a:lnTo>
                  <a:pt x="354" y="74"/>
                </a:lnTo>
                <a:lnTo>
                  <a:pt x="355" y="75"/>
                </a:lnTo>
                <a:lnTo>
                  <a:pt x="355" y="76"/>
                </a:lnTo>
                <a:lnTo>
                  <a:pt x="356" y="76"/>
                </a:lnTo>
                <a:lnTo>
                  <a:pt x="356" y="77"/>
                </a:lnTo>
                <a:lnTo>
                  <a:pt x="356" y="76"/>
                </a:lnTo>
                <a:lnTo>
                  <a:pt x="357" y="76"/>
                </a:lnTo>
                <a:lnTo>
                  <a:pt x="357" y="77"/>
                </a:lnTo>
                <a:lnTo>
                  <a:pt x="358" y="77"/>
                </a:lnTo>
                <a:lnTo>
                  <a:pt x="359" y="78"/>
                </a:lnTo>
                <a:lnTo>
                  <a:pt x="359" y="79"/>
                </a:lnTo>
                <a:lnTo>
                  <a:pt x="360" y="79"/>
                </a:lnTo>
                <a:lnTo>
                  <a:pt x="360" y="78"/>
                </a:lnTo>
                <a:lnTo>
                  <a:pt x="360" y="79"/>
                </a:lnTo>
                <a:lnTo>
                  <a:pt x="360" y="80"/>
                </a:lnTo>
                <a:lnTo>
                  <a:pt x="361" y="80"/>
                </a:lnTo>
                <a:lnTo>
                  <a:pt x="361" y="79"/>
                </a:lnTo>
                <a:lnTo>
                  <a:pt x="361" y="78"/>
                </a:lnTo>
                <a:lnTo>
                  <a:pt x="362" y="78"/>
                </a:lnTo>
                <a:lnTo>
                  <a:pt x="362" y="77"/>
                </a:lnTo>
                <a:lnTo>
                  <a:pt x="363" y="77"/>
                </a:lnTo>
                <a:lnTo>
                  <a:pt x="363" y="76"/>
                </a:lnTo>
                <a:lnTo>
                  <a:pt x="363" y="75"/>
                </a:lnTo>
                <a:lnTo>
                  <a:pt x="363" y="74"/>
                </a:lnTo>
                <a:lnTo>
                  <a:pt x="364" y="74"/>
                </a:lnTo>
                <a:lnTo>
                  <a:pt x="364" y="73"/>
                </a:lnTo>
                <a:lnTo>
                  <a:pt x="365" y="73"/>
                </a:lnTo>
                <a:lnTo>
                  <a:pt x="368" y="73"/>
                </a:lnTo>
                <a:lnTo>
                  <a:pt x="368" y="74"/>
                </a:lnTo>
                <a:lnTo>
                  <a:pt x="369" y="74"/>
                </a:lnTo>
                <a:lnTo>
                  <a:pt x="369" y="75"/>
                </a:lnTo>
                <a:lnTo>
                  <a:pt x="370" y="75"/>
                </a:lnTo>
                <a:lnTo>
                  <a:pt x="371" y="75"/>
                </a:lnTo>
                <a:lnTo>
                  <a:pt x="371" y="74"/>
                </a:lnTo>
                <a:lnTo>
                  <a:pt x="372" y="74"/>
                </a:lnTo>
                <a:lnTo>
                  <a:pt x="371" y="74"/>
                </a:lnTo>
                <a:lnTo>
                  <a:pt x="372" y="73"/>
                </a:lnTo>
                <a:lnTo>
                  <a:pt x="373" y="73"/>
                </a:lnTo>
                <a:lnTo>
                  <a:pt x="374" y="73"/>
                </a:lnTo>
                <a:lnTo>
                  <a:pt x="375" y="73"/>
                </a:lnTo>
                <a:lnTo>
                  <a:pt x="376" y="73"/>
                </a:lnTo>
                <a:lnTo>
                  <a:pt x="378" y="74"/>
                </a:lnTo>
                <a:lnTo>
                  <a:pt x="378" y="73"/>
                </a:lnTo>
                <a:lnTo>
                  <a:pt x="379" y="74"/>
                </a:lnTo>
                <a:lnTo>
                  <a:pt x="379" y="73"/>
                </a:lnTo>
                <a:lnTo>
                  <a:pt x="380" y="73"/>
                </a:lnTo>
                <a:lnTo>
                  <a:pt x="381" y="72"/>
                </a:lnTo>
                <a:lnTo>
                  <a:pt x="382" y="72"/>
                </a:lnTo>
                <a:lnTo>
                  <a:pt x="382" y="71"/>
                </a:lnTo>
                <a:lnTo>
                  <a:pt x="383" y="71"/>
                </a:lnTo>
                <a:lnTo>
                  <a:pt x="384" y="71"/>
                </a:lnTo>
                <a:lnTo>
                  <a:pt x="385" y="70"/>
                </a:lnTo>
                <a:lnTo>
                  <a:pt x="386" y="70"/>
                </a:lnTo>
                <a:lnTo>
                  <a:pt x="387" y="70"/>
                </a:lnTo>
                <a:lnTo>
                  <a:pt x="388" y="69"/>
                </a:lnTo>
                <a:lnTo>
                  <a:pt x="389" y="69"/>
                </a:lnTo>
                <a:lnTo>
                  <a:pt x="390" y="68"/>
                </a:lnTo>
                <a:lnTo>
                  <a:pt x="391" y="68"/>
                </a:lnTo>
                <a:lnTo>
                  <a:pt x="392" y="68"/>
                </a:lnTo>
                <a:lnTo>
                  <a:pt x="393" y="68"/>
                </a:lnTo>
                <a:lnTo>
                  <a:pt x="394" y="68"/>
                </a:lnTo>
                <a:lnTo>
                  <a:pt x="394" y="67"/>
                </a:lnTo>
                <a:lnTo>
                  <a:pt x="392" y="66"/>
                </a:lnTo>
                <a:lnTo>
                  <a:pt x="391" y="65"/>
                </a:lnTo>
                <a:lnTo>
                  <a:pt x="391" y="66"/>
                </a:lnTo>
                <a:lnTo>
                  <a:pt x="390" y="65"/>
                </a:lnTo>
                <a:lnTo>
                  <a:pt x="389" y="65"/>
                </a:lnTo>
                <a:lnTo>
                  <a:pt x="389" y="64"/>
                </a:lnTo>
                <a:lnTo>
                  <a:pt x="390" y="64"/>
                </a:lnTo>
                <a:lnTo>
                  <a:pt x="390" y="63"/>
                </a:lnTo>
                <a:lnTo>
                  <a:pt x="390" y="62"/>
                </a:lnTo>
                <a:lnTo>
                  <a:pt x="391" y="62"/>
                </a:lnTo>
                <a:lnTo>
                  <a:pt x="391" y="61"/>
                </a:lnTo>
                <a:lnTo>
                  <a:pt x="391" y="60"/>
                </a:lnTo>
                <a:lnTo>
                  <a:pt x="391" y="59"/>
                </a:lnTo>
                <a:lnTo>
                  <a:pt x="391" y="58"/>
                </a:lnTo>
                <a:lnTo>
                  <a:pt x="391" y="57"/>
                </a:lnTo>
                <a:lnTo>
                  <a:pt x="392" y="56"/>
                </a:lnTo>
                <a:lnTo>
                  <a:pt x="392" y="55"/>
                </a:lnTo>
                <a:lnTo>
                  <a:pt x="393" y="55"/>
                </a:lnTo>
                <a:lnTo>
                  <a:pt x="394" y="55"/>
                </a:lnTo>
                <a:lnTo>
                  <a:pt x="395" y="54"/>
                </a:lnTo>
                <a:lnTo>
                  <a:pt x="395" y="53"/>
                </a:lnTo>
                <a:lnTo>
                  <a:pt x="396" y="52"/>
                </a:lnTo>
                <a:lnTo>
                  <a:pt x="397" y="51"/>
                </a:lnTo>
                <a:lnTo>
                  <a:pt x="399" y="50"/>
                </a:lnTo>
                <a:lnTo>
                  <a:pt x="400" y="50"/>
                </a:lnTo>
                <a:lnTo>
                  <a:pt x="401" y="50"/>
                </a:lnTo>
                <a:lnTo>
                  <a:pt x="402" y="50"/>
                </a:lnTo>
                <a:lnTo>
                  <a:pt x="403" y="50"/>
                </a:lnTo>
                <a:lnTo>
                  <a:pt x="404" y="50"/>
                </a:lnTo>
                <a:lnTo>
                  <a:pt x="404" y="49"/>
                </a:lnTo>
                <a:lnTo>
                  <a:pt x="405" y="49"/>
                </a:lnTo>
                <a:lnTo>
                  <a:pt x="406" y="49"/>
                </a:lnTo>
                <a:lnTo>
                  <a:pt x="407" y="49"/>
                </a:lnTo>
                <a:lnTo>
                  <a:pt x="408" y="49"/>
                </a:lnTo>
                <a:lnTo>
                  <a:pt x="409" y="48"/>
                </a:lnTo>
                <a:lnTo>
                  <a:pt x="410" y="48"/>
                </a:lnTo>
                <a:lnTo>
                  <a:pt x="411" y="48"/>
                </a:lnTo>
                <a:lnTo>
                  <a:pt x="411" y="47"/>
                </a:lnTo>
                <a:lnTo>
                  <a:pt x="412" y="47"/>
                </a:lnTo>
                <a:lnTo>
                  <a:pt x="413" y="47"/>
                </a:lnTo>
                <a:lnTo>
                  <a:pt x="414" y="47"/>
                </a:lnTo>
                <a:lnTo>
                  <a:pt x="414" y="46"/>
                </a:lnTo>
                <a:lnTo>
                  <a:pt x="416" y="46"/>
                </a:lnTo>
                <a:lnTo>
                  <a:pt x="417" y="46"/>
                </a:lnTo>
                <a:lnTo>
                  <a:pt x="418" y="46"/>
                </a:lnTo>
                <a:lnTo>
                  <a:pt x="418" y="47"/>
                </a:lnTo>
                <a:lnTo>
                  <a:pt x="419" y="47"/>
                </a:lnTo>
                <a:lnTo>
                  <a:pt x="419" y="48"/>
                </a:lnTo>
                <a:lnTo>
                  <a:pt x="420" y="48"/>
                </a:lnTo>
                <a:lnTo>
                  <a:pt x="420" y="47"/>
                </a:lnTo>
                <a:lnTo>
                  <a:pt x="421" y="48"/>
                </a:lnTo>
                <a:lnTo>
                  <a:pt x="422" y="48"/>
                </a:lnTo>
                <a:lnTo>
                  <a:pt x="422" y="49"/>
                </a:lnTo>
                <a:lnTo>
                  <a:pt x="424" y="49"/>
                </a:lnTo>
                <a:lnTo>
                  <a:pt x="425" y="49"/>
                </a:lnTo>
                <a:lnTo>
                  <a:pt x="426" y="49"/>
                </a:lnTo>
                <a:lnTo>
                  <a:pt x="427" y="48"/>
                </a:lnTo>
                <a:lnTo>
                  <a:pt x="426" y="48"/>
                </a:lnTo>
                <a:lnTo>
                  <a:pt x="426" y="47"/>
                </a:lnTo>
                <a:lnTo>
                  <a:pt x="426" y="46"/>
                </a:lnTo>
                <a:lnTo>
                  <a:pt x="427" y="46"/>
                </a:lnTo>
                <a:lnTo>
                  <a:pt x="428" y="46"/>
                </a:lnTo>
                <a:lnTo>
                  <a:pt x="429" y="45"/>
                </a:lnTo>
                <a:lnTo>
                  <a:pt x="429" y="44"/>
                </a:lnTo>
                <a:lnTo>
                  <a:pt x="428" y="43"/>
                </a:lnTo>
                <a:lnTo>
                  <a:pt x="429" y="43"/>
                </a:lnTo>
                <a:lnTo>
                  <a:pt x="430" y="42"/>
                </a:lnTo>
                <a:lnTo>
                  <a:pt x="431" y="42"/>
                </a:lnTo>
                <a:lnTo>
                  <a:pt x="431" y="41"/>
                </a:lnTo>
                <a:lnTo>
                  <a:pt x="431" y="39"/>
                </a:lnTo>
                <a:lnTo>
                  <a:pt x="431" y="38"/>
                </a:lnTo>
                <a:lnTo>
                  <a:pt x="431" y="37"/>
                </a:lnTo>
                <a:lnTo>
                  <a:pt x="432" y="37"/>
                </a:lnTo>
                <a:lnTo>
                  <a:pt x="432" y="36"/>
                </a:lnTo>
                <a:lnTo>
                  <a:pt x="431" y="36"/>
                </a:lnTo>
                <a:lnTo>
                  <a:pt x="431" y="35"/>
                </a:lnTo>
                <a:lnTo>
                  <a:pt x="432" y="35"/>
                </a:lnTo>
                <a:lnTo>
                  <a:pt x="432" y="34"/>
                </a:lnTo>
                <a:lnTo>
                  <a:pt x="433" y="34"/>
                </a:lnTo>
                <a:lnTo>
                  <a:pt x="433" y="33"/>
                </a:lnTo>
                <a:lnTo>
                  <a:pt x="432" y="33"/>
                </a:lnTo>
                <a:lnTo>
                  <a:pt x="432" y="32"/>
                </a:lnTo>
                <a:lnTo>
                  <a:pt x="433" y="32"/>
                </a:lnTo>
                <a:lnTo>
                  <a:pt x="434" y="32"/>
                </a:lnTo>
                <a:lnTo>
                  <a:pt x="434" y="31"/>
                </a:lnTo>
                <a:lnTo>
                  <a:pt x="434" y="30"/>
                </a:lnTo>
                <a:lnTo>
                  <a:pt x="433" y="30"/>
                </a:lnTo>
                <a:lnTo>
                  <a:pt x="433" y="29"/>
                </a:lnTo>
                <a:lnTo>
                  <a:pt x="432" y="29"/>
                </a:lnTo>
                <a:lnTo>
                  <a:pt x="432" y="28"/>
                </a:lnTo>
                <a:lnTo>
                  <a:pt x="433" y="28"/>
                </a:lnTo>
                <a:lnTo>
                  <a:pt x="433" y="27"/>
                </a:lnTo>
                <a:lnTo>
                  <a:pt x="434" y="27"/>
                </a:lnTo>
                <a:lnTo>
                  <a:pt x="435" y="27"/>
                </a:lnTo>
                <a:lnTo>
                  <a:pt x="435" y="26"/>
                </a:lnTo>
                <a:lnTo>
                  <a:pt x="434" y="26"/>
                </a:lnTo>
                <a:lnTo>
                  <a:pt x="435" y="25"/>
                </a:lnTo>
                <a:lnTo>
                  <a:pt x="435" y="24"/>
                </a:lnTo>
                <a:lnTo>
                  <a:pt x="434" y="24"/>
                </a:lnTo>
                <a:lnTo>
                  <a:pt x="434" y="23"/>
                </a:lnTo>
                <a:lnTo>
                  <a:pt x="434" y="22"/>
                </a:lnTo>
                <a:lnTo>
                  <a:pt x="435" y="22"/>
                </a:lnTo>
                <a:lnTo>
                  <a:pt x="436" y="22"/>
                </a:lnTo>
                <a:lnTo>
                  <a:pt x="437" y="22"/>
                </a:lnTo>
                <a:lnTo>
                  <a:pt x="438" y="22"/>
                </a:lnTo>
                <a:lnTo>
                  <a:pt x="438" y="21"/>
                </a:lnTo>
                <a:lnTo>
                  <a:pt x="437" y="21"/>
                </a:lnTo>
                <a:lnTo>
                  <a:pt x="437" y="20"/>
                </a:lnTo>
                <a:lnTo>
                  <a:pt x="437" y="19"/>
                </a:lnTo>
                <a:lnTo>
                  <a:pt x="437" y="18"/>
                </a:lnTo>
                <a:lnTo>
                  <a:pt x="439" y="18"/>
                </a:lnTo>
                <a:lnTo>
                  <a:pt x="439" y="17"/>
                </a:lnTo>
                <a:lnTo>
                  <a:pt x="438" y="17"/>
                </a:lnTo>
                <a:lnTo>
                  <a:pt x="437" y="17"/>
                </a:lnTo>
                <a:lnTo>
                  <a:pt x="437" y="16"/>
                </a:lnTo>
                <a:lnTo>
                  <a:pt x="438" y="16"/>
                </a:lnTo>
                <a:lnTo>
                  <a:pt x="438" y="15"/>
                </a:lnTo>
                <a:lnTo>
                  <a:pt x="438" y="14"/>
                </a:lnTo>
                <a:lnTo>
                  <a:pt x="437" y="13"/>
                </a:lnTo>
                <a:lnTo>
                  <a:pt x="438" y="12"/>
                </a:lnTo>
                <a:lnTo>
                  <a:pt x="437" y="12"/>
                </a:lnTo>
                <a:lnTo>
                  <a:pt x="437" y="11"/>
                </a:lnTo>
                <a:lnTo>
                  <a:pt x="437" y="10"/>
                </a:lnTo>
                <a:lnTo>
                  <a:pt x="437" y="9"/>
                </a:lnTo>
                <a:lnTo>
                  <a:pt x="438" y="9"/>
                </a:lnTo>
                <a:lnTo>
                  <a:pt x="438" y="7"/>
                </a:lnTo>
                <a:lnTo>
                  <a:pt x="439" y="7"/>
                </a:lnTo>
                <a:lnTo>
                  <a:pt x="440" y="6"/>
                </a:lnTo>
                <a:lnTo>
                  <a:pt x="441" y="5"/>
                </a:lnTo>
                <a:lnTo>
                  <a:pt x="441" y="4"/>
                </a:lnTo>
                <a:lnTo>
                  <a:pt x="442" y="3"/>
                </a:lnTo>
                <a:lnTo>
                  <a:pt x="442" y="2"/>
                </a:lnTo>
                <a:lnTo>
                  <a:pt x="442" y="1"/>
                </a:lnTo>
                <a:lnTo>
                  <a:pt x="443" y="1"/>
                </a:lnTo>
                <a:lnTo>
                  <a:pt x="444" y="1"/>
                </a:lnTo>
                <a:lnTo>
                  <a:pt x="444" y="0"/>
                </a:lnTo>
                <a:lnTo>
                  <a:pt x="444" y="1"/>
                </a:lnTo>
                <a:lnTo>
                  <a:pt x="445" y="1"/>
                </a:lnTo>
                <a:lnTo>
                  <a:pt x="445" y="0"/>
                </a:lnTo>
                <a:lnTo>
                  <a:pt x="446" y="0"/>
                </a:lnTo>
                <a:lnTo>
                  <a:pt x="445" y="0"/>
                </a:lnTo>
                <a:lnTo>
                  <a:pt x="446" y="0"/>
                </a:lnTo>
                <a:lnTo>
                  <a:pt x="447" y="0"/>
                </a:lnTo>
                <a:lnTo>
                  <a:pt x="448" y="1"/>
                </a:lnTo>
                <a:lnTo>
                  <a:pt x="45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42" name=""/>
          <p:cNvSpPr/>
          <p:nvPr/>
        </p:nvSpPr>
        <p:spPr>
          <a:xfrm>
            <a:off x="7051320" y="155448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3" y="3"/>
                </a:moveTo>
                <a:lnTo>
                  <a:pt x="4" y="3"/>
                </a:ln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lnTo>
                  <a:pt x="5" y="6"/>
                </a:lnTo>
                <a:lnTo>
                  <a:pt x="4" y="6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2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43" name=""/>
          <p:cNvSpPr/>
          <p:nvPr/>
        </p:nvSpPr>
        <p:spPr>
          <a:xfrm>
            <a:off x="7054920" y="15541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2"/>
                </a:moveTo>
                <a:lnTo>
                  <a:pt x="1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44" name=""/>
          <p:cNvSpPr/>
          <p:nvPr/>
        </p:nvSpPr>
        <p:spPr>
          <a:xfrm>
            <a:off x="7056000" y="155376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2" y="0"/>
                </a:moveTo>
                <a:lnTo>
                  <a:pt x="3" y="0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45" name=""/>
          <p:cNvSpPr/>
          <p:nvPr/>
        </p:nvSpPr>
        <p:spPr>
          <a:xfrm>
            <a:off x="7065360" y="1552320"/>
            <a:ext cx="2160" cy="3240"/>
          </a:xfrm>
          <a:custGeom>
            <a:avLst/>
            <a:gdLst/>
            <a:ahLst/>
            <a:rect l="0" t="0" r="r" b="b"/>
            <a:pathLst>
              <a:path w="6" h="9">
                <a:moveTo>
                  <a:pt x="6" y="3"/>
                </a:moveTo>
                <a:lnTo>
                  <a:pt x="6" y="5"/>
                </a:lnTo>
                <a:lnTo>
                  <a:pt x="5" y="5"/>
                </a:lnTo>
                <a:lnTo>
                  <a:pt x="6" y="5"/>
                </a:lnTo>
                <a:lnTo>
                  <a:pt x="6" y="6"/>
                </a:lnTo>
                <a:lnTo>
                  <a:pt x="6" y="7"/>
                </a:lnTo>
                <a:lnTo>
                  <a:pt x="5" y="7"/>
                </a:lnTo>
                <a:lnTo>
                  <a:pt x="4" y="8"/>
                </a:lnTo>
                <a:lnTo>
                  <a:pt x="3" y="8"/>
                </a:lnTo>
                <a:lnTo>
                  <a:pt x="3" y="9"/>
                </a:lnTo>
                <a:lnTo>
                  <a:pt x="1" y="9"/>
                </a:lnTo>
                <a:lnTo>
                  <a:pt x="1" y="8"/>
                </a:lnTo>
                <a:lnTo>
                  <a:pt x="0" y="8"/>
                </a:lnTo>
                <a:lnTo>
                  <a:pt x="0" y="7"/>
                </a:lnTo>
                <a:lnTo>
                  <a:pt x="1" y="6"/>
                </a:lnTo>
                <a:lnTo>
                  <a:pt x="1" y="5"/>
                </a:lnTo>
                <a:lnTo>
                  <a:pt x="3" y="5"/>
                </a:lnTo>
                <a:lnTo>
                  <a:pt x="3" y="6"/>
                </a:lnTo>
                <a:lnTo>
                  <a:pt x="4" y="6"/>
                </a:lnTo>
                <a:lnTo>
                  <a:pt x="4" y="5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46" name=""/>
          <p:cNvSpPr/>
          <p:nvPr/>
        </p:nvSpPr>
        <p:spPr>
          <a:xfrm>
            <a:off x="7053480" y="15534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47" name=""/>
          <p:cNvSpPr/>
          <p:nvPr/>
        </p:nvSpPr>
        <p:spPr>
          <a:xfrm>
            <a:off x="7054200" y="15534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48" name=""/>
          <p:cNvSpPr/>
          <p:nvPr/>
        </p:nvSpPr>
        <p:spPr>
          <a:xfrm>
            <a:off x="7047360" y="15480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2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49" name=""/>
          <p:cNvSpPr/>
          <p:nvPr/>
        </p:nvSpPr>
        <p:spPr>
          <a:xfrm>
            <a:off x="7053120" y="154764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5" y="0"/>
                </a:moveTo>
                <a:lnTo>
                  <a:pt x="5" y="2"/>
                </a:lnTo>
                <a:lnTo>
                  <a:pt x="4" y="2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5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50" name=""/>
          <p:cNvSpPr/>
          <p:nvPr/>
        </p:nvSpPr>
        <p:spPr>
          <a:xfrm>
            <a:off x="7048800" y="1547280"/>
            <a:ext cx="4320" cy="1800"/>
          </a:xfrm>
          <a:custGeom>
            <a:avLst/>
            <a:gdLst/>
            <a:ahLst/>
            <a:rect l="0" t="0" r="r" b="b"/>
            <a:pathLst>
              <a:path w="12" h="5">
                <a:moveTo>
                  <a:pt x="11" y="1"/>
                </a:moveTo>
                <a:lnTo>
                  <a:pt x="12" y="1"/>
                </a:lnTo>
                <a:lnTo>
                  <a:pt x="11" y="2"/>
                </a:lnTo>
                <a:lnTo>
                  <a:pt x="10" y="2"/>
                </a:lnTo>
                <a:lnTo>
                  <a:pt x="9" y="2"/>
                </a:lnTo>
                <a:lnTo>
                  <a:pt x="10" y="2"/>
                </a:lnTo>
                <a:lnTo>
                  <a:pt x="10" y="3"/>
                </a:lnTo>
                <a:lnTo>
                  <a:pt x="9" y="3"/>
                </a:lnTo>
                <a:lnTo>
                  <a:pt x="8" y="3"/>
                </a:lnTo>
                <a:lnTo>
                  <a:pt x="8" y="5"/>
                </a:lnTo>
                <a:lnTo>
                  <a:pt x="7" y="5"/>
                </a:lnTo>
                <a:lnTo>
                  <a:pt x="7" y="3"/>
                </a:lnTo>
                <a:lnTo>
                  <a:pt x="7" y="2"/>
                </a:lnTo>
                <a:lnTo>
                  <a:pt x="8" y="2"/>
                </a:lnTo>
                <a:lnTo>
                  <a:pt x="8" y="1"/>
                </a:lnTo>
                <a:lnTo>
                  <a:pt x="7" y="1"/>
                </a:lnTo>
                <a:lnTo>
                  <a:pt x="5" y="1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1" y="1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51" name=""/>
          <p:cNvSpPr/>
          <p:nvPr/>
        </p:nvSpPr>
        <p:spPr>
          <a:xfrm>
            <a:off x="7060320" y="154656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3" y="0"/>
                </a:move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52" name=""/>
          <p:cNvSpPr/>
          <p:nvPr/>
        </p:nvSpPr>
        <p:spPr>
          <a:xfrm>
            <a:off x="7044480" y="1545120"/>
            <a:ext cx="6480" cy="2160"/>
          </a:xfrm>
          <a:custGeom>
            <a:avLst/>
            <a:gdLst/>
            <a:ahLst/>
            <a:rect l="0" t="0" r="r" b="b"/>
            <a:pathLst>
              <a:path w="18" h="6">
                <a:moveTo>
                  <a:pt x="4" y="0"/>
                </a:move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lnTo>
                  <a:pt x="9" y="3"/>
                </a:lnTo>
                <a:lnTo>
                  <a:pt x="11" y="3"/>
                </a:lnTo>
                <a:lnTo>
                  <a:pt x="12" y="3"/>
                </a:lnTo>
                <a:lnTo>
                  <a:pt x="13" y="3"/>
                </a:lnTo>
                <a:lnTo>
                  <a:pt x="13" y="2"/>
                </a:lnTo>
                <a:lnTo>
                  <a:pt x="13" y="3"/>
                </a:lnTo>
                <a:lnTo>
                  <a:pt x="14" y="3"/>
                </a:lnTo>
                <a:lnTo>
                  <a:pt x="14" y="2"/>
                </a:lnTo>
                <a:lnTo>
                  <a:pt x="14" y="3"/>
                </a:lnTo>
                <a:lnTo>
                  <a:pt x="15" y="3"/>
                </a:lnTo>
                <a:lnTo>
                  <a:pt x="15" y="4"/>
                </a:lnTo>
                <a:lnTo>
                  <a:pt x="16" y="4"/>
                </a:lnTo>
                <a:lnTo>
                  <a:pt x="17" y="4"/>
                </a:lnTo>
                <a:lnTo>
                  <a:pt x="18" y="4"/>
                </a:lnTo>
                <a:lnTo>
                  <a:pt x="18" y="5"/>
                </a:lnTo>
                <a:lnTo>
                  <a:pt x="18" y="4"/>
                </a:lnTo>
                <a:lnTo>
                  <a:pt x="18" y="5"/>
                </a:lnTo>
                <a:lnTo>
                  <a:pt x="17" y="5"/>
                </a:lnTo>
                <a:lnTo>
                  <a:pt x="16" y="6"/>
                </a:lnTo>
                <a:lnTo>
                  <a:pt x="16" y="5"/>
                </a:lnTo>
                <a:lnTo>
                  <a:pt x="15" y="5"/>
                </a:lnTo>
                <a:lnTo>
                  <a:pt x="14" y="5"/>
                </a:lnTo>
                <a:lnTo>
                  <a:pt x="13" y="5"/>
                </a:lnTo>
                <a:lnTo>
                  <a:pt x="12" y="5"/>
                </a:lnTo>
                <a:lnTo>
                  <a:pt x="12" y="4"/>
                </a:lnTo>
                <a:lnTo>
                  <a:pt x="11" y="4"/>
                </a:lnTo>
                <a:lnTo>
                  <a:pt x="10" y="4"/>
                </a:lnTo>
                <a:lnTo>
                  <a:pt x="9" y="4"/>
                </a:lnTo>
                <a:lnTo>
                  <a:pt x="9" y="5"/>
                </a:lnTo>
                <a:lnTo>
                  <a:pt x="9" y="6"/>
                </a:lnTo>
                <a:lnTo>
                  <a:pt x="7" y="6"/>
                </a:lnTo>
                <a:lnTo>
                  <a:pt x="7" y="5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4" y="3"/>
                </a:lnTo>
                <a:lnTo>
                  <a:pt x="3" y="3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53" name=""/>
          <p:cNvSpPr/>
          <p:nvPr/>
        </p:nvSpPr>
        <p:spPr>
          <a:xfrm>
            <a:off x="7062480" y="15393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2"/>
                </a:moveTo>
                <a:lnTo>
                  <a:pt x="3" y="2"/>
                </a:lnTo>
                <a:lnTo>
                  <a:pt x="5" y="2"/>
                </a:lnTo>
                <a:lnTo>
                  <a:pt x="5" y="3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54" name=""/>
          <p:cNvSpPr/>
          <p:nvPr/>
        </p:nvSpPr>
        <p:spPr>
          <a:xfrm>
            <a:off x="7062480" y="153756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1"/>
                </a:move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55" name=""/>
          <p:cNvSpPr/>
          <p:nvPr/>
        </p:nvSpPr>
        <p:spPr>
          <a:xfrm>
            <a:off x="7063920" y="1537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56" name=""/>
          <p:cNvSpPr/>
          <p:nvPr/>
        </p:nvSpPr>
        <p:spPr>
          <a:xfrm>
            <a:off x="7058880" y="1535760"/>
            <a:ext cx="3240" cy="2520"/>
          </a:xfrm>
          <a:custGeom>
            <a:avLst/>
            <a:gdLst/>
            <a:ahLst/>
            <a:rect l="0" t="0" r="r" b="b"/>
            <a:pathLst>
              <a:path w="9" h="7">
                <a:moveTo>
                  <a:pt x="6" y="0"/>
                </a:moveTo>
                <a:lnTo>
                  <a:pt x="7" y="0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9" y="4"/>
                </a:lnTo>
                <a:lnTo>
                  <a:pt x="8" y="5"/>
                </a:lnTo>
                <a:lnTo>
                  <a:pt x="8" y="6"/>
                </a:lnTo>
                <a:lnTo>
                  <a:pt x="7" y="6"/>
                </a:lnTo>
                <a:lnTo>
                  <a:pt x="7" y="7"/>
                </a:lnTo>
                <a:lnTo>
                  <a:pt x="6" y="7"/>
                </a:lnTo>
                <a:lnTo>
                  <a:pt x="5" y="7"/>
                </a:lnTo>
                <a:lnTo>
                  <a:pt x="3" y="7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5" y="0"/>
                </a:lnTo>
                <a:lnTo>
                  <a:pt x="3" y="1"/>
                </a:lnTo>
                <a:lnTo>
                  <a:pt x="6" y="1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57" name=""/>
          <p:cNvSpPr/>
          <p:nvPr/>
        </p:nvSpPr>
        <p:spPr>
          <a:xfrm>
            <a:off x="7061760" y="1532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58" name=""/>
          <p:cNvSpPr/>
          <p:nvPr/>
        </p:nvSpPr>
        <p:spPr>
          <a:xfrm>
            <a:off x="7083720" y="152820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5" y="2"/>
                </a:moveTo>
                <a:lnTo>
                  <a:pt x="7" y="2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59" name=""/>
          <p:cNvSpPr/>
          <p:nvPr/>
        </p:nvSpPr>
        <p:spPr>
          <a:xfrm>
            <a:off x="7086960" y="15271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60" name=""/>
          <p:cNvSpPr/>
          <p:nvPr/>
        </p:nvSpPr>
        <p:spPr>
          <a:xfrm>
            <a:off x="7121160" y="15033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61" name=""/>
          <p:cNvSpPr/>
          <p:nvPr/>
        </p:nvSpPr>
        <p:spPr>
          <a:xfrm>
            <a:off x="7306200" y="14284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62" name=""/>
          <p:cNvSpPr/>
          <p:nvPr/>
        </p:nvSpPr>
        <p:spPr>
          <a:xfrm>
            <a:off x="7304040" y="1422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63" name=""/>
          <p:cNvSpPr/>
          <p:nvPr/>
        </p:nvSpPr>
        <p:spPr>
          <a:xfrm>
            <a:off x="7295760" y="14155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64" name=""/>
          <p:cNvSpPr/>
          <p:nvPr/>
        </p:nvSpPr>
        <p:spPr>
          <a:xfrm>
            <a:off x="7295760" y="14144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65" name=""/>
          <p:cNvSpPr/>
          <p:nvPr/>
        </p:nvSpPr>
        <p:spPr>
          <a:xfrm>
            <a:off x="7296480" y="14137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66" name=""/>
          <p:cNvSpPr/>
          <p:nvPr/>
        </p:nvSpPr>
        <p:spPr>
          <a:xfrm>
            <a:off x="7016760" y="1287360"/>
            <a:ext cx="313920" cy="200520"/>
          </a:xfrm>
          <a:custGeom>
            <a:avLst/>
            <a:gdLst/>
            <a:ahLst/>
            <a:rect l="0" t="0" r="r" b="b"/>
            <a:pathLst>
              <a:path w="872" h="557">
                <a:moveTo>
                  <a:pt x="205" y="1"/>
                </a:moveTo>
                <a:lnTo>
                  <a:pt x="204" y="1"/>
                </a:lnTo>
                <a:lnTo>
                  <a:pt x="204" y="2"/>
                </a:lnTo>
                <a:lnTo>
                  <a:pt x="205" y="2"/>
                </a:lnTo>
                <a:lnTo>
                  <a:pt x="205" y="3"/>
                </a:lnTo>
                <a:lnTo>
                  <a:pt x="204" y="3"/>
                </a:lnTo>
                <a:lnTo>
                  <a:pt x="204" y="4"/>
                </a:lnTo>
                <a:lnTo>
                  <a:pt x="205" y="5"/>
                </a:lnTo>
                <a:lnTo>
                  <a:pt x="206" y="5"/>
                </a:lnTo>
                <a:lnTo>
                  <a:pt x="206" y="4"/>
                </a:lnTo>
                <a:lnTo>
                  <a:pt x="207" y="3"/>
                </a:lnTo>
                <a:lnTo>
                  <a:pt x="207" y="2"/>
                </a:lnTo>
                <a:lnTo>
                  <a:pt x="209" y="1"/>
                </a:lnTo>
                <a:lnTo>
                  <a:pt x="210" y="1"/>
                </a:lnTo>
                <a:lnTo>
                  <a:pt x="210" y="2"/>
                </a:lnTo>
                <a:lnTo>
                  <a:pt x="210" y="3"/>
                </a:lnTo>
                <a:lnTo>
                  <a:pt x="210" y="4"/>
                </a:lnTo>
                <a:lnTo>
                  <a:pt x="209" y="4"/>
                </a:lnTo>
                <a:lnTo>
                  <a:pt x="209" y="5"/>
                </a:lnTo>
                <a:lnTo>
                  <a:pt x="209" y="6"/>
                </a:lnTo>
                <a:lnTo>
                  <a:pt x="210" y="6"/>
                </a:lnTo>
                <a:lnTo>
                  <a:pt x="210" y="7"/>
                </a:lnTo>
                <a:lnTo>
                  <a:pt x="211" y="7"/>
                </a:lnTo>
                <a:lnTo>
                  <a:pt x="211" y="8"/>
                </a:lnTo>
                <a:lnTo>
                  <a:pt x="212" y="8"/>
                </a:lnTo>
                <a:lnTo>
                  <a:pt x="211" y="9"/>
                </a:lnTo>
                <a:lnTo>
                  <a:pt x="210" y="9"/>
                </a:lnTo>
                <a:lnTo>
                  <a:pt x="209" y="9"/>
                </a:lnTo>
                <a:lnTo>
                  <a:pt x="209" y="10"/>
                </a:lnTo>
                <a:lnTo>
                  <a:pt x="209" y="11"/>
                </a:lnTo>
                <a:lnTo>
                  <a:pt x="210" y="11"/>
                </a:lnTo>
                <a:lnTo>
                  <a:pt x="211" y="12"/>
                </a:lnTo>
                <a:lnTo>
                  <a:pt x="211" y="13"/>
                </a:lnTo>
                <a:lnTo>
                  <a:pt x="211" y="14"/>
                </a:lnTo>
                <a:lnTo>
                  <a:pt x="211" y="15"/>
                </a:lnTo>
                <a:lnTo>
                  <a:pt x="211" y="14"/>
                </a:lnTo>
                <a:lnTo>
                  <a:pt x="212" y="14"/>
                </a:lnTo>
                <a:lnTo>
                  <a:pt x="213" y="14"/>
                </a:lnTo>
                <a:lnTo>
                  <a:pt x="214" y="14"/>
                </a:lnTo>
                <a:lnTo>
                  <a:pt x="214" y="15"/>
                </a:lnTo>
                <a:lnTo>
                  <a:pt x="213" y="15"/>
                </a:lnTo>
                <a:lnTo>
                  <a:pt x="213" y="16"/>
                </a:lnTo>
                <a:lnTo>
                  <a:pt x="212" y="16"/>
                </a:lnTo>
                <a:lnTo>
                  <a:pt x="212" y="17"/>
                </a:lnTo>
                <a:lnTo>
                  <a:pt x="213" y="17"/>
                </a:lnTo>
                <a:lnTo>
                  <a:pt x="214" y="18"/>
                </a:lnTo>
                <a:lnTo>
                  <a:pt x="215" y="18"/>
                </a:lnTo>
                <a:lnTo>
                  <a:pt x="215" y="19"/>
                </a:lnTo>
                <a:lnTo>
                  <a:pt x="214" y="20"/>
                </a:lnTo>
                <a:lnTo>
                  <a:pt x="213" y="20"/>
                </a:lnTo>
                <a:lnTo>
                  <a:pt x="212" y="20"/>
                </a:lnTo>
                <a:lnTo>
                  <a:pt x="212" y="21"/>
                </a:lnTo>
                <a:lnTo>
                  <a:pt x="213" y="21"/>
                </a:lnTo>
                <a:lnTo>
                  <a:pt x="213" y="22"/>
                </a:lnTo>
                <a:lnTo>
                  <a:pt x="214" y="22"/>
                </a:lnTo>
                <a:lnTo>
                  <a:pt x="215" y="22"/>
                </a:lnTo>
                <a:lnTo>
                  <a:pt x="215" y="23"/>
                </a:lnTo>
                <a:lnTo>
                  <a:pt x="214" y="23"/>
                </a:lnTo>
                <a:lnTo>
                  <a:pt x="214" y="24"/>
                </a:lnTo>
                <a:lnTo>
                  <a:pt x="213" y="24"/>
                </a:lnTo>
                <a:lnTo>
                  <a:pt x="213" y="25"/>
                </a:lnTo>
                <a:lnTo>
                  <a:pt x="214" y="25"/>
                </a:lnTo>
                <a:lnTo>
                  <a:pt x="215" y="25"/>
                </a:lnTo>
                <a:lnTo>
                  <a:pt x="215" y="26"/>
                </a:lnTo>
                <a:lnTo>
                  <a:pt x="216" y="26"/>
                </a:lnTo>
                <a:lnTo>
                  <a:pt x="216" y="27"/>
                </a:lnTo>
                <a:lnTo>
                  <a:pt x="217" y="27"/>
                </a:lnTo>
                <a:lnTo>
                  <a:pt x="217" y="28"/>
                </a:lnTo>
                <a:lnTo>
                  <a:pt x="217" y="29"/>
                </a:lnTo>
                <a:lnTo>
                  <a:pt x="216" y="29"/>
                </a:lnTo>
                <a:lnTo>
                  <a:pt x="215" y="29"/>
                </a:lnTo>
                <a:lnTo>
                  <a:pt x="214" y="29"/>
                </a:lnTo>
                <a:lnTo>
                  <a:pt x="213" y="29"/>
                </a:lnTo>
                <a:lnTo>
                  <a:pt x="212" y="29"/>
                </a:lnTo>
                <a:lnTo>
                  <a:pt x="212" y="30"/>
                </a:lnTo>
                <a:lnTo>
                  <a:pt x="212" y="31"/>
                </a:lnTo>
                <a:lnTo>
                  <a:pt x="213" y="31"/>
                </a:lnTo>
                <a:lnTo>
                  <a:pt x="214" y="31"/>
                </a:lnTo>
                <a:lnTo>
                  <a:pt x="215" y="31"/>
                </a:lnTo>
                <a:lnTo>
                  <a:pt x="215" y="32"/>
                </a:lnTo>
                <a:lnTo>
                  <a:pt x="215" y="33"/>
                </a:lnTo>
                <a:lnTo>
                  <a:pt x="214" y="33"/>
                </a:lnTo>
                <a:lnTo>
                  <a:pt x="213" y="33"/>
                </a:lnTo>
                <a:lnTo>
                  <a:pt x="212" y="33"/>
                </a:lnTo>
                <a:lnTo>
                  <a:pt x="211" y="33"/>
                </a:lnTo>
                <a:lnTo>
                  <a:pt x="210" y="34"/>
                </a:lnTo>
                <a:lnTo>
                  <a:pt x="210" y="35"/>
                </a:lnTo>
                <a:lnTo>
                  <a:pt x="210" y="36"/>
                </a:lnTo>
                <a:lnTo>
                  <a:pt x="210" y="37"/>
                </a:lnTo>
                <a:lnTo>
                  <a:pt x="210" y="39"/>
                </a:lnTo>
                <a:lnTo>
                  <a:pt x="211" y="39"/>
                </a:lnTo>
                <a:lnTo>
                  <a:pt x="211" y="40"/>
                </a:lnTo>
                <a:lnTo>
                  <a:pt x="212" y="41"/>
                </a:lnTo>
                <a:lnTo>
                  <a:pt x="213" y="41"/>
                </a:lnTo>
                <a:lnTo>
                  <a:pt x="213" y="42"/>
                </a:lnTo>
                <a:lnTo>
                  <a:pt x="214" y="42"/>
                </a:lnTo>
                <a:lnTo>
                  <a:pt x="215" y="42"/>
                </a:lnTo>
                <a:lnTo>
                  <a:pt x="216" y="43"/>
                </a:lnTo>
                <a:lnTo>
                  <a:pt x="217" y="43"/>
                </a:lnTo>
                <a:lnTo>
                  <a:pt x="218" y="43"/>
                </a:lnTo>
                <a:lnTo>
                  <a:pt x="219" y="44"/>
                </a:lnTo>
                <a:lnTo>
                  <a:pt x="219" y="45"/>
                </a:lnTo>
                <a:lnTo>
                  <a:pt x="219" y="46"/>
                </a:lnTo>
                <a:lnTo>
                  <a:pt x="219" y="47"/>
                </a:lnTo>
                <a:lnTo>
                  <a:pt x="220" y="48"/>
                </a:lnTo>
                <a:lnTo>
                  <a:pt x="219" y="48"/>
                </a:lnTo>
                <a:lnTo>
                  <a:pt x="219" y="49"/>
                </a:lnTo>
                <a:lnTo>
                  <a:pt x="218" y="49"/>
                </a:lnTo>
                <a:lnTo>
                  <a:pt x="217" y="48"/>
                </a:lnTo>
                <a:lnTo>
                  <a:pt x="216" y="48"/>
                </a:lnTo>
                <a:lnTo>
                  <a:pt x="216" y="49"/>
                </a:lnTo>
                <a:lnTo>
                  <a:pt x="216" y="50"/>
                </a:lnTo>
                <a:lnTo>
                  <a:pt x="217" y="50"/>
                </a:lnTo>
                <a:lnTo>
                  <a:pt x="217" y="51"/>
                </a:lnTo>
                <a:lnTo>
                  <a:pt x="218" y="51"/>
                </a:lnTo>
                <a:lnTo>
                  <a:pt x="218" y="52"/>
                </a:lnTo>
                <a:lnTo>
                  <a:pt x="219" y="52"/>
                </a:lnTo>
                <a:lnTo>
                  <a:pt x="219" y="53"/>
                </a:lnTo>
                <a:lnTo>
                  <a:pt x="218" y="53"/>
                </a:lnTo>
                <a:lnTo>
                  <a:pt x="217" y="53"/>
                </a:lnTo>
                <a:lnTo>
                  <a:pt x="216" y="54"/>
                </a:lnTo>
                <a:lnTo>
                  <a:pt x="214" y="54"/>
                </a:lnTo>
                <a:lnTo>
                  <a:pt x="214" y="55"/>
                </a:lnTo>
                <a:lnTo>
                  <a:pt x="213" y="55"/>
                </a:lnTo>
                <a:lnTo>
                  <a:pt x="213" y="56"/>
                </a:lnTo>
                <a:lnTo>
                  <a:pt x="214" y="56"/>
                </a:lnTo>
                <a:lnTo>
                  <a:pt x="214" y="57"/>
                </a:lnTo>
                <a:lnTo>
                  <a:pt x="215" y="58"/>
                </a:lnTo>
                <a:lnTo>
                  <a:pt x="216" y="58"/>
                </a:lnTo>
                <a:lnTo>
                  <a:pt x="217" y="57"/>
                </a:lnTo>
                <a:lnTo>
                  <a:pt x="218" y="57"/>
                </a:lnTo>
                <a:lnTo>
                  <a:pt x="219" y="58"/>
                </a:lnTo>
                <a:lnTo>
                  <a:pt x="220" y="59"/>
                </a:lnTo>
                <a:lnTo>
                  <a:pt x="221" y="59"/>
                </a:lnTo>
                <a:lnTo>
                  <a:pt x="221" y="60"/>
                </a:lnTo>
                <a:lnTo>
                  <a:pt x="222" y="60"/>
                </a:lnTo>
                <a:lnTo>
                  <a:pt x="222" y="61"/>
                </a:lnTo>
                <a:lnTo>
                  <a:pt x="222" y="62"/>
                </a:lnTo>
                <a:lnTo>
                  <a:pt x="222" y="63"/>
                </a:lnTo>
                <a:lnTo>
                  <a:pt x="223" y="63"/>
                </a:lnTo>
                <a:lnTo>
                  <a:pt x="224" y="63"/>
                </a:lnTo>
                <a:lnTo>
                  <a:pt x="225" y="63"/>
                </a:lnTo>
                <a:lnTo>
                  <a:pt x="226" y="64"/>
                </a:lnTo>
                <a:lnTo>
                  <a:pt x="226" y="65"/>
                </a:lnTo>
                <a:lnTo>
                  <a:pt x="225" y="65"/>
                </a:lnTo>
                <a:lnTo>
                  <a:pt x="224" y="66"/>
                </a:lnTo>
                <a:lnTo>
                  <a:pt x="225" y="66"/>
                </a:lnTo>
                <a:lnTo>
                  <a:pt x="225" y="67"/>
                </a:lnTo>
                <a:lnTo>
                  <a:pt x="226" y="67"/>
                </a:lnTo>
                <a:lnTo>
                  <a:pt x="227" y="67"/>
                </a:lnTo>
                <a:lnTo>
                  <a:pt x="226" y="68"/>
                </a:lnTo>
                <a:lnTo>
                  <a:pt x="226" y="69"/>
                </a:lnTo>
                <a:lnTo>
                  <a:pt x="226" y="70"/>
                </a:lnTo>
                <a:lnTo>
                  <a:pt x="226" y="71"/>
                </a:lnTo>
                <a:lnTo>
                  <a:pt x="227" y="71"/>
                </a:lnTo>
                <a:lnTo>
                  <a:pt x="228" y="71"/>
                </a:lnTo>
                <a:lnTo>
                  <a:pt x="229" y="71"/>
                </a:lnTo>
                <a:lnTo>
                  <a:pt x="230" y="71"/>
                </a:lnTo>
                <a:lnTo>
                  <a:pt x="231" y="71"/>
                </a:lnTo>
                <a:lnTo>
                  <a:pt x="232" y="70"/>
                </a:lnTo>
                <a:lnTo>
                  <a:pt x="233" y="70"/>
                </a:lnTo>
                <a:lnTo>
                  <a:pt x="233" y="69"/>
                </a:lnTo>
                <a:lnTo>
                  <a:pt x="234" y="69"/>
                </a:lnTo>
                <a:lnTo>
                  <a:pt x="234" y="70"/>
                </a:lnTo>
                <a:lnTo>
                  <a:pt x="235" y="70"/>
                </a:lnTo>
                <a:lnTo>
                  <a:pt x="235" y="71"/>
                </a:lnTo>
                <a:lnTo>
                  <a:pt x="234" y="71"/>
                </a:lnTo>
                <a:lnTo>
                  <a:pt x="234" y="72"/>
                </a:lnTo>
                <a:lnTo>
                  <a:pt x="233" y="72"/>
                </a:lnTo>
                <a:lnTo>
                  <a:pt x="233" y="73"/>
                </a:lnTo>
                <a:lnTo>
                  <a:pt x="234" y="73"/>
                </a:lnTo>
                <a:lnTo>
                  <a:pt x="234" y="74"/>
                </a:lnTo>
                <a:lnTo>
                  <a:pt x="235" y="74"/>
                </a:lnTo>
                <a:lnTo>
                  <a:pt x="236" y="74"/>
                </a:lnTo>
                <a:lnTo>
                  <a:pt x="237" y="74"/>
                </a:lnTo>
                <a:lnTo>
                  <a:pt x="238" y="74"/>
                </a:lnTo>
                <a:lnTo>
                  <a:pt x="238" y="75"/>
                </a:lnTo>
                <a:lnTo>
                  <a:pt x="237" y="75"/>
                </a:lnTo>
                <a:lnTo>
                  <a:pt x="237" y="76"/>
                </a:lnTo>
                <a:lnTo>
                  <a:pt x="237" y="77"/>
                </a:lnTo>
                <a:lnTo>
                  <a:pt x="237" y="78"/>
                </a:lnTo>
                <a:lnTo>
                  <a:pt x="238" y="78"/>
                </a:lnTo>
                <a:lnTo>
                  <a:pt x="239" y="79"/>
                </a:lnTo>
                <a:lnTo>
                  <a:pt x="240" y="79"/>
                </a:lnTo>
                <a:lnTo>
                  <a:pt x="241" y="79"/>
                </a:lnTo>
                <a:lnTo>
                  <a:pt x="242" y="79"/>
                </a:lnTo>
                <a:lnTo>
                  <a:pt x="243" y="79"/>
                </a:lnTo>
                <a:lnTo>
                  <a:pt x="244" y="79"/>
                </a:lnTo>
                <a:lnTo>
                  <a:pt x="245" y="78"/>
                </a:lnTo>
                <a:lnTo>
                  <a:pt x="245" y="79"/>
                </a:lnTo>
                <a:lnTo>
                  <a:pt x="246" y="79"/>
                </a:lnTo>
                <a:lnTo>
                  <a:pt x="246" y="80"/>
                </a:lnTo>
                <a:lnTo>
                  <a:pt x="246" y="81"/>
                </a:lnTo>
                <a:lnTo>
                  <a:pt x="246" y="82"/>
                </a:lnTo>
                <a:lnTo>
                  <a:pt x="246" y="83"/>
                </a:lnTo>
                <a:lnTo>
                  <a:pt x="245" y="83"/>
                </a:lnTo>
                <a:lnTo>
                  <a:pt x="245" y="84"/>
                </a:lnTo>
                <a:lnTo>
                  <a:pt x="245" y="85"/>
                </a:lnTo>
                <a:lnTo>
                  <a:pt x="246" y="85"/>
                </a:lnTo>
                <a:lnTo>
                  <a:pt x="246" y="86"/>
                </a:lnTo>
                <a:lnTo>
                  <a:pt x="247" y="86"/>
                </a:lnTo>
                <a:lnTo>
                  <a:pt x="247" y="87"/>
                </a:lnTo>
                <a:lnTo>
                  <a:pt x="247" y="88"/>
                </a:lnTo>
                <a:lnTo>
                  <a:pt x="248" y="88"/>
                </a:lnTo>
                <a:lnTo>
                  <a:pt x="248" y="89"/>
                </a:lnTo>
                <a:lnTo>
                  <a:pt x="249" y="89"/>
                </a:lnTo>
                <a:lnTo>
                  <a:pt x="250" y="90"/>
                </a:lnTo>
                <a:lnTo>
                  <a:pt x="250" y="89"/>
                </a:lnTo>
                <a:lnTo>
                  <a:pt x="251" y="89"/>
                </a:lnTo>
                <a:lnTo>
                  <a:pt x="251" y="88"/>
                </a:lnTo>
                <a:lnTo>
                  <a:pt x="252" y="88"/>
                </a:lnTo>
                <a:lnTo>
                  <a:pt x="253" y="88"/>
                </a:lnTo>
                <a:lnTo>
                  <a:pt x="254" y="88"/>
                </a:lnTo>
                <a:lnTo>
                  <a:pt x="255" y="87"/>
                </a:lnTo>
                <a:lnTo>
                  <a:pt x="256" y="87"/>
                </a:lnTo>
                <a:lnTo>
                  <a:pt x="256" y="88"/>
                </a:lnTo>
                <a:lnTo>
                  <a:pt x="257" y="88"/>
                </a:lnTo>
                <a:lnTo>
                  <a:pt x="257" y="89"/>
                </a:lnTo>
                <a:lnTo>
                  <a:pt x="258" y="90"/>
                </a:lnTo>
                <a:lnTo>
                  <a:pt x="259" y="91"/>
                </a:lnTo>
                <a:lnTo>
                  <a:pt x="260" y="91"/>
                </a:lnTo>
                <a:lnTo>
                  <a:pt x="261" y="92"/>
                </a:lnTo>
                <a:lnTo>
                  <a:pt x="262" y="92"/>
                </a:lnTo>
                <a:lnTo>
                  <a:pt x="263" y="92"/>
                </a:lnTo>
                <a:lnTo>
                  <a:pt x="264" y="92"/>
                </a:lnTo>
                <a:lnTo>
                  <a:pt x="264" y="91"/>
                </a:lnTo>
                <a:lnTo>
                  <a:pt x="265" y="91"/>
                </a:lnTo>
                <a:lnTo>
                  <a:pt x="266" y="91"/>
                </a:lnTo>
                <a:lnTo>
                  <a:pt x="266" y="90"/>
                </a:lnTo>
                <a:lnTo>
                  <a:pt x="265" y="89"/>
                </a:lnTo>
                <a:lnTo>
                  <a:pt x="265" y="88"/>
                </a:lnTo>
                <a:lnTo>
                  <a:pt x="266" y="88"/>
                </a:lnTo>
                <a:lnTo>
                  <a:pt x="267" y="88"/>
                </a:lnTo>
                <a:lnTo>
                  <a:pt x="268" y="88"/>
                </a:lnTo>
                <a:lnTo>
                  <a:pt x="268" y="89"/>
                </a:lnTo>
                <a:lnTo>
                  <a:pt x="269" y="89"/>
                </a:lnTo>
                <a:lnTo>
                  <a:pt x="269" y="90"/>
                </a:lnTo>
                <a:lnTo>
                  <a:pt x="270" y="90"/>
                </a:lnTo>
                <a:lnTo>
                  <a:pt x="271" y="90"/>
                </a:lnTo>
                <a:lnTo>
                  <a:pt x="272" y="90"/>
                </a:lnTo>
                <a:lnTo>
                  <a:pt x="273" y="89"/>
                </a:lnTo>
                <a:lnTo>
                  <a:pt x="274" y="89"/>
                </a:lnTo>
                <a:lnTo>
                  <a:pt x="275" y="88"/>
                </a:lnTo>
                <a:lnTo>
                  <a:pt x="276" y="88"/>
                </a:lnTo>
                <a:lnTo>
                  <a:pt x="277" y="88"/>
                </a:lnTo>
                <a:lnTo>
                  <a:pt x="277" y="89"/>
                </a:lnTo>
                <a:lnTo>
                  <a:pt x="278" y="89"/>
                </a:lnTo>
                <a:lnTo>
                  <a:pt x="279" y="89"/>
                </a:lnTo>
                <a:lnTo>
                  <a:pt x="280" y="89"/>
                </a:lnTo>
                <a:lnTo>
                  <a:pt x="280" y="88"/>
                </a:lnTo>
                <a:lnTo>
                  <a:pt x="281" y="87"/>
                </a:lnTo>
                <a:lnTo>
                  <a:pt x="281" y="86"/>
                </a:lnTo>
                <a:lnTo>
                  <a:pt x="282" y="86"/>
                </a:lnTo>
                <a:lnTo>
                  <a:pt x="283" y="86"/>
                </a:lnTo>
                <a:lnTo>
                  <a:pt x="283" y="87"/>
                </a:lnTo>
                <a:lnTo>
                  <a:pt x="284" y="87"/>
                </a:lnTo>
                <a:lnTo>
                  <a:pt x="283" y="87"/>
                </a:lnTo>
                <a:lnTo>
                  <a:pt x="283" y="88"/>
                </a:lnTo>
                <a:lnTo>
                  <a:pt x="283" y="89"/>
                </a:lnTo>
                <a:lnTo>
                  <a:pt x="284" y="90"/>
                </a:lnTo>
                <a:lnTo>
                  <a:pt x="285" y="89"/>
                </a:lnTo>
                <a:lnTo>
                  <a:pt x="286" y="89"/>
                </a:lnTo>
                <a:lnTo>
                  <a:pt x="287" y="89"/>
                </a:lnTo>
                <a:lnTo>
                  <a:pt x="287" y="88"/>
                </a:lnTo>
                <a:lnTo>
                  <a:pt x="288" y="88"/>
                </a:lnTo>
                <a:lnTo>
                  <a:pt x="289" y="88"/>
                </a:lnTo>
                <a:lnTo>
                  <a:pt x="290" y="88"/>
                </a:lnTo>
                <a:lnTo>
                  <a:pt x="290" y="89"/>
                </a:lnTo>
                <a:lnTo>
                  <a:pt x="291" y="89"/>
                </a:lnTo>
                <a:lnTo>
                  <a:pt x="292" y="89"/>
                </a:lnTo>
                <a:lnTo>
                  <a:pt x="292" y="90"/>
                </a:lnTo>
                <a:lnTo>
                  <a:pt x="293" y="90"/>
                </a:lnTo>
                <a:lnTo>
                  <a:pt x="293" y="89"/>
                </a:lnTo>
                <a:lnTo>
                  <a:pt x="294" y="89"/>
                </a:lnTo>
                <a:lnTo>
                  <a:pt x="294" y="88"/>
                </a:lnTo>
                <a:lnTo>
                  <a:pt x="293" y="87"/>
                </a:lnTo>
                <a:lnTo>
                  <a:pt x="293" y="86"/>
                </a:lnTo>
                <a:lnTo>
                  <a:pt x="293" y="85"/>
                </a:lnTo>
                <a:lnTo>
                  <a:pt x="293" y="84"/>
                </a:lnTo>
                <a:lnTo>
                  <a:pt x="293" y="83"/>
                </a:lnTo>
                <a:lnTo>
                  <a:pt x="294" y="83"/>
                </a:lnTo>
                <a:lnTo>
                  <a:pt x="294" y="82"/>
                </a:lnTo>
                <a:lnTo>
                  <a:pt x="295" y="82"/>
                </a:lnTo>
                <a:lnTo>
                  <a:pt x="295" y="81"/>
                </a:lnTo>
                <a:lnTo>
                  <a:pt x="295" y="80"/>
                </a:lnTo>
                <a:lnTo>
                  <a:pt x="295" y="79"/>
                </a:lnTo>
                <a:lnTo>
                  <a:pt x="296" y="79"/>
                </a:lnTo>
                <a:lnTo>
                  <a:pt x="297" y="79"/>
                </a:lnTo>
                <a:lnTo>
                  <a:pt x="298" y="80"/>
                </a:lnTo>
                <a:lnTo>
                  <a:pt x="298" y="81"/>
                </a:lnTo>
                <a:lnTo>
                  <a:pt x="298" y="82"/>
                </a:lnTo>
                <a:lnTo>
                  <a:pt x="298" y="83"/>
                </a:lnTo>
                <a:lnTo>
                  <a:pt x="299" y="83"/>
                </a:lnTo>
                <a:lnTo>
                  <a:pt x="299" y="84"/>
                </a:lnTo>
                <a:lnTo>
                  <a:pt x="300" y="84"/>
                </a:lnTo>
                <a:lnTo>
                  <a:pt x="301" y="84"/>
                </a:lnTo>
                <a:lnTo>
                  <a:pt x="302" y="84"/>
                </a:lnTo>
                <a:lnTo>
                  <a:pt x="303" y="84"/>
                </a:lnTo>
                <a:lnTo>
                  <a:pt x="304" y="84"/>
                </a:lnTo>
                <a:lnTo>
                  <a:pt x="306" y="84"/>
                </a:lnTo>
                <a:lnTo>
                  <a:pt x="306" y="87"/>
                </a:lnTo>
                <a:lnTo>
                  <a:pt x="307" y="87"/>
                </a:lnTo>
                <a:lnTo>
                  <a:pt x="307" y="88"/>
                </a:lnTo>
                <a:lnTo>
                  <a:pt x="307" y="89"/>
                </a:lnTo>
                <a:lnTo>
                  <a:pt x="308" y="90"/>
                </a:lnTo>
                <a:lnTo>
                  <a:pt x="308" y="91"/>
                </a:lnTo>
                <a:lnTo>
                  <a:pt x="309" y="91"/>
                </a:lnTo>
                <a:lnTo>
                  <a:pt x="310" y="91"/>
                </a:lnTo>
                <a:lnTo>
                  <a:pt x="311" y="91"/>
                </a:lnTo>
                <a:lnTo>
                  <a:pt x="312" y="91"/>
                </a:lnTo>
                <a:lnTo>
                  <a:pt x="312" y="92"/>
                </a:lnTo>
                <a:lnTo>
                  <a:pt x="311" y="92"/>
                </a:lnTo>
                <a:lnTo>
                  <a:pt x="311" y="93"/>
                </a:lnTo>
                <a:lnTo>
                  <a:pt x="310" y="93"/>
                </a:lnTo>
                <a:lnTo>
                  <a:pt x="309" y="93"/>
                </a:lnTo>
                <a:lnTo>
                  <a:pt x="309" y="94"/>
                </a:lnTo>
                <a:lnTo>
                  <a:pt x="309" y="95"/>
                </a:lnTo>
                <a:lnTo>
                  <a:pt x="310" y="95"/>
                </a:lnTo>
                <a:lnTo>
                  <a:pt x="311" y="96"/>
                </a:lnTo>
                <a:lnTo>
                  <a:pt x="311" y="95"/>
                </a:lnTo>
                <a:lnTo>
                  <a:pt x="312" y="95"/>
                </a:lnTo>
                <a:lnTo>
                  <a:pt x="313" y="95"/>
                </a:lnTo>
                <a:lnTo>
                  <a:pt x="314" y="94"/>
                </a:lnTo>
                <a:lnTo>
                  <a:pt x="315" y="93"/>
                </a:lnTo>
                <a:lnTo>
                  <a:pt x="316" y="92"/>
                </a:lnTo>
                <a:lnTo>
                  <a:pt x="317" y="92"/>
                </a:lnTo>
                <a:lnTo>
                  <a:pt x="318" y="93"/>
                </a:lnTo>
                <a:lnTo>
                  <a:pt x="319" y="93"/>
                </a:lnTo>
                <a:lnTo>
                  <a:pt x="319" y="94"/>
                </a:lnTo>
                <a:lnTo>
                  <a:pt x="320" y="94"/>
                </a:lnTo>
                <a:lnTo>
                  <a:pt x="321" y="93"/>
                </a:lnTo>
                <a:lnTo>
                  <a:pt x="322" y="93"/>
                </a:lnTo>
                <a:lnTo>
                  <a:pt x="323" y="92"/>
                </a:lnTo>
                <a:lnTo>
                  <a:pt x="324" y="92"/>
                </a:lnTo>
                <a:lnTo>
                  <a:pt x="326" y="91"/>
                </a:lnTo>
                <a:lnTo>
                  <a:pt x="327" y="91"/>
                </a:lnTo>
                <a:lnTo>
                  <a:pt x="328" y="92"/>
                </a:lnTo>
                <a:lnTo>
                  <a:pt x="329" y="92"/>
                </a:lnTo>
                <a:lnTo>
                  <a:pt x="330" y="93"/>
                </a:lnTo>
                <a:lnTo>
                  <a:pt x="331" y="93"/>
                </a:lnTo>
                <a:lnTo>
                  <a:pt x="332" y="93"/>
                </a:lnTo>
                <a:lnTo>
                  <a:pt x="332" y="92"/>
                </a:lnTo>
                <a:lnTo>
                  <a:pt x="331" y="92"/>
                </a:lnTo>
                <a:lnTo>
                  <a:pt x="331" y="91"/>
                </a:lnTo>
                <a:lnTo>
                  <a:pt x="332" y="91"/>
                </a:lnTo>
                <a:lnTo>
                  <a:pt x="333" y="91"/>
                </a:lnTo>
                <a:lnTo>
                  <a:pt x="333" y="92"/>
                </a:lnTo>
                <a:lnTo>
                  <a:pt x="334" y="93"/>
                </a:lnTo>
                <a:lnTo>
                  <a:pt x="334" y="94"/>
                </a:lnTo>
                <a:lnTo>
                  <a:pt x="335" y="94"/>
                </a:lnTo>
                <a:lnTo>
                  <a:pt x="336" y="94"/>
                </a:lnTo>
                <a:lnTo>
                  <a:pt x="337" y="94"/>
                </a:lnTo>
                <a:lnTo>
                  <a:pt x="338" y="93"/>
                </a:lnTo>
                <a:lnTo>
                  <a:pt x="339" y="92"/>
                </a:lnTo>
                <a:lnTo>
                  <a:pt x="340" y="91"/>
                </a:lnTo>
                <a:lnTo>
                  <a:pt x="341" y="90"/>
                </a:lnTo>
                <a:lnTo>
                  <a:pt x="341" y="89"/>
                </a:lnTo>
                <a:lnTo>
                  <a:pt x="342" y="88"/>
                </a:lnTo>
                <a:lnTo>
                  <a:pt x="342" y="87"/>
                </a:lnTo>
                <a:lnTo>
                  <a:pt x="342" y="86"/>
                </a:lnTo>
                <a:lnTo>
                  <a:pt x="341" y="85"/>
                </a:lnTo>
                <a:lnTo>
                  <a:pt x="341" y="84"/>
                </a:lnTo>
                <a:lnTo>
                  <a:pt x="342" y="84"/>
                </a:lnTo>
                <a:lnTo>
                  <a:pt x="342" y="85"/>
                </a:lnTo>
                <a:lnTo>
                  <a:pt x="343" y="85"/>
                </a:lnTo>
                <a:lnTo>
                  <a:pt x="344" y="85"/>
                </a:lnTo>
                <a:lnTo>
                  <a:pt x="345" y="84"/>
                </a:lnTo>
                <a:lnTo>
                  <a:pt x="347" y="84"/>
                </a:lnTo>
                <a:lnTo>
                  <a:pt x="347" y="85"/>
                </a:lnTo>
                <a:lnTo>
                  <a:pt x="347" y="86"/>
                </a:lnTo>
                <a:lnTo>
                  <a:pt x="348" y="87"/>
                </a:lnTo>
                <a:lnTo>
                  <a:pt x="348" y="86"/>
                </a:lnTo>
                <a:lnTo>
                  <a:pt x="349" y="86"/>
                </a:lnTo>
                <a:lnTo>
                  <a:pt x="350" y="86"/>
                </a:lnTo>
                <a:lnTo>
                  <a:pt x="351" y="85"/>
                </a:lnTo>
                <a:lnTo>
                  <a:pt x="352" y="85"/>
                </a:lnTo>
                <a:lnTo>
                  <a:pt x="353" y="85"/>
                </a:lnTo>
                <a:lnTo>
                  <a:pt x="354" y="84"/>
                </a:lnTo>
                <a:lnTo>
                  <a:pt x="355" y="84"/>
                </a:lnTo>
                <a:lnTo>
                  <a:pt x="356" y="84"/>
                </a:lnTo>
                <a:lnTo>
                  <a:pt x="357" y="84"/>
                </a:lnTo>
                <a:lnTo>
                  <a:pt x="357" y="83"/>
                </a:lnTo>
                <a:lnTo>
                  <a:pt x="358" y="83"/>
                </a:lnTo>
                <a:lnTo>
                  <a:pt x="358" y="82"/>
                </a:lnTo>
                <a:lnTo>
                  <a:pt x="359" y="81"/>
                </a:lnTo>
                <a:lnTo>
                  <a:pt x="360" y="81"/>
                </a:lnTo>
                <a:lnTo>
                  <a:pt x="361" y="81"/>
                </a:lnTo>
                <a:lnTo>
                  <a:pt x="361" y="82"/>
                </a:lnTo>
                <a:lnTo>
                  <a:pt x="362" y="82"/>
                </a:lnTo>
                <a:lnTo>
                  <a:pt x="363" y="83"/>
                </a:lnTo>
                <a:lnTo>
                  <a:pt x="364" y="83"/>
                </a:lnTo>
                <a:lnTo>
                  <a:pt x="364" y="82"/>
                </a:lnTo>
                <a:lnTo>
                  <a:pt x="365" y="82"/>
                </a:lnTo>
                <a:lnTo>
                  <a:pt x="366" y="82"/>
                </a:lnTo>
                <a:lnTo>
                  <a:pt x="366" y="83"/>
                </a:lnTo>
                <a:lnTo>
                  <a:pt x="367" y="83"/>
                </a:lnTo>
                <a:lnTo>
                  <a:pt x="366" y="83"/>
                </a:lnTo>
                <a:lnTo>
                  <a:pt x="366" y="84"/>
                </a:lnTo>
                <a:lnTo>
                  <a:pt x="365" y="84"/>
                </a:lnTo>
                <a:lnTo>
                  <a:pt x="366" y="84"/>
                </a:lnTo>
                <a:lnTo>
                  <a:pt x="366" y="85"/>
                </a:lnTo>
                <a:lnTo>
                  <a:pt x="366" y="84"/>
                </a:lnTo>
                <a:lnTo>
                  <a:pt x="367" y="84"/>
                </a:lnTo>
                <a:lnTo>
                  <a:pt x="367" y="85"/>
                </a:lnTo>
                <a:lnTo>
                  <a:pt x="367" y="86"/>
                </a:lnTo>
                <a:lnTo>
                  <a:pt x="366" y="86"/>
                </a:lnTo>
                <a:lnTo>
                  <a:pt x="366" y="87"/>
                </a:lnTo>
                <a:lnTo>
                  <a:pt x="367" y="87"/>
                </a:lnTo>
                <a:lnTo>
                  <a:pt x="368" y="87"/>
                </a:lnTo>
                <a:lnTo>
                  <a:pt x="367" y="87"/>
                </a:lnTo>
                <a:lnTo>
                  <a:pt x="367" y="88"/>
                </a:lnTo>
                <a:lnTo>
                  <a:pt x="366" y="88"/>
                </a:lnTo>
                <a:lnTo>
                  <a:pt x="366" y="89"/>
                </a:lnTo>
                <a:lnTo>
                  <a:pt x="367" y="89"/>
                </a:lnTo>
                <a:lnTo>
                  <a:pt x="367" y="91"/>
                </a:lnTo>
                <a:lnTo>
                  <a:pt x="368" y="91"/>
                </a:lnTo>
                <a:lnTo>
                  <a:pt x="368" y="92"/>
                </a:lnTo>
                <a:lnTo>
                  <a:pt x="368" y="93"/>
                </a:lnTo>
                <a:lnTo>
                  <a:pt x="368" y="94"/>
                </a:lnTo>
                <a:lnTo>
                  <a:pt x="367" y="94"/>
                </a:lnTo>
                <a:lnTo>
                  <a:pt x="367" y="95"/>
                </a:lnTo>
                <a:lnTo>
                  <a:pt x="367" y="96"/>
                </a:lnTo>
                <a:lnTo>
                  <a:pt x="366" y="96"/>
                </a:lnTo>
                <a:lnTo>
                  <a:pt x="366" y="97"/>
                </a:lnTo>
                <a:lnTo>
                  <a:pt x="366" y="98"/>
                </a:lnTo>
                <a:lnTo>
                  <a:pt x="366" y="99"/>
                </a:lnTo>
                <a:lnTo>
                  <a:pt x="367" y="100"/>
                </a:lnTo>
                <a:lnTo>
                  <a:pt x="368" y="100"/>
                </a:lnTo>
                <a:lnTo>
                  <a:pt x="368" y="99"/>
                </a:lnTo>
                <a:lnTo>
                  <a:pt x="368" y="100"/>
                </a:lnTo>
                <a:lnTo>
                  <a:pt x="369" y="100"/>
                </a:lnTo>
                <a:lnTo>
                  <a:pt x="368" y="100"/>
                </a:lnTo>
                <a:lnTo>
                  <a:pt x="368" y="101"/>
                </a:lnTo>
                <a:lnTo>
                  <a:pt x="369" y="101"/>
                </a:lnTo>
                <a:lnTo>
                  <a:pt x="369" y="102"/>
                </a:lnTo>
                <a:lnTo>
                  <a:pt x="370" y="102"/>
                </a:lnTo>
                <a:lnTo>
                  <a:pt x="370" y="103"/>
                </a:lnTo>
                <a:lnTo>
                  <a:pt x="371" y="103"/>
                </a:lnTo>
                <a:lnTo>
                  <a:pt x="371" y="104"/>
                </a:lnTo>
                <a:lnTo>
                  <a:pt x="371" y="105"/>
                </a:lnTo>
                <a:lnTo>
                  <a:pt x="372" y="105"/>
                </a:lnTo>
                <a:lnTo>
                  <a:pt x="372" y="104"/>
                </a:lnTo>
                <a:lnTo>
                  <a:pt x="372" y="105"/>
                </a:lnTo>
                <a:lnTo>
                  <a:pt x="373" y="104"/>
                </a:lnTo>
                <a:lnTo>
                  <a:pt x="373" y="105"/>
                </a:lnTo>
                <a:lnTo>
                  <a:pt x="374" y="105"/>
                </a:lnTo>
                <a:lnTo>
                  <a:pt x="374" y="106"/>
                </a:lnTo>
                <a:lnTo>
                  <a:pt x="373" y="106"/>
                </a:lnTo>
                <a:lnTo>
                  <a:pt x="374" y="106"/>
                </a:lnTo>
                <a:lnTo>
                  <a:pt x="374" y="107"/>
                </a:lnTo>
                <a:lnTo>
                  <a:pt x="374" y="106"/>
                </a:lnTo>
                <a:lnTo>
                  <a:pt x="375" y="106"/>
                </a:lnTo>
                <a:lnTo>
                  <a:pt x="375" y="107"/>
                </a:lnTo>
                <a:lnTo>
                  <a:pt x="376" y="107"/>
                </a:lnTo>
                <a:lnTo>
                  <a:pt x="377" y="107"/>
                </a:lnTo>
                <a:lnTo>
                  <a:pt x="376" y="107"/>
                </a:lnTo>
                <a:lnTo>
                  <a:pt x="376" y="108"/>
                </a:lnTo>
                <a:lnTo>
                  <a:pt x="377" y="108"/>
                </a:lnTo>
                <a:lnTo>
                  <a:pt x="376" y="109"/>
                </a:lnTo>
                <a:lnTo>
                  <a:pt x="377" y="109"/>
                </a:lnTo>
                <a:lnTo>
                  <a:pt x="377" y="110"/>
                </a:lnTo>
                <a:lnTo>
                  <a:pt x="378" y="110"/>
                </a:lnTo>
                <a:lnTo>
                  <a:pt x="379" y="110"/>
                </a:lnTo>
                <a:lnTo>
                  <a:pt x="380" y="110"/>
                </a:lnTo>
                <a:lnTo>
                  <a:pt x="380" y="111"/>
                </a:lnTo>
                <a:lnTo>
                  <a:pt x="381" y="111"/>
                </a:lnTo>
                <a:lnTo>
                  <a:pt x="382" y="111"/>
                </a:lnTo>
                <a:lnTo>
                  <a:pt x="382" y="112"/>
                </a:lnTo>
                <a:lnTo>
                  <a:pt x="383" y="112"/>
                </a:lnTo>
                <a:lnTo>
                  <a:pt x="384" y="112"/>
                </a:lnTo>
                <a:lnTo>
                  <a:pt x="384" y="113"/>
                </a:lnTo>
                <a:lnTo>
                  <a:pt x="385" y="113"/>
                </a:lnTo>
                <a:lnTo>
                  <a:pt x="385" y="114"/>
                </a:lnTo>
                <a:lnTo>
                  <a:pt x="386" y="114"/>
                </a:lnTo>
                <a:lnTo>
                  <a:pt x="387" y="114"/>
                </a:lnTo>
                <a:lnTo>
                  <a:pt x="388" y="114"/>
                </a:lnTo>
                <a:lnTo>
                  <a:pt x="389" y="114"/>
                </a:lnTo>
                <a:lnTo>
                  <a:pt x="390" y="115"/>
                </a:lnTo>
                <a:lnTo>
                  <a:pt x="391" y="115"/>
                </a:lnTo>
                <a:lnTo>
                  <a:pt x="392" y="114"/>
                </a:lnTo>
                <a:lnTo>
                  <a:pt x="393" y="114"/>
                </a:lnTo>
                <a:lnTo>
                  <a:pt x="393" y="115"/>
                </a:lnTo>
                <a:lnTo>
                  <a:pt x="392" y="115"/>
                </a:lnTo>
                <a:lnTo>
                  <a:pt x="392" y="116"/>
                </a:lnTo>
                <a:lnTo>
                  <a:pt x="391" y="116"/>
                </a:lnTo>
                <a:lnTo>
                  <a:pt x="392" y="116"/>
                </a:lnTo>
                <a:lnTo>
                  <a:pt x="393" y="116"/>
                </a:lnTo>
                <a:lnTo>
                  <a:pt x="394" y="116"/>
                </a:lnTo>
                <a:lnTo>
                  <a:pt x="393" y="116"/>
                </a:lnTo>
                <a:lnTo>
                  <a:pt x="393" y="117"/>
                </a:lnTo>
                <a:lnTo>
                  <a:pt x="393" y="118"/>
                </a:lnTo>
                <a:lnTo>
                  <a:pt x="394" y="118"/>
                </a:lnTo>
                <a:lnTo>
                  <a:pt x="394" y="117"/>
                </a:lnTo>
                <a:lnTo>
                  <a:pt x="395" y="117"/>
                </a:lnTo>
                <a:lnTo>
                  <a:pt x="395" y="118"/>
                </a:lnTo>
                <a:lnTo>
                  <a:pt x="396" y="118"/>
                </a:lnTo>
                <a:lnTo>
                  <a:pt x="397" y="117"/>
                </a:lnTo>
                <a:lnTo>
                  <a:pt x="398" y="117"/>
                </a:lnTo>
                <a:lnTo>
                  <a:pt x="399" y="117"/>
                </a:lnTo>
                <a:lnTo>
                  <a:pt x="400" y="117"/>
                </a:lnTo>
                <a:lnTo>
                  <a:pt x="400" y="118"/>
                </a:lnTo>
                <a:lnTo>
                  <a:pt x="401" y="117"/>
                </a:lnTo>
                <a:lnTo>
                  <a:pt x="401" y="118"/>
                </a:lnTo>
                <a:lnTo>
                  <a:pt x="401" y="119"/>
                </a:lnTo>
                <a:lnTo>
                  <a:pt x="402" y="119"/>
                </a:lnTo>
                <a:lnTo>
                  <a:pt x="403" y="119"/>
                </a:lnTo>
                <a:lnTo>
                  <a:pt x="403" y="120"/>
                </a:lnTo>
                <a:lnTo>
                  <a:pt x="404" y="120"/>
                </a:lnTo>
                <a:lnTo>
                  <a:pt x="404" y="119"/>
                </a:lnTo>
                <a:lnTo>
                  <a:pt x="404" y="120"/>
                </a:lnTo>
                <a:lnTo>
                  <a:pt x="405" y="120"/>
                </a:lnTo>
                <a:lnTo>
                  <a:pt x="405" y="119"/>
                </a:lnTo>
                <a:lnTo>
                  <a:pt x="406" y="119"/>
                </a:lnTo>
                <a:lnTo>
                  <a:pt x="407" y="119"/>
                </a:lnTo>
                <a:lnTo>
                  <a:pt x="407" y="120"/>
                </a:lnTo>
                <a:lnTo>
                  <a:pt x="408" y="121"/>
                </a:lnTo>
                <a:lnTo>
                  <a:pt x="409" y="121"/>
                </a:lnTo>
                <a:lnTo>
                  <a:pt x="409" y="120"/>
                </a:lnTo>
                <a:lnTo>
                  <a:pt x="410" y="120"/>
                </a:lnTo>
                <a:lnTo>
                  <a:pt x="410" y="119"/>
                </a:lnTo>
                <a:lnTo>
                  <a:pt x="411" y="119"/>
                </a:lnTo>
                <a:lnTo>
                  <a:pt x="412" y="119"/>
                </a:lnTo>
                <a:lnTo>
                  <a:pt x="413" y="120"/>
                </a:lnTo>
                <a:lnTo>
                  <a:pt x="413" y="119"/>
                </a:lnTo>
                <a:lnTo>
                  <a:pt x="414" y="119"/>
                </a:lnTo>
                <a:lnTo>
                  <a:pt x="414" y="120"/>
                </a:lnTo>
                <a:lnTo>
                  <a:pt x="415" y="120"/>
                </a:lnTo>
                <a:lnTo>
                  <a:pt x="416" y="120"/>
                </a:lnTo>
                <a:lnTo>
                  <a:pt x="416" y="119"/>
                </a:lnTo>
                <a:lnTo>
                  <a:pt x="417" y="119"/>
                </a:lnTo>
                <a:lnTo>
                  <a:pt x="417" y="118"/>
                </a:lnTo>
                <a:lnTo>
                  <a:pt x="417" y="117"/>
                </a:lnTo>
                <a:lnTo>
                  <a:pt x="418" y="117"/>
                </a:lnTo>
                <a:lnTo>
                  <a:pt x="418" y="118"/>
                </a:lnTo>
                <a:lnTo>
                  <a:pt x="419" y="118"/>
                </a:lnTo>
                <a:lnTo>
                  <a:pt x="420" y="118"/>
                </a:lnTo>
                <a:lnTo>
                  <a:pt x="420" y="117"/>
                </a:lnTo>
                <a:lnTo>
                  <a:pt x="419" y="117"/>
                </a:lnTo>
                <a:lnTo>
                  <a:pt x="419" y="116"/>
                </a:lnTo>
                <a:lnTo>
                  <a:pt x="420" y="116"/>
                </a:lnTo>
                <a:lnTo>
                  <a:pt x="419" y="115"/>
                </a:lnTo>
                <a:lnTo>
                  <a:pt x="420" y="115"/>
                </a:lnTo>
                <a:lnTo>
                  <a:pt x="421" y="115"/>
                </a:lnTo>
                <a:lnTo>
                  <a:pt x="420" y="115"/>
                </a:lnTo>
                <a:lnTo>
                  <a:pt x="420" y="116"/>
                </a:lnTo>
                <a:lnTo>
                  <a:pt x="421" y="116"/>
                </a:lnTo>
                <a:lnTo>
                  <a:pt x="422" y="116"/>
                </a:lnTo>
                <a:lnTo>
                  <a:pt x="423" y="116"/>
                </a:lnTo>
                <a:lnTo>
                  <a:pt x="423" y="115"/>
                </a:lnTo>
                <a:lnTo>
                  <a:pt x="424" y="115"/>
                </a:lnTo>
                <a:lnTo>
                  <a:pt x="425" y="115"/>
                </a:lnTo>
                <a:lnTo>
                  <a:pt x="426" y="115"/>
                </a:lnTo>
                <a:lnTo>
                  <a:pt x="426" y="114"/>
                </a:lnTo>
                <a:lnTo>
                  <a:pt x="427" y="114"/>
                </a:lnTo>
                <a:lnTo>
                  <a:pt x="427" y="113"/>
                </a:lnTo>
                <a:lnTo>
                  <a:pt x="428" y="113"/>
                </a:lnTo>
                <a:lnTo>
                  <a:pt x="429" y="112"/>
                </a:lnTo>
                <a:lnTo>
                  <a:pt x="430" y="112"/>
                </a:lnTo>
                <a:lnTo>
                  <a:pt x="431" y="111"/>
                </a:lnTo>
                <a:lnTo>
                  <a:pt x="431" y="110"/>
                </a:lnTo>
                <a:lnTo>
                  <a:pt x="432" y="110"/>
                </a:lnTo>
                <a:lnTo>
                  <a:pt x="432" y="111"/>
                </a:lnTo>
                <a:lnTo>
                  <a:pt x="433" y="112"/>
                </a:lnTo>
                <a:lnTo>
                  <a:pt x="433" y="111"/>
                </a:lnTo>
                <a:lnTo>
                  <a:pt x="434" y="111"/>
                </a:lnTo>
                <a:lnTo>
                  <a:pt x="435" y="111"/>
                </a:lnTo>
                <a:lnTo>
                  <a:pt x="435" y="110"/>
                </a:lnTo>
                <a:lnTo>
                  <a:pt x="436" y="110"/>
                </a:lnTo>
                <a:lnTo>
                  <a:pt x="438" y="110"/>
                </a:lnTo>
                <a:lnTo>
                  <a:pt x="439" y="110"/>
                </a:lnTo>
                <a:lnTo>
                  <a:pt x="440" y="110"/>
                </a:lnTo>
                <a:lnTo>
                  <a:pt x="440" y="109"/>
                </a:lnTo>
                <a:lnTo>
                  <a:pt x="441" y="109"/>
                </a:lnTo>
                <a:lnTo>
                  <a:pt x="441" y="110"/>
                </a:lnTo>
                <a:lnTo>
                  <a:pt x="442" y="110"/>
                </a:lnTo>
                <a:lnTo>
                  <a:pt x="443" y="110"/>
                </a:lnTo>
                <a:lnTo>
                  <a:pt x="443" y="109"/>
                </a:lnTo>
                <a:lnTo>
                  <a:pt x="444" y="109"/>
                </a:lnTo>
                <a:lnTo>
                  <a:pt x="446" y="109"/>
                </a:lnTo>
                <a:lnTo>
                  <a:pt x="447" y="109"/>
                </a:lnTo>
                <a:lnTo>
                  <a:pt x="447" y="110"/>
                </a:lnTo>
                <a:lnTo>
                  <a:pt x="448" y="110"/>
                </a:lnTo>
                <a:lnTo>
                  <a:pt x="449" y="110"/>
                </a:lnTo>
                <a:lnTo>
                  <a:pt x="450" y="110"/>
                </a:lnTo>
                <a:lnTo>
                  <a:pt x="450" y="111"/>
                </a:lnTo>
                <a:lnTo>
                  <a:pt x="451" y="111"/>
                </a:lnTo>
                <a:lnTo>
                  <a:pt x="452" y="111"/>
                </a:lnTo>
                <a:lnTo>
                  <a:pt x="452" y="112"/>
                </a:lnTo>
                <a:lnTo>
                  <a:pt x="451" y="112"/>
                </a:lnTo>
                <a:lnTo>
                  <a:pt x="451" y="113"/>
                </a:lnTo>
                <a:lnTo>
                  <a:pt x="452" y="113"/>
                </a:lnTo>
                <a:lnTo>
                  <a:pt x="453" y="113"/>
                </a:lnTo>
                <a:lnTo>
                  <a:pt x="453" y="114"/>
                </a:lnTo>
                <a:lnTo>
                  <a:pt x="455" y="114"/>
                </a:lnTo>
                <a:lnTo>
                  <a:pt x="455" y="115"/>
                </a:lnTo>
                <a:lnTo>
                  <a:pt x="456" y="115"/>
                </a:lnTo>
                <a:lnTo>
                  <a:pt x="457" y="115"/>
                </a:lnTo>
                <a:lnTo>
                  <a:pt x="458" y="115"/>
                </a:lnTo>
                <a:lnTo>
                  <a:pt x="459" y="115"/>
                </a:lnTo>
                <a:lnTo>
                  <a:pt x="460" y="115"/>
                </a:lnTo>
                <a:lnTo>
                  <a:pt x="459" y="116"/>
                </a:lnTo>
                <a:lnTo>
                  <a:pt x="460" y="116"/>
                </a:lnTo>
                <a:lnTo>
                  <a:pt x="461" y="116"/>
                </a:lnTo>
                <a:lnTo>
                  <a:pt x="462" y="116"/>
                </a:lnTo>
                <a:lnTo>
                  <a:pt x="462" y="117"/>
                </a:lnTo>
                <a:lnTo>
                  <a:pt x="463" y="117"/>
                </a:lnTo>
                <a:lnTo>
                  <a:pt x="463" y="118"/>
                </a:lnTo>
                <a:lnTo>
                  <a:pt x="464" y="118"/>
                </a:lnTo>
                <a:lnTo>
                  <a:pt x="464" y="119"/>
                </a:lnTo>
                <a:lnTo>
                  <a:pt x="464" y="120"/>
                </a:lnTo>
                <a:lnTo>
                  <a:pt x="465" y="120"/>
                </a:lnTo>
                <a:lnTo>
                  <a:pt x="465" y="121"/>
                </a:lnTo>
                <a:lnTo>
                  <a:pt x="465" y="120"/>
                </a:lnTo>
                <a:lnTo>
                  <a:pt x="466" y="120"/>
                </a:lnTo>
                <a:lnTo>
                  <a:pt x="467" y="120"/>
                </a:lnTo>
                <a:lnTo>
                  <a:pt x="467" y="119"/>
                </a:lnTo>
                <a:lnTo>
                  <a:pt x="468" y="119"/>
                </a:lnTo>
                <a:lnTo>
                  <a:pt x="468" y="120"/>
                </a:lnTo>
                <a:lnTo>
                  <a:pt x="469" y="121"/>
                </a:lnTo>
                <a:lnTo>
                  <a:pt x="470" y="120"/>
                </a:lnTo>
                <a:lnTo>
                  <a:pt x="471" y="120"/>
                </a:lnTo>
                <a:lnTo>
                  <a:pt x="472" y="120"/>
                </a:lnTo>
                <a:lnTo>
                  <a:pt x="473" y="120"/>
                </a:lnTo>
                <a:lnTo>
                  <a:pt x="474" y="120"/>
                </a:lnTo>
                <a:lnTo>
                  <a:pt x="475" y="120"/>
                </a:lnTo>
                <a:lnTo>
                  <a:pt x="476" y="120"/>
                </a:lnTo>
                <a:lnTo>
                  <a:pt x="477" y="120"/>
                </a:lnTo>
                <a:lnTo>
                  <a:pt x="478" y="120"/>
                </a:lnTo>
                <a:lnTo>
                  <a:pt x="479" y="120"/>
                </a:lnTo>
                <a:lnTo>
                  <a:pt x="480" y="120"/>
                </a:lnTo>
                <a:lnTo>
                  <a:pt x="480" y="121"/>
                </a:lnTo>
                <a:lnTo>
                  <a:pt x="479" y="122"/>
                </a:lnTo>
                <a:lnTo>
                  <a:pt x="480" y="122"/>
                </a:lnTo>
                <a:lnTo>
                  <a:pt x="481" y="122"/>
                </a:lnTo>
                <a:lnTo>
                  <a:pt x="481" y="123"/>
                </a:lnTo>
                <a:lnTo>
                  <a:pt x="482" y="123"/>
                </a:lnTo>
                <a:lnTo>
                  <a:pt x="481" y="124"/>
                </a:lnTo>
                <a:lnTo>
                  <a:pt x="481" y="125"/>
                </a:lnTo>
                <a:lnTo>
                  <a:pt x="480" y="126"/>
                </a:lnTo>
                <a:lnTo>
                  <a:pt x="481" y="127"/>
                </a:lnTo>
                <a:lnTo>
                  <a:pt x="482" y="127"/>
                </a:lnTo>
                <a:lnTo>
                  <a:pt x="483" y="129"/>
                </a:lnTo>
                <a:lnTo>
                  <a:pt x="484" y="130"/>
                </a:lnTo>
                <a:lnTo>
                  <a:pt x="485" y="131"/>
                </a:lnTo>
                <a:lnTo>
                  <a:pt x="485" y="132"/>
                </a:lnTo>
                <a:lnTo>
                  <a:pt x="486" y="132"/>
                </a:lnTo>
                <a:lnTo>
                  <a:pt x="487" y="133"/>
                </a:lnTo>
                <a:lnTo>
                  <a:pt x="486" y="133"/>
                </a:lnTo>
                <a:lnTo>
                  <a:pt x="487" y="133"/>
                </a:lnTo>
                <a:lnTo>
                  <a:pt x="488" y="133"/>
                </a:lnTo>
                <a:lnTo>
                  <a:pt x="488" y="134"/>
                </a:lnTo>
                <a:lnTo>
                  <a:pt x="487" y="134"/>
                </a:lnTo>
                <a:lnTo>
                  <a:pt x="487" y="135"/>
                </a:lnTo>
                <a:lnTo>
                  <a:pt x="488" y="135"/>
                </a:lnTo>
                <a:lnTo>
                  <a:pt x="489" y="135"/>
                </a:lnTo>
                <a:lnTo>
                  <a:pt x="489" y="136"/>
                </a:lnTo>
                <a:lnTo>
                  <a:pt x="490" y="137"/>
                </a:lnTo>
                <a:lnTo>
                  <a:pt x="490" y="138"/>
                </a:lnTo>
                <a:lnTo>
                  <a:pt x="491" y="138"/>
                </a:lnTo>
                <a:lnTo>
                  <a:pt x="490" y="138"/>
                </a:lnTo>
                <a:lnTo>
                  <a:pt x="490" y="139"/>
                </a:lnTo>
                <a:lnTo>
                  <a:pt x="491" y="139"/>
                </a:lnTo>
                <a:lnTo>
                  <a:pt x="492" y="140"/>
                </a:lnTo>
                <a:lnTo>
                  <a:pt x="491" y="140"/>
                </a:lnTo>
                <a:lnTo>
                  <a:pt x="491" y="141"/>
                </a:lnTo>
                <a:lnTo>
                  <a:pt x="491" y="142"/>
                </a:lnTo>
                <a:lnTo>
                  <a:pt x="491" y="143"/>
                </a:lnTo>
                <a:lnTo>
                  <a:pt x="490" y="142"/>
                </a:lnTo>
                <a:lnTo>
                  <a:pt x="490" y="143"/>
                </a:lnTo>
                <a:lnTo>
                  <a:pt x="490" y="144"/>
                </a:lnTo>
                <a:lnTo>
                  <a:pt x="489" y="144"/>
                </a:lnTo>
                <a:lnTo>
                  <a:pt x="488" y="144"/>
                </a:lnTo>
                <a:lnTo>
                  <a:pt x="487" y="144"/>
                </a:lnTo>
                <a:lnTo>
                  <a:pt x="486" y="145"/>
                </a:lnTo>
                <a:lnTo>
                  <a:pt x="485" y="145"/>
                </a:lnTo>
                <a:lnTo>
                  <a:pt x="484" y="145"/>
                </a:lnTo>
                <a:lnTo>
                  <a:pt x="484" y="146"/>
                </a:lnTo>
                <a:lnTo>
                  <a:pt x="484" y="147"/>
                </a:lnTo>
                <a:lnTo>
                  <a:pt x="484" y="148"/>
                </a:lnTo>
                <a:lnTo>
                  <a:pt x="484" y="149"/>
                </a:lnTo>
                <a:lnTo>
                  <a:pt x="483" y="150"/>
                </a:lnTo>
                <a:lnTo>
                  <a:pt x="483" y="151"/>
                </a:lnTo>
                <a:lnTo>
                  <a:pt x="482" y="152"/>
                </a:lnTo>
                <a:lnTo>
                  <a:pt x="482" y="153"/>
                </a:lnTo>
                <a:lnTo>
                  <a:pt x="482" y="154"/>
                </a:lnTo>
                <a:lnTo>
                  <a:pt x="483" y="155"/>
                </a:lnTo>
                <a:lnTo>
                  <a:pt x="483" y="156"/>
                </a:lnTo>
                <a:lnTo>
                  <a:pt x="483" y="157"/>
                </a:lnTo>
                <a:lnTo>
                  <a:pt x="483" y="158"/>
                </a:lnTo>
                <a:lnTo>
                  <a:pt x="484" y="159"/>
                </a:lnTo>
                <a:lnTo>
                  <a:pt x="484" y="160"/>
                </a:lnTo>
                <a:lnTo>
                  <a:pt x="485" y="160"/>
                </a:lnTo>
                <a:lnTo>
                  <a:pt x="485" y="161"/>
                </a:lnTo>
                <a:lnTo>
                  <a:pt x="486" y="162"/>
                </a:lnTo>
                <a:lnTo>
                  <a:pt x="486" y="163"/>
                </a:lnTo>
                <a:lnTo>
                  <a:pt x="487" y="163"/>
                </a:lnTo>
                <a:lnTo>
                  <a:pt x="487" y="164"/>
                </a:lnTo>
                <a:lnTo>
                  <a:pt x="487" y="165"/>
                </a:lnTo>
                <a:lnTo>
                  <a:pt x="487" y="166"/>
                </a:lnTo>
                <a:lnTo>
                  <a:pt x="486" y="167"/>
                </a:lnTo>
                <a:lnTo>
                  <a:pt x="486" y="168"/>
                </a:lnTo>
                <a:lnTo>
                  <a:pt x="486" y="169"/>
                </a:lnTo>
                <a:lnTo>
                  <a:pt x="487" y="169"/>
                </a:lnTo>
                <a:lnTo>
                  <a:pt x="487" y="170"/>
                </a:lnTo>
                <a:lnTo>
                  <a:pt x="487" y="171"/>
                </a:lnTo>
                <a:lnTo>
                  <a:pt x="487" y="172"/>
                </a:lnTo>
                <a:lnTo>
                  <a:pt x="487" y="173"/>
                </a:lnTo>
                <a:lnTo>
                  <a:pt x="487" y="174"/>
                </a:lnTo>
                <a:lnTo>
                  <a:pt x="486" y="174"/>
                </a:lnTo>
                <a:lnTo>
                  <a:pt x="486" y="175"/>
                </a:lnTo>
                <a:lnTo>
                  <a:pt x="486" y="176"/>
                </a:lnTo>
                <a:lnTo>
                  <a:pt x="487" y="176"/>
                </a:lnTo>
                <a:lnTo>
                  <a:pt x="487" y="177"/>
                </a:lnTo>
                <a:lnTo>
                  <a:pt x="488" y="178"/>
                </a:lnTo>
                <a:lnTo>
                  <a:pt x="488" y="179"/>
                </a:lnTo>
                <a:lnTo>
                  <a:pt x="489" y="178"/>
                </a:lnTo>
                <a:lnTo>
                  <a:pt x="491" y="176"/>
                </a:lnTo>
                <a:lnTo>
                  <a:pt x="492" y="175"/>
                </a:lnTo>
                <a:lnTo>
                  <a:pt x="491" y="175"/>
                </a:lnTo>
                <a:lnTo>
                  <a:pt x="492" y="174"/>
                </a:lnTo>
                <a:lnTo>
                  <a:pt x="494" y="174"/>
                </a:lnTo>
                <a:lnTo>
                  <a:pt x="495" y="174"/>
                </a:lnTo>
                <a:lnTo>
                  <a:pt x="496" y="174"/>
                </a:lnTo>
                <a:lnTo>
                  <a:pt x="497" y="174"/>
                </a:lnTo>
                <a:lnTo>
                  <a:pt x="497" y="173"/>
                </a:lnTo>
                <a:lnTo>
                  <a:pt x="498" y="173"/>
                </a:lnTo>
                <a:lnTo>
                  <a:pt x="498" y="172"/>
                </a:lnTo>
                <a:lnTo>
                  <a:pt x="499" y="172"/>
                </a:lnTo>
                <a:lnTo>
                  <a:pt x="499" y="171"/>
                </a:lnTo>
                <a:lnTo>
                  <a:pt x="500" y="171"/>
                </a:lnTo>
                <a:lnTo>
                  <a:pt x="501" y="171"/>
                </a:lnTo>
                <a:lnTo>
                  <a:pt x="502" y="171"/>
                </a:lnTo>
                <a:lnTo>
                  <a:pt x="502" y="170"/>
                </a:lnTo>
                <a:lnTo>
                  <a:pt x="503" y="170"/>
                </a:lnTo>
                <a:lnTo>
                  <a:pt x="503" y="171"/>
                </a:lnTo>
                <a:lnTo>
                  <a:pt x="504" y="171"/>
                </a:lnTo>
                <a:lnTo>
                  <a:pt x="504" y="172"/>
                </a:lnTo>
                <a:lnTo>
                  <a:pt x="503" y="172"/>
                </a:lnTo>
                <a:lnTo>
                  <a:pt x="503" y="173"/>
                </a:lnTo>
                <a:lnTo>
                  <a:pt x="504" y="173"/>
                </a:lnTo>
                <a:lnTo>
                  <a:pt x="505" y="173"/>
                </a:lnTo>
                <a:lnTo>
                  <a:pt x="506" y="173"/>
                </a:lnTo>
                <a:lnTo>
                  <a:pt x="506" y="174"/>
                </a:lnTo>
                <a:lnTo>
                  <a:pt x="507" y="174"/>
                </a:lnTo>
                <a:lnTo>
                  <a:pt x="508" y="173"/>
                </a:lnTo>
                <a:lnTo>
                  <a:pt x="508" y="172"/>
                </a:lnTo>
                <a:lnTo>
                  <a:pt x="508" y="171"/>
                </a:lnTo>
                <a:lnTo>
                  <a:pt x="509" y="171"/>
                </a:lnTo>
                <a:lnTo>
                  <a:pt x="511" y="171"/>
                </a:lnTo>
                <a:lnTo>
                  <a:pt x="512" y="171"/>
                </a:lnTo>
                <a:lnTo>
                  <a:pt x="513" y="172"/>
                </a:lnTo>
                <a:lnTo>
                  <a:pt x="515" y="172"/>
                </a:lnTo>
                <a:lnTo>
                  <a:pt x="517" y="172"/>
                </a:lnTo>
                <a:lnTo>
                  <a:pt x="518" y="172"/>
                </a:lnTo>
                <a:lnTo>
                  <a:pt x="519" y="172"/>
                </a:lnTo>
                <a:lnTo>
                  <a:pt x="520" y="172"/>
                </a:lnTo>
                <a:lnTo>
                  <a:pt x="520" y="173"/>
                </a:lnTo>
                <a:lnTo>
                  <a:pt x="521" y="173"/>
                </a:lnTo>
                <a:lnTo>
                  <a:pt x="522" y="174"/>
                </a:lnTo>
                <a:lnTo>
                  <a:pt x="523" y="174"/>
                </a:lnTo>
                <a:lnTo>
                  <a:pt x="524" y="174"/>
                </a:lnTo>
                <a:lnTo>
                  <a:pt x="526" y="174"/>
                </a:lnTo>
                <a:lnTo>
                  <a:pt x="526" y="175"/>
                </a:lnTo>
                <a:lnTo>
                  <a:pt x="527" y="175"/>
                </a:lnTo>
                <a:lnTo>
                  <a:pt x="528" y="175"/>
                </a:lnTo>
                <a:lnTo>
                  <a:pt x="529" y="176"/>
                </a:lnTo>
                <a:lnTo>
                  <a:pt x="529" y="177"/>
                </a:lnTo>
                <a:lnTo>
                  <a:pt x="530" y="177"/>
                </a:lnTo>
                <a:lnTo>
                  <a:pt x="531" y="177"/>
                </a:lnTo>
                <a:lnTo>
                  <a:pt x="531" y="178"/>
                </a:lnTo>
                <a:lnTo>
                  <a:pt x="532" y="178"/>
                </a:lnTo>
                <a:lnTo>
                  <a:pt x="533" y="178"/>
                </a:lnTo>
                <a:lnTo>
                  <a:pt x="534" y="178"/>
                </a:lnTo>
                <a:lnTo>
                  <a:pt x="534" y="179"/>
                </a:lnTo>
                <a:lnTo>
                  <a:pt x="535" y="179"/>
                </a:lnTo>
                <a:lnTo>
                  <a:pt x="535" y="180"/>
                </a:lnTo>
                <a:lnTo>
                  <a:pt x="534" y="180"/>
                </a:lnTo>
                <a:lnTo>
                  <a:pt x="534" y="181"/>
                </a:lnTo>
                <a:lnTo>
                  <a:pt x="533" y="181"/>
                </a:lnTo>
                <a:lnTo>
                  <a:pt x="533" y="182"/>
                </a:lnTo>
                <a:lnTo>
                  <a:pt x="532" y="183"/>
                </a:lnTo>
                <a:lnTo>
                  <a:pt x="531" y="183"/>
                </a:lnTo>
                <a:lnTo>
                  <a:pt x="530" y="183"/>
                </a:lnTo>
                <a:lnTo>
                  <a:pt x="529" y="183"/>
                </a:lnTo>
                <a:lnTo>
                  <a:pt x="527" y="183"/>
                </a:lnTo>
                <a:lnTo>
                  <a:pt x="526" y="183"/>
                </a:lnTo>
                <a:lnTo>
                  <a:pt x="526" y="184"/>
                </a:lnTo>
                <a:lnTo>
                  <a:pt x="525" y="184"/>
                </a:lnTo>
                <a:lnTo>
                  <a:pt x="526" y="184"/>
                </a:lnTo>
                <a:lnTo>
                  <a:pt x="526" y="185"/>
                </a:lnTo>
                <a:lnTo>
                  <a:pt x="526" y="186"/>
                </a:lnTo>
                <a:lnTo>
                  <a:pt x="525" y="187"/>
                </a:lnTo>
                <a:lnTo>
                  <a:pt x="526" y="188"/>
                </a:lnTo>
                <a:lnTo>
                  <a:pt x="526" y="189"/>
                </a:lnTo>
                <a:lnTo>
                  <a:pt x="527" y="190"/>
                </a:lnTo>
                <a:lnTo>
                  <a:pt x="528" y="190"/>
                </a:lnTo>
                <a:lnTo>
                  <a:pt x="529" y="191"/>
                </a:lnTo>
                <a:lnTo>
                  <a:pt x="529" y="192"/>
                </a:lnTo>
                <a:lnTo>
                  <a:pt x="529" y="193"/>
                </a:lnTo>
                <a:lnTo>
                  <a:pt x="528" y="194"/>
                </a:lnTo>
                <a:lnTo>
                  <a:pt x="527" y="195"/>
                </a:lnTo>
                <a:lnTo>
                  <a:pt x="527" y="196"/>
                </a:lnTo>
                <a:lnTo>
                  <a:pt x="528" y="196"/>
                </a:lnTo>
                <a:lnTo>
                  <a:pt x="529" y="196"/>
                </a:lnTo>
                <a:lnTo>
                  <a:pt x="529" y="197"/>
                </a:lnTo>
                <a:lnTo>
                  <a:pt x="530" y="197"/>
                </a:lnTo>
                <a:lnTo>
                  <a:pt x="530" y="198"/>
                </a:lnTo>
                <a:lnTo>
                  <a:pt x="531" y="198"/>
                </a:lnTo>
                <a:lnTo>
                  <a:pt x="531" y="199"/>
                </a:lnTo>
                <a:lnTo>
                  <a:pt x="530" y="199"/>
                </a:lnTo>
                <a:lnTo>
                  <a:pt x="530" y="200"/>
                </a:lnTo>
                <a:lnTo>
                  <a:pt x="531" y="200"/>
                </a:lnTo>
                <a:lnTo>
                  <a:pt x="532" y="200"/>
                </a:lnTo>
                <a:lnTo>
                  <a:pt x="532" y="201"/>
                </a:lnTo>
                <a:lnTo>
                  <a:pt x="533" y="201"/>
                </a:lnTo>
                <a:lnTo>
                  <a:pt x="534" y="202"/>
                </a:lnTo>
                <a:lnTo>
                  <a:pt x="534" y="203"/>
                </a:lnTo>
                <a:lnTo>
                  <a:pt x="535" y="203"/>
                </a:lnTo>
                <a:lnTo>
                  <a:pt x="535" y="204"/>
                </a:lnTo>
                <a:lnTo>
                  <a:pt x="536" y="205"/>
                </a:lnTo>
                <a:lnTo>
                  <a:pt x="537" y="205"/>
                </a:lnTo>
                <a:lnTo>
                  <a:pt x="537" y="206"/>
                </a:lnTo>
                <a:lnTo>
                  <a:pt x="538" y="206"/>
                </a:lnTo>
                <a:lnTo>
                  <a:pt x="538" y="207"/>
                </a:lnTo>
                <a:lnTo>
                  <a:pt x="539" y="207"/>
                </a:lnTo>
                <a:lnTo>
                  <a:pt x="540" y="208"/>
                </a:lnTo>
                <a:lnTo>
                  <a:pt x="539" y="209"/>
                </a:lnTo>
                <a:lnTo>
                  <a:pt x="539" y="210"/>
                </a:lnTo>
                <a:lnTo>
                  <a:pt x="540" y="210"/>
                </a:lnTo>
                <a:lnTo>
                  <a:pt x="540" y="211"/>
                </a:lnTo>
                <a:lnTo>
                  <a:pt x="539" y="211"/>
                </a:lnTo>
                <a:lnTo>
                  <a:pt x="539" y="210"/>
                </a:lnTo>
                <a:lnTo>
                  <a:pt x="539" y="211"/>
                </a:lnTo>
                <a:lnTo>
                  <a:pt x="538" y="211"/>
                </a:lnTo>
                <a:lnTo>
                  <a:pt x="538" y="212"/>
                </a:lnTo>
                <a:lnTo>
                  <a:pt x="537" y="212"/>
                </a:lnTo>
                <a:lnTo>
                  <a:pt x="537" y="213"/>
                </a:lnTo>
                <a:lnTo>
                  <a:pt x="537" y="214"/>
                </a:lnTo>
                <a:lnTo>
                  <a:pt x="538" y="214"/>
                </a:lnTo>
                <a:lnTo>
                  <a:pt x="538" y="215"/>
                </a:lnTo>
                <a:lnTo>
                  <a:pt x="539" y="216"/>
                </a:lnTo>
                <a:lnTo>
                  <a:pt x="539" y="217"/>
                </a:lnTo>
                <a:lnTo>
                  <a:pt x="540" y="217"/>
                </a:lnTo>
                <a:lnTo>
                  <a:pt x="541" y="218"/>
                </a:lnTo>
                <a:lnTo>
                  <a:pt x="541" y="217"/>
                </a:lnTo>
                <a:lnTo>
                  <a:pt x="542" y="218"/>
                </a:lnTo>
                <a:lnTo>
                  <a:pt x="543" y="218"/>
                </a:lnTo>
                <a:lnTo>
                  <a:pt x="544" y="218"/>
                </a:lnTo>
                <a:lnTo>
                  <a:pt x="544" y="219"/>
                </a:lnTo>
                <a:lnTo>
                  <a:pt x="545" y="219"/>
                </a:lnTo>
                <a:lnTo>
                  <a:pt x="546" y="219"/>
                </a:lnTo>
                <a:lnTo>
                  <a:pt x="547" y="218"/>
                </a:lnTo>
                <a:lnTo>
                  <a:pt x="547" y="217"/>
                </a:lnTo>
                <a:lnTo>
                  <a:pt x="548" y="216"/>
                </a:lnTo>
                <a:lnTo>
                  <a:pt x="549" y="216"/>
                </a:lnTo>
                <a:lnTo>
                  <a:pt x="549" y="217"/>
                </a:lnTo>
                <a:lnTo>
                  <a:pt x="549" y="218"/>
                </a:lnTo>
                <a:lnTo>
                  <a:pt x="549" y="219"/>
                </a:lnTo>
                <a:lnTo>
                  <a:pt x="548" y="220"/>
                </a:lnTo>
                <a:lnTo>
                  <a:pt x="549" y="220"/>
                </a:lnTo>
                <a:lnTo>
                  <a:pt x="549" y="221"/>
                </a:lnTo>
                <a:lnTo>
                  <a:pt x="549" y="222"/>
                </a:lnTo>
                <a:lnTo>
                  <a:pt x="549" y="223"/>
                </a:lnTo>
                <a:lnTo>
                  <a:pt x="550" y="223"/>
                </a:lnTo>
                <a:lnTo>
                  <a:pt x="550" y="224"/>
                </a:lnTo>
                <a:lnTo>
                  <a:pt x="549" y="224"/>
                </a:lnTo>
                <a:lnTo>
                  <a:pt x="550" y="224"/>
                </a:lnTo>
                <a:lnTo>
                  <a:pt x="550" y="225"/>
                </a:lnTo>
                <a:lnTo>
                  <a:pt x="550" y="226"/>
                </a:lnTo>
                <a:lnTo>
                  <a:pt x="549" y="226"/>
                </a:lnTo>
                <a:lnTo>
                  <a:pt x="550" y="227"/>
                </a:lnTo>
                <a:lnTo>
                  <a:pt x="551" y="227"/>
                </a:lnTo>
                <a:lnTo>
                  <a:pt x="551" y="228"/>
                </a:lnTo>
                <a:lnTo>
                  <a:pt x="552" y="228"/>
                </a:lnTo>
                <a:lnTo>
                  <a:pt x="553" y="228"/>
                </a:lnTo>
                <a:lnTo>
                  <a:pt x="553" y="229"/>
                </a:lnTo>
                <a:lnTo>
                  <a:pt x="554" y="229"/>
                </a:lnTo>
                <a:lnTo>
                  <a:pt x="555" y="229"/>
                </a:lnTo>
                <a:lnTo>
                  <a:pt x="556" y="228"/>
                </a:lnTo>
                <a:lnTo>
                  <a:pt x="557" y="228"/>
                </a:lnTo>
                <a:lnTo>
                  <a:pt x="559" y="228"/>
                </a:lnTo>
                <a:lnTo>
                  <a:pt x="560" y="228"/>
                </a:lnTo>
                <a:lnTo>
                  <a:pt x="560" y="229"/>
                </a:lnTo>
                <a:lnTo>
                  <a:pt x="561" y="230"/>
                </a:lnTo>
                <a:lnTo>
                  <a:pt x="562" y="230"/>
                </a:lnTo>
                <a:lnTo>
                  <a:pt x="563" y="230"/>
                </a:lnTo>
                <a:lnTo>
                  <a:pt x="564" y="230"/>
                </a:lnTo>
                <a:lnTo>
                  <a:pt x="565" y="230"/>
                </a:lnTo>
                <a:lnTo>
                  <a:pt x="566" y="230"/>
                </a:lnTo>
                <a:lnTo>
                  <a:pt x="566" y="229"/>
                </a:lnTo>
                <a:lnTo>
                  <a:pt x="567" y="229"/>
                </a:lnTo>
                <a:lnTo>
                  <a:pt x="568" y="229"/>
                </a:lnTo>
                <a:lnTo>
                  <a:pt x="569" y="228"/>
                </a:lnTo>
                <a:lnTo>
                  <a:pt x="570" y="228"/>
                </a:lnTo>
                <a:lnTo>
                  <a:pt x="571" y="227"/>
                </a:lnTo>
                <a:lnTo>
                  <a:pt x="573" y="227"/>
                </a:lnTo>
                <a:lnTo>
                  <a:pt x="574" y="227"/>
                </a:lnTo>
                <a:lnTo>
                  <a:pt x="575" y="227"/>
                </a:lnTo>
                <a:lnTo>
                  <a:pt x="575" y="226"/>
                </a:lnTo>
                <a:lnTo>
                  <a:pt x="576" y="226"/>
                </a:lnTo>
                <a:lnTo>
                  <a:pt x="577" y="226"/>
                </a:lnTo>
                <a:lnTo>
                  <a:pt x="578" y="226"/>
                </a:lnTo>
                <a:lnTo>
                  <a:pt x="579" y="225"/>
                </a:lnTo>
                <a:lnTo>
                  <a:pt x="580" y="224"/>
                </a:lnTo>
                <a:lnTo>
                  <a:pt x="581" y="224"/>
                </a:lnTo>
                <a:lnTo>
                  <a:pt x="581" y="223"/>
                </a:lnTo>
                <a:lnTo>
                  <a:pt x="582" y="223"/>
                </a:lnTo>
                <a:lnTo>
                  <a:pt x="583" y="223"/>
                </a:lnTo>
                <a:lnTo>
                  <a:pt x="582" y="223"/>
                </a:lnTo>
                <a:lnTo>
                  <a:pt x="582" y="222"/>
                </a:lnTo>
                <a:lnTo>
                  <a:pt x="581" y="222"/>
                </a:lnTo>
                <a:lnTo>
                  <a:pt x="581" y="221"/>
                </a:lnTo>
                <a:lnTo>
                  <a:pt x="581" y="220"/>
                </a:lnTo>
                <a:lnTo>
                  <a:pt x="580" y="220"/>
                </a:lnTo>
                <a:lnTo>
                  <a:pt x="579" y="220"/>
                </a:lnTo>
                <a:lnTo>
                  <a:pt x="579" y="219"/>
                </a:lnTo>
                <a:lnTo>
                  <a:pt x="580" y="219"/>
                </a:lnTo>
                <a:lnTo>
                  <a:pt x="580" y="218"/>
                </a:lnTo>
                <a:lnTo>
                  <a:pt x="581" y="218"/>
                </a:lnTo>
                <a:lnTo>
                  <a:pt x="582" y="218"/>
                </a:lnTo>
                <a:lnTo>
                  <a:pt x="582" y="217"/>
                </a:lnTo>
                <a:lnTo>
                  <a:pt x="582" y="216"/>
                </a:lnTo>
                <a:lnTo>
                  <a:pt x="582" y="215"/>
                </a:lnTo>
                <a:lnTo>
                  <a:pt x="583" y="215"/>
                </a:lnTo>
                <a:lnTo>
                  <a:pt x="583" y="214"/>
                </a:lnTo>
                <a:lnTo>
                  <a:pt x="583" y="213"/>
                </a:lnTo>
                <a:lnTo>
                  <a:pt x="582" y="213"/>
                </a:lnTo>
                <a:lnTo>
                  <a:pt x="581" y="212"/>
                </a:lnTo>
                <a:lnTo>
                  <a:pt x="582" y="212"/>
                </a:lnTo>
                <a:lnTo>
                  <a:pt x="582" y="211"/>
                </a:lnTo>
                <a:lnTo>
                  <a:pt x="581" y="211"/>
                </a:lnTo>
                <a:lnTo>
                  <a:pt x="580" y="211"/>
                </a:lnTo>
                <a:lnTo>
                  <a:pt x="579" y="211"/>
                </a:lnTo>
                <a:lnTo>
                  <a:pt x="579" y="210"/>
                </a:lnTo>
                <a:lnTo>
                  <a:pt x="580" y="209"/>
                </a:lnTo>
                <a:lnTo>
                  <a:pt x="581" y="209"/>
                </a:lnTo>
                <a:lnTo>
                  <a:pt x="582" y="208"/>
                </a:lnTo>
                <a:lnTo>
                  <a:pt x="582" y="207"/>
                </a:lnTo>
                <a:lnTo>
                  <a:pt x="583" y="207"/>
                </a:lnTo>
                <a:lnTo>
                  <a:pt x="583" y="206"/>
                </a:lnTo>
                <a:lnTo>
                  <a:pt x="582" y="206"/>
                </a:lnTo>
                <a:lnTo>
                  <a:pt x="582" y="207"/>
                </a:lnTo>
                <a:lnTo>
                  <a:pt x="581" y="207"/>
                </a:lnTo>
                <a:lnTo>
                  <a:pt x="581" y="206"/>
                </a:lnTo>
                <a:lnTo>
                  <a:pt x="581" y="205"/>
                </a:lnTo>
                <a:lnTo>
                  <a:pt x="579" y="205"/>
                </a:lnTo>
                <a:lnTo>
                  <a:pt x="579" y="204"/>
                </a:lnTo>
                <a:lnTo>
                  <a:pt x="579" y="203"/>
                </a:lnTo>
                <a:lnTo>
                  <a:pt x="579" y="202"/>
                </a:lnTo>
                <a:lnTo>
                  <a:pt x="579" y="201"/>
                </a:lnTo>
                <a:lnTo>
                  <a:pt x="578" y="201"/>
                </a:lnTo>
                <a:lnTo>
                  <a:pt x="579" y="200"/>
                </a:lnTo>
                <a:lnTo>
                  <a:pt x="580" y="199"/>
                </a:lnTo>
                <a:lnTo>
                  <a:pt x="580" y="198"/>
                </a:lnTo>
                <a:lnTo>
                  <a:pt x="580" y="199"/>
                </a:lnTo>
                <a:lnTo>
                  <a:pt x="582" y="200"/>
                </a:lnTo>
                <a:lnTo>
                  <a:pt x="583" y="200"/>
                </a:lnTo>
                <a:lnTo>
                  <a:pt x="584" y="200"/>
                </a:lnTo>
                <a:lnTo>
                  <a:pt x="585" y="201"/>
                </a:lnTo>
                <a:lnTo>
                  <a:pt x="586" y="200"/>
                </a:lnTo>
                <a:lnTo>
                  <a:pt x="587" y="200"/>
                </a:lnTo>
                <a:lnTo>
                  <a:pt x="588" y="200"/>
                </a:lnTo>
                <a:lnTo>
                  <a:pt x="588" y="201"/>
                </a:lnTo>
                <a:lnTo>
                  <a:pt x="589" y="201"/>
                </a:lnTo>
                <a:lnTo>
                  <a:pt x="590" y="200"/>
                </a:lnTo>
                <a:lnTo>
                  <a:pt x="591" y="200"/>
                </a:lnTo>
                <a:lnTo>
                  <a:pt x="591" y="199"/>
                </a:lnTo>
                <a:lnTo>
                  <a:pt x="591" y="198"/>
                </a:lnTo>
                <a:lnTo>
                  <a:pt x="591" y="197"/>
                </a:lnTo>
                <a:lnTo>
                  <a:pt x="591" y="196"/>
                </a:lnTo>
                <a:lnTo>
                  <a:pt x="592" y="195"/>
                </a:lnTo>
                <a:lnTo>
                  <a:pt x="592" y="194"/>
                </a:lnTo>
                <a:lnTo>
                  <a:pt x="592" y="193"/>
                </a:lnTo>
                <a:lnTo>
                  <a:pt x="593" y="192"/>
                </a:lnTo>
                <a:lnTo>
                  <a:pt x="593" y="191"/>
                </a:lnTo>
                <a:lnTo>
                  <a:pt x="594" y="191"/>
                </a:lnTo>
                <a:lnTo>
                  <a:pt x="596" y="191"/>
                </a:lnTo>
                <a:lnTo>
                  <a:pt x="597" y="191"/>
                </a:lnTo>
                <a:lnTo>
                  <a:pt x="597" y="190"/>
                </a:lnTo>
                <a:lnTo>
                  <a:pt x="598" y="190"/>
                </a:lnTo>
                <a:lnTo>
                  <a:pt x="599" y="189"/>
                </a:lnTo>
                <a:lnTo>
                  <a:pt x="600" y="189"/>
                </a:lnTo>
                <a:lnTo>
                  <a:pt x="600" y="188"/>
                </a:lnTo>
                <a:lnTo>
                  <a:pt x="600" y="187"/>
                </a:lnTo>
                <a:lnTo>
                  <a:pt x="601" y="187"/>
                </a:lnTo>
                <a:lnTo>
                  <a:pt x="602" y="187"/>
                </a:lnTo>
                <a:lnTo>
                  <a:pt x="603" y="186"/>
                </a:lnTo>
                <a:lnTo>
                  <a:pt x="604" y="186"/>
                </a:lnTo>
                <a:lnTo>
                  <a:pt x="604" y="185"/>
                </a:lnTo>
                <a:lnTo>
                  <a:pt x="605" y="184"/>
                </a:lnTo>
                <a:lnTo>
                  <a:pt x="606" y="184"/>
                </a:lnTo>
                <a:lnTo>
                  <a:pt x="607" y="184"/>
                </a:lnTo>
                <a:lnTo>
                  <a:pt x="608" y="185"/>
                </a:lnTo>
                <a:lnTo>
                  <a:pt x="608" y="186"/>
                </a:lnTo>
                <a:lnTo>
                  <a:pt x="608" y="187"/>
                </a:lnTo>
                <a:lnTo>
                  <a:pt x="609" y="187"/>
                </a:lnTo>
                <a:lnTo>
                  <a:pt x="610" y="187"/>
                </a:lnTo>
                <a:lnTo>
                  <a:pt x="611" y="187"/>
                </a:lnTo>
                <a:lnTo>
                  <a:pt x="611" y="188"/>
                </a:lnTo>
                <a:lnTo>
                  <a:pt x="612" y="188"/>
                </a:lnTo>
                <a:lnTo>
                  <a:pt x="612" y="189"/>
                </a:lnTo>
                <a:lnTo>
                  <a:pt x="613" y="189"/>
                </a:lnTo>
                <a:lnTo>
                  <a:pt x="613" y="190"/>
                </a:lnTo>
                <a:lnTo>
                  <a:pt x="613" y="191"/>
                </a:lnTo>
                <a:lnTo>
                  <a:pt x="614" y="191"/>
                </a:lnTo>
                <a:lnTo>
                  <a:pt x="614" y="192"/>
                </a:lnTo>
                <a:lnTo>
                  <a:pt x="615" y="192"/>
                </a:lnTo>
                <a:lnTo>
                  <a:pt x="615" y="193"/>
                </a:lnTo>
                <a:lnTo>
                  <a:pt x="615" y="194"/>
                </a:lnTo>
                <a:lnTo>
                  <a:pt x="615" y="195"/>
                </a:lnTo>
                <a:lnTo>
                  <a:pt x="615" y="196"/>
                </a:lnTo>
                <a:lnTo>
                  <a:pt x="616" y="196"/>
                </a:lnTo>
                <a:lnTo>
                  <a:pt x="616" y="197"/>
                </a:lnTo>
                <a:lnTo>
                  <a:pt x="617" y="198"/>
                </a:lnTo>
                <a:lnTo>
                  <a:pt x="617" y="199"/>
                </a:lnTo>
                <a:lnTo>
                  <a:pt x="616" y="199"/>
                </a:lnTo>
                <a:lnTo>
                  <a:pt x="616" y="201"/>
                </a:lnTo>
                <a:lnTo>
                  <a:pt x="616" y="202"/>
                </a:lnTo>
                <a:lnTo>
                  <a:pt x="615" y="202"/>
                </a:lnTo>
                <a:lnTo>
                  <a:pt x="615" y="201"/>
                </a:lnTo>
                <a:lnTo>
                  <a:pt x="614" y="202"/>
                </a:lnTo>
                <a:lnTo>
                  <a:pt x="615" y="202"/>
                </a:lnTo>
                <a:lnTo>
                  <a:pt x="615" y="203"/>
                </a:lnTo>
                <a:lnTo>
                  <a:pt x="616" y="204"/>
                </a:lnTo>
                <a:lnTo>
                  <a:pt x="616" y="205"/>
                </a:lnTo>
                <a:lnTo>
                  <a:pt x="616" y="206"/>
                </a:lnTo>
                <a:lnTo>
                  <a:pt x="616" y="207"/>
                </a:lnTo>
                <a:lnTo>
                  <a:pt x="616" y="208"/>
                </a:lnTo>
                <a:lnTo>
                  <a:pt x="615" y="208"/>
                </a:lnTo>
                <a:lnTo>
                  <a:pt x="615" y="209"/>
                </a:lnTo>
                <a:lnTo>
                  <a:pt x="614" y="210"/>
                </a:lnTo>
                <a:lnTo>
                  <a:pt x="615" y="211"/>
                </a:lnTo>
                <a:lnTo>
                  <a:pt x="616" y="211"/>
                </a:lnTo>
                <a:lnTo>
                  <a:pt x="616" y="212"/>
                </a:lnTo>
                <a:lnTo>
                  <a:pt x="616" y="213"/>
                </a:lnTo>
                <a:lnTo>
                  <a:pt x="615" y="213"/>
                </a:lnTo>
                <a:lnTo>
                  <a:pt x="615" y="214"/>
                </a:lnTo>
                <a:lnTo>
                  <a:pt x="615" y="215"/>
                </a:lnTo>
                <a:lnTo>
                  <a:pt x="614" y="216"/>
                </a:lnTo>
                <a:lnTo>
                  <a:pt x="615" y="216"/>
                </a:lnTo>
                <a:lnTo>
                  <a:pt x="616" y="216"/>
                </a:lnTo>
                <a:lnTo>
                  <a:pt x="616" y="217"/>
                </a:lnTo>
                <a:lnTo>
                  <a:pt x="615" y="217"/>
                </a:lnTo>
                <a:lnTo>
                  <a:pt x="615" y="218"/>
                </a:lnTo>
                <a:lnTo>
                  <a:pt x="616" y="218"/>
                </a:lnTo>
                <a:lnTo>
                  <a:pt x="616" y="219"/>
                </a:lnTo>
                <a:lnTo>
                  <a:pt x="616" y="220"/>
                </a:lnTo>
                <a:lnTo>
                  <a:pt x="616" y="221"/>
                </a:lnTo>
                <a:lnTo>
                  <a:pt x="617" y="221"/>
                </a:lnTo>
                <a:lnTo>
                  <a:pt x="617" y="222"/>
                </a:lnTo>
                <a:lnTo>
                  <a:pt x="618" y="222"/>
                </a:lnTo>
                <a:lnTo>
                  <a:pt x="618" y="223"/>
                </a:lnTo>
                <a:lnTo>
                  <a:pt x="619" y="223"/>
                </a:lnTo>
                <a:lnTo>
                  <a:pt x="619" y="224"/>
                </a:lnTo>
                <a:lnTo>
                  <a:pt x="620" y="224"/>
                </a:lnTo>
                <a:lnTo>
                  <a:pt x="621" y="225"/>
                </a:lnTo>
                <a:lnTo>
                  <a:pt x="622" y="226"/>
                </a:lnTo>
                <a:lnTo>
                  <a:pt x="622" y="227"/>
                </a:lnTo>
                <a:lnTo>
                  <a:pt x="622" y="228"/>
                </a:lnTo>
                <a:lnTo>
                  <a:pt x="623" y="228"/>
                </a:lnTo>
                <a:lnTo>
                  <a:pt x="623" y="229"/>
                </a:lnTo>
                <a:lnTo>
                  <a:pt x="624" y="229"/>
                </a:lnTo>
                <a:lnTo>
                  <a:pt x="624" y="230"/>
                </a:lnTo>
                <a:lnTo>
                  <a:pt x="624" y="231"/>
                </a:lnTo>
                <a:lnTo>
                  <a:pt x="625" y="231"/>
                </a:lnTo>
                <a:lnTo>
                  <a:pt x="625" y="232"/>
                </a:lnTo>
                <a:lnTo>
                  <a:pt x="625" y="234"/>
                </a:lnTo>
                <a:lnTo>
                  <a:pt x="626" y="234"/>
                </a:lnTo>
                <a:lnTo>
                  <a:pt x="626" y="235"/>
                </a:lnTo>
                <a:lnTo>
                  <a:pt x="626" y="236"/>
                </a:lnTo>
                <a:lnTo>
                  <a:pt x="626" y="238"/>
                </a:lnTo>
                <a:lnTo>
                  <a:pt x="627" y="238"/>
                </a:lnTo>
                <a:lnTo>
                  <a:pt x="627" y="239"/>
                </a:lnTo>
                <a:lnTo>
                  <a:pt x="628" y="239"/>
                </a:lnTo>
                <a:lnTo>
                  <a:pt x="628" y="240"/>
                </a:lnTo>
                <a:lnTo>
                  <a:pt x="629" y="241"/>
                </a:lnTo>
                <a:lnTo>
                  <a:pt x="630" y="242"/>
                </a:lnTo>
                <a:lnTo>
                  <a:pt x="631" y="242"/>
                </a:lnTo>
                <a:lnTo>
                  <a:pt x="631" y="243"/>
                </a:lnTo>
                <a:lnTo>
                  <a:pt x="630" y="244"/>
                </a:lnTo>
                <a:lnTo>
                  <a:pt x="630" y="245"/>
                </a:lnTo>
                <a:lnTo>
                  <a:pt x="631" y="246"/>
                </a:lnTo>
                <a:lnTo>
                  <a:pt x="631" y="247"/>
                </a:lnTo>
                <a:lnTo>
                  <a:pt x="631" y="248"/>
                </a:lnTo>
                <a:lnTo>
                  <a:pt x="632" y="248"/>
                </a:lnTo>
                <a:lnTo>
                  <a:pt x="632" y="247"/>
                </a:lnTo>
                <a:lnTo>
                  <a:pt x="632" y="248"/>
                </a:lnTo>
                <a:lnTo>
                  <a:pt x="633" y="248"/>
                </a:lnTo>
                <a:lnTo>
                  <a:pt x="634" y="247"/>
                </a:lnTo>
                <a:lnTo>
                  <a:pt x="635" y="248"/>
                </a:lnTo>
                <a:lnTo>
                  <a:pt x="636" y="247"/>
                </a:lnTo>
                <a:lnTo>
                  <a:pt x="636" y="246"/>
                </a:lnTo>
                <a:lnTo>
                  <a:pt x="636" y="247"/>
                </a:lnTo>
                <a:lnTo>
                  <a:pt x="637" y="247"/>
                </a:lnTo>
                <a:lnTo>
                  <a:pt x="638" y="247"/>
                </a:lnTo>
                <a:lnTo>
                  <a:pt x="639" y="247"/>
                </a:lnTo>
                <a:lnTo>
                  <a:pt x="639" y="248"/>
                </a:lnTo>
                <a:lnTo>
                  <a:pt x="640" y="249"/>
                </a:lnTo>
                <a:lnTo>
                  <a:pt x="641" y="250"/>
                </a:lnTo>
                <a:lnTo>
                  <a:pt x="642" y="251"/>
                </a:lnTo>
                <a:lnTo>
                  <a:pt x="642" y="252"/>
                </a:lnTo>
                <a:lnTo>
                  <a:pt x="641" y="252"/>
                </a:lnTo>
                <a:lnTo>
                  <a:pt x="640" y="253"/>
                </a:lnTo>
                <a:lnTo>
                  <a:pt x="639" y="253"/>
                </a:lnTo>
                <a:lnTo>
                  <a:pt x="639" y="254"/>
                </a:lnTo>
                <a:lnTo>
                  <a:pt x="639" y="255"/>
                </a:lnTo>
                <a:lnTo>
                  <a:pt x="638" y="255"/>
                </a:lnTo>
                <a:lnTo>
                  <a:pt x="639" y="256"/>
                </a:lnTo>
                <a:lnTo>
                  <a:pt x="640" y="256"/>
                </a:lnTo>
                <a:lnTo>
                  <a:pt x="640" y="257"/>
                </a:lnTo>
                <a:lnTo>
                  <a:pt x="641" y="257"/>
                </a:lnTo>
                <a:lnTo>
                  <a:pt x="640" y="257"/>
                </a:lnTo>
                <a:lnTo>
                  <a:pt x="640" y="258"/>
                </a:lnTo>
                <a:lnTo>
                  <a:pt x="641" y="258"/>
                </a:lnTo>
                <a:lnTo>
                  <a:pt x="641" y="259"/>
                </a:lnTo>
                <a:lnTo>
                  <a:pt x="642" y="260"/>
                </a:lnTo>
                <a:lnTo>
                  <a:pt x="642" y="261"/>
                </a:lnTo>
                <a:lnTo>
                  <a:pt x="643" y="261"/>
                </a:lnTo>
                <a:lnTo>
                  <a:pt x="642" y="262"/>
                </a:lnTo>
                <a:lnTo>
                  <a:pt x="641" y="262"/>
                </a:lnTo>
                <a:lnTo>
                  <a:pt x="640" y="262"/>
                </a:lnTo>
                <a:lnTo>
                  <a:pt x="639" y="263"/>
                </a:lnTo>
                <a:lnTo>
                  <a:pt x="639" y="264"/>
                </a:lnTo>
                <a:lnTo>
                  <a:pt x="639" y="263"/>
                </a:lnTo>
                <a:lnTo>
                  <a:pt x="640" y="263"/>
                </a:lnTo>
                <a:lnTo>
                  <a:pt x="641" y="263"/>
                </a:lnTo>
                <a:lnTo>
                  <a:pt x="641" y="264"/>
                </a:lnTo>
                <a:lnTo>
                  <a:pt x="640" y="264"/>
                </a:lnTo>
                <a:lnTo>
                  <a:pt x="641" y="264"/>
                </a:lnTo>
                <a:lnTo>
                  <a:pt x="641" y="265"/>
                </a:lnTo>
                <a:lnTo>
                  <a:pt x="642" y="265"/>
                </a:lnTo>
                <a:lnTo>
                  <a:pt x="642" y="264"/>
                </a:lnTo>
                <a:lnTo>
                  <a:pt x="643" y="264"/>
                </a:lnTo>
                <a:lnTo>
                  <a:pt x="643" y="265"/>
                </a:lnTo>
                <a:lnTo>
                  <a:pt x="644" y="266"/>
                </a:lnTo>
                <a:lnTo>
                  <a:pt x="644" y="267"/>
                </a:lnTo>
                <a:lnTo>
                  <a:pt x="645" y="268"/>
                </a:lnTo>
                <a:lnTo>
                  <a:pt x="645" y="269"/>
                </a:lnTo>
                <a:lnTo>
                  <a:pt x="645" y="270"/>
                </a:lnTo>
                <a:lnTo>
                  <a:pt x="646" y="270"/>
                </a:lnTo>
                <a:lnTo>
                  <a:pt x="646" y="271"/>
                </a:lnTo>
                <a:lnTo>
                  <a:pt x="647" y="273"/>
                </a:lnTo>
                <a:lnTo>
                  <a:pt x="647" y="274"/>
                </a:lnTo>
                <a:lnTo>
                  <a:pt x="648" y="274"/>
                </a:lnTo>
                <a:lnTo>
                  <a:pt x="648" y="276"/>
                </a:lnTo>
                <a:lnTo>
                  <a:pt x="648" y="277"/>
                </a:lnTo>
                <a:lnTo>
                  <a:pt x="649" y="278"/>
                </a:lnTo>
                <a:lnTo>
                  <a:pt x="649" y="279"/>
                </a:lnTo>
                <a:lnTo>
                  <a:pt x="650" y="280"/>
                </a:lnTo>
                <a:lnTo>
                  <a:pt x="650" y="281"/>
                </a:lnTo>
                <a:lnTo>
                  <a:pt x="651" y="282"/>
                </a:lnTo>
                <a:lnTo>
                  <a:pt x="652" y="282"/>
                </a:lnTo>
                <a:lnTo>
                  <a:pt x="652" y="283"/>
                </a:lnTo>
                <a:lnTo>
                  <a:pt x="653" y="283"/>
                </a:lnTo>
                <a:lnTo>
                  <a:pt x="653" y="284"/>
                </a:lnTo>
                <a:lnTo>
                  <a:pt x="654" y="284"/>
                </a:lnTo>
                <a:lnTo>
                  <a:pt x="656" y="283"/>
                </a:lnTo>
                <a:lnTo>
                  <a:pt x="657" y="283"/>
                </a:lnTo>
                <a:lnTo>
                  <a:pt x="657" y="282"/>
                </a:lnTo>
                <a:lnTo>
                  <a:pt x="658" y="282"/>
                </a:lnTo>
                <a:lnTo>
                  <a:pt x="659" y="282"/>
                </a:lnTo>
                <a:lnTo>
                  <a:pt x="660" y="283"/>
                </a:lnTo>
                <a:lnTo>
                  <a:pt x="660" y="284"/>
                </a:lnTo>
                <a:lnTo>
                  <a:pt x="661" y="284"/>
                </a:lnTo>
                <a:lnTo>
                  <a:pt x="662" y="284"/>
                </a:lnTo>
                <a:lnTo>
                  <a:pt x="663" y="284"/>
                </a:lnTo>
                <a:lnTo>
                  <a:pt x="663" y="285"/>
                </a:lnTo>
                <a:lnTo>
                  <a:pt x="664" y="285"/>
                </a:lnTo>
                <a:lnTo>
                  <a:pt x="665" y="285"/>
                </a:lnTo>
                <a:lnTo>
                  <a:pt x="666" y="285"/>
                </a:lnTo>
                <a:lnTo>
                  <a:pt x="666" y="284"/>
                </a:lnTo>
                <a:lnTo>
                  <a:pt x="667" y="284"/>
                </a:lnTo>
                <a:lnTo>
                  <a:pt x="668" y="284"/>
                </a:lnTo>
                <a:lnTo>
                  <a:pt x="668" y="283"/>
                </a:lnTo>
                <a:lnTo>
                  <a:pt x="669" y="283"/>
                </a:lnTo>
                <a:lnTo>
                  <a:pt x="671" y="283"/>
                </a:lnTo>
                <a:lnTo>
                  <a:pt x="672" y="283"/>
                </a:lnTo>
                <a:lnTo>
                  <a:pt x="672" y="282"/>
                </a:lnTo>
                <a:lnTo>
                  <a:pt x="673" y="282"/>
                </a:lnTo>
                <a:lnTo>
                  <a:pt x="674" y="282"/>
                </a:lnTo>
                <a:lnTo>
                  <a:pt x="675" y="282"/>
                </a:lnTo>
                <a:lnTo>
                  <a:pt x="676" y="281"/>
                </a:lnTo>
                <a:lnTo>
                  <a:pt x="677" y="281"/>
                </a:lnTo>
                <a:lnTo>
                  <a:pt x="679" y="281"/>
                </a:lnTo>
                <a:lnTo>
                  <a:pt x="680" y="281"/>
                </a:lnTo>
                <a:lnTo>
                  <a:pt x="681" y="280"/>
                </a:lnTo>
                <a:lnTo>
                  <a:pt x="682" y="280"/>
                </a:lnTo>
                <a:lnTo>
                  <a:pt x="682" y="279"/>
                </a:lnTo>
                <a:lnTo>
                  <a:pt x="683" y="279"/>
                </a:lnTo>
                <a:lnTo>
                  <a:pt x="684" y="279"/>
                </a:lnTo>
                <a:lnTo>
                  <a:pt x="684" y="278"/>
                </a:lnTo>
                <a:lnTo>
                  <a:pt x="684" y="277"/>
                </a:lnTo>
                <a:lnTo>
                  <a:pt x="685" y="277"/>
                </a:lnTo>
                <a:lnTo>
                  <a:pt x="685" y="276"/>
                </a:lnTo>
                <a:lnTo>
                  <a:pt x="685" y="274"/>
                </a:lnTo>
                <a:lnTo>
                  <a:pt x="684" y="273"/>
                </a:lnTo>
                <a:lnTo>
                  <a:pt x="683" y="272"/>
                </a:lnTo>
                <a:lnTo>
                  <a:pt x="683" y="271"/>
                </a:lnTo>
                <a:lnTo>
                  <a:pt x="683" y="270"/>
                </a:lnTo>
                <a:lnTo>
                  <a:pt x="683" y="268"/>
                </a:lnTo>
                <a:lnTo>
                  <a:pt x="683" y="267"/>
                </a:lnTo>
                <a:lnTo>
                  <a:pt x="684" y="267"/>
                </a:lnTo>
                <a:lnTo>
                  <a:pt x="685" y="266"/>
                </a:lnTo>
                <a:lnTo>
                  <a:pt x="684" y="266"/>
                </a:lnTo>
                <a:lnTo>
                  <a:pt x="684" y="265"/>
                </a:lnTo>
                <a:lnTo>
                  <a:pt x="683" y="265"/>
                </a:lnTo>
                <a:lnTo>
                  <a:pt x="683" y="264"/>
                </a:lnTo>
                <a:lnTo>
                  <a:pt x="683" y="263"/>
                </a:lnTo>
                <a:lnTo>
                  <a:pt x="684" y="263"/>
                </a:lnTo>
                <a:lnTo>
                  <a:pt x="683" y="263"/>
                </a:lnTo>
                <a:lnTo>
                  <a:pt x="683" y="262"/>
                </a:lnTo>
                <a:lnTo>
                  <a:pt x="683" y="260"/>
                </a:lnTo>
                <a:lnTo>
                  <a:pt x="683" y="259"/>
                </a:lnTo>
                <a:lnTo>
                  <a:pt x="684" y="257"/>
                </a:lnTo>
                <a:lnTo>
                  <a:pt x="685" y="257"/>
                </a:lnTo>
                <a:lnTo>
                  <a:pt x="685" y="256"/>
                </a:lnTo>
                <a:lnTo>
                  <a:pt x="686" y="256"/>
                </a:lnTo>
                <a:lnTo>
                  <a:pt x="686" y="255"/>
                </a:lnTo>
                <a:lnTo>
                  <a:pt x="687" y="255"/>
                </a:lnTo>
                <a:lnTo>
                  <a:pt x="688" y="255"/>
                </a:lnTo>
                <a:lnTo>
                  <a:pt x="688" y="256"/>
                </a:lnTo>
                <a:lnTo>
                  <a:pt x="689" y="256"/>
                </a:lnTo>
                <a:lnTo>
                  <a:pt x="689" y="257"/>
                </a:lnTo>
                <a:lnTo>
                  <a:pt x="690" y="257"/>
                </a:lnTo>
                <a:lnTo>
                  <a:pt x="691" y="258"/>
                </a:lnTo>
                <a:lnTo>
                  <a:pt x="691" y="257"/>
                </a:lnTo>
                <a:lnTo>
                  <a:pt x="692" y="257"/>
                </a:lnTo>
                <a:lnTo>
                  <a:pt x="692" y="256"/>
                </a:lnTo>
                <a:lnTo>
                  <a:pt x="691" y="256"/>
                </a:lnTo>
                <a:lnTo>
                  <a:pt x="692" y="256"/>
                </a:lnTo>
                <a:lnTo>
                  <a:pt x="693" y="256"/>
                </a:lnTo>
                <a:lnTo>
                  <a:pt x="694" y="257"/>
                </a:lnTo>
                <a:lnTo>
                  <a:pt x="695" y="257"/>
                </a:lnTo>
                <a:lnTo>
                  <a:pt x="696" y="257"/>
                </a:lnTo>
                <a:lnTo>
                  <a:pt x="697" y="257"/>
                </a:lnTo>
                <a:lnTo>
                  <a:pt x="698" y="256"/>
                </a:lnTo>
                <a:lnTo>
                  <a:pt x="699" y="256"/>
                </a:lnTo>
                <a:lnTo>
                  <a:pt x="699" y="255"/>
                </a:lnTo>
                <a:lnTo>
                  <a:pt x="700" y="255"/>
                </a:lnTo>
                <a:lnTo>
                  <a:pt x="700" y="254"/>
                </a:lnTo>
                <a:lnTo>
                  <a:pt x="701" y="254"/>
                </a:lnTo>
                <a:lnTo>
                  <a:pt x="701" y="253"/>
                </a:lnTo>
                <a:lnTo>
                  <a:pt x="702" y="253"/>
                </a:lnTo>
                <a:lnTo>
                  <a:pt x="703" y="253"/>
                </a:lnTo>
                <a:lnTo>
                  <a:pt x="704" y="252"/>
                </a:lnTo>
                <a:lnTo>
                  <a:pt x="705" y="251"/>
                </a:lnTo>
                <a:lnTo>
                  <a:pt x="706" y="250"/>
                </a:lnTo>
                <a:lnTo>
                  <a:pt x="708" y="250"/>
                </a:lnTo>
                <a:lnTo>
                  <a:pt x="708" y="249"/>
                </a:lnTo>
                <a:lnTo>
                  <a:pt x="709" y="249"/>
                </a:lnTo>
                <a:lnTo>
                  <a:pt x="710" y="250"/>
                </a:lnTo>
                <a:lnTo>
                  <a:pt x="711" y="250"/>
                </a:lnTo>
                <a:lnTo>
                  <a:pt x="712" y="250"/>
                </a:lnTo>
                <a:lnTo>
                  <a:pt x="713" y="250"/>
                </a:lnTo>
                <a:lnTo>
                  <a:pt x="714" y="250"/>
                </a:lnTo>
                <a:lnTo>
                  <a:pt x="715" y="250"/>
                </a:lnTo>
                <a:lnTo>
                  <a:pt x="717" y="250"/>
                </a:lnTo>
                <a:lnTo>
                  <a:pt x="717" y="249"/>
                </a:lnTo>
                <a:lnTo>
                  <a:pt x="718" y="249"/>
                </a:lnTo>
                <a:lnTo>
                  <a:pt x="719" y="249"/>
                </a:lnTo>
                <a:lnTo>
                  <a:pt x="720" y="249"/>
                </a:lnTo>
                <a:lnTo>
                  <a:pt x="721" y="249"/>
                </a:lnTo>
                <a:lnTo>
                  <a:pt x="722" y="250"/>
                </a:lnTo>
                <a:lnTo>
                  <a:pt x="723" y="250"/>
                </a:lnTo>
                <a:lnTo>
                  <a:pt x="724" y="249"/>
                </a:lnTo>
                <a:lnTo>
                  <a:pt x="725" y="249"/>
                </a:lnTo>
                <a:lnTo>
                  <a:pt x="726" y="249"/>
                </a:lnTo>
                <a:lnTo>
                  <a:pt x="728" y="249"/>
                </a:lnTo>
                <a:lnTo>
                  <a:pt x="729" y="249"/>
                </a:lnTo>
                <a:lnTo>
                  <a:pt x="730" y="249"/>
                </a:lnTo>
                <a:lnTo>
                  <a:pt x="730" y="247"/>
                </a:lnTo>
                <a:lnTo>
                  <a:pt x="731" y="247"/>
                </a:lnTo>
                <a:lnTo>
                  <a:pt x="732" y="247"/>
                </a:lnTo>
                <a:lnTo>
                  <a:pt x="733" y="248"/>
                </a:lnTo>
                <a:lnTo>
                  <a:pt x="734" y="247"/>
                </a:lnTo>
                <a:lnTo>
                  <a:pt x="735" y="246"/>
                </a:lnTo>
                <a:lnTo>
                  <a:pt x="734" y="245"/>
                </a:lnTo>
                <a:lnTo>
                  <a:pt x="734" y="244"/>
                </a:lnTo>
                <a:lnTo>
                  <a:pt x="734" y="243"/>
                </a:lnTo>
                <a:lnTo>
                  <a:pt x="735" y="243"/>
                </a:lnTo>
                <a:lnTo>
                  <a:pt x="735" y="242"/>
                </a:lnTo>
                <a:lnTo>
                  <a:pt x="734" y="242"/>
                </a:lnTo>
                <a:lnTo>
                  <a:pt x="734" y="241"/>
                </a:lnTo>
                <a:lnTo>
                  <a:pt x="734" y="240"/>
                </a:lnTo>
                <a:lnTo>
                  <a:pt x="735" y="240"/>
                </a:lnTo>
                <a:lnTo>
                  <a:pt x="736" y="240"/>
                </a:lnTo>
                <a:lnTo>
                  <a:pt x="737" y="240"/>
                </a:lnTo>
                <a:lnTo>
                  <a:pt x="737" y="239"/>
                </a:lnTo>
                <a:lnTo>
                  <a:pt x="738" y="239"/>
                </a:lnTo>
                <a:lnTo>
                  <a:pt x="739" y="238"/>
                </a:lnTo>
                <a:lnTo>
                  <a:pt x="739" y="237"/>
                </a:lnTo>
                <a:lnTo>
                  <a:pt x="740" y="237"/>
                </a:lnTo>
                <a:lnTo>
                  <a:pt x="740" y="236"/>
                </a:lnTo>
                <a:lnTo>
                  <a:pt x="741" y="236"/>
                </a:lnTo>
                <a:lnTo>
                  <a:pt x="742" y="235"/>
                </a:lnTo>
                <a:lnTo>
                  <a:pt x="742" y="236"/>
                </a:lnTo>
                <a:lnTo>
                  <a:pt x="742" y="237"/>
                </a:lnTo>
                <a:lnTo>
                  <a:pt x="743" y="237"/>
                </a:lnTo>
                <a:lnTo>
                  <a:pt x="743" y="236"/>
                </a:lnTo>
                <a:lnTo>
                  <a:pt x="744" y="236"/>
                </a:lnTo>
                <a:lnTo>
                  <a:pt x="744" y="235"/>
                </a:lnTo>
                <a:lnTo>
                  <a:pt x="745" y="235"/>
                </a:lnTo>
                <a:lnTo>
                  <a:pt x="745" y="234"/>
                </a:lnTo>
                <a:lnTo>
                  <a:pt x="746" y="234"/>
                </a:lnTo>
                <a:lnTo>
                  <a:pt x="746" y="235"/>
                </a:lnTo>
                <a:lnTo>
                  <a:pt x="747" y="235"/>
                </a:lnTo>
                <a:lnTo>
                  <a:pt x="747" y="234"/>
                </a:lnTo>
                <a:lnTo>
                  <a:pt x="748" y="234"/>
                </a:lnTo>
                <a:lnTo>
                  <a:pt x="749" y="234"/>
                </a:lnTo>
                <a:lnTo>
                  <a:pt x="750" y="234"/>
                </a:lnTo>
                <a:lnTo>
                  <a:pt x="750" y="235"/>
                </a:lnTo>
                <a:lnTo>
                  <a:pt x="751" y="235"/>
                </a:lnTo>
                <a:lnTo>
                  <a:pt x="752" y="235"/>
                </a:lnTo>
                <a:lnTo>
                  <a:pt x="752" y="236"/>
                </a:lnTo>
                <a:lnTo>
                  <a:pt x="752" y="237"/>
                </a:lnTo>
                <a:lnTo>
                  <a:pt x="753" y="237"/>
                </a:lnTo>
                <a:lnTo>
                  <a:pt x="753" y="236"/>
                </a:lnTo>
                <a:lnTo>
                  <a:pt x="754" y="237"/>
                </a:lnTo>
                <a:lnTo>
                  <a:pt x="754" y="238"/>
                </a:lnTo>
                <a:lnTo>
                  <a:pt x="753" y="238"/>
                </a:lnTo>
                <a:lnTo>
                  <a:pt x="753" y="239"/>
                </a:lnTo>
                <a:lnTo>
                  <a:pt x="754" y="239"/>
                </a:lnTo>
                <a:lnTo>
                  <a:pt x="754" y="240"/>
                </a:lnTo>
                <a:lnTo>
                  <a:pt x="755" y="240"/>
                </a:lnTo>
                <a:lnTo>
                  <a:pt x="755" y="241"/>
                </a:lnTo>
                <a:lnTo>
                  <a:pt x="755" y="242"/>
                </a:lnTo>
                <a:lnTo>
                  <a:pt x="756" y="242"/>
                </a:lnTo>
                <a:lnTo>
                  <a:pt x="756" y="243"/>
                </a:lnTo>
                <a:lnTo>
                  <a:pt x="755" y="243"/>
                </a:lnTo>
                <a:lnTo>
                  <a:pt x="756" y="243"/>
                </a:lnTo>
                <a:lnTo>
                  <a:pt x="756" y="244"/>
                </a:lnTo>
                <a:lnTo>
                  <a:pt x="756" y="245"/>
                </a:lnTo>
                <a:lnTo>
                  <a:pt x="755" y="245"/>
                </a:lnTo>
                <a:lnTo>
                  <a:pt x="755" y="246"/>
                </a:lnTo>
                <a:lnTo>
                  <a:pt x="755" y="247"/>
                </a:lnTo>
                <a:lnTo>
                  <a:pt x="755" y="248"/>
                </a:lnTo>
                <a:lnTo>
                  <a:pt x="755" y="249"/>
                </a:lnTo>
                <a:lnTo>
                  <a:pt x="755" y="250"/>
                </a:lnTo>
                <a:lnTo>
                  <a:pt x="756" y="251"/>
                </a:lnTo>
                <a:lnTo>
                  <a:pt x="757" y="252"/>
                </a:lnTo>
                <a:lnTo>
                  <a:pt x="757" y="251"/>
                </a:lnTo>
                <a:lnTo>
                  <a:pt x="758" y="252"/>
                </a:lnTo>
                <a:lnTo>
                  <a:pt x="758" y="253"/>
                </a:lnTo>
                <a:lnTo>
                  <a:pt x="759" y="253"/>
                </a:lnTo>
                <a:lnTo>
                  <a:pt x="760" y="254"/>
                </a:lnTo>
                <a:lnTo>
                  <a:pt x="761" y="253"/>
                </a:lnTo>
                <a:lnTo>
                  <a:pt x="762" y="253"/>
                </a:lnTo>
                <a:lnTo>
                  <a:pt x="763" y="253"/>
                </a:lnTo>
                <a:lnTo>
                  <a:pt x="763" y="252"/>
                </a:lnTo>
                <a:lnTo>
                  <a:pt x="764" y="252"/>
                </a:lnTo>
                <a:lnTo>
                  <a:pt x="764" y="251"/>
                </a:lnTo>
                <a:lnTo>
                  <a:pt x="764" y="250"/>
                </a:lnTo>
                <a:lnTo>
                  <a:pt x="765" y="249"/>
                </a:lnTo>
                <a:lnTo>
                  <a:pt x="767" y="249"/>
                </a:lnTo>
                <a:lnTo>
                  <a:pt x="767" y="248"/>
                </a:lnTo>
                <a:lnTo>
                  <a:pt x="767" y="245"/>
                </a:lnTo>
                <a:lnTo>
                  <a:pt x="768" y="245"/>
                </a:lnTo>
                <a:lnTo>
                  <a:pt x="769" y="244"/>
                </a:lnTo>
                <a:lnTo>
                  <a:pt x="770" y="244"/>
                </a:lnTo>
                <a:lnTo>
                  <a:pt x="771" y="243"/>
                </a:lnTo>
                <a:lnTo>
                  <a:pt x="772" y="243"/>
                </a:lnTo>
                <a:lnTo>
                  <a:pt x="772" y="242"/>
                </a:lnTo>
                <a:lnTo>
                  <a:pt x="773" y="242"/>
                </a:lnTo>
                <a:lnTo>
                  <a:pt x="774" y="242"/>
                </a:lnTo>
                <a:lnTo>
                  <a:pt x="775" y="242"/>
                </a:lnTo>
                <a:lnTo>
                  <a:pt x="775" y="243"/>
                </a:lnTo>
                <a:lnTo>
                  <a:pt x="776" y="243"/>
                </a:lnTo>
                <a:lnTo>
                  <a:pt x="777" y="242"/>
                </a:lnTo>
                <a:lnTo>
                  <a:pt x="777" y="241"/>
                </a:lnTo>
                <a:lnTo>
                  <a:pt x="778" y="241"/>
                </a:lnTo>
                <a:lnTo>
                  <a:pt x="779" y="240"/>
                </a:lnTo>
                <a:lnTo>
                  <a:pt x="779" y="239"/>
                </a:lnTo>
                <a:lnTo>
                  <a:pt x="778" y="239"/>
                </a:lnTo>
                <a:lnTo>
                  <a:pt x="778" y="238"/>
                </a:lnTo>
                <a:lnTo>
                  <a:pt x="779" y="238"/>
                </a:lnTo>
                <a:lnTo>
                  <a:pt x="780" y="238"/>
                </a:lnTo>
                <a:lnTo>
                  <a:pt x="780" y="237"/>
                </a:lnTo>
                <a:lnTo>
                  <a:pt x="781" y="237"/>
                </a:lnTo>
                <a:lnTo>
                  <a:pt x="781" y="236"/>
                </a:lnTo>
                <a:lnTo>
                  <a:pt x="781" y="235"/>
                </a:lnTo>
                <a:lnTo>
                  <a:pt x="782" y="235"/>
                </a:lnTo>
                <a:lnTo>
                  <a:pt x="782" y="234"/>
                </a:lnTo>
                <a:lnTo>
                  <a:pt x="782" y="233"/>
                </a:lnTo>
                <a:lnTo>
                  <a:pt x="783" y="233"/>
                </a:lnTo>
                <a:lnTo>
                  <a:pt x="784" y="232"/>
                </a:lnTo>
                <a:lnTo>
                  <a:pt x="785" y="232"/>
                </a:lnTo>
                <a:lnTo>
                  <a:pt x="785" y="231"/>
                </a:lnTo>
                <a:lnTo>
                  <a:pt x="786" y="231"/>
                </a:lnTo>
                <a:lnTo>
                  <a:pt x="786" y="232"/>
                </a:lnTo>
                <a:lnTo>
                  <a:pt x="787" y="232"/>
                </a:lnTo>
                <a:lnTo>
                  <a:pt x="786" y="233"/>
                </a:lnTo>
                <a:lnTo>
                  <a:pt x="786" y="234"/>
                </a:lnTo>
                <a:lnTo>
                  <a:pt x="786" y="235"/>
                </a:lnTo>
                <a:lnTo>
                  <a:pt x="787" y="235"/>
                </a:lnTo>
                <a:lnTo>
                  <a:pt x="787" y="236"/>
                </a:lnTo>
                <a:lnTo>
                  <a:pt x="786" y="236"/>
                </a:lnTo>
                <a:lnTo>
                  <a:pt x="786" y="237"/>
                </a:lnTo>
                <a:lnTo>
                  <a:pt x="786" y="238"/>
                </a:lnTo>
                <a:lnTo>
                  <a:pt x="785" y="239"/>
                </a:lnTo>
                <a:lnTo>
                  <a:pt x="785" y="240"/>
                </a:lnTo>
                <a:lnTo>
                  <a:pt x="784" y="240"/>
                </a:lnTo>
                <a:lnTo>
                  <a:pt x="784" y="241"/>
                </a:lnTo>
                <a:lnTo>
                  <a:pt x="784" y="242"/>
                </a:lnTo>
                <a:lnTo>
                  <a:pt x="785" y="242"/>
                </a:lnTo>
                <a:lnTo>
                  <a:pt x="785" y="243"/>
                </a:lnTo>
                <a:lnTo>
                  <a:pt x="786" y="243"/>
                </a:lnTo>
                <a:lnTo>
                  <a:pt x="786" y="244"/>
                </a:lnTo>
                <a:lnTo>
                  <a:pt x="787" y="245"/>
                </a:lnTo>
                <a:lnTo>
                  <a:pt x="787" y="246"/>
                </a:lnTo>
                <a:lnTo>
                  <a:pt x="788" y="246"/>
                </a:lnTo>
                <a:lnTo>
                  <a:pt x="787" y="247"/>
                </a:lnTo>
                <a:lnTo>
                  <a:pt x="787" y="248"/>
                </a:lnTo>
                <a:lnTo>
                  <a:pt x="787" y="249"/>
                </a:lnTo>
                <a:lnTo>
                  <a:pt x="787" y="250"/>
                </a:lnTo>
                <a:lnTo>
                  <a:pt x="788" y="251"/>
                </a:lnTo>
                <a:lnTo>
                  <a:pt x="788" y="252"/>
                </a:lnTo>
                <a:lnTo>
                  <a:pt x="787" y="252"/>
                </a:lnTo>
                <a:lnTo>
                  <a:pt x="786" y="252"/>
                </a:lnTo>
                <a:lnTo>
                  <a:pt x="786" y="253"/>
                </a:lnTo>
                <a:lnTo>
                  <a:pt x="787" y="253"/>
                </a:lnTo>
                <a:lnTo>
                  <a:pt x="787" y="254"/>
                </a:lnTo>
                <a:lnTo>
                  <a:pt x="788" y="254"/>
                </a:lnTo>
                <a:lnTo>
                  <a:pt x="788" y="255"/>
                </a:lnTo>
                <a:lnTo>
                  <a:pt x="788" y="256"/>
                </a:lnTo>
                <a:lnTo>
                  <a:pt x="788" y="257"/>
                </a:lnTo>
                <a:lnTo>
                  <a:pt x="788" y="258"/>
                </a:lnTo>
                <a:lnTo>
                  <a:pt x="788" y="259"/>
                </a:lnTo>
                <a:lnTo>
                  <a:pt x="788" y="260"/>
                </a:lnTo>
                <a:lnTo>
                  <a:pt x="789" y="260"/>
                </a:lnTo>
                <a:lnTo>
                  <a:pt x="789" y="261"/>
                </a:lnTo>
                <a:lnTo>
                  <a:pt x="790" y="261"/>
                </a:lnTo>
                <a:lnTo>
                  <a:pt x="791" y="262"/>
                </a:lnTo>
                <a:lnTo>
                  <a:pt x="792" y="263"/>
                </a:lnTo>
                <a:lnTo>
                  <a:pt x="791" y="264"/>
                </a:lnTo>
                <a:lnTo>
                  <a:pt x="791" y="265"/>
                </a:lnTo>
                <a:lnTo>
                  <a:pt x="791" y="266"/>
                </a:lnTo>
                <a:lnTo>
                  <a:pt x="790" y="266"/>
                </a:lnTo>
                <a:lnTo>
                  <a:pt x="790" y="267"/>
                </a:lnTo>
                <a:lnTo>
                  <a:pt x="789" y="267"/>
                </a:lnTo>
                <a:lnTo>
                  <a:pt x="789" y="268"/>
                </a:lnTo>
                <a:lnTo>
                  <a:pt x="790" y="268"/>
                </a:lnTo>
                <a:lnTo>
                  <a:pt x="790" y="269"/>
                </a:lnTo>
                <a:lnTo>
                  <a:pt x="790" y="270"/>
                </a:lnTo>
                <a:lnTo>
                  <a:pt x="791" y="270"/>
                </a:lnTo>
                <a:lnTo>
                  <a:pt x="791" y="271"/>
                </a:lnTo>
                <a:lnTo>
                  <a:pt x="791" y="272"/>
                </a:lnTo>
                <a:lnTo>
                  <a:pt x="793" y="273"/>
                </a:lnTo>
                <a:lnTo>
                  <a:pt x="795" y="273"/>
                </a:lnTo>
                <a:lnTo>
                  <a:pt x="795" y="272"/>
                </a:lnTo>
                <a:lnTo>
                  <a:pt x="796" y="272"/>
                </a:lnTo>
                <a:lnTo>
                  <a:pt x="797" y="272"/>
                </a:lnTo>
                <a:lnTo>
                  <a:pt x="798" y="272"/>
                </a:lnTo>
                <a:lnTo>
                  <a:pt x="798" y="273"/>
                </a:lnTo>
                <a:lnTo>
                  <a:pt x="799" y="274"/>
                </a:lnTo>
                <a:lnTo>
                  <a:pt x="800" y="274"/>
                </a:lnTo>
                <a:lnTo>
                  <a:pt x="801" y="274"/>
                </a:lnTo>
                <a:lnTo>
                  <a:pt x="802" y="274"/>
                </a:lnTo>
                <a:lnTo>
                  <a:pt x="802" y="275"/>
                </a:lnTo>
                <a:lnTo>
                  <a:pt x="804" y="275"/>
                </a:lnTo>
                <a:lnTo>
                  <a:pt x="803" y="275"/>
                </a:lnTo>
                <a:lnTo>
                  <a:pt x="804" y="275"/>
                </a:lnTo>
                <a:lnTo>
                  <a:pt x="804" y="274"/>
                </a:lnTo>
                <a:lnTo>
                  <a:pt x="805" y="275"/>
                </a:lnTo>
                <a:lnTo>
                  <a:pt x="806" y="275"/>
                </a:lnTo>
                <a:lnTo>
                  <a:pt x="806" y="276"/>
                </a:lnTo>
                <a:lnTo>
                  <a:pt x="807" y="276"/>
                </a:lnTo>
                <a:lnTo>
                  <a:pt x="807" y="275"/>
                </a:lnTo>
                <a:lnTo>
                  <a:pt x="808" y="275"/>
                </a:lnTo>
                <a:lnTo>
                  <a:pt x="809" y="275"/>
                </a:lnTo>
                <a:lnTo>
                  <a:pt x="810" y="275"/>
                </a:lnTo>
                <a:lnTo>
                  <a:pt x="810" y="276"/>
                </a:lnTo>
                <a:lnTo>
                  <a:pt x="811" y="276"/>
                </a:lnTo>
                <a:lnTo>
                  <a:pt x="810" y="277"/>
                </a:lnTo>
                <a:lnTo>
                  <a:pt x="810" y="278"/>
                </a:lnTo>
                <a:lnTo>
                  <a:pt x="810" y="279"/>
                </a:lnTo>
                <a:lnTo>
                  <a:pt x="811" y="279"/>
                </a:lnTo>
                <a:lnTo>
                  <a:pt x="812" y="279"/>
                </a:lnTo>
                <a:lnTo>
                  <a:pt x="813" y="279"/>
                </a:lnTo>
                <a:lnTo>
                  <a:pt x="813" y="280"/>
                </a:lnTo>
                <a:lnTo>
                  <a:pt x="813" y="279"/>
                </a:lnTo>
                <a:lnTo>
                  <a:pt x="814" y="279"/>
                </a:lnTo>
                <a:lnTo>
                  <a:pt x="814" y="280"/>
                </a:lnTo>
                <a:lnTo>
                  <a:pt x="814" y="281"/>
                </a:lnTo>
                <a:lnTo>
                  <a:pt x="815" y="281"/>
                </a:lnTo>
                <a:lnTo>
                  <a:pt x="817" y="281"/>
                </a:lnTo>
                <a:lnTo>
                  <a:pt x="817" y="282"/>
                </a:lnTo>
                <a:lnTo>
                  <a:pt x="818" y="282"/>
                </a:lnTo>
                <a:lnTo>
                  <a:pt x="818" y="281"/>
                </a:lnTo>
                <a:lnTo>
                  <a:pt x="819" y="281"/>
                </a:lnTo>
                <a:lnTo>
                  <a:pt x="819" y="282"/>
                </a:lnTo>
                <a:lnTo>
                  <a:pt x="820" y="282"/>
                </a:lnTo>
                <a:lnTo>
                  <a:pt x="820" y="283"/>
                </a:lnTo>
                <a:lnTo>
                  <a:pt x="821" y="283"/>
                </a:lnTo>
                <a:lnTo>
                  <a:pt x="821" y="284"/>
                </a:lnTo>
                <a:lnTo>
                  <a:pt x="821" y="283"/>
                </a:lnTo>
                <a:lnTo>
                  <a:pt x="822" y="284"/>
                </a:lnTo>
                <a:lnTo>
                  <a:pt x="823" y="284"/>
                </a:lnTo>
                <a:lnTo>
                  <a:pt x="823" y="285"/>
                </a:lnTo>
                <a:lnTo>
                  <a:pt x="824" y="285"/>
                </a:lnTo>
                <a:lnTo>
                  <a:pt x="825" y="285"/>
                </a:lnTo>
                <a:lnTo>
                  <a:pt x="825" y="286"/>
                </a:lnTo>
                <a:lnTo>
                  <a:pt x="826" y="286"/>
                </a:lnTo>
                <a:lnTo>
                  <a:pt x="826" y="287"/>
                </a:lnTo>
                <a:lnTo>
                  <a:pt x="827" y="287"/>
                </a:lnTo>
                <a:lnTo>
                  <a:pt x="828" y="287"/>
                </a:lnTo>
                <a:lnTo>
                  <a:pt x="828" y="288"/>
                </a:lnTo>
                <a:lnTo>
                  <a:pt x="829" y="290"/>
                </a:lnTo>
                <a:lnTo>
                  <a:pt x="829" y="291"/>
                </a:lnTo>
                <a:lnTo>
                  <a:pt x="829" y="292"/>
                </a:lnTo>
                <a:lnTo>
                  <a:pt x="830" y="293"/>
                </a:lnTo>
                <a:lnTo>
                  <a:pt x="831" y="293"/>
                </a:lnTo>
                <a:lnTo>
                  <a:pt x="831" y="294"/>
                </a:lnTo>
                <a:lnTo>
                  <a:pt x="832" y="294"/>
                </a:lnTo>
                <a:lnTo>
                  <a:pt x="833" y="294"/>
                </a:lnTo>
                <a:lnTo>
                  <a:pt x="834" y="295"/>
                </a:lnTo>
                <a:lnTo>
                  <a:pt x="835" y="294"/>
                </a:lnTo>
                <a:lnTo>
                  <a:pt x="836" y="294"/>
                </a:lnTo>
                <a:lnTo>
                  <a:pt x="836" y="293"/>
                </a:lnTo>
                <a:lnTo>
                  <a:pt x="838" y="291"/>
                </a:lnTo>
                <a:lnTo>
                  <a:pt x="839" y="290"/>
                </a:lnTo>
                <a:lnTo>
                  <a:pt x="840" y="289"/>
                </a:lnTo>
                <a:lnTo>
                  <a:pt x="842" y="289"/>
                </a:lnTo>
                <a:lnTo>
                  <a:pt x="842" y="288"/>
                </a:lnTo>
                <a:lnTo>
                  <a:pt x="843" y="288"/>
                </a:lnTo>
                <a:lnTo>
                  <a:pt x="844" y="288"/>
                </a:lnTo>
                <a:lnTo>
                  <a:pt x="844" y="287"/>
                </a:lnTo>
                <a:lnTo>
                  <a:pt x="846" y="287"/>
                </a:lnTo>
                <a:lnTo>
                  <a:pt x="847" y="288"/>
                </a:lnTo>
                <a:lnTo>
                  <a:pt x="848" y="288"/>
                </a:lnTo>
                <a:lnTo>
                  <a:pt x="848" y="289"/>
                </a:lnTo>
                <a:lnTo>
                  <a:pt x="849" y="289"/>
                </a:lnTo>
                <a:lnTo>
                  <a:pt x="850" y="289"/>
                </a:lnTo>
                <a:lnTo>
                  <a:pt x="850" y="290"/>
                </a:lnTo>
                <a:lnTo>
                  <a:pt x="850" y="291"/>
                </a:lnTo>
                <a:lnTo>
                  <a:pt x="851" y="291"/>
                </a:lnTo>
                <a:lnTo>
                  <a:pt x="851" y="292"/>
                </a:lnTo>
                <a:lnTo>
                  <a:pt x="853" y="292"/>
                </a:lnTo>
                <a:lnTo>
                  <a:pt x="853" y="293"/>
                </a:lnTo>
                <a:lnTo>
                  <a:pt x="854" y="293"/>
                </a:lnTo>
                <a:lnTo>
                  <a:pt x="855" y="293"/>
                </a:lnTo>
                <a:lnTo>
                  <a:pt x="855" y="294"/>
                </a:lnTo>
                <a:lnTo>
                  <a:pt x="855" y="295"/>
                </a:lnTo>
                <a:lnTo>
                  <a:pt x="856" y="295"/>
                </a:lnTo>
                <a:lnTo>
                  <a:pt x="857" y="295"/>
                </a:lnTo>
                <a:lnTo>
                  <a:pt x="858" y="295"/>
                </a:lnTo>
                <a:lnTo>
                  <a:pt x="859" y="295"/>
                </a:lnTo>
                <a:lnTo>
                  <a:pt x="859" y="294"/>
                </a:lnTo>
                <a:lnTo>
                  <a:pt x="860" y="294"/>
                </a:lnTo>
                <a:lnTo>
                  <a:pt x="860" y="293"/>
                </a:lnTo>
                <a:lnTo>
                  <a:pt x="861" y="293"/>
                </a:lnTo>
                <a:lnTo>
                  <a:pt x="861" y="294"/>
                </a:lnTo>
                <a:lnTo>
                  <a:pt x="862" y="294"/>
                </a:lnTo>
                <a:lnTo>
                  <a:pt x="862" y="293"/>
                </a:lnTo>
                <a:lnTo>
                  <a:pt x="862" y="292"/>
                </a:lnTo>
                <a:lnTo>
                  <a:pt x="864" y="292"/>
                </a:lnTo>
                <a:lnTo>
                  <a:pt x="865" y="292"/>
                </a:lnTo>
                <a:lnTo>
                  <a:pt x="865" y="291"/>
                </a:lnTo>
                <a:lnTo>
                  <a:pt x="865" y="290"/>
                </a:lnTo>
                <a:lnTo>
                  <a:pt x="866" y="290"/>
                </a:lnTo>
                <a:lnTo>
                  <a:pt x="867" y="290"/>
                </a:lnTo>
                <a:lnTo>
                  <a:pt x="867" y="291"/>
                </a:lnTo>
                <a:lnTo>
                  <a:pt x="868" y="291"/>
                </a:lnTo>
                <a:lnTo>
                  <a:pt x="869" y="291"/>
                </a:lnTo>
                <a:lnTo>
                  <a:pt x="870" y="291"/>
                </a:lnTo>
                <a:lnTo>
                  <a:pt x="870" y="290"/>
                </a:lnTo>
                <a:lnTo>
                  <a:pt x="871" y="290"/>
                </a:lnTo>
                <a:lnTo>
                  <a:pt x="871" y="289"/>
                </a:lnTo>
                <a:lnTo>
                  <a:pt x="871" y="288"/>
                </a:lnTo>
                <a:lnTo>
                  <a:pt x="872" y="288"/>
                </a:lnTo>
                <a:lnTo>
                  <a:pt x="872" y="289"/>
                </a:lnTo>
                <a:lnTo>
                  <a:pt x="872" y="290"/>
                </a:lnTo>
                <a:lnTo>
                  <a:pt x="872" y="291"/>
                </a:lnTo>
                <a:lnTo>
                  <a:pt x="872" y="292"/>
                </a:lnTo>
                <a:lnTo>
                  <a:pt x="871" y="293"/>
                </a:lnTo>
                <a:lnTo>
                  <a:pt x="871" y="294"/>
                </a:lnTo>
                <a:lnTo>
                  <a:pt x="871" y="295"/>
                </a:lnTo>
                <a:lnTo>
                  <a:pt x="872" y="297"/>
                </a:lnTo>
                <a:lnTo>
                  <a:pt x="872" y="298"/>
                </a:lnTo>
                <a:lnTo>
                  <a:pt x="872" y="299"/>
                </a:lnTo>
                <a:lnTo>
                  <a:pt x="871" y="299"/>
                </a:lnTo>
                <a:lnTo>
                  <a:pt x="870" y="299"/>
                </a:lnTo>
                <a:lnTo>
                  <a:pt x="869" y="300"/>
                </a:lnTo>
                <a:lnTo>
                  <a:pt x="868" y="301"/>
                </a:lnTo>
                <a:lnTo>
                  <a:pt x="868" y="304"/>
                </a:lnTo>
                <a:lnTo>
                  <a:pt x="868" y="305"/>
                </a:lnTo>
                <a:lnTo>
                  <a:pt x="868" y="306"/>
                </a:lnTo>
                <a:lnTo>
                  <a:pt x="868" y="308"/>
                </a:lnTo>
                <a:lnTo>
                  <a:pt x="868" y="309"/>
                </a:lnTo>
                <a:lnTo>
                  <a:pt x="867" y="309"/>
                </a:lnTo>
                <a:lnTo>
                  <a:pt x="867" y="310"/>
                </a:lnTo>
                <a:lnTo>
                  <a:pt x="867" y="311"/>
                </a:lnTo>
                <a:lnTo>
                  <a:pt x="867" y="312"/>
                </a:lnTo>
                <a:lnTo>
                  <a:pt x="866" y="312"/>
                </a:lnTo>
                <a:lnTo>
                  <a:pt x="865" y="313"/>
                </a:lnTo>
                <a:lnTo>
                  <a:pt x="863" y="315"/>
                </a:lnTo>
                <a:lnTo>
                  <a:pt x="862" y="316"/>
                </a:lnTo>
                <a:lnTo>
                  <a:pt x="862" y="317"/>
                </a:lnTo>
                <a:lnTo>
                  <a:pt x="862" y="318"/>
                </a:lnTo>
                <a:lnTo>
                  <a:pt x="863" y="319"/>
                </a:lnTo>
                <a:lnTo>
                  <a:pt x="864" y="320"/>
                </a:lnTo>
                <a:lnTo>
                  <a:pt x="863" y="322"/>
                </a:lnTo>
                <a:lnTo>
                  <a:pt x="864" y="323"/>
                </a:lnTo>
                <a:lnTo>
                  <a:pt x="863" y="325"/>
                </a:lnTo>
                <a:lnTo>
                  <a:pt x="860" y="328"/>
                </a:lnTo>
                <a:lnTo>
                  <a:pt x="859" y="329"/>
                </a:lnTo>
                <a:lnTo>
                  <a:pt x="859" y="331"/>
                </a:lnTo>
                <a:lnTo>
                  <a:pt x="859" y="332"/>
                </a:lnTo>
                <a:lnTo>
                  <a:pt x="858" y="332"/>
                </a:lnTo>
                <a:lnTo>
                  <a:pt x="857" y="332"/>
                </a:lnTo>
                <a:lnTo>
                  <a:pt x="855" y="332"/>
                </a:lnTo>
                <a:lnTo>
                  <a:pt x="854" y="333"/>
                </a:lnTo>
                <a:lnTo>
                  <a:pt x="855" y="334"/>
                </a:lnTo>
                <a:lnTo>
                  <a:pt x="853" y="336"/>
                </a:lnTo>
                <a:lnTo>
                  <a:pt x="852" y="336"/>
                </a:lnTo>
                <a:lnTo>
                  <a:pt x="852" y="337"/>
                </a:lnTo>
                <a:lnTo>
                  <a:pt x="853" y="337"/>
                </a:lnTo>
                <a:lnTo>
                  <a:pt x="854" y="338"/>
                </a:lnTo>
                <a:lnTo>
                  <a:pt x="854" y="340"/>
                </a:lnTo>
                <a:lnTo>
                  <a:pt x="854" y="341"/>
                </a:lnTo>
                <a:lnTo>
                  <a:pt x="854" y="342"/>
                </a:lnTo>
                <a:lnTo>
                  <a:pt x="855" y="342"/>
                </a:lnTo>
                <a:lnTo>
                  <a:pt x="856" y="342"/>
                </a:lnTo>
                <a:lnTo>
                  <a:pt x="856" y="343"/>
                </a:lnTo>
                <a:lnTo>
                  <a:pt x="857" y="342"/>
                </a:lnTo>
                <a:lnTo>
                  <a:pt x="857" y="343"/>
                </a:lnTo>
                <a:lnTo>
                  <a:pt x="857" y="344"/>
                </a:lnTo>
                <a:lnTo>
                  <a:pt x="857" y="345"/>
                </a:lnTo>
                <a:lnTo>
                  <a:pt x="855" y="346"/>
                </a:lnTo>
                <a:lnTo>
                  <a:pt x="855" y="347"/>
                </a:lnTo>
                <a:lnTo>
                  <a:pt x="854" y="347"/>
                </a:lnTo>
                <a:lnTo>
                  <a:pt x="853" y="348"/>
                </a:lnTo>
                <a:lnTo>
                  <a:pt x="852" y="347"/>
                </a:lnTo>
                <a:lnTo>
                  <a:pt x="851" y="347"/>
                </a:lnTo>
                <a:lnTo>
                  <a:pt x="850" y="347"/>
                </a:lnTo>
                <a:lnTo>
                  <a:pt x="849" y="347"/>
                </a:lnTo>
                <a:lnTo>
                  <a:pt x="848" y="347"/>
                </a:lnTo>
                <a:lnTo>
                  <a:pt x="847" y="346"/>
                </a:lnTo>
                <a:lnTo>
                  <a:pt x="846" y="347"/>
                </a:lnTo>
                <a:lnTo>
                  <a:pt x="845" y="348"/>
                </a:lnTo>
                <a:lnTo>
                  <a:pt x="845" y="349"/>
                </a:lnTo>
                <a:lnTo>
                  <a:pt x="847" y="351"/>
                </a:lnTo>
                <a:lnTo>
                  <a:pt x="847" y="352"/>
                </a:lnTo>
                <a:lnTo>
                  <a:pt x="847" y="353"/>
                </a:lnTo>
                <a:lnTo>
                  <a:pt x="845" y="353"/>
                </a:lnTo>
                <a:lnTo>
                  <a:pt x="842" y="353"/>
                </a:lnTo>
                <a:lnTo>
                  <a:pt x="841" y="353"/>
                </a:lnTo>
                <a:lnTo>
                  <a:pt x="839" y="352"/>
                </a:lnTo>
                <a:lnTo>
                  <a:pt x="838" y="352"/>
                </a:lnTo>
                <a:lnTo>
                  <a:pt x="837" y="352"/>
                </a:lnTo>
                <a:lnTo>
                  <a:pt x="836" y="353"/>
                </a:lnTo>
                <a:lnTo>
                  <a:pt x="834" y="354"/>
                </a:lnTo>
                <a:lnTo>
                  <a:pt x="833" y="353"/>
                </a:lnTo>
                <a:lnTo>
                  <a:pt x="832" y="353"/>
                </a:lnTo>
                <a:lnTo>
                  <a:pt x="831" y="353"/>
                </a:lnTo>
                <a:lnTo>
                  <a:pt x="831" y="352"/>
                </a:lnTo>
                <a:lnTo>
                  <a:pt x="829" y="351"/>
                </a:lnTo>
                <a:lnTo>
                  <a:pt x="828" y="351"/>
                </a:lnTo>
                <a:lnTo>
                  <a:pt x="826" y="351"/>
                </a:lnTo>
                <a:lnTo>
                  <a:pt x="825" y="352"/>
                </a:lnTo>
                <a:lnTo>
                  <a:pt x="824" y="354"/>
                </a:lnTo>
                <a:lnTo>
                  <a:pt x="824" y="355"/>
                </a:lnTo>
                <a:lnTo>
                  <a:pt x="823" y="356"/>
                </a:lnTo>
                <a:lnTo>
                  <a:pt x="822" y="355"/>
                </a:lnTo>
                <a:lnTo>
                  <a:pt x="821" y="355"/>
                </a:lnTo>
                <a:lnTo>
                  <a:pt x="820" y="356"/>
                </a:lnTo>
                <a:lnTo>
                  <a:pt x="819" y="356"/>
                </a:lnTo>
                <a:lnTo>
                  <a:pt x="818" y="356"/>
                </a:lnTo>
                <a:lnTo>
                  <a:pt x="818" y="355"/>
                </a:lnTo>
                <a:lnTo>
                  <a:pt x="817" y="355"/>
                </a:lnTo>
                <a:lnTo>
                  <a:pt x="816" y="354"/>
                </a:lnTo>
                <a:lnTo>
                  <a:pt x="815" y="354"/>
                </a:lnTo>
                <a:lnTo>
                  <a:pt x="813" y="355"/>
                </a:lnTo>
                <a:lnTo>
                  <a:pt x="810" y="357"/>
                </a:lnTo>
                <a:lnTo>
                  <a:pt x="808" y="358"/>
                </a:lnTo>
                <a:lnTo>
                  <a:pt x="807" y="358"/>
                </a:lnTo>
                <a:lnTo>
                  <a:pt x="806" y="358"/>
                </a:lnTo>
                <a:lnTo>
                  <a:pt x="805" y="358"/>
                </a:lnTo>
                <a:lnTo>
                  <a:pt x="804" y="358"/>
                </a:lnTo>
                <a:lnTo>
                  <a:pt x="803" y="359"/>
                </a:lnTo>
                <a:lnTo>
                  <a:pt x="802" y="360"/>
                </a:lnTo>
                <a:lnTo>
                  <a:pt x="802" y="361"/>
                </a:lnTo>
                <a:lnTo>
                  <a:pt x="801" y="361"/>
                </a:lnTo>
                <a:lnTo>
                  <a:pt x="798" y="362"/>
                </a:lnTo>
                <a:lnTo>
                  <a:pt x="796" y="362"/>
                </a:lnTo>
                <a:lnTo>
                  <a:pt x="795" y="363"/>
                </a:lnTo>
                <a:lnTo>
                  <a:pt x="794" y="364"/>
                </a:lnTo>
                <a:lnTo>
                  <a:pt x="793" y="365"/>
                </a:lnTo>
                <a:lnTo>
                  <a:pt x="792" y="367"/>
                </a:lnTo>
                <a:lnTo>
                  <a:pt x="791" y="367"/>
                </a:lnTo>
                <a:lnTo>
                  <a:pt x="791" y="366"/>
                </a:lnTo>
                <a:lnTo>
                  <a:pt x="790" y="367"/>
                </a:lnTo>
                <a:lnTo>
                  <a:pt x="791" y="367"/>
                </a:lnTo>
                <a:lnTo>
                  <a:pt x="792" y="369"/>
                </a:lnTo>
                <a:lnTo>
                  <a:pt x="793" y="369"/>
                </a:lnTo>
                <a:lnTo>
                  <a:pt x="794" y="369"/>
                </a:lnTo>
                <a:lnTo>
                  <a:pt x="795" y="370"/>
                </a:lnTo>
                <a:lnTo>
                  <a:pt x="795" y="371"/>
                </a:lnTo>
                <a:lnTo>
                  <a:pt x="796" y="371"/>
                </a:lnTo>
                <a:lnTo>
                  <a:pt x="797" y="371"/>
                </a:lnTo>
                <a:lnTo>
                  <a:pt x="798" y="370"/>
                </a:lnTo>
                <a:lnTo>
                  <a:pt x="800" y="370"/>
                </a:lnTo>
                <a:lnTo>
                  <a:pt x="801" y="370"/>
                </a:lnTo>
                <a:lnTo>
                  <a:pt x="802" y="370"/>
                </a:lnTo>
                <a:lnTo>
                  <a:pt x="804" y="370"/>
                </a:lnTo>
                <a:lnTo>
                  <a:pt x="804" y="371"/>
                </a:lnTo>
                <a:lnTo>
                  <a:pt x="805" y="371"/>
                </a:lnTo>
                <a:lnTo>
                  <a:pt x="806" y="371"/>
                </a:lnTo>
                <a:lnTo>
                  <a:pt x="807" y="372"/>
                </a:lnTo>
                <a:lnTo>
                  <a:pt x="807" y="373"/>
                </a:lnTo>
                <a:lnTo>
                  <a:pt x="808" y="374"/>
                </a:lnTo>
                <a:lnTo>
                  <a:pt x="809" y="376"/>
                </a:lnTo>
                <a:lnTo>
                  <a:pt x="810" y="377"/>
                </a:lnTo>
                <a:lnTo>
                  <a:pt x="810" y="378"/>
                </a:lnTo>
                <a:lnTo>
                  <a:pt x="811" y="380"/>
                </a:lnTo>
                <a:lnTo>
                  <a:pt x="811" y="381"/>
                </a:lnTo>
                <a:lnTo>
                  <a:pt x="809" y="385"/>
                </a:lnTo>
                <a:lnTo>
                  <a:pt x="808" y="384"/>
                </a:lnTo>
                <a:lnTo>
                  <a:pt x="807" y="384"/>
                </a:lnTo>
                <a:lnTo>
                  <a:pt x="806" y="384"/>
                </a:lnTo>
                <a:lnTo>
                  <a:pt x="805" y="384"/>
                </a:lnTo>
                <a:lnTo>
                  <a:pt x="805" y="385"/>
                </a:lnTo>
                <a:lnTo>
                  <a:pt x="806" y="386"/>
                </a:lnTo>
                <a:lnTo>
                  <a:pt x="806" y="387"/>
                </a:lnTo>
                <a:lnTo>
                  <a:pt x="806" y="390"/>
                </a:lnTo>
                <a:lnTo>
                  <a:pt x="808" y="391"/>
                </a:lnTo>
                <a:lnTo>
                  <a:pt x="808" y="395"/>
                </a:lnTo>
                <a:lnTo>
                  <a:pt x="808" y="396"/>
                </a:lnTo>
                <a:lnTo>
                  <a:pt x="810" y="396"/>
                </a:lnTo>
                <a:lnTo>
                  <a:pt x="811" y="397"/>
                </a:lnTo>
                <a:lnTo>
                  <a:pt x="812" y="398"/>
                </a:lnTo>
                <a:lnTo>
                  <a:pt x="811" y="398"/>
                </a:lnTo>
                <a:lnTo>
                  <a:pt x="810" y="397"/>
                </a:lnTo>
                <a:lnTo>
                  <a:pt x="809" y="397"/>
                </a:lnTo>
                <a:lnTo>
                  <a:pt x="808" y="397"/>
                </a:lnTo>
                <a:lnTo>
                  <a:pt x="807" y="397"/>
                </a:lnTo>
                <a:lnTo>
                  <a:pt x="806" y="397"/>
                </a:lnTo>
                <a:lnTo>
                  <a:pt x="806" y="396"/>
                </a:lnTo>
                <a:lnTo>
                  <a:pt x="806" y="394"/>
                </a:lnTo>
                <a:lnTo>
                  <a:pt x="806" y="393"/>
                </a:lnTo>
                <a:lnTo>
                  <a:pt x="807" y="393"/>
                </a:lnTo>
                <a:lnTo>
                  <a:pt x="807" y="392"/>
                </a:lnTo>
                <a:lnTo>
                  <a:pt x="807" y="391"/>
                </a:lnTo>
                <a:lnTo>
                  <a:pt x="806" y="391"/>
                </a:lnTo>
                <a:lnTo>
                  <a:pt x="805" y="391"/>
                </a:lnTo>
                <a:lnTo>
                  <a:pt x="804" y="391"/>
                </a:lnTo>
                <a:lnTo>
                  <a:pt x="804" y="390"/>
                </a:lnTo>
                <a:lnTo>
                  <a:pt x="804" y="389"/>
                </a:lnTo>
                <a:lnTo>
                  <a:pt x="804" y="388"/>
                </a:lnTo>
                <a:lnTo>
                  <a:pt x="804" y="387"/>
                </a:lnTo>
                <a:lnTo>
                  <a:pt x="803" y="386"/>
                </a:lnTo>
                <a:lnTo>
                  <a:pt x="802" y="386"/>
                </a:lnTo>
                <a:lnTo>
                  <a:pt x="802" y="385"/>
                </a:lnTo>
                <a:lnTo>
                  <a:pt x="802" y="383"/>
                </a:lnTo>
                <a:lnTo>
                  <a:pt x="801" y="382"/>
                </a:lnTo>
                <a:lnTo>
                  <a:pt x="800" y="382"/>
                </a:lnTo>
                <a:lnTo>
                  <a:pt x="800" y="381"/>
                </a:lnTo>
                <a:lnTo>
                  <a:pt x="801" y="381"/>
                </a:lnTo>
                <a:lnTo>
                  <a:pt x="801" y="380"/>
                </a:lnTo>
                <a:lnTo>
                  <a:pt x="802" y="380"/>
                </a:lnTo>
                <a:lnTo>
                  <a:pt x="802" y="379"/>
                </a:lnTo>
                <a:lnTo>
                  <a:pt x="801" y="378"/>
                </a:lnTo>
                <a:lnTo>
                  <a:pt x="800" y="377"/>
                </a:lnTo>
                <a:lnTo>
                  <a:pt x="799" y="377"/>
                </a:lnTo>
                <a:lnTo>
                  <a:pt x="798" y="377"/>
                </a:lnTo>
                <a:lnTo>
                  <a:pt x="797" y="378"/>
                </a:lnTo>
                <a:lnTo>
                  <a:pt x="796" y="379"/>
                </a:lnTo>
                <a:lnTo>
                  <a:pt x="796" y="380"/>
                </a:lnTo>
                <a:lnTo>
                  <a:pt x="796" y="381"/>
                </a:lnTo>
                <a:lnTo>
                  <a:pt x="797" y="382"/>
                </a:lnTo>
                <a:lnTo>
                  <a:pt x="797" y="383"/>
                </a:lnTo>
                <a:lnTo>
                  <a:pt x="798" y="383"/>
                </a:lnTo>
                <a:lnTo>
                  <a:pt x="797" y="383"/>
                </a:lnTo>
                <a:lnTo>
                  <a:pt x="797" y="384"/>
                </a:lnTo>
                <a:lnTo>
                  <a:pt x="796" y="385"/>
                </a:lnTo>
                <a:lnTo>
                  <a:pt x="795" y="385"/>
                </a:lnTo>
                <a:lnTo>
                  <a:pt x="794" y="385"/>
                </a:lnTo>
                <a:lnTo>
                  <a:pt x="793" y="384"/>
                </a:lnTo>
                <a:lnTo>
                  <a:pt x="792" y="383"/>
                </a:lnTo>
                <a:lnTo>
                  <a:pt x="792" y="382"/>
                </a:lnTo>
                <a:lnTo>
                  <a:pt x="793" y="381"/>
                </a:lnTo>
                <a:lnTo>
                  <a:pt x="794" y="380"/>
                </a:lnTo>
                <a:lnTo>
                  <a:pt x="794" y="379"/>
                </a:lnTo>
                <a:lnTo>
                  <a:pt x="793" y="379"/>
                </a:lnTo>
                <a:lnTo>
                  <a:pt x="792" y="378"/>
                </a:lnTo>
                <a:lnTo>
                  <a:pt x="791" y="378"/>
                </a:lnTo>
                <a:lnTo>
                  <a:pt x="790" y="379"/>
                </a:lnTo>
                <a:lnTo>
                  <a:pt x="789" y="379"/>
                </a:lnTo>
                <a:lnTo>
                  <a:pt x="789" y="380"/>
                </a:lnTo>
                <a:lnTo>
                  <a:pt x="788" y="380"/>
                </a:lnTo>
                <a:lnTo>
                  <a:pt x="788" y="379"/>
                </a:lnTo>
                <a:lnTo>
                  <a:pt x="788" y="378"/>
                </a:lnTo>
                <a:lnTo>
                  <a:pt x="788" y="377"/>
                </a:lnTo>
                <a:lnTo>
                  <a:pt x="787" y="377"/>
                </a:lnTo>
                <a:lnTo>
                  <a:pt x="787" y="376"/>
                </a:lnTo>
                <a:lnTo>
                  <a:pt x="786" y="376"/>
                </a:lnTo>
                <a:lnTo>
                  <a:pt x="786" y="375"/>
                </a:lnTo>
                <a:lnTo>
                  <a:pt x="785" y="375"/>
                </a:lnTo>
                <a:lnTo>
                  <a:pt x="784" y="375"/>
                </a:lnTo>
                <a:lnTo>
                  <a:pt x="783" y="374"/>
                </a:lnTo>
                <a:lnTo>
                  <a:pt x="782" y="373"/>
                </a:lnTo>
                <a:lnTo>
                  <a:pt x="782" y="372"/>
                </a:lnTo>
                <a:lnTo>
                  <a:pt x="781" y="371"/>
                </a:lnTo>
                <a:lnTo>
                  <a:pt x="781" y="370"/>
                </a:lnTo>
                <a:lnTo>
                  <a:pt x="780" y="369"/>
                </a:lnTo>
                <a:lnTo>
                  <a:pt x="779" y="369"/>
                </a:lnTo>
                <a:lnTo>
                  <a:pt x="778" y="369"/>
                </a:lnTo>
                <a:lnTo>
                  <a:pt x="777" y="369"/>
                </a:lnTo>
                <a:lnTo>
                  <a:pt x="777" y="368"/>
                </a:lnTo>
                <a:lnTo>
                  <a:pt x="777" y="367"/>
                </a:lnTo>
                <a:lnTo>
                  <a:pt x="776" y="367"/>
                </a:lnTo>
                <a:lnTo>
                  <a:pt x="776" y="366"/>
                </a:lnTo>
                <a:lnTo>
                  <a:pt x="776" y="365"/>
                </a:lnTo>
                <a:lnTo>
                  <a:pt x="776" y="364"/>
                </a:lnTo>
                <a:lnTo>
                  <a:pt x="776" y="363"/>
                </a:lnTo>
                <a:lnTo>
                  <a:pt x="776" y="362"/>
                </a:lnTo>
                <a:lnTo>
                  <a:pt x="776" y="361"/>
                </a:lnTo>
                <a:lnTo>
                  <a:pt x="777" y="361"/>
                </a:lnTo>
                <a:lnTo>
                  <a:pt x="777" y="360"/>
                </a:lnTo>
                <a:lnTo>
                  <a:pt x="776" y="359"/>
                </a:lnTo>
                <a:lnTo>
                  <a:pt x="776" y="358"/>
                </a:lnTo>
                <a:lnTo>
                  <a:pt x="776" y="356"/>
                </a:lnTo>
                <a:lnTo>
                  <a:pt x="777" y="356"/>
                </a:lnTo>
                <a:lnTo>
                  <a:pt x="777" y="355"/>
                </a:lnTo>
                <a:lnTo>
                  <a:pt x="777" y="354"/>
                </a:lnTo>
                <a:lnTo>
                  <a:pt x="777" y="353"/>
                </a:lnTo>
                <a:lnTo>
                  <a:pt x="778" y="353"/>
                </a:lnTo>
                <a:lnTo>
                  <a:pt x="778" y="352"/>
                </a:lnTo>
                <a:lnTo>
                  <a:pt x="779" y="351"/>
                </a:lnTo>
                <a:lnTo>
                  <a:pt x="779" y="350"/>
                </a:lnTo>
                <a:lnTo>
                  <a:pt x="778" y="350"/>
                </a:lnTo>
                <a:lnTo>
                  <a:pt x="779" y="350"/>
                </a:lnTo>
                <a:lnTo>
                  <a:pt x="779" y="351"/>
                </a:lnTo>
                <a:lnTo>
                  <a:pt x="778" y="351"/>
                </a:lnTo>
                <a:lnTo>
                  <a:pt x="778" y="350"/>
                </a:lnTo>
                <a:lnTo>
                  <a:pt x="778" y="349"/>
                </a:lnTo>
                <a:lnTo>
                  <a:pt x="778" y="348"/>
                </a:lnTo>
                <a:lnTo>
                  <a:pt x="777" y="348"/>
                </a:lnTo>
                <a:lnTo>
                  <a:pt x="776" y="348"/>
                </a:lnTo>
                <a:lnTo>
                  <a:pt x="775" y="349"/>
                </a:lnTo>
                <a:lnTo>
                  <a:pt x="774" y="349"/>
                </a:lnTo>
                <a:lnTo>
                  <a:pt x="773" y="348"/>
                </a:lnTo>
                <a:lnTo>
                  <a:pt x="771" y="348"/>
                </a:lnTo>
                <a:lnTo>
                  <a:pt x="770" y="348"/>
                </a:lnTo>
                <a:lnTo>
                  <a:pt x="770" y="347"/>
                </a:lnTo>
                <a:lnTo>
                  <a:pt x="769" y="347"/>
                </a:lnTo>
                <a:lnTo>
                  <a:pt x="769" y="348"/>
                </a:lnTo>
                <a:lnTo>
                  <a:pt x="768" y="348"/>
                </a:lnTo>
                <a:lnTo>
                  <a:pt x="767" y="348"/>
                </a:lnTo>
                <a:lnTo>
                  <a:pt x="767" y="349"/>
                </a:lnTo>
                <a:lnTo>
                  <a:pt x="766" y="349"/>
                </a:lnTo>
                <a:lnTo>
                  <a:pt x="766" y="348"/>
                </a:lnTo>
                <a:lnTo>
                  <a:pt x="765" y="348"/>
                </a:lnTo>
                <a:lnTo>
                  <a:pt x="764" y="348"/>
                </a:lnTo>
                <a:lnTo>
                  <a:pt x="764" y="347"/>
                </a:lnTo>
                <a:lnTo>
                  <a:pt x="763" y="347"/>
                </a:lnTo>
                <a:lnTo>
                  <a:pt x="763" y="346"/>
                </a:lnTo>
                <a:lnTo>
                  <a:pt x="764" y="346"/>
                </a:lnTo>
                <a:lnTo>
                  <a:pt x="765" y="346"/>
                </a:lnTo>
                <a:lnTo>
                  <a:pt x="766" y="346"/>
                </a:lnTo>
                <a:lnTo>
                  <a:pt x="766" y="345"/>
                </a:lnTo>
                <a:lnTo>
                  <a:pt x="765" y="345"/>
                </a:lnTo>
                <a:lnTo>
                  <a:pt x="765" y="344"/>
                </a:lnTo>
                <a:lnTo>
                  <a:pt x="765" y="343"/>
                </a:lnTo>
                <a:lnTo>
                  <a:pt x="766" y="343"/>
                </a:lnTo>
                <a:lnTo>
                  <a:pt x="766" y="342"/>
                </a:lnTo>
                <a:lnTo>
                  <a:pt x="767" y="342"/>
                </a:lnTo>
                <a:lnTo>
                  <a:pt x="767" y="341"/>
                </a:lnTo>
                <a:lnTo>
                  <a:pt x="766" y="341"/>
                </a:lnTo>
                <a:lnTo>
                  <a:pt x="766" y="340"/>
                </a:lnTo>
                <a:lnTo>
                  <a:pt x="765" y="340"/>
                </a:lnTo>
                <a:lnTo>
                  <a:pt x="764" y="340"/>
                </a:lnTo>
                <a:lnTo>
                  <a:pt x="763" y="340"/>
                </a:lnTo>
                <a:lnTo>
                  <a:pt x="762" y="340"/>
                </a:lnTo>
                <a:lnTo>
                  <a:pt x="762" y="341"/>
                </a:lnTo>
                <a:lnTo>
                  <a:pt x="761" y="341"/>
                </a:lnTo>
                <a:lnTo>
                  <a:pt x="760" y="342"/>
                </a:lnTo>
                <a:lnTo>
                  <a:pt x="757" y="342"/>
                </a:lnTo>
                <a:lnTo>
                  <a:pt x="756" y="342"/>
                </a:lnTo>
                <a:lnTo>
                  <a:pt x="755" y="342"/>
                </a:lnTo>
                <a:lnTo>
                  <a:pt x="754" y="341"/>
                </a:lnTo>
                <a:lnTo>
                  <a:pt x="752" y="341"/>
                </a:lnTo>
                <a:lnTo>
                  <a:pt x="751" y="341"/>
                </a:lnTo>
                <a:lnTo>
                  <a:pt x="750" y="341"/>
                </a:lnTo>
                <a:lnTo>
                  <a:pt x="750" y="340"/>
                </a:lnTo>
                <a:lnTo>
                  <a:pt x="750" y="339"/>
                </a:lnTo>
                <a:lnTo>
                  <a:pt x="750" y="338"/>
                </a:lnTo>
                <a:lnTo>
                  <a:pt x="748" y="338"/>
                </a:lnTo>
                <a:lnTo>
                  <a:pt x="747" y="338"/>
                </a:lnTo>
                <a:lnTo>
                  <a:pt x="746" y="338"/>
                </a:lnTo>
                <a:lnTo>
                  <a:pt x="745" y="338"/>
                </a:lnTo>
                <a:lnTo>
                  <a:pt x="744" y="339"/>
                </a:lnTo>
                <a:lnTo>
                  <a:pt x="743" y="339"/>
                </a:lnTo>
                <a:lnTo>
                  <a:pt x="743" y="340"/>
                </a:lnTo>
                <a:lnTo>
                  <a:pt x="743" y="341"/>
                </a:lnTo>
                <a:lnTo>
                  <a:pt x="744" y="341"/>
                </a:lnTo>
                <a:lnTo>
                  <a:pt x="745" y="341"/>
                </a:lnTo>
                <a:lnTo>
                  <a:pt x="746" y="341"/>
                </a:lnTo>
                <a:lnTo>
                  <a:pt x="747" y="341"/>
                </a:lnTo>
                <a:lnTo>
                  <a:pt x="747" y="342"/>
                </a:lnTo>
                <a:lnTo>
                  <a:pt x="746" y="342"/>
                </a:lnTo>
                <a:lnTo>
                  <a:pt x="745" y="342"/>
                </a:lnTo>
                <a:lnTo>
                  <a:pt x="744" y="342"/>
                </a:lnTo>
                <a:lnTo>
                  <a:pt x="744" y="341"/>
                </a:lnTo>
                <a:lnTo>
                  <a:pt x="742" y="341"/>
                </a:lnTo>
                <a:lnTo>
                  <a:pt x="742" y="342"/>
                </a:lnTo>
                <a:lnTo>
                  <a:pt x="741" y="342"/>
                </a:lnTo>
                <a:lnTo>
                  <a:pt x="741" y="343"/>
                </a:lnTo>
                <a:lnTo>
                  <a:pt x="741" y="344"/>
                </a:lnTo>
                <a:lnTo>
                  <a:pt x="741" y="345"/>
                </a:lnTo>
                <a:lnTo>
                  <a:pt x="742" y="345"/>
                </a:lnTo>
                <a:lnTo>
                  <a:pt x="742" y="346"/>
                </a:lnTo>
                <a:lnTo>
                  <a:pt x="743" y="347"/>
                </a:lnTo>
                <a:lnTo>
                  <a:pt x="742" y="347"/>
                </a:lnTo>
                <a:lnTo>
                  <a:pt x="741" y="347"/>
                </a:lnTo>
                <a:lnTo>
                  <a:pt x="740" y="347"/>
                </a:lnTo>
                <a:lnTo>
                  <a:pt x="740" y="348"/>
                </a:lnTo>
                <a:lnTo>
                  <a:pt x="740" y="349"/>
                </a:lnTo>
                <a:lnTo>
                  <a:pt x="740" y="350"/>
                </a:lnTo>
                <a:lnTo>
                  <a:pt x="740" y="351"/>
                </a:lnTo>
                <a:lnTo>
                  <a:pt x="740" y="352"/>
                </a:lnTo>
                <a:lnTo>
                  <a:pt x="740" y="353"/>
                </a:lnTo>
                <a:lnTo>
                  <a:pt x="739" y="353"/>
                </a:lnTo>
                <a:lnTo>
                  <a:pt x="738" y="353"/>
                </a:lnTo>
                <a:lnTo>
                  <a:pt x="738" y="354"/>
                </a:lnTo>
                <a:lnTo>
                  <a:pt x="737" y="354"/>
                </a:lnTo>
                <a:lnTo>
                  <a:pt x="737" y="355"/>
                </a:lnTo>
                <a:lnTo>
                  <a:pt x="738" y="355"/>
                </a:lnTo>
                <a:lnTo>
                  <a:pt x="737" y="356"/>
                </a:lnTo>
                <a:lnTo>
                  <a:pt x="737" y="357"/>
                </a:lnTo>
                <a:lnTo>
                  <a:pt x="736" y="357"/>
                </a:lnTo>
                <a:lnTo>
                  <a:pt x="736" y="358"/>
                </a:lnTo>
                <a:lnTo>
                  <a:pt x="737" y="358"/>
                </a:lnTo>
                <a:lnTo>
                  <a:pt x="737" y="359"/>
                </a:lnTo>
                <a:lnTo>
                  <a:pt x="737" y="360"/>
                </a:lnTo>
                <a:lnTo>
                  <a:pt x="736" y="361"/>
                </a:lnTo>
                <a:lnTo>
                  <a:pt x="736" y="362"/>
                </a:lnTo>
                <a:lnTo>
                  <a:pt x="735" y="362"/>
                </a:lnTo>
                <a:lnTo>
                  <a:pt x="735" y="363"/>
                </a:lnTo>
                <a:lnTo>
                  <a:pt x="735" y="364"/>
                </a:lnTo>
                <a:lnTo>
                  <a:pt x="734" y="364"/>
                </a:lnTo>
                <a:lnTo>
                  <a:pt x="734" y="365"/>
                </a:lnTo>
                <a:lnTo>
                  <a:pt x="734" y="366"/>
                </a:lnTo>
                <a:lnTo>
                  <a:pt x="733" y="366"/>
                </a:lnTo>
                <a:lnTo>
                  <a:pt x="733" y="367"/>
                </a:lnTo>
                <a:lnTo>
                  <a:pt x="733" y="368"/>
                </a:lnTo>
                <a:lnTo>
                  <a:pt x="733" y="369"/>
                </a:lnTo>
                <a:lnTo>
                  <a:pt x="734" y="370"/>
                </a:lnTo>
                <a:lnTo>
                  <a:pt x="734" y="371"/>
                </a:lnTo>
                <a:lnTo>
                  <a:pt x="735" y="371"/>
                </a:lnTo>
                <a:lnTo>
                  <a:pt x="736" y="371"/>
                </a:lnTo>
                <a:lnTo>
                  <a:pt x="737" y="371"/>
                </a:lnTo>
                <a:lnTo>
                  <a:pt x="737" y="372"/>
                </a:lnTo>
                <a:lnTo>
                  <a:pt x="736" y="372"/>
                </a:lnTo>
                <a:lnTo>
                  <a:pt x="735" y="372"/>
                </a:lnTo>
                <a:lnTo>
                  <a:pt x="735" y="371"/>
                </a:lnTo>
                <a:lnTo>
                  <a:pt x="735" y="372"/>
                </a:lnTo>
                <a:lnTo>
                  <a:pt x="734" y="372"/>
                </a:lnTo>
                <a:lnTo>
                  <a:pt x="734" y="373"/>
                </a:lnTo>
                <a:lnTo>
                  <a:pt x="734" y="374"/>
                </a:lnTo>
                <a:lnTo>
                  <a:pt x="735" y="375"/>
                </a:lnTo>
                <a:lnTo>
                  <a:pt x="734" y="375"/>
                </a:lnTo>
                <a:lnTo>
                  <a:pt x="733" y="375"/>
                </a:lnTo>
                <a:lnTo>
                  <a:pt x="733" y="374"/>
                </a:lnTo>
                <a:lnTo>
                  <a:pt x="732" y="374"/>
                </a:lnTo>
                <a:lnTo>
                  <a:pt x="732" y="375"/>
                </a:lnTo>
                <a:lnTo>
                  <a:pt x="732" y="376"/>
                </a:lnTo>
                <a:lnTo>
                  <a:pt x="733" y="376"/>
                </a:lnTo>
                <a:lnTo>
                  <a:pt x="733" y="377"/>
                </a:lnTo>
                <a:lnTo>
                  <a:pt x="732" y="377"/>
                </a:lnTo>
                <a:lnTo>
                  <a:pt x="732" y="378"/>
                </a:lnTo>
                <a:lnTo>
                  <a:pt x="733" y="378"/>
                </a:lnTo>
                <a:lnTo>
                  <a:pt x="734" y="378"/>
                </a:lnTo>
                <a:lnTo>
                  <a:pt x="735" y="378"/>
                </a:lnTo>
                <a:lnTo>
                  <a:pt x="735" y="379"/>
                </a:lnTo>
                <a:lnTo>
                  <a:pt x="734" y="379"/>
                </a:lnTo>
                <a:lnTo>
                  <a:pt x="733" y="379"/>
                </a:lnTo>
                <a:lnTo>
                  <a:pt x="732" y="379"/>
                </a:lnTo>
                <a:lnTo>
                  <a:pt x="732" y="380"/>
                </a:lnTo>
                <a:lnTo>
                  <a:pt x="732" y="381"/>
                </a:lnTo>
                <a:lnTo>
                  <a:pt x="731" y="381"/>
                </a:lnTo>
                <a:lnTo>
                  <a:pt x="731" y="382"/>
                </a:lnTo>
                <a:lnTo>
                  <a:pt x="731" y="383"/>
                </a:lnTo>
                <a:lnTo>
                  <a:pt x="730" y="384"/>
                </a:lnTo>
                <a:lnTo>
                  <a:pt x="731" y="384"/>
                </a:lnTo>
                <a:lnTo>
                  <a:pt x="731" y="385"/>
                </a:lnTo>
                <a:lnTo>
                  <a:pt x="732" y="385"/>
                </a:lnTo>
                <a:lnTo>
                  <a:pt x="732" y="386"/>
                </a:lnTo>
                <a:lnTo>
                  <a:pt x="731" y="386"/>
                </a:lnTo>
                <a:lnTo>
                  <a:pt x="731" y="387"/>
                </a:lnTo>
                <a:lnTo>
                  <a:pt x="731" y="388"/>
                </a:lnTo>
                <a:lnTo>
                  <a:pt x="731" y="389"/>
                </a:lnTo>
                <a:lnTo>
                  <a:pt x="730" y="390"/>
                </a:lnTo>
                <a:lnTo>
                  <a:pt x="731" y="390"/>
                </a:lnTo>
                <a:lnTo>
                  <a:pt x="731" y="391"/>
                </a:lnTo>
                <a:lnTo>
                  <a:pt x="731" y="392"/>
                </a:lnTo>
                <a:lnTo>
                  <a:pt x="731" y="393"/>
                </a:lnTo>
                <a:lnTo>
                  <a:pt x="731" y="394"/>
                </a:lnTo>
                <a:lnTo>
                  <a:pt x="730" y="394"/>
                </a:lnTo>
                <a:lnTo>
                  <a:pt x="730" y="395"/>
                </a:lnTo>
                <a:lnTo>
                  <a:pt x="730" y="396"/>
                </a:lnTo>
                <a:lnTo>
                  <a:pt x="729" y="396"/>
                </a:lnTo>
                <a:lnTo>
                  <a:pt x="728" y="396"/>
                </a:lnTo>
                <a:lnTo>
                  <a:pt x="728" y="397"/>
                </a:lnTo>
                <a:lnTo>
                  <a:pt x="727" y="397"/>
                </a:lnTo>
                <a:lnTo>
                  <a:pt x="726" y="397"/>
                </a:lnTo>
                <a:lnTo>
                  <a:pt x="725" y="397"/>
                </a:lnTo>
                <a:lnTo>
                  <a:pt x="724" y="397"/>
                </a:lnTo>
                <a:lnTo>
                  <a:pt x="723" y="397"/>
                </a:lnTo>
                <a:lnTo>
                  <a:pt x="723" y="398"/>
                </a:lnTo>
                <a:lnTo>
                  <a:pt x="722" y="398"/>
                </a:lnTo>
                <a:lnTo>
                  <a:pt x="722" y="397"/>
                </a:lnTo>
                <a:lnTo>
                  <a:pt x="722" y="396"/>
                </a:lnTo>
                <a:lnTo>
                  <a:pt x="721" y="396"/>
                </a:lnTo>
                <a:lnTo>
                  <a:pt x="721" y="395"/>
                </a:lnTo>
                <a:lnTo>
                  <a:pt x="720" y="394"/>
                </a:lnTo>
                <a:lnTo>
                  <a:pt x="719" y="394"/>
                </a:lnTo>
                <a:lnTo>
                  <a:pt x="718" y="395"/>
                </a:lnTo>
                <a:lnTo>
                  <a:pt x="717" y="395"/>
                </a:lnTo>
                <a:lnTo>
                  <a:pt x="717" y="396"/>
                </a:lnTo>
                <a:lnTo>
                  <a:pt x="718" y="396"/>
                </a:lnTo>
                <a:lnTo>
                  <a:pt x="719" y="396"/>
                </a:lnTo>
                <a:lnTo>
                  <a:pt x="719" y="397"/>
                </a:lnTo>
                <a:lnTo>
                  <a:pt x="718" y="397"/>
                </a:lnTo>
                <a:lnTo>
                  <a:pt x="718" y="398"/>
                </a:lnTo>
                <a:lnTo>
                  <a:pt x="718" y="399"/>
                </a:lnTo>
                <a:lnTo>
                  <a:pt x="717" y="399"/>
                </a:lnTo>
                <a:lnTo>
                  <a:pt x="716" y="399"/>
                </a:lnTo>
                <a:lnTo>
                  <a:pt x="716" y="400"/>
                </a:lnTo>
                <a:lnTo>
                  <a:pt x="715" y="400"/>
                </a:lnTo>
                <a:lnTo>
                  <a:pt x="715" y="401"/>
                </a:lnTo>
                <a:lnTo>
                  <a:pt x="715" y="402"/>
                </a:lnTo>
                <a:lnTo>
                  <a:pt x="716" y="402"/>
                </a:lnTo>
                <a:lnTo>
                  <a:pt x="715" y="402"/>
                </a:lnTo>
                <a:lnTo>
                  <a:pt x="714" y="402"/>
                </a:lnTo>
                <a:lnTo>
                  <a:pt x="714" y="403"/>
                </a:lnTo>
                <a:lnTo>
                  <a:pt x="714" y="404"/>
                </a:lnTo>
                <a:lnTo>
                  <a:pt x="713" y="404"/>
                </a:lnTo>
                <a:lnTo>
                  <a:pt x="713" y="403"/>
                </a:lnTo>
                <a:lnTo>
                  <a:pt x="713" y="404"/>
                </a:lnTo>
                <a:lnTo>
                  <a:pt x="712" y="404"/>
                </a:lnTo>
                <a:lnTo>
                  <a:pt x="712" y="403"/>
                </a:lnTo>
                <a:lnTo>
                  <a:pt x="712" y="402"/>
                </a:lnTo>
                <a:lnTo>
                  <a:pt x="711" y="401"/>
                </a:lnTo>
                <a:lnTo>
                  <a:pt x="710" y="401"/>
                </a:lnTo>
                <a:lnTo>
                  <a:pt x="709" y="400"/>
                </a:lnTo>
                <a:lnTo>
                  <a:pt x="709" y="399"/>
                </a:lnTo>
                <a:lnTo>
                  <a:pt x="708" y="399"/>
                </a:lnTo>
                <a:lnTo>
                  <a:pt x="708" y="398"/>
                </a:lnTo>
                <a:lnTo>
                  <a:pt x="707" y="398"/>
                </a:lnTo>
                <a:lnTo>
                  <a:pt x="706" y="398"/>
                </a:lnTo>
                <a:lnTo>
                  <a:pt x="705" y="398"/>
                </a:lnTo>
                <a:lnTo>
                  <a:pt x="705" y="397"/>
                </a:lnTo>
                <a:lnTo>
                  <a:pt x="705" y="396"/>
                </a:lnTo>
                <a:lnTo>
                  <a:pt x="704" y="396"/>
                </a:lnTo>
                <a:lnTo>
                  <a:pt x="703" y="396"/>
                </a:lnTo>
                <a:lnTo>
                  <a:pt x="703" y="397"/>
                </a:lnTo>
                <a:lnTo>
                  <a:pt x="702" y="397"/>
                </a:lnTo>
                <a:lnTo>
                  <a:pt x="702" y="396"/>
                </a:lnTo>
                <a:lnTo>
                  <a:pt x="701" y="396"/>
                </a:lnTo>
                <a:lnTo>
                  <a:pt x="701" y="395"/>
                </a:lnTo>
                <a:lnTo>
                  <a:pt x="700" y="395"/>
                </a:lnTo>
                <a:lnTo>
                  <a:pt x="699" y="395"/>
                </a:lnTo>
                <a:lnTo>
                  <a:pt x="699" y="396"/>
                </a:lnTo>
                <a:lnTo>
                  <a:pt x="699" y="397"/>
                </a:lnTo>
                <a:lnTo>
                  <a:pt x="699" y="398"/>
                </a:lnTo>
                <a:lnTo>
                  <a:pt x="698" y="398"/>
                </a:lnTo>
                <a:lnTo>
                  <a:pt x="698" y="397"/>
                </a:lnTo>
                <a:lnTo>
                  <a:pt x="697" y="397"/>
                </a:lnTo>
                <a:lnTo>
                  <a:pt x="696" y="397"/>
                </a:lnTo>
                <a:lnTo>
                  <a:pt x="697" y="396"/>
                </a:lnTo>
                <a:lnTo>
                  <a:pt x="697" y="395"/>
                </a:lnTo>
                <a:lnTo>
                  <a:pt x="697" y="394"/>
                </a:lnTo>
                <a:lnTo>
                  <a:pt x="696" y="394"/>
                </a:lnTo>
                <a:lnTo>
                  <a:pt x="695" y="395"/>
                </a:lnTo>
                <a:lnTo>
                  <a:pt x="695" y="396"/>
                </a:lnTo>
                <a:lnTo>
                  <a:pt x="694" y="396"/>
                </a:lnTo>
                <a:lnTo>
                  <a:pt x="695" y="396"/>
                </a:lnTo>
                <a:lnTo>
                  <a:pt x="695" y="397"/>
                </a:lnTo>
                <a:lnTo>
                  <a:pt x="696" y="397"/>
                </a:lnTo>
                <a:lnTo>
                  <a:pt x="696" y="398"/>
                </a:lnTo>
                <a:lnTo>
                  <a:pt x="695" y="398"/>
                </a:lnTo>
                <a:lnTo>
                  <a:pt x="695" y="399"/>
                </a:lnTo>
                <a:lnTo>
                  <a:pt x="696" y="399"/>
                </a:lnTo>
                <a:lnTo>
                  <a:pt x="695" y="399"/>
                </a:lnTo>
                <a:lnTo>
                  <a:pt x="694" y="399"/>
                </a:lnTo>
                <a:lnTo>
                  <a:pt x="694" y="398"/>
                </a:lnTo>
                <a:lnTo>
                  <a:pt x="694" y="397"/>
                </a:lnTo>
                <a:lnTo>
                  <a:pt x="693" y="397"/>
                </a:lnTo>
                <a:lnTo>
                  <a:pt x="693" y="398"/>
                </a:lnTo>
                <a:lnTo>
                  <a:pt x="692" y="398"/>
                </a:lnTo>
                <a:lnTo>
                  <a:pt x="692" y="399"/>
                </a:lnTo>
                <a:lnTo>
                  <a:pt x="692" y="400"/>
                </a:lnTo>
                <a:lnTo>
                  <a:pt x="691" y="400"/>
                </a:lnTo>
                <a:lnTo>
                  <a:pt x="692" y="400"/>
                </a:lnTo>
                <a:lnTo>
                  <a:pt x="692" y="401"/>
                </a:lnTo>
                <a:lnTo>
                  <a:pt x="693" y="401"/>
                </a:lnTo>
                <a:lnTo>
                  <a:pt x="693" y="402"/>
                </a:lnTo>
                <a:lnTo>
                  <a:pt x="692" y="402"/>
                </a:lnTo>
                <a:lnTo>
                  <a:pt x="691" y="401"/>
                </a:lnTo>
                <a:lnTo>
                  <a:pt x="691" y="402"/>
                </a:lnTo>
                <a:lnTo>
                  <a:pt x="690" y="402"/>
                </a:lnTo>
                <a:lnTo>
                  <a:pt x="689" y="401"/>
                </a:lnTo>
                <a:lnTo>
                  <a:pt x="688" y="402"/>
                </a:lnTo>
                <a:lnTo>
                  <a:pt x="688" y="403"/>
                </a:lnTo>
                <a:lnTo>
                  <a:pt x="687" y="403"/>
                </a:lnTo>
                <a:lnTo>
                  <a:pt x="687" y="402"/>
                </a:lnTo>
                <a:lnTo>
                  <a:pt x="686" y="402"/>
                </a:lnTo>
                <a:lnTo>
                  <a:pt x="685" y="403"/>
                </a:lnTo>
                <a:lnTo>
                  <a:pt x="685" y="404"/>
                </a:lnTo>
                <a:lnTo>
                  <a:pt x="685" y="405"/>
                </a:lnTo>
                <a:lnTo>
                  <a:pt x="684" y="405"/>
                </a:lnTo>
                <a:lnTo>
                  <a:pt x="685" y="405"/>
                </a:lnTo>
                <a:lnTo>
                  <a:pt x="685" y="406"/>
                </a:lnTo>
                <a:lnTo>
                  <a:pt x="686" y="406"/>
                </a:lnTo>
                <a:lnTo>
                  <a:pt x="687" y="407"/>
                </a:lnTo>
                <a:lnTo>
                  <a:pt x="687" y="408"/>
                </a:lnTo>
                <a:lnTo>
                  <a:pt x="686" y="409"/>
                </a:lnTo>
                <a:lnTo>
                  <a:pt x="685" y="409"/>
                </a:lnTo>
                <a:lnTo>
                  <a:pt x="684" y="409"/>
                </a:lnTo>
                <a:lnTo>
                  <a:pt x="684" y="408"/>
                </a:lnTo>
                <a:lnTo>
                  <a:pt x="683" y="408"/>
                </a:lnTo>
                <a:lnTo>
                  <a:pt x="682" y="409"/>
                </a:lnTo>
                <a:lnTo>
                  <a:pt x="683" y="409"/>
                </a:lnTo>
                <a:lnTo>
                  <a:pt x="683" y="410"/>
                </a:lnTo>
                <a:lnTo>
                  <a:pt x="684" y="410"/>
                </a:lnTo>
                <a:lnTo>
                  <a:pt x="684" y="409"/>
                </a:lnTo>
                <a:lnTo>
                  <a:pt x="685" y="409"/>
                </a:lnTo>
                <a:lnTo>
                  <a:pt x="685" y="410"/>
                </a:lnTo>
                <a:lnTo>
                  <a:pt x="685" y="411"/>
                </a:lnTo>
                <a:lnTo>
                  <a:pt x="684" y="411"/>
                </a:lnTo>
                <a:lnTo>
                  <a:pt x="683" y="411"/>
                </a:lnTo>
                <a:lnTo>
                  <a:pt x="682" y="412"/>
                </a:lnTo>
                <a:lnTo>
                  <a:pt x="683" y="412"/>
                </a:lnTo>
                <a:lnTo>
                  <a:pt x="684" y="412"/>
                </a:lnTo>
                <a:lnTo>
                  <a:pt x="685" y="412"/>
                </a:lnTo>
                <a:lnTo>
                  <a:pt x="685" y="413"/>
                </a:lnTo>
                <a:lnTo>
                  <a:pt x="684" y="413"/>
                </a:lnTo>
                <a:lnTo>
                  <a:pt x="684" y="414"/>
                </a:lnTo>
                <a:lnTo>
                  <a:pt x="683" y="414"/>
                </a:lnTo>
                <a:lnTo>
                  <a:pt x="682" y="414"/>
                </a:lnTo>
                <a:lnTo>
                  <a:pt x="681" y="414"/>
                </a:lnTo>
                <a:lnTo>
                  <a:pt x="680" y="414"/>
                </a:lnTo>
                <a:lnTo>
                  <a:pt x="680" y="415"/>
                </a:lnTo>
                <a:lnTo>
                  <a:pt x="680" y="416"/>
                </a:lnTo>
                <a:lnTo>
                  <a:pt x="680" y="417"/>
                </a:lnTo>
                <a:lnTo>
                  <a:pt x="681" y="417"/>
                </a:lnTo>
                <a:lnTo>
                  <a:pt x="681" y="416"/>
                </a:lnTo>
                <a:lnTo>
                  <a:pt x="682" y="416"/>
                </a:lnTo>
                <a:lnTo>
                  <a:pt x="683" y="417"/>
                </a:lnTo>
                <a:lnTo>
                  <a:pt x="682" y="417"/>
                </a:lnTo>
                <a:lnTo>
                  <a:pt x="682" y="418"/>
                </a:lnTo>
                <a:lnTo>
                  <a:pt x="683" y="419"/>
                </a:lnTo>
                <a:lnTo>
                  <a:pt x="684" y="419"/>
                </a:lnTo>
                <a:lnTo>
                  <a:pt x="684" y="420"/>
                </a:lnTo>
                <a:lnTo>
                  <a:pt x="683" y="420"/>
                </a:lnTo>
                <a:lnTo>
                  <a:pt x="682" y="420"/>
                </a:lnTo>
                <a:lnTo>
                  <a:pt x="681" y="420"/>
                </a:lnTo>
                <a:lnTo>
                  <a:pt x="681" y="421"/>
                </a:lnTo>
                <a:lnTo>
                  <a:pt x="681" y="422"/>
                </a:lnTo>
                <a:lnTo>
                  <a:pt x="680" y="422"/>
                </a:lnTo>
                <a:lnTo>
                  <a:pt x="679" y="422"/>
                </a:lnTo>
                <a:lnTo>
                  <a:pt x="678" y="422"/>
                </a:lnTo>
                <a:lnTo>
                  <a:pt x="678" y="423"/>
                </a:lnTo>
                <a:lnTo>
                  <a:pt x="679" y="423"/>
                </a:lnTo>
                <a:lnTo>
                  <a:pt x="679" y="424"/>
                </a:lnTo>
                <a:lnTo>
                  <a:pt x="678" y="424"/>
                </a:lnTo>
                <a:lnTo>
                  <a:pt x="677" y="424"/>
                </a:lnTo>
                <a:lnTo>
                  <a:pt x="676" y="424"/>
                </a:lnTo>
                <a:lnTo>
                  <a:pt x="676" y="425"/>
                </a:lnTo>
                <a:lnTo>
                  <a:pt x="676" y="426"/>
                </a:lnTo>
                <a:lnTo>
                  <a:pt x="675" y="426"/>
                </a:lnTo>
                <a:lnTo>
                  <a:pt x="675" y="427"/>
                </a:lnTo>
                <a:lnTo>
                  <a:pt x="674" y="427"/>
                </a:lnTo>
                <a:lnTo>
                  <a:pt x="673" y="426"/>
                </a:lnTo>
                <a:lnTo>
                  <a:pt x="673" y="427"/>
                </a:lnTo>
                <a:lnTo>
                  <a:pt x="672" y="427"/>
                </a:lnTo>
                <a:lnTo>
                  <a:pt x="672" y="426"/>
                </a:lnTo>
                <a:lnTo>
                  <a:pt x="671" y="426"/>
                </a:lnTo>
                <a:lnTo>
                  <a:pt x="671" y="425"/>
                </a:lnTo>
                <a:lnTo>
                  <a:pt x="670" y="425"/>
                </a:lnTo>
                <a:lnTo>
                  <a:pt x="670" y="426"/>
                </a:lnTo>
                <a:lnTo>
                  <a:pt x="671" y="426"/>
                </a:lnTo>
                <a:lnTo>
                  <a:pt x="671" y="427"/>
                </a:lnTo>
                <a:lnTo>
                  <a:pt x="670" y="427"/>
                </a:lnTo>
                <a:lnTo>
                  <a:pt x="669" y="427"/>
                </a:lnTo>
                <a:lnTo>
                  <a:pt x="668" y="427"/>
                </a:lnTo>
                <a:lnTo>
                  <a:pt x="668" y="428"/>
                </a:lnTo>
                <a:lnTo>
                  <a:pt x="667" y="428"/>
                </a:lnTo>
                <a:lnTo>
                  <a:pt x="668" y="428"/>
                </a:lnTo>
                <a:lnTo>
                  <a:pt x="668" y="429"/>
                </a:lnTo>
                <a:lnTo>
                  <a:pt x="667" y="429"/>
                </a:lnTo>
                <a:lnTo>
                  <a:pt x="667" y="430"/>
                </a:lnTo>
                <a:lnTo>
                  <a:pt x="667" y="431"/>
                </a:lnTo>
                <a:lnTo>
                  <a:pt x="666" y="431"/>
                </a:lnTo>
                <a:lnTo>
                  <a:pt x="665" y="431"/>
                </a:lnTo>
                <a:lnTo>
                  <a:pt x="665" y="432"/>
                </a:lnTo>
                <a:lnTo>
                  <a:pt x="664" y="432"/>
                </a:lnTo>
                <a:lnTo>
                  <a:pt x="663" y="432"/>
                </a:lnTo>
                <a:lnTo>
                  <a:pt x="663" y="431"/>
                </a:lnTo>
                <a:lnTo>
                  <a:pt x="663" y="432"/>
                </a:lnTo>
                <a:lnTo>
                  <a:pt x="662" y="432"/>
                </a:lnTo>
                <a:lnTo>
                  <a:pt x="661" y="431"/>
                </a:lnTo>
                <a:lnTo>
                  <a:pt x="661" y="432"/>
                </a:lnTo>
                <a:lnTo>
                  <a:pt x="660" y="432"/>
                </a:lnTo>
                <a:lnTo>
                  <a:pt x="660" y="433"/>
                </a:lnTo>
                <a:lnTo>
                  <a:pt x="659" y="433"/>
                </a:lnTo>
                <a:lnTo>
                  <a:pt x="660" y="433"/>
                </a:lnTo>
                <a:lnTo>
                  <a:pt x="660" y="434"/>
                </a:lnTo>
                <a:lnTo>
                  <a:pt x="659" y="434"/>
                </a:lnTo>
                <a:lnTo>
                  <a:pt x="660" y="435"/>
                </a:lnTo>
                <a:lnTo>
                  <a:pt x="661" y="435"/>
                </a:lnTo>
                <a:lnTo>
                  <a:pt x="660" y="435"/>
                </a:lnTo>
                <a:lnTo>
                  <a:pt x="660" y="436"/>
                </a:lnTo>
                <a:lnTo>
                  <a:pt x="660" y="437"/>
                </a:lnTo>
                <a:lnTo>
                  <a:pt x="659" y="438"/>
                </a:lnTo>
                <a:lnTo>
                  <a:pt x="660" y="438"/>
                </a:lnTo>
                <a:lnTo>
                  <a:pt x="659" y="438"/>
                </a:lnTo>
                <a:lnTo>
                  <a:pt x="658" y="439"/>
                </a:lnTo>
                <a:lnTo>
                  <a:pt x="657" y="440"/>
                </a:lnTo>
                <a:lnTo>
                  <a:pt x="656" y="440"/>
                </a:lnTo>
                <a:lnTo>
                  <a:pt x="655" y="440"/>
                </a:lnTo>
                <a:lnTo>
                  <a:pt x="655" y="439"/>
                </a:lnTo>
                <a:lnTo>
                  <a:pt x="654" y="439"/>
                </a:lnTo>
                <a:lnTo>
                  <a:pt x="654" y="438"/>
                </a:lnTo>
                <a:lnTo>
                  <a:pt x="653" y="438"/>
                </a:lnTo>
                <a:lnTo>
                  <a:pt x="653" y="439"/>
                </a:lnTo>
                <a:lnTo>
                  <a:pt x="652" y="439"/>
                </a:lnTo>
                <a:lnTo>
                  <a:pt x="651" y="438"/>
                </a:lnTo>
                <a:lnTo>
                  <a:pt x="650" y="438"/>
                </a:lnTo>
                <a:lnTo>
                  <a:pt x="649" y="438"/>
                </a:lnTo>
                <a:lnTo>
                  <a:pt x="648" y="437"/>
                </a:lnTo>
                <a:lnTo>
                  <a:pt x="647" y="437"/>
                </a:lnTo>
                <a:lnTo>
                  <a:pt x="645" y="437"/>
                </a:lnTo>
                <a:lnTo>
                  <a:pt x="644" y="437"/>
                </a:lnTo>
                <a:lnTo>
                  <a:pt x="644" y="438"/>
                </a:lnTo>
                <a:lnTo>
                  <a:pt x="643" y="438"/>
                </a:lnTo>
                <a:lnTo>
                  <a:pt x="643" y="437"/>
                </a:lnTo>
                <a:lnTo>
                  <a:pt x="642" y="437"/>
                </a:lnTo>
                <a:lnTo>
                  <a:pt x="642" y="436"/>
                </a:lnTo>
                <a:lnTo>
                  <a:pt x="641" y="436"/>
                </a:lnTo>
                <a:lnTo>
                  <a:pt x="640" y="436"/>
                </a:lnTo>
                <a:lnTo>
                  <a:pt x="640" y="437"/>
                </a:lnTo>
                <a:lnTo>
                  <a:pt x="639" y="437"/>
                </a:lnTo>
                <a:lnTo>
                  <a:pt x="638" y="438"/>
                </a:lnTo>
                <a:lnTo>
                  <a:pt x="637" y="439"/>
                </a:lnTo>
                <a:lnTo>
                  <a:pt x="636" y="439"/>
                </a:lnTo>
                <a:lnTo>
                  <a:pt x="636" y="440"/>
                </a:lnTo>
                <a:lnTo>
                  <a:pt x="635" y="440"/>
                </a:lnTo>
                <a:lnTo>
                  <a:pt x="635" y="439"/>
                </a:lnTo>
                <a:lnTo>
                  <a:pt x="634" y="439"/>
                </a:lnTo>
                <a:lnTo>
                  <a:pt x="633" y="439"/>
                </a:lnTo>
                <a:lnTo>
                  <a:pt x="633" y="438"/>
                </a:lnTo>
                <a:lnTo>
                  <a:pt x="632" y="437"/>
                </a:lnTo>
                <a:lnTo>
                  <a:pt x="631" y="437"/>
                </a:lnTo>
                <a:lnTo>
                  <a:pt x="630" y="437"/>
                </a:lnTo>
                <a:lnTo>
                  <a:pt x="630" y="438"/>
                </a:lnTo>
                <a:lnTo>
                  <a:pt x="629" y="438"/>
                </a:lnTo>
                <a:lnTo>
                  <a:pt x="628" y="438"/>
                </a:lnTo>
                <a:lnTo>
                  <a:pt x="627" y="438"/>
                </a:lnTo>
                <a:lnTo>
                  <a:pt x="627" y="439"/>
                </a:lnTo>
                <a:lnTo>
                  <a:pt x="628" y="439"/>
                </a:lnTo>
                <a:lnTo>
                  <a:pt x="628" y="440"/>
                </a:lnTo>
                <a:lnTo>
                  <a:pt x="627" y="440"/>
                </a:lnTo>
                <a:lnTo>
                  <a:pt x="627" y="441"/>
                </a:lnTo>
                <a:lnTo>
                  <a:pt x="626" y="441"/>
                </a:lnTo>
                <a:lnTo>
                  <a:pt x="625" y="441"/>
                </a:lnTo>
                <a:lnTo>
                  <a:pt x="624" y="441"/>
                </a:lnTo>
                <a:lnTo>
                  <a:pt x="623" y="441"/>
                </a:lnTo>
                <a:lnTo>
                  <a:pt x="622" y="441"/>
                </a:lnTo>
                <a:lnTo>
                  <a:pt x="620" y="441"/>
                </a:lnTo>
                <a:lnTo>
                  <a:pt x="619" y="441"/>
                </a:lnTo>
                <a:lnTo>
                  <a:pt x="618" y="441"/>
                </a:lnTo>
                <a:lnTo>
                  <a:pt x="617" y="440"/>
                </a:lnTo>
                <a:lnTo>
                  <a:pt x="616" y="440"/>
                </a:lnTo>
                <a:lnTo>
                  <a:pt x="616" y="439"/>
                </a:lnTo>
                <a:lnTo>
                  <a:pt x="615" y="439"/>
                </a:lnTo>
                <a:lnTo>
                  <a:pt x="614" y="440"/>
                </a:lnTo>
                <a:lnTo>
                  <a:pt x="614" y="439"/>
                </a:lnTo>
                <a:lnTo>
                  <a:pt x="613" y="439"/>
                </a:lnTo>
                <a:lnTo>
                  <a:pt x="612" y="439"/>
                </a:lnTo>
                <a:lnTo>
                  <a:pt x="600" y="438"/>
                </a:lnTo>
                <a:lnTo>
                  <a:pt x="582" y="439"/>
                </a:lnTo>
                <a:lnTo>
                  <a:pt x="579" y="440"/>
                </a:lnTo>
                <a:lnTo>
                  <a:pt x="577" y="441"/>
                </a:lnTo>
                <a:lnTo>
                  <a:pt x="578" y="442"/>
                </a:lnTo>
                <a:lnTo>
                  <a:pt x="578" y="443"/>
                </a:lnTo>
                <a:lnTo>
                  <a:pt x="579" y="443"/>
                </a:lnTo>
                <a:lnTo>
                  <a:pt x="579" y="444"/>
                </a:lnTo>
                <a:lnTo>
                  <a:pt x="580" y="444"/>
                </a:lnTo>
                <a:lnTo>
                  <a:pt x="582" y="446"/>
                </a:lnTo>
                <a:lnTo>
                  <a:pt x="583" y="446"/>
                </a:lnTo>
                <a:lnTo>
                  <a:pt x="583" y="447"/>
                </a:lnTo>
                <a:lnTo>
                  <a:pt x="583" y="448"/>
                </a:lnTo>
                <a:lnTo>
                  <a:pt x="583" y="449"/>
                </a:lnTo>
                <a:lnTo>
                  <a:pt x="583" y="450"/>
                </a:lnTo>
                <a:lnTo>
                  <a:pt x="583" y="451"/>
                </a:lnTo>
                <a:lnTo>
                  <a:pt x="584" y="451"/>
                </a:lnTo>
                <a:lnTo>
                  <a:pt x="584" y="452"/>
                </a:lnTo>
                <a:lnTo>
                  <a:pt x="584" y="453"/>
                </a:lnTo>
                <a:lnTo>
                  <a:pt x="583" y="453"/>
                </a:lnTo>
                <a:lnTo>
                  <a:pt x="583" y="454"/>
                </a:lnTo>
                <a:lnTo>
                  <a:pt x="584" y="454"/>
                </a:lnTo>
                <a:lnTo>
                  <a:pt x="583" y="455"/>
                </a:lnTo>
                <a:lnTo>
                  <a:pt x="583" y="456"/>
                </a:lnTo>
                <a:lnTo>
                  <a:pt x="583" y="457"/>
                </a:lnTo>
                <a:lnTo>
                  <a:pt x="583" y="458"/>
                </a:lnTo>
                <a:lnTo>
                  <a:pt x="583" y="459"/>
                </a:lnTo>
                <a:lnTo>
                  <a:pt x="584" y="460"/>
                </a:lnTo>
                <a:lnTo>
                  <a:pt x="583" y="461"/>
                </a:lnTo>
                <a:lnTo>
                  <a:pt x="584" y="462"/>
                </a:lnTo>
                <a:lnTo>
                  <a:pt x="584" y="463"/>
                </a:lnTo>
                <a:lnTo>
                  <a:pt x="585" y="463"/>
                </a:lnTo>
                <a:lnTo>
                  <a:pt x="586" y="463"/>
                </a:lnTo>
                <a:lnTo>
                  <a:pt x="586" y="464"/>
                </a:lnTo>
                <a:lnTo>
                  <a:pt x="587" y="465"/>
                </a:lnTo>
                <a:lnTo>
                  <a:pt x="587" y="466"/>
                </a:lnTo>
                <a:lnTo>
                  <a:pt x="587" y="467"/>
                </a:lnTo>
                <a:lnTo>
                  <a:pt x="587" y="468"/>
                </a:lnTo>
                <a:lnTo>
                  <a:pt x="588" y="468"/>
                </a:lnTo>
                <a:lnTo>
                  <a:pt x="588" y="469"/>
                </a:lnTo>
                <a:lnTo>
                  <a:pt x="589" y="470"/>
                </a:lnTo>
                <a:lnTo>
                  <a:pt x="589" y="471"/>
                </a:lnTo>
                <a:lnTo>
                  <a:pt x="590" y="471"/>
                </a:lnTo>
                <a:lnTo>
                  <a:pt x="591" y="471"/>
                </a:lnTo>
                <a:lnTo>
                  <a:pt x="592" y="472"/>
                </a:lnTo>
                <a:lnTo>
                  <a:pt x="592" y="473"/>
                </a:lnTo>
                <a:lnTo>
                  <a:pt x="593" y="473"/>
                </a:lnTo>
                <a:lnTo>
                  <a:pt x="593" y="474"/>
                </a:lnTo>
                <a:lnTo>
                  <a:pt x="594" y="474"/>
                </a:lnTo>
                <a:lnTo>
                  <a:pt x="595" y="474"/>
                </a:lnTo>
                <a:lnTo>
                  <a:pt x="596" y="474"/>
                </a:lnTo>
                <a:lnTo>
                  <a:pt x="597" y="475"/>
                </a:lnTo>
                <a:lnTo>
                  <a:pt x="598" y="475"/>
                </a:lnTo>
                <a:lnTo>
                  <a:pt x="598" y="476"/>
                </a:lnTo>
                <a:lnTo>
                  <a:pt x="598" y="477"/>
                </a:lnTo>
                <a:lnTo>
                  <a:pt x="599" y="477"/>
                </a:lnTo>
                <a:lnTo>
                  <a:pt x="599" y="478"/>
                </a:lnTo>
                <a:lnTo>
                  <a:pt x="600" y="479"/>
                </a:lnTo>
                <a:lnTo>
                  <a:pt x="601" y="479"/>
                </a:lnTo>
                <a:lnTo>
                  <a:pt x="601" y="480"/>
                </a:lnTo>
                <a:lnTo>
                  <a:pt x="600" y="480"/>
                </a:lnTo>
                <a:lnTo>
                  <a:pt x="600" y="481"/>
                </a:lnTo>
                <a:lnTo>
                  <a:pt x="601" y="481"/>
                </a:lnTo>
                <a:lnTo>
                  <a:pt x="601" y="482"/>
                </a:lnTo>
                <a:lnTo>
                  <a:pt x="602" y="482"/>
                </a:lnTo>
                <a:lnTo>
                  <a:pt x="602" y="483"/>
                </a:lnTo>
                <a:lnTo>
                  <a:pt x="602" y="484"/>
                </a:lnTo>
                <a:lnTo>
                  <a:pt x="602" y="485"/>
                </a:lnTo>
                <a:lnTo>
                  <a:pt x="601" y="485"/>
                </a:lnTo>
                <a:lnTo>
                  <a:pt x="601" y="486"/>
                </a:lnTo>
                <a:lnTo>
                  <a:pt x="600" y="486"/>
                </a:lnTo>
                <a:lnTo>
                  <a:pt x="600" y="487"/>
                </a:lnTo>
                <a:lnTo>
                  <a:pt x="600" y="488"/>
                </a:lnTo>
                <a:lnTo>
                  <a:pt x="601" y="488"/>
                </a:lnTo>
                <a:lnTo>
                  <a:pt x="600" y="489"/>
                </a:lnTo>
                <a:lnTo>
                  <a:pt x="599" y="489"/>
                </a:lnTo>
                <a:lnTo>
                  <a:pt x="599" y="490"/>
                </a:lnTo>
                <a:lnTo>
                  <a:pt x="598" y="490"/>
                </a:lnTo>
                <a:lnTo>
                  <a:pt x="598" y="491"/>
                </a:lnTo>
                <a:lnTo>
                  <a:pt x="597" y="491"/>
                </a:lnTo>
                <a:lnTo>
                  <a:pt x="597" y="492"/>
                </a:lnTo>
                <a:lnTo>
                  <a:pt x="596" y="492"/>
                </a:lnTo>
                <a:lnTo>
                  <a:pt x="595" y="492"/>
                </a:lnTo>
                <a:lnTo>
                  <a:pt x="595" y="493"/>
                </a:lnTo>
                <a:lnTo>
                  <a:pt x="596" y="493"/>
                </a:lnTo>
                <a:lnTo>
                  <a:pt x="596" y="495"/>
                </a:lnTo>
                <a:lnTo>
                  <a:pt x="595" y="495"/>
                </a:lnTo>
                <a:lnTo>
                  <a:pt x="595" y="496"/>
                </a:lnTo>
                <a:lnTo>
                  <a:pt x="595" y="497"/>
                </a:lnTo>
                <a:lnTo>
                  <a:pt x="596" y="497"/>
                </a:lnTo>
                <a:lnTo>
                  <a:pt x="595" y="498"/>
                </a:lnTo>
                <a:lnTo>
                  <a:pt x="594" y="498"/>
                </a:lnTo>
                <a:lnTo>
                  <a:pt x="593" y="498"/>
                </a:lnTo>
                <a:lnTo>
                  <a:pt x="593" y="499"/>
                </a:lnTo>
                <a:lnTo>
                  <a:pt x="593" y="500"/>
                </a:lnTo>
                <a:lnTo>
                  <a:pt x="593" y="501"/>
                </a:lnTo>
                <a:lnTo>
                  <a:pt x="592" y="501"/>
                </a:lnTo>
                <a:lnTo>
                  <a:pt x="592" y="502"/>
                </a:lnTo>
                <a:lnTo>
                  <a:pt x="592" y="501"/>
                </a:lnTo>
                <a:lnTo>
                  <a:pt x="591" y="501"/>
                </a:lnTo>
                <a:lnTo>
                  <a:pt x="590" y="501"/>
                </a:lnTo>
                <a:lnTo>
                  <a:pt x="590" y="502"/>
                </a:lnTo>
                <a:lnTo>
                  <a:pt x="589" y="502"/>
                </a:lnTo>
                <a:lnTo>
                  <a:pt x="589" y="503"/>
                </a:lnTo>
                <a:lnTo>
                  <a:pt x="588" y="504"/>
                </a:lnTo>
                <a:lnTo>
                  <a:pt x="587" y="504"/>
                </a:lnTo>
                <a:lnTo>
                  <a:pt x="586" y="504"/>
                </a:lnTo>
                <a:lnTo>
                  <a:pt x="585" y="504"/>
                </a:lnTo>
                <a:lnTo>
                  <a:pt x="585" y="505"/>
                </a:lnTo>
                <a:lnTo>
                  <a:pt x="585" y="506"/>
                </a:lnTo>
                <a:lnTo>
                  <a:pt x="584" y="506"/>
                </a:lnTo>
                <a:lnTo>
                  <a:pt x="583" y="506"/>
                </a:lnTo>
                <a:lnTo>
                  <a:pt x="583" y="505"/>
                </a:lnTo>
                <a:lnTo>
                  <a:pt x="582" y="505"/>
                </a:lnTo>
                <a:lnTo>
                  <a:pt x="582" y="504"/>
                </a:lnTo>
                <a:lnTo>
                  <a:pt x="583" y="504"/>
                </a:lnTo>
                <a:lnTo>
                  <a:pt x="584" y="504"/>
                </a:lnTo>
                <a:lnTo>
                  <a:pt x="583" y="503"/>
                </a:lnTo>
                <a:lnTo>
                  <a:pt x="582" y="503"/>
                </a:lnTo>
                <a:lnTo>
                  <a:pt x="581" y="503"/>
                </a:lnTo>
                <a:lnTo>
                  <a:pt x="581" y="504"/>
                </a:lnTo>
                <a:lnTo>
                  <a:pt x="581" y="505"/>
                </a:lnTo>
                <a:lnTo>
                  <a:pt x="580" y="504"/>
                </a:lnTo>
                <a:lnTo>
                  <a:pt x="580" y="503"/>
                </a:lnTo>
                <a:lnTo>
                  <a:pt x="579" y="503"/>
                </a:lnTo>
                <a:lnTo>
                  <a:pt x="578" y="503"/>
                </a:lnTo>
                <a:lnTo>
                  <a:pt x="577" y="503"/>
                </a:lnTo>
                <a:lnTo>
                  <a:pt x="577" y="502"/>
                </a:lnTo>
                <a:lnTo>
                  <a:pt x="577" y="501"/>
                </a:lnTo>
                <a:lnTo>
                  <a:pt x="578" y="501"/>
                </a:lnTo>
                <a:lnTo>
                  <a:pt x="577" y="500"/>
                </a:lnTo>
                <a:lnTo>
                  <a:pt x="577" y="501"/>
                </a:lnTo>
                <a:lnTo>
                  <a:pt x="576" y="501"/>
                </a:lnTo>
                <a:lnTo>
                  <a:pt x="575" y="501"/>
                </a:lnTo>
                <a:lnTo>
                  <a:pt x="575" y="500"/>
                </a:lnTo>
                <a:lnTo>
                  <a:pt x="574" y="500"/>
                </a:lnTo>
                <a:lnTo>
                  <a:pt x="574" y="499"/>
                </a:lnTo>
                <a:lnTo>
                  <a:pt x="575" y="499"/>
                </a:lnTo>
                <a:lnTo>
                  <a:pt x="575" y="498"/>
                </a:lnTo>
                <a:lnTo>
                  <a:pt x="574" y="498"/>
                </a:lnTo>
                <a:lnTo>
                  <a:pt x="573" y="499"/>
                </a:lnTo>
                <a:lnTo>
                  <a:pt x="573" y="500"/>
                </a:lnTo>
                <a:lnTo>
                  <a:pt x="573" y="501"/>
                </a:lnTo>
                <a:lnTo>
                  <a:pt x="572" y="501"/>
                </a:lnTo>
                <a:lnTo>
                  <a:pt x="572" y="500"/>
                </a:lnTo>
                <a:lnTo>
                  <a:pt x="572" y="499"/>
                </a:lnTo>
                <a:lnTo>
                  <a:pt x="571" y="499"/>
                </a:lnTo>
                <a:lnTo>
                  <a:pt x="570" y="499"/>
                </a:lnTo>
                <a:lnTo>
                  <a:pt x="569" y="499"/>
                </a:lnTo>
                <a:lnTo>
                  <a:pt x="569" y="498"/>
                </a:lnTo>
                <a:lnTo>
                  <a:pt x="569" y="497"/>
                </a:lnTo>
                <a:lnTo>
                  <a:pt x="569" y="498"/>
                </a:lnTo>
                <a:lnTo>
                  <a:pt x="568" y="498"/>
                </a:lnTo>
                <a:lnTo>
                  <a:pt x="568" y="497"/>
                </a:lnTo>
                <a:lnTo>
                  <a:pt x="568" y="498"/>
                </a:lnTo>
                <a:lnTo>
                  <a:pt x="567" y="498"/>
                </a:lnTo>
                <a:lnTo>
                  <a:pt x="566" y="498"/>
                </a:lnTo>
                <a:lnTo>
                  <a:pt x="566" y="499"/>
                </a:lnTo>
                <a:lnTo>
                  <a:pt x="566" y="500"/>
                </a:lnTo>
                <a:lnTo>
                  <a:pt x="565" y="500"/>
                </a:lnTo>
                <a:lnTo>
                  <a:pt x="565" y="499"/>
                </a:lnTo>
                <a:lnTo>
                  <a:pt x="564" y="499"/>
                </a:lnTo>
                <a:lnTo>
                  <a:pt x="564" y="498"/>
                </a:lnTo>
                <a:lnTo>
                  <a:pt x="563" y="498"/>
                </a:lnTo>
                <a:lnTo>
                  <a:pt x="562" y="498"/>
                </a:lnTo>
                <a:lnTo>
                  <a:pt x="562" y="499"/>
                </a:lnTo>
                <a:lnTo>
                  <a:pt x="562" y="500"/>
                </a:lnTo>
                <a:lnTo>
                  <a:pt x="562" y="501"/>
                </a:lnTo>
                <a:lnTo>
                  <a:pt x="563" y="501"/>
                </a:lnTo>
                <a:lnTo>
                  <a:pt x="563" y="502"/>
                </a:lnTo>
                <a:lnTo>
                  <a:pt x="562" y="502"/>
                </a:lnTo>
                <a:lnTo>
                  <a:pt x="561" y="502"/>
                </a:lnTo>
                <a:lnTo>
                  <a:pt x="561" y="501"/>
                </a:lnTo>
                <a:lnTo>
                  <a:pt x="561" y="500"/>
                </a:lnTo>
                <a:lnTo>
                  <a:pt x="560" y="500"/>
                </a:lnTo>
                <a:lnTo>
                  <a:pt x="559" y="500"/>
                </a:lnTo>
                <a:lnTo>
                  <a:pt x="559" y="501"/>
                </a:lnTo>
                <a:lnTo>
                  <a:pt x="559" y="502"/>
                </a:lnTo>
                <a:lnTo>
                  <a:pt x="558" y="502"/>
                </a:lnTo>
                <a:lnTo>
                  <a:pt x="558" y="501"/>
                </a:lnTo>
                <a:lnTo>
                  <a:pt x="557" y="501"/>
                </a:lnTo>
                <a:lnTo>
                  <a:pt x="557" y="500"/>
                </a:lnTo>
                <a:lnTo>
                  <a:pt x="556" y="500"/>
                </a:lnTo>
                <a:lnTo>
                  <a:pt x="555" y="500"/>
                </a:lnTo>
                <a:lnTo>
                  <a:pt x="555" y="501"/>
                </a:lnTo>
                <a:lnTo>
                  <a:pt x="555" y="502"/>
                </a:lnTo>
                <a:lnTo>
                  <a:pt x="555" y="501"/>
                </a:lnTo>
                <a:lnTo>
                  <a:pt x="554" y="501"/>
                </a:lnTo>
                <a:lnTo>
                  <a:pt x="555" y="501"/>
                </a:lnTo>
                <a:lnTo>
                  <a:pt x="554" y="500"/>
                </a:lnTo>
                <a:lnTo>
                  <a:pt x="553" y="500"/>
                </a:lnTo>
                <a:lnTo>
                  <a:pt x="552" y="500"/>
                </a:lnTo>
                <a:lnTo>
                  <a:pt x="550" y="500"/>
                </a:lnTo>
                <a:lnTo>
                  <a:pt x="549" y="500"/>
                </a:lnTo>
                <a:lnTo>
                  <a:pt x="549" y="501"/>
                </a:lnTo>
                <a:lnTo>
                  <a:pt x="547" y="501"/>
                </a:lnTo>
                <a:lnTo>
                  <a:pt x="546" y="500"/>
                </a:lnTo>
                <a:lnTo>
                  <a:pt x="545" y="500"/>
                </a:lnTo>
                <a:lnTo>
                  <a:pt x="545" y="501"/>
                </a:lnTo>
                <a:lnTo>
                  <a:pt x="544" y="501"/>
                </a:lnTo>
                <a:lnTo>
                  <a:pt x="544" y="500"/>
                </a:lnTo>
                <a:lnTo>
                  <a:pt x="543" y="500"/>
                </a:lnTo>
                <a:lnTo>
                  <a:pt x="542" y="500"/>
                </a:lnTo>
                <a:lnTo>
                  <a:pt x="543" y="501"/>
                </a:lnTo>
                <a:lnTo>
                  <a:pt x="544" y="501"/>
                </a:lnTo>
                <a:lnTo>
                  <a:pt x="544" y="502"/>
                </a:lnTo>
                <a:lnTo>
                  <a:pt x="543" y="502"/>
                </a:lnTo>
                <a:lnTo>
                  <a:pt x="542" y="502"/>
                </a:lnTo>
                <a:lnTo>
                  <a:pt x="541" y="502"/>
                </a:lnTo>
                <a:lnTo>
                  <a:pt x="541" y="501"/>
                </a:lnTo>
                <a:lnTo>
                  <a:pt x="540" y="500"/>
                </a:lnTo>
                <a:lnTo>
                  <a:pt x="539" y="499"/>
                </a:lnTo>
                <a:lnTo>
                  <a:pt x="538" y="500"/>
                </a:lnTo>
                <a:lnTo>
                  <a:pt x="537" y="500"/>
                </a:lnTo>
                <a:lnTo>
                  <a:pt x="535" y="500"/>
                </a:lnTo>
                <a:lnTo>
                  <a:pt x="535" y="499"/>
                </a:lnTo>
                <a:lnTo>
                  <a:pt x="534" y="499"/>
                </a:lnTo>
                <a:lnTo>
                  <a:pt x="533" y="498"/>
                </a:lnTo>
                <a:lnTo>
                  <a:pt x="533" y="497"/>
                </a:lnTo>
                <a:lnTo>
                  <a:pt x="533" y="496"/>
                </a:lnTo>
                <a:lnTo>
                  <a:pt x="533" y="495"/>
                </a:lnTo>
                <a:lnTo>
                  <a:pt x="532" y="495"/>
                </a:lnTo>
                <a:lnTo>
                  <a:pt x="531" y="496"/>
                </a:lnTo>
                <a:lnTo>
                  <a:pt x="530" y="496"/>
                </a:lnTo>
                <a:lnTo>
                  <a:pt x="530" y="495"/>
                </a:lnTo>
                <a:lnTo>
                  <a:pt x="529" y="495"/>
                </a:lnTo>
                <a:lnTo>
                  <a:pt x="528" y="495"/>
                </a:lnTo>
                <a:lnTo>
                  <a:pt x="527" y="495"/>
                </a:lnTo>
                <a:lnTo>
                  <a:pt x="526" y="495"/>
                </a:lnTo>
                <a:lnTo>
                  <a:pt x="527" y="495"/>
                </a:lnTo>
                <a:lnTo>
                  <a:pt x="527" y="494"/>
                </a:lnTo>
                <a:lnTo>
                  <a:pt x="526" y="494"/>
                </a:lnTo>
                <a:lnTo>
                  <a:pt x="526" y="495"/>
                </a:lnTo>
                <a:lnTo>
                  <a:pt x="525" y="495"/>
                </a:lnTo>
                <a:lnTo>
                  <a:pt x="526" y="495"/>
                </a:lnTo>
                <a:lnTo>
                  <a:pt x="526" y="496"/>
                </a:lnTo>
                <a:lnTo>
                  <a:pt x="525" y="496"/>
                </a:lnTo>
                <a:lnTo>
                  <a:pt x="524" y="496"/>
                </a:lnTo>
                <a:lnTo>
                  <a:pt x="523" y="496"/>
                </a:lnTo>
                <a:lnTo>
                  <a:pt x="522" y="496"/>
                </a:lnTo>
                <a:lnTo>
                  <a:pt x="521" y="497"/>
                </a:lnTo>
                <a:lnTo>
                  <a:pt x="521" y="496"/>
                </a:lnTo>
                <a:lnTo>
                  <a:pt x="520" y="496"/>
                </a:lnTo>
                <a:lnTo>
                  <a:pt x="520" y="495"/>
                </a:lnTo>
                <a:lnTo>
                  <a:pt x="520" y="494"/>
                </a:lnTo>
                <a:lnTo>
                  <a:pt x="519" y="494"/>
                </a:lnTo>
                <a:lnTo>
                  <a:pt x="518" y="494"/>
                </a:lnTo>
                <a:lnTo>
                  <a:pt x="517" y="495"/>
                </a:lnTo>
                <a:lnTo>
                  <a:pt x="517" y="494"/>
                </a:lnTo>
                <a:lnTo>
                  <a:pt x="516" y="494"/>
                </a:lnTo>
                <a:lnTo>
                  <a:pt x="516" y="495"/>
                </a:lnTo>
                <a:lnTo>
                  <a:pt x="516" y="496"/>
                </a:lnTo>
                <a:lnTo>
                  <a:pt x="515" y="496"/>
                </a:lnTo>
                <a:lnTo>
                  <a:pt x="514" y="496"/>
                </a:lnTo>
                <a:lnTo>
                  <a:pt x="514" y="495"/>
                </a:lnTo>
                <a:lnTo>
                  <a:pt x="513" y="495"/>
                </a:lnTo>
                <a:lnTo>
                  <a:pt x="512" y="495"/>
                </a:lnTo>
                <a:lnTo>
                  <a:pt x="511" y="494"/>
                </a:lnTo>
                <a:lnTo>
                  <a:pt x="510" y="494"/>
                </a:lnTo>
                <a:lnTo>
                  <a:pt x="509" y="494"/>
                </a:lnTo>
                <a:lnTo>
                  <a:pt x="509" y="495"/>
                </a:lnTo>
                <a:lnTo>
                  <a:pt x="507" y="495"/>
                </a:lnTo>
                <a:lnTo>
                  <a:pt x="507" y="494"/>
                </a:lnTo>
                <a:lnTo>
                  <a:pt x="506" y="494"/>
                </a:lnTo>
                <a:lnTo>
                  <a:pt x="506" y="493"/>
                </a:lnTo>
                <a:lnTo>
                  <a:pt x="507" y="493"/>
                </a:lnTo>
                <a:lnTo>
                  <a:pt x="508" y="493"/>
                </a:lnTo>
                <a:lnTo>
                  <a:pt x="509" y="493"/>
                </a:lnTo>
                <a:lnTo>
                  <a:pt x="509" y="492"/>
                </a:lnTo>
                <a:lnTo>
                  <a:pt x="510" y="492"/>
                </a:lnTo>
                <a:lnTo>
                  <a:pt x="509" y="491"/>
                </a:lnTo>
                <a:lnTo>
                  <a:pt x="508" y="491"/>
                </a:lnTo>
                <a:lnTo>
                  <a:pt x="507" y="491"/>
                </a:lnTo>
                <a:lnTo>
                  <a:pt x="506" y="492"/>
                </a:lnTo>
                <a:lnTo>
                  <a:pt x="505" y="492"/>
                </a:lnTo>
                <a:lnTo>
                  <a:pt x="505" y="491"/>
                </a:lnTo>
                <a:lnTo>
                  <a:pt x="505" y="490"/>
                </a:lnTo>
                <a:lnTo>
                  <a:pt x="504" y="490"/>
                </a:lnTo>
                <a:lnTo>
                  <a:pt x="503" y="490"/>
                </a:lnTo>
                <a:lnTo>
                  <a:pt x="502" y="490"/>
                </a:lnTo>
                <a:lnTo>
                  <a:pt x="503" y="490"/>
                </a:lnTo>
                <a:lnTo>
                  <a:pt x="503" y="489"/>
                </a:lnTo>
                <a:lnTo>
                  <a:pt x="502" y="489"/>
                </a:lnTo>
                <a:lnTo>
                  <a:pt x="501" y="490"/>
                </a:lnTo>
                <a:lnTo>
                  <a:pt x="500" y="490"/>
                </a:lnTo>
                <a:lnTo>
                  <a:pt x="499" y="489"/>
                </a:lnTo>
                <a:lnTo>
                  <a:pt x="499" y="488"/>
                </a:lnTo>
                <a:lnTo>
                  <a:pt x="498" y="488"/>
                </a:lnTo>
                <a:lnTo>
                  <a:pt x="498" y="489"/>
                </a:lnTo>
                <a:lnTo>
                  <a:pt x="497" y="489"/>
                </a:lnTo>
                <a:lnTo>
                  <a:pt x="497" y="490"/>
                </a:lnTo>
                <a:lnTo>
                  <a:pt x="496" y="489"/>
                </a:lnTo>
                <a:lnTo>
                  <a:pt x="497" y="488"/>
                </a:lnTo>
                <a:lnTo>
                  <a:pt x="496" y="488"/>
                </a:lnTo>
                <a:lnTo>
                  <a:pt x="495" y="488"/>
                </a:lnTo>
                <a:lnTo>
                  <a:pt x="494" y="488"/>
                </a:lnTo>
                <a:lnTo>
                  <a:pt x="493" y="488"/>
                </a:lnTo>
                <a:lnTo>
                  <a:pt x="493" y="487"/>
                </a:lnTo>
                <a:lnTo>
                  <a:pt x="494" y="487"/>
                </a:lnTo>
                <a:lnTo>
                  <a:pt x="495" y="487"/>
                </a:lnTo>
                <a:lnTo>
                  <a:pt x="494" y="487"/>
                </a:lnTo>
                <a:lnTo>
                  <a:pt x="494" y="486"/>
                </a:lnTo>
                <a:lnTo>
                  <a:pt x="495" y="485"/>
                </a:lnTo>
                <a:lnTo>
                  <a:pt x="496" y="485"/>
                </a:lnTo>
                <a:lnTo>
                  <a:pt x="497" y="485"/>
                </a:lnTo>
                <a:lnTo>
                  <a:pt x="497" y="484"/>
                </a:lnTo>
                <a:lnTo>
                  <a:pt x="496" y="484"/>
                </a:lnTo>
                <a:lnTo>
                  <a:pt x="497" y="484"/>
                </a:lnTo>
                <a:lnTo>
                  <a:pt x="497" y="483"/>
                </a:lnTo>
                <a:lnTo>
                  <a:pt x="498" y="483"/>
                </a:lnTo>
                <a:lnTo>
                  <a:pt x="500" y="483"/>
                </a:lnTo>
                <a:lnTo>
                  <a:pt x="500" y="482"/>
                </a:lnTo>
                <a:lnTo>
                  <a:pt x="498" y="482"/>
                </a:lnTo>
                <a:lnTo>
                  <a:pt x="497" y="482"/>
                </a:lnTo>
                <a:lnTo>
                  <a:pt x="496" y="482"/>
                </a:lnTo>
                <a:lnTo>
                  <a:pt x="495" y="482"/>
                </a:lnTo>
                <a:lnTo>
                  <a:pt x="495" y="481"/>
                </a:lnTo>
                <a:lnTo>
                  <a:pt x="495" y="480"/>
                </a:lnTo>
                <a:lnTo>
                  <a:pt x="494" y="480"/>
                </a:lnTo>
                <a:lnTo>
                  <a:pt x="493" y="480"/>
                </a:lnTo>
                <a:lnTo>
                  <a:pt x="492" y="480"/>
                </a:lnTo>
                <a:lnTo>
                  <a:pt x="492" y="479"/>
                </a:lnTo>
                <a:lnTo>
                  <a:pt x="493" y="479"/>
                </a:lnTo>
                <a:lnTo>
                  <a:pt x="493" y="478"/>
                </a:lnTo>
                <a:lnTo>
                  <a:pt x="493" y="477"/>
                </a:lnTo>
                <a:lnTo>
                  <a:pt x="492" y="477"/>
                </a:lnTo>
                <a:lnTo>
                  <a:pt x="492" y="478"/>
                </a:lnTo>
                <a:lnTo>
                  <a:pt x="491" y="478"/>
                </a:lnTo>
                <a:lnTo>
                  <a:pt x="491" y="477"/>
                </a:lnTo>
                <a:lnTo>
                  <a:pt x="490" y="477"/>
                </a:lnTo>
                <a:lnTo>
                  <a:pt x="490" y="476"/>
                </a:lnTo>
                <a:lnTo>
                  <a:pt x="489" y="476"/>
                </a:lnTo>
                <a:lnTo>
                  <a:pt x="488" y="476"/>
                </a:lnTo>
                <a:lnTo>
                  <a:pt x="488" y="475"/>
                </a:lnTo>
                <a:lnTo>
                  <a:pt x="487" y="475"/>
                </a:lnTo>
                <a:lnTo>
                  <a:pt x="487" y="474"/>
                </a:lnTo>
                <a:lnTo>
                  <a:pt x="488" y="474"/>
                </a:lnTo>
                <a:lnTo>
                  <a:pt x="488" y="473"/>
                </a:lnTo>
                <a:lnTo>
                  <a:pt x="488" y="472"/>
                </a:lnTo>
                <a:lnTo>
                  <a:pt x="489" y="472"/>
                </a:lnTo>
                <a:lnTo>
                  <a:pt x="489" y="473"/>
                </a:lnTo>
                <a:lnTo>
                  <a:pt x="490" y="473"/>
                </a:lnTo>
                <a:lnTo>
                  <a:pt x="491" y="472"/>
                </a:lnTo>
                <a:lnTo>
                  <a:pt x="491" y="471"/>
                </a:lnTo>
                <a:lnTo>
                  <a:pt x="490" y="471"/>
                </a:lnTo>
                <a:lnTo>
                  <a:pt x="490" y="472"/>
                </a:lnTo>
                <a:lnTo>
                  <a:pt x="489" y="472"/>
                </a:lnTo>
                <a:lnTo>
                  <a:pt x="488" y="471"/>
                </a:lnTo>
                <a:lnTo>
                  <a:pt x="489" y="471"/>
                </a:lnTo>
                <a:lnTo>
                  <a:pt x="489" y="470"/>
                </a:lnTo>
                <a:lnTo>
                  <a:pt x="488" y="470"/>
                </a:lnTo>
                <a:lnTo>
                  <a:pt x="488" y="469"/>
                </a:lnTo>
                <a:lnTo>
                  <a:pt x="488" y="468"/>
                </a:lnTo>
                <a:lnTo>
                  <a:pt x="488" y="467"/>
                </a:lnTo>
                <a:lnTo>
                  <a:pt x="487" y="467"/>
                </a:lnTo>
                <a:lnTo>
                  <a:pt x="487" y="468"/>
                </a:lnTo>
                <a:lnTo>
                  <a:pt x="485" y="468"/>
                </a:lnTo>
                <a:lnTo>
                  <a:pt x="485" y="467"/>
                </a:lnTo>
                <a:lnTo>
                  <a:pt x="484" y="467"/>
                </a:lnTo>
                <a:lnTo>
                  <a:pt x="484" y="466"/>
                </a:lnTo>
                <a:lnTo>
                  <a:pt x="484" y="465"/>
                </a:lnTo>
                <a:lnTo>
                  <a:pt x="483" y="465"/>
                </a:lnTo>
                <a:lnTo>
                  <a:pt x="482" y="465"/>
                </a:lnTo>
                <a:lnTo>
                  <a:pt x="482" y="464"/>
                </a:lnTo>
                <a:lnTo>
                  <a:pt x="481" y="464"/>
                </a:lnTo>
                <a:lnTo>
                  <a:pt x="480" y="464"/>
                </a:lnTo>
                <a:lnTo>
                  <a:pt x="479" y="464"/>
                </a:lnTo>
                <a:lnTo>
                  <a:pt x="479" y="465"/>
                </a:lnTo>
                <a:lnTo>
                  <a:pt x="478" y="465"/>
                </a:lnTo>
                <a:lnTo>
                  <a:pt x="478" y="464"/>
                </a:lnTo>
                <a:lnTo>
                  <a:pt x="478" y="463"/>
                </a:lnTo>
                <a:lnTo>
                  <a:pt x="479" y="463"/>
                </a:lnTo>
                <a:lnTo>
                  <a:pt x="479" y="462"/>
                </a:lnTo>
                <a:lnTo>
                  <a:pt x="479" y="461"/>
                </a:lnTo>
                <a:lnTo>
                  <a:pt x="478" y="460"/>
                </a:lnTo>
                <a:lnTo>
                  <a:pt x="477" y="460"/>
                </a:lnTo>
                <a:lnTo>
                  <a:pt x="477" y="461"/>
                </a:lnTo>
                <a:lnTo>
                  <a:pt x="476" y="461"/>
                </a:lnTo>
                <a:lnTo>
                  <a:pt x="476" y="462"/>
                </a:lnTo>
                <a:lnTo>
                  <a:pt x="475" y="462"/>
                </a:lnTo>
                <a:lnTo>
                  <a:pt x="474" y="462"/>
                </a:lnTo>
                <a:lnTo>
                  <a:pt x="473" y="462"/>
                </a:lnTo>
                <a:lnTo>
                  <a:pt x="472" y="463"/>
                </a:lnTo>
                <a:lnTo>
                  <a:pt x="472" y="464"/>
                </a:lnTo>
                <a:lnTo>
                  <a:pt x="471" y="465"/>
                </a:lnTo>
                <a:lnTo>
                  <a:pt x="471" y="466"/>
                </a:lnTo>
                <a:lnTo>
                  <a:pt x="471" y="467"/>
                </a:lnTo>
                <a:lnTo>
                  <a:pt x="470" y="467"/>
                </a:lnTo>
                <a:lnTo>
                  <a:pt x="470" y="468"/>
                </a:lnTo>
                <a:lnTo>
                  <a:pt x="470" y="469"/>
                </a:lnTo>
                <a:lnTo>
                  <a:pt x="469" y="470"/>
                </a:lnTo>
                <a:lnTo>
                  <a:pt x="468" y="470"/>
                </a:lnTo>
                <a:lnTo>
                  <a:pt x="468" y="469"/>
                </a:lnTo>
                <a:lnTo>
                  <a:pt x="468" y="468"/>
                </a:lnTo>
                <a:lnTo>
                  <a:pt x="467" y="467"/>
                </a:lnTo>
                <a:lnTo>
                  <a:pt x="466" y="467"/>
                </a:lnTo>
                <a:lnTo>
                  <a:pt x="466" y="468"/>
                </a:lnTo>
                <a:lnTo>
                  <a:pt x="466" y="470"/>
                </a:lnTo>
                <a:lnTo>
                  <a:pt x="465" y="470"/>
                </a:lnTo>
                <a:lnTo>
                  <a:pt x="465" y="471"/>
                </a:lnTo>
                <a:lnTo>
                  <a:pt x="466" y="471"/>
                </a:lnTo>
                <a:lnTo>
                  <a:pt x="466" y="472"/>
                </a:lnTo>
                <a:lnTo>
                  <a:pt x="465" y="472"/>
                </a:lnTo>
                <a:lnTo>
                  <a:pt x="465" y="473"/>
                </a:lnTo>
                <a:lnTo>
                  <a:pt x="464" y="472"/>
                </a:lnTo>
                <a:lnTo>
                  <a:pt x="463" y="472"/>
                </a:lnTo>
                <a:lnTo>
                  <a:pt x="463" y="470"/>
                </a:lnTo>
                <a:lnTo>
                  <a:pt x="462" y="469"/>
                </a:lnTo>
                <a:lnTo>
                  <a:pt x="461" y="468"/>
                </a:lnTo>
                <a:lnTo>
                  <a:pt x="460" y="467"/>
                </a:lnTo>
                <a:lnTo>
                  <a:pt x="459" y="467"/>
                </a:lnTo>
                <a:lnTo>
                  <a:pt x="459" y="466"/>
                </a:lnTo>
                <a:lnTo>
                  <a:pt x="458" y="466"/>
                </a:lnTo>
                <a:lnTo>
                  <a:pt x="457" y="466"/>
                </a:lnTo>
                <a:lnTo>
                  <a:pt x="456" y="466"/>
                </a:lnTo>
                <a:lnTo>
                  <a:pt x="456" y="467"/>
                </a:lnTo>
                <a:lnTo>
                  <a:pt x="455" y="467"/>
                </a:lnTo>
                <a:lnTo>
                  <a:pt x="455" y="468"/>
                </a:lnTo>
                <a:lnTo>
                  <a:pt x="455" y="469"/>
                </a:lnTo>
                <a:lnTo>
                  <a:pt x="456" y="469"/>
                </a:lnTo>
                <a:lnTo>
                  <a:pt x="457" y="469"/>
                </a:lnTo>
                <a:lnTo>
                  <a:pt x="457" y="470"/>
                </a:lnTo>
                <a:lnTo>
                  <a:pt x="458" y="470"/>
                </a:lnTo>
                <a:lnTo>
                  <a:pt x="459" y="470"/>
                </a:lnTo>
                <a:lnTo>
                  <a:pt x="459" y="471"/>
                </a:lnTo>
                <a:lnTo>
                  <a:pt x="458" y="471"/>
                </a:lnTo>
                <a:lnTo>
                  <a:pt x="458" y="472"/>
                </a:lnTo>
                <a:lnTo>
                  <a:pt x="457" y="472"/>
                </a:lnTo>
                <a:lnTo>
                  <a:pt x="457" y="473"/>
                </a:lnTo>
                <a:lnTo>
                  <a:pt x="456" y="473"/>
                </a:lnTo>
                <a:lnTo>
                  <a:pt x="455" y="474"/>
                </a:lnTo>
                <a:lnTo>
                  <a:pt x="455" y="475"/>
                </a:lnTo>
                <a:lnTo>
                  <a:pt x="454" y="475"/>
                </a:lnTo>
                <a:lnTo>
                  <a:pt x="453" y="475"/>
                </a:lnTo>
                <a:lnTo>
                  <a:pt x="453" y="476"/>
                </a:lnTo>
                <a:lnTo>
                  <a:pt x="452" y="476"/>
                </a:lnTo>
                <a:lnTo>
                  <a:pt x="451" y="476"/>
                </a:lnTo>
                <a:lnTo>
                  <a:pt x="451" y="475"/>
                </a:lnTo>
                <a:lnTo>
                  <a:pt x="450" y="474"/>
                </a:lnTo>
                <a:lnTo>
                  <a:pt x="449" y="474"/>
                </a:lnTo>
                <a:lnTo>
                  <a:pt x="449" y="475"/>
                </a:lnTo>
                <a:lnTo>
                  <a:pt x="448" y="475"/>
                </a:lnTo>
                <a:lnTo>
                  <a:pt x="448" y="476"/>
                </a:lnTo>
                <a:lnTo>
                  <a:pt x="448" y="477"/>
                </a:lnTo>
                <a:lnTo>
                  <a:pt x="448" y="478"/>
                </a:lnTo>
                <a:lnTo>
                  <a:pt x="447" y="478"/>
                </a:lnTo>
                <a:lnTo>
                  <a:pt x="447" y="479"/>
                </a:lnTo>
                <a:lnTo>
                  <a:pt x="447" y="480"/>
                </a:lnTo>
                <a:lnTo>
                  <a:pt x="446" y="479"/>
                </a:lnTo>
                <a:lnTo>
                  <a:pt x="446" y="480"/>
                </a:lnTo>
                <a:lnTo>
                  <a:pt x="445" y="480"/>
                </a:lnTo>
                <a:lnTo>
                  <a:pt x="444" y="480"/>
                </a:lnTo>
                <a:lnTo>
                  <a:pt x="444" y="481"/>
                </a:lnTo>
                <a:lnTo>
                  <a:pt x="444" y="482"/>
                </a:lnTo>
                <a:lnTo>
                  <a:pt x="445" y="482"/>
                </a:lnTo>
                <a:lnTo>
                  <a:pt x="445" y="483"/>
                </a:lnTo>
                <a:lnTo>
                  <a:pt x="445" y="484"/>
                </a:lnTo>
                <a:lnTo>
                  <a:pt x="446" y="484"/>
                </a:lnTo>
                <a:lnTo>
                  <a:pt x="446" y="485"/>
                </a:lnTo>
                <a:lnTo>
                  <a:pt x="446" y="486"/>
                </a:lnTo>
                <a:lnTo>
                  <a:pt x="446" y="487"/>
                </a:lnTo>
                <a:lnTo>
                  <a:pt x="445" y="487"/>
                </a:lnTo>
                <a:lnTo>
                  <a:pt x="444" y="487"/>
                </a:lnTo>
                <a:lnTo>
                  <a:pt x="444" y="488"/>
                </a:lnTo>
                <a:lnTo>
                  <a:pt x="443" y="489"/>
                </a:lnTo>
                <a:lnTo>
                  <a:pt x="443" y="490"/>
                </a:lnTo>
                <a:lnTo>
                  <a:pt x="443" y="491"/>
                </a:lnTo>
                <a:lnTo>
                  <a:pt x="442" y="491"/>
                </a:lnTo>
                <a:lnTo>
                  <a:pt x="442" y="492"/>
                </a:lnTo>
                <a:lnTo>
                  <a:pt x="442" y="493"/>
                </a:lnTo>
                <a:lnTo>
                  <a:pt x="443" y="493"/>
                </a:lnTo>
                <a:lnTo>
                  <a:pt x="443" y="494"/>
                </a:lnTo>
                <a:lnTo>
                  <a:pt x="442" y="494"/>
                </a:lnTo>
                <a:lnTo>
                  <a:pt x="441" y="495"/>
                </a:lnTo>
                <a:lnTo>
                  <a:pt x="441" y="496"/>
                </a:lnTo>
                <a:lnTo>
                  <a:pt x="440" y="496"/>
                </a:lnTo>
                <a:lnTo>
                  <a:pt x="440" y="497"/>
                </a:lnTo>
                <a:lnTo>
                  <a:pt x="440" y="498"/>
                </a:lnTo>
                <a:lnTo>
                  <a:pt x="439" y="498"/>
                </a:lnTo>
                <a:lnTo>
                  <a:pt x="439" y="499"/>
                </a:lnTo>
                <a:lnTo>
                  <a:pt x="439" y="500"/>
                </a:lnTo>
                <a:lnTo>
                  <a:pt x="439" y="501"/>
                </a:lnTo>
                <a:lnTo>
                  <a:pt x="438" y="502"/>
                </a:lnTo>
                <a:lnTo>
                  <a:pt x="438" y="503"/>
                </a:lnTo>
                <a:lnTo>
                  <a:pt x="439" y="503"/>
                </a:lnTo>
                <a:lnTo>
                  <a:pt x="439" y="504"/>
                </a:lnTo>
                <a:lnTo>
                  <a:pt x="440" y="504"/>
                </a:lnTo>
                <a:lnTo>
                  <a:pt x="440" y="505"/>
                </a:lnTo>
                <a:lnTo>
                  <a:pt x="440" y="504"/>
                </a:lnTo>
                <a:lnTo>
                  <a:pt x="441" y="504"/>
                </a:lnTo>
                <a:lnTo>
                  <a:pt x="441" y="505"/>
                </a:lnTo>
                <a:lnTo>
                  <a:pt x="442" y="505"/>
                </a:lnTo>
                <a:lnTo>
                  <a:pt x="442" y="506"/>
                </a:lnTo>
                <a:lnTo>
                  <a:pt x="442" y="507"/>
                </a:lnTo>
                <a:lnTo>
                  <a:pt x="441" y="507"/>
                </a:lnTo>
                <a:lnTo>
                  <a:pt x="441" y="508"/>
                </a:lnTo>
                <a:lnTo>
                  <a:pt x="440" y="508"/>
                </a:lnTo>
                <a:lnTo>
                  <a:pt x="439" y="508"/>
                </a:lnTo>
                <a:lnTo>
                  <a:pt x="438" y="508"/>
                </a:lnTo>
                <a:lnTo>
                  <a:pt x="437" y="508"/>
                </a:lnTo>
                <a:lnTo>
                  <a:pt x="437" y="507"/>
                </a:lnTo>
                <a:lnTo>
                  <a:pt x="439" y="507"/>
                </a:lnTo>
                <a:lnTo>
                  <a:pt x="440" y="506"/>
                </a:lnTo>
                <a:lnTo>
                  <a:pt x="440" y="505"/>
                </a:lnTo>
                <a:lnTo>
                  <a:pt x="438" y="505"/>
                </a:lnTo>
                <a:lnTo>
                  <a:pt x="437" y="506"/>
                </a:lnTo>
                <a:lnTo>
                  <a:pt x="436" y="506"/>
                </a:lnTo>
                <a:lnTo>
                  <a:pt x="436" y="507"/>
                </a:lnTo>
                <a:lnTo>
                  <a:pt x="435" y="507"/>
                </a:lnTo>
                <a:lnTo>
                  <a:pt x="434" y="507"/>
                </a:lnTo>
                <a:lnTo>
                  <a:pt x="433" y="507"/>
                </a:lnTo>
                <a:lnTo>
                  <a:pt x="433" y="508"/>
                </a:lnTo>
                <a:lnTo>
                  <a:pt x="432" y="508"/>
                </a:lnTo>
                <a:lnTo>
                  <a:pt x="433" y="509"/>
                </a:lnTo>
                <a:lnTo>
                  <a:pt x="433" y="510"/>
                </a:lnTo>
                <a:lnTo>
                  <a:pt x="432" y="510"/>
                </a:lnTo>
                <a:lnTo>
                  <a:pt x="432" y="509"/>
                </a:lnTo>
                <a:lnTo>
                  <a:pt x="431" y="509"/>
                </a:lnTo>
                <a:lnTo>
                  <a:pt x="430" y="510"/>
                </a:lnTo>
                <a:lnTo>
                  <a:pt x="430" y="511"/>
                </a:lnTo>
                <a:lnTo>
                  <a:pt x="430" y="512"/>
                </a:lnTo>
                <a:lnTo>
                  <a:pt x="429" y="512"/>
                </a:lnTo>
                <a:lnTo>
                  <a:pt x="429" y="513"/>
                </a:lnTo>
                <a:lnTo>
                  <a:pt x="428" y="513"/>
                </a:lnTo>
                <a:lnTo>
                  <a:pt x="427" y="514"/>
                </a:lnTo>
                <a:lnTo>
                  <a:pt x="427" y="515"/>
                </a:lnTo>
                <a:lnTo>
                  <a:pt x="426" y="515"/>
                </a:lnTo>
                <a:lnTo>
                  <a:pt x="427" y="515"/>
                </a:lnTo>
                <a:lnTo>
                  <a:pt x="426" y="515"/>
                </a:lnTo>
                <a:lnTo>
                  <a:pt x="426" y="516"/>
                </a:lnTo>
                <a:lnTo>
                  <a:pt x="426" y="517"/>
                </a:lnTo>
                <a:lnTo>
                  <a:pt x="426" y="518"/>
                </a:lnTo>
                <a:lnTo>
                  <a:pt x="426" y="519"/>
                </a:lnTo>
                <a:lnTo>
                  <a:pt x="425" y="519"/>
                </a:lnTo>
                <a:lnTo>
                  <a:pt x="424" y="519"/>
                </a:lnTo>
                <a:lnTo>
                  <a:pt x="423" y="519"/>
                </a:lnTo>
                <a:lnTo>
                  <a:pt x="422" y="520"/>
                </a:lnTo>
                <a:lnTo>
                  <a:pt x="422" y="521"/>
                </a:lnTo>
                <a:lnTo>
                  <a:pt x="422" y="522"/>
                </a:lnTo>
                <a:lnTo>
                  <a:pt x="422" y="523"/>
                </a:lnTo>
                <a:lnTo>
                  <a:pt x="421" y="524"/>
                </a:lnTo>
                <a:lnTo>
                  <a:pt x="420" y="524"/>
                </a:lnTo>
                <a:lnTo>
                  <a:pt x="419" y="524"/>
                </a:lnTo>
                <a:lnTo>
                  <a:pt x="420" y="525"/>
                </a:lnTo>
                <a:lnTo>
                  <a:pt x="420" y="526"/>
                </a:lnTo>
                <a:lnTo>
                  <a:pt x="419" y="527"/>
                </a:lnTo>
                <a:lnTo>
                  <a:pt x="418" y="528"/>
                </a:lnTo>
                <a:lnTo>
                  <a:pt x="417" y="528"/>
                </a:lnTo>
                <a:lnTo>
                  <a:pt x="416" y="528"/>
                </a:lnTo>
                <a:lnTo>
                  <a:pt x="415" y="528"/>
                </a:lnTo>
                <a:lnTo>
                  <a:pt x="415" y="529"/>
                </a:lnTo>
                <a:lnTo>
                  <a:pt x="414" y="530"/>
                </a:lnTo>
                <a:lnTo>
                  <a:pt x="413" y="531"/>
                </a:lnTo>
                <a:lnTo>
                  <a:pt x="412" y="531"/>
                </a:lnTo>
                <a:lnTo>
                  <a:pt x="411" y="531"/>
                </a:lnTo>
                <a:lnTo>
                  <a:pt x="411" y="532"/>
                </a:lnTo>
                <a:lnTo>
                  <a:pt x="410" y="532"/>
                </a:lnTo>
                <a:lnTo>
                  <a:pt x="410" y="533"/>
                </a:lnTo>
                <a:lnTo>
                  <a:pt x="409" y="533"/>
                </a:lnTo>
                <a:lnTo>
                  <a:pt x="409" y="534"/>
                </a:lnTo>
                <a:lnTo>
                  <a:pt x="408" y="534"/>
                </a:lnTo>
                <a:lnTo>
                  <a:pt x="407" y="534"/>
                </a:lnTo>
                <a:lnTo>
                  <a:pt x="406" y="534"/>
                </a:lnTo>
                <a:lnTo>
                  <a:pt x="405" y="534"/>
                </a:lnTo>
                <a:lnTo>
                  <a:pt x="404" y="534"/>
                </a:lnTo>
                <a:lnTo>
                  <a:pt x="404" y="535"/>
                </a:lnTo>
                <a:lnTo>
                  <a:pt x="404" y="536"/>
                </a:lnTo>
                <a:lnTo>
                  <a:pt x="405" y="537"/>
                </a:lnTo>
                <a:lnTo>
                  <a:pt x="406" y="537"/>
                </a:lnTo>
                <a:lnTo>
                  <a:pt x="406" y="538"/>
                </a:lnTo>
                <a:lnTo>
                  <a:pt x="405" y="538"/>
                </a:lnTo>
                <a:lnTo>
                  <a:pt x="405" y="539"/>
                </a:lnTo>
                <a:lnTo>
                  <a:pt x="405" y="540"/>
                </a:lnTo>
                <a:lnTo>
                  <a:pt x="404" y="540"/>
                </a:lnTo>
                <a:lnTo>
                  <a:pt x="403" y="539"/>
                </a:lnTo>
                <a:lnTo>
                  <a:pt x="403" y="540"/>
                </a:lnTo>
                <a:lnTo>
                  <a:pt x="402" y="540"/>
                </a:lnTo>
                <a:lnTo>
                  <a:pt x="402" y="541"/>
                </a:lnTo>
                <a:lnTo>
                  <a:pt x="403" y="541"/>
                </a:lnTo>
                <a:lnTo>
                  <a:pt x="403" y="542"/>
                </a:lnTo>
                <a:lnTo>
                  <a:pt x="403" y="543"/>
                </a:lnTo>
                <a:lnTo>
                  <a:pt x="402" y="543"/>
                </a:lnTo>
                <a:lnTo>
                  <a:pt x="401" y="543"/>
                </a:lnTo>
                <a:lnTo>
                  <a:pt x="400" y="543"/>
                </a:lnTo>
                <a:lnTo>
                  <a:pt x="400" y="544"/>
                </a:lnTo>
                <a:lnTo>
                  <a:pt x="400" y="545"/>
                </a:lnTo>
                <a:lnTo>
                  <a:pt x="401" y="545"/>
                </a:lnTo>
                <a:lnTo>
                  <a:pt x="401" y="546"/>
                </a:lnTo>
                <a:lnTo>
                  <a:pt x="400" y="546"/>
                </a:lnTo>
                <a:lnTo>
                  <a:pt x="399" y="547"/>
                </a:lnTo>
                <a:lnTo>
                  <a:pt x="398" y="547"/>
                </a:lnTo>
                <a:lnTo>
                  <a:pt x="398" y="548"/>
                </a:lnTo>
                <a:lnTo>
                  <a:pt x="399" y="548"/>
                </a:lnTo>
                <a:lnTo>
                  <a:pt x="398" y="549"/>
                </a:lnTo>
                <a:lnTo>
                  <a:pt x="397" y="549"/>
                </a:lnTo>
                <a:lnTo>
                  <a:pt x="397" y="550"/>
                </a:lnTo>
                <a:lnTo>
                  <a:pt x="397" y="551"/>
                </a:lnTo>
                <a:lnTo>
                  <a:pt x="396" y="551"/>
                </a:lnTo>
                <a:lnTo>
                  <a:pt x="395" y="550"/>
                </a:lnTo>
                <a:lnTo>
                  <a:pt x="394" y="550"/>
                </a:lnTo>
                <a:lnTo>
                  <a:pt x="393" y="551"/>
                </a:lnTo>
                <a:lnTo>
                  <a:pt x="392" y="551"/>
                </a:lnTo>
                <a:lnTo>
                  <a:pt x="392" y="552"/>
                </a:lnTo>
                <a:lnTo>
                  <a:pt x="392" y="553"/>
                </a:lnTo>
                <a:lnTo>
                  <a:pt x="393" y="553"/>
                </a:lnTo>
                <a:lnTo>
                  <a:pt x="393" y="552"/>
                </a:lnTo>
                <a:lnTo>
                  <a:pt x="394" y="552"/>
                </a:lnTo>
                <a:lnTo>
                  <a:pt x="395" y="552"/>
                </a:lnTo>
                <a:lnTo>
                  <a:pt x="395" y="553"/>
                </a:lnTo>
                <a:lnTo>
                  <a:pt x="396" y="553"/>
                </a:lnTo>
                <a:lnTo>
                  <a:pt x="395" y="553"/>
                </a:lnTo>
                <a:lnTo>
                  <a:pt x="394" y="554"/>
                </a:lnTo>
                <a:lnTo>
                  <a:pt x="393" y="554"/>
                </a:lnTo>
                <a:lnTo>
                  <a:pt x="393" y="553"/>
                </a:lnTo>
                <a:lnTo>
                  <a:pt x="392" y="553"/>
                </a:lnTo>
                <a:lnTo>
                  <a:pt x="391" y="553"/>
                </a:lnTo>
                <a:lnTo>
                  <a:pt x="390" y="554"/>
                </a:lnTo>
                <a:lnTo>
                  <a:pt x="391" y="555"/>
                </a:lnTo>
                <a:lnTo>
                  <a:pt x="390" y="555"/>
                </a:lnTo>
                <a:lnTo>
                  <a:pt x="389" y="556"/>
                </a:lnTo>
                <a:lnTo>
                  <a:pt x="387" y="556"/>
                </a:lnTo>
                <a:lnTo>
                  <a:pt x="387" y="555"/>
                </a:lnTo>
                <a:lnTo>
                  <a:pt x="386" y="555"/>
                </a:lnTo>
                <a:lnTo>
                  <a:pt x="386" y="554"/>
                </a:lnTo>
                <a:lnTo>
                  <a:pt x="385" y="554"/>
                </a:lnTo>
                <a:lnTo>
                  <a:pt x="386" y="554"/>
                </a:lnTo>
                <a:lnTo>
                  <a:pt x="386" y="553"/>
                </a:lnTo>
                <a:lnTo>
                  <a:pt x="386" y="552"/>
                </a:lnTo>
                <a:lnTo>
                  <a:pt x="385" y="552"/>
                </a:lnTo>
                <a:lnTo>
                  <a:pt x="385" y="553"/>
                </a:lnTo>
                <a:lnTo>
                  <a:pt x="385" y="554"/>
                </a:lnTo>
                <a:lnTo>
                  <a:pt x="384" y="554"/>
                </a:lnTo>
                <a:lnTo>
                  <a:pt x="383" y="554"/>
                </a:lnTo>
                <a:lnTo>
                  <a:pt x="383" y="553"/>
                </a:lnTo>
                <a:lnTo>
                  <a:pt x="382" y="553"/>
                </a:lnTo>
                <a:lnTo>
                  <a:pt x="382" y="554"/>
                </a:lnTo>
                <a:lnTo>
                  <a:pt x="381" y="554"/>
                </a:lnTo>
                <a:lnTo>
                  <a:pt x="381" y="555"/>
                </a:lnTo>
                <a:lnTo>
                  <a:pt x="380" y="555"/>
                </a:lnTo>
                <a:lnTo>
                  <a:pt x="380" y="556"/>
                </a:lnTo>
                <a:lnTo>
                  <a:pt x="379" y="556"/>
                </a:lnTo>
                <a:lnTo>
                  <a:pt x="378" y="556"/>
                </a:lnTo>
                <a:lnTo>
                  <a:pt x="378" y="557"/>
                </a:lnTo>
                <a:lnTo>
                  <a:pt x="377" y="557"/>
                </a:lnTo>
                <a:lnTo>
                  <a:pt x="376" y="557"/>
                </a:lnTo>
                <a:lnTo>
                  <a:pt x="376" y="556"/>
                </a:lnTo>
                <a:lnTo>
                  <a:pt x="376" y="555"/>
                </a:lnTo>
                <a:lnTo>
                  <a:pt x="375" y="555"/>
                </a:lnTo>
                <a:lnTo>
                  <a:pt x="375" y="554"/>
                </a:lnTo>
                <a:lnTo>
                  <a:pt x="374" y="554"/>
                </a:lnTo>
                <a:lnTo>
                  <a:pt x="373" y="554"/>
                </a:lnTo>
                <a:lnTo>
                  <a:pt x="372" y="554"/>
                </a:lnTo>
                <a:lnTo>
                  <a:pt x="372" y="555"/>
                </a:lnTo>
                <a:lnTo>
                  <a:pt x="371" y="555"/>
                </a:lnTo>
                <a:lnTo>
                  <a:pt x="371" y="556"/>
                </a:lnTo>
                <a:lnTo>
                  <a:pt x="370" y="556"/>
                </a:lnTo>
                <a:lnTo>
                  <a:pt x="370" y="557"/>
                </a:lnTo>
                <a:lnTo>
                  <a:pt x="370" y="556"/>
                </a:lnTo>
                <a:lnTo>
                  <a:pt x="370" y="557"/>
                </a:lnTo>
                <a:lnTo>
                  <a:pt x="369" y="557"/>
                </a:lnTo>
                <a:lnTo>
                  <a:pt x="369" y="556"/>
                </a:lnTo>
                <a:lnTo>
                  <a:pt x="368" y="556"/>
                </a:lnTo>
                <a:lnTo>
                  <a:pt x="368" y="557"/>
                </a:lnTo>
                <a:lnTo>
                  <a:pt x="367" y="557"/>
                </a:lnTo>
                <a:lnTo>
                  <a:pt x="367" y="556"/>
                </a:lnTo>
                <a:lnTo>
                  <a:pt x="366" y="556"/>
                </a:lnTo>
                <a:lnTo>
                  <a:pt x="366" y="555"/>
                </a:lnTo>
                <a:lnTo>
                  <a:pt x="366" y="554"/>
                </a:lnTo>
                <a:lnTo>
                  <a:pt x="365" y="554"/>
                </a:lnTo>
                <a:lnTo>
                  <a:pt x="365" y="553"/>
                </a:lnTo>
                <a:lnTo>
                  <a:pt x="364" y="553"/>
                </a:lnTo>
                <a:lnTo>
                  <a:pt x="363" y="553"/>
                </a:lnTo>
                <a:lnTo>
                  <a:pt x="363" y="552"/>
                </a:lnTo>
                <a:lnTo>
                  <a:pt x="362" y="552"/>
                </a:lnTo>
                <a:lnTo>
                  <a:pt x="362" y="553"/>
                </a:lnTo>
                <a:lnTo>
                  <a:pt x="360" y="553"/>
                </a:lnTo>
                <a:lnTo>
                  <a:pt x="359" y="553"/>
                </a:lnTo>
                <a:lnTo>
                  <a:pt x="358" y="553"/>
                </a:lnTo>
                <a:lnTo>
                  <a:pt x="358" y="554"/>
                </a:lnTo>
                <a:lnTo>
                  <a:pt x="357" y="554"/>
                </a:lnTo>
                <a:lnTo>
                  <a:pt x="356" y="554"/>
                </a:lnTo>
                <a:lnTo>
                  <a:pt x="355" y="554"/>
                </a:lnTo>
                <a:lnTo>
                  <a:pt x="355" y="553"/>
                </a:lnTo>
                <a:lnTo>
                  <a:pt x="356" y="553"/>
                </a:lnTo>
                <a:lnTo>
                  <a:pt x="356" y="552"/>
                </a:lnTo>
                <a:lnTo>
                  <a:pt x="357" y="552"/>
                </a:lnTo>
                <a:lnTo>
                  <a:pt x="357" y="551"/>
                </a:lnTo>
                <a:lnTo>
                  <a:pt x="356" y="551"/>
                </a:lnTo>
                <a:lnTo>
                  <a:pt x="356" y="550"/>
                </a:lnTo>
                <a:lnTo>
                  <a:pt x="357" y="550"/>
                </a:lnTo>
                <a:lnTo>
                  <a:pt x="358" y="550"/>
                </a:lnTo>
                <a:lnTo>
                  <a:pt x="359" y="549"/>
                </a:lnTo>
                <a:lnTo>
                  <a:pt x="360" y="549"/>
                </a:lnTo>
                <a:lnTo>
                  <a:pt x="361" y="549"/>
                </a:lnTo>
                <a:lnTo>
                  <a:pt x="361" y="548"/>
                </a:lnTo>
                <a:lnTo>
                  <a:pt x="362" y="548"/>
                </a:lnTo>
                <a:lnTo>
                  <a:pt x="362" y="547"/>
                </a:lnTo>
                <a:lnTo>
                  <a:pt x="362" y="546"/>
                </a:lnTo>
                <a:lnTo>
                  <a:pt x="363" y="546"/>
                </a:lnTo>
                <a:lnTo>
                  <a:pt x="364" y="546"/>
                </a:lnTo>
                <a:lnTo>
                  <a:pt x="365" y="546"/>
                </a:lnTo>
                <a:lnTo>
                  <a:pt x="365" y="545"/>
                </a:lnTo>
                <a:lnTo>
                  <a:pt x="365" y="544"/>
                </a:lnTo>
                <a:lnTo>
                  <a:pt x="365" y="543"/>
                </a:lnTo>
                <a:lnTo>
                  <a:pt x="365" y="542"/>
                </a:lnTo>
                <a:lnTo>
                  <a:pt x="365" y="541"/>
                </a:lnTo>
                <a:lnTo>
                  <a:pt x="366" y="541"/>
                </a:lnTo>
                <a:lnTo>
                  <a:pt x="367" y="540"/>
                </a:lnTo>
                <a:lnTo>
                  <a:pt x="367" y="539"/>
                </a:lnTo>
                <a:lnTo>
                  <a:pt x="368" y="539"/>
                </a:lnTo>
                <a:lnTo>
                  <a:pt x="368" y="538"/>
                </a:lnTo>
                <a:lnTo>
                  <a:pt x="369" y="538"/>
                </a:lnTo>
                <a:lnTo>
                  <a:pt x="369" y="537"/>
                </a:lnTo>
                <a:lnTo>
                  <a:pt x="369" y="536"/>
                </a:lnTo>
                <a:lnTo>
                  <a:pt x="370" y="535"/>
                </a:lnTo>
                <a:lnTo>
                  <a:pt x="370" y="534"/>
                </a:lnTo>
                <a:lnTo>
                  <a:pt x="369" y="534"/>
                </a:lnTo>
                <a:lnTo>
                  <a:pt x="368" y="534"/>
                </a:lnTo>
                <a:lnTo>
                  <a:pt x="367" y="534"/>
                </a:lnTo>
                <a:lnTo>
                  <a:pt x="367" y="533"/>
                </a:lnTo>
                <a:lnTo>
                  <a:pt x="368" y="533"/>
                </a:lnTo>
                <a:lnTo>
                  <a:pt x="368" y="532"/>
                </a:lnTo>
                <a:lnTo>
                  <a:pt x="369" y="531"/>
                </a:lnTo>
                <a:lnTo>
                  <a:pt x="370" y="531"/>
                </a:lnTo>
                <a:lnTo>
                  <a:pt x="371" y="531"/>
                </a:lnTo>
                <a:lnTo>
                  <a:pt x="372" y="530"/>
                </a:lnTo>
                <a:lnTo>
                  <a:pt x="372" y="529"/>
                </a:lnTo>
                <a:lnTo>
                  <a:pt x="372" y="528"/>
                </a:lnTo>
                <a:lnTo>
                  <a:pt x="373" y="528"/>
                </a:lnTo>
                <a:lnTo>
                  <a:pt x="373" y="527"/>
                </a:lnTo>
                <a:lnTo>
                  <a:pt x="374" y="527"/>
                </a:lnTo>
                <a:lnTo>
                  <a:pt x="375" y="526"/>
                </a:lnTo>
                <a:lnTo>
                  <a:pt x="374" y="526"/>
                </a:lnTo>
                <a:lnTo>
                  <a:pt x="373" y="526"/>
                </a:lnTo>
                <a:lnTo>
                  <a:pt x="372" y="526"/>
                </a:lnTo>
                <a:lnTo>
                  <a:pt x="371" y="526"/>
                </a:lnTo>
                <a:lnTo>
                  <a:pt x="371" y="525"/>
                </a:lnTo>
                <a:lnTo>
                  <a:pt x="370" y="525"/>
                </a:lnTo>
                <a:lnTo>
                  <a:pt x="370" y="524"/>
                </a:lnTo>
                <a:lnTo>
                  <a:pt x="370" y="523"/>
                </a:lnTo>
                <a:lnTo>
                  <a:pt x="370" y="522"/>
                </a:lnTo>
                <a:lnTo>
                  <a:pt x="371" y="521"/>
                </a:lnTo>
                <a:lnTo>
                  <a:pt x="371" y="520"/>
                </a:lnTo>
                <a:lnTo>
                  <a:pt x="372" y="520"/>
                </a:lnTo>
                <a:lnTo>
                  <a:pt x="372" y="519"/>
                </a:lnTo>
                <a:lnTo>
                  <a:pt x="371" y="519"/>
                </a:lnTo>
                <a:lnTo>
                  <a:pt x="371" y="518"/>
                </a:lnTo>
                <a:lnTo>
                  <a:pt x="369" y="518"/>
                </a:lnTo>
                <a:lnTo>
                  <a:pt x="369" y="519"/>
                </a:lnTo>
                <a:lnTo>
                  <a:pt x="368" y="519"/>
                </a:lnTo>
                <a:lnTo>
                  <a:pt x="368" y="518"/>
                </a:lnTo>
                <a:lnTo>
                  <a:pt x="367" y="518"/>
                </a:lnTo>
                <a:lnTo>
                  <a:pt x="366" y="518"/>
                </a:lnTo>
                <a:lnTo>
                  <a:pt x="366" y="517"/>
                </a:lnTo>
                <a:lnTo>
                  <a:pt x="365" y="516"/>
                </a:lnTo>
                <a:lnTo>
                  <a:pt x="365" y="515"/>
                </a:lnTo>
                <a:lnTo>
                  <a:pt x="364" y="515"/>
                </a:lnTo>
                <a:lnTo>
                  <a:pt x="363" y="516"/>
                </a:lnTo>
                <a:lnTo>
                  <a:pt x="362" y="516"/>
                </a:lnTo>
                <a:lnTo>
                  <a:pt x="361" y="515"/>
                </a:lnTo>
                <a:lnTo>
                  <a:pt x="361" y="514"/>
                </a:lnTo>
                <a:lnTo>
                  <a:pt x="361" y="513"/>
                </a:lnTo>
                <a:lnTo>
                  <a:pt x="360" y="512"/>
                </a:lnTo>
                <a:lnTo>
                  <a:pt x="359" y="512"/>
                </a:lnTo>
                <a:lnTo>
                  <a:pt x="359" y="511"/>
                </a:lnTo>
                <a:lnTo>
                  <a:pt x="360" y="511"/>
                </a:lnTo>
                <a:lnTo>
                  <a:pt x="361" y="510"/>
                </a:lnTo>
                <a:lnTo>
                  <a:pt x="361" y="509"/>
                </a:lnTo>
                <a:lnTo>
                  <a:pt x="361" y="508"/>
                </a:lnTo>
                <a:lnTo>
                  <a:pt x="360" y="508"/>
                </a:lnTo>
                <a:lnTo>
                  <a:pt x="359" y="507"/>
                </a:lnTo>
                <a:lnTo>
                  <a:pt x="358" y="506"/>
                </a:lnTo>
                <a:lnTo>
                  <a:pt x="357" y="506"/>
                </a:lnTo>
                <a:lnTo>
                  <a:pt x="356" y="506"/>
                </a:lnTo>
                <a:lnTo>
                  <a:pt x="356" y="505"/>
                </a:lnTo>
                <a:lnTo>
                  <a:pt x="356" y="504"/>
                </a:lnTo>
                <a:lnTo>
                  <a:pt x="356" y="503"/>
                </a:lnTo>
                <a:lnTo>
                  <a:pt x="355" y="503"/>
                </a:lnTo>
                <a:lnTo>
                  <a:pt x="354" y="503"/>
                </a:lnTo>
                <a:lnTo>
                  <a:pt x="353" y="503"/>
                </a:lnTo>
                <a:lnTo>
                  <a:pt x="353" y="502"/>
                </a:lnTo>
                <a:lnTo>
                  <a:pt x="353" y="503"/>
                </a:lnTo>
                <a:lnTo>
                  <a:pt x="353" y="502"/>
                </a:lnTo>
                <a:lnTo>
                  <a:pt x="353" y="501"/>
                </a:lnTo>
                <a:lnTo>
                  <a:pt x="352" y="500"/>
                </a:lnTo>
                <a:lnTo>
                  <a:pt x="351" y="500"/>
                </a:lnTo>
                <a:lnTo>
                  <a:pt x="351" y="499"/>
                </a:lnTo>
                <a:lnTo>
                  <a:pt x="352" y="499"/>
                </a:lnTo>
                <a:lnTo>
                  <a:pt x="352" y="498"/>
                </a:lnTo>
                <a:lnTo>
                  <a:pt x="352" y="497"/>
                </a:lnTo>
                <a:lnTo>
                  <a:pt x="352" y="496"/>
                </a:lnTo>
                <a:lnTo>
                  <a:pt x="352" y="495"/>
                </a:lnTo>
                <a:lnTo>
                  <a:pt x="351" y="495"/>
                </a:lnTo>
                <a:lnTo>
                  <a:pt x="351" y="494"/>
                </a:lnTo>
                <a:lnTo>
                  <a:pt x="351" y="495"/>
                </a:lnTo>
                <a:lnTo>
                  <a:pt x="351" y="494"/>
                </a:lnTo>
                <a:lnTo>
                  <a:pt x="350" y="494"/>
                </a:lnTo>
                <a:lnTo>
                  <a:pt x="350" y="495"/>
                </a:lnTo>
                <a:lnTo>
                  <a:pt x="350" y="494"/>
                </a:lnTo>
                <a:lnTo>
                  <a:pt x="350" y="493"/>
                </a:lnTo>
                <a:lnTo>
                  <a:pt x="349" y="493"/>
                </a:lnTo>
                <a:lnTo>
                  <a:pt x="349" y="492"/>
                </a:lnTo>
                <a:lnTo>
                  <a:pt x="348" y="492"/>
                </a:lnTo>
                <a:lnTo>
                  <a:pt x="348" y="491"/>
                </a:lnTo>
                <a:lnTo>
                  <a:pt x="348" y="490"/>
                </a:lnTo>
                <a:lnTo>
                  <a:pt x="349" y="490"/>
                </a:lnTo>
                <a:lnTo>
                  <a:pt x="349" y="489"/>
                </a:lnTo>
                <a:lnTo>
                  <a:pt x="348" y="489"/>
                </a:lnTo>
                <a:lnTo>
                  <a:pt x="347" y="488"/>
                </a:lnTo>
                <a:lnTo>
                  <a:pt x="346" y="488"/>
                </a:lnTo>
                <a:lnTo>
                  <a:pt x="346" y="487"/>
                </a:lnTo>
                <a:lnTo>
                  <a:pt x="347" y="487"/>
                </a:lnTo>
                <a:lnTo>
                  <a:pt x="346" y="487"/>
                </a:lnTo>
                <a:lnTo>
                  <a:pt x="346" y="486"/>
                </a:lnTo>
                <a:lnTo>
                  <a:pt x="345" y="486"/>
                </a:lnTo>
                <a:lnTo>
                  <a:pt x="345" y="485"/>
                </a:lnTo>
                <a:lnTo>
                  <a:pt x="345" y="484"/>
                </a:lnTo>
                <a:lnTo>
                  <a:pt x="344" y="483"/>
                </a:lnTo>
                <a:lnTo>
                  <a:pt x="344" y="482"/>
                </a:lnTo>
                <a:lnTo>
                  <a:pt x="344" y="481"/>
                </a:lnTo>
                <a:lnTo>
                  <a:pt x="344" y="480"/>
                </a:lnTo>
                <a:lnTo>
                  <a:pt x="345" y="480"/>
                </a:lnTo>
                <a:lnTo>
                  <a:pt x="345" y="479"/>
                </a:lnTo>
                <a:lnTo>
                  <a:pt x="346" y="479"/>
                </a:lnTo>
                <a:lnTo>
                  <a:pt x="346" y="478"/>
                </a:lnTo>
                <a:lnTo>
                  <a:pt x="345" y="478"/>
                </a:lnTo>
                <a:lnTo>
                  <a:pt x="344" y="477"/>
                </a:lnTo>
                <a:lnTo>
                  <a:pt x="344" y="476"/>
                </a:lnTo>
                <a:lnTo>
                  <a:pt x="344" y="475"/>
                </a:lnTo>
                <a:lnTo>
                  <a:pt x="344" y="474"/>
                </a:lnTo>
                <a:lnTo>
                  <a:pt x="342" y="474"/>
                </a:lnTo>
                <a:lnTo>
                  <a:pt x="342" y="475"/>
                </a:lnTo>
                <a:lnTo>
                  <a:pt x="342" y="474"/>
                </a:lnTo>
                <a:lnTo>
                  <a:pt x="341" y="473"/>
                </a:lnTo>
                <a:lnTo>
                  <a:pt x="340" y="473"/>
                </a:lnTo>
                <a:lnTo>
                  <a:pt x="339" y="473"/>
                </a:lnTo>
                <a:lnTo>
                  <a:pt x="337" y="473"/>
                </a:lnTo>
                <a:lnTo>
                  <a:pt x="336" y="474"/>
                </a:lnTo>
                <a:lnTo>
                  <a:pt x="335" y="474"/>
                </a:lnTo>
                <a:lnTo>
                  <a:pt x="334" y="475"/>
                </a:lnTo>
                <a:lnTo>
                  <a:pt x="333" y="475"/>
                </a:lnTo>
                <a:lnTo>
                  <a:pt x="332" y="475"/>
                </a:lnTo>
                <a:lnTo>
                  <a:pt x="332" y="474"/>
                </a:lnTo>
                <a:lnTo>
                  <a:pt x="333" y="472"/>
                </a:lnTo>
                <a:lnTo>
                  <a:pt x="333" y="471"/>
                </a:lnTo>
                <a:lnTo>
                  <a:pt x="333" y="470"/>
                </a:lnTo>
                <a:lnTo>
                  <a:pt x="333" y="469"/>
                </a:lnTo>
                <a:lnTo>
                  <a:pt x="333" y="468"/>
                </a:lnTo>
                <a:lnTo>
                  <a:pt x="333" y="467"/>
                </a:lnTo>
                <a:lnTo>
                  <a:pt x="333" y="466"/>
                </a:lnTo>
                <a:lnTo>
                  <a:pt x="333" y="465"/>
                </a:lnTo>
                <a:lnTo>
                  <a:pt x="332" y="464"/>
                </a:lnTo>
                <a:lnTo>
                  <a:pt x="332" y="463"/>
                </a:lnTo>
                <a:lnTo>
                  <a:pt x="332" y="462"/>
                </a:lnTo>
                <a:lnTo>
                  <a:pt x="331" y="462"/>
                </a:lnTo>
                <a:lnTo>
                  <a:pt x="330" y="461"/>
                </a:lnTo>
                <a:lnTo>
                  <a:pt x="330" y="460"/>
                </a:lnTo>
                <a:lnTo>
                  <a:pt x="330" y="459"/>
                </a:lnTo>
                <a:lnTo>
                  <a:pt x="330" y="457"/>
                </a:lnTo>
                <a:lnTo>
                  <a:pt x="330" y="456"/>
                </a:lnTo>
                <a:lnTo>
                  <a:pt x="330" y="455"/>
                </a:lnTo>
                <a:lnTo>
                  <a:pt x="330" y="454"/>
                </a:lnTo>
                <a:lnTo>
                  <a:pt x="330" y="453"/>
                </a:lnTo>
                <a:lnTo>
                  <a:pt x="330" y="452"/>
                </a:lnTo>
                <a:lnTo>
                  <a:pt x="331" y="451"/>
                </a:lnTo>
                <a:lnTo>
                  <a:pt x="331" y="450"/>
                </a:lnTo>
                <a:lnTo>
                  <a:pt x="331" y="449"/>
                </a:lnTo>
                <a:lnTo>
                  <a:pt x="332" y="448"/>
                </a:lnTo>
                <a:lnTo>
                  <a:pt x="333" y="448"/>
                </a:lnTo>
                <a:lnTo>
                  <a:pt x="334" y="448"/>
                </a:lnTo>
                <a:lnTo>
                  <a:pt x="335" y="448"/>
                </a:lnTo>
                <a:lnTo>
                  <a:pt x="335" y="449"/>
                </a:lnTo>
                <a:lnTo>
                  <a:pt x="335" y="448"/>
                </a:lnTo>
                <a:lnTo>
                  <a:pt x="335" y="447"/>
                </a:lnTo>
                <a:lnTo>
                  <a:pt x="334" y="447"/>
                </a:lnTo>
                <a:lnTo>
                  <a:pt x="333" y="447"/>
                </a:lnTo>
                <a:lnTo>
                  <a:pt x="332" y="447"/>
                </a:lnTo>
                <a:lnTo>
                  <a:pt x="331" y="446"/>
                </a:lnTo>
                <a:lnTo>
                  <a:pt x="330" y="446"/>
                </a:lnTo>
                <a:lnTo>
                  <a:pt x="330" y="445"/>
                </a:lnTo>
                <a:lnTo>
                  <a:pt x="330" y="444"/>
                </a:lnTo>
                <a:lnTo>
                  <a:pt x="331" y="444"/>
                </a:lnTo>
                <a:lnTo>
                  <a:pt x="332" y="444"/>
                </a:lnTo>
                <a:lnTo>
                  <a:pt x="332" y="443"/>
                </a:lnTo>
                <a:lnTo>
                  <a:pt x="333" y="443"/>
                </a:lnTo>
                <a:lnTo>
                  <a:pt x="334" y="443"/>
                </a:lnTo>
                <a:lnTo>
                  <a:pt x="334" y="442"/>
                </a:lnTo>
                <a:lnTo>
                  <a:pt x="334" y="441"/>
                </a:lnTo>
                <a:lnTo>
                  <a:pt x="335" y="441"/>
                </a:lnTo>
                <a:lnTo>
                  <a:pt x="336" y="441"/>
                </a:lnTo>
                <a:lnTo>
                  <a:pt x="336" y="440"/>
                </a:lnTo>
                <a:lnTo>
                  <a:pt x="336" y="439"/>
                </a:lnTo>
                <a:lnTo>
                  <a:pt x="337" y="438"/>
                </a:lnTo>
                <a:lnTo>
                  <a:pt x="338" y="438"/>
                </a:lnTo>
                <a:lnTo>
                  <a:pt x="339" y="437"/>
                </a:lnTo>
                <a:lnTo>
                  <a:pt x="340" y="436"/>
                </a:lnTo>
                <a:lnTo>
                  <a:pt x="340" y="435"/>
                </a:lnTo>
                <a:lnTo>
                  <a:pt x="341" y="435"/>
                </a:lnTo>
                <a:lnTo>
                  <a:pt x="341" y="434"/>
                </a:lnTo>
                <a:lnTo>
                  <a:pt x="341" y="433"/>
                </a:lnTo>
                <a:lnTo>
                  <a:pt x="341" y="432"/>
                </a:lnTo>
                <a:lnTo>
                  <a:pt x="340" y="431"/>
                </a:lnTo>
                <a:lnTo>
                  <a:pt x="341" y="431"/>
                </a:lnTo>
                <a:lnTo>
                  <a:pt x="342" y="431"/>
                </a:lnTo>
                <a:lnTo>
                  <a:pt x="343" y="431"/>
                </a:lnTo>
                <a:lnTo>
                  <a:pt x="344" y="431"/>
                </a:lnTo>
                <a:lnTo>
                  <a:pt x="344" y="430"/>
                </a:lnTo>
                <a:lnTo>
                  <a:pt x="345" y="430"/>
                </a:lnTo>
                <a:lnTo>
                  <a:pt x="345" y="429"/>
                </a:lnTo>
                <a:lnTo>
                  <a:pt x="346" y="429"/>
                </a:lnTo>
                <a:lnTo>
                  <a:pt x="347" y="428"/>
                </a:lnTo>
                <a:lnTo>
                  <a:pt x="347" y="427"/>
                </a:lnTo>
                <a:lnTo>
                  <a:pt x="347" y="426"/>
                </a:lnTo>
                <a:lnTo>
                  <a:pt x="346" y="426"/>
                </a:lnTo>
                <a:lnTo>
                  <a:pt x="345" y="425"/>
                </a:lnTo>
                <a:lnTo>
                  <a:pt x="344" y="425"/>
                </a:lnTo>
                <a:lnTo>
                  <a:pt x="343" y="426"/>
                </a:lnTo>
                <a:lnTo>
                  <a:pt x="342" y="426"/>
                </a:lnTo>
                <a:lnTo>
                  <a:pt x="342" y="425"/>
                </a:lnTo>
                <a:lnTo>
                  <a:pt x="341" y="425"/>
                </a:lnTo>
                <a:lnTo>
                  <a:pt x="340" y="425"/>
                </a:lnTo>
                <a:lnTo>
                  <a:pt x="339" y="424"/>
                </a:lnTo>
                <a:lnTo>
                  <a:pt x="338" y="424"/>
                </a:lnTo>
                <a:lnTo>
                  <a:pt x="338" y="423"/>
                </a:lnTo>
                <a:lnTo>
                  <a:pt x="337" y="423"/>
                </a:lnTo>
                <a:lnTo>
                  <a:pt x="336" y="422"/>
                </a:lnTo>
                <a:lnTo>
                  <a:pt x="336" y="423"/>
                </a:lnTo>
                <a:lnTo>
                  <a:pt x="335" y="423"/>
                </a:lnTo>
                <a:lnTo>
                  <a:pt x="335" y="424"/>
                </a:lnTo>
                <a:lnTo>
                  <a:pt x="335" y="425"/>
                </a:lnTo>
                <a:lnTo>
                  <a:pt x="335" y="426"/>
                </a:lnTo>
                <a:lnTo>
                  <a:pt x="336" y="426"/>
                </a:lnTo>
                <a:lnTo>
                  <a:pt x="335" y="426"/>
                </a:lnTo>
                <a:lnTo>
                  <a:pt x="335" y="427"/>
                </a:lnTo>
                <a:lnTo>
                  <a:pt x="334" y="427"/>
                </a:lnTo>
                <a:lnTo>
                  <a:pt x="334" y="426"/>
                </a:lnTo>
                <a:lnTo>
                  <a:pt x="333" y="426"/>
                </a:lnTo>
                <a:lnTo>
                  <a:pt x="333" y="427"/>
                </a:lnTo>
                <a:lnTo>
                  <a:pt x="332" y="427"/>
                </a:lnTo>
                <a:lnTo>
                  <a:pt x="331" y="426"/>
                </a:lnTo>
                <a:lnTo>
                  <a:pt x="331" y="425"/>
                </a:lnTo>
                <a:lnTo>
                  <a:pt x="331" y="424"/>
                </a:lnTo>
                <a:lnTo>
                  <a:pt x="332" y="424"/>
                </a:lnTo>
                <a:lnTo>
                  <a:pt x="331" y="424"/>
                </a:lnTo>
                <a:lnTo>
                  <a:pt x="331" y="423"/>
                </a:lnTo>
                <a:lnTo>
                  <a:pt x="331" y="422"/>
                </a:lnTo>
                <a:lnTo>
                  <a:pt x="332" y="422"/>
                </a:lnTo>
                <a:lnTo>
                  <a:pt x="332" y="421"/>
                </a:lnTo>
                <a:lnTo>
                  <a:pt x="331" y="421"/>
                </a:lnTo>
                <a:lnTo>
                  <a:pt x="331" y="422"/>
                </a:lnTo>
                <a:lnTo>
                  <a:pt x="331" y="423"/>
                </a:lnTo>
                <a:lnTo>
                  <a:pt x="330" y="423"/>
                </a:lnTo>
                <a:lnTo>
                  <a:pt x="329" y="423"/>
                </a:lnTo>
                <a:lnTo>
                  <a:pt x="329" y="424"/>
                </a:lnTo>
                <a:lnTo>
                  <a:pt x="329" y="423"/>
                </a:lnTo>
                <a:lnTo>
                  <a:pt x="329" y="422"/>
                </a:lnTo>
                <a:lnTo>
                  <a:pt x="330" y="422"/>
                </a:lnTo>
                <a:lnTo>
                  <a:pt x="330" y="421"/>
                </a:lnTo>
                <a:lnTo>
                  <a:pt x="331" y="421"/>
                </a:lnTo>
                <a:lnTo>
                  <a:pt x="331" y="420"/>
                </a:lnTo>
                <a:lnTo>
                  <a:pt x="331" y="419"/>
                </a:lnTo>
                <a:lnTo>
                  <a:pt x="331" y="418"/>
                </a:lnTo>
                <a:lnTo>
                  <a:pt x="330" y="418"/>
                </a:lnTo>
                <a:lnTo>
                  <a:pt x="329" y="418"/>
                </a:lnTo>
                <a:lnTo>
                  <a:pt x="329" y="417"/>
                </a:lnTo>
                <a:lnTo>
                  <a:pt x="329" y="416"/>
                </a:lnTo>
                <a:lnTo>
                  <a:pt x="329" y="415"/>
                </a:lnTo>
                <a:lnTo>
                  <a:pt x="328" y="414"/>
                </a:lnTo>
                <a:lnTo>
                  <a:pt x="328" y="413"/>
                </a:lnTo>
                <a:lnTo>
                  <a:pt x="329" y="413"/>
                </a:lnTo>
                <a:lnTo>
                  <a:pt x="330" y="413"/>
                </a:lnTo>
                <a:lnTo>
                  <a:pt x="330" y="412"/>
                </a:lnTo>
                <a:lnTo>
                  <a:pt x="330" y="411"/>
                </a:lnTo>
                <a:lnTo>
                  <a:pt x="329" y="411"/>
                </a:lnTo>
                <a:lnTo>
                  <a:pt x="328" y="411"/>
                </a:lnTo>
                <a:lnTo>
                  <a:pt x="328" y="410"/>
                </a:lnTo>
                <a:lnTo>
                  <a:pt x="327" y="410"/>
                </a:lnTo>
                <a:lnTo>
                  <a:pt x="327" y="409"/>
                </a:lnTo>
                <a:lnTo>
                  <a:pt x="327" y="410"/>
                </a:lnTo>
                <a:lnTo>
                  <a:pt x="326" y="410"/>
                </a:lnTo>
                <a:lnTo>
                  <a:pt x="326" y="409"/>
                </a:lnTo>
                <a:lnTo>
                  <a:pt x="325" y="409"/>
                </a:lnTo>
                <a:lnTo>
                  <a:pt x="324" y="410"/>
                </a:lnTo>
                <a:lnTo>
                  <a:pt x="323" y="410"/>
                </a:lnTo>
                <a:lnTo>
                  <a:pt x="322" y="410"/>
                </a:lnTo>
                <a:lnTo>
                  <a:pt x="321" y="410"/>
                </a:lnTo>
                <a:lnTo>
                  <a:pt x="320" y="410"/>
                </a:lnTo>
                <a:lnTo>
                  <a:pt x="319" y="410"/>
                </a:lnTo>
                <a:lnTo>
                  <a:pt x="319" y="409"/>
                </a:lnTo>
                <a:lnTo>
                  <a:pt x="319" y="408"/>
                </a:lnTo>
                <a:lnTo>
                  <a:pt x="320" y="408"/>
                </a:lnTo>
                <a:lnTo>
                  <a:pt x="320" y="407"/>
                </a:lnTo>
                <a:lnTo>
                  <a:pt x="319" y="407"/>
                </a:lnTo>
                <a:lnTo>
                  <a:pt x="319" y="406"/>
                </a:lnTo>
                <a:lnTo>
                  <a:pt x="318" y="405"/>
                </a:lnTo>
                <a:lnTo>
                  <a:pt x="319" y="405"/>
                </a:lnTo>
                <a:lnTo>
                  <a:pt x="320" y="404"/>
                </a:lnTo>
                <a:lnTo>
                  <a:pt x="321" y="404"/>
                </a:lnTo>
                <a:lnTo>
                  <a:pt x="322" y="404"/>
                </a:lnTo>
                <a:lnTo>
                  <a:pt x="322" y="403"/>
                </a:lnTo>
                <a:lnTo>
                  <a:pt x="321" y="403"/>
                </a:lnTo>
                <a:lnTo>
                  <a:pt x="321" y="402"/>
                </a:lnTo>
                <a:lnTo>
                  <a:pt x="320" y="402"/>
                </a:lnTo>
                <a:lnTo>
                  <a:pt x="320" y="401"/>
                </a:lnTo>
                <a:lnTo>
                  <a:pt x="321" y="401"/>
                </a:lnTo>
                <a:lnTo>
                  <a:pt x="321" y="400"/>
                </a:lnTo>
                <a:lnTo>
                  <a:pt x="321" y="399"/>
                </a:lnTo>
                <a:lnTo>
                  <a:pt x="320" y="399"/>
                </a:lnTo>
                <a:lnTo>
                  <a:pt x="320" y="398"/>
                </a:lnTo>
                <a:lnTo>
                  <a:pt x="320" y="397"/>
                </a:lnTo>
                <a:lnTo>
                  <a:pt x="319" y="397"/>
                </a:lnTo>
                <a:lnTo>
                  <a:pt x="318" y="397"/>
                </a:lnTo>
                <a:lnTo>
                  <a:pt x="318" y="396"/>
                </a:lnTo>
                <a:lnTo>
                  <a:pt x="317" y="396"/>
                </a:lnTo>
                <a:lnTo>
                  <a:pt x="316" y="396"/>
                </a:lnTo>
                <a:lnTo>
                  <a:pt x="316" y="395"/>
                </a:lnTo>
                <a:lnTo>
                  <a:pt x="317" y="395"/>
                </a:lnTo>
                <a:lnTo>
                  <a:pt x="317" y="394"/>
                </a:lnTo>
                <a:lnTo>
                  <a:pt x="316" y="394"/>
                </a:lnTo>
                <a:lnTo>
                  <a:pt x="316" y="393"/>
                </a:lnTo>
                <a:lnTo>
                  <a:pt x="315" y="393"/>
                </a:lnTo>
                <a:lnTo>
                  <a:pt x="314" y="393"/>
                </a:lnTo>
                <a:lnTo>
                  <a:pt x="313" y="393"/>
                </a:lnTo>
                <a:lnTo>
                  <a:pt x="313" y="392"/>
                </a:lnTo>
                <a:lnTo>
                  <a:pt x="313" y="391"/>
                </a:lnTo>
                <a:lnTo>
                  <a:pt x="312" y="391"/>
                </a:lnTo>
                <a:lnTo>
                  <a:pt x="311" y="390"/>
                </a:lnTo>
                <a:lnTo>
                  <a:pt x="310" y="390"/>
                </a:lnTo>
                <a:lnTo>
                  <a:pt x="309" y="390"/>
                </a:lnTo>
                <a:lnTo>
                  <a:pt x="310" y="390"/>
                </a:lnTo>
                <a:lnTo>
                  <a:pt x="310" y="389"/>
                </a:lnTo>
                <a:lnTo>
                  <a:pt x="311" y="389"/>
                </a:lnTo>
                <a:lnTo>
                  <a:pt x="311" y="388"/>
                </a:lnTo>
                <a:lnTo>
                  <a:pt x="311" y="387"/>
                </a:lnTo>
                <a:lnTo>
                  <a:pt x="310" y="387"/>
                </a:lnTo>
                <a:lnTo>
                  <a:pt x="309" y="387"/>
                </a:lnTo>
                <a:lnTo>
                  <a:pt x="309" y="386"/>
                </a:lnTo>
                <a:lnTo>
                  <a:pt x="310" y="386"/>
                </a:lnTo>
                <a:lnTo>
                  <a:pt x="310" y="385"/>
                </a:lnTo>
                <a:lnTo>
                  <a:pt x="310" y="384"/>
                </a:lnTo>
                <a:lnTo>
                  <a:pt x="311" y="384"/>
                </a:lnTo>
                <a:lnTo>
                  <a:pt x="311" y="383"/>
                </a:lnTo>
                <a:lnTo>
                  <a:pt x="311" y="382"/>
                </a:lnTo>
                <a:lnTo>
                  <a:pt x="311" y="381"/>
                </a:lnTo>
                <a:lnTo>
                  <a:pt x="311" y="380"/>
                </a:lnTo>
                <a:lnTo>
                  <a:pt x="312" y="380"/>
                </a:lnTo>
                <a:lnTo>
                  <a:pt x="312" y="379"/>
                </a:lnTo>
                <a:lnTo>
                  <a:pt x="311" y="379"/>
                </a:lnTo>
                <a:lnTo>
                  <a:pt x="312" y="379"/>
                </a:lnTo>
                <a:lnTo>
                  <a:pt x="312" y="378"/>
                </a:lnTo>
                <a:lnTo>
                  <a:pt x="312" y="377"/>
                </a:lnTo>
                <a:lnTo>
                  <a:pt x="311" y="377"/>
                </a:lnTo>
                <a:lnTo>
                  <a:pt x="310" y="377"/>
                </a:lnTo>
                <a:lnTo>
                  <a:pt x="309" y="377"/>
                </a:lnTo>
                <a:lnTo>
                  <a:pt x="309" y="378"/>
                </a:lnTo>
                <a:lnTo>
                  <a:pt x="309" y="377"/>
                </a:lnTo>
                <a:lnTo>
                  <a:pt x="308" y="377"/>
                </a:lnTo>
                <a:lnTo>
                  <a:pt x="308" y="378"/>
                </a:lnTo>
                <a:lnTo>
                  <a:pt x="307" y="378"/>
                </a:lnTo>
                <a:lnTo>
                  <a:pt x="306" y="378"/>
                </a:lnTo>
                <a:lnTo>
                  <a:pt x="306" y="377"/>
                </a:lnTo>
                <a:lnTo>
                  <a:pt x="305" y="377"/>
                </a:lnTo>
                <a:lnTo>
                  <a:pt x="304" y="377"/>
                </a:lnTo>
                <a:lnTo>
                  <a:pt x="304" y="376"/>
                </a:lnTo>
                <a:lnTo>
                  <a:pt x="305" y="376"/>
                </a:lnTo>
                <a:lnTo>
                  <a:pt x="305" y="375"/>
                </a:lnTo>
                <a:lnTo>
                  <a:pt x="305" y="374"/>
                </a:lnTo>
                <a:lnTo>
                  <a:pt x="304" y="374"/>
                </a:lnTo>
                <a:lnTo>
                  <a:pt x="304" y="373"/>
                </a:lnTo>
                <a:lnTo>
                  <a:pt x="305" y="373"/>
                </a:lnTo>
                <a:lnTo>
                  <a:pt x="304" y="373"/>
                </a:lnTo>
                <a:lnTo>
                  <a:pt x="303" y="373"/>
                </a:lnTo>
                <a:lnTo>
                  <a:pt x="303" y="372"/>
                </a:lnTo>
                <a:lnTo>
                  <a:pt x="302" y="372"/>
                </a:lnTo>
                <a:lnTo>
                  <a:pt x="300" y="372"/>
                </a:lnTo>
                <a:lnTo>
                  <a:pt x="301" y="371"/>
                </a:lnTo>
                <a:lnTo>
                  <a:pt x="302" y="371"/>
                </a:lnTo>
                <a:lnTo>
                  <a:pt x="302" y="370"/>
                </a:lnTo>
                <a:lnTo>
                  <a:pt x="302" y="369"/>
                </a:lnTo>
                <a:lnTo>
                  <a:pt x="301" y="369"/>
                </a:lnTo>
                <a:lnTo>
                  <a:pt x="301" y="368"/>
                </a:lnTo>
                <a:lnTo>
                  <a:pt x="301" y="367"/>
                </a:lnTo>
                <a:lnTo>
                  <a:pt x="300" y="367"/>
                </a:lnTo>
                <a:lnTo>
                  <a:pt x="301" y="367"/>
                </a:lnTo>
                <a:lnTo>
                  <a:pt x="302" y="367"/>
                </a:lnTo>
                <a:lnTo>
                  <a:pt x="302" y="366"/>
                </a:lnTo>
                <a:lnTo>
                  <a:pt x="303" y="366"/>
                </a:lnTo>
                <a:lnTo>
                  <a:pt x="303" y="365"/>
                </a:lnTo>
                <a:lnTo>
                  <a:pt x="302" y="364"/>
                </a:lnTo>
                <a:lnTo>
                  <a:pt x="301" y="364"/>
                </a:lnTo>
                <a:lnTo>
                  <a:pt x="302" y="363"/>
                </a:lnTo>
                <a:lnTo>
                  <a:pt x="303" y="363"/>
                </a:lnTo>
                <a:lnTo>
                  <a:pt x="303" y="362"/>
                </a:lnTo>
                <a:lnTo>
                  <a:pt x="302" y="362"/>
                </a:lnTo>
                <a:lnTo>
                  <a:pt x="302" y="361"/>
                </a:lnTo>
                <a:lnTo>
                  <a:pt x="301" y="361"/>
                </a:lnTo>
                <a:lnTo>
                  <a:pt x="301" y="360"/>
                </a:lnTo>
                <a:lnTo>
                  <a:pt x="301" y="359"/>
                </a:lnTo>
                <a:lnTo>
                  <a:pt x="300" y="359"/>
                </a:lnTo>
                <a:lnTo>
                  <a:pt x="299" y="359"/>
                </a:lnTo>
                <a:lnTo>
                  <a:pt x="298" y="358"/>
                </a:lnTo>
                <a:lnTo>
                  <a:pt x="297" y="358"/>
                </a:lnTo>
                <a:lnTo>
                  <a:pt x="297" y="357"/>
                </a:lnTo>
                <a:lnTo>
                  <a:pt x="297" y="358"/>
                </a:lnTo>
                <a:lnTo>
                  <a:pt x="296" y="358"/>
                </a:lnTo>
                <a:lnTo>
                  <a:pt x="296" y="359"/>
                </a:lnTo>
                <a:lnTo>
                  <a:pt x="295" y="359"/>
                </a:lnTo>
                <a:lnTo>
                  <a:pt x="295" y="360"/>
                </a:lnTo>
                <a:lnTo>
                  <a:pt x="294" y="360"/>
                </a:lnTo>
                <a:lnTo>
                  <a:pt x="294" y="361"/>
                </a:lnTo>
                <a:lnTo>
                  <a:pt x="294" y="360"/>
                </a:lnTo>
                <a:lnTo>
                  <a:pt x="293" y="360"/>
                </a:lnTo>
                <a:lnTo>
                  <a:pt x="292" y="360"/>
                </a:lnTo>
                <a:lnTo>
                  <a:pt x="291" y="359"/>
                </a:lnTo>
                <a:lnTo>
                  <a:pt x="291" y="358"/>
                </a:lnTo>
                <a:lnTo>
                  <a:pt x="291" y="357"/>
                </a:lnTo>
                <a:lnTo>
                  <a:pt x="290" y="357"/>
                </a:lnTo>
                <a:lnTo>
                  <a:pt x="290" y="356"/>
                </a:lnTo>
                <a:lnTo>
                  <a:pt x="291" y="356"/>
                </a:lnTo>
                <a:lnTo>
                  <a:pt x="291" y="355"/>
                </a:lnTo>
                <a:lnTo>
                  <a:pt x="290" y="355"/>
                </a:lnTo>
                <a:lnTo>
                  <a:pt x="290" y="354"/>
                </a:lnTo>
                <a:lnTo>
                  <a:pt x="290" y="353"/>
                </a:lnTo>
                <a:lnTo>
                  <a:pt x="290" y="352"/>
                </a:lnTo>
                <a:lnTo>
                  <a:pt x="290" y="351"/>
                </a:lnTo>
                <a:lnTo>
                  <a:pt x="290" y="350"/>
                </a:lnTo>
                <a:lnTo>
                  <a:pt x="290" y="349"/>
                </a:lnTo>
                <a:lnTo>
                  <a:pt x="291" y="348"/>
                </a:lnTo>
                <a:lnTo>
                  <a:pt x="291" y="347"/>
                </a:lnTo>
                <a:lnTo>
                  <a:pt x="291" y="346"/>
                </a:lnTo>
                <a:lnTo>
                  <a:pt x="292" y="346"/>
                </a:lnTo>
                <a:lnTo>
                  <a:pt x="291" y="345"/>
                </a:lnTo>
                <a:lnTo>
                  <a:pt x="291" y="344"/>
                </a:lnTo>
                <a:lnTo>
                  <a:pt x="292" y="344"/>
                </a:lnTo>
                <a:lnTo>
                  <a:pt x="292" y="342"/>
                </a:lnTo>
                <a:lnTo>
                  <a:pt x="291" y="341"/>
                </a:lnTo>
                <a:lnTo>
                  <a:pt x="292" y="340"/>
                </a:lnTo>
                <a:lnTo>
                  <a:pt x="291" y="340"/>
                </a:lnTo>
                <a:lnTo>
                  <a:pt x="291" y="339"/>
                </a:lnTo>
                <a:lnTo>
                  <a:pt x="291" y="338"/>
                </a:lnTo>
                <a:lnTo>
                  <a:pt x="290" y="337"/>
                </a:lnTo>
                <a:lnTo>
                  <a:pt x="289" y="336"/>
                </a:lnTo>
                <a:lnTo>
                  <a:pt x="289" y="335"/>
                </a:lnTo>
                <a:lnTo>
                  <a:pt x="290" y="335"/>
                </a:lnTo>
                <a:lnTo>
                  <a:pt x="291" y="335"/>
                </a:lnTo>
                <a:lnTo>
                  <a:pt x="291" y="334"/>
                </a:lnTo>
                <a:lnTo>
                  <a:pt x="291" y="333"/>
                </a:lnTo>
                <a:lnTo>
                  <a:pt x="292" y="333"/>
                </a:lnTo>
                <a:lnTo>
                  <a:pt x="292" y="332"/>
                </a:lnTo>
                <a:lnTo>
                  <a:pt x="293" y="332"/>
                </a:lnTo>
                <a:lnTo>
                  <a:pt x="293" y="331"/>
                </a:lnTo>
                <a:lnTo>
                  <a:pt x="294" y="331"/>
                </a:lnTo>
                <a:lnTo>
                  <a:pt x="293" y="330"/>
                </a:lnTo>
                <a:lnTo>
                  <a:pt x="293" y="329"/>
                </a:lnTo>
                <a:lnTo>
                  <a:pt x="293" y="328"/>
                </a:lnTo>
                <a:lnTo>
                  <a:pt x="294" y="327"/>
                </a:lnTo>
                <a:lnTo>
                  <a:pt x="294" y="326"/>
                </a:lnTo>
                <a:lnTo>
                  <a:pt x="293" y="325"/>
                </a:lnTo>
                <a:lnTo>
                  <a:pt x="294" y="325"/>
                </a:lnTo>
                <a:lnTo>
                  <a:pt x="293" y="325"/>
                </a:lnTo>
                <a:lnTo>
                  <a:pt x="292" y="325"/>
                </a:lnTo>
                <a:lnTo>
                  <a:pt x="292" y="326"/>
                </a:lnTo>
                <a:lnTo>
                  <a:pt x="291" y="326"/>
                </a:lnTo>
                <a:lnTo>
                  <a:pt x="291" y="327"/>
                </a:lnTo>
                <a:lnTo>
                  <a:pt x="290" y="327"/>
                </a:lnTo>
                <a:lnTo>
                  <a:pt x="290" y="326"/>
                </a:lnTo>
                <a:lnTo>
                  <a:pt x="289" y="326"/>
                </a:lnTo>
                <a:lnTo>
                  <a:pt x="288" y="326"/>
                </a:lnTo>
                <a:lnTo>
                  <a:pt x="287" y="326"/>
                </a:lnTo>
                <a:lnTo>
                  <a:pt x="287" y="327"/>
                </a:lnTo>
                <a:lnTo>
                  <a:pt x="286" y="327"/>
                </a:lnTo>
                <a:lnTo>
                  <a:pt x="286" y="326"/>
                </a:lnTo>
                <a:lnTo>
                  <a:pt x="285" y="326"/>
                </a:lnTo>
                <a:lnTo>
                  <a:pt x="285" y="327"/>
                </a:lnTo>
                <a:lnTo>
                  <a:pt x="284" y="327"/>
                </a:lnTo>
                <a:lnTo>
                  <a:pt x="284" y="328"/>
                </a:lnTo>
                <a:lnTo>
                  <a:pt x="283" y="329"/>
                </a:lnTo>
                <a:lnTo>
                  <a:pt x="282" y="329"/>
                </a:lnTo>
                <a:lnTo>
                  <a:pt x="282" y="330"/>
                </a:lnTo>
                <a:lnTo>
                  <a:pt x="281" y="330"/>
                </a:lnTo>
                <a:lnTo>
                  <a:pt x="281" y="331"/>
                </a:lnTo>
                <a:lnTo>
                  <a:pt x="281" y="332"/>
                </a:lnTo>
                <a:lnTo>
                  <a:pt x="280" y="332"/>
                </a:lnTo>
                <a:lnTo>
                  <a:pt x="279" y="332"/>
                </a:lnTo>
                <a:lnTo>
                  <a:pt x="278" y="332"/>
                </a:lnTo>
                <a:lnTo>
                  <a:pt x="277" y="332"/>
                </a:lnTo>
                <a:lnTo>
                  <a:pt x="276" y="333"/>
                </a:lnTo>
                <a:lnTo>
                  <a:pt x="275" y="333"/>
                </a:lnTo>
                <a:lnTo>
                  <a:pt x="275" y="334"/>
                </a:lnTo>
                <a:lnTo>
                  <a:pt x="274" y="335"/>
                </a:lnTo>
                <a:lnTo>
                  <a:pt x="274" y="336"/>
                </a:lnTo>
                <a:lnTo>
                  <a:pt x="274" y="337"/>
                </a:lnTo>
                <a:lnTo>
                  <a:pt x="274" y="338"/>
                </a:lnTo>
                <a:lnTo>
                  <a:pt x="274" y="339"/>
                </a:lnTo>
                <a:lnTo>
                  <a:pt x="274" y="340"/>
                </a:lnTo>
                <a:lnTo>
                  <a:pt x="273" y="340"/>
                </a:lnTo>
                <a:lnTo>
                  <a:pt x="273" y="341"/>
                </a:lnTo>
                <a:lnTo>
                  <a:pt x="273" y="342"/>
                </a:lnTo>
                <a:lnTo>
                  <a:pt x="272" y="342"/>
                </a:lnTo>
                <a:lnTo>
                  <a:pt x="272" y="341"/>
                </a:lnTo>
                <a:lnTo>
                  <a:pt x="271" y="341"/>
                </a:lnTo>
                <a:lnTo>
                  <a:pt x="271" y="342"/>
                </a:lnTo>
                <a:lnTo>
                  <a:pt x="270" y="342"/>
                </a:lnTo>
                <a:lnTo>
                  <a:pt x="270" y="343"/>
                </a:lnTo>
                <a:lnTo>
                  <a:pt x="271" y="343"/>
                </a:lnTo>
                <a:lnTo>
                  <a:pt x="271" y="344"/>
                </a:lnTo>
                <a:lnTo>
                  <a:pt x="270" y="344"/>
                </a:lnTo>
                <a:lnTo>
                  <a:pt x="269" y="344"/>
                </a:lnTo>
                <a:lnTo>
                  <a:pt x="269" y="345"/>
                </a:lnTo>
                <a:lnTo>
                  <a:pt x="268" y="345"/>
                </a:lnTo>
                <a:lnTo>
                  <a:pt x="268" y="346"/>
                </a:lnTo>
                <a:lnTo>
                  <a:pt x="267" y="346"/>
                </a:lnTo>
                <a:lnTo>
                  <a:pt x="268" y="346"/>
                </a:lnTo>
                <a:lnTo>
                  <a:pt x="268" y="347"/>
                </a:lnTo>
                <a:lnTo>
                  <a:pt x="267" y="347"/>
                </a:lnTo>
                <a:lnTo>
                  <a:pt x="266" y="348"/>
                </a:lnTo>
                <a:lnTo>
                  <a:pt x="266" y="349"/>
                </a:lnTo>
                <a:lnTo>
                  <a:pt x="265" y="349"/>
                </a:lnTo>
                <a:lnTo>
                  <a:pt x="264" y="350"/>
                </a:lnTo>
                <a:lnTo>
                  <a:pt x="263" y="350"/>
                </a:lnTo>
                <a:lnTo>
                  <a:pt x="262" y="351"/>
                </a:lnTo>
                <a:lnTo>
                  <a:pt x="262" y="352"/>
                </a:lnTo>
                <a:lnTo>
                  <a:pt x="261" y="352"/>
                </a:lnTo>
                <a:lnTo>
                  <a:pt x="260" y="352"/>
                </a:lnTo>
                <a:lnTo>
                  <a:pt x="259" y="352"/>
                </a:lnTo>
                <a:lnTo>
                  <a:pt x="258" y="353"/>
                </a:lnTo>
                <a:lnTo>
                  <a:pt x="257" y="353"/>
                </a:lnTo>
                <a:lnTo>
                  <a:pt x="256" y="354"/>
                </a:lnTo>
                <a:lnTo>
                  <a:pt x="255" y="355"/>
                </a:lnTo>
                <a:lnTo>
                  <a:pt x="256" y="356"/>
                </a:lnTo>
                <a:lnTo>
                  <a:pt x="256" y="357"/>
                </a:lnTo>
                <a:lnTo>
                  <a:pt x="255" y="357"/>
                </a:lnTo>
                <a:lnTo>
                  <a:pt x="254" y="357"/>
                </a:lnTo>
                <a:lnTo>
                  <a:pt x="254" y="356"/>
                </a:lnTo>
                <a:lnTo>
                  <a:pt x="254" y="355"/>
                </a:lnTo>
                <a:lnTo>
                  <a:pt x="254" y="354"/>
                </a:lnTo>
                <a:lnTo>
                  <a:pt x="254" y="353"/>
                </a:lnTo>
                <a:lnTo>
                  <a:pt x="253" y="353"/>
                </a:lnTo>
                <a:lnTo>
                  <a:pt x="253" y="352"/>
                </a:lnTo>
                <a:lnTo>
                  <a:pt x="253" y="351"/>
                </a:lnTo>
                <a:lnTo>
                  <a:pt x="252" y="351"/>
                </a:lnTo>
                <a:lnTo>
                  <a:pt x="252" y="352"/>
                </a:lnTo>
                <a:lnTo>
                  <a:pt x="251" y="352"/>
                </a:lnTo>
                <a:lnTo>
                  <a:pt x="251" y="351"/>
                </a:lnTo>
                <a:lnTo>
                  <a:pt x="250" y="351"/>
                </a:lnTo>
                <a:lnTo>
                  <a:pt x="249" y="351"/>
                </a:lnTo>
                <a:lnTo>
                  <a:pt x="248" y="351"/>
                </a:lnTo>
                <a:lnTo>
                  <a:pt x="247" y="351"/>
                </a:lnTo>
                <a:lnTo>
                  <a:pt x="246" y="351"/>
                </a:lnTo>
                <a:lnTo>
                  <a:pt x="246" y="350"/>
                </a:lnTo>
                <a:lnTo>
                  <a:pt x="246" y="349"/>
                </a:lnTo>
                <a:lnTo>
                  <a:pt x="247" y="348"/>
                </a:lnTo>
                <a:lnTo>
                  <a:pt x="248" y="348"/>
                </a:lnTo>
                <a:lnTo>
                  <a:pt x="249" y="348"/>
                </a:lnTo>
                <a:lnTo>
                  <a:pt x="249" y="347"/>
                </a:lnTo>
                <a:lnTo>
                  <a:pt x="250" y="347"/>
                </a:lnTo>
                <a:lnTo>
                  <a:pt x="251" y="347"/>
                </a:lnTo>
                <a:lnTo>
                  <a:pt x="251" y="346"/>
                </a:lnTo>
                <a:lnTo>
                  <a:pt x="252" y="346"/>
                </a:lnTo>
                <a:lnTo>
                  <a:pt x="252" y="345"/>
                </a:lnTo>
                <a:lnTo>
                  <a:pt x="253" y="345"/>
                </a:lnTo>
                <a:lnTo>
                  <a:pt x="253" y="344"/>
                </a:lnTo>
                <a:lnTo>
                  <a:pt x="253" y="343"/>
                </a:lnTo>
                <a:lnTo>
                  <a:pt x="252" y="342"/>
                </a:lnTo>
                <a:lnTo>
                  <a:pt x="251" y="341"/>
                </a:lnTo>
                <a:lnTo>
                  <a:pt x="250" y="341"/>
                </a:lnTo>
                <a:lnTo>
                  <a:pt x="250" y="342"/>
                </a:lnTo>
                <a:lnTo>
                  <a:pt x="249" y="342"/>
                </a:lnTo>
                <a:lnTo>
                  <a:pt x="247" y="342"/>
                </a:lnTo>
                <a:lnTo>
                  <a:pt x="246" y="342"/>
                </a:lnTo>
                <a:lnTo>
                  <a:pt x="245" y="341"/>
                </a:lnTo>
                <a:lnTo>
                  <a:pt x="244" y="340"/>
                </a:lnTo>
                <a:lnTo>
                  <a:pt x="243" y="339"/>
                </a:lnTo>
                <a:lnTo>
                  <a:pt x="244" y="339"/>
                </a:lnTo>
                <a:lnTo>
                  <a:pt x="244" y="338"/>
                </a:lnTo>
                <a:lnTo>
                  <a:pt x="245" y="338"/>
                </a:lnTo>
                <a:lnTo>
                  <a:pt x="245" y="337"/>
                </a:lnTo>
                <a:lnTo>
                  <a:pt x="246" y="337"/>
                </a:lnTo>
                <a:lnTo>
                  <a:pt x="246" y="336"/>
                </a:lnTo>
                <a:lnTo>
                  <a:pt x="249" y="334"/>
                </a:lnTo>
                <a:lnTo>
                  <a:pt x="251" y="332"/>
                </a:lnTo>
                <a:lnTo>
                  <a:pt x="252" y="331"/>
                </a:lnTo>
                <a:lnTo>
                  <a:pt x="251" y="331"/>
                </a:lnTo>
                <a:lnTo>
                  <a:pt x="251" y="330"/>
                </a:lnTo>
                <a:lnTo>
                  <a:pt x="250" y="330"/>
                </a:lnTo>
                <a:lnTo>
                  <a:pt x="249" y="330"/>
                </a:lnTo>
                <a:lnTo>
                  <a:pt x="249" y="329"/>
                </a:lnTo>
                <a:lnTo>
                  <a:pt x="248" y="329"/>
                </a:lnTo>
                <a:lnTo>
                  <a:pt x="248" y="328"/>
                </a:lnTo>
                <a:lnTo>
                  <a:pt x="247" y="328"/>
                </a:lnTo>
                <a:lnTo>
                  <a:pt x="247" y="327"/>
                </a:lnTo>
                <a:lnTo>
                  <a:pt x="246" y="327"/>
                </a:lnTo>
                <a:lnTo>
                  <a:pt x="246" y="326"/>
                </a:lnTo>
                <a:lnTo>
                  <a:pt x="245" y="326"/>
                </a:lnTo>
                <a:lnTo>
                  <a:pt x="244" y="326"/>
                </a:lnTo>
                <a:lnTo>
                  <a:pt x="243" y="325"/>
                </a:lnTo>
                <a:lnTo>
                  <a:pt x="243" y="324"/>
                </a:lnTo>
                <a:lnTo>
                  <a:pt x="242" y="324"/>
                </a:lnTo>
                <a:lnTo>
                  <a:pt x="241" y="323"/>
                </a:lnTo>
                <a:lnTo>
                  <a:pt x="240" y="323"/>
                </a:lnTo>
                <a:lnTo>
                  <a:pt x="240" y="322"/>
                </a:lnTo>
                <a:lnTo>
                  <a:pt x="239" y="322"/>
                </a:lnTo>
                <a:lnTo>
                  <a:pt x="239" y="321"/>
                </a:lnTo>
                <a:lnTo>
                  <a:pt x="238" y="321"/>
                </a:lnTo>
                <a:lnTo>
                  <a:pt x="238" y="320"/>
                </a:lnTo>
                <a:lnTo>
                  <a:pt x="239" y="320"/>
                </a:lnTo>
                <a:lnTo>
                  <a:pt x="238" y="319"/>
                </a:lnTo>
                <a:lnTo>
                  <a:pt x="238" y="318"/>
                </a:lnTo>
                <a:lnTo>
                  <a:pt x="239" y="318"/>
                </a:lnTo>
                <a:lnTo>
                  <a:pt x="239" y="317"/>
                </a:lnTo>
                <a:lnTo>
                  <a:pt x="238" y="317"/>
                </a:lnTo>
                <a:lnTo>
                  <a:pt x="239" y="316"/>
                </a:lnTo>
                <a:lnTo>
                  <a:pt x="238" y="316"/>
                </a:lnTo>
                <a:lnTo>
                  <a:pt x="239" y="315"/>
                </a:lnTo>
                <a:lnTo>
                  <a:pt x="238" y="315"/>
                </a:lnTo>
                <a:lnTo>
                  <a:pt x="237" y="315"/>
                </a:lnTo>
                <a:lnTo>
                  <a:pt x="236" y="315"/>
                </a:lnTo>
                <a:lnTo>
                  <a:pt x="234" y="315"/>
                </a:lnTo>
                <a:lnTo>
                  <a:pt x="233" y="314"/>
                </a:lnTo>
                <a:lnTo>
                  <a:pt x="233" y="313"/>
                </a:lnTo>
                <a:lnTo>
                  <a:pt x="232" y="313"/>
                </a:lnTo>
                <a:lnTo>
                  <a:pt x="231" y="314"/>
                </a:lnTo>
                <a:lnTo>
                  <a:pt x="230" y="314"/>
                </a:lnTo>
                <a:lnTo>
                  <a:pt x="229" y="314"/>
                </a:lnTo>
                <a:lnTo>
                  <a:pt x="228" y="314"/>
                </a:lnTo>
                <a:lnTo>
                  <a:pt x="227" y="314"/>
                </a:lnTo>
                <a:lnTo>
                  <a:pt x="227" y="313"/>
                </a:lnTo>
                <a:lnTo>
                  <a:pt x="226" y="313"/>
                </a:lnTo>
                <a:lnTo>
                  <a:pt x="225" y="313"/>
                </a:lnTo>
                <a:lnTo>
                  <a:pt x="224" y="314"/>
                </a:lnTo>
                <a:lnTo>
                  <a:pt x="223" y="314"/>
                </a:lnTo>
                <a:lnTo>
                  <a:pt x="223" y="312"/>
                </a:lnTo>
                <a:lnTo>
                  <a:pt x="224" y="312"/>
                </a:lnTo>
                <a:lnTo>
                  <a:pt x="223" y="311"/>
                </a:lnTo>
                <a:lnTo>
                  <a:pt x="224" y="311"/>
                </a:lnTo>
                <a:lnTo>
                  <a:pt x="223" y="310"/>
                </a:lnTo>
                <a:lnTo>
                  <a:pt x="222" y="310"/>
                </a:lnTo>
                <a:lnTo>
                  <a:pt x="222" y="309"/>
                </a:lnTo>
                <a:lnTo>
                  <a:pt x="221" y="309"/>
                </a:lnTo>
                <a:lnTo>
                  <a:pt x="220" y="309"/>
                </a:lnTo>
                <a:lnTo>
                  <a:pt x="219" y="309"/>
                </a:lnTo>
                <a:lnTo>
                  <a:pt x="218" y="309"/>
                </a:lnTo>
                <a:lnTo>
                  <a:pt x="217" y="309"/>
                </a:lnTo>
                <a:lnTo>
                  <a:pt x="217" y="310"/>
                </a:lnTo>
                <a:lnTo>
                  <a:pt x="216" y="310"/>
                </a:lnTo>
                <a:lnTo>
                  <a:pt x="215" y="309"/>
                </a:lnTo>
                <a:lnTo>
                  <a:pt x="214" y="309"/>
                </a:lnTo>
                <a:lnTo>
                  <a:pt x="214" y="308"/>
                </a:lnTo>
                <a:lnTo>
                  <a:pt x="213" y="308"/>
                </a:lnTo>
                <a:lnTo>
                  <a:pt x="212" y="307"/>
                </a:lnTo>
                <a:lnTo>
                  <a:pt x="212" y="306"/>
                </a:lnTo>
                <a:lnTo>
                  <a:pt x="211" y="306"/>
                </a:lnTo>
                <a:lnTo>
                  <a:pt x="211" y="305"/>
                </a:lnTo>
                <a:lnTo>
                  <a:pt x="210" y="304"/>
                </a:lnTo>
                <a:lnTo>
                  <a:pt x="209" y="303"/>
                </a:lnTo>
                <a:lnTo>
                  <a:pt x="208" y="303"/>
                </a:lnTo>
                <a:lnTo>
                  <a:pt x="207" y="303"/>
                </a:lnTo>
                <a:lnTo>
                  <a:pt x="207" y="302"/>
                </a:lnTo>
                <a:lnTo>
                  <a:pt x="206" y="302"/>
                </a:lnTo>
                <a:lnTo>
                  <a:pt x="205" y="302"/>
                </a:lnTo>
                <a:lnTo>
                  <a:pt x="204" y="302"/>
                </a:lnTo>
                <a:lnTo>
                  <a:pt x="204" y="301"/>
                </a:lnTo>
                <a:lnTo>
                  <a:pt x="204" y="300"/>
                </a:lnTo>
                <a:lnTo>
                  <a:pt x="204" y="299"/>
                </a:lnTo>
                <a:lnTo>
                  <a:pt x="203" y="299"/>
                </a:lnTo>
                <a:lnTo>
                  <a:pt x="201" y="298"/>
                </a:lnTo>
                <a:lnTo>
                  <a:pt x="200" y="298"/>
                </a:lnTo>
                <a:lnTo>
                  <a:pt x="200" y="297"/>
                </a:lnTo>
                <a:lnTo>
                  <a:pt x="200" y="296"/>
                </a:lnTo>
                <a:lnTo>
                  <a:pt x="200" y="295"/>
                </a:lnTo>
                <a:lnTo>
                  <a:pt x="200" y="294"/>
                </a:lnTo>
                <a:lnTo>
                  <a:pt x="201" y="293"/>
                </a:lnTo>
                <a:lnTo>
                  <a:pt x="202" y="293"/>
                </a:lnTo>
                <a:lnTo>
                  <a:pt x="201" y="293"/>
                </a:lnTo>
                <a:lnTo>
                  <a:pt x="201" y="292"/>
                </a:lnTo>
                <a:lnTo>
                  <a:pt x="200" y="292"/>
                </a:lnTo>
                <a:lnTo>
                  <a:pt x="201" y="292"/>
                </a:lnTo>
                <a:lnTo>
                  <a:pt x="200" y="291"/>
                </a:lnTo>
                <a:lnTo>
                  <a:pt x="199" y="291"/>
                </a:lnTo>
                <a:lnTo>
                  <a:pt x="198" y="291"/>
                </a:lnTo>
                <a:lnTo>
                  <a:pt x="198" y="290"/>
                </a:lnTo>
                <a:lnTo>
                  <a:pt x="198" y="291"/>
                </a:lnTo>
                <a:lnTo>
                  <a:pt x="197" y="290"/>
                </a:lnTo>
                <a:lnTo>
                  <a:pt x="196" y="289"/>
                </a:lnTo>
                <a:lnTo>
                  <a:pt x="195" y="289"/>
                </a:lnTo>
                <a:lnTo>
                  <a:pt x="194" y="289"/>
                </a:lnTo>
                <a:lnTo>
                  <a:pt x="195" y="289"/>
                </a:lnTo>
                <a:lnTo>
                  <a:pt x="194" y="289"/>
                </a:lnTo>
                <a:lnTo>
                  <a:pt x="194" y="290"/>
                </a:lnTo>
                <a:lnTo>
                  <a:pt x="193" y="290"/>
                </a:lnTo>
                <a:lnTo>
                  <a:pt x="193" y="289"/>
                </a:lnTo>
                <a:lnTo>
                  <a:pt x="193" y="290"/>
                </a:lnTo>
                <a:lnTo>
                  <a:pt x="192" y="290"/>
                </a:lnTo>
                <a:lnTo>
                  <a:pt x="191" y="290"/>
                </a:lnTo>
                <a:lnTo>
                  <a:pt x="191" y="291"/>
                </a:lnTo>
                <a:lnTo>
                  <a:pt x="191" y="292"/>
                </a:lnTo>
                <a:lnTo>
                  <a:pt x="190" y="293"/>
                </a:lnTo>
                <a:lnTo>
                  <a:pt x="190" y="294"/>
                </a:lnTo>
                <a:lnTo>
                  <a:pt x="189" y="295"/>
                </a:lnTo>
                <a:lnTo>
                  <a:pt x="188" y="296"/>
                </a:lnTo>
                <a:lnTo>
                  <a:pt x="187" y="296"/>
                </a:lnTo>
                <a:lnTo>
                  <a:pt x="187" y="298"/>
                </a:lnTo>
                <a:lnTo>
                  <a:pt x="186" y="298"/>
                </a:lnTo>
                <a:lnTo>
                  <a:pt x="186" y="299"/>
                </a:lnTo>
                <a:lnTo>
                  <a:pt x="186" y="300"/>
                </a:lnTo>
                <a:lnTo>
                  <a:pt x="186" y="301"/>
                </a:lnTo>
                <a:lnTo>
                  <a:pt x="183" y="301"/>
                </a:lnTo>
                <a:lnTo>
                  <a:pt x="181" y="301"/>
                </a:lnTo>
                <a:lnTo>
                  <a:pt x="179" y="301"/>
                </a:lnTo>
                <a:lnTo>
                  <a:pt x="178" y="301"/>
                </a:lnTo>
                <a:lnTo>
                  <a:pt x="176" y="301"/>
                </a:lnTo>
                <a:lnTo>
                  <a:pt x="176" y="300"/>
                </a:lnTo>
                <a:lnTo>
                  <a:pt x="175" y="300"/>
                </a:lnTo>
                <a:lnTo>
                  <a:pt x="175" y="299"/>
                </a:lnTo>
                <a:lnTo>
                  <a:pt x="174" y="298"/>
                </a:lnTo>
                <a:lnTo>
                  <a:pt x="173" y="297"/>
                </a:lnTo>
                <a:lnTo>
                  <a:pt x="172" y="296"/>
                </a:lnTo>
                <a:lnTo>
                  <a:pt x="172" y="297"/>
                </a:lnTo>
                <a:lnTo>
                  <a:pt x="171" y="298"/>
                </a:lnTo>
                <a:lnTo>
                  <a:pt x="170" y="298"/>
                </a:lnTo>
                <a:lnTo>
                  <a:pt x="170" y="297"/>
                </a:lnTo>
                <a:lnTo>
                  <a:pt x="169" y="297"/>
                </a:lnTo>
                <a:lnTo>
                  <a:pt x="168" y="296"/>
                </a:lnTo>
                <a:lnTo>
                  <a:pt x="168" y="295"/>
                </a:lnTo>
                <a:lnTo>
                  <a:pt x="167" y="294"/>
                </a:lnTo>
                <a:lnTo>
                  <a:pt x="167" y="293"/>
                </a:lnTo>
                <a:lnTo>
                  <a:pt x="163" y="294"/>
                </a:lnTo>
                <a:lnTo>
                  <a:pt x="163" y="295"/>
                </a:lnTo>
                <a:lnTo>
                  <a:pt x="163" y="296"/>
                </a:lnTo>
                <a:lnTo>
                  <a:pt x="161" y="297"/>
                </a:lnTo>
                <a:lnTo>
                  <a:pt x="160" y="295"/>
                </a:lnTo>
                <a:lnTo>
                  <a:pt x="159" y="294"/>
                </a:lnTo>
                <a:lnTo>
                  <a:pt x="158" y="293"/>
                </a:lnTo>
                <a:lnTo>
                  <a:pt x="158" y="292"/>
                </a:lnTo>
                <a:lnTo>
                  <a:pt x="158" y="291"/>
                </a:lnTo>
                <a:lnTo>
                  <a:pt x="157" y="290"/>
                </a:lnTo>
                <a:lnTo>
                  <a:pt x="156" y="290"/>
                </a:lnTo>
                <a:lnTo>
                  <a:pt x="156" y="289"/>
                </a:lnTo>
                <a:lnTo>
                  <a:pt x="153" y="290"/>
                </a:lnTo>
                <a:lnTo>
                  <a:pt x="153" y="289"/>
                </a:lnTo>
                <a:lnTo>
                  <a:pt x="151" y="289"/>
                </a:lnTo>
                <a:lnTo>
                  <a:pt x="152" y="288"/>
                </a:lnTo>
                <a:lnTo>
                  <a:pt x="152" y="287"/>
                </a:lnTo>
                <a:lnTo>
                  <a:pt x="153" y="286"/>
                </a:lnTo>
                <a:lnTo>
                  <a:pt x="152" y="286"/>
                </a:lnTo>
                <a:lnTo>
                  <a:pt x="152" y="285"/>
                </a:lnTo>
                <a:lnTo>
                  <a:pt x="151" y="284"/>
                </a:lnTo>
                <a:lnTo>
                  <a:pt x="151" y="283"/>
                </a:lnTo>
                <a:lnTo>
                  <a:pt x="151" y="282"/>
                </a:lnTo>
                <a:lnTo>
                  <a:pt x="152" y="282"/>
                </a:lnTo>
                <a:lnTo>
                  <a:pt x="153" y="282"/>
                </a:lnTo>
                <a:lnTo>
                  <a:pt x="154" y="281"/>
                </a:lnTo>
                <a:lnTo>
                  <a:pt x="155" y="281"/>
                </a:lnTo>
                <a:lnTo>
                  <a:pt x="156" y="281"/>
                </a:lnTo>
                <a:lnTo>
                  <a:pt x="157" y="281"/>
                </a:lnTo>
                <a:lnTo>
                  <a:pt x="158" y="281"/>
                </a:lnTo>
                <a:lnTo>
                  <a:pt x="160" y="282"/>
                </a:lnTo>
                <a:lnTo>
                  <a:pt x="161" y="282"/>
                </a:lnTo>
                <a:lnTo>
                  <a:pt x="162" y="283"/>
                </a:lnTo>
                <a:lnTo>
                  <a:pt x="163" y="283"/>
                </a:lnTo>
                <a:lnTo>
                  <a:pt x="164" y="283"/>
                </a:lnTo>
                <a:lnTo>
                  <a:pt x="164" y="282"/>
                </a:lnTo>
                <a:lnTo>
                  <a:pt x="164" y="281"/>
                </a:lnTo>
                <a:lnTo>
                  <a:pt x="165" y="281"/>
                </a:lnTo>
                <a:lnTo>
                  <a:pt x="164" y="281"/>
                </a:lnTo>
                <a:lnTo>
                  <a:pt x="163" y="280"/>
                </a:lnTo>
                <a:lnTo>
                  <a:pt x="162" y="280"/>
                </a:lnTo>
                <a:lnTo>
                  <a:pt x="161" y="278"/>
                </a:lnTo>
                <a:lnTo>
                  <a:pt x="161" y="277"/>
                </a:lnTo>
                <a:lnTo>
                  <a:pt x="161" y="276"/>
                </a:lnTo>
                <a:lnTo>
                  <a:pt x="161" y="277"/>
                </a:lnTo>
                <a:lnTo>
                  <a:pt x="162" y="277"/>
                </a:lnTo>
                <a:lnTo>
                  <a:pt x="162" y="278"/>
                </a:lnTo>
                <a:lnTo>
                  <a:pt x="164" y="279"/>
                </a:lnTo>
                <a:lnTo>
                  <a:pt x="166" y="279"/>
                </a:lnTo>
                <a:lnTo>
                  <a:pt x="167" y="279"/>
                </a:lnTo>
                <a:lnTo>
                  <a:pt x="167" y="278"/>
                </a:lnTo>
                <a:lnTo>
                  <a:pt x="169" y="278"/>
                </a:lnTo>
                <a:lnTo>
                  <a:pt x="169" y="277"/>
                </a:lnTo>
                <a:lnTo>
                  <a:pt x="169" y="276"/>
                </a:lnTo>
                <a:lnTo>
                  <a:pt x="169" y="275"/>
                </a:lnTo>
                <a:lnTo>
                  <a:pt x="170" y="275"/>
                </a:lnTo>
                <a:lnTo>
                  <a:pt x="171" y="275"/>
                </a:lnTo>
                <a:lnTo>
                  <a:pt x="171" y="274"/>
                </a:lnTo>
                <a:lnTo>
                  <a:pt x="172" y="273"/>
                </a:lnTo>
                <a:lnTo>
                  <a:pt x="171" y="273"/>
                </a:lnTo>
                <a:lnTo>
                  <a:pt x="171" y="272"/>
                </a:lnTo>
                <a:lnTo>
                  <a:pt x="171" y="271"/>
                </a:lnTo>
                <a:lnTo>
                  <a:pt x="171" y="270"/>
                </a:lnTo>
                <a:lnTo>
                  <a:pt x="170" y="270"/>
                </a:lnTo>
                <a:lnTo>
                  <a:pt x="170" y="269"/>
                </a:lnTo>
                <a:lnTo>
                  <a:pt x="170" y="268"/>
                </a:lnTo>
                <a:lnTo>
                  <a:pt x="170" y="267"/>
                </a:lnTo>
                <a:lnTo>
                  <a:pt x="170" y="266"/>
                </a:lnTo>
                <a:lnTo>
                  <a:pt x="169" y="266"/>
                </a:lnTo>
                <a:lnTo>
                  <a:pt x="168" y="264"/>
                </a:lnTo>
                <a:lnTo>
                  <a:pt x="167" y="264"/>
                </a:lnTo>
                <a:lnTo>
                  <a:pt x="167" y="263"/>
                </a:lnTo>
                <a:lnTo>
                  <a:pt x="166" y="263"/>
                </a:lnTo>
                <a:lnTo>
                  <a:pt x="167" y="263"/>
                </a:lnTo>
                <a:lnTo>
                  <a:pt x="167" y="262"/>
                </a:lnTo>
                <a:lnTo>
                  <a:pt x="167" y="261"/>
                </a:lnTo>
                <a:lnTo>
                  <a:pt x="168" y="260"/>
                </a:lnTo>
                <a:lnTo>
                  <a:pt x="168" y="259"/>
                </a:lnTo>
                <a:lnTo>
                  <a:pt x="167" y="258"/>
                </a:lnTo>
                <a:lnTo>
                  <a:pt x="166" y="257"/>
                </a:lnTo>
                <a:lnTo>
                  <a:pt x="166" y="256"/>
                </a:lnTo>
                <a:lnTo>
                  <a:pt x="166" y="255"/>
                </a:lnTo>
                <a:lnTo>
                  <a:pt x="165" y="255"/>
                </a:lnTo>
                <a:lnTo>
                  <a:pt x="165" y="253"/>
                </a:lnTo>
                <a:lnTo>
                  <a:pt x="165" y="252"/>
                </a:lnTo>
                <a:lnTo>
                  <a:pt x="165" y="251"/>
                </a:lnTo>
                <a:lnTo>
                  <a:pt x="164" y="250"/>
                </a:lnTo>
                <a:lnTo>
                  <a:pt x="164" y="249"/>
                </a:lnTo>
                <a:lnTo>
                  <a:pt x="163" y="249"/>
                </a:lnTo>
                <a:lnTo>
                  <a:pt x="163" y="248"/>
                </a:lnTo>
                <a:lnTo>
                  <a:pt x="163" y="247"/>
                </a:lnTo>
                <a:lnTo>
                  <a:pt x="162" y="246"/>
                </a:lnTo>
                <a:lnTo>
                  <a:pt x="162" y="245"/>
                </a:lnTo>
                <a:lnTo>
                  <a:pt x="161" y="244"/>
                </a:lnTo>
                <a:lnTo>
                  <a:pt x="159" y="242"/>
                </a:lnTo>
                <a:lnTo>
                  <a:pt x="158" y="242"/>
                </a:lnTo>
                <a:lnTo>
                  <a:pt x="157" y="241"/>
                </a:lnTo>
                <a:lnTo>
                  <a:pt x="157" y="240"/>
                </a:lnTo>
                <a:lnTo>
                  <a:pt x="157" y="239"/>
                </a:lnTo>
                <a:lnTo>
                  <a:pt x="158" y="239"/>
                </a:lnTo>
                <a:lnTo>
                  <a:pt x="159" y="239"/>
                </a:lnTo>
                <a:lnTo>
                  <a:pt x="159" y="238"/>
                </a:lnTo>
                <a:lnTo>
                  <a:pt x="158" y="238"/>
                </a:lnTo>
                <a:lnTo>
                  <a:pt x="156" y="236"/>
                </a:lnTo>
                <a:lnTo>
                  <a:pt x="156" y="235"/>
                </a:lnTo>
                <a:lnTo>
                  <a:pt x="155" y="234"/>
                </a:lnTo>
                <a:lnTo>
                  <a:pt x="154" y="234"/>
                </a:lnTo>
                <a:lnTo>
                  <a:pt x="153" y="234"/>
                </a:lnTo>
                <a:lnTo>
                  <a:pt x="153" y="233"/>
                </a:lnTo>
                <a:lnTo>
                  <a:pt x="153" y="232"/>
                </a:lnTo>
                <a:lnTo>
                  <a:pt x="152" y="232"/>
                </a:lnTo>
                <a:lnTo>
                  <a:pt x="152" y="231"/>
                </a:lnTo>
                <a:lnTo>
                  <a:pt x="153" y="231"/>
                </a:lnTo>
                <a:lnTo>
                  <a:pt x="153" y="230"/>
                </a:lnTo>
                <a:lnTo>
                  <a:pt x="153" y="229"/>
                </a:lnTo>
                <a:lnTo>
                  <a:pt x="153" y="228"/>
                </a:lnTo>
                <a:lnTo>
                  <a:pt x="154" y="228"/>
                </a:lnTo>
                <a:lnTo>
                  <a:pt x="154" y="227"/>
                </a:lnTo>
                <a:lnTo>
                  <a:pt x="154" y="228"/>
                </a:lnTo>
                <a:lnTo>
                  <a:pt x="155" y="227"/>
                </a:lnTo>
                <a:lnTo>
                  <a:pt x="154" y="227"/>
                </a:lnTo>
                <a:lnTo>
                  <a:pt x="155" y="226"/>
                </a:lnTo>
                <a:lnTo>
                  <a:pt x="155" y="225"/>
                </a:lnTo>
                <a:lnTo>
                  <a:pt x="155" y="224"/>
                </a:lnTo>
                <a:lnTo>
                  <a:pt x="156" y="223"/>
                </a:lnTo>
                <a:lnTo>
                  <a:pt x="158" y="222"/>
                </a:lnTo>
                <a:lnTo>
                  <a:pt x="157" y="221"/>
                </a:lnTo>
                <a:lnTo>
                  <a:pt x="158" y="220"/>
                </a:lnTo>
                <a:lnTo>
                  <a:pt x="158" y="221"/>
                </a:lnTo>
                <a:lnTo>
                  <a:pt x="158" y="220"/>
                </a:lnTo>
                <a:lnTo>
                  <a:pt x="152" y="218"/>
                </a:lnTo>
                <a:lnTo>
                  <a:pt x="152" y="217"/>
                </a:lnTo>
                <a:lnTo>
                  <a:pt x="151" y="217"/>
                </a:lnTo>
                <a:lnTo>
                  <a:pt x="150" y="217"/>
                </a:lnTo>
                <a:lnTo>
                  <a:pt x="150" y="216"/>
                </a:lnTo>
                <a:lnTo>
                  <a:pt x="149" y="215"/>
                </a:lnTo>
                <a:lnTo>
                  <a:pt x="148" y="211"/>
                </a:lnTo>
                <a:lnTo>
                  <a:pt x="145" y="206"/>
                </a:lnTo>
                <a:lnTo>
                  <a:pt x="144" y="206"/>
                </a:lnTo>
                <a:lnTo>
                  <a:pt x="142" y="203"/>
                </a:lnTo>
                <a:lnTo>
                  <a:pt x="141" y="202"/>
                </a:lnTo>
                <a:lnTo>
                  <a:pt x="141" y="201"/>
                </a:lnTo>
                <a:lnTo>
                  <a:pt x="140" y="201"/>
                </a:lnTo>
                <a:lnTo>
                  <a:pt x="139" y="201"/>
                </a:lnTo>
                <a:lnTo>
                  <a:pt x="138" y="201"/>
                </a:lnTo>
                <a:lnTo>
                  <a:pt x="136" y="200"/>
                </a:lnTo>
                <a:lnTo>
                  <a:pt x="135" y="200"/>
                </a:lnTo>
                <a:lnTo>
                  <a:pt x="134" y="199"/>
                </a:lnTo>
                <a:lnTo>
                  <a:pt x="135" y="199"/>
                </a:lnTo>
                <a:lnTo>
                  <a:pt x="134" y="196"/>
                </a:lnTo>
                <a:lnTo>
                  <a:pt x="133" y="196"/>
                </a:lnTo>
                <a:lnTo>
                  <a:pt x="134" y="195"/>
                </a:lnTo>
                <a:lnTo>
                  <a:pt x="135" y="195"/>
                </a:lnTo>
                <a:lnTo>
                  <a:pt x="135" y="194"/>
                </a:lnTo>
                <a:lnTo>
                  <a:pt x="136" y="193"/>
                </a:lnTo>
                <a:lnTo>
                  <a:pt x="134" y="190"/>
                </a:lnTo>
                <a:lnTo>
                  <a:pt x="135" y="190"/>
                </a:lnTo>
                <a:lnTo>
                  <a:pt x="135" y="189"/>
                </a:lnTo>
                <a:lnTo>
                  <a:pt x="134" y="188"/>
                </a:lnTo>
                <a:lnTo>
                  <a:pt x="135" y="188"/>
                </a:lnTo>
                <a:lnTo>
                  <a:pt x="135" y="187"/>
                </a:lnTo>
                <a:lnTo>
                  <a:pt x="135" y="186"/>
                </a:lnTo>
                <a:lnTo>
                  <a:pt x="135" y="185"/>
                </a:lnTo>
                <a:lnTo>
                  <a:pt x="134" y="184"/>
                </a:lnTo>
                <a:lnTo>
                  <a:pt x="133" y="184"/>
                </a:lnTo>
                <a:lnTo>
                  <a:pt x="133" y="185"/>
                </a:lnTo>
                <a:lnTo>
                  <a:pt x="132" y="185"/>
                </a:lnTo>
                <a:lnTo>
                  <a:pt x="130" y="185"/>
                </a:lnTo>
                <a:lnTo>
                  <a:pt x="129" y="185"/>
                </a:lnTo>
                <a:lnTo>
                  <a:pt x="128" y="185"/>
                </a:lnTo>
                <a:lnTo>
                  <a:pt x="127" y="186"/>
                </a:lnTo>
                <a:lnTo>
                  <a:pt x="125" y="186"/>
                </a:lnTo>
                <a:lnTo>
                  <a:pt x="123" y="188"/>
                </a:lnTo>
                <a:lnTo>
                  <a:pt x="122" y="188"/>
                </a:lnTo>
                <a:lnTo>
                  <a:pt x="120" y="190"/>
                </a:lnTo>
                <a:lnTo>
                  <a:pt x="119" y="190"/>
                </a:lnTo>
                <a:lnTo>
                  <a:pt x="119" y="191"/>
                </a:lnTo>
                <a:lnTo>
                  <a:pt x="118" y="191"/>
                </a:lnTo>
                <a:lnTo>
                  <a:pt x="116" y="192"/>
                </a:lnTo>
                <a:lnTo>
                  <a:pt x="116" y="193"/>
                </a:lnTo>
                <a:lnTo>
                  <a:pt x="115" y="193"/>
                </a:lnTo>
                <a:lnTo>
                  <a:pt x="114" y="194"/>
                </a:lnTo>
                <a:lnTo>
                  <a:pt x="113" y="194"/>
                </a:lnTo>
                <a:lnTo>
                  <a:pt x="112" y="195"/>
                </a:lnTo>
                <a:lnTo>
                  <a:pt x="111" y="195"/>
                </a:lnTo>
                <a:lnTo>
                  <a:pt x="111" y="196"/>
                </a:lnTo>
                <a:lnTo>
                  <a:pt x="110" y="196"/>
                </a:lnTo>
                <a:lnTo>
                  <a:pt x="102" y="198"/>
                </a:lnTo>
                <a:lnTo>
                  <a:pt x="100" y="199"/>
                </a:lnTo>
                <a:lnTo>
                  <a:pt x="100" y="200"/>
                </a:lnTo>
                <a:lnTo>
                  <a:pt x="99" y="200"/>
                </a:lnTo>
                <a:lnTo>
                  <a:pt x="97" y="202"/>
                </a:lnTo>
                <a:lnTo>
                  <a:pt x="96" y="203"/>
                </a:lnTo>
                <a:lnTo>
                  <a:pt x="96" y="204"/>
                </a:lnTo>
                <a:lnTo>
                  <a:pt x="95" y="204"/>
                </a:lnTo>
                <a:lnTo>
                  <a:pt x="94" y="206"/>
                </a:lnTo>
                <a:lnTo>
                  <a:pt x="93" y="207"/>
                </a:lnTo>
                <a:lnTo>
                  <a:pt x="90" y="208"/>
                </a:lnTo>
                <a:lnTo>
                  <a:pt x="86" y="209"/>
                </a:lnTo>
                <a:lnTo>
                  <a:pt x="84" y="209"/>
                </a:lnTo>
                <a:lnTo>
                  <a:pt x="82" y="210"/>
                </a:lnTo>
                <a:lnTo>
                  <a:pt x="81" y="211"/>
                </a:lnTo>
                <a:lnTo>
                  <a:pt x="78" y="211"/>
                </a:lnTo>
                <a:lnTo>
                  <a:pt x="76" y="212"/>
                </a:lnTo>
                <a:lnTo>
                  <a:pt x="66" y="212"/>
                </a:lnTo>
                <a:lnTo>
                  <a:pt x="62" y="213"/>
                </a:lnTo>
                <a:lnTo>
                  <a:pt x="61" y="213"/>
                </a:lnTo>
                <a:lnTo>
                  <a:pt x="60" y="213"/>
                </a:lnTo>
                <a:lnTo>
                  <a:pt x="59" y="212"/>
                </a:lnTo>
                <a:lnTo>
                  <a:pt x="57" y="210"/>
                </a:lnTo>
                <a:lnTo>
                  <a:pt x="56" y="209"/>
                </a:lnTo>
                <a:lnTo>
                  <a:pt x="57" y="209"/>
                </a:lnTo>
                <a:lnTo>
                  <a:pt x="58" y="205"/>
                </a:lnTo>
                <a:lnTo>
                  <a:pt x="59" y="195"/>
                </a:lnTo>
                <a:lnTo>
                  <a:pt x="58" y="193"/>
                </a:lnTo>
                <a:lnTo>
                  <a:pt x="58" y="188"/>
                </a:lnTo>
                <a:lnTo>
                  <a:pt x="57" y="188"/>
                </a:lnTo>
                <a:lnTo>
                  <a:pt x="55" y="188"/>
                </a:lnTo>
                <a:lnTo>
                  <a:pt x="54" y="188"/>
                </a:lnTo>
                <a:lnTo>
                  <a:pt x="53" y="188"/>
                </a:lnTo>
                <a:lnTo>
                  <a:pt x="51" y="186"/>
                </a:lnTo>
                <a:lnTo>
                  <a:pt x="52" y="186"/>
                </a:lnTo>
                <a:lnTo>
                  <a:pt x="52" y="184"/>
                </a:lnTo>
                <a:lnTo>
                  <a:pt x="52" y="183"/>
                </a:lnTo>
                <a:lnTo>
                  <a:pt x="52" y="182"/>
                </a:lnTo>
                <a:lnTo>
                  <a:pt x="51" y="182"/>
                </a:lnTo>
                <a:lnTo>
                  <a:pt x="51" y="181"/>
                </a:lnTo>
                <a:lnTo>
                  <a:pt x="51" y="180"/>
                </a:lnTo>
                <a:lnTo>
                  <a:pt x="50" y="180"/>
                </a:lnTo>
                <a:lnTo>
                  <a:pt x="50" y="179"/>
                </a:lnTo>
                <a:lnTo>
                  <a:pt x="47" y="179"/>
                </a:lnTo>
                <a:lnTo>
                  <a:pt x="44" y="178"/>
                </a:lnTo>
                <a:lnTo>
                  <a:pt x="44" y="176"/>
                </a:lnTo>
                <a:lnTo>
                  <a:pt x="44" y="175"/>
                </a:lnTo>
                <a:lnTo>
                  <a:pt x="42" y="174"/>
                </a:lnTo>
                <a:lnTo>
                  <a:pt x="42" y="170"/>
                </a:lnTo>
                <a:lnTo>
                  <a:pt x="41" y="168"/>
                </a:lnTo>
                <a:lnTo>
                  <a:pt x="42" y="166"/>
                </a:lnTo>
                <a:lnTo>
                  <a:pt x="43" y="165"/>
                </a:lnTo>
                <a:lnTo>
                  <a:pt x="44" y="164"/>
                </a:lnTo>
                <a:lnTo>
                  <a:pt x="45" y="163"/>
                </a:lnTo>
                <a:lnTo>
                  <a:pt x="46" y="163"/>
                </a:lnTo>
                <a:lnTo>
                  <a:pt x="46" y="162"/>
                </a:lnTo>
                <a:lnTo>
                  <a:pt x="46" y="160"/>
                </a:lnTo>
                <a:lnTo>
                  <a:pt x="44" y="161"/>
                </a:lnTo>
                <a:lnTo>
                  <a:pt x="42" y="161"/>
                </a:lnTo>
                <a:lnTo>
                  <a:pt x="41" y="161"/>
                </a:lnTo>
                <a:lnTo>
                  <a:pt x="41" y="160"/>
                </a:lnTo>
                <a:lnTo>
                  <a:pt x="42" y="158"/>
                </a:lnTo>
                <a:lnTo>
                  <a:pt x="43" y="158"/>
                </a:lnTo>
                <a:lnTo>
                  <a:pt x="43" y="159"/>
                </a:lnTo>
                <a:lnTo>
                  <a:pt x="44" y="159"/>
                </a:lnTo>
                <a:lnTo>
                  <a:pt x="45" y="160"/>
                </a:lnTo>
                <a:lnTo>
                  <a:pt x="46" y="158"/>
                </a:lnTo>
                <a:lnTo>
                  <a:pt x="47" y="158"/>
                </a:lnTo>
                <a:lnTo>
                  <a:pt x="46" y="157"/>
                </a:lnTo>
                <a:lnTo>
                  <a:pt x="44" y="157"/>
                </a:lnTo>
                <a:lnTo>
                  <a:pt x="43" y="157"/>
                </a:lnTo>
                <a:lnTo>
                  <a:pt x="42" y="157"/>
                </a:lnTo>
                <a:lnTo>
                  <a:pt x="41" y="157"/>
                </a:lnTo>
                <a:lnTo>
                  <a:pt x="40" y="156"/>
                </a:lnTo>
                <a:lnTo>
                  <a:pt x="40" y="155"/>
                </a:lnTo>
                <a:lnTo>
                  <a:pt x="41" y="154"/>
                </a:lnTo>
                <a:lnTo>
                  <a:pt x="41" y="153"/>
                </a:lnTo>
                <a:lnTo>
                  <a:pt x="40" y="152"/>
                </a:lnTo>
                <a:lnTo>
                  <a:pt x="40" y="151"/>
                </a:lnTo>
                <a:lnTo>
                  <a:pt x="39" y="151"/>
                </a:lnTo>
                <a:lnTo>
                  <a:pt x="40" y="150"/>
                </a:lnTo>
                <a:lnTo>
                  <a:pt x="40" y="149"/>
                </a:lnTo>
                <a:lnTo>
                  <a:pt x="39" y="149"/>
                </a:lnTo>
                <a:lnTo>
                  <a:pt x="39" y="148"/>
                </a:lnTo>
                <a:lnTo>
                  <a:pt x="38" y="147"/>
                </a:lnTo>
                <a:lnTo>
                  <a:pt x="39" y="147"/>
                </a:lnTo>
                <a:lnTo>
                  <a:pt x="38" y="146"/>
                </a:lnTo>
                <a:lnTo>
                  <a:pt x="37" y="146"/>
                </a:lnTo>
                <a:lnTo>
                  <a:pt x="37" y="145"/>
                </a:lnTo>
                <a:lnTo>
                  <a:pt x="36" y="145"/>
                </a:lnTo>
                <a:lnTo>
                  <a:pt x="37" y="143"/>
                </a:lnTo>
                <a:lnTo>
                  <a:pt x="38" y="143"/>
                </a:lnTo>
                <a:lnTo>
                  <a:pt x="39" y="143"/>
                </a:lnTo>
                <a:lnTo>
                  <a:pt x="40" y="139"/>
                </a:lnTo>
                <a:lnTo>
                  <a:pt x="39" y="134"/>
                </a:lnTo>
                <a:lnTo>
                  <a:pt x="41" y="132"/>
                </a:lnTo>
                <a:lnTo>
                  <a:pt x="42" y="129"/>
                </a:lnTo>
                <a:lnTo>
                  <a:pt x="43" y="127"/>
                </a:lnTo>
                <a:lnTo>
                  <a:pt x="43" y="124"/>
                </a:lnTo>
                <a:lnTo>
                  <a:pt x="42" y="120"/>
                </a:lnTo>
                <a:lnTo>
                  <a:pt x="43" y="118"/>
                </a:lnTo>
                <a:lnTo>
                  <a:pt x="44" y="117"/>
                </a:lnTo>
                <a:lnTo>
                  <a:pt x="45" y="116"/>
                </a:lnTo>
                <a:lnTo>
                  <a:pt x="49" y="116"/>
                </a:lnTo>
                <a:lnTo>
                  <a:pt x="51" y="114"/>
                </a:lnTo>
                <a:lnTo>
                  <a:pt x="53" y="113"/>
                </a:lnTo>
                <a:lnTo>
                  <a:pt x="54" y="109"/>
                </a:lnTo>
                <a:lnTo>
                  <a:pt x="53" y="107"/>
                </a:lnTo>
                <a:lnTo>
                  <a:pt x="53" y="106"/>
                </a:lnTo>
                <a:lnTo>
                  <a:pt x="52" y="106"/>
                </a:lnTo>
                <a:lnTo>
                  <a:pt x="45" y="104"/>
                </a:lnTo>
                <a:lnTo>
                  <a:pt x="45" y="103"/>
                </a:lnTo>
                <a:lnTo>
                  <a:pt x="45" y="102"/>
                </a:lnTo>
                <a:lnTo>
                  <a:pt x="45" y="101"/>
                </a:lnTo>
                <a:lnTo>
                  <a:pt x="45" y="99"/>
                </a:lnTo>
                <a:lnTo>
                  <a:pt x="45" y="98"/>
                </a:lnTo>
                <a:lnTo>
                  <a:pt x="45" y="96"/>
                </a:lnTo>
                <a:lnTo>
                  <a:pt x="45" y="97"/>
                </a:lnTo>
                <a:lnTo>
                  <a:pt x="45" y="96"/>
                </a:lnTo>
                <a:lnTo>
                  <a:pt x="46" y="96"/>
                </a:lnTo>
                <a:lnTo>
                  <a:pt x="46" y="95"/>
                </a:lnTo>
                <a:lnTo>
                  <a:pt x="48" y="92"/>
                </a:lnTo>
                <a:lnTo>
                  <a:pt x="48" y="91"/>
                </a:lnTo>
                <a:lnTo>
                  <a:pt x="47" y="90"/>
                </a:lnTo>
                <a:lnTo>
                  <a:pt x="47" y="89"/>
                </a:lnTo>
                <a:lnTo>
                  <a:pt x="46" y="89"/>
                </a:lnTo>
                <a:lnTo>
                  <a:pt x="45" y="88"/>
                </a:lnTo>
                <a:lnTo>
                  <a:pt x="43" y="88"/>
                </a:lnTo>
                <a:lnTo>
                  <a:pt x="42" y="87"/>
                </a:lnTo>
                <a:lnTo>
                  <a:pt x="40" y="87"/>
                </a:lnTo>
                <a:lnTo>
                  <a:pt x="38" y="86"/>
                </a:lnTo>
                <a:lnTo>
                  <a:pt x="36" y="85"/>
                </a:lnTo>
                <a:lnTo>
                  <a:pt x="35" y="85"/>
                </a:lnTo>
                <a:lnTo>
                  <a:pt x="35" y="84"/>
                </a:lnTo>
                <a:lnTo>
                  <a:pt x="34" y="84"/>
                </a:lnTo>
                <a:lnTo>
                  <a:pt x="33" y="83"/>
                </a:lnTo>
                <a:lnTo>
                  <a:pt x="32" y="83"/>
                </a:lnTo>
                <a:lnTo>
                  <a:pt x="32" y="82"/>
                </a:lnTo>
                <a:lnTo>
                  <a:pt x="32" y="81"/>
                </a:lnTo>
                <a:lnTo>
                  <a:pt x="32" y="79"/>
                </a:lnTo>
                <a:lnTo>
                  <a:pt x="31" y="79"/>
                </a:lnTo>
                <a:lnTo>
                  <a:pt x="31" y="78"/>
                </a:lnTo>
                <a:lnTo>
                  <a:pt x="30" y="77"/>
                </a:lnTo>
                <a:lnTo>
                  <a:pt x="30" y="76"/>
                </a:lnTo>
                <a:lnTo>
                  <a:pt x="29" y="75"/>
                </a:lnTo>
                <a:lnTo>
                  <a:pt x="29" y="73"/>
                </a:lnTo>
                <a:lnTo>
                  <a:pt x="30" y="73"/>
                </a:lnTo>
                <a:lnTo>
                  <a:pt x="32" y="73"/>
                </a:lnTo>
                <a:lnTo>
                  <a:pt x="32" y="72"/>
                </a:lnTo>
                <a:lnTo>
                  <a:pt x="32" y="71"/>
                </a:lnTo>
                <a:lnTo>
                  <a:pt x="32" y="69"/>
                </a:lnTo>
                <a:lnTo>
                  <a:pt x="31" y="69"/>
                </a:lnTo>
                <a:lnTo>
                  <a:pt x="31" y="67"/>
                </a:lnTo>
                <a:lnTo>
                  <a:pt x="30" y="65"/>
                </a:lnTo>
                <a:lnTo>
                  <a:pt x="29" y="63"/>
                </a:lnTo>
                <a:lnTo>
                  <a:pt x="27" y="62"/>
                </a:lnTo>
                <a:lnTo>
                  <a:pt x="27" y="61"/>
                </a:lnTo>
                <a:lnTo>
                  <a:pt x="26" y="61"/>
                </a:lnTo>
                <a:lnTo>
                  <a:pt x="25" y="61"/>
                </a:lnTo>
                <a:lnTo>
                  <a:pt x="23" y="61"/>
                </a:lnTo>
                <a:lnTo>
                  <a:pt x="22" y="61"/>
                </a:lnTo>
                <a:lnTo>
                  <a:pt x="21" y="61"/>
                </a:lnTo>
                <a:lnTo>
                  <a:pt x="20" y="61"/>
                </a:lnTo>
                <a:lnTo>
                  <a:pt x="19" y="61"/>
                </a:lnTo>
                <a:lnTo>
                  <a:pt x="18" y="61"/>
                </a:lnTo>
                <a:lnTo>
                  <a:pt x="17" y="61"/>
                </a:lnTo>
                <a:lnTo>
                  <a:pt x="17" y="62"/>
                </a:lnTo>
                <a:lnTo>
                  <a:pt x="16" y="62"/>
                </a:lnTo>
                <a:lnTo>
                  <a:pt x="15" y="62"/>
                </a:lnTo>
                <a:lnTo>
                  <a:pt x="15" y="63"/>
                </a:lnTo>
                <a:lnTo>
                  <a:pt x="15" y="64"/>
                </a:lnTo>
                <a:lnTo>
                  <a:pt x="14" y="64"/>
                </a:lnTo>
                <a:lnTo>
                  <a:pt x="12" y="63"/>
                </a:lnTo>
                <a:lnTo>
                  <a:pt x="11" y="63"/>
                </a:lnTo>
                <a:lnTo>
                  <a:pt x="10" y="64"/>
                </a:lnTo>
                <a:lnTo>
                  <a:pt x="9" y="63"/>
                </a:lnTo>
                <a:lnTo>
                  <a:pt x="8" y="63"/>
                </a:lnTo>
                <a:lnTo>
                  <a:pt x="6" y="63"/>
                </a:lnTo>
                <a:lnTo>
                  <a:pt x="4" y="61"/>
                </a:lnTo>
                <a:lnTo>
                  <a:pt x="3" y="61"/>
                </a:lnTo>
                <a:lnTo>
                  <a:pt x="2" y="60"/>
                </a:lnTo>
                <a:lnTo>
                  <a:pt x="2" y="59"/>
                </a:lnTo>
                <a:lnTo>
                  <a:pt x="2" y="58"/>
                </a:lnTo>
                <a:lnTo>
                  <a:pt x="1" y="58"/>
                </a:lnTo>
                <a:lnTo>
                  <a:pt x="0" y="58"/>
                </a:lnTo>
                <a:lnTo>
                  <a:pt x="0" y="57"/>
                </a:lnTo>
                <a:lnTo>
                  <a:pt x="0" y="56"/>
                </a:lnTo>
                <a:lnTo>
                  <a:pt x="1" y="56"/>
                </a:lnTo>
                <a:lnTo>
                  <a:pt x="1" y="55"/>
                </a:lnTo>
                <a:lnTo>
                  <a:pt x="2" y="56"/>
                </a:lnTo>
                <a:lnTo>
                  <a:pt x="3" y="56"/>
                </a:lnTo>
                <a:lnTo>
                  <a:pt x="4" y="56"/>
                </a:lnTo>
                <a:lnTo>
                  <a:pt x="5" y="56"/>
                </a:lnTo>
                <a:lnTo>
                  <a:pt x="6" y="55"/>
                </a:lnTo>
                <a:lnTo>
                  <a:pt x="6" y="54"/>
                </a:lnTo>
                <a:lnTo>
                  <a:pt x="7" y="54"/>
                </a:lnTo>
                <a:lnTo>
                  <a:pt x="7" y="53"/>
                </a:lnTo>
                <a:lnTo>
                  <a:pt x="8" y="53"/>
                </a:lnTo>
                <a:lnTo>
                  <a:pt x="7" y="53"/>
                </a:lnTo>
                <a:lnTo>
                  <a:pt x="8" y="54"/>
                </a:lnTo>
                <a:lnTo>
                  <a:pt x="9" y="54"/>
                </a:lnTo>
                <a:lnTo>
                  <a:pt x="9" y="53"/>
                </a:lnTo>
                <a:lnTo>
                  <a:pt x="10" y="53"/>
                </a:lnTo>
                <a:lnTo>
                  <a:pt x="10" y="52"/>
                </a:lnTo>
                <a:lnTo>
                  <a:pt x="10" y="51"/>
                </a:lnTo>
                <a:lnTo>
                  <a:pt x="11" y="51"/>
                </a:lnTo>
                <a:lnTo>
                  <a:pt x="11" y="50"/>
                </a:lnTo>
                <a:lnTo>
                  <a:pt x="11" y="49"/>
                </a:lnTo>
                <a:lnTo>
                  <a:pt x="11" y="48"/>
                </a:lnTo>
                <a:lnTo>
                  <a:pt x="12" y="47"/>
                </a:lnTo>
                <a:lnTo>
                  <a:pt x="13" y="47"/>
                </a:lnTo>
                <a:lnTo>
                  <a:pt x="13" y="46"/>
                </a:lnTo>
                <a:lnTo>
                  <a:pt x="14" y="45"/>
                </a:lnTo>
                <a:lnTo>
                  <a:pt x="15" y="45"/>
                </a:lnTo>
                <a:lnTo>
                  <a:pt x="15" y="44"/>
                </a:lnTo>
                <a:lnTo>
                  <a:pt x="15" y="43"/>
                </a:lnTo>
                <a:lnTo>
                  <a:pt x="15" y="42"/>
                </a:lnTo>
                <a:lnTo>
                  <a:pt x="15" y="41"/>
                </a:lnTo>
                <a:lnTo>
                  <a:pt x="16" y="40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7"/>
                </a:lnTo>
                <a:lnTo>
                  <a:pt x="14" y="37"/>
                </a:lnTo>
                <a:lnTo>
                  <a:pt x="15" y="36"/>
                </a:lnTo>
                <a:lnTo>
                  <a:pt x="15" y="35"/>
                </a:lnTo>
                <a:lnTo>
                  <a:pt x="14" y="34"/>
                </a:lnTo>
                <a:lnTo>
                  <a:pt x="13" y="33"/>
                </a:lnTo>
                <a:lnTo>
                  <a:pt x="13" y="32"/>
                </a:lnTo>
                <a:lnTo>
                  <a:pt x="12" y="32"/>
                </a:lnTo>
                <a:lnTo>
                  <a:pt x="11" y="33"/>
                </a:lnTo>
                <a:lnTo>
                  <a:pt x="11" y="32"/>
                </a:lnTo>
                <a:lnTo>
                  <a:pt x="10" y="32"/>
                </a:lnTo>
                <a:lnTo>
                  <a:pt x="10" y="31"/>
                </a:lnTo>
                <a:lnTo>
                  <a:pt x="11" y="31"/>
                </a:lnTo>
                <a:lnTo>
                  <a:pt x="12" y="31"/>
                </a:lnTo>
                <a:lnTo>
                  <a:pt x="13" y="31"/>
                </a:lnTo>
                <a:lnTo>
                  <a:pt x="13" y="30"/>
                </a:lnTo>
                <a:lnTo>
                  <a:pt x="14" y="30"/>
                </a:lnTo>
                <a:lnTo>
                  <a:pt x="15" y="29"/>
                </a:lnTo>
                <a:lnTo>
                  <a:pt x="15" y="28"/>
                </a:lnTo>
                <a:lnTo>
                  <a:pt x="16" y="29"/>
                </a:lnTo>
                <a:lnTo>
                  <a:pt x="16" y="28"/>
                </a:lnTo>
                <a:lnTo>
                  <a:pt x="16" y="29"/>
                </a:lnTo>
                <a:lnTo>
                  <a:pt x="17" y="29"/>
                </a:lnTo>
                <a:lnTo>
                  <a:pt x="18" y="28"/>
                </a:lnTo>
                <a:lnTo>
                  <a:pt x="18" y="29"/>
                </a:lnTo>
                <a:lnTo>
                  <a:pt x="19" y="30"/>
                </a:lnTo>
                <a:lnTo>
                  <a:pt x="20" y="31"/>
                </a:lnTo>
                <a:lnTo>
                  <a:pt x="21" y="31"/>
                </a:lnTo>
                <a:lnTo>
                  <a:pt x="22" y="31"/>
                </a:lnTo>
                <a:lnTo>
                  <a:pt x="22" y="30"/>
                </a:lnTo>
                <a:lnTo>
                  <a:pt x="24" y="30"/>
                </a:lnTo>
                <a:lnTo>
                  <a:pt x="25" y="30"/>
                </a:lnTo>
                <a:lnTo>
                  <a:pt x="25" y="31"/>
                </a:lnTo>
                <a:lnTo>
                  <a:pt x="25" y="32"/>
                </a:lnTo>
                <a:lnTo>
                  <a:pt x="26" y="32"/>
                </a:lnTo>
                <a:lnTo>
                  <a:pt x="27" y="32"/>
                </a:lnTo>
                <a:lnTo>
                  <a:pt x="28" y="32"/>
                </a:lnTo>
                <a:lnTo>
                  <a:pt x="29" y="33"/>
                </a:lnTo>
                <a:lnTo>
                  <a:pt x="30" y="33"/>
                </a:lnTo>
                <a:lnTo>
                  <a:pt x="30" y="34"/>
                </a:lnTo>
                <a:lnTo>
                  <a:pt x="31" y="34"/>
                </a:lnTo>
                <a:lnTo>
                  <a:pt x="31" y="33"/>
                </a:lnTo>
                <a:lnTo>
                  <a:pt x="32" y="33"/>
                </a:lnTo>
                <a:lnTo>
                  <a:pt x="33" y="34"/>
                </a:lnTo>
                <a:lnTo>
                  <a:pt x="33" y="35"/>
                </a:lnTo>
                <a:lnTo>
                  <a:pt x="34" y="35"/>
                </a:lnTo>
                <a:lnTo>
                  <a:pt x="35" y="35"/>
                </a:lnTo>
                <a:lnTo>
                  <a:pt x="36" y="35"/>
                </a:lnTo>
                <a:lnTo>
                  <a:pt x="36" y="36"/>
                </a:lnTo>
                <a:lnTo>
                  <a:pt x="36" y="37"/>
                </a:lnTo>
                <a:lnTo>
                  <a:pt x="37" y="37"/>
                </a:lnTo>
                <a:lnTo>
                  <a:pt x="37" y="39"/>
                </a:lnTo>
                <a:lnTo>
                  <a:pt x="38" y="39"/>
                </a:lnTo>
                <a:lnTo>
                  <a:pt x="39" y="39"/>
                </a:lnTo>
                <a:lnTo>
                  <a:pt x="39" y="40"/>
                </a:lnTo>
                <a:lnTo>
                  <a:pt x="39" y="41"/>
                </a:lnTo>
                <a:lnTo>
                  <a:pt x="40" y="41"/>
                </a:lnTo>
                <a:lnTo>
                  <a:pt x="39" y="42"/>
                </a:lnTo>
                <a:lnTo>
                  <a:pt x="39" y="43"/>
                </a:lnTo>
                <a:lnTo>
                  <a:pt x="40" y="43"/>
                </a:lnTo>
                <a:lnTo>
                  <a:pt x="40" y="44"/>
                </a:lnTo>
                <a:lnTo>
                  <a:pt x="41" y="44"/>
                </a:lnTo>
                <a:lnTo>
                  <a:pt x="41" y="45"/>
                </a:lnTo>
                <a:lnTo>
                  <a:pt x="41" y="44"/>
                </a:lnTo>
                <a:lnTo>
                  <a:pt x="42" y="45"/>
                </a:lnTo>
                <a:lnTo>
                  <a:pt x="43" y="45"/>
                </a:lnTo>
                <a:lnTo>
                  <a:pt x="44" y="45"/>
                </a:lnTo>
                <a:lnTo>
                  <a:pt x="45" y="45"/>
                </a:lnTo>
                <a:lnTo>
                  <a:pt x="45" y="46"/>
                </a:lnTo>
                <a:lnTo>
                  <a:pt x="46" y="46"/>
                </a:lnTo>
                <a:lnTo>
                  <a:pt x="47" y="46"/>
                </a:lnTo>
                <a:lnTo>
                  <a:pt x="48" y="46"/>
                </a:lnTo>
                <a:lnTo>
                  <a:pt x="49" y="46"/>
                </a:lnTo>
                <a:lnTo>
                  <a:pt x="49" y="47"/>
                </a:lnTo>
                <a:lnTo>
                  <a:pt x="50" y="47"/>
                </a:lnTo>
                <a:lnTo>
                  <a:pt x="51" y="47"/>
                </a:lnTo>
                <a:lnTo>
                  <a:pt x="51" y="48"/>
                </a:lnTo>
                <a:lnTo>
                  <a:pt x="52" y="48"/>
                </a:lnTo>
                <a:lnTo>
                  <a:pt x="52" y="49"/>
                </a:lnTo>
                <a:lnTo>
                  <a:pt x="53" y="49"/>
                </a:lnTo>
                <a:lnTo>
                  <a:pt x="54" y="50"/>
                </a:lnTo>
                <a:lnTo>
                  <a:pt x="54" y="51"/>
                </a:lnTo>
                <a:lnTo>
                  <a:pt x="54" y="52"/>
                </a:lnTo>
                <a:lnTo>
                  <a:pt x="55" y="52"/>
                </a:lnTo>
                <a:lnTo>
                  <a:pt x="55" y="53"/>
                </a:lnTo>
                <a:lnTo>
                  <a:pt x="56" y="53"/>
                </a:lnTo>
                <a:lnTo>
                  <a:pt x="56" y="52"/>
                </a:lnTo>
                <a:lnTo>
                  <a:pt x="57" y="52"/>
                </a:lnTo>
                <a:lnTo>
                  <a:pt x="58" y="52"/>
                </a:lnTo>
                <a:lnTo>
                  <a:pt x="58" y="51"/>
                </a:lnTo>
                <a:lnTo>
                  <a:pt x="59" y="51"/>
                </a:lnTo>
                <a:lnTo>
                  <a:pt x="59" y="50"/>
                </a:lnTo>
                <a:lnTo>
                  <a:pt x="60" y="50"/>
                </a:lnTo>
                <a:lnTo>
                  <a:pt x="59" y="50"/>
                </a:lnTo>
                <a:lnTo>
                  <a:pt x="59" y="49"/>
                </a:lnTo>
                <a:lnTo>
                  <a:pt x="61" y="49"/>
                </a:lnTo>
                <a:lnTo>
                  <a:pt x="61" y="48"/>
                </a:lnTo>
                <a:lnTo>
                  <a:pt x="62" y="47"/>
                </a:lnTo>
                <a:lnTo>
                  <a:pt x="62" y="46"/>
                </a:lnTo>
                <a:lnTo>
                  <a:pt x="63" y="46"/>
                </a:lnTo>
                <a:lnTo>
                  <a:pt x="64" y="47"/>
                </a:lnTo>
                <a:lnTo>
                  <a:pt x="66" y="47"/>
                </a:lnTo>
                <a:lnTo>
                  <a:pt x="65" y="46"/>
                </a:lnTo>
                <a:lnTo>
                  <a:pt x="65" y="44"/>
                </a:lnTo>
                <a:lnTo>
                  <a:pt x="64" y="42"/>
                </a:lnTo>
                <a:lnTo>
                  <a:pt x="65" y="42"/>
                </a:lnTo>
                <a:lnTo>
                  <a:pt x="65" y="40"/>
                </a:lnTo>
                <a:lnTo>
                  <a:pt x="66" y="40"/>
                </a:lnTo>
                <a:lnTo>
                  <a:pt x="72" y="40"/>
                </a:lnTo>
                <a:lnTo>
                  <a:pt x="74" y="44"/>
                </a:lnTo>
                <a:lnTo>
                  <a:pt x="75" y="44"/>
                </a:lnTo>
                <a:lnTo>
                  <a:pt x="75" y="45"/>
                </a:lnTo>
                <a:lnTo>
                  <a:pt x="76" y="45"/>
                </a:lnTo>
                <a:lnTo>
                  <a:pt x="76" y="46"/>
                </a:lnTo>
                <a:lnTo>
                  <a:pt x="77" y="47"/>
                </a:lnTo>
                <a:lnTo>
                  <a:pt x="77" y="48"/>
                </a:lnTo>
                <a:lnTo>
                  <a:pt x="77" y="49"/>
                </a:lnTo>
                <a:lnTo>
                  <a:pt x="77" y="50"/>
                </a:lnTo>
                <a:lnTo>
                  <a:pt x="77" y="51"/>
                </a:lnTo>
                <a:lnTo>
                  <a:pt x="77" y="52"/>
                </a:lnTo>
                <a:lnTo>
                  <a:pt x="77" y="53"/>
                </a:lnTo>
                <a:lnTo>
                  <a:pt x="77" y="54"/>
                </a:lnTo>
                <a:lnTo>
                  <a:pt x="78" y="54"/>
                </a:lnTo>
                <a:lnTo>
                  <a:pt x="79" y="54"/>
                </a:lnTo>
                <a:lnTo>
                  <a:pt x="80" y="53"/>
                </a:lnTo>
                <a:lnTo>
                  <a:pt x="80" y="52"/>
                </a:lnTo>
                <a:lnTo>
                  <a:pt x="81" y="51"/>
                </a:lnTo>
                <a:lnTo>
                  <a:pt x="82" y="50"/>
                </a:lnTo>
                <a:lnTo>
                  <a:pt x="83" y="51"/>
                </a:lnTo>
                <a:lnTo>
                  <a:pt x="83" y="52"/>
                </a:lnTo>
                <a:lnTo>
                  <a:pt x="85" y="53"/>
                </a:lnTo>
                <a:lnTo>
                  <a:pt x="86" y="55"/>
                </a:lnTo>
                <a:lnTo>
                  <a:pt x="87" y="55"/>
                </a:lnTo>
                <a:lnTo>
                  <a:pt x="90" y="56"/>
                </a:lnTo>
                <a:lnTo>
                  <a:pt x="90" y="57"/>
                </a:lnTo>
                <a:lnTo>
                  <a:pt x="90" y="58"/>
                </a:lnTo>
                <a:lnTo>
                  <a:pt x="91" y="59"/>
                </a:lnTo>
                <a:lnTo>
                  <a:pt x="92" y="59"/>
                </a:lnTo>
                <a:lnTo>
                  <a:pt x="92" y="60"/>
                </a:lnTo>
                <a:lnTo>
                  <a:pt x="92" y="61"/>
                </a:lnTo>
                <a:lnTo>
                  <a:pt x="92" y="63"/>
                </a:lnTo>
                <a:lnTo>
                  <a:pt x="96" y="62"/>
                </a:lnTo>
                <a:lnTo>
                  <a:pt x="99" y="62"/>
                </a:lnTo>
                <a:lnTo>
                  <a:pt x="99" y="61"/>
                </a:lnTo>
                <a:lnTo>
                  <a:pt x="100" y="60"/>
                </a:lnTo>
                <a:lnTo>
                  <a:pt x="100" y="59"/>
                </a:lnTo>
                <a:lnTo>
                  <a:pt x="100" y="58"/>
                </a:lnTo>
                <a:lnTo>
                  <a:pt x="101" y="58"/>
                </a:lnTo>
                <a:lnTo>
                  <a:pt x="102" y="58"/>
                </a:lnTo>
                <a:lnTo>
                  <a:pt x="102" y="57"/>
                </a:lnTo>
                <a:lnTo>
                  <a:pt x="103" y="56"/>
                </a:lnTo>
                <a:lnTo>
                  <a:pt x="103" y="55"/>
                </a:lnTo>
                <a:lnTo>
                  <a:pt x="103" y="54"/>
                </a:lnTo>
                <a:lnTo>
                  <a:pt x="102" y="53"/>
                </a:lnTo>
                <a:lnTo>
                  <a:pt x="101" y="52"/>
                </a:lnTo>
                <a:lnTo>
                  <a:pt x="102" y="52"/>
                </a:lnTo>
                <a:lnTo>
                  <a:pt x="101" y="51"/>
                </a:lnTo>
                <a:lnTo>
                  <a:pt x="100" y="50"/>
                </a:lnTo>
                <a:lnTo>
                  <a:pt x="100" y="49"/>
                </a:lnTo>
                <a:lnTo>
                  <a:pt x="100" y="48"/>
                </a:lnTo>
                <a:lnTo>
                  <a:pt x="101" y="48"/>
                </a:lnTo>
                <a:lnTo>
                  <a:pt x="101" y="47"/>
                </a:lnTo>
                <a:lnTo>
                  <a:pt x="102" y="47"/>
                </a:lnTo>
                <a:lnTo>
                  <a:pt x="104" y="47"/>
                </a:lnTo>
                <a:lnTo>
                  <a:pt x="106" y="44"/>
                </a:lnTo>
                <a:lnTo>
                  <a:pt x="106" y="43"/>
                </a:lnTo>
                <a:lnTo>
                  <a:pt x="108" y="42"/>
                </a:lnTo>
                <a:lnTo>
                  <a:pt x="106" y="42"/>
                </a:lnTo>
                <a:lnTo>
                  <a:pt x="106" y="41"/>
                </a:lnTo>
                <a:lnTo>
                  <a:pt x="108" y="41"/>
                </a:lnTo>
                <a:lnTo>
                  <a:pt x="103" y="23"/>
                </a:lnTo>
                <a:lnTo>
                  <a:pt x="119" y="22"/>
                </a:lnTo>
                <a:lnTo>
                  <a:pt x="124" y="21"/>
                </a:lnTo>
                <a:lnTo>
                  <a:pt x="127" y="21"/>
                </a:lnTo>
                <a:lnTo>
                  <a:pt x="129" y="18"/>
                </a:lnTo>
                <a:lnTo>
                  <a:pt x="133" y="18"/>
                </a:lnTo>
                <a:lnTo>
                  <a:pt x="132" y="14"/>
                </a:lnTo>
                <a:lnTo>
                  <a:pt x="132" y="13"/>
                </a:lnTo>
                <a:lnTo>
                  <a:pt x="135" y="13"/>
                </a:lnTo>
                <a:lnTo>
                  <a:pt x="135" y="9"/>
                </a:lnTo>
                <a:lnTo>
                  <a:pt x="136" y="8"/>
                </a:lnTo>
                <a:lnTo>
                  <a:pt x="138" y="6"/>
                </a:lnTo>
                <a:lnTo>
                  <a:pt x="139" y="6"/>
                </a:lnTo>
                <a:lnTo>
                  <a:pt x="142" y="4"/>
                </a:lnTo>
                <a:lnTo>
                  <a:pt x="143" y="3"/>
                </a:lnTo>
                <a:lnTo>
                  <a:pt x="144" y="3"/>
                </a:lnTo>
                <a:lnTo>
                  <a:pt x="145" y="3"/>
                </a:lnTo>
                <a:lnTo>
                  <a:pt x="146" y="4"/>
                </a:lnTo>
                <a:lnTo>
                  <a:pt x="147" y="4"/>
                </a:lnTo>
                <a:lnTo>
                  <a:pt x="148" y="4"/>
                </a:lnTo>
                <a:lnTo>
                  <a:pt x="148" y="5"/>
                </a:lnTo>
                <a:lnTo>
                  <a:pt x="149" y="5"/>
                </a:lnTo>
                <a:lnTo>
                  <a:pt x="150" y="5"/>
                </a:lnTo>
                <a:lnTo>
                  <a:pt x="150" y="6"/>
                </a:lnTo>
                <a:lnTo>
                  <a:pt x="151" y="6"/>
                </a:lnTo>
                <a:lnTo>
                  <a:pt x="151" y="5"/>
                </a:lnTo>
                <a:lnTo>
                  <a:pt x="152" y="5"/>
                </a:lnTo>
                <a:lnTo>
                  <a:pt x="153" y="6"/>
                </a:lnTo>
                <a:lnTo>
                  <a:pt x="154" y="6"/>
                </a:lnTo>
                <a:lnTo>
                  <a:pt x="155" y="6"/>
                </a:lnTo>
                <a:lnTo>
                  <a:pt x="155" y="7"/>
                </a:lnTo>
                <a:lnTo>
                  <a:pt x="155" y="8"/>
                </a:lnTo>
                <a:lnTo>
                  <a:pt x="156" y="8"/>
                </a:lnTo>
                <a:lnTo>
                  <a:pt x="157" y="8"/>
                </a:lnTo>
                <a:lnTo>
                  <a:pt x="158" y="8"/>
                </a:lnTo>
                <a:lnTo>
                  <a:pt x="158" y="7"/>
                </a:lnTo>
                <a:lnTo>
                  <a:pt x="158" y="6"/>
                </a:lnTo>
                <a:lnTo>
                  <a:pt x="159" y="6"/>
                </a:lnTo>
                <a:lnTo>
                  <a:pt x="160" y="7"/>
                </a:lnTo>
                <a:lnTo>
                  <a:pt x="160" y="6"/>
                </a:lnTo>
                <a:lnTo>
                  <a:pt x="161" y="6"/>
                </a:lnTo>
                <a:lnTo>
                  <a:pt x="162" y="6"/>
                </a:lnTo>
                <a:lnTo>
                  <a:pt x="163" y="7"/>
                </a:lnTo>
                <a:lnTo>
                  <a:pt x="163" y="6"/>
                </a:lnTo>
                <a:lnTo>
                  <a:pt x="163" y="7"/>
                </a:lnTo>
                <a:lnTo>
                  <a:pt x="164" y="7"/>
                </a:lnTo>
                <a:lnTo>
                  <a:pt x="165" y="7"/>
                </a:lnTo>
                <a:lnTo>
                  <a:pt x="164" y="7"/>
                </a:lnTo>
                <a:lnTo>
                  <a:pt x="165" y="6"/>
                </a:lnTo>
                <a:lnTo>
                  <a:pt x="165" y="7"/>
                </a:lnTo>
                <a:lnTo>
                  <a:pt x="165" y="6"/>
                </a:lnTo>
                <a:lnTo>
                  <a:pt x="166" y="6"/>
                </a:lnTo>
                <a:lnTo>
                  <a:pt x="166" y="5"/>
                </a:lnTo>
                <a:lnTo>
                  <a:pt x="166" y="6"/>
                </a:lnTo>
                <a:lnTo>
                  <a:pt x="167" y="5"/>
                </a:lnTo>
                <a:lnTo>
                  <a:pt x="168" y="4"/>
                </a:lnTo>
                <a:lnTo>
                  <a:pt x="169" y="5"/>
                </a:lnTo>
                <a:lnTo>
                  <a:pt x="170" y="5"/>
                </a:lnTo>
                <a:lnTo>
                  <a:pt x="170" y="6"/>
                </a:lnTo>
                <a:lnTo>
                  <a:pt x="171" y="6"/>
                </a:lnTo>
                <a:lnTo>
                  <a:pt x="171" y="7"/>
                </a:lnTo>
                <a:lnTo>
                  <a:pt x="172" y="7"/>
                </a:lnTo>
                <a:lnTo>
                  <a:pt x="173" y="7"/>
                </a:lnTo>
                <a:lnTo>
                  <a:pt x="174" y="7"/>
                </a:lnTo>
                <a:lnTo>
                  <a:pt x="174" y="8"/>
                </a:lnTo>
                <a:lnTo>
                  <a:pt x="175" y="8"/>
                </a:lnTo>
                <a:lnTo>
                  <a:pt x="175" y="7"/>
                </a:lnTo>
                <a:lnTo>
                  <a:pt x="176" y="7"/>
                </a:lnTo>
                <a:lnTo>
                  <a:pt x="177" y="7"/>
                </a:lnTo>
                <a:lnTo>
                  <a:pt x="177" y="6"/>
                </a:lnTo>
                <a:lnTo>
                  <a:pt x="178" y="6"/>
                </a:lnTo>
                <a:lnTo>
                  <a:pt x="178" y="5"/>
                </a:lnTo>
                <a:lnTo>
                  <a:pt x="180" y="5"/>
                </a:lnTo>
                <a:lnTo>
                  <a:pt x="182" y="5"/>
                </a:lnTo>
                <a:lnTo>
                  <a:pt x="183" y="5"/>
                </a:lnTo>
                <a:lnTo>
                  <a:pt x="184" y="5"/>
                </a:lnTo>
                <a:lnTo>
                  <a:pt x="185" y="5"/>
                </a:lnTo>
                <a:lnTo>
                  <a:pt x="186" y="5"/>
                </a:lnTo>
                <a:lnTo>
                  <a:pt x="187" y="5"/>
                </a:lnTo>
                <a:lnTo>
                  <a:pt x="188" y="5"/>
                </a:lnTo>
                <a:lnTo>
                  <a:pt x="189" y="4"/>
                </a:lnTo>
                <a:lnTo>
                  <a:pt x="190" y="4"/>
                </a:lnTo>
                <a:lnTo>
                  <a:pt x="191" y="4"/>
                </a:lnTo>
                <a:lnTo>
                  <a:pt x="192" y="4"/>
                </a:lnTo>
                <a:lnTo>
                  <a:pt x="193" y="4"/>
                </a:lnTo>
                <a:lnTo>
                  <a:pt x="194" y="4"/>
                </a:lnTo>
                <a:lnTo>
                  <a:pt x="194" y="3"/>
                </a:lnTo>
                <a:lnTo>
                  <a:pt x="195" y="3"/>
                </a:lnTo>
                <a:lnTo>
                  <a:pt x="196" y="3"/>
                </a:lnTo>
                <a:lnTo>
                  <a:pt x="196" y="2"/>
                </a:lnTo>
                <a:lnTo>
                  <a:pt x="197" y="2"/>
                </a:lnTo>
                <a:lnTo>
                  <a:pt x="198" y="2"/>
                </a:lnTo>
                <a:lnTo>
                  <a:pt x="198" y="1"/>
                </a:lnTo>
                <a:lnTo>
                  <a:pt x="199" y="0"/>
                </a:lnTo>
                <a:lnTo>
                  <a:pt x="200" y="0"/>
                </a:lnTo>
                <a:lnTo>
                  <a:pt x="202" y="0"/>
                </a:lnTo>
                <a:lnTo>
                  <a:pt x="203" y="0"/>
                </a:lnTo>
                <a:lnTo>
                  <a:pt x="204" y="0"/>
                </a:lnTo>
                <a:lnTo>
                  <a:pt x="205" y="0"/>
                </a:lnTo>
                <a:lnTo>
                  <a:pt x="20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67" name=""/>
          <p:cNvSpPr/>
          <p:nvPr/>
        </p:nvSpPr>
        <p:spPr>
          <a:xfrm>
            <a:off x="7002000" y="1019880"/>
            <a:ext cx="451440" cy="373680"/>
          </a:xfrm>
          <a:custGeom>
            <a:avLst/>
            <a:gdLst/>
            <a:ahLst/>
            <a:rect l="0" t="0" r="r" b="b"/>
            <a:pathLst>
              <a:path w="1254" h="1038">
                <a:moveTo>
                  <a:pt x="200" y="3"/>
                </a:moveTo>
                <a:lnTo>
                  <a:pt x="204" y="3"/>
                </a:lnTo>
                <a:lnTo>
                  <a:pt x="205" y="3"/>
                </a:lnTo>
                <a:lnTo>
                  <a:pt x="205" y="4"/>
                </a:lnTo>
                <a:lnTo>
                  <a:pt x="205" y="5"/>
                </a:lnTo>
                <a:lnTo>
                  <a:pt x="205" y="6"/>
                </a:lnTo>
                <a:lnTo>
                  <a:pt x="206" y="6"/>
                </a:lnTo>
                <a:lnTo>
                  <a:pt x="206" y="7"/>
                </a:lnTo>
                <a:lnTo>
                  <a:pt x="207" y="7"/>
                </a:lnTo>
                <a:lnTo>
                  <a:pt x="208" y="7"/>
                </a:lnTo>
                <a:lnTo>
                  <a:pt x="209" y="7"/>
                </a:lnTo>
                <a:lnTo>
                  <a:pt x="209" y="6"/>
                </a:lnTo>
                <a:lnTo>
                  <a:pt x="209" y="5"/>
                </a:lnTo>
                <a:lnTo>
                  <a:pt x="208" y="5"/>
                </a:lnTo>
                <a:lnTo>
                  <a:pt x="207" y="5"/>
                </a:lnTo>
                <a:lnTo>
                  <a:pt x="207" y="4"/>
                </a:lnTo>
                <a:lnTo>
                  <a:pt x="207" y="3"/>
                </a:lnTo>
                <a:lnTo>
                  <a:pt x="207" y="2"/>
                </a:lnTo>
                <a:lnTo>
                  <a:pt x="208" y="2"/>
                </a:lnTo>
                <a:lnTo>
                  <a:pt x="208" y="1"/>
                </a:lnTo>
                <a:lnTo>
                  <a:pt x="209" y="1"/>
                </a:lnTo>
                <a:lnTo>
                  <a:pt x="210" y="1"/>
                </a:lnTo>
                <a:lnTo>
                  <a:pt x="211" y="1"/>
                </a:lnTo>
                <a:lnTo>
                  <a:pt x="212" y="1"/>
                </a:lnTo>
                <a:lnTo>
                  <a:pt x="212" y="2"/>
                </a:lnTo>
                <a:lnTo>
                  <a:pt x="213" y="2"/>
                </a:lnTo>
                <a:lnTo>
                  <a:pt x="213" y="3"/>
                </a:lnTo>
                <a:lnTo>
                  <a:pt x="213" y="4"/>
                </a:lnTo>
                <a:lnTo>
                  <a:pt x="212" y="4"/>
                </a:lnTo>
                <a:lnTo>
                  <a:pt x="212" y="5"/>
                </a:lnTo>
                <a:lnTo>
                  <a:pt x="211" y="6"/>
                </a:lnTo>
                <a:lnTo>
                  <a:pt x="211" y="7"/>
                </a:lnTo>
                <a:lnTo>
                  <a:pt x="212" y="7"/>
                </a:lnTo>
                <a:lnTo>
                  <a:pt x="213" y="7"/>
                </a:lnTo>
                <a:lnTo>
                  <a:pt x="214" y="7"/>
                </a:lnTo>
                <a:lnTo>
                  <a:pt x="214" y="6"/>
                </a:lnTo>
                <a:lnTo>
                  <a:pt x="215" y="6"/>
                </a:lnTo>
                <a:lnTo>
                  <a:pt x="215" y="5"/>
                </a:lnTo>
                <a:lnTo>
                  <a:pt x="215" y="4"/>
                </a:lnTo>
                <a:lnTo>
                  <a:pt x="216" y="4"/>
                </a:lnTo>
                <a:lnTo>
                  <a:pt x="216" y="2"/>
                </a:lnTo>
                <a:lnTo>
                  <a:pt x="218" y="2"/>
                </a:lnTo>
                <a:lnTo>
                  <a:pt x="219" y="2"/>
                </a:lnTo>
                <a:lnTo>
                  <a:pt x="220" y="2"/>
                </a:lnTo>
                <a:lnTo>
                  <a:pt x="221" y="2"/>
                </a:lnTo>
                <a:lnTo>
                  <a:pt x="221" y="3"/>
                </a:lnTo>
                <a:lnTo>
                  <a:pt x="222" y="3"/>
                </a:lnTo>
                <a:lnTo>
                  <a:pt x="223" y="3"/>
                </a:lnTo>
                <a:lnTo>
                  <a:pt x="223" y="4"/>
                </a:lnTo>
                <a:lnTo>
                  <a:pt x="224" y="4"/>
                </a:lnTo>
                <a:lnTo>
                  <a:pt x="224" y="5"/>
                </a:lnTo>
                <a:lnTo>
                  <a:pt x="225" y="6"/>
                </a:lnTo>
                <a:lnTo>
                  <a:pt x="225" y="7"/>
                </a:lnTo>
                <a:lnTo>
                  <a:pt x="226" y="7"/>
                </a:lnTo>
                <a:lnTo>
                  <a:pt x="227" y="7"/>
                </a:lnTo>
                <a:lnTo>
                  <a:pt x="227" y="8"/>
                </a:lnTo>
                <a:lnTo>
                  <a:pt x="228" y="8"/>
                </a:lnTo>
                <a:lnTo>
                  <a:pt x="228" y="7"/>
                </a:lnTo>
                <a:lnTo>
                  <a:pt x="229" y="7"/>
                </a:lnTo>
                <a:lnTo>
                  <a:pt x="230" y="7"/>
                </a:lnTo>
                <a:lnTo>
                  <a:pt x="231" y="7"/>
                </a:lnTo>
                <a:lnTo>
                  <a:pt x="232" y="7"/>
                </a:lnTo>
                <a:lnTo>
                  <a:pt x="233" y="7"/>
                </a:lnTo>
                <a:lnTo>
                  <a:pt x="234" y="8"/>
                </a:lnTo>
                <a:lnTo>
                  <a:pt x="235" y="8"/>
                </a:lnTo>
                <a:lnTo>
                  <a:pt x="236" y="8"/>
                </a:lnTo>
                <a:lnTo>
                  <a:pt x="237" y="8"/>
                </a:lnTo>
                <a:lnTo>
                  <a:pt x="238" y="8"/>
                </a:lnTo>
                <a:lnTo>
                  <a:pt x="241" y="8"/>
                </a:lnTo>
                <a:lnTo>
                  <a:pt x="242" y="8"/>
                </a:lnTo>
                <a:lnTo>
                  <a:pt x="243" y="8"/>
                </a:lnTo>
                <a:lnTo>
                  <a:pt x="243" y="9"/>
                </a:lnTo>
                <a:lnTo>
                  <a:pt x="244" y="9"/>
                </a:lnTo>
                <a:lnTo>
                  <a:pt x="245" y="10"/>
                </a:lnTo>
                <a:lnTo>
                  <a:pt x="246" y="10"/>
                </a:lnTo>
                <a:lnTo>
                  <a:pt x="249" y="12"/>
                </a:lnTo>
                <a:lnTo>
                  <a:pt x="251" y="13"/>
                </a:lnTo>
                <a:lnTo>
                  <a:pt x="253" y="15"/>
                </a:lnTo>
                <a:lnTo>
                  <a:pt x="254" y="15"/>
                </a:lnTo>
                <a:lnTo>
                  <a:pt x="254" y="16"/>
                </a:lnTo>
                <a:lnTo>
                  <a:pt x="254" y="17"/>
                </a:lnTo>
                <a:lnTo>
                  <a:pt x="255" y="17"/>
                </a:lnTo>
                <a:lnTo>
                  <a:pt x="256" y="18"/>
                </a:lnTo>
                <a:lnTo>
                  <a:pt x="256" y="17"/>
                </a:lnTo>
                <a:lnTo>
                  <a:pt x="257" y="17"/>
                </a:lnTo>
                <a:lnTo>
                  <a:pt x="258" y="17"/>
                </a:lnTo>
                <a:lnTo>
                  <a:pt x="259" y="17"/>
                </a:lnTo>
                <a:lnTo>
                  <a:pt x="260" y="17"/>
                </a:lnTo>
                <a:lnTo>
                  <a:pt x="260" y="18"/>
                </a:lnTo>
                <a:lnTo>
                  <a:pt x="261" y="18"/>
                </a:lnTo>
                <a:lnTo>
                  <a:pt x="261" y="19"/>
                </a:lnTo>
                <a:lnTo>
                  <a:pt x="261" y="20"/>
                </a:lnTo>
                <a:lnTo>
                  <a:pt x="262" y="20"/>
                </a:lnTo>
                <a:lnTo>
                  <a:pt x="262" y="21"/>
                </a:lnTo>
                <a:lnTo>
                  <a:pt x="263" y="21"/>
                </a:lnTo>
                <a:lnTo>
                  <a:pt x="263" y="22"/>
                </a:lnTo>
                <a:lnTo>
                  <a:pt x="264" y="22"/>
                </a:lnTo>
                <a:lnTo>
                  <a:pt x="265" y="22"/>
                </a:lnTo>
                <a:lnTo>
                  <a:pt x="266" y="22"/>
                </a:lnTo>
                <a:lnTo>
                  <a:pt x="267" y="22"/>
                </a:lnTo>
                <a:lnTo>
                  <a:pt x="267" y="21"/>
                </a:lnTo>
                <a:lnTo>
                  <a:pt x="268" y="21"/>
                </a:lnTo>
                <a:lnTo>
                  <a:pt x="268" y="20"/>
                </a:lnTo>
                <a:lnTo>
                  <a:pt x="269" y="20"/>
                </a:lnTo>
                <a:lnTo>
                  <a:pt x="270" y="20"/>
                </a:lnTo>
                <a:lnTo>
                  <a:pt x="271" y="20"/>
                </a:lnTo>
                <a:lnTo>
                  <a:pt x="272" y="19"/>
                </a:lnTo>
                <a:lnTo>
                  <a:pt x="273" y="19"/>
                </a:lnTo>
                <a:lnTo>
                  <a:pt x="274" y="19"/>
                </a:lnTo>
                <a:lnTo>
                  <a:pt x="275" y="19"/>
                </a:lnTo>
                <a:lnTo>
                  <a:pt x="276" y="19"/>
                </a:lnTo>
                <a:lnTo>
                  <a:pt x="276" y="20"/>
                </a:lnTo>
                <a:lnTo>
                  <a:pt x="277" y="20"/>
                </a:lnTo>
                <a:lnTo>
                  <a:pt x="277" y="21"/>
                </a:lnTo>
                <a:lnTo>
                  <a:pt x="278" y="21"/>
                </a:lnTo>
                <a:lnTo>
                  <a:pt x="278" y="22"/>
                </a:lnTo>
                <a:lnTo>
                  <a:pt x="279" y="22"/>
                </a:lnTo>
                <a:lnTo>
                  <a:pt x="279" y="23"/>
                </a:lnTo>
                <a:lnTo>
                  <a:pt x="280" y="23"/>
                </a:lnTo>
                <a:lnTo>
                  <a:pt x="281" y="23"/>
                </a:lnTo>
                <a:lnTo>
                  <a:pt x="281" y="24"/>
                </a:lnTo>
                <a:lnTo>
                  <a:pt x="282" y="24"/>
                </a:lnTo>
                <a:lnTo>
                  <a:pt x="283" y="25"/>
                </a:lnTo>
                <a:lnTo>
                  <a:pt x="283" y="26"/>
                </a:lnTo>
                <a:lnTo>
                  <a:pt x="284" y="26"/>
                </a:lnTo>
                <a:lnTo>
                  <a:pt x="284" y="27"/>
                </a:lnTo>
                <a:lnTo>
                  <a:pt x="284" y="28"/>
                </a:lnTo>
                <a:lnTo>
                  <a:pt x="285" y="28"/>
                </a:lnTo>
                <a:lnTo>
                  <a:pt x="285" y="29"/>
                </a:lnTo>
                <a:lnTo>
                  <a:pt x="286" y="29"/>
                </a:lnTo>
                <a:lnTo>
                  <a:pt x="286" y="31"/>
                </a:lnTo>
                <a:lnTo>
                  <a:pt x="287" y="32"/>
                </a:lnTo>
                <a:lnTo>
                  <a:pt x="288" y="32"/>
                </a:lnTo>
                <a:lnTo>
                  <a:pt x="289" y="32"/>
                </a:lnTo>
                <a:lnTo>
                  <a:pt x="290" y="32"/>
                </a:lnTo>
                <a:lnTo>
                  <a:pt x="290" y="33"/>
                </a:lnTo>
                <a:lnTo>
                  <a:pt x="291" y="33"/>
                </a:lnTo>
                <a:lnTo>
                  <a:pt x="291" y="34"/>
                </a:lnTo>
                <a:lnTo>
                  <a:pt x="292" y="34"/>
                </a:lnTo>
                <a:lnTo>
                  <a:pt x="292" y="35"/>
                </a:lnTo>
                <a:lnTo>
                  <a:pt x="293" y="35"/>
                </a:lnTo>
                <a:lnTo>
                  <a:pt x="293" y="36"/>
                </a:lnTo>
                <a:lnTo>
                  <a:pt x="294" y="36"/>
                </a:lnTo>
                <a:lnTo>
                  <a:pt x="295" y="36"/>
                </a:lnTo>
                <a:lnTo>
                  <a:pt x="296" y="36"/>
                </a:lnTo>
                <a:lnTo>
                  <a:pt x="297" y="36"/>
                </a:lnTo>
                <a:lnTo>
                  <a:pt x="298" y="37"/>
                </a:lnTo>
                <a:lnTo>
                  <a:pt x="299" y="37"/>
                </a:lnTo>
                <a:lnTo>
                  <a:pt x="300" y="37"/>
                </a:lnTo>
                <a:lnTo>
                  <a:pt x="302" y="37"/>
                </a:lnTo>
                <a:lnTo>
                  <a:pt x="305" y="37"/>
                </a:lnTo>
                <a:lnTo>
                  <a:pt x="307" y="37"/>
                </a:lnTo>
                <a:lnTo>
                  <a:pt x="308" y="37"/>
                </a:lnTo>
                <a:lnTo>
                  <a:pt x="310" y="37"/>
                </a:lnTo>
                <a:lnTo>
                  <a:pt x="312" y="37"/>
                </a:lnTo>
                <a:lnTo>
                  <a:pt x="313" y="37"/>
                </a:lnTo>
                <a:lnTo>
                  <a:pt x="314" y="37"/>
                </a:lnTo>
                <a:lnTo>
                  <a:pt x="315" y="37"/>
                </a:lnTo>
                <a:lnTo>
                  <a:pt x="316" y="38"/>
                </a:lnTo>
                <a:lnTo>
                  <a:pt x="317" y="38"/>
                </a:lnTo>
                <a:lnTo>
                  <a:pt x="318" y="38"/>
                </a:lnTo>
                <a:lnTo>
                  <a:pt x="318" y="39"/>
                </a:lnTo>
                <a:lnTo>
                  <a:pt x="319" y="39"/>
                </a:lnTo>
                <a:lnTo>
                  <a:pt x="318" y="40"/>
                </a:lnTo>
                <a:lnTo>
                  <a:pt x="318" y="41"/>
                </a:lnTo>
                <a:lnTo>
                  <a:pt x="317" y="41"/>
                </a:lnTo>
                <a:lnTo>
                  <a:pt x="317" y="42"/>
                </a:lnTo>
                <a:lnTo>
                  <a:pt x="318" y="42"/>
                </a:lnTo>
                <a:lnTo>
                  <a:pt x="320" y="43"/>
                </a:lnTo>
                <a:lnTo>
                  <a:pt x="321" y="43"/>
                </a:lnTo>
                <a:lnTo>
                  <a:pt x="322" y="43"/>
                </a:lnTo>
                <a:lnTo>
                  <a:pt x="324" y="44"/>
                </a:lnTo>
                <a:lnTo>
                  <a:pt x="325" y="43"/>
                </a:lnTo>
                <a:lnTo>
                  <a:pt x="326" y="43"/>
                </a:lnTo>
                <a:lnTo>
                  <a:pt x="327" y="43"/>
                </a:lnTo>
                <a:lnTo>
                  <a:pt x="328" y="43"/>
                </a:lnTo>
                <a:lnTo>
                  <a:pt x="329" y="43"/>
                </a:lnTo>
                <a:lnTo>
                  <a:pt x="329" y="44"/>
                </a:lnTo>
                <a:lnTo>
                  <a:pt x="329" y="45"/>
                </a:lnTo>
                <a:lnTo>
                  <a:pt x="330" y="45"/>
                </a:lnTo>
                <a:lnTo>
                  <a:pt x="330" y="46"/>
                </a:lnTo>
                <a:lnTo>
                  <a:pt x="330" y="47"/>
                </a:lnTo>
                <a:lnTo>
                  <a:pt x="331" y="47"/>
                </a:lnTo>
                <a:lnTo>
                  <a:pt x="331" y="48"/>
                </a:lnTo>
                <a:lnTo>
                  <a:pt x="332" y="48"/>
                </a:lnTo>
                <a:lnTo>
                  <a:pt x="333" y="48"/>
                </a:lnTo>
                <a:lnTo>
                  <a:pt x="334" y="48"/>
                </a:lnTo>
                <a:lnTo>
                  <a:pt x="334" y="47"/>
                </a:lnTo>
                <a:lnTo>
                  <a:pt x="335" y="47"/>
                </a:lnTo>
                <a:lnTo>
                  <a:pt x="335" y="46"/>
                </a:lnTo>
                <a:lnTo>
                  <a:pt x="335" y="45"/>
                </a:lnTo>
                <a:lnTo>
                  <a:pt x="334" y="45"/>
                </a:lnTo>
                <a:lnTo>
                  <a:pt x="334" y="44"/>
                </a:lnTo>
                <a:lnTo>
                  <a:pt x="334" y="43"/>
                </a:lnTo>
                <a:lnTo>
                  <a:pt x="333" y="43"/>
                </a:lnTo>
                <a:lnTo>
                  <a:pt x="333" y="42"/>
                </a:lnTo>
                <a:lnTo>
                  <a:pt x="333" y="41"/>
                </a:lnTo>
                <a:lnTo>
                  <a:pt x="334" y="41"/>
                </a:lnTo>
                <a:lnTo>
                  <a:pt x="336" y="40"/>
                </a:lnTo>
                <a:lnTo>
                  <a:pt x="338" y="39"/>
                </a:lnTo>
                <a:lnTo>
                  <a:pt x="339" y="39"/>
                </a:lnTo>
                <a:lnTo>
                  <a:pt x="340" y="39"/>
                </a:lnTo>
                <a:lnTo>
                  <a:pt x="340" y="38"/>
                </a:lnTo>
                <a:lnTo>
                  <a:pt x="341" y="38"/>
                </a:lnTo>
                <a:lnTo>
                  <a:pt x="343" y="38"/>
                </a:lnTo>
                <a:lnTo>
                  <a:pt x="344" y="38"/>
                </a:lnTo>
                <a:lnTo>
                  <a:pt x="345" y="38"/>
                </a:lnTo>
                <a:lnTo>
                  <a:pt x="346" y="37"/>
                </a:lnTo>
                <a:lnTo>
                  <a:pt x="347" y="37"/>
                </a:lnTo>
                <a:lnTo>
                  <a:pt x="348" y="37"/>
                </a:lnTo>
                <a:lnTo>
                  <a:pt x="349" y="37"/>
                </a:lnTo>
                <a:lnTo>
                  <a:pt x="350" y="37"/>
                </a:lnTo>
                <a:lnTo>
                  <a:pt x="353" y="37"/>
                </a:lnTo>
                <a:lnTo>
                  <a:pt x="355" y="37"/>
                </a:lnTo>
                <a:lnTo>
                  <a:pt x="356" y="37"/>
                </a:lnTo>
                <a:lnTo>
                  <a:pt x="357" y="37"/>
                </a:lnTo>
                <a:lnTo>
                  <a:pt x="358" y="37"/>
                </a:lnTo>
                <a:lnTo>
                  <a:pt x="358" y="38"/>
                </a:lnTo>
                <a:lnTo>
                  <a:pt x="359" y="38"/>
                </a:lnTo>
                <a:lnTo>
                  <a:pt x="360" y="38"/>
                </a:lnTo>
                <a:lnTo>
                  <a:pt x="361" y="38"/>
                </a:lnTo>
                <a:lnTo>
                  <a:pt x="362" y="38"/>
                </a:lnTo>
                <a:lnTo>
                  <a:pt x="363" y="38"/>
                </a:lnTo>
                <a:lnTo>
                  <a:pt x="363" y="39"/>
                </a:lnTo>
                <a:lnTo>
                  <a:pt x="364" y="39"/>
                </a:lnTo>
                <a:lnTo>
                  <a:pt x="365" y="39"/>
                </a:lnTo>
                <a:lnTo>
                  <a:pt x="366" y="39"/>
                </a:lnTo>
                <a:lnTo>
                  <a:pt x="369" y="41"/>
                </a:lnTo>
                <a:lnTo>
                  <a:pt x="369" y="42"/>
                </a:lnTo>
                <a:lnTo>
                  <a:pt x="370" y="42"/>
                </a:lnTo>
                <a:lnTo>
                  <a:pt x="370" y="43"/>
                </a:lnTo>
                <a:lnTo>
                  <a:pt x="371" y="43"/>
                </a:lnTo>
                <a:lnTo>
                  <a:pt x="372" y="43"/>
                </a:lnTo>
                <a:lnTo>
                  <a:pt x="373" y="43"/>
                </a:lnTo>
                <a:lnTo>
                  <a:pt x="374" y="44"/>
                </a:lnTo>
                <a:lnTo>
                  <a:pt x="375" y="44"/>
                </a:lnTo>
                <a:lnTo>
                  <a:pt x="376" y="44"/>
                </a:lnTo>
                <a:lnTo>
                  <a:pt x="377" y="45"/>
                </a:lnTo>
                <a:lnTo>
                  <a:pt x="378" y="45"/>
                </a:lnTo>
                <a:lnTo>
                  <a:pt x="379" y="45"/>
                </a:lnTo>
                <a:lnTo>
                  <a:pt x="380" y="45"/>
                </a:lnTo>
                <a:lnTo>
                  <a:pt x="381" y="46"/>
                </a:lnTo>
                <a:lnTo>
                  <a:pt x="382" y="46"/>
                </a:lnTo>
                <a:lnTo>
                  <a:pt x="383" y="46"/>
                </a:lnTo>
                <a:lnTo>
                  <a:pt x="383" y="47"/>
                </a:lnTo>
                <a:lnTo>
                  <a:pt x="384" y="47"/>
                </a:lnTo>
                <a:lnTo>
                  <a:pt x="385" y="47"/>
                </a:lnTo>
                <a:lnTo>
                  <a:pt x="386" y="47"/>
                </a:lnTo>
                <a:lnTo>
                  <a:pt x="387" y="47"/>
                </a:lnTo>
                <a:lnTo>
                  <a:pt x="388" y="48"/>
                </a:lnTo>
                <a:lnTo>
                  <a:pt x="389" y="49"/>
                </a:lnTo>
                <a:lnTo>
                  <a:pt x="388" y="49"/>
                </a:lnTo>
                <a:lnTo>
                  <a:pt x="388" y="50"/>
                </a:lnTo>
                <a:lnTo>
                  <a:pt x="388" y="51"/>
                </a:lnTo>
                <a:lnTo>
                  <a:pt x="389" y="51"/>
                </a:lnTo>
                <a:lnTo>
                  <a:pt x="389" y="52"/>
                </a:lnTo>
                <a:lnTo>
                  <a:pt x="389" y="53"/>
                </a:lnTo>
                <a:lnTo>
                  <a:pt x="390" y="53"/>
                </a:lnTo>
                <a:lnTo>
                  <a:pt x="391" y="53"/>
                </a:lnTo>
                <a:lnTo>
                  <a:pt x="392" y="52"/>
                </a:lnTo>
                <a:lnTo>
                  <a:pt x="393" y="52"/>
                </a:lnTo>
                <a:lnTo>
                  <a:pt x="394" y="51"/>
                </a:lnTo>
                <a:lnTo>
                  <a:pt x="394" y="50"/>
                </a:lnTo>
                <a:lnTo>
                  <a:pt x="395" y="50"/>
                </a:lnTo>
                <a:lnTo>
                  <a:pt x="396" y="50"/>
                </a:lnTo>
                <a:lnTo>
                  <a:pt x="397" y="50"/>
                </a:lnTo>
                <a:lnTo>
                  <a:pt x="398" y="50"/>
                </a:lnTo>
                <a:lnTo>
                  <a:pt x="398" y="49"/>
                </a:lnTo>
                <a:lnTo>
                  <a:pt x="399" y="50"/>
                </a:lnTo>
                <a:lnTo>
                  <a:pt x="400" y="50"/>
                </a:lnTo>
                <a:lnTo>
                  <a:pt x="400" y="51"/>
                </a:lnTo>
                <a:lnTo>
                  <a:pt x="401" y="51"/>
                </a:lnTo>
                <a:lnTo>
                  <a:pt x="401" y="52"/>
                </a:lnTo>
                <a:lnTo>
                  <a:pt x="401" y="53"/>
                </a:lnTo>
                <a:lnTo>
                  <a:pt x="401" y="54"/>
                </a:lnTo>
                <a:lnTo>
                  <a:pt x="402" y="54"/>
                </a:lnTo>
                <a:lnTo>
                  <a:pt x="402" y="55"/>
                </a:lnTo>
                <a:lnTo>
                  <a:pt x="403" y="55"/>
                </a:lnTo>
                <a:lnTo>
                  <a:pt x="404" y="56"/>
                </a:lnTo>
                <a:lnTo>
                  <a:pt x="404" y="57"/>
                </a:lnTo>
                <a:lnTo>
                  <a:pt x="405" y="57"/>
                </a:lnTo>
                <a:lnTo>
                  <a:pt x="406" y="58"/>
                </a:lnTo>
                <a:lnTo>
                  <a:pt x="407" y="58"/>
                </a:lnTo>
                <a:lnTo>
                  <a:pt x="408" y="58"/>
                </a:lnTo>
                <a:lnTo>
                  <a:pt x="409" y="58"/>
                </a:lnTo>
                <a:lnTo>
                  <a:pt x="410" y="58"/>
                </a:lnTo>
                <a:lnTo>
                  <a:pt x="410" y="59"/>
                </a:lnTo>
                <a:lnTo>
                  <a:pt x="411" y="59"/>
                </a:lnTo>
                <a:lnTo>
                  <a:pt x="411" y="60"/>
                </a:lnTo>
                <a:lnTo>
                  <a:pt x="410" y="60"/>
                </a:lnTo>
                <a:lnTo>
                  <a:pt x="409" y="61"/>
                </a:lnTo>
                <a:lnTo>
                  <a:pt x="409" y="62"/>
                </a:lnTo>
                <a:lnTo>
                  <a:pt x="409" y="63"/>
                </a:lnTo>
                <a:lnTo>
                  <a:pt x="409" y="64"/>
                </a:lnTo>
                <a:lnTo>
                  <a:pt x="408" y="65"/>
                </a:lnTo>
                <a:lnTo>
                  <a:pt x="406" y="65"/>
                </a:lnTo>
                <a:lnTo>
                  <a:pt x="405" y="65"/>
                </a:lnTo>
                <a:lnTo>
                  <a:pt x="404" y="66"/>
                </a:lnTo>
                <a:lnTo>
                  <a:pt x="403" y="66"/>
                </a:lnTo>
                <a:lnTo>
                  <a:pt x="403" y="67"/>
                </a:lnTo>
                <a:lnTo>
                  <a:pt x="403" y="68"/>
                </a:lnTo>
                <a:lnTo>
                  <a:pt x="403" y="69"/>
                </a:lnTo>
                <a:lnTo>
                  <a:pt x="403" y="70"/>
                </a:lnTo>
                <a:lnTo>
                  <a:pt x="403" y="71"/>
                </a:lnTo>
                <a:lnTo>
                  <a:pt x="403" y="72"/>
                </a:lnTo>
                <a:lnTo>
                  <a:pt x="404" y="72"/>
                </a:lnTo>
                <a:lnTo>
                  <a:pt x="405" y="72"/>
                </a:lnTo>
                <a:lnTo>
                  <a:pt x="406" y="72"/>
                </a:lnTo>
                <a:lnTo>
                  <a:pt x="406" y="71"/>
                </a:lnTo>
                <a:lnTo>
                  <a:pt x="407" y="71"/>
                </a:lnTo>
                <a:lnTo>
                  <a:pt x="407" y="70"/>
                </a:lnTo>
                <a:lnTo>
                  <a:pt x="408" y="70"/>
                </a:lnTo>
                <a:lnTo>
                  <a:pt x="409" y="70"/>
                </a:lnTo>
                <a:lnTo>
                  <a:pt x="410" y="70"/>
                </a:lnTo>
                <a:lnTo>
                  <a:pt x="411" y="70"/>
                </a:lnTo>
                <a:lnTo>
                  <a:pt x="412" y="69"/>
                </a:lnTo>
                <a:lnTo>
                  <a:pt x="413" y="68"/>
                </a:lnTo>
                <a:lnTo>
                  <a:pt x="414" y="68"/>
                </a:lnTo>
                <a:lnTo>
                  <a:pt x="415" y="69"/>
                </a:lnTo>
                <a:lnTo>
                  <a:pt x="416" y="69"/>
                </a:lnTo>
                <a:lnTo>
                  <a:pt x="417" y="69"/>
                </a:lnTo>
                <a:lnTo>
                  <a:pt x="418" y="68"/>
                </a:lnTo>
                <a:lnTo>
                  <a:pt x="419" y="69"/>
                </a:lnTo>
                <a:lnTo>
                  <a:pt x="420" y="69"/>
                </a:lnTo>
                <a:lnTo>
                  <a:pt x="420" y="70"/>
                </a:lnTo>
                <a:lnTo>
                  <a:pt x="420" y="71"/>
                </a:lnTo>
                <a:lnTo>
                  <a:pt x="420" y="72"/>
                </a:lnTo>
                <a:lnTo>
                  <a:pt x="421" y="72"/>
                </a:lnTo>
                <a:lnTo>
                  <a:pt x="422" y="73"/>
                </a:lnTo>
                <a:lnTo>
                  <a:pt x="422" y="74"/>
                </a:lnTo>
                <a:lnTo>
                  <a:pt x="423" y="74"/>
                </a:lnTo>
                <a:lnTo>
                  <a:pt x="424" y="75"/>
                </a:lnTo>
                <a:lnTo>
                  <a:pt x="425" y="75"/>
                </a:lnTo>
                <a:lnTo>
                  <a:pt x="425" y="76"/>
                </a:lnTo>
                <a:lnTo>
                  <a:pt x="426" y="77"/>
                </a:lnTo>
                <a:lnTo>
                  <a:pt x="427" y="77"/>
                </a:lnTo>
                <a:lnTo>
                  <a:pt x="427" y="78"/>
                </a:lnTo>
                <a:lnTo>
                  <a:pt x="427" y="79"/>
                </a:lnTo>
                <a:lnTo>
                  <a:pt x="428" y="80"/>
                </a:lnTo>
                <a:lnTo>
                  <a:pt x="429" y="80"/>
                </a:lnTo>
                <a:lnTo>
                  <a:pt x="429" y="81"/>
                </a:lnTo>
                <a:lnTo>
                  <a:pt x="430" y="81"/>
                </a:lnTo>
                <a:lnTo>
                  <a:pt x="430" y="82"/>
                </a:lnTo>
                <a:lnTo>
                  <a:pt x="431" y="82"/>
                </a:lnTo>
                <a:lnTo>
                  <a:pt x="431" y="83"/>
                </a:lnTo>
                <a:lnTo>
                  <a:pt x="432" y="83"/>
                </a:lnTo>
                <a:lnTo>
                  <a:pt x="432" y="82"/>
                </a:lnTo>
                <a:lnTo>
                  <a:pt x="433" y="82"/>
                </a:lnTo>
                <a:lnTo>
                  <a:pt x="433" y="81"/>
                </a:lnTo>
                <a:lnTo>
                  <a:pt x="434" y="81"/>
                </a:lnTo>
                <a:lnTo>
                  <a:pt x="435" y="79"/>
                </a:lnTo>
                <a:lnTo>
                  <a:pt x="436" y="79"/>
                </a:lnTo>
                <a:lnTo>
                  <a:pt x="437" y="79"/>
                </a:lnTo>
                <a:lnTo>
                  <a:pt x="438" y="79"/>
                </a:lnTo>
                <a:lnTo>
                  <a:pt x="441" y="80"/>
                </a:lnTo>
                <a:lnTo>
                  <a:pt x="442" y="81"/>
                </a:lnTo>
                <a:lnTo>
                  <a:pt x="443" y="81"/>
                </a:lnTo>
                <a:lnTo>
                  <a:pt x="444" y="81"/>
                </a:lnTo>
                <a:lnTo>
                  <a:pt x="444" y="82"/>
                </a:lnTo>
                <a:lnTo>
                  <a:pt x="444" y="83"/>
                </a:lnTo>
                <a:lnTo>
                  <a:pt x="443" y="83"/>
                </a:lnTo>
                <a:lnTo>
                  <a:pt x="442" y="83"/>
                </a:lnTo>
                <a:lnTo>
                  <a:pt x="441" y="83"/>
                </a:lnTo>
                <a:lnTo>
                  <a:pt x="440" y="83"/>
                </a:lnTo>
                <a:lnTo>
                  <a:pt x="438" y="84"/>
                </a:lnTo>
                <a:lnTo>
                  <a:pt x="437" y="84"/>
                </a:lnTo>
                <a:lnTo>
                  <a:pt x="437" y="85"/>
                </a:lnTo>
                <a:lnTo>
                  <a:pt x="438" y="87"/>
                </a:lnTo>
                <a:lnTo>
                  <a:pt x="439" y="87"/>
                </a:lnTo>
                <a:lnTo>
                  <a:pt x="439" y="88"/>
                </a:lnTo>
                <a:lnTo>
                  <a:pt x="439" y="89"/>
                </a:lnTo>
                <a:lnTo>
                  <a:pt x="440" y="89"/>
                </a:lnTo>
                <a:lnTo>
                  <a:pt x="440" y="90"/>
                </a:lnTo>
                <a:lnTo>
                  <a:pt x="439" y="91"/>
                </a:lnTo>
                <a:lnTo>
                  <a:pt x="438" y="91"/>
                </a:lnTo>
                <a:lnTo>
                  <a:pt x="435" y="91"/>
                </a:lnTo>
                <a:lnTo>
                  <a:pt x="434" y="91"/>
                </a:lnTo>
                <a:lnTo>
                  <a:pt x="433" y="91"/>
                </a:lnTo>
                <a:lnTo>
                  <a:pt x="432" y="91"/>
                </a:lnTo>
                <a:lnTo>
                  <a:pt x="432" y="92"/>
                </a:lnTo>
                <a:lnTo>
                  <a:pt x="431" y="92"/>
                </a:lnTo>
                <a:lnTo>
                  <a:pt x="431" y="93"/>
                </a:lnTo>
                <a:lnTo>
                  <a:pt x="430" y="94"/>
                </a:lnTo>
                <a:lnTo>
                  <a:pt x="430" y="96"/>
                </a:lnTo>
                <a:lnTo>
                  <a:pt x="431" y="97"/>
                </a:lnTo>
                <a:lnTo>
                  <a:pt x="431" y="98"/>
                </a:lnTo>
                <a:lnTo>
                  <a:pt x="432" y="99"/>
                </a:lnTo>
                <a:lnTo>
                  <a:pt x="433" y="99"/>
                </a:lnTo>
                <a:lnTo>
                  <a:pt x="434" y="100"/>
                </a:lnTo>
                <a:lnTo>
                  <a:pt x="435" y="101"/>
                </a:lnTo>
                <a:lnTo>
                  <a:pt x="436" y="101"/>
                </a:lnTo>
                <a:lnTo>
                  <a:pt x="437" y="101"/>
                </a:lnTo>
                <a:lnTo>
                  <a:pt x="438" y="101"/>
                </a:lnTo>
                <a:lnTo>
                  <a:pt x="439" y="100"/>
                </a:lnTo>
                <a:lnTo>
                  <a:pt x="439" y="99"/>
                </a:lnTo>
                <a:lnTo>
                  <a:pt x="439" y="98"/>
                </a:lnTo>
                <a:lnTo>
                  <a:pt x="440" y="98"/>
                </a:lnTo>
                <a:lnTo>
                  <a:pt x="442" y="99"/>
                </a:lnTo>
                <a:lnTo>
                  <a:pt x="443" y="100"/>
                </a:lnTo>
                <a:lnTo>
                  <a:pt x="444" y="100"/>
                </a:lnTo>
                <a:lnTo>
                  <a:pt x="444" y="101"/>
                </a:lnTo>
                <a:lnTo>
                  <a:pt x="445" y="101"/>
                </a:lnTo>
                <a:lnTo>
                  <a:pt x="449" y="103"/>
                </a:lnTo>
                <a:lnTo>
                  <a:pt x="450" y="104"/>
                </a:lnTo>
                <a:lnTo>
                  <a:pt x="452" y="105"/>
                </a:lnTo>
                <a:lnTo>
                  <a:pt x="452" y="106"/>
                </a:lnTo>
                <a:lnTo>
                  <a:pt x="452" y="107"/>
                </a:lnTo>
                <a:lnTo>
                  <a:pt x="452" y="108"/>
                </a:lnTo>
                <a:lnTo>
                  <a:pt x="451" y="109"/>
                </a:lnTo>
                <a:lnTo>
                  <a:pt x="451" y="110"/>
                </a:lnTo>
                <a:lnTo>
                  <a:pt x="450" y="111"/>
                </a:lnTo>
                <a:lnTo>
                  <a:pt x="450" y="112"/>
                </a:lnTo>
                <a:lnTo>
                  <a:pt x="451" y="112"/>
                </a:lnTo>
                <a:lnTo>
                  <a:pt x="452" y="113"/>
                </a:lnTo>
                <a:lnTo>
                  <a:pt x="452" y="112"/>
                </a:lnTo>
                <a:lnTo>
                  <a:pt x="453" y="112"/>
                </a:lnTo>
                <a:lnTo>
                  <a:pt x="454" y="112"/>
                </a:lnTo>
                <a:lnTo>
                  <a:pt x="456" y="112"/>
                </a:lnTo>
                <a:lnTo>
                  <a:pt x="456" y="111"/>
                </a:lnTo>
                <a:lnTo>
                  <a:pt x="457" y="111"/>
                </a:lnTo>
                <a:lnTo>
                  <a:pt x="457" y="112"/>
                </a:lnTo>
                <a:lnTo>
                  <a:pt x="458" y="112"/>
                </a:lnTo>
                <a:lnTo>
                  <a:pt x="459" y="113"/>
                </a:lnTo>
                <a:lnTo>
                  <a:pt x="459" y="114"/>
                </a:lnTo>
                <a:lnTo>
                  <a:pt x="460" y="115"/>
                </a:lnTo>
                <a:lnTo>
                  <a:pt x="461" y="115"/>
                </a:lnTo>
                <a:lnTo>
                  <a:pt x="461" y="116"/>
                </a:lnTo>
                <a:lnTo>
                  <a:pt x="462" y="116"/>
                </a:lnTo>
                <a:lnTo>
                  <a:pt x="463" y="117"/>
                </a:lnTo>
                <a:lnTo>
                  <a:pt x="464" y="118"/>
                </a:lnTo>
                <a:lnTo>
                  <a:pt x="465" y="119"/>
                </a:lnTo>
                <a:lnTo>
                  <a:pt x="465" y="121"/>
                </a:lnTo>
                <a:lnTo>
                  <a:pt x="465" y="122"/>
                </a:lnTo>
                <a:lnTo>
                  <a:pt x="465" y="123"/>
                </a:lnTo>
                <a:lnTo>
                  <a:pt x="465" y="124"/>
                </a:lnTo>
                <a:lnTo>
                  <a:pt x="464" y="124"/>
                </a:lnTo>
                <a:lnTo>
                  <a:pt x="463" y="125"/>
                </a:lnTo>
                <a:lnTo>
                  <a:pt x="462" y="125"/>
                </a:lnTo>
                <a:lnTo>
                  <a:pt x="462" y="126"/>
                </a:lnTo>
                <a:lnTo>
                  <a:pt x="462" y="127"/>
                </a:lnTo>
                <a:lnTo>
                  <a:pt x="462" y="128"/>
                </a:lnTo>
                <a:lnTo>
                  <a:pt x="463" y="129"/>
                </a:lnTo>
                <a:lnTo>
                  <a:pt x="464" y="129"/>
                </a:lnTo>
                <a:lnTo>
                  <a:pt x="465" y="129"/>
                </a:lnTo>
                <a:lnTo>
                  <a:pt x="468" y="129"/>
                </a:lnTo>
                <a:lnTo>
                  <a:pt x="469" y="129"/>
                </a:lnTo>
                <a:lnTo>
                  <a:pt x="470" y="129"/>
                </a:lnTo>
                <a:lnTo>
                  <a:pt x="471" y="129"/>
                </a:lnTo>
                <a:lnTo>
                  <a:pt x="472" y="129"/>
                </a:lnTo>
                <a:lnTo>
                  <a:pt x="472" y="130"/>
                </a:lnTo>
                <a:lnTo>
                  <a:pt x="473" y="130"/>
                </a:lnTo>
                <a:lnTo>
                  <a:pt x="473" y="131"/>
                </a:lnTo>
                <a:lnTo>
                  <a:pt x="472" y="131"/>
                </a:lnTo>
                <a:lnTo>
                  <a:pt x="472" y="132"/>
                </a:lnTo>
                <a:lnTo>
                  <a:pt x="471" y="131"/>
                </a:lnTo>
                <a:lnTo>
                  <a:pt x="470" y="131"/>
                </a:lnTo>
                <a:lnTo>
                  <a:pt x="469" y="132"/>
                </a:lnTo>
                <a:lnTo>
                  <a:pt x="468" y="132"/>
                </a:lnTo>
                <a:lnTo>
                  <a:pt x="468" y="133"/>
                </a:lnTo>
                <a:lnTo>
                  <a:pt x="467" y="133"/>
                </a:lnTo>
                <a:lnTo>
                  <a:pt x="466" y="133"/>
                </a:lnTo>
                <a:lnTo>
                  <a:pt x="465" y="133"/>
                </a:lnTo>
                <a:lnTo>
                  <a:pt x="465" y="134"/>
                </a:lnTo>
                <a:lnTo>
                  <a:pt x="464" y="134"/>
                </a:lnTo>
                <a:lnTo>
                  <a:pt x="464" y="135"/>
                </a:lnTo>
                <a:lnTo>
                  <a:pt x="463" y="135"/>
                </a:lnTo>
                <a:lnTo>
                  <a:pt x="462" y="135"/>
                </a:lnTo>
                <a:lnTo>
                  <a:pt x="462" y="136"/>
                </a:lnTo>
                <a:lnTo>
                  <a:pt x="461" y="136"/>
                </a:lnTo>
                <a:lnTo>
                  <a:pt x="461" y="137"/>
                </a:lnTo>
                <a:lnTo>
                  <a:pt x="460" y="138"/>
                </a:lnTo>
                <a:lnTo>
                  <a:pt x="460" y="139"/>
                </a:lnTo>
                <a:lnTo>
                  <a:pt x="461" y="139"/>
                </a:lnTo>
                <a:lnTo>
                  <a:pt x="462" y="140"/>
                </a:lnTo>
                <a:lnTo>
                  <a:pt x="463" y="140"/>
                </a:lnTo>
                <a:lnTo>
                  <a:pt x="464" y="140"/>
                </a:lnTo>
                <a:lnTo>
                  <a:pt x="464" y="141"/>
                </a:lnTo>
                <a:lnTo>
                  <a:pt x="465" y="141"/>
                </a:lnTo>
                <a:lnTo>
                  <a:pt x="466" y="141"/>
                </a:lnTo>
                <a:lnTo>
                  <a:pt x="467" y="141"/>
                </a:lnTo>
                <a:lnTo>
                  <a:pt x="468" y="141"/>
                </a:lnTo>
                <a:lnTo>
                  <a:pt x="469" y="141"/>
                </a:lnTo>
                <a:lnTo>
                  <a:pt x="470" y="141"/>
                </a:lnTo>
                <a:lnTo>
                  <a:pt x="470" y="142"/>
                </a:lnTo>
                <a:lnTo>
                  <a:pt x="471" y="142"/>
                </a:lnTo>
                <a:lnTo>
                  <a:pt x="472" y="142"/>
                </a:lnTo>
                <a:lnTo>
                  <a:pt x="472" y="143"/>
                </a:lnTo>
                <a:lnTo>
                  <a:pt x="473" y="143"/>
                </a:lnTo>
                <a:lnTo>
                  <a:pt x="474" y="143"/>
                </a:lnTo>
                <a:lnTo>
                  <a:pt x="475" y="143"/>
                </a:lnTo>
                <a:lnTo>
                  <a:pt x="476" y="144"/>
                </a:lnTo>
                <a:lnTo>
                  <a:pt x="477" y="144"/>
                </a:lnTo>
                <a:lnTo>
                  <a:pt x="478" y="144"/>
                </a:lnTo>
                <a:lnTo>
                  <a:pt x="479" y="144"/>
                </a:lnTo>
                <a:lnTo>
                  <a:pt x="482" y="146"/>
                </a:lnTo>
                <a:lnTo>
                  <a:pt x="483" y="146"/>
                </a:lnTo>
                <a:lnTo>
                  <a:pt x="484" y="147"/>
                </a:lnTo>
                <a:lnTo>
                  <a:pt x="484" y="148"/>
                </a:lnTo>
                <a:lnTo>
                  <a:pt x="484" y="149"/>
                </a:lnTo>
                <a:lnTo>
                  <a:pt x="483" y="150"/>
                </a:lnTo>
                <a:lnTo>
                  <a:pt x="482" y="150"/>
                </a:lnTo>
                <a:lnTo>
                  <a:pt x="482" y="151"/>
                </a:lnTo>
                <a:lnTo>
                  <a:pt x="482" y="152"/>
                </a:lnTo>
                <a:lnTo>
                  <a:pt x="482" y="153"/>
                </a:lnTo>
                <a:lnTo>
                  <a:pt x="481" y="154"/>
                </a:lnTo>
                <a:lnTo>
                  <a:pt x="480" y="154"/>
                </a:lnTo>
                <a:lnTo>
                  <a:pt x="480" y="155"/>
                </a:lnTo>
                <a:lnTo>
                  <a:pt x="480" y="156"/>
                </a:lnTo>
                <a:lnTo>
                  <a:pt x="480" y="157"/>
                </a:lnTo>
                <a:lnTo>
                  <a:pt x="479" y="157"/>
                </a:lnTo>
                <a:lnTo>
                  <a:pt x="478" y="156"/>
                </a:lnTo>
                <a:lnTo>
                  <a:pt x="477" y="156"/>
                </a:lnTo>
                <a:lnTo>
                  <a:pt x="476" y="156"/>
                </a:lnTo>
                <a:lnTo>
                  <a:pt x="474" y="157"/>
                </a:lnTo>
                <a:lnTo>
                  <a:pt x="474" y="158"/>
                </a:lnTo>
                <a:lnTo>
                  <a:pt x="473" y="158"/>
                </a:lnTo>
                <a:lnTo>
                  <a:pt x="473" y="159"/>
                </a:lnTo>
                <a:lnTo>
                  <a:pt x="474" y="160"/>
                </a:lnTo>
                <a:lnTo>
                  <a:pt x="475" y="161"/>
                </a:lnTo>
                <a:lnTo>
                  <a:pt x="476" y="162"/>
                </a:lnTo>
                <a:lnTo>
                  <a:pt x="476" y="163"/>
                </a:lnTo>
                <a:lnTo>
                  <a:pt x="475" y="163"/>
                </a:lnTo>
                <a:lnTo>
                  <a:pt x="475" y="164"/>
                </a:lnTo>
                <a:lnTo>
                  <a:pt x="475" y="166"/>
                </a:lnTo>
                <a:lnTo>
                  <a:pt x="476" y="166"/>
                </a:lnTo>
                <a:lnTo>
                  <a:pt x="477" y="167"/>
                </a:lnTo>
                <a:lnTo>
                  <a:pt x="478" y="167"/>
                </a:lnTo>
                <a:lnTo>
                  <a:pt x="479" y="168"/>
                </a:lnTo>
                <a:lnTo>
                  <a:pt x="479" y="169"/>
                </a:lnTo>
                <a:lnTo>
                  <a:pt x="480" y="170"/>
                </a:lnTo>
                <a:lnTo>
                  <a:pt x="481" y="171"/>
                </a:lnTo>
                <a:lnTo>
                  <a:pt x="482" y="172"/>
                </a:lnTo>
                <a:lnTo>
                  <a:pt x="483" y="173"/>
                </a:lnTo>
                <a:lnTo>
                  <a:pt x="484" y="174"/>
                </a:lnTo>
                <a:lnTo>
                  <a:pt x="485" y="176"/>
                </a:lnTo>
                <a:lnTo>
                  <a:pt x="485" y="177"/>
                </a:lnTo>
                <a:lnTo>
                  <a:pt x="486" y="178"/>
                </a:lnTo>
                <a:lnTo>
                  <a:pt x="487" y="179"/>
                </a:lnTo>
                <a:lnTo>
                  <a:pt x="488" y="180"/>
                </a:lnTo>
                <a:lnTo>
                  <a:pt x="488" y="181"/>
                </a:lnTo>
                <a:lnTo>
                  <a:pt x="489" y="183"/>
                </a:lnTo>
                <a:lnTo>
                  <a:pt x="490" y="183"/>
                </a:lnTo>
                <a:lnTo>
                  <a:pt x="490" y="184"/>
                </a:lnTo>
                <a:lnTo>
                  <a:pt x="491" y="184"/>
                </a:lnTo>
                <a:lnTo>
                  <a:pt x="492" y="184"/>
                </a:lnTo>
                <a:lnTo>
                  <a:pt x="493" y="184"/>
                </a:lnTo>
                <a:lnTo>
                  <a:pt x="493" y="185"/>
                </a:lnTo>
                <a:lnTo>
                  <a:pt x="493" y="186"/>
                </a:lnTo>
                <a:lnTo>
                  <a:pt x="493" y="187"/>
                </a:lnTo>
                <a:lnTo>
                  <a:pt x="494" y="188"/>
                </a:lnTo>
                <a:lnTo>
                  <a:pt x="495" y="188"/>
                </a:lnTo>
                <a:lnTo>
                  <a:pt x="496" y="188"/>
                </a:lnTo>
                <a:lnTo>
                  <a:pt x="497" y="188"/>
                </a:lnTo>
                <a:lnTo>
                  <a:pt x="498" y="188"/>
                </a:lnTo>
                <a:lnTo>
                  <a:pt x="499" y="189"/>
                </a:lnTo>
                <a:lnTo>
                  <a:pt x="499" y="190"/>
                </a:lnTo>
                <a:lnTo>
                  <a:pt x="499" y="191"/>
                </a:lnTo>
                <a:lnTo>
                  <a:pt x="498" y="192"/>
                </a:lnTo>
                <a:lnTo>
                  <a:pt x="498" y="193"/>
                </a:lnTo>
                <a:lnTo>
                  <a:pt x="499" y="194"/>
                </a:lnTo>
                <a:lnTo>
                  <a:pt x="500" y="196"/>
                </a:lnTo>
                <a:lnTo>
                  <a:pt x="500" y="197"/>
                </a:lnTo>
                <a:lnTo>
                  <a:pt x="499" y="198"/>
                </a:lnTo>
                <a:lnTo>
                  <a:pt x="499" y="199"/>
                </a:lnTo>
                <a:lnTo>
                  <a:pt x="498" y="199"/>
                </a:lnTo>
                <a:lnTo>
                  <a:pt x="497" y="199"/>
                </a:lnTo>
                <a:lnTo>
                  <a:pt x="496" y="199"/>
                </a:lnTo>
                <a:lnTo>
                  <a:pt x="494" y="201"/>
                </a:lnTo>
                <a:lnTo>
                  <a:pt x="494" y="202"/>
                </a:lnTo>
                <a:lnTo>
                  <a:pt x="495" y="202"/>
                </a:lnTo>
                <a:lnTo>
                  <a:pt x="496" y="203"/>
                </a:lnTo>
                <a:lnTo>
                  <a:pt x="497" y="204"/>
                </a:lnTo>
                <a:lnTo>
                  <a:pt x="498" y="204"/>
                </a:lnTo>
                <a:lnTo>
                  <a:pt x="499" y="205"/>
                </a:lnTo>
                <a:lnTo>
                  <a:pt x="500" y="205"/>
                </a:lnTo>
                <a:lnTo>
                  <a:pt x="501" y="205"/>
                </a:lnTo>
                <a:lnTo>
                  <a:pt x="503" y="206"/>
                </a:lnTo>
                <a:lnTo>
                  <a:pt x="505" y="206"/>
                </a:lnTo>
                <a:lnTo>
                  <a:pt x="506" y="207"/>
                </a:lnTo>
                <a:lnTo>
                  <a:pt x="509" y="208"/>
                </a:lnTo>
                <a:lnTo>
                  <a:pt x="510" y="208"/>
                </a:lnTo>
                <a:lnTo>
                  <a:pt x="510" y="209"/>
                </a:lnTo>
                <a:lnTo>
                  <a:pt x="509" y="209"/>
                </a:lnTo>
                <a:lnTo>
                  <a:pt x="509" y="210"/>
                </a:lnTo>
                <a:lnTo>
                  <a:pt x="508" y="210"/>
                </a:lnTo>
                <a:lnTo>
                  <a:pt x="507" y="211"/>
                </a:lnTo>
                <a:lnTo>
                  <a:pt x="507" y="212"/>
                </a:lnTo>
                <a:lnTo>
                  <a:pt x="506" y="212"/>
                </a:lnTo>
                <a:lnTo>
                  <a:pt x="506" y="213"/>
                </a:lnTo>
                <a:lnTo>
                  <a:pt x="506" y="214"/>
                </a:lnTo>
                <a:lnTo>
                  <a:pt x="506" y="215"/>
                </a:lnTo>
                <a:lnTo>
                  <a:pt x="505" y="215"/>
                </a:lnTo>
                <a:lnTo>
                  <a:pt x="505" y="216"/>
                </a:lnTo>
                <a:lnTo>
                  <a:pt x="504" y="216"/>
                </a:lnTo>
                <a:lnTo>
                  <a:pt x="504" y="217"/>
                </a:lnTo>
                <a:lnTo>
                  <a:pt x="504" y="218"/>
                </a:lnTo>
                <a:lnTo>
                  <a:pt x="505" y="219"/>
                </a:lnTo>
                <a:lnTo>
                  <a:pt x="506" y="219"/>
                </a:lnTo>
                <a:lnTo>
                  <a:pt x="507" y="220"/>
                </a:lnTo>
                <a:lnTo>
                  <a:pt x="508" y="220"/>
                </a:lnTo>
                <a:lnTo>
                  <a:pt x="513" y="220"/>
                </a:lnTo>
                <a:lnTo>
                  <a:pt x="514" y="220"/>
                </a:lnTo>
                <a:lnTo>
                  <a:pt x="515" y="221"/>
                </a:lnTo>
                <a:lnTo>
                  <a:pt x="516" y="222"/>
                </a:lnTo>
                <a:lnTo>
                  <a:pt x="517" y="223"/>
                </a:lnTo>
                <a:lnTo>
                  <a:pt x="517" y="225"/>
                </a:lnTo>
                <a:lnTo>
                  <a:pt x="517" y="226"/>
                </a:lnTo>
                <a:lnTo>
                  <a:pt x="516" y="227"/>
                </a:lnTo>
                <a:lnTo>
                  <a:pt x="515" y="227"/>
                </a:lnTo>
                <a:lnTo>
                  <a:pt x="515" y="228"/>
                </a:lnTo>
                <a:lnTo>
                  <a:pt x="513" y="228"/>
                </a:lnTo>
                <a:lnTo>
                  <a:pt x="512" y="227"/>
                </a:lnTo>
                <a:lnTo>
                  <a:pt x="510" y="227"/>
                </a:lnTo>
                <a:lnTo>
                  <a:pt x="509" y="227"/>
                </a:lnTo>
                <a:lnTo>
                  <a:pt x="508" y="228"/>
                </a:lnTo>
                <a:lnTo>
                  <a:pt x="507" y="229"/>
                </a:lnTo>
                <a:lnTo>
                  <a:pt x="507" y="230"/>
                </a:lnTo>
                <a:lnTo>
                  <a:pt x="507" y="231"/>
                </a:lnTo>
                <a:lnTo>
                  <a:pt x="507" y="232"/>
                </a:lnTo>
                <a:lnTo>
                  <a:pt x="507" y="234"/>
                </a:lnTo>
                <a:lnTo>
                  <a:pt x="508" y="235"/>
                </a:lnTo>
                <a:lnTo>
                  <a:pt x="509" y="236"/>
                </a:lnTo>
                <a:lnTo>
                  <a:pt x="511" y="237"/>
                </a:lnTo>
                <a:lnTo>
                  <a:pt x="512" y="237"/>
                </a:lnTo>
                <a:lnTo>
                  <a:pt x="513" y="237"/>
                </a:lnTo>
                <a:lnTo>
                  <a:pt x="514" y="237"/>
                </a:lnTo>
                <a:lnTo>
                  <a:pt x="515" y="237"/>
                </a:lnTo>
                <a:lnTo>
                  <a:pt x="516" y="236"/>
                </a:lnTo>
                <a:lnTo>
                  <a:pt x="516" y="235"/>
                </a:lnTo>
                <a:lnTo>
                  <a:pt x="516" y="234"/>
                </a:lnTo>
                <a:lnTo>
                  <a:pt x="515" y="234"/>
                </a:lnTo>
                <a:lnTo>
                  <a:pt x="514" y="233"/>
                </a:lnTo>
                <a:lnTo>
                  <a:pt x="513" y="232"/>
                </a:lnTo>
                <a:lnTo>
                  <a:pt x="512" y="232"/>
                </a:lnTo>
                <a:lnTo>
                  <a:pt x="512" y="231"/>
                </a:lnTo>
                <a:lnTo>
                  <a:pt x="512" y="230"/>
                </a:lnTo>
                <a:lnTo>
                  <a:pt x="513" y="230"/>
                </a:lnTo>
                <a:lnTo>
                  <a:pt x="513" y="229"/>
                </a:lnTo>
                <a:lnTo>
                  <a:pt x="514" y="229"/>
                </a:lnTo>
                <a:lnTo>
                  <a:pt x="516" y="229"/>
                </a:lnTo>
                <a:lnTo>
                  <a:pt x="518" y="229"/>
                </a:lnTo>
                <a:lnTo>
                  <a:pt x="519" y="228"/>
                </a:lnTo>
                <a:lnTo>
                  <a:pt x="521" y="228"/>
                </a:lnTo>
                <a:lnTo>
                  <a:pt x="522" y="229"/>
                </a:lnTo>
                <a:lnTo>
                  <a:pt x="522" y="230"/>
                </a:lnTo>
                <a:lnTo>
                  <a:pt x="522" y="231"/>
                </a:lnTo>
                <a:lnTo>
                  <a:pt x="522" y="232"/>
                </a:lnTo>
                <a:lnTo>
                  <a:pt x="521" y="233"/>
                </a:lnTo>
                <a:lnTo>
                  <a:pt x="520" y="234"/>
                </a:lnTo>
                <a:lnTo>
                  <a:pt x="519" y="235"/>
                </a:lnTo>
                <a:lnTo>
                  <a:pt x="518" y="236"/>
                </a:lnTo>
                <a:lnTo>
                  <a:pt x="517" y="237"/>
                </a:lnTo>
                <a:lnTo>
                  <a:pt x="516" y="239"/>
                </a:lnTo>
                <a:lnTo>
                  <a:pt x="515" y="240"/>
                </a:lnTo>
                <a:lnTo>
                  <a:pt x="515" y="241"/>
                </a:lnTo>
                <a:lnTo>
                  <a:pt x="514" y="242"/>
                </a:lnTo>
                <a:lnTo>
                  <a:pt x="515" y="243"/>
                </a:lnTo>
                <a:lnTo>
                  <a:pt x="515" y="244"/>
                </a:lnTo>
                <a:lnTo>
                  <a:pt x="516" y="246"/>
                </a:lnTo>
                <a:lnTo>
                  <a:pt x="516" y="248"/>
                </a:lnTo>
                <a:lnTo>
                  <a:pt x="516" y="249"/>
                </a:lnTo>
                <a:lnTo>
                  <a:pt x="516" y="251"/>
                </a:lnTo>
                <a:lnTo>
                  <a:pt x="517" y="252"/>
                </a:lnTo>
                <a:lnTo>
                  <a:pt x="516" y="253"/>
                </a:lnTo>
                <a:lnTo>
                  <a:pt x="516" y="255"/>
                </a:lnTo>
                <a:lnTo>
                  <a:pt x="517" y="256"/>
                </a:lnTo>
                <a:lnTo>
                  <a:pt x="517" y="257"/>
                </a:lnTo>
                <a:lnTo>
                  <a:pt x="518" y="257"/>
                </a:lnTo>
                <a:lnTo>
                  <a:pt x="519" y="257"/>
                </a:lnTo>
                <a:lnTo>
                  <a:pt x="521" y="259"/>
                </a:lnTo>
                <a:lnTo>
                  <a:pt x="523" y="260"/>
                </a:lnTo>
                <a:lnTo>
                  <a:pt x="524" y="262"/>
                </a:lnTo>
                <a:lnTo>
                  <a:pt x="526" y="264"/>
                </a:lnTo>
                <a:lnTo>
                  <a:pt x="526" y="265"/>
                </a:lnTo>
                <a:lnTo>
                  <a:pt x="528" y="266"/>
                </a:lnTo>
                <a:lnTo>
                  <a:pt x="529" y="267"/>
                </a:lnTo>
                <a:lnTo>
                  <a:pt x="530" y="267"/>
                </a:lnTo>
                <a:lnTo>
                  <a:pt x="532" y="268"/>
                </a:lnTo>
                <a:lnTo>
                  <a:pt x="533" y="269"/>
                </a:lnTo>
                <a:lnTo>
                  <a:pt x="535" y="270"/>
                </a:lnTo>
                <a:lnTo>
                  <a:pt x="535" y="271"/>
                </a:lnTo>
                <a:lnTo>
                  <a:pt x="536" y="271"/>
                </a:lnTo>
                <a:lnTo>
                  <a:pt x="536" y="272"/>
                </a:lnTo>
                <a:lnTo>
                  <a:pt x="537" y="272"/>
                </a:lnTo>
                <a:lnTo>
                  <a:pt x="537" y="273"/>
                </a:lnTo>
                <a:lnTo>
                  <a:pt x="538" y="274"/>
                </a:lnTo>
                <a:lnTo>
                  <a:pt x="539" y="276"/>
                </a:lnTo>
                <a:lnTo>
                  <a:pt x="542" y="280"/>
                </a:lnTo>
                <a:lnTo>
                  <a:pt x="543" y="282"/>
                </a:lnTo>
                <a:lnTo>
                  <a:pt x="544" y="284"/>
                </a:lnTo>
                <a:lnTo>
                  <a:pt x="545" y="286"/>
                </a:lnTo>
                <a:lnTo>
                  <a:pt x="546" y="286"/>
                </a:lnTo>
                <a:lnTo>
                  <a:pt x="547" y="287"/>
                </a:lnTo>
                <a:lnTo>
                  <a:pt x="548" y="287"/>
                </a:lnTo>
                <a:lnTo>
                  <a:pt x="549" y="287"/>
                </a:lnTo>
                <a:lnTo>
                  <a:pt x="550" y="287"/>
                </a:lnTo>
                <a:lnTo>
                  <a:pt x="551" y="288"/>
                </a:lnTo>
                <a:lnTo>
                  <a:pt x="551" y="289"/>
                </a:lnTo>
                <a:lnTo>
                  <a:pt x="551" y="290"/>
                </a:lnTo>
                <a:lnTo>
                  <a:pt x="550" y="291"/>
                </a:lnTo>
                <a:lnTo>
                  <a:pt x="550" y="292"/>
                </a:lnTo>
                <a:lnTo>
                  <a:pt x="549" y="292"/>
                </a:lnTo>
                <a:lnTo>
                  <a:pt x="549" y="293"/>
                </a:lnTo>
                <a:lnTo>
                  <a:pt x="549" y="294"/>
                </a:lnTo>
                <a:lnTo>
                  <a:pt x="550" y="295"/>
                </a:lnTo>
                <a:lnTo>
                  <a:pt x="550" y="296"/>
                </a:lnTo>
                <a:lnTo>
                  <a:pt x="550" y="297"/>
                </a:lnTo>
                <a:lnTo>
                  <a:pt x="552" y="300"/>
                </a:lnTo>
                <a:lnTo>
                  <a:pt x="554" y="301"/>
                </a:lnTo>
                <a:lnTo>
                  <a:pt x="555" y="302"/>
                </a:lnTo>
                <a:lnTo>
                  <a:pt x="555" y="303"/>
                </a:lnTo>
                <a:lnTo>
                  <a:pt x="557" y="305"/>
                </a:lnTo>
                <a:lnTo>
                  <a:pt x="557" y="306"/>
                </a:lnTo>
                <a:lnTo>
                  <a:pt x="557" y="307"/>
                </a:lnTo>
                <a:lnTo>
                  <a:pt x="556" y="308"/>
                </a:lnTo>
                <a:lnTo>
                  <a:pt x="556" y="309"/>
                </a:lnTo>
                <a:lnTo>
                  <a:pt x="555" y="310"/>
                </a:lnTo>
                <a:lnTo>
                  <a:pt x="553" y="310"/>
                </a:lnTo>
                <a:lnTo>
                  <a:pt x="552" y="311"/>
                </a:lnTo>
                <a:lnTo>
                  <a:pt x="552" y="312"/>
                </a:lnTo>
                <a:lnTo>
                  <a:pt x="552" y="313"/>
                </a:lnTo>
                <a:lnTo>
                  <a:pt x="552" y="314"/>
                </a:lnTo>
                <a:lnTo>
                  <a:pt x="551" y="315"/>
                </a:lnTo>
                <a:lnTo>
                  <a:pt x="550" y="315"/>
                </a:lnTo>
                <a:lnTo>
                  <a:pt x="550" y="316"/>
                </a:lnTo>
                <a:lnTo>
                  <a:pt x="550" y="317"/>
                </a:lnTo>
                <a:lnTo>
                  <a:pt x="550" y="318"/>
                </a:lnTo>
                <a:lnTo>
                  <a:pt x="551" y="318"/>
                </a:lnTo>
                <a:lnTo>
                  <a:pt x="552" y="319"/>
                </a:lnTo>
                <a:lnTo>
                  <a:pt x="553" y="319"/>
                </a:lnTo>
                <a:lnTo>
                  <a:pt x="555" y="319"/>
                </a:lnTo>
                <a:lnTo>
                  <a:pt x="556" y="320"/>
                </a:lnTo>
                <a:lnTo>
                  <a:pt x="557" y="320"/>
                </a:lnTo>
                <a:lnTo>
                  <a:pt x="557" y="322"/>
                </a:lnTo>
                <a:lnTo>
                  <a:pt x="557" y="323"/>
                </a:lnTo>
                <a:lnTo>
                  <a:pt x="556" y="324"/>
                </a:lnTo>
                <a:lnTo>
                  <a:pt x="556" y="325"/>
                </a:lnTo>
                <a:lnTo>
                  <a:pt x="555" y="326"/>
                </a:lnTo>
                <a:lnTo>
                  <a:pt x="554" y="327"/>
                </a:lnTo>
                <a:lnTo>
                  <a:pt x="554" y="328"/>
                </a:lnTo>
                <a:lnTo>
                  <a:pt x="553" y="329"/>
                </a:lnTo>
                <a:lnTo>
                  <a:pt x="553" y="330"/>
                </a:lnTo>
                <a:lnTo>
                  <a:pt x="554" y="331"/>
                </a:lnTo>
                <a:lnTo>
                  <a:pt x="554" y="332"/>
                </a:lnTo>
                <a:lnTo>
                  <a:pt x="555" y="332"/>
                </a:lnTo>
                <a:lnTo>
                  <a:pt x="555" y="333"/>
                </a:lnTo>
                <a:lnTo>
                  <a:pt x="556" y="334"/>
                </a:lnTo>
                <a:lnTo>
                  <a:pt x="558" y="335"/>
                </a:lnTo>
                <a:lnTo>
                  <a:pt x="559" y="336"/>
                </a:lnTo>
                <a:lnTo>
                  <a:pt x="560" y="336"/>
                </a:lnTo>
                <a:lnTo>
                  <a:pt x="562" y="336"/>
                </a:lnTo>
                <a:lnTo>
                  <a:pt x="563" y="337"/>
                </a:lnTo>
                <a:lnTo>
                  <a:pt x="564" y="337"/>
                </a:lnTo>
                <a:lnTo>
                  <a:pt x="565" y="337"/>
                </a:lnTo>
                <a:lnTo>
                  <a:pt x="566" y="338"/>
                </a:lnTo>
                <a:lnTo>
                  <a:pt x="567" y="338"/>
                </a:lnTo>
                <a:lnTo>
                  <a:pt x="568" y="338"/>
                </a:lnTo>
                <a:lnTo>
                  <a:pt x="569" y="339"/>
                </a:lnTo>
                <a:lnTo>
                  <a:pt x="571" y="339"/>
                </a:lnTo>
                <a:lnTo>
                  <a:pt x="573" y="339"/>
                </a:lnTo>
                <a:lnTo>
                  <a:pt x="574" y="340"/>
                </a:lnTo>
                <a:lnTo>
                  <a:pt x="576" y="340"/>
                </a:lnTo>
                <a:lnTo>
                  <a:pt x="578" y="340"/>
                </a:lnTo>
                <a:lnTo>
                  <a:pt x="578" y="341"/>
                </a:lnTo>
                <a:lnTo>
                  <a:pt x="578" y="342"/>
                </a:lnTo>
                <a:lnTo>
                  <a:pt x="578" y="343"/>
                </a:lnTo>
                <a:lnTo>
                  <a:pt x="578" y="346"/>
                </a:lnTo>
                <a:lnTo>
                  <a:pt x="578" y="347"/>
                </a:lnTo>
                <a:lnTo>
                  <a:pt x="578" y="348"/>
                </a:lnTo>
                <a:lnTo>
                  <a:pt x="577" y="349"/>
                </a:lnTo>
                <a:lnTo>
                  <a:pt x="576" y="351"/>
                </a:lnTo>
                <a:lnTo>
                  <a:pt x="575" y="352"/>
                </a:lnTo>
                <a:lnTo>
                  <a:pt x="573" y="354"/>
                </a:lnTo>
                <a:lnTo>
                  <a:pt x="572" y="355"/>
                </a:lnTo>
                <a:lnTo>
                  <a:pt x="570" y="356"/>
                </a:lnTo>
                <a:lnTo>
                  <a:pt x="570" y="358"/>
                </a:lnTo>
                <a:lnTo>
                  <a:pt x="569" y="359"/>
                </a:lnTo>
                <a:lnTo>
                  <a:pt x="569" y="361"/>
                </a:lnTo>
                <a:lnTo>
                  <a:pt x="568" y="361"/>
                </a:lnTo>
                <a:lnTo>
                  <a:pt x="568" y="363"/>
                </a:lnTo>
                <a:lnTo>
                  <a:pt x="568" y="365"/>
                </a:lnTo>
                <a:lnTo>
                  <a:pt x="568" y="366"/>
                </a:lnTo>
                <a:lnTo>
                  <a:pt x="569" y="367"/>
                </a:lnTo>
                <a:lnTo>
                  <a:pt x="570" y="369"/>
                </a:lnTo>
                <a:lnTo>
                  <a:pt x="572" y="370"/>
                </a:lnTo>
                <a:lnTo>
                  <a:pt x="572" y="371"/>
                </a:lnTo>
                <a:lnTo>
                  <a:pt x="573" y="372"/>
                </a:lnTo>
                <a:lnTo>
                  <a:pt x="573" y="374"/>
                </a:lnTo>
                <a:lnTo>
                  <a:pt x="572" y="375"/>
                </a:lnTo>
                <a:lnTo>
                  <a:pt x="571" y="377"/>
                </a:lnTo>
                <a:lnTo>
                  <a:pt x="571" y="380"/>
                </a:lnTo>
                <a:lnTo>
                  <a:pt x="571" y="381"/>
                </a:lnTo>
                <a:lnTo>
                  <a:pt x="571" y="382"/>
                </a:lnTo>
                <a:lnTo>
                  <a:pt x="572" y="383"/>
                </a:lnTo>
                <a:lnTo>
                  <a:pt x="573" y="385"/>
                </a:lnTo>
                <a:lnTo>
                  <a:pt x="574" y="386"/>
                </a:lnTo>
                <a:lnTo>
                  <a:pt x="575" y="386"/>
                </a:lnTo>
                <a:lnTo>
                  <a:pt x="576" y="387"/>
                </a:lnTo>
                <a:lnTo>
                  <a:pt x="578" y="387"/>
                </a:lnTo>
                <a:lnTo>
                  <a:pt x="580" y="387"/>
                </a:lnTo>
                <a:lnTo>
                  <a:pt x="582" y="387"/>
                </a:lnTo>
                <a:lnTo>
                  <a:pt x="583" y="388"/>
                </a:lnTo>
                <a:lnTo>
                  <a:pt x="584" y="388"/>
                </a:lnTo>
                <a:lnTo>
                  <a:pt x="584" y="389"/>
                </a:lnTo>
                <a:lnTo>
                  <a:pt x="584" y="391"/>
                </a:lnTo>
                <a:lnTo>
                  <a:pt x="585" y="393"/>
                </a:lnTo>
                <a:lnTo>
                  <a:pt x="585" y="395"/>
                </a:lnTo>
                <a:lnTo>
                  <a:pt x="585" y="396"/>
                </a:lnTo>
                <a:lnTo>
                  <a:pt x="585" y="397"/>
                </a:lnTo>
                <a:lnTo>
                  <a:pt x="586" y="398"/>
                </a:lnTo>
                <a:lnTo>
                  <a:pt x="588" y="400"/>
                </a:lnTo>
                <a:lnTo>
                  <a:pt x="589" y="400"/>
                </a:lnTo>
                <a:lnTo>
                  <a:pt x="589" y="401"/>
                </a:lnTo>
                <a:lnTo>
                  <a:pt x="591" y="401"/>
                </a:lnTo>
                <a:lnTo>
                  <a:pt x="593" y="402"/>
                </a:lnTo>
                <a:lnTo>
                  <a:pt x="593" y="403"/>
                </a:lnTo>
                <a:lnTo>
                  <a:pt x="594" y="403"/>
                </a:lnTo>
                <a:lnTo>
                  <a:pt x="596" y="406"/>
                </a:lnTo>
                <a:lnTo>
                  <a:pt x="597" y="407"/>
                </a:lnTo>
                <a:lnTo>
                  <a:pt x="598" y="407"/>
                </a:lnTo>
                <a:lnTo>
                  <a:pt x="599" y="407"/>
                </a:lnTo>
                <a:lnTo>
                  <a:pt x="600" y="407"/>
                </a:lnTo>
                <a:lnTo>
                  <a:pt x="601" y="407"/>
                </a:lnTo>
                <a:lnTo>
                  <a:pt x="602" y="407"/>
                </a:lnTo>
                <a:lnTo>
                  <a:pt x="602" y="408"/>
                </a:lnTo>
                <a:lnTo>
                  <a:pt x="604" y="408"/>
                </a:lnTo>
                <a:lnTo>
                  <a:pt x="605" y="408"/>
                </a:lnTo>
                <a:lnTo>
                  <a:pt x="606" y="408"/>
                </a:lnTo>
                <a:lnTo>
                  <a:pt x="607" y="408"/>
                </a:lnTo>
                <a:lnTo>
                  <a:pt x="607" y="407"/>
                </a:lnTo>
                <a:lnTo>
                  <a:pt x="608" y="407"/>
                </a:lnTo>
                <a:lnTo>
                  <a:pt x="609" y="406"/>
                </a:lnTo>
                <a:lnTo>
                  <a:pt x="610" y="406"/>
                </a:lnTo>
                <a:lnTo>
                  <a:pt x="611" y="406"/>
                </a:lnTo>
                <a:lnTo>
                  <a:pt x="612" y="407"/>
                </a:lnTo>
                <a:lnTo>
                  <a:pt x="613" y="407"/>
                </a:lnTo>
                <a:lnTo>
                  <a:pt x="614" y="408"/>
                </a:lnTo>
                <a:lnTo>
                  <a:pt x="615" y="408"/>
                </a:lnTo>
                <a:lnTo>
                  <a:pt x="616" y="409"/>
                </a:lnTo>
                <a:lnTo>
                  <a:pt x="617" y="409"/>
                </a:lnTo>
                <a:lnTo>
                  <a:pt x="618" y="410"/>
                </a:lnTo>
                <a:lnTo>
                  <a:pt x="620" y="410"/>
                </a:lnTo>
                <a:lnTo>
                  <a:pt x="622" y="411"/>
                </a:lnTo>
                <a:lnTo>
                  <a:pt x="623" y="411"/>
                </a:lnTo>
                <a:lnTo>
                  <a:pt x="624" y="411"/>
                </a:lnTo>
                <a:lnTo>
                  <a:pt x="625" y="411"/>
                </a:lnTo>
                <a:lnTo>
                  <a:pt x="627" y="411"/>
                </a:lnTo>
                <a:lnTo>
                  <a:pt x="629" y="412"/>
                </a:lnTo>
                <a:lnTo>
                  <a:pt x="631" y="412"/>
                </a:lnTo>
                <a:lnTo>
                  <a:pt x="632" y="412"/>
                </a:lnTo>
                <a:lnTo>
                  <a:pt x="633" y="411"/>
                </a:lnTo>
                <a:lnTo>
                  <a:pt x="634" y="410"/>
                </a:lnTo>
                <a:lnTo>
                  <a:pt x="635" y="410"/>
                </a:lnTo>
                <a:lnTo>
                  <a:pt x="636" y="409"/>
                </a:lnTo>
                <a:lnTo>
                  <a:pt x="638" y="409"/>
                </a:lnTo>
                <a:lnTo>
                  <a:pt x="639" y="409"/>
                </a:lnTo>
                <a:lnTo>
                  <a:pt x="640" y="409"/>
                </a:lnTo>
                <a:lnTo>
                  <a:pt x="641" y="410"/>
                </a:lnTo>
                <a:lnTo>
                  <a:pt x="642" y="411"/>
                </a:lnTo>
                <a:lnTo>
                  <a:pt x="643" y="411"/>
                </a:lnTo>
                <a:lnTo>
                  <a:pt x="644" y="412"/>
                </a:lnTo>
                <a:lnTo>
                  <a:pt x="644" y="411"/>
                </a:lnTo>
                <a:lnTo>
                  <a:pt x="645" y="411"/>
                </a:lnTo>
                <a:lnTo>
                  <a:pt x="646" y="411"/>
                </a:lnTo>
                <a:lnTo>
                  <a:pt x="646" y="410"/>
                </a:lnTo>
                <a:lnTo>
                  <a:pt x="647" y="410"/>
                </a:lnTo>
                <a:lnTo>
                  <a:pt x="647" y="409"/>
                </a:lnTo>
                <a:lnTo>
                  <a:pt x="647" y="408"/>
                </a:lnTo>
                <a:lnTo>
                  <a:pt x="647" y="407"/>
                </a:lnTo>
                <a:lnTo>
                  <a:pt x="648" y="407"/>
                </a:lnTo>
                <a:lnTo>
                  <a:pt x="650" y="407"/>
                </a:lnTo>
                <a:lnTo>
                  <a:pt x="654" y="407"/>
                </a:lnTo>
                <a:lnTo>
                  <a:pt x="656" y="407"/>
                </a:lnTo>
                <a:lnTo>
                  <a:pt x="658" y="407"/>
                </a:lnTo>
                <a:lnTo>
                  <a:pt x="660" y="406"/>
                </a:lnTo>
                <a:lnTo>
                  <a:pt x="661" y="406"/>
                </a:lnTo>
                <a:lnTo>
                  <a:pt x="661" y="405"/>
                </a:lnTo>
                <a:lnTo>
                  <a:pt x="662" y="405"/>
                </a:lnTo>
                <a:lnTo>
                  <a:pt x="663" y="405"/>
                </a:lnTo>
                <a:lnTo>
                  <a:pt x="664" y="405"/>
                </a:lnTo>
                <a:lnTo>
                  <a:pt x="666" y="406"/>
                </a:lnTo>
                <a:lnTo>
                  <a:pt x="668" y="406"/>
                </a:lnTo>
                <a:lnTo>
                  <a:pt x="669" y="407"/>
                </a:lnTo>
                <a:lnTo>
                  <a:pt x="670" y="407"/>
                </a:lnTo>
                <a:lnTo>
                  <a:pt x="672" y="408"/>
                </a:lnTo>
                <a:lnTo>
                  <a:pt x="674" y="408"/>
                </a:lnTo>
                <a:lnTo>
                  <a:pt x="676" y="409"/>
                </a:lnTo>
                <a:lnTo>
                  <a:pt x="677" y="409"/>
                </a:lnTo>
                <a:lnTo>
                  <a:pt x="678" y="409"/>
                </a:lnTo>
                <a:lnTo>
                  <a:pt x="679" y="409"/>
                </a:lnTo>
                <a:lnTo>
                  <a:pt x="679" y="408"/>
                </a:lnTo>
                <a:lnTo>
                  <a:pt x="680" y="408"/>
                </a:lnTo>
                <a:lnTo>
                  <a:pt x="680" y="407"/>
                </a:lnTo>
                <a:lnTo>
                  <a:pt x="680" y="406"/>
                </a:lnTo>
                <a:lnTo>
                  <a:pt x="681" y="406"/>
                </a:lnTo>
                <a:lnTo>
                  <a:pt x="682" y="406"/>
                </a:lnTo>
                <a:lnTo>
                  <a:pt x="683" y="407"/>
                </a:lnTo>
                <a:lnTo>
                  <a:pt x="685" y="407"/>
                </a:lnTo>
                <a:lnTo>
                  <a:pt x="686" y="408"/>
                </a:lnTo>
                <a:lnTo>
                  <a:pt x="687" y="409"/>
                </a:lnTo>
                <a:lnTo>
                  <a:pt x="686" y="410"/>
                </a:lnTo>
                <a:lnTo>
                  <a:pt x="686" y="411"/>
                </a:lnTo>
                <a:lnTo>
                  <a:pt x="685" y="411"/>
                </a:lnTo>
                <a:lnTo>
                  <a:pt x="684" y="412"/>
                </a:lnTo>
                <a:lnTo>
                  <a:pt x="682" y="414"/>
                </a:lnTo>
                <a:lnTo>
                  <a:pt x="682" y="415"/>
                </a:lnTo>
                <a:lnTo>
                  <a:pt x="681" y="416"/>
                </a:lnTo>
                <a:lnTo>
                  <a:pt x="681" y="417"/>
                </a:lnTo>
                <a:lnTo>
                  <a:pt x="681" y="418"/>
                </a:lnTo>
                <a:lnTo>
                  <a:pt x="683" y="419"/>
                </a:lnTo>
                <a:lnTo>
                  <a:pt x="684" y="419"/>
                </a:lnTo>
                <a:lnTo>
                  <a:pt x="685" y="419"/>
                </a:lnTo>
                <a:lnTo>
                  <a:pt x="686" y="419"/>
                </a:lnTo>
                <a:lnTo>
                  <a:pt x="686" y="418"/>
                </a:lnTo>
                <a:lnTo>
                  <a:pt x="687" y="418"/>
                </a:lnTo>
                <a:lnTo>
                  <a:pt x="688" y="418"/>
                </a:lnTo>
                <a:lnTo>
                  <a:pt x="690" y="417"/>
                </a:lnTo>
                <a:lnTo>
                  <a:pt x="691" y="417"/>
                </a:lnTo>
                <a:lnTo>
                  <a:pt x="693" y="417"/>
                </a:lnTo>
                <a:lnTo>
                  <a:pt x="694" y="417"/>
                </a:lnTo>
                <a:lnTo>
                  <a:pt x="696" y="418"/>
                </a:lnTo>
                <a:lnTo>
                  <a:pt x="697" y="419"/>
                </a:lnTo>
                <a:lnTo>
                  <a:pt x="698" y="420"/>
                </a:lnTo>
                <a:lnTo>
                  <a:pt x="699" y="420"/>
                </a:lnTo>
                <a:lnTo>
                  <a:pt x="701" y="420"/>
                </a:lnTo>
                <a:lnTo>
                  <a:pt x="704" y="420"/>
                </a:lnTo>
                <a:lnTo>
                  <a:pt x="705" y="421"/>
                </a:lnTo>
                <a:lnTo>
                  <a:pt x="706" y="422"/>
                </a:lnTo>
                <a:lnTo>
                  <a:pt x="707" y="423"/>
                </a:lnTo>
                <a:lnTo>
                  <a:pt x="707" y="425"/>
                </a:lnTo>
                <a:lnTo>
                  <a:pt x="708" y="427"/>
                </a:lnTo>
                <a:lnTo>
                  <a:pt x="708" y="428"/>
                </a:lnTo>
                <a:lnTo>
                  <a:pt x="709" y="428"/>
                </a:lnTo>
                <a:lnTo>
                  <a:pt x="709" y="429"/>
                </a:lnTo>
                <a:lnTo>
                  <a:pt x="710" y="430"/>
                </a:lnTo>
                <a:lnTo>
                  <a:pt x="711" y="430"/>
                </a:lnTo>
                <a:lnTo>
                  <a:pt x="712" y="431"/>
                </a:lnTo>
                <a:lnTo>
                  <a:pt x="713" y="431"/>
                </a:lnTo>
                <a:lnTo>
                  <a:pt x="716" y="431"/>
                </a:lnTo>
                <a:lnTo>
                  <a:pt x="717" y="431"/>
                </a:lnTo>
                <a:lnTo>
                  <a:pt x="718" y="429"/>
                </a:lnTo>
                <a:lnTo>
                  <a:pt x="719" y="428"/>
                </a:lnTo>
                <a:lnTo>
                  <a:pt x="720" y="428"/>
                </a:lnTo>
                <a:lnTo>
                  <a:pt x="721" y="427"/>
                </a:lnTo>
                <a:lnTo>
                  <a:pt x="723" y="426"/>
                </a:lnTo>
                <a:lnTo>
                  <a:pt x="724" y="426"/>
                </a:lnTo>
                <a:lnTo>
                  <a:pt x="726" y="427"/>
                </a:lnTo>
                <a:lnTo>
                  <a:pt x="728" y="427"/>
                </a:lnTo>
                <a:lnTo>
                  <a:pt x="729" y="428"/>
                </a:lnTo>
                <a:lnTo>
                  <a:pt x="730" y="428"/>
                </a:lnTo>
                <a:lnTo>
                  <a:pt x="731" y="429"/>
                </a:lnTo>
                <a:lnTo>
                  <a:pt x="731" y="430"/>
                </a:lnTo>
                <a:lnTo>
                  <a:pt x="732" y="430"/>
                </a:lnTo>
                <a:lnTo>
                  <a:pt x="732" y="431"/>
                </a:lnTo>
                <a:lnTo>
                  <a:pt x="733" y="431"/>
                </a:lnTo>
                <a:lnTo>
                  <a:pt x="734" y="431"/>
                </a:lnTo>
                <a:lnTo>
                  <a:pt x="735" y="431"/>
                </a:lnTo>
                <a:lnTo>
                  <a:pt x="736" y="431"/>
                </a:lnTo>
                <a:lnTo>
                  <a:pt x="737" y="431"/>
                </a:lnTo>
                <a:lnTo>
                  <a:pt x="737" y="430"/>
                </a:lnTo>
                <a:lnTo>
                  <a:pt x="738" y="430"/>
                </a:lnTo>
                <a:lnTo>
                  <a:pt x="738" y="429"/>
                </a:lnTo>
                <a:lnTo>
                  <a:pt x="738" y="428"/>
                </a:lnTo>
                <a:lnTo>
                  <a:pt x="737" y="427"/>
                </a:lnTo>
                <a:lnTo>
                  <a:pt x="737" y="426"/>
                </a:lnTo>
                <a:lnTo>
                  <a:pt x="737" y="425"/>
                </a:lnTo>
                <a:lnTo>
                  <a:pt x="737" y="424"/>
                </a:lnTo>
                <a:lnTo>
                  <a:pt x="738" y="424"/>
                </a:lnTo>
                <a:lnTo>
                  <a:pt x="739" y="423"/>
                </a:lnTo>
                <a:lnTo>
                  <a:pt x="740" y="422"/>
                </a:lnTo>
                <a:lnTo>
                  <a:pt x="741" y="422"/>
                </a:lnTo>
                <a:lnTo>
                  <a:pt x="743" y="422"/>
                </a:lnTo>
                <a:lnTo>
                  <a:pt x="744" y="422"/>
                </a:lnTo>
                <a:lnTo>
                  <a:pt x="745" y="423"/>
                </a:lnTo>
                <a:lnTo>
                  <a:pt x="746" y="423"/>
                </a:lnTo>
                <a:lnTo>
                  <a:pt x="747" y="423"/>
                </a:lnTo>
                <a:lnTo>
                  <a:pt x="749" y="423"/>
                </a:lnTo>
                <a:lnTo>
                  <a:pt x="750" y="424"/>
                </a:lnTo>
                <a:lnTo>
                  <a:pt x="752" y="425"/>
                </a:lnTo>
                <a:lnTo>
                  <a:pt x="752" y="426"/>
                </a:lnTo>
                <a:lnTo>
                  <a:pt x="753" y="427"/>
                </a:lnTo>
                <a:lnTo>
                  <a:pt x="753" y="428"/>
                </a:lnTo>
                <a:lnTo>
                  <a:pt x="753" y="430"/>
                </a:lnTo>
                <a:lnTo>
                  <a:pt x="753" y="432"/>
                </a:lnTo>
                <a:lnTo>
                  <a:pt x="753" y="434"/>
                </a:lnTo>
                <a:lnTo>
                  <a:pt x="753" y="435"/>
                </a:lnTo>
                <a:lnTo>
                  <a:pt x="754" y="435"/>
                </a:lnTo>
                <a:lnTo>
                  <a:pt x="754" y="436"/>
                </a:lnTo>
                <a:lnTo>
                  <a:pt x="754" y="437"/>
                </a:lnTo>
                <a:lnTo>
                  <a:pt x="755" y="438"/>
                </a:lnTo>
                <a:lnTo>
                  <a:pt x="756" y="438"/>
                </a:lnTo>
                <a:lnTo>
                  <a:pt x="756" y="439"/>
                </a:lnTo>
                <a:lnTo>
                  <a:pt x="757" y="439"/>
                </a:lnTo>
                <a:lnTo>
                  <a:pt x="759" y="439"/>
                </a:lnTo>
                <a:lnTo>
                  <a:pt x="760" y="439"/>
                </a:lnTo>
                <a:lnTo>
                  <a:pt x="762" y="438"/>
                </a:lnTo>
                <a:lnTo>
                  <a:pt x="762" y="437"/>
                </a:lnTo>
                <a:lnTo>
                  <a:pt x="763" y="437"/>
                </a:lnTo>
                <a:lnTo>
                  <a:pt x="764" y="437"/>
                </a:lnTo>
                <a:lnTo>
                  <a:pt x="767" y="437"/>
                </a:lnTo>
                <a:lnTo>
                  <a:pt x="768" y="437"/>
                </a:lnTo>
                <a:lnTo>
                  <a:pt x="769" y="437"/>
                </a:lnTo>
                <a:lnTo>
                  <a:pt x="769" y="438"/>
                </a:lnTo>
                <a:lnTo>
                  <a:pt x="770" y="439"/>
                </a:lnTo>
                <a:lnTo>
                  <a:pt x="771" y="439"/>
                </a:lnTo>
                <a:lnTo>
                  <a:pt x="771" y="440"/>
                </a:lnTo>
                <a:lnTo>
                  <a:pt x="771" y="441"/>
                </a:lnTo>
                <a:lnTo>
                  <a:pt x="772" y="441"/>
                </a:lnTo>
                <a:lnTo>
                  <a:pt x="772" y="443"/>
                </a:lnTo>
                <a:lnTo>
                  <a:pt x="771" y="443"/>
                </a:lnTo>
                <a:lnTo>
                  <a:pt x="771" y="444"/>
                </a:lnTo>
                <a:lnTo>
                  <a:pt x="772" y="446"/>
                </a:lnTo>
                <a:lnTo>
                  <a:pt x="772" y="447"/>
                </a:lnTo>
                <a:lnTo>
                  <a:pt x="774" y="449"/>
                </a:lnTo>
                <a:lnTo>
                  <a:pt x="776" y="449"/>
                </a:lnTo>
                <a:lnTo>
                  <a:pt x="777" y="449"/>
                </a:lnTo>
                <a:lnTo>
                  <a:pt x="778" y="449"/>
                </a:lnTo>
                <a:lnTo>
                  <a:pt x="779" y="449"/>
                </a:lnTo>
                <a:lnTo>
                  <a:pt x="780" y="449"/>
                </a:lnTo>
                <a:lnTo>
                  <a:pt x="781" y="449"/>
                </a:lnTo>
                <a:lnTo>
                  <a:pt x="781" y="450"/>
                </a:lnTo>
                <a:lnTo>
                  <a:pt x="781" y="452"/>
                </a:lnTo>
                <a:lnTo>
                  <a:pt x="780" y="453"/>
                </a:lnTo>
                <a:lnTo>
                  <a:pt x="780" y="454"/>
                </a:lnTo>
                <a:lnTo>
                  <a:pt x="780" y="455"/>
                </a:lnTo>
                <a:lnTo>
                  <a:pt x="781" y="456"/>
                </a:lnTo>
                <a:lnTo>
                  <a:pt x="782" y="456"/>
                </a:lnTo>
                <a:lnTo>
                  <a:pt x="783" y="456"/>
                </a:lnTo>
                <a:lnTo>
                  <a:pt x="785" y="456"/>
                </a:lnTo>
                <a:lnTo>
                  <a:pt x="786" y="457"/>
                </a:lnTo>
                <a:lnTo>
                  <a:pt x="787" y="457"/>
                </a:lnTo>
                <a:lnTo>
                  <a:pt x="788" y="458"/>
                </a:lnTo>
                <a:lnTo>
                  <a:pt x="788" y="459"/>
                </a:lnTo>
                <a:lnTo>
                  <a:pt x="787" y="459"/>
                </a:lnTo>
                <a:lnTo>
                  <a:pt x="787" y="460"/>
                </a:lnTo>
                <a:lnTo>
                  <a:pt x="786" y="461"/>
                </a:lnTo>
                <a:lnTo>
                  <a:pt x="786" y="462"/>
                </a:lnTo>
                <a:lnTo>
                  <a:pt x="786" y="463"/>
                </a:lnTo>
                <a:lnTo>
                  <a:pt x="788" y="464"/>
                </a:lnTo>
                <a:lnTo>
                  <a:pt x="790" y="464"/>
                </a:lnTo>
                <a:lnTo>
                  <a:pt x="791" y="464"/>
                </a:lnTo>
                <a:lnTo>
                  <a:pt x="792" y="464"/>
                </a:lnTo>
                <a:lnTo>
                  <a:pt x="794" y="465"/>
                </a:lnTo>
                <a:lnTo>
                  <a:pt x="795" y="465"/>
                </a:lnTo>
                <a:lnTo>
                  <a:pt x="795" y="466"/>
                </a:lnTo>
                <a:lnTo>
                  <a:pt x="796" y="466"/>
                </a:lnTo>
                <a:lnTo>
                  <a:pt x="797" y="467"/>
                </a:lnTo>
                <a:lnTo>
                  <a:pt x="797" y="468"/>
                </a:lnTo>
                <a:lnTo>
                  <a:pt x="798" y="468"/>
                </a:lnTo>
                <a:lnTo>
                  <a:pt x="798" y="469"/>
                </a:lnTo>
                <a:lnTo>
                  <a:pt x="799" y="470"/>
                </a:lnTo>
                <a:lnTo>
                  <a:pt x="800" y="470"/>
                </a:lnTo>
                <a:lnTo>
                  <a:pt x="801" y="471"/>
                </a:lnTo>
                <a:lnTo>
                  <a:pt x="802" y="471"/>
                </a:lnTo>
                <a:lnTo>
                  <a:pt x="803" y="471"/>
                </a:lnTo>
                <a:lnTo>
                  <a:pt x="803" y="472"/>
                </a:lnTo>
                <a:lnTo>
                  <a:pt x="804" y="472"/>
                </a:lnTo>
                <a:lnTo>
                  <a:pt x="805" y="473"/>
                </a:lnTo>
                <a:lnTo>
                  <a:pt x="806" y="473"/>
                </a:lnTo>
                <a:lnTo>
                  <a:pt x="807" y="474"/>
                </a:lnTo>
                <a:lnTo>
                  <a:pt x="808" y="474"/>
                </a:lnTo>
                <a:lnTo>
                  <a:pt x="808" y="475"/>
                </a:lnTo>
                <a:lnTo>
                  <a:pt x="810" y="476"/>
                </a:lnTo>
                <a:lnTo>
                  <a:pt x="811" y="477"/>
                </a:lnTo>
                <a:lnTo>
                  <a:pt x="812" y="477"/>
                </a:lnTo>
                <a:lnTo>
                  <a:pt x="813" y="478"/>
                </a:lnTo>
                <a:lnTo>
                  <a:pt x="814" y="480"/>
                </a:lnTo>
                <a:lnTo>
                  <a:pt x="815" y="481"/>
                </a:lnTo>
                <a:lnTo>
                  <a:pt x="816" y="481"/>
                </a:lnTo>
                <a:lnTo>
                  <a:pt x="818" y="481"/>
                </a:lnTo>
                <a:lnTo>
                  <a:pt x="819" y="481"/>
                </a:lnTo>
                <a:lnTo>
                  <a:pt x="820" y="481"/>
                </a:lnTo>
                <a:lnTo>
                  <a:pt x="821" y="480"/>
                </a:lnTo>
                <a:lnTo>
                  <a:pt x="823" y="480"/>
                </a:lnTo>
                <a:lnTo>
                  <a:pt x="825" y="479"/>
                </a:lnTo>
                <a:lnTo>
                  <a:pt x="827" y="478"/>
                </a:lnTo>
                <a:lnTo>
                  <a:pt x="829" y="477"/>
                </a:lnTo>
                <a:lnTo>
                  <a:pt x="830" y="477"/>
                </a:lnTo>
                <a:lnTo>
                  <a:pt x="831" y="477"/>
                </a:lnTo>
                <a:lnTo>
                  <a:pt x="832" y="477"/>
                </a:lnTo>
                <a:lnTo>
                  <a:pt x="833" y="477"/>
                </a:lnTo>
                <a:lnTo>
                  <a:pt x="834" y="477"/>
                </a:lnTo>
                <a:lnTo>
                  <a:pt x="835" y="477"/>
                </a:lnTo>
                <a:lnTo>
                  <a:pt x="836" y="477"/>
                </a:lnTo>
                <a:lnTo>
                  <a:pt x="837" y="477"/>
                </a:lnTo>
                <a:lnTo>
                  <a:pt x="837" y="478"/>
                </a:lnTo>
                <a:lnTo>
                  <a:pt x="837" y="479"/>
                </a:lnTo>
                <a:lnTo>
                  <a:pt x="838" y="479"/>
                </a:lnTo>
                <a:lnTo>
                  <a:pt x="838" y="480"/>
                </a:lnTo>
                <a:lnTo>
                  <a:pt x="838" y="481"/>
                </a:lnTo>
                <a:lnTo>
                  <a:pt x="839" y="481"/>
                </a:lnTo>
                <a:lnTo>
                  <a:pt x="839" y="482"/>
                </a:lnTo>
                <a:lnTo>
                  <a:pt x="840" y="482"/>
                </a:lnTo>
                <a:lnTo>
                  <a:pt x="841" y="482"/>
                </a:lnTo>
                <a:lnTo>
                  <a:pt x="843" y="482"/>
                </a:lnTo>
                <a:lnTo>
                  <a:pt x="844" y="482"/>
                </a:lnTo>
                <a:lnTo>
                  <a:pt x="845" y="482"/>
                </a:lnTo>
                <a:lnTo>
                  <a:pt x="845" y="481"/>
                </a:lnTo>
                <a:lnTo>
                  <a:pt x="846" y="481"/>
                </a:lnTo>
                <a:lnTo>
                  <a:pt x="847" y="480"/>
                </a:lnTo>
                <a:lnTo>
                  <a:pt x="849" y="479"/>
                </a:lnTo>
                <a:lnTo>
                  <a:pt x="850" y="479"/>
                </a:lnTo>
                <a:lnTo>
                  <a:pt x="851" y="479"/>
                </a:lnTo>
                <a:lnTo>
                  <a:pt x="854" y="479"/>
                </a:lnTo>
                <a:lnTo>
                  <a:pt x="855" y="479"/>
                </a:lnTo>
                <a:lnTo>
                  <a:pt x="855" y="480"/>
                </a:lnTo>
                <a:lnTo>
                  <a:pt x="856" y="480"/>
                </a:lnTo>
                <a:lnTo>
                  <a:pt x="856" y="482"/>
                </a:lnTo>
                <a:lnTo>
                  <a:pt x="856" y="483"/>
                </a:lnTo>
                <a:lnTo>
                  <a:pt x="855" y="483"/>
                </a:lnTo>
                <a:lnTo>
                  <a:pt x="854" y="484"/>
                </a:lnTo>
                <a:lnTo>
                  <a:pt x="853" y="485"/>
                </a:lnTo>
                <a:lnTo>
                  <a:pt x="852" y="486"/>
                </a:lnTo>
                <a:lnTo>
                  <a:pt x="851" y="487"/>
                </a:lnTo>
                <a:lnTo>
                  <a:pt x="850" y="488"/>
                </a:lnTo>
                <a:lnTo>
                  <a:pt x="850" y="489"/>
                </a:lnTo>
                <a:lnTo>
                  <a:pt x="849" y="489"/>
                </a:lnTo>
                <a:lnTo>
                  <a:pt x="849" y="490"/>
                </a:lnTo>
                <a:lnTo>
                  <a:pt x="849" y="491"/>
                </a:lnTo>
                <a:lnTo>
                  <a:pt x="848" y="492"/>
                </a:lnTo>
                <a:lnTo>
                  <a:pt x="848" y="493"/>
                </a:lnTo>
                <a:lnTo>
                  <a:pt x="847" y="494"/>
                </a:lnTo>
                <a:lnTo>
                  <a:pt x="847" y="495"/>
                </a:lnTo>
                <a:lnTo>
                  <a:pt x="846" y="496"/>
                </a:lnTo>
                <a:lnTo>
                  <a:pt x="846" y="497"/>
                </a:lnTo>
                <a:lnTo>
                  <a:pt x="846" y="498"/>
                </a:lnTo>
                <a:lnTo>
                  <a:pt x="845" y="499"/>
                </a:lnTo>
                <a:lnTo>
                  <a:pt x="845" y="500"/>
                </a:lnTo>
                <a:lnTo>
                  <a:pt x="844" y="501"/>
                </a:lnTo>
                <a:lnTo>
                  <a:pt x="843" y="502"/>
                </a:lnTo>
                <a:lnTo>
                  <a:pt x="843" y="503"/>
                </a:lnTo>
                <a:lnTo>
                  <a:pt x="842" y="504"/>
                </a:lnTo>
                <a:lnTo>
                  <a:pt x="842" y="505"/>
                </a:lnTo>
                <a:lnTo>
                  <a:pt x="841" y="505"/>
                </a:lnTo>
                <a:lnTo>
                  <a:pt x="841" y="506"/>
                </a:lnTo>
                <a:lnTo>
                  <a:pt x="842" y="506"/>
                </a:lnTo>
                <a:lnTo>
                  <a:pt x="842" y="507"/>
                </a:lnTo>
                <a:lnTo>
                  <a:pt x="842" y="508"/>
                </a:lnTo>
                <a:lnTo>
                  <a:pt x="843" y="508"/>
                </a:lnTo>
                <a:lnTo>
                  <a:pt x="844" y="508"/>
                </a:lnTo>
                <a:lnTo>
                  <a:pt x="845" y="508"/>
                </a:lnTo>
                <a:lnTo>
                  <a:pt x="846" y="508"/>
                </a:lnTo>
                <a:lnTo>
                  <a:pt x="847" y="508"/>
                </a:lnTo>
                <a:lnTo>
                  <a:pt x="848" y="509"/>
                </a:lnTo>
                <a:lnTo>
                  <a:pt x="849" y="509"/>
                </a:lnTo>
                <a:lnTo>
                  <a:pt x="849" y="510"/>
                </a:lnTo>
                <a:lnTo>
                  <a:pt x="849" y="511"/>
                </a:lnTo>
                <a:lnTo>
                  <a:pt x="849" y="512"/>
                </a:lnTo>
                <a:lnTo>
                  <a:pt x="849" y="513"/>
                </a:lnTo>
                <a:lnTo>
                  <a:pt x="849" y="517"/>
                </a:lnTo>
                <a:lnTo>
                  <a:pt x="849" y="518"/>
                </a:lnTo>
                <a:lnTo>
                  <a:pt x="850" y="518"/>
                </a:lnTo>
                <a:lnTo>
                  <a:pt x="850" y="519"/>
                </a:lnTo>
                <a:lnTo>
                  <a:pt x="851" y="519"/>
                </a:lnTo>
                <a:lnTo>
                  <a:pt x="851" y="520"/>
                </a:lnTo>
                <a:lnTo>
                  <a:pt x="852" y="520"/>
                </a:lnTo>
                <a:lnTo>
                  <a:pt x="852" y="519"/>
                </a:lnTo>
                <a:lnTo>
                  <a:pt x="853" y="519"/>
                </a:lnTo>
                <a:lnTo>
                  <a:pt x="854" y="519"/>
                </a:lnTo>
                <a:lnTo>
                  <a:pt x="855" y="519"/>
                </a:lnTo>
                <a:lnTo>
                  <a:pt x="855" y="518"/>
                </a:lnTo>
                <a:lnTo>
                  <a:pt x="856" y="518"/>
                </a:lnTo>
                <a:lnTo>
                  <a:pt x="857" y="518"/>
                </a:lnTo>
                <a:lnTo>
                  <a:pt x="857" y="517"/>
                </a:lnTo>
                <a:lnTo>
                  <a:pt x="858" y="517"/>
                </a:lnTo>
                <a:lnTo>
                  <a:pt x="859" y="517"/>
                </a:lnTo>
                <a:lnTo>
                  <a:pt x="859" y="516"/>
                </a:lnTo>
                <a:lnTo>
                  <a:pt x="860" y="516"/>
                </a:lnTo>
                <a:lnTo>
                  <a:pt x="860" y="517"/>
                </a:lnTo>
                <a:lnTo>
                  <a:pt x="861" y="517"/>
                </a:lnTo>
                <a:lnTo>
                  <a:pt x="862" y="518"/>
                </a:lnTo>
                <a:lnTo>
                  <a:pt x="863" y="519"/>
                </a:lnTo>
                <a:lnTo>
                  <a:pt x="863" y="520"/>
                </a:lnTo>
                <a:lnTo>
                  <a:pt x="863" y="521"/>
                </a:lnTo>
                <a:lnTo>
                  <a:pt x="862" y="522"/>
                </a:lnTo>
                <a:lnTo>
                  <a:pt x="861" y="522"/>
                </a:lnTo>
                <a:lnTo>
                  <a:pt x="861" y="523"/>
                </a:lnTo>
                <a:lnTo>
                  <a:pt x="860" y="524"/>
                </a:lnTo>
                <a:lnTo>
                  <a:pt x="860" y="525"/>
                </a:lnTo>
                <a:lnTo>
                  <a:pt x="861" y="526"/>
                </a:lnTo>
                <a:lnTo>
                  <a:pt x="861" y="527"/>
                </a:lnTo>
                <a:lnTo>
                  <a:pt x="862" y="528"/>
                </a:lnTo>
                <a:lnTo>
                  <a:pt x="862" y="529"/>
                </a:lnTo>
                <a:lnTo>
                  <a:pt x="863" y="529"/>
                </a:lnTo>
                <a:lnTo>
                  <a:pt x="863" y="530"/>
                </a:lnTo>
                <a:lnTo>
                  <a:pt x="863" y="531"/>
                </a:lnTo>
                <a:lnTo>
                  <a:pt x="863" y="532"/>
                </a:lnTo>
                <a:lnTo>
                  <a:pt x="863" y="533"/>
                </a:lnTo>
                <a:lnTo>
                  <a:pt x="864" y="533"/>
                </a:lnTo>
                <a:lnTo>
                  <a:pt x="865" y="533"/>
                </a:lnTo>
                <a:lnTo>
                  <a:pt x="865" y="534"/>
                </a:lnTo>
                <a:lnTo>
                  <a:pt x="866" y="534"/>
                </a:lnTo>
                <a:lnTo>
                  <a:pt x="867" y="534"/>
                </a:lnTo>
                <a:lnTo>
                  <a:pt x="868" y="534"/>
                </a:lnTo>
                <a:lnTo>
                  <a:pt x="868" y="535"/>
                </a:lnTo>
                <a:lnTo>
                  <a:pt x="868" y="537"/>
                </a:lnTo>
                <a:lnTo>
                  <a:pt x="869" y="537"/>
                </a:lnTo>
                <a:lnTo>
                  <a:pt x="869" y="538"/>
                </a:lnTo>
                <a:lnTo>
                  <a:pt x="869" y="539"/>
                </a:lnTo>
                <a:lnTo>
                  <a:pt x="869" y="540"/>
                </a:lnTo>
                <a:lnTo>
                  <a:pt x="868" y="540"/>
                </a:lnTo>
                <a:lnTo>
                  <a:pt x="868" y="541"/>
                </a:lnTo>
                <a:lnTo>
                  <a:pt x="867" y="541"/>
                </a:lnTo>
                <a:lnTo>
                  <a:pt x="867" y="542"/>
                </a:lnTo>
                <a:lnTo>
                  <a:pt x="866" y="543"/>
                </a:lnTo>
                <a:lnTo>
                  <a:pt x="865" y="543"/>
                </a:lnTo>
                <a:lnTo>
                  <a:pt x="864" y="543"/>
                </a:lnTo>
                <a:lnTo>
                  <a:pt x="863" y="544"/>
                </a:lnTo>
                <a:lnTo>
                  <a:pt x="863" y="545"/>
                </a:lnTo>
                <a:lnTo>
                  <a:pt x="863" y="546"/>
                </a:lnTo>
                <a:lnTo>
                  <a:pt x="862" y="546"/>
                </a:lnTo>
                <a:lnTo>
                  <a:pt x="862" y="547"/>
                </a:lnTo>
                <a:lnTo>
                  <a:pt x="862" y="548"/>
                </a:lnTo>
                <a:lnTo>
                  <a:pt x="862" y="550"/>
                </a:lnTo>
                <a:lnTo>
                  <a:pt x="862" y="551"/>
                </a:lnTo>
                <a:lnTo>
                  <a:pt x="861" y="551"/>
                </a:lnTo>
                <a:lnTo>
                  <a:pt x="860" y="551"/>
                </a:lnTo>
                <a:lnTo>
                  <a:pt x="859" y="552"/>
                </a:lnTo>
                <a:lnTo>
                  <a:pt x="858" y="552"/>
                </a:lnTo>
                <a:lnTo>
                  <a:pt x="858" y="553"/>
                </a:lnTo>
                <a:lnTo>
                  <a:pt x="857" y="554"/>
                </a:lnTo>
                <a:lnTo>
                  <a:pt x="856" y="555"/>
                </a:lnTo>
                <a:lnTo>
                  <a:pt x="855" y="556"/>
                </a:lnTo>
                <a:lnTo>
                  <a:pt x="854" y="556"/>
                </a:lnTo>
                <a:lnTo>
                  <a:pt x="854" y="557"/>
                </a:lnTo>
                <a:lnTo>
                  <a:pt x="854" y="558"/>
                </a:lnTo>
                <a:lnTo>
                  <a:pt x="853" y="558"/>
                </a:lnTo>
                <a:lnTo>
                  <a:pt x="853" y="559"/>
                </a:lnTo>
                <a:lnTo>
                  <a:pt x="853" y="560"/>
                </a:lnTo>
                <a:lnTo>
                  <a:pt x="854" y="560"/>
                </a:lnTo>
                <a:lnTo>
                  <a:pt x="855" y="560"/>
                </a:lnTo>
                <a:lnTo>
                  <a:pt x="855" y="561"/>
                </a:lnTo>
                <a:lnTo>
                  <a:pt x="855" y="562"/>
                </a:lnTo>
                <a:lnTo>
                  <a:pt x="855" y="563"/>
                </a:lnTo>
                <a:lnTo>
                  <a:pt x="855" y="564"/>
                </a:lnTo>
                <a:lnTo>
                  <a:pt x="856" y="564"/>
                </a:lnTo>
                <a:lnTo>
                  <a:pt x="856" y="565"/>
                </a:lnTo>
                <a:lnTo>
                  <a:pt x="857" y="565"/>
                </a:lnTo>
                <a:lnTo>
                  <a:pt x="858" y="565"/>
                </a:lnTo>
                <a:lnTo>
                  <a:pt x="858" y="566"/>
                </a:lnTo>
                <a:lnTo>
                  <a:pt x="859" y="566"/>
                </a:lnTo>
                <a:lnTo>
                  <a:pt x="860" y="566"/>
                </a:lnTo>
                <a:lnTo>
                  <a:pt x="860" y="567"/>
                </a:lnTo>
                <a:lnTo>
                  <a:pt x="861" y="568"/>
                </a:lnTo>
                <a:lnTo>
                  <a:pt x="862" y="569"/>
                </a:lnTo>
                <a:lnTo>
                  <a:pt x="863" y="570"/>
                </a:lnTo>
                <a:lnTo>
                  <a:pt x="866" y="572"/>
                </a:lnTo>
                <a:lnTo>
                  <a:pt x="869" y="574"/>
                </a:lnTo>
                <a:lnTo>
                  <a:pt x="871" y="575"/>
                </a:lnTo>
                <a:lnTo>
                  <a:pt x="872" y="576"/>
                </a:lnTo>
                <a:lnTo>
                  <a:pt x="873" y="577"/>
                </a:lnTo>
                <a:lnTo>
                  <a:pt x="873" y="578"/>
                </a:lnTo>
                <a:lnTo>
                  <a:pt x="874" y="578"/>
                </a:lnTo>
                <a:lnTo>
                  <a:pt x="875" y="579"/>
                </a:lnTo>
                <a:lnTo>
                  <a:pt x="876" y="580"/>
                </a:lnTo>
                <a:lnTo>
                  <a:pt x="877" y="582"/>
                </a:lnTo>
                <a:lnTo>
                  <a:pt x="878" y="583"/>
                </a:lnTo>
                <a:lnTo>
                  <a:pt x="879" y="585"/>
                </a:lnTo>
                <a:lnTo>
                  <a:pt x="880" y="586"/>
                </a:lnTo>
                <a:lnTo>
                  <a:pt x="880" y="587"/>
                </a:lnTo>
                <a:lnTo>
                  <a:pt x="880" y="588"/>
                </a:lnTo>
                <a:lnTo>
                  <a:pt x="880" y="589"/>
                </a:lnTo>
                <a:lnTo>
                  <a:pt x="880" y="591"/>
                </a:lnTo>
                <a:lnTo>
                  <a:pt x="880" y="592"/>
                </a:lnTo>
                <a:lnTo>
                  <a:pt x="880" y="595"/>
                </a:lnTo>
                <a:lnTo>
                  <a:pt x="880" y="596"/>
                </a:lnTo>
                <a:lnTo>
                  <a:pt x="881" y="597"/>
                </a:lnTo>
                <a:lnTo>
                  <a:pt x="881" y="598"/>
                </a:lnTo>
                <a:lnTo>
                  <a:pt x="881" y="599"/>
                </a:lnTo>
                <a:lnTo>
                  <a:pt x="882" y="599"/>
                </a:lnTo>
                <a:lnTo>
                  <a:pt x="883" y="599"/>
                </a:lnTo>
                <a:lnTo>
                  <a:pt x="885" y="601"/>
                </a:lnTo>
                <a:lnTo>
                  <a:pt x="886" y="601"/>
                </a:lnTo>
                <a:lnTo>
                  <a:pt x="888" y="601"/>
                </a:lnTo>
                <a:lnTo>
                  <a:pt x="895" y="601"/>
                </a:lnTo>
                <a:lnTo>
                  <a:pt x="900" y="600"/>
                </a:lnTo>
                <a:lnTo>
                  <a:pt x="902" y="599"/>
                </a:lnTo>
                <a:lnTo>
                  <a:pt x="903" y="598"/>
                </a:lnTo>
                <a:lnTo>
                  <a:pt x="904" y="598"/>
                </a:lnTo>
                <a:lnTo>
                  <a:pt x="904" y="597"/>
                </a:lnTo>
                <a:lnTo>
                  <a:pt x="905" y="597"/>
                </a:lnTo>
                <a:lnTo>
                  <a:pt x="907" y="597"/>
                </a:lnTo>
                <a:lnTo>
                  <a:pt x="908" y="596"/>
                </a:lnTo>
                <a:lnTo>
                  <a:pt x="910" y="596"/>
                </a:lnTo>
                <a:lnTo>
                  <a:pt x="911" y="597"/>
                </a:lnTo>
                <a:lnTo>
                  <a:pt x="912" y="597"/>
                </a:lnTo>
                <a:lnTo>
                  <a:pt x="914" y="597"/>
                </a:lnTo>
                <a:lnTo>
                  <a:pt x="915" y="597"/>
                </a:lnTo>
                <a:lnTo>
                  <a:pt x="917" y="597"/>
                </a:lnTo>
                <a:lnTo>
                  <a:pt x="918" y="597"/>
                </a:lnTo>
                <a:lnTo>
                  <a:pt x="919" y="597"/>
                </a:lnTo>
                <a:lnTo>
                  <a:pt x="920" y="596"/>
                </a:lnTo>
                <a:lnTo>
                  <a:pt x="921" y="596"/>
                </a:lnTo>
                <a:lnTo>
                  <a:pt x="923" y="596"/>
                </a:lnTo>
                <a:lnTo>
                  <a:pt x="924" y="595"/>
                </a:lnTo>
                <a:lnTo>
                  <a:pt x="925" y="595"/>
                </a:lnTo>
                <a:lnTo>
                  <a:pt x="926" y="596"/>
                </a:lnTo>
                <a:lnTo>
                  <a:pt x="927" y="596"/>
                </a:lnTo>
                <a:lnTo>
                  <a:pt x="928" y="596"/>
                </a:lnTo>
                <a:lnTo>
                  <a:pt x="930" y="596"/>
                </a:lnTo>
                <a:lnTo>
                  <a:pt x="932" y="596"/>
                </a:lnTo>
                <a:lnTo>
                  <a:pt x="933" y="597"/>
                </a:lnTo>
                <a:lnTo>
                  <a:pt x="934" y="597"/>
                </a:lnTo>
                <a:lnTo>
                  <a:pt x="934" y="598"/>
                </a:lnTo>
                <a:lnTo>
                  <a:pt x="934" y="599"/>
                </a:lnTo>
                <a:lnTo>
                  <a:pt x="934" y="601"/>
                </a:lnTo>
                <a:lnTo>
                  <a:pt x="934" y="602"/>
                </a:lnTo>
                <a:lnTo>
                  <a:pt x="935" y="602"/>
                </a:lnTo>
                <a:lnTo>
                  <a:pt x="935" y="603"/>
                </a:lnTo>
                <a:lnTo>
                  <a:pt x="937" y="604"/>
                </a:lnTo>
                <a:lnTo>
                  <a:pt x="938" y="604"/>
                </a:lnTo>
                <a:lnTo>
                  <a:pt x="939" y="604"/>
                </a:lnTo>
                <a:lnTo>
                  <a:pt x="941" y="604"/>
                </a:lnTo>
                <a:lnTo>
                  <a:pt x="942" y="603"/>
                </a:lnTo>
                <a:lnTo>
                  <a:pt x="943" y="603"/>
                </a:lnTo>
                <a:lnTo>
                  <a:pt x="944" y="602"/>
                </a:lnTo>
                <a:lnTo>
                  <a:pt x="944" y="601"/>
                </a:lnTo>
                <a:lnTo>
                  <a:pt x="945" y="600"/>
                </a:lnTo>
                <a:lnTo>
                  <a:pt x="946" y="600"/>
                </a:lnTo>
                <a:lnTo>
                  <a:pt x="947" y="599"/>
                </a:lnTo>
                <a:lnTo>
                  <a:pt x="948" y="599"/>
                </a:lnTo>
                <a:lnTo>
                  <a:pt x="949" y="599"/>
                </a:lnTo>
                <a:lnTo>
                  <a:pt x="950" y="599"/>
                </a:lnTo>
                <a:lnTo>
                  <a:pt x="951" y="600"/>
                </a:lnTo>
                <a:lnTo>
                  <a:pt x="953" y="601"/>
                </a:lnTo>
                <a:lnTo>
                  <a:pt x="953" y="602"/>
                </a:lnTo>
                <a:lnTo>
                  <a:pt x="954" y="602"/>
                </a:lnTo>
                <a:lnTo>
                  <a:pt x="955" y="602"/>
                </a:lnTo>
                <a:lnTo>
                  <a:pt x="956" y="602"/>
                </a:lnTo>
                <a:lnTo>
                  <a:pt x="958" y="603"/>
                </a:lnTo>
                <a:lnTo>
                  <a:pt x="959" y="603"/>
                </a:lnTo>
                <a:lnTo>
                  <a:pt x="960" y="603"/>
                </a:lnTo>
                <a:lnTo>
                  <a:pt x="961" y="603"/>
                </a:lnTo>
                <a:lnTo>
                  <a:pt x="962" y="602"/>
                </a:lnTo>
                <a:lnTo>
                  <a:pt x="965" y="602"/>
                </a:lnTo>
                <a:lnTo>
                  <a:pt x="966" y="602"/>
                </a:lnTo>
                <a:lnTo>
                  <a:pt x="967" y="602"/>
                </a:lnTo>
                <a:lnTo>
                  <a:pt x="969" y="603"/>
                </a:lnTo>
                <a:lnTo>
                  <a:pt x="971" y="603"/>
                </a:lnTo>
                <a:lnTo>
                  <a:pt x="972" y="603"/>
                </a:lnTo>
                <a:lnTo>
                  <a:pt x="973" y="603"/>
                </a:lnTo>
                <a:lnTo>
                  <a:pt x="973" y="602"/>
                </a:lnTo>
                <a:lnTo>
                  <a:pt x="973" y="601"/>
                </a:lnTo>
                <a:lnTo>
                  <a:pt x="974" y="600"/>
                </a:lnTo>
                <a:lnTo>
                  <a:pt x="974" y="599"/>
                </a:lnTo>
                <a:lnTo>
                  <a:pt x="975" y="599"/>
                </a:lnTo>
                <a:lnTo>
                  <a:pt x="976" y="599"/>
                </a:lnTo>
                <a:lnTo>
                  <a:pt x="977" y="599"/>
                </a:lnTo>
                <a:lnTo>
                  <a:pt x="978" y="599"/>
                </a:lnTo>
                <a:lnTo>
                  <a:pt x="979" y="599"/>
                </a:lnTo>
                <a:lnTo>
                  <a:pt x="979" y="600"/>
                </a:lnTo>
                <a:lnTo>
                  <a:pt x="980" y="600"/>
                </a:lnTo>
                <a:lnTo>
                  <a:pt x="981" y="600"/>
                </a:lnTo>
                <a:lnTo>
                  <a:pt x="983" y="600"/>
                </a:lnTo>
                <a:lnTo>
                  <a:pt x="984" y="600"/>
                </a:lnTo>
                <a:lnTo>
                  <a:pt x="989" y="600"/>
                </a:lnTo>
                <a:lnTo>
                  <a:pt x="990" y="599"/>
                </a:lnTo>
                <a:lnTo>
                  <a:pt x="991" y="599"/>
                </a:lnTo>
                <a:lnTo>
                  <a:pt x="992" y="599"/>
                </a:lnTo>
                <a:lnTo>
                  <a:pt x="992" y="598"/>
                </a:lnTo>
                <a:lnTo>
                  <a:pt x="994" y="598"/>
                </a:lnTo>
                <a:lnTo>
                  <a:pt x="994" y="599"/>
                </a:lnTo>
                <a:lnTo>
                  <a:pt x="995" y="599"/>
                </a:lnTo>
                <a:lnTo>
                  <a:pt x="996" y="599"/>
                </a:lnTo>
                <a:lnTo>
                  <a:pt x="998" y="599"/>
                </a:lnTo>
                <a:lnTo>
                  <a:pt x="999" y="599"/>
                </a:lnTo>
                <a:lnTo>
                  <a:pt x="999" y="598"/>
                </a:lnTo>
                <a:lnTo>
                  <a:pt x="1000" y="598"/>
                </a:lnTo>
                <a:lnTo>
                  <a:pt x="1000" y="597"/>
                </a:lnTo>
                <a:lnTo>
                  <a:pt x="1000" y="596"/>
                </a:lnTo>
                <a:lnTo>
                  <a:pt x="1001" y="595"/>
                </a:lnTo>
                <a:lnTo>
                  <a:pt x="1002" y="594"/>
                </a:lnTo>
                <a:lnTo>
                  <a:pt x="1003" y="594"/>
                </a:lnTo>
                <a:lnTo>
                  <a:pt x="1005" y="594"/>
                </a:lnTo>
                <a:lnTo>
                  <a:pt x="1006" y="594"/>
                </a:lnTo>
                <a:lnTo>
                  <a:pt x="1007" y="594"/>
                </a:lnTo>
                <a:lnTo>
                  <a:pt x="1008" y="594"/>
                </a:lnTo>
                <a:lnTo>
                  <a:pt x="1008" y="595"/>
                </a:lnTo>
                <a:lnTo>
                  <a:pt x="1009" y="595"/>
                </a:lnTo>
                <a:lnTo>
                  <a:pt x="1010" y="595"/>
                </a:lnTo>
                <a:lnTo>
                  <a:pt x="1011" y="596"/>
                </a:lnTo>
                <a:lnTo>
                  <a:pt x="1012" y="596"/>
                </a:lnTo>
                <a:lnTo>
                  <a:pt x="1013" y="596"/>
                </a:lnTo>
                <a:lnTo>
                  <a:pt x="1014" y="597"/>
                </a:lnTo>
                <a:lnTo>
                  <a:pt x="1015" y="597"/>
                </a:lnTo>
                <a:lnTo>
                  <a:pt x="1017" y="598"/>
                </a:lnTo>
                <a:lnTo>
                  <a:pt x="1018" y="598"/>
                </a:lnTo>
                <a:lnTo>
                  <a:pt x="1019" y="598"/>
                </a:lnTo>
                <a:lnTo>
                  <a:pt x="1020" y="598"/>
                </a:lnTo>
                <a:lnTo>
                  <a:pt x="1021" y="598"/>
                </a:lnTo>
                <a:lnTo>
                  <a:pt x="1023" y="598"/>
                </a:lnTo>
                <a:lnTo>
                  <a:pt x="1024" y="598"/>
                </a:lnTo>
                <a:lnTo>
                  <a:pt x="1025" y="598"/>
                </a:lnTo>
                <a:lnTo>
                  <a:pt x="1026" y="598"/>
                </a:lnTo>
                <a:lnTo>
                  <a:pt x="1027" y="598"/>
                </a:lnTo>
                <a:lnTo>
                  <a:pt x="1027" y="597"/>
                </a:lnTo>
                <a:lnTo>
                  <a:pt x="1028" y="597"/>
                </a:lnTo>
                <a:lnTo>
                  <a:pt x="1029" y="596"/>
                </a:lnTo>
                <a:lnTo>
                  <a:pt x="1029" y="595"/>
                </a:lnTo>
                <a:lnTo>
                  <a:pt x="1029" y="594"/>
                </a:lnTo>
                <a:lnTo>
                  <a:pt x="1028" y="594"/>
                </a:lnTo>
                <a:lnTo>
                  <a:pt x="1028" y="593"/>
                </a:lnTo>
                <a:lnTo>
                  <a:pt x="1027" y="593"/>
                </a:lnTo>
                <a:lnTo>
                  <a:pt x="1027" y="592"/>
                </a:lnTo>
                <a:lnTo>
                  <a:pt x="1028" y="592"/>
                </a:lnTo>
                <a:lnTo>
                  <a:pt x="1028" y="591"/>
                </a:lnTo>
                <a:lnTo>
                  <a:pt x="1028" y="590"/>
                </a:lnTo>
                <a:lnTo>
                  <a:pt x="1028" y="589"/>
                </a:lnTo>
                <a:lnTo>
                  <a:pt x="1029" y="588"/>
                </a:lnTo>
                <a:lnTo>
                  <a:pt x="1029" y="587"/>
                </a:lnTo>
                <a:lnTo>
                  <a:pt x="1030" y="587"/>
                </a:lnTo>
                <a:lnTo>
                  <a:pt x="1030" y="586"/>
                </a:lnTo>
                <a:lnTo>
                  <a:pt x="1031" y="586"/>
                </a:lnTo>
                <a:lnTo>
                  <a:pt x="1031" y="585"/>
                </a:lnTo>
                <a:lnTo>
                  <a:pt x="1032" y="585"/>
                </a:lnTo>
                <a:lnTo>
                  <a:pt x="1033" y="585"/>
                </a:lnTo>
                <a:lnTo>
                  <a:pt x="1033" y="584"/>
                </a:lnTo>
                <a:lnTo>
                  <a:pt x="1034" y="584"/>
                </a:lnTo>
                <a:lnTo>
                  <a:pt x="1034" y="583"/>
                </a:lnTo>
                <a:lnTo>
                  <a:pt x="1035" y="583"/>
                </a:lnTo>
                <a:lnTo>
                  <a:pt x="1036" y="583"/>
                </a:lnTo>
                <a:lnTo>
                  <a:pt x="1036" y="582"/>
                </a:lnTo>
                <a:lnTo>
                  <a:pt x="1036" y="581"/>
                </a:lnTo>
                <a:lnTo>
                  <a:pt x="1036" y="580"/>
                </a:lnTo>
                <a:lnTo>
                  <a:pt x="1035" y="579"/>
                </a:lnTo>
                <a:lnTo>
                  <a:pt x="1035" y="578"/>
                </a:lnTo>
                <a:lnTo>
                  <a:pt x="1034" y="578"/>
                </a:lnTo>
                <a:lnTo>
                  <a:pt x="1034" y="577"/>
                </a:lnTo>
                <a:lnTo>
                  <a:pt x="1033" y="577"/>
                </a:lnTo>
                <a:lnTo>
                  <a:pt x="1033" y="576"/>
                </a:lnTo>
                <a:lnTo>
                  <a:pt x="1033" y="575"/>
                </a:lnTo>
                <a:lnTo>
                  <a:pt x="1034" y="575"/>
                </a:lnTo>
                <a:lnTo>
                  <a:pt x="1034" y="574"/>
                </a:lnTo>
                <a:lnTo>
                  <a:pt x="1035" y="574"/>
                </a:lnTo>
                <a:lnTo>
                  <a:pt x="1035" y="573"/>
                </a:lnTo>
                <a:lnTo>
                  <a:pt x="1036" y="573"/>
                </a:lnTo>
                <a:lnTo>
                  <a:pt x="1037" y="573"/>
                </a:lnTo>
                <a:lnTo>
                  <a:pt x="1038" y="573"/>
                </a:lnTo>
                <a:lnTo>
                  <a:pt x="1039" y="573"/>
                </a:lnTo>
                <a:lnTo>
                  <a:pt x="1040" y="573"/>
                </a:lnTo>
                <a:lnTo>
                  <a:pt x="1040" y="574"/>
                </a:lnTo>
                <a:lnTo>
                  <a:pt x="1041" y="575"/>
                </a:lnTo>
                <a:lnTo>
                  <a:pt x="1042" y="575"/>
                </a:lnTo>
                <a:lnTo>
                  <a:pt x="1043" y="576"/>
                </a:lnTo>
                <a:lnTo>
                  <a:pt x="1044" y="576"/>
                </a:lnTo>
                <a:lnTo>
                  <a:pt x="1045" y="577"/>
                </a:lnTo>
                <a:lnTo>
                  <a:pt x="1047" y="577"/>
                </a:lnTo>
                <a:lnTo>
                  <a:pt x="1047" y="576"/>
                </a:lnTo>
                <a:lnTo>
                  <a:pt x="1048" y="576"/>
                </a:lnTo>
                <a:lnTo>
                  <a:pt x="1049" y="575"/>
                </a:lnTo>
                <a:lnTo>
                  <a:pt x="1049" y="574"/>
                </a:lnTo>
                <a:lnTo>
                  <a:pt x="1050" y="574"/>
                </a:lnTo>
                <a:lnTo>
                  <a:pt x="1050" y="573"/>
                </a:lnTo>
                <a:lnTo>
                  <a:pt x="1051" y="573"/>
                </a:lnTo>
                <a:lnTo>
                  <a:pt x="1051" y="572"/>
                </a:lnTo>
                <a:lnTo>
                  <a:pt x="1052" y="571"/>
                </a:lnTo>
                <a:lnTo>
                  <a:pt x="1052" y="570"/>
                </a:lnTo>
                <a:lnTo>
                  <a:pt x="1053" y="569"/>
                </a:lnTo>
                <a:lnTo>
                  <a:pt x="1057" y="568"/>
                </a:lnTo>
                <a:lnTo>
                  <a:pt x="1058" y="567"/>
                </a:lnTo>
                <a:lnTo>
                  <a:pt x="1063" y="566"/>
                </a:lnTo>
                <a:lnTo>
                  <a:pt x="1064" y="566"/>
                </a:lnTo>
                <a:lnTo>
                  <a:pt x="1066" y="564"/>
                </a:lnTo>
                <a:lnTo>
                  <a:pt x="1067" y="562"/>
                </a:lnTo>
                <a:lnTo>
                  <a:pt x="1067" y="561"/>
                </a:lnTo>
                <a:lnTo>
                  <a:pt x="1067" y="560"/>
                </a:lnTo>
                <a:lnTo>
                  <a:pt x="1068" y="559"/>
                </a:lnTo>
                <a:lnTo>
                  <a:pt x="1068" y="558"/>
                </a:lnTo>
                <a:lnTo>
                  <a:pt x="1069" y="558"/>
                </a:lnTo>
                <a:lnTo>
                  <a:pt x="1070" y="558"/>
                </a:lnTo>
                <a:lnTo>
                  <a:pt x="1070" y="557"/>
                </a:lnTo>
                <a:lnTo>
                  <a:pt x="1071" y="557"/>
                </a:lnTo>
                <a:lnTo>
                  <a:pt x="1072" y="557"/>
                </a:lnTo>
                <a:lnTo>
                  <a:pt x="1073" y="556"/>
                </a:lnTo>
                <a:lnTo>
                  <a:pt x="1075" y="556"/>
                </a:lnTo>
                <a:lnTo>
                  <a:pt x="1076" y="556"/>
                </a:lnTo>
                <a:lnTo>
                  <a:pt x="1077" y="556"/>
                </a:lnTo>
                <a:lnTo>
                  <a:pt x="1078" y="556"/>
                </a:lnTo>
                <a:lnTo>
                  <a:pt x="1080" y="556"/>
                </a:lnTo>
                <a:lnTo>
                  <a:pt x="1082" y="556"/>
                </a:lnTo>
                <a:lnTo>
                  <a:pt x="1083" y="556"/>
                </a:lnTo>
                <a:lnTo>
                  <a:pt x="1084" y="556"/>
                </a:lnTo>
                <a:lnTo>
                  <a:pt x="1085" y="556"/>
                </a:lnTo>
                <a:lnTo>
                  <a:pt x="1086" y="557"/>
                </a:lnTo>
                <a:lnTo>
                  <a:pt x="1087" y="557"/>
                </a:lnTo>
                <a:lnTo>
                  <a:pt x="1088" y="557"/>
                </a:lnTo>
                <a:lnTo>
                  <a:pt x="1088" y="558"/>
                </a:lnTo>
                <a:lnTo>
                  <a:pt x="1089" y="558"/>
                </a:lnTo>
                <a:lnTo>
                  <a:pt x="1091" y="559"/>
                </a:lnTo>
                <a:lnTo>
                  <a:pt x="1092" y="559"/>
                </a:lnTo>
                <a:lnTo>
                  <a:pt x="1093" y="559"/>
                </a:lnTo>
                <a:lnTo>
                  <a:pt x="1094" y="559"/>
                </a:lnTo>
                <a:lnTo>
                  <a:pt x="1094" y="558"/>
                </a:lnTo>
                <a:lnTo>
                  <a:pt x="1095" y="558"/>
                </a:lnTo>
                <a:lnTo>
                  <a:pt x="1096" y="558"/>
                </a:lnTo>
                <a:lnTo>
                  <a:pt x="1097" y="558"/>
                </a:lnTo>
                <a:lnTo>
                  <a:pt x="1097" y="557"/>
                </a:lnTo>
                <a:lnTo>
                  <a:pt x="1098" y="557"/>
                </a:lnTo>
                <a:lnTo>
                  <a:pt x="1099" y="557"/>
                </a:lnTo>
                <a:lnTo>
                  <a:pt x="1100" y="557"/>
                </a:lnTo>
                <a:lnTo>
                  <a:pt x="1100" y="556"/>
                </a:lnTo>
                <a:lnTo>
                  <a:pt x="1101" y="556"/>
                </a:lnTo>
                <a:lnTo>
                  <a:pt x="1101" y="557"/>
                </a:lnTo>
                <a:lnTo>
                  <a:pt x="1102" y="557"/>
                </a:lnTo>
                <a:lnTo>
                  <a:pt x="1103" y="557"/>
                </a:lnTo>
                <a:lnTo>
                  <a:pt x="1103" y="558"/>
                </a:lnTo>
                <a:lnTo>
                  <a:pt x="1104" y="558"/>
                </a:lnTo>
                <a:lnTo>
                  <a:pt x="1106" y="558"/>
                </a:lnTo>
                <a:lnTo>
                  <a:pt x="1108" y="558"/>
                </a:lnTo>
                <a:lnTo>
                  <a:pt x="1108" y="557"/>
                </a:lnTo>
                <a:lnTo>
                  <a:pt x="1109" y="557"/>
                </a:lnTo>
                <a:lnTo>
                  <a:pt x="1110" y="557"/>
                </a:lnTo>
                <a:lnTo>
                  <a:pt x="1111" y="557"/>
                </a:lnTo>
                <a:lnTo>
                  <a:pt x="1111" y="558"/>
                </a:lnTo>
                <a:lnTo>
                  <a:pt x="1112" y="558"/>
                </a:lnTo>
                <a:lnTo>
                  <a:pt x="1113" y="557"/>
                </a:lnTo>
                <a:lnTo>
                  <a:pt x="1114" y="557"/>
                </a:lnTo>
                <a:lnTo>
                  <a:pt x="1115" y="556"/>
                </a:lnTo>
                <a:lnTo>
                  <a:pt x="1115" y="555"/>
                </a:lnTo>
                <a:lnTo>
                  <a:pt x="1116" y="553"/>
                </a:lnTo>
                <a:lnTo>
                  <a:pt x="1116" y="551"/>
                </a:lnTo>
                <a:lnTo>
                  <a:pt x="1117" y="550"/>
                </a:lnTo>
                <a:lnTo>
                  <a:pt x="1119" y="549"/>
                </a:lnTo>
                <a:lnTo>
                  <a:pt x="1120" y="549"/>
                </a:lnTo>
                <a:lnTo>
                  <a:pt x="1121" y="549"/>
                </a:lnTo>
                <a:lnTo>
                  <a:pt x="1121" y="550"/>
                </a:lnTo>
                <a:lnTo>
                  <a:pt x="1124" y="551"/>
                </a:lnTo>
                <a:lnTo>
                  <a:pt x="1125" y="551"/>
                </a:lnTo>
                <a:lnTo>
                  <a:pt x="1127" y="551"/>
                </a:lnTo>
                <a:lnTo>
                  <a:pt x="1127" y="550"/>
                </a:lnTo>
                <a:lnTo>
                  <a:pt x="1128" y="550"/>
                </a:lnTo>
                <a:lnTo>
                  <a:pt x="1129" y="549"/>
                </a:lnTo>
                <a:lnTo>
                  <a:pt x="1129" y="548"/>
                </a:lnTo>
                <a:lnTo>
                  <a:pt x="1129" y="546"/>
                </a:lnTo>
                <a:lnTo>
                  <a:pt x="1130" y="545"/>
                </a:lnTo>
                <a:lnTo>
                  <a:pt x="1130" y="544"/>
                </a:lnTo>
                <a:lnTo>
                  <a:pt x="1131" y="543"/>
                </a:lnTo>
                <a:lnTo>
                  <a:pt x="1132" y="543"/>
                </a:lnTo>
                <a:lnTo>
                  <a:pt x="1133" y="543"/>
                </a:lnTo>
                <a:lnTo>
                  <a:pt x="1134" y="543"/>
                </a:lnTo>
                <a:lnTo>
                  <a:pt x="1135" y="543"/>
                </a:lnTo>
                <a:lnTo>
                  <a:pt x="1136" y="543"/>
                </a:lnTo>
                <a:lnTo>
                  <a:pt x="1137" y="543"/>
                </a:lnTo>
                <a:lnTo>
                  <a:pt x="1137" y="542"/>
                </a:lnTo>
                <a:lnTo>
                  <a:pt x="1138" y="542"/>
                </a:lnTo>
                <a:lnTo>
                  <a:pt x="1139" y="541"/>
                </a:lnTo>
                <a:lnTo>
                  <a:pt x="1140" y="541"/>
                </a:lnTo>
                <a:lnTo>
                  <a:pt x="1142" y="541"/>
                </a:lnTo>
                <a:lnTo>
                  <a:pt x="1143" y="541"/>
                </a:lnTo>
                <a:lnTo>
                  <a:pt x="1143" y="540"/>
                </a:lnTo>
                <a:lnTo>
                  <a:pt x="1144" y="540"/>
                </a:lnTo>
                <a:lnTo>
                  <a:pt x="1145" y="540"/>
                </a:lnTo>
                <a:lnTo>
                  <a:pt x="1147" y="539"/>
                </a:lnTo>
                <a:lnTo>
                  <a:pt x="1148" y="539"/>
                </a:lnTo>
                <a:lnTo>
                  <a:pt x="1149" y="538"/>
                </a:lnTo>
                <a:lnTo>
                  <a:pt x="1150" y="538"/>
                </a:lnTo>
                <a:lnTo>
                  <a:pt x="1151" y="538"/>
                </a:lnTo>
                <a:lnTo>
                  <a:pt x="1152" y="538"/>
                </a:lnTo>
                <a:lnTo>
                  <a:pt x="1152" y="539"/>
                </a:lnTo>
                <a:lnTo>
                  <a:pt x="1153" y="539"/>
                </a:lnTo>
                <a:lnTo>
                  <a:pt x="1153" y="538"/>
                </a:lnTo>
                <a:lnTo>
                  <a:pt x="1154" y="538"/>
                </a:lnTo>
                <a:lnTo>
                  <a:pt x="1155" y="538"/>
                </a:lnTo>
                <a:lnTo>
                  <a:pt x="1156" y="538"/>
                </a:lnTo>
                <a:lnTo>
                  <a:pt x="1156" y="537"/>
                </a:lnTo>
                <a:lnTo>
                  <a:pt x="1157" y="536"/>
                </a:lnTo>
                <a:lnTo>
                  <a:pt x="1158" y="535"/>
                </a:lnTo>
                <a:lnTo>
                  <a:pt x="1159" y="535"/>
                </a:lnTo>
                <a:lnTo>
                  <a:pt x="1160" y="534"/>
                </a:lnTo>
                <a:lnTo>
                  <a:pt x="1161" y="535"/>
                </a:lnTo>
                <a:lnTo>
                  <a:pt x="1162" y="535"/>
                </a:lnTo>
                <a:lnTo>
                  <a:pt x="1163" y="535"/>
                </a:lnTo>
                <a:lnTo>
                  <a:pt x="1164" y="535"/>
                </a:lnTo>
                <a:lnTo>
                  <a:pt x="1166" y="535"/>
                </a:lnTo>
                <a:lnTo>
                  <a:pt x="1167" y="535"/>
                </a:lnTo>
                <a:lnTo>
                  <a:pt x="1167" y="534"/>
                </a:lnTo>
                <a:lnTo>
                  <a:pt x="1168" y="533"/>
                </a:lnTo>
                <a:lnTo>
                  <a:pt x="1170" y="532"/>
                </a:lnTo>
                <a:lnTo>
                  <a:pt x="1171" y="531"/>
                </a:lnTo>
                <a:lnTo>
                  <a:pt x="1172" y="530"/>
                </a:lnTo>
                <a:lnTo>
                  <a:pt x="1173" y="530"/>
                </a:lnTo>
                <a:lnTo>
                  <a:pt x="1175" y="530"/>
                </a:lnTo>
                <a:lnTo>
                  <a:pt x="1176" y="530"/>
                </a:lnTo>
                <a:lnTo>
                  <a:pt x="1177" y="530"/>
                </a:lnTo>
                <a:lnTo>
                  <a:pt x="1178" y="530"/>
                </a:lnTo>
                <a:lnTo>
                  <a:pt x="1179" y="530"/>
                </a:lnTo>
                <a:lnTo>
                  <a:pt x="1181" y="530"/>
                </a:lnTo>
                <a:lnTo>
                  <a:pt x="1182" y="530"/>
                </a:lnTo>
                <a:lnTo>
                  <a:pt x="1182" y="531"/>
                </a:lnTo>
                <a:lnTo>
                  <a:pt x="1183" y="531"/>
                </a:lnTo>
                <a:lnTo>
                  <a:pt x="1184" y="531"/>
                </a:lnTo>
                <a:lnTo>
                  <a:pt x="1185" y="531"/>
                </a:lnTo>
                <a:lnTo>
                  <a:pt x="1187" y="530"/>
                </a:lnTo>
                <a:lnTo>
                  <a:pt x="1188" y="530"/>
                </a:lnTo>
                <a:lnTo>
                  <a:pt x="1189" y="530"/>
                </a:lnTo>
                <a:lnTo>
                  <a:pt x="1190" y="529"/>
                </a:lnTo>
                <a:lnTo>
                  <a:pt x="1191" y="529"/>
                </a:lnTo>
                <a:lnTo>
                  <a:pt x="1191" y="528"/>
                </a:lnTo>
                <a:lnTo>
                  <a:pt x="1192" y="528"/>
                </a:lnTo>
                <a:lnTo>
                  <a:pt x="1193" y="528"/>
                </a:lnTo>
                <a:lnTo>
                  <a:pt x="1195" y="528"/>
                </a:lnTo>
                <a:lnTo>
                  <a:pt x="1196" y="527"/>
                </a:lnTo>
                <a:lnTo>
                  <a:pt x="1197" y="527"/>
                </a:lnTo>
                <a:lnTo>
                  <a:pt x="1198" y="526"/>
                </a:lnTo>
                <a:lnTo>
                  <a:pt x="1199" y="526"/>
                </a:lnTo>
                <a:lnTo>
                  <a:pt x="1200" y="526"/>
                </a:lnTo>
                <a:lnTo>
                  <a:pt x="1201" y="526"/>
                </a:lnTo>
                <a:lnTo>
                  <a:pt x="1202" y="527"/>
                </a:lnTo>
                <a:lnTo>
                  <a:pt x="1204" y="527"/>
                </a:lnTo>
                <a:lnTo>
                  <a:pt x="1205" y="528"/>
                </a:lnTo>
                <a:lnTo>
                  <a:pt x="1206" y="528"/>
                </a:lnTo>
                <a:lnTo>
                  <a:pt x="1207" y="528"/>
                </a:lnTo>
                <a:lnTo>
                  <a:pt x="1209" y="528"/>
                </a:lnTo>
                <a:lnTo>
                  <a:pt x="1210" y="528"/>
                </a:lnTo>
                <a:lnTo>
                  <a:pt x="1211" y="527"/>
                </a:lnTo>
                <a:lnTo>
                  <a:pt x="1212" y="527"/>
                </a:lnTo>
                <a:lnTo>
                  <a:pt x="1213" y="527"/>
                </a:lnTo>
                <a:lnTo>
                  <a:pt x="1214" y="527"/>
                </a:lnTo>
                <a:lnTo>
                  <a:pt x="1215" y="528"/>
                </a:lnTo>
                <a:lnTo>
                  <a:pt x="1216" y="527"/>
                </a:lnTo>
                <a:lnTo>
                  <a:pt x="1217" y="527"/>
                </a:lnTo>
                <a:lnTo>
                  <a:pt x="1218" y="528"/>
                </a:lnTo>
                <a:lnTo>
                  <a:pt x="1219" y="528"/>
                </a:lnTo>
                <a:lnTo>
                  <a:pt x="1220" y="529"/>
                </a:lnTo>
                <a:lnTo>
                  <a:pt x="1222" y="530"/>
                </a:lnTo>
                <a:lnTo>
                  <a:pt x="1224" y="531"/>
                </a:lnTo>
                <a:lnTo>
                  <a:pt x="1225" y="532"/>
                </a:lnTo>
                <a:lnTo>
                  <a:pt x="1226" y="531"/>
                </a:lnTo>
                <a:lnTo>
                  <a:pt x="1227" y="531"/>
                </a:lnTo>
                <a:lnTo>
                  <a:pt x="1228" y="531"/>
                </a:lnTo>
                <a:lnTo>
                  <a:pt x="1229" y="531"/>
                </a:lnTo>
                <a:lnTo>
                  <a:pt x="1230" y="530"/>
                </a:lnTo>
                <a:lnTo>
                  <a:pt x="1232" y="529"/>
                </a:lnTo>
                <a:lnTo>
                  <a:pt x="1233" y="527"/>
                </a:lnTo>
                <a:lnTo>
                  <a:pt x="1233" y="526"/>
                </a:lnTo>
                <a:lnTo>
                  <a:pt x="1235" y="525"/>
                </a:lnTo>
                <a:lnTo>
                  <a:pt x="1237" y="524"/>
                </a:lnTo>
                <a:lnTo>
                  <a:pt x="1239" y="523"/>
                </a:lnTo>
                <a:lnTo>
                  <a:pt x="1240" y="523"/>
                </a:lnTo>
                <a:lnTo>
                  <a:pt x="1244" y="524"/>
                </a:lnTo>
                <a:lnTo>
                  <a:pt x="1246" y="525"/>
                </a:lnTo>
                <a:lnTo>
                  <a:pt x="1248" y="525"/>
                </a:lnTo>
                <a:lnTo>
                  <a:pt x="1249" y="524"/>
                </a:lnTo>
                <a:lnTo>
                  <a:pt x="1250" y="524"/>
                </a:lnTo>
                <a:lnTo>
                  <a:pt x="1250" y="523"/>
                </a:lnTo>
                <a:lnTo>
                  <a:pt x="1251" y="523"/>
                </a:lnTo>
                <a:lnTo>
                  <a:pt x="1251" y="522"/>
                </a:lnTo>
                <a:lnTo>
                  <a:pt x="1253" y="523"/>
                </a:lnTo>
                <a:lnTo>
                  <a:pt x="1253" y="524"/>
                </a:lnTo>
                <a:lnTo>
                  <a:pt x="1254" y="524"/>
                </a:lnTo>
                <a:lnTo>
                  <a:pt x="1254" y="525"/>
                </a:lnTo>
                <a:lnTo>
                  <a:pt x="1254" y="527"/>
                </a:lnTo>
                <a:lnTo>
                  <a:pt x="1253" y="529"/>
                </a:lnTo>
                <a:lnTo>
                  <a:pt x="1252" y="529"/>
                </a:lnTo>
                <a:lnTo>
                  <a:pt x="1251" y="530"/>
                </a:lnTo>
                <a:lnTo>
                  <a:pt x="1250" y="530"/>
                </a:lnTo>
                <a:lnTo>
                  <a:pt x="1249" y="531"/>
                </a:lnTo>
                <a:lnTo>
                  <a:pt x="1246" y="532"/>
                </a:lnTo>
                <a:lnTo>
                  <a:pt x="1245" y="532"/>
                </a:lnTo>
                <a:lnTo>
                  <a:pt x="1244" y="533"/>
                </a:lnTo>
                <a:lnTo>
                  <a:pt x="1242" y="533"/>
                </a:lnTo>
                <a:lnTo>
                  <a:pt x="1241" y="533"/>
                </a:lnTo>
                <a:lnTo>
                  <a:pt x="1240" y="534"/>
                </a:lnTo>
                <a:lnTo>
                  <a:pt x="1238" y="534"/>
                </a:lnTo>
                <a:lnTo>
                  <a:pt x="1236" y="535"/>
                </a:lnTo>
                <a:lnTo>
                  <a:pt x="1235" y="535"/>
                </a:lnTo>
                <a:lnTo>
                  <a:pt x="1233" y="535"/>
                </a:lnTo>
                <a:lnTo>
                  <a:pt x="1231" y="536"/>
                </a:lnTo>
                <a:lnTo>
                  <a:pt x="1230" y="537"/>
                </a:lnTo>
                <a:lnTo>
                  <a:pt x="1229" y="537"/>
                </a:lnTo>
                <a:lnTo>
                  <a:pt x="1228" y="538"/>
                </a:lnTo>
                <a:lnTo>
                  <a:pt x="1228" y="539"/>
                </a:lnTo>
                <a:lnTo>
                  <a:pt x="1227" y="539"/>
                </a:lnTo>
                <a:lnTo>
                  <a:pt x="1226" y="540"/>
                </a:lnTo>
                <a:lnTo>
                  <a:pt x="1225" y="540"/>
                </a:lnTo>
                <a:lnTo>
                  <a:pt x="1224" y="540"/>
                </a:lnTo>
                <a:lnTo>
                  <a:pt x="1223" y="541"/>
                </a:lnTo>
                <a:lnTo>
                  <a:pt x="1222" y="541"/>
                </a:lnTo>
                <a:lnTo>
                  <a:pt x="1221" y="541"/>
                </a:lnTo>
                <a:lnTo>
                  <a:pt x="1221" y="542"/>
                </a:lnTo>
                <a:lnTo>
                  <a:pt x="1220" y="542"/>
                </a:lnTo>
                <a:lnTo>
                  <a:pt x="1219" y="542"/>
                </a:lnTo>
                <a:lnTo>
                  <a:pt x="1218" y="542"/>
                </a:lnTo>
                <a:lnTo>
                  <a:pt x="1217" y="543"/>
                </a:lnTo>
                <a:lnTo>
                  <a:pt x="1216" y="544"/>
                </a:lnTo>
                <a:lnTo>
                  <a:pt x="1216" y="545"/>
                </a:lnTo>
                <a:lnTo>
                  <a:pt x="1216" y="546"/>
                </a:lnTo>
                <a:lnTo>
                  <a:pt x="1216" y="547"/>
                </a:lnTo>
                <a:lnTo>
                  <a:pt x="1216" y="548"/>
                </a:lnTo>
                <a:lnTo>
                  <a:pt x="1216" y="549"/>
                </a:lnTo>
                <a:lnTo>
                  <a:pt x="1216" y="550"/>
                </a:lnTo>
                <a:lnTo>
                  <a:pt x="1216" y="551"/>
                </a:lnTo>
                <a:lnTo>
                  <a:pt x="1216" y="552"/>
                </a:lnTo>
                <a:lnTo>
                  <a:pt x="1216" y="553"/>
                </a:lnTo>
                <a:lnTo>
                  <a:pt x="1216" y="554"/>
                </a:lnTo>
                <a:lnTo>
                  <a:pt x="1215" y="555"/>
                </a:lnTo>
                <a:lnTo>
                  <a:pt x="1214" y="556"/>
                </a:lnTo>
                <a:lnTo>
                  <a:pt x="1213" y="557"/>
                </a:lnTo>
                <a:lnTo>
                  <a:pt x="1212" y="559"/>
                </a:lnTo>
                <a:lnTo>
                  <a:pt x="1212" y="560"/>
                </a:lnTo>
                <a:lnTo>
                  <a:pt x="1211" y="560"/>
                </a:lnTo>
                <a:lnTo>
                  <a:pt x="1210" y="561"/>
                </a:lnTo>
                <a:lnTo>
                  <a:pt x="1209" y="562"/>
                </a:lnTo>
                <a:lnTo>
                  <a:pt x="1207" y="563"/>
                </a:lnTo>
                <a:lnTo>
                  <a:pt x="1206" y="563"/>
                </a:lnTo>
                <a:lnTo>
                  <a:pt x="1206" y="564"/>
                </a:lnTo>
                <a:lnTo>
                  <a:pt x="1206" y="565"/>
                </a:lnTo>
                <a:lnTo>
                  <a:pt x="1205" y="565"/>
                </a:lnTo>
                <a:lnTo>
                  <a:pt x="1204" y="565"/>
                </a:lnTo>
                <a:lnTo>
                  <a:pt x="1204" y="566"/>
                </a:lnTo>
                <a:lnTo>
                  <a:pt x="1204" y="567"/>
                </a:lnTo>
                <a:lnTo>
                  <a:pt x="1204" y="568"/>
                </a:lnTo>
                <a:lnTo>
                  <a:pt x="1204" y="569"/>
                </a:lnTo>
                <a:lnTo>
                  <a:pt x="1204" y="570"/>
                </a:lnTo>
                <a:lnTo>
                  <a:pt x="1204" y="571"/>
                </a:lnTo>
                <a:lnTo>
                  <a:pt x="1204" y="572"/>
                </a:lnTo>
                <a:lnTo>
                  <a:pt x="1205" y="572"/>
                </a:lnTo>
                <a:lnTo>
                  <a:pt x="1206" y="572"/>
                </a:lnTo>
                <a:lnTo>
                  <a:pt x="1206" y="573"/>
                </a:lnTo>
                <a:lnTo>
                  <a:pt x="1207" y="573"/>
                </a:lnTo>
                <a:lnTo>
                  <a:pt x="1207" y="574"/>
                </a:lnTo>
                <a:lnTo>
                  <a:pt x="1209" y="574"/>
                </a:lnTo>
                <a:lnTo>
                  <a:pt x="1209" y="575"/>
                </a:lnTo>
                <a:lnTo>
                  <a:pt x="1209" y="576"/>
                </a:lnTo>
                <a:lnTo>
                  <a:pt x="1210" y="576"/>
                </a:lnTo>
                <a:lnTo>
                  <a:pt x="1210" y="577"/>
                </a:lnTo>
                <a:lnTo>
                  <a:pt x="1210" y="578"/>
                </a:lnTo>
                <a:lnTo>
                  <a:pt x="1210" y="579"/>
                </a:lnTo>
                <a:lnTo>
                  <a:pt x="1211" y="579"/>
                </a:lnTo>
                <a:lnTo>
                  <a:pt x="1214" y="579"/>
                </a:lnTo>
                <a:lnTo>
                  <a:pt x="1214" y="580"/>
                </a:lnTo>
                <a:lnTo>
                  <a:pt x="1215" y="580"/>
                </a:lnTo>
                <a:lnTo>
                  <a:pt x="1215" y="581"/>
                </a:lnTo>
                <a:lnTo>
                  <a:pt x="1216" y="581"/>
                </a:lnTo>
                <a:lnTo>
                  <a:pt x="1216" y="582"/>
                </a:lnTo>
                <a:lnTo>
                  <a:pt x="1216" y="583"/>
                </a:lnTo>
                <a:lnTo>
                  <a:pt x="1215" y="583"/>
                </a:lnTo>
                <a:lnTo>
                  <a:pt x="1215" y="584"/>
                </a:lnTo>
                <a:lnTo>
                  <a:pt x="1216" y="584"/>
                </a:lnTo>
                <a:lnTo>
                  <a:pt x="1216" y="585"/>
                </a:lnTo>
                <a:lnTo>
                  <a:pt x="1216" y="586"/>
                </a:lnTo>
                <a:lnTo>
                  <a:pt x="1216" y="587"/>
                </a:lnTo>
                <a:lnTo>
                  <a:pt x="1216" y="588"/>
                </a:lnTo>
                <a:lnTo>
                  <a:pt x="1217" y="588"/>
                </a:lnTo>
                <a:lnTo>
                  <a:pt x="1217" y="589"/>
                </a:lnTo>
                <a:lnTo>
                  <a:pt x="1218" y="589"/>
                </a:lnTo>
                <a:lnTo>
                  <a:pt x="1219" y="589"/>
                </a:lnTo>
                <a:lnTo>
                  <a:pt x="1219" y="590"/>
                </a:lnTo>
                <a:lnTo>
                  <a:pt x="1220" y="590"/>
                </a:lnTo>
                <a:lnTo>
                  <a:pt x="1220" y="591"/>
                </a:lnTo>
                <a:lnTo>
                  <a:pt x="1221" y="591"/>
                </a:lnTo>
                <a:lnTo>
                  <a:pt x="1221" y="592"/>
                </a:lnTo>
                <a:lnTo>
                  <a:pt x="1222" y="592"/>
                </a:lnTo>
                <a:lnTo>
                  <a:pt x="1222" y="593"/>
                </a:lnTo>
                <a:lnTo>
                  <a:pt x="1223" y="593"/>
                </a:lnTo>
                <a:lnTo>
                  <a:pt x="1224" y="593"/>
                </a:lnTo>
                <a:lnTo>
                  <a:pt x="1225" y="594"/>
                </a:lnTo>
                <a:lnTo>
                  <a:pt x="1225" y="595"/>
                </a:lnTo>
                <a:lnTo>
                  <a:pt x="1225" y="596"/>
                </a:lnTo>
                <a:lnTo>
                  <a:pt x="1226" y="596"/>
                </a:lnTo>
                <a:lnTo>
                  <a:pt x="1226" y="597"/>
                </a:lnTo>
                <a:lnTo>
                  <a:pt x="1225" y="597"/>
                </a:lnTo>
                <a:lnTo>
                  <a:pt x="1225" y="598"/>
                </a:lnTo>
                <a:lnTo>
                  <a:pt x="1225" y="599"/>
                </a:lnTo>
                <a:lnTo>
                  <a:pt x="1224" y="599"/>
                </a:lnTo>
                <a:lnTo>
                  <a:pt x="1224" y="600"/>
                </a:lnTo>
                <a:lnTo>
                  <a:pt x="1223" y="600"/>
                </a:lnTo>
                <a:lnTo>
                  <a:pt x="1223" y="601"/>
                </a:lnTo>
                <a:lnTo>
                  <a:pt x="1223" y="602"/>
                </a:lnTo>
                <a:lnTo>
                  <a:pt x="1222" y="602"/>
                </a:lnTo>
                <a:lnTo>
                  <a:pt x="1221" y="602"/>
                </a:lnTo>
                <a:lnTo>
                  <a:pt x="1221" y="603"/>
                </a:lnTo>
                <a:lnTo>
                  <a:pt x="1221" y="604"/>
                </a:lnTo>
                <a:lnTo>
                  <a:pt x="1220" y="604"/>
                </a:lnTo>
                <a:lnTo>
                  <a:pt x="1220" y="605"/>
                </a:lnTo>
                <a:lnTo>
                  <a:pt x="1219" y="605"/>
                </a:lnTo>
                <a:lnTo>
                  <a:pt x="1219" y="606"/>
                </a:lnTo>
                <a:lnTo>
                  <a:pt x="1218" y="606"/>
                </a:lnTo>
                <a:lnTo>
                  <a:pt x="1217" y="607"/>
                </a:lnTo>
                <a:lnTo>
                  <a:pt x="1217" y="608"/>
                </a:lnTo>
                <a:lnTo>
                  <a:pt x="1217" y="609"/>
                </a:lnTo>
                <a:lnTo>
                  <a:pt x="1217" y="610"/>
                </a:lnTo>
                <a:lnTo>
                  <a:pt x="1217" y="611"/>
                </a:lnTo>
                <a:lnTo>
                  <a:pt x="1216" y="611"/>
                </a:lnTo>
                <a:lnTo>
                  <a:pt x="1216" y="612"/>
                </a:lnTo>
                <a:lnTo>
                  <a:pt x="1215" y="612"/>
                </a:lnTo>
                <a:lnTo>
                  <a:pt x="1214" y="612"/>
                </a:lnTo>
                <a:lnTo>
                  <a:pt x="1214" y="613"/>
                </a:lnTo>
                <a:lnTo>
                  <a:pt x="1213" y="614"/>
                </a:lnTo>
                <a:lnTo>
                  <a:pt x="1213" y="615"/>
                </a:lnTo>
                <a:lnTo>
                  <a:pt x="1212" y="616"/>
                </a:lnTo>
                <a:lnTo>
                  <a:pt x="1211" y="617"/>
                </a:lnTo>
                <a:lnTo>
                  <a:pt x="1210" y="617"/>
                </a:lnTo>
                <a:lnTo>
                  <a:pt x="1209" y="617"/>
                </a:lnTo>
                <a:lnTo>
                  <a:pt x="1209" y="618"/>
                </a:lnTo>
                <a:lnTo>
                  <a:pt x="1207" y="618"/>
                </a:lnTo>
                <a:lnTo>
                  <a:pt x="1206" y="618"/>
                </a:lnTo>
                <a:lnTo>
                  <a:pt x="1206" y="619"/>
                </a:lnTo>
                <a:lnTo>
                  <a:pt x="1206" y="620"/>
                </a:lnTo>
                <a:lnTo>
                  <a:pt x="1206" y="621"/>
                </a:lnTo>
                <a:lnTo>
                  <a:pt x="1206" y="622"/>
                </a:lnTo>
                <a:lnTo>
                  <a:pt x="1205" y="623"/>
                </a:lnTo>
                <a:lnTo>
                  <a:pt x="1204" y="623"/>
                </a:lnTo>
                <a:lnTo>
                  <a:pt x="1203" y="623"/>
                </a:lnTo>
                <a:lnTo>
                  <a:pt x="1203" y="624"/>
                </a:lnTo>
                <a:lnTo>
                  <a:pt x="1202" y="624"/>
                </a:lnTo>
                <a:lnTo>
                  <a:pt x="1201" y="624"/>
                </a:lnTo>
                <a:lnTo>
                  <a:pt x="1200" y="625"/>
                </a:lnTo>
                <a:lnTo>
                  <a:pt x="1200" y="626"/>
                </a:lnTo>
                <a:lnTo>
                  <a:pt x="1199" y="626"/>
                </a:lnTo>
                <a:lnTo>
                  <a:pt x="1198" y="626"/>
                </a:lnTo>
                <a:lnTo>
                  <a:pt x="1197" y="626"/>
                </a:lnTo>
                <a:lnTo>
                  <a:pt x="1195" y="626"/>
                </a:lnTo>
                <a:lnTo>
                  <a:pt x="1194" y="626"/>
                </a:lnTo>
                <a:lnTo>
                  <a:pt x="1193" y="626"/>
                </a:lnTo>
                <a:lnTo>
                  <a:pt x="1192" y="627"/>
                </a:lnTo>
                <a:lnTo>
                  <a:pt x="1191" y="627"/>
                </a:lnTo>
                <a:lnTo>
                  <a:pt x="1190" y="627"/>
                </a:lnTo>
                <a:lnTo>
                  <a:pt x="1189" y="627"/>
                </a:lnTo>
                <a:lnTo>
                  <a:pt x="1188" y="627"/>
                </a:lnTo>
                <a:lnTo>
                  <a:pt x="1187" y="627"/>
                </a:lnTo>
                <a:lnTo>
                  <a:pt x="1187" y="626"/>
                </a:lnTo>
                <a:lnTo>
                  <a:pt x="1186" y="626"/>
                </a:lnTo>
                <a:lnTo>
                  <a:pt x="1185" y="626"/>
                </a:lnTo>
                <a:lnTo>
                  <a:pt x="1185" y="627"/>
                </a:lnTo>
                <a:lnTo>
                  <a:pt x="1184" y="627"/>
                </a:lnTo>
                <a:lnTo>
                  <a:pt x="1183" y="627"/>
                </a:lnTo>
                <a:lnTo>
                  <a:pt x="1182" y="628"/>
                </a:lnTo>
                <a:lnTo>
                  <a:pt x="1181" y="629"/>
                </a:lnTo>
                <a:lnTo>
                  <a:pt x="1179" y="630"/>
                </a:lnTo>
                <a:lnTo>
                  <a:pt x="1178" y="631"/>
                </a:lnTo>
                <a:lnTo>
                  <a:pt x="1178" y="632"/>
                </a:lnTo>
                <a:lnTo>
                  <a:pt x="1178" y="633"/>
                </a:lnTo>
                <a:lnTo>
                  <a:pt x="1178" y="634"/>
                </a:lnTo>
                <a:lnTo>
                  <a:pt x="1177" y="634"/>
                </a:lnTo>
                <a:lnTo>
                  <a:pt x="1177" y="635"/>
                </a:lnTo>
                <a:lnTo>
                  <a:pt x="1176" y="635"/>
                </a:lnTo>
                <a:lnTo>
                  <a:pt x="1176" y="636"/>
                </a:lnTo>
                <a:lnTo>
                  <a:pt x="1175" y="636"/>
                </a:lnTo>
                <a:lnTo>
                  <a:pt x="1173" y="636"/>
                </a:lnTo>
                <a:lnTo>
                  <a:pt x="1172" y="636"/>
                </a:lnTo>
                <a:lnTo>
                  <a:pt x="1172" y="637"/>
                </a:lnTo>
                <a:lnTo>
                  <a:pt x="1171" y="637"/>
                </a:lnTo>
                <a:lnTo>
                  <a:pt x="1171" y="638"/>
                </a:lnTo>
                <a:lnTo>
                  <a:pt x="1170" y="638"/>
                </a:lnTo>
                <a:lnTo>
                  <a:pt x="1170" y="639"/>
                </a:lnTo>
                <a:lnTo>
                  <a:pt x="1170" y="640"/>
                </a:lnTo>
                <a:lnTo>
                  <a:pt x="1170" y="641"/>
                </a:lnTo>
                <a:lnTo>
                  <a:pt x="1170" y="642"/>
                </a:lnTo>
                <a:lnTo>
                  <a:pt x="1169" y="642"/>
                </a:lnTo>
                <a:lnTo>
                  <a:pt x="1169" y="643"/>
                </a:lnTo>
                <a:lnTo>
                  <a:pt x="1169" y="644"/>
                </a:lnTo>
                <a:lnTo>
                  <a:pt x="1169" y="645"/>
                </a:lnTo>
                <a:lnTo>
                  <a:pt x="1168" y="645"/>
                </a:lnTo>
                <a:lnTo>
                  <a:pt x="1168" y="646"/>
                </a:lnTo>
                <a:lnTo>
                  <a:pt x="1169" y="646"/>
                </a:lnTo>
                <a:lnTo>
                  <a:pt x="1169" y="647"/>
                </a:lnTo>
                <a:lnTo>
                  <a:pt x="1170" y="647"/>
                </a:lnTo>
                <a:lnTo>
                  <a:pt x="1170" y="648"/>
                </a:lnTo>
                <a:lnTo>
                  <a:pt x="1171" y="648"/>
                </a:lnTo>
                <a:lnTo>
                  <a:pt x="1172" y="649"/>
                </a:lnTo>
                <a:lnTo>
                  <a:pt x="1173" y="650"/>
                </a:lnTo>
                <a:lnTo>
                  <a:pt x="1174" y="651"/>
                </a:lnTo>
                <a:lnTo>
                  <a:pt x="1174" y="652"/>
                </a:lnTo>
                <a:lnTo>
                  <a:pt x="1175" y="653"/>
                </a:lnTo>
                <a:lnTo>
                  <a:pt x="1175" y="655"/>
                </a:lnTo>
                <a:lnTo>
                  <a:pt x="1175" y="656"/>
                </a:lnTo>
                <a:lnTo>
                  <a:pt x="1175" y="657"/>
                </a:lnTo>
                <a:lnTo>
                  <a:pt x="1175" y="659"/>
                </a:lnTo>
                <a:lnTo>
                  <a:pt x="1175" y="660"/>
                </a:lnTo>
                <a:lnTo>
                  <a:pt x="1174" y="661"/>
                </a:lnTo>
                <a:lnTo>
                  <a:pt x="1172" y="662"/>
                </a:lnTo>
                <a:lnTo>
                  <a:pt x="1168" y="662"/>
                </a:lnTo>
                <a:lnTo>
                  <a:pt x="1167" y="662"/>
                </a:lnTo>
                <a:lnTo>
                  <a:pt x="1167" y="663"/>
                </a:lnTo>
                <a:lnTo>
                  <a:pt x="1166" y="663"/>
                </a:lnTo>
                <a:lnTo>
                  <a:pt x="1166" y="664"/>
                </a:lnTo>
                <a:lnTo>
                  <a:pt x="1165" y="665"/>
                </a:lnTo>
                <a:lnTo>
                  <a:pt x="1165" y="666"/>
                </a:lnTo>
                <a:lnTo>
                  <a:pt x="1165" y="667"/>
                </a:lnTo>
                <a:lnTo>
                  <a:pt x="1165" y="668"/>
                </a:lnTo>
                <a:lnTo>
                  <a:pt x="1164" y="668"/>
                </a:lnTo>
                <a:lnTo>
                  <a:pt x="1164" y="669"/>
                </a:lnTo>
                <a:lnTo>
                  <a:pt x="1164" y="670"/>
                </a:lnTo>
                <a:lnTo>
                  <a:pt x="1163" y="670"/>
                </a:lnTo>
                <a:lnTo>
                  <a:pt x="1164" y="670"/>
                </a:lnTo>
                <a:lnTo>
                  <a:pt x="1164" y="671"/>
                </a:lnTo>
                <a:lnTo>
                  <a:pt x="1163" y="671"/>
                </a:lnTo>
                <a:lnTo>
                  <a:pt x="1161" y="673"/>
                </a:lnTo>
                <a:lnTo>
                  <a:pt x="1160" y="673"/>
                </a:lnTo>
                <a:lnTo>
                  <a:pt x="1160" y="674"/>
                </a:lnTo>
                <a:lnTo>
                  <a:pt x="1160" y="675"/>
                </a:lnTo>
                <a:lnTo>
                  <a:pt x="1161" y="675"/>
                </a:lnTo>
                <a:lnTo>
                  <a:pt x="1161" y="676"/>
                </a:lnTo>
                <a:lnTo>
                  <a:pt x="1161" y="677"/>
                </a:lnTo>
                <a:lnTo>
                  <a:pt x="1161" y="678"/>
                </a:lnTo>
                <a:lnTo>
                  <a:pt x="1161" y="679"/>
                </a:lnTo>
                <a:lnTo>
                  <a:pt x="1160" y="679"/>
                </a:lnTo>
                <a:lnTo>
                  <a:pt x="1160" y="680"/>
                </a:lnTo>
                <a:lnTo>
                  <a:pt x="1159" y="681"/>
                </a:lnTo>
                <a:lnTo>
                  <a:pt x="1159" y="682"/>
                </a:lnTo>
                <a:lnTo>
                  <a:pt x="1158" y="683"/>
                </a:lnTo>
                <a:lnTo>
                  <a:pt x="1158" y="684"/>
                </a:lnTo>
                <a:lnTo>
                  <a:pt x="1158" y="685"/>
                </a:lnTo>
                <a:lnTo>
                  <a:pt x="1158" y="686"/>
                </a:lnTo>
                <a:lnTo>
                  <a:pt x="1158" y="687"/>
                </a:lnTo>
                <a:lnTo>
                  <a:pt x="1158" y="688"/>
                </a:lnTo>
                <a:lnTo>
                  <a:pt x="1157" y="688"/>
                </a:lnTo>
                <a:lnTo>
                  <a:pt x="1156" y="688"/>
                </a:lnTo>
                <a:lnTo>
                  <a:pt x="1156" y="689"/>
                </a:lnTo>
                <a:lnTo>
                  <a:pt x="1156" y="690"/>
                </a:lnTo>
                <a:lnTo>
                  <a:pt x="1156" y="691"/>
                </a:lnTo>
                <a:lnTo>
                  <a:pt x="1157" y="691"/>
                </a:lnTo>
                <a:lnTo>
                  <a:pt x="1157" y="692"/>
                </a:lnTo>
                <a:lnTo>
                  <a:pt x="1158" y="692"/>
                </a:lnTo>
                <a:lnTo>
                  <a:pt x="1158" y="693"/>
                </a:lnTo>
                <a:lnTo>
                  <a:pt x="1158" y="694"/>
                </a:lnTo>
                <a:lnTo>
                  <a:pt x="1159" y="694"/>
                </a:lnTo>
                <a:lnTo>
                  <a:pt x="1159" y="695"/>
                </a:lnTo>
                <a:lnTo>
                  <a:pt x="1158" y="696"/>
                </a:lnTo>
                <a:lnTo>
                  <a:pt x="1157" y="696"/>
                </a:lnTo>
                <a:lnTo>
                  <a:pt x="1157" y="697"/>
                </a:lnTo>
                <a:lnTo>
                  <a:pt x="1157" y="698"/>
                </a:lnTo>
                <a:lnTo>
                  <a:pt x="1156" y="698"/>
                </a:lnTo>
                <a:lnTo>
                  <a:pt x="1156" y="700"/>
                </a:lnTo>
                <a:lnTo>
                  <a:pt x="1157" y="701"/>
                </a:lnTo>
                <a:lnTo>
                  <a:pt x="1157" y="702"/>
                </a:lnTo>
                <a:lnTo>
                  <a:pt x="1157" y="703"/>
                </a:lnTo>
                <a:lnTo>
                  <a:pt x="1157" y="704"/>
                </a:lnTo>
                <a:lnTo>
                  <a:pt x="1156" y="704"/>
                </a:lnTo>
                <a:lnTo>
                  <a:pt x="1156" y="705"/>
                </a:lnTo>
                <a:lnTo>
                  <a:pt x="1156" y="706"/>
                </a:lnTo>
                <a:lnTo>
                  <a:pt x="1156" y="708"/>
                </a:lnTo>
                <a:lnTo>
                  <a:pt x="1155" y="708"/>
                </a:lnTo>
                <a:lnTo>
                  <a:pt x="1155" y="709"/>
                </a:lnTo>
                <a:lnTo>
                  <a:pt x="1154" y="710"/>
                </a:lnTo>
                <a:lnTo>
                  <a:pt x="1153" y="710"/>
                </a:lnTo>
                <a:lnTo>
                  <a:pt x="1152" y="711"/>
                </a:lnTo>
                <a:lnTo>
                  <a:pt x="1151" y="711"/>
                </a:lnTo>
                <a:lnTo>
                  <a:pt x="1150" y="711"/>
                </a:lnTo>
                <a:lnTo>
                  <a:pt x="1149" y="711"/>
                </a:lnTo>
                <a:lnTo>
                  <a:pt x="1149" y="712"/>
                </a:lnTo>
                <a:lnTo>
                  <a:pt x="1148" y="712"/>
                </a:lnTo>
                <a:lnTo>
                  <a:pt x="1147" y="713"/>
                </a:lnTo>
                <a:lnTo>
                  <a:pt x="1146" y="714"/>
                </a:lnTo>
                <a:lnTo>
                  <a:pt x="1146" y="715"/>
                </a:lnTo>
                <a:lnTo>
                  <a:pt x="1146" y="716"/>
                </a:lnTo>
                <a:lnTo>
                  <a:pt x="1145" y="717"/>
                </a:lnTo>
                <a:lnTo>
                  <a:pt x="1145" y="718"/>
                </a:lnTo>
                <a:lnTo>
                  <a:pt x="1145" y="719"/>
                </a:lnTo>
                <a:lnTo>
                  <a:pt x="1144" y="720"/>
                </a:lnTo>
                <a:lnTo>
                  <a:pt x="1144" y="721"/>
                </a:lnTo>
                <a:lnTo>
                  <a:pt x="1143" y="721"/>
                </a:lnTo>
                <a:lnTo>
                  <a:pt x="1143" y="722"/>
                </a:lnTo>
                <a:lnTo>
                  <a:pt x="1142" y="722"/>
                </a:lnTo>
                <a:lnTo>
                  <a:pt x="1143" y="722"/>
                </a:lnTo>
                <a:lnTo>
                  <a:pt x="1142" y="723"/>
                </a:lnTo>
                <a:lnTo>
                  <a:pt x="1141" y="724"/>
                </a:lnTo>
                <a:lnTo>
                  <a:pt x="1141" y="725"/>
                </a:lnTo>
                <a:lnTo>
                  <a:pt x="1141" y="726"/>
                </a:lnTo>
                <a:lnTo>
                  <a:pt x="1141" y="727"/>
                </a:lnTo>
                <a:lnTo>
                  <a:pt x="1141" y="728"/>
                </a:lnTo>
                <a:lnTo>
                  <a:pt x="1142" y="728"/>
                </a:lnTo>
                <a:lnTo>
                  <a:pt x="1143" y="728"/>
                </a:lnTo>
                <a:lnTo>
                  <a:pt x="1144" y="728"/>
                </a:lnTo>
                <a:lnTo>
                  <a:pt x="1145" y="728"/>
                </a:lnTo>
                <a:lnTo>
                  <a:pt x="1146" y="729"/>
                </a:lnTo>
                <a:lnTo>
                  <a:pt x="1147" y="729"/>
                </a:lnTo>
                <a:lnTo>
                  <a:pt x="1147" y="730"/>
                </a:lnTo>
                <a:lnTo>
                  <a:pt x="1148" y="730"/>
                </a:lnTo>
                <a:lnTo>
                  <a:pt x="1148" y="731"/>
                </a:lnTo>
                <a:lnTo>
                  <a:pt x="1148" y="732"/>
                </a:lnTo>
                <a:lnTo>
                  <a:pt x="1149" y="732"/>
                </a:lnTo>
                <a:lnTo>
                  <a:pt x="1149" y="733"/>
                </a:lnTo>
                <a:lnTo>
                  <a:pt x="1150" y="733"/>
                </a:lnTo>
                <a:lnTo>
                  <a:pt x="1150" y="734"/>
                </a:lnTo>
                <a:lnTo>
                  <a:pt x="1149" y="734"/>
                </a:lnTo>
                <a:lnTo>
                  <a:pt x="1149" y="735"/>
                </a:lnTo>
                <a:lnTo>
                  <a:pt x="1148" y="735"/>
                </a:lnTo>
                <a:lnTo>
                  <a:pt x="1148" y="736"/>
                </a:lnTo>
                <a:lnTo>
                  <a:pt x="1147" y="736"/>
                </a:lnTo>
                <a:lnTo>
                  <a:pt x="1146" y="736"/>
                </a:lnTo>
                <a:lnTo>
                  <a:pt x="1146" y="737"/>
                </a:lnTo>
                <a:lnTo>
                  <a:pt x="1144" y="737"/>
                </a:lnTo>
                <a:lnTo>
                  <a:pt x="1143" y="737"/>
                </a:lnTo>
                <a:lnTo>
                  <a:pt x="1143" y="738"/>
                </a:lnTo>
                <a:lnTo>
                  <a:pt x="1142" y="738"/>
                </a:lnTo>
                <a:lnTo>
                  <a:pt x="1142" y="739"/>
                </a:lnTo>
                <a:lnTo>
                  <a:pt x="1143" y="740"/>
                </a:lnTo>
                <a:lnTo>
                  <a:pt x="1144" y="740"/>
                </a:lnTo>
                <a:lnTo>
                  <a:pt x="1145" y="740"/>
                </a:lnTo>
                <a:lnTo>
                  <a:pt x="1146" y="740"/>
                </a:lnTo>
                <a:lnTo>
                  <a:pt x="1147" y="740"/>
                </a:lnTo>
                <a:lnTo>
                  <a:pt x="1147" y="741"/>
                </a:lnTo>
                <a:lnTo>
                  <a:pt x="1147" y="742"/>
                </a:lnTo>
                <a:lnTo>
                  <a:pt x="1146" y="742"/>
                </a:lnTo>
                <a:lnTo>
                  <a:pt x="1146" y="743"/>
                </a:lnTo>
                <a:lnTo>
                  <a:pt x="1146" y="744"/>
                </a:lnTo>
                <a:lnTo>
                  <a:pt x="1147" y="745"/>
                </a:lnTo>
                <a:lnTo>
                  <a:pt x="1147" y="746"/>
                </a:lnTo>
                <a:lnTo>
                  <a:pt x="1147" y="747"/>
                </a:lnTo>
                <a:lnTo>
                  <a:pt x="1146" y="748"/>
                </a:lnTo>
                <a:lnTo>
                  <a:pt x="1145" y="748"/>
                </a:lnTo>
                <a:lnTo>
                  <a:pt x="1145" y="749"/>
                </a:lnTo>
                <a:lnTo>
                  <a:pt x="1144" y="749"/>
                </a:lnTo>
                <a:lnTo>
                  <a:pt x="1144" y="748"/>
                </a:lnTo>
                <a:lnTo>
                  <a:pt x="1143" y="748"/>
                </a:lnTo>
                <a:lnTo>
                  <a:pt x="1142" y="748"/>
                </a:lnTo>
                <a:lnTo>
                  <a:pt x="1142" y="749"/>
                </a:lnTo>
                <a:lnTo>
                  <a:pt x="1143" y="749"/>
                </a:lnTo>
                <a:lnTo>
                  <a:pt x="1143" y="750"/>
                </a:lnTo>
                <a:lnTo>
                  <a:pt x="1143" y="751"/>
                </a:lnTo>
                <a:lnTo>
                  <a:pt x="1142" y="751"/>
                </a:lnTo>
                <a:lnTo>
                  <a:pt x="1142" y="752"/>
                </a:lnTo>
                <a:lnTo>
                  <a:pt x="1141" y="752"/>
                </a:lnTo>
                <a:lnTo>
                  <a:pt x="1141" y="753"/>
                </a:lnTo>
                <a:lnTo>
                  <a:pt x="1140" y="753"/>
                </a:lnTo>
                <a:lnTo>
                  <a:pt x="1139" y="753"/>
                </a:lnTo>
                <a:lnTo>
                  <a:pt x="1139" y="752"/>
                </a:lnTo>
                <a:lnTo>
                  <a:pt x="1139" y="751"/>
                </a:lnTo>
                <a:lnTo>
                  <a:pt x="1138" y="751"/>
                </a:lnTo>
                <a:lnTo>
                  <a:pt x="1138" y="750"/>
                </a:lnTo>
                <a:lnTo>
                  <a:pt x="1137" y="750"/>
                </a:lnTo>
                <a:lnTo>
                  <a:pt x="1137" y="751"/>
                </a:lnTo>
                <a:lnTo>
                  <a:pt x="1136" y="751"/>
                </a:lnTo>
                <a:lnTo>
                  <a:pt x="1136" y="753"/>
                </a:lnTo>
                <a:lnTo>
                  <a:pt x="1136" y="754"/>
                </a:lnTo>
                <a:lnTo>
                  <a:pt x="1135" y="754"/>
                </a:lnTo>
                <a:lnTo>
                  <a:pt x="1135" y="755"/>
                </a:lnTo>
                <a:lnTo>
                  <a:pt x="1134" y="755"/>
                </a:lnTo>
                <a:lnTo>
                  <a:pt x="1133" y="756"/>
                </a:lnTo>
                <a:lnTo>
                  <a:pt x="1132" y="756"/>
                </a:lnTo>
                <a:lnTo>
                  <a:pt x="1132" y="757"/>
                </a:lnTo>
                <a:lnTo>
                  <a:pt x="1131" y="757"/>
                </a:lnTo>
                <a:lnTo>
                  <a:pt x="1130" y="757"/>
                </a:lnTo>
                <a:lnTo>
                  <a:pt x="1129" y="757"/>
                </a:lnTo>
                <a:lnTo>
                  <a:pt x="1128" y="757"/>
                </a:lnTo>
                <a:lnTo>
                  <a:pt x="1127" y="757"/>
                </a:lnTo>
                <a:lnTo>
                  <a:pt x="1127" y="758"/>
                </a:lnTo>
                <a:lnTo>
                  <a:pt x="1126" y="758"/>
                </a:lnTo>
                <a:lnTo>
                  <a:pt x="1126" y="759"/>
                </a:lnTo>
                <a:lnTo>
                  <a:pt x="1126" y="760"/>
                </a:lnTo>
                <a:lnTo>
                  <a:pt x="1127" y="761"/>
                </a:lnTo>
                <a:lnTo>
                  <a:pt x="1127" y="762"/>
                </a:lnTo>
                <a:lnTo>
                  <a:pt x="1127" y="763"/>
                </a:lnTo>
                <a:lnTo>
                  <a:pt x="1128" y="763"/>
                </a:lnTo>
                <a:lnTo>
                  <a:pt x="1128" y="764"/>
                </a:lnTo>
                <a:lnTo>
                  <a:pt x="1129" y="764"/>
                </a:lnTo>
                <a:lnTo>
                  <a:pt x="1130" y="765"/>
                </a:lnTo>
                <a:lnTo>
                  <a:pt x="1130" y="766"/>
                </a:lnTo>
                <a:lnTo>
                  <a:pt x="1131" y="766"/>
                </a:lnTo>
                <a:lnTo>
                  <a:pt x="1131" y="767"/>
                </a:lnTo>
                <a:lnTo>
                  <a:pt x="1131" y="768"/>
                </a:lnTo>
                <a:lnTo>
                  <a:pt x="1130" y="769"/>
                </a:lnTo>
                <a:lnTo>
                  <a:pt x="1130" y="770"/>
                </a:lnTo>
                <a:lnTo>
                  <a:pt x="1129" y="771"/>
                </a:lnTo>
                <a:lnTo>
                  <a:pt x="1128" y="772"/>
                </a:lnTo>
                <a:lnTo>
                  <a:pt x="1127" y="772"/>
                </a:lnTo>
                <a:lnTo>
                  <a:pt x="1127" y="773"/>
                </a:lnTo>
                <a:lnTo>
                  <a:pt x="1126" y="774"/>
                </a:lnTo>
                <a:lnTo>
                  <a:pt x="1126" y="775"/>
                </a:lnTo>
                <a:lnTo>
                  <a:pt x="1125" y="775"/>
                </a:lnTo>
                <a:lnTo>
                  <a:pt x="1125" y="776"/>
                </a:lnTo>
                <a:lnTo>
                  <a:pt x="1125" y="777"/>
                </a:lnTo>
                <a:lnTo>
                  <a:pt x="1126" y="777"/>
                </a:lnTo>
                <a:lnTo>
                  <a:pt x="1125" y="777"/>
                </a:lnTo>
                <a:lnTo>
                  <a:pt x="1126" y="778"/>
                </a:lnTo>
                <a:lnTo>
                  <a:pt x="1125" y="778"/>
                </a:lnTo>
                <a:lnTo>
                  <a:pt x="1125" y="779"/>
                </a:lnTo>
                <a:lnTo>
                  <a:pt x="1125" y="780"/>
                </a:lnTo>
                <a:lnTo>
                  <a:pt x="1124" y="780"/>
                </a:lnTo>
                <a:lnTo>
                  <a:pt x="1123" y="780"/>
                </a:lnTo>
                <a:lnTo>
                  <a:pt x="1123" y="779"/>
                </a:lnTo>
                <a:lnTo>
                  <a:pt x="1122" y="779"/>
                </a:lnTo>
                <a:lnTo>
                  <a:pt x="1121" y="779"/>
                </a:lnTo>
                <a:lnTo>
                  <a:pt x="1121" y="780"/>
                </a:lnTo>
                <a:lnTo>
                  <a:pt x="1120" y="780"/>
                </a:lnTo>
                <a:lnTo>
                  <a:pt x="1119" y="780"/>
                </a:lnTo>
                <a:lnTo>
                  <a:pt x="1119" y="781"/>
                </a:lnTo>
                <a:lnTo>
                  <a:pt x="1119" y="782"/>
                </a:lnTo>
                <a:lnTo>
                  <a:pt x="1120" y="783"/>
                </a:lnTo>
                <a:lnTo>
                  <a:pt x="1120" y="784"/>
                </a:lnTo>
                <a:lnTo>
                  <a:pt x="1119" y="784"/>
                </a:lnTo>
                <a:lnTo>
                  <a:pt x="1119" y="785"/>
                </a:lnTo>
                <a:lnTo>
                  <a:pt x="1118" y="785"/>
                </a:lnTo>
                <a:lnTo>
                  <a:pt x="1118" y="786"/>
                </a:lnTo>
                <a:lnTo>
                  <a:pt x="1117" y="786"/>
                </a:lnTo>
                <a:lnTo>
                  <a:pt x="1118" y="786"/>
                </a:lnTo>
                <a:lnTo>
                  <a:pt x="1118" y="787"/>
                </a:lnTo>
                <a:lnTo>
                  <a:pt x="1117" y="787"/>
                </a:lnTo>
                <a:lnTo>
                  <a:pt x="1117" y="788"/>
                </a:lnTo>
                <a:lnTo>
                  <a:pt x="1116" y="787"/>
                </a:lnTo>
                <a:lnTo>
                  <a:pt x="1115" y="787"/>
                </a:lnTo>
                <a:lnTo>
                  <a:pt x="1115" y="786"/>
                </a:lnTo>
                <a:lnTo>
                  <a:pt x="1114" y="785"/>
                </a:lnTo>
                <a:lnTo>
                  <a:pt x="1113" y="785"/>
                </a:lnTo>
                <a:lnTo>
                  <a:pt x="1113" y="784"/>
                </a:lnTo>
                <a:lnTo>
                  <a:pt x="1112" y="784"/>
                </a:lnTo>
                <a:lnTo>
                  <a:pt x="1112" y="785"/>
                </a:lnTo>
                <a:lnTo>
                  <a:pt x="1111" y="785"/>
                </a:lnTo>
                <a:lnTo>
                  <a:pt x="1110" y="785"/>
                </a:lnTo>
                <a:lnTo>
                  <a:pt x="1110" y="786"/>
                </a:lnTo>
                <a:lnTo>
                  <a:pt x="1110" y="787"/>
                </a:lnTo>
                <a:lnTo>
                  <a:pt x="1110" y="788"/>
                </a:lnTo>
                <a:lnTo>
                  <a:pt x="1109" y="788"/>
                </a:lnTo>
                <a:lnTo>
                  <a:pt x="1109" y="787"/>
                </a:lnTo>
                <a:lnTo>
                  <a:pt x="1109" y="788"/>
                </a:lnTo>
                <a:lnTo>
                  <a:pt x="1108" y="788"/>
                </a:lnTo>
                <a:lnTo>
                  <a:pt x="1108" y="789"/>
                </a:lnTo>
                <a:lnTo>
                  <a:pt x="1108" y="790"/>
                </a:lnTo>
                <a:lnTo>
                  <a:pt x="1109" y="790"/>
                </a:lnTo>
                <a:lnTo>
                  <a:pt x="1109" y="791"/>
                </a:lnTo>
                <a:lnTo>
                  <a:pt x="1108" y="791"/>
                </a:lnTo>
                <a:lnTo>
                  <a:pt x="1107" y="791"/>
                </a:lnTo>
                <a:lnTo>
                  <a:pt x="1107" y="790"/>
                </a:lnTo>
                <a:lnTo>
                  <a:pt x="1107" y="791"/>
                </a:lnTo>
                <a:lnTo>
                  <a:pt x="1106" y="791"/>
                </a:lnTo>
                <a:lnTo>
                  <a:pt x="1106" y="792"/>
                </a:lnTo>
                <a:lnTo>
                  <a:pt x="1107" y="792"/>
                </a:lnTo>
                <a:lnTo>
                  <a:pt x="1106" y="794"/>
                </a:lnTo>
                <a:lnTo>
                  <a:pt x="1106" y="795"/>
                </a:lnTo>
                <a:lnTo>
                  <a:pt x="1106" y="796"/>
                </a:lnTo>
                <a:lnTo>
                  <a:pt x="1107" y="796"/>
                </a:lnTo>
                <a:lnTo>
                  <a:pt x="1108" y="796"/>
                </a:lnTo>
                <a:lnTo>
                  <a:pt x="1109" y="796"/>
                </a:lnTo>
                <a:lnTo>
                  <a:pt x="1109" y="797"/>
                </a:lnTo>
                <a:lnTo>
                  <a:pt x="1110" y="797"/>
                </a:lnTo>
                <a:lnTo>
                  <a:pt x="1110" y="798"/>
                </a:lnTo>
                <a:lnTo>
                  <a:pt x="1109" y="798"/>
                </a:lnTo>
                <a:lnTo>
                  <a:pt x="1108" y="798"/>
                </a:lnTo>
                <a:lnTo>
                  <a:pt x="1108" y="797"/>
                </a:lnTo>
                <a:lnTo>
                  <a:pt x="1107" y="797"/>
                </a:lnTo>
                <a:lnTo>
                  <a:pt x="1106" y="798"/>
                </a:lnTo>
                <a:lnTo>
                  <a:pt x="1107" y="798"/>
                </a:lnTo>
                <a:lnTo>
                  <a:pt x="1107" y="799"/>
                </a:lnTo>
                <a:lnTo>
                  <a:pt x="1106" y="799"/>
                </a:lnTo>
                <a:lnTo>
                  <a:pt x="1106" y="800"/>
                </a:lnTo>
                <a:lnTo>
                  <a:pt x="1107" y="800"/>
                </a:lnTo>
                <a:lnTo>
                  <a:pt x="1107" y="801"/>
                </a:lnTo>
                <a:lnTo>
                  <a:pt x="1108" y="801"/>
                </a:lnTo>
                <a:lnTo>
                  <a:pt x="1108" y="802"/>
                </a:lnTo>
                <a:lnTo>
                  <a:pt x="1107" y="802"/>
                </a:lnTo>
                <a:lnTo>
                  <a:pt x="1106" y="802"/>
                </a:lnTo>
                <a:lnTo>
                  <a:pt x="1105" y="802"/>
                </a:lnTo>
                <a:lnTo>
                  <a:pt x="1105" y="803"/>
                </a:lnTo>
                <a:lnTo>
                  <a:pt x="1104" y="803"/>
                </a:lnTo>
                <a:lnTo>
                  <a:pt x="1104" y="804"/>
                </a:lnTo>
                <a:lnTo>
                  <a:pt x="1104" y="805"/>
                </a:lnTo>
                <a:lnTo>
                  <a:pt x="1103" y="805"/>
                </a:lnTo>
                <a:lnTo>
                  <a:pt x="1103" y="806"/>
                </a:lnTo>
                <a:lnTo>
                  <a:pt x="1104" y="806"/>
                </a:lnTo>
                <a:lnTo>
                  <a:pt x="1104" y="805"/>
                </a:lnTo>
                <a:lnTo>
                  <a:pt x="1105" y="805"/>
                </a:lnTo>
                <a:lnTo>
                  <a:pt x="1105" y="806"/>
                </a:lnTo>
                <a:lnTo>
                  <a:pt x="1106" y="806"/>
                </a:lnTo>
                <a:lnTo>
                  <a:pt x="1106" y="807"/>
                </a:lnTo>
                <a:lnTo>
                  <a:pt x="1106" y="806"/>
                </a:lnTo>
                <a:lnTo>
                  <a:pt x="1107" y="806"/>
                </a:lnTo>
                <a:lnTo>
                  <a:pt x="1108" y="806"/>
                </a:lnTo>
                <a:lnTo>
                  <a:pt x="1108" y="807"/>
                </a:lnTo>
                <a:lnTo>
                  <a:pt x="1107" y="807"/>
                </a:lnTo>
                <a:lnTo>
                  <a:pt x="1107" y="808"/>
                </a:lnTo>
                <a:lnTo>
                  <a:pt x="1108" y="808"/>
                </a:lnTo>
                <a:lnTo>
                  <a:pt x="1108" y="809"/>
                </a:lnTo>
                <a:lnTo>
                  <a:pt x="1108" y="810"/>
                </a:lnTo>
                <a:lnTo>
                  <a:pt x="1107" y="810"/>
                </a:lnTo>
                <a:lnTo>
                  <a:pt x="1106" y="810"/>
                </a:lnTo>
                <a:lnTo>
                  <a:pt x="1105" y="810"/>
                </a:lnTo>
                <a:lnTo>
                  <a:pt x="1104" y="811"/>
                </a:lnTo>
                <a:lnTo>
                  <a:pt x="1104" y="812"/>
                </a:lnTo>
                <a:lnTo>
                  <a:pt x="1105" y="812"/>
                </a:lnTo>
                <a:lnTo>
                  <a:pt x="1106" y="812"/>
                </a:lnTo>
                <a:lnTo>
                  <a:pt x="1106" y="813"/>
                </a:lnTo>
                <a:lnTo>
                  <a:pt x="1107" y="813"/>
                </a:lnTo>
                <a:lnTo>
                  <a:pt x="1107" y="814"/>
                </a:lnTo>
                <a:lnTo>
                  <a:pt x="1106" y="814"/>
                </a:lnTo>
                <a:lnTo>
                  <a:pt x="1105" y="814"/>
                </a:lnTo>
                <a:lnTo>
                  <a:pt x="1105" y="813"/>
                </a:lnTo>
                <a:lnTo>
                  <a:pt x="1104" y="813"/>
                </a:lnTo>
                <a:lnTo>
                  <a:pt x="1103" y="813"/>
                </a:lnTo>
                <a:lnTo>
                  <a:pt x="1103" y="814"/>
                </a:lnTo>
                <a:lnTo>
                  <a:pt x="1103" y="815"/>
                </a:lnTo>
                <a:lnTo>
                  <a:pt x="1102" y="815"/>
                </a:lnTo>
                <a:lnTo>
                  <a:pt x="1102" y="814"/>
                </a:lnTo>
                <a:lnTo>
                  <a:pt x="1101" y="814"/>
                </a:lnTo>
                <a:lnTo>
                  <a:pt x="1102" y="814"/>
                </a:lnTo>
                <a:lnTo>
                  <a:pt x="1102" y="815"/>
                </a:lnTo>
                <a:lnTo>
                  <a:pt x="1101" y="816"/>
                </a:lnTo>
                <a:lnTo>
                  <a:pt x="1101" y="817"/>
                </a:lnTo>
                <a:lnTo>
                  <a:pt x="1102" y="817"/>
                </a:lnTo>
                <a:lnTo>
                  <a:pt x="1102" y="818"/>
                </a:lnTo>
                <a:lnTo>
                  <a:pt x="1102" y="819"/>
                </a:lnTo>
                <a:lnTo>
                  <a:pt x="1101" y="819"/>
                </a:lnTo>
                <a:lnTo>
                  <a:pt x="1100" y="819"/>
                </a:lnTo>
                <a:lnTo>
                  <a:pt x="1100" y="818"/>
                </a:lnTo>
                <a:lnTo>
                  <a:pt x="1099" y="818"/>
                </a:lnTo>
                <a:lnTo>
                  <a:pt x="1099" y="819"/>
                </a:lnTo>
                <a:lnTo>
                  <a:pt x="1098" y="819"/>
                </a:lnTo>
                <a:lnTo>
                  <a:pt x="1098" y="818"/>
                </a:lnTo>
                <a:lnTo>
                  <a:pt x="1097" y="818"/>
                </a:lnTo>
                <a:lnTo>
                  <a:pt x="1098" y="819"/>
                </a:lnTo>
                <a:lnTo>
                  <a:pt x="1097" y="819"/>
                </a:lnTo>
                <a:lnTo>
                  <a:pt x="1096" y="820"/>
                </a:lnTo>
                <a:lnTo>
                  <a:pt x="1096" y="819"/>
                </a:lnTo>
                <a:lnTo>
                  <a:pt x="1095" y="819"/>
                </a:lnTo>
                <a:lnTo>
                  <a:pt x="1096" y="819"/>
                </a:lnTo>
                <a:lnTo>
                  <a:pt x="1096" y="820"/>
                </a:lnTo>
                <a:lnTo>
                  <a:pt x="1095" y="820"/>
                </a:lnTo>
                <a:lnTo>
                  <a:pt x="1095" y="821"/>
                </a:lnTo>
                <a:lnTo>
                  <a:pt x="1095" y="820"/>
                </a:lnTo>
                <a:lnTo>
                  <a:pt x="1094" y="820"/>
                </a:lnTo>
                <a:lnTo>
                  <a:pt x="1094" y="821"/>
                </a:lnTo>
                <a:lnTo>
                  <a:pt x="1093" y="821"/>
                </a:lnTo>
                <a:lnTo>
                  <a:pt x="1092" y="821"/>
                </a:lnTo>
                <a:lnTo>
                  <a:pt x="1093" y="821"/>
                </a:lnTo>
                <a:lnTo>
                  <a:pt x="1092" y="821"/>
                </a:lnTo>
                <a:lnTo>
                  <a:pt x="1092" y="822"/>
                </a:lnTo>
                <a:lnTo>
                  <a:pt x="1091" y="822"/>
                </a:lnTo>
                <a:lnTo>
                  <a:pt x="1090" y="822"/>
                </a:lnTo>
                <a:lnTo>
                  <a:pt x="1091" y="822"/>
                </a:lnTo>
                <a:lnTo>
                  <a:pt x="1090" y="822"/>
                </a:lnTo>
                <a:lnTo>
                  <a:pt x="1089" y="822"/>
                </a:lnTo>
                <a:lnTo>
                  <a:pt x="1089" y="823"/>
                </a:lnTo>
                <a:lnTo>
                  <a:pt x="1088" y="823"/>
                </a:lnTo>
                <a:lnTo>
                  <a:pt x="1087" y="823"/>
                </a:lnTo>
                <a:lnTo>
                  <a:pt x="1087" y="824"/>
                </a:lnTo>
                <a:lnTo>
                  <a:pt x="1086" y="825"/>
                </a:lnTo>
                <a:lnTo>
                  <a:pt x="1086" y="824"/>
                </a:lnTo>
                <a:lnTo>
                  <a:pt x="1086" y="825"/>
                </a:lnTo>
                <a:lnTo>
                  <a:pt x="1086" y="824"/>
                </a:lnTo>
                <a:lnTo>
                  <a:pt x="1085" y="824"/>
                </a:lnTo>
                <a:lnTo>
                  <a:pt x="1085" y="825"/>
                </a:lnTo>
                <a:lnTo>
                  <a:pt x="1084" y="825"/>
                </a:lnTo>
                <a:lnTo>
                  <a:pt x="1083" y="825"/>
                </a:lnTo>
                <a:lnTo>
                  <a:pt x="1082" y="825"/>
                </a:lnTo>
                <a:lnTo>
                  <a:pt x="1083" y="825"/>
                </a:lnTo>
                <a:lnTo>
                  <a:pt x="1083" y="826"/>
                </a:lnTo>
                <a:lnTo>
                  <a:pt x="1082" y="826"/>
                </a:lnTo>
                <a:lnTo>
                  <a:pt x="1081" y="826"/>
                </a:lnTo>
                <a:lnTo>
                  <a:pt x="1081" y="827"/>
                </a:lnTo>
                <a:lnTo>
                  <a:pt x="1081" y="826"/>
                </a:lnTo>
                <a:lnTo>
                  <a:pt x="1082" y="826"/>
                </a:lnTo>
                <a:lnTo>
                  <a:pt x="1082" y="827"/>
                </a:lnTo>
                <a:lnTo>
                  <a:pt x="1081" y="827"/>
                </a:lnTo>
                <a:lnTo>
                  <a:pt x="1081" y="828"/>
                </a:lnTo>
                <a:lnTo>
                  <a:pt x="1080" y="828"/>
                </a:lnTo>
                <a:lnTo>
                  <a:pt x="1080" y="829"/>
                </a:lnTo>
                <a:lnTo>
                  <a:pt x="1081" y="829"/>
                </a:lnTo>
                <a:lnTo>
                  <a:pt x="1080" y="829"/>
                </a:lnTo>
                <a:lnTo>
                  <a:pt x="1079" y="829"/>
                </a:lnTo>
                <a:lnTo>
                  <a:pt x="1079" y="830"/>
                </a:lnTo>
                <a:lnTo>
                  <a:pt x="1080" y="830"/>
                </a:lnTo>
                <a:lnTo>
                  <a:pt x="1080" y="831"/>
                </a:lnTo>
                <a:lnTo>
                  <a:pt x="1079" y="830"/>
                </a:lnTo>
                <a:lnTo>
                  <a:pt x="1079" y="831"/>
                </a:lnTo>
                <a:lnTo>
                  <a:pt x="1078" y="832"/>
                </a:lnTo>
                <a:lnTo>
                  <a:pt x="1079" y="832"/>
                </a:lnTo>
                <a:lnTo>
                  <a:pt x="1080" y="832"/>
                </a:lnTo>
                <a:lnTo>
                  <a:pt x="1079" y="832"/>
                </a:lnTo>
                <a:lnTo>
                  <a:pt x="1079" y="833"/>
                </a:lnTo>
                <a:lnTo>
                  <a:pt x="1078" y="833"/>
                </a:lnTo>
                <a:lnTo>
                  <a:pt x="1077" y="833"/>
                </a:lnTo>
                <a:lnTo>
                  <a:pt x="1078" y="833"/>
                </a:lnTo>
                <a:lnTo>
                  <a:pt x="1077" y="833"/>
                </a:lnTo>
                <a:lnTo>
                  <a:pt x="1077" y="834"/>
                </a:lnTo>
                <a:lnTo>
                  <a:pt x="1077" y="835"/>
                </a:lnTo>
                <a:lnTo>
                  <a:pt x="1077" y="836"/>
                </a:lnTo>
                <a:lnTo>
                  <a:pt x="1076" y="836"/>
                </a:lnTo>
                <a:lnTo>
                  <a:pt x="1077" y="836"/>
                </a:lnTo>
                <a:lnTo>
                  <a:pt x="1077" y="837"/>
                </a:lnTo>
                <a:lnTo>
                  <a:pt x="1078" y="837"/>
                </a:lnTo>
                <a:lnTo>
                  <a:pt x="1077" y="837"/>
                </a:lnTo>
                <a:lnTo>
                  <a:pt x="1076" y="838"/>
                </a:lnTo>
                <a:lnTo>
                  <a:pt x="1077" y="838"/>
                </a:lnTo>
                <a:lnTo>
                  <a:pt x="1077" y="839"/>
                </a:lnTo>
                <a:lnTo>
                  <a:pt x="1077" y="840"/>
                </a:lnTo>
                <a:lnTo>
                  <a:pt x="1076" y="839"/>
                </a:lnTo>
                <a:lnTo>
                  <a:pt x="1076" y="840"/>
                </a:lnTo>
                <a:lnTo>
                  <a:pt x="1075" y="840"/>
                </a:lnTo>
                <a:lnTo>
                  <a:pt x="1075" y="841"/>
                </a:lnTo>
                <a:lnTo>
                  <a:pt x="1076" y="841"/>
                </a:lnTo>
                <a:lnTo>
                  <a:pt x="1075" y="841"/>
                </a:lnTo>
                <a:lnTo>
                  <a:pt x="1075" y="842"/>
                </a:lnTo>
                <a:lnTo>
                  <a:pt x="1076" y="842"/>
                </a:lnTo>
                <a:lnTo>
                  <a:pt x="1076" y="843"/>
                </a:lnTo>
                <a:lnTo>
                  <a:pt x="1075" y="843"/>
                </a:lnTo>
                <a:lnTo>
                  <a:pt x="1075" y="844"/>
                </a:lnTo>
                <a:lnTo>
                  <a:pt x="1074" y="844"/>
                </a:lnTo>
                <a:lnTo>
                  <a:pt x="1074" y="845"/>
                </a:lnTo>
                <a:lnTo>
                  <a:pt x="1075" y="845"/>
                </a:lnTo>
                <a:lnTo>
                  <a:pt x="1075" y="846"/>
                </a:lnTo>
                <a:lnTo>
                  <a:pt x="1074" y="846"/>
                </a:lnTo>
                <a:lnTo>
                  <a:pt x="1073" y="846"/>
                </a:lnTo>
                <a:lnTo>
                  <a:pt x="1074" y="846"/>
                </a:lnTo>
                <a:lnTo>
                  <a:pt x="1074" y="847"/>
                </a:lnTo>
                <a:lnTo>
                  <a:pt x="1073" y="847"/>
                </a:lnTo>
                <a:lnTo>
                  <a:pt x="1073" y="848"/>
                </a:lnTo>
                <a:lnTo>
                  <a:pt x="1073" y="847"/>
                </a:lnTo>
                <a:lnTo>
                  <a:pt x="1074" y="847"/>
                </a:lnTo>
                <a:lnTo>
                  <a:pt x="1074" y="848"/>
                </a:lnTo>
                <a:lnTo>
                  <a:pt x="1073" y="848"/>
                </a:lnTo>
                <a:lnTo>
                  <a:pt x="1073" y="849"/>
                </a:lnTo>
                <a:lnTo>
                  <a:pt x="1074" y="849"/>
                </a:lnTo>
                <a:lnTo>
                  <a:pt x="1073" y="849"/>
                </a:lnTo>
                <a:lnTo>
                  <a:pt x="1073" y="850"/>
                </a:lnTo>
                <a:lnTo>
                  <a:pt x="1073" y="849"/>
                </a:lnTo>
                <a:lnTo>
                  <a:pt x="1074" y="849"/>
                </a:lnTo>
                <a:lnTo>
                  <a:pt x="1074" y="850"/>
                </a:lnTo>
                <a:lnTo>
                  <a:pt x="1073" y="850"/>
                </a:lnTo>
                <a:lnTo>
                  <a:pt x="1073" y="851"/>
                </a:lnTo>
                <a:lnTo>
                  <a:pt x="1072" y="851"/>
                </a:lnTo>
                <a:lnTo>
                  <a:pt x="1073" y="852"/>
                </a:lnTo>
                <a:lnTo>
                  <a:pt x="1073" y="851"/>
                </a:lnTo>
                <a:lnTo>
                  <a:pt x="1074" y="851"/>
                </a:lnTo>
                <a:lnTo>
                  <a:pt x="1074" y="852"/>
                </a:lnTo>
                <a:lnTo>
                  <a:pt x="1073" y="852"/>
                </a:lnTo>
                <a:lnTo>
                  <a:pt x="1074" y="852"/>
                </a:lnTo>
                <a:lnTo>
                  <a:pt x="1073" y="852"/>
                </a:lnTo>
                <a:lnTo>
                  <a:pt x="1072" y="852"/>
                </a:lnTo>
                <a:lnTo>
                  <a:pt x="1073" y="852"/>
                </a:lnTo>
                <a:lnTo>
                  <a:pt x="1073" y="853"/>
                </a:lnTo>
                <a:lnTo>
                  <a:pt x="1074" y="853"/>
                </a:lnTo>
                <a:lnTo>
                  <a:pt x="1073" y="853"/>
                </a:lnTo>
                <a:lnTo>
                  <a:pt x="1074" y="853"/>
                </a:lnTo>
                <a:lnTo>
                  <a:pt x="1074" y="854"/>
                </a:lnTo>
                <a:lnTo>
                  <a:pt x="1074" y="853"/>
                </a:lnTo>
                <a:lnTo>
                  <a:pt x="1074" y="854"/>
                </a:lnTo>
                <a:lnTo>
                  <a:pt x="1075" y="854"/>
                </a:lnTo>
                <a:lnTo>
                  <a:pt x="1074" y="854"/>
                </a:lnTo>
                <a:lnTo>
                  <a:pt x="1075" y="854"/>
                </a:lnTo>
                <a:lnTo>
                  <a:pt x="1075" y="855"/>
                </a:lnTo>
                <a:lnTo>
                  <a:pt x="1075" y="856"/>
                </a:lnTo>
                <a:lnTo>
                  <a:pt x="1076" y="856"/>
                </a:lnTo>
                <a:lnTo>
                  <a:pt x="1075" y="856"/>
                </a:lnTo>
                <a:lnTo>
                  <a:pt x="1076" y="856"/>
                </a:lnTo>
                <a:lnTo>
                  <a:pt x="1076" y="857"/>
                </a:lnTo>
                <a:lnTo>
                  <a:pt x="1075" y="857"/>
                </a:lnTo>
                <a:lnTo>
                  <a:pt x="1076" y="857"/>
                </a:lnTo>
                <a:lnTo>
                  <a:pt x="1076" y="858"/>
                </a:lnTo>
                <a:lnTo>
                  <a:pt x="1076" y="859"/>
                </a:lnTo>
                <a:lnTo>
                  <a:pt x="1076" y="860"/>
                </a:lnTo>
                <a:lnTo>
                  <a:pt x="1076" y="861"/>
                </a:lnTo>
                <a:lnTo>
                  <a:pt x="1076" y="862"/>
                </a:lnTo>
                <a:lnTo>
                  <a:pt x="1077" y="862"/>
                </a:lnTo>
                <a:lnTo>
                  <a:pt x="1076" y="862"/>
                </a:lnTo>
                <a:lnTo>
                  <a:pt x="1076" y="863"/>
                </a:lnTo>
                <a:lnTo>
                  <a:pt x="1075" y="863"/>
                </a:lnTo>
                <a:lnTo>
                  <a:pt x="1076" y="863"/>
                </a:lnTo>
                <a:lnTo>
                  <a:pt x="1076" y="864"/>
                </a:lnTo>
                <a:lnTo>
                  <a:pt x="1076" y="863"/>
                </a:lnTo>
                <a:lnTo>
                  <a:pt x="1077" y="863"/>
                </a:lnTo>
                <a:lnTo>
                  <a:pt x="1076" y="863"/>
                </a:lnTo>
                <a:lnTo>
                  <a:pt x="1076" y="864"/>
                </a:lnTo>
                <a:lnTo>
                  <a:pt x="1076" y="863"/>
                </a:lnTo>
                <a:lnTo>
                  <a:pt x="1077" y="863"/>
                </a:lnTo>
                <a:lnTo>
                  <a:pt x="1077" y="864"/>
                </a:lnTo>
                <a:lnTo>
                  <a:pt x="1076" y="864"/>
                </a:lnTo>
                <a:lnTo>
                  <a:pt x="1077" y="864"/>
                </a:lnTo>
                <a:lnTo>
                  <a:pt x="1076" y="864"/>
                </a:lnTo>
                <a:lnTo>
                  <a:pt x="1076" y="865"/>
                </a:lnTo>
                <a:lnTo>
                  <a:pt x="1076" y="864"/>
                </a:lnTo>
                <a:lnTo>
                  <a:pt x="1075" y="864"/>
                </a:lnTo>
                <a:lnTo>
                  <a:pt x="1074" y="864"/>
                </a:lnTo>
                <a:lnTo>
                  <a:pt x="1075" y="864"/>
                </a:lnTo>
                <a:lnTo>
                  <a:pt x="1075" y="865"/>
                </a:lnTo>
                <a:lnTo>
                  <a:pt x="1074" y="865"/>
                </a:lnTo>
                <a:lnTo>
                  <a:pt x="1073" y="865"/>
                </a:lnTo>
                <a:lnTo>
                  <a:pt x="1074" y="865"/>
                </a:lnTo>
                <a:lnTo>
                  <a:pt x="1074" y="866"/>
                </a:lnTo>
                <a:lnTo>
                  <a:pt x="1073" y="866"/>
                </a:lnTo>
                <a:lnTo>
                  <a:pt x="1073" y="865"/>
                </a:lnTo>
                <a:lnTo>
                  <a:pt x="1073" y="866"/>
                </a:lnTo>
                <a:lnTo>
                  <a:pt x="1073" y="867"/>
                </a:lnTo>
                <a:lnTo>
                  <a:pt x="1073" y="866"/>
                </a:lnTo>
                <a:lnTo>
                  <a:pt x="1072" y="866"/>
                </a:lnTo>
                <a:lnTo>
                  <a:pt x="1072" y="867"/>
                </a:lnTo>
                <a:lnTo>
                  <a:pt x="1071" y="867"/>
                </a:lnTo>
                <a:lnTo>
                  <a:pt x="1071" y="868"/>
                </a:lnTo>
                <a:lnTo>
                  <a:pt x="1071" y="867"/>
                </a:lnTo>
                <a:lnTo>
                  <a:pt x="1070" y="867"/>
                </a:lnTo>
                <a:lnTo>
                  <a:pt x="1070" y="868"/>
                </a:lnTo>
                <a:lnTo>
                  <a:pt x="1070" y="869"/>
                </a:lnTo>
                <a:lnTo>
                  <a:pt x="1070" y="868"/>
                </a:lnTo>
                <a:lnTo>
                  <a:pt x="1069" y="868"/>
                </a:lnTo>
                <a:lnTo>
                  <a:pt x="1069" y="869"/>
                </a:lnTo>
                <a:lnTo>
                  <a:pt x="1068" y="869"/>
                </a:lnTo>
                <a:lnTo>
                  <a:pt x="1068" y="870"/>
                </a:lnTo>
                <a:lnTo>
                  <a:pt x="1068" y="871"/>
                </a:lnTo>
                <a:lnTo>
                  <a:pt x="1068" y="872"/>
                </a:lnTo>
                <a:lnTo>
                  <a:pt x="1067" y="872"/>
                </a:lnTo>
                <a:lnTo>
                  <a:pt x="1066" y="872"/>
                </a:lnTo>
                <a:lnTo>
                  <a:pt x="1065" y="872"/>
                </a:lnTo>
                <a:lnTo>
                  <a:pt x="1065" y="873"/>
                </a:lnTo>
                <a:lnTo>
                  <a:pt x="1064" y="873"/>
                </a:lnTo>
                <a:lnTo>
                  <a:pt x="1063" y="873"/>
                </a:lnTo>
                <a:lnTo>
                  <a:pt x="1062" y="873"/>
                </a:lnTo>
                <a:lnTo>
                  <a:pt x="1062" y="874"/>
                </a:lnTo>
                <a:lnTo>
                  <a:pt x="1063" y="874"/>
                </a:lnTo>
                <a:lnTo>
                  <a:pt x="1062" y="875"/>
                </a:lnTo>
                <a:lnTo>
                  <a:pt x="1061" y="875"/>
                </a:lnTo>
                <a:lnTo>
                  <a:pt x="1061" y="874"/>
                </a:lnTo>
                <a:lnTo>
                  <a:pt x="1060" y="874"/>
                </a:lnTo>
                <a:lnTo>
                  <a:pt x="1060" y="875"/>
                </a:lnTo>
                <a:lnTo>
                  <a:pt x="1060" y="876"/>
                </a:lnTo>
                <a:lnTo>
                  <a:pt x="1060" y="875"/>
                </a:lnTo>
                <a:lnTo>
                  <a:pt x="1059" y="875"/>
                </a:lnTo>
                <a:lnTo>
                  <a:pt x="1059" y="874"/>
                </a:lnTo>
                <a:lnTo>
                  <a:pt x="1058" y="874"/>
                </a:lnTo>
                <a:lnTo>
                  <a:pt x="1057" y="874"/>
                </a:lnTo>
                <a:lnTo>
                  <a:pt x="1057" y="873"/>
                </a:lnTo>
                <a:lnTo>
                  <a:pt x="1056" y="874"/>
                </a:lnTo>
                <a:lnTo>
                  <a:pt x="1056" y="873"/>
                </a:lnTo>
                <a:lnTo>
                  <a:pt x="1055" y="873"/>
                </a:lnTo>
                <a:lnTo>
                  <a:pt x="1054" y="873"/>
                </a:lnTo>
                <a:lnTo>
                  <a:pt x="1054" y="872"/>
                </a:lnTo>
                <a:lnTo>
                  <a:pt x="1053" y="872"/>
                </a:lnTo>
                <a:lnTo>
                  <a:pt x="1054" y="872"/>
                </a:lnTo>
                <a:lnTo>
                  <a:pt x="1053" y="872"/>
                </a:lnTo>
                <a:lnTo>
                  <a:pt x="1053" y="871"/>
                </a:lnTo>
                <a:lnTo>
                  <a:pt x="1052" y="871"/>
                </a:lnTo>
                <a:lnTo>
                  <a:pt x="1051" y="871"/>
                </a:lnTo>
                <a:lnTo>
                  <a:pt x="975" y="851"/>
                </a:lnTo>
                <a:lnTo>
                  <a:pt x="974" y="851"/>
                </a:lnTo>
                <a:lnTo>
                  <a:pt x="974" y="850"/>
                </a:lnTo>
                <a:lnTo>
                  <a:pt x="973" y="850"/>
                </a:lnTo>
                <a:lnTo>
                  <a:pt x="973" y="849"/>
                </a:lnTo>
                <a:lnTo>
                  <a:pt x="972" y="849"/>
                </a:lnTo>
                <a:lnTo>
                  <a:pt x="971" y="849"/>
                </a:lnTo>
                <a:lnTo>
                  <a:pt x="970" y="849"/>
                </a:lnTo>
                <a:lnTo>
                  <a:pt x="969" y="848"/>
                </a:lnTo>
                <a:lnTo>
                  <a:pt x="968" y="848"/>
                </a:lnTo>
                <a:lnTo>
                  <a:pt x="968" y="847"/>
                </a:lnTo>
                <a:lnTo>
                  <a:pt x="967" y="846"/>
                </a:lnTo>
                <a:lnTo>
                  <a:pt x="967" y="844"/>
                </a:lnTo>
                <a:lnTo>
                  <a:pt x="967" y="843"/>
                </a:lnTo>
                <a:lnTo>
                  <a:pt x="964" y="842"/>
                </a:lnTo>
                <a:lnTo>
                  <a:pt x="963" y="842"/>
                </a:lnTo>
                <a:lnTo>
                  <a:pt x="962" y="842"/>
                </a:lnTo>
                <a:lnTo>
                  <a:pt x="962" y="843"/>
                </a:lnTo>
                <a:lnTo>
                  <a:pt x="962" y="844"/>
                </a:lnTo>
                <a:lnTo>
                  <a:pt x="960" y="845"/>
                </a:lnTo>
                <a:lnTo>
                  <a:pt x="959" y="845"/>
                </a:lnTo>
                <a:lnTo>
                  <a:pt x="959" y="846"/>
                </a:lnTo>
                <a:lnTo>
                  <a:pt x="959" y="847"/>
                </a:lnTo>
                <a:lnTo>
                  <a:pt x="958" y="847"/>
                </a:lnTo>
                <a:lnTo>
                  <a:pt x="957" y="849"/>
                </a:lnTo>
                <a:lnTo>
                  <a:pt x="956" y="850"/>
                </a:lnTo>
                <a:lnTo>
                  <a:pt x="955" y="851"/>
                </a:lnTo>
                <a:lnTo>
                  <a:pt x="955" y="852"/>
                </a:lnTo>
                <a:lnTo>
                  <a:pt x="955" y="853"/>
                </a:lnTo>
                <a:lnTo>
                  <a:pt x="955" y="854"/>
                </a:lnTo>
                <a:lnTo>
                  <a:pt x="955" y="855"/>
                </a:lnTo>
                <a:lnTo>
                  <a:pt x="953" y="855"/>
                </a:lnTo>
                <a:lnTo>
                  <a:pt x="952" y="855"/>
                </a:lnTo>
                <a:lnTo>
                  <a:pt x="951" y="854"/>
                </a:lnTo>
                <a:lnTo>
                  <a:pt x="950" y="854"/>
                </a:lnTo>
                <a:lnTo>
                  <a:pt x="949" y="854"/>
                </a:lnTo>
                <a:lnTo>
                  <a:pt x="948" y="854"/>
                </a:lnTo>
                <a:lnTo>
                  <a:pt x="947" y="855"/>
                </a:lnTo>
                <a:lnTo>
                  <a:pt x="946" y="855"/>
                </a:lnTo>
                <a:lnTo>
                  <a:pt x="945" y="855"/>
                </a:lnTo>
                <a:lnTo>
                  <a:pt x="944" y="857"/>
                </a:lnTo>
                <a:lnTo>
                  <a:pt x="943" y="859"/>
                </a:lnTo>
                <a:lnTo>
                  <a:pt x="942" y="861"/>
                </a:lnTo>
                <a:lnTo>
                  <a:pt x="943" y="861"/>
                </a:lnTo>
                <a:lnTo>
                  <a:pt x="944" y="862"/>
                </a:lnTo>
                <a:lnTo>
                  <a:pt x="946" y="862"/>
                </a:lnTo>
                <a:lnTo>
                  <a:pt x="946" y="863"/>
                </a:lnTo>
                <a:lnTo>
                  <a:pt x="946" y="864"/>
                </a:lnTo>
                <a:lnTo>
                  <a:pt x="946" y="865"/>
                </a:lnTo>
                <a:lnTo>
                  <a:pt x="945" y="865"/>
                </a:lnTo>
                <a:lnTo>
                  <a:pt x="945" y="866"/>
                </a:lnTo>
                <a:lnTo>
                  <a:pt x="944" y="867"/>
                </a:lnTo>
                <a:lnTo>
                  <a:pt x="941" y="868"/>
                </a:lnTo>
                <a:lnTo>
                  <a:pt x="940" y="870"/>
                </a:lnTo>
                <a:lnTo>
                  <a:pt x="939" y="871"/>
                </a:lnTo>
                <a:lnTo>
                  <a:pt x="938" y="871"/>
                </a:lnTo>
                <a:lnTo>
                  <a:pt x="936" y="872"/>
                </a:lnTo>
                <a:lnTo>
                  <a:pt x="935" y="872"/>
                </a:lnTo>
                <a:lnTo>
                  <a:pt x="935" y="873"/>
                </a:lnTo>
                <a:lnTo>
                  <a:pt x="934" y="873"/>
                </a:lnTo>
                <a:lnTo>
                  <a:pt x="934" y="874"/>
                </a:lnTo>
                <a:lnTo>
                  <a:pt x="933" y="875"/>
                </a:lnTo>
                <a:lnTo>
                  <a:pt x="932" y="875"/>
                </a:lnTo>
                <a:lnTo>
                  <a:pt x="931" y="876"/>
                </a:lnTo>
                <a:lnTo>
                  <a:pt x="930" y="876"/>
                </a:lnTo>
                <a:lnTo>
                  <a:pt x="929" y="877"/>
                </a:lnTo>
                <a:lnTo>
                  <a:pt x="928" y="877"/>
                </a:lnTo>
                <a:lnTo>
                  <a:pt x="927" y="877"/>
                </a:lnTo>
                <a:lnTo>
                  <a:pt x="927" y="878"/>
                </a:lnTo>
                <a:lnTo>
                  <a:pt x="927" y="879"/>
                </a:lnTo>
                <a:lnTo>
                  <a:pt x="928" y="879"/>
                </a:lnTo>
                <a:lnTo>
                  <a:pt x="929" y="880"/>
                </a:lnTo>
                <a:lnTo>
                  <a:pt x="928" y="880"/>
                </a:lnTo>
                <a:lnTo>
                  <a:pt x="928" y="881"/>
                </a:lnTo>
                <a:lnTo>
                  <a:pt x="926" y="881"/>
                </a:lnTo>
                <a:lnTo>
                  <a:pt x="925" y="881"/>
                </a:lnTo>
                <a:lnTo>
                  <a:pt x="924" y="880"/>
                </a:lnTo>
                <a:lnTo>
                  <a:pt x="923" y="880"/>
                </a:lnTo>
                <a:lnTo>
                  <a:pt x="922" y="880"/>
                </a:lnTo>
                <a:lnTo>
                  <a:pt x="921" y="879"/>
                </a:lnTo>
                <a:lnTo>
                  <a:pt x="920" y="879"/>
                </a:lnTo>
                <a:lnTo>
                  <a:pt x="919" y="879"/>
                </a:lnTo>
                <a:lnTo>
                  <a:pt x="918" y="879"/>
                </a:lnTo>
                <a:lnTo>
                  <a:pt x="917" y="879"/>
                </a:lnTo>
                <a:lnTo>
                  <a:pt x="916" y="879"/>
                </a:lnTo>
                <a:lnTo>
                  <a:pt x="916" y="878"/>
                </a:lnTo>
                <a:lnTo>
                  <a:pt x="915" y="879"/>
                </a:lnTo>
                <a:lnTo>
                  <a:pt x="914" y="880"/>
                </a:lnTo>
                <a:lnTo>
                  <a:pt x="913" y="881"/>
                </a:lnTo>
                <a:lnTo>
                  <a:pt x="912" y="881"/>
                </a:lnTo>
                <a:lnTo>
                  <a:pt x="911" y="881"/>
                </a:lnTo>
                <a:lnTo>
                  <a:pt x="911" y="882"/>
                </a:lnTo>
                <a:lnTo>
                  <a:pt x="911" y="883"/>
                </a:lnTo>
                <a:lnTo>
                  <a:pt x="911" y="884"/>
                </a:lnTo>
                <a:lnTo>
                  <a:pt x="910" y="884"/>
                </a:lnTo>
                <a:lnTo>
                  <a:pt x="909" y="885"/>
                </a:lnTo>
                <a:lnTo>
                  <a:pt x="908" y="885"/>
                </a:lnTo>
                <a:lnTo>
                  <a:pt x="907" y="884"/>
                </a:lnTo>
                <a:lnTo>
                  <a:pt x="906" y="885"/>
                </a:lnTo>
                <a:lnTo>
                  <a:pt x="905" y="885"/>
                </a:lnTo>
                <a:lnTo>
                  <a:pt x="904" y="886"/>
                </a:lnTo>
                <a:lnTo>
                  <a:pt x="903" y="886"/>
                </a:lnTo>
                <a:lnTo>
                  <a:pt x="902" y="885"/>
                </a:lnTo>
                <a:lnTo>
                  <a:pt x="901" y="884"/>
                </a:lnTo>
                <a:lnTo>
                  <a:pt x="900" y="884"/>
                </a:lnTo>
                <a:lnTo>
                  <a:pt x="899" y="884"/>
                </a:lnTo>
                <a:lnTo>
                  <a:pt x="898" y="884"/>
                </a:lnTo>
                <a:lnTo>
                  <a:pt x="898" y="883"/>
                </a:lnTo>
                <a:lnTo>
                  <a:pt x="897" y="883"/>
                </a:lnTo>
                <a:lnTo>
                  <a:pt x="896" y="883"/>
                </a:lnTo>
                <a:lnTo>
                  <a:pt x="895" y="884"/>
                </a:lnTo>
                <a:lnTo>
                  <a:pt x="894" y="884"/>
                </a:lnTo>
                <a:lnTo>
                  <a:pt x="893" y="884"/>
                </a:lnTo>
                <a:lnTo>
                  <a:pt x="892" y="884"/>
                </a:lnTo>
                <a:lnTo>
                  <a:pt x="891" y="885"/>
                </a:lnTo>
                <a:lnTo>
                  <a:pt x="891" y="886"/>
                </a:lnTo>
                <a:lnTo>
                  <a:pt x="892" y="887"/>
                </a:lnTo>
                <a:lnTo>
                  <a:pt x="893" y="888"/>
                </a:lnTo>
                <a:lnTo>
                  <a:pt x="892" y="888"/>
                </a:lnTo>
                <a:lnTo>
                  <a:pt x="892" y="889"/>
                </a:lnTo>
                <a:lnTo>
                  <a:pt x="891" y="888"/>
                </a:lnTo>
                <a:lnTo>
                  <a:pt x="891" y="889"/>
                </a:lnTo>
                <a:lnTo>
                  <a:pt x="889" y="890"/>
                </a:lnTo>
                <a:lnTo>
                  <a:pt x="888" y="890"/>
                </a:lnTo>
                <a:lnTo>
                  <a:pt x="887" y="890"/>
                </a:lnTo>
                <a:lnTo>
                  <a:pt x="886" y="890"/>
                </a:lnTo>
                <a:lnTo>
                  <a:pt x="885" y="891"/>
                </a:lnTo>
                <a:lnTo>
                  <a:pt x="883" y="891"/>
                </a:lnTo>
                <a:lnTo>
                  <a:pt x="882" y="891"/>
                </a:lnTo>
                <a:lnTo>
                  <a:pt x="881" y="892"/>
                </a:lnTo>
                <a:lnTo>
                  <a:pt x="880" y="893"/>
                </a:lnTo>
                <a:lnTo>
                  <a:pt x="880" y="894"/>
                </a:lnTo>
                <a:lnTo>
                  <a:pt x="880" y="896"/>
                </a:lnTo>
                <a:lnTo>
                  <a:pt x="881" y="896"/>
                </a:lnTo>
                <a:lnTo>
                  <a:pt x="882" y="896"/>
                </a:lnTo>
                <a:lnTo>
                  <a:pt x="883" y="896"/>
                </a:lnTo>
                <a:lnTo>
                  <a:pt x="884" y="896"/>
                </a:lnTo>
                <a:lnTo>
                  <a:pt x="885" y="897"/>
                </a:lnTo>
                <a:lnTo>
                  <a:pt x="885" y="898"/>
                </a:lnTo>
                <a:lnTo>
                  <a:pt x="885" y="899"/>
                </a:lnTo>
                <a:lnTo>
                  <a:pt x="885" y="900"/>
                </a:lnTo>
                <a:lnTo>
                  <a:pt x="886" y="900"/>
                </a:lnTo>
                <a:lnTo>
                  <a:pt x="887" y="900"/>
                </a:lnTo>
                <a:lnTo>
                  <a:pt x="889" y="900"/>
                </a:lnTo>
                <a:lnTo>
                  <a:pt x="890" y="901"/>
                </a:lnTo>
                <a:lnTo>
                  <a:pt x="890" y="903"/>
                </a:lnTo>
                <a:lnTo>
                  <a:pt x="892" y="903"/>
                </a:lnTo>
                <a:lnTo>
                  <a:pt x="892" y="904"/>
                </a:lnTo>
                <a:lnTo>
                  <a:pt x="892" y="906"/>
                </a:lnTo>
                <a:lnTo>
                  <a:pt x="893" y="907"/>
                </a:lnTo>
                <a:lnTo>
                  <a:pt x="897" y="920"/>
                </a:lnTo>
                <a:lnTo>
                  <a:pt x="898" y="925"/>
                </a:lnTo>
                <a:lnTo>
                  <a:pt x="904" y="949"/>
                </a:lnTo>
                <a:lnTo>
                  <a:pt x="911" y="975"/>
                </a:lnTo>
                <a:lnTo>
                  <a:pt x="910" y="975"/>
                </a:lnTo>
                <a:lnTo>
                  <a:pt x="910" y="976"/>
                </a:lnTo>
                <a:lnTo>
                  <a:pt x="909" y="976"/>
                </a:lnTo>
                <a:lnTo>
                  <a:pt x="908" y="976"/>
                </a:lnTo>
                <a:lnTo>
                  <a:pt x="908" y="977"/>
                </a:lnTo>
                <a:lnTo>
                  <a:pt x="907" y="979"/>
                </a:lnTo>
                <a:lnTo>
                  <a:pt x="907" y="980"/>
                </a:lnTo>
                <a:lnTo>
                  <a:pt x="907" y="981"/>
                </a:lnTo>
                <a:lnTo>
                  <a:pt x="906" y="981"/>
                </a:lnTo>
                <a:lnTo>
                  <a:pt x="906" y="982"/>
                </a:lnTo>
                <a:lnTo>
                  <a:pt x="906" y="983"/>
                </a:lnTo>
                <a:lnTo>
                  <a:pt x="906" y="984"/>
                </a:lnTo>
                <a:lnTo>
                  <a:pt x="906" y="985"/>
                </a:lnTo>
                <a:lnTo>
                  <a:pt x="907" y="985"/>
                </a:lnTo>
                <a:lnTo>
                  <a:pt x="908" y="985"/>
                </a:lnTo>
                <a:lnTo>
                  <a:pt x="908" y="986"/>
                </a:lnTo>
                <a:lnTo>
                  <a:pt x="908" y="987"/>
                </a:lnTo>
                <a:lnTo>
                  <a:pt x="907" y="989"/>
                </a:lnTo>
                <a:lnTo>
                  <a:pt x="907" y="991"/>
                </a:lnTo>
                <a:lnTo>
                  <a:pt x="906" y="991"/>
                </a:lnTo>
                <a:lnTo>
                  <a:pt x="905" y="991"/>
                </a:lnTo>
                <a:lnTo>
                  <a:pt x="905" y="992"/>
                </a:lnTo>
                <a:lnTo>
                  <a:pt x="905" y="993"/>
                </a:lnTo>
                <a:lnTo>
                  <a:pt x="905" y="994"/>
                </a:lnTo>
                <a:lnTo>
                  <a:pt x="905" y="995"/>
                </a:lnTo>
                <a:lnTo>
                  <a:pt x="904" y="995"/>
                </a:lnTo>
                <a:lnTo>
                  <a:pt x="904" y="996"/>
                </a:lnTo>
                <a:lnTo>
                  <a:pt x="903" y="997"/>
                </a:lnTo>
                <a:lnTo>
                  <a:pt x="904" y="998"/>
                </a:lnTo>
                <a:lnTo>
                  <a:pt x="904" y="999"/>
                </a:lnTo>
                <a:lnTo>
                  <a:pt x="904" y="1000"/>
                </a:lnTo>
                <a:lnTo>
                  <a:pt x="903" y="1000"/>
                </a:lnTo>
                <a:lnTo>
                  <a:pt x="903" y="1001"/>
                </a:lnTo>
                <a:lnTo>
                  <a:pt x="904" y="1001"/>
                </a:lnTo>
                <a:lnTo>
                  <a:pt x="903" y="1001"/>
                </a:lnTo>
                <a:lnTo>
                  <a:pt x="903" y="1002"/>
                </a:lnTo>
                <a:lnTo>
                  <a:pt x="903" y="1003"/>
                </a:lnTo>
                <a:lnTo>
                  <a:pt x="904" y="1003"/>
                </a:lnTo>
                <a:lnTo>
                  <a:pt x="904" y="1004"/>
                </a:lnTo>
                <a:lnTo>
                  <a:pt x="904" y="1005"/>
                </a:lnTo>
                <a:lnTo>
                  <a:pt x="904" y="1006"/>
                </a:lnTo>
                <a:lnTo>
                  <a:pt x="905" y="1006"/>
                </a:lnTo>
                <a:lnTo>
                  <a:pt x="904" y="1007"/>
                </a:lnTo>
                <a:lnTo>
                  <a:pt x="903" y="1007"/>
                </a:lnTo>
                <a:lnTo>
                  <a:pt x="903" y="1008"/>
                </a:lnTo>
                <a:lnTo>
                  <a:pt x="904" y="1008"/>
                </a:lnTo>
                <a:lnTo>
                  <a:pt x="904" y="1009"/>
                </a:lnTo>
                <a:lnTo>
                  <a:pt x="904" y="1010"/>
                </a:lnTo>
                <a:lnTo>
                  <a:pt x="903" y="1010"/>
                </a:lnTo>
                <a:lnTo>
                  <a:pt x="903" y="1012"/>
                </a:lnTo>
                <a:lnTo>
                  <a:pt x="904" y="1012"/>
                </a:lnTo>
                <a:lnTo>
                  <a:pt x="905" y="1013"/>
                </a:lnTo>
                <a:lnTo>
                  <a:pt x="905" y="1014"/>
                </a:lnTo>
                <a:lnTo>
                  <a:pt x="905" y="1015"/>
                </a:lnTo>
                <a:lnTo>
                  <a:pt x="905" y="1016"/>
                </a:lnTo>
                <a:lnTo>
                  <a:pt x="905" y="1017"/>
                </a:lnTo>
                <a:lnTo>
                  <a:pt x="904" y="1017"/>
                </a:lnTo>
                <a:lnTo>
                  <a:pt x="904" y="1018"/>
                </a:lnTo>
                <a:lnTo>
                  <a:pt x="904" y="1019"/>
                </a:lnTo>
                <a:lnTo>
                  <a:pt x="903" y="1019"/>
                </a:lnTo>
                <a:lnTo>
                  <a:pt x="904" y="1019"/>
                </a:lnTo>
                <a:lnTo>
                  <a:pt x="904" y="1020"/>
                </a:lnTo>
                <a:lnTo>
                  <a:pt x="905" y="1020"/>
                </a:lnTo>
                <a:lnTo>
                  <a:pt x="906" y="1020"/>
                </a:lnTo>
                <a:lnTo>
                  <a:pt x="906" y="1021"/>
                </a:lnTo>
                <a:lnTo>
                  <a:pt x="905" y="1021"/>
                </a:lnTo>
                <a:lnTo>
                  <a:pt x="905" y="1022"/>
                </a:lnTo>
                <a:lnTo>
                  <a:pt x="904" y="1022"/>
                </a:lnTo>
                <a:lnTo>
                  <a:pt x="904" y="1021"/>
                </a:lnTo>
                <a:lnTo>
                  <a:pt x="903" y="1021"/>
                </a:lnTo>
                <a:lnTo>
                  <a:pt x="902" y="1022"/>
                </a:lnTo>
                <a:lnTo>
                  <a:pt x="902" y="1023"/>
                </a:lnTo>
                <a:lnTo>
                  <a:pt x="903" y="1023"/>
                </a:lnTo>
                <a:lnTo>
                  <a:pt x="903" y="1024"/>
                </a:lnTo>
                <a:lnTo>
                  <a:pt x="903" y="1025"/>
                </a:lnTo>
                <a:lnTo>
                  <a:pt x="902" y="1025"/>
                </a:lnTo>
                <a:lnTo>
                  <a:pt x="902" y="1024"/>
                </a:lnTo>
                <a:lnTo>
                  <a:pt x="901" y="1024"/>
                </a:lnTo>
                <a:lnTo>
                  <a:pt x="901" y="1025"/>
                </a:lnTo>
                <a:lnTo>
                  <a:pt x="902" y="1025"/>
                </a:lnTo>
                <a:lnTo>
                  <a:pt x="902" y="1026"/>
                </a:lnTo>
                <a:lnTo>
                  <a:pt x="902" y="1027"/>
                </a:lnTo>
                <a:lnTo>
                  <a:pt x="902" y="1028"/>
                </a:lnTo>
                <a:lnTo>
                  <a:pt x="903" y="1028"/>
                </a:lnTo>
                <a:lnTo>
                  <a:pt x="904" y="1029"/>
                </a:lnTo>
                <a:lnTo>
                  <a:pt x="905" y="1029"/>
                </a:lnTo>
                <a:lnTo>
                  <a:pt x="906" y="1030"/>
                </a:lnTo>
                <a:lnTo>
                  <a:pt x="907" y="1030"/>
                </a:lnTo>
                <a:lnTo>
                  <a:pt x="907" y="1031"/>
                </a:lnTo>
                <a:lnTo>
                  <a:pt x="908" y="1031"/>
                </a:lnTo>
                <a:lnTo>
                  <a:pt x="909" y="1031"/>
                </a:lnTo>
                <a:lnTo>
                  <a:pt x="910" y="1031"/>
                </a:lnTo>
                <a:lnTo>
                  <a:pt x="911" y="1031"/>
                </a:lnTo>
                <a:lnTo>
                  <a:pt x="911" y="1032"/>
                </a:lnTo>
                <a:lnTo>
                  <a:pt x="911" y="1033"/>
                </a:lnTo>
                <a:lnTo>
                  <a:pt x="910" y="1033"/>
                </a:lnTo>
                <a:lnTo>
                  <a:pt x="910" y="1034"/>
                </a:lnTo>
                <a:lnTo>
                  <a:pt x="909" y="1034"/>
                </a:lnTo>
                <a:lnTo>
                  <a:pt x="908" y="1034"/>
                </a:lnTo>
                <a:lnTo>
                  <a:pt x="907" y="1034"/>
                </a:lnTo>
                <a:lnTo>
                  <a:pt x="907" y="1033"/>
                </a:lnTo>
                <a:lnTo>
                  <a:pt x="906" y="1033"/>
                </a:lnTo>
                <a:lnTo>
                  <a:pt x="905" y="1033"/>
                </a:lnTo>
                <a:lnTo>
                  <a:pt x="905" y="1034"/>
                </a:lnTo>
                <a:lnTo>
                  <a:pt x="905" y="1035"/>
                </a:lnTo>
                <a:lnTo>
                  <a:pt x="904" y="1035"/>
                </a:lnTo>
                <a:lnTo>
                  <a:pt x="902" y="1035"/>
                </a:lnTo>
                <a:lnTo>
                  <a:pt x="902" y="1036"/>
                </a:lnTo>
                <a:lnTo>
                  <a:pt x="902" y="1037"/>
                </a:lnTo>
                <a:lnTo>
                  <a:pt x="901" y="1037"/>
                </a:lnTo>
                <a:lnTo>
                  <a:pt x="901" y="1036"/>
                </a:lnTo>
                <a:lnTo>
                  <a:pt x="900" y="1036"/>
                </a:lnTo>
                <a:lnTo>
                  <a:pt x="900" y="1037"/>
                </a:lnTo>
                <a:lnTo>
                  <a:pt x="899" y="1037"/>
                </a:lnTo>
                <a:lnTo>
                  <a:pt x="899" y="1038"/>
                </a:lnTo>
                <a:lnTo>
                  <a:pt x="898" y="1038"/>
                </a:lnTo>
                <a:lnTo>
                  <a:pt x="897" y="1038"/>
                </a:lnTo>
                <a:lnTo>
                  <a:pt x="896" y="1038"/>
                </a:lnTo>
                <a:lnTo>
                  <a:pt x="895" y="1038"/>
                </a:lnTo>
                <a:lnTo>
                  <a:pt x="895" y="1037"/>
                </a:lnTo>
                <a:lnTo>
                  <a:pt x="895" y="1036"/>
                </a:lnTo>
                <a:lnTo>
                  <a:pt x="894" y="1036"/>
                </a:lnTo>
                <a:lnTo>
                  <a:pt x="893" y="1036"/>
                </a:lnTo>
                <a:lnTo>
                  <a:pt x="893" y="1035"/>
                </a:lnTo>
                <a:lnTo>
                  <a:pt x="891" y="1035"/>
                </a:lnTo>
                <a:lnTo>
                  <a:pt x="891" y="1034"/>
                </a:lnTo>
                <a:lnTo>
                  <a:pt x="890" y="1034"/>
                </a:lnTo>
                <a:lnTo>
                  <a:pt x="890" y="1033"/>
                </a:lnTo>
                <a:lnTo>
                  <a:pt x="890" y="1032"/>
                </a:lnTo>
                <a:lnTo>
                  <a:pt x="889" y="1032"/>
                </a:lnTo>
                <a:lnTo>
                  <a:pt x="888" y="1032"/>
                </a:lnTo>
                <a:lnTo>
                  <a:pt x="888" y="1031"/>
                </a:lnTo>
                <a:lnTo>
                  <a:pt x="887" y="1031"/>
                </a:lnTo>
                <a:lnTo>
                  <a:pt x="886" y="1030"/>
                </a:lnTo>
                <a:lnTo>
                  <a:pt x="884" y="1030"/>
                </a:lnTo>
                <a:lnTo>
                  <a:pt x="884" y="1031"/>
                </a:lnTo>
                <a:lnTo>
                  <a:pt x="883" y="1031"/>
                </a:lnTo>
                <a:lnTo>
                  <a:pt x="882" y="1031"/>
                </a:lnTo>
                <a:lnTo>
                  <a:pt x="882" y="1032"/>
                </a:lnTo>
                <a:lnTo>
                  <a:pt x="880" y="1032"/>
                </a:lnTo>
                <a:lnTo>
                  <a:pt x="879" y="1033"/>
                </a:lnTo>
                <a:lnTo>
                  <a:pt x="878" y="1034"/>
                </a:lnTo>
                <a:lnTo>
                  <a:pt x="876" y="1036"/>
                </a:lnTo>
                <a:lnTo>
                  <a:pt x="876" y="1037"/>
                </a:lnTo>
                <a:lnTo>
                  <a:pt x="875" y="1037"/>
                </a:lnTo>
                <a:lnTo>
                  <a:pt x="874" y="1038"/>
                </a:lnTo>
                <a:lnTo>
                  <a:pt x="873" y="1037"/>
                </a:lnTo>
                <a:lnTo>
                  <a:pt x="872" y="1037"/>
                </a:lnTo>
                <a:lnTo>
                  <a:pt x="871" y="1037"/>
                </a:lnTo>
                <a:lnTo>
                  <a:pt x="871" y="1036"/>
                </a:lnTo>
                <a:lnTo>
                  <a:pt x="870" y="1036"/>
                </a:lnTo>
                <a:lnTo>
                  <a:pt x="869" y="1035"/>
                </a:lnTo>
                <a:lnTo>
                  <a:pt x="869" y="1034"/>
                </a:lnTo>
                <a:lnTo>
                  <a:pt x="869" y="1033"/>
                </a:lnTo>
                <a:lnTo>
                  <a:pt x="868" y="1031"/>
                </a:lnTo>
                <a:lnTo>
                  <a:pt x="868" y="1030"/>
                </a:lnTo>
                <a:lnTo>
                  <a:pt x="867" y="1030"/>
                </a:lnTo>
                <a:lnTo>
                  <a:pt x="866" y="1030"/>
                </a:lnTo>
                <a:lnTo>
                  <a:pt x="866" y="1029"/>
                </a:lnTo>
                <a:lnTo>
                  <a:pt x="865" y="1029"/>
                </a:lnTo>
                <a:lnTo>
                  <a:pt x="865" y="1028"/>
                </a:lnTo>
                <a:lnTo>
                  <a:pt x="864" y="1028"/>
                </a:lnTo>
                <a:lnTo>
                  <a:pt x="863" y="1028"/>
                </a:lnTo>
                <a:lnTo>
                  <a:pt x="863" y="1027"/>
                </a:lnTo>
                <a:lnTo>
                  <a:pt x="862" y="1027"/>
                </a:lnTo>
                <a:lnTo>
                  <a:pt x="861" y="1026"/>
                </a:lnTo>
                <a:lnTo>
                  <a:pt x="861" y="1027"/>
                </a:lnTo>
                <a:lnTo>
                  <a:pt x="861" y="1026"/>
                </a:lnTo>
                <a:lnTo>
                  <a:pt x="860" y="1026"/>
                </a:lnTo>
                <a:lnTo>
                  <a:pt x="860" y="1025"/>
                </a:lnTo>
                <a:lnTo>
                  <a:pt x="859" y="1025"/>
                </a:lnTo>
                <a:lnTo>
                  <a:pt x="859" y="1024"/>
                </a:lnTo>
                <a:lnTo>
                  <a:pt x="858" y="1024"/>
                </a:lnTo>
                <a:lnTo>
                  <a:pt x="858" y="1025"/>
                </a:lnTo>
                <a:lnTo>
                  <a:pt x="857" y="1025"/>
                </a:lnTo>
                <a:lnTo>
                  <a:pt x="857" y="1024"/>
                </a:lnTo>
                <a:lnTo>
                  <a:pt x="855" y="1024"/>
                </a:lnTo>
                <a:lnTo>
                  <a:pt x="854" y="1024"/>
                </a:lnTo>
                <a:lnTo>
                  <a:pt x="854" y="1023"/>
                </a:lnTo>
                <a:lnTo>
                  <a:pt x="854" y="1022"/>
                </a:lnTo>
                <a:lnTo>
                  <a:pt x="853" y="1022"/>
                </a:lnTo>
                <a:lnTo>
                  <a:pt x="853" y="1023"/>
                </a:lnTo>
                <a:lnTo>
                  <a:pt x="853" y="1022"/>
                </a:lnTo>
                <a:lnTo>
                  <a:pt x="852" y="1022"/>
                </a:lnTo>
                <a:lnTo>
                  <a:pt x="851" y="1022"/>
                </a:lnTo>
                <a:lnTo>
                  <a:pt x="850" y="1022"/>
                </a:lnTo>
                <a:lnTo>
                  <a:pt x="850" y="1021"/>
                </a:lnTo>
                <a:lnTo>
                  <a:pt x="850" y="1020"/>
                </a:lnTo>
                <a:lnTo>
                  <a:pt x="851" y="1019"/>
                </a:lnTo>
                <a:lnTo>
                  <a:pt x="850" y="1019"/>
                </a:lnTo>
                <a:lnTo>
                  <a:pt x="850" y="1018"/>
                </a:lnTo>
                <a:lnTo>
                  <a:pt x="849" y="1018"/>
                </a:lnTo>
                <a:lnTo>
                  <a:pt x="848" y="1018"/>
                </a:lnTo>
                <a:lnTo>
                  <a:pt x="847" y="1018"/>
                </a:lnTo>
                <a:lnTo>
                  <a:pt x="847" y="1019"/>
                </a:lnTo>
                <a:lnTo>
                  <a:pt x="846" y="1019"/>
                </a:lnTo>
                <a:lnTo>
                  <a:pt x="846" y="1018"/>
                </a:lnTo>
                <a:lnTo>
                  <a:pt x="845" y="1018"/>
                </a:lnTo>
                <a:lnTo>
                  <a:pt x="844" y="1017"/>
                </a:lnTo>
                <a:lnTo>
                  <a:pt x="844" y="1018"/>
                </a:lnTo>
                <a:lnTo>
                  <a:pt x="843" y="1018"/>
                </a:lnTo>
                <a:lnTo>
                  <a:pt x="844" y="1018"/>
                </a:lnTo>
                <a:lnTo>
                  <a:pt x="842" y="1018"/>
                </a:lnTo>
                <a:lnTo>
                  <a:pt x="842" y="1017"/>
                </a:lnTo>
                <a:lnTo>
                  <a:pt x="841" y="1017"/>
                </a:lnTo>
                <a:lnTo>
                  <a:pt x="840" y="1017"/>
                </a:lnTo>
                <a:lnTo>
                  <a:pt x="839" y="1017"/>
                </a:lnTo>
                <a:lnTo>
                  <a:pt x="838" y="1016"/>
                </a:lnTo>
                <a:lnTo>
                  <a:pt x="838" y="1015"/>
                </a:lnTo>
                <a:lnTo>
                  <a:pt x="837" y="1015"/>
                </a:lnTo>
                <a:lnTo>
                  <a:pt x="836" y="1015"/>
                </a:lnTo>
                <a:lnTo>
                  <a:pt x="835" y="1015"/>
                </a:lnTo>
                <a:lnTo>
                  <a:pt x="835" y="1016"/>
                </a:lnTo>
                <a:lnTo>
                  <a:pt x="833" y="1016"/>
                </a:lnTo>
                <a:lnTo>
                  <a:pt x="831" y="1015"/>
                </a:lnTo>
                <a:lnTo>
                  <a:pt x="831" y="1014"/>
                </a:lnTo>
                <a:lnTo>
                  <a:pt x="831" y="1013"/>
                </a:lnTo>
                <a:lnTo>
                  <a:pt x="830" y="1013"/>
                </a:lnTo>
                <a:lnTo>
                  <a:pt x="830" y="1012"/>
                </a:lnTo>
                <a:lnTo>
                  <a:pt x="830" y="1011"/>
                </a:lnTo>
                <a:lnTo>
                  <a:pt x="829" y="1011"/>
                </a:lnTo>
                <a:lnTo>
                  <a:pt x="829" y="1010"/>
                </a:lnTo>
                <a:lnTo>
                  <a:pt x="830" y="1010"/>
                </a:lnTo>
                <a:lnTo>
                  <a:pt x="830" y="1009"/>
                </a:lnTo>
                <a:lnTo>
                  <a:pt x="831" y="1009"/>
                </a:lnTo>
                <a:lnTo>
                  <a:pt x="831" y="1008"/>
                </a:lnTo>
                <a:lnTo>
                  <a:pt x="831" y="1007"/>
                </a:lnTo>
                <a:lnTo>
                  <a:pt x="832" y="1006"/>
                </a:lnTo>
                <a:lnTo>
                  <a:pt x="831" y="1005"/>
                </a:lnTo>
                <a:lnTo>
                  <a:pt x="830" y="1004"/>
                </a:lnTo>
                <a:lnTo>
                  <a:pt x="829" y="1004"/>
                </a:lnTo>
                <a:lnTo>
                  <a:pt x="829" y="1003"/>
                </a:lnTo>
                <a:lnTo>
                  <a:pt x="828" y="1003"/>
                </a:lnTo>
                <a:lnTo>
                  <a:pt x="828" y="1002"/>
                </a:lnTo>
                <a:lnTo>
                  <a:pt x="828" y="1001"/>
                </a:lnTo>
                <a:lnTo>
                  <a:pt x="828" y="1000"/>
                </a:lnTo>
                <a:lnTo>
                  <a:pt x="828" y="999"/>
                </a:lnTo>
                <a:lnTo>
                  <a:pt x="828" y="998"/>
                </a:lnTo>
                <a:lnTo>
                  <a:pt x="828" y="997"/>
                </a:lnTo>
                <a:lnTo>
                  <a:pt x="827" y="997"/>
                </a:lnTo>
                <a:lnTo>
                  <a:pt x="827" y="996"/>
                </a:lnTo>
                <a:lnTo>
                  <a:pt x="826" y="996"/>
                </a:lnTo>
                <a:lnTo>
                  <a:pt x="826" y="995"/>
                </a:lnTo>
                <a:lnTo>
                  <a:pt x="827" y="995"/>
                </a:lnTo>
                <a:lnTo>
                  <a:pt x="828" y="995"/>
                </a:lnTo>
                <a:lnTo>
                  <a:pt x="828" y="994"/>
                </a:lnTo>
                <a:lnTo>
                  <a:pt x="827" y="993"/>
                </a:lnTo>
                <a:lnTo>
                  <a:pt x="827" y="992"/>
                </a:lnTo>
                <a:lnTo>
                  <a:pt x="827" y="991"/>
                </a:lnTo>
                <a:lnTo>
                  <a:pt x="827" y="990"/>
                </a:lnTo>
                <a:lnTo>
                  <a:pt x="828" y="989"/>
                </a:lnTo>
                <a:lnTo>
                  <a:pt x="827" y="989"/>
                </a:lnTo>
                <a:lnTo>
                  <a:pt x="827" y="988"/>
                </a:lnTo>
                <a:lnTo>
                  <a:pt x="826" y="987"/>
                </a:lnTo>
                <a:lnTo>
                  <a:pt x="826" y="986"/>
                </a:lnTo>
                <a:lnTo>
                  <a:pt x="825" y="986"/>
                </a:lnTo>
                <a:lnTo>
                  <a:pt x="825" y="985"/>
                </a:lnTo>
                <a:lnTo>
                  <a:pt x="824" y="985"/>
                </a:lnTo>
                <a:lnTo>
                  <a:pt x="824" y="984"/>
                </a:lnTo>
                <a:lnTo>
                  <a:pt x="824" y="983"/>
                </a:lnTo>
                <a:lnTo>
                  <a:pt x="825" y="983"/>
                </a:lnTo>
                <a:lnTo>
                  <a:pt x="825" y="982"/>
                </a:lnTo>
                <a:lnTo>
                  <a:pt x="826" y="981"/>
                </a:lnTo>
                <a:lnTo>
                  <a:pt x="826" y="980"/>
                </a:lnTo>
                <a:lnTo>
                  <a:pt x="826" y="979"/>
                </a:lnTo>
                <a:lnTo>
                  <a:pt x="827" y="979"/>
                </a:lnTo>
                <a:lnTo>
                  <a:pt x="827" y="978"/>
                </a:lnTo>
                <a:lnTo>
                  <a:pt x="826" y="978"/>
                </a:lnTo>
                <a:lnTo>
                  <a:pt x="826" y="977"/>
                </a:lnTo>
                <a:lnTo>
                  <a:pt x="826" y="976"/>
                </a:lnTo>
                <a:lnTo>
                  <a:pt x="827" y="975"/>
                </a:lnTo>
                <a:lnTo>
                  <a:pt x="826" y="975"/>
                </a:lnTo>
                <a:lnTo>
                  <a:pt x="826" y="974"/>
                </a:lnTo>
                <a:lnTo>
                  <a:pt x="825" y="974"/>
                </a:lnTo>
                <a:lnTo>
                  <a:pt x="825" y="975"/>
                </a:lnTo>
                <a:lnTo>
                  <a:pt x="824" y="975"/>
                </a:lnTo>
                <a:lnTo>
                  <a:pt x="823" y="976"/>
                </a:lnTo>
                <a:lnTo>
                  <a:pt x="822" y="976"/>
                </a:lnTo>
                <a:lnTo>
                  <a:pt x="822" y="977"/>
                </a:lnTo>
                <a:lnTo>
                  <a:pt x="822" y="978"/>
                </a:lnTo>
                <a:lnTo>
                  <a:pt x="821" y="978"/>
                </a:lnTo>
                <a:lnTo>
                  <a:pt x="821" y="979"/>
                </a:lnTo>
                <a:lnTo>
                  <a:pt x="821" y="980"/>
                </a:lnTo>
                <a:lnTo>
                  <a:pt x="820" y="980"/>
                </a:lnTo>
                <a:lnTo>
                  <a:pt x="820" y="981"/>
                </a:lnTo>
                <a:lnTo>
                  <a:pt x="819" y="981"/>
                </a:lnTo>
                <a:lnTo>
                  <a:pt x="818" y="981"/>
                </a:lnTo>
                <a:lnTo>
                  <a:pt x="818" y="982"/>
                </a:lnTo>
                <a:lnTo>
                  <a:pt x="819" y="982"/>
                </a:lnTo>
                <a:lnTo>
                  <a:pt x="819" y="983"/>
                </a:lnTo>
                <a:lnTo>
                  <a:pt x="818" y="984"/>
                </a:lnTo>
                <a:lnTo>
                  <a:pt x="817" y="984"/>
                </a:lnTo>
                <a:lnTo>
                  <a:pt x="817" y="985"/>
                </a:lnTo>
                <a:lnTo>
                  <a:pt x="816" y="986"/>
                </a:lnTo>
                <a:lnTo>
                  <a:pt x="815" y="986"/>
                </a:lnTo>
                <a:lnTo>
                  <a:pt x="815" y="985"/>
                </a:lnTo>
                <a:lnTo>
                  <a:pt x="814" y="985"/>
                </a:lnTo>
                <a:lnTo>
                  <a:pt x="813" y="985"/>
                </a:lnTo>
                <a:lnTo>
                  <a:pt x="812" y="985"/>
                </a:lnTo>
                <a:lnTo>
                  <a:pt x="812" y="986"/>
                </a:lnTo>
                <a:lnTo>
                  <a:pt x="811" y="986"/>
                </a:lnTo>
                <a:lnTo>
                  <a:pt x="810" y="987"/>
                </a:lnTo>
                <a:lnTo>
                  <a:pt x="809" y="987"/>
                </a:lnTo>
                <a:lnTo>
                  <a:pt x="808" y="988"/>
                </a:lnTo>
                <a:lnTo>
                  <a:pt x="807" y="988"/>
                </a:lnTo>
                <a:lnTo>
                  <a:pt x="807" y="991"/>
                </a:lnTo>
                <a:lnTo>
                  <a:pt x="807" y="992"/>
                </a:lnTo>
                <a:lnTo>
                  <a:pt x="805" y="992"/>
                </a:lnTo>
                <a:lnTo>
                  <a:pt x="804" y="993"/>
                </a:lnTo>
                <a:lnTo>
                  <a:pt x="804" y="994"/>
                </a:lnTo>
                <a:lnTo>
                  <a:pt x="804" y="995"/>
                </a:lnTo>
                <a:lnTo>
                  <a:pt x="803" y="995"/>
                </a:lnTo>
                <a:lnTo>
                  <a:pt x="803" y="996"/>
                </a:lnTo>
                <a:lnTo>
                  <a:pt x="802" y="996"/>
                </a:lnTo>
                <a:lnTo>
                  <a:pt x="801" y="996"/>
                </a:lnTo>
                <a:lnTo>
                  <a:pt x="800" y="997"/>
                </a:lnTo>
                <a:lnTo>
                  <a:pt x="799" y="996"/>
                </a:lnTo>
                <a:lnTo>
                  <a:pt x="798" y="996"/>
                </a:lnTo>
                <a:lnTo>
                  <a:pt x="798" y="995"/>
                </a:lnTo>
                <a:lnTo>
                  <a:pt x="797" y="994"/>
                </a:lnTo>
                <a:lnTo>
                  <a:pt x="797" y="995"/>
                </a:lnTo>
                <a:lnTo>
                  <a:pt x="796" y="994"/>
                </a:lnTo>
                <a:lnTo>
                  <a:pt x="795" y="993"/>
                </a:lnTo>
                <a:lnTo>
                  <a:pt x="795" y="992"/>
                </a:lnTo>
                <a:lnTo>
                  <a:pt x="795" y="991"/>
                </a:lnTo>
                <a:lnTo>
                  <a:pt x="795" y="990"/>
                </a:lnTo>
                <a:lnTo>
                  <a:pt x="795" y="989"/>
                </a:lnTo>
                <a:lnTo>
                  <a:pt x="795" y="988"/>
                </a:lnTo>
                <a:lnTo>
                  <a:pt x="796" y="988"/>
                </a:lnTo>
                <a:lnTo>
                  <a:pt x="796" y="987"/>
                </a:lnTo>
                <a:lnTo>
                  <a:pt x="796" y="986"/>
                </a:lnTo>
                <a:lnTo>
                  <a:pt x="795" y="986"/>
                </a:lnTo>
                <a:lnTo>
                  <a:pt x="796" y="986"/>
                </a:lnTo>
                <a:lnTo>
                  <a:pt x="796" y="985"/>
                </a:lnTo>
                <a:lnTo>
                  <a:pt x="795" y="985"/>
                </a:lnTo>
                <a:lnTo>
                  <a:pt x="795" y="984"/>
                </a:lnTo>
                <a:lnTo>
                  <a:pt x="795" y="983"/>
                </a:lnTo>
                <a:lnTo>
                  <a:pt x="794" y="983"/>
                </a:lnTo>
                <a:lnTo>
                  <a:pt x="794" y="982"/>
                </a:lnTo>
                <a:lnTo>
                  <a:pt x="793" y="982"/>
                </a:lnTo>
                <a:lnTo>
                  <a:pt x="793" y="981"/>
                </a:lnTo>
                <a:lnTo>
                  <a:pt x="794" y="981"/>
                </a:lnTo>
                <a:lnTo>
                  <a:pt x="794" y="980"/>
                </a:lnTo>
                <a:lnTo>
                  <a:pt x="793" y="979"/>
                </a:lnTo>
                <a:lnTo>
                  <a:pt x="793" y="980"/>
                </a:lnTo>
                <a:lnTo>
                  <a:pt x="792" y="980"/>
                </a:lnTo>
                <a:lnTo>
                  <a:pt x="792" y="979"/>
                </a:lnTo>
                <a:lnTo>
                  <a:pt x="792" y="978"/>
                </a:lnTo>
                <a:lnTo>
                  <a:pt x="791" y="978"/>
                </a:lnTo>
                <a:lnTo>
                  <a:pt x="790" y="978"/>
                </a:lnTo>
                <a:lnTo>
                  <a:pt x="790" y="977"/>
                </a:lnTo>
                <a:lnTo>
                  <a:pt x="789" y="977"/>
                </a:lnTo>
                <a:lnTo>
                  <a:pt x="788" y="977"/>
                </a:lnTo>
                <a:lnTo>
                  <a:pt x="787" y="977"/>
                </a:lnTo>
                <a:lnTo>
                  <a:pt x="787" y="978"/>
                </a:lnTo>
                <a:lnTo>
                  <a:pt x="786" y="978"/>
                </a:lnTo>
                <a:lnTo>
                  <a:pt x="786" y="977"/>
                </a:lnTo>
                <a:lnTo>
                  <a:pt x="785" y="977"/>
                </a:lnTo>
                <a:lnTo>
                  <a:pt x="785" y="978"/>
                </a:lnTo>
                <a:lnTo>
                  <a:pt x="784" y="978"/>
                </a:lnTo>
                <a:lnTo>
                  <a:pt x="784" y="979"/>
                </a:lnTo>
                <a:lnTo>
                  <a:pt x="783" y="979"/>
                </a:lnTo>
                <a:lnTo>
                  <a:pt x="783" y="980"/>
                </a:lnTo>
                <a:lnTo>
                  <a:pt x="782" y="980"/>
                </a:lnTo>
                <a:lnTo>
                  <a:pt x="782" y="979"/>
                </a:lnTo>
                <a:lnTo>
                  <a:pt x="782" y="978"/>
                </a:lnTo>
                <a:lnTo>
                  <a:pt x="781" y="979"/>
                </a:lnTo>
                <a:lnTo>
                  <a:pt x="780" y="979"/>
                </a:lnTo>
                <a:lnTo>
                  <a:pt x="780" y="980"/>
                </a:lnTo>
                <a:lnTo>
                  <a:pt x="779" y="980"/>
                </a:lnTo>
                <a:lnTo>
                  <a:pt x="779" y="981"/>
                </a:lnTo>
                <a:lnTo>
                  <a:pt x="778" y="982"/>
                </a:lnTo>
                <a:lnTo>
                  <a:pt x="777" y="982"/>
                </a:lnTo>
                <a:lnTo>
                  <a:pt x="777" y="983"/>
                </a:lnTo>
                <a:lnTo>
                  <a:pt x="776" y="983"/>
                </a:lnTo>
                <a:lnTo>
                  <a:pt x="775" y="983"/>
                </a:lnTo>
                <a:lnTo>
                  <a:pt x="774" y="983"/>
                </a:lnTo>
                <a:lnTo>
                  <a:pt x="774" y="984"/>
                </a:lnTo>
                <a:lnTo>
                  <a:pt x="774" y="985"/>
                </a:lnTo>
                <a:lnTo>
                  <a:pt x="775" y="985"/>
                </a:lnTo>
                <a:lnTo>
                  <a:pt x="775" y="986"/>
                </a:lnTo>
                <a:lnTo>
                  <a:pt x="774" y="986"/>
                </a:lnTo>
                <a:lnTo>
                  <a:pt x="774" y="987"/>
                </a:lnTo>
                <a:lnTo>
                  <a:pt x="774" y="988"/>
                </a:lnTo>
                <a:lnTo>
                  <a:pt x="775" y="989"/>
                </a:lnTo>
                <a:lnTo>
                  <a:pt x="774" y="990"/>
                </a:lnTo>
                <a:lnTo>
                  <a:pt x="773" y="991"/>
                </a:lnTo>
                <a:lnTo>
                  <a:pt x="772" y="990"/>
                </a:lnTo>
                <a:lnTo>
                  <a:pt x="771" y="990"/>
                </a:lnTo>
                <a:lnTo>
                  <a:pt x="770" y="990"/>
                </a:lnTo>
                <a:lnTo>
                  <a:pt x="770" y="992"/>
                </a:lnTo>
                <a:lnTo>
                  <a:pt x="769" y="992"/>
                </a:lnTo>
                <a:lnTo>
                  <a:pt x="768" y="992"/>
                </a:lnTo>
                <a:lnTo>
                  <a:pt x="766" y="992"/>
                </a:lnTo>
                <a:lnTo>
                  <a:pt x="765" y="992"/>
                </a:lnTo>
                <a:lnTo>
                  <a:pt x="764" y="992"/>
                </a:lnTo>
                <a:lnTo>
                  <a:pt x="763" y="993"/>
                </a:lnTo>
                <a:lnTo>
                  <a:pt x="762" y="993"/>
                </a:lnTo>
                <a:lnTo>
                  <a:pt x="761" y="992"/>
                </a:lnTo>
                <a:lnTo>
                  <a:pt x="760" y="992"/>
                </a:lnTo>
                <a:lnTo>
                  <a:pt x="759" y="992"/>
                </a:lnTo>
                <a:lnTo>
                  <a:pt x="758" y="992"/>
                </a:lnTo>
                <a:lnTo>
                  <a:pt x="757" y="992"/>
                </a:lnTo>
                <a:lnTo>
                  <a:pt x="757" y="993"/>
                </a:lnTo>
                <a:lnTo>
                  <a:pt x="755" y="993"/>
                </a:lnTo>
                <a:lnTo>
                  <a:pt x="754" y="993"/>
                </a:lnTo>
                <a:lnTo>
                  <a:pt x="753" y="993"/>
                </a:lnTo>
                <a:lnTo>
                  <a:pt x="752" y="993"/>
                </a:lnTo>
                <a:lnTo>
                  <a:pt x="751" y="993"/>
                </a:lnTo>
                <a:lnTo>
                  <a:pt x="750" y="993"/>
                </a:lnTo>
                <a:lnTo>
                  <a:pt x="749" y="992"/>
                </a:lnTo>
                <a:lnTo>
                  <a:pt x="748" y="992"/>
                </a:lnTo>
                <a:lnTo>
                  <a:pt x="748" y="993"/>
                </a:lnTo>
                <a:lnTo>
                  <a:pt x="746" y="993"/>
                </a:lnTo>
                <a:lnTo>
                  <a:pt x="745" y="994"/>
                </a:lnTo>
                <a:lnTo>
                  <a:pt x="744" y="995"/>
                </a:lnTo>
                <a:lnTo>
                  <a:pt x="743" y="996"/>
                </a:lnTo>
                <a:lnTo>
                  <a:pt x="742" y="996"/>
                </a:lnTo>
                <a:lnTo>
                  <a:pt x="741" y="996"/>
                </a:lnTo>
                <a:lnTo>
                  <a:pt x="741" y="997"/>
                </a:lnTo>
                <a:lnTo>
                  <a:pt x="740" y="997"/>
                </a:lnTo>
                <a:lnTo>
                  <a:pt x="740" y="998"/>
                </a:lnTo>
                <a:lnTo>
                  <a:pt x="739" y="998"/>
                </a:lnTo>
                <a:lnTo>
                  <a:pt x="739" y="999"/>
                </a:lnTo>
                <a:lnTo>
                  <a:pt x="738" y="999"/>
                </a:lnTo>
                <a:lnTo>
                  <a:pt x="737" y="1000"/>
                </a:lnTo>
                <a:lnTo>
                  <a:pt x="736" y="1000"/>
                </a:lnTo>
                <a:lnTo>
                  <a:pt x="735" y="1000"/>
                </a:lnTo>
                <a:lnTo>
                  <a:pt x="734" y="1000"/>
                </a:lnTo>
                <a:lnTo>
                  <a:pt x="733" y="999"/>
                </a:lnTo>
                <a:lnTo>
                  <a:pt x="732" y="999"/>
                </a:lnTo>
                <a:lnTo>
                  <a:pt x="731" y="999"/>
                </a:lnTo>
                <a:lnTo>
                  <a:pt x="732" y="999"/>
                </a:lnTo>
                <a:lnTo>
                  <a:pt x="732" y="1000"/>
                </a:lnTo>
                <a:lnTo>
                  <a:pt x="731" y="1000"/>
                </a:lnTo>
                <a:lnTo>
                  <a:pt x="731" y="1001"/>
                </a:lnTo>
                <a:lnTo>
                  <a:pt x="730" y="1000"/>
                </a:lnTo>
                <a:lnTo>
                  <a:pt x="729" y="1000"/>
                </a:lnTo>
                <a:lnTo>
                  <a:pt x="729" y="999"/>
                </a:lnTo>
                <a:lnTo>
                  <a:pt x="728" y="999"/>
                </a:lnTo>
                <a:lnTo>
                  <a:pt x="728" y="998"/>
                </a:lnTo>
                <a:lnTo>
                  <a:pt x="727" y="998"/>
                </a:lnTo>
                <a:lnTo>
                  <a:pt x="726" y="998"/>
                </a:lnTo>
                <a:lnTo>
                  <a:pt x="726" y="999"/>
                </a:lnTo>
                <a:lnTo>
                  <a:pt x="725" y="999"/>
                </a:lnTo>
                <a:lnTo>
                  <a:pt x="725" y="1000"/>
                </a:lnTo>
                <a:lnTo>
                  <a:pt x="724" y="1000"/>
                </a:lnTo>
                <a:lnTo>
                  <a:pt x="723" y="1002"/>
                </a:lnTo>
                <a:lnTo>
                  <a:pt x="723" y="1003"/>
                </a:lnTo>
                <a:lnTo>
                  <a:pt x="723" y="1005"/>
                </a:lnTo>
                <a:lnTo>
                  <a:pt x="723" y="1006"/>
                </a:lnTo>
                <a:lnTo>
                  <a:pt x="724" y="1006"/>
                </a:lnTo>
                <a:lnTo>
                  <a:pt x="723" y="1006"/>
                </a:lnTo>
                <a:lnTo>
                  <a:pt x="723" y="1007"/>
                </a:lnTo>
                <a:lnTo>
                  <a:pt x="723" y="1008"/>
                </a:lnTo>
                <a:lnTo>
                  <a:pt x="724" y="1008"/>
                </a:lnTo>
                <a:lnTo>
                  <a:pt x="724" y="1009"/>
                </a:lnTo>
                <a:lnTo>
                  <a:pt x="725" y="1009"/>
                </a:lnTo>
                <a:lnTo>
                  <a:pt x="724" y="1010"/>
                </a:lnTo>
                <a:lnTo>
                  <a:pt x="723" y="1010"/>
                </a:lnTo>
                <a:lnTo>
                  <a:pt x="723" y="1011"/>
                </a:lnTo>
                <a:lnTo>
                  <a:pt x="723" y="1013"/>
                </a:lnTo>
                <a:lnTo>
                  <a:pt x="723" y="1014"/>
                </a:lnTo>
                <a:lnTo>
                  <a:pt x="723" y="1015"/>
                </a:lnTo>
                <a:lnTo>
                  <a:pt x="724" y="1016"/>
                </a:lnTo>
                <a:lnTo>
                  <a:pt x="725" y="1017"/>
                </a:lnTo>
                <a:lnTo>
                  <a:pt x="725" y="1019"/>
                </a:lnTo>
                <a:lnTo>
                  <a:pt x="725" y="1020"/>
                </a:lnTo>
                <a:lnTo>
                  <a:pt x="724" y="1020"/>
                </a:lnTo>
                <a:lnTo>
                  <a:pt x="724" y="1021"/>
                </a:lnTo>
                <a:lnTo>
                  <a:pt x="724" y="1022"/>
                </a:lnTo>
                <a:lnTo>
                  <a:pt x="723" y="1022"/>
                </a:lnTo>
                <a:lnTo>
                  <a:pt x="722" y="1022"/>
                </a:lnTo>
                <a:lnTo>
                  <a:pt x="722" y="1023"/>
                </a:lnTo>
                <a:lnTo>
                  <a:pt x="721" y="1023"/>
                </a:lnTo>
                <a:lnTo>
                  <a:pt x="720" y="1024"/>
                </a:lnTo>
                <a:lnTo>
                  <a:pt x="719" y="1024"/>
                </a:lnTo>
                <a:lnTo>
                  <a:pt x="717" y="1024"/>
                </a:lnTo>
                <a:lnTo>
                  <a:pt x="716" y="1024"/>
                </a:lnTo>
                <a:lnTo>
                  <a:pt x="715" y="1025"/>
                </a:lnTo>
                <a:lnTo>
                  <a:pt x="714" y="1025"/>
                </a:lnTo>
                <a:lnTo>
                  <a:pt x="713" y="1025"/>
                </a:lnTo>
                <a:lnTo>
                  <a:pt x="712" y="1025"/>
                </a:lnTo>
                <a:lnTo>
                  <a:pt x="712" y="1026"/>
                </a:lnTo>
                <a:lnTo>
                  <a:pt x="711" y="1026"/>
                </a:lnTo>
                <a:lnTo>
                  <a:pt x="709" y="1026"/>
                </a:lnTo>
                <a:lnTo>
                  <a:pt x="708" y="1026"/>
                </a:lnTo>
                <a:lnTo>
                  <a:pt x="708" y="1027"/>
                </a:lnTo>
                <a:lnTo>
                  <a:pt x="707" y="1027"/>
                </a:lnTo>
                <a:lnTo>
                  <a:pt x="706" y="1027"/>
                </a:lnTo>
                <a:lnTo>
                  <a:pt x="706" y="1028"/>
                </a:lnTo>
                <a:lnTo>
                  <a:pt x="705" y="1028"/>
                </a:lnTo>
                <a:lnTo>
                  <a:pt x="704" y="1028"/>
                </a:lnTo>
                <a:lnTo>
                  <a:pt x="703" y="1028"/>
                </a:lnTo>
                <a:lnTo>
                  <a:pt x="703" y="1027"/>
                </a:lnTo>
                <a:lnTo>
                  <a:pt x="702" y="1027"/>
                </a:lnTo>
                <a:lnTo>
                  <a:pt x="701" y="1027"/>
                </a:lnTo>
                <a:lnTo>
                  <a:pt x="700" y="1027"/>
                </a:lnTo>
                <a:lnTo>
                  <a:pt x="700" y="1026"/>
                </a:lnTo>
                <a:lnTo>
                  <a:pt x="699" y="1025"/>
                </a:lnTo>
                <a:lnTo>
                  <a:pt x="698" y="1025"/>
                </a:lnTo>
                <a:lnTo>
                  <a:pt x="697" y="1025"/>
                </a:lnTo>
                <a:lnTo>
                  <a:pt x="697" y="1026"/>
                </a:lnTo>
                <a:lnTo>
                  <a:pt x="696" y="1026"/>
                </a:lnTo>
                <a:lnTo>
                  <a:pt x="694" y="1027"/>
                </a:lnTo>
                <a:lnTo>
                  <a:pt x="693" y="1027"/>
                </a:lnTo>
                <a:lnTo>
                  <a:pt x="693" y="1026"/>
                </a:lnTo>
                <a:lnTo>
                  <a:pt x="692" y="1026"/>
                </a:lnTo>
                <a:lnTo>
                  <a:pt x="692" y="1025"/>
                </a:lnTo>
                <a:lnTo>
                  <a:pt x="691" y="1025"/>
                </a:lnTo>
                <a:lnTo>
                  <a:pt x="690" y="1024"/>
                </a:lnTo>
                <a:lnTo>
                  <a:pt x="690" y="1023"/>
                </a:lnTo>
                <a:lnTo>
                  <a:pt x="689" y="1022"/>
                </a:lnTo>
                <a:lnTo>
                  <a:pt x="689" y="1021"/>
                </a:lnTo>
                <a:lnTo>
                  <a:pt x="688" y="1020"/>
                </a:lnTo>
                <a:lnTo>
                  <a:pt x="688" y="1019"/>
                </a:lnTo>
                <a:lnTo>
                  <a:pt x="688" y="1017"/>
                </a:lnTo>
                <a:lnTo>
                  <a:pt x="687" y="1017"/>
                </a:lnTo>
                <a:lnTo>
                  <a:pt x="687" y="1016"/>
                </a:lnTo>
                <a:lnTo>
                  <a:pt x="686" y="1014"/>
                </a:lnTo>
                <a:lnTo>
                  <a:pt x="686" y="1013"/>
                </a:lnTo>
                <a:lnTo>
                  <a:pt x="685" y="1013"/>
                </a:lnTo>
                <a:lnTo>
                  <a:pt x="685" y="1012"/>
                </a:lnTo>
                <a:lnTo>
                  <a:pt x="685" y="1011"/>
                </a:lnTo>
                <a:lnTo>
                  <a:pt x="684" y="1010"/>
                </a:lnTo>
                <a:lnTo>
                  <a:pt x="684" y="1009"/>
                </a:lnTo>
                <a:lnTo>
                  <a:pt x="683" y="1008"/>
                </a:lnTo>
                <a:lnTo>
                  <a:pt x="683" y="1007"/>
                </a:lnTo>
                <a:lnTo>
                  <a:pt x="682" y="1007"/>
                </a:lnTo>
                <a:lnTo>
                  <a:pt x="682" y="1008"/>
                </a:lnTo>
                <a:lnTo>
                  <a:pt x="681" y="1008"/>
                </a:lnTo>
                <a:lnTo>
                  <a:pt x="681" y="1007"/>
                </a:lnTo>
                <a:lnTo>
                  <a:pt x="680" y="1007"/>
                </a:lnTo>
                <a:lnTo>
                  <a:pt x="681" y="1007"/>
                </a:lnTo>
                <a:lnTo>
                  <a:pt x="681" y="1006"/>
                </a:lnTo>
                <a:lnTo>
                  <a:pt x="680" y="1006"/>
                </a:lnTo>
                <a:lnTo>
                  <a:pt x="679" y="1006"/>
                </a:lnTo>
                <a:lnTo>
                  <a:pt x="679" y="1007"/>
                </a:lnTo>
                <a:lnTo>
                  <a:pt x="679" y="1006"/>
                </a:lnTo>
                <a:lnTo>
                  <a:pt x="680" y="1005"/>
                </a:lnTo>
                <a:lnTo>
                  <a:pt x="681" y="1005"/>
                </a:lnTo>
                <a:lnTo>
                  <a:pt x="682" y="1005"/>
                </a:lnTo>
                <a:lnTo>
                  <a:pt x="683" y="1004"/>
                </a:lnTo>
                <a:lnTo>
                  <a:pt x="682" y="1004"/>
                </a:lnTo>
                <a:lnTo>
                  <a:pt x="682" y="1003"/>
                </a:lnTo>
                <a:lnTo>
                  <a:pt x="681" y="1002"/>
                </a:lnTo>
                <a:lnTo>
                  <a:pt x="681" y="1001"/>
                </a:lnTo>
                <a:lnTo>
                  <a:pt x="680" y="1001"/>
                </a:lnTo>
                <a:lnTo>
                  <a:pt x="680" y="1000"/>
                </a:lnTo>
                <a:lnTo>
                  <a:pt x="681" y="1000"/>
                </a:lnTo>
                <a:lnTo>
                  <a:pt x="680" y="1000"/>
                </a:lnTo>
                <a:lnTo>
                  <a:pt x="680" y="999"/>
                </a:lnTo>
                <a:lnTo>
                  <a:pt x="679" y="999"/>
                </a:lnTo>
                <a:lnTo>
                  <a:pt x="678" y="998"/>
                </a:lnTo>
                <a:lnTo>
                  <a:pt x="679" y="998"/>
                </a:lnTo>
                <a:lnTo>
                  <a:pt x="679" y="997"/>
                </a:lnTo>
                <a:lnTo>
                  <a:pt x="679" y="996"/>
                </a:lnTo>
                <a:lnTo>
                  <a:pt x="680" y="996"/>
                </a:lnTo>
                <a:lnTo>
                  <a:pt x="681" y="995"/>
                </a:lnTo>
                <a:lnTo>
                  <a:pt x="682" y="995"/>
                </a:lnTo>
                <a:lnTo>
                  <a:pt x="682" y="994"/>
                </a:lnTo>
                <a:lnTo>
                  <a:pt x="681" y="993"/>
                </a:lnTo>
                <a:lnTo>
                  <a:pt x="680" y="992"/>
                </a:lnTo>
                <a:lnTo>
                  <a:pt x="679" y="991"/>
                </a:lnTo>
                <a:lnTo>
                  <a:pt x="679" y="990"/>
                </a:lnTo>
                <a:lnTo>
                  <a:pt x="678" y="990"/>
                </a:lnTo>
                <a:lnTo>
                  <a:pt x="677" y="990"/>
                </a:lnTo>
                <a:lnTo>
                  <a:pt x="676" y="990"/>
                </a:lnTo>
                <a:lnTo>
                  <a:pt x="676" y="989"/>
                </a:lnTo>
                <a:lnTo>
                  <a:pt x="676" y="990"/>
                </a:lnTo>
                <a:lnTo>
                  <a:pt x="675" y="991"/>
                </a:lnTo>
                <a:lnTo>
                  <a:pt x="674" y="990"/>
                </a:lnTo>
                <a:lnTo>
                  <a:pt x="673" y="991"/>
                </a:lnTo>
                <a:lnTo>
                  <a:pt x="672" y="991"/>
                </a:lnTo>
                <a:lnTo>
                  <a:pt x="672" y="990"/>
                </a:lnTo>
                <a:lnTo>
                  <a:pt x="672" y="991"/>
                </a:lnTo>
                <a:lnTo>
                  <a:pt x="671" y="991"/>
                </a:lnTo>
                <a:lnTo>
                  <a:pt x="671" y="990"/>
                </a:lnTo>
                <a:lnTo>
                  <a:pt x="671" y="989"/>
                </a:lnTo>
                <a:lnTo>
                  <a:pt x="670" y="988"/>
                </a:lnTo>
                <a:lnTo>
                  <a:pt x="670" y="987"/>
                </a:lnTo>
                <a:lnTo>
                  <a:pt x="671" y="986"/>
                </a:lnTo>
                <a:lnTo>
                  <a:pt x="671" y="985"/>
                </a:lnTo>
                <a:lnTo>
                  <a:pt x="670" y="985"/>
                </a:lnTo>
                <a:lnTo>
                  <a:pt x="669" y="984"/>
                </a:lnTo>
                <a:lnTo>
                  <a:pt x="668" y="983"/>
                </a:lnTo>
                <a:lnTo>
                  <a:pt x="668" y="982"/>
                </a:lnTo>
                <a:lnTo>
                  <a:pt x="667" y="982"/>
                </a:lnTo>
                <a:lnTo>
                  <a:pt x="667" y="981"/>
                </a:lnTo>
                <a:lnTo>
                  <a:pt x="666" y="981"/>
                </a:lnTo>
                <a:lnTo>
                  <a:pt x="666" y="979"/>
                </a:lnTo>
                <a:lnTo>
                  <a:pt x="666" y="978"/>
                </a:lnTo>
                <a:lnTo>
                  <a:pt x="666" y="977"/>
                </a:lnTo>
                <a:lnTo>
                  <a:pt x="665" y="977"/>
                </a:lnTo>
                <a:lnTo>
                  <a:pt x="665" y="975"/>
                </a:lnTo>
                <a:lnTo>
                  <a:pt x="665" y="974"/>
                </a:lnTo>
                <a:lnTo>
                  <a:pt x="664" y="974"/>
                </a:lnTo>
                <a:lnTo>
                  <a:pt x="664" y="973"/>
                </a:lnTo>
                <a:lnTo>
                  <a:pt x="664" y="972"/>
                </a:lnTo>
                <a:lnTo>
                  <a:pt x="663" y="972"/>
                </a:lnTo>
                <a:lnTo>
                  <a:pt x="663" y="971"/>
                </a:lnTo>
                <a:lnTo>
                  <a:pt x="662" y="971"/>
                </a:lnTo>
                <a:lnTo>
                  <a:pt x="662" y="970"/>
                </a:lnTo>
                <a:lnTo>
                  <a:pt x="662" y="969"/>
                </a:lnTo>
                <a:lnTo>
                  <a:pt x="661" y="968"/>
                </a:lnTo>
                <a:lnTo>
                  <a:pt x="660" y="967"/>
                </a:lnTo>
                <a:lnTo>
                  <a:pt x="659" y="967"/>
                </a:lnTo>
                <a:lnTo>
                  <a:pt x="659" y="966"/>
                </a:lnTo>
                <a:lnTo>
                  <a:pt x="658" y="966"/>
                </a:lnTo>
                <a:lnTo>
                  <a:pt x="658" y="965"/>
                </a:lnTo>
                <a:lnTo>
                  <a:pt x="657" y="965"/>
                </a:lnTo>
                <a:lnTo>
                  <a:pt x="657" y="964"/>
                </a:lnTo>
                <a:lnTo>
                  <a:pt x="656" y="964"/>
                </a:lnTo>
                <a:lnTo>
                  <a:pt x="656" y="963"/>
                </a:lnTo>
                <a:lnTo>
                  <a:pt x="656" y="962"/>
                </a:lnTo>
                <a:lnTo>
                  <a:pt x="656" y="961"/>
                </a:lnTo>
                <a:lnTo>
                  <a:pt x="655" y="961"/>
                </a:lnTo>
                <a:lnTo>
                  <a:pt x="655" y="960"/>
                </a:lnTo>
                <a:lnTo>
                  <a:pt x="656" y="960"/>
                </a:lnTo>
                <a:lnTo>
                  <a:pt x="656" y="959"/>
                </a:lnTo>
                <a:lnTo>
                  <a:pt x="655" y="959"/>
                </a:lnTo>
                <a:lnTo>
                  <a:pt x="654" y="959"/>
                </a:lnTo>
                <a:lnTo>
                  <a:pt x="655" y="958"/>
                </a:lnTo>
                <a:lnTo>
                  <a:pt x="655" y="957"/>
                </a:lnTo>
                <a:lnTo>
                  <a:pt x="655" y="956"/>
                </a:lnTo>
                <a:lnTo>
                  <a:pt x="656" y="956"/>
                </a:lnTo>
                <a:lnTo>
                  <a:pt x="656" y="955"/>
                </a:lnTo>
                <a:lnTo>
                  <a:pt x="656" y="954"/>
                </a:lnTo>
                <a:lnTo>
                  <a:pt x="655" y="954"/>
                </a:lnTo>
                <a:lnTo>
                  <a:pt x="654" y="953"/>
                </a:lnTo>
                <a:lnTo>
                  <a:pt x="655" y="952"/>
                </a:lnTo>
                <a:lnTo>
                  <a:pt x="655" y="951"/>
                </a:lnTo>
                <a:lnTo>
                  <a:pt x="656" y="951"/>
                </a:lnTo>
                <a:lnTo>
                  <a:pt x="656" y="950"/>
                </a:lnTo>
                <a:lnTo>
                  <a:pt x="656" y="949"/>
                </a:lnTo>
                <a:lnTo>
                  <a:pt x="656" y="948"/>
                </a:lnTo>
                <a:lnTo>
                  <a:pt x="656" y="947"/>
                </a:lnTo>
                <a:lnTo>
                  <a:pt x="655" y="946"/>
                </a:lnTo>
                <a:lnTo>
                  <a:pt x="655" y="945"/>
                </a:lnTo>
                <a:lnTo>
                  <a:pt x="654" y="945"/>
                </a:lnTo>
                <a:lnTo>
                  <a:pt x="655" y="944"/>
                </a:lnTo>
                <a:lnTo>
                  <a:pt x="655" y="945"/>
                </a:lnTo>
                <a:lnTo>
                  <a:pt x="656" y="945"/>
                </a:lnTo>
                <a:lnTo>
                  <a:pt x="656" y="944"/>
                </a:lnTo>
                <a:lnTo>
                  <a:pt x="656" y="942"/>
                </a:lnTo>
                <a:lnTo>
                  <a:pt x="657" y="942"/>
                </a:lnTo>
                <a:lnTo>
                  <a:pt x="657" y="941"/>
                </a:lnTo>
                <a:lnTo>
                  <a:pt x="656" y="940"/>
                </a:lnTo>
                <a:lnTo>
                  <a:pt x="656" y="939"/>
                </a:lnTo>
                <a:lnTo>
                  <a:pt x="655" y="939"/>
                </a:lnTo>
                <a:lnTo>
                  <a:pt x="655" y="938"/>
                </a:lnTo>
                <a:lnTo>
                  <a:pt x="655" y="937"/>
                </a:lnTo>
                <a:lnTo>
                  <a:pt x="655" y="936"/>
                </a:lnTo>
                <a:lnTo>
                  <a:pt x="655" y="935"/>
                </a:lnTo>
                <a:lnTo>
                  <a:pt x="654" y="935"/>
                </a:lnTo>
                <a:lnTo>
                  <a:pt x="654" y="934"/>
                </a:lnTo>
                <a:lnTo>
                  <a:pt x="653" y="934"/>
                </a:lnTo>
                <a:lnTo>
                  <a:pt x="653" y="933"/>
                </a:lnTo>
                <a:lnTo>
                  <a:pt x="653" y="932"/>
                </a:lnTo>
                <a:lnTo>
                  <a:pt x="652" y="932"/>
                </a:lnTo>
                <a:lnTo>
                  <a:pt x="652" y="931"/>
                </a:lnTo>
                <a:lnTo>
                  <a:pt x="651" y="931"/>
                </a:lnTo>
                <a:lnTo>
                  <a:pt x="651" y="930"/>
                </a:lnTo>
                <a:lnTo>
                  <a:pt x="650" y="930"/>
                </a:lnTo>
                <a:lnTo>
                  <a:pt x="649" y="930"/>
                </a:lnTo>
                <a:lnTo>
                  <a:pt x="648" y="930"/>
                </a:lnTo>
                <a:lnTo>
                  <a:pt x="648" y="929"/>
                </a:lnTo>
                <a:lnTo>
                  <a:pt x="648" y="928"/>
                </a:lnTo>
                <a:lnTo>
                  <a:pt x="647" y="927"/>
                </a:lnTo>
                <a:lnTo>
                  <a:pt x="646" y="927"/>
                </a:lnTo>
                <a:lnTo>
                  <a:pt x="645" y="927"/>
                </a:lnTo>
                <a:lnTo>
                  <a:pt x="644" y="928"/>
                </a:lnTo>
                <a:lnTo>
                  <a:pt x="644" y="929"/>
                </a:lnTo>
                <a:lnTo>
                  <a:pt x="643" y="929"/>
                </a:lnTo>
                <a:lnTo>
                  <a:pt x="642" y="930"/>
                </a:lnTo>
                <a:lnTo>
                  <a:pt x="641" y="930"/>
                </a:lnTo>
                <a:lnTo>
                  <a:pt x="640" y="930"/>
                </a:lnTo>
                <a:lnTo>
                  <a:pt x="640" y="931"/>
                </a:lnTo>
                <a:lnTo>
                  <a:pt x="640" y="932"/>
                </a:lnTo>
                <a:lnTo>
                  <a:pt x="639" y="932"/>
                </a:lnTo>
                <a:lnTo>
                  <a:pt x="638" y="933"/>
                </a:lnTo>
                <a:lnTo>
                  <a:pt x="637" y="933"/>
                </a:lnTo>
                <a:lnTo>
                  <a:pt x="637" y="934"/>
                </a:lnTo>
                <a:lnTo>
                  <a:pt x="636" y="934"/>
                </a:lnTo>
                <a:lnTo>
                  <a:pt x="634" y="934"/>
                </a:lnTo>
                <a:lnTo>
                  <a:pt x="633" y="934"/>
                </a:lnTo>
                <a:lnTo>
                  <a:pt x="633" y="935"/>
                </a:lnTo>
                <a:lnTo>
                  <a:pt x="632" y="936"/>
                </a:lnTo>
                <a:lnTo>
                  <a:pt x="632" y="937"/>
                </a:lnTo>
                <a:lnTo>
                  <a:pt x="632" y="938"/>
                </a:lnTo>
                <a:lnTo>
                  <a:pt x="631" y="939"/>
                </a:lnTo>
                <a:lnTo>
                  <a:pt x="631" y="940"/>
                </a:lnTo>
                <a:lnTo>
                  <a:pt x="631" y="941"/>
                </a:lnTo>
                <a:lnTo>
                  <a:pt x="631" y="942"/>
                </a:lnTo>
                <a:lnTo>
                  <a:pt x="631" y="943"/>
                </a:lnTo>
                <a:lnTo>
                  <a:pt x="630" y="943"/>
                </a:lnTo>
                <a:lnTo>
                  <a:pt x="629" y="944"/>
                </a:lnTo>
                <a:lnTo>
                  <a:pt x="628" y="944"/>
                </a:lnTo>
                <a:lnTo>
                  <a:pt x="628" y="943"/>
                </a:lnTo>
                <a:lnTo>
                  <a:pt x="627" y="943"/>
                </a:lnTo>
                <a:lnTo>
                  <a:pt x="626" y="943"/>
                </a:lnTo>
                <a:lnTo>
                  <a:pt x="625" y="944"/>
                </a:lnTo>
                <a:lnTo>
                  <a:pt x="624" y="943"/>
                </a:lnTo>
                <a:lnTo>
                  <a:pt x="623" y="943"/>
                </a:lnTo>
                <a:lnTo>
                  <a:pt x="622" y="943"/>
                </a:lnTo>
                <a:lnTo>
                  <a:pt x="620" y="942"/>
                </a:lnTo>
                <a:lnTo>
                  <a:pt x="620" y="941"/>
                </a:lnTo>
                <a:lnTo>
                  <a:pt x="620" y="942"/>
                </a:lnTo>
                <a:lnTo>
                  <a:pt x="619" y="943"/>
                </a:lnTo>
                <a:lnTo>
                  <a:pt x="618" y="944"/>
                </a:lnTo>
                <a:lnTo>
                  <a:pt x="619" y="944"/>
                </a:lnTo>
                <a:lnTo>
                  <a:pt x="619" y="945"/>
                </a:lnTo>
                <a:lnTo>
                  <a:pt x="619" y="946"/>
                </a:lnTo>
                <a:lnTo>
                  <a:pt x="619" y="947"/>
                </a:lnTo>
                <a:lnTo>
                  <a:pt x="619" y="948"/>
                </a:lnTo>
                <a:lnTo>
                  <a:pt x="621" y="948"/>
                </a:lnTo>
                <a:lnTo>
                  <a:pt x="621" y="949"/>
                </a:lnTo>
                <a:lnTo>
                  <a:pt x="621" y="950"/>
                </a:lnTo>
                <a:lnTo>
                  <a:pt x="622" y="950"/>
                </a:lnTo>
                <a:lnTo>
                  <a:pt x="622" y="949"/>
                </a:lnTo>
                <a:lnTo>
                  <a:pt x="623" y="949"/>
                </a:lnTo>
                <a:lnTo>
                  <a:pt x="623" y="950"/>
                </a:lnTo>
                <a:lnTo>
                  <a:pt x="622" y="950"/>
                </a:lnTo>
                <a:lnTo>
                  <a:pt x="622" y="951"/>
                </a:lnTo>
                <a:lnTo>
                  <a:pt x="621" y="952"/>
                </a:lnTo>
                <a:lnTo>
                  <a:pt x="620" y="952"/>
                </a:lnTo>
                <a:lnTo>
                  <a:pt x="619" y="953"/>
                </a:lnTo>
                <a:lnTo>
                  <a:pt x="619" y="954"/>
                </a:lnTo>
                <a:lnTo>
                  <a:pt x="620" y="954"/>
                </a:lnTo>
                <a:lnTo>
                  <a:pt x="621" y="954"/>
                </a:lnTo>
                <a:lnTo>
                  <a:pt x="622" y="954"/>
                </a:lnTo>
                <a:lnTo>
                  <a:pt x="622" y="955"/>
                </a:lnTo>
                <a:lnTo>
                  <a:pt x="621" y="955"/>
                </a:lnTo>
                <a:lnTo>
                  <a:pt x="622" y="956"/>
                </a:lnTo>
                <a:lnTo>
                  <a:pt x="623" y="956"/>
                </a:lnTo>
                <a:lnTo>
                  <a:pt x="623" y="957"/>
                </a:lnTo>
                <a:lnTo>
                  <a:pt x="623" y="958"/>
                </a:lnTo>
                <a:lnTo>
                  <a:pt x="622" y="958"/>
                </a:lnTo>
                <a:lnTo>
                  <a:pt x="622" y="959"/>
                </a:lnTo>
                <a:lnTo>
                  <a:pt x="622" y="960"/>
                </a:lnTo>
                <a:lnTo>
                  <a:pt x="622" y="961"/>
                </a:lnTo>
                <a:lnTo>
                  <a:pt x="621" y="961"/>
                </a:lnTo>
                <a:lnTo>
                  <a:pt x="620" y="961"/>
                </a:lnTo>
                <a:lnTo>
                  <a:pt x="620" y="962"/>
                </a:lnTo>
                <a:lnTo>
                  <a:pt x="619" y="962"/>
                </a:lnTo>
                <a:lnTo>
                  <a:pt x="619" y="963"/>
                </a:lnTo>
                <a:lnTo>
                  <a:pt x="620" y="963"/>
                </a:lnTo>
                <a:lnTo>
                  <a:pt x="621" y="963"/>
                </a:lnTo>
                <a:lnTo>
                  <a:pt x="621" y="964"/>
                </a:lnTo>
                <a:lnTo>
                  <a:pt x="621" y="965"/>
                </a:lnTo>
                <a:lnTo>
                  <a:pt x="622" y="965"/>
                </a:lnTo>
                <a:lnTo>
                  <a:pt x="622" y="966"/>
                </a:lnTo>
                <a:lnTo>
                  <a:pt x="623" y="966"/>
                </a:lnTo>
                <a:lnTo>
                  <a:pt x="622" y="966"/>
                </a:lnTo>
                <a:lnTo>
                  <a:pt x="621" y="966"/>
                </a:lnTo>
                <a:lnTo>
                  <a:pt x="621" y="967"/>
                </a:lnTo>
                <a:lnTo>
                  <a:pt x="620" y="967"/>
                </a:lnTo>
                <a:lnTo>
                  <a:pt x="619" y="968"/>
                </a:lnTo>
                <a:lnTo>
                  <a:pt x="618" y="969"/>
                </a:lnTo>
                <a:lnTo>
                  <a:pt x="617" y="969"/>
                </a:lnTo>
                <a:lnTo>
                  <a:pt x="616" y="969"/>
                </a:lnTo>
                <a:lnTo>
                  <a:pt x="615" y="969"/>
                </a:lnTo>
                <a:lnTo>
                  <a:pt x="615" y="970"/>
                </a:lnTo>
                <a:lnTo>
                  <a:pt x="614" y="970"/>
                </a:lnTo>
                <a:lnTo>
                  <a:pt x="613" y="970"/>
                </a:lnTo>
                <a:lnTo>
                  <a:pt x="611" y="970"/>
                </a:lnTo>
                <a:lnTo>
                  <a:pt x="610" y="971"/>
                </a:lnTo>
                <a:lnTo>
                  <a:pt x="609" y="971"/>
                </a:lnTo>
                <a:lnTo>
                  <a:pt x="608" y="972"/>
                </a:lnTo>
                <a:lnTo>
                  <a:pt x="607" y="972"/>
                </a:lnTo>
                <a:lnTo>
                  <a:pt x="606" y="972"/>
                </a:lnTo>
                <a:lnTo>
                  <a:pt x="606" y="973"/>
                </a:lnTo>
                <a:lnTo>
                  <a:pt x="605" y="973"/>
                </a:lnTo>
                <a:lnTo>
                  <a:pt x="604" y="973"/>
                </a:lnTo>
                <a:lnTo>
                  <a:pt x="603" y="973"/>
                </a:lnTo>
                <a:lnTo>
                  <a:pt x="602" y="973"/>
                </a:lnTo>
                <a:lnTo>
                  <a:pt x="601" y="973"/>
                </a:lnTo>
                <a:lnTo>
                  <a:pt x="600" y="972"/>
                </a:lnTo>
                <a:lnTo>
                  <a:pt x="600" y="971"/>
                </a:lnTo>
                <a:lnTo>
                  <a:pt x="599" y="971"/>
                </a:lnTo>
                <a:lnTo>
                  <a:pt x="597" y="971"/>
                </a:lnTo>
                <a:lnTo>
                  <a:pt x="596" y="971"/>
                </a:lnTo>
                <a:lnTo>
                  <a:pt x="595" y="972"/>
                </a:lnTo>
                <a:lnTo>
                  <a:pt x="594" y="972"/>
                </a:lnTo>
                <a:lnTo>
                  <a:pt x="593" y="972"/>
                </a:lnTo>
                <a:lnTo>
                  <a:pt x="593" y="971"/>
                </a:lnTo>
                <a:lnTo>
                  <a:pt x="592" y="971"/>
                </a:lnTo>
                <a:lnTo>
                  <a:pt x="591" y="971"/>
                </a:lnTo>
                <a:lnTo>
                  <a:pt x="591" y="970"/>
                </a:lnTo>
                <a:lnTo>
                  <a:pt x="590" y="970"/>
                </a:lnTo>
                <a:lnTo>
                  <a:pt x="589" y="969"/>
                </a:lnTo>
                <a:lnTo>
                  <a:pt x="590" y="969"/>
                </a:lnTo>
                <a:lnTo>
                  <a:pt x="590" y="968"/>
                </a:lnTo>
                <a:lnTo>
                  <a:pt x="590" y="967"/>
                </a:lnTo>
                <a:lnTo>
                  <a:pt x="589" y="967"/>
                </a:lnTo>
                <a:lnTo>
                  <a:pt x="590" y="967"/>
                </a:lnTo>
                <a:lnTo>
                  <a:pt x="590" y="966"/>
                </a:lnTo>
                <a:lnTo>
                  <a:pt x="589" y="966"/>
                </a:lnTo>
                <a:lnTo>
                  <a:pt x="589" y="965"/>
                </a:lnTo>
                <a:lnTo>
                  <a:pt x="589" y="964"/>
                </a:lnTo>
                <a:lnTo>
                  <a:pt x="589" y="963"/>
                </a:lnTo>
                <a:lnTo>
                  <a:pt x="588" y="963"/>
                </a:lnTo>
                <a:lnTo>
                  <a:pt x="589" y="962"/>
                </a:lnTo>
                <a:lnTo>
                  <a:pt x="589" y="961"/>
                </a:lnTo>
                <a:lnTo>
                  <a:pt x="589" y="960"/>
                </a:lnTo>
                <a:lnTo>
                  <a:pt x="589" y="959"/>
                </a:lnTo>
                <a:lnTo>
                  <a:pt x="588" y="959"/>
                </a:lnTo>
                <a:lnTo>
                  <a:pt x="587" y="960"/>
                </a:lnTo>
                <a:lnTo>
                  <a:pt x="587" y="961"/>
                </a:lnTo>
                <a:lnTo>
                  <a:pt x="586" y="962"/>
                </a:lnTo>
                <a:lnTo>
                  <a:pt x="585" y="962"/>
                </a:lnTo>
                <a:lnTo>
                  <a:pt x="584" y="962"/>
                </a:lnTo>
                <a:lnTo>
                  <a:pt x="584" y="961"/>
                </a:lnTo>
                <a:lnTo>
                  <a:pt x="583" y="961"/>
                </a:lnTo>
                <a:lnTo>
                  <a:pt x="582" y="961"/>
                </a:lnTo>
                <a:lnTo>
                  <a:pt x="581" y="960"/>
                </a:lnTo>
                <a:lnTo>
                  <a:pt x="581" y="961"/>
                </a:lnTo>
                <a:lnTo>
                  <a:pt x="580" y="960"/>
                </a:lnTo>
                <a:lnTo>
                  <a:pt x="579" y="960"/>
                </a:lnTo>
                <a:lnTo>
                  <a:pt x="579" y="959"/>
                </a:lnTo>
                <a:lnTo>
                  <a:pt x="578" y="958"/>
                </a:lnTo>
                <a:lnTo>
                  <a:pt x="578" y="957"/>
                </a:lnTo>
                <a:lnTo>
                  <a:pt x="577" y="957"/>
                </a:lnTo>
                <a:lnTo>
                  <a:pt x="577" y="956"/>
                </a:lnTo>
                <a:lnTo>
                  <a:pt x="577" y="955"/>
                </a:lnTo>
                <a:lnTo>
                  <a:pt x="578" y="955"/>
                </a:lnTo>
                <a:lnTo>
                  <a:pt x="578" y="954"/>
                </a:lnTo>
                <a:lnTo>
                  <a:pt x="579" y="954"/>
                </a:lnTo>
                <a:lnTo>
                  <a:pt x="579" y="953"/>
                </a:lnTo>
                <a:lnTo>
                  <a:pt x="579" y="954"/>
                </a:lnTo>
                <a:lnTo>
                  <a:pt x="580" y="954"/>
                </a:lnTo>
                <a:lnTo>
                  <a:pt x="580" y="953"/>
                </a:lnTo>
                <a:lnTo>
                  <a:pt x="579" y="953"/>
                </a:lnTo>
                <a:lnTo>
                  <a:pt x="579" y="952"/>
                </a:lnTo>
                <a:lnTo>
                  <a:pt x="580" y="951"/>
                </a:lnTo>
                <a:lnTo>
                  <a:pt x="579" y="950"/>
                </a:lnTo>
                <a:lnTo>
                  <a:pt x="578" y="950"/>
                </a:lnTo>
                <a:lnTo>
                  <a:pt x="578" y="949"/>
                </a:lnTo>
                <a:lnTo>
                  <a:pt x="577" y="949"/>
                </a:lnTo>
                <a:lnTo>
                  <a:pt x="577" y="948"/>
                </a:lnTo>
                <a:lnTo>
                  <a:pt x="576" y="948"/>
                </a:lnTo>
                <a:lnTo>
                  <a:pt x="575" y="947"/>
                </a:lnTo>
                <a:lnTo>
                  <a:pt x="575" y="946"/>
                </a:lnTo>
                <a:lnTo>
                  <a:pt x="574" y="946"/>
                </a:lnTo>
                <a:lnTo>
                  <a:pt x="574" y="945"/>
                </a:lnTo>
                <a:lnTo>
                  <a:pt x="573" y="944"/>
                </a:lnTo>
                <a:lnTo>
                  <a:pt x="572" y="944"/>
                </a:lnTo>
                <a:lnTo>
                  <a:pt x="572" y="943"/>
                </a:lnTo>
                <a:lnTo>
                  <a:pt x="571" y="943"/>
                </a:lnTo>
                <a:lnTo>
                  <a:pt x="570" y="943"/>
                </a:lnTo>
                <a:lnTo>
                  <a:pt x="570" y="942"/>
                </a:lnTo>
                <a:lnTo>
                  <a:pt x="571" y="942"/>
                </a:lnTo>
                <a:lnTo>
                  <a:pt x="571" y="941"/>
                </a:lnTo>
                <a:lnTo>
                  <a:pt x="570" y="941"/>
                </a:lnTo>
                <a:lnTo>
                  <a:pt x="570" y="940"/>
                </a:lnTo>
                <a:lnTo>
                  <a:pt x="569" y="940"/>
                </a:lnTo>
                <a:lnTo>
                  <a:pt x="569" y="939"/>
                </a:lnTo>
                <a:lnTo>
                  <a:pt x="568" y="939"/>
                </a:lnTo>
                <a:lnTo>
                  <a:pt x="567" y="939"/>
                </a:lnTo>
                <a:lnTo>
                  <a:pt x="567" y="938"/>
                </a:lnTo>
                <a:lnTo>
                  <a:pt x="568" y="937"/>
                </a:lnTo>
                <a:lnTo>
                  <a:pt x="569" y="936"/>
                </a:lnTo>
                <a:lnTo>
                  <a:pt x="569" y="935"/>
                </a:lnTo>
                <a:lnTo>
                  <a:pt x="569" y="934"/>
                </a:lnTo>
                <a:lnTo>
                  <a:pt x="568" y="933"/>
                </a:lnTo>
                <a:lnTo>
                  <a:pt x="567" y="933"/>
                </a:lnTo>
                <a:lnTo>
                  <a:pt x="566" y="932"/>
                </a:lnTo>
                <a:lnTo>
                  <a:pt x="566" y="931"/>
                </a:lnTo>
                <a:lnTo>
                  <a:pt x="565" y="930"/>
                </a:lnTo>
                <a:lnTo>
                  <a:pt x="566" y="929"/>
                </a:lnTo>
                <a:lnTo>
                  <a:pt x="566" y="928"/>
                </a:lnTo>
                <a:lnTo>
                  <a:pt x="566" y="927"/>
                </a:lnTo>
                <a:lnTo>
                  <a:pt x="565" y="927"/>
                </a:lnTo>
                <a:lnTo>
                  <a:pt x="566" y="927"/>
                </a:lnTo>
                <a:lnTo>
                  <a:pt x="566" y="926"/>
                </a:lnTo>
                <a:lnTo>
                  <a:pt x="567" y="926"/>
                </a:lnTo>
                <a:lnTo>
                  <a:pt x="569" y="926"/>
                </a:lnTo>
                <a:lnTo>
                  <a:pt x="570" y="926"/>
                </a:lnTo>
                <a:lnTo>
                  <a:pt x="571" y="926"/>
                </a:lnTo>
                <a:lnTo>
                  <a:pt x="572" y="926"/>
                </a:lnTo>
                <a:lnTo>
                  <a:pt x="573" y="925"/>
                </a:lnTo>
                <a:lnTo>
                  <a:pt x="573" y="924"/>
                </a:lnTo>
                <a:lnTo>
                  <a:pt x="574" y="924"/>
                </a:lnTo>
                <a:lnTo>
                  <a:pt x="574" y="923"/>
                </a:lnTo>
                <a:lnTo>
                  <a:pt x="575" y="923"/>
                </a:lnTo>
                <a:lnTo>
                  <a:pt x="575" y="922"/>
                </a:lnTo>
                <a:lnTo>
                  <a:pt x="574" y="922"/>
                </a:lnTo>
                <a:lnTo>
                  <a:pt x="574" y="921"/>
                </a:lnTo>
                <a:lnTo>
                  <a:pt x="573" y="921"/>
                </a:lnTo>
                <a:lnTo>
                  <a:pt x="572" y="921"/>
                </a:lnTo>
                <a:lnTo>
                  <a:pt x="571" y="921"/>
                </a:lnTo>
                <a:lnTo>
                  <a:pt x="571" y="920"/>
                </a:lnTo>
                <a:lnTo>
                  <a:pt x="570" y="920"/>
                </a:lnTo>
                <a:lnTo>
                  <a:pt x="569" y="920"/>
                </a:lnTo>
                <a:lnTo>
                  <a:pt x="569" y="919"/>
                </a:lnTo>
                <a:lnTo>
                  <a:pt x="568" y="918"/>
                </a:lnTo>
                <a:lnTo>
                  <a:pt x="567" y="918"/>
                </a:lnTo>
                <a:lnTo>
                  <a:pt x="566" y="918"/>
                </a:lnTo>
                <a:lnTo>
                  <a:pt x="566" y="917"/>
                </a:lnTo>
                <a:lnTo>
                  <a:pt x="564" y="917"/>
                </a:lnTo>
                <a:lnTo>
                  <a:pt x="563" y="917"/>
                </a:lnTo>
                <a:lnTo>
                  <a:pt x="562" y="917"/>
                </a:lnTo>
                <a:lnTo>
                  <a:pt x="561" y="916"/>
                </a:lnTo>
                <a:lnTo>
                  <a:pt x="560" y="916"/>
                </a:lnTo>
                <a:lnTo>
                  <a:pt x="560" y="915"/>
                </a:lnTo>
                <a:lnTo>
                  <a:pt x="559" y="915"/>
                </a:lnTo>
                <a:lnTo>
                  <a:pt x="558" y="915"/>
                </a:lnTo>
                <a:lnTo>
                  <a:pt x="557" y="915"/>
                </a:lnTo>
                <a:lnTo>
                  <a:pt x="555" y="915"/>
                </a:lnTo>
                <a:lnTo>
                  <a:pt x="553" y="915"/>
                </a:lnTo>
                <a:lnTo>
                  <a:pt x="552" y="914"/>
                </a:lnTo>
                <a:lnTo>
                  <a:pt x="551" y="914"/>
                </a:lnTo>
                <a:lnTo>
                  <a:pt x="549" y="914"/>
                </a:lnTo>
                <a:lnTo>
                  <a:pt x="548" y="914"/>
                </a:lnTo>
                <a:lnTo>
                  <a:pt x="548" y="915"/>
                </a:lnTo>
                <a:lnTo>
                  <a:pt x="548" y="916"/>
                </a:lnTo>
                <a:lnTo>
                  <a:pt x="547" y="917"/>
                </a:lnTo>
                <a:lnTo>
                  <a:pt x="546" y="917"/>
                </a:lnTo>
                <a:lnTo>
                  <a:pt x="546" y="916"/>
                </a:lnTo>
                <a:lnTo>
                  <a:pt x="545" y="916"/>
                </a:lnTo>
                <a:lnTo>
                  <a:pt x="544" y="916"/>
                </a:lnTo>
                <a:lnTo>
                  <a:pt x="543" y="916"/>
                </a:lnTo>
                <a:lnTo>
                  <a:pt x="543" y="915"/>
                </a:lnTo>
                <a:lnTo>
                  <a:pt x="544" y="915"/>
                </a:lnTo>
                <a:lnTo>
                  <a:pt x="544" y="914"/>
                </a:lnTo>
                <a:lnTo>
                  <a:pt x="543" y="914"/>
                </a:lnTo>
                <a:lnTo>
                  <a:pt x="543" y="913"/>
                </a:lnTo>
                <a:lnTo>
                  <a:pt x="542" y="913"/>
                </a:lnTo>
                <a:lnTo>
                  <a:pt x="542" y="914"/>
                </a:lnTo>
                <a:lnTo>
                  <a:pt x="541" y="914"/>
                </a:lnTo>
                <a:lnTo>
                  <a:pt x="540" y="914"/>
                </a:lnTo>
                <a:lnTo>
                  <a:pt x="539" y="914"/>
                </a:lnTo>
                <a:lnTo>
                  <a:pt x="539" y="915"/>
                </a:lnTo>
                <a:lnTo>
                  <a:pt x="538" y="915"/>
                </a:lnTo>
                <a:lnTo>
                  <a:pt x="538" y="916"/>
                </a:lnTo>
                <a:lnTo>
                  <a:pt x="537" y="916"/>
                </a:lnTo>
                <a:lnTo>
                  <a:pt x="537" y="917"/>
                </a:lnTo>
                <a:lnTo>
                  <a:pt x="536" y="917"/>
                </a:lnTo>
                <a:lnTo>
                  <a:pt x="535" y="917"/>
                </a:lnTo>
                <a:lnTo>
                  <a:pt x="534" y="917"/>
                </a:lnTo>
                <a:lnTo>
                  <a:pt x="532" y="917"/>
                </a:lnTo>
                <a:lnTo>
                  <a:pt x="531" y="918"/>
                </a:lnTo>
                <a:lnTo>
                  <a:pt x="532" y="918"/>
                </a:lnTo>
                <a:lnTo>
                  <a:pt x="531" y="919"/>
                </a:lnTo>
                <a:lnTo>
                  <a:pt x="529" y="921"/>
                </a:lnTo>
                <a:lnTo>
                  <a:pt x="528" y="922"/>
                </a:lnTo>
                <a:lnTo>
                  <a:pt x="528" y="921"/>
                </a:lnTo>
                <a:lnTo>
                  <a:pt x="527" y="920"/>
                </a:lnTo>
                <a:lnTo>
                  <a:pt x="527" y="919"/>
                </a:lnTo>
                <a:lnTo>
                  <a:pt x="526" y="919"/>
                </a:lnTo>
                <a:lnTo>
                  <a:pt x="526" y="918"/>
                </a:lnTo>
                <a:lnTo>
                  <a:pt x="526" y="917"/>
                </a:lnTo>
                <a:lnTo>
                  <a:pt x="527" y="917"/>
                </a:lnTo>
                <a:lnTo>
                  <a:pt x="527" y="916"/>
                </a:lnTo>
                <a:lnTo>
                  <a:pt x="527" y="915"/>
                </a:lnTo>
                <a:lnTo>
                  <a:pt x="527" y="914"/>
                </a:lnTo>
                <a:lnTo>
                  <a:pt x="527" y="913"/>
                </a:lnTo>
                <a:lnTo>
                  <a:pt x="527" y="912"/>
                </a:lnTo>
                <a:lnTo>
                  <a:pt x="526" y="912"/>
                </a:lnTo>
                <a:lnTo>
                  <a:pt x="526" y="911"/>
                </a:lnTo>
                <a:lnTo>
                  <a:pt x="526" y="910"/>
                </a:lnTo>
                <a:lnTo>
                  <a:pt x="527" y="909"/>
                </a:lnTo>
                <a:lnTo>
                  <a:pt x="527" y="908"/>
                </a:lnTo>
                <a:lnTo>
                  <a:pt x="527" y="907"/>
                </a:lnTo>
                <a:lnTo>
                  <a:pt x="527" y="906"/>
                </a:lnTo>
                <a:lnTo>
                  <a:pt x="526" y="906"/>
                </a:lnTo>
                <a:lnTo>
                  <a:pt x="526" y="905"/>
                </a:lnTo>
                <a:lnTo>
                  <a:pt x="525" y="904"/>
                </a:lnTo>
                <a:lnTo>
                  <a:pt x="525" y="903"/>
                </a:lnTo>
                <a:lnTo>
                  <a:pt x="524" y="903"/>
                </a:lnTo>
                <a:lnTo>
                  <a:pt x="524" y="902"/>
                </a:lnTo>
                <a:lnTo>
                  <a:pt x="523" y="901"/>
                </a:lnTo>
                <a:lnTo>
                  <a:pt x="523" y="900"/>
                </a:lnTo>
                <a:lnTo>
                  <a:pt x="523" y="899"/>
                </a:lnTo>
                <a:lnTo>
                  <a:pt x="523" y="898"/>
                </a:lnTo>
                <a:lnTo>
                  <a:pt x="522" y="897"/>
                </a:lnTo>
                <a:lnTo>
                  <a:pt x="522" y="896"/>
                </a:lnTo>
                <a:lnTo>
                  <a:pt x="522" y="895"/>
                </a:lnTo>
                <a:lnTo>
                  <a:pt x="523" y="894"/>
                </a:lnTo>
                <a:lnTo>
                  <a:pt x="523" y="893"/>
                </a:lnTo>
                <a:lnTo>
                  <a:pt x="524" y="892"/>
                </a:lnTo>
                <a:lnTo>
                  <a:pt x="524" y="891"/>
                </a:lnTo>
                <a:lnTo>
                  <a:pt x="524" y="890"/>
                </a:lnTo>
                <a:lnTo>
                  <a:pt x="524" y="889"/>
                </a:lnTo>
                <a:lnTo>
                  <a:pt x="524" y="888"/>
                </a:lnTo>
                <a:lnTo>
                  <a:pt x="525" y="888"/>
                </a:lnTo>
                <a:lnTo>
                  <a:pt x="526" y="888"/>
                </a:lnTo>
                <a:lnTo>
                  <a:pt x="527" y="887"/>
                </a:lnTo>
                <a:lnTo>
                  <a:pt x="528" y="887"/>
                </a:lnTo>
                <a:lnTo>
                  <a:pt x="529" y="887"/>
                </a:lnTo>
                <a:lnTo>
                  <a:pt x="530" y="887"/>
                </a:lnTo>
                <a:lnTo>
                  <a:pt x="530" y="886"/>
                </a:lnTo>
                <a:lnTo>
                  <a:pt x="530" y="885"/>
                </a:lnTo>
                <a:lnTo>
                  <a:pt x="531" y="886"/>
                </a:lnTo>
                <a:lnTo>
                  <a:pt x="531" y="885"/>
                </a:lnTo>
                <a:lnTo>
                  <a:pt x="531" y="884"/>
                </a:lnTo>
                <a:lnTo>
                  <a:pt x="531" y="883"/>
                </a:lnTo>
                <a:lnTo>
                  <a:pt x="532" y="883"/>
                </a:lnTo>
                <a:lnTo>
                  <a:pt x="531" y="882"/>
                </a:lnTo>
                <a:lnTo>
                  <a:pt x="530" y="882"/>
                </a:lnTo>
                <a:lnTo>
                  <a:pt x="530" y="881"/>
                </a:lnTo>
                <a:lnTo>
                  <a:pt x="531" y="881"/>
                </a:lnTo>
                <a:lnTo>
                  <a:pt x="530" y="881"/>
                </a:lnTo>
                <a:lnTo>
                  <a:pt x="530" y="880"/>
                </a:lnTo>
                <a:lnTo>
                  <a:pt x="529" y="879"/>
                </a:lnTo>
                <a:lnTo>
                  <a:pt x="529" y="878"/>
                </a:lnTo>
                <a:lnTo>
                  <a:pt x="528" y="878"/>
                </a:lnTo>
                <a:lnTo>
                  <a:pt x="527" y="878"/>
                </a:lnTo>
                <a:lnTo>
                  <a:pt x="527" y="877"/>
                </a:lnTo>
                <a:lnTo>
                  <a:pt x="528" y="877"/>
                </a:lnTo>
                <a:lnTo>
                  <a:pt x="528" y="876"/>
                </a:lnTo>
                <a:lnTo>
                  <a:pt x="527" y="876"/>
                </a:lnTo>
                <a:lnTo>
                  <a:pt x="526" y="876"/>
                </a:lnTo>
                <a:lnTo>
                  <a:pt x="527" y="876"/>
                </a:lnTo>
                <a:lnTo>
                  <a:pt x="526" y="875"/>
                </a:lnTo>
                <a:lnTo>
                  <a:pt x="525" y="875"/>
                </a:lnTo>
                <a:lnTo>
                  <a:pt x="525" y="874"/>
                </a:lnTo>
                <a:lnTo>
                  <a:pt x="524" y="873"/>
                </a:lnTo>
                <a:lnTo>
                  <a:pt x="523" y="872"/>
                </a:lnTo>
                <a:lnTo>
                  <a:pt x="522" y="870"/>
                </a:lnTo>
                <a:lnTo>
                  <a:pt x="521" y="870"/>
                </a:lnTo>
                <a:lnTo>
                  <a:pt x="520" y="869"/>
                </a:lnTo>
                <a:lnTo>
                  <a:pt x="521" y="868"/>
                </a:lnTo>
                <a:lnTo>
                  <a:pt x="521" y="867"/>
                </a:lnTo>
                <a:lnTo>
                  <a:pt x="522" y="866"/>
                </a:lnTo>
                <a:lnTo>
                  <a:pt x="521" y="866"/>
                </a:lnTo>
                <a:lnTo>
                  <a:pt x="521" y="865"/>
                </a:lnTo>
                <a:lnTo>
                  <a:pt x="520" y="865"/>
                </a:lnTo>
                <a:lnTo>
                  <a:pt x="519" y="865"/>
                </a:lnTo>
                <a:lnTo>
                  <a:pt x="520" y="864"/>
                </a:lnTo>
                <a:lnTo>
                  <a:pt x="520" y="863"/>
                </a:lnTo>
                <a:lnTo>
                  <a:pt x="519" y="863"/>
                </a:lnTo>
                <a:lnTo>
                  <a:pt x="518" y="863"/>
                </a:lnTo>
                <a:lnTo>
                  <a:pt x="517" y="863"/>
                </a:lnTo>
                <a:lnTo>
                  <a:pt x="516" y="863"/>
                </a:lnTo>
                <a:lnTo>
                  <a:pt x="515" y="863"/>
                </a:lnTo>
                <a:lnTo>
                  <a:pt x="514" y="863"/>
                </a:lnTo>
                <a:lnTo>
                  <a:pt x="513" y="863"/>
                </a:lnTo>
                <a:lnTo>
                  <a:pt x="512" y="863"/>
                </a:lnTo>
                <a:lnTo>
                  <a:pt x="511" y="863"/>
                </a:lnTo>
                <a:lnTo>
                  <a:pt x="510" y="863"/>
                </a:lnTo>
                <a:lnTo>
                  <a:pt x="509" y="864"/>
                </a:lnTo>
                <a:lnTo>
                  <a:pt x="508" y="863"/>
                </a:lnTo>
                <a:lnTo>
                  <a:pt x="508" y="862"/>
                </a:lnTo>
                <a:lnTo>
                  <a:pt x="507" y="862"/>
                </a:lnTo>
                <a:lnTo>
                  <a:pt x="507" y="863"/>
                </a:lnTo>
                <a:lnTo>
                  <a:pt x="506" y="863"/>
                </a:lnTo>
                <a:lnTo>
                  <a:pt x="505" y="863"/>
                </a:lnTo>
                <a:lnTo>
                  <a:pt x="505" y="864"/>
                </a:lnTo>
                <a:lnTo>
                  <a:pt x="505" y="863"/>
                </a:lnTo>
                <a:lnTo>
                  <a:pt x="504" y="863"/>
                </a:lnTo>
                <a:lnTo>
                  <a:pt x="504" y="862"/>
                </a:lnTo>
                <a:lnTo>
                  <a:pt x="504" y="861"/>
                </a:lnTo>
                <a:lnTo>
                  <a:pt x="503" y="861"/>
                </a:lnTo>
                <a:lnTo>
                  <a:pt x="503" y="860"/>
                </a:lnTo>
                <a:lnTo>
                  <a:pt x="502" y="860"/>
                </a:lnTo>
                <a:lnTo>
                  <a:pt x="502" y="859"/>
                </a:lnTo>
                <a:lnTo>
                  <a:pt x="501" y="859"/>
                </a:lnTo>
                <a:lnTo>
                  <a:pt x="500" y="859"/>
                </a:lnTo>
                <a:lnTo>
                  <a:pt x="499" y="859"/>
                </a:lnTo>
                <a:lnTo>
                  <a:pt x="500" y="858"/>
                </a:lnTo>
                <a:lnTo>
                  <a:pt x="499" y="858"/>
                </a:lnTo>
                <a:lnTo>
                  <a:pt x="498" y="858"/>
                </a:lnTo>
                <a:lnTo>
                  <a:pt x="497" y="858"/>
                </a:lnTo>
                <a:lnTo>
                  <a:pt x="496" y="858"/>
                </a:lnTo>
                <a:lnTo>
                  <a:pt x="495" y="858"/>
                </a:lnTo>
                <a:lnTo>
                  <a:pt x="495" y="857"/>
                </a:lnTo>
                <a:lnTo>
                  <a:pt x="493" y="857"/>
                </a:lnTo>
                <a:lnTo>
                  <a:pt x="493" y="856"/>
                </a:lnTo>
                <a:lnTo>
                  <a:pt x="492" y="856"/>
                </a:lnTo>
                <a:lnTo>
                  <a:pt x="491" y="856"/>
                </a:lnTo>
                <a:lnTo>
                  <a:pt x="491" y="855"/>
                </a:lnTo>
                <a:lnTo>
                  <a:pt x="492" y="855"/>
                </a:lnTo>
                <a:lnTo>
                  <a:pt x="492" y="854"/>
                </a:lnTo>
                <a:lnTo>
                  <a:pt x="491" y="854"/>
                </a:lnTo>
                <a:lnTo>
                  <a:pt x="490" y="854"/>
                </a:lnTo>
                <a:lnTo>
                  <a:pt x="490" y="853"/>
                </a:lnTo>
                <a:lnTo>
                  <a:pt x="489" y="853"/>
                </a:lnTo>
                <a:lnTo>
                  <a:pt x="488" y="853"/>
                </a:lnTo>
                <a:lnTo>
                  <a:pt x="487" y="853"/>
                </a:lnTo>
                <a:lnTo>
                  <a:pt x="487" y="852"/>
                </a:lnTo>
                <a:lnTo>
                  <a:pt x="486" y="852"/>
                </a:lnTo>
                <a:lnTo>
                  <a:pt x="484" y="852"/>
                </a:lnTo>
                <a:lnTo>
                  <a:pt x="483" y="852"/>
                </a:lnTo>
                <a:lnTo>
                  <a:pt x="483" y="853"/>
                </a:lnTo>
                <a:lnTo>
                  <a:pt x="482" y="853"/>
                </a:lnTo>
                <a:lnTo>
                  <a:pt x="481" y="853"/>
                </a:lnTo>
                <a:lnTo>
                  <a:pt x="481" y="852"/>
                </a:lnTo>
                <a:lnTo>
                  <a:pt x="480" y="852"/>
                </a:lnTo>
                <a:lnTo>
                  <a:pt x="480" y="853"/>
                </a:lnTo>
                <a:lnTo>
                  <a:pt x="479" y="853"/>
                </a:lnTo>
                <a:lnTo>
                  <a:pt x="478" y="853"/>
                </a:lnTo>
                <a:lnTo>
                  <a:pt x="476" y="853"/>
                </a:lnTo>
                <a:lnTo>
                  <a:pt x="475" y="853"/>
                </a:lnTo>
                <a:lnTo>
                  <a:pt x="475" y="854"/>
                </a:lnTo>
                <a:lnTo>
                  <a:pt x="474" y="854"/>
                </a:lnTo>
                <a:lnTo>
                  <a:pt x="473" y="854"/>
                </a:lnTo>
                <a:lnTo>
                  <a:pt x="473" y="855"/>
                </a:lnTo>
                <a:lnTo>
                  <a:pt x="472" y="854"/>
                </a:lnTo>
                <a:lnTo>
                  <a:pt x="472" y="853"/>
                </a:lnTo>
                <a:lnTo>
                  <a:pt x="471" y="853"/>
                </a:lnTo>
                <a:lnTo>
                  <a:pt x="471" y="854"/>
                </a:lnTo>
                <a:lnTo>
                  <a:pt x="470" y="855"/>
                </a:lnTo>
                <a:lnTo>
                  <a:pt x="469" y="855"/>
                </a:lnTo>
                <a:lnTo>
                  <a:pt x="468" y="856"/>
                </a:lnTo>
                <a:lnTo>
                  <a:pt x="467" y="856"/>
                </a:lnTo>
                <a:lnTo>
                  <a:pt x="467" y="857"/>
                </a:lnTo>
                <a:lnTo>
                  <a:pt x="466" y="857"/>
                </a:lnTo>
                <a:lnTo>
                  <a:pt x="466" y="858"/>
                </a:lnTo>
                <a:lnTo>
                  <a:pt x="465" y="858"/>
                </a:lnTo>
                <a:lnTo>
                  <a:pt x="464" y="858"/>
                </a:lnTo>
                <a:lnTo>
                  <a:pt x="463" y="858"/>
                </a:lnTo>
                <a:lnTo>
                  <a:pt x="463" y="859"/>
                </a:lnTo>
                <a:lnTo>
                  <a:pt x="462" y="859"/>
                </a:lnTo>
                <a:lnTo>
                  <a:pt x="461" y="859"/>
                </a:lnTo>
                <a:lnTo>
                  <a:pt x="460" y="859"/>
                </a:lnTo>
                <a:lnTo>
                  <a:pt x="460" y="858"/>
                </a:lnTo>
                <a:lnTo>
                  <a:pt x="461" y="858"/>
                </a:lnTo>
                <a:lnTo>
                  <a:pt x="460" y="858"/>
                </a:lnTo>
                <a:lnTo>
                  <a:pt x="459" y="858"/>
                </a:lnTo>
                <a:lnTo>
                  <a:pt x="460" y="859"/>
                </a:lnTo>
                <a:lnTo>
                  <a:pt x="459" y="859"/>
                </a:lnTo>
                <a:lnTo>
                  <a:pt x="459" y="860"/>
                </a:lnTo>
                <a:lnTo>
                  <a:pt x="460" y="860"/>
                </a:lnTo>
                <a:lnTo>
                  <a:pt x="460" y="861"/>
                </a:lnTo>
                <a:lnTo>
                  <a:pt x="459" y="861"/>
                </a:lnTo>
                <a:lnTo>
                  <a:pt x="458" y="861"/>
                </a:lnTo>
                <a:lnTo>
                  <a:pt x="458" y="860"/>
                </a:lnTo>
                <a:lnTo>
                  <a:pt x="457" y="860"/>
                </a:lnTo>
                <a:lnTo>
                  <a:pt x="457" y="861"/>
                </a:lnTo>
                <a:lnTo>
                  <a:pt x="457" y="862"/>
                </a:lnTo>
                <a:lnTo>
                  <a:pt x="456" y="862"/>
                </a:lnTo>
                <a:lnTo>
                  <a:pt x="456" y="863"/>
                </a:lnTo>
                <a:lnTo>
                  <a:pt x="455" y="863"/>
                </a:lnTo>
                <a:lnTo>
                  <a:pt x="454" y="863"/>
                </a:lnTo>
                <a:lnTo>
                  <a:pt x="454" y="862"/>
                </a:lnTo>
                <a:lnTo>
                  <a:pt x="453" y="862"/>
                </a:lnTo>
                <a:lnTo>
                  <a:pt x="453" y="863"/>
                </a:lnTo>
                <a:lnTo>
                  <a:pt x="452" y="862"/>
                </a:lnTo>
                <a:lnTo>
                  <a:pt x="451" y="862"/>
                </a:lnTo>
                <a:lnTo>
                  <a:pt x="450" y="862"/>
                </a:lnTo>
                <a:lnTo>
                  <a:pt x="450" y="863"/>
                </a:lnTo>
                <a:lnTo>
                  <a:pt x="449" y="863"/>
                </a:lnTo>
                <a:lnTo>
                  <a:pt x="449" y="864"/>
                </a:lnTo>
                <a:lnTo>
                  <a:pt x="448" y="864"/>
                </a:lnTo>
                <a:lnTo>
                  <a:pt x="447" y="863"/>
                </a:lnTo>
                <a:lnTo>
                  <a:pt x="447" y="862"/>
                </a:lnTo>
                <a:lnTo>
                  <a:pt x="446" y="862"/>
                </a:lnTo>
                <a:lnTo>
                  <a:pt x="445" y="862"/>
                </a:lnTo>
                <a:lnTo>
                  <a:pt x="445" y="863"/>
                </a:lnTo>
                <a:lnTo>
                  <a:pt x="444" y="863"/>
                </a:lnTo>
                <a:lnTo>
                  <a:pt x="444" y="862"/>
                </a:lnTo>
                <a:lnTo>
                  <a:pt x="444" y="863"/>
                </a:lnTo>
                <a:lnTo>
                  <a:pt x="443" y="863"/>
                </a:lnTo>
                <a:lnTo>
                  <a:pt x="443" y="862"/>
                </a:lnTo>
                <a:lnTo>
                  <a:pt x="442" y="862"/>
                </a:lnTo>
                <a:lnTo>
                  <a:pt x="441" y="862"/>
                </a:lnTo>
                <a:lnTo>
                  <a:pt x="441" y="861"/>
                </a:lnTo>
                <a:lnTo>
                  <a:pt x="441" y="860"/>
                </a:lnTo>
                <a:lnTo>
                  <a:pt x="440" y="861"/>
                </a:lnTo>
                <a:lnTo>
                  <a:pt x="440" y="860"/>
                </a:lnTo>
                <a:lnTo>
                  <a:pt x="439" y="860"/>
                </a:lnTo>
                <a:lnTo>
                  <a:pt x="438" y="860"/>
                </a:lnTo>
                <a:lnTo>
                  <a:pt x="437" y="860"/>
                </a:lnTo>
                <a:lnTo>
                  <a:pt x="436" y="861"/>
                </a:lnTo>
                <a:lnTo>
                  <a:pt x="435" y="861"/>
                </a:lnTo>
                <a:lnTo>
                  <a:pt x="435" y="860"/>
                </a:lnTo>
                <a:lnTo>
                  <a:pt x="434" y="860"/>
                </a:lnTo>
                <a:lnTo>
                  <a:pt x="434" y="861"/>
                </a:lnTo>
                <a:lnTo>
                  <a:pt x="433" y="861"/>
                </a:lnTo>
                <a:lnTo>
                  <a:pt x="433" y="860"/>
                </a:lnTo>
                <a:lnTo>
                  <a:pt x="433" y="859"/>
                </a:lnTo>
                <a:lnTo>
                  <a:pt x="434" y="859"/>
                </a:lnTo>
                <a:lnTo>
                  <a:pt x="433" y="859"/>
                </a:lnTo>
                <a:lnTo>
                  <a:pt x="432" y="859"/>
                </a:lnTo>
                <a:lnTo>
                  <a:pt x="431" y="859"/>
                </a:lnTo>
                <a:lnTo>
                  <a:pt x="432" y="859"/>
                </a:lnTo>
                <a:lnTo>
                  <a:pt x="432" y="858"/>
                </a:lnTo>
                <a:lnTo>
                  <a:pt x="433" y="858"/>
                </a:lnTo>
                <a:lnTo>
                  <a:pt x="433" y="857"/>
                </a:lnTo>
                <a:lnTo>
                  <a:pt x="432" y="857"/>
                </a:lnTo>
                <a:lnTo>
                  <a:pt x="431" y="858"/>
                </a:lnTo>
                <a:lnTo>
                  <a:pt x="430" y="858"/>
                </a:lnTo>
                <a:lnTo>
                  <a:pt x="429" y="857"/>
                </a:lnTo>
                <a:lnTo>
                  <a:pt x="428" y="857"/>
                </a:lnTo>
                <a:lnTo>
                  <a:pt x="427" y="857"/>
                </a:lnTo>
                <a:lnTo>
                  <a:pt x="426" y="857"/>
                </a:lnTo>
                <a:lnTo>
                  <a:pt x="425" y="857"/>
                </a:lnTo>
                <a:lnTo>
                  <a:pt x="425" y="856"/>
                </a:lnTo>
                <a:lnTo>
                  <a:pt x="424" y="856"/>
                </a:lnTo>
                <a:lnTo>
                  <a:pt x="424" y="855"/>
                </a:lnTo>
                <a:lnTo>
                  <a:pt x="423" y="855"/>
                </a:lnTo>
                <a:lnTo>
                  <a:pt x="422" y="855"/>
                </a:lnTo>
                <a:lnTo>
                  <a:pt x="422" y="854"/>
                </a:lnTo>
                <a:lnTo>
                  <a:pt x="421" y="854"/>
                </a:lnTo>
                <a:lnTo>
                  <a:pt x="420" y="854"/>
                </a:lnTo>
                <a:lnTo>
                  <a:pt x="420" y="853"/>
                </a:lnTo>
                <a:lnTo>
                  <a:pt x="419" y="853"/>
                </a:lnTo>
                <a:lnTo>
                  <a:pt x="418" y="853"/>
                </a:lnTo>
                <a:lnTo>
                  <a:pt x="417" y="853"/>
                </a:lnTo>
                <a:lnTo>
                  <a:pt x="417" y="852"/>
                </a:lnTo>
                <a:lnTo>
                  <a:pt x="416" y="852"/>
                </a:lnTo>
                <a:lnTo>
                  <a:pt x="417" y="851"/>
                </a:lnTo>
                <a:lnTo>
                  <a:pt x="416" y="851"/>
                </a:lnTo>
                <a:lnTo>
                  <a:pt x="416" y="850"/>
                </a:lnTo>
                <a:lnTo>
                  <a:pt x="417" y="850"/>
                </a:lnTo>
                <a:lnTo>
                  <a:pt x="416" y="850"/>
                </a:lnTo>
                <a:lnTo>
                  <a:pt x="415" y="850"/>
                </a:lnTo>
                <a:lnTo>
                  <a:pt x="415" y="849"/>
                </a:lnTo>
                <a:lnTo>
                  <a:pt x="414" y="849"/>
                </a:lnTo>
                <a:lnTo>
                  <a:pt x="414" y="850"/>
                </a:lnTo>
                <a:lnTo>
                  <a:pt x="414" y="849"/>
                </a:lnTo>
                <a:lnTo>
                  <a:pt x="413" y="849"/>
                </a:lnTo>
                <a:lnTo>
                  <a:pt x="414" y="849"/>
                </a:lnTo>
                <a:lnTo>
                  <a:pt x="414" y="848"/>
                </a:lnTo>
                <a:lnTo>
                  <a:pt x="413" y="848"/>
                </a:lnTo>
                <a:lnTo>
                  <a:pt x="413" y="847"/>
                </a:lnTo>
                <a:lnTo>
                  <a:pt x="412" y="848"/>
                </a:lnTo>
                <a:lnTo>
                  <a:pt x="412" y="847"/>
                </a:lnTo>
                <a:lnTo>
                  <a:pt x="412" y="848"/>
                </a:lnTo>
                <a:lnTo>
                  <a:pt x="411" y="848"/>
                </a:lnTo>
                <a:lnTo>
                  <a:pt x="411" y="847"/>
                </a:lnTo>
                <a:lnTo>
                  <a:pt x="411" y="846"/>
                </a:lnTo>
                <a:lnTo>
                  <a:pt x="410" y="846"/>
                </a:lnTo>
                <a:lnTo>
                  <a:pt x="410" y="845"/>
                </a:lnTo>
                <a:lnTo>
                  <a:pt x="409" y="845"/>
                </a:lnTo>
                <a:lnTo>
                  <a:pt x="409" y="844"/>
                </a:lnTo>
                <a:lnTo>
                  <a:pt x="408" y="844"/>
                </a:lnTo>
                <a:lnTo>
                  <a:pt x="408" y="843"/>
                </a:lnTo>
                <a:lnTo>
                  <a:pt x="409" y="843"/>
                </a:lnTo>
                <a:lnTo>
                  <a:pt x="408" y="843"/>
                </a:lnTo>
                <a:lnTo>
                  <a:pt x="408" y="842"/>
                </a:lnTo>
                <a:lnTo>
                  <a:pt x="408" y="843"/>
                </a:lnTo>
                <a:lnTo>
                  <a:pt x="407" y="843"/>
                </a:lnTo>
                <a:lnTo>
                  <a:pt x="406" y="842"/>
                </a:lnTo>
                <a:lnTo>
                  <a:pt x="406" y="841"/>
                </a:lnTo>
                <a:lnTo>
                  <a:pt x="406" y="840"/>
                </a:lnTo>
                <a:lnTo>
                  <a:pt x="406" y="839"/>
                </a:lnTo>
                <a:lnTo>
                  <a:pt x="407" y="839"/>
                </a:lnTo>
                <a:lnTo>
                  <a:pt x="407" y="838"/>
                </a:lnTo>
                <a:lnTo>
                  <a:pt x="407" y="837"/>
                </a:lnTo>
                <a:lnTo>
                  <a:pt x="408" y="837"/>
                </a:lnTo>
                <a:lnTo>
                  <a:pt x="408" y="836"/>
                </a:lnTo>
                <a:lnTo>
                  <a:pt x="408" y="835"/>
                </a:lnTo>
                <a:lnTo>
                  <a:pt x="408" y="834"/>
                </a:lnTo>
                <a:lnTo>
                  <a:pt x="407" y="834"/>
                </a:lnTo>
                <a:lnTo>
                  <a:pt x="407" y="832"/>
                </a:lnTo>
                <a:lnTo>
                  <a:pt x="406" y="832"/>
                </a:lnTo>
                <a:lnTo>
                  <a:pt x="406" y="831"/>
                </a:lnTo>
                <a:lnTo>
                  <a:pt x="407" y="831"/>
                </a:lnTo>
                <a:lnTo>
                  <a:pt x="407" y="830"/>
                </a:lnTo>
                <a:lnTo>
                  <a:pt x="408" y="830"/>
                </a:lnTo>
                <a:lnTo>
                  <a:pt x="407" y="830"/>
                </a:lnTo>
                <a:lnTo>
                  <a:pt x="406" y="830"/>
                </a:lnTo>
                <a:lnTo>
                  <a:pt x="406" y="829"/>
                </a:lnTo>
                <a:lnTo>
                  <a:pt x="407" y="829"/>
                </a:lnTo>
                <a:lnTo>
                  <a:pt x="407" y="828"/>
                </a:lnTo>
                <a:lnTo>
                  <a:pt x="407" y="827"/>
                </a:lnTo>
                <a:lnTo>
                  <a:pt x="406" y="827"/>
                </a:lnTo>
                <a:lnTo>
                  <a:pt x="406" y="828"/>
                </a:lnTo>
                <a:lnTo>
                  <a:pt x="406" y="827"/>
                </a:lnTo>
                <a:lnTo>
                  <a:pt x="405" y="827"/>
                </a:lnTo>
                <a:lnTo>
                  <a:pt x="406" y="827"/>
                </a:lnTo>
                <a:lnTo>
                  <a:pt x="406" y="826"/>
                </a:lnTo>
                <a:lnTo>
                  <a:pt x="407" y="826"/>
                </a:lnTo>
                <a:lnTo>
                  <a:pt x="406" y="826"/>
                </a:lnTo>
                <a:lnTo>
                  <a:pt x="406" y="825"/>
                </a:lnTo>
                <a:lnTo>
                  <a:pt x="405" y="825"/>
                </a:lnTo>
                <a:lnTo>
                  <a:pt x="404" y="825"/>
                </a:lnTo>
                <a:lnTo>
                  <a:pt x="404" y="826"/>
                </a:lnTo>
                <a:lnTo>
                  <a:pt x="403" y="826"/>
                </a:lnTo>
                <a:lnTo>
                  <a:pt x="402" y="825"/>
                </a:lnTo>
                <a:lnTo>
                  <a:pt x="401" y="825"/>
                </a:lnTo>
                <a:lnTo>
                  <a:pt x="401" y="824"/>
                </a:lnTo>
                <a:lnTo>
                  <a:pt x="400" y="824"/>
                </a:lnTo>
                <a:lnTo>
                  <a:pt x="399" y="824"/>
                </a:lnTo>
                <a:lnTo>
                  <a:pt x="398" y="825"/>
                </a:lnTo>
                <a:lnTo>
                  <a:pt x="398" y="826"/>
                </a:lnTo>
                <a:lnTo>
                  <a:pt x="397" y="826"/>
                </a:lnTo>
                <a:lnTo>
                  <a:pt x="397" y="827"/>
                </a:lnTo>
                <a:lnTo>
                  <a:pt x="396" y="827"/>
                </a:lnTo>
                <a:lnTo>
                  <a:pt x="395" y="827"/>
                </a:lnTo>
                <a:lnTo>
                  <a:pt x="394" y="827"/>
                </a:lnTo>
                <a:lnTo>
                  <a:pt x="393" y="828"/>
                </a:lnTo>
                <a:lnTo>
                  <a:pt x="392" y="828"/>
                </a:lnTo>
                <a:lnTo>
                  <a:pt x="391" y="828"/>
                </a:lnTo>
                <a:lnTo>
                  <a:pt x="390" y="829"/>
                </a:lnTo>
                <a:lnTo>
                  <a:pt x="389" y="829"/>
                </a:lnTo>
                <a:lnTo>
                  <a:pt x="388" y="829"/>
                </a:lnTo>
                <a:lnTo>
                  <a:pt x="388" y="830"/>
                </a:lnTo>
                <a:lnTo>
                  <a:pt x="387" y="829"/>
                </a:lnTo>
                <a:lnTo>
                  <a:pt x="387" y="828"/>
                </a:lnTo>
                <a:lnTo>
                  <a:pt x="387" y="827"/>
                </a:lnTo>
                <a:lnTo>
                  <a:pt x="385" y="827"/>
                </a:lnTo>
                <a:lnTo>
                  <a:pt x="384" y="828"/>
                </a:lnTo>
                <a:lnTo>
                  <a:pt x="383" y="828"/>
                </a:lnTo>
                <a:lnTo>
                  <a:pt x="382" y="828"/>
                </a:lnTo>
                <a:lnTo>
                  <a:pt x="382" y="827"/>
                </a:lnTo>
                <a:lnTo>
                  <a:pt x="381" y="827"/>
                </a:lnTo>
                <a:lnTo>
                  <a:pt x="381" y="828"/>
                </a:lnTo>
                <a:lnTo>
                  <a:pt x="382" y="829"/>
                </a:lnTo>
                <a:lnTo>
                  <a:pt x="382" y="830"/>
                </a:lnTo>
                <a:lnTo>
                  <a:pt x="382" y="831"/>
                </a:lnTo>
                <a:lnTo>
                  <a:pt x="381" y="832"/>
                </a:lnTo>
                <a:lnTo>
                  <a:pt x="381" y="833"/>
                </a:lnTo>
                <a:lnTo>
                  <a:pt x="380" y="834"/>
                </a:lnTo>
                <a:lnTo>
                  <a:pt x="379" y="835"/>
                </a:lnTo>
                <a:lnTo>
                  <a:pt x="378" y="836"/>
                </a:lnTo>
                <a:lnTo>
                  <a:pt x="377" y="837"/>
                </a:lnTo>
                <a:lnTo>
                  <a:pt x="376" y="837"/>
                </a:lnTo>
                <a:lnTo>
                  <a:pt x="375" y="837"/>
                </a:lnTo>
                <a:lnTo>
                  <a:pt x="374" y="837"/>
                </a:lnTo>
                <a:lnTo>
                  <a:pt x="374" y="836"/>
                </a:lnTo>
                <a:lnTo>
                  <a:pt x="373" y="835"/>
                </a:lnTo>
                <a:lnTo>
                  <a:pt x="373" y="834"/>
                </a:lnTo>
                <a:lnTo>
                  <a:pt x="372" y="834"/>
                </a:lnTo>
                <a:lnTo>
                  <a:pt x="371" y="834"/>
                </a:lnTo>
                <a:lnTo>
                  <a:pt x="371" y="835"/>
                </a:lnTo>
                <a:lnTo>
                  <a:pt x="372" y="835"/>
                </a:lnTo>
                <a:lnTo>
                  <a:pt x="372" y="836"/>
                </a:lnTo>
                <a:lnTo>
                  <a:pt x="371" y="836"/>
                </a:lnTo>
                <a:lnTo>
                  <a:pt x="370" y="836"/>
                </a:lnTo>
                <a:lnTo>
                  <a:pt x="369" y="835"/>
                </a:lnTo>
                <a:lnTo>
                  <a:pt x="368" y="835"/>
                </a:lnTo>
                <a:lnTo>
                  <a:pt x="367" y="834"/>
                </a:lnTo>
                <a:lnTo>
                  <a:pt x="366" y="834"/>
                </a:lnTo>
                <a:lnTo>
                  <a:pt x="364" y="835"/>
                </a:lnTo>
                <a:lnTo>
                  <a:pt x="363" y="835"/>
                </a:lnTo>
                <a:lnTo>
                  <a:pt x="362" y="836"/>
                </a:lnTo>
                <a:lnTo>
                  <a:pt x="361" y="836"/>
                </a:lnTo>
                <a:lnTo>
                  <a:pt x="360" y="837"/>
                </a:lnTo>
                <a:lnTo>
                  <a:pt x="359" y="837"/>
                </a:lnTo>
                <a:lnTo>
                  <a:pt x="359" y="836"/>
                </a:lnTo>
                <a:lnTo>
                  <a:pt x="358" y="836"/>
                </a:lnTo>
                <a:lnTo>
                  <a:pt x="357" y="835"/>
                </a:lnTo>
                <a:lnTo>
                  <a:pt x="356" y="835"/>
                </a:lnTo>
                <a:lnTo>
                  <a:pt x="355" y="836"/>
                </a:lnTo>
                <a:lnTo>
                  <a:pt x="354" y="837"/>
                </a:lnTo>
                <a:lnTo>
                  <a:pt x="353" y="838"/>
                </a:lnTo>
                <a:lnTo>
                  <a:pt x="352" y="838"/>
                </a:lnTo>
                <a:lnTo>
                  <a:pt x="351" y="838"/>
                </a:lnTo>
                <a:lnTo>
                  <a:pt x="351" y="839"/>
                </a:lnTo>
                <a:lnTo>
                  <a:pt x="350" y="838"/>
                </a:lnTo>
                <a:lnTo>
                  <a:pt x="349" y="838"/>
                </a:lnTo>
                <a:lnTo>
                  <a:pt x="349" y="837"/>
                </a:lnTo>
                <a:lnTo>
                  <a:pt x="349" y="836"/>
                </a:lnTo>
                <a:lnTo>
                  <a:pt x="350" y="836"/>
                </a:lnTo>
                <a:lnTo>
                  <a:pt x="351" y="836"/>
                </a:lnTo>
                <a:lnTo>
                  <a:pt x="351" y="835"/>
                </a:lnTo>
                <a:lnTo>
                  <a:pt x="352" y="835"/>
                </a:lnTo>
                <a:lnTo>
                  <a:pt x="352" y="834"/>
                </a:lnTo>
                <a:lnTo>
                  <a:pt x="351" y="834"/>
                </a:lnTo>
                <a:lnTo>
                  <a:pt x="350" y="834"/>
                </a:lnTo>
                <a:lnTo>
                  <a:pt x="349" y="834"/>
                </a:lnTo>
                <a:lnTo>
                  <a:pt x="348" y="834"/>
                </a:lnTo>
                <a:lnTo>
                  <a:pt x="348" y="833"/>
                </a:lnTo>
                <a:lnTo>
                  <a:pt x="347" y="832"/>
                </a:lnTo>
                <a:lnTo>
                  <a:pt x="347" y="831"/>
                </a:lnTo>
                <a:lnTo>
                  <a:pt x="347" y="830"/>
                </a:lnTo>
                <a:lnTo>
                  <a:pt x="346" y="830"/>
                </a:lnTo>
                <a:lnTo>
                  <a:pt x="346" y="827"/>
                </a:lnTo>
                <a:lnTo>
                  <a:pt x="344" y="827"/>
                </a:lnTo>
                <a:lnTo>
                  <a:pt x="343" y="827"/>
                </a:lnTo>
                <a:lnTo>
                  <a:pt x="342" y="827"/>
                </a:lnTo>
                <a:lnTo>
                  <a:pt x="341" y="827"/>
                </a:lnTo>
                <a:lnTo>
                  <a:pt x="340" y="827"/>
                </a:lnTo>
                <a:lnTo>
                  <a:pt x="339" y="827"/>
                </a:lnTo>
                <a:lnTo>
                  <a:pt x="339" y="826"/>
                </a:lnTo>
                <a:lnTo>
                  <a:pt x="338" y="826"/>
                </a:lnTo>
                <a:lnTo>
                  <a:pt x="338" y="825"/>
                </a:lnTo>
                <a:lnTo>
                  <a:pt x="338" y="824"/>
                </a:lnTo>
                <a:lnTo>
                  <a:pt x="338" y="823"/>
                </a:lnTo>
                <a:lnTo>
                  <a:pt x="337" y="822"/>
                </a:lnTo>
                <a:lnTo>
                  <a:pt x="336" y="822"/>
                </a:lnTo>
                <a:lnTo>
                  <a:pt x="335" y="822"/>
                </a:lnTo>
                <a:lnTo>
                  <a:pt x="335" y="823"/>
                </a:lnTo>
                <a:lnTo>
                  <a:pt x="335" y="824"/>
                </a:lnTo>
                <a:lnTo>
                  <a:pt x="335" y="825"/>
                </a:lnTo>
                <a:lnTo>
                  <a:pt x="334" y="825"/>
                </a:lnTo>
                <a:lnTo>
                  <a:pt x="334" y="826"/>
                </a:lnTo>
                <a:lnTo>
                  <a:pt x="333" y="826"/>
                </a:lnTo>
                <a:lnTo>
                  <a:pt x="333" y="827"/>
                </a:lnTo>
                <a:lnTo>
                  <a:pt x="333" y="828"/>
                </a:lnTo>
                <a:lnTo>
                  <a:pt x="333" y="829"/>
                </a:lnTo>
                <a:lnTo>
                  <a:pt x="333" y="830"/>
                </a:lnTo>
                <a:lnTo>
                  <a:pt x="334" y="831"/>
                </a:lnTo>
                <a:lnTo>
                  <a:pt x="334" y="832"/>
                </a:lnTo>
                <a:lnTo>
                  <a:pt x="333" y="832"/>
                </a:lnTo>
                <a:lnTo>
                  <a:pt x="333" y="833"/>
                </a:lnTo>
                <a:lnTo>
                  <a:pt x="332" y="833"/>
                </a:lnTo>
                <a:lnTo>
                  <a:pt x="332" y="832"/>
                </a:lnTo>
                <a:lnTo>
                  <a:pt x="331" y="832"/>
                </a:lnTo>
                <a:lnTo>
                  <a:pt x="330" y="832"/>
                </a:lnTo>
                <a:lnTo>
                  <a:pt x="330" y="831"/>
                </a:lnTo>
                <a:lnTo>
                  <a:pt x="329" y="831"/>
                </a:lnTo>
                <a:lnTo>
                  <a:pt x="328" y="831"/>
                </a:lnTo>
                <a:lnTo>
                  <a:pt x="327" y="831"/>
                </a:lnTo>
                <a:lnTo>
                  <a:pt x="327" y="832"/>
                </a:lnTo>
                <a:lnTo>
                  <a:pt x="326" y="832"/>
                </a:lnTo>
                <a:lnTo>
                  <a:pt x="325" y="832"/>
                </a:lnTo>
                <a:lnTo>
                  <a:pt x="324" y="833"/>
                </a:lnTo>
                <a:lnTo>
                  <a:pt x="323" y="832"/>
                </a:lnTo>
                <a:lnTo>
                  <a:pt x="323" y="831"/>
                </a:lnTo>
                <a:lnTo>
                  <a:pt x="323" y="830"/>
                </a:lnTo>
                <a:lnTo>
                  <a:pt x="324" y="830"/>
                </a:lnTo>
                <a:lnTo>
                  <a:pt x="323" y="830"/>
                </a:lnTo>
                <a:lnTo>
                  <a:pt x="323" y="829"/>
                </a:lnTo>
                <a:lnTo>
                  <a:pt x="322" y="829"/>
                </a:lnTo>
                <a:lnTo>
                  <a:pt x="321" y="829"/>
                </a:lnTo>
                <a:lnTo>
                  <a:pt x="321" y="830"/>
                </a:lnTo>
                <a:lnTo>
                  <a:pt x="320" y="831"/>
                </a:lnTo>
                <a:lnTo>
                  <a:pt x="320" y="832"/>
                </a:lnTo>
                <a:lnTo>
                  <a:pt x="319" y="832"/>
                </a:lnTo>
                <a:lnTo>
                  <a:pt x="318" y="832"/>
                </a:lnTo>
                <a:lnTo>
                  <a:pt x="317" y="832"/>
                </a:lnTo>
                <a:lnTo>
                  <a:pt x="317" y="831"/>
                </a:lnTo>
                <a:lnTo>
                  <a:pt x="316" y="831"/>
                </a:lnTo>
                <a:lnTo>
                  <a:pt x="315" y="831"/>
                </a:lnTo>
                <a:lnTo>
                  <a:pt x="314" y="832"/>
                </a:lnTo>
                <a:lnTo>
                  <a:pt x="313" y="832"/>
                </a:lnTo>
                <a:lnTo>
                  <a:pt x="312" y="833"/>
                </a:lnTo>
                <a:lnTo>
                  <a:pt x="311" y="833"/>
                </a:lnTo>
                <a:lnTo>
                  <a:pt x="310" y="833"/>
                </a:lnTo>
                <a:lnTo>
                  <a:pt x="309" y="833"/>
                </a:lnTo>
                <a:lnTo>
                  <a:pt x="309" y="832"/>
                </a:lnTo>
                <a:lnTo>
                  <a:pt x="308" y="832"/>
                </a:lnTo>
                <a:lnTo>
                  <a:pt x="308" y="831"/>
                </a:lnTo>
                <a:lnTo>
                  <a:pt x="307" y="831"/>
                </a:lnTo>
                <a:lnTo>
                  <a:pt x="306" y="831"/>
                </a:lnTo>
                <a:lnTo>
                  <a:pt x="305" y="831"/>
                </a:lnTo>
                <a:lnTo>
                  <a:pt x="305" y="832"/>
                </a:lnTo>
                <a:lnTo>
                  <a:pt x="306" y="833"/>
                </a:lnTo>
                <a:lnTo>
                  <a:pt x="306" y="834"/>
                </a:lnTo>
                <a:lnTo>
                  <a:pt x="305" y="834"/>
                </a:lnTo>
                <a:lnTo>
                  <a:pt x="304" y="834"/>
                </a:lnTo>
                <a:lnTo>
                  <a:pt x="304" y="835"/>
                </a:lnTo>
                <a:lnTo>
                  <a:pt x="303" y="835"/>
                </a:lnTo>
                <a:lnTo>
                  <a:pt x="302" y="835"/>
                </a:lnTo>
                <a:lnTo>
                  <a:pt x="301" y="835"/>
                </a:lnTo>
                <a:lnTo>
                  <a:pt x="300" y="834"/>
                </a:lnTo>
                <a:lnTo>
                  <a:pt x="299" y="834"/>
                </a:lnTo>
                <a:lnTo>
                  <a:pt x="298" y="833"/>
                </a:lnTo>
                <a:lnTo>
                  <a:pt x="297" y="832"/>
                </a:lnTo>
                <a:lnTo>
                  <a:pt x="297" y="831"/>
                </a:lnTo>
                <a:lnTo>
                  <a:pt x="296" y="831"/>
                </a:lnTo>
                <a:lnTo>
                  <a:pt x="296" y="830"/>
                </a:lnTo>
                <a:lnTo>
                  <a:pt x="295" y="830"/>
                </a:lnTo>
                <a:lnTo>
                  <a:pt x="294" y="831"/>
                </a:lnTo>
                <a:lnTo>
                  <a:pt x="293" y="831"/>
                </a:lnTo>
                <a:lnTo>
                  <a:pt x="292" y="831"/>
                </a:lnTo>
                <a:lnTo>
                  <a:pt x="291" y="831"/>
                </a:lnTo>
                <a:lnTo>
                  <a:pt x="291" y="832"/>
                </a:lnTo>
                <a:lnTo>
                  <a:pt x="290" y="832"/>
                </a:lnTo>
                <a:lnTo>
                  <a:pt x="290" y="833"/>
                </a:lnTo>
                <a:lnTo>
                  <a:pt x="289" y="832"/>
                </a:lnTo>
                <a:lnTo>
                  <a:pt x="288" y="832"/>
                </a:lnTo>
                <a:lnTo>
                  <a:pt x="288" y="831"/>
                </a:lnTo>
                <a:lnTo>
                  <a:pt x="287" y="831"/>
                </a:lnTo>
                <a:lnTo>
                  <a:pt x="287" y="830"/>
                </a:lnTo>
                <a:lnTo>
                  <a:pt x="287" y="829"/>
                </a:lnTo>
                <a:lnTo>
                  <a:pt x="286" y="829"/>
                </a:lnTo>
                <a:lnTo>
                  <a:pt x="286" y="828"/>
                </a:lnTo>
                <a:lnTo>
                  <a:pt x="285" y="828"/>
                </a:lnTo>
                <a:lnTo>
                  <a:pt x="285" y="827"/>
                </a:lnTo>
                <a:lnTo>
                  <a:pt x="285" y="826"/>
                </a:lnTo>
                <a:lnTo>
                  <a:pt x="286" y="826"/>
                </a:lnTo>
                <a:lnTo>
                  <a:pt x="286" y="825"/>
                </a:lnTo>
                <a:lnTo>
                  <a:pt x="286" y="824"/>
                </a:lnTo>
                <a:lnTo>
                  <a:pt x="286" y="823"/>
                </a:lnTo>
                <a:lnTo>
                  <a:pt x="286" y="822"/>
                </a:lnTo>
                <a:lnTo>
                  <a:pt x="285" y="822"/>
                </a:lnTo>
                <a:lnTo>
                  <a:pt x="285" y="821"/>
                </a:lnTo>
                <a:lnTo>
                  <a:pt x="284" y="822"/>
                </a:lnTo>
                <a:lnTo>
                  <a:pt x="283" y="822"/>
                </a:lnTo>
                <a:lnTo>
                  <a:pt x="282" y="822"/>
                </a:lnTo>
                <a:lnTo>
                  <a:pt x="281" y="822"/>
                </a:lnTo>
                <a:lnTo>
                  <a:pt x="280" y="822"/>
                </a:lnTo>
                <a:lnTo>
                  <a:pt x="279" y="822"/>
                </a:lnTo>
                <a:lnTo>
                  <a:pt x="278" y="821"/>
                </a:lnTo>
                <a:lnTo>
                  <a:pt x="277" y="821"/>
                </a:lnTo>
                <a:lnTo>
                  <a:pt x="277" y="820"/>
                </a:lnTo>
                <a:lnTo>
                  <a:pt x="277" y="819"/>
                </a:lnTo>
                <a:lnTo>
                  <a:pt x="277" y="818"/>
                </a:lnTo>
                <a:lnTo>
                  <a:pt x="278" y="818"/>
                </a:lnTo>
                <a:lnTo>
                  <a:pt x="278" y="817"/>
                </a:lnTo>
                <a:lnTo>
                  <a:pt x="277" y="817"/>
                </a:lnTo>
                <a:lnTo>
                  <a:pt x="276" y="817"/>
                </a:lnTo>
                <a:lnTo>
                  <a:pt x="275" y="817"/>
                </a:lnTo>
                <a:lnTo>
                  <a:pt x="274" y="817"/>
                </a:lnTo>
                <a:lnTo>
                  <a:pt x="274" y="816"/>
                </a:lnTo>
                <a:lnTo>
                  <a:pt x="273" y="816"/>
                </a:lnTo>
                <a:lnTo>
                  <a:pt x="273" y="815"/>
                </a:lnTo>
                <a:lnTo>
                  <a:pt x="274" y="815"/>
                </a:lnTo>
                <a:lnTo>
                  <a:pt x="274" y="814"/>
                </a:lnTo>
                <a:lnTo>
                  <a:pt x="275" y="814"/>
                </a:lnTo>
                <a:lnTo>
                  <a:pt x="275" y="813"/>
                </a:lnTo>
                <a:lnTo>
                  <a:pt x="274" y="813"/>
                </a:lnTo>
                <a:lnTo>
                  <a:pt x="274" y="812"/>
                </a:lnTo>
                <a:lnTo>
                  <a:pt x="273" y="812"/>
                </a:lnTo>
                <a:lnTo>
                  <a:pt x="273" y="813"/>
                </a:lnTo>
                <a:lnTo>
                  <a:pt x="272" y="813"/>
                </a:lnTo>
                <a:lnTo>
                  <a:pt x="271" y="814"/>
                </a:lnTo>
                <a:lnTo>
                  <a:pt x="270" y="814"/>
                </a:lnTo>
                <a:lnTo>
                  <a:pt x="269" y="814"/>
                </a:lnTo>
                <a:lnTo>
                  <a:pt x="268" y="814"/>
                </a:lnTo>
                <a:lnTo>
                  <a:pt x="267" y="814"/>
                </a:lnTo>
                <a:lnTo>
                  <a:pt x="266" y="814"/>
                </a:lnTo>
                <a:lnTo>
                  <a:pt x="266" y="813"/>
                </a:lnTo>
                <a:lnTo>
                  <a:pt x="266" y="812"/>
                </a:lnTo>
                <a:lnTo>
                  <a:pt x="266" y="811"/>
                </a:lnTo>
                <a:lnTo>
                  <a:pt x="267" y="810"/>
                </a:lnTo>
                <a:lnTo>
                  <a:pt x="266" y="810"/>
                </a:lnTo>
                <a:lnTo>
                  <a:pt x="265" y="810"/>
                </a:lnTo>
                <a:lnTo>
                  <a:pt x="265" y="809"/>
                </a:lnTo>
                <a:lnTo>
                  <a:pt x="264" y="809"/>
                </a:lnTo>
                <a:lnTo>
                  <a:pt x="265" y="808"/>
                </a:lnTo>
                <a:lnTo>
                  <a:pt x="266" y="808"/>
                </a:lnTo>
                <a:lnTo>
                  <a:pt x="266" y="807"/>
                </a:lnTo>
                <a:lnTo>
                  <a:pt x="265" y="806"/>
                </a:lnTo>
                <a:lnTo>
                  <a:pt x="264" y="806"/>
                </a:lnTo>
                <a:lnTo>
                  <a:pt x="263" y="806"/>
                </a:lnTo>
                <a:lnTo>
                  <a:pt x="262" y="806"/>
                </a:lnTo>
                <a:lnTo>
                  <a:pt x="262" y="805"/>
                </a:lnTo>
                <a:lnTo>
                  <a:pt x="262" y="804"/>
                </a:lnTo>
                <a:lnTo>
                  <a:pt x="262" y="803"/>
                </a:lnTo>
                <a:lnTo>
                  <a:pt x="261" y="803"/>
                </a:lnTo>
                <a:lnTo>
                  <a:pt x="261" y="802"/>
                </a:lnTo>
                <a:lnTo>
                  <a:pt x="260" y="802"/>
                </a:lnTo>
                <a:lnTo>
                  <a:pt x="259" y="801"/>
                </a:lnTo>
                <a:lnTo>
                  <a:pt x="258" y="800"/>
                </a:lnTo>
                <a:lnTo>
                  <a:pt x="257" y="800"/>
                </a:lnTo>
                <a:lnTo>
                  <a:pt x="256" y="801"/>
                </a:lnTo>
                <a:lnTo>
                  <a:pt x="255" y="801"/>
                </a:lnTo>
                <a:lnTo>
                  <a:pt x="254" y="800"/>
                </a:lnTo>
                <a:lnTo>
                  <a:pt x="254" y="799"/>
                </a:lnTo>
                <a:lnTo>
                  <a:pt x="253" y="799"/>
                </a:lnTo>
                <a:lnTo>
                  <a:pt x="253" y="798"/>
                </a:lnTo>
                <a:lnTo>
                  <a:pt x="254" y="798"/>
                </a:lnTo>
                <a:lnTo>
                  <a:pt x="254" y="797"/>
                </a:lnTo>
                <a:lnTo>
                  <a:pt x="256" y="797"/>
                </a:lnTo>
                <a:lnTo>
                  <a:pt x="257" y="796"/>
                </a:lnTo>
                <a:lnTo>
                  <a:pt x="258" y="796"/>
                </a:lnTo>
                <a:lnTo>
                  <a:pt x="259" y="796"/>
                </a:lnTo>
                <a:lnTo>
                  <a:pt x="259" y="795"/>
                </a:lnTo>
                <a:lnTo>
                  <a:pt x="258" y="795"/>
                </a:lnTo>
                <a:lnTo>
                  <a:pt x="258" y="794"/>
                </a:lnTo>
                <a:lnTo>
                  <a:pt x="257" y="794"/>
                </a:lnTo>
                <a:lnTo>
                  <a:pt x="257" y="792"/>
                </a:lnTo>
                <a:lnTo>
                  <a:pt x="256" y="792"/>
                </a:lnTo>
                <a:lnTo>
                  <a:pt x="256" y="791"/>
                </a:lnTo>
                <a:lnTo>
                  <a:pt x="256" y="790"/>
                </a:lnTo>
                <a:lnTo>
                  <a:pt x="257" y="790"/>
                </a:lnTo>
                <a:lnTo>
                  <a:pt x="258" y="791"/>
                </a:lnTo>
                <a:lnTo>
                  <a:pt x="259" y="791"/>
                </a:lnTo>
                <a:lnTo>
                  <a:pt x="259" y="790"/>
                </a:lnTo>
                <a:lnTo>
                  <a:pt x="260" y="790"/>
                </a:lnTo>
                <a:lnTo>
                  <a:pt x="259" y="789"/>
                </a:lnTo>
                <a:lnTo>
                  <a:pt x="259" y="788"/>
                </a:lnTo>
                <a:lnTo>
                  <a:pt x="259" y="787"/>
                </a:lnTo>
                <a:lnTo>
                  <a:pt x="259" y="786"/>
                </a:lnTo>
                <a:lnTo>
                  <a:pt x="258" y="785"/>
                </a:lnTo>
                <a:lnTo>
                  <a:pt x="257" y="785"/>
                </a:lnTo>
                <a:lnTo>
                  <a:pt x="256" y="785"/>
                </a:lnTo>
                <a:lnTo>
                  <a:pt x="255" y="784"/>
                </a:lnTo>
                <a:lnTo>
                  <a:pt x="254" y="784"/>
                </a:lnTo>
                <a:lnTo>
                  <a:pt x="253" y="784"/>
                </a:lnTo>
                <a:lnTo>
                  <a:pt x="253" y="783"/>
                </a:lnTo>
                <a:lnTo>
                  <a:pt x="252" y="783"/>
                </a:lnTo>
                <a:lnTo>
                  <a:pt x="251" y="782"/>
                </a:lnTo>
                <a:lnTo>
                  <a:pt x="251" y="781"/>
                </a:lnTo>
                <a:lnTo>
                  <a:pt x="250" y="781"/>
                </a:lnTo>
                <a:lnTo>
                  <a:pt x="250" y="780"/>
                </a:lnTo>
                <a:lnTo>
                  <a:pt x="250" y="779"/>
                </a:lnTo>
                <a:lnTo>
                  <a:pt x="250" y="778"/>
                </a:lnTo>
                <a:lnTo>
                  <a:pt x="250" y="777"/>
                </a:lnTo>
                <a:lnTo>
                  <a:pt x="251" y="776"/>
                </a:lnTo>
                <a:lnTo>
                  <a:pt x="252" y="776"/>
                </a:lnTo>
                <a:lnTo>
                  <a:pt x="253" y="776"/>
                </a:lnTo>
                <a:lnTo>
                  <a:pt x="254" y="776"/>
                </a:lnTo>
                <a:lnTo>
                  <a:pt x="255" y="776"/>
                </a:lnTo>
                <a:lnTo>
                  <a:pt x="255" y="775"/>
                </a:lnTo>
                <a:lnTo>
                  <a:pt x="255" y="774"/>
                </a:lnTo>
                <a:lnTo>
                  <a:pt x="254" y="774"/>
                </a:lnTo>
                <a:lnTo>
                  <a:pt x="253" y="774"/>
                </a:lnTo>
                <a:lnTo>
                  <a:pt x="252" y="774"/>
                </a:lnTo>
                <a:lnTo>
                  <a:pt x="252" y="773"/>
                </a:lnTo>
                <a:lnTo>
                  <a:pt x="252" y="772"/>
                </a:lnTo>
                <a:lnTo>
                  <a:pt x="253" y="772"/>
                </a:lnTo>
                <a:lnTo>
                  <a:pt x="254" y="772"/>
                </a:lnTo>
                <a:lnTo>
                  <a:pt x="255" y="772"/>
                </a:lnTo>
                <a:lnTo>
                  <a:pt x="256" y="772"/>
                </a:lnTo>
                <a:lnTo>
                  <a:pt x="257" y="772"/>
                </a:lnTo>
                <a:lnTo>
                  <a:pt x="257" y="771"/>
                </a:lnTo>
                <a:lnTo>
                  <a:pt x="257" y="770"/>
                </a:lnTo>
                <a:lnTo>
                  <a:pt x="256" y="770"/>
                </a:lnTo>
                <a:lnTo>
                  <a:pt x="256" y="769"/>
                </a:lnTo>
                <a:lnTo>
                  <a:pt x="255" y="769"/>
                </a:lnTo>
                <a:lnTo>
                  <a:pt x="255" y="768"/>
                </a:lnTo>
                <a:lnTo>
                  <a:pt x="254" y="768"/>
                </a:lnTo>
                <a:lnTo>
                  <a:pt x="253" y="768"/>
                </a:lnTo>
                <a:lnTo>
                  <a:pt x="253" y="767"/>
                </a:lnTo>
                <a:lnTo>
                  <a:pt x="254" y="767"/>
                </a:lnTo>
                <a:lnTo>
                  <a:pt x="254" y="766"/>
                </a:lnTo>
                <a:lnTo>
                  <a:pt x="255" y="766"/>
                </a:lnTo>
                <a:lnTo>
                  <a:pt x="255" y="765"/>
                </a:lnTo>
                <a:lnTo>
                  <a:pt x="254" y="765"/>
                </a:lnTo>
                <a:lnTo>
                  <a:pt x="253" y="765"/>
                </a:lnTo>
                <a:lnTo>
                  <a:pt x="253" y="764"/>
                </a:lnTo>
                <a:lnTo>
                  <a:pt x="252" y="764"/>
                </a:lnTo>
                <a:lnTo>
                  <a:pt x="252" y="763"/>
                </a:lnTo>
                <a:lnTo>
                  <a:pt x="253" y="763"/>
                </a:lnTo>
                <a:lnTo>
                  <a:pt x="254" y="763"/>
                </a:lnTo>
                <a:lnTo>
                  <a:pt x="255" y="762"/>
                </a:lnTo>
                <a:lnTo>
                  <a:pt x="255" y="761"/>
                </a:lnTo>
                <a:lnTo>
                  <a:pt x="254" y="761"/>
                </a:lnTo>
                <a:lnTo>
                  <a:pt x="253" y="760"/>
                </a:lnTo>
                <a:lnTo>
                  <a:pt x="252" y="760"/>
                </a:lnTo>
                <a:lnTo>
                  <a:pt x="252" y="759"/>
                </a:lnTo>
                <a:lnTo>
                  <a:pt x="253" y="759"/>
                </a:lnTo>
                <a:lnTo>
                  <a:pt x="253" y="758"/>
                </a:lnTo>
                <a:lnTo>
                  <a:pt x="254" y="758"/>
                </a:lnTo>
                <a:lnTo>
                  <a:pt x="254" y="757"/>
                </a:lnTo>
                <a:lnTo>
                  <a:pt x="253" y="757"/>
                </a:lnTo>
                <a:lnTo>
                  <a:pt x="252" y="757"/>
                </a:lnTo>
                <a:lnTo>
                  <a:pt x="251" y="757"/>
                </a:lnTo>
                <a:lnTo>
                  <a:pt x="251" y="758"/>
                </a:lnTo>
                <a:lnTo>
                  <a:pt x="251" y="757"/>
                </a:lnTo>
                <a:lnTo>
                  <a:pt x="251" y="756"/>
                </a:lnTo>
                <a:lnTo>
                  <a:pt x="251" y="755"/>
                </a:lnTo>
                <a:lnTo>
                  <a:pt x="250" y="754"/>
                </a:lnTo>
                <a:lnTo>
                  <a:pt x="249" y="754"/>
                </a:lnTo>
                <a:lnTo>
                  <a:pt x="249" y="753"/>
                </a:lnTo>
                <a:lnTo>
                  <a:pt x="249" y="752"/>
                </a:lnTo>
                <a:lnTo>
                  <a:pt x="250" y="752"/>
                </a:lnTo>
                <a:lnTo>
                  <a:pt x="251" y="752"/>
                </a:lnTo>
                <a:lnTo>
                  <a:pt x="252" y="751"/>
                </a:lnTo>
                <a:lnTo>
                  <a:pt x="251" y="751"/>
                </a:lnTo>
                <a:lnTo>
                  <a:pt x="251" y="750"/>
                </a:lnTo>
                <a:lnTo>
                  <a:pt x="250" y="750"/>
                </a:lnTo>
                <a:lnTo>
                  <a:pt x="250" y="749"/>
                </a:lnTo>
                <a:lnTo>
                  <a:pt x="249" y="749"/>
                </a:lnTo>
                <a:lnTo>
                  <a:pt x="249" y="748"/>
                </a:lnTo>
                <a:lnTo>
                  <a:pt x="249" y="747"/>
                </a:lnTo>
                <a:lnTo>
                  <a:pt x="250" y="747"/>
                </a:lnTo>
                <a:lnTo>
                  <a:pt x="250" y="746"/>
                </a:lnTo>
                <a:lnTo>
                  <a:pt x="250" y="745"/>
                </a:lnTo>
                <a:lnTo>
                  <a:pt x="250" y="744"/>
                </a:lnTo>
                <a:lnTo>
                  <a:pt x="249" y="744"/>
                </a:lnTo>
                <a:lnTo>
                  <a:pt x="247" y="745"/>
                </a:lnTo>
                <a:lnTo>
                  <a:pt x="247" y="746"/>
                </a:lnTo>
                <a:lnTo>
                  <a:pt x="246" y="747"/>
                </a:lnTo>
                <a:lnTo>
                  <a:pt x="246" y="748"/>
                </a:lnTo>
                <a:lnTo>
                  <a:pt x="245" y="748"/>
                </a:lnTo>
                <a:lnTo>
                  <a:pt x="244" y="747"/>
                </a:lnTo>
                <a:lnTo>
                  <a:pt x="244" y="746"/>
                </a:lnTo>
                <a:lnTo>
                  <a:pt x="245" y="746"/>
                </a:lnTo>
                <a:lnTo>
                  <a:pt x="245" y="745"/>
                </a:lnTo>
                <a:lnTo>
                  <a:pt x="244" y="745"/>
                </a:lnTo>
                <a:lnTo>
                  <a:pt x="244" y="744"/>
                </a:lnTo>
                <a:lnTo>
                  <a:pt x="245" y="744"/>
                </a:lnTo>
                <a:lnTo>
                  <a:pt x="245" y="743"/>
                </a:lnTo>
                <a:lnTo>
                  <a:pt x="244" y="743"/>
                </a:lnTo>
                <a:lnTo>
                  <a:pt x="243" y="743"/>
                </a:lnTo>
                <a:lnTo>
                  <a:pt x="242" y="743"/>
                </a:lnTo>
                <a:lnTo>
                  <a:pt x="240" y="743"/>
                </a:lnTo>
                <a:lnTo>
                  <a:pt x="239" y="743"/>
                </a:lnTo>
                <a:lnTo>
                  <a:pt x="238" y="744"/>
                </a:lnTo>
                <a:lnTo>
                  <a:pt x="238" y="745"/>
                </a:lnTo>
                <a:lnTo>
                  <a:pt x="237" y="745"/>
                </a:lnTo>
                <a:lnTo>
                  <a:pt x="236" y="745"/>
                </a:lnTo>
                <a:lnTo>
                  <a:pt x="236" y="746"/>
                </a:lnTo>
                <a:lnTo>
                  <a:pt x="235" y="746"/>
                </a:lnTo>
                <a:lnTo>
                  <a:pt x="234" y="746"/>
                </a:lnTo>
                <a:lnTo>
                  <a:pt x="234" y="747"/>
                </a:lnTo>
                <a:lnTo>
                  <a:pt x="233" y="747"/>
                </a:lnTo>
                <a:lnTo>
                  <a:pt x="232" y="747"/>
                </a:lnTo>
                <a:lnTo>
                  <a:pt x="231" y="747"/>
                </a:lnTo>
                <a:lnTo>
                  <a:pt x="230" y="747"/>
                </a:lnTo>
                <a:lnTo>
                  <a:pt x="229" y="747"/>
                </a:lnTo>
                <a:lnTo>
                  <a:pt x="228" y="748"/>
                </a:lnTo>
                <a:lnTo>
                  <a:pt x="227" y="748"/>
                </a:lnTo>
                <a:lnTo>
                  <a:pt x="226" y="748"/>
                </a:lnTo>
                <a:lnTo>
                  <a:pt x="225" y="748"/>
                </a:lnTo>
                <a:lnTo>
                  <a:pt x="224" y="748"/>
                </a:lnTo>
                <a:lnTo>
                  <a:pt x="223" y="748"/>
                </a:lnTo>
                <a:lnTo>
                  <a:pt x="222" y="748"/>
                </a:lnTo>
                <a:lnTo>
                  <a:pt x="220" y="748"/>
                </a:lnTo>
                <a:lnTo>
                  <a:pt x="218" y="748"/>
                </a:lnTo>
                <a:lnTo>
                  <a:pt x="218" y="749"/>
                </a:lnTo>
                <a:lnTo>
                  <a:pt x="217" y="749"/>
                </a:lnTo>
                <a:lnTo>
                  <a:pt x="217" y="750"/>
                </a:lnTo>
                <a:lnTo>
                  <a:pt x="216" y="750"/>
                </a:lnTo>
                <a:lnTo>
                  <a:pt x="215" y="750"/>
                </a:lnTo>
                <a:lnTo>
                  <a:pt x="215" y="751"/>
                </a:lnTo>
                <a:lnTo>
                  <a:pt x="214" y="751"/>
                </a:lnTo>
                <a:lnTo>
                  <a:pt x="214" y="750"/>
                </a:lnTo>
                <a:lnTo>
                  <a:pt x="213" y="750"/>
                </a:lnTo>
                <a:lnTo>
                  <a:pt x="212" y="750"/>
                </a:lnTo>
                <a:lnTo>
                  <a:pt x="211" y="750"/>
                </a:lnTo>
                <a:lnTo>
                  <a:pt x="211" y="749"/>
                </a:lnTo>
                <a:lnTo>
                  <a:pt x="210" y="749"/>
                </a:lnTo>
                <a:lnTo>
                  <a:pt x="210" y="748"/>
                </a:lnTo>
                <a:lnTo>
                  <a:pt x="209" y="748"/>
                </a:lnTo>
                <a:lnTo>
                  <a:pt x="208" y="747"/>
                </a:lnTo>
                <a:lnTo>
                  <a:pt x="207" y="748"/>
                </a:lnTo>
                <a:lnTo>
                  <a:pt x="206" y="749"/>
                </a:lnTo>
                <a:lnTo>
                  <a:pt x="206" y="748"/>
                </a:lnTo>
                <a:lnTo>
                  <a:pt x="206" y="749"/>
                </a:lnTo>
                <a:lnTo>
                  <a:pt x="205" y="749"/>
                </a:lnTo>
                <a:lnTo>
                  <a:pt x="205" y="750"/>
                </a:lnTo>
                <a:lnTo>
                  <a:pt x="205" y="749"/>
                </a:lnTo>
                <a:lnTo>
                  <a:pt x="204" y="750"/>
                </a:lnTo>
                <a:lnTo>
                  <a:pt x="205" y="750"/>
                </a:lnTo>
                <a:lnTo>
                  <a:pt x="204" y="750"/>
                </a:lnTo>
                <a:lnTo>
                  <a:pt x="203" y="750"/>
                </a:lnTo>
                <a:lnTo>
                  <a:pt x="203" y="749"/>
                </a:lnTo>
                <a:lnTo>
                  <a:pt x="203" y="750"/>
                </a:lnTo>
                <a:lnTo>
                  <a:pt x="202" y="749"/>
                </a:lnTo>
                <a:lnTo>
                  <a:pt x="201" y="749"/>
                </a:lnTo>
                <a:lnTo>
                  <a:pt x="200" y="749"/>
                </a:lnTo>
                <a:lnTo>
                  <a:pt x="200" y="750"/>
                </a:lnTo>
                <a:lnTo>
                  <a:pt x="199" y="749"/>
                </a:lnTo>
                <a:lnTo>
                  <a:pt x="198" y="749"/>
                </a:lnTo>
                <a:lnTo>
                  <a:pt x="198" y="750"/>
                </a:lnTo>
                <a:lnTo>
                  <a:pt x="198" y="751"/>
                </a:lnTo>
                <a:lnTo>
                  <a:pt x="197" y="751"/>
                </a:lnTo>
                <a:lnTo>
                  <a:pt x="196" y="751"/>
                </a:lnTo>
                <a:lnTo>
                  <a:pt x="195" y="751"/>
                </a:lnTo>
                <a:lnTo>
                  <a:pt x="195" y="750"/>
                </a:lnTo>
                <a:lnTo>
                  <a:pt x="195" y="749"/>
                </a:lnTo>
                <a:lnTo>
                  <a:pt x="194" y="749"/>
                </a:lnTo>
                <a:lnTo>
                  <a:pt x="193" y="749"/>
                </a:lnTo>
                <a:lnTo>
                  <a:pt x="192" y="748"/>
                </a:lnTo>
                <a:lnTo>
                  <a:pt x="191" y="748"/>
                </a:lnTo>
                <a:lnTo>
                  <a:pt x="191" y="749"/>
                </a:lnTo>
                <a:lnTo>
                  <a:pt x="190" y="749"/>
                </a:lnTo>
                <a:lnTo>
                  <a:pt x="190" y="748"/>
                </a:lnTo>
                <a:lnTo>
                  <a:pt x="189" y="748"/>
                </a:lnTo>
                <a:lnTo>
                  <a:pt x="188" y="748"/>
                </a:lnTo>
                <a:lnTo>
                  <a:pt x="188" y="747"/>
                </a:lnTo>
                <a:lnTo>
                  <a:pt x="187" y="747"/>
                </a:lnTo>
                <a:lnTo>
                  <a:pt x="186" y="747"/>
                </a:lnTo>
                <a:lnTo>
                  <a:pt x="185" y="746"/>
                </a:lnTo>
                <a:lnTo>
                  <a:pt x="184" y="746"/>
                </a:lnTo>
                <a:lnTo>
                  <a:pt x="183" y="746"/>
                </a:lnTo>
                <a:lnTo>
                  <a:pt x="182" y="747"/>
                </a:lnTo>
                <a:lnTo>
                  <a:pt x="179" y="749"/>
                </a:lnTo>
                <a:lnTo>
                  <a:pt x="178" y="749"/>
                </a:lnTo>
                <a:lnTo>
                  <a:pt x="179" y="749"/>
                </a:lnTo>
                <a:lnTo>
                  <a:pt x="176" y="743"/>
                </a:lnTo>
                <a:lnTo>
                  <a:pt x="172" y="739"/>
                </a:lnTo>
                <a:lnTo>
                  <a:pt x="164" y="730"/>
                </a:lnTo>
                <a:lnTo>
                  <a:pt x="164" y="729"/>
                </a:lnTo>
                <a:lnTo>
                  <a:pt x="164" y="728"/>
                </a:lnTo>
                <a:lnTo>
                  <a:pt x="164" y="727"/>
                </a:lnTo>
                <a:lnTo>
                  <a:pt x="164" y="720"/>
                </a:lnTo>
                <a:lnTo>
                  <a:pt x="164" y="719"/>
                </a:lnTo>
                <a:lnTo>
                  <a:pt x="163" y="716"/>
                </a:lnTo>
                <a:lnTo>
                  <a:pt x="163" y="715"/>
                </a:lnTo>
                <a:lnTo>
                  <a:pt x="164" y="715"/>
                </a:lnTo>
                <a:lnTo>
                  <a:pt x="165" y="715"/>
                </a:lnTo>
                <a:lnTo>
                  <a:pt x="168" y="715"/>
                </a:lnTo>
                <a:lnTo>
                  <a:pt x="168" y="713"/>
                </a:lnTo>
                <a:lnTo>
                  <a:pt x="168" y="712"/>
                </a:lnTo>
                <a:lnTo>
                  <a:pt x="167" y="712"/>
                </a:lnTo>
                <a:lnTo>
                  <a:pt x="167" y="711"/>
                </a:lnTo>
                <a:lnTo>
                  <a:pt x="169" y="710"/>
                </a:lnTo>
                <a:lnTo>
                  <a:pt x="170" y="710"/>
                </a:lnTo>
                <a:lnTo>
                  <a:pt x="170" y="711"/>
                </a:lnTo>
                <a:lnTo>
                  <a:pt x="170" y="712"/>
                </a:lnTo>
                <a:lnTo>
                  <a:pt x="171" y="714"/>
                </a:lnTo>
                <a:lnTo>
                  <a:pt x="172" y="713"/>
                </a:lnTo>
                <a:lnTo>
                  <a:pt x="172" y="712"/>
                </a:lnTo>
                <a:lnTo>
                  <a:pt x="173" y="712"/>
                </a:lnTo>
                <a:lnTo>
                  <a:pt x="174" y="712"/>
                </a:lnTo>
                <a:lnTo>
                  <a:pt x="175" y="712"/>
                </a:lnTo>
                <a:lnTo>
                  <a:pt x="176" y="712"/>
                </a:lnTo>
                <a:lnTo>
                  <a:pt x="177" y="711"/>
                </a:lnTo>
                <a:lnTo>
                  <a:pt x="179" y="711"/>
                </a:lnTo>
                <a:lnTo>
                  <a:pt x="180" y="711"/>
                </a:lnTo>
                <a:lnTo>
                  <a:pt x="182" y="713"/>
                </a:lnTo>
                <a:lnTo>
                  <a:pt x="182" y="714"/>
                </a:lnTo>
                <a:lnTo>
                  <a:pt x="183" y="714"/>
                </a:lnTo>
                <a:lnTo>
                  <a:pt x="183" y="713"/>
                </a:lnTo>
                <a:lnTo>
                  <a:pt x="183" y="714"/>
                </a:lnTo>
                <a:lnTo>
                  <a:pt x="184" y="714"/>
                </a:lnTo>
                <a:lnTo>
                  <a:pt x="184" y="713"/>
                </a:lnTo>
                <a:lnTo>
                  <a:pt x="185" y="713"/>
                </a:lnTo>
                <a:lnTo>
                  <a:pt x="185" y="712"/>
                </a:lnTo>
                <a:lnTo>
                  <a:pt x="186" y="712"/>
                </a:lnTo>
                <a:lnTo>
                  <a:pt x="187" y="711"/>
                </a:lnTo>
                <a:lnTo>
                  <a:pt x="188" y="711"/>
                </a:lnTo>
                <a:lnTo>
                  <a:pt x="188" y="710"/>
                </a:lnTo>
                <a:lnTo>
                  <a:pt x="188" y="709"/>
                </a:lnTo>
                <a:lnTo>
                  <a:pt x="188" y="708"/>
                </a:lnTo>
                <a:lnTo>
                  <a:pt x="188" y="707"/>
                </a:lnTo>
                <a:lnTo>
                  <a:pt x="188" y="706"/>
                </a:lnTo>
                <a:lnTo>
                  <a:pt x="190" y="706"/>
                </a:lnTo>
                <a:lnTo>
                  <a:pt x="191" y="706"/>
                </a:lnTo>
                <a:lnTo>
                  <a:pt x="192" y="706"/>
                </a:lnTo>
                <a:lnTo>
                  <a:pt x="193" y="706"/>
                </a:lnTo>
                <a:lnTo>
                  <a:pt x="194" y="706"/>
                </a:lnTo>
                <a:lnTo>
                  <a:pt x="194" y="705"/>
                </a:lnTo>
                <a:lnTo>
                  <a:pt x="195" y="705"/>
                </a:lnTo>
                <a:lnTo>
                  <a:pt x="196" y="705"/>
                </a:lnTo>
                <a:lnTo>
                  <a:pt x="201" y="704"/>
                </a:lnTo>
                <a:lnTo>
                  <a:pt x="206" y="704"/>
                </a:lnTo>
                <a:lnTo>
                  <a:pt x="208" y="704"/>
                </a:lnTo>
                <a:lnTo>
                  <a:pt x="209" y="704"/>
                </a:lnTo>
                <a:lnTo>
                  <a:pt x="211" y="704"/>
                </a:lnTo>
                <a:lnTo>
                  <a:pt x="215" y="704"/>
                </a:lnTo>
                <a:lnTo>
                  <a:pt x="217" y="704"/>
                </a:lnTo>
                <a:lnTo>
                  <a:pt x="218" y="703"/>
                </a:lnTo>
                <a:lnTo>
                  <a:pt x="218" y="702"/>
                </a:lnTo>
                <a:lnTo>
                  <a:pt x="219" y="700"/>
                </a:lnTo>
                <a:lnTo>
                  <a:pt x="220" y="700"/>
                </a:lnTo>
                <a:lnTo>
                  <a:pt x="220" y="699"/>
                </a:lnTo>
                <a:lnTo>
                  <a:pt x="220" y="698"/>
                </a:lnTo>
                <a:lnTo>
                  <a:pt x="219" y="698"/>
                </a:lnTo>
                <a:lnTo>
                  <a:pt x="220" y="698"/>
                </a:lnTo>
                <a:lnTo>
                  <a:pt x="219" y="697"/>
                </a:lnTo>
                <a:lnTo>
                  <a:pt x="219" y="696"/>
                </a:lnTo>
                <a:lnTo>
                  <a:pt x="220" y="696"/>
                </a:lnTo>
                <a:lnTo>
                  <a:pt x="219" y="694"/>
                </a:lnTo>
                <a:lnTo>
                  <a:pt x="219" y="693"/>
                </a:lnTo>
                <a:lnTo>
                  <a:pt x="220" y="693"/>
                </a:lnTo>
                <a:lnTo>
                  <a:pt x="219" y="693"/>
                </a:lnTo>
                <a:lnTo>
                  <a:pt x="219" y="692"/>
                </a:lnTo>
                <a:lnTo>
                  <a:pt x="220" y="691"/>
                </a:lnTo>
                <a:lnTo>
                  <a:pt x="218" y="691"/>
                </a:lnTo>
                <a:lnTo>
                  <a:pt x="217" y="691"/>
                </a:lnTo>
                <a:lnTo>
                  <a:pt x="216" y="691"/>
                </a:lnTo>
                <a:lnTo>
                  <a:pt x="216" y="690"/>
                </a:lnTo>
                <a:lnTo>
                  <a:pt x="215" y="690"/>
                </a:lnTo>
                <a:lnTo>
                  <a:pt x="215" y="689"/>
                </a:lnTo>
                <a:lnTo>
                  <a:pt x="216" y="689"/>
                </a:lnTo>
                <a:lnTo>
                  <a:pt x="217" y="689"/>
                </a:lnTo>
                <a:lnTo>
                  <a:pt x="218" y="689"/>
                </a:lnTo>
                <a:lnTo>
                  <a:pt x="218" y="688"/>
                </a:lnTo>
                <a:lnTo>
                  <a:pt x="219" y="688"/>
                </a:lnTo>
                <a:lnTo>
                  <a:pt x="219" y="687"/>
                </a:lnTo>
                <a:lnTo>
                  <a:pt x="218" y="687"/>
                </a:lnTo>
                <a:lnTo>
                  <a:pt x="218" y="686"/>
                </a:lnTo>
                <a:lnTo>
                  <a:pt x="217" y="686"/>
                </a:lnTo>
                <a:lnTo>
                  <a:pt x="217" y="685"/>
                </a:lnTo>
                <a:lnTo>
                  <a:pt x="218" y="685"/>
                </a:lnTo>
                <a:lnTo>
                  <a:pt x="218" y="684"/>
                </a:lnTo>
                <a:lnTo>
                  <a:pt x="218" y="683"/>
                </a:lnTo>
                <a:lnTo>
                  <a:pt x="216" y="683"/>
                </a:lnTo>
                <a:lnTo>
                  <a:pt x="215" y="683"/>
                </a:lnTo>
                <a:lnTo>
                  <a:pt x="215" y="685"/>
                </a:lnTo>
                <a:lnTo>
                  <a:pt x="214" y="685"/>
                </a:lnTo>
                <a:lnTo>
                  <a:pt x="214" y="686"/>
                </a:lnTo>
                <a:lnTo>
                  <a:pt x="215" y="686"/>
                </a:lnTo>
                <a:lnTo>
                  <a:pt x="215" y="687"/>
                </a:lnTo>
                <a:lnTo>
                  <a:pt x="215" y="688"/>
                </a:lnTo>
                <a:lnTo>
                  <a:pt x="215" y="689"/>
                </a:lnTo>
                <a:lnTo>
                  <a:pt x="214" y="689"/>
                </a:lnTo>
                <a:lnTo>
                  <a:pt x="214" y="690"/>
                </a:lnTo>
                <a:lnTo>
                  <a:pt x="213" y="690"/>
                </a:lnTo>
                <a:lnTo>
                  <a:pt x="213" y="689"/>
                </a:lnTo>
                <a:lnTo>
                  <a:pt x="212" y="689"/>
                </a:lnTo>
                <a:lnTo>
                  <a:pt x="211" y="689"/>
                </a:lnTo>
                <a:lnTo>
                  <a:pt x="210" y="689"/>
                </a:lnTo>
                <a:lnTo>
                  <a:pt x="208" y="689"/>
                </a:lnTo>
                <a:lnTo>
                  <a:pt x="207" y="688"/>
                </a:lnTo>
                <a:lnTo>
                  <a:pt x="207" y="686"/>
                </a:lnTo>
                <a:lnTo>
                  <a:pt x="207" y="685"/>
                </a:lnTo>
                <a:lnTo>
                  <a:pt x="208" y="685"/>
                </a:lnTo>
                <a:lnTo>
                  <a:pt x="208" y="684"/>
                </a:lnTo>
                <a:lnTo>
                  <a:pt x="208" y="683"/>
                </a:lnTo>
                <a:lnTo>
                  <a:pt x="209" y="683"/>
                </a:lnTo>
                <a:lnTo>
                  <a:pt x="209" y="682"/>
                </a:lnTo>
                <a:lnTo>
                  <a:pt x="209" y="681"/>
                </a:lnTo>
                <a:lnTo>
                  <a:pt x="209" y="680"/>
                </a:lnTo>
                <a:lnTo>
                  <a:pt x="210" y="680"/>
                </a:lnTo>
                <a:lnTo>
                  <a:pt x="210" y="679"/>
                </a:lnTo>
                <a:lnTo>
                  <a:pt x="210" y="678"/>
                </a:lnTo>
                <a:lnTo>
                  <a:pt x="211" y="678"/>
                </a:lnTo>
                <a:lnTo>
                  <a:pt x="211" y="677"/>
                </a:lnTo>
                <a:lnTo>
                  <a:pt x="211" y="676"/>
                </a:lnTo>
                <a:lnTo>
                  <a:pt x="210" y="676"/>
                </a:lnTo>
                <a:lnTo>
                  <a:pt x="210" y="677"/>
                </a:lnTo>
                <a:lnTo>
                  <a:pt x="208" y="677"/>
                </a:lnTo>
                <a:lnTo>
                  <a:pt x="207" y="676"/>
                </a:lnTo>
                <a:lnTo>
                  <a:pt x="206" y="676"/>
                </a:lnTo>
                <a:lnTo>
                  <a:pt x="206" y="677"/>
                </a:lnTo>
                <a:lnTo>
                  <a:pt x="206" y="676"/>
                </a:lnTo>
                <a:lnTo>
                  <a:pt x="205" y="676"/>
                </a:lnTo>
                <a:lnTo>
                  <a:pt x="205" y="677"/>
                </a:lnTo>
                <a:lnTo>
                  <a:pt x="204" y="677"/>
                </a:lnTo>
                <a:lnTo>
                  <a:pt x="204" y="678"/>
                </a:lnTo>
                <a:lnTo>
                  <a:pt x="203" y="678"/>
                </a:lnTo>
                <a:lnTo>
                  <a:pt x="202" y="678"/>
                </a:lnTo>
                <a:lnTo>
                  <a:pt x="201" y="678"/>
                </a:lnTo>
                <a:lnTo>
                  <a:pt x="200" y="678"/>
                </a:lnTo>
                <a:lnTo>
                  <a:pt x="199" y="678"/>
                </a:lnTo>
                <a:lnTo>
                  <a:pt x="198" y="678"/>
                </a:lnTo>
                <a:lnTo>
                  <a:pt x="198" y="677"/>
                </a:lnTo>
                <a:lnTo>
                  <a:pt x="198" y="676"/>
                </a:lnTo>
                <a:lnTo>
                  <a:pt x="197" y="676"/>
                </a:lnTo>
                <a:lnTo>
                  <a:pt x="196" y="675"/>
                </a:lnTo>
                <a:lnTo>
                  <a:pt x="195" y="674"/>
                </a:lnTo>
                <a:lnTo>
                  <a:pt x="194" y="673"/>
                </a:lnTo>
                <a:lnTo>
                  <a:pt x="193" y="673"/>
                </a:lnTo>
                <a:lnTo>
                  <a:pt x="192" y="673"/>
                </a:lnTo>
                <a:lnTo>
                  <a:pt x="191" y="672"/>
                </a:lnTo>
                <a:lnTo>
                  <a:pt x="190" y="672"/>
                </a:lnTo>
                <a:lnTo>
                  <a:pt x="190" y="673"/>
                </a:lnTo>
                <a:lnTo>
                  <a:pt x="190" y="674"/>
                </a:lnTo>
                <a:lnTo>
                  <a:pt x="190" y="675"/>
                </a:lnTo>
                <a:lnTo>
                  <a:pt x="193" y="675"/>
                </a:lnTo>
                <a:lnTo>
                  <a:pt x="194" y="675"/>
                </a:lnTo>
                <a:lnTo>
                  <a:pt x="196" y="675"/>
                </a:lnTo>
                <a:lnTo>
                  <a:pt x="197" y="676"/>
                </a:lnTo>
                <a:lnTo>
                  <a:pt x="198" y="676"/>
                </a:lnTo>
                <a:lnTo>
                  <a:pt x="198" y="677"/>
                </a:lnTo>
                <a:lnTo>
                  <a:pt x="198" y="678"/>
                </a:lnTo>
                <a:lnTo>
                  <a:pt x="200" y="678"/>
                </a:lnTo>
                <a:lnTo>
                  <a:pt x="199" y="680"/>
                </a:lnTo>
                <a:lnTo>
                  <a:pt x="200" y="680"/>
                </a:lnTo>
                <a:lnTo>
                  <a:pt x="200" y="681"/>
                </a:lnTo>
                <a:lnTo>
                  <a:pt x="199" y="683"/>
                </a:lnTo>
                <a:lnTo>
                  <a:pt x="197" y="688"/>
                </a:lnTo>
                <a:lnTo>
                  <a:pt x="196" y="688"/>
                </a:lnTo>
                <a:lnTo>
                  <a:pt x="196" y="689"/>
                </a:lnTo>
                <a:lnTo>
                  <a:pt x="195" y="689"/>
                </a:lnTo>
                <a:lnTo>
                  <a:pt x="195" y="688"/>
                </a:lnTo>
                <a:lnTo>
                  <a:pt x="195" y="689"/>
                </a:lnTo>
                <a:lnTo>
                  <a:pt x="194" y="689"/>
                </a:lnTo>
                <a:lnTo>
                  <a:pt x="193" y="689"/>
                </a:lnTo>
                <a:lnTo>
                  <a:pt x="193" y="688"/>
                </a:lnTo>
                <a:lnTo>
                  <a:pt x="192" y="687"/>
                </a:lnTo>
                <a:lnTo>
                  <a:pt x="191" y="686"/>
                </a:lnTo>
                <a:lnTo>
                  <a:pt x="190" y="685"/>
                </a:lnTo>
                <a:lnTo>
                  <a:pt x="189" y="686"/>
                </a:lnTo>
                <a:lnTo>
                  <a:pt x="188" y="686"/>
                </a:lnTo>
                <a:lnTo>
                  <a:pt x="187" y="686"/>
                </a:lnTo>
                <a:lnTo>
                  <a:pt x="186" y="686"/>
                </a:lnTo>
                <a:lnTo>
                  <a:pt x="186" y="687"/>
                </a:lnTo>
                <a:lnTo>
                  <a:pt x="185" y="686"/>
                </a:lnTo>
                <a:lnTo>
                  <a:pt x="184" y="686"/>
                </a:lnTo>
                <a:lnTo>
                  <a:pt x="183" y="686"/>
                </a:lnTo>
                <a:lnTo>
                  <a:pt x="183" y="687"/>
                </a:lnTo>
                <a:lnTo>
                  <a:pt x="183" y="688"/>
                </a:lnTo>
                <a:lnTo>
                  <a:pt x="183" y="689"/>
                </a:lnTo>
                <a:lnTo>
                  <a:pt x="183" y="690"/>
                </a:lnTo>
                <a:lnTo>
                  <a:pt x="182" y="690"/>
                </a:lnTo>
                <a:lnTo>
                  <a:pt x="182" y="691"/>
                </a:lnTo>
                <a:lnTo>
                  <a:pt x="182" y="692"/>
                </a:lnTo>
                <a:lnTo>
                  <a:pt x="181" y="692"/>
                </a:lnTo>
                <a:lnTo>
                  <a:pt x="180" y="692"/>
                </a:lnTo>
                <a:lnTo>
                  <a:pt x="180" y="693"/>
                </a:lnTo>
                <a:lnTo>
                  <a:pt x="180" y="694"/>
                </a:lnTo>
                <a:lnTo>
                  <a:pt x="179" y="695"/>
                </a:lnTo>
                <a:lnTo>
                  <a:pt x="180" y="695"/>
                </a:lnTo>
                <a:lnTo>
                  <a:pt x="179" y="695"/>
                </a:lnTo>
                <a:lnTo>
                  <a:pt x="179" y="696"/>
                </a:lnTo>
                <a:lnTo>
                  <a:pt x="179" y="697"/>
                </a:lnTo>
                <a:lnTo>
                  <a:pt x="178" y="697"/>
                </a:lnTo>
                <a:lnTo>
                  <a:pt x="177" y="698"/>
                </a:lnTo>
                <a:lnTo>
                  <a:pt x="176" y="698"/>
                </a:lnTo>
                <a:lnTo>
                  <a:pt x="175" y="699"/>
                </a:lnTo>
                <a:lnTo>
                  <a:pt x="174" y="699"/>
                </a:lnTo>
                <a:lnTo>
                  <a:pt x="173" y="699"/>
                </a:lnTo>
                <a:lnTo>
                  <a:pt x="172" y="699"/>
                </a:lnTo>
                <a:lnTo>
                  <a:pt x="172" y="698"/>
                </a:lnTo>
                <a:lnTo>
                  <a:pt x="171" y="698"/>
                </a:lnTo>
                <a:lnTo>
                  <a:pt x="170" y="698"/>
                </a:lnTo>
                <a:lnTo>
                  <a:pt x="169" y="698"/>
                </a:lnTo>
                <a:lnTo>
                  <a:pt x="169" y="699"/>
                </a:lnTo>
                <a:lnTo>
                  <a:pt x="169" y="698"/>
                </a:lnTo>
                <a:lnTo>
                  <a:pt x="168" y="698"/>
                </a:lnTo>
                <a:lnTo>
                  <a:pt x="168" y="699"/>
                </a:lnTo>
                <a:lnTo>
                  <a:pt x="167" y="699"/>
                </a:lnTo>
                <a:lnTo>
                  <a:pt x="166" y="699"/>
                </a:lnTo>
                <a:lnTo>
                  <a:pt x="166" y="700"/>
                </a:lnTo>
                <a:lnTo>
                  <a:pt x="165" y="700"/>
                </a:lnTo>
                <a:lnTo>
                  <a:pt x="164" y="700"/>
                </a:lnTo>
                <a:lnTo>
                  <a:pt x="164" y="699"/>
                </a:lnTo>
                <a:lnTo>
                  <a:pt x="163" y="698"/>
                </a:lnTo>
                <a:lnTo>
                  <a:pt x="163" y="697"/>
                </a:lnTo>
                <a:lnTo>
                  <a:pt x="163" y="696"/>
                </a:lnTo>
                <a:lnTo>
                  <a:pt x="162" y="696"/>
                </a:lnTo>
                <a:lnTo>
                  <a:pt x="161" y="696"/>
                </a:lnTo>
                <a:lnTo>
                  <a:pt x="160" y="695"/>
                </a:lnTo>
                <a:lnTo>
                  <a:pt x="159" y="695"/>
                </a:lnTo>
                <a:lnTo>
                  <a:pt x="159" y="694"/>
                </a:lnTo>
                <a:lnTo>
                  <a:pt x="158" y="694"/>
                </a:lnTo>
                <a:lnTo>
                  <a:pt x="158" y="693"/>
                </a:lnTo>
                <a:lnTo>
                  <a:pt x="157" y="693"/>
                </a:lnTo>
                <a:lnTo>
                  <a:pt x="157" y="694"/>
                </a:lnTo>
                <a:lnTo>
                  <a:pt x="156" y="694"/>
                </a:lnTo>
                <a:lnTo>
                  <a:pt x="156" y="693"/>
                </a:lnTo>
                <a:lnTo>
                  <a:pt x="157" y="693"/>
                </a:lnTo>
                <a:lnTo>
                  <a:pt x="156" y="692"/>
                </a:lnTo>
                <a:lnTo>
                  <a:pt x="155" y="691"/>
                </a:lnTo>
                <a:lnTo>
                  <a:pt x="155" y="690"/>
                </a:lnTo>
                <a:lnTo>
                  <a:pt x="154" y="689"/>
                </a:lnTo>
                <a:lnTo>
                  <a:pt x="154" y="688"/>
                </a:lnTo>
                <a:lnTo>
                  <a:pt x="154" y="687"/>
                </a:lnTo>
                <a:lnTo>
                  <a:pt x="154" y="686"/>
                </a:lnTo>
                <a:lnTo>
                  <a:pt x="154" y="685"/>
                </a:lnTo>
                <a:lnTo>
                  <a:pt x="153" y="685"/>
                </a:lnTo>
                <a:lnTo>
                  <a:pt x="153" y="684"/>
                </a:lnTo>
                <a:lnTo>
                  <a:pt x="152" y="683"/>
                </a:lnTo>
                <a:lnTo>
                  <a:pt x="153" y="683"/>
                </a:lnTo>
                <a:lnTo>
                  <a:pt x="153" y="682"/>
                </a:lnTo>
                <a:lnTo>
                  <a:pt x="154" y="681"/>
                </a:lnTo>
                <a:lnTo>
                  <a:pt x="154" y="680"/>
                </a:lnTo>
                <a:lnTo>
                  <a:pt x="154" y="679"/>
                </a:lnTo>
                <a:lnTo>
                  <a:pt x="154" y="678"/>
                </a:lnTo>
                <a:lnTo>
                  <a:pt x="154" y="677"/>
                </a:lnTo>
                <a:lnTo>
                  <a:pt x="154" y="676"/>
                </a:lnTo>
                <a:lnTo>
                  <a:pt x="153" y="676"/>
                </a:lnTo>
                <a:lnTo>
                  <a:pt x="152" y="676"/>
                </a:lnTo>
                <a:lnTo>
                  <a:pt x="153" y="676"/>
                </a:lnTo>
                <a:lnTo>
                  <a:pt x="152" y="677"/>
                </a:lnTo>
                <a:lnTo>
                  <a:pt x="152" y="676"/>
                </a:lnTo>
                <a:lnTo>
                  <a:pt x="151" y="677"/>
                </a:lnTo>
                <a:lnTo>
                  <a:pt x="150" y="677"/>
                </a:lnTo>
                <a:lnTo>
                  <a:pt x="149" y="678"/>
                </a:lnTo>
                <a:lnTo>
                  <a:pt x="148" y="678"/>
                </a:lnTo>
                <a:lnTo>
                  <a:pt x="147" y="678"/>
                </a:lnTo>
                <a:lnTo>
                  <a:pt x="146" y="678"/>
                </a:lnTo>
                <a:lnTo>
                  <a:pt x="145" y="678"/>
                </a:lnTo>
                <a:lnTo>
                  <a:pt x="144" y="678"/>
                </a:lnTo>
                <a:lnTo>
                  <a:pt x="144" y="677"/>
                </a:lnTo>
                <a:lnTo>
                  <a:pt x="145" y="676"/>
                </a:lnTo>
                <a:lnTo>
                  <a:pt x="144" y="676"/>
                </a:lnTo>
                <a:lnTo>
                  <a:pt x="144" y="675"/>
                </a:lnTo>
                <a:lnTo>
                  <a:pt x="143" y="674"/>
                </a:lnTo>
                <a:lnTo>
                  <a:pt x="143" y="673"/>
                </a:lnTo>
                <a:lnTo>
                  <a:pt x="143" y="671"/>
                </a:lnTo>
                <a:lnTo>
                  <a:pt x="145" y="670"/>
                </a:lnTo>
                <a:lnTo>
                  <a:pt x="145" y="669"/>
                </a:lnTo>
                <a:lnTo>
                  <a:pt x="146" y="669"/>
                </a:lnTo>
                <a:lnTo>
                  <a:pt x="147" y="668"/>
                </a:lnTo>
                <a:lnTo>
                  <a:pt x="148" y="668"/>
                </a:lnTo>
                <a:lnTo>
                  <a:pt x="148" y="667"/>
                </a:lnTo>
                <a:lnTo>
                  <a:pt x="149" y="667"/>
                </a:lnTo>
                <a:lnTo>
                  <a:pt x="149" y="666"/>
                </a:lnTo>
                <a:lnTo>
                  <a:pt x="150" y="666"/>
                </a:lnTo>
                <a:lnTo>
                  <a:pt x="150" y="665"/>
                </a:lnTo>
                <a:lnTo>
                  <a:pt x="150" y="664"/>
                </a:lnTo>
                <a:lnTo>
                  <a:pt x="149" y="665"/>
                </a:lnTo>
                <a:lnTo>
                  <a:pt x="148" y="665"/>
                </a:lnTo>
                <a:lnTo>
                  <a:pt x="147" y="665"/>
                </a:lnTo>
                <a:lnTo>
                  <a:pt x="146" y="665"/>
                </a:lnTo>
                <a:lnTo>
                  <a:pt x="146" y="664"/>
                </a:lnTo>
                <a:lnTo>
                  <a:pt x="145" y="664"/>
                </a:lnTo>
                <a:lnTo>
                  <a:pt x="144" y="664"/>
                </a:lnTo>
                <a:lnTo>
                  <a:pt x="143" y="664"/>
                </a:lnTo>
                <a:lnTo>
                  <a:pt x="142" y="664"/>
                </a:lnTo>
                <a:lnTo>
                  <a:pt x="141" y="664"/>
                </a:lnTo>
                <a:lnTo>
                  <a:pt x="141" y="663"/>
                </a:lnTo>
                <a:lnTo>
                  <a:pt x="140" y="664"/>
                </a:lnTo>
                <a:lnTo>
                  <a:pt x="140" y="663"/>
                </a:lnTo>
                <a:lnTo>
                  <a:pt x="138" y="662"/>
                </a:lnTo>
                <a:lnTo>
                  <a:pt x="137" y="662"/>
                </a:lnTo>
                <a:lnTo>
                  <a:pt x="136" y="662"/>
                </a:lnTo>
                <a:lnTo>
                  <a:pt x="135" y="662"/>
                </a:lnTo>
                <a:lnTo>
                  <a:pt x="134" y="662"/>
                </a:lnTo>
                <a:lnTo>
                  <a:pt x="133" y="661"/>
                </a:lnTo>
                <a:lnTo>
                  <a:pt x="132" y="661"/>
                </a:lnTo>
                <a:lnTo>
                  <a:pt x="131" y="661"/>
                </a:lnTo>
                <a:lnTo>
                  <a:pt x="131" y="660"/>
                </a:lnTo>
                <a:lnTo>
                  <a:pt x="130" y="660"/>
                </a:lnTo>
                <a:lnTo>
                  <a:pt x="129" y="660"/>
                </a:lnTo>
                <a:lnTo>
                  <a:pt x="129" y="659"/>
                </a:lnTo>
                <a:lnTo>
                  <a:pt x="128" y="658"/>
                </a:lnTo>
                <a:lnTo>
                  <a:pt x="127" y="656"/>
                </a:lnTo>
                <a:lnTo>
                  <a:pt x="126" y="656"/>
                </a:lnTo>
                <a:lnTo>
                  <a:pt x="125" y="655"/>
                </a:lnTo>
                <a:lnTo>
                  <a:pt x="124" y="655"/>
                </a:lnTo>
                <a:lnTo>
                  <a:pt x="124" y="654"/>
                </a:lnTo>
                <a:lnTo>
                  <a:pt x="123" y="654"/>
                </a:lnTo>
                <a:lnTo>
                  <a:pt x="122" y="653"/>
                </a:lnTo>
                <a:lnTo>
                  <a:pt x="122" y="652"/>
                </a:lnTo>
                <a:lnTo>
                  <a:pt x="121" y="651"/>
                </a:lnTo>
                <a:lnTo>
                  <a:pt x="120" y="650"/>
                </a:lnTo>
                <a:lnTo>
                  <a:pt x="120" y="649"/>
                </a:lnTo>
                <a:lnTo>
                  <a:pt x="119" y="648"/>
                </a:lnTo>
                <a:lnTo>
                  <a:pt x="119" y="647"/>
                </a:lnTo>
                <a:lnTo>
                  <a:pt x="118" y="646"/>
                </a:lnTo>
                <a:lnTo>
                  <a:pt x="119" y="646"/>
                </a:lnTo>
                <a:lnTo>
                  <a:pt x="118" y="646"/>
                </a:lnTo>
                <a:lnTo>
                  <a:pt x="118" y="645"/>
                </a:lnTo>
                <a:lnTo>
                  <a:pt x="117" y="645"/>
                </a:lnTo>
                <a:lnTo>
                  <a:pt x="116" y="645"/>
                </a:lnTo>
                <a:lnTo>
                  <a:pt x="116" y="644"/>
                </a:lnTo>
                <a:lnTo>
                  <a:pt x="115" y="644"/>
                </a:lnTo>
                <a:lnTo>
                  <a:pt x="114" y="643"/>
                </a:lnTo>
                <a:lnTo>
                  <a:pt x="115" y="642"/>
                </a:lnTo>
                <a:lnTo>
                  <a:pt x="114" y="642"/>
                </a:lnTo>
                <a:lnTo>
                  <a:pt x="114" y="641"/>
                </a:lnTo>
                <a:lnTo>
                  <a:pt x="114" y="642"/>
                </a:lnTo>
                <a:lnTo>
                  <a:pt x="114" y="641"/>
                </a:lnTo>
                <a:lnTo>
                  <a:pt x="113" y="641"/>
                </a:lnTo>
                <a:lnTo>
                  <a:pt x="113" y="640"/>
                </a:lnTo>
                <a:lnTo>
                  <a:pt x="113" y="641"/>
                </a:lnTo>
                <a:lnTo>
                  <a:pt x="113" y="640"/>
                </a:lnTo>
                <a:lnTo>
                  <a:pt x="112" y="640"/>
                </a:lnTo>
                <a:lnTo>
                  <a:pt x="112" y="639"/>
                </a:lnTo>
                <a:lnTo>
                  <a:pt x="112" y="638"/>
                </a:lnTo>
                <a:lnTo>
                  <a:pt x="111" y="638"/>
                </a:lnTo>
                <a:lnTo>
                  <a:pt x="111" y="637"/>
                </a:lnTo>
                <a:lnTo>
                  <a:pt x="111" y="636"/>
                </a:lnTo>
                <a:lnTo>
                  <a:pt x="111" y="635"/>
                </a:lnTo>
                <a:lnTo>
                  <a:pt x="113" y="634"/>
                </a:lnTo>
                <a:lnTo>
                  <a:pt x="114" y="634"/>
                </a:lnTo>
                <a:lnTo>
                  <a:pt x="115" y="633"/>
                </a:lnTo>
                <a:lnTo>
                  <a:pt x="117" y="632"/>
                </a:lnTo>
                <a:lnTo>
                  <a:pt x="119" y="631"/>
                </a:lnTo>
                <a:lnTo>
                  <a:pt x="119" y="630"/>
                </a:lnTo>
                <a:lnTo>
                  <a:pt x="119" y="629"/>
                </a:lnTo>
                <a:lnTo>
                  <a:pt x="120" y="626"/>
                </a:lnTo>
                <a:lnTo>
                  <a:pt x="121" y="625"/>
                </a:lnTo>
                <a:lnTo>
                  <a:pt x="121" y="624"/>
                </a:lnTo>
                <a:lnTo>
                  <a:pt x="122" y="622"/>
                </a:lnTo>
                <a:lnTo>
                  <a:pt x="122" y="621"/>
                </a:lnTo>
                <a:lnTo>
                  <a:pt x="123" y="620"/>
                </a:lnTo>
                <a:lnTo>
                  <a:pt x="123" y="619"/>
                </a:lnTo>
                <a:lnTo>
                  <a:pt x="124" y="619"/>
                </a:lnTo>
                <a:lnTo>
                  <a:pt x="124" y="617"/>
                </a:lnTo>
                <a:lnTo>
                  <a:pt x="125" y="617"/>
                </a:lnTo>
                <a:lnTo>
                  <a:pt x="126" y="616"/>
                </a:lnTo>
                <a:lnTo>
                  <a:pt x="130" y="614"/>
                </a:lnTo>
                <a:lnTo>
                  <a:pt x="132" y="613"/>
                </a:lnTo>
                <a:lnTo>
                  <a:pt x="135" y="612"/>
                </a:lnTo>
                <a:lnTo>
                  <a:pt x="139" y="610"/>
                </a:lnTo>
                <a:lnTo>
                  <a:pt x="142" y="609"/>
                </a:lnTo>
                <a:lnTo>
                  <a:pt x="142" y="608"/>
                </a:lnTo>
                <a:lnTo>
                  <a:pt x="143" y="608"/>
                </a:lnTo>
                <a:lnTo>
                  <a:pt x="144" y="607"/>
                </a:lnTo>
                <a:lnTo>
                  <a:pt x="145" y="607"/>
                </a:lnTo>
                <a:lnTo>
                  <a:pt x="145" y="606"/>
                </a:lnTo>
                <a:lnTo>
                  <a:pt x="148" y="604"/>
                </a:lnTo>
                <a:lnTo>
                  <a:pt x="149" y="603"/>
                </a:lnTo>
                <a:lnTo>
                  <a:pt x="150" y="602"/>
                </a:lnTo>
                <a:lnTo>
                  <a:pt x="151" y="602"/>
                </a:lnTo>
                <a:lnTo>
                  <a:pt x="153" y="602"/>
                </a:lnTo>
                <a:lnTo>
                  <a:pt x="155" y="601"/>
                </a:lnTo>
                <a:lnTo>
                  <a:pt x="156" y="601"/>
                </a:lnTo>
                <a:lnTo>
                  <a:pt x="157" y="600"/>
                </a:lnTo>
                <a:lnTo>
                  <a:pt x="158" y="600"/>
                </a:lnTo>
                <a:lnTo>
                  <a:pt x="159" y="599"/>
                </a:lnTo>
                <a:lnTo>
                  <a:pt x="161" y="598"/>
                </a:lnTo>
                <a:lnTo>
                  <a:pt x="163" y="597"/>
                </a:lnTo>
                <a:lnTo>
                  <a:pt x="164" y="597"/>
                </a:lnTo>
                <a:lnTo>
                  <a:pt x="165" y="596"/>
                </a:lnTo>
                <a:lnTo>
                  <a:pt x="166" y="596"/>
                </a:lnTo>
                <a:lnTo>
                  <a:pt x="167" y="595"/>
                </a:lnTo>
                <a:lnTo>
                  <a:pt x="168" y="595"/>
                </a:lnTo>
                <a:lnTo>
                  <a:pt x="170" y="594"/>
                </a:lnTo>
                <a:lnTo>
                  <a:pt x="174" y="593"/>
                </a:lnTo>
                <a:lnTo>
                  <a:pt x="176" y="592"/>
                </a:lnTo>
                <a:lnTo>
                  <a:pt x="177" y="592"/>
                </a:lnTo>
                <a:lnTo>
                  <a:pt x="178" y="592"/>
                </a:lnTo>
                <a:lnTo>
                  <a:pt x="182" y="587"/>
                </a:lnTo>
                <a:lnTo>
                  <a:pt x="183" y="587"/>
                </a:lnTo>
                <a:lnTo>
                  <a:pt x="183" y="586"/>
                </a:lnTo>
                <a:lnTo>
                  <a:pt x="184" y="585"/>
                </a:lnTo>
                <a:lnTo>
                  <a:pt x="185" y="584"/>
                </a:lnTo>
                <a:lnTo>
                  <a:pt x="186" y="582"/>
                </a:lnTo>
                <a:lnTo>
                  <a:pt x="186" y="581"/>
                </a:lnTo>
                <a:lnTo>
                  <a:pt x="187" y="580"/>
                </a:lnTo>
                <a:lnTo>
                  <a:pt x="188" y="578"/>
                </a:lnTo>
                <a:lnTo>
                  <a:pt x="188" y="577"/>
                </a:lnTo>
                <a:lnTo>
                  <a:pt x="189" y="575"/>
                </a:lnTo>
                <a:lnTo>
                  <a:pt x="190" y="574"/>
                </a:lnTo>
                <a:lnTo>
                  <a:pt x="191" y="574"/>
                </a:lnTo>
                <a:lnTo>
                  <a:pt x="192" y="574"/>
                </a:lnTo>
                <a:lnTo>
                  <a:pt x="192" y="573"/>
                </a:lnTo>
                <a:lnTo>
                  <a:pt x="194" y="573"/>
                </a:lnTo>
                <a:lnTo>
                  <a:pt x="195" y="573"/>
                </a:lnTo>
                <a:lnTo>
                  <a:pt x="197" y="572"/>
                </a:lnTo>
                <a:lnTo>
                  <a:pt x="200" y="571"/>
                </a:lnTo>
                <a:lnTo>
                  <a:pt x="201" y="571"/>
                </a:lnTo>
                <a:lnTo>
                  <a:pt x="202" y="570"/>
                </a:lnTo>
                <a:lnTo>
                  <a:pt x="205" y="569"/>
                </a:lnTo>
                <a:lnTo>
                  <a:pt x="206" y="569"/>
                </a:lnTo>
                <a:lnTo>
                  <a:pt x="209" y="568"/>
                </a:lnTo>
                <a:lnTo>
                  <a:pt x="210" y="568"/>
                </a:lnTo>
                <a:lnTo>
                  <a:pt x="210" y="567"/>
                </a:lnTo>
                <a:lnTo>
                  <a:pt x="211" y="567"/>
                </a:lnTo>
                <a:lnTo>
                  <a:pt x="212" y="567"/>
                </a:lnTo>
                <a:lnTo>
                  <a:pt x="214" y="566"/>
                </a:lnTo>
                <a:lnTo>
                  <a:pt x="215" y="565"/>
                </a:lnTo>
                <a:lnTo>
                  <a:pt x="216" y="564"/>
                </a:lnTo>
                <a:lnTo>
                  <a:pt x="217" y="563"/>
                </a:lnTo>
                <a:lnTo>
                  <a:pt x="218" y="562"/>
                </a:lnTo>
                <a:lnTo>
                  <a:pt x="221" y="559"/>
                </a:lnTo>
                <a:lnTo>
                  <a:pt x="222" y="558"/>
                </a:lnTo>
                <a:lnTo>
                  <a:pt x="224" y="556"/>
                </a:lnTo>
                <a:lnTo>
                  <a:pt x="225" y="555"/>
                </a:lnTo>
                <a:lnTo>
                  <a:pt x="226" y="554"/>
                </a:lnTo>
                <a:lnTo>
                  <a:pt x="227" y="553"/>
                </a:lnTo>
                <a:lnTo>
                  <a:pt x="228" y="552"/>
                </a:lnTo>
                <a:lnTo>
                  <a:pt x="230" y="550"/>
                </a:lnTo>
                <a:lnTo>
                  <a:pt x="230" y="549"/>
                </a:lnTo>
                <a:lnTo>
                  <a:pt x="231" y="549"/>
                </a:lnTo>
                <a:lnTo>
                  <a:pt x="234" y="547"/>
                </a:lnTo>
                <a:lnTo>
                  <a:pt x="235" y="546"/>
                </a:lnTo>
                <a:lnTo>
                  <a:pt x="237" y="544"/>
                </a:lnTo>
                <a:lnTo>
                  <a:pt x="239" y="543"/>
                </a:lnTo>
                <a:lnTo>
                  <a:pt x="240" y="542"/>
                </a:lnTo>
                <a:lnTo>
                  <a:pt x="241" y="541"/>
                </a:lnTo>
                <a:lnTo>
                  <a:pt x="242" y="540"/>
                </a:lnTo>
                <a:lnTo>
                  <a:pt x="244" y="538"/>
                </a:lnTo>
                <a:lnTo>
                  <a:pt x="245" y="538"/>
                </a:lnTo>
                <a:lnTo>
                  <a:pt x="247" y="536"/>
                </a:lnTo>
                <a:lnTo>
                  <a:pt x="249" y="534"/>
                </a:lnTo>
                <a:lnTo>
                  <a:pt x="250" y="533"/>
                </a:lnTo>
                <a:lnTo>
                  <a:pt x="251" y="533"/>
                </a:lnTo>
                <a:lnTo>
                  <a:pt x="254" y="530"/>
                </a:lnTo>
                <a:lnTo>
                  <a:pt x="255" y="529"/>
                </a:lnTo>
                <a:lnTo>
                  <a:pt x="256" y="529"/>
                </a:lnTo>
                <a:lnTo>
                  <a:pt x="257" y="528"/>
                </a:lnTo>
                <a:lnTo>
                  <a:pt x="257" y="527"/>
                </a:lnTo>
                <a:lnTo>
                  <a:pt x="258" y="527"/>
                </a:lnTo>
                <a:lnTo>
                  <a:pt x="258" y="526"/>
                </a:lnTo>
                <a:lnTo>
                  <a:pt x="259" y="526"/>
                </a:lnTo>
                <a:lnTo>
                  <a:pt x="260" y="525"/>
                </a:lnTo>
                <a:lnTo>
                  <a:pt x="261" y="525"/>
                </a:lnTo>
                <a:lnTo>
                  <a:pt x="261" y="524"/>
                </a:lnTo>
                <a:lnTo>
                  <a:pt x="262" y="524"/>
                </a:lnTo>
                <a:lnTo>
                  <a:pt x="264" y="523"/>
                </a:lnTo>
                <a:lnTo>
                  <a:pt x="265" y="522"/>
                </a:lnTo>
                <a:lnTo>
                  <a:pt x="266" y="522"/>
                </a:lnTo>
                <a:lnTo>
                  <a:pt x="267" y="521"/>
                </a:lnTo>
                <a:lnTo>
                  <a:pt x="273" y="517"/>
                </a:lnTo>
                <a:lnTo>
                  <a:pt x="274" y="517"/>
                </a:lnTo>
                <a:lnTo>
                  <a:pt x="275" y="516"/>
                </a:lnTo>
                <a:lnTo>
                  <a:pt x="276" y="515"/>
                </a:lnTo>
                <a:lnTo>
                  <a:pt x="277" y="515"/>
                </a:lnTo>
                <a:lnTo>
                  <a:pt x="278" y="515"/>
                </a:lnTo>
                <a:lnTo>
                  <a:pt x="278" y="516"/>
                </a:lnTo>
                <a:lnTo>
                  <a:pt x="279" y="516"/>
                </a:lnTo>
                <a:lnTo>
                  <a:pt x="280" y="516"/>
                </a:lnTo>
                <a:lnTo>
                  <a:pt x="281" y="517"/>
                </a:lnTo>
                <a:lnTo>
                  <a:pt x="281" y="518"/>
                </a:lnTo>
                <a:lnTo>
                  <a:pt x="281" y="519"/>
                </a:lnTo>
                <a:lnTo>
                  <a:pt x="281" y="520"/>
                </a:lnTo>
                <a:lnTo>
                  <a:pt x="281" y="521"/>
                </a:lnTo>
                <a:lnTo>
                  <a:pt x="280" y="521"/>
                </a:lnTo>
                <a:lnTo>
                  <a:pt x="280" y="522"/>
                </a:lnTo>
                <a:lnTo>
                  <a:pt x="281" y="523"/>
                </a:lnTo>
                <a:lnTo>
                  <a:pt x="281" y="524"/>
                </a:lnTo>
                <a:lnTo>
                  <a:pt x="282" y="524"/>
                </a:lnTo>
                <a:lnTo>
                  <a:pt x="282" y="525"/>
                </a:lnTo>
                <a:lnTo>
                  <a:pt x="283" y="525"/>
                </a:lnTo>
                <a:lnTo>
                  <a:pt x="283" y="526"/>
                </a:lnTo>
                <a:lnTo>
                  <a:pt x="282" y="526"/>
                </a:lnTo>
                <a:lnTo>
                  <a:pt x="281" y="526"/>
                </a:lnTo>
                <a:lnTo>
                  <a:pt x="281" y="527"/>
                </a:lnTo>
                <a:lnTo>
                  <a:pt x="281" y="528"/>
                </a:lnTo>
                <a:lnTo>
                  <a:pt x="282" y="529"/>
                </a:lnTo>
                <a:lnTo>
                  <a:pt x="283" y="529"/>
                </a:lnTo>
                <a:lnTo>
                  <a:pt x="282" y="530"/>
                </a:lnTo>
                <a:lnTo>
                  <a:pt x="282" y="531"/>
                </a:lnTo>
                <a:lnTo>
                  <a:pt x="281" y="531"/>
                </a:lnTo>
                <a:lnTo>
                  <a:pt x="281" y="532"/>
                </a:lnTo>
                <a:lnTo>
                  <a:pt x="282" y="532"/>
                </a:lnTo>
                <a:lnTo>
                  <a:pt x="282" y="533"/>
                </a:lnTo>
                <a:lnTo>
                  <a:pt x="282" y="534"/>
                </a:lnTo>
                <a:lnTo>
                  <a:pt x="283" y="535"/>
                </a:lnTo>
                <a:lnTo>
                  <a:pt x="284" y="537"/>
                </a:lnTo>
                <a:lnTo>
                  <a:pt x="285" y="537"/>
                </a:lnTo>
                <a:lnTo>
                  <a:pt x="285" y="538"/>
                </a:lnTo>
                <a:lnTo>
                  <a:pt x="285" y="539"/>
                </a:lnTo>
                <a:lnTo>
                  <a:pt x="286" y="539"/>
                </a:lnTo>
                <a:lnTo>
                  <a:pt x="286" y="540"/>
                </a:lnTo>
                <a:lnTo>
                  <a:pt x="287" y="541"/>
                </a:lnTo>
                <a:lnTo>
                  <a:pt x="288" y="541"/>
                </a:lnTo>
                <a:lnTo>
                  <a:pt x="289" y="542"/>
                </a:lnTo>
                <a:lnTo>
                  <a:pt x="289" y="543"/>
                </a:lnTo>
                <a:lnTo>
                  <a:pt x="289" y="544"/>
                </a:lnTo>
                <a:lnTo>
                  <a:pt x="290" y="544"/>
                </a:lnTo>
                <a:lnTo>
                  <a:pt x="291" y="544"/>
                </a:lnTo>
                <a:lnTo>
                  <a:pt x="291" y="545"/>
                </a:lnTo>
                <a:lnTo>
                  <a:pt x="292" y="545"/>
                </a:lnTo>
                <a:lnTo>
                  <a:pt x="292" y="546"/>
                </a:lnTo>
                <a:lnTo>
                  <a:pt x="292" y="547"/>
                </a:lnTo>
                <a:lnTo>
                  <a:pt x="291" y="547"/>
                </a:lnTo>
                <a:lnTo>
                  <a:pt x="290" y="547"/>
                </a:lnTo>
                <a:lnTo>
                  <a:pt x="290" y="548"/>
                </a:lnTo>
                <a:lnTo>
                  <a:pt x="291" y="548"/>
                </a:lnTo>
                <a:lnTo>
                  <a:pt x="291" y="549"/>
                </a:lnTo>
                <a:lnTo>
                  <a:pt x="291" y="550"/>
                </a:lnTo>
                <a:lnTo>
                  <a:pt x="291" y="551"/>
                </a:lnTo>
                <a:lnTo>
                  <a:pt x="292" y="551"/>
                </a:lnTo>
                <a:lnTo>
                  <a:pt x="293" y="551"/>
                </a:lnTo>
                <a:lnTo>
                  <a:pt x="294" y="551"/>
                </a:lnTo>
                <a:lnTo>
                  <a:pt x="294" y="552"/>
                </a:lnTo>
                <a:lnTo>
                  <a:pt x="295" y="552"/>
                </a:lnTo>
                <a:lnTo>
                  <a:pt x="295" y="551"/>
                </a:lnTo>
                <a:lnTo>
                  <a:pt x="295" y="552"/>
                </a:lnTo>
                <a:lnTo>
                  <a:pt x="296" y="552"/>
                </a:lnTo>
                <a:lnTo>
                  <a:pt x="296" y="553"/>
                </a:lnTo>
                <a:lnTo>
                  <a:pt x="295" y="553"/>
                </a:lnTo>
                <a:lnTo>
                  <a:pt x="295" y="554"/>
                </a:lnTo>
                <a:lnTo>
                  <a:pt x="295" y="555"/>
                </a:lnTo>
                <a:lnTo>
                  <a:pt x="296" y="555"/>
                </a:lnTo>
                <a:lnTo>
                  <a:pt x="296" y="556"/>
                </a:lnTo>
                <a:lnTo>
                  <a:pt x="295" y="556"/>
                </a:lnTo>
                <a:lnTo>
                  <a:pt x="294" y="556"/>
                </a:lnTo>
                <a:lnTo>
                  <a:pt x="293" y="556"/>
                </a:lnTo>
                <a:lnTo>
                  <a:pt x="292" y="556"/>
                </a:lnTo>
                <a:lnTo>
                  <a:pt x="292" y="557"/>
                </a:lnTo>
                <a:lnTo>
                  <a:pt x="293" y="558"/>
                </a:lnTo>
                <a:lnTo>
                  <a:pt x="292" y="558"/>
                </a:lnTo>
                <a:lnTo>
                  <a:pt x="292" y="559"/>
                </a:lnTo>
                <a:lnTo>
                  <a:pt x="291" y="559"/>
                </a:lnTo>
                <a:lnTo>
                  <a:pt x="291" y="560"/>
                </a:lnTo>
                <a:lnTo>
                  <a:pt x="292" y="561"/>
                </a:lnTo>
                <a:lnTo>
                  <a:pt x="293" y="561"/>
                </a:lnTo>
                <a:lnTo>
                  <a:pt x="292" y="560"/>
                </a:lnTo>
                <a:lnTo>
                  <a:pt x="293" y="560"/>
                </a:lnTo>
                <a:lnTo>
                  <a:pt x="293" y="559"/>
                </a:lnTo>
                <a:lnTo>
                  <a:pt x="294" y="559"/>
                </a:lnTo>
                <a:lnTo>
                  <a:pt x="294" y="560"/>
                </a:lnTo>
                <a:lnTo>
                  <a:pt x="295" y="560"/>
                </a:lnTo>
                <a:lnTo>
                  <a:pt x="295" y="559"/>
                </a:lnTo>
                <a:lnTo>
                  <a:pt x="296" y="559"/>
                </a:lnTo>
                <a:lnTo>
                  <a:pt x="296" y="558"/>
                </a:lnTo>
                <a:lnTo>
                  <a:pt x="296" y="557"/>
                </a:lnTo>
                <a:lnTo>
                  <a:pt x="296" y="556"/>
                </a:lnTo>
                <a:lnTo>
                  <a:pt x="297" y="556"/>
                </a:lnTo>
                <a:lnTo>
                  <a:pt x="297" y="557"/>
                </a:lnTo>
                <a:lnTo>
                  <a:pt x="298" y="557"/>
                </a:lnTo>
                <a:lnTo>
                  <a:pt x="299" y="557"/>
                </a:lnTo>
                <a:lnTo>
                  <a:pt x="299" y="556"/>
                </a:lnTo>
                <a:lnTo>
                  <a:pt x="299" y="555"/>
                </a:lnTo>
                <a:lnTo>
                  <a:pt x="300" y="555"/>
                </a:lnTo>
                <a:lnTo>
                  <a:pt x="301" y="555"/>
                </a:lnTo>
                <a:lnTo>
                  <a:pt x="301" y="554"/>
                </a:lnTo>
                <a:lnTo>
                  <a:pt x="301" y="553"/>
                </a:lnTo>
                <a:lnTo>
                  <a:pt x="300" y="553"/>
                </a:lnTo>
                <a:lnTo>
                  <a:pt x="299" y="553"/>
                </a:lnTo>
                <a:lnTo>
                  <a:pt x="299" y="552"/>
                </a:lnTo>
                <a:lnTo>
                  <a:pt x="300" y="552"/>
                </a:lnTo>
                <a:lnTo>
                  <a:pt x="301" y="552"/>
                </a:lnTo>
                <a:lnTo>
                  <a:pt x="301" y="551"/>
                </a:lnTo>
                <a:lnTo>
                  <a:pt x="300" y="551"/>
                </a:lnTo>
                <a:lnTo>
                  <a:pt x="300" y="550"/>
                </a:lnTo>
                <a:lnTo>
                  <a:pt x="301" y="550"/>
                </a:lnTo>
                <a:lnTo>
                  <a:pt x="302" y="550"/>
                </a:lnTo>
                <a:lnTo>
                  <a:pt x="302" y="549"/>
                </a:lnTo>
                <a:lnTo>
                  <a:pt x="303" y="548"/>
                </a:lnTo>
                <a:lnTo>
                  <a:pt x="303" y="547"/>
                </a:lnTo>
                <a:lnTo>
                  <a:pt x="304" y="546"/>
                </a:lnTo>
                <a:lnTo>
                  <a:pt x="304" y="545"/>
                </a:lnTo>
                <a:lnTo>
                  <a:pt x="303" y="545"/>
                </a:lnTo>
                <a:lnTo>
                  <a:pt x="304" y="545"/>
                </a:lnTo>
                <a:lnTo>
                  <a:pt x="304" y="544"/>
                </a:lnTo>
                <a:lnTo>
                  <a:pt x="305" y="544"/>
                </a:lnTo>
                <a:lnTo>
                  <a:pt x="305" y="543"/>
                </a:lnTo>
                <a:lnTo>
                  <a:pt x="305" y="542"/>
                </a:lnTo>
                <a:lnTo>
                  <a:pt x="304" y="542"/>
                </a:lnTo>
                <a:lnTo>
                  <a:pt x="303" y="542"/>
                </a:lnTo>
                <a:lnTo>
                  <a:pt x="303" y="541"/>
                </a:lnTo>
                <a:lnTo>
                  <a:pt x="304" y="541"/>
                </a:lnTo>
                <a:lnTo>
                  <a:pt x="304" y="540"/>
                </a:lnTo>
                <a:lnTo>
                  <a:pt x="304" y="539"/>
                </a:lnTo>
                <a:lnTo>
                  <a:pt x="305" y="539"/>
                </a:lnTo>
                <a:lnTo>
                  <a:pt x="306" y="539"/>
                </a:lnTo>
                <a:lnTo>
                  <a:pt x="305" y="538"/>
                </a:lnTo>
                <a:lnTo>
                  <a:pt x="304" y="538"/>
                </a:lnTo>
                <a:lnTo>
                  <a:pt x="304" y="537"/>
                </a:lnTo>
                <a:lnTo>
                  <a:pt x="304" y="536"/>
                </a:lnTo>
                <a:lnTo>
                  <a:pt x="303" y="536"/>
                </a:lnTo>
                <a:lnTo>
                  <a:pt x="302" y="536"/>
                </a:lnTo>
                <a:lnTo>
                  <a:pt x="302" y="535"/>
                </a:lnTo>
                <a:lnTo>
                  <a:pt x="302" y="534"/>
                </a:lnTo>
                <a:lnTo>
                  <a:pt x="303" y="534"/>
                </a:lnTo>
                <a:lnTo>
                  <a:pt x="302" y="533"/>
                </a:lnTo>
                <a:lnTo>
                  <a:pt x="302" y="532"/>
                </a:lnTo>
                <a:lnTo>
                  <a:pt x="301" y="532"/>
                </a:lnTo>
                <a:lnTo>
                  <a:pt x="300" y="531"/>
                </a:lnTo>
                <a:lnTo>
                  <a:pt x="300" y="530"/>
                </a:lnTo>
                <a:lnTo>
                  <a:pt x="301" y="530"/>
                </a:lnTo>
                <a:lnTo>
                  <a:pt x="301" y="529"/>
                </a:lnTo>
                <a:lnTo>
                  <a:pt x="300" y="529"/>
                </a:lnTo>
                <a:lnTo>
                  <a:pt x="300" y="528"/>
                </a:lnTo>
                <a:lnTo>
                  <a:pt x="300" y="527"/>
                </a:lnTo>
                <a:lnTo>
                  <a:pt x="301" y="527"/>
                </a:lnTo>
                <a:lnTo>
                  <a:pt x="301" y="526"/>
                </a:lnTo>
                <a:lnTo>
                  <a:pt x="300" y="526"/>
                </a:lnTo>
                <a:lnTo>
                  <a:pt x="300" y="525"/>
                </a:lnTo>
                <a:lnTo>
                  <a:pt x="299" y="525"/>
                </a:lnTo>
                <a:lnTo>
                  <a:pt x="299" y="524"/>
                </a:lnTo>
                <a:lnTo>
                  <a:pt x="299" y="523"/>
                </a:lnTo>
                <a:lnTo>
                  <a:pt x="300" y="523"/>
                </a:lnTo>
                <a:lnTo>
                  <a:pt x="301" y="523"/>
                </a:lnTo>
                <a:lnTo>
                  <a:pt x="302" y="522"/>
                </a:lnTo>
                <a:lnTo>
                  <a:pt x="303" y="522"/>
                </a:lnTo>
                <a:lnTo>
                  <a:pt x="303" y="521"/>
                </a:lnTo>
                <a:lnTo>
                  <a:pt x="302" y="521"/>
                </a:lnTo>
                <a:lnTo>
                  <a:pt x="302" y="519"/>
                </a:lnTo>
                <a:lnTo>
                  <a:pt x="301" y="519"/>
                </a:lnTo>
                <a:lnTo>
                  <a:pt x="301" y="518"/>
                </a:lnTo>
                <a:lnTo>
                  <a:pt x="301" y="517"/>
                </a:lnTo>
                <a:lnTo>
                  <a:pt x="301" y="516"/>
                </a:lnTo>
                <a:lnTo>
                  <a:pt x="302" y="516"/>
                </a:lnTo>
                <a:lnTo>
                  <a:pt x="302" y="515"/>
                </a:lnTo>
                <a:lnTo>
                  <a:pt x="303" y="515"/>
                </a:lnTo>
                <a:lnTo>
                  <a:pt x="302" y="515"/>
                </a:lnTo>
                <a:lnTo>
                  <a:pt x="302" y="514"/>
                </a:lnTo>
                <a:lnTo>
                  <a:pt x="301" y="514"/>
                </a:lnTo>
                <a:lnTo>
                  <a:pt x="300" y="514"/>
                </a:lnTo>
                <a:lnTo>
                  <a:pt x="301" y="512"/>
                </a:lnTo>
                <a:lnTo>
                  <a:pt x="302" y="510"/>
                </a:lnTo>
                <a:lnTo>
                  <a:pt x="304" y="509"/>
                </a:lnTo>
                <a:lnTo>
                  <a:pt x="305" y="509"/>
                </a:lnTo>
                <a:lnTo>
                  <a:pt x="305" y="507"/>
                </a:lnTo>
                <a:lnTo>
                  <a:pt x="305" y="506"/>
                </a:lnTo>
                <a:lnTo>
                  <a:pt x="307" y="505"/>
                </a:lnTo>
                <a:lnTo>
                  <a:pt x="308" y="505"/>
                </a:lnTo>
                <a:lnTo>
                  <a:pt x="308" y="504"/>
                </a:lnTo>
                <a:lnTo>
                  <a:pt x="307" y="502"/>
                </a:lnTo>
                <a:lnTo>
                  <a:pt x="308" y="502"/>
                </a:lnTo>
                <a:lnTo>
                  <a:pt x="309" y="501"/>
                </a:lnTo>
                <a:lnTo>
                  <a:pt x="309" y="500"/>
                </a:lnTo>
                <a:lnTo>
                  <a:pt x="309" y="498"/>
                </a:lnTo>
                <a:lnTo>
                  <a:pt x="309" y="497"/>
                </a:lnTo>
                <a:lnTo>
                  <a:pt x="309" y="496"/>
                </a:lnTo>
                <a:lnTo>
                  <a:pt x="309" y="494"/>
                </a:lnTo>
                <a:lnTo>
                  <a:pt x="308" y="493"/>
                </a:lnTo>
                <a:lnTo>
                  <a:pt x="309" y="492"/>
                </a:lnTo>
                <a:lnTo>
                  <a:pt x="310" y="491"/>
                </a:lnTo>
                <a:lnTo>
                  <a:pt x="311" y="490"/>
                </a:lnTo>
                <a:lnTo>
                  <a:pt x="312" y="490"/>
                </a:lnTo>
                <a:lnTo>
                  <a:pt x="312" y="489"/>
                </a:lnTo>
                <a:lnTo>
                  <a:pt x="311" y="488"/>
                </a:lnTo>
                <a:lnTo>
                  <a:pt x="311" y="487"/>
                </a:lnTo>
                <a:lnTo>
                  <a:pt x="311" y="486"/>
                </a:lnTo>
                <a:lnTo>
                  <a:pt x="311" y="485"/>
                </a:lnTo>
                <a:lnTo>
                  <a:pt x="312" y="485"/>
                </a:lnTo>
                <a:lnTo>
                  <a:pt x="312" y="484"/>
                </a:lnTo>
                <a:lnTo>
                  <a:pt x="314" y="483"/>
                </a:lnTo>
                <a:lnTo>
                  <a:pt x="315" y="483"/>
                </a:lnTo>
                <a:lnTo>
                  <a:pt x="317" y="481"/>
                </a:lnTo>
                <a:lnTo>
                  <a:pt x="317" y="480"/>
                </a:lnTo>
                <a:lnTo>
                  <a:pt x="317" y="479"/>
                </a:lnTo>
                <a:lnTo>
                  <a:pt x="317" y="478"/>
                </a:lnTo>
                <a:lnTo>
                  <a:pt x="317" y="477"/>
                </a:lnTo>
                <a:lnTo>
                  <a:pt x="317" y="476"/>
                </a:lnTo>
                <a:lnTo>
                  <a:pt x="318" y="475"/>
                </a:lnTo>
                <a:lnTo>
                  <a:pt x="320" y="475"/>
                </a:lnTo>
                <a:lnTo>
                  <a:pt x="321" y="475"/>
                </a:lnTo>
                <a:lnTo>
                  <a:pt x="321" y="474"/>
                </a:lnTo>
                <a:lnTo>
                  <a:pt x="321" y="473"/>
                </a:lnTo>
                <a:lnTo>
                  <a:pt x="321" y="472"/>
                </a:lnTo>
                <a:lnTo>
                  <a:pt x="321" y="470"/>
                </a:lnTo>
                <a:lnTo>
                  <a:pt x="322" y="469"/>
                </a:lnTo>
                <a:lnTo>
                  <a:pt x="323" y="467"/>
                </a:lnTo>
                <a:lnTo>
                  <a:pt x="324" y="467"/>
                </a:lnTo>
                <a:lnTo>
                  <a:pt x="325" y="466"/>
                </a:lnTo>
                <a:lnTo>
                  <a:pt x="326" y="466"/>
                </a:lnTo>
                <a:lnTo>
                  <a:pt x="326" y="465"/>
                </a:lnTo>
                <a:lnTo>
                  <a:pt x="326" y="464"/>
                </a:lnTo>
                <a:lnTo>
                  <a:pt x="327" y="463"/>
                </a:lnTo>
                <a:lnTo>
                  <a:pt x="327" y="462"/>
                </a:lnTo>
                <a:lnTo>
                  <a:pt x="327" y="461"/>
                </a:lnTo>
                <a:lnTo>
                  <a:pt x="327" y="460"/>
                </a:lnTo>
                <a:lnTo>
                  <a:pt x="328" y="460"/>
                </a:lnTo>
                <a:lnTo>
                  <a:pt x="328" y="459"/>
                </a:lnTo>
                <a:lnTo>
                  <a:pt x="327" y="458"/>
                </a:lnTo>
                <a:lnTo>
                  <a:pt x="326" y="457"/>
                </a:lnTo>
                <a:lnTo>
                  <a:pt x="326" y="456"/>
                </a:lnTo>
                <a:lnTo>
                  <a:pt x="326" y="455"/>
                </a:lnTo>
                <a:lnTo>
                  <a:pt x="328" y="455"/>
                </a:lnTo>
                <a:lnTo>
                  <a:pt x="329" y="454"/>
                </a:lnTo>
                <a:lnTo>
                  <a:pt x="330" y="454"/>
                </a:lnTo>
                <a:lnTo>
                  <a:pt x="330" y="453"/>
                </a:lnTo>
                <a:lnTo>
                  <a:pt x="330" y="452"/>
                </a:lnTo>
                <a:lnTo>
                  <a:pt x="330" y="451"/>
                </a:lnTo>
                <a:lnTo>
                  <a:pt x="331" y="451"/>
                </a:lnTo>
                <a:lnTo>
                  <a:pt x="331" y="450"/>
                </a:lnTo>
                <a:lnTo>
                  <a:pt x="332" y="449"/>
                </a:lnTo>
                <a:lnTo>
                  <a:pt x="333" y="449"/>
                </a:lnTo>
                <a:lnTo>
                  <a:pt x="334" y="449"/>
                </a:lnTo>
                <a:lnTo>
                  <a:pt x="335" y="448"/>
                </a:lnTo>
                <a:lnTo>
                  <a:pt x="336" y="449"/>
                </a:lnTo>
                <a:lnTo>
                  <a:pt x="337" y="449"/>
                </a:lnTo>
                <a:lnTo>
                  <a:pt x="338" y="450"/>
                </a:lnTo>
                <a:lnTo>
                  <a:pt x="339" y="450"/>
                </a:lnTo>
                <a:lnTo>
                  <a:pt x="340" y="450"/>
                </a:lnTo>
                <a:lnTo>
                  <a:pt x="341" y="450"/>
                </a:lnTo>
                <a:lnTo>
                  <a:pt x="341" y="451"/>
                </a:lnTo>
                <a:lnTo>
                  <a:pt x="342" y="451"/>
                </a:lnTo>
                <a:lnTo>
                  <a:pt x="342" y="450"/>
                </a:lnTo>
                <a:lnTo>
                  <a:pt x="343" y="450"/>
                </a:lnTo>
                <a:lnTo>
                  <a:pt x="343" y="449"/>
                </a:lnTo>
                <a:lnTo>
                  <a:pt x="344" y="449"/>
                </a:lnTo>
                <a:lnTo>
                  <a:pt x="345" y="449"/>
                </a:lnTo>
                <a:lnTo>
                  <a:pt x="345" y="450"/>
                </a:lnTo>
                <a:lnTo>
                  <a:pt x="345" y="449"/>
                </a:lnTo>
                <a:lnTo>
                  <a:pt x="346" y="449"/>
                </a:lnTo>
                <a:lnTo>
                  <a:pt x="347" y="449"/>
                </a:lnTo>
                <a:lnTo>
                  <a:pt x="347" y="450"/>
                </a:lnTo>
                <a:lnTo>
                  <a:pt x="346" y="451"/>
                </a:lnTo>
                <a:lnTo>
                  <a:pt x="347" y="452"/>
                </a:lnTo>
                <a:lnTo>
                  <a:pt x="348" y="452"/>
                </a:lnTo>
                <a:lnTo>
                  <a:pt x="349" y="453"/>
                </a:lnTo>
                <a:lnTo>
                  <a:pt x="350" y="453"/>
                </a:lnTo>
                <a:lnTo>
                  <a:pt x="351" y="453"/>
                </a:lnTo>
                <a:lnTo>
                  <a:pt x="352" y="454"/>
                </a:lnTo>
                <a:lnTo>
                  <a:pt x="353" y="454"/>
                </a:lnTo>
                <a:lnTo>
                  <a:pt x="354" y="454"/>
                </a:lnTo>
                <a:lnTo>
                  <a:pt x="355" y="453"/>
                </a:lnTo>
                <a:lnTo>
                  <a:pt x="356" y="453"/>
                </a:lnTo>
                <a:lnTo>
                  <a:pt x="357" y="453"/>
                </a:lnTo>
                <a:lnTo>
                  <a:pt x="357" y="452"/>
                </a:lnTo>
                <a:lnTo>
                  <a:pt x="357" y="451"/>
                </a:lnTo>
                <a:lnTo>
                  <a:pt x="358" y="451"/>
                </a:lnTo>
                <a:lnTo>
                  <a:pt x="358" y="450"/>
                </a:lnTo>
                <a:lnTo>
                  <a:pt x="359" y="450"/>
                </a:lnTo>
                <a:lnTo>
                  <a:pt x="359" y="449"/>
                </a:lnTo>
                <a:lnTo>
                  <a:pt x="360" y="449"/>
                </a:lnTo>
                <a:lnTo>
                  <a:pt x="360" y="448"/>
                </a:lnTo>
                <a:lnTo>
                  <a:pt x="361" y="448"/>
                </a:lnTo>
                <a:lnTo>
                  <a:pt x="362" y="448"/>
                </a:lnTo>
                <a:lnTo>
                  <a:pt x="363" y="448"/>
                </a:lnTo>
                <a:lnTo>
                  <a:pt x="363" y="447"/>
                </a:lnTo>
                <a:lnTo>
                  <a:pt x="363" y="446"/>
                </a:lnTo>
                <a:lnTo>
                  <a:pt x="363" y="445"/>
                </a:lnTo>
                <a:lnTo>
                  <a:pt x="364" y="445"/>
                </a:lnTo>
                <a:lnTo>
                  <a:pt x="364" y="444"/>
                </a:lnTo>
                <a:lnTo>
                  <a:pt x="364" y="443"/>
                </a:lnTo>
                <a:lnTo>
                  <a:pt x="363" y="443"/>
                </a:lnTo>
                <a:lnTo>
                  <a:pt x="363" y="442"/>
                </a:lnTo>
                <a:lnTo>
                  <a:pt x="362" y="442"/>
                </a:lnTo>
                <a:lnTo>
                  <a:pt x="363" y="441"/>
                </a:lnTo>
                <a:lnTo>
                  <a:pt x="364" y="441"/>
                </a:lnTo>
                <a:lnTo>
                  <a:pt x="365" y="441"/>
                </a:lnTo>
                <a:lnTo>
                  <a:pt x="364" y="441"/>
                </a:lnTo>
                <a:lnTo>
                  <a:pt x="363" y="441"/>
                </a:lnTo>
                <a:lnTo>
                  <a:pt x="363" y="440"/>
                </a:lnTo>
                <a:lnTo>
                  <a:pt x="364" y="440"/>
                </a:lnTo>
                <a:lnTo>
                  <a:pt x="364" y="439"/>
                </a:lnTo>
                <a:lnTo>
                  <a:pt x="363" y="439"/>
                </a:lnTo>
                <a:lnTo>
                  <a:pt x="362" y="439"/>
                </a:lnTo>
                <a:lnTo>
                  <a:pt x="363" y="438"/>
                </a:lnTo>
                <a:lnTo>
                  <a:pt x="364" y="438"/>
                </a:lnTo>
                <a:lnTo>
                  <a:pt x="364" y="437"/>
                </a:lnTo>
                <a:lnTo>
                  <a:pt x="365" y="436"/>
                </a:lnTo>
                <a:lnTo>
                  <a:pt x="366" y="435"/>
                </a:lnTo>
                <a:lnTo>
                  <a:pt x="367" y="435"/>
                </a:lnTo>
                <a:lnTo>
                  <a:pt x="367" y="434"/>
                </a:lnTo>
                <a:lnTo>
                  <a:pt x="366" y="434"/>
                </a:lnTo>
                <a:lnTo>
                  <a:pt x="366" y="433"/>
                </a:lnTo>
                <a:lnTo>
                  <a:pt x="367" y="433"/>
                </a:lnTo>
                <a:lnTo>
                  <a:pt x="367" y="432"/>
                </a:lnTo>
                <a:lnTo>
                  <a:pt x="366" y="431"/>
                </a:lnTo>
                <a:lnTo>
                  <a:pt x="366" y="430"/>
                </a:lnTo>
                <a:lnTo>
                  <a:pt x="367" y="430"/>
                </a:lnTo>
                <a:lnTo>
                  <a:pt x="368" y="430"/>
                </a:lnTo>
                <a:lnTo>
                  <a:pt x="367" y="430"/>
                </a:lnTo>
                <a:lnTo>
                  <a:pt x="367" y="429"/>
                </a:lnTo>
                <a:lnTo>
                  <a:pt x="368" y="429"/>
                </a:lnTo>
                <a:lnTo>
                  <a:pt x="368" y="428"/>
                </a:lnTo>
                <a:lnTo>
                  <a:pt x="367" y="427"/>
                </a:lnTo>
                <a:lnTo>
                  <a:pt x="366" y="427"/>
                </a:lnTo>
                <a:lnTo>
                  <a:pt x="366" y="426"/>
                </a:lnTo>
                <a:lnTo>
                  <a:pt x="367" y="426"/>
                </a:lnTo>
                <a:lnTo>
                  <a:pt x="367" y="425"/>
                </a:lnTo>
                <a:lnTo>
                  <a:pt x="367" y="423"/>
                </a:lnTo>
                <a:lnTo>
                  <a:pt x="366" y="423"/>
                </a:lnTo>
                <a:lnTo>
                  <a:pt x="367" y="422"/>
                </a:lnTo>
                <a:lnTo>
                  <a:pt x="367" y="421"/>
                </a:lnTo>
                <a:lnTo>
                  <a:pt x="368" y="421"/>
                </a:lnTo>
                <a:lnTo>
                  <a:pt x="367" y="421"/>
                </a:lnTo>
                <a:lnTo>
                  <a:pt x="367" y="420"/>
                </a:lnTo>
                <a:lnTo>
                  <a:pt x="365" y="418"/>
                </a:lnTo>
                <a:lnTo>
                  <a:pt x="364" y="418"/>
                </a:lnTo>
                <a:lnTo>
                  <a:pt x="364" y="417"/>
                </a:lnTo>
                <a:lnTo>
                  <a:pt x="365" y="417"/>
                </a:lnTo>
                <a:lnTo>
                  <a:pt x="365" y="416"/>
                </a:lnTo>
                <a:lnTo>
                  <a:pt x="364" y="416"/>
                </a:lnTo>
                <a:lnTo>
                  <a:pt x="363" y="416"/>
                </a:lnTo>
                <a:lnTo>
                  <a:pt x="363" y="415"/>
                </a:lnTo>
                <a:lnTo>
                  <a:pt x="363" y="414"/>
                </a:lnTo>
                <a:lnTo>
                  <a:pt x="363" y="413"/>
                </a:lnTo>
                <a:lnTo>
                  <a:pt x="362" y="412"/>
                </a:lnTo>
                <a:lnTo>
                  <a:pt x="363" y="412"/>
                </a:lnTo>
                <a:lnTo>
                  <a:pt x="364" y="412"/>
                </a:lnTo>
                <a:lnTo>
                  <a:pt x="364" y="411"/>
                </a:lnTo>
                <a:lnTo>
                  <a:pt x="364" y="410"/>
                </a:lnTo>
                <a:lnTo>
                  <a:pt x="363" y="410"/>
                </a:lnTo>
                <a:lnTo>
                  <a:pt x="363" y="409"/>
                </a:lnTo>
                <a:lnTo>
                  <a:pt x="364" y="409"/>
                </a:lnTo>
                <a:lnTo>
                  <a:pt x="364" y="408"/>
                </a:lnTo>
                <a:lnTo>
                  <a:pt x="364" y="407"/>
                </a:lnTo>
                <a:lnTo>
                  <a:pt x="364" y="406"/>
                </a:lnTo>
                <a:lnTo>
                  <a:pt x="363" y="406"/>
                </a:lnTo>
                <a:lnTo>
                  <a:pt x="363" y="407"/>
                </a:lnTo>
                <a:lnTo>
                  <a:pt x="362" y="407"/>
                </a:lnTo>
                <a:lnTo>
                  <a:pt x="362" y="406"/>
                </a:lnTo>
                <a:lnTo>
                  <a:pt x="361" y="406"/>
                </a:lnTo>
                <a:lnTo>
                  <a:pt x="361" y="405"/>
                </a:lnTo>
                <a:lnTo>
                  <a:pt x="360" y="405"/>
                </a:lnTo>
                <a:lnTo>
                  <a:pt x="360" y="404"/>
                </a:lnTo>
                <a:lnTo>
                  <a:pt x="359" y="404"/>
                </a:lnTo>
                <a:lnTo>
                  <a:pt x="359" y="403"/>
                </a:lnTo>
                <a:lnTo>
                  <a:pt x="358" y="403"/>
                </a:lnTo>
                <a:lnTo>
                  <a:pt x="358" y="404"/>
                </a:lnTo>
                <a:lnTo>
                  <a:pt x="357" y="404"/>
                </a:lnTo>
                <a:lnTo>
                  <a:pt x="356" y="404"/>
                </a:lnTo>
                <a:lnTo>
                  <a:pt x="356" y="403"/>
                </a:lnTo>
                <a:lnTo>
                  <a:pt x="356" y="402"/>
                </a:lnTo>
                <a:lnTo>
                  <a:pt x="355" y="402"/>
                </a:lnTo>
                <a:lnTo>
                  <a:pt x="355" y="401"/>
                </a:lnTo>
                <a:lnTo>
                  <a:pt x="355" y="400"/>
                </a:lnTo>
                <a:lnTo>
                  <a:pt x="355" y="399"/>
                </a:lnTo>
                <a:lnTo>
                  <a:pt x="355" y="398"/>
                </a:lnTo>
                <a:lnTo>
                  <a:pt x="356" y="398"/>
                </a:lnTo>
                <a:lnTo>
                  <a:pt x="357" y="398"/>
                </a:lnTo>
                <a:lnTo>
                  <a:pt x="358" y="399"/>
                </a:lnTo>
                <a:lnTo>
                  <a:pt x="359" y="399"/>
                </a:lnTo>
                <a:lnTo>
                  <a:pt x="359" y="400"/>
                </a:lnTo>
                <a:lnTo>
                  <a:pt x="360" y="400"/>
                </a:lnTo>
                <a:lnTo>
                  <a:pt x="360" y="401"/>
                </a:lnTo>
                <a:lnTo>
                  <a:pt x="360" y="402"/>
                </a:lnTo>
                <a:lnTo>
                  <a:pt x="360" y="403"/>
                </a:lnTo>
                <a:lnTo>
                  <a:pt x="361" y="403"/>
                </a:lnTo>
                <a:lnTo>
                  <a:pt x="361" y="402"/>
                </a:lnTo>
                <a:lnTo>
                  <a:pt x="361" y="401"/>
                </a:lnTo>
                <a:lnTo>
                  <a:pt x="361" y="400"/>
                </a:lnTo>
                <a:lnTo>
                  <a:pt x="362" y="400"/>
                </a:lnTo>
                <a:lnTo>
                  <a:pt x="362" y="399"/>
                </a:lnTo>
                <a:lnTo>
                  <a:pt x="363" y="399"/>
                </a:lnTo>
                <a:lnTo>
                  <a:pt x="363" y="398"/>
                </a:lnTo>
                <a:lnTo>
                  <a:pt x="363" y="396"/>
                </a:lnTo>
                <a:lnTo>
                  <a:pt x="363" y="395"/>
                </a:lnTo>
                <a:lnTo>
                  <a:pt x="363" y="394"/>
                </a:lnTo>
                <a:lnTo>
                  <a:pt x="363" y="393"/>
                </a:lnTo>
                <a:lnTo>
                  <a:pt x="363" y="392"/>
                </a:lnTo>
                <a:lnTo>
                  <a:pt x="362" y="392"/>
                </a:lnTo>
                <a:lnTo>
                  <a:pt x="361" y="392"/>
                </a:lnTo>
                <a:lnTo>
                  <a:pt x="362" y="392"/>
                </a:lnTo>
                <a:lnTo>
                  <a:pt x="362" y="391"/>
                </a:lnTo>
                <a:lnTo>
                  <a:pt x="363" y="391"/>
                </a:lnTo>
                <a:lnTo>
                  <a:pt x="363" y="390"/>
                </a:lnTo>
                <a:lnTo>
                  <a:pt x="363" y="389"/>
                </a:lnTo>
                <a:lnTo>
                  <a:pt x="364" y="388"/>
                </a:lnTo>
                <a:lnTo>
                  <a:pt x="363" y="387"/>
                </a:lnTo>
                <a:lnTo>
                  <a:pt x="363" y="386"/>
                </a:lnTo>
                <a:lnTo>
                  <a:pt x="364" y="386"/>
                </a:lnTo>
                <a:lnTo>
                  <a:pt x="363" y="386"/>
                </a:lnTo>
                <a:lnTo>
                  <a:pt x="363" y="385"/>
                </a:lnTo>
                <a:lnTo>
                  <a:pt x="362" y="385"/>
                </a:lnTo>
                <a:lnTo>
                  <a:pt x="362" y="384"/>
                </a:lnTo>
                <a:lnTo>
                  <a:pt x="361" y="384"/>
                </a:lnTo>
                <a:lnTo>
                  <a:pt x="360" y="384"/>
                </a:lnTo>
                <a:lnTo>
                  <a:pt x="360" y="383"/>
                </a:lnTo>
                <a:lnTo>
                  <a:pt x="359" y="383"/>
                </a:lnTo>
                <a:lnTo>
                  <a:pt x="359" y="382"/>
                </a:lnTo>
                <a:lnTo>
                  <a:pt x="360" y="382"/>
                </a:lnTo>
                <a:lnTo>
                  <a:pt x="361" y="382"/>
                </a:lnTo>
                <a:lnTo>
                  <a:pt x="362" y="382"/>
                </a:lnTo>
                <a:lnTo>
                  <a:pt x="363" y="382"/>
                </a:lnTo>
                <a:lnTo>
                  <a:pt x="364" y="381"/>
                </a:lnTo>
                <a:lnTo>
                  <a:pt x="365" y="381"/>
                </a:lnTo>
                <a:lnTo>
                  <a:pt x="365" y="380"/>
                </a:lnTo>
                <a:lnTo>
                  <a:pt x="364" y="380"/>
                </a:lnTo>
                <a:lnTo>
                  <a:pt x="363" y="379"/>
                </a:lnTo>
                <a:lnTo>
                  <a:pt x="363" y="378"/>
                </a:lnTo>
                <a:lnTo>
                  <a:pt x="365" y="378"/>
                </a:lnTo>
                <a:lnTo>
                  <a:pt x="365" y="377"/>
                </a:lnTo>
                <a:lnTo>
                  <a:pt x="364" y="376"/>
                </a:lnTo>
                <a:lnTo>
                  <a:pt x="364" y="375"/>
                </a:lnTo>
                <a:lnTo>
                  <a:pt x="363" y="375"/>
                </a:lnTo>
                <a:lnTo>
                  <a:pt x="362" y="374"/>
                </a:lnTo>
                <a:lnTo>
                  <a:pt x="363" y="374"/>
                </a:lnTo>
                <a:lnTo>
                  <a:pt x="363" y="373"/>
                </a:lnTo>
                <a:lnTo>
                  <a:pt x="364" y="373"/>
                </a:lnTo>
                <a:lnTo>
                  <a:pt x="363" y="373"/>
                </a:lnTo>
                <a:lnTo>
                  <a:pt x="362" y="372"/>
                </a:lnTo>
                <a:lnTo>
                  <a:pt x="361" y="372"/>
                </a:lnTo>
                <a:lnTo>
                  <a:pt x="361" y="371"/>
                </a:lnTo>
                <a:lnTo>
                  <a:pt x="361" y="370"/>
                </a:lnTo>
                <a:lnTo>
                  <a:pt x="360" y="370"/>
                </a:lnTo>
                <a:lnTo>
                  <a:pt x="360" y="369"/>
                </a:lnTo>
                <a:lnTo>
                  <a:pt x="361" y="369"/>
                </a:lnTo>
                <a:lnTo>
                  <a:pt x="362" y="369"/>
                </a:lnTo>
                <a:lnTo>
                  <a:pt x="363" y="369"/>
                </a:lnTo>
                <a:lnTo>
                  <a:pt x="364" y="369"/>
                </a:lnTo>
                <a:lnTo>
                  <a:pt x="365" y="368"/>
                </a:lnTo>
                <a:lnTo>
                  <a:pt x="365" y="367"/>
                </a:lnTo>
                <a:lnTo>
                  <a:pt x="365" y="366"/>
                </a:lnTo>
                <a:lnTo>
                  <a:pt x="366" y="366"/>
                </a:lnTo>
                <a:lnTo>
                  <a:pt x="366" y="365"/>
                </a:lnTo>
                <a:lnTo>
                  <a:pt x="367" y="365"/>
                </a:lnTo>
                <a:lnTo>
                  <a:pt x="368" y="365"/>
                </a:lnTo>
                <a:lnTo>
                  <a:pt x="369" y="365"/>
                </a:lnTo>
                <a:lnTo>
                  <a:pt x="370" y="364"/>
                </a:lnTo>
                <a:lnTo>
                  <a:pt x="370" y="362"/>
                </a:lnTo>
                <a:lnTo>
                  <a:pt x="369" y="361"/>
                </a:lnTo>
                <a:lnTo>
                  <a:pt x="368" y="361"/>
                </a:lnTo>
                <a:lnTo>
                  <a:pt x="367" y="361"/>
                </a:lnTo>
                <a:lnTo>
                  <a:pt x="366" y="361"/>
                </a:lnTo>
                <a:lnTo>
                  <a:pt x="366" y="360"/>
                </a:lnTo>
                <a:lnTo>
                  <a:pt x="367" y="360"/>
                </a:lnTo>
                <a:lnTo>
                  <a:pt x="368" y="359"/>
                </a:lnTo>
                <a:lnTo>
                  <a:pt x="369" y="359"/>
                </a:lnTo>
                <a:lnTo>
                  <a:pt x="370" y="359"/>
                </a:lnTo>
                <a:lnTo>
                  <a:pt x="370" y="360"/>
                </a:lnTo>
                <a:lnTo>
                  <a:pt x="371" y="360"/>
                </a:lnTo>
                <a:lnTo>
                  <a:pt x="372" y="360"/>
                </a:lnTo>
                <a:lnTo>
                  <a:pt x="373" y="360"/>
                </a:lnTo>
                <a:lnTo>
                  <a:pt x="373" y="359"/>
                </a:lnTo>
                <a:lnTo>
                  <a:pt x="374" y="359"/>
                </a:lnTo>
                <a:lnTo>
                  <a:pt x="373" y="358"/>
                </a:lnTo>
                <a:lnTo>
                  <a:pt x="371" y="358"/>
                </a:lnTo>
                <a:lnTo>
                  <a:pt x="370" y="358"/>
                </a:lnTo>
                <a:lnTo>
                  <a:pt x="369" y="358"/>
                </a:lnTo>
                <a:lnTo>
                  <a:pt x="369" y="357"/>
                </a:lnTo>
                <a:lnTo>
                  <a:pt x="368" y="357"/>
                </a:lnTo>
                <a:lnTo>
                  <a:pt x="367" y="357"/>
                </a:lnTo>
                <a:lnTo>
                  <a:pt x="368" y="357"/>
                </a:lnTo>
                <a:lnTo>
                  <a:pt x="368" y="356"/>
                </a:lnTo>
                <a:lnTo>
                  <a:pt x="369" y="356"/>
                </a:lnTo>
                <a:lnTo>
                  <a:pt x="369" y="355"/>
                </a:lnTo>
                <a:lnTo>
                  <a:pt x="368" y="355"/>
                </a:lnTo>
                <a:lnTo>
                  <a:pt x="367" y="355"/>
                </a:lnTo>
                <a:lnTo>
                  <a:pt x="366" y="355"/>
                </a:lnTo>
                <a:lnTo>
                  <a:pt x="366" y="354"/>
                </a:lnTo>
                <a:lnTo>
                  <a:pt x="367" y="354"/>
                </a:lnTo>
                <a:lnTo>
                  <a:pt x="368" y="354"/>
                </a:lnTo>
                <a:lnTo>
                  <a:pt x="368" y="353"/>
                </a:lnTo>
                <a:lnTo>
                  <a:pt x="369" y="353"/>
                </a:lnTo>
                <a:lnTo>
                  <a:pt x="368" y="353"/>
                </a:lnTo>
                <a:lnTo>
                  <a:pt x="368" y="352"/>
                </a:lnTo>
                <a:lnTo>
                  <a:pt x="369" y="352"/>
                </a:lnTo>
                <a:lnTo>
                  <a:pt x="369" y="351"/>
                </a:lnTo>
                <a:lnTo>
                  <a:pt x="370" y="351"/>
                </a:lnTo>
                <a:lnTo>
                  <a:pt x="370" y="350"/>
                </a:lnTo>
                <a:lnTo>
                  <a:pt x="371" y="350"/>
                </a:lnTo>
                <a:lnTo>
                  <a:pt x="371" y="351"/>
                </a:lnTo>
                <a:lnTo>
                  <a:pt x="371" y="352"/>
                </a:lnTo>
                <a:lnTo>
                  <a:pt x="372" y="352"/>
                </a:lnTo>
                <a:lnTo>
                  <a:pt x="372" y="353"/>
                </a:lnTo>
                <a:lnTo>
                  <a:pt x="373" y="353"/>
                </a:lnTo>
                <a:lnTo>
                  <a:pt x="373" y="352"/>
                </a:lnTo>
                <a:lnTo>
                  <a:pt x="373" y="351"/>
                </a:lnTo>
                <a:lnTo>
                  <a:pt x="374" y="351"/>
                </a:lnTo>
                <a:lnTo>
                  <a:pt x="375" y="351"/>
                </a:lnTo>
                <a:lnTo>
                  <a:pt x="376" y="351"/>
                </a:lnTo>
                <a:lnTo>
                  <a:pt x="377" y="351"/>
                </a:lnTo>
                <a:lnTo>
                  <a:pt x="377" y="350"/>
                </a:lnTo>
                <a:lnTo>
                  <a:pt x="376" y="350"/>
                </a:lnTo>
                <a:lnTo>
                  <a:pt x="375" y="350"/>
                </a:lnTo>
                <a:lnTo>
                  <a:pt x="375" y="349"/>
                </a:lnTo>
                <a:lnTo>
                  <a:pt x="374" y="349"/>
                </a:lnTo>
                <a:lnTo>
                  <a:pt x="374" y="348"/>
                </a:lnTo>
                <a:lnTo>
                  <a:pt x="373" y="348"/>
                </a:lnTo>
                <a:lnTo>
                  <a:pt x="375" y="348"/>
                </a:lnTo>
                <a:lnTo>
                  <a:pt x="376" y="348"/>
                </a:lnTo>
                <a:lnTo>
                  <a:pt x="376" y="347"/>
                </a:lnTo>
                <a:lnTo>
                  <a:pt x="377" y="347"/>
                </a:lnTo>
                <a:lnTo>
                  <a:pt x="378" y="347"/>
                </a:lnTo>
                <a:lnTo>
                  <a:pt x="378" y="346"/>
                </a:lnTo>
                <a:lnTo>
                  <a:pt x="378" y="345"/>
                </a:lnTo>
                <a:lnTo>
                  <a:pt x="378" y="344"/>
                </a:lnTo>
                <a:lnTo>
                  <a:pt x="379" y="344"/>
                </a:lnTo>
                <a:lnTo>
                  <a:pt x="379" y="345"/>
                </a:lnTo>
                <a:lnTo>
                  <a:pt x="380" y="345"/>
                </a:lnTo>
                <a:lnTo>
                  <a:pt x="381" y="345"/>
                </a:lnTo>
                <a:lnTo>
                  <a:pt x="381" y="344"/>
                </a:lnTo>
                <a:lnTo>
                  <a:pt x="382" y="344"/>
                </a:lnTo>
                <a:lnTo>
                  <a:pt x="383" y="344"/>
                </a:lnTo>
                <a:lnTo>
                  <a:pt x="383" y="343"/>
                </a:lnTo>
                <a:lnTo>
                  <a:pt x="384" y="343"/>
                </a:lnTo>
                <a:lnTo>
                  <a:pt x="383" y="343"/>
                </a:lnTo>
                <a:lnTo>
                  <a:pt x="383" y="342"/>
                </a:lnTo>
                <a:lnTo>
                  <a:pt x="382" y="342"/>
                </a:lnTo>
                <a:lnTo>
                  <a:pt x="382" y="341"/>
                </a:lnTo>
                <a:lnTo>
                  <a:pt x="383" y="341"/>
                </a:lnTo>
                <a:lnTo>
                  <a:pt x="384" y="341"/>
                </a:lnTo>
                <a:lnTo>
                  <a:pt x="384" y="342"/>
                </a:lnTo>
                <a:lnTo>
                  <a:pt x="385" y="342"/>
                </a:lnTo>
                <a:lnTo>
                  <a:pt x="385" y="341"/>
                </a:lnTo>
                <a:lnTo>
                  <a:pt x="384" y="341"/>
                </a:lnTo>
                <a:lnTo>
                  <a:pt x="384" y="340"/>
                </a:lnTo>
                <a:lnTo>
                  <a:pt x="383" y="340"/>
                </a:lnTo>
                <a:lnTo>
                  <a:pt x="384" y="340"/>
                </a:lnTo>
                <a:lnTo>
                  <a:pt x="384" y="339"/>
                </a:lnTo>
                <a:lnTo>
                  <a:pt x="383" y="339"/>
                </a:lnTo>
                <a:lnTo>
                  <a:pt x="383" y="338"/>
                </a:lnTo>
                <a:lnTo>
                  <a:pt x="384" y="338"/>
                </a:lnTo>
                <a:lnTo>
                  <a:pt x="384" y="337"/>
                </a:lnTo>
                <a:lnTo>
                  <a:pt x="384" y="338"/>
                </a:lnTo>
                <a:lnTo>
                  <a:pt x="385" y="338"/>
                </a:lnTo>
                <a:lnTo>
                  <a:pt x="385" y="337"/>
                </a:lnTo>
                <a:lnTo>
                  <a:pt x="385" y="336"/>
                </a:lnTo>
                <a:lnTo>
                  <a:pt x="385" y="335"/>
                </a:lnTo>
                <a:lnTo>
                  <a:pt x="385" y="334"/>
                </a:lnTo>
                <a:lnTo>
                  <a:pt x="386" y="334"/>
                </a:lnTo>
                <a:lnTo>
                  <a:pt x="386" y="335"/>
                </a:lnTo>
                <a:lnTo>
                  <a:pt x="386" y="334"/>
                </a:lnTo>
                <a:lnTo>
                  <a:pt x="387" y="334"/>
                </a:lnTo>
                <a:lnTo>
                  <a:pt x="387" y="333"/>
                </a:lnTo>
                <a:lnTo>
                  <a:pt x="388" y="333"/>
                </a:lnTo>
                <a:lnTo>
                  <a:pt x="389" y="333"/>
                </a:lnTo>
                <a:lnTo>
                  <a:pt x="390" y="333"/>
                </a:lnTo>
                <a:lnTo>
                  <a:pt x="390" y="332"/>
                </a:lnTo>
                <a:lnTo>
                  <a:pt x="389" y="332"/>
                </a:lnTo>
                <a:lnTo>
                  <a:pt x="388" y="332"/>
                </a:lnTo>
                <a:lnTo>
                  <a:pt x="389" y="332"/>
                </a:lnTo>
                <a:lnTo>
                  <a:pt x="389" y="331"/>
                </a:lnTo>
                <a:lnTo>
                  <a:pt x="390" y="331"/>
                </a:lnTo>
                <a:lnTo>
                  <a:pt x="390" y="332"/>
                </a:lnTo>
                <a:lnTo>
                  <a:pt x="390" y="331"/>
                </a:lnTo>
                <a:lnTo>
                  <a:pt x="391" y="331"/>
                </a:lnTo>
                <a:lnTo>
                  <a:pt x="390" y="331"/>
                </a:lnTo>
                <a:lnTo>
                  <a:pt x="390" y="330"/>
                </a:lnTo>
                <a:lnTo>
                  <a:pt x="390" y="329"/>
                </a:lnTo>
                <a:lnTo>
                  <a:pt x="391" y="329"/>
                </a:lnTo>
                <a:lnTo>
                  <a:pt x="392" y="329"/>
                </a:lnTo>
                <a:lnTo>
                  <a:pt x="392" y="328"/>
                </a:lnTo>
                <a:lnTo>
                  <a:pt x="391" y="327"/>
                </a:lnTo>
                <a:lnTo>
                  <a:pt x="391" y="328"/>
                </a:lnTo>
                <a:lnTo>
                  <a:pt x="391" y="327"/>
                </a:lnTo>
                <a:lnTo>
                  <a:pt x="390" y="327"/>
                </a:lnTo>
                <a:lnTo>
                  <a:pt x="390" y="326"/>
                </a:lnTo>
                <a:lnTo>
                  <a:pt x="391" y="326"/>
                </a:lnTo>
                <a:lnTo>
                  <a:pt x="392" y="326"/>
                </a:lnTo>
                <a:lnTo>
                  <a:pt x="391" y="325"/>
                </a:lnTo>
                <a:lnTo>
                  <a:pt x="391" y="324"/>
                </a:lnTo>
                <a:lnTo>
                  <a:pt x="390" y="324"/>
                </a:lnTo>
                <a:lnTo>
                  <a:pt x="390" y="323"/>
                </a:lnTo>
                <a:lnTo>
                  <a:pt x="389" y="323"/>
                </a:lnTo>
                <a:lnTo>
                  <a:pt x="390" y="323"/>
                </a:lnTo>
                <a:lnTo>
                  <a:pt x="391" y="322"/>
                </a:lnTo>
                <a:lnTo>
                  <a:pt x="392" y="322"/>
                </a:lnTo>
                <a:lnTo>
                  <a:pt x="394" y="323"/>
                </a:lnTo>
                <a:lnTo>
                  <a:pt x="394" y="324"/>
                </a:lnTo>
                <a:lnTo>
                  <a:pt x="395" y="324"/>
                </a:lnTo>
                <a:lnTo>
                  <a:pt x="395" y="323"/>
                </a:lnTo>
                <a:lnTo>
                  <a:pt x="396" y="323"/>
                </a:lnTo>
                <a:lnTo>
                  <a:pt x="395" y="322"/>
                </a:lnTo>
                <a:lnTo>
                  <a:pt x="394" y="321"/>
                </a:lnTo>
                <a:lnTo>
                  <a:pt x="394" y="320"/>
                </a:lnTo>
                <a:lnTo>
                  <a:pt x="395" y="320"/>
                </a:lnTo>
                <a:lnTo>
                  <a:pt x="396" y="320"/>
                </a:lnTo>
                <a:lnTo>
                  <a:pt x="396" y="319"/>
                </a:lnTo>
                <a:lnTo>
                  <a:pt x="396" y="320"/>
                </a:lnTo>
                <a:lnTo>
                  <a:pt x="395" y="320"/>
                </a:lnTo>
                <a:lnTo>
                  <a:pt x="395" y="319"/>
                </a:lnTo>
                <a:lnTo>
                  <a:pt x="396" y="319"/>
                </a:lnTo>
                <a:lnTo>
                  <a:pt x="396" y="318"/>
                </a:lnTo>
                <a:lnTo>
                  <a:pt x="397" y="318"/>
                </a:lnTo>
                <a:lnTo>
                  <a:pt x="398" y="319"/>
                </a:lnTo>
                <a:lnTo>
                  <a:pt x="399" y="319"/>
                </a:lnTo>
                <a:lnTo>
                  <a:pt x="400" y="319"/>
                </a:lnTo>
                <a:lnTo>
                  <a:pt x="401" y="319"/>
                </a:lnTo>
                <a:lnTo>
                  <a:pt x="402" y="318"/>
                </a:lnTo>
                <a:lnTo>
                  <a:pt x="402" y="317"/>
                </a:lnTo>
                <a:lnTo>
                  <a:pt x="402" y="316"/>
                </a:lnTo>
                <a:lnTo>
                  <a:pt x="403" y="316"/>
                </a:lnTo>
                <a:lnTo>
                  <a:pt x="404" y="316"/>
                </a:lnTo>
                <a:lnTo>
                  <a:pt x="405" y="316"/>
                </a:lnTo>
                <a:lnTo>
                  <a:pt x="405" y="315"/>
                </a:lnTo>
                <a:lnTo>
                  <a:pt x="405" y="316"/>
                </a:lnTo>
                <a:lnTo>
                  <a:pt x="406" y="316"/>
                </a:lnTo>
                <a:lnTo>
                  <a:pt x="406" y="315"/>
                </a:lnTo>
                <a:lnTo>
                  <a:pt x="405" y="315"/>
                </a:lnTo>
                <a:lnTo>
                  <a:pt x="405" y="314"/>
                </a:lnTo>
                <a:lnTo>
                  <a:pt x="406" y="314"/>
                </a:lnTo>
                <a:lnTo>
                  <a:pt x="407" y="314"/>
                </a:lnTo>
                <a:lnTo>
                  <a:pt x="407" y="313"/>
                </a:lnTo>
                <a:lnTo>
                  <a:pt x="408" y="313"/>
                </a:lnTo>
                <a:lnTo>
                  <a:pt x="408" y="312"/>
                </a:lnTo>
                <a:lnTo>
                  <a:pt x="409" y="311"/>
                </a:lnTo>
                <a:lnTo>
                  <a:pt x="410" y="311"/>
                </a:lnTo>
                <a:lnTo>
                  <a:pt x="411" y="312"/>
                </a:lnTo>
                <a:lnTo>
                  <a:pt x="410" y="312"/>
                </a:lnTo>
                <a:lnTo>
                  <a:pt x="410" y="313"/>
                </a:lnTo>
                <a:lnTo>
                  <a:pt x="411" y="313"/>
                </a:lnTo>
                <a:lnTo>
                  <a:pt x="412" y="313"/>
                </a:lnTo>
                <a:lnTo>
                  <a:pt x="412" y="312"/>
                </a:lnTo>
                <a:lnTo>
                  <a:pt x="413" y="312"/>
                </a:lnTo>
                <a:lnTo>
                  <a:pt x="413" y="311"/>
                </a:lnTo>
                <a:lnTo>
                  <a:pt x="412" y="311"/>
                </a:lnTo>
                <a:lnTo>
                  <a:pt x="412" y="310"/>
                </a:lnTo>
                <a:lnTo>
                  <a:pt x="413" y="310"/>
                </a:lnTo>
                <a:lnTo>
                  <a:pt x="414" y="311"/>
                </a:lnTo>
                <a:lnTo>
                  <a:pt x="414" y="310"/>
                </a:lnTo>
                <a:lnTo>
                  <a:pt x="415" y="310"/>
                </a:lnTo>
                <a:lnTo>
                  <a:pt x="415" y="309"/>
                </a:lnTo>
                <a:lnTo>
                  <a:pt x="416" y="309"/>
                </a:lnTo>
                <a:lnTo>
                  <a:pt x="417" y="309"/>
                </a:lnTo>
                <a:lnTo>
                  <a:pt x="418" y="308"/>
                </a:lnTo>
                <a:lnTo>
                  <a:pt x="417" y="308"/>
                </a:lnTo>
                <a:lnTo>
                  <a:pt x="418" y="308"/>
                </a:lnTo>
                <a:lnTo>
                  <a:pt x="418" y="307"/>
                </a:lnTo>
                <a:lnTo>
                  <a:pt x="418" y="306"/>
                </a:lnTo>
                <a:lnTo>
                  <a:pt x="417" y="306"/>
                </a:lnTo>
                <a:lnTo>
                  <a:pt x="417" y="305"/>
                </a:lnTo>
                <a:lnTo>
                  <a:pt x="417" y="304"/>
                </a:lnTo>
                <a:lnTo>
                  <a:pt x="416" y="304"/>
                </a:lnTo>
                <a:lnTo>
                  <a:pt x="416" y="303"/>
                </a:lnTo>
                <a:lnTo>
                  <a:pt x="416" y="302"/>
                </a:lnTo>
                <a:lnTo>
                  <a:pt x="417" y="301"/>
                </a:lnTo>
                <a:lnTo>
                  <a:pt x="416" y="301"/>
                </a:lnTo>
                <a:lnTo>
                  <a:pt x="416" y="300"/>
                </a:lnTo>
                <a:lnTo>
                  <a:pt x="415" y="300"/>
                </a:lnTo>
                <a:lnTo>
                  <a:pt x="415" y="299"/>
                </a:lnTo>
                <a:lnTo>
                  <a:pt x="415" y="298"/>
                </a:lnTo>
                <a:lnTo>
                  <a:pt x="416" y="298"/>
                </a:lnTo>
                <a:lnTo>
                  <a:pt x="416" y="297"/>
                </a:lnTo>
                <a:lnTo>
                  <a:pt x="415" y="297"/>
                </a:lnTo>
                <a:lnTo>
                  <a:pt x="414" y="296"/>
                </a:lnTo>
                <a:lnTo>
                  <a:pt x="414" y="295"/>
                </a:lnTo>
                <a:lnTo>
                  <a:pt x="415" y="295"/>
                </a:lnTo>
                <a:lnTo>
                  <a:pt x="416" y="295"/>
                </a:lnTo>
                <a:lnTo>
                  <a:pt x="417" y="295"/>
                </a:lnTo>
                <a:lnTo>
                  <a:pt x="417" y="294"/>
                </a:lnTo>
                <a:lnTo>
                  <a:pt x="417" y="293"/>
                </a:lnTo>
                <a:lnTo>
                  <a:pt x="418" y="293"/>
                </a:lnTo>
                <a:lnTo>
                  <a:pt x="417" y="293"/>
                </a:lnTo>
                <a:lnTo>
                  <a:pt x="417" y="292"/>
                </a:lnTo>
                <a:lnTo>
                  <a:pt x="416" y="292"/>
                </a:lnTo>
                <a:lnTo>
                  <a:pt x="415" y="291"/>
                </a:lnTo>
                <a:lnTo>
                  <a:pt x="414" y="291"/>
                </a:lnTo>
                <a:lnTo>
                  <a:pt x="413" y="291"/>
                </a:lnTo>
                <a:lnTo>
                  <a:pt x="413" y="290"/>
                </a:lnTo>
                <a:lnTo>
                  <a:pt x="414" y="290"/>
                </a:lnTo>
                <a:lnTo>
                  <a:pt x="415" y="290"/>
                </a:lnTo>
                <a:lnTo>
                  <a:pt x="415" y="289"/>
                </a:lnTo>
                <a:lnTo>
                  <a:pt x="414" y="289"/>
                </a:lnTo>
                <a:lnTo>
                  <a:pt x="413" y="288"/>
                </a:lnTo>
                <a:lnTo>
                  <a:pt x="413" y="289"/>
                </a:lnTo>
                <a:lnTo>
                  <a:pt x="412" y="289"/>
                </a:lnTo>
                <a:lnTo>
                  <a:pt x="412" y="288"/>
                </a:lnTo>
                <a:lnTo>
                  <a:pt x="411" y="288"/>
                </a:lnTo>
                <a:lnTo>
                  <a:pt x="412" y="288"/>
                </a:lnTo>
                <a:lnTo>
                  <a:pt x="412" y="287"/>
                </a:lnTo>
                <a:lnTo>
                  <a:pt x="413" y="287"/>
                </a:lnTo>
                <a:lnTo>
                  <a:pt x="413" y="286"/>
                </a:lnTo>
                <a:lnTo>
                  <a:pt x="414" y="286"/>
                </a:lnTo>
                <a:lnTo>
                  <a:pt x="415" y="286"/>
                </a:lnTo>
                <a:lnTo>
                  <a:pt x="416" y="286"/>
                </a:lnTo>
                <a:lnTo>
                  <a:pt x="417" y="286"/>
                </a:lnTo>
                <a:lnTo>
                  <a:pt x="417" y="287"/>
                </a:lnTo>
                <a:lnTo>
                  <a:pt x="418" y="287"/>
                </a:lnTo>
                <a:lnTo>
                  <a:pt x="419" y="287"/>
                </a:lnTo>
                <a:lnTo>
                  <a:pt x="419" y="286"/>
                </a:lnTo>
                <a:lnTo>
                  <a:pt x="419" y="285"/>
                </a:lnTo>
                <a:lnTo>
                  <a:pt x="418" y="285"/>
                </a:lnTo>
                <a:lnTo>
                  <a:pt x="418" y="284"/>
                </a:lnTo>
                <a:lnTo>
                  <a:pt x="419" y="284"/>
                </a:lnTo>
                <a:lnTo>
                  <a:pt x="419" y="283"/>
                </a:lnTo>
                <a:lnTo>
                  <a:pt x="419" y="284"/>
                </a:lnTo>
                <a:lnTo>
                  <a:pt x="420" y="284"/>
                </a:lnTo>
                <a:lnTo>
                  <a:pt x="421" y="284"/>
                </a:lnTo>
                <a:lnTo>
                  <a:pt x="422" y="283"/>
                </a:lnTo>
                <a:lnTo>
                  <a:pt x="423" y="283"/>
                </a:lnTo>
                <a:lnTo>
                  <a:pt x="423" y="282"/>
                </a:lnTo>
                <a:lnTo>
                  <a:pt x="422" y="281"/>
                </a:lnTo>
                <a:lnTo>
                  <a:pt x="423" y="281"/>
                </a:lnTo>
                <a:lnTo>
                  <a:pt x="424" y="281"/>
                </a:lnTo>
                <a:lnTo>
                  <a:pt x="425" y="280"/>
                </a:lnTo>
                <a:lnTo>
                  <a:pt x="426" y="280"/>
                </a:lnTo>
                <a:lnTo>
                  <a:pt x="426" y="279"/>
                </a:lnTo>
                <a:lnTo>
                  <a:pt x="427" y="279"/>
                </a:lnTo>
                <a:lnTo>
                  <a:pt x="427" y="278"/>
                </a:lnTo>
                <a:lnTo>
                  <a:pt x="426" y="278"/>
                </a:lnTo>
                <a:lnTo>
                  <a:pt x="425" y="277"/>
                </a:lnTo>
                <a:lnTo>
                  <a:pt x="424" y="277"/>
                </a:lnTo>
                <a:lnTo>
                  <a:pt x="425" y="277"/>
                </a:lnTo>
                <a:lnTo>
                  <a:pt x="426" y="277"/>
                </a:lnTo>
                <a:lnTo>
                  <a:pt x="427" y="278"/>
                </a:lnTo>
                <a:lnTo>
                  <a:pt x="427" y="277"/>
                </a:lnTo>
                <a:lnTo>
                  <a:pt x="428" y="277"/>
                </a:lnTo>
                <a:lnTo>
                  <a:pt x="429" y="277"/>
                </a:lnTo>
                <a:lnTo>
                  <a:pt x="429" y="276"/>
                </a:lnTo>
                <a:lnTo>
                  <a:pt x="428" y="276"/>
                </a:lnTo>
                <a:lnTo>
                  <a:pt x="428" y="275"/>
                </a:lnTo>
                <a:lnTo>
                  <a:pt x="429" y="275"/>
                </a:lnTo>
                <a:lnTo>
                  <a:pt x="429" y="274"/>
                </a:lnTo>
                <a:lnTo>
                  <a:pt x="429" y="273"/>
                </a:lnTo>
                <a:lnTo>
                  <a:pt x="430" y="273"/>
                </a:lnTo>
                <a:lnTo>
                  <a:pt x="431" y="273"/>
                </a:lnTo>
                <a:lnTo>
                  <a:pt x="431" y="274"/>
                </a:lnTo>
                <a:lnTo>
                  <a:pt x="431" y="275"/>
                </a:lnTo>
                <a:lnTo>
                  <a:pt x="432" y="276"/>
                </a:lnTo>
                <a:lnTo>
                  <a:pt x="433" y="276"/>
                </a:lnTo>
                <a:lnTo>
                  <a:pt x="433" y="275"/>
                </a:lnTo>
                <a:lnTo>
                  <a:pt x="433" y="274"/>
                </a:lnTo>
                <a:lnTo>
                  <a:pt x="433" y="273"/>
                </a:lnTo>
                <a:lnTo>
                  <a:pt x="434" y="273"/>
                </a:lnTo>
                <a:lnTo>
                  <a:pt x="433" y="273"/>
                </a:lnTo>
                <a:lnTo>
                  <a:pt x="433" y="272"/>
                </a:lnTo>
                <a:lnTo>
                  <a:pt x="434" y="272"/>
                </a:lnTo>
                <a:lnTo>
                  <a:pt x="435" y="272"/>
                </a:lnTo>
                <a:lnTo>
                  <a:pt x="435" y="273"/>
                </a:lnTo>
                <a:lnTo>
                  <a:pt x="436" y="273"/>
                </a:lnTo>
                <a:lnTo>
                  <a:pt x="436" y="272"/>
                </a:lnTo>
                <a:lnTo>
                  <a:pt x="435" y="271"/>
                </a:lnTo>
                <a:lnTo>
                  <a:pt x="435" y="270"/>
                </a:lnTo>
                <a:lnTo>
                  <a:pt x="436" y="269"/>
                </a:lnTo>
                <a:lnTo>
                  <a:pt x="437" y="269"/>
                </a:lnTo>
                <a:lnTo>
                  <a:pt x="437" y="270"/>
                </a:lnTo>
                <a:lnTo>
                  <a:pt x="437" y="269"/>
                </a:lnTo>
                <a:lnTo>
                  <a:pt x="437" y="268"/>
                </a:lnTo>
                <a:lnTo>
                  <a:pt x="439" y="267"/>
                </a:lnTo>
                <a:lnTo>
                  <a:pt x="439" y="266"/>
                </a:lnTo>
                <a:lnTo>
                  <a:pt x="440" y="266"/>
                </a:lnTo>
                <a:lnTo>
                  <a:pt x="440" y="265"/>
                </a:lnTo>
                <a:lnTo>
                  <a:pt x="440" y="264"/>
                </a:lnTo>
                <a:lnTo>
                  <a:pt x="439" y="265"/>
                </a:lnTo>
                <a:lnTo>
                  <a:pt x="438" y="265"/>
                </a:lnTo>
                <a:lnTo>
                  <a:pt x="437" y="264"/>
                </a:lnTo>
                <a:lnTo>
                  <a:pt x="438" y="264"/>
                </a:lnTo>
                <a:lnTo>
                  <a:pt x="437" y="263"/>
                </a:lnTo>
                <a:lnTo>
                  <a:pt x="437" y="262"/>
                </a:lnTo>
                <a:lnTo>
                  <a:pt x="436" y="261"/>
                </a:lnTo>
                <a:lnTo>
                  <a:pt x="437" y="261"/>
                </a:lnTo>
                <a:lnTo>
                  <a:pt x="438" y="260"/>
                </a:lnTo>
                <a:lnTo>
                  <a:pt x="438" y="259"/>
                </a:lnTo>
                <a:lnTo>
                  <a:pt x="437" y="259"/>
                </a:lnTo>
                <a:lnTo>
                  <a:pt x="438" y="259"/>
                </a:lnTo>
                <a:lnTo>
                  <a:pt x="439" y="259"/>
                </a:lnTo>
                <a:lnTo>
                  <a:pt x="439" y="258"/>
                </a:lnTo>
                <a:lnTo>
                  <a:pt x="438" y="258"/>
                </a:lnTo>
                <a:lnTo>
                  <a:pt x="437" y="258"/>
                </a:lnTo>
                <a:lnTo>
                  <a:pt x="436" y="257"/>
                </a:lnTo>
                <a:lnTo>
                  <a:pt x="434" y="257"/>
                </a:lnTo>
                <a:lnTo>
                  <a:pt x="434" y="256"/>
                </a:lnTo>
                <a:lnTo>
                  <a:pt x="435" y="256"/>
                </a:lnTo>
                <a:lnTo>
                  <a:pt x="435" y="255"/>
                </a:lnTo>
                <a:lnTo>
                  <a:pt x="434" y="255"/>
                </a:lnTo>
                <a:lnTo>
                  <a:pt x="433" y="255"/>
                </a:lnTo>
                <a:lnTo>
                  <a:pt x="432" y="254"/>
                </a:lnTo>
                <a:lnTo>
                  <a:pt x="431" y="254"/>
                </a:lnTo>
                <a:lnTo>
                  <a:pt x="432" y="254"/>
                </a:lnTo>
                <a:lnTo>
                  <a:pt x="433" y="254"/>
                </a:lnTo>
                <a:lnTo>
                  <a:pt x="432" y="254"/>
                </a:lnTo>
                <a:lnTo>
                  <a:pt x="432" y="253"/>
                </a:lnTo>
                <a:lnTo>
                  <a:pt x="432" y="254"/>
                </a:lnTo>
                <a:lnTo>
                  <a:pt x="431" y="253"/>
                </a:lnTo>
                <a:lnTo>
                  <a:pt x="432" y="253"/>
                </a:lnTo>
                <a:lnTo>
                  <a:pt x="432" y="252"/>
                </a:lnTo>
                <a:lnTo>
                  <a:pt x="432" y="253"/>
                </a:lnTo>
                <a:lnTo>
                  <a:pt x="433" y="252"/>
                </a:lnTo>
                <a:lnTo>
                  <a:pt x="432" y="252"/>
                </a:lnTo>
                <a:lnTo>
                  <a:pt x="432" y="251"/>
                </a:lnTo>
                <a:lnTo>
                  <a:pt x="433" y="251"/>
                </a:lnTo>
                <a:lnTo>
                  <a:pt x="433" y="250"/>
                </a:lnTo>
                <a:lnTo>
                  <a:pt x="432" y="250"/>
                </a:lnTo>
                <a:lnTo>
                  <a:pt x="432" y="251"/>
                </a:lnTo>
                <a:lnTo>
                  <a:pt x="432" y="250"/>
                </a:lnTo>
                <a:lnTo>
                  <a:pt x="431" y="250"/>
                </a:lnTo>
                <a:lnTo>
                  <a:pt x="430" y="251"/>
                </a:lnTo>
                <a:lnTo>
                  <a:pt x="429" y="251"/>
                </a:lnTo>
                <a:lnTo>
                  <a:pt x="428" y="251"/>
                </a:lnTo>
                <a:lnTo>
                  <a:pt x="427" y="251"/>
                </a:lnTo>
                <a:lnTo>
                  <a:pt x="427" y="250"/>
                </a:lnTo>
                <a:lnTo>
                  <a:pt x="426" y="250"/>
                </a:lnTo>
                <a:lnTo>
                  <a:pt x="427" y="249"/>
                </a:lnTo>
                <a:lnTo>
                  <a:pt x="426" y="249"/>
                </a:lnTo>
                <a:lnTo>
                  <a:pt x="425" y="248"/>
                </a:lnTo>
                <a:lnTo>
                  <a:pt x="423" y="249"/>
                </a:lnTo>
                <a:lnTo>
                  <a:pt x="423" y="248"/>
                </a:lnTo>
                <a:lnTo>
                  <a:pt x="422" y="248"/>
                </a:lnTo>
                <a:lnTo>
                  <a:pt x="421" y="248"/>
                </a:lnTo>
                <a:lnTo>
                  <a:pt x="421" y="247"/>
                </a:lnTo>
                <a:lnTo>
                  <a:pt x="422" y="246"/>
                </a:lnTo>
                <a:lnTo>
                  <a:pt x="421" y="245"/>
                </a:lnTo>
                <a:lnTo>
                  <a:pt x="421" y="244"/>
                </a:lnTo>
                <a:lnTo>
                  <a:pt x="421" y="243"/>
                </a:lnTo>
                <a:lnTo>
                  <a:pt x="420" y="243"/>
                </a:lnTo>
                <a:lnTo>
                  <a:pt x="421" y="243"/>
                </a:lnTo>
                <a:lnTo>
                  <a:pt x="421" y="242"/>
                </a:lnTo>
                <a:lnTo>
                  <a:pt x="420" y="242"/>
                </a:lnTo>
                <a:lnTo>
                  <a:pt x="420" y="241"/>
                </a:lnTo>
                <a:lnTo>
                  <a:pt x="419" y="241"/>
                </a:lnTo>
                <a:lnTo>
                  <a:pt x="419" y="240"/>
                </a:lnTo>
                <a:lnTo>
                  <a:pt x="417" y="239"/>
                </a:lnTo>
                <a:lnTo>
                  <a:pt x="416" y="240"/>
                </a:lnTo>
                <a:lnTo>
                  <a:pt x="415" y="240"/>
                </a:lnTo>
                <a:lnTo>
                  <a:pt x="414" y="239"/>
                </a:lnTo>
                <a:lnTo>
                  <a:pt x="413" y="239"/>
                </a:lnTo>
                <a:lnTo>
                  <a:pt x="411" y="239"/>
                </a:lnTo>
                <a:lnTo>
                  <a:pt x="411" y="238"/>
                </a:lnTo>
                <a:lnTo>
                  <a:pt x="412" y="238"/>
                </a:lnTo>
                <a:lnTo>
                  <a:pt x="412" y="237"/>
                </a:lnTo>
                <a:lnTo>
                  <a:pt x="412" y="236"/>
                </a:lnTo>
                <a:lnTo>
                  <a:pt x="411" y="235"/>
                </a:lnTo>
                <a:lnTo>
                  <a:pt x="410" y="235"/>
                </a:lnTo>
                <a:lnTo>
                  <a:pt x="409" y="233"/>
                </a:lnTo>
                <a:lnTo>
                  <a:pt x="408" y="232"/>
                </a:lnTo>
                <a:lnTo>
                  <a:pt x="407" y="232"/>
                </a:lnTo>
                <a:lnTo>
                  <a:pt x="407" y="231"/>
                </a:lnTo>
                <a:lnTo>
                  <a:pt x="408" y="231"/>
                </a:lnTo>
                <a:lnTo>
                  <a:pt x="407" y="231"/>
                </a:lnTo>
                <a:lnTo>
                  <a:pt x="406" y="230"/>
                </a:lnTo>
                <a:lnTo>
                  <a:pt x="406" y="229"/>
                </a:lnTo>
                <a:lnTo>
                  <a:pt x="406" y="228"/>
                </a:lnTo>
                <a:lnTo>
                  <a:pt x="405" y="228"/>
                </a:lnTo>
                <a:lnTo>
                  <a:pt x="404" y="228"/>
                </a:lnTo>
                <a:lnTo>
                  <a:pt x="403" y="227"/>
                </a:lnTo>
                <a:lnTo>
                  <a:pt x="404" y="227"/>
                </a:lnTo>
                <a:lnTo>
                  <a:pt x="403" y="227"/>
                </a:lnTo>
                <a:lnTo>
                  <a:pt x="402" y="226"/>
                </a:lnTo>
                <a:lnTo>
                  <a:pt x="401" y="226"/>
                </a:lnTo>
                <a:lnTo>
                  <a:pt x="401" y="225"/>
                </a:lnTo>
                <a:lnTo>
                  <a:pt x="400" y="224"/>
                </a:lnTo>
                <a:lnTo>
                  <a:pt x="399" y="224"/>
                </a:lnTo>
                <a:lnTo>
                  <a:pt x="399" y="223"/>
                </a:lnTo>
                <a:lnTo>
                  <a:pt x="399" y="222"/>
                </a:lnTo>
                <a:lnTo>
                  <a:pt x="398" y="222"/>
                </a:lnTo>
                <a:lnTo>
                  <a:pt x="398" y="221"/>
                </a:lnTo>
                <a:lnTo>
                  <a:pt x="397" y="220"/>
                </a:lnTo>
                <a:lnTo>
                  <a:pt x="396" y="219"/>
                </a:lnTo>
                <a:lnTo>
                  <a:pt x="395" y="219"/>
                </a:lnTo>
                <a:lnTo>
                  <a:pt x="395" y="218"/>
                </a:lnTo>
                <a:lnTo>
                  <a:pt x="394" y="218"/>
                </a:lnTo>
                <a:lnTo>
                  <a:pt x="395" y="217"/>
                </a:lnTo>
                <a:lnTo>
                  <a:pt x="395" y="216"/>
                </a:lnTo>
                <a:lnTo>
                  <a:pt x="394" y="216"/>
                </a:lnTo>
                <a:lnTo>
                  <a:pt x="393" y="215"/>
                </a:lnTo>
                <a:lnTo>
                  <a:pt x="392" y="215"/>
                </a:lnTo>
                <a:lnTo>
                  <a:pt x="392" y="214"/>
                </a:lnTo>
                <a:lnTo>
                  <a:pt x="391" y="213"/>
                </a:lnTo>
                <a:lnTo>
                  <a:pt x="390" y="212"/>
                </a:lnTo>
                <a:lnTo>
                  <a:pt x="389" y="211"/>
                </a:lnTo>
                <a:lnTo>
                  <a:pt x="388" y="210"/>
                </a:lnTo>
                <a:lnTo>
                  <a:pt x="387" y="209"/>
                </a:lnTo>
                <a:lnTo>
                  <a:pt x="386" y="209"/>
                </a:lnTo>
                <a:lnTo>
                  <a:pt x="386" y="208"/>
                </a:lnTo>
                <a:lnTo>
                  <a:pt x="385" y="208"/>
                </a:lnTo>
                <a:lnTo>
                  <a:pt x="384" y="208"/>
                </a:lnTo>
                <a:lnTo>
                  <a:pt x="384" y="207"/>
                </a:lnTo>
                <a:lnTo>
                  <a:pt x="383" y="207"/>
                </a:lnTo>
                <a:lnTo>
                  <a:pt x="383" y="206"/>
                </a:lnTo>
                <a:lnTo>
                  <a:pt x="382" y="206"/>
                </a:lnTo>
                <a:lnTo>
                  <a:pt x="381" y="205"/>
                </a:lnTo>
                <a:lnTo>
                  <a:pt x="380" y="205"/>
                </a:lnTo>
                <a:lnTo>
                  <a:pt x="380" y="204"/>
                </a:lnTo>
                <a:lnTo>
                  <a:pt x="378" y="203"/>
                </a:lnTo>
                <a:lnTo>
                  <a:pt x="377" y="203"/>
                </a:lnTo>
                <a:lnTo>
                  <a:pt x="377" y="202"/>
                </a:lnTo>
                <a:lnTo>
                  <a:pt x="377" y="201"/>
                </a:lnTo>
                <a:lnTo>
                  <a:pt x="377" y="200"/>
                </a:lnTo>
                <a:lnTo>
                  <a:pt x="376" y="200"/>
                </a:lnTo>
                <a:lnTo>
                  <a:pt x="376" y="199"/>
                </a:lnTo>
                <a:lnTo>
                  <a:pt x="375" y="199"/>
                </a:lnTo>
                <a:lnTo>
                  <a:pt x="373" y="199"/>
                </a:lnTo>
                <a:lnTo>
                  <a:pt x="372" y="199"/>
                </a:lnTo>
                <a:lnTo>
                  <a:pt x="372" y="200"/>
                </a:lnTo>
                <a:lnTo>
                  <a:pt x="371" y="200"/>
                </a:lnTo>
                <a:lnTo>
                  <a:pt x="370" y="200"/>
                </a:lnTo>
                <a:lnTo>
                  <a:pt x="370" y="199"/>
                </a:lnTo>
                <a:lnTo>
                  <a:pt x="370" y="198"/>
                </a:lnTo>
                <a:lnTo>
                  <a:pt x="369" y="198"/>
                </a:lnTo>
                <a:lnTo>
                  <a:pt x="369" y="197"/>
                </a:lnTo>
                <a:lnTo>
                  <a:pt x="368" y="197"/>
                </a:lnTo>
                <a:lnTo>
                  <a:pt x="367" y="197"/>
                </a:lnTo>
                <a:lnTo>
                  <a:pt x="367" y="198"/>
                </a:lnTo>
                <a:lnTo>
                  <a:pt x="366" y="198"/>
                </a:lnTo>
                <a:lnTo>
                  <a:pt x="365" y="198"/>
                </a:lnTo>
                <a:lnTo>
                  <a:pt x="364" y="197"/>
                </a:lnTo>
                <a:lnTo>
                  <a:pt x="363" y="197"/>
                </a:lnTo>
                <a:lnTo>
                  <a:pt x="363" y="198"/>
                </a:lnTo>
                <a:lnTo>
                  <a:pt x="362" y="198"/>
                </a:lnTo>
                <a:lnTo>
                  <a:pt x="361" y="198"/>
                </a:lnTo>
                <a:lnTo>
                  <a:pt x="360" y="198"/>
                </a:lnTo>
                <a:lnTo>
                  <a:pt x="359" y="197"/>
                </a:lnTo>
                <a:lnTo>
                  <a:pt x="358" y="197"/>
                </a:lnTo>
                <a:lnTo>
                  <a:pt x="357" y="197"/>
                </a:lnTo>
                <a:lnTo>
                  <a:pt x="356" y="198"/>
                </a:lnTo>
                <a:lnTo>
                  <a:pt x="355" y="198"/>
                </a:lnTo>
                <a:lnTo>
                  <a:pt x="355" y="196"/>
                </a:lnTo>
                <a:lnTo>
                  <a:pt x="355" y="195"/>
                </a:lnTo>
                <a:lnTo>
                  <a:pt x="354" y="195"/>
                </a:lnTo>
                <a:lnTo>
                  <a:pt x="353" y="195"/>
                </a:lnTo>
                <a:lnTo>
                  <a:pt x="352" y="195"/>
                </a:lnTo>
                <a:lnTo>
                  <a:pt x="351" y="197"/>
                </a:lnTo>
                <a:lnTo>
                  <a:pt x="349" y="199"/>
                </a:lnTo>
                <a:lnTo>
                  <a:pt x="349" y="201"/>
                </a:lnTo>
                <a:lnTo>
                  <a:pt x="349" y="203"/>
                </a:lnTo>
                <a:lnTo>
                  <a:pt x="349" y="205"/>
                </a:lnTo>
                <a:lnTo>
                  <a:pt x="350" y="205"/>
                </a:lnTo>
                <a:lnTo>
                  <a:pt x="350" y="206"/>
                </a:lnTo>
                <a:lnTo>
                  <a:pt x="349" y="206"/>
                </a:lnTo>
                <a:lnTo>
                  <a:pt x="349" y="207"/>
                </a:lnTo>
                <a:lnTo>
                  <a:pt x="349" y="208"/>
                </a:lnTo>
                <a:lnTo>
                  <a:pt x="347" y="209"/>
                </a:lnTo>
                <a:lnTo>
                  <a:pt x="347" y="208"/>
                </a:lnTo>
                <a:lnTo>
                  <a:pt x="346" y="208"/>
                </a:lnTo>
                <a:lnTo>
                  <a:pt x="344" y="209"/>
                </a:lnTo>
                <a:lnTo>
                  <a:pt x="343" y="209"/>
                </a:lnTo>
                <a:lnTo>
                  <a:pt x="342" y="209"/>
                </a:lnTo>
                <a:lnTo>
                  <a:pt x="342" y="210"/>
                </a:lnTo>
                <a:lnTo>
                  <a:pt x="342" y="211"/>
                </a:lnTo>
                <a:lnTo>
                  <a:pt x="341" y="211"/>
                </a:lnTo>
                <a:lnTo>
                  <a:pt x="340" y="211"/>
                </a:lnTo>
                <a:lnTo>
                  <a:pt x="338" y="211"/>
                </a:lnTo>
                <a:lnTo>
                  <a:pt x="337" y="211"/>
                </a:lnTo>
                <a:lnTo>
                  <a:pt x="336" y="211"/>
                </a:lnTo>
                <a:lnTo>
                  <a:pt x="336" y="212"/>
                </a:lnTo>
                <a:lnTo>
                  <a:pt x="336" y="213"/>
                </a:lnTo>
                <a:lnTo>
                  <a:pt x="336" y="214"/>
                </a:lnTo>
                <a:lnTo>
                  <a:pt x="337" y="215"/>
                </a:lnTo>
                <a:lnTo>
                  <a:pt x="338" y="216"/>
                </a:lnTo>
                <a:lnTo>
                  <a:pt x="338" y="217"/>
                </a:lnTo>
                <a:lnTo>
                  <a:pt x="337" y="218"/>
                </a:lnTo>
                <a:lnTo>
                  <a:pt x="336" y="218"/>
                </a:lnTo>
                <a:lnTo>
                  <a:pt x="335" y="218"/>
                </a:lnTo>
                <a:lnTo>
                  <a:pt x="332" y="221"/>
                </a:lnTo>
                <a:lnTo>
                  <a:pt x="332" y="222"/>
                </a:lnTo>
                <a:lnTo>
                  <a:pt x="333" y="222"/>
                </a:lnTo>
                <a:lnTo>
                  <a:pt x="333" y="223"/>
                </a:lnTo>
                <a:lnTo>
                  <a:pt x="332" y="224"/>
                </a:lnTo>
                <a:lnTo>
                  <a:pt x="330" y="224"/>
                </a:lnTo>
                <a:lnTo>
                  <a:pt x="328" y="223"/>
                </a:lnTo>
                <a:lnTo>
                  <a:pt x="326" y="223"/>
                </a:lnTo>
                <a:lnTo>
                  <a:pt x="325" y="223"/>
                </a:lnTo>
                <a:lnTo>
                  <a:pt x="325" y="222"/>
                </a:lnTo>
                <a:lnTo>
                  <a:pt x="324" y="222"/>
                </a:lnTo>
                <a:lnTo>
                  <a:pt x="323" y="222"/>
                </a:lnTo>
                <a:lnTo>
                  <a:pt x="321" y="224"/>
                </a:lnTo>
                <a:lnTo>
                  <a:pt x="321" y="225"/>
                </a:lnTo>
                <a:lnTo>
                  <a:pt x="321" y="226"/>
                </a:lnTo>
                <a:lnTo>
                  <a:pt x="320" y="226"/>
                </a:lnTo>
                <a:lnTo>
                  <a:pt x="320" y="227"/>
                </a:lnTo>
                <a:lnTo>
                  <a:pt x="317" y="228"/>
                </a:lnTo>
                <a:lnTo>
                  <a:pt x="314" y="228"/>
                </a:lnTo>
                <a:lnTo>
                  <a:pt x="313" y="228"/>
                </a:lnTo>
                <a:lnTo>
                  <a:pt x="312" y="228"/>
                </a:lnTo>
                <a:lnTo>
                  <a:pt x="310" y="229"/>
                </a:lnTo>
                <a:lnTo>
                  <a:pt x="309" y="229"/>
                </a:lnTo>
                <a:lnTo>
                  <a:pt x="308" y="228"/>
                </a:lnTo>
                <a:lnTo>
                  <a:pt x="307" y="227"/>
                </a:lnTo>
                <a:lnTo>
                  <a:pt x="307" y="226"/>
                </a:lnTo>
                <a:lnTo>
                  <a:pt x="306" y="226"/>
                </a:lnTo>
                <a:lnTo>
                  <a:pt x="306" y="225"/>
                </a:lnTo>
                <a:lnTo>
                  <a:pt x="305" y="225"/>
                </a:lnTo>
                <a:lnTo>
                  <a:pt x="304" y="224"/>
                </a:lnTo>
                <a:lnTo>
                  <a:pt x="303" y="224"/>
                </a:lnTo>
                <a:lnTo>
                  <a:pt x="302" y="224"/>
                </a:lnTo>
                <a:lnTo>
                  <a:pt x="300" y="224"/>
                </a:lnTo>
                <a:lnTo>
                  <a:pt x="299" y="224"/>
                </a:lnTo>
                <a:lnTo>
                  <a:pt x="298" y="223"/>
                </a:lnTo>
                <a:lnTo>
                  <a:pt x="297" y="224"/>
                </a:lnTo>
                <a:lnTo>
                  <a:pt x="296" y="224"/>
                </a:lnTo>
                <a:lnTo>
                  <a:pt x="296" y="225"/>
                </a:lnTo>
                <a:lnTo>
                  <a:pt x="295" y="225"/>
                </a:lnTo>
                <a:lnTo>
                  <a:pt x="293" y="225"/>
                </a:lnTo>
                <a:lnTo>
                  <a:pt x="293" y="226"/>
                </a:lnTo>
                <a:lnTo>
                  <a:pt x="292" y="226"/>
                </a:lnTo>
                <a:lnTo>
                  <a:pt x="291" y="227"/>
                </a:lnTo>
                <a:lnTo>
                  <a:pt x="291" y="228"/>
                </a:lnTo>
                <a:lnTo>
                  <a:pt x="292" y="229"/>
                </a:lnTo>
                <a:lnTo>
                  <a:pt x="292" y="231"/>
                </a:lnTo>
                <a:lnTo>
                  <a:pt x="292" y="232"/>
                </a:lnTo>
                <a:lnTo>
                  <a:pt x="291" y="232"/>
                </a:lnTo>
                <a:lnTo>
                  <a:pt x="291" y="233"/>
                </a:lnTo>
                <a:lnTo>
                  <a:pt x="290" y="234"/>
                </a:lnTo>
                <a:lnTo>
                  <a:pt x="289" y="235"/>
                </a:lnTo>
                <a:lnTo>
                  <a:pt x="288" y="234"/>
                </a:lnTo>
                <a:lnTo>
                  <a:pt x="287" y="234"/>
                </a:lnTo>
                <a:lnTo>
                  <a:pt x="285" y="234"/>
                </a:lnTo>
                <a:lnTo>
                  <a:pt x="284" y="234"/>
                </a:lnTo>
                <a:lnTo>
                  <a:pt x="284" y="235"/>
                </a:lnTo>
                <a:lnTo>
                  <a:pt x="283" y="234"/>
                </a:lnTo>
                <a:lnTo>
                  <a:pt x="283" y="233"/>
                </a:lnTo>
                <a:lnTo>
                  <a:pt x="284" y="233"/>
                </a:lnTo>
                <a:lnTo>
                  <a:pt x="283" y="233"/>
                </a:lnTo>
                <a:lnTo>
                  <a:pt x="283" y="232"/>
                </a:lnTo>
                <a:lnTo>
                  <a:pt x="282" y="233"/>
                </a:lnTo>
                <a:lnTo>
                  <a:pt x="281" y="233"/>
                </a:lnTo>
                <a:lnTo>
                  <a:pt x="280" y="233"/>
                </a:lnTo>
                <a:lnTo>
                  <a:pt x="280" y="232"/>
                </a:lnTo>
                <a:lnTo>
                  <a:pt x="279" y="231"/>
                </a:lnTo>
                <a:lnTo>
                  <a:pt x="277" y="230"/>
                </a:lnTo>
                <a:lnTo>
                  <a:pt x="277" y="229"/>
                </a:lnTo>
                <a:lnTo>
                  <a:pt x="275" y="228"/>
                </a:lnTo>
                <a:lnTo>
                  <a:pt x="274" y="227"/>
                </a:lnTo>
                <a:lnTo>
                  <a:pt x="272" y="227"/>
                </a:lnTo>
                <a:lnTo>
                  <a:pt x="271" y="227"/>
                </a:lnTo>
                <a:lnTo>
                  <a:pt x="269" y="228"/>
                </a:lnTo>
                <a:lnTo>
                  <a:pt x="268" y="228"/>
                </a:lnTo>
                <a:lnTo>
                  <a:pt x="267" y="227"/>
                </a:lnTo>
                <a:lnTo>
                  <a:pt x="266" y="227"/>
                </a:lnTo>
                <a:lnTo>
                  <a:pt x="266" y="228"/>
                </a:lnTo>
                <a:lnTo>
                  <a:pt x="265" y="228"/>
                </a:lnTo>
                <a:lnTo>
                  <a:pt x="264" y="227"/>
                </a:lnTo>
                <a:lnTo>
                  <a:pt x="261" y="228"/>
                </a:lnTo>
                <a:lnTo>
                  <a:pt x="261" y="229"/>
                </a:lnTo>
                <a:lnTo>
                  <a:pt x="260" y="229"/>
                </a:lnTo>
                <a:lnTo>
                  <a:pt x="260" y="230"/>
                </a:lnTo>
                <a:lnTo>
                  <a:pt x="258" y="230"/>
                </a:lnTo>
                <a:lnTo>
                  <a:pt x="257" y="230"/>
                </a:lnTo>
                <a:lnTo>
                  <a:pt x="256" y="230"/>
                </a:lnTo>
                <a:lnTo>
                  <a:pt x="255" y="230"/>
                </a:lnTo>
                <a:lnTo>
                  <a:pt x="255" y="229"/>
                </a:lnTo>
                <a:lnTo>
                  <a:pt x="254" y="229"/>
                </a:lnTo>
                <a:lnTo>
                  <a:pt x="252" y="229"/>
                </a:lnTo>
                <a:lnTo>
                  <a:pt x="251" y="229"/>
                </a:lnTo>
                <a:lnTo>
                  <a:pt x="248" y="230"/>
                </a:lnTo>
                <a:lnTo>
                  <a:pt x="247" y="231"/>
                </a:lnTo>
                <a:lnTo>
                  <a:pt x="247" y="232"/>
                </a:lnTo>
                <a:lnTo>
                  <a:pt x="246" y="232"/>
                </a:lnTo>
                <a:lnTo>
                  <a:pt x="245" y="231"/>
                </a:lnTo>
                <a:lnTo>
                  <a:pt x="243" y="230"/>
                </a:lnTo>
                <a:lnTo>
                  <a:pt x="241" y="228"/>
                </a:lnTo>
                <a:lnTo>
                  <a:pt x="240" y="227"/>
                </a:lnTo>
                <a:lnTo>
                  <a:pt x="240" y="226"/>
                </a:lnTo>
                <a:lnTo>
                  <a:pt x="239" y="226"/>
                </a:lnTo>
                <a:lnTo>
                  <a:pt x="239" y="225"/>
                </a:lnTo>
                <a:lnTo>
                  <a:pt x="238" y="225"/>
                </a:lnTo>
                <a:lnTo>
                  <a:pt x="237" y="225"/>
                </a:lnTo>
                <a:lnTo>
                  <a:pt x="236" y="225"/>
                </a:lnTo>
                <a:lnTo>
                  <a:pt x="235" y="226"/>
                </a:lnTo>
                <a:lnTo>
                  <a:pt x="232" y="225"/>
                </a:lnTo>
                <a:lnTo>
                  <a:pt x="231" y="224"/>
                </a:lnTo>
                <a:lnTo>
                  <a:pt x="229" y="223"/>
                </a:lnTo>
                <a:lnTo>
                  <a:pt x="228" y="222"/>
                </a:lnTo>
                <a:lnTo>
                  <a:pt x="227" y="222"/>
                </a:lnTo>
                <a:lnTo>
                  <a:pt x="226" y="222"/>
                </a:lnTo>
                <a:lnTo>
                  <a:pt x="224" y="224"/>
                </a:lnTo>
                <a:lnTo>
                  <a:pt x="224" y="225"/>
                </a:lnTo>
                <a:lnTo>
                  <a:pt x="224" y="226"/>
                </a:lnTo>
                <a:lnTo>
                  <a:pt x="223" y="227"/>
                </a:lnTo>
                <a:lnTo>
                  <a:pt x="222" y="227"/>
                </a:lnTo>
                <a:lnTo>
                  <a:pt x="222" y="228"/>
                </a:lnTo>
                <a:lnTo>
                  <a:pt x="222" y="229"/>
                </a:lnTo>
                <a:lnTo>
                  <a:pt x="223" y="229"/>
                </a:lnTo>
                <a:lnTo>
                  <a:pt x="222" y="229"/>
                </a:lnTo>
                <a:lnTo>
                  <a:pt x="222" y="230"/>
                </a:lnTo>
                <a:lnTo>
                  <a:pt x="221" y="230"/>
                </a:lnTo>
                <a:lnTo>
                  <a:pt x="221" y="229"/>
                </a:lnTo>
                <a:lnTo>
                  <a:pt x="221" y="230"/>
                </a:lnTo>
                <a:lnTo>
                  <a:pt x="219" y="230"/>
                </a:lnTo>
                <a:lnTo>
                  <a:pt x="217" y="231"/>
                </a:lnTo>
                <a:lnTo>
                  <a:pt x="216" y="231"/>
                </a:lnTo>
                <a:lnTo>
                  <a:pt x="215" y="231"/>
                </a:lnTo>
                <a:lnTo>
                  <a:pt x="215" y="232"/>
                </a:lnTo>
                <a:lnTo>
                  <a:pt x="214" y="233"/>
                </a:lnTo>
                <a:lnTo>
                  <a:pt x="213" y="233"/>
                </a:lnTo>
                <a:lnTo>
                  <a:pt x="212" y="233"/>
                </a:lnTo>
                <a:lnTo>
                  <a:pt x="211" y="233"/>
                </a:lnTo>
                <a:lnTo>
                  <a:pt x="209" y="233"/>
                </a:lnTo>
                <a:lnTo>
                  <a:pt x="208" y="233"/>
                </a:lnTo>
                <a:lnTo>
                  <a:pt x="207" y="232"/>
                </a:lnTo>
                <a:lnTo>
                  <a:pt x="205" y="233"/>
                </a:lnTo>
                <a:lnTo>
                  <a:pt x="204" y="233"/>
                </a:lnTo>
                <a:lnTo>
                  <a:pt x="204" y="234"/>
                </a:lnTo>
                <a:lnTo>
                  <a:pt x="204" y="235"/>
                </a:lnTo>
                <a:lnTo>
                  <a:pt x="202" y="235"/>
                </a:lnTo>
                <a:lnTo>
                  <a:pt x="201" y="235"/>
                </a:lnTo>
                <a:lnTo>
                  <a:pt x="200" y="234"/>
                </a:lnTo>
                <a:lnTo>
                  <a:pt x="199" y="234"/>
                </a:lnTo>
                <a:lnTo>
                  <a:pt x="198" y="234"/>
                </a:lnTo>
                <a:lnTo>
                  <a:pt x="198" y="235"/>
                </a:lnTo>
                <a:lnTo>
                  <a:pt x="197" y="235"/>
                </a:lnTo>
                <a:lnTo>
                  <a:pt x="197" y="236"/>
                </a:lnTo>
                <a:lnTo>
                  <a:pt x="196" y="236"/>
                </a:lnTo>
                <a:lnTo>
                  <a:pt x="196" y="235"/>
                </a:lnTo>
                <a:lnTo>
                  <a:pt x="195" y="235"/>
                </a:lnTo>
                <a:lnTo>
                  <a:pt x="194" y="235"/>
                </a:lnTo>
                <a:lnTo>
                  <a:pt x="193" y="235"/>
                </a:lnTo>
                <a:lnTo>
                  <a:pt x="192" y="235"/>
                </a:lnTo>
                <a:lnTo>
                  <a:pt x="191" y="235"/>
                </a:lnTo>
                <a:lnTo>
                  <a:pt x="190" y="236"/>
                </a:lnTo>
                <a:lnTo>
                  <a:pt x="189" y="236"/>
                </a:lnTo>
                <a:lnTo>
                  <a:pt x="189" y="237"/>
                </a:lnTo>
                <a:lnTo>
                  <a:pt x="188" y="237"/>
                </a:lnTo>
                <a:lnTo>
                  <a:pt x="186" y="236"/>
                </a:lnTo>
                <a:lnTo>
                  <a:pt x="185" y="236"/>
                </a:lnTo>
                <a:lnTo>
                  <a:pt x="184" y="235"/>
                </a:lnTo>
                <a:lnTo>
                  <a:pt x="184" y="234"/>
                </a:lnTo>
                <a:lnTo>
                  <a:pt x="183" y="234"/>
                </a:lnTo>
                <a:lnTo>
                  <a:pt x="182" y="234"/>
                </a:lnTo>
                <a:lnTo>
                  <a:pt x="180" y="234"/>
                </a:lnTo>
                <a:lnTo>
                  <a:pt x="178" y="233"/>
                </a:lnTo>
                <a:lnTo>
                  <a:pt x="178" y="232"/>
                </a:lnTo>
                <a:lnTo>
                  <a:pt x="177" y="232"/>
                </a:lnTo>
                <a:lnTo>
                  <a:pt x="176" y="232"/>
                </a:lnTo>
                <a:lnTo>
                  <a:pt x="176" y="231"/>
                </a:lnTo>
                <a:lnTo>
                  <a:pt x="176" y="232"/>
                </a:lnTo>
                <a:lnTo>
                  <a:pt x="175" y="232"/>
                </a:lnTo>
                <a:lnTo>
                  <a:pt x="174" y="232"/>
                </a:lnTo>
                <a:lnTo>
                  <a:pt x="173" y="232"/>
                </a:lnTo>
                <a:lnTo>
                  <a:pt x="173" y="231"/>
                </a:lnTo>
                <a:lnTo>
                  <a:pt x="172" y="231"/>
                </a:lnTo>
                <a:lnTo>
                  <a:pt x="171" y="231"/>
                </a:lnTo>
                <a:lnTo>
                  <a:pt x="170" y="230"/>
                </a:lnTo>
                <a:lnTo>
                  <a:pt x="169" y="230"/>
                </a:lnTo>
                <a:lnTo>
                  <a:pt x="166" y="230"/>
                </a:lnTo>
                <a:lnTo>
                  <a:pt x="165" y="230"/>
                </a:lnTo>
                <a:lnTo>
                  <a:pt x="165" y="231"/>
                </a:lnTo>
                <a:lnTo>
                  <a:pt x="164" y="231"/>
                </a:lnTo>
                <a:lnTo>
                  <a:pt x="163" y="231"/>
                </a:lnTo>
                <a:lnTo>
                  <a:pt x="161" y="229"/>
                </a:lnTo>
                <a:lnTo>
                  <a:pt x="160" y="228"/>
                </a:lnTo>
                <a:lnTo>
                  <a:pt x="160" y="227"/>
                </a:lnTo>
                <a:lnTo>
                  <a:pt x="160" y="226"/>
                </a:lnTo>
                <a:lnTo>
                  <a:pt x="159" y="226"/>
                </a:lnTo>
                <a:lnTo>
                  <a:pt x="159" y="225"/>
                </a:lnTo>
                <a:lnTo>
                  <a:pt x="160" y="225"/>
                </a:lnTo>
                <a:lnTo>
                  <a:pt x="160" y="224"/>
                </a:lnTo>
                <a:lnTo>
                  <a:pt x="160" y="223"/>
                </a:lnTo>
                <a:lnTo>
                  <a:pt x="159" y="222"/>
                </a:lnTo>
                <a:lnTo>
                  <a:pt x="158" y="222"/>
                </a:lnTo>
                <a:lnTo>
                  <a:pt x="158" y="221"/>
                </a:lnTo>
                <a:lnTo>
                  <a:pt x="157" y="221"/>
                </a:lnTo>
                <a:lnTo>
                  <a:pt x="156" y="221"/>
                </a:lnTo>
                <a:lnTo>
                  <a:pt x="155" y="221"/>
                </a:lnTo>
                <a:lnTo>
                  <a:pt x="154" y="220"/>
                </a:lnTo>
                <a:lnTo>
                  <a:pt x="154" y="219"/>
                </a:lnTo>
                <a:lnTo>
                  <a:pt x="154" y="218"/>
                </a:lnTo>
                <a:lnTo>
                  <a:pt x="155" y="217"/>
                </a:lnTo>
                <a:lnTo>
                  <a:pt x="154" y="217"/>
                </a:lnTo>
                <a:lnTo>
                  <a:pt x="152" y="217"/>
                </a:lnTo>
                <a:lnTo>
                  <a:pt x="152" y="216"/>
                </a:lnTo>
                <a:lnTo>
                  <a:pt x="151" y="215"/>
                </a:lnTo>
                <a:lnTo>
                  <a:pt x="150" y="214"/>
                </a:lnTo>
                <a:lnTo>
                  <a:pt x="150" y="213"/>
                </a:lnTo>
                <a:lnTo>
                  <a:pt x="151" y="213"/>
                </a:lnTo>
                <a:lnTo>
                  <a:pt x="152" y="213"/>
                </a:lnTo>
                <a:lnTo>
                  <a:pt x="152" y="212"/>
                </a:lnTo>
                <a:lnTo>
                  <a:pt x="153" y="211"/>
                </a:lnTo>
                <a:lnTo>
                  <a:pt x="152" y="210"/>
                </a:lnTo>
                <a:lnTo>
                  <a:pt x="151" y="210"/>
                </a:lnTo>
                <a:lnTo>
                  <a:pt x="150" y="209"/>
                </a:lnTo>
                <a:lnTo>
                  <a:pt x="150" y="208"/>
                </a:lnTo>
                <a:lnTo>
                  <a:pt x="151" y="208"/>
                </a:lnTo>
                <a:lnTo>
                  <a:pt x="152" y="208"/>
                </a:lnTo>
                <a:lnTo>
                  <a:pt x="153" y="208"/>
                </a:lnTo>
                <a:lnTo>
                  <a:pt x="153" y="206"/>
                </a:lnTo>
                <a:lnTo>
                  <a:pt x="152" y="206"/>
                </a:lnTo>
                <a:lnTo>
                  <a:pt x="150" y="204"/>
                </a:lnTo>
                <a:lnTo>
                  <a:pt x="149" y="204"/>
                </a:lnTo>
                <a:lnTo>
                  <a:pt x="148" y="204"/>
                </a:lnTo>
                <a:lnTo>
                  <a:pt x="148" y="203"/>
                </a:lnTo>
                <a:lnTo>
                  <a:pt x="148" y="202"/>
                </a:lnTo>
                <a:lnTo>
                  <a:pt x="149" y="202"/>
                </a:lnTo>
                <a:lnTo>
                  <a:pt x="149" y="201"/>
                </a:lnTo>
                <a:lnTo>
                  <a:pt x="150" y="201"/>
                </a:lnTo>
                <a:lnTo>
                  <a:pt x="150" y="200"/>
                </a:lnTo>
                <a:lnTo>
                  <a:pt x="149" y="198"/>
                </a:lnTo>
                <a:lnTo>
                  <a:pt x="148" y="198"/>
                </a:lnTo>
                <a:lnTo>
                  <a:pt x="147" y="198"/>
                </a:lnTo>
                <a:lnTo>
                  <a:pt x="147" y="197"/>
                </a:lnTo>
                <a:lnTo>
                  <a:pt x="147" y="196"/>
                </a:lnTo>
                <a:lnTo>
                  <a:pt x="147" y="195"/>
                </a:lnTo>
                <a:lnTo>
                  <a:pt x="146" y="195"/>
                </a:lnTo>
                <a:lnTo>
                  <a:pt x="145" y="195"/>
                </a:lnTo>
                <a:lnTo>
                  <a:pt x="145" y="194"/>
                </a:lnTo>
                <a:lnTo>
                  <a:pt x="145" y="193"/>
                </a:lnTo>
                <a:lnTo>
                  <a:pt x="144" y="192"/>
                </a:lnTo>
                <a:lnTo>
                  <a:pt x="143" y="192"/>
                </a:lnTo>
                <a:lnTo>
                  <a:pt x="143" y="189"/>
                </a:lnTo>
                <a:lnTo>
                  <a:pt x="142" y="188"/>
                </a:lnTo>
                <a:lnTo>
                  <a:pt x="141" y="187"/>
                </a:lnTo>
                <a:lnTo>
                  <a:pt x="140" y="187"/>
                </a:lnTo>
                <a:lnTo>
                  <a:pt x="140" y="186"/>
                </a:lnTo>
                <a:lnTo>
                  <a:pt x="141" y="186"/>
                </a:lnTo>
                <a:lnTo>
                  <a:pt x="142" y="184"/>
                </a:lnTo>
                <a:lnTo>
                  <a:pt x="142" y="182"/>
                </a:lnTo>
                <a:lnTo>
                  <a:pt x="141" y="181"/>
                </a:lnTo>
                <a:lnTo>
                  <a:pt x="140" y="180"/>
                </a:lnTo>
                <a:lnTo>
                  <a:pt x="140" y="178"/>
                </a:lnTo>
                <a:lnTo>
                  <a:pt x="139" y="178"/>
                </a:lnTo>
                <a:lnTo>
                  <a:pt x="139" y="177"/>
                </a:lnTo>
                <a:lnTo>
                  <a:pt x="139" y="175"/>
                </a:lnTo>
                <a:lnTo>
                  <a:pt x="138" y="175"/>
                </a:lnTo>
                <a:lnTo>
                  <a:pt x="138" y="174"/>
                </a:lnTo>
                <a:lnTo>
                  <a:pt x="138" y="173"/>
                </a:lnTo>
                <a:lnTo>
                  <a:pt x="138" y="172"/>
                </a:lnTo>
                <a:lnTo>
                  <a:pt x="137" y="172"/>
                </a:lnTo>
                <a:lnTo>
                  <a:pt x="136" y="172"/>
                </a:lnTo>
                <a:lnTo>
                  <a:pt x="137" y="170"/>
                </a:lnTo>
                <a:lnTo>
                  <a:pt x="137" y="169"/>
                </a:lnTo>
                <a:lnTo>
                  <a:pt x="138" y="169"/>
                </a:lnTo>
                <a:lnTo>
                  <a:pt x="139" y="168"/>
                </a:lnTo>
                <a:lnTo>
                  <a:pt x="138" y="167"/>
                </a:lnTo>
                <a:lnTo>
                  <a:pt x="138" y="166"/>
                </a:lnTo>
                <a:lnTo>
                  <a:pt x="138" y="165"/>
                </a:lnTo>
                <a:lnTo>
                  <a:pt x="138" y="164"/>
                </a:lnTo>
                <a:lnTo>
                  <a:pt x="138" y="163"/>
                </a:lnTo>
                <a:lnTo>
                  <a:pt x="137" y="163"/>
                </a:lnTo>
                <a:lnTo>
                  <a:pt x="136" y="163"/>
                </a:lnTo>
                <a:lnTo>
                  <a:pt x="135" y="163"/>
                </a:lnTo>
                <a:lnTo>
                  <a:pt x="134" y="163"/>
                </a:lnTo>
                <a:lnTo>
                  <a:pt x="133" y="163"/>
                </a:lnTo>
                <a:lnTo>
                  <a:pt x="133" y="162"/>
                </a:lnTo>
                <a:lnTo>
                  <a:pt x="134" y="162"/>
                </a:lnTo>
                <a:lnTo>
                  <a:pt x="134" y="161"/>
                </a:lnTo>
                <a:lnTo>
                  <a:pt x="133" y="161"/>
                </a:lnTo>
                <a:lnTo>
                  <a:pt x="133" y="160"/>
                </a:lnTo>
                <a:lnTo>
                  <a:pt x="133" y="159"/>
                </a:lnTo>
                <a:lnTo>
                  <a:pt x="133" y="158"/>
                </a:lnTo>
                <a:lnTo>
                  <a:pt x="132" y="158"/>
                </a:lnTo>
                <a:lnTo>
                  <a:pt x="132" y="157"/>
                </a:lnTo>
                <a:lnTo>
                  <a:pt x="132" y="156"/>
                </a:lnTo>
                <a:lnTo>
                  <a:pt x="132" y="155"/>
                </a:lnTo>
                <a:lnTo>
                  <a:pt x="132" y="154"/>
                </a:lnTo>
                <a:lnTo>
                  <a:pt x="131" y="154"/>
                </a:lnTo>
                <a:lnTo>
                  <a:pt x="130" y="154"/>
                </a:lnTo>
                <a:lnTo>
                  <a:pt x="129" y="154"/>
                </a:lnTo>
                <a:lnTo>
                  <a:pt x="129" y="153"/>
                </a:lnTo>
                <a:lnTo>
                  <a:pt x="130" y="151"/>
                </a:lnTo>
                <a:lnTo>
                  <a:pt x="131" y="151"/>
                </a:lnTo>
                <a:lnTo>
                  <a:pt x="131" y="150"/>
                </a:lnTo>
                <a:lnTo>
                  <a:pt x="131" y="149"/>
                </a:lnTo>
                <a:lnTo>
                  <a:pt x="130" y="148"/>
                </a:lnTo>
                <a:lnTo>
                  <a:pt x="130" y="147"/>
                </a:lnTo>
                <a:lnTo>
                  <a:pt x="130" y="146"/>
                </a:lnTo>
                <a:lnTo>
                  <a:pt x="132" y="146"/>
                </a:lnTo>
                <a:lnTo>
                  <a:pt x="133" y="146"/>
                </a:lnTo>
                <a:lnTo>
                  <a:pt x="134" y="146"/>
                </a:lnTo>
                <a:lnTo>
                  <a:pt x="135" y="146"/>
                </a:lnTo>
                <a:lnTo>
                  <a:pt x="136" y="146"/>
                </a:lnTo>
                <a:lnTo>
                  <a:pt x="136" y="145"/>
                </a:lnTo>
                <a:lnTo>
                  <a:pt x="137" y="145"/>
                </a:lnTo>
                <a:lnTo>
                  <a:pt x="138" y="145"/>
                </a:lnTo>
                <a:lnTo>
                  <a:pt x="139" y="145"/>
                </a:lnTo>
                <a:lnTo>
                  <a:pt x="140" y="144"/>
                </a:lnTo>
                <a:lnTo>
                  <a:pt x="140" y="143"/>
                </a:lnTo>
                <a:lnTo>
                  <a:pt x="141" y="143"/>
                </a:lnTo>
                <a:lnTo>
                  <a:pt x="142" y="143"/>
                </a:lnTo>
                <a:lnTo>
                  <a:pt x="142" y="142"/>
                </a:lnTo>
                <a:lnTo>
                  <a:pt x="143" y="142"/>
                </a:lnTo>
                <a:lnTo>
                  <a:pt x="142" y="141"/>
                </a:lnTo>
                <a:lnTo>
                  <a:pt x="143" y="141"/>
                </a:lnTo>
                <a:lnTo>
                  <a:pt x="143" y="140"/>
                </a:lnTo>
                <a:lnTo>
                  <a:pt x="143" y="139"/>
                </a:lnTo>
                <a:lnTo>
                  <a:pt x="142" y="139"/>
                </a:lnTo>
                <a:lnTo>
                  <a:pt x="142" y="138"/>
                </a:lnTo>
                <a:lnTo>
                  <a:pt x="142" y="137"/>
                </a:lnTo>
                <a:lnTo>
                  <a:pt x="142" y="136"/>
                </a:lnTo>
                <a:lnTo>
                  <a:pt x="143" y="136"/>
                </a:lnTo>
                <a:lnTo>
                  <a:pt x="144" y="135"/>
                </a:lnTo>
                <a:lnTo>
                  <a:pt x="144" y="134"/>
                </a:lnTo>
                <a:lnTo>
                  <a:pt x="143" y="134"/>
                </a:lnTo>
                <a:lnTo>
                  <a:pt x="142" y="134"/>
                </a:lnTo>
                <a:lnTo>
                  <a:pt x="142" y="133"/>
                </a:lnTo>
                <a:lnTo>
                  <a:pt x="141" y="133"/>
                </a:lnTo>
                <a:lnTo>
                  <a:pt x="141" y="134"/>
                </a:lnTo>
                <a:lnTo>
                  <a:pt x="140" y="134"/>
                </a:lnTo>
                <a:lnTo>
                  <a:pt x="139" y="134"/>
                </a:lnTo>
                <a:lnTo>
                  <a:pt x="138" y="134"/>
                </a:lnTo>
                <a:lnTo>
                  <a:pt x="137" y="134"/>
                </a:lnTo>
                <a:lnTo>
                  <a:pt x="136" y="134"/>
                </a:lnTo>
                <a:lnTo>
                  <a:pt x="135" y="134"/>
                </a:lnTo>
                <a:lnTo>
                  <a:pt x="135" y="133"/>
                </a:lnTo>
                <a:lnTo>
                  <a:pt x="136" y="133"/>
                </a:lnTo>
                <a:lnTo>
                  <a:pt x="135" y="133"/>
                </a:lnTo>
                <a:lnTo>
                  <a:pt x="135" y="132"/>
                </a:lnTo>
                <a:lnTo>
                  <a:pt x="134" y="132"/>
                </a:lnTo>
                <a:lnTo>
                  <a:pt x="133" y="132"/>
                </a:lnTo>
                <a:lnTo>
                  <a:pt x="133" y="131"/>
                </a:lnTo>
                <a:lnTo>
                  <a:pt x="132" y="131"/>
                </a:lnTo>
                <a:lnTo>
                  <a:pt x="132" y="132"/>
                </a:lnTo>
                <a:lnTo>
                  <a:pt x="131" y="132"/>
                </a:lnTo>
                <a:lnTo>
                  <a:pt x="130" y="132"/>
                </a:lnTo>
                <a:lnTo>
                  <a:pt x="129" y="133"/>
                </a:lnTo>
                <a:lnTo>
                  <a:pt x="128" y="133"/>
                </a:lnTo>
                <a:lnTo>
                  <a:pt x="126" y="133"/>
                </a:lnTo>
                <a:lnTo>
                  <a:pt x="125" y="133"/>
                </a:lnTo>
                <a:lnTo>
                  <a:pt x="125" y="132"/>
                </a:lnTo>
                <a:lnTo>
                  <a:pt x="124" y="131"/>
                </a:lnTo>
                <a:lnTo>
                  <a:pt x="123" y="131"/>
                </a:lnTo>
                <a:lnTo>
                  <a:pt x="122" y="131"/>
                </a:lnTo>
                <a:lnTo>
                  <a:pt x="121" y="131"/>
                </a:lnTo>
                <a:lnTo>
                  <a:pt x="120" y="131"/>
                </a:lnTo>
                <a:lnTo>
                  <a:pt x="119" y="131"/>
                </a:lnTo>
                <a:lnTo>
                  <a:pt x="118" y="131"/>
                </a:lnTo>
                <a:lnTo>
                  <a:pt x="118" y="130"/>
                </a:lnTo>
                <a:lnTo>
                  <a:pt x="117" y="130"/>
                </a:lnTo>
                <a:lnTo>
                  <a:pt x="116" y="130"/>
                </a:lnTo>
                <a:lnTo>
                  <a:pt x="115" y="129"/>
                </a:lnTo>
                <a:lnTo>
                  <a:pt x="116" y="129"/>
                </a:lnTo>
                <a:lnTo>
                  <a:pt x="116" y="128"/>
                </a:lnTo>
                <a:lnTo>
                  <a:pt x="116" y="127"/>
                </a:lnTo>
                <a:lnTo>
                  <a:pt x="115" y="127"/>
                </a:lnTo>
                <a:lnTo>
                  <a:pt x="116" y="126"/>
                </a:lnTo>
                <a:lnTo>
                  <a:pt x="116" y="125"/>
                </a:lnTo>
                <a:lnTo>
                  <a:pt x="116" y="124"/>
                </a:lnTo>
                <a:lnTo>
                  <a:pt x="115" y="124"/>
                </a:lnTo>
                <a:lnTo>
                  <a:pt x="115" y="123"/>
                </a:lnTo>
                <a:lnTo>
                  <a:pt x="114" y="123"/>
                </a:lnTo>
                <a:lnTo>
                  <a:pt x="114" y="122"/>
                </a:lnTo>
                <a:lnTo>
                  <a:pt x="113" y="122"/>
                </a:lnTo>
                <a:lnTo>
                  <a:pt x="113" y="121"/>
                </a:lnTo>
                <a:lnTo>
                  <a:pt x="113" y="120"/>
                </a:lnTo>
                <a:lnTo>
                  <a:pt x="112" y="121"/>
                </a:lnTo>
                <a:lnTo>
                  <a:pt x="111" y="121"/>
                </a:lnTo>
                <a:lnTo>
                  <a:pt x="110" y="121"/>
                </a:lnTo>
                <a:lnTo>
                  <a:pt x="110" y="122"/>
                </a:lnTo>
                <a:lnTo>
                  <a:pt x="109" y="122"/>
                </a:lnTo>
                <a:lnTo>
                  <a:pt x="109" y="121"/>
                </a:lnTo>
                <a:lnTo>
                  <a:pt x="109" y="120"/>
                </a:lnTo>
                <a:lnTo>
                  <a:pt x="107" y="120"/>
                </a:lnTo>
                <a:lnTo>
                  <a:pt x="107" y="119"/>
                </a:lnTo>
                <a:lnTo>
                  <a:pt x="106" y="119"/>
                </a:lnTo>
                <a:lnTo>
                  <a:pt x="106" y="118"/>
                </a:lnTo>
                <a:lnTo>
                  <a:pt x="105" y="118"/>
                </a:lnTo>
                <a:lnTo>
                  <a:pt x="104" y="118"/>
                </a:lnTo>
                <a:lnTo>
                  <a:pt x="104" y="117"/>
                </a:lnTo>
                <a:lnTo>
                  <a:pt x="103" y="116"/>
                </a:lnTo>
                <a:lnTo>
                  <a:pt x="102" y="116"/>
                </a:lnTo>
                <a:lnTo>
                  <a:pt x="102" y="115"/>
                </a:lnTo>
                <a:lnTo>
                  <a:pt x="102" y="114"/>
                </a:lnTo>
                <a:lnTo>
                  <a:pt x="102" y="113"/>
                </a:lnTo>
                <a:lnTo>
                  <a:pt x="101" y="113"/>
                </a:lnTo>
                <a:lnTo>
                  <a:pt x="101" y="112"/>
                </a:lnTo>
                <a:lnTo>
                  <a:pt x="101" y="111"/>
                </a:lnTo>
                <a:lnTo>
                  <a:pt x="100" y="111"/>
                </a:lnTo>
                <a:lnTo>
                  <a:pt x="99" y="111"/>
                </a:lnTo>
                <a:lnTo>
                  <a:pt x="98" y="111"/>
                </a:lnTo>
                <a:lnTo>
                  <a:pt x="98" y="112"/>
                </a:lnTo>
                <a:lnTo>
                  <a:pt x="97" y="112"/>
                </a:lnTo>
                <a:lnTo>
                  <a:pt x="96" y="112"/>
                </a:lnTo>
                <a:lnTo>
                  <a:pt x="94" y="112"/>
                </a:lnTo>
                <a:lnTo>
                  <a:pt x="93" y="112"/>
                </a:lnTo>
                <a:lnTo>
                  <a:pt x="92" y="112"/>
                </a:lnTo>
                <a:lnTo>
                  <a:pt x="91" y="112"/>
                </a:lnTo>
                <a:lnTo>
                  <a:pt x="90" y="111"/>
                </a:lnTo>
                <a:lnTo>
                  <a:pt x="89" y="111"/>
                </a:lnTo>
                <a:lnTo>
                  <a:pt x="88" y="110"/>
                </a:lnTo>
                <a:lnTo>
                  <a:pt x="89" y="110"/>
                </a:lnTo>
                <a:lnTo>
                  <a:pt x="89" y="109"/>
                </a:lnTo>
                <a:lnTo>
                  <a:pt x="88" y="109"/>
                </a:lnTo>
                <a:lnTo>
                  <a:pt x="88" y="108"/>
                </a:lnTo>
                <a:lnTo>
                  <a:pt x="88" y="107"/>
                </a:lnTo>
                <a:lnTo>
                  <a:pt x="87" y="107"/>
                </a:lnTo>
                <a:lnTo>
                  <a:pt x="87" y="108"/>
                </a:lnTo>
                <a:lnTo>
                  <a:pt x="86" y="108"/>
                </a:lnTo>
                <a:lnTo>
                  <a:pt x="85" y="108"/>
                </a:lnTo>
                <a:lnTo>
                  <a:pt x="85" y="110"/>
                </a:lnTo>
                <a:lnTo>
                  <a:pt x="85" y="111"/>
                </a:lnTo>
                <a:lnTo>
                  <a:pt x="85" y="112"/>
                </a:lnTo>
                <a:lnTo>
                  <a:pt x="84" y="112"/>
                </a:lnTo>
                <a:lnTo>
                  <a:pt x="83" y="112"/>
                </a:lnTo>
                <a:lnTo>
                  <a:pt x="83" y="113"/>
                </a:lnTo>
                <a:lnTo>
                  <a:pt x="83" y="114"/>
                </a:lnTo>
                <a:lnTo>
                  <a:pt x="82" y="114"/>
                </a:lnTo>
                <a:lnTo>
                  <a:pt x="82" y="115"/>
                </a:lnTo>
                <a:lnTo>
                  <a:pt x="81" y="115"/>
                </a:lnTo>
                <a:lnTo>
                  <a:pt x="80" y="116"/>
                </a:lnTo>
                <a:lnTo>
                  <a:pt x="81" y="116"/>
                </a:lnTo>
                <a:lnTo>
                  <a:pt x="81" y="117"/>
                </a:lnTo>
                <a:lnTo>
                  <a:pt x="80" y="117"/>
                </a:lnTo>
                <a:lnTo>
                  <a:pt x="79" y="117"/>
                </a:lnTo>
                <a:lnTo>
                  <a:pt x="79" y="118"/>
                </a:lnTo>
                <a:lnTo>
                  <a:pt x="78" y="118"/>
                </a:lnTo>
                <a:lnTo>
                  <a:pt x="77" y="118"/>
                </a:lnTo>
                <a:lnTo>
                  <a:pt x="76" y="118"/>
                </a:lnTo>
                <a:lnTo>
                  <a:pt x="76" y="119"/>
                </a:lnTo>
                <a:lnTo>
                  <a:pt x="77" y="120"/>
                </a:lnTo>
                <a:lnTo>
                  <a:pt x="77" y="121"/>
                </a:lnTo>
                <a:lnTo>
                  <a:pt x="76" y="121"/>
                </a:lnTo>
                <a:lnTo>
                  <a:pt x="76" y="122"/>
                </a:lnTo>
                <a:lnTo>
                  <a:pt x="75" y="122"/>
                </a:lnTo>
                <a:lnTo>
                  <a:pt x="75" y="123"/>
                </a:lnTo>
                <a:lnTo>
                  <a:pt x="74" y="123"/>
                </a:lnTo>
                <a:lnTo>
                  <a:pt x="73" y="123"/>
                </a:lnTo>
                <a:lnTo>
                  <a:pt x="72" y="125"/>
                </a:lnTo>
                <a:lnTo>
                  <a:pt x="71" y="125"/>
                </a:lnTo>
                <a:lnTo>
                  <a:pt x="71" y="126"/>
                </a:lnTo>
                <a:lnTo>
                  <a:pt x="71" y="127"/>
                </a:lnTo>
                <a:lnTo>
                  <a:pt x="70" y="127"/>
                </a:lnTo>
                <a:lnTo>
                  <a:pt x="70" y="128"/>
                </a:lnTo>
                <a:lnTo>
                  <a:pt x="69" y="128"/>
                </a:lnTo>
                <a:lnTo>
                  <a:pt x="68" y="128"/>
                </a:lnTo>
                <a:lnTo>
                  <a:pt x="69" y="128"/>
                </a:lnTo>
                <a:lnTo>
                  <a:pt x="68" y="130"/>
                </a:lnTo>
                <a:lnTo>
                  <a:pt x="67" y="131"/>
                </a:lnTo>
                <a:lnTo>
                  <a:pt x="66" y="131"/>
                </a:lnTo>
                <a:lnTo>
                  <a:pt x="65" y="131"/>
                </a:lnTo>
                <a:lnTo>
                  <a:pt x="63" y="131"/>
                </a:lnTo>
                <a:lnTo>
                  <a:pt x="62" y="131"/>
                </a:lnTo>
                <a:lnTo>
                  <a:pt x="61" y="131"/>
                </a:lnTo>
                <a:lnTo>
                  <a:pt x="60" y="131"/>
                </a:lnTo>
                <a:lnTo>
                  <a:pt x="59" y="131"/>
                </a:lnTo>
                <a:lnTo>
                  <a:pt x="58" y="131"/>
                </a:lnTo>
                <a:lnTo>
                  <a:pt x="57" y="131"/>
                </a:lnTo>
                <a:lnTo>
                  <a:pt x="57" y="130"/>
                </a:lnTo>
                <a:lnTo>
                  <a:pt x="56" y="130"/>
                </a:lnTo>
                <a:lnTo>
                  <a:pt x="55" y="130"/>
                </a:lnTo>
                <a:lnTo>
                  <a:pt x="56" y="130"/>
                </a:lnTo>
                <a:lnTo>
                  <a:pt x="55" y="130"/>
                </a:lnTo>
                <a:lnTo>
                  <a:pt x="54" y="130"/>
                </a:lnTo>
                <a:lnTo>
                  <a:pt x="53" y="129"/>
                </a:lnTo>
                <a:lnTo>
                  <a:pt x="52" y="129"/>
                </a:lnTo>
                <a:lnTo>
                  <a:pt x="51" y="129"/>
                </a:lnTo>
                <a:lnTo>
                  <a:pt x="50" y="129"/>
                </a:lnTo>
                <a:lnTo>
                  <a:pt x="50" y="128"/>
                </a:lnTo>
                <a:lnTo>
                  <a:pt x="49" y="128"/>
                </a:lnTo>
                <a:lnTo>
                  <a:pt x="48" y="128"/>
                </a:lnTo>
                <a:lnTo>
                  <a:pt x="47" y="128"/>
                </a:lnTo>
                <a:lnTo>
                  <a:pt x="47" y="126"/>
                </a:lnTo>
                <a:lnTo>
                  <a:pt x="48" y="126"/>
                </a:lnTo>
                <a:lnTo>
                  <a:pt x="47" y="125"/>
                </a:lnTo>
                <a:lnTo>
                  <a:pt x="47" y="124"/>
                </a:lnTo>
                <a:lnTo>
                  <a:pt x="46" y="124"/>
                </a:lnTo>
                <a:lnTo>
                  <a:pt x="46" y="123"/>
                </a:lnTo>
                <a:lnTo>
                  <a:pt x="46" y="122"/>
                </a:lnTo>
                <a:lnTo>
                  <a:pt x="45" y="122"/>
                </a:lnTo>
                <a:lnTo>
                  <a:pt x="44" y="122"/>
                </a:lnTo>
                <a:lnTo>
                  <a:pt x="44" y="121"/>
                </a:lnTo>
                <a:lnTo>
                  <a:pt x="43" y="121"/>
                </a:lnTo>
                <a:lnTo>
                  <a:pt x="42" y="120"/>
                </a:lnTo>
                <a:lnTo>
                  <a:pt x="43" y="120"/>
                </a:lnTo>
                <a:lnTo>
                  <a:pt x="43" y="119"/>
                </a:lnTo>
                <a:lnTo>
                  <a:pt x="43" y="118"/>
                </a:lnTo>
                <a:lnTo>
                  <a:pt x="44" y="118"/>
                </a:lnTo>
                <a:lnTo>
                  <a:pt x="44" y="117"/>
                </a:lnTo>
                <a:lnTo>
                  <a:pt x="43" y="116"/>
                </a:lnTo>
                <a:lnTo>
                  <a:pt x="42" y="116"/>
                </a:lnTo>
                <a:lnTo>
                  <a:pt x="41" y="116"/>
                </a:lnTo>
                <a:lnTo>
                  <a:pt x="41" y="115"/>
                </a:lnTo>
                <a:lnTo>
                  <a:pt x="39" y="115"/>
                </a:lnTo>
                <a:lnTo>
                  <a:pt x="38" y="115"/>
                </a:lnTo>
                <a:lnTo>
                  <a:pt x="37" y="115"/>
                </a:lnTo>
                <a:lnTo>
                  <a:pt x="36" y="115"/>
                </a:lnTo>
                <a:lnTo>
                  <a:pt x="35" y="114"/>
                </a:lnTo>
                <a:lnTo>
                  <a:pt x="34" y="114"/>
                </a:lnTo>
                <a:lnTo>
                  <a:pt x="34" y="113"/>
                </a:lnTo>
                <a:lnTo>
                  <a:pt x="32" y="113"/>
                </a:lnTo>
                <a:lnTo>
                  <a:pt x="31" y="114"/>
                </a:lnTo>
                <a:lnTo>
                  <a:pt x="30" y="114"/>
                </a:lnTo>
                <a:lnTo>
                  <a:pt x="29" y="113"/>
                </a:lnTo>
                <a:lnTo>
                  <a:pt x="29" y="112"/>
                </a:lnTo>
                <a:lnTo>
                  <a:pt x="28" y="111"/>
                </a:lnTo>
                <a:lnTo>
                  <a:pt x="27" y="111"/>
                </a:lnTo>
                <a:lnTo>
                  <a:pt x="25" y="111"/>
                </a:lnTo>
                <a:lnTo>
                  <a:pt x="25" y="110"/>
                </a:lnTo>
                <a:lnTo>
                  <a:pt x="24" y="110"/>
                </a:lnTo>
                <a:lnTo>
                  <a:pt x="23" y="110"/>
                </a:lnTo>
                <a:lnTo>
                  <a:pt x="22" y="110"/>
                </a:lnTo>
                <a:lnTo>
                  <a:pt x="22" y="109"/>
                </a:lnTo>
                <a:lnTo>
                  <a:pt x="21" y="109"/>
                </a:lnTo>
                <a:lnTo>
                  <a:pt x="20" y="109"/>
                </a:lnTo>
                <a:lnTo>
                  <a:pt x="20" y="108"/>
                </a:lnTo>
                <a:lnTo>
                  <a:pt x="20" y="107"/>
                </a:lnTo>
                <a:lnTo>
                  <a:pt x="19" y="107"/>
                </a:lnTo>
                <a:lnTo>
                  <a:pt x="18" y="107"/>
                </a:lnTo>
                <a:lnTo>
                  <a:pt x="18" y="106"/>
                </a:lnTo>
                <a:lnTo>
                  <a:pt x="17" y="106"/>
                </a:lnTo>
                <a:lnTo>
                  <a:pt x="16" y="106"/>
                </a:lnTo>
                <a:lnTo>
                  <a:pt x="15" y="106"/>
                </a:lnTo>
                <a:lnTo>
                  <a:pt x="15" y="105"/>
                </a:lnTo>
                <a:lnTo>
                  <a:pt x="14" y="105"/>
                </a:lnTo>
                <a:lnTo>
                  <a:pt x="15" y="105"/>
                </a:lnTo>
                <a:lnTo>
                  <a:pt x="14" y="105"/>
                </a:lnTo>
                <a:lnTo>
                  <a:pt x="14" y="104"/>
                </a:lnTo>
                <a:lnTo>
                  <a:pt x="13" y="104"/>
                </a:lnTo>
                <a:lnTo>
                  <a:pt x="12" y="104"/>
                </a:lnTo>
                <a:lnTo>
                  <a:pt x="12" y="102"/>
                </a:lnTo>
                <a:lnTo>
                  <a:pt x="11" y="101"/>
                </a:lnTo>
                <a:lnTo>
                  <a:pt x="10" y="101"/>
                </a:lnTo>
                <a:lnTo>
                  <a:pt x="8" y="100"/>
                </a:lnTo>
                <a:lnTo>
                  <a:pt x="7" y="100"/>
                </a:lnTo>
                <a:lnTo>
                  <a:pt x="7" y="101"/>
                </a:lnTo>
                <a:lnTo>
                  <a:pt x="5" y="101"/>
                </a:lnTo>
                <a:lnTo>
                  <a:pt x="4" y="101"/>
                </a:lnTo>
                <a:lnTo>
                  <a:pt x="2" y="101"/>
                </a:lnTo>
                <a:lnTo>
                  <a:pt x="1" y="100"/>
                </a:lnTo>
                <a:lnTo>
                  <a:pt x="0" y="100"/>
                </a:lnTo>
                <a:lnTo>
                  <a:pt x="0" y="99"/>
                </a:lnTo>
                <a:lnTo>
                  <a:pt x="1" y="98"/>
                </a:lnTo>
                <a:lnTo>
                  <a:pt x="2" y="98"/>
                </a:lnTo>
                <a:lnTo>
                  <a:pt x="2" y="97"/>
                </a:lnTo>
                <a:lnTo>
                  <a:pt x="3" y="97"/>
                </a:lnTo>
                <a:lnTo>
                  <a:pt x="4" y="97"/>
                </a:lnTo>
                <a:lnTo>
                  <a:pt x="4" y="96"/>
                </a:lnTo>
                <a:lnTo>
                  <a:pt x="5" y="96"/>
                </a:lnTo>
                <a:lnTo>
                  <a:pt x="6" y="95"/>
                </a:lnTo>
                <a:lnTo>
                  <a:pt x="7" y="95"/>
                </a:lnTo>
                <a:lnTo>
                  <a:pt x="8" y="95"/>
                </a:lnTo>
                <a:lnTo>
                  <a:pt x="8" y="94"/>
                </a:lnTo>
                <a:lnTo>
                  <a:pt x="9" y="94"/>
                </a:lnTo>
                <a:lnTo>
                  <a:pt x="9" y="93"/>
                </a:lnTo>
                <a:lnTo>
                  <a:pt x="9" y="92"/>
                </a:lnTo>
                <a:lnTo>
                  <a:pt x="10" y="92"/>
                </a:lnTo>
                <a:lnTo>
                  <a:pt x="11" y="92"/>
                </a:lnTo>
                <a:lnTo>
                  <a:pt x="10" y="92"/>
                </a:lnTo>
                <a:lnTo>
                  <a:pt x="10" y="91"/>
                </a:lnTo>
                <a:lnTo>
                  <a:pt x="11" y="91"/>
                </a:lnTo>
                <a:lnTo>
                  <a:pt x="12" y="91"/>
                </a:lnTo>
                <a:lnTo>
                  <a:pt x="13" y="91"/>
                </a:lnTo>
                <a:lnTo>
                  <a:pt x="14" y="91"/>
                </a:lnTo>
                <a:lnTo>
                  <a:pt x="16" y="91"/>
                </a:lnTo>
                <a:lnTo>
                  <a:pt x="16" y="90"/>
                </a:lnTo>
                <a:lnTo>
                  <a:pt x="17" y="90"/>
                </a:lnTo>
                <a:lnTo>
                  <a:pt x="18" y="89"/>
                </a:lnTo>
                <a:lnTo>
                  <a:pt x="19" y="89"/>
                </a:lnTo>
                <a:lnTo>
                  <a:pt x="19" y="88"/>
                </a:lnTo>
                <a:lnTo>
                  <a:pt x="20" y="88"/>
                </a:lnTo>
                <a:lnTo>
                  <a:pt x="22" y="86"/>
                </a:lnTo>
                <a:lnTo>
                  <a:pt x="23" y="86"/>
                </a:lnTo>
                <a:lnTo>
                  <a:pt x="24" y="85"/>
                </a:lnTo>
                <a:lnTo>
                  <a:pt x="24" y="84"/>
                </a:lnTo>
                <a:lnTo>
                  <a:pt x="24" y="83"/>
                </a:lnTo>
                <a:lnTo>
                  <a:pt x="25" y="83"/>
                </a:lnTo>
                <a:lnTo>
                  <a:pt x="25" y="82"/>
                </a:lnTo>
                <a:lnTo>
                  <a:pt x="26" y="82"/>
                </a:lnTo>
                <a:lnTo>
                  <a:pt x="26" y="81"/>
                </a:lnTo>
                <a:lnTo>
                  <a:pt x="28" y="81"/>
                </a:lnTo>
                <a:lnTo>
                  <a:pt x="29" y="81"/>
                </a:lnTo>
                <a:lnTo>
                  <a:pt x="29" y="80"/>
                </a:lnTo>
                <a:lnTo>
                  <a:pt x="30" y="80"/>
                </a:lnTo>
                <a:lnTo>
                  <a:pt x="30" y="79"/>
                </a:lnTo>
                <a:lnTo>
                  <a:pt x="31" y="79"/>
                </a:lnTo>
                <a:lnTo>
                  <a:pt x="31" y="78"/>
                </a:lnTo>
                <a:lnTo>
                  <a:pt x="33" y="77"/>
                </a:lnTo>
                <a:lnTo>
                  <a:pt x="34" y="77"/>
                </a:lnTo>
                <a:lnTo>
                  <a:pt x="35" y="77"/>
                </a:lnTo>
                <a:lnTo>
                  <a:pt x="36" y="76"/>
                </a:lnTo>
                <a:lnTo>
                  <a:pt x="36" y="75"/>
                </a:lnTo>
                <a:lnTo>
                  <a:pt x="37" y="75"/>
                </a:lnTo>
                <a:lnTo>
                  <a:pt x="37" y="74"/>
                </a:lnTo>
                <a:lnTo>
                  <a:pt x="38" y="74"/>
                </a:lnTo>
                <a:lnTo>
                  <a:pt x="38" y="73"/>
                </a:lnTo>
                <a:lnTo>
                  <a:pt x="39" y="73"/>
                </a:lnTo>
                <a:lnTo>
                  <a:pt x="38" y="72"/>
                </a:lnTo>
                <a:lnTo>
                  <a:pt x="37" y="71"/>
                </a:lnTo>
                <a:lnTo>
                  <a:pt x="38" y="70"/>
                </a:lnTo>
                <a:lnTo>
                  <a:pt x="38" y="69"/>
                </a:lnTo>
                <a:lnTo>
                  <a:pt x="39" y="69"/>
                </a:lnTo>
                <a:lnTo>
                  <a:pt x="40" y="69"/>
                </a:lnTo>
                <a:lnTo>
                  <a:pt x="40" y="68"/>
                </a:lnTo>
                <a:lnTo>
                  <a:pt x="41" y="68"/>
                </a:lnTo>
                <a:lnTo>
                  <a:pt x="41" y="67"/>
                </a:lnTo>
                <a:lnTo>
                  <a:pt x="42" y="67"/>
                </a:lnTo>
                <a:lnTo>
                  <a:pt x="43" y="67"/>
                </a:lnTo>
                <a:lnTo>
                  <a:pt x="43" y="66"/>
                </a:lnTo>
                <a:lnTo>
                  <a:pt x="44" y="65"/>
                </a:lnTo>
                <a:lnTo>
                  <a:pt x="44" y="64"/>
                </a:lnTo>
                <a:lnTo>
                  <a:pt x="44" y="63"/>
                </a:lnTo>
                <a:lnTo>
                  <a:pt x="45" y="63"/>
                </a:lnTo>
                <a:lnTo>
                  <a:pt x="45" y="62"/>
                </a:lnTo>
                <a:lnTo>
                  <a:pt x="45" y="61"/>
                </a:lnTo>
                <a:lnTo>
                  <a:pt x="46" y="61"/>
                </a:lnTo>
                <a:lnTo>
                  <a:pt x="46" y="60"/>
                </a:lnTo>
                <a:lnTo>
                  <a:pt x="47" y="59"/>
                </a:lnTo>
                <a:lnTo>
                  <a:pt x="47" y="58"/>
                </a:lnTo>
                <a:lnTo>
                  <a:pt x="48" y="58"/>
                </a:lnTo>
                <a:lnTo>
                  <a:pt x="49" y="58"/>
                </a:lnTo>
                <a:lnTo>
                  <a:pt x="50" y="58"/>
                </a:lnTo>
                <a:lnTo>
                  <a:pt x="51" y="57"/>
                </a:lnTo>
                <a:lnTo>
                  <a:pt x="52" y="57"/>
                </a:lnTo>
                <a:lnTo>
                  <a:pt x="52" y="56"/>
                </a:lnTo>
                <a:lnTo>
                  <a:pt x="53" y="56"/>
                </a:lnTo>
                <a:lnTo>
                  <a:pt x="54" y="56"/>
                </a:lnTo>
                <a:lnTo>
                  <a:pt x="54" y="55"/>
                </a:lnTo>
                <a:lnTo>
                  <a:pt x="54" y="54"/>
                </a:lnTo>
                <a:lnTo>
                  <a:pt x="55" y="54"/>
                </a:lnTo>
                <a:lnTo>
                  <a:pt x="55" y="53"/>
                </a:lnTo>
                <a:lnTo>
                  <a:pt x="56" y="53"/>
                </a:lnTo>
                <a:lnTo>
                  <a:pt x="56" y="52"/>
                </a:lnTo>
                <a:lnTo>
                  <a:pt x="57" y="52"/>
                </a:lnTo>
                <a:lnTo>
                  <a:pt x="57" y="51"/>
                </a:lnTo>
                <a:lnTo>
                  <a:pt x="56" y="51"/>
                </a:lnTo>
                <a:lnTo>
                  <a:pt x="55" y="50"/>
                </a:lnTo>
                <a:lnTo>
                  <a:pt x="54" y="50"/>
                </a:lnTo>
                <a:lnTo>
                  <a:pt x="53" y="49"/>
                </a:lnTo>
                <a:lnTo>
                  <a:pt x="52" y="49"/>
                </a:lnTo>
                <a:lnTo>
                  <a:pt x="53" y="48"/>
                </a:lnTo>
                <a:lnTo>
                  <a:pt x="54" y="47"/>
                </a:lnTo>
                <a:lnTo>
                  <a:pt x="53" y="47"/>
                </a:lnTo>
                <a:lnTo>
                  <a:pt x="53" y="46"/>
                </a:lnTo>
                <a:lnTo>
                  <a:pt x="52" y="46"/>
                </a:lnTo>
                <a:lnTo>
                  <a:pt x="52" y="45"/>
                </a:lnTo>
                <a:lnTo>
                  <a:pt x="51" y="44"/>
                </a:lnTo>
                <a:lnTo>
                  <a:pt x="51" y="43"/>
                </a:lnTo>
                <a:lnTo>
                  <a:pt x="50" y="43"/>
                </a:lnTo>
                <a:lnTo>
                  <a:pt x="49" y="43"/>
                </a:lnTo>
                <a:lnTo>
                  <a:pt x="48" y="43"/>
                </a:lnTo>
                <a:lnTo>
                  <a:pt x="47" y="43"/>
                </a:lnTo>
                <a:lnTo>
                  <a:pt x="47" y="42"/>
                </a:lnTo>
                <a:lnTo>
                  <a:pt x="46" y="42"/>
                </a:lnTo>
                <a:lnTo>
                  <a:pt x="45" y="41"/>
                </a:lnTo>
                <a:lnTo>
                  <a:pt x="44" y="41"/>
                </a:lnTo>
                <a:lnTo>
                  <a:pt x="43" y="41"/>
                </a:lnTo>
                <a:lnTo>
                  <a:pt x="42" y="40"/>
                </a:lnTo>
                <a:lnTo>
                  <a:pt x="42" y="39"/>
                </a:lnTo>
                <a:lnTo>
                  <a:pt x="42" y="38"/>
                </a:lnTo>
                <a:lnTo>
                  <a:pt x="43" y="38"/>
                </a:lnTo>
                <a:lnTo>
                  <a:pt x="44" y="38"/>
                </a:lnTo>
                <a:lnTo>
                  <a:pt x="44" y="37"/>
                </a:lnTo>
                <a:lnTo>
                  <a:pt x="43" y="37"/>
                </a:lnTo>
                <a:lnTo>
                  <a:pt x="43" y="36"/>
                </a:lnTo>
                <a:lnTo>
                  <a:pt x="44" y="36"/>
                </a:lnTo>
                <a:lnTo>
                  <a:pt x="44" y="35"/>
                </a:lnTo>
                <a:lnTo>
                  <a:pt x="44" y="34"/>
                </a:lnTo>
                <a:lnTo>
                  <a:pt x="44" y="33"/>
                </a:lnTo>
                <a:lnTo>
                  <a:pt x="43" y="33"/>
                </a:lnTo>
                <a:lnTo>
                  <a:pt x="42" y="32"/>
                </a:lnTo>
                <a:lnTo>
                  <a:pt x="41" y="31"/>
                </a:lnTo>
                <a:lnTo>
                  <a:pt x="40" y="31"/>
                </a:lnTo>
                <a:lnTo>
                  <a:pt x="38" y="31"/>
                </a:lnTo>
                <a:lnTo>
                  <a:pt x="37" y="31"/>
                </a:lnTo>
                <a:lnTo>
                  <a:pt x="37" y="30"/>
                </a:lnTo>
                <a:lnTo>
                  <a:pt x="36" y="30"/>
                </a:lnTo>
                <a:lnTo>
                  <a:pt x="36" y="29"/>
                </a:lnTo>
                <a:lnTo>
                  <a:pt x="35" y="29"/>
                </a:lnTo>
                <a:lnTo>
                  <a:pt x="35" y="28"/>
                </a:lnTo>
                <a:lnTo>
                  <a:pt x="34" y="27"/>
                </a:lnTo>
                <a:lnTo>
                  <a:pt x="34" y="28"/>
                </a:lnTo>
                <a:lnTo>
                  <a:pt x="33" y="28"/>
                </a:lnTo>
                <a:lnTo>
                  <a:pt x="32" y="28"/>
                </a:lnTo>
                <a:lnTo>
                  <a:pt x="32" y="27"/>
                </a:lnTo>
                <a:lnTo>
                  <a:pt x="31" y="26"/>
                </a:lnTo>
                <a:lnTo>
                  <a:pt x="31" y="25"/>
                </a:lnTo>
                <a:lnTo>
                  <a:pt x="30" y="25"/>
                </a:lnTo>
                <a:lnTo>
                  <a:pt x="29" y="25"/>
                </a:lnTo>
                <a:lnTo>
                  <a:pt x="29" y="26"/>
                </a:lnTo>
                <a:lnTo>
                  <a:pt x="29" y="25"/>
                </a:lnTo>
                <a:lnTo>
                  <a:pt x="28" y="24"/>
                </a:lnTo>
                <a:lnTo>
                  <a:pt x="29" y="24"/>
                </a:lnTo>
                <a:lnTo>
                  <a:pt x="29" y="23"/>
                </a:lnTo>
                <a:lnTo>
                  <a:pt x="30" y="23"/>
                </a:lnTo>
                <a:lnTo>
                  <a:pt x="31" y="23"/>
                </a:lnTo>
                <a:lnTo>
                  <a:pt x="32" y="23"/>
                </a:lnTo>
                <a:lnTo>
                  <a:pt x="33" y="23"/>
                </a:lnTo>
                <a:lnTo>
                  <a:pt x="34" y="23"/>
                </a:lnTo>
                <a:lnTo>
                  <a:pt x="34" y="22"/>
                </a:lnTo>
                <a:lnTo>
                  <a:pt x="35" y="22"/>
                </a:lnTo>
                <a:lnTo>
                  <a:pt x="36" y="22"/>
                </a:lnTo>
                <a:lnTo>
                  <a:pt x="37" y="21"/>
                </a:lnTo>
                <a:lnTo>
                  <a:pt x="38" y="21"/>
                </a:lnTo>
                <a:lnTo>
                  <a:pt x="39" y="21"/>
                </a:lnTo>
                <a:lnTo>
                  <a:pt x="39" y="20"/>
                </a:lnTo>
                <a:lnTo>
                  <a:pt x="40" y="20"/>
                </a:lnTo>
                <a:lnTo>
                  <a:pt x="41" y="20"/>
                </a:lnTo>
                <a:lnTo>
                  <a:pt x="42" y="20"/>
                </a:lnTo>
                <a:lnTo>
                  <a:pt x="42" y="19"/>
                </a:lnTo>
                <a:lnTo>
                  <a:pt x="43" y="19"/>
                </a:lnTo>
                <a:lnTo>
                  <a:pt x="44" y="19"/>
                </a:lnTo>
                <a:lnTo>
                  <a:pt x="44" y="18"/>
                </a:lnTo>
                <a:lnTo>
                  <a:pt x="45" y="18"/>
                </a:lnTo>
                <a:lnTo>
                  <a:pt x="46" y="18"/>
                </a:lnTo>
                <a:lnTo>
                  <a:pt x="47" y="18"/>
                </a:lnTo>
                <a:lnTo>
                  <a:pt x="48" y="18"/>
                </a:lnTo>
                <a:lnTo>
                  <a:pt x="49" y="18"/>
                </a:lnTo>
                <a:lnTo>
                  <a:pt x="50" y="18"/>
                </a:lnTo>
                <a:lnTo>
                  <a:pt x="51" y="18"/>
                </a:lnTo>
                <a:lnTo>
                  <a:pt x="52" y="18"/>
                </a:lnTo>
                <a:lnTo>
                  <a:pt x="52" y="17"/>
                </a:lnTo>
                <a:lnTo>
                  <a:pt x="53" y="17"/>
                </a:lnTo>
                <a:lnTo>
                  <a:pt x="54" y="17"/>
                </a:lnTo>
                <a:lnTo>
                  <a:pt x="55" y="16"/>
                </a:lnTo>
                <a:lnTo>
                  <a:pt x="56" y="16"/>
                </a:lnTo>
                <a:lnTo>
                  <a:pt x="57" y="16"/>
                </a:lnTo>
                <a:lnTo>
                  <a:pt x="57" y="15"/>
                </a:lnTo>
                <a:lnTo>
                  <a:pt x="58" y="15"/>
                </a:lnTo>
                <a:lnTo>
                  <a:pt x="59" y="15"/>
                </a:lnTo>
                <a:lnTo>
                  <a:pt x="60" y="15"/>
                </a:lnTo>
                <a:lnTo>
                  <a:pt x="61" y="15"/>
                </a:lnTo>
                <a:lnTo>
                  <a:pt x="61" y="14"/>
                </a:lnTo>
                <a:lnTo>
                  <a:pt x="62" y="14"/>
                </a:lnTo>
                <a:lnTo>
                  <a:pt x="63" y="14"/>
                </a:lnTo>
                <a:lnTo>
                  <a:pt x="64" y="15"/>
                </a:lnTo>
                <a:lnTo>
                  <a:pt x="66" y="15"/>
                </a:lnTo>
                <a:lnTo>
                  <a:pt x="66" y="14"/>
                </a:lnTo>
                <a:lnTo>
                  <a:pt x="67" y="14"/>
                </a:lnTo>
                <a:lnTo>
                  <a:pt x="68" y="14"/>
                </a:lnTo>
                <a:lnTo>
                  <a:pt x="69" y="14"/>
                </a:lnTo>
                <a:lnTo>
                  <a:pt x="73" y="14"/>
                </a:lnTo>
                <a:lnTo>
                  <a:pt x="74" y="14"/>
                </a:lnTo>
                <a:lnTo>
                  <a:pt x="75" y="14"/>
                </a:lnTo>
                <a:lnTo>
                  <a:pt x="76" y="14"/>
                </a:lnTo>
                <a:lnTo>
                  <a:pt x="77" y="14"/>
                </a:lnTo>
                <a:lnTo>
                  <a:pt x="77" y="15"/>
                </a:lnTo>
                <a:lnTo>
                  <a:pt x="79" y="15"/>
                </a:lnTo>
                <a:lnTo>
                  <a:pt x="80" y="15"/>
                </a:lnTo>
                <a:lnTo>
                  <a:pt x="81" y="15"/>
                </a:lnTo>
                <a:lnTo>
                  <a:pt x="82" y="15"/>
                </a:lnTo>
                <a:lnTo>
                  <a:pt x="82" y="14"/>
                </a:lnTo>
                <a:lnTo>
                  <a:pt x="83" y="14"/>
                </a:lnTo>
                <a:lnTo>
                  <a:pt x="84" y="14"/>
                </a:lnTo>
                <a:lnTo>
                  <a:pt x="85" y="13"/>
                </a:lnTo>
                <a:lnTo>
                  <a:pt x="85" y="12"/>
                </a:lnTo>
                <a:lnTo>
                  <a:pt x="86" y="12"/>
                </a:lnTo>
                <a:lnTo>
                  <a:pt x="86" y="11"/>
                </a:lnTo>
                <a:lnTo>
                  <a:pt x="87" y="10"/>
                </a:lnTo>
                <a:lnTo>
                  <a:pt x="88" y="10"/>
                </a:lnTo>
                <a:lnTo>
                  <a:pt x="89" y="10"/>
                </a:lnTo>
                <a:lnTo>
                  <a:pt x="90" y="10"/>
                </a:lnTo>
                <a:lnTo>
                  <a:pt x="91" y="10"/>
                </a:lnTo>
                <a:lnTo>
                  <a:pt x="92" y="11"/>
                </a:lnTo>
                <a:lnTo>
                  <a:pt x="93" y="11"/>
                </a:lnTo>
                <a:lnTo>
                  <a:pt x="94" y="11"/>
                </a:lnTo>
                <a:lnTo>
                  <a:pt x="95" y="11"/>
                </a:lnTo>
                <a:lnTo>
                  <a:pt x="95" y="10"/>
                </a:lnTo>
                <a:lnTo>
                  <a:pt x="96" y="10"/>
                </a:lnTo>
                <a:lnTo>
                  <a:pt x="97" y="10"/>
                </a:lnTo>
                <a:lnTo>
                  <a:pt x="98" y="10"/>
                </a:lnTo>
                <a:lnTo>
                  <a:pt x="98" y="9"/>
                </a:lnTo>
                <a:lnTo>
                  <a:pt x="99" y="9"/>
                </a:lnTo>
                <a:lnTo>
                  <a:pt x="100" y="9"/>
                </a:lnTo>
                <a:lnTo>
                  <a:pt x="101" y="8"/>
                </a:lnTo>
                <a:lnTo>
                  <a:pt x="101" y="7"/>
                </a:lnTo>
                <a:lnTo>
                  <a:pt x="102" y="7"/>
                </a:lnTo>
                <a:lnTo>
                  <a:pt x="103" y="7"/>
                </a:lnTo>
                <a:lnTo>
                  <a:pt x="104" y="7"/>
                </a:lnTo>
                <a:lnTo>
                  <a:pt x="105" y="7"/>
                </a:lnTo>
                <a:lnTo>
                  <a:pt x="106" y="8"/>
                </a:lnTo>
                <a:lnTo>
                  <a:pt x="106" y="9"/>
                </a:lnTo>
                <a:lnTo>
                  <a:pt x="107" y="10"/>
                </a:lnTo>
                <a:lnTo>
                  <a:pt x="108" y="10"/>
                </a:lnTo>
                <a:lnTo>
                  <a:pt x="109" y="11"/>
                </a:lnTo>
                <a:lnTo>
                  <a:pt x="110" y="11"/>
                </a:lnTo>
                <a:lnTo>
                  <a:pt x="110" y="12"/>
                </a:lnTo>
                <a:lnTo>
                  <a:pt x="111" y="12"/>
                </a:lnTo>
                <a:lnTo>
                  <a:pt x="112" y="12"/>
                </a:lnTo>
                <a:lnTo>
                  <a:pt x="112" y="13"/>
                </a:lnTo>
                <a:lnTo>
                  <a:pt x="113" y="13"/>
                </a:lnTo>
                <a:lnTo>
                  <a:pt x="114" y="13"/>
                </a:lnTo>
                <a:lnTo>
                  <a:pt x="114" y="12"/>
                </a:lnTo>
                <a:lnTo>
                  <a:pt x="115" y="12"/>
                </a:lnTo>
                <a:lnTo>
                  <a:pt x="116" y="12"/>
                </a:lnTo>
                <a:lnTo>
                  <a:pt x="117" y="11"/>
                </a:lnTo>
                <a:lnTo>
                  <a:pt x="118" y="11"/>
                </a:lnTo>
                <a:lnTo>
                  <a:pt x="119" y="11"/>
                </a:lnTo>
                <a:lnTo>
                  <a:pt x="120" y="11"/>
                </a:lnTo>
                <a:lnTo>
                  <a:pt x="120" y="12"/>
                </a:lnTo>
                <a:lnTo>
                  <a:pt x="121" y="12"/>
                </a:lnTo>
                <a:lnTo>
                  <a:pt x="122" y="12"/>
                </a:lnTo>
                <a:lnTo>
                  <a:pt x="123" y="11"/>
                </a:lnTo>
                <a:lnTo>
                  <a:pt x="124" y="11"/>
                </a:lnTo>
                <a:lnTo>
                  <a:pt x="125" y="11"/>
                </a:lnTo>
                <a:lnTo>
                  <a:pt x="126" y="11"/>
                </a:lnTo>
                <a:lnTo>
                  <a:pt x="126" y="10"/>
                </a:lnTo>
                <a:lnTo>
                  <a:pt x="127" y="10"/>
                </a:lnTo>
                <a:lnTo>
                  <a:pt x="130" y="10"/>
                </a:lnTo>
                <a:lnTo>
                  <a:pt x="130" y="11"/>
                </a:lnTo>
                <a:lnTo>
                  <a:pt x="131" y="11"/>
                </a:lnTo>
                <a:lnTo>
                  <a:pt x="136" y="11"/>
                </a:lnTo>
                <a:lnTo>
                  <a:pt x="138" y="11"/>
                </a:lnTo>
                <a:lnTo>
                  <a:pt x="140" y="11"/>
                </a:lnTo>
                <a:lnTo>
                  <a:pt x="141" y="10"/>
                </a:lnTo>
                <a:lnTo>
                  <a:pt x="141" y="11"/>
                </a:lnTo>
                <a:lnTo>
                  <a:pt x="142" y="11"/>
                </a:lnTo>
                <a:lnTo>
                  <a:pt x="144" y="11"/>
                </a:lnTo>
                <a:lnTo>
                  <a:pt x="145" y="11"/>
                </a:lnTo>
                <a:lnTo>
                  <a:pt x="146" y="11"/>
                </a:lnTo>
                <a:lnTo>
                  <a:pt x="147" y="11"/>
                </a:lnTo>
                <a:lnTo>
                  <a:pt x="148" y="11"/>
                </a:lnTo>
                <a:lnTo>
                  <a:pt x="149" y="11"/>
                </a:lnTo>
                <a:lnTo>
                  <a:pt x="151" y="11"/>
                </a:lnTo>
                <a:lnTo>
                  <a:pt x="152" y="11"/>
                </a:lnTo>
                <a:lnTo>
                  <a:pt x="154" y="10"/>
                </a:lnTo>
                <a:lnTo>
                  <a:pt x="155" y="10"/>
                </a:lnTo>
                <a:lnTo>
                  <a:pt x="156" y="10"/>
                </a:lnTo>
                <a:lnTo>
                  <a:pt x="157" y="9"/>
                </a:lnTo>
                <a:lnTo>
                  <a:pt x="159" y="9"/>
                </a:lnTo>
                <a:lnTo>
                  <a:pt x="161" y="8"/>
                </a:lnTo>
                <a:lnTo>
                  <a:pt x="162" y="8"/>
                </a:lnTo>
                <a:lnTo>
                  <a:pt x="163" y="8"/>
                </a:lnTo>
                <a:lnTo>
                  <a:pt x="163" y="7"/>
                </a:lnTo>
                <a:lnTo>
                  <a:pt x="164" y="7"/>
                </a:lnTo>
                <a:lnTo>
                  <a:pt x="165" y="7"/>
                </a:lnTo>
                <a:lnTo>
                  <a:pt x="166" y="7"/>
                </a:lnTo>
                <a:lnTo>
                  <a:pt x="167" y="7"/>
                </a:lnTo>
                <a:lnTo>
                  <a:pt x="167" y="6"/>
                </a:lnTo>
                <a:lnTo>
                  <a:pt x="168" y="6"/>
                </a:lnTo>
                <a:lnTo>
                  <a:pt x="169" y="6"/>
                </a:lnTo>
                <a:lnTo>
                  <a:pt x="170" y="6"/>
                </a:lnTo>
                <a:lnTo>
                  <a:pt x="171" y="6"/>
                </a:lnTo>
                <a:lnTo>
                  <a:pt x="172" y="6"/>
                </a:lnTo>
                <a:lnTo>
                  <a:pt x="173" y="6"/>
                </a:lnTo>
                <a:lnTo>
                  <a:pt x="173" y="7"/>
                </a:lnTo>
                <a:lnTo>
                  <a:pt x="174" y="7"/>
                </a:lnTo>
                <a:lnTo>
                  <a:pt x="175" y="7"/>
                </a:lnTo>
                <a:lnTo>
                  <a:pt x="176" y="7"/>
                </a:lnTo>
                <a:lnTo>
                  <a:pt x="177" y="7"/>
                </a:lnTo>
                <a:lnTo>
                  <a:pt x="178" y="6"/>
                </a:lnTo>
                <a:lnTo>
                  <a:pt x="179" y="6"/>
                </a:lnTo>
                <a:lnTo>
                  <a:pt x="180" y="5"/>
                </a:lnTo>
                <a:lnTo>
                  <a:pt x="181" y="4"/>
                </a:lnTo>
                <a:lnTo>
                  <a:pt x="181" y="3"/>
                </a:lnTo>
                <a:lnTo>
                  <a:pt x="182" y="3"/>
                </a:lnTo>
                <a:lnTo>
                  <a:pt x="183" y="3"/>
                </a:lnTo>
                <a:lnTo>
                  <a:pt x="183" y="2"/>
                </a:lnTo>
                <a:lnTo>
                  <a:pt x="184" y="2"/>
                </a:lnTo>
                <a:lnTo>
                  <a:pt x="184" y="1"/>
                </a:lnTo>
                <a:lnTo>
                  <a:pt x="185" y="1"/>
                </a:lnTo>
                <a:lnTo>
                  <a:pt x="187" y="1"/>
                </a:lnTo>
                <a:lnTo>
                  <a:pt x="188" y="0"/>
                </a:lnTo>
                <a:lnTo>
                  <a:pt x="189" y="0"/>
                </a:lnTo>
                <a:lnTo>
                  <a:pt x="189" y="1"/>
                </a:lnTo>
                <a:lnTo>
                  <a:pt x="190" y="1"/>
                </a:lnTo>
                <a:lnTo>
                  <a:pt x="191" y="1"/>
                </a:lnTo>
                <a:lnTo>
                  <a:pt x="192" y="1"/>
                </a:lnTo>
                <a:lnTo>
                  <a:pt x="194" y="2"/>
                </a:lnTo>
                <a:lnTo>
                  <a:pt x="196" y="2"/>
                </a:lnTo>
                <a:lnTo>
                  <a:pt x="197" y="3"/>
                </a:lnTo>
                <a:lnTo>
                  <a:pt x="198" y="3"/>
                </a:lnTo>
                <a:lnTo>
                  <a:pt x="20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68" name=""/>
          <p:cNvSpPr/>
          <p:nvPr/>
        </p:nvSpPr>
        <p:spPr>
          <a:xfrm>
            <a:off x="6991200" y="1818720"/>
            <a:ext cx="39600" cy="43920"/>
          </a:xfrm>
          <a:custGeom>
            <a:avLst/>
            <a:gdLst/>
            <a:ahLst/>
            <a:rect l="0" t="0" r="r" b="b"/>
            <a:pathLst>
              <a:path w="110" h="122">
                <a:moveTo>
                  <a:pt x="55" y="11"/>
                </a:moveTo>
                <a:lnTo>
                  <a:pt x="55" y="12"/>
                </a:lnTo>
                <a:lnTo>
                  <a:pt x="56" y="12"/>
                </a:lnTo>
                <a:lnTo>
                  <a:pt x="57" y="12"/>
                </a:lnTo>
                <a:lnTo>
                  <a:pt x="58" y="12"/>
                </a:lnTo>
                <a:lnTo>
                  <a:pt x="59" y="12"/>
                </a:lnTo>
                <a:lnTo>
                  <a:pt x="59" y="13"/>
                </a:lnTo>
                <a:lnTo>
                  <a:pt x="61" y="13"/>
                </a:lnTo>
                <a:lnTo>
                  <a:pt x="62" y="14"/>
                </a:lnTo>
                <a:lnTo>
                  <a:pt x="63" y="15"/>
                </a:lnTo>
                <a:lnTo>
                  <a:pt x="63" y="14"/>
                </a:lnTo>
                <a:lnTo>
                  <a:pt x="63" y="15"/>
                </a:lnTo>
                <a:lnTo>
                  <a:pt x="64" y="15"/>
                </a:lnTo>
                <a:lnTo>
                  <a:pt x="64" y="16"/>
                </a:lnTo>
                <a:lnTo>
                  <a:pt x="65" y="16"/>
                </a:lnTo>
                <a:lnTo>
                  <a:pt x="66" y="16"/>
                </a:lnTo>
                <a:lnTo>
                  <a:pt x="66" y="17"/>
                </a:lnTo>
                <a:lnTo>
                  <a:pt x="67" y="17"/>
                </a:lnTo>
                <a:lnTo>
                  <a:pt x="67" y="16"/>
                </a:lnTo>
                <a:lnTo>
                  <a:pt x="68" y="16"/>
                </a:lnTo>
                <a:lnTo>
                  <a:pt x="68" y="17"/>
                </a:lnTo>
                <a:lnTo>
                  <a:pt x="69" y="17"/>
                </a:lnTo>
                <a:lnTo>
                  <a:pt x="70" y="18"/>
                </a:lnTo>
                <a:lnTo>
                  <a:pt x="71" y="18"/>
                </a:lnTo>
                <a:lnTo>
                  <a:pt x="72" y="18"/>
                </a:lnTo>
                <a:lnTo>
                  <a:pt x="73" y="18"/>
                </a:lnTo>
                <a:lnTo>
                  <a:pt x="75" y="19"/>
                </a:lnTo>
                <a:lnTo>
                  <a:pt x="77" y="19"/>
                </a:lnTo>
                <a:lnTo>
                  <a:pt x="80" y="20"/>
                </a:lnTo>
                <a:lnTo>
                  <a:pt x="81" y="21"/>
                </a:lnTo>
                <a:lnTo>
                  <a:pt x="82" y="21"/>
                </a:lnTo>
                <a:lnTo>
                  <a:pt x="85" y="22"/>
                </a:lnTo>
                <a:lnTo>
                  <a:pt x="86" y="22"/>
                </a:lnTo>
                <a:lnTo>
                  <a:pt x="87" y="23"/>
                </a:lnTo>
                <a:lnTo>
                  <a:pt x="88" y="23"/>
                </a:lnTo>
                <a:lnTo>
                  <a:pt x="91" y="24"/>
                </a:lnTo>
                <a:lnTo>
                  <a:pt x="92" y="24"/>
                </a:lnTo>
                <a:lnTo>
                  <a:pt x="93" y="24"/>
                </a:lnTo>
                <a:lnTo>
                  <a:pt x="93" y="26"/>
                </a:lnTo>
                <a:lnTo>
                  <a:pt x="93" y="29"/>
                </a:lnTo>
                <a:lnTo>
                  <a:pt x="94" y="29"/>
                </a:lnTo>
                <a:lnTo>
                  <a:pt x="96" y="30"/>
                </a:lnTo>
                <a:lnTo>
                  <a:pt x="97" y="30"/>
                </a:lnTo>
                <a:lnTo>
                  <a:pt x="101" y="33"/>
                </a:lnTo>
                <a:lnTo>
                  <a:pt x="102" y="34"/>
                </a:lnTo>
                <a:lnTo>
                  <a:pt x="103" y="35"/>
                </a:lnTo>
                <a:lnTo>
                  <a:pt x="103" y="37"/>
                </a:lnTo>
                <a:lnTo>
                  <a:pt x="103" y="38"/>
                </a:lnTo>
                <a:lnTo>
                  <a:pt x="103" y="39"/>
                </a:lnTo>
                <a:lnTo>
                  <a:pt x="103" y="40"/>
                </a:lnTo>
                <a:lnTo>
                  <a:pt x="102" y="41"/>
                </a:lnTo>
                <a:lnTo>
                  <a:pt x="101" y="41"/>
                </a:lnTo>
                <a:lnTo>
                  <a:pt x="98" y="43"/>
                </a:lnTo>
                <a:lnTo>
                  <a:pt x="94" y="44"/>
                </a:lnTo>
                <a:lnTo>
                  <a:pt x="94" y="45"/>
                </a:lnTo>
                <a:lnTo>
                  <a:pt x="93" y="53"/>
                </a:lnTo>
                <a:lnTo>
                  <a:pt x="96" y="55"/>
                </a:lnTo>
                <a:lnTo>
                  <a:pt x="96" y="57"/>
                </a:lnTo>
                <a:lnTo>
                  <a:pt x="97" y="57"/>
                </a:lnTo>
                <a:lnTo>
                  <a:pt x="103" y="58"/>
                </a:lnTo>
                <a:lnTo>
                  <a:pt x="110" y="59"/>
                </a:lnTo>
                <a:lnTo>
                  <a:pt x="109" y="61"/>
                </a:lnTo>
                <a:lnTo>
                  <a:pt x="106" y="61"/>
                </a:lnTo>
                <a:lnTo>
                  <a:pt x="103" y="60"/>
                </a:lnTo>
                <a:lnTo>
                  <a:pt x="102" y="60"/>
                </a:lnTo>
                <a:lnTo>
                  <a:pt x="100" y="60"/>
                </a:lnTo>
                <a:lnTo>
                  <a:pt x="95" y="60"/>
                </a:lnTo>
                <a:lnTo>
                  <a:pt x="91" y="60"/>
                </a:lnTo>
                <a:lnTo>
                  <a:pt x="91" y="61"/>
                </a:lnTo>
                <a:lnTo>
                  <a:pt x="91" y="63"/>
                </a:lnTo>
                <a:lnTo>
                  <a:pt x="91" y="65"/>
                </a:lnTo>
                <a:lnTo>
                  <a:pt x="90" y="66"/>
                </a:lnTo>
                <a:lnTo>
                  <a:pt x="90" y="67"/>
                </a:lnTo>
                <a:lnTo>
                  <a:pt x="89" y="67"/>
                </a:lnTo>
                <a:lnTo>
                  <a:pt x="88" y="67"/>
                </a:lnTo>
                <a:lnTo>
                  <a:pt x="88" y="66"/>
                </a:lnTo>
                <a:lnTo>
                  <a:pt x="87" y="66"/>
                </a:lnTo>
                <a:lnTo>
                  <a:pt x="86" y="66"/>
                </a:lnTo>
                <a:lnTo>
                  <a:pt x="84" y="68"/>
                </a:lnTo>
                <a:lnTo>
                  <a:pt x="85" y="70"/>
                </a:lnTo>
                <a:lnTo>
                  <a:pt x="86" y="70"/>
                </a:lnTo>
                <a:lnTo>
                  <a:pt x="88" y="72"/>
                </a:lnTo>
                <a:lnTo>
                  <a:pt x="89" y="73"/>
                </a:lnTo>
                <a:lnTo>
                  <a:pt x="90" y="74"/>
                </a:lnTo>
                <a:lnTo>
                  <a:pt x="93" y="77"/>
                </a:lnTo>
                <a:lnTo>
                  <a:pt x="92" y="78"/>
                </a:lnTo>
                <a:lnTo>
                  <a:pt x="92" y="79"/>
                </a:lnTo>
                <a:lnTo>
                  <a:pt x="95" y="83"/>
                </a:lnTo>
                <a:lnTo>
                  <a:pt x="98" y="89"/>
                </a:lnTo>
                <a:lnTo>
                  <a:pt x="99" y="90"/>
                </a:lnTo>
                <a:lnTo>
                  <a:pt x="102" y="98"/>
                </a:lnTo>
                <a:lnTo>
                  <a:pt x="102" y="102"/>
                </a:lnTo>
                <a:lnTo>
                  <a:pt x="101" y="103"/>
                </a:lnTo>
                <a:lnTo>
                  <a:pt x="100" y="103"/>
                </a:lnTo>
                <a:lnTo>
                  <a:pt x="97" y="104"/>
                </a:lnTo>
                <a:lnTo>
                  <a:pt x="97" y="105"/>
                </a:lnTo>
                <a:lnTo>
                  <a:pt x="94" y="106"/>
                </a:lnTo>
                <a:lnTo>
                  <a:pt x="93" y="106"/>
                </a:lnTo>
                <a:lnTo>
                  <a:pt x="91" y="105"/>
                </a:lnTo>
                <a:lnTo>
                  <a:pt x="91" y="106"/>
                </a:lnTo>
                <a:lnTo>
                  <a:pt x="90" y="106"/>
                </a:lnTo>
                <a:lnTo>
                  <a:pt x="88" y="106"/>
                </a:lnTo>
                <a:lnTo>
                  <a:pt x="87" y="106"/>
                </a:lnTo>
                <a:lnTo>
                  <a:pt x="83" y="106"/>
                </a:lnTo>
                <a:lnTo>
                  <a:pt x="83" y="105"/>
                </a:lnTo>
                <a:lnTo>
                  <a:pt x="81" y="105"/>
                </a:lnTo>
                <a:lnTo>
                  <a:pt x="79" y="106"/>
                </a:lnTo>
                <a:lnTo>
                  <a:pt x="78" y="106"/>
                </a:lnTo>
                <a:lnTo>
                  <a:pt x="77" y="106"/>
                </a:lnTo>
                <a:lnTo>
                  <a:pt x="76" y="106"/>
                </a:lnTo>
                <a:lnTo>
                  <a:pt x="75" y="106"/>
                </a:lnTo>
                <a:lnTo>
                  <a:pt x="73" y="106"/>
                </a:lnTo>
                <a:lnTo>
                  <a:pt x="72" y="106"/>
                </a:lnTo>
                <a:lnTo>
                  <a:pt x="71" y="106"/>
                </a:lnTo>
                <a:lnTo>
                  <a:pt x="70" y="107"/>
                </a:lnTo>
                <a:lnTo>
                  <a:pt x="69" y="107"/>
                </a:lnTo>
                <a:lnTo>
                  <a:pt x="67" y="108"/>
                </a:lnTo>
                <a:lnTo>
                  <a:pt x="65" y="108"/>
                </a:lnTo>
                <a:lnTo>
                  <a:pt x="61" y="109"/>
                </a:lnTo>
                <a:lnTo>
                  <a:pt x="59" y="109"/>
                </a:lnTo>
                <a:lnTo>
                  <a:pt x="59" y="110"/>
                </a:lnTo>
                <a:lnTo>
                  <a:pt x="58" y="111"/>
                </a:lnTo>
                <a:lnTo>
                  <a:pt x="57" y="111"/>
                </a:lnTo>
                <a:lnTo>
                  <a:pt x="56" y="112"/>
                </a:lnTo>
                <a:lnTo>
                  <a:pt x="55" y="112"/>
                </a:lnTo>
                <a:lnTo>
                  <a:pt x="52" y="114"/>
                </a:lnTo>
                <a:lnTo>
                  <a:pt x="51" y="115"/>
                </a:lnTo>
                <a:lnTo>
                  <a:pt x="50" y="115"/>
                </a:lnTo>
                <a:lnTo>
                  <a:pt x="48" y="117"/>
                </a:lnTo>
                <a:lnTo>
                  <a:pt x="46" y="119"/>
                </a:lnTo>
                <a:lnTo>
                  <a:pt x="45" y="120"/>
                </a:lnTo>
                <a:lnTo>
                  <a:pt x="44" y="120"/>
                </a:lnTo>
                <a:lnTo>
                  <a:pt x="43" y="121"/>
                </a:lnTo>
                <a:lnTo>
                  <a:pt x="42" y="121"/>
                </a:lnTo>
                <a:lnTo>
                  <a:pt x="41" y="121"/>
                </a:lnTo>
                <a:lnTo>
                  <a:pt x="40" y="121"/>
                </a:lnTo>
                <a:lnTo>
                  <a:pt x="38" y="121"/>
                </a:lnTo>
                <a:lnTo>
                  <a:pt x="38" y="122"/>
                </a:lnTo>
                <a:lnTo>
                  <a:pt x="37" y="121"/>
                </a:lnTo>
                <a:lnTo>
                  <a:pt x="37" y="120"/>
                </a:lnTo>
                <a:lnTo>
                  <a:pt x="37" y="119"/>
                </a:lnTo>
                <a:lnTo>
                  <a:pt x="38" y="118"/>
                </a:lnTo>
                <a:lnTo>
                  <a:pt x="37" y="117"/>
                </a:lnTo>
                <a:lnTo>
                  <a:pt x="36" y="117"/>
                </a:lnTo>
                <a:lnTo>
                  <a:pt x="36" y="116"/>
                </a:lnTo>
                <a:lnTo>
                  <a:pt x="35" y="115"/>
                </a:lnTo>
                <a:lnTo>
                  <a:pt x="34" y="115"/>
                </a:lnTo>
                <a:lnTo>
                  <a:pt x="34" y="114"/>
                </a:lnTo>
                <a:lnTo>
                  <a:pt x="34" y="113"/>
                </a:lnTo>
                <a:lnTo>
                  <a:pt x="33" y="113"/>
                </a:lnTo>
                <a:lnTo>
                  <a:pt x="33" y="112"/>
                </a:lnTo>
                <a:lnTo>
                  <a:pt x="32" y="112"/>
                </a:lnTo>
                <a:lnTo>
                  <a:pt x="31" y="112"/>
                </a:lnTo>
                <a:lnTo>
                  <a:pt x="31" y="113"/>
                </a:lnTo>
                <a:lnTo>
                  <a:pt x="30" y="112"/>
                </a:lnTo>
                <a:lnTo>
                  <a:pt x="30" y="113"/>
                </a:lnTo>
                <a:lnTo>
                  <a:pt x="29" y="113"/>
                </a:lnTo>
                <a:lnTo>
                  <a:pt x="28" y="113"/>
                </a:lnTo>
                <a:lnTo>
                  <a:pt x="27" y="113"/>
                </a:lnTo>
                <a:lnTo>
                  <a:pt x="26" y="112"/>
                </a:lnTo>
                <a:lnTo>
                  <a:pt x="26" y="113"/>
                </a:lnTo>
                <a:lnTo>
                  <a:pt x="25" y="113"/>
                </a:lnTo>
                <a:lnTo>
                  <a:pt x="24" y="113"/>
                </a:lnTo>
                <a:lnTo>
                  <a:pt x="24" y="112"/>
                </a:lnTo>
                <a:lnTo>
                  <a:pt x="24" y="111"/>
                </a:lnTo>
                <a:lnTo>
                  <a:pt x="24" y="110"/>
                </a:lnTo>
                <a:lnTo>
                  <a:pt x="25" y="109"/>
                </a:lnTo>
                <a:lnTo>
                  <a:pt x="25" y="108"/>
                </a:lnTo>
                <a:lnTo>
                  <a:pt x="25" y="107"/>
                </a:lnTo>
                <a:lnTo>
                  <a:pt x="24" y="107"/>
                </a:lnTo>
                <a:lnTo>
                  <a:pt x="24" y="106"/>
                </a:lnTo>
                <a:lnTo>
                  <a:pt x="24" y="105"/>
                </a:lnTo>
                <a:lnTo>
                  <a:pt x="23" y="105"/>
                </a:lnTo>
                <a:lnTo>
                  <a:pt x="22" y="105"/>
                </a:lnTo>
                <a:lnTo>
                  <a:pt x="21" y="105"/>
                </a:lnTo>
                <a:lnTo>
                  <a:pt x="20" y="105"/>
                </a:lnTo>
                <a:lnTo>
                  <a:pt x="19" y="105"/>
                </a:lnTo>
                <a:lnTo>
                  <a:pt x="19" y="106"/>
                </a:lnTo>
                <a:lnTo>
                  <a:pt x="18" y="106"/>
                </a:lnTo>
                <a:lnTo>
                  <a:pt x="19" y="106"/>
                </a:lnTo>
                <a:lnTo>
                  <a:pt x="18" y="106"/>
                </a:lnTo>
                <a:lnTo>
                  <a:pt x="18" y="107"/>
                </a:lnTo>
                <a:lnTo>
                  <a:pt x="17" y="107"/>
                </a:lnTo>
                <a:lnTo>
                  <a:pt x="17" y="108"/>
                </a:lnTo>
                <a:lnTo>
                  <a:pt x="16" y="108"/>
                </a:lnTo>
                <a:lnTo>
                  <a:pt x="17" y="108"/>
                </a:lnTo>
                <a:lnTo>
                  <a:pt x="17" y="109"/>
                </a:lnTo>
                <a:lnTo>
                  <a:pt x="16" y="109"/>
                </a:lnTo>
                <a:lnTo>
                  <a:pt x="16" y="108"/>
                </a:lnTo>
                <a:lnTo>
                  <a:pt x="16" y="107"/>
                </a:lnTo>
                <a:lnTo>
                  <a:pt x="15" y="107"/>
                </a:lnTo>
                <a:lnTo>
                  <a:pt x="14" y="107"/>
                </a:lnTo>
                <a:lnTo>
                  <a:pt x="13" y="107"/>
                </a:lnTo>
                <a:lnTo>
                  <a:pt x="13" y="108"/>
                </a:lnTo>
                <a:lnTo>
                  <a:pt x="12" y="108"/>
                </a:lnTo>
                <a:lnTo>
                  <a:pt x="12" y="107"/>
                </a:lnTo>
                <a:lnTo>
                  <a:pt x="12" y="106"/>
                </a:lnTo>
                <a:lnTo>
                  <a:pt x="13" y="106"/>
                </a:lnTo>
                <a:lnTo>
                  <a:pt x="14" y="106"/>
                </a:lnTo>
                <a:lnTo>
                  <a:pt x="14" y="105"/>
                </a:lnTo>
                <a:lnTo>
                  <a:pt x="14" y="104"/>
                </a:lnTo>
                <a:lnTo>
                  <a:pt x="15" y="104"/>
                </a:lnTo>
                <a:lnTo>
                  <a:pt x="15" y="103"/>
                </a:lnTo>
                <a:lnTo>
                  <a:pt x="15" y="102"/>
                </a:lnTo>
                <a:lnTo>
                  <a:pt x="14" y="102"/>
                </a:lnTo>
                <a:lnTo>
                  <a:pt x="14" y="101"/>
                </a:lnTo>
                <a:lnTo>
                  <a:pt x="13" y="101"/>
                </a:lnTo>
                <a:lnTo>
                  <a:pt x="12" y="101"/>
                </a:lnTo>
                <a:lnTo>
                  <a:pt x="12" y="100"/>
                </a:lnTo>
                <a:lnTo>
                  <a:pt x="13" y="99"/>
                </a:lnTo>
                <a:lnTo>
                  <a:pt x="13" y="100"/>
                </a:lnTo>
                <a:lnTo>
                  <a:pt x="13" y="99"/>
                </a:lnTo>
                <a:lnTo>
                  <a:pt x="13" y="96"/>
                </a:lnTo>
                <a:lnTo>
                  <a:pt x="13" y="95"/>
                </a:lnTo>
                <a:lnTo>
                  <a:pt x="12" y="95"/>
                </a:lnTo>
                <a:lnTo>
                  <a:pt x="12" y="94"/>
                </a:lnTo>
                <a:lnTo>
                  <a:pt x="13" y="94"/>
                </a:lnTo>
                <a:lnTo>
                  <a:pt x="12" y="94"/>
                </a:lnTo>
                <a:lnTo>
                  <a:pt x="12" y="93"/>
                </a:lnTo>
                <a:lnTo>
                  <a:pt x="13" y="93"/>
                </a:lnTo>
                <a:lnTo>
                  <a:pt x="13" y="92"/>
                </a:lnTo>
                <a:lnTo>
                  <a:pt x="13" y="91"/>
                </a:lnTo>
                <a:lnTo>
                  <a:pt x="13" y="90"/>
                </a:lnTo>
                <a:lnTo>
                  <a:pt x="12" y="90"/>
                </a:lnTo>
                <a:lnTo>
                  <a:pt x="12" y="89"/>
                </a:lnTo>
                <a:lnTo>
                  <a:pt x="11" y="88"/>
                </a:lnTo>
                <a:lnTo>
                  <a:pt x="10" y="88"/>
                </a:lnTo>
                <a:lnTo>
                  <a:pt x="9" y="88"/>
                </a:lnTo>
                <a:lnTo>
                  <a:pt x="9" y="87"/>
                </a:lnTo>
                <a:lnTo>
                  <a:pt x="8" y="87"/>
                </a:lnTo>
                <a:lnTo>
                  <a:pt x="9" y="87"/>
                </a:lnTo>
                <a:lnTo>
                  <a:pt x="8" y="88"/>
                </a:lnTo>
                <a:lnTo>
                  <a:pt x="7" y="88"/>
                </a:lnTo>
                <a:lnTo>
                  <a:pt x="8" y="89"/>
                </a:lnTo>
                <a:lnTo>
                  <a:pt x="7" y="89"/>
                </a:lnTo>
                <a:lnTo>
                  <a:pt x="6" y="89"/>
                </a:lnTo>
                <a:lnTo>
                  <a:pt x="5" y="89"/>
                </a:lnTo>
                <a:lnTo>
                  <a:pt x="5" y="88"/>
                </a:lnTo>
                <a:lnTo>
                  <a:pt x="4" y="88"/>
                </a:lnTo>
                <a:lnTo>
                  <a:pt x="4" y="86"/>
                </a:lnTo>
                <a:lnTo>
                  <a:pt x="4" y="85"/>
                </a:lnTo>
                <a:lnTo>
                  <a:pt x="4" y="84"/>
                </a:lnTo>
                <a:lnTo>
                  <a:pt x="4" y="83"/>
                </a:lnTo>
                <a:lnTo>
                  <a:pt x="4" y="82"/>
                </a:lnTo>
                <a:lnTo>
                  <a:pt x="4" y="81"/>
                </a:lnTo>
                <a:lnTo>
                  <a:pt x="3" y="80"/>
                </a:lnTo>
                <a:lnTo>
                  <a:pt x="2" y="80"/>
                </a:lnTo>
                <a:lnTo>
                  <a:pt x="1" y="80"/>
                </a:lnTo>
                <a:lnTo>
                  <a:pt x="0" y="80"/>
                </a:lnTo>
                <a:lnTo>
                  <a:pt x="0" y="79"/>
                </a:lnTo>
                <a:lnTo>
                  <a:pt x="1" y="79"/>
                </a:lnTo>
                <a:lnTo>
                  <a:pt x="1" y="78"/>
                </a:lnTo>
                <a:lnTo>
                  <a:pt x="1" y="77"/>
                </a:lnTo>
                <a:lnTo>
                  <a:pt x="2" y="77"/>
                </a:lnTo>
                <a:lnTo>
                  <a:pt x="2" y="76"/>
                </a:lnTo>
                <a:lnTo>
                  <a:pt x="3" y="76"/>
                </a:lnTo>
                <a:lnTo>
                  <a:pt x="4" y="76"/>
                </a:lnTo>
                <a:lnTo>
                  <a:pt x="5" y="76"/>
                </a:lnTo>
                <a:lnTo>
                  <a:pt x="6" y="76"/>
                </a:lnTo>
                <a:lnTo>
                  <a:pt x="7" y="75"/>
                </a:lnTo>
                <a:lnTo>
                  <a:pt x="8" y="75"/>
                </a:lnTo>
                <a:lnTo>
                  <a:pt x="8" y="76"/>
                </a:lnTo>
                <a:lnTo>
                  <a:pt x="9" y="76"/>
                </a:lnTo>
                <a:lnTo>
                  <a:pt x="10" y="76"/>
                </a:lnTo>
                <a:lnTo>
                  <a:pt x="11" y="76"/>
                </a:lnTo>
                <a:lnTo>
                  <a:pt x="12" y="76"/>
                </a:lnTo>
                <a:lnTo>
                  <a:pt x="13" y="76"/>
                </a:lnTo>
                <a:lnTo>
                  <a:pt x="15" y="76"/>
                </a:lnTo>
                <a:lnTo>
                  <a:pt x="15" y="75"/>
                </a:lnTo>
                <a:lnTo>
                  <a:pt x="16" y="75"/>
                </a:lnTo>
                <a:lnTo>
                  <a:pt x="16" y="76"/>
                </a:lnTo>
                <a:lnTo>
                  <a:pt x="17" y="76"/>
                </a:lnTo>
                <a:lnTo>
                  <a:pt x="17" y="75"/>
                </a:lnTo>
                <a:lnTo>
                  <a:pt x="17" y="74"/>
                </a:lnTo>
                <a:lnTo>
                  <a:pt x="18" y="75"/>
                </a:lnTo>
                <a:lnTo>
                  <a:pt x="18" y="74"/>
                </a:lnTo>
                <a:lnTo>
                  <a:pt x="19" y="74"/>
                </a:lnTo>
                <a:lnTo>
                  <a:pt x="19" y="75"/>
                </a:lnTo>
                <a:lnTo>
                  <a:pt x="19" y="74"/>
                </a:lnTo>
                <a:lnTo>
                  <a:pt x="20" y="74"/>
                </a:lnTo>
                <a:lnTo>
                  <a:pt x="20" y="73"/>
                </a:lnTo>
                <a:lnTo>
                  <a:pt x="20" y="72"/>
                </a:lnTo>
                <a:lnTo>
                  <a:pt x="20" y="73"/>
                </a:lnTo>
                <a:lnTo>
                  <a:pt x="19" y="73"/>
                </a:lnTo>
                <a:lnTo>
                  <a:pt x="19" y="72"/>
                </a:lnTo>
                <a:lnTo>
                  <a:pt x="20" y="72"/>
                </a:lnTo>
                <a:lnTo>
                  <a:pt x="19" y="72"/>
                </a:lnTo>
                <a:lnTo>
                  <a:pt x="19" y="71"/>
                </a:lnTo>
                <a:lnTo>
                  <a:pt x="19" y="70"/>
                </a:lnTo>
                <a:lnTo>
                  <a:pt x="19" y="69"/>
                </a:lnTo>
                <a:lnTo>
                  <a:pt x="19" y="68"/>
                </a:lnTo>
                <a:lnTo>
                  <a:pt x="19" y="67"/>
                </a:lnTo>
                <a:lnTo>
                  <a:pt x="19" y="66"/>
                </a:lnTo>
                <a:lnTo>
                  <a:pt x="19" y="65"/>
                </a:lnTo>
                <a:lnTo>
                  <a:pt x="19" y="63"/>
                </a:lnTo>
                <a:lnTo>
                  <a:pt x="19" y="62"/>
                </a:lnTo>
                <a:lnTo>
                  <a:pt x="20" y="62"/>
                </a:lnTo>
                <a:lnTo>
                  <a:pt x="21" y="62"/>
                </a:lnTo>
                <a:lnTo>
                  <a:pt x="20" y="62"/>
                </a:lnTo>
                <a:lnTo>
                  <a:pt x="20" y="61"/>
                </a:lnTo>
                <a:lnTo>
                  <a:pt x="21" y="60"/>
                </a:lnTo>
                <a:lnTo>
                  <a:pt x="22" y="61"/>
                </a:lnTo>
                <a:lnTo>
                  <a:pt x="22" y="62"/>
                </a:lnTo>
                <a:lnTo>
                  <a:pt x="23" y="62"/>
                </a:lnTo>
                <a:lnTo>
                  <a:pt x="23" y="61"/>
                </a:lnTo>
                <a:lnTo>
                  <a:pt x="24" y="61"/>
                </a:lnTo>
                <a:lnTo>
                  <a:pt x="25" y="61"/>
                </a:lnTo>
                <a:lnTo>
                  <a:pt x="25" y="62"/>
                </a:lnTo>
                <a:lnTo>
                  <a:pt x="26" y="62"/>
                </a:lnTo>
                <a:lnTo>
                  <a:pt x="27" y="62"/>
                </a:lnTo>
                <a:lnTo>
                  <a:pt x="27" y="61"/>
                </a:lnTo>
                <a:lnTo>
                  <a:pt x="27" y="60"/>
                </a:lnTo>
                <a:lnTo>
                  <a:pt x="27" y="61"/>
                </a:lnTo>
                <a:lnTo>
                  <a:pt x="27" y="60"/>
                </a:lnTo>
                <a:lnTo>
                  <a:pt x="27" y="59"/>
                </a:lnTo>
                <a:lnTo>
                  <a:pt x="26" y="59"/>
                </a:lnTo>
                <a:lnTo>
                  <a:pt x="26" y="58"/>
                </a:lnTo>
                <a:lnTo>
                  <a:pt x="26" y="59"/>
                </a:lnTo>
                <a:lnTo>
                  <a:pt x="25" y="59"/>
                </a:lnTo>
                <a:lnTo>
                  <a:pt x="25" y="58"/>
                </a:lnTo>
                <a:lnTo>
                  <a:pt x="24" y="58"/>
                </a:lnTo>
                <a:lnTo>
                  <a:pt x="25" y="57"/>
                </a:lnTo>
                <a:lnTo>
                  <a:pt x="25" y="56"/>
                </a:lnTo>
                <a:lnTo>
                  <a:pt x="25" y="55"/>
                </a:lnTo>
                <a:lnTo>
                  <a:pt x="24" y="55"/>
                </a:lnTo>
                <a:lnTo>
                  <a:pt x="23" y="54"/>
                </a:lnTo>
                <a:lnTo>
                  <a:pt x="24" y="54"/>
                </a:lnTo>
                <a:lnTo>
                  <a:pt x="23" y="54"/>
                </a:lnTo>
                <a:lnTo>
                  <a:pt x="23" y="52"/>
                </a:lnTo>
                <a:lnTo>
                  <a:pt x="23" y="53"/>
                </a:lnTo>
                <a:lnTo>
                  <a:pt x="24" y="52"/>
                </a:lnTo>
                <a:lnTo>
                  <a:pt x="23" y="52"/>
                </a:lnTo>
                <a:lnTo>
                  <a:pt x="24" y="51"/>
                </a:lnTo>
                <a:lnTo>
                  <a:pt x="25" y="51"/>
                </a:lnTo>
                <a:lnTo>
                  <a:pt x="26" y="51"/>
                </a:lnTo>
                <a:lnTo>
                  <a:pt x="26" y="50"/>
                </a:lnTo>
                <a:lnTo>
                  <a:pt x="26" y="49"/>
                </a:lnTo>
                <a:lnTo>
                  <a:pt x="27" y="49"/>
                </a:lnTo>
                <a:lnTo>
                  <a:pt x="27" y="47"/>
                </a:lnTo>
                <a:lnTo>
                  <a:pt x="26" y="46"/>
                </a:lnTo>
                <a:lnTo>
                  <a:pt x="27" y="45"/>
                </a:lnTo>
                <a:lnTo>
                  <a:pt x="28" y="45"/>
                </a:lnTo>
                <a:lnTo>
                  <a:pt x="27" y="45"/>
                </a:lnTo>
                <a:lnTo>
                  <a:pt x="27" y="44"/>
                </a:lnTo>
                <a:lnTo>
                  <a:pt x="26" y="44"/>
                </a:lnTo>
                <a:lnTo>
                  <a:pt x="27" y="43"/>
                </a:lnTo>
                <a:lnTo>
                  <a:pt x="28" y="43"/>
                </a:lnTo>
                <a:lnTo>
                  <a:pt x="29" y="43"/>
                </a:lnTo>
                <a:lnTo>
                  <a:pt x="30" y="43"/>
                </a:lnTo>
                <a:lnTo>
                  <a:pt x="30" y="42"/>
                </a:lnTo>
                <a:lnTo>
                  <a:pt x="30" y="41"/>
                </a:lnTo>
                <a:lnTo>
                  <a:pt x="31" y="41"/>
                </a:lnTo>
                <a:lnTo>
                  <a:pt x="32" y="40"/>
                </a:lnTo>
                <a:lnTo>
                  <a:pt x="33" y="40"/>
                </a:lnTo>
                <a:lnTo>
                  <a:pt x="34" y="40"/>
                </a:lnTo>
                <a:lnTo>
                  <a:pt x="34" y="39"/>
                </a:lnTo>
                <a:lnTo>
                  <a:pt x="35" y="39"/>
                </a:lnTo>
                <a:lnTo>
                  <a:pt x="35" y="38"/>
                </a:lnTo>
                <a:lnTo>
                  <a:pt x="35" y="39"/>
                </a:lnTo>
                <a:lnTo>
                  <a:pt x="35" y="40"/>
                </a:lnTo>
                <a:lnTo>
                  <a:pt x="36" y="40"/>
                </a:lnTo>
                <a:lnTo>
                  <a:pt x="37" y="40"/>
                </a:lnTo>
                <a:lnTo>
                  <a:pt x="37" y="39"/>
                </a:lnTo>
                <a:lnTo>
                  <a:pt x="38" y="39"/>
                </a:lnTo>
                <a:lnTo>
                  <a:pt x="39" y="39"/>
                </a:lnTo>
                <a:lnTo>
                  <a:pt x="40" y="39"/>
                </a:lnTo>
                <a:lnTo>
                  <a:pt x="40" y="38"/>
                </a:lnTo>
                <a:lnTo>
                  <a:pt x="41" y="37"/>
                </a:lnTo>
                <a:lnTo>
                  <a:pt x="41" y="38"/>
                </a:lnTo>
                <a:lnTo>
                  <a:pt x="42" y="38"/>
                </a:lnTo>
                <a:lnTo>
                  <a:pt x="43" y="37"/>
                </a:lnTo>
                <a:lnTo>
                  <a:pt x="44" y="36"/>
                </a:lnTo>
                <a:lnTo>
                  <a:pt x="45" y="36"/>
                </a:lnTo>
                <a:lnTo>
                  <a:pt x="46" y="35"/>
                </a:lnTo>
                <a:lnTo>
                  <a:pt x="47" y="34"/>
                </a:lnTo>
                <a:lnTo>
                  <a:pt x="48" y="33"/>
                </a:lnTo>
                <a:lnTo>
                  <a:pt x="47" y="33"/>
                </a:lnTo>
                <a:lnTo>
                  <a:pt x="47" y="32"/>
                </a:lnTo>
                <a:lnTo>
                  <a:pt x="44" y="31"/>
                </a:lnTo>
                <a:lnTo>
                  <a:pt x="44" y="30"/>
                </a:lnTo>
                <a:lnTo>
                  <a:pt x="43" y="30"/>
                </a:lnTo>
                <a:lnTo>
                  <a:pt x="42" y="30"/>
                </a:lnTo>
                <a:lnTo>
                  <a:pt x="42" y="29"/>
                </a:lnTo>
                <a:lnTo>
                  <a:pt x="42" y="28"/>
                </a:lnTo>
                <a:lnTo>
                  <a:pt x="41" y="28"/>
                </a:lnTo>
                <a:lnTo>
                  <a:pt x="40" y="27"/>
                </a:lnTo>
                <a:lnTo>
                  <a:pt x="40" y="26"/>
                </a:lnTo>
                <a:lnTo>
                  <a:pt x="39" y="26"/>
                </a:lnTo>
                <a:lnTo>
                  <a:pt x="39" y="25"/>
                </a:lnTo>
                <a:lnTo>
                  <a:pt x="37" y="23"/>
                </a:lnTo>
                <a:lnTo>
                  <a:pt x="35" y="21"/>
                </a:lnTo>
                <a:lnTo>
                  <a:pt x="34" y="20"/>
                </a:lnTo>
                <a:lnTo>
                  <a:pt x="33" y="19"/>
                </a:lnTo>
                <a:lnTo>
                  <a:pt x="32" y="19"/>
                </a:lnTo>
                <a:lnTo>
                  <a:pt x="31" y="18"/>
                </a:lnTo>
                <a:lnTo>
                  <a:pt x="30" y="17"/>
                </a:lnTo>
                <a:lnTo>
                  <a:pt x="29" y="17"/>
                </a:lnTo>
                <a:lnTo>
                  <a:pt x="29" y="16"/>
                </a:lnTo>
                <a:lnTo>
                  <a:pt x="28" y="16"/>
                </a:lnTo>
                <a:lnTo>
                  <a:pt x="27" y="15"/>
                </a:lnTo>
                <a:lnTo>
                  <a:pt x="26" y="14"/>
                </a:lnTo>
                <a:lnTo>
                  <a:pt x="25" y="14"/>
                </a:lnTo>
                <a:lnTo>
                  <a:pt x="25" y="13"/>
                </a:lnTo>
                <a:lnTo>
                  <a:pt x="24" y="13"/>
                </a:lnTo>
                <a:lnTo>
                  <a:pt x="23" y="12"/>
                </a:lnTo>
                <a:lnTo>
                  <a:pt x="23" y="11"/>
                </a:lnTo>
                <a:lnTo>
                  <a:pt x="22" y="11"/>
                </a:lnTo>
                <a:lnTo>
                  <a:pt x="23" y="11"/>
                </a:lnTo>
                <a:lnTo>
                  <a:pt x="23" y="10"/>
                </a:lnTo>
                <a:lnTo>
                  <a:pt x="25" y="9"/>
                </a:lnTo>
                <a:lnTo>
                  <a:pt x="26" y="8"/>
                </a:lnTo>
                <a:lnTo>
                  <a:pt x="28" y="6"/>
                </a:lnTo>
                <a:lnTo>
                  <a:pt x="29" y="5"/>
                </a:lnTo>
                <a:lnTo>
                  <a:pt x="30" y="4"/>
                </a:lnTo>
                <a:lnTo>
                  <a:pt x="31" y="4"/>
                </a:lnTo>
                <a:lnTo>
                  <a:pt x="32" y="3"/>
                </a:lnTo>
                <a:lnTo>
                  <a:pt x="33" y="2"/>
                </a:lnTo>
                <a:lnTo>
                  <a:pt x="35" y="2"/>
                </a:lnTo>
                <a:lnTo>
                  <a:pt x="36" y="1"/>
                </a:lnTo>
                <a:lnTo>
                  <a:pt x="38" y="0"/>
                </a:lnTo>
                <a:lnTo>
                  <a:pt x="39" y="0"/>
                </a:lnTo>
                <a:lnTo>
                  <a:pt x="40" y="0"/>
                </a:lnTo>
                <a:lnTo>
                  <a:pt x="41" y="0"/>
                </a:lnTo>
                <a:lnTo>
                  <a:pt x="42" y="0"/>
                </a:lnTo>
                <a:lnTo>
                  <a:pt x="43" y="1"/>
                </a:lnTo>
                <a:lnTo>
                  <a:pt x="45" y="2"/>
                </a:lnTo>
                <a:lnTo>
                  <a:pt x="46" y="2"/>
                </a:lnTo>
                <a:lnTo>
                  <a:pt x="47" y="2"/>
                </a:lnTo>
                <a:lnTo>
                  <a:pt x="48" y="4"/>
                </a:lnTo>
                <a:lnTo>
                  <a:pt x="48" y="5"/>
                </a:lnTo>
                <a:lnTo>
                  <a:pt x="49" y="5"/>
                </a:lnTo>
                <a:lnTo>
                  <a:pt x="49" y="6"/>
                </a:lnTo>
                <a:lnTo>
                  <a:pt x="50" y="6"/>
                </a:lnTo>
                <a:lnTo>
                  <a:pt x="50" y="7"/>
                </a:lnTo>
                <a:lnTo>
                  <a:pt x="51" y="7"/>
                </a:lnTo>
                <a:lnTo>
                  <a:pt x="50" y="7"/>
                </a:lnTo>
                <a:lnTo>
                  <a:pt x="50" y="8"/>
                </a:lnTo>
                <a:lnTo>
                  <a:pt x="51" y="9"/>
                </a:lnTo>
                <a:lnTo>
                  <a:pt x="51" y="10"/>
                </a:lnTo>
                <a:lnTo>
                  <a:pt x="52" y="10"/>
                </a:lnTo>
                <a:lnTo>
                  <a:pt x="53" y="11"/>
                </a:lnTo>
                <a:lnTo>
                  <a:pt x="54" y="11"/>
                </a:lnTo>
                <a:lnTo>
                  <a:pt x="55" y="1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69" name=""/>
          <p:cNvSpPr/>
          <p:nvPr/>
        </p:nvSpPr>
        <p:spPr>
          <a:xfrm>
            <a:off x="7008840" y="1794240"/>
            <a:ext cx="1080" cy="360"/>
          </a:xfrm>
          <a:custGeom>
            <a:avLst/>
            <a:gdLst/>
            <a:ahLst/>
            <a:rect l="0" t="0" r="r" b="b"/>
            <a:pathLst>
              <a:path w="3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3" y="0"/>
                </a:lnTo>
                <a:lnTo>
                  <a:pt x="3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70" name=""/>
          <p:cNvSpPr/>
          <p:nvPr/>
        </p:nvSpPr>
        <p:spPr>
          <a:xfrm>
            <a:off x="6845400" y="1698840"/>
            <a:ext cx="181080" cy="161280"/>
          </a:xfrm>
          <a:custGeom>
            <a:avLst/>
            <a:gdLst/>
            <a:ahLst/>
            <a:rect l="0" t="0" r="r" b="b"/>
            <a:pathLst>
              <a:path w="503" h="448">
                <a:moveTo>
                  <a:pt x="260" y="0"/>
                </a:moveTo>
                <a:lnTo>
                  <a:pt x="261" y="1"/>
                </a:lnTo>
                <a:lnTo>
                  <a:pt x="262" y="1"/>
                </a:lnTo>
                <a:lnTo>
                  <a:pt x="264" y="1"/>
                </a:lnTo>
                <a:lnTo>
                  <a:pt x="264" y="2"/>
                </a:lnTo>
                <a:lnTo>
                  <a:pt x="264" y="3"/>
                </a:lnTo>
                <a:lnTo>
                  <a:pt x="265" y="3"/>
                </a:lnTo>
                <a:lnTo>
                  <a:pt x="265" y="4"/>
                </a:lnTo>
                <a:lnTo>
                  <a:pt x="264" y="5"/>
                </a:lnTo>
                <a:lnTo>
                  <a:pt x="263" y="5"/>
                </a:lnTo>
                <a:lnTo>
                  <a:pt x="261" y="6"/>
                </a:lnTo>
                <a:lnTo>
                  <a:pt x="261" y="7"/>
                </a:lnTo>
                <a:lnTo>
                  <a:pt x="260" y="7"/>
                </a:lnTo>
                <a:lnTo>
                  <a:pt x="260" y="6"/>
                </a:lnTo>
                <a:lnTo>
                  <a:pt x="260" y="7"/>
                </a:lnTo>
                <a:lnTo>
                  <a:pt x="259" y="7"/>
                </a:lnTo>
                <a:lnTo>
                  <a:pt x="259" y="8"/>
                </a:lnTo>
                <a:lnTo>
                  <a:pt x="258" y="9"/>
                </a:lnTo>
                <a:lnTo>
                  <a:pt x="257" y="9"/>
                </a:lnTo>
                <a:lnTo>
                  <a:pt x="257" y="10"/>
                </a:lnTo>
                <a:lnTo>
                  <a:pt x="257" y="11"/>
                </a:lnTo>
                <a:lnTo>
                  <a:pt x="257" y="12"/>
                </a:lnTo>
                <a:lnTo>
                  <a:pt x="257" y="14"/>
                </a:lnTo>
                <a:lnTo>
                  <a:pt x="256" y="15"/>
                </a:lnTo>
                <a:lnTo>
                  <a:pt x="256" y="16"/>
                </a:lnTo>
                <a:lnTo>
                  <a:pt x="256" y="17"/>
                </a:lnTo>
                <a:lnTo>
                  <a:pt x="256" y="19"/>
                </a:lnTo>
                <a:lnTo>
                  <a:pt x="256" y="20"/>
                </a:lnTo>
                <a:lnTo>
                  <a:pt x="256" y="21"/>
                </a:lnTo>
                <a:lnTo>
                  <a:pt x="256" y="22"/>
                </a:lnTo>
                <a:lnTo>
                  <a:pt x="256" y="23"/>
                </a:lnTo>
                <a:lnTo>
                  <a:pt x="255" y="24"/>
                </a:lnTo>
                <a:lnTo>
                  <a:pt x="256" y="24"/>
                </a:lnTo>
                <a:lnTo>
                  <a:pt x="255" y="24"/>
                </a:lnTo>
                <a:lnTo>
                  <a:pt x="255" y="25"/>
                </a:lnTo>
                <a:lnTo>
                  <a:pt x="256" y="25"/>
                </a:lnTo>
                <a:lnTo>
                  <a:pt x="256" y="28"/>
                </a:lnTo>
                <a:lnTo>
                  <a:pt x="255" y="28"/>
                </a:lnTo>
                <a:lnTo>
                  <a:pt x="256" y="28"/>
                </a:lnTo>
                <a:lnTo>
                  <a:pt x="257" y="28"/>
                </a:lnTo>
                <a:lnTo>
                  <a:pt x="257" y="29"/>
                </a:lnTo>
                <a:lnTo>
                  <a:pt x="256" y="30"/>
                </a:lnTo>
                <a:lnTo>
                  <a:pt x="256" y="31"/>
                </a:lnTo>
                <a:lnTo>
                  <a:pt x="257" y="30"/>
                </a:lnTo>
                <a:lnTo>
                  <a:pt x="257" y="31"/>
                </a:lnTo>
                <a:lnTo>
                  <a:pt x="257" y="32"/>
                </a:lnTo>
                <a:lnTo>
                  <a:pt x="258" y="33"/>
                </a:lnTo>
                <a:lnTo>
                  <a:pt x="258" y="34"/>
                </a:lnTo>
                <a:lnTo>
                  <a:pt x="258" y="35"/>
                </a:lnTo>
                <a:lnTo>
                  <a:pt x="259" y="35"/>
                </a:lnTo>
                <a:lnTo>
                  <a:pt x="260" y="35"/>
                </a:lnTo>
                <a:lnTo>
                  <a:pt x="262" y="34"/>
                </a:lnTo>
                <a:lnTo>
                  <a:pt x="263" y="34"/>
                </a:lnTo>
                <a:lnTo>
                  <a:pt x="263" y="35"/>
                </a:lnTo>
                <a:lnTo>
                  <a:pt x="264" y="35"/>
                </a:lnTo>
                <a:lnTo>
                  <a:pt x="265" y="36"/>
                </a:lnTo>
                <a:lnTo>
                  <a:pt x="266" y="36"/>
                </a:lnTo>
                <a:lnTo>
                  <a:pt x="267" y="37"/>
                </a:lnTo>
                <a:lnTo>
                  <a:pt x="268" y="37"/>
                </a:lnTo>
                <a:lnTo>
                  <a:pt x="269" y="37"/>
                </a:lnTo>
                <a:lnTo>
                  <a:pt x="270" y="37"/>
                </a:lnTo>
                <a:lnTo>
                  <a:pt x="271" y="37"/>
                </a:lnTo>
                <a:lnTo>
                  <a:pt x="272" y="38"/>
                </a:lnTo>
                <a:lnTo>
                  <a:pt x="272" y="39"/>
                </a:lnTo>
                <a:lnTo>
                  <a:pt x="273" y="39"/>
                </a:lnTo>
                <a:lnTo>
                  <a:pt x="274" y="39"/>
                </a:lnTo>
                <a:lnTo>
                  <a:pt x="275" y="39"/>
                </a:lnTo>
                <a:lnTo>
                  <a:pt x="276" y="39"/>
                </a:lnTo>
                <a:lnTo>
                  <a:pt x="277" y="39"/>
                </a:lnTo>
                <a:lnTo>
                  <a:pt x="277" y="40"/>
                </a:lnTo>
                <a:lnTo>
                  <a:pt x="277" y="39"/>
                </a:lnTo>
                <a:lnTo>
                  <a:pt x="278" y="39"/>
                </a:lnTo>
                <a:lnTo>
                  <a:pt x="279" y="39"/>
                </a:lnTo>
                <a:lnTo>
                  <a:pt x="279" y="40"/>
                </a:lnTo>
                <a:lnTo>
                  <a:pt x="280" y="41"/>
                </a:lnTo>
                <a:lnTo>
                  <a:pt x="280" y="40"/>
                </a:lnTo>
                <a:lnTo>
                  <a:pt x="281" y="40"/>
                </a:lnTo>
                <a:lnTo>
                  <a:pt x="283" y="41"/>
                </a:lnTo>
                <a:lnTo>
                  <a:pt x="284" y="41"/>
                </a:lnTo>
                <a:lnTo>
                  <a:pt x="285" y="40"/>
                </a:lnTo>
                <a:lnTo>
                  <a:pt x="285" y="41"/>
                </a:lnTo>
                <a:lnTo>
                  <a:pt x="284" y="41"/>
                </a:lnTo>
                <a:lnTo>
                  <a:pt x="283" y="41"/>
                </a:lnTo>
                <a:lnTo>
                  <a:pt x="283" y="42"/>
                </a:lnTo>
                <a:lnTo>
                  <a:pt x="281" y="42"/>
                </a:lnTo>
                <a:lnTo>
                  <a:pt x="281" y="43"/>
                </a:lnTo>
                <a:lnTo>
                  <a:pt x="282" y="43"/>
                </a:lnTo>
                <a:lnTo>
                  <a:pt x="281" y="44"/>
                </a:lnTo>
                <a:lnTo>
                  <a:pt x="280" y="44"/>
                </a:lnTo>
                <a:lnTo>
                  <a:pt x="280" y="45"/>
                </a:lnTo>
                <a:lnTo>
                  <a:pt x="280" y="46"/>
                </a:lnTo>
                <a:lnTo>
                  <a:pt x="279" y="46"/>
                </a:lnTo>
                <a:lnTo>
                  <a:pt x="280" y="47"/>
                </a:lnTo>
                <a:lnTo>
                  <a:pt x="281" y="48"/>
                </a:lnTo>
                <a:lnTo>
                  <a:pt x="282" y="49"/>
                </a:lnTo>
                <a:lnTo>
                  <a:pt x="285" y="52"/>
                </a:lnTo>
                <a:lnTo>
                  <a:pt x="287" y="51"/>
                </a:lnTo>
                <a:lnTo>
                  <a:pt x="288" y="51"/>
                </a:lnTo>
                <a:lnTo>
                  <a:pt x="288" y="53"/>
                </a:lnTo>
                <a:lnTo>
                  <a:pt x="289" y="53"/>
                </a:lnTo>
                <a:lnTo>
                  <a:pt x="289" y="54"/>
                </a:lnTo>
                <a:lnTo>
                  <a:pt x="290" y="55"/>
                </a:lnTo>
                <a:lnTo>
                  <a:pt x="291" y="55"/>
                </a:lnTo>
                <a:lnTo>
                  <a:pt x="294" y="57"/>
                </a:lnTo>
                <a:lnTo>
                  <a:pt x="295" y="57"/>
                </a:lnTo>
                <a:lnTo>
                  <a:pt x="295" y="58"/>
                </a:lnTo>
                <a:lnTo>
                  <a:pt x="296" y="58"/>
                </a:lnTo>
                <a:lnTo>
                  <a:pt x="296" y="59"/>
                </a:lnTo>
                <a:lnTo>
                  <a:pt x="296" y="61"/>
                </a:lnTo>
                <a:lnTo>
                  <a:pt x="296" y="62"/>
                </a:lnTo>
                <a:lnTo>
                  <a:pt x="296" y="63"/>
                </a:lnTo>
                <a:lnTo>
                  <a:pt x="297" y="62"/>
                </a:lnTo>
                <a:lnTo>
                  <a:pt x="299" y="62"/>
                </a:lnTo>
                <a:lnTo>
                  <a:pt x="300" y="62"/>
                </a:lnTo>
                <a:lnTo>
                  <a:pt x="301" y="62"/>
                </a:lnTo>
                <a:lnTo>
                  <a:pt x="301" y="61"/>
                </a:lnTo>
                <a:lnTo>
                  <a:pt x="303" y="61"/>
                </a:lnTo>
                <a:lnTo>
                  <a:pt x="303" y="62"/>
                </a:lnTo>
                <a:lnTo>
                  <a:pt x="304" y="62"/>
                </a:lnTo>
                <a:lnTo>
                  <a:pt x="306" y="63"/>
                </a:lnTo>
                <a:lnTo>
                  <a:pt x="307" y="64"/>
                </a:lnTo>
                <a:lnTo>
                  <a:pt x="308" y="64"/>
                </a:lnTo>
                <a:lnTo>
                  <a:pt x="309" y="65"/>
                </a:lnTo>
                <a:lnTo>
                  <a:pt x="308" y="66"/>
                </a:lnTo>
                <a:lnTo>
                  <a:pt x="309" y="66"/>
                </a:lnTo>
                <a:lnTo>
                  <a:pt x="309" y="67"/>
                </a:lnTo>
                <a:lnTo>
                  <a:pt x="310" y="68"/>
                </a:lnTo>
                <a:lnTo>
                  <a:pt x="311" y="68"/>
                </a:lnTo>
                <a:lnTo>
                  <a:pt x="311" y="67"/>
                </a:lnTo>
                <a:lnTo>
                  <a:pt x="313" y="67"/>
                </a:lnTo>
                <a:lnTo>
                  <a:pt x="313" y="68"/>
                </a:lnTo>
                <a:lnTo>
                  <a:pt x="314" y="68"/>
                </a:lnTo>
                <a:lnTo>
                  <a:pt x="315" y="68"/>
                </a:lnTo>
                <a:lnTo>
                  <a:pt x="317" y="68"/>
                </a:lnTo>
                <a:lnTo>
                  <a:pt x="318" y="68"/>
                </a:lnTo>
                <a:lnTo>
                  <a:pt x="319" y="69"/>
                </a:lnTo>
                <a:lnTo>
                  <a:pt x="320" y="69"/>
                </a:lnTo>
                <a:lnTo>
                  <a:pt x="321" y="69"/>
                </a:lnTo>
                <a:lnTo>
                  <a:pt x="322" y="69"/>
                </a:lnTo>
                <a:lnTo>
                  <a:pt x="323" y="69"/>
                </a:lnTo>
                <a:lnTo>
                  <a:pt x="324" y="70"/>
                </a:lnTo>
                <a:lnTo>
                  <a:pt x="325" y="70"/>
                </a:lnTo>
                <a:lnTo>
                  <a:pt x="326" y="71"/>
                </a:lnTo>
                <a:lnTo>
                  <a:pt x="327" y="71"/>
                </a:lnTo>
                <a:lnTo>
                  <a:pt x="328" y="71"/>
                </a:lnTo>
                <a:lnTo>
                  <a:pt x="329" y="72"/>
                </a:lnTo>
                <a:lnTo>
                  <a:pt x="330" y="72"/>
                </a:lnTo>
                <a:lnTo>
                  <a:pt x="332" y="73"/>
                </a:lnTo>
                <a:lnTo>
                  <a:pt x="334" y="74"/>
                </a:lnTo>
                <a:lnTo>
                  <a:pt x="335" y="75"/>
                </a:lnTo>
                <a:lnTo>
                  <a:pt x="336" y="76"/>
                </a:lnTo>
                <a:lnTo>
                  <a:pt x="337" y="76"/>
                </a:lnTo>
                <a:lnTo>
                  <a:pt x="337" y="77"/>
                </a:lnTo>
                <a:lnTo>
                  <a:pt x="337" y="78"/>
                </a:lnTo>
                <a:lnTo>
                  <a:pt x="338" y="77"/>
                </a:lnTo>
                <a:lnTo>
                  <a:pt x="339" y="77"/>
                </a:lnTo>
                <a:lnTo>
                  <a:pt x="339" y="78"/>
                </a:lnTo>
                <a:lnTo>
                  <a:pt x="340" y="78"/>
                </a:lnTo>
                <a:lnTo>
                  <a:pt x="343" y="79"/>
                </a:lnTo>
                <a:lnTo>
                  <a:pt x="344" y="80"/>
                </a:lnTo>
                <a:lnTo>
                  <a:pt x="345" y="80"/>
                </a:lnTo>
                <a:lnTo>
                  <a:pt x="346" y="80"/>
                </a:lnTo>
                <a:lnTo>
                  <a:pt x="347" y="81"/>
                </a:lnTo>
                <a:lnTo>
                  <a:pt x="349" y="82"/>
                </a:lnTo>
                <a:lnTo>
                  <a:pt x="351" y="83"/>
                </a:lnTo>
                <a:lnTo>
                  <a:pt x="353" y="83"/>
                </a:lnTo>
                <a:lnTo>
                  <a:pt x="353" y="84"/>
                </a:lnTo>
                <a:lnTo>
                  <a:pt x="354" y="84"/>
                </a:lnTo>
                <a:lnTo>
                  <a:pt x="354" y="85"/>
                </a:lnTo>
                <a:lnTo>
                  <a:pt x="354" y="86"/>
                </a:lnTo>
                <a:lnTo>
                  <a:pt x="354" y="87"/>
                </a:lnTo>
                <a:lnTo>
                  <a:pt x="355" y="88"/>
                </a:lnTo>
                <a:lnTo>
                  <a:pt x="354" y="89"/>
                </a:lnTo>
                <a:lnTo>
                  <a:pt x="354" y="90"/>
                </a:lnTo>
                <a:lnTo>
                  <a:pt x="355" y="90"/>
                </a:lnTo>
                <a:lnTo>
                  <a:pt x="355" y="91"/>
                </a:lnTo>
                <a:lnTo>
                  <a:pt x="355" y="92"/>
                </a:lnTo>
                <a:lnTo>
                  <a:pt x="355" y="93"/>
                </a:lnTo>
                <a:lnTo>
                  <a:pt x="356" y="93"/>
                </a:lnTo>
                <a:lnTo>
                  <a:pt x="356" y="94"/>
                </a:lnTo>
                <a:lnTo>
                  <a:pt x="356" y="96"/>
                </a:lnTo>
                <a:lnTo>
                  <a:pt x="356" y="97"/>
                </a:lnTo>
                <a:lnTo>
                  <a:pt x="357" y="99"/>
                </a:lnTo>
                <a:lnTo>
                  <a:pt x="357" y="100"/>
                </a:lnTo>
                <a:lnTo>
                  <a:pt x="358" y="100"/>
                </a:lnTo>
                <a:lnTo>
                  <a:pt x="358" y="101"/>
                </a:lnTo>
                <a:lnTo>
                  <a:pt x="358" y="102"/>
                </a:lnTo>
                <a:lnTo>
                  <a:pt x="359" y="102"/>
                </a:lnTo>
                <a:lnTo>
                  <a:pt x="359" y="103"/>
                </a:lnTo>
                <a:lnTo>
                  <a:pt x="359" y="104"/>
                </a:lnTo>
                <a:lnTo>
                  <a:pt x="358" y="104"/>
                </a:lnTo>
                <a:lnTo>
                  <a:pt x="358" y="105"/>
                </a:lnTo>
                <a:lnTo>
                  <a:pt x="359" y="105"/>
                </a:lnTo>
                <a:lnTo>
                  <a:pt x="360" y="106"/>
                </a:lnTo>
                <a:lnTo>
                  <a:pt x="360" y="107"/>
                </a:lnTo>
                <a:lnTo>
                  <a:pt x="361" y="108"/>
                </a:lnTo>
                <a:lnTo>
                  <a:pt x="361" y="109"/>
                </a:lnTo>
                <a:lnTo>
                  <a:pt x="362" y="109"/>
                </a:lnTo>
                <a:lnTo>
                  <a:pt x="362" y="110"/>
                </a:lnTo>
                <a:lnTo>
                  <a:pt x="363" y="111"/>
                </a:lnTo>
                <a:lnTo>
                  <a:pt x="364" y="114"/>
                </a:lnTo>
                <a:lnTo>
                  <a:pt x="364" y="115"/>
                </a:lnTo>
                <a:lnTo>
                  <a:pt x="365" y="116"/>
                </a:lnTo>
                <a:lnTo>
                  <a:pt x="365" y="118"/>
                </a:lnTo>
                <a:lnTo>
                  <a:pt x="366" y="118"/>
                </a:lnTo>
                <a:lnTo>
                  <a:pt x="366" y="119"/>
                </a:lnTo>
                <a:lnTo>
                  <a:pt x="367" y="120"/>
                </a:lnTo>
                <a:lnTo>
                  <a:pt x="367" y="121"/>
                </a:lnTo>
                <a:lnTo>
                  <a:pt x="367" y="122"/>
                </a:lnTo>
                <a:lnTo>
                  <a:pt x="367" y="123"/>
                </a:lnTo>
                <a:lnTo>
                  <a:pt x="368" y="123"/>
                </a:lnTo>
                <a:lnTo>
                  <a:pt x="368" y="124"/>
                </a:lnTo>
                <a:lnTo>
                  <a:pt x="369" y="126"/>
                </a:lnTo>
                <a:lnTo>
                  <a:pt x="370" y="127"/>
                </a:lnTo>
                <a:lnTo>
                  <a:pt x="371" y="128"/>
                </a:lnTo>
                <a:lnTo>
                  <a:pt x="371" y="129"/>
                </a:lnTo>
                <a:lnTo>
                  <a:pt x="372" y="130"/>
                </a:lnTo>
                <a:lnTo>
                  <a:pt x="372" y="131"/>
                </a:lnTo>
                <a:lnTo>
                  <a:pt x="372" y="132"/>
                </a:lnTo>
                <a:lnTo>
                  <a:pt x="373" y="132"/>
                </a:lnTo>
                <a:lnTo>
                  <a:pt x="373" y="134"/>
                </a:lnTo>
                <a:lnTo>
                  <a:pt x="372" y="134"/>
                </a:lnTo>
                <a:lnTo>
                  <a:pt x="372" y="135"/>
                </a:lnTo>
                <a:lnTo>
                  <a:pt x="371" y="135"/>
                </a:lnTo>
                <a:lnTo>
                  <a:pt x="371" y="136"/>
                </a:lnTo>
                <a:lnTo>
                  <a:pt x="372" y="136"/>
                </a:lnTo>
                <a:lnTo>
                  <a:pt x="373" y="135"/>
                </a:lnTo>
                <a:lnTo>
                  <a:pt x="374" y="135"/>
                </a:lnTo>
                <a:lnTo>
                  <a:pt x="375" y="136"/>
                </a:lnTo>
                <a:lnTo>
                  <a:pt x="376" y="137"/>
                </a:lnTo>
                <a:lnTo>
                  <a:pt x="377" y="138"/>
                </a:lnTo>
                <a:lnTo>
                  <a:pt x="377" y="140"/>
                </a:lnTo>
                <a:lnTo>
                  <a:pt x="378" y="142"/>
                </a:lnTo>
                <a:lnTo>
                  <a:pt x="379" y="143"/>
                </a:lnTo>
                <a:lnTo>
                  <a:pt x="379" y="144"/>
                </a:lnTo>
                <a:lnTo>
                  <a:pt x="380" y="145"/>
                </a:lnTo>
                <a:lnTo>
                  <a:pt x="380" y="146"/>
                </a:lnTo>
                <a:lnTo>
                  <a:pt x="380" y="147"/>
                </a:lnTo>
                <a:lnTo>
                  <a:pt x="381" y="149"/>
                </a:lnTo>
                <a:lnTo>
                  <a:pt x="381" y="150"/>
                </a:lnTo>
                <a:lnTo>
                  <a:pt x="382" y="150"/>
                </a:lnTo>
                <a:lnTo>
                  <a:pt x="382" y="151"/>
                </a:lnTo>
                <a:lnTo>
                  <a:pt x="382" y="152"/>
                </a:lnTo>
                <a:lnTo>
                  <a:pt x="381" y="152"/>
                </a:lnTo>
                <a:lnTo>
                  <a:pt x="380" y="153"/>
                </a:lnTo>
                <a:lnTo>
                  <a:pt x="381" y="153"/>
                </a:lnTo>
                <a:lnTo>
                  <a:pt x="382" y="154"/>
                </a:lnTo>
                <a:lnTo>
                  <a:pt x="382" y="155"/>
                </a:lnTo>
                <a:lnTo>
                  <a:pt x="382" y="157"/>
                </a:lnTo>
                <a:lnTo>
                  <a:pt x="380" y="158"/>
                </a:lnTo>
                <a:lnTo>
                  <a:pt x="379" y="158"/>
                </a:lnTo>
                <a:lnTo>
                  <a:pt x="380" y="160"/>
                </a:lnTo>
                <a:lnTo>
                  <a:pt x="379" y="160"/>
                </a:lnTo>
                <a:lnTo>
                  <a:pt x="378" y="161"/>
                </a:lnTo>
                <a:lnTo>
                  <a:pt x="379" y="162"/>
                </a:lnTo>
                <a:lnTo>
                  <a:pt x="381" y="163"/>
                </a:lnTo>
                <a:lnTo>
                  <a:pt x="383" y="165"/>
                </a:lnTo>
                <a:lnTo>
                  <a:pt x="384" y="165"/>
                </a:lnTo>
                <a:lnTo>
                  <a:pt x="384" y="166"/>
                </a:lnTo>
                <a:lnTo>
                  <a:pt x="385" y="166"/>
                </a:lnTo>
                <a:lnTo>
                  <a:pt x="386" y="166"/>
                </a:lnTo>
                <a:lnTo>
                  <a:pt x="387" y="166"/>
                </a:lnTo>
                <a:lnTo>
                  <a:pt x="386" y="166"/>
                </a:lnTo>
                <a:lnTo>
                  <a:pt x="386" y="167"/>
                </a:lnTo>
                <a:lnTo>
                  <a:pt x="388" y="166"/>
                </a:lnTo>
                <a:lnTo>
                  <a:pt x="388" y="167"/>
                </a:lnTo>
                <a:lnTo>
                  <a:pt x="388" y="168"/>
                </a:lnTo>
                <a:lnTo>
                  <a:pt x="388" y="169"/>
                </a:lnTo>
                <a:lnTo>
                  <a:pt x="388" y="170"/>
                </a:lnTo>
                <a:lnTo>
                  <a:pt x="389" y="169"/>
                </a:lnTo>
                <a:lnTo>
                  <a:pt x="390" y="169"/>
                </a:lnTo>
                <a:lnTo>
                  <a:pt x="390" y="170"/>
                </a:lnTo>
                <a:lnTo>
                  <a:pt x="391" y="171"/>
                </a:lnTo>
                <a:lnTo>
                  <a:pt x="391" y="172"/>
                </a:lnTo>
                <a:lnTo>
                  <a:pt x="391" y="174"/>
                </a:lnTo>
                <a:lnTo>
                  <a:pt x="392" y="174"/>
                </a:lnTo>
                <a:lnTo>
                  <a:pt x="393" y="174"/>
                </a:lnTo>
                <a:lnTo>
                  <a:pt x="393" y="175"/>
                </a:lnTo>
                <a:lnTo>
                  <a:pt x="393" y="177"/>
                </a:lnTo>
                <a:lnTo>
                  <a:pt x="394" y="177"/>
                </a:lnTo>
                <a:lnTo>
                  <a:pt x="394" y="178"/>
                </a:lnTo>
                <a:lnTo>
                  <a:pt x="394" y="179"/>
                </a:lnTo>
                <a:lnTo>
                  <a:pt x="393" y="179"/>
                </a:lnTo>
                <a:lnTo>
                  <a:pt x="393" y="180"/>
                </a:lnTo>
                <a:lnTo>
                  <a:pt x="393" y="179"/>
                </a:lnTo>
                <a:lnTo>
                  <a:pt x="394" y="179"/>
                </a:lnTo>
                <a:lnTo>
                  <a:pt x="394" y="181"/>
                </a:lnTo>
                <a:lnTo>
                  <a:pt x="394" y="182"/>
                </a:lnTo>
                <a:lnTo>
                  <a:pt x="393" y="182"/>
                </a:lnTo>
                <a:lnTo>
                  <a:pt x="392" y="183"/>
                </a:lnTo>
                <a:lnTo>
                  <a:pt x="391" y="183"/>
                </a:lnTo>
                <a:lnTo>
                  <a:pt x="391" y="184"/>
                </a:lnTo>
                <a:lnTo>
                  <a:pt x="390" y="184"/>
                </a:lnTo>
                <a:lnTo>
                  <a:pt x="392" y="184"/>
                </a:lnTo>
                <a:lnTo>
                  <a:pt x="392" y="183"/>
                </a:lnTo>
                <a:lnTo>
                  <a:pt x="393" y="183"/>
                </a:lnTo>
                <a:lnTo>
                  <a:pt x="394" y="183"/>
                </a:lnTo>
                <a:lnTo>
                  <a:pt x="394" y="182"/>
                </a:lnTo>
                <a:lnTo>
                  <a:pt x="395" y="182"/>
                </a:lnTo>
                <a:lnTo>
                  <a:pt x="395" y="183"/>
                </a:lnTo>
                <a:lnTo>
                  <a:pt x="396" y="184"/>
                </a:lnTo>
                <a:lnTo>
                  <a:pt x="397" y="184"/>
                </a:lnTo>
                <a:lnTo>
                  <a:pt x="397" y="185"/>
                </a:lnTo>
                <a:lnTo>
                  <a:pt x="398" y="187"/>
                </a:lnTo>
                <a:lnTo>
                  <a:pt x="398" y="188"/>
                </a:lnTo>
                <a:lnTo>
                  <a:pt x="399" y="189"/>
                </a:lnTo>
                <a:lnTo>
                  <a:pt x="399" y="190"/>
                </a:lnTo>
                <a:lnTo>
                  <a:pt x="400" y="191"/>
                </a:lnTo>
                <a:lnTo>
                  <a:pt x="400" y="192"/>
                </a:lnTo>
                <a:lnTo>
                  <a:pt x="401" y="194"/>
                </a:lnTo>
                <a:lnTo>
                  <a:pt x="401" y="195"/>
                </a:lnTo>
                <a:lnTo>
                  <a:pt x="403" y="194"/>
                </a:lnTo>
                <a:lnTo>
                  <a:pt x="404" y="194"/>
                </a:lnTo>
                <a:lnTo>
                  <a:pt x="405" y="196"/>
                </a:lnTo>
                <a:lnTo>
                  <a:pt x="404" y="196"/>
                </a:lnTo>
                <a:lnTo>
                  <a:pt x="404" y="197"/>
                </a:lnTo>
                <a:lnTo>
                  <a:pt x="404" y="198"/>
                </a:lnTo>
                <a:lnTo>
                  <a:pt x="405" y="198"/>
                </a:lnTo>
                <a:lnTo>
                  <a:pt x="405" y="199"/>
                </a:lnTo>
                <a:lnTo>
                  <a:pt x="403" y="199"/>
                </a:lnTo>
                <a:lnTo>
                  <a:pt x="404" y="200"/>
                </a:lnTo>
                <a:lnTo>
                  <a:pt x="404" y="201"/>
                </a:lnTo>
                <a:lnTo>
                  <a:pt x="405" y="201"/>
                </a:lnTo>
                <a:lnTo>
                  <a:pt x="405" y="202"/>
                </a:lnTo>
                <a:lnTo>
                  <a:pt x="405" y="203"/>
                </a:lnTo>
                <a:lnTo>
                  <a:pt x="406" y="204"/>
                </a:lnTo>
                <a:lnTo>
                  <a:pt x="406" y="205"/>
                </a:lnTo>
                <a:lnTo>
                  <a:pt x="406" y="206"/>
                </a:lnTo>
                <a:lnTo>
                  <a:pt x="406" y="207"/>
                </a:lnTo>
                <a:lnTo>
                  <a:pt x="407" y="208"/>
                </a:lnTo>
                <a:lnTo>
                  <a:pt x="407" y="210"/>
                </a:lnTo>
                <a:lnTo>
                  <a:pt x="407" y="211"/>
                </a:lnTo>
                <a:lnTo>
                  <a:pt x="407" y="212"/>
                </a:lnTo>
                <a:lnTo>
                  <a:pt x="404" y="212"/>
                </a:lnTo>
                <a:lnTo>
                  <a:pt x="402" y="213"/>
                </a:lnTo>
                <a:lnTo>
                  <a:pt x="403" y="213"/>
                </a:lnTo>
                <a:lnTo>
                  <a:pt x="404" y="213"/>
                </a:lnTo>
                <a:lnTo>
                  <a:pt x="406" y="214"/>
                </a:lnTo>
                <a:lnTo>
                  <a:pt x="407" y="215"/>
                </a:lnTo>
                <a:lnTo>
                  <a:pt x="409" y="216"/>
                </a:lnTo>
                <a:lnTo>
                  <a:pt x="410" y="216"/>
                </a:lnTo>
                <a:lnTo>
                  <a:pt x="410" y="217"/>
                </a:lnTo>
                <a:lnTo>
                  <a:pt x="410" y="218"/>
                </a:lnTo>
                <a:lnTo>
                  <a:pt x="411" y="221"/>
                </a:lnTo>
                <a:lnTo>
                  <a:pt x="411" y="222"/>
                </a:lnTo>
                <a:lnTo>
                  <a:pt x="410" y="222"/>
                </a:lnTo>
                <a:lnTo>
                  <a:pt x="410" y="223"/>
                </a:lnTo>
                <a:lnTo>
                  <a:pt x="411" y="223"/>
                </a:lnTo>
                <a:lnTo>
                  <a:pt x="411" y="225"/>
                </a:lnTo>
                <a:lnTo>
                  <a:pt x="412" y="226"/>
                </a:lnTo>
                <a:lnTo>
                  <a:pt x="412" y="227"/>
                </a:lnTo>
                <a:lnTo>
                  <a:pt x="412" y="228"/>
                </a:lnTo>
                <a:lnTo>
                  <a:pt x="412" y="229"/>
                </a:lnTo>
                <a:lnTo>
                  <a:pt x="411" y="230"/>
                </a:lnTo>
                <a:lnTo>
                  <a:pt x="411" y="231"/>
                </a:lnTo>
                <a:lnTo>
                  <a:pt x="412" y="230"/>
                </a:lnTo>
                <a:lnTo>
                  <a:pt x="413" y="230"/>
                </a:lnTo>
                <a:lnTo>
                  <a:pt x="414" y="230"/>
                </a:lnTo>
                <a:lnTo>
                  <a:pt x="416" y="230"/>
                </a:lnTo>
                <a:lnTo>
                  <a:pt x="417" y="230"/>
                </a:lnTo>
                <a:lnTo>
                  <a:pt x="416" y="242"/>
                </a:lnTo>
                <a:lnTo>
                  <a:pt x="415" y="242"/>
                </a:lnTo>
                <a:lnTo>
                  <a:pt x="414" y="246"/>
                </a:lnTo>
                <a:lnTo>
                  <a:pt x="411" y="246"/>
                </a:lnTo>
                <a:lnTo>
                  <a:pt x="411" y="247"/>
                </a:lnTo>
                <a:lnTo>
                  <a:pt x="410" y="248"/>
                </a:lnTo>
                <a:lnTo>
                  <a:pt x="410" y="249"/>
                </a:lnTo>
                <a:lnTo>
                  <a:pt x="410" y="250"/>
                </a:lnTo>
                <a:lnTo>
                  <a:pt x="411" y="250"/>
                </a:lnTo>
                <a:lnTo>
                  <a:pt x="413" y="249"/>
                </a:lnTo>
                <a:lnTo>
                  <a:pt x="413" y="250"/>
                </a:lnTo>
                <a:lnTo>
                  <a:pt x="413" y="249"/>
                </a:lnTo>
                <a:lnTo>
                  <a:pt x="414" y="249"/>
                </a:lnTo>
                <a:lnTo>
                  <a:pt x="414" y="250"/>
                </a:lnTo>
                <a:lnTo>
                  <a:pt x="415" y="251"/>
                </a:lnTo>
                <a:lnTo>
                  <a:pt x="415" y="252"/>
                </a:lnTo>
                <a:lnTo>
                  <a:pt x="416" y="253"/>
                </a:lnTo>
                <a:lnTo>
                  <a:pt x="417" y="253"/>
                </a:lnTo>
                <a:lnTo>
                  <a:pt x="417" y="254"/>
                </a:lnTo>
                <a:lnTo>
                  <a:pt x="417" y="255"/>
                </a:lnTo>
                <a:lnTo>
                  <a:pt x="415" y="257"/>
                </a:lnTo>
                <a:lnTo>
                  <a:pt x="414" y="258"/>
                </a:lnTo>
                <a:lnTo>
                  <a:pt x="414" y="259"/>
                </a:lnTo>
                <a:lnTo>
                  <a:pt x="415" y="259"/>
                </a:lnTo>
                <a:lnTo>
                  <a:pt x="415" y="258"/>
                </a:lnTo>
                <a:lnTo>
                  <a:pt x="416" y="258"/>
                </a:lnTo>
                <a:lnTo>
                  <a:pt x="417" y="258"/>
                </a:lnTo>
                <a:lnTo>
                  <a:pt x="418" y="258"/>
                </a:lnTo>
                <a:lnTo>
                  <a:pt x="420" y="259"/>
                </a:lnTo>
                <a:lnTo>
                  <a:pt x="421" y="258"/>
                </a:lnTo>
                <a:lnTo>
                  <a:pt x="423" y="260"/>
                </a:lnTo>
                <a:lnTo>
                  <a:pt x="422" y="262"/>
                </a:lnTo>
                <a:lnTo>
                  <a:pt x="423" y="262"/>
                </a:lnTo>
                <a:lnTo>
                  <a:pt x="423" y="263"/>
                </a:lnTo>
                <a:lnTo>
                  <a:pt x="424" y="263"/>
                </a:lnTo>
                <a:lnTo>
                  <a:pt x="425" y="263"/>
                </a:lnTo>
                <a:lnTo>
                  <a:pt x="426" y="264"/>
                </a:lnTo>
                <a:lnTo>
                  <a:pt x="427" y="264"/>
                </a:lnTo>
                <a:lnTo>
                  <a:pt x="429" y="264"/>
                </a:lnTo>
                <a:lnTo>
                  <a:pt x="429" y="265"/>
                </a:lnTo>
                <a:lnTo>
                  <a:pt x="430" y="265"/>
                </a:lnTo>
                <a:lnTo>
                  <a:pt x="437" y="269"/>
                </a:lnTo>
                <a:lnTo>
                  <a:pt x="436" y="272"/>
                </a:lnTo>
                <a:lnTo>
                  <a:pt x="437" y="272"/>
                </a:lnTo>
                <a:lnTo>
                  <a:pt x="438" y="272"/>
                </a:lnTo>
                <a:lnTo>
                  <a:pt x="439" y="270"/>
                </a:lnTo>
                <a:lnTo>
                  <a:pt x="443" y="272"/>
                </a:lnTo>
                <a:lnTo>
                  <a:pt x="443" y="273"/>
                </a:lnTo>
                <a:lnTo>
                  <a:pt x="445" y="274"/>
                </a:lnTo>
                <a:lnTo>
                  <a:pt x="445" y="273"/>
                </a:lnTo>
                <a:lnTo>
                  <a:pt x="446" y="273"/>
                </a:lnTo>
                <a:lnTo>
                  <a:pt x="449" y="274"/>
                </a:lnTo>
                <a:lnTo>
                  <a:pt x="453" y="276"/>
                </a:lnTo>
                <a:lnTo>
                  <a:pt x="453" y="277"/>
                </a:lnTo>
                <a:lnTo>
                  <a:pt x="456" y="278"/>
                </a:lnTo>
                <a:lnTo>
                  <a:pt x="457" y="279"/>
                </a:lnTo>
                <a:lnTo>
                  <a:pt x="457" y="280"/>
                </a:lnTo>
                <a:lnTo>
                  <a:pt x="457" y="281"/>
                </a:lnTo>
                <a:lnTo>
                  <a:pt x="457" y="282"/>
                </a:lnTo>
                <a:lnTo>
                  <a:pt x="457" y="284"/>
                </a:lnTo>
                <a:lnTo>
                  <a:pt x="457" y="285"/>
                </a:lnTo>
                <a:lnTo>
                  <a:pt x="457" y="286"/>
                </a:lnTo>
                <a:lnTo>
                  <a:pt x="457" y="287"/>
                </a:lnTo>
                <a:lnTo>
                  <a:pt x="457" y="288"/>
                </a:lnTo>
                <a:lnTo>
                  <a:pt x="458" y="288"/>
                </a:lnTo>
                <a:lnTo>
                  <a:pt x="459" y="288"/>
                </a:lnTo>
                <a:lnTo>
                  <a:pt x="459" y="291"/>
                </a:lnTo>
                <a:lnTo>
                  <a:pt x="460" y="292"/>
                </a:lnTo>
                <a:lnTo>
                  <a:pt x="460" y="293"/>
                </a:lnTo>
                <a:lnTo>
                  <a:pt x="460" y="294"/>
                </a:lnTo>
                <a:lnTo>
                  <a:pt x="461" y="295"/>
                </a:lnTo>
                <a:lnTo>
                  <a:pt x="462" y="296"/>
                </a:lnTo>
                <a:lnTo>
                  <a:pt x="463" y="297"/>
                </a:lnTo>
                <a:lnTo>
                  <a:pt x="462" y="298"/>
                </a:lnTo>
                <a:lnTo>
                  <a:pt x="461" y="298"/>
                </a:lnTo>
                <a:lnTo>
                  <a:pt x="460" y="299"/>
                </a:lnTo>
                <a:lnTo>
                  <a:pt x="459" y="299"/>
                </a:lnTo>
                <a:lnTo>
                  <a:pt x="458" y="299"/>
                </a:lnTo>
                <a:lnTo>
                  <a:pt x="456" y="298"/>
                </a:lnTo>
                <a:lnTo>
                  <a:pt x="456" y="297"/>
                </a:lnTo>
                <a:lnTo>
                  <a:pt x="455" y="297"/>
                </a:lnTo>
                <a:lnTo>
                  <a:pt x="455" y="298"/>
                </a:lnTo>
                <a:lnTo>
                  <a:pt x="454" y="298"/>
                </a:lnTo>
                <a:lnTo>
                  <a:pt x="453" y="298"/>
                </a:lnTo>
                <a:lnTo>
                  <a:pt x="454" y="299"/>
                </a:lnTo>
                <a:lnTo>
                  <a:pt x="453" y="299"/>
                </a:lnTo>
                <a:lnTo>
                  <a:pt x="452" y="299"/>
                </a:lnTo>
                <a:lnTo>
                  <a:pt x="453" y="299"/>
                </a:lnTo>
                <a:lnTo>
                  <a:pt x="454" y="299"/>
                </a:lnTo>
                <a:lnTo>
                  <a:pt x="456" y="299"/>
                </a:lnTo>
                <a:lnTo>
                  <a:pt x="457" y="299"/>
                </a:lnTo>
                <a:lnTo>
                  <a:pt x="457" y="300"/>
                </a:lnTo>
                <a:lnTo>
                  <a:pt x="457" y="302"/>
                </a:lnTo>
                <a:lnTo>
                  <a:pt x="458" y="303"/>
                </a:lnTo>
                <a:lnTo>
                  <a:pt x="460" y="303"/>
                </a:lnTo>
                <a:lnTo>
                  <a:pt x="460" y="304"/>
                </a:lnTo>
                <a:lnTo>
                  <a:pt x="462" y="303"/>
                </a:lnTo>
                <a:lnTo>
                  <a:pt x="463" y="303"/>
                </a:lnTo>
                <a:lnTo>
                  <a:pt x="464" y="303"/>
                </a:lnTo>
                <a:lnTo>
                  <a:pt x="465" y="303"/>
                </a:lnTo>
                <a:lnTo>
                  <a:pt x="466" y="304"/>
                </a:lnTo>
                <a:lnTo>
                  <a:pt x="466" y="305"/>
                </a:lnTo>
                <a:lnTo>
                  <a:pt x="466" y="306"/>
                </a:lnTo>
                <a:lnTo>
                  <a:pt x="466" y="308"/>
                </a:lnTo>
                <a:lnTo>
                  <a:pt x="467" y="309"/>
                </a:lnTo>
                <a:lnTo>
                  <a:pt x="468" y="309"/>
                </a:lnTo>
                <a:lnTo>
                  <a:pt x="469" y="310"/>
                </a:lnTo>
                <a:lnTo>
                  <a:pt x="470" y="310"/>
                </a:lnTo>
                <a:lnTo>
                  <a:pt x="471" y="308"/>
                </a:lnTo>
                <a:lnTo>
                  <a:pt x="473" y="309"/>
                </a:lnTo>
                <a:lnTo>
                  <a:pt x="482" y="312"/>
                </a:lnTo>
                <a:lnTo>
                  <a:pt x="485" y="314"/>
                </a:lnTo>
                <a:lnTo>
                  <a:pt x="487" y="316"/>
                </a:lnTo>
                <a:lnTo>
                  <a:pt x="486" y="318"/>
                </a:lnTo>
                <a:lnTo>
                  <a:pt x="487" y="318"/>
                </a:lnTo>
                <a:lnTo>
                  <a:pt x="487" y="319"/>
                </a:lnTo>
                <a:lnTo>
                  <a:pt x="488" y="319"/>
                </a:lnTo>
                <a:lnTo>
                  <a:pt x="489" y="320"/>
                </a:lnTo>
                <a:lnTo>
                  <a:pt x="490" y="321"/>
                </a:lnTo>
                <a:lnTo>
                  <a:pt x="491" y="323"/>
                </a:lnTo>
                <a:lnTo>
                  <a:pt x="492" y="323"/>
                </a:lnTo>
                <a:lnTo>
                  <a:pt x="494" y="324"/>
                </a:lnTo>
                <a:lnTo>
                  <a:pt x="498" y="333"/>
                </a:lnTo>
                <a:lnTo>
                  <a:pt x="498" y="334"/>
                </a:lnTo>
                <a:lnTo>
                  <a:pt x="498" y="336"/>
                </a:lnTo>
                <a:lnTo>
                  <a:pt x="498" y="337"/>
                </a:lnTo>
                <a:lnTo>
                  <a:pt x="499" y="337"/>
                </a:lnTo>
                <a:lnTo>
                  <a:pt x="499" y="338"/>
                </a:lnTo>
                <a:lnTo>
                  <a:pt x="499" y="339"/>
                </a:lnTo>
                <a:lnTo>
                  <a:pt x="500" y="339"/>
                </a:lnTo>
                <a:lnTo>
                  <a:pt x="500" y="340"/>
                </a:lnTo>
                <a:lnTo>
                  <a:pt x="501" y="341"/>
                </a:lnTo>
                <a:lnTo>
                  <a:pt x="500" y="341"/>
                </a:lnTo>
                <a:lnTo>
                  <a:pt x="501" y="343"/>
                </a:lnTo>
                <a:lnTo>
                  <a:pt x="502" y="344"/>
                </a:lnTo>
                <a:lnTo>
                  <a:pt x="503" y="345"/>
                </a:lnTo>
                <a:lnTo>
                  <a:pt x="503" y="346"/>
                </a:lnTo>
                <a:lnTo>
                  <a:pt x="503" y="347"/>
                </a:lnTo>
                <a:lnTo>
                  <a:pt x="503" y="348"/>
                </a:lnTo>
                <a:lnTo>
                  <a:pt x="502" y="350"/>
                </a:lnTo>
                <a:lnTo>
                  <a:pt x="501" y="350"/>
                </a:lnTo>
                <a:lnTo>
                  <a:pt x="500" y="350"/>
                </a:lnTo>
                <a:lnTo>
                  <a:pt x="500" y="351"/>
                </a:lnTo>
                <a:lnTo>
                  <a:pt x="499" y="351"/>
                </a:lnTo>
                <a:lnTo>
                  <a:pt x="499" y="354"/>
                </a:lnTo>
                <a:lnTo>
                  <a:pt x="498" y="357"/>
                </a:lnTo>
                <a:lnTo>
                  <a:pt x="497" y="357"/>
                </a:lnTo>
                <a:lnTo>
                  <a:pt x="496" y="357"/>
                </a:lnTo>
                <a:lnTo>
                  <a:pt x="493" y="356"/>
                </a:lnTo>
                <a:lnTo>
                  <a:pt x="492" y="356"/>
                </a:lnTo>
                <a:lnTo>
                  <a:pt x="491" y="355"/>
                </a:lnTo>
                <a:lnTo>
                  <a:pt x="490" y="355"/>
                </a:lnTo>
                <a:lnTo>
                  <a:pt x="487" y="354"/>
                </a:lnTo>
                <a:lnTo>
                  <a:pt x="486" y="354"/>
                </a:lnTo>
                <a:lnTo>
                  <a:pt x="485" y="353"/>
                </a:lnTo>
                <a:lnTo>
                  <a:pt x="482" y="352"/>
                </a:lnTo>
                <a:lnTo>
                  <a:pt x="480" y="352"/>
                </a:lnTo>
                <a:lnTo>
                  <a:pt x="479" y="351"/>
                </a:lnTo>
                <a:lnTo>
                  <a:pt x="478" y="351"/>
                </a:lnTo>
                <a:lnTo>
                  <a:pt x="477" y="351"/>
                </a:lnTo>
                <a:lnTo>
                  <a:pt x="476" y="351"/>
                </a:lnTo>
                <a:lnTo>
                  <a:pt x="475" y="350"/>
                </a:lnTo>
                <a:lnTo>
                  <a:pt x="474" y="350"/>
                </a:lnTo>
                <a:lnTo>
                  <a:pt x="474" y="349"/>
                </a:lnTo>
                <a:lnTo>
                  <a:pt x="473" y="349"/>
                </a:lnTo>
                <a:lnTo>
                  <a:pt x="473" y="350"/>
                </a:lnTo>
                <a:lnTo>
                  <a:pt x="472" y="350"/>
                </a:lnTo>
                <a:lnTo>
                  <a:pt x="472" y="349"/>
                </a:lnTo>
                <a:lnTo>
                  <a:pt x="471" y="349"/>
                </a:lnTo>
                <a:lnTo>
                  <a:pt x="470" y="349"/>
                </a:lnTo>
                <a:lnTo>
                  <a:pt x="470" y="348"/>
                </a:lnTo>
                <a:lnTo>
                  <a:pt x="469" y="348"/>
                </a:lnTo>
                <a:lnTo>
                  <a:pt x="469" y="347"/>
                </a:lnTo>
                <a:lnTo>
                  <a:pt x="469" y="348"/>
                </a:lnTo>
                <a:lnTo>
                  <a:pt x="468" y="347"/>
                </a:lnTo>
                <a:lnTo>
                  <a:pt x="467" y="346"/>
                </a:lnTo>
                <a:lnTo>
                  <a:pt x="465" y="346"/>
                </a:lnTo>
                <a:lnTo>
                  <a:pt x="465" y="345"/>
                </a:lnTo>
                <a:lnTo>
                  <a:pt x="464" y="345"/>
                </a:lnTo>
                <a:lnTo>
                  <a:pt x="463" y="345"/>
                </a:lnTo>
                <a:lnTo>
                  <a:pt x="462" y="345"/>
                </a:lnTo>
                <a:lnTo>
                  <a:pt x="461" y="345"/>
                </a:lnTo>
                <a:lnTo>
                  <a:pt x="461" y="344"/>
                </a:lnTo>
                <a:lnTo>
                  <a:pt x="460" y="344"/>
                </a:lnTo>
                <a:lnTo>
                  <a:pt x="459" y="344"/>
                </a:lnTo>
                <a:lnTo>
                  <a:pt x="458" y="343"/>
                </a:lnTo>
                <a:lnTo>
                  <a:pt x="457" y="343"/>
                </a:lnTo>
                <a:lnTo>
                  <a:pt x="457" y="342"/>
                </a:lnTo>
                <a:lnTo>
                  <a:pt x="456" y="341"/>
                </a:lnTo>
                <a:lnTo>
                  <a:pt x="456" y="340"/>
                </a:lnTo>
                <a:lnTo>
                  <a:pt x="457" y="340"/>
                </a:lnTo>
                <a:lnTo>
                  <a:pt x="456" y="340"/>
                </a:lnTo>
                <a:lnTo>
                  <a:pt x="456" y="339"/>
                </a:lnTo>
                <a:lnTo>
                  <a:pt x="455" y="339"/>
                </a:lnTo>
                <a:lnTo>
                  <a:pt x="455" y="338"/>
                </a:lnTo>
                <a:lnTo>
                  <a:pt x="454" y="338"/>
                </a:lnTo>
                <a:lnTo>
                  <a:pt x="454" y="337"/>
                </a:lnTo>
                <a:lnTo>
                  <a:pt x="453" y="335"/>
                </a:lnTo>
                <a:lnTo>
                  <a:pt x="452" y="335"/>
                </a:lnTo>
                <a:lnTo>
                  <a:pt x="451" y="335"/>
                </a:lnTo>
                <a:lnTo>
                  <a:pt x="449" y="334"/>
                </a:lnTo>
                <a:lnTo>
                  <a:pt x="448" y="333"/>
                </a:lnTo>
                <a:lnTo>
                  <a:pt x="447" y="333"/>
                </a:lnTo>
                <a:lnTo>
                  <a:pt x="446" y="333"/>
                </a:lnTo>
                <a:lnTo>
                  <a:pt x="445" y="333"/>
                </a:lnTo>
                <a:lnTo>
                  <a:pt x="444" y="333"/>
                </a:lnTo>
                <a:lnTo>
                  <a:pt x="442" y="334"/>
                </a:lnTo>
                <a:lnTo>
                  <a:pt x="441" y="335"/>
                </a:lnTo>
                <a:lnTo>
                  <a:pt x="439" y="335"/>
                </a:lnTo>
                <a:lnTo>
                  <a:pt x="438" y="336"/>
                </a:lnTo>
                <a:lnTo>
                  <a:pt x="437" y="337"/>
                </a:lnTo>
                <a:lnTo>
                  <a:pt x="436" y="337"/>
                </a:lnTo>
                <a:lnTo>
                  <a:pt x="435" y="338"/>
                </a:lnTo>
                <a:lnTo>
                  <a:pt x="434" y="339"/>
                </a:lnTo>
                <a:lnTo>
                  <a:pt x="432" y="341"/>
                </a:lnTo>
                <a:lnTo>
                  <a:pt x="431" y="342"/>
                </a:lnTo>
                <a:lnTo>
                  <a:pt x="429" y="343"/>
                </a:lnTo>
                <a:lnTo>
                  <a:pt x="429" y="344"/>
                </a:lnTo>
                <a:lnTo>
                  <a:pt x="428" y="344"/>
                </a:lnTo>
                <a:lnTo>
                  <a:pt x="429" y="344"/>
                </a:lnTo>
                <a:lnTo>
                  <a:pt x="429" y="345"/>
                </a:lnTo>
                <a:lnTo>
                  <a:pt x="430" y="346"/>
                </a:lnTo>
                <a:lnTo>
                  <a:pt x="431" y="346"/>
                </a:lnTo>
                <a:lnTo>
                  <a:pt x="431" y="347"/>
                </a:lnTo>
                <a:lnTo>
                  <a:pt x="432" y="347"/>
                </a:lnTo>
                <a:lnTo>
                  <a:pt x="433" y="348"/>
                </a:lnTo>
                <a:lnTo>
                  <a:pt x="434" y="349"/>
                </a:lnTo>
                <a:lnTo>
                  <a:pt x="435" y="349"/>
                </a:lnTo>
                <a:lnTo>
                  <a:pt x="435" y="350"/>
                </a:lnTo>
                <a:lnTo>
                  <a:pt x="436" y="350"/>
                </a:lnTo>
                <a:lnTo>
                  <a:pt x="437" y="351"/>
                </a:lnTo>
                <a:lnTo>
                  <a:pt x="438" y="352"/>
                </a:lnTo>
                <a:lnTo>
                  <a:pt x="439" y="352"/>
                </a:lnTo>
                <a:lnTo>
                  <a:pt x="440" y="353"/>
                </a:lnTo>
                <a:lnTo>
                  <a:pt x="441" y="354"/>
                </a:lnTo>
                <a:lnTo>
                  <a:pt x="443" y="356"/>
                </a:lnTo>
                <a:lnTo>
                  <a:pt x="445" y="358"/>
                </a:lnTo>
                <a:lnTo>
                  <a:pt x="445" y="359"/>
                </a:lnTo>
                <a:lnTo>
                  <a:pt x="446" y="359"/>
                </a:lnTo>
                <a:lnTo>
                  <a:pt x="446" y="360"/>
                </a:lnTo>
                <a:lnTo>
                  <a:pt x="447" y="361"/>
                </a:lnTo>
                <a:lnTo>
                  <a:pt x="448" y="361"/>
                </a:lnTo>
                <a:lnTo>
                  <a:pt x="448" y="362"/>
                </a:lnTo>
                <a:lnTo>
                  <a:pt x="448" y="363"/>
                </a:lnTo>
                <a:lnTo>
                  <a:pt x="449" y="363"/>
                </a:lnTo>
                <a:lnTo>
                  <a:pt x="450" y="363"/>
                </a:lnTo>
                <a:lnTo>
                  <a:pt x="450" y="364"/>
                </a:lnTo>
                <a:lnTo>
                  <a:pt x="453" y="365"/>
                </a:lnTo>
                <a:lnTo>
                  <a:pt x="453" y="366"/>
                </a:lnTo>
                <a:lnTo>
                  <a:pt x="454" y="366"/>
                </a:lnTo>
                <a:lnTo>
                  <a:pt x="453" y="367"/>
                </a:lnTo>
                <a:lnTo>
                  <a:pt x="452" y="368"/>
                </a:lnTo>
                <a:lnTo>
                  <a:pt x="451" y="369"/>
                </a:lnTo>
                <a:lnTo>
                  <a:pt x="450" y="369"/>
                </a:lnTo>
                <a:lnTo>
                  <a:pt x="449" y="370"/>
                </a:lnTo>
                <a:lnTo>
                  <a:pt x="448" y="371"/>
                </a:lnTo>
                <a:lnTo>
                  <a:pt x="447" y="371"/>
                </a:lnTo>
                <a:lnTo>
                  <a:pt x="447" y="370"/>
                </a:lnTo>
                <a:lnTo>
                  <a:pt x="446" y="371"/>
                </a:lnTo>
                <a:lnTo>
                  <a:pt x="446" y="372"/>
                </a:lnTo>
                <a:lnTo>
                  <a:pt x="445" y="372"/>
                </a:lnTo>
                <a:lnTo>
                  <a:pt x="444" y="372"/>
                </a:lnTo>
                <a:lnTo>
                  <a:pt x="443" y="372"/>
                </a:lnTo>
                <a:lnTo>
                  <a:pt x="443" y="373"/>
                </a:lnTo>
                <a:lnTo>
                  <a:pt x="442" y="373"/>
                </a:lnTo>
                <a:lnTo>
                  <a:pt x="441" y="373"/>
                </a:lnTo>
                <a:lnTo>
                  <a:pt x="441" y="372"/>
                </a:lnTo>
                <a:lnTo>
                  <a:pt x="441" y="371"/>
                </a:lnTo>
                <a:lnTo>
                  <a:pt x="441" y="372"/>
                </a:lnTo>
                <a:lnTo>
                  <a:pt x="440" y="372"/>
                </a:lnTo>
                <a:lnTo>
                  <a:pt x="440" y="373"/>
                </a:lnTo>
                <a:lnTo>
                  <a:pt x="439" y="373"/>
                </a:lnTo>
                <a:lnTo>
                  <a:pt x="438" y="373"/>
                </a:lnTo>
                <a:lnTo>
                  <a:pt x="437" y="374"/>
                </a:lnTo>
                <a:lnTo>
                  <a:pt x="436" y="374"/>
                </a:lnTo>
                <a:lnTo>
                  <a:pt x="436" y="375"/>
                </a:lnTo>
                <a:lnTo>
                  <a:pt x="436" y="376"/>
                </a:lnTo>
                <a:lnTo>
                  <a:pt x="435" y="376"/>
                </a:lnTo>
                <a:lnTo>
                  <a:pt x="434" y="376"/>
                </a:lnTo>
                <a:lnTo>
                  <a:pt x="433" y="376"/>
                </a:lnTo>
                <a:lnTo>
                  <a:pt x="432" y="377"/>
                </a:lnTo>
                <a:lnTo>
                  <a:pt x="433" y="377"/>
                </a:lnTo>
                <a:lnTo>
                  <a:pt x="433" y="378"/>
                </a:lnTo>
                <a:lnTo>
                  <a:pt x="434" y="378"/>
                </a:lnTo>
                <a:lnTo>
                  <a:pt x="433" y="378"/>
                </a:lnTo>
                <a:lnTo>
                  <a:pt x="432" y="379"/>
                </a:lnTo>
                <a:lnTo>
                  <a:pt x="433" y="380"/>
                </a:lnTo>
                <a:lnTo>
                  <a:pt x="433" y="381"/>
                </a:lnTo>
                <a:lnTo>
                  <a:pt x="432" y="381"/>
                </a:lnTo>
                <a:lnTo>
                  <a:pt x="432" y="382"/>
                </a:lnTo>
                <a:lnTo>
                  <a:pt x="432" y="383"/>
                </a:lnTo>
                <a:lnTo>
                  <a:pt x="431" y="383"/>
                </a:lnTo>
                <a:lnTo>
                  <a:pt x="430" y="383"/>
                </a:lnTo>
                <a:lnTo>
                  <a:pt x="429" y="384"/>
                </a:lnTo>
                <a:lnTo>
                  <a:pt x="430" y="384"/>
                </a:lnTo>
                <a:lnTo>
                  <a:pt x="429" y="385"/>
                </a:lnTo>
                <a:lnTo>
                  <a:pt x="429" y="384"/>
                </a:lnTo>
                <a:lnTo>
                  <a:pt x="429" y="386"/>
                </a:lnTo>
                <a:lnTo>
                  <a:pt x="430" y="386"/>
                </a:lnTo>
                <a:lnTo>
                  <a:pt x="429" y="386"/>
                </a:lnTo>
                <a:lnTo>
                  <a:pt x="430" y="387"/>
                </a:lnTo>
                <a:lnTo>
                  <a:pt x="431" y="387"/>
                </a:lnTo>
                <a:lnTo>
                  <a:pt x="431" y="388"/>
                </a:lnTo>
                <a:lnTo>
                  <a:pt x="431" y="389"/>
                </a:lnTo>
                <a:lnTo>
                  <a:pt x="430" y="390"/>
                </a:lnTo>
                <a:lnTo>
                  <a:pt x="431" y="390"/>
                </a:lnTo>
                <a:lnTo>
                  <a:pt x="431" y="391"/>
                </a:lnTo>
                <a:lnTo>
                  <a:pt x="432" y="391"/>
                </a:lnTo>
                <a:lnTo>
                  <a:pt x="432" y="390"/>
                </a:lnTo>
                <a:lnTo>
                  <a:pt x="432" y="391"/>
                </a:lnTo>
                <a:lnTo>
                  <a:pt x="433" y="391"/>
                </a:lnTo>
                <a:lnTo>
                  <a:pt x="433" y="392"/>
                </a:lnTo>
                <a:lnTo>
                  <a:pt x="433" y="393"/>
                </a:lnTo>
                <a:lnTo>
                  <a:pt x="433" y="392"/>
                </a:lnTo>
                <a:lnTo>
                  <a:pt x="433" y="393"/>
                </a:lnTo>
                <a:lnTo>
                  <a:pt x="433" y="394"/>
                </a:lnTo>
                <a:lnTo>
                  <a:pt x="432" y="394"/>
                </a:lnTo>
                <a:lnTo>
                  <a:pt x="431" y="394"/>
                </a:lnTo>
                <a:lnTo>
                  <a:pt x="431" y="393"/>
                </a:lnTo>
                <a:lnTo>
                  <a:pt x="430" y="393"/>
                </a:lnTo>
                <a:lnTo>
                  <a:pt x="429" y="393"/>
                </a:lnTo>
                <a:lnTo>
                  <a:pt x="429" y="394"/>
                </a:lnTo>
                <a:lnTo>
                  <a:pt x="428" y="394"/>
                </a:lnTo>
                <a:lnTo>
                  <a:pt x="428" y="393"/>
                </a:lnTo>
                <a:lnTo>
                  <a:pt x="427" y="392"/>
                </a:lnTo>
                <a:lnTo>
                  <a:pt x="426" y="393"/>
                </a:lnTo>
                <a:lnTo>
                  <a:pt x="426" y="394"/>
                </a:lnTo>
                <a:lnTo>
                  <a:pt x="427" y="394"/>
                </a:lnTo>
                <a:lnTo>
                  <a:pt x="426" y="394"/>
                </a:lnTo>
                <a:lnTo>
                  <a:pt x="425" y="394"/>
                </a:lnTo>
                <a:lnTo>
                  <a:pt x="425" y="395"/>
                </a:lnTo>
                <a:lnTo>
                  <a:pt x="425" y="397"/>
                </a:lnTo>
                <a:lnTo>
                  <a:pt x="425" y="398"/>
                </a:lnTo>
                <a:lnTo>
                  <a:pt x="425" y="399"/>
                </a:lnTo>
                <a:lnTo>
                  <a:pt x="425" y="400"/>
                </a:lnTo>
                <a:lnTo>
                  <a:pt x="425" y="401"/>
                </a:lnTo>
                <a:lnTo>
                  <a:pt x="425" y="402"/>
                </a:lnTo>
                <a:lnTo>
                  <a:pt x="425" y="403"/>
                </a:lnTo>
                <a:lnTo>
                  <a:pt x="425" y="404"/>
                </a:lnTo>
                <a:lnTo>
                  <a:pt x="426" y="404"/>
                </a:lnTo>
                <a:lnTo>
                  <a:pt x="425" y="404"/>
                </a:lnTo>
                <a:lnTo>
                  <a:pt x="425" y="405"/>
                </a:lnTo>
                <a:lnTo>
                  <a:pt x="426" y="405"/>
                </a:lnTo>
                <a:lnTo>
                  <a:pt x="426" y="404"/>
                </a:lnTo>
                <a:lnTo>
                  <a:pt x="426" y="405"/>
                </a:lnTo>
                <a:lnTo>
                  <a:pt x="426" y="406"/>
                </a:lnTo>
                <a:lnTo>
                  <a:pt x="425" y="406"/>
                </a:lnTo>
                <a:lnTo>
                  <a:pt x="425" y="407"/>
                </a:lnTo>
                <a:lnTo>
                  <a:pt x="425" y="406"/>
                </a:lnTo>
                <a:lnTo>
                  <a:pt x="424" y="406"/>
                </a:lnTo>
                <a:lnTo>
                  <a:pt x="424" y="407"/>
                </a:lnTo>
                <a:lnTo>
                  <a:pt x="423" y="406"/>
                </a:lnTo>
                <a:lnTo>
                  <a:pt x="423" y="407"/>
                </a:lnTo>
                <a:lnTo>
                  <a:pt x="423" y="408"/>
                </a:lnTo>
                <a:lnTo>
                  <a:pt x="422" y="408"/>
                </a:lnTo>
                <a:lnTo>
                  <a:pt x="422" y="407"/>
                </a:lnTo>
                <a:lnTo>
                  <a:pt x="421" y="407"/>
                </a:lnTo>
                <a:lnTo>
                  <a:pt x="421" y="408"/>
                </a:lnTo>
                <a:lnTo>
                  <a:pt x="419" y="408"/>
                </a:lnTo>
                <a:lnTo>
                  <a:pt x="418" y="408"/>
                </a:lnTo>
                <a:lnTo>
                  <a:pt x="417" y="408"/>
                </a:lnTo>
                <a:lnTo>
                  <a:pt x="416" y="408"/>
                </a:lnTo>
                <a:lnTo>
                  <a:pt x="415" y="408"/>
                </a:lnTo>
                <a:lnTo>
                  <a:pt x="414" y="408"/>
                </a:lnTo>
                <a:lnTo>
                  <a:pt x="414" y="407"/>
                </a:lnTo>
                <a:lnTo>
                  <a:pt x="413" y="407"/>
                </a:lnTo>
                <a:lnTo>
                  <a:pt x="412" y="408"/>
                </a:lnTo>
                <a:lnTo>
                  <a:pt x="411" y="408"/>
                </a:lnTo>
                <a:lnTo>
                  <a:pt x="410" y="408"/>
                </a:lnTo>
                <a:lnTo>
                  <a:pt x="409" y="408"/>
                </a:lnTo>
                <a:lnTo>
                  <a:pt x="408" y="408"/>
                </a:lnTo>
                <a:lnTo>
                  <a:pt x="408" y="409"/>
                </a:lnTo>
                <a:lnTo>
                  <a:pt x="407" y="409"/>
                </a:lnTo>
                <a:lnTo>
                  <a:pt x="407" y="410"/>
                </a:lnTo>
                <a:lnTo>
                  <a:pt x="407" y="412"/>
                </a:lnTo>
                <a:lnTo>
                  <a:pt x="406" y="412"/>
                </a:lnTo>
                <a:lnTo>
                  <a:pt x="406" y="413"/>
                </a:lnTo>
                <a:lnTo>
                  <a:pt x="407" y="413"/>
                </a:lnTo>
                <a:lnTo>
                  <a:pt x="408" y="413"/>
                </a:lnTo>
                <a:lnTo>
                  <a:pt x="409" y="413"/>
                </a:lnTo>
                <a:lnTo>
                  <a:pt x="410" y="414"/>
                </a:lnTo>
                <a:lnTo>
                  <a:pt x="410" y="415"/>
                </a:lnTo>
                <a:lnTo>
                  <a:pt x="410" y="416"/>
                </a:lnTo>
                <a:lnTo>
                  <a:pt x="410" y="417"/>
                </a:lnTo>
                <a:lnTo>
                  <a:pt x="410" y="418"/>
                </a:lnTo>
                <a:lnTo>
                  <a:pt x="410" y="419"/>
                </a:lnTo>
                <a:lnTo>
                  <a:pt x="410" y="421"/>
                </a:lnTo>
                <a:lnTo>
                  <a:pt x="409" y="422"/>
                </a:lnTo>
                <a:lnTo>
                  <a:pt x="410" y="422"/>
                </a:lnTo>
                <a:lnTo>
                  <a:pt x="409" y="422"/>
                </a:lnTo>
                <a:lnTo>
                  <a:pt x="409" y="423"/>
                </a:lnTo>
                <a:lnTo>
                  <a:pt x="408" y="423"/>
                </a:lnTo>
                <a:lnTo>
                  <a:pt x="407" y="424"/>
                </a:lnTo>
                <a:lnTo>
                  <a:pt x="406" y="424"/>
                </a:lnTo>
                <a:lnTo>
                  <a:pt x="405" y="424"/>
                </a:lnTo>
                <a:lnTo>
                  <a:pt x="405" y="423"/>
                </a:lnTo>
                <a:lnTo>
                  <a:pt x="404" y="423"/>
                </a:lnTo>
                <a:lnTo>
                  <a:pt x="403" y="422"/>
                </a:lnTo>
                <a:lnTo>
                  <a:pt x="402" y="422"/>
                </a:lnTo>
                <a:lnTo>
                  <a:pt x="401" y="422"/>
                </a:lnTo>
                <a:lnTo>
                  <a:pt x="401" y="423"/>
                </a:lnTo>
                <a:lnTo>
                  <a:pt x="400" y="423"/>
                </a:lnTo>
                <a:lnTo>
                  <a:pt x="399" y="423"/>
                </a:lnTo>
                <a:lnTo>
                  <a:pt x="399" y="424"/>
                </a:lnTo>
                <a:lnTo>
                  <a:pt x="398" y="423"/>
                </a:lnTo>
                <a:lnTo>
                  <a:pt x="398" y="424"/>
                </a:lnTo>
                <a:lnTo>
                  <a:pt x="398" y="425"/>
                </a:lnTo>
                <a:lnTo>
                  <a:pt x="397" y="425"/>
                </a:lnTo>
                <a:lnTo>
                  <a:pt x="396" y="426"/>
                </a:lnTo>
                <a:lnTo>
                  <a:pt x="396" y="427"/>
                </a:lnTo>
                <a:lnTo>
                  <a:pt x="395" y="427"/>
                </a:lnTo>
                <a:lnTo>
                  <a:pt x="395" y="426"/>
                </a:lnTo>
                <a:lnTo>
                  <a:pt x="393" y="426"/>
                </a:lnTo>
                <a:lnTo>
                  <a:pt x="392" y="427"/>
                </a:lnTo>
                <a:lnTo>
                  <a:pt x="392" y="426"/>
                </a:lnTo>
                <a:lnTo>
                  <a:pt x="391" y="426"/>
                </a:lnTo>
                <a:lnTo>
                  <a:pt x="391" y="427"/>
                </a:lnTo>
                <a:lnTo>
                  <a:pt x="390" y="427"/>
                </a:lnTo>
                <a:lnTo>
                  <a:pt x="391" y="428"/>
                </a:lnTo>
                <a:lnTo>
                  <a:pt x="392" y="428"/>
                </a:lnTo>
                <a:lnTo>
                  <a:pt x="393" y="429"/>
                </a:lnTo>
                <a:lnTo>
                  <a:pt x="393" y="430"/>
                </a:lnTo>
                <a:lnTo>
                  <a:pt x="393" y="431"/>
                </a:lnTo>
                <a:lnTo>
                  <a:pt x="393" y="432"/>
                </a:lnTo>
                <a:lnTo>
                  <a:pt x="393" y="433"/>
                </a:lnTo>
                <a:lnTo>
                  <a:pt x="393" y="434"/>
                </a:lnTo>
                <a:lnTo>
                  <a:pt x="393" y="435"/>
                </a:lnTo>
                <a:lnTo>
                  <a:pt x="392" y="435"/>
                </a:lnTo>
                <a:lnTo>
                  <a:pt x="392" y="436"/>
                </a:lnTo>
                <a:lnTo>
                  <a:pt x="391" y="436"/>
                </a:lnTo>
                <a:lnTo>
                  <a:pt x="391" y="435"/>
                </a:lnTo>
                <a:lnTo>
                  <a:pt x="390" y="435"/>
                </a:lnTo>
                <a:lnTo>
                  <a:pt x="390" y="436"/>
                </a:lnTo>
                <a:lnTo>
                  <a:pt x="389" y="436"/>
                </a:lnTo>
                <a:lnTo>
                  <a:pt x="389" y="437"/>
                </a:lnTo>
                <a:lnTo>
                  <a:pt x="388" y="437"/>
                </a:lnTo>
                <a:lnTo>
                  <a:pt x="388" y="438"/>
                </a:lnTo>
                <a:lnTo>
                  <a:pt x="388" y="439"/>
                </a:lnTo>
                <a:lnTo>
                  <a:pt x="387" y="438"/>
                </a:lnTo>
                <a:lnTo>
                  <a:pt x="386" y="438"/>
                </a:lnTo>
                <a:lnTo>
                  <a:pt x="385" y="438"/>
                </a:lnTo>
                <a:lnTo>
                  <a:pt x="384" y="438"/>
                </a:lnTo>
                <a:lnTo>
                  <a:pt x="383" y="438"/>
                </a:lnTo>
                <a:lnTo>
                  <a:pt x="382" y="438"/>
                </a:lnTo>
                <a:lnTo>
                  <a:pt x="383" y="438"/>
                </a:lnTo>
                <a:lnTo>
                  <a:pt x="382" y="438"/>
                </a:lnTo>
                <a:lnTo>
                  <a:pt x="381" y="438"/>
                </a:lnTo>
                <a:lnTo>
                  <a:pt x="381" y="439"/>
                </a:lnTo>
                <a:lnTo>
                  <a:pt x="380" y="439"/>
                </a:lnTo>
                <a:lnTo>
                  <a:pt x="380" y="440"/>
                </a:lnTo>
                <a:lnTo>
                  <a:pt x="379" y="440"/>
                </a:lnTo>
                <a:lnTo>
                  <a:pt x="379" y="441"/>
                </a:lnTo>
                <a:lnTo>
                  <a:pt x="378" y="442"/>
                </a:lnTo>
                <a:lnTo>
                  <a:pt x="378" y="443"/>
                </a:lnTo>
                <a:lnTo>
                  <a:pt x="377" y="443"/>
                </a:lnTo>
                <a:lnTo>
                  <a:pt x="377" y="444"/>
                </a:lnTo>
                <a:lnTo>
                  <a:pt x="377" y="445"/>
                </a:lnTo>
                <a:lnTo>
                  <a:pt x="376" y="445"/>
                </a:lnTo>
                <a:lnTo>
                  <a:pt x="376" y="446"/>
                </a:lnTo>
                <a:lnTo>
                  <a:pt x="375" y="447"/>
                </a:lnTo>
                <a:lnTo>
                  <a:pt x="374" y="448"/>
                </a:lnTo>
                <a:lnTo>
                  <a:pt x="374" y="447"/>
                </a:lnTo>
                <a:lnTo>
                  <a:pt x="373" y="447"/>
                </a:lnTo>
                <a:lnTo>
                  <a:pt x="373" y="446"/>
                </a:lnTo>
                <a:lnTo>
                  <a:pt x="372" y="446"/>
                </a:lnTo>
                <a:lnTo>
                  <a:pt x="372" y="445"/>
                </a:lnTo>
                <a:lnTo>
                  <a:pt x="372" y="444"/>
                </a:lnTo>
                <a:lnTo>
                  <a:pt x="372" y="443"/>
                </a:lnTo>
                <a:lnTo>
                  <a:pt x="371" y="443"/>
                </a:lnTo>
                <a:lnTo>
                  <a:pt x="371" y="442"/>
                </a:lnTo>
                <a:lnTo>
                  <a:pt x="370" y="442"/>
                </a:lnTo>
                <a:lnTo>
                  <a:pt x="370" y="441"/>
                </a:lnTo>
                <a:lnTo>
                  <a:pt x="370" y="440"/>
                </a:lnTo>
                <a:lnTo>
                  <a:pt x="370" y="439"/>
                </a:lnTo>
                <a:lnTo>
                  <a:pt x="370" y="438"/>
                </a:lnTo>
                <a:lnTo>
                  <a:pt x="369" y="438"/>
                </a:lnTo>
                <a:lnTo>
                  <a:pt x="369" y="437"/>
                </a:lnTo>
                <a:lnTo>
                  <a:pt x="370" y="436"/>
                </a:lnTo>
                <a:lnTo>
                  <a:pt x="369" y="436"/>
                </a:lnTo>
                <a:lnTo>
                  <a:pt x="369" y="435"/>
                </a:lnTo>
                <a:lnTo>
                  <a:pt x="368" y="435"/>
                </a:lnTo>
                <a:lnTo>
                  <a:pt x="368" y="434"/>
                </a:lnTo>
                <a:lnTo>
                  <a:pt x="368" y="433"/>
                </a:lnTo>
                <a:lnTo>
                  <a:pt x="368" y="432"/>
                </a:lnTo>
                <a:lnTo>
                  <a:pt x="368" y="431"/>
                </a:lnTo>
                <a:lnTo>
                  <a:pt x="367" y="431"/>
                </a:lnTo>
                <a:lnTo>
                  <a:pt x="367" y="430"/>
                </a:lnTo>
                <a:lnTo>
                  <a:pt x="367" y="431"/>
                </a:lnTo>
                <a:lnTo>
                  <a:pt x="367" y="432"/>
                </a:lnTo>
                <a:lnTo>
                  <a:pt x="367" y="433"/>
                </a:lnTo>
                <a:lnTo>
                  <a:pt x="366" y="433"/>
                </a:lnTo>
                <a:lnTo>
                  <a:pt x="365" y="434"/>
                </a:lnTo>
                <a:lnTo>
                  <a:pt x="364" y="434"/>
                </a:lnTo>
                <a:lnTo>
                  <a:pt x="363" y="434"/>
                </a:lnTo>
                <a:lnTo>
                  <a:pt x="363" y="435"/>
                </a:lnTo>
                <a:lnTo>
                  <a:pt x="362" y="435"/>
                </a:lnTo>
                <a:lnTo>
                  <a:pt x="363" y="435"/>
                </a:lnTo>
                <a:lnTo>
                  <a:pt x="362" y="435"/>
                </a:lnTo>
                <a:lnTo>
                  <a:pt x="361" y="435"/>
                </a:lnTo>
                <a:lnTo>
                  <a:pt x="361" y="434"/>
                </a:lnTo>
                <a:lnTo>
                  <a:pt x="361" y="433"/>
                </a:lnTo>
                <a:lnTo>
                  <a:pt x="361" y="432"/>
                </a:lnTo>
                <a:lnTo>
                  <a:pt x="361" y="431"/>
                </a:lnTo>
                <a:lnTo>
                  <a:pt x="362" y="431"/>
                </a:lnTo>
                <a:lnTo>
                  <a:pt x="362" y="430"/>
                </a:lnTo>
                <a:lnTo>
                  <a:pt x="361" y="430"/>
                </a:lnTo>
                <a:lnTo>
                  <a:pt x="362" y="429"/>
                </a:lnTo>
                <a:lnTo>
                  <a:pt x="363" y="429"/>
                </a:lnTo>
                <a:lnTo>
                  <a:pt x="362" y="428"/>
                </a:lnTo>
                <a:lnTo>
                  <a:pt x="361" y="429"/>
                </a:lnTo>
                <a:lnTo>
                  <a:pt x="360" y="429"/>
                </a:lnTo>
                <a:lnTo>
                  <a:pt x="359" y="429"/>
                </a:lnTo>
                <a:lnTo>
                  <a:pt x="358" y="430"/>
                </a:lnTo>
                <a:lnTo>
                  <a:pt x="357" y="430"/>
                </a:lnTo>
                <a:lnTo>
                  <a:pt x="356" y="430"/>
                </a:lnTo>
                <a:lnTo>
                  <a:pt x="355" y="430"/>
                </a:lnTo>
                <a:lnTo>
                  <a:pt x="354" y="430"/>
                </a:lnTo>
                <a:lnTo>
                  <a:pt x="353" y="430"/>
                </a:lnTo>
                <a:lnTo>
                  <a:pt x="352" y="430"/>
                </a:lnTo>
                <a:lnTo>
                  <a:pt x="349" y="430"/>
                </a:lnTo>
                <a:lnTo>
                  <a:pt x="348" y="430"/>
                </a:lnTo>
                <a:lnTo>
                  <a:pt x="347" y="430"/>
                </a:lnTo>
                <a:lnTo>
                  <a:pt x="346" y="430"/>
                </a:lnTo>
                <a:lnTo>
                  <a:pt x="345" y="430"/>
                </a:lnTo>
                <a:lnTo>
                  <a:pt x="344" y="430"/>
                </a:lnTo>
                <a:lnTo>
                  <a:pt x="343" y="430"/>
                </a:lnTo>
                <a:lnTo>
                  <a:pt x="343" y="429"/>
                </a:lnTo>
                <a:lnTo>
                  <a:pt x="342" y="429"/>
                </a:lnTo>
                <a:lnTo>
                  <a:pt x="341" y="429"/>
                </a:lnTo>
                <a:lnTo>
                  <a:pt x="339" y="427"/>
                </a:lnTo>
                <a:lnTo>
                  <a:pt x="338" y="427"/>
                </a:lnTo>
                <a:lnTo>
                  <a:pt x="337" y="426"/>
                </a:lnTo>
                <a:lnTo>
                  <a:pt x="337" y="425"/>
                </a:lnTo>
                <a:lnTo>
                  <a:pt x="336" y="425"/>
                </a:lnTo>
                <a:lnTo>
                  <a:pt x="336" y="424"/>
                </a:lnTo>
                <a:lnTo>
                  <a:pt x="335" y="424"/>
                </a:lnTo>
                <a:lnTo>
                  <a:pt x="335" y="423"/>
                </a:lnTo>
                <a:lnTo>
                  <a:pt x="334" y="423"/>
                </a:lnTo>
                <a:lnTo>
                  <a:pt x="334" y="422"/>
                </a:lnTo>
                <a:lnTo>
                  <a:pt x="333" y="422"/>
                </a:lnTo>
                <a:lnTo>
                  <a:pt x="332" y="422"/>
                </a:lnTo>
                <a:lnTo>
                  <a:pt x="331" y="421"/>
                </a:lnTo>
                <a:lnTo>
                  <a:pt x="330" y="421"/>
                </a:lnTo>
                <a:lnTo>
                  <a:pt x="329" y="420"/>
                </a:lnTo>
                <a:lnTo>
                  <a:pt x="328" y="420"/>
                </a:lnTo>
                <a:lnTo>
                  <a:pt x="328" y="419"/>
                </a:lnTo>
                <a:lnTo>
                  <a:pt x="328" y="418"/>
                </a:lnTo>
                <a:lnTo>
                  <a:pt x="327" y="417"/>
                </a:lnTo>
                <a:lnTo>
                  <a:pt x="327" y="416"/>
                </a:lnTo>
                <a:lnTo>
                  <a:pt x="326" y="416"/>
                </a:lnTo>
                <a:lnTo>
                  <a:pt x="325" y="414"/>
                </a:lnTo>
                <a:lnTo>
                  <a:pt x="325" y="413"/>
                </a:lnTo>
                <a:lnTo>
                  <a:pt x="324" y="412"/>
                </a:lnTo>
                <a:lnTo>
                  <a:pt x="324" y="410"/>
                </a:lnTo>
                <a:lnTo>
                  <a:pt x="324" y="409"/>
                </a:lnTo>
                <a:lnTo>
                  <a:pt x="324" y="407"/>
                </a:lnTo>
                <a:lnTo>
                  <a:pt x="323" y="407"/>
                </a:lnTo>
                <a:lnTo>
                  <a:pt x="322" y="406"/>
                </a:lnTo>
                <a:lnTo>
                  <a:pt x="322" y="405"/>
                </a:lnTo>
                <a:lnTo>
                  <a:pt x="322" y="404"/>
                </a:lnTo>
                <a:lnTo>
                  <a:pt x="321" y="404"/>
                </a:lnTo>
                <a:lnTo>
                  <a:pt x="321" y="405"/>
                </a:lnTo>
                <a:lnTo>
                  <a:pt x="320" y="405"/>
                </a:lnTo>
                <a:lnTo>
                  <a:pt x="319" y="405"/>
                </a:lnTo>
                <a:lnTo>
                  <a:pt x="318" y="405"/>
                </a:lnTo>
                <a:lnTo>
                  <a:pt x="317" y="405"/>
                </a:lnTo>
                <a:lnTo>
                  <a:pt x="316" y="405"/>
                </a:lnTo>
                <a:lnTo>
                  <a:pt x="316" y="404"/>
                </a:lnTo>
                <a:lnTo>
                  <a:pt x="316" y="405"/>
                </a:lnTo>
                <a:lnTo>
                  <a:pt x="315" y="405"/>
                </a:lnTo>
                <a:lnTo>
                  <a:pt x="314" y="404"/>
                </a:lnTo>
                <a:lnTo>
                  <a:pt x="313" y="405"/>
                </a:lnTo>
                <a:lnTo>
                  <a:pt x="311" y="405"/>
                </a:lnTo>
                <a:lnTo>
                  <a:pt x="313" y="405"/>
                </a:lnTo>
                <a:lnTo>
                  <a:pt x="314" y="405"/>
                </a:lnTo>
                <a:lnTo>
                  <a:pt x="313" y="406"/>
                </a:lnTo>
                <a:lnTo>
                  <a:pt x="311" y="406"/>
                </a:lnTo>
                <a:lnTo>
                  <a:pt x="311" y="407"/>
                </a:lnTo>
                <a:lnTo>
                  <a:pt x="310" y="407"/>
                </a:lnTo>
                <a:lnTo>
                  <a:pt x="310" y="406"/>
                </a:lnTo>
                <a:lnTo>
                  <a:pt x="309" y="406"/>
                </a:lnTo>
                <a:lnTo>
                  <a:pt x="309" y="405"/>
                </a:lnTo>
                <a:lnTo>
                  <a:pt x="308" y="404"/>
                </a:lnTo>
                <a:lnTo>
                  <a:pt x="307" y="404"/>
                </a:lnTo>
                <a:lnTo>
                  <a:pt x="306" y="404"/>
                </a:lnTo>
                <a:lnTo>
                  <a:pt x="305" y="405"/>
                </a:lnTo>
                <a:lnTo>
                  <a:pt x="305" y="404"/>
                </a:lnTo>
                <a:lnTo>
                  <a:pt x="304" y="404"/>
                </a:lnTo>
                <a:lnTo>
                  <a:pt x="304" y="405"/>
                </a:lnTo>
                <a:lnTo>
                  <a:pt x="303" y="404"/>
                </a:lnTo>
                <a:lnTo>
                  <a:pt x="302" y="404"/>
                </a:lnTo>
                <a:lnTo>
                  <a:pt x="302" y="405"/>
                </a:lnTo>
                <a:lnTo>
                  <a:pt x="302" y="406"/>
                </a:lnTo>
                <a:lnTo>
                  <a:pt x="301" y="406"/>
                </a:lnTo>
                <a:lnTo>
                  <a:pt x="300" y="406"/>
                </a:lnTo>
                <a:lnTo>
                  <a:pt x="299" y="406"/>
                </a:lnTo>
                <a:lnTo>
                  <a:pt x="299" y="405"/>
                </a:lnTo>
                <a:lnTo>
                  <a:pt x="298" y="405"/>
                </a:lnTo>
                <a:lnTo>
                  <a:pt x="297" y="406"/>
                </a:lnTo>
                <a:lnTo>
                  <a:pt x="296" y="406"/>
                </a:lnTo>
                <a:lnTo>
                  <a:pt x="295" y="407"/>
                </a:lnTo>
                <a:lnTo>
                  <a:pt x="296" y="408"/>
                </a:lnTo>
                <a:lnTo>
                  <a:pt x="295" y="408"/>
                </a:lnTo>
                <a:lnTo>
                  <a:pt x="296" y="408"/>
                </a:lnTo>
                <a:lnTo>
                  <a:pt x="297" y="408"/>
                </a:lnTo>
                <a:lnTo>
                  <a:pt x="296" y="409"/>
                </a:lnTo>
                <a:lnTo>
                  <a:pt x="296" y="408"/>
                </a:lnTo>
                <a:lnTo>
                  <a:pt x="295" y="408"/>
                </a:lnTo>
                <a:lnTo>
                  <a:pt x="294" y="409"/>
                </a:lnTo>
                <a:lnTo>
                  <a:pt x="294" y="408"/>
                </a:lnTo>
                <a:lnTo>
                  <a:pt x="293" y="409"/>
                </a:lnTo>
                <a:lnTo>
                  <a:pt x="292" y="409"/>
                </a:lnTo>
                <a:lnTo>
                  <a:pt x="292" y="410"/>
                </a:lnTo>
                <a:lnTo>
                  <a:pt x="292" y="412"/>
                </a:lnTo>
                <a:lnTo>
                  <a:pt x="292" y="410"/>
                </a:lnTo>
                <a:lnTo>
                  <a:pt x="293" y="412"/>
                </a:lnTo>
                <a:lnTo>
                  <a:pt x="292" y="412"/>
                </a:lnTo>
                <a:lnTo>
                  <a:pt x="291" y="412"/>
                </a:lnTo>
                <a:lnTo>
                  <a:pt x="291" y="410"/>
                </a:lnTo>
                <a:lnTo>
                  <a:pt x="291" y="412"/>
                </a:lnTo>
                <a:lnTo>
                  <a:pt x="291" y="410"/>
                </a:lnTo>
                <a:lnTo>
                  <a:pt x="290" y="410"/>
                </a:lnTo>
                <a:lnTo>
                  <a:pt x="290" y="412"/>
                </a:lnTo>
                <a:lnTo>
                  <a:pt x="290" y="410"/>
                </a:lnTo>
                <a:lnTo>
                  <a:pt x="289" y="410"/>
                </a:lnTo>
                <a:lnTo>
                  <a:pt x="289" y="409"/>
                </a:lnTo>
                <a:lnTo>
                  <a:pt x="290" y="409"/>
                </a:lnTo>
                <a:lnTo>
                  <a:pt x="290" y="408"/>
                </a:lnTo>
                <a:lnTo>
                  <a:pt x="289" y="409"/>
                </a:lnTo>
                <a:lnTo>
                  <a:pt x="289" y="408"/>
                </a:lnTo>
                <a:lnTo>
                  <a:pt x="288" y="408"/>
                </a:lnTo>
                <a:lnTo>
                  <a:pt x="288" y="407"/>
                </a:lnTo>
                <a:lnTo>
                  <a:pt x="287" y="407"/>
                </a:lnTo>
                <a:lnTo>
                  <a:pt x="287" y="406"/>
                </a:lnTo>
                <a:lnTo>
                  <a:pt x="286" y="406"/>
                </a:lnTo>
                <a:lnTo>
                  <a:pt x="286" y="407"/>
                </a:lnTo>
                <a:lnTo>
                  <a:pt x="286" y="406"/>
                </a:lnTo>
                <a:lnTo>
                  <a:pt x="285" y="406"/>
                </a:lnTo>
                <a:lnTo>
                  <a:pt x="284" y="406"/>
                </a:lnTo>
                <a:lnTo>
                  <a:pt x="283" y="406"/>
                </a:lnTo>
                <a:lnTo>
                  <a:pt x="283" y="405"/>
                </a:lnTo>
                <a:lnTo>
                  <a:pt x="282" y="405"/>
                </a:lnTo>
                <a:lnTo>
                  <a:pt x="282" y="406"/>
                </a:lnTo>
                <a:lnTo>
                  <a:pt x="281" y="406"/>
                </a:lnTo>
                <a:lnTo>
                  <a:pt x="281" y="407"/>
                </a:lnTo>
                <a:lnTo>
                  <a:pt x="281" y="406"/>
                </a:lnTo>
                <a:lnTo>
                  <a:pt x="280" y="406"/>
                </a:lnTo>
                <a:lnTo>
                  <a:pt x="279" y="406"/>
                </a:lnTo>
                <a:lnTo>
                  <a:pt x="279" y="405"/>
                </a:lnTo>
                <a:lnTo>
                  <a:pt x="278" y="405"/>
                </a:lnTo>
                <a:lnTo>
                  <a:pt x="278" y="404"/>
                </a:lnTo>
                <a:lnTo>
                  <a:pt x="277" y="404"/>
                </a:lnTo>
                <a:lnTo>
                  <a:pt x="276" y="404"/>
                </a:lnTo>
                <a:lnTo>
                  <a:pt x="277" y="403"/>
                </a:lnTo>
                <a:lnTo>
                  <a:pt x="276" y="403"/>
                </a:lnTo>
                <a:lnTo>
                  <a:pt x="276" y="404"/>
                </a:lnTo>
                <a:lnTo>
                  <a:pt x="275" y="404"/>
                </a:lnTo>
                <a:lnTo>
                  <a:pt x="275" y="403"/>
                </a:lnTo>
                <a:lnTo>
                  <a:pt x="274" y="403"/>
                </a:lnTo>
                <a:lnTo>
                  <a:pt x="274" y="404"/>
                </a:lnTo>
                <a:lnTo>
                  <a:pt x="273" y="404"/>
                </a:lnTo>
                <a:lnTo>
                  <a:pt x="274" y="404"/>
                </a:lnTo>
                <a:lnTo>
                  <a:pt x="273" y="404"/>
                </a:lnTo>
                <a:lnTo>
                  <a:pt x="273" y="405"/>
                </a:lnTo>
                <a:lnTo>
                  <a:pt x="272" y="405"/>
                </a:lnTo>
                <a:lnTo>
                  <a:pt x="273" y="404"/>
                </a:lnTo>
                <a:lnTo>
                  <a:pt x="273" y="403"/>
                </a:lnTo>
                <a:lnTo>
                  <a:pt x="273" y="402"/>
                </a:lnTo>
                <a:lnTo>
                  <a:pt x="274" y="402"/>
                </a:lnTo>
                <a:lnTo>
                  <a:pt x="275" y="402"/>
                </a:lnTo>
                <a:lnTo>
                  <a:pt x="274" y="402"/>
                </a:lnTo>
                <a:lnTo>
                  <a:pt x="273" y="402"/>
                </a:lnTo>
                <a:lnTo>
                  <a:pt x="273" y="403"/>
                </a:lnTo>
                <a:lnTo>
                  <a:pt x="273" y="402"/>
                </a:lnTo>
                <a:lnTo>
                  <a:pt x="272" y="403"/>
                </a:lnTo>
                <a:lnTo>
                  <a:pt x="271" y="402"/>
                </a:lnTo>
                <a:lnTo>
                  <a:pt x="270" y="402"/>
                </a:lnTo>
                <a:lnTo>
                  <a:pt x="270" y="401"/>
                </a:lnTo>
                <a:lnTo>
                  <a:pt x="270" y="400"/>
                </a:lnTo>
                <a:lnTo>
                  <a:pt x="271" y="400"/>
                </a:lnTo>
                <a:lnTo>
                  <a:pt x="271" y="399"/>
                </a:lnTo>
                <a:lnTo>
                  <a:pt x="270" y="399"/>
                </a:lnTo>
                <a:lnTo>
                  <a:pt x="271" y="399"/>
                </a:lnTo>
                <a:lnTo>
                  <a:pt x="271" y="398"/>
                </a:lnTo>
                <a:lnTo>
                  <a:pt x="270" y="398"/>
                </a:lnTo>
                <a:lnTo>
                  <a:pt x="271" y="398"/>
                </a:lnTo>
                <a:lnTo>
                  <a:pt x="271" y="397"/>
                </a:lnTo>
                <a:lnTo>
                  <a:pt x="272" y="397"/>
                </a:lnTo>
                <a:lnTo>
                  <a:pt x="272" y="396"/>
                </a:lnTo>
                <a:lnTo>
                  <a:pt x="271" y="396"/>
                </a:lnTo>
                <a:lnTo>
                  <a:pt x="272" y="395"/>
                </a:lnTo>
                <a:lnTo>
                  <a:pt x="272" y="394"/>
                </a:lnTo>
                <a:lnTo>
                  <a:pt x="271" y="395"/>
                </a:lnTo>
                <a:lnTo>
                  <a:pt x="271" y="394"/>
                </a:lnTo>
                <a:lnTo>
                  <a:pt x="271" y="393"/>
                </a:lnTo>
                <a:lnTo>
                  <a:pt x="271" y="392"/>
                </a:lnTo>
                <a:lnTo>
                  <a:pt x="270" y="392"/>
                </a:lnTo>
                <a:lnTo>
                  <a:pt x="270" y="391"/>
                </a:lnTo>
                <a:lnTo>
                  <a:pt x="269" y="391"/>
                </a:lnTo>
                <a:lnTo>
                  <a:pt x="269" y="392"/>
                </a:lnTo>
                <a:lnTo>
                  <a:pt x="269" y="393"/>
                </a:lnTo>
                <a:lnTo>
                  <a:pt x="269" y="394"/>
                </a:lnTo>
                <a:lnTo>
                  <a:pt x="268" y="394"/>
                </a:lnTo>
                <a:lnTo>
                  <a:pt x="269" y="395"/>
                </a:lnTo>
                <a:lnTo>
                  <a:pt x="269" y="396"/>
                </a:lnTo>
                <a:lnTo>
                  <a:pt x="269" y="395"/>
                </a:lnTo>
                <a:lnTo>
                  <a:pt x="268" y="395"/>
                </a:lnTo>
                <a:lnTo>
                  <a:pt x="266" y="395"/>
                </a:lnTo>
                <a:lnTo>
                  <a:pt x="265" y="394"/>
                </a:lnTo>
                <a:lnTo>
                  <a:pt x="264" y="395"/>
                </a:lnTo>
                <a:lnTo>
                  <a:pt x="263" y="395"/>
                </a:lnTo>
                <a:lnTo>
                  <a:pt x="263" y="396"/>
                </a:lnTo>
                <a:lnTo>
                  <a:pt x="262" y="396"/>
                </a:lnTo>
                <a:lnTo>
                  <a:pt x="261" y="395"/>
                </a:lnTo>
                <a:lnTo>
                  <a:pt x="260" y="395"/>
                </a:lnTo>
                <a:lnTo>
                  <a:pt x="260" y="396"/>
                </a:lnTo>
                <a:lnTo>
                  <a:pt x="259" y="396"/>
                </a:lnTo>
                <a:lnTo>
                  <a:pt x="259" y="395"/>
                </a:lnTo>
                <a:lnTo>
                  <a:pt x="258" y="395"/>
                </a:lnTo>
                <a:lnTo>
                  <a:pt x="257" y="395"/>
                </a:lnTo>
                <a:lnTo>
                  <a:pt x="257" y="394"/>
                </a:lnTo>
                <a:lnTo>
                  <a:pt x="256" y="394"/>
                </a:lnTo>
                <a:lnTo>
                  <a:pt x="256" y="395"/>
                </a:lnTo>
                <a:lnTo>
                  <a:pt x="256" y="394"/>
                </a:lnTo>
                <a:lnTo>
                  <a:pt x="256" y="393"/>
                </a:lnTo>
                <a:lnTo>
                  <a:pt x="256" y="392"/>
                </a:lnTo>
                <a:lnTo>
                  <a:pt x="255" y="392"/>
                </a:lnTo>
                <a:lnTo>
                  <a:pt x="255" y="391"/>
                </a:lnTo>
                <a:lnTo>
                  <a:pt x="254" y="391"/>
                </a:lnTo>
                <a:lnTo>
                  <a:pt x="254" y="392"/>
                </a:lnTo>
                <a:lnTo>
                  <a:pt x="253" y="392"/>
                </a:lnTo>
                <a:lnTo>
                  <a:pt x="252" y="392"/>
                </a:lnTo>
                <a:lnTo>
                  <a:pt x="251" y="392"/>
                </a:lnTo>
                <a:lnTo>
                  <a:pt x="252" y="393"/>
                </a:lnTo>
                <a:lnTo>
                  <a:pt x="251" y="393"/>
                </a:lnTo>
                <a:lnTo>
                  <a:pt x="251" y="394"/>
                </a:lnTo>
                <a:lnTo>
                  <a:pt x="250" y="395"/>
                </a:lnTo>
                <a:lnTo>
                  <a:pt x="249" y="395"/>
                </a:lnTo>
                <a:lnTo>
                  <a:pt x="248" y="395"/>
                </a:lnTo>
                <a:lnTo>
                  <a:pt x="248" y="396"/>
                </a:lnTo>
                <a:lnTo>
                  <a:pt x="247" y="396"/>
                </a:lnTo>
                <a:lnTo>
                  <a:pt x="247" y="397"/>
                </a:lnTo>
                <a:lnTo>
                  <a:pt x="247" y="398"/>
                </a:lnTo>
                <a:lnTo>
                  <a:pt x="246" y="397"/>
                </a:lnTo>
                <a:lnTo>
                  <a:pt x="245" y="398"/>
                </a:lnTo>
                <a:lnTo>
                  <a:pt x="244" y="398"/>
                </a:lnTo>
                <a:lnTo>
                  <a:pt x="243" y="398"/>
                </a:lnTo>
                <a:lnTo>
                  <a:pt x="242" y="398"/>
                </a:lnTo>
                <a:lnTo>
                  <a:pt x="241" y="398"/>
                </a:lnTo>
                <a:lnTo>
                  <a:pt x="241" y="397"/>
                </a:lnTo>
                <a:lnTo>
                  <a:pt x="241" y="398"/>
                </a:lnTo>
                <a:lnTo>
                  <a:pt x="240" y="398"/>
                </a:lnTo>
                <a:lnTo>
                  <a:pt x="240" y="397"/>
                </a:lnTo>
                <a:lnTo>
                  <a:pt x="239" y="397"/>
                </a:lnTo>
                <a:lnTo>
                  <a:pt x="239" y="398"/>
                </a:lnTo>
                <a:lnTo>
                  <a:pt x="238" y="398"/>
                </a:lnTo>
                <a:lnTo>
                  <a:pt x="237" y="398"/>
                </a:lnTo>
                <a:lnTo>
                  <a:pt x="236" y="398"/>
                </a:lnTo>
                <a:lnTo>
                  <a:pt x="235" y="398"/>
                </a:lnTo>
                <a:lnTo>
                  <a:pt x="235" y="397"/>
                </a:lnTo>
                <a:lnTo>
                  <a:pt x="234" y="398"/>
                </a:lnTo>
                <a:lnTo>
                  <a:pt x="233" y="398"/>
                </a:lnTo>
                <a:lnTo>
                  <a:pt x="232" y="398"/>
                </a:lnTo>
                <a:lnTo>
                  <a:pt x="232" y="397"/>
                </a:lnTo>
                <a:lnTo>
                  <a:pt x="231" y="397"/>
                </a:lnTo>
                <a:lnTo>
                  <a:pt x="230" y="397"/>
                </a:lnTo>
                <a:lnTo>
                  <a:pt x="229" y="398"/>
                </a:lnTo>
                <a:lnTo>
                  <a:pt x="228" y="398"/>
                </a:lnTo>
                <a:lnTo>
                  <a:pt x="227" y="398"/>
                </a:lnTo>
                <a:lnTo>
                  <a:pt x="226" y="398"/>
                </a:lnTo>
                <a:lnTo>
                  <a:pt x="226" y="397"/>
                </a:lnTo>
                <a:lnTo>
                  <a:pt x="225" y="397"/>
                </a:lnTo>
                <a:lnTo>
                  <a:pt x="224" y="398"/>
                </a:lnTo>
                <a:lnTo>
                  <a:pt x="223" y="398"/>
                </a:lnTo>
                <a:lnTo>
                  <a:pt x="222" y="398"/>
                </a:lnTo>
                <a:lnTo>
                  <a:pt x="221" y="398"/>
                </a:lnTo>
                <a:lnTo>
                  <a:pt x="220" y="399"/>
                </a:lnTo>
                <a:lnTo>
                  <a:pt x="220" y="398"/>
                </a:lnTo>
                <a:lnTo>
                  <a:pt x="219" y="398"/>
                </a:lnTo>
                <a:lnTo>
                  <a:pt x="218" y="398"/>
                </a:lnTo>
                <a:lnTo>
                  <a:pt x="218" y="397"/>
                </a:lnTo>
                <a:lnTo>
                  <a:pt x="218" y="396"/>
                </a:lnTo>
                <a:lnTo>
                  <a:pt x="218" y="395"/>
                </a:lnTo>
                <a:lnTo>
                  <a:pt x="217" y="395"/>
                </a:lnTo>
                <a:lnTo>
                  <a:pt x="217" y="394"/>
                </a:lnTo>
                <a:lnTo>
                  <a:pt x="216" y="394"/>
                </a:lnTo>
                <a:lnTo>
                  <a:pt x="216" y="393"/>
                </a:lnTo>
                <a:lnTo>
                  <a:pt x="215" y="393"/>
                </a:lnTo>
                <a:lnTo>
                  <a:pt x="213" y="393"/>
                </a:lnTo>
                <a:lnTo>
                  <a:pt x="213" y="392"/>
                </a:lnTo>
                <a:lnTo>
                  <a:pt x="212" y="392"/>
                </a:lnTo>
                <a:lnTo>
                  <a:pt x="211" y="392"/>
                </a:lnTo>
                <a:lnTo>
                  <a:pt x="211" y="391"/>
                </a:lnTo>
                <a:lnTo>
                  <a:pt x="212" y="392"/>
                </a:lnTo>
                <a:lnTo>
                  <a:pt x="213" y="389"/>
                </a:lnTo>
                <a:lnTo>
                  <a:pt x="214" y="387"/>
                </a:lnTo>
                <a:lnTo>
                  <a:pt x="215" y="384"/>
                </a:lnTo>
                <a:lnTo>
                  <a:pt x="216" y="383"/>
                </a:lnTo>
                <a:lnTo>
                  <a:pt x="216" y="382"/>
                </a:lnTo>
                <a:lnTo>
                  <a:pt x="217" y="382"/>
                </a:lnTo>
                <a:lnTo>
                  <a:pt x="217" y="383"/>
                </a:lnTo>
                <a:lnTo>
                  <a:pt x="217" y="384"/>
                </a:lnTo>
                <a:lnTo>
                  <a:pt x="217" y="385"/>
                </a:lnTo>
                <a:lnTo>
                  <a:pt x="218" y="385"/>
                </a:lnTo>
                <a:lnTo>
                  <a:pt x="218" y="384"/>
                </a:lnTo>
                <a:lnTo>
                  <a:pt x="220" y="384"/>
                </a:lnTo>
                <a:lnTo>
                  <a:pt x="221" y="384"/>
                </a:lnTo>
                <a:lnTo>
                  <a:pt x="222" y="384"/>
                </a:lnTo>
                <a:lnTo>
                  <a:pt x="222" y="383"/>
                </a:lnTo>
                <a:lnTo>
                  <a:pt x="223" y="383"/>
                </a:lnTo>
                <a:lnTo>
                  <a:pt x="223" y="382"/>
                </a:lnTo>
                <a:lnTo>
                  <a:pt x="224" y="382"/>
                </a:lnTo>
                <a:lnTo>
                  <a:pt x="224" y="381"/>
                </a:lnTo>
                <a:lnTo>
                  <a:pt x="225" y="381"/>
                </a:lnTo>
                <a:lnTo>
                  <a:pt x="225" y="380"/>
                </a:lnTo>
                <a:lnTo>
                  <a:pt x="226" y="379"/>
                </a:lnTo>
                <a:lnTo>
                  <a:pt x="226" y="378"/>
                </a:lnTo>
                <a:lnTo>
                  <a:pt x="227" y="377"/>
                </a:lnTo>
                <a:lnTo>
                  <a:pt x="227" y="376"/>
                </a:lnTo>
                <a:lnTo>
                  <a:pt x="227" y="373"/>
                </a:lnTo>
                <a:lnTo>
                  <a:pt x="227" y="371"/>
                </a:lnTo>
                <a:lnTo>
                  <a:pt x="227" y="370"/>
                </a:lnTo>
                <a:lnTo>
                  <a:pt x="228" y="368"/>
                </a:lnTo>
                <a:lnTo>
                  <a:pt x="227" y="367"/>
                </a:lnTo>
                <a:lnTo>
                  <a:pt x="227" y="366"/>
                </a:lnTo>
                <a:lnTo>
                  <a:pt x="226" y="365"/>
                </a:lnTo>
                <a:lnTo>
                  <a:pt x="227" y="364"/>
                </a:lnTo>
                <a:lnTo>
                  <a:pt x="226" y="364"/>
                </a:lnTo>
                <a:lnTo>
                  <a:pt x="226" y="363"/>
                </a:lnTo>
                <a:lnTo>
                  <a:pt x="226" y="364"/>
                </a:lnTo>
                <a:lnTo>
                  <a:pt x="226" y="362"/>
                </a:lnTo>
                <a:lnTo>
                  <a:pt x="227" y="362"/>
                </a:lnTo>
                <a:lnTo>
                  <a:pt x="226" y="361"/>
                </a:lnTo>
                <a:lnTo>
                  <a:pt x="225" y="361"/>
                </a:lnTo>
                <a:lnTo>
                  <a:pt x="226" y="361"/>
                </a:lnTo>
                <a:lnTo>
                  <a:pt x="226" y="360"/>
                </a:lnTo>
                <a:lnTo>
                  <a:pt x="226" y="359"/>
                </a:lnTo>
                <a:lnTo>
                  <a:pt x="225" y="359"/>
                </a:lnTo>
                <a:lnTo>
                  <a:pt x="225" y="358"/>
                </a:lnTo>
                <a:lnTo>
                  <a:pt x="224" y="358"/>
                </a:lnTo>
                <a:lnTo>
                  <a:pt x="224" y="357"/>
                </a:lnTo>
                <a:lnTo>
                  <a:pt x="223" y="357"/>
                </a:lnTo>
                <a:lnTo>
                  <a:pt x="222" y="358"/>
                </a:lnTo>
                <a:lnTo>
                  <a:pt x="222" y="357"/>
                </a:lnTo>
                <a:lnTo>
                  <a:pt x="221" y="358"/>
                </a:lnTo>
                <a:lnTo>
                  <a:pt x="222" y="358"/>
                </a:lnTo>
                <a:lnTo>
                  <a:pt x="221" y="359"/>
                </a:lnTo>
                <a:lnTo>
                  <a:pt x="220" y="359"/>
                </a:lnTo>
                <a:lnTo>
                  <a:pt x="220" y="358"/>
                </a:lnTo>
                <a:lnTo>
                  <a:pt x="219" y="358"/>
                </a:lnTo>
                <a:lnTo>
                  <a:pt x="219" y="357"/>
                </a:lnTo>
                <a:lnTo>
                  <a:pt x="219" y="356"/>
                </a:lnTo>
                <a:lnTo>
                  <a:pt x="218" y="355"/>
                </a:lnTo>
                <a:lnTo>
                  <a:pt x="219" y="354"/>
                </a:lnTo>
                <a:lnTo>
                  <a:pt x="219" y="353"/>
                </a:lnTo>
                <a:lnTo>
                  <a:pt x="218" y="353"/>
                </a:lnTo>
                <a:lnTo>
                  <a:pt x="218" y="352"/>
                </a:lnTo>
                <a:lnTo>
                  <a:pt x="217" y="352"/>
                </a:lnTo>
                <a:lnTo>
                  <a:pt x="216" y="352"/>
                </a:lnTo>
                <a:lnTo>
                  <a:pt x="215" y="352"/>
                </a:lnTo>
                <a:lnTo>
                  <a:pt x="215" y="353"/>
                </a:lnTo>
                <a:lnTo>
                  <a:pt x="215" y="354"/>
                </a:lnTo>
                <a:lnTo>
                  <a:pt x="215" y="355"/>
                </a:lnTo>
                <a:lnTo>
                  <a:pt x="214" y="355"/>
                </a:lnTo>
                <a:lnTo>
                  <a:pt x="214" y="356"/>
                </a:lnTo>
                <a:lnTo>
                  <a:pt x="214" y="357"/>
                </a:lnTo>
                <a:lnTo>
                  <a:pt x="213" y="357"/>
                </a:lnTo>
                <a:lnTo>
                  <a:pt x="213" y="358"/>
                </a:lnTo>
                <a:lnTo>
                  <a:pt x="212" y="358"/>
                </a:lnTo>
                <a:lnTo>
                  <a:pt x="212" y="357"/>
                </a:lnTo>
                <a:lnTo>
                  <a:pt x="212" y="356"/>
                </a:lnTo>
                <a:lnTo>
                  <a:pt x="211" y="357"/>
                </a:lnTo>
                <a:lnTo>
                  <a:pt x="211" y="356"/>
                </a:lnTo>
                <a:lnTo>
                  <a:pt x="210" y="357"/>
                </a:lnTo>
                <a:lnTo>
                  <a:pt x="209" y="357"/>
                </a:lnTo>
                <a:lnTo>
                  <a:pt x="209" y="356"/>
                </a:lnTo>
                <a:lnTo>
                  <a:pt x="208" y="356"/>
                </a:lnTo>
                <a:lnTo>
                  <a:pt x="207" y="357"/>
                </a:lnTo>
                <a:lnTo>
                  <a:pt x="207" y="356"/>
                </a:lnTo>
                <a:lnTo>
                  <a:pt x="206" y="356"/>
                </a:lnTo>
                <a:lnTo>
                  <a:pt x="206" y="355"/>
                </a:lnTo>
                <a:lnTo>
                  <a:pt x="206" y="354"/>
                </a:lnTo>
                <a:lnTo>
                  <a:pt x="206" y="353"/>
                </a:lnTo>
                <a:lnTo>
                  <a:pt x="206" y="352"/>
                </a:lnTo>
                <a:lnTo>
                  <a:pt x="207" y="352"/>
                </a:lnTo>
                <a:lnTo>
                  <a:pt x="208" y="352"/>
                </a:lnTo>
                <a:lnTo>
                  <a:pt x="208" y="351"/>
                </a:lnTo>
                <a:lnTo>
                  <a:pt x="209" y="351"/>
                </a:lnTo>
                <a:lnTo>
                  <a:pt x="209" y="350"/>
                </a:lnTo>
                <a:lnTo>
                  <a:pt x="210" y="350"/>
                </a:lnTo>
                <a:lnTo>
                  <a:pt x="210" y="349"/>
                </a:lnTo>
                <a:lnTo>
                  <a:pt x="209" y="349"/>
                </a:lnTo>
                <a:lnTo>
                  <a:pt x="210" y="349"/>
                </a:lnTo>
                <a:lnTo>
                  <a:pt x="210" y="348"/>
                </a:lnTo>
                <a:lnTo>
                  <a:pt x="209" y="348"/>
                </a:lnTo>
                <a:lnTo>
                  <a:pt x="209" y="347"/>
                </a:lnTo>
                <a:lnTo>
                  <a:pt x="208" y="347"/>
                </a:lnTo>
                <a:lnTo>
                  <a:pt x="207" y="347"/>
                </a:lnTo>
                <a:lnTo>
                  <a:pt x="206" y="347"/>
                </a:lnTo>
                <a:lnTo>
                  <a:pt x="206" y="346"/>
                </a:lnTo>
                <a:lnTo>
                  <a:pt x="205" y="346"/>
                </a:lnTo>
                <a:lnTo>
                  <a:pt x="206" y="345"/>
                </a:lnTo>
                <a:lnTo>
                  <a:pt x="206" y="344"/>
                </a:lnTo>
                <a:lnTo>
                  <a:pt x="204" y="344"/>
                </a:lnTo>
                <a:lnTo>
                  <a:pt x="203" y="345"/>
                </a:lnTo>
                <a:lnTo>
                  <a:pt x="202" y="344"/>
                </a:lnTo>
                <a:lnTo>
                  <a:pt x="202" y="345"/>
                </a:lnTo>
                <a:lnTo>
                  <a:pt x="201" y="345"/>
                </a:lnTo>
                <a:lnTo>
                  <a:pt x="201" y="346"/>
                </a:lnTo>
                <a:lnTo>
                  <a:pt x="200" y="346"/>
                </a:lnTo>
                <a:lnTo>
                  <a:pt x="199" y="346"/>
                </a:lnTo>
                <a:lnTo>
                  <a:pt x="198" y="346"/>
                </a:lnTo>
                <a:lnTo>
                  <a:pt x="198" y="347"/>
                </a:lnTo>
                <a:lnTo>
                  <a:pt x="197" y="347"/>
                </a:lnTo>
                <a:lnTo>
                  <a:pt x="196" y="347"/>
                </a:lnTo>
                <a:lnTo>
                  <a:pt x="196" y="346"/>
                </a:lnTo>
                <a:lnTo>
                  <a:pt x="195" y="347"/>
                </a:lnTo>
                <a:lnTo>
                  <a:pt x="195" y="346"/>
                </a:lnTo>
                <a:lnTo>
                  <a:pt x="194" y="346"/>
                </a:lnTo>
                <a:lnTo>
                  <a:pt x="195" y="345"/>
                </a:lnTo>
                <a:lnTo>
                  <a:pt x="196" y="345"/>
                </a:lnTo>
                <a:lnTo>
                  <a:pt x="196" y="344"/>
                </a:lnTo>
                <a:lnTo>
                  <a:pt x="197" y="344"/>
                </a:lnTo>
                <a:lnTo>
                  <a:pt x="196" y="344"/>
                </a:lnTo>
                <a:lnTo>
                  <a:pt x="196" y="343"/>
                </a:lnTo>
                <a:lnTo>
                  <a:pt x="195" y="344"/>
                </a:lnTo>
                <a:lnTo>
                  <a:pt x="194" y="344"/>
                </a:lnTo>
                <a:lnTo>
                  <a:pt x="193" y="344"/>
                </a:lnTo>
                <a:lnTo>
                  <a:pt x="193" y="343"/>
                </a:lnTo>
                <a:lnTo>
                  <a:pt x="192" y="343"/>
                </a:lnTo>
                <a:lnTo>
                  <a:pt x="192" y="342"/>
                </a:lnTo>
                <a:lnTo>
                  <a:pt x="191" y="342"/>
                </a:lnTo>
                <a:lnTo>
                  <a:pt x="191" y="341"/>
                </a:lnTo>
                <a:lnTo>
                  <a:pt x="192" y="339"/>
                </a:lnTo>
                <a:lnTo>
                  <a:pt x="193" y="337"/>
                </a:lnTo>
                <a:lnTo>
                  <a:pt x="193" y="336"/>
                </a:lnTo>
                <a:lnTo>
                  <a:pt x="192" y="336"/>
                </a:lnTo>
                <a:lnTo>
                  <a:pt x="190" y="335"/>
                </a:lnTo>
                <a:lnTo>
                  <a:pt x="190" y="334"/>
                </a:lnTo>
                <a:lnTo>
                  <a:pt x="190" y="333"/>
                </a:lnTo>
                <a:lnTo>
                  <a:pt x="191" y="332"/>
                </a:lnTo>
                <a:lnTo>
                  <a:pt x="190" y="331"/>
                </a:lnTo>
                <a:lnTo>
                  <a:pt x="189" y="331"/>
                </a:lnTo>
                <a:lnTo>
                  <a:pt x="188" y="332"/>
                </a:lnTo>
                <a:lnTo>
                  <a:pt x="188" y="331"/>
                </a:lnTo>
                <a:lnTo>
                  <a:pt x="187" y="331"/>
                </a:lnTo>
                <a:lnTo>
                  <a:pt x="187" y="330"/>
                </a:lnTo>
                <a:lnTo>
                  <a:pt x="186" y="330"/>
                </a:lnTo>
                <a:lnTo>
                  <a:pt x="186" y="331"/>
                </a:lnTo>
                <a:lnTo>
                  <a:pt x="185" y="331"/>
                </a:lnTo>
                <a:lnTo>
                  <a:pt x="185" y="330"/>
                </a:lnTo>
                <a:lnTo>
                  <a:pt x="184" y="330"/>
                </a:lnTo>
                <a:lnTo>
                  <a:pt x="185" y="329"/>
                </a:lnTo>
                <a:lnTo>
                  <a:pt x="184" y="329"/>
                </a:lnTo>
                <a:lnTo>
                  <a:pt x="183" y="328"/>
                </a:lnTo>
                <a:lnTo>
                  <a:pt x="182" y="329"/>
                </a:lnTo>
                <a:lnTo>
                  <a:pt x="181" y="329"/>
                </a:lnTo>
                <a:lnTo>
                  <a:pt x="181" y="328"/>
                </a:lnTo>
                <a:lnTo>
                  <a:pt x="182" y="328"/>
                </a:lnTo>
                <a:lnTo>
                  <a:pt x="181" y="328"/>
                </a:lnTo>
                <a:lnTo>
                  <a:pt x="181" y="327"/>
                </a:lnTo>
                <a:lnTo>
                  <a:pt x="180" y="327"/>
                </a:lnTo>
                <a:lnTo>
                  <a:pt x="180" y="326"/>
                </a:lnTo>
                <a:lnTo>
                  <a:pt x="181" y="326"/>
                </a:lnTo>
                <a:lnTo>
                  <a:pt x="181" y="325"/>
                </a:lnTo>
                <a:lnTo>
                  <a:pt x="181" y="324"/>
                </a:lnTo>
                <a:lnTo>
                  <a:pt x="181" y="323"/>
                </a:lnTo>
                <a:lnTo>
                  <a:pt x="182" y="323"/>
                </a:lnTo>
                <a:lnTo>
                  <a:pt x="182" y="322"/>
                </a:lnTo>
                <a:lnTo>
                  <a:pt x="181" y="322"/>
                </a:lnTo>
                <a:lnTo>
                  <a:pt x="181" y="321"/>
                </a:lnTo>
                <a:lnTo>
                  <a:pt x="182" y="321"/>
                </a:lnTo>
                <a:lnTo>
                  <a:pt x="182" y="322"/>
                </a:lnTo>
                <a:lnTo>
                  <a:pt x="183" y="321"/>
                </a:lnTo>
                <a:lnTo>
                  <a:pt x="183" y="320"/>
                </a:lnTo>
                <a:lnTo>
                  <a:pt x="183" y="319"/>
                </a:lnTo>
                <a:lnTo>
                  <a:pt x="183" y="318"/>
                </a:lnTo>
                <a:lnTo>
                  <a:pt x="184" y="318"/>
                </a:lnTo>
                <a:lnTo>
                  <a:pt x="184" y="317"/>
                </a:lnTo>
                <a:lnTo>
                  <a:pt x="183" y="317"/>
                </a:lnTo>
                <a:lnTo>
                  <a:pt x="182" y="317"/>
                </a:lnTo>
                <a:lnTo>
                  <a:pt x="182" y="316"/>
                </a:lnTo>
                <a:lnTo>
                  <a:pt x="183" y="315"/>
                </a:lnTo>
                <a:lnTo>
                  <a:pt x="183" y="314"/>
                </a:lnTo>
                <a:lnTo>
                  <a:pt x="182" y="314"/>
                </a:lnTo>
                <a:lnTo>
                  <a:pt x="183" y="313"/>
                </a:lnTo>
                <a:lnTo>
                  <a:pt x="183" y="312"/>
                </a:lnTo>
                <a:lnTo>
                  <a:pt x="184" y="311"/>
                </a:lnTo>
                <a:lnTo>
                  <a:pt x="185" y="311"/>
                </a:lnTo>
                <a:lnTo>
                  <a:pt x="186" y="311"/>
                </a:lnTo>
                <a:lnTo>
                  <a:pt x="187" y="311"/>
                </a:lnTo>
                <a:lnTo>
                  <a:pt x="187" y="310"/>
                </a:lnTo>
                <a:lnTo>
                  <a:pt x="188" y="310"/>
                </a:lnTo>
                <a:lnTo>
                  <a:pt x="189" y="310"/>
                </a:lnTo>
                <a:lnTo>
                  <a:pt x="189" y="309"/>
                </a:lnTo>
                <a:lnTo>
                  <a:pt x="190" y="309"/>
                </a:lnTo>
                <a:lnTo>
                  <a:pt x="190" y="308"/>
                </a:lnTo>
                <a:lnTo>
                  <a:pt x="191" y="308"/>
                </a:lnTo>
                <a:lnTo>
                  <a:pt x="191" y="307"/>
                </a:lnTo>
                <a:lnTo>
                  <a:pt x="192" y="307"/>
                </a:lnTo>
                <a:lnTo>
                  <a:pt x="193" y="307"/>
                </a:lnTo>
                <a:lnTo>
                  <a:pt x="192" y="307"/>
                </a:lnTo>
                <a:lnTo>
                  <a:pt x="192" y="306"/>
                </a:lnTo>
                <a:lnTo>
                  <a:pt x="192" y="305"/>
                </a:lnTo>
                <a:lnTo>
                  <a:pt x="193" y="305"/>
                </a:lnTo>
                <a:lnTo>
                  <a:pt x="193" y="303"/>
                </a:lnTo>
                <a:lnTo>
                  <a:pt x="192" y="303"/>
                </a:lnTo>
                <a:lnTo>
                  <a:pt x="192" y="302"/>
                </a:lnTo>
                <a:lnTo>
                  <a:pt x="192" y="301"/>
                </a:lnTo>
                <a:lnTo>
                  <a:pt x="193" y="301"/>
                </a:lnTo>
                <a:lnTo>
                  <a:pt x="194" y="301"/>
                </a:lnTo>
                <a:lnTo>
                  <a:pt x="194" y="300"/>
                </a:lnTo>
                <a:lnTo>
                  <a:pt x="195" y="300"/>
                </a:lnTo>
                <a:lnTo>
                  <a:pt x="196" y="300"/>
                </a:lnTo>
                <a:lnTo>
                  <a:pt x="197" y="300"/>
                </a:lnTo>
                <a:lnTo>
                  <a:pt x="197" y="299"/>
                </a:lnTo>
                <a:lnTo>
                  <a:pt x="198" y="299"/>
                </a:lnTo>
                <a:lnTo>
                  <a:pt x="199" y="299"/>
                </a:lnTo>
                <a:lnTo>
                  <a:pt x="199" y="298"/>
                </a:lnTo>
                <a:lnTo>
                  <a:pt x="200" y="298"/>
                </a:lnTo>
                <a:lnTo>
                  <a:pt x="200" y="299"/>
                </a:lnTo>
                <a:lnTo>
                  <a:pt x="201" y="299"/>
                </a:lnTo>
                <a:lnTo>
                  <a:pt x="201" y="300"/>
                </a:lnTo>
                <a:lnTo>
                  <a:pt x="201" y="299"/>
                </a:lnTo>
                <a:lnTo>
                  <a:pt x="202" y="299"/>
                </a:lnTo>
                <a:lnTo>
                  <a:pt x="203" y="299"/>
                </a:lnTo>
                <a:lnTo>
                  <a:pt x="204" y="299"/>
                </a:lnTo>
                <a:lnTo>
                  <a:pt x="205" y="299"/>
                </a:lnTo>
                <a:lnTo>
                  <a:pt x="205" y="298"/>
                </a:lnTo>
                <a:lnTo>
                  <a:pt x="206" y="298"/>
                </a:lnTo>
                <a:lnTo>
                  <a:pt x="207" y="297"/>
                </a:lnTo>
                <a:lnTo>
                  <a:pt x="208" y="296"/>
                </a:lnTo>
                <a:lnTo>
                  <a:pt x="208" y="295"/>
                </a:lnTo>
                <a:lnTo>
                  <a:pt x="208" y="294"/>
                </a:lnTo>
                <a:lnTo>
                  <a:pt x="209" y="294"/>
                </a:lnTo>
                <a:lnTo>
                  <a:pt x="208" y="293"/>
                </a:lnTo>
                <a:lnTo>
                  <a:pt x="207" y="293"/>
                </a:lnTo>
                <a:lnTo>
                  <a:pt x="207" y="292"/>
                </a:lnTo>
                <a:lnTo>
                  <a:pt x="207" y="291"/>
                </a:lnTo>
                <a:lnTo>
                  <a:pt x="208" y="291"/>
                </a:lnTo>
                <a:lnTo>
                  <a:pt x="208" y="290"/>
                </a:lnTo>
                <a:lnTo>
                  <a:pt x="208" y="289"/>
                </a:lnTo>
                <a:lnTo>
                  <a:pt x="207" y="289"/>
                </a:lnTo>
                <a:lnTo>
                  <a:pt x="207" y="288"/>
                </a:lnTo>
                <a:lnTo>
                  <a:pt x="208" y="288"/>
                </a:lnTo>
                <a:lnTo>
                  <a:pt x="208" y="287"/>
                </a:lnTo>
                <a:lnTo>
                  <a:pt x="209" y="287"/>
                </a:lnTo>
                <a:lnTo>
                  <a:pt x="209" y="286"/>
                </a:lnTo>
                <a:lnTo>
                  <a:pt x="210" y="286"/>
                </a:lnTo>
                <a:lnTo>
                  <a:pt x="211" y="286"/>
                </a:lnTo>
                <a:lnTo>
                  <a:pt x="211" y="285"/>
                </a:lnTo>
                <a:lnTo>
                  <a:pt x="210" y="285"/>
                </a:lnTo>
                <a:lnTo>
                  <a:pt x="210" y="284"/>
                </a:lnTo>
                <a:lnTo>
                  <a:pt x="210" y="283"/>
                </a:lnTo>
                <a:lnTo>
                  <a:pt x="210" y="282"/>
                </a:lnTo>
                <a:lnTo>
                  <a:pt x="211" y="282"/>
                </a:lnTo>
                <a:lnTo>
                  <a:pt x="211" y="281"/>
                </a:lnTo>
                <a:lnTo>
                  <a:pt x="211" y="280"/>
                </a:lnTo>
                <a:lnTo>
                  <a:pt x="210" y="280"/>
                </a:lnTo>
                <a:lnTo>
                  <a:pt x="210" y="281"/>
                </a:lnTo>
                <a:lnTo>
                  <a:pt x="210" y="280"/>
                </a:lnTo>
                <a:lnTo>
                  <a:pt x="209" y="280"/>
                </a:lnTo>
                <a:lnTo>
                  <a:pt x="209" y="279"/>
                </a:lnTo>
                <a:lnTo>
                  <a:pt x="209" y="278"/>
                </a:lnTo>
                <a:lnTo>
                  <a:pt x="210" y="277"/>
                </a:lnTo>
                <a:lnTo>
                  <a:pt x="210" y="276"/>
                </a:lnTo>
                <a:lnTo>
                  <a:pt x="210" y="274"/>
                </a:lnTo>
                <a:lnTo>
                  <a:pt x="210" y="273"/>
                </a:lnTo>
                <a:lnTo>
                  <a:pt x="210" y="272"/>
                </a:lnTo>
                <a:lnTo>
                  <a:pt x="210" y="271"/>
                </a:lnTo>
                <a:lnTo>
                  <a:pt x="209" y="271"/>
                </a:lnTo>
                <a:lnTo>
                  <a:pt x="208" y="271"/>
                </a:lnTo>
                <a:lnTo>
                  <a:pt x="208" y="272"/>
                </a:lnTo>
                <a:lnTo>
                  <a:pt x="208" y="271"/>
                </a:lnTo>
                <a:lnTo>
                  <a:pt x="207" y="271"/>
                </a:lnTo>
                <a:lnTo>
                  <a:pt x="206" y="271"/>
                </a:lnTo>
                <a:lnTo>
                  <a:pt x="204" y="272"/>
                </a:lnTo>
                <a:lnTo>
                  <a:pt x="203" y="271"/>
                </a:lnTo>
                <a:lnTo>
                  <a:pt x="202" y="271"/>
                </a:lnTo>
                <a:lnTo>
                  <a:pt x="201" y="271"/>
                </a:lnTo>
                <a:lnTo>
                  <a:pt x="201" y="270"/>
                </a:lnTo>
                <a:lnTo>
                  <a:pt x="201" y="268"/>
                </a:lnTo>
                <a:lnTo>
                  <a:pt x="202" y="268"/>
                </a:lnTo>
                <a:lnTo>
                  <a:pt x="203" y="268"/>
                </a:lnTo>
                <a:lnTo>
                  <a:pt x="203" y="267"/>
                </a:lnTo>
                <a:lnTo>
                  <a:pt x="203" y="266"/>
                </a:lnTo>
                <a:lnTo>
                  <a:pt x="202" y="266"/>
                </a:lnTo>
                <a:lnTo>
                  <a:pt x="202" y="265"/>
                </a:lnTo>
                <a:lnTo>
                  <a:pt x="202" y="264"/>
                </a:lnTo>
                <a:lnTo>
                  <a:pt x="201" y="264"/>
                </a:lnTo>
                <a:lnTo>
                  <a:pt x="200" y="263"/>
                </a:lnTo>
                <a:lnTo>
                  <a:pt x="199" y="263"/>
                </a:lnTo>
                <a:lnTo>
                  <a:pt x="199" y="262"/>
                </a:lnTo>
                <a:lnTo>
                  <a:pt x="198" y="262"/>
                </a:lnTo>
                <a:lnTo>
                  <a:pt x="199" y="260"/>
                </a:lnTo>
                <a:lnTo>
                  <a:pt x="200" y="259"/>
                </a:lnTo>
                <a:lnTo>
                  <a:pt x="201" y="259"/>
                </a:lnTo>
                <a:lnTo>
                  <a:pt x="202" y="258"/>
                </a:lnTo>
                <a:lnTo>
                  <a:pt x="203" y="259"/>
                </a:lnTo>
                <a:lnTo>
                  <a:pt x="204" y="259"/>
                </a:lnTo>
                <a:lnTo>
                  <a:pt x="204" y="260"/>
                </a:lnTo>
                <a:lnTo>
                  <a:pt x="205" y="260"/>
                </a:lnTo>
                <a:lnTo>
                  <a:pt x="206" y="259"/>
                </a:lnTo>
                <a:lnTo>
                  <a:pt x="207" y="258"/>
                </a:lnTo>
                <a:lnTo>
                  <a:pt x="208" y="259"/>
                </a:lnTo>
                <a:lnTo>
                  <a:pt x="209" y="259"/>
                </a:lnTo>
                <a:lnTo>
                  <a:pt x="210" y="259"/>
                </a:lnTo>
                <a:lnTo>
                  <a:pt x="210" y="260"/>
                </a:lnTo>
                <a:lnTo>
                  <a:pt x="211" y="260"/>
                </a:lnTo>
                <a:lnTo>
                  <a:pt x="211" y="258"/>
                </a:lnTo>
                <a:lnTo>
                  <a:pt x="210" y="258"/>
                </a:lnTo>
                <a:lnTo>
                  <a:pt x="211" y="258"/>
                </a:lnTo>
                <a:lnTo>
                  <a:pt x="213" y="257"/>
                </a:lnTo>
                <a:lnTo>
                  <a:pt x="213" y="258"/>
                </a:lnTo>
                <a:lnTo>
                  <a:pt x="213" y="259"/>
                </a:lnTo>
                <a:lnTo>
                  <a:pt x="214" y="259"/>
                </a:lnTo>
                <a:lnTo>
                  <a:pt x="215" y="259"/>
                </a:lnTo>
                <a:lnTo>
                  <a:pt x="216" y="258"/>
                </a:lnTo>
                <a:lnTo>
                  <a:pt x="215" y="258"/>
                </a:lnTo>
                <a:lnTo>
                  <a:pt x="216" y="258"/>
                </a:lnTo>
                <a:lnTo>
                  <a:pt x="217" y="258"/>
                </a:lnTo>
                <a:lnTo>
                  <a:pt x="218" y="258"/>
                </a:lnTo>
                <a:lnTo>
                  <a:pt x="218" y="259"/>
                </a:lnTo>
                <a:lnTo>
                  <a:pt x="218" y="260"/>
                </a:lnTo>
                <a:lnTo>
                  <a:pt x="219" y="260"/>
                </a:lnTo>
                <a:lnTo>
                  <a:pt x="220" y="260"/>
                </a:lnTo>
                <a:lnTo>
                  <a:pt x="220" y="259"/>
                </a:lnTo>
                <a:lnTo>
                  <a:pt x="221" y="258"/>
                </a:lnTo>
                <a:lnTo>
                  <a:pt x="222" y="258"/>
                </a:lnTo>
                <a:lnTo>
                  <a:pt x="222" y="259"/>
                </a:lnTo>
                <a:lnTo>
                  <a:pt x="221" y="259"/>
                </a:lnTo>
                <a:lnTo>
                  <a:pt x="221" y="260"/>
                </a:lnTo>
                <a:lnTo>
                  <a:pt x="222" y="261"/>
                </a:lnTo>
                <a:lnTo>
                  <a:pt x="224" y="262"/>
                </a:lnTo>
                <a:lnTo>
                  <a:pt x="226" y="261"/>
                </a:lnTo>
                <a:lnTo>
                  <a:pt x="226" y="260"/>
                </a:lnTo>
                <a:lnTo>
                  <a:pt x="227" y="260"/>
                </a:lnTo>
                <a:lnTo>
                  <a:pt x="227" y="259"/>
                </a:lnTo>
                <a:lnTo>
                  <a:pt x="228" y="260"/>
                </a:lnTo>
                <a:lnTo>
                  <a:pt x="229" y="260"/>
                </a:lnTo>
                <a:lnTo>
                  <a:pt x="228" y="261"/>
                </a:lnTo>
                <a:lnTo>
                  <a:pt x="228" y="262"/>
                </a:lnTo>
                <a:lnTo>
                  <a:pt x="228" y="263"/>
                </a:lnTo>
                <a:lnTo>
                  <a:pt x="229" y="263"/>
                </a:lnTo>
                <a:lnTo>
                  <a:pt x="230" y="263"/>
                </a:lnTo>
                <a:lnTo>
                  <a:pt x="230" y="262"/>
                </a:lnTo>
                <a:lnTo>
                  <a:pt x="232" y="263"/>
                </a:lnTo>
                <a:lnTo>
                  <a:pt x="233" y="264"/>
                </a:lnTo>
                <a:lnTo>
                  <a:pt x="235" y="266"/>
                </a:lnTo>
                <a:lnTo>
                  <a:pt x="235" y="267"/>
                </a:lnTo>
                <a:lnTo>
                  <a:pt x="235" y="268"/>
                </a:lnTo>
                <a:lnTo>
                  <a:pt x="236" y="268"/>
                </a:lnTo>
                <a:lnTo>
                  <a:pt x="238" y="268"/>
                </a:lnTo>
                <a:lnTo>
                  <a:pt x="239" y="267"/>
                </a:lnTo>
                <a:lnTo>
                  <a:pt x="241" y="267"/>
                </a:lnTo>
                <a:lnTo>
                  <a:pt x="242" y="268"/>
                </a:lnTo>
                <a:lnTo>
                  <a:pt x="242" y="269"/>
                </a:lnTo>
                <a:lnTo>
                  <a:pt x="242" y="270"/>
                </a:lnTo>
                <a:lnTo>
                  <a:pt x="243" y="270"/>
                </a:lnTo>
                <a:lnTo>
                  <a:pt x="244" y="271"/>
                </a:lnTo>
                <a:lnTo>
                  <a:pt x="244" y="272"/>
                </a:lnTo>
                <a:lnTo>
                  <a:pt x="243" y="272"/>
                </a:lnTo>
                <a:lnTo>
                  <a:pt x="244" y="272"/>
                </a:lnTo>
                <a:lnTo>
                  <a:pt x="244" y="273"/>
                </a:lnTo>
                <a:lnTo>
                  <a:pt x="245" y="273"/>
                </a:lnTo>
                <a:lnTo>
                  <a:pt x="245" y="274"/>
                </a:lnTo>
                <a:lnTo>
                  <a:pt x="246" y="273"/>
                </a:lnTo>
                <a:lnTo>
                  <a:pt x="246" y="272"/>
                </a:lnTo>
                <a:lnTo>
                  <a:pt x="246" y="271"/>
                </a:lnTo>
                <a:lnTo>
                  <a:pt x="247" y="271"/>
                </a:lnTo>
                <a:lnTo>
                  <a:pt x="249" y="271"/>
                </a:lnTo>
                <a:lnTo>
                  <a:pt x="249" y="269"/>
                </a:lnTo>
                <a:lnTo>
                  <a:pt x="250" y="269"/>
                </a:lnTo>
                <a:lnTo>
                  <a:pt x="251" y="269"/>
                </a:lnTo>
                <a:lnTo>
                  <a:pt x="251" y="268"/>
                </a:lnTo>
                <a:lnTo>
                  <a:pt x="252" y="268"/>
                </a:lnTo>
                <a:lnTo>
                  <a:pt x="252" y="267"/>
                </a:lnTo>
                <a:lnTo>
                  <a:pt x="251" y="267"/>
                </a:lnTo>
                <a:lnTo>
                  <a:pt x="251" y="266"/>
                </a:lnTo>
                <a:lnTo>
                  <a:pt x="251" y="265"/>
                </a:lnTo>
                <a:lnTo>
                  <a:pt x="252" y="265"/>
                </a:lnTo>
                <a:lnTo>
                  <a:pt x="253" y="265"/>
                </a:lnTo>
                <a:lnTo>
                  <a:pt x="253" y="264"/>
                </a:lnTo>
                <a:lnTo>
                  <a:pt x="252" y="263"/>
                </a:lnTo>
                <a:lnTo>
                  <a:pt x="251" y="263"/>
                </a:lnTo>
                <a:lnTo>
                  <a:pt x="253" y="261"/>
                </a:lnTo>
                <a:lnTo>
                  <a:pt x="254" y="260"/>
                </a:lnTo>
                <a:lnTo>
                  <a:pt x="254" y="259"/>
                </a:lnTo>
                <a:lnTo>
                  <a:pt x="254" y="258"/>
                </a:lnTo>
                <a:lnTo>
                  <a:pt x="255" y="258"/>
                </a:lnTo>
                <a:lnTo>
                  <a:pt x="255" y="259"/>
                </a:lnTo>
                <a:lnTo>
                  <a:pt x="255" y="260"/>
                </a:lnTo>
                <a:lnTo>
                  <a:pt x="257" y="262"/>
                </a:lnTo>
                <a:lnTo>
                  <a:pt x="257" y="261"/>
                </a:lnTo>
                <a:lnTo>
                  <a:pt x="258" y="261"/>
                </a:lnTo>
                <a:lnTo>
                  <a:pt x="258" y="260"/>
                </a:lnTo>
                <a:lnTo>
                  <a:pt x="257" y="260"/>
                </a:lnTo>
                <a:lnTo>
                  <a:pt x="257" y="259"/>
                </a:lnTo>
                <a:lnTo>
                  <a:pt x="258" y="258"/>
                </a:lnTo>
                <a:lnTo>
                  <a:pt x="258" y="257"/>
                </a:lnTo>
                <a:lnTo>
                  <a:pt x="257" y="257"/>
                </a:lnTo>
                <a:lnTo>
                  <a:pt x="257" y="256"/>
                </a:lnTo>
                <a:lnTo>
                  <a:pt x="257" y="255"/>
                </a:lnTo>
                <a:lnTo>
                  <a:pt x="257" y="254"/>
                </a:lnTo>
                <a:lnTo>
                  <a:pt x="257" y="251"/>
                </a:lnTo>
                <a:lnTo>
                  <a:pt x="257" y="250"/>
                </a:lnTo>
                <a:lnTo>
                  <a:pt x="257" y="249"/>
                </a:lnTo>
                <a:lnTo>
                  <a:pt x="257" y="247"/>
                </a:lnTo>
                <a:lnTo>
                  <a:pt x="257" y="245"/>
                </a:lnTo>
                <a:lnTo>
                  <a:pt x="256" y="244"/>
                </a:lnTo>
                <a:lnTo>
                  <a:pt x="256" y="243"/>
                </a:lnTo>
                <a:lnTo>
                  <a:pt x="256" y="242"/>
                </a:lnTo>
                <a:lnTo>
                  <a:pt x="256" y="241"/>
                </a:lnTo>
                <a:lnTo>
                  <a:pt x="256" y="240"/>
                </a:lnTo>
                <a:lnTo>
                  <a:pt x="255" y="240"/>
                </a:lnTo>
                <a:lnTo>
                  <a:pt x="255" y="239"/>
                </a:lnTo>
                <a:lnTo>
                  <a:pt x="255" y="238"/>
                </a:lnTo>
                <a:lnTo>
                  <a:pt x="255" y="237"/>
                </a:lnTo>
                <a:lnTo>
                  <a:pt x="255" y="236"/>
                </a:lnTo>
                <a:lnTo>
                  <a:pt x="254" y="236"/>
                </a:lnTo>
                <a:lnTo>
                  <a:pt x="254" y="235"/>
                </a:lnTo>
                <a:lnTo>
                  <a:pt x="249" y="235"/>
                </a:lnTo>
                <a:lnTo>
                  <a:pt x="248" y="235"/>
                </a:lnTo>
                <a:lnTo>
                  <a:pt x="247" y="235"/>
                </a:lnTo>
                <a:lnTo>
                  <a:pt x="246" y="234"/>
                </a:lnTo>
                <a:lnTo>
                  <a:pt x="246" y="233"/>
                </a:lnTo>
                <a:lnTo>
                  <a:pt x="245" y="233"/>
                </a:lnTo>
                <a:lnTo>
                  <a:pt x="245" y="232"/>
                </a:lnTo>
                <a:lnTo>
                  <a:pt x="244" y="231"/>
                </a:lnTo>
                <a:lnTo>
                  <a:pt x="243" y="231"/>
                </a:lnTo>
                <a:lnTo>
                  <a:pt x="242" y="230"/>
                </a:lnTo>
                <a:lnTo>
                  <a:pt x="242" y="229"/>
                </a:lnTo>
                <a:lnTo>
                  <a:pt x="242" y="228"/>
                </a:lnTo>
                <a:lnTo>
                  <a:pt x="242" y="226"/>
                </a:lnTo>
                <a:lnTo>
                  <a:pt x="241" y="227"/>
                </a:lnTo>
                <a:lnTo>
                  <a:pt x="240" y="227"/>
                </a:lnTo>
                <a:lnTo>
                  <a:pt x="239" y="227"/>
                </a:lnTo>
                <a:lnTo>
                  <a:pt x="239" y="225"/>
                </a:lnTo>
                <a:lnTo>
                  <a:pt x="240" y="225"/>
                </a:lnTo>
                <a:lnTo>
                  <a:pt x="240" y="223"/>
                </a:lnTo>
                <a:lnTo>
                  <a:pt x="240" y="222"/>
                </a:lnTo>
                <a:lnTo>
                  <a:pt x="239" y="221"/>
                </a:lnTo>
                <a:lnTo>
                  <a:pt x="238" y="221"/>
                </a:lnTo>
                <a:lnTo>
                  <a:pt x="237" y="221"/>
                </a:lnTo>
                <a:lnTo>
                  <a:pt x="237" y="222"/>
                </a:lnTo>
                <a:lnTo>
                  <a:pt x="236" y="222"/>
                </a:lnTo>
                <a:lnTo>
                  <a:pt x="235" y="223"/>
                </a:lnTo>
                <a:lnTo>
                  <a:pt x="234" y="223"/>
                </a:lnTo>
                <a:lnTo>
                  <a:pt x="233" y="223"/>
                </a:lnTo>
                <a:lnTo>
                  <a:pt x="232" y="223"/>
                </a:lnTo>
                <a:lnTo>
                  <a:pt x="232" y="224"/>
                </a:lnTo>
                <a:lnTo>
                  <a:pt x="231" y="224"/>
                </a:lnTo>
                <a:lnTo>
                  <a:pt x="229" y="223"/>
                </a:lnTo>
                <a:lnTo>
                  <a:pt x="228" y="224"/>
                </a:lnTo>
                <a:lnTo>
                  <a:pt x="228" y="223"/>
                </a:lnTo>
                <a:lnTo>
                  <a:pt x="228" y="222"/>
                </a:lnTo>
                <a:lnTo>
                  <a:pt x="228" y="221"/>
                </a:lnTo>
                <a:lnTo>
                  <a:pt x="226" y="221"/>
                </a:lnTo>
                <a:lnTo>
                  <a:pt x="224" y="222"/>
                </a:lnTo>
                <a:lnTo>
                  <a:pt x="223" y="223"/>
                </a:lnTo>
                <a:lnTo>
                  <a:pt x="224" y="224"/>
                </a:lnTo>
                <a:lnTo>
                  <a:pt x="224" y="225"/>
                </a:lnTo>
                <a:lnTo>
                  <a:pt x="223" y="226"/>
                </a:lnTo>
                <a:lnTo>
                  <a:pt x="222" y="226"/>
                </a:lnTo>
                <a:lnTo>
                  <a:pt x="222" y="225"/>
                </a:lnTo>
                <a:lnTo>
                  <a:pt x="221" y="225"/>
                </a:lnTo>
                <a:lnTo>
                  <a:pt x="221" y="226"/>
                </a:lnTo>
                <a:lnTo>
                  <a:pt x="220" y="226"/>
                </a:lnTo>
                <a:lnTo>
                  <a:pt x="220" y="227"/>
                </a:lnTo>
                <a:lnTo>
                  <a:pt x="221" y="228"/>
                </a:lnTo>
                <a:lnTo>
                  <a:pt x="221" y="229"/>
                </a:lnTo>
                <a:lnTo>
                  <a:pt x="221" y="230"/>
                </a:lnTo>
                <a:lnTo>
                  <a:pt x="221" y="232"/>
                </a:lnTo>
                <a:lnTo>
                  <a:pt x="220" y="232"/>
                </a:lnTo>
                <a:lnTo>
                  <a:pt x="219" y="232"/>
                </a:lnTo>
                <a:lnTo>
                  <a:pt x="219" y="233"/>
                </a:lnTo>
                <a:lnTo>
                  <a:pt x="218" y="233"/>
                </a:lnTo>
                <a:lnTo>
                  <a:pt x="218" y="232"/>
                </a:lnTo>
                <a:lnTo>
                  <a:pt x="217" y="232"/>
                </a:lnTo>
                <a:lnTo>
                  <a:pt x="217" y="233"/>
                </a:lnTo>
                <a:lnTo>
                  <a:pt x="216" y="232"/>
                </a:lnTo>
                <a:lnTo>
                  <a:pt x="215" y="232"/>
                </a:lnTo>
                <a:lnTo>
                  <a:pt x="214" y="232"/>
                </a:lnTo>
                <a:lnTo>
                  <a:pt x="214" y="233"/>
                </a:lnTo>
                <a:lnTo>
                  <a:pt x="214" y="234"/>
                </a:lnTo>
                <a:lnTo>
                  <a:pt x="214" y="235"/>
                </a:lnTo>
                <a:lnTo>
                  <a:pt x="215" y="236"/>
                </a:lnTo>
                <a:lnTo>
                  <a:pt x="215" y="237"/>
                </a:lnTo>
                <a:lnTo>
                  <a:pt x="215" y="238"/>
                </a:lnTo>
                <a:lnTo>
                  <a:pt x="214" y="238"/>
                </a:lnTo>
                <a:lnTo>
                  <a:pt x="214" y="239"/>
                </a:lnTo>
                <a:lnTo>
                  <a:pt x="214" y="240"/>
                </a:lnTo>
                <a:lnTo>
                  <a:pt x="214" y="241"/>
                </a:lnTo>
                <a:lnTo>
                  <a:pt x="215" y="242"/>
                </a:lnTo>
                <a:lnTo>
                  <a:pt x="216" y="243"/>
                </a:lnTo>
                <a:lnTo>
                  <a:pt x="216" y="244"/>
                </a:lnTo>
                <a:lnTo>
                  <a:pt x="215" y="244"/>
                </a:lnTo>
                <a:lnTo>
                  <a:pt x="214" y="245"/>
                </a:lnTo>
                <a:lnTo>
                  <a:pt x="213" y="245"/>
                </a:lnTo>
                <a:lnTo>
                  <a:pt x="211" y="246"/>
                </a:lnTo>
                <a:lnTo>
                  <a:pt x="210" y="245"/>
                </a:lnTo>
                <a:lnTo>
                  <a:pt x="207" y="244"/>
                </a:lnTo>
                <a:lnTo>
                  <a:pt x="206" y="244"/>
                </a:lnTo>
                <a:lnTo>
                  <a:pt x="205" y="243"/>
                </a:lnTo>
                <a:lnTo>
                  <a:pt x="204" y="244"/>
                </a:lnTo>
                <a:lnTo>
                  <a:pt x="203" y="244"/>
                </a:lnTo>
                <a:lnTo>
                  <a:pt x="203" y="245"/>
                </a:lnTo>
                <a:lnTo>
                  <a:pt x="202" y="245"/>
                </a:lnTo>
                <a:lnTo>
                  <a:pt x="200" y="246"/>
                </a:lnTo>
                <a:lnTo>
                  <a:pt x="199" y="245"/>
                </a:lnTo>
                <a:lnTo>
                  <a:pt x="198" y="245"/>
                </a:lnTo>
                <a:lnTo>
                  <a:pt x="197" y="245"/>
                </a:lnTo>
                <a:lnTo>
                  <a:pt x="196" y="245"/>
                </a:lnTo>
                <a:lnTo>
                  <a:pt x="195" y="245"/>
                </a:lnTo>
                <a:lnTo>
                  <a:pt x="194" y="246"/>
                </a:lnTo>
                <a:lnTo>
                  <a:pt x="193" y="246"/>
                </a:lnTo>
                <a:lnTo>
                  <a:pt x="191" y="246"/>
                </a:lnTo>
                <a:lnTo>
                  <a:pt x="190" y="246"/>
                </a:lnTo>
                <a:lnTo>
                  <a:pt x="189" y="246"/>
                </a:lnTo>
                <a:lnTo>
                  <a:pt x="189" y="245"/>
                </a:lnTo>
                <a:lnTo>
                  <a:pt x="189" y="244"/>
                </a:lnTo>
                <a:lnTo>
                  <a:pt x="188" y="244"/>
                </a:lnTo>
                <a:lnTo>
                  <a:pt x="187" y="245"/>
                </a:lnTo>
                <a:lnTo>
                  <a:pt x="187" y="246"/>
                </a:lnTo>
                <a:lnTo>
                  <a:pt x="186" y="246"/>
                </a:lnTo>
                <a:lnTo>
                  <a:pt x="185" y="246"/>
                </a:lnTo>
                <a:lnTo>
                  <a:pt x="184" y="246"/>
                </a:lnTo>
                <a:lnTo>
                  <a:pt x="183" y="246"/>
                </a:lnTo>
                <a:lnTo>
                  <a:pt x="182" y="246"/>
                </a:lnTo>
                <a:lnTo>
                  <a:pt x="181" y="246"/>
                </a:lnTo>
                <a:lnTo>
                  <a:pt x="181" y="245"/>
                </a:lnTo>
                <a:lnTo>
                  <a:pt x="181" y="244"/>
                </a:lnTo>
                <a:lnTo>
                  <a:pt x="181" y="243"/>
                </a:lnTo>
                <a:lnTo>
                  <a:pt x="181" y="242"/>
                </a:lnTo>
                <a:lnTo>
                  <a:pt x="181" y="241"/>
                </a:lnTo>
                <a:lnTo>
                  <a:pt x="180" y="241"/>
                </a:lnTo>
                <a:lnTo>
                  <a:pt x="179" y="240"/>
                </a:lnTo>
                <a:lnTo>
                  <a:pt x="179" y="241"/>
                </a:lnTo>
                <a:lnTo>
                  <a:pt x="178" y="241"/>
                </a:lnTo>
                <a:lnTo>
                  <a:pt x="178" y="242"/>
                </a:lnTo>
                <a:lnTo>
                  <a:pt x="177" y="242"/>
                </a:lnTo>
                <a:lnTo>
                  <a:pt x="177" y="241"/>
                </a:lnTo>
                <a:lnTo>
                  <a:pt x="177" y="240"/>
                </a:lnTo>
                <a:lnTo>
                  <a:pt x="176" y="240"/>
                </a:lnTo>
                <a:lnTo>
                  <a:pt x="175" y="240"/>
                </a:lnTo>
                <a:lnTo>
                  <a:pt x="174" y="238"/>
                </a:lnTo>
                <a:lnTo>
                  <a:pt x="175" y="238"/>
                </a:lnTo>
                <a:lnTo>
                  <a:pt x="175" y="237"/>
                </a:lnTo>
                <a:lnTo>
                  <a:pt x="175" y="236"/>
                </a:lnTo>
                <a:lnTo>
                  <a:pt x="175" y="235"/>
                </a:lnTo>
                <a:lnTo>
                  <a:pt x="175" y="233"/>
                </a:lnTo>
                <a:lnTo>
                  <a:pt x="174" y="233"/>
                </a:lnTo>
                <a:lnTo>
                  <a:pt x="173" y="232"/>
                </a:lnTo>
                <a:lnTo>
                  <a:pt x="172" y="232"/>
                </a:lnTo>
                <a:lnTo>
                  <a:pt x="171" y="232"/>
                </a:lnTo>
                <a:lnTo>
                  <a:pt x="171" y="233"/>
                </a:lnTo>
                <a:lnTo>
                  <a:pt x="170" y="233"/>
                </a:lnTo>
                <a:lnTo>
                  <a:pt x="170" y="232"/>
                </a:lnTo>
                <a:lnTo>
                  <a:pt x="170" y="231"/>
                </a:lnTo>
                <a:lnTo>
                  <a:pt x="170" y="230"/>
                </a:lnTo>
                <a:lnTo>
                  <a:pt x="169" y="230"/>
                </a:lnTo>
                <a:lnTo>
                  <a:pt x="169" y="229"/>
                </a:lnTo>
                <a:lnTo>
                  <a:pt x="169" y="228"/>
                </a:lnTo>
                <a:lnTo>
                  <a:pt x="169" y="227"/>
                </a:lnTo>
                <a:lnTo>
                  <a:pt x="168" y="225"/>
                </a:lnTo>
                <a:lnTo>
                  <a:pt x="169" y="225"/>
                </a:lnTo>
                <a:lnTo>
                  <a:pt x="169" y="224"/>
                </a:lnTo>
                <a:lnTo>
                  <a:pt x="170" y="224"/>
                </a:lnTo>
                <a:lnTo>
                  <a:pt x="171" y="223"/>
                </a:lnTo>
                <a:lnTo>
                  <a:pt x="172" y="223"/>
                </a:lnTo>
                <a:lnTo>
                  <a:pt x="173" y="223"/>
                </a:lnTo>
                <a:lnTo>
                  <a:pt x="174" y="223"/>
                </a:lnTo>
                <a:lnTo>
                  <a:pt x="175" y="222"/>
                </a:lnTo>
                <a:lnTo>
                  <a:pt x="175" y="221"/>
                </a:lnTo>
                <a:lnTo>
                  <a:pt x="176" y="221"/>
                </a:lnTo>
                <a:lnTo>
                  <a:pt x="175" y="221"/>
                </a:lnTo>
                <a:lnTo>
                  <a:pt x="175" y="220"/>
                </a:lnTo>
                <a:lnTo>
                  <a:pt x="172" y="220"/>
                </a:lnTo>
                <a:lnTo>
                  <a:pt x="171" y="220"/>
                </a:lnTo>
                <a:lnTo>
                  <a:pt x="170" y="219"/>
                </a:lnTo>
                <a:lnTo>
                  <a:pt x="170" y="218"/>
                </a:lnTo>
                <a:lnTo>
                  <a:pt x="170" y="217"/>
                </a:lnTo>
                <a:lnTo>
                  <a:pt x="170" y="214"/>
                </a:lnTo>
                <a:lnTo>
                  <a:pt x="169" y="213"/>
                </a:lnTo>
                <a:lnTo>
                  <a:pt x="169" y="212"/>
                </a:lnTo>
                <a:lnTo>
                  <a:pt x="169" y="211"/>
                </a:lnTo>
                <a:lnTo>
                  <a:pt x="168" y="211"/>
                </a:lnTo>
                <a:lnTo>
                  <a:pt x="167" y="211"/>
                </a:lnTo>
                <a:lnTo>
                  <a:pt x="167" y="210"/>
                </a:lnTo>
                <a:lnTo>
                  <a:pt x="168" y="210"/>
                </a:lnTo>
                <a:lnTo>
                  <a:pt x="168" y="209"/>
                </a:lnTo>
                <a:lnTo>
                  <a:pt x="167" y="209"/>
                </a:lnTo>
                <a:lnTo>
                  <a:pt x="167" y="208"/>
                </a:lnTo>
                <a:lnTo>
                  <a:pt x="166" y="208"/>
                </a:lnTo>
                <a:lnTo>
                  <a:pt x="167" y="208"/>
                </a:lnTo>
                <a:lnTo>
                  <a:pt x="168" y="208"/>
                </a:lnTo>
                <a:lnTo>
                  <a:pt x="168" y="207"/>
                </a:lnTo>
                <a:lnTo>
                  <a:pt x="167" y="207"/>
                </a:lnTo>
                <a:lnTo>
                  <a:pt x="166" y="206"/>
                </a:lnTo>
                <a:lnTo>
                  <a:pt x="167" y="206"/>
                </a:lnTo>
                <a:lnTo>
                  <a:pt x="167" y="205"/>
                </a:lnTo>
                <a:lnTo>
                  <a:pt x="168" y="204"/>
                </a:lnTo>
                <a:lnTo>
                  <a:pt x="168" y="203"/>
                </a:lnTo>
                <a:lnTo>
                  <a:pt x="168" y="202"/>
                </a:lnTo>
                <a:lnTo>
                  <a:pt x="168" y="201"/>
                </a:lnTo>
                <a:lnTo>
                  <a:pt x="167" y="201"/>
                </a:lnTo>
                <a:lnTo>
                  <a:pt x="168" y="201"/>
                </a:lnTo>
                <a:lnTo>
                  <a:pt x="168" y="200"/>
                </a:lnTo>
                <a:lnTo>
                  <a:pt x="168" y="199"/>
                </a:lnTo>
                <a:lnTo>
                  <a:pt x="167" y="199"/>
                </a:lnTo>
                <a:lnTo>
                  <a:pt x="167" y="198"/>
                </a:lnTo>
                <a:lnTo>
                  <a:pt x="167" y="197"/>
                </a:lnTo>
                <a:lnTo>
                  <a:pt x="166" y="197"/>
                </a:lnTo>
                <a:lnTo>
                  <a:pt x="166" y="196"/>
                </a:lnTo>
                <a:lnTo>
                  <a:pt x="165" y="196"/>
                </a:lnTo>
                <a:lnTo>
                  <a:pt x="164" y="195"/>
                </a:lnTo>
                <a:lnTo>
                  <a:pt x="163" y="195"/>
                </a:lnTo>
                <a:lnTo>
                  <a:pt x="163" y="196"/>
                </a:lnTo>
                <a:lnTo>
                  <a:pt x="162" y="196"/>
                </a:lnTo>
                <a:lnTo>
                  <a:pt x="162" y="197"/>
                </a:lnTo>
                <a:lnTo>
                  <a:pt x="162" y="198"/>
                </a:lnTo>
                <a:lnTo>
                  <a:pt x="162" y="199"/>
                </a:lnTo>
                <a:lnTo>
                  <a:pt x="162" y="200"/>
                </a:lnTo>
                <a:lnTo>
                  <a:pt x="161" y="200"/>
                </a:lnTo>
                <a:lnTo>
                  <a:pt x="160" y="200"/>
                </a:lnTo>
                <a:lnTo>
                  <a:pt x="159" y="201"/>
                </a:lnTo>
                <a:lnTo>
                  <a:pt x="158" y="201"/>
                </a:lnTo>
                <a:lnTo>
                  <a:pt x="157" y="202"/>
                </a:lnTo>
                <a:lnTo>
                  <a:pt x="156" y="202"/>
                </a:lnTo>
                <a:lnTo>
                  <a:pt x="155" y="202"/>
                </a:lnTo>
                <a:lnTo>
                  <a:pt x="155" y="203"/>
                </a:lnTo>
                <a:lnTo>
                  <a:pt x="154" y="203"/>
                </a:lnTo>
                <a:lnTo>
                  <a:pt x="153" y="203"/>
                </a:lnTo>
                <a:lnTo>
                  <a:pt x="153" y="202"/>
                </a:lnTo>
                <a:lnTo>
                  <a:pt x="152" y="202"/>
                </a:lnTo>
                <a:lnTo>
                  <a:pt x="151" y="202"/>
                </a:lnTo>
                <a:lnTo>
                  <a:pt x="151" y="203"/>
                </a:lnTo>
                <a:lnTo>
                  <a:pt x="152" y="203"/>
                </a:lnTo>
                <a:lnTo>
                  <a:pt x="151" y="203"/>
                </a:lnTo>
                <a:lnTo>
                  <a:pt x="151" y="204"/>
                </a:lnTo>
                <a:lnTo>
                  <a:pt x="151" y="203"/>
                </a:lnTo>
                <a:lnTo>
                  <a:pt x="151" y="202"/>
                </a:lnTo>
                <a:lnTo>
                  <a:pt x="150" y="202"/>
                </a:lnTo>
                <a:lnTo>
                  <a:pt x="150" y="201"/>
                </a:lnTo>
                <a:lnTo>
                  <a:pt x="149" y="200"/>
                </a:lnTo>
                <a:lnTo>
                  <a:pt x="148" y="200"/>
                </a:lnTo>
                <a:lnTo>
                  <a:pt x="148" y="199"/>
                </a:lnTo>
                <a:lnTo>
                  <a:pt x="147" y="199"/>
                </a:lnTo>
                <a:lnTo>
                  <a:pt x="146" y="197"/>
                </a:lnTo>
                <a:lnTo>
                  <a:pt x="146" y="196"/>
                </a:lnTo>
                <a:lnTo>
                  <a:pt x="147" y="195"/>
                </a:lnTo>
                <a:lnTo>
                  <a:pt x="146" y="195"/>
                </a:lnTo>
                <a:lnTo>
                  <a:pt x="146" y="194"/>
                </a:lnTo>
                <a:lnTo>
                  <a:pt x="145" y="194"/>
                </a:lnTo>
                <a:lnTo>
                  <a:pt x="144" y="194"/>
                </a:lnTo>
                <a:lnTo>
                  <a:pt x="144" y="195"/>
                </a:lnTo>
                <a:lnTo>
                  <a:pt x="143" y="195"/>
                </a:lnTo>
                <a:lnTo>
                  <a:pt x="143" y="194"/>
                </a:lnTo>
                <a:lnTo>
                  <a:pt x="142" y="194"/>
                </a:lnTo>
                <a:lnTo>
                  <a:pt x="142" y="193"/>
                </a:lnTo>
                <a:lnTo>
                  <a:pt x="143" y="193"/>
                </a:lnTo>
                <a:lnTo>
                  <a:pt x="143" y="192"/>
                </a:lnTo>
                <a:lnTo>
                  <a:pt x="143" y="191"/>
                </a:lnTo>
                <a:lnTo>
                  <a:pt x="143" y="190"/>
                </a:lnTo>
                <a:lnTo>
                  <a:pt x="145" y="189"/>
                </a:lnTo>
                <a:lnTo>
                  <a:pt x="145" y="188"/>
                </a:lnTo>
                <a:lnTo>
                  <a:pt x="146" y="187"/>
                </a:lnTo>
                <a:lnTo>
                  <a:pt x="146" y="185"/>
                </a:lnTo>
                <a:lnTo>
                  <a:pt x="147" y="185"/>
                </a:lnTo>
                <a:lnTo>
                  <a:pt x="147" y="184"/>
                </a:lnTo>
                <a:lnTo>
                  <a:pt x="147" y="183"/>
                </a:lnTo>
                <a:lnTo>
                  <a:pt x="145" y="183"/>
                </a:lnTo>
                <a:lnTo>
                  <a:pt x="145" y="182"/>
                </a:lnTo>
                <a:lnTo>
                  <a:pt x="146" y="182"/>
                </a:lnTo>
                <a:lnTo>
                  <a:pt x="147" y="182"/>
                </a:lnTo>
                <a:lnTo>
                  <a:pt x="149" y="181"/>
                </a:lnTo>
                <a:lnTo>
                  <a:pt x="150" y="180"/>
                </a:lnTo>
                <a:lnTo>
                  <a:pt x="150" y="179"/>
                </a:lnTo>
                <a:lnTo>
                  <a:pt x="150" y="178"/>
                </a:lnTo>
                <a:lnTo>
                  <a:pt x="150" y="177"/>
                </a:lnTo>
                <a:lnTo>
                  <a:pt x="149" y="177"/>
                </a:lnTo>
                <a:lnTo>
                  <a:pt x="149" y="176"/>
                </a:lnTo>
                <a:lnTo>
                  <a:pt x="149" y="175"/>
                </a:lnTo>
                <a:lnTo>
                  <a:pt x="150" y="175"/>
                </a:lnTo>
                <a:lnTo>
                  <a:pt x="150" y="174"/>
                </a:lnTo>
                <a:lnTo>
                  <a:pt x="150" y="173"/>
                </a:lnTo>
                <a:lnTo>
                  <a:pt x="150" y="172"/>
                </a:lnTo>
                <a:lnTo>
                  <a:pt x="150" y="171"/>
                </a:lnTo>
                <a:lnTo>
                  <a:pt x="150" y="170"/>
                </a:lnTo>
                <a:lnTo>
                  <a:pt x="151" y="169"/>
                </a:lnTo>
                <a:lnTo>
                  <a:pt x="152" y="169"/>
                </a:lnTo>
                <a:lnTo>
                  <a:pt x="152" y="168"/>
                </a:lnTo>
                <a:lnTo>
                  <a:pt x="152" y="167"/>
                </a:lnTo>
                <a:lnTo>
                  <a:pt x="153" y="167"/>
                </a:lnTo>
                <a:lnTo>
                  <a:pt x="154" y="168"/>
                </a:lnTo>
                <a:lnTo>
                  <a:pt x="155" y="168"/>
                </a:lnTo>
                <a:lnTo>
                  <a:pt x="156" y="168"/>
                </a:lnTo>
                <a:lnTo>
                  <a:pt x="157" y="169"/>
                </a:lnTo>
                <a:lnTo>
                  <a:pt x="157" y="168"/>
                </a:lnTo>
                <a:lnTo>
                  <a:pt x="157" y="166"/>
                </a:lnTo>
                <a:lnTo>
                  <a:pt x="157" y="165"/>
                </a:lnTo>
                <a:lnTo>
                  <a:pt x="157" y="163"/>
                </a:lnTo>
                <a:lnTo>
                  <a:pt x="158" y="162"/>
                </a:lnTo>
                <a:lnTo>
                  <a:pt x="158" y="160"/>
                </a:lnTo>
                <a:lnTo>
                  <a:pt x="158" y="158"/>
                </a:lnTo>
                <a:lnTo>
                  <a:pt x="158" y="157"/>
                </a:lnTo>
                <a:lnTo>
                  <a:pt x="158" y="156"/>
                </a:lnTo>
                <a:lnTo>
                  <a:pt x="158" y="155"/>
                </a:lnTo>
                <a:lnTo>
                  <a:pt x="158" y="154"/>
                </a:lnTo>
                <a:lnTo>
                  <a:pt x="159" y="154"/>
                </a:lnTo>
                <a:lnTo>
                  <a:pt x="159" y="153"/>
                </a:lnTo>
                <a:lnTo>
                  <a:pt x="160" y="153"/>
                </a:lnTo>
                <a:lnTo>
                  <a:pt x="160" y="152"/>
                </a:lnTo>
                <a:lnTo>
                  <a:pt x="161" y="152"/>
                </a:lnTo>
                <a:lnTo>
                  <a:pt x="161" y="151"/>
                </a:lnTo>
                <a:lnTo>
                  <a:pt x="163" y="150"/>
                </a:lnTo>
                <a:lnTo>
                  <a:pt x="163" y="149"/>
                </a:lnTo>
                <a:lnTo>
                  <a:pt x="162" y="147"/>
                </a:lnTo>
                <a:lnTo>
                  <a:pt x="162" y="146"/>
                </a:lnTo>
                <a:lnTo>
                  <a:pt x="163" y="145"/>
                </a:lnTo>
                <a:lnTo>
                  <a:pt x="162" y="144"/>
                </a:lnTo>
                <a:lnTo>
                  <a:pt x="162" y="143"/>
                </a:lnTo>
                <a:lnTo>
                  <a:pt x="163" y="142"/>
                </a:lnTo>
                <a:lnTo>
                  <a:pt x="163" y="143"/>
                </a:lnTo>
                <a:lnTo>
                  <a:pt x="164" y="143"/>
                </a:lnTo>
                <a:lnTo>
                  <a:pt x="164" y="142"/>
                </a:lnTo>
                <a:lnTo>
                  <a:pt x="164" y="141"/>
                </a:lnTo>
                <a:lnTo>
                  <a:pt x="163" y="141"/>
                </a:lnTo>
                <a:lnTo>
                  <a:pt x="162" y="141"/>
                </a:lnTo>
                <a:lnTo>
                  <a:pt x="161" y="141"/>
                </a:lnTo>
                <a:lnTo>
                  <a:pt x="160" y="141"/>
                </a:lnTo>
                <a:lnTo>
                  <a:pt x="159" y="140"/>
                </a:lnTo>
                <a:lnTo>
                  <a:pt x="159" y="139"/>
                </a:lnTo>
                <a:lnTo>
                  <a:pt x="158" y="139"/>
                </a:lnTo>
                <a:lnTo>
                  <a:pt x="157" y="139"/>
                </a:lnTo>
                <a:lnTo>
                  <a:pt x="155" y="139"/>
                </a:lnTo>
                <a:lnTo>
                  <a:pt x="153" y="139"/>
                </a:lnTo>
                <a:lnTo>
                  <a:pt x="153" y="140"/>
                </a:lnTo>
                <a:lnTo>
                  <a:pt x="152" y="140"/>
                </a:lnTo>
                <a:lnTo>
                  <a:pt x="152" y="141"/>
                </a:lnTo>
                <a:lnTo>
                  <a:pt x="151" y="141"/>
                </a:lnTo>
                <a:lnTo>
                  <a:pt x="150" y="141"/>
                </a:lnTo>
                <a:lnTo>
                  <a:pt x="150" y="142"/>
                </a:lnTo>
                <a:lnTo>
                  <a:pt x="149" y="142"/>
                </a:lnTo>
                <a:lnTo>
                  <a:pt x="149" y="141"/>
                </a:lnTo>
                <a:lnTo>
                  <a:pt x="148" y="141"/>
                </a:lnTo>
                <a:lnTo>
                  <a:pt x="146" y="141"/>
                </a:lnTo>
                <a:lnTo>
                  <a:pt x="145" y="141"/>
                </a:lnTo>
                <a:lnTo>
                  <a:pt x="145" y="140"/>
                </a:lnTo>
                <a:lnTo>
                  <a:pt x="144" y="140"/>
                </a:lnTo>
                <a:lnTo>
                  <a:pt x="144" y="141"/>
                </a:lnTo>
                <a:lnTo>
                  <a:pt x="143" y="142"/>
                </a:lnTo>
                <a:lnTo>
                  <a:pt x="144" y="142"/>
                </a:lnTo>
                <a:lnTo>
                  <a:pt x="143" y="142"/>
                </a:lnTo>
                <a:lnTo>
                  <a:pt x="143" y="143"/>
                </a:lnTo>
                <a:lnTo>
                  <a:pt x="141" y="143"/>
                </a:lnTo>
                <a:lnTo>
                  <a:pt x="140" y="142"/>
                </a:lnTo>
                <a:lnTo>
                  <a:pt x="139" y="142"/>
                </a:lnTo>
                <a:lnTo>
                  <a:pt x="138" y="142"/>
                </a:lnTo>
                <a:lnTo>
                  <a:pt x="138" y="143"/>
                </a:lnTo>
                <a:lnTo>
                  <a:pt x="139" y="143"/>
                </a:lnTo>
                <a:lnTo>
                  <a:pt x="138" y="143"/>
                </a:lnTo>
                <a:lnTo>
                  <a:pt x="137" y="143"/>
                </a:lnTo>
                <a:lnTo>
                  <a:pt x="136" y="143"/>
                </a:lnTo>
                <a:lnTo>
                  <a:pt x="135" y="142"/>
                </a:lnTo>
                <a:lnTo>
                  <a:pt x="134" y="142"/>
                </a:lnTo>
                <a:lnTo>
                  <a:pt x="133" y="142"/>
                </a:lnTo>
                <a:lnTo>
                  <a:pt x="132" y="142"/>
                </a:lnTo>
                <a:lnTo>
                  <a:pt x="131" y="142"/>
                </a:lnTo>
                <a:lnTo>
                  <a:pt x="130" y="142"/>
                </a:lnTo>
                <a:lnTo>
                  <a:pt x="129" y="142"/>
                </a:lnTo>
                <a:lnTo>
                  <a:pt x="129" y="143"/>
                </a:lnTo>
                <a:lnTo>
                  <a:pt x="128" y="143"/>
                </a:lnTo>
                <a:lnTo>
                  <a:pt x="127" y="143"/>
                </a:lnTo>
                <a:lnTo>
                  <a:pt x="127" y="144"/>
                </a:lnTo>
                <a:lnTo>
                  <a:pt x="126" y="144"/>
                </a:lnTo>
                <a:lnTo>
                  <a:pt x="125" y="144"/>
                </a:lnTo>
                <a:lnTo>
                  <a:pt x="124" y="143"/>
                </a:lnTo>
                <a:lnTo>
                  <a:pt x="124" y="142"/>
                </a:lnTo>
                <a:lnTo>
                  <a:pt x="123" y="142"/>
                </a:lnTo>
                <a:lnTo>
                  <a:pt x="123" y="141"/>
                </a:lnTo>
                <a:lnTo>
                  <a:pt x="124" y="141"/>
                </a:lnTo>
                <a:lnTo>
                  <a:pt x="124" y="140"/>
                </a:lnTo>
                <a:lnTo>
                  <a:pt x="124" y="139"/>
                </a:lnTo>
                <a:lnTo>
                  <a:pt x="124" y="138"/>
                </a:lnTo>
                <a:lnTo>
                  <a:pt x="125" y="137"/>
                </a:lnTo>
                <a:lnTo>
                  <a:pt x="125" y="136"/>
                </a:lnTo>
                <a:lnTo>
                  <a:pt x="125" y="134"/>
                </a:lnTo>
                <a:lnTo>
                  <a:pt x="125" y="133"/>
                </a:lnTo>
                <a:lnTo>
                  <a:pt x="125" y="132"/>
                </a:lnTo>
                <a:lnTo>
                  <a:pt x="126" y="131"/>
                </a:lnTo>
                <a:lnTo>
                  <a:pt x="125" y="130"/>
                </a:lnTo>
                <a:lnTo>
                  <a:pt x="126" y="129"/>
                </a:lnTo>
                <a:lnTo>
                  <a:pt x="126" y="128"/>
                </a:lnTo>
                <a:lnTo>
                  <a:pt x="126" y="127"/>
                </a:lnTo>
                <a:lnTo>
                  <a:pt x="125" y="127"/>
                </a:lnTo>
                <a:lnTo>
                  <a:pt x="124" y="126"/>
                </a:lnTo>
                <a:lnTo>
                  <a:pt x="123" y="126"/>
                </a:lnTo>
                <a:lnTo>
                  <a:pt x="123" y="127"/>
                </a:lnTo>
                <a:lnTo>
                  <a:pt x="122" y="127"/>
                </a:lnTo>
                <a:lnTo>
                  <a:pt x="121" y="127"/>
                </a:lnTo>
                <a:lnTo>
                  <a:pt x="121" y="126"/>
                </a:lnTo>
                <a:lnTo>
                  <a:pt x="121" y="125"/>
                </a:lnTo>
                <a:lnTo>
                  <a:pt x="120" y="124"/>
                </a:lnTo>
                <a:lnTo>
                  <a:pt x="120" y="123"/>
                </a:lnTo>
                <a:lnTo>
                  <a:pt x="119" y="123"/>
                </a:lnTo>
                <a:lnTo>
                  <a:pt x="118" y="123"/>
                </a:lnTo>
                <a:lnTo>
                  <a:pt x="118" y="122"/>
                </a:lnTo>
                <a:lnTo>
                  <a:pt x="118" y="121"/>
                </a:lnTo>
                <a:lnTo>
                  <a:pt x="118" y="120"/>
                </a:lnTo>
                <a:lnTo>
                  <a:pt x="117" y="119"/>
                </a:lnTo>
                <a:lnTo>
                  <a:pt x="117" y="118"/>
                </a:lnTo>
                <a:lnTo>
                  <a:pt x="117" y="117"/>
                </a:lnTo>
                <a:lnTo>
                  <a:pt x="118" y="117"/>
                </a:lnTo>
                <a:lnTo>
                  <a:pt x="118" y="116"/>
                </a:lnTo>
                <a:lnTo>
                  <a:pt x="117" y="115"/>
                </a:lnTo>
                <a:lnTo>
                  <a:pt x="116" y="115"/>
                </a:lnTo>
                <a:lnTo>
                  <a:pt x="116" y="114"/>
                </a:lnTo>
                <a:lnTo>
                  <a:pt x="114" y="113"/>
                </a:lnTo>
                <a:lnTo>
                  <a:pt x="114" y="112"/>
                </a:lnTo>
                <a:lnTo>
                  <a:pt x="112" y="112"/>
                </a:lnTo>
                <a:lnTo>
                  <a:pt x="112" y="113"/>
                </a:lnTo>
                <a:lnTo>
                  <a:pt x="113" y="113"/>
                </a:lnTo>
                <a:lnTo>
                  <a:pt x="113" y="114"/>
                </a:lnTo>
                <a:lnTo>
                  <a:pt x="113" y="115"/>
                </a:lnTo>
                <a:lnTo>
                  <a:pt x="112" y="116"/>
                </a:lnTo>
                <a:lnTo>
                  <a:pt x="111" y="115"/>
                </a:lnTo>
                <a:lnTo>
                  <a:pt x="111" y="117"/>
                </a:lnTo>
                <a:lnTo>
                  <a:pt x="109" y="117"/>
                </a:lnTo>
                <a:lnTo>
                  <a:pt x="108" y="117"/>
                </a:lnTo>
                <a:lnTo>
                  <a:pt x="108" y="116"/>
                </a:lnTo>
                <a:lnTo>
                  <a:pt x="109" y="116"/>
                </a:lnTo>
                <a:lnTo>
                  <a:pt x="108" y="115"/>
                </a:lnTo>
                <a:lnTo>
                  <a:pt x="107" y="115"/>
                </a:lnTo>
                <a:lnTo>
                  <a:pt x="107" y="114"/>
                </a:lnTo>
                <a:lnTo>
                  <a:pt x="106" y="114"/>
                </a:lnTo>
                <a:lnTo>
                  <a:pt x="106" y="113"/>
                </a:lnTo>
                <a:lnTo>
                  <a:pt x="107" y="111"/>
                </a:lnTo>
                <a:lnTo>
                  <a:pt x="106" y="110"/>
                </a:lnTo>
                <a:lnTo>
                  <a:pt x="105" y="110"/>
                </a:lnTo>
                <a:lnTo>
                  <a:pt x="105" y="109"/>
                </a:lnTo>
                <a:lnTo>
                  <a:pt x="104" y="109"/>
                </a:lnTo>
                <a:lnTo>
                  <a:pt x="103" y="109"/>
                </a:lnTo>
                <a:lnTo>
                  <a:pt x="103" y="110"/>
                </a:lnTo>
                <a:lnTo>
                  <a:pt x="102" y="110"/>
                </a:lnTo>
                <a:lnTo>
                  <a:pt x="101" y="110"/>
                </a:lnTo>
                <a:lnTo>
                  <a:pt x="100" y="111"/>
                </a:lnTo>
                <a:lnTo>
                  <a:pt x="98" y="112"/>
                </a:lnTo>
                <a:lnTo>
                  <a:pt x="99" y="112"/>
                </a:lnTo>
                <a:lnTo>
                  <a:pt x="99" y="113"/>
                </a:lnTo>
                <a:lnTo>
                  <a:pt x="98" y="112"/>
                </a:lnTo>
                <a:lnTo>
                  <a:pt x="97" y="112"/>
                </a:lnTo>
                <a:lnTo>
                  <a:pt x="97" y="113"/>
                </a:lnTo>
                <a:lnTo>
                  <a:pt x="96" y="113"/>
                </a:lnTo>
                <a:lnTo>
                  <a:pt x="95" y="113"/>
                </a:lnTo>
                <a:lnTo>
                  <a:pt x="94" y="112"/>
                </a:lnTo>
                <a:lnTo>
                  <a:pt x="93" y="112"/>
                </a:lnTo>
                <a:lnTo>
                  <a:pt x="94" y="111"/>
                </a:lnTo>
                <a:lnTo>
                  <a:pt x="93" y="111"/>
                </a:lnTo>
                <a:lnTo>
                  <a:pt x="93" y="110"/>
                </a:lnTo>
                <a:lnTo>
                  <a:pt x="93" y="109"/>
                </a:lnTo>
                <a:lnTo>
                  <a:pt x="92" y="109"/>
                </a:lnTo>
                <a:lnTo>
                  <a:pt x="91" y="109"/>
                </a:lnTo>
                <a:lnTo>
                  <a:pt x="91" y="108"/>
                </a:lnTo>
                <a:lnTo>
                  <a:pt x="92" y="108"/>
                </a:lnTo>
                <a:lnTo>
                  <a:pt x="92" y="107"/>
                </a:lnTo>
                <a:lnTo>
                  <a:pt x="91" y="107"/>
                </a:lnTo>
                <a:lnTo>
                  <a:pt x="90" y="107"/>
                </a:lnTo>
                <a:lnTo>
                  <a:pt x="90" y="106"/>
                </a:lnTo>
                <a:lnTo>
                  <a:pt x="87" y="106"/>
                </a:lnTo>
                <a:lnTo>
                  <a:pt x="86" y="107"/>
                </a:lnTo>
                <a:lnTo>
                  <a:pt x="86" y="108"/>
                </a:lnTo>
                <a:lnTo>
                  <a:pt x="86" y="109"/>
                </a:lnTo>
                <a:lnTo>
                  <a:pt x="85" y="109"/>
                </a:lnTo>
                <a:lnTo>
                  <a:pt x="84" y="108"/>
                </a:lnTo>
                <a:lnTo>
                  <a:pt x="84" y="107"/>
                </a:lnTo>
                <a:lnTo>
                  <a:pt x="82" y="107"/>
                </a:lnTo>
                <a:lnTo>
                  <a:pt x="81" y="108"/>
                </a:lnTo>
                <a:lnTo>
                  <a:pt x="80" y="108"/>
                </a:lnTo>
                <a:lnTo>
                  <a:pt x="78" y="109"/>
                </a:lnTo>
                <a:lnTo>
                  <a:pt x="78" y="108"/>
                </a:lnTo>
                <a:lnTo>
                  <a:pt x="77" y="108"/>
                </a:lnTo>
                <a:lnTo>
                  <a:pt x="76" y="108"/>
                </a:lnTo>
                <a:lnTo>
                  <a:pt x="75" y="108"/>
                </a:lnTo>
                <a:lnTo>
                  <a:pt x="74" y="108"/>
                </a:lnTo>
                <a:lnTo>
                  <a:pt x="72" y="107"/>
                </a:lnTo>
                <a:lnTo>
                  <a:pt x="71" y="107"/>
                </a:lnTo>
                <a:lnTo>
                  <a:pt x="71" y="106"/>
                </a:lnTo>
                <a:lnTo>
                  <a:pt x="72" y="105"/>
                </a:lnTo>
                <a:lnTo>
                  <a:pt x="71" y="105"/>
                </a:lnTo>
                <a:lnTo>
                  <a:pt x="70" y="105"/>
                </a:lnTo>
                <a:lnTo>
                  <a:pt x="69" y="105"/>
                </a:lnTo>
                <a:lnTo>
                  <a:pt x="68" y="105"/>
                </a:lnTo>
                <a:lnTo>
                  <a:pt x="68" y="104"/>
                </a:lnTo>
                <a:lnTo>
                  <a:pt x="69" y="104"/>
                </a:lnTo>
                <a:lnTo>
                  <a:pt x="70" y="104"/>
                </a:lnTo>
                <a:lnTo>
                  <a:pt x="70" y="103"/>
                </a:lnTo>
                <a:lnTo>
                  <a:pt x="69" y="102"/>
                </a:lnTo>
                <a:lnTo>
                  <a:pt x="68" y="102"/>
                </a:lnTo>
                <a:lnTo>
                  <a:pt x="67" y="102"/>
                </a:lnTo>
                <a:lnTo>
                  <a:pt x="66" y="101"/>
                </a:lnTo>
                <a:lnTo>
                  <a:pt x="66" y="100"/>
                </a:lnTo>
                <a:lnTo>
                  <a:pt x="64" y="101"/>
                </a:lnTo>
                <a:lnTo>
                  <a:pt x="64" y="100"/>
                </a:lnTo>
                <a:lnTo>
                  <a:pt x="63" y="100"/>
                </a:lnTo>
                <a:lnTo>
                  <a:pt x="63" y="99"/>
                </a:lnTo>
                <a:lnTo>
                  <a:pt x="61" y="99"/>
                </a:lnTo>
                <a:lnTo>
                  <a:pt x="61" y="98"/>
                </a:lnTo>
                <a:lnTo>
                  <a:pt x="60" y="98"/>
                </a:lnTo>
                <a:lnTo>
                  <a:pt x="60" y="97"/>
                </a:lnTo>
                <a:lnTo>
                  <a:pt x="60" y="96"/>
                </a:lnTo>
                <a:lnTo>
                  <a:pt x="61" y="95"/>
                </a:lnTo>
                <a:lnTo>
                  <a:pt x="62" y="94"/>
                </a:lnTo>
                <a:lnTo>
                  <a:pt x="62" y="92"/>
                </a:lnTo>
                <a:lnTo>
                  <a:pt x="61" y="92"/>
                </a:lnTo>
                <a:lnTo>
                  <a:pt x="61" y="91"/>
                </a:lnTo>
                <a:lnTo>
                  <a:pt x="62" y="91"/>
                </a:lnTo>
                <a:lnTo>
                  <a:pt x="62" y="90"/>
                </a:lnTo>
                <a:lnTo>
                  <a:pt x="61" y="90"/>
                </a:lnTo>
                <a:lnTo>
                  <a:pt x="60" y="91"/>
                </a:lnTo>
                <a:lnTo>
                  <a:pt x="60" y="90"/>
                </a:lnTo>
                <a:lnTo>
                  <a:pt x="59" y="90"/>
                </a:lnTo>
                <a:lnTo>
                  <a:pt x="59" y="89"/>
                </a:lnTo>
                <a:lnTo>
                  <a:pt x="58" y="89"/>
                </a:lnTo>
                <a:lnTo>
                  <a:pt x="57" y="89"/>
                </a:lnTo>
                <a:lnTo>
                  <a:pt x="58" y="89"/>
                </a:lnTo>
                <a:lnTo>
                  <a:pt x="57" y="88"/>
                </a:lnTo>
                <a:lnTo>
                  <a:pt x="57" y="87"/>
                </a:lnTo>
                <a:lnTo>
                  <a:pt x="56" y="87"/>
                </a:lnTo>
                <a:lnTo>
                  <a:pt x="55" y="86"/>
                </a:lnTo>
                <a:lnTo>
                  <a:pt x="55" y="85"/>
                </a:lnTo>
                <a:lnTo>
                  <a:pt x="55" y="84"/>
                </a:lnTo>
                <a:lnTo>
                  <a:pt x="55" y="83"/>
                </a:lnTo>
                <a:lnTo>
                  <a:pt x="55" y="82"/>
                </a:lnTo>
                <a:lnTo>
                  <a:pt x="55" y="81"/>
                </a:lnTo>
                <a:lnTo>
                  <a:pt x="56" y="80"/>
                </a:lnTo>
                <a:lnTo>
                  <a:pt x="56" y="79"/>
                </a:lnTo>
                <a:lnTo>
                  <a:pt x="56" y="78"/>
                </a:lnTo>
                <a:lnTo>
                  <a:pt x="55" y="78"/>
                </a:lnTo>
                <a:lnTo>
                  <a:pt x="54" y="78"/>
                </a:lnTo>
                <a:lnTo>
                  <a:pt x="54" y="77"/>
                </a:lnTo>
                <a:lnTo>
                  <a:pt x="55" y="76"/>
                </a:lnTo>
                <a:lnTo>
                  <a:pt x="55" y="75"/>
                </a:lnTo>
                <a:lnTo>
                  <a:pt x="54" y="75"/>
                </a:lnTo>
                <a:lnTo>
                  <a:pt x="53" y="75"/>
                </a:lnTo>
                <a:lnTo>
                  <a:pt x="51" y="74"/>
                </a:lnTo>
                <a:lnTo>
                  <a:pt x="50" y="74"/>
                </a:lnTo>
                <a:lnTo>
                  <a:pt x="48" y="74"/>
                </a:lnTo>
                <a:lnTo>
                  <a:pt x="47" y="74"/>
                </a:lnTo>
                <a:lnTo>
                  <a:pt x="47" y="73"/>
                </a:lnTo>
                <a:lnTo>
                  <a:pt x="46" y="73"/>
                </a:lnTo>
                <a:lnTo>
                  <a:pt x="46" y="74"/>
                </a:lnTo>
                <a:lnTo>
                  <a:pt x="46" y="75"/>
                </a:lnTo>
                <a:lnTo>
                  <a:pt x="45" y="75"/>
                </a:lnTo>
                <a:lnTo>
                  <a:pt x="44" y="75"/>
                </a:lnTo>
                <a:lnTo>
                  <a:pt x="43" y="75"/>
                </a:lnTo>
                <a:lnTo>
                  <a:pt x="43" y="76"/>
                </a:lnTo>
                <a:lnTo>
                  <a:pt x="42" y="76"/>
                </a:lnTo>
                <a:lnTo>
                  <a:pt x="41" y="74"/>
                </a:lnTo>
                <a:lnTo>
                  <a:pt x="40" y="73"/>
                </a:lnTo>
                <a:lnTo>
                  <a:pt x="39" y="73"/>
                </a:lnTo>
                <a:lnTo>
                  <a:pt x="39" y="72"/>
                </a:lnTo>
                <a:lnTo>
                  <a:pt x="38" y="72"/>
                </a:lnTo>
                <a:lnTo>
                  <a:pt x="38" y="71"/>
                </a:lnTo>
                <a:lnTo>
                  <a:pt x="38" y="70"/>
                </a:lnTo>
                <a:lnTo>
                  <a:pt x="38" y="69"/>
                </a:lnTo>
                <a:lnTo>
                  <a:pt x="37" y="69"/>
                </a:lnTo>
                <a:lnTo>
                  <a:pt x="36" y="68"/>
                </a:lnTo>
                <a:lnTo>
                  <a:pt x="35" y="67"/>
                </a:lnTo>
                <a:lnTo>
                  <a:pt x="34" y="67"/>
                </a:lnTo>
                <a:lnTo>
                  <a:pt x="33" y="67"/>
                </a:lnTo>
                <a:lnTo>
                  <a:pt x="32" y="67"/>
                </a:lnTo>
                <a:lnTo>
                  <a:pt x="31" y="67"/>
                </a:lnTo>
                <a:lnTo>
                  <a:pt x="29" y="67"/>
                </a:lnTo>
                <a:lnTo>
                  <a:pt x="27" y="67"/>
                </a:lnTo>
                <a:lnTo>
                  <a:pt x="25" y="66"/>
                </a:lnTo>
                <a:lnTo>
                  <a:pt x="24" y="66"/>
                </a:lnTo>
                <a:lnTo>
                  <a:pt x="24" y="65"/>
                </a:lnTo>
                <a:lnTo>
                  <a:pt x="23" y="65"/>
                </a:lnTo>
                <a:lnTo>
                  <a:pt x="22" y="65"/>
                </a:lnTo>
                <a:lnTo>
                  <a:pt x="20" y="65"/>
                </a:lnTo>
                <a:lnTo>
                  <a:pt x="20" y="66"/>
                </a:lnTo>
                <a:lnTo>
                  <a:pt x="19" y="66"/>
                </a:lnTo>
                <a:lnTo>
                  <a:pt x="19" y="65"/>
                </a:lnTo>
                <a:lnTo>
                  <a:pt x="19" y="64"/>
                </a:lnTo>
                <a:lnTo>
                  <a:pt x="20" y="64"/>
                </a:lnTo>
                <a:lnTo>
                  <a:pt x="20" y="65"/>
                </a:lnTo>
                <a:lnTo>
                  <a:pt x="21" y="65"/>
                </a:lnTo>
                <a:lnTo>
                  <a:pt x="21" y="64"/>
                </a:lnTo>
                <a:lnTo>
                  <a:pt x="22" y="64"/>
                </a:lnTo>
                <a:lnTo>
                  <a:pt x="21" y="63"/>
                </a:lnTo>
                <a:lnTo>
                  <a:pt x="20" y="63"/>
                </a:lnTo>
                <a:lnTo>
                  <a:pt x="20" y="62"/>
                </a:lnTo>
                <a:lnTo>
                  <a:pt x="19" y="61"/>
                </a:lnTo>
                <a:lnTo>
                  <a:pt x="18" y="61"/>
                </a:lnTo>
                <a:lnTo>
                  <a:pt x="17" y="60"/>
                </a:lnTo>
                <a:lnTo>
                  <a:pt x="15" y="60"/>
                </a:lnTo>
                <a:lnTo>
                  <a:pt x="14" y="60"/>
                </a:lnTo>
                <a:lnTo>
                  <a:pt x="14" y="59"/>
                </a:lnTo>
                <a:lnTo>
                  <a:pt x="15" y="59"/>
                </a:lnTo>
                <a:lnTo>
                  <a:pt x="14" y="58"/>
                </a:lnTo>
                <a:lnTo>
                  <a:pt x="13" y="58"/>
                </a:lnTo>
                <a:lnTo>
                  <a:pt x="12" y="57"/>
                </a:lnTo>
                <a:lnTo>
                  <a:pt x="12" y="56"/>
                </a:lnTo>
                <a:lnTo>
                  <a:pt x="12" y="55"/>
                </a:lnTo>
                <a:lnTo>
                  <a:pt x="11" y="55"/>
                </a:lnTo>
                <a:lnTo>
                  <a:pt x="11" y="54"/>
                </a:lnTo>
                <a:lnTo>
                  <a:pt x="11" y="53"/>
                </a:lnTo>
                <a:lnTo>
                  <a:pt x="9" y="53"/>
                </a:lnTo>
                <a:lnTo>
                  <a:pt x="9" y="52"/>
                </a:lnTo>
                <a:lnTo>
                  <a:pt x="8" y="51"/>
                </a:lnTo>
                <a:lnTo>
                  <a:pt x="7" y="52"/>
                </a:lnTo>
                <a:lnTo>
                  <a:pt x="7" y="51"/>
                </a:lnTo>
                <a:lnTo>
                  <a:pt x="7" y="50"/>
                </a:lnTo>
                <a:lnTo>
                  <a:pt x="6" y="49"/>
                </a:lnTo>
                <a:lnTo>
                  <a:pt x="5" y="49"/>
                </a:lnTo>
                <a:lnTo>
                  <a:pt x="4" y="49"/>
                </a:lnTo>
                <a:lnTo>
                  <a:pt x="3" y="49"/>
                </a:lnTo>
                <a:lnTo>
                  <a:pt x="3" y="50"/>
                </a:lnTo>
                <a:lnTo>
                  <a:pt x="2" y="50"/>
                </a:lnTo>
                <a:lnTo>
                  <a:pt x="1" y="50"/>
                </a:lnTo>
                <a:lnTo>
                  <a:pt x="0" y="49"/>
                </a:lnTo>
                <a:lnTo>
                  <a:pt x="1" y="48"/>
                </a:lnTo>
                <a:lnTo>
                  <a:pt x="2" y="48"/>
                </a:lnTo>
                <a:lnTo>
                  <a:pt x="2" y="47"/>
                </a:lnTo>
                <a:lnTo>
                  <a:pt x="2" y="46"/>
                </a:lnTo>
                <a:lnTo>
                  <a:pt x="2" y="44"/>
                </a:lnTo>
                <a:lnTo>
                  <a:pt x="3" y="44"/>
                </a:lnTo>
                <a:lnTo>
                  <a:pt x="3" y="43"/>
                </a:lnTo>
                <a:lnTo>
                  <a:pt x="2" y="42"/>
                </a:lnTo>
                <a:lnTo>
                  <a:pt x="1" y="42"/>
                </a:lnTo>
                <a:lnTo>
                  <a:pt x="0" y="42"/>
                </a:lnTo>
                <a:lnTo>
                  <a:pt x="0" y="41"/>
                </a:lnTo>
                <a:lnTo>
                  <a:pt x="1" y="41"/>
                </a:lnTo>
                <a:lnTo>
                  <a:pt x="0" y="40"/>
                </a:lnTo>
                <a:lnTo>
                  <a:pt x="0" y="39"/>
                </a:lnTo>
                <a:lnTo>
                  <a:pt x="0" y="38"/>
                </a:lnTo>
                <a:lnTo>
                  <a:pt x="1" y="39"/>
                </a:lnTo>
                <a:lnTo>
                  <a:pt x="3" y="38"/>
                </a:lnTo>
                <a:lnTo>
                  <a:pt x="3" y="37"/>
                </a:lnTo>
                <a:lnTo>
                  <a:pt x="4" y="37"/>
                </a:lnTo>
                <a:lnTo>
                  <a:pt x="4" y="35"/>
                </a:lnTo>
                <a:lnTo>
                  <a:pt x="4" y="34"/>
                </a:lnTo>
                <a:lnTo>
                  <a:pt x="3" y="33"/>
                </a:lnTo>
                <a:lnTo>
                  <a:pt x="3" y="32"/>
                </a:lnTo>
                <a:lnTo>
                  <a:pt x="4" y="32"/>
                </a:lnTo>
                <a:lnTo>
                  <a:pt x="5" y="32"/>
                </a:lnTo>
                <a:lnTo>
                  <a:pt x="5" y="31"/>
                </a:lnTo>
                <a:lnTo>
                  <a:pt x="4" y="31"/>
                </a:lnTo>
                <a:lnTo>
                  <a:pt x="4" y="30"/>
                </a:lnTo>
                <a:lnTo>
                  <a:pt x="5" y="29"/>
                </a:lnTo>
                <a:lnTo>
                  <a:pt x="5" y="28"/>
                </a:lnTo>
                <a:lnTo>
                  <a:pt x="4" y="28"/>
                </a:lnTo>
                <a:lnTo>
                  <a:pt x="4" y="27"/>
                </a:lnTo>
                <a:lnTo>
                  <a:pt x="5" y="27"/>
                </a:lnTo>
                <a:lnTo>
                  <a:pt x="5" y="26"/>
                </a:lnTo>
                <a:lnTo>
                  <a:pt x="6" y="26"/>
                </a:lnTo>
                <a:lnTo>
                  <a:pt x="6" y="25"/>
                </a:lnTo>
                <a:lnTo>
                  <a:pt x="7" y="25"/>
                </a:lnTo>
                <a:lnTo>
                  <a:pt x="7" y="24"/>
                </a:lnTo>
                <a:lnTo>
                  <a:pt x="8" y="24"/>
                </a:lnTo>
                <a:lnTo>
                  <a:pt x="8" y="23"/>
                </a:lnTo>
                <a:lnTo>
                  <a:pt x="9" y="23"/>
                </a:lnTo>
                <a:lnTo>
                  <a:pt x="10" y="23"/>
                </a:lnTo>
                <a:lnTo>
                  <a:pt x="11" y="23"/>
                </a:lnTo>
                <a:lnTo>
                  <a:pt x="12" y="23"/>
                </a:lnTo>
                <a:lnTo>
                  <a:pt x="13" y="23"/>
                </a:lnTo>
                <a:lnTo>
                  <a:pt x="13" y="22"/>
                </a:lnTo>
                <a:lnTo>
                  <a:pt x="14" y="22"/>
                </a:lnTo>
                <a:lnTo>
                  <a:pt x="15" y="22"/>
                </a:lnTo>
                <a:lnTo>
                  <a:pt x="15" y="23"/>
                </a:lnTo>
                <a:lnTo>
                  <a:pt x="16" y="22"/>
                </a:lnTo>
                <a:lnTo>
                  <a:pt x="17" y="22"/>
                </a:lnTo>
                <a:lnTo>
                  <a:pt x="18" y="22"/>
                </a:lnTo>
                <a:lnTo>
                  <a:pt x="19" y="22"/>
                </a:lnTo>
                <a:lnTo>
                  <a:pt x="20" y="22"/>
                </a:lnTo>
                <a:lnTo>
                  <a:pt x="21" y="21"/>
                </a:lnTo>
                <a:lnTo>
                  <a:pt x="22" y="21"/>
                </a:lnTo>
                <a:lnTo>
                  <a:pt x="23" y="20"/>
                </a:lnTo>
                <a:lnTo>
                  <a:pt x="23" y="19"/>
                </a:lnTo>
                <a:lnTo>
                  <a:pt x="24" y="19"/>
                </a:lnTo>
                <a:lnTo>
                  <a:pt x="25" y="19"/>
                </a:lnTo>
                <a:lnTo>
                  <a:pt x="25" y="20"/>
                </a:lnTo>
                <a:lnTo>
                  <a:pt x="26" y="20"/>
                </a:lnTo>
                <a:lnTo>
                  <a:pt x="27" y="20"/>
                </a:lnTo>
                <a:lnTo>
                  <a:pt x="28" y="20"/>
                </a:lnTo>
                <a:lnTo>
                  <a:pt x="28" y="19"/>
                </a:lnTo>
                <a:lnTo>
                  <a:pt x="29" y="19"/>
                </a:lnTo>
                <a:lnTo>
                  <a:pt x="30" y="19"/>
                </a:lnTo>
                <a:lnTo>
                  <a:pt x="31" y="19"/>
                </a:lnTo>
                <a:lnTo>
                  <a:pt x="31" y="20"/>
                </a:lnTo>
                <a:lnTo>
                  <a:pt x="32" y="20"/>
                </a:lnTo>
                <a:lnTo>
                  <a:pt x="32" y="21"/>
                </a:lnTo>
                <a:lnTo>
                  <a:pt x="33" y="21"/>
                </a:lnTo>
                <a:lnTo>
                  <a:pt x="33" y="20"/>
                </a:lnTo>
                <a:lnTo>
                  <a:pt x="33" y="21"/>
                </a:lnTo>
                <a:lnTo>
                  <a:pt x="34" y="21"/>
                </a:lnTo>
                <a:lnTo>
                  <a:pt x="35" y="21"/>
                </a:lnTo>
                <a:lnTo>
                  <a:pt x="35" y="22"/>
                </a:lnTo>
                <a:lnTo>
                  <a:pt x="36" y="22"/>
                </a:lnTo>
                <a:lnTo>
                  <a:pt x="37" y="22"/>
                </a:lnTo>
                <a:lnTo>
                  <a:pt x="38" y="21"/>
                </a:lnTo>
                <a:lnTo>
                  <a:pt x="38" y="20"/>
                </a:lnTo>
                <a:lnTo>
                  <a:pt x="38" y="19"/>
                </a:lnTo>
                <a:lnTo>
                  <a:pt x="38" y="18"/>
                </a:lnTo>
                <a:lnTo>
                  <a:pt x="38" y="17"/>
                </a:lnTo>
                <a:lnTo>
                  <a:pt x="38" y="16"/>
                </a:lnTo>
                <a:lnTo>
                  <a:pt x="38" y="15"/>
                </a:lnTo>
                <a:lnTo>
                  <a:pt x="39" y="16"/>
                </a:lnTo>
                <a:lnTo>
                  <a:pt x="40" y="16"/>
                </a:lnTo>
                <a:lnTo>
                  <a:pt x="40" y="17"/>
                </a:lnTo>
                <a:lnTo>
                  <a:pt x="40" y="19"/>
                </a:lnTo>
                <a:lnTo>
                  <a:pt x="39" y="20"/>
                </a:lnTo>
                <a:lnTo>
                  <a:pt x="41" y="20"/>
                </a:lnTo>
                <a:lnTo>
                  <a:pt x="40" y="20"/>
                </a:lnTo>
                <a:lnTo>
                  <a:pt x="40" y="19"/>
                </a:lnTo>
                <a:lnTo>
                  <a:pt x="40" y="16"/>
                </a:lnTo>
                <a:lnTo>
                  <a:pt x="42" y="18"/>
                </a:lnTo>
                <a:lnTo>
                  <a:pt x="43" y="18"/>
                </a:lnTo>
                <a:lnTo>
                  <a:pt x="43" y="20"/>
                </a:lnTo>
                <a:lnTo>
                  <a:pt x="42" y="20"/>
                </a:lnTo>
                <a:lnTo>
                  <a:pt x="43" y="21"/>
                </a:lnTo>
                <a:lnTo>
                  <a:pt x="45" y="21"/>
                </a:lnTo>
                <a:lnTo>
                  <a:pt x="45" y="20"/>
                </a:lnTo>
                <a:lnTo>
                  <a:pt x="44" y="19"/>
                </a:lnTo>
                <a:lnTo>
                  <a:pt x="43" y="20"/>
                </a:lnTo>
                <a:lnTo>
                  <a:pt x="43" y="18"/>
                </a:lnTo>
                <a:lnTo>
                  <a:pt x="44" y="19"/>
                </a:lnTo>
                <a:lnTo>
                  <a:pt x="48" y="21"/>
                </a:lnTo>
                <a:lnTo>
                  <a:pt x="48" y="22"/>
                </a:lnTo>
                <a:lnTo>
                  <a:pt x="48" y="23"/>
                </a:lnTo>
                <a:lnTo>
                  <a:pt x="49" y="23"/>
                </a:lnTo>
                <a:lnTo>
                  <a:pt x="49" y="22"/>
                </a:lnTo>
                <a:lnTo>
                  <a:pt x="51" y="23"/>
                </a:lnTo>
                <a:lnTo>
                  <a:pt x="50" y="23"/>
                </a:lnTo>
                <a:lnTo>
                  <a:pt x="50" y="26"/>
                </a:lnTo>
                <a:lnTo>
                  <a:pt x="51" y="26"/>
                </a:lnTo>
                <a:lnTo>
                  <a:pt x="52" y="26"/>
                </a:lnTo>
                <a:lnTo>
                  <a:pt x="53" y="27"/>
                </a:lnTo>
                <a:lnTo>
                  <a:pt x="53" y="26"/>
                </a:lnTo>
                <a:lnTo>
                  <a:pt x="54" y="26"/>
                </a:lnTo>
                <a:lnTo>
                  <a:pt x="54" y="27"/>
                </a:lnTo>
                <a:lnTo>
                  <a:pt x="53" y="27"/>
                </a:lnTo>
                <a:lnTo>
                  <a:pt x="52" y="27"/>
                </a:lnTo>
                <a:lnTo>
                  <a:pt x="51" y="28"/>
                </a:lnTo>
                <a:lnTo>
                  <a:pt x="51" y="29"/>
                </a:lnTo>
                <a:lnTo>
                  <a:pt x="54" y="29"/>
                </a:lnTo>
                <a:lnTo>
                  <a:pt x="55" y="30"/>
                </a:lnTo>
                <a:lnTo>
                  <a:pt x="55" y="31"/>
                </a:lnTo>
                <a:lnTo>
                  <a:pt x="56" y="32"/>
                </a:lnTo>
                <a:lnTo>
                  <a:pt x="56" y="33"/>
                </a:lnTo>
                <a:lnTo>
                  <a:pt x="55" y="33"/>
                </a:lnTo>
                <a:lnTo>
                  <a:pt x="53" y="33"/>
                </a:lnTo>
                <a:lnTo>
                  <a:pt x="53" y="34"/>
                </a:lnTo>
                <a:lnTo>
                  <a:pt x="54" y="35"/>
                </a:lnTo>
                <a:lnTo>
                  <a:pt x="55" y="36"/>
                </a:lnTo>
                <a:lnTo>
                  <a:pt x="56" y="36"/>
                </a:lnTo>
                <a:lnTo>
                  <a:pt x="55" y="37"/>
                </a:lnTo>
                <a:lnTo>
                  <a:pt x="57" y="37"/>
                </a:lnTo>
                <a:lnTo>
                  <a:pt x="58" y="37"/>
                </a:lnTo>
                <a:lnTo>
                  <a:pt x="59" y="37"/>
                </a:lnTo>
                <a:lnTo>
                  <a:pt x="60" y="38"/>
                </a:lnTo>
                <a:lnTo>
                  <a:pt x="60" y="39"/>
                </a:lnTo>
                <a:lnTo>
                  <a:pt x="61" y="40"/>
                </a:lnTo>
                <a:lnTo>
                  <a:pt x="62" y="40"/>
                </a:lnTo>
                <a:lnTo>
                  <a:pt x="62" y="41"/>
                </a:lnTo>
                <a:lnTo>
                  <a:pt x="63" y="41"/>
                </a:lnTo>
                <a:lnTo>
                  <a:pt x="63" y="42"/>
                </a:lnTo>
                <a:lnTo>
                  <a:pt x="64" y="43"/>
                </a:lnTo>
                <a:lnTo>
                  <a:pt x="64" y="44"/>
                </a:lnTo>
                <a:lnTo>
                  <a:pt x="64" y="45"/>
                </a:lnTo>
                <a:lnTo>
                  <a:pt x="63" y="45"/>
                </a:lnTo>
                <a:lnTo>
                  <a:pt x="63" y="46"/>
                </a:lnTo>
                <a:lnTo>
                  <a:pt x="64" y="46"/>
                </a:lnTo>
                <a:lnTo>
                  <a:pt x="64" y="45"/>
                </a:lnTo>
                <a:lnTo>
                  <a:pt x="65" y="46"/>
                </a:lnTo>
                <a:lnTo>
                  <a:pt x="65" y="47"/>
                </a:lnTo>
                <a:lnTo>
                  <a:pt x="64" y="47"/>
                </a:lnTo>
                <a:lnTo>
                  <a:pt x="63" y="47"/>
                </a:lnTo>
                <a:lnTo>
                  <a:pt x="62" y="48"/>
                </a:lnTo>
                <a:lnTo>
                  <a:pt x="63" y="48"/>
                </a:lnTo>
                <a:lnTo>
                  <a:pt x="65" y="48"/>
                </a:lnTo>
                <a:lnTo>
                  <a:pt x="65" y="49"/>
                </a:lnTo>
                <a:lnTo>
                  <a:pt x="64" y="49"/>
                </a:lnTo>
                <a:lnTo>
                  <a:pt x="64" y="50"/>
                </a:lnTo>
                <a:lnTo>
                  <a:pt x="65" y="50"/>
                </a:lnTo>
                <a:lnTo>
                  <a:pt x="65" y="49"/>
                </a:lnTo>
                <a:lnTo>
                  <a:pt x="67" y="49"/>
                </a:lnTo>
                <a:lnTo>
                  <a:pt x="68" y="51"/>
                </a:lnTo>
                <a:lnTo>
                  <a:pt x="68" y="52"/>
                </a:lnTo>
                <a:lnTo>
                  <a:pt x="68" y="53"/>
                </a:lnTo>
                <a:lnTo>
                  <a:pt x="69" y="53"/>
                </a:lnTo>
                <a:lnTo>
                  <a:pt x="69" y="54"/>
                </a:lnTo>
                <a:lnTo>
                  <a:pt x="69" y="55"/>
                </a:lnTo>
                <a:lnTo>
                  <a:pt x="70" y="56"/>
                </a:lnTo>
                <a:lnTo>
                  <a:pt x="70" y="57"/>
                </a:lnTo>
                <a:lnTo>
                  <a:pt x="71" y="57"/>
                </a:lnTo>
                <a:lnTo>
                  <a:pt x="71" y="58"/>
                </a:lnTo>
                <a:lnTo>
                  <a:pt x="71" y="59"/>
                </a:lnTo>
                <a:lnTo>
                  <a:pt x="70" y="60"/>
                </a:lnTo>
                <a:lnTo>
                  <a:pt x="70" y="61"/>
                </a:lnTo>
                <a:lnTo>
                  <a:pt x="70" y="62"/>
                </a:lnTo>
                <a:lnTo>
                  <a:pt x="70" y="63"/>
                </a:lnTo>
                <a:lnTo>
                  <a:pt x="71" y="64"/>
                </a:lnTo>
                <a:lnTo>
                  <a:pt x="71" y="65"/>
                </a:lnTo>
                <a:lnTo>
                  <a:pt x="71" y="66"/>
                </a:lnTo>
                <a:lnTo>
                  <a:pt x="72" y="66"/>
                </a:lnTo>
                <a:lnTo>
                  <a:pt x="72" y="67"/>
                </a:lnTo>
                <a:lnTo>
                  <a:pt x="72" y="68"/>
                </a:lnTo>
                <a:lnTo>
                  <a:pt x="72" y="69"/>
                </a:lnTo>
                <a:lnTo>
                  <a:pt x="72" y="70"/>
                </a:lnTo>
                <a:lnTo>
                  <a:pt x="72" y="71"/>
                </a:lnTo>
                <a:lnTo>
                  <a:pt x="73" y="71"/>
                </a:lnTo>
                <a:lnTo>
                  <a:pt x="74" y="71"/>
                </a:lnTo>
                <a:lnTo>
                  <a:pt x="75" y="71"/>
                </a:lnTo>
                <a:lnTo>
                  <a:pt x="76" y="71"/>
                </a:lnTo>
                <a:lnTo>
                  <a:pt x="76" y="70"/>
                </a:lnTo>
                <a:lnTo>
                  <a:pt x="78" y="69"/>
                </a:lnTo>
                <a:lnTo>
                  <a:pt x="79" y="69"/>
                </a:lnTo>
                <a:lnTo>
                  <a:pt x="79" y="70"/>
                </a:lnTo>
                <a:lnTo>
                  <a:pt x="80" y="69"/>
                </a:lnTo>
                <a:lnTo>
                  <a:pt x="81" y="69"/>
                </a:lnTo>
                <a:lnTo>
                  <a:pt x="81" y="68"/>
                </a:lnTo>
                <a:lnTo>
                  <a:pt x="81" y="67"/>
                </a:lnTo>
                <a:lnTo>
                  <a:pt x="81" y="66"/>
                </a:lnTo>
                <a:lnTo>
                  <a:pt x="82" y="66"/>
                </a:lnTo>
                <a:lnTo>
                  <a:pt x="81" y="66"/>
                </a:lnTo>
                <a:lnTo>
                  <a:pt x="81" y="65"/>
                </a:lnTo>
                <a:lnTo>
                  <a:pt x="81" y="64"/>
                </a:lnTo>
                <a:lnTo>
                  <a:pt x="82" y="64"/>
                </a:lnTo>
                <a:lnTo>
                  <a:pt x="82" y="63"/>
                </a:lnTo>
                <a:lnTo>
                  <a:pt x="82" y="62"/>
                </a:lnTo>
                <a:lnTo>
                  <a:pt x="82" y="61"/>
                </a:lnTo>
                <a:lnTo>
                  <a:pt x="81" y="61"/>
                </a:lnTo>
                <a:lnTo>
                  <a:pt x="82" y="61"/>
                </a:lnTo>
                <a:lnTo>
                  <a:pt x="82" y="60"/>
                </a:lnTo>
                <a:lnTo>
                  <a:pt x="82" y="61"/>
                </a:lnTo>
                <a:lnTo>
                  <a:pt x="83" y="61"/>
                </a:lnTo>
                <a:lnTo>
                  <a:pt x="83" y="60"/>
                </a:lnTo>
                <a:lnTo>
                  <a:pt x="84" y="60"/>
                </a:lnTo>
                <a:lnTo>
                  <a:pt x="85" y="60"/>
                </a:lnTo>
                <a:lnTo>
                  <a:pt x="85" y="59"/>
                </a:lnTo>
                <a:lnTo>
                  <a:pt x="84" y="59"/>
                </a:lnTo>
                <a:lnTo>
                  <a:pt x="83" y="58"/>
                </a:lnTo>
                <a:lnTo>
                  <a:pt x="83" y="59"/>
                </a:lnTo>
                <a:lnTo>
                  <a:pt x="82" y="59"/>
                </a:lnTo>
                <a:lnTo>
                  <a:pt x="82" y="58"/>
                </a:lnTo>
                <a:lnTo>
                  <a:pt x="83" y="57"/>
                </a:lnTo>
                <a:lnTo>
                  <a:pt x="84" y="57"/>
                </a:lnTo>
                <a:lnTo>
                  <a:pt x="85" y="57"/>
                </a:lnTo>
                <a:lnTo>
                  <a:pt x="85" y="58"/>
                </a:lnTo>
                <a:lnTo>
                  <a:pt x="86" y="58"/>
                </a:lnTo>
                <a:lnTo>
                  <a:pt x="87" y="58"/>
                </a:lnTo>
                <a:lnTo>
                  <a:pt x="87" y="57"/>
                </a:lnTo>
                <a:lnTo>
                  <a:pt x="86" y="57"/>
                </a:lnTo>
                <a:lnTo>
                  <a:pt x="87" y="57"/>
                </a:lnTo>
                <a:lnTo>
                  <a:pt x="88" y="56"/>
                </a:lnTo>
                <a:lnTo>
                  <a:pt x="89" y="55"/>
                </a:lnTo>
                <a:lnTo>
                  <a:pt x="89" y="56"/>
                </a:lnTo>
                <a:lnTo>
                  <a:pt x="91" y="56"/>
                </a:lnTo>
                <a:lnTo>
                  <a:pt x="91" y="55"/>
                </a:lnTo>
                <a:lnTo>
                  <a:pt x="92" y="56"/>
                </a:lnTo>
                <a:lnTo>
                  <a:pt x="93" y="57"/>
                </a:lnTo>
                <a:lnTo>
                  <a:pt x="94" y="57"/>
                </a:lnTo>
                <a:lnTo>
                  <a:pt x="94" y="58"/>
                </a:lnTo>
                <a:lnTo>
                  <a:pt x="94" y="59"/>
                </a:lnTo>
                <a:lnTo>
                  <a:pt x="94" y="60"/>
                </a:lnTo>
                <a:lnTo>
                  <a:pt x="95" y="60"/>
                </a:lnTo>
                <a:lnTo>
                  <a:pt x="96" y="60"/>
                </a:lnTo>
                <a:lnTo>
                  <a:pt x="96" y="61"/>
                </a:lnTo>
                <a:lnTo>
                  <a:pt x="96" y="62"/>
                </a:lnTo>
                <a:lnTo>
                  <a:pt x="97" y="62"/>
                </a:lnTo>
                <a:lnTo>
                  <a:pt x="97" y="61"/>
                </a:lnTo>
                <a:lnTo>
                  <a:pt x="97" y="62"/>
                </a:lnTo>
                <a:lnTo>
                  <a:pt x="98" y="62"/>
                </a:lnTo>
                <a:lnTo>
                  <a:pt x="99" y="64"/>
                </a:lnTo>
                <a:lnTo>
                  <a:pt x="99" y="65"/>
                </a:lnTo>
                <a:lnTo>
                  <a:pt x="100" y="65"/>
                </a:lnTo>
                <a:lnTo>
                  <a:pt x="101" y="66"/>
                </a:lnTo>
                <a:lnTo>
                  <a:pt x="101" y="67"/>
                </a:lnTo>
                <a:lnTo>
                  <a:pt x="102" y="67"/>
                </a:lnTo>
                <a:lnTo>
                  <a:pt x="103" y="67"/>
                </a:lnTo>
                <a:lnTo>
                  <a:pt x="104" y="67"/>
                </a:lnTo>
                <a:lnTo>
                  <a:pt x="105" y="67"/>
                </a:lnTo>
                <a:lnTo>
                  <a:pt x="106" y="67"/>
                </a:lnTo>
                <a:lnTo>
                  <a:pt x="107" y="67"/>
                </a:lnTo>
                <a:lnTo>
                  <a:pt x="107" y="66"/>
                </a:lnTo>
                <a:lnTo>
                  <a:pt x="108" y="67"/>
                </a:lnTo>
                <a:lnTo>
                  <a:pt x="109" y="68"/>
                </a:lnTo>
                <a:lnTo>
                  <a:pt x="111" y="68"/>
                </a:lnTo>
                <a:lnTo>
                  <a:pt x="111" y="67"/>
                </a:lnTo>
                <a:lnTo>
                  <a:pt x="112" y="67"/>
                </a:lnTo>
                <a:lnTo>
                  <a:pt x="112" y="66"/>
                </a:lnTo>
                <a:lnTo>
                  <a:pt x="113" y="65"/>
                </a:lnTo>
                <a:lnTo>
                  <a:pt x="114" y="65"/>
                </a:lnTo>
                <a:lnTo>
                  <a:pt x="115" y="65"/>
                </a:lnTo>
                <a:lnTo>
                  <a:pt x="115" y="64"/>
                </a:lnTo>
                <a:lnTo>
                  <a:pt x="116" y="64"/>
                </a:lnTo>
                <a:lnTo>
                  <a:pt x="117" y="64"/>
                </a:lnTo>
                <a:lnTo>
                  <a:pt x="117" y="63"/>
                </a:lnTo>
                <a:lnTo>
                  <a:pt x="118" y="63"/>
                </a:lnTo>
                <a:lnTo>
                  <a:pt x="118" y="62"/>
                </a:lnTo>
                <a:lnTo>
                  <a:pt x="119" y="61"/>
                </a:lnTo>
                <a:lnTo>
                  <a:pt x="119" y="60"/>
                </a:lnTo>
                <a:lnTo>
                  <a:pt x="119" y="59"/>
                </a:lnTo>
                <a:lnTo>
                  <a:pt x="121" y="59"/>
                </a:lnTo>
                <a:lnTo>
                  <a:pt x="121" y="60"/>
                </a:lnTo>
                <a:lnTo>
                  <a:pt x="122" y="60"/>
                </a:lnTo>
                <a:lnTo>
                  <a:pt x="127" y="61"/>
                </a:lnTo>
                <a:lnTo>
                  <a:pt x="128" y="62"/>
                </a:lnTo>
                <a:lnTo>
                  <a:pt x="129" y="62"/>
                </a:lnTo>
                <a:lnTo>
                  <a:pt x="129" y="61"/>
                </a:lnTo>
                <a:lnTo>
                  <a:pt x="129" y="60"/>
                </a:lnTo>
                <a:lnTo>
                  <a:pt x="129" y="59"/>
                </a:lnTo>
                <a:lnTo>
                  <a:pt x="129" y="58"/>
                </a:lnTo>
                <a:lnTo>
                  <a:pt x="129" y="57"/>
                </a:lnTo>
                <a:lnTo>
                  <a:pt x="129" y="56"/>
                </a:lnTo>
                <a:lnTo>
                  <a:pt x="129" y="55"/>
                </a:lnTo>
                <a:lnTo>
                  <a:pt x="129" y="54"/>
                </a:lnTo>
                <a:lnTo>
                  <a:pt x="129" y="53"/>
                </a:lnTo>
                <a:lnTo>
                  <a:pt x="129" y="52"/>
                </a:lnTo>
                <a:lnTo>
                  <a:pt x="129" y="51"/>
                </a:lnTo>
                <a:lnTo>
                  <a:pt x="129" y="50"/>
                </a:lnTo>
                <a:lnTo>
                  <a:pt x="129" y="49"/>
                </a:lnTo>
                <a:lnTo>
                  <a:pt x="129" y="48"/>
                </a:lnTo>
                <a:lnTo>
                  <a:pt x="130" y="49"/>
                </a:lnTo>
                <a:lnTo>
                  <a:pt x="131" y="49"/>
                </a:lnTo>
                <a:lnTo>
                  <a:pt x="132" y="49"/>
                </a:lnTo>
                <a:lnTo>
                  <a:pt x="133" y="49"/>
                </a:lnTo>
                <a:lnTo>
                  <a:pt x="134" y="49"/>
                </a:lnTo>
                <a:lnTo>
                  <a:pt x="135" y="49"/>
                </a:lnTo>
                <a:lnTo>
                  <a:pt x="136" y="49"/>
                </a:lnTo>
                <a:lnTo>
                  <a:pt x="137" y="49"/>
                </a:lnTo>
                <a:lnTo>
                  <a:pt x="138" y="49"/>
                </a:lnTo>
                <a:lnTo>
                  <a:pt x="139" y="49"/>
                </a:lnTo>
                <a:lnTo>
                  <a:pt x="139" y="48"/>
                </a:lnTo>
                <a:lnTo>
                  <a:pt x="139" y="47"/>
                </a:lnTo>
                <a:lnTo>
                  <a:pt x="140" y="46"/>
                </a:lnTo>
                <a:lnTo>
                  <a:pt x="140" y="47"/>
                </a:lnTo>
                <a:lnTo>
                  <a:pt x="141" y="47"/>
                </a:lnTo>
                <a:lnTo>
                  <a:pt x="141" y="48"/>
                </a:lnTo>
                <a:lnTo>
                  <a:pt x="143" y="47"/>
                </a:lnTo>
                <a:lnTo>
                  <a:pt x="143" y="46"/>
                </a:lnTo>
                <a:lnTo>
                  <a:pt x="144" y="46"/>
                </a:lnTo>
                <a:lnTo>
                  <a:pt x="146" y="46"/>
                </a:lnTo>
                <a:lnTo>
                  <a:pt x="147" y="47"/>
                </a:lnTo>
                <a:lnTo>
                  <a:pt x="147" y="48"/>
                </a:lnTo>
                <a:lnTo>
                  <a:pt x="148" y="49"/>
                </a:lnTo>
                <a:lnTo>
                  <a:pt x="149" y="49"/>
                </a:lnTo>
                <a:lnTo>
                  <a:pt x="149" y="48"/>
                </a:lnTo>
                <a:lnTo>
                  <a:pt x="150" y="48"/>
                </a:lnTo>
                <a:lnTo>
                  <a:pt x="151" y="48"/>
                </a:lnTo>
                <a:lnTo>
                  <a:pt x="152" y="48"/>
                </a:lnTo>
                <a:lnTo>
                  <a:pt x="153" y="48"/>
                </a:lnTo>
                <a:lnTo>
                  <a:pt x="154" y="48"/>
                </a:lnTo>
                <a:lnTo>
                  <a:pt x="155" y="48"/>
                </a:lnTo>
                <a:lnTo>
                  <a:pt x="155" y="49"/>
                </a:lnTo>
                <a:lnTo>
                  <a:pt x="155" y="48"/>
                </a:lnTo>
                <a:lnTo>
                  <a:pt x="156" y="48"/>
                </a:lnTo>
                <a:lnTo>
                  <a:pt x="157" y="48"/>
                </a:lnTo>
                <a:lnTo>
                  <a:pt x="157" y="49"/>
                </a:lnTo>
                <a:lnTo>
                  <a:pt x="156" y="50"/>
                </a:lnTo>
                <a:lnTo>
                  <a:pt x="157" y="51"/>
                </a:lnTo>
                <a:lnTo>
                  <a:pt x="158" y="52"/>
                </a:lnTo>
                <a:lnTo>
                  <a:pt x="157" y="54"/>
                </a:lnTo>
                <a:lnTo>
                  <a:pt x="156" y="55"/>
                </a:lnTo>
                <a:lnTo>
                  <a:pt x="156" y="56"/>
                </a:lnTo>
                <a:lnTo>
                  <a:pt x="155" y="56"/>
                </a:lnTo>
                <a:lnTo>
                  <a:pt x="155" y="57"/>
                </a:lnTo>
                <a:lnTo>
                  <a:pt x="157" y="57"/>
                </a:lnTo>
                <a:lnTo>
                  <a:pt x="157" y="58"/>
                </a:lnTo>
                <a:lnTo>
                  <a:pt x="158" y="58"/>
                </a:lnTo>
                <a:lnTo>
                  <a:pt x="159" y="58"/>
                </a:lnTo>
                <a:lnTo>
                  <a:pt x="160" y="58"/>
                </a:lnTo>
                <a:lnTo>
                  <a:pt x="161" y="59"/>
                </a:lnTo>
                <a:lnTo>
                  <a:pt x="162" y="59"/>
                </a:lnTo>
                <a:lnTo>
                  <a:pt x="163" y="59"/>
                </a:lnTo>
                <a:lnTo>
                  <a:pt x="165" y="60"/>
                </a:lnTo>
                <a:lnTo>
                  <a:pt x="164" y="60"/>
                </a:lnTo>
                <a:lnTo>
                  <a:pt x="163" y="60"/>
                </a:lnTo>
                <a:lnTo>
                  <a:pt x="163" y="61"/>
                </a:lnTo>
                <a:lnTo>
                  <a:pt x="163" y="62"/>
                </a:lnTo>
                <a:lnTo>
                  <a:pt x="163" y="63"/>
                </a:lnTo>
                <a:lnTo>
                  <a:pt x="163" y="64"/>
                </a:lnTo>
                <a:lnTo>
                  <a:pt x="162" y="64"/>
                </a:lnTo>
                <a:lnTo>
                  <a:pt x="161" y="64"/>
                </a:lnTo>
                <a:lnTo>
                  <a:pt x="160" y="64"/>
                </a:lnTo>
                <a:lnTo>
                  <a:pt x="159" y="65"/>
                </a:lnTo>
                <a:lnTo>
                  <a:pt x="159" y="66"/>
                </a:lnTo>
                <a:lnTo>
                  <a:pt x="160" y="66"/>
                </a:lnTo>
                <a:lnTo>
                  <a:pt x="160" y="67"/>
                </a:lnTo>
                <a:lnTo>
                  <a:pt x="160" y="66"/>
                </a:lnTo>
                <a:lnTo>
                  <a:pt x="161" y="67"/>
                </a:lnTo>
                <a:lnTo>
                  <a:pt x="162" y="68"/>
                </a:lnTo>
                <a:lnTo>
                  <a:pt x="163" y="68"/>
                </a:lnTo>
                <a:lnTo>
                  <a:pt x="163" y="69"/>
                </a:lnTo>
                <a:lnTo>
                  <a:pt x="164" y="69"/>
                </a:lnTo>
                <a:lnTo>
                  <a:pt x="164" y="71"/>
                </a:lnTo>
                <a:lnTo>
                  <a:pt x="163" y="72"/>
                </a:lnTo>
                <a:lnTo>
                  <a:pt x="163" y="73"/>
                </a:lnTo>
                <a:lnTo>
                  <a:pt x="163" y="74"/>
                </a:lnTo>
                <a:lnTo>
                  <a:pt x="163" y="75"/>
                </a:lnTo>
                <a:lnTo>
                  <a:pt x="163" y="76"/>
                </a:lnTo>
                <a:lnTo>
                  <a:pt x="164" y="76"/>
                </a:lnTo>
                <a:lnTo>
                  <a:pt x="165" y="76"/>
                </a:lnTo>
                <a:lnTo>
                  <a:pt x="166" y="77"/>
                </a:lnTo>
                <a:lnTo>
                  <a:pt x="167" y="77"/>
                </a:lnTo>
                <a:lnTo>
                  <a:pt x="167" y="76"/>
                </a:lnTo>
                <a:lnTo>
                  <a:pt x="167" y="75"/>
                </a:lnTo>
                <a:lnTo>
                  <a:pt x="167" y="74"/>
                </a:lnTo>
                <a:lnTo>
                  <a:pt x="168" y="74"/>
                </a:lnTo>
                <a:lnTo>
                  <a:pt x="169" y="74"/>
                </a:lnTo>
                <a:lnTo>
                  <a:pt x="170" y="74"/>
                </a:lnTo>
                <a:lnTo>
                  <a:pt x="171" y="74"/>
                </a:lnTo>
                <a:lnTo>
                  <a:pt x="172" y="74"/>
                </a:lnTo>
                <a:lnTo>
                  <a:pt x="173" y="73"/>
                </a:lnTo>
                <a:lnTo>
                  <a:pt x="174" y="73"/>
                </a:lnTo>
                <a:lnTo>
                  <a:pt x="174" y="72"/>
                </a:lnTo>
                <a:lnTo>
                  <a:pt x="175" y="72"/>
                </a:lnTo>
                <a:lnTo>
                  <a:pt x="176" y="72"/>
                </a:lnTo>
                <a:lnTo>
                  <a:pt x="177" y="72"/>
                </a:lnTo>
                <a:lnTo>
                  <a:pt x="179" y="72"/>
                </a:lnTo>
                <a:lnTo>
                  <a:pt x="180" y="72"/>
                </a:lnTo>
                <a:lnTo>
                  <a:pt x="181" y="73"/>
                </a:lnTo>
                <a:lnTo>
                  <a:pt x="182" y="72"/>
                </a:lnTo>
                <a:lnTo>
                  <a:pt x="183" y="72"/>
                </a:lnTo>
                <a:lnTo>
                  <a:pt x="183" y="71"/>
                </a:lnTo>
                <a:lnTo>
                  <a:pt x="184" y="71"/>
                </a:lnTo>
                <a:lnTo>
                  <a:pt x="185" y="70"/>
                </a:lnTo>
                <a:lnTo>
                  <a:pt x="185" y="68"/>
                </a:lnTo>
                <a:lnTo>
                  <a:pt x="185" y="67"/>
                </a:lnTo>
                <a:lnTo>
                  <a:pt x="186" y="66"/>
                </a:lnTo>
                <a:lnTo>
                  <a:pt x="186" y="65"/>
                </a:lnTo>
                <a:lnTo>
                  <a:pt x="187" y="63"/>
                </a:lnTo>
                <a:lnTo>
                  <a:pt x="187" y="62"/>
                </a:lnTo>
                <a:lnTo>
                  <a:pt x="187" y="61"/>
                </a:lnTo>
                <a:lnTo>
                  <a:pt x="187" y="58"/>
                </a:lnTo>
                <a:lnTo>
                  <a:pt x="186" y="57"/>
                </a:lnTo>
                <a:lnTo>
                  <a:pt x="186" y="56"/>
                </a:lnTo>
                <a:lnTo>
                  <a:pt x="186" y="55"/>
                </a:lnTo>
                <a:lnTo>
                  <a:pt x="186" y="54"/>
                </a:lnTo>
                <a:lnTo>
                  <a:pt x="186" y="53"/>
                </a:lnTo>
                <a:lnTo>
                  <a:pt x="186" y="52"/>
                </a:lnTo>
                <a:lnTo>
                  <a:pt x="187" y="52"/>
                </a:lnTo>
                <a:lnTo>
                  <a:pt x="187" y="51"/>
                </a:lnTo>
                <a:lnTo>
                  <a:pt x="188" y="52"/>
                </a:lnTo>
                <a:lnTo>
                  <a:pt x="189" y="52"/>
                </a:lnTo>
                <a:lnTo>
                  <a:pt x="190" y="52"/>
                </a:lnTo>
                <a:lnTo>
                  <a:pt x="191" y="50"/>
                </a:lnTo>
                <a:lnTo>
                  <a:pt x="190" y="50"/>
                </a:lnTo>
                <a:lnTo>
                  <a:pt x="190" y="49"/>
                </a:lnTo>
                <a:lnTo>
                  <a:pt x="189" y="48"/>
                </a:lnTo>
                <a:lnTo>
                  <a:pt x="189" y="47"/>
                </a:lnTo>
                <a:lnTo>
                  <a:pt x="190" y="46"/>
                </a:lnTo>
                <a:lnTo>
                  <a:pt x="191" y="47"/>
                </a:lnTo>
                <a:lnTo>
                  <a:pt x="192" y="47"/>
                </a:lnTo>
                <a:lnTo>
                  <a:pt x="193" y="46"/>
                </a:lnTo>
                <a:lnTo>
                  <a:pt x="193" y="45"/>
                </a:lnTo>
                <a:lnTo>
                  <a:pt x="194" y="45"/>
                </a:lnTo>
                <a:lnTo>
                  <a:pt x="195" y="45"/>
                </a:lnTo>
                <a:lnTo>
                  <a:pt x="196" y="44"/>
                </a:lnTo>
                <a:lnTo>
                  <a:pt x="195" y="44"/>
                </a:lnTo>
                <a:lnTo>
                  <a:pt x="195" y="43"/>
                </a:lnTo>
                <a:lnTo>
                  <a:pt x="195" y="42"/>
                </a:lnTo>
                <a:lnTo>
                  <a:pt x="197" y="42"/>
                </a:lnTo>
                <a:lnTo>
                  <a:pt x="198" y="42"/>
                </a:lnTo>
                <a:lnTo>
                  <a:pt x="199" y="42"/>
                </a:lnTo>
                <a:lnTo>
                  <a:pt x="201" y="42"/>
                </a:lnTo>
                <a:lnTo>
                  <a:pt x="202" y="42"/>
                </a:lnTo>
                <a:lnTo>
                  <a:pt x="202" y="43"/>
                </a:lnTo>
                <a:lnTo>
                  <a:pt x="202" y="45"/>
                </a:lnTo>
                <a:lnTo>
                  <a:pt x="203" y="45"/>
                </a:lnTo>
                <a:lnTo>
                  <a:pt x="203" y="44"/>
                </a:lnTo>
                <a:lnTo>
                  <a:pt x="204" y="45"/>
                </a:lnTo>
                <a:lnTo>
                  <a:pt x="205" y="45"/>
                </a:lnTo>
                <a:lnTo>
                  <a:pt x="206" y="44"/>
                </a:lnTo>
                <a:lnTo>
                  <a:pt x="208" y="44"/>
                </a:lnTo>
                <a:lnTo>
                  <a:pt x="209" y="45"/>
                </a:lnTo>
                <a:lnTo>
                  <a:pt x="209" y="46"/>
                </a:lnTo>
                <a:lnTo>
                  <a:pt x="210" y="46"/>
                </a:lnTo>
                <a:lnTo>
                  <a:pt x="211" y="45"/>
                </a:lnTo>
                <a:lnTo>
                  <a:pt x="212" y="44"/>
                </a:lnTo>
                <a:lnTo>
                  <a:pt x="213" y="44"/>
                </a:lnTo>
                <a:lnTo>
                  <a:pt x="214" y="44"/>
                </a:lnTo>
                <a:lnTo>
                  <a:pt x="215" y="44"/>
                </a:lnTo>
                <a:lnTo>
                  <a:pt x="216" y="43"/>
                </a:lnTo>
                <a:lnTo>
                  <a:pt x="217" y="42"/>
                </a:lnTo>
                <a:lnTo>
                  <a:pt x="218" y="41"/>
                </a:lnTo>
                <a:lnTo>
                  <a:pt x="217" y="40"/>
                </a:lnTo>
                <a:lnTo>
                  <a:pt x="216" y="39"/>
                </a:lnTo>
                <a:lnTo>
                  <a:pt x="214" y="40"/>
                </a:lnTo>
                <a:lnTo>
                  <a:pt x="213" y="39"/>
                </a:lnTo>
                <a:lnTo>
                  <a:pt x="212" y="39"/>
                </a:lnTo>
                <a:lnTo>
                  <a:pt x="212" y="38"/>
                </a:lnTo>
                <a:lnTo>
                  <a:pt x="212" y="37"/>
                </a:lnTo>
                <a:lnTo>
                  <a:pt x="213" y="37"/>
                </a:lnTo>
                <a:lnTo>
                  <a:pt x="214" y="37"/>
                </a:lnTo>
                <a:lnTo>
                  <a:pt x="214" y="36"/>
                </a:lnTo>
                <a:lnTo>
                  <a:pt x="214" y="35"/>
                </a:lnTo>
                <a:lnTo>
                  <a:pt x="213" y="35"/>
                </a:lnTo>
                <a:lnTo>
                  <a:pt x="213" y="34"/>
                </a:lnTo>
                <a:lnTo>
                  <a:pt x="214" y="34"/>
                </a:lnTo>
                <a:lnTo>
                  <a:pt x="215" y="34"/>
                </a:lnTo>
                <a:lnTo>
                  <a:pt x="216" y="34"/>
                </a:lnTo>
                <a:lnTo>
                  <a:pt x="217" y="34"/>
                </a:lnTo>
                <a:lnTo>
                  <a:pt x="217" y="33"/>
                </a:lnTo>
                <a:lnTo>
                  <a:pt x="218" y="31"/>
                </a:lnTo>
                <a:lnTo>
                  <a:pt x="219" y="30"/>
                </a:lnTo>
                <a:lnTo>
                  <a:pt x="218" y="30"/>
                </a:lnTo>
                <a:lnTo>
                  <a:pt x="217" y="30"/>
                </a:lnTo>
                <a:lnTo>
                  <a:pt x="216" y="29"/>
                </a:lnTo>
                <a:lnTo>
                  <a:pt x="217" y="28"/>
                </a:lnTo>
                <a:lnTo>
                  <a:pt x="217" y="29"/>
                </a:lnTo>
                <a:lnTo>
                  <a:pt x="218" y="29"/>
                </a:lnTo>
                <a:lnTo>
                  <a:pt x="219" y="28"/>
                </a:lnTo>
                <a:lnTo>
                  <a:pt x="218" y="28"/>
                </a:lnTo>
                <a:lnTo>
                  <a:pt x="219" y="29"/>
                </a:lnTo>
                <a:lnTo>
                  <a:pt x="220" y="29"/>
                </a:lnTo>
                <a:lnTo>
                  <a:pt x="220" y="28"/>
                </a:lnTo>
                <a:lnTo>
                  <a:pt x="220" y="27"/>
                </a:lnTo>
                <a:lnTo>
                  <a:pt x="220" y="26"/>
                </a:lnTo>
                <a:lnTo>
                  <a:pt x="220" y="25"/>
                </a:lnTo>
                <a:lnTo>
                  <a:pt x="221" y="25"/>
                </a:lnTo>
                <a:lnTo>
                  <a:pt x="221" y="24"/>
                </a:lnTo>
                <a:lnTo>
                  <a:pt x="221" y="23"/>
                </a:lnTo>
                <a:lnTo>
                  <a:pt x="222" y="22"/>
                </a:lnTo>
                <a:lnTo>
                  <a:pt x="223" y="22"/>
                </a:lnTo>
                <a:lnTo>
                  <a:pt x="223" y="21"/>
                </a:lnTo>
                <a:lnTo>
                  <a:pt x="224" y="20"/>
                </a:lnTo>
                <a:lnTo>
                  <a:pt x="225" y="20"/>
                </a:lnTo>
                <a:lnTo>
                  <a:pt x="224" y="20"/>
                </a:lnTo>
                <a:lnTo>
                  <a:pt x="224" y="21"/>
                </a:lnTo>
                <a:lnTo>
                  <a:pt x="225" y="21"/>
                </a:lnTo>
                <a:lnTo>
                  <a:pt x="225" y="20"/>
                </a:lnTo>
                <a:lnTo>
                  <a:pt x="225" y="19"/>
                </a:lnTo>
                <a:lnTo>
                  <a:pt x="225" y="18"/>
                </a:lnTo>
                <a:lnTo>
                  <a:pt x="225" y="17"/>
                </a:lnTo>
                <a:lnTo>
                  <a:pt x="225" y="16"/>
                </a:lnTo>
                <a:lnTo>
                  <a:pt x="225" y="14"/>
                </a:lnTo>
                <a:lnTo>
                  <a:pt x="226" y="14"/>
                </a:lnTo>
                <a:lnTo>
                  <a:pt x="226" y="13"/>
                </a:lnTo>
                <a:lnTo>
                  <a:pt x="226" y="12"/>
                </a:lnTo>
                <a:lnTo>
                  <a:pt x="225" y="11"/>
                </a:lnTo>
                <a:lnTo>
                  <a:pt x="225" y="10"/>
                </a:lnTo>
                <a:lnTo>
                  <a:pt x="226" y="10"/>
                </a:lnTo>
                <a:lnTo>
                  <a:pt x="227" y="9"/>
                </a:lnTo>
                <a:lnTo>
                  <a:pt x="227" y="10"/>
                </a:lnTo>
                <a:lnTo>
                  <a:pt x="228" y="9"/>
                </a:lnTo>
                <a:lnTo>
                  <a:pt x="229" y="8"/>
                </a:lnTo>
                <a:lnTo>
                  <a:pt x="230" y="8"/>
                </a:lnTo>
                <a:lnTo>
                  <a:pt x="231" y="8"/>
                </a:lnTo>
                <a:lnTo>
                  <a:pt x="232" y="8"/>
                </a:lnTo>
                <a:lnTo>
                  <a:pt x="234" y="8"/>
                </a:lnTo>
                <a:lnTo>
                  <a:pt x="236" y="8"/>
                </a:lnTo>
                <a:lnTo>
                  <a:pt x="237" y="8"/>
                </a:lnTo>
                <a:lnTo>
                  <a:pt x="238" y="8"/>
                </a:lnTo>
                <a:lnTo>
                  <a:pt x="239" y="7"/>
                </a:lnTo>
                <a:lnTo>
                  <a:pt x="240" y="7"/>
                </a:lnTo>
                <a:lnTo>
                  <a:pt x="241" y="8"/>
                </a:lnTo>
                <a:lnTo>
                  <a:pt x="242" y="8"/>
                </a:lnTo>
                <a:lnTo>
                  <a:pt x="243" y="8"/>
                </a:lnTo>
                <a:lnTo>
                  <a:pt x="244" y="7"/>
                </a:lnTo>
                <a:lnTo>
                  <a:pt x="245" y="7"/>
                </a:lnTo>
                <a:lnTo>
                  <a:pt x="246" y="7"/>
                </a:lnTo>
                <a:lnTo>
                  <a:pt x="247" y="7"/>
                </a:lnTo>
                <a:lnTo>
                  <a:pt x="247" y="8"/>
                </a:lnTo>
                <a:lnTo>
                  <a:pt x="248" y="8"/>
                </a:lnTo>
                <a:lnTo>
                  <a:pt x="249" y="7"/>
                </a:lnTo>
                <a:lnTo>
                  <a:pt x="249" y="6"/>
                </a:lnTo>
                <a:lnTo>
                  <a:pt x="248" y="6"/>
                </a:lnTo>
                <a:lnTo>
                  <a:pt x="249" y="6"/>
                </a:lnTo>
                <a:lnTo>
                  <a:pt x="250" y="4"/>
                </a:lnTo>
                <a:lnTo>
                  <a:pt x="250" y="3"/>
                </a:lnTo>
                <a:lnTo>
                  <a:pt x="251" y="3"/>
                </a:lnTo>
                <a:lnTo>
                  <a:pt x="252" y="3"/>
                </a:lnTo>
                <a:lnTo>
                  <a:pt x="253" y="3"/>
                </a:lnTo>
                <a:lnTo>
                  <a:pt x="253" y="2"/>
                </a:lnTo>
                <a:lnTo>
                  <a:pt x="254" y="2"/>
                </a:lnTo>
                <a:lnTo>
                  <a:pt x="255" y="2"/>
                </a:lnTo>
                <a:lnTo>
                  <a:pt x="256" y="2"/>
                </a:lnTo>
                <a:lnTo>
                  <a:pt x="257" y="2"/>
                </a:lnTo>
                <a:lnTo>
                  <a:pt x="258" y="2"/>
                </a:lnTo>
                <a:lnTo>
                  <a:pt x="258" y="1"/>
                </a:lnTo>
                <a:lnTo>
                  <a:pt x="259" y="0"/>
                </a:lnTo>
                <a:lnTo>
                  <a:pt x="26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71" name=""/>
          <p:cNvSpPr/>
          <p:nvPr/>
        </p:nvSpPr>
        <p:spPr>
          <a:xfrm>
            <a:off x="6943320" y="1711800"/>
            <a:ext cx="4320" cy="1440"/>
          </a:xfrm>
          <a:custGeom>
            <a:avLst/>
            <a:gdLst/>
            <a:ahLst/>
            <a:rect l="0" t="0" r="r" b="b"/>
            <a:pathLst>
              <a:path w="12" h="4">
                <a:moveTo>
                  <a:pt x="7" y="1"/>
                </a:moveTo>
                <a:lnTo>
                  <a:pt x="9" y="1"/>
                </a:lnTo>
                <a:lnTo>
                  <a:pt x="10" y="1"/>
                </a:lnTo>
                <a:lnTo>
                  <a:pt x="11" y="1"/>
                </a:lnTo>
                <a:lnTo>
                  <a:pt x="12" y="3"/>
                </a:lnTo>
                <a:lnTo>
                  <a:pt x="11" y="4"/>
                </a:lnTo>
                <a:lnTo>
                  <a:pt x="10" y="4"/>
                </a:lnTo>
                <a:lnTo>
                  <a:pt x="9" y="3"/>
                </a:lnTo>
                <a:lnTo>
                  <a:pt x="7" y="1"/>
                </a:lnTo>
                <a:lnTo>
                  <a:pt x="6" y="1"/>
                </a:lnTo>
                <a:lnTo>
                  <a:pt x="5" y="1"/>
                </a:lnTo>
                <a:lnTo>
                  <a:pt x="2" y="3"/>
                </a:lnTo>
                <a:lnTo>
                  <a:pt x="1" y="1"/>
                </a:lnTo>
                <a:lnTo>
                  <a:pt x="0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72" name=""/>
          <p:cNvSpPr/>
          <p:nvPr/>
        </p:nvSpPr>
        <p:spPr>
          <a:xfrm>
            <a:off x="6978600" y="19918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4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4" y="3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73" name=""/>
          <p:cNvSpPr/>
          <p:nvPr/>
        </p:nvSpPr>
        <p:spPr>
          <a:xfrm>
            <a:off x="6980040" y="199116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3" y="4"/>
                </a:moveTo>
                <a:lnTo>
                  <a:pt x="3" y="5"/>
                </a:lnTo>
                <a:lnTo>
                  <a:pt x="1" y="5"/>
                </a:lnTo>
                <a:lnTo>
                  <a:pt x="0" y="4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74" name=""/>
          <p:cNvSpPr/>
          <p:nvPr/>
        </p:nvSpPr>
        <p:spPr>
          <a:xfrm>
            <a:off x="6981480" y="1989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75" name=""/>
          <p:cNvSpPr/>
          <p:nvPr/>
        </p:nvSpPr>
        <p:spPr>
          <a:xfrm>
            <a:off x="6982560" y="19850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76" name=""/>
          <p:cNvSpPr/>
          <p:nvPr/>
        </p:nvSpPr>
        <p:spPr>
          <a:xfrm>
            <a:off x="6998400" y="1982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77" name=""/>
          <p:cNvSpPr/>
          <p:nvPr/>
        </p:nvSpPr>
        <p:spPr>
          <a:xfrm>
            <a:off x="6997320" y="1980360"/>
            <a:ext cx="2880" cy="1440"/>
          </a:xfrm>
          <a:custGeom>
            <a:avLst/>
            <a:gdLst/>
            <a:ahLst/>
            <a:rect l="0" t="0" r="r" b="b"/>
            <a:pathLst>
              <a:path w="8" h="4">
                <a:moveTo>
                  <a:pt x="3" y="0"/>
                </a:moveTo>
                <a:lnTo>
                  <a:pt x="4" y="0"/>
                </a:lnTo>
                <a:lnTo>
                  <a:pt x="5" y="1"/>
                </a:lnTo>
                <a:lnTo>
                  <a:pt x="6" y="2"/>
                </a:lnTo>
                <a:lnTo>
                  <a:pt x="8" y="4"/>
                </a:lnTo>
                <a:lnTo>
                  <a:pt x="6" y="4"/>
                </a:lnTo>
                <a:lnTo>
                  <a:pt x="8" y="4"/>
                </a:lnTo>
                <a:lnTo>
                  <a:pt x="6" y="4"/>
                </a:lnTo>
                <a:lnTo>
                  <a:pt x="5" y="2"/>
                </a:lnTo>
                <a:lnTo>
                  <a:pt x="5" y="4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  <a:lnTo>
                  <a:pt x="3" y="1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78" name=""/>
          <p:cNvSpPr/>
          <p:nvPr/>
        </p:nvSpPr>
        <p:spPr>
          <a:xfrm>
            <a:off x="6999480" y="1980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79" name=""/>
          <p:cNvSpPr/>
          <p:nvPr/>
        </p:nvSpPr>
        <p:spPr>
          <a:xfrm>
            <a:off x="6999840" y="19807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80" name=""/>
          <p:cNvSpPr/>
          <p:nvPr/>
        </p:nvSpPr>
        <p:spPr>
          <a:xfrm>
            <a:off x="6998760" y="19800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81" name=""/>
          <p:cNvSpPr/>
          <p:nvPr/>
        </p:nvSpPr>
        <p:spPr>
          <a:xfrm>
            <a:off x="7003080" y="1975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82" name=""/>
          <p:cNvSpPr/>
          <p:nvPr/>
        </p:nvSpPr>
        <p:spPr>
          <a:xfrm>
            <a:off x="7002360" y="19753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83" name=""/>
          <p:cNvSpPr/>
          <p:nvPr/>
        </p:nvSpPr>
        <p:spPr>
          <a:xfrm>
            <a:off x="7002360" y="19746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2"/>
                </a:moveTo>
                <a:lnTo>
                  <a:pt x="1" y="0"/>
                </a:lnTo>
                <a:lnTo>
                  <a:pt x="3" y="0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84" name=""/>
          <p:cNvSpPr/>
          <p:nvPr/>
        </p:nvSpPr>
        <p:spPr>
          <a:xfrm>
            <a:off x="7001280" y="1974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85" name=""/>
          <p:cNvSpPr/>
          <p:nvPr/>
        </p:nvSpPr>
        <p:spPr>
          <a:xfrm>
            <a:off x="6990120" y="19742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86" name=""/>
          <p:cNvSpPr/>
          <p:nvPr/>
        </p:nvSpPr>
        <p:spPr>
          <a:xfrm>
            <a:off x="6994800" y="19731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4" y="3"/>
                </a:lnTo>
                <a:lnTo>
                  <a:pt x="2" y="4"/>
                </a:lnTo>
                <a:lnTo>
                  <a:pt x="0" y="4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87" name=""/>
          <p:cNvSpPr/>
          <p:nvPr/>
        </p:nvSpPr>
        <p:spPr>
          <a:xfrm>
            <a:off x="6990480" y="19728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88" name=""/>
          <p:cNvSpPr/>
          <p:nvPr/>
        </p:nvSpPr>
        <p:spPr>
          <a:xfrm>
            <a:off x="6989760" y="1972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89" name=""/>
          <p:cNvSpPr/>
          <p:nvPr/>
        </p:nvSpPr>
        <p:spPr>
          <a:xfrm>
            <a:off x="6992640" y="1972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90" name=""/>
          <p:cNvSpPr/>
          <p:nvPr/>
        </p:nvSpPr>
        <p:spPr>
          <a:xfrm>
            <a:off x="6992280" y="1971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91" name=""/>
          <p:cNvSpPr/>
          <p:nvPr/>
        </p:nvSpPr>
        <p:spPr>
          <a:xfrm>
            <a:off x="7000560" y="1969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92" name=""/>
          <p:cNvSpPr/>
          <p:nvPr/>
        </p:nvSpPr>
        <p:spPr>
          <a:xfrm>
            <a:off x="7000200" y="19699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93" name=""/>
          <p:cNvSpPr/>
          <p:nvPr/>
        </p:nvSpPr>
        <p:spPr>
          <a:xfrm>
            <a:off x="7000200" y="19695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94" name=""/>
          <p:cNvSpPr/>
          <p:nvPr/>
        </p:nvSpPr>
        <p:spPr>
          <a:xfrm>
            <a:off x="6998400" y="19688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95" name=""/>
          <p:cNvSpPr/>
          <p:nvPr/>
        </p:nvSpPr>
        <p:spPr>
          <a:xfrm>
            <a:off x="7000200" y="196776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4"/>
                </a:move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1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96" name=""/>
          <p:cNvSpPr/>
          <p:nvPr/>
        </p:nvSpPr>
        <p:spPr>
          <a:xfrm>
            <a:off x="7002720" y="19677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97" name=""/>
          <p:cNvSpPr/>
          <p:nvPr/>
        </p:nvSpPr>
        <p:spPr>
          <a:xfrm>
            <a:off x="6998760" y="1966320"/>
            <a:ext cx="3960" cy="2160"/>
          </a:xfrm>
          <a:custGeom>
            <a:avLst/>
            <a:gdLst/>
            <a:ahLst/>
            <a:rect l="0" t="0" r="r" b="b"/>
            <a:pathLst>
              <a:path w="11" h="6">
                <a:moveTo>
                  <a:pt x="11" y="2"/>
                </a:moveTo>
                <a:lnTo>
                  <a:pt x="10" y="2"/>
                </a:lnTo>
                <a:lnTo>
                  <a:pt x="9" y="2"/>
                </a:lnTo>
                <a:lnTo>
                  <a:pt x="9" y="3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8" y="5"/>
                </a:lnTo>
                <a:lnTo>
                  <a:pt x="7" y="5"/>
                </a:lnTo>
                <a:lnTo>
                  <a:pt x="6" y="6"/>
                </a:lnTo>
                <a:lnTo>
                  <a:pt x="5" y="6"/>
                </a:lnTo>
                <a:lnTo>
                  <a:pt x="3" y="6"/>
                </a:lnTo>
                <a:lnTo>
                  <a:pt x="2" y="5"/>
                </a:lnTo>
                <a:lnTo>
                  <a:pt x="2" y="6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0"/>
                </a:lnTo>
                <a:lnTo>
                  <a:pt x="9" y="0"/>
                </a:lnTo>
                <a:lnTo>
                  <a:pt x="10" y="1"/>
                </a:lnTo>
                <a:lnTo>
                  <a:pt x="10" y="0"/>
                </a:lnTo>
                <a:lnTo>
                  <a:pt x="11" y="1"/>
                </a:lnTo>
                <a:lnTo>
                  <a:pt x="1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98" name=""/>
          <p:cNvSpPr/>
          <p:nvPr/>
        </p:nvSpPr>
        <p:spPr>
          <a:xfrm>
            <a:off x="6996600" y="196560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4" y="1"/>
                </a:moveTo>
                <a:lnTo>
                  <a:pt x="4" y="3"/>
                </a:lnTo>
                <a:lnTo>
                  <a:pt x="5" y="3"/>
                </a:lnTo>
                <a:lnTo>
                  <a:pt x="6" y="3"/>
                </a:lnTo>
                <a:lnTo>
                  <a:pt x="7" y="1"/>
                </a:lnTo>
                <a:lnTo>
                  <a:pt x="6" y="4"/>
                </a:lnTo>
                <a:lnTo>
                  <a:pt x="5" y="4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99" name=""/>
          <p:cNvSpPr/>
          <p:nvPr/>
        </p:nvSpPr>
        <p:spPr>
          <a:xfrm>
            <a:off x="7000560" y="196596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2" y="2"/>
                </a:move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00" name=""/>
          <p:cNvSpPr/>
          <p:nvPr/>
        </p:nvSpPr>
        <p:spPr>
          <a:xfrm>
            <a:off x="6999480" y="196452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4" y="5"/>
                </a:move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4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01" name=""/>
          <p:cNvSpPr/>
          <p:nvPr/>
        </p:nvSpPr>
        <p:spPr>
          <a:xfrm>
            <a:off x="6999480" y="19641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02" name=""/>
          <p:cNvSpPr/>
          <p:nvPr/>
        </p:nvSpPr>
        <p:spPr>
          <a:xfrm>
            <a:off x="6997320" y="1961640"/>
            <a:ext cx="3600" cy="2520"/>
          </a:xfrm>
          <a:custGeom>
            <a:avLst/>
            <a:gdLst/>
            <a:ahLst/>
            <a:rect l="0" t="0" r="r" b="b"/>
            <a:pathLst>
              <a:path w="10" h="7">
                <a:moveTo>
                  <a:pt x="6" y="2"/>
                </a:moveTo>
                <a:lnTo>
                  <a:pt x="8" y="0"/>
                </a:lnTo>
                <a:lnTo>
                  <a:pt x="8" y="2"/>
                </a:lnTo>
                <a:lnTo>
                  <a:pt x="9" y="3"/>
                </a:lnTo>
                <a:lnTo>
                  <a:pt x="10" y="3"/>
                </a:lnTo>
                <a:lnTo>
                  <a:pt x="10" y="4"/>
                </a:lnTo>
                <a:lnTo>
                  <a:pt x="9" y="4"/>
                </a:lnTo>
                <a:lnTo>
                  <a:pt x="9" y="5"/>
                </a:lnTo>
                <a:lnTo>
                  <a:pt x="8" y="5"/>
                </a:lnTo>
                <a:lnTo>
                  <a:pt x="6" y="5"/>
                </a:lnTo>
                <a:lnTo>
                  <a:pt x="6" y="7"/>
                </a:lnTo>
                <a:lnTo>
                  <a:pt x="6" y="5"/>
                </a:lnTo>
                <a:lnTo>
                  <a:pt x="5" y="5"/>
                </a:lnTo>
                <a:lnTo>
                  <a:pt x="5" y="7"/>
                </a:lnTo>
                <a:lnTo>
                  <a:pt x="4" y="7"/>
                </a:lnTo>
                <a:lnTo>
                  <a:pt x="4" y="5"/>
                </a:lnTo>
                <a:lnTo>
                  <a:pt x="3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2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03" name=""/>
          <p:cNvSpPr/>
          <p:nvPr/>
        </p:nvSpPr>
        <p:spPr>
          <a:xfrm>
            <a:off x="7001640" y="196128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3" y="1"/>
                </a:move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7" y="0"/>
                </a:lnTo>
                <a:lnTo>
                  <a:pt x="5" y="1"/>
                </a:lnTo>
                <a:lnTo>
                  <a:pt x="4" y="1"/>
                </a:ln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lnTo>
                  <a:pt x="1" y="3"/>
                </a:lnTo>
                <a:lnTo>
                  <a:pt x="2" y="3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04" name=""/>
          <p:cNvSpPr/>
          <p:nvPr/>
        </p:nvSpPr>
        <p:spPr>
          <a:xfrm>
            <a:off x="6997320" y="196092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5" y="1"/>
                </a:moveTo>
                <a:lnTo>
                  <a:pt x="4" y="1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05" name=""/>
          <p:cNvSpPr/>
          <p:nvPr/>
        </p:nvSpPr>
        <p:spPr>
          <a:xfrm>
            <a:off x="7000560" y="196056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06" name=""/>
          <p:cNvSpPr/>
          <p:nvPr/>
        </p:nvSpPr>
        <p:spPr>
          <a:xfrm>
            <a:off x="7004160" y="195912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07" name=""/>
          <p:cNvSpPr/>
          <p:nvPr/>
        </p:nvSpPr>
        <p:spPr>
          <a:xfrm>
            <a:off x="7004880" y="19587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08" name=""/>
          <p:cNvSpPr/>
          <p:nvPr/>
        </p:nvSpPr>
        <p:spPr>
          <a:xfrm>
            <a:off x="7000560" y="19548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09" name=""/>
          <p:cNvSpPr/>
          <p:nvPr/>
        </p:nvSpPr>
        <p:spPr>
          <a:xfrm>
            <a:off x="7000920" y="19522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1"/>
                </a:lnTo>
                <a:lnTo>
                  <a:pt x="3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10" name=""/>
          <p:cNvSpPr/>
          <p:nvPr/>
        </p:nvSpPr>
        <p:spPr>
          <a:xfrm>
            <a:off x="7001280" y="1951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11" name=""/>
          <p:cNvSpPr/>
          <p:nvPr/>
        </p:nvSpPr>
        <p:spPr>
          <a:xfrm>
            <a:off x="7000200" y="1951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12" name=""/>
          <p:cNvSpPr/>
          <p:nvPr/>
        </p:nvSpPr>
        <p:spPr>
          <a:xfrm>
            <a:off x="7000920" y="19512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13" name=""/>
          <p:cNvSpPr/>
          <p:nvPr/>
        </p:nvSpPr>
        <p:spPr>
          <a:xfrm>
            <a:off x="7001640" y="19483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4" y="3"/>
                </a:lnTo>
                <a:lnTo>
                  <a:pt x="3" y="4"/>
                </a:lnTo>
                <a:lnTo>
                  <a:pt x="1" y="4"/>
                </a:lnTo>
                <a:lnTo>
                  <a:pt x="0" y="3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14" name=""/>
          <p:cNvSpPr/>
          <p:nvPr/>
        </p:nvSpPr>
        <p:spPr>
          <a:xfrm>
            <a:off x="7002360" y="194796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15" name=""/>
          <p:cNvSpPr/>
          <p:nvPr/>
        </p:nvSpPr>
        <p:spPr>
          <a:xfrm>
            <a:off x="6899400" y="1844280"/>
            <a:ext cx="133920" cy="147960"/>
          </a:xfrm>
          <a:custGeom>
            <a:avLst/>
            <a:gdLst/>
            <a:ahLst/>
            <a:rect l="0" t="0" r="r" b="b"/>
            <a:pathLst>
              <a:path w="372" h="411">
                <a:moveTo>
                  <a:pt x="159" y="1"/>
                </a:moveTo>
                <a:lnTo>
                  <a:pt x="159" y="3"/>
                </a:lnTo>
                <a:lnTo>
                  <a:pt x="160" y="3"/>
                </a:lnTo>
                <a:lnTo>
                  <a:pt x="160" y="4"/>
                </a:lnTo>
                <a:lnTo>
                  <a:pt x="161" y="4"/>
                </a:lnTo>
                <a:lnTo>
                  <a:pt x="161" y="3"/>
                </a:lnTo>
                <a:lnTo>
                  <a:pt x="162" y="3"/>
                </a:lnTo>
                <a:lnTo>
                  <a:pt x="163" y="1"/>
                </a:lnTo>
                <a:lnTo>
                  <a:pt x="162" y="1"/>
                </a:lnTo>
                <a:lnTo>
                  <a:pt x="161" y="1"/>
                </a:lnTo>
                <a:lnTo>
                  <a:pt x="162" y="1"/>
                </a:lnTo>
                <a:lnTo>
                  <a:pt x="163" y="0"/>
                </a:lnTo>
                <a:lnTo>
                  <a:pt x="164" y="1"/>
                </a:lnTo>
                <a:lnTo>
                  <a:pt x="165" y="1"/>
                </a:lnTo>
                <a:lnTo>
                  <a:pt x="165" y="0"/>
                </a:lnTo>
                <a:lnTo>
                  <a:pt x="165" y="1"/>
                </a:lnTo>
                <a:lnTo>
                  <a:pt x="166" y="1"/>
                </a:lnTo>
                <a:lnTo>
                  <a:pt x="167" y="1"/>
                </a:lnTo>
                <a:lnTo>
                  <a:pt x="168" y="1"/>
                </a:lnTo>
                <a:lnTo>
                  <a:pt x="169" y="1"/>
                </a:lnTo>
                <a:lnTo>
                  <a:pt x="170" y="1"/>
                </a:lnTo>
                <a:lnTo>
                  <a:pt x="170" y="0"/>
                </a:lnTo>
                <a:lnTo>
                  <a:pt x="171" y="0"/>
                </a:lnTo>
                <a:lnTo>
                  <a:pt x="171" y="1"/>
                </a:lnTo>
                <a:lnTo>
                  <a:pt x="171" y="3"/>
                </a:lnTo>
                <a:lnTo>
                  <a:pt x="172" y="4"/>
                </a:lnTo>
                <a:lnTo>
                  <a:pt x="173" y="4"/>
                </a:lnTo>
                <a:lnTo>
                  <a:pt x="173" y="6"/>
                </a:lnTo>
                <a:lnTo>
                  <a:pt x="173" y="7"/>
                </a:lnTo>
                <a:lnTo>
                  <a:pt x="173" y="8"/>
                </a:lnTo>
                <a:lnTo>
                  <a:pt x="174" y="9"/>
                </a:lnTo>
                <a:lnTo>
                  <a:pt x="174" y="10"/>
                </a:lnTo>
                <a:lnTo>
                  <a:pt x="175" y="12"/>
                </a:lnTo>
                <a:lnTo>
                  <a:pt x="176" y="12"/>
                </a:lnTo>
                <a:lnTo>
                  <a:pt x="176" y="13"/>
                </a:lnTo>
                <a:lnTo>
                  <a:pt x="177" y="14"/>
                </a:lnTo>
                <a:lnTo>
                  <a:pt x="177" y="15"/>
                </a:lnTo>
                <a:lnTo>
                  <a:pt x="177" y="16"/>
                </a:lnTo>
                <a:lnTo>
                  <a:pt x="178" y="16"/>
                </a:lnTo>
                <a:lnTo>
                  <a:pt x="179" y="17"/>
                </a:lnTo>
                <a:lnTo>
                  <a:pt x="180" y="17"/>
                </a:lnTo>
                <a:lnTo>
                  <a:pt x="181" y="18"/>
                </a:lnTo>
                <a:lnTo>
                  <a:pt x="182" y="18"/>
                </a:lnTo>
                <a:lnTo>
                  <a:pt x="183" y="18"/>
                </a:lnTo>
                <a:lnTo>
                  <a:pt x="183" y="19"/>
                </a:lnTo>
                <a:lnTo>
                  <a:pt x="184" y="19"/>
                </a:lnTo>
                <a:lnTo>
                  <a:pt x="184" y="20"/>
                </a:lnTo>
                <a:lnTo>
                  <a:pt x="185" y="20"/>
                </a:lnTo>
                <a:lnTo>
                  <a:pt x="185" y="21"/>
                </a:lnTo>
                <a:lnTo>
                  <a:pt x="186" y="21"/>
                </a:lnTo>
                <a:lnTo>
                  <a:pt x="186" y="22"/>
                </a:lnTo>
                <a:lnTo>
                  <a:pt x="187" y="23"/>
                </a:lnTo>
                <a:lnTo>
                  <a:pt x="188" y="23"/>
                </a:lnTo>
                <a:lnTo>
                  <a:pt x="190" y="25"/>
                </a:lnTo>
                <a:lnTo>
                  <a:pt x="191" y="25"/>
                </a:lnTo>
                <a:lnTo>
                  <a:pt x="192" y="25"/>
                </a:lnTo>
                <a:lnTo>
                  <a:pt x="192" y="26"/>
                </a:lnTo>
                <a:lnTo>
                  <a:pt x="193" y="26"/>
                </a:lnTo>
                <a:lnTo>
                  <a:pt x="194" y="26"/>
                </a:lnTo>
                <a:lnTo>
                  <a:pt x="195" y="26"/>
                </a:lnTo>
                <a:lnTo>
                  <a:pt x="196" y="26"/>
                </a:lnTo>
                <a:lnTo>
                  <a:pt x="197" y="26"/>
                </a:lnTo>
                <a:lnTo>
                  <a:pt x="198" y="26"/>
                </a:lnTo>
                <a:lnTo>
                  <a:pt x="201" y="26"/>
                </a:lnTo>
                <a:lnTo>
                  <a:pt x="202" y="26"/>
                </a:lnTo>
                <a:lnTo>
                  <a:pt x="203" y="26"/>
                </a:lnTo>
                <a:lnTo>
                  <a:pt x="204" y="26"/>
                </a:lnTo>
                <a:lnTo>
                  <a:pt x="205" y="26"/>
                </a:lnTo>
                <a:lnTo>
                  <a:pt x="206" y="26"/>
                </a:lnTo>
                <a:lnTo>
                  <a:pt x="207" y="26"/>
                </a:lnTo>
                <a:lnTo>
                  <a:pt x="208" y="25"/>
                </a:lnTo>
                <a:lnTo>
                  <a:pt x="209" y="25"/>
                </a:lnTo>
                <a:lnTo>
                  <a:pt x="210" y="25"/>
                </a:lnTo>
                <a:lnTo>
                  <a:pt x="211" y="24"/>
                </a:lnTo>
                <a:lnTo>
                  <a:pt x="212" y="25"/>
                </a:lnTo>
                <a:lnTo>
                  <a:pt x="211" y="25"/>
                </a:lnTo>
                <a:lnTo>
                  <a:pt x="210" y="26"/>
                </a:lnTo>
                <a:lnTo>
                  <a:pt x="211" y="26"/>
                </a:lnTo>
                <a:lnTo>
                  <a:pt x="211" y="27"/>
                </a:lnTo>
                <a:lnTo>
                  <a:pt x="210" y="27"/>
                </a:lnTo>
                <a:lnTo>
                  <a:pt x="210" y="28"/>
                </a:lnTo>
                <a:lnTo>
                  <a:pt x="210" y="29"/>
                </a:lnTo>
                <a:lnTo>
                  <a:pt x="210" y="30"/>
                </a:lnTo>
                <a:lnTo>
                  <a:pt x="210" y="31"/>
                </a:lnTo>
                <a:lnTo>
                  <a:pt x="211" y="31"/>
                </a:lnTo>
                <a:lnTo>
                  <a:pt x="212" y="31"/>
                </a:lnTo>
                <a:lnTo>
                  <a:pt x="211" y="31"/>
                </a:lnTo>
                <a:lnTo>
                  <a:pt x="212" y="31"/>
                </a:lnTo>
                <a:lnTo>
                  <a:pt x="212" y="30"/>
                </a:lnTo>
                <a:lnTo>
                  <a:pt x="213" y="30"/>
                </a:lnTo>
                <a:lnTo>
                  <a:pt x="214" y="30"/>
                </a:lnTo>
                <a:lnTo>
                  <a:pt x="215" y="29"/>
                </a:lnTo>
                <a:lnTo>
                  <a:pt x="216" y="29"/>
                </a:lnTo>
                <a:lnTo>
                  <a:pt x="216" y="28"/>
                </a:lnTo>
                <a:lnTo>
                  <a:pt x="216" y="27"/>
                </a:lnTo>
                <a:lnTo>
                  <a:pt x="216" y="26"/>
                </a:lnTo>
                <a:lnTo>
                  <a:pt x="216" y="27"/>
                </a:lnTo>
                <a:lnTo>
                  <a:pt x="217" y="27"/>
                </a:lnTo>
                <a:lnTo>
                  <a:pt x="217" y="28"/>
                </a:lnTo>
                <a:lnTo>
                  <a:pt x="217" y="29"/>
                </a:lnTo>
                <a:lnTo>
                  <a:pt x="217" y="30"/>
                </a:lnTo>
                <a:lnTo>
                  <a:pt x="217" y="31"/>
                </a:lnTo>
                <a:lnTo>
                  <a:pt x="218" y="31"/>
                </a:lnTo>
                <a:lnTo>
                  <a:pt x="218" y="32"/>
                </a:lnTo>
                <a:lnTo>
                  <a:pt x="219" y="32"/>
                </a:lnTo>
                <a:lnTo>
                  <a:pt x="218" y="33"/>
                </a:lnTo>
                <a:lnTo>
                  <a:pt x="218" y="34"/>
                </a:lnTo>
                <a:lnTo>
                  <a:pt x="219" y="34"/>
                </a:lnTo>
                <a:lnTo>
                  <a:pt x="219" y="35"/>
                </a:lnTo>
                <a:lnTo>
                  <a:pt x="219" y="36"/>
                </a:lnTo>
                <a:lnTo>
                  <a:pt x="219" y="37"/>
                </a:lnTo>
                <a:lnTo>
                  <a:pt x="219" y="38"/>
                </a:lnTo>
                <a:lnTo>
                  <a:pt x="220" y="38"/>
                </a:lnTo>
                <a:lnTo>
                  <a:pt x="220" y="39"/>
                </a:lnTo>
                <a:lnTo>
                  <a:pt x="221" y="39"/>
                </a:lnTo>
                <a:lnTo>
                  <a:pt x="221" y="40"/>
                </a:lnTo>
                <a:lnTo>
                  <a:pt x="221" y="41"/>
                </a:lnTo>
                <a:lnTo>
                  <a:pt x="221" y="42"/>
                </a:lnTo>
                <a:lnTo>
                  <a:pt x="222" y="42"/>
                </a:lnTo>
                <a:lnTo>
                  <a:pt x="222" y="43"/>
                </a:lnTo>
                <a:lnTo>
                  <a:pt x="223" y="43"/>
                </a:lnTo>
                <a:lnTo>
                  <a:pt x="223" y="44"/>
                </a:lnTo>
                <a:lnTo>
                  <a:pt x="224" y="43"/>
                </a:lnTo>
                <a:lnTo>
                  <a:pt x="225" y="42"/>
                </a:lnTo>
                <a:lnTo>
                  <a:pt x="225" y="41"/>
                </a:lnTo>
                <a:lnTo>
                  <a:pt x="226" y="41"/>
                </a:lnTo>
                <a:lnTo>
                  <a:pt x="226" y="40"/>
                </a:lnTo>
                <a:lnTo>
                  <a:pt x="226" y="39"/>
                </a:lnTo>
                <a:lnTo>
                  <a:pt x="227" y="39"/>
                </a:lnTo>
                <a:lnTo>
                  <a:pt x="227" y="38"/>
                </a:lnTo>
                <a:lnTo>
                  <a:pt x="228" y="37"/>
                </a:lnTo>
                <a:lnTo>
                  <a:pt x="228" y="36"/>
                </a:lnTo>
                <a:lnTo>
                  <a:pt x="229" y="36"/>
                </a:lnTo>
                <a:lnTo>
                  <a:pt x="229" y="35"/>
                </a:lnTo>
                <a:lnTo>
                  <a:pt x="230" y="35"/>
                </a:lnTo>
                <a:lnTo>
                  <a:pt x="230" y="34"/>
                </a:lnTo>
                <a:lnTo>
                  <a:pt x="231" y="34"/>
                </a:lnTo>
                <a:lnTo>
                  <a:pt x="232" y="34"/>
                </a:lnTo>
                <a:lnTo>
                  <a:pt x="231" y="34"/>
                </a:lnTo>
                <a:lnTo>
                  <a:pt x="232" y="34"/>
                </a:lnTo>
                <a:lnTo>
                  <a:pt x="233" y="34"/>
                </a:lnTo>
                <a:lnTo>
                  <a:pt x="234" y="34"/>
                </a:lnTo>
                <a:lnTo>
                  <a:pt x="235" y="34"/>
                </a:lnTo>
                <a:lnTo>
                  <a:pt x="236" y="34"/>
                </a:lnTo>
                <a:lnTo>
                  <a:pt x="237" y="35"/>
                </a:lnTo>
                <a:lnTo>
                  <a:pt x="237" y="34"/>
                </a:lnTo>
                <a:lnTo>
                  <a:pt x="237" y="33"/>
                </a:lnTo>
                <a:lnTo>
                  <a:pt x="238" y="33"/>
                </a:lnTo>
                <a:lnTo>
                  <a:pt x="238" y="32"/>
                </a:lnTo>
                <a:lnTo>
                  <a:pt x="239" y="32"/>
                </a:lnTo>
                <a:lnTo>
                  <a:pt x="239" y="31"/>
                </a:lnTo>
                <a:lnTo>
                  <a:pt x="240" y="31"/>
                </a:lnTo>
                <a:lnTo>
                  <a:pt x="240" y="32"/>
                </a:lnTo>
                <a:lnTo>
                  <a:pt x="241" y="32"/>
                </a:lnTo>
                <a:lnTo>
                  <a:pt x="241" y="31"/>
                </a:lnTo>
                <a:lnTo>
                  <a:pt x="242" y="31"/>
                </a:lnTo>
                <a:lnTo>
                  <a:pt x="242" y="30"/>
                </a:lnTo>
                <a:lnTo>
                  <a:pt x="242" y="29"/>
                </a:lnTo>
                <a:lnTo>
                  <a:pt x="242" y="28"/>
                </a:lnTo>
                <a:lnTo>
                  <a:pt x="242" y="27"/>
                </a:lnTo>
                <a:lnTo>
                  <a:pt x="242" y="26"/>
                </a:lnTo>
                <a:lnTo>
                  <a:pt x="242" y="25"/>
                </a:lnTo>
                <a:lnTo>
                  <a:pt x="241" y="24"/>
                </a:lnTo>
                <a:lnTo>
                  <a:pt x="240" y="24"/>
                </a:lnTo>
                <a:lnTo>
                  <a:pt x="239" y="23"/>
                </a:lnTo>
                <a:lnTo>
                  <a:pt x="240" y="23"/>
                </a:lnTo>
                <a:lnTo>
                  <a:pt x="240" y="22"/>
                </a:lnTo>
                <a:lnTo>
                  <a:pt x="241" y="22"/>
                </a:lnTo>
                <a:lnTo>
                  <a:pt x="241" y="23"/>
                </a:lnTo>
                <a:lnTo>
                  <a:pt x="242" y="22"/>
                </a:lnTo>
                <a:lnTo>
                  <a:pt x="244" y="22"/>
                </a:lnTo>
                <a:lnTo>
                  <a:pt x="244" y="23"/>
                </a:lnTo>
                <a:lnTo>
                  <a:pt x="245" y="23"/>
                </a:lnTo>
                <a:lnTo>
                  <a:pt x="245" y="22"/>
                </a:lnTo>
                <a:lnTo>
                  <a:pt x="246" y="21"/>
                </a:lnTo>
                <a:lnTo>
                  <a:pt x="247" y="21"/>
                </a:lnTo>
                <a:lnTo>
                  <a:pt x="247" y="20"/>
                </a:lnTo>
                <a:lnTo>
                  <a:pt x="247" y="19"/>
                </a:lnTo>
                <a:lnTo>
                  <a:pt x="248" y="20"/>
                </a:lnTo>
                <a:lnTo>
                  <a:pt x="248" y="19"/>
                </a:lnTo>
                <a:lnTo>
                  <a:pt x="249" y="19"/>
                </a:lnTo>
                <a:lnTo>
                  <a:pt x="250" y="19"/>
                </a:lnTo>
                <a:lnTo>
                  <a:pt x="250" y="18"/>
                </a:lnTo>
                <a:lnTo>
                  <a:pt x="251" y="18"/>
                </a:lnTo>
                <a:lnTo>
                  <a:pt x="252" y="18"/>
                </a:lnTo>
                <a:lnTo>
                  <a:pt x="253" y="19"/>
                </a:lnTo>
                <a:lnTo>
                  <a:pt x="254" y="19"/>
                </a:lnTo>
                <a:lnTo>
                  <a:pt x="254" y="20"/>
                </a:lnTo>
                <a:lnTo>
                  <a:pt x="255" y="20"/>
                </a:lnTo>
                <a:lnTo>
                  <a:pt x="256" y="20"/>
                </a:lnTo>
                <a:lnTo>
                  <a:pt x="257" y="19"/>
                </a:lnTo>
                <a:lnTo>
                  <a:pt x="258" y="19"/>
                </a:lnTo>
                <a:lnTo>
                  <a:pt x="258" y="18"/>
                </a:lnTo>
                <a:lnTo>
                  <a:pt x="259" y="18"/>
                </a:lnTo>
                <a:lnTo>
                  <a:pt x="258" y="18"/>
                </a:lnTo>
                <a:lnTo>
                  <a:pt x="259" y="17"/>
                </a:lnTo>
                <a:lnTo>
                  <a:pt x="261" y="17"/>
                </a:lnTo>
                <a:lnTo>
                  <a:pt x="261" y="18"/>
                </a:lnTo>
                <a:lnTo>
                  <a:pt x="262" y="18"/>
                </a:lnTo>
                <a:lnTo>
                  <a:pt x="263" y="18"/>
                </a:lnTo>
                <a:lnTo>
                  <a:pt x="264" y="18"/>
                </a:lnTo>
                <a:lnTo>
                  <a:pt x="263" y="17"/>
                </a:lnTo>
                <a:lnTo>
                  <a:pt x="264" y="17"/>
                </a:lnTo>
                <a:lnTo>
                  <a:pt x="265" y="16"/>
                </a:lnTo>
                <a:lnTo>
                  <a:pt x="264" y="16"/>
                </a:lnTo>
                <a:lnTo>
                  <a:pt x="265" y="16"/>
                </a:lnTo>
                <a:lnTo>
                  <a:pt x="265" y="17"/>
                </a:lnTo>
                <a:lnTo>
                  <a:pt x="266" y="17"/>
                </a:lnTo>
                <a:lnTo>
                  <a:pt x="267" y="17"/>
                </a:lnTo>
                <a:lnTo>
                  <a:pt x="268" y="18"/>
                </a:lnTo>
                <a:lnTo>
                  <a:pt x="268" y="19"/>
                </a:lnTo>
                <a:lnTo>
                  <a:pt x="269" y="19"/>
                </a:lnTo>
                <a:lnTo>
                  <a:pt x="269" y="20"/>
                </a:lnTo>
                <a:lnTo>
                  <a:pt x="269" y="21"/>
                </a:lnTo>
                <a:lnTo>
                  <a:pt x="269" y="22"/>
                </a:lnTo>
                <a:lnTo>
                  <a:pt x="268" y="22"/>
                </a:lnTo>
                <a:lnTo>
                  <a:pt x="268" y="23"/>
                </a:lnTo>
                <a:lnTo>
                  <a:pt x="269" y="23"/>
                </a:lnTo>
                <a:lnTo>
                  <a:pt x="268" y="23"/>
                </a:lnTo>
                <a:lnTo>
                  <a:pt x="268" y="24"/>
                </a:lnTo>
                <a:lnTo>
                  <a:pt x="269" y="24"/>
                </a:lnTo>
                <a:lnTo>
                  <a:pt x="269" y="25"/>
                </a:lnTo>
                <a:lnTo>
                  <a:pt x="269" y="28"/>
                </a:lnTo>
                <a:lnTo>
                  <a:pt x="269" y="29"/>
                </a:lnTo>
                <a:lnTo>
                  <a:pt x="269" y="28"/>
                </a:lnTo>
                <a:lnTo>
                  <a:pt x="268" y="29"/>
                </a:lnTo>
                <a:lnTo>
                  <a:pt x="268" y="30"/>
                </a:lnTo>
                <a:lnTo>
                  <a:pt x="269" y="30"/>
                </a:lnTo>
                <a:lnTo>
                  <a:pt x="270" y="30"/>
                </a:lnTo>
                <a:lnTo>
                  <a:pt x="270" y="31"/>
                </a:lnTo>
                <a:lnTo>
                  <a:pt x="271" y="31"/>
                </a:lnTo>
                <a:lnTo>
                  <a:pt x="271" y="32"/>
                </a:lnTo>
                <a:lnTo>
                  <a:pt x="271" y="33"/>
                </a:lnTo>
                <a:lnTo>
                  <a:pt x="270" y="33"/>
                </a:lnTo>
                <a:lnTo>
                  <a:pt x="270" y="34"/>
                </a:lnTo>
                <a:lnTo>
                  <a:pt x="270" y="35"/>
                </a:lnTo>
                <a:lnTo>
                  <a:pt x="269" y="35"/>
                </a:lnTo>
                <a:lnTo>
                  <a:pt x="268" y="35"/>
                </a:lnTo>
                <a:lnTo>
                  <a:pt x="268" y="36"/>
                </a:lnTo>
                <a:lnTo>
                  <a:pt x="268" y="37"/>
                </a:lnTo>
                <a:lnTo>
                  <a:pt x="269" y="37"/>
                </a:lnTo>
                <a:lnTo>
                  <a:pt x="269" y="36"/>
                </a:lnTo>
                <a:lnTo>
                  <a:pt x="270" y="36"/>
                </a:lnTo>
                <a:lnTo>
                  <a:pt x="271" y="36"/>
                </a:lnTo>
                <a:lnTo>
                  <a:pt x="272" y="36"/>
                </a:lnTo>
                <a:lnTo>
                  <a:pt x="272" y="37"/>
                </a:lnTo>
                <a:lnTo>
                  <a:pt x="272" y="38"/>
                </a:lnTo>
                <a:lnTo>
                  <a:pt x="273" y="38"/>
                </a:lnTo>
                <a:lnTo>
                  <a:pt x="273" y="37"/>
                </a:lnTo>
                <a:lnTo>
                  <a:pt x="272" y="37"/>
                </a:lnTo>
                <a:lnTo>
                  <a:pt x="273" y="37"/>
                </a:lnTo>
                <a:lnTo>
                  <a:pt x="273" y="36"/>
                </a:lnTo>
                <a:lnTo>
                  <a:pt x="274" y="36"/>
                </a:lnTo>
                <a:lnTo>
                  <a:pt x="274" y="35"/>
                </a:lnTo>
                <a:lnTo>
                  <a:pt x="275" y="35"/>
                </a:lnTo>
                <a:lnTo>
                  <a:pt x="274" y="35"/>
                </a:lnTo>
                <a:lnTo>
                  <a:pt x="275" y="35"/>
                </a:lnTo>
                <a:lnTo>
                  <a:pt x="275" y="34"/>
                </a:lnTo>
                <a:lnTo>
                  <a:pt x="276" y="34"/>
                </a:lnTo>
                <a:lnTo>
                  <a:pt x="277" y="34"/>
                </a:lnTo>
                <a:lnTo>
                  <a:pt x="278" y="34"/>
                </a:lnTo>
                <a:lnTo>
                  <a:pt x="279" y="34"/>
                </a:lnTo>
                <a:lnTo>
                  <a:pt x="280" y="34"/>
                </a:lnTo>
                <a:lnTo>
                  <a:pt x="280" y="35"/>
                </a:lnTo>
                <a:lnTo>
                  <a:pt x="280" y="36"/>
                </a:lnTo>
                <a:lnTo>
                  <a:pt x="281" y="36"/>
                </a:lnTo>
                <a:lnTo>
                  <a:pt x="281" y="37"/>
                </a:lnTo>
                <a:lnTo>
                  <a:pt x="281" y="38"/>
                </a:lnTo>
                <a:lnTo>
                  <a:pt x="280" y="39"/>
                </a:lnTo>
                <a:lnTo>
                  <a:pt x="280" y="40"/>
                </a:lnTo>
                <a:lnTo>
                  <a:pt x="280" y="41"/>
                </a:lnTo>
                <a:lnTo>
                  <a:pt x="280" y="42"/>
                </a:lnTo>
                <a:lnTo>
                  <a:pt x="281" y="42"/>
                </a:lnTo>
                <a:lnTo>
                  <a:pt x="282" y="42"/>
                </a:lnTo>
                <a:lnTo>
                  <a:pt x="282" y="41"/>
                </a:lnTo>
                <a:lnTo>
                  <a:pt x="283" y="42"/>
                </a:lnTo>
                <a:lnTo>
                  <a:pt x="284" y="42"/>
                </a:lnTo>
                <a:lnTo>
                  <a:pt x="285" y="42"/>
                </a:lnTo>
                <a:lnTo>
                  <a:pt x="286" y="42"/>
                </a:lnTo>
                <a:lnTo>
                  <a:pt x="286" y="41"/>
                </a:lnTo>
                <a:lnTo>
                  <a:pt x="287" y="42"/>
                </a:lnTo>
                <a:lnTo>
                  <a:pt x="287" y="41"/>
                </a:lnTo>
                <a:lnTo>
                  <a:pt x="288" y="41"/>
                </a:lnTo>
                <a:lnTo>
                  <a:pt x="289" y="41"/>
                </a:lnTo>
                <a:lnTo>
                  <a:pt x="289" y="42"/>
                </a:lnTo>
                <a:lnTo>
                  <a:pt x="290" y="42"/>
                </a:lnTo>
                <a:lnTo>
                  <a:pt x="290" y="43"/>
                </a:lnTo>
                <a:lnTo>
                  <a:pt x="290" y="44"/>
                </a:lnTo>
                <a:lnTo>
                  <a:pt x="291" y="44"/>
                </a:lnTo>
                <a:lnTo>
                  <a:pt x="292" y="45"/>
                </a:lnTo>
                <a:lnTo>
                  <a:pt x="292" y="46"/>
                </a:lnTo>
                <a:lnTo>
                  <a:pt x="293" y="46"/>
                </a:lnTo>
                <a:lnTo>
                  <a:pt x="294" y="47"/>
                </a:lnTo>
                <a:lnTo>
                  <a:pt x="293" y="48"/>
                </a:lnTo>
                <a:lnTo>
                  <a:pt x="293" y="49"/>
                </a:lnTo>
                <a:lnTo>
                  <a:pt x="293" y="50"/>
                </a:lnTo>
                <a:lnTo>
                  <a:pt x="294" y="51"/>
                </a:lnTo>
                <a:lnTo>
                  <a:pt x="293" y="51"/>
                </a:lnTo>
                <a:lnTo>
                  <a:pt x="292" y="53"/>
                </a:lnTo>
                <a:lnTo>
                  <a:pt x="291" y="70"/>
                </a:lnTo>
                <a:lnTo>
                  <a:pt x="291" y="71"/>
                </a:lnTo>
                <a:lnTo>
                  <a:pt x="291" y="75"/>
                </a:lnTo>
                <a:lnTo>
                  <a:pt x="290" y="77"/>
                </a:lnTo>
                <a:lnTo>
                  <a:pt x="290" y="84"/>
                </a:lnTo>
                <a:lnTo>
                  <a:pt x="293" y="84"/>
                </a:lnTo>
                <a:lnTo>
                  <a:pt x="294" y="80"/>
                </a:lnTo>
                <a:lnTo>
                  <a:pt x="297" y="81"/>
                </a:lnTo>
                <a:lnTo>
                  <a:pt x="299" y="82"/>
                </a:lnTo>
                <a:lnTo>
                  <a:pt x="303" y="85"/>
                </a:lnTo>
                <a:lnTo>
                  <a:pt x="302" y="86"/>
                </a:lnTo>
                <a:lnTo>
                  <a:pt x="305" y="89"/>
                </a:lnTo>
                <a:lnTo>
                  <a:pt x="307" y="90"/>
                </a:lnTo>
                <a:lnTo>
                  <a:pt x="309" y="91"/>
                </a:lnTo>
                <a:lnTo>
                  <a:pt x="311" y="93"/>
                </a:lnTo>
                <a:lnTo>
                  <a:pt x="313" y="96"/>
                </a:lnTo>
                <a:lnTo>
                  <a:pt x="316" y="99"/>
                </a:lnTo>
                <a:lnTo>
                  <a:pt x="318" y="101"/>
                </a:lnTo>
                <a:lnTo>
                  <a:pt x="319" y="104"/>
                </a:lnTo>
                <a:lnTo>
                  <a:pt x="320" y="106"/>
                </a:lnTo>
                <a:lnTo>
                  <a:pt x="323" y="110"/>
                </a:lnTo>
                <a:lnTo>
                  <a:pt x="323" y="111"/>
                </a:lnTo>
                <a:lnTo>
                  <a:pt x="325" y="114"/>
                </a:lnTo>
                <a:lnTo>
                  <a:pt x="326" y="116"/>
                </a:lnTo>
                <a:lnTo>
                  <a:pt x="326" y="115"/>
                </a:lnTo>
                <a:lnTo>
                  <a:pt x="328" y="114"/>
                </a:lnTo>
                <a:lnTo>
                  <a:pt x="330" y="120"/>
                </a:lnTo>
                <a:lnTo>
                  <a:pt x="330" y="121"/>
                </a:lnTo>
                <a:lnTo>
                  <a:pt x="331" y="122"/>
                </a:lnTo>
                <a:lnTo>
                  <a:pt x="332" y="122"/>
                </a:lnTo>
                <a:lnTo>
                  <a:pt x="333" y="123"/>
                </a:lnTo>
                <a:lnTo>
                  <a:pt x="334" y="123"/>
                </a:lnTo>
                <a:lnTo>
                  <a:pt x="335" y="124"/>
                </a:lnTo>
                <a:lnTo>
                  <a:pt x="336" y="123"/>
                </a:lnTo>
                <a:lnTo>
                  <a:pt x="337" y="123"/>
                </a:lnTo>
                <a:lnTo>
                  <a:pt x="337" y="124"/>
                </a:lnTo>
                <a:lnTo>
                  <a:pt x="338" y="124"/>
                </a:lnTo>
                <a:lnTo>
                  <a:pt x="339" y="124"/>
                </a:lnTo>
                <a:lnTo>
                  <a:pt x="341" y="125"/>
                </a:lnTo>
                <a:lnTo>
                  <a:pt x="342" y="125"/>
                </a:lnTo>
                <a:lnTo>
                  <a:pt x="342" y="126"/>
                </a:lnTo>
                <a:lnTo>
                  <a:pt x="343" y="126"/>
                </a:lnTo>
                <a:lnTo>
                  <a:pt x="343" y="127"/>
                </a:lnTo>
                <a:lnTo>
                  <a:pt x="342" y="127"/>
                </a:lnTo>
                <a:lnTo>
                  <a:pt x="343" y="127"/>
                </a:lnTo>
                <a:lnTo>
                  <a:pt x="344" y="127"/>
                </a:lnTo>
                <a:lnTo>
                  <a:pt x="345" y="127"/>
                </a:lnTo>
                <a:lnTo>
                  <a:pt x="346" y="128"/>
                </a:lnTo>
                <a:lnTo>
                  <a:pt x="348" y="129"/>
                </a:lnTo>
                <a:lnTo>
                  <a:pt x="349" y="129"/>
                </a:lnTo>
                <a:lnTo>
                  <a:pt x="351" y="129"/>
                </a:lnTo>
                <a:lnTo>
                  <a:pt x="352" y="129"/>
                </a:lnTo>
                <a:lnTo>
                  <a:pt x="353" y="131"/>
                </a:lnTo>
                <a:lnTo>
                  <a:pt x="353" y="132"/>
                </a:lnTo>
                <a:lnTo>
                  <a:pt x="353" y="133"/>
                </a:lnTo>
                <a:lnTo>
                  <a:pt x="354" y="133"/>
                </a:lnTo>
                <a:lnTo>
                  <a:pt x="355" y="133"/>
                </a:lnTo>
                <a:lnTo>
                  <a:pt x="356" y="133"/>
                </a:lnTo>
                <a:lnTo>
                  <a:pt x="359" y="133"/>
                </a:lnTo>
                <a:lnTo>
                  <a:pt x="360" y="133"/>
                </a:lnTo>
                <a:lnTo>
                  <a:pt x="360" y="134"/>
                </a:lnTo>
                <a:lnTo>
                  <a:pt x="361" y="134"/>
                </a:lnTo>
                <a:lnTo>
                  <a:pt x="361" y="133"/>
                </a:lnTo>
                <a:lnTo>
                  <a:pt x="362" y="133"/>
                </a:lnTo>
                <a:lnTo>
                  <a:pt x="362" y="132"/>
                </a:lnTo>
                <a:lnTo>
                  <a:pt x="362" y="133"/>
                </a:lnTo>
                <a:lnTo>
                  <a:pt x="364" y="133"/>
                </a:lnTo>
                <a:lnTo>
                  <a:pt x="365" y="133"/>
                </a:lnTo>
                <a:lnTo>
                  <a:pt x="366" y="133"/>
                </a:lnTo>
                <a:lnTo>
                  <a:pt x="367" y="132"/>
                </a:lnTo>
                <a:lnTo>
                  <a:pt x="368" y="132"/>
                </a:lnTo>
                <a:lnTo>
                  <a:pt x="368" y="131"/>
                </a:lnTo>
                <a:lnTo>
                  <a:pt x="369" y="131"/>
                </a:lnTo>
                <a:lnTo>
                  <a:pt x="370" y="131"/>
                </a:lnTo>
                <a:lnTo>
                  <a:pt x="371" y="131"/>
                </a:lnTo>
                <a:lnTo>
                  <a:pt x="372" y="131"/>
                </a:lnTo>
                <a:lnTo>
                  <a:pt x="372" y="132"/>
                </a:lnTo>
                <a:lnTo>
                  <a:pt x="372" y="133"/>
                </a:lnTo>
                <a:lnTo>
                  <a:pt x="372" y="134"/>
                </a:lnTo>
                <a:lnTo>
                  <a:pt x="371" y="134"/>
                </a:lnTo>
                <a:lnTo>
                  <a:pt x="370" y="134"/>
                </a:lnTo>
                <a:lnTo>
                  <a:pt x="369" y="134"/>
                </a:lnTo>
                <a:lnTo>
                  <a:pt x="369" y="135"/>
                </a:lnTo>
                <a:lnTo>
                  <a:pt x="368" y="135"/>
                </a:lnTo>
                <a:lnTo>
                  <a:pt x="367" y="136"/>
                </a:lnTo>
                <a:lnTo>
                  <a:pt x="366" y="136"/>
                </a:lnTo>
                <a:lnTo>
                  <a:pt x="366" y="137"/>
                </a:lnTo>
                <a:lnTo>
                  <a:pt x="365" y="137"/>
                </a:lnTo>
                <a:lnTo>
                  <a:pt x="364" y="137"/>
                </a:lnTo>
                <a:lnTo>
                  <a:pt x="364" y="138"/>
                </a:lnTo>
                <a:lnTo>
                  <a:pt x="363" y="138"/>
                </a:lnTo>
                <a:lnTo>
                  <a:pt x="362" y="139"/>
                </a:lnTo>
                <a:lnTo>
                  <a:pt x="360" y="139"/>
                </a:lnTo>
                <a:lnTo>
                  <a:pt x="359" y="140"/>
                </a:lnTo>
                <a:lnTo>
                  <a:pt x="358" y="140"/>
                </a:lnTo>
                <a:lnTo>
                  <a:pt x="357" y="141"/>
                </a:lnTo>
                <a:lnTo>
                  <a:pt x="356" y="142"/>
                </a:lnTo>
                <a:lnTo>
                  <a:pt x="355" y="143"/>
                </a:lnTo>
                <a:lnTo>
                  <a:pt x="354" y="143"/>
                </a:lnTo>
                <a:lnTo>
                  <a:pt x="353" y="143"/>
                </a:lnTo>
                <a:lnTo>
                  <a:pt x="353" y="144"/>
                </a:lnTo>
                <a:lnTo>
                  <a:pt x="353" y="145"/>
                </a:lnTo>
                <a:lnTo>
                  <a:pt x="352" y="146"/>
                </a:lnTo>
                <a:lnTo>
                  <a:pt x="351" y="147"/>
                </a:lnTo>
                <a:lnTo>
                  <a:pt x="350" y="148"/>
                </a:lnTo>
                <a:lnTo>
                  <a:pt x="349" y="148"/>
                </a:lnTo>
                <a:lnTo>
                  <a:pt x="350" y="149"/>
                </a:lnTo>
                <a:lnTo>
                  <a:pt x="349" y="150"/>
                </a:lnTo>
                <a:lnTo>
                  <a:pt x="347" y="152"/>
                </a:lnTo>
                <a:lnTo>
                  <a:pt x="346" y="153"/>
                </a:lnTo>
                <a:lnTo>
                  <a:pt x="345" y="153"/>
                </a:lnTo>
                <a:lnTo>
                  <a:pt x="344" y="154"/>
                </a:lnTo>
                <a:lnTo>
                  <a:pt x="343" y="154"/>
                </a:lnTo>
                <a:lnTo>
                  <a:pt x="342" y="155"/>
                </a:lnTo>
                <a:lnTo>
                  <a:pt x="341" y="155"/>
                </a:lnTo>
                <a:lnTo>
                  <a:pt x="341" y="156"/>
                </a:lnTo>
                <a:lnTo>
                  <a:pt x="340" y="157"/>
                </a:lnTo>
                <a:lnTo>
                  <a:pt x="339" y="157"/>
                </a:lnTo>
                <a:lnTo>
                  <a:pt x="339" y="158"/>
                </a:lnTo>
                <a:lnTo>
                  <a:pt x="338" y="159"/>
                </a:lnTo>
                <a:lnTo>
                  <a:pt x="337" y="161"/>
                </a:lnTo>
                <a:lnTo>
                  <a:pt x="336" y="162"/>
                </a:lnTo>
                <a:lnTo>
                  <a:pt x="335" y="163"/>
                </a:lnTo>
                <a:lnTo>
                  <a:pt x="334" y="163"/>
                </a:lnTo>
                <a:lnTo>
                  <a:pt x="334" y="164"/>
                </a:lnTo>
                <a:lnTo>
                  <a:pt x="333" y="165"/>
                </a:lnTo>
                <a:lnTo>
                  <a:pt x="333" y="166"/>
                </a:lnTo>
                <a:lnTo>
                  <a:pt x="332" y="166"/>
                </a:lnTo>
                <a:lnTo>
                  <a:pt x="331" y="166"/>
                </a:lnTo>
                <a:lnTo>
                  <a:pt x="330" y="167"/>
                </a:lnTo>
                <a:lnTo>
                  <a:pt x="328" y="168"/>
                </a:lnTo>
                <a:lnTo>
                  <a:pt x="328" y="167"/>
                </a:lnTo>
                <a:lnTo>
                  <a:pt x="327" y="168"/>
                </a:lnTo>
                <a:lnTo>
                  <a:pt x="326" y="168"/>
                </a:lnTo>
                <a:lnTo>
                  <a:pt x="325" y="168"/>
                </a:lnTo>
                <a:lnTo>
                  <a:pt x="324" y="168"/>
                </a:lnTo>
                <a:lnTo>
                  <a:pt x="323" y="168"/>
                </a:lnTo>
                <a:lnTo>
                  <a:pt x="322" y="168"/>
                </a:lnTo>
                <a:lnTo>
                  <a:pt x="321" y="168"/>
                </a:lnTo>
                <a:lnTo>
                  <a:pt x="320" y="168"/>
                </a:lnTo>
                <a:lnTo>
                  <a:pt x="320" y="169"/>
                </a:lnTo>
                <a:lnTo>
                  <a:pt x="319" y="169"/>
                </a:lnTo>
                <a:lnTo>
                  <a:pt x="319" y="170"/>
                </a:lnTo>
                <a:lnTo>
                  <a:pt x="319" y="169"/>
                </a:lnTo>
                <a:lnTo>
                  <a:pt x="319" y="170"/>
                </a:lnTo>
                <a:lnTo>
                  <a:pt x="318" y="170"/>
                </a:lnTo>
                <a:lnTo>
                  <a:pt x="318" y="171"/>
                </a:lnTo>
                <a:lnTo>
                  <a:pt x="317" y="171"/>
                </a:lnTo>
                <a:lnTo>
                  <a:pt x="317" y="172"/>
                </a:lnTo>
                <a:lnTo>
                  <a:pt x="316" y="172"/>
                </a:lnTo>
                <a:lnTo>
                  <a:pt x="316" y="171"/>
                </a:lnTo>
                <a:lnTo>
                  <a:pt x="316" y="170"/>
                </a:lnTo>
                <a:lnTo>
                  <a:pt x="312" y="171"/>
                </a:lnTo>
                <a:lnTo>
                  <a:pt x="311" y="171"/>
                </a:lnTo>
                <a:lnTo>
                  <a:pt x="310" y="171"/>
                </a:lnTo>
                <a:lnTo>
                  <a:pt x="310" y="172"/>
                </a:lnTo>
                <a:lnTo>
                  <a:pt x="311" y="172"/>
                </a:lnTo>
                <a:lnTo>
                  <a:pt x="311" y="173"/>
                </a:lnTo>
                <a:lnTo>
                  <a:pt x="310" y="173"/>
                </a:lnTo>
                <a:lnTo>
                  <a:pt x="309" y="175"/>
                </a:lnTo>
                <a:lnTo>
                  <a:pt x="308" y="175"/>
                </a:lnTo>
                <a:lnTo>
                  <a:pt x="308" y="176"/>
                </a:lnTo>
                <a:lnTo>
                  <a:pt x="308" y="177"/>
                </a:lnTo>
                <a:lnTo>
                  <a:pt x="309" y="177"/>
                </a:lnTo>
                <a:lnTo>
                  <a:pt x="309" y="178"/>
                </a:lnTo>
                <a:lnTo>
                  <a:pt x="310" y="179"/>
                </a:lnTo>
                <a:lnTo>
                  <a:pt x="309" y="180"/>
                </a:lnTo>
                <a:lnTo>
                  <a:pt x="309" y="181"/>
                </a:lnTo>
                <a:lnTo>
                  <a:pt x="309" y="182"/>
                </a:lnTo>
                <a:lnTo>
                  <a:pt x="310" y="181"/>
                </a:lnTo>
                <a:lnTo>
                  <a:pt x="311" y="181"/>
                </a:lnTo>
                <a:lnTo>
                  <a:pt x="312" y="181"/>
                </a:lnTo>
                <a:lnTo>
                  <a:pt x="312" y="180"/>
                </a:lnTo>
                <a:lnTo>
                  <a:pt x="311" y="180"/>
                </a:lnTo>
                <a:lnTo>
                  <a:pt x="311" y="179"/>
                </a:lnTo>
                <a:lnTo>
                  <a:pt x="312" y="179"/>
                </a:lnTo>
                <a:lnTo>
                  <a:pt x="312" y="178"/>
                </a:lnTo>
                <a:lnTo>
                  <a:pt x="312" y="176"/>
                </a:lnTo>
                <a:lnTo>
                  <a:pt x="313" y="175"/>
                </a:lnTo>
                <a:lnTo>
                  <a:pt x="314" y="175"/>
                </a:lnTo>
                <a:lnTo>
                  <a:pt x="315" y="174"/>
                </a:lnTo>
                <a:lnTo>
                  <a:pt x="315" y="173"/>
                </a:lnTo>
                <a:lnTo>
                  <a:pt x="317" y="175"/>
                </a:lnTo>
                <a:lnTo>
                  <a:pt x="316" y="175"/>
                </a:lnTo>
                <a:lnTo>
                  <a:pt x="317" y="176"/>
                </a:lnTo>
                <a:lnTo>
                  <a:pt x="317" y="177"/>
                </a:lnTo>
                <a:lnTo>
                  <a:pt x="316" y="177"/>
                </a:lnTo>
                <a:lnTo>
                  <a:pt x="317" y="177"/>
                </a:lnTo>
                <a:lnTo>
                  <a:pt x="317" y="178"/>
                </a:lnTo>
                <a:lnTo>
                  <a:pt x="316" y="178"/>
                </a:lnTo>
                <a:lnTo>
                  <a:pt x="316" y="179"/>
                </a:lnTo>
                <a:lnTo>
                  <a:pt x="316" y="180"/>
                </a:lnTo>
                <a:lnTo>
                  <a:pt x="316" y="181"/>
                </a:lnTo>
                <a:lnTo>
                  <a:pt x="315" y="181"/>
                </a:lnTo>
                <a:lnTo>
                  <a:pt x="314" y="181"/>
                </a:lnTo>
                <a:lnTo>
                  <a:pt x="313" y="182"/>
                </a:lnTo>
                <a:lnTo>
                  <a:pt x="313" y="184"/>
                </a:lnTo>
                <a:lnTo>
                  <a:pt x="314" y="183"/>
                </a:lnTo>
                <a:lnTo>
                  <a:pt x="315" y="183"/>
                </a:lnTo>
                <a:lnTo>
                  <a:pt x="316" y="183"/>
                </a:lnTo>
                <a:lnTo>
                  <a:pt x="316" y="182"/>
                </a:lnTo>
                <a:lnTo>
                  <a:pt x="317" y="182"/>
                </a:lnTo>
                <a:lnTo>
                  <a:pt x="317" y="181"/>
                </a:lnTo>
                <a:lnTo>
                  <a:pt x="317" y="180"/>
                </a:lnTo>
                <a:lnTo>
                  <a:pt x="318" y="179"/>
                </a:lnTo>
                <a:lnTo>
                  <a:pt x="319" y="179"/>
                </a:lnTo>
                <a:lnTo>
                  <a:pt x="318" y="178"/>
                </a:lnTo>
                <a:lnTo>
                  <a:pt x="318" y="177"/>
                </a:lnTo>
                <a:lnTo>
                  <a:pt x="319" y="177"/>
                </a:lnTo>
                <a:lnTo>
                  <a:pt x="320" y="176"/>
                </a:lnTo>
                <a:lnTo>
                  <a:pt x="320" y="175"/>
                </a:lnTo>
                <a:lnTo>
                  <a:pt x="321" y="175"/>
                </a:lnTo>
                <a:lnTo>
                  <a:pt x="322" y="175"/>
                </a:lnTo>
                <a:lnTo>
                  <a:pt x="326" y="173"/>
                </a:lnTo>
                <a:lnTo>
                  <a:pt x="327" y="173"/>
                </a:lnTo>
                <a:lnTo>
                  <a:pt x="328" y="173"/>
                </a:lnTo>
                <a:lnTo>
                  <a:pt x="329" y="172"/>
                </a:lnTo>
                <a:lnTo>
                  <a:pt x="330" y="171"/>
                </a:lnTo>
                <a:lnTo>
                  <a:pt x="331" y="170"/>
                </a:lnTo>
                <a:lnTo>
                  <a:pt x="332" y="170"/>
                </a:lnTo>
                <a:lnTo>
                  <a:pt x="332" y="169"/>
                </a:lnTo>
                <a:lnTo>
                  <a:pt x="332" y="170"/>
                </a:lnTo>
                <a:lnTo>
                  <a:pt x="333" y="169"/>
                </a:lnTo>
                <a:lnTo>
                  <a:pt x="334" y="169"/>
                </a:lnTo>
                <a:lnTo>
                  <a:pt x="334" y="168"/>
                </a:lnTo>
                <a:lnTo>
                  <a:pt x="335" y="168"/>
                </a:lnTo>
                <a:lnTo>
                  <a:pt x="336" y="169"/>
                </a:lnTo>
                <a:lnTo>
                  <a:pt x="337" y="170"/>
                </a:lnTo>
                <a:lnTo>
                  <a:pt x="338" y="170"/>
                </a:lnTo>
                <a:lnTo>
                  <a:pt x="338" y="169"/>
                </a:lnTo>
                <a:lnTo>
                  <a:pt x="339" y="169"/>
                </a:lnTo>
                <a:lnTo>
                  <a:pt x="340" y="169"/>
                </a:lnTo>
                <a:lnTo>
                  <a:pt x="339" y="169"/>
                </a:lnTo>
                <a:lnTo>
                  <a:pt x="339" y="170"/>
                </a:lnTo>
                <a:lnTo>
                  <a:pt x="339" y="171"/>
                </a:lnTo>
                <a:lnTo>
                  <a:pt x="338" y="171"/>
                </a:lnTo>
                <a:lnTo>
                  <a:pt x="338" y="172"/>
                </a:lnTo>
                <a:lnTo>
                  <a:pt x="338" y="173"/>
                </a:lnTo>
                <a:lnTo>
                  <a:pt x="338" y="174"/>
                </a:lnTo>
                <a:lnTo>
                  <a:pt x="338" y="175"/>
                </a:lnTo>
                <a:lnTo>
                  <a:pt x="339" y="176"/>
                </a:lnTo>
                <a:lnTo>
                  <a:pt x="340" y="176"/>
                </a:lnTo>
                <a:lnTo>
                  <a:pt x="341" y="175"/>
                </a:lnTo>
                <a:lnTo>
                  <a:pt x="342" y="175"/>
                </a:lnTo>
                <a:lnTo>
                  <a:pt x="342" y="174"/>
                </a:lnTo>
                <a:lnTo>
                  <a:pt x="343" y="174"/>
                </a:lnTo>
                <a:lnTo>
                  <a:pt x="343" y="173"/>
                </a:lnTo>
                <a:lnTo>
                  <a:pt x="343" y="172"/>
                </a:lnTo>
                <a:lnTo>
                  <a:pt x="343" y="171"/>
                </a:lnTo>
                <a:lnTo>
                  <a:pt x="344" y="171"/>
                </a:lnTo>
                <a:lnTo>
                  <a:pt x="344" y="170"/>
                </a:lnTo>
                <a:lnTo>
                  <a:pt x="344" y="169"/>
                </a:lnTo>
                <a:lnTo>
                  <a:pt x="345" y="169"/>
                </a:lnTo>
                <a:lnTo>
                  <a:pt x="345" y="168"/>
                </a:lnTo>
                <a:lnTo>
                  <a:pt x="344" y="168"/>
                </a:lnTo>
                <a:lnTo>
                  <a:pt x="343" y="168"/>
                </a:lnTo>
                <a:lnTo>
                  <a:pt x="341" y="168"/>
                </a:lnTo>
                <a:lnTo>
                  <a:pt x="340" y="168"/>
                </a:lnTo>
                <a:lnTo>
                  <a:pt x="339" y="168"/>
                </a:lnTo>
                <a:lnTo>
                  <a:pt x="338" y="168"/>
                </a:lnTo>
                <a:lnTo>
                  <a:pt x="337" y="168"/>
                </a:lnTo>
                <a:lnTo>
                  <a:pt x="336" y="168"/>
                </a:lnTo>
                <a:lnTo>
                  <a:pt x="336" y="167"/>
                </a:lnTo>
                <a:lnTo>
                  <a:pt x="337" y="167"/>
                </a:lnTo>
                <a:lnTo>
                  <a:pt x="337" y="166"/>
                </a:lnTo>
                <a:lnTo>
                  <a:pt x="338" y="166"/>
                </a:lnTo>
                <a:lnTo>
                  <a:pt x="338" y="165"/>
                </a:lnTo>
                <a:lnTo>
                  <a:pt x="339" y="165"/>
                </a:lnTo>
                <a:lnTo>
                  <a:pt x="339" y="164"/>
                </a:lnTo>
                <a:lnTo>
                  <a:pt x="340" y="164"/>
                </a:lnTo>
                <a:lnTo>
                  <a:pt x="340" y="163"/>
                </a:lnTo>
                <a:lnTo>
                  <a:pt x="341" y="163"/>
                </a:lnTo>
                <a:lnTo>
                  <a:pt x="341" y="162"/>
                </a:lnTo>
                <a:lnTo>
                  <a:pt x="342" y="162"/>
                </a:lnTo>
                <a:lnTo>
                  <a:pt x="343" y="162"/>
                </a:lnTo>
                <a:lnTo>
                  <a:pt x="343" y="161"/>
                </a:lnTo>
                <a:lnTo>
                  <a:pt x="345" y="161"/>
                </a:lnTo>
                <a:lnTo>
                  <a:pt x="346" y="161"/>
                </a:lnTo>
                <a:lnTo>
                  <a:pt x="346" y="160"/>
                </a:lnTo>
                <a:lnTo>
                  <a:pt x="347" y="160"/>
                </a:lnTo>
                <a:lnTo>
                  <a:pt x="348" y="160"/>
                </a:lnTo>
                <a:lnTo>
                  <a:pt x="349" y="161"/>
                </a:lnTo>
                <a:lnTo>
                  <a:pt x="349" y="160"/>
                </a:lnTo>
                <a:lnTo>
                  <a:pt x="350" y="160"/>
                </a:lnTo>
                <a:lnTo>
                  <a:pt x="351" y="160"/>
                </a:lnTo>
                <a:lnTo>
                  <a:pt x="351" y="159"/>
                </a:lnTo>
                <a:lnTo>
                  <a:pt x="352" y="159"/>
                </a:lnTo>
                <a:lnTo>
                  <a:pt x="352" y="158"/>
                </a:lnTo>
                <a:lnTo>
                  <a:pt x="351" y="158"/>
                </a:lnTo>
                <a:lnTo>
                  <a:pt x="352" y="158"/>
                </a:lnTo>
                <a:lnTo>
                  <a:pt x="353" y="158"/>
                </a:lnTo>
                <a:lnTo>
                  <a:pt x="353" y="159"/>
                </a:lnTo>
                <a:lnTo>
                  <a:pt x="354" y="159"/>
                </a:lnTo>
                <a:lnTo>
                  <a:pt x="355" y="159"/>
                </a:lnTo>
                <a:lnTo>
                  <a:pt x="356" y="159"/>
                </a:lnTo>
                <a:lnTo>
                  <a:pt x="355" y="159"/>
                </a:lnTo>
                <a:lnTo>
                  <a:pt x="355" y="160"/>
                </a:lnTo>
                <a:lnTo>
                  <a:pt x="357" y="160"/>
                </a:lnTo>
                <a:lnTo>
                  <a:pt x="357" y="161"/>
                </a:lnTo>
                <a:lnTo>
                  <a:pt x="357" y="163"/>
                </a:lnTo>
                <a:lnTo>
                  <a:pt x="358" y="163"/>
                </a:lnTo>
                <a:lnTo>
                  <a:pt x="358" y="162"/>
                </a:lnTo>
                <a:lnTo>
                  <a:pt x="359" y="163"/>
                </a:lnTo>
                <a:lnTo>
                  <a:pt x="359" y="164"/>
                </a:lnTo>
                <a:lnTo>
                  <a:pt x="358" y="164"/>
                </a:lnTo>
                <a:lnTo>
                  <a:pt x="357" y="165"/>
                </a:lnTo>
                <a:lnTo>
                  <a:pt x="358" y="165"/>
                </a:lnTo>
                <a:lnTo>
                  <a:pt x="358" y="166"/>
                </a:lnTo>
                <a:lnTo>
                  <a:pt x="358" y="167"/>
                </a:lnTo>
                <a:lnTo>
                  <a:pt x="359" y="167"/>
                </a:lnTo>
                <a:lnTo>
                  <a:pt x="359" y="168"/>
                </a:lnTo>
                <a:lnTo>
                  <a:pt x="358" y="168"/>
                </a:lnTo>
                <a:lnTo>
                  <a:pt x="356" y="171"/>
                </a:lnTo>
                <a:lnTo>
                  <a:pt x="355" y="171"/>
                </a:lnTo>
                <a:lnTo>
                  <a:pt x="355" y="172"/>
                </a:lnTo>
                <a:lnTo>
                  <a:pt x="356" y="175"/>
                </a:lnTo>
                <a:lnTo>
                  <a:pt x="357" y="176"/>
                </a:lnTo>
                <a:lnTo>
                  <a:pt x="358" y="177"/>
                </a:lnTo>
                <a:lnTo>
                  <a:pt x="358" y="178"/>
                </a:lnTo>
                <a:lnTo>
                  <a:pt x="357" y="178"/>
                </a:lnTo>
                <a:lnTo>
                  <a:pt x="357" y="179"/>
                </a:lnTo>
                <a:lnTo>
                  <a:pt x="356" y="179"/>
                </a:lnTo>
                <a:lnTo>
                  <a:pt x="356" y="180"/>
                </a:lnTo>
                <a:lnTo>
                  <a:pt x="357" y="180"/>
                </a:lnTo>
                <a:lnTo>
                  <a:pt x="356" y="180"/>
                </a:lnTo>
                <a:lnTo>
                  <a:pt x="357" y="181"/>
                </a:lnTo>
                <a:lnTo>
                  <a:pt x="356" y="181"/>
                </a:lnTo>
                <a:lnTo>
                  <a:pt x="354" y="183"/>
                </a:lnTo>
                <a:lnTo>
                  <a:pt x="353" y="184"/>
                </a:lnTo>
                <a:lnTo>
                  <a:pt x="353" y="186"/>
                </a:lnTo>
                <a:lnTo>
                  <a:pt x="353" y="187"/>
                </a:lnTo>
                <a:lnTo>
                  <a:pt x="352" y="187"/>
                </a:lnTo>
                <a:lnTo>
                  <a:pt x="353" y="187"/>
                </a:lnTo>
                <a:lnTo>
                  <a:pt x="353" y="189"/>
                </a:lnTo>
                <a:lnTo>
                  <a:pt x="354" y="189"/>
                </a:lnTo>
                <a:lnTo>
                  <a:pt x="355" y="189"/>
                </a:lnTo>
                <a:lnTo>
                  <a:pt x="354" y="191"/>
                </a:lnTo>
                <a:lnTo>
                  <a:pt x="353" y="191"/>
                </a:lnTo>
                <a:lnTo>
                  <a:pt x="352" y="191"/>
                </a:lnTo>
                <a:lnTo>
                  <a:pt x="352" y="192"/>
                </a:lnTo>
                <a:lnTo>
                  <a:pt x="353" y="192"/>
                </a:lnTo>
                <a:lnTo>
                  <a:pt x="353" y="193"/>
                </a:lnTo>
                <a:lnTo>
                  <a:pt x="353" y="194"/>
                </a:lnTo>
                <a:lnTo>
                  <a:pt x="353" y="195"/>
                </a:lnTo>
                <a:lnTo>
                  <a:pt x="355" y="195"/>
                </a:lnTo>
                <a:lnTo>
                  <a:pt x="356" y="195"/>
                </a:lnTo>
                <a:lnTo>
                  <a:pt x="357" y="195"/>
                </a:lnTo>
                <a:lnTo>
                  <a:pt x="357" y="196"/>
                </a:lnTo>
                <a:lnTo>
                  <a:pt x="357" y="195"/>
                </a:lnTo>
                <a:lnTo>
                  <a:pt x="358" y="195"/>
                </a:lnTo>
                <a:lnTo>
                  <a:pt x="359" y="195"/>
                </a:lnTo>
                <a:lnTo>
                  <a:pt x="359" y="196"/>
                </a:lnTo>
                <a:lnTo>
                  <a:pt x="358" y="196"/>
                </a:lnTo>
                <a:lnTo>
                  <a:pt x="357" y="196"/>
                </a:lnTo>
                <a:lnTo>
                  <a:pt x="357" y="197"/>
                </a:lnTo>
                <a:lnTo>
                  <a:pt x="356" y="197"/>
                </a:lnTo>
                <a:lnTo>
                  <a:pt x="356" y="198"/>
                </a:lnTo>
                <a:lnTo>
                  <a:pt x="356" y="199"/>
                </a:lnTo>
                <a:lnTo>
                  <a:pt x="357" y="199"/>
                </a:lnTo>
                <a:lnTo>
                  <a:pt x="357" y="200"/>
                </a:lnTo>
                <a:lnTo>
                  <a:pt x="357" y="201"/>
                </a:lnTo>
                <a:lnTo>
                  <a:pt x="356" y="202"/>
                </a:lnTo>
                <a:lnTo>
                  <a:pt x="356" y="201"/>
                </a:lnTo>
                <a:lnTo>
                  <a:pt x="356" y="200"/>
                </a:lnTo>
                <a:lnTo>
                  <a:pt x="355" y="200"/>
                </a:lnTo>
                <a:lnTo>
                  <a:pt x="355" y="201"/>
                </a:lnTo>
                <a:lnTo>
                  <a:pt x="354" y="202"/>
                </a:lnTo>
                <a:lnTo>
                  <a:pt x="354" y="203"/>
                </a:lnTo>
                <a:lnTo>
                  <a:pt x="354" y="204"/>
                </a:lnTo>
                <a:lnTo>
                  <a:pt x="353" y="204"/>
                </a:lnTo>
                <a:lnTo>
                  <a:pt x="352" y="204"/>
                </a:lnTo>
                <a:lnTo>
                  <a:pt x="350" y="205"/>
                </a:lnTo>
                <a:lnTo>
                  <a:pt x="349" y="205"/>
                </a:lnTo>
                <a:lnTo>
                  <a:pt x="349" y="206"/>
                </a:lnTo>
                <a:lnTo>
                  <a:pt x="348" y="207"/>
                </a:lnTo>
                <a:lnTo>
                  <a:pt x="348" y="206"/>
                </a:lnTo>
                <a:lnTo>
                  <a:pt x="347" y="206"/>
                </a:lnTo>
                <a:lnTo>
                  <a:pt x="347" y="207"/>
                </a:lnTo>
                <a:lnTo>
                  <a:pt x="346" y="207"/>
                </a:lnTo>
                <a:lnTo>
                  <a:pt x="345" y="207"/>
                </a:lnTo>
                <a:lnTo>
                  <a:pt x="343" y="208"/>
                </a:lnTo>
                <a:lnTo>
                  <a:pt x="342" y="207"/>
                </a:lnTo>
                <a:lnTo>
                  <a:pt x="341" y="207"/>
                </a:lnTo>
                <a:lnTo>
                  <a:pt x="340" y="206"/>
                </a:lnTo>
                <a:lnTo>
                  <a:pt x="340" y="205"/>
                </a:lnTo>
                <a:lnTo>
                  <a:pt x="340" y="204"/>
                </a:lnTo>
                <a:lnTo>
                  <a:pt x="340" y="203"/>
                </a:lnTo>
                <a:lnTo>
                  <a:pt x="341" y="201"/>
                </a:lnTo>
                <a:lnTo>
                  <a:pt x="341" y="200"/>
                </a:lnTo>
                <a:lnTo>
                  <a:pt x="341" y="199"/>
                </a:lnTo>
                <a:lnTo>
                  <a:pt x="341" y="198"/>
                </a:lnTo>
                <a:lnTo>
                  <a:pt x="341" y="197"/>
                </a:lnTo>
                <a:lnTo>
                  <a:pt x="341" y="196"/>
                </a:lnTo>
                <a:lnTo>
                  <a:pt x="342" y="195"/>
                </a:lnTo>
                <a:lnTo>
                  <a:pt x="342" y="194"/>
                </a:lnTo>
                <a:lnTo>
                  <a:pt x="342" y="193"/>
                </a:lnTo>
                <a:lnTo>
                  <a:pt x="342" y="192"/>
                </a:lnTo>
                <a:lnTo>
                  <a:pt x="343" y="192"/>
                </a:lnTo>
                <a:lnTo>
                  <a:pt x="344" y="191"/>
                </a:lnTo>
                <a:lnTo>
                  <a:pt x="345" y="191"/>
                </a:lnTo>
                <a:lnTo>
                  <a:pt x="345" y="190"/>
                </a:lnTo>
                <a:lnTo>
                  <a:pt x="344" y="190"/>
                </a:lnTo>
                <a:lnTo>
                  <a:pt x="343" y="189"/>
                </a:lnTo>
                <a:lnTo>
                  <a:pt x="342" y="189"/>
                </a:lnTo>
                <a:lnTo>
                  <a:pt x="342" y="190"/>
                </a:lnTo>
                <a:lnTo>
                  <a:pt x="342" y="191"/>
                </a:lnTo>
                <a:lnTo>
                  <a:pt x="341" y="191"/>
                </a:lnTo>
                <a:lnTo>
                  <a:pt x="341" y="190"/>
                </a:lnTo>
                <a:lnTo>
                  <a:pt x="341" y="189"/>
                </a:lnTo>
                <a:lnTo>
                  <a:pt x="342" y="189"/>
                </a:lnTo>
                <a:lnTo>
                  <a:pt x="342" y="188"/>
                </a:lnTo>
                <a:lnTo>
                  <a:pt x="342" y="187"/>
                </a:lnTo>
                <a:lnTo>
                  <a:pt x="341" y="187"/>
                </a:lnTo>
                <a:lnTo>
                  <a:pt x="341" y="186"/>
                </a:lnTo>
                <a:lnTo>
                  <a:pt x="342" y="186"/>
                </a:lnTo>
                <a:lnTo>
                  <a:pt x="342" y="185"/>
                </a:lnTo>
                <a:lnTo>
                  <a:pt x="341" y="185"/>
                </a:lnTo>
                <a:lnTo>
                  <a:pt x="341" y="186"/>
                </a:lnTo>
                <a:lnTo>
                  <a:pt x="340" y="186"/>
                </a:lnTo>
                <a:lnTo>
                  <a:pt x="340" y="187"/>
                </a:lnTo>
                <a:lnTo>
                  <a:pt x="339" y="187"/>
                </a:lnTo>
                <a:lnTo>
                  <a:pt x="339" y="188"/>
                </a:lnTo>
                <a:lnTo>
                  <a:pt x="340" y="188"/>
                </a:lnTo>
                <a:lnTo>
                  <a:pt x="340" y="189"/>
                </a:lnTo>
                <a:lnTo>
                  <a:pt x="340" y="190"/>
                </a:lnTo>
                <a:lnTo>
                  <a:pt x="339" y="190"/>
                </a:lnTo>
                <a:lnTo>
                  <a:pt x="340" y="191"/>
                </a:lnTo>
                <a:lnTo>
                  <a:pt x="340" y="192"/>
                </a:lnTo>
                <a:lnTo>
                  <a:pt x="340" y="193"/>
                </a:lnTo>
                <a:lnTo>
                  <a:pt x="340" y="194"/>
                </a:lnTo>
                <a:lnTo>
                  <a:pt x="340" y="195"/>
                </a:lnTo>
                <a:lnTo>
                  <a:pt x="340" y="196"/>
                </a:lnTo>
                <a:lnTo>
                  <a:pt x="340" y="198"/>
                </a:lnTo>
                <a:lnTo>
                  <a:pt x="339" y="199"/>
                </a:lnTo>
                <a:lnTo>
                  <a:pt x="339" y="201"/>
                </a:lnTo>
                <a:lnTo>
                  <a:pt x="338" y="201"/>
                </a:lnTo>
                <a:lnTo>
                  <a:pt x="338" y="202"/>
                </a:lnTo>
                <a:lnTo>
                  <a:pt x="338" y="203"/>
                </a:lnTo>
                <a:lnTo>
                  <a:pt x="338" y="204"/>
                </a:lnTo>
                <a:lnTo>
                  <a:pt x="338" y="205"/>
                </a:lnTo>
                <a:lnTo>
                  <a:pt x="338" y="206"/>
                </a:lnTo>
                <a:lnTo>
                  <a:pt x="338" y="207"/>
                </a:lnTo>
                <a:lnTo>
                  <a:pt x="337" y="207"/>
                </a:lnTo>
                <a:lnTo>
                  <a:pt x="337" y="208"/>
                </a:lnTo>
                <a:lnTo>
                  <a:pt x="334" y="210"/>
                </a:lnTo>
                <a:lnTo>
                  <a:pt x="333" y="210"/>
                </a:lnTo>
                <a:lnTo>
                  <a:pt x="332" y="210"/>
                </a:lnTo>
                <a:lnTo>
                  <a:pt x="331" y="209"/>
                </a:lnTo>
                <a:lnTo>
                  <a:pt x="330" y="208"/>
                </a:lnTo>
                <a:lnTo>
                  <a:pt x="330" y="207"/>
                </a:lnTo>
                <a:lnTo>
                  <a:pt x="329" y="207"/>
                </a:lnTo>
                <a:lnTo>
                  <a:pt x="327" y="205"/>
                </a:lnTo>
                <a:lnTo>
                  <a:pt x="326" y="204"/>
                </a:lnTo>
                <a:lnTo>
                  <a:pt x="325" y="203"/>
                </a:lnTo>
                <a:lnTo>
                  <a:pt x="325" y="202"/>
                </a:lnTo>
                <a:lnTo>
                  <a:pt x="324" y="201"/>
                </a:lnTo>
                <a:lnTo>
                  <a:pt x="324" y="200"/>
                </a:lnTo>
                <a:lnTo>
                  <a:pt x="324" y="199"/>
                </a:lnTo>
                <a:lnTo>
                  <a:pt x="323" y="199"/>
                </a:lnTo>
                <a:lnTo>
                  <a:pt x="324" y="198"/>
                </a:lnTo>
                <a:lnTo>
                  <a:pt x="323" y="196"/>
                </a:lnTo>
                <a:lnTo>
                  <a:pt x="322" y="197"/>
                </a:lnTo>
                <a:lnTo>
                  <a:pt x="321" y="197"/>
                </a:lnTo>
                <a:lnTo>
                  <a:pt x="320" y="197"/>
                </a:lnTo>
                <a:lnTo>
                  <a:pt x="320" y="196"/>
                </a:lnTo>
                <a:lnTo>
                  <a:pt x="319" y="196"/>
                </a:lnTo>
                <a:lnTo>
                  <a:pt x="318" y="195"/>
                </a:lnTo>
                <a:lnTo>
                  <a:pt x="317" y="195"/>
                </a:lnTo>
                <a:lnTo>
                  <a:pt x="317" y="196"/>
                </a:lnTo>
                <a:lnTo>
                  <a:pt x="316" y="196"/>
                </a:lnTo>
                <a:lnTo>
                  <a:pt x="317" y="196"/>
                </a:lnTo>
                <a:lnTo>
                  <a:pt x="318" y="196"/>
                </a:lnTo>
                <a:lnTo>
                  <a:pt x="319" y="196"/>
                </a:lnTo>
                <a:lnTo>
                  <a:pt x="319" y="197"/>
                </a:lnTo>
                <a:lnTo>
                  <a:pt x="320" y="197"/>
                </a:lnTo>
                <a:lnTo>
                  <a:pt x="321" y="198"/>
                </a:lnTo>
                <a:lnTo>
                  <a:pt x="321" y="199"/>
                </a:lnTo>
                <a:lnTo>
                  <a:pt x="322" y="200"/>
                </a:lnTo>
                <a:lnTo>
                  <a:pt x="321" y="201"/>
                </a:lnTo>
                <a:lnTo>
                  <a:pt x="321" y="200"/>
                </a:lnTo>
                <a:lnTo>
                  <a:pt x="320" y="200"/>
                </a:lnTo>
                <a:lnTo>
                  <a:pt x="319" y="201"/>
                </a:lnTo>
                <a:lnTo>
                  <a:pt x="318" y="201"/>
                </a:lnTo>
                <a:lnTo>
                  <a:pt x="317" y="201"/>
                </a:lnTo>
                <a:lnTo>
                  <a:pt x="317" y="202"/>
                </a:lnTo>
                <a:lnTo>
                  <a:pt x="317" y="203"/>
                </a:lnTo>
                <a:lnTo>
                  <a:pt x="316" y="203"/>
                </a:lnTo>
                <a:lnTo>
                  <a:pt x="317" y="204"/>
                </a:lnTo>
                <a:lnTo>
                  <a:pt x="318" y="205"/>
                </a:lnTo>
                <a:lnTo>
                  <a:pt x="319" y="206"/>
                </a:lnTo>
                <a:lnTo>
                  <a:pt x="319" y="207"/>
                </a:lnTo>
                <a:lnTo>
                  <a:pt x="319" y="206"/>
                </a:lnTo>
                <a:lnTo>
                  <a:pt x="320" y="206"/>
                </a:lnTo>
                <a:lnTo>
                  <a:pt x="321" y="206"/>
                </a:lnTo>
                <a:lnTo>
                  <a:pt x="321" y="207"/>
                </a:lnTo>
                <a:lnTo>
                  <a:pt x="321" y="208"/>
                </a:lnTo>
                <a:lnTo>
                  <a:pt x="322" y="208"/>
                </a:lnTo>
                <a:lnTo>
                  <a:pt x="323" y="208"/>
                </a:lnTo>
                <a:lnTo>
                  <a:pt x="323" y="209"/>
                </a:lnTo>
                <a:lnTo>
                  <a:pt x="321" y="210"/>
                </a:lnTo>
                <a:lnTo>
                  <a:pt x="319" y="209"/>
                </a:lnTo>
                <a:lnTo>
                  <a:pt x="318" y="209"/>
                </a:lnTo>
                <a:lnTo>
                  <a:pt x="316" y="209"/>
                </a:lnTo>
                <a:lnTo>
                  <a:pt x="315" y="208"/>
                </a:lnTo>
                <a:lnTo>
                  <a:pt x="314" y="208"/>
                </a:lnTo>
                <a:lnTo>
                  <a:pt x="314" y="207"/>
                </a:lnTo>
                <a:lnTo>
                  <a:pt x="314" y="206"/>
                </a:lnTo>
                <a:lnTo>
                  <a:pt x="314" y="207"/>
                </a:lnTo>
                <a:lnTo>
                  <a:pt x="313" y="207"/>
                </a:lnTo>
                <a:lnTo>
                  <a:pt x="312" y="207"/>
                </a:lnTo>
                <a:lnTo>
                  <a:pt x="312" y="208"/>
                </a:lnTo>
                <a:lnTo>
                  <a:pt x="311" y="208"/>
                </a:lnTo>
                <a:lnTo>
                  <a:pt x="311" y="207"/>
                </a:lnTo>
                <a:lnTo>
                  <a:pt x="310" y="207"/>
                </a:lnTo>
                <a:lnTo>
                  <a:pt x="309" y="207"/>
                </a:lnTo>
                <a:lnTo>
                  <a:pt x="310" y="208"/>
                </a:lnTo>
                <a:lnTo>
                  <a:pt x="311" y="208"/>
                </a:lnTo>
                <a:lnTo>
                  <a:pt x="311" y="209"/>
                </a:lnTo>
                <a:lnTo>
                  <a:pt x="312" y="209"/>
                </a:lnTo>
                <a:lnTo>
                  <a:pt x="313" y="209"/>
                </a:lnTo>
                <a:lnTo>
                  <a:pt x="314" y="210"/>
                </a:lnTo>
                <a:lnTo>
                  <a:pt x="314" y="211"/>
                </a:lnTo>
                <a:lnTo>
                  <a:pt x="315" y="211"/>
                </a:lnTo>
                <a:lnTo>
                  <a:pt x="316" y="211"/>
                </a:lnTo>
                <a:lnTo>
                  <a:pt x="317" y="211"/>
                </a:lnTo>
                <a:lnTo>
                  <a:pt x="319" y="211"/>
                </a:lnTo>
                <a:lnTo>
                  <a:pt x="319" y="212"/>
                </a:lnTo>
                <a:lnTo>
                  <a:pt x="320" y="212"/>
                </a:lnTo>
                <a:lnTo>
                  <a:pt x="321" y="212"/>
                </a:lnTo>
                <a:lnTo>
                  <a:pt x="322" y="212"/>
                </a:lnTo>
                <a:lnTo>
                  <a:pt x="323" y="212"/>
                </a:lnTo>
                <a:lnTo>
                  <a:pt x="324" y="213"/>
                </a:lnTo>
                <a:lnTo>
                  <a:pt x="326" y="213"/>
                </a:lnTo>
                <a:lnTo>
                  <a:pt x="327" y="213"/>
                </a:lnTo>
                <a:lnTo>
                  <a:pt x="328" y="213"/>
                </a:lnTo>
                <a:lnTo>
                  <a:pt x="327" y="214"/>
                </a:lnTo>
                <a:lnTo>
                  <a:pt x="326" y="214"/>
                </a:lnTo>
                <a:lnTo>
                  <a:pt x="326" y="216"/>
                </a:lnTo>
                <a:lnTo>
                  <a:pt x="326" y="217"/>
                </a:lnTo>
                <a:lnTo>
                  <a:pt x="326" y="218"/>
                </a:lnTo>
                <a:lnTo>
                  <a:pt x="327" y="218"/>
                </a:lnTo>
                <a:lnTo>
                  <a:pt x="326" y="219"/>
                </a:lnTo>
                <a:lnTo>
                  <a:pt x="325" y="219"/>
                </a:lnTo>
                <a:lnTo>
                  <a:pt x="324" y="219"/>
                </a:lnTo>
                <a:lnTo>
                  <a:pt x="323" y="219"/>
                </a:lnTo>
                <a:lnTo>
                  <a:pt x="322" y="219"/>
                </a:lnTo>
                <a:lnTo>
                  <a:pt x="321" y="218"/>
                </a:lnTo>
                <a:lnTo>
                  <a:pt x="320" y="218"/>
                </a:lnTo>
                <a:lnTo>
                  <a:pt x="319" y="218"/>
                </a:lnTo>
                <a:lnTo>
                  <a:pt x="318" y="218"/>
                </a:lnTo>
                <a:lnTo>
                  <a:pt x="318" y="219"/>
                </a:lnTo>
                <a:lnTo>
                  <a:pt x="318" y="220"/>
                </a:lnTo>
                <a:lnTo>
                  <a:pt x="318" y="221"/>
                </a:lnTo>
                <a:lnTo>
                  <a:pt x="318" y="222"/>
                </a:lnTo>
                <a:lnTo>
                  <a:pt x="317" y="222"/>
                </a:lnTo>
                <a:lnTo>
                  <a:pt x="317" y="224"/>
                </a:lnTo>
                <a:lnTo>
                  <a:pt x="319" y="223"/>
                </a:lnTo>
                <a:lnTo>
                  <a:pt x="320" y="223"/>
                </a:lnTo>
                <a:lnTo>
                  <a:pt x="320" y="222"/>
                </a:lnTo>
                <a:lnTo>
                  <a:pt x="319" y="221"/>
                </a:lnTo>
                <a:lnTo>
                  <a:pt x="319" y="219"/>
                </a:lnTo>
                <a:lnTo>
                  <a:pt x="320" y="219"/>
                </a:lnTo>
                <a:lnTo>
                  <a:pt x="321" y="219"/>
                </a:lnTo>
                <a:lnTo>
                  <a:pt x="322" y="219"/>
                </a:lnTo>
                <a:lnTo>
                  <a:pt x="322" y="220"/>
                </a:lnTo>
                <a:lnTo>
                  <a:pt x="323" y="220"/>
                </a:lnTo>
                <a:lnTo>
                  <a:pt x="324" y="220"/>
                </a:lnTo>
                <a:lnTo>
                  <a:pt x="325" y="220"/>
                </a:lnTo>
                <a:lnTo>
                  <a:pt x="326" y="220"/>
                </a:lnTo>
                <a:lnTo>
                  <a:pt x="327" y="220"/>
                </a:lnTo>
                <a:lnTo>
                  <a:pt x="327" y="219"/>
                </a:lnTo>
                <a:lnTo>
                  <a:pt x="328" y="219"/>
                </a:lnTo>
                <a:lnTo>
                  <a:pt x="328" y="218"/>
                </a:lnTo>
                <a:lnTo>
                  <a:pt x="329" y="218"/>
                </a:lnTo>
                <a:lnTo>
                  <a:pt x="329" y="219"/>
                </a:lnTo>
                <a:lnTo>
                  <a:pt x="330" y="219"/>
                </a:lnTo>
                <a:lnTo>
                  <a:pt x="330" y="220"/>
                </a:lnTo>
                <a:lnTo>
                  <a:pt x="331" y="220"/>
                </a:lnTo>
                <a:lnTo>
                  <a:pt x="331" y="221"/>
                </a:lnTo>
                <a:lnTo>
                  <a:pt x="331" y="222"/>
                </a:lnTo>
                <a:lnTo>
                  <a:pt x="332" y="222"/>
                </a:lnTo>
                <a:lnTo>
                  <a:pt x="333" y="222"/>
                </a:lnTo>
                <a:lnTo>
                  <a:pt x="332" y="222"/>
                </a:lnTo>
                <a:lnTo>
                  <a:pt x="331" y="222"/>
                </a:lnTo>
                <a:lnTo>
                  <a:pt x="330" y="222"/>
                </a:lnTo>
                <a:lnTo>
                  <a:pt x="330" y="223"/>
                </a:lnTo>
                <a:lnTo>
                  <a:pt x="331" y="223"/>
                </a:lnTo>
                <a:lnTo>
                  <a:pt x="331" y="225"/>
                </a:lnTo>
                <a:lnTo>
                  <a:pt x="330" y="225"/>
                </a:lnTo>
                <a:lnTo>
                  <a:pt x="329" y="226"/>
                </a:lnTo>
                <a:lnTo>
                  <a:pt x="331" y="227"/>
                </a:lnTo>
                <a:lnTo>
                  <a:pt x="332" y="227"/>
                </a:lnTo>
                <a:lnTo>
                  <a:pt x="332" y="228"/>
                </a:lnTo>
                <a:lnTo>
                  <a:pt x="333" y="228"/>
                </a:lnTo>
                <a:lnTo>
                  <a:pt x="333" y="229"/>
                </a:lnTo>
                <a:lnTo>
                  <a:pt x="334" y="229"/>
                </a:lnTo>
                <a:lnTo>
                  <a:pt x="335" y="229"/>
                </a:lnTo>
                <a:lnTo>
                  <a:pt x="335" y="230"/>
                </a:lnTo>
                <a:lnTo>
                  <a:pt x="334" y="230"/>
                </a:lnTo>
                <a:lnTo>
                  <a:pt x="333" y="231"/>
                </a:lnTo>
                <a:lnTo>
                  <a:pt x="332" y="232"/>
                </a:lnTo>
                <a:lnTo>
                  <a:pt x="333" y="232"/>
                </a:lnTo>
                <a:lnTo>
                  <a:pt x="332" y="232"/>
                </a:lnTo>
                <a:lnTo>
                  <a:pt x="332" y="233"/>
                </a:lnTo>
                <a:lnTo>
                  <a:pt x="332" y="232"/>
                </a:lnTo>
                <a:lnTo>
                  <a:pt x="331" y="232"/>
                </a:lnTo>
                <a:lnTo>
                  <a:pt x="331" y="233"/>
                </a:lnTo>
                <a:lnTo>
                  <a:pt x="330" y="233"/>
                </a:lnTo>
                <a:lnTo>
                  <a:pt x="329" y="234"/>
                </a:lnTo>
                <a:lnTo>
                  <a:pt x="328" y="233"/>
                </a:lnTo>
                <a:lnTo>
                  <a:pt x="327" y="233"/>
                </a:lnTo>
                <a:lnTo>
                  <a:pt x="325" y="233"/>
                </a:lnTo>
                <a:lnTo>
                  <a:pt x="324" y="232"/>
                </a:lnTo>
                <a:lnTo>
                  <a:pt x="324" y="231"/>
                </a:lnTo>
                <a:lnTo>
                  <a:pt x="323" y="231"/>
                </a:lnTo>
                <a:lnTo>
                  <a:pt x="322" y="231"/>
                </a:lnTo>
                <a:lnTo>
                  <a:pt x="320" y="231"/>
                </a:lnTo>
                <a:lnTo>
                  <a:pt x="320" y="230"/>
                </a:lnTo>
                <a:lnTo>
                  <a:pt x="319" y="230"/>
                </a:lnTo>
                <a:lnTo>
                  <a:pt x="319" y="229"/>
                </a:lnTo>
                <a:lnTo>
                  <a:pt x="319" y="228"/>
                </a:lnTo>
                <a:lnTo>
                  <a:pt x="318" y="228"/>
                </a:lnTo>
                <a:lnTo>
                  <a:pt x="316" y="229"/>
                </a:lnTo>
                <a:lnTo>
                  <a:pt x="316" y="230"/>
                </a:lnTo>
                <a:lnTo>
                  <a:pt x="317" y="230"/>
                </a:lnTo>
                <a:lnTo>
                  <a:pt x="317" y="231"/>
                </a:lnTo>
                <a:lnTo>
                  <a:pt x="318" y="231"/>
                </a:lnTo>
                <a:lnTo>
                  <a:pt x="320" y="231"/>
                </a:lnTo>
                <a:lnTo>
                  <a:pt x="319" y="231"/>
                </a:lnTo>
                <a:lnTo>
                  <a:pt x="319" y="232"/>
                </a:lnTo>
                <a:lnTo>
                  <a:pt x="319" y="233"/>
                </a:lnTo>
                <a:lnTo>
                  <a:pt x="319" y="234"/>
                </a:lnTo>
                <a:lnTo>
                  <a:pt x="320" y="234"/>
                </a:lnTo>
                <a:lnTo>
                  <a:pt x="320" y="233"/>
                </a:lnTo>
                <a:lnTo>
                  <a:pt x="321" y="233"/>
                </a:lnTo>
                <a:lnTo>
                  <a:pt x="322" y="233"/>
                </a:lnTo>
                <a:lnTo>
                  <a:pt x="323" y="234"/>
                </a:lnTo>
                <a:lnTo>
                  <a:pt x="324" y="234"/>
                </a:lnTo>
                <a:lnTo>
                  <a:pt x="325" y="234"/>
                </a:lnTo>
                <a:lnTo>
                  <a:pt x="326" y="235"/>
                </a:lnTo>
                <a:lnTo>
                  <a:pt x="327" y="235"/>
                </a:lnTo>
                <a:lnTo>
                  <a:pt x="328" y="236"/>
                </a:lnTo>
                <a:lnTo>
                  <a:pt x="327" y="236"/>
                </a:lnTo>
                <a:lnTo>
                  <a:pt x="328" y="237"/>
                </a:lnTo>
                <a:lnTo>
                  <a:pt x="328" y="238"/>
                </a:lnTo>
                <a:lnTo>
                  <a:pt x="327" y="238"/>
                </a:lnTo>
                <a:lnTo>
                  <a:pt x="329" y="238"/>
                </a:lnTo>
                <a:lnTo>
                  <a:pt x="330" y="238"/>
                </a:lnTo>
                <a:lnTo>
                  <a:pt x="330" y="240"/>
                </a:lnTo>
                <a:lnTo>
                  <a:pt x="329" y="240"/>
                </a:lnTo>
                <a:lnTo>
                  <a:pt x="329" y="241"/>
                </a:lnTo>
                <a:lnTo>
                  <a:pt x="330" y="241"/>
                </a:lnTo>
                <a:lnTo>
                  <a:pt x="331" y="241"/>
                </a:lnTo>
                <a:lnTo>
                  <a:pt x="330" y="241"/>
                </a:lnTo>
                <a:lnTo>
                  <a:pt x="330" y="242"/>
                </a:lnTo>
                <a:lnTo>
                  <a:pt x="331" y="242"/>
                </a:lnTo>
                <a:lnTo>
                  <a:pt x="331" y="243"/>
                </a:lnTo>
                <a:lnTo>
                  <a:pt x="331" y="244"/>
                </a:lnTo>
                <a:lnTo>
                  <a:pt x="330" y="244"/>
                </a:lnTo>
                <a:lnTo>
                  <a:pt x="330" y="245"/>
                </a:lnTo>
                <a:lnTo>
                  <a:pt x="331" y="245"/>
                </a:lnTo>
                <a:lnTo>
                  <a:pt x="331" y="246"/>
                </a:lnTo>
                <a:lnTo>
                  <a:pt x="330" y="246"/>
                </a:lnTo>
                <a:lnTo>
                  <a:pt x="329" y="251"/>
                </a:lnTo>
                <a:lnTo>
                  <a:pt x="329" y="252"/>
                </a:lnTo>
                <a:lnTo>
                  <a:pt x="329" y="253"/>
                </a:lnTo>
                <a:lnTo>
                  <a:pt x="328" y="253"/>
                </a:lnTo>
                <a:lnTo>
                  <a:pt x="327" y="253"/>
                </a:lnTo>
                <a:lnTo>
                  <a:pt x="326" y="252"/>
                </a:lnTo>
                <a:lnTo>
                  <a:pt x="325" y="253"/>
                </a:lnTo>
                <a:lnTo>
                  <a:pt x="325" y="254"/>
                </a:lnTo>
                <a:lnTo>
                  <a:pt x="324" y="254"/>
                </a:lnTo>
                <a:lnTo>
                  <a:pt x="322" y="255"/>
                </a:lnTo>
                <a:lnTo>
                  <a:pt x="321" y="255"/>
                </a:lnTo>
                <a:lnTo>
                  <a:pt x="320" y="255"/>
                </a:lnTo>
                <a:lnTo>
                  <a:pt x="317" y="255"/>
                </a:lnTo>
                <a:lnTo>
                  <a:pt x="316" y="255"/>
                </a:lnTo>
                <a:lnTo>
                  <a:pt x="315" y="255"/>
                </a:lnTo>
                <a:lnTo>
                  <a:pt x="314" y="255"/>
                </a:lnTo>
                <a:lnTo>
                  <a:pt x="313" y="256"/>
                </a:lnTo>
                <a:lnTo>
                  <a:pt x="313" y="257"/>
                </a:lnTo>
                <a:lnTo>
                  <a:pt x="315" y="258"/>
                </a:lnTo>
                <a:lnTo>
                  <a:pt x="316" y="258"/>
                </a:lnTo>
                <a:lnTo>
                  <a:pt x="317" y="258"/>
                </a:lnTo>
                <a:lnTo>
                  <a:pt x="319" y="259"/>
                </a:lnTo>
                <a:lnTo>
                  <a:pt x="319" y="260"/>
                </a:lnTo>
                <a:lnTo>
                  <a:pt x="321" y="263"/>
                </a:lnTo>
                <a:lnTo>
                  <a:pt x="321" y="264"/>
                </a:lnTo>
                <a:lnTo>
                  <a:pt x="322" y="266"/>
                </a:lnTo>
                <a:lnTo>
                  <a:pt x="322" y="267"/>
                </a:lnTo>
                <a:lnTo>
                  <a:pt x="323" y="267"/>
                </a:lnTo>
                <a:lnTo>
                  <a:pt x="323" y="269"/>
                </a:lnTo>
                <a:lnTo>
                  <a:pt x="323" y="270"/>
                </a:lnTo>
                <a:lnTo>
                  <a:pt x="323" y="271"/>
                </a:lnTo>
                <a:lnTo>
                  <a:pt x="324" y="271"/>
                </a:lnTo>
                <a:lnTo>
                  <a:pt x="325" y="271"/>
                </a:lnTo>
                <a:lnTo>
                  <a:pt x="325" y="272"/>
                </a:lnTo>
                <a:lnTo>
                  <a:pt x="325" y="273"/>
                </a:lnTo>
                <a:lnTo>
                  <a:pt x="326" y="273"/>
                </a:lnTo>
                <a:lnTo>
                  <a:pt x="325" y="274"/>
                </a:lnTo>
                <a:lnTo>
                  <a:pt x="325" y="275"/>
                </a:lnTo>
                <a:lnTo>
                  <a:pt x="324" y="275"/>
                </a:lnTo>
                <a:lnTo>
                  <a:pt x="324" y="276"/>
                </a:lnTo>
                <a:lnTo>
                  <a:pt x="324" y="275"/>
                </a:lnTo>
                <a:lnTo>
                  <a:pt x="323" y="276"/>
                </a:lnTo>
                <a:lnTo>
                  <a:pt x="322" y="276"/>
                </a:lnTo>
                <a:lnTo>
                  <a:pt x="322" y="275"/>
                </a:lnTo>
                <a:lnTo>
                  <a:pt x="321" y="276"/>
                </a:lnTo>
                <a:lnTo>
                  <a:pt x="322" y="276"/>
                </a:lnTo>
                <a:lnTo>
                  <a:pt x="323" y="277"/>
                </a:lnTo>
                <a:lnTo>
                  <a:pt x="324" y="277"/>
                </a:lnTo>
                <a:lnTo>
                  <a:pt x="324" y="278"/>
                </a:lnTo>
                <a:lnTo>
                  <a:pt x="323" y="279"/>
                </a:lnTo>
                <a:lnTo>
                  <a:pt x="323" y="280"/>
                </a:lnTo>
                <a:lnTo>
                  <a:pt x="323" y="282"/>
                </a:lnTo>
                <a:lnTo>
                  <a:pt x="324" y="283"/>
                </a:lnTo>
                <a:lnTo>
                  <a:pt x="327" y="284"/>
                </a:lnTo>
                <a:lnTo>
                  <a:pt x="327" y="283"/>
                </a:lnTo>
                <a:lnTo>
                  <a:pt x="328" y="283"/>
                </a:lnTo>
                <a:lnTo>
                  <a:pt x="328" y="284"/>
                </a:lnTo>
                <a:lnTo>
                  <a:pt x="329" y="285"/>
                </a:lnTo>
                <a:lnTo>
                  <a:pt x="328" y="285"/>
                </a:lnTo>
                <a:lnTo>
                  <a:pt x="327" y="287"/>
                </a:lnTo>
                <a:lnTo>
                  <a:pt x="328" y="287"/>
                </a:lnTo>
                <a:lnTo>
                  <a:pt x="328" y="288"/>
                </a:lnTo>
                <a:lnTo>
                  <a:pt x="327" y="288"/>
                </a:lnTo>
                <a:lnTo>
                  <a:pt x="327" y="289"/>
                </a:lnTo>
                <a:lnTo>
                  <a:pt x="326" y="289"/>
                </a:lnTo>
                <a:lnTo>
                  <a:pt x="325" y="289"/>
                </a:lnTo>
                <a:lnTo>
                  <a:pt x="326" y="289"/>
                </a:lnTo>
                <a:lnTo>
                  <a:pt x="325" y="290"/>
                </a:lnTo>
                <a:lnTo>
                  <a:pt x="326" y="291"/>
                </a:lnTo>
                <a:lnTo>
                  <a:pt x="327" y="290"/>
                </a:lnTo>
                <a:lnTo>
                  <a:pt x="328" y="290"/>
                </a:lnTo>
                <a:lnTo>
                  <a:pt x="329" y="290"/>
                </a:lnTo>
                <a:lnTo>
                  <a:pt x="328" y="290"/>
                </a:lnTo>
                <a:lnTo>
                  <a:pt x="328" y="291"/>
                </a:lnTo>
                <a:lnTo>
                  <a:pt x="329" y="290"/>
                </a:lnTo>
                <a:lnTo>
                  <a:pt x="329" y="291"/>
                </a:lnTo>
                <a:lnTo>
                  <a:pt x="328" y="292"/>
                </a:lnTo>
                <a:lnTo>
                  <a:pt x="328" y="293"/>
                </a:lnTo>
                <a:lnTo>
                  <a:pt x="328" y="292"/>
                </a:lnTo>
                <a:lnTo>
                  <a:pt x="328" y="293"/>
                </a:lnTo>
                <a:lnTo>
                  <a:pt x="327" y="293"/>
                </a:lnTo>
                <a:lnTo>
                  <a:pt x="327" y="294"/>
                </a:lnTo>
                <a:lnTo>
                  <a:pt x="327" y="295"/>
                </a:lnTo>
                <a:lnTo>
                  <a:pt x="327" y="296"/>
                </a:lnTo>
                <a:lnTo>
                  <a:pt x="326" y="296"/>
                </a:lnTo>
                <a:lnTo>
                  <a:pt x="327" y="296"/>
                </a:lnTo>
                <a:lnTo>
                  <a:pt x="327" y="297"/>
                </a:lnTo>
                <a:lnTo>
                  <a:pt x="326" y="297"/>
                </a:lnTo>
                <a:lnTo>
                  <a:pt x="326" y="298"/>
                </a:lnTo>
                <a:lnTo>
                  <a:pt x="325" y="298"/>
                </a:lnTo>
                <a:lnTo>
                  <a:pt x="325" y="297"/>
                </a:lnTo>
                <a:lnTo>
                  <a:pt x="325" y="298"/>
                </a:lnTo>
                <a:lnTo>
                  <a:pt x="325" y="299"/>
                </a:lnTo>
                <a:lnTo>
                  <a:pt x="326" y="299"/>
                </a:lnTo>
                <a:lnTo>
                  <a:pt x="325" y="299"/>
                </a:lnTo>
                <a:lnTo>
                  <a:pt x="325" y="300"/>
                </a:lnTo>
                <a:lnTo>
                  <a:pt x="324" y="300"/>
                </a:lnTo>
                <a:lnTo>
                  <a:pt x="323" y="300"/>
                </a:lnTo>
                <a:lnTo>
                  <a:pt x="323" y="301"/>
                </a:lnTo>
                <a:lnTo>
                  <a:pt x="322" y="301"/>
                </a:lnTo>
                <a:lnTo>
                  <a:pt x="322" y="300"/>
                </a:lnTo>
                <a:lnTo>
                  <a:pt x="322" y="299"/>
                </a:lnTo>
                <a:lnTo>
                  <a:pt x="323" y="299"/>
                </a:lnTo>
                <a:lnTo>
                  <a:pt x="323" y="298"/>
                </a:lnTo>
                <a:lnTo>
                  <a:pt x="322" y="298"/>
                </a:lnTo>
                <a:lnTo>
                  <a:pt x="322" y="299"/>
                </a:lnTo>
                <a:lnTo>
                  <a:pt x="321" y="299"/>
                </a:lnTo>
                <a:lnTo>
                  <a:pt x="321" y="298"/>
                </a:lnTo>
                <a:lnTo>
                  <a:pt x="321" y="297"/>
                </a:lnTo>
                <a:lnTo>
                  <a:pt x="322" y="296"/>
                </a:lnTo>
                <a:lnTo>
                  <a:pt x="321" y="295"/>
                </a:lnTo>
                <a:lnTo>
                  <a:pt x="320" y="294"/>
                </a:lnTo>
                <a:lnTo>
                  <a:pt x="319" y="294"/>
                </a:lnTo>
                <a:lnTo>
                  <a:pt x="319" y="293"/>
                </a:lnTo>
                <a:lnTo>
                  <a:pt x="317" y="293"/>
                </a:lnTo>
                <a:lnTo>
                  <a:pt x="316" y="292"/>
                </a:lnTo>
                <a:lnTo>
                  <a:pt x="315" y="292"/>
                </a:lnTo>
                <a:lnTo>
                  <a:pt x="314" y="292"/>
                </a:lnTo>
                <a:lnTo>
                  <a:pt x="312" y="292"/>
                </a:lnTo>
                <a:lnTo>
                  <a:pt x="311" y="292"/>
                </a:lnTo>
                <a:lnTo>
                  <a:pt x="311" y="294"/>
                </a:lnTo>
                <a:lnTo>
                  <a:pt x="311" y="295"/>
                </a:lnTo>
                <a:lnTo>
                  <a:pt x="310" y="295"/>
                </a:lnTo>
                <a:lnTo>
                  <a:pt x="310" y="296"/>
                </a:lnTo>
                <a:lnTo>
                  <a:pt x="309" y="296"/>
                </a:lnTo>
                <a:lnTo>
                  <a:pt x="309" y="297"/>
                </a:lnTo>
                <a:lnTo>
                  <a:pt x="309" y="298"/>
                </a:lnTo>
                <a:lnTo>
                  <a:pt x="309" y="299"/>
                </a:lnTo>
                <a:lnTo>
                  <a:pt x="308" y="299"/>
                </a:lnTo>
                <a:lnTo>
                  <a:pt x="307" y="299"/>
                </a:lnTo>
                <a:lnTo>
                  <a:pt x="307" y="300"/>
                </a:lnTo>
                <a:lnTo>
                  <a:pt x="308" y="300"/>
                </a:lnTo>
                <a:lnTo>
                  <a:pt x="308" y="301"/>
                </a:lnTo>
                <a:lnTo>
                  <a:pt x="307" y="301"/>
                </a:lnTo>
                <a:lnTo>
                  <a:pt x="307" y="302"/>
                </a:lnTo>
                <a:lnTo>
                  <a:pt x="306" y="302"/>
                </a:lnTo>
                <a:lnTo>
                  <a:pt x="306" y="303"/>
                </a:lnTo>
                <a:lnTo>
                  <a:pt x="306" y="304"/>
                </a:lnTo>
                <a:lnTo>
                  <a:pt x="305" y="305"/>
                </a:lnTo>
                <a:lnTo>
                  <a:pt x="304" y="305"/>
                </a:lnTo>
                <a:lnTo>
                  <a:pt x="304" y="304"/>
                </a:lnTo>
                <a:lnTo>
                  <a:pt x="303" y="303"/>
                </a:lnTo>
                <a:lnTo>
                  <a:pt x="302" y="303"/>
                </a:lnTo>
                <a:lnTo>
                  <a:pt x="302" y="304"/>
                </a:lnTo>
                <a:lnTo>
                  <a:pt x="302" y="305"/>
                </a:lnTo>
                <a:lnTo>
                  <a:pt x="303" y="305"/>
                </a:lnTo>
                <a:lnTo>
                  <a:pt x="304" y="305"/>
                </a:lnTo>
                <a:lnTo>
                  <a:pt x="304" y="306"/>
                </a:lnTo>
                <a:lnTo>
                  <a:pt x="303" y="306"/>
                </a:lnTo>
                <a:lnTo>
                  <a:pt x="304" y="307"/>
                </a:lnTo>
                <a:lnTo>
                  <a:pt x="304" y="306"/>
                </a:lnTo>
                <a:lnTo>
                  <a:pt x="305" y="306"/>
                </a:lnTo>
                <a:lnTo>
                  <a:pt x="305" y="307"/>
                </a:lnTo>
                <a:lnTo>
                  <a:pt x="304" y="308"/>
                </a:lnTo>
                <a:lnTo>
                  <a:pt x="304" y="309"/>
                </a:lnTo>
                <a:lnTo>
                  <a:pt x="303" y="310"/>
                </a:lnTo>
                <a:lnTo>
                  <a:pt x="303" y="309"/>
                </a:lnTo>
                <a:lnTo>
                  <a:pt x="302" y="311"/>
                </a:lnTo>
                <a:lnTo>
                  <a:pt x="302" y="312"/>
                </a:lnTo>
                <a:lnTo>
                  <a:pt x="301" y="312"/>
                </a:lnTo>
                <a:lnTo>
                  <a:pt x="301" y="311"/>
                </a:lnTo>
                <a:lnTo>
                  <a:pt x="300" y="312"/>
                </a:lnTo>
                <a:lnTo>
                  <a:pt x="300" y="311"/>
                </a:lnTo>
                <a:lnTo>
                  <a:pt x="299" y="311"/>
                </a:lnTo>
                <a:lnTo>
                  <a:pt x="299" y="310"/>
                </a:lnTo>
                <a:lnTo>
                  <a:pt x="298" y="310"/>
                </a:lnTo>
                <a:lnTo>
                  <a:pt x="297" y="309"/>
                </a:lnTo>
                <a:lnTo>
                  <a:pt x="296" y="309"/>
                </a:lnTo>
                <a:lnTo>
                  <a:pt x="296" y="310"/>
                </a:lnTo>
                <a:lnTo>
                  <a:pt x="295" y="310"/>
                </a:lnTo>
                <a:lnTo>
                  <a:pt x="295" y="311"/>
                </a:lnTo>
                <a:lnTo>
                  <a:pt x="294" y="311"/>
                </a:lnTo>
                <a:lnTo>
                  <a:pt x="294" y="312"/>
                </a:lnTo>
                <a:lnTo>
                  <a:pt x="294" y="313"/>
                </a:lnTo>
                <a:lnTo>
                  <a:pt x="293" y="313"/>
                </a:lnTo>
                <a:lnTo>
                  <a:pt x="294" y="314"/>
                </a:lnTo>
                <a:lnTo>
                  <a:pt x="294" y="315"/>
                </a:lnTo>
                <a:lnTo>
                  <a:pt x="295" y="315"/>
                </a:lnTo>
                <a:lnTo>
                  <a:pt x="296" y="315"/>
                </a:lnTo>
                <a:lnTo>
                  <a:pt x="296" y="316"/>
                </a:lnTo>
                <a:lnTo>
                  <a:pt x="295" y="316"/>
                </a:lnTo>
                <a:lnTo>
                  <a:pt x="295" y="317"/>
                </a:lnTo>
                <a:lnTo>
                  <a:pt x="294" y="317"/>
                </a:lnTo>
                <a:lnTo>
                  <a:pt x="294" y="318"/>
                </a:lnTo>
                <a:lnTo>
                  <a:pt x="295" y="318"/>
                </a:lnTo>
                <a:lnTo>
                  <a:pt x="296" y="318"/>
                </a:lnTo>
                <a:lnTo>
                  <a:pt x="296" y="319"/>
                </a:lnTo>
                <a:lnTo>
                  <a:pt x="295" y="319"/>
                </a:lnTo>
                <a:lnTo>
                  <a:pt x="295" y="318"/>
                </a:lnTo>
                <a:lnTo>
                  <a:pt x="295" y="319"/>
                </a:lnTo>
                <a:lnTo>
                  <a:pt x="295" y="318"/>
                </a:lnTo>
                <a:lnTo>
                  <a:pt x="294" y="318"/>
                </a:lnTo>
                <a:lnTo>
                  <a:pt x="294" y="319"/>
                </a:lnTo>
                <a:lnTo>
                  <a:pt x="293" y="318"/>
                </a:lnTo>
                <a:lnTo>
                  <a:pt x="294" y="318"/>
                </a:lnTo>
                <a:lnTo>
                  <a:pt x="293" y="318"/>
                </a:lnTo>
                <a:lnTo>
                  <a:pt x="292" y="318"/>
                </a:lnTo>
                <a:lnTo>
                  <a:pt x="292" y="317"/>
                </a:lnTo>
                <a:lnTo>
                  <a:pt x="291" y="317"/>
                </a:lnTo>
                <a:lnTo>
                  <a:pt x="291" y="318"/>
                </a:lnTo>
                <a:lnTo>
                  <a:pt x="290" y="318"/>
                </a:lnTo>
                <a:lnTo>
                  <a:pt x="291" y="319"/>
                </a:lnTo>
                <a:lnTo>
                  <a:pt x="292" y="319"/>
                </a:lnTo>
                <a:lnTo>
                  <a:pt x="291" y="319"/>
                </a:lnTo>
                <a:lnTo>
                  <a:pt x="291" y="320"/>
                </a:lnTo>
                <a:lnTo>
                  <a:pt x="292" y="320"/>
                </a:lnTo>
                <a:lnTo>
                  <a:pt x="291" y="320"/>
                </a:lnTo>
                <a:lnTo>
                  <a:pt x="292" y="320"/>
                </a:lnTo>
                <a:lnTo>
                  <a:pt x="291" y="320"/>
                </a:lnTo>
                <a:lnTo>
                  <a:pt x="291" y="319"/>
                </a:lnTo>
                <a:lnTo>
                  <a:pt x="290" y="319"/>
                </a:lnTo>
                <a:lnTo>
                  <a:pt x="289" y="319"/>
                </a:lnTo>
                <a:lnTo>
                  <a:pt x="288" y="320"/>
                </a:lnTo>
                <a:lnTo>
                  <a:pt x="289" y="320"/>
                </a:lnTo>
                <a:lnTo>
                  <a:pt x="290" y="320"/>
                </a:lnTo>
                <a:lnTo>
                  <a:pt x="288" y="321"/>
                </a:lnTo>
                <a:lnTo>
                  <a:pt x="287" y="321"/>
                </a:lnTo>
                <a:lnTo>
                  <a:pt x="286" y="321"/>
                </a:lnTo>
                <a:lnTo>
                  <a:pt x="285" y="322"/>
                </a:lnTo>
                <a:lnTo>
                  <a:pt x="285" y="321"/>
                </a:lnTo>
                <a:lnTo>
                  <a:pt x="283" y="322"/>
                </a:lnTo>
                <a:lnTo>
                  <a:pt x="283" y="321"/>
                </a:lnTo>
                <a:lnTo>
                  <a:pt x="283" y="320"/>
                </a:lnTo>
                <a:lnTo>
                  <a:pt x="282" y="320"/>
                </a:lnTo>
                <a:lnTo>
                  <a:pt x="283" y="320"/>
                </a:lnTo>
                <a:lnTo>
                  <a:pt x="283" y="319"/>
                </a:lnTo>
                <a:lnTo>
                  <a:pt x="284" y="319"/>
                </a:lnTo>
                <a:lnTo>
                  <a:pt x="283" y="318"/>
                </a:lnTo>
                <a:lnTo>
                  <a:pt x="282" y="317"/>
                </a:lnTo>
                <a:lnTo>
                  <a:pt x="282" y="316"/>
                </a:lnTo>
                <a:lnTo>
                  <a:pt x="282" y="314"/>
                </a:lnTo>
                <a:lnTo>
                  <a:pt x="281" y="313"/>
                </a:lnTo>
                <a:lnTo>
                  <a:pt x="281" y="312"/>
                </a:lnTo>
                <a:lnTo>
                  <a:pt x="283" y="311"/>
                </a:lnTo>
                <a:lnTo>
                  <a:pt x="283" y="312"/>
                </a:lnTo>
                <a:lnTo>
                  <a:pt x="284" y="312"/>
                </a:lnTo>
                <a:lnTo>
                  <a:pt x="284" y="311"/>
                </a:lnTo>
                <a:lnTo>
                  <a:pt x="285" y="311"/>
                </a:lnTo>
                <a:lnTo>
                  <a:pt x="285" y="310"/>
                </a:lnTo>
                <a:lnTo>
                  <a:pt x="287" y="309"/>
                </a:lnTo>
                <a:lnTo>
                  <a:pt x="287" y="308"/>
                </a:lnTo>
                <a:lnTo>
                  <a:pt x="288" y="309"/>
                </a:lnTo>
                <a:lnTo>
                  <a:pt x="288" y="308"/>
                </a:lnTo>
                <a:lnTo>
                  <a:pt x="288" y="307"/>
                </a:lnTo>
                <a:lnTo>
                  <a:pt x="288" y="306"/>
                </a:lnTo>
                <a:lnTo>
                  <a:pt x="288" y="305"/>
                </a:lnTo>
                <a:lnTo>
                  <a:pt x="287" y="305"/>
                </a:lnTo>
                <a:lnTo>
                  <a:pt x="287" y="304"/>
                </a:lnTo>
                <a:lnTo>
                  <a:pt x="288" y="300"/>
                </a:lnTo>
                <a:lnTo>
                  <a:pt x="289" y="299"/>
                </a:lnTo>
                <a:lnTo>
                  <a:pt x="290" y="299"/>
                </a:lnTo>
                <a:lnTo>
                  <a:pt x="291" y="298"/>
                </a:lnTo>
                <a:lnTo>
                  <a:pt x="291" y="297"/>
                </a:lnTo>
                <a:lnTo>
                  <a:pt x="291" y="296"/>
                </a:lnTo>
                <a:lnTo>
                  <a:pt x="290" y="296"/>
                </a:lnTo>
                <a:lnTo>
                  <a:pt x="290" y="295"/>
                </a:lnTo>
                <a:lnTo>
                  <a:pt x="290" y="294"/>
                </a:lnTo>
                <a:lnTo>
                  <a:pt x="289" y="293"/>
                </a:lnTo>
                <a:lnTo>
                  <a:pt x="289" y="292"/>
                </a:lnTo>
                <a:lnTo>
                  <a:pt x="289" y="291"/>
                </a:lnTo>
                <a:lnTo>
                  <a:pt x="290" y="291"/>
                </a:lnTo>
                <a:lnTo>
                  <a:pt x="291" y="291"/>
                </a:lnTo>
                <a:lnTo>
                  <a:pt x="291" y="290"/>
                </a:lnTo>
                <a:lnTo>
                  <a:pt x="290" y="290"/>
                </a:lnTo>
                <a:lnTo>
                  <a:pt x="289" y="291"/>
                </a:lnTo>
                <a:lnTo>
                  <a:pt x="289" y="290"/>
                </a:lnTo>
                <a:lnTo>
                  <a:pt x="289" y="289"/>
                </a:lnTo>
                <a:lnTo>
                  <a:pt x="288" y="289"/>
                </a:lnTo>
                <a:lnTo>
                  <a:pt x="288" y="288"/>
                </a:lnTo>
                <a:lnTo>
                  <a:pt x="287" y="287"/>
                </a:lnTo>
                <a:lnTo>
                  <a:pt x="288" y="287"/>
                </a:lnTo>
                <a:lnTo>
                  <a:pt x="288" y="286"/>
                </a:lnTo>
                <a:lnTo>
                  <a:pt x="287" y="286"/>
                </a:lnTo>
                <a:lnTo>
                  <a:pt x="286" y="286"/>
                </a:lnTo>
                <a:lnTo>
                  <a:pt x="286" y="287"/>
                </a:lnTo>
                <a:lnTo>
                  <a:pt x="285" y="287"/>
                </a:lnTo>
                <a:lnTo>
                  <a:pt x="285" y="286"/>
                </a:lnTo>
                <a:lnTo>
                  <a:pt x="285" y="288"/>
                </a:lnTo>
                <a:lnTo>
                  <a:pt x="286" y="288"/>
                </a:lnTo>
                <a:lnTo>
                  <a:pt x="286" y="289"/>
                </a:lnTo>
                <a:lnTo>
                  <a:pt x="286" y="290"/>
                </a:lnTo>
                <a:lnTo>
                  <a:pt x="285" y="290"/>
                </a:lnTo>
                <a:lnTo>
                  <a:pt x="284" y="290"/>
                </a:lnTo>
                <a:lnTo>
                  <a:pt x="283" y="290"/>
                </a:lnTo>
                <a:lnTo>
                  <a:pt x="283" y="291"/>
                </a:lnTo>
                <a:lnTo>
                  <a:pt x="283" y="292"/>
                </a:lnTo>
                <a:lnTo>
                  <a:pt x="283" y="293"/>
                </a:lnTo>
                <a:lnTo>
                  <a:pt x="282" y="294"/>
                </a:lnTo>
                <a:lnTo>
                  <a:pt x="281" y="294"/>
                </a:lnTo>
                <a:lnTo>
                  <a:pt x="281" y="295"/>
                </a:lnTo>
                <a:lnTo>
                  <a:pt x="282" y="295"/>
                </a:lnTo>
                <a:lnTo>
                  <a:pt x="281" y="296"/>
                </a:lnTo>
                <a:lnTo>
                  <a:pt x="280" y="296"/>
                </a:lnTo>
                <a:lnTo>
                  <a:pt x="280" y="297"/>
                </a:lnTo>
                <a:lnTo>
                  <a:pt x="279" y="297"/>
                </a:lnTo>
                <a:lnTo>
                  <a:pt x="278" y="297"/>
                </a:lnTo>
                <a:lnTo>
                  <a:pt x="277" y="297"/>
                </a:lnTo>
                <a:lnTo>
                  <a:pt x="277" y="296"/>
                </a:lnTo>
                <a:lnTo>
                  <a:pt x="276" y="296"/>
                </a:lnTo>
                <a:lnTo>
                  <a:pt x="276" y="297"/>
                </a:lnTo>
                <a:lnTo>
                  <a:pt x="275" y="297"/>
                </a:lnTo>
                <a:lnTo>
                  <a:pt x="277" y="298"/>
                </a:lnTo>
                <a:lnTo>
                  <a:pt x="278" y="298"/>
                </a:lnTo>
                <a:lnTo>
                  <a:pt x="278" y="297"/>
                </a:lnTo>
                <a:lnTo>
                  <a:pt x="280" y="297"/>
                </a:lnTo>
                <a:lnTo>
                  <a:pt x="280" y="298"/>
                </a:lnTo>
                <a:lnTo>
                  <a:pt x="280" y="299"/>
                </a:lnTo>
                <a:lnTo>
                  <a:pt x="280" y="300"/>
                </a:lnTo>
                <a:lnTo>
                  <a:pt x="281" y="301"/>
                </a:lnTo>
                <a:lnTo>
                  <a:pt x="280" y="304"/>
                </a:lnTo>
                <a:lnTo>
                  <a:pt x="280" y="305"/>
                </a:lnTo>
                <a:lnTo>
                  <a:pt x="279" y="305"/>
                </a:lnTo>
                <a:lnTo>
                  <a:pt x="279" y="306"/>
                </a:lnTo>
                <a:lnTo>
                  <a:pt x="278" y="306"/>
                </a:lnTo>
                <a:lnTo>
                  <a:pt x="278" y="307"/>
                </a:lnTo>
                <a:lnTo>
                  <a:pt x="279" y="307"/>
                </a:lnTo>
                <a:lnTo>
                  <a:pt x="279" y="308"/>
                </a:lnTo>
                <a:lnTo>
                  <a:pt x="278" y="308"/>
                </a:lnTo>
                <a:lnTo>
                  <a:pt x="278" y="309"/>
                </a:lnTo>
                <a:lnTo>
                  <a:pt x="278" y="311"/>
                </a:lnTo>
                <a:lnTo>
                  <a:pt x="277" y="311"/>
                </a:lnTo>
                <a:lnTo>
                  <a:pt x="276" y="310"/>
                </a:lnTo>
                <a:lnTo>
                  <a:pt x="275" y="310"/>
                </a:lnTo>
                <a:lnTo>
                  <a:pt x="276" y="310"/>
                </a:lnTo>
                <a:lnTo>
                  <a:pt x="275" y="312"/>
                </a:lnTo>
                <a:lnTo>
                  <a:pt x="272" y="315"/>
                </a:lnTo>
                <a:lnTo>
                  <a:pt x="271" y="315"/>
                </a:lnTo>
                <a:lnTo>
                  <a:pt x="271" y="314"/>
                </a:lnTo>
                <a:lnTo>
                  <a:pt x="271" y="315"/>
                </a:lnTo>
                <a:lnTo>
                  <a:pt x="270" y="317"/>
                </a:lnTo>
                <a:lnTo>
                  <a:pt x="271" y="317"/>
                </a:lnTo>
                <a:lnTo>
                  <a:pt x="271" y="318"/>
                </a:lnTo>
                <a:lnTo>
                  <a:pt x="270" y="319"/>
                </a:lnTo>
                <a:lnTo>
                  <a:pt x="271" y="322"/>
                </a:lnTo>
                <a:lnTo>
                  <a:pt x="270" y="322"/>
                </a:lnTo>
                <a:lnTo>
                  <a:pt x="270" y="323"/>
                </a:lnTo>
                <a:lnTo>
                  <a:pt x="269" y="323"/>
                </a:lnTo>
                <a:lnTo>
                  <a:pt x="269" y="324"/>
                </a:lnTo>
                <a:lnTo>
                  <a:pt x="270" y="324"/>
                </a:lnTo>
                <a:lnTo>
                  <a:pt x="269" y="324"/>
                </a:lnTo>
                <a:lnTo>
                  <a:pt x="269" y="325"/>
                </a:lnTo>
                <a:lnTo>
                  <a:pt x="268" y="326"/>
                </a:lnTo>
                <a:lnTo>
                  <a:pt x="267" y="327"/>
                </a:lnTo>
                <a:lnTo>
                  <a:pt x="266" y="327"/>
                </a:lnTo>
                <a:lnTo>
                  <a:pt x="266" y="328"/>
                </a:lnTo>
                <a:lnTo>
                  <a:pt x="265" y="328"/>
                </a:lnTo>
                <a:lnTo>
                  <a:pt x="265" y="329"/>
                </a:lnTo>
                <a:lnTo>
                  <a:pt x="265" y="330"/>
                </a:lnTo>
                <a:lnTo>
                  <a:pt x="265" y="331"/>
                </a:lnTo>
                <a:lnTo>
                  <a:pt x="267" y="332"/>
                </a:lnTo>
                <a:lnTo>
                  <a:pt x="267" y="333"/>
                </a:lnTo>
                <a:lnTo>
                  <a:pt x="266" y="333"/>
                </a:lnTo>
                <a:lnTo>
                  <a:pt x="266" y="334"/>
                </a:lnTo>
                <a:lnTo>
                  <a:pt x="265" y="334"/>
                </a:lnTo>
                <a:lnTo>
                  <a:pt x="265" y="335"/>
                </a:lnTo>
                <a:lnTo>
                  <a:pt x="264" y="336"/>
                </a:lnTo>
                <a:lnTo>
                  <a:pt x="264" y="335"/>
                </a:lnTo>
                <a:lnTo>
                  <a:pt x="263" y="335"/>
                </a:lnTo>
                <a:lnTo>
                  <a:pt x="263" y="334"/>
                </a:lnTo>
                <a:lnTo>
                  <a:pt x="262" y="334"/>
                </a:lnTo>
                <a:lnTo>
                  <a:pt x="259" y="334"/>
                </a:lnTo>
                <a:lnTo>
                  <a:pt x="258" y="335"/>
                </a:lnTo>
                <a:lnTo>
                  <a:pt x="257" y="337"/>
                </a:lnTo>
                <a:lnTo>
                  <a:pt x="257" y="339"/>
                </a:lnTo>
                <a:lnTo>
                  <a:pt x="254" y="342"/>
                </a:lnTo>
                <a:lnTo>
                  <a:pt x="251" y="344"/>
                </a:lnTo>
                <a:lnTo>
                  <a:pt x="250" y="346"/>
                </a:lnTo>
                <a:lnTo>
                  <a:pt x="250" y="347"/>
                </a:lnTo>
                <a:lnTo>
                  <a:pt x="249" y="347"/>
                </a:lnTo>
                <a:lnTo>
                  <a:pt x="248" y="346"/>
                </a:lnTo>
                <a:lnTo>
                  <a:pt x="248" y="347"/>
                </a:lnTo>
                <a:lnTo>
                  <a:pt x="247" y="347"/>
                </a:lnTo>
                <a:lnTo>
                  <a:pt x="247" y="348"/>
                </a:lnTo>
                <a:lnTo>
                  <a:pt x="247" y="349"/>
                </a:lnTo>
                <a:lnTo>
                  <a:pt x="246" y="349"/>
                </a:lnTo>
                <a:lnTo>
                  <a:pt x="246" y="350"/>
                </a:lnTo>
                <a:lnTo>
                  <a:pt x="246" y="351"/>
                </a:lnTo>
                <a:lnTo>
                  <a:pt x="245" y="351"/>
                </a:lnTo>
                <a:lnTo>
                  <a:pt x="245" y="352"/>
                </a:lnTo>
                <a:lnTo>
                  <a:pt x="245" y="353"/>
                </a:lnTo>
                <a:lnTo>
                  <a:pt x="246" y="354"/>
                </a:lnTo>
                <a:lnTo>
                  <a:pt x="245" y="355"/>
                </a:lnTo>
                <a:lnTo>
                  <a:pt x="243" y="356"/>
                </a:lnTo>
                <a:lnTo>
                  <a:pt x="242" y="355"/>
                </a:lnTo>
                <a:lnTo>
                  <a:pt x="241" y="355"/>
                </a:lnTo>
                <a:lnTo>
                  <a:pt x="240" y="356"/>
                </a:lnTo>
                <a:lnTo>
                  <a:pt x="239" y="356"/>
                </a:lnTo>
                <a:lnTo>
                  <a:pt x="239" y="357"/>
                </a:lnTo>
                <a:lnTo>
                  <a:pt x="240" y="357"/>
                </a:lnTo>
                <a:lnTo>
                  <a:pt x="241" y="358"/>
                </a:lnTo>
                <a:lnTo>
                  <a:pt x="240" y="359"/>
                </a:lnTo>
                <a:lnTo>
                  <a:pt x="239" y="362"/>
                </a:lnTo>
                <a:lnTo>
                  <a:pt x="239" y="363"/>
                </a:lnTo>
                <a:lnTo>
                  <a:pt x="238" y="363"/>
                </a:lnTo>
                <a:lnTo>
                  <a:pt x="238" y="364"/>
                </a:lnTo>
                <a:lnTo>
                  <a:pt x="238" y="365"/>
                </a:lnTo>
                <a:lnTo>
                  <a:pt x="237" y="366"/>
                </a:lnTo>
                <a:lnTo>
                  <a:pt x="237" y="365"/>
                </a:lnTo>
                <a:lnTo>
                  <a:pt x="236" y="365"/>
                </a:lnTo>
                <a:lnTo>
                  <a:pt x="236" y="366"/>
                </a:lnTo>
                <a:lnTo>
                  <a:pt x="236" y="367"/>
                </a:lnTo>
                <a:lnTo>
                  <a:pt x="237" y="367"/>
                </a:lnTo>
                <a:lnTo>
                  <a:pt x="237" y="368"/>
                </a:lnTo>
                <a:lnTo>
                  <a:pt x="236" y="368"/>
                </a:lnTo>
                <a:lnTo>
                  <a:pt x="235" y="369"/>
                </a:lnTo>
                <a:lnTo>
                  <a:pt x="233" y="368"/>
                </a:lnTo>
                <a:lnTo>
                  <a:pt x="233" y="367"/>
                </a:lnTo>
                <a:lnTo>
                  <a:pt x="232" y="367"/>
                </a:lnTo>
                <a:lnTo>
                  <a:pt x="232" y="368"/>
                </a:lnTo>
                <a:lnTo>
                  <a:pt x="233" y="369"/>
                </a:lnTo>
                <a:lnTo>
                  <a:pt x="235" y="371"/>
                </a:lnTo>
                <a:lnTo>
                  <a:pt x="236" y="371"/>
                </a:lnTo>
                <a:lnTo>
                  <a:pt x="237" y="375"/>
                </a:lnTo>
                <a:lnTo>
                  <a:pt x="238" y="376"/>
                </a:lnTo>
                <a:lnTo>
                  <a:pt x="239" y="376"/>
                </a:lnTo>
                <a:lnTo>
                  <a:pt x="238" y="377"/>
                </a:lnTo>
                <a:lnTo>
                  <a:pt x="238" y="376"/>
                </a:lnTo>
                <a:lnTo>
                  <a:pt x="236" y="376"/>
                </a:lnTo>
                <a:lnTo>
                  <a:pt x="236" y="377"/>
                </a:lnTo>
                <a:lnTo>
                  <a:pt x="235" y="377"/>
                </a:lnTo>
                <a:lnTo>
                  <a:pt x="235" y="378"/>
                </a:lnTo>
                <a:lnTo>
                  <a:pt x="236" y="377"/>
                </a:lnTo>
                <a:lnTo>
                  <a:pt x="237" y="377"/>
                </a:lnTo>
                <a:lnTo>
                  <a:pt x="238" y="377"/>
                </a:lnTo>
                <a:lnTo>
                  <a:pt x="238" y="379"/>
                </a:lnTo>
                <a:lnTo>
                  <a:pt x="239" y="379"/>
                </a:lnTo>
                <a:lnTo>
                  <a:pt x="240" y="379"/>
                </a:lnTo>
                <a:lnTo>
                  <a:pt x="240" y="380"/>
                </a:lnTo>
                <a:lnTo>
                  <a:pt x="240" y="381"/>
                </a:lnTo>
                <a:lnTo>
                  <a:pt x="239" y="381"/>
                </a:lnTo>
                <a:lnTo>
                  <a:pt x="239" y="382"/>
                </a:lnTo>
                <a:lnTo>
                  <a:pt x="238" y="382"/>
                </a:lnTo>
                <a:lnTo>
                  <a:pt x="238" y="383"/>
                </a:lnTo>
                <a:lnTo>
                  <a:pt x="237" y="382"/>
                </a:lnTo>
                <a:lnTo>
                  <a:pt x="237" y="383"/>
                </a:lnTo>
                <a:lnTo>
                  <a:pt x="236" y="385"/>
                </a:lnTo>
                <a:lnTo>
                  <a:pt x="236" y="386"/>
                </a:lnTo>
                <a:lnTo>
                  <a:pt x="236" y="387"/>
                </a:lnTo>
                <a:lnTo>
                  <a:pt x="237" y="387"/>
                </a:lnTo>
                <a:lnTo>
                  <a:pt x="237" y="388"/>
                </a:lnTo>
                <a:lnTo>
                  <a:pt x="237" y="389"/>
                </a:lnTo>
                <a:lnTo>
                  <a:pt x="237" y="390"/>
                </a:lnTo>
                <a:lnTo>
                  <a:pt x="237" y="391"/>
                </a:lnTo>
                <a:lnTo>
                  <a:pt x="236" y="391"/>
                </a:lnTo>
                <a:lnTo>
                  <a:pt x="235" y="391"/>
                </a:lnTo>
                <a:lnTo>
                  <a:pt x="234" y="391"/>
                </a:lnTo>
                <a:lnTo>
                  <a:pt x="234" y="390"/>
                </a:lnTo>
                <a:lnTo>
                  <a:pt x="234" y="389"/>
                </a:lnTo>
                <a:lnTo>
                  <a:pt x="233" y="389"/>
                </a:lnTo>
                <a:lnTo>
                  <a:pt x="234" y="389"/>
                </a:lnTo>
                <a:lnTo>
                  <a:pt x="234" y="388"/>
                </a:lnTo>
                <a:lnTo>
                  <a:pt x="233" y="388"/>
                </a:lnTo>
                <a:lnTo>
                  <a:pt x="232" y="388"/>
                </a:lnTo>
                <a:lnTo>
                  <a:pt x="232" y="389"/>
                </a:lnTo>
                <a:lnTo>
                  <a:pt x="231" y="389"/>
                </a:lnTo>
                <a:lnTo>
                  <a:pt x="230" y="388"/>
                </a:lnTo>
                <a:lnTo>
                  <a:pt x="229" y="387"/>
                </a:lnTo>
                <a:lnTo>
                  <a:pt x="228" y="387"/>
                </a:lnTo>
                <a:lnTo>
                  <a:pt x="227" y="387"/>
                </a:lnTo>
                <a:lnTo>
                  <a:pt x="227" y="388"/>
                </a:lnTo>
                <a:lnTo>
                  <a:pt x="228" y="388"/>
                </a:lnTo>
                <a:lnTo>
                  <a:pt x="227" y="388"/>
                </a:lnTo>
                <a:lnTo>
                  <a:pt x="227" y="389"/>
                </a:lnTo>
                <a:lnTo>
                  <a:pt x="227" y="390"/>
                </a:lnTo>
                <a:lnTo>
                  <a:pt x="228" y="390"/>
                </a:lnTo>
                <a:lnTo>
                  <a:pt x="228" y="389"/>
                </a:lnTo>
                <a:lnTo>
                  <a:pt x="229" y="390"/>
                </a:lnTo>
                <a:lnTo>
                  <a:pt x="228" y="390"/>
                </a:lnTo>
                <a:lnTo>
                  <a:pt x="228" y="391"/>
                </a:lnTo>
                <a:lnTo>
                  <a:pt x="227" y="391"/>
                </a:lnTo>
                <a:lnTo>
                  <a:pt x="226" y="391"/>
                </a:lnTo>
                <a:lnTo>
                  <a:pt x="226" y="392"/>
                </a:lnTo>
                <a:lnTo>
                  <a:pt x="226" y="393"/>
                </a:lnTo>
                <a:lnTo>
                  <a:pt x="227" y="393"/>
                </a:lnTo>
                <a:lnTo>
                  <a:pt x="227" y="394"/>
                </a:lnTo>
                <a:lnTo>
                  <a:pt x="226" y="393"/>
                </a:lnTo>
                <a:lnTo>
                  <a:pt x="226" y="394"/>
                </a:lnTo>
                <a:lnTo>
                  <a:pt x="225" y="394"/>
                </a:lnTo>
                <a:lnTo>
                  <a:pt x="225" y="393"/>
                </a:lnTo>
                <a:lnTo>
                  <a:pt x="224" y="393"/>
                </a:lnTo>
                <a:lnTo>
                  <a:pt x="224" y="394"/>
                </a:lnTo>
                <a:lnTo>
                  <a:pt x="225" y="394"/>
                </a:lnTo>
                <a:lnTo>
                  <a:pt x="226" y="395"/>
                </a:lnTo>
                <a:lnTo>
                  <a:pt x="227" y="394"/>
                </a:lnTo>
                <a:lnTo>
                  <a:pt x="227" y="395"/>
                </a:lnTo>
                <a:lnTo>
                  <a:pt x="227" y="396"/>
                </a:lnTo>
                <a:lnTo>
                  <a:pt x="228" y="396"/>
                </a:lnTo>
                <a:lnTo>
                  <a:pt x="228" y="395"/>
                </a:lnTo>
                <a:lnTo>
                  <a:pt x="228" y="396"/>
                </a:lnTo>
                <a:lnTo>
                  <a:pt x="228" y="397"/>
                </a:lnTo>
                <a:lnTo>
                  <a:pt x="227" y="397"/>
                </a:lnTo>
                <a:lnTo>
                  <a:pt x="227" y="398"/>
                </a:lnTo>
                <a:lnTo>
                  <a:pt x="228" y="398"/>
                </a:lnTo>
                <a:lnTo>
                  <a:pt x="228" y="397"/>
                </a:lnTo>
                <a:lnTo>
                  <a:pt x="229" y="398"/>
                </a:lnTo>
                <a:lnTo>
                  <a:pt x="228" y="398"/>
                </a:lnTo>
                <a:lnTo>
                  <a:pt x="227" y="398"/>
                </a:lnTo>
                <a:lnTo>
                  <a:pt x="227" y="399"/>
                </a:lnTo>
                <a:lnTo>
                  <a:pt x="228" y="399"/>
                </a:lnTo>
                <a:lnTo>
                  <a:pt x="227" y="400"/>
                </a:lnTo>
                <a:lnTo>
                  <a:pt x="226" y="400"/>
                </a:lnTo>
                <a:lnTo>
                  <a:pt x="225" y="400"/>
                </a:lnTo>
                <a:lnTo>
                  <a:pt x="225" y="401"/>
                </a:lnTo>
                <a:lnTo>
                  <a:pt x="226" y="401"/>
                </a:lnTo>
                <a:lnTo>
                  <a:pt x="225" y="402"/>
                </a:lnTo>
                <a:lnTo>
                  <a:pt x="225" y="403"/>
                </a:lnTo>
                <a:lnTo>
                  <a:pt x="227" y="403"/>
                </a:lnTo>
                <a:lnTo>
                  <a:pt x="227" y="404"/>
                </a:lnTo>
                <a:lnTo>
                  <a:pt x="226" y="404"/>
                </a:lnTo>
                <a:lnTo>
                  <a:pt x="226" y="405"/>
                </a:lnTo>
                <a:lnTo>
                  <a:pt x="225" y="405"/>
                </a:lnTo>
                <a:lnTo>
                  <a:pt x="225" y="406"/>
                </a:lnTo>
                <a:lnTo>
                  <a:pt x="224" y="406"/>
                </a:lnTo>
                <a:lnTo>
                  <a:pt x="224" y="407"/>
                </a:lnTo>
                <a:lnTo>
                  <a:pt x="225" y="407"/>
                </a:lnTo>
                <a:lnTo>
                  <a:pt x="225" y="408"/>
                </a:lnTo>
                <a:lnTo>
                  <a:pt x="225" y="409"/>
                </a:lnTo>
                <a:lnTo>
                  <a:pt x="224" y="409"/>
                </a:lnTo>
                <a:lnTo>
                  <a:pt x="223" y="409"/>
                </a:lnTo>
                <a:lnTo>
                  <a:pt x="223" y="410"/>
                </a:lnTo>
                <a:lnTo>
                  <a:pt x="222" y="410"/>
                </a:lnTo>
                <a:lnTo>
                  <a:pt x="222" y="411"/>
                </a:lnTo>
                <a:lnTo>
                  <a:pt x="221" y="411"/>
                </a:lnTo>
                <a:lnTo>
                  <a:pt x="220" y="411"/>
                </a:lnTo>
                <a:lnTo>
                  <a:pt x="220" y="410"/>
                </a:lnTo>
                <a:lnTo>
                  <a:pt x="220" y="409"/>
                </a:lnTo>
                <a:lnTo>
                  <a:pt x="220" y="408"/>
                </a:lnTo>
                <a:lnTo>
                  <a:pt x="220" y="407"/>
                </a:lnTo>
                <a:lnTo>
                  <a:pt x="220" y="406"/>
                </a:lnTo>
                <a:lnTo>
                  <a:pt x="219" y="406"/>
                </a:lnTo>
                <a:lnTo>
                  <a:pt x="219" y="405"/>
                </a:lnTo>
                <a:lnTo>
                  <a:pt x="219" y="406"/>
                </a:lnTo>
                <a:lnTo>
                  <a:pt x="219" y="407"/>
                </a:lnTo>
                <a:lnTo>
                  <a:pt x="218" y="407"/>
                </a:lnTo>
                <a:lnTo>
                  <a:pt x="218" y="406"/>
                </a:lnTo>
                <a:lnTo>
                  <a:pt x="217" y="406"/>
                </a:lnTo>
                <a:lnTo>
                  <a:pt x="217" y="407"/>
                </a:lnTo>
                <a:lnTo>
                  <a:pt x="217" y="408"/>
                </a:lnTo>
                <a:lnTo>
                  <a:pt x="216" y="409"/>
                </a:lnTo>
                <a:lnTo>
                  <a:pt x="217" y="409"/>
                </a:lnTo>
                <a:lnTo>
                  <a:pt x="217" y="410"/>
                </a:lnTo>
                <a:lnTo>
                  <a:pt x="218" y="410"/>
                </a:lnTo>
                <a:lnTo>
                  <a:pt x="217" y="410"/>
                </a:lnTo>
                <a:lnTo>
                  <a:pt x="217" y="411"/>
                </a:lnTo>
                <a:lnTo>
                  <a:pt x="217" y="410"/>
                </a:lnTo>
                <a:lnTo>
                  <a:pt x="216" y="410"/>
                </a:lnTo>
                <a:lnTo>
                  <a:pt x="216" y="409"/>
                </a:lnTo>
                <a:lnTo>
                  <a:pt x="215" y="408"/>
                </a:lnTo>
                <a:lnTo>
                  <a:pt x="215" y="407"/>
                </a:lnTo>
                <a:lnTo>
                  <a:pt x="214" y="407"/>
                </a:lnTo>
                <a:lnTo>
                  <a:pt x="215" y="407"/>
                </a:lnTo>
                <a:lnTo>
                  <a:pt x="214" y="406"/>
                </a:lnTo>
                <a:lnTo>
                  <a:pt x="215" y="406"/>
                </a:lnTo>
                <a:lnTo>
                  <a:pt x="214" y="406"/>
                </a:lnTo>
                <a:lnTo>
                  <a:pt x="215" y="405"/>
                </a:lnTo>
                <a:lnTo>
                  <a:pt x="215" y="404"/>
                </a:lnTo>
                <a:lnTo>
                  <a:pt x="214" y="403"/>
                </a:lnTo>
                <a:lnTo>
                  <a:pt x="214" y="402"/>
                </a:lnTo>
                <a:lnTo>
                  <a:pt x="215" y="402"/>
                </a:lnTo>
                <a:lnTo>
                  <a:pt x="216" y="402"/>
                </a:lnTo>
                <a:lnTo>
                  <a:pt x="217" y="402"/>
                </a:lnTo>
                <a:lnTo>
                  <a:pt x="217" y="401"/>
                </a:lnTo>
                <a:lnTo>
                  <a:pt x="216" y="401"/>
                </a:lnTo>
                <a:lnTo>
                  <a:pt x="215" y="401"/>
                </a:lnTo>
                <a:lnTo>
                  <a:pt x="215" y="400"/>
                </a:lnTo>
                <a:lnTo>
                  <a:pt x="214" y="400"/>
                </a:lnTo>
                <a:lnTo>
                  <a:pt x="214" y="399"/>
                </a:lnTo>
                <a:lnTo>
                  <a:pt x="215" y="399"/>
                </a:lnTo>
                <a:lnTo>
                  <a:pt x="215" y="398"/>
                </a:lnTo>
                <a:lnTo>
                  <a:pt x="214" y="398"/>
                </a:lnTo>
                <a:lnTo>
                  <a:pt x="214" y="397"/>
                </a:lnTo>
                <a:lnTo>
                  <a:pt x="213" y="396"/>
                </a:lnTo>
                <a:lnTo>
                  <a:pt x="213" y="397"/>
                </a:lnTo>
                <a:lnTo>
                  <a:pt x="213" y="396"/>
                </a:lnTo>
                <a:lnTo>
                  <a:pt x="212" y="396"/>
                </a:lnTo>
                <a:lnTo>
                  <a:pt x="212" y="395"/>
                </a:lnTo>
                <a:lnTo>
                  <a:pt x="212" y="394"/>
                </a:lnTo>
                <a:lnTo>
                  <a:pt x="211" y="394"/>
                </a:lnTo>
                <a:lnTo>
                  <a:pt x="210" y="393"/>
                </a:lnTo>
                <a:lnTo>
                  <a:pt x="209" y="393"/>
                </a:lnTo>
                <a:lnTo>
                  <a:pt x="209" y="392"/>
                </a:lnTo>
                <a:lnTo>
                  <a:pt x="210" y="392"/>
                </a:lnTo>
                <a:lnTo>
                  <a:pt x="209" y="391"/>
                </a:lnTo>
                <a:lnTo>
                  <a:pt x="209" y="390"/>
                </a:lnTo>
                <a:lnTo>
                  <a:pt x="209" y="389"/>
                </a:lnTo>
                <a:lnTo>
                  <a:pt x="210" y="389"/>
                </a:lnTo>
                <a:lnTo>
                  <a:pt x="209" y="387"/>
                </a:lnTo>
                <a:lnTo>
                  <a:pt x="208" y="387"/>
                </a:lnTo>
                <a:lnTo>
                  <a:pt x="207" y="387"/>
                </a:lnTo>
                <a:lnTo>
                  <a:pt x="207" y="386"/>
                </a:lnTo>
                <a:lnTo>
                  <a:pt x="206" y="386"/>
                </a:lnTo>
                <a:lnTo>
                  <a:pt x="206" y="387"/>
                </a:lnTo>
                <a:lnTo>
                  <a:pt x="206" y="388"/>
                </a:lnTo>
                <a:lnTo>
                  <a:pt x="205" y="388"/>
                </a:lnTo>
                <a:lnTo>
                  <a:pt x="205" y="387"/>
                </a:lnTo>
                <a:lnTo>
                  <a:pt x="204" y="387"/>
                </a:lnTo>
                <a:lnTo>
                  <a:pt x="204" y="388"/>
                </a:lnTo>
                <a:lnTo>
                  <a:pt x="203" y="388"/>
                </a:lnTo>
                <a:lnTo>
                  <a:pt x="202" y="387"/>
                </a:lnTo>
                <a:lnTo>
                  <a:pt x="201" y="386"/>
                </a:lnTo>
                <a:lnTo>
                  <a:pt x="201" y="385"/>
                </a:lnTo>
                <a:lnTo>
                  <a:pt x="202" y="385"/>
                </a:lnTo>
                <a:lnTo>
                  <a:pt x="202" y="384"/>
                </a:lnTo>
                <a:lnTo>
                  <a:pt x="201" y="384"/>
                </a:lnTo>
                <a:lnTo>
                  <a:pt x="201" y="383"/>
                </a:lnTo>
                <a:lnTo>
                  <a:pt x="200" y="383"/>
                </a:lnTo>
                <a:lnTo>
                  <a:pt x="200" y="384"/>
                </a:lnTo>
                <a:lnTo>
                  <a:pt x="199" y="384"/>
                </a:lnTo>
                <a:lnTo>
                  <a:pt x="198" y="385"/>
                </a:lnTo>
                <a:lnTo>
                  <a:pt x="197" y="385"/>
                </a:lnTo>
                <a:lnTo>
                  <a:pt x="196" y="384"/>
                </a:lnTo>
                <a:lnTo>
                  <a:pt x="195" y="384"/>
                </a:lnTo>
                <a:lnTo>
                  <a:pt x="195" y="385"/>
                </a:lnTo>
                <a:lnTo>
                  <a:pt x="194" y="385"/>
                </a:lnTo>
                <a:lnTo>
                  <a:pt x="193" y="385"/>
                </a:lnTo>
                <a:lnTo>
                  <a:pt x="193" y="384"/>
                </a:lnTo>
                <a:lnTo>
                  <a:pt x="192" y="384"/>
                </a:lnTo>
                <a:lnTo>
                  <a:pt x="192" y="385"/>
                </a:lnTo>
                <a:lnTo>
                  <a:pt x="191" y="385"/>
                </a:lnTo>
                <a:lnTo>
                  <a:pt x="190" y="385"/>
                </a:lnTo>
                <a:lnTo>
                  <a:pt x="189" y="386"/>
                </a:lnTo>
                <a:lnTo>
                  <a:pt x="190" y="386"/>
                </a:lnTo>
                <a:lnTo>
                  <a:pt x="190" y="387"/>
                </a:lnTo>
                <a:lnTo>
                  <a:pt x="190" y="388"/>
                </a:lnTo>
                <a:lnTo>
                  <a:pt x="189" y="388"/>
                </a:lnTo>
                <a:lnTo>
                  <a:pt x="188" y="387"/>
                </a:lnTo>
                <a:lnTo>
                  <a:pt x="187" y="387"/>
                </a:lnTo>
                <a:lnTo>
                  <a:pt x="187" y="388"/>
                </a:lnTo>
                <a:lnTo>
                  <a:pt x="187" y="389"/>
                </a:lnTo>
                <a:lnTo>
                  <a:pt x="186" y="389"/>
                </a:lnTo>
                <a:lnTo>
                  <a:pt x="186" y="390"/>
                </a:lnTo>
                <a:lnTo>
                  <a:pt x="185" y="390"/>
                </a:lnTo>
                <a:lnTo>
                  <a:pt x="184" y="391"/>
                </a:lnTo>
                <a:lnTo>
                  <a:pt x="184" y="392"/>
                </a:lnTo>
                <a:lnTo>
                  <a:pt x="183" y="392"/>
                </a:lnTo>
                <a:lnTo>
                  <a:pt x="183" y="393"/>
                </a:lnTo>
                <a:lnTo>
                  <a:pt x="182" y="393"/>
                </a:lnTo>
                <a:lnTo>
                  <a:pt x="181" y="393"/>
                </a:lnTo>
                <a:lnTo>
                  <a:pt x="180" y="392"/>
                </a:lnTo>
                <a:lnTo>
                  <a:pt x="179" y="391"/>
                </a:lnTo>
                <a:lnTo>
                  <a:pt x="179" y="390"/>
                </a:lnTo>
                <a:lnTo>
                  <a:pt x="178" y="390"/>
                </a:lnTo>
                <a:lnTo>
                  <a:pt x="178" y="389"/>
                </a:lnTo>
                <a:lnTo>
                  <a:pt x="177" y="389"/>
                </a:lnTo>
                <a:lnTo>
                  <a:pt x="177" y="390"/>
                </a:lnTo>
                <a:lnTo>
                  <a:pt x="176" y="390"/>
                </a:lnTo>
                <a:lnTo>
                  <a:pt x="175" y="390"/>
                </a:lnTo>
                <a:lnTo>
                  <a:pt x="174" y="390"/>
                </a:lnTo>
                <a:lnTo>
                  <a:pt x="174" y="391"/>
                </a:lnTo>
                <a:lnTo>
                  <a:pt x="175" y="391"/>
                </a:lnTo>
                <a:lnTo>
                  <a:pt x="174" y="392"/>
                </a:lnTo>
                <a:lnTo>
                  <a:pt x="173" y="392"/>
                </a:lnTo>
                <a:lnTo>
                  <a:pt x="173" y="393"/>
                </a:lnTo>
                <a:lnTo>
                  <a:pt x="172" y="393"/>
                </a:lnTo>
                <a:lnTo>
                  <a:pt x="172" y="394"/>
                </a:lnTo>
                <a:lnTo>
                  <a:pt x="173" y="394"/>
                </a:lnTo>
                <a:lnTo>
                  <a:pt x="172" y="394"/>
                </a:lnTo>
                <a:lnTo>
                  <a:pt x="172" y="395"/>
                </a:lnTo>
                <a:lnTo>
                  <a:pt x="173" y="395"/>
                </a:lnTo>
                <a:lnTo>
                  <a:pt x="173" y="396"/>
                </a:lnTo>
                <a:lnTo>
                  <a:pt x="172" y="396"/>
                </a:lnTo>
                <a:lnTo>
                  <a:pt x="171" y="396"/>
                </a:lnTo>
                <a:lnTo>
                  <a:pt x="170" y="395"/>
                </a:lnTo>
                <a:lnTo>
                  <a:pt x="169" y="395"/>
                </a:lnTo>
                <a:lnTo>
                  <a:pt x="169" y="396"/>
                </a:lnTo>
                <a:lnTo>
                  <a:pt x="168" y="396"/>
                </a:lnTo>
                <a:lnTo>
                  <a:pt x="167" y="396"/>
                </a:lnTo>
                <a:lnTo>
                  <a:pt x="167" y="397"/>
                </a:lnTo>
                <a:lnTo>
                  <a:pt x="166" y="397"/>
                </a:lnTo>
                <a:lnTo>
                  <a:pt x="166" y="396"/>
                </a:lnTo>
                <a:lnTo>
                  <a:pt x="165" y="396"/>
                </a:lnTo>
                <a:lnTo>
                  <a:pt x="164" y="395"/>
                </a:lnTo>
                <a:lnTo>
                  <a:pt x="163" y="395"/>
                </a:lnTo>
                <a:lnTo>
                  <a:pt x="163" y="396"/>
                </a:lnTo>
                <a:lnTo>
                  <a:pt x="163" y="397"/>
                </a:lnTo>
                <a:lnTo>
                  <a:pt x="164" y="397"/>
                </a:lnTo>
                <a:lnTo>
                  <a:pt x="163" y="397"/>
                </a:lnTo>
                <a:lnTo>
                  <a:pt x="162" y="397"/>
                </a:lnTo>
                <a:lnTo>
                  <a:pt x="162" y="398"/>
                </a:lnTo>
                <a:lnTo>
                  <a:pt x="161" y="397"/>
                </a:lnTo>
                <a:lnTo>
                  <a:pt x="160" y="397"/>
                </a:lnTo>
                <a:lnTo>
                  <a:pt x="160" y="396"/>
                </a:lnTo>
                <a:lnTo>
                  <a:pt x="159" y="396"/>
                </a:lnTo>
                <a:lnTo>
                  <a:pt x="159" y="397"/>
                </a:lnTo>
                <a:lnTo>
                  <a:pt x="158" y="397"/>
                </a:lnTo>
                <a:lnTo>
                  <a:pt x="157" y="397"/>
                </a:lnTo>
                <a:lnTo>
                  <a:pt x="157" y="396"/>
                </a:lnTo>
                <a:lnTo>
                  <a:pt x="157" y="395"/>
                </a:lnTo>
                <a:lnTo>
                  <a:pt x="157" y="394"/>
                </a:lnTo>
                <a:lnTo>
                  <a:pt x="158" y="395"/>
                </a:lnTo>
                <a:lnTo>
                  <a:pt x="159" y="395"/>
                </a:lnTo>
                <a:lnTo>
                  <a:pt x="158" y="394"/>
                </a:lnTo>
                <a:lnTo>
                  <a:pt x="157" y="394"/>
                </a:lnTo>
                <a:lnTo>
                  <a:pt x="157" y="393"/>
                </a:lnTo>
                <a:lnTo>
                  <a:pt x="157" y="392"/>
                </a:lnTo>
                <a:lnTo>
                  <a:pt x="156" y="392"/>
                </a:lnTo>
                <a:lnTo>
                  <a:pt x="155" y="392"/>
                </a:lnTo>
                <a:lnTo>
                  <a:pt x="155" y="391"/>
                </a:lnTo>
                <a:lnTo>
                  <a:pt x="154" y="391"/>
                </a:lnTo>
                <a:lnTo>
                  <a:pt x="155" y="390"/>
                </a:lnTo>
                <a:lnTo>
                  <a:pt x="155" y="389"/>
                </a:lnTo>
                <a:lnTo>
                  <a:pt x="154" y="390"/>
                </a:lnTo>
                <a:lnTo>
                  <a:pt x="155" y="389"/>
                </a:lnTo>
                <a:lnTo>
                  <a:pt x="154" y="389"/>
                </a:lnTo>
                <a:lnTo>
                  <a:pt x="154" y="388"/>
                </a:lnTo>
                <a:lnTo>
                  <a:pt x="153" y="387"/>
                </a:lnTo>
                <a:lnTo>
                  <a:pt x="152" y="387"/>
                </a:lnTo>
                <a:lnTo>
                  <a:pt x="152" y="386"/>
                </a:lnTo>
                <a:lnTo>
                  <a:pt x="151" y="386"/>
                </a:lnTo>
                <a:lnTo>
                  <a:pt x="151" y="385"/>
                </a:lnTo>
                <a:lnTo>
                  <a:pt x="151" y="384"/>
                </a:lnTo>
                <a:lnTo>
                  <a:pt x="150" y="384"/>
                </a:lnTo>
                <a:lnTo>
                  <a:pt x="150" y="383"/>
                </a:lnTo>
                <a:lnTo>
                  <a:pt x="151" y="382"/>
                </a:lnTo>
                <a:lnTo>
                  <a:pt x="151" y="381"/>
                </a:lnTo>
                <a:lnTo>
                  <a:pt x="152" y="381"/>
                </a:lnTo>
                <a:lnTo>
                  <a:pt x="152" y="380"/>
                </a:lnTo>
                <a:lnTo>
                  <a:pt x="151" y="380"/>
                </a:lnTo>
                <a:lnTo>
                  <a:pt x="152" y="379"/>
                </a:lnTo>
                <a:lnTo>
                  <a:pt x="151" y="379"/>
                </a:lnTo>
                <a:lnTo>
                  <a:pt x="151" y="378"/>
                </a:lnTo>
                <a:lnTo>
                  <a:pt x="152" y="378"/>
                </a:lnTo>
                <a:lnTo>
                  <a:pt x="152" y="377"/>
                </a:lnTo>
                <a:lnTo>
                  <a:pt x="151" y="377"/>
                </a:lnTo>
                <a:lnTo>
                  <a:pt x="151" y="376"/>
                </a:lnTo>
                <a:lnTo>
                  <a:pt x="152" y="376"/>
                </a:lnTo>
                <a:lnTo>
                  <a:pt x="152" y="375"/>
                </a:lnTo>
                <a:lnTo>
                  <a:pt x="151" y="375"/>
                </a:lnTo>
                <a:lnTo>
                  <a:pt x="151" y="374"/>
                </a:lnTo>
                <a:lnTo>
                  <a:pt x="150" y="373"/>
                </a:lnTo>
                <a:lnTo>
                  <a:pt x="149" y="373"/>
                </a:lnTo>
                <a:lnTo>
                  <a:pt x="148" y="373"/>
                </a:lnTo>
                <a:lnTo>
                  <a:pt x="147" y="373"/>
                </a:lnTo>
                <a:lnTo>
                  <a:pt x="147" y="372"/>
                </a:lnTo>
                <a:lnTo>
                  <a:pt x="148" y="372"/>
                </a:lnTo>
                <a:lnTo>
                  <a:pt x="148" y="371"/>
                </a:lnTo>
                <a:lnTo>
                  <a:pt x="149" y="370"/>
                </a:lnTo>
                <a:lnTo>
                  <a:pt x="149" y="369"/>
                </a:lnTo>
                <a:lnTo>
                  <a:pt x="148" y="369"/>
                </a:lnTo>
                <a:lnTo>
                  <a:pt x="146" y="369"/>
                </a:lnTo>
                <a:lnTo>
                  <a:pt x="145" y="368"/>
                </a:lnTo>
                <a:lnTo>
                  <a:pt x="145" y="369"/>
                </a:lnTo>
                <a:lnTo>
                  <a:pt x="145" y="368"/>
                </a:lnTo>
                <a:lnTo>
                  <a:pt x="145" y="367"/>
                </a:lnTo>
                <a:lnTo>
                  <a:pt x="144" y="367"/>
                </a:lnTo>
                <a:lnTo>
                  <a:pt x="145" y="366"/>
                </a:lnTo>
                <a:lnTo>
                  <a:pt x="144" y="365"/>
                </a:lnTo>
                <a:lnTo>
                  <a:pt x="144" y="364"/>
                </a:lnTo>
                <a:lnTo>
                  <a:pt x="145" y="364"/>
                </a:lnTo>
                <a:lnTo>
                  <a:pt x="146" y="364"/>
                </a:lnTo>
                <a:lnTo>
                  <a:pt x="146" y="363"/>
                </a:lnTo>
                <a:lnTo>
                  <a:pt x="146" y="362"/>
                </a:lnTo>
                <a:lnTo>
                  <a:pt x="145" y="362"/>
                </a:lnTo>
                <a:lnTo>
                  <a:pt x="145" y="361"/>
                </a:lnTo>
                <a:lnTo>
                  <a:pt x="146" y="360"/>
                </a:lnTo>
                <a:lnTo>
                  <a:pt x="145" y="360"/>
                </a:lnTo>
                <a:lnTo>
                  <a:pt x="145" y="359"/>
                </a:lnTo>
                <a:lnTo>
                  <a:pt x="144" y="359"/>
                </a:lnTo>
                <a:lnTo>
                  <a:pt x="143" y="359"/>
                </a:lnTo>
                <a:lnTo>
                  <a:pt x="142" y="359"/>
                </a:lnTo>
                <a:lnTo>
                  <a:pt x="141" y="360"/>
                </a:lnTo>
                <a:lnTo>
                  <a:pt x="140" y="360"/>
                </a:lnTo>
                <a:lnTo>
                  <a:pt x="140" y="359"/>
                </a:lnTo>
                <a:lnTo>
                  <a:pt x="139" y="359"/>
                </a:lnTo>
                <a:lnTo>
                  <a:pt x="140" y="359"/>
                </a:lnTo>
                <a:lnTo>
                  <a:pt x="139" y="360"/>
                </a:lnTo>
                <a:lnTo>
                  <a:pt x="138" y="360"/>
                </a:lnTo>
                <a:lnTo>
                  <a:pt x="137" y="360"/>
                </a:lnTo>
                <a:lnTo>
                  <a:pt x="137" y="359"/>
                </a:lnTo>
                <a:lnTo>
                  <a:pt x="136" y="359"/>
                </a:lnTo>
                <a:lnTo>
                  <a:pt x="137" y="359"/>
                </a:lnTo>
                <a:lnTo>
                  <a:pt x="137" y="360"/>
                </a:lnTo>
                <a:lnTo>
                  <a:pt x="136" y="361"/>
                </a:lnTo>
                <a:lnTo>
                  <a:pt x="135" y="360"/>
                </a:lnTo>
                <a:lnTo>
                  <a:pt x="135" y="361"/>
                </a:lnTo>
                <a:lnTo>
                  <a:pt x="135" y="362"/>
                </a:lnTo>
                <a:lnTo>
                  <a:pt x="134" y="362"/>
                </a:lnTo>
                <a:lnTo>
                  <a:pt x="134" y="361"/>
                </a:lnTo>
                <a:lnTo>
                  <a:pt x="133" y="362"/>
                </a:lnTo>
                <a:lnTo>
                  <a:pt x="133" y="363"/>
                </a:lnTo>
                <a:lnTo>
                  <a:pt x="133" y="364"/>
                </a:lnTo>
                <a:lnTo>
                  <a:pt x="133" y="365"/>
                </a:lnTo>
                <a:lnTo>
                  <a:pt x="133" y="366"/>
                </a:lnTo>
                <a:lnTo>
                  <a:pt x="132" y="367"/>
                </a:lnTo>
                <a:lnTo>
                  <a:pt x="132" y="368"/>
                </a:lnTo>
                <a:lnTo>
                  <a:pt x="132" y="369"/>
                </a:lnTo>
                <a:lnTo>
                  <a:pt x="132" y="370"/>
                </a:lnTo>
                <a:lnTo>
                  <a:pt x="132" y="371"/>
                </a:lnTo>
                <a:lnTo>
                  <a:pt x="131" y="372"/>
                </a:lnTo>
                <a:lnTo>
                  <a:pt x="130" y="373"/>
                </a:lnTo>
                <a:lnTo>
                  <a:pt x="130" y="374"/>
                </a:lnTo>
                <a:lnTo>
                  <a:pt x="129" y="375"/>
                </a:lnTo>
                <a:lnTo>
                  <a:pt x="128" y="375"/>
                </a:lnTo>
                <a:lnTo>
                  <a:pt x="128" y="376"/>
                </a:lnTo>
                <a:lnTo>
                  <a:pt x="127" y="376"/>
                </a:lnTo>
                <a:lnTo>
                  <a:pt x="127" y="375"/>
                </a:lnTo>
                <a:lnTo>
                  <a:pt x="127" y="374"/>
                </a:lnTo>
                <a:lnTo>
                  <a:pt x="126" y="374"/>
                </a:lnTo>
                <a:lnTo>
                  <a:pt x="126" y="373"/>
                </a:lnTo>
                <a:lnTo>
                  <a:pt x="125" y="373"/>
                </a:lnTo>
                <a:lnTo>
                  <a:pt x="123" y="373"/>
                </a:lnTo>
                <a:lnTo>
                  <a:pt x="122" y="373"/>
                </a:lnTo>
                <a:lnTo>
                  <a:pt x="121" y="374"/>
                </a:lnTo>
                <a:lnTo>
                  <a:pt x="120" y="375"/>
                </a:lnTo>
                <a:lnTo>
                  <a:pt x="119" y="375"/>
                </a:lnTo>
                <a:lnTo>
                  <a:pt x="118" y="376"/>
                </a:lnTo>
                <a:lnTo>
                  <a:pt x="119" y="376"/>
                </a:lnTo>
                <a:lnTo>
                  <a:pt x="119" y="377"/>
                </a:lnTo>
                <a:lnTo>
                  <a:pt x="119" y="378"/>
                </a:lnTo>
                <a:lnTo>
                  <a:pt x="118" y="378"/>
                </a:lnTo>
                <a:lnTo>
                  <a:pt x="118" y="379"/>
                </a:lnTo>
                <a:lnTo>
                  <a:pt x="117" y="379"/>
                </a:lnTo>
                <a:lnTo>
                  <a:pt x="116" y="380"/>
                </a:lnTo>
                <a:lnTo>
                  <a:pt x="115" y="381"/>
                </a:lnTo>
                <a:lnTo>
                  <a:pt x="115" y="380"/>
                </a:lnTo>
                <a:lnTo>
                  <a:pt x="114" y="381"/>
                </a:lnTo>
                <a:lnTo>
                  <a:pt x="113" y="382"/>
                </a:lnTo>
                <a:lnTo>
                  <a:pt x="113" y="381"/>
                </a:lnTo>
                <a:lnTo>
                  <a:pt x="113" y="382"/>
                </a:lnTo>
                <a:lnTo>
                  <a:pt x="113" y="383"/>
                </a:lnTo>
                <a:lnTo>
                  <a:pt x="113" y="384"/>
                </a:lnTo>
                <a:lnTo>
                  <a:pt x="112" y="384"/>
                </a:lnTo>
                <a:lnTo>
                  <a:pt x="112" y="385"/>
                </a:lnTo>
                <a:lnTo>
                  <a:pt x="111" y="385"/>
                </a:lnTo>
                <a:lnTo>
                  <a:pt x="110" y="385"/>
                </a:lnTo>
                <a:lnTo>
                  <a:pt x="110" y="384"/>
                </a:lnTo>
                <a:lnTo>
                  <a:pt x="110" y="385"/>
                </a:lnTo>
                <a:lnTo>
                  <a:pt x="109" y="385"/>
                </a:lnTo>
                <a:lnTo>
                  <a:pt x="108" y="385"/>
                </a:lnTo>
                <a:lnTo>
                  <a:pt x="107" y="385"/>
                </a:lnTo>
                <a:lnTo>
                  <a:pt x="106" y="385"/>
                </a:lnTo>
                <a:lnTo>
                  <a:pt x="105" y="385"/>
                </a:lnTo>
                <a:lnTo>
                  <a:pt x="104" y="384"/>
                </a:lnTo>
                <a:lnTo>
                  <a:pt x="103" y="384"/>
                </a:lnTo>
                <a:lnTo>
                  <a:pt x="103" y="385"/>
                </a:lnTo>
                <a:lnTo>
                  <a:pt x="103" y="384"/>
                </a:lnTo>
                <a:lnTo>
                  <a:pt x="102" y="384"/>
                </a:lnTo>
                <a:lnTo>
                  <a:pt x="101" y="384"/>
                </a:lnTo>
                <a:lnTo>
                  <a:pt x="100" y="383"/>
                </a:lnTo>
                <a:lnTo>
                  <a:pt x="100" y="384"/>
                </a:lnTo>
                <a:lnTo>
                  <a:pt x="99" y="384"/>
                </a:lnTo>
                <a:lnTo>
                  <a:pt x="99" y="383"/>
                </a:lnTo>
                <a:lnTo>
                  <a:pt x="99" y="382"/>
                </a:lnTo>
                <a:lnTo>
                  <a:pt x="99" y="381"/>
                </a:lnTo>
                <a:lnTo>
                  <a:pt x="98" y="381"/>
                </a:lnTo>
                <a:lnTo>
                  <a:pt x="99" y="381"/>
                </a:lnTo>
                <a:lnTo>
                  <a:pt x="100" y="380"/>
                </a:lnTo>
                <a:lnTo>
                  <a:pt x="99" y="379"/>
                </a:lnTo>
                <a:lnTo>
                  <a:pt x="98" y="379"/>
                </a:lnTo>
                <a:lnTo>
                  <a:pt x="97" y="380"/>
                </a:lnTo>
                <a:lnTo>
                  <a:pt x="96" y="380"/>
                </a:lnTo>
                <a:lnTo>
                  <a:pt x="96" y="381"/>
                </a:lnTo>
                <a:lnTo>
                  <a:pt x="95" y="380"/>
                </a:lnTo>
                <a:lnTo>
                  <a:pt x="94" y="380"/>
                </a:lnTo>
                <a:lnTo>
                  <a:pt x="93" y="380"/>
                </a:lnTo>
                <a:lnTo>
                  <a:pt x="93" y="379"/>
                </a:lnTo>
                <a:lnTo>
                  <a:pt x="92" y="379"/>
                </a:lnTo>
                <a:lnTo>
                  <a:pt x="91" y="379"/>
                </a:lnTo>
                <a:lnTo>
                  <a:pt x="91" y="378"/>
                </a:lnTo>
                <a:lnTo>
                  <a:pt x="90" y="378"/>
                </a:lnTo>
                <a:lnTo>
                  <a:pt x="90" y="377"/>
                </a:lnTo>
                <a:lnTo>
                  <a:pt x="89" y="377"/>
                </a:lnTo>
                <a:lnTo>
                  <a:pt x="88" y="377"/>
                </a:lnTo>
                <a:lnTo>
                  <a:pt x="87" y="377"/>
                </a:lnTo>
                <a:lnTo>
                  <a:pt x="87" y="376"/>
                </a:lnTo>
                <a:lnTo>
                  <a:pt x="86" y="377"/>
                </a:lnTo>
                <a:lnTo>
                  <a:pt x="86" y="378"/>
                </a:lnTo>
                <a:lnTo>
                  <a:pt x="87" y="378"/>
                </a:lnTo>
                <a:lnTo>
                  <a:pt x="87" y="379"/>
                </a:lnTo>
                <a:lnTo>
                  <a:pt x="86" y="379"/>
                </a:lnTo>
                <a:lnTo>
                  <a:pt x="85" y="380"/>
                </a:lnTo>
                <a:lnTo>
                  <a:pt x="84" y="380"/>
                </a:lnTo>
                <a:lnTo>
                  <a:pt x="84" y="381"/>
                </a:lnTo>
                <a:lnTo>
                  <a:pt x="84" y="382"/>
                </a:lnTo>
                <a:lnTo>
                  <a:pt x="83" y="381"/>
                </a:lnTo>
                <a:lnTo>
                  <a:pt x="82" y="381"/>
                </a:lnTo>
                <a:lnTo>
                  <a:pt x="80" y="381"/>
                </a:lnTo>
                <a:lnTo>
                  <a:pt x="79" y="381"/>
                </a:lnTo>
                <a:lnTo>
                  <a:pt x="79" y="380"/>
                </a:lnTo>
                <a:lnTo>
                  <a:pt x="79" y="379"/>
                </a:lnTo>
                <a:lnTo>
                  <a:pt x="78" y="379"/>
                </a:lnTo>
                <a:lnTo>
                  <a:pt x="78" y="378"/>
                </a:lnTo>
                <a:lnTo>
                  <a:pt x="78" y="377"/>
                </a:lnTo>
                <a:lnTo>
                  <a:pt x="77" y="377"/>
                </a:lnTo>
                <a:lnTo>
                  <a:pt x="77" y="376"/>
                </a:lnTo>
                <a:lnTo>
                  <a:pt x="77" y="375"/>
                </a:lnTo>
                <a:lnTo>
                  <a:pt x="76" y="375"/>
                </a:lnTo>
                <a:lnTo>
                  <a:pt x="75" y="375"/>
                </a:lnTo>
                <a:lnTo>
                  <a:pt x="75" y="376"/>
                </a:lnTo>
                <a:lnTo>
                  <a:pt x="75" y="375"/>
                </a:lnTo>
                <a:lnTo>
                  <a:pt x="75" y="374"/>
                </a:lnTo>
                <a:lnTo>
                  <a:pt x="76" y="374"/>
                </a:lnTo>
                <a:lnTo>
                  <a:pt x="76" y="373"/>
                </a:lnTo>
                <a:lnTo>
                  <a:pt x="77" y="373"/>
                </a:lnTo>
                <a:lnTo>
                  <a:pt x="77" y="372"/>
                </a:lnTo>
                <a:lnTo>
                  <a:pt x="78" y="372"/>
                </a:lnTo>
                <a:lnTo>
                  <a:pt x="78" y="371"/>
                </a:lnTo>
                <a:lnTo>
                  <a:pt x="79" y="370"/>
                </a:lnTo>
                <a:lnTo>
                  <a:pt x="80" y="370"/>
                </a:lnTo>
                <a:lnTo>
                  <a:pt x="80" y="369"/>
                </a:lnTo>
                <a:lnTo>
                  <a:pt x="80" y="370"/>
                </a:lnTo>
                <a:lnTo>
                  <a:pt x="79" y="369"/>
                </a:lnTo>
                <a:lnTo>
                  <a:pt x="79" y="368"/>
                </a:lnTo>
                <a:lnTo>
                  <a:pt x="79" y="367"/>
                </a:lnTo>
                <a:lnTo>
                  <a:pt x="79" y="366"/>
                </a:lnTo>
                <a:lnTo>
                  <a:pt x="80" y="366"/>
                </a:lnTo>
                <a:lnTo>
                  <a:pt x="80" y="365"/>
                </a:lnTo>
                <a:lnTo>
                  <a:pt x="80" y="364"/>
                </a:lnTo>
                <a:lnTo>
                  <a:pt x="79" y="364"/>
                </a:lnTo>
                <a:lnTo>
                  <a:pt x="79" y="363"/>
                </a:lnTo>
                <a:lnTo>
                  <a:pt x="79" y="362"/>
                </a:lnTo>
                <a:lnTo>
                  <a:pt x="78" y="361"/>
                </a:lnTo>
                <a:lnTo>
                  <a:pt x="78" y="360"/>
                </a:lnTo>
                <a:lnTo>
                  <a:pt x="78" y="361"/>
                </a:lnTo>
                <a:lnTo>
                  <a:pt x="78" y="360"/>
                </a:lnTo>
                <a:lnTo>
                  <a:pt x="77" y="359"/>
                </a:lnTo>
                <a:lnTo>
                  <a:pt x="76" y="358"/>
                </a:lnTo>
                <a:lnTo>
                  <a:pt x="77" y="358"/>
                </a:lnTo>
                <a:lnTo>
                  <a:pt x="77" y="357"/>
                </a:lnTo>
                <a:lnTo>
                  <a:pt x="77" y="356"/>
                </a:lnTo>
                <a:lnTo>
                  <a:pt x="76" y="356"/>
                </a:lnTo>
                <a:lnTo>
                  <a:pt x="77" y="356"/>
                </a:lnTo>
                <a:lnTo>
                  <a:pt x="78" y="356"/>
                </a:lnTo>
                <a:lnTo>
                  <a:pt x="79" y="356"/>
                </a:lnTo>
                <a:lnTo>
                  <a:pt x="79" y="355"/>
                </a:lnTo>
                <a:lnTo>
                  <a:pt x="78" y="355"/>
                </a:lnTo>
                <a:lnTo>
                  <a:pt x="79" y="355"/>
                </a:lnTo>
                <a:lnTo>
                  <a:pt x="79" y="354"/>
                </a:lnTo>
                <a:lnTo>
                  <a:pt x="78" y="354"/>
                </a:lnTo>
                <a:lnTo>
                  <a:pt x="78" y="355"/>
                </a:lnTo>
                <a:lnTo>
                  <a:pt x="78" y="354"/>
                </a:lnTo>
                <a:lnTo>
                  <a:pt x="77" y="354"/>
                </a:lnTo>
                <a:lnTo>
                  <a:pt x="77" y="353"/>
                </a:lnTo>
                <a:lnTo>
                  <a:pt x="76" y="353"/>
                </a:lnTo>
                <a:lnTo>
                  <a:pt x="76" y="352"/>
                </a:lnTo>
                <a:lnTo>
                  <a:pt x="75" y="351"/>
                </a:lnTo>
                <a:lnTo>
                  <a:pt x="75" y="350"/>
                </a:lnTo>
                <a:lnTo>
                  <a:pt x="75" y="349"/>
                </a:lnTo>
                <a:lnTo>
                  <a:pt x="74" y="349"/>
                </a:lnTo>
                <a:lnTo>
                  <a:pt x="74" y="348"/>
                </a:lnTo>
                <a:lnTo>
                  <a:pt x="73" y="347"/>
                </a:lnTo>
                <a:lnTo>
                  <a:pt x="74" y="347"/>
                </a:lnTo>
                <a:lnTo>
                  <a:pt x="75" y="347"/>
                </a:lnTo>
                <a:lnTo>
                  <a:pt x="74" y="346"/>
                </a:lnTo>
                <a:lnTo>
                  <a:pt x="74" y="345"/>
                </a:lnTo>
                <a:lnTo>
                  <a:pt x="73" y="344"/>
                </a:lnTo>
                <a:lnTo>
                  <a:pt x="73" y="343"/>
                </a:lnTo>
                <a:lnTo>
                  <a:pt x="73" y="342"/>
                </a:lnTo>
                <a:lnTo>
                  <a:pt x="72" y="341"/>
                </a:lnTo>
                <a:lnTo>
                  <a:pt x="73" y="341"/>
                </a:lnTo>
                <a:lnTo>
                  <a:pt x="73" y="340"/>
                </a:lnTo>
                <a:lnTo>
                  <a:pt x="73" y="339"/>
                </a:lnTo>
                <a:lnTo>
                  <a:pt x="72" y="339"/>
                </a:lnTo>
                <a:lnTo>
                  <a:pt x="72" y="338"/>
                </a:lnTo>
                <a:lnTo>
                  <a:pt x="73" y="337"/>
                </a:lnTo>
                <a:lnTo>
                  <a:pt x="72" y="337"/>
                </a:lnTo>
                <a:lnTo>
                  <a:pt x="72" y="336"/>
                </a:lnTo>
                <a:lnTo>
                  <a:pt x="72" y="335"/>
                </a:lnTo>
                <a:lnTo>
                  <a:pt x="71" y="335"/>
                </a:lnTo>
                <a:lnTo>
                  <a:pt x="72" y="334"/>
                </a:lnTo>
                <a:lnTo>
                  <a:pt x="70" y="334"/>
                </a:lnTo>
                <a:lnTo>
                  <a:pt x="70" y="333"/>
                </a:lnTo>
                <a:lnTo>
                  <a:pt x="69" y="332"/>
                </a:lnTo>
                <a:lnTo>
                  <a:pt x="68" y="332"/>
                </a:lnTo>
                <a:lnTo>
                  <a:pt x="67" y="332"/>
                </a:lnTo>
                <a:lnTo>
                  <a:pt x="66" y="332"/>
                </a:lnTo>
                <a:lnTo>
                  <a:pt x="65" y="332"/>
                </a:lnTo>
                <a:lnTo>
                  <a:pt x="65" y="331"/>
                </a:lnTo>
                <a:lnTo>
                  <a:pt x="65" y="330"/>
                </a:lnTo>
                <a:lnTo>
                  <a:pt x="64" y="329"/>
                </a:lnTo>
                <a:lnTo>
                  <a:pt x="63" y="329"/>
                </a:lnTo>
                <a:lnTo>
                  <a:pt x="63" y="328"/>
                </a:lnTo>
                <a:lnTo>
                  <a:pt x="64" y="328"/>
                </a:lnTo>
                <a:lnTo>
                  <a:pt x="64" y="327"/>
                </a:lnTo>
                <a:lnTo>
                  <a:pt x="63" y="326"/>
                </a:lnTo>
                <a:lnTo>
                  <a:pt x="63" y="324"/>
                </a:lnTo>
                <a:lnTo>
                  <a:pt x="64" y="323"/>
                </a:lnTo>
                <a:lnTo>
                  <a:pt x="64" y="322"/>
                </a:lnTo>
                <a:lnTo>
                  <a:pt x="63" y="322"/>
                </a:lnTo>
                <a:lnTo>
                  <a:pt x="63" y="323"/>
                </a:lnTo>
                <a:lnTo>
                  <a:pt x="62" y="322"/>
                </a:lnTo>
                <a:lnTo>
                  <a:pt x="63" y="321"/>
                </a:lnTo>
                <a:lnTo>
                  <a:pt x="62" y="320"/>
                </a:lnTo>
                <a:lnTo>
                  <a:pt x="62" y="319"/>
                </a:lnTo>
                <a:lnTo>
                  <a:pt x="63" y="319"/>
                </a:lnTo>
                <a:lnTo>
                  <a:pt x="63" y="318"/>
                </a:lnTo>
                <a:lnTo>
                  <a:pt x="64" y="318"/>
                </a:lnTo>
                <a:lnTo>
                  <a:pt x="64" y="317"/>
                </a:lnTo>
                <a:lnTo>
                  <a:pt x="65" y="317"/>
                </a:lnTo>
                <a:lnTo>
                  <a:pt x="65" y="316"/>
                </a:lnTo>
                <a:lnTo>
                  <a:pt x="66" y="316"/>
                </a:lnTo>
                <a:lnTo>
                  <a:pt x="67" y="316"/>
                </a:lnTo>
                <a:lnTo>
                  <a:pt x="67" y="315"/>
                </a:lnTo>
                <a:lnTo>
                  <a:pt x="67" y="314"/>
                </a:lnTo>
                <a:lnTo>
                  <a:pt x="68" y="314"/>
                </a:lnTo>
                <a:lnTo>
                  <a:pt x="69" y="314"/>
                </a:lnTo>
                <a:lnTo>
                  <a:pt x="70" y="314"/>
                </a:lnTo>
                <a:lnTo>
                  <a:pt x="70" y="313"/>
                </a:lnTo>
                <a:lnTo>
                  <a:pt x="70" y="312"/>
                </a:lnTo>
                <a:lnTo>
                  <a:pt x="70" y="311"/>
                </a:lnTo>
                <a:lnTo>
                  <a:pt x="71" y="311"/>
                </a:lnTo>
                <a:lnTo>
                  <a:pt x="71" y="310"/>
                </a:lnTo>
                <a:lnTo>
                  <a:pt x="70" y="310"/>
                </a:lnTo>
                <a:lnTo>
                  <a:pt x="70" y="309"/>
                </a:lnTo>
                <a:lnTo>
                  <a:pt x="69" y="309"/>
                </a:lnTo>
                <a:lnTo>
                  <a:pt x="70" y="309"/>
                </a:lnTo>
                <a:lnTo>
                  <a:pt x="69" y="308"/>
                </a:lnTo>
                <a:lnTo>
                  <a:pt x="68" y="308"/>
                </a:lnTo>
                <a:lnTo>
                  <a:pt x="67" y="309"/>
                </a:lnTo>
                <a:lnTo>
                  <a:pt x="67" y="308"/>
                </a:lnTo>
                <a:lnTo>
                  <a:pt x="66" y="309"/>
                </a:lnTo>
                <a:lnTo>
                  <a:pt x="66" y="308"/>
                </a:lnTo>
                <a:lnTo>
                  <a:pt x="67" y="308"/>
                </a:lnTo>
                <a:lnTo>
                  <a:pt x="67" y="307"/>
                </a:lnTo>
                <a:lnTo>
                  <a:pt x="67" y="306"/>
                </a:lnTo>
                <a:lnTo>
                  <a:pt x="68" y="306"/>
                </a:lnTo>
                <a:lnTo>
                  <a:pt x="69" y="305"/>
                </a:lnTo>
                <a:lnTo>
                  <a:pt x="69" y="304"/>
                </a:lnTo>
                <a:lnTo>
                  <a:pt x="70" y="304"/>
                </a:lnTo>
                <a:lnTo>
                  <a:pt x="70" y="303"/>
                </a:lnTo>
                <a:lnTo>
                  <a:pt x="71" y="303"/>
                </a:lnTo>
                <a:lnTo>
                  <a:pt x="71" y="302"/>
                </a:lnTo>
                <a:lnTo>
                  <a:pt x="70" y="302"/>
                </a:lnTo>
                <a:lnTo>
                  <a:pt x="70" y="301"/>
                </a:lnTo>
                <a:lnTo>
                  <a:pt x="69" y="301"/>
                </a:lnTo>
                <a:lnTo>
                  <a:pt x="68" y="301"/>
                </a:lnTo>
                <a:lnTo>
                  <a:pt x="67" y="301"/>
                </a:lnTo>
                <a:lnTo>
                  <a:pt x="67" y="302"/>
                </a:lnTo>
                <a:lnTo>
                  <a:pt x="67" y="301"/>
                </a:lnTo>
                <a:lnTo>
                  <a:pt x="66" y="301"/>
                </a:lnTo>
                <a:lnTo>
                  <a:pt x="66" y="300"/>
                </a:lnTo>
                <a:lnTo>
                  <a:pt x="65" y="300"/>
                </a:lnTo>
                <a:lnTo>
                  <a:pt x="64" y="299"/>
                </a:lnTo>
                <a:lnTo>
                  <a:pt x="64" y="300"/>
                </a:lnTo>
                <a:lnTo>
                  <a:pt x="63" y="300"/>
                </a:lnTo>
                <a:lnTo>
                  <a:pt x="64" y="299"/>
                </a:lnTo>
                <a:lnTo>
                  <a:pt x="64" y="298"/>
                </a:lnTo>
                <a:lnTo>
                  <a:pt x="64" y="297"/>
                </a:lnTo>
                <a:lnTo>
                  <a:pt x="63" y="297"/>
                </a:lnTo>
                <a:lnTo>
                  <a:pt x="63" y="296"/>
                </a:lnTo>
                <a:lnTo>
                  <a:pt x="63" y="295"/>
                </a:lnTo>
                <a:lnTo>
                  <a:pt x="63" y="294"/>
                </a:lnTo>
                <a:lnTo>
                  <a:pt x="62" y="294"/>
                </a:lnTo>
                <a:lnTo>
                  <a:pt x="61" y="294"/>
                </a:lnTo>
                <a:lnTo>
                  <a:pt x="60" y="295"/>
                </a:lnTo>
                <a:lnTo>
                  <a:pt x="60" y="296"/>
                </a:lnTo>
                <a:lnTo>
                  <a:pt x="59" y="297"/>
                </a:lnTo>
                <a:lnTo>
                  <a:pt x="59" y="298"/>
                </a:lnTo>
                <a:lnTo>
                  <a:pt x="58" y="298"/>
                </a:lnTo>
                <a:lnTo>
                  <a:pt x="57" y="298"/>
                </a:lnTo>
                <a:lnTo>
                  <a:pt x="57" y="297"/>
                </a:lnTo>
                <a:lnTo>
                  <a:pt x="56" y="297"/>
                </a:lnTo>
                <a:lnTo>
                  <a:pt x="56" y="298"/>
                </a:lnTo>
                <a:lnTo>
                  <a:pt x="55" y="298"/>
                </a:lnTo>
                <a:lnTo>
                  <a:pt x="55" y="299"/>
                </a:lnTo>
                <a:lnTo>
                  <a:pt x="54" y="299"/>
                </a:lnTo>
                <a:lnTo>
                  <a:pt x="53" y="299"/>
                </a:lnTo>
                <a:lnTo>
                  <a:pt x="53" y="298"/>
                </a:lnTo>
                <a:lnTo>
                  <a:pt x="52" y="299"/>
                </a:lnTo>
                <a:lnTo>
                  <a:pt x="52" y="300"/>
                </a:lnTo>
                <a:lnTo>
                  <a:pt x="51" y="299"/>
                </a:lnTo>
                <a:lnTo>
                  <a:pt x="51" y="298"/>
                </a:lnTo>
                <a:lnTo>
                  <a:pt x="52" y="298"/>
                </a:lnTo>
                <a:lnTo>
                  <a:pt x="51" y="297"/>
                </a:lnTo>
                <a:lnTo>
                  <a:pt x="50" y="297"/>
                </a:lnTo>
                <a:lnTo>
                  <a:pt x="50" y="296"/>
                </a:lnTo>
                <a:lnTo>
                  <a:pt x="49" y="296"/>
                </a:lnTo>
                <a:lnTo>
                  <a:pt x="48" y="297"/>
                </a:lnTo>
                <a:lnTo>
                  <a:pt x="47" y="297"/>
                </a:lnTo>
                <a:lnTo>
                  <a:pt x="47" y="298"/>
                </a:lnTo>
                <a:lnTo>
                  <a:pt x="46" y="298"/>
                </a:lnTo>
                <a:lnTo>
                  <a:pt x="45" y="297"/>
                </a:lnTo>
                <a:lnTo>
                  <a:pt x="44" y="297"/>
                </a:lnTo>
                <a:lnTo>
                  <a:pt x="45" y="298"/>
                </a:lnTo>
                <a:lnTo>
                  <a:pt x="44" y="298"/>
                </a:lnTo>
                <a:lnTo>
                  <a:pt x="44" y="297"/>
                </a:lnTo>
                <a:lnTo>
                  <a:pt x="43" y="297"/>
                </a:lnTo>
                <a:lnTo>
                  <a:pt x="42" y="297"/>
                </a:lnTo>
                <a:lnTo>
                  <a:pt x="42" y="298"/>
                </a:lnTo>
                <a:lnTo>
                  <a:pt x="42" y="299"/>
                </a:lnTo>
                <a:lnTo>
                  <a:pt x="43" y="299"/>
                </a:lnTo>
                <a:lnTo>
                  <a:pt x="43" y="300"/>
                </a:lnTo>
                <a:lnTo>
                  <a:pt x="43" y="301"/>
                </a:lnTo>
                <a:lnTo>
                  <a:pt x="42" y="301"/>
                </a:lnTo>
                <a:lnTo>
                  <a:pt x="41" y="301"/>
                </a:lnTo>
                <a:lnTo>
                  <a:pt x="40" y="301"/>
                </a:lnTo>
                <a:lnTo>
                  <a:pt x="39" y="301"/>
                </a:lnTo>
                <a:lnTo>
                  <a:pt x="38" y="300"/>
                </a:lnTo>
                <a:lnTo>
                  <a:pt x="38" y="299"/>
                </a:lnTo>
                <a:lnTo>
                  <a:pt x="37" y="299"/>
                </a:lnTo>
                <a:lnTo>
                  <a:pt x="37" y="298"/>
                </a:lnTo>
                <a:lnTo>
                  <a:pt x="37" y="297"/>
                </a:lnTo>
                <a:lnTo>
                  <a:pt x="36" y="297"/>
                </a:lnTo>
                <a:lnTo>
                  <a:pt x="37" y="296"/>
                </a:lnTo>
                <a:lnTo>
                  <a:pt x="38" y="296"/>
                </a:lnTo>
                <a:lnTo>
                  <a:pt x="38" y="295"/>
                </a:lnTo>
                <a:lnTo>
                  <a:pt x="39" y="295"/>
                </a:lnTo>
                <a:lnTo>
                  <a:pt x="40" y="294"/>
                </a:lnTo>
                <a:lnTo>
                  <a:pt x="40" y="293"/>
                </a:lnTo>
                <a:lnTo>
                  <a:pt x="41" y="293"/>
                </a:lnTo>
                <a:lnTo>
                  <a:pt x="41" y="292"/>
                </a:lnTo>
                <a:lnTo>
                  <a:pt x="41" y="291"/>
                </a:lnTo>
                <a:lnTo>
                  <a:pt x="41" y="292"/>
                </a:lnTo>
                <a:lnTo>
                  <a:pt x="40" y="292"/>
                </a:lnTo>
                <a:lnTo>
                  <a:pt x="41" y="292"/>
                </a:lnTo>
                <a:lnTo>
                  <a:pt x="40" y="292"/>
                </a:lnTo>
                <a:lnTo>
                  <a:pt x="40" y="291"/>
                </a:lnTo>
                <a:lnTo>
                  <a:pt x="40" y="289"/>
                </a:lnTo>
                <a:lnTo>
                  <a:pt x="39" y="289"/>
                </a:lnTo>
                <a:lnTo>
                  <a:pt x="39" y="288"/>
                </a:lnTo>
                <a:lnTo>
                  <a:pt x="39" y="287"/>
                </a:lnTo>
                <a:lnTo>
                  <a:pt x="39" y="286"/>
                </a:lnTo>
                <a:lnTo>
                  <a:pt x="38" y="286"/>
                </a:lnTo>
                <a:lnTo>
                  <a:pt x="37" y="286"/>
                </a:lnTo>
                <a:lnTo>
                  <a:pt x="37" y="285"/>
                </a:lnTo>
                <a:lnTo>
                  <a:pt x="36" y="285"/>
                </a:lnTo>
                <a:lnTo>
                  <a:pt x="37" y="285"/>
                </a:lnTo>
                <a:lnTo>
                  <a:pt x="37" y="284"/>
                </a:lnTo>
                <a:lnTo>
                  <a:pt x="38" y="283"/>
                </a:lnTo>
                <a:lnTo>
                  <a:pt x="39" y="283"/>
                </a:lnTo>
                <a:lnTo>
                  <a:pt x="38" y="283"/>
                </a:lnTo>
                <a:lnTo>
                  <a:pt x="39" y="283"/>
                </a:lnTo>
                <a:lnTo>
                  <a:pt x="38" y="283"/>
                </a:lnTo>
                <a:lnTo>
                  <a:pt x="38" y="282"/>
                </a:lnTo>
                <a:lnTo>
                  <a:pt x="39" y="282"/>
                </a:lnTo>
                <a:lnTo>
                  <a:pt x="39" y="281"/>
                </a:lnTo>
                <a:lnTo>
                  <a:pt x="39" y="280"/>
                </a:lnTo>
                <a:lnTo>
                  <a:pt x="40" y="280"/>
                </a:lnTo>
                <a:lnTo>
                  <a:pt x="39" y="279"/>
                </a:lnTo>
                <a:lnTo>
                  <a:pt x="40" y="279"/>
                </a:lnTo>
                <a:lnTo>
                  <a:pt x="40" y="280"/>
                </a:lnTo>
                <a:lnTo>
                  <a:pt x="40" y="279"/>
                </a:lnTo>
                <a:lnTo>
                  <a:pt x="40" y="278"/>
                </a:lnTo>
                <a:lnTo>
                  <a:pt x="41" y="278"/>
                </a:lnTo>
                <a:lnTo>
                  <a:pt x="41" y="277"/>
                </a:lnTo>
                <a:lnTo>
                  <a:pt x="40" y="277"/>
                </a:lnTo>
                <a:lnTo>
                  <a:pt x="40" y="276"/>
                </a:lnTo>
                <a:lnTo>
                  <a:pt x="39" y="277"/>
                </a:lnTo>
                <a:lnTo>
                  <a:pt x="38" y="277"/>
                </a:lnTo>
                <a:lnTo>
                  <a:pt x="38" y="276"/>
                </a:lnTo>
                <a:lnTo>
                  <a:pt x="37" y="276"/>
                </a:lnTo>
                <a:lnTo>
                  <a:pt x="37" y="275"/>
                </a:lnTo>
                <a:lnTo>
                  <a:pt x="36" y="275"/>
                </a:lnTo>
                <a:lnTo>
                  <a:pt x="35" y="275"/>
                </a:lnTo>
                <a:lnTo>
                  <a:pt x="35" y="274"/>
                </a:lnTo>
                <a:lnTo>
                  <a:pt x="36" y="274"/>
                </a:lnTo>
                <a:lnTo>
                  <a:pt x="36" y="275"/>
                </a:lnTo>
                <a:lnTo>
                  <a:pt x="37" y="274"/>
                </a:lnTo>
                <a:lnTo>
                  <a:pt x="38" y="273"/>
                </a:lnTo>
                <a:lnTo>
                  <a:pt x="37" y="273"/>
                </a:lnTo>
                <a:lnTo>
                  <a:pt x="36" y="272"/>
                </a:lnTo>
                <a:lnTo>
                  <a:pt x="36" y="271"/>
                </a:lnTo>
                <a:lnTo>
                  <a:pt x="36" y="270"/>
                </a:lnTo>
                <a:lnTo>
                  <a:pt x="36" y="269"/>
                </a:lnTo>
                <a:lnTo>
                  <a:pt x="35" y="269"/>
                </a:lnTo>
                <a:lnTo>
                  <a:pt x="35" y="268"/>
                </a:lnTo>
                <a:lnTo>
                  <a:pt x="35" y="267"/>
                </a:lnTo>
                <a:lnTo>
                  <a:pt x="35" y="266"/>
                </a:lnTo>
                <a:lnTo>
                  <a:pt x="36" y="266"/>
                </a:lnTo>
                <a:lnTo>
                  <a:pt x="36" y="265"/>
                </a:lnTo>
                <a:lnTo>
                  <a:pt x="35" y="265"/>
                </a:lnTo>
                <a:lnTo>
                  <a:pt x="35" y="263"/>
                </a:lnTo>
                <a:lnTo>
                  <a:pt x="36" y="263"/>
                </a:lnTo>
                <a:lnTo>
                  <a:pt x="35" y="263"/>
                </a:lnTo>
                <a:lnTo>
                  <a:pt x="35" y="264"/>
                </a:lnTo>
                <a:lnTo>
                  <a:pt x="36" y="263"/>
                </a:lnTo>
                <a:lnTo>
                  <a:pt x="37" y="262"/>
                </a:lnTo>
                <a:lnTo>
                  <a:pt x="37" y="261"/>
                </a:lnTo>
                <a:lnTo>
                  <a:pt x="36" y="261"/>
                </a:lnTo>
                <a:lnTo>
                  <a:pt x="36" y="260"/>
                </a:lnTo>
                <a:lnTo>
                  <a:pt x="36" y="259"/>
                </a:lnTo>
                <a:lnTo>
                  <a:pt x="37" y="259"/>
                </a:lnTo>
                <a:lnTo>
                  <a:pt x="36" y="259"/>
                </a:lnTo>
                <a:lnTo>
                  <a:pt x="37" y="259"/>
                </a:lnTo>
                <a:lnTo>
                  <a:pt x="37" y="258"/>
                </a:lnTo>
                <a:lnTo>
                  <a:pt x="36" y="258"/>
                </a:lnTo>
                <a:lnTo>
                  <a:pt x="37" y="258"/>
                </a:lnTo>
                <a:lnTo>
                  <a:pt x="37" y="257"/>
                </a:lnTo>
                <a:lnTo>
                  <a:pt x="36" y="257"/>
                </a:lnTo>
                <a:lnTo>
                  <a:pt x="37" y="257"/>
                </a:lnTo>
                <a:lnTo>
                  <a:pt x="37" y="256"/>
                </a:lnTo>
                <a:lnTo>
                  <a:pt x="36" y="256"/>
                </a:lnTo>
                <a:lnTo>
                  <a:pt x="35" y="255"/>
                </a:lnTo>
                <a:lnTo>
                  <a:pt x="35" y="254"/>
                </a:lnTo>
                <a:lnTo>
                  <a:pt x="34" y="254"/>
                </a:lnTo>
                <a:lnTo>
                  <a:pt x="33" y="254"/>
                </a:lnTo>
                <a:lnTo>
                  <a:pt x="33" y="253"/>
                </a:lnTo>
                <a:lnTo>
                  <a:pt x="34" y="253"/>
                </a:lnTo>
                <a:lnTo>
                  <a:pt x="34" y="252"/>
                </a:lnTo>
                <a:lnTo>
                  <a:pt x="33" y="252"/>
                </a:lnTo>
                <a:lnTo>
                  <a:pt x="33" y="251"/>
                </a:lnTo>
                <a:lnTo>
                  <a:pt x="34" y="252"/>
                </a:lnTo>
                <a:lnTo>
                  <a:pt x="33" y="252"/>
                </a:lnTo>
                <a:lnTo>
                  <a:pt x="34" y="252"/>
                </a:lnTo>
                <a:lnTo>
                  <a:pt x="34" y="251"/>
                </a:lnTo>
                <a:lnTo>
                  <a:pt x="33" y="251"/>
                </a:lnTo>
                <a:lnTo>
                  <a:pt x="34" y="251"/>
                </a:lnTo>
                <a:lnTo>
                  <a:pt x="34" y="250"/>
                </a:lnTo>
                <a:lnTo>
                  <a:pt x="33" y="250"/>
                </a:lnTo>
                <a:lnTo>
                  <a:pt x="33" y="249"/>
                </a:lnTo>
                <a:lnTo>
                  <a:pt x="33" y="248"/>
                </a:lnTo>
                <a:lnTo>
                  <a:pt x="32" y="248"/>
                </a:lnTo>
                <a:lnTo>
                  <a:pt x="32" y="247"/>
                </a:lnTo>
                <a:lnTo>
                  <a:pt x="32" y="246"/>
                </a:lnTo>
                <a:lnTo>
                  <a:pt x="32" y="247"/>
                </a:lnTo>
                <a:lnTo>
                  <a:pt x="32" y="246"/>
                </a:lnTo>
                <a:lnTo>
                  <a:pt x="32" y="245"/>
                </a:lnTo>
                <a:lnTo>
                  <a:pt x="31" y="244"/>
                </a:lnTo>
                <a:lnTo>
                  <a:pt x="31" y="243"/>
                </a:lnTo>
                <a:lnTo>
                  <a:pt x="30" y="242"/>
                </a:lnTo>
                <a:lnTo>
                  <a:pt x="29" y="242"/>
                </a:lnTo>
                <a:lnTo>
                  <a:pt x="28" y="242"/>
                </a:lnTo>
                <a:lnTo>
                  <a:pt x="27" y="242"/>
                </a:lnTo>
                <a:lnTo>
                  <a:pt x="26" y="242"/>
                </a:lnTo>
                <a:lnTo>
                  <a:pt x="25" y="242"/>
                </a:lnTo>
                <a:lnTo>
                  <a:pt x="24" y="241"/>
                </a:lnTo>
                <a:lnTo>
                  <a:pt x="25" y="240"/>
                </a:lnTo>
                <a:lnTo>
                  <a:pt x="25" y="239"/>
                </a:lnTo>
                <a:lnTo>
                  <a:pt x="24" y="239"/>
                </a:lnTo>
                <a:lnTo>
                  <a:pt x="24" y="238"/>
                </a:lnTo>
                <a:lnTo>
                  <a:pt x="24" y="237"/>
                </a:lnTo>
                <a:lnTo>
                  <a:pt x="24" y="236"/>
                </a:lnTo>
                <a:lnTo>
                  <a:pt x="23" y="236"/>
                </a:lnTo>
                <a:lnTo>
                  <a:pt x="23" y="235"/>
                </a:lnTo>
                <a:lnTo>
                  <a:pt x="23" y="234"/>
                </a:lnTo>
                <a:lnTo>
                  <a:pt x="22" y="233"/>
                </a:lnTo>
                <a:lnTo>
                  <a:pt x="22" y="232"/>
                </a:lnTo>
                <a:lnTo>
                  <a:pt x="21" y="232"/>
                </a:lnTo>
                <a:lnTo>
                  <a:pt x="21" y="231"/>
                </a:lnTo>
                <a:lnTo>
                  <a:pt x="20" y="231"/>
                </a:lnTo>
                <a:lnTo>
                  <a:pt x="20" y="232"/>
                </a:lnTo>
                <a:lnTo>
                  <a:pt x="19" y="232"/>
                </a:lnTo>
                <a:lnTo>
                  <a:pt x="18" y="232"/>
                </a:lnTo>
                <a:lnTo>
                  <a:pt x="17" y="233"/>
                </a:lnTo>
                <a:lnTo>
                  <a:pt x="16" y="233"/>
                </a:lnTo>
                <a:lnTo>
                  <a:pt x="15" y="233"/>
                </a:lnTo>
                <a:lnTo>
                  <a:pt x="15" y="232"/>
                </a:lnTo>
                <a:lnTo>
                  <a:pt x="16" y="232"/>
                </a:lnTo>
                <a:lnTo>
                  <a:pt x="16" y="231"/>
                </a:lnTo>
                <a:lnTo>
                  <a:pt x="17" y="231"/>
                </a:lnTo>
                <a:lnTo>
                  <a:pt x="17" y="230"/>
                </a:lnTo>
                <a:lnTo>
                  <a:pt x="18" y="230"/>
                </a:lnTo>
                <a:lnTo>
                  <a:pt x="18" y="229"/>
                </a:lnTo>
                <a:lnTo>
                  <a:pt x="17" y="229"/>
                </a:lnTo>
                <a:lnTo>
                  <a:pt x="17" y="228"/>
                </a:lnTo>
                <a:lnTo>
                  <a:pt x="16" y="228"/>
                </a:lnTo>
                <a:lnTo>
                  <a:pt x="15" y="226"/>
                </a:lnTo>
                <a:lnTo>
                  <a:pt x="14" y="226"/>
                </a:lnTo>
                <a:lnTo>
                  <a:pt x="14" y="225"/>
                </a:lnTo>
                <a:lnTo>
                  <a:pt x="13" y="225"/>
                </a:lnTo>
                <a:lnTo>
                  <a:pt x="12" y="225"/>
                </a:lnTo>
                <a:lnTo>
                  <a:pt x="11" y="225"/>
                </a:lnTo>
                <a:lnTo>
                  <a:pt x="11" y="226"/>
                </a:lnTo>
                <a:lnTo>
                  <a:pt x="10" y="225"/>
                </a:lnTo>
                <a:lnTo>
                  <a:pt x="9" y="224"/>
                </a:lnTo>
                <a:lnTo>
                  <a:pt x="9" y="223"/>
                </a:lnTo>
                <a:lnTo>
                  <a:pt x="9" y="222"/>
                </a:lnTo>
                <a:lnTo>
                  <a:pt x="8" y="222"/>
                </a:lnTo>
                <a:lnTo>
                  <a:pt x="8" y="223"/>
                </a:lnTo>
                <a:lnTo>
                  <a:pt x="8" y="224"/>
                </a:lnTo>
                <a:lnTo>
                  <a:pt x="7" y="224"/>
                </a:lnTo>
                <a:lnTo>
                  <a:pt x="7" y="223"/>
                </a:lnTo>
                <a:lnTo>
                  <a:pt x="7" y="222"/>
                </a:lnTo>
                <a:lnTo>
                  <a:pt x="7" y="223"/>
                </a:lnTo>
                <a:lnTo>
                  <a:pt x="6" y="224"/>
                </a:lnTo>
                <a:lnTo>
                  <a:pt x="6" y="223"/>
                </a:lnTo>
                <a:lnTo>
                  <a:pt x="6" y="222"/>
                </a:lnTo>
                <a:lnTo>
                  <a:pt x="6" y="221"/>
                </a:lnTo>
                <a:lnTo>
                  <a:pt x="6" y="220"/>
                </a:lnTo>
                <a:lnTo>
                  <a:pt x="5" y="220"/>
                </a:lnTo>
                <a:lnTo>
                  <a:pt x="4" y="220"/>
                </a:lnTo>
                <a:lnTo>
                  <a:pt x="4" y="219"/>
                </a:lnTo>
                <a:lnTo>
                  <a:pt x="4" y="218"/>
                </a:lnTo>
                <a:lnTo>
                  <a:pt x="4" y="217"/>
                </a:lnTo>
                <a:lnTo>
                  <a:pt x="5" y="217"/>
                </a:lnTo>
                <a:lnTo>
                  <a:pt x="4" y="217"/>
                </a:lnTo>
                <a:lnTo>
                  <a:pt x="4" y="216"/>
                </a:lnTo>
                <a:lnTo>
                  <a:pt x="4" y="215"/>
                </a:lnTo>
                <a:lnTo>
                  <a:pt x="3" y="215"/>
                </a:lnTo>
                <a:lnTo>
                  <a:pt x="2" y="214"/>
                </a:lnTo>
                <a:lnTo>
                  <a:pt x="1" y="214"/>
                </a:lnTo>
                <a:lnTo>
                  <a:pt x="1" y="213"/>
                </a:lnTo>
                <a:lnTo>
                  <a:pt x="1" y="212"/>
                </a:lnTo>
                <a:lnTo>
                  <a:pt x="2" y="212"/>
                </a:lnTo>
                <a:lnTo>
                  <a:pt x="2" y="211"/>
                </a:lnTo>
                <a:lnTo>
                  <a:pt x="1" y="211"/>
                </a:lnTo>
                <a:lnTo>
                  <a:pt x="1" y="210"/>
                </a:lnTo>
                <a:lnTo>
                  <a:pt x="1" y="209"/>
                </a:lnTo>
                <a:lnTo>
                  <a:pt x="1" y="207"/>
                </a:lnTo>
                <a:lnTo>
                  <a:pt x="0" y="207"/>
                </a:lnTo>
                <a:lnTo>
                  <a:pt x="0" y="206"/>
                </a:lnTo>
                <a:lnTo>
                  <a:pt x="1" y="206"/>
                </a:lnTo>
                <a:lnTo>
                  <a:pt x="1" y="205"/>
                </a:lnTo>
                <a:lnTo>
                  <a:pt x="1" y="203"/>
                </a:lnTo>
                <a:lnTo>
                  <a:pt x="1" y="202"/>
                </a:lnTo>
                <a:lnTo>
                  <a:pt x="2" y="201"/>
                </a:lnTo>
                <a:lnTo>
                  <a:pt x="3" y="202"/>
                </a:lnTo>
                <a:lnTo>
                  <a:pt x="4" y="201"/>
                </a:lnTo>
                <a:lnTo>
                  <a:pt x="5" y="201"/>
                </a:lnTo>
                <a:lnTo>
                  <a:pt x="5" y="200"/>
                </a:lnTo>
                <a:lnTo>
                  <a:pt x="5" y="199"/>
                </a:lnTo>
                <a:lnTo>
                  <a:pt x="5" y="198"/>
                </a:lnTo>
                <a:lnTo>
                  <a:pt x="4" y="198"/>
                </a:lnTo>
                <a:lnTo>
                  <a:pt x="5" y="197"/>
                </a:lnTo>
                <a:lnTo>
                  <a:pt x="5" y="196"/>
                </a:lnTo>
                <a:lnTo>
                  <a:pt x="5" y="195"/>
                </a:lnTo>
                <a:lnTo>
                  <a:pt x="5" y="194"/>
                </a:lnTo>
                <a:lnTo>
                  <a:pt x="4" y="194"/>
                </a:lnTo>
                <a:lnTo>
                  <a:pt x="5" y="194"/>
                </a:lnTo>
                <a:lnTo>
                  <a:pt x="6" y="194"/>
                </a:lnTo>
                <a:lnTo>
                  <a:pt x="7" y="194"/>
                </a:lnTo>
                <a:lnTo>
                  <a:pt x="8" y="194"/>
                </a:lnTo>
                <a:lnTo>
                  <a:pt x="8" y="193"/>
                </a:lnTo>
                <a:lnTo>
                  <a:pt x="8" y="194"/>
                </a:lnTo>
                <a:lnTo>
                  <a:pt x="9" y="194"/>
                </a:lnTo>
                <a:lnTo>
                  <a:pt x="10" y="194"/>
                </a:lnTo>
                <a:lnTo>
                  <a:pt x="11" y="194"/>
                </a:lnTo>
                <a:lnTo>
                  <a:pt x="12" y="194"/>
                </a:lnTo>
                <a:lnTo>
                  <a:pt x="12" y="195"/>
                </a:lnTo>
                <a:lnTo>
                  <a:pt x="13" y="195"/>
                </a:lnTo>
                <a:lnTo>
                  <a:pt x="13" y="194"/>
                </a:lnTo>
                <a:lnTo>
                  <a:pt x="14" y="193"/>
                </a:lnTo>
                <a:lnTo>
                  <a:pt x="13" y="192"/>
                </a:lnTo>
                <a:lnTo>
                  <a:pt x="13" y="191"/>
                </a:lnTo>
                <a:lnTo>
                  <a:pt x="14" y="191"/>
                </a:lnTo>
                <a:lnTo>
                  <a:pt x="14" y="190"/>
                </a:lnTo>
                <a:lnTo>
                  <a:pt x="14" y="189"/>
                </a:lnTo>
                <a:lnTo>
                  <a:pt x="15" y="189"/>
                </a:lnTo>
                <a:lnTo>
                  <a:pt x="16" y="189"/>
                </a:lnTo>
                <a:lnTo>
                  <a:pt x="16" y="188"/>
                </a:lnTo>
                <a:lnTo>
                  <a:pt x="17" y="188"/>
                </a:lnTo>
                <a:lnTo>
                  <a:pt x="17" y="187"/>
                </a:lnTo>
                <a:lnTo>
                  <a:pt x="16" y="187"/>
                </a:lnTo>
                <a:lnTo>
                  <a:pt x="16" y="186"/>
                </a:lnTo>
                <a:lnTo>
                  <a:pt x="16" y="185"/>
                </a:lnTo>
                <a:lnTo>
                  <a:pt x="16" y="184"/>
                </a:lnTo>
                <a:lnTo>
                  <a:pt x="15" y="184"/>
                </a:lnTo>
                <a:lnTo>
                  <a:pt x="15" y="183"/>
                </a:lnTo>
                <a:lnTo>
                  <a:pt x="16" y="183"/>
                </a:lnTo>
                <a:lnTo>
                  <a:pt x="16" y="182"/>
                </a:lnTo>
                <a:lnTo>
                  <a:pt x="17" y="181"/>
                </a:lnTo>
                <a:lnTo>
                  <a:pt x="17" y="180"/>
                </a:lnTo>
                <a:lnTo>
                  <a:pt x="18" y="180"/>
                </a:lnTo>
                <a:lnTo>
                  <a:pt x="19" y="180"/>
                </a:lnTo>
                <a:lnTo>
                  <a:pt x="20" y="180"/>
                </a:lnTo>
                <a:lnTo>
                  <a:pt x="20" y="179"/>
                </a:lnTo>
                <a:lnTo>
                  <a:pt x="21" y="180"/>
                </a:lnTo>
                <a:lnTo>
                  <a:pt x="22" y="180"/>
                </a:lnTo>
                <a:lnTo>
                  <a:pt x="23" y="180"/>
                </a:lnTo>
                <a:lnTo>
                  <a:pt x="24" y="180"/>
                </a:lnTo>
                <a:lnTo>
                  <a:pt x="24" y="181"/>
                </a:lnTo>
                <a:lnTo>
                  <a:pt x="25" y="181"/>
                </a:lnTo>
                <a:lnTo>
                  <a:pt x="25" y="180"/>
                </a:lnTo>
                <a:lnTo>
                  <a:pt x="26" y="180"/>
                </a:lnTo>
                <a:lnTo>
                  <a:pt x="26" y="178"/>
                </a:lnTo>
                <a:lnTo>
                  <a:pt x="26" y="177"/>
                </a:lnTo>
                <a:lnTo>
                  <a:pt x="26" y="176"/>
                </a:lnTo>
                <a:lnTo>
                  <a:pt x="25" y="175"/>
                </a:lnTo>
                <a:lnTo>
                  <a:pt x="25" y="174"/>
                </a:lnTo>
                <a:lnTo>
                  <a:pt x="25" y="173"/>
                </a:lnTo>
                <a:lnTo>
                  <a:pt x="26" y="173"/>
                </a:lnTo>
                <a:lnTo>
                  <a:pt x="27" y="173"/>
                </a:lnTo>
                <a:lnTo>
                  <a:pt x="28" y="174"/>
                </a:lnTo>
                <a:lnTo>
                  <a:pt x="29" y="175"/>
                </a:lnTo>
                <a:lnTo>
                  <a:pt x="29" y="174"/>
                </a:lnTo>
                <a:lnTo>
                  <a:pt x="30" y="174"/>
                </a:lnTo>
                <a:lnTo>
                  <a:pt x="31" y="173"/>
                </a:lnTo>
                <a:lnTo>
                  <a:pt x="32" y="172"/>
                </a:lnTo>
                <a:lnTo>
                  <a:pt x="32" y="171"/>
                </a:lnTo>
                <a:lnTo>
                  <a:pt x="33" y="171"/>
                </a:lnTo>
                <a:lnTo>
                  <a:pt x="34" y="171"/>
                </a:lnTo>
                <a:lnTo>
                  <a:pt x="34" y="172"/>
                </a:lnTo>
                <a:lnTo>
                  <a:pt x="35" y="171"/>
                </a:lnTo>
                <a:lnTo>
                  <a:pt x="36" y="172"/>
                </a:lnTo>
                <a:lnTo>
                  <a:pt x="37" y="172"/>
                </a:lnTo>
                <a:lnTo>
                  <a:pt x="37" y="171"/>
                </a:lnTo>
                <a:lnTo>
                  <a:pt x="38" y="171"/>
                </a:lnTo>
                <a:lnTo>
                  <a:pt x="39" y="171"/>
                </a:lnTo>
                <a:lnTo>
                  <a:pt x="39" y="172"/>
                </a:lnTo>
                <a:lnTo>
                  <a:pt x="39" y="171"/>
                </a:lnTo>
                <a:lnTo>
                  <a:pt x="40" y="171"/>
                </a:lnTo>
                <a:lnTo>
                  <a:pt x="41" y="171"/>
                </a:lnTo>
                <a:lnTo>
                  <a:pt x="42" y="171"/>
                </a:lnTo>
                <a:lnTo>
                  <a:pt x="42" y="170"/>
                </a:lnTo>
                <a:lnTo>
                  <a:pt x="42" y="169"/>
                </a:lnTo>
                <a:lnTo>
                  <a:pt x="42" y="168"/>
                </a:lnTo>
                <a:lnTo>
                  <a:pt x="43" y="168"/>
                </a:lnTo>
                <a:lnTo>
                  <a:pt x="42" y="168"/>
                </a:lnTo>
                <a:lnTo>
                  <a:pt x="42" y="167"/>
                </a:lnTo>
                <a:lnTo>
                  <a:pt x="42" y="166"/>
                </a:lnTo>
                <a:lnTo>
                  <a:pt x="43" y="166"/>
                </a:lnTo>
                <a:lnTo>
                  <a:pt x="43" y="165"/>
                </a:lnTo>
                <a:lnTo>
                  <a:pt x="43" y="164"/>
                </a:lnTo>
                <a:lnTo>
                  <a:pt x="44" y="164"/>
                </a:lnTo>
                <a:lnTo>
                  <a:pt x="44" y="163"/>
                </a:lnTo>
                <a:lnTo>
                  <a:pt x="45" y="163"/>
                </a:lnTo>
                <a:lnTo>
                  <a:pt x="45" y="164"/>
                </a:lnTo>
                <a:lnTo>
                  <a:pt x="46" y="163"/>
                </a:lnTo>
                <a:lnTo>
                  <a:pt x="46" y="162"/>
                </a:lnTo>
                <a:lnTo>
                  <a:pt x="47" y="161"/>
                </a:lnTo>
                <a:lnTo>
                  <a:pt x="48" y="161"/>
                </a:lnTo>
                <a:lnTo>
                  <a:pt x="48" y="160"/>
                </a:lnTo>
                <a:lnTo>
                  <a:pt x="49" y="159"/>
                </a:lnTo>
                <a:lnTo>
                  <a:pt x="49" y="158"/>
                </a:lnTo>
                <a:lnTo>
                  <a:pt x="50" y="158"/>
                </a:lnTo>
                <a:lnTo>
                  <a:pt x="51" y="158"/>
                </a:lnTo>
                <a:lnTo>
                  <a:pt x="52" y="157"/>
                </a:lnTo>
                <a:lnTo>
                  <a:pt x="52" y="158"/>
                </a:lnTo>
                <a:lnTo>
                  <a:pt x="52" y="157"/>
                </a:lnTo>
                <a:lnTo>
                  <a:pt x="53" y="157"/>
                </a:lnTo>
                <a:lnTo>
                  <a:pt x="54" y="157"/>
                </a:lnTo>
                <a:lnTo>
                  <a:pt x="55" y="157"/>
                </a:lnTo>
                <a:lnTo>
                  <a:pt x="55" y="158"/>
                </a:lnTo>
                <a:lnTo>
                  <a:pt x="56" y="158"/>
                </a:lnTo>
                <a:lnTo>
                  <a:pt x="56" y="157"/>
                </a:lnTo>
                <a:lnTo>
                  <a:pt x="57" y="157"/>
                </a:lnTo>
                <a:lnTo>
                  <a:pt x="57" y="156"/>
                </a:lnTo>
                <a:lnTo>
                  <a:pt x="58" y="155"/>
                </a:lnTo>
                <a:lnTo>
                  <a:pt x="58" y="154"/>
                </a:lnTo>
                <a:lnTo>
                  <a:pt x="59" y="154"/>
                </a:lnTo>
                <a:lnTo>
                  <a:pt x="59" y="153"/>
                </a:lnTo>
                <a:lnTo>
                  <a:pt x="60" y="152"/>
                </a:lnTo>
                <a:lnTo>
                  <a:pt x="61" y="151"/>
                </a:lnTo>
                <a:lnTo>
                  <a:pt x="62" y="151"/>
                </a:lnTo>
                <a:lnTo>
                  <a:pt x="63" y="151"/>
                </a:lnTo>
                <a:lnTo>
                  <a:pt x="63" y="150"/>
                </a:lnTo>
                <a:lnTo>
                  <a:pt x="63" y="149"/>
                </a:lnTo>
                <a:lnTo>
                  <a:pt x="64" y="149"/>
                </a:lnTo>
                <a:lnTo>
                  <a:pt x="64" y="148"/>
                </a:lnTo>
                <a:lnTo>
                  <a:pt x="65" y="148"/>
                </a:lnTo>
                <a:lnTo>
                  <a:pt x="65" y="147"/>
                </a:lnTo>
                <a:lnTo>
                  <a:pt x="65" y="146"/>
                </a:lnTo>
                <a:lnTo>
                  <a:pt x="65" y="145"/>
                </a:lnTo>
                <a:lnTo>
                  <a:pt x="65" y="144"/>
                </a:lnTo>
                <a:lnTo>
                  <a:pt x="64" y="144"/>
                </a:lnTo>
                <a:lnTo>
                  <a:pt x="64" y="143"/>
                </a:lnTo>
                <a:lnTo>
                  <a:pt x="64" y="142"/>
                </a:lnTo>
                <a:lnTo>
                  <a:pt x="64" y="141"/>
                </a:lnTo>
                <a:lnTo>
                  <a:pt x="64" y="140"/>
                </a:lnTo>
                <a:lnTo>
                  <a:pt x="65" y="140"/>
                </a:lnTo>
                <a:lnTo>
                  <a:pt x="66" y="140"/>
                </a:lnTo>
                <a:lnTo>
                  <a:pt x="66" y="139"/>
                </a:lnTo>
                <a:lnTo>
                  <a:pt x="66" y="138"/>
                </a:lnTo>
                <a:lnTo>
                  <a:pt x="66" y="137"/>
                </a:lnTo>
                <a:lnTo>
                  <a:pt x="67" y="137"/>
                </a:lnTo>
                <a:lnTo>
                  <a:pt x="67" y="136"/>
                </a:lnTo>
                <a:lnTo>
                  <a:pt x="67" y="137"/>
                </a:lnTo>
                <a:lnTo>
                  <a:pt x="68" y="137"/>
                </a:lnTo>
                <a:lnTo>
                  <a:pt x="69" y="137"/>
                </a:lnTo>
                <a:lnTo>
                  <a:pt x="69" y="136"/>
                </a:lnTo>
                <a:lnTo>
                  <a:pt x="70" y="136"/>
                </a:lnTo>
                <a:lnTo>
                  <a:pt x="70" y="135"/>
                </a:lnTo>
                <a:lnTo>
                  <a:pt x="71" y="134"/>
                </a:lnTo>
                <a:lnTo>
                  <a:pt x="72" y="134"/>
                </a:lnTo>
                <a:lnTo>
                  <a:pt x="73" y="132"/>
                </a:lnTo>
                <a:lnTo>
                  <a:pt x="74" y="132"/>
                </a:lnTo>
                <a:lnTo>
                  <a:pt x="74" y="130"/>
                </a:lnTo>
                <a:lnTo>
                  <a:pt x="74" y="129"/>
                </a:lnTo>
                <a:lnTo>
                  <a:pt x="73" y="128"/>
                </a:lnTo>
                <a:lnTo>
                  <a:pt x="74" y="128"/>
                </a:lnTo>
                <a:lnTo>
                  <a:pt x="74" y="127"/>
                </a:lnTo>
                <a:lnTo>
                  <a:pt x="75" y="127"/>
                </a:lnTo>
                <a:lnTo>
                  <a:pt x="75" y="128"/>
                </a:lnTo>
                <a:lnTo>
                  <a:pt x="76" y="127"/>
                </a:lnTo>
                <a:lnTo>
                  <a:pt x="76" y="126"/>
                </a:lnTo>
                <a:lnTo>
                  <a:pt x="77" y="127"/>
                </a:lnTo>
                <a:lnTo>
                  <a:pt x="78" y="128"/>
                </a:lnTo>
                <a:lnTo>
                  <a:pt x="78" y="127"/>
                </a:lnTo>
                <a:lnTo>
                  <a:pt x="78" y="126"/>
                </a:lnTo>
                <a:lnTo>
                  <a:pt x="78" y="125"/>
                </a:lnTo>
                <a:lnTo>
                  <a:pt x="78" y="124"/>
                </a:lnTo>
                <a:lnTo>
                  <a:pt x="79" y="123"/>
                </a:lnTo>
                <a:lnTo>
                  <a:pt x="78" y="122"/>
                </a:lnTo>
                <a:lnTo>
                  <a:pt x="78" y="121"/>
                </a:lnTo>
                <a:lnTo>
                  <a:pt x="78" y="120"/>
                </a:lnTo>
                <a:lnTo>
                  <a:pt x="79" y="120"/>
                </a:lnTo>
                <a:lnTo>
                  <a:pt x="79" y="119"/>
                </a:lnTo>
                <a:lnTo>
                  <a:pt x="79" y="118"/>
                </a:lnTo>
                <a:lnTo>
                  <a:pt x="78" y="118"/>
                </a:lnTo>
                <a:lnTo>
                  <a:pt x="78" y="117"/>
                </a:lnTo>
                <a:lnTo>
                  <a:pt x="78" y="116"/>
                </a:lnTo>
                <a:lnTo>
                  <a:pt x="78" y="115"/>
                </a:lnTo>
                <a:lnTo>
                  <a:pt x="78" y="114"/>
                </a:lnTo>
                <a:lnTo>
                  <a:pt x="78" y="113"/>
                </a:lnTo>
                <a:lnTo>
                  <a:pt x="77" y="113"/>
                </a:lnTo>
                <a:lnTo>
                  <a:pt x="77" y="112"/>
                </a:lnTo>
                <a:lnTo>
                  <a:pt x="77" y="111"/>
                </a:lnTo>
                <a:lnTo>
                  <a:pt x="76" y="111"/>
                </a:lnTo>
                <a:lnTo>
                  <a:pt x="75" y="110"/>
                </a:lnTo>
                <a:lnTo>
                  <a:pt x="75" y="109"/>
                </a:lnTo>
                <a:lnTo>
                  <a:pt x="76" y="109"/>
                </a:lnTo>
                <a:lnTo>
                  <a:pt x="75" y="109"/>
                </a:lnTo>
                <a:lnTo>
                  <a:pt x="75" y="108"/>
                </a:lnTo>
                <a:lnTo>
                  <a:pt x="75" y="107"/>
                </a:lnTo>
                <a:lnTo>
                  <a:pt x="76" y="107"/>
                </a:lnTo>
                <a:lnTo>
                  <a:pt x="76" y="108"/>
                </a:lnTo>
                <a:lnTo>
                  <a:pt x="77" y="108"/>
                </a:lnTo>
                <a:lnTo>
                  <a:pt x="78" y="108"/>
                </a:lnTo>
                <a:lnTo>
                  <a:pt x="79" y="107"/>
                </a:lnTo>
                <a:lnTo>
                  <a:pt x="78" y="106"/>
                </a:lnTo>
                <a:lnTo>
                  <a:pt x="77" y="107"/>
                </a:lnTo>
                <a:lnTo>
                  <a:pt x="77" y="108"/>
                </a:lnTo>
                <a:lnTo>
                  <a:pt x="77" y="107"/>
                </a:lnTo>
                <a:lnTo>
                  <a:pt x="76" y="107"/>
                </a:lnTo>
                <a:lnTo>
                  <a:pt x="75" y="107"/>
                </a:lnTo>
                <a:lnTo>
                  <a:pt x="75" y="106"/>
                </a:lnTo>
                <a:lnTo>
                  <a:pt x="75" y="105"/>
                </a:lnTo>
                <a:lnTo>
                  <a:pt x="74" y="105"/>
                </a:lnTo>
                <a:lnTo>
                  <a:pt x="74" y="104"/>
                </a:lnTo>
                <a:lnTo>
                  <a:pt x="75" y="104"/>
                </a:lnTo>
                <a:lnTo>
                  <a:pt x="76" y="104"/>
                </a:lnTo>
                <a:lnTo>
                  <a:pt x="77" y="103"/>
                </a:lnTo>
                <a:lnTo>
                  <a:pt x="78" y="103"/>
                </a:lnTo>
                <a:lnTo>
                  <a:pt x="79" y="103"/>
                </a:lnTo>
                <a:lnTo>
                  <a:pt x="79" y="102"/>
                </a:lnTo>
                <a:lnTo>
                  <a:pt x="80" y="101"/>
                </a:lnTo>
                <a:lnTo>
                  <a:pt x="81" y="101"/>
                </a:lnTo>
                <a:lnTo>
                  <a:pt x="82" y="100"/>
                </a:lnTo>
                <a:lnTo>
                  <a:pt x="81" y="100"/>
                </a:lnTo>
                <a:lnTo>
                  <a:pt x="81" y="99"/>
                </a:lnTo>
                <a:lnTo>
                  <a:pt x="80" y="99"/>
                </a:lnTo>
                <a:lnTo>
                  <a:pt x="79" y="99"/>
                </a:lnTo>
                <a:lnTo>
                  <a:pt x="79" y="98"/>
                </a:lnTo>
                <a:lnTo>
                  <a:pt x="78" y="98"/>
                </a:lnTo>
                <a:lnTo>
                  <a:pt x="78" y="97"/>
                </a:lnTo>
                <a:lnTo>
                  <a:pt x="77" y="97"/>
                </a:lnTo>
                <a:lnTo>
                  <a:pt x="77" y="96"/>
                </a:lnTo>
                <a:lnTo>
                  <a:pt x="77" y="95"/>
                </a:lnTo>
                <a:lnTo>
                  <a:pt x="78" y="95"/>
                </a:lnTo>
                <a:lnTo>
                  <a:pt x="78" y="94"/>
                </a:lnTo>
                <a:lnTo>
                  <a:pt x="77" y="93"/>
                </a:lnTo>
                <a:lnTo>
                  <a:pt x="77" y="92"/>
                </a:lnTo>
                <a:lnTo>
                  <a:pt x="77" y="91"/>
                </a:lnTo>
                <a:lnTo>
                  <a:pt x="77" y="90"/>
                </a:lnTo>
                <a:lnTo>
                  <a:pt x="77" y="89"/>
                </a:lnTo>
                <a:lnTo>
                  <a:pt x="78" y="89"/>
                </a:lnTo>
                <a:lnTo>
                  <a:pt x="79" y="88"/>
                </a:lnTo>
                <a:lnTo>
                  <a:pt x="80" y="87"/>
                </a:lnTo>
                <a:lnTo>
                  <a:pt x="81" y="87"/>
                </a:lnTo>
                <a:lnTo>
                  <a:pt x="81" y="86"/>
                </a:lnTo>
                <a:lnTo>
                  <a:pt x="82" y="86"/>
                </a:lnTo>
                <a:lnTo>
                  <a:pt x="82" y="85"/>
                </a:lnTo>
                <a:lnTo>
                  <a:pt x="83" y="85"/>
                </a:lnTo>
                <a:lnTo>
                  <a:pt x="84" y="84"/>
                </a:lnTo>
                <a:lnTo>
                  <a:pt x="84" y="85"/>
                </a:lnTo>
                <a:lnTo>
                  <a:pt x="84" y="86"/>
                </a:lnTo>
                <a:lnTo>
                  <a:pt x="84" y="85"/>
                </a:lnTo>
                <a:lnTo>
                  <a:pt x="85" y="85"/>
                </a:lnTo>
                <a:lnTo>
                  <a:pt x="85" y="86"/>
                </a:lnTo>
                <a:lnTo>
                  <a:pt x="86" y="86"/>
                </a:lnTo>
                <a:lnTo>
                  <a:pt x="87" y="86"/>
                </a:lnTo>
                <a:lnTo>
                  <a:pt x="87" y="87"/>
                </a:lnTo>
                <a:lnTo>
                  <a:pt x="88" y="88"/>
                </a:lnTo>
                <a:lnTo>
                  <a:pt x="89" y="88"/>
                </a:lnTo>
                <a:lnTo>
                  <a:pt x="89" y="87"/>
                </a:lnTo>
                <a:lnTo>
                  <a:pt x="89" y="88"/>
                </a:lnTo>
                <a:lnTo>
                  <a:pt x="91" y="88"/>
                </a:lnTo>
                <a:lnTo>
                  <a:pt x="91" y="89"/>
                </a:lnTo>
                <a:lnTo>
                  <a:pt x="92" y="89"/>
                </a:lnTo>
                <a:lnTo>
                  <a:pt x="92" y="90"/>
                </a:lnTo>
                <a:lnTo>
                  <a:pt x="93" y="90"/>
                </a:lnTo>
                <a:lnTo>
                  <a:pt x="94" y="90"/>
                </a:lnTo>
                <a:lnTo>
                  <a:pt x="94" y="89"/>
                </a:lnTo>
                <a:lnTo>
                  <a:pt x="95" y="89"/>
                </a:lnTo>
                <a:lnTo>
                  <a:pt x="96" y="88"/>
                </a:lnTo>
                <a:lnTo>
                  <a:pt x="97" y="89"/>
                </a:lnTo>
                <a:lnTo>
                  <a:pt x="98" y="89"/>
                </a:lnTo>
                <a:lnTo>
                  <a:pt x="98" y="90"/>
                </a:lnTo>
                <a:lnTo>
                  <a:pt x="99" y="90"/>
                </a:lnTo>
                <a:lnTo>
                  <a:pt x="100" y="90"/>
                </a:lnTo>
                <a:lnTo>
                  <a:pt x="101" y="90"/>
                </a:lnTo>
                <a:lnTo>
                  <a:pt x="102" y="90"/>
                </a:lnTo>
                <a:lnTo>
                  <a:pt x="102" y="91"/>
                </a:lnTo>
                <a:lnTo>
                  <a:pt x="103" y="91"/>
                </a:lnTo>
                <a:lnTo>
                  <a:pt x="104" y="91"/>
                </a:lnTo>
                <a:lnTo>
                  <a:pt x="105" y="91"/>
                </a:lnTo>
                <a:lnTo>
                  <a:pt x="106" y="91"/>
                </a:lnTo>
                <a:lnTo>
                  <a:pt x="107" y="91"/>
                </a:lnTo>
                <a:lnTo>
                  <a:pt x="107" y="90"/>
                </a:lnTo>
                <a:lnTo>
                  <a:pt x="106" y="90"/>
                </a:lnTo>
                <a:lnTo>
                  <a:pt x="107" y="90"/>
                </a:lnTo>
                <a:lnTo>
                  <a:pt x="107" y="91"/>
                </a:lnTo>
                <a:lnTo>
                  <a:pt x="108" y="90"/>
                </a:lnTo>
                <a:lnTo>
                  <a:pt x="108" y="91"/>
                </a:lnTo>
                <a:lnTo>
                  <a:pt x="108" y="92"/>
                </a:lnTo>
                <a:lnTo>
                  <a:pt x="108" y="91"/>
                </a:lnTo>
                <a:lnTo>
                  <a:pt x="109" y="91"/>
                </a:lnTo>
                <a:lnTo>
                  <a:pt x="109" y="90"/>
                </a:lnTo>
                <a:lnTo>
                  <a:pt x="110" y="90"/>
                </a:lnTo>
                <a:lnTo>
                  <a:pt x="110" y="89"/>
                </a:lnTo>
                <a:lnTo>
                  <a:pt x="110" y="88"/>
                </a:lnTo>
                <a:lnTo>
                  <a:pt x="110" y="87"/>
                </a:lnTo>
                <a:lnTo>
                  <a:pt x="110" y="86"/>
                </a:lnTo>
                <a:lnTo>
                  <a:pt x="111" y="86"/>
                </a:lnTo>
                <a:lnTo>
                  <a:pt x="111" y="87"/>
                </a:lnTo>
                <a:lnTo>
                  <a:pt x="112" y="87"/>
                </a:lnTo>
                <a:lnTo>
                  <a:pt x="112" y="86"/>
                </a:lnTo>
                <a:lnTo>
                  <a:pt x="113" y="86"/>
                </a:lnTo>
                <a:lnTo>
                  <a:pt x="114" y="85"/>
                </a:lnTo>
                <a:lnTo>
                  <a:pt x="115" y="85"/>
                </a:lnTo>
                <a:lnTo>
                  <a:pt x="115" y="84"/>
                </a:lnTo>
                <a:lnTo>
                  <a:pt x="116" y="84"/>
                </a:lnTo>
                <a:lnTo>
                  <a:pt x="116" y="83"/>
                </a:lnTo>
                <a:lnTo>
                  <a:pt x="117" y="83"/>
                </a:lnTo>
                <a:lnTo>
                  <a:pt x="118" y="83"/>
                </a:lnTo>
                <a:lnTo>
                  <a:pt x="118" y="84"/>
                </a:lnTo>
                <a:lnTo>
                  <a:pt x="119" y="84"/>
                </a:lnTo>
                <a:lnTo>
                  <a:pt x="119" y="85"/>
                </a:lnTo>
                <a:lnTo>
                  <a:pt x="119" y="86"/>
                </a:lnTo>
                <a:lnTo>
                  <a:pt x="120" y="86"/>
                </a:lnTo>
                <a:lnTo>
                  <a:pt x="120" y="85"/>
                </a:lnTo>
                <a:lnTo>
                  <a:pt x="122" y="85"/>
                </a:lnTo>
                <a:lnTo>
                  <a:pt x="122" y="84"/>
                </a:lnTo>
                <a:lnTo>
                  <a:pt x="123" y="84"/>
                </a:lnTo>
                <a:lnTo>
                  <a:pt x="124" y="84"/>
                </a:lnTo>
                <a:lnTo>
                  <a:pt x="124" y="83"/>
                </a:lnTo>
                <a:lnTo>
                  <a:pt x="124" y="82"/>
                </a:lnTo>
                <a:lnTo>
                  <a:pt x="123" y="82"/>
                </a:lnTo>
                <a:lnTo>
                  <a:pt x="121" y="82"/>
                </a:lnTo>
                <a:lnTo>
                  <a:pt x="121" y="81"/>
                </a:lnTo>
                <a:lnTo>
                  <a:pt x="120" y="81"/>
                </a:lnTo>
                <a:lnTo>
                  <a:pt x="120" y="80"/>
                </a:lnTo>
                <a:lnTo>
                  <a:pt x="120" y="79"/>
                </a:lnTo>
                <a:lnTo>
                  <a:pt x="119" y="78"/>
                </a:lnTo>
                <a:lnTo>
                  <a:pt x="120" y="78"/>
                </a:lnTo>
                <a:lnTo>
                  <a:pt x="119" y="77"/>
                </a:lnTo>
                <a:lnTo>
                  <a:pt x="119" y="76"/>
                </a:lnTo>
                <a:lnTo>
                  <a:pt x="118" y="76"/>
                </a:lnTo>
                <a:lnTo>
                  <a:pt x="118" y="75"/>
                </a:lnTo>
                <a:lnTo>
                  <a:pt x="118" y="74"/>
                </a:lnTo>
                <a:lnTo>
                  <a:pt x="118" y="73"/>
                </a:lnTo>
                <a:lnTo>
                  <a:pt x="118" y="72"/>
                </a:lnTo>
                <a:lnTo>
                  <a:pt x="117" y="72"/>
                </a:lnTo>
                <a:lnTo>
                  <a:pt x="118" y="71"/>
                </a:lnTo>
                <a:lnTo>
                  <a:pt x="118" y="70"/>
                </a:lnTo>
                <a:lnTo>
                  <a:pt x="118" y="69"/>
                </a:lnTo>
                <a:lnTo>
                  <a:pt x="118" y="68"/>
                </a:lnTo>
                <a:lnTo>
                  <a:pt x="117" y="68"/>
                </a:lnTo>
                <a:lnTo>
                  <a:pt x="117" y="67"/>
                </a:lnTo>
                <a:lnTo>
                  <a:pt x="118" y="67"/>
                </a:lnTo>
                <a:lnTo>
                  <a:pt x="116" y="67"/>
                </a:lnTo>
                <a:lnTo>
                  <a:pt x="115" y="68"/>
                </a:lnTo>
                <a:lnTo>
                  <a:pt x="114" y="68"/>
                </a:lnTo>
                <a:lnTo>
                  <a:pt x="114" y="69"/>
                </a:lnTo>
                <a:lnTo>
                  <a:pt x="113" y="69"/>
                </a:lnTo>
                <a:lnTo>
                  <a:pt x="112" y="69"/>
                </a:lnTo>
                <a:lnTo>
                  <a:pt x="111" y="68"/>
                </a:lnTo>
                <a:lnTo>
                  <a:pt x="111" y="67"/>
                </a:lnTo>
                <a:lnTo>
                  <a:pt x="110" y="67"/>
                </a:lnTo>
                <a:lnTo>
                  <a:pt x="109" y="66"/>
                </a:lnTo>
                <a:lnTo>
                  <a:pt x="109" y="65"/>
                </a:lnTo>
                <a:lnTo>
                  <a:pt x="110" y="65"/>
                </a:lnTo>
                <a:lnTo>
                  <a:pt x="110" y="64"/>
                </a:lnTo>
                <a:lnTo>
                  <a:pt x="110" y="63"/>
                </a:lnTo>
                <a:lnTo>
                  <a:pt x="111" y="63"/>
                </a:lnTo>
                <a:lnTo>
                  <a:pt x="112" y="63"/>
                </a:lnTo>
                <a:lnTo>
                  <a:pt x="112" y="62"/>
                </a:lnTo>
                <a:lnTo>
                  <a:pt x="111" y="61"/>
                </a:lnTo>
                <a:lnTo>
                  <a:pt x="111" y="60"/>
                </a:lnTo>
                <a:lnTo>
                  <a:pt x="110" y="60"/>
                </a:lnTo>
                <a:lnTo>
                  <a:pt x="109" y="59"/>
                </a:lnTo>
                <a:lnTo>
                  <a:pt x="110" y="58"/>
                </a:lnTo>
                <a:lnTo>
                  <a:pt x="111" y="58"/>
                </a:lnTo>
                <a:lnTo>
                  <a:pt x="112" y="58"/>
                </a:lnTo>
                <a:lnTo>
                  <a:pt x="113" y="58"/>
                </a:lnTo>
                <a:lnTo>
                  <a:pt x="114" y="58"/>
                </a:lnTo>
                <a:lnTo>
                  <a:pt x="115" y="58"/>
                </a:lnTo>
                <a:lnTo>
                  <a:pt x="116" y="58"/>
                </a:lnTo>
                <a:lnTo>
                  <a:pt x="116" y="57"/>
                </a:lnTo>
                <a:lnTo>
                  <a:pt x="117" y="57"/>
                </a:lnTo>
                <a:lnTo>
                  <a:pt x="117" y="56"/>
                </a:lnTo>
                <a:lnTo>
                  <a:pt x="117" y="55"/>
                </a:lnTo>
                <a:lnTo>
                  <a:pt x="118" y="55"/>
                </a:lnTo>
                <a:lnTo>
                  <a:pt x="118" y="54"/>
                </a:lnTo>
                <a:lnTo>
                  <a:pt x="118" y="53"/>
                </a:lnTo>
                <a:lnTo>
                  <a:pt x="119" y="53"/>
                </a:lnTo>
                <a:lnTo>
                  <a:pt x="120" y="53"/>
                </a:lnTo>
                <a:lnTo>
                  <a:pt x="120" y="52"/>
                </a:lnTo>
                <a:lnTo>
                  <a:pt x="121" y="52"/>
                </a:lnTo>
                <a:lnTo>
                  <a:pt x="121" y="51"/>
                </a:lnTo>
                <a:lnTo>
                  <a:pt x="122" y="51"/>
                </a:lnTo>
                <a:lnTo>
                  <a:pt x="122" y="52"/>
                </a:lnTo>
                <a:lnTo>
                  <a:pt x="122" y="51"/>
                </a:lnTo>
                <a:lnTo>
                  <a:pt x="123" y="51"/>
                </a:lnTo>
                <a:lnTo>
                  <a:pt x="123" y="52"/>
                </a:lnTo>
                <a:lnTo>
                  <a:pt x="124" y="52"/>
                </a:lnTo>
                <a:lnTo>
                  <a:pt x="124" y="53"/>
                </a:lnTo>
                <a:lnTo>
                  <a:pt x="124" y="54"/>
                </a:lnTo>
                <a:lnTo>
                  <a:pt x="124" y="55"/>
                </a:lnTo>
                <a:lnTo>
                  <a:pt x="125" y="55"/>
                </a:lnTo>
                <a:lnTo>
                  <a:pt x="126" y="55"/>
                </a:lnTo>
                <a:lnTo>
                  <a:pt x="127" y="55"/>
                </a:lnTo>
                <a:lnTo>
                  <a:pt x="128" y="55"/>
                </a:lnTo>
                <a:lnTo>
                  <a:pt x="128" y="53"/>
                </a:lnTo>
                <a:lnTo>
                  <a:pt x="128" y="52"/>
                </a:lnTo>
                <a:lnTo>
                  <a:pt x="129" y="52"/>
                </a:lnTo>
                <a:lnTo>
                  <a:pt x="130" y="52"/>
                </a:lnTo>
                <a:lnTo>
                  <a:pt x="130" y="51"/>
                </a:lnTo>
                <a:lnTo>
                  <a:pt x="130" y="50"/>
                </a:lnTo>
                <a:lnTo>
                  <a:pt x="131" y="50"/>
                </a:lnTo>
                <a:lnTo>
                  <a:pt x="131" y="49"/>
                </a:lnTo>
                <a:lnTo>
                  <a:pt x="132" y="48"/>
                </a:lnTo>
                <a:lnTo>
                  <a:pt x="132" y="47"/>
                </a:lnTo>
                <a:lnTo>
                  <a:pt x="131" y="46"/>
                </a:lnTo>
                <a:lnTo>
                  <a:pt x="131" y="45"/>
                </a:lnTo>
                <a:lnTo>
                  <a:pt x="132" y="45"/>
                </a:lnTo>
                <a:lnTo>
                  <a:pt x="131" y="45"/>
                </a:lnTo>
                <a:lnTo>
                  <a:pt x="131" y="44"/>
                </a:lnTo>
                <a:lnTo>
                  <a:pt x="131" y="43"/>
                </a:lnTo>
                <a:lnTo>
                  <a:pt x="131" y="42"/>
                </a:lnTo>
                <a:lnTo>
                  <a:pt x="132" y="42"/>
                </a:lnTo>
                <a:lnTo>
                  <a:pt x="133" y="42"/>
                </a:lnTo>
                <a:lnTo>
                  <a:pt x="134" y="42"/>
                </a:lnTo>
                <a:lnTo>
                  <a:pt x="135" y="42"/>
                </a:lnTo>
                <a:lnTo>
                  <a:pt x="135" y="41"/>
                </a:lnTo>
                <a:lnTo>
                  <a:pt x="136" y="40"/>
                </a:lnTo>
                <a:lnTo>
                  <a:pt x="137" y="39"/>
                </a:lnTo>
                <a:lnTo>
                  <a:pt x="137" y="38"/>
                </a:lnTo>
                <a:lnTo>
                  <a:pt x="138" y="37"/>
                </a:lnTo>
                <a:lnTo>
                  <a:pt x="138" y="36"/>
                </a:lnTo>
                <a:lnTo>
                  <a:pt x="139" y="36"/>
                </a:lnTo>
                <a:lnTo>
                  <a:pt x="139" y="37"/>
                </a:lnTo>
                <a:lnTo>
                  <a:pt x="140" y="37"/>
                </a:lnTo>
                <a:lnTo>
                  <a:pt x="140" y="36"/>
                </a:lnTo>
                <a:lnTo>
                  <a:pt x="140" y="35"/>
                </a:lnTo>
                <a:lnTo>
                  <a:pt x="139" y="35"/>
                </a:lnTo>
                <a:lnTo>
                  <a:pt x="140" y="35"/>
                </a:lnTo>
                <a:lnTo>
                  <a:pt x="140" y="34"/>
                </a:lnTo>
                <a:lnTo>
                  <a:pt x="139" y="33"/>
                </a:lnTo>
                <a:lnTo>
                  <a:pt x="138" y="33"/>
                </a:lnTo>
                <a:lnTo>
                  <a:pt x="138" y="32"/>
                </a:lnTo>
                <a:lnTo>
                  <a:pt x="138" y="31"/>
                </a:lnTo>
                <a:lnTo>
                  <a:pt x="138" y="30"/>
                </a:lnTo>
                <a:lnTo>
                  <a:pt x="138" y="29"/>
                </a:lnTo>
                <a:lnTo>
                  <a:pt x="138" y="28"/>
                </a:lnTo>
                <a:lnTo>
                  <a:pt x="139" y="28"/>
                </a:lnTo>
                <a:lnTo>
                  <a:pt x="138" y="28"/>
                </a:lnTo>
                <a:lnTo>
                  <a:pt x="139" y="27"/>
                </a:lnTo>
                <a:lnTo>
                  <a:pt x="140" y="26"/>
                </a:lnTo>
                <a:lnTo>
                  <a:pt x="141" y="26"/>
                </a:lnTo>
                <a:lnTo>
                  <a:pt x="140" y="26"/>
                </a:lnTo>
                <a:lnTo>
                  <a:pt x="140" y="25"/>
                </a:lnTo>
                <a:lnTo>
                  <a:pt x="140" y="24"/>
                </a:lnTo>
                <a:lnTo>
                  <a:pt x="141" y="24"/>
                </a:lnTo>
                <a:lnTo>
                  <a:pt x="140" y="23"/>
                </a:lnTo>
                <a:lnTo>
                  <a:pt x="141" y="23"/>
                </a:lnTo>
                <a:lnTo>
                  <a:pt x="141" y="22"/>
                </a:lnTo>
                <a:lnTo>
                  <a:pt x="141" y="21"/>
                </a:lnTo>
                <a:lnTo>
                  <a:pt x="142" y="20"/>
                </a:lnTo>
                <a:lnTo>
                  <a:pt x="143" y="20"/>
                </a:lnTo>
                <a:lnTo>
                  <a:pt x="143" y="19"/>
                </a:lnTo>
                <a:lnTo>
                  <a:pt x="144" y="18"/>
                </a:lnTo>
                <a:lnTo>
                  <a:pt x="145" y="18"/>
                </a:lnTo>
                <a:lnTo>
                  <a:pt x="145" y="17"/>
                </a:lnTo>
                <a:lnTo>
                  <a:pt x="145" y="16"/>
                </a:lnTo>
                <a:lnTo>
                  <a:pt x="144" y="16"/>
                </a:lnTo>
                <a:lnTo>
                  <a:pt x="144" y="15"/>
                </a:lnTo>
                <a:lnTo>
                  <a:pt x="145" y="14"/>
                </a:lnTo>
                <a:lnTo>
                  <a:pt x="145" y="13"/>
                </a:lnTo>
                <a:lnTo>
                  <a:pt x="144" y="13"/>
                </a:lnTo>
                <a:lnTo>
                  <a:pt x="145" y="13"/>
                </a:lnTo>
                <a:lnTo>
                  <a:pt x="145" y="12"/>
                </a:lnTo>
                <a:lnTo>
                  <a:pt x="144" y="12"/>
                </a:lnTo>
                <a:lnTo>
                  <a:pt x="145" y="12"/>
                </a:lnTo>
                <a:lnTo>
                  <a:pt x="145" y="11"/>
                </a:lnTo>
                <a:lnTo>
                  <a:pt x="144" y="11"/>
                </a:lnTo>
                <a:lnTo>
                  <a:pt x="145" y="10"/>
                </a:lnTo>
                <a:lnTo>
                  <a:pt x="145" y="9"/>
                </a:lnTo>
                <a:lnTo>
                  <a:pt x="145" y="8"/>
                </a:lnTo>
                <a:lnTo>
                  <a:pt x="146" y="8"/>
                </a:lnTo>
                <a:lnTo>
                  <a:pt x="146" y="9"/>
                </a:lnTo>
                <a:lnTo>
                  <a:pt x="146" y="8"/>
                </a:lnTo>
                <a:lnTo>
                  <a:pt x="145" y="8"/>
                </a:lnTo>
                <a:lnTo>
                  <a:pt x="145" y="7"/>
                </a:lnTo>
                <a:lnTo>
                  <a:pt x="146" y="7"/>
                </a:lnTo>
                <a:lnTo>
                  <a:pt x="145" y="7"/>
                </a:lnTo>
                <a:lnTo>
                  <a:pt x="145" y="8"/>
                </a:lnTo>
                <a:lnTo>
                  <a:pt x="144" y="8"/>
                </a:lnTo>
                <a:lnTo>
                  <a:pt x="144" y="7"/>
                </a:lnTo>
                <a:lnTo>
                  <a:pt x="144" y="6"/>
                </a:lnTo>
                <a:lnTo>
                  <a:pt x="145" y="5"/>
                </a:lnTo>
                <a:lnTo>
                  <a:pt x="146" y="5"/>
                </a:lnTo>
                <a:lnTo>
                  <a:pt x="146" y="6"/>
                </a:lnTo>
                <a:lnTo>
                  <a:pt x="147" y="5"/>
                </a:lnTo>
                <a:lnTo>
                  <a:pt x="146" y="5"/>
                </a:lnTo>
                <a:lnTo>
                  <a:pt x="145" y="5"/>
                </a:lnTo>
                <a:lnTo>
                  <a:pt x="146" y="5"/>
                </a:lnTo>
                <a:lnTo>
                  <a:pt x="145" y="4"/>
                </a:lnTo>
                <a:lnTo>
                  <a:pt x="146" y="3"/>
                </a:lnTo>
                <a:lnTo>
                  <a:pt x="147" y="3"/>
                </a:lnTo>
                <a:lnTo>
                  <a:pt x="148" y="1"/>
                </a:lnTo>
                <a:lnTo>
                  <a:pt x="149" y="1"/>
                </a:lnTo>
                <a:lnTo>
                  <a:pt x="149" y="3"/>
                </a:lnTo>
                <a:lnTo>
                  <a:pt x="150" y="3"/>
                </a:lnTo>
                <a:lnTo>
                  <a:pt x="151" y="3"/>
                </a:lnTo>
                <a:lnTo>
                  <a:pt x="152" y="3"/>
                </a:lnTo>
                <a:lnTo>
                  <a:pt x="152" y="1"/>
                </a:lnTo>
                <a:lnTo>
                  <a:pt x="152" y="0"/>
                </a:lnTo>
                <a:lnTo>
                  <a:pt x="153" y="0"/>
                </a:lnTo>
                <a:lnTo>
                  <a:pt x="154" y="1"/>
                </a:lnTo>
                <a:lnTo>
                  <a:pt x="154" y="0"/>
                </a:lnTo>
                <a:lnTo>
                  <a:pt x="155" y="0"/>
                </a:lnTo>
                <a:lnTo>
                  <a:pt x="155" y="1"/>
                </a:lnTo>
                <a:lnTo>
                  <a:pt x="156" y="0"/>
                </a:lnTo>
                <a:lnTo>
                  <a:pt x="157" y="0"/>
                </a:lnTo>
                <a:lnTo>
                  <a:pt x="158" y="0"/>
                </a:lnTo>
                <a:lnTo>
                  <a:pt x="159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16" name=""/>
          <p:cNvSpPr/>
          <p:nvPr/>
        </p:nvSpPr>
        <p:spPr>
          <a:xfrm>
            <a:off x="7009200" y="1959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17" name=""/>
          <p:cNvSpPr/>
          <p:nvPr/>
        </p:nvSpPr>
        <p:spPr>
          <a:xfrm>
            <a:off x="7012080" y="195732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3"/>
                </a:move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3" y="3"/>
                </a:lnTo>
                <a:lnTo>
                  <a:pt x="3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18" name=""/>
          <p:cNvSpPr/>
          <p:nvPr/>
        </p:nvSpPr>
        <p:spPr>
          <a:xfrm>
            <a:off x="7008840" y="19573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1"/>
                </a:move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19" name=""/>
          <p:cNvSpPr/>
          <p:nvPr/>
        </p:nvSpPr>
        <p:spPr>
          <a:xfrm>
            <a:off x="7007040" y="195732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0" y="1"/>
                </a:move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5" y="0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3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20" name=""/>
          <p:cNvSpPr/>
          <p:nvPr/>
        </p:nvSpPr>
        <p:spPr>
          <a:xfrm>
            <a:off x="7008480" y="1956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21" name=""/>
          <p:cNvSpPr/>
          <p:nvPr/>
        </p:nvSpPr>
        <p:spPr>
          <a:xfrm>
            <a:off x="7016400" y="19526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22" name=""/>
          <p:cNvSpPr/>
          <p:nvPr/>
        </p:nvSpPr>
        <p:spPr>
          <a:xfrm>
            <a:off x="7017840" y="195048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23" name=""/>
          <p:cNvSpPr/>
          <p:nvPr/>
        </p:nvSpPr>
        <p:spPr>
          <a:xfrm>
            <a:off x="7017120" y="1950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24" name=""/>
          <p:cNvSpPr/>
          <p:nvPr/>
        </p:nvSpPr>
        <p:spPr>
          <a:xfrm>
            <a:off x="7016760" y="1950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25" name=""/>
          <p:cNvSpPr/>
          <p:nvPr/>
        </p:nvSpPr>
        <p:spPr>
          <a:xfrm>
            <a:off x="7016760" y="19476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26" name=""/>
          <p:cNvSpPr/>
          <p:nvPr/>
        </p:nvSpPr>
        <p:spPr>
          <a:xfrm>
            <a:off x="7017840" y="1947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27" name=""/>
          <p:cNvSpPr/>
          <p:nvPr/>
        </p:nvSpPr>
        <p:spPr>
          <a:xfrm>
            <a:off x="7019280" y="19472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28" name=""/>
          <p:cNvSpPr/>
          <p:nvPr/>
        </p:nvSpPr>
        <p:spPr>
          <a:xfrm>
            <a:off x="7018200" y="1946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29" name=""/>
          <p:cNvSpPr/>
          <p:nvPr/>
        </p:nvSpPr>
        <p:spPr>
          <a:xfrm>
            <a:off x="7017480" y="19458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30" name=""/>
          <p:cNvSpPr/>
          <p:nvPr/>
        </p:nvSpPr>
        <p:spPr>
          <a:xfrm>
            <a:off x="7017840" y="19458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31" name=""/>
          <p:cNvSpPr/>
          <p:nvPr/>
        </p:nvSpPr>
        <p:spPr>
          <a:xfrm>
            <a:off x="7017120" y="19454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32" name=""/>
          <p:cNvSpPr/>
          <p:nvPr/>
        </p:nvSpPr>
        <p:spPr>
          <a:xfrm>
            <a:off x="7016760" y="1945080"/>
            <a:ext cx="1080" cy="360"/>
          </a:xfrm>
          <a:custGeom>
            <a:avLst/>
            <a:gdLst/>
            <a:ahLst/>
            <a:rect l="0" t="0" r="r" b="b"/>
            <a:pathLst>
              <a:path w="3" h="1">
                <a:moveTo>
                  <a:pt x="3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33" name=""/>
          <p:cNvSpPr/>
          <p:nvPr/>
        </p:nvSpPr>
        <p:spPr>
          <a:xfrm>
            <a:off x="7015680" y="194292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4" y="4"/>
                </a:moveTo>
                <a:lnTo>
                  <a:pt x="3" y="3"/>
                </a:lnTo>
                <a:lnTo>
                  <a:pt x="3" y="4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3" y="3"/>
                </a:lnTo>
                <a:lnTo>
                  <a:pt x="4" y="3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34" name=""/>
          <p:cNvSpPr/>
          <p:nvPr/>
        </p:nvSpPr>
        <p:spPr>
          <a:xfrm>
            <a:off x="7022160" y="1938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35" name=""/>
          <p:cNvSpPr/>
          <p:nvPr/>
        </p:nvSpPr>
        <p:spPr>
          <a:xfrm>
            <a:off x="7022160" y="19386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36" name=""/>
          <p:cNvSpPr/>
          <p:nvPr/>
        </p:nvSpPr>
        <p:spPr>
          <a:xfrm>
            <a:off x="7020720" y="193536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3" y="2"/>
                </a:moveTo>
                <a:lnTo>
                  <a:pt x="3" y="3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5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37" name=""/>
          <p:cNvSpPr/>
          <p:nvPr/>
        </p:nvSpPr>
        <p:spPr>
          <a:xfrm>
            <a:off x="7023240" y="19335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1"/>
                </a:moveTo>
                <a:lnTo>
                  <a:pt x="4" y="3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38" name=""/>
          <p:cNvSpPr/>
          <p:nvPr/>
        </p:nvSpPr>
        <p:spPr>
          <a:xfrm>
            <a:off x="7022520" y="19328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39" name=""/>
          <p:cNvSpPr/>
          <p:nvPr/>
        </p:nvSpPr>
        <p:spPr>
          <a:xfrm>
            <a:off x="7023240" y="193104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3" y="3"/>
                </a:moveTo>
                <a:lnTo>
                  <a:pt x="3" y="5"/>
                </a:lnTo>
                <a:lnTo>
                  <a:pt x="1" y="5"/>
                </a:lnTo>
                <a:lnTo>
                  <a:pt x="0" y="6"/>
                </a:lnTo>
                <a:lnTo>
                  <a:pt x="0" y="5"/>
                </a:lnTo>
                <a:lnTo>
                  <a:pt x="1" y="3"/>
                </a:lnTo>
                <a:lnTo>
                  <a:pt x="1" y="1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40" name=""/>
          <p:cNvSpPr/>
          <p:nvPr/>
        </p:nvSpPr>
        <p:spPr>
          <a:xfrm>
            <a:off x="7017480" y="192780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1" y="3"/>
                </a:move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3"/>
                </a:lnTo>
                <a:lnTo>
                  <a:pt x="4" y="3"/>
                </a:lnTo>
                <a:lnTo>
                  <a:pt x="2" y="3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41" name=""/>
          <p:cNvSpPr/>
          <p:nvPr/>
        </p:nvSpPr>
        <p:spPr>
          <a:xfrm>
            <a:off x="7017120" y="19220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42" name=""/>
          <p:cNvSpPr/>
          <p:nvPr/>
        </p:nvSpPr>
        <p:spPr>
          <a:xfrm>
            <a:off x="7021440" y="192060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6" y="2"/>
                </a:moveTo>
                <a:lnTo>
                  <a:pt x="5" y="2"/>
                </a:lnTo>
                <a:lnTo>
                  <a:pt x="5" y="4"/>
                </a:lnTo>
                <a:lnTo>
                  <a:pt x="6" y="4"/>
                </a:lnTo>
                <a:lnTo>
                  <a:pt x="5" y="4"/>
                </a:lnTo>
                <a:lnTo>
                  <a:pt x="5" y="5"/>
                </a:lnTo>
                <a:lnTo>
                  <a:pt x="6" y="6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  <a:lnTo>
                  <a:pt x="3" y="1"/>
                </a:lnTo>
                <a:lnTo>
                  <a:pt x="4" y="0"/>
                </a:lnTo>
                <a:lnTo>
                  <a:pt x="5" y="1"/>
                </a:lnTo>
                <a:lnTo>
                  <a:pt x="6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43" name=""/>
          <p:cNvSpPr/>
          <p:nvPr/>
        </p:nvSpPr>
        <p:spPr>
          <a:xfrm>
            <a:off x="7018560" y="19209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44" name=""/>
          <p:cNvSpPr/>
          <p:nvPr/>
        </p:nvSpPr>
        <p:spPr>
          <a:xfrm>
            <a:off x="7017840" y="19202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45" name=""/>
          <p:cNvSpPr/>
          <p:nvPr/>
        </p:nvSpPr>
        <p:spPr>
          <a:xfrm>
            <a:off x="7021440" y="1918800"/>
            <a:ext cx="3600" cy="3240"/>
          </a:xfrm>
          <a:custGeom>
            <a:avLst/>
            <a:gdLst/>
            <a:ahLst/>
            <a:rect l="0" t="0" r="r" b="b"/>
            <a:pathLst>
              <a:path w="10" h="9">
                <a:moveTo>
                  <a:pt x="8" y="2"/>
                </a:moveTo>
                <a:lnTo>
                  <a:pt x="9" y="2"/>
                </a:lnTo>
                <a:lnTo>
                  <a:pt x="9" y="3"/>
                </a:lnTo>
                <a:lnTo>
                  <a:pt x="8" y="3"/>
                </a:lnTo>
                <a:lnTo>
                  <a:pt x="8" y="4"/>
                </a:lnTo>
                <a:lnTo>
                  <a:pt x="9" y="4"/>
                </a:lnTo>
                <a:lnTo>
                  <a:pt x="10" y="4"/>
                </a:lnTo>
                <a:lnTo>
                  <a:pt x="10" y="5"/>
                </a:lnTo>
                <a:lnTo>
                  <a:pt x="9" y="5"/>
                </a:lnTo>
                <a:lnTo>
                  <a:pt x="9" y="6"/>
                </a:lnTo>
                <a:lnTo>
                  <a:pt x="9" y="7"/>
                </a:lnTo>
                <a:lnTo>
                  <a:pt x="8" y="9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2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8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46" name=""/>
          <p:cNvSpPr/>
          <p:nvPr/>
        </p:nvSpPr>
        <p:spPr>
          <a:xfrm>
            <a:off x="7023600" y="19180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1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47" name=""/>
          <p:cNvSpPr/>
          <p:nvPr/>
        </p:nvSpPr>
        <p:spPr>
          <a:xfrm>
            <a:off x="7014960" y="1917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48" name=""/>
          <p:cNvSpPr/>
          <p:nvPr/>
        </p:nvSpPr>
        <p:spPr>
          <a:xfrm>
            <a:off x="7021440" y="19126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3"/>
                </a:move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2" y="3"/>
                </a:lnTo>
                <a:lnTo>
                  <a:pt x="4" y="4"/>
                </a:lnTo>
                <a:lnTo>
                  <a:pt x="2" y="4"/>
                </a:lnTo>
                <a:lnTo>
                  <a:pt x="2" y="5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49" name=""/>
          <p:cNvSpPr/>
          <p:nvPr/>
        </p:nvSpPr>
        <p:spPr>
          <a:xfrm>
            <a:off x="7014600" y="19062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50" name=""/>
          <p:cNvSpPr/>
          <p:nvPr/>
        </p:nvSpPr>
        <p:spPr>
          <a:xfrm>
            <a:off x="7014960" y="19054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4" y="0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2" y="4"/>
                </a:lnTo>
                <a:lnTo>
                  <a:pt x="0" y="4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51" name=""/>
          <p:cNvSpPr/>
          <p:nvPr/>
        </p:nvSpPr>
        <p:spPr>
          <a:xfrm>
            <a:off x="7013880" y="19047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52" name=""/>
          <p:cNvSpPr/>
          <p:nvPr/>
        </p:nvSpPr>
        <p:spPr>
          <a:xfrm>
            <a:off x="7014600" y="1904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53" name=""/>
          <p:cNvSpPr/>
          <p:nvPr/>
        </p:nvSpPr>
        <p:spPr>
          <a:xfrm>
            <a:off x="7017480" y="19044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54" name=""/>
          <p:cNvSpPr/>
          <p:nvPr/>
        </p:nvSpPr>
        <p:spPr>
          <a:xfrm>
            <a:off x="7015680" y="1904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55" name=""/>
          <p:cNvSpPr/>
          <p:nvPr/>
        </p:nvSpPr>
        <p:spPr>
          <a:xfrm>
            <a:off x="7015680" y="1904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56" name=""/>
          <p:cNvSpPr/>
          <p:nvPr/>
        </p:nvSpPr>
        <p:spPr>
          <a:xfrm>
            <a:off x="7017480" y="19040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1" y="2"/>
                </a:move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57" name=""/>
          <p:cNvSpPr/>
          <p:nvPr/>
        </p:nvSpPr>
        <p:spPr>
          <a:xfrm>
            <a:off x="7020000" y="19022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58" name=""/>
          <p:cNvSpPr/>
          <p:nvPr/>
        </p:nvSpPr>
        <p:spPr>
          <a:xfrm>
            <a:off x="7022520" y="18846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59" name=""/>
          <p:cNvSpPr/>
          <p:nvPr/>
        </p:nvSpPr>
        <p:spPr>
          <a:xfrm>
            <a:off x="7023960" y="18831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60" name=""/>
          <p:cNvSpPr/>
          <p:nvPr/>
        </p:nvSpPr>
        <p:spPr>
          <a:xfrm>
            <a:off x="7016040" y="18651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61" name=""/>
          <p:cNvSpPr/>
          <p:nvPr/>
        </p:nvSpPr>
        <p:spPr>
          <a:xfrm>
            <a:off x="7025400" y="1946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62" name=""/>
          <p:cNvSpPr/>
          <p:nvPr/>
        </p:nvSpPr>
        <p:spPr>
          <a:xfrm>
            <a:off x="7024320" y="194400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3" y="4"/>
                </a:moveTo>
                <a:lnTo>
                  <a:pt x="1" y="4"/>
                </a:lnTo>
                <a:lnTo>
                  <a:pt x="0" y="5"/>
                </a:lnTo>
                <a:lnTo>
                  <a:pt x="0" y="4"/>
                </a:lnTo>
                <a:lnTo>
                  <a:pt x="1" y="3"/>
                </a:lnTo>
                <a:lnTo>
                  <a:pt x="3" y="3"/>
                </a:lnTo>
                <a:lnTo>
                  <a:pt x="4" y="3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63" name=""/>
          <p:cNvSpPr/>
          <p:nvPr/>
        </p:nvSpPr>
        <p:spPr>
          <a:xfrm>
            <a:off x="7024320" y="194220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4" y="3"/>
                </a:moveTo>
                <a:lnTo>
                  <a:pt x="5" y="3"/>
                </a:lnTo>
                <a:lnTo>
                  <a:pt x="4" y="4"/>
                </a:lnTo>
                <a:lnTo>
                  <a:pt x="3" y="4"/>
                </a:lnTo>
                <a:lnTo>
                  <a:pt x="3" y="6"/>
                </a:lnTo>
                <a:lnTo>
                  <a:pt x="1" y="6"/>
                </a:lnTo>
                <a:lnTo>
                  <a:pt x="0" y="6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1" y="2"/>
                </a:lnTo>
                <a:lnTo>
                  <a:pt x="3" y="3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64" name=""/>
          <p:cNvSpPr/>
          <p:nvPr/>
        </p:nvSpPr>
        <p:spPr>
          <a:xfrm>
            <a:off x="7025400" y="19346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1" y="0"/>
                </a:moveTo>
                <a:lnTo>
                  <a:pt x="3" y="0"/>
                </a:lnTo>
                <a:lnTo>
                  <a:pt x="4" y="0"/>
                </a:lnTo>
                <a:lnTo>
                  <a:pt x="3" y="2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65" name=""/>
          <p:cNvSpPr/>
          <p:nvPr/>
        </p:nvSpPr>
        <p:spPr>
          <a:xfrm>
            <a:off x="7024320" y="193320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3" y="0"/>
                </a:lnTo>
                <a:lnTo>
                  <a:pt x="2" y="0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66" name=""/>
          <p:cNvSpPr/>
          <p:nvPr/>
        </p:nvSpPr>
        <p:spPr>
          <a:xfrm>
            <a:off x="7026120" y="19227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67" name=""/>
          <p:cNvSpPr/>
          <p:nvPr/>
        </p:nvSpPr>
        <p:spPr>
          <a:xfrm>
            <a:off x="7024320" y="1917720"/>
            <a:ext cx="3960" cy="5040"/>
          </a:xfrm>
          <a:custGeom>
            <a:avLst/>
            <a:gdLst/>
            <a:ahLst/>
            <a:rect l="0" t="0" r="r" b="b"/>
            <a:pathLst>
              <a:path w="11" h="14">
                <a:moveTo>
                  <a:pt x="10" y="4"/>
                </a:moveTo>
                <a:lnTo>
                  <a:pt x="10" y="5"/>
                </a:lnTo>
                <a:lnTo>
                  <a:pt x="11" y="5"/>
                </a:lnTo>
                <a:lnTo>
                  <a:pt x="10" y="6"/>
                </a:lnTo>
                <a:lnTo>
                  <a:pt x="11" y="6"/>
                </a:lnTo>
                <a:lnTo>
                  <a:pt x="11" y="7"/>
                </a:lnTo>
                <a:lnTo>
                  <a:pt x="11" y="8"/>
                </a:lnTo>
                <a:lnTo>
                  <a:pt x="10" y="8"/>
                </a:lnTo>
                <a:lnTo>
                  <a:pt x="9" y="9"/>
                </a:lnTo>
                <a:lnTo>
                  <a:pt x="10" y="9"/>
                </a:lnTo>
                <a:lnTo>
                  <a:pt x="11" y="9"/>
                </a:lnTo>
                <a:lnTo>
                  <a:pt x="11" y="11"/>
                </a:lnTo>
                <a:lnTo>
                  <a:pt x="10" y="11"/>
                </a:lnTo>
                <a:lnTo>
                  <a:pt x="9" y="11"/>
                </a:lnTo>
                <a:lnTo>
                  <a:pt x="9" y="12"/>
                </a:lnTo>
                <a:lnTo>
                  <a:pt x="9" y="13"/>
                </a:lnTo>
                <a:lnTo>
                  <a:pt x="9" y="14"/>
                </a:lnTo>
                <a:lnTo>
                  <a:pt x="8" y="14"/>
                </a:lnTo>
                <a:lnTo>
                  <a:pt x="7" y="14"/>
                </a:lnTo>
                <a:lnTo>
                  <a:pt x="8" y="14"/>
                </a:lnTo>
                <a:lnTo>
                  <a:pt x="7" y="14"/>
                </a:lnTo>
                <a:lnTo>
                  <a:pt x="6" y="14"/>
                </a:lnTo>
                <a:lnTo>
                  <a:pt x="6" y="12"/>
                </a:lnTo>
                <a:lnTo>
                  <a:pt x="5" y="11"/>
                </a:lnTo>
                <a:lnTo>
                  <a:pt x="4" y="11"/>
                </a:lnTo>
                <a:lnTo>
                  <a:pt x="4" y="12"/>
                </a:lnTo>
                <a:lnTo>
                  <a:pt x="2" y="12"/>
                </a:lnTo>
                <a:lnTo>
                  <a:pt x="4" y="11"/>
                </a:lnTo>
                <a:lnTo>
                  <a:pt x="4" y="9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2" y="7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1" y="3"/>
                </a:lnTo>
                <a:lnTo>
                  <a:pt x="2" y="3"/>
                </a:lnTo>
                <a:lnTo>
                  <a:pt x="4" y="2"/>
                </a:lnTo>
                <a:lnTo>
                  <a:pt x="5" y="2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9" y="2"/>
                </a:lnTo>
                <a:lnTo>
                  <a:pt x="10" y="2"/>
                </a:lnTo>
                <a:lnTo>
                  <a:pt x="10" y="3"/>
                </a:lnTo>
                <a:lnTo>
                  <a:pt x="11" y="3"/>
                </a:lnTo>
                <a:lnTo>
                  <a:pt x="10" y="4"/>
                </a:lnTo>
                <a:lnTo>
                  <a:pt x="10" y="3"/>
                </a:lnTo>
                <a:lnTo>
                  <a:pt x="1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68" name=""/>
          <p:cNvSpPr/>
          <p:nvPr/>
        </p:nvSpPr>
        <p:spPr>
          <a:xfrm>
            <a:off x="7024680" y="19180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69" name=""/>
          <p:cNvSpPr/>
          <p:nvPr/>
        </p:nvSpPr>
        <p:spPr>
          <a:xfrm>
            <a:off x="7026840" y="191736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3" y="5"/>
                </a:moveTo>
                <a:lnTo>
                  <a:pt x="1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3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70" name=""/>
          <p:cNvSpPr/>
          <p:nvPr/>
        </p:nvSpPr>
        <p:spPr>
          <a:xfrm>
            <a:off x="7029000" y="191664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2" y="3"/>
                </a:moveTo>
                <a:lnTo>
                  <a:pt x="4" y="5"/>
                </a:lnTo>
                <a:lnTo>
                  <a:pt x="5" y="5"/>
                </a:lnTo>
                <a:lnTo>
                  <a:pt x="6" y="3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2" y="5"/>
                </a:lnTo>
                <a:lnTo>
                  <a:pt x="2" y="6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2" y="3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4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71" name=""/>
          <p:cNvSpPr/>
          <p:nvPr/>
        </p:nvSpPr>
        <p:spPr>
          <a:xfrm>
            <a:off x="7026840" y="19166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72" name=""/>
          <p:cNvSpPr/>
          <p:nvPr/>
        </p:nvSpPr>
        <p:spPr>
          <a:xfrm>
            <a:off x="7027920" y="1915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73" name=""/>
          <p:cNvSpPr/>
          <p:nvPr/>
        </p:nvSpPr>
        <p:spPr>
          <a:xfrm>
            <a:off x="7028280" y="19155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74" name=""/>
          <p:cNvSpPr/>
          <p:nvPr/>
        </p:nvSpPr>
        <p:spPr>
          <a:xfrm>
            <a:off x="7027560" y="19116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75" name=""/>
          <p:cNvSpPr/>
          <p:nvPr/>
        </p:nvSpPr>
        <p:spPr>
          <a:xfrm>
            <a:off x="7027560" y="19116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76" name=""/>
          <p:cNvSpPr/>
          <p:nvPr/>
        </p:nvSpPr>
        <p:spPr>
          <a:xfrm>
            <a:off x="7028280" y="19090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77" name=""/>
          <p:cNvSpPr/>
          <p:nvPr/>
        </p:nvSpPr>
        <p:spPr>
          <a:xfrm>
            <a:off x="7027560" y="1906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78" name=""/>
          <p:cNvSpPr/>
          <p:nvPr/>
        </p:nvSpPr>
        <p:spPr>
          <a:xfrm>
            <a:off x="7027560" y="19054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79" name=""/>
          <p:cNvSpPr/>
          <p:nvPr/>
        </p:nvSpPr>
        <p:spPr>
          <a:xfrm>
            <a:off x="7029000" y="19015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80" name=""/>
          <p:cNvSpPr/>
          <p:nvPr/>
        </p:nvSpPr>
        <p:spPr>
          <a:xfrm>
            <a:off x="7028280" y="1901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81" name=""/>
          <p:cNvSpPr/>
          <p:nvPr/>
        </p:nvSpPr>
        <p:spPr>
          <a:xfrm>
            <a:off x="7028640" y="189648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2" y="5"/>
                </a:moveTo>
                <a:lnTo>
                  <a:pt x="2" y="4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2" y="6"/>
                </a:lnTo>
                <a:lnTo>
                  <a:pt x="2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82" name=""/>
          <p:cNvSpPr/>
          <p:nvPr/>
        </p:nvSpPr>
        <p:spPr>
          <a:xfrm>
            <a:off x="7025760" y="1893960"/>
            <a:ext cx="4320" cy="3240"/>
          </a:xfrm>
          <a:custGeom>
            <a:avLst/>
            <a:gdLst/>
            <a:ahLst/>
            <a:rect l="0" t="0" r="r" b="b"/>
            <a:pathLst>
              <a:path w="12" h="9">
                <a:moveTo>
                  <a:pt x="9" y="5"/>
                </a:moveTo>
                <a:lnTo>
                  <a:pt x="9" y="6"/>
                </a:lnTo>
                <a:lnTo>
                  <a:pt x="8" y="6"/>
                </a:lnTo>
                <a:lnTo>
                  <a:pt x="8" y="8"/>
                </a:lnTo>
                <a:lnTo>
                  <a:pt x="2" y="9"/>
                </a:lnTo>
                <a:lnTo>
                  <a:pt x="0" y="9"/>
                </a:lnTo>
                <a:lnTo>
                  <a:pt x="0" y="8"/>
                </a:lnTo>
                <a:lnTo>
                  <a:pt x="2" y="8"/>
                </a:lnTo>
                <a:lnTo>
                  <a:pt x="3" y="5"/>
                </a:lnTo>
                <a:lnTo>
                  <a:pt x="4" y="5"/>
                </a:lnTo>
                <a:lnTo>
                  <a:pt x="5" y="4"/>
                </a:lnTo>
                <a:lnTo>
                  <a:pt x="7" y="2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12" y="0"/>
                </a:lnTo>
                <a:lnTo>
                  <a:pt x="12" y="1"/>
                </a:lnTo>
                <a:lnTo>
                  <a:pt x="12" y="2"/>
                </a:lnTo>
                <a:lnTo>
                  <a:pt x="10" y="3"/>
                </a:lnTo>
                <a:lnTo>
                  <a:pt x="10" y="4"/>
                </a:lnTo>
                <a:lnTo>
                  <a:pt x="9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83" name=""/>
          <p:cNvSpPr/>
          <p:nvPr/>
        </p:nvSpPr>
        <p:spPr>
          <a:xfrm>
            <a:off x="7028640" y="18914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84" name=""/>
          <p:cNvSpPr/>
          <p:nvPr/>
        </p:nvSpPr>
        <p:spPr>
          <a:xfrm>
            <a:off x="7027920" y="18914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85" name=""/>
          <p:cNvSpPr/>
          <p:nvPr/>
        </p:nvSpPr>
        <p:spPr>
          <a:xfrm>
            <a:off x="7028640" y="1891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86" name=""/>
          <p:cNvSpPr/>
          <p:nvPr/>
        </p:nvSpPr>
        <p:spPr>
          <a:xfrm>
            <a:off x="7028640" y="18907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87" name=""/>
          <p:cNvSpPr/>
          <p:nvPr/>
        </p:nvSpPr>
        <p:spPr>
          <a:xfrm>
            <a:off x="7026120" y="188928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2" y="7"/>
                </a:moveTo>
                <a:lnTo>
                  <a:pt x="1" y="7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1" y="1"/>
                </a:lnTo>
                <a:lnTo>
                  <a:pt x="2" y="1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7" y="3"/>
                </a:lnTo>
                <a:lnTo>
                  <a:pt x="7" y="4"/>
                </a:lnTo>
                <a:lnTo>
                  <a:pt x="7" y="6"/>
                </a:lnTo>
                <a:lnTo>
                  <a:pt x="6" y="7"/>
                </a:lnTo>
                <a:lnTo>
                  <a:pt x="5" y="7"/>
                </a:lnTo>
                <a:lnTo>
                  <a:pt x="3" y="7"/>
                </a:lnTo>
                <a:lnTo>
                  <a:pt x="2" y="7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88" name=""/>
          <p:cNvSpPr/>
          <p:nvPr/>
        </p:nvSpPr>
        <p:spPr>
          <a:xfrm>
            <a:off x="7030080" y="18896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89" name=""/>
          <p:cNvSpPr/>
          <p:nvPr/>
        </p:nvSpPr>
        <p:spPr>
          <a:xfrm>
            <a:off x="7030800" y="18892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90" name=""/>
          <p:cNvSpPr/>
          <p:nvPr/>
        </p:nvSpPr>
        <p:spPr>
          <a:xfrm>
            <a:off x="7029360" y="18889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1"/>
                </a:move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91" name=""/>
          <p:cNvSpPr/>
          <p:nvPr/>
        </p:nvSpPr>
        <p:spPr>
          <a:xfrm>
            <a:off x="7030800" y="18889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92" name=""/>
          <p:cNvSpPr/>
          <p:nvPr/>
        </p:nvSpPr>
        <p:spPr>
          <a:xfrm>
            <a:off x="7029720" y="18878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93" name=""/>
          <p:cNvSpPr/>
          <p:nvPr/>
        </p:nvSpPr>
        <p:spPr>
          <a:xfrm>
            <a:off x="7030440" y="18874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3"/>
                </a:moveTo>
                <a:lnTo>
                  <a:pt x="1" y="3"/>
                </a:lnTo>
                <a:lnTo>
                  <a:pt x="1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94" name=""/>
          <p:cNvSpPr/>
          <p:nvPr/>
        </p:nvSpPr>
        <p:spPr>
          <a:xfrm>
            <a:off x="7031520" y="18874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95" name=""/>
          <p:cNvSpPr/>
          <p:nvPr/>
        </p:nvSpPr>
        <p:spPr>
          <a:xfrm>
            <a:off x="7023240" y="1883880"/>
            <a:ext cx="3240" cy="5400"/>
          </a:xfrm>
          <a:custGeom>
            <a:avLst/>
            <a:gdLst/>
            <a:ahLst/>
            <a:rect l="0" t="0" r="r" b="b"/>
            <a:pathLst>
              <a:path w="9" h="15">
                <a:moveTo>
                  <a:pt x="2" y="0"/>
                </a:moveTo>
                <a:lnTo>
                  <a:pt x="3" y="1"/>
                </a:lnTo>
                <a:lnTo>
                  <a:pt x="3" y="2"/>
                </a:lnTo>
                <a:lnTo>
                  <a:pt x="4" y="2"/>
                </a:lnTo>
                <a:lnTo>
                  <a:pt x="5" y="3"/>
                </a:lnTo>
                <a:lnTo>
                  <a:pt x="5" y="4"/>
                </a:lnTo>
                <a:lnTo>
                  <a:pt x="6" y="5"/>
                </a:lnTo>
                <a:lnTo>
                  <a:pt x="8" y="5"/>
                </a:lnTo>
                <a:lnTo>
                  <a:pt x="8" y="6"/>
                </a:lnTo>
                <a:lnTo>
                  <a:pt x="8" y="7"/>
                </a:lnTo>
                <a:lnTo>
                  <a:pt x="9" y="8"/>
                </a:lnTo>
                <a:lnTo>
                  <a:pt x="9" y="9"/>
                </a:lnTo>
                <a:lnTo>
                  <a:pt x="9" y="10"/>
                </a:lnTo>
                <a:lnTo>
                  <a:pt x="9" y="11"/>
                </a:lnTo>
                <a:lnTo>
                  <a:pt x="8" y="11"/>
                </a:lnTo>
                <a:lnTo>
                  <a:pt x="6" y="12"/>
                </a:lnTo>
                <a:lnTo>
                  <a:pt x="5" y="12"/>
                </a:lnTo>
                <a:lnTo>
                  <a:pt x="4" y="12"/>
                </a:lnTo>
                <a:lnTo>
                  <a:pt x="4" y="14"/>
                </a:lnTo>
                <a:lnTo>
                  <a:pt x="3" y="14"/>
                </a:lnTo>
                <a:lnTo>
                  <a:pt x="3" y="15"/>
                </a:lnTo>
                <a:lnTo>
                  <a:pt x="2" y="15"/>
                </a:lnTo>
                <a:lnTo>
                  <a:pt x="2" y="14"/>
                </a:lnTo>
                <a:lnTo>
                  <a:pt x="1" y="14"/>
                </a:lnTo>
                <a:lnTo>
                  <a:pt x="1" y="12"/>
                </a:lnTo>
                <a:lnTo>
                  <a:pt x="0" y="11"/>
                </a:lnTo>
                <a:lnTo>
                  <a:pt x="0" y="10"/>
                </a:lnTo>
                <a:lnTo>
                  <a:pt x="1" y="10"/>
                </a:lnTo>
                <a:lnTo>
                  <a:pt x="1" y="9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96" name=""/>
          <p:cNvSpPr/>
          <p:nvPr/>
        </p:nvSpPr>
        <p:spPr>
          <a:xfrm>
            <a:off x="7027200" y="1885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97" name=""/>
          <p:cNvSpPr/>
          <p:nvPr/>
        </p:nvSpPr>
        <p:spPr>
          <a:xfrm>
            <a:off x="7027560" y="18846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98" name=""/>
          <p:cNvSpPr/>
          <p:nvPr/>
        </p:nvSpPr>
        <p:spPr>
          <a:xfrm>
            <a:off x="7025400" y="188352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4" y="5"/>
                </a:moveTo>
                <a:lnTo>
                  <a:pt x="5" y="5"/>
                </a:lnTo>
                <a:lnTo>
                  <a:pt x="4" y="5"/>
                </a:lnTo>
                <a:lnTo>
                  <a:pt x="2" y="5"/>
                </a:lnTo>
                <a:lnTo>
                  <a:pt x="2" y="4"/>
                </a:ln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5" y="3"/>
                </a:lnTo>
                <a:lnTo>
                  <a:pt x="5" y="4"/>
                </a:lnTo>
                <a:lnTo>
                  <a:pt x="4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99" name=""/>
          <p:cNvSpPr/>
          <p:nvPr/>
        </p:nvSpPr>
        <p:spPr>
          <a:xfrm>
            <a:off x="7027200" y="18838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00" name=""/>
          <p:cNvSpPr/>
          <p:nvPr/>
        </p:nvSpPr>
        <p:spPr>
          <a:xfrm>
            <a:off x="7029000" y="18802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4"/>
                </a:move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  <a:lnTo>
                  <a:pt x="5" y="3"/>
                </a:lnTo>
                <a:lnTo>
                  <a:pt x="3" y="4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01" name=""/>
          <p:cNvSpPr/>
          <p:nvPr/>
        </p:nvSpPr>
        <p:spPr>
          <a:xfrm>
            <a:off x="7025760" y="1875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02" name=""/>
          <p:cNvSpPr/>
          <p:nvPr/>
        </p:nvSpPr>
        <p:spPr>
          <a:xfrm>
            <a:off x="7026840" y="187488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3" y="4"/>
                </a:move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03" name=""/>
          <p:cNvSpPr/>
          <p:nvPr/>
        </p:nvSpPr>
        <p:spPr>
          <a:xfrm>
            <a:off x="7030080" y="186552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2"/>
                </a:move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4" y="3"/>
                </a:lnTo>
                <a:lnTo>
                  <a:pt x="3" y="5"/>
                </a:lnTo>
                <a:lnTo>
                  <a:pt x="2" y="3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04" name=""/>
          <p:cNvSpPr/>
          <p:nvPr/>
        </p:nvSpPr>
        <p:spPr>
          <a:xfrm>
            <a:off x="7029720" y="186372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5" y="5"/>
                </a:moveTo>
                <a:lnTo>
                  <a:pt x="5" y="7"/>
                </a:lnTo>
                <a:lnTo>
                  <a:pt x="2" y="4"/>
                </a:lnTo>
                <a:lnTo>
                  <a:pt x="1" y="3"/>
                </a:lnTo>
                <a:lnTo>
                  <a:pt x="0" y="2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4" y="3"/>
                </a:lnTo>
                <a:lnTo>
                  <a:pt x="7" y="4"/>
                </a:lnTo>
                <a:lnTo>
                  <a:pt x="7" y="5"/>
                </a:lnTo>
                <a:lnTo>
                  <a:pt x="5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05" name=""/>
          <p:cNvSpPr/>
          <p:nvPr/>
        </p:nvSpPr>
        <p:spPr>
          <a:xfrm>
            <a:off x="7028640" y="18633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1" y="0"/>
                </a:move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06" name=""/>
          <p:cNvSpPr/>
          <p:nvPr/>
        </p:nvSpPr>
        <p:spPr>
          <a:xfrm>
            <a:off x="7035840" y="1929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07" name=""/>
          <p:cNvSpPr/>
          <p:nvPr/>
        </p:nvSpPr>
        <p:spPr>
          <a:xfrm>
            <a:off x="7036560" y="1928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08" name=""/>
          <p:cNvSpPr/>
          <p:nvPr/>
        </p:nvSpPr>
        <p:spPr>
          <a:xfrm>
            <a:off x="7035480" y="19105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09" name=""/>
          <p:cNvSpPr/>
          <p:nvPr/>
        </p:nvSpPr>
        <p:spPr>
          <a:xfrm>
            <a:off x="7034040" y="1909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10" name=""/>
          <p:cNvSpPr/>
          <p:nvPr/>
        </p:nvSpPr>
        <p:spPr>
          <a:xfrm>
            <a:off x="7034040" y="190836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6" y="1"/>
                </a:moveTo>
                <a:lnTo>
                  <a:pt x="4" y="1"/>
                </a:lnTo>
                <a:lnTo>
                  <a:pt x="4" y="0"/>
                </a:lnTo>
                <a:lnTo>
                  <a:pt x="2" y="1"/>
                </a:lnTo>
                <a:lnTo>
                  <a:pt x="4" y="1"/>
                </a:ln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11" name=""/>
          <p:cNvSpPr/>
          <p:nvPr/>
        </p:nvSpPr>
        <p:spPr>
          <a:xfrm>
            <a:off x="7034400" y="19072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12" name=""/>
          <p:cNvSpPr/>
          <p:nvPr/>
        </p:nvSpPr>
        <p:spPr>
          <a:xfrm>
            <a:off x="7032960" y="19015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13" name=""/>
          <p:cNvSpPr/>
          <p:nvPr/>
        </p:nvSpPr>
        <p:spPr>
          <a:xfrm>
            <a:off x="7035120" y="19008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14" name=""/>
          <p:cNvSpPr/>
          <p:nvPr/>
        </p:nvSpPr>
        <p:spPr>
          <a:xfrm>
            <a:off x="7035840" y="1900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15" name=""/>
          <p:cNvSpPr/>
          <p:nvPr/>
        </p:nvSpPr>
        <p:spPr>
          <a:xfrm>
            <a:off x="7035840" y="1899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16" name=""/>
          <p:cNvSpPr/>
          <p:nvPr/>
        </p:nvSpPr>
        <p:spPr>
          <a:xfrm>
            <a:off x="7035120" y="189900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17" name=""/>
          <p:cNvSpPr/>
          <p:nvPr/>
        </p:nvSpPr>
        <p:spPr>
          <a:xfrm>
            <a:off x="7035120" y="1897920"/>
            <a:ext cx="2880" cy="1800"/>
          </a:xfrm>
          <a:custGeom>
            <a:avLst/>
            <a:gdLst/>
            <a:ahLst/>
            <a:rect l="0" t="0" r="r" b="b"/>
            <a:pathLst>
              <a:path w="8" h="5">
                <a:moveTo>
                  <a:pt x="6" y="4"/>
                </a:moveTo>
                <a:lnTo>
                  <a:pt x="8" y="4"/>
                </a:lnTo>
                <a:lnTo>
                  <a:pt x="7" y="4"/>
                </a:lnTo>
                <a:lnTo>
                  <a:pt x="7" y="5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4" y="3"/>
                </a:lnTo>
                <a:lnTo>
                  <a:pt x="5" y="4"/>
                </a:lnTo>
                <a:lnTo>
                  <a:pt x="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18" name=""/>
          <p:cNvSpPr/>
          <p:nvPr/>
        </p:nvSpPr>
        <p:spPr>
          <a:xfrm>
            <a:off x="7030080" y="1895400"/>
            <a:ext cx="5400" cy="5400"/>
          </a:xfrm>
          <a:custGeom>
            <a:avLst/>
            <a:gdLst/>
            <a:ahLst/>
            <a:rect l="0" t="0" r="r" b="b"/>
            <a:pathLst>
              <a:path w="15" h="15">
                <a:moveTo>
                  <a:pt x="7" y="3"/>
                </a:moveTo>
                <a:lnTo>
                  <a:pt x="8" y="4"/>
                </a:lnTo>
                <a:lnTo>
                  <a:pt x="8" y="5"/>
                </a:lnTo>
                <a:lnTo>
                  <a:pt x="10" y="7"/>
                </a:lnTo>
                <a:lnTo>
                  <a:pt x="12" y="7"/>
                </a:lnTo>
                <a:lnTo>
                  <a:pt x="12" y="8"/>
                </a:lnTo>
                <a:lnTo>
                  <a:pt x="12" y="7"/>
                </a:lnTo>
                <a:lnTo>
                  <a:pt x="13" y="8"/>
                </a:lnTo>
                <a:lnTo>
                  <a:pt x="14" y="9"/>
                </a:lnTo>
                <a:lnTo>
                  <a:pt x="14" y="10"/>
                </a:lnTo>
                <a:lnTo>
                  <a:pt x="15" y="11"/>
                </a:lnTo>
                <a:lnTo>
                  <a:pt x="14" y="11"/>
                </a:lnTo>
                <a:lnTo>
                  <a:pt x="14" y="12"/>
                </a:lnTo>
                <a:lnTo>
                  <a:pt x="14" y="13"/>
                </a:lnTo>
                <a:lnTo>
                  <a:pt x="13" y="14"/>
                </a:lnTo>
                <a:lnTo>
                  <a:pt x="13" y="15"/>
                </a:lnTo>
                <a:lnTo>
                  <a:pt x="12" y="15"/>
                </a:lnTo>
                <a:lnTo>
                  <a:pt x="12" y="14"/>
                </a:lnTo>
                <a:lnTo>
                  <a:pt x="13" y="14"/>
                </a:lnTo>
                <a:lnTo>
                  <a:pt x="13" y="13"/>
                </a:lnTo>
                <a:lnTo>
                  <a:pt x="12" y="13"/>
                </a:lnTo>
                <a:lnTo>
                  <a:pt x="11" y="13"/>
                </a:lnTo>
                <a:lnTo>
                  <a:pt x="11" y="14"/>
                </a:lnTo>
                <a:lnTo>
                  <a:pt x="10" y="14"/>
                </a:lnTo>
                <a:lnTo>
                  <a:pt x="11" y="13"/>
                </a:lnTo>
                <a:lnTo>
                  <a:pt x="10" y="13"/>
                </a:lnTo>
                <a:lnTo>
                  <a:pt x="8" y="13"/>
                </a:lnTo>
                <a:lnTo>
                  <a:pt x="8" y="14"/>
                </a:lnTo>
                <a:lnTo>
                  <a:pt x="8" y="13"/>
                </a:lnTo>
                <a:lnTo>
                  <a:pt x="8" y="12"/>
                </a:lnTo>
                <a:lnTo>
                  <a:pt x="8" y="13"/>
                </a:lnTo>
                <a:lnTo>
                  <a:pt x="7" y="13"/>
                </a:lnTo>
                <a:lnTo>
                  <a:pt x="7" y="12"/>
                </a:lnTo>
                <a:lnTo>
                  <a:pt x="8" y="12"/>
                </a:lnTo>
                <a:lnTo>
                  <a:pt x="7" y="10"/>
                </a:lnTo>
                <a:lnTo>
                  <a:pt x="6" y="10"/>
                </a:lnTo>
                <a:lnTo>
                  <a:pt x="5" y="10"/>
                </a:lnTo>
                <a:lnTo>
                  <a:pt x="5" y="9"/>
                </a:lnTo>
                <a:lnTo>
                  <a:pt x="5" y="8"/>
                </a:lnTo>
                <a:lnTo>
                  <a:pt x="4" y="8"/>
                </a:lnTo>
                <a:lnTo>
                  <a:pt x="3" y="9"/>
                </a:lnTo>
                <a:lnTo>
                  <a:pt x="2" y="9"/>
                </a:lnTo>
                <a:lnTo>
                  <a:pt x="1" y="9"/>
                </a:ln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7" y="2"/>
                </a:lnTo>
                <a:lnTo>
                  <a:pt x="7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19" name=""/>
          <p:cNvSpPr/>
          <p:nvPr/>
        </p:nvSpPr>
        <p:spPr>
          <a:xfrm>
            <a:off x="7034760" y="18975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20" name=""/>
          <p:cNvSpPr/>
          <p:nvPr/>
        </p:nvSpPr>
        <p:spPr>
          <a:xfrm>
            <a:off x="7035840" y="1897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21" name=""/>
          <p:cNvSpPr/>
          <p:nvPr/>
        </p:nvSpPr>
        <p:spPr>
          <a:xfrm>
            <a:off x="7035480" y="1895400"/>
            <a:ext cx="3240" cy="2520"/>
          </a:xfrm>
          <a:custGeom>
            <a:avLst/>
            <a:gdLst/>
            <a:ahLst/>
            <a:rect l="0" t="0" r="r" b="b"/>
            <a:pathLst>
              <a:path w="9" h="7">
                <a:moveTo>
                  <a:pt x="7" y="5"/>
                </a:moveTo>
                <a:lnTo>
                  <a:pt x="9" y="5"/>
                </a:lnTo>
                <a:lnTo>
                  <a:pt x="9" y="6"/>
                </a:lnTo>
                <a:lnTo>
                  <a:pt x="9" y="7"/>
                </a:lnTo>
                <a:lnTo>
                  <a:pt x="8" y="7"/>
                </a:lnTo>
                <a:lnTo>
                  <a:pt x="8" y="6"/>
                </a:lnTo>
                <a:lnTo>
                  <a:pt x="7" y="7"/>
                </a:lnTo>
                <a:lnTo>
                  <a:pt x="6" y="7"/>
                </a:lnTo>
                <a:lnTo>
                  <a:pt x="4" y="6"/>
                </a:lnTo>
                <a:lnTo>
                  <a:pt x="4" y="7"/>
                </a:lnTo>
                <a:lnTo>
                  <a:pt x="4" y="6"/>
                </a:lnTo>
                <a:lnTo>
                  <a:pt x="2" y="6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3" y="4"/>
                </a:lnTo>
                <a:lnTo>
                  <a:pt x="3" y="5"/>
                </a:lnTo>
                <a:lnTo>
                  <a:pt x="4" y="5"/>
                </a:lnTo>
                <a:lnTo>
                  <a:pt x="6" y="5"/>
                </a:lnTo>
                <a:lnTo>
                  <a:pt x="7" y="5"/>
                </a:lnTo>
                <a:lnTo>
                  <a:pt x="7" y="6"/>
                </a:lnTo>
                <a:lnTo>
                  <a:pt x="7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22" name=""/>
          <p:cNvSpPr/>
          <p:nvPr/>
        </p:nvSpPr>
        <p:spPr>
          <a:xfrm>
            <a:off x="7034400" y="1896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23" name=""/>
          <p:cNvSpPr/>
          <p:nvPr/>
        </p:nvSpPr>
        <p:spPr>
          <a:xfrm>
            <a:off x="7034040" y="18950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2"/>
                </a:move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24" name=""/>
          <p:cNvSpPr/>
          <p:nvPr/>
        </p:nvSpPr>
        <p:spPr>
          <a:xfrm>
            <a:off x="7033680" y="1894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25" name=""/>
          <p:cNvSpPr/>
          <p:nvPr/>
        </p:nvSpPr>
        <p:spPr>
          <a:xfrm>
            <a:off x="7035480" y="18946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26" name=""/>
          <p:cNvSpPr/>
          <p:nvPr/>
        </p:nvSpPr>
        <p:spPr>
          <a:xfrm>
            <a:off x="7035480" y="1893240"/>
            <a:ext cx="4320" cy="3240"/>
          </a:xfrm>
          <a:custGeom>
            <a:avLst/>
            <a:gdLst/>
            <a:ahLst/>
            <a:rect l="0" t="0" r="r" b="b"/>
            <a:pathLst>
              <a:path w="12" h="9">
                <a:moveTo>
                  <a:pt x="8" y="1"/>
                </a:moveTo>
                <a:lnTo>
                  <a:pt x="9" y="1"/>
                </a:lnTo>
                <a:lnTo>
                  <a:pt x="9" y="3"/>
                </a:lnTo>
                <a:lnTo>
                  <a:pt x="10" y="3"/>
                </a:lnTo>
                <a:lnTo>
                  <a:pt x="10" y="4"/>
                </a:lnTo>
                <a:lnTo>
                  <a:pt x="10" y="3"/>
                </a:lnTo>
                <a:lnTo>
                  <a:pt x="9" y="3"/>
                </a:lnTo>
                <a:lnTo>
                  <a:pt x="8" y="4"/>
                </a:lnTo>
                <a:lnTo>
                  <a:pt x="8" y="5"/>
                </a:lnTo>
                <a:lnTo>
                  <a:pt x="9" y="5"/>
                </a:lnTo>
                <a:lnTo>
                  <a:pt x="9" y="6"/>
                </a:lnTo>
                <a:lnTo>
                  <a:pt x="10" y="7"/>
                </a:lnTo>
                <a:lnTo>
                  <a:pt x="10" y="8"/>
                </a:lnTo>
                <a:lnTo>
                  <a:pt x="12" y="8"/>
                </a:lnTo>
                <a:lnTo>
                  <a:pt x="10" y="8"/>
                </a:lnTo>
                <a:lnTo>
                  <a:pt x="10" y="9"/>
                </a:lnTo>
                <a:lnTo>
                  <a:pt x="9" y="9"/>
                </a:lnTo>
                <a:lnTo>
                  <a:pt x="8" y="8"/>
                </a:lnTo>
                <a:lnTo>
                  <a:pt x="7" y="8"/>
                </a:lnTo>
                <a:lnTo>
                  <a:pt x="7" y="7"/>
                </a:lnTo>
                <a:lnTo>
                  <a:pt x="6" y="7"/>
                </a:lnTo>
                <a:lnTo>
                  <a:pt x="6" y="6"/>
                </a:lnTo>
                <a:lnTo>
                  <a:pt x="5" y="6"/>
                </a:lnTo>
                <a:lnTo>
                  <a:pt x="4" y="5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27" name=""/>
          <p:cNvSpPr/>
          <p:nvPr/>
        </p:nvSpPr>
        <p:spPr>
          <a:xfrm>
            <a:off x="7034400" y="18943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28" name=""/>
          <p:cNvSpPr/>
          <p:nvPr/>
        </p:nvSpPr>
        <p:spPr>
          <a:xfrm>
            <a:off x="7036560" y="189216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2" y="0"/>
                </a:move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29" name=""/>
          <p:cNvSpPr/>
          <p:nvPr/>
        </p:nvSpPr>
        <p:spPr>
          <a:xfrm>
            <a:off x="7037640" y="18896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3" y="0"/>
                </a:lnTo>
                <a:lnTo>
                  <a:pt x="4" y="2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30" name=""/>
          <p:cNvSpPr/>
          <p:nvPr/>
        </p:nvSpPr>
        <p:spPr>
          <a:xfrm>
            <a:off x="7035480" y="18889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31" name=""/>
          <p:cNvSpPr/>
          <p:nvPr/>
        </p:nvSpPr>
        <p:spPr>
          <a:xfrm>
            <a:off x="7032600" y="188892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1" y="0"/>
                </a:move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2" y="3"/>
                </a:ln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32" name=""/>
          <p:cNvSpPr/>
          <p:nvPr/>
        </p:nvSpPr>
        <p:spPr>
          <a:xfrm>
            <a:off x="7032600" y="1888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33" name=""/>
          <p:cNvSpPr/>
          <p:nvPr/>
        </p:nvSpPr>
        <p:spPr>
          <a:xfrm>
            <a:off x="7031880" y="18882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1"/>
                </a:move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34" name=""/>
          <p:cNvSpPr/>
          <p:nvPr/>
        </p:nvSpPr>
        <p:spPr>
          <a:xfrm>
            <a:off x="7032960" y="188784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5" y="5"/>
                </a:moveTo>
                <a:lnTo>
                  <a:pt x="5" y="4"/>
                </a:lnTo>
                <a:lnTo>
                  <a:pt x="4" y="4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1"/>
                </a:lnTo>
                <a:lnTo>
                  <a:pt x="4" y="3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lnTo>
                  <a:pt x="5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35" name=""/>
          <p:cNvSpPr/>
          <p:nvPr/>
        </p:nvSpPr>
        <p:spPr>
          <a:xfrm>
            <a:off x="7032600" y="18882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36" name=""/>
          <p:cNvSpPr/>
          <p:nvPr/>
        </p:nvSpPr>
        <p:spPr>
          <a:xfrm>
            <a:off x="7026480" y="1880640"/>
            <a:ext cx="13320" cy="9360"/>
          </a:xfrm>
          <a:custGeom>
            <a:avLst/>
            <a:gdLst/>
            <a:ahLst/>
            <a:rect l="0" t="0" r="r" b="b"/>
            <a:pathLst>
              <a:path w="37" h="26">
                <a:moveTo>
                  <a:pt x="4" y="3"/>
                </a:moveTo>
                <a:lnTo>
                  <a:pt x="5" y="3"/>
                </a:lnTo>
                <a:lnTo>
                  <a:pt x="6" y="3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10" y="4"/>
                </a:lnTo>
                <a:lnTo>
                  <a:pt x="11" y="4"/>
                </a:lnTo>
                <a:lnTo>
                  <a:pt x="12" y="4"/>
                </a:lnTo>
                <a:lnTo>
                  <a:pt x="14" y="3"/>
                </a:lnTo>
                <a:lnTo>
                  <a:pt x="15" y="3"/>
                </a:lnTo>
                <a:lnTo>
                  <a:pt x="16" y="3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9" y="7"/>
                </a:lnTo>
                <a:lnTo>
                  <a:pt x="19" y="8"/>
                </a:lnTo>
                <a:lnTo>
                  <a:pt x="20" y="8"/>
                </a:lnTo>
                <a:lnTo>
                  <a:pt x="21" y="8"/>
                </a:lnTo>
                <a:lnTo>
                  <a:pt x="22" y="8"/>
                </a:lnTo>
                <a:lnTo>
                  <a:pt x="23" y="8"/>
                </a:lnTo>
                <a:lnTo>
                  <a:pt x="25" y="8"/>
                </a:lnTo>
                <a:lnTo>
                  <a:pt x="27" y="8"/>
                </a:lnTo>
                <a:lnTo>
                  <a:pt x="28" y="8"/>
                </a:lnTo>
                <a:lnTo>
                  <a:pt x="28" y="9"/>
                </a:lnTo>
                <a:lnTo>
                  <a:pt x="29" y="9"/>
                </a:lnTo>
                <a:lnTo>
                  <a:pt x="30" y="9"/>
                </a:lnTo>
                <a:lnTo>
                  <a:pt x="31" y="9"/>
                </a:lnTo>
                <a:lnTo>
                  <a:pt x="32" y="9"/>
                </a:lnTo>
                <a:lnTo>
                  <a:pt x="33" y="9"/>
                </a:lnTo>
                <a:lnTo>
                  <a:pt x="33" y="10"/>
                </a:lnTo>
                <a:lnTo>
                  <a:pt x="33" y="11"/>
                </a:lnTo>
                <a:lnTo>
                  <a:pt x="32" y="11"/>
                </a:lnTo>
                <a:lnTo>
                  <a:pt x="32" y="12"/>
                </a:lnTo>
                <a:lnTo>
                  <a:pt x="32" y="11"/>
                </a:lnTo>
                <a:lnTo>
                  <a:pt x="30" y="11"/>
                </a:lnTo>
                <a:lnTo>
                  <a:pt x="30" y="12"/>
                </a:lnTo>
                <a:lnTo>
                  <a:pt x="29" y="12"/>
                </a:lnTo>
                <a:lnTo>
                  <a:pt x="29" y="13"/>
                </a:lnTo>
                <a:lnTo>
                  <a:pt x="30" y="13"/>
                </a:lnTo>
                <a:lnTo>
                  <a:pt x="31" y="13"/>
                </a:lnTo>
                <a:lnTo>
                  <a:pt x="32" y="13"/>
                </a:lnTo>
                <a:lnTo>
                  <a:pt x="33" y="13"/>
                </a:lnTo>
                <a:lnTo>
                  <a:pt x="33" y="14"/>
                </a:lnTo>
                <a:lnTo>
                  <a:pt x="34" y="15"/>
                </a:lnTo>
                <a:lnTo>
                  <a:pt x="35" y="16"/>
                </a:lnTo>
                <a:lnTo>
                  <a:pt x="36" y="17"/>
                </a:lnTo>
                <a:lnTo>
                  <a:pt x="36" y="18"/>
                </a:lnTo>
                <a:lnTo>
                  <a:pt x="37" y="18"/>
                </a:lnTo>
                <a:lnTo>
                  <a:pt x="37" y="17"/>
                </a:lnTo>
                <a:lnTo>
                  <a:pt x="37" y="18"/>
                </a:lnTo>
                <a:lnTo>
                  <a:pt x="36" y="18"/>
                </a:lnTo>
                <a:lnTo>
                  <a:pt x="36" y="19"/>
                </a:lnTo>
                <a:lnTo>
                  <a:pt x="37" y="19"/>
                </a:lnTo>
                <a:lnTo>
                  <a:pt x="36" y="24"/>
                </a:lnTo>
                <a:lnTo>
                  <a:pt x="35" y="25"/>
                </a:lnTo>
                <a:lnTo>
                  <a:pt x="35" y="26"/>
                </a:lnTo>
                <a:lnTo>
                  <a:pt x="34" y="26"/>
                </a:lnTo>
                <a:lnTo>
                  <a:pt x="33" y="26"/>
                </a:lnTo>
                <a:lnTo>
                  <a:pt x="32" y="26"/>
                </a:lnTo>
                <a:lnTo>
                  <a:pt x="31" y="26"/>
                </a:lnTo>
                <a:lnTo>
                  <a:pt x="30" y="25"/>
                </a:lnTo>
                <a:lnTo>
                  <a:pt x="29" y="25"/>
                </a:lnTo>
                <a:lnTo>
                  <a:pt x="29" y="24"/>
                </a:lnTo>
                <a:lnTo>
                  <a:pt x="28" y="24"/>
                </a:lnTo>
                <a:lnTo>
                  <a:pt x="27" y="24"/>
                </a:lnTo>
                <a:lnTo>
                  <a:pt x="26" y="23"/>
                </a:lnTo>
                <a:lnTo>
                  <a:pt x="25" y="23"/>
                </a:lnTo>
                <a:lnTo>
                  <a:pt x="24" y="22"/>
                </a:lnTo>
                <a:lnTo>
                  <a:pt x="23" y="22"/>
                </a:lnTo>
                <a:lnTo>
                  <a:pt x="22" y="21"/>
                </a:lnTo>
                <a:lnTo>
                  <a:pt x="21" y="21"/>
                </a:lnTo>
                <a:lnTo>
                  <a:pt x="20" y="21"/>
                </a:lnTo>
                <a:lnTo>
                  <a:pt x="19" y="21"/>
                </a:lnTo>
                <a:lnTo>
                  <a:pt x="18" y="21"/>
                </a:lnTo>
                <a:lnTo>
                  <a:pt x="17" y="21"/>
                </a:lnTo>
                <a:lnTo>
                  <a:pt x="17" y="19"/>
                </a:lnTo>
                <a:lnTo>
                  <a:pt x="16" y="19"/>
                </a:lnTo>
                <a:lnTo>
                  <a:pt x="15" y="19"/>
                </a:lnTo>
                <a:lnTo>
                  <a:pt x="12" y="18"/>
                </a:lnTo>
                <a:lnTo>
                  <a:pt x="11" y="18"/>
                </a:lnTo>
                <a:lnTo>
                  <a:pt x="10" y="19"/>
                </a:lnTo>
                <a:lnTo>
                  <a:pt x="9" y="21"/>
                </a:lnTo>
                <a:lnTo>
                  <a:pt x="8" y="21"/>
                </a:lnTo>
                <a:lnTo>
                  <a:pt x="7" y="21"/>
                </a:lnTo>
                <a:lnTo>
                  <a:pt x="8" y="21"/>
                </a:lnTo>
                <a:lnTo>
                  <a:pt x="7" y="19"/>
                </a:lnTo>
                <a:lnTo>
                  <a:pt x="7" y="18"/>
                </a:lnTo>
                <a:lnTo>
                  <a:pt x="6" y="17"/>
                </a:lnTo>
                <a:lnTo>
                  <a:pt x="5" y="15"/>
                </a:lnTo>
                <a:lnTo>
                  <a:pt x="4" y="14"/>
                </a:lnTo>
                <a:lnTo>
                  <a:pt x="3" y="14"/>
                </a:lnTo>
                <a:lnTo>
                  <a:pt x="3" y="13"/>
                </a:lnTo>
                <a:lnTo>
                  <a:pt x="4" y="12"/>
                </a:lnTo>
                <a:lnTo>
                  <a:pt x="5" y="12"/>
                </a:lnTo>
                <a:lnTo>
                  <a:pt x="4" y="11"/>
                </a:lnTo>
                <a:lnTo>
                  <a:pt x="4" y="9"/>
                </a:lnTo>
                <a:lnTo>
                  <a:pt x="3" y="8"/>
                </a:lnTo>
                <a:lnTo>
                  <a:pt x="3" y="7"/>
                </a:lnTo>
                <a:lnTo>
                  <a:pt x="2" y="6"/>
                </a:lnTo>
                <a:lnTo>
                  <a:pt x="1" y="5"/>
                </a:lnTo>
                <a:lnTo>
                  <a:pt x="1" y="4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3" y="2"/>
                </a:lnTo>
                <a:lnTo>
                  <a:pt x="3" y="3"/>
                </a:lnTo>
                <a:lnTo>
                  <a:pt x="4" y="2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37" name=""/>
          <p:cNvSpPr/>
          <p:nvPr/>
        </p:nvSpPr>
        <p:spPr>
          <a:xfrm>
            <a:off x="7033320" y="1882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38" name=""/>
          <p:cNvSpPr/>
          <p:nvPr/>
        </p:nvSpPr>
        <p:spPr>
          <a:xfrm>
            <a:off x="7032960" y="188028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6" y="1"/>
                </a:moveTo>
                <a:lnTo>
                  <a:pt x="7" y="1"/>
                </a:lnTo>
                <a:lnTo>
                  <a:pt x="7" y="2"/>
                </a:lnTo>
                <a:lnTo>
                  <a:pt x="7" y="1"/>
                </a:ln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4" y="5"/>
                </a:lnTo>
                <a:lnTo>
                  <a:pt x="2" y="7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39" name=""/>
          <p:cNvSpPr/>
          <p:nvPr/>
        </p:nvSpPr>
        <p:spPr>
          <a:xfrm>
            <a:off x="7032600" y="18792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lnTo>
                  <a:pt x="1" y="2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40" name=""/>
          <p:cNvSpPr/>
          <p:nvPr/>
        </p:nvSpPr>
        <p:spPr>
          <a:xfrm>
            <a:off x="7034040" y="18792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1" y="2"/>
                </a:move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41" name=""/>
          <p:cNvSpPr/>
          <p:nvPr/>
        </p:nvSpPr>
        <p:spPr>
          <a:xfrm>
            <a:off x="7035840" y="18788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42" name=""/>
          <p:cNvSpPr/>
          <p:nvPr/>
        </p:nvSpPr>
        <p:spPr>
          <a:xfrm>
            <a:off x="7035120" y="1878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43" name=""/>
          <p:cNvSpPr/>
          <p:nvPr/>
        </p:nvSpPr>
        <p:spPr>
          <a:xfrm>
            <a:off x="7036560" y="187776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6" y="0"/>
                </a:moveTo>
                <a:lnTo>
                  <a:pt x="7" y="1"/>
                </a:lnTo>
                <a:lnTo>
                  <a:pt x="7" y="2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1" y="4"/>
                </a:lnTo>
                <a:lnTo>
                  <a:pt x="0" y="4"/>
                </a:lnTo>
                <a:lnTo>
                  <a:pt x="0" y="1"/>
                </a:lnTo>
                <a:lnTo>
                  <a:pt x="1" y="0"/>
                </a:lnTo>
                <a:lnTo>
                  <a:pt x="5" y="0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44" name=""/>
          <p:cNvSpPr/>
          <p:nvPr/>
        </p:nvSpPr>
        <p:spPr>
          <a:xfrm>
            <a:off x="7030080" y="1874880"/>
            <a:ext cx="6480" cy="5040"/>
          </a:xfrm>
          <a:custGeom>
            <a:avLst/>
            <a:gdLst/>
            <a:ahLst/>
            <a:rect l="0" t="0" r="r" b="b"/>
            <a:pathLst>
              <a:path w="18" h="14">
                <a:moveTo>
                  <a:pt x="13" y="2"/>
                </a:moveTo>
                <a:lnTo>
                  <a:pt x="15" y="2"/>
                </a:lnTo>
                <a:lnTo>
                  <a:pt x="16" y="2"/>
                </a:lnTo>
                <a:lnTo>
                  <a:pt x="17" y="2"/>
                </a:lnTo>
                <a:lnTo>
                  <a:pt x="17" y="3"/>
                </a:lnTo>
                <a:lnTo>
                  <a:pt x="16" y="3"/>
                </a:lnTo>
                <a:lnTo>
                  <a:pt x="16" y="4"/>
                </a:lnTo>
                <a:lnTo>
                  <a:pt x="17" y="5"/>
                </a:lnTo>
                <a:lnTo>
                  <a:pt x="18" y="5"/>
                </a:lnTo>
                <a:lnTo>
                  <a:pt x="17" y="6"/>
                </a:lnTo>
                <a:lnTo>
                  <a:pt x="16" y="6"/>
                </a:lnTo>
                <a:lnTo>
                  <a:pt x="17" y="8"/>
                </a:lnTo>
                <a:lnTo>
                  <a:pt x="17" y="9"/>
                </a:lnTo>
                <a:lnTo>
                  <a:pt x="17" y="10"/>
                </a:lnTo>
                <a:lnTo>
                  <a:pt x="17" y="11"/>
                </a:lnTo>
                <a:lnTo>
                  <a:pt x="17" y="12"/>
                </a:lnTo>
                <a:lnTo>
                  <a:pt x="17" y="14"/>
                </a:lnTo>
                <a:lnTo>
                  <a:pt x="16" y="14"/>
                </a:lnTo>
                <a:lnTo>
                  <a:pt x="16" y="12"/>
                </a:lnTo>
                <a:lnTo>
                  <a:pt x="15" y="12"/>
                </a:lnTo>
                <a:lnTo>
                  <a:pt x="13" y="12"/>
                </a:lnTo>
                <a:lnTo>
                  <a:pt x="13" y="11"/>
                </a:lnTo>
                <a:lnTo>
                  <a:pt x="11" y="11"/>
                </a:lnTo>
                <a:lnTo>
                  <a:pt x="10" y="11"/>
                </a:lnTo>
                <a:lnTo>
                  <a:pt x="9" y="11"/>
                </a:lnTo>
                <a:lnTo>
                  <a:pt x="8" y="10"/>
                </a:lnTo>
                <a:lnTo>
                  <a:pt x="7" y="10"/>
                </a:lnTo>
                <a:lnTo>
                  <a:pt x="5" y="9"/>
                </a:lnTo>
                <a:lnTo>
                  <a:pt x="4" y="8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2" y="5"/>
                </a:lnTo>
                <a:lnTo>
                  <a:pt x="1" y="5"/>
                </a:lnTo>
                <a:lnTo>
                  <a:pt x="2" y="5"/>
                </a:lnTo>
                <a:lnTo>
                  <a:pt x="3" y="5"/>
                </a:lnTo>
                <a:lnTo>
                  <a:pt x="4" y="5"/>
                </a:lnTo>
                <a:lnTo>
                  <a:pt x="5" y="5"/>
                </a:lnTo>
                <a:lnTo>
                  <a:pt x="6" y="4"/>
                </a:lnTo>
                <a:lnTo>
                  <a:pt x="7" y="4"/>
                </a:lnTo>
                <a:lnTo>
                  <a:pt x="8" y="4"/>
                </a:lnTo>
                <a:lnTo>
                  <a:pt x="9" y="4"/>
                </a:lnTo>
                <a:lnTo>
                  <a:pt x="9" y="3"/>
                </a:lnTo>
                <a:lnTo>
                  <a:pt x="10" y="2"/>
                </a:lnTo>
                <a:lnTo>
                  <a:pt x="11" y="2"/>
                </a:lnTo>
                <a:lnTo>
                  <a:pt x="11" y="0"/>
                </a:lnTo>
                <a:lnTo>
                  <a:pt x="12" y="0"/>
                </a:lnTo>
                <a:lnTo>
                  <a:pt x="12" y="3"/>
                </a:lnTo>
                <a:lnTo>
                  <a:pt x="13" y="3"/>
                </a:lnTo>
                <a:lnTo>
                  <a:pt x="1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45" name=""/>
          <p:cNvSpPr/>
          <p:nvPr/>
        </p:nvSpPr>
        <p:spPr>
          <a:xfrm>
            <a:off x="7038000" y="18691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1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46" name=""/>
          <p:cNvSpPr/>
          <p:nvPr/>
        </p:nvSpPr>
        <p:spPr>
          <a:xfrm>
            <a:off x="7036560" y="18680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47" name=""/>
          <p:cNvSpPr/>
          <p:nvPr/>
        </p:nvSpPr>
        <p:spPr>
          <a:xfrm>
            <a:off x="7031520" y="186516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5" y="0"/>
                </a:move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5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48" name=""/>
          <p:cNvSpPr/>
          <p:nvPr/>
        </p:nvSpPr>
        <p:spPr>
          <a:xfrm>
            <a:off x="7032600" y="18648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49" name=""/>
          <p:cNvSpPr/>
          <p:nvPr/>
        </p:nvSpPr>
        <p:spPr>
          <a:xfrm>
            <a:off x="7037280" y="18637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50" name=""/>
          <p:cNvSpPr/>
          <p:nvPr/>
        </p:nvSpPr>
        <p:spPr>
          <a:xfrm>
            <a:off x="7038720" y="1893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51" name=""/>
          <p:cNvSpPr/>
          <p:nvPr/>
        </p:nvSpPr>
        <p:spPr>
          <a:xfrm>
            <a:off x="7040160" y="18932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52" name=""/>
          <p:cNvSpPr/>
          <p:nvPr/>
        </p:nvSpPr>
        <p:spPr>
          <a:xfrm>
            <a:off x="7037640" y="189180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6" y="0"/>
                </a:moveTo>
                <a:lnTo>
                  <a:pt x="7" y="1"/>
                </a:lnTo>
                <a:lnTo>
                  <a:pt x="6" y="1"/>
                </a:lnTo>
                <a:lnTo>
                  <a:pt x="6" y="2"/>
                </a:lnTo>
                <a:lnTo>
                  <a:pt x="6" y="4"/>
                </a:lnTo>
                <a:lnTo>
                  <a:pt x="5" y="2"/>
                </a:ln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53" name=""/>
          <p:cNvSpPr/>
          <p:nvPr/>
        </p:nvSpPr>
        <p:spPr>
          <a:xfrm>
            <a:off x="7039080" y="1889280"/>
            <a:ext cx="3600" cy="5040"/>
          </a:xfrm>
          <a:custGeom>
            <a:avLst/>
            <a:gdLst/>
            <a:ahLst/>
            <a:rect l="0" t="0" r="r" b="b"/>
            <a:pathLst>
              <a:path w="10" h="14">
                <a:moveTo>
                  <a:pt x="4" y="0"/>
                </a:moveTo>
                <a:lnTo>
                  <a:pt x="5" y="1"/>
                </a:lnTo>
                <a:lnTo>
                  <a:pt x="5" y="3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8" y="3"/>
                </a:lnTo>
                <a:lnTo>
                  <a:pt x="8" y="4"/>
                </a:lnTo>
                <a:lnTo>
                  <a:pt x="10" y="4"/>
                </a:lnTo>
                <a:lnTo>
                  <a:pt x="10" y="5"/>
                </a:lnTo>
                <a:lnTo>
                  <a:pt x="8" y="4"/>
                </a:lnTo>
                <a:lnTo>
                  <a:pt x="7" y="4"/>
                </a:lnTo>
                <a:lnTo>
                  <a:pt x="7" y="5"/>
                </a:lnTo>
                <a:lnTo>
                  <a:pt x="8" y="5"/>
                </a:lnTo>
                <a:lnTo>
                  <a:pt x="10" y="6"/>
                </a:lnTo>
                <a:lnTo>
                  <a:pt x="8" y="7"/>
                </a:lnTo>
                <a:lnTo>
                  <a:pt x="10" y="7"/>
                </a:lnTo>
                <a:lnTo>
                  <a:pt x="10" y="8"/>
                </a:lnTo>
                <a:lnTo>
                  <a:pt x="8" y="8"/>
                </a:lnTo>
                <a:lnTo>
                  <a:pt x="7" y="9"/>
                </a:lnTo>
                <a:lnTo>
                  <a:pt x="6" y="9"/>
                </a:lnTo>
                <a:lnTo>
                  <a:pt x="6" y="10"/>
                </a:lnTo>
                <a:lnTo>
                  <a:pt x="6" y="11"/>
                </a:lnTo>
                <a:lnTo>
                  <a:pt x="7" y="11"/>
                </a:lnTo>
                <a:lnTo>
                  <a:pt x="7" y="12"/>
                </a:lnTo>
                <a:lnTo>
                  <a:pt x="8" y="12"/>
                </a:lnTo>
                <a:lnTo>
                  <a:pt x="7" y="13"/>
                </a:lnTo>
                <a:lnTo>
                  <a:pt x="8" y="14"/>
                </a:lnTo>
                <a:lnTo>
                  <a:pt x="7" y="14"/>
                </a:lnTo>
                <a:lnTo>
                  <a:pt x="6" y="13"/>
                </a:lnTo>
                <a:lnTo>
                  <a:pt x="5" y="13"/>
                </a:lnTo>
                <a:lnTo>
                  <a:pt x="4" y="12"/>
                </a:lnTo>
                <a:lnTo>
                  <a:pt x="4" y="11"/>
                </a:lnTo>
                <a:lnTo>
                  <a:pt x="3" y="10"/>
                </a:lnTo>
                <a:lnTo>
                  <a:pt x="4" y="10"/>
                </a:lnTo>
                <a:lnTo>
                  <a:pt x="4" y="9"/>
                </a:lnTo>
                <a:lnTo>
                  <a:pt x="4" y="8"/>
                </a:lnTo>
                <a:lnTo>
                  <a:pt x="4" y="7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2" y="0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54" name=""/>
          <p:cNvSpPr/>
          <p:nvPr/>
        </p:nvSpPr>
        <p:spPr>
          <a:xfrm>
            <a:off x="7043040" y="1889280"/>
            <a:ext cx="360" cy="1080"/>
          </a:xfrm>
          <a:custGeom>
            <a:avLst/>
            <a:gdLst/>
            <a:ahLst/>
            <a:rect l="0" t="0" r="r" b="b"/>
            <a:pathLst>
              <a:path w="1" h="3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55" name=""/>
          <p:cNvSpPr/>
          <p:nvPr/>
        </p:nvSpPr>
        <p:spPr>
          <a:xfrm>
            <a:off x="7042680" y="18889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56" name=""/>
          <p:cNvSpPr/>
          <p:nvPr/>
        </p:nvSpPr>
        <p:spPr>
          <a:xfrm>
            <a:off x="7042680" y="1888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57" name=""/>
          <p:cNvSpPr/>
          <p:nvPr/>
        </p:nvSpPr>
        <p:spPr>
          <a:xfrm>
            <a:off x="7040160" y="188640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5" y="4"/>
                </a:move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4" y="6"/>
                </a:lnTo>
                <a:lnTo>
                  <a:pt x="3" y="7"/>
                </a:lnTo>
                <a:lnTo>
                  <a:pt x="1" y="7"/>
                </a:lnTo>
                <a:lnTo>
                  <a:pt x="1" y="6"/>
                </a:lnTo>
                <a:lnTo>
                  <a:pt x="0" y="6"/>
                </a:lnTo>
                <a:lnTo>
                  <a:pt x="1" y="6"/>
                </a:lnTo>
                <a:lnTo>
                  <a:pt x="1" y="5"/>
                </a:lnTo>
                <a:lnTo>
                  <a:pt x="1" y="4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5" y="0"/>
                </a:lnTo>
                <a:lnTo>
                  <a:pt x="5" y="2"/>
                </a:lnTo>
                <a:lnTo>
                  <a:pt x="4" y="3"/>
                </a:lnTo>
                <a:lnTo>
                  <a:pt x="5" y="3"/>
                </a:lnTo>
                <a:lnTo>
                  <a:pt x="5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58" name=""/>
          <p:cNvSpPr/>
          <p:nvPr/>
        </p:nvSpPr>
        <p:spPr>
          <a:xfrm>
            <a:off x="7041960" y="188604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0"/>
                </a:moveTo>
                <a:lnTo>
                  <a:pt x="2" y="0"/>
                </a:lnTo>
                <a:lnTo>
                  <a:pt x="2" y="1"/>
                </a:lnTo>
                <a:lnTo>
                  <a:pt x="4" y="3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59" name=""/>
          <p:cNvSpPr/>
          <p:nvPr/>
        </p:nvSpPr>
        <p:spPr>
          <a:xfrm>
            <a:off x="7052760" y="18824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2"/>
                </a:move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60" name=""/>
          <p:cNvSpPr/>
          <p:nvPr/>
        </p:nvSpPr>
        <p:spPr>
          <a:xfrm>
            <a:off x="7051680" y="18810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61" name=""/>
          <p:cNvSpPr/>
          <p:nvPr/>
        </p:nvSpPr>
        <p:spPr>
          <a:xfrm>
            <a:off x="7050240" y="187992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4" y="3"/>
                </a:lnTo>
                <a:lnTo>
                  <a:pt x="4" y="5"/>
                </a:lnTo>
                <a:lnTo>
                  <a:pt x="2" y="5"/>
                </a:lnTo>
                <a:lnTo>
                  <a:pt x="2" y="3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62" name=""/>
          <p:cNvSpPr/>
          <p:nvPr/>
        </p:nvSpPr>
        <p:spPr>
          <a:xfrm>
            <a:off x="7050960" y="187992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0"/>
                </a:moveTo>
                <a:lnTo>
                  <a:pt x="2" y="2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63" name=""/>
          <p:cNvSpPr/>
          <p:nvPr/>
        </p:nvSpPr>
        <p:spPr>
          <a:xfrm>
            <a:off x="7049160" y="187992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64" name=""/>
          <p:cNvSpPr/>
          <p:nvPr/>
        </p:nvSpPr>
        <p:spPr>
          <a:xfrm>
            <a:off x="7047360" y="1879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65" name=""/>
          <p:cNvSpPr/>
          <p:nvPr/>
        </p:nvSpPr>
        <p:spPr>
          <a:xfrm>
            <a:off x="7043760" y="187920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66" name=""/>
          <p:cNvSpPr/>
          <p:nvPr/>
        </p:nvSpPr>
        <p:spPr>
          <a:xfrm>
            <a:off x="7038720" y="1879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67" name=""/>
          <p:cNvSpPr/>
          <p:nvPr/>
        </p:nvSpPr>
        <p:spPr>
          <a:xfrm>
            <a:off x="7045200" y="18792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68" name=""/>
          <p:cNvSpPr/>
          <p:nvPr/>
        </p:nvSpPr>
        <p:spPr>
          <a:xfrm>
            <a:off x="7037280" y="1877400"/>
            <a:ext cx="5040" cy="2160"/>
          </a:xfrm>
          <a:custGeom>
            <a:avLst/>
            <a:gdLst/>
            <a:ahLst/>
            <a:rect l="0" t="0" r="r" b="b"/>
            <a:pathLst>
              <a:path w="14" h="6">
                <a:moveTo>
                  <a:pt x="14" y="4"/>
                </a:moveTo>
                <a:lnTo>
                  <a:pt x="13" y="5"/>
                </a:lnTo>
                <a:lnTo>
                  <a:pt x="13" y="6"/>
                </a:lnTo>
                <a:lnTo>
                  <a:pt x="12" y="6"/>
                </a:lnTo>
                <a:lnTo>
                  <a:pt x="12" y="5"/>
                </a:lnTo>
                <a:lnTo>
                  <a:pt x="11" y="4"/>
                </a:lnTo>
                <a:lnTo>
                  <a:pt x="11" y="5"/>
                </a:lnTo>
                <a:lnTo>
                  <a:pt x="11" y="6"/>
                </a:lnTo>
                <a:lnTo>
                  <a:pt x="11" y="5"/>
                </a:lnTo>
                <a:lnTo>
                  <a:pt x="11" y="6"/>
                </a:lnTo>
                <a:lnTo>
                  <a:pt x="10" y="6"/>
                </a:lnTo>
                <a:lnTo>
                  <a:pt x="9" y="5"/>
                </a:lnTo>
                <a:lnTo>
                  <a:pt x="8" y="5"/>
                </a:lnTo>
                <a:lnTo>
                  <a:pt x="7" y="5"/>
                </a:lnTo>
                <a:lnTo>
                  <a:pt x="5" y="6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4" y="4"/>
                </a:lnTo>
                <a:lnTo>
                  <a:pt x="4" y="2"/>
                </a:lnTo>
                <a:lnTo>
                  <a:pt x="4" y="1"/>
                </a:lnTo>
                <a:lnTo>
                  <a:pt x="5" y="1"/>
                </a:lnTo>
                <a:lnTo>
                  <a:pt x="7" y="1"/>
                </a:lnTo>
                <a:lnTo>
                  <a:pt x="8" y="1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11" y="1"/>
                </a:lnTo>
                <a:lnTo>
                  <a:pt x="12" y="0"/>
                </a:lnTo>
                <a:lnTo>
                  <a:pt x="13" y="0"/>
                </a:lnTo>
                <a:lnTo>
                  <a:pt x="13" y="1"/>
                </a:lnTo>
                <a:lnTo>
                  <a:pt x="13" y="2"/>
                </a:lnTo>
                <a:lnTo>
                  <a:pt x="1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69" name=""/>
          <p:cNvSpPr/>
          <p:nvPr/>
        </p:nvSpPr>
        <p:spPr>
          <a:xfrm>
            <a:off x="7040160" y="1877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70" name=""/>
          <p:cNvSpPr/>
          <p:nvPr/>
        </p:nvSpPr>
        <p:spPr>
          <a:xfrm>
            <a:off x="7043400" y="1872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71" name=""/>
          <p:cNvSpPr/>
          <p:nvPr/>
        </p:nvSpPr>
        <p:spPr>
          <a:xfrm>
            <a:off x="7043040" y="18712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3" y="3"/>
                </a:moveTo>
                <a:lnTo>
                  <a:pt x="4" y="3"/>
                </a:lnTo>
                <a:lnTo>
                  <a:pt x="4" y="5"/>
                </a:lnTo>
                <a:lnTo>
                  <a:pt x="3" y="5"/>
                </a:lnTo>
                <a:lnTo>
                  <a:pt x="2" y="5"/>
                </a:lnTo>
                <a:lnTo>
                  <a:pt x="2" y="3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3" y="2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72" name=""/>
          <p:cNvSpPr/>
          <p:nvPr/>
        </p:nvSpPr>
        <p:spPr>
          <a:xfrm>
            <a:off x="7037640" y="1870200"/>
            <a:ext cx="5400" cy="2520"/>
          </a:xfrm>
          <a:custGeom>
            <a:avLst/>
            <a:gdLst/>
            <a:ahLst/>
            <a:rect l="0" t="0" r="r" b="b"/>
            <a:pathLst>
              <a:path w="15" h="7">
                <a:moveTo>
                  <a:pt x="9" y="0"/>
                </a:moveTo>
                <a:lnTo>
                  <a:pt x="9" y="1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2" y="2"/>
                </a:lnTo>
                <a:lnTo>
                  <a:pt x="13" y="2"/>
                </a:lnTo>
                <a:lnTo>
                  <a:pt x="14" y="3"/>
                </a:lnTo>
                <a:lnTo>
                  <a:pt x="14" y="5"/>
                </a:lnTo>
                <a:lnTo>
                  <a:pt x="13" y="5"/>
                </a:lnTo>
                <a:lnTo>
                  <a:pt x="13" y="6"/>
                </a:lnTo>
                <a:lnTo>
                  <a:pt x="14" y="6"/>
                </a:lnTo>
                <a:lnTo>
                  <a:pt x="14" y="7"/>
                </a:lnTo>
                <a:lnTo>
                  <a:pt x="15" y="7"/>
                </a:lnTo>
                <a:lnTo>
                  <a:pt x="14" y="7"/>
                </a:lnTo>
                <a:lnTo>
                  <a:pt x="13" y="7"/>
                </a:lnTo>
                <a:lnTo>
                  <a:pt x="12" y="7"/>
                </a:lnTo>
                <a:lnTo>
                  <a:pt x="11" y="6"/>
                </a:lnTo>
                <a:lnTo>
                  <a:pt x="10" y="6"/>
                </a:lnTo>
                <a:lnTo>
                  <a:pt x="9" y="6"/>
                </a:lnTo>
                <a:lnTo>
                  <a:pt x="8" y="7"/>
                </a:lnTo>
                <a:lnTo>
                  <a:pt x="8" y="6"/>
                </a:lnTo>
                <a:lnTo>
                  <a:pt x="8" y="5"/>
                </a:lnTo>
                <a:lnTo>
                  <a:pt x="7" y="5"/>
                </a:lnTo>
                <a:lnTo>
                  <a:pt x="6" y="5"/>
                </a:lnTo>
                <a:lnTo>
                  <a:pt x="7" y="6"/>
                </a:lnTo>
                <a:lnTo>
                  <a:pt x="7" y="7"/>
                </a:lnTo>
                <a:lnTo>
                  <a:pt x="6" y="7"/>
                </a:lnTo>
                <a:lnTo>
                  <a:pt x="4" y="7"/>
                </a:lnTo>
                <a:lnTo>
                  <a:pt x="3" y="7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9" y="0"/>
                </a:lnTo>
                <a:lnTo>
                  <a:pt x="10" y="0"/>
                </a:lnTo>
                <a:lnTo>
                  <a:pt x="9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73" name=""/>
          <p:cNvSpPr/>
          <p:nvPr/>
        </p:nvSpPr>
        <p:spPr>
          <a:xfrm>
            <a:off x="7038720" y="186804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2" y="3"/>
                </a:moveTo>
                <a:lnTo>
                  <a:pt x="0" y="1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74" name=""/>
          <p:cNvSpPr/>
          <p:nvPr/>
        </p:nvSpPr>
        <p:spPr>
          <a:xfrm>
            <a:off x="7039800" y="18655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75" name=""/>
          <p:cNvSpPr/>
          <p:nvPr/>
        </p:nvSpPr>
        <p:spPr>
          <a:xfrm>
            <a:off x="7039080" y="1865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76" name=""/>
          <p:cNvSpPr/>
          <p:nvPr/>
        </p:nvSpPr>
        <p:spPr>
          <a:xfrm>
            <a:off x="7041960" y="1864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77" name=""/>
          <p:cNvSpPr/>
          <p:nvPr/>
        </p:nvSpPr>
        <p:spPr>
          <a:xfrm>
            <a:off x="7044840" y="1863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78" name=""/>
          <p:cNvSpPr/>
          <p:nvPr/>
        </p:nvSpPr>
        <p:spPr>
          <a:xfrm>
            <a:off x="7045920" y="18626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1"/>
                </a:move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79" name=""/>
          <p:cNvSpPr/>
          <p:nvPr/>
        </p:nvSpPr>
        <p:spPr>
          <a:xfrm>
            <a:off x="7045200" y="18626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80" name=""/>
          <p:cNvSpPr/>
          <p:nvPr/>
        </p:nvSpPr>
        <p:spPr>
          <a:xfrm>
            <a:off x="7041600" y="18622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2"/>
                </a:move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81" name=""/>
          <p:cNvSpPr/>
          <p:nvPr/>
        </p:nvSpPr>
        <p:spPr>
          <a:xfrm>
            <a:off x="7041600" y="18622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2"/>
                </a:move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82" name=""/>
          <p:cNvSpPr/>
          <p:nvPr/>
        </p:nvSpPr>
        <p:spPr>
          <a:xfrm>
            <a:off x="7052760" y="186084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4" y="0"/>
                </a:move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1"/>
                </a:lnTo>
                <a:lnTo>
                  <a:pt x="6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83" name=""/>
          <p:cNvSpPr/>
          <p:nvPr/>
        </p:nvSpPr>
        <p:spPr>
          <a:xfrm>
            <a:off x="7042320" y="1860120"/>
            <a:ext cx="3960" cy="2520"/>
          </a:xfrm>
          <a:custGeom>
            <a:avLst/>
            <a:gdLst/>
            <a:ahLst/>
            <a:rect l="0" t="0" r="r" b="b"/>
            <a:pathLst>
              <a:path w="11" h="7">
                <a:moveTo>
                  <a:pt x="8" y="4"/>
                </a:moveTo>
                <a:lnTo>
                  <a:pt x="9" y="4"/>
                </a:lnTo>
                <a:lnTo>
                  <a:pt x="10" y="3"/>
                </a:lnTo>
                <a:lnTo>
                  <a:pt x="11" y="3"/>
                </a:lnTo>
                <a:lnTo>
                  <a:pt x="11" y="4"/>
                </a:lnTo>
                <a:lnTo>
                  <a:pt x="10" y="4"/>
                </a:lnTo>
                <a:lnTo>
                  <a:pt x="9" y="4"/>
                </a:lnTo>
                <a:lnTo>
                  <a:pt x="10" y="5"/>
                </a:lnTo>
                <a:lnTo>
                  <a:pt x="11" y="5"/>
                </a:lnTo>
                <a:lnTo>
                  <a:pt x="10" y="6"/>
                </a:lnTo>
                <a:lnTo>
                  <a:pt x="10" y="5"/>
                </a:lnTo>
                <a:lnTo>
                  <a:pt x="9" y="5"/>
                </a:lnTo>
                <a:lnTo>
                  <a:pt x="8" y="5"/>
                </a:lnTo>
                <a:lnTo>
                  <a:pt x="7" y="6"/>
                </a:lnTo>
                <a:lnTo>
                  <a:pt x="7" y="5"/>
                </a:lnTo>
                <a:lnTo>
                  <a:pt x="6" y="6"/>
                </a:lnTo>
                <a:lnTo>
                  <a:pt x="6" y="5"/>
                </a:lnTo>
                <a:lnTo>
                  <a:pt x="5" y="6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4" y="3"/>
                </a:lnTo>
                <a:lnTo>
                  <a:pt x="5" y="3"/>
                </a:lnTo>
                <a:lnTo>
                  <a:pt x="5" y="4"/>
                </a:lnTo>
                <a:lnTo>
                  <a:pt x="6" y="5"/>
                </a:lnTo>
                <a:lnTo>
                  <a:pt x="7" y="5"/>
                </a:lnTo>
                <a:lnTo>
                  <a:pt x="7" y="4"/>
                </a:lnTo>
                <a:lnTo>
                  <a:pt x="8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84" name=""/>
          <p:cNvSpPr/>
          <p:nvPr/>
        </p:nvSpPr>
        <p:spPr>
          <a:xfrm>
            <a:off x="7054560" y="18608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3" y="1"/>
                </a:moveTo>
                <a:lnTo>
                  <a:pt x="5" y="3"/>
                </a:lnTo>
                <a:lnTo>
                  <a:pt x="3" y="4"/>
                </a:lnTo>
                <a:lnTo>
                  <a:pt x="3" y="3"/>
                </a:lnTo>
                <a:lnTo>
                  <a:pt x="3" y="1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85" name=""/>
          <p:cNvSpPr/>
          <p:nvPr/>
        </p:nvSpPr>
        <p:spPr>
          <a:xfrm>
            <a:off x="7043040" y="18597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86" name=""/>
          <p:cNvSpPr/>
          <p:nvPr/>
        </p:nvSpPr>
        <p:spPr>
          <a:xfrm>
            <a:off x="7040880" y="18594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87" name=""/>
          <p:cNvSpPr/>
          <p:nvPr/>
        </p:nvSpPr>
        <p:spPr>
          <a:xfrm>
            <a:off x="7053480" y="18583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2" y="2"/>
                </a:lnTo>
                <a:lnTo>
                  <a:pt x="4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88" name=""/>
          <p:cNvSpPr/>
          <p:nvPr/>
        </p:nvSpPr>
        <p:spPr>
          <a:xfrm>
            <a:off x="7053120" y="1858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89" name=""/>
          <p:cNvSpPr/>
          <p:nvPr/>
        </p:nvSpPr>
        <p:spPr>
          <a:xfrm>
            <a:off x="7048080" y="185724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3" y="2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5" y="2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90" name=""/>
          <p:cNvSpPr/>
          <p:nvPr/>
        </p:nvSpPr>
        <p:spPr>
          <a:xfrm>
            <a:off x="7049160" y="18572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91" name=""/>
          <p:cNvSpPr/>
          <p:nvPr/>
        </p:nvSpPr>
        <p:spPr>
          <a:xfrm>
            <a:off x="7049880" y="185580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5" y="1"/>
                </a:moveTo>
                <a:lnTo>
                  <a:pt x="5" y="3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1"/>
                </a:lnTo>
                <a:lnTo>
                  <a:pt x="2" y="3"/>
                </a:lnTo>
                <a:lnTo>
                  <a:pt x="4" y="3"/>
                </a:lnTo>
                <a:lnTo>
                  <a:pt x="4" y="1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92" name=""/>
          <p:cNvSpPr/>
          <p:nvPr/>
        </p:nvSpPr>
        <p:spPr>
          <a:xfrm>
            <a:off x="6797520" y="1716480"/>
            <a:ext cx="154800" cy="193680"/>
          </a:xfrm>
          <a:custGeom>
            <a:avLst/>
            <a:gdLst/>
            <a:ahLst/>
            <a:rect l="0" t="0" r="r" b="b"/>
            <a:pathLst>
              <a:path w="430" h="538">
                <a:moveTo>
                  <a:pt x="377" y="223"/>
                </a:moveTo>
                <a:lnTo>
                  <a:pt x="378" y="223"/>
                </a:lnTo>
                <a:lnTo>
                  <a:pt x="378" y="222"/>
                </a:lnTo>
                <a:lnTo>
                  <a:pt x="377" y="221"/>
                </a:lnTo>
                <a:lnTo>
                  <a:pt x="376" y="221"/>
                </a:lnTo>
                <a:lnTo>
                  <a:pt x="376" y="220"/>
                </a:lnTo>
                <a:lnTo>
                  <a:pt x="376" y="219"/>
                </a:lnTo>
                <a:lnTo>
                  <a:pt x="375" y="218"/>
                </a:lnTo>
                <a:lnTo>
                  <a:pt x="373" y="218"/>
                </a:lnTo>
                <a:lnTo>
                  <a:pt x="372" y="219"/>
                </a:lnTo>
                <a:lnTo>
                  <a:pt x="370" y="219"/>
                </a:lnTo>
                <a:lnTo>
                  <a:pt x="369" y="219"/>
                </a:lnTo>
                <a:lnTo>
                  <a:pt x="369" y="218"/>
                </a:lnTo>
                <a:lnTo>
                  <a:pt x="369" y="217"/>
                </a:lnTo>
                <a:lnTo>
                  <a:pt x="367" y="215"/>
                </a:lnTo>
                <a:lnTo>
                  <a:pt x="366" y="214"/>
                </a:lnTo>
                <a:lnTo>
                  <a:pt x="364" y="213"/>
                </a:lnTo>
                <a:lnTo>
                  <a:pt x="364" y="214"/>
                </a:lnTo>
                <a:lnTo>
                  <a:pt x="363" y="214"/>
                </a:lnTo>
                <a:lnTo>
                  <a:pt x="362" y="214"/>
                </a:lnTo>
                <a:lnTo>
                  <a:pt x="362" y="213"/>
                </a:lnTo>
                <a:lnTo>
                  <a:pt x="362" y="212"/>
                </a:lnTo>
                <a:lnTo>
                  <a:pt x="363" y="211"/>
                </a:lnTo>
                <a:lnTo>
                  <a:pt x="362" y="211"/>
                </a:lnTo>
                <a:lnTo>
                  <a:pt x="361" y="210"/>
                </a:lnTo>
                <a:lnTo>
                  <a:pt x="361" y="211"/>
                </a:lnTo>
                <a:lnTo>
                  <a:pt x="360" y="211"/>
                </a:lnTo>
                <a:lnTo>
                  <a:pt x="360" y="212"/>
                </a:lnTo>
                <a:lnTo>
                  <a:pt x="358" y="213"/>
                </a:lnTo>
                <a:lnTo>
                  <a:pt x="356" y="212"/>
                </a:lnTo>
                <a:lnTo>
                  <a:pt x="355" y="211"/>
                </a:lnTo>
                <a:lnTo>
                  <a:pt x="355" y="210"/>
                </a:lnTo>
                <a:lnTo>
                  <a:pt x="356" y="210"/>
                </a:lnTo>
                <a:lnTo>
                  <a:pt x="356" y="209"/>
                </a:lnTo>
                <a:lnTo>
                  <a:pt x="355" y="209"/>
                </a:lnTo>
                <a:lnTo>
                  <a:pt x="354" y="210"/>
                </a:lnTo>
                <a:lnTo>
                  <a:pt x="354" y="211"/>
                </a:lnTo>
                <a:lnTo>
                  <a:pt x="353" y="211"/>
                </a:lnTo>
                <a:lnTo>
                  <a:pt x="352" y="211"/>
                </a:lnTo>
                <a:lnTo>
                  <a:pt x="352" y="210"/>
                </a:lnTo>
                <a:lnTo>
                  <a:pt x="352" y="209"/>
                </a:lnTo>
                <a:lnTo>
                  <a:pt x="351" y="209"/>
                </a:lnTo>
                <a:lnTo>
                  <a:pt x="350" y="209"/>
                </a:lnTo>
                <a:lnTo>
                  <a:pt x="349" y="209"/>
                </a:lnTo>
                <a:lnTo>
                  <a:pt x="350" y="209"/>
                </a:lnTo>
                <a:lnTo>
                  <a:pt x="349" y="210"/>
                </a:lnTo>
                <a:lnTo>
                  <a:pt x="348" y="210"/>
                </a:lnTo>
                <a:lnTo>
                  <a:pt x="347" y="210"/>
                </a:lnTo>
                <a:lnTo>
                  <a:pt x="347" y="209"/>
                </a:lnTo>
                <a:lnTo>
                  <a:pt x="347" y="208"/>
                </a:lnTo>
                <a:lnTo>
                  <a:pt x="345" y="209"/>
                </a:lnTo>
                <a:lnTo>
                  <a:pt x="344" y="209"/>
                </a:lnTo>
                <a:lnTo>
                  <a:pt x="345" y="209"/>
                </a:lnTo>
                <a:lnTo>
                  <a:pt x="345" y="211"/>
                </a:lnTo>
                <a:lnTo>
                  <a:pt x="344" y="211"/>
                </a:lnTo>
                <a:lnTo>
                  <a:pt x="344" y="210"/>
                </a:lnTo>
                <a:lnTo>
                  <a:pt x="343" y="210"/>
                </a:lnTo>
                <a:lnTo>
                  <a:pt x="342" y="210"/>
                </a:lnTo>
                <a:lnTo>
                  <a:pt x="341" y="209"/>
                </a:lnTo>
                <a:lnTo>
                  <a:pt x="340" y="210"/>
                </a:lnTo>
                <a:lnTo>
                  <a:pt x="339" y="211"/>
                </a:lnTo>
                <a:lnTo>
                  <a:pt x="338" y="211"/>
                </a:lnTo>
                <a:lnTo>
                  <a:pt x="338" y="210"/>
                </a:lnTo>
                <a:lnTo>
                  <a:pt x="337" y="210"/>
                </a:lnTo>
                <a:lnTo>
                  <a:pt x="336" y="209"/>
                </a:lnTo>
                <a:lnTo>
                  <a:pt x="335" y="210"/>
                </a:lnTo>
                <a:lnTo>
                  <a:pt x="334" y="210"/>
                </a:lnTo>
                <a:lnTo>
                  <a:pt x="333" y="211"/>
                </a:lnTo>
                <a:lnTo>
                  <a:pt x="332" y="213"/>
                </a:lnTo>
                <a:lnTo>
                  <a:pt x="333" y="213"/>
                </a:lnTo>
                <a:lnTo>
                  <a:pt x="333" y="214"/>
                </a:lnTo>
                <a:lnTo>
                  <a:pt x="334" y="214"/>
                </a:lnTo>
                <a:lnTo>
                  <a:pt x="335" y="215"/>
                </a:lnTo>
                <a:lnTo>
                  <a:pt x="336" y="215"/>
                </a:lnTo>
                <a:lnTo>
                  <a:pt x="336" y="216"/>
                </a:lnTo>
                <a:lnTo>
                  <a:pt x="336" y="217"/>
                </a:lnTo>
                <a:lnTo>
                  <a:pt x="337" y="217"/>
                </a:lnTo>
                <a:lnTo>
                  <a:pt x="337" y="218"/>
                </a:lnTo>
                <a:lnTo>
                  <a:pt x="337" y="219"/>
                </a:lnTo>
                <a:lnTo>
                  <a:pt x="336" y="219"/>
                </a:lnTo>
                <a:lnTo>
                  <a:pt x="335" y="219"/>
                </a:lnTo>
                <a:lnTo>
                  <a:pt x="335" y="221"/>
                </a:lnTo>
                <a:lnTo>
                  <a:pt x="335" y="222"/>
                </a:lnTo>
                <a:lnTo>
                  <a:pt x="336" y="222"/>
                </a:lnTo>
                <a:lnTo>
                  <a:pt x="337" y="222"/>
                </a:lnTo>
                <a:lnTo>
                  <a:pt x="338" y="223"/>
                </a:lnTo>
                <a:lnTo>
                  <a:pt x="340" y="222"/>
                </a:lnTo>
                <a:lnTo>
                  <a:pt x="341" y="222"/>
                </a:lnTo>
                <a:lnTo>
                  <a:pt x="342" y="222"/>
                </a:lnTo>
                <a:lnTo>
                  <a:pt x="342" y="223"/>
                </a:lnTo>
                <a:lnTo>
                  <a:pt x="342" y="222"/>
                </a:lnTo>
                <a:lnTo>
                  <a:pt x="343" y="222"/>
                </a:lnTo>
                <a:lnTo>
                  <a:pt x="344" y="222"/>
                </a:lnTo>
                <a:lnTo>
                  <a:pt x="344" y="223"/>
                </a:lnTo>
                <a:lnTo>
                  <a:pt x="344" y="224"/>
                </a:lnTo>
                <a:lnTo>
                  <a:pt x="344" y="225"/>
                </a:lnTo>
                <a:lnTo>
                  <a:pt x="344" y="227"/>
                </a:lnTo>
                <a:lnTo>
                  <a:pt x="344" y="228"/>
                </a:lnTo>
                <a:lnTo>
                  <a:pt x="343" y="229"/>
                </a:lnTo>
                <a:lnTo>
                  <a:pt x="343" y="230"/>
                </a:lnTo>
                <a:lnTo>
                  <a:pt x="343" y="231"/>
                </a:lnTo>
                <a:lnTo>
                  <a:pt x="344" y="231"/>
                </a:lnTo>
                <a:lnTo>
                  <a:pt x="344" y="232"/>
                </a:lnTo>
                <a:lnTo>
                  <a:pt x="344" y="231"/>
                </a:lnTo>
                <a:lnTo>
                  <a:pt x="345" y="231"/>
                </a:lnTo>
                <a:lnTo>
                  <a:pt x="345" y="232"/>
                </a:lnTo>
                <a:lnTo>
                  <a:pt x="345" y="233"/>
                </a:lnTo>
                <a:lnTo>
                  <a:pt x="344" y="233"/>
                </a:lnTo>
                <a:lnTo>
                  <a:pt x="344" y="234"/>
                </a:lnTo>
                <a:lnTo>
                  <a:pt x="344" y="235"/>
                </a:lnTo>
                <a:lnTo>
                  <a:pt x="344" y="236"/>
                </a:lnTo>
                <a:lnTo>
                  <a:pt x="345" y="236"/>
                </a:lnTo>
                <a:lnTo>
                  <a:pt x="345" y="237"/>
                </a:lnTo>
                <a:lnTo>
                  <a:pt x="344" y="237"/>
                </a:lnTo>
                <a:lnTo>
                  <a:pt x="343" y="237"/>
                </a:lnTo>
                <a:lnTo>
                  <a:pt x="343" y="238"/>
                </a:lnTo>
                <a:lnTo>
                  <a:pt x="342" y="238"/>
                </a:lnTo>
                <a:lnTo>
                  <a:pt x="342" y="239"/>
                </a:lnTo>
                <a:lnTo>
                  <a:pt x="341" y="239"/>
                </a:lnTo>
                <a:lnTo>
                  <a:pt x="341" y="240"/>
                </a:lnTo>
                <a:lnTo>
                  <a:pt x="342" y="240"/>
                </a:lnTo>
                <a:lnTo>
                  <a:pt x="342" y="241"/>
                </a:lnTo>
                <a:lnTo>
                  <a:pt x="342" y="242"/>
                </a:lnTo>
                <a:lnTo>
                  <a:pt x="341" y="242"/>
                </a:lnTo>
                <a:lnTo>
                  <a:pt x="341" y="243"/>
                </a:lnTo>
                <a:lnTo>
                  <a:pt x="341" y="244"/>
                </a:lnTo>
                <a:lnTo>
                  <a:pt x="342" y="244"/>
                </a:lnTo>
                <a:lnTo>
                  <a:pt x="343" y="245"/>
                </a:lnTo>
                <a:lnTo>
                  <a:pt x="342" y="245"/>
                </a:lnTo>
                <a:lnTo>
                  <a:pt x="342" y="246"/>
                </a:lnTo>
                <a:lnTo>
                  <a:pt x="342" y="247"/>
                </a:lnTo>
                <a:lnTo>
                  <a:pt x="341" y="248"/>
                </a:lnTo>
                <a:lnTo>
                  <a:pt x="340" y="249"/>
                </a:lnTo>
                <a:lnTo>
                  <a:pt x="339" y="249"/>
                </a:lnTo>
                <a:lnTo>
                  <a:pt x="339" y="250"/>
                </a:lnTo>
                <a:lnTo>
                  <a:pt x="338" y="250"/>
                </a:lnTo>
                <a:lnTo>
                  <a:pt x="337" y="250"/>
                </a:lnTo>
                <a:lnTo>
                  <a:pt x="336" y="250"/>
                </a:lnTo>
                <a:lnTo>
                  <a:pt x="335" y="250"/>
                </a:lnTo>
                <a:lnTo>
                  <a:pt x="335" y="251"/>
                </a:lnTo>
                <a:lnTo>
                  <a:pt x="335" y="250"/>
                </a:lnTo>
                <a:lnTo>
                  <a:pt x="334" y="250"/>
                </a:lnTo>
                <a:lnTo>
                  <a:pt x="334" y="249"/>
                </a:lnTo>
                <a:lnTo>
                  <a:pt x="333" y="249"/>
                </a:lnTo>
                <a:lnTo>
                  <a:pt x="333" y="250"/>
                </a:lnTo>
                <a:lnTo>
                  <a:pt x="332" y="250"/>
                </a:lnTo>
                <a:lnTo>
                  <a:pt x="331" y="250"/>
                </a:lnTo>
                <a:lnTo>
                  <a:pt x="331" y="251"/>
                </a:lnTo>
                <a:lnTo>
                  <a:pt x="330" y="251"/>
                </a:lnTo>
                <a:lnTo>
                  <a:pt x="329" y="251"/>
                </a:lnTo>
                <a:lnTo>
                  <a:pt x="328" y="251"/>
                </a:lnTo>
                <a:lnTo>
                  <a:pt x="328" y="252"/>
                </a:lnTo>
                <a:lnTo>
                  <a:pt x="327" y="252"/>
                </a:lnTo>
                <a:lnTo>
                  <a:pt x="326" y="252"/>
                </a:lnTo>
                <a:lnTo>
                  <a:pt x="326" y="253"/>
                </a:lnTo>
                <a:lnTo>
                  <a:pt x="326" y="254"/>
                </a:lnTo>
                <a:lnTo>
                  <a:pt x="327" y="254"/>
                </a:lnTo>
                <a:lnTo>
                  <a:pt x="327" y="256"/>
                </a:lnTo>
                <a:lnTo>
                  <a:pt x="326" y="256"/>
                </a:lnTo>
                <a:lnTo>
                  <a:pt x="326" y="257"/>
                </a:lnTo>
                <a:lnTo>
                  <a:pt x="326" y="258"/>
                </a:lnTo>
                <a:lnTo>
                  <a:pt x="327" y="258"/>
                </a:lnTo>
                <a:lnTo>
                  <a:pt x="326" y="258"/>
                </a:lnTo>
                <a:lnTo>
                  <a:pt x="325" y="258"/>
                </a:lnTo>
                <a:lnTo>
                  <a:pt x="325" y="259"/>
                </a:lnTo>
                <a:lnTo>
                  <a:pt x="324" y="259"/>
                </a:lnTo>
                <a:lnTo>
                  <a:pt x="324" y="260"/>
                </a:lnTo>
                <a:lnTo>
                  <a:pt x="323" y="260"/>
                </a:lnTo>
                <a:lnTo>
                  <a:pt x="323" y="261"/>
                </a:lnTo>
                <a:lnTo>
                  <a:pt x="322" y="261"/>
                </a:lnTo>
                <a:lnTo>
                  <a:pt x="321" y="261"/>
                </a:lnTo>
                <a:lnTo>
                  <a:pt x="321" y="262"/>
                </a:lnTo>
                <a:lnTo>
                  <a:pt x="320" y="262"/>
                </a:lnTo>
                <a:lnTo>
                  <a:pt x="319" y="262"/>
                </a:lnTo>
                <a:lnTo>
                  <a:pt x="318" y="262"/>
                </a:lnTo>
                <a:lnTo>
                  <a:pt x="317" y="263"/>
                </a:lnTo>
                <a:lnTo>
                  <a:pt x="317" y="264"/>
                </a:lnTo>
                <a:lnTo>
                  <a:pt x="316" y="265"/>
                </a:lnTo>
                <a:lnTo>
                  <a:pt x="317" y="265"/>
                </a:lnTo>
                <a:lnTo>
                  <a:pt x="317" y="266"/>
                </a:lnTo>
                <a:lnTo>
                  <a:pt x="316" y="267"/>
                </a:lnTo>
                <a:lnTo>
                  <a:pt x="316" y="268"/>
                </a:lnTo>
                <a:lnTo>
                  <a:pt x="317" y="268"/>
                </a:lnTo>
                <a:lnTo>
                  <a:pt x="318" y="268"/>
                </a:lnTo>
                <a:lnTo>
                  <a:pt x="318" y="269"/>
                </a:lnTo>
                <a:lnTo>
                  <a:pt x="317" y="269"/>
                </a:lnTo>
                <a:lnTo>
                  <a:pt x="317" y="270"/>
                </a:lnTo>
                <a:lnTo>
                  <a:pt x="317" y="271"/>
                </a:lnTo>
                <a:lnTo>
                  <a:pt x="317" y="272"/>
                </a:lnTo>
                <a:lnTo>
                  <a:pt x="316" y="273"/>
                </a:lnTo>
                <a:lnTo>
                  <a:pt x="316" y="272"/>
                </a:lnTo>
                <a:lnTo>
                  <a:pt x="315" y="272"/>
                </a:lnTo>
                <a:lnTo>
                  <a:pt x="315" y="273"/>
                </a:lnTo>
                <a:lnTo>
                  <a:pt x="316" y="273"/>
                </a:lnTo>
                <a:lnTo>
                  <a:pt x="316" y="274"/>
                </a:lnTo>
                <a:lnTo>
                  <a:pt x="315" y="274"/>
                </a:lnTo>
                <a:lnTo>
                  <a:pt x="315" y="275"/>
                </a:lnTo>
                <a:lnTo>
                  <a:pt x="315" y="276"/>
                </a:lnTo>
                <a:lnTo>
                  <a:pt x="315" y="277"/>
                </a:lnTo>
                <a:lnTo>
                  <a:pt x="314" y="277"/>
                </a:lnTo>
                <a:lnTo>
                  <a:pt x="314" y="278"/>
                </a:lnTo>
                <a:lnTo>
                  <a:pt x="315" y="278"/>
                </a:lnTo>
                <a:lnTo>
                  <a:pt x="315" y="279"/>
                </a:lnTo>
                <a:lnTo>
                  <a:pt x="316" y="279"/>
                </a:lnTo>
                <a:lnTo>
                  <a:pt x="315" y="279"/>
                </a:lnTo>
                <a:lnTo>
                  <a:pt x="315" y="280"/>
                </a:lnTo>
                <a:lnTo>
                  <a:pt x="316" y="280"/>
                </a:lnTo>
                <a:lnTo>
                  <a:pt x="317" y="279"/>
                </a:lnTo>
                <a:lnTo>
                  <a:pt x="318" y="280"/>
                </a:lnTo>
                <a:lnTo>
                  <a:pt x="319" y="280"/>
                </a:lnTo>
                <a:lnTo>
                  <a:pt x="318" y="281"/>
                </a:lnTo>
                <a:lnTo>
                  <a:pt x="319" y="281"/>
                </a:lnTo>
                <a:lnTo>
                  <a:pt x="319" y="282"/>
                </a:lnTo>
                <a:lnTo>
                  <a:pt x="320" y="282"/>
                </a:lnTo>
                <a:lnTo>
                  <a:pt x="320" y="281"/>
                </a:lnTo>
                <a:lnTo>
                  <a:pt x="321" y="281"/>
                </a:lnTo>
                <a:lnTo>
                  <a:pt x="321" y="282"/>
                </a:lnTo>
                <a:lnTo>
                  <a:pt x="322" y="282"/>
                </a:lnTo>
                <a:lnTo>
                  <a:pt x="322" y="283"/>
                </a:lnTo>
                <a:lnTo>
                  <a:pt x="323" y="282"/>
                </a:lnTo>
                <a:lnTo>
                  <a:pt x="324" y="282"/>
                </a:lnTo>
                <a:lnTo>
                  <a:pt x="325" y="283"/>
                </a:lnTo>
                <a:lnTo>
                  <a:pt x="324" y="284"/>
                </a:lnTo>
                <a:lnTo>
                  <a:pt x="324" y="285"/>
                </a:lnTo>
                <a:lnTo>
                  <a:pt x="324" y="286"/>
                </a:lnTo>
                <a:lnTo>
                  <a:pt x="326" y="287"/>
                </a:lnTo>
                <a:lnTo>
                  <a:pt x="327" y="287"/>
                </a:lnTo>
                <a:lnTo>
                  <a:pt x="327" y="288"/>
                </a:lnTo>
                <a:lnTo>
                  <a:pt x="326" y="290"/>
                </a:lnTo>
                <a:lnTo>
                  <a:pt x="325" y="292"/>
                </a:lnTo>
                <a:lnTo>
                  <a:pt x="325" y="293"/>
                </a:lnTo>
                <a:lnTo>
                  <a:pt x="326" y="293"/>
                </a:lnTo>
                <a:lnTo>
                  <a:pt x="326" y="294"/>
                </a:lnTo>
                <a:lnTo>
                  <a:pt x="327" y="294"/>
                </a:lnTo>
                <a:lnTo>
                  <a:pt x="327" y="295"/>
                </a:lnTo>
                <a:lnTo>
                  <a:pt x="328" y="295"/>
                </a:lnTo>
                <a:lnTo>
                  <a:pt x="329" y="295"/>
                </a:lnTo>
                <a:lnTo>
                  <a:pt x="330" y="294"/>
                </a:lnTo>
                <a:lnTo>
                  <a:pt x="330" y="295"/>
                </a:lnTo>
                <a:lnTo>
                  <a:pt x="331" y="295"/>
                </a:lnTo>
                <a:lnTo>
                  <a:pt x="330" y="295"/>
                </a:lnTo>
                <a:lnTo>
                  <a:pt x="330" y="296"/>
                </a:lnTo>
                <a:lnTo>
                  <a:pt x="329" y="296"/>
                </a:lnTo>
                <a:lnTo>
                  <a:pt x="328" y="297"/>
                </a:lnTo>
                <a:lnTo>
                  <a:pt x="329" y="297"/>
                </a:lnTo>
                <a:lnTo>
                  <a:pt x="329" y="298"/>
                </a:lnTo>
                <a:lnTo>
                  <a:pt x="330" y="297"/>
                </a:lnTo>
                <a:lnTo>
                  <a:pt x="330" y="298"/>
                </a:lnTo>
                <a:lnTo>
                  <a:pt x="331" y="298"/>
                </a:lnTo>
                <a:lnTo>
                  <a:pt x="332" y="298"/>
                </a:lnTo>
                <a:lnTo>
                  <a:pt x="332" y="297"/>
                </a:lnTo>
                <a:lnTo>
                  <a:pt x="333" y="297"/>
                </a:lnTo>
                <a:lnTo>
                  <a:pt x="334" y="297"/>
                </a:lnTo>
                <a:lnTo>
                  <a:pt x="335" y="297"/>
                </a:lnTo>
                <a:lnTo>
                  <a:pt x="335" y="296"/>
                </a:lnTo>
                <a:lnTo>
                  <a:pt x="336" y="296"/>
                </a:lnTo>
                <a:lnTo>
                  <a:pt x="336" y="295"/>
                </a:lnTo>
                <a:lnTo>
                  <a:pt x="337" y="296"/>
                </a:lnTo>
                <a:lnTo>
                  <a:pt x="338" y="295"/>
                </a:lnTo>
                <a:lnTo>
                  <a:pt x="340" y="295"/>
                </a:lnTo>
                <a:lnTo>
                  <a:pt x="340" y="296"/>
                </a:lnTo>
                <a:lnTo>
                  <a:pt x="339" y="297"/>
                </a:lnTo>
                <a:lnTo>
                  <a:pt x="340" y="297"/>
                </a:lnTo>
                <a:lnTo>
                  <a:pt x="340" y="298"/>
                </a:lnTo>
                <a:lnTo>
                  <a:pt x="341" y="298"/>
                </a:lnTo>
                <a:lnTo>
                  <a:pt x="342" y="298"/>
                </a:lnTo>
                <a:lnTo>
                  <a:pt x="343" y="298"/>
                </a:lnTo>
                <a:lnTo>
                  <a:pt x="343" y="299"/>
                </a:lnTo>
                <a:lnTo>
                  <a:pt x="344" y="299"/>
                </a:lnTo>
                <a:lnTo>
                  <a:pt x="344" y="300"/>
                </a:lnTo>
                <a:lnTo>
                  <a:pt x="343" y="300"/>
                </a:lnTo>
                <a:lnTo>
                  <a:pt x="344" y="300"/>
                </a:lnTo>
                <a:lnTo>
                  <a:pt x="344" y="301"/>
                </a:lnTo>
                <a:lnTo>
                  <a:pt x="343" y="301"/>
                </a:lnTo>
                <a:lnTo>
                  <a:pt x="343" y="302"/>
                </a:lnTo>
                <a:lnTo>
                  <a:pt x="342" y="302"/>
                </a:lnTo>
                <a:lnTo>
                  <a:pt x="342" y="303"/>
                </a:lnTo>
                <a:lnTo>
                  <a:pt x="341" y="303"/>
                </a:lnTo>
                <a:lnTo>
                  <a:pt x="340" y="303"/>
                </a:lnTo>
                <a:lnTo>
                  <a:pt x="340" y="304"/>
                </a:lnTo>
                <a:lnTo>
                  <a:pt x="340" y="305"/>
                </a:lnTo>
                <a:lnTo>
                  <a:pt x="340" y="306"/>
                </a:lnTo>
                <a:lnTo>
                  <a:pt x="340" y="307"/>
                </a:lnTo>
                <a:lnTo>
                  <a:pt x="341" y="307"/>
                </a:lnTo>
                <a:lnTo>
                  <a:pt x="341" y="308"/>
                </a:lnTo>
                <a:lnTo>
                  <a:pt x="342" y="307"/>
                </a:lnTo>
                <a:lnTo>
                  <a:pt x="343" y="307"/>
                </a:lnTo>
                <a:lnTo>
                  <a:pt x="343" y="308"/>
                </a:lnTo>
                <a:lnTo>
                  <a:pt x="344" y="308"/>
                </a:lnTo>
                <a:lnTo>
                  <a:pt x="345" y="307"/>
                </a:lnTo>
                <a:lnTo>
                  <a:pt x="345" y="308"/>
                </a:lnTo>
                <a:lnTo>
                  <a:pt x="346" y="307"/>
                </a:lnTo>
                <a:lnTo>
                  <a:pt x="346" y="308"/>
                </a:lnTo>
                <a:lnTo>
                  <a:pt x="346" y="309"/>
                </a:lnTo>
                <a:lnTo>
                  <a:pt x="347" y="309"/>
                </a:lnTo>
                <a:lnTo>
                  <a:pt x="347" y="308"/>
                </a:lnTo>
                <a:lnTo>
                  <a:pt x="348" y="308"/>
                </a:lnTo>
                <a:lnTo>
                  <a:pt x="348" y="307"/>
                </a:lnTo>
                <a:lnTo>
                  <a:pt x="348" y="306"/>
                </a:lnTo>
                <a:lnTo>
                  <a:pt x="349" y="306"/>
                </a:lnTo>
                <a:lnTo>
                  <a:pt x="349" y="305"/>
                </a:lnTo>
                <a:lnTo>
                  <a:pt x="349" y="304"/>
                </a:lnTo>
                <a:lnTo>
                  <a:pt x="349" y="303"/>
                </a:lnTo>
                <a:lnTo>
                  <a:pt x="350" y="303"/>
                </a:lnTo>
                <a:lnTo>
                  <a:pt x="351" y="303"/>
                </a:lnTo>
                <a:lnTo>
                  <a:pt x="352" y="303"/>
                </a:lnTo>
                <a:lnTo>
                  <a:pt x="352" y="304"/>
                </a:lnTo>
                <a:lnTo>
                  <a:pt x="353" y="304"/>
                </a:lnTo>
                <a:lnTo>
                  <a:pt x="353" y="305"/>
                </a:lnTo>
                <a:lnTo>
                  <a:pt x="352" y="306"/>
                </a:lnTo>
                <a:lnTo>
                  <a:pt x="353" y="307"/>
                </a:lnTo>
                <a:lnTo>
                  <a:pt x="353" y="308"/>
                </a:lnTo>
                <a:lnTo>
                  <a:pt x="353" y="309"/>
                </a:lnTo>
                <a:lnTo>
                  <a:pt x="354" y="309"/>
                </a:lnTo>
                <a:lnTo>
                  <a:pt x="354" y="310"/>
                </a:lnTo>
                <a:lnTo>
                  <a:pt x="355" y="310"/>
                </a:lnTo>
                <a:lnTo>
                  <a:pt x="356" y="309"/>
                </a:lnTo>
                <a:lnTo>
                  <a:pt x="355" y="309"/>
                </a:lnTo>
                <a:lnTo>
                  <a:pt x="356" y="308"/>
                </a:lnTo>
                <a:lnTo>
                  <a:pt x="356" y="309"/>
                </a:lnTo>
                <a:lnTo>
                  <a:pt x="357" y="308"/>
                </a:lnTo>
                <a:lnTo>
                  <a:pt x="358" y="308"/>
                </a:lnTo>
                <a:lnTo>
                  <a:pt x="358" y="309"/>
                </a:lnTo>
                <a:lnTo>
                  <a:pt x="359" y="309"/>
                </a:lnTo>
                <a:lnTo>
                  <a:pt x="359" y="310"/>
                </a:lnTo>
                <a:lnTo>
                  <a:pt x="360" y="310"/>
                </a:lnTo>
                <a:lnTo>
                  <a:pt x="360" y="311"/>
                </a:lnTo>
                <a:lnTo>
                  <a:pt x="360" y="312"/>
                </a:lnTo>
                <a:lnTo>
                  <a:pt x="359" y="312"/>
                </a:lnTo>
                <a:lnTo>
                  <a:pt x="360" y="312"/>
                </a:lnTo>
                <a:lnTo>
                  <a:pt x="361" y="313"/>
                </a:lnTo>
                <a:lnTo>
                  <a:pt x="360" y="313"/>
                </a:lnTo>
                <a:lnTo>
                  <a:pt x="360" y="315"/>
                </a:lnTo>
                <a:lnTo>
                  <a:pt x="360" y="314"/>
                </a:lnTo>
                <a:lnTo>
                  <a:pt x="360" y="315"/>
                </a:lnTo>
                <a:lnTo>
                  <a:pt x="361" y="315"/>
                </a:lnTo>
                <a:lnTo>
                  <a:pt x="360" y="316"/>
                </a:lnTo>
                <a:lnTo>
                  <a:pt x="361" y="317"/>
                </a:lnTo>
                <a:lnTo>
                  <a:pt x="361" y="318"/>
                </a:lnTo>
                <a:lnTo>
                  <a:pt x="362" y="319"/>
                </a:lnTo>
                <a:lnTo>
                  <a:pt x="361" y="321"/>
                </a:lnTo>
                <a:lnTo>
                  <a:pt x="361" y="322"/>
                </a:lnTo>
                <a:lnTo>
                  <a:pt x="361" y="324"/>
                </a:lnTo>
                <a:lnTo>
                  <a:pt x="361" y="327"/>
                </a:lnTo>
                <a:lnTo>
                  <a:pt x="361" y="328"/>
                </a:lnTo>
                <a:lnTo>
                  <a:pt x="360" y="329"/>
                </a:lnTo>
                <a:lnTo>
                  <a:pt x="360" y="330"/>
                </a:lnTo>
                <a:lnTo>
                  <a:pt x="359" y="331"/>
                </a:lnTo>
                <a:lnTo>
                  <a:pt x="359" y="332"/>
                </a:lnTo>
                <a:lnTo>
                  <a:pt x="358" y="332"/>
                </a:lnTo>
                <a:lnTo>
                  <a:pt x="358" y="333"/>
                </a:lnTo>
                <a:lnTo>
                  <a:pt x="357" y="333"/>
                </a:lnTo>
                <a:lnTo>
                  <a:pt x="357" y="335"/>
                </a:lnTo>
                <a:lnTo>
                  <a:pt x="356" y="335"/>
                </a:lnTo>
                <a:lnTo>
                  <a:pt x="356" y="336"/>
                </a:lnTo>
                <a:lnTo>
                  <a:pt x="355" y="336"/>
                </a:lnTo>
                <a:lnTo>
                  <a:pt x="354" y="336"/>
                </a:lnTo>
                <a:lnTo>
                  <a:pt x="352" y="336"/>
                </a:lnTo>
                <a:lnTo>
                  <a:pt x="352" y="337"/>
                </a:lnTo>
                <a:lnTo>
                  <a:pt x="351" y="337"/>
                </a:lnTo>
                <a:lnTo>
                  <a:pt x="351" y="336"/>
                </a:lnTo>
                <a:lnTo>
                  <a:pt x="351" y="335"/>
                </a:lnTo>
                <a:lnTo>
                  <a:pt x="351" y="333"/>
                </a:lnTo>
                <a:lnTo>
                  <a:pt x="350" y="333"/>
                </a:lnTo>
                <a:lnTo>
                  <a:pt x="350" y="335"/>
                </a:lnTo>
                <a:lnTo>
                  <a:pt x="349" y="336"/>
                </a:lnTo>
                <a:lnTo>
                  <a:pt x="348" y="339"/>
                </a:lnTo>
                <a:lnTo>
                  <a:pt x="347" y="341"/>
                </a:lnTo>
                <a:lnTo>
                  <a:pt x="346" y="344"/>
                </a:lnTo>
                <a:lnTo>
                  <a:pt x="345" y="343"/>
                </a:lnTo>
                <a:lnTo>
                  <a:pt x="345" y="344"/>
                </a:lnTo>
                <a:lnTo>
                  <a:pt x="346" y="344"/>
                </a:lnTo>
                <a:lnTo>
                  <a:pt x="347" y="344"/>
                </a:lnTo>
                <a:lnTo>
                  <a:pt x="347" y="345"/>
                </a:lnTo>
                <a:lnTo>
                  <a:pt x="349" y="345"/>
                </a:lnTo>
                <a:lnTo>
                  <a:pt x="350" y="345"/>
                </a:lnTo>
                <a:lnTo>
                  <a:pt x="350" y="346"/>
                </a:lnTo>
                <a:lnTo>
                  <a:pt x="351" y="346"/>
                </a:lnTo>
                <a:lnTo>
                  <a:pt x="351" y="347"/>
                </a:lnTo>
                <a:lnTo>
                  <a:pt x="352" y="347"/>
                </a:lnTo>
                <a:lnTo>
                  <a:pt x="352" y="348"/>
                </a:lnTo>
                <a:lnTo>
                  <a:pt x="352" y="349"/>
                </a:lnTo>
                <a:lnTo>
                  <a:pt x="352" y="350"/>
                </a:lnTo>
                <a:lnTo>
                  <a:pt x="353" y="350"/>
                </a:lnTo>
                <a:lnTo>
                  <a:pt x="354" y="350"/>
                </a:lnTo>
                <a:lnTo>
                  <a:pt x="354" y="351"/>
                </a:lnTo>
                <a:lnTo>
                  <a:pt x="355" y="350"/>
                </a:lnTo>
                <a:lnTo>
                  <a:pt x="356" y="350"/>
                </a:lnTo>
                <a:lnTo>
                  <a:pt x="357" y="350"/>
                </a:lnTo>
                <a:lnTo>
                  <a:pt x="358" y="350"/>
                </a:lnTo>
                <a:lnTo>
                  <a:pt x="359" y="349"/>
                </a:lnTo>
                <a:lnTo>
                  <a:pt x="360" y="349"/>
                </a:lnTo>
                <a:lnTo>
                  <a:pt x="360" y="350"/>
                </a:lnTo>
                <a:lnTo>
                  <a:pt x="361" y="350"/>
                </a:lnTo>
                <a:lnTo>
                  <a:pt x="362" y="350"/>
                </a:lnTo>
                <a:lnTo>
                  <a:pt x="363" y="350"/>
                </a:lnTo>
                <a:lnTo>
                  <a:pt x="364" y="349"/>
                </a:lnTo>
                <a:lnTo>
                  <a:pt x="365" y="349"/>
                </a:lnTo>
                <a:lnTo>
                  <a:pt x="366" y="349"/>
                </a:lnTo>
                <a:lnTo>
                  <a:pt x="366" y="350"/>
                </a:lnTo>
                <a:lnTo>
                  <a:pt x="367" y="350"/>
                </a:lnTo>
                <a:lnTo>
                  <a:pt x="368" y="350"/>
                </a:lnTo>
                <a:lnTo>
                  <a:pt x="369" y="349"/>
                </a:lnTo>
                <a:lnTo>
                  <a:pt x="369" y="350"/>
                </a:lnTo>
                <a:lnTo>
                  <a:pt x="370" y="350"/>
                </a:lnTo>
                <a:lnTo>
                  <a:pt x="371" y="350"/>
                </a:lnTo>
                <a:lnTo>
                  <a:pt x="372" y="350"/>
                </a:lnTo>
                <a:lnTo>
                  <a:pt x="373" y="350"/>
                </a:lnTo>
                <a:lnTo>
                  <a:pt x="373" y="349"/>
                </a:lnTo>
                <a:lnTo>
                  <a:pt x="374" y="349"/>
                </a:lnTo>
                <a:lnTo>
                  <a:pt x="374" y="350"/>
                </a:lnTo>
                <a:lnTo>
                  <a:pt x="375" y="350"/>
                </a:lnTo>
                <a:lnTo>
                  <a:pt x="375" y="349"/>
                </a:lnTo>
                <a:lnTo>
                  <a:pt x="375" y="350"/>
                </a:lnTo>
                <a:lnTo>
                  <a:pt x="376" y="350"/>
                </a:lnTo>
                <a:lnTo>
                  <a:pt x="377" y="350"/>
                </a:lnTo>
                <a:lnTo>
                  <a:pt x="378" y="350"/>
                </a:lnTo>
                <a:lnTo>
                  <a:pt x="379" y="350"/>
                </a:lnTo>
                <a:lnTo>
                  <a:pt x="380" y="349"/>
                </a:lnTo>
                <a:lnTo>
                  <a:pt x="381" y="350"/>
                </a:lnTo>
                <a:lnTo>
                  <a:pt x="381" y="349"/>
                </a:lnTo>
                <a:lnTo>
                  <a:pt x="381" y="348"/>
                </a:lnTo>
                <a:lnTo>
                  <a:pt x="382" y="348"/>
                </a:lnTo>
                <a:lnTo>
                  <a:pt x="382" y="347"/>
                </a:lnTo>
                <a:lnTo>
                  <a:pt x="383" y="347"/>
                </a:lnTo>
                <a:lnTo>
                  <a:pt x="384" y="347"/>
                </a:lnTo>
                <a:lnTo>
                  <a:pt x="385" y="346"/>
                </a:lnTo>
                <a:lnTo>
                  <a:pt x="385" y="345"/>
                </a:lnTo>
                <a:lnTo>
                  <a:pt x="386" y="345"/>
                </a:lnTo>
                <a:lnTo>
                  <a:pt x="385" y="344"/>
                </a:lnTo>
                <a:lnTo>
                  <a:pt x="386" y="344"/>
                </a:lnTo>
                <a:lnTo>
                  <a:pt x="387" y="344"/>
                </a:lnTo>
                <a:lnTo>
                  <a:pt x="388" y="344"/>
                </a:lnTo>
                <a:lnTo>
                  <a:pt x="388" y="343"/>
                </a:lnTo>
                <a:lnTo>
                  <a:pt x="389" y="343"/>
                </a:lnTo>
                <a:lnTo>
                  <a:pt x="389" y="344"/>
                </a:lnTo>
                <a:lnTo>
                  <a:pt x="390" y="344"/>
                </a:lnTo>
                <a:lnTo>
                  <a:pt x="390" y="345"/>
                </a:lnTo>
                <a:lnTo>
                  <a:pt x="390" y="346"/>
                </a:lnTo>
                <a:lnTo>
                  <a:pt x="390" y="347"/>
                </a:lnTo>
                <a:lnTo>
                  <a:pt x="390" y="346"/>
                </a:lnTo>
                <a:lnTo>
                  <a:pt x="391" y="346"/>
                </a:lnTo>
                <a:lnTo>
                  <a:pt x="391" y="347"/>
                </a:lnTo>
                <a:lnTo>
                  <a:pt x="392" y="347"/>
                </a:lnTo>
                <a:lnTo>
                  <a:pt x="393" y="347"/>
                </a:lnTo>
                <a:lnTo>
                  <a:pt x="393" y="348"/>
                </a:lnTo>
                <a:lnTo>
                  <a:pt x="394" y="348"/>
                </a:lnTo>
                <a:lnTo>
                  <a:pt x="394" y="347"/>
                </a:lnTo>
                <a:lnTo>
                  <a:pt x="395" y="347"/>
                </a:lnTo>
                <a:lnTo>
                  <a:pt x="396" y="348"/>
                </a:lnTo>
                <a:lnTo>
                  <a:pt x="397" y="348"/>
                </a:lnTo>
                <a:lnTo>
                  <a:pt x="397" y="347"/>
                </a:lnTo>
                <a:lnTo>
                  <a:pt x="398" y="347"/>
                </a:lnTo>
                <a:lnTo>
                  <a:pt x="399" y="346"/>
                </a:lnTo>
                <a:lnTo>
                  <a:pt x="400" y="347"/>
                </a:lnTo>
                <a:lnTo>
                  <a:pt x="402" y="347"/>
                </a:lnTo>
                <a:lnTo>
                  <a:pt x="403" y="347"/>
                </a:lnTo>
                <a:lnTo>
                  <a:pt x="403" y="348"/>
                </a:lnTo>
                <a:lnTo>
                  <a:pt x="403" y="347"/>
                </a:lnTo>
                <a:lnTo>
                  <a:pt x="402" y="346"/>
                </a:lnTo>
                <a:lnTo>
                  <a:pt x="403" y="346"/>
                </a:lnTo>
                <a:lnTo>
                  <a:pt x="403" y="345"/>
                </a:lnTo>
                <a:lnTo>
                  <a:pt x="403" y="344"/>
                </a:lnTo>
                <a:lnTo>
                  <a:pt x="403" y="343"/>
                </a:lnTo>
                <a:lnTo>
                  <a:pt x="404" y="343"/>
                </a:lnTo>
                <a:lnTo>
                  <a:pt x="404" y="344"/>
                </a:lnTo>
                <a:lnTo>
                  <a:pt x="405" y="344"/>
                </a:lnTo>
                <a:lnTo>
                  <a:pt x="405" y="345"/>
                </a:lnTo>
                <a:lnTo>
                  <a:pt x="405" y="346"/>
                </a:lnTo>
                <a:lnTo>
                  <a:pt x="405" y="347"/>
                </a:lnTo>
                <a:lnTo>
                  <a:pt x="406" y="346"/>
                </a:lnTo>
                <a:lnTo>
                  <a:pt x="406" y="347"/>
                </a:lnTo>
                <a:lnTo>
                  <a:pt x="405" y="348"/>
                </a:lnTo>
                <a:lnTo>
                  <a:pt x="406" y="348"/>
                </a:lnTo>
                <a:lnTo>
                  <a:pt x="406" y="349"/>
                </a:lnTo>
                <a:lnTo>
                  <a:pt x="405" y="349"/>
                </a:lnTo>
                <a:lnTo>
                  <a:pt x="405" y="350"/>
                </a:lnTo>
                <a:lnTo>
                  <a:pt x="404" y="350"/>
                </a:lnTo>
                <a:lnTo>
                  <a:pt x="405" y="350"/>
                </a:lnTo>
                <a:lnTo>
                  <a:pt x="405" y="351"/>
                </a:lnTo>
                <a:lnTo>
                  <a:pt x="404" y="351"/>
                </a:lnTo>
                <a:lnTo>
                  <a:pt x="405" y="351"/>
                </a:lnTo>
                <a:lnTo>
                  <a:pt x="405" y="352"/>
                </a:lnTo>
                <a:lnTo>
                  <a:pt x="404" y="352"/>
                </a:lnTo>
                <a:lnTo>
                  <a:pt x="404" y="353"/>
                </a:lnTo>
                <a:lnTo>
                  <a:pt x="404" y="354"/>
                </a:lnTo>
                <a:lnTo>
                  <a:pt x="405" y="354"/>
                </a:lnTo>
                <a:lnTo>
                  <a:pt x="406" y="355"/>
                </a:lnTo>
                <a:lnTo>
                  <a:pt x="407" y="354"/>
                </a:lnTo>
                <a:lnTo>
                  <a:pt x="407" y="355"/>
                </a:lnTo>
                <a:lnTo>
                  <a:pt x="407" y="354"/>
                </a:lnTo>
                <a:lnTo>
                  <a:pt x="408" y="354"/>
                </a:lnTo>
                <a:lnTo>
                  <a:pt x="409" y="354"/>
                </a:lnTo>
                <a:lnTo>
                  <a:pt x="408" y="354"/>
                </a:lnTo>
                <a:lnTo>
                  <a:pt x="407" y="354"/>
                </a:lnTo>
                <a:lnTo>
                  <a:pt x="407" y="355"/>
                </a:lnTo>
                <a:lnTo>
                  <a:pt x="407" y="356"/>
                </a:lnTo>
                <a:lnTo>
                  <a:pt x="406" y="357"/>
                </a:lnTo>
                <a:lnTo>
                  <a:pt x="407" y="357"/>
                </a:lnTo>
                <a:lnTo>
                  <a:pt x="407" y="356"/>
                </a:lnTo>
                <a:lnTo>
                  <a:pt x="408" y="356"/>
                </a:lnTo>
                <a:lnTo>
                  <a:pt x="407" y="356"/>
                </a:lnTo>
                <a:lnTo>
                  <a:pt x="408" y="356"/>
                </a:lnTo>
                <a:lnTo>
                  <a:pt x="408" y="355"/>
                </a:lnTo>
                <a:lnTo>
                  <a:pt x="409" y="355"/>
                </a:lnTo>
                <a:lnTo>
                  <a:pt x="409" y="356"/>
                </a:lnTo>
                <a:lnTo>
                  <a:pt x="410" y="356"/>
                </a:lnTo>
                <a:lnTo>
                  <a:pt x="410" y="355"/>
                </a:lnTo>
                <a:lnTo>
                  <a:pt x="411" y="355"/>
                </a:lnTo>
                <a:lnTo>
                  <a:pt x="410" y="356"/>
                </a:lnTo>
                <a:lnTo>
                  <a:pt x="411" y="356"/>
                </a:lnTo>
                <a:lnTo>
                  <a:pt x="412" y="356"/>
                </a:lnTo>
                <a:lnTo>
                  <a:pt x="412" y="357"/>
                </a:lnTo>
                <a:lnTo>
                  <a:pt x="413" y="357"/>
                </a:lnTo>
                <a:lnTo>
                  <a:pt x="413" y="358"/>
                </a:lnTo>
                <a:lnTo>
                  <a:pt x="414" y="358"/>
                </a:lnTo>
                <a:lnTo>
                  <a:pt x="415" y="358"/>
                </a:lnTo>
                <a:lnTo>
                  <a:pt x="415" y="359"/>
                </a:lnTo>
                <a:lnTo>
                  <a:pt x="415" y="358"/>
                </a:lnTo>
                <a:lnTo>
                  <a:pt x="416" y="358"/>
                </a:lnTo>
                <a:lnTo>
                  <a:pt x="416" y="357"/>
                </a:lnTo>
                <a:lnTo>
                  <a:pt x="417" y="357"/>
                </a:lnTo>
                <a:lnTo>
                  <a:pt x="417" y="358"/>
                </a:lnTo>
                <a:lnTo>
                  <a:pt x="418" y="358"/>
                </a:lnTo>
                <a:lnTo>
                  <a:pt x="419" y="358"/>
                </a:lnTo>
                <a:lnTo>
                  <a:pt x="420" y="358"/>
                </a:lnTo>
                <a:lnTo>
                  <a:pt x="420" y="359"/>
                </a:lnTo>
                <a:lnTo>
                  <a:pt x="420" y="358"/>
                </a:lnTo>
                <a:lnTo>
                  <a:pt x="421" y="358"/>
                </a:lnTo>
                <a:lnTo>
                  <a:pt x="421" y="359"/>
                </a:lnTo>
                <a:lnTo>
                  <a:pt x="422" y="359"/>
                </a:lnTo>
                <a:lnTo>
                  <a:pt x="422" y="360"/>
                </a:lnTo>
                <a:lnTo>
                  <a:pt x="423" y="360"/>
                </a:lnTo>
                <a:lnTo>
                  <a:pt x="423" y="361"/>
                </a:lnTo>
                <a:lnTo>
                  <a:pt x="424" y="360"/>
                </a:lnTo>
                <a:lnTo>
                  <a:pt x="424" y="361"/>
                </a:lnTo>
                <a:lnTo>
                  <a:pt x="423" y="361"/>
                </a:lnTo>
                <a:lnTo>
                  <a:pt x="423" y="362"/>
                </a:lnTo>
                <a:lnTo>
                  <a:pt x="424" y="362"/>
                </a:lnTo>
                <a:lnTo>
                  <a:pt x="424" y="363"/>
                </a:lnTo>
                <a:lnTo>
                  <a:pt x="424" y="362"/>
                </a:lnTo>
                <a:lnTo>
                  <a:pt x="425" y="362"/>
                </a:lnTo>
                <a:lnTo>
                  <a:pt x="425" y="363"/>
                </a:lnTo>
                <a:lnTo>
                  <a:pt x="425" y="362"/>
                </a:lnTo>
                <a:lnTo>
                  <a:pt x="425" y="363"/>
                </a:lnTo>
                <a:lnTo>
                  <a:pt x="426" y="363"/>
                </a:lnTo>
                <a:lnTo>
                  <a:pt x="427" y="363"/>
                </a:lnTo>
                <a:lnTo>
                  <a:pt x="426" y="362"/>
                </a:lnTo>
                <a:lnTo>
                  <a:pt x="426" y="363"/>
                </a:lnTo>
                <a:lnTo>
                  <a:pt x="426" y="362"/>
                </a:lnTo>
                <a:lnTo>
                  <a:pt x="426" y="361"/>
                </a:lnTo>
                <a:lnTo>
                  <a:pt x="427" y="361"/>
                </a:lnTo>
                <a:lnTo>
                  <a:pt x="428" y="360"/>
                </a:lnTo>
                <a:lnTo>
                  <a:pt x="428" y="361"/>
                </a:lnTo>
                <a:lnTo>
                  <a:pt x="428" y="362"/>
                </a:lnTo>
                <a:lnTo>
                  <a:pt x="428" y="363"/>
                </a:lnTo>
                <a:lnTo>
                  <a:pt x="429" y="363"/>
                </a:lnTo>
                <a:lnTo>
                  <a:pt x="429" y="362"/>
                </a:lnTo>
                <a:lnTo>
                  <a:pt x="430" y="362"/>
                </a:lnTo>
                <a:lnTo>
                  <a:pt x="429" y="362"/>
                </a:lnTo>
                <a:lnTo>
                  <a:pt x="429" y="363"/>
                </a:lnTo>
                <a:lnTo>
                  <a:pt x="430" y="363"/>
                </a:lnTo>
                <a:lnTo>
                  <a:pt x="430" y="364"/>
                </a:lnTo>
                <a:lnTo>
                  <a:pt x="430" y="363"/>
                </a:lnTo>
                <a:lnTo>
                  <a:pt x="429" y="363"/>
                </a:lnTo>
                <a:lnTo>
                  <a:pt x="429" y="364"/>
                </a:lnTo>
                <a:lnTo>
                  <a:pt x="429" y="365"/>
                </a:lnTo>
                <a:lnTo>
                  <a:pt x="428" y="366"/>
                </a:lnTo>
                <a:lnTo>
                  <a:pt x="429" y="366"/>
                </a:lnTo>
                <a:lnTo>
                  <a:pt x="429" y="367"/>
                </a:lnTo>
                <a:lnTo>
                  <a:pt x="428" y="367"/>
                </a:lnTo>
                <a:lnTo>
                  <a:pt x="429" y="367"/>
                </a:lnTo>
                <a:lnTo>
                  <a:pt x="429" y="368"/>
                </a:lnTo>
                <a:lnTo>
                  <a:pt x="428" y="368"/>
                </a:lnTo>
                <a:lnTo>
                  <a:pt x="429" y="368"/>
                </a:lnTo>
                <a:lnTo>
                  <a:pt x="429" y="369"/>
                </a:lnTo>
                <a:lnTo>
                  <a:pt x="428" y="370"/>
                </a:lnTo>
                <a:lnTo>
                  <a:pt x="428" y="371"/>
                </a:lnTo>
                <a:lnTo>
                  <a:pt x="429" y="371"/>
                </a:lnTo>
                <a:lnTo>
                  <a:pt x="429" y="372"/>
                </a:lnTo>
                <a:lnTo>
                  <a:pt x="429" y="373"/>
                </a:lnTo>
                <a:lnTo>
                  <a:pt x="428" y="373"/>
                </a:lnTo>
                <a:lnTo>
                  <a:pt x="427" y="374"/>
                </a:lnTo>
                <a:lnTo>
                  <a:pt x="427" y="375"/>
                </a:lnTo>
                <a:lnTo>
                  <a:pt x="426" y="375"/>
                </a:lnTo>
                <a:lnTo>
                  <a:pt x="425" y="376"/>
                </a:lnTo>
                <a:lnTo>
                  <a:pt x="425" y="377"/>
                </a:lnTo>
                <a:lnTo>
                  <a:pt x="425" y="378"/>
                </a:lnTo>
                <a:lnTo>
                  <a:pt x="424" y="378"/>
                </a:lnTo>
                <a:lnTo>
                  <a:pt x="425" y="379"/>
                </a:lnTo>
                <a:lnTo>
                  <a:pt x="424" y="379"/>
                </a:lnTo>
                <a:lnTo>
                  <a:pt x="424" y="380"/>
                </a:lnTo>
                <a:lnTo>
                  <a:pt x="424" y="381"/>
                </a:lnTo>
                <a:lnTo>
                  <a:pt x="425" y="381"/>
                </a:lnTo>
                <a:lnTo>
                  <a:pt x="424" y="381"/>
                </a:lnTo>
                <a:lnTo>
                  <a:pt x="423" y="382"/>
                </a:lnTo>
                <a:lnTo>
                  <a:pt x="422" y="383"/>
                </a:lnTo>
                <a:lnTo>
                  <a:pt x="423" y="383"/>
                </a:lnTo>
                <a:lnTo>
                  <a:pt x="422" y="383"/>
                </a:lnTo>
                <a:lnTo>
                  <a:pt x="422" y="384"/>
                </a:lnTo>
                <a:lnTo>
                  <a:pt x="422" y="385"/>
                </a:lnTo>
                <a:lnTo>
                  <a:pt x="422" y="386"/>
                </a:lnTo>
                <a:lnTo>
                  <a:pt x="422" y="387"/>
                </a:lnTo>
                <a:lnTo>
                  <a:pt x="422" y="388"/>
                </a:lnTo>
                <a:lnTo>
                  <a:pt x="423" y="388"/>
                </a:lnTo>
                <a:lnTo>
                  <a:pt x="424" y="389"/>
                </a:lnTo>
                <a:lnTo>
                  <a:pt x="424" y="390"/>
                </a:lnTo>
                <a:lnTo>
                  <a:pt x="423" y="390"/>
                </a:lnTo>
                <a:lnTo>
                  <a:pt x="424" y="390"/>
                </a:lnTo>
                <a:lnTo>
                  <a:pt x="424" y="391"/>
                </a:lnTo>
                <a:lnTo>
                  <a:pt x="424" y="392"/>
                </a:lnTo>
                <a:lnTo>
                  <a:pt x="423" y="392"/>
                </a:lnTo>
                <a:lnTo>
                  <a:pt x="423" y="391"/>
                </a:lnTo>
                <a:lnTo>
                  <a:pt x="422" y="391"/>
                </a:lnTo>
                <a:lnTo>
                  <a:pt x="422" y="392"/>
                </a:lnTo>
                <a:lnTo>
                  <a:pt x="421" y="393"/>
                </a:lnTo>
                <a:lnTo>
                  <a:pt x="421" y="394"/>
                </a:lnTo>
                <a:lnTo>
                  <a:pt x="420" y="395"/>
                </a:lnTo>
                <a:lnTo>
                  <a:pt x="419" y="396"/>
                </a:lnTo>
                <a:lnTo>
                  <a:pt x="419" y="397"/>
                </a:lnTo>
                <a:lnTo>
                  <a:pt x="418" y="397"/>
                </a:lnTo>
                <a:lnTo>
                  <a:pt x="417" y="397"/>
                </a:lnTo>
                <a:lnTo>
                  <a:pt x="416" y="397"/>
                </a:lnTo>
                <a:lnTo>
                  <a:pt x="415" y="397"/>
                </a:lnTo>
                <a:lnTo>
                  <a:pt x="415" y="398"/>
                </a:lnTo>
                <a:lnTo>
                  <a:pt x="415" y="399"/>
                </a:lnTo>
                <a:lnTo>
                  <a:pt x="415" y="400"/>
                </a:lnTo>
                <a:lnTo>
                  <a:pt x="416" y="400"/>
                </a:lnTo>
                <a:lnTo>
                  <a:pt x="415" y="400"/>
                </a:lnTo>
                <a:lnTo>
                  <a:pt x="415" y="401"/>
                </a:lnTo>
                <a:lnTo>
                  <a:pt x="416" y="402"/>
                </a:lnTo>
                <a:lnTo>
                  <a:pt x="416" y="403"/>
                </a:lnTo>
                <a:lnTo>
                  <a:pt x="415" y="404"/>
                </a:lnTo>
                <a:lnTo>
                  <a:pt x="415" y="405"/>
                </a:lnTo>
                <a:lnTo>
                  <a:pt x="414" y="405"/>
                </a:lnTo>
                <a:lnTo>
                  <a:pt x="414" y="406"/>
                </a:lnTo>
                <a:lnTo>
                  <a:pt x="414" y="407"/>
                </a:lnTo>
                <a:lnTo>
                  <a:pt x="413" y="407"/>
                </a:lnTo>
                <a:lnTo>
                  <a:pt x="412" y="407"/>
                </a:lnTo>
                <a:lnTo>
                  <a:pt x="412" y="408"/>
                </a:lnTo>
                <a:lnTo>
                  <a:pt x="412" y="410"/>
                </a:lnTo>
                <a:lnTo>
                  <a:pt x="411" y="410"/>
                </a:lnTo>
                <a:lnTo>
                  <a:pt x="410" y="410"/>
                </a:lnTo>
                <a:lnTo>
                  <a:pt x="409" y="410"/>
                </a:lnTo>
                <a:lnTo>
                  <a:pt x="408" y="410"/>
                </a:lnTo>
                <a:lnTo>
                  <a:pt x="408" y="409"/>
                </a:lnTo>
                <a:lnTo>
                  <a:pt x="408" y="408"/>
                </a:lnTo>
                <a:lnTo>
                  <a:pt x="408" y="407"/>
                </a:lnTo>
                <a:lnTo>
                  <a:pt x="407" y="407"/>
                </a:lnTo>
                <a:lnTo>
                  <a:pt x="407" y="406"/>
                </a:lnTo>
                <a:lnTo>
                  <a:pt x="406" y="406"/>
                </a:lnTo>
                <a:lnTo>
                  <a:pt x="406" y="407"/>
                </a:lnTo>
                <a:lnTo>
                  <a:pt x="406" y="406"/>
                </a:lnTo>
                <a:lnTo>
                  <a:pt x="405" y="406"/>
                </a:lnTo>
                <a:lnTo>
                  <a:pt x="405" y="407"/>
                </a:lnTo>
                <a:lnTo>
                  <a:pt x="404" y="407"/>
                </a:lnTo>
                <a:lnTo>
                  <a:pt x="404" y="408"/>
                </a:lnTo>
                <a:lnTo>
                  <a:pt x="403" y="408"/>
                </a:lnTo>
                <a:lnTo>
                  <a:pt x="402" y="408"/>
                </a:lnTo>
                <a:lnTo>
                  <a:pt x="402" y="409"/>
                </a:lnTo>
                <a:lnTo>
                  <a:pt x="402" y="410"/>
                </a:lnTo>
                <a:lnTo>
                  <a:pt x="401" y="410"/>
                </a:lnTo>
                <a:lnTo>
                  <a:pt x="401" y="411"/>
                </a:lnTo>
                <a:lnTo>
                  <a:pt x="401" y="412"/>
                </a:lnTo>
                <a:lnTo>
                  <a:pt x="400" y="412"/>
                </a:lnTo>
                <a:lnTo>
                  <a:pt x="400" y="413"/>
                </a:lnTo>
                <a:lnTo>
                  <a:pt x="399" y="413"/>
                </a:lnTo>
                <a:lnTo>
                  <a:pt x="398" y="413"/>
                </a:lnTo>
                <a:lnTo>
                  <a:pt x="397" y="413"/>
                </a:lnTo>
                <a:lnTo>
                  <a:pt x="396" y="413"/>
                </a:lnTo>
                <a:lnTo>
                  <a:pt x="395" y="413"/>
                </a:lnTo>
                <a:lnTo>
                  <a:pt x="394" y="413"/>
                </a:lnTo>
                <a:lnTo>
                  <a:pt x="393" y="414"/>
                </a:lnTo>
                <a:lnTo>
                  <a:pt x="394" y="415"/>
                </a:lnTo>
                <a:lnTo>
                  <a:pt x="395" y="415"/>
                </a:lnTo>
                <a:lnTo>
                  <a:pt x="395" y="416"/>
                </a:lnTo>
                <a:lnTo>
                  <a:pt x="396" y="417"/>
                </a:lnTo>
                <a:lnTo>
                  <a:pt x="396" y="418"/>
                </a:lnTo>
                <a:lnTo>
                  <a:pt x="395" y="418"/>
                </a:lnTo>
                <a:lnTo>
                  <a:pt x="394" y="418"/>
                </a:lnTo>
                <a:lnTo>
                  <a:pt x="394" y="419"/>
                </a:lnTo>
                <a:lnTo>
                  <a:pt x="394" y="420"/>
                </a:lnTo>
                <a:lnTo>
                  <a:pt x="393" y="420"/>
                </a:lnTo>
                <a:lnTo>
                  <a:pt x="393" y="421"/>
                </a:lnTo>
                <a:lnTo>
                  <a:pt x="394" y="422"/>
                </a:lnTo>
                <a:lnTo>
                  <a:pt x="395" y="422"/>
                </a:lnTo>
                <a:lnTo>
                  <a:pt x="395" y="423"/>
                </a:lnTo>
                <a:lnTo>
                  <a:pt x="396" y="424"/>
                </a:lnTo>
                <a:lnTo>
                  <a:pt x="397" y="424"/>
                </a:lnTo>
                <a:lnTo>
                  <a:pt x="398" y="424"/>
                </a:lnTo>
                <a:lnTo>
                  <a:pt x="398" y="423"/>
                </a:lnTo>
                <a:lnTo>
                  <a:pt x="399" y="423"/>
                </a:lnTo>
                <a:lnTo>
                  <a:pt x="400" y="422"/>
                </a:lnTo>
                <a:lnTo>
                  <a:pt x="402" y="422"/>
                </a:lnTo>
                <a:lnTo>
                  <a:pt x="401" y="422"/>
                </a:lnTo>
                <a:lnTo>
                  <a:pt x="401" y="423"/>
                </a:lnTo>
                <a:lnTo>
                  <a:pt x="402" y="423"/>
                </a:lnTo>
                <a:lnTo>
                  <a:pt x="402" y="424"/>
                </a:lnTo>
                <a:lnTo>
                  <a:pt x="402" y="425"/>
                </a:lnTo>
                <a:lnTo>
                  <a:pt x="402" y="426"/>
                </a:lnTo>
                <a:lnTo>
                  <a:pt x="401" y="427"/>
                </a:lnTo>
                <a:lnTo>
                  <a:pt x="402" y="427"/>
                </a:lnTo>
                <a:lnTo>
                  <a:pt x="402" y="428"/>
                </a:lnTo>
                <a:lnTo>
                  <a:pt x="402" y="429"/>
                </a:lnTo>
                <a:lnTo>
                  <a:pt x="402" y="430"/>
                </a:lnTo>
                <a:lnTo>
                  <a:pt x="402" y="431"/>
                </a:lnTo>
                <a:lnTo>
                  <a:pt x="403" y="431"/>
                </a:lnTo>
                <a:lnTo>
                  <a:pt x="403" y="432"/>
                </a:lnTo>
                <a:lnTo>
                  <a:pt x="404" y="433"/>
                </a:lnTo>
                <a:lnTo>
                  <a:pt x="403" y="433"/>
                </a:lnTo>
                <a:lnTo>
                  <a:pt x="404" y="434"/>
                </a:lnTo>
                <a:lnTo>
                  <a:pt x="404" y="435"/>
                </a:lnTo>
                <a:lnTo>
                  <a:pt x="404" y="436"/>
                </a:lnTo>
                <a:lnTo>
                  <a:pt x="405" y="436"/>
                </a:lnTo>
                <a:lnTo>
                  <a:pt x="405" y="437"/>
                </a:lnTo>
                <a:lnTo>
                  <a:pt x="407" y="437"/>
                </a:lnTo>
                <a:lnTo>
                  <a:pt x="408" y="437"/>
                </a:lnTo>
                <a:lnTo>
                  <a:pt x="408" y="438"/>
                </a:lnTo>
                <a:lnTo>
                  <a:pt x="408" y="439"/>
                </a:lnTo>
                <a:lnTo>
                  <a:pt x="407" y="439"/>
                </a:lnTo>
                <a:lnTo>
                  <a:pt x="406" y="439"/>
                </a:lnTo>
                <a:lnTo>
                  <a:pt x="406" y="440"/>
                </a:lnTo>
                <a:lnTo>
                  <a:pt x="404" y="440"/>
                </a:lnTo>
                <a:lnTo>
                  <a:pt x="404" y="441"/>
                </a:lnTo>
                <a:lnTo>
                  <a:pt x="403" y="441"/>
                </a:lnTo>
                <a:lnTo>
                  <a:pt x="403" y="440"/>
                </a:lnTo>
                <a:lnTo>
                  <a:pt x="403" y="439"/>
                </a:lnTo>
                <a:lnTo>
                  <a:pt x="402" y="439"/>
                </a:lnTo>
                <a:lnTo>
                  <a:pt x="402" y="438"/>
                </a:lnTo>
                <a:lnTo>
                  <a:pt x="401" y="438"/>
                </a:lnTo>
                <a:lnTo>
                  <a:pt x="400" y="438"/>
                </a:lnTo>
                <a:lnTo>
                  <a:pt x="400" y="439"/>
                </a:lnTo>
                <a:lnTo>
                  <a:pt x="399" y="439"/>
                </a:lnTo>
                <a:lnTo>
                  <a:pt x="399" y="440"/>
                </a:lnTo>
                <a:lnTo>
                  <a:pt x="398" y="440"/>
                </a:lnTo>
                <a:lnTo>
                  <a:pt x="397" y="441"/>
                </a:lnTo>
                <a:lnTo>
                  <a:pt x="396" y="441"/>
                </a:lnTo>
                <a:lnTo>
                  <a:pt x="396" y="442"/>
                </a:lnTo>
                <a:lnTo>
                  <a:pt x="395" y="442"/>
                </a:lnTo>
                <a:lnTo>
                  <a:pt x="395" y="441"/>
                </a:lnTo>
                <a:lnTo>
                  <a:pt x="394" y="441"/>
                </a:lnTo>
                <a:lnTo>
                  <a:pt x="394" y="442"/>
                </a:lnTo>
                <a:lnTo>
                  <a:pt x="394" y="443"/>
                </a:lnTo>
                <a:lnTo>
                  <a:pt x="394" y="444"/>
                </a:lnTo>
                <a:lnTo>
                  <a:pt x="394" y="445"/>
                </a:lnTo>
                <a:lnTo>
                  <a:pt x="393" y="445"/>
                </a:lnTo>
                <a:lnTo>
                  <a:pt x="393" y="446"/>
                </a:lnTo>
                <a:lnTo>
                  <a:pt x="392" y="446"/>
                </a:lnTo>
                <a:lnTo>
                  <a:pt x="392" y="447"/>
                </a:lnTo>
                <a:lnTo>
                  <a:pt x="392" y="446"/>
                </a:lnTo>
                <a:lnTo>
                  <a:pt x="392" y="445"/>
                </a:lnTo>
                <a:lnTo>
                  <a:pt x="391" y="446"/>
                </a:lnTo>
                <a:lnTo>
                  <a:pt x="391" y="445"/>
                </a:lnTo>
                <a:lnTo>
                  <a:pt x="390" y="445"/>
                </a:lnTo>
                <a:lnTo>
                  <a:pt x="391" y="445"/>
                </a:lnTo>
                <a:lnTo>
                  <a:pt x="391" y="446"/>
                </a:lnTo>
                <a:lnTo>
                  <a:pt x="390" y="446"/>
                </a:lnTo>
                <a:lnTo>
                  <a:pt x="389" y="446"/>
                </a:lnTo>
                <a:lnTo>
                  <a:pt x="388" y="446"/>
                </a:lnTo>
                <a:lnTo>
                  <a:pt x="387" y="446"/>
                </a:lnTo>
                <a:lnTo>
                  <a:pt x="386" y="446"/>
                </a:lnTo>
                <a:lnTo>
                  <a:pt x="386" y="445"/>
                </a:lnTo>
                <a:lnTo>
                  <a:pt x="385" y="445"/>
                </a:lnTo>
                <a:lnTo>
                  <a:pt x="384" y="445"/>
                </a:lnTo>
                <a:lnTo>
                  <a:pt x="383" y="445"/>
                </a:lnTo>
                <a:lnTo>
                  <a:pt x="382" y="445"/>
                </a:lnTo>
                <a:lnTo>
                  <a:pt x="382" y="444"/>
                </a:lnTo>
                <a:lnTo>
                  <a:pt x="381" y="444"/>
                </a:lnTo>
                <a:lnTo>
                  <a:pt x="380" y="443"/>
                </a:lnTo>
                <a:lnTo>
                  <a:pt x="379" y="444"/>
                </a:lnTo>
                <a:lnTo>
                  <a:pt x="378" y="444"/>
                </a:lnTo>
                <a:lnTo>
                  <a:pt x="378" y="445"/>
                </a:lnTo>
                <a:lnTo>
                  <a:pt x="377" y="445"/>
                </a:lnTo>
                <a:lnTo>
                  <a:pt x="376" y="445"/>
                </a:lnTo>
                <a:lnTo>
                  <a:pt x="376" y="444"/>
                </a:lnTo>
                <a:lnTo>
                  <a:pt x="375" y="444"/>
                </a:lnTo>
                <a:lnTo>
                  <a:pt x="375" y="443"/>
                </a:lnTo>
                <a:lnTo>
                  <a:pt x="373" y="443"/>
                </a:lnTo>
                <a:lnTo>
                  <a:pt x="373" y="442"/>
                </a:lnTo>
                <a:lnTo>
                  <a:pt x="373" y="443"/>
                </a:lnTo>
                <a:lnTo>
                  <a:pt x="372" y="443"/>
                </a:lnTo>
                <a:lnTo>
                  <a:pt x="371" y="442"/>
                </a:lnTo>
                <a:lnTo>
                  <a:pt x="371" y="441"/>
                </a:lnTo>
                <a:lnTo>
                  <a:pt x="370" y="441"/>
                </a:lnTo>
                <a:lnTo>
                  <a:pt x="369" y="441"/>
                </a:lnTo>
                <a:lnTo>
                  <a:pt x="369" y="440"/>
                </a:lnTo>
                <a:lnTo>
                  <a:pt x="368" y="440"/>
                </a:lnTo>
                <a:lnTo>
                  <a:pt x="368" y="441"/>
                </a:lnTo>
                <a:lnTo>
                  <a:pt x="368" y="440"/>
                </a:lnTo>
                <a:lnTo>
                  <a:pt x="368" y="439"/>
                </a:lnTo>
                <a:lnTo>
                  <a:pt x="367" y="440"/>
                </a:lnTo>
                <a:lnTo>
                  <a:pt x="366" y="440"/>
                </a:lnTo>
                <a:lnTo>
                  <a:pt x="366" y="441"/>
                </a:lnTo>
                <a:lnTo>
                  <a:pt x="365" y="441"/>
                </a:lnTo>
                <a:lnTo>
                  <a:pt x="365" y="442"/>
                </a:lnTo>
                <a:lnTo>
                  <a:pt x="364" y="442"/>
                </a:lnTo>
                <a:lnTo>
                  <a:pt x="363" y="443"/>
                </a:lnTo>
                <a:lnTo>
                  <a:pt x="362" y="444"/>
                </a:lnTo>
                <a:lnTo>
                  <a:pt x="361" y="444"/>
                </a:lnTo>
                <a:lnTo>
                  <a:pt x="361" y="445"/>
                </a:lnTo>
                <a:lnTo>
                  <a:pt x="361" y="446"/>
                </a:lnTo>
                <a:lnTo>
                  <a:pt x="361" y="447"/>
                </a:lnTo>
                <a:lnTo>
                  <a:pt x="361" y="448"/>
                </a:lnTo>
                <a:lnTo>
                  <a:pt x="362" y="449"/>
                </a:lnTo>
                <a:lnTo>
                  <a:pt x="362" y="450"/>
                </a:lnTo>
                <a:lnTo>
                  <a:pt x="361" y="450"/>
                </a:lnTo>
                <a:lnTo>
                  <a:pt x="361" y="451"/>
                </a:lnTo>
                <a:lnTo>
                  <a:pt x="361" y="452"/>
                </a:lnTo>
                <a:lnTo>
                  <a:pt x="362" y="452"/>
                </a:lnTo>
                <a:lnTo>
                  <a:pt x="362" y="453"/>
                </a:lnTo>
                <a:lnTo>
                  <a:pt x="363" y="453"/>
                </a:lnTo>
                <a:lnTo>
                  <a:pt x="363" y="454"/>
                </a:lnTo>
                <a:lnTo>
                  <a:pt x="364" y="454"/>
                </a:lnTo>
                <a:lnTo>
                  <a:pt x="365" y="454"/>
                </a:lnTo>
                <a:lnTo>
                  <a:pt x="365" y="455"/>
                </a:lnTo>
                <a:lnTo>
                  <a:pt x="366" y="455"/>
                </a:lnTo>
                <a:lnTo>
                  <a:pt x="365" y="456"/>
                </a:lnTo>
                <a:lnTo>
                  <a:pt x="364" y="456"/>
                </a:lnTo>
                <a:lnTo>
                  <a:pt x="363" y="457"/>
                </a:lnTo>
                <a:lnTo>
                  <a:pt x="363" y="458"/>
                </a:lnTo>
                <a:lnTo>
                  <a:pt x="362" y="458"/>
                </a:lnTo>
                <a:lnTo>
                  <a:pt x="361" y="458"/>
                </a:lnTo>
                <a:lnTo>
                  <a:pt x="360" y="459"/>
                </a:lnTo>
                <a:lnTo>
                  <a:pt x="359" y="459"/>
                </a:lnTo>
                <a:lnTo>
                  <a:pt x="358" y="459"/>
                </a:lnTo>
                <a:lnTo>
                  <a:pt x="358" y="460"/>
                </a:lnTo>
                <a:lnTo>
                  <a:pt x="359" y="460"/>
                </a:lnTo>
                <a:lnTo>
                  <a:pt x="359" y="461"/>
                </a:lnTo>
                <a:lnTo>
                  <a:pt x="359" y="462"/>
                </a:lnTo>
                <a:lnTo>
                  <a:pt x="360" y="462"/>
                </a:lnTo>
                <a:lnTo>
                  <a:pt x="361" y="462"/>
                </a:lnTo>
                <a:lnTo>
                  <a:pt x="361" y="463"/>
                </a:lnTo>
                <a:lnTo>
                  <a:pt x="361" y="462"/>
                </a:lnTo>
                <a:lnTo>
                  <a:pt x="362" y="461"/>
                </a:lnTo>
                <a:lnTo>
                  <a:pt x="363" y="462"/>
                </a:lnTo>
                <a:lnTo>
                  <a:pt x="362" y="463"/>
                </a:lnTo>
                <a:lnTo>
                  <a:pt x="361" y="463"/>
                </a:lnTo>
                <a:lnTo>
                  <a:pt x="360" y="463"/>
                </a:lnTo>
                <a:lnTo>
                  <a:pt x="360" y="462"/>
                </a:lnTo>
                <a:lnTo>
                  <a:pt x="359" y="462"/>
                </a:lnTo>
                <a:lnTo>
                  <a:pt x="359" y="463"/>
                </a:lnTo>
                <a:lnTo>
                  <a:pt x="359" y="464"/>
                </a:lnTo>
                <a:lnTo>
                  <a:pt x="360" y="464"/>
                </a:lnTo>
                <a:lnTo>
                  <a:pt x="359" y="464"/>
                </a:lnTo>
                <a:lnTo>
                  <a:pt x="359" y="465"/>
                </a:lnTo>
                <a:lnTo>
                  <a:pt x="360" y="466"/>
                </a:lnTo>
                <a:lnTo>
                  <a:pt x="361" y="466"/>
                </a:lnTo>
                <a:lnTo>
                  <a:pt x="361" y="467"/>
                </a:lnTo>
                <a:lnTo>
                  <a:pt x="361" y="468"/>
                </a:lnTo>
                <a:lnTo>
                  <a:pt x="362" y="468"/>
                </a:lnTo>
                <a:lnTo>
                  <a:pt x="362" y="469"/>
                </a:lnTo>
                <a:lnTo>
                  <a:pt x="362" y="470"/>
                </a:lnTo>
                <a:lnTo>
                  <a:pt x="362" y="471"/>
                </a:lnTo>
                <a:lnTo>
                  <a:pt x="362" y="472"/>
                </a:lnTo>
                <a:lnTo>
                  <a:pt x="362" y="473"/>
                </a:lnTo>
                <a:lnTo>
                  <a:pt x="363" y="473"/>
                </a:lnTo>
                <a:lnTo>
                  <a:pt x="363" y="474"/>
                </a:lnTo>
                <a:lnTo>
                  <a:pt x="363" y="475"/>
                </a:lnTo>
                <a:lnTo>
                  <a:pt x="362" y="475"/>
                </a:lnTo>
                <a:lnTo>
                  <a:pt x="362" y="476"/>
                </a:lnTo>
                <a:lnTo>
                  <a:pt x="362" y="477"/>
                </a:lnTo>
                <a:lnTo>
                  <a:pt x="363" y="478"/>
                </a:lnTo>
                <a:lnTo>
                  <a:pt x="362" y="479"/>
                </a:lnTo>
                <a:lnTo>
                  <a:pt x="362" y="480"/>
                </a:lnTo>
                <a:lnTo>
                  <a:pt x="362" y="481"/>
                </a:lnTo>
                <a:lnTo>
                  <a:pt x="362" y="482"/>
                </a:lnTo>
                <a:lnTo>
                  <a:pt x="362" y="483"/>
                </a:lnTo>
                <a:lnTo>
                  <a:pt x="361" y="482"/>
                </a:lnTo>
                <a:lnTo>
                  <a:pt x="360" y="481"/>
                </a:lnTo>
                <a:lnTo>
                  <a:pt x="360" y="482"/>
                </a:lnTo>
                <a:lnTo>
                  <a:pt x="359" y="483"/>
                </a:lnTo>
                <a:lnTo>
                  <a:pt x="359" y="482"/>
                </a:lnTo>
                <a:lnTo>
                  <a:pt x="358" y="482"/>
                </a:lnTo>
                <a:lnTo>
                  <a:pt x="358" y="483"/>
                </a:lnTo>
                <a:lnTo>
                  <a:pt x="357" y="483"/>
                </a:lnTo>
                <a:lnTo>
                  <a:pt x="358" y="484"/>
                </a:lnTo>
                <a:lnTo>
                  <a:pt x="358" y="485"/>
                </a:lnTo>
                <a:lnTo>
                  <a:pt x="358" y="487"/>
                </a:lnTo>
                <a:lnTo>
                  <a:pt x="357" y="487"/>
                </a:lnTo>
                <a:lnTo>
                  <a:pt x="356" y="489"/>
                </a:lnTo>
                <a:lnTo>
                  <a:pt x="355" y="489"/>
                </a:lnTo>
                <a:lnTo>
                  <a:pt x="354" y="490"/>
                </a:lnTo>
                <a:lnTo>
                  <a:pt x="354" y="491"/>
                </a:lnTo>
                <a:lnTo>
                  <a:pt x="353" y="491"/>
                </a:lnTo>
                <a:lnTo>
                  <a:pt x="353" y="492"/>
                </a:lnTo>
                <a:lnTo>
                  <a:pt x="352" y="492"/>
                </a:lnTo>
                <a:lnTo>
                  <a:pt x="351" y="492"/>
                </a:lnTo>
                <a:lnTo>
                  <a:pt x="351" y="491"/>
                </a:lnTo>
                <a:lnTo>
                  <a:pt x="351" y="492"/>
                </a:lnTo>
                <a:lnTo>
                  <a:pt x="350" y="492"/>
                </a:lnTo>
                <a:lnTo>
                  <a:pt x="350" y="493"/>
                </a:lnTo>
                <a:lnTo>
                  <a:pt x="350" y="494"/>
                </a:lnTo>
                <a:lnTo>
                  <a:pt x="350" y="495"/>
                </a:lnTo>
                <a:lnTo>
                  <a:pt x="349" y="495"/>
                </a:lnTo>
                <a:lnTo>
                  <a:pt x="348" y="495"/>
                </a:lnTo>
                <a:lnTo>
                  <a:pt x="348" y="496"/>
                </a:lnTo>
                <a:lnTo>
                  <a:pt x="348" y="497"/>
                </a:lnTo>
                <a:lnTo>
                  <a:pt x="348" y="498"/>
                </a:lnTo>
                <a:lnTo>
                  <a:pt x="348" y="499"/>
                </a:lnTo>
                <a:lnTo>
                  <a:pt x="349" y="499"/>
                </a:lnTo>
                <a:lnTo>
                  <a:pt x="349" y="500"/>
                </a:lnTo>
                <a:lnTo>
                  <a:pt x="349" y="501"/>
                </a:lnTo>
                <a:lnTo>
                  <a:pt x="349" y="502"/>
                </a:lnTo>
                <a:lnTo>
                  <a:pt x="349" y="503"/>
                </a:lnTo>
                <a:lnTo>
                  <a:pt x="348" y="503"/>
                </a:lnTo>
                <a:lnTo>
                  <a:pt x="348" y="504"/>
                </a:lnTo>
                <a:lnTo>
                  <a:pt x="347" y="504"/>
                </a:lnTo>
                <a:lnTo>
                  <a:pt x="347" y="505"/>
                </a:lnTo>
                <a:lnTo>
                  <a:pt x="347" y="506"/>
                </a:lnTo>
                <a:lnTo>
                  <a:pt x="346" y="506"/>
                </a:lnTo>
                <a:lnTo>
                  <a:pt x="345" y="506"/>
                </a:lnTo>
                <a:lnTo>
                  <a:pt x="344" y="507"/>
                </a:lnTo>
                <a:lnTo>
                  <a:pt x="343" y="508"/>
                </a:lnTo>
                <a:lnTo>
                  <a:pt x="343" y="509"/>
                </a:lnTo>
                <a:lnTo>
                  <a:pt x="342" y="509"/>
                </a:lnTo>
                <a:lnTo>
                  <a:pt x="342" y="510"/>
                </a:lnTo>
                <a:lnTo>
                  <a:pt x="341" y="511"/>
                </a:lnTo>
                <a:lnTo>
                  <a:pt x="341" y="512"/>
                </a:lnTo>
                <a:lnTo>
                  <a:pt x="340" y="512"/>
                </a:lnTo>
                <a:lnTo>
                  <a:pt x="340" y="513"/>
                </a:lnTo>
                <a:lnTo>
                  <a:pt x="339" y="513"/>
                </a:lnTo>
                <a:lnTo>
                  <a:pt x="339" y="512"/>
                </a:lnTo>
                <a:lnTo>
                  <a:pt x="338" y="512"/>
                </a:lnTo>
                <a:lnTo>
                  <a:pt x="337" y="512"/>
                </a:lnTo>
                <a:lnTo>
                  <a:pt x="336" y="512"/>
                </a:lnTo>
                <a:lnTo>
                  <a:pt x="336" y="513"/>
                </a:lnTo>
                <a:lnTo>
                  <a:pt x="336" y="512"/>
                </a:lnTo>
                <a:lnTo>
                  <a:pt x="335" y="513"/>
                </a:lnTo>
                <a:lnTo>
                  <a:pt x="334" y="513"/>
                </a:lnTo>
                <a:lnTo>
                  <a:pt x="333" y="513"/>
                </a:lnTo>
                <a:lnTo>
                  <a:pt x="333" y="514"/>
                </a:lnTo>
                <a:lnTo>
                  <a:pt x="332" y="515"/>
                </a:lnTo>
                <a:lnTo>
                  <a:pt x="332" y="516"/>
                </a:lnTo>
                <a:lnTo>
                  <a:pt x="331" y="516"/>
                </a:lnTo>
                <a:lnTo>
                  <a:pt x="330" y="517"/>
                </a:lnTo>
                <a:lnTo>
                  <a:pt x="330" y="518"/>
                </a:lnTo>
                <a:lnTo>
                  <a:pt x="329" y="519"/>
                </a:lnTo>
                <a:lnTo>
                  <a:pt x="329" y="518"/>
                </a:lnTo>
                <a:lnTo>
                  <a:pt x="328" y="518"/>
                </a:lnTo>
                <a:lnTo>
                  <a:pt x="328" y="519"/>
                </a:lnTo>
                <a:lnTo>
                  <a:pt x="327" y="519"/>
                </a:lnTo>
                <a:lnTo>
                  <a:pt x="327" y="520"/>
                </a:lnTo>
                <a:lnTo>
                  <a:pt x="327" y="521"/>
                </a:lnTo>
                <a:lnTo>
                  <a:pt x="326" y="521"/>
                </a:lnTo>
                <a:lnTo>
                  <a:pt x="326" y="522"/>
                </a:lnTo>
                <a:lnTo>
                  <a:pt x="326" y="523"/>
                </a:lnTo>
                <a:lnTo>
                  <a:pt x="327" y="523"/>
                </a:lnTo>
                <a:lnTo>
                  <a:pt x="326" y="523"/>
                </a:lnTo>
                <a:lnTo>
                  <a:pt x="326" y="524"/>
                </a:lnTo>
                <a:lnTo>
                  <a:pt x="326" y="525"/>
                </a:lnTo>
                <a:lnTo>
                  <a:pt x="326" y="526"/>
                </a:lnTo>
                <a:lnTo>
                  <a:pt x="325" y="526"/>
                </a:lnTo>
                <a:lnTo>
                  <a:pt x="324" y="526"/>
                </a:lnTo>
                <a:lnTo>
                  <a:pt x="323" y="526"/>
                </a:lnTo>
                <a:lnTo>
                  <a:pt x="323" y="527"/>
                </a:lnTo>
                <a:lnTo>
                  <a:pt x="323" y="526"/>
                </a:lnTo>
                <a:lnTo>
                  <a:pt x="322" y="526"/>
                </a:lnTo>
                <a:lnTo>
                  <a:pt x="321" y="526"/>
                </a:lnTo>
                <a:lnTo>
                  <a:pt x="321" y="527"/>
                </a:lnTo>
                <a:lnTo>
                  <a:pt x="320" y="527"/>
                </a:lnTo>
                <a:lnTo>
                  <a:pt x="319" y="526"/>
                </a:lnTo>
                <a:lnTo>
                  <a:pt x="318" y="527"/>
                </a:lnTo>
                <a:lnTo>
                  <a:pt x="318" y="526"/>
                </a:lnTo>
                <a:lnTo>
                  <a:pt x="317" y="526"/>
                </a:lnTo>
                <a:lnTo>
                  <a:pt x="316" y="526"/>
                </a:lnTo>
                <a:lnTo>
                  <a:pt x="316" y="527"/>
                </a:lnTo>
                <a:lnTo>
                  <a:pt x="315" y="528"/>
                </a:lnTo>
                <a:lnTo>
                  <a:pt x="314" y="529"/>
                </a:lnTo>
                <a:lnTo>
                  <a:pt x="313" y="529"/>
                </a:lnTo>
                <a:lnTo>
                  <a:pt x="313" y="530"/>
                </a:lnTo>
                <a:lnTo>
                  <a:pt x="312" y="529"/>
                </a:lnTo>
                <a:lnTo>
                  <a:pt x="311" y="528"/>
                </a:lnTo>
                <a:lnTo>
                  <a:pt x="310" y="528"/>
                </a:lnTo>
                <a:lnTo>
                  <a:pt x="309" y="528"/>
                </a:lnTo>
                <a:lnTo>
                  <a:pt x="309" y="529"/>
                </a:lnTo>
                <a:lnTo>
                  <a:pt x="309" y="530"/>
                </a:lnTo>
                <a:lnTo>
                  <a:pt x="310" y="531"/>
                </a:lnTo>
                <a:lnTo>
                  <a:pt x="310" y="532"/>
                </a:lnTo>
                <a:lnTo>
                  <a:pt x="310" y="533"/>
                </a:lnTo>
                <a:lnTo>
                  <a:pt x="310" y="535"/>
                </a:lnTo>
                <a:lnTo>
                  <a:pt x="309" y="535"/>
                </a:lnTo>
                <a:lnTo>
                  <a:pt x="309" y="536"/>
                </a:lnTo>
                <a:lnTo>
                  <a:pt x="308" y="536"/>
                </a:lnTo>
                <a:lnTo>
                  <a:pt x="308" y="535"/>
                </a:lnTo>
                <a:lnTo>
                  <a:pt x="307" y="535"/>
                </a:lnTo>
                <a:lnTo>
                  <a:pt x="306" y="535"/>
                </a:lnTo>
                <a:lnTo>
                  <a:pt x="305" y="535"/>
                </a:lnTo>
                <a:lnTo>
                  <a:pt x="304" y="534"/>
                </a:lnTo>
                <a:lnTo>
                  <a:pt x="304" y="535"/>
                </a:lnTo>
                <a:lnTo>
                  <a:pt x="303" y="535"/>
                </a:lnTo>
                <a:lnTo>
                  <a:pt x="302" y="535"/>
                </a:lnTo>
                <a:lnTo>
                  <a:pt x="301" y="535"/>
                </a:lnTo>
                <a:lnTo>
                  <a:pt x="301" y="536"/>
                </a:lnTo>
                <a:lnTo>
                  <a:pt x="300" y="537"/>
                </a:lnTo>
                <a:lnTo>
                  <a:pt x="300" y="538"/>
                </a:lnTo>
                <a:lnTo>
                  <a:pt x="299" y="538"/>
                </a:lnTo>
                <a:lnTo>
                  <a:pt x="299" y="537"/>
                </a:lnTo>
                <a:lnTo>
                  <a:pt x="298" y="537"/>
                </a:lnTo>
                <a:lnTo>
                  <a:pt x="297" y="537"/>
                </a:lnTo>
                <a:lnTo>
                  <a:pt x="296" y="537"/>
                </a:lnTo>
                <a:lnTo>
                  <a:pt x="296" y="536"/>
                </a:lnTo>
                <a:lnTo>
                  <a:pt x="295" y="536"/>
                </a:lnTo>
                <a:lnTo>
                  <a:pt x="294" y="536"/>
                </a:lnTo>
                <a:lnTo>
                  <a:pt x="293" y="535"/>
                </a:lnTo>
                <a:lnTo>
                  <a:pt x="293" y="534"/>
                </a:lnTo>
                <a:lnTo>
                  <a:pt x="293" y="533"/>
                </a:lnTo>
                <a:lnTo>
                  <a:pt x="294" y="533"/>
                </a:lnTo>
                <a:lnTo>
                  <a:pt x="294" y="532"/>
                </a:lnTo>
                <a:lnTo>
                  <a:pt x="294" y="531"/>
                </a:lnTo>
                <a:lnTo>
                  <a:pt x="293" y="531"/>
                </a:lnTo>
                <a:lnTo>
                  <a:pt x="293" y="530"/>
                </a:lnTo>
                <a:lnTo>
                  <a:pt x="294" y="529"/>
                </a:lnTo>
                <a:lnTo>
                  <a:pt x="295" y="528"/>
                </a:lnTo>
                <a:lnTo>
                  <a:pt x="294" y="528"/>
                </a:lnTo>
                <a:lnTo>
                  <a:pt x="294" y="527"/>
                </a:lnTo>
                <a:lnTo>
                  <a:pt x="293" y="526"/>
                </a:lnTo>
                <a:lnTo>
                  <a:pt x="292" y="525"/>
                </a:lnTo>
                <a:lnTo>
                  <a:pt x="291" y="525"/>
                </a:lnTo>
                <a:lnTo>
                  <a:pt x="291" y="524"/>
                </a:lnTo>
                <a:lnTo>
                  <a:pt x="291" y="523"/>
                </a:lnTo>
                <a:lnTo>
                  <a:pt x="290" y="523"/>
                </a:lnTo>
                <a:lnTo>
                  <a:pt x="290" y="524"/>
                </a:lnTo>
                <a:lnTo>
                  <a:pt x="289" y="524"/>
                </a:lnTo>
                <a:lnTo>
                  <a:pt x="289" y="523"/>
                </a:lnTo>
                <a:lnTo>
                  <a:pt x="287" y="523"/>
                </a:lnTo>
                <a:lnTo>
                  <a:pt x="286" y="523"/>
                </a:lnTo>
                <a:lnTo>
                  <a:pt x="286" y="522"/>
                </a:lnTo>
                <a:lnTo>
                  <a:pt x="285" y="521"/>
                </a:lnTo>
                <a:lnTo>
                  <a:pt x="285" y="520"/>
                </a:lnTo>
                <a:lnTo>
                  <a:pt x="284" y="520"/>
                </a:lnTo>
                <a:lnTo>
                  <a:pt x="283" y="520"/>
                </a:lnTo>
                <a:lnTo>
                  <a:pt x="282" y="520"/>
                </a:lnTo>
                <a:lnTo>
                  <a:pt x="281" y="520"/>
                </a:lnTo>
                <a:lnTo>
                  <a:pt x="281" y="521"/>
                </a:lnTo>
                <a:lnTo>
                  <a:pt x="280" y="521"/>
                </a:lnTo>
                <a:lnTo>
                  <a:pt x="279" y="520"/>
                </a:lnTo>
                <a:lnTo>
                  <a:pt x="278" y="520"/>
                </a:lnTo>
                <a:lnTo>
                  <a:pt x="277" y="521"/>
                </a:lnTo>
                <a:lnTo>
                  <a:pt x="277" y="522"/>
                </a:lnTo>
                <a:lnTo>
                  <a:pt x="276" y="522"/>
                </a:lnTo>
                <a:lnTo>
                  <a:pt x="276" y="521"/>
                </a:lnTo>
                <a:lnTo>
                  <a:pt x="275" y="522"/>
                </a:lnTo>
                <a:lnTo>
                  <a:pt x="274" y="522"/>
                </a:lnTo>
                <a:lnTo>
                  <a:pt x="273" y="522"/>
                </a:lnTo>
                <a:lnTo>
                  <a:pt x="272" y="523"/>
                </a:lnTo>
                <a:lnTo>
                  <a:pt x="271" y="523"/>
                </a:lnTo>
                <a:lnTo>
                  <a:pt x="271" y="522"/>
                </a:lnTo>
                <a:lnTo>
                  <a:pt x="270" y="522"/>
                </a:lnTo>
                <a:lnTo>
                  <a:pt x="269" y="521"/>
                </a:lnTo>
                <a:lnTo>
                  <a:pt x="267" y="521"/>
                </a:lnTo>
                <a:lnTo>
                  <a:pt x="266" y="521"/>
                </a:lnTo>
                <a:lnTo>
                  <a:pt x="266" y="520"/>
                </a:lnTo>
                <a:lnTo>
                  <a:pt x="265" y="520"/>
                </a:lnTo>
                <a:lnTo>
                  <a:pt x="264" y="520"/>
                </a:lnTo>
                <a:lnTo>
                  <a:pt x="263" y="520"/>
                </a:lnTo>
                <a:lnTo>
                  <a:pt x="263" y="521"/>
                </a:lnTo>
                <a:lnTo>
                  <a:pt x="262" y="521"/>
                </a:lnTo>
                <a:lnTo>
                  <a:pt x="261" y="521"/>
                </a:lnTo>
                <a:lnTo>
                  <a:pt x="262" y="520"/>
                </a:lnTo>
                <a:lnTo>
                  <a:pt x="261" y="520"/>
                </a:lnTo>
                <a:lnTo>
                  <a:pt x="261" y="521"/>
                </a:lnTo>
                <a:lnTo>
                  <a:pt x="261" y="522"/>
                </a:lnTo>
                <a:lnTo>
                  <a:pt x="260" y="521"/>
                </a:lnTo>
                <a:lnTo>
                  <a:pt x="259" y="521"/>
                </a:lnTo>
                <a:lnTo>
                  <a:pt x="259" y="522"/>
                </a:lnTo>
                <a:lnTo>
                  <a:pt x="258" y="522"/>
                </a:lnTo>
                <a:lnTo>
                  <a:pt x="257" y="523"/>
                </a:lnTo>
                <a:lnTo>
                  <a:pt x="257" y="522"/>
                </a:lnTo>
                <a:lnTo>
                  <a:pt x="256" y="521"/>
                </a:lnTo>
                <a:lnTo>
                  <a:pt x="255" y="521"/>
                </a:lnTo>
                <a:lnTo>
                  <a:pt x="255" y="522"/>
                </a:lnTo>
                <a:lnTo>
                  <a:pt x="254" y="522"/>
                </a:lnTo>
                <a:lnTo>
                  <a:pt x="254" y="521"/>
                </a:lnTo>
                <a:lnTo>
                  <a:pt x="253" y="521"/>
                </a:lnTo>
                <a:lnTo>
                  <a:pt x="253" y="520"/>
                </a:lnTo>
                <a:lnTo>
                  <a:pt x="253" y="519"/>
                </a:lnTo>
                <a:lnTo>
                  <a:pt x="253" y="518"/>
                </a:lnTo>
                <a:lnTo>
                  <a:pt x="252" y="518"/>
                </a:lnTo>
                <a:lnTo>
                  <a:pt x="252" y="517"/>
                </a:lnTo>
                <a:lnTo>
                  <a:pt x="251" y="516"/>
                </a:lnTo>
                <a:lnTo>
                  <a:pt x="250" y="516"/>
                </a:lnTo>
                <a:lnTo>
                  <a:pt x="249" y="516"/>
                </a:lnTo>
                <a:lnTo>
                  <a:pt x="248" y="516"/>
                </a:lnTo>
                <a:lnTo>
                  <a:pt x="248" y="517"/>
                </a:lnTo>
                <a:lnTo>
                  <a:pt x="247" y="518"/>
                </a:lnTo>
                <a:lnTo>
                  <a:pt x="246" y="518"/>
                </a:lnTo>
                <a:lnTo>
                  <a:pt x="246" y="519"/>
                </a:lnTo>
                <a:lnTo>
                  <a:pt x="245" y="519"/>
                </a:lnTo>
                <a:lnTo>
                  <a:pt x="244" y="518"/>
                </a:lnTo>
                <a:lnTo>
                  <a:pt x="243" y="518"/>
                </a:lnTo>
                <a:lnTo>
                  <a:pt x="242" y="518"/>
                </a:lnTo>
                <a:lnTo>
                  <a:pt x="241" y="518"/>
                </a:lnTo>
                <a:lnTo>
                  <a:pt x="240" y="518"/>
                </a:lnTo>
                <a:lnTo>
                  <a:pt x="240" y="517"/>
                </a:lnTo>
                <a:lnTo>
                  <a:pt x="239" y="517"/>
                </a:lnTo>
                <a:lnTo>
                  <a:pt x="239" y="516"/>
                </a:lnTo>
                <a:lnTo>
                  <a:pt x="239" y="515"/>
                </a:lnTo>
                <a:lnTo>
                  <a:pt x="239" y="514"/>
                </a:lnTo>
                <a:lnTo>
                  <a:pt x="239" y="513"/>
                </a:lnTo>
                <a:lnTo>
                  <a:pt x="239" y="512"/>
                </a:lnTo>
                <a:lnTo>
                  <a:pt x="239" y="511"/>
                </a:lnTo>
                <a:lnTo>
                  <a:pt x="238" y="511"/>
                </a:lnTo>
                <a:lnTo>
                  <a:pt x="238" y="510"/>
                </a:lnTo>
                <a:lnTo>
                  <a:pt x="237" y="510"/>
                </a:lnTo>
                <a:lnTo>
                  <a:pt x="237" y="511"/>
                </a:lnTo>
                <a:lnTo>
                  <a:pt x="236" y="511"/>
                </a:lnTo>
                <a:lnTo>
                  <a:pt x="235" y="511"/>
                </a:lnTo>
                <a:lnTo>
                  <a:pt x="235" y="510"/>
                </a:lnTo>
                <a:lnTo>
                  <a:pt x="235" y="511"/>
                </a:lnTo>
                <a:lnTo>
                  <a:pt x="234" y="511"/>
                </a:lnTo>
                <a:lnTo>
                  <a:pt x="234" y="510"/>
                </a:lnTo>
                <a:lnTo>
                  <a:pt x="234" y="509"/>
                </a:lnTo>
                <a:lnTo>
                  <a:pt x="234" y="508"/>
                </a:lnTo>
                <a:lnTo>
                  <a:pt x="234" y="509"/>
                </a:lnTo>
                <a:lnTo>
                  <a:pt x="233" y="509"/>
                </a:lnTo>
                <a:lnTo>
                  <a:pt x="233" y="508"/>
                </a:lnTo>
                <a:lnTo>
                  <a:pt x="232" y="508"/>
                </a:lnTo>
                <a:lnTo>
                  <a:pt x="232" y="507"/>
                </a:lnTo>
                <a:lnTo>
                  <a:pt x="232" y="506"/>
                </a:lnTo>
                <a:lnTo>
                  <a:pt x="233" y="506"/>
                </a:lnTo>
                <a:lnTo>
                  <a:pt x="233" y="505"/>
                </a:lnTo>
                <a:lnTo>
                  <a:pt x="232" y="505"/>
                </a:lnTo>
                <a:lnTo>
                  <a:pt x="232" y="504"/>
                </a:lnTo>
                <a:lnTo>
                  <a:pt x="233" y="503"/>
                </a:lnTo>
                <a:lnTo>
                  <a:pt x="232" y="503"/>
                </a:lnTo>
                <a:lnTo>
                  <a:pt x="232" y="502"/>
                </a:lnTo>
                <a:lnTo>
                  <a:pt x="231" y="502"/>
                </a:lnTo>
                <a:lnTo>
                  <a:pt x="232" y="501"/>
                </a:lnTo>
                <a:lnTo>
                  <a:pt x="231" y="501"/>
                </a:lnTo>
                <a:lnTo>
                  <a:pt x="230" y="500"/>
                </a:lnTo>
                <a:lnTo>
                  <a:pt x="230" y="499"/>
                </a:lnTo>
                <a:lnTo>
                  <a:pt x="229" y="499"/>
                </a:lnTo>
                <a:lnTo>
                  <a:pt x="230" y="499"/>
                </a:lnTo>
                <a:lnTo>
                  <a:pt x="229" y="498"/>
                </a:lnTo>
                <a:lnTo>
                  <a:pt x="229" y="497"/>
                </a:lnTo>
                <a:lnTo>
                  <a:pt x="228" y="497"/>
                </a:lnTo>
                <a:lnTo>
                  <a:pt x="228" y="496"/>
                </a:lnTo>
                <a:lnTo>
                  <a:pt x="229" y="496"/>
                </a:lnTo>
                <a:lnTo>
                  <a:pt x="229" y="495"/>
                </a:lnTo>
                <a:lnTo>
                  <a:pt x="229" y="494"/>
                </a:lnTo>
                <a:lnTo>
                  <a:pt x="230" y="494"/>
                </a:lnTo>
                <a:lnTo>
                  <a:pt x="230" y="493"/>
                </a:lnTo>
                <a:lnTo>
                  <a:pt x="230" y="492"/>
                </a:lnTo>
                <a:lnTo>
                  <a:pt x="230" y="491"/>
                </a:lnTo>
                <a:lnTo>
                  <a:pt x="229" y="491"/>
                </a:lnTo>
                <a:lnTo>
                  <a:pt x="228" y="491"/>
                </a:lnTo>
                <a:lnTo>
                  <a:pt x="227" y="492"/>
                </a:lnTo>
                <a:lnTo>
                  <a:pt x="226" y="493"/>
                </a:lnTo>
                <a:lnTo>
                  <a:pt x="226" y="494"/>
                </a:lnTo>
                <a:lnTo>
                  <a:pt x="226" y="495"/>
                </a:lnTo>
                <a:lnTo>
                  <a:pt x="226" y="494"/>
                </a:lnTo>
                <a:lnTo>
                  <a:pt x="225" y="495"/>
                </a:lnTo>
                <a:lnTo>
                  <a:pt x="224" y="495"/>
                </a:lnTo>
                <a:lnTo>
                  <a:pt x="223" y="494"/>
                </a:lnTo>
                <a:lnTo>
                  <a:pt x="223" y="493"/>
                </a:lnTo>
                <a:lnTo>
                  <a:pt x="222" y="493"/>
                </a:lnTo>
                <a:lnTo>
                  <a:pt x="223" y="493"/>
                </a:lnTo>
                <a:lnTo>
                  <a:pt x="223" y="492"/>
                </a:lnTo>
                <a:lnTo>
                  <a:pt x="222" y="491"/>
                </a:lnTo>
                <a:lnTo>
                  <a:pt x="221" y="492"/>
                </a:lnTo>
                <a:lnTo>
                  <a:pt x="220" y="492"/>
                </a:lnTo>
                <a:lnTo>
                  <a:pt x="220" y="493"/>
                </a:lnTo>
                <a:lnTo>
                  <a:pt x="219" y="493"/>
                </a:lnTo>
                <a:lnTo>
                  <a:pt x="218" y="493"/>
                </a:lnTo>
                <a:lnTo>
                  <a:pt x="218" y="494"/>
                </a:lnTo>
                <a:lnTo>
                  <a:pt x="218" y="495"/>
                </a:lnTo>
                <a:lnTo>
                  <a:pt x="218" y="494"/>
                </a:lnTo>
                <a:lnTo>
                  <a:pt x="217" y="494"/>
                </a:lnTo>
                <a:lnTo>
                  <a:pt x="216" y="494"/>
                </a:lnTo>
                <a:lnTo>
                  <a:pt x="216" y="493"/>
                </a:lnTo>
                <a:lnTo>
                  <a:pt x="215" y="493"/>
                </a:lnTo>
                <a:lnTo>
                  <a:pt x="214" y="493"/>
                </a:lnTo>
                <a:lnTo>
                  <a:pt x="214" y="492"/>
                </a:lnTo>
                <a:lnTo>
                  <a:pt x="213" y="491"/>
                </a:lnTo>
                <a:lnTo>
                  <a:pt x="214" y="491"/>
                </a:lnTo>
                <a:lnTo>
                  <a:pt x="215" y="491"/>
                </a:lnTo>
                <a:lnTo>
                  <a:pt x="215" y="490"/>
                </a:lnTo>
                <a:lnTo>
                  <a:pt x="215" y="489"/>
                </a:lnTo>
                <a:lnTo>
                  <a:pt x="215" y="488"/>
                </a:lnTo>
                <a:lnTo>
                  <a:pt x="215" y="487"/>
                </a:lnTo>
                <a:lnTo>
                  <a:pt x="215" y="486"/>
                </a:lnTo>
                <a:lnTo>
                  <a:pt x="215" y="485"/>
                </a:lnTo>
                <a:lnTo>
                  <a:pt x="214" y="485"/>
                </a:lnTo>
                <a:lnTo>
                  <a:pt x="212" y="485"/>
                </a:lnTo>
                <a:lnTo>
                  <a:pt x="212" y="484"/>
                </a:lnTo>
                <a:lnTo>
                  <a:pt x="211" y="484"/>
                </a:lnTo>
                <a:lnTo>
                  <a:pt x="210" y="483"/>
                </a:lnTo>
                <a:lnTo>
                  <a:pt x="210" y="484"/>
                </a:lnTo>
                <a:lnTo>
                  <a:pt x="208" y="484"/>
                </a:lnTo>
                <a:lnTo>
                  <a:pt x="207" y="484"/>
                </a:lnTo>
                <a:lnTo>
                  <a:pt x="206" y="484"/>
                </a:lnTo>
                <a:lnTo>
                  <a:pt x="206" y="485"/>
                </a:lnTo>
                <a:lnTo>
                  <a:pt x="206" y="484"/>
                </a:lnTo>
                <a:lnTo>
                  <a:pt x="205" y="484"/>
                </a:lnTo>
                <a:lnTo>
                  <a:pt x="205" y="485"/>
                </a:lnTo>
                <a:lnTo>
                  <a:pt x="204" y="485"/>
                </a:lnTo>
                <a:lnTo>
                  <a:pt x="203" y="485"/>
                </a:lnTo>
                <a:lnTo>
                  <a:pt x="203" y="486"/>
                </a:lnTo>
                <a:lnTo>
                  <a:pt x="202" y="486"/>
                </a:lnTo>
                <a:lnTo>
                  <a:pt x="202" y="487"/>
                </a:lnTo>
                <a:lnTo>
                  <a:pt x="202" y="488"/>
                </a:lnTo>
                <a:lnTo>
                  <a:pt x="203" y="489"/>
                </a:lnTo>
                <a:lnTo>
                  <a:pt x="202" y="489"/>
                </a:lnTo>
                <a:lnTo>
                  <a:pt x="202" y="490"/>
                </a:lnTo>
                <a:lnTo>
                  <a:pt x="202" y="491"/>
                </a:lnTo>
                <a:lnTo>
                  <a:pt x="201" y="491"/>
                </a:lnTo>
                <a:lnTo>
                  <a:pt x="200" y="491"/>
                </a:lnTo>
                <a:lnTo>
                  <a:pt x="200" y="492"/>
                </a:lnTo>
                <a:lnTo>
                  <a:pt x="199" y="492"/>
                </a:lnTo>
                <a:lnTo>
                  <a:pt x="199" y="493"/>
                </a:lnTo>
                <a:lnTo>
                  <a:pt x="198" y="493"/>
                </a:lnTo>
                <a:lnTo>
                  <a:pt x="197" y="493"/>
                </a:lnTo>
                <a:lnTo>
                  <a:pt x="197" y="494"/>
                </a:lnTo>
                <a:lnTo>
                  <a:pt x="198" y="494"/>
                </a:lnTo>
                <a:lnTo>
                  <a:pt x="198" y="495"/>
                </a:lnTo>
                <a:lnTo>
                  <a:pt x="199" y="495"/>
                </a:lnTo>
                <a:lnTo>
                  <a:pt x="200" y="496"/>
                </a:lnTo>
                <a:lnTo>
                  <a:pt x="200" y="497"/>
                </a:lnTo>
                <a:lnTo>
                  <a:pt x="201" y="497"/>
                </a:lnTo>
                <a:lnTo>
                  <a:pt x="202" y="497"/>
                </a:lnTo>
                <a:lnTo>
                  <a:pt x="202" y="498"/>
                </a:lnTo>
                <a:lnTo>
                  <a:pt x="203" y="498"/>
                </a:lnTo>
                <a:lnTo>
                  <a:pt x="203" y="499"/>
                </a:lnTo>
                <a:lnTo>
                  <a:pt x="202" y="500"/>
                </a:lnTo>
                <a:lnTo>
                  <a:pt x="201" y="500"/>
                </a:lnTo>
                <a:lnTo>
                  <a:pt x="201" y="501"/>
                </a:lnTo>
                <a:lnTo>
                  <a:pt x="200" y="501"/>
                </a:lnTo>
                <a:lnTo>
                  <a:pt x="200" y="502"/>
                </a:lnTo>
                <a:lnTo>
                  <a:pt x="200" y="503"/>
                </a:lnTo>
                <a:lnTo>
                  <a:pt x="201" y="503"/>
                </a:lnTo>
                <a:lnTo>
                  <a:pt x="201" y="504"/>
                </a:lnTo>
                <a:lnTo>
                  <a:pt x="201" y="505"/>
                </a:lnTo>
                <a:lnTo>
                  <a:pt x="201" y="506"/>
                </a:lnTo>
                <a:lnTo>
                  <a:pt x="200" y="506"/>
                </a:lnTo>
                <a:lnTo>
                  <a:pt x="199" y="506"/>
                </a:lnTo>
                <a:lnTo>
                  <a:pt x="199" y="507"/>
                </a:lnTo>
                <a:lnTo>
                  <a:pt x="198" y="507"/>
                </a:lnTo>
                <a:lnTo>
                  <a:pt x="197" y="507"/>
                </a:lnTo>
                <a:lnTo>
                  <a:pt x="196" y="508"/>
                </a:lnTo>
                <a:lnTo>
                  <a:pt x="195" y="508"/>
                </a:lnTo>
                <a:lnTo>
                  <a:pt x="195" y="509"/>
                </a:lnTo>
                <a:lnTo>
                  <a:pt x="194" y="509"/>
                </a:lnTo>
                <a:lnTo>
                  <a:pt x="193" y="509"/>
                </a:lnTo>
                <a:lnTo>
                  <a:pt x="193" y="508"/>
                </a:lnTo>
                <a:lnTo>
                  <a:pt x="192" y="508"/>
                </a:lnTo>
                <a:lnTo>
                  <a:pt x="191" y="508"/>
                </a:lnTo>
                <a:lnTo>
                  <a:pt x="191" y="509"/>
                </a:lnTo>
                <a:lnTo>
                  <a:pt x="191" y="508"/>
                </a:lnTo>
                <a:lnTo>
                  <a:pt x="190" y="508"/>
                </a:lnTo>
                <a:lnTo>
                  <a:pt x="190" y="509"/>
                </a:lnTo>
                <a:lnTo>
                  <a:pt x="189" y="510"/>
                </a:lnTo>
                <a:lnTo>
                  <a:pt x="189" y="511"/>
                </a:lnTo>
                <a:lnTo>
                  <a:pt x="188" y="511"/>
                </a:lnTo>
                <a:lnTo>
                  <a:pt x="188" y="512"/>
                </a:lnTo>
                <a:lnTo>
                  <a:pt x="187" y="512"/>
                </a:lnTo>
                <a:lnTo>
                  <a:pt x="186" y="512"/>
                </a:lnTo>
                <a:lnTo>
                  <a:pt x="185" y="512"/>
                </a:lnTo>
                <a:lnTo>
                  <a:pt x="184" y="512"/>
                </a:lnTo>
                <a:lnTo>
                  <a:pt x="184" y="513"/>
                </a:lnTo>
                <a:lnTo>
                  <a:pt x="183" y="513"/>
                </a:lnTo>
                <a:lnTo>
                  <a:pt x="182" y="514"/>
                </a:lnTo>
                <a:lnTo>
                  <a:pt x="182" y="515"/>
                </a:lnTo>
                <a:lnTo>
                  <a:pt x="181" y="515"/>
                </a:lnTo>
                <a:lnTo>
                  <a:pt x="180" y="515"/>
                </a:lnTo>
                <a:lnTo>
                  <a:pt x="179" y="516"/>
                </a:lnTo>
                <a:lnTo>
                  <a:pt x="179" y="517"/>
                </a:lnTo>
                <a:lnTo>
                  <a:pt x="178" y="517"/>
                </a:lnTo>
                <a:lnTo>
                  <a:pt x="178" y="518"/>
                </a:lnTo>
                <a:lnTo>
                  <a:pt x="177" y="519"/>
                </a:lnTo>
                <a:lnTo>
                  <a:pt x="176" y="520"/>
                </a:lnTo>
                <a:lnTo>
                  <a:pt x="175" y="520"/>
                </a:lnTo>
                <a:lnTo>
                  <a:pt x="174" y="521"/>
                </a:lnTo>
                <a:lnTo>
                  <a:pt x="174" y="520"/>
                </a:lnTo>
                <a:lnTo>
                  <a:pt x="173" y="521"/>
                </a:lnTo>
                <a:lnTo>
                  <a:pt x="172" y="521"/>
                </a:lnTo>
                <a:lnTo>
                  <a:pt x="172" y="520"/>
                </a:lnTo>
                <a:lnTo>
                  <a:pt x="171" y="520"/>
                </a:lnTo>
                <a:lnTo>
                  <a:pt x="171" y="519"/>
                </a:lnTo>
                <a:lnTo>
                  <a:pt x="171" y="518"/>
                </a:lnTo>
                <a:lnTo>
                  <a:pt x="170" y="518"/>
                </a:lnTo>
                <a:lnTo>
                  <a:pt x="170" y="517"/>
                </a:lnTo>
                <a:lnTo>
                  <a:pt x="169" y="517"/>
                </a:lnTo>
                <a:lnTo>
                  <a:pt x="169" y="518"/>
                </a:lnTo>
                <a:lnTo>
                  <a:pt x="168" y="518"/>
                </a:lnTo>
                <a:lnTo>
                  <a:pt x="167" y="518"/>
                </a:lnTo>
                <a:lnTo>
                  <a:pt x="167" y="519"/>
                </a:lnTo>
                <a:lnTo>
                  <a:pt x="167" y="520"/>
                </a:lnTo>
                <a:lnTo>
                  <a:pt x="166" y="520"/>
                </a:lnTo>
                <a:lnTo>
                  <a:pt x="166" y="519"/>
                </a:lnTo>
                <a:lnTo>
                  <a:pt x="166" y="520"/>
                </a:lnTo>
                <a:lnTo>
                  <a:pt x="166" y="521"/>
                </a:lnTo>
                <a:lnTo>
                  <a:pt x="165" y="520"/>
                </a:lnTo>
                <a:lnTo>
                  <a:pt x="165" y="519"/>
                </a:lnTo>
                <a:lnTo>
                  <a:pt x="165" y="518"/>
                </a:lnTo>
                <a:lnTo>
                  <a:pt x="164" y="518"/>
                </a:lnTo>
                <a:lnTo>
                  <a:pt x="163" y="517"/>
                </a:lnTo>
                <a:lnTo>
                  <a:pt x="162" y="517"/>
                </a:lnTo>
                <a:lnTo>
                  <a:pt x="162" y="516"/>
                </a:lnTo>
                <a:lnTo>
                  <a:pt x="162" y="515"/>
                </a:lnTo>
                <a:lnTo>
                  <a:pt x="161" y="514"/>
                </a:lnTo>
                <a:lnTo>
                  <a:pt x="160" y="514"/>
                </a:lnTo>
                <a:lnTo>
                  <a:pt x="159" y="514"/>
                </a:lnTo>
                <a:lnTo>
                  <a:pt x="159" y="513"/>
                </a:lnTo>
                <a:lnTo>
                  <a:pt x="160" y="511"/>
                </a:lnTo>
                <a:lnTo>
                  <a:pt x="161" y="511"/>
                </a:lnTo>
                <a:lnTo>
                  <a:pt x="161" y="510"/>
                </a:lnTo>
                <a:lnTo>
                  <a:pt x="162" y="510"/>
                </a:lnTo>
                <a:lnTo>
                  <a:pt x="163" y="510"/>
                </a:lnTo>
                <a:lnTo>
                  <a:pt x="162" y="509"/>
                </a:lnTo>
                <a:lnTo>
                  <a:pt x="162" y="508"/>
                </a:lnTo>
                <a:lnTo>
                  <a:pt x="161" y="508"/>
                </a:lnTo>
                <a:lnTo>
                  <a:pt x="159" y="508"/>
                </a:lnTo>
                <a:lnTo>
                  <a:pt x="159" y="507"/>
                </a:lnTo>
                <a:lnTo>
                  <a:pt x="160" y="507"/>
                </a:lnTo>
                <a:lnTo>
                  <a:pt x="161" y="507"/>
                </a:lnTo>
                <a:lnTo>
                  <a:pt x="161" y="506"/>
                </a:lnTo>
                <a:lnTo>
                  <a:pt x="161" y="505"/>
                </a:lnTo>
                <a:lnTo>
                  <a:pt x="161" y="504"/>
                </a:lnTo>
                <a:lnTo>
                  <a:pt x="162" y="504"/>
                </a:lnTo>
                <a:lnTo>
                  <a:pt x="162" y="503"/>
                </a:lnTo>
                <a:lnTo>
                  <a:pt x="163" y="503"/>
                </a:lnTo>
                <a:lnTo>
                  <a:pt x="164" y="502"/>
                </a:lnTo>
                <a:lnTo>
                  <a:pt x="165" y="501"/>
                </a:lnTo>
                <a:lnTo>
                  <a:pt x="166" y="500"/>
                </a:lnTo>
                <a:lnTo>
                  <a:pt x="166" y="499"/>
                </a:lnTo>
                <a:lnTo>
                  <a:pt x="166" y="500"/>
                </a:lnTo>
                <a:lnTo>
                  <a:pt x="167" y="499"/>
                </a:lnTo>
                <a:lnTo>
                  <a:pt x="167" y="498"/>
                </a:lnTo>
                <a:lnTo>
                  <a:pt x="168" y="498"/>
                </a:lnTo>
                <a:lnTo>
                  <a:pt x="167" y="498"/>
                </a:lnTo>
                <a:lnTo>
                  <a:pt x="168" y="497"/>
                </a:lnTo>
                <a:lnTo>
                  <a:pt x="169" y="497"/>
                </a:lnTo>
                <a:lnTo>
                  <a:pt x="169" y="496"/>
                </a:lnTo>
                <a:lnTo>
                  <a:pt x="170" y="497"/>
                </a:lnTo>
                <a:lnTo>
                  <a:pt x="171" y="497"/>
                </a:lnTo>
                <a:lnTo>
                  <a:pt x="172" y="497"/>
                </a:lnTo>
                <a:lnTo>
                  <a:pt x="172" y="496"/>
                </a:lnTo>
                <a:lnTo>
                  <a:pt x="173" y="497"/>
                </a:lnTo>
                <a:lnTo>
                  <a:pt x="173" y="496"/>
                </a:lnTo>
                <a:lnTo>
                  <a:pt x="173" y="495"/>
                </a:lnTo>
                <a:lnTo>
                  <a:pt x="174" y="495"/>
                </a:lnTo>
                <a:lnTo>
                  <a:pt x="175" y="495"/>
                </a:lnTo>
                <a:lnTo>
                  <a:pt x="175" y="494"/>
                </a:lnTo>
                <a:lnTo>
                  <a:pt x="175" y="493"/>
                </a:lnTo>
                <a:lnTo>
                  <a:pt x="176" y="492"/>
                </a:lnTo>
                <a:lnTo>
                  <a:pt x="177" y="492"/>
                </a:lnTo>
                <a:lnTo>
                  <a:pt x="177" y="491"/>
                </a:lnTo>
                <a:lnTo>
                  <a:pt x="177" y="490"/>
                </a:lnTo>
                <a:lnTo>
                  <a:pt x="178" y="490"/>
                </a:lnTo>
                <a:lnTo>
                  <a:pt x="179" y="489"/>
                </a:lnTo>
                <a:lnTo>
                  <a:pt x="179" y="488"/>
                </a:lnTo>
                <a:lnTo>
                  <a:pt x="180" y="487"/>
                </a:lnTo>
                <a:lnTo>
                  <a:pt x="180" y="486"/>
                </a:lnTo>
                <a:lnTo>
                  <a:pt x="181" y="485"/>
                </a:lnTo>
                <a:lnTo>
                  <a:pt x="181" y="484"/>
                </a:lnTo>
                <a:lnTo>
                  <a:pt x="181" y="483"/>
                </a:lnTo>
                <a:lnTo>
                  <a:pt x="181" y="482"/>
                </a:lnTo>
                <a:lnTo>
                  <a:pt x="182" y="482"/>
                </a:lnTo>
                <a:lnTo>
                  <a:pt x="182" y="481"/>
                </a:lnTo>
                <a:lnTo>
                  <a:pt x="181" y="480"/>
                </a:lnTo>
                <a:lnTo>
                  <a:pt x="181" y="479"/>
                </a:lnTo>
                <a:lnTo>
                  <a:pt x="180" y="479"/>
                </a:lnTo>
                <a:lnTo>
                  <a:pt x="179" y="479"/>
                </a:lnTo>
                <a:lnTo>
                  <a:pt x="179" y="478"/>
                </a:lnTo>
                <a:lnTo>
                  <a:pt x="178" y="478"/>
                </a:lnTo>
                <a:lnTo>
                  <a:pt x="178" y="479"/>
                </a:lnTo>
                <a:lnTo>
                  <a:pt x="177" y="479"/>
                </a:lnTo>
                <a:lnTo>
                  <a:pt x="176" y="479"/>
                </a:lnTo>
                <a:lnTo>
                  <a:pt x="176" y="480"/>
                </a:lnTo>
                <a:lnTo>
                  <a:pt x="175" y="480"/>
                </a:lnTo>
                <a:lnTo>
                  <a:pt x="175" y="479"/>
                </a:lnTo>
                <a:lnTo>
                  <a:pt x="175" y="478"/>
                </a:lnTo>
                <a:lnTo>
                  <a:pt x="175" y="477"/>
                </a:lnTo>
                <a:lnTo>
                  <a:pt x="175" y="476"/>
                </a:lnTo>
                <a:lnTo>
                  <a:pt x="175" y="475"/>
                </a:lnTo>
                <a:lnTo>
                  <a:pt x="175" y="476"/>
                </a:lnTo>
                <a:lnTo>
                  <a:pt x="174" y="476"/>
                </a:lnTo>
                <a:lnTo>
                  <a:pt x="173" y="476"/>
                </a:lnTo>
                <a:lnTo>
                  <a:pt x="173" y="477"/>
                </a:lnTo>
                <a:lnTo>
                  <a:pt x="172" y="476"/>
                </a:lnTo>
                <a:lnTo>
                  <a:pt x="172" y="475"/>
                </a:lnTo>
                <a:lnTo>
                  <a:pt x="171" y="475"/>
                </a:lnTo>
                <a:lnTo>
                  <a:pt x="172" y="475"/>
                </a:lnTo>
                <a:lnTo>
                  <a:pt x="172" y="474"/>
                </a:lnTo>
                <a:lnTo>
                  <a:pt x="171" y="474"/>
                </a:lnTo>
                <a:lnTo>
                  <a:pt x="171" y="473"/>
                </a:lnTo>
                <a:lnTo>
                  <a:pt x="170" y="472"/>
                </a:lnTo>
                <a:lnTo>
                  <a:pt x="169" y="471"/>
                </a:lnTo>
                <a:lnTo>
                  <a:pt x="168" y="471"/>
                </a:lnTo>
                <a:lnTo>
                  <a:pt x="168" y="470"/>
                </a:lnTo>
                <a:lnTo>
                  <a:pt x="168" y="471"/>
                </a:lnTo>
                <a:lnTo>
                  <a:pt x="167" y="471"/>
                </a:lnTo>
                <a:lnTo>
                  <a:pt x="166" y="471"/>
                </a:lnTo>
                <a:lnTo>
                  <a:pt x="165" y="470"/>
                </a:lnTo>
                <a:lnTo>
                  <a:pt x="164" y="470"/>
                </a:lnTo>
                <a:lnTo>
                  <a:pt x="163" y="469"/>
                </a:lnTo>
                <a:lnTo>
                  <a:pt x="162" y="469"/>
                </a:lnTo>
                <a:lnTo>
                  <a:pt x="161" y="468"/>
                </a:lnTo>
                <a:lnTo>
                  <a:pt x="160" y="468"/>
                </a:lnTo>
                <a:lnTo>
                  <a:pt x="158" y="468"/>
                </a:lnTo>
                <a:lnTo>
                  <a:pt x="157" y="468"/>
                </a:lnTo>
                <a:lnTo>
                  <a:pt x="156" y="469"/>
                </a:lnTo>
                <a:lnTo>
                  <a:pt x="155" y="469"/>
                </a:lnTo>
                <a:lnTo>
                  <a:pt x="155" y="470"/>
                </a:lnTo>
                <a:lnTo>
                  <a:pt x="154" y="470"/>
                </a:lnTo>
                <a:lnTo>
                  <a:pt x="153" y="472"/>
                </a:lnTo>
                <a:lnTo>
                  <a:pt x="152" y="473"/>
                </a:lnTo>
                <a:lnTo>
                  <a:pt x="152" y="475"/>
                </a:lnTo>
                <a:lnTo>
                  <a:pt x="152" y="476"/>
                </a:lnTo>
                <a:lnTo>
                  <a:pt x="152" y="477"/>
                </a:lnTo>
                <a:lnTo>
                  <a:pt x="152" y="481"/>
                </a:lnTo>
                <a:lnTo>
                  <a:pt x="151" y="482"/>
                </a:lnTo>
                <a:lnTo>
                  <a:pt x="151" y="483"/>
                </a:lnTo>
                <a:lnTo>
                  <a:pt x="151" y="484"/>
                </a:lnTo>
                <a:lnTo>
                  <a:pt x="150" y="485"/>
                </a:lnTo>
                <a:lnTo>
                  <a:pt x="150" y="486"/>
                </a:lnTo>
                <a:lnTo>
                  <a:pt x="149" y="486"/>
                </a:lnTo>
                <a:lnTo>
                  <a:pt x="148" y="487"/>
                </a:lnTo>
                <a:lnTo>
                  <a:pt x="147" y="487"/>
                </a:lnTo>
                <a:lnTo>
                  <a:pt x="146" y="486"/>
                </a:lnTo>
                <a:lnTo>
                  <a:pt x="145" y="486"/>
                </a:lnTo>
                <a:lnTo>
                  <a:pt x="144" y="486"/>
                </a:lnTo>
                <a:lnTo>
                  <a:pt x="143" y="487"/>
                </a:lnTo>
                <a:lnTo>
                  <a:pt x="142" y="487"/>
                </a:lnTo>
                <a:lnTo>
                  <a:pt x="141" y="488"/>
                </a:lnTo>
                <a:lnTo>
                  <a:pt x="140" y="488"/>
                </a:lnTo>
                <a:lnTo>
                  <a:pt x="140" y="489"/>
                </a:lnTo>
                <a:lnTo>
                  <a:pt x="139" y="489"/>
                </a:lnTo>
                <a:lnTo>
                  <a:pt x="138" y="489"/>
                </a:lnTo>
                <a:lnTo>
                  <a:pt x="138" y="490"/>
                </a:lnTo>
                <a:lnTo>
                  <a:pt x="137" y="490"/>
                </a:lnTo>
                <a:lnTo>
                  <a:pt x="136" y="491"/>
                </a:lnTo>
                <a:lnTo>
                  <a:pt x="135" y="491"/>
                </a:lnTo>
                <a:lnTo>
                  <a:pt x="134" y="492"/>
                </a:lnTo>
                <a:lnTo>
                  <a:pt x="133" y="492"/>
                </a:lnTo>
                <a:lnTo>
                  <a:pt x="132" y="492"/>
                </a:lnTo>
                <a:lnTo>
                  <a:pt x="132" y="493"/>
                </a:lnTo>
                <a:lnTo>
                  <a:pt x="131" y="493"/>
                </a:lnTo>
                <a:lnTo>
                  <a:pt x="131" y="494"/>
                </a:lnTo>
                <a:lnTo>
                  <a:pt x="130" y="494"/>
                </a:lnTo>
                <a:lnTo>
                  <a:pt x="130" y="495"/>
                </a:lnTo>
                <a:lnTo>
                  <a:pt x="129" y="495"/>
                </a:lnTo>
                <a:lnTo>
                  <a:pt x="128" y="496"/>
                </a:lnTo>
                <a:lnTo>
                  <a:pt x="127" y="496"/>
                </a:lnTo>
                <a:lnTo>
                  <a:pt x="127" y="497"/>
                </a:lnTo>
                <a:lnTo>
                  <a:pt x="126" y="498"/>
                </a:lnTo>
                <a:lnTo>
                  <a:pt x="124" y="498"/>
                </a:lnTo>
                <a:lnTo>
                  <a:pt x="124" y="499"/>
                </a:lnTo>
                <a:lnTo>
                  <a:pt x="124" y="498"/>
                </a:lnTo>
                <a:lnTo>
                  <a:pt x="123" y="498"/>
                </a:lnTo>
                <a:lnTo>
                  <a:pt x="123" y="497"/>
                </a:lnTo>
                <a:lnTo>
                  <a:pt x="122" y="497"/>
                </a:lnTo>
                <a:lnTo>
                  <a:pt x="122" y="496"/>
                </a:lnTo>
                <a:lnTo>
                  <a:pt x="121" y="495"/>
                </a:lnTo>
                <a:lnTo>
                  <a:pt x="121" y="494"/>
                </a:lnTo>
                <a:lnTo>
                  <a:pt x="120" y="494"/>
                </a:lnTo>
                <a:lnTo>
                  <a:pt x="119" y="494"/>
                </a:lnTo>
                <a:lnTo>
                  <a:pt x="115" y="494"/>
                </a:lnTo>
                <a:lnTo>
                  <a:pt x="114" y="494"/>
                </a:lnTo>
                <a:lnTo>
                  <a:pt x="113" y="494"/>
                </a:lnTo>
                <a:lnTo>
                  <a:pt x="113" y="493"/>
                </a:lnTo>
                <a:lnTo>
                  <a:pt x="112" y="492"/>
                </a:lnTo>
                <a:lnTo>
                  <a:pt x="112" y="491"/>
                </a:lnTo>
                <a:lnTo>
                  <a:pt x="112" y="490"/>
                </a:lnTo>
                <a:lnTo>
                  <a:pt x="113" y="490"/>
                </a:lnTo>
                <a:lnTo>
                  <a:pt x="113" y="489"/>
                </a:lnTo>
                <a:lnTo>
                  <a:pt x="113" y="488"/>
                </a:lnTo>
                <a:lnTo>
                  <a:pt x="112" y="488"/>
                </a:lnTo>
                <a:lnTo>
                  <a:pt x="112" y="487"/>
                </a:lnTo>
                <a:lnTo>
                  <a:pt x="112" y="486"/>
                </a:lnTo>
                <a:lnTo>
                  <a:pt x="112" y="487"/>
                </a:lnTo>
                <a:lnTo>
                  <a:pt x="108" y="480"/>
                </a:lnTo>
                <a:lnTo>
                  <a:pt x="107" y="480"/>
                </a:lnTo>
                <a:lnTo>
                  <a:pt x="107" y="479"/>
                </a:lnTo>
                <a:lnTo>
                  <a:pt x="108" y="478"/>
                </a:lnTo>
                <a:lnTo>
                  <a:pt x="108" y="477"/>
                </a:lnTo>
                <a:lnTo>
                  <a:pt x="108" y="476"/>
                </a:lnTo>
                <a:lnTo>
                  <a:pt x="108" y="475"/>
                </a:lnTo>
                <a:lnTo>
                  <a:pt x="108" y="473"/>
                </a:lnTo>
                <a:lnTo>
                  <a:pt x="109" y="473"/>
                </a:lnTo>
                <a:lnTo>
                  <a:pt x="109" y="472"/>
                </a:lnTo>
                <a:lnTo>
                  <a:pt x="108" y="472"/>
                </a:lnTo>
                <a:lnTo>
                  <a:pt x="108" y="471"/>
                </a:lnTo>
                <a:lnTo>
                  <a:pt x="108" y="470"/>
                </a:lnTo>
                <a:lnTo>
                  <a:pt x="108" y="471"/>
                </a:lnTo>
                <a:lnTo>
                  <a:pt x="107" y="470"/>
                </a:lnTo>
                <a:lnTo>
                  <a:pt x="107" y="469"/>
                </a:lnTo>
                <a:lnTo>
                  <a:pt x="108" y="469"/>
                </a:lnTo>
                <a:lnTo>
                  <a:pt x="108" y="468"/>
                </a:lnTo>
                <a:lnTo>
                  <a:pt x="108" y="467"/>
                </a:lnTo>
                <a:lnTo>
                  <a:pt x="108" y="466"/>
                </a:lnTo>
                <a:lnTo>
                  <a:pt x="109" y="465"/>
                </a:lnTo>
                <a:lnTo>
                  <a:pt x="108" y="465"/>
                </a:lnTo>
                <a:lnTo>
                  <a:pt x="108" y="464"/>
                </a:lnTo>
                <a:lnTo>
                  <a:pt x="108" y="463"/>
                </a:lnTo>
                <a:lnTo>
                  <a:pt x="107" y="463"/>
                </a:lnTo>
                <a:lnTo>
                  <a:pt x="107" y="462"/>
                </a:lnTo>
                <a:lnTo>
                  <a:pt x="106" y="462"/>
                </a:lnTo>
                <a:lnTo>
                  <a:pt x="106" y="461"/>
                </a:lnTo>
                <a:lnTo>
                  <a:pt x="106" y="460"/>
                </a:lnTo>
                <a:lnTo>
                  <a:pt x="106" y="459"/>
                </a:lnTo>
                <a:lnTo>
                  <a:pt x="106" y="458"/>
                </a:lnTo>
                <a:lnTo>
                  <a:pt x="105" y="457"/>
                </a:lnTo>
                <a:lnTo>
                  <a:pt x="106" y="457"/>
                </a:lnTo>
                <a:lnTo>
                  <a:pt x="107" y="457"/>
                </a:lnTo>
                <a:lnTo>
                  <a:pt x="106" y="456"/>
                </a:lnTo>
                <a:lnTo>
                  <a:pt x="106" y="455"/>
                </a:lnTo>
                <a:lnTo>
                  <a:pt x="106" y="454"/>
                </a:lnTo>
                <a:lnTo>
                  <a:pt x="105" y="454"/>
                </a:lnTo>
                <a:lnTo>
                  <a:pt x="105" y="453"/>
                </a:lnTo>
                <a:lnTo>
                  <a:pt x="104" y="453"/>
                </a:lnTo>
                <a:lnTo>
                  <a:pt x="103" y="452"/>
                </a:lnTo>
                <a:lnTo>
                  <a:pt x="103" y="451"/>
                </a:lnTo>
                <a:lnTo>
                  <a:pt x="102" y="452"/>
                </a:lnTo>
                <a:lnTo>
                  <a:pt x="102" y="451"/>
                </a:lnTo>
                <a:lnTo>
                  <a:pt x="101" y="451"/>
                </a:lnTo>
                <a:lnTo>
                  <a:pt x="101" y="450"/>
                </a:lnTo>
                <a:lnTo>
                  <a:pt x="100" y="450"/>
                </a:lnTo>
                <a:lnTo>
                  <a:pt x="100" y="449"/>
                </a:lnTo>
                <a:lnTo>
                  <a:pt x="99" y="449"/>
                </a:lnTo>
                <a:lnTo>
                  <a:pt x="100" y="449"/>
                </a:lnTo>
                <a:lnTo>
                  <a:pt x="100" y="448"/>
                </a:lnTo>
                <a:lnTo>
                  <a:pt x="99" y="448"/>
                </a:lnTo>
                <a:lnTo>
                  <a:pt x="99" y="447"/>
                </a:lnTo>
                <a:lnTo>
                  <a:pt x="100" y="447"/>
                </a:lnTo>
                <a:lnTo>
                  <a:pt x="99" y="447"/>
                </a:lnTo>
                <a:lnTo>
                  <a:pt x="98" y="446"/>
                </a:lnTo>
                <a:lnTo>
                  <a:pt x="98" y="445"/>
                </a:lnTo>
                <a:lnTo>
                  <a:pt x="97" y="445"/>
                </a:lnTo>
                <a:lnTo>
                  <a:pt x="96" y="445"/>
                </a:lnTo>
                <a:lnTo>
                  <a:pt x="95" y="445"/>
                </a:lnTo>
                <a:lnTo>
                  <a:pt x="95" y="444"/>
                </a:lnTo>
                <a:lnTo>
                  <a:pt x="95" y="445"/>
                </a:lnTo>
                <a:lnTo>
                  <a:pt x="94" y="445"/>
                </a:lnTo>
                <a:lnTo>
                  <a:pt x="93" y="445"/>
                </a:lnTo>
                <a:lnTo>
                  <a:pt x="92" y="445"/>
                </a:lnTo>
                <a:lnTo>
                  <a:pt x="92" y="444"/>
                </a:lnTo>
                <a:lnTo>
                  <a:pt x="92" y="443"/>
                </a:lnTo>
                <a:lnTo>
                  <a:pt x="93" y="443"/>
                </a:lnTo>
                <a:lnTo>
                  <a:pt x="93" y="442"/>
                </a:lnTo>
                <a:lnTo>
                  <a:pt x="93" y="441"/>
                </a:lnTo>
                <a:lnTo>
                  <a:pt x="92" y="441"/>
                </a:lnTo>
                <a:lnTo>
                  <a:pt x="92" y="440"/>
                </a:lnTo>
                <a:lnTo>
                  <a:pt x="91" y="440"/>
                </a:lnTo>
                <a:lnTo>
                  <a:pt x="91" y="439"/>
                </a:lnTo>
                <a:lnTo>
                  <a:pt x="90" y="438"/>
                </a:lnTo>
                <a:lnTo>
                  <a:pt x="90" y="437"/>
                </a:lnTo>
                <a:lnTo>
                  <a:pt x="91" y="437"/>
                </a:lnTo>
                <a:lnTo>
                  <a:pt x="91" y="436"/>
                </a:lnTo>
                <a:lnTo>
                  <a:pt x="91" y="435"/>
                </a:lnTo>
                <a:lnTo>
                  <a:pt x="92" y="436"/>
                </a:lnTo>
                <a:lnTo>
                  <a:pt x="92" y="435"/>
                </a:lnTo>
                <a:lnTo>
                  <a:pt x="93" y="435"/>
                </a:lnTo>
                <a:lnTo>
                  <a:pt x="93" y="434"/>
                </a:lnTo>
                <a:lnTo>
                  <a:pt x="94" y="433"/>
                </a:lnTo>
                <a:lnTo>
                  <a:pt x="95" y="434"/>
                </a:lnTo>
                <a:lnTo>
                  <a:pt x="95" y="433"/>
                </a:lnTo>
                <a:lnTo>
                  <a:pt x="96" y="433"/>
                </a:lnTo>
                <a:lnTo>
                  <a:pt x="95" y="433"/>
                </a:lnTo>
                <a:lnTo>
                  <a:pt x="95" y="432"/>
                </a:lnTo>
                <a:lnTo>
                  <a:pt x="93" y="432"/>
                </a:lnTo>
                <a:lnTo>
                  <a:pt x="93" y="431"/>
                </a:lnTo>
                <a:lnTo>
                  <a:pt x="92" y="431"/>
                </a:lnTo>
                <a:lnTo>
                  <a:pt x="92" y="430"/>
                </a:lnTo>
                <a:lnTo>
                  <a:pt x="91" y="430"/>
                </a:lnTo>
                <a:lnTo>
                  <a:pt x="91" y="429"/>
                </a:lnTo>
                <a:lnTo>
                  <a:pt x="92" y="428"/>
                </a:lnTo>
                <a:lnTo>
                  <a:pt x="91" y="428"/>
                </a:lnTo>
                <a:lnTo>
                  <a:pt x="91" y="427"/>
                </a:lnTo>
                <a:lnTo>
                  <a:pt x="91" y="426"/>
                </a:lnTo>
                <a:lnTo>
                  <a:pt x="92" y="426"/>
                </a:lnTo>
                <a:lnTo>
                  <a:pt x="92" y="425"/>
                </a:lnTo>
                <a:lnTo>
                  <a:pt x="92" y="424"/>
                </a:lnTo>
                <a:lnTo>
                  <a:pt x="93" y="424"/>
                </a:lnTo>
                <a:lnTo>
                  <a:pt x="93" y="423"/>
                </a:lnTo>
                <a:lnTo>
                  <a:pt x="92" y="423"/>
                </a:lnTo>
                <a:lnTo>
                  <a:pt x="92" y="422"/>
                </a:lnTo>
                <a:lnTo>
                  <a:pt x="92" y="421"/>
                </a:lnTo>
                <a:lnTo>
                  <a:pt x="91" y="421"/>
                </a:lnTo>
                <a:lnTo>
                  <a:pt x="90" y="421"/>
                </a:lnTo>
                <a:lnTo>
                  <a:pt x="90" y="420"/>
                </a:lnTo>
                <a:lnTo>
                  <a:pt x="90" y="419"/>
                </a:lnTo>
                <a:lnTo>
                  <a:pt x="90" y="418"/>
                </a:lnTo>
                <a:lnTo>
                  <a:pt x="89" y="418"/>
                </a:lnTo>
                <a:lnTo>
                  <a:pt x="90" y="417"/>
                </a:lnTo>
                <a:lnTo>
                  <a:pt x="88" y="416"/>
                </a:lnTo>
                <a:lnTo>
                  <a:pt x="87" y="416"/>
                </a:lnTo>
                <a:lnTo>
                  <a:pt x="87" y="415"/>
                </a:lnTo>
                <a:lnTo>
                  <a:pt x="86" y="415"/>
                </a:lnTo>
                <a:lnTo>
                  <a:pt x="86" y="414"/>
                </a:lnTo>
                <a:lnTo>
                  <a:pt x="85" y="414"/>
                </a:lnTo>
                <a:lnTo>
                  <a:pt x="85" y="415"/>
                </a:lnTo>
                <a:lnTo>
                  <a:pt x="84" y="415"/>
                </a:lnTo>
                <a:lnTo>
                  <a:pt x="84" y="414"/>
                </a:lnTo>
                <a:lnTo>
                  <a:pt x="83" y="414"/>
                </a:lnTo>
                <a:lnTo>
                  <a:pt x="83" y="413"/>
                </a:lnTo>
                <a:lnTo>
                  <a:pt x="84" y="413"/>
                </a:lnTo>
                <a:lnTo>
                  <a:pt x="84" y="412"/>
                </a:lnTo>
                <a:lnTo>
                  <a:pt x="84" y="411"/>
                </a:lnTo>
                <a:lnTo>
                  <a:pt x="83" y="411"/>
                </a:lnTo>
                <a:lnTo>
                  <a:pt x="82" y="410"/>
                </a:lnTo>
                <a:lnTo>
                  <a:pt x="82" y="409"/>
                </a:lnTo>
                <a:lnTo>
                  <a:pt x="81" y="408"/>
                </a:lnTo>
                <a:lnTo>
                  <a:pt x="80" y="408"/>
                </a:lnTo>
                <a:lnTo>
                  <a:pt x="80" y="407"/>
                </a:lnTo>
                <a:lnTo>
                  <a:pt x="80" y="406"/>
                </a:lnTo>
                <a:lnTo>
                  <a:pt x="79" y="406"/>
                </a:lnTo>
                <a:lnTo>
                  <a:pt x="79" y="405"/>
                </a:lnTo>
                <a:lnTo>
                  <a:pt x="79" y="404"/>
                </a:lnTo>
                <a:lnTo>
                  <a:pt x="80" y="403"/>
                </a:lnTo>
                <a:lnTo>
                  <a:pt x="80" y="402"/>
                </a:lnTo>
                <a:lnTo>
                  <a:pt x="80" y="401"/>
                </a:lnTo>
                <a:lnTo>
                  <a:pt x="80" y="400"/>
                </a:lnTo>
                <a:lnTo>
                  <a:pt x="81" y="400"/>
                </a:lnTo>
                <a:lnTo>
                  <a:pt x="80" y="400"/>
                </a:lnTo>
                <a:lnTo>
                  <a:pt x="81" y="399"/>
                </a:lnTo>
                <a:lnTo>
                  <a:pt x="82" y="399"/>
                </a:lnTo>
                <a:lnTo>
                  <a:pt x="83" y="399"/>
                </a:lnTo>
                <a:lnTo>
                  <a:pt x="84" y="399"/>
                </a:lnTo>
                <a:lnTo>
                  <a:pt x="85" y="399"/>
                </a:lnTo>
                <a:lnTo>
                  <a:pt x="86" y="399"/>
                </a:lnTo>
                <a:lnTo>
                  <a:pt x="87" y="399"/>
                </a:lnTo>
                <a:lnTo>
                  <a:pt x="87" y="398"/>
                </a:lnTo>
                <a:lnTo>
                  <a:pt x="88" y="398"/>
                </a:lnTo>
                <a:lnTo>
                  <a:pt x="89" y="397"/>
                </a:lnTo>
                <a:lnTo>
                  <a:pt x="89" y="396"/>
                </a:lnTo>
                <a:lnTo>
                  <a:pt x="88" y="396"/>
                </a:lnTo>
                <a:lnTo>
                  <a:pt x="87" y="395"/>
                </a:lnTo>
                <a:lnTo>
                  <a:pt x="88" y="395"/>
                </a:lnTo>
                <a:lnTo>
                  <a:pt x="88" y="394"/>
                </a:lnTo>
                <a:lnTo>
                  <a:pt x="88" y="393"/>
                </a:lnTo>
                <a:lnTo>
                  <a:pt x="88" y="392"/>
                </a:lnTo>
                <a:lnTo>
                  <a:pt x="87" y="392"/>
                </a:lnTo>
                <a:lnTo>
                  <a:pt x="87" y="391"/>
                </a:lnTo>
                <a:lnTo>
                  <a:pt x="87" y="390"/>
                </a:lnTo>
                <a:lnTo>
                  <a:pt x="88" y="389"/>
                </a:lnTo>
                <a:lnTo>
                  <a:pt x="88" y="388"/>
                </a:lnTo>
                <a:lnTo>
                  <a:pt x="89" y="387"/>
                </a:lnTo>
                <a:lnTo>
                  <a:pt x="90" y="387"/>
                </a:lnTo>
                <a:lnTo>
                  <a:pt x="90" y="386"/>
                </a:lnTo>
                <a:lnTo>
                  <a:pt x="91" y="386"/>
                </a:lnTo>
                <a:lnTo>
                  <a:pt x="92" y="386"/>
                </a:lnTo>
                <a:lnTo>
                  <a:pt x="92" y="385"/>
                </a:lnTo>
                <a:lnTo>
                  <a:pt x="93" y="385"/>
                </a:lnTo>
                <a:lnTo>
                  <a:pt x="93" y="386"/>
                </a:lnTo>
                <a:lnTo>
                  <a:pt x="94" y="386"/>
                </a:lnTo>
                <a:lnTo>
                  <a:pt x="94" y="385"/>
                </a:lnTo>
                <a:lnTo>
                  <a:pt x="95" y="385"/>
                </a:lnTo>
                <a:lnTo>
                  <a:pt x="94" y="384"/>
                </a:lnTo>
                <a:lnTo>
                  <a:pt x="95" y="384"/>
                </a:lnTo>
                <a:lnTo>
                  <a:pt x="96" y="384"/>
                </a:lnTo>
                <a:lnTo>
                  <a:pt x="96" y="383"/>
                </a:lnTo>
                <a:lnTo>
                  <a:pt x="97" y="382"/>
                </a:lnTo>
                <a:lnTo>
                  <a:pt x="98" y="382"/>
                </a:lnTo>
                <a:lnTo>
                  <a:pt x="98" y="381"/>
                </a:lnTo>
                <a:lnTo>
                  <a:pt x="99" y="381"/>
                </a:lnTo>
                <a:lnTo>
                  <a:pt x="100" y="381"/>
                </a:lnTo>
                <a:lnTo>
                  <a:pt x="100" y="380"/>
                </a:lnTo>
                <a:lnTo>
                  <a:pt x="101" y="380"/>
                </a:lnTo>
                <a:lnTo>
                  <a:pt x="101" y="379"/>
                </a:lnTo>
                <a:lnTo>
                  <a:pt x="102" y="379"/>
                </a:lnTo>
                <a:lnTo>
                  <a:pt x="103" y="379"/>
                </a:lnTo>
                <a:lnTo>
                  <a:pt x="104" y="379"/>
                </a:lnTo>
                <a:lnTo>
                  <a:pt x="104" y="378"/>
                </a:lnTo>
                <a:lnTo>
                  <a:pt x="105" y="378"/>
                </a:lnTo>
                <a:lnTo>
                  <a:pt x="106" y="378"/>
                </a:lnTo>
                <a:lnTo>
                  <a:pt x="107" y="379"/>
                </a:lnTo>
                <a:lnTo>
                  <a:pt x="107" y="378"/>
                </a:lnTo>
                <a:lnTo>
                  <a:pt x="107" y="377"/>
                </a:lnTo>
                <a:lnTo>
                  <a:pt x="106" y="377"/>
                </a:lnTo>
                <a:lnTo>
                  <a:pt x="106" y="376"/>
                </a:lnTo>
                <a:lnTo>
                  <a:pt x="107" y="376"/>
                </a:lnTo>
                <a:lnTo>
                  <a:pt x="106" y="376"/>
                </a:lnTo>
                <a:lnTo>
                  <a:pt x="106" y="375"/>
                </a:lnTo>
                <a:lnTo>
                  <a:pt x="106" y="374"/>
                </a:lnTo>
                <a:lnTo>
                  <a:pt x="106" y="373"/>
                </a:lnTo>
                <a:lnTo>
                  <a:pt x="105" y="372"/>
                </a:lnTo>
                <a:lnTo>
                  <a:pt x="105" y="373"/>
                </a:lnTo>
                <a:lnTo>
                  <a:pt x="105" y="372"/>
                </a:lnTo>
                <a:lnTo>
                  <a:pt x="104" y="372"/>
                </a:lnTo>
                <a:lnTo>
                  <a:pt x="103" y="373"/>
                </a:lnTo>
                <a:lnTo>
                  <a:pt x="102" y="372"/>
                </a:lnTo>
                <a:lnTo>
                  <a:pt x="102" y="373"/>
                </a:lnTo>
                <a:lnTo>
                  <a:pt x="101" y="372"/>
                </a:lnTo>
                <a:lnTo>
                  <a:pt x="101" y="371"/>
                </a:lnTo>
                <a:lnTo>
                  <a:pt x="101" y="370"/>
                </a:lnTo>
                <a:lnTo>
                  <a:pt x="101" y="371"/>
                </a:lnTo>
                <a:lnTo>
                  <a:pt x="100" y="371"/>
                </a:lnTo>
                <a:lnTo>
                  <a:pt x="100" y="370"/>
                </a:lnTo>
                <a:lnTo>
                  <a:pt x="99" y="370"/>
                </a:lnTo>
                <a:lnTo>
                  <a:pt x="98" y="370"/>
                </a:lnTo>
                <a:lnTo>
                  <a:pt x="97" y="370"/>
                </a:lnTo>
                <a:lnTo>
                  <a:pt x="96" y="370"/>
                </a:lnTo>
                <a:lnTo>
                  <a:pt x="95" y="370"/>
                </a:lnTo>
                <a:lnTo>
                  <a:pt x="95" y="369"/>
                </a:lnTo>
                <a:lnTo>
                  <a:pt x="95" y="368"/>
                </a:lnTo>
                <a:lnTo>
                  <a:pt x="96" y="368"/>
                </a:lnTo>
                <a:lnTo>
                  <a:pt x="96" y="367"/>
                </a:lnTo>
                <a:lnTo>
                  <a:pt x="95" y="367"/>
                </a:lnTo>
                <a:lnTo>
                  <a:pt x="94" y="367"/>
                </a:lnTo>
                <a:lnTo>
                  <a:pt x="93" y="366"/>
                </a:lnTo>
                <a:lnTo>
                  <a:pt x="93" y="365"/>
                </a:lnTo>
                <a:lnTo>
                  <a:pt x="92" y="365"/>
                </a:lnTo>
                <a:lnTo>
                  <a:pt x="91" y="364"/>
                </a:lnTo>
                <a:lnTo>
                  <a:pt x="91" y="363"/>
                </a:lnTo>
                <a:lnTo>
                  <a:pt x="91" y="362"/>
                </a:lnTo>
                <a:lnTo>
                  <a:pt x="90" y="362"/>
                </a:lnTo>
                <a:lnTo>
                  <a:pt x="91" y="361"/>
                </a:lnTo>
                <a:lnTo>
                  <a:pt x="90" y="360"/>
                </a:lnTo>
                <a:lnTo>
                  <a:pt x="90" y="359"/>
                </a:lnTo>
                <a:lnTo>
                  <a:pt x="89" y="359"/>
                </a:lnTo>
                <a:lnTo>
                  <a:pt x="88" y="359"/>
                </a:lnTo>
                <a:lnTo>
                  <a:pt x="87" y="359"/>
                </a:lnTo>
                <a:lnTo>
                  <a:pt x="87" y="360"/>
                </a:lnTo>
                <a:lnTo>
                  <a:pt x="87" y="361"/>
                </a:lnTo>
                <a:lnTo>
                  <a:pt x="86" y="361"/>
                </a:lnTo>
                <a:lnTo>
                  <a:pt x="85" y="361"/>
                </a:lnTo>
                <a:lnTo>
                  <a:pt x="84" y="361"/>
                </a:lnTo>
                <a:lnTo>
                  <a:pt x="83" y="361"/>
                </a:lnTo>
                <a:lnTo>
                  <a:pt x="82" y="361"/>
                </a:lnTo>
                <a:lnTo>
                  <a:pt x="81" y="362"/>
                </a:lnTo>
                <a:lnTo>
                  <a:pt x="81" y="363"/>
                </a:lnTo>
                <a:lnTo>
                  <a:pt x="80" y="363"/>
                </a:lnTo>
                <a:lnTo>
                  <a:pt x="80" y="362"/>
                </a:lnTo>
                <a:lnTo>
                  <a:pt x="79" y="362"/>
                </a:lnTo>
                <a:lnTo>
                  <a:pt x="79" y="361"/>
                </a:lnTo>
                <a:lnTo>
                  <a:pt x="79" y="360"/>
                </a:lnTo>
                <a:lnTo>
                  <a:pt x="78" y="359"/>
                </a:lnTo>
                <a:lnTo>
                  <a:pt x="78" y="358"/>
                </a:lnTo>
                <a:lnTo>
                  <a:pt x="77" y="358"/>
                </a:lnTo>
                <a:lnTo>
                  <a:pt x="77" y="357"/>
                </a:lnTo>
                <a:lnTo>
                  <a:pt x="76" y="356"/>
                </a:lnTo>
                <a:lnTo>
                  <a:pt x="75" y="355"/>
                </a:lnTo>
                <a:lnTo>
                  <a:pt x="74" y="355"/>
                </a:lnTo>
                <a:lnTo>
                  <a:pt x="74" y="354"/>
                </a:lnTo>
                <a:lnTo>
                  <a:pt x="75" y="354"/>
                </a:lnTo>
                <a:lnTo>
                  <a:pt x="74" y="354"/>
                </a:lnTo>
                <a:lnTo>
                  <a:pt x="74" y="353"/>
                </a:lnTo>
                <a:lnTo>
                  <a:pt x="73" y="353"/>
                </a:lnTo>
                <a:lnTo>
                  <a:pt x="72" y="353"/>
                </a:lnTo>
                <a:lnTo>
                  <a:pt x="71" y="353"/>
                </a:lnTo>
                <a:lnTo>
                  <a:pt x="71" y="352"/>
                </a:lnTo>
                <a:lnTo>
                  <a:pt x="70" y="353"/>
                </a:lnTo>
                <a:lnTo>
                  <a:pt x="70" y="352"/>
                </a:lnTo>
                <a:lnTo>
                  <a:pt x="69" y="352"/>
                </a:lnTo>
                <a:lnTo>
                  <a:pt x="69" y="351"/>
                </a:lnTo>
                <a:lnTo>
                  <a:pt x="68" y="351"/>
                </a:lnTo>
                <a:lnTo>
                  <a:pt x="68" y="352"/>
                </a:lnTo>
                <a:lnTo>
                  <a:pt x="68" y="353"/>
                </a:lnTo>
                <a:lnTo>
                  <a:pt x="68" y="354"/>
                </a:lnTo>
                <a:lnTo>
                  <a:pt x="68" y="355"/>
                </a:lnTo>
                <a:lnTo>
                  <a:pt x="67" y="355"/>
                </a:lnTo>
                <a:lnTo>
                  <a:pt x="66" y="355"/>
                </a:lnTo>
                <a:lnTo>
                  <a:pt x="66" y="356"/>
                </a:lnTo>
                <a:lnTo>
                  <a:pt x="65" y="356"/>
                </a:lnTo>
                <a:lnTo>
                  <a:pt x="65" y="357"/>
                </a:lnTo>
                <a:lnTo>
                  <a:pt x="65" y="358"/>
                </a:lnTo>
                <a:lnTo>
                  <a:pt x="64" y="358"/>
                </a:lnTo>
                <a:lnTo>
                  <a:pt x="64" y="357"/>
                </a:lnTo>
                <a:lnTo>
                  <a:pt x="64" y="358"/>
                </a:lnTo>
                <a:lnTo>
                  <a:pt x="64" y="359"/>
                </a:lnTo>
                <a:lnTo>
                  <a:pt x="63" y="359"/>
                </a:lnTo>
                <a:lnTo>
                  <a:pt x="62" y="358"/>
                </a:lnTo>
                <a:lnTo>
                  <a:pt x="61" y="357"/>
                </a:lnTo>
                <a:lnTo>
                  <a:pt x="60" y="357"/>
                </a:lnTo>
                <a:lnTo>
                  <a:pt x="61" y="357"/>
                </a:lnTo>
                <a:lnTo>
                  <a:pt x="61" y="356"/>
                </a:lnTo>
                <a:lnTo>
                  <a:pt x="60" y="356"/>
                </a:lnTo>
                <a:lnTo>
                  <a:pt x="60" y="355"/>
                </a:lnTo>
                <a:lnTo>
                  <a:pt x="60" y="354"/>
                </a:lnTo>
                <a:lnTo>
                  <a:pt x="59" y="354"/>
                </a:lnTo>
                <a:lnTo>
                  <a:pt x="58" y="353"/>
                </a:lnTo>
                <a:lnTo>
                  <a:pt x="59" y="353"/>
                </a:lnTo>
                <a:lnTo>
                  <a:pt x="59" y="352"/>
                </a:lnTo>
                <a:lnTo>
                  <a:pt x="59" y="351"/>
                </a:lnTo>
                <a:lnTo>
                  <a:pt x="59" y="350"/>
                </a:lnTo>
                <a:lnTo>
                  <a:pt x="59" y="349"/>
                </a:lnTo>
                <a:lnTo>
                  <a:pt x="58" y="349"/>
                </a:lnTo>
                <a:lnTo>
                  <a:pt x="58" y="348"/>
                </a:lnTo>
                <a:lnTo>
                  <a:pt x="57" y="347"/>
                </a:lnTo>
                <a:lnTo>
                  <a:pt x="56" y="346"/>
                </a:lnTo>
                <a:lnTo>
                  <a:pt x="56" y="347"/>
                </a:lnTo>
                <a:lnTo>
                  <a:pt x="55" y="347"/>
                </a:lnTo>
                <a:lnTo>
                  <a:pt x="54" y="347"/>
                </a:lnTo>
                <a:lnTo>
                  <a:pt x="53" y="347"/>
                </a:lnTo>
                <a:lnTo>
                  <a:pt x="53" y="346"/>
                </a:lnTo>
                <a:lnTo>
                  <a:pt x="52" y="346"/>
                </a:lnTo>
                <a:lnTo>
                  <a:pt x="52" y="345"/>
                </a:lnTo>
                <a:lnTo>
                  <a:pt x="51" y="345"/>
                </a:lnTo>
                <a:lnTo>
                  <a:pt x="52" y="344"/>
                </a:lnTo>
                <a:lnTo>
                  <a:pt x="52" y="343"/>
                </a:lnTo>
                <a:lnTo>
                  <a:pt x="52" y="342"/>
                </a:lnTo>
                <a:lnTo>
                  <a:pt x="52" y="341"/>
                </a:lnTo>
                <a:lnTo>
                  <a:pt x="52" y="342"/>
                </a:lnTo>
                <a:lnTo>
                  <a:pt x="51" y="342"/>
                </a:lnTo>
                <a:lnTo>
                  <a:pt x="51" y="341"/>
                </a:lnTo>
                <a:lnTo>
                  <a:pt x="51" y="339"/>
                </a:lnTo>
                <a:lnTo>
                  <a:pt x="50" y="339"/>
                </a:lnTo>
                <a:lnTo>
                  <a:pt x="50" y="338"/>
                </a:lnTo>
                <a:lnTo>
                  <a:pt x="49" y="338"/>
                </a:lnTo>
                <a:lnTo>
                  <a:pt x="49" y="339"/>
                </a:lnTo>
                <a:lnTo>
                  <a:pt x="48" y="338"/>
                </a:lnTo>
                <a:lnTo>
                  <a:pt x="48" y="339"/>
                </a:lnTo>
                <a:lnTo>
                  <a:pt x="47" y="339"/>
                </a:lnTo>
                <a:lnTo>
                  <a:pt x="47" y="340"/>
                </a:lnTo>
                <a:lnTo>
                  <a:pt x="47" y="339"/>
                </a:lnTo>
                <a:lnTo>
                  <a:pt x="46" y="339"/>
                </a:lnTo>
                <a:lnTo>
                  <a:pt x="45" y="339"/>
                </a:lnTo>
                <a:lnTo>
                  <a:pt x="44" y="338"/>
                </a:lnTo>
                <a:lnTo>
                  <a:pt x="45" y="338"/>
                </a:lnTo>
                <a:lnTo>
                  <a:pt x="45" y="337"/>
                </a:lnTo>
                <a:lnTo>
                  <a:pt x="45" y="336"/>
                </a:lnTo>
                <a:lnTo>
                  <a:pt x="44" y="336"/>
                </a:lnTo>
                <a:lnTo>
                  <a:pt x="45" y="336"/>
                </a:lnTo>
                <a:lnTo>
                  <a:pt x="45" y="335"/>
                </a:lnTo>
                <a:lnTo>
                  <a:pt x="46" y="335"/>
                </a:lnTo>
                <a:lnTo>
                  <a:pt x="46" y="333"/>
                </a:lnTo>
                <a:lnTo>
                  <a:pt x="45" y="333"/>
                </a:lnTo>
                <a:lnTo>
                  <a:pt x="45" y="332"/>
                </a:lnTo>
                <a:lnTo>
                  <a:pt x="44" y="332"/>
                </a:lnTo>
                <a:lnTo>
                  <a:pt x="44" y="331"/>
                </a:lnTo>
                <a:lnTo>
                  <a:pt x="45" y="331"/>
                </a:lnTo>
                <a:lnTo>
                  <a:pt x="45" y="330"/>
                </a:lnTo>
                <a:lnTo>
                  <a:pt x="45" y="329"/>
                </a:lnTo>
                <a:lnTo>
                  <a:pt x="45" y="328"/>
                </a:lnTo>
                <a:lnTo>
                  <a:pt x="45" y="327"/>
                </a:lnTo>
                <a:lnTo>
                  <a:pt x="45" y="326"/>
                </a:lnTo>
                <a:lnTo>
                  <a:pt x="45" y="325"/>
                </a:lnTo>
                <a:lnTo>
                  <a:pt x="44" y="325"/>
                </a:lnTo>
                <a:lnTo>
                  <a:pt x="44" y="324"/>
                </a:lnTo>
                <a:lnTo>
                  <a:pt x="44" y="323"/>
                </a:lnTo>
                <a:lnTo>
                  <a:pt x="44" y="322"/>
                </a:lnTo>
                <a:lnTo>
                  <a:pt x="45" y="321"/>
                </a:lnTo>
                <a:lnTo>
                  <a:pt x="46" y="321"/>
                </a:lnTo>
                <a:lnTo>
                  <a:pt x="46" y="320"/>
                </a:lnTo>
                <a:lnTo>
                  <a:pt x="47" y="320"/>
                </a:lnTo>
                <a:lnTo>
                  <a:pt x="48" y="320"/>
                </a:lnTo>
                <a:lnTo>
                  <a:pt x="48" y="319"/>
                </a:lnTo>
                <a:lnTo>
                  <a:pt x="48" y="318"/>
                </a:lnTo>
                <a:lnTo>
                  <a:pt x="49" y="318"/>
                </a:lnTo>
                <a:lnTo>
                  <a:pt x="49" y="317"/>
                </a:lnTo>
                <a:lnTo>
                  <a:pt x="49" y="316"/>
                </a:lnTo>
                <a:lnTo>
                  <a:pt x="49" y="315"/>
                </a:lnTo>
                <a:lnTo>
                  <a:pt x="49" y="314"/>
                </a:lnTo>
                <a:lnTo>
                  <a:pt x="50" y="314"/>
                </a:lnTo>
                <a:lnTo>
                  <a:pt x="50" y="313"/>
                </a:lnTo>
                <a:lnTo>
                  <a:pt x="50" y="312"/>
                </a:lnTo>
                <a:lnTo>
                  <a:pt x="51" y="312"/>
                </a:lnTo>
                <a:lnTo>
                  <a:pt x="52" y="312"/>
                </a:lnTo>
                <a:lnTo>
                  <a:pt x="53" y="311"/>
                </a:lnTo>
                <a:lnTo>
                  <a:pt x="54" y="311"/>
                </a:lnTo>
                <a:lnTo>
                  <a:pt x="54" y="310"/>
                </a:lnTo>
                <a:lnTo>
                  <a:pt x="55" y="310"/>
                </a:lnTo>
                <a:lnTo>
                  <a:pt x="55" y="309"/>
                </a:lnTo>
                <a:lnTo>
                  <a:pt x="54" y="309"/>
                </a:lnTo>
                <a:lnTo>
                  <a:pt x="54" y="308"/>
                </a:lnTo>
                <a:lnTo>
                  <a:pt x="54" y="307"/>
                </a:lnTo>
                <a:lnTo>
                  <a:pt x="53" y="307"/>
                </a:lnTo>
                <a:lnTo>
                  <a:pt x="54" y="307"/>
                </a:lnTo>
                <a:lnTo>
                  <a:pt x="54" y="306"/>
                </a:lnTo>
                <a:lnTo>
                  <a:pt x="54" y="305"/>
                </a:lnTo>
                <a:lnTo>
                  <a:pt x="55" y="305"/>
                </a:lnTo>
                <a:lnTo>
                  <a:pt x="55" y="304"/>
                </a:lnTo>
                <a:lnTo>
                  <a:pt x="56" y="304"/>
                </a:lnTo>
                <a:lnTo>
                  <a:pt x="56" y="303"/>
                </a:lnTo>
                <a:lnTo>
                  <a:pt x="57" y="303"/>
                </a:lnTo>
                <a:lnTo>
                  <a:pt x="57" y="302"/>
                </a:lnTo>
                <a:lnTo>
                  <a:pt x="58" y="302"/>
                </a:lnTo>
                <a:lnTo>
                  <a:pt x="58" y="301"/>
                </a:lnTo>
                <a:lnTo>
                  <a:pt x="59" y="302"/>
                </a:lnTo>
                <a:lnTo>
                  <a:pt x="60" y="302"/>
                </a:lnTo>
                <a:lnTo>
                  <a:pt x="60" y="301"/>
                </a:lnTo>
                <a:lnTo>
                  <a:pt x="61" y="301"/>
                </a:lnTo>
                <a:lnTo>
                  <a:pt x="61" y="300"/>
                </a:lnTo>
                <a:lnTo>
                  <a:pt x="62" y="300"/>
                </a:lnTo>
                <a:lnTo>
                  <a:pt x="63" y="300"/>
                </a:lnTo>
                <a:lnTo>
                  <a:pt x="63" y="299"/>
                </a:lnTo>
                <a:lnTo>
                  <a:pt x="64" y="299"/>
                </a:lnTo>
                <a:lnTo>
                  <a:pt x="65" y="298"/>
                </a:lnTo>
                <a:lnTo>
                  <a:pt x="66" y="298"/>
                </a:lnTo>
                <a:lnTo>
                  <a:pt x="66" y="297"/>
                </a:lnTo>
                <a:lnTo>
                  <a:pt x="67" y="297"/>
                </a:lnTo>
                <a:lnTo>
                  <a:pt x="67" y="296"/>
                </a:lnTo>
                <a:lnTo>
                  <a:pt x="68" y="296"/>
                </a:lnTo>
                <a:lnTo>
                  <a:pt x="68" y="295"/>
                </a:lnTo>
                <a:lnTo>
                  <a:pt x="68" y="296"/>
                </a:lnTo>
                <a:lnTo>
                  <a:pt x="68" y="295"/>
                </a:lnTo>
                <a:lnTo>
                  <a:pt x="69" y="295"/>
                </a:lnTo>
                <a:lnTo>
                  <a:pt x="70" y="295"/>
                </a:lnTo>
                <a:lnTo>
                  <a:pt x="71" y="294"/>
                </a:lnTo>
                <a:lnTo>
                  <a:pt x="71" y="293"/>
                </a:lnTo>
                <a:lnTo>
                  <a:pt x="72" y="293"/>
                </a:lnTo>
                <a:lnTo>
                  <a:pt x="73" y="294"/>
                </a:lnTo>
                <a:lnTo>
                  <a:pt x="74" y="294"/>
                </a:lnTo>
                <a:lnTo>
                  <a:pt x="75" y="294"/>
                </a:lnTo>
                <a:lnTo>
                  <a:pt x="75" y="295"/>
                </a:lnTo>
                <a:lnTo>
                  <a:pt x="76" y="295"/>
                </a:lnTo>
                <a:lnTo>
                  <a:pt x="77" y="295"/>
                </a:lnTo>
                <a:lnTo>
                  <a:pt x="76" y="295"/>
                </a:lnTo>
                <a:lnTo>
                  <a:pt x="76" y="294"/>
                </a:lnTo>
                <a:lnTo>
                  <a:pt x="77" y="293"/>
                </a:lnTo>
                <a:lnTo>
                  <a:pt x="79" y="293"/>
                </a:lnTo>
                <a:lnTo>
                  <a:pt x="79" y="292"/>
                </a:lnTo>
                <a:lnTo>
                  <a:pt x="80" y="292"/>
                </a:lnTo>
                <a:lnTo>
                  <a:pt x="80" y="293"/>
                </a:lnTo>
                <a:lnTo>
                  <a:pt x="81" y="293"/>
                </a:lnTo>
                <a:lnTo>
                  <a:pt x="82" y="293"/>
                </a:lnTo>
                <a:lnTo>
                  <a:pt x="82" y="294"/>
                </a:lnTo>
                <a:lnTo>
                  <a:pt x="83" y="294"/>
                </a:lnTo>
                <a:lnTo>
                  <a:pt x="83" y="295"/>
                </a:lnTo>
                <a:lnTo>
                  <a:pt x="84" y="295"/>
                </a:lnTo>
                <a:lnTo>
                  <a:pt x="84" y="294"/>
                </a:lnTo>
                <a:lnTo>
                  <a:pt x="85" y="294"/>
                </a:lnTo>
                <a:lnTo>
                  <a:pt x="85" y="293"/>
                </a:lnTo>
                <a:lnTo>
                  <a:pt x="86" y="293"/>
                </a:lnTo>
                <a:lnTo>
                  <a:pt x="86" y="294"/>
                </a:lnTo>
                <a:lnTo>
                  <a:pt x="86" y="293"/>
                </a:lnTo>
                <a:lnTo>
                  <a:pt x="87" y="293"/>
                </a:lnTo>
                <a:lnTo>
                  <a:pt x="87" y="292"/>
                </a:lnTo>
                <a:lnTo>
                  <a:pt x="87" y="293"/>
                </a:lnTo>
                <a:lnTo>
                  <a:pt x="87" y="294"/>
                </a:lnTo>
                <a:lnTo>
                  <a:pt x="88" y="294"/>
                </a:lnTo>
                <a:lnTo>
                  <a:pt x="90" y="294"/>
                </a:lnTo>
                <a:lnTo>
                  <a:pt x="90" y="293"/>
                </a:lnTo>
                <a:lnTo>
                  <a:pt x="91" y="293"/>
                </a:lnTo>
                <a:lnTo>
                  <a:pt x="91" y="292"/>
                </a:lnTo>
                <a:lnTo>
                  <a:pt x="92" y="292"/>
                </a:lnTo>
                <a:lnTo>
                  <a:pt x="93" y="291"/>
                </a:lnTo>
                <a:lnTo>
                  <a:pt x="93" y="290"/>
                </a:lnTo>
                <a:lnTo>
                  <a:pt x="93" y="289"/>
                </a:lnTo>
                <a:lnTo>
                  <a:pt x="92" y="288"/>
                </a:lnTo>
                <a:lnTo>
                  <a:pt x="91" y="288"/>
                </a:lnTo>
                <a:lnTo>
                  <a:pt x="91" y="287"/>
                </a:lnTo>
                <a:lnTo>
                  <a:pt x="91" y="286"/>
                </a:lnTo>
                <a:lnTo>
                  <a:pt x="91" y="285"/>
                </a:lnTo>
                <a:lnTo>
                  <a:pt x="91" y="283"/>
                </a:lnTo>
                <a:lnTo>
                  <a:pt x="92" y="283"/>
                </a:lnTo>
                <a:lnTo>
                  <a:pt x="92" y="282"/>
                </a:lnTo>
                <a:lnTo>
                  <a:pt x="92" y="281"/>
                </a:lnTo>
                <a:lnTo>
                  <a:pt x="93" y="281"/>
                </a:lnTo>
                <a:lnTo>
                  <a:pt x="92" y="281"/>
                </a:lnTo>
                <a:lnTo>
                  <a:pt x="93" y="281"/>
                </a:lnTo>
                <a:lnTo>
                  <a:pt x="93" y="280"/>
                </a:lnTo>
                <a:lnTo>
                  <a:pt x="93" y="279"/>
                </a:lnTo>
                <a:lnTo>
                  <a:pt x="93" y="278"/>
                </a:lnTo>
                <a:lnTo>
                  <a:pt x="93" y="277"/>
                </a:lnTo>
                <a:lnTo>
                  <a:pt x="92" y="277"/>
                </a:lnTo>
                <a:lnTo>
                  <a:pt x="92" y="275"/>
                </a:lnTo>
                <a:lnTo>
                  <a:pt x="93" y="275"/>
                </a:lnTo>
                <a:lnTo>
                  <a:pt x="93" y="274"/>
                </a:lnTo>
                <a:lnTo>
                  <a:pt x="93" y="273"/>
                </a:lnTo>
                <a:lnTo>
                  <a:pt x="94" y="273"/>
                </a:lnTo>
                <a:lnTo>
                  <a:pt x="94" y="272"/>
                </a:lnTo>
                <a:lnTo>
                  <a:pt x="93" y="272"/>
                </a:lnTo>
                <a:lnTo>
                  <a:pt x="94" y="272"/>
                </a:lnTo>
                <a:lnTo>
                  <a:pt x="94" y="271"/>
                </a:lnTo>
                <a:lnTo>
                  <a:pt x="93" y="271"/>
                </a:lnTo>
                <a:lnTo>
                  <a:pt x="94" y="271"/>
                </a:lnTo>
                <a:lnTo>
                  <a:pt x="94" y="270"/>
                </a:lnTo>
                <a:lnTo>
                  <a:pt x="94" y="269"/>
                </a:lnTo>
                <a:lnTo>
                  <a:pt x="94" y="268"/>
                </a:lnTo>
                <a:lnTo>
                  <a:pt x="93" y="268"/>
                </a:lnTo>
                <a:lnTo>
                  <a:pt x="93" y="267"/>
                </a:lnTo>
                <a:lnTo>
                  <a:pt x="94" y="267"/>
                </a:lnTo>
                <a:lnTo>
                  <a:pt x="94" y="266"/>
                </a:lnTo>
                <a:lnTo>
                  <a:pt x="93" y="266"/>
                </a:lnTo>
                <a:lnTo>
                  <a:pt x="93" y="265"/>
                </a:lnTo>
                <a:lnTo>
                  <a:pt x="94" y="265"/>
                </a:lnTo>
                <a:lnTo>
                  <a:pt x="95" y="263"/>
                </a:lnTo>
                <a:lnTo>
                  <a:pt x="95" y="262"/>
                </a:lnTo>
                <a:lnTo>
                  <a:pt x="94" y="262"/>
                </a:lnTo>
                <a:lnTo>
                  <a:pt x="94" y="260"/>
                </a:lnTo>
                <a:lnTo>
                  <a:pt x="94" y="259"/>
                </a:lnTo>
                <a:lnTo>
                  <a:pt x="94" y="258"/>
                </a:lnTo>
                <a:lnTo>
                  <a:pt x="95" y="258"/>
                </a:lnTo>
                <a:lnTo>
                  <a:pt x="95" y="257"/>
                </a:lnTo>
                <a:lnTo>
                  <a:pt x="95" y="256"/>
                </a:lnTo>
                <a:lnTo>
                  <a:pt x="95" y="255"/>
                </a:lnTo>
                <a:lnTo>
                  <a:pt x="95" y="254"/>
                </a:lnTo>
                <a:lnTo>
                  <a:pt x="95" y="253"/>
                </a:lnTo>
                <a:lnTo>
                  <a:pt x="94" y="253"/>
                </a:lnTo>
                <a:lnTo>
                  <a:pt x="94" y="252"/>
                </a:lnTo>
                <a:lnTo>
                  <a:pt x="94" y="251"/>
                </a:lnTo>
                <a:lnTo>
                  <a:pt x="93" y="250"/>
                </a:lnTo>
                <a:lnTo>
                  <a:pt x="93" y="249"/>
                </a:lnTo>
                <a:lnTo>
                  <a:pt x="93" y="248"/>
                </a:lnTo>
                <a:lnTo>
                  <a:pt x="93" y="247"/>
                </a:lnTo>
                <a:lnTo>
                  <a:pt x="93" y="246"/>
                </a:lnTo>
                <a:lnTo>
                  <a:pt x="93" y="245"/>
                </a:lnTo>
                <a:lnTo>
                  <a:pt x="93" y="244"/>
                </a:lnTo>
                <a:lnTo>
                  <a:pt x="93" y="243"/>
                </a:lnTo>
                <a:lnTo>
                  <a:pt x="93" y="242"/>
                </a:lnTo>
                <a:lnTo>
                  <a:pt x="92" y="242"/>
                </a:lnTo>
                <a:lnTo>
                  <a:pt x="92" y="241"/>
                </a:lnTo>
                <a:lnTo>
                  <a:pt x="93" y="240"/>
                </a:lnTo>
                <a:lnTo>
                  <a:pt x="92" y="240"/>
                </a:lnTo>
                <a:lnTo>
                  <a:pt x="92" y="238"/>
                </a:lnTo>
                <a:lnTo>
                  <a:pt x="92" y="237"/>
                </a:lnTo>
                <a:lnTo>
                  <a:pt x="92" y="236"/>
                </a:lnTo>
                <a:lnTo>
                  <a:pt x="91" y="236"/>
                </a:lnTo>
                <a:lnTo>
                  <a:pt x="91" y="235"/>
                </a:lnTo>
                <a:lnTo>
                  <a:pt x="91" y="234"/>
                </a:lnTo>
                <a:lnTo>
                  <a:pt x="91" y="233"/>
                </a:lnTo>
                <a:lnTo>
                  <a:pt x="91" y="232"/>
                </a:lnTo>
                <a:lnTo>
                  <a:pt x="91" y="230"/>
                </a:lnTo>
                <a:lnTo>
                  <a:pt x="90" y="229"/>
                </a:lnTo>
                <a:lnTo>
                  <a:pt x="90" y="226"/>
                </a:lnTo>
                <a:lnTo>
                  <a:pt x="90" y="225"/>
                </a:lnTo>
                <a:lnTo>
                  <a:pt x="90" y="224"/>
                </a:lnTo>
                <a:lnTo>
                  <a:pt x="89" y="224"/>
                </a:lnTo>
                <a:lnTo>
                  <a:pt x="88" y="224"/>
                </a:lnTo>
                <a:lnTo>
                  <a:pt x="88" y="223"/>
                </a:lnTo>
                <a:lnTo>
                  <a:pt x="89" y="222"/>
                </a:lnTo>
                <a:lnTo>
                  <a:pt x="90" y="222"/>
                </a:lnTo>
                <a:lnTo>
                  <a:pt x="90" y="221"/>
                </a:lnTo>
                <a:lnTo>
                  <a:pt x="90" y="220"/>
                </a:lnTo>
                <a:lnTo>
                  <a:pt x="89" y="220"/>
                </a:lnTo>
                <a:lnTo>
                  <a:pt x="89" y="219"/>
                </a:lnTo>
                <a:lnTo>
                  <a:pt x="88" y="219"/>
                </a:lnTo>
                <a:lnTo>
                  <a:pt x="87" y="219"/>
                </a:lnTo>
                <a:lnTo>
                  <a:pt x="86" y="219"/>
                </a:lnTo>
                <a:lnTo>
                  <a:pt x="87" y="218"/>
                </a:lnTo>
                <a:lnTo>
                  <a:pt x="88" y="217"/>
                </a:lnTo>
                <a:lnTo>
                  <a:pt x="89" y="217"/>
                </a:lnTo>
                <a:lnTo>
                  <a:pt x="89" y="216"/>
                </a:lnTo>
                <a:lnTo>
                  <a:pt x="89" y="215"/>
                </a:lnTo>
                <a:lnTo>
                  <a:pt x="90" y="215"/>
                </a:lnTo>
                <a:lnTo>
                  <a:pt x="90" y="214"/>
                </a:lnTo>
                <a:lnTo>
                  <a:pt x="91" y="214"/>
                </a:lnTo>
                <a:lnTo>
                  <a:pt x="92" y="213"/>
                </a:lnTo>
                <a:lnTo>
                  <a:pt x="93" y="213"/>
                </a:lnTo>
                <a:lnTo>
                  <a:pt x="93" y="212"/>
                </a:lnTo>
                <a:lnTo>
                  <a:pt x="93" y="213"/>
                </a:lnTo>
                <a:lnTo>
                  <a:pt x="94" y="213"/>
                </a:lnTo>
                <a:lnTo>
                  <a:pt x="93" y="212"/>
                </a:lnTo>
                <a:lnTo>
                  <a:pt x="91" y="211"/>
                </a:lnTo>
                <a:lnTo>
                  <a:pt x="91" y="212"/>
                </a:lnTo>
                <a:lnTo>
                  <a:pt x="90" y="212"/>
                </a:lnTo>
                <a:lnTo>
                  <a:pt x="90" y="213"/>
                </a:lnTo>
                <a:lnTo>
                  <a:pt x="90" y="214"/>
                </a:lnTo>
                <a:lnTo>
                  <a:pt x="88" y="215"/>
                </a:lnTo>
                <a:lnTo>
                  <a:pt x="88" y="216"/>
                </a:lnTo>
                <a:lnTo>
                  <a:pt x="87" y="216"/>
                </a:lnTo>
                <a:lnTo>
                  <a:pt x="86" y="217"/>
                </a:lnTo>
                <a:lnTo>
                  <a:pt x="86" y="218"/>
                </a:lnTo>
                <a:lnTo>
                  <a:pt x="86" y="219"/>
                </a:lnTo>
                <a:lnTo>
                  <a:pt x="85" y="219"/>
                </a:lnTo>
                <a:lnTo>
                  <a:pt x="84" y="219"/>
                </a:lnTo>
                <a:lnTo>
                  <a:pt x="84" y="220"/>
                </a:lnTo>
                <a:lnTo>
                  <a:pt x="83" y="221"/>
                </a:lnTo>
                <a:lnTo>
                  <a:pt x="82" y="222"/>
                </a:lnTo>
                <a:lnTo>
                  <a:pt x="81" y="223"/>
                </a:lnTo>
                <a:lnTo>
                  <a:pt x="81" y="222"/>
                </a:lnTo>
                <a:lnTo>
                  <a:pt x="81" y="221"/>
                </a:lnTo>
                <a:lnTo>
                  <a:pt x="81" y="220"/>
                </a:lnTo>
                <a:lnTo>
                  <a:pt x="80" y="219"/>
                </a:lnTo>
                <a:lnTo>
                  <a:pt x="79" y="219"/>
                </a:lnTo>
                <a:lnTo>
                  <a:pt x="79" y="220"/>
                </a:lnTo>
                <a:lnTo>
                  <a:pt x="79" y="221"/>
                </a:lnTo>
                <a:lnTo>
                  <a:pt x="79" y="222"/>
                </a:lnTo>
                <a:lnTo>
                  <a:pt x="78" y="222"/>
                </a:lnTo>
                <a:lnTo>
                  <a:pt x="77" y="222"/>
                </a:lnTo>
                <a:lnTo>
                  <a:pt x="76" y="221"/>
                </a:lnTo>
                <a:lnTo>
                  <a:pt x="75" y="221"/>
                </a:lnTo>
                <a:lnTo>
                  <a:pt x="74" y="220"/>
                </a:lnTo>
                <a:lnTo>
                  <a:pt x="73" y="220"/>
                </a:lnTo>
                <a:lnTo>
                  <a:pt x="73" y="221"/>
                </a:lnTo>
                <a:lnTo>
                  <a:pt x="73" y="222"/>
                </a:lnTo>
                <a:lnTo>
                  <a:pt x="74" y="222"/>
                </a:lnTo>
                <a:lnTo>
                  <a:pt x="74" y="223"/>
                </a:lnTo>
                <a:lnTo>
                  <a:pt x="73" y="223"/>
                </a:lnTo>
                <a:lnTo>
                  <a:pt x="71" y="223"/>
                </a:lnTo>
                <a:lnTo>
                  <a:pt x="71" y="224"/>
                </a:lnTo>
                <a:lnTo>
                  <a:pt x="72" y="224"/>
                </a:lnTo>
                <a:lnTo>
                  <a:pt x="72" y="225"/>
                </a:lnTo>
                <a:lnTo>
                  <a:pt x="71" y="228"/>
                </a:lnTo>
                <a:lnTo>
                  <a:pt x="70" y="229"/>
                </a:lnTo>
                <a:lnTo>
                  <a:pt x="69" y="229"/>
                </a:lnTo>
                <a:lnTo>
                  <a:pt x="70" y="228"/>
                </a:lnTo>
                <a:lnTo>
                  <a:pt x="69" y="227"/>
                </a:lnTo>
                <a:lnTo>
                  <a:pt x="69" y="228"/>
                </a:lnTo>
                <a:lnTo>
                  <a:pt x="68" y="228"/>
                </a:lnTo>
                <a:lnTo>
                  <a:pt x="67" y="229"/>
                </a:lnTo>
                <a:lnTo>
                  <a:pt x="66" y="229"/>
                </a:lnTo>
                <a:lnTo>
                  <a:pt x="66" y="228"/>
                </a:lnTo>
                <a:lnTo>
                  <a:pt x="65" y="228"/>
                </a:lnTo>
                <a:lnTo>
                  <a:pt x="65" y="227"/>
                </a:lnTo>
                <a:lnTo>
                  <a:pt x="64" y="227"/>
                </a:lnTo>
                <a:lnTo>
                  <a:pt x="63" y="227"/>
                </a:lnTo>
                <a:lnTo>
                  <a:pt x="63" y="228"/>
                </a:lnTo>
                <a:lnTo>
                  <a:pt x="62" y="228"/>
                </a:lnTo>
                <a:lnTo>
                  <a:pt x="62" y="229"/>
                </a:lnTo>
                <a:lnTo>
                  <a:pt x="61" y="229"/>
                </a:lnTo>
                <a:lnTo>
                  <a:pt x="60" y="229"/>
                </a:lnTo>
                <a:lnTo>
                  <a:pt x="60" y="228"/>
                </a:lnTo>
                <a:lnTo>
                  <a:pt x="61" y="229"/>
                </a:lnTo>
                <a:lnTo>
                  <a:pt x="61" y="228"/>
                </a:lnTo>
                <a:lnTo>
                  <a:pt x="62" y="228"/>
                </a:lnTo>
                <a:lnTo>
                  <a:pt x="61" y="227"/>
                </a:lnTo>
                <a:lnTo>
                  <a:pt x="60" y="227"/>
                </a:lnTo>
                <a:lnTo>
                  <a:pt x="59" y="227"/>
                </a:lnTo>
                <a:lnTo>
                  <a:pt x="59" y="226"/>
                </a:lnTo>
                <a:lnTo>
                  <a:pt x="58" y="226"/>
                </a:lnTo>
                <a:lnTo>
                  <a:pt x="58" y="225"/>
                </a:lnTo>
                <a:lnTo>
                  <a:pt x="57" y="225"/>
                </a:lnTo>
                <a:lnTo>
                  <a:pt x="58" y="225"/>
                </a:lnTo>
                <a:lnTo>
                  <a:pt x="57" y="225"/>
                </a:lnTo>
                <a:lnTo>
                  <a:pt x="57" y="224"/>
                </a:lnTo>
                <a:lnTo>
                  <a:pt x="56" y="223"/>
                </a:lnTo>
                <a:lnTo>
                  <a:pt x="56" y="222"/>
                </a:lnTo>
                <a:lnTo>
                  <a:pt x="55" y="221"/>
                </a:lnTo>
                <a:lnTo>
                  <a:pt x="55" y="220"/>
                </a:lnTo>
                <a:lnTo>
                  <a:pt x="54" y="220"/>
                </a:lnTo>
                <a:lnTo>
                  <a:pt x="54" y="219"/>
                </a:lnTo>
                <a:lnTo>
                  <a:pt x="54" y="218"/>
                </a:lnTo>
                <a:lnTo>
                  <a:pt x="53" y="218"/>
                </a:lnTo>
                <a:lnTo>
                  <a:pt x="53" y="217"/>
                </a:lnTo>
                <a:lnTo>
                  <a:pt x="53" y="218"/>
                </a:lnTo>
                <a:lnTo>
                  <a:pt x="52" y="218"/>
                </a:lnTo>
                <a:lnTo>
                  <a:pt x="52" y="217"/>
                </a:lnTo>
                <a:lnTo>
                  <a:pt x="51" y="217"/>
                </a:lnTo>
                <a:lnTo>
                  <a:pt x="50" y="216"/>
                </a:lnTo>
                <a:lnTo>
                  <a:pt x="50" y="215"/>
                </a:lnTo>
                <a:lnTo>
                  <a:pt x="50" y="214"/>
                </a:lnTo>
                <a:lnTo>
                  <a:pt x="49" y="214"/>
                </a:lnTo>
                <a:lnTo>
                  <a:pt x="48" y="214"/>
                </a:lnTo>
                <a:lnTo>
                  <a:pt x="47" y="214"/>
                </a:lnTo>
                <a:lnTo>
                  <a:pt x="47" y="213"/>
                </a:lnTo>
                <a:lnTo>
                  <a:pt x="47" y="212"/>
                </a:lnTo>
                <a:lnTo>
                  <a:pt x="46" y="212"/>
                </a:lnTo>
                <a:lnTo>
                  <a:pt x="45" y="212"/>
                </a:lnTo>
                <a:lnTo>
                  <a:pt x="41" y="213"/>
                </a:lnTo>
                <a:lnTo>
                  <a:pt x="40" y="213"/>
                </a:lnTo>
                <a:lnTo>
                  <a:pt x="39" y="214"/>
                </a:lnTo>
                <a:lnTo>
                  <a:pt x="38" y="214"/>
                </a:lnTo>
                <a:lnTo>
                  <a:pt x="37" y="213"/>
                </a:lnTo>
                <a:lnTo>
                  <a:pt x="38" y="211"/>
                </a:lnTo>
                <a:lnTo>
                  <a:pt x="38" y="210"/>
                </a:lnTo>
                <a:lnTo>
                  <a:pt x="37" y="210"/>
                </a:lnTo>
                <a:lnTo>
                  <a:pt x="36" y="210"/>
                </a:lnTo>
                <a:lnTo>
                  <a:pt x="36" y="211"/>
                </a:lnTo>
                <a:lnTo>
                  <a:pt x="35" y="211"/>
                </a:lnTo>
                <a:lnTo>
                  <a:pt x="34" y="211"/>
                </a:lnTo>
                <a:lnTo>
                  <a:pt x="33" y="211"/>
                </a:lnTo>
                <a:lnTo>
                  <a:pt x="33" y="210"/>
                </a:lnTo>
                <a:lnTo>
                  <a:pt x="34" y="210"/>
                </a:lnTo>
                <a:lnTo>
                  <a:pt x="33" y="210"/>
                </a:lnTo>
                <a:lnTo>
                  <a:pt x="32" y="210"/>
                </a:lnTo>
                <a:lnTo>
                  <a:pt x="31" y="210"/>
                </a:lnTo>
                <a:lnTo>
                  <a:pt x="30" y="210"/>
                </a:lnTo>
                <a:lnTo>
                  <a:pt x="30" y="211"/>
                </a:lnTo>
                <a:lnTo>
                  <a:pt x="30" y="210"/>
                </a:lnTo>
                <a:lnTo>
                  <a:pt x="29" y="210"/>
                </a:lnTo>
                <a:lnTo>
                  <a:pt x="28" y="210"/>
                </a:lnTo>
                <a:lnTo>
                  <a:pt x="28" y="209"/>
                </a:lnTo>
                <a:lnTo>
                  <a:pt x="27" y="209"/>
                </a:lnTo>
                <a:lnTo>
                  <a:pt x="28" y="208"/>
                </a:lnTo>
                <a:lnTo>
                  <a:pt x="29" y="208"/>
                </a:lnTo>
                <a:lnTo>
                  <a:pt x="28" y="207"/>
                </a:lnTo>
                <a:lnTo>
                  <a:pt x="29" y="207"/>
                </a:lnTo>
                <a:lnTo>
                  <a:pt x="29" y="206"/>
                </a:lnTo>
                <a:lnTo>
                  <a:pt x="28" y="206"/>
                </a:lnTo>
                <a:lnTo>
                  <a:pt x="28" y="205"/>
                </a:lnTo>
                <a:lnTo>
                  <a:pt x="28" y="204"/>
                </a:lnTo>
                <a:lnTo>
                  <a:pt x="29" y="204"/>
                </a:lnTo>
                <a:lnTo>
                  <a:pt x="29" y="203"/>
                </a:lnTo>
                <a:lnTo>
                  <a:pt x="29" y="202"/>
                </a:lnTo>
                <a:lnTo>
                  <a:pt x="28" y="202"/>
                </a:lnTo>
                <a:lnTo>
                  <a:pt x="27" y="202"/>
                </a:lnTo>
                <a:lnTo>
                  <a:pt x="27" y="203"/>
                </a:lnTo>
                <a:lnTo>
                  <a:pt x="26" y="203"/>
                </a:lnTo>
                <a:lnTo>
                  <a:pt x="26" y="202"/>
                </a:lnTo>
                <a:lnTo>
                  <a:pt x="27" y="202"/>
                </a:lnTo>
                <a:lnTo>
                  <a:pt x="27" y="201"/>
                </a:lnTo>
                <a:lnTo>
                  <a:pt x="27" y="199"/>
                </a:lnTo>
                <a:lnTo>
                  <a:pt x="27" y="197"/>
                </a:lnTo>
                <a:lnTo>
                  <a:pt x="27" y="196"/>
                </a:lnTo>
                <a:lnTo>
                  <a:pt x="26" y="196"/>
                </a:lnTo>
                <a:lnTo>
                  <a:pt x="26" y="195"/>
                </a:lnTo>
                <a:lnTo>
                  <a:pt x="27" y="195"/>
                </a:lnTo>
                <a:lnTo>
                  <a:pt x="27" y="193"/>
                </a:lnTo>
                <a:lnTo>
                  <a:pt x="27" y="192"/>
                </a:lnTo>
                <a:lnTo>
                  <a:pt x="27" y="191"/>
                </a:lnTo>
                <a:lnTo>
                  <a:pt x="27" y="190"/>
                </a:lnTo>
                <a:lnTo>
                  <a:pt x="28" y="190"/>
                </a:lnTo>
                <a:lnTo>
                  <a:pt x="29" y="190"/>
                </a:lnTo>
                <a:lnTo>
                  <a:pt x="29" y="189"/>
                </a:lnTo>
                <a:lnTo>
                  <a:pt x="28" y="189"/>
                </a:lnTo>
                <a:lnTo>
                  <a:pt x="27" y="188"/>
                </a:lnTo>
                <a:lnTo>
                  <a:pt x="27" y="187"/>
                </a:lnTo>
                <a:lnTo>
                  <a:pt x="28" y="187"/>
                </a:lnTo>
                <a:lnTo>
                  <a:pt x="28" y="186"/>
                </a:lnTo>
                <a:lnTo>
                  <a:pt x="27" y="186"/>
                </a:lnTo>
                <a:lnTo>
                  <a:pt x="27" y="185"/>
                </a:lnTo>
                <a:lnTo>
                  <a:pt x="28" y="185"/>
                </a:lnTo>
                <a:lnTo>
                  <a:pt x="29" y="184"/>
                </a:lnTo>
                <a:lnTo>
                  <a:pt x="28" y="183"/>
                </a:lnTo>
                <a:lnTo>
                  <a:pt x="26" y="183"/>
                </a:lnTo>
                <a:lnTo>
                  <a:pt x="25" y="183"/>
                </a:lnTo>
                <a:lnTo>
                  <a:pt x="25" y="182"/>
                </a:lnTo>
                <a:lnTo>
                  <a:pt x="24" y="182"/>
                </a:lnTo>
                <a:lnTo>
                  <a:pt x="24" y="181"/>
                </a:lnTo>
                <a:lnTo>
                  <a:pt x="23" y="180"/>
                </a:lnTo>
                <a:lnTo>
                  <a:pt x="23" y="179"/>
                </a:lnTo>
                <a:lnTo>
                  <a:pt x="22" y="179"/>
                </a:lnTo>
                <a:lnTo>
                  <a:pt x="21" y="179"/>
                </a:lnTo>
                <a:lnTo>
                  <a:pt x="20" y="179"/>
                </a:lnTo>
                <a:lnTo>
                  <a:pt x="19" y="179"/>
                </a:lnTo>
                <a:lnTo>
                  <a:pt x="18" y="178"/>
                </a:lnTo>
                <a:lnTo>
                  <a:pt x="17" y="178"/>
                </a:lnTo>
                <a:lnTo>
                  <a:pt x="16" y="178"/>
                </a:lnTo>
                <a:lnTo>
                  <a:pt x="14" y="178"/>
                </a:lnTo>
                <a:lnTo>
                  <a:pt x="13" y="178"/>
                </a:lnTo>
                <a:lnTo>
                  <a:pt x="12" y="178"/>
                </a:lnTo>
                <a:lnTo>
                  <a:pt x="12" y="177"/>
                </a:lnTo>
                <a:lnTo>
                  <a:pt x="13" y="177"/>
                </a:lnTo>
                <a:lnTo>
                  <a:pt x="14" y="177"/>
                </a:lnTo>
                <a:lnTo>
                  <a:pt x="14" y="176"/>
                </a:lnTo>
                <a:lnTo>
                  <a:pt x="14" y="175"/>
                </a:lnTo>
                <a:lnTo>
                  <a:pt x="13" y="175"/>
                </a:lnTo>
                <a:lnTo>
                  <a:pt x="12" y="175"/>
                </a:lnTo>
                <a:lnTo>
                  <a:pt x="9" y="175"/>
                </a:lnTo>
                <a:lnTo>
                  <a:pt x="7" y="175"/>
                </a:lnTo>
                <a:lnTo>
                  <a:pt x="6" y="175"/>
                </a:lnTo>
                <a:lnTo>
                  <a:pt x="5" y="175"/>
                </a:lnTo>
                <a:lnTo>
                  <a:pt x="5" y="174"/>
                </a:lnTo>
                <a:lnTo>
                  <a:pt x="4" y="174"/>
                </a:lnTo>
                <a:lnTo>
                  <a:pt x="4" y="173"/>
                </a:lnTo>
                <a:lnTo>
                  <a:pt x="3" y="172"/>
                </a:lnTo>
                <a:lnTo>
                  <a:pt x="2" y="171"/>
                </a:lnTo>
                <a:lnTo>
                  <a:pt x="1" y="171"/>
                </a:lnTo>
                <a:lnTo>
                  <a:pt x="0" y="171"/>
                </a:lnTo>
                <a:lnTo>
                  <a:pt x="0" y="170"/>
                </a:lnTo>
                <a:lnTo>
                  <a:pt x="0" y="169"/>
                </a:lnTo>
                <a:lnTo>
                  <a:pt x="1" y="169"/>
                </a:lnTo>
                <a:lnTo>
                  <a:pt x="1" y="168"/>
                </a:lnTo>
                <a:lnTo>
                  <a:pt x="1" y="167"/>
                </a:lnTo>
                <a:lnTo>
                  <a:pt x="1" y="166"/>
                </a:lnTo>
                <a:lnTo>
                  <a:pt x="2" y="167"/>
                </a:lnTo>
                <a:lnTo>
                  <a:pt x="4" y="167"/>
                </a:lnTo>
                <a:lnTo>
                  <a:pt x="4" y="166"/>
                </a:lnTo>
                <a:lnTo>
                  <a:pt x="4" y="165"/>
                </a:lnTo>
                <a:lnTo>
                  <a:pt x="3" y="165"/>
                </a:lnTo>
                <a:lnTo>
                  <a:pt x="3" y="164"/>
                </a:lnTo>
                <a:lnTo>
                  <a:pt x="3" y="163"/>
                </a:lnTo>
                <a:lnTo>
                  <a:pt x="3" y="162"/>
                </a:lnTo>
                <a:lnTo>
                  <a:pt x="3" y="161"/>
                </a:lnTo>
                <a:lnTo>
                  <a:pt x="3" y="160"/>
                </a:lnTo>
                <a:lnTo>
                  <a:pt x="2" y="160"/>
                </a:lnTo>
                <a:lnTo>
                  <a:pt x="1" y="160"/>
                </a:lnTo>
                <a:lnTo>
                  <a:pt x="1" y="158"/>
                </a:lnTo>
                <a:lnTo>
                  <a:pt x="2" y="157"/>
                </a:lnTo>
                <a:lnTo>
                  <a:pt x="2" y="156"/>
                </a:lnTo>
                <a:lnTo>
                  <a:pt x="1" y="155"/>
                </a:lnTo>
                <a:lnTo>
                  <a:pt x="2" y="154"/>
                </a:lnTo>
                <a:lnTo>
                  <a:pt x="3" y="154"/>
                </a:lnTo>
                <a:lnTo>
                  <a:pt x="4" y="154"/>
                </a:lnTo>
                <a:lnTo>
                  <a:pt x="4" y="153"/>
                </a:lnTo>
                <a:lnTo>
                  <a:pt x="7" y="153"/>
                </a:lnTo>
                <a:lnTo>
                  <a:pt x="8" y="153"/>
                </a:lnTo>
                <a:lnTo>
                  <a:pt x="9" y="153"/>
                </a:lnTo>
                <a:lnTo>
                  <a:pt x="8" y="154"/>
                </a:lnTo>
                <a:lnTo>
                  <a:pt x="8" y="155"/>
                </a:lnTo>
                <a:lnTo>
                  <a:pt x="8" y="156"/>
                </a:lnTo>
                <a:lnTo>
                  <a:pt x="9" y="156"/>
                </a:lnTo>
                <a:lnTo>
                  <a:pt x="9" y="157"/>
                </a:lnTo>
                <a:lnTo>
                  <a:pt x="9" y="158"/>
                </a:lnTo>
                <a:lnTo>
                  <a:pt x="10" y="158"/>
                </a:lnTo>
                <a:lnTo>
                  <a:pt x="12" y="159"/>
                </a:lnTo>
                <a:lnTo>
                  <a:pt x="13" y="159"/>
                </a:lnTo>
                <a:lnTo>
                  <a:pt x="14" y="159"/>
                </a:lnTo>
                <a:lnTo>
                  <a:pt x="15" y="159"/>
                </a:lnTo>
                <a:lnTo>
                  <a:pt x="16" y="160"/>
                </a:lnTo>
                <a:lnTo>
                  <a:pt x="17" y="159"/>
                </a:lnTo>
                <a:lnTo>
                  <a:pt x="18" y="159"/>
                </a:lnTo>
                <a:lnTo>
                  <a:pt x="19" y="159"/>
                </a:lnTo>
                <a:lnTo>
                  <a:pt x="19" y="160"/>
                </a:lnTo>
                <a:lnTo>
                  <a:pt x="21" y="161"/>
                </a:lnTo>
                <a:lnTo>
                  <a:pt x="22" y="160"/>
                </a:lnTo>
                <a:lnTo>
                  <a:pt x="23" y="160"/>
                </a:lnTo>
                <a:lnTo>
                  <a:pt x="24" y="160"/>
                </a:lnTo>
                <a:lnTo>
                  <a:pt x="25" y="159"/>
                </a:lnTo>
                <a:lnTo>
                  <a:pt x="26" y="159"/>
                </a:lnTo>
                <a:lnTo>
                  <a:pt x="25" y="159"/>
                </a:lnTo>
                <a:lnTo>
                  <a:pt x="25" y="158"/>
                </a:lnTo>
                <a:lnTo>
                  <a:pt x="26" y="157"/>
                </a:lnTo>
                <a:lnTo>
                  <a:pt x="27" y="156"/>
                </a:lnTo>
                <a:lnTo>
                  <a:pt x="28" y="156"/>
                </a:lnTo>
                <a:lnTo>
                  <a:pt x="29" y="156"/>
                </a:lnTo>
                <a:lnTo>
                  <a:pt x="31" y="156"/>
                </a:lnTo>
                <a:lnTo>
                  <a:pt x="32" y="155"/>
                </a:lnTo>
                <a:lnTo>
                  <a:pt x="32" y="154"/>
                </a:lnTo>
                <a:lnTo>
                  <a:pt x="33" y="154"/>
                </a:lnTo>
                <a:lnTo>
                  <a:pt x="33" y="155"/>
                </a:lnTo>
                <a:lnTo>
                  <a:pt x="34" y="155"/>
                </a:lnTo>
                <a:lnTo>
                  <a:pt x="34" y="154"/>
                </a:lnTo>
                <a:lnTo>
                  <a:pt x="35" y="154"/>
                </a:lnTo>
                <a:lnTo>
                  <a:pt x="36" y="155"/>
                </a:lnTo>
                <a:lnTo>
                  <a:pt x="36" y="154"/>
                </a:lnTo>
                <a:lnTo>
                  <a:pt x="37" y="154"/>
                </a:lnTo>
                <a:lnTo>
                  <a:pt x="38" y="154"/>
                </a:lnTo>
                <a:lnTo>
                  <a:pt x="38" y="153"/>
                </a:lnTo>
                <a:lnTo>
                  <a:pt x="37" y="152"/>
                </a:lnTo>
                <a:lnTo>
                  <a:pt x="37" y="151"/>
                </a:lnTo>
                <a:lnTo>
                  <a:pt x="37" y="150"/>
                </a:lnTo>
                <a:lnTo>
                  <a:pt x="36" y="149"/>
                </a:lnTo>
                <a:lnTo>
                  <a:pt x="37" y="148"/>
                </a:lnTo>
                <a:lnTo>
                  <a:pt x="38" y="147"/>
                </a:lnTo>
                <a:lnTo>
                  <a:pt x="38" y="148"/>
                </a:lnTo>
                <a:lnTo>
                  <a:pt x="38" y="147"/>
                </a:lnTo>
                <a:lnTo>
                  <a:pt x="40" y="147"/>
                </a:lnTo>
                <a:lnTo>
                  <a:pt x="40" y="146"/>
                </a:lnTo>
                <a:lnTo>
                  <a:pt x="39" y="146"/>
                </a:lnTo>
                <a:lnTo>
                  <a:pt x="39" y="145"/>
                </a:lnTo>
                <a:lnTo>
                  <a:pt x="40" y="145"/>
                </a:lnTo>
                <a:lnTo>
                  <a:pt x="40" y="144"/>
                </a:lnTo>
                <a:lnTo>
                  <a:pt x="40" y="143"/>
                </a:lnTo>
                <a:lnTo>
                  <a:pt x="40" y="142"/>
                </a:lnTo>
                <a:lnTo>
                  <a:pt x="41" y="142"/>
                </a:lnTo>
                <a:lnTo>
                  <a:pt x="41" y="141"/>
                </a:lnTo>
                <a:lnTo>
                  <a:pt x="41" y="140"/>
                </a:lnTo>
                <a:lnTo>
                  <a:pt x="40" y="139"/>
                </a:lnTo>
                <a:lnTo>
                  <a:pt x="40" y="138"/>
                </a:lnTo>
                <a:lnTo>
                  <a:pt x="41" y="138"/>
                </a:lnTo>
                <a:lnTo>
                  <a:pt x="42" y="138"/>
                </a:lnTo>
                <a:lnTo>
                  <a:pt x="43" y="138"/>
                </a:lnTo>
                <a:lnTo>
                  <a:pt x="43" y="137"/>
                </a:lnTo>
                <a:lnTo>
                  <a:pt x="43" y="136"/>
                </a:lnTo>
                <a:lnTo>
                  <a:pt x="43" y="135"/>
                </a:lnTo>
                <a:lnTo>
                  <a:pt x="43" y="134"/>
                </a:lnTo>
                <a:lnTo>
                  <a:pt x="42" y="134"/>
                </a:lnTo>
                <a:lnTo>
                  <a:pt x="42" y="133"/>
                </a:lnTo>
                <a:lnTo>
                  <a:pt x="41" y="132"/>
                </a:lnTo>
                <a:lnTo>
                  <a:pt x="41" y="131"/>
                </a:lnTo>
                <a:lnTo>
                  <a:pt x="41" y="130"/>
                </a:lnTo>
                <a:lnTo>
                  <a:pt x="40" y="130"/>
                </a:lnTo>
                <a:lnTo>
                  <a:pt x="40" y="131"/>
                </a:lnTo>
                <a:lnTo>
                  <a:pt x="39" y="131"/>
                </a:lnTo>
                <a:lnTo>
                  <a:pt x="39" y="130"/>
                </a:lnTo>
                <a:lnTo>
                  <a:pt x="39" y="129"/>
                </a:lnTo>
                <a:lnTo>
                  <a:pt x="39" y="128"/>
                </a:lnTo>
                <a:lnTo>
                  <a:pt x="40" y="128"/>
                </a:lnTo>
                <a:lnTo>
                  <a:pt x="40" y="127"/>
                </a:lnTo>
                <a:lnTo>
                  <a:pt x="39" y="127"/>
                </a:lnTo>
                <a:lnTo>
                  <a:pt x="39" y="125"/>
                </a:lnTo>
                <a:lnTo>
                  <a:pt x="39" y="124"/>
                </a:lnTo>
                <a:lnTo>
                  <a:pt x="39" y="123"/>
                </a:lnTo>
                <a:lnTo>
                  <a:pt x="39" y="122"/>
                </a:lnTo>
                <a:lnTo>
                  <a:pt x="40" y="122"/>
                </a:lnTo>
                <a:lnTo>
                  <a:pt x="40" y="123"/>
                </a:lnTo>
                <a:lnTo>
                  <a:pt x="41" y="123"/>
                </a:lnTo>
                <a:lnTo>
                  <a:pt x="42" y="123"/>
                </a:lnTo>
                <a:lnTo>
                  <a:pt x="42" y="122"/>
                </a:lnTo>
                <a:lnTo>
                  <a:pt x="42" y="121"/>
                </a:lnTo>
                <a:lnTo>
                  <a:pt x="41" y="121"/>
                </a:lnTo>
                <a:lnTo>
                  <a:pt x="42" y="120"/>
                </a:lnTo>
                <a:lnTo>
                  <a:pt x="42" y="118"/>
                </a:lnTo>
                <a:lnTo>
                  <a:pt x="41" y="117"/>
                </a:lnTo>
                <a:lnTo>
                  <a:pt x="43" y="116"/>
                </a:lnTo>
                <a:lnTo>
                  <a:pt x="43" y="115"/>
                </a:lnTo>
                <a:lnTo>
                  <a:pt x="44" y="116"/>
                </a:lnTo>
                <a:lnTo>
                  <a:pt x="45" y="116"/>
                </a:lnTo>
                <a:lnTo>
                  <a:pt x="46" y="117"/>
                </a:lnTo>
                <a:lnTo>
                  <a:pt x="46" y="116"/>
                </a:lnTo>
                <a:lnTo>
                  <a:pt x="47" y="116"/>
                </a:lnTo>
                <a:lnTo>
                  <a:pt x="47" y="115"/>
                </a:lnTo>
                <a:lnTo>
                  <a:pt x="47" y="114"/>
                </a:lnTo>
                <a:lnTo>
                  <a:pt x="47" y="112"/>
                </a:lnTo>
                <a:lnTo>
                  <a:pt x="48" y="112"/>
                </a:lnTo>
                <a:lnTo>
                  <a:pt x="50" y="111"/>
                </a:lnTo>
                <a:lnTo>
                  <a:pt x="51" y="111"/>
                </a:lnTo>
                <a:lnTo>
                  <a:pt x="51" y="110"/>
                </a:lnTo>
                <a:lnTo>
                  <a:pt x="52" y="110"/>
                </a:lnTo>
                <a:lnTo>
                  <a:pt x="52" y="111"/>
                </a:lnTo>
                <a:lnTo>
                  <a:pt x="53" y="111"/>
                </a:lnTo>
                <a:lnTo>
                  <a:pt x="54" y="111"/>
                </a:lnTo>
                <a:lnTo>
                  <a:pt x="55" y="110"/>
                </a:lnTo>
                <a:lnTo>
                  <a:pt x="55" y="111"/>
                </a:lnTo>
                <a:lnTo>
                  <a:pt x="56" y="111"/>
                </a:lnTo>
                <a:lnTo>
                  <a:pt x="55" y="111"/>
                </a:lnTo>
                <a:lnTo>
                  <a:pt x="56" y="111"/>
                </a:lnTo>
                <a:lnTo>
                  <a:pt x="57" y="111"/>
                </a:lnTo>
                <a:lnTo>
                  <a:pt x="58" y="111"/>
                </a:lnTo>
                <a:lnTo>
                  <a:pt x="58" y="110"/>
                </a:lnTo>
                <a:lnTo>
                  <a:pt x="59" y="110"/>
                </a:lnTo>
                <a:lnTo>
                  <a:pt x="60" y="111"/>
                </a:lnTo>
                <a:lnTo>
                  <a:pt x="61" y="111"/>
                </a:lnTo>
                <a:lnTo>
                  <a:pt x="61" y="110"/>
                </a:lnTo>
                <a:lnTo>
                  <a:pt x="61" y="109"/>
                </a:lnTo>
                <a:lnTo>
                  <a:pt x="63" y="109"/>
                </a:lnTo>
                <a:lnTo>
                  <a:pt x="64" y="109"/>
                </a:lnTo>
                <a:lnTo>
                  <a:pt x="65" y="109"/>
                </a:lnTo>
                <a:lnTo>
                  <a:pt x="66" y="110"/>
                </a:lnTo>
                <a:lnTo>
                  <a:pt x="66" y="109"/>
                </a:lnTo>
                <a:lnTo>
                  <a:pt x="67" y="109"/>
                </a:lnTo>
                <a:lnTo>
                  <a:pt x="68" y="109"/>
                </a:lnTo>
                <a:lnTo>
                  <a:pt x="68" y="108"/>
                </a:lnTo>
                <a:lnTo>
                  <a:pt x="67" y="107"/>
                </a:lnTo>
                <a:lnTo>
                  <a:pt x="67" y="106"/>
                </a:lnTo>
                <a:lnTo>
                  <a:pt x="67" y="105"/>
                </a:lnTo>
                <a:lnTo>
                  <a:pt x="67" y="104"/>
                </a:lnTo>
                <a:lnTo>
                  <a:pt x="66" y="104"/>
                </a:lnTo>
                <a:lnTo>
                  <a:pt x="66" y="103"/>
                </a:lnTo>
                <a:lnTo>
                  <a:pt x="65" y="102"/>
                </a:lnTo>
                <a:lnTo>
                  <a:pt x="65" y="101"/>
                </a:lnTo>
                <a:lnTo>
                  <a:pt x="64" y="101"/>
                </a:lnTo>
                <a:lnTo>
                  <a:pt x="64" y="100"/>
                </a:lnTo>
                <a:lnTo>
                  <a:pt x="65" y="100"/>
                </a:lnTo>
                <a:lnTo>
                  <a:pt x="64" y="99"/>
                </a:lnTo>
                <a:lnTo>
                  <a:pt x="64" y="98"/>
                </a:lnTo>
                <a:lnTo>
                  <a:pt x="65" y="98"/>
                </a:lnTo>
                <a:lnTo>
                  <a:pt x="64" y="97"/>
                </a:lnTo>
                <a:lnTo>
                  <a:pt x="64" y="96"/>
                </a:lnTo>
                <a:lnTo>
                  <a:pt x="64" y="95"/>
                </a:lnTo>
                <a:lnTo>
                  <a:pt x="65" y="95"/>
                </a:lnTo>
                <a:lnTo>
                  <a:pt x="64" y="95"/>
                </a:lnTo>
                <a:lnTo>
                  <a:pt x="64" y="94"/>
                </a:lnTo>
                <a:lnTo>
                  <a:pt x="64" y="93"/>
                </a:lnTo>
                <a:lnTo>
                  <a:pt x="63" y="93"/>
                </a:lnTo>
                <a:lnTo>
                  <a:pt x="63" y="92"/>
                </a:lnTo>
                <a:lnTo>
                  <a:pt x="62" y="91"/>
                </a:lnTo>
                <a:lnTo>
                  <a:pt x="62" y="90"/>
                </a:lnTo>
                <a:lnTo>
                  <a:pt x="61" y="90"/>
                </a:lnTo>
                <a:lnTo>
                  <a:pt x="61" y="89"/>
                </a:lnTo>
                <a:lnTo>
                  <a:pt x="62" y="88"/>
                </a:lnTo>
                <a:lnTo>
                  <a:pt x="63" y="88"/>
                </a:lnTo>
                <a:lnTo>
                  <a:pt x="64" y="88"/>
                </a:lnTo>
                <a:lnTo>
                  <a:pt x="65" y="89"/>
                </a:lnTo>
                <a:lnTo>
                  <a:pt x="66" y="89"/>
                </a:lnTo>
                <a:lnTo>
                  <a:pt x="66" y="88"/>
                </a:lnTo>
                <a:lnTo>
                  <a:pt x="66" y="85"/>
                </a:lnTo>
                <a:lnTo>
                  <a:pt x="65" y="85"/>
                </a:lnTo>
                <a:lnTo>
                  <a:pt x="66" y="84"/>
                </a:lnTo>
                <a:lnTo>
                  <a:pt x="67" y="83"/>
                </a:lnTo>
                <a:lnTo>
                  <a:pt x="67" y="82"/>
                </a:lnTo>
                <a:lnTo>
                  <a:pt x="68" y="82"/>
                </a:lnTo>
                <a:lnTo>
                  <a:pt x="67" y="80"/>
                </a:lnTo>
                <a:lnTo>
                  <a:pt x="67" y="79"/>
                </a:lnTo>
                <a:lnTo>
                  <a:pt x="66" y="79"/>
                </a:lnTo>
                <a:lnTo>
                  <a:pt x="65" y="80"/>
                </a:lnTo>
                <a:lnTo>
                  <a:pt x="64" y="80"/>
                </a:lnTo>
                <a:lnTo>
                  <a:pt x="63" y="80"/>
                </a:lnTo>
                <a:lnTo>
                  <a:pt x="63" y="79"/>
                </a:lnTo>
                <a:lnTo>
                  <a:pt x="62" y="79"/>
                </a:lnTo>
                <a:lnTo>
                  <a:pt x="61" y="79"/>
                </a:lnTo>
                <a:lnTo>
                  <a:pt x="60" y="79"/>
                </a:lnTo>
                <a:lnTo>
                  <a:pt x="59" y="79"/>
                </a:lnTo>
                <a:lnTo>
                  <a:pt x="59" y="77"/>
                </a:lnTo>
                <a:lnTo>
                  <a:pt x="60" y="77"/>
                </a:lnTo>
                <a:lnTo>
                  <a:pt x="60" y="76"/>
                </a:lnTo>
                <a:lnTo>
                  <a:pt x="61" y="75"/>
                </a:lnTo>
                <a:lnTo>
                  <a:pt x="61" y="74"/>
                </a:lnTo>
                <a:lnTo>
                  <a:pt x="61" y="73"/>
                </a:lnTo>
                <a:lnTo>
                  <a:pt x="62" y="72"/>
                </a:lnTo>
                <a:lnTo>
                  <a:pt x="62" y="71"/>
                </a:lnTo>
                <a:lnTo>
                  <a:pt x="62" y="70"/>
                </a:lnTo>
                <a:lnTo>
                  <a:pt x="62" y="69"/>
                </a:lnTo>
                <a:lnTo>
                  <a:pt x="63" y="69"/>
                </a:lnTo>
                <a:lnTo>
                  <a:pt x="63" y="68"/>
                </a:lnTo>
                <a:lnTo>
                  <a:pt x="64" y="68"/>
                </a:lnTo>
                <a:lnTo>
                  <a:pt x="64" y="67"/>
                </a:lnTo>
                <a:lnTo>
                  <a:pt x="63" y="67"/>
                </a:lnTo>
                <a:lnTo>
                  <a:pt x="63" y="65"/>
                </a:lnTo>
                <a:lnTo>
                  <a:pt x="64" y="65"/>
                </a:lnTo>
                <a:lnTo>
                  <a:pt x="65" y="65"/>
                </a:lnTo>
                <a:lnTo>
                  <a:pt x="65" y="64"/>
                </a:lnTo>
                <a:lnTo>
                  <a:pt x="65" y="63"/>
                </a:lnTo>
                <a:lnTo>
                  <a:pt x="66" y="62"/>
                </a:lnTo>
                <a:lnTo>
                  <a:pt x="67" y="62"/>
                </a:lnTo>
                <a:lnTo>
                  <a:pt x="67" y="63"/>
                </a:lnTo>
                <a:lnTo>
                  <a:pt x="68" y="63"/>
                </a:lnTo>
                <a:lnTo>
                  <a:pt x="69" y="63"/>
                </a:lnTo>
                <a:lnTo>
                  <a:pt x="69" y="60"/>
                </a:lnTo>
                <a:lnTo>
                  <a:pt x="70" y="60"/>
                </a:lnTo>
                <a:lnTo>
                  <a:pt x="71" y="60"/>
                </a:lnTo>
                <a:lnTo>
                  <a:pt x="72" y="59"/>
                </a:lnTo>
                <a:lnTo>
                  <a:pt x="73" y="59"/>
                </a:lnTo>
                <a:lnTo>
                  <a:pt x="74" y="59"/>
                </a:lnTo>
                <a:lnTo>
                  <a:pt x="74" y="60"/>
                </a:lnTo>
                <a:lnTo>
                  <a:pt x="75" y="59"/>
                </a:lnTo>
                <a:lnTo>
                  <a:pt x="76" y="58"/>
                </a:lnTo>
                <a:lnTo>
                  <a:pt x="77" y="58"/>
                </a:lnTo>
                <a:lnTo>
                  <a:pt x="77" y="59"/>
                </a:lnTo>
                <a:lnTo>
                  <a:pt x="78" y="59"/>
                </a:lnTo>
                <a:lnTo>
                  <a:pt x="79" y="59"/>
                </a:lnTo>
                <a:lnTo>
                  <a:pt x="79" y="60"/>
                </a:lnTo>
                <a:lnTo>
                  <a:pt x="80" y="60"/>
                </a:lnTo>
                <a:lnTo>
                  <a:pt x="81" y="59"/>
                </a:lnTo>
                <a:lnTo>
                  <a:pt x="82" y="59"/>
                </a:lnTo>
                <a:lnTo>
                  <a:pt x="84" y="59"/>
                </a:lnTo>
                <a:lnTo>
                  <a:pt x="84" y="60"/>
                </a:lnTo>
                <a:lnTo>
                  <a:pt x="84" y="61"/>
                </a:lnTo>
                <a:lnTo>
                  <a:pt x="85" y="62"/>
                </a:lnTo>
                <a:lnTo>
                  <a:pt x="86" y="63"/>
                </a:lnTo>
                <a:lnTo>
                  <a:pt x="87" y="63"/>
                </a:lnTo>
                <a:lnTo>
                  <a:pt x="87" y="64"/>
                </a:lnTo>
                <a:lnTo>
                  <a:pt x="87" y="65"/>
                </a:lnTo>
                <a:lnTo>
                  <a:pt x="87" y="66"/>
                </a:lnTo>
                <a:lnTo>
                  <a:pt x="89" y="66"/>
                </a:lnTo>
                <a:lnTo>
                  <a:pt x="89" y="65"/>
                </a:lnTo>
                <a:lnTo>
                  <a:pt x="89" y="64"/>
                </a:lnTo>
                <a:lnTo>
                  <a:pt x="90" y="63"/>
                </a:lnTo>
                <a:lnTo>
                  <a:pt x="91" y="63"/>
                </a:lnTo>
                <a:lnTo>
                  <a:pt x="92" y="64"/>
                </a:lnTo>
                <a:lnTo>
                  <a:pt x="91" y="64"/>
                </a:lnTo>
                <a:lnTo>
                  <a:pt x="91" y="65"/>
                </a:lnTo>
                <a:lnTo>
                  <a:pt x="92" y="66"/>
                </a:lnTo>
                <a:lnTo>
                  <a:pt x="93" y="66"/>
                </a:lnTo>
                <a:lnTo>
                  <a:pt x="94" y="65"/>
                </a:lnTo>
                <a:lnTo>
                  <a:pt x="95" y="66"/>
                </a:lnTo>
                <a:lnTo>
                  <a:pt x="96" y="66"/>
                </a:lnTo>
                <a:lnTo>
                  <a:pt x="97" y="66"/>
                </a:lnTo>
                <a:lnTo>
                  <a:pt x="98" y="67"/>
                </a:lnTo>
                <a:lnTo>
                  <a:pt x="99" y="67"/>
                </a:lnTo>
                <a:lnTo>
                  <a:pt x="99" y="68"/>
                </a:lnTo>
                <a:lnTo>
                  <a:pt x="100" y="69"/>
                </a:lnTo>
                <a:lnTo>
                  <a:pt x="101" y="70"/>
                </a:lnTo>
                <a:lnTo>
                  <a:pt x="100" y="72"/>
                </a:lnTo>
                <a:lnTo>
                  <a:pt x="100" y="73"/>
                </a:lnTo>
                <a:lnTo>
                  <a:pt x="99" y="73"/>
                </a:lnTo>
                <a:lnTo>
                  <a:pt x="99" y="75"/>
                </a:lnTo>
                <a:lnTo>
                  <a:pt x="99" y="76"/>
                </a:lnTo>
                <a:lnTo>
                  <a:pt x="100" y="77"/>
                </a:lnTo>
                <a:lnTo>
                  <a:pt x="101" y="76"/>
                </a:lnTo>
                <a:lnTo>
                  <a:pt x="101" y="77"/>
                </a:lnTo>
                <a:lnTo>
                  <a:pt x="102" y="78"/>
                </a:lnTo>
                <a:lnTo>
                  <a:pt x="103" y="78"/>
                </a:lnTo>
                <a:lnTo>
                  <a:pt x="103" y="79"/>
                </a:lnTo>
                <a:lnTo>
                  <a:pt x="104" y="79"/>
                </a:lnTo>
                <a:lnTo>
                  <a:pt x="105" y="79"/>
                </a:lnTo>
                <a:lnTo>
                  <a:pt x="105" y="80"/>
                </a:lnTo>
                <a:lnTo>
                  <a:pt x="106" y="81"/>
                </a:lnTo>
                <a:lnTo>
                  <a:pt x="106" y="82"/>
                </a:lnTo>
                <a:lnTo>
                  <a:pt x="106" y="84"/>
                </a:lnTo>
                <a:lnTo>
                  <a:pt x="105" y="84"/>
                </a:lnTo>
                <a:lnTo>
                  <a:pt x="105" y="83"/>
                </a:lnTo>
                <a:lnTo>
                  <a:pt x="105" y="84"/>
                </a:lnTo>
                <a:lnTo>
                  <a:pt x="104" y="84"/>
                </a:lnTo>
                <a:lnTo>
                  <a:pt x="105" y="85"/>
                </a:lnTo>
                <a:lnTo>
                  <a:pt x="105" y="84"/>
                </a:lnTo>
                <a:lnTo>
                  <a:pt x="106" y="85"/>
                </a:lnTo>
                <a:lnTo>
                  <a:pt x="106" y="86"/>
                </a:lnTo>
                <a:lnTo>
                  <a:pt x="106" y="87"/>
                </a:lnTo>
                <a:lnTo>
                  <a:pt x="107" y="88"/>
                </a:lnTo>
                <a:lnTo>
                  <a:pt x="107" y="89"/>
                </a:lnTo>
                <a:lnTo>
                  <a:pt x="108" y="89"/>
                </a:lnTo>
                <a:lnTo>
                  <a:pt x="108" y="88"/>
                </a:lnTo>
                <a:lnTo>
                  <a:pt x="109" y="88"/>
                </a:lnTo>
                <a:lnTo>
                  <a:pt x="109" y="89"/>
                </a:lnTo>
                <a:lnTo>
                  <a:pt x="109" y="90"/>
                </a:lnTo>
                <a:lnTo>
                  <a:pt x="110" y="90"/>
                </a:lnTo>
                <a:lnTo>
                  <a:pt x="110" y="91"/>
                </a:lnTo>
                <a:lnTo>
                  <a:pt x="111" y="91"/>
                </a:lnTo>
                <a:lnTo>
                  <a:pt x="112" y="91"/>
                </a:lnTo>
                <a:lnTo>
                  <a:pt x="112" y="92"/>
                </a:lnTo>
                <a:lnTo>
                  <a:pt x="113" y="93"/>
                </a:lnTo>
                <a:lnTo>
                  <a:pt x="113" y="94"/>
                </a:lnTo>
                <a:lnTo>
                  <a:pt x="114" y="95"/>
                </a:lnTo>
                <a:lnTo>
                  <a:pt x="114" y="96"/>
                </a:lnTo>
                <a:lnTo>
                  <a:pt x="115" y="96"/>
                </a:lnTo>
                <a:lnTo>
                  <a:pt x="117" y="96"/>
                </a:lnTo>
                <a:lnTo>
                  <a:pt x="118" y="96"/>
                </a:lnTo>
                <a:lnTo>
                  <a:pt x="118" y="95"/>
                </a:lnTo>
                <a:lnTo>
                  <a:pt x="118" y="94"/>
                </a:lnTo>
                <a:lnTo>
                  <a:pt x="119" y="94"/>
                </a:lnTo>
                <a:lnTo>
                  <a:pt x="119" y="95"/>
                </a:lnTo>
                <a:lnTo>
                  <a:pt x="120" y="95"/>
                </a:lnTo>
                <a:lnTo>
                  <a:pt x="121" y="94"/>
                </a:lnTo>
                <a:lnTo>
                  <a:pt x="121" y="93"/>
                </a:lnTo>
                <a:lnTo>
                  <a:pt x="120" y="93"/>
                </a:lnTo>
                <a:lnTo>
                  <a:pt x="121" y="93"/>
                </a:lnTo>
                <a:lnTo>
                  <a:pt x="121" y="92"/>
                </a:lnTo>
                <a:lnTo>
                  <a:pt x="122" y="92"/>
                </a:lnTo>
                <a:lnTo>
                  <a:pt x="122" y="93"/>
                </a:lnTo>
                <a:lnTo>
                  <a:pt x="122" y="94"/>
                </a:lnTo>
                <a:lnTo>
                  <a:pt x="123" y="94"/>
                </a:lnTo>
                <a:lnTo>
                  <a:pt x="124" y="94"/>
                </a:lnTo>
                <a:lnTo>
                  <a:pt x="124" y="93"/>
                </a:lnTo>
                <a:lnTo>
                  <a:pt x="125" y="92"/>
                </a:lnTo>
                <a:lnTo>
                  <a:pt x="125" y="91"/>
                </a:lnTo>
                <a:lnTo>
                  <a:pt x="126" y="91"/>
                </a:lnTo>
                <a:lnTo>
                  <a:pt x="127" y="91"/>
                </a:lnTo>
                <a:lnTo>
                  <a:pt x="128" y="92"/>
                </a:lnTo>
                <a:lnTo>
                  <a:pt x="129" y="90"/>
                </a:lnTo>
                <a:lnTo>
                  <a:pt x="130" y="90"/>
                </a:lnTo>
                <a:lnTo>
                  <a:pt x="130" y="89"/>
                </a:lnTo>
                <a:lnTo>
                  <a:pt x="131" y="88"/>
                </a:lnTo>
                <a:lnTo>
                  <a:pt x="132" y="89"/>
                </a:lnTo>
                <a:lnTo>
                  <a:pt x="133" y="89"/>
                </a:lnTo>
                <a:lnTo>
                  <a:pt x="135" y="89"/>
                </a:lnTo>
                <a:lnTo>
                  <a:pt x="135" y="88"/>
                </a:lnTo>
                <a:lnTo>
                  <a:pt x="136" y="88"/>
                </a:lnTo>
                <a:lnTo>
                  <a:pt x="136" y="87"/>
                </a:lnTo>
                <a:lnTo>
                  <a:pt x="136" y="86"/>
                </a:lnTo>
                <a:lnTo>
                  <a:pt x="137" y="86"/>
                </a:lnTo>
                <a:lnTo>
                  <a:pt x="138" y="86"/>
                </a:lnTo>
                <a:lnTo>
                  <a:pt x="138" y="87"/>
                </a:lnTo>
                <a:lnTo>
                  <a:pt x="139" y="87"/>
                </a:lnTo>
                <a:lnTo>
                  <a:pt x="140" y="87"/>
                </a:lnTo>
                <a:lnTo>
                  <a:pt x="139" y="87"/>
                </a:lnTo>
                <a:lnTo>
                  <a:pt x="140" y="87"/>
                </a:lnTo>
                <a:lnTo>
                  <a:pt x="140" y="86"/>
                </a:lnTo>
                <a:lnTo>
                  <a:pt x="140" y="85"/>
                </a:lnTo>
                <a:lnTo>
                  <a:pt x="139" y="85"/>
                </a:lnTo>
                <a:lnTo>
                  <a:pt x="140" y="85"/>
                </a:lnTo>
                <a:lnTo>
                  <a:pt x="140" y="82"/>
                </a:lnTo>
                <a:lnTo>
                  <a:pt x="141" y="82"/>
                </a:lnTo>
                <a:lnTo>
                  <a:pt x="142" y="81"/>
                </a:lnTo>
                <a:lnTo>
                  <a:pt x="142" y="80"/>
                </a:lnTo>
                <a:lnTo>
                  <a:pt x="143" y="80"/>
                </a:lnTo>
                <a:lnTo>
                  <a:pt x="144" y="80"/>
                </a:lnTo>
                <a:lnTo>
                  <a:pt x="144" y="79"/>
                </a:lnTo>
                <a:lnTo>
                  <a:pt x="145" y="80"/>
                </a:lnTo>
                <a:lnTo>
                  <a:pt x="146" y="80"/>
                </a:lnTo>
                <a:lnTo>
                  <a:pt x="147" y="80"/>
                </a:lnTo>
                <a:lnTo>
                  <a:pt x="147" y="79"/>
                </a:lnTo>
                <a:lnTo>
                  <a:pt x="148" y="79"/>
                </a:lnTo>
                <a:lnTo>
                  <a:pt x="148" y="78"/>
                </a:lnTo>
                <a:lnTo>
                  <a:pt x="149" y="78"/>
                </a:lnTo>
                <a:lnTo>
                  <a:pt x="149" y="79"/>
                </a:lnTo>
                <a:lnTo>
                  <a:pt x="151" y="78"/>
                </a:lnTo>
                <a:lnTo>
                  <a:pt x="151" y="77"/>
                </a:lnTo>
                <a:lnTo>
                  <a:pt x="151" y="76"/>
                </a:lnTo>
                <a:lnTo>
                  <a:pt x="152" y="75"/>
                </a:lnTo>
                <a:lnTo>
                  <a:pt x="153" y="76"/>
                </a:lnTo>
                <a:lnTo>
                  <a:pt x="154" y="77"/>
                </a:lnTo>
                <a:lnTo>
                  <a:pt x="154" y="76"/>
                </a:lnTo>
                <a:lnTo>
                  <a:pt x="155" y="76"/>
                </a:lnTo>
                <a:lnTo>
                  <a:pt x="155" y="77"/>
                </a:lnTo>
                <a:lnTo>
                  <a:pt x="156" y="78"/>
                </a:lnTo>
                <a:lnTo>
                  <a:pt x="158" y="78"/>
                </a:lnTo>
                <a:lnTo>
                  <a:pt x="159" y="77"/>
                </a:lnTo>
                <a:lnTo>
                  <a:pt x="159" y="76"/>
                </a:lnTo>
                <a:lnTo>
                  <a:pt x="158" y="76"/>
                </a:lnTo>
                <a:lnTo>
                  <a:pt x="158" y="74"/>
                </a:lnTo>
                <a:lnTo>
                  <a:pt x="158" y="73"/>
                </a:lnTo>
                <a:lnTo>
                  <a:pt x="159" y="73"/>
                </a:lnTo>
                <a:lnTo>
                  <a:pt x="158" y="72"/>
                </a:lnTo>
                <a:lnTo>
                  <a:pt x="159" y="71"/>
                </a:lnTo>
                <a:lnTo>
                  <a:pt x="159" y="69"/>
                </a:lnTo>
                <a:lnTo>
                  <a:pt x="158" y="69"/>
                </a:lnTo>
                <a:lnTo>
                  <a:pt x="158" y="68"/>
                </a:lnTo>
                <a:lnTo>
                  <a:pt x="157" y="68"/>
                </a:lnTo>
                <a:lnTo>
                  <a:pt x="156" y="67"/>
                </a:lnTo>
                <a:lnTo>
                  <a:pt x="156" y="66"/>
                </a:lnTo>
                <a:lnTo>
                  <a:pt x="155" y="66"/>
                </a:lnTo>
                <a:lnTo>
                  <a:pt x="155" y="65"/>
                </a:lnTo>
                <a:lnTo>
                  <a:pt x="155" y="64"/>
                </a:lnTo>
                <a:lnTo>
                  <a:pt x="155" y="63"/>
                </a:lnTo>
                <a:lnTo>
                  <a:pt x="154" y="62"/>
                </a:lnTo>
                <a:lnTo>
                  <a:pt x="153" y="61"/>
                </a:lnTo>
                <a:lnTo>
                  <a:pt x="153" y="60"/>
                </a:lnTo>
                <a:lnTo>
                  <a:pt x="152" y="60"/>
                </a:lnTo>
                <a:lnTo>
                  <a:pt x="152" y="59"/>
                </a:lnTo>
                <a:lnTo>
                  <a:pt x="152" y="58"/>
                </a:lnTo>
                <a:lnTo>
                  <a:pt x="151" y="58"/>
                </a:lnTo>
                <a:lnTo>
                  <a:pt x="151" y="57"/>
                </a:lnTo>
                <a:lnTo>
                  <a:pt x="150" y="56"/>
                </a:lnTo>
                <a:lnTo>
                  <a:pt x="149" y="56"/>
                </a:lnTo>
                <a:lnTo>
                  <a:pt x="149" y="55"/>
                </a:lnTo>
                <a:lnTo>
                  <a:pt x="148" y="54"/>
                </a:lnTo>
                <a:lnTo>
                  <a:pt x="149" y="52"/>
                </a:lnTo>
                <a:lnTo>
                  <a:pt x="150" y="50"/>
                </a:lnTo>
                <a:lnTo>
                  <a:pt x="150" y="49"/>
                </a:lnTo>
                <a:lnTo>
                  <a:pt x="151" y="49"/>
                </a:lnTo>
                <a:lnTo>
                  <a:pt x="151" y="48"/>
                </a:lnTo>
                <a:lnTo>
                  <a:pt x="151" y="47"/>
                </a:lnTo>
                <a:lnTo>
                  <a:pt x="150" y="47"/>
                </a:lnTo>
                <a:lnTo>
                  <a:pt x="150" y="46"/>
                </a:lnTo>
                <a:lnTo>
                  <a:pt x="149" y="45"/>
                </a:lnTo>
                <a:lnTo>
                  <a:pt x="149" y="44"/>
                </a:lnTo>
                <a:lnTo>
                  <a:pt x="149" y="43"/>
                </a:lnTo>
                <a:lnTo>
                  <a:pt x="150" y="43"/>
                </a:lnTo>
                <a:lnTo>
                  <a:pt x="150" y="42"/>
                </a:lnTo>
                <a:lnTo>
                  <a:pt x="149" y="42"/>
                </a:lnTo>
                <a:lnTo>
                  <a:pt x="149" y="41"/>
                </a:lnTo>
                <a:lnTo>
                  <a:pt x="150" y="41"/>
                </a:lnTo>
                <a:lnTo>
                  <a:pt x="151" y="41"/>
                </a:lnTo>
                <a:lnTo>
                  <a:pt x="152" y="41"/>
                </a:lnTo>
                <a:lnTo>
                  <a:pt x="152" y="40"/>
                </a:lnTo>
                <a:lnTo>
                  <a:pt x="152" y="39"/>
                </a:lnTo>
                <a:lnTo>
                  <a:pt x="153" y="39"/>
                </a:lnTo>
                <a:lnTo>
                  <a:pt x="153" y="38"/>
                </a:lnTo>
                <a:lnTo>
                  <a:pt x="152" y="38"/>
                </a:lnTo>
                <a:lnTo>
                  <a:pt x="152" y="37"/>
                </a:lnTo>
                <a:lnTo>
                  <a:pt x="151" y="37"/>
                </a:lnTo>
                <a:lnTo>
                  <a:pt x="151" y="36"/>
                </a:lnTo>
                <a:lnTo>
                  <a:pt x="149" y="36"/>
                </a:lnTo>
                <a:lnTo>
                  <a:pt x="148" y="36"/>
                </a:lnTo>
                <a:lnTo>
                  <a:pt x="147" y="36"/>
                </a:lnTo>
                <a:lnTo>
                  <a:pt x="146" y="36"/>
                </a:lnTo>
                <a:lnTo>
                  <a:pt x="145" y="36"/>
                </a:lnTo>
                <a:lnTo>
                  <a:pt x="144" y="38"/>
                </a:lnTo>
                <a:lnTo>
                  <a:pt x="143" y="39"/>
                </a:lnTo>
                <a:lnTo>
                  <a:pt x="141" y="38"/>
                </a:lnTo>
                <a:lnTo>
                  <a:pt x="141" y="39"/>
                </a:lnTo>
                <a:lnTo>
                  <a:pt x="141" y="38"/>
                </a:lnTo>
                <a:lnTo>
                  <a:pt x="141" y="37"/>
                </a:lnTo>
                <a:lnTo>
                  <a:pt x="140" y="37"/>
                </a:lnTo>
                <a:lnTo>
                  <a:pt x="139" y="37"/>
                </a:lnTo>
                <a:lnTo>
                  <a:pt x="139" y="38"/>
                </a:lnTo>
                <a:lnTo>
                  <a:pt x="139" y="39"/>
                </a:lnTo>
                <a:lnTo>
                  <a:pt x="138" y="39"/>
                </a:lnTo>
                <a:lnTo>
                  <a:pt x="137" y="38"/>
                </a:lnTo>
                <a:lnTo>
                  <a:pt x="136" y="38"/>
                </a:lnTo>
                <a:lnTo>
                  <a:pt x="135" y="38"/>
                </a:lnTo>
                <a:lnTo>
                  <a:pt x="134" y="39"/>
                </a:lnTo>
                <a:lnTo>
                  <a:pt x="133" y="38"/>
                </a:lnTo>
                <a:lnTo>
                  <a:pt x="133" y="37"/>
                </a:lnTo>
                <a:lnTo>
                  <a:pt x="134" y="37"/>
                </a:lnTo>
                <a:lnTo>
                  <a:pt x="134" y="36"/>
                </a:lnTo>
                <a:lnTo>
                  <a:pt x="134" y="34"/>
                </a:lnTo>
                <a:lnTo>
                  <a:pt x="133" y="34"/>
                </a:lnTo>
                <a:lnTo>
                  <a:pt x="132" y="33"/>
                </a:lnTo>
                <a:lnTo>
                  <a:pt x="130" y="33"/>
                </a:lnTo>
                <a:lnTo>
                  <a:pt x="130" y="32"/>
                </a:lnTo>
                <a:lnTo>
                  <a:pt x="129" y="32"/>
                </a:lnTo>
                <a:lnTo>
                  <a:pt x="129" y="31"/>
                </a:lnTo>
                <a:lnTo>
                  <a:pt x="129" y="32"/>
                </a:lnTo>
                <a:lnTo>
                  <a:pt x="128" y="32"/>
                </a:lnTo>
                <a:lnTo>
                  <a:pt x="128" y="31"/>
                </a:lnTo>
                <a:lnTo>
                  <a:pt x="127" y="31"/>
                </a:lnTo>
                <a:lnTo>
                  <a:pt x="127" y="30"/>
                </a:lnTo>
                <a:lnTo>
                  <a:pt x="127" y="29"/>
                </a:lnTo>
                <a:lnTo>
                  <a:pt x="126" y="29"/>
                </a:lnTo>
                <a:lnTo>
                  <a:pt x="126" y="30"/>
                </a:lnTo>
                <a:lnTo>
                  <a:pt x="125" y="29"/>
                </a:lnTo>
                <a:lnTo>
                  <a:pt x="125" y="28"/>
                </a:lnTo>
                <a:lnTo>
                  <a:pt x="123" y="27"/>
                </a:lnTo>
                <a:lnTo>
                  <a:pt x="123" y="28"/>
                </a:lnTo>
                <a:lnTo>
                  <a:pt x="122" y="28"/>
                </a:lnTo>
                <a:lnTo>
                  <a:pt x="121" y="28"/>
                </a:lnTo>
                <a:lnTo>
                  <a:pt x="120" y="28"/>
                </a:lnTo>
                <a:lnTo>
                  <a:pt x="119" y="27"/>
                </a:lnTo>
                <a:lnTo>
                  <a:pt x="119" y="26"/>
                </a:lnTo>
                <a:lnTo>
                  <a:pt x="119" y="25"/>
                </a:lnTo>
                <a:lnTo>
                  <a:pt x="120" y="25"/>
                </a:lnTo>
                <a:lnTo>
                  <a:pt x="119" y="24"/>
                </a:lnTo>
                <a:lnTo>
                  <a:pt x="118" y="24"/>
                </a:lnTo>
                <a:lnTo>
                  <a:pt x="118" y="23"/>
                </a:lnTo>
                <a:lnTo>
                  <a:pt x="117" y="23"/>
                </a:lnTo>
                <a:lnTo>
                  <a:pt x="117" y="22"/>
                </a:lnTo>
                <a:lnTo>
                  <a:pt x="117" y="21"/>
                </a:lnTo>
                <a:lnTo>
                  <a:pt x="116" y="21"/>
                </a:lnTo>
                <a:lnTo>
                  <a:pt x="116" y="20"/>
                </a:lnTo>
                <a:lnTo>
                  <a:pt x="115" y="20"/>
                </a:lnTo>
                <a:lnTo>
                  <a:pt x="115" y="19"/>
                </a:lnTo>
                <a:lnTo>
                  <a:pt x="115" y="18"/>
                </a:lnTo>
                <a:lnTo>
                  <a:pt x="116" y="18"/>
                </a:lnTo>
                <a:lnTo>
                  <a:pt x="117" y="16"/>
                </a:lnTo>
                <a:lnTo>
                  <a:pt x="118" y="15"/>
                </a:lnTo>
                <a:lnTo>
                  <a:pt x="119" y="15"/>
                </a:lnTo>
                <a:lnTo>
                  <a:pt x="119" y="14"/>
                </a:lnTo>
                <a:lnTo>
                  <a:pt x="118" y="12"/>
                </a:lnTo>
                <a:lnTo>
                  <a:pt x="118" y="11"/>
                </a:lnTo>
                <a:lnTo>
                  <a:pt x="118" y="10"/>
                </a:lnTo>
                <a:lnTo>
                  <a:pt x="119" y="9"/>
                </a:lnTo>
                <a:lnTo>
                  <a:pt x="119" y="8"/>
                </a:lnTo>
                <a:lnTo>
                  <a:pt x="118" y="8"/>
                </a:lnTo>
                <a:lnTo>
                  <a:pt x="118" y="7"/>
                </a:lnTo>
                <a:lnTo>
                  <a:pt x="119" y="7"/>
                </a:lnTo>
                <a:lnTo>
                  <a:pt x="120" y="7"/>
                </a:lnTo>
                <a:lnTo>
                  <a:pt x="121" y="8"/>
                </a:lnTo>
                <a:lnTo>
                  <a:pt x="121" y="9"/>
                </a:lnTo>
                <a:lnTo>
                  <a:pt x="122" y="10"/>
                </a:lnTo>
                <a:lnTo>
                  <a:pt x="123" y="10"/>
                </a:lnTo>
                <a:lnTo>
                  <a:pt x="123" y="9"/>
                </a:lnTo>
                <a:lnTo>
                  <a:pt x="123" y="8"/>
                </a:lnTo>
                <a:lnTo>
                  <a:pt x="124" y="8"/>
                </a:lnTo>
                <a:lnTo>
                  <a:pt x="124" y="7"/>
                </a:lnTo>
                <a:lnTo>
                  <a:pt x="125" y="7"/>
                </a:lnTo>
                <a:lnTo>
                  <a:pt x="126" y="7"/>
                </a:lnTo>
                <a:lnTo>
                  <a:pt x="126" y="6"/>
                </a:lnTo>
                <a:lnTo>
                  <a:pt x="126" y="5"/>
                </a:lnTo>
                <a:lnTo>
                  <a:pt x="125" y="4"/>
                </a:lnTo>
                <a:lnTo>
                  <a:pt x="127" y="4"/>
                </a:lnTo>
                <a:lnTo>
                  <a:pt x="128" y="5"/>
                </a:lnTo>
                <a:lnTo>
                  <a:pt x="129" y="5"/>
                </a:lnTo>
                <a:lnTo>
                  <a:pt x="130" y="5"/>
                </a:lnTo>
                <a:lnTo>
                  <a:pt x="130" y="4"/>
                </a:lnTo>
                <a:lnTo>
                  <a:pt x="131" y="3"/>
                </a:lnTo>
                <a:lnTo>
                  <a:pt x="132" y="3"/>
                </a:lnTo>
                <a:lnTo>
                  <a:pt x="134" y="2"/>
                </a:lnTo>
                <a:lnTo>
                  <a:pt x="134" y="1"/>
                </a:lnTo>
                <a:lnTo>
                  <a:pt x="135" y="1"/>
                </a:lnTo>
                <a:lnTo>
                  <a:pt x="136" y="1"/>
                </a:lnTo>
                <a:lnTo>
                  <a:pt x="136" y="0"/>
                </a:lnTo>
                <a:lnTo>
                  <a:pt x="137" y="0"/>
                </a:lnTo>
                <a:lnTo>
                  <a:pt x="138" y="0"/>
                </a:lnTo>
                <a:lnTo>
                  <a:pt x="139" y="0"/>
                </a:lnTo>
                <a:lnTo>
                  <a:pt x="140" y="1"/>
                </a:lnTo>
                <a:lnTo>
                  <a:pt x="140" y="2"/>
                </a:lnTo>
                <a:lnTo>
                  <a:pt x="140" y="3"/>
                </a:lnTo>
                <a:lnTo>
                  <a:pt x="141" y="2"/>
                </a:lnTo>
                <a:lnTo>
                  <a:pt x="142" y="3"/>
                </a:lnTo>
                <a:lnTo>
                  <a:pt x="142" y="4"/>
                </a:lnTo>
                <a:lnTo>
                  <a:pt x="144" y="4"/>
                </a:lnTo>
                <a:lnTo>
                  <a:pt x="144" y="5"/>
                </a:lnTo>
                <a:lnTo>
                  <a:pt x="144" y="6"/>
                </a:lnTo>
                <a:lnTo>
                  <a:pt x="145" y="6"/>
                </a:lnTo>
                <a:lnTo>
                  <a:pt x="145" y="7"/>
                </a:lnTo>
                <a:lnTo>
                  <a:pt x="145" y="8"/>
                </a:lnTo>
                <a:lnTo>
                  <a:pt x="146" y="9"/>
                </a:lnTo>
                <a:lnTo>
                  <a:pt x="147" y="9"/>
                </a:lnTo>
                <a:lnTo>
                  <a:pt x="148" y="10"/>
                </a:lnTo>
                <a:lnTo>
                  <a:pt x="147" y="10"/>
                </a:lnTo>
                <a:lnTo>
                  <a:pt x="147" y="11"/>
                </a:lnTo>
                <a:lnTo>
                  <a:pt x="148" y="11"/>
                </a:lnTo>
                <a:lnTo>
                  <a:pt x="150" y="11"/>
                </a:lnTo>
                <a:lnTo>
                  <a:pt x="151" y="12"/>
                </a:lnTo>
                <a:lnTo>
                  <a:pt x="152" y="12"/>
                </a:lnTo>
                <a:lnTo>
                  <a:pt x="153" y="13"/>
                </a:lnTo>
                <a:lnTo>
                  <a:pt x="153" y="14"/>
                </a:lnTo>
                <a:lnTo>
                  <a:pt x="154" y="14"/>
                </a:lnTo>
                <a:lnTo>
                  <a:pt x="155" y="15"/>
                </a:lnTo>
                <a:lnTo>
                  <a:pt x="154" y="15"/>
                </a:lnTo>
                <a:lnTo>
                  <a:pt x="154" y="16"/>
                </a:lnTo>
                <a:lnTo>
                  <a:pt x="153" y="16"/>
                </a:lnTo>
                <a:lnTo>
                  <a:pt x="153" y="15"/>
                </a:lnTo>
                <a:lnTo>
                  <a:pt x="152" y="15"/>
                </a:lnTo>
                <a:lnTo>
                  <a:pt x="152" y="16"/>
                </a:lnTo>
                <a:lnTo>
                  <a:pt x="152" y="17"/>
                </a:lnTo>
                <a:lnTo>
                  <a:pt x="153" y="17"/>
                </a:lnTo>
                <a:lnTo>
                  <a:pt x="153" y="16"/>
                </a:lnTo>
                <a:lnTo>
                  <a:pt x="155" y="16"/>
                </a:lnTo>
                <a:lnTo>
                  <a:pt x="156" y="16"/>
                </a:lnTo>
                <a:lnTo>
                  <a:pt x="157" y="16"/>
                </a:lnTo>
                <a:lnTo>
                  <a:pt x="157" y="17"/>
                </a:lnTo>
                <a:lnTo>
                  <a:pt x="158" y="17"/>
                </a:lnTo>
                <a:lnTo>
                  <a:pt x="160" y="18"/>
                </a:lnTo>
                <a:lnTo>
                  <a:pt x="162" y="18"/>
                </a:lnTo>
                <a:lnTo>
                  <a:pt x="164" y="18"/>
                </a:lnTo>
                <a:lnTo>
                  <a:pt x="165" y="18"/>
                </a:lnTo>
                <a:lnTo>
                  <a:pt x="166" y="18"/>
                </a:lnTo>
                <a:lnTo>
                  <a:pt x="167" y="18"/>
                </a:lnTo>
                <a:lnTo>
                  <a:pt x="168" y="18"/>
                </a:lnTo>
                <a:lnTo>
                  <a:pt x="169" y="19"/>
                </a:lnTo>
                <a:lnTo>
                  <a:pt x="170" y="20"/>
                </a:lnTo>
                <a:lnTo>
                  <a:pt x="171" y="20"/>
                </a:lnTo>
                <a:lnTo>
                  <a:pt x="171" y="21"/>
                </a:lnTo>
                <a:lnTo>
                  <a:pt x="171" y="22"/>
                </a:lnTo>
                <a:lnTo>
                  <a:pt x="171" y="23"/>
                </a:lnTo>
                <a:lnTo>
                  <a:pt x="172" y="23"/>
                </a:lnTo>
                <a:lnTo>
                  <a:pt x="172" y="24"/>
                </a:lnTo>
                <a:lnTo>
                  <a:pt x="173" y="24"/>
                </a:lnTo>
                <a:lnTo>
                  <a:pt x="174" y="25"/>
                </a:lnTo>
                <a:lnTo>
                  <a:pt x="175" y="27"/>
                </a:lnTo>
                <a:lnTo>
                  <a:pt x="176" y="27"/>
                </a:lnTo>
                <a:lnTo>
                  <a:pt x="176" y="26"/>
                </a:lnTo>
                <a:lnTo>
                  <a:pt x="177" y="26"/>
                </a:lnTo>
                <a:lnTo>
                  <a:pt x="178" y="26"/>
                </a:lnTo>
                <a:lnTo>
                  <a:pt x="179" y="26"/>
                </a:lnTo>
                <a:lnTo>
                  <a:pt x="179" y="25"/>
                </a:lnTo>
                <a:lnTo>
                  <a:pt x="179" y="24"/>
                </a:lnTo>
                <a:lnTo>
                  <a:pt x="180" y="24"/>
                </a:lnTo>
                <a:lnTo>
                  <a:pt x="180" y="25"/>
                </a:lnTo>
                <a:lnTo>
                  <a:pt x="181" y="25"/>
                </a:lnTo>
                <a:lnTo>
                  <a:pt x="183" y="25"/>
                </a:lnTo>
                <a:lnTo>
                  <a:pt x="184" y="25"/>
                </a:lnTo>
                <a:lnTo>
                  <a:pt x="186" y="26"/>
                </a:lnTo>
                <a:lnTo>
                  <a:pt x="187" y="26"/>
                </a:lnTo>
                <a:lnTo>
                  <a:pt x="188" y="26"/>
                </a:lnTo>
                <a:lnTo>
                  <a:pt x="188" y="27"/>
                </a:lnTo>
                <a:lnTo>
                  <a:pt x="187" y="28"/>
                </a:lnTo>
                <a:lnTo>
                  <a:pt x="187" y="29"/>
                </a:lnTo>
                <a:lnTo>
                  <a:pt x="188" y="29"/>
                </a:lnTo>
                <a:lnTo>
                  <a:pt x="189" y="29"/>
                </a:lnTo>
                <a:lnTo>
                  <a:pt x="189" y="30"/>
                </a:lnTo>
                <a:lnTo>
                  <a:pt x="189" y="31"/>
                </a:lnTo>
                <a:lnTo>
                  <a:pt x="188" y="32"/>
                </a:lnTo>
                <a:lnTo>
                  <a:pt x="188" y="33"/>
                </a:lnTo>
                <a:lnTo>
                  <a:pt x="188" y="34"/>
                </a:lnTo>
                <a:lnTo>
                  <a:pt x="188" y="35"/>
                </a:lnTo>
                <a:lnTo>
                  <a:pt x="188" y="36"/>
                </a:lnTo>
                <a:lnTo>
                  <a:pt x="188" y="37"/>
                </a:lnTo>
                <a:lnTo>
                  <a:pt x="189" y="38"/>
                </a:lnTo>
                <a:lnTo>
                  <a:pt x="190" y="38"/>
                </a:lnTo>
                <a:lnTo>
                  <a:pt x="190" y="39"/>
                </a:lnTo>
                <a:lnTo>
                  <a:pt x="191" y="40"/>
                </a:lnTo>
                <a:lnTo>
                  <a:pt x="190" y="40"/>
                </a:lnTo>
                <a:lnTo>
                  <a:pt x="191" y="40"/>
                </a:lnTo>
                <a:lnTo>
                  <a:pt x="192" y="40"/>
                </a:lnTo>
                <a:lnTo>
                  <a:pt x="192" y="41"/>
                </a:lnTo>
                <a:lnTo>
                  <a:pt x="193" y="41"/>
                </a:lnTo>
                <a:lnTo>
                  <a:pt x="193" y="42"/>
                </a:lnTo>
                <a:lnTo>
                  <a:pt x="194" y="41"/>
                </a:lnTo>
                <a:lnTo>
                  <a:pt x="195" y="41"/>
                </a:lnTo>
                <a:lnTo>
                  <a:pt x="195" y="42"/>
                </a:lnTo>
                <a:lnTo>
                  <a:pt x="194" y="42"/>
                </a:lnTo>
                <a:lnTo>
                  <a:pt x="194" y="43"/>
                </a:lnTo>
                <a:lnTo>
                  <a:pt x="195" y="43"/>
                </a:lnTo>
                <a:lnTo>
                  <a:pt x="195" y="45"/>
                </a:lnTo>
                <a:lnTo>
                  <a:pt x="194" y="46"/>
                </a:lnTo>
                <a:lnTo>
                  <a:pt x="193" y="47"/>
                </a:lnTo>
                <a:lnTo>
                  <a:pt x="193" y="48"/>
                </a:lnTo>
                <a:lnTo>
                  <a:pt x="193" y="49"/>
                </a:lnTo>
                <a:lnTo>
                  <a:pt x="194" y="49"/>
                </a:lnTo>
                <a:lnTo>
                  <a:pt x="194" y="50"/>
                </a:lnTo>
                <a:lnTo>
                  <a:pt x="196" y="50"/>
                </a:lnTo>
                <a:lnTo>
                  <a:pt x="196" y="51"/>
                </a:lnTo>
                <a:lnTo>
                  <a:pt x="197" y="51"/>
                </a:lnTo>
                <a:lnTo>
                  <a:pt x="197" y="52"/>
                </a:lnTo>
                <a:lnTo>
                  <a:pt x="199" y="51"/>
                </a:lnTo>
                <a:lnTo>
                  <a:pt x="199" y="52"/>
                </a:lnTo>
                <a:lnTo>
                  <a:pt x="200" y="53"/>
                </a:lnTo>
                <a:lnTo>
                  <a:pt x="201" y="53"/>
                </a:lnTo>
                <a:lnTo>
                  <a:pt x="202" y="53"/>
                </a:lnTo>
                <a:lnTo>
                  <a:pt x="203" y="54"/>
                </a:lnTo>
                <a:lnTo>
                  <a:pt x="203" y="55"/>
                </a:lnTo>
                <a:lnTo>
                  <a:pt x="202" y="55"/>
                </a:lnTo>
                <a:lnTo>
                  <a:pt x="201" y="55"/>
                </a:lnTo>
                <a:lnTo>
                  <a:pt x="201" y="56"/>
                </a:lnTo>
                <a:lnTo>
                  <a:pt x="202" y="56"/>
                </a:lnTo>
                <a:lnTo>
                  <a:pt x="203" y="56"/>
                </a:lnTo>
                <a:lnTo>
                  <a:pt x="204" y="56"/>
                </a:lnTo>
                <a:lnTo>
                  <a:pt x="205" y="56"/>
                </a:lnTo>
                <a:lnTo>
                  <a:pt x="204" y="57"/>
                </a:lnTo>
                <a:lnTo>
                  <a:pt x="204" y="58"/>
                </a:lnTo>
                <a:lnTo>
                  <a:pt x="205" y="58"/>
                </a:lnTo>
                <a:lnTo>
                  <a:pt x="207" y="59"/>
                </a:lnTo>
                <a:lnTo>
                  <a:pt x="208" y="59"/>
                </a:lnTo>
                <a:lnTo>
                  <a:pt x="210" y="59"/>
                </a:lnTo>
                <a:lnTo>
                  <a:pt x="211" y="59"/>
                </a:lnTo>
                <a:lnTo>
                  <a:pt x="212" y="59"/>
                </a:lnTo>
                <a:lnTo>
                  <a:pt x="212" y="60"/>
                </a:lnTo>
                <a:lnTo>
                  <a:pt x="214" y="59"/>
                </a:lnTo>
                <a:lnTo>
                  <a:pt x="215" y="59"/>
                </a:lnTo>
                <a:lnTo>
                  <a:pt x="216" y="58"/>
                </a:lnTo>
                <a:lnTo>
                  <a:pt x="218" y="58"/>
                </a:lnTo>
                <a:lnTo>
                  <a:pt x="218" y="59"/>
                </a:lnTo>
                <a:lnTo>
                  <a:pt x="219" y="60"/>
                </a:lnTo>
                <a:lnTo>
                  <a:pt x="220" y="60"/>
                </a:lnTo>
                <a:lnTo>
                  <a:pt x="220" y="59"/>
                </a:lnTo>
                <a:lnTo>
                  <a:pt x="220" y="58"/>
                </a:lnTo>
                <a:lnTo>
                  <a:pt x="221" y="57"/>
                </a:lnTo>
                <a:lnTo>
                  <a:pt x="224" y="57"/>
                </a:lnTo>
                <a:lnTo>
                  <a:pt x="224" y="58"/>
                </a:lnTo>
                <a:lnTo>
                  <a:pt x="225" y="58"/>
                </a:lnTo>
                <a:lnTo>
                  <a:pt x="226" y="58"/>
                </a:lnTo>
                <a:lnTo>
                  <a:pt x="226" y="59"/>
                </a:lnTo>
                <a:lnTo>
                  <a:pt x="225" y="59"/>
                </a:lnTo>
                <a:lnTo>
                  <a:pt x="225" y="60"/>
                </a:lnTo>
                <a:lnTo>
                  <a:pt x="226" y="60"/>
                </a:lnTo>
                <a:lnTo>
                  <a:pt x="227" y="60"/>
                </a:lnTo>
                <a:lnTo>
                  <a:pt x="227" y="61"/>
                </a:lnTo>
                <a:lnTo>
                  <a:pt x="227" y="62"/>
                </a:lnTo>
                <a:lnTo>
                  <a:pt x="228" y="62"/>
                </a:lnTo>
                <a:lnTo>
                  <a:pt x="227" y="63"/>
                </a:lnTo>
                <a:lnTo>
                  <a:pt x="228" y="63"/>
                </a:lnTo>
                <a:lnTo>
                  <a:pt x="229" y="64"/>
                </a:lnTo>
                <a:lnTo>
                  <a:pt x="230" y="64"/>
                </a:lnTo>
                <a:lnTo>
                  <a:pt x="231" y="64"/>
                </a:lnTo>
                <a:lnTo>
                  <a:pt x="231" y="63"/>
                </a:lnTo>
                <a:lnTo>
                  <a:pt x="232" y="63"/>
                </a:lnTo>
                <a:lnTo>
                  <a:pt x="233" y="64"/>
                </a:lnTo>
                <a:lnTo>
                  <a:pt x="233" y="63"/>
                </a:lnTo>
                <a:lnTo>
                  <a:pt x="232" y="63"/>
                </a:lnTo>
                <a:lnTo>
                  <a:pt x="234" y="62"/>
                </a:lnTo>
                <a:lnTo>
                  <a:pt x="235" y="61"/>
                </a:lnTo>
                <a:lnTo>
                  <a:pt x="236" y="61"/>
                </a:lnTo>
                <a:lnTo>
                  <a:pt x="237" y="61"/>
                </a:lnTo>
                <a:lnTo>
                  <a:pt x="237" y="60"/>
                </a:lnTo>
                <a:lnTo>
                  <a:pt x="238" y="60"/>
                </a:lnTo>
                <a:lnTo>
                  <a:pt x="239" y="60"/>
                </a:lnTo>
                <a:lnTo>
                  <a:pt x="239" y="61"/>
                </a:lnTo>
                <a:lnTo>
                  <a:pt x="240" y="61"/>
                </a:lnTo>
                <a:lnTo>
                  <a:pt x="241" y="62"/>
                </a:lnTo>
                <a:lnTo>
                  <a:pt x="240" y="64"/>
                </a:lnTo>
                <a:lnTo>
                  <a:pt x="240" y="65"/>
                </a:lnTo>
                <a:lnTo>
                  <a:pt x="241" y="65"/>
                </a:lnTo>
                <a:lnTo>
                  <a:pt x="241" y="66"/>
                </a:lnTo>
                <a:lnTo>
                  <a:pt x="242" y="66"/>
                </a:lnTo>
                <a:lnTo>
                  <a:pt x="243" y="67"/>
                </a:lnTo>
                <a:lnTo>
                  <a:pt x="242" y="67"/>
                </a:lnTo>
                <a:lnTo>
                  <a:pt x="242" y="68"/>
                </a:lnTo>
                <a:lnTo>
                  <a:pt x="243" y="68"/>
                </a:lnTo>
                <a:lnTo>
                  <a:pt x="245" y="68"/>
                </a:lnTo>
                <a:lnTo>
                  <a:pt x="245" y="66"/>
                </a:lnTo>
                <a:lnTo>
                  <a:pt x="246" y="67"/>
                </a:lnTo>
                <a:lnTo>
                  <a:pt x="247" y="66"/>
                </a:lnTo>
                <a:lnTo>
                  <a:pt x="247" y="65"/>
                </a:lnTo>
                <a:lnTo>
                  <a:pt x="247" y="64"/>
                </a:lnTo>
                <a:lnTo>
                  <a:pt x="246" y="64"/>
                </a:lnTo>
                <a:lnTo>
                  <a:pt x="246" y="63"/>
                </a:lnTo>
                <a:lnTo>
                  <a:pt x="248" y="63"/>
                </a:lnTo>
                <a:lnTo>
                  <a:pt x="248" y="64"/>
                </a:lnTo>
                <a:lnTo>
                  <a:pt x="250" y="65"/>
                </a:lnTo>
                <a:lnTo>
                  <a:pt x="250" y="66"/>
                </a:lnTo>
                <a:lnTo>
                  <a:pt x="251" y="66"/>
                </a:lnTo>
                <a:lnTo>
                  <a:pt x="252" y="67"/>
                </a:lnTo>
                <a:lnTo>
                  <a:pt x="252" y="68"/>
                </a:lnTo>
                <a:lnTo>
                  <a:pt x="251" y="68"/>
                </a:lnTo>
                <a:lnTo>
                  <a:pt x="251" y="69"/>
                </a:lnTo>
                <a:lnTo>
                  <a:pt x="251" y="70"/>
                </a:lnTo>
                <a:lnTo>
                  <a:pt x="252" y="71"/>
                </a:lnTo>
                <a:lnTo>
                  <a:pt x="252" y="72"/>
                </a:lnTo>
                <a:lnTo>
                  <a:pt x="252" y="73"/>
                </a:lnTo>
                <a:lnTo>
                  <a:pt x="252" y="74"/>
                </a:lnTo>
                <a:lnTo>
                  <a:pt x="253" y="74"/>
                </a:lnTo>
                <a:lnTo>
                  <a:pt x="254" y="74"/>
                </a:lnTo>
                <a:lnTo>
                  <a:pt x="254" y="75"/>
                </a:lnTo>
                <a:lnTo>
                  <a:pt x="255" y="76"/>
                </a:lnTo>
                <a:lnTo>
                  <a:pt x="255" y="77"/>
                </a:lnTo>
                <a:lnTo>
                  <a:pt x="255" y="78"/>
                </a:lnTo>
                <a:lnTo>
                  <a:pt x="256" y="78"/>
                </a:lnTo>
                <a:lnTo>
                  <a:pt x="257" y="78"/>
                </a:lnTo>
                <a:lnTo>
                  <a:pt x="257" y="77"/>
                </a:lnTo>
                <a:lnTo>
                  <a:pt x="258" y="77"/>
                </a:lnTo>
                <a:lnTo>
                  <a:pt x="259" y="78"/>
                </a:lnTo>
                <a:lnTo>
                  <a:pt x="260" y="78"/>
                </a:lnTo>
                <a:lnTo>
                  <a:pt x="260" y="79"/>
                </a:lnTo>
                <a:lnTo>
                  <a:pt x="260" y="80"/>
                </a:lnTo>
                <a:lnTo>
                  <a:pt x="259" y="81"/>
                </a:lnTo>
                <a:lnTo>
                  <a:pt x="260" y="82"/>
                </a:lnTo>
                <a:lnTo>
                  <a:pt x="259" y="83"/>
                </a:lnTo>
                <a:lnTo>
                  <a:pt x="259" y="84"/>
                </a:lnTo>
                <a:lnTo>
                  <a:pt x="259" y="85"/>
                </a:lnTo>
                <a:lnTo>
                  <a:pt x="259" y="87"/>
                </a:lnTo>
                <a:lnTo>
                  <a:pt x="259" y="88"/>
                </a:lnTo>
                <a:lnTo>
                  <a:pt x="258" y="89"/>
                </a:lnTo>
                <a:lnTo>
                  <a:pt x="258" y="90"/>
                </a:lnTo>
                <a:lnTo>
                  <a:pt x="258" y="91"/>
                </a:lnTo>
                <a:lnTo>
                  <a:pt x="258" y="92"/>
                </a:lnTo>
                <a:lnTo>
                  <a:pt x="257" y="92"/>
                </a:lnTo>
                <a:lnTo>
                  <a:pt x="257" y="93"/>
                </a:lnTo>
                <a:lnTo>
                  <a:pt x="258" y="93"/>
                </a:lnTo>
                <a:lnTo>
                  <a:pt x="258" y="94"/>
                </a:lnTo>
                <a:lnTo>
                  <a:pt x="259" y="95"/>
                </a:lnTo>
                <a:lnTo>
                  <a:pt x="260" y="95"/>
                </a:lnTo>
                <a:lnTo>
                  <a:pt x="261" y="95"/>
                </a:lnTo>
                <a:lnTo>
                  <a:pt x="261" y="94"/>
                </a:lnTo>
                <a:lnTo>
                  <a:pt x="262" y="94"/>
                </a:lnTo>
                <a:lnTo>
                  <a:pt x="263" y="94"/>
                </a:lnTo>
                <a:lnTo>
                  <a:pt x="263" y="93"/>
                </a:lnTo>
                <a:lnTo>
                  <a:pt x="264" y="93"/>
                </a:lnTo>
                <a:lnTo>
                  <a:pt x="265" y="93"/>
                </a:lnTo>
                <a:lnTo>
                  <a:pt x="266" y="93"/>
                </a:lnTo>
                <a:lnTo>
                  <a:pt x="267" y="93"/>
                </a:lnTo>
                <a:lnTo>
                  <a:pt x="268" y="93"/>
                </a:lnTo>
                <a:lnTo>
                  <a:pt x="269" y="93"/>
                </a:lnTo>
                <a:lnTo>
                  <a:pt x="270" y="94"/>
                </a:lnTo>
                <a:lnTo>
                  <a:pt x="271" y="94"/>
                </a:lnTo>
                <a:lnTo>
                  <a:pt x="272" y="94"/>
                </a:lnTo>
                <a:lnTo>
                  <a:pt x="273" y="94"/>
                </a:lnTo>
                <a:lnTo>
                  <a:pt x="272" y="94"/>
                </a:lnTo>
                <a:lnTo>
                  <a:pt x="272" y="93"/>
                </a:lnTo>
                <a:lnTo>
                  <a:pt x="273" y="93"/>
                </a:lnTo>
                <a:lnTo>
                  <a:pt x="274" y="93"/>
                </a:lnTo>
                <a:lnTo>
                  <a:pt x="275" y="94"/>
                </a:lnTo>
                <a:lnTo>
                  <a:pt x="277" y="94"/>
                </a:lnTo>
                <a:lnTo>
                  <a:pt x="277" y="93"/>
                </a:lnTo>
                <a:lnTo>
                  <a:pt x="278" y="93"/>
                </a:lnTo>
                <a:lnTo>
                  <a:pt x="277" y="93"/>
                </a:lnTo>
                <a:lnTo>
                  <a:pt x="278" y="92"/>
                </a:lnTo>
                <a:lnTo>
                  <a:pt x="278" y="91"/>
                </a:lnTo>
                <a:lnTo>
                  <a:pt x="279" y="91"/>
                </a:lnTo>
                <a:lnTo>
                  <a:pt x="279" y="92"/>
                </a:lnTo>
                <a:lnTo>
                  <a:pt x="280" y="92"/>
                </a:lnTo>
                <a:lnTo>
                  <a:pt x="282" y="92"/>
                </a:lnTo>
                <a:lnTo>
                  <a:pt x="283" y="92"/>
                </a:lnTo>
                <a:lnTo>
                  <a:pt x="283" y="93"/>
                </a:lnTo>
                <a:lnTo>
                  <a:pt x="284" y="93"/>
                </a:lnTo>
                <a:lnTo>
                  <a:pt x="284" y="92"/>
                </a:lnTo>
                <a:lnTo>
                  <a:pt x="285" y="92"/>
                </a:lnTo>
                <a:lnTo>
                  <a:pt x="286" y="92"/>
                </a:lnTo>
                <a:lnTo>
                  <a:pt x="286" y="91"/>
                </a:lnTo>
                <a:lnTo>
                  <a:pt x="287" y="91"/>
                </a:lnTo>
                <a:lnTo>
                  <a:pt x="287" y="90"/>
                </a:lnTo>
                <a:lnTo>
                  <a:pt x="289" y="90"/>
                </a:lnTo>
                <a:lnTo>
                  <a:pt x="291" y="90"/>
                </a:lnTo>
                <a:lnTo>
                  <a:pt x="292" y="90"/>
                </a:lnTo>
                <a:lnTo>
                  <a:pt x="293" y="90"/>
                </a:lnTo>
                <a:lnTo>
                  <a:pt x="293" y="91"/>
                </a:lnTo>
                <a:lnTo>
                  <a:pt x="294" y="92"/>
                </a:lnTo>
                <a:lnTo>
                  <a:pt x="295" y="92"/>
                </a:lnTo>
                <a:lnTo>
                  <a:pt x="296" y="92"/>
                </a:lnTo>
                <a:lnTo>
                  <a:pt x="297" y="92"/>
                </a:lnTo>
                <a:lnTo>
                  <a:pt x="298" y="92"/>
                </a:lnTo>
                <a:lnTo>
                  <a:pt x="298" y="93"/>
                </a:lnTo>
                <a:lnTo>
                  <a:pt x="298" y="94"/>
                </a:lnTo>
                <a:lnTo>
                  <a:pt x="297" y="94"/>
                </a:lnTo>
                <a:lnTo>
                  <a:pt x="297" y="93"/>
                </a:lnTo>
                <a:lnTo>
                  <a:pt x="296" y="94"/>
                </a:lnTo>
                <a:lnTo>
                  <a:pt x="296" y="95"/>
                </a:lnTo>
                <a:lnTo>
                  <a:pt x="297" y="96"/>
                </a:lnTo>
                <a:lnTo>
                  <a:pt x="296" y="97"/>
                </a:lnTo>
                <a:lnTo>
                  <a:pt x="296" y="98"/>
                </a:lnTo>
                <a:lnTo>
                  <a:pt x="297" y="100"/>
                </a:lnTo>
                <a:lnTo>
                  <a:pt x="297" y="101"/>
                </a:lnTo>
                <a:lnTo>
                  <a:pt x="295" y="102"/>
                </a:lnTo>
                <a:lnTo>
                  <a:pt x="295" y="103"/>
                </a:lnTo>
                <a:lnTo>
                  <a:pt x="294" y="103"/>
                </a:lnTo>
                <a:lnTo>
                  <a:pt x="294" y="104"/>
                </a:lnTo>
                <a:lnTo>
                  <a:pt x="293" y="104"/>
                </a:lnTo>
                <a:lnTo>
                  <a:pt x="293" y="105"/>
                </a:lnTo>
                <a:lnTo>
                  <a:pt x="292" y="105"/>
                </a:lnTo>
                <a:lnTo>
                  <a:pt x="292" y="106"/>
                </a:lnTo>
                <a:lnTo>
                  <a:pt x="292" y="107"/>
                </a:lnTo>
                <a:lnTo>
                  <a:pt x="292" y="108"/>
                </a:lnTo>
                <a:lnTo>
                  <a:pt x="292" y="109"/>
                </a:lnTo>
                <a:lnTo>
                  <a:pt x="292" y="111"/>
                </a:lnTo>
                <a:lnTo>
                  <a:pt x="292" y="113"/>
                </a:lnTo>
                <a:lnTo>
                  <a:pt x="291" y="114"/>
                </a:lnTo>
                <a:lnTo>
                  <a:pt x="291" y="116"/>
                </a:lnTo>
                <a:lnTo>
                  <a:pt x="291" y="117"/>
                </a:lnTo>
                <a:lnTo>
                  <a:pt x="291" y="119"/>
                </a:lnTo>
                <a:lnTo>
                  <a:pt x="291" y="120"/>
                </a:lnTo>
                <a:lnTo>
                  <a:pt x="290" y="119"/>
                </a:lnTo>
                <a:lnTo>
                  <a:pt x="289" y="119"/>
                </a:lnTo>
                <a:lnTo>
                  <a:pt x="288" y="119"/>
                </a:lnTo>
                <a:lnTo>
                  <a:pt x="287" y="118"/>
                </a:lnTo>
                <a:lnTo>
                  <a:pt x="286" y="118"/>
                </a:lnTo>
                <a:lnTo>
                  <a:pt x="286" y="119"/>
                </a:lnTo>
                <a:lnTo>
                  <a:pt x="286" y="120"/>
                </a:lnTo>
                <a:lnTo>
                  <a:pt x="285" y="120"/>
                </a:lnTo>
                <a:lnTo>
                  <a:pt x="284" y="121"/>
                </a:lnTo>
                <a:lnTo>
                  <a:pt x="284" y="122"/>
                </a:lnTo>
                <a:lnTo>
                  <a:pt x="284" y="123"/>
                </a:lnTo>
                <a:lnTo>
                  <a:pt x="284" y="124"/>
                </a:lnTo>
                <a:lnTo>
                  <a:pt x="284" y="125"/>
                </a:lnTo>
                <a:lnTo>
                  <a:pt x="284" y="126"/>
                </a:lnTo>
                <a:lnTo>
                  <a:pt x="283" y="126"/>
                </a:lnTo>
                <a:lnTo>
                  <a:pt x="283" y="127"/>
                </a:lnTo>
                <a:lnTo>
                  <a:pt x="283" y="128"/>
                </a:lnTo>
                <a:lnTo>
                  <a:pt x="284" y="128"/>
                </a:lnTo>
                <a:lnTo>
                  <a:pt x="284" y="129"/>
                </a:lnTo>
                <a:lnTo>
                  <a:pt x="284" y="130"/>
                </a:lnTo>
                <a:lnTo>
                  <a:pt x="284" y="131"/>
                </a:lnTo>
                <a:lnTo>
                  <a:pt x="283" y="132"/>
                </a:lnTo>
                <a:lnTo>
                  <a:pt x="281" y="133"/>
                </a:lnTo>
                <a:lnTo>
                  <a:pt x="280" y="133"/>
                </a:lnTo>
                <a:lnTo>
                  <a:pt x="279" y="133"/>
                </a:lnTo>
                <a:lnTo>
                  <a:pt x="279" y="134"/>
                </a:lnTo>
                <a:lnTo>
                  <a:pt x="281" y="134"/>
                </a:lnTo>
                <a:lnTo>
                  <a:pt x="281" y="135"/>
                </a:lnTo>
                <a:lnTo>
                  <a:pt x="281" y="136"/>
                </a:lnTo>
                <a:lnTo>
                  <a:pt x="280" y="136"/>
                </a:lnTo>
                <a:lnTo>
                  <a:pt x="280" y="138"/>
                </a:lnTo>
                <a:lnTo>
                  <a:pt x="279" y="139"/>
                </a:lnTo>
                <a:lnTo>
                  <a:pt x="279" y="140"/>
                </a:lnTo>
                <a:lnTo>
                  <a:pt x="277" y="141"/>
                </a:lnTo>
                <a:lnTo>
                  <a:pt x="277" y="142"/>
                </a:lnTo>
                <a:lnTo>
                  <a:pt x="277" y="143"/>
                </a:lnTo>
                <a:lnTo>
                  <a:pt x="277" y="144"/>
                </a:lnTo>
                <a:lnTo>
                  <a:pt x="276" y="144"/>
                </a:lnTo>
                <a:lnTo>
                  <a:pt x="276" y="145"/>
                </a:lnTo>
                <a:lnTo>
                  <a:pt x="277" y="145"/>
                </a:lnTo>
                <a:lnTo>
                  <a:pt x="277" y="146"/>
                </a:lnTo>
                <a:lnTo>
                  <a:pt x="278" y="146"/>
                </a:lnTo>
                <a:lnTo>
                  <a:pt x="278" y="145"/>
                </a:lnTo>
                <a:lnTo>
                  <a:pt x="279" y="145"/>
                </a:lnTo>
                <a:lnTo>
                  <a:pt x="280" y="145"/>
                </a:lnTo>
                <a:lnTo>
                  <a:pt x="280" y="146"/>
                </a:lnTo>
                <a:lnTo>
                  <a:pt x="281" y="146"/>
                </a:lnTo>
                <a:lnTo>
                  <a:pt x="280" y="147"/>
                </a:lnTo>
                <a:lnTo>
                  <a:pt x="280" y="148"/>
                </a:lnTo>
                <a:lnTo>
                  <a:pt x="281" y="150"/>
                </a:lnTo>
                <a:lnTo>
                  <a:pt x="282" y="150"/>
                </a:lnTo>
                <a:lnTo>
                  <a:pt x="282" y="151"/>
                </a:lnTo>
                <a:lnTo>
                  <a:pt x="283" y="151"/>
                </a:lnTo>
                <a:lnTo>
                  <a:pt x="284" y="152"/>
                </a:lnTo>
                <a:lnTo>
                  <a:pt x="284" y="153"/>
                </a:lnTo>
                <a:lnTo>
                  <a:pt x="285" y="153"/>
                </a:lnTo>
                <a:lnTo>
                  <a:pt x="285" y="154"/>
                </a:lnTo>
                <a:lnTo>
                  <a:pt x="285" y="155"/>
                </a:lnTo>
                <a:lnTo>
                  <a:pt x="285" y="154"/>
                </a:lnTo>
                <a:lnTo>
                  <a:pt x="286" y="154"/>
                </a:lnTo>
                <a:lnTo>
                  <a:pt x="285" y="154"/>
                </a:lnTo>
                <a:lnTo>
                  <a:pt x="285" y="153"/>
                </a:lnTo>
                <a:lnTo>
                  <a:pt x="286" y="153"/>
                </a:lnTo>
                <a:lnTo>
                  <a:pt x="287" y="153"/>
                </a:lnTo>
                <a:lnTo>
                  <a:pt x="287" y="154"/>
                </a:lnTo>
                <a:lnTo>
                  <a:pt x="288" y="154"/>
                </a:lnTo>
                <a:lnTo>
                  <a:pt x="289" y="154"/>
                </a:lnTo>
                <a:lnTo>
                  <a:pt x="289" y="153"/>
                </a:lnTo>
                <a:lnTo>
                  <a:pt x="290" y="153"/>
                </a:lnTo>
                <a:lnTo>
                  <a:pt x="291" y="153"/>
                </a:lnTo>
                <a:lnTo>
                  <a:pt x="292" y="152"/>
                </a:lnTo>
                <a:lnTo>
                  <a:pt x="293" y="152"/>
                </a:lnTo>
                <a:lnTo>
                  <a:pt x="294" y="151"/>
                </a:lnTo>
                <a:lnTo>
                  <a:pt x="295" y="151"/>
                </a:lnTo>
                <a:lnTo>
                  <a:pt x="296" y="151"/>
                </a:lnTo>
                <a:lnTo>
                  <a:pt x="296" y="150"/>
                </a:lnTo>
                <a:lnTo>
                  <a:pt x="296" y="149"/>
                </a:lnTo>
                <a:lnTo>
                  <a:pt x="296" y="148"/>
                </a:lnTo>
                <a:lnTo>
                  <a:pt x="296" y="147"/>
                </a:lnTo>
                <a:lnTo>
                  <a:pt x="297" y="147"/>
                </a:lnTo>
                <a:lnTo>
                  <a:pt x="297" y="146"/>
                </a:lnTo>
                <a:lnTo>
                  <a:pt x="298" y="146"/>
                </a:lnTo>
                <a:lnTo>
                  <a:pt x="299" y="147"/>
                </a:lnTo>
                <a:lnTo>
                  <a:pt x="300" y="147"/>
                </a:lnTo>
                <a:lnTo>
                  <a:pt x="300" y="148"/>
                </a:lnTo>
                <a:lnTo>
                  <a:pt x="301" y="148"/>
                </a:lnTo>
                <a:lnTo>
                  <a:pt x="301" y="149"/>
                </a:lnTo>
                <a:lnTo>
                  <a:pt x="301" y="150"/>
                </a:lnTo>
                <a:lnTo>
                  <a:pt x="302" y="150"/>
                </a:lnTo>
                <a:lnTo>
                  <a:pt x="302" y="151"/>
                </a:lnTo>
                <a:lnTo>
                  <a:pt x="302" y="152"/>
                </a:lnTo>
                <a:lnTo>
                  <a:pt x="301" y="152"/>
                </a:lnTo>
                <a:lnTo>
                  <a:pt x="302" y="152"/>
                </a:lnTo>
                <a:lnTo>
                  <a:pt x="302" y="153"/>
                </a:lnTo>
                <a:lnTo>
                  <a:pt x="302" y="154"/>
                </a:lnTo>
                <a:lnTo>
                  <a:pt x="302" y="155"/>
                </a:lnTo>
                <a:lnTo>
                  <a:pt x="301" y="156"/>
                </a:lnTo>
                <a:lnTo>
                  <a:pt x="301" y="157"/>
                </a:lnTo>
                <a:lnTo>
                  <a:pt x="300" y="157"/>
                </a:lnTo>
                <a:lnTo>
                  <a:pt x="301" y="158"/>
                </a:lnTo>
                <a:lnTo>
                  <a:pt x="302" y="158"/>
                </a:lnTo>
                <a:lnTo>
                  <a:pt x="302" y="159"/>
                </a:lnTo>
                <a:lnTo>
                  <a:pt x="301" y="159"/>
                </a:lnTo>
                <a:lnTo>
                  <a:pt x="300" y="159"/>
                </a:lnTo>
                <a:lnTo>
                  <a:pt x="301" y="159"/>
                </a:lnTo>
                <a:lnTo>
                  <a:pt x="301" y="160"/>
                </a:lnTo>
                <a:lnTo>
                  <a:pt x="302" y="160"/>
                </a:lnTo>
                <a:lnTo>
                  <a:pt x="302" y="161"/>
                </a:lnTo>
                <a:lnTo>
                  <a:pt x="301" y="161"/>
                </a:lnTo>
                <a:lnTo>
                  <a:pt x="301" y="162"/>
                </a:lnTo>
                <a:lnTo>
                  <a:pt x="302" y="162"/>
                </a:lnTo>
                <a:lnTo>
                  <a:pt x="303" y="162"/>
                </a:lnTo>
                <a:lnTo>
                  <a:pt x="303" y="163"/>
                </a:lnTo>
                <a:lnTo>
                  <a:pt x="303" y="164"/>
                </a:lnTo>
                <a:lnTo>
                  <a:pt x="304" y="165"/>
                </a:lnTo>
                <a:lnTo>
                  <a:pt x="304" y="168"/>
                </a:lnTo>
                <a:lnTo>
                  <a:pt x="304" y="169"/>
                </a:lnTo>
                <a:lnTo>
                  <a:pt x="304" y="170"/>
                </a:lnTo>
                <a:lnTo>
                  <a:pt x="305" y="171"/>
                </a:lnTo>
                <a:lnTo>
                  <a:pt x="306" y="171"/>
                </a:lnTo>
                <a:lnTo>
                  <a:pt x="309" y="171"/>
                </a:lnTo>
                <a:lnTo>
                  <a:pt x="309" y="172"/>
                </a:lnTo>
                <a:lnTo>
                  <a:pt x="310" y="172"/>
                </a:lnTo>
                <a:lnTo>
                  <a:pt x="309" y="172"/>
                </a:lnTo>
                <a:lnTo>
                  <a:pt x="309" y="173"/>
                </a:lnTo>
                <a:lnTo>
                  <a:pt x="308" y="174"/>
                </a:lnTo>
                <a:lnTo>
                  <a:pt x="307" y="174"/>
                </a:lnTo>
                <a:lnTo>
                  <a:pt x="306" y="174"/>
                </a:lnTo>
                <a:lnTo>
                  <a:pt x="305" y="174"/>
                </a:lnTo>
                <a:lnTo>
                  <a:pt x="304" y="175"/>
                </a:lnTo>
                <a:lnTo>
                  <a:pt x="303" y="175"/>
                </a:lnTo>
                <a:lnTo>
                  <a:pt x="303" y="176"/>
                </a:lnTo>
                <a:lnTo>
                  <a:pt x="302" y="176"/>
                </a:lnTo>
                <a:lnTo>
                  <a:pt x="303" y="178"/>
                </a:lnTo>
                <a:lnTo>
                  <a:pt x="303" y="179"/>
                </a:lnTo>
                <a:lnTo>
                  <a:pt x="303" y="180"/>
                </a:lnTo>
                <a:lnTo>
                  <a:pt x="303" y="181"/>
                </a:lnTo>
                <a:lnTo>
                  <a:pt x="304" y="181"/>
                </a:lnTo>
                <a:lnTo>
                  <a:pt x="304" y="182"/>
                </a:lnTo>
                <a:lnTo>
                  <a:pt x="304" y="183"/>
                </a:lnTo>
                <a:lnTo>
                  <a:pt x="304" y="184"/>
                </a:lnTo>
                <a:lnTo>
                  <a:pt x="305" y="184"/>
                </a:lnTo>
                <a:lnTo>
                  <a:pt x="305" y="183"/>
                </a:lnTo>
                <a:lnTo>
                  <a:pt x="306" y="183"/>
                </a:lnTo>
                <a:lnTo>
                  <a:pt x="307" y="183"/>
                </a:lnTo>
                <a:lnTo>
                  <a:pt x="308" y="184"/>
                </a:lnTo>
                <a:lnTo>
                  <a:pt x="309" y="184"/>
                </a:lnTo>
                <a:lnTo>
                  <a:pt x="309" y="186"/>
                </a:lnTo>
                <a:lnTo>
                  <a:pt x="309" y="187"/>
                </a:lnTo>
                <a:lnTo>
                  <a:pt x="309" y="188"/>
                </a:lnTo>
                <a:lnTo>
                  <a:pt x="309" y="189"/>
                </a:lnTo>
                <a:lnTo>
                  <a:pt x="308" y="189"/>
                </a:lnTo>
                <a:lnTo>
                  <a:pt x="309" y="191"/>
                </a:lnTo>
                <a:lnTo>
                  <a:pt x="310" y="191"/>
                </a:lnTo>
                <a:lnTo>
                  <a:pt x="311" y="191"/>
                </a:lnTo>
                <a:lnTo>
                  <a:pt x="311" y="192"/>
                </a:lnTo>
                <a:lnTo>
                  <a:pt x="311" y="193"/>
                </a:lnTo>
                <a:lnTo>
                  <a:pt x="312" y="193"/>
                </a:lnTo>
                <a:lnTo>
                  <a:pt x="312" y="192"/>
                </a:lnTo>
                <a:lnTo>
                  <a:pt x="313" y="192"/>
                </a:lnTo>
                <a:lnTo>
                  <a:pt x="313" y="191"/>
                </a:lnTo>
                <a:lnTo>
                  <a:pt x="314" y="192"/>
                </a:lnTo>
                <a:lnTo>
                  <a:pt x="315" y="192"/>
                </a:lnTo>
                <a:lnTo>
                  <a:pt x="315" y="193"/>
                </a:lnTo>
                <a:lnTo>
                  <a:pt x="315" y="194"/>
                </a:lnTo>
                <a:lnTo>
                  <a:pt x="315" y="195"/>
                </a:lnTo>
                <a:lnTo>
                  <a:pt x="315" y="196"/>
                </a:lnTo>
                <a:lnTo>
                  <a:pt x="315" y="197"/>
                </a:lnTo>
                <a:lnTo>
                  <a:pt x="316" y="197"/>
                </a:lnTo>
                <a:lnTo>
                  <a:pt x="317" y="197"/>
                </a:lnTo>
                <a:lnTo>
                  <a:pt x="318" y="197"/>
                </a:lnTo>
                <a:lnTo>
                  <a:pt x="319" y="197"/>
                </a:lnTo>
                <a:lnTo>
                  <a:pt x="320" y="197"/>
                </a:lnTo>
                <a:lnTo>
                  <a:pt x="321" y="197"/>
                </a:lnTo>
                <a:lnTo>
                  <a:pt x="321" y="196"/>
                </a:lnTo>
                <a:lnTo>
                  <a:pt x="322" y="195"/>
                </a:lnTo>
                <a:lnTo>
                  <a:pt x="323" y="195"/>
                </a:lnTo>
                <a:lnTo>
                  <a:pt x="323" y="196"/>
                </a:lnTo>
                <a:lnTo>
                  <a:pt x="323" y="197"/>
                </a:lnTo>
                <a:lnTo>
                  <a:pt x="324" y="197"/>
                </a:lnTo>
                <a:lnTo>
                  <a:pt x="325" y="197"/>
                </a:lnTo>
                <a:lnTo>
                  <a:pt x="327" y="197"/>
                </a:lnTo>
                <a:lnTo>
                  <a:pt x="328" y="197"/>
                </a:lnTo>
                <a:lnTo>
                  <a:pt x="329" y="196"/>
                </a:lnTo>
                <a:lnTo>
                  <a:pt x="330" y="196"/>
                </a:lnTo>
                <a:lnTo>
                  <a:pt x="331" y="196"/>
                </a:lnTo>
                <a:lnTo>
                  <a:pt x="332" y="196"/>
                </a:lnTo>
                <a:lnTo>
                  <a:pt x="333" y="196"/>
                </a:lnTo>
                <a:lnTo>
                  <a:pt x="334" y="197"/>
                </a:lnTo>
                <a:lnTo>
                  <a:pt x="336" y="196"/>
                </a:lnTo>
                <a:lnTo>
                  <a:pt x="337" y="196"/>
                </a:lnTo>
                <a:lnTo>
                  <a:pt x="337" y="195"/>
                </a:lnTo>
                <a:lnTo>
                  <a:pt x="338" y="195"/>
                </a:lnTo>
                <a:lnTo>
                  <a:pt x="339" y="194"/>
                </a:lnTo>
                <a:lnTo>
                  <a:pt x="340" y="195"/>
                </a:lnTo>
                <a:lnTo>
                  <a:pt x="341" y="195"/>
                </a:lnTo>
                <a:lnTo>
                  <a:pt x="344" y="196"/>
                </a:lnTo>
                <a:lnTo>
                  <a:pt x="345" y="197"/>
                </a:lnTo>
                <a:lnTo>
                  <a:pt x="347" y="196"/>
                </a:lnTo>
                <a:lnTo>
                  <a:pt x="348" y="196"/>
                </a:lnTo>
                <a:lnTo>
                  <a:pt x="349" y="195"/>
                </a:lnTo>
                <a:lnTo>
                  <a:pt x="350" y="195"/>
                </a:lnTo>
                <a:lnTo>
                  <a:pt x="350" y="194"/>
                </a:lnTo>
                <a:lnTo>
                  <a:pt x="349" y="193"/>
                </a:lnTo>
                <a:lnTo>
                  <a:pt x="348" y="192"/>
                </a:lnTo>
                <a:lnTo>
                  <a:pt x="348" y="191"/>
                </a:lnTo>
                <a:lnTo>
                  <a:pt x="348" y="190"/>
                </a:lnTo>
                <a:lnTo>
                  <a:pt x="348" y="189"/>
                </a:lnTo>
                <a:lnTo>
                  <a:pt x="349" y="189"/>
                </a:lnTo>
                <a:lnTo>
                  <a:pt x="349" y="188"/>
                </a:lnTo>
                <a:lnTo>
                  <a:pt x="349" y="187"/>
                </a:lnTo>
                <a:lnTo>
                  <a:pt x="348" y="186"/>
                </a:lnTo>
                <a:lnTo>
                  <a:pt x="348" y="185"/>
                </a:lnTo>
                <a:lnTo>
                  <a:pt x="348" y="184"/>
                </a:lnTo>
                <a:lnTo>
                  <a:pt x="348" y="183"/>
                </a:lnTo>
                <a:lnTo>
                  <a:pt x="349" y="183"/>
                </a:lnTo>
                <a:lnTo>
                  <a:pt x="350" y="183"/>
                </a:lnTo>
                <a:lnTo>
                  <a:pt x="351" y="184"/>
                </a:lnTo>
                <a:lnTo>
                  <a:pt x="351" y="183"/>
                </a:lnTo>
                <a:lnTo>
                  <a:pt x="352" y="183"/>
                </a:lnTo>
                <a:lnTo>
                  <a:pt x="352" y="184"/>
                </a:lnTo>
                <a:lnTo>
                  <a:pt x="353" y="184"/>
                </a:lnTo>
                <a:lnTo>
                  <a:pt x="353" y="183"/>
                </a:lnTo>
                <a:lnTo>
                  <a:pt x="354" y="183"/>
                </a:lnTo>
                <a:lnTo>
                  <a:pt x="355" y="183"/>
                </a:lnTo>
                <a:lnTo>
                  <a:pt x="355" y="181"/>
                </a:lnTo>
                <a:lnTo>
                  <a:pt x="355" y="180"/>
                </a:lnTo>
                <a:lnTo>
                  <a:pt x="355" y="179"/>
                </a:lnTo>
                <a:lnTo>
                  <a:pt x="354" y="178"/>
                </a:lnTo>
                <a:lnTo>
                  <a:pt x="354" y="177"/>
                </a:lnTo>
                <a:lnTo>
                  <a:pt x="355" y="177"/>
                </a:lnTo>
                <a:lnTo>
                  <a:pt x="355" y="176"/>
                </a:lnTo>
                <a:lnTo>
                  <a:pt x="356" y="176"/>
                </a:lnTo>
                <a:lnTo>
                  <a:pt x="356" y="177"/>
                </a:lnTo>
                <a:lnTo>
                  <a:pt x="357" y="177"/>
                </a:lnTo>
                <a:lnTo>
                  <a:pt x="358" y="176"/>
                </a:lnTo>
                <a:lnTo>
                  <a:pt x="358" y="175"/>
                </a:lnTo>
                <a:lnTo>
                  <a:pt x="357" y="174"/>
                </a:lnTo>
                <a:lnTo>
                  <a:pt x="358" y="173"/>
                </a:lnTo>
                <a:lnTo>
                  <a:pt x="360" y="172"/>
                </a:lnTo>
                <a:lnTo>
                  <a:pt x="362" y="172"/>
                </a:lnTo>
                <a:lnTo>
                  <a:pt x="362" y="173"/>
                </a:lnTo>
                <a:lnTo>
                  <a:pt x="362" y="174"/>
                </a:lnTo>
                <a:lnTo>
                  <a:pt x="362" y="175"/>
                </a:lnTo>
                <a:lnTo>
                  <a:pt x="363" y="174"/>
                </a:lnTo>
                <a:lnTo>
                  <a:pt x="365" y="175"/>
                </a:lnTo>
                <a:lnTo>
                  <a:pt x="366" y="175"/>
                </a:lnTo>
                <a:lnTo>
                  <a:pt x="366" y="174"/>
                </a:lnTo>
                <a:lnTo>
                  <a:pt x="367" y="174"/>
                </a:lnTo>
                <a:lnTo>
                  <a:pt x="368" y="174"/>
                </a:lnTo>
                <a:lnTo>
                  <a:pt x="369" y="174"/>
                </a:lnTo>
                <a:lnTo>
                  <a:pt x="370" y="173"/>
                </a:lnTo>
                <a:lnTo>
                  <a:pt x="371" y="173"/>
                </a:lnTo>
                <a:lnTo>
                  <a:pt x="371" y="172"/>
                </a:lnTo>
                <a:lnTo>
                  <a:pt x="372" y="172"/>
                </a:lnTo>
                <a:lnTo>
                  <a:pt x="373" y="172"/>
                </a:lnTo>
                <a:lnTo>
                  <a:pt x="374" y="173"/>
                </a:lnTo>
                <a:lnTo>
                  <a:pt x="374" y="174"/>
                </a:lnTo>
                <a:lnTo>
                  <a:pt x="374" y="176"/>
                </a:lnTo>
                <a:lnTo>
                  <a:pt x="373" y="176"/>
                </a:lnTo>
                <a:lnTo>
                  <a:pt x="373" y="178"/>
                </a:lnTo>
                <a:lnTo>
                  <a:pt x="374" y="178"/>
                </a:lnTo>
                <a:lnTo>
                  <a:pt x="375" y="178"/>
                </a:lnTo>
                <a:lnTo>
                  <a:pt x="376" y="177"/>
                </a:lnTo>
                <a:lnTo>
                  <a:pt x="376" y="179"/>
                </a:lnTo>
                <a:lnTo>
                  <a:pt x="376" y="180"/>
                </a:lnTo>
                <a:lnTo>
                  <a:pt x="376" y="181"/>
                </a:lnTo>
                <a:lnTo>
                  <a:pt x="377" y="182"/>
                </a:lnTo>
                <a:lnTo>
                  <a:pt x="378" y="182"/>
                </a:lnTo>
                <a:lnTo>
                  <a:pt x="379" y="183"/>
                </a:lnTo>
                <a:lnTo>
                  <a:pt x="379" y="184"/>
                </a:lnTo>
                <a:lnTo>
                  <a:pt x="380" y="184"/>
                </a:lnTo>
                <a:lnTo>
                  <a:pt x="380" y="185"/>
                </a:lnTo>
                <a:lnTo>
                  <a:pt x="381" y="186"/>
                </a:lnTo>
                <a:lnTo>
                  <a:pt x="382" y="186"/>
                </a:lnTo>
                <a:lnTo>
                  <a:pt x="383" y="186"/>
                </a:lnTo>
                <a:lnTo>
                  <a:pt x="388" y="186"/>
                </a:lnTo>
                <a:lnTo>
                  <a:pt x="388" y="187"/>
                </a:lnTo>
                <a:lnTo>
                  <a:pt x="389" y="187"/>
                </a:lnTo>
                <a:lnTo>
                  <a:pt x="389" y="188"/>
                </a:lnTo>
                <a:lnTo>
                  <a:pt x="389" y="189"/>
                </a:lnTo>
                <a:lnTo>
                  <a:pt x="389" y="190"/>
                </a:lnTo>
                <a:lnTo>
                  <a:pt x="389" y="191"/>
                </a:lnTo>
                <a:lnTo>
                  <a:pt x="390" y="191"/>
                </a:lnTo>
                <a:lnTo>
                  <a:pt x="390" y="192"/>
                </a:lnTo>
                <a:lnTo>
                  <a:pt x="390" y="193"/>
                </a:lnTo>
                <a:lnTo>
                  <a:pt x="390" y="194"/>
                </a:lnTo>
                <a:lnTo>
                  <a:pt x="390" y="195"/>
                </a:lnTo>
                <a:lnTo>
                  <a:pt x="391" y="196"/>
                </a:lnTo>
                <a:lnTo>
                  <a:pt x="391" y="198"/>
                </a:lnTo>
                <a:lnTo>
                  <a:pt x="391" y="200"/>
                </a:lnTo>
                <a:lnTo>
                  <a:pt x="391" y="201"/>
                </a:lnTo>
                <a:lnTo>
                  <a:pt x="391" y="202"/>
                </a:lnTo>
                <a:lnTo>
                  <a:pt x="391" y="205"/>
                </a:lnTo>
                <a:lnTo>
                  <a:pt x="391" y="206"/>
                </a:lnTo>
                <a:lnTo>
                  <a:pt x="391" y="207"/>
                </a:lnTo>
                <a:lnTo>
                  <a:pt x="391" y="208"/>
                </a:lnTo>
                <a:lnTo>
                  <a:pt x="392" y="208"/>
                </a:lnTo>
                <a:lnTo>
                  <a:pt x="392" y="209"/>
                </a:lnTo>
                <a:lnTo>
                  <a:pt x="391" y="210"/>
                </a:lnTo>
                <a:lnTo>
                  <a:pt x="391" y="211"/>
                </a:lnTo>
                <a:lnTo>
                  <a:pt x="392" y="211"/>
                </a:lnTo>
                <a:lnTo>
                  <a:pt x="392" y="212"/>
                </a:lnTo>
                <a:lnTo>
                  <a:pt x="391" y="212"/>
                </a:lnTo>
                <a:lnTo>
                  <a:pt x="391" y="213"/>
                </a:lnTo>
                <a:lnTo>
                  <a:pt x="389" y="211"/>
                </a:lnTo>
                <a:lnTo>
                  <a:pt x="389" y="210"/>
                </a:lnTo>
                <a:lnTo>
                  <a:pt x="389" y="209"/>
                </a:lnTo>
                <a:lnTo>
                  <a:pt x="388" y="209"/>
                </a:lnTo>
                <a:lnTo>
                  <a:pt x="388" y="210"/>
                </a:lnTo>
                <a:lnTo>
                  <a:pt x="388" y="211"/>
                </a:lnTo>
                <a:lnTo>
                  <a:pt x="387" y="212"/>
                </a:lnTo>
                <a:lnTo>
                  <a:pt x="385" y="214"/>
                </a:lnTo>
                <a:lnTo>
                  <a:pt x="386" y="214"/>
                </a:lnTo>
                <a:lnTo>
                  <a:pt x="387" y="215"/>
                </a:lnTo>
                <a:lnTo>
                  <a:pt x="387" y="216"/>
                </a:lnTo>
                <a:lnTo>
                  <a:pt x="386" y="216"/>
                </a:lnTo>
                <a:lnTo>
                  <a:pt x="385" y="216"/>
                </a:lnTo>
                <a:lnTo>
                  <a:pt x="385" y="217"/>
                </a:lnTo>
                <a:lnTo>
                  <a:pt x="385" y="218"/>
                </a:lnTo>
                <a:lnTo>
                  <a:pt x="386" y="218"/>
                </a:lnTo>
                <a:lnTo>
                  <a:pt x="386" y="219"/>
                </a:lnTo>
                <a:lnTo>
                  <a:pt x="385" y="219"/>
                </a:lnTo>
                <a:lnTo>
                  <a:pt x="385" y="220"/>
                </a:lnTo>
                <a:lnTo>
                  <a:pt x="384" y="220"/>
                </a:lnTo>
                <a:lnTo>
                  <a:pt x="383" y="220"/>
                </a:lnTo>
                <a:lnTo>
                  <a:pt x="383" y="222"/>
                </a:lnTo>
                <a:lnTo>
                  <a:pt x="381" y="222"/>
                </a:lnTo>
                <a:lnTo>
                  <a:pt x="380" y="222"/>
                </a:lnTo>
                <a:lnTo>
                  <a:pt x="380" y="223"/>
                </a:lnTo>
                <a:lnTo>
                  <a:pt x="380" y="224"/>
                </a:lnTo>
                <a:lnTo>
                  <a:pt x="379" y="225"/>
                </a:lnTo>
                <a:lnTo>
                  <a:pt x="379" y="224"/>
                </a:lnTo>
                <a:lnTo>
                  <a:pt x="378" y="224"/>
                </a:lnTo>
                <a:lnTo>
                  <a:pt x="378" y="223"/>
                </a:lnTo>
                <a:lnTo>
                  <a:pt x="377" y="22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93" name=""/>
          <p:cNvSpPr/>
          <p:nvPr/>
        </p:nvSpPr>
        <p:spPr>
          <a:xfrm>
            <a:off x="6875640" y="2123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94" name=""/>
          <p:cNvSpPr/>
          <p:nvPr/>
        </p:nvSpPr>
        <p:spPr>
          <a:xfrm>
            <a:off x="6876360" y="21229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95" name=""/>
          <p:cNvSpPr/>
          <p:nvPr/>
        </p:nvSpPr>
        <p:spPr>
          <a:xfrm>
            <a:off x="6883920" y="21182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96" name=""/>
          <p:cNvSpPr/>
          <p:nvPr/>
        </p:nvSpPr>
        <p:spPr>
          <a:xfrm>
            <a:off x="6888960" y="21164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97" name=""/>
          <p:cNvSpPr/>
          <p:nvPr/>
        </p:nvSpPr>
        <p:spPr>
          <a:xfrm>
            <a:off x="6888240" y="2116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98" name=""/>
          <p:cNvSpPr/>
          <p:nvPr/>
        </p:nvSpPr>
        <p:spPr>
          <a:xfrm>
            <a:off x="6889680" y="2116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99" name=""/>
          <p:cNvSpPr/>
          <p:nvPr/>
        </p:nvSpPr>
        <p:spPr>
          <a:xfrm>
            <a:off x="6887880" y="211572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00" name=""/>
          <p:cNvSpPr/>
          <p:nvPr/>
        </p:nvSpPr>
        <p:spPr>
          <a:xfrm>
            <a:off x="6890760" y="21153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01" name=""/>
          <p:cNvSpPr/>
          <p:nvPr/>
        </p:nvSpPr>
        <p:spPr>
          <a:xfrm>
            <a:off x="6880320" y="2111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02" name=""/>
          <p:cNvSpPr/>
          <p:nvPr/>
        </p:nvSpPr>
        <p:spPr>
          <a:xfrm>
            <a:off x="6903360" y="209592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03" name=""/>
          <p:cNvSpPr/>
          <p:nvPr/>
        </p:nvSpPr>
        <p:spPr>
          <a:xfrm>
            <a:off x="6900840" y="20944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04" name=""/>
          <p:cNvSpPr/>
          <p:nvPr/>
        </p:nvSpPr>
        <p:spPr>
          <a:xfrm>
            <a:off x="6903720" y="20941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05" name=""/>
          <p:cNvSpPr/>
          <p:nvPr/>
        </p:nvSpPr>
        <p:spPr>
          <a:xfrm>
            <a:off x="6895800" y="20937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06" name=""/>
          <p:cNvSpPr/>
          <p:nvPr/>
        </p:nvSpPr>
        <p:spPr>
          <a:xfrm>
            <a:off x="6896520" y="20930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2"/>
                </a:moveTo>
                <a:lnTo>
                  <a:pt x="2" y="0"/>
                </a:lnTo>
                <a:lnTo>
                  <a:pt x="2" y="2"/>
                </a:lnTo>
                <a:lnTo>
                  <a:pt x="5" y="2"/>
                </a:lnTo>
                <a:lnTo>
                  <a:pt x="5" y="4"/>
                </a:lnTo>
                <a:lnTo>
                  <a:pt x="2" y="4"/>
                </a:lnTo>
                <a:lnTo>
                  <a:pt x="1" y="4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07" name=""/>
          <p:cNvSpPr/>
          <p:nvPr/>
        </p:nvSpPr>
        <p:spPr>
          <a:xfrm>
            <a:off x="6905520" y="209196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3" y="4"/>
                </a:moveTo>
                <a:lnTo>
                  <a:pt x="2" y="5"/>
                </a:lnTo>
                <a:lnTo>
                  <a:pt x="1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1"/>
                </a:lnTo>
                <a:lnTo>
                  <a:pt x="6" y="4"/>
                </a:lnTo>
                <a:lnTo>
                  <a:pt x="5" y="4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08" name=""/>
          <p:cNvSpPr/>
          <p:nvPr/>
        </p:nvSpPr>
        <p:spPr>
          <a:xfrm>
            <a:off x="6900480" y="20919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09" name=""/>
          <p:cNvSpPr/>
          <p:nvPr/>
        </p:nvSpPr>
        <p:spPr>
          <a:xfrm>
            <a:off x="6907680" y="2089080"/>
            <a:ext cx="6840" cy="5760"/>
          </a:xfrm>
          <a:custGeom>
            <a:avLst/>
            <a:gdLst/>
            <a:ahLst/>
            <a:rect l="0" t="0" r="r" b="b"/>
            <a:pathLst>
              <a:path w="19" h="16">
                <a:moveTo>
                  <a:pt x="17" y="2"/>
                </a:moveTo>
                <a:lnTo>
                  <a:pt x="16" y="2"/>
                </a:lnTo>
                <a:lnTo>
                  <a:pt x="16" y="3"/>
                </a:lnTo>
                <a:lnTo>
                  <a:pt x="17" y="3"/>
                </a:lnTo>
                <a:lnTo>
                  <a:pt x="17" y="5"/>
                </a:lnTo>
                <a:lnTo>
                  <a:pt x="18" y="5"/>
                </a:lnTo>
                <a:lnTo>
                  <a:pt x="18" y="7"/>
                </a:lnTo>
                <a:lnTo>
                  <a:pt x="18" y="8"/>
                </a:lnTo>
                <a:lnTo>
                  <a:pt x="19" y="8"/>
                </a:lnTo>
                <a:lnTo>
                  <a:pt x="19" y="9"/>
                </a:lnTo>
                <a:lnTo>
                  <a:pt x="18" y="9"/>
                </a:lnTo>
                <a:lnTo>
                  <a:pt x="18" y="10"/>
                </a:lnTo>
                <a:lnTo>
                  <a:pt x="18" y="11"/>
                </a:lnTo>
                <a:lnTo>
                  <a:pt x="17" y="12"/>
                </a:lnTo>
                <a:lnTo>
                  <a:pt x="16" y="12"/>
                </a:lnTo>
                <a:lnTo>
                  <a:pt x="15" y="12"/>
                </a:lnTo>
                <a:lnTo>
                  <a:pt x="15" y="13"/>
                </a:lnTo>
                <a:lnTo>
                  <a:pt x="15" y="12"/>
                </a:lnTo>
                <a:lnTo>
                  <a:pt x="15" y="11"/>
                </a:lnTo>
                <a:lnTo>
                  <a:pt x="13" y="11"/>
                </a:lnTo>
                <a:lnTo>
                  <a:pt x="13" y="10"/>
                </a:lnTo>
                <a:lnTo>
                  <a:pt x="12" y="10"/>
                </a:lnTo>
                <a:lnTo>
                  <a:pt x="11" y="10"/>
                </a:lnTo>
                <a:lnTo>
                  <a:pt x="10" y="10"/>
                </a:lnTo>
                <a:lnTo>
                  <a:pt x="9" y="10"/>
                </a:lnTo>
                <a:lnTo>
                  <a:pt x="7" y="11"/>
                </a:lnTo>
                <a:lnTo>
                  <a:pt x="6" y="12"/>
                </a:lnTo>
                <a:lnTo>
                  <a:pt x="6" y="13"/>
                </a:lnTo>
                <a:lnTo>
                  <a:pt x="5" y="13"/>
                </a:lnTo>
                <a:lnTo>
                  <a:pt x="5" y="15"/>
                </a:lnTo>
                <a:lnTo>
                  <a:pt x="5" y="16"/>
                </a:lnTo>
                <a:lnTo>
                  <a:pt x="4" y="16"/>
                </a:lnTo>
                <a:lnTo>
                  <a:pt x="4" y="15"/>
                </a:lnTo>
                <a:lnTo>
                  <a:pt x="3" y="15"/>
                </a:lnTo>
                <a:lnTo>
                  <a:pt x="2" y="15"/>
                </a:lnTo>
                <a:lnTo>
                  <a:pt x="2" y="13"/>
                </a:lnTo>
                <a:lnTo>
                  <a:pt x="1" y="13"/>
                </a:lnTo>
                <a:lnTo>
                  <a:pt x="0" y="12"/>
                </a:lnTo>
                <a:lnTo>
                  <a:pt x="1" y="12"/>
                </a:lnTo>
                <a:lnTo>
                  <a:pt x="2" y="11"/>
                </a:lnTo>
                <a:lnTo>
                  <a:pt x="3" y="11"/>
                </a:lnTo>
                <a:lnTo>
                  <a:pt x="3" y="10"/>
                </a:lnTo>
                <a:lnTo>
                  <a:pt x="3" y="9"/>
                </a:lnTo>
                <a:lnTo>
                  <a:pt x="2" y="8"/>
                </a:lnTo>
                <a:lnTo>
                  <a:pt x="2" y="7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3" y="4"/>
                </a:lnTo>
                <a:lnTo>
                  <a:pt x="4" y="4"/>
                </a:lnTo>
                <a:lnTo>
                  <a:pt x="4" y="5"/>
                </a:lnTo>
                <a:lnTo>
                  <a:pt x="5" y="5"/>
                </a:lnTo>
                <a:lnTo>
                  <a:pt x="6" y="6"/>
                </a:lnTo>
                <a:lnTo>
                  <a:pt x="6" y="7"/>
                </a:lnTo>
                <a:lnTo>
                  <a:pt x="7" y="7"/>
                </a:lnTo>
                <a:lnTo>
                  <a:pt x="8" y="7"/>
                </a:lnTo>
                <a:lnTo>
                  <a:pt x="9" y="7"/>
                </a:lnTo>
                <a:lnTo>
                  <a:pt x="10" y="6"/>
                </a:lnTo>
                <a:lnTo>
                  <a:pt x="10" y="5"/>
                </a:lnTo>
                <a:lnTo>
                  <a:pt x="11" y="4"/>
                </a:lnTo>
                <a:lnTo>
                  <a:pt x="11" y="3"/>
                </a:lnTo>
                <a:lnTo>
                  <a:pt x="11" y="2"/>
                </a:lnTo>
                <a:lnTo>
                  <a:pt x="12" y="1"/>
                </a:lnTo>
                <a:lnTo>
                  <a:pt x="12" y="0"/>
                </a:lnTo>
                <a:lnTo>
                  <a:pt x="13" y="0"/>
                </a:lnTo>
                <a:lnTo>
                  <a:pt x="15" y="1"/>
                </a:lnTo>
                <a:lnTo>
                  <a:pt x="15" y="2"/>
                </a:lnTo>
                <a:lnTo>
                  <a:pt x="16" y="2"/>
                </a:lnTo>
                <a:lnTo>
                  <a:pt x="17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10" name=""/>
          <p:cNvSpPr/>
          <p:nvPr/>
        </p:nvSpPr>
        <p:spPr>
          <a:xfrm>
            <a:off x="6895800" y="209088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11" name=""/>
          <p:cNvSpPr/>
          <p:nvPr/>
        </p:nvSpPr>
        <p:spPr>
          <a:xfrm>
            <a:off x="6900840" y="2088000"/>
            <a:ext cx="4680" cy="5400"/>
          </a:xfrm>
          <a:custGeom>
            <a:avLst/>
            <a:gdLst/>
            <a:ahLst/>
            <a:rect l="0" t="0" r="r" b="b"/>
            <a:pathLst>
              <a:path w="13" h="15">
                <a:moveTo>
                  <a:pt x="11" y="2"/>
                </a:moveTo>
                <a:lnTo>
                  <a:pt x="12" y="2"/>
                </a:lnTo>
                <a:lnTo>
                  <a:pt x="12" y="3"/>
                </a:lnTo>
                <a:lnTo>
                  <a:pt x="13" y="3"/>
                </a:lnTo>
                <a:lnTo>
                  <a:pt x="13" y="7"/>
                </a:lnTo>
                <a:lnTo>
                  <a:pt x="13" y="8"/>
                </a:lnTo>
                <a:lnTo>
                  <a:pt x="13" y="9"/>
                </a:lnTo>
                <a:lnTo>
                  <a:pt x="12" y="10"/>
                </a:lnTo>
                <a:lnTo>
                  <a:pt x="11" y="11"/>
                </a:lnTo>
                <a:lnTo>
                  <a:pt x="9" y="12"/>
                </a:lnTo>
                <a:lnTo>
                  <a:pt x="7" y="13"/>
                </a:lnTo>
                <a:lnTo>
                  <a:pt x="6" y="14"/>
                </a:lnTo>
                <a:lnTo>
                  <a:pt x="6" y="15"/>
                </a:lnTo>
                <a:lnTo>
                  <a:pt x="5" y="14"/>
                </a:lnTo>
                <a:lnTo>
                  <a:pt x="4" y="14"/>
                </a:lnTo>
                <a:lnTo>
                  <a:pt x="3" y="14"/>
                </a:lnTo>
                <a:lnTo>
                  <a:pt x="2" y="14"/>
                </a:lnTo>
                <a:lnTo>
                  <a:pt x="0" y="12"/>
                </a:lnTo>
                <a:lnTo>
                  <a:pt x="0" y="11"/>
                </a:lnTo>
                <a:lnTo>
                  <a:pt x="0" y="9"/>
                </a:lnTo>
                <a:lnTo>
                  <a:pt x="1" y="7"/>
                </a:lnTo>
                <a:lnTo>
                  <a:pt x="1" y="6"/>
                </a:lnTo>
                <a:lnTo>
                  <a:pt x="2" y="4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9" y="3"/>
                </a:lnTo>
                <a:lnTo>
                  <a:pt x="9" y="4"/>
                </a:lnTo>
                <a:lnTo>
                  <a:pt x="11" y="3"/>
                </a:lnTo>
                <a:lnTo>
                  <a:pt x="1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12" name=""/>
          <p:cNvSpPr/>
          <p:nvPr/>
        </p:nvSpPr>
        <p:spPr>
          <a:xfrm>
            <a:off x="6908040" y="2087280"/>
            <a:ext cx="3240" cy="1800"/>
          </a:xfrm>
          <a:custGeom>
            <a:avLst/>
            <a:gdLst/>
            <a:ahLst/>
            <a:rect l="0" t="0" r="r" b="b"/>
            <a:pathLst>
              <a:path w="9" h="5">
                <a:moveTo>
                  <a:pt x="6" y="1"/>
                </a:moveTo>
                <a:lnTo>
                  <a:pt x="7" y="1"/>
                </a:lnTo>
                <a:lnTo>
                  <a:pt x="8" y="1"/>
                </a:lnTo>
                <a:lnTo>
                  <a:pt x="9" y="2"/>
                </a:lnTo>
                <a:lnTo>
                  <a:pt x="8" y="2"/>
                </a:lnTo>
                <a:lnTo>
                  <a:pt x="7" y="2"/>
                </a:lnTo>
                <a:lnTo>
                  <a:pt x="6" y="2"/>
                </a:lnTo>
                <a:lnTo>
                  <a:pt x="7" y="2"/>
                </a:lnTo>
                <a:lnTo>
                  <a:pt x="8" y="3"/>
                </a:lnTo>
                <a:lnTo>
                  <a:pt x="9" y="2"/>
                </a:lnTo>
                <a:lnTo>
                  <a:pt x="9" y="3"/>
                </a:lnTo>
                <a:lnTo>
                  <a:pt x="8" y="3"/>
                </a:lnTo>
                <a:lnTo>
                  <a:pt x="7" y="3"/>
                </a:lnTo>
                <a:lnTo>
                  <a:pt x="7" y="5"/>
                </a:lnTo>
                <a:lnTo>
                  <a:pt x="6" y="5"/>
                </a:lnTo>
                <a:lnTo>
                  <a:pt x="6" y="3"/>
                </a:lnTo>
                <a:lnTo>
                  <a:pt x="6" y="5"/>
                </a:lnTo>
                <a:lnTo>
                  <a:pt x="5" y="5"/>
                </a:lnTo>
                <a:lnTo>
                  <a:pt x="4" y="3"/>
                </a:lnTo>
                <a:lnTo>
                  <a:pt x="3" y="3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13" name=""/>
          <p:cNvSpPr/>
          <p:nvPr/>
        </p:nvSpPr>
        <p:spPr>
          <a:xfrm>
            <a:off x="6923520" y="2077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14" name=""/>
          <p:cNvSpPr/>
          <p:nvPr/>
        </p:nvSpPr>
        <p:spPr>
          <a:xfrm>
            <a:off x="6931800" y="20700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15" name=""/>
          <p:cNvSpPr/>
          <p:nvPr/>
        </p:nvSpPr>
        <p:spPr>
          <a:xfrm>
            <a:off x="6932160" y="2068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16" name=""/>
          <p:cNvSpPr/>
          <p:nvPr/>
        </p:nvSpPr>
        <p:spPr>
          <a:xfrm>
            <a:off x="6931440" y="20649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17" name=""/>
          <p:cNvSpPr/>
          <p:nvPr/>
        </p:nvSpPr>
        <p:spPr>
          <a:xfrm>
            <a:off x="6930720" y="20646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1"/>
                </a:move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18" name=""/>
          <p:cNvSpPr/>
          <p:nvPr/>
        </p:nvSpPr>
        <p:spPr>
          <a:xfrm>
            <a:off x="6828840" y="1949760"/>
            <a:ext cx="149400" cy="175320"/>
          </a:xfrm>
          <a:custGeom>
            <a:avLst/>
            <a:gdLst/>
            <a:ahLst/>
            <a:rect l="0" t="0" r="r" b="b"/>
            <a:pathLst>
              <a:path w="415" h="487">
                <a:moveTo>
                  <a:pt x="260" y="1"/>
                </a:moveTo>
                <a:lnTo>
                  <a:pt x="260" y="2"/>
                </a:lnTo>
                <a:lnTo>
                  <a:pt x="260" y="3"/>
                </a:lnTo>
                <a:lnTo>
                  <a:pt x="261" y="3"/>
                </a:lnTo>
                <a:lnTo>
                  <a:pt x="261" y="4"/>
                </a:lnTo>
                <a:lnTo>
                  <a:pt x="261" y="5"/>
                </a:lnTo>
                <a:lnTo>
                  <a:pt x="260" y="6"/>
                </a:lnTo>
                <a:lnTo>
                  <a:pt x="261" y="6"/>
                </a:lnTo>
                <a:lnTo>
                  <a:pt x="261" y="5"/>
                </a:lnTo>
                <a:lnTo>
                  <a:pt x="262" y="6"/>
                </a:lnTo>
                <a:lnTo>
                  <a:pt x="263" y="6"/>
                </a:lnTo>
                <a:lnTo>
                  <a:pt x="263" y="7"/>
                </a:lnTo>
                <a:lnTo>
                  <a:pt x="264" y="7"/>
                </a:lnTo>
                <a:lnTo>
                  <a:pt x="264" y="8"/>
                </a:lnTo>
                <a:lnTo>
                  <a:pt x="264" y="7"/>
                </a:lnTo>
                <a:lnTo>
                  <a:pt x="265" y="7"/>
                </a:lnTo>
                <a:lnTo>
                  <a:pt x="266" y="7"/>
                </a:lnTo>
                <a:lnTo>
                  <a:pt x="267" y="7"/>
                </a:lnTo>
                <a:lnTo>
                  <a:pt x="267" y="8"/>
                </a:lnTo>
                <a:lnTo>
                  <a:pt x="268" y="8"/>
                </a:lnTo>
                <a:lnTo>
                  <a:pt x="268" y="9"/>
                </a:lnTo>
                <a:lnTo>
                  <a:pt x="267" y="9"/>
                </a:lnTo>
                <a:lnTo>
                  <a:pt x="267" y="10"/>
                </a:lnTo>
                <a:lnTo>
                  <a:pt x="266" y="10"/>
                </a:lnTo>
                <a:lnTo>
                  <a:pt x="266" y="11"/>
                </a:lnTo>
                <a:lnTo>
                  <a:pt x="265" y="12"/>
                </a:lnTo>
                <a:lnTo>
                  <a:pt x="264" y="12"/>
                </a:lnTo>
                <a:lnTo>
                  <a:pt x="264" y="13"/>
                </a:lnTo>
                <a:lnTo>
                  <a:pt x="264" y="14"/>
                </a:lnTo>
                <a:lnTo>
                  <a:pt x="263" y="14"/>
                </a:lnTo>
                <a:lnTo>
                  <a:pt x="263" y="15"/>
                </a:lnTo>
                <a:lnTo>
                  <a:pt x="264" y="14"/>
                </a:lnTo>
                <a:lnTo>
                  <a:pt x="264" y="15"/>
                </a:lnTo>
                <a:lnTo>
                  <a:pt x="265" y="14"/>
                </a:lnTo>
                <a:lnTo>
                  <a:pt x="266" y="14"/>
                </a:lnTo>
                <a:lnTo>
                  <a:pt x="267" y="15"/>
                </a:lnTo>
                <a:lnTo>
                  <a:pt x="266" y="15"/>
                </a:lnTo>
                <a:lnTo>
                  <a:pt x="267" y="15"/>
                </a:lnTo>
                <a:lnTo>
                  <a:pt x="267" y="16"/>
                </a:lnTo>
                <a:lnTo>
                  <a:pt x="268" y="16"/>
                </a:lnTo>
                <a:lnTo>
                  <a:pt x="268" y="17"/>
                </a:lnTo>
                <a:lnTo>
                  <a:pt x="267" y="17"/>
                </a:lnTo>
                <a:lnTo>
                  <a:pt x="267" y="18"/>
                </a:lnTo>
                <a:lnTo>
                  <a:pt x="267" y="19"/>
                </a:lnTo>
                <a:lnTo>
                  <a:pt x="267" y="20"/>
                </a:lnTo>
                <a:lnTo>
                  <a:pt x="266" y="20"/>
                </a:lnTo>
                <a:lnTo>
                  <a:pt x="265" y="20"/>
                </a:lnTo>
                <a:lnTo>
                  <a:pt x="264" y="20"/>
                </a:lnTo>
                <a:lnTo>
                  <a:pt x="264" y="21"/>
                </a:lnTo>
                <a:lnTo>
                  <a:pt x="264" y="22"/>
                </a:lnTo>
                <a:lnTo>
                  <a:pt x="263" y="22"/>
                </a:lnTo>
                <a:lnTo>
                  <a:pt x="262" y="22"/>
                </a:lnTo>
                <a:lnTo>
                  <a:pt x="262" y="23"/>
                </a:lnTo>
                <a:lnTo>
                  <a:pt x="261" y="23"/>
                </a:lnTo>
                <a:lnTo>
                  <a:pt x="261" y="24"/>
                </a:lnTo>
                <a:lnTo>
                  <a:pt x="260" y="24"/>
                </a:lnTo>
                <a:lnTo>
                  <a:pt x="260" y="25"/>
                </a:lnTo>
                <a:lnTo>
                  <a:pt x="259" y="25"/>
                </a:lnTo>
                <a:lnTo>
                  <a:pt x="259" y="26"/>
                </a:lnTo>
                <a:lnTo>
                  <a:pt x="260" y="27"/>
                </a:lnTo>
                <a:lnTo>
                  <a:pt x="259" y="28"/>
                </a:lnTo>
                <a:lnTo>
                  <a:pt x="260" y="29"/>
                </a:lnTo>
                <a:lnTo>
                  <a:pt x="260" y="28"/>
                </a:lnTo>
                <a:lnTo>
                  <a:pt x="261" y="28"/>
                </a:lnTo>
                <a:lnTo>
                  <a:pt x="261" y="29"/>
                </a:lnTo>
                <a:lnTo>
                  <a:pt x="260" y="30"/>
                </a:lnTo>
                <a:lnTo>
                  <a:pt x="260" y="32"/>
                </a:lnTo>
                <a:lnTo>
                  <a:pt x="261" y="33"/>
                </a:lnTo>
                <a:lnTo>
                  <a:pt x="261" y="34"/>
                </a:lnTo>
                <a:lnTo>
                  <a:pt x="260" y="34"/>
                </a:lnTo>
                <a:lnTo>
                  <a:pt x="260" y="35"/>
                </a:lnTo>
                <a:lnTo>
                  <a:pt x="261" y="35"/>
                </a:lnTo>
                <a:lnTo>
                  <a:pt x="262" y="36"/>
                </a:lnTo>
                <a:lnTo>
                  <a:pt x="262" y="37"/>
                </a:lnTo>
                <a:lnTo>
                  <a:pt x="262" y="38"/>
                </a:lnTo>
                <a:lnTo>
                  <a:pt x="263" y="38"/>
                </a:lnTo>
                <a:lnTo>
                  <a:pt x="264" y="38"/>
                </a:lnTo>
                <a:lnTo>
                  <a:pt x="265" y="38"/>
                </a:lnTo>
                <a:lnTo>
                  <a:pt x="266" y="38"/>
                </a:lnTo>
                <a:lnTo>
                  <a:pt x="267" y="39"/>
                </a:lnTo>
                <a:lnTo>
                  <a:pt x="267" y="40"/>
                </a:lnTo>
                <a:lnTo>
                  <a:pt x="269" y="40"/>
                </a:lnTo>
                <a:lnTo>
                  <a:pt x="268" y="41"/>
                </a:lnTo>
                <a:lnTo>
                  <a:pt x="269" y="41"/>
                </a:lnTo>
                <a:lnTo>
                  <a:pt x="269" y="42"/>
                </a:lnTo>
                <a:lnTo>
                  <a:pt x="269" y="43"/>
                </a:lnTo>
                <a:lnTo>
                  <a:pt x="270" y="43"/>
                </a:lnTo>
                <a:lnTo>
                  <a:pt x="269" y="44"/>
                </a:lnTo>
                <a:lnTo>
                  <a:pt x="269" y="45"/>
                </a:lnTo>
                <a:lnTo>
                  <a:pt x="270" y="45"/>
                </a:lnTo>
                <a:lnTo>
                  <a:pt x="270" y="46"/>
                </a:lnTo>
                <a:lnTo>
                  <a:pt x="270" y="47"/>
                </a:lnTo>
                <a:lnTo>
                  <a:pt x="269" y="47"/>
                </a:lnTo>
                <a:lnTo>
                  <a:pt x="270" y="48"/>
                </a:lnTo>
                <a:lnTo>
                  <a:pt x="270" y="49"/>
                </a:lnTo>
                <a:lnTo>
                  <a:pt x="270" y="50"/>
                </a:lnTo>
                <a:lnTo>
                  <a:pt x="271" y="51"/>
                </a:lnTo>
                <a:lnTo>
                  <a:pt x="271" y="52"/>
                </a:lnTo>
                <a:lnTo>
                  <a:pt x="272" y="53"/>
                </a:lnTo>
                <a:lnTo>
                  <a:pt x="271" y="53"/>
                </a:lnTo>
                <a:lnTo>
                  <a:pt x="270" y="53"/>
                </a:lnTo>
                <a:lnTo>
                  <a:pt x="271" y="54"/>
                </a:lnTo>
                <a:lnTo>
                  <a:pt x="271" y="55"/>
                </a:lnTo>
                <a:lnTo>
                  <a:pt x="272" y="55"/>
                </a:lnTo>
                <a:lnTo>
                  <a:pt x="272" y="56"/>
                </a:lnTo>
                <a:lnTo>
                  <a:pt x="272" y="57"/>
                </a:lnTo>
                <a:lnTo>
                  <a:pt x="273" y="58"/>
                </a:lnTo>
                <a:lnTo>
                  <a:pt x="273" y="59"/>
                </a:lnTo>
                <a:lnTo>
                  <a:pt x="274" y="59"/>
                </a:lnTo>
                <a:lnTo>
                  <a:pt x="274" y="60"/>
                </a:lnTo>
                <a:lnTo>
                  <a:pt x="275" y="60"/>
                </a:lnTo>
                <a:lnTo>
                  <a:pt x="275" y="61"/>
                </a:lnTo>
                <a:lnTo>
                  <a:pt x="275" y="60"/>
                </a:lnTo>
                <a:lnTo>
                  <a:pt x="276" y="60"/>
                </a:lnTo>
                <a:lnTo>
                  <a:pt x="276" y="61"/>
                </a:lnTo>
                <a:lnTo>
                  <a:pt x="275" y="61"/>
                </a:lnTo>
                <a:lnTo>
                  <a:pt x="276" y="61"/>
                </a:lnTo>
                <a:lnTo>
                  <a:pt x="276" y="62"/>
                </a:lnTo>
                <a:lnTo>
                  <a:pt x="275" y="62"/>
                </a:lnTo>
                <a:lnTo>
                  <a:pt x="274" y="62"/>
                </a:lnTo>
                <a:lnTo>
                  <a:pt x="273" y="62"/>
                </a:lnTo>
                <a:lnTo>
                  <a:pt x="274" y="62"/>
                </a:lnTo>
                <a:lnTo>
                  <a:pt x="274" y="63"/>
                </a:lnTo>
                <a:lnTo>
                  <a:pt x="274" y="64"/>
                </a:lnTo>
                <a:lnTo>
                  <a:pt x="273" y="64"/>
                </a:lnTo>
                <a:lnTo>
                  <a:pt x="274" y="65"/>
                </a:lnTo>
                <a:lnTo>
                  <a:pt x="275" y="66"/>
                </a:lnTo>
                <a:lnTo>
                  <a:pt x="275" y="67"/>
                </a:lnTo>
                <a:lnTo>
                  <a:pt x="275" y="66"/>
                </a:lnTo>
                <a:lnTo>
                  <a:pt x="275" y="67"/>
                </a:lnTo>
                <a:lnTo>
                  <a:pt x="276" y="68"/>
                </a:lnTo>
                <a:lnTo>
                  <a:pt x="276" y="69"/>
                </a:lnTo>
                <a:lnTo>
                  <a:pt x="276" y="70"/>
                </a:lnTo>
                <a:lnTo>
                  <a:pt x="277" y="70"/>
                </a:lnTo>
                <a:lnTo>
                  <a:pt x="277" y="71"/>
                </a:lnTo>
                <a:lnTo>
                  <a:pt x="277" y="72"/>
                </a:lnTo>
                <a:lnTo>
                  <a:pt x="276" y="72"/>
                </a:lnTo>
                <a:lnTo>
                  <a:pt x="276" y="73"/>
                </a:lnTo>
                <a:lnTo>
                  <a:pt x="276" y="74"/>
                </a:lnTo>
                <a:lnTo>
                  <a:pt x="276" y="75"/>
                </a:lnTo>
                <a:lnTo>
                  <a:pt x="277" y="76"/>
                </a:lnTo>
                <a:lnTo>
                  <a:pt x="277" y="75"/>
                </a:lnTo>
                <a:lnTo>
                  <a:pt x="277" y="76"/>
                </a:lnTo>
                <a:lnTo>
                  <a:pt x="276" y="76"/>
                </a:lnTo>
                <a:lnTo>
                  <a:pt x="275" y="77"/>
                </a:lnTo>
                <a:lnTo>
                  <a:pt x="275" y="78"/>
                </a:lnTo>
                <a:lnTo>
                  <a:pt x="274" y="78"/>
                </a:lnTo>
                <a:lnTo>
                  <a:pt x="274" y="79"/>
                </a:lnTo>
                <a:lnTo>
                  <a:pt x="273" y="79"/>
                </a:lnTo>
                <a:lnTo>
                  <a:pt x="273" y="80"/>
                </a:lnTo>
                <a:lnTo>
                  <a:pt x="272" y="80"/>
                </a:lnTo>
                <a:lnTo>
                  <a:pt x="272" y="81"/>
                </a:lnTo>
                <a:lnTo>
                  <a:pt x="272" y="82"/>
                </a:lnTo>
                <a:lnTo>
                  <a:pt x="272" y="81"/>
                </a:lnTo>
                <a:lnTo>
                  <a:pt x="273" y="81"/>
                </a:lnTo>
                <a:lnTo>
                  <a:pt x="274" y="81"/>
                </a:lnTo>
                <a:lnTo>
                  <a:pt x="274" y="82"/>
                </a:lnTo>
                <a:lnTo>
                  <a:pt x="274" y="83"/>
                </a:lnTo>
                <a:lnTo>
                  <a:pt x="275" y="83"/>
                </a:lnTo>
                <a:lnTo>
                  <a:pt x="275" y="84"/>
                </a:lnTo>
                <a:lnTo>
                  <a:pt x="275" y="85"/>
                </a:lnTo>
                <a:lnTo>
                  <a:pt x="276" y="85"/>
                </a:lnTo>
                <a:lnTo>
                  <a:pt x="276" y="86"/>
                </a:lnTo>
                <a:lnTo>
                  <a:pt x="276" y="87"/>
                </a:lnTo>
                <a:lnTo>
                  <a:pt x="277" y="87"/>
                </a:lnTo>
                <a:lnTo>
                  <a:pt x="279" y="87"/>
                </a:lnTo>
                <a:lnTo>
                  <a:pt x="280" y="87"/>
                </a:lnTo>
                <a:lnTo>
                  <a:pt x="281" y="88"/>
                </a:lnTo>
                <a:lnTo>
                  <a:pt x="281" y="87"/>
                </a:lnTo>
                <a:lnTo>
                  <a:pt x="281" y="86"/>
                </a:lnTo>
                <a:lnTo>
                  <a:pt x="282" y="86"/>
                </a:lnTo>
                <a:lnTo>
                  <a:pt x="283" y="85"/>
                </a:lnTo>
                <a:lnTo>
                  <a:pt x="284" y="85"/>
                </a:lnTo>
                <a:lnTo>
                  <a:pt x="284" y="84"/>
                </a:lnTo>
                <a:lnTo>
                  <a:pt x="283" y="84"/>
                </a:lnTo>
                <a:lnTo>
                  <a:pt x="283" y="83"/>
                </a:lnTo>
                <a:lnTo>
                  <a:pt x="284" y="82"/>
                </a:lnTo>
                <a:lnTo>
                  <a:pt x="284" y="83"/>
                </a:lnTo>
                <a:lnTo>
                  <a:pt x="285" y="83"/>
                </a:lnTo>
                <a:lnTo>
                  <a:pt x="286" y="83"/>
                </a:lnTo>
                <a:lnTo>
                  <a:pt x="287" y="83"/>
                </a:lnTo>
                <a:lnTo>
                  <a:pt x="287" y="84"/>
                </a:lnTo>
                <a:lnTo>
                  <a:pt x="288" y="84"/>
                </a:lnTo>
                <a:lnTo>
                  <a:pt x="288" y="85"/>
                </a:lnTo>
                <a:lnTo>
                  <a:pt x="289" y="85"/>
                </a:lnTo>
                <a:lnTo>
                  <a:pt x="290" y="85"/>
                </a:lnTo>
                <a:lnTo>
                  <a:pt x="290" y="86"/>
                </a:lnTo>
                <a:lnTo>
                  <a:pt x="291" y="86"/>
                </a:lnTo>
                <a:lnTo>
                  <a:pt x="292" y="86"/>
                </a:lnTo>
                <a:lnTo>
                  <a:pt x="293" y="87"/>
                </a:lnTo>
                <a:lnTo>
                  <a:pt x="293" y="86"/>
                </a:lnTo>
                <a:lnTo>
                  <a:pt x="294" y="86"/>
                </a:lnTo>
                <a:lnTo>
                  <a:pt x="295" y="85"/>
                </a:lnTo>
                <a:lnTo>
                  <a:pt x="296" y="85"/>
                </a:lnTo>
                <a:lnTo>
                  <a:pt x="297" y="86"/>
                </a:lnTo>
                <a:lnTo>
                  <a:pt x="296" y="87"/>
                </a:lnTo>
                <a:lnTo>
                  <a:pt x="295" y="87"/>
                </a:lnTo>
                <a:lnTo>
                  <a:pt x="296" y="87"/>
                </a:lnTo>
                <a:lnTo>
                  <a:pt x="296" y="88"/>
                </a:lnTo>
                <a:lnTo>
                  <a:pt x="296" y="89"/>
                </a:lnTo>
                <a:lnTo>
                  <a:pt x="296" y="90"/>
                </a:lnTo>
                <a:lnTo>
                  <a:pt x="297" y="90"/>
                </a:lnTo>
                <a:lnTo>
                  <a:pt x="297" y="89"/>
                </a:lnTo>
                <a:lnTo>
                  <a:pt x="298" y="90"/>
                </a:lnTo>
                <a:lnTo>
                  <a:pt x="299" y="90"/>
                </a:lnTo>
                <a:lnTo>
                  <a:pt x="300" y="90"/>
                </a:lnTo>
                <a:lnTo>
                  <a:pt x="300" y="91"/>
                </a:lnTo>
                <a:lnTo>
                  <a:pt x="300" y="90"/>
                </a:lnTo>
                <a:lnTo>
                  <a:pt x="301" y="90"/>
                </a:lnTo>
                <a:lnTo>
                  <a:pt x="302" y="91"/>
                </a:lnTo>
                <a:lnTo>
                  <a:pt x="303" y="91"/>
                </a:lnTo>
                <a:lnTo>
                  <a:pt x="304" y="91"/>
                </a:lnTo>
                <a:lnTo>
                  <a:pt x="305" y="91"/>
                </a:lnTo>
                <a:lnTo>
                  <a:pt x="306" y="91"/>
                </a:lnTo>
                <a:lnTo>
                  <a:pt x="307" y="91"/>
                </a:lnTo>
                <a:lnTo>
                  <a:pt x="307" y="90"/>
                </a:lnTo>
                <a:lnTo>
                  <a:pt x="307" y="91"/>
                </a:lnTo>
                <a:lnTo>
                  <a:pt x="308" y="91"/>
                </a:lnTo>
                <a:lnTo>
                  <a:pt x="309" y="91"/>
                </a:lnTo>
                <a:lnTo>
                  <a:pt x="309" y="90"/>
                </a:lnTo>
                <a:lnTo>
                  <a:pt x="310" y="90"/>
                </a:lnTo>
                <a:lnTo>
                  <a:pt x="310" y="89"/>
                </a:lnTo>
                <a:lnTo>
                  <a:pt x="310" y="88"/>
                </a:lnTo>
                <a:lnTo>
                  <a:pt x="310" y="87"/>
                </a:lnTo>
                <a:lnTo>
                  <a:pt x="310" y="88"/>
                </a:lnTo>
                <a:lnTo>
                  <a:pt x="311" y="87"/>
                </a:lnTo>
                <a:lnTo>
                  <a:pt x="312" y="86"/>
                </a:lnTo>
                <a:lnTo>
                  <a:pt x="312" y="87"/>
                </a:lnTo>
                <a:lnTo>
                  <a:pt x="313" y="86"/>
                </a:lnTo>
                <a:lnTo>
                  <a:pt x="314" y="85"/>
                </a:lnTo>
                <a:lnTo>
                  <a:pt x="315" y="85"/>
                </a:lnTo>
                <a:lnTo>
                  <a:pt x="315" y="84"/>
                </a:lnTo>
                <a:lnTo>
                  <a:pt x="316" y="84"/>
                </a:lnTo>
                <a:lnTo>
                  <a:pt x="316" y="83"/>
                </a:lnTo>
                <a:lnTo>
                  <a:pt x="316" y="82"/>
                </a:lnTo>
                <a:lnTo>
                  <a:pt x="315" y="82"/>
                </a:lnTo>
                <a:lnTo>
                  <a:pt x="316" y="81"/>
                </a:lnTo>
                <a:lnTo>
                  <a:pt x="317" y="81"/>
                </a:lnTo>
                <a:lnTo>
                  <a:pt x="318" y="80"/>
                </a:lnTo>
                <a:lnTo>
                  <a:pt x="319" y="79"/>
                </a:lnTo>
                <a:lnTo>
                  <a:pt x="320" y="79"/>
                </a:lnTo>
                <a:lnTo>
                  <a:pt x="322" y="79"/>
                </a:lnTo>
                <a:lnTo>
                  <a:pt x="323" y="79"/>
                </a:lnTo>
                <a:lnTo>
                  <a:pt x="323" y="80"/>
                </a:lnTo>
                <a:lnTo>
                  <a:pt x="324" y="80"/>
                </a:lnTo>
                <a:lnTo>
                  <a:pt x="324" y="81"/>
                </a:lnTo>
                <a:lnTo>
                  <a:pt x="324" y="82"/>
                </a:lnTo>
                <a:lnTo>
                  <a:pt x="325" y="82"/>
                </a:lnTo>
                <a:lnTo>
                  <a:pt x="325" y="81"/>
                </a:lnTo>
                <a:lnTo>
                  <a:pt x="326" y="81"/>
                </a:lnTo>
                <a:lnTo>
                  <a:pt x="327" y="80"/>
                </a:lnTo>
                <a:lnTo>
                  <a:pt x="327" y="79"/>
                </a:lnTo>
                <a:lnTo>
                  <a:pt x="328" y="78"/>
                </a:lnTo>
                <a:lnTo>
                  <a:pt x="329" y="77"/>
                </a:lnTo>
                <a:lnTo>
                  <a:pt x="329" y="76"/>
                </a:lnTo>
                <a:lnTo>
                  <a:pt x="329" y="75"/>
                </a:lnTo>
                <a:lnTo>
                  <a:pt x="329" y="74"/>
                </a:lnTo>
                <a:lnTo>
                  <a:pt x="329" y="73"/>
                </a:lnTo>
                <a:lnTo>
                  <a:pt x="330" y="72"/>
                </a:lnTo>
                <a:lnTo>
                  <a:pt x="330" y="71"/>
                </a:lnTo>
                <a:lnTo>
                  <a:pt x="330" y="70"/>
                </a:lnTo>
                <a:lnTo>
                  <a:pt x="330" y="69"/>
                </a:lnTo>
                <a:lnTo>
                  <a:pt x="330" y="68"/>
                </a:lnTo>
                <a:lnTo>
                  <a:pt x="331" y="67"/>
                </a:lnTo>
                <a:lnTo>
                  <a:pt x="331" y="68"/>
                </a:lnTo>
                <a:lnTo>
                  <a:pt x="332" y="68"/>
                </a:lnTo>
                <a:lnTo>
                  <a:pt x="332" y="67"/>
                </a:lnTo>
                <a:lnTo>
                  <a:pt x="332" y="66"/>
                </a:lnTo>
                <a:lnTo>
                  <a:pt x="333" y="67"/>
                </a:lnTo>
                <a:lnTo>
                  <a:pt x="334" y="66"/>
                </a:lnTo>
                <a:lnTo>
                  <a:pt x="334" y="65"/>
                </a:lnTo>
                <a:lnTo>
                  <a:pt x="333" y="65"/>
                </a:lnTo>
                <a:lnTo>
                  <a:pt x="334" y="65"/>
                </a:lnTo>
                <a:lnTo>
                  <a:pt x="334" y="66"/>
                </a:lnTo>
                <a:lnTo>
                  <a:pt x="335" y="66"/>
                </a:lnTo>
                <a:lnTo>
                  <a:pt x="336" y="66"/>
                </a:lnTo>
                <a:lnTo>
                  <a:pt x="337" y="65"/>
                </a:lnTo>
                <a:lnTo>
                  <a:pt x="336" y="65"/>
                </a:lnTo>
                <a:lnTo>
                  <a:pt x="337" y="65"/>
                </a:lnTo>
                <a:lnTo>
                  <a:pt x="337" y="66"/>
                </a:lnTo>
                <a:lnTo>
                  <a:pt x="338" y="66"/>
                </a:lnTo>
                <a:lnTo>
                  <a:pt x="339" y="65"/>
                </a:lnTo>
                <a:lnTo>
                  <a:pt x="340" y="65"/>
                </a:lnTo>
                <a:lnTo>
                  <a:pt x="341" y="65"/>
                </a:lnTo>
                <a:lnTo>
                  <a:pt x="342" y="65"/>
                </a:lnTo>
                <a:lnTo>
                  <a:pt x="342" y="66"/>
                </a:lnTo>
                <a:lnTo>
                  <a:pt x="343" y="66"/>
                </a:lnTo>
                <a:lnTo>
                  <a:pt x="342" y="67"/>
                </a:lnTo>
                <a:lnTo>
                  <a:pt x="342" y="68"/>
                </a:lnTo>
                <a:lnTo>
                  <a:pt x="343" y="68"/>
                </a:lnTo>
                <a:lnTo>
                  <a:pt x="343" y="69"/>
                </a:lnTo>
                <a:lnTo>
                  <a:pt x="343" y="70"/>
                </a:lnTo>
                <a:lnTo>
                  <a:pt x="342" y="70"/>
                </a:lnTo>
                <a:lnTo>
                  <a:pt x="341" y="70"/>
                </a:lnTo>
                <a:lnTo>
                  <a:pt x="341" y="71"/>
                </a:lnTo>
                <a:lnTo>
                  <a:pt x="342" y="72"/>
                </a:lnTo>
                <a:lnTo>
                  <a:pt x="341" y="73"/>
                </a:lnTo>
                <a:lnTo>
                  <a:pt x="342" y="73"/>
                </a:lnTo>
                <a:lnTo>
                  <a:pt x="342" y="74"/>
                </a:lnTo>
                <a:lnTo>
                  <a:pt x="342" y="75"/>
                </a:lnTo>
                <a:lnTo>
                  <a:pt x="342" y="74"/>
                </a:lnTo>
                <a:lnTo>
                  <a:pt x="343" y="75"/>
                </a:lnTo>
                <a:lnTo>
                  <a:pt x="345" y="75"/>
                </a:lnTo>
                <a:lnTo>
                  <a:pt x="346" y="75"/>
                </a:lnTo>
                <a:lnTo>
                  <a:pt x="346" y="76"/>
                </a:lnTo>
                <a:lnTo>
                  <a:pt x="345" y="77"/>
                </a:lnTo>
                <a:lnTo>
                  <a:pt x="345" y="78"/>
                </a:lnTo>
                <a:lnTo>
                  <a:pt x="344" y="78"/>
                </a:lnTo>
                <a:lnTo>
                  <a:pt x="344" y="79"/>
                </a:lnTo>
                <a:lnTo>
                  <a:pt x="345" y="79"/>
                </a:lnTo>
                <a:lnTo>
                  <a:pt x="346" y="79"/>
                </a:lnTo>
                <a:lnTo>
                  <a:pt x="347" y="79"/>
                </a:lnTo>
                <a:lnTo>
                  <a:pt x="348" y="80"/>
                </a:lnTo>
                <a:lnTo>
                  <a:pt x="348" y="81"/>
                </a:lnTo>
                <a:lnTo>
                  <a:pt x="349" y="81"/>
                </a:lnTo>
                <a:lnTo>
                  <a:pt x="349" y="82"/>
                </a:lnTo>
                <a:lnTo>
                  <a:pt x="348" y="82"/>
                </a:lnTo>
                <a:lnTo>
                  <a:pt x="348" y="83"/>
                </a:lnTo>
                <a:lnTo>
                  <a:pt x="349" y="83"/>
                </a:lnTo>
                <a:lnTo>
                  <a:pt x="349" y="84"/>
                </a:lnTo>
                <a:lnTo>
                  <a:pt x="348" y="84"/>
                </a:lnTo>
                <a:lnTo>
                  <a:pt x="348" y="85"/>
                </a:lnTo>
                <a:lnTo>
                  <a:pt x="349" y="85"/>
                </a:lnTo>
                <a:lnTo>
                  <a:pt x="348" y="86"/>
                </a:lnTo>
                <a:lnTo>
                  <a:pt x="349" y="86"/>
                </a:lnTo>
                <a:lnTo>
                  <a:pt x="349" y="87"/>
                </a:lnTo>
                <a:lnTo>
                  <a:pt x="348" y="87"/>
                </a:lnTo>
                <a:lnTo>
                  <a:pt x="348" y="88"/>
                </a:lnTo>
                <a:lnTo>
                  <a:pt x="347" y="89"/>
                </a:lnTo>
                <a:lnTo>
                  <a:pt x="347" y="90"/>
                </a:lnTo>
                <a:lnTo>
                  <a:pt x="348" y="90"/>
                </a:lnTo>
                <a:lnTo>
                  <a:pt x="348" y="91"/>
                </a:lnTo>
                <a:lnTo>
                  <a:pt x="348" y="92"/>
                </a:lnTo>
                <a:lnTo>
                  <a:pt x="349" y="92"/>
                </a:lnTo>
                <a:lnTo>
                  <a:pt x="349" y="93"/>
                </a:lnTo>
                <a:lnTo>
                  <a:pt x="350" y="93"/>
                </a:lnTo>
                <a:lnTo>
                  <a:pt x="351" y="94"/>
                </a:lnTo>
                <a:lnTo>
                  <a:pt x="351" y="95"/>
                </a:lnTo>
                <a:lnTo>
                  <a:pt x="352" y="95"/>
                </a:lnTo>
                <a:lnTo>
                  <a:pt x="351" y="96"/>
                </a:lnTo>
                <a:lnTo>
                  <a:pt x="352" y="95"/>
                </a:lnTo>
                <a:lnTo>
                  <a:pt x="352" y="96"/>
                </a:lnTo>
                <a:lnTo>
                  <a:pt x="351" y="97"/>
                </a:lnTo>
                <a:lnTo>
                  <a:pt x="352" y="97"/>
                </a:lnTo>
                <a:lnTo>
                  <a:pt x="352" y="98"/>
                </a:lnTo>
                <a:lnTo>
                  <a:pt x="353" y="98"/>
                </a:lnTo>
                <a:lnTo>
                  <a:pt x="354" y="98"/>
                </a:lnTo>
                <a:lnTo>
                  <a:pt x="354" y="99"/>
                </a:lnTo>
                <a:lnTo>
                  <a:pt x="354" y="100"/>
                </a:lnTo>
                <a:lnTo>
                  <a:pt x="355" y="100"/>
                </a:lnTo>
                <a:lnTo>
                  <a:pt x="356" y="101"/>
                </a:lnTo>
                <a:lnTo>
                  <a:pt x="355" y="101"/>
                </a:lnTo>
                <a:lnTo>
                  <a:pt x="354" y="100"/>
                </a:lnTo>
                <a:lnTo>
                  <a:pt x="354" y="101"/>
                </a:lnTo>
                <a:lnTo>
                  <a:pt x="354" y="102"/>
                </a:lnTo>
                <a:lnTo>
                  <a:pt x="354" y="103"/>
                </a:lnTo>
                <a:lnTo>
                  <a:pt x="355" y="103"/>
                </a:lnTo>
                <a:lnTo>
                  <a:pt x="356" y="103"/>
                </a:lnTo>
                <a:lnTo>
                  <a:pt x="356" y="102"/>
                </a:lnTo>
                <a:lnTo>
                  <a:pt x="357" y="102"/>
                </a:lnTo>
                <a:lnTo>
                  <a:pt x="357" y="103"/>
                </a:lnTo>
                <a:lnTo>
                  <a:pt x="358" y="103"/>
                </a:lnTo>
                <a:lnTo>
                  <a:pt x="359" y="104"/>
                </a:lnTo>
                <a:lnTo>
                  <a:pt x="359" y="103"/>
                </a:lnTo>
                <a:lnTo>
                  <a:pt x="360" y="103"/>
                </a:lnTo>
                <a:lnTo>
                  <a:pt x="361" y="103"/>
                </a:lnTo>
                <a:lnTo>
                  <a:pt x="360" y="103"/>
                </a:lnTo>
                <a:lnTo>
                  <a:pt x="360" y="102"/>
                </a:lnTo>
                <a:lnTo>
                  <a:pt x="360" y="101"/>
                </a:lnTo>
                <a:lnTo>
                  <a:pt x="361" y="101"/>
                </a:lnTo>
                <a:lnTo>
                  <a:pt x="362" y="102"/>
                </a:lnTo>
                <a:lnTo>
                  <a:pt x="363" y="102"/>
                </a:lnTo>
                <a:lnTo>
                  <a:pt x="363" y="103"/>
                </a:lnTo>
                <a:lnTo>
                  <a:pt x="364" y="103"/>
                </a:lnTo>
                <a:lnTo>
                  <a:pt x="364" y="102"/>
                </a:lnTo>
                <a:lnTo>
                  <a:pt x="365" y="102"/>
                </a:lnTo>
                <a:lnTo>
                  <a:pt x="366" y="102"/>
                </a:lnTo>
                <a:lnTo>
                  <a:pt x="366" y="101"/>
                </a:lnTo>
                <a:lnTo>
                  <a:pt x="367" y="101"/>
                </a:lnTo>
                <a:lnTo>
                  <a:pt x="368" y="102"/>
                </a:lnTo>
                <a:lnTo>
                  <a:pt x="369" y="102"/>
                </a:lnTo>
                <a:lnTo>
                  <a:pt x="370" y="102"/>
                </a:lnTo>
                <a:lnTo>
                  <a:pt x="370" y="101"/>
                </a:lnTo>
                <a:lnTo>
                  <a:pt x="369" y="101"/>
                </a:lnTo>
                <a:lnTo>
                  <a:pt x="369" y="100"/>
                </a:lnTo>
                <a:lnTo>
                  <a:pt x="370" y="100"/>
                </a:lnTo>
                <a:lnTo>
                  <a:pt x="369" y="100"/>
                </a:lnTo>
                <a:lnTo>
                  <a:pt x="369" y="99"/>
                </a:lnTo>
                <a:lnTo>
                  <a:pt x="370" y="99"/>
                </a:lnTo>
                <a:lnTo>
                  <a:pt x="370" y="98"/>
                </a:lnTo>
                <a:lnTo>
                  <a:pt x="371" y="98"/>
                </a:lnTo>
                <a:lnTo>
                  <a:pt x="372" y="97"/>
                </a:lnTo>
                <a:lnTo>
                  <a:pt x="371" y="97"/>
                </a:lnTo>
                <a:lnTo>
                  <a:pt x="371" y="96"/>
                </a:lnTo>
                <a:lnTo>
                  <a:pt x="372" y="96"/>
                </a:lnTo>
                <a:lnTo>
                  <a:pt x="373" y="96"/>
                </a:lnTo>
                <a:lnTo>
                  <a:pt x="374" y="96"/>
                </a:lnTo>
                <a:lnTo>
                  <a:pt x="374" y="95"/>
                </a:lnTo>
                <a:lnTo>
                  <a:pt x="375" y="95"/>
                </a:lnTo>
                <a:lnTo>
                  <a:pt x="375" y="96"/>
                </a:lnTo>
                <a:lnTo>
                  <a:pt x="376" y="96"/>
                </a:lnTo>
                <a:lnTo>
                  <a:pt x="376" y="97"/>
                </a:lnTo>
                <a:lnTo>
                  <a:pt x="377" y="98"/>
                </a:lnTo>
                <a:lnTo>
                  <a:pt x="378" y="99"/>
                </a:lnTo>
                <a:lnTo>
                  <a:pt x="379" y="99"/>
                </a:lnTo>
                <a:lnTo>
                  <a:pt x="380" y="99"/>
                </a:lnTo>
                <a:lnTo>
                  <a:pt x="380" y="98"/>
                </a:lnTo>
                <a:lnTo>
                  <a:pt x="381" y="98"/>
                </a:lnTo>
                <a:lnTo>
                  <a:pt x="381" y="97"/>
                </a:lnTo>
                <a:lnTo>
                  <a:pt x="382" y="96"/>
                </a:lnTo>
                <a:lnTo>
                  <a:pt x="383" y="96"/>
                </a:lnTo>
                <a:lnTo>
                  <a:pt x="383" y="95"/>
                </a:lnTo>
                <a:lnTo>
                  <a:pt x="384" y="95"/>
                </a:lnTo>
                <a:lnTo>
                  <a:pt x="384" y="94"/>
                </a:lnTo>
                <a:lnTo>
                  <a:pt x="384" y="93"/>
                </a:lnTo>
                <a:lnTo>
                  <a:pt x="385" y="93"/>
                </a:lnTo>
                <a:lnTo>
                  <a:pt x="386" y="94"/>
                </a:lnTo>
                <a:lnTo>
                  <a:pt x="387" y="94"/>
                </a:lnTo>
                <a:lnTo>
                  <a:pt x="387" y="93"/>
                </a:lnTo>
                <a:lnTo>
                  <a:pt x="387" y="92"/>
                </a:lnTo>
                <a:lnTo>
                  <a:pt x="386" y="92"/>
                </a:lnTo>
                <a:lnTo>
                  <a:pt x="387" y="91"/>
                </a:lnTo>
                <a:lnTo>
                  <a:pt x="388" y="91"/>
                </a:lnTo>
                <a:lnTo>
                  <a:pt x="389" y="91"/>
                </a:lnTo>
                <a:lnTo>
                  <a:pt x="389" y="90"/>
                </a:lnTo>
                <a:lnTo>
                  <a:pt x="390" y="90"/>
                </a:lnTo>
                <a:lnTo>
                  <a:pt x="390" y="91"/>
                </a:lnTo>
                <a:lnTo>
                  <a:pt x="391" y="91"/>
                </a:lnTo>
                <a:lnTo>
                  <a:pt x="392" y="91"/>
                </a:lnTo>
                <a:lnTo>
                  <a:pt x="392" y="90"/>
                </a:lnTo>
                <a:lnTo>
                  <a:pt x="393" y="90"/>
                </a:lnTo>
                <a:lnTo>
                  <a:pt x="394" y="91"/>
                </a:lnTo>
                <a:lnTo>
                  <a:pt x="395" y="91"/>
                </a:lnTo>
                <a:lnTo>
                  <a:pt x="396" y="90"/>
                </a:lnTo>
                <a:lnTo>
                  <a:pt x="397" y="90"/>
                </a:lnTo>
                <a:lnTo>
                  <a:pt x="397" y="89"/>
                </a:lnTo>
                <a:lnTo>
                  <a:pt x="398" y="89"/>
                </a:lnTo>
                <a:lnTo>
                  <a:pt x="398" y="90"/>
                </a:lnTo>
                <a:lnTo>
                  <a:pt x="399" y="90"/>
                </a:lnTo>
                <a:lnTo>
                  <a:pt x="399" y="91"/>
                </a:lnTo>
                <a:lnTo>
                  <a:pt x="398" y="91"/>
                </a:lnTo>
                <a:lnTo>
                  <a:pt x="398" y="92"/>
                </a:lnTo>
                <a:lnTo>
                  <a:pt x="399" y="93"/>
                </a:lnTo>
                <a:lnTo>
                  <a:pt x="400" y="94"/>
                </a:lnTo>
                <a:lnTo>
                  <a:pt x="401" y="94"/>
                </a:lnTo>
                <a:lnTo>
                  <a:pt x="401" y="93"/>
                </a:lnTo>
                <a:lnTo>
                  <a:pt x="402" y="93"/>
                </a:lnTo>
                <a:lnTo>
                  <a:pt x="402" y="94"/>
                </a:lnTo>
                <a:lnTo>
                  <a:pt x="403" y="94"/>
                </a:lnTo>
                <a:lnTo>
                  <a:pt x="403" y="93"/>
                </a:lnTo>
                <a:lnTo>
                  <a:pt x="403" y="92"/>
                </a:lnTo>
                <a:lnTo>
                  <a:pt x="404" y="92"/>
                </a:lnTo>
                <a:lnTo>
                  <a:pt x="404" y="93"/>
                </a:lnTo>
                <a:lnTo>
                  <a:pt x="405" y="93"/>
                </a:lnTo>
                <a:lnTo>
                  <a:pt x="406" y="93"/>
                </a:lnTo>
                <a:lnTo>
                  <a:pt x="407" y="95"/>
                </a:lnTo>
                <a:lnTo>
                  <a:pt x="406" y="95"/>
                </a:lnTo>
                <a:lnTo>
                  <a:pt x="406" y="96"/>
                </a:lnTo>
                <a:lnTo>
                  <a:pt x="406" y="97"/>
                </a:lnTo>
                <a:lnTo>
                  <a:pt x="407" y="98"/>
                </a:lnTo>
                <a:lnTo>
                  <a:pt x="406" y="98"/>
                </a:lnTo>
                <a:lnTo>
                  <a:pt x="406" y="99"/>
                </a:lnTo>
                <a:lnTo>
                  <a:pt x="407" y="99"/>
                </a:lnTo>
                <a:lnTo>
                  <a:pt x="408" y="100"/>
                </a:lnTo>
                <a:lnTo>
                  <a:pt x="409" y="100"/>
                </a:lnTo>
                <a:lnTo>
                  <a:pt x="409" y="101"/>
                </a:lnTo>
                <a:lnTo>
                  <a:pt x="409" y="102"/>
                </a:lnTo>
                <a:lnTo>
                  <a:pt x="410" y="102"/>
                </a:lnTo>
                <a:lnTo>
                  <a:pt x="410" y="103"/>
                </a:lnTo>
                <a:lnTo>
                  <a:pt x="410" y="102"/>
                </a:lnTo>
                <a:lnTo>
                  <a:pt x="411" y="103"/>
                </a:lnTo>
                <a:lnTo>
                  <a:pt x="411" y="104"/>
                </a:lnTo>
                <a:lnTo>
                  <a:pt x="412" y="104"/>
                </a:lnTo>
                <a:lnTo>
                  <a:pt x="412" y="105"/>
                </a:lnTo>
                <a:lnTo>
                  <a:pt x="411" y="105"/>
                </a:lnTo>
                <a:lnTo>
                  <a:pt x="411" y="106"/>
                </a:lnTo>
                <a:lnTo>
                  <a:pt x="412" y="106"/>
                </a:lnTo>
                <a:lnTo>
                  <a:pt x="412" y="107"/>
                </a:lnTo>
                <a:lnTo>
                  <a:pt x="413" y="107"/>
                </a:lnTo>
                <a:lnTo>
                  <a:pt x="414" y="107"/>
                </a:lnTo>
                <a:lnTo>
                  <a:pt x="414" y="108"/>
                </a:lnTo>
                <a:lnTo>
                  <a:pt x="413" y="108"/>
                </a:lnTo>
                <a:lnTo>
                  <a:pt x="412" y="108"/>
                </a:lnTo>
                <a:lnTo>
                  <a:pt x="411" y="108"/>
                </a:lnTo>
                <a:lnTo>
                  <a:pt x="411" y="109"/>
                </a:lnTo>
                <a:lnTo>
                  <a:pt x="412" y="110"/>
                </a:lnTo>
                <a:lnTo>
                  <a:pt x="412" y="111"/>
                </a:lnTo>
                <a:lnTo>
                  <a:pt x="411" y="112"/>
                </a:lnTo>
                <a:lnTo>
                  <a:pt x="411" y="111"/>
                </a:lnTo>
                <a:lnTo>
                  <a:pt x="411" y="110"/>
                </a:lnTo>
                <a:lnTo>
                  <a:pt x="410" y="110"/>
                </a:lnTo>
                <a:lnTo>
                  <a:pt x="409" y="110"/>
                </a:lnTo>
                <a:lnTo>
                  <a:pt x="410" y="110"/>
                </a:lnTo>
                <a:lnTo>
                  <a:pt x="409" y="110"/>
                </a:lnTo>
                <a:lnTo>
                  <a:pt x="409" y="109"/>
                </a:lnTo>
                <a:lnTo>
                  <a:pt x="409" y="110"/>
                </a:lnTo>
                <a:lnTo>
                  <a:pt x="409" y="109"/>
                </a:lnTo>
                <a:lnTo>
                  <a:pt x="408" y="109"/>
                </a:lnTo>
                <a:lnTo>
                  <a:pt x="407" y="109"/>
                </a:lnTo>
                <a:lnTo>
                  <a:pt x="406" y="110"/>
                </a:lnTo>
                <a:lnTo>
                  <a:pt x="405" y="110"/>
                </a:lnTo>
                <a:lnTo>
                  <a:pt x="405" y="109"/>
                </a:lnTo>
                <a:lnTo>
                  <a:pt x="404" y="109"/>
                </a:lnTo>
                <a:lnTo>
                  <a:pt x="404" y="110"/>
                </a:lnTo>
                <a:lnTo>
                  <a:pt x="403" y="111"/>
                </a:lnTo>
                <a:lnTo>
                  <a:pt x="402" y="110"/>
                </a:lnTo>
                <a:lnTo>
                  <a:pt x="402" y="109"/>
                </a:lnTo>
                <a:lnTo>
                  <a:pt x="402" y="108"/>
                </a:lnTo>
                <a:lnTo>
                  <a:pt x="402" y="107"/>
                </a:lnTo>
                <a:lnTo>
                  <a:pt x="403" y="107"/>
                </a:lnTo>
                <a:lnTo>
                  <a:pt x="403" y="106"/>
                </a:lnTo>
                <a:lnTo>
                  <a:pt x="404" y="106"/>
                </a:lnTo>
                <a:lnTo>
                  <a:pt x="404" y="105"/>
                </a:lnTo>
                <a:lnTo>
                  <a:pt x="405" y="105"/>
                </a:lnTo>
                <a:lnTo>
                  <a:pt x="405" y="104"/>
                </a:lnTo>
                <a:lnTo>
                  <a:pt x="405" y="105"/>
                </a:lnTo>
                <a:lnTo>
                  <a:pt x="404" y="105"/>
                </a:lnTo>
                <a:lnTo>
                  <a:pt x="403" y="105"/>
                </a:lnTo>
                <a:lnTo>
                  <a:pt x="403" y="106"/>
                </a:lnTo>
                <a:lnTo>
                  <a:pt x="402" y="106"/>
                </a:lnTo>
                <a:lnTo>
                  <a:pt x="401" y="106"/>
                </a:lnTo>
                <a:lnTo>
                  <a:pt x="402" y="106"/>
                </a:lnTo>
                <a:lnTo>
                  <a:pt x="402" y="105"/>
                </a:lnTo>
                <a:lnTo>
                  <a:pt x="401" y="104"/>
                </a:lnTo>
                <a:lnTo>
                  <a:pt x="401" y="105"/>
                </a:lnTo>
                <a:lnTo>
                  <a:pt x="401" y="106"/>
                </a:lnTo>
                <a:lnTo>
                  <a:pt x="400" y="106"/>
                </a:lnTo>
                <a:lnTo>
                  <a:pt x="401" y="106"/>
                </a:lnTo>
                <a:lnTo>
                  <a:pt x="401" y="107"/>
                </a:lnTo>
                <a:lnTo>
                  <a:pt x="401" y="108"/>
                </a:lnTo>
                <a:lnTo>
                  <a:pt x="400" y="108"/>
                </a:lnTo>
                <a:lnTo>
                  <a:pt x="399" y="107"/>
                </a:lnTo>
                <a:lnTo>
                  <a:pt x="399" y="106"/>
                </a:lnTo>
                <a:lnTo>
                  <a:pt x="400" y="106"/>
                </a:lnTo>
                <a:lnTo>
                  <a:pt x="399" y="105"/>
                </a:lnTo>
                <a:lnTo>
                  <a:pt x="398" y="104"/>
                </a:lnTo>
                <a:lnTo>
                  <a:pt x="397" y="103"/>
                </a:lnTo>
                <a:lnTo>
                  <a:pt x="397" y="102"/>
                </a:lnTo>
                <a:lnTo>
                  <a:pt x="396" y="102"/>
                </a:lnTo>
                <a:lnTo>
                  <a:pt x="396" y="103"/>
                </a:lnTo>
                <a:lnTo>
                  <a:pt x="397" y="103"/>
                </a:lnTo>
                <a:lnTo>
                  <a:pt x="396" y="103"/>
                </a:lnTo>
                <a:lnTo>
                  <a:pt x="397" y="104"/>
                </a:lnTo>
                <a:lnTo>
                  <a:pt x="397" y="103"/>
                </a:lnTo>
                <a:lnTo>
                  <a:pt x="397" y="104"/>
                </a:lnTo>
                <a:lnTo>
                  <a:pt x="398" y="105"/>
                </a:lnTo>
                <a:lnTo>
                  <a:pt x="398" y="106"/>
                </a:lnTo>
                <a:lnTo>
                  <a:pt x="398" y="107"/>
                </a:lnTo>
                <a:lnTo>
                  <a:pt x="397" y="107"/>
                </a:lnTo>
                <a:lnTo>
                  <a:pt x="397" y="108"/>
                </a:lnTo>
                <a:lnTo>
                  <a:pt x="396" y="108"/>
                </a:lnTo>
                <a:lnTo>
                  <a:pt x="396" y="109"/>
                </a:lnTo>
                <a:lnTo>
                  <a:pt x="396" y="108"/>
                </a:lnTo>
                <a:lnTo>
                  <a:pt x="396" y="107"/>
                </a:lnTo>
                <a:lnTo>
                  <a:pt x="395" y="107"/>
                </a:lnTo>
                <a:lnTo>
                  <a:pt x="395" y="106"/>
                </a:lnTo>
                <a:lnTo>
                  <a:pt x="394" y="105"/>
                </a:lnTo>
                <a:lnTo>
                  <a:pt x="394" y="104"/>
                </a:lnTo>
                <a:lnTo>
                  <a:pt x="394" y="105"/>
                </a:lnTo>
                <a:lnTo>
                  <a:pt x="394" y="106"/>
                </a:lnTo>
                <a:lnTo>
                  <a:pt x="393" y="106"/>
                </a:lnTo>
                <a:lnTo>
                  <a:pt x="392" y="106"/>
                </a:lnTo>
                <a:lnTo>
                  <a:pt x="392" y="107"/>
                </a:lnTo>
                <a:lnTo>
                  <a:pt x="393" y="107"/>
                </a:lnTo>
                <a:lnTo>
                  <a:pt x="393" y="108"/>
                </a:lnTo>
                <a:lnTo>
                  <a:pt x="393" y="109"/>
                </a:lnTo>
                <a:lnTo>
                  <a:pt x="393" y="110"/>
                </a:lnTo>
                <a:lnTo>
                  <a:pt x="392" y="111"/>
                </a:lnTo>
                <a:lnTo>
                  <a:pt x="392" y="112"/>
                </a:lnTo>
                <a:lnTo>
                  <a:pt x="392" y="113"/>
                </a:lnTo>
                <a:lnTo>
                  <a:pt x="392" y="112"/>
                </a:lnTo>
                <a:lnTo>
                  <a:pt x="393" y="113"/>
                </a:lnTo>
                <a:lnTo>
                  <a:pt x="393" y="114"/>
                </a:lnTo>
                <a:lnTo>
                  <a:pt x="393" y="113"/>
                </a:lnTo>
                <a:lnTo>
                  <a:pt x="394" y="111"/>
                </a:lnTo>
                <a:lnTo>
                  <a:pt x="394" y="110"/>
                </a:lnTo>
                <a:lnTo>
                  <a:pt x="394" y="109"/>
                </a:lnTo>
                <a:lnTo>
                  <a:pt x="395" y="109"/>
                </a:lnTo>
                <a:lnTo>
                  <a:pt x="396" y="109"/>
                </a:lnTo>
                <a:lnTo>
                  <a:pt x="397" y="109"/>
                </a:lnTo>
                <a:lnTo>
                  <a:pt x="398" y="109"/>
                </a:lnTo>
                <a:lnTo>
                  <a:pt x="398" y="108"/>
                </a:lnTo>
                <a:lnTo>
                  <a:pt x="399" y="108"/>
                </a:lnTo>
                <a:lnTo>
                  <a:pt x="400" y="109"/>
                </a:lnTo>
                <a:lnTo>
                  <a:pt x="400" y="110"/>
                </a:lnTo>
                <a:lnTo>
                  <a:pt x="401" y="111"/>
                </a:lnTo>
                <a:lnTo>
                  <a:pt x="402" y="111"/>
                </a:lnTo>
                <a:lnTo>
                  <a:pt x="402" y="113"/>
                </a:lnTo>
                <a:lnTo>
                  <a:pt x="403" y="113"/>
                </a:lnTo>
                <a:lnTo>
                  <a:pt x="404" y="113"/>
                </a:lnTo>
                <a:lnTo>
                  <a:pt x="404" y="112"/>
                </a:lnTo>
                <a:lnTo>
                  <a:pt x="404" y="111"/>
                </a:lnTo>
                <a:lnTo>
                  <a:pt x="405" y="111"/>
                </a:lnTo>
                <a:lnTo>
                  <a:pt x="406" y="111"/>
                </a:lnTo>
                <a:lnTo>
                  <a:pt x="407" y="111"/>
                </a:lnTo>
                <a:lnTo>
                  <a:pt x="407" y="110"/>
                </a:lnTo>
                <a:lnTo>
                  <a:pt x="408" y="110"/>
                </a:lnTo>
                <a:lnTo>
                  <a:pt x="408" y="111"/>
                </a:lnTo>
                <a:lnTo>
                  <a:pt x="409" y="111"/>
                </a:lnTo>
                <a:lnTo>
                  <a:pt x="409" y="112"/>
                </a:lnTo>
                <a:lnTo>
                  <a:pt x="409" y="115"/>
                </a:lnTo>
                <a:lnTo>
                  <a:pt x="409" y="116"/>
                </a:lnTo>
                <a:lnTo>
                  <a:pt x="410" y="115"/>
                </a:lnTo>
                <a:lnTo>
                  <a:pt x="410" y="116"/>
                </a:lnTo>
                <a:lnTo>
                  <a:pt x="410" y="117"/>
                </a:lnTo>
                <a:lnTo>
                  <a:pt x="411" y="117"/>
                </a:lnTo>
                <a:lnTo>
                  <a:pt x="411" y="118"/>
                </a:lnTo>
                <a:lnTo>
                  <a:pt x="412" y="119"/>
                </a:lnTo>
                <a:lnTo>
                  <a:pt x="413" y="119"/>
                </a:lnTo>
                <a:lnTo>
                  <a:pt x="414" y="119"/>
                </a:lnTo>
                <a:lnTo>
                  <a:pt x="415" y="119"/>
                </a:lnTo>
                <a:lnTo>
                  <a:pt x="415" y="120"/>
                </a:lnTo>
                <a:lnTo>
                  <a:pt x="414" y="120"/>
                </a:lnTo>
                <a:lnTo>
                  <a:pt x="413" y="120"/>
                </a:lnTo>
                <a:lnTo>
                  <a:pt x="412" y="120"/>
                </a:lnTo>
                <a:lnTo>
                  <a:pt x="411" y="120"/>
                </a:lnTo>
                <a:lnTo>
                  <a:pt x="410" y="120"/>
                </a:lnTo>
                <a:lnTo>
                  <a:pt x="409" y="120"/>
                </a:lnTo>
                <a:lnTo>
                  <a:pt x="410" y="121"/>
                </a:lnTo>
                <a:lnTo>
                  <a:pt x="411" y="121"/>
                </a:lnTo>
                <a:lnTo>
                  <a:pt x="412" y="121"/>
                </a:lnTo>
                <a:lnTo>
                  <a:pt x="413" y="122"/>
                </a:lnTo>
                <a:lnTo>
                  <a:pt x="412" y="122"/>
                </a:lnTo>
                <a:lnTo>
                  <a:pt x="411" y="122"/>
                </a:lnTo>
                <a:lnTo>
                  <a:pt x="410" y="122"/>
                </a:lnTo>
                <a:lnTo>
                  <a:pt x="409" y="122"/>
                </a:lnTo>
                <a:lnTo>
                  <a:pt x="409" y="123"/>
                </a:lnTo>
                <a:lnTo>
                  <a:pt x="409" y="124"/>
                </a:lnTo>
                <a:lnTo>
                  <a:pt x="409" y="125"/>
                </a:lnTo>
                <a:lnTo>
                  <a:pt x="410" y="125"/>
                </a:lnTo>
                <a:lnTo>
                  <a:pt x="411" y="125"/>
                </a:lnTo>
                <a:lnTo>
                  <a:pt x="410" y="126"/>
                </a:lnTo>
                <a:lnTo>
                  <a:pt x="409" y="125"/>
                </a:lnTo>
                <a:lnTo>
                  <a:pt x="408" y="125"/>
                </a:lnTo>
                <a:lnTo>
                  <a:pt x="407" y="125"/>
                </a:lnTo>
                <a:lnTo>
                  <a:pt x="405" y="125"/>
                </a:lnTo>
                <a:lnTo>
                  <a:pt x="405" y="124"/>
                </a:lnTo>
                <a:lnTo>
                  <a:pt x="404" y="124"/>
                </a:lnTo>
                <a:lnTo>
                  <a:pt x="403" y="124"/>
                </a:lnTo>
                <a:lnTo>
                  <a:pt x="402" y="124"/>
                </a:lnTo>
                <a:lnTo>
                  <a:pt x="402" y="125"/>
                </a:lnTo>
                <a:lnTo>
                  <a:pt x="402" y="124"/>
                </a:lnTo>
                <a:lnTo>
                  <a:pt x="401" y="124"/>
                </a:lnTo>
                <a:lnTo>
                  <a:pt x="401" y="123"/>
                </a:lnTo>
                <a:lnTo>
                  <a:pt x="401" y="124"/>
                </a:lnTo>
                <a:lnTo>
                  <a:pt x="400" y="124"/>
                </a:lnTo>
                <a:lnTo>
                  <a:pt x="400" y="123"/>
                </a:lnTo>
                <a:lnTo>
                  <a:pt x="399" y="123"/>
                </a:lnTo>
                <a:lnTo>
                  <a:pt x="398" y="123"/>
                </a:lnTo>
                <a:lnTo>
                  <a:pt x="398" y="124"/>
                </a:lnTo>
                <a:lnTo>
                  <a:pt x="399" y="125"/>
                </a:lnTo>
                <a:lnTo>
                  <a:pt x="400" y="125"/>
                </a:lnTo>
                <a:lnTo>
                  <a:pt x="401" y="126"/>
                </a:lnTo>
                <a:lnTo>
                  <a:pt x="401" y="127"/>
                </a:lnTo>
                <a:lnTo>
                  <a:pt x="400" y="127"/>
                </a:lnTo>
                <a:lnTo>
                  <a:pt x="400" y="128"/>
                </a:lnTo>
                <a:lnTo>
                  <a:pt x="401" y="128"/>
                </a:lnTo>
                <a:lnTo>
                  <a:pt x="400" y="128"/>
                </a:lnTo>
                <a:lnTo>
                  <a:pt x="400" y="129"/>
                </a:lnTo>
                <a:lnTo>
                  <a:pt x="401" y="129"/>
                </a:lnTo>
                <a:lnTo>
                  <a:pt x="402" y="130"/>
                </a:lnTo>
                <a:lnTo>
                  <a:pt x="401" y="130"/>
                </a:lnTo>
                <a:lnTo>
                  <a:pt x="400" y="130"/>
                </a:lnTo>
                <a:lnTo>
                  <a:pt x="400" y="129"/>
                </a:lnTo>
                <a:lnTo>
                  <a:pt x="399" y="128"/>
                </a:lnTo>
                <a:lnTo>
                  <a:pt x="398" y="128"/>
                </a:lnTo>
                <a:lnTo>
                  <a:pt x="398" y="129"/>
                </a:lnTo>
                <a:lnTo>
                  <a:pt x="399" y="129"/>
                </a:lnTo>
                <a:lnTo>
                  <a:pt x="398" y="129"/>
                </a:lnTo>
                <a:lnTo>
                  <a:pt x="398" y="130"/>
                </a:lnTo>
                <a:lnTo>
                  <a:pt x="399" y="130"/>
                </a:lnTo>
                <a:lnTo>
                  <a:pt x="398" y="130"/>
                </a:lnTo>
                <a:lnTo>
                  <a:pt x="397" y="130"/>
                </a:lnTo>
                <a:lnTo>
                  <a:pt x="398" y="130"/>
                </a:lnTo>
                <a:lnTo>
                  <a:pt x="397" y="131"/>
                </a:lnTo>
                <a:lnTo>
                  <a:pt x="398" y="131"/>
                </a:lnTo>
                <a:lnTo>
                  <a:pt x="399" y="131"/>
                </a:lnTo>
                <a:lnTo>
                  <a:pt x="399" y="132"/>
                </a:lnTo>
                <a:lnTo>
                  <a:pt x="399" y="133"/>
                </a:lnTo>
                <a:lnTo>
                  <a:pt x="399" y="134"/>
                </a:lnTo>
                <a:lnTo>
                  <a:pt x="399" y="135"/>
                </a:lnTo>
                <a:lnTo>
                  <a:pt x="397" y="135"/>
                </a:lnTo>
                <a:lnTo>
                  <a:pt x="398" y="135"/>
                </a:lnTo>
                <a:lnTo>
                  <a:pt x="398" y="136"/>
                </a:lnTo>
                <a:lnTo>
                  <a:pt x="397" y="136"/>
                </a:lnTo>
                <a:lnTo>
                  <a:pt x="396" y="136"/>
                </a:lnTo>
                <a:lnTo>
                  <a:pt x="395" y="137"/>
                </a:lnTo>
                <a:lnTo>
                  <a:pt x="394" y="137"/>
                </a:lnTo>
                <a:lnTo>
                  <a:pt x="394" y="136"/>
                </a:lnTo>
                <a:lnTo>
                  <a:pt x="393" y="136"/>
                </a:lnTo>
                <a:lnTo>
                  <a:pt x="393" y="137"/>
                </a:lnTo>
                <a:lnTo>
                  <a:pt x="392" y="136"/>
                </a:lnTo>
                <a:lnTo>
                  <a:pt x="392" y="137"/>
                </a:lnTo>
                <a:lnTo>
                  <a:pt x="393" y="137"/>
                </a:lnTo>
                <a:lnTo>
                  <a:pt x="392" y="138"/>
                </a:lnTo>
                <a:lnTo>
                  <a:pt x="392" y="139"/>
                </a:lnTo>
                <a:lnTo>
                  <a:pt x="393" y="139"/>
                </a:lnTo>
                <a:lnTo>
                  <a:pt x="394" y="139"/>
                </a:lnTo>
                <a:lnTo>
                  <a:pt x="394" y="138"/>
                </a:lnTo>
                <a:lnTo>
                  <a:pt x="395" y="138"/>
                </a:lnTo>
                <a:lnTo>
                  <a:pt x="396" y="137"/>
                </a:lnTo>
                <a:lnTo>
                  <a:pt x="397" y="138"/>
                </a:lnTo>
                <a:lnTo>
                  <a:pt x="396" y="139"/>
                </a:lnTo>
                <a:lnTo>
                  <a:pt x="397" y="140"/>
                </a:lnTo>
                <a:lnTo>
                  <a:pt x="397" y="141"/>
                </a:lnTo>
                <a:lnTo>
                  <a:pt x="397" y="142"/>
                </a:lnTo>
                <a:lnTo>
                  <a:pt x="396" y="143"/>
                </a:lnTo>
                <a:lnTo>
                  <a:pt x="395" y="143"/>
                </a:lnTo>
                <a:lnTo>
                  <a:pt x="395" y="142"/>
                </a:lnTo>
                <a:lnTo>
                  <a:pt x="395" y="143"/>
                </a:lnTo>
                <a:lnTo>
                  <a:pt x="394" y="143"/>
                </a:lnTo>
                <a:lnTo>
                  <a:pt x="394" y="142"/>
                </a:lnTo>
                <a:lnTo>
                  <a:pt x="393" y="142"/>
                </a:lnTo>
                <a:lnTo>
                  <a:pt x="392" y="143"/>
                </a:lnTo>
                <a:lnTo>
                  <a:pt x="392" y="142"/>
                </a:lnTo>
                <a:lnTo>
                  <a:pt x="391" y="142"/>
                </a:lnTo>
                <a:lnTo>
                  <a:pt x="390" y="142"/>
                </a:lnTo>
                <a:lnTo>
                  <a:pt x="390" y="141"/>
                </a:lnTo>
                <a:lnTo>
                  <a:pt x="389" y="142"/>
                </a:lnTo>
                <a:lnTo>
                  <a:pt x="388" y="142"/>
                </a:lnTo>
                <a:lnTo>
                  <a:pt x="387" y="143"/>
                </a:lnTo>
                <a:lnTo>
                  <a:pt x="387" y="142"/>
                </a:lnTo>
                <a:lnTo>
                  <a:pt x="386" y="142"/>
                </a:lnTo>
                <a:lnTo>
                  <a:pt x="386" y="141"/>
                </a:lnTo>
                <a:lnTo>
                  <a:pt x="385" y="142"/>
                </a:lnTo>
                <a:lnTo>
                  <a:pt x="385" y="143"/>
                </a:lnTo>
                <a:lnTo>
                  <a:pt x="385" y="144"/>
                </a:lnTo>
                <a:lnTo>
                  <a:pt x="385" y="145"/>
                </a:lnTo>
                <a:lnTo>
                  <a:pt x="386" y="145"/>
                </a:lnTo>
                <a:lnTo>
                  <a:pt x="385" y="145"/>
                </a:lnTo>
                <a:lnTo>
                  <a:pt x="386" y="145"/>
                </a:lnTo>
                <a:lnTo>
                  <a:pt x="385" y="145"/>
                </a:lnTo>
                <a:lnTo>
                  <a:pt x="384" y="147"/>
                </a:lnTo>
                <a:lnTo>
                  <a:pt x="383" y="147"/>
                </a:lnTo>
                <a:lnTo>
                  <a:pt x="383" y="146"/>
                </a:lnTo>
                <a:lnTo>
                  <a:pt x="383" y="147"/>
                </a:lnTo>
                <a:lnTo>
                  <a:pt x="382" y="147"/>
                </a:lnTo>
                <a:lnTo>
                  <a:pt x="382" y="146"/>
                </a:lnTo>
                <a:lnTo>
                  <a:pt x="382" y="145"/>
                </a:lnTo>
                <a:lnTo>
                  <a:pt x="381" y="145"/>
                </a:lnTo>
                <a:lnTo>
                  <a:pt x="380" y="145"/>
                </a:lnTo>
                <a:lnTo>
                  <a:pt x="379" y="146"/>
                </a:lnTo>
                <a:lnTo>
                  <a:pt x="380" y="146"/>
                </a:lnTo>
                <a:lnTo>
                  <a:pt x="381" y="146"/>
                </a:lnTo>
                <a:lnTo>
                  <a:pt x="381" y="147"/>
                </a:lnTo>
                <a:lnTo>
                  <a:pt x="381" y="148"/>
                </a:lnTo>
                <a:lnTo>
                  <a:pt x="382" y="152"/>
                </a:lnTo>
                <a:lnTo>
                  <a:pt x="382" y="153"/>
                </a:lnTo>
                <a:lnTo>
                  <a:pt x="383" y="153"/>
                </a:lnTo>
                <a:lnTo>
                  <a:pt x="383" y="154"/>
                </a:lnTo>
                <a:lnTo>
                  <a:pt x="383" y="155"/>
                </a:lnTo>
                <a:lnTo>
                  <a:pt x="384" y="155"/>
                </a:lnTo>
                <a:lnTo>
                  <a:pt x="384" y="156"/>
                </a:lnTo>
                <a:lnTo>
                  <a:pt x="384" y="155"/>
                </a:lnTo>
                <a:lnTo>
                  <a:pt x="385" y="155"/>
                </a:lnTo>
                <a:lnTo>
                  <a:pt x="386" y="155"/>
                </a:lnTo>
                <a:lnTo>
                  <a:pt x="385" y="155"/>
                </a:lnTo>
                <a:lnTo>
                  <a:pt x="385" y="156"/>
                </a:lnTo>
                <a:lnTo>
                  <a:pt x="386" y="156"/>
                </a:lnTo>
                <a:lnTo>
                  <a:pt x="386" y="155"/>
                </a:lnTo>
                <a:lnTo>
                  <a:pt x="387" y="155"/>
                </a:lnTo>
                <a:lnTo>
                  <a:pt x="387" y="156"/>
                </a:lnTo>
                <a:lnTo>
                  <a:pt x="386" y="156"/>
                </a:lnTo>
                <a:lnTo>
                  <a:pt x="385" y="157"/>
                </a:lnTo>
                <a:lnTo>
                  <a:pt x="385" y="158"/>
                </a:lnTo>
                <a:lnTo>
                  <a:pt x="384" y="158"/>
                </a:lnTo>
                <a:lnTo>
                  <a:pt x="384" y="159"/>
                </a:lnTo>
                <a:lnTo>
                  <a:pt x="384" y="160"/>
                </a:lnTo>
                <a:lnTo>
                  <a:pt x="385" y="160"/>
                </a:lnTo>
                <a:lnTo>
                  <a:pt x="385" y="161"/>
                </a:lnTo>
                <a:lnTo>
                  <a:pt x="385" y="163"/>
                </a:lnTo>
                <a:lnTo>
                  <a:pt x="386" y="161"/>
                </a:lnTo>
                <a:lnTo>
                  <a:pt x="387" y="161"/>
                </a:lnTo>
                <a:lnTo>
                  <a:pt x="388" y="161"/>
                </a:lnTo>
                <a:lnTo>
                  <a:pt x="387" y="161"/>
                </a:lnTo>
                <a:lnTo>
                  <a:pt x="387" y="163"/>
                </a:lnTo>
                <a:lnTo>
                  <a:pt x="388" y="163"/>
                </a:lnTo>
                <a:lnTo>
                  <a:pt x="389" y="163"/>
                </a:lnTo>
                <a:lnTo>
                  <a:pt x="389" y="164"/>
                </a:lnTo>
                <a:lnTo>
                  <a:pt x="388" y="164"/>
                </a:lnTo>
                <a:lnTo>
                  <a:pt x="388" y="165"/>
                </a:lnTo>
                <a:lnTo>
                  <a:pt x="387" y="165"/>
                </a:lnTo>
                <a:lnTo>
                  <a:pt x="386" y="165"/>
                </a:lnTo>
                <a:lnTo>
                  <a:pt x="385" y="165"/>
                </a:lnTo>
                <a:lnTo>
                  <a:pt x="385" y="166"/>
                </a:lnTo>
                <a:lnTo>
                  <a:pt x="384" y="167"/>
                </a:lnTo>
                <a:lnTo>
                  <a:pt x="385" y="167"/>
                </a:lnTo>
                <a:lnTo>
                  <a:pt x="385" y="168"/>
                </a:lnTo>
                <a:lnTo>
                  <a:pt x="385" y="169"/>
                </a:lnTo>
                <a:lnTo>
                  <a:pt x="385" y="170"/>
                </a:lnTo>
                <a:lnTo>
                  <a:pt x="385" y="171"/>
                </a:lnTo>
                <a:lnTo>
                  <a:pt x="385" y="172"/>
                </a:lnTo>
                <a:lnTo>
                  <a:pt x="386" y="172"/>
                </a:lnTo>
                <a:lnTo>
                  <a:pt x="386" y="171"/>
                </a:lnTo>
                <a:lnTo>
                  <a:pt x="387" y="171"/>
                </a:lnTo>
                <a:lnTo>
                  <a:pt x="387" y="172"/>
                </a:lnTo>
                <a:lnTo>
                  <a:pt x="386" y="172"/>
                </a:lnTo>
                <a:lnTo>
                  <a:pt x="386" y="173"/>
                </a:lnTo>
                <a:lnTo>
                  <a:pt x="385" y="173"/>
                </a:lnTo>
                <a:lnTo>
                  <a:pt x="384" y="174"/>
                </a:lnTo>
                <a:lnTo>
                  <a:pt x="383" y="174"/>
                </a:lnTo>
                <a:lnTo>
                  <a:pt x="382" y="174"/>
                </a:lnTo>
                <a:lnTo>
                  <a:pt x="383" y="173"/>
                </a:lnTo>
                <a:lnTo>
                  <a:pt x="383" y="172"/>
                </a:lnTo>
                <a:lnTo>
                  <a:pt x="383" y="171"/>
                </a:lnTo>
                <a:lnTo>
                  <a:pt x="382" y="171"/>
                </a:lnTo>
                <a:lnTo>
                  <a:pt x="381" y="172"/>
                </a:lnTo>
                <a:lnTo>
                  <a:pt x="381" y="173"/>
                </a:lnTo>
                <a:lnTo>
                  <a:pt x="379" y="174"/>
                </a:lnTo>
                <a:lnTo>
                  <a:pt x="378" y="174"/>
                </a:lnTo>
                <a:lnTo>
                  <a:pt x="377" y="175"/>
                </a:lnTo>
                <a:lnTo>
                  <a:pt x="376" y="176"/>
                </a:lnTo>
                <a:lnTo>
                  <a:pt x="375" y="176"/>
                </a:lnTo>
                <a:lnTo>
                  <a:pt x="374" y="176"/>
                </a:lnTo>
                <a:lnTo>
                  <a:pt x="373" y="176"/>
                </a:lnTo>
                <a:lnTo>
                  <a:pt x="373" y="175"/>
                </a:lnTo>
                <a:lnTo>
                  <a:pt x="372" y="175"/>
                </a:lnTo>
                <a:lnTo>
                  <a:pt x="371" y="175"/>
                </a:lnTo>
                <a:lnTo>
                  <a:pt x="370" y="177"/>
                </a:lnTo>
                <a:lnTo>
                  <a:pt x="370" y="178"/>
                </a:lnTo>
                <a:lnTo>
                  <a:pt x="369" y="178"/>
                </a:lnTo>
                <a:lnTo>
                  <a:pt x="370" y="179"/>
                </a:lnTo>
                <a:lnTo>
                  <a:pt x="370" y="180"/>
                </a:lnTo>
                <a:lnTo>
                  <a:pt x="369" y="180"/>
                </a:lnTo>
                <a:lnTo>
                  <a:pt x="369" y="181"/>
                </a:lnTo>
                <a:lnTo>
                  <a:pt x="368" y="181"/>
                </a:lnTo>
                <a:lnTo>
                  <a:pt x="367" y="182"/>
                </a:lnTo>
                <a:lnTo>
                  <a:pt x="366" y="182"/>
                </a:lnTo>
                <a:lnTo>
                  <a:pt x="366" y="183"/>
                </a:lnTo>
                <a:lnTo>
                  <a:pt x="365" y="184"/>
                </a:lnTo>
                <a:lnTo>
                  <a:pt x="365" y="185"/>
                </a:lnTo>
                <a:lnTo>
                  <a:pt x="364" y="185"/>
                </a:lnTo>
                <a:lnTo>
                  <a:pt x="364" y="184"/>
                </a:lnTo>
                <a:lnTo>
                  <a:pt x="363" y="185"/>
                </a:lnTo>
                <a:lnTo>
                  <a:pt x="363" y="184"/>
                </a:lnTo>
                <a:lnTo>
                  <a:pt x="362" y="184"/>
                </a:lnTo>
                <a:lnTo>
                  <a:pt x="361" y="184"/>
                </a:lnTo>
                <a:lnTo>
                  <a:pt x="360" y="184"/>
                </a:lnTo>
                <a:lnTo>
                  <a:pt x="361" y="184"/>
                </a:lnTo>
                <a:lnTo>
                  <a:pt x="361" y="183"/>
                </a:lnTo>
                <a:lnTo>
                  <a:pt x="360" y="183"/>
                </a:lnTo>
                <a:lnTo>
                  <a:pt x="360" y="182"/>
                </a:lnTo>
                <a:lnTo>
                  <a:pt x="361" y="182"/>
                </a:lnTo>
                <a:lnTo>
                  <a:pt x="360" y="182"/>
                </a:lnTo>
                <a:lnTo>
                  <a:pt x="360" y="181"/>
                </a:lnTo>
                <a:lnTo>
                  <a:pt x="361" y="181"/>
                </a:lnTo>
                <a:lnTo>
                  <a:pt x="361" y="180"/>
                </a:lnTo>
                <a:lnTo>
                  <a:pt x="360" y="180"/>
                </a:lnTo>
                <a:lnTo>
                  <a:pt x="361" y="180"/>
                </a:lnTo>
                <a:lnTo>
                  <a:pt x="361" y="179"/>
                </a:lnTo>
                <a:lnTo>
                  <a:pt x="362" y="180"/>
                </a:lnTo>
                <a:lnTo>
                  <a:pt x="362" y="179"/>
                </a:lnTo>
                <a:lnTo>
                  <a:pt x="361" y="179"/>
                </a:lnTo>
                <a:lnTo>
                  <a:pt x="361" y="178"/>
                </a:lnTo>
                <a:lnTo>
                  <a:pt x="362" y="178"/>
                </a:lnTo>
                <a:lnTo>
                  <a:pt x="361" y="178"/>
                </a:lnTo>
                <a:lnTo>
                  <a:pt x="362" y="177"/>
                </a:lnTo>
                <a:lnTo>
                  <a:pt x="362" y="176"/>
                </a:lnTo>
                <a:lnTo>
                  <a:pt x="363" y="176"/>
                </a:lnTo>
                <a:lnTo>
                  <a:pt x="364" y="176"/>
                </a:lnTo>
                <a:lnTo>
                  <a:pt x="364" y="175"/>
                </a:lnTo>
                <a:lnTo>
                  <a:pt x="366" y="174"/>
                </a:lnTo>
                <a:lnTo>
                  <a:pt x="367" y="174"/>
                </a:lnTo>
                <a:lnTo>
                  <a:pt x="368" y="174"/>
                </a:lnTo>
                <a:lnTo>
                  <a:pt x="369" y="174"/>
                </a:lnTo>
                <a:lnTo>
                  <a:pt x="369" y="175"/>
                </a:lnTo>
                <a:lnTo>
                  <a:pt x="369" y="174"/>
                </a:lnTo>
                <a:lnTo>
                  <a:pt x="370" y="174"/>
                </a:lnTo>
                <a:lnTo>
                  <a:pt x="370" y="175"/>
                </a:lnTo>
                <a:lnTo>
                  <a:pt x="371" y="175"/>
                </a:lnTo>
                <a:lnTo>
                  <a:pt x="371" y="174"/>
                </a:lnTo>
                <a:lnTo>
                  <a:pt x="370" y="173"/>
                </a:lnTo>
                <a:lnTo>
                  <a:pt x="371" y="173"/>
                </a:lnTo>
                <a:lnTo>
                  <a:pt x="372" y="173"/>
                </a:lnTo>
                <a:lnTo>
                  <a:pt x="372" y="172"/>
                </a:lnTo>
                <a:lnTo>
                  <a:pt x="372" y="171"/>
                </a:lnTo>
                <a:lnTo>
                  <a:pt x="371" y="171"/>
                </a:lnTo>
                <a:lnTo>
                  <a:pt x="372" y="171"/>
                </a:lnTo>
                <a:lnTo>
                  <a:pt x="373" y="170"/>
                </a:lnTo>
                <a:lnTo>
                  <a:pt x="373" y="169"/>
                </a:lnTo>
                <a:lnTo>
                  <a:pt x="374" y="169"/>
                </a:lnTo>
                <a:lnTo>
                  <a:pt x="374" y="168"/>
                </a:lnTo>
                <a:lnTo>
                  <a:pt x="375" y="168"/>
                </a:lnTo>
                <a:lnTo>
                  <a:pt x="374" y="168"/>
                </a:lnTo>
                <a:lnTo>
                  <a:pt x="373" y="167"/>
                </a:lnTo>
                <a:lnTo>
                  <a:pt x="373" y="166"/>
                </a:lnTo>
                <a:lnTo>
                  <a:pt x="374" y="166"/>
                </a:lnTo>
                <a:lnTo>
                  <a:pt x="375" y="165"/>
                </a:lnTo>
                <a:lnTo>
                  <a:pt x="376" y="165"/>
                </a:lnTo>
                <a:lnTo>
                  <a:pt x="375" y="165"/>
                </a:lnTo>
                <a:lnTo>
                  <a:pt x="375" y="164"/>
                </a:lnTo>
                <a:lnTo>
                  <a:pt x="374" y="164"/>
                </a:lnTo>
                <a:lnTo>
                  <a:pt x="375" y="164"/>
                </a:lnTo>
                <a:lnTo>
                  <a:pt x="376" y="164"/>
                </a:lnTo>
                <a:lnTo>
                  <a:pt x="377" y="164"/>
                </a:lnTo>
                <a:lnTo>
                  <a:pt x="377" y="163"/>
                </a:lnTo>
                <a:lnTo>
                  <a:pt x="377" y="161"/>
                </a:lnTo>
                <a:lnTo>
                  <a:pt x="378" y="161"/>
                </a:lnTo>
                <a:lnTo>
                  <a:pt x="379" y="161"/>
                </a:lnTo>
                <a:lnTo>
                  <a:pt x="380" y="160"/>
                </a:lnTo>
                <a:lnTo>
                  <a:pt x="379" y="160"/>
                </a:lnTo>
                <a:lnTo>
                  <a:pt x="379" y="159"/>
                </a:lnTo>
                <a:lnTo>
                  <a:pt x="380" y="159"/>
                </a:lnTo>
                <a:lnTo>
                  <a:pt x="381" y="158"/>
                </a:lnTo>
                <a:lnTo>
                  <a:pt x="382" y="158"/>
                </a:lnTo>
                <a:lnTo>
                  <a:pt x="382" y="157"/>
                </a:lnTo>
                <a:lnTo>
                  <a:pt x="382" y="156"/>
                </a:lnTo>
                <a:lnTo>
                  <a:pt x="382" y="155"/>
                </a:lnTo>
                <a:lnTo>
                  <a:pt x="381" y="155"/>
                </a:lnTo>
                <a:lnTo>
                  <a:pt x="380" y="155"/>
                </a:lnTo>
                <a:lnTo>
                  <a:pt x="379" y="156"/>
                </a:lnTo>
                <a:lnTo>
                  <a:pt x="378" y="156"/>
                </a:lnTo>
                <a:lnTo>
                  <a:pt x="377" y="156"/>
                </a:lnTo>
                <a:lnTo>
                  <a:pt x="376" y="156"/>
                </a:lnTo>
                <a:lnTo>
                  <a:pt x="375" y="156"/>
                </a:lnTo>
                <a:lnTo>
                  <a:pt x="374" y="156"/>
                </a:lnTo>
                <a:lnTo>
                  <a:pt x="373" y="157"/>
                </a:lnTo>
                <a:lnTo>
                  <a:pt x="372" y="157"/>
                </a:lnTo>
                <a:lnTo>
                  <a:pt x="372" y="156"/>
                </a:lnTo>
                <a:lnTo>
                  <a:pt x="373" y="156"/>
                </a:lnTo>
                <a:lnTo>
                  <a:pt x="373" y="155"/>
                </a:lnTo>
                <a:lnTo>
                  <a:pt x="372" y="155"/>
                </a:lnTo>
                <a:lnTo>
                  <a:pt x="371" y="155"/>
                </a:lnTo>
                <a:lnTo>
                  <a:pt x="371" y="156"/>
                </a:lnTo>
                <a:lnTo>
                  <a:pt x="370" y="156"/>
                </a:lnTo>
                <a:lnTo>
                  <a:pt x="370" y="155"/>
                </a:lnTo>
                <a:lnTo>
                  <a:pt x="369" y="156"/>
                </a:lnTo>
                <a:lnTo>
                  <a:pt x="370" y="156"/>
                </a:lnTo>
                <a:lnTo>
                  <a:pt x="369" y="156"/>
                </a:lnTo>
                <a:lnTo>
                  <a:pt x="368" y="157"/>
                </a:lnTo>
                <a:lnTo>
                  <a:pt x="368" y="158"/>
                </a:lnTo>
                <a:lnTo>
                  <a:pt x="368" y="159"/>
                </a:lnTo>
                <a:lnTo>
                  <a:pt x="369" y="159"/>
                </a:lnTo>
                <a:lnTo>
                  <a:pt x="369" y="160"/>
                </a:lnTo>
                <a:lnTo>
                  <a:pt x="369" y="161"/>
                </a:lnTo>
                <a:lnTo>
                  <a:pt x="368" y="163"/>
                </a:lnTo>
                <a:lnTo>
                  <a:pt x="367" y="164"/>
                </a:lnTo>
                <a:lnTo>
                  <a:pt x="366" y="165"/>
                </a:lnTo>
                <a:lnTo>
                  <a:pt x="366" y="166"/>
                </a:lnTo>
                <a:lnTo>
                  <a:pt x="366" y="167"/>
                </a:lnTo>
                <a:lnTo>
                  <a:pt x="366" y="168"/>
                </a:lnTo>
                <a:lnTo>
                  <a:pt x="365" y="168"/>
                </a:lnTo>
                <a:lnTo>
                  <a:pt x="365" y="169"/>
                </a:lnTo>
                <a:lnTo>
                  <a:pt x="366" y="169"/>
                </a:lnTo>
                <a:lnTo>
                  <a:pt x="367" y="169"/>
                </a:lnTo>
                <a:lnTo>
                  <a:pt x="366" y="169"/>
                </a:lnTo>
                <a:lnTo>
                  <a:pt x="366" y="170"/>
                </a:lnTo>
                <a:lnTo>
                  <a:pt x="365" y="170"/>
                </a:lnTo>
                <a:lnTo>
                  <a:pt x="365" y="171"/>
                </a:lnTo>
                <a:lnTo>
                  <a:pt x="364" y="171"/>
                </a:lnTo>
                <a:lnTo>
                  <a:pt x="363" y="171"/>
                </a:lnTo>
                <a:lnTo>
                  <a:pt x="363" y="170"/>
                </a:lnTo>
                <a:lnTo>
                  <a:pt x="363" y="169"/>
                </a:lnTo>
                <a:lnTo>
                  <a:pt x="364" y="169"/>
                </a:lnTo>
                <a:lnTo>
                  <a:pt x="364" y="168"/>
                </a:lnTo>
                <a:lnTo>
                  <a:pt x="363" y="168"/>
                </a:lnTo>
                <a:lnTo>
                  <a:pt x="362" y="167"/>
                </a:lnTo>
                <a:lnTo>
                  <a:pt x="361" y="167"/>
                </a:lnTo>
                <a:lnTo>
                  <a:pt x="361" y="166"/>
                </a:lnTo>
                <a:lnTo>
                  <a:pt x="361" y="165"/>
                </a:lnTo>
                <a:lnTo>
                  <a:pt x="360" y="165"/>
                </a:lnTo>
                <a:lnTo>
                  <a:pt x="359" y="165"/>
                </a:lnTo>
                <a:lnTo>
                  <a:pt x="359" y="166"/>
                </a:lnTo>
                <a:lnTo>
                  <a:pt x="358" y="166"/>
                </a:lnTo>
                <a:lnTo>
                  <a:pt x="358" y="167"/>
                </a:lnTo>
                <a:lnTo>
                  <a:pt x="357" y="166"/>
                </a:lnTo>
                <a:lnTo>
                  <a:pt x="356" y="165"/>
                </a:lnTo>
                <a:lnTo>
                  <a:pt x="357" y="164"/>
                </a:lnTo>
                <a:lnTo>
                  <a:pt x="358" y="164"/>
                </a:lnTo>
                <a:lnTo>
                  <a:pt x="358" y="163"/>
                </a:lnTo>
                <a:lnTo>
                  <a:pt x="358" y="161"/>
                </a:lnTo>
                <a:lnTo>
                  <a:pt x="357" y="160"/>
                </a:lnTo>
                <a:lnTo>
                  <a:pt x="357" y="159"/>
                </a:lnTo>
                <a:lnTo>
                  <a:pt x="358" y="159"/>
                </a:lnTo>
                <a:lnTo>
                  <a:pt x="358" y="158"/>
                </a:lnTo>
                <a:lnTo>
                  <a:pt x="358" y="157"/>
                </a:lnTo>
                <a:lnTo>
                  <a:pt x="359" y="157"/>
                </a:lnTo>
                <a:lnTo>
                  <a:pt x="359" y="156"/>
                </a:lnTo>
                <a:lnTo>
                  <a:pt x="360" y="157"/>
                </a:lnTo>
                <a:lnTo>
                  <a:pt x="361" y="157"/>
                </a:lnTo>
                <a:lnTo>
                  <a:pt x="362" y="157"/>
                </a:lnTo>
                <a:lnTo>
                  <a:pt x="362" y="156"/>
                </a:lnTo>
                <a:lnTo>
                  <a:pt x="361" y="155"/>
                </a:lnTo>
                <a:lnTo>
                  <a:pt x="362" y="155"/>
                </a:lnTo>
                <a:lnTo>
                  <a:pt x="362" y="154"/>
                </a:lnTo>
                <a:lnTo>
                  <a:pt x="362" y="153"/>
                </a:lnTo>
                <a:lnTo>
                  <a:pt x="361" y="153"/>
                </a:lnTo>
                <a:lnTo>
                  <a:pt x="361" y="154"/>
                </a:lnTo>
                <a:lnTo>
                  <a:pt x="360" y="155"/>
                </a:lnTo>
                <a:lnTo>
                  <a:pt x="359" y="155"/>
                </a:lnTo>
                <a:lnTo>
                  <a:pt x="358" y="155"/>
                </a:lnTo>
                <a:lnTo>
                  <a:pt x="357" y="155"/>
                </a:lnTo>
                <a:lnTo>
                  <a:pt x="356" y="156"/>
                </a:lnTo>
                <a:lnTo>
                  <a:pt x="356" y="155"/>
                </a:lnTo>
                <a:lnTo>
                  <a:pt x="356" y="154"/>
                </a:lnTo>
                <a:lnTo>
                  <a:pt x="356" y="153"/>
                </a:lnTo>
                <a:lnTo>
                  <a:pt x="357" y="152"/>
                </a:lnTo>
                <a:lnTo>
                  <a:pt x="358" y="152"/>
                </a:lnTo>
                <a:lnTo>
                  <a:pt x="359" y="152"/>
                </a:lnTo>
                <a:lnTo>
                  <a:pt x="361" y="151"/>
                </a:lnTo>
                <a:lnTo>
                  <a:pt x="361" y="150"/>
                </a:lnTo>
                <a:lnTo>
                  <a:pt x="362" y="150"/>
                </a:lnTo>
                <a:lnTo>
                  <a:pt x="362" y="149"/>
                </a:lnTo>
                <a:lnTo>
                  <a:pt x="361" y="149"/>
                </a:lnTo>
                <a:lnTo>
                  <a:pt x="361" y="150"/>
                </a:lnTo>
                <a:lnTo>
                  <a:pt x="359" y="151"/>
                </a:lnTo>
                <a:lnTo>
                  <a:pt x="358" y="151"/>
                </a:lnTo>
                <a:lnTo>
                  <a:pt x="357" y="150"/>
                </a:lnTo>
                <a:lnTo>
                  <a:pt x="357" y="149"/>
                </a:lnTo>
                <a:lnTo>
                  <a:pt x="358" y="149"/>
                </a:lnTo>
                <a:lnTo>
                  <a:pt x="357" y="149"/>
                </a:lnTo>
                <a:lnTo>
                  <a:pt x="357" y="150"/>
                </a:lnTo>
                <a:lnTo>
                  <a:pt x="357" y="151"/>
                </a:lnTo>
                <a:lnTo>
                  <a:pt x="356" y="151"/>
                </a:lnTo>
                <a:lnTo>
                  <a:pt x="356" y="152"/>
                </a:lnTo>
                <a:lnTo>
                  <a:pt x="355" y="153"/>
                </a:lnTo>
                <a:lnTo>
                  <a:pt x="355" y="154"/>
                </a:lnTo>
                <a:lnTo>
                  <a:pt x="354" y="154"/>
                </a:lnTo>
                <a:lnTo>
                  <a:pt x="353" y="155"/>
                </a:lnTo>
                <a:lnTo>
                  <a:pt x="354" y="156"/>
                </a:lnTo>
                <a:lnTo>
                  <a:pt x="354" y="157"/>
                </a:lnTo>
                <a:lnTo>
                  <a:pt x="355" y="157"/>
                </a:lnTo>
                <a:lnTo>
                  <a:pt x="355" y="158"/>
                </a:lnTo>
                <a:lnTo>
                  <a:pt x="354" y="158"/>
                </a:lnTo>
                <a:lnTo>
                  <a:pt x="354" y="159"/>
                </a:lnTo>
                <a:lnTo>
                  <a:pt x="354" y="160"/>
                </a:lnTo>
                <a:lnTo>
                  <a:pt x="353" y="161"/>
                </a:lnTo>
                <a:lnTo>
                  <a:pt x="352" y="161"/>
                </a:lnTo>
                <a:lnTo>
                  <a:pt x="351" y="161"/>
                </a:lnTo>
                <a:lnTo>
                  <a:pt x="351" y="160"/>
                </a:lnTo>
                <a:lnTo>
                  <a:pt x="351" y="159"/>
                </a:lnTo>
                <a:lnTo>
                  <a:pt x="350" y="158"/>
                </a:lnTo>
                <a:lnTo>
                  <a:pt x="350" y="156"/>
                </a:lnTo>
                <a:lnTo>
                  <a:pt x="349" y="155"/>
                </a:lnTo>
                <a:lnTo>
                  <a:pt x="349" y="154"/>
                </a:lnTo>
                <a:lnTo>
                  <a:pt x="348" y="153"/>
                </a:lnTo>
                <a:lnTo>
                  <a:pt x="347" y="152"/>
                </a:lnTo>
                <a:lnTo>
                  <a:pt x="347" y="153"/>
                </a:lnTo>
                <a:lnTo>
                  <a:pt x="347" y="154"/>
                </a:lnTo>
                <a:lnTo>
                  <a:pt x="347" y="155"/>
                </a:lnTo>
                <a:lnTo>
                  <a:pt x="347" y="156"/>
                </a:lnTo>
                <a:lnTo>
                  <a:pt x="347" y="157"/>
                </a:lnTo>
                <a:lnTo>
                  <a:pt x="348" y="157"/>
                </a:lnTo>
                <a:lnTo>
                  <a:pt x="347" y="157"/>
                </a:lnTo>
                <a:lnTo>
                  <a:pt x="346" y="157"/>
                </a:lnTo>
                <a:lnTo>
                  <a:pt x="347" y="157"/>
                </a:lnTo>
                <a:lnTo>
                  <a:pt x="346" y="157"/>
                </a:lnTo>
                <a:lnTo>
                  <a:pt x="347" y="157"/>
                </a:lnTo>
                <a:lnTo>
                  <a:pt x="347" y="158"/>
                </a:lnTo>
                <a:lnTo>
                  <a:pt x="347" y="159"/>
                </a:lnTo>
                <a:lnTo>
                  <a:pt x="347" y="160"/>
                </a:lnTo>
                <a:lnTo>
                  <a:pt x="348" y="160"/>
                </a:lnTo>
                <a:lnTo>
                  <a:pt x="348" y="161"/>
                </a:lnTo>
                <a:lnTo>
                  <a:pt x="348" y="160"/>
                </a:lnTo>
                <a:lnTo>
                  <a:pt x="349" y="160"/>
                </a:lnTo>
                <a:lnTo>
                  <a:pt x="349" y="161"/>
                </a:lnTo>
                <a:lnTo>
                  <a:pt x="350" y="161"/>
                </a:lnTo>
                <a:lnTo>
                  <a:pt x="352" y="163"/>
                </a:lnTo>
                <a:lnTo>
                  <a:pt x="351" y="164"/>
                </a:lnTo>
                <a:lnTo>
                  <a:pt x="351" y="165"/>
                </a:lnTo>
                <a:lnTo>
                  <a:pt x="351" y="166"/>
                </a:lnTo>
                <a:lnTo>
                  <a:pt x="350" y="166"/>
                </a:lnTo>
                <a:lnTo>
                  <a:pt x="350" y="165"/>
                </a:lnTo>
                <a:lnTo>
                  <a:pt x="349" y="165"/>
                </a:lnTo>
                <a:lnTo>
                  <a:pt x="348" y="165"/>
                </a:lnTo>
                <a:lnTo>
                  <a:pt x="347" y="164"/>
                </a:lnTo>
                <a:lnTo>
                  <a:pt x="346" y="163"/>
                </a:lnTo>
                <a:lnTo>
                  <a:pt x="345" y="163"/>
                </a:lnTo>
                <a:lnTo>
                  <a:pt x="345" y="161"/>
                </a:lnTo>
                <a:lnTo>
                  <a:pt x="345" y="160"/>
                </a:lnTo>
                <a:lnTo>
                  <a:pt x="344" y="160"/>
                </a:lnTo>
                <a:lnTo>
                  <a:pt x="344" y="159"/>
                </a:lnTo>
                <a:lnTo>
                  <a:pt x="343" y="159"/>
                </a:lnTo>
                <a:lnTo>
                  <a:pt x="341" y="159"/>
                </a:lnTo>
                <a:lnTo>
                  <a:pt x="340" y="159"/>
                </a:lnTo>
                <a:lnTo>
                  <a:pt x="340" y="158"/>
                </a:lnTo>
                <a:lnTo>
                  <a:pt x="341" y="158"/>
                </a:lnTo>
                <a:lnTo>
                  <a:pt x="341" y="157"/>
                </a:lnTo>
                <a:lnTo>
                  <a:pt x="341" y="155"/>
                </a:lnTo>
                <a:lnTo>
                  <a:pt x="340" y="155"/>
                </a:lnTo>
                <a:lnTo>
                  <a:pt x="340" y="156"/>
                </a:lnTo>
                <a:lnTo>
                  <a:pt x="339" y="156"/>
                </a:lnTo>
                <a:lnTo>
                  <a:pt x="338" y="156"/>
                </a:lnTo>
                <a:lnTo>
                  <a:pt x="337" y="156"/>
                </a:lnTo>
                <a:lnTo>
                  <a:pt x="337" y="155"/>
                </a:lnTo>
                <a:lnTo>
                  <a:pt x="336" y="155"/>
                </a:lnTo>
                <a:lnTo>
                  <a:pt x="337" y="155"/>
                </a:lnTo>
                <a:lnTo>
                  <a:pt x="337" y="156"/>
                </a:lnTo>
                <a:lnTo>
                  <a:pt x="337" y="157"/>
                </a:lnTo>
                <a:lnTo>
                  <a:pt x="336" y="159"/>
                </a:lnTo>
                <a:lnTo>
                  <a:pt x="335" y="159"/>
                </a:lnTo>
                <a:lnTo>
                  <a:pt x="335" y="158"/>
                </a:lnTo>
                <a:lnTo>
                  <a:pt x="335" y="159"/>
                </a:lnTo>
                <a:lnTo>
                  <a:pt x="335" y="160"/>
                </a:lnTo>
                <a:lnTo>
                  <a:pt x="336" y="160"/>
                </a:lnTo>
                <a:lnTo>
                  <a:pt x="335" y="161"/>
                </a:lnTo>
                <a:lnTo>
                  <a:pt x="336" y="161"/>
                </a:lnTo>
                <a:lnTo>
                  <a:pt x="337" y="161"/>
                </a:lnTo>
                <a:lnTo>
                  <a:pt x="338" y="160"/>
                </a:lnTo>
                <a:lnTo>
                  <a:pt x="339" y="160"/>
                </a:lnTo>
                <a:lnTo>
                  <a:pt x="340" y="160"/>
                </a:lnTo>
                <a:lnTo>
                  <a:pt x="341" y="160"/>
                </a:lnTo>
                <a:lnTo>
                  <a:pt x="342" y="160"/>
                </a:lnTo>
                <a:lnTo>
                  <a:pt x="342" y="161"/>
                </a:lnTo>
                <a:lnTo>
                  <a:pt x="343" y="161"/>
                </a:lnTo>
                <a:lnTo>
                  <a:pt x="343" y="163"/>
                </a:lnTo>
                <a:lnTo>
                  <a:pt x="342" y="163"/>
                </a:lnTo>
                <a:lnTo>
                  <a:pt x="342" y="164"/>
                </a:lnTo>
                <a:lnTo>
                  <a:pt x="341" y="164"/>
                </a:lnTo>
                <a:lnTo>
                  <a:pt x="341" y="163"/>
                </a:lnTo>
                <a:lnTo>
                  <a:pt x="342" y="163"/>
                </a:lnTo>
                <a:lnTo>
                  <a:pt x="341" y="163"/>
                </a:lnTo>
                <a:lnTo>
                  <a:pt x="341" y="164"/>
                </a:lnTo>
                <a:lnTo>
                  <a:pt x="342" y="165"/>
                </a:lnTo>
                <a:lnTo>
                  <a:pt x="341" y="165"/>
                </a:lnTo>
                <a:lnTo>
                  <a:pt x="341" y="164"/>
                </a:lnTo>
                <a:lnTo>
                  <a:pt x="340" y="164"/>
                </a:lnTo>
                <a:lnTo>
                  <a:pt x="339" y="164"/>
                </a:lnTo>
                <a:lnTo>
                  <a:pt x="340" y="164"/>
                </a:lnTo>
                <a:lnTo>
                  <a:pt x="340" y="165"/>
                </a:lnTo>
                <a:lnTo>
                  <a:pt x="341" y="166"/>
                </a:lnTo>
                <a:lnTo>
                  <a:pt x="342" y="166"/>
                </a:lnTo>
                <a:lnTo>
                  <a:pt x="342" y="167"/>
                </a:lnTo>
                <a:lnTo>
                  <a:pt x="342" y="168"/>
                </a:lnTo>
                <a:lnTo>
                  <a:pt x="341" y="168"/>
                </a:lnTo>
                <a:lnTo>
                  <a:pt x="341" y="167"/>
                </a:lnTo>
                <a:lnTo>
                  <a:pt x="340" y="167"/>
                </a:lnTo>
                <a:lnTo>
                  <a:pt x="341" y="167"/>
                </a:lnTo>
                <a:lnTo>
                  <a:pt x="341" y="168"/>
                </a:lnTo>
                <a:lnTo>
                  <a:pt x="340" y="168"/>
                </a:lnTo>
                <a:lnTo>
                  <a:pt x="340" y="167"/>
                </a:lnTo>
                <a:lnTo>
                  <a:pt x="340" y="168"/>
                </a:lnTo>
                <a:lnTo>
                  <a:pt x="340" y="169"/>
                </a:lnTo>
                <a:lnTo>
                  <a:pt x="341" y="169"/>
                </a:lnTo>
                <a:lnTo>
                  <a:pt x="341" y="170"/>
                </a:lnTo>
                <a:lnTo>
                  <a:pt x="341" y="171"/>
                </a:lnTo>
                <a:lnTo>
                  <a:pt x="340" y="171"/>
                </a:lnTo>
                <a:lnTo>
                  <a:pt x="339" y="171"/>
                </a:lnTo>
                <a:lnTo>
                  <a:pt x="338" y="171"/>
                </a:lnTo>
                <a:lnTo>
                  <a:pt x="337" y="171"/>
                </a:lnTo>
                <a:lnTo>
                  <a:pt x="337" y="172"/>
                </a:lnTo>
                <a:lnTo>
                  <a:pt x="336" y="172"/>
                </a:lnTo>
                <a:lnTo>
                  <a:pt x="335" y="173"/>
                </a:lnTo>
                <a:lnTo>
                  <a:pt x="336" y="175"/>
                </a:lnTo>
                <a:lnTo>
                  <a:pt x="337" y="175"/>
                </a:lnTo>
                <a:lnTo>
                  <a:pt x="338" y="175"/>
                </a:lnTo>
                <a:lnTo>
                  <a:pt x="339" y="177"/>
                </a:lnTo>
                <a:lnTo>
                  <a:pt x="339" y="178"/>
                </a:lnTo>
                <a:lnTo>
                  <a:pt x="339" y="179"/>
                </a:lnTo>
                <a:lnTo>
                  <a:pt x="339" y="180"/>
                </a:lnTo>
                <a:lnTo>
                  <a:pt x="339" y="179"/>
                </a:lnTo>
                <a:lnTo>
                  <a:pt x="340" y="179"/>
                </a:lnTo>
                <a:lnTo>
                  <a:pt x="340" y="178"/>
                </a:lnTo>
                <a:lnTo>
                  <a:pt x="340" y="177"/>
                </a:lnTo>
                <a:lnTo>
                  <a:pt x="341" y="177"/>
                </a:lnTo>
                <a:lnTo>
                  <a:pt x="341" y="176"/>
                </a:lnTo>
                <a:lnTo>
                  <a:pt x="342" y="176"/>
                </a:lnTo>
                <a:lnTo>
                  <a:pt x="343" y="176"/>
                </a:lnTo>
                <a:lnTo>
                  <a:pt x="343" y="175"/>
                </a:lnTo>
                <a:lnTo>
                  <a:pt x="344" y="175"/>
                </a:lnTo>
                <a:lnTo>
                  <a:pt x="345" y="175"/>
                </a:lnTo>
                <a:lnTo>
                  <a:pt x="345" y="174"/>
                </a:lnTo>
                <a:lnTo>
                  <a:pt x="346" y="174"/>
                </a:lnTo>
                <a:lnTo>
                  <a:pt x="347" y="175"/>
                </a:lnTo>
                <a:lnTo>
                  <a:pt x="348" y="175"/>
                </a:lnTo>
                <a:lnTo>
                  <a:pt x="349" y="175"/>
                </a:lnTo>
                <a:lnTo>
                  <a:pt x="350" y="175"/>
                </a:lnTo>
                <a:lnTo>
                  <a:pt x="351" y="175"/>
                </a:lnTo>
                <a:lnTo>
                  <a:pt x="352" y="175"/>
                </a:lnTo>
                <a:lnTo>
                  <a:pt x="352" y="176"/>
                </a:lnTo>
                <a:lnTo>
                  <a:pt x="353" y="176"/>
                </a:lnTo>
                <a:lnTo>
                  <a:pt x="353" y="177"/>
                </a:lnTo>
                <a:lnTo>
                  <a:pt x="354" y="177"/>
                </a:lnTo>
                <a:lnTo>
                  <a:pt x="355" y="178"/>
                </a:lnTo>
                <a:lnTo>
                  <a:pt x="356" y="178"/>
                </a:lnTo>
                <a:lnTo>
                  <a:pt x="356" y="179"/>
                </a:lnTo>
                <a:lnTo>
                  <a:pt x="356" y="180"/>
                </a:lnTo>
                <a:lnTo>
                  <a:pt x="357" y="180"/>
                </a:lnTo>
                <a:lnTo>
                  <a:pt x="357" y="181"/>
                </a:lnTo>
                <a:lnTo>
                  <a:pt x="356" y="181"/>
                </a:lnTo>
                <a:lnTo>
                  <a:pt x="356" y="180"/>
                </a:lnTo>
                <a:lnTo>
                  <a:pt x="355" y="180"/>
                </a:lnTo>
                <a:lnTo>
                  <a:pt x="354" y="181"/>
                </a:lnTo>
                <a:lnTo>
                  <a:pt x="354" y="182"/>
                </a:lnTo>
                <a:lnTo>
                  <a:pt x="354" y="181"/>
                </a:lnTo>
                <a:lnTo>
                  <a:pt x="355" y="182"/>
                </a:lnTo>
                <a:lnTo>
                  <a:pt x="356" y="182"/>
                </a:lnTo>
                <a:lnTo>
                  <a:pt x="356" y="183"/>
                </a:lnTo>
                <a:lnTo>
                  <a:pt x="355" y="183"/>
                </a:lnTo>
                <a:lnTo>
                  <a:pt x="355" y="184"/>
                </a:lnTo>
                <a:lnTo>
                  <a:pt x="356" y="184"/>
                </a:lnTo>
                <a:lnTo>
                  <a:pt x="355" y="184"/>
                </a:lnTo>
                <a:lnTo>
                  <a:pt x="355" y="185"/>
                </a:lnTo>
                <a:lnTo>
                  <a:pt x="356" y="184"/>
                </a:lnTo>
                <a:lnTo>
                  <a:pt x="356" y="185"/>
                </a:lnTo>
                <a:lnTo>
                  <a:pt x="357" y="185"/>
                </a:lnTo>
                <a:lnTo>
                  <a:pt x="357" y="186"/>
                </a:lnTo>
                <a:lnTo>
                  <a:pt x="355" y="186"/>
                </a:lnTo>
                <a:lnTo>
                  <a:pt x="355" y="187"/>
                </a:lnTo>
                <a:lnTo>
                  <a:pt x="357" y="187"/>
                </a:lnTo>
                <a:lnTo>
                  <a:pt x="358" y="187"/>
                </a:lnTo>
                <a:lnTo>
                  <a:pt x="357" y="187"/>
                </a:lnTo>
                <a:lnTo>
                  <a:pt x="357" y="188"/>
                </a:lnTo>
                <a:lnTo>
                  <a:pt x="358" y="188"/>
                </a:lnTo>
                <a:lnTo>
                  <a:pt x="357" y="189"/>
                </a:lnTo>
                <a:lnTo>
                  <a:pt x="358" y="189"/>
                </a:lnTo>
                <a:lnTo>
                  <a:pt x="359" y="189"/>
                </a:lnTo>
                <a:lnTo>
                  <a:pt x="359" y="190"/>
                </a:lnTo>
                <a:lnTo>
                  <a:pt x="358" y="190"/>
                </a:lnTo>
                <a:lnTo>
                  <a:pt x="359" y="190"/>
                </a:lnTo>
                <a:lnTo>
                  <a:pt x="359" y="191"/>
                </a:lnTo>
                <a:lnTo>
                  <a:pt x="359" y="192"/>
                </a:lnTo>
                <a:lnTo>
                  <a:pt x="359" y="191"/>
                </a:lnTo>
                <a:lnTo>
                  <a:pt x="360" y="191"/>
                </a:lnTo>
                <a:lnTo>
                  <a:pt x="360" y="192"/>
                </a:lnTo>
                <a:lnTo>
                  <a:pt x="359" y="192"/>
                </a:lnTo>
                <a:lnTo>
                  <a:pt x="358" y="193"/>
                </a:lnTo>
                <a:lnTo>
                  <a:pt x="358" y="192"/>
                </a:lnTo>
                <a:lnTo>
                  <a:pt x="357" y="192"/>
                </a:lnTo>
                <a:lnTo>
                  <a:pt x="357" y="193"/>
                </a:lnTo>
                <a:lnTo>
                  <a:pt x="357" y="194"/>
                </a:lnTo>
                <a:lnTo>
                  <a:pt x="356" y="194"/>
                </a:lnTo>
                <a:lnTo>
                  <a:pt x="356" y="195"/>
                </a:lnTo>
                <a:lnTo>
                  <a:pt x="356" y="194"/>
                </a:lnTo>
                <a:lnTo>
                  <a:pt x="357" y="194"/>
                </a:lnTo>
                <a:lnTo>
                  <a:pt x="357" y="195"/>
                </a:lnTo>
                <a:lnTo>
                  <a:pt x="356" y="195"/>
                </a:lnTo>
                <a:lnTo>
                  <a:pt x="355" y="195"/>
                </a:lnTo>
                <a:lnTo>
                  <a:pt x="354" y="195"/>
                </a:lnTo>
                <a:lnTo>
                  <a:pt x="354" y="196"/>
                </a:lnTo>
                <a:lnTo>
                  <a:pt x="354" y="195"/>
                </a:lnTo>
                <a:lnTo>
                  <a:pt x="354" y="194"/>
                </a:lnTo>
                <a:lnTo>
                  <a:pt x="355" y="194"/>
                </a:lnTo>
                <a:lnTo>
                  <a:pt x="355" y="193"/>
                </a:lnTo>
                <a:lnTo>
                  <a:pt x="353" y="192"/>
                </a:lnTo>
                <a:lnTo>
                  <a:pt x="352" y="191"/>
                </a:lnTo>
                <a:lnTo>
                  <a:pt x="352" y="192"/>
                </a:lnTo>
                <a:lnTo>
                  <a:pt x="350" y="192"/>
                </a:lnTo>
                <a:lnTo>
                  <a:pt x="348" y="191"/>
                </a:lnTo>
                <a:lnTo>
                  <a:pt x="347" y="190"/>
                </a:lnTo>
                <a:lnTo>
                  <a:pt x="346" y="189"/>
                </a:lnTo>
                <a:lnTo>
                  <a:pt x="344" y="188"/>
                </a:lnTo>
                <a:lnTo>
                  <a:pt x="343" y="188"/>
                </a:lnTo>
                <a:lnTo>
                  <a:pt x="342" y="189"/>
                </a:lnTo>
                <a:lnTo>
                  <a:pt x="341" y="189"/>
                </a:lnTo>
                <a:lnTo>
                  <a:pt x="340" y="190"/>
                </a:lnTo>
                <a:lnTo>
                  <a:pt x="341" y="191"/>
                </a:lnTo>
                <a:lnTo>
                  <a:pt x="342" y="192"/>
                </a:lnTo>
                <a:lnTo>
                  <a:pt x="342" y="193"/>
                </a:lnTo>
                <a:lnTo>
                  <a:pt x="343" y="192"/>
                </a:lnTo>
                <a:lnTo>
                  <a:pt x="344" y="192"/>
                </a:lnTo>
                <a:lnTo>
                  <a:pt x="345" y="194"/>
                </a:lnTo>
                <a:lnTo>
                  <a:pt x="345" y="195"/>
                </a:lnTo>
                <a:lnTo>
                  <a:pt x="345" y="196"/>
                </a:lnTo>
                <a:lnTo>
                  <a:pt x="344" y="197"/>
                </a:lnTo>
                <a:lnTo>
                  <a:pt x="344" y="198"/>
                </a:lnTo>
                <a:lnTo>
                  <a:pt x="345" y="198"/>
                </a:lnTo>
                <a:lnTo>
                  <a:pt x="345" y="199"/>
                </a:lnTo>
                <a:lnTo>
                  <a:pt x="345" y="200"/>
                </a:lnTo>
                <a:lnTo>
                  <a:pt x="345" y="201"/>
                </a:lnTo>
                <a:lnTo>
                  <a:pt x="346" y="202"/>
                </a:lnTo>
                <a:lnTo>
                  <a:pt x="347" y="202"/>
                </a:lnTo>
                <a:lnTo>
                  <a:pt x="348" y="202"/>
                </a:lnTo>
                <a:lnTo>
                  <a:pt x="349" y="201"/>
                </a:lnTo>
                <a:lnTo>
                  <a:pt x="350" y="201"/>
                </a:lnTo>
                <a:lnTo>
                  <a:pt x="351" y="201"/>
                </a:lnTo>
                <a:lnTo>
                  <a:pt x="351" y="200"/>
                </a:lnTo>
                <a:lnTo>
                  <a:pt x="352" y="200"/>
                </a:lnTo>
                <a:lnTo>
                  <a:pt x="352" y="201"/>
                </a:lnTo>
                <a:lnTo>
                  <a:pt x="351" y="201"/>
                </a:lnTo>
                <a:lnTo>
                  <a:pt x="351" y="202"/>
                </a:lnTo>
                <a:lnTo>
                  <a:pt x="352" y="201"/>
                </a:lnTo>
                <a:lnTo>
                  <a:pt x="353" y="200"/>
                </a:lnTo>
                <a:lnTo>
                  <a:pt x="354" y="199"/>
                </a:lnTo>
                <a:lnTo>
                  <a:pt x="355" y="199"/>
                </a:lnTo>
                <a:lnTo>
                  <a:pt x="355" y="198"/>
                </a:lnTo>
                <a:lnTo>
                  <a:pt x="356" y="198"/>
                </a:lnTo>
                <a:lnTo>
                  <a:pt x="356" y="197"/>
                </a:lnTo>
                <a:lnTo>
                  <a:pt x="357" y="197"/>
                </a:lnTo>
                <a:lnTo>
                  <a:pt x="357" y="196"/>
                </a:lnTo>
                <a:lnTo>
                  <a:pt x="358" y="196"/>
                </a:lnTo>
                <a:lnTo>
                  <a:pt x="359" y="195"/>
                </a:lnTo>
                <a:lnTo>
                  <a:pt x="359" y="194"/>
                </a:lnTo>
                <a:lnTo>
                  <a:pt x="360" y="194"/>
                </a:lnTo>
                <a:lnTo>
                  <a:pt x="360" y="195"/>
                </a:lnTo>
                <a:lnTo>
                  <a:pt x="361" y="195"/>
                </a:lnTo>
                <a:lnTo>
                  <a:pt x="361" y="196"/>
                </a:lnTo>
                <a:lnTo>
                  <a:pt x="362" y="196"/>
                </a:lnTo>
                <a:lnTo>
                  <a:pt x="362" y="197"/>
                </a:lnTo>
                <a:lnTo>
                  <a:pt x="361" y="198"/>
                </a:lnTo>
                <a:lnTo>
                  <a:pt x="362" y="198"/>
                </a:lnTo>
                <a:lnTo>
                  <a:pt x="363" y="198"/>
                </a:lnTo>
                <a:lnTo>
                  <a:pt x="363" y="199"/>
                </a:lnTo>
                <a:lnTo>
                  <a:pt x="364" y="199"/>
                </a:lnTo>
                <a:lnTo>
                  <a:pt x="364" y="200"/>
                </a:lnTo>
                <a:lnTo>
                  <a:pt x="363" y="200"/>
                </a:lnTo>
                <a:lnTo>
                  <a:pt x="362" y="201"/>
                </a:lnTo>
                <a:lnTo>
                  <a:pt x="362" y="202"/>
                </a:lnTo>
                <a:lnTo>
                  <a:pt x="363" y="202"/>
                </a:lnTo>
                <a:lnTo>
                  <a:pt x="364" y="202"/>
                </a:lnTo>
                <a:lnTo>
                  <a:pt x="365" y="201"/>
                </a:lnTo>
                <a:lnTo>
                  <a:pt x="366" y="201"/>
                </a:lnTo>
                <a:lnTo>
                  <a:pt x="366" y="202"/>
                </a:lnTo>
                <a:lnTo>
                  <a:pt x="367" y="202"/>
                </a:lnTo>
                <a:lnTo>
                  <a:pt x="367" y="201"/>
                </a:lnTo>
                <a:lnTo>
                  <a:pt x="368" y="201"/>
                </a:lnTo>
                <a:lnTo>
                  <a:pt x="369" y="201"/>
                </a:lnTo>
                <a:lnTo>
                  <a:pt x="369" y="200"/>
                </a:lnTo>
                <a:lnTo>
                  <a:pt x="370" y="200"/>
                </a:lnTo>
                <a:lnTo>
                  <a:pt x="371" y="199"/>
                </a:lnTo>
                <a:lnTo>
                  <a:pt x="371" y="200"/>
                </a:lnTo>
                <a:lnTo>
                  <a:pt x="370" y="200"/>
                </a:lnTo>
                <a:lnTo>
                  <a:pt x="370" y="201"/>
                </a:lnTo>
                <a:lnTo>
                  <a:pt x="369" y="202"/>
                </a:lnTo>
                <a:lnTo>
                  <a:pt x="368" y="203"/>
                </a:lnTo>
                <a:lnTo>
                  <a:pt x="367" y="203"/>
                </a:lnTo>
                <a:lnTo>
                  <a:pt x="367" y="204"/>
                </a:lnTo>
                <a:lnTo>
                  <a:pt x="366" y="204"/>
                </a:lnTo>
                <a:lnTo>
                  <a:pt x="367" y="205"/>
                </a:lnTo>
                <a:lnTo>
                  <a:pt x="366" y="205"/>
                </a:lnTo>
                <a:lnTo>
                  <a:pt x="365" y="205"/>
                </a:lnTo>
                <a:lnTo>
                  <a:pt x="365" y="204"/>
                </a:lnTo>
                <a:lnTo>
                  <a:pt x="364" y="204"/>
                </a:lnTo>
                <a:lnTo>
                  <a:pt x="364" y="205"/>
                </a:lnTo>
                <a:lnTo>
                  <a:pt x="363" y="206"/>
                </a:lnTo>
                <a:lnTo>
                  <a:pt x="363" y="205"/>
                </a:lnTo>
                <a:lnTo>
                  <a:pt x="363" y="204"/>
                </a:lnTo>
                <a:lnTo>
                  <a:pt x="362" y="204"/>
                </a:lnTo>
                <a:lnTo>
                  <a:pt x="361" y="203"/>
                </a:lnTo>
                <a:lnTo>
                  <a:pt x="361" y="204"/>
                </a:lnTo>
                <a:lnTo>
                  <a:pt x="360" y="204"/>
                </a:lnTo>
                <a:lnTo>
                  <a:pt x="358" y="204"/>
                </a:lnTo>
                <a:lnTo>
                  <a:pt x="356" y="206"/>
                </a:lnTo>
                <a:lnTo>
                  <a:pt x="356" y="207"/>
                </a:lnTo>
                <a:lnTo>
                  <a:pt x="357" y="207"/>
                </a:lnTo>
                <a:lnTo>
                  <a:pt x="358" y="207"/>
                </a:lnTo>
                <a:lnTo>
                  <a:pt x="358" y="208"/>
                </a:lnTo>
                <a:lnTo>
                  <a:pt x="357" y="209"/>
                </a:lnTo>
                <a:lnTo>
                  <a:pt x="356" y="209"/>
                </a:lnTo>
                <a:lnTo>
                  <a:pt x="356" y="208"/>
                </a:lnTo>
                <a:lnTo>
                  <a:pt x="356" y="207"/>
                </a:lnTo>
                <a:lnTo>
                  <a:pt x="354" y="207"/>
                </a:lnTo>
                <a:lnTo>
                  <a:pt x="353" y="207"/>
                </a:lnTo>
                <a:lnTo>
                  <a:pt x="353" y="208"/>
                </a:lnTo>
                <a:lnTo>
                  <a:pt x="354" y="208"/>
                </a:lnTo>
                <a:lnTo>
                  <a:pt x="353" y="208"/>
                </a:lnTo>
                <a:lnTo>
                  <a:pt x="352" y="208"/>
                </a:lnTo>
                <a:lnTo>
                  <a:pt x="353" y="208"/>
                </a:lnTo>
                <a:lnTo>
                  <a:pt x="352" y="208"/>
                </a:lnTo>
                <a:lnTo>
                  <a:pt x="351" y="209"/>
                </a:lnTo>
                <a:lnTo>
                  <a:pt x="350" y="209"/>
                </a:lnTo>
                <a:lnTo>
                  <a:pt x="349" y="209"/>
                </a:lnTo>
                <a:lnTo>
                  <a:pt x="348" y="209"/>
                </a:lnTo>
                <a:lnTo>
                  <a:pt x="347" y="209"/>
                </a:lnTo>
                <a:lnTo>
                  <a:pt x="346" y="210"/>
                </a:lnTo>
                <a:lnTo>
                  <a:pt x="344" y="210"/>
                </a:lnTo>
                <a:lnTo>
                  <a:pt x="343" y="210"/>
                </a:lnTo>
                <a:lnTo>
                  <a:pt x="342" y="210"/>
                </a:lnTo>
                <a:lnTo>
                  <a:pt x="342" y="211"/>
                </a:lnTo>
                <a:lnTo>
                  <a:pt x="342" y="212"/>
                </a:lnTo>
                <a:lnTo>
                  <a:pt x="342" y="211"/>
                </a:lnTo>
                <a:lnTo>
                  <a:pt x="343" y="211"/>
                </a:lnTo>
                <a:lnTo>
                  <a:pt x="344" y="211"/>
                </a:lnTo>
                <a:lnTo>
                  <a:pt x="344" y="212"/>
                </a:lnTo>
                <a:lnTo>
                  <a:pt x="345" y="212"/>
                </a:lnTo>
                <a:lnTo>
                  <a:pt x="345" y="213"/>
                </a:lnTo>
                <a:lnTo>
                  <a:pt x="346" y="213"/>
                </a:lnTo>
                <a:lnTo>
                  <a:pt x="346" y="214"/>
                </a:lnTo>
                <a:lnTo>
                  <a:pt x="345" y="214"/>
                </a:lnTo>
                <a:lnTo>
                  <a:pt x="344" y="215"/>
                </a:lnTo>
                <a:lnTo>
                  <a:pt x="344" y="216"/>
                </a:lnTo>
                <a:lnTo>
                  <a:pt x="345" y="216"/>
                </a:lnTo>
                <a:lnTo>
                  <a:pt x="344" y="216"/>
                </a:lnTo>
                <a:lnTo>
                  <a:pt x="344" y="217"/>
                </a:lnTo>
                <a:lnTo>
                  <a:pt x="343" y="217"/>
                </a:lnTo>
                <a:lnTo>
                  <a:pt x="342" y="217"/>
                </a:lnTo>
                <a:lnTo>
                  <a:pt x="341" y="218"/>
                </a:lnTo>
                <a:lnTo>
                  <a:pt x="341" y="219"/>
                </a:lnTo>
                <a:lnTo>
                  <a:pt x="340" y="219"/>
                </a:lnTo>
                <a:lnTo>
                  <a:pt x="339" y="219"/>
                </a:lnTo>
                <a:lnTo>
                  <a:pt x="339" y="220"/>
                </a:lnTo>
                <a:lnTo>
                  <a:pt x="339" y="222"/>
                </a:lnTo>
                <a:lnTo>
                  <a:pt x="340" y="223"/>
                </a:lnTo>
                <a:lnTo>
                  <a:pt x="338" y="224"/>
                </a:lnTo>
                <a:lnTo>
                  <a:pt x="337" y="224"/>
                </a:lnTo>
                <a:lnTo>
                  <a:pt x="336" y="224"/>
                </a:lnTo>
                <a:lnTo>
                  <a:pt x="335" y="224"/>
                </a:lnTo>
                <a:lnTo>
                  <a:pt x="335" y="225"/>
                </a:lnTo>
                <a:lnTo>
                  <a:pt x="334" y="226"/>
                </a:lnTo>
                <a:lnTo>
                  <a:pt x="332" y="229"/>
                </a:lnTo>
                <a:lnTo>
                  <a:pt x="331" y="230"/>
                </a:lnTo>
                <a:lnTo>
                  <a:pt x="331" y="231"/>
                </a:lnTo>
                <a:lnTo>
                  <a:pt x="331" y="232"/>
                </a:lnTo>
                <a:lnTo>
                  <a:pt x="331" y="234"/>
                </a:lnTo>
                <a:lnTo>
                  <a:pt x="330" y="235"/>
                </a:lnTo>
                <a:lnTo>
                  <a:pt x="329" y="236"/>
                </a:lnTo>
                <a:lnTo>
                  <a:pt x="330" y="236"/>
                </a:lnTo>
                <a:lnTo>
                  <a:pt x="330" y="235"/>
                </a:lnTo>
                <a:lnTo>
                  <a:pt x="331" y="235"/>
                </a:lnTo>
                <a:lnTo>
                  <a:pt x="331" y="234"/>
                </a:lnTo>
                <a:lnTo>
                  <a:pt x="331" y="233"/>
                </a:lnTo>
                <a:lnTo>
                  <a:pt x="331" y="232"/>
                </a:lnTo>
                <a:lnTo>
                  <a:pt x="332" y="231"/>
                </a:lnTo>
                <a:lnTo>
                  <a:pt x="333" y="231"/>
                </a:lnTo>
                <a:lnTo>
                  <a:pt x="333" y="230"/>
                </a:lnTo>
                <a:lnTo>
                  <a:pt x="334" y="230"/>
                </a:lnTo>
                <a:lnTo>
                  <a:pt x="335" y="231"/>
                </a:lnTo>
                <a:lnTo>
                  <a:pt x="335" y="232"/>
                </a:lnTo>
                <a:lnTo>
                  <a:pt x="337" y="233"/>
                </a:lnTo>
                <a:lnTo>
                  <a:pt x="338" y="233"/>
                </a:lnTo>
                <a:lnTo>
                  <a:pt x="339" y="233"/>
                </a:lnTo>
                <a:lnTo>
                  <a:pt x="340" y="233"/>
                </a:lnTo>
                <a:lnTo>
                  <a:pt x="340" y="234"/>
                </a:lnTo>
                <a:lnTo>
                  <a:pt x="341" y="235"/>
                </a:lnTo>
                <a:lnTo>
                  <a:pt x="342" y="235"/>
                </a:lnTo>
                <a:lnTo>
                  <a:pt x="345" y="236"/>
                </a:lnTo>
                <a:lnTo>
                  <a:pt x="346" y="236"/>
                </a:lnTo>
                <a:lnTo>
                  <a:pt x="346" y="235"/>
                </a:lnTo>
                <a:lnTo>
                  <a:pt x="347" y="235"/>
                </a:lnTo>
                <a:lnTo>
                  <a:pt x="348" y="235"/>
                </a:lnTo>
                <a:lnTo>
                  <a:pt x="349" y="235"/>
                </a:lnTo>
                <a:lnTo>
                  <a:pt x="349" y="236"/>
                </a:lnTo>
                <a:lnTo>
                  <a:pt x="350" y="236"/>
                </a:lnTo>
                <a:lnTo>
                  <a:pt x="350" y="237"/>
                </a:lnTo>
                <a:lnTo>
                  <a:pt x="349" y="237"/>
                </a:lnTo>
                <a:lnTo>
                  <a:pt x="349" y="240"/>
                </a:lnTo>
                <a:lnTo>
                  <a:pt x="349" y="241"/>
                </a:lnTo>
                <a:lnTo>
                  <a:pt x="348" y="242"/>
                </a:lnTo>
                <a:lnTo>
                  <a:pt x="347" y="242"/>
                </a:lnTo>
                <a:lnTo>
                  <a:pt x="347" y="243"/>
                </a:lnTo>
                <a:lnTo>
                  <a:pt x="347" y="244"/>
                </a:lnTo>
                <a:lnTo>
                  <a:pt x="347" y="246"/>
                </a:lnTo>
                <a:lnTo>
                  <a:pt x="346" y="247"/>
                </a:lnTo>
                <a:lnTo>
                  <a:pt x="345" y="247"/>
                </a:lnTo>
                <a:lnTo>
                  <a:pt x="344" y="247"/>
                </a:lnTo>
                <a:lnTo>
                  <a:pt x="343" y="247"/>
                </a:lnTo>
                <a:lnTo>
                  <a:pt x="342" y="248"/>
                </a:lnTo>
                <a:lnTo>
                  <a:pt x="341" y="249"/>
                </a:lnTo>
                <a:lnTo>
                  <a:pt x="341" y="250"/>
                </a:lnTo>
                <a:lnTo>
                  <a:pt x="340" y="252"/>
                </a:lnTo>
                <a:lnTo>
                  <a:pt x="340" y="253"/>
                </a:lnTo>
                <a:lnTo>
                  <a:pt x="341" y="253"/>
                </a:lnTo>
                <a:lnTo>
                  <a:pt x="341" y="254"/>
                </a:lnTo>
                <a:lnTo>
                  <a:pt x="340" y="256"/>
                </a:lnTo>
                <a:lnTo>
                  <a:pt x="340" y="257"/>
                </a:lnTo>
                <a:lnTo>
                  <a:pt x="340" y="258"/>
                </a:lnTo>
                <a:lnTo>
                  <a:pt x="341" y="259"/>
                </a:lnTo>
                <a:lnTo>
                  <a:pt x="341" y="260"/>
                </a:lnTo>
                <a:lnTo>
                  <a:pt x="340" y="260"/>
                </a:lnTo>
                <a:lnTo>
                  <a:pt x="340" y="261"/>
                </a:lnTo>
                <a:lnTo>
                  <a:pt x="341" y="261"/>
                </a:lnTo>
                <a:lnTo>
                  <a:pt x="341" y="262"/>
                </a:lnTo>
                <a:lnTo>
                  <a:pt x="342" y="262"/>
                </a:lnTo>
                <a:lnTo>
                  <a:pt x="342" y="263"/>
                </a:lnTo>
                <a:lnTo>
                  <a:pt x="341" y="263"/>
                </a:lnTo>
                <a:lnTo>
                  <a:pt x="341" y="264"/>
                </a:lnTo>
                <a:lnTo>
                  <a:pt x="340" y="265"/>
                </a:lnTo>
                <a:lnTo>
                  <a:pt x="340" y="266"/>
                </a:lnTo>
                <a:lnTo>
                  <a:pt x="339" y="266"/>
                </a:lnTo>
                <a:lnTo>
                  <a:pt x="339" y="267"/>
                </a:lnTo>
                <a:lnTo>
                  <a:pt x="339" y="268"/>
                </a:lnTo>
                <a:lnTo>
                  <a:pt x="339" y="269"/>
                </a:lnTo>
                <a:lnTo>
                  <a:pt x="338" y="269"/>
                </a:lnTo>
                <a:lnTo>
                  <a:pt x="338" y="270"/>
                </a:lnTo>
                <a:lnTo>
                  <a:pt x="337" y="270"/>
                </a:lnTo>
                <a:lnTo>
                  <a:pt x="335" y="269"/>
                </a:lnTo>
                <a:lnTo>
                  <a:pt x="332" y="269"/>
                </a:lnTo>
                <a:lnTo>
                  <a:pt x="332" y="270"/>
                </a:lnTo>
                <a:lnTo>
                  <a:pt x="331" y="270"/>
                </a:lnTo>
                <a:lnTo>
                  <a:pt x="330" y="270"/>
                </a:lnTo>
                <a:lnTo>
                  <a:pt x="329" y="270"/>
                </a:lnTo>
                <a:lnTo>
                  <a:pt x="328" y="270"/>
                </a:lnTo>
                <a:lnTo>
                  <a:pt x="329" y="271"/>
                </a:lnTo>
                <a:lnTo>
                  <a:pt x="328" y="271"/>
                </a:lnTo>
                <a:lnTo>
                  <a:pt x="327" y="271"/>
                </a:lnTo>
                <a:lnTo>
                  <a:pt x="327" y="272"/>
                </a:lnTo>
                <a:lnTo>
                  <a:pt x="327" y="273"/>
                </a:lnTo>
                <a:lnTo>
                  <a:pt x="327" y="274"/>
                </a:lnTo>
                <a:lnTo>
                  <a:pt x="327" y="273"/>
                </a:lnTo>
                <a:lnTo>
                  <a:pt x="328" y="274"/>
                </a:lnTo>
                <a:lnTo>
                  <a:pt x="327" y="275"/>
                </a:lnTo>
                <a:lnTo>
                  <a:pt x="327" y="274"/>
                </a:lnTo>
                <a:lnTo>
                  <a:pt x="327" y="275"/>
                </a:lnTo>
                <a:lnTo>
                  <a:pt x="328" y="276"/>
                </a:lnTo>
                <a:lnTo>
                  <a:pt x="329" y="275"/>
                </a:lnTo>
                <a:lnTo>
                  <a:pt x="329" y="276"/>
                </a:lnTo>
                <a:lnTo>
                  <a:pt x="330" y="276"/>
                </a:lnTo>
                <a:lnTo>
                  <a:pt x="331" y="276"/>
                </a:lnTo>
                <a:lnTo>
                  <a:pt x="333" y="276"/>
                </a:lnTo>
                <a:lnTo>
                  <a:pt x="333" y="275"/>
                </a:lnTo>
                <a:lnTo>
                  <a:pt x="333" y="276"/>
                </a:lnTo>
                <a:lnTo>
                  <a:pt x="334" y="277"/>
                </a:lnTo>
                <a:lnTo>
                  <a:pt x="333" y="278"/>
                </a:lnTo>
                <a:lnTo>
                  <a:pt x="333" y="279"/>
                </a:lnTo>
                <a:lnTo>
                  <a:pt x="333" y="280"/>
                </a:lnTo>
                <a:lnTo>
                  <a:pt x="334" y="280"/>
                </a:lnTo>
                <a:lnTo>
                  <a:pt x="336" y="280"/>
                </a:lnTo>
                <a:lnTo>
                  <a:pt x="336" y="281"/>
                </a:lnTo>
                <a:lnTo>
                  <a:pt x="337" y="281"/>
                </a:lnTo>
                <a:lnTo>
                  <a:pt x="338" y="280"/>
                </a:lnTo>
                <a:lnTo>
                  <a:pt x="338" y="279"/>
                </a:lnTo>
                <a:lnTo>
                  <a:pt x="338" y="280"/>
                </a:lnTo>
                <a:lnTo>
                  <a:pt x="338" y="281"/>
                </a:lnTo>
                <a:lnTo>
                  <a:pt x="339" y="282"/>
                </a:lnTo>
                <a:lnTo>
                  <a:pt x="339" y="281"/>
                </a:lnTo>
                <a:lnTo>
                  <a:pt x="340" y="282"/>
                </a:lnTo>
                <a:lnTo>
                  <a:pt x="340" y="283"/>
                </a:lnTo>
                <a:lnTo>
                  <a:pt x="340" y="284"/>
                </a:lnTo>
                <a:lnTo>
                  <a:pt x="340" y="285"/>
                </a:lnTo>
                <a:lnTo>
                  <a:pt x="339" y="286"/>
                </a:lnTo>
                <a:lnTo>
                  <a:pt x="339" y="287"/>
                </a:lnTo>
                <a:lnTo>
                  <a:pt x="339" y="288"/>
                </a:lnTo>
                <a:lnTo>
                  <a:pt x="340" y="288"/>
                </a:lnTo>
                <a:lnTo>
                  <a:pt x="339" y="288"/>
                </a:lnTo>
                <a:lnTo>
                  <a:pt x="339" y="289"/>
                </a:lnTo>
                <a:lnTo>
                  <a:pt x="340" y="289"/>
                </a:lnTo>
                <a:lnTo>
                  <a:pt x="340" y="290"/>
                </a:lnTo>
                <a:lnTo>
                  <a:pt x="341" y="289"/>
                </a:lnTo>
                <a:lnTo>
                  <a:pt x="341" y="290"/>
                </a:lnTo>
                <a:lnTo>
                  <a:pt x="340" y="290"/>
                </a:lnTo>
                <a:lnTo>
                  <a:pt x="339" y="290"/>
                </a:lnTo>
                <a:lnTo>
                  <a:pt x="340" y="292"/>
                </a:lnTo>
                <a:lnTo>
                  <a:pt x="341" y="292"/>
                </a:lnTo>
                <a:lnTo>
                  <a:pt x="342" y="292"/>
                </a:lnTo>
                <a:lnTo>
                  <a:pt x="342" y="293"/>
                </a:lnTo>
                <a:lnTo>
                  <a:pt x="343" y="292"/>
                </a:lnTo>
                <a:lnTo>
                  <a:pt x="343" y="291"/>
                </a:lnTo>
                <a:lnTo>
                  <a:pt x="343" y="292"/>
                </a:lnTo>
                <a:lnTo>
                  <a:pt x="343" y="293"/>
                </a:lnTo>
                <a:lnTo>
                  <a:pt x="342" y="294"/>
                </a:lnTo>
                <a:lnTo>
                  <a:pt x="341" y="294"/>
                </a:lnTo>
                <a:lnTo>
                  <a:pt x="340" y="295"/>
                </a:lnTo>
                <a:lnTo>
                  <a:pt x="340" y="296"/>
                </a:lnTo>
                <a:lnTo>
                  <a:pt x="341" y="295"/>
                </a:lnTo>
                <a:lnTo>
                  <a:pt x="342" y="296"/>
                </a:lnTo>
                <a:lnTo>
                  <a:pt x="343" y="296"/>
                </a:lnTo>
                <a:lnTo>
                  <a:pt x="344" y="296"/>
                </a:lnTo>
                <a:lnTo>
                  <a:pt x="344" y="297"/>
                </a:lnTo>
                <a:lnTo>
                  <a:pt x="344" y="298"/>
                </a:lnTo>
                <a:lnTo>
                  <a:pt x="344" y="299"/>
                </a:lnTo>
                <a:lnTo>
                  <a:pt x="344" y="300"/>
                </a:lnTo>
                <a:lnTo>
                  <a:pt x="344" y="301"/>
                </a:lnTo>
                <a:lnTo>
                  <a:pt x="345" y="301"/>
                </a:lnTo>
                <a:lnTo>
                  <a:pt x="344" y="301"/>
                </a:lnTo>
                <a:lnTo>
                  <a:pt x="345" y="301"/>
                </a:lnTo>
                <a:lnTo>
                  <a:pt x="345" y="302"/>
                </a:lnTo>
                <a:lnTo>
                  <a:pt x="344" y="302"/>
                </a:lnTo>
                <a:lnTo>
                  <a:pt x="343" y="302"/>
                </a:lnTo>
                <a:lnTo>
                  <a:pt x="341" y="303"/>
                </a:lnTo>
                <a:lnTo>
                  <a:pt x="342" y="303"/>
                </a:lnTo>
                <a:lnTo>
                  <a:pt x="343" y="303"/>
                </a:lnTo>
                <a:lnTo>
                  <a:pt x="344" y="303"/>
                </a:lnTo>
                <a:lnTo>
                  <a:pt x="344" y="304"/>
                </a:lnTo>
                <a:lnTo>
                  <a:pt x="343" y="304"/>
                </a:lnTo>
                <a:lnTo>
                  <a:pt x="342" y="305"/>
                </a:lnTo>
                <a:lnTo>
                  <a:pt x="341" y="305"/>
                </a:lnTo>
                <a:lnTo>
                  <a:pt x="340" y="304"/>
                </a:lnTo>
                <a:lnTo>
                  <a:pt x="339" y="305"/>
                </a:lnTo>
                <a:lnTo>
                  <a:pt x="338" y="305"/>
                </a:lnTo>
                <a:lnTo>
                  <a:pt x="338" y="304"/>
                </a:lnTo>
                <a:lnTo>
                  <a:pt x="339" y="304"/>
                </a:lnTo>
                <a:lnTo>
                  <a:pt x="339" y="303"/>
                </a:lnTo>
                <a:lnTo>
                  <a:pt x="338" y="302"/>
                </a:lnTo>
                <a:lnTo>
                  <a:pt x="337" y="301"/>
                </a:lnTo>
                <a:lnTo>
                  <a:pt x="338" y="301"/>
                </a:lnTo>
                <a:lnTo>
                  <a:pt x="338" y="300"/>
                </a:lnTo>
                <a:lnTo>
                  <a:pt x="339" y="300"/>
                </a:lnTo>
                <a:lnTo>
                  <a:pt x="338" y="300"/>
                </a:lnTo>
                <a:lnTo>
                  <a:pt x="338" y="299"/>
                </a:lnTo>
                <a:lnTo>
                  <a:pt x="338" y="298"/>
                </a:lnTo>
                <a:lnTo>
                  <a:pt x="338" y="297"/>
                </a:lnTo>
                <a:lnTo>
                  <a:pt x="337" y="297"/>
                </a:lnTo>
                <a:lnTo>
                  <a:pt x="338" y="296"/>
                </a:lnTo>
                <a:lnTo>
                  <a:pt x="338" y="295"/>
                </a:lnTo>
                <a:lnTo>
                  <a:pt x="338" y="294"/>
                </a:lnTo>
                <a:lnTo>
                  <a:pt x="337" y="293"/>
                </a:lnTo>
                <a:lnTo>
                  <a:pt x="336" y="293"/>
                </a:lnTo>
                <a:lnTo>
                  <a:pt x="335" y="293"/>
                </a:lnTo>
                <a:lnTo>
                  <a:pt x="335" y="295"/>
                </a:lnTo>
                <a:lnTo>
                  <a:pt x="334" y="294"/>
                </a:lnTo>
                <a:lnTo>
                  <a:pt x="333" y="295"/>
                </a:lnTo>
                <a:lnTo>
                  <a:pt x="334" y="295"/>
                </a:lnTo>
                <a:lnTo>
                  <a:pt x="333" y="295"/>
                </a:lnTo>
                <a:lnTo>
                  <a:pt x="333" y="296"/>
                </a:lnTo>
                <a:lnTo>
                  <a:pt x="334" y="296"/>
                </a:lnTo>
                <a:lnTo>
                  <a:pt x="334" y="297"/>
                </a:lnTo>
                <a:lnTo>
                  <a:pt x="335" y="297"/>
                </a:lnTo>
                <a:lnTo>
                  <a:pt x="335" y="296"/>
                </a:lnTo>
                <a:lnTo>
                  <a:pt x="336" y="297"/>
                </a:lnTo>
                <a:lnTo>
                  <a:pt x="335" y="297"/>
                </a:lnTo>
                <a:lnTo>
                  <a:pt x="335" y="298"/>
                </a:lnTo>
                <a:lnTo>
                  <a:pt x="336" y="298"/>
                </a:lnTo>
                <a:lnTo>
                  <a:pt x="336" y="297"/>
                </a:lnTo>
                <a:lnTo>
                  <a:pt x="337" y="298"/>
                </a:lnTo>
                <a:lnTo>
                  <a:pt x="336" y="299"/>
                </a:lnTo>
                <a:lnTo>
                  <a:pt x="336" y="300"/>
                </a:lnTo>
                <a:lnTo>
                  <a:pt x="335" y="300"/>
                </a:lnTo>
                <a:lnTo>
                  <a:pt x="334" y="301"/>
                </a:lnTo>
                <a:lnTo>
                  <a:pt x="334" y="302"/>
                </a:lnTo>
                <a:lnTo>
                  <a:pt x="333" y="303"/>
                </a:lnTo>
                <a:lnTo>
                  <a:pt x="333" y="302"/>
                </a:lnTo>
                <a:lnTo>
                  <a:pt x="333" y="301"/>
                </a:lnTo>
                <a:lnTo>
                  <a:pt x="332" y="301"/>
                </a:lnTo>
                <a:lnTo>
                  <a:pt x="331" y="301"/>
                </a:lnTo>
                <a:lnTo>
                  <a:pt x="330" y="302"/>
                </a:lnTo>
                <a:lnTo>
                  <a:pt x="329" y="302"/>
                </a:lnTo>
                <a:lnTo>
                  <a:pt x="330" y="302"/>
                </a:lnTo>
                <a:lnTo>
                  <a:pt x="330" y="303"/>
                </a:lnTo>
                <a:lnTo>
                  <a:pt x="329" y="303"/>
                </a:lnTo>
                <a:lnTo>
                  <a:pt x="329" y="302"/>
                </a:lnTo>
                <a:lnTo>
                  <a:pt x="329" y="301"/>
                </a:lnTo>
                <a:lnTo>
                  <a:pt x="330" y="301"/>
                </a:lnTo>
                <a:lnTo>
                  <a:pt x="331" y="300"/>
                </a:lnTo>
                <a:lnTo>
                  <a:pt x="331" y="299"/>
                </a:lnTo>
                <a:lnTo>
                  <a:pt x="331" y="298"/>
                </a:lnTo>
                <a:lnTo>
                  <a:pt x="330" y="297"/>
                </a:lnTo>
                <a:lnTo>
                  <a:pt x="329" y="296"/>
                </a:lnTo>
                <a:lnTo>
                  <a:pt x="329" y="295"/>
                </a:lnTo>
                <a:lnTo>
                  <a:pt x="330" y="293"/>
                </a:lnTo>
                <a:lnTo>
                  <a:pt x="330" y="292"/>
                </a:lnTo>
                <a:lnTo>
                  <a:pt x="330" y="293"/>
                </a:lnTo>
                <a:lnTo>
                  <a:pt x="330" y="292"/>
                </a:lnTo>
                <a:lnTo>
                  <a:pt x="329" y="293"/>
                </a:lnTo>
                <a:lnTo>
                  <a:pt x="328" y="293"/>
                </a:lnTo>
                <a:lnTo>
                  <a:pt x="327" y="293"/>
                </a:lnTo>
                <a:lnTo>
                  <a:pt x="326" y="293"/>
                </a:lnTo>
                <a:lnTo>
                  <a:pt x="326" y="294"/>
                </a:lnTo>
                <a:lnTo>
                  <a:pt x="326" y="295"/>
                </a:lnTo>
                <a:lnTo>
                  <a:pt x="325" y="296"/>
                </a:lnTo>
                <a:lnTo>
                  <a:pt x="324" y="296"/>
                </a:lnTo>
                <a:lnTo>
                  <a:pt x="324" y="295"/>
                </a:lnTo>
                <a:lnTo>
                  <a:pt x="325" y="295"/>
                </a:lnTo>
                <a:lnTo>
                  <a:pt x="325" y="294"/>
                </a:lnTo>
                <a:lnTo>
                  <a:pt x="325" y="293"/>
                </a:lnTo>
                <a:lnTo>
                  <a:pt x="325" y="292"/>
                </a:lnTo>
                <a:lnTo>
                  <a:pt x="325" y="291"/>
                </a:lnTo>
                <a:lnTo>
                  <a:pt x="326" y="291"/>
                </a:lnTo>
                <a:lnTo>
                  <a:pt x="326" y="289"/>
                </a:lnTo>
                <a:lnTo>
                  <a:pt x="326" y="288"/>
                </a:lnTo>
                <a:lnTo>
                  <a:pt x="325" y="288"/>
                </a:lnTo>
                <a:lnTo>
                  <a:pt x="324" y="288"/>
                </a:lnTo>
                <a:lnTo>
                  <a:pt x="323" y="289"/>
                </a:lnTo>
                <a:lnTo>
                  <a:pt x="321" y="289"/>
                </a:lnTo>
                <a:lnTo>
                  <a:pt x="322" y="287"/>
                </a:lnTo>
                <a:lnTo>
                  <a:pt x="321" y="287"/>
                </a:lnTo>
                <a:lnTo>
                  <a:pt x="320" y="287"/>
                </a:lnTo>
                <a:lnTo>
                  <a:pt x="320" y="286"/>
                </a:lnTo>
                <a:lnTo>
                  <a:pt x="319" y="286"/>
                </a:lnTo>
                <a:lnTo>
                  <a:pt x="318" y="286"/>
                </a:lnTo>
                <a:lnTo>
                  <a:pt x="317" y="285"/>
                </a:lnTo>
                <a:lnTo>
                  <a:pt x="317" y="284"/>
                </a:lnTo>
                <a:lnTo>
                  <a:pt x="318" y="283"/>
                </a:lnTo>
                <a:lnTo>
                  <a:pt x="317" y="283"/>
                </a:lnTo>
                <a:lnTo>
                  <a:pt x="317" y="284"/>
                </a:lnTo>
                <a:lnTo>
                  <a:pt x="316" y="284"/>
                </a:lnTo>
                <a:lnTo>
                  <a:pt x="316" y="285"/>
                </a:lnTo>
                <a:lnTo>
                  <a:pt x="316" y="286"/>
                </a:lnTo>
                <a:lnTo>
                  <a:pt x="316" y="287"/>
                </a:lnTo>
                <a:lnTo>
                  <a:pt x="316" y="288"/>
                </a:lnTo>
                <a:lnTo>
                  <a:pt x="316" y="289"/>
                </a:lnTo>
                <a:lnTo>
                  <a:pt x="315" y="289"/>
                </a:lnTo>
                <a:lnTo>
                  <a:pt x="315" y="290"/>
                </a:lnTo>
                <a:lnTo>
                  <a:pt x="315" y="291"/>
                </a:lnTo>
                <a:lnTo>
                  <a:pt x="315" y="292"/>
                </a:lnTo>
                <a:lnTo>
                  <a:pt x="315" y="293"/>
                </a:lnTo>
                <a:lnTo>
                  <a:pt x="315" y="294"/>
                </a:lnTo>
                <a:lnTo>
                  <a:pt x="316" y="295"/>
                </a:lnTo>
                <a:lnTo>
                  <a:pt x="316" y="296"/>
                </a:lnTo>
                <a:lnTo>
                  <a:pt x="316" y="295"/>
                </a:lnTo>
                <a:lnTo>
                  <a:pt x="315" y="295"/>
                </a:lnTo>
                <a:lnTo>
                  <a:pt x="314" y="295"/>
                </a:lnTo>
                <a:lnTo>
                  <a:pt x="313" y="298"/>
                </a:lnTo>
                <a:lnTo>
                  <a:pt x="312" y="297"/>
                </a:lnTo>
                <a:lnTo>
                  <a:pt x="312" y="298"/>
                </a:lnTo>
                <a:lnTo>
                  <a:pt x="310" y="297"/>
                </a:lnTo>
                <a:lnTo>
                  <a:pt x="311" y="296"/>
                </a:lnTo>
                <a:lnTo>
                  <a:pt x="310" y="295"/>
                </a:lnTo>
                <a:lnTo>
                  <a:pt x="309" y="295"/>
                </a:lnTo>
                <a:lnTo>
                  <a:pt x="309" y="294"/>
                </a:lnTo>
                <a:lnTo>
                  <a:pt x="309" y="293"/>
                </a:lnTo>
                <a:lnTo>
                  <a:pt x="309" y="292"/>
                </a:lnTo>
                <a:lnTo>
                  <a:pt x="309" y="291"/>
                </a:lnTo>
                <a:lnTo>
                  <a:pt x="310" y="291"/>
                </a:lnTo>
                <a:lnTo>
                  <a:pt x="310" y="290"/>
                </a:lnTo>
                <a:lnTo>
                  <a:pt x="309" y="290"/>
                </a:lnTo>
                <a:lnTo>
                  <a:pt x="308" y="290"/>
                </a:lnTo>
                <a:lnTo>
                  <a:pt x="309" y="289"/>
                </a:lnTo>
                <a:lnTo>
                  <a:pt x="309" y="288"/>
                </a:lnTo>
                <a:lnTo>
                  <a:pt x="308" y="289"/>
                </a:lnTo>
                <a:lnTo>
                  <a:pt x="307" y="290"/>
                </a:lnTo>
                <a:lnTo>
                  <a:pt x="306" y="291"/>
                </a:lnTo>
                <a:lnTo>
                  <a:pt x="305" y="291"/>
                </a:lnTo>
                <a:lnTo>
                  <a:pt x="304" y="291"/>
                </a:lnTo>
                <a:lnTo>
                  <a:pt x="304" y="292"/>
                </a:lnTo>
                <a:lnTo>
                  <a:pt x="302" y="292"/>
                </a:lnTo>
                <a:lnTo>
                  <a:pt x="302" y="293"/>
                </a:lnTo>
                <a:lnTo>
                  <a:pt x="301" y="293"/>
                </a:lnTo>
                <a:lnTo>
                  <a:pt x="300" y="293"/>
                </a:lnTo>
                <a:lnTo>
                  <a:pt x="299" y="294"/>
                </a:lnTo>
                <a:lnTo>
                  <a:pt x="298" y="295"/>
                </a:lnTo>
                <a:lnTo>
                  <a:pt x="298" y="296"/>
                </a:lnTo>
                <a:lnTo>
                  <a:pt x="297" y="297"/>
                </a:lnTo>
                <a:lnTo>
                  <a:pt x="298" y="297"/>
                </a:lnTo>
                <a:lnTo>
                  <a:pt x="297" y="298"/>
                </a:lnTo>
                <a:lnTo>
                  <a:pt x="296" y="298"/>
                </a:lnTo>
                <a:lnTo>
                  <a:pt x="296" y="299"/>
                </a:lnTo>
                <a:lnTo>
                  <a:pt x="297" y="300"/>
                </a:lnTo>
                <a:lnTo>
                  <a:pt x="298" y="300"/>
                </a:lnTo>
                <a:lnTo>
                  <a:pt x="298" y="301"/>
                </a:lnTo>
                <a:lnTo>
                  <a:pt x="300" y="301"/>
                </a:lnTo>
                <a:lnTo>
                  <a:pt x="301" y="302"/>
                </a:lnTo>
                <a:lnTo>
                  <a:pt x="303" y="302"/>
                </a:lnTo>
                <a:lnTo>
                  <a:pt x="303" y="303"/>
                </a:lnTo>
                <a:lnTo>
                  <a:pt x="304" y="303"/>
                </a:lnTo>
                <a:lnTo>
                  <a:pt x="303" y="303"/>
                </a:lnTo>
                <a:lnTo>
                  <a:pt x="304" y="303"/>
                </a:lnTo>
                <a:lnTo>
                  <a:pt x="305" y="303"/>
                </a:lnTo>
                <a:lnTo>
                  <a:pt x="304" y="304"/>
                </a:lnTo>
                <a:lnTo>
                  <a:pt x="305" y="305"/>
                </a:lnTo>
                <a:lnTo>
                  <a:pt x="305" y="306"/>
                </a:lnTo>
                <a:lnTo>
                  <a:pt x="305" y="307"/>
                </a:lnTo>
                <a:lnTo>
                  <a:pt x="306" y="307"/>
                </a:lnTo>
                <a:lnTo>
                  <a:pt x="306" y="308"/>
                </a:lnTo>
                <a:lnTo>
                  <a:pt x="307" y="309"/>
                </a:lnTo>
                <a:lnTo>
                  <a:pt x="308" y="309"/>
                </a:lnTo>
                <a:lnTo>
                  <a:pt x="308" y="307"/>
                </a:lnTo>
                <a:lnTo>
                  <a:pt x="308" y="306"/>
                </a:lnTo>
                <a:lnTo>
                  <a:pt x="308" y="307"/>
                </a:lnTo>
                <a:lnTo>
                  <a:pt x="309" y="308"/>
                </a:lnTo>
                <a:lnTo>
                  <a:pt x="310" y="308"/>
                </a:lnTo>
                <a:lnTo>
                  <a:pt x="311" y="307"/>
                </a:lnTo>
                <a:lnTo>
                  <a:pt x="311" y="306"/>
                </a:lnTo>
                <a:lnTo>
                  <a:pt x="312" y="307"/>
                </a:lnTo>
                <a:lnTo>
                  <a:pt x="312" y="308"/>
                </a:lnTo>
                <a:lnTo>
                  <a:pt x="312" y="309"/>
                </a:lnTo>
                <a:lnTo>
                  <a:pt x="313" y="309"/>
                </a:lnTo>
                <a:lnTo>
                  <a:pt x="313" y="310"/>
                </a:lnTo>
                <a:lnTo>
                  <a:pt x="314" y="310"/>
                </a:lnTo>
                <a:lnTo>
                  <a:pt x="315" y="310"/>
                </a:lnTo>
                <a:lnTo>
                  <a:pt x="315" y="311"/>
                </a:lnTo>
                <a:lnTo>
                  <a:pt x="316" y="312"/>
                </a:lnTo>
                <a:lnTo>
                  <a:pt x="317" y="312"/>
                </a:lnTo>
                <a:lnTo>
                  <a:pt x="318" y="312"/>
                </a:lnTo>
                <a:lnTo>
                  <a:pt x="319" y="312"/>
                </a:lnTo>
                <a:lnTo>
                  <a:pt x="318" y="313"/>
                </a:lnTo>
                <a:lnTo>
                  <a:pt x="318" y="314"/>
                </a:lnTo>
                <a:lnTo>
                  <a:pt x="317" y="314"/>
                </a:lnTo>
                <a:lnTo>
                  <a:pt x="315" y="315"/>
                </a:lnTo>
                <a:lnTo>
                  <a:pt x="315" y="316"/>
                </a:lnTo>
                <a:lnTo>
                  <a:pt x="314" y="315"/>
                </a:lnTo>
                <a:lnTo>
                  <a:pt x="313" y="315"/>
                </a:lnTo>
                <a:lnTo>
                  <a:pt x="312" y="315"/>
                </a:lnTo>
                <a:lnTo>
                  <a:pt x="311" y="315"/>
                </a:lnTo>
                <a:lnTo>
                  <a:pt x="311" y="316"/>
                </a:lnTo>
                <a:lnTo>
                  <a:pt x="312" y="318"/>
                </a:lnTo>
                <a:lnTo>
                  <a:pt x="312" y="319"/>
                </a:lnTo>
                <a:lnTo>
                  <a:pt x="312" y="320"/>
                </a:lnTo>
                <a:lnTo>
                  <a:pt x="311" y="321"/>
                </a:lnTo>
                <a:lnTo>
                  <a:pt x="310" y="322"/>
                </a:lnTo>
                <a:lnTo>
                  <a:pt x="309" y="322"/>
                </a:lnTo>
                <a:lnTo>
                  <a:pt x="309" y="321"/>
                </a:lnTo>
                <a:lnTo>
                  <a:pt x="307" y="321"/>
                </a:lnTo>
                <a:lnTo>
                  <a:pt x="307" y="320"/>
                </a:lnTo>
                <a:lnTo>
                  <a:pt x="305" y="320"/>
                </a:lnTo>
                <a:lnTo>
                  <a:pt x="304" y="320"/>
                </a:lnTo>
                <a:lnTo>
                  <a:pt x="304" y="321"/>
                </a:lnTo>
                <a:lnTo>
                  <a:pt x="303" y="321"/>
                </a:lnTo>
                <a:lnTo>
                  <a:pt x="302" y="321"/>
                </a:lnTo>
                <a:lnTo>
                  <a:pt x="301" y="321"/>
                </a:lnTo>
                <a:lnTo>
                  <a:pt x="300" y="320"/>
                </a:lnTo>
                <a:lnTo>
                  <a:pt x="300" y="319"/>
                </a:lnTo>
                <a:lnTo>
                  <a:pt x="299" y="319"/>
                </a:lnTo>
                <a:lnTo>
                  <a:pt x="298" y="318"/>
                </a:lnTo>
                <a:lnTo>
                  <a:pt x="298" y="317"/>
                </a:lnTo>
                <a:lnTo>
                  <a:pt x="299" y="316"/>
                </a:lnTo>
                <a:lnTo>
                  <a:pt x="298" y="316"/>
                </a:lnTo>
                <a:lnTo>
                  <a:pt x="297" y="315"/>
                </a:lnTo>
                <a:lnTo>
                  <a:pt x="296" y="315"/>
                </a:lnTo>
                <a:lnTo>
                  <a:pt x="296" y="316"/>
                </a:lnTo>
                <a:lnTo>
                  <a:pt x="296" y="317"/>
                </a:lnTo>
                <a:lnTo>
                  <a:pt x="295" y="317"/>
                </a:lnTo>
                <a:lnTo>
                  <a:pt x="295" y="318"/>
                </a:lnTo>
                <a:lnTo>
                  <a:pt x="295" y="319"/>
                </a:lnTo>
                <a:lnTo>
                  <a:pt x="294" y="319"/>
                </a:lnTo>
                <a:lnTo>
                  <a:pt x="295" y="322"/>
                </a:lnTo>
                <a:lnTo>
                  <a:pt x="296" y="322"/>
                </a:lnTo>
                <a:lnTo>
                  <a:pt x="297" y="323"/>
                </a:lnTo>
                <a:lnTo>
                  <a:pt x="297" y="322"/>
                </a:lnTo>
                <a:lnTo>
                  <a:pt x="298" y="322"/>
                </a:lnTo>
                <a:lnTo>
                  <a:pt x="298" y="323"/>
                </a:lnTo>
                <a:lnTo>
                  <a:pt x="297" y="323"/>
                </a:lnTo>
                <a:lnTo>
                  <a:pt x="297" y="324"/>
                </a:lnTo>
                <a:lnTo>
                  <a:pt x="297" y="325"/>
                </a:lnTo>
                <a:lnTo>
                  <a:pt x="298" y="325"/>
                </a:lnTo>
                <a:lnTo>
                  <a:pt x="299" y="325"/>
                </a:lnTo>
                <a:lnTo>
                  <a:pt x="298" y="325"/>
                </a:lnTo>
                <a:lnTo>
                  <a:pt x="299" y="324"/>
                </a:lnTo>
                <a:lnTo>
                  <a:pt x="300" y="325"/>
                </a:lnTo>
                <a:lnTo>
                  <a:pt x="299" y="327"/>
                </a:lnTo>
                <a:lnTo>
                  <a:pt x="299" y="326"/>
                </a:lnTo>
                <a:lnTo>
                  <a:pt x="295" y="328"/>
                </a:lnTo>
                <a:lnTo>
                  <a:pt x="294" y="328"/>
                </a:lnTo>
                <a:lnTo>
                  <a:pt x="293" y="328"/>
                </a:lnTo>
                <a:lnTo>
                  <a:pt x="292" y="328"/>
                </a:lnTo>
                <a:lnTo>
                  <a:pt x="292" y="329"/>
                </a:lnTo>
                <a:lnTo>
                  <a:pt x="291" y="329"/>
                </a:lnTo>
                <a:lnTo>
                  <a:pt x="291" y="328"/>
                </a:lnTo>
                <a:lnTo>
                  <a:pt x="292" y="328"/>
                </a:lnTo>
                <a:lnTo>
                  <a:pt x="291" y="328"/>
                </a:lnTo>
                <a:lnTo>
                  <a:pt x="290" y="328"/>
                </a:lnTo>
                <a:lnTo>
                  <a:pt x="290" y="327"/>
                </a:lnTo>
                <a:lnTo>
                  <a:pt x="288" y="327"/>
                </a:lnTo>
                <a:lnTo>
                  <a:pt x="288" y="326"/>
                </a:lnTo>
                <a:lnTo>
                  <a:pt x="288" y="325"/>
                </a:lnTo>
                <a:lnTo>
                  <a:pt x="288" y="324"/>
                </a:lnTo>
                <a:lnTo>
                  <a:pt x="288" y="323"/>
                </a:lnTo>
                <a:lnTo>
                  <a:pt x="288" y="322"/>
                </a:lnTo>
                <a:lnTo>
                  <a:pt x="289" y="323"/>
                </a:lnTo>
                <a:lnTo>
                  <a:pt x="290" y="323"/>
                </a:lnTo>
                <a:lnTo>
                  <a:pt x="291" y="322"/>
                </a:lnTo>
                <a:lnTo>
                  <a:pt x="291" y="321"/>
                </a:lnTo>
                <a:lnTo>
                  <a:pt x="292" y="320"/>
                </a:lnTo>
                <a:lnTo>
                  <a:pt x="292" y="319"/>
                </a:lnTo>
                <a:lnTo>
                  <a:pt x="291" y="319"/>
                </a:lnTo>
                <a:lnTo>
                  <a:pt x="292" y="318"/>
                </a:lnTo>
                <a:lnTo>
                  <a:pt x="292" y="319"/>
                </a:lnTo>
                <a:lnTo>
                  <a:pt x="292" y="317"/>
                </a:lnTo>
                <a:lnTo>
                  <a:pt x="292" y="318"/>
                </a:lnTo>
                <a:lnTo>
                  <a:pt x="291" y="318"/>
                </a:lnTo>
                <a:lnTo>
                  <a:pt x="290" y="317"/>
                </a:lnTo>
                <a:lnTo>
                  <a:pt x="291" y="317"/>
                </a:lnTo>
                <a:lnTo>
                  <a:pt x="291" y="316"/>
                </a:lnTo>
                <a:lnTo>
                  <a:pt x="290" y="317"/>
                </a:lnTo>
                <a:lnTo>
                  <a:pt x="288" y="317"/>
                </a:lnTo>
                <a:lnTo>
                  <a:pt x="286" y="318"/>
                </a:lnTo>
                <a:lnTo>
                  <a:pt x="286" y="317"/>
                </a:lnTo>
                <a:lnTo>
                  <a:pt x="287" y="316"/>
                </a:lnTo>
                <a:lnTo>
                  <a:pt x="288" y="316"/>
                </a:lnTo>
                <a:lnTo>
                  <a:pt x="290" y="316"/>
                </a:lnTo>
                <a:lnTo>
                  <a:pt x="291" y="315"/>
                </a:lnTo>
                <a:lnTo>
                  <a:pt x="290" y="315"/>
                </a:lnTo>
                <a:lnTo>
                  <a:pt x="290" y="316"/>
                </a:lnTo>
                <a:lnTo>
                  <a:pt x="290" y="315"/>
                </a:lnTo>
                <a:lnTo>
                  <a:pt x="289" y="315"/>
                </a:lnTo>
                <a:lnTo>
                  <a:pt x="288" y="315"/>
                </a:lnTo>
                <a:lnTo>
                  <a:pt x="288" y="316"/>
                </a:lnTo>
                <a:lnTo>
                  <a:pt x="286" y="317"/>
                </a:lnTo>
                <a:lnTo>
                  <a:pt x="285" y="318"/>
                </a:lnTo>
                <a:lnTo>
                  <a:pt x="284" y="318"/>
                </a:lnTo>
                <a:lnTo>
                  <a:pt x="283" y="317"/>
                </a:lnTo>
                <a:lnTo>
                  <a:pt x="283" y="316"/>
                </a:lnTo>
                <a:lnTo>
                  <a:pt x="284" y="316"/>
                </a:lnTo>
                <a:lnTo>
                  <a:pt x="284" y="315"/>
                </a:lnTo>
                <a:lnTo>
                  <a:pt x="284" y="314"/>
                </a:lnTo>
                <a:lnTo>
                  <a:pt x="284" y="313"/>
                </a:lnTo>
                <a:lnTo>
                  <a:pt x="285" y="313"/>
                </a:lnTo>
                <a:lnTo>
                  <a:pt x="285" y="314"/>
                </a:lnTo>
                <a:lnTo>
                  <a:pt x="286" y="314"/>
                </a:lnTo>
                <a:lnTo>
                  <a:pt x="287" y="313"/>
                </a:lnTo>
                <a:lnTo>
                  <a:pt x="288" y="312"/>
                </a:lnTo>
                <a:lnTo>
                  <a:pt x="288" y="311"/>
                </a:lnTo>
                <a:lnTo>
                  <a:pt x="287" y="311"/>
                </a:lnTo>
                <a:lnTo>
                  <a:pt x="286" y="311"/>
                </a:lnTo>
                <a:lnTo>
                  <a:pt x="285" y="311"/>
                </a:lnTo>
                <a:lnTo>
                  <a:pt x="284" y="310"/>
                </a:lnTo>
                <a:lnTo>
                  <a:pt x="284" y="311"/>
                </a:lnTo>
                <a:lnTo>
                  <a:pt x="283" y="311"/>
                </a:lnTo>
                <a:lnTo>
                  <a:pt x="282" y="311"/>
                </a:lnTo>
                <a:lnTo>
                  <a:pt x="281" y="311"/>
                </a:lnTo>
                <a:lnTo>
                  <a:pt x="281" y="312"/>
                </a:lnTo>
                <a:lnTo>
                  <a:pt x="280" y="312"/>
                </a:lnTo>
                <a:lnTo>
                  <a:pt x="278" y="313"/>
                </a:lnTo>
                <a:lnTo>
                  <a:pt x="277" y="313"/>
                </a:lnTo>
                <a:lnTo>
                  <a:pt x="277" y="314"/>
                </a:lnTo>
                <a:lnTo>
                  <a:pt x="276" y="314"/>
                </a:lnTo>
                <a:lnTo>
                  <a:pt x="276" y="315"/>
                </a:lnTo>
                <a:lnTo>
                  <a:pt x="275" y="315"/>
                </a:lnTo>
                <a:lnTo>
                  <a:pt x="274" y="315"/>
                </a:lnTo>
                <a:lnTo>
                  <a:pt x="273" y="315"/>
                </a:lnTo>
                <a:lnTo>
                  <a:pt x="274" y="315"/>
                </a:lnTo>
                <a:lnTo>
                  <a:pt x="276" y="315"/>
                </a:lnTo>
                <a:lnTo>
                  <a:pt x="277" y="315"/>
                </a:lnTo>
                <a:lnTo>
                  <a:pt x="277" y="316"/>
                </a:lnTo>
                <a:lnTo>
                  <a:pt x="278" y="316"/>
                </a:lnTo>
                <a:lnTo>
                  <a:pt x="279" y="317"/>
                </a:lnTo>
                <a:lnTo>
                  <a:pt x="280" y="317"/>
                </a:lnTo>
                <a:lnTo>
                  <a:pt x="279" y="317"/>
                </a:lnTo>
                <a:lnTo>
                  <a:pt x="280" y="318"/>
                </a:lnTo>
                <a:lnTo>
                  <a:pt x="279" y="318"/>
                </a:lnTo>
                <a:lnTo>
                  <a:pt x="280" y="319"/>
                </a:lnTo>
                <a:lnTo>
                  <a:pt x="281" y="319"/>
                </a:lnTo>
                <a:lnTo>
                  <a:pt x="282" y="318"/>
                </a:lnTo>
                <a:lnTo>
                  <a:pt x="282" y="319"/>
                </a:lnTo>
                <a:lnTo>
                  <a:pt x="283" y="319"/>
                </a:lnTo>
                <a:lnTo>
                  <a:pt x="284" y="319"/>
                </a:lnTo>
                <a:lnTo>
                  <a:pt x="283" y="320"/>
                </a:lnTo>
                <a:lnTo>
                  <a:pt x="283" y="321"/>
                </a:lnTo>
                <a:lnTo>
                  <a:pt x="283" y="322"/>
                </a:lnTo>
                <a:lnTo>
                  <a:pt x="283" y="323"/>
                </a:lnTo>
                <a:lnTo>
                  <a:pt x="282" y="323"/>
                </a:lnTo>
                <a:lnTo>
                  <a:pt x="282" y="324"/>
                </a:lnTo>
                <a:lnTo>
                  <a:pt x="281" y="324"/>
                </a:lnTo>
                <a:lnTo>
                  <a:pt x="280" y="324"/>
                </a:lnTo>
                <a:lnTo>
                  <a:pt x="280" y="325"/>
                </a:lnTo>
                <a:lnTo>
                  <a:pt x="280" y="326"/>
                </a:lnTo>
                <a:lnTo>
                  <a:pt x="280" y="327"/>
                </a:lnTo>
                <a:lnTo>
                  <a:pt x="281" y="327"/>
                </a:lnTo>
                <a:lnTo>
                  <a:pt x="282" y="327"/>
                </a:lnTo>
                <a:lnTo>
                  <a:pt x="282" y="328"/>
                </a:lnTo>
                <a:lnTo>
                  <a:pt x="281" y="328"/>
                </a:lnTo>
                <a:lnTo>
                  <a:pt x="280" y="329"/>
                </a:lnTo>
                <a:lnTo>
                  <a:pt x="277" y="329"/>
                </a:lnTo>
                <a:lnTo>
                  <a:pt x="277" y="330"/>
                </a:lnTo>
                <a:lnTo>
                  <a:pt x="276" y="330"/>
                </a:lnTo>
                <a:lnTo>
                  <a:pt x="276" y="329"/>
                </a:lnTo>
                <a:lnTo>
                  <a:pt x="276" y="330"/>
                </a:lnTo>
                <a:lnTo>
                  <a:pt x="275" y="330"/>
                </a:lnTo>
                <a:lnTo>
                  <a:pt x="274" y="330"/>
                </a:lnTo>
                <a:lnTo>
                  <a:pt x="273" y="331"/>
                </a:lnTo>
                <a:lnTo>
                  <a:pt x="272" y="331"/>
                </a:lnTo>
                <a:lnTo>
                  <a:pt x="273" y="331"/>
                </a:lnTo>
                <a:lnTo>
                  <a:pt x="274" y="331"/>
                </a:lnTo>
                <a:lnTo>
                  <a:pt x="275" y="331"/>
                </a:lnTo>
                <a:lnTo>
                  <a:pt x="275" y="332"/>
                </a:lnTo>
                <a:lnTo>
                  <a:pt x="276" y="332"/>
                </a:lnTo>
                <a:lnTo>
                  <a:pt x="276" y="333"/>
                </a:lnTo>
                <a:lnTo>
                  <a:pt x="278" y="335"/>
                </a:lnTo>
                <a:lnTo>
                  <a:pt x="279" y="335"/>
                </a:lnTo>
                <a:lnTo>
                  <a:pt x="280" y="335"/>
                </a:lnTo>
                <a:lnTo>
                  <a:pt x="280" y="336"/>
                </a:lnTo>
                <a:lnTo>
                  <a:pt x="282" y="337"/>
                </a:lnTo>
                <a:lnTo>
                  <a:pt x="283" y="338"/>
                </a:lnTo>
                <a:lnTo>
                  <a:pt x="284" y="338"/>
                </a:lnTo>
                <a:lnTo>
                  <a:pt x="284" y="337"/>
                </a:lnTo>
                <a:lnTo>
                  <a:pt x="284" y="336"/>
                </a:lnTo>
                <a:lnTo>
                  <a:pt x="284" y="335"/>
                </a:lnTo>
                <a:lnTo>
                  <a:pt x="284" y="336"/>
                </a:lnTo>
                <a:lnTo>
                  <a:pt x="284" y="335"/>
                </a:lnTo>
                <a:lnTo>
                  <a:pt x="285" y="334"/>
                </a:lnTo>
                <a:lnTo>
                  <a:pt x="286" y="334"/>
                </a:lnTo>
                <a:lnTo>
                  <a:pt x="287" y="334"/>
                </a:lnTo>
                <a:lnTo>
                  <a:pt x="287" y="335"/>
                </a:lnTo>
                <a:lnTo>
                  <a:pt x="286" y="336"/>
                </a:lnTo>
                <a:lnTo>
                  <a:pt x="285" y="336"/>
                </a:lnTo>
                <a:lnTo>
                  <a:pt x="285" y="337"/>
                </a:lnTo>
                <a:lnTo>
                  <a:pt x="285" y="339"/>
                </a:lnTo>
                <a:lnTo>
                  <a:pt x="284" y="339"/>
                </a:lnTo>
                <a:lnTo>
                  <a:pt x="284" y="340"/>
                </a:lnTo>
                <a:lnTo>
                  <a:pt x="283" y="340"/>
                </a:lnTo>
                <a:lnTo>
                  <a:pt x="283" y="341"/>
                </a:lnTo>
                <a:lnTo>
                  <a:pt x="284" y="342"/>
                </a:lnTo>
                <a:lnTo>
                  <a:pt x="284" y="343"/>
                </a:lnTo>
                <a:lnTo>
                  <a:pt x="285" y="343"/>
                </a:lnTo>
                <a:lnTo>
                  <a:pt x="285" y="344"/>
                </a:lnTo>
                <a:lnTo>
                  <a:pt x="285" y="343"/>
                </a:lnTo>
                <a:lnTo>
                  <a:pt x="286" y="343"/>
                </a:lnTo>
                <a:lnTo>
                  <a:pt x="285" y="343"/>
                </a:lnTo>
                <a:lnTo>
                  <a:pt x="285" y="344"/>
                </a:lnTo>
                <a:lnTo>
                  <a:pt x="286" y="344"/>
                </a:lnTo>
                <a:lnTo>
                  <a:pt x="287" y="344"/>
                </a:lnTo>
                <a:lnTo>
                  <a:pt x="288" y="344"/>
                </a:lnTo>
                <a:lnTo>
                  <a:pt x="287" y="344"/>
                </a:lnTo>
                <a:lnTo>
                  <a:pt x="286" y="345"/>
                </a:lnTo>
                <a:lnTo>
                  <a:pt x="284" y="345"/>
                </a:lnTo>
                <a:lnTo>
                  <a:pt x="283" y="345"/>
                </a:lnTo>
                <a:lnTo>
                  <a:pt x="284" y="344"/>
                </a:lnTo>
                <a:lnTo>
                  <a:pt x="283" y="344"/>
                </a:lnTo>
                <a:lnTo>
                  <a:pt x="282" y="343"/>
                </a:lnTo>
                <a:lnTo>
                  <a:pt x="281" y="343"/>
                </a:lnTo>
                <a:lnTo>
                  <a:pt x="280" y="344"/>
                </a:lnTo>
                <a:lnTo>
                  <a:pt x="279" y="344"/>
                </a:lnTo>
                <a:lnTo>
                  <a:pt x="277" y="344"/>
                </a:lnTo>
                <a:lnTo>
                  <a:pt x="276" y="345"/>
                </a:lnTo>
                <a:lnTo>
                  <a:pt x="276" y="346"/>
                </a:lnTo>
                <a:lnTo>
                  <a:pt x="277" y="346"/>
                </a:lnTo>
                <a:lnTo>
                  <a:pt x="277" y="347"/>
                </a:lnTo>
                <a:lnTo>
                  <a:pt x="277" y="348"/>
                </a:lnTo>
                <a:lnTo>
                  <a:pt x="277" y="349"/>
                </a:lnTo>
                <a:lnTo>
                  <a:pt x="278" y="349"/>
                </a:lnTo>
                <a:lnTo>
                  <a:pt x="278" y="350"/>
                </a:lnTo>
                <a:lnTo>
                  <a:pt x="279" y="350"/>
                </a:lnTo>
                <a:lnTo>
                  <a:pt x="280" y="350"/>
                </a:lnTo>
                <a:lnTo>
                  <a:pt x="282" y="350"/>
                </a:lnTo>
                <a:lnTo>
                  <a:pt x="283" y="350"/>
                </a:lnTo>
                <a:lnTo>
                  <a:pt x="284" y="351"/>
                </a:lnTo>
                <a:lnTo>
                  <a:pt x="284" y="352"/>
                </a:lnTo>
                <a:lnTo>
                  <a:pt x="283" y="352"/>
                </a:lnTo>
                <a:lnTo>
                  <a:pt x="282" y="352"/>
                </a:lnTo>
                <a:lnTo>
                  <a:pt x="281" y="352"/>
                </a:lnTo>
                <a:lnTo>
                  <a:pt x="280" y="352"/>
                </a:lnTo>
                <a:lnTo>
                  <a:pt x="279" y="352"/>
                </a:lnTo>
                <a:lnTo>
                  <a:pt x="279" y="353"/>
                </a:lnTo>
                <a:lnTo>
                  <a:pt x="277" y="352"/>
                </a:lnTo>
                <a:lnTo>
                  <a:pt x="276" y="352"/>
                </a:lnTo>
                <a:lnTo>
                  <a:pt x="276" y="351"/>
                </a:lnTo>
                <a:lnTo>
                  <a:pt x="275" y="351"/>
                </a:lnTo>
                <a:lnTo>
                  <a:pt x="274" y="350"/>
                </a:lnTo>
                <a:lnTo>
                  <a:pt x="273" y="351"/>
                </a:lnTo>
                <a:lnTo>
                  <a:pt x="272" y="351"/>
                </a:lnTo>
                <a:lnTo>
                  <a:pt x="272" y="352"/>
                </a:lnTo>
                <a:lnTo>
                  <a:pt x="271" y="352"/>
                </a:lnTo>
                <a:lnTo>
                  <a:pt x="270" y="352"/>
                </a:lnTo>
                <a:lnTo>
                  <a:pt x="270" y="353"/>
                </a:lnTo>
                <a:lnTo>
                  <a:pt x="269" y="353"/>
                </a:lnTo>
                <a:lnTo>
                  <a:pt x="268" y="353"/>
                </a:lnTo>
                <a:lnTo>
                  <a:pt x="267" y="353"/>
                </a:lnTo>
                <a:lnTo>
                  <a:pt x="266" y="354"/>
                </a:lnTo>
                <a:lnTo>
                  <a:pt x="265" y="354"/>
                </a:lnTo>
                <a:lnTo>
                  <a:pt x="263" y="354"/>
                </a:lnTo>
                <a:lnTo>
                  <a:pt x="262" y="354"/>
                </a:lnTo>
                <a:lnTo>
                  <a:pt x="262" y="355"/>
                </a:lnTo>
                <a:lnTo>
                  <a:pt x="261" y="355"/>
                </a:lnTo>
                <a:lnTo>
                  <a:pt x="260" y="355"/>
                </a:lnTo>
                <a:lnTo>
                  <a:pt x="259" y="355"/>
                </a:lnTo>
                <a:lnTo>
                  <a:pt x="258" y="355"/>
                </a:lnTo>
                <a:lnTo>
                  <a:pt x="258" y="354"/>
                </a:lnTo>
                <a:lnTo>
                  <a:pt x="258" y="353"/>
                </a:lnTo>
                <a:lnTo>
                  <a:pt x="258" y="352"/>
                </a:lnTo>
                <a:lnTo>
                  <a:pt x="258" y="351"/>
                </a:lnTo>
                <a:lnTo>
                  <a:pt x="257" y="350"/>
                </a:lnTo>
                <a:lnTo>
                  <a:pt x="257" y="351"/>
                </a:lnTo>
                <a:lnTo>
                  <a:pt x="257" y="350"/>
                </a:lnTo>
                <a:lnTo>
                  <a:pt x="257" y="349"/>
                </a:lnTo>
                <a:lnTo>
                  <a:pt x="257" y="348"/>
                </a:lnTo>
                <a:lnTo>
                  <a:pt x="258" y="347"/>
                </a:lnTo>
                <a:lnTo>
                  <a:pt x="258" y="346"/>
                </a:lnTo>
                <a:lnTo>
                  <a:pt x="258" y="345"/>
                </a:lnTo>
                <a:lnTo>
                  <a:pt x="257" y="345"/>
                </a:lnTo>
                <a:lnTo>
                  <a:pt x="257" y="344"/>
                </a:lnTo>
                <a:lnTo>
                  <a:pt x="256" y="344"/>
                </a:lnTo>
                <a:lnTo>
                  <a:pt x="255" y="344"/>
                </a:lnTo>
                <a:lnTo>
                  <a:pt x="256" y="345"/>
                </a:lnTo>
                <a:lnTo>
                  <a:pt x="256" y="346"/>
                </a:lnTo>
                <a:lnTo>
                  <a:pt x="256" y="347"/>
                </a:lnTo>
                <a:lnTo>
                  <a:pt x="256" y="348"/>
                </a:lnTo>
                <a:lnTo>
                  <a:pt x="255" y="348"/>
                </a:lnTo>
                <a:lnTo>
                  <a:pt x="254" y="348"/>
                </a:lnTo>
                <a:lnTo>
                  <a:pt x="254" y="349"/>
                </a:lnTo>
                <a:lnTo>
                  <a:pt x="254" y="350"/>
                </a:lnTo>
                <a:lnTo>
                  <a:pt x="255" y="350"/>
                </a:lnTo>
                <a:lnTo>
                  <a:pt x="256" y="350"/>
                </a:lnTo>
                <a:lnTo>
                  <a:pt x="257" y="351"/>
                </a:lnTo>
                <a:lnTo>
                  <a:pt x="257" y="352"/>
                </a:lnTo>
                <a:lnTo>
                  <a:pt x="257" y="353"/>
                </a:lnTo>
                <a:lnTo>
                  <a:pt x="256" y="354"/>
                </a:lnTo>
                <a:lnTo>
                  <a:pt x="255" y="354"/>
                </a:lnTo>
                <a:lnTo>
                  <a:pt x="254" y="355"/>
                </a:lnTo>
                <a:lnTo>
                  <a:pt x="253" y="355"/>
                </a:lnTo>
                <a:lnTo>
                  <a:pt x="253" y="356"/>
                </a:lnTo>
                <a:lnTo>
                  <a:pt x="253" y="357"/>
                </a:lnTo>
                <a:lnTo>
                  <a:pt x="253" y="359"/>
                </a:lnTo>
                <a:lnTo>
                  <a:pt x="253" y="360"/>
                </a:lnTo>
                <a:lnTo>
                  <a:pt x="254" y="360"/>
                </a:lnTo>
                <a:lnTo>
                  <a:pt x="254" y="361"/>
                </a:lnTo>
                <a:lnTo>
                  <a:pt x="254" y="362"/>
                </a:lnTo>
                <a:lnTo>
                  <a:pt x="257" y="361"/>
                </a:lnTo>
                <a:lnTo>
                  <a:pt x="258" y="361"/>
                </a:lnTo>
                <a:lnTo>
                  <a:pt x="259" y="361"/>
                </a:lnTo>
                <a:lnTo>
                  <a:pt x="259" y="360"/>
                </a:lnTo>
                <a:lnTo>
                  <a:pt x="259" y="359"/>
                </a:lnTo>
                <a:lnTo>
                  <a:pt x="260" y="358"/>
                </a:lnTo>
                <a:lnTo>
                  <a:pt x="261" y="359"/>
                </a:lnTo>
                <a:lnTo>
                  <a:pt x="260" y="360"/>
                </a:lnTo>
                <a:lnTo>
                  <a:pt x="260" y="361"/>
                </a:lnTo>
                <a:lnTo>
                  <a:pt x="260" y="362"/>
                </a:lnTo>
                <a:lnTo>
                  <a:pt x="261" y="363"/>
                </a:lnTo>
                <a:lnTo>
                  <a:pt x="262" y="363"/>
                </a:lnTo>
                <a:lnTo>
                  <a:pt x="262" y="362"/>
                </a:lnTo>
                <a:lnTo>
                  <a:pt x="263" y="362"/>
                </a:lnTo>
                <a:lnTo>
                  <a:pt x="263" y="363"/>
                </a:lnTo>
                <a:lnTo>
                  <a:pt x="264" y="363"/>
                </a:lnTo>
                <a:lnTo>
                  <a:pt x="265" y="363"/>
                </a:lnTo>
                <a:lnTo>
                  <a:pt x="264" y="363"/>
                </a:lnTo>
                <a:lnTo>
                  <a:pt x="265" y="362"/>
                </a:lnTo>
                <a:lnTo>
                  <a:pt x="265" y="363"/>
                </a:lnTo>
                <a:lnTo>
                  <a:pt x="265" y="364"/>
                </a:lnTo>
                <a:lnTo>
                  <a:pt x="265" y="365"/>
                </a:lnTo>
                <a:lnTo>
                  <a:pt x="265" y="366"/>
                </a:lnTo>
                <a:lnTo>
                  <a:pt x="264" y="366"/>
                </a:lnTo>
                <a:lnTo>
                  <a:pt x="263" y="367"/>
                </a:lnTo>
                <a:lnTo>
                  <a:pt x="263" y="368"/>
                </a:lnTo>
                <a:lnTo>
                  <a:pt x="262" y="368"/>
                </a:lnTo>
                <a:lnTo>
                  <a:pt x="261" y="368"/>
                </a:lnTo>
                <a:lnTo>
                  <a:pt x="261" y="370"/>
                </a:lnTo>
                <a:lnTo>
                  <a:pt x="261" y="371"/>
                </a:lnTo>
                <a:lnTo>
                  <a:pt x="260" y="371"/>
                </a:lnTo>
                <a:lnTo>
                  <a:pt x="259" y="372"/>
                </a:lnTo>
                <a:lnTo>
                  <a:pt x="260" y="373"/>
                </a:lnTo>
                <a:lnTo>
                  <a:pt x="258" y="374"/>
                </a:lnTo>
                <a:lnTo>
                  <a:pt x="257" y="374"/>
                </a:lnTo>
                <a:lnTo>
                  <a:pt x="256" y="373"/>
                </a:lnTo>
                <a:lnTo>
                  <a:pt x="256" y="372"/>
                </a:lnTo>
                <a:lnTo>
                  <a:pt x="255" y="372"/>
                </a:lnTo>
                <a:lnTo>
                  <a:pt x="254" y="372"/>
                </a:lnTo>
                <a:lnTo>
                  <a:pt x="253" y="373"/>
                </a:lnTo>
                <a:lnTo>
                  <a:pt x="253" y="375"/>
                </a:lnTo>
                <a:lnTo>
                  <a:pt x="253" y="376"/>
                </a:lnTo>
                <a:lnTo>
                  <a:pt x="253" y="377"/>
                </a:lnTo>
                <a:lnTo>
                  <a:pt x="254" y="378"/>
                </a:lnTo>
                <a:lnTo>
                  <a:pt x="254" y="379"/>
                </a:lnTo>
                <a:lnTo>
                  <a:pt x="255" y="379"/>
                </a:lnTo>
                <a:lnTo>
                  <a:pt x="255" y="378"/>
                </a:lnTo>
                <a:lnTo>
                  <a:pt x="256" y="378"/>
                </a:lnTo>
                <a:lnTo>
                  <a:pt x="257" y="378"/>
                </a:lnTo>
                <a:lnTo>
                  <a:pt x="256" y="378"/>
                </a:lnTo>
                <a:lnTo>
                  <a:pt x="256" y="379"/>
                </a:lnTo>
                <a:lnTo>
                  <a:pt x="257" y="380"/>
                </a:lnTo>
                <a:lnTo>
                  <a:pt x="256" y="380"/>
                </a:lnTo>
                <a:lnTo>
                  <a:pt x="256" y="381"/>
                </a:lnTo>
                <a:lnTo>
                  <a:pt x="255" y="381"/>
                </a:lnTo>
                <a:lnTo>
                  <a:pt x="256" y="382"/>
                </a:lnTo>
                <a:lnTo>
                  <a:pt x="255" y="383"/>
                </a:lnTo>
                <a:lnTo>
                  <a:pt x="254" y="383"/>
                </a:lnTo>
                <a:lnTo>
                  <a:pt x="253" y="384"/>
                </a:lnTo>
                <a:lnTo>
                  <a:pt x="254" y="385"/>
                </a:lnTo>
                <a:lnTo>
                  <a:pt x="253" y="385"/>
                </a:lnTo>
                <a:lnTo>
                  <a:pt x="252" y="385"/>
                </a:lnTo>
                <a:lnTo>
                  <a:pt x="252" y="386"/>
                </a:lnTo>
                <a:lnTo>
                  <a:pt x="251" y="386"/>
                </a:lnTo>
                <a:lnTo>
                  <a:pt x="251" y="387"/>
                </a:lnTo>
                <a:lnTo>
                  <a:pt x="250" y="387"/>
                </a:lnTo>
                <a:lnTo>
                  <a:pt x="250" y="388"/>
                </a:lnTo>
                <a:lnTo>
                  <a:pt x="249" y="388"/>
                </a:lnTo>
                <a:lnTo>
                  <a:pt x="248" y="388"/>
                </a:lnTo>
                <a:lnTo>
                  <a:pt x="247" y="389"/>
                </a:lnTo>
                <a:lnTo>
                  <a:pt x="247" y="390"/>
                </a:lnTo>
                <a:lnTo>
                  <a:pt x="246" y="390"/>
                </a:lnTo>
                <a:lnTo>
                  <a:pt x="246" y="388"/>
                </a:lnTo>
                <a:lnTo>
                  <a:pt x="247" y="387"/>
                </a:lnTo>
                <a:lnTo>
                  <a:pt x="247" y="386"/>
                </a:lnTo>
                <a:lnTo>
                  <a:pt x="247" y="385"/>
                </a:lnTo>
                <a:lnTo>
                  <a:pt x="246" y="383"/>
                </a:lnTo>
                <a:lnTo>
                  <a:pt x="244" y="381"/>
                </a:lnTo>
                <a:lnTo>
                  <a:pt x="243" y="380"/>
                </a:lnTo>
                <a:lnTo>
                  <a:pt x="241" y="379"/>
                </a:lnTo>
                <a:lnTo>
                  <a:pt x="240" y="378"/>
                </a:lnTo>
                <a:lnTo>
                  <a:pt x="239" y="378"/>
                </a:lnTo>
                <a:lnTo>
                  <a:pt x="238" y="378"/>
                </a:lnTo>
                <a:lnTo>
                  <a:pt x="237" y="378"/>
                </a:lnTo>
                <a:lnTo>
                  <a:pt x="234" y="378"/>
                </a:lnTo>
                <a:lnTo>
                  <a:pt x="234" y="377"/>
                </a:lnTo>
                <a:lnTo>
                  <a:pt x="234" y="376"/>
                </a:lnTo>
                <a:lnTo>
                  <a:pt x="234" y="375"/>
                </a:lnTo>
                <a:lnTo>
                  <a:pt x="235" y="374"/>
                </a:lnTo>
                <a:lnTo>
                  <a:pt x="234" y="374"/>
                </a:lnTo>
                <a:lnTo>
                  <a:pt x="234" y="373"/>
                </a:lnTo>
                <a:lnTo>
                  <a:pt x="235" y="373"/>
                </a:lnTo>
                <a:lnTo>
                  <a:pt x="234" y="373"/>
                </a:lnTo>
                <a:lnTo>
                  <a:pt x="234" y="372"/>
                </a:lnTo>
                <a:lnTo>
                  <a:pt x="234" y="371"/>
                </a:lnTo>
                <a:lnTo>
                  <a:pt x="233" y="370"/>
                </a:lnTo>
                <a:lnTo>
                  <a:pt x="233" y="371"/>
                </a:lnTo>
                <a:lnTo>
                  <a:pt x="234" y="371"/>
                </a:lnTo>
                <a:lnTo>
                  <a:pt x="233" y="371"/>
                </a:lnTo>
                <a:lnTo>
                  <a:pt x="233" y="372"/>
                </a:lnTo>
                <a:lnTo>
                  <a:pt x="233" y="373"/>
                </a:lnTo>
                <a:lnTo>
                  <a:pt x="234" y="373"/>
                </a:lnTo>
                <a:lnTo>
                  <a:pt x="234" y="374"/>
                </a:lnTo>
                <a:lnTo>
                  <a:pt x="233" y="374"/>
                </a:lnTo>
                <a:lnTo>
                  <a:pt x="233" y="375"/>
                </a:lnTo>
                <a:lnTo>
                  <a:pt x="232" y="376"/>
                </a:lnTo>
                <a:lnTo>
                  <a:pt x="233" y="376"/>
                </a:lnTo>
                <a:lnTo>
                  <a:pt x="233" y="377"/>
                </a:lnTo>
                <a:lnTo>
                  <a:pt x="233" y="378"/>
                </a:lnTo>
                <a:lnTo>
                  <a:pt x="233" y="379"/>
                </a:lnTo>
                <a:lnTo>
                  <a:pt x="232" y="380"/>
                </a:lnTo>
                <a:lnTo>
                  <a:pt x="231" y="380"/>
                </a:lnTo>
                <a:lnTo>
                  <a:pt x="230" y="381"/>
                </a:lnTo>
                <a:lnTo>
                  <a:pt x="229" y="381"/>
                </a:lnTo>
                <a:lnTo>
                  <a:pt x="229" y="382"/>
                </a:lnTo>
                <a:lnTo>
                  <a:pt x="228" y="382"/>
                </a:lnTo>
                <a:lnTo>
                  <a:pt x="227" y="383"/>
                </a:lnTo>
                <a:lnTo>
                  <a:pt x="226" y="383"/>
                </a:lnTo>
                <a:lnTo>
                  <a:pt x="225" y="383"/>
                </a:lnTo>
                <a:lnTo>
                  <a:pt x="224" y="383"/>
                </a:lnTo>
                <a:lnTo>
                  <a:pt x="223" y="383"/>
                </a:lnTo>
                <a:lnTo>
                  <a:pt x="222" y="383"/>
                </a:lnTo>
                <a:lnTo>
                  <a:pt x="221" y="383"/>
                </a:lnTo>
                <a:lnTo>
                  <a:pt x="221" y="382"/>
                </a:lnTo>
                <a:lnTo>
                  <a:pt x="220" y="382"/>
                </a:lnTo>
                <a:lnTo>
                  <a:pt x="220" y="383"/>
                </a:lnTo>
                <a:lnTo>
                  <a:pt x="220" y="384"/>
                </a:lnTo>
                <a:lnTo>
                  <a:pt x="218" y="385"/>
                </a:lnTo>
                <a:lnTo>
                  <a:pt x="217" y="386"/>
                </a:lnTo>
                <a:lnTo>
                  <a:pt x="217" y="387"/>
                </a:lnTo>
                <a:lnTo>
                  <a:pt x="216" y="387"/>
                </a:lnTo>
                <a:lnTo>
                  <a:pt x="215" y="387"/>
                </a:lnTo>
                <a:lnTo>
                  <a:pt x="214" y="386"/>
                </a:lnTo>
                <a:lnTo>
                  <a:pt x="213" y="386"/>
                </a:lnTo>
                <a:lnTo>
                  <a:pt x="212" y="385"/>
                </a:lnTo>
                <a:lnTo>
                  <a:pt x="211" y="384"/>
                </a:lnTo>
                <a:lnTo>
                  <a:pt x="211" y="383"/>
                </a:lnTo>
                <a:lnTo>
                  <a:pt x="211" y="381"/>
                </a:lnTo>
                <a:lnTo>
                  <a:pt x="211" y="380"/>
                </a:lnTo>
                <a:lnTo>
                  <a:pt x="211" y="378"/>
                </a:lnTo>
                <a:lnTo>
                  <a:pt x="210" y="378"/>
                </a:lnTo>
                <a:lnTo>
                  <a:pt x="211" y="377"/>
                </a:lnTo>
                <a:lnTo>
                  <a:pt x="212" y="377"/>
                </a:lnTo>
                <a:lnTo>
                  <a:pt x="212" y="376"/>
                </a:lnTo>
                <a:lnTo>
                  <a:pt x="212" y="375"/>
                </a:lnTo>
                <a:lnTo>
                  <a:pt x="211" y="375"/>
                </a:lnTo>
                <a:lnTo>
                  <a:pt x="211" y="374"/>
                </a:lnTo>
                <a:lnTo>
                  <a:pt x="210" y="374"/>
                </a:lnTo>
                <a:lnTo>
                  <a:pt x="210" y="375"/>
                </a:lnTo>
                <a:lnTo>
                  <a:pt x="210" y="376"/>
                </a:lnTo>
                <a:lnTo>
                  <a:pt x="209" y="377"/>
                </a:lnTo>
                <a:lnTo>
                  <a:pt x="208" y="376"/>
                </a:lnTo>
                <a:lnTo>
                  <a:pt x="208" y="377"/>
                </a:lnTo>
                <a:lnTo>
                  <a:pt x="207" y="377"/>
                </a:lnTo>
                <a:lnTo>
                  <a:pt x="207" y="378"/>
                </a:lnTo>
                <a:lnTo>
                  <a:pt x="207" y="379"/>
                </a:lnTo>
                <a:lnTo>
                  <a:pt x="206" y="380"/>
                </a:lnTo>
                <a:lnTo>
                  <a:pt x="205" y="381"/>
                </a:lnTo>
                <a:lnTo>
                  <a:pt x="204" y="382"/>
                </a:lnTo>
                <a:lnTo>
                  <a:pt x="204" y="383"/>
                </a:lnTo>
                <a:lnTo>
                  <a:pt x="203" y="384"/>
                </a:lnTo>
                <a:lnTo>
                  <a:pt x="202" y="384"/>
                </a:lnTo>
                <a:lnTo>
                  <a:pt x="200" y="384"/>
                </a:lnTo>
                <a:lnTo>
                  <a:pt x="200" y="385"/>
                </a:lnTo>
                <a:lnTo>
                  <a:pt x="199" y="385"/>
                </a:lnTo>
                <a:lnTo>
                  <a:pt x="197" y="386"/>
                </a:lnTo>
                <a:lnTo>
                  <a:pt x="197" y="387"/>
                </a:lnTo>
                <a:lnTo>
                  <a:pt x="197" y="388"/>
                </a:lnTo>
                <a:lnTo>
                  <a:pt x="198" y="388"/>
                </a:lnTo>
                <a:lnTo>
                  <a:pt x="198" y="387"/>
                </a:lnTo>
                <a:lnTo>
                  <a:pt x="198" y="388"/>
                </a:lnTo>
                <a:lnTo>
                  <a:pt x="200" y="390"/>
                </a:lnTo>
                <a:lnTo>
                  <a:pt x="200" y="391"/>
                </a:lnTo>
                <a:lnTo>
                  <a:pt x="199" y="391"/>
                </a:lnTo>
                <a:lnTo>
                  <a:pt x="198" y="392"/>
                </a:lnTo>
                <a:lnTo>
                  <a:pt x="197" y="393"/>
                </a:lnTo>
                <a:lnTo>
                  <a:pt x="197" y="394"/>
                </a:lnTo>
                <a:lnTo>
                  <a:pt x="197" y="395"/>
                </a:lnTo>
                <a:lnTo>
                  <a:pt x="198" y="395"/>
                </a:lnTo>
                <a:lnTo>
                  <a:pt x="198" y="396"/>
                </a:lnTo>
                <a:lnTo>
                  <a:pt x="198" y="397"/>
                </a:lnTo>
                <a:lnTo>
                  <a:pt x="196" y="397"/>
                </a:lnTo>
                <a:lnTo>
                  <a:pt x="192" y="396"/>
                </a:lnTo>
                <a:lnTo>
                  <a:pt x="190" y="395"/>
                </a:lnTo>
                <a:lnTo>
                  <a:pt x="190" y="394"/>
                </a:lnTo>
                <a:lnTo>
                  <a:pt x="189" y="394"/>
                </a:lnTo>
                <a:lnTo>
                  <a:pt x="187" y="394"/>
                </a:lnTo>
                <a:lnTo>
                  <a:pt x="187" y="393"/>
                </a:lnTo>
                <a:lnTo>
                  <a:pt x="186" y="393"/>
                </a:lnTo>
                <a:lnTo>
                  <a:pt x="185" y="394"/>
                </a:lnTo>
                <a:lnTo>
                  <a:pt x="186" y="394"/>
                </a:lnTo>
                <a:lnTo>
                  <a:pt x="186" y="395"/>
                </a:lnTo>
                <a:lnTo>
                  <a:pt x="186" y="396"/>
                </a:lnTo>
                <a:lnTo>
                  <a:pt x="185" y="397"/>
                </a:lnTo>
                <a:lnTo>
                  <a:pt x="185" y="398"/>
                </a:lnTo>
                <a:lnTo>
                  <a:pt x="184" y="398"/>
                </a:lnTo>
                <a:lnTo>
                  <a:pt x="183" y="398"/>
                </a:lnTo>
                <a:lnTo>
                  <a:pt x="184" y="398"/>
                </a:lnTo>
                <a:lnTo>
                  <a:pt x="185" y="399"/>
                </a:lnTo>
                <a:lnTo>
                  <a:pt x="186" y="400"/>
                </a:lnTo>
                <a:lnTo>
                  <a:pt x="185" y="400"/>
                </a:lnTo>
                <a:lnTo>
                  <a:pt x="184" y="400"/>
                </a:lnTo>
                <a:lnTo>
                  <a:pt x="185" y="401"/>
                </a:lnTo>
                <a:lnTo>
                  <a:pt x="186" y="402"/>
                </a:lnTo>
                <a:lnTo>
                  <a:pt x="187" y="402"/>
                </a:lnTo>
                <a:lnTo>
                  <a:pt x="188" y="402"/>
                </a:lnTo>
                <a:lnTo>
                  <a:pt x="189" y="402"/>
                </a:lnTo>
                <a:lnTo>
                  <a:pt x="190" y="402"/>
                </a:lnTo>
                <a:lnTo>
                  <a:pt x="190" y="401"/>
                </a:lnTo>
                <a:lnTo>
                  <a:pt x="192" y="401"/>
                </a:lnTo>
                <a:lnTo>
                  <a:pt x="193" y="401"/>
                </a:lnTo>
                <a:lnTo>
                  <a:pt x="194" y="400"/>
                </a:lnTo>
                <a:lnTo>
                  <a:pt x="195" y="400"/>
                </a:lnTo>
                <a:lnTo>
                  <a:pt x="196" y="400"/>
                </a:lnTo>
                <a:lnTo>
                  <a:pt x="197" y="400"/>
                </a:lnTo>
                <a:lnTo>
                  <a:pt x="199" y="400"/>
                </a:lnTo>
                <a:lnTo>
                  <a:pt x="200" y="400"/>
                </a:lnTo>
                <a:lnTo>
                  <a:pt x="200" y="401"/>
                </a:lnTo>
                <a:lnTo>
                  <a:pt x="200" y="402"/>
                </a:lnTo>
                <a:lnTo>
                  <a:pt x="199" y="403"/>
                </a:lnTo>
                <a:lnTo>
                  <a:pt x="199" y="404"/>
                </a:lnTo>
                <a:lnTo>
                  <a:pt x="199" y="405"/>
                </a:lnTo>
                <a:lnTo>
                  <a:pt x="198" y="406"/>
                </a:lnTo>
                <a:lnTo>
                  <a:pt x="197" y="406"/>
                </a:lnTo>
                <a:lnTo>
                  <a:pt x="198" y="407"/>
                </a:lnTo>
                <a:lnTo>
                  <a:pt x="198" y="406"/>
                </a:lnTo>
                <a:lnTo>
                  <a:pt x="199" y="406"/>
                </a:lnTo>
                <a:lnTo>
                  <a:pt x="201" y="406"/>
                </a:lnTo>
                <a:lnTo>
                  <a:pt x="202" y="405"/>
                </a:lnTo>
                <a:lnTo>
                  <a:pt x="203" y="405"/>
                </a:lnTo>
                <a:lnTo>
                  <a:pt x="204" y="406"/>
                </a:lnTo>
                <a:lnTo>
                  <a:pt x="204" y="407"/>
                </a:lnTo>
                <a:lnTo>
                  <a:pt x="204" y="408"/>
                </a:lnTo>
                <a:lnTo>
                  <a:pt x="204" y="409"/>
                </a:lnTo>
                <a:lnTo>
                  <a:pt x="205" y="410"/>
                </a:lnTo>
                <a:lnTo>
                  <a:pt x="206" y="411"/>
                </a:lnTo>
                <a:lnTo>
                  <a:pt x="205" y="412"/>
                </a:lnTo>
                <a:lnTo>
                  <a:pt x="205" y="413"/>
                </a:lnTo>
                <a:lnTo>
                  <a:pt x="206" y="413"/>
                </a:lnTo>
                <a:lnTo>
                  <a:pt x="206" y="414"/>
                </a:lnTo>
                <a:lnTo>
                  <a:pt x="207" y="414"/>
                </a:lnTo>
                <a:lnTo>
                  <a:pt x="207" y="415"/>
                </a:lnTo>
                <a:lnTo>
                  <a:pt x="206" y="415"/>
                </a:lnTo>
                <a:lnTo>
                  <a:pt x="205" y="415"/>
                </a:lnTo>
                <a:lnTo>
                  <a:pt x="204" y="415"/>
                </a:lnTo>
                <a:lnTo>
                  <a:pt x="203" y="415"/>
                </a:lnTo>
                <a:lnTo>
                  <a:pt x="203" y="416"/>
                </a:lnTo>
                <a:lnTo>
                  <a:pt x="202" y="416"/>
                </a:lnTo>
                <a:lnTo>
                  <a:pt x="201" y="416"/>
                </a:lnTo>
                <a:lnTo>
                  <a:pt x="200" y="417"/>
                </a:lnTo>
                <a:lnTo>
                  <a:pt x="199" y="418"/>
                </a:lnTo>
                <a:lnTo>
                  <a:pt x="198" y="418"/>
                </a:lnTo>
                <a:lnTo>
                  <a:pt x="198" y="419"/>
                </a:lnTo>
                <a:lnTo>
                  <a:pt x="197" y="420"/>
                </a:lnTo>
                <a:lnTo>
                  <a:pt x="196" y="420"/>
                </a:lnTo>
                <a:lnTo>
                  <a:pt x="196" y="421"/>
                </a:lnTo>
                <a:lnTo>
                  <a:pt x="195" y="421"/>
                </a:lnTo>
                <a:lnTo>
                  <a:pt x="194" y="422"/>
                </a:lnTo>
                <a:lnTo>
                  <a:pt x="194" y="423"/>
                </a:lnTo>
                <a:lnTo>
                  <a:pt x="193" y="423"/>
                </a:lnTo>
                <a:lnTo>
                  <a:pt x="193" y="424"/>
                </a:lnTo>
                <a:lnTo>
                  <a:pt x="192" y="425"/>
                </a:lnTo>
                <a:lnTo>
                  <a:pt x="192" y="426"/>
                </a:lnTo>
                <a:lnTo>
                  <a:pt x="191" y="426"/>
                </a:lnTo>
                <a:lnTo>
                  <a:pt x="191" y="425"/>
                </a:lnTo>
                <a:lnTo>
                  <a:pt x="191" y="424"/>
                </a:lnTo>
                <a:lnTo>
                  <a:pt x="192" y="423"/>
                </a:lnTo>
                <a:lnTo>
                  <a:pt x="191" y="423"/>
                </a:lnTo>
                <a:lnTo>
                  <a:pt x="191" y="424"/>
                </a:lnTo>
                <a:lnTo>
                  <a:pt x="191" y="423"/>
                </a:lnTo>
                <a:lnTo>
                  <a:pt x="191" y="422"/>
                </a:lnTo>
                <a:lnTo>
                  <a:pt x="190" y="422"/>
                </a:lnTo>
                <a:lnTo>
                  <a:pt x="190" y="421"/>
                </a:lnTo>
                <a:lnTo>
                  <a:pt x="189" y="421"/>
                </a:lnTo>
                <a:lnTo>
                  <a:pt x="189" y="422"/>
                </a:lnTo>
                <a:lnTo>
                  <a:pt x="190" y="423"/>
                </a:lnTo>
                <a:lnTo>
                  <a:pt x="191" y="424"/>
                </a:lnTo>
                <a:lnTo>
                  <a:pt x="190" y="425"/>
                </a:lnTo>
                <a:lnTo>
                  <a:pt x="190" y="424"/>
                </a:lnTo>
                <a:lnTo>
                  <a:pt x="189" y="424"/>
                </a:lnTo>
                <a:lnTo>
                  <a:pt x="189" y="423"/>
                </a:lnTo>
                <a:lnTo>
                  <a:pt x="189" y="424"/>
                </a:lnTo>
                <a:lnTo>
                  <a:pt x="188" y="424"/>
                </a:lnTo>
                <a:lnTo>
                  <a:pt x="189" y="425"/>
                </a:lnTo>
                <a:lnTo>
                  <a:pt x="190" y="425"/>
                </a:lnTo>
                <a:lnTo>
                  <a:pt x="189" y="426"/>
                </a:lnTo>
                <a:lnTo>
                  <a:pt x="189" y="427"/>
                </a:lnTo>
                <a:lnTo>
                  <a:pt x="188" y="428"/>
                </a:lnTo>
                <a:lnTo>
                  <a:pt x="188" y="429"/>
                </a:lnTo>
                <a:lnTo>
                  <a:pt x="187" y="430"/>
                </a:lnTo>
                <a:lnTo>
                  <a:pt x="186" y="430"/>
                </a:lnTo>
                <a:lnTo>
                  <a:pt x="185" y="432"/>
                </a:lnTo>
                <a:lnTo>
                  <a:pt x="185" y="433"/>
                </a:lnTo>
                <a:lnTo>
                  <a:pt x="185" y="435"/>
                </a:lnTo>
                <a:lnTo>
                  <a:pt x="185" y="437"/>
                </a:lnTo>
                <a:lnTo>
                  <a:pt x="185" y="438"/>
                </a:lnTo>
                <a:lnTo>
                  <a:pt x="185" y="439"/>
                </a:lnTo>
                <a:lnTo>
                  <a:pt x="184" y="439"/>
                </a:lnTo>
                <a:lnTo>
                  <a:pt x="183" y="439"/>
                </a:lnTo>
                <a:lnTo>
                  <a:pt x="182" y="439"/>
                </a:lnTo>
                <a:lnTo>
                  <a:pt x="181" y="439"/>
                </a:lnTo>
                <a:lnTo>
                  <a:pt x="180" y="439"/>
                </a:lnTo>
                <a:lnTo>
                  <a:pt x="179" y="440"/>
                </a:lnTo>
                <a:lnTo>
                  <a:pt x="179" y="441"/>
                </a:lnTo>
                <a:lnTo>
                  <a:pt x="178" y="442"/>
                </a:lnTo>
                <a:lnTo>
                  <a:pt x="178" y="443"/>
                </a:lnTo>
                <a:lnTo>
                  <a:pt x="178" y="442"/>
                </a:lnTo>
                <a:lnTo>
                  <a:pt x="177" y="442"/>
                </a:lnTo>
                <a:lnTo>
                  <a:pt x="176" y="443"/>
                </a:lnTo>
                <a:lnTo>
                  <a:pt x="176" y="444"/>
                </a:lnTo>
                <a:lnTo>
                  <a:pt x="176" y="445"/>
                </a:lnTo>
                <a:lnTo>
                  <a:pt x="176" y="446"/>
                </a:lnTo>
                <a:lnTo>
                  <a:pt x="175" y="446"/>
                </a:lnTo>
                <a:lnTo>
                  <a:pt x="174" y="446"/>
                </a:lnTo>
                <a:lnTo>
                  <a:pt x="174" y="447"/>
                </a:lnTo>
                <a:lnTo>
                  <a:pt x="173" y="447"/>
                </a:lnTo>
                <a:lnTo>
                  <a:pt x="173" y="448"/>
                </a:lnTo>
                <a:lnTo>
                  <a:pt x="173" y="449"/>
                </a:lnTo>
                <a:lnTo>
                  <a:pt x="173" y="451"/>
                </a:lnTo>
                <a:lnTo>
                  <a:pt x="172" y="451"/>
                </a:lnTo>
                <a:lnTo>
                  <a:pt x="171" y="452"/>
                </a:lnTo>
                <a:lnTo>
                  <a:pt x="170" y="451"/>
                </a:lnTo>
                <a:lnTo>
                  <a:pt x="171" y="450"/>
                </a:lnTo>
                <a:lnTo>
                  <a:pt x="170" y="449"/>
                </a:lnTo>
                <a:lnTo>
                  <a:pt x="170" y="448"/>
                </a:lnTo>
                <a:lnTo>
                  <a:pt x="172" y="447"/>
                </a:lnTo>
                <a:lnTo>
                  <a:pt x="172" y="446"/>
                </a:lnTo>
                <a:lnTo>
                  <a:pt x="173" y="446"/>
                </a:lnTo>
                <a:lnTo>
                  <a:pt x="173" y="445"/>
                </a:lnTo>
                <a:lnTo>
                  <a:pt x="173" y="444"/>
                </a:lnTo>
                <a:lnTo>
                  <a:pt x="174" y="443"/>
                </a:lnTo>
                <a:lnTo>
                  <a:pt x="175" y="443"/>
                </a:lnTo>
                <a:lnTo>
                  <a:pt x="175" y="442"/>
                </a:lnTo>
                <a:lnTo>
                  <a:pt x="174" y="443"/>
                </a:lnTo>
                <a:lnTo>
                  <a:pt x="174" y="442"/>
                </a:lnTo>
                <a:lnTo>
                  <a:pt x="173" y="443"/>
                </a:lnTo>
                <a:lnTo>
                  <a:pt x="173" y="442"/>
                </a:lnTo>
                <a:lnTo>
                  <a:pt x="174" y="442"/>
                </a:lnTo>
                <a:lnTo>
                  <a:pt x="173" y="441"/>
                </a:lnTo>
                <a:lnTo>
                  <a:pt x="172" y="440"/>
                </a:lnTo>
                <a:lnTo>
                  <a:pt x="173" y="439"/>
                </a:lnTo>
                <a:lnTo>
                  <a:pt x="173" y="438"/>
                </a:lnTo>
                <a:lnTo>
                  <a:pt x="172" y="439"/>
                </a:lnTo>
                <a:lnTo>
                  <a:pt x="172" y="440"/>
                </a:lnTo>
                <a:lnTo>
                  <a:pt x="172" y="441"/>
                </a:lnTo>
                <a:lnTo>
                  <a:pt x="171" y="441"/>
                </a:lnTo>
                <a:lnTo>
                  <a:pt x="170" y="440"/>
                </a:lnTo>
                <a:lnTo>
                  <a:pt x="169" y="439"/>
                </a:lnTo>
                <a:lnTo>
                  <a:pt x="168" y="439"/>
                </a:lnTo>
                <a:lnTo>
                  <a:pt x="168" y="438"/>
                </a:lnTo>
                <a:lnTo>
                  <a:pt x="167" y="437"/>
                </a:lnTo>
                <a:lnTo>
                  <a:pt x="167" y="438"/>
                </a:lnTo>
                <a:lnTo>
                  <a:pt x="168" y="438"/>
                </a:lnTo>
                <a:lnTo>
                  <a:pt x="168" y="439"/>
                </a:lnTo>
                <a:lnTo>
                  <a:pt x="168" y="440"/>
                </a:lnTo>
                <a:lnTo>
                  <a:pt x="168" y="441"/>
                </a:lnTo>
                <a:lnTo>
                  <a:pt x="167" y="442"/>
                </a:lnTo>
                <a:lnTo>
                  <a:pt x="167" y="443"/>
                </a:lnTo>
                <a:lnTo>
                  <a:pt x="166" y="443"/>
                </a:lnTo>
                <a:lnTo>
                  <a:pt x="166" y="444"/>
                </a:lnTo>
                <a:lnTo>
                  <a:pt x="166" y="445"/>
                </a:lnTo>
                <a:lnTo>
                  <a:pt x="167" y="445"/>
                </a:lnTo>
                <a:lnTo>
                  <a:pt x="167" y="446"/>
                </a:lnTo>
                <a:lnTo>
                  <a:pt x="168" y="446"/>
                </a:lnTo>
                <a:lnTo>
                  <a:pt x="168" y="447"/>
                </a:lnTo>
                <a:lnTo>
                  <a:pt x="167" y="447"/>
                </a:lnTo>
                <a:lnTo>
                  <a:pt x="166" y="448"/>
                </a:lnTo>
                <a:lnTo>
                  <a:pt x="165" y="448"/>
                </a:lnTo>
                <a:lnTo>
                  <a:pt x="165" y="449"/>
                </a:lnTo>
                <a:lnTo>
                  <a:pt x="164" y="449"/>
                </a:lnTo>
                <a:lnTo>
                  <a:pt x="163" y="450"/>
                </a:lnTo>
                <a:lnTo>
                  <a:pt x="162" y="451"/>
                </a:lnTo>
                <a:lnTo>
                  <a:pt x="162" y="452"/>
                </a:lnTo>
                <a:lnTo>
                  <a:pt x="161" y="453"/>
                </a:lnTo>
                <a:lnTo>
                  <a:pt x="161" y="454"/>
                </a:lnTo>
                <a:lnTo>
                  <a:pt x="161" y="455"/>
                </a:lnTo>
                <a:lnTo>
                  <a:pt x="160" y="456"/>
                </a:lnTo>
                <a:lnTo>
                  <a:pt x="160" y="457"/>
                </a:lnTo>
                <a:lnTo>
                  <a:pt x="160" y="458"/>
                </a:lnTo>
                <a:lnTo>
                  <a:pt x="160" y="460"/>
                </a:lnTo>
                <a:lnTo>
                  <a:pt x="160" y="461"/>
                </a:lnTo>
                <a:lnTo>
                  <a:pt x="160" y="462"/>
                </a:lnTo>
                <a:lnTo>
                  <a:pt x="161" y="462"/>
                </a:lnTo>
                <a:lnTo>
                  <a:pt x="161" y="463"/>
                </a:lnTo>
                <a:lnTo>
                  <a:pt x="162" y="463"/>
                </a:lnTo>
                <a:lnTo>
                  <a:pt x="162" y="464"/>
                </a:lnTo>
                <a:lnTo>
                  <a:pt x="161" y="464"/>
                </a:lnTo>
                <a:lnTo>
                  <a:pt x="160" y="465"/>
                </a:lnTo>
                <a:lnTo>
                  <a:pt x="160" y="466"/>
                </a:lnTo>
                <a:lnTo>
                  <a:pt x="159" y="466"/>
                </a:lnTo>
                <a:lnTo>
                  <a:pt x="159" y="467"/>
                </a:lnTo>
                <a:lnTo>
                  <a:pt x="159" y="468"/>
                </a:lnTo>
                <a:lnTo>
                  <a:pt x="158" y="468"/>
                </a:lnTo>
                <a:lnTo>
                  <a:pt x="157" y="469"/>
                </a:lnTo>
                <a:lnTo>
                  <a:pt x="157" y="471"/>
                </a:lnTo>
                <a:lnTo>
                  <a:pt x="156" y="471"/>
                </a:lnTo>
                <a:lnTo>
                  <a:pt x="156" y="470"/>
                </a:lnTo>
                <a:lnTo>
                  <a:pt x="157" y="469"/>
                </a:lnTo>
                <a:lnTo>
                  <a:pt x="157" y="468"/>
                </a:lnTo>
                <a:lnTo>
                  <a:pt x="158" y="468"/>
                </a:lnTo>
                <a:lnTo>
                  <a:pt x="158" y="467"/>
                </a:lnTo>
                <a:lnTo>
                  <a:pt x="157" y="466"/>
                </a:lnTo>
                <a:lnTo>
                  <a:pt x="157" y="465"/>
                </a:lnTo>
                <a:lnTo>
                  <a:pt x="158" y="464"/>
                </a:lnTo>
                <a:lnTo>
                  <a:pt x="158" y="463"/>
                </a:lnTo>
                <a:lnTo>
                  <a:pt x="159" y="463"/>
                </a:lnTo>
                <a:lnTo>
                  <a:pt x="159" y="462"/>
                </a:lnTo>
                <a:lnTo>
                  <a:pt x="159" y="461"/>
                </a:lnTo>
                <a:lnTo>
                  <a:pt x="159" y="460"/>
                </a:lnTo>
                <a:lnTo>
                  <a:pt x="159" y="459"/>
                </a:lnTo>
                <a:lnTo>
                  <a:pt x="159" y="458"/>
                </a:lnTo>
                <a:lnTo>
                  <a:pt x="158" y="458"/>
                </a:lnTo>
                <a:lnTo>
                  <a:pt x="158" y="457"/>
                </a:lnTo>
                <a:lnTo>
                  <a:pt x="158" y="456"/>
                </a:lnTo>
                <a:lnTo>
                  <a:pt x="158" y="455"/>
                </a:lnTo>
                <a:lnTo>
                  <a:pt x="157" y="455"/>
                </a:lnTo>
                <a:lnTo>
                  <a:pt x="157" y="454"/>
                </a:lnTo>
                <a:lnTo>
                  <a:pt x="156" y="454"/>
                </a:lnTo>
                <a:lnTo>
                  <a:pt x="155" y="454"/>
                </a:lnTo>
                <a:lnTo>
                  <a:pt x="156" y="453"/>
                </a:lnTo>
                <a:lnTo>
                  <a:pt x="155" y="453"/>
                </a:lnTo>
                <a:lnTo>
                  <a:pt x="155" y="452"/>
                </a:lnTo>
                <a:lnTo>
                  <a:pt x="155" y="453"/>
                </a:lnTo>
                <a:lnTo>
                  <a:pt x="154" y="453"/>
                </a:lnTo>
                <a:lnTo>
                  <a:pt x="154" y="452"/>
                </a:lnTo>
                <a:lnTo>
                  <a:pt x="153" y="452"/>
                </a:lnTo>
                <a:lnTo>
                  <a:pt x="152" y="451"/>
                </a:lnTo>
                <a:lnTo>
                  <a:pt x="151" y="451"/>
                </a:lnTo>
                <a:lnTo>
                  <a:pt x="150" y="451"/>
                </a:lnTo>
                <a:lnTo>
                  <a:pt x="150" y="450"/>
                </a:lnTo>
                <a:lnTo>
                  <a:pt x="149" y="450"/>
                </a:lnTo>
                <a:lnTo>
                  <a:pt x="148" y="450"/>
                </a:lnTo>
                <a:lnTo>
                  <a:pt x="147" y="450"/>
                </a:lnTo>
                <a:lnTo>
                  <a:pt x="146" y="450"/>
                </a:lnTo>
                <a:lnTo>
                  <a:pt x="145" y="450"/>
                </a:lnTo>
                <a:lnTo>
                  <a:pt x="145" y="449"/>
                </a:lnTo>
                <a:lnTo>
                  <a:pt x="144" y="449"/>
                </a:lnTo>
                <a:lnTo>
                  <a:pt x="144" y="448"/>
                </a:lnTo>
                <a:lnTo>
                  <a:pt x="143" y="448"/>
                </a:lnTo>
                <a:lnTo>
                  <a:pt x="142" y="448"/>
                </a:lnTo>
                <a:lnTo>
                  <a:pt x="141" y="448"/>
                </a:lnTo>
                <a:lnTo>
                  <a:pt x="140" y="448"/>
                </a:lnTo>
                <a:lnTo>
                  <a:pt x="140" y="449"/>
                </a:lnTo>
                <a:lnTo>
                  <a:pt x="141" y="449"/>
                </a:lnTo>
                <a:lnTo>
                  <a:pt x="141" y="450"/>
                </a:lnTo>
                <a:lnTo>
                  <a:pt x="142" y="450"/>
                </a:lnTo>
                <a:lnTo>
                  <a:pt x="142" y="451"/>
                </a:lnTo>
                <a:lnTo>
                  <a:pt x="143" y="451"/>
                </a:lnTo>
                <a:lnTo>
                  <a:pt x="144" y="451"/>
                </a:lnTo>
                <a:lnTo>
                  <a:pt x="146" y="451"/>
                </a:lnTo>
                <a:lnTo>
                  <a:pt x="147" y="451"/>
                </a:lnTo>
                <a:lnTo>
                  <a:pt x="147" y="452"/>
                </a:lnTo>
                <a:lnTo>
                  <a:pt x="148" y="452"/>
                </a:lnTo>
                <a:lnTo>
                  <a:pt x="148" y="453"/>
                </a:lnTo>
                <a:lnTo>
                  <a:pt x="148" y="454"/>
                </a:lnTo>
                <a:lnTo>
                  <a:pt x="148" y="455"/>
                </a:lnTo>
                <a:lnTo>
                  <a:pt x="149" y="455"/>
                </a:lnTo>
                <a:lnTo>
                  <a:pt x="149" y="456"/>
                </a:lnTo>
                <a:lnTo>
                  <a:pt x="148" y="457"/>
                </a:lnTo>
                <a:lnTo>
                  <a:pt x="148" y="458"/>
                </a:lnTo>
                <a:lnTo>
                  <a:pt x="148" y="459"/>
                </a:lnTo>
                <a:lnTo>
                  <a:pt x="149" y="459"/>
                </a:lnTo>
                <a:lnTo>
                  <a:pt x="149" y="460"/>
                </a:lnTo>
                <a:lnTo>
                  <a:pt x="148" y="460"/>
                </a:lnTo>
                <a:lnTo>
                  <a:pt x="147" y="460"/>
                </a:lnTo>
                <a:lnTo>
                  <a:pt x="146" y="460"/>
                </a:lnTo>
                <a:lnTo>
                  <a:pt x="146" y="461"/>
                </a:lnTo>
                <a:lnTo>
                  <a:pt x="146" y="462"/>
                </a:lnTo>
                <a:lnTo>
                  <a:pt x="147" y="462"/>
                </a:lnTo>
                <a:lnTo>
                  <a:pt x="147" y="463"/>
                </a:lnTo>
                <a:lnTo>
                  <a:pt x="146" y="463"/>
                </a:lnTo>
                <a:lnTo>
                  <a:pt x="145" y="464"/>
                </a:lnTo>
                <a:lnTo>
                  <a:pt x="144" y="465"/>
                </a:lnTo>
                <a:lnTo>
                  <a:pt x="144" y="466"/>
                </a:lnTo>
                <a:lnTo>
                  <a:pt x="144" y="467"/>
                </a:lnTo>
                <a:lnTo>
                  <a:pt x="143" y="467"/>
                </a:lnTo>
                <a:lnTo>
                  <a:pt x="142" y="466"/>
                </a:lnTo>
                <a:lnTo>
                  <a:pt x="141" y="465"/>
                </a:lnTo>
                <a:lnTo>
                  <a:pt x="140" y="465"/>
                </a:lnTo>
                <a:lnTo>
                  <a:pt x="141" y="466"/>
                </a:lnTo>
                <a:lnTo>
                  <a:pt x="142" y="466"/>
                </a:lnTo>
                <a:lnTo>
                  <a:pt x="142" y="467"/>
                </a:lnTo>
                <a:lnTo>
                  <a:pt x="143" y="467"/>
                </a:lnTo>
                <a:lnTo>
                  <a:pt x="143" y="468"/>
                </a:lnTo>
                <a:lnTo>
                  <a:pt x="143" y="469"/>
                </a:lnTo>
                <a:lnTo>
                  <a:pt x="144" y="469"/>
                </a:lnTo>
                <a:lnTo>
                  <a:pt x="144" y="468"/>
                </a:lnTo>
                <a:lnTo>
                  <a:pt x="145" y="468"/>
                </a:lnTo>
                <a:lnTo>
                  <a:pt x="145" y="469"/>
                </a:lnTo>
                <a:lnTo>
                  <a:pt x="146" y="469"/>
                </a:lnTo>
                <a:lnTo>
                  <a:pt x="146" y="468"/>
                </a:lnTo>
                <a:lnTo>
                  <a:pt x="146" y="467"/>
                </a:lnTo>
                <a:lnTo>
                  <a:pt x="147" y="467"/>
                </a:lnTo>
                <a:lnTo>
                  <a:pt x="147" y="468"/>
                </a:lnTo>
                <a:lnTo>
                  <a:pt x="148" y="467"/>
                </a:lnTo>
                <a:lnTo>
                  <a:pt x="148" y="466"/>
                </a:lnTo>
                <a:lnTo>
                  <a:pt x="149" y="467"/>
                </a:lnTo>
                <a:lnTo>
                  <a:pt x="149" y="468"/>
                </a:lnTo>
                <a:lnTo>
                  <a:pt x="150" y="468"/>
                </a:lnTo>
                <a:lnTo>
                  <a:pt x="150" y="467"/>
                </a:lnTo>
                <a:lnTo>
                  <a:pt x="150" y="468"/>
                </a:lnTo>
                <a:lnTo>
                  <a:pt x="151" y="468"/>
                </a:lnTo>
                <a:lnTo>
                  <a:pt x="152" y="469"/>
                </a:lnTo>
                <a:lnTo>
                  <a:pt x="151" y="469"/>
                </a:lnTo>
                <a:lnTo>
                  <a:pt x="151" y="470"/>
                </a:lnTo>
                <a:lnTo>
                  <a:pt x="151" y="471"/>
                </a:lnTo>
                <a:lnTo>
                  <a:pt x="150" y="471"/>
                </a:lnTo>
                <a:lnTo>
                  <a:pt x="149" y="470"/>
                </a:lnTo>
                <a:lnTo>
                  <a:pt x="148" y="471"/>
                </a:lnTo>
                <a:lnTo>
                  <a:pt x="147" y="472"/>
                </a:lnTo>
                <a:lnTo>
                  <a:pt x="147" y="473"/>
                </a:lnTo>
                <a:lnTo>
                  <a:pt x="147" y="474"/>
                </a:lnTo>
                <a:lnTo>
                  <a:pt x="146" y="475"/>
                </a:lnTo>
                <a:lnTo>
                  <a:pt x="147" y="475"/>
                </a:lnTo>
                <a:lnTo>
                  <a:pt x="147" y="476"/>
                </a:lnTo>
                <a:lnTo>
                  <a:pt x="148" y="477"/>
                </a:lnTo>
                <a:lnTo>
                  <a:pt x="147" y="477"/>
                </a:lnTo>
                <a:lnTo>
                  <a:pt x="146" y="477"/>
                </a:lnTo>
                <a:lnTo>
                  <a:pt x="146" y="478"/>
                </a:lnTo>
                <a:lnTo>
                  <a:pt x="145" y="477"/>
                </a:lnTo>
                <a:lnTo>
                  <a:pt x="144" y="477"/>
                </a:lnTo>
                <a:lnTo>
                  <a:pt x="144" y="476"/>
                </a:lnTo>
                <a:lnTo>
                  <a:pt x="143" y="476"/>
                </a:lnTo>
                <a:lnTo>
                  <a:pt x="143" y="477"/>
                </a:lnTo>
                <a:lnTo>
                  <a:pt x="142" y="477"/>
                </a:lnTo>
                <a:lnTo>
                  <a:pt x="142" y="478"/>
                </a:lnTo>
                <a:lnTo>
                  <a:pt x="142" y="479"/>
                </a:lnTo>
                <a:lnTo>
                  <a:pt x="141" y="480"/>
                </a:lnTo>
                <a:lnTo>
                  <a:pt x="141" y="482"/>
                </a:lnTo>
                <a:lnTo>
                  <a:pt x="142" y="483"/>
                </a:lnTo>
                <a:lnTo>
                  <a:pt x="142" y="484"/>
                </a:lnTo>
                <a:lnTo>
                  <a:pt x="143" y="484"/>
                </a:lnTo>
                <a:lnTo>
                  <a:pt x="143" y="483"/>
                </a:lnTo>
                <a:lnTo>
                  <a:pt x="143" y="484"/>
                </a:lnTo>
                <a:lnTo>
                  <a:pt x="144" y="484"/>
                </a:lnTo>
                <a:lnTo>
                  <a:pt x="144" y="485"/>
                </a:lnTo>
                <a:lnTo>
                  <a:pt x="143" y="485"/>
                </a:lnTo>
                <a:lnTo>
                  <a:pt x="143" y="484"/>
                </a:lnTo>
                <a:lnTo>
                  <a:pt x="142" y="484"/>
                </a:lnTo>
                <a:lnTo>
                  <a:pt x="141" y="485"/>
                </a:lnTo>
                <a:lnTo>
                  <a:pt x="140" y="485"/>
                </a:lnTo>
                <a:lnTo>
                  <a:pt x="139" y="485"/>
                </a:lnTo>
                <a:lnTo>
                  <a:pt x="138" y="486"/>
                </a:lnTo>
                <a:lnTo>
                  <a:pt x="137" y="486"/>
                </a:lnTo>
                <a:lnTo>
                  <a:pt x="137" y="487"/>
                </a:lnTo>
                <a:lnTo>
                  <a:pt x="137" y="486"/>
                </a:lnTo>
                <a:lnTo>
                  <a:pt x="137" y="485"/>
                </a:lnTo>
                <a:lnTo>
                  <a:pt x="136" y="485"/>
                </a:lnTo>
                <a:lnTo>
                  <a:pt x="135" y="485"/>
                </a:lnTo>
                <a:lnTo>
                  <a:pt x="134" y="485"/>
                </a:lnTo>
                <a:lnTo>
                  <a:pt x="134" y="486"/>
                </a:lnTo>
                <a:lnTo>
                  <a:pt x="133" y="486"/>
                </a:lnTo>
                <a:lnTo>
                  <a:pt x="132" y="486"/>
                </a:lnTo>
                <a:lnTo>
                  <a:pt x="132" y="485"/>
                </a:lnTo>
                <a:lnTo>
                  <a:pt x="133" y="485"/>
                </a:lnTo>
                <a:lnTo>
                  <a:pt x="134" y="484"/>
                </a:lnTo>
                <a:lnTo>
                  <a:pt x="135" y="483"/>
                </a:lnTo>
                <a:lnTo>
                  <a:pt x="135" y="482"/>
                </a:lnTo>
                <a:lnTo>
                  <a:pt x="136" y="482"/>
                </a:lnTo>
                <a:lnTo>
                  <a:pt x="137" y="481"/>
                </a:lnTo>
                <a:lnTo>
                  <a:pt x="138" y="479"/>
                </a:lnTo>
                <a:lnTo>
                  <a:pt x="138" y="478"/>
                </a:lnTo>
                <a:lnTo>
                  <a:pt x="137" y="476"/>
                </a:lnTo>
                <a:lnTo>
                  <a:pt x="136" y="475"/>
                </a:lnTo>
                <a:lnTo>
                  <a:pt x="135" y="475"/>
                </a:lnTo>
                <a:lnTo>
                  <a:pt x="135" y="474"/>
                </a:lnTo>
                <a:lnTo>
                  <a:pt x="135" y="473"/>
                </a:lnTo>
                <a:lnTo>
                  <a:pt x="136" y="473"/>
                </a:lnTo>
                <a:lnTo>
                  <a:pt x="137" y="471"/>
                </a:lnTo>
                <a:lnTo>
                  <a:pt x="136" y="470"/>
                </a:lnTo>
                <a:lnTo>
                  <a:pt x="136" y="469"/>
                </a:lnTo>
                <a:lnTo>
                  <a:pt x="135" y="469"/>
                </a:lnTo>
                <a:lnTo>
                  <a:pt x="135" y="468"/>
                </a:lnTo>
                <a:lnTo>
                  <a:pt x="136" y="468"/>
                </a:lnTo>
                <a:lnTo>
                  <a:pt x="136" y="467"/>
                </a:lnTo>
                <a:lnTo>
                  <a:pt x="137" y="467"/>
                </a:lnTo>
                <a:lnTo>
                  <a:pt x="137" y="466"/>
                </a:lnTo>
                <a:lnTo>
                  <a:pt x="138" y="465"/>
                </a:lnTo>
                <a:lnTo>
                  <a:pt x="139" y="464"/>
                </a:lnTo>
                <a:lnTo>
                  <a:pt x="140" y="464"/>
                </a:lnTo>
                <a:lnTo>
                  <a:pt x="140" y="465"/>
                </a:lnTo>
                <a:lnTo>
                  <a:pt x="141" y="465"/>
                </a:lnTo>
                <a:lnTo>
                  <a:pt x="140" y="464"/>
                </a:lnTo>
                <a:lnTo>
                  <a:pt x="139" y="464"/>
                </a:lnTo>
                <a:lnTo>
                  <a:pt x="138" y="464"/>
                </a:lnTo>
                <a:lnTo>
                  <a:pt x="137" y="465"/>
                </a:lnTo>
                <a:lnTo>
                  <a:pt x="136" y="466"/>
                </a:lnTo>
                <a:lnTo>
                  <a:pt x="136" y="467"/>
                </a:lnTo>
                <a:lnTo>
                  <a:pt x="135" y="467"/>
                </a:lnTo>
                <a:lnTo>
                  <a:pt x="134" y="467"/>
                </a:lnTo>
                <a:lnTo>
                  <a:pt x="133" y="467"/>
                </a:lnTo>
                <a:lnTo>
                  <a:pt x="133" y="468"/>
                </a:lnTo>
                <a:lnTo>
                  <a:pt x="133" y="467"/>
                </a:lnTo>
                <a:lnTo>
                  <a:pt x="132" y="467"/>
                </a:lnTo>
                <a:lnTo>
                  <a:pt x="132" y="468"/>
                </a:lnTo>
                <a:lnTo>
                  <a:pt x="131" y="468"/>
                </a:lnTo>
                <a:lnTo>
                  <a:pt x="130" y="469"/>
                </a:lnTo>
                <a:lnTo>
                  <a:pt x="129" y="469"/>
                </a:lnTo>
                <a:lnTo>
                  <a:pt x="129" y="470"/>
                </a:lnTo>
                <a:lnTo>
                  <a:pt x="128" y="471"/>
                </a:lnTo>
                <a:lnTo>
                  <a:pt x="128" y="472"/>
                </a:lnTo>
                <a:lnTo>
                  <a:pt x="129" y="473"/>
                </a:lnTo>
                <a:lnTo>
                  <a:pt x="129" y="474"/>
                </a:lnTo>
                <a:lnTo>
                  <a:pt x="129" y="475"/>
                </a:lnTo>
                <a:lnTo>
                  <a:pt x="128" y="475"/>
                </a:lnTo>
                <a:lnTo>
                  <a:pt x="128" y="476"/>
                </a:lnTo>
                <a:lnTo>
                  <a:pt x="128" y="477"/>
                </a:lnTo>
                <a:lnTo>
                  <a:pt x="128" y="478"/>
                </a:lnTo>
                <a:lnTo>
                  <a:pt x="129" y="479"/>
                </a:lnTo>
                <a:lnTo>
                  <a:pt x="129" y="480"/>
                </a:lnTo>
                <a:lnTo>
                  <a:pt x="128" y="480"/>
                </a:lnTo>
                <a:lnTo>
                  <a:pt x="127" y="480"/>
                </a:lnTo>
                <a:lnTo>
                  <a:pt x="127" y="481"/>
                </a:lnTo>
                <a:lnTo>
                  <a:pt x="127" y="482"/>
                </a:lnTo>
                <a:lnTo>
                  <a:pt x="126" y="482"/>
                </a:lnTo>
                <a:lnTo>
                  <a:pt x="125" y="483"/>
                </a:lnTo>
                <a:lnTo>
                  <a:pt x="125" y="482"/>
                </a:lnTo>
                <a:lnTo>
                  <a:pt x="125" y="481"/>
                </a:lnTo>
                <a:lnTo>
                  <a:pt x="125" y="480"/>
                </a:lnTo>
                <a:lnTo>
                  <a:pt x="125" y="479"/>
                </a:lnTo>
                <a:lnTo>
                  <a:pt x="125" y="478"/>
                </a:lnTo>
                <a:lnTo>
                  <a:pt x="125" y="477"/>
                </a:lnTo>
                <a:lnTo>
                  <a:pt x="126" y="477"/>
                </a:lnTo>
                <a:lnTo>
                  <a:pt x="126" y="476"/>
                </a:lnTo>
                <a:lnTo>
                  <a:pt x="126" y="475"/>
                </a:lnTo>
                <a:lnTo>
                  <a:pt x="125" y="474"/>
                </a:lnTo>
                <a:lnTo>
                  <a:pt x="124" y="474"/>
                </a:lnTo>
                <a:lnTo>
                  <a:pt x="125" y="474"/>
                </a:lnTo>
                <a:lnTo>
                  <a:pt x="125" y="475"/>
                </a:lnTo>
                <a:lnTo>
                  <a:pt x="126" y="475"/>
                </a:lnTo>
                <a:lnTo>
                  <a:pt x="125" y="475"/>
                </a:lnTo>
                <a:lnTo>
                  <a:pt x="125" y="476"/>
                </a:lnTo>
                <a:lnTo>
                  <a:pt x="125" y="477"/>
                </a:lnTo>
                <a:lnTo>
                  <a:pt x="124" y="477"/>
                </a:lnTo>
                <a:lnTo>
                  <a:pt x="124" y="476"/>
                </a:lnTo>
                <a:lnTo>
                  <a:pt x="124" y="475"/>
                </a:lnTo>
                <a:lnTo>
                  <a:pt x="123" y="475"/>
                </a:lnTo>
                <a:lnTo>
                  <a:pt x="123" y="476"/>
                </a:lnTo>
                <a:lnTo>
                  <a:pt x="124" y="476"/>
                </a:lnTo>
                <a:lnTo>
                  <a:pt x="124" y="477"/>
                </a:lnTo>
                <a:lnTo>
                  <a:pt x="123" y="477"/>
                </a:lnTo>
                <a:lnTo>
                  <a:pt x="123" y="478"/>
                </a:lnTo>
                <a:lnTo>
                  <a:pt x="123" y="477"/>
                </a:lnTo>
                <a:lnTo>
                  <a:pt x="124" y="478"/>
                </a:lnTo>
                <a:lnTo>
                  <a:pt x="124" y="479"/>
                </a:lnTo>
                <a:lnTo>
                  <a:pt x="124" y="480"/>
                </a:lnTo>
                <a:lnTo>
                  <a:pt x="124" y="481"/>
                </a:lnTo>
                <a:lnTo>
                  <a:pt x="123" y="481"/>
                </a:lnTo>
                <a:lnTo>
                  <a:pt x="122" y="481"/>
                </a:lnTo>
                <a:lnTo>
                  <a:pt x="121" y="481"/>
                </a:lnTo>
                <a:lnTo>
                  <a:pt x="120" y="480"/>
                </a:lnTo>
                <a:lnTo>
                  <a:pt x="119" y="479"/>
                </a:lnTo>
                <a:lnTo>
                  <a:pt x="118" y="479"/>
                </a:lnTo>
                <a:lnTo>
                  <a:pt x="118" y="478"/>
                </a:lnTo>
                <a:lnTo>
                  <a:pt x="117" y="478"/>
                </a:lnTo>
                <a:lnTo>
                  <a:pt x="117" y="477"/>
                </a:lnTo>
                <a:lnTo>
                  <a:pt x="116" y="477"/>
                </a:lnTo>
                <a:lnTo>
                  <a:pt x="115" y="478"/>
                </a:lnTo>
                <a:lnTo>
                  <a:pt x="114" y="477"/>
                </a:lnTo>
                <a:lnTo>
                  <a:pt x="113" y="476"/>
                </a:lnTo>
                <a:lnTo>
                  <a:pt x="112" y="476"/>
                </a:lnTo>
                <a:lnTo>
                  <a:pt x="111" y="475"/>
                </a:lnTo>
                <a:lnTo>
                  <a:pt x="110" y="475"/>
                </a:lnTo>
                <a:lnTo>
                  <a:pt x="109" y="474"/>
                </a:lnTo>
                <a:lnTo>
                  <a:pt x="108" y="473"/>
                </a:lnTo>
                <a:lnTo>
                  <a:pt x="108" y="471"/>
                </a:lnTo>
                <a:lnTo>
                  <a:pt x="108" y="470"/>
                </a:lnTo>
                <a:lnTo>
                  <a:pt x="108" y="469"/>
                </a:lnTo>
                <a:lnTo>
                  <a:pt x="108" y="468"/>
                </a:lnTo>
                <a:lnTo>
                  <a:pt x="108" y="467"/>
                </a:lnTo>
                <a:lnTo>
                  <a:pt x="107" y="464"/>
                </a:lnTo>
                <a:lnTo>
                  <a:pt x="107" y="463"/>
                </a:lnTo>
                <a:lnTo>
                  <a:pt x="106" y="463"/>
                </a:lnTo>
                <a:lnTo>
                  <a:pt x="106" y="462"/>
                </a:lnTo>
                <a:lnTo>
                  <a:pt x="105" y="461"/>
                </a:lnTo>
                <a:lnTo>
                  <a:pt x="106" y="461"/>
                </a:lnTo>
                <a:lnTo>
                  <a:pt x="107" y="460"/>
                </a:lnTo>
                <a:lnTo>
                  <a:pt x="106" y="460"/>
                </a:lnTo>
                <a:lnTo>
                  <a:pt x="106" y="459"/>
                </a:lnTo>
                <a:lnTo>
                  <a:pt x="105" y="458"/>
                </a:lnTo>
                <a:lnTo>
                  <a:pt x="104" y="457"/>
                </a:lnTo>
                <a:lnTo>
                  <a:pt x="104" y="456"/>
                </a:lnTo>
                <a:lnTo>
                  <a:pt x="103" y="456"/>
                </a:lnTo>
                <a:lnTo>
                  <a:pt x="102" y="456"/>
                </a:lnTo>
                <a:lnTo>
                  <a:pt x="102" y="457"/>
                </a:lnTo>
                <a:lnTo>
                  <a:pt x="101" y="457"/>
                </a:lnTo>
                <a:lnTo>
                  <a:pt x="100" y="456"/>
                </a:lnTo>
                <a:lnTo>
                  <a:pt x="100" y="455"/>
                </a:lnTo>
                <a:lnTo>
                  <a:pt x="101" y="455"/>
                </a:lnTo>
                <a:lnTo>
                  <a:pt x="102" y="454"/>
                </a:lnTo>
                <a:lnTo>
                  <a:pt x="101" y="454"/>
                </a:lnTo>
                <a:lnTo>
                  <a:pt x="101" y="453"/>
                </a:lnTo>
                <a:lnTo>
                  <a:pt x="101" y="452"/>
                </a:lnTo>
                <a:lnTo>
                  <a:pt x="100" y="452"/>
                </a:lnTo>
                <a:lnTo>
                  <a:pt x="100" y="451"/>
                </a:lnTo>
                <a:lnTo>
                  <a:pt x="100" y="450"/>
                </a:lnTo>
                <a:lnTo>
                  <a:pt x="101" y="450"/>
                </a:lnTo>
                <a:lnTo>
                  <a:pt x="101" y="449"/>
                </a:lnTo>
                <a:lnTo>
                  <a:pt x="102" y="448"/>
                </a:lnTo>
                <a:lnTo>
                  <a:pt x="102" y="446"/>
                </a:lnTo>
                <a:lnTo>
                  <a:pt x="101" y="445"/>
                </a:lnTo>
                <a:lnTo>
                  <a:pt x="101" y="443"/>
                </a:lnTo>
                <a:lnTo>
                  <a:pt x="102" y="442"/>
                </a:lnTo>
                <a:lnTo>
                  <a:pt x="101" y="441"/>
                </a:lnTo>
                <a:lnTo>
                  <a:pt x="100" y="441"/>
                </a:lnTo>
                <a:lnTo>
                  <a:pt x="100" y="442"/>
                </a:lnTo>
                <a:lnTo>
                  <a:pt x="99" y="441"/>
                </a:lnTo>
                <a:lnTo>
                  <a:pt x="100" y="440"/>
                </a:lnTo>
                <a:lnTo>
                  <a:pt x="99" y="440"/>
                </a:lnTo>
                <a:lnTo>
                  <a:pt x="99" y="439"/>
                </a:lnTo>
                <a:lnTo>
                  <a:pt x="98" y="439"/>
                </a:lnTo>
                <a:lnTo>
                  <a:pt x="98" y="438"/>
                </a:lnTo>
                <a:lnTo>
                  <a:pt x="99" y="438"/>
                </a:lnTo>
                <a:lnTo>
                  <a:pt x="99" y="436"/>
                </a:lnTo>
                <a:lnTo>
                  <a:pt x="98" y="436"/>
                </a:lnTo>
                <a:lnTo>
                  <a:pt x="98" y="435"/>
                </a:lnTo>
                <a:lnTo>
                  <a:pt x="97" y="435"/>
                </a:lnTo>
                <a:lnTo>
                  <a:pt x="97" y="434"/>
                </a:lnTo>
                <a:lnTo>
                  <a:pt x="97" y="433"/>
                </a:lnTo>
                <a:lnTo>
                  <a:pt x="97" y="432"/>
                </a:lnTo>
                <a:lnTo>
                  <a:pt x="97" y="431"/>
                </a:lnTo>
                <a:lnTo>
                  <a:pt x="98" y="430"/>
                </a:lnTo>
                <a:lnTo>
                  <a:pt x="98" y="429"/>
                </a:lnTo>
                <a:lnTo>
                  <a:pt x="98" y="428"/>
                </a:lnTo>
                <a:lnTo>
                  <a:pt x="99" y="428"/>
                </a:lnTo>
                <a:lnTo>
                  <a:pt x="99" y="427"/>
                </a:lnTo>
                <a:lnTo>
                  <a:pt x="100" y="427"/>
                </a:lnTo>
                <a:lnTo>
                  <a:pt x="100" y="426"/>
                </a:lnTo>
                <a:lnTo>
                  <a:pt x="101" y="426"/>
                </a:lnTo>
                <a:lnTo>
                  <a:pt x="101" y="425"/>
                </a:lnTo>
                <a:lnTo>
                  <a:pt x="102" y="425"/>
                </a:lnTo>
                <a:lnTo>
                  <a:pt x="102" y="424"/>
                </a:lnTo>
                <a:lnTo>
                  <a:pt x="103" y="424"/>
                </a:lnTo>
                <a:lnTo>
                  <a:pt x="103" y="423"/>
                </a:lnTo>
                <a:lnTo>
                  <a:pt x="103" y="422"/>
                </a:lnTo>
                <a:lnTo>
                  <a:pt x="102" y="422"/>
                </a:lnTo>
                <a:lnTo>
                  <a:pt x="102" y="421"/>
                </a:lnTo>
                <a:lnTo>
                  <a:pt x="101" y="421"/>
                </a:lnTo>
                <a:lnTo>
                  <a:pt x="101" y="422"/>
                </a:lnTo>
                <a:lnTo>
                  <a:pt x="100" y="421"/>
                </a:lnTo>
                <a:lnTo>
                  <a:pt x="100" y="420"/>
                </a:lnTo>
                <a:lnTo>
                  <a:pt x="98" y="420"/>
                </a:lnTo>
                <a:lnTo>
                  <a:pt x="98" y="419"/>
                </a:lnTo>
                <a:lnTo>
                  <a:pt x="98" y="418"/>
                </a:lnTo>
                <a:lnTo>
                  <a:pt x="98" y="417"/>
                </a:lnTo>
                <a:lnTo>
                  <a:pt x="98" y="416"/>
                </a:lnTo>
                <a:lnTo>
                  <a:pt x="98" y="415"/>
                </a:lnTo>
                <a:lnTo>
                  <a:pt x="98" y="414"/>
                </a:lnTo>
                <a:lnTo>
                  <a:pt x="98" y="413"/>
                </a:lnTo>
                <a:lnTo>
                  <a:pt x="97" y="413"/>
                </a:lnTo>
                <a:lnTo>
                  <a:pt x="96" y="413"/>
                </a:lnTo>
                <a:lnTo>
                  <a:pt x="96" y="412"/>
                </a:lnTo>
                <a:lnTo>
                  <a:pt x="96" y="411"/>
                </a:lnTo>
                <a:lnTo>
                  <a:pt x="96" y="410"/>
                </a:lnTo>
                <a:lnTo>
                  <a:pt x="96" y="409"/>
                </a:lnTo>
                <a:lnTo>
                  <a:pt x="96" y="408"/>
                </a:lnTo>
                <a:lnTo>
                  <a:pt x="95" y="408"/>
                </a:lnTo>
                <a:lnTo>
                  <a:pt x="95" y="407"/>
                </a:lnTo>
                <a:lnTo>
                  <a:pt x="95" y="406"/>
                </a:lnTo>
                <a:lnTo>
                  <a:pt x="94" y="406"/>
                </a:lnTo>
                <a:lnTo>
                  <a:pt x="95" y="405"/>
                </a:lnTo>
                <a:lnTo>
                  <a:pt x="94" y="405"/>
                </a:lnTo>
                <a:lnTo>
                  <a:pt x="95" y="404"/>
                </a:lnTo>
                <a:lnTo>
                  <a:pt x="94" y="403"/>
                </a:lnTo>
                <a:lnTo>
                  <a:pt x="94" y="402"/>
                </a:lnTo>
                <a:lnTo>
                  <a:pt x="93" y="402"/>
                </a:lnTo>
                <a:lnTo>
                  <a:pt x="93" y="401"/>
                </a:lnTo>
                <a:lnTo>
                  <a:pt x="92" y="402"/>
                </a:lnTo>
                <a:lnTo>
                  <a:pt x="92" y="401"/>
                </a:lnTo>
                <a:lnTo>
                  <a:pt x="92" y="400"/>
                </a:lnTo>
                <a:lnTo>
                  <a:pt x="91" y="400"/>
                </a:lnTo>
                <a:lnTo>
                  <a:pt x="91" y="399"/>
                </a:lnTo>
                <a:lnTo>
                  <a:pt x="90" y="398"/>
                </a:lnTo>
                <a:lnTo>
                  <a:pt x="89" y="397"/>
                </a:lnTo>
                <a:lnTo>
                  <a:pt x="89" y="396"/>
                </a:lnTo>
                <a:lnTo>
                  <a:pt x="89" y="395"/>
                </a:lnTo>
                <a:lnTo>
                  <a:pt x="90" y="396"/>
                </a:lnTo>
                <a:lnTo>
                  <a:pt x="90" y="395"/>
                </a:lnTo>
                <a:lnTo>
                  <a:pt x="91" y="395"/>
                </a:lnTo>
                <a:lnTo>
                  <a:pt x="90" y="394"/>
                </a:lnTo>
                <a:lnTo>
                  <a:pt x="90" y="393"/>
                </a:lnTo>
                <a:lnTo>
                  <a:pt x="89" y="392"/>
                </a:lnTo>
                <a:lnTo>
                  <a:pt x="89" y="391"/>
                </a:lnTo>
                <a:lnTo>
                  <a:pt x="88" y="391"/>
                </a:lnTo>
                <a:lnTo>
                  <a:pt x="88" y="392"/>
                </a:lnTo>
                <a:lnTo>
                  <a:pt x="87" y="392"/>
                </a:lnTo>
                <a:lnTo>
                  <a:pt x="87" y="391"/>
                </a:lnTo>
                <a:lnTo>
                  <a:pt x="86" y="391"/>
                </a:lnTo>
                <a:lnTo>
                  <a:pt x="85" y="391"/>
                </a:lnTo>
                <a:lnTo>
                  <a:pt x="85" y="390"/>
                </a:lnTo>
                <a:lnTo>
                  <a:pt x="84" y="390"/>
                </a:lnTo>
                <a:lnTo>
                  <a:pt x="84" y="389"/>
                </a:lnTo>
                <a:lnTo>
                  <a:pt x="84" y="388"/>
                </a:lnTo>
                <a:lnTo>
                  <a:pt x="83" y="387"/>
                </a:lnTo>
                <a:lnTo>
                  <a:pt x="82" y="387"/>
                </a:lnTo>
                <a:lnTo>
                  <a:pt x="82" y="386"/>
                </a:lnTo>
                <a:lnTo>
                  <a:pt x="82" y="385"/>
                </a:lnTo>
                <a:lnTo>
                  <a:pt x="82" y="384"/>
                </a:lnTo>
                <a:lnTo>
                  <a:pt x="83" y="384"/>
                </a:lnTo>
                <a:lnTo>
                  <a:pt x="82" y="383"/>
                </a:lnTo>
                <a:lnTo>
                  <a:pt x="82" y="382"/>
                </a:lnTo>
                <a:lnTo>
                  <a:pt x="83" y="381"/>
                </a:lnTo>
                <a:lnTo>
                  <a:pt x="84" y="380"/>
                </a:lnTo>
                <a:lnTo>
                  <a:pt x="84" y="379"/>
                </a:lnTo>
                <a:lnTo>
                  <a:pt x="85" y="378"/>
                </a:lnTo>
                <a:lnTo>
                  <a:pt x="85" y="377"/>
                </a:lnTo>
                <a:lnTo>
                  <a:pt x="86" y="376"/>
                </a:lnTo>
                <a:lnTo>
                  <a:pt x="87" y="376"/>
                </a:lnTo>
                <a:lnTo>
                  <a:pt x="87" y="375"/>
                </a:lnTo>
                <a:lnTo>
                  <a:pt x="86" y="374"/>
                </a:lnTo>
                <a:lnTo>
                  <a:pt x="86" y="373"/>
                </a:lnTo>
                <a:lnTo>
                  <a:pt x="85" y="373"/>
                </a:lnTo>
                <a:lnTo>
                  <a:pt x="84" y="372"/>
                </a:lnTo>
                <a:lnTo>
                  <a:pt x="84" y="373"/>
                </a:lnTo>
                <a:lnTo>
                  <a:pt x="83" y="373"/>
                </a:lnTo>
                <a:lnTo>
                  <a:pt x="83" y="374"/>
                </a:lnTo>
                <a:lnTo>
                  <a:pt x="82" y="374"/>
                </a:lnTo>
                <a:lnTo>
                  <a:pt x="81" y="375"/>
                </a:lnTo>
                <a:lnTo>
                  <a:pt x="80" y="374"/>
                </a:lnTo>
                <a:lnTo>
                  <a:pt x="79" y="374"/>
                </a:lnTo>
                <a:lnTo>
                  <a:pt x="78" y="374"/>
                </a:lnTo>
                <a:lnTo>
                  <a:pt x="77" y="374"/>
                </a:lnTo>
                <a:lnTo>
                  <a:pt x="77" y="375"/>
                </a:lnTo>
                <a:lnTo>
                  <a:pt x="76" y="374"/>
                </a:lnTo>
                <a:lnTo>
                  <a:pt x="74" y="374"/>
                </a:lnTo>
                <a:lnTo>
                  <a:pt x="74" y="375"/>
                </a:lnTo>
                <a:lnTo>
                  <a:pt x="73" y="375"/>
                </a:lnTo>
                <a:lnTo>
                  <a:pt x="72" y="375"/>
                </a:lnTo>
                <a:lnTo>
                  <a:pt x="71" y="375"/>
                </a:lnTo>
                <a:lnTo>
                  <a:pt x="71" y="376"/>
                </a:lnTo>
                <a:lnTo>
                  <a:pt x="70" y="376"/>
                </a:lnTo>
                <a:lnTo>
                  <a:pt x="69" y="376"/>
                </a:lnTo>
                <a:lnTo>
                  <a:pt x="68" y="376"/>
                </a:lnTo>
                <a:lnTo>
                  <a:pt x="68" y="375"/>
                </a:lnTo>
                <a:lnTo>
                  <a:pt x="67" y="375"/>
                </a:lnTo>
                <a:lnTo>
                  <a:pt x="67" y="376"/>
                </a:lnTo>
                <a:lnTo>
                  <a:pt x="66" y="377"/>
                </a:lnTo>
                <a:lnTo>
                  <a:pt x="65" y="377"/>
                </a:lnTo>
                <a:lnTo>
                  <a:pt x="65" y="378"/>
                </a:lnTo>
                <a:lnTo>
                  <a:pt x="64" y="378"/>
                </a:lnTo>
                <a:lnTo>
                  <a:pt x="64" y="379"/>
                </a:lnTo>
                <a:lnTo>
                  <a:pt x="63" y="380"/>
                </a:lnTo>
                <a:lnTo>
                  <a:pt x="63" y="379"/>
                </a:lnTo>
                <a:lnTo>
                  <a:pt x="62" y="379"/>
                </a:lnTo>
                <a:lnTo>
                  <a:pt x="61" y="380"/>
                </a:lnTo>
                <a:lnTo>
                  <a:pt x="60" y="379"/>
                </a:lnTo>
                <a:lnTo>
                  <a:pt x="59" y="378"/>
                </a:lnTo>
                <a:lnTo>
                  <a:pt x="59" y="377"/>
                </a:lnTo>
                <a:lnTo>
                  <a:pt x="60" y="377"/>
                </a:lnTo>
                <a:lnTo>
                  <a:pt x="59" y="376"/>
                </a:lnTo>
                <a:lnTo>
                  <a:pt x="60" y="376"/>
                </a:lnTo>
                <a:lnTo>
                  <a:pt x="60" y="375"/>
                </a:lnTo>
                <a:lnTo>
                  <a:pt x="59" y="374"/>
                </a:lnTo>
                <a:lnTo>
                  <a:pt x="59" y="373"/>
                </a:lnTo>
                <a:lnTo>
                  <a:pt x="59" y="372"/>
                </a:lnTo>
                <a:lnTo>
                  <a:pt x="59" y="371"/>
                </a:lnTo>
                <a:lnTo>
                  <a:pt x="59" y="370"/>
                </a:lnTo>
                <a:lnTo>
                  <a:pt x="58" y="370"/>
                </a:lnTo>
                <a:lnTo>
                  <a:pt x="58" y="369"/>
                </a:lnTo>
                <a:lnTo>
                  <a:pt x="57" y="368"/>
                </a:lnTo>
                <a:lnTo>
                  <a:pt x="56" y="368"/>
                </a:lnTo>
                <a:lnTo>
                  <a:pt x="55" y="368"/>
                </a:lnTo>
                <a:lnTo>
                  <a:pt x="55" y="369"/>
                </a:lnTo>
                <a:lnTo>
                  <a:pt x="54" y="369"/>
                </a:lnTo>
                <a:lnTo>
                  <a:pt x="53" y="369"/>
                </a:lnTo>
                <a:lnTo>
                  <a:pt x="53" y="368"/>
                </a:lnTo>
                <a:lnTo>
                  <a:pt x="53" y="367"/>
                </a:lnTo>
                <a:lnTo>
                  <a:pt x="52" y="367"/>
                </a:lnTo>
                <a:lnTo>
                  <a:pt x="52" y="366"/>
                </a:lnTo>
                <a:lnTo>
                  <a:pt x="51" y="366"/>
                </a:lnTo>
                <a:lnTo>
                  <a:pt x="51" y="365"/>
                </a:lnTo>
                <a:lnTo>
                  <a:pt x="51" y="364"/>
                </a:lnTo>
                <a:lnTo>
                  <a:pt x="51" y="363"/>
                </a:lnTo>
                <a:lnTo>
                  <a:pt x="50" y="362"/>
                </a:lnTo>
                <a:lnTo>
                  <a:pt x="50" y="361"/>
                </a:lnTo>
                <a:lnTo>
                  <a:pt x="49" y="361"/>
                </a:lnTo>
                <a:lnTo>
                  <a:pt x="48" y="361"/>
                </a:lnTo>
                <a:lnTo>
                  <a:pt x="48" y="360"/>
                </a:lnTo>
                <a:lnTo>
                  <a:pt x="47" y="360"/>
                </a:lnTo>
                <a:lnTo>
                  <a:pt x="47" y="359"/>
                </a:lnTo>
                <a:lnTo>
                  <a:pt x="47" y="358"/>
                </a:lnTo>
                <a:lnTo>
                  <a:pt x="48" y="358"/>
                </a:lnTo>
                <a:lnTo>
                  <a:pt x="49" y="357"/>
                </a:lnTo>
                <a:lnTo>
                  <a:pt x="50" y="357"/>
                </a:lnTo>
                <a:lnTo>
                  <a:pt x="51" y="356"/>
                </a:lnTo>
                <a:lnTo>
                  <a:pt x="50" y="355"/>
                </a:lnTo>
                <a:lnTo>
                  <a:pt x="49" y="355"/>
                </a:lnTo>
                <a:lnTo>
                  <a:pt x="49" y="354"/>
                </a:lnTo>
                <a:lnTo>
                  <a:pt x="49" y="353"/>
                </a:lnTo>
                <a:lnTo>
                  <a:pt x="49" y="352"/>
                </a:lnTo>
                <a:lnTo>
                  <a:pt x="48" y="352"/>
                </a:lnTo>
                <a:lnTo>
                  <a:pt x="47" y="352"/>
                </a:lnTo>
                <a:lnTo>
                  <a:pt x="47" y="353"/>
                </a:lnTo>
                <a:lnTo>
                  <a:pt x="46" y="353"/>
                </a:lnTo>
                <a:lnTo>
                  <a:pt x="46" y="354"/>
                </a:lnTo>
                <a:lnTo>
                  <a:pt x="45" y="354"/>
                </a:lnTo>
                <a:lnTo>
                  <a:pt x="45" y="356"/>
                </a:lnTo>
                <a:lnTo>
                  <a:pt x="45" y="357"/>
                </a:lnTo>
                <a:lnTo>
                  <a:pt x="44" y="357"/>
                </a:lnTo>
                <a:lnTo>
                  <a:pt x="44" y="358"/>
                </a:lnTo>
                <a:lnTo>
                  <a:pt x="43" y="358"/>
                </a:lnTo>
                <a:lnTo>
                  <a:pt x="42" y="358"/>
                </a:lnTo>
                <a:lnTo>
                  <a:pt x="41" y="359"/>
                </a:lnTo>
                <a:lnTo>
                  <a:pt x="40" y="360"/>
                </a:lnTo>
                <a:lnTo>
                  <a:pt x="39" y="360"/>
                </a:lnTo>
                <a:lnTo>
                  <a:pt x="38" y="360"/>
                </a:lnTo>
                <a:lnTo>
                  <a:pt x="37" y="360"/>
                </a:lnTo>
                <a:lnTo>
                  <a:pt x="37" y="361"/>
                </a:lnTo>
                <a:lnTo>
                  <a:pt x="36" y="361"/>
                </a:lnTo>
                <a:lnTo>
                  <a:pt x="35" y="361"/>
                </a:lnTo>
                <a:lnTo>
                  <a:pt x="35" y="360"/>
                </a:lnTo>
                <a:lnTo>
                  <a:pt x="34" y="360"/>
                </a:lnTo>
                <a:lnTo>
                  <a:pt x="35" y="359"/>
                </a:lnTo>
                <a:lnTo>
                  <a:pt x="35" y="358"/>
                </a:lnTo>
                <a:lnTo>
                  <a:pt x="36" y="358"/>
                </a:lnTo>
                <a:lnTo>
                  <a:pt x="36" y="357"/>
                </a:lnTo>
                <a:lnTo>
                  <a:pt x="35" y="357"/>
                </a:lnTo>
                <a:lnTo>
                  <a:pt x="34" y="357"/>
                </a:lnTo>
                <a:lnTo>
                  <a:pt x="33" y="356"/>
                </a:lnTo>
                <a:lnTo>
                  <a:pt x="33" y="355"/>
                </a:lnTo>
                <a:lnTo>
                  <a:pt x="32" y="354"/>
                </a:lnTo>
                <a:lnTo>
                  <a:pt x="31" y="354"/>
                </a:lnTo>
                <a:lnTo>
                  <a:pt x="31" y="353"/>
                </a:lnTo>
                <a:lnTo>
                  <a:pt x="31" y="352"/>
                </a:lnTo>
                <a:lnTo>
                  <a:pt x="30" y="352"/>
                </a:lnTo>
                <a:lnTo>
                  <a:pt x="30" y="353"/>
                </a:lnTo>
                <a:lnTo>
                  <a:pt x="29" y="353"/>
                </a:lnTo>
                <a:lnTo>
                  <a:pt x="29" y="354"/>
                </a:lnTo>
                <a:lnTo>
                  <a:pt x="28" y="354"/>
                </a:lnTo>
                <a:lnTo>
                  <a:pt x="27" y="355"/>
                </a:lnTo>
                <a:lnTo>
                  <a:pt x="26" y="355"/>
                </a:lnTo>
                <a:lnTo>
                  <a:pt x="26" y="356"/>
                </a:lnTo>
                <a:lnTo>
                  <a:pt x="26" y="355"/>
                </a:lnTo>
                <a:lnTo>
                  <a:pt x="25" y="355"/>
                </a:lnTo>
                <a:lnTo>
                  <a:pt x="24" y="355"/>
                </a:lnTo>
                <a:lnTo>
                  <a:pt x="23" y="355"/>
                </a:lnTo>
                <a:lnTo>
                  <a:pt x="22" y="355"/>
                </a:lnTo>
                <a:lnTo>
                  <a:pt x="22" y="356"/>
                </a:lnTo>
                <a:lnTo>
                  <a:pt x="21" y="356"/>
                </a:lnTo>
                <a:lnTo>
                  <a:pt x="21" y="355"/>
                </a:lnTo>
                <a:lnTo>
                  <a:pt x="20" y="355"/>
                </a:lnTo>
                <a:lnTo>
                  <a:pt x="19" y="354"/>
                </a:lnTo>
                <a:lnTo>
                  <a:pt x="18" y="354"/>
                </a:lnTo>
                <a:lnTo>
                  <a:pt x="18" y="353"/>
                </a:lnTo>
                <a:lnTo>
                  <a:pt x="18" y="352"/>
                </a:lnTo>
                <a:lnTo>
                  <a:pt x="17" y="352"/>
                </a:lnTo>
                <a:lnTo>
                  <a:pt x="17" y="351"/>
                </a:lnTo>
                <a:lnTo>
                  <a:pt x="16" y="350"/>
                </a:lnTo>
                <a:lnTo>
                  <a:pt x="15" y="349"/>
                </a:lnTo>
                <a:lnTo>
                  <a:pt x="14" y="350"/>
                </a:lnTo>
                <a:lnTo>
                  <a:pt x="13" y="350"/>
                </a:lnTo>
                <a:lnTo>
                  <a:pt x="12" y="350"/>
                </a:lnTo>
                <a:lnTo>
                  <a:pt x="12" y="348"/>
                </a:lnTo>
                <a:lnTo>
                  <a:pt x="11" y="348"/>
                </a:lnTo>
                <a:lnTo>
                  <a:pt x="11" y="349"/>
                </a:lnTo>
                <a:lnTo>
                  <a:pt x="10" y="349"/>
                </a:lnTo>
                <a:lnTo>
                  <a:pt x="9" y="348"/>
                </a:lnTo>
                <a:lnTo>
                  <a:pt x="8" y="348"/>
                </a:lnTo>
                <a:lnTo>
                  <a:pt x="7" y="348"/>
                </a:lnTo>
                <a:lnTo>
                  <a:pt x="6" y="348"/>
                </a:lnTo>
                <a:lnTo>
                  <a:pt x="6" y="347"/>
                </a:lnTo>
                <a:lnTo>
                  <a:pt x="5" y="347"/>
                </a:lnTo>
                <a:lnTo>
                  <a:pt x="5" y="346"/>
                </a:lnTo>
                <a:lnTo>
                  <a:pt x="4" y="346"/>
                </a:lnTo>
                <a:lnTo>
                  <a:pt x="3" y="345"/>
                </a:lnTo>
                <a:lnTo>
                  <a:pt x="3" y="344"/>
                </a:lnTo>
                <a:lnTo>
                  <a:pt x="2" y="344"/>
                </a:lnTo>
                <a:lnTo>
                  <a:pt x="2" y="343"/>
                </a:lnTo>
                <a:lnTo>
                  <a:pt x="2" y="342"/>
                </a:lnTo>
                <a:lnTo>
                  <a:pt x="3" y="342"/>
                </a:lnTo>
                <a:lnTo>
                  <a:pt x="4" y="343"/>
                </a:lnTo>
                <a:lnTo>
                  <a:pt x="4" y="344"/>
                </a:lnTo>
                <a:lnTo>
                  <a:pt x="5" y="343"/>
                </a:lnTo>
                <a:lnTo>
                  <a:pt x="5" y="344"/>
                </a:lnTo>
                <a:lnTo>
                  <a:pt x="6" y="344"/>
                </a:lnTo>
                <a:lnTo>
                  <a:pt x="7" y="343"/>
                </a:lnTo>
                <a:lnTo>
                  <a:pt x="6" y="343"/>
                </a:lnTo>
                <a:lnTo>
                  <a:pt x="6" y="342"/>
                </a:lnTo>
                <a:lnTo>
                  <a:pt x="5" y="341"/>
                </a:lnTo>
                <a:lnTo>
                  <a:pt x="5" y="340"/>
                </a:lnTo>
                <a:lnTo>
                  <a:pt x="4" y="340"/>
                </a:lnTo>
                <a:lnTo>
                  <a:pt x="3" y="340"/>
                </a:lnTo>
                <a:lnTo>
                  <a:pt x="2" y="339"/>
                </a:lnTo>
                <a:lnTo>
                  <a:pt x="2" y="338"/>
                </a:lnTo>
                <a:lnTo>
                  <a:pt x="2" y="337"/>
                </a:lnTo>
                <a:lnTo>
                  <a:pt x="3" y="337"/>
                </a:lnTo>
                <a:lnTo>
                  <a:pt x="4" y="337"/>
                </a:lnTo>
                <a:lnTo>
                  <a:pt x="4" y="336"/>
                </a:lnTo>
                <a:lnTo>
                  <a:pt x="5" y="335"/>
                </a:lnTo>
                <a:lnTo>
                  <a:pt x="6" y="335"/>
                </a:lnTo>
                <a:lnTo>
                  <a:pt x="6" y="336"/>
                </a:lnTo>
                <a:lnTo>
                  <a:pt x="6" y="335"/>
                </a:lnTo>
                <a:lnTo>
                  <a:pt x="7" y="335"/>
                </a:lnTo>
                <a:lnTo>
                  <a:pt x="7" y="334"/>
                </a:lnTo>
                <a:lnTo>
                  <a:pt x="6" y="334"/>
                </a:lnTo>
                <a:lnTo>
                  <a:pt x="6" y="333"/>
                </a:lnTo>
                <a:lnTo>
                  <a:pt x="6" y="332"/>
                </a:lnTo>
                <a:lnTo>
                  <a:pt x="6" y="331"/>
                </a:lnTo>
                <a:lnTo>
                  <a:pt x="5" y="331"/>
                </a:lnTo>
                <a:lnTo>
                  <a:pt x="4" y="331"/>
                </a:lnTo>
                <a:lnTo>
                  <a:pt x="4" y="330"/>
                </a:lnTo>
                <a:lnTo>
                  <a:pt x="4" y="331"/>
                </a:lnTo>
                <a:lnTo>
                  <a:pt x="3" y="331"/>
                </a:lnTo>
                <a:lnTo>
                  <a:pt x="3" y="330"/>
                </a:lnTo>
                <a:lnTo>
                  <a:pt x="3" y="329"/>
                </a:lnTo>
                <a:lnTo>
                  <a:pt x="2" y="328"/>
                </a:lnTo>
                <a:lnTo>
                  <a:pt x="2" y="327"/>
                </a:lnTo>
                <a:lnTo>
                  <a:pt x="3" y="327"/>
                </a:lnTo>
                <a:lnTo>
                  <a:pt x="4" y="327"/>
                </a:lnTo>
                <a:lnTo>
                  <a:pt x="3" y="326"/>
                </a:lnTo>
                <a:lnTo>
                  <a:pt x="3" y="325"/>
                </a:lnTo>
                <a:lnTo>
                  <a:pt x="3" y="324"/>
                </a:lnTo>
                <a:lnTo>
                  <a:pt x="2" y="324"/>
                </a:lnTo>
                <a:lnTo>
                  <a:pt x="1" y="324"/>
                </a:lnTo>
                <a:lnTo>
                  <a:pt x="0" y="324"/>
                </a:lnTo>
                <a:lnTo>
                  <a:pt x="0" y="323"/>
                </a:lnTo>
                <a:lnTo>
                  <a:pt x="1" y="323"/>
                </a:lnTo>
                <a:lnTo>
                  <a:pt x="1" y="322"/>
                </a:lnTo>
                <a:lnTo>
                  <a:pt x="0" y="322"/>
                </a:lnTo>
                <a:lnTo>
                  <a:pt x="1" y="321"/>
                </a:lnTo>
                <a:lnTo>
                  <a:pt x="1" y="319"/>
                </a:lnTo>
                <a:lnTo>
                  <a:pt x="0" y="319"/>
                </a:lnTo>
                <a:lnTo>
                  <a:pt x="0" y="318"/>
                </a:lnTo>
                <a:lnTo>
                  <a:pt x="1" y="318"/>
                </a:lnTo>
                <a:lnTo>
                  <a:pt x="2" y="317"/>
                </a:lnTo>
                <a:lnTo>
                  <a:pt x="2" y="318"/>
                </a:lnTo>
                <a:lnTo>
                  <a:pt x="3" y="318"/>
                </a:lnTo>
                <a:lnTo>
                  <a:pt x="4" y="317"/>
                </a:lnTo>
                <a:lnTo>
                  <a:pt x="5" y="316"/>
                </a:lnTo>
                <a:lnTo>
                  <a:pt x="6" y="316"/>
                </a:lnTo>
                <a:lnTo>
                  <a:pt x="7" y="315"/>
                </a:lnTo>
                <a:lnTo>
                  <a:pt x="8" y="315"/>
                </a:lnTo>
                <a:lnTo>
                  <a:pt x="8" y="314"/>
                </a:lnTo>
                <a:lnTo>
                  <a:pt x="8" y="313"/>
                </a:lnTo>
                <a:lnTo>
                  <a:pt x="9" y="312"/>
                </a:lnTo>
                <a:lnTo>
                  <a:pt x="9" y="311"/>
                </a:lnTo>
                <a:lnTo>
                  <a:pt x="9" y="310"/>
                </a:lnTo>
                <a:lnTo>
                  <a:pt x="10" y="310"/>
                </a:lnTo>
                <a:lnTo>
                  <a:pt x="11" y="310"/>
                </a:lnTo>
                <a:lnTo>
                  <a:pt x="11" y="309"/>
                </a:lnTo>
                <a:lnTo>
                  <a:pt x="12" y="309"/>
                </a:lnTo>
                <a:lnTo>
                  <a:pt x="12" y="310"/>
                </a:lnTo>
                <a:lnTo>
                  <a:pt x="13" y="309"/>
                </a:lnTo>
                <a:lnTo>
                  <a:pt x="14" y="308"/>
                </a:lnTo>
                <a:lnTo>
                  <a:pt x="14" y="307"/>
                </a:lnTo>
                <a:lnTo>
                  <a:pt x="13" y="306"/>
                </a:lnTo>
                <a:lnTo>
                  <a:pt x="14" y="306"/>
                </a:lnTo>
                <a:lnTo>
                  <a:pt x="14" y="305"/>
                </a:lnTo>
                <a:lnTo>
                  <a:pt x="14" y="304"/>
                </a:lnTo>
                <a:lnTo>
                  <a:pt x="12" y="304"/>
                </a:lnTo>
                <a:lnTo>
                  <a:pt x="13" y="304"/>
                </a:lnTo>
                <a:lnTo>
                  <a:pt x="14" y="303"/>
                </a:lnTo>
                <a:lnTo>
                  <a:pt x="13" y="303"/>
                </a:lnTo>
                <a:lnTo>
                  <a:pt x="13" y="302"/>
                </a:lnTo>
                <a:lnTo>
                  <a:pt x="13" y="301"/>
                </a:lnTo>
                <a:lnTo>
                  <a:pt x="14" y="300"/>
                </a:lnTo>
                <a:lnTo>
                  <a:pt x="14" y="299"/>
                </a:lnTo>
                <a:lnTo>
                  <a:pt x="14" y="298"/>
                </a:lnTo>
                <a:lnTo>
                  <a:pt x="14" y="297"/>
                </a:lnTo>
                <a:lnTo>
                  <a:pt x="15" y="297"/>
                </a:lnTo>
                <a:lnTo>
                  <a:pt x="16" y="296"/>
                </a:lnTo>
                <a:lnTo>
                  <a:pt x="15" y="296"/>
                </a:lnTo>
                <a:lnTo>
                  <a:pt x="16" y="295"/>
                </a:lnTo>
                <a:lnTo>
                  <a:pt x="15" y="295"/>
                </a:lnTo>
                <a:lnTo>
                  <a:pt x="15" y="294"/>
                </a:lnTo>
                <a:lnTo>
                  <a:pt x="15" y="293"/>
                </a:lnTo>
                <a:lnTo>
                  <a:pt x="14" y="293"/>
                </a:lnTo>
                <a:lnTo>
                  <a:pt x="15" y="291"/>
                </a:lnTo>
                <a:lnTo>
                  <a:pt x="14" y="291"/>
                </a:lnTo>
                <a:lnTo>
                  <a:pt x="14" y="290"/>
                </a:lnTo>
                <a:lnTo>
                  <a:pt x="14" y="289"/>
                </a:lnTo>
                <a:lnTo>
                  <a:pt x="15" y="289"/>
                </a:lnTo>
                <a:lnTo>
                  <a:pt x="15" y="288"/>
                </a:lnTo>
                <a:lnTo>
                  <a:pt x="16" y="287"/>
                </a:lnTo>
                <a:lnTo>
                  <a:pt x="17" y="287"/>
                </a:lnTo>
                <a:lnTo>
                  <a:pt x="17" y="285"/>
                </a:lnTo>
                <a:lnTo>
                  <a:pt x="17" y="284"/>
                </a:lnTo>
                <a:lnTo>
                  <a:pt x="17" y="283"/>
                </a:lnTo>
                <a:lnTo>
                  <a:pt x="17" y="284"/>
                </a:lnTo>
                <a:lnTo>
                  <a:pt x="18" y="284"/>
                </a:lnTo>
                <a:lnTo>
                  <a:pt x="19" y="283"/>
                </a:lnTo>
                <a:lnTo>
                  <a:pt x="19" y="282"/>
                </a:lnTo>
                <a:lnTo>
                  <a:pt x="19" y="281"/>
                </a:lnTo>
                <a:lnTo>
                  <a:pt x="18" y="281"/>
                </a:lnTo>
                <a:lnTo>
                  <a:pt x="18" y="280"/>
                </a:lnTo>
                <a:lnTo>
                  <a:pt x="18" y="278"/>
                </a:lnTo>
                <a:lnTo>
                  <a:pt x="17" y="278"/>
                </a:lnTo>
                <a:lnTo>
                  <a:pt x="17" y="277"/>
                </a:lnTo>
                <a:lnTo>
                  <a:pt x="18" y="277"/>
                </a:lnTo>
                <a:lnTo>
                  <a:pt x="18" y="276"/>
                </a:lnTo>
                <a:lnTo>
                  <a:pt x="17" y="276"/>
                </a:lnTo>
                <a:lnTo>
                  <a:pt x="17" y="275"/>
                </a:lnTo>
                <a:lnTo>
                  <a:pt x="18" y="275"/>
                </a:lnTo>
                <a:lnTo>
                  <a:pt x="18" y="274"/>
                </a:lnTo>
                <a:lnTo>
                  <a:pt x="19" y="274"/>
                </a:lnTo>
                <a:lnTo>
                  <a:pt x="19" y="275"/>
                </a:lnTo>
                <a:lnTo>
                  <a:pt x="20" y="275"/>
                </a:lnTo>
                <a:lnTo>
                  <a:pt x="20" y="274"/>
                </a:lnTo>
                <a:lnTo>
                  <a:pt x="20" y="273"/>
                </a:lnTo>
                <a:lnTo>
                  <a:pt x="19" y="273"/>
                </a:lnTo>
                <a:lnTo>
                  <a:pt x="19" y="272"/>
                </a:lnTo>
                <a:lnTo>
                  <a:pt x="19" y="271"/>
                </a:lnTo>
                <a:lnTo>
                  <a:pt x="19" y="270"/>
                </a:lnTo>
                <a:lnTo>
                  <a:pt x="18" y="270"/>
                </a:lnTo>
                <a:lnTo>
                  <a:pt x="19" y="269"/>
                </a:lnTo>
                <a:lnTo>
                  <a:pt x="19" y="268"/>
                </a:lnTo>
                <a:lnTo>
                  <a:pt x="19" y="269"/>
                </a:lnTo>
                <a:lnTo>
                  <a:pt x="20" y="269"/>
                </a:lnTo>
                <a:lnTo>
                  <a:pt x="20" y="268"/>
                </a:lnTo>
                <a:lnTo>
                  <a:pt x="19" y="268"/>
                </a:lnTo>
                <a:lnTo>
                  <a:pt x="19" y="267"/>
                </a:lnTo>
                <a:lnTo>
                  <a:pt x="20" y="267"/>
                </a:lnTo>
                <a:lnTo>
                  <a:pt x="20" y="268"/>
                </a:lnTo>
                <a:lnTo>
                  <a:pt x="21" y="268"/>
                </a:lnTo>
                <a:lnTo>
                  <a:pt x="22" y="268"/>
                </a:lnTo>
                <a:lnTo>
                  <a:pt x="23" y="268"/>
                </a:lnTo>
                <a:lnTo>
                  <a:pt x="23" y="267"/>
                </a:lnTo>
                <a:lnTo>
                  <a:pt x="23" y="266"/>
                </a:lnTo>
                <a:lnTo>
                  <a:pt x="23" y="265"/>
                </a:lnTo>
                <a:lnTo>
                  <a:pt x="24" y="265"/>
                </a:lnTo>
                <a:lnTo>
                  <a:pt x="24" y="264"/>
                </a:lnTo>
                <a:lnTo>
                  <a:pt x="24" y="263"/>
                </a:lnTo>
                <a:lnTo>
                  <a:pt x="25" y="263"/>
                </a:lnTo>
                <a:lnTo>
                  <a:pt x="25" y="262"/>
                </a:lnTo>
                <a:lnTo>
                  <a:pt x="26" y="262"/>
                </a:lnTo>
                <a:lnTo>
                  <a:pt x="27" y="262"/>
                </a:lnTo>
                <a:lnTo>
                  <a:pt x="28" y="261"/>
                </a:lnTo>
                <a:lnTo>
                  <a:pt x="29" y="261"/>
                </a:lnTo>
                <a:lnTo>
                  <a:pt x="28" y="262"/>
                </a:lnTo>
                <a:lnTo>
                  <a:pt x="28" y="263"/>
                </a:lnTo>
                <a:lnTo>
                  <a:pt x="29" y="263"/>
                </a:lnTo>
                <a:lnTo>
                  <a:pt x="30" y="262"/>
                </a:lnTo>
                <a:lnTo>
                  <a:pt x="30" y="261"/>
                </a:lnTo>
                <a:lnTo>
                  <a:pt x="30" y="260"/>
                </a:lnTo>
                <a:lnTo>
                  <a:pt x="29" y="259"/>
                </a:lnTo>
                <a:lnTo>
                  <a:pt x="29" y="258"/>
                </a:lnTo>
                <a:lnTo>
                  <a:pt x="28" y="258"/>
                </a:lnTo>
                <a:lnTo>
                  <a:pt x="28" y="257"/>
                </a:lnTo>
                <a:lnTo>
                  <a:pt x="28" y="256"/>
                </a:lnTo>
                <a:lnTo>
                  <a:pt x="27" y="256"/>
                </a:lnTo>
                <a:lnTo>
                  <a:pt x="26" y="256"/>
                </a:lnTo>
                <a:lnTo>
                  <a:pt x="26" y="255"/>
                </a:lnTo>
                <a:lnTo>
                  <a:pt x="25" y="255"/>
                </a:lnTo>
                <a:lnTo>
                  <a:pt x="25" y="254"/>
                </a:lnTo>
                <a:lnTo>
                  <a:pt x="25" y="253"/>
                </a:lnTo>
                <a:lnTo>
                  <a:pt x="25" y="252"/>
                </a:lnTo>
                <a:lnTo>
                  <a:pt x="26" y="252"/>
                </a:lnTo>
                <a:lnTo>
                  <a:pt x="26" y="251"/>
                </a:lnTo>
                <a:lnTo>
                  <a:pt x="27" y="250"/>
                </a:lnTo>
                <a:lnTo>
                  <a:pt x="28" y="250"/>
                </a:lnTo>
                <a:lnTo>
                  <a:pt x="29" y="250"/>
                </a:lnTo>
                <a:lnTo>
                  <a:pt x="29" y="249"/>
                </a:lnTo>
                <a:lnTo>
                  <a:pt x="29" y="248"/>
                </a:lnTo>
                <a:lnTo>
                  <a:pt x="30" y="248"/>
                </a:lnTo>
                <a:lnTo>
                  <a:pt x="30" y="247"/>
                </a:lnTo>
                <a:lnTo>
                  <a:pt x="31" y="247"/>
                </a:lnTo>
                <a:lnTo>
                  <a:pt x="32" y="247"/>
                </a:lnTo>
                <a:lnTo>
                  <a:pt x="33" y="247"/>
                </a:lnTo>
                <a:lnTo>
                  <a:pt x="34" y="247"/>
                </a:lnTo>
                <a:lnTo>
                  <a:pt x="35" y="248"/>
                </a:lnTo>
                <a:lnTo>
                  <a:pt x="35" y="247"/>
                </a:lnTo>
                <a:lnTo>
                  <a:pt x="36" y="247"/>
                </a:lnTo>
                <a:lnTo>
                  <a:pt x="37" y="247"/>
                </a:lnTo>
                <a:lnTo>
                  <a:pt x="37" y="246"/>
                </a:lnTo>
                <a:lnTo>
                  <a:pt x="38" y="246"/>
                </a:lnTo>
                <a:lnTo>
                  <a:pt x="39" y="246"/>
                </a:lnTo>
                <a:lnTo>
                  <a:pt x="39" y="245"/>
                </a:lnTo>
                <a:lnTo>
                  <a:pt x="40" y="245"/>
                </a:lnTo>
                <a:lnTo>
                  <a:pt x="40" y="246"/>
                </a:lnTo>
                <a:lnTo>
                  <a:pt x="41" y="245"/>
                </a:lnTo>
                <a:lnTo>
                  <a:pt x="41" y="244"/>
                </a:lnTo>
                <a:lnTo>
                  <a:pt x="42" y="244"/>
                </a:lnTo>
                <a:lnTo>
                  <a:pt x="42" y="243"/>
                </a:lnTo>
                <a:lnTo>
                  <a:pt x="43" y="242"/>
                </a:lnTo>
                <a:lnTo>
                  <a:pt x="44" y="242"/>
                </a:lnTo>
                <a:lnTo>
                  <a:pt x="44" y="241"/>
                </a:lnTo>
                <a:lnTo>
                  <a:pt x="45" y="241"/>
                </a:lnTo>
                <a:lnTo>
                  <a:pt x="46" y="241"/>
                </a:lnTo>
                <a:lnTo>
                  <a:pt x="47" y="241"/>
                </a:lnTo>
                <a:lnTo>
                  <a:pt x="47" y="240"/>
                </a:lnTo>
                <a:lnTo>
                  <a:pt x="46" y="239"/>
                </a:lnTo>
                <a:lnTo>
                  <a:pt x="46" y="238"/>
                </a:lnTo>
                <a:lnTo>
                  <a:pt x="46" y="237"/>
                </a:lnTo>
                <a:lnTo>
                  <a:pt x="47" y="237"/>
                </a:lnTo>
                <a:lnTo>
                  <a:pt x="47" y="236"/>
                </a:lnTo>
                <a:lnTo>
                  <a:pt x="48" y="236"/>
                </a:lnTo>
                <a:lnTo>
                  <a:pt x="48" y="235"/>
                </a:lnTo>
                <a:lnTo>
                  <a:pt x="48" y="234"/>
                </a:lnTo>
                <a:lnTo>
                  <a:pt x="49" y="234"/>
                </a:lnTo>
                <a:lnTo>
                  <a:pt x="49" y="233"/>
                </a:lnTo>
                <a:lnTo>
                  <a:pt x="49" y="234"/>
                </a:lnTo>
                <a:lnTo>
                  <a:pt x="50" y="233"/>
                </a:lnTo>
                <a:lnTo>
                  <a:pt x="50" y="232"/>
                </a:lnTo>
                <a:lnTo>
                  <a:pt x="51" y="232"/>
                </a:lnTo>
                <a:lnTo>
                  <a:pt x="51" y="231"/>
                </a:lnTo>
                <a:lnTo>
                  <a:pt x="51" y="230"/>
                </a:lnTo>
                <a:lnTo>
                  <a:pt x="52" y="230"/>
                </a:lnTo>
                <a:lnTo>
                  <a:pt x="53" y="230"/>
                </a:lnTo>
                <a:lnTo>
                  <a:pt x="53" y="229"/>
                </a:lnTo>
                <a:lnTo>
                  <a:pt x="54" y="229"/>
                </a:lnTo>
                <a:lnTo>
                  <a:pt x="55" y="228"/>
                </a:lnTo>
                <a:lnTo>
                  <a:pt x="55" y="227"/>
                </a:lnTo>
                <a:lnTo>
                  <a:pt x="56" y="227"/>
                </a:lnTo>
                <a:lnTo>
                  <a:pt x="57" y="226"/>
                </a:lnTo>
                <a:lnTo>
                  <a:pt x="58" y="225"/>
                </a:lnTo>
                <a:lnTo>
                  <a:pt x="57" y="224"/>
                </a:lnTo>
                <a:lnTo>
                  <a:pt x="57" y="223"/>
                </a:lnTo>
                <a:lnTo>
                  <a:pt x="57" y="222"/>
                </a:lnTo>
                <a:lnTo>
                  <a:pt x="57" y="221"/>
                </a:lnTo>
                <a:lnTo>
                  <a:pt x="57" y="220"/>
                </a:lnTo>
                <a:lnTo>
                  <a:pt x="56" y="220"/>
                </a:lnTo>
                <a:lnTo>
                  <a:pt x="56" y="219"/>
                </a:lnTo>
                <a:lnTo>
                  <a:pt x="55" y="219"/>
                </a:lnTo>
                <a:lnTo>
                  <a:pt x="55" y="220"/>
                </a:lnTo>
                <a:lnTo>
                  <a:pt x="54" y="220"/>
                </a:lnTo>
                <a:lnTo>
                  <a:pt x="53" y="220"/>
                </a:lnTo>
                <a:lnTo>
                  <a:pt x="53" y="221"/>
                </a:lnTo>
                <a:lnTo>
                  <a:pt x="52" y="221"/>
                </a:lnTo>
                <a:lnTo>
                  <a:pt x="51" y="221"/>
                </a:lnTo>
                <a:lnTo>
                  <a:pt x="52" y="221"/>
                </a:lnTo>
                <a:lnTo>
                  <a:pt x="52" y="220"/>
                </a:lnTo>
                <a:lnTo>
                  <a:pt x="51" y="220"/>
                </a:lnTo>
                <a:lnTo>
                  <a:pt x="51" y="221"/>
                </a:lnTo>
                <a:lnTo>
                  <a:pt x="50" y="221"/>
                </a:lnTo>
                <a:lnTo>
                  <a:pt x="50" y="220"/>
                </a:lnTo>
                <a:lnTo>
                  <a:pt x="49" y="220"/>
                </a:lnTo>
                <a:lnTo>
                  <a:pt x="49" y="219"/>
                </a:lnTo>
                <a:lnTo>
                  <a:pt x="49" y="218"/>
                </a:lnTo>
                <a:lnTo>
                  <a:pt x="50" y="218"/>
                </a:lnTo>
                <a:lnTo>
                  <a:pt x="49" y="217"/>
                </a:lnTo>
                <a:lnTo>
                  <a:pt x="49" y="216"/>
                </a:lnTo>
                <a:lnTo>
                  <a:pt x="48" y="216"/>
                </a:lnTo>
                <a:lnTo>
                  <a:pt x="49" y="216"/>
                </a:lnTo>
                <a:lnTo>
                  <a:pt x="49" y="215"/>
                </a:lnTo>
                <a:lnTo>
                  <a:pt x="49" y="214"/>
                </a:lnTo>
                <a:lnTo>
                  <a:pt x="48" y="214"/>
                </a:lnTo>
                <a:lnTo>
                  <a:pt x="48" y="213"/>
                </a:lnTo>
                <a:lnTo>
                  <a:pt x="49" y="213"/>
                </a:lnTo>
                <a:lnTo>
                  <a:pt x="49" y="212"/>
                </a:lnTo>
                <a:lnTo>
                  <a:pt x="49" y="211"/>
                </a:lnTo>
                <a:lnTo>
                  <a:pt x="49" y="210"/>
                </a:lnTo>
                <a:lnTo>
                  <a:pt x="49" y="209"/>
                </a:lnTo>
                <a:lnTo>
                  <a:pt x="50" y="209"/>
                </a:lnTo>
                <a:lnTo>
                  <a:pt x="51" y="209"/>
                </a:lnTo>
                <a:lnTo>
                  <a:pt x="52" y="208"/>
                </a:lnTo>
                <a:lnTo>
                  <a:pt x="51" y="207"/>
                </a:lnTo>
                <a:lnTo>
                  <a:pt x="52" y="206"/>
                </a:lnTo>
                <a:lnTo>
                  <a:pt x="53" y="206"/>
                </a:lnTo>
                <a:lnTo>
                  <a:pt x="53" y="205"/>
                </a:lnTo>
                <a:lnTo>
                  <a:pt x="53" y="204"/>
                </a:lnTo>
                <a:lnTo>
                  <a:pt x="54" y="204"/>
                </a:lnTo>
                <a:lnTo>
                  <a:pt x="54" y="203"/>
                </a:lnTo>
                <a:lnTo>
                  <a:pt x="55" y="203"/>
                </a:lnTo>
                <a:lnTo>
                  <a:pt x="55" y="202"/>
                </a:lnTo>
                <a:lnTo>
                  <a:pt x="55" y="201"/>
                </a:lnTo>
                <a:lnTo>
                  <a:pt x="56" y="202"/>
                </a:lnTo>
                <a:lnTo>
                  <a:pt x="56" y="201"/>
                </a:lnTo>
                <a:lnTo>
                  <a:pt x="57" y="201"/>
                </a:lnTo>
                <a:lnTo>
                  <a:pt x="57" y="200"/>
                </a:lnTo>
                <a:lnTo>
                  <a:pt x="58" y="200"/>
                </a:lnTo>
                <a:lnTo>
                  <a:pt x="58" y="201"/>
                </a:lnTo>
                <a:lnTo>
                  <a:pt x="59" y="200"/>
                </a:lnTo>
                <a:lnTo>
                  <a:pt x="58" y="200"/>
                </a:lnTo>
                <a:lnTo>
                  <a:pt x="58" y="199"/>
                </a:lnTo>
                <a:lnTo>
                  <a:pt x="58" y="198"/>
                </a:lnTo>
                <a:lnTo>
                  <a:pt x="59" y="198"/>
                </a:lnTo>
                <a:lnTo>
                  <a:pt x="60" y="197"/>
                </a:lnTo>
                <a:lnTo>
                  <a:pt x="60" y="196"/>
                </a:lnTo>
                <a:lnTo>
                  <a:pt x="60" y="195"/>
                </a:lnTo>
                <a:lnTo>
                  <a:pt x="61" y="195"/>
                </a:lnTo>
                <a:lnTo>
                  <a:pt x="61" y="196"/>
                </a:lnTo>
                <a:lnTo>
                  <a:pt x="62" y="196"/>
                </a:lnTo>
                <a:lnTo>
                  <a:pt x="63" y="197"/>
                </a:lnTo>
                <a:lnTo>
                  <a:pt x="63" y="196"/>
                </a:lnTo>
                <a:lnTo>
                  <a:pt x="64" y="196"/>
                </a:lnTo>
                <a:lnTo>
                  <a:pt x="64" y="197"/>
                </a:lnTo>
                <a:lnTo>
                  <a:pt x="64" y="198"/>
                </a:lnTo>
                <a:lnTo>
                  <a:pt x="64" y="199"/>
                </a:lnTo>
                <a:lnTo>
                  <a:pt x="64" y="200"/>
                </a:lnTo>
                <a:lnTo>
                  <a:pt x="63" y="200"/>
                </a:lnTo>
                <a:lnTo>
                  <a:pt x="64" y="200"/>
                </a:lnTo>
                <a:lnTo>
                  <a:pt x="64" y="199"/>
                </a:lnTo>
                <a:lnTo>
                  <a:pt x="65" y="199"/>
                </a:lnTo>
                <a:lnTo>
                  <a:pt x="66" y="199"/>
                </a:lnTo>
                <a:lnTo>
                  <a:pt x="66" y="200"/>
                </a:lnTo>
                <a:lnTo>
                  <a:pt x="67" y="199"/>
                </a:lnTo>
                <a:lnTo>
                  <a:pt x="68" y="199"/>
                </a:lnTo>
                <a:lnTo>
                  <a:pt x="68" y="198"/>
                </a:lnTo>
                <a:lnTo>
                  <a:pt x="69" y="198"/>
                </a:lnTo>
                <a:lnTo>
                  <a:pt x="69" y="197"/>
                </a:lnTo>
                <a:lnTo>
                  <a:pt x="68" y="197"/>
                </a:lnTo>
                <a:lnTo>
                  <a:pt x="68" y="196"/>
                </a:lnTo>
                <a:lnTo>
                  <a:pt x="68" y="195"/>
                </a:lnTo>
                <a:lnTo>
                  <a:pt x="68" y="194"/>
                </a:lnTo>
                <a:lnTo>
                  <a:pt x="68" y="193"/>
                </a:lnTo>
                <a:lnTo>
                  <a:pt x="70" y="192"/>
                </a:lnTo>
                <a:lnTo>
                  <a:pt x="70" y="191"/>
                </a:lnTo>
                <a:lnTo>
                  <a:pt x="70" y="190"/>
                </a:lnTo>
                <a:lnTo>
                  <a:pt x="71" y="190"/>
                </a:lnTo>
                <a:lnTo>
                  <a:pt x="71" y="189"/>
                </a:lnTo>
                <a:lnTo>
                  <a:pt x="72" y="189"/>
                </a:lnTo>
                <a:lnTo>
                  <a:pt x="71" y="189"/>
                </a:lnTo>
                <a:lnTo>
                  <a:pt x="71" y="188"/>
                </a:lnTo>
                <a:lnTo>
                  <a:pt x="70" y="188"/>
                </a:lnTo>
                <a:lnTo>
                  <a:pt x="69" y="188"/>
                </a:lnTo>
                <a:lnTo>
                  <a:pt x="68" y="188"/>
                </a:lnTo>
                <a:lnTo>
                  <a:pt x="67" y="188"/>
                </a:lnTo>
                <a:lnTo>
                  <a:pt x="67" y="187"/>
                </a:lnTo>
                <a:lnTo>
                  <a:pt x="68" y="187"/>
                </a:lnTo>
                <a:lnTo>
                  <a:pt x="67" y="187"/>
                </a:lnTo>
                <a:lnTo>
                  <a:pt x="67" y="186"/>
                </a:lnTo>
                <a:lnTo>
                  <a:pt x="67" y="185"/>
                </a:lnTo>
                <a:lnTo>
                  <a:pt x="66" y="185"/>
                </a:lnTo>
                <a:lnTo>
                  <a:pt x="67" y="185"/>
                </a:lnTo>
                <a:lnTo>
                  <a:pt x="66" y="184"/>
                </a:lnTo>
                <a:lnTo>
                  <a:pt x="66" y="183"/>
                </a:lnTo>
                <a:lnTo>
                  <a:pt x="65" y="183"/>
                </a:lnTo>
                <a:lnTo>
                  <a:pt x="65" y="182"/>
                </a:lnTo>
                <a:lnTo>
                  <a:pt x="64" y="182"/>
                </a:lnTo>
                <a:lnTo>
                  <a:pt x="64" y="181"/>
                </a:lnTo>
                <a:lnTo>
                  <a:pt x="63" y="181"/>
                </a:lnTo>
                <a:lnTo>
                  <a:pt x="63" y="180"/>
                </a:lnTo>
                <a:lnTo>
                  <a:pt x="62" y="180"/>
                </a:lnTo>
                <a:lnTo>
                  <a:pt x="63" y="179"/>
                </a:lnTo>
                <a:lnTo>
                  <a:pt x="63" y="178"/>
                </a:lnTo>
                <a:lnTo>
                  <a:pt x="64" y="176"/>
                </a:lnTo>
                <a:lnTo>
                  <a:pt x="64" y="175"/>
                </a:lnTo>
                <a:lnTo>
                  <a:pt x="64" y="174"/>
                </a:lnTo>
                <a:lnTo>
                  <a:pt x="64" y="173"/>
                </a:lnTo>
                <a:lnTo>
                  <a:pt x="65" y="172"/>
                </a:lnTo>
                <a:lnTo>
                  <a:pt x="64" y="171"/>
                </a:lnTo>
                <a:lnTo>
                  <a:pt x="63" y="171"/>
                </a:lnTo>
                <a:lnTo>
                  <a:pt x="63" y="170"/>
                </a:lnTo>
                <a:lnTo>
                  <a:pt x="64" y="170"/>
                </a:lnTo>
                <a:lnTo>
                  <a:pt x="63" y="170"/>
                </a:lnTo>
                <a:lnTo>
                  <a:pt x="62" y="169"/>
                </a:lnTo>
                <a:lnTo>
                  <a:pt x="61" y="169"/>
                </a:lnTo>
                <a:lnTo>
                  <a:pt x="61" y="168"/>
                </a:lnTo>
                <a:lnTo>
                  <a:pt x="60" y="167"/>
                </a:lnTo>
                <a:lnTo>
                  <a:pt x="60" y="166"/>
                </a:lnTo>
                <a:lnTo>
                  <a:pt x="60" y="165"/>
                </a:lnTo>
                <a:lnTo>
                  <a:pt x="59" y="164"/>
                </a:lnTo>
                <a:lnTo>
                  <a:pt x="60" y="164"/>
                </a:lnTo>
                <a:lnTo>
                  <a:pt x="60" y="163"/>
                </a:lnTo>
                <a:lnTo>
                  <a:pt x="61" y="163"/>
                </a:lnTo>
                <a:lnTo>
                  <a:pt x="61" y="161"/>
                </a:lnTo>
                <a:lnTo>
                  <a:pt x="62" y="161"/>
                </a:lnTo>
                <a:lnTo>
                  <a:pt x="62" y="160"/>
                </a:lnTo>
                <a:lnTo>
                  <a:pt x="64" y="159"/>
                </a:lnTo>
                <a:lnTo>
                  <a:pt x="64" y="158"/>
                </a:lnTo>
                <a:lnTo>
                  <a:pt x="64" y="157"/>
                </a:lnTo>
                <a:lnTo>
                  <a:pt x="63" y="156"/>
                </a:lnTo>
                <a:lnTo>
                  <a:pt x="63" y="155"/>
                </a:lnTo>
                <a:lnTo>
                  <a:pt x="63" y="154"/>
                </a:lnTo>
                <a:lnTo>
                  <a:pt x="62" y="154"/>
                </a:lnTo>
                <a:lnTo>
                  <a:pt x="62" y="153"/>
                </a:lnTo>
                <a:lnTo>
                  <a:pt x="63" y="153"/>
                </a:lnTo>
                <a:lnTo>
                  <a:pt x="63" y="152"/>
                </a:lnTo>
                <a:lnTo>
                  <a:pt x="63" y="151"/>
                </a:lnTo>
                <a:lnTo>
                  <a:pt x="63" y="150"/>
                </a:lnTo>
                <a:lnTo>
                  <a:pt x="64" y="150"/>
                </a:lnTo>
                <a:lnTo>
                  <a:pt x="64" y="149"/>
                </a:lnTo>
                <a:lnTo>
                  <a:pt x="65" y="148"/>
                </a:lnTo>
                <a:lnTo>
                  <a:pt x="65" y="147"/>
                </a:lnTo>
                <a:lnTo>
                  <a:pt x="66" y="147"/>
                </a:lnTo>
                <a:lnTo>
                  <a:pt x="66" y="148"/>
                </a:lnTo>
                <a:lnTo>
                  <a:pt x="66" y="147"/>
                </a:lnTo>
                <a:lnTo>
                  <a:pt x="67" y="146"/>
                </a:lnTo>
                <a:lnTo>
                  <a:pt x="66" y="146"/>
                </a:lnTo>
                <a:lnTo>
                  <a:pt x="67" y="146"/>
                </a:lnTo>
                <a:lnTo>
                  <a:pt x="67" y="145"/>
                </a:lnTo>
                <a:lnTo>
                  <a:pt x="68" y="145"/>
                </a:lnTo>
                <a:lnTo>
                  <a:pt x="68" y="144"/>
                </a:lnTo>
                <a:lnTo>
                  <a:pt x="69" y="144"/>
                </a:lnTo>
                <a:lnTo>
                  <a:pt x="69" y="143"/>
                </a:lnTo>
                <a:lnTo>
                  <a:pt x="70" y="142"/>
                </a:lnTo>
                <a:lnTo>
                  <a:pt x="69" y="142"/>
                </a:lnTo>
                <a:lnTo>
                  <a:pt x="70" y="142"/>
                </a:lnTo>
                <a:lnTo>
                  <a:pt x="70" y="141"/>
                </a:lnTo>
                <a:lnTo>
                  <a:pt x="71" y="141"/>
                </a:lnTo>
                <a:lnTo>
                  <a:pt x="71" y="140"/>
                </a:lnTo>
                <a:lnTo>
                  <a:pt x="72" y="140"/>
                </a:lnTo>
                <a:lnTo>
                  <a:pt x="72" y="139"/>
                </a:lnTo>
                <a:lnTo>
                  <a:pt x="73" y="138"/>
                </a:lnTo>
                <a:lnTo>
                  <a:pt x="72" y="138"/>
                </a:lnTo>
                <a:lnTo>
                  <a:pt x="73" y="138"/>
                </a:lnTo>
                <a:lnTo>
                  <a:pt x="74" y="138"/>
                </a:lnTo>
                <a:lnTo>
                  <a:pt x="74" y="137"/>
                </a:lnTo>
                <a:lnTo>
                  <a:pt x="75" y="137"/>
                </a:lnTo>
                <a:lnTo>
                  <a:pt x="75" y="136"/>
                </a:lnTo>
                <a:lnTo>
                  <a:pt x="76" y="136"/>
                </a:lnTo>
                <a:lnTo>
                  <a:pt x="76" y="135"/>
                </a:lnTo>
                <a:lnTo>
                  <a:pt x="77" y="135"/>
                </a:lnTo>
                <a:lnTo>
                  <a:pt x="78" y="135"/>
                </a:lnTo>
                <a:lnTo>
                  <a:pt x="79" y="135"/>
                </a:lnTo>
                <a:lnTo>
                  <a:pt x="80" y="135"/>
                </a:lnTo>
                <a:lnTo>
                  <a:pt x="81" y="135"/>
                </a:lnTo>
                <a:lnTo>
                  <a:pt x="81" y="136"/>
                </a:lnTo>
                <a:lnTo>
                  <a:pt x="82" y="136"/>
                </a:lnTo>
                <a:lnTo>
                  <a:pt x="82" y="135"/>
                </a:lnTo>
                <a:lnTo>
                  <a:pt x="82" y="134"/>
                </a:lnTo>
                <a:lnTo>
                  <a:pt x="83" y="134"/>
                </a:lnTo>
                <a:lnTo>
                  <a:pt x="84" y="134"/>
                </a:lnTo>
                <a:lnTo>
                  <a:pt x="85" y="134"/>
                </a:lnTo>
                <a:lnTo>
                  <a:pt x="85" y="133"/>
                </a:lnTo>
                <a:lnTo>
                  <a:pt x="86" y="133"/>
                </a:lnTo>
                <a:lnTo>
                  <a:pt x="87" y="133"/>
                </a:lnTo>
                <a:lnTo>
                  <a:pt x="88" y="132"/>
                </a:lnTo>
                <a:lnTo>
                  <a:pt x="89" y="132"/>
                </a:lnTo>
                <a:lnTo>
                  <a:pt x="89" y="133"/>
                </a:lnTo>
                <a:lnTo>
                  <a:pt x="90" y="133"/>
                </a:lnTo>
                <a:lnTo>
                  <a:pt x="91" y="133"/>
                </a:lnTo>
                <a:lnTo>
                  <a:pt x="91" y="132"/>
                </a:lnTo>
                <a:lnTo>
                  <a:pt x="92" y="132"/>
                </a:lnTo>
                <a:lnTo>
                  <a:pt x="93" y="131"/>
                </a:lnTo>
                <a:lnTo>
                  <a:pt x="94" y="131"/>
                </a:lnTo>
                <a:lnTo>
                  <a:pt x="94" y="130"/>
                </a:lnTo>
                <a:lnTo>
                  <a:pt x="95" y="130"/>
                </a:lnTo>
                <a:lnTo>
                  <a:pt x="95" y="131"/>
                </a:lnTo>
                <a:lnTo>
                  <a:pt x="96" y="131"/>
                </a:lnTo>
                <a:lnTo>
                  <a:pt x="96" y="130"/>
                </a:lnTo>
                <a:lnTo>
                  <a:pt x="97" y="131"/>
                </a:lnTo>
                <a:lnTo>
                  <a:pt x="97" y="132"/>
                </a:lnTo>
                <a:lnTo>
                  <a:pt x="98" y="132"/>
                </a:lnTo>
                <a:lnTo>
                  <a:pt x="98" y="131"/>
                </a:lnTo>
                <a:lnTo>
                  <a:pt x="99" y="131"/>
                </a:lnTo>
                <a:lnTo>
                  <a:pt x="99" y="130"/>
                </a:lnTo>
                <a:lnTo>
                  <a:pt x="100" y="129"/>
                </a:lnTo>
                <a:lnTo>
                  <a:pt x="100" y="128"/>
                </a:lnTo>
                <a:lnTo>
                  <a:pt x="101" y="128"/>
                </a:lnTo>
                <a:lnTo>
                  <a:pt x="102" y="128"/>
                </a:lnTo>
                <a:lnTo>
                  <a:pt x="102" y="127"/>
                </a:lnTo>
                <a:lnTo>
                  <a:pt x="103" y="127"/>
                </a:lnTo>
                <a:lnTo>
                  <a:pt x="103" y="126"/>
                </a:lnTo>
                <a:lnTo>
                  <a:pt x="104" y="126"/>
                </a:lnTo>
                <a:lnTo>
                  <a:pt x="104" y="125"/>
                </a:lnTo>
                <a:lnTo>
                  <a:pt x="105" y="125"/>
                </a:lnTo>
                <a:lnTo>
                  <a:pt x="106" y="125"/>
                </a:lnTo>
                <a:lnTo>
                  <a:pt x="107" y="125"/>
                </a:lnTo>
                <a:lnTo>
                  <a:pt x="107" y="124"/>
                </a:lnTo>
                <a:lnTo>
                  <a:pt x="108" y="124"/>
                </a:lnTo>
                <a:lnTo>
                  <a:pt x="108" y="123"/>
                </a:lnTo>
                <a:lnTo>
                  <a:pt x="108" y="122"/>
                </a:lnTo>
                <a:lnTo>
                  <a:pt x="108" y="121"/>
                </a:lnTo>
                <a:lnTo>
                  <a:pt x="107" y="120"/>
                </a:lnTo>
                <a:lnTo>
                  <a:pt x="108" y="119"/>
                </a:lnTo>
                <a:lnTo>
                  <a:pt x="108" y="118"/>
                </a:lnTo>
                <a:lnTo>
                  <a:pt x="109" y="118"/>
                </a:lnTo>
                <a:lnTo>
                  <a:pt x="109" y="117"/>
                </a:lnTo>
                <a:lnTo>
                  <a:pt x="109" y="116"/>
                </a:lnTo>
                <a:lnTo>
                  <a:pt x="110" y="116"/>
                </a:lnTo>
                <a:lnTo>
                  <a:pt x="111" y="115"/>
                </a:lnTo>
                <a:lnTo>
                  <a:pt x="111" y="114"/>
                </a:lnTo>
                <a:lnTo>
                  <a:pt x="112" y="114"/>
                </a:lnTo>
                <a:lnTo>
                  <a:pt x="112" y="113"/>
                </a:lnTo>
                <a:lnTo>
                  <a:pt x="113" y="113"/>
                </a:lnTo>
                <a:lnTo>
                  <a:pt x="114" y="113"/>
                </a:lnTo>
                <a:lnTo>
                  <a:pt x="114" y="112"/>
                </a:lnTo>
                <a:lnTo>
                  <a:pt x="115" y="111"/>
                </a:lnTo>
                <a:lnTo>
                  <a:pt x="116" y="111"/>
                </a:lnTo>
                <a:lnTo>
                  <a:pt x="116" y="110"/>
                </a:lnTo>
                <a:lnTo>
                  <a:pt x="117" y="109"/>
                </a:lnTo>
                <a:lnTo>
                  <a:pt x="117" y="108"/>
                </a:lnTo>
                <a:lnTo>
                  <a:pt x="118" y="107"/>
                </a:lnTo>
                <a:lnTo>
                  <a:pt x="119" y="107"/>
                </a:lnTo>
                <a:lnTo>
                  <a:pt x="119" y="106"/>
                </a:lnTo>
                <a:lnTo>
                  <a:pt x="119" y="105"/>
                </a:lnTo>
                <a:lnTo>
                  <a:pt x="119" y="104"/>
                </a:lnTo>
                <a:lnTo>
                  <a:pt x="118" y="104"/>
                </a:lnTo>
                <a:lnTo>
                  <a:pt x="118" y="103"/>
                </a:lnTo>
                <a:lnTo>
                  <a:pt x="117" y="103"/>
                </a:lnTo>
                <a:lnTo>
                  <a:pt x="116" y="103"/>
                </a:lnTo>
                <a:lnTo>
                  <a:pt x="116" y="102"/>
                </a:lnTo>
                <a:lnTo>
                  <a:pt x="116" y="101"/>
                </a:lnTo>
                <a:lnTo>
                  <a:pt x="115" y="101"/>
                </a:lnTo>
                <a:lnTo>
                  <a:pt x="114" y="100"/>
                </a:lnTo>
                <a:lnTo>
                  <a:pt x="114" y="101"/>
                </a:lnTo>
                <a:lnTo>
                  <a:pt x="113" y="101"/>
                </a:lnTo>
                <a:lnTo>
                  <a:pt x="113" y="100"/>
                </a:lnTo>
                <a:lnTo>
                  <a:pt x="112" y="99"/>
                </a:lnTo>
                <a:lnTo>
                  <a:pt x="113" y="98"/>
                </a:lnTo>
                <a:lnTo>
                  <a:pt x="113" y="97"/>
                </a:lnTo>
                <a:lnTo>
                  <a:pt x="113" y="96"/>
                </a:lnTo>
                <a:lnTo>
                  <a:pt x="112" y="96"/>
                </a:lnTo>
                <a:lnTo>
                  <a:pt x="112" y="95"/>
                </a:lnTo>
                <a:lnTo>
                  <a:pt x="113" y="95"/>
                </a:lnTo>
                <a:lnTo>
                  <a:pt x="113" y="94"/>
                </a:lnTo>
                <a:lnTo>
                  <a:pt x="113" y="93"/>
                </a:lnTo>
                <a:lnTo>
                  <a:pt x="114" y="93"/>
                </a:lnTo>
                <a:lnTo>
                  <a:pt x="115" y="93"/>
                </a:lnTo>
                <a:lnTo>
                  <a:pt x="115" y="92"/>
                </a:lnTo>
                <a:lnTo>
                  <a:pt x="115" y="91"/>
                </a:lnTo>
                <a:lnTo>
                  <a:pt x="115" y="90"/>
                </a:lnTo>
                <a:lnTo>
                  <a:pt x="115" y="89"/>
                </a:lnTo>
                <a:lnTo>
                  <a:pt x="115" y="88"/>
                </a:lnTo>
                <a:lnTo>
                  <a:pt x="114" y="88"/>
                </a:lnTo>
                <a:lnTo>
                  <a:pt x="114" y="87"/>
                </a:lnTo>
                <a:lnTo>
                  <a:pt x="113" y="87"/>
                </a:lnTo>
                <a:lnTo>
                  <a:pt x="113" y="86"/>
                </a:lnTo>
                <a:lnTo>
                  <a:pt x="114" y="85"/>
                </a:lnTo>
                <a:lnTo>
                  <a:pt x="113" y="85"/>
                </a:lnTo>
                <a:lnTo>
                  <a:pt x="113" y="84"/>
                </a:lnTo>
                <a:lnTo>
                  <a:pt x="114" y="83"/>
                </a:lnTo>
                <a:lnTo>
                  <a:pt x="113" y="82"/>
                </a:lnTo>
                <a:lnTo>
                  <a:pt x="113" y="81"/>
                </a:lnTo>
                <a:lnTo>
                  <a:pt x="113" y="80"/>
                </a:lnTo>
                <a:lnTo>
                  <a:pt x="113" y="79"/>
                </a:lnTo>
                <a:lnTo>
                  <a:pt x="112" y="78"/>
                </a:lnTo>
                <a:lnTo>
                  <a:pt x="112" y="77"/>
                </a:lnTo>
                <a:lnTo>
                  <a:pt x="111" y="76"/>
                </a:lnTo>
                <a:lnTo>
                  <a:pt x="110" y="76"/>
                </a:lnTo>
                <a:lnTo>
                  <a:pt x="110" y="77"/>
                </a:lnTo>
                <a:lnTo>
                  <a:pt x="109" y="77"/>
                </a:lnTo>
                <a:lnTo>
                  <a:pt x="109" y="78"/>
                </a:lnTo>
                <a:lnTo>
                  <a:pt x="108" y="78"/>
                </a:lnTo>
                <a:lnTo>
                  <a:pt x="107" y="78"/>
                </a:lnTo>
                <a:lnTo>
                  <a:pt x="106" y="78"/>
                </a:lnTo>
                <a:lnTo>
                  <a:pt x="105" y="77"/>
                </a:lnTo>
                <a:lnTo>
                  <a:pt x="105" y="76"/>
                </a:lnTo>
                <a:lnTo>
                  <a:pt x="105" y="75"/>
                </a:lnTo>
                <a:lnTo>
                  <a:pt x="106" y="75"/>
                </a:lnTo>
                <a:lnTo>
                  <a:pt x="106" y="74"/>
                </a:lnTo>
                <a:lnTo>
                  <a:pt x="106" y="73"/>
                </a:lnTo>
                <a:lnTo>
                  <a:pt x="105" y="73"/>
                </a:lnTo>
                <a:lnTo>
                  <a:pt x="105" y="72"/>
                </a:lnTo>
                <a:lnTo>
                  <a:pt x="105" y="71"/>
                </a:lnTo>
                <a:lnTo>
                  <a:pt x="104" y="71"/>
                </a:lnTo>
                <a:lnTo>
                  <a:pt x="104" y="70"/>
                </a:lnTo>
                <a:lnTo>
                  <a:pt x="104" y="69"/>
                </a:lnTo>
                <a:lnTo>
                  <a:pt x="105" y="69"/>
                </a:lnTo>
                <a:lnTo>
                  <a:pt x="105" y="68"/>
                </a:lnTo>
                <a:lnTo>
                  <a:pt x="105" y="67"/>
                </a:lnTo>
                <a:lnTo>
                  <a:pt x="106" y="66"/>
                </a:lnTo>
                <a:lnTo>
                  <a:pt x="107" y="66"/>
                </a:lnTo>
                <a:lnTo>
                  <a:pt x="108" y="65"/>
                </a:lnTo>
                <a:lnTo>
                  <a:pt x="109" y="66"/>
                </a:lnTo>
                <a:lnTo>
                  <a:pt x="110" y="66"/>
                </a:lnTo>
                <a:lnTo>
                  <a:pt x="110" y="67"/>
                </a:lnTo>
                <a:lnTo>
                  <a:pt x="111" y="67"/>
                </a:lnTo>
                <a:lnTo>
                  <a:pt x="111" y="68"/>
                </a:lnTo>
                <a:lnTo>
                  <a:pt x="111" y="69"/>
                </a:lnTo>
                <a:lnTo>
                  <a:pt x="112" y="69"/>
                </a:lnTo>
                <a:lnTo>
                  <a:pt x="112" y="70"/>
                </a:lnTo>
                <a:lnTo>
                  <a:pt x="113" y="70"/>
                </a:lnTo>
                <a:lnTo>
                  <a:pt x="113" y="69"/>
                </a:lnTo>
                <a:lnTo>
                  <a:pt x="113" y="68"/>
                </a:lnTo>
                <a:lnTo>
                  <a:pt x="114" y="68"/>
                </a:lnTo>
                <a:lnTo>
                  <a:pt x="113" y="68"/>
                </a:lnTo>
                <a:lnTo>
                  <a:pt x="113" y="67"/>
                </a:lnTo>
                <a:lnTo>
                  <a:pt x="113" y="66"/>
                </a:lnTo>
                <a:lnTo>
                  <a:pt x="112" y="66"/>
                </a:lnTo>
                <a:lnTo>
                  <a:pt x="112" y="65"/>
                </a:lnTo>
                <a:lnTo>
                  <a:pt x="113" y="65"/>
                </a:lnTo>
                <a:lnTo>
                  <a:pt x="113" y="64"/>
                </a:lnTo>
                <a:lnTo>
                  <a:pt x="114" y="63"/>
                </a:lnTo>
                <a:lnTo>
                  <a:pt x="115" y="63"/>
                </a:lnTo>
                <a:lnTo>
                  <a:pt x="115" y="64"/>
                </a:lnTo>
                <a:lnTo>
                  <a:pt x="116" y="63"/>
                </a:lnTo>
                <a:lnTo>
                  <a:pt x="116" y="64"/>
                </a:lnTo>
                <a:lnTo>
                  <a:pt x="117" y="64"/>
                </a:lnTo>
                <a:lnTo>
                  <a:pt x="118" y="64"/>
                </a:lnTo>
                <a:lnTo>
                  <a:pt x="119" y="64"/>
                </a:lnTo>
                <a:lnTo>
                  <a:pt x="119" y="65"/>
                </a:lnTo>
                <a:lnTo>
                  <a:pt x="120" y="65"/>
                </a:lnTo>
                <a:lnTo>
                  <a:pt x="120" y="64"/>
                </a:lnTo>
                <a:lnTo>
                  <a:pt x="121" y="64"/>
                </a:lnTo>
                <a:lnTo>
                  <a:pt x="122" y="64"/>
                </a:lnTo>
                <a:lnTo>
                  <a:pt x="122" y="63"/>
                </a:lnTo>
                <a:lnTo>
                  <a:pt x="122" y="62"/>
                </a:lnTo>
                <a:lnTo>
                  <a:pt x="122" y="61"/>
                </a:lnTo>
                <a:lnTo>
                  <a:pt x="123" y="61"/>
                </a:lnTo>
                <a:lnTo>
                  <a:pt x="124" y="60"/>
                </a:lnTo>
                <a:lnTo>
                  <a:pt x="124" y="61"/>
                </a:lnTo>
                <a:lnTo>
                  <a:pt x="125" y="60"/>
                </a:lnTo>
                <a:lnTo>
                  <a:pt x="125" y="61"/>
                </a:lnTo>
                <a:lnTo>
                  <a:pt x="126" y="60"/>
                </a:lnTo>
                <a:lnTo>
                  <a:pt x="126" y="59"/>
                </a:lnTo>
                <a:lnTo>
                  <a:pt x="127" y="59"/>
                </a:lnTo>
                <a:lnTo>
                  <a:pt x="127" y="60"/>
                </a:lnTo>
                <a:lnTo>
                  <a:pt x="127" y="59"/>
                </a:lnTo>
                <a:lnTo>
                  <a:pt x="127" y="58"/>
                </a:lnTo>
                <a:lnTo>
                  <a:pt x="128" y="58"/>
                </a:lnTo>
                <a:lnTo>
                  <a:pt x="129" y="57"/>
                </a:lnTo>
                <a:lnTo>
                  <a:pt x="128" y="57"/>
                </a:lnTo>
                <a:lnTo>
                  <a:pt x="128" y="56"/>
                </a:lnTo>
                <a:lnTo>
                  <a:pt x="129" y="55"/>
                </a:lnTo>
                <a:lnTo>
                  <a:pt x="129" y="56"/>
                </a:lnTo>
                <a:lnTo>
                  <a:pt x="130" y="56"/>
                </a:lnTo>
                <a:lnTo>
                  <a:pt x="131" y="55"/>
                </a:lnTo>
                <a:lnTo>
                  <a:pt x="131" y="54"/>
                </a:lnTo>
                <a:lnTo>
                  <a:pt x="131" y="53"/>
                </a:lnTo>
                <a:lnTo>
                  <a:pt x="130" y="52"/>
                </a:lnTo>
                <a:lnTo>
                  <a:pt x="131" y="51"/>
                </a:lnTo>
                <a:lnTo>
                  <a:pt x="131" y="50"/>
                </a:lnTo>
                <a:lnTo>
                  <a:pt x="131" y="49"/>
                </a:lnTo>
                <a:lnTo>
                  <a:pt x="131" y="48"/>
                </a:lnTo>
                <a:lnTo>
                  <a:pt x="130" y="48"/>
                </a:lnTo>
                <a:lnTo>
                  <a:pt x="129" y="48"/>
                </a:lnTo>
                <a:lnTo>
                  <a:pt x="128" y="47"/>
                </a:lnTo>
                <a:lnTo>
                  <a:pt x="129" y="47"/>
                </a:lnTo>
                <a:lnTo>
                  <a:pt x="129" y="46"/>
                </a:lnTo>
                <a:lnTo>
                  <a:pt x="129" y="45"/>
                </a:lnTo>
                <a:lnTo>
                  <a:pt x="130" y="45"/>
                </a:lnTo>
                <a:lnTo>
                  <a:pt x="131" y="45"/>
                </a:lnTo>
                <a:lnTo>
                  <a:pt x="131" y="44"/>
                </a:lnTo>
                <a:lnTo>
                  <a:pt x="132" y="43"/>
                </a:lnTo>
                <a:lnTo>
                  <a:pt x="132" y="42"/>
                </a:lnTo>
                <a:lnTo>
                  <a:pt x="133" y="42"/>
                </a:lnTo>
                <a:lnTo>
                  <a:pt x="133" y="43"/>
                </a:lnTo>
                <a:lnTo>
                  <a:pt x="134" y="43"/>
                </a:lnTo>
                <a:lnTo>
                  <a:pt x="134" y="44"/>
                </a:lnTo>
                <a:lnTo>
                  <a:pt x="134" y="45"/>
                </a:lnTo>
                <a:lnTo>
                  <a:pt x="134" y="46"/>
                </a:lnTo>
                <a:lnTo>
                  <a:pt x="135" y="46"/>
                </a:lnTo>
                <a:lnTo>
                  <a:pt x="135" y="45"/>
                </a:lnTo>
                <a:lnTo>
                  <a:pt x="136" y="45"/>
                </a:lnTo>
                <a:lnTo>
                  <a:pt x="136" y="44"/>
                </a:lnTo>
                <a:lnTo>
                  <a:pt x="137" y="44"/>
                </a:lnTo>
                <a:lnTo>
                  <a:pt x="138" y="43"/>
                </a:lnTo>
                <a:lnTo>
                  <a:pt x="139" y="43"/>
                </a:lnTo>
                <a:lnTo>
                  <a:pt x="140" y="43"/>
                </a:lnTo>
                <a:lnTo>
                  <a:pt x="140" y="42"/>
                </a:lnTo>
                <a:lnTo>
                  <a:pt x="141" y="42"/>
                </a:lnTo>
                <a:lnTo>
                  <a:pt x="142" y="41"/>
                </a:lnTo>
                <a:lnTo>
                  <a:pt x="142" y="40"/>
                </a:lnTo>
                <a:lnTo>
                  <a:pt x="143" y="40"/>
                </a:lnTo>
                <a:lnTo>
                  <a:pt x="142" y="40"/>
                </a:lnTo>
                <a:lnTo>
                  <a:pt x="143" y="40"/>
                </a:lnTo>
                <a:lnTo>
                  <a:pt x="143" y="39"/>
                </a:lnTo>
                <a:lnTo>
                  <a:pt x="144" y="39"/>
                </a:lnTo>
                <a:lnTo>
                  <a:pt x="144" y="38"/>
                </a:lnTo>
                <a:lnTo>
                  <a:pt x="145" y="38"/>
                </a:lnTo>
                <a:lnTo>
                  <a:pt x="146" y="38"/>
                </a:lnTo>
                <a:lnTo>
                  <a:pt x="146" y="39"/>
                </a:lnTo>
                <a:lnTo>
                  <a:pt x="147" y="39"/>
                </a:lnTo>
                <a:lnTo>
                  <a:pt x="147" y="38"/>
                </a:lnTo>
                <a:lnTo>
                  <a:pt x="148" y="37"/>
                </a:lnTo>
                <a:lnTo>
                  <a:pt x="149" y="37"/>
                </a:lnTo>
                <a:lnTo>
                  <a:pt x="149" y="36"/>
                </a:lnTo>
                <a:lnTo>
                  <a:pt x="149" y="35"/>
                </a:lnTo>
                <a:lnTo>
                  <a:pt x="150" y="35"/>
                </a:lnTo>
                <a:lnTo>
                  <a:pt x="150" y="34"/>
                </a:lnTo>
                <a:lnTo>
                  <a:pt x="150" y="33"/>
                </a:lnTo>
                <a:lnTo>
                  <a:pt x="151" y="33"/>
                </a:lnTo>
                <a:lnTo>
                  <a:pt x="151" y="34"/>
                </a:lnTo>
                <a:lnTo>
                  <a:pt x="151" y="35"/>
                </a:lnTo>
                <a:lnTo>
                  <a:pt x="152" y="35"/>
                </a:lnTo>
                <a:lnTo>
                  <a:pt x="153" y="35"/>
                </a:lnTo>
                <a:lnTo>
                  <a:pt x="154" y="35"/>
                </a:lnTo>
                <a:lnTo>
                  <a:pt x="154" y="36"/>
                </a:lnTo>
                <a:lnTo>
                  <a:pt x="155" y="36"/>
                </a:lnTo>
                <a:lnTo>
                  <a:pt x="154" y="37"/>
                </a:lnTo>
                <a:lnTo>
                  <a:pt x="154" y="38"/>
                </a:lnTo>
                <a:lnTo>
                  <a:pt x="155" y="38"/>
                </a:lnTo>
                <a:lnTo>
                  <a:pt x="155" y="37"/>
                </a:lnTo>
                <a:lnTo>
                  <a:pt x="156" y="37"/>
                </a:lnTo>
                <a:lnTo>
                  <a:pt x="156" y="38"/>
                </a:lnTo>
                <a:lnTo>
                  <a:pt x="156" y="39"/>
                </a:lnTo>
                <a:lnTo>
                  <a:pt x="156" y="40"/>
                </a:lnTo>
                <a:lnTo>
                  <a:pt x="157" y="40"/>
                </a:lnTo>
                <a:lnTo>
                  <a:pt x="156" y="41"/>
                </a:lnTo>
                <a:lnTo>
                  <a:pt x="156" y="42"/>
                </a:lnTo>
                <a:lnTo>
                  <a:pt x="157" y="42"/>
                </a:lnTo>
                <a:lnTo>
                  <a:pt x="157" y="43"/>
                </a:lnTo>
                <a:lnTo>
                  <a:pt x="158" y="43"/>
                </a:lnTo>
                <a:lnTo>
                  <a:pt x="158" y="45"/>
                </a:lnTo>
                <a:lnTo>
                  <a:pt x="158" y="46"/>
                </a:lnTo>
                <a:lnTo>
                  <a:pt x="159" y="46"/>
                </a:lnTo>
                <a:lnTo>
                  <a:pt x="159" y="45"/>
                </a:lnTo>
                <a:lnTo>
                  <a:pt x="159" y="46"/>
                </a:lnTo>
                <a:lnTo>
                  <a:pt x="160" y="46"/>
                </a:lnTo>
                <a:lnTo>
                  <a:pt x="161" y="46"/>
                </a:lnTo>
                <a:lnTo>
                  <a:pt x="162" y="47"/>
                </a:lnTo>
                <a:lnTo>
                  <a:pt x="163" y="47"/>
                </a:lnTo>
                <a:lnTo>
                  <a:pt x="163" y="48"/>
                </a:lnTo>
                <a:lnTo>
                  <a:pt x="164" y="48"/>
                </a:lnTo>
                <a:lnTo>
                  <a:pt x="164" y="49"/>
                </a:lnTo>
                <a:lnTo>
                  <a:pt x="165" y="50"/>
                </a:lnTo>
                <a:lnTo>
                  <a:pt x="165" y="49"/>
                </a:lnTo>
                <a:lnTo>
                  <a:pt x="166" y="49"/>
                </a:lnTo>
                <a:lnTo>
                  <a:pt x="167" y="49"/>
                </a:lnTo>
                <a:lnTo>
                  <a:pt x="168" y="50"/>
                </a:lnTo>
                <a:lnTo>
                  <a:pt x="168" y="51"/>
                </a:lnTo>
                <a:lnTo>
                  <a:pt x="169" y="51"/>
                </a:lnTo>
                <a:lnTo>
                  <a:pt x="169" y="52"/>
                </a:lnTo>
                <a:lnTo>
                  <a:pt x="170" y="52"/>
                </a:lnTo>
                <a:lnTo>
                  <a:pt x="171" y="52"/>
                </a:lnTo>
                <a:lnTo>
                  <a:pt x="171" y="51"/>
                </a:lnTo>
                <a:lnTo>
                  <a:pt x="172" y="50"/>
                </a:lnTo>
                <a:lnTo>
                  <a:pt x="172" y="49"/>
                </a:lnTo>
                <a:lnTo>
                  <a:pt x="173" y="49"/>
                </a:lnTo>
                <a:lnTo>
                  <a:pt x="174" y="48"/>
                </a:lnTo>
                <a:lnTo>
                  <a:pt x="174" y="47"/>
                </a:lnTo>
                <a:lnTo>
                  <a:pt x="175" y="46"/>
                </a:lnTo>
                <a:lnTo>
                  <a:pt x="174" y="46"/>
                </a:lnTo>
                <a:lnTo>
                  <a:pt x="174" y="45"/>
                </a:lnTo>
                <a:lnTo>
                  <a:pt x="175" y="44"/>
                </a:lnTo>
                <a:lnTo>
                  <a:pt x="174" y="44"/>
                </a:lnTo>
                <a:lnTo>
                  <a:pt x="174" y="42"/>
                </a:lnTo>
                <a:lnTo>
                  <a:pt x="175" y="42"/>
                </a:lnTo>
                <a:lnTo>
                  <a:pt x="176" y="42"/>
                </a:lnTo>
                <a:lnTo>
                  <a:pt x="176" y="41"/>
                </a:lnTo>
                <a:lnTo>
                  <a:pt x="177" y="41"/>
                </a:lnTo>
                <a:lnTo>
                  <a:pt x="177" y="40"/>
                </a:lnTo>
                <a:lnTo>
                  <a:pt x="178" y="39"/>
                </a:lnTo>
                <a:lnTo>
                  <a:pt x="179" y="39"/>
                </a:lnTo>
                <a:lnTo>
                  <a:pt x="180" y="38"/>
                </a:lnTo>
                <a:lnTo>
                  <a:pt x="181" y="37"/>
                </a:lnTo>
                <a:lnTo>
                  <a:pt x="181" y="38"/>
                </a:lnTo>
                <a:lnTo>
                  <a:pt x="182" y="38"/>
                </a:lnTo>
                <a:lnTo>
                  <a:pt x="183" y="38"/>
                </a:lnTo>
                <a:lnTo>
                  <a:pt x="183" y="37"/>
                </a:lnTo>
                <a:lnTo>
                  <a:pt x="184" y="37"/>
                </a:lnTo>
                <a:lnTo>
                  <a:pt x="185" y="37"/>
                </a:lnTo>
                <a:lnTo>
                  <a:pt x="186" y="37"/>
                </a:lnTo>
                <a:lnTo>
                  <a:pt x="186" y="36"/>
                </a:lnTo>
                <a:lnTo>
                  <a:pt x="187" y="35"/>
                </a:lnTo>
                <a:lnTo>
                  <a:pt x="188" y="35"/>
                </a:lnTo>
                <a:lnTo>
                  <a:pt x="188" y="34"/>
                </a:lnTo>
                <a:lnTo>
                  <a:pt x="189" y="35"/>
                </a:lnTo>
                <a:lnTo>
                  <a:pt x="190" y="35"/>
                </a:lnTo>
                <a:lnTo>
                  <a:pt x="190" y="36"/>
                </a:lnTo>
                <a:lnTo>
                  <a:pt x="191" y="36"/>
                </a:lnTo>
                <a:lnTo>
                  <a:pt x="191" y="35"/>
                </a:lnTo>
                <a:lnTo>
                  <a:pt x="192" y="35"/>
                </a:lnTo>
                <a:lnTo>
                  <a:pt x="192" y="34"/>
                </a:lnTo>
                <a:lnTo>
                  <a:pt x="193" y="34"/>
                </a:lnTo>
                <a:lnTo>
                  <a:pt x="193" y="33"/>
                </a:lnTo>
                <a:lnTo>
                  <a:pt x="194" y="33"/>
                </a:lnTo>
                <a:lnTo>
                  <a:pt x="194" y="34"/>
                </a:lnTo>
                <a:lnTo>
                  <a:pt x="194" y="33"/>
                </a:lnTo>
                <a:lnTo>
                  <a:pt x="195" y="33"/>
                </a:lnTo>
                <a:lnTo>
                  <a:pt x="195" y="34"/>
                </a:lnTo>
                <a:lnTo>
                  <a:pt x="195" y="33"/>
                </a:lnTo>
                <a:lnTo>
                  <a:pt x="195" y="34"/>
                </a:lnTo>
                <a:lnTo>
                  <a:pt x="195" y="33"/>
                </a:lnTo>
                <a:lnTo>
                  <a:pt x="196" y="33"/>
                </a:lnTo>
                <a:lnTo>
                  <a:pt x="197" y="33"/>
                </a:lnTo>
                <a:lnTo>
                  <a:pt x="197" y="34"/>
                </a:lnTo>
                <a:lnTo>
                  <a:pt x="198" y="34"/>
                </a:lnTo>
                <a:lnTo>
                  <a:pt x="198" y="33"/>
                </a:lnTo>
                <a:lnTo>
                  <a:pt x="199" y="34"/>
                </a:lnTo>
                <a:lnTo>
                  <a:pt x="199" y="33"/>
                </a:lnTo>
                <a:lnTo>
                  <a:pt x="200" y="34"/>
                </a:lnTo>
                <a:lnTo>
                  <a:pt x="200" y="35"/>
                </a:lnTo>
                <a:lnTo>
                  <a:pt x="201" y="35"/>
                </a:lnTo>
                <a:lnTo>
                  <a:pt x="202" y="35"/>
                </a:lnTo>
                <a:lnTo>
                  <a:pt x="202" y="34"/>
                </a:lnTo>
                <a:lnTo>
                  <a:pt x="202" y="33"/>
                </a:lnTo>
                <a:lnTo>
                  <a:pt x="202" y="32"/>
                </a:lnTo>
                <a:lnTo>
                  <a:pt x="202" y="31"/>
                </a:lnTo>
                <a:lnTo>
                  <a:pt x="203" y="31"/>
                </a:lnTo>
                <a:lnTo>
                  <a:pt x="203" y="30"/>
                </a:lnTo>
                <a:lnTo>
                  <a:pt x="204" y="30"/>
                </a:lnTo>
                <a:lnTo>
                  <a:pt x="205" y="30"/>
                </a:lnTo>
                <a:lnTo>
                  <a:pt x="205" y="29"/>
                </a:lnTo>
                <a:lnTo>
                  <a:pt x="205" y="28"/>
                </a:lnTo>
                <a:lnTo>
                  <a:pt x="205" y="27"/>
                </a:lnTo>
                <a:lnTo>
                  <a:pt x="206" y="26"/>
                </a:lnTo>
                <a:lnTo>
                  <a:pt x="207" y="26"/>
                </a:lnTo>
                <a:lnTo>
                  <a:pt x="207" y="25"/>
                </a:lnTo>
                <a:lnTo>
                  <a:pt x="208" y="25"/>
                </a:lnTo>
                <a:lnTo>
                  <a:pt x="208" y="26"/>
                </a:lnTo>
                <a:lnTo>
                  <a:pt x="209" y="26"/>
                </a:lnTo>
                <a:lnTo>
                  <a:pt x="210" y="26"/>
                </a:lnTo>
                <a:lnTo>
                  <a:pt x="211" y="26"/>
                </a:lnTo>
                <a:lnTo>
                  <a:pt x="211" y="27"/>
                </a:lnTo>
                <a:lnTo>
                  <a:pt x="212" y="27"/>
                </a:lnTo>
                <a:lnTo>
                  <a:pt x="212" y="26"/>
                </a:lnTo>
                <a:lnTo>
                  <a:pt x="213" y="26"/>
                </a:lnTo>
                <a:lnTo>
                  <a:pt x="214" y="26"/>
                </a:lnTo>
                <a:lnTo>
                  <a:pt x="214" y="25"/>
                </a:lnTo>
                <a:lnTo>
                  <a:pt x="215" y="25"/>
                </a:lnTo>
                <a:lnTo>
                  <a:pt x="216" y="24"/>
                </a:lnTo>
                <a:lnTo>
                  <a:pt x="216" y="25"/>
                </a:lnTo>
                <a:lnTo>
                  <a:pt x="217" y="25"/>
                </a:lnTo>
                <a:lnTo>
                  <a:pt x="217" y="24"/>
                </a:lnTo>
                <a:lnTo>
                  <a:pt x="218" y="24"/>
                </a:lnTo>
                <a:lnTo>
                  <a:pt x="218" y="23"/>
                </a:lnTo>
                <a:lnTo>
                  <a:pt x="219" y="23"/>
                </a:lnTo>
                <a:lnTo>
                  <a:pt x="220" y="23"/>
                </a:lnTo>
                <a:lnTo>
                  <a:pt x="221" y="23"/>
                </a:lnTo>
                <a:lnTo>
                  <a:pt x="221" y="22"/>
                </a:lnTo>
                <a:lnTo>
                  <a:pt x="222" y="22"/>
                </a:lnTo>
                <a:lnTo>
                  <a:pt x="222" y="23"/>
                </a:lnTo>
                <a:lnTo>
                  <a:pt x="223" y="23"/>
                </a:lnTo>
                <a:lnTo>
                  <a:pt x="223" y="22"/>
                </a:lnTo>
                <a:lnTo>
                  <a:pt x="224" y="23"/>
                </a:lnTo>
                <a:lnTo>
                  <a:pt x="225" y="23"/>
                </a:lnTo>
                <a:lnTo>
                  <a:pt x="226" y="22"/>
                </a:lnTo>
                <a:lnTo>
                  <a:pt x="226" y="21"/>
                </a:lnTo>
                <a:lnTo>
                  <a:pt x="226" y="20"/>
                </a:lnTo>
                <a:lnTo>
                  <a:pt x="226" y="19"/>
                </a:lnTo>
                <a:lnTo>
                  <a:pt x="227" y="19"/>
                </a:lnTo>
                <a:lnTo>
                  <a:pt x="227" y="18"/>
                </a:lnTo>
                <a:lnTo>
                  <a:pt x="226" y="18"/>
                </a:lnTo>
                <a:lnTo>
                  <a:pt x="226" y="17"/>
                </a:lnTo>
                <a:lnTo>
                  <a:pt x="226" y="16"/>
                </a:lnTo>
                <a:lnTo>
                  <a:pt x="226" y="15"/>
                </a:lnTo>
                <a:lnTo>
                  <a:pt x="227" y="15"/>
                </a:lnTo>
                <a:lnTo>
                  <a:pt x="228" y="15"/>
                </a:lnTo>
                <a:lnTo>
                  <a:pt x="228" y="14"/>
                </a:lnTo>
                <a:lnTo>
                  <a:pt x="227" y="14"/>
                </a:lnTo>
                <a:lnTo>
                  <a:pt x="227" y="13"/>
                </a:lnTo>
                <a:lnTo>
                  <a:pt x="228" y="13"/>
                </a:lnTo>
                <a:lnTo>
                  <a:pt x="227" y="13"/>
                </a:lnTo>
                <a:lnTo>
                  <a:pt x="227" y="12"/>
                </a:lnTo>
                <a:lnTo>
                  <a:pt x="226" y="12"/>
                </a:lnTo>
                <a:lnTo>
                  <a:pt x="225" y="12"/>
                </a:lnTo>
                <a:lnTo>
                  <a:pt x="224" y="12"/>
                </a:lnTo>
                <a:lnTo>
                  <a:pt x="224" y="11"/>
                </a:lnTo>
                <a:lnTo>
                  <a:pt x="224" y="10"/>
                </a:lnTo>
                <a:lnTo>
                  <a:pt x="223" y="10"/>
                </a:lnTo>
                <a:lnTo>
                  <a:pt x="222" y="10"/>
                </a:lnTo>
                <a:lnTo>
                  <a:pt x="222" y="9"/>
                </a:lnTo>
                <a:lnTo>
                  <a:pt x="223" y="9"/>
                </a:lnTo>
                <a:lnTo>
                  <a:pt x="223" y="8"/>
                </a:lnTo>
                <a:lnTo>
                  <a:pt x="224" y="8"/>
                </a:lnTo>
                <a:lnTo>
                  <a:pt x="225" y="8"/>
                </a:lnTo>
                <a:lnTo>
                  <a:pt x="225" y="7"/>
                </a:lnTo>
                <a:lnTo>
                  <a:pt x="225" y="6"/>
                </a:lnTo>
                <a:lnTo>
                  <a:pt x="226" y="6"/>
                </a:lnTo>
                <a:lnTo>
                  <a:pt x="227" y="6"/>
                </a:lnTo>
                <a:lnTo>
                  <a:pt x="227" y="5"/>
                </a:lnTo>
                <a:lnTo>
                  <a:pt x="227" y="4"/>
                </a:lnTo>
                <a:lnTo>
                  <a:pt x="228" y="4"/>
                </a:lnTo>
                <a:lnTo>
                  <a:pt x="228" y="5"/>
                </a:lnTo>
                <a:lnTo>
                  <a:pt x="229" y="4"/>
                </a:lnTo>
                <a:lnTo>
                  <a:pt x="229" y="3"/>
                </a:lnTo>
                <a:lnTo>
                  <a:pt x="231" y="3"/>
                </a:lnTo>
                <a:lnTo>
                  <a:pt x="231" y="2"/>
                </a:lnTo>
                <a:lnTo>
                  <a:pt x="232" y="2"/>
                </a:lnTo>
                <a:lnTo>
                  <a:pt x="233" y="2"/>
                </a:lnTo>
                <a:lnTo>
                  <a:pt x="232" y="3"/>
                </a:lnTo>
                <a:lnTo>
                  <a:pt x="233" y="3"/>
                </a:lnTo>
                <a:lnTo>
                  <a:pt x="233" y="4"/>
                </a:lnTo>
                <a:lnTo>
                  <a:pt x="233" y="5"/>
                </a:lnTo>
                <a:lnTo>
                  <a:pt x="234" y="5"/>
                </a:lnTo>
                <a:lnTo>
                  <a:pt x="234" y="6"/>
                </a:lnTo>
                <a:lnTo>
                  <a:pt x="235" y="7"/>
                </a:lnTo>
                <a:lnTo>
                  <a:pt x="237" y="7"/>
                </a:lnTo>
                <a:lnTo>
                  <a:pt x="238" y="7"/>
                </a:lnTo>
                <a:lnTo>
                  <a:pt x="239" y="7"/>
                </a:lnTo>
                <a:lnTo>
                  <a:pt x="240" y="7"/>
                </a:lnTo>
                <a:lnTo>
                  <a:pt x="240" y="6"/>
                </a:lnTo>
                <a:lnTo>
                  <a:pt x="240" y="5"/>
                </a:lnTo>
                <a:lnTo>
                  <a:pt x="239" y="5"/>
                </a:lnTo>
                <a:lnTo>
                  <a:pt x="239" y="4"/>
                </a:lnTo>
                <a:lnTo>
                  <a:pt x="239" y="3"/>
                </a:lnTo>
                <a:lnTo>
                  <a:pt x="240" y="3"/>
                </a:lnTo>
                <a:lnTo>
                  <a:pt x="241" y="3"/>
                </a:lnTo>
                <a:lnTo>
                  <a:pt x="241" y="4"/>
                </a:lnTo>
                <a:lnTo>
                  <a:pt x="242" y="4"/>
                </a:lnTo>
                <a:lnTo>
                  <a:pt x="241" y="3"/>
                </a:lnTo>
                <a:lnTo>
                  <a:pt x="242" y="3"/>
                </a:lnTo>
                <a:lnTo>
                  <a:pt x="243" y="4"/>
                </a:lnTo>
                <a:lnTo>
                  <a:pt x="244" y="4"/>
                </a:lnTo>
                <a:lnTo>
                  <a:pt x="244" y="3"/>
                </a:lnTo>
                <a:lnTo>
                  <a:pt x="245" y="3"/>
                </a:lnTo>
                <a:lnTo>
                  <a:pt x="246" y="2"/>
                </a:lnTo>
                <a:lnTo>
                  <a:pt x="247" y="2"/>
                </a:lnTo>
                <a:lnTo>
                  <a:pt x="247" y="3"/>
                </a:lnTo>
                <a:lnTo>
                  <a:pt x="248" y="3"/>
                </a:lnTo>
                <a:lnTo>
                  <a:pt x="249" y="4"/>
                </a:lnTo>
                <a:lnTo>
                  <a:pt x="248" y="4"/>
                </a:lnTo>
                <a:lnTo>
                  <a:pt x="248" y="5"/>
                </a:lnTo>
                <a:lnTo>
                  <a:pt x="249" y="6"/>
                </a:lnTo>
                <a:lnTo>
                  <a:pt x="249" y="5"/>
                </a:lnTo>
                <a:lnTo>
                  <a:pt x="250" y="4"/>
                </a:lnTo>
                <a:lnTo>
                  <a:pt x="250" y="5"/>
                </a:lnTo>
                <a:lnTo>
                  <a:pt x="251" y="5"/>
                </a:lnTo>
                <a:lnTo>
                  <a:pt x="252" y="5"/>
                </a:lnTo>
                <a:lnTo>
                  <a:pt x="252" y="4"/>
                </a:lnTo>
                <a:lnTo>
                  <a:pt x="253" y="4"/>
                </a:lnTo>
                <a:lnTo>
                  <a:pt x="253" y="3"/>
                </a:lnTo>
                <a:lnTo>
                  <a:pt x="254" y="3"/>
                </a:lnTo>
                <a:lnTo>
                  <a:pt x="254" y="4"/>
                </a:lnTo>
                <a:lnTo>
                  <a:pt x="255" y="4"/>
                </a:lnTo>
                <a:lnTo>
                  <a:pt x="256" y="4"/>
                </a:lnTo>
                <a:lnTo>
                  <a:pt x="256" y="3"/>
                </a:lnTo>
                <a:lnTo>
                  <a:pt x="257" y="2"/>
                </a:lnTo>
                <a:lnTo>
                  <a:pt x="257" y="1"/>
                </a:lnTo>
                <a:lnTo>
                  <a:pt x="258" y="0"/>
                </a:lnTo>
                <a:lnTo>
                  <a:pt x="259" y="0"/>
                </a:lnTo>
                <a:lnTo>
                  <a:pt x="260" y="0"/>
                </a:lnTo>
                <a:lnTo>
                  <a:pt x="26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19" name=""/>
          <p:cNvSpPr/>
          <p:nvPr/>
        </p:nvSpPr>
        <p:spPr>
          <a:xfrm>
            <a:off x="6945480" y="20718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20" name=""/>
          <p:cNvSpPr/>
          <p:nvPr/>
        </p:nvSpPr>
        <p:spPr>
          <a:xfrm>
            <a:off x="6933960" y="2067840"/>
            <a:ext cx="2520" cy="3240"/>
          </a:xfrm>
          <a:custGeom>
            <a:avLst/>
            <a:gdLst/>
            <a:ahLst/>
            <a:rect l="0" t="0" r="r" b="b"/>
            <a:pathLst>
              <a:path w="7" h="9">
                <a:moveTo>
                  <a:pt x="7" y="1"/>
                </a:moveTo>
                <a:lnTo>
                  <a:pt x="6" y="1"/>
                </a:lnTo>
                <a:lnTo>
                  <a:pt x="6" y="2"/>
                </a:lnTo>
                <a:lnTo>
                  <a:pt x="5" y="2"/>
                </a:lnTo>
                <a:lnTo>
                  <a:pt x="5" y="3"/>
                </a:lnTo>
                <a:lnTo>
                  <a:pt x="5" y="5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6" y="6"/>
                </a:lnTo>
                <a:lnTo>
                  <a:pt x="5" y="6"/>
                </a:lnTo>
                <a:lnTo>
                  <a:pt x="5" y="7"/>
                </a:lnTo>
                <a:lnTo>
                  <a:pt x="4" y="7"/>
                </a:lnTo>
                <a:lnTo>
                  <a:pt x="4" y="8"/>
                </a:lnTo>
                <a:lnTo>
                  <a:pt x="4" y="9"/>
                </a:lnTo>
                <a:lnTo>
                  <a:pt x="3" y="9"/>
                </a:lnTo>
                <a:lnTo>
                  <a:pt x="4" y="9"/>
                </a:lnTo>
                <a:lnTo>
                  <a:pt x="4" y="8"/>
                </a:lnTo>
                <a:lnTo>
                  <a:pt x="3" y="8"/>
                </a:lnTo>
                <a:lnTo>
                  <a:pt x="3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3" y="7"/>
                </a:lnTo>
                <a:lnTo>
                  <a:pt x="4" y="7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21" name=""/>
          <p:cNvSpPr/>
          <p:nvPr/>
        </p:nvSpPr>
        <p:spPr>
          <a:xfrm>
            <a:off x="6942960" y="2067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22" name=""/>
          <p:cNvSpPr/>
          <p:nvPr/>
        </p:nvSpPr>
        <p:spPr>
          <a:xfrm>
            <a:off x="6950160" y="2064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23" name=""/>
          <p:cNvSpPr/>
          <p:nvPr/>
        </p:nvSpPr>
        <p:spPr>
          <a:xfrm>
            <a:off x="6945120" y="2062080"/>
            <a:ext cx="5040" cy="4320"/>
          </a:xfrm>
          <a:custGeom>
            <a:avLst/>
            <a:gdLst/>
            <a:ahLst/>
            <a:rect l="0" t="0" r="r" b="b"/>
            <a:pathLst>
              <a:path w="14" h="12">
                <a:moveTo>
                  <a:pt x="5" y="3"/>
                </a:moveTo>
                <a:lnTo>
                  <a:pt x="6" y="4"/>
                </a:lnTo>
                <a:lnTo>
                  <a:pt x="5" y="4"/>
                </a:lnTo>
                <a:lnTo>
                  <a:pt x="5" y="5"/>
                </a:lnTo>
                <a:lnTo>
                  <a:pt x="6" y="5"/>
                </a:lnTo>
                <a:lnTo>
                  <a:pt x="7" y="6"/>
                </a:lnTo>
                <a:lnTo>
                  <a:pt x="8" y="7"/>
                </a:lnTo>
                <a:lnTo>
                  <a:pt x="9" y="7"/>
                </a:lnTo>
                <a:lnTo>
                  <a:pt x="11" y="7"/>
                </a:lnTo>
                <a:lnTo>
                  <a:pt x="11" y="6"/>
                </a:lnTo>
                <a:lnTo>
                  <a:pt x="11" y="7"/>
                </a:lnTo>
                <a:lnTo>
                  <a:pt x="12" y="7"/>
                </a:lnTo>
                <a:lnTo>
                  <a:pt x="13" y="7"/>
                </a:lnTo>
                <a:lnTo>
                  <a:pt x="13" y="6"/>
                </a:lnTo>
                <a:lnTo>
                  <a:pt x="14" y="6"/>
                </a:lnTo>
                <a:lnTo>
                  <a:pt x="14" y="7"/>
                </a:lnTo>
                <a:lnTo>
                  <a:pt x="13" y="7"/>
                </a:lnTo>
                <a:lnTo>
                  <a:pt x="14" y="7"/>
                </a:lnTo>
                <a:lnTo>
                  <a:pt x="13" y="7"/>
                </a:lnTo>
                <a:lnTo>
                  <a:pt x="13" y="8"/>
                </a:lnTo>
                <a:lnTo>
                  <a:pt x="13" y="7"/>
                </a:lnTo>
                <a:lnTo>
                  <a:pt x="12" y="7"/>
                </a:lnTo>
                <a:lnTo>
                  <a:pt x="11" y="8"/>
                </a:lnTo>
                <a:lnTo>
                  <a:pt x="9" y="9"/>
                </a:lnTo>
                <a:lnTo>
                  <a:pt x="11" y="9"/>
                </a:lnTo>
                <a:lnTo>
                  <a:pt x="12" y="10"/>
                </a:lnTo>
                <a:lnTo>
                  <a:pt x="12" y="12"/>
                </a:lnTo>
                <a:lnTo>
                  <a:pt x="11" y="12"/>
                </a:lnTo>
                <a:lnTo>
                  <a:pt x="9" y="12"/>
                </a:lnTo>
                <a:lnTo>
                  <a:pt x="8" y="12"/>
                </a:lnTo>
                <a:lnTo>
                  <a:pt x="7" y="10"/>
                </a:lnTo>
                <a:lnTo>
                  <a:pt x="7" y="9"/>
                </a:lnTo>
                <a:lnTo>
                  <a:pt x="5" y="8"/>
                </a:lnTo>
                <a:lnTo>
                  <a:pt x="4" y="8"/>
                </a:lnTo>
                <a:lnTo>
                  <a:pt x="3" y="7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1" y="3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24" name=""/>
          <p:cNvSpPr/>
          <p:nvPr/>
        </p:nvSpPr>
        <p:spPr>
          <a:xfrm>
            <a:off x="6951600" y="20631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25" name=""/>
          <p:cNvSpPr/>
          <p:nvPr/>
        </p:nvSpPr>
        <p:spPr>
          <a:xfrm>
            <a:off x="6950160" y="20628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26" name=""/>
          <p:cNvSpPr/>
          <p:nvPr/>
        </p:nvSpPr>
        <p:spPr>
          <a:xfrm>
            <a:off x="6949800" y="2062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27" name=""/>
          <p:cNvSpPr/>
          <p:nvPr/>
        </p:nvSpPr>
        <p:spPr>
          <a:xfrm>
            <a:off x="6949800" y="2062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28" name=""/>
          <p:cNvSpPr/>
          <p:nvPr/>
        </p:nvSpPr>
        <p:spPr>
          <a:xfrm>
            <a:off x="6951240" y="2062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29" name=""/>
          <p:cNvSpPr/>
          <p:nvPr/>
        </p:nvSpPr>
        <p:spPr>
          <a:xfrm>
            <a:off x="6949440" y="2061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30" name=""/>
          <p:cNvSpPr/>
          <p:nvPr/>
        </p:nvSpPr>
        <p:spPr>
          <a:xfrm>
            <a:off x="6947640" y="20613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31" name=""/>
          <p:cNvSpPr/>
          <p:nvPr/>
        </p:nvSpPr>
        <p:spPr>
          <a:xfrm>
            <a:off x="6942600" y="205956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32" name=""/>
          <p:cNvSpPr/>
          <p:nvPr/>
        </p:nvSpPr>
        <p:spPr>
          <a:xfrm>
            <a:off x="6946200" y="205884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1" y="3"/>
                </a:move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1" y="1"/>
                </a:ln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33" name=""/>
          <p:cNvSpPr/>
          <p:nvPr/>
        </p:nvSpPr>
        <p:spPr>
          <a:xfrm>
            <a:off x="6939360" y="20584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34" name=""/>
          <p:cNvSpPr/>
          <p:nvPr/>
        </p:nvSpPr>
        <p:spPr>
          <a:xfrm>
            <a:off x="6943680" y="20552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35" name=""/>
          <p:cNvSpPr/>
          <p:nvPr/>
        </p:nvSpPr>
        <p:spPr>
          <a:xfrm>
            <a:off x="6949080" y="2046600"/>
            <a:ext cx="2520" cy="2160"/>
          </a:xfrm>
          <a:custGeom>
            <a:avLst/>
            <a:gdLst/>
            <a:ahLst/>
            <a:rect l="0" t="0" r="r" b="b"/>
            <a:pathLst>
              <a:path w="7" h="6">
                <a:moveTo>
                  <a:pt x="3" y="6"/>
                </a:move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6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  <a:lnTo>
                  <a:pt x="6" y="1"/>
                </a:lnTo>
                <a:lnTo>
                  <a:pt x="7" y="0"/>
                </a:lnTo>
                <a:lnTo>
                  <a:pt x="6" y="1"/>
                </a:lnTo>
                <a:lnTo>
                  <a:pt x="6" y="2"/>
                </a:lnTo>
                <a:lnTo>
                  <a:pt x="6" y="4"/>
                </a:lnTo>
                <a:lnTo>
                  <a:pt x="4" y="5"/>
                </a:lnTo>
                <a:lnTo>
                  <a:pt x="3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36" name=""/>
          <p:cNvSpPr/>
          <p:nvPr/>
        </p:nvSpPr>
        <p:spPr>
          <a:xfrm>
            <a:off x="6951960" y="204696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1" y="2"/>
                </a:move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37" name=""/>
          <p:cNvSpPr/>
          <p:nvPr/>
        </p:nvSpPr>
        <p:spPr>
          <a:xfrm>
            <a:off x="6949800" y="20466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38" name=""/>
          <p:cNvSpPr/>
          <p:nvPr/>
        </p:nvSpPr>
        <p:spPr>
          <a:xfrm>
            <a:off x="6951600" y="20466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39" name=""/>
          <p:cNvSpPr/>
          <p:nvPr/>
        </p:nvSpPr>
        <p:spPr>
          <a:xfrm>
            <a:off x="6948720" y="2030040"/>
            <a:ext cx="3960" cy="3240"/>
          </a:xfrm>
          <a:custGeom>
            <a:avLst/>
            <a:gdLst/>
            <a:ahLst/>
            <a:rect l="0" t="0" r="r" b="b"/>
            <a:pathLst>
              <a:path w="11" h="9">
                <a:moveTo>
                  <a:pt x="9" y="3"/>
                </a:moveTo>
                <a:lnTo>
                  <a:pt x="10" y="4"/>
                </a:lnTo>
                <a:lnTo>
                  <a:pt x="11" y="4"/>
                </a:lnTo>
                <a:lnTo>
                  <a:pt x="11" y="6"/>
                </a:lnTo>
                <a:lnTo>
                  <a:pt x="10" y="8"/>
                </a:lnTo>
                <a:lnTo>
                  <a:pt x="8" y="8"/>
                </a:lnTo>
                <a:lnTo>
                  <a:pt x="7" y="8"/>
                </a:lnTo>
                <a:lnTo>
                  <a:pt x="6" y="8"/>
                </a:lnTo>
                <a:lnTo>
                  <a:pt x="5" y="8"/>
                </a:lnTo>
                <a:lnTo>
                  <a:pt x="4" y="8"/>
                </a:lnTo>
                <a:lnTo>
                  <a:pt x="4" y="9"/>
                </a:lnTo>
                <a:lnTo>
                  <a:pt x="2" y="9"/>
                </a:lnTo>
                <a:lnTo>
                  <a:pt x="2" y="8"/>
                </a:lnTo>
                <a:lnTo>
                  <a:pt x="1" y="8"/>
                </a:lnTo>
                <a:lnTo>
                  <a:pt x="1" y="6"/>
                </a:lnTo>
                <a:lnTo>
                  <a:pt x="1" y="5"/>
                </a:lnTo>
                <a:lnTo>
                  <a:pt x="0" y="5"/>
                </a:lnTo>
                <a:lnTo>
                  <a:pt x="1" y="3"/>
                </a:lnTo>
                <a:lnTo>
                  <a:pt x="2" y="1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9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40" name=""/>
          <p:cNvSpPr/>
          <p:nvPr/>
        </p:nvSpPr>
        <p:spPr>
          <a:xfrm>
            <a:off x="6951600" y="2030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41" name=""/>
          <p:cNvSpPr/>
          <p:nvPr/>
        </p:nvSpPr>
        <p:spPr>
          <a:xfrm>
            <a:off x="6950520" y="2028600"/>
            <a:ext cx="2880" cy="1800"/>
          </a:xfrm>
          <a:custGeom>
            <a:avLst/>
            <a:gdLst/>
            <a:ahLst/>
            <a:rect l="0" t="0" r="r" b="b"/>
            <a:pathLst>
              <a:path w="8" h="5">
                <a:moveTo>
                  <a:pt x="8" y="2"/>
                </a:moveTo>
                <a:lnTo>
                  <a:pt x="6" y="2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8" y="1"/>
                </a:lnTo>
                <a:lnTo>
                  <a:pt x="8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42" name=""/>
          <p:cNvSpPr/>
          <p:nvPr/>
        </p:nvSpPr>
        <p:spPr>
          <a:xfrm>
            <a:off x="6951600" y="20080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1" y="2"/>
                </a:moveTo>
                <a:lnTo>
                  <a:pt x="2" y="2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43" name=""/>
          <p:cNvSpPr/>
          <p:nvPr/>
        </p:nvSpPr>
        <p:spPr>
          <a:xfrm>
            <a:off x="6951600" y="20073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44" name=""/>
          <p:cNvSpPr/>
          <p:nvPr/>
        </p:nvSpPr>
        <p:spPr>
          <a:xfrm>
            <a:off x="6951960" y="2007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45" name=""/>
          <p:cNvSpPr/>
          <p:nvPr/>
        </p:nvSpPr>
        <p:spPr>
          <a:xfrm>
            <a:off x="6949800" y="20062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2"/>
                </a:move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46" name=""/>
          <p:cNvSpPr/>
          <p:nvPr/>
        </p:nvSpPr>
        <p:spPr>
          <a:xfrm>
            <a:off x="6955560" y="20606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47" name=""/>
          <p:cNvSpPr/>
          <p:nvPr/>
        </p:nvSpPr>
        <p:spPr>
          <a:xfrm>
            <a:off x="6953400" y="20592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1"/>
                </a:moveTo>
                <a:lnTo>
                  <a:pt x="1" y="2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48" name=""/>
          <p:cNvSpPr/>
          <p:nvPr/>
        </p:nvSpPr>
        <p:spPr>
          <a:xfrm>
            <a:off x="6953760" y="205776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49" name=""/>
          <p:cNvSpPr/>
          <p:nvPr/>
        </p:nvSpPr>
        <p:spPr>
          <a:xfrm>
            <a:off x="6952320" y="20559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50" name=""/>
          <p:cNvSpPr/>
          <p:nvPr/>
        </p:nvSpPr>
        <p:spPr>
          <a:xfrm>
            <a:off x="6957000" y="2055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51" name=""/>
          <p:cNvSpPr/>
          <p:nvPr/>
        </p:nvSpPr>
        <p:spPr>
          <a:xfrm>
            <a:off x="6953040" y="2047320"/>
            <a:ext cx="7200" cy="10080"/>
          </a:xfrm>
          <a:custGeom>
            <a:avLst/>
            <a:gdLst/>
            <a:ahLst/>
            <a:rect l="0" t="0" r="r" b="b"/>
            <a:pathLst>
              <a:path w="20" h="28">
                <a:moveTo>
                  <a:pt x="8" y="3"/>
                </a:moveTo>
                <a:lnTo>
                  <a:pt x="9" y="4"/>
                </a:lnTo>
                <a:lnTo>
                  <a:pt x="9" y="5"/>
                </a:lnTo>
                <a:lnTo>
                  <a:pt x="10" y="5"/>
                </a:lnTo>
                <a:lnTo>
                  <a:pt x="11" y="5"/>
                </a:lnTo>
                <a:lnTo>
                  <a:pt x="11" y="4"/>
                </a:lnTo>
                <a:lnTo>
                  <a:pt x="12" y="4"/>
                </a:lnTo>
                <a:lnTo>
                  <a:pt x="13" y="5"/>
                </a:lnTo>
                <a:lnTo>
                  <a:pt x="14" y="6"/>
                </a:lnTo>
                <a:lnTo>
                  <a:pt x="15" y="6"/>
                </a:lnTo>
                <a:lnTo>
                  <a:pt x="15" y="7"/>
                </a:lnTo>
                <a:lnTo>
                  <a:pt x="14" y="7"/>
                </a:lnTo>
                <a:lnTo>
                  <a:pt x="14" y="8"/>
                </a:lnTo>
                <a:lnTo>
                  <a:pt x="13" y="8"/>
                </a:lnTo>
                <a:lnTo>
                  <a:pt x="14" y="9"/>
                </a:lnTo>
                <a:lnTo>
                  <a:pt x="15" y="10"/>
                </a:lnTo>
                <a:lnTo>
                  <a:pt x="16" y="10"/>
                </a:lnTo>
                <a:lnTo>
                  <a:pt x="17" y="10"/>
                </a:lnTo>
                <a:lnTo>
                  <a:pt x="18" y="10"/>
                </a:lnTo>
                <a:lnTo>
                  <a:pt x="20" y="10"/>
                </a:lnTo>
                <a:lnTo>
                  <a:pt x="18" y="12"/>
                </a:lnTo>
                <a:lnTo>
                  <a:pt x="17" y="12"/>
                </a:lnTo>
                <a:lnTo>
                  <a:pt x="17" y="13"/>
                </a:lnTo>
                <a:lnTo>
                  <a:pt x="16" y="13"/>
                </a:lnTo>
                <a:lnTo>
                  <a:pt x="16" y="12"/>
                </a:lnTo>
                <a:lnTo>
                  <a:pt x="15" y="11"/>
                </a:lnTo>
                <a:lnTo>
                  <a:pt x="14" y="11"/>
                </a:lnTo>
                <a:lnTo>
                  <a:pt x="13" y="12"/>
                </a:lnTo>
                <a:lnTo>
                  <a:pt x="12" y="12"/>
                </a:lnTo>
                <a:lnTo>
                  <a:pt x="12" y="13"/>
                </a:lnTo>
                <a:lnTo>
                  <a:pt x="12" y="14"/>
                </a:lnTo>
                <a:lnTo>
                  <a:pt x="12" y="15"/>
                </a:lnTo>
                <a:lnTo>
                  <a:pt x="12" y="16"/>
                </a:lnTo>
                <a:lnTo>
                  <a:pt x="12" y="17"/>
                </a:lnTo>
                <a:lnTo>
                  <a:pt x="13" y="17"/>
                </a:lnTo>
                <a:lnTo>
                  <a:pt x="14" y="18"/>
                </a:lnTo>
                <a:lnTo>
                  <a:pt x="13" y="18"/>
                </a:lnTo>
                <a:lnTo>
                  <a:pt x="13" y="19"/>
                </a:lnTo>
                <a:lnTo>
                  <a:pt x="14" y="19"/>
                </a:lnTo>
                <a:lnTo>
                  <a:pt x="15" y="18"/>
                </a:lnTo>
                <a:lnTo>
                  <a:pt x="16" y="19"/>
                </a:lnTo>
                <a:lnTo>
                  <a:pt x="16" y="18"/>
                </a:lnTo>
                <a:lnTo>
                  <a:pt x="17" y="18"/>
                </a:lnTo>
                <a:lnTo>
                  <a:pt x="17" y="19"/>
                </a:lnTo>
                <a:lnTo>
                  <a:pt x="16" y="20"/>
                </a:lnTo>
                <a:lnTo>
                  <a:pt x="16" y="21"/>
                </a:lnTo>
                <a:lnTo>
                  <a:pt x="15" y="21"/>
                </a:lnTo>
                <a:lnTo>
                  <a:pt x="15" y="20"/>
                </a:lnTo>
                <a:lnTo>
                  <a:pt x="14" y="19"/>
                </a:lnTo>
                <a:lnTo>
                  <a:pt x="13" y="20"/>
                </a:lnTo>
                <a:lnTo>
                  <a:pt x="12" y="20"/>
                </a:lnTo>
                <a:lnTo>
                  <a:pt x="11" y="21"/>
                </a:lnTo>
                <a:lnTo>
                  <a:pt x="10" y="21"/>
                </a:lnTo>
                <a:lnTo>
                  <a:pt x="9" y="22"/>
                </a:lnTo>
                <a:lnTo>
                  <a:pt x="8" y="23"/>
                </a:lnTo>
                <a:lnTo>
                  <a:pt x="7" y="25"/>
                </a:lnTo>
                <a:lnTo>
                  <a:pt x="7" y="26"/>
                </a:lnTo>
                <a:lnTo>
                  <a:pt x="8" y="27"/>
                </a:lnTo>
                <a:lnTo>
                  <a:pt x="8" y="26"/>
                </a:lnTo>
                <a:lnTo>
                  <a:pt x="9" y="26"/>
                </a:lnTo>
                <a:lnTo>
                  <a:pt x="9" y="27"/>
                </a:lnTo>
                <a:lnTo>
                  <a:pt x="9" y="28"/>
                </a:lnTo>
                <a:lnTo>
                  <a:pt x="8" y="28"/>
                </a:lnTo>
                <a:lnTo>
                  <a:pt x="7" y="27"/>
                </a:lnTo>
                <a:lnTo>
                  <a:pt x="6" y="27"/>
                </a:lnTo>
                <a:lnTo>
                  <a:pt x="5" y="26"/>
                </a:lnTo>
                <a:lnTo>
                  <a:pt x="4" y="26"/>
                </a:lnTo>
                <a:lnTo>
                  <a:pt x="4" y="25"/>
                </a:lnTo>
                <a:lnTo>
                  <a:pt x="3" y="25"/>
                </a:lnTo>
                <a:lnTo>
                  <a:pt x="3" y="23"/>
                </a:lnTo>
                <a:lnTo>
                  <a:pt x="2" y="23"/>
                </a:lnTo>
                <a:lnTo>
                  <a:pt x="2" y="22"/>
                </a:lnTo>
                <a:lnTo>
                  <a:pt x="3" y="22"/>
                </a:lnTo>
                <a:lnTo>
                  <a:pt x="2" y="21"/>
                </a:lnTo>
                <a:lnTo>
                  <a:pt x="2" y="22"/>
                </a:lnTo>
                <a:lnTo>
                  <a:pt x="2" y="23"/>
                </a:lnTo>
                <a:lnTo>
                  <a:pt x="1" y="23"/>
                </a:lnTo>
                <a:lnTo>
                  <a:pt x="1" y="22"/>
                </a:lnTo>
                <a:lnTo>
                  <a:pt x="0" y="22"/>
                </a:lnTo>
                <a:lnTo>
                  <a:pt x="0" y="21"/>
                </a:lnTo>
                <a:lnTo>
                  <a:pt x="0" y="22"/>
                </a:lnTo>
                <a:lnTo>
                  <a:pt x="1" y="22"/>
                </a:lnTo>
                <a:lnTo>
                  <a:pt x="1" y="21"/>
                </a:lnTo>
                <a:lnTo>
                  <a:pt x="1" y="20"/>
                </a:lnTo>
                <a:lnTo>
                  <a:pt x="2" y="20"/>
                </a:lnTo>
                <a:lnTo>
                  <a:pt x="2" y="19"/>
                </a:lnTo>
                <a:lnTo>
                  <a:pt x="1" y="19"/>
                </a:lnTo>
                <a:lnTo>
                  <a:pt x="2" y="19"/>
                </a:lnTo>
                <a:lnTo>
                  <a:pt x="1" y="19"/>
                </a:lnTo>
                <a:lnTo>
                  <a:pt x="1" y="20"/>
                </a:lnTo>
                <a:lnTo>
                  <a:pt x="0" y="20"/>
                </a:lnTo>
                <a:lnTo>
                  <a:pt x="0" y="19"/>
                </a:lnTo>
                <a:lnTo>
                  <a:pt x="0" y="18"/>
                </a:lnTo>
                <a:lnTo>
                  <a:pt x="1" y="18"/>
                </a:lnTo>
                <a:lnTo>
                  <a:pt x="1" y="17"/>
                </a:lnTo>
                <a:lnTo>
                  <a:pt x="0" y="17"/>
                </a:lnTo>
                <a:lnTo>
                  <a:pt x="1" y="16"/>
                </a:lnTo>
                <a:lnTo>
                  <a:pt x="2" y="16"/>
                </a:lnTo>
                <a:lnTo>
                  <a:pt x="2" y="15"/>
                </a:lnTo>
                <a:lnTo>
                  <a:pt x="3" y="15"/>
                </a:lnTo>
                <a:lnTo>
                  <a:pt x="3" y="16"/>
                </a:lnTo>
                <a:lnTo>
                  <a:pt x="4" y="15"/>
                </a:lnTo>
                <a:lnTo>
                  <a:pt x="5" y="16"/>
                </a:lnTo>
                <a:lnTo>
                  <a:pt x="6" y="16"/>
                </a:lnTo>
                <a:lnTo>
                  <a:pt x="6" y="15"/>
                </a:lnTo>
                <a:lnTo>
                  <a:pt x="5" y="15"/>
                </a:lnTo>
                <a:lnTo>
                  <a:pt x="4" y="15"/>
                </a:lnTo>
                <a:lnTo>
                  <a:pt x="3" y="14"/>
                </a:lnTo>
                <a:lnTo>
                  <a:pt x="4" y="13"/>
                </a:lnTo>
                <a:lnTo>
                  <a:pt x="4" y="11"/>
                </a:lnTo>
                <a:lnTo>
                  <a:pt x="3" y="11"/>
                </a:lnTo>
                <a:lnTo>
                  <a:pt x="3" y="10"/>
                </a:lnTo>
                <a:lnTo>
                  <a:pt x="3" y="9"/>
                </a:lnTo>
                <a:lnTo>
                  <a:pt x="2" y="8"/>
                </a:lnTo>
                <a:lnTo>
                  <a:pt x="1" y="8"/>
                </a:lnTo>
                <a:lnTo>
                  <a:pt x="1" y="7"/>
                </a:lnTo>
                <a:lnTo>
                  <a:pt x="1" y="6"/>
                </a:lnTo>
                <a:lnTo>
                  <a:pt x="2" y="6"/>
                </a:lnTo>
                <a:lnTo>
                  <a:pt x="2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7" y="3"/>
                </a:lnTo>
                <a:lnTo>
                  <a:pt x="6" y="3"/>
                </a:lnTo>
                <a:lnTo>
                  <a:pt x="6" y="2"/>
                </a:lnTo>
                <a:lnTo>
                  <a:pt x="7" y="2"/>
                </a:lnTo>
                <a:lnTo>
                  <a:pt x="8" y="0"/>
                </a:lnTo>
                <a:lnTo>
                  <a:pt x="10" y="0"/>
                </a:lnTo>
                <a:lnTo>
                  <a:pt x="9" y="1"/>
                </a:lnTo>
                <a:lnTo>
                  <a:pt x="9" y="2"/>
                </a:lnTo>
                <a:lnTo>
                  <a:pt x="8" y="2"/>
                </a:lnTo>
                <a:lnTo>
                  <a:pt x="8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52" name=""/>
          <p:cNvSpPr/>
          <p:nvPr/>
        </p:nvSpPr>
        <p:spPr>
          <a:xfrm>
            <a:off x="6959520" y="204912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2" y="5"/>
                </a:move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3" y="5"/>
                </a:lnTo>
                <a:lnTo>
                  <a:pt x="2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53" name=""/>
          <p:cNvSpPr/>
          <p:nvPr/>
        </p:nvSpPr>
        <p:spPr>
          <a:xfrm>
            <a:off x="6952680" y="204732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4" y="4"/>
                </a:move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1" y="4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4" y="0"/>
                </a:lnTo>
                <a:lnTo>
                  <a:pt x="6" y="0"/>
                </a:lnTo>
                <a:lnTo>
                  <a:pt x="6" y="1"/>
                </a:lnTo>
                <a:lnTo>
                  <a:pt x="6" y="2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54" name=""/>
          <p:cNvSpPr/>
          <p:nvPr/>
        </p:nvSpPr>
        <p:spPr>
          <a:xfrm>
            <a:off x="6952680" y="20433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55" name=""/>
          <p:cNvSpPr/>
          <p:nvPr/>
        </p:nvSpPr>
        <p:spPr>
          <a:xfrm>
            <a:off x="6962400" y="20358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1"/>
                </a:moveTo>
                <a:lnTo>
                  <a:pt x="2" y="3"/>
                </a:lnTo>
                <a:lnTo>
                  <a:pt x="0" y="4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56" name=""/>
          <p:cNvSpPr/>
          <p:nvPr/>
        </p:nvSpPr>
        <p:spPr>
          <a:xfrm>
            <a:off x="6960960" y="203580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3" y="0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57" name=""/>
          <p:cNvSpPr/>
          <p:nvPr/>
        </p:nvSpPr>
        <p:spPr>
          <a:xfrm>
            <a:off x="6952320" y="202968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3" y="2"/>
                </a:moveTo>
                <a:lnTo>
                  <a:pt x="3" y="3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58" name=""/>
          <p:cNvSpPr/>
          <p:nvPr/>
        </p:nvSpPr>
        <p:spPr>
          <a:xfrm>
            <a:off x="6960600" y="202860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2" y="2"/>
                </a:moveTo>
                <a:lnTo>
                  <a:pt x="4" y="2"/>
                </a:lnTo>
                <a:lnTo>
                  <a:pt x="4" y="3"/>
                </a:lnTo>
                <a:lnTo>
                  <a:pt x="4" y="2"/>
                </a:lnTo>
                <a:lnTo>
                  <a:pt x="5" y="2"/>
                </a:lnTo>
                <a:lnTo>
                  <a:pt x="5" y="0"/>
                </a:lnTo>
                <a:lnTo>
                  <a:pt x="6" y="0"/>
                </a:lnTo>
                <a:lnTo>
                  <a:pt x="6" y="2"/>
                </a:lnTo>
                <a:lnTo>
                  <a:pt x="5" y="3"/>
                </a:lnTo>
                <a:lnTo>
                  <a:pt x="4" y="4"/>
                </a:lnTo>
                <a:lnTo>
                  <a:pt x="2" y="4"/>
                </a:lnTo>
                <a:lnTo>
                  <a:pt x="2" y="6"/>
                </a:lnTo>
                <a:lnTo>
                  <a:pt x="1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1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59" name=""/>
          <p:cNvSpPr/>
          <p:nvPr/>
        </p:nvSpPr>
        <p:spPr>
          <a:xfrm>
            <a:off x="6962400" y="202608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5" y="1"/>
                </a:moveTo>
                <a:lnTo>
                  <a:pt x="6" y="1"/>
                </a:ln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lnTo>
                  <a:pt x="5" y="3"/>
                </a:lnTo>
                <a:lnTo>
                  <a:pt x="4" y="3"/>
                </a:lnTo>
                <a:lnTo>
                  <a:pt x="3" y="4"/>
                </a:lnTo>
                <a:lnTo>
                  <a:pt x="3" y="3"/>
                </a:lnTo>
                <a:lnTo>
                  <a:pt x="1" y="4"/>
                </a:lnTo>
                <a:lnTo>
                  <a:pt x="1" y="5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1" y="3"/>
                </a:lnTo>
                <a:lnTo>
                  <a:pt x="3" y="3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60" name=""/>
          <p:cNvSpPr/>
          <p:nvPr/>
        </p:nvSpPr>
        <p:spPr>
          <a:xfrm>
            <a:off x="6962760" y="20246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61" name=""/>
          <p:cNvSpPr/>
          <p:nvPr/>
        </p:nvSpPr>
        <p:spPr>
          <a:xfrm>
            <a:off x="6960600" y="20192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62" name=""/>
          <p:cNvSpPr/>
          <p:nvPr/>
        </p:nvSpPr>
        <p:spPr>
          <a:xfrm>
            <a:off x="6959520" y="2019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63" name=""/>
          <p:cNvSpPr/>
          <p:nvPr/>
        </p:nvSpPr>
        <p:spPr>
          <a:xfrm>
            <a:off x="6963480" y="20145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64" name=""/>
          <p:cNvSpPr/>
          <p:nvPr/>
        </p:nvSpPr>
        <p:spPr>
          <a:xfrm>
            <a:off x="6957000" y="20138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65" name=""/>
          <p:cNvSpPr/>
          <p:nvPr/>
        </p:nvSpPr>
        <p:spPr>
          <a:xfrm>
            <a:off x="6957000" y="2012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66" name=""/>
          <p:cNvSpPr/>
          <p:nvPr/>
        </p:nvSpPr>
        <p:spPr>
          <a:xfrm>
            <a:off x="6955560" y="201168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3" y="5"/>
                </a:moveTo>
                <a:lnTo>
                  <a:pt x="1" y="3"/>
                </a:lnTo>
                <a:lnTo>
                  <a:pt x="0" y="2"/>
                </a:lnTo>
                <a:lnTo>
                  <a:pt x="1" y="2"/>
                </a:lnTo>
                <a:lnTo>
                  <a:pt x="5" y="0"/>
                </a:lnTo>
                <a:lnTo>
                  <a:pt x="6" y="0"/>
                </a:lnTo>
                <a:lnTo>
                  <a:pt x="6" y="2"/>
                </a:lnTo>
                <a:lnTo>
                  <a:pt x="7" y="2"/>
                </a:lnTo>
                <a:lnTo>
                  <a:pt x="6" y="3"/>
                </a:lnTo>
                <a:lnTo>
                  <a:pt x="5" y="3"/>
                </a:lnTo>
                <a:lnTo>
                  <a:pt x="3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67" name=""/>
          <p:cNvSpPr/>
          <p:nvPr/>
        </p:nvSpPr>
        <p:spPr>
          <a:xfrm>
            <a:off x="6960600" y="20109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68" name=""/>
          <p:cNvSpPr/>
          <p:nvPr/>
        </p:nvSpPr>
        <p:spPr>
          <a:xfrm>
            <a:off x="6952320" y="2009880"/>
            <a:ext cx="3600" cy="1800"/>
          </a:xfrm>
          <a:custGeom>
            <a:avLst/>
            <a:gdLst/>
            <a:ahLst/>
            <a:rect l="0" t="0" r="r" b="b"/>
            <a:pathLst>
              <a:path w="10" h="5">
                <a:moveTo>
                  <a:pt x="6" y="4"/>
                </a:moveTo>
                <a:lnTo>
                  <a:pt x="6" y="5"/>
                </a:lnTo>
                <a:lnTo>
                  <a:pt x="5" y="5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5" y="1"/>
                </a:lnTo>
                <a:lnTo>
                  <a:pt x="6" y="1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10" y="2"/>
                </a:lnTo>
                <a:lnTo>
                  <a:pt x="9" y="2"/>
                </a:lnTo>
                <a:lnTo>
                  <a:pt x="8" y="2"/>
                </a:lnTo>
                <a:lnTo>
                  <a:pt x="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69" name=""/>
          <p:cNvSpPr/>
          <p:nvPr/>
        </p:nvSpPr>
        <p:spPr>
          <a:xfrm>
            <a:off x="6957000" y="20095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2"/>
                </a:moveTo>
                <a:lnTo>
                  <a:pt x="0" y="2"/>
                </a:lnTo>
                <a:lnTo>
                  <a:pt x="0" y="0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70" name=""/>
          <p:cNvSpPr/>
          <p:nvPr/>
        </p:nvSpPr>
        <p:spPr>
          <a:xfrm>
            <a:off x="6960240" y="200916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5" y="2"/>
                </a:move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5" y="6"/>
                </a:ln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71" name=""/>
          <p:cNvSpPr/>
          <p:nvPr/>
        </p:nvSpPr>
        <p:spPr>
          <a:xfrm>
            <a:off x="6956280" y="20095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72" name=""/>
          <p:cNvSpPr/>
          <p:nvPr/>
        </p:nvSpPr>
        <p:spPr>
          <a:xfrm>
            <a:off x="6963480" y="2025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73" name=""/>
          <p:cNvSpPr/>
          <p:nvPr/>
        </p:nvSpPr>
        <p:spPr>
          <a:xfrm>
            <a:off x="6978960" y="20206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1" y="3"/>
                </a:moveTo>
                <a:lnTo>
                  <a:pt x="3" y="3"/>
                </a:lnTo>
                <a:lnTo>
                  <a:pt x="3" y="1"/>
                </a:lnTo>
                <a:lnTo>
                  <a:pt x="4" y="3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74" name=""/>
          <p:cNvSpPr/>
          <p:nvPr/>
        </p:nvSpPr>
        <p:spPr>
          <a:xfrm>
            <a:off x="6967800" y="20167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75" name=""/>
          <p:cNvSpPr/>
          <p:nvPr/>
        </p:nvSpPr>
        <p:spPr>
          <a:xfrm>
            <a:off x="6964560" y="20156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lnTo>
                  <a:pt x="4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76" name=""/>
          <p:cNvSpPr/>
          <p:nvPr/>
        </p:nvSpPr>
        <p:spPr>
          <a:xfrm>
            <a:off x="6967800" y="20149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77" name=""/>
          <p:cNvSpPr/>
          <p:nvPr/>
        </p:nvSpPr>
        <p:spPr>
          <a:xfrm>
            <a:off x="6968160" y="20142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78" name=""/>
          <p:cNvSpPr/>
          <p:nvPr/>
        </p:nvSpPr>
        <p:spPr>
          <a:xfrm>
            <a:off x="6967440" y="2012400"/>
            <a:ext cx="1800" cy="2520"/>
          </a:xfrm>
          <a:custGeom>
            <a:avLst/>
            <a:gdLst/>
            <a:ahLst/>
            <a:rect l="0" t="0" r="r" b="b"/>
            <a:pathLst>
              <a:path w="5" h="7">
                <a:moveTo>
                  <a:pt x="2" y="5"/>
                </a:moveTo>
                <a:lnTo>
                  <a:pt x="2" y="6"/>
                </a:lnTo>
                <a:lnTo>
                  <a:pt x="1" y="7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2" y="2"/>
                </a:lnTo>
                <a:lnTo>
                  <a:pt x="3" y="1"/>
                </a:lnTo>
                <a:lnTo>
                  <a:pt x="3" y="0"/>
                </a:lnTo>
                <a:lnTo>
                  <a:pt x="5" y="1"/>
                </a:lnTo>
                <a:lnTo>
                  <a:pt x="5" y="2"/>
                </a:lnTo>
                <a:lnTo>
                  <a:pt x="5" y="4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79" name=""/>
          <p:cNvSpPr/>
          <p:nvPr/>
        </p:nvSpPr>
        <p:spPr>
          <a:xfrm>
            <a:off x="6975000" y="20109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80" name=""/>
          <p:cNvSpPr/>
          <p:nvPr/>
        </p:nvSpPr>
        <p:spPr>
          <a:xfrm>
            <a:off x="6973920" y="2010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81" name=""/>
          <p:cNvSpPr/>
          <p:nvPr/>
        </p:nvSpPr>
        <p:spPr>
          <a:xfrm>
            <a:off x="6975720" y="2009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82" name=""/>
          <p:cNvSpPr/>
          <p:nvPr/>
        </p:nvSpPr>
        <p:spPr>
          <a:xfrm>
            <a:off x="6967440" y="20091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83" name=""/>
          <p:cNvSpPr/>
          <p:nvPr/>
        </p:nvSpPr>
        <p:spPr>
          <a:xfrm>
            <a:off x="6974640" y="200880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84" name=""/>
          <p:cNvSpPr/>
          <p:nvPr/>
        </p:nvSpPr>
        <p:spPr>
          <a:xfrm>
            <a:off x="6967800" y="2005200"/>
            <a:ext cx="1080" cy="360"/>
          </a:xfrm>
          <a:custGeom>
            <a:avLst/>
            <a:gdLst/>
            <a:ahLst/>
            <a:rect l="0" t="0" r="r" b="b"/>
            <a:pathLst>
              <a:path w="3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85" name=""/>
          <p:cNvSpPr/>
          <p:nvPr/>
        </p:nvSpPr>
        <p:spPr>
          <a:xfrm>
            <a:off x="6967080" y="20041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1"/>
                </a:move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86" name=""/>
          <p:cNvSpPr/>
          <p:nvPr/>
        </p:nvSpPr>
        <p:spPr>
          <a:xfrm>
            <a:off x="6970320" y="20023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87" name=""/>
          <p:cNvSpPr/>
          <p:nvPr/>
        </p:nvSpPr>
        <p:spPr>
          <a:xfrm>
            <a:off x="6971400" y="200052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0"/>
                </a:moveTo>
                <a:lnTo>
                  <a:pt x="2" y="1"/>
                </a:lnTo>
                <a:lnTo>
                  <a:pt x="4" y="1"/>
                </a:lnTo>
                <a:lnTo>
                  <a:pt x="2" y="1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88" name=""/>
          <p:cNvSpPr/>
          <p:nvPr/>
        </p:nvSpPr>
        <p:spPr>
          <a:xfrm>
            <a:off x="6972840" y="20001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89" name=""/>
          <p:cNvSpPr/>
          <p:nvPr/>
        </p:nvSpPr>
        <p:spPr>
          <a:xfrm>
            <a:off x="6973920" y="199908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3" y="2"/>
                </a:moveTo>
                <a:lnTo>
                  <a:pt x="4" y="2"/>
                </a:lnTo>
                <a:lnTo>
                  <a:pt x="6" y="3"/>
                </a:lnTo>
                <a:lnTo>
                  <a:pt x="6" y="4"/>
                </a:lnTo>
                <a:lnTo>
                  <a:pt x="6" y="5"/>
                </a:lnTo>
                <a:lnTo>
                  <a:pt x="7" y="5"/>
                </a:lnTo>
                <a:lnTo>
                  <a:pt x="6" y="5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90" name=""/>
          <p:cNvSpPr/>
          <p:nvPr/>
        </p:nvSpPr>
        <p:spPr>
          <a:xfrm>
            <a:off x="6975720" y="1999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91" name=""/>
          <p:cNvSpPr/>
          <p:nvPr/>
        </p:nvSpPr>
        <p:spPr>
          <a:xfrm>
            <a:off x="6986520" y="19983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92" name=""/>
          <p:cNvSpPr/>
          <p:nvPr/>
        </p:nvSpPr>
        <p:spPr>
          <a:xfrm>
            <a:off x="6986160" y="19976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93" name=""/>
          <p:cNvSpPr/>
          <p:nvPr/>
        </p:nvSpPr>
        <p:spPr>
          <a:xfrm>
            <a:off x="6976440" y="19940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94" name=""/>
          <p:cNvSpPr/>
          <p:nvPr/>
        </p:nvSpPr>
        <p:spPr>
          <a:xfrm>
            <a:off x="6976080" y="1990080"/>
            <a:ext cx="1800" cy="2520"/>
          </a:xfrm>
          <a:custGeom>
            <a:avLst/>
            <a:gdLst/>
            <a:ahLst/>
            <a:rect l="0" t="0" r="r" b="b"/>
            <a:pathLst>
              <a:path w="5" h="7">
                <a:moveTo>
                  <a:pt x="2" y="1"/>
                </a:moveTo>
                <a:lnTo>
                  <a:pt x="1" y="1"/>
                </a:lnTo>
                <a:lnTo>
                  <a:pt x="2" y="1"/>
                </a:lnTo>
                <a:lnTo>
                  <a:pt x="2" y="2"/>
                </a:lnTo>
                <a:lnTo>
                  <a:pt x="3" y="3"/>
                </a:lnTo>
                <a:lnTo>
                  <a:pt x="3" y="4"/>
                </a:lnTo>
                <a:lnTo>
                  <a:pt x="5" y="4"/>
                </a:lnTo>
                <a:lnTo>
                  <a:pt x="5" y="6"/>
                </a:lnTo>
                <a:lnTo>
                  <a:pt x="3" y="6"/>
                </a:lnTo>
                <a:lnTo>
                  <a:pt x="3" y="7"/>
                </a:lnTo>
                <a:lnTo>
                  <a:pt x="3" y="6"/>
                </a:lnTo>
                <a:lnTo>
                  <a:pt x="3" y="4"/>
                </a:lnTo>
                <a:lnTo>
                  <a:pt x="2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95" name=""/>
          <p:cNvSpPr/>
          <p:nvPr/>
        </p:nvSpPr>
        <p:spPr>
          <a:xfrm>
            <a:off x="6972480" y="1989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96" name=""/>
          <p:cNvSpPr/>
          <p:nvPr/>
        </p:nvSpPr>
        <p:spPr>
          <a:xfrm>
            <a:off x="6755040" y="1884600"/>
            <a:ext cx="159480" cy="206280"/>
          </a:xfrm>
          <a:custGeom>
            <a:avLst/>
            <a:gdLst/>
            <a:ahLst/>
            <a:rect l="0" t="0" r="r" b="b"/>
            <a:pathLst>
              <a:path w="443" h="573">
                <a:moveTo>
                  <a:pt x="282" y="1"/>
                </a:moveTo>
                <a:lnTo>
                  <a:pt x="283" y="2"/>
                </a:lnTo>
                <a:lnTo>
                  <a:pt x="284" y="2"/>
                </a:lnTo>
                <a:lnTo>
                  <a:pt x="285" y="3"/>
                </a:lnTo>
                <a:lnTo>
                  <a:pt x="286" y="3"/>
                </a:lnTo>
                <a:lnTo>
                  <a:pt x="287" y="3"/>
                </a:lnTo>
                <a:lnTo>
                  <a:pt x="287" y="2"/>
                </a:lnTo>
                <a:lnTo>
                  <a:pt x="287" y="3"/>
                </a:lnTo>
                <a:lnTo>
                  <a:pt x="288" y="3"/>
                </a:lnTo>
                <a:lnTo>
                  <a:pt x="289" y="4"/>
                </a:lnTo>
                <a:lnTo>
                  <a:pt x="290" y="5"/>
                </a:lnTo>
                <a:lnTo>
                  <a:pt x="290" y="6"/>
                </a:lnTo>
                <a:lnTo>
                  <a:pt x="291" y="6"/>
                </a:lnTo>
                <a:lnTo>
                  <a:pt x="291" y="7"/>
                </a:lnTo>
                <a:lnTo>
                  <a:pt x="290" y="7"/>
                </a:lnTo>
                <a:lnTo>
                  <a:pt x="291" y="7"/>
                </a:lnTo>
                <a:lnTo>
                  <a:pt x="291" y="8"/>
                </a:lnTo>
                <a:lnTo>
                  <a:pt x="292" y="9"/>
                </a:lnTo>
                <a:lnTo>
                  <a:pt x="292" y="8"/>
                </a:lnTo>
                <a:lnTo>
                  <a:pt x="293" y="8"/>
                </a:lnTo>
                <a:lnTo>
                  <a:pt x="294" y="8"/>
                </a:lnTo>
                <a:lnTo>
                  <a:pt x="294" y="7"/>
                </a:lnTo>
                <a:lnTo>
                  <a:pt x="294" y="8"/>
                </a:lnTo>
                <a:lnTo>
                  <a:pt x="294" y="9"/>
                </a:lnTo>
                <a:lnTo>
                  <a:pt x="294" y="10"/>
                </a:lnTo>
                <a:lnTo>
                  <a:pt x="294" y="11"/>
                </a:lnTo>
                <a:lnTo>
                  <a:pt x="294" y="12"/>
                </a:lnTo>
                <a:lnTo>
                  <a:pt x="295" y="12"/>
                </a:lnTo>
                <a:lnTo>
                  <a:pt x="295" y="11"/>
                </a:lnTo>
                <a:lnTo>
                  <a:pt x="296" y="11"/>
                </a:lnTo>
                <a:lnTo>
                  <a:pt x="297" y="11"/>
                </a:lnTo>
                <a:lnTo>
                  <a:pt x="297" y="10"/>
                </a:lnTo>
                <a:lnTo>
                  <a:pt x="298" y="10"/>
                </a:lnTo>
                <a:lnTo>
                  <a:pt x="298" y="11"/>
                </a:lnTo>
                <a:lnTo>
                  <a:pt x="299" y="11"/>
                </a:lnTo>
                <a:lnTo>
                  <a:pt x="300" y="11"/>
                </a:lnTo>
                <a:lnTo>
                  <a:pt x="300" y="12"/>
                </a:lnTo>
                <a:lnTo>
                  <a:pt x="301" y="13"/>
                </a:lnTo>
                <a:lnTo>
                  <a:pt x="301" y="14"/>
                </a:lnTo>
                <a:lnTo>
                  <a:pt x="300" y="14"/>
                </a:lnTo>
                <a:lnTo>
                  <a:pt x="300" y="15"/>
                </a:lnTo>
                <a:lnTo>
                  <a:pt x="300" y="16"/>
                </a:lnTo>
                <a:lnTo>
                  <a:pt x="300" y="17"/>
                </a:lnTo>
                <a:lnTo>
                  <a:pt x="299" y="18"/>
                </a:lnTo>
                <a:lnTo>
                  <a:pt x="299" y="19"/>
                </a:lnTo>
                <a:lnTo>
                  <a:pt x="298" y="20"/>
                </a:lnTo>
                <a:lnTo>
                  <a:pt x="298" y="21"/>
                </a:lnTo>
                <a:lnTo>
                  <a:pt x="297" y="22"/>
                </a:lnTo>
                <a:lnTo>
                  <a:pt x="296" y="22"/>
                </a:lnTo>
                <a:lnTo>
                  <a:pt x="296" y="23"/>
                </a:lnTo>
                <a:lnTo>
                  <a:pt x="296" y="24"/>
                </a:lnTo>
                <a:lnTo>
                  <a:pt x="295" y="24"/>
                </a:lnTo>
                <a:lnTo>
                  <a:pt x="294" y="25"/>
                </a:lnTo>
                <a:lnTo>
                  <a:pt x="294" y="26"/>
                </a:lnTo>
                <a:lnTo>
                  <a:pt x="294" y="27"/>
                </a:lnTo>
                <a:lnTo>
                  <a:pt x="293" y="27"/>
                </a:lnTo>
                <a:lnTo>
                  <a:pt x="292" y="27"/>
                </a:lnTo>
                <a:lnTo>
                  <a:pt x="292" y="28"/>
                </a:lnTo>
                <a:lnTo>
                  <a:pt x="292" y="29"/>
                </a:lnTo>
                <a:lnTo>
                  <a:pt x="291" y="28"/>
                </a:lnTo>
                <a:lnTo>
                  <a:pt x="291" y="29"/>
                </a:lnTo>
                <a:lnTo>
                  <a:pt x="290" y="29"/>
                </a:lnTo>
                <a:lnTo>
                  <a:pt x="289" y="29"/>
                </a:lnTo>
                <a:lnTo>
                  <a:pt x="288" y="28"/>
                </a:lnTo>
                <a:lnTo>
                  <a:pt x="288" y="29"/>
                </a:lnTo>
                <a:lnTo>
                  <a:pt x="287" y="29"/>
                </a:lnTo>
                <a:lnTo>
                  <a:pt x="286" y="30"/>
                </a:lnTo>
                <a:lnTo>
                  <a:pt x="287" y="30"/>
                </a:lnTo>
                <a:lnTo>
                  <a:pt x="286" y="30"/>
                </a:lnTo>
                <a:lnTo>
                  <a:pt x="286" y="31"/>
                </a:lnTo>
                <a:lnTo>
                  <a:pt x="285" y="32"/>
                </a:lnTo>
                <a:lnTo>
                  <a:pt x="285" y="31"/>
                </a:lnTo>
                <a:lnTo>
                  <a:pt x="285" y="32"/>
                </a:lnTo>
                <a:lnTo>
                  <a:pt x="284" y="33"/>
                </a:lnTo>
                <a:lnTo>
                  <a:pt x="283" y="34"/>
                </a:lnTo>
                <a:lnTo>
                  <a:pt x="282" y="35"/>
                </a:lnTo>
                <a:lnTo>
                  <a:pt x="281" y="35"/>
                </a:lnTo>
                <a:lnTo>
                  <a:pt x="281" y="36"/>
                </a:lnTo>
                <a:lnTo>
                  <a:pt x="280" y="36"/>
                </a:lnTo>
                <a:lnTo>
                  <a:pt x="280" y="37"/>
                </a:lnTo>
                <a:lnTo>
                  <a:pt x="280" y="38"/>
                </a:lnTo>
                <a:lnTo>
                  <a:pt x="280" y="39"/>
                </a:lnTo>
                <a:lnTo>
                  <a:pt x="279" y="39"/>
                </a:lnTo>
                <a:lnTo>
                  <a:pt x="278" y="39"/>
                </a:lnTo>
                <a:lnTo>
                  <a:pt x="278" y="40"/>
                </a:lnTo>
                <a:lnTo>
                  <a:pt x="280" y="40"/>
                </a:lnTo>
                <a:lnTo>
                  <a:pt x="281" y="40"/>
                </a:lnTo>
                <a:lnTo>
                  <a:pt x="281" y="41"/>
                </a:lnTo>
                <a:lnTo>
                  <a:pt x="282" y="42"/>
                </a:lnTo>
                <a:lnTo>
                  <a:pt x="281" y="42"/>
                </a:lnTo>
                <a:lnTo>
                  <a:pt x="280" y="42"/>
                </a:lnTo>
                <a:lnTo>
                  <a:pt x="280" y="43"/>
                </a:lnTo>
                <a:lnTo>
                  <a:pt x="279" y="43"/>
                </a:lnTo>
                <a:lnTo>
                  <a:pt x="278" y="45"/>
                </a:lnTo>
                <a:lnTo>
                  <a:pt x="278" y="46"/>
                </a:lnTo>
                <a:lnTo>
                  <a:pt x="279" y="46"/>
                </a:lnTo>
                <a:lnTo>
                  <a:pt x="280" y="46"/>
                </a:lnTo>
                <a:lnTo>
                  <a:pt x="281" y="47"/>
                </a:lnTo>
                <a:lnTo>
                  <a:pt x="281" y="48"/>
                </a:lnTo>
                <a:lnTo>
                  <a:pt x="281" y="49"/>
                </a:lnTo>
                <a:lnTo>
                  <a:pt x="282" y="49"/>
                </a:lnTo>
                <a:lnTo>
                  <a:pt x="283" y="50"/>
                </a:lnTo>
                <a:lnTo>
                  <a:pt x="284" y="50"/>
                </a:lnTo>
                <a:lnTo>
                  <a:pt x="284" y="51"/>
                </a:lnTo>
                <a:lnTo>
                  <a:pt x="284" y="52"/>
                </a:lnTo>
                <a:lnTo>
                  <a:pt x="285" y="53"/>
                </a:lnTo>
                <a:lnTo>
                  <a:pt x="285" y="52"/>
                </a:lnTo>
                <a:lnTo>
                  <a:pt x="285" y="51"/>
                </a:lnTo>
                <a:lnTo>
                  <a:pt x="285" y="52"/>
                </a:lnTo>
                <a:lnTo>
                  <a:pt x="286" y="52"/>
                </a:lnTo>
                <a:lnTo>
                  <a:pt x="286" y="51"/>
                </a:lnTo>
                <a:lnTo>
                  <a:pt x="286" y="50"/>
                </a:lnTo>
                <a:lnTo>
                  <a:pt x="287" y="50"/>
                </a:lnTo>
                <a:lnTo>
                  <a:pt x="288" y="50"/>
                </a:lnTo>
                <a:lnTo>
                  <a:pt x="288" y="49"/>
                </a:lnTo>
                <a:lnTo>
                  <a:pt x="289" y="49"/>
                </a:lnTo>
                <a:lnTo>
                  <a:pt x="289" y="50"/>
                </a:lnTo>
                <a:lnTo>
                  <a:pt x="290" y="50"/>
                </a:lnTo>
                <a:lnTo>
                  <a:pt x="290" y="51"/>
                </a:lnTo>
                <a:lnTo>
                  <a:pt x="290" y="52"/>
                </a:lnTo>
                <a:lnTo>
                  <a:pt x="291" y="52"/>
                </a:lnTo>
                <a:lnTo>
                  <a:pt x="291" y="53"/>
                </a:lnTo>
                <a:lnTo>
                  <a:pt x="292" y="53"/>
                </a:lnTo>
                <a:lnTo>
                  <a:pt x="293" y="52"/>
                </a:lnTo>
                <a:lnTo>
                  <a:pt x="293" y="53"/>
                </a:lnTo>
                <a:lnTo>
                  <a:pt x="294" y="52"/>
                </a:lnTo>
                <a:lnTo>
                  <a:pt x="295" y="52"/>
                </a:lnTo>
                <a:lnTo>
                  <a:pt x="296" y="51"/>
                </a:lnTo>
                <a:lnTo>
                  <a:pt x="297" y="50"/>
                </a:lnTo>
                <a:lnTo>
                  <a:pt x="297" y="49"/>
                </a:lnTo>
                <a:lnTo>
                  <a:pt x="298" y="49"/>
                </a:lnTo>
                <a:lnTo>
                  <a:pt x="298" y="48"/>
                </a:lnTo>
                <a:lnTo>
                  <a:pt x="299" y="47"/>
                </a:lnTo>
                <a:lnTo>
                  <a:pt x="300" y="47"/>
                </a:lnTo>
                <a:lnTo>
                  <a:pt x="301" y="47"/>
                </a:lnTo>
                <a:lnTo>
                  <a:pt x="301" y="46"/>
                </a:lnTo>
                <a:lnTo>
                  <a:pt x="302" y="45"/>
                </a:lnTo>
                <a:lnTo>
                  <a:pt x="303" y="45"/>
                </a:lnTo>
                <a:lnTo>
                  <a:pt x="303" y="44"/>
                </a:lnTo>
                <a:lnTo>
                  <a:pt x="304" y="44"/>
                </a:lnTo>
                <a:lnTo>
                  <a:pt x="305" y="44"/>
                </a:lnTo>
                <a:lnTo>
                  <a:pt x="306" y="44"/>
                </a:lnTo>
                <a:lnTo>
                  <a:pt x="307" y="44"/>
                </a:lnTo>
                <a:lnTo>
                  <a:pt x="307" y="43"/>
                </a:lnTo>
                <a:lnTo>
                  <a:pt x="308" y="43"/>
                </a:lnTo>
                <a:lnTo>
                  <a:pt x="308" y="42"/>
                </a:lnTo>
                <a:lnTo>
                  <a:pt x="309" y="41"/>
                </a:lnTo>
                <a:lnTo>
                  <a:pt x="309" y="40"/>
                </a:lnTo>
                <a:lnTo>
                  <a:pt x="310" y="40"/>
                </a:lnTo>
                <a:lnTo>
                  <a:pt x="310" y="41"/>
                </a:lnTo>
                <a:lnTo>
                  <a:pt x="310" y="40"/>
                </a:lnTo>
                <a:lnTo>
                  <a:pt x="311" y="40"/>
                </a:lnTo>
                <a:lnTo>
                  <a:pt x="312" y="40"/>
                </a:lnTo>
                <a:lnTo>
                  <a:pt x="312" y="41"/>
                </a:lnTo>
                <a:lnTo>
                  <a:pt x="313" y="41"/>
                </a:lnTo>
                <a:lnTo>
                  <a:pt x="314" y="41"/>
                </a:lnTo>
                <a:lnTo>
                  <a:pt x="314" y="40"/>
                </a:lnTo>
                <a:lnTo>
                  <a:pt x="315" y="40"/>
                </a:lnTo>
                <a:lnTo>
                  <a:pt x="316" y="39"/>
                </a:lnTo>
                <a:lnTo>
                  <a:pt x="317" y="39"/>
                </a:lnTo>
                <a:lnTo>
                  <a:pt x="318" y="39"/>
                </a:lnTo>
                <a:lnTo>
                  <a:pt x="318" y="38"/>
                </a:lnTo>
                <a:lnTo>
                  <a:pt x="319" y="38"/>
                </a:lnTo>
                <a:lnTo>
                  <a:pt x="320" y="38"/>
                </a:lnTo>
                <a:lnTo>
                  <a:pt x="320" y="37"/>
                </a:lnTo>
                <a:lnTo>
                  <a:pt x="320" y="36"/>
                </a:lnTo>
                <a:lnTo>
                  <a:pt x="320" y="35"/>
                </a:lnTo>
                <a:lnTo>
                  <a:pt x="319" y="35"/>
                </a:lnTo>
                <a:lnTo>
                  <a:pt x="319" y="34"/>
                </a:lnTo>
                <a:lnTo>
                  <a:pt x="319" y="33"/>
                </a:lnTo>
                <a:lnTo>
                  <a:pt x="320" y="33"/>
                </a:lnTo>
                <a:lnTo>
                  <a:pt x="320" y="32"/>
                </a:lnTo>
                <a:lnTo>
                  <a:pt x="321" y="32"/>
                </a:lnTo>
                <a:lnTo>
                  <a:pt x="322" y="31"/>
                </a:lnTo>
                <a:lnTo>
                  <a:pt x="322" y="30"/>
                </a:lnTo>
                <a:lnTo>
                  <a:pt x="321" y="30"/>
                </a:lnTo>
                <a:lnTo>
                  <a:pt x="321" y="29"/>
                </a:lnTo>
                <a:lnTo>
                  <a:pt x="320" y="29"/>
                </a:lnTo>
                <a:lnTo>
                  <a:pt x="319" y="29"/>
                </a:lnTo>
                <a:lnTo>
                  <a:pt x="319" y="28"/>
                </a:lnTo>
                <a:lnTo>
                  <a:pt x="318" y="27"/>
                </a:lnTo>
                <a:lnTo>
                  <a:pt x="317" y="27"/>
                </a:lnTo>
                <a:lnTo>
                  <a:pt x="317" y="26"/>
                </a:lnTo>
                <a:lnTo>
                  <a:pt x="316" y="26"/>
                </a:lnTo>
                <a:lnTo>
                  <a:pt x="316" y="25"/>
                </a:lnTo>
                <a:lnTo>
                  <a:pt x="317" y="25"/>
                </a:lnTo>
                <a:lnTo>
                  <a:pt x="318" y="25"/>
                </a:lnTo>
                <a:lnTo>
                  <a:pt x="318" y="24"/>
                </a:lnTo>
                <a:lnTo>
                  <a:pt x="319" y="24"/>
                </a:lnTo>
                <a:lnTo>
                  <a:pt x="319" y="23"/>
                </a:lnTo>
                <a:lnTo>
                  <a:pt x="320" y="23"/>
                </a:lnTo>
                <a:lnTo>
                  <a:pt x="321" y="23"/>
                </a:lnTo>
                <a:lnTo>
                  <a:pt x="321" y="22"/>
                </a:lnTo>
                <a:lnTo>
                  <a:pt x="321" y="21"/>
                </a:lnTo>
                <a:lnTo>
                  <a:pt x="322" y="21"/>
                </a:lnTo>
                <a:lnTo>
                  <a:pt x="321" y="20"/>
                </a:lnTo>
                <a:lnTo>
                  <a:pt x="321" y="19"/>
                </a:lnTo>
                <a:lnTo>
                  <a:pt x="321" y="18"/>
                </a:lnTo>
                <a:lnTo>
                  <a:pt x="322" y="18"/>
                </a:lnTo>
                <a:lnTo>
                  <a:pt x="322" y="17"/>
                </a:lnTo>
                <a:lnTo>
                  <a:pt x="323" y="17"/>
                </a:lnTo>
                <a:lnTo>
                  <a:pt x="324" y="17"/>
                </a:lnTo>
                <a:lnTo>
                  <a:pt x="324" y="16"/>
                </a:lnTo>
                <a:lnTo>
                  <a:pt x="325" y="16"/>
                </a:lnTo>
                <a:lnTo>
                  <a:pt x="325" y="17"/>
                </a:lnTo>
                <a:lnTo>
                  <a:pt x="325" y="16"/>
                </a:lnTo>
                <a:lnTo>
                  <a:pt x="326" y="16"/>
                </a:lnTo>
                <a:lnTo>
                  <a:pt x="327" y="16"/>
                </a:lnTo>
                <a:lnTo>
                  <a:pt x="328" y="16"/>
                </a:lnTo>
                <a:lnTo>
                  <a:pt x="328" y="15"/>
                </a:lnTo>
                <a:lnTo>
                  <a:pt x="329" y="16"/>
                </a:lnTo>
                <a:lnTo>
                  <a:pt x="330" y="16"/>
                </a:lnTo>
                <a:lnTo>
                  <a:pt x="330" y="17"/>
                </a:lnTo>
                <a:lnTo>
                  <a:pt x="332" y="17"/>
                </a:lnTo>
                <a:lnTo>
                  <a:pt x="333" y="17"/>
                </a:lnTo>
                <a:lnTo>
                  <a:pt x="333" y="18"/>
                </a:lnTo>
                <a:lnTo>
                  <a:pt x="333" y="19"/>
                </a:lnTo>
                <a:lnTo>
                  <a:pt x="333" y="20"/>
                </a:lnTo>
                <a:lnTo>
                  <a:pt x="333" y="21"/>
                </a:lnTo>
                <a:lnTo>
                  <a:pt x="333" y="22"/>
                </a:lnTo>
                <a:lnTo>
                  <a:pt x="333" y="23"/>
                </a:lnTo>
                <a:lnTo>
                  <a:pt x="332" y="23"/>
                </a:lnTo>
                <a:lnTo>
                  <a:pt x="331" y="23"/>
                </a:lnTo>
                <a:lnTo>
                  <a:pt x="332" y="24"/>
                </a:lnTo>
                <a:lnTo>
                  <a:pt x="332" y="25"/>
                </a:lnTo>
                <a:lnTo>
                  <a:pt x="333" y="25"/>
                </a:lnTo>
                <a:lnTo>
                  <a:pt x="334" y="25"/>
                </a:lnTo>
                <a:lnTo>
                  <a:pt x="334" y="26"/>
                </a:lnTo>
                <a:lnTo>
                  <a:pt x="335" y="26"/>
                </a:lnTo>
                <a:lnTo>
                  <a:pt x="336" y="26"/>
                </a:lnTo>
                <a:lnTo>
                  <a:pt x="336" y="27"/>
                </a:lnTo>
                <a:lnTo>
                  <a:pt x="336" y="26"/>
                </a:lnTo>
                <a:lnTo>
                  <a:pt x="336" y="25"/>
                </a:lnTo>
                <a:lnTo>
                  <a:pt x="337" y="25"/>
                </a:lnTo>
                <a:lnTo>
                  <a:pt x="338" y="25"/>
                </a:lnTo>
                <a:lnTo>
                  <a:pt x="338" y="24"/>
                </a:lnTo>
                <a:lnTo>
                  <a:pt x="339" y="24"/>
                </a:lnTo>
                <a:lnTo>
                  <a:pt x="340" y="23"/>
                </a:lnTo>
                <a:lnTo>
                  <a:pt x="341" y="24"/>
                </a:lnTo>
                <a:lnTo>
                  <a:pt x="341" y="25"/>
                </a:lnTo>
                <a:lnTo>
                  <a:pt x="340" y="25"/>
                </a:lnTo>
                <a:lnTo>
                  <a:pt x="341" y="25"/>
                </a:lnTo>
                <a:lnTo>
                  <a:pt x="341" y="26"/>
                </a:lnTo>
                <a:lnTo>
                  <a:pt x="342" y="27"/>
                </a:lnTo>
                <a:lnTo>
                  <a:pt x="343" y="27"/>
                </a:lnTo>
                <a:lnTo>
                  <a:pt x="344" y="26"/>
                </a:lnTo>
                <a:lnTo>
                  <a:pt x="344" y="27"/>
                </a:lnTo>
                <a:lnTo>
                  <a:pt x="344" y="26"/>
                </a:lnTo>
                <a:lnTo>
                  <a:pt x="344" y="25"/>
                </a:lnTo>
                <a:lnTo>
                  <a:pt x="345" y="24"/>
                </a:lnTo>
                <a:lnTo>
                  <a:pt x="346" y="23"/>
                </a:lnTo>
                <a:lnTo>
                  <a:pt x="347" y="23"/>
                </a:lnTo>
                <a:lnTo>
                  <a:pt x="348" y="23"/>
                </a:lnTo>
                <a:lnTo>
                  <a:pt x="348" y="24"/>
                </a:lnTo>
                <a:lnTo>
                  <a:pt x="348" y="25"/>
                </a:lnTo>
                <a:lnTo>
                  <a:pt x="348" y="26"/>
                </a:lnTo>
                <a:lnTo>
                  <a:pt x="347" y="26"/>
                </a:lnTo>
                <a:lnTo>
                  <a:pt x="347" y="27"/>
                </a:lnTo>
                <a:lnTo>
                  <a:pt x="347" y="28"/>
                </a:lnTo>
                <a:lnTo>
                  <a:pt x="346" y="28"/>
                </a:lnTo>
                <a:lnTo>
                  <a:pt x="346" y="29"/>
                </a:lnTo>
                <a:lnTo>
                  <a:pt x="347" y="29"/>
                </a:lnTo>
                <a:lnTo>
                  <a:pt x="347" y="30"/>
                </a:lnTo>
                <a:lnTo>
                  <a:pt x="348" y="31"/>
                </a:lnTo>
                <a:lnTo>
                  <a:pt x="347" y="31"/>
                </a:lnTo>
                <a:lnTo>
                  <a:pt x="348" y="31"/>
                </a:lnTo>
                <a:lnTo>
                  <a:pt x="348" y="32"/>
                </a:lnTo>
                <a:lnTo>
                  <a:pt x="349" y="33"/>
                </a:lnTo>
                <a:lnTo>
                  <a:pt x="350" y="33"/>
                </a:lnTo>
                <a:lnTo>
                  <a:pt x="349" y="34"/>
                </a:lnTo>
                <a:lnTo>
                  <a:pt x="350" y="34"/>
                </a:lnTo>
                <a:lnTo>
                  <a:pt x="350" y="35"/>
                </a:lnTo>
                <a:lnTo>
                  <a:pt x="351" y="35"/>
                </a:lnTo>
                <a:lnTo>
                  <a:pt x="350" y="36"/>
                </a:lnTo>
                <a:lnTo>
                  <a:pt x="350" y="37"/>
                </a:lnTo>
                <a:lnTo>
                  <a:pt x="351" y="37"/>
                </a:lnTo>
                <a:lnTo>
                  <a:pt x="351" y="38"/>
                </a:lnTo>
                <a:lnTo>
                  <a:pt x="350" y="38"/>
                </a:lnTo>
                <a:lnTo>
                  <a:pt x="350" y="39"/>
                </a:lnTo>
                <a:lnTo>
                  <a:pt x="350" y="40"/>
                </a:lnTo>
                <a:lnTo>
                  <a:pt x="351" y="40"/>
                </a:lnTo>
                <a:lnTo>
                  <a:pt x="351" y="41"/>
                </a:lnTo>
                <a:lnTo>
                  <a:pt x="352" y="41"/>
                </a:lnTo>
                <a:lnTo>
                  <a:pt x="352" y="40"/>
                </a:lnTo>
                <a:lnTo>
                  <a:pt x="352" y="41"/>
                </a:lnTo>
                <a:lnTo>
                  <a:pt x="352" y="42"/>
                </a:lnTo>
                <a:lnTo>
                  <a:pt x="352" y="43"/>
                </a:lnTo>
                <a:lnTo>
                  <a:pt x="353" y="43"/>
                </a:lnTo>
                <a:lnTo>
                  <a:pt x="353" y="42"/>
                </a:lnTo>
                <a:lnTo>
                  <a:pt x="353" y="43"/>
                </a:lnTo>
                <a:lnTo>
                  <a:pt x="354" y="43"/>
                </a:lnTo>
                <a:lnTo>
                  <a:pt x="355" y="43"/>
                </a:lnTo>
                <a:lnTo>
                  <a:pt x="355" y="42"/>
                </a:lnTo>
                <a:lnTo>
                  <a:pt x="356" y="42"/>
                </a:lnTo>
                <a:lnTo>
                  <a:pt x="356" y="43"/>
                </a:lnTo>
                <a:lnTo>
                  <a:pt x="357" y="43"/>
                </a:lnTo>
                <a:lnTo>
                  <a:pt x="357" y="44"/>
                </a:lnTo>
                <a:lnTo>
                  <a:pt x="357" y="45"/>
                </a:lnTo>
                <a:lnTo>
                  <a:pt x="357" y="46"/>
                </a:lnTo>
                <a:lnTo>
                  <a:pt x="357" y="47"/>
                </a:lnTo>
                <a:lnTo>
                  <a:pt x="357" y="48"/>
                </a:lnTo>
                <a:lnTo>
                  <a:pt x="357" y="49"/>
                </a:lnTo>
                <a:lnTo>
                  <a:pt x="358" y="49"/>
                </a:lnTo>
                <a:lnTo>
                  <a:pt x="358" y="50"/>
                </a:lnTo>
                <a:lnTo>
                  <a:pt x="359" y="50"/>
                </a:lnTo>
                <a:lnTo>
                  <a:pt x="360" y="50"/>
                </a:lnTo>
                <a:lnTo>
                  <a:pt x="361" y="50"/>
                </a:lnTo>
                <a:lnTo>
                  <a:pt x="362" y="50"/>
                </a:lnTo>
                <a:lnTo>
                  <a:pt x="363" y="51"/>
                </a:lnTo>
                <a:lnTo>
                  <a:pt x="364" y="51"/>
                </a:lnTo>
                <a:lnTo>
                  <a:pt x="364" y="50"/>
                </a:lnTo>
                <a:lnTo>
                  <a:pt x="365" y="50"/>
                </a:lnTo>
                <a:lnTo>
                  <a:pt x="366" y="49"/>
                </a:lnTo>
                <a:lnTo>
                  <a:pt x="366" y="48"/>
                </a:lnTo>
                <a:lnTo>
                  <a:pt x="367" y="48"/>
                </a:lnTo>
                <a:lnTo>
                  <a:pt x="368" y="48"/>
                </a:lnTo>
                <a:lnTo>
                  <a:pt x="369" y="48"/>
                </a:lnTo>
                <a:lnTo>
                  <a:pt x="370" y="49"/>
                </a:lnTo>
                <a:lnTo>
                  <a:pt x="370" y="50"/>
                </a:lnTo>
                <a:lnTo>
                  <a:pt x="371" y="50"/>
                </a:lnTo>
                <a:lnTo>
                  <a:pt x="371" y="51"/>
                </a:lnTo>
                <a:lnTo>
                  <a:pt x="371" y="52"/>
                </a:lnTo>
                <a:lnTo>
                  <a:pt x="371" y="53"/>
                </a:lnTo>
                <a:lnTo>
                  <a:pt x="372" y="53"/>
                </a:lnTo>
                <a:lnTo>
                  <a:pt x="372" y="54"/>
                </a:lnTo>
                <a:lnTo>
                  <a:pt x="373" y="54"/>
                </a:lnTo>
                <a:lnTo>
                  <a:pt x="373" y="53"/>
                </a:lnTo>
                <a:lnTo>
                  <a:pt x="374" y="53"/>
                </a:lnTo>
                <a:lnTo>
                  <a:pt x="375" y="54"/>
                </a:lnTo>
                <a:lnTo>
                  <a:pt x="375" y="55"/>
                </a:lnTo>
                <a:lnTo>
                  <a:pt x="376" y="54"/>
                </a:lnTo>
                <a:lnTo>
                  <a:pt x="377" y="54"/>
                </a:lnTo>
                <a:lnTo>
                  <a:pt x="377" y="53"/>
                </a:lnTo>
                <a:lnTo>
                  <a:pt x="378" y="53"/>
                </a:lnTo>
                <a:lnTo>
                  <a:pt x="379" y="54"/>
                </a:lnTo>
                <a:lnTo>
                  <a:pt x="379" y="53"/>
                </a:lnTo>
                <a:lnTo>
                  <a:pt x="379" y="52"/>
                </a:lnTo>
                <a:lnTo>
                  <a:pt x="380" y="52"/>
                </a:lnTo>
                <a:lnTo>
                  <a:pt x="379" y="53"/>
                </a:lnTo>
                <a:lnTo>
                  <a:pt x="380" y="53"/>
                </a:lnTo>
                <a:lnTo>
                  <a:pt x="381" y="53"/>
                </a:lnTo>
                <a:lnTo>
                  <a:pt x="381" y="52"/>
                </a:lnTo>
                <a:lnTo>
                  <a:pt x="382" y="52"/>
                </a:lnTo>
                <a:lnTo>
                  <a:pt x="383" y="52"/>
                </a:lnTo>
                <a:lnTo>
                  <a:pt x="384" y="52"/>
                </a:lnTo>
                <a:lnTo>
                  <a:pt x="384" y="53"/>
                </a:lnTo>
                <a:lnTo>
                  <a:pt x="385" y="53"/>
                </a:lnTo>
                <a:lnTo>
                  <a:pt x="387" y="53"/>
                </a:lnTo>
                <a:lnTo>
                  <a:pt x="388" y="54"/>
                </a:lnTo>
                <a:lnTo>
                  <a:pt x="389" y="54"/>
                </a:lnTo>
                <a:lnTo>
                  <a:pt x="389" y="55"/>
                </a:lnTo>
                <a:lnTo>
                  <a:pt x="390" y="55"/>
                </a:lnTo>
                <a:lnTo>
                  <a:pt x="391" y="54"/>
                </a:lnTo>
                <a:lnTo>
                  <a:pt x="392" y="54"/>
                </a:lnTo>
                <a:lnTo>
                  <a:pt x="393" y="54"/>
                </a:lnTo>
                <a:lnTo>
                  <a:pt x="394" y="53"/>
                </a:lnTo>
                <a:lnTo>
                  <a:pt x="394" y="54"/>
                </a:lnTo>
                <a:lnTo>
                  <a:pt x="395" y="54"/>
                </a:lnTo>
                <a:lnTo>
                  <a:pt x="395" y="53"/>
                </a:lnTo>
                <a:lnTo>
                  <a:pt x="396" y="52"/>
                </a:lnTo>
                <a:lnTo>
                  <a:pt x="397" y="52"/>
                </a:lnTo>
                <a:lnTo>
                  <a:pt x="398" y="53"/>
                </a:lnTo>
                <a:lnTo>
                  <a:pt x="399" y="53"/>
                </a:lnTo>
                <a:lnTo>
                  <a:pt x="399" y="52"/>
                </a:lnTo>
                <a:lnTo>
                  <a:pt x="400" y="52"/>
                </a:lnTo>
                <a:lnTo>
                  <a:pt x="401" y="52"/>
                </a:lnTo>
                <a:lnTo>
                  <a:pt x="402" y="52"/>
                </a:lnTo>
                <a:lnTo>
                  <a:pt x="403" y="52"/>
                </a:lnTo>
                <a:lnTo>
                  <a:pt x="403" y="53"/>
                </a:lnTo>
                <a:lnTo>
                  <a:pt x="404" y="54"/>
                </a:lnTo>
                <a:lnTo>
                  <a:pt x="404" y="55"/>
                </a:lnTo>
                <a:lnTo>
                  <a:pt x="405" y="55"/>
                </a:lnTo>
                <a:lnTo>
                  <a:pt x="407" y="55"/>
                </a:lnTo>
                <a:lnTo>
                  <a:pt x="407" y="56"/>
                </a:lnTo>
                <a:lnTo>
                  <a:pt x="408" y="56"/>
                </a:lnTo>
                <a:lnTo>
                  <a:pt x="408" y="55"/>
                </a:lnTo>
                <a:lnTo>
                  <a:pt x="409" y="55"/>
                </a:lnTo>
                <a:lnTo>
                  <a:pt x="409" y="56"/>
                </a:lnTo>
                <a:lnTo>
                  <a:pt x="409" y="57"/>
                </a:lnTo>
                <a:lnTo>
                  <a:pt x="410" y="57"/>
                </a:lnTo>
                <a:lnTo>
                  <a:pt x="411" y="58"/>
                </a:lnTo>
                <a:lnTo>
                  <a:pt x="412" y="59"/>
                </a:lnTo>
                <a:lnTo>
                  <a:pt x="412" y="60"/>
                </a:lnTo>
                <a:lnTo>
                  <a:pt x="413" y="60"/>
                </a:lnTo>
                <a:lnTo>
                  <a:pt x="412" y="61"/>
                </a:lnTo>
                <a:lnTo>
                  <a:pt x="411" y="62"/>
                </a:lnTo>
                <a:lnTo>
                  <a:pt x="411" y="63"/>
                </a:lnTo>
                <a:lnTo>
                  <a:pt x="412" y="63"/>
                </a:lnTo>
                <a:lnTo>
                  <a:pt x="412" y="64"/>
                </a:lnTo>
                <a:lnTo>
                  <a:pt x="412" y="65"/>
                </a:lnTo>
                <a:lnTo>
                  <a:pt x="411" y="65"/>
                </a:lnTo>
                <a:lnTo>
                  <a:pt x="411" y="66"/>
                </a:lnTo>
                <a:lnTo>
                  <a:pt x="411" y="67"/>
                </a:lnTo>
                <a:lnTo>
                  <a:pt x="412" y="68"/>
                </a:lnTo>
                <a:lnTo>
                  <a:pt x="413" y="68"/>
                </a:lnTo>
                <a:lnTo>
                  <a:pt x="414" y="68"/>
                </a:lnTo>
                <a:lnTo>
                  <a:pt x="414" y="69"/>
                </a:lnTo>
                <a:lnTo>
                  <a:pt x="415" y="69"/>
                </a:lnTo>
                <a:lnTo>
                  <a:pt x="416" y="69"/>
                </a:lnTo>
                <a:lnTo>
                  <a:pt x="417" y="69"/>
                </a:lnTo>
                <a:lnTo>
                  <a:pt x="417" y="70"/>
                </a:lnTo>
                <a:lnTo>
                  <a:pt x="417" y="71"/>
                </a:lnTo>
                <a:lnTo>
                  <a:pt x="418" y="71"/>
                </a:lnTo>
                <a:lnTo>
                  <a:pt x="418" y="72"/>
                </a:lnTo>
                <a:lnTo>
                  <a:pt x="418" y="73"/>
                </a:lnTo>
                <a:lnTo>
                  <a:pt x="418" y="74"/>
                </a:lnTo>
                <a:lnTo>
                  <a:pt x="419" y="74"/>
                </a:lnTo>
                <a:lnTo>
                  <a:pt x="419" y="75"/>
                </a:lnTo>
                <a:lnTo>
                  <a:pt x="418" y="75"/>
                </a:lnTo>
                <a:lnTo>
                  <a:pt x="418" y="76"/>
                </a:lnTo>
                <a:lnTo>
                  <a:pt x="417" y="76"/>
                </a:lnTo>
                <a:lnTo>
                  <a:pt x="416" y="76"/>
                </a:lnTo>
                <a:lnTo>
                  <a:pt x="416" y="77"/>
                </a:lnTo>
                <a:lnTo>
                  <a:pt x="416" y="78"/>
                </a:lnTo>
                <a:lnTo>
                  <a:pt x="415" y="78"/>
                </a:lnTo>
                <a:lnTo>
                  <a:pt x="415" y="79"/>
                </a:lnTo>
                <a:lnTo>
                  <a:pt x="416" y="80"/>
                </a:lnTo>
                <a:lnTo>
                  <a:pt x="415" y="81"/>
                </a:lnTo>
                <a:lnTo>
                  <a:pt x="415" y="82"/>
                </a:lnTo>
                <a:lnTo>
                  <a:pt x="414" y="82"/>
                </a:lnTo>
                <a:lnTo>
                  <a:pt x="414" y="81"/>
                </a:lnTo>
                <a:lnTo>
                  <a:pt x="413" y="81"/>
                </a:lnTo>
                <a:lnTo>
                  <a:pt x="412" y="81"/>
                </a:lnTo>
                <a:lnTo>
                  <a:pt x="411" y="81"/>
                </a:lnTo>
                <a:lnTo>
                  <a:pt x="410" y="81"/>
                </a:lnTo>
                <a:lnTo>
                  <a:pt x="410" y="80"/>
                </a:lnTo>
                <a:lnTo>
                  <a:pt x="410" y="81"/>
                </a:lnTo>
                <a:lnTo>
                  <a:pt x="409" y="81"/>
                </a:lnTo>
                <a:lnTo>
                  <a:pt x="408" y="81"/>
                </a:lnTo>
                <a:lnTo>
                  <a:pt x="407" y="81"/>
                </a:lnTo>
                <a:lnTo>
                  <a:pt x="406" y="81"/>
                </a:lnTo>
                <a:lnTo>
                  <a:pt x="407" y="81"/>
                </a:lnTo>
                <a:lnTo>
                  <a:pt x="407" y="82"/>
                </a:lnTo>
                <a:lnTo>
                  <a:pt x="407" y="83"/>
                </a:lnTo>
                <a:lnTo>
                  <a:pt x="407" y="84"/>
                </a:lnTo>
                <a:lnTo>
                  <a:pt x="406" y="85"/>
                </a:lnTo>
                <a:lnTo>
                  <a:pt x="407" y="85"/>
                </a:lnTo>
                <a:lnTo>
                  <a:pt x="407" y="86"/>
                </a:lnTo>
                <a:lnTo>
                  <a:pt x="407" y="87"/>
                </a:lnTo>
                <a:lnTo>
                  <a:pt x="407" y="88"/>
                </a:lnTo>
                <a:lnTo>
                  <a:pt x="406" y="88"/>
                </a:lnTo>
                <a:lnTo>
                  <a:pt x="405" y="89"/>
                </a:lnTo>
                <a:lnTo>
                  <a:pt x="404" y="88"/>
                </a:lnTo>
                <a:lnTo>
                  <a:pt x="403" y="89"/>
                </a:lnTo>
                <a:lnTo>
                  <a:pt x="403" y="90"/>
                </a:lnTo>
                <a:lnTo>
                  <a:pt x="403" y="92"/>
                </a:lnTo>
                <a:lnTo>
                  <a:pt x="403" y="93"/>
                </a:lnTo>
                <a:lnTo>
                  <a:pt x="402" y="93"/>
                </a:lnTo>
                <a:lnTo>
                  <a:pt x="402" y="94"/>
                </a:lnTo>
                <a:lnTo>
                  <a:pt x="403" y="94"/>
                </a:lnTo>
                <a:lnTo>
                  <a:pt x="403" y="96"/>
                </a:lnTo>
                <a:lnTo>
                  <a:pt x="403" y="97"/>
                </a:lnTo>
                <a:lnTo>
                  <a:pt x="403" y="98"/>
                </a:lnTo>
                <a:lnTo>
                  <a:pt x="404" y="98"/>
                </a:lnTo>
                <a:lnTo>
                  <a:pt x="404" y="99"/>
                </a:lnTo>
                <a:lnTo>
                  <a:pt x="403" y="99"/>
                </a:lnTo>
                <a:lnTo>
                  <a:pt x="403" y="100"/>
                </a:lnTo>
                <a:lnTo>
                  <a:pt x="403" y="101"/>
                </a:lnTo>
                <a:lnTo>
                  <a:pt x="404" y="101"/>
                </a:lnTo>
                <a:lnTo>
                  <a:pt x="405" y="102"/>
                </a:lnTo>
                <a:lnTo>
                  <a:pt x="406" y="102"/>
                </a:lnTo>
                <a:lnTo>
                  <a:pt x="406" y="103"/>
                </a:lnTo>
                <a:lnTo>
                  <a:pt x="406" y="104"/>
                </a:lnTo>
                <a:lnTo>
                  <a:pt x="407" y="104"/>
                </a:lnTo>
                <a:lnTo>
                  <a:pt x="406" y="104"/>
                </a:lnTo>
                <a:lnTo>
                  <a:pt x="406" y="105"/>
                </a:lnTo>
                <a:lnTo>
                  <a:pt x="406" y="106"/>
                </a:lnTo>
                <a:lnTo>
                  <a:pt x="406" y="107"/>
                </a:lnTo>
                <a:lnTo>
                  <a:pt x="407" y="107"/>
                </a:lnTo>
                <a:lnTo>
                  <a:pt x="408" y="107"/>
                </a:lnTo>
                <a:lnTo>
                  <a:pt x="408" y="108"/>
                </a:lnTo>
                <a:lnTo>
                  <a:pt x="408" y="109"/>
                </a:lnTo>
                <a:lnTo>
                  <a:pt x="408" y="110"/>
                </a:lnTo>
                <a:lnTo>
                  <a:pt x="408" y="111"/>
                </a:lnTo>
                <a:lnTo>
                  <a:pt x="409" y="110"/>
                </a:lnTo>
                <a:lnTo>
                  <a:pt x="409" y="109"/>
                </a:lnTo>
                <a:lnTo>
                  <a:pt x="409" y="110"/>
                </a:lnTo>
                <a:lnTo>
                  <a:pt x="409" y="111"/>
                </a:lnTo>
                <a:lnTo>
                  <a:pt x="410" y="111"/>
                </a:lnTo>
                <a:lnTo>
                  <a:pt x="410" y="110"/>
                </a:lnTo>
                <a:lnTo>
                  <a:pt x="410" y="109"/>
                </a:lnTo>
                <a:lnTo>
                  <a:pt x="411" y="109"/>
                </a:lnTo>
                <a:lnTo>
                  <a:pt x="411" y="110"/>
                </a:lnTo>
                <a:lnTo>
                  <a:pt x="411" y="111"/>
                </a:lnTo>
                <a:lnTo>
                  <a:pt x="412" y="112"/>
                </a:lnTo>
                <a:lnTo>
                  <a:pt x="413" y="113"/>
                </a:lnTo>
                <a:lnTo>
                  <a:pt x="413" y="112"/>
                </a:lnTo>
                <a:lnTo>
                  <a:pt x="414" y="112"/>
                </a:lnTo>
                <a:lnTo>
                  <a:pt x="415" y="112"/>
                </a:lnTo>
                <a:lnTo>
                  <a:pt x="416" y="112"/>
                </a:lnTo>
                <a:lnTo>
                  <a:pt x="416" y="113"/>
                </a:lnTo>
                <a:lnTo>
                  <a:pt x="417" y="113"/>
                </a:lnTo>
                <a:lnTo>
                  <a:pt x="418" y="115"/>
                </a:lnTo>
                <a:lnTo>
                  <a:pt x="419" y="115"/>
                </a:lnTo>
                <a:lnTo>
                  <a:pt x="419" y="116"/>
                </a:lnTo>
                <a:lnTo>
                  <a:pt x="420" y="116"/>
                </a:lnTo>
                <a:lnTo>
                  <a:pt x="420" y="117"/>
                </a:lnTo>
                <a:lnTo>
                  <a:pt x="419" y="117"/>
                </a:lnTo>
                <a:lnTo>
                  <a:pt x="419" y="118"/>
                </a:lnTo>
                <a:lnTo>
                  <a:pt x="418" y="118"/>
                </a:lnTo>
                <a:lnTo>
                  <a:pt x="418" y="119"/>
                </a:lnTo>
                <a:lnTo>
                  <a:pt x="417" y="119"/>
                </a:lnTo>
                <a:lnTo>
                  <a:pt x="417" y="120"/>
                </a:lnTo>
                <a:lnTo>
                  <a:pt x="418" y="120"/>
                </a:lnTo>
                <a:lnTo>
                  <a:pt x="419" y="120"/>
                </a:lnTo>
                <a:lnTo>
                  <a:pt x="420" y="119"/>
                </a:lnTo>
                <a:lnTo>
                  <a:pt x="421" y="119"/>
                </a:lnTo>
                <a:lnTo>
                  <a:pt x="422" y="119"/>
                </a:lnTo>
                <a:lnTo>
                  <a:pt x="422" y="118"/>
                </a:lnTo>
                <a:lnTo>
                  <a:pt x="423" y="118"/>
                </a:lnTo>
                <a:lnTo>
                  <a:pt x="423" y="119"/>
                </a:lnTo>
                <a:lnTo>
                  <a:pt x="424" y="119"/>
                </a:lnTo>
                <a:lnTo>
                  <a:pt x="424" y="120"/>
                </a:lnTo>
                <a:lnTo>
                  <a:pt x="425" y="121"/>
                </a:lnTo>
                <a:lnTo>
                  <a:pt x="425" y="122"/>
                </a:lnTo>
                <a:lnTo>
                  <a:pt x="425" y="123"/>
                </a:lnTo>
                <a:lnTo>
                  <a:pt x="426" y="123"/>
                </a:lnTo>
                <a:lnTo>
                  <a:pt x="426" y="124"/>
                </a:lnTo>
                <a:lnTo>
                  <a:pt x="426" y="125"/>
                </a:lnTo>
                <a:lnTo>
                  <a:pt x="426" y="126"/>
                </a:lnTo>
                <a:lnTo>
                  <a:pt x="427" y="126"/>
                </a:lnTo>
                <a:lnTo>
                  <a:pt x="427" y="127"/>
                </a:lnTo>
                <a:lnTo>
                  <a:pt x="426" y="128"/>
                </a:lnTo>
                <a:lnTo>
                  <a:pt x="427" y="129"/>
                </a:lnTo>
                <a:lnTo>
                  <a:pt x="428" y="129"/>
                </a:lnTo>
                <a:lnTo>
                  <a:pt x="429" y="129"/>
                </a:lnTo>
                <a:lnTo>
                  <a:pt x="430" y="129"/>
                </a:lnTo>
                <a:lnTo>
                  <a:pt x="431" y="129"/>
                </a:lnTo>
                <a:lnTo>
                  <a:pt x="432" y="129"/>
                </a:lnTo>
                <a:lnTo>
                  <a:pt x="433" y="130"/>
                </a:lnTo>
                <a:lnTo>
                  <a:pt x="433" y="131"/>
                </a:lnTo>
                <a:lnTo>
                  <a:pt x="434" y="132"/>
                </a:lnTo>
                <a:lnTo>
                  <a:pt x="434" y="133"/>
                </a:lnTo>
                <a:lnTo>
                  <a:pt x="434" y="134"/>
                </a:lnTo>
                <a:lnTo>
                  <a:pt x="434" y="133"/>
                </a:lnTo>
                <a:lnTo>
                  <a:pt x="434" y="134"/>
                </a:lnTo>
                <a:lnTo>
                  <a:pt x="434" y="135"/>
                </a:lnTo>
                <a:lnTo>
                  <a:pt x="435" y="135"/>
                </a:lnTo>
                <a:lnTo>
                  <a:pt x="435" y="136"/>
                </a:lnTo>
                <a:lnTo>
                  <a:pt x="435" y="137"/>
                </a:lnTo>
                <a:lnTo>
                  <a:pt x="436" y="137"/>
                </a:lnTo>
                <a:lnTo>
                  <a:pt x="436" y="138"/>
                </a:lnTo>
                <a:lnTo>
                  <a:pt x="435" y="138"/>
                </a:lnTo>
                <a:lnTo>
                  <a:pt x="436" y="138"/>
                </a:lnTo>
                <a:lnTo>
                  <a:pt x="436" y="139"/>
                </a:lnTo>
                <a:lnTo>
                  <a:pt x="435" y="139"/>
                </a:lnTo>
                <a:lnTo>
                  <a:pt x="436" y="139"/>
                </a:lnTo>
                <a:lnTo>
                  <a:pt x="435" y="138"/>
                </a:lnTo>
                <a:lnTo>
                  <a:pt x="435" y="139"/>
                </a:lnTo>
                <a:lnTo>
                  <a:pt x="436" y="139"/>
                </a:lnTo>
                <a:lnTo>
                  <a:pt x="436" y="140"/>
                </a:lnTo>
                <a:lnTo>
                  <a:pt x="435" y="140"/>
                </a:lnTo>
                <a:lnTo>
                  <a:pt x="435" y="141"/>
                </a:lnTo>
                <a:lnTo>
                  <a:pt x="436" y="141"/>
                </a:lnTo>
                <a:lnTo>
                  <a:pt x="437" y="141"/>
                </a:lnTo>
                <a:lnTo>
                  <a:pt x="437" y="142"/>
                </a:lnTo>
                <a:lnTo>
                  <a:pt x="438" y="143"/>
                </a:lnTo>
                <a:lnTo>
                  <a:pt x="439" y="143"/>
                </a:lnTo>
                <a:lnTo>
                  <a:pt x="439" y="144"/>
                </a:lnTo>
                <a:lnTo>
                  <a:pt x="438" y="144"/>
                </a:lnTo>
                <a:lnTo>
                  <a:pt x="439" y="144"/>
                </a:lnTo>
                <a:lnTo>
                  <a:pt x="439" y="145"/>
                </a:lnTo>
                <a:lnTo>
                  <a:pt x="438" y="145"/>
                </a:lnTo>
                <a:lnTo>
                  <a:pt x="439" y="145"/>
                </a:lnTo>
                <a:lnTo>
                  <a:pt x="439" y="146"/>
                </a:lnTo>
                <a:lnTo>
                  <a:pt x="438" y="146"/>
                </a:lnTo>
                <a:lnTo>
                  <a:pt x="439" y="146"/>
                </a:lnTo>
                <a:lnTo>
                  <a:pt x="438" y="146"/>
                </a:lnTo>
                <a:lnTo>
                  <a:pt x="438" y="147"/>
                </a:lnTo>
                <a:lnTo>
                  <a:pt x="438" y="148"/>
                </a:lnTo>
                <a:lnTo>
                  <a:pt x="439" y="148"/>
                </a:lnTo>
                <a:lnTo>
                  <a:pt x="439" y="149"/>
                </a:lnTo>
                <a:lnTo>
                  <a:pt x="438" y="150"/>
                </a:lnTo>
                <a:lnTo>
                  <a:pt x="437" y="151"/>
                </a:lnTo>
                <a:lnTo>
                  <a:pt x="437" y="150"/>
                </a:lnTo>
                <a:lnTo>
                  <a:pt x="438" y="150"/>
                </a:lnTo>
                <a:lnTo>
                  <a:pt x="437" y="150"/>
                </a:lnTo>
                <a:lnTo>
                  <a:pt x="437" y="152"/>
                </a:lnTo>
                <a:lnTo>
                  <a:pt x="438" y="152"/>
                </a:lnTo>
                <a:lnTo>
                  <a:pt x="438" y="153"/>
                </a:lnTo>
                <a:lnTo>
                  <a:pt x="437" y="153"/>
                </a:lnTo>
                <a:lnTo>
                  <a:pt x="437" y="154"/>
                </a:lnTo>
                <a:lnTo>
                  <a:pt x="437" y="155"/>
                </a:lnTo>
                <a:lnTo>
                  <a:pt x="437" y="156"/>
                </a:lnTo>
                <a:lnTo>
                  <a:pt x="438" y="156"/>
                </a:lnTo>
                <a:lnTo>
                  <a:pt x="438" y="157"/>
                </a:lnTo>
                <a:lnTo>
                  <a:pt x="438" y="158"/>
                </a:lnTo>
                <a:lnTo>
                  <a:pt x="438" y="159"/>
                </a:lnTo>
                <a:lnTo>
                  <a:pt x="439" y="160"/>
                </a:lnTo>
                <a:lnTo>
                  <a:pt x="440" y="160"/>
                </a:lnTo>
                <a:lnTo>
                  <a:pt x="439" y="161"/>
                </a:lnTo>
                <a:lnTo>
                  <a:pt x="438" y="162"/>
                </a:lnTo>
                <a:lnTo>
                  <a:pt x="438" y="161"/>
                </a:lnTo>
                <a:lnTo>
                  <a:pt x="437" y="161"/>
                </a:lnTo>
                <a:lnTo>
                  <a:pt x="437" y="162"/>
                </a:lnTo>
                <a:lnTo>
                  <a:pt x="438" y="162"/>
                </a:lnTo>
                <a:lnTo>
                  <a:pt x="439" y="162"/>
                </a:lnTo>
                <a:lnTo>
                  <a:pt x="439" y="163"/>
                </a:lnTo>
                <a:lnTo>
                  <a:pt x="440" y="163"/>
                </a:lnTo>
                <a:lnTo>
                  <a:pt x="440" y="164"/>
                </a:lnTo>
                <a:lnTo>
                  <a:pt x="441" y="164"/>
                </a:lnTo>
                <a:lnTo>
                  <a:pt x="442" y="163"/>
                </a:lnTo>
                <a:lnTo>
                  <a:pt x="442" y="164"/>
                </a:lnTo>
                <a:lnTo>
                  <a:pt x="443" y="164"/>
                </a:lnTo>
                <a:lnTo>
                  <a:pt x="443" y="165"/>
                </a:lnTo>
                <a:lnTo>
                  <a:pt x="442" y="165"/>
                </a:lnTo>
                <a:lnTo>
                  <a:pt x="442" y="166"/>
                </a:lnTo>
                <a:lnTo>
                  <a:pt x="442" y="167"/>
                </a:lnTo>
                <a:lnTo>
                  <a:pt x="442" y="166"/>
                </a:lnTo>
                <a:lnTo>
                  <a:pt x="441" y="166"/>
                </a:lnTo>
                <a:lnTo>
                  <a:pt x="442" y="167"/>
                </a:lnTo>
                <a:lnTo>
                  <a:pt x="441" y="167"/>
                </a:lnTo>
                <a:lnTo>
                  <a:pt x="441" y="168"/>
                </a:lnTo>
                <a:lnTo>
                  <a:pt x="441" y="169"/>
                </a:lnTo>
                <a:lnTo>
                  <a:pt x="440" y="169"/>
                </a:lnTo>
                <a:lnTo>
                  <a:pt x="440" y="170"/>
                </a:lnTo>
                <a:lnTo>
                  <a:pt x="441" y="170"/>
                </a:lnTo>
                <a:lnTo>
                  <a:pt x="440" y="170"/>
                </a:lnTo>
                <a:lnTo>
                  <a:pt x="441" y="170"/>
                </a:lnTo>
                <a:lnTo>
                  <a:pt x="440" y="170"/>
                </a:lnTo>
                <a:lnTo>
                  <a:pt x="439" y="171"/>
                </a:lnTo>
                <a:lnTo>
                  <a:pt x="439" y="172"/>
                </a:lnTo>
                <a:lnTo>
                  <a:pt x="438" y="172"/>
                </a:lnTo>
                <a:lnTo>
                  <a:pt x="439" y="172"/>
                </a:lnTo>
                <a:lnTo>
                  <a:pt x="439" y="173"/>
                </a:lnTo>
                <a:lnTo>
                  <a:pt x="440" y="173"/>
                </a:lnTo>
                <a:lnTo>
                  <a:pt x="441" y="173"/>
                </a:lnTo>
                <a:lnTo>
                  <a:pt x="441" y="174"/>
                </a:lnTo>
                <a:lnTo>
                  <a:pt x="441" y="175"/>
                </a:lnTo>
                <a:lnTo>
                  <a:pt x="441" y="176"/>
                </a:lnTo>
                <a:lnTo>
                  <a:pt x="442" y="176"/>
                </a:lnTo>
                <a:lnTo>
                  <a:pt x="442" y="178"/>
                </a:lnTo>
                <a:lnTo>
                  <a:pt x="442" y="179"/>
                </a:lnTo>
                <a:lnTo>
                  <a:pt x="443" y="179"/>
                </a:lnTo>
                <a:lnTo>
                  <a:pt x="442" y="179"/>
                </a:lnTo>
                <a:lnTo>
                  <a:pt x="443" y="179"/>
                </a:lnTo>
                <a:lnTo>
                  <a:pt x="443" y="178"/>
                </a:lnTo>
                <a:lnTo>
                  <a:pt x="443" y="179"/>
                </a:lnTo>
                <a:lnTo>
                  <a:pt x="443" y="180"/>
                </a:lnTo>
                <a:lnTo>
                  <a:pt x="442" y="180"/>
                </a:lnTo>
                <a:lnTo>
                  <a:pt x="442" y="181"/>
                </a:lnTo>
                <a:lnTo>
                  <a:pt x="441" y="182"/>
                </a:lnTo>
                <a:lnTo>
                  <a:pt x="440" y="182"/>
                </a:lnTo>
                <a:lnTo>
                  <a:pt x="440" y="183"/>
                </a:lnTo>
                <a:lnTo>
                  <a:pt x="439" y="183"/>
                </a:lnTo>
                <a:lnTo>
                  <a:pt x="438" y="183"/>
                </a:lnTo>
                <a:lnTo>
                  <a:pt x="437" y="183"/>
                </a:lnTo>
                <a:lnTo>
                  <a:pt x="437" y="184"/>
                </a:lnTo>
                <a:lnTo>
                  <a:pt x="435" y="184"/>
                </a:lnTo>
                <a:lnTo>
                  <a:pt x="435" y="185"/>
                </a:lnTo>
                <a:lnTo>
                  <a:pt x="434" y="186"/>
                </a:lnTo>
                <a:lnTo>
                  <a:pt x="434" y="185"/>
                </a:lnTo>
                <a:lnTo>
                  <a:pt x="433" y="185"/>
                </a:lnTo>
                <a:lnTo>
                  <a:pt x="433" y="186"/>
                </a:lnTo>
                <a:lnTo>
                  <a:pt x="433" y="187"/>
                </a:lnTo>
                <a:lnTo>
                  <a:pt x="432" y="187"/>
                </a:lnTo>
                <a:lnTo>
                  <a:pt x="431" y="187"/>
                </a:lnTo>
                <a:lnTo>
                  <a:pt x="431" y="188"/>
                </a:lnTo>
                <a:lnTo>
                  <a:pt x="431" y="189"/>
                </a:lnTo>
                <a:lnTo>
                  <a:pt x="430" y="189"/>
                </a:lnTo>
                <a:lnTo>
                  <a:pt x="429" y="189"/>
                </a:lnTo>
                <a:lnTo>
                  <a:pt x="429" y="191"/>
                </a:lnTo>
                <a:lnTo>
                  <a:pt x="428" y="191"/>
                </a:lnTo>
                <a:lnTo>
                  <a:pt x="428" y="192"/>
                </a:lnTo>
                <a:lnTo>
                  <a:pt x="429" y="192"/>
                </a:lnTo>
                <a:lnTo>
                  <a:pt x="430" y="192"/>
                </a:lnTo>
                <a:lnTo>
                  <a:pt x="430" y="193"/>
                </a:lnTo>
                <a:lnTo>
                  <a:pt x="430" y="194"/>
                </a:lnTo>
                <a:lnTo>
                  <a:pt x="431" y="194"/>
                </a:lnTo>
                <a:lnTo>
                  <a:pt x="432" y="194"/>
                </a:lnTo>
                <a:lnTo>
                  <a:pt x="433" y="194"/>
                </a:lnTo>
                <a:lnTo>
                  <a:pt x="433" y="195"/>
                </a:lnTo>
                <a:lnTo>
                  <a:pt x="434" y="195"/>
                </a:lnTo>
                <a:lnTo>
                  <a:pt x="433" y="195"/>
                </a:lnTo>
                <a:lnTo>
                  <a:pt x="433" y="196"/>
                </a:lnTo>
                <a:lnTo>
                  <a:pt x="434" y="196"/>
                </a:lnTo>
                <a:lnTo>
                  <a:pt x="434" y="197"/>
                </a:lnTo>
                <a:lnTo>
                  <a:pt x="433" y="197"/>
                </a:lnTo>
                <a:lnTo>
                  <a:pt x="432" y="197"/>
                </a:lnTo>
                <a:lnTo>
                  <a:pt x="432" y="198"/>
                </a:lnTo>
                <a:lnTo>
                  <a:pt x="432" y="199"/>
                </a:lnTo>
                <a:lnTo>
                  <a:pt x="432" y="200"/>
                </a:lnTo>
                <a:lnTo>
                  <a:pt x="433" y="200"/>
                </a:lnTo>
                <a:lnTo>
                  <a:pt x="433" y="201"/>
                </a:lnTo>
                <a:lnTo>
                  <a:pt x="432" y="201"/>
                </a:lnTo>
                <a:lnTo>
                  <a:pt x="432" y="202"/>
                </a:lnTo>
                <a:lnTo>
                  <a:pt x="432" y="203"/>
                </a:lnTo>
                <a:lnTo>
                  <a:pt x="432" y="204"/>
                </a:lnTo>
                <a:lnTo>
                  <a:pt x="431" y="205"/>
                </a:lnTo>
                <a:lnTo>
                  <a:pt x="430" y="205"/>
                </a:lnTo>
                <a:lnTo>
                  <a:pt x="429" y="204"/>
                </a:lnTo>
                <a:lnTo>
                  <a:pt x="429" y="205"/>
                </a:lnTo>
                <a:lnTo>
                  <a:pt x="428" y="205"/>
                </a:lnTo>
                <a:lnTo>
                  <a:pt x="428" y="204"/>
                </a:lnTo>
                <a:lnTo>
                  <a:pt x="427" y="204"/>
                </a:lnTo>
                <a:lnTo>
                  <a:pt x="427" y="205"/>
                </a:lnTo>
                <a:lnTo>
                  <a:pt x="426" y="205"/>
                </a:lnTo>
                <a:lnTo>
                  <a:pt x="425" y="205"/>
                </a:lnTo>
                <a:lnTo>
                  <a:pt x="424" y="205"/>
                </a:lnTo>
                <a:lnTo>
                  <a:pt x="424" y="206"/>
                </a:lnTo>
                <a:lnTo>
                  <a:pt x="423" y="206"/>
                </a:lnTo>
                <a:lnTo>
                  <a:pt x="423" y="207"/>
                </a:lnTo>
                <a:lnTo>
                  <a:pt x="422" y="207"/>
                </a:lnTo>
                <a:lnTo>
                  <a:pt x="422" y="206"/>
                </a:lnTo>
                <a:lnTo>
                  <a:pt x="421" y="207"/>
                </a:lnTo>
                <a:lnTo>
                  <a:pt x="420" y="207"/>
                </a:lnTo>
                <a:lnTo>
                  <a:pt x="420" y="208"/>
                </a:lnTo>
                <a:lnTo>
                  <a:pt x="419" y="208"/>
                </a:lnTo>
                <a:lnTo>
                  <a:pt x="418" y="208"/>
                </a:lnTo>
                <a:lnTo>
                  <a:pt x="418" y="209"/>
                </a:lnTo>
                <a:lnTo>
                  <a:pt x="417" y="209"/>
                </a:lnTo>
                <a:lnTo>
                  <a:pt x="417" y="208"/>
                </a:lnTo>
                <a:lnTo>
                  <a:pt x="416" y="208"/>
                </a:lnTo>
                <a:lnTo>
                  <a:pt x="415" y="208"/>
                </a:lnTo>
                <a:lnTo>
                  <a:pt x="414" y="208"/>
                </a:lnTo>
                <a:lnTo>
                  <a:pt x="414" y="207"/>
                </a:lnTo>
                <a:lnTo>
                  <a:pt x="413" y="207"/>
                </a:lnTo>
                <a:lnTo>
                  <a:pt x="413" y="208"/>
                </a:lnTo>
                <a:lnTo>
                  <a:pt x="412" y="208"/>
                </a:lnTo>
                <a:lnTo>
                  <a:pt x="411" y="209"/>
                </a:lnTo>
                <a:lnTo>
                  <a:pt x="411" y="210"/>
                </a:lnTo>
                <a:lnTo>
                  <a:pt x="411" y="211"/>
                </a:lnTo>
                <a:lnTo>
                  <a:pt x="411" y="212"/>
                </a:lnTo>
                <a:lnTo>
                  <a:pt x="410" y="212"/>
                </a:lnTo>
                <a:lnTo>
                  <a:pt x="409" y="212"/>
                </a:lnTo>
                <a:lnTo>
                  <a:pt x="409" y="213"/>
                </a:lnTo>
                <a:lnTo>
                  <a:pt x="408" y="213"/>
                </a:lnTo>
                <a:lnTo>
                  <a:pt x="408" y="214"/>
                </a:lnTo>
                <a:lnTo>
                  <a:pt x="408" y="215"/>
                </a:lnTo>
                <a:lnTo>
                  <a:pt x="408" y="216"/>
                </a:lnTo>
                <a:lnTo>
                  <a:pt x="408" y="217"/>
                </a:lnTo>
                <a:lnTo>
                  <a:pt x="407" y="217"/>
                </a:lnTo>
                <a:lnTo>
                  <a:pt x="406" y="217"/>
                </a:lnTo>
                <a:lnTo>
                  <a:pt x="406" y="216"/>
                </a:lnTo>
                <a:lnTo>
                  <a:pt x="405" y="215"/>
                </a:lnTo>
                <a:lnTo>
                  <a:pt x="405" y="216"/>
                </a:lnTo>
                <a:lnTo>
                  <a:pt x="404" y="215"/>
                </a:lnTo>
                <a:lnTo>
                  <a:pt x="404" y="216"/>
                </a:lnTo>
                <a:lnTo>
                  <a:pt x="403" y="216"/>
                </a:lnTo>
                <a:lnTo>
                  <a:pt x="403" y="215"/>
                </a:lnTo>
                <a:lnTo>
                  <a:pt x="402" y="215"/>
                </a:lnTo>
                <a:lnTo>
                  <a:pt x="401" y="215"/>
                </a:lnTo>
                <a:lnTo>
                  <a:pt x="401" y="216"/>
                </a:lnTo>
                <a:lnTo>
                  <a:pt x="401" y="215"/>
                </a:lnTo>
                <a:lnTo>
                  <a:pt x="401" y="216"/>
                </a:lnTo>
                <a:lnTo>
                  <a:pt x="401" y="215"/>
                </a:lnTo>
                <a:lnTo>
                  <a:pt x="400" y="215"/>
                </a:lnTo>
                <a:lnTo>
                  <a:pt x="400" y="216"/>
                </a:lnTo>
                <a:lnTo>
                  <a:pt x="400" y="215"/>
                </a:lnTo>
                <a:lnTo>
                  <a:pt x="399" y="215"/>
                </a:lnTo>
                <a:lnTo>
                  <a:pt x="399" y="216"/>
                </a:lnTo>
                <a:lnTo>
                  <a:pt x="398" y="216"/>
                </a:lnTo>
                <a:lnTo>
                  <a:pt x="398" y="217"/>
                </a:lnTo>
                <a:lnTo>
                  <a:pt x="397" y="217"/>
                </a:lnTo>
                <a:lnTo>
                  <a:pt x="397" y="218"/>
                </a:lnTo>
                <a:lnTo>
                  <a:pt x="396" y="218"/>
                </a:lnTo>
                <a:lnTo>
                  <a:pt x="396" y="217"/>
                </a:lnTo>
                <a:lnTo>
                  <a:pt x="395" y="217"/>
                </a:lnTo>
                <a:lnTo>
                  <a:pt x="394" y="216"/>
                </a:lnTo>
                <a:lnTo>
                  <a:pt x="394" y="217"/>
                </a:lnTo>
                <a:lnTo>
                  <a:pt x="393" y="217"/>
                </a:lnTo>
                <a:lnTo>
                  <a:pt x="392" y="218"/>
                </a:lnTo>
                <a:lnTo>
                  <a:pt x="392" y="219"/>
                </a:lnTo>
                <a:lnTo>
                  <a:pt x="391" y="219"/>
                </a:lnTo>
                <a:lnTo>
                  <a:pt x="390" y="219"/>
                </a:lnTo>
                <a:lnTo>
                  <a:pt x="389" y="219"/>
                </a:lnTo>
                <a:lnTo>
                  <a:pt x="389" y="220"/>
                </a:lnTo>
                <a:lnTo>
                  <a:pt x="388" y="220"/>
                </a:lnTo>
                <a:lnTo>
                  <a:pt x="387" y="220"/>
                </a:lnTo>
                <a:lnTo>
                  <a:pt x="387" y="219"/>
                </a:lnTo>
                <a:lnTo>
                  <a:pt x="386" y="220"/>
                </a:lnTo>
                <a:lnTo>
                  <a:pt x="385" y="221"/>
                </a:lnTo>
                <a:lnTo>
                  <a:pt x="384" y="221"/>
                </a:lnTo>
                <a:lnTo>
                  <a:pt x="383" y="222"/>
                </a:lnTo>
                <a:lnTo>
                  <a:pt x="383" y="223"/>
                </a:lnTo>
                <a:lnTo>
                  <a:pt x="382" y="223"/>
                </a:lnTo>
                <a:lnTo>
                  <a:pt x="382" y="224"/>
                </a:lnTo>
                <a:lnTo>
                  <a:pt x="381" y="224"/>
                </a:lnTo>
                <a:lnTo>
                  <a:pt x="380" y="224"/>
                </a:lnTo>
                <a:lnTo>
                  <a:pt x="380" y="226"/>
                </a:lnTo>
                <a:lnTo>
                  <a:pt x="381" y="226"/>
                </a:lnTo>
                <a:lnTo>
                  <a:pt x="380" y="227"/>
                </a:lnTo>
                <a:lnTo>
                  <a:pt x="380" y="228"/>
                </a:lnTo>
                <a:lnTo>
                  <a:pt x="381" y="228"/>
                </a:lnTo>
                <a:lnTo>
                  <a:pt x="380" y="229"/>
                </a:lnTo>
                <a:lnTo>
                  <a:pt x="380" y="230"/>
                </a:lnTo>
                <a:lnTo>
                  <a:pt x="379" y="231"/>
                </a:lnTo>
                <a:lnTo>
                  <a:pt x="378" y="231"/>
                </a:lnTo>
                <a:lnTo>
                  <a:pt x="378" y="232"/>
                </a:lnTo>
                <a:lnTo>
                  <a:pt x="377" y="233"/>
                </a:lnTo>
                <a:lnTo>
                  <a:pt x="377" y="234"/>
                </a:lnTo>
                <a:lnTo>
                  <a:pt x="376" y="234"/>
                </a:lnTo>
                <a:lnTo>
                  <a:pt x="375" y="234"/>
                </a:lnTo>
                <a:lnTo>
                  <a:pt x="375" y="233"/>
                </a:lnTo>
                <a:lnTo>
                  <a:pt x="374" y="233"/>
                </a:lnTo>
                <a:lnTo>
                  <a:pt x="374" y="232"/>
                </a:lnTo>
                <a:lnTo>
                  <a:pt x="373" y="231"/>
                </a:lnTo>
                <a:lnTo>
                  <a:pt x="372" y="231"/>
                </a:lnTo>
                <a:lnTo>
                  <a:pt x="371" y="231"/>
                </a:lnTo>
                <a:lnTo>
                  <a:pt x="371" y="232"/>
                </a:lnTo>
                <a:lnTo>
                  <a:pt x="370" y="231"/>
                </a:lnTo>
                <a:lnTo>
                  <a:pt x="370" y="230"/>
                </a:lnTo>
                <a:lnTo>
                  <a:pt x="369" y="230"/>
                </a:lnTo>
                <a:lnTo>
                  <a:pt x="369" y="229"/>
                </a:lnTo>
                <a:lnTo>
                  <a:pt x="368" y="229"/>
                </a:lnTo>
                <a:lnTo>
                  <a:pt x="367" y="228"/>
                </a:lnTo>
                <a:lnTo>
                  <a:pt x="366" y="228"/>
                </a:lnTo>
                <a:lnTo>
                  <a:pt x="365" y="228"/>
                </a:lnTo>
                <a:lnTo>
                  <a:pt x="365" y="227"/>
                </a:lnTo>
                <a:lnTo>
                  <a:pt x="365" y="228"/>
                </a:lnTo>
                <a:lnTo>
                  <a:pt x="364" y="228"/>
                </a:lnTo>
                <a:lnTo>
                  <a:pt x="364" y="227"/>
                </a:lnTo>
                <a:lnTo>
                  <a:pt x="364" y="225"/>
                </a:lnTo>
                <a:lnTo>
                  <a:pt x="363" y="225"/>
                </a:lnTo>
                <a:lnTo>
                  <a:pt x="363" y="224"/>
                </a:lnTo>
                <a:lnTo>
                  <a:pt x="362" y="224"/>
                </a:lnTo>
                <a:lnTo>
                  <a:pt x="362" y="223"/>
                </a:lnTo>
                <a:lnTo>
                  <a:pt x="363" y="222"/>
                </a:lnTo>
                <a:lnTo>
                  <a:pt x="362" y="222"/>
                </a:lnTo>
                <a:lnTo>
                  <a:pt x="362" y="221"/>
                </a:lnTo>
                <a:lnTo>
                  <a:pt x="362" y="220"/>
                </a:lnTo>
                <a:lnTo>
                  <a:pt x="362" y="219"/>
                </a:lnTo>
                <a:lnTo>
                  <a:pt x="361" y="219"/>
                </a:lnTo>
                <a:lnTo>
                  <a:pt x="361" y="220"/>
                </a:lnTo>
                <a:lnTo>
                  <a:pt x="360" y="220"/>
                </a:lnTo>
                <a:lnTo>
                  <a:pt x="360" y="219"/>
                </a:lnTo>
                <a:lnTo>
                  <a:pt x="361" y="218"/>
                </a:lnTo>
                <a:lnTo>
                  <a:pt x="360" y="218"/>
                </a:lnTo>
                <a:lnTo>
                  <a:pt x="360" y="217"/>
                </a:lnTo>
                <a:lnTo>
                  <a:pt x="359" y="217"/>
                </a:lnTo>
                <a:lnTo>
                  <a:pt x="358" y="217"/>
                </a:lnTo>
                <a:lnTo>
                  <a:pt x="357" y="217"/>
                </a:lnTo>
                <a:lnTo>
                  <a:pt x="357" y="216"/>
                </a:lnTo>
                <a:lnTo>
                  <a:pt x="357" y="215"/>
                </a:lnTo>
                <a:lnTo>
                  <a:pt x="356" y="215"/>
                </a:lnTo>
                <a:lnTo>
                  <a:pt x="356" y="216"/>
                </a:lnTo>
                <a:lnTo>
                  <a:pt x="356" y="217"/>
                </a:lnTo>
                <a:lnTo>
                  <a:pt x="355" y="217"/>
                </a:lnTo>
                <a:lnTo>
                  <a:pt x="355" y="218"/>
                </a:lnTo>
                <a:lnTo>
                  <a:pt x="355" y="219"/>
                </a:lnTo>
                <a:lnTo>
                  <a:pt x="354" y="219"/>
                </a:lnTo>
                <a:lnTo>
                  <a:pt x="353" y="220"/>
                </a:lnTo>
                <a:lnTo>
                  <a:pt x="353" y="221"/>
                </a:lnTo>
                <a:lnTo>
                  <a:pt x="352" y="221"/>
                </a:lnTo>
                <a:lnTo>
                  <a:pt x="352" y="220"/>
                </a:lnTo>
                <a:lnTo>
                  <a:pt x="351" y="220"/>
                </a:lnTo>
                <a:lnTo>
                  <a:pt x="350" y="220"/>
                </a:lnTo>
                <a:lnTo>
                  <a:pt x="350" y="221"/>
                </a:lnTo>
                <a:lnTo>
                  <a:pt x="349" y="221"/>
                </a:lnTo>
                <a:lnTo>
                  <a:pt x="349" y="222"/>
                </a:lnTo>
                <a:lnTo>
                  <a:pt x="348" y="222"/>
                </a:lnTo>
                <a:lnTo>
                  <a:pt x="349" y="222"/>
                </a:lnTo>
                <a:lnTo>
                  <a:pt x="348" y="222"/>
                </a:lnTo>
                <a:lnTo>
                  <a:pt x="348" y="223"/>
                </a:lnTo>
                <a:lnTo>
                  <a:pt x="347" y="224"/>
                </a:lnTo>
                <a:lnTo>
                  <a:pt x="346" y="224"/>
                </a:lnTo>
                <a:lnTo>
                  <a:pt x="346" y="225"/>
                </a:lnTo>
                <a:lnTo>
                  <a:pt x="345" y="225"/>
                </a:lnTo>
                <a:lnTo>
                  <a:pt x="344" y="225"/>
                </a:lnTo>
                <a:lnTo>
                  <a:pt x="343" y="226"/>
                </a:lnTo>
                <a:lnTo>
                  <a:pt x="342" y="226"/>
                </a:lnTo>
                <a:lnTo>
                  <a:pt x="342" y="227"/>
                </a:lnTo>
                <a:lnTo>
                  <a:pt x="341" y="227"/>
                </a:lnTo>
                <a:lnTo>
                  <a:pt x="341" y="228"/>
                </a:lnTo>
                <a:lnTo>
                  <a:pt x="340" y="228"/>
                </a:lnTo>
                <a:lnTo>
                  <a:pt x="340" y="227"/>
                </a:lnTo>
                <a:lnTo>
                  <a:pt x="340" y="226"/>
                </a:lnTo>
                <a:lnTo>
                  <a:pt x="340" y="225"/>
                </a:lnTo>
                <a:lnTo>
                  <a:pt x="339" y="225"/>
                </a:lnTo>
                <a:lnTo>
                  <a:pt x="339" y="224"/>
                </a:lnTo>
                <a:lnTo>
                  <a:pt x="338" y="224"/>
                </a:lnTo>
                <a:lnTo>
                  <a:pt x="338" y="225"/>
                </a:lnTo>
                <a:lnTo>
                  <a:pt x="337" y="226"/>
                </a:lnTo>
                <a:lnTo>
                  <a:pt x="337" y="227"/>
                </a:lnTo>
                <a:lnTo>
                  <a:pt x="336" y="227"/>
                </a:lnTo>
                <a:lnTo>
                  <a:pt x="335" y="227"/>
                </a:lnTo>
                <a:lnTo>
                  <a:pt x="335" y="228"/>
                </a:lnTo>
                <a:lnTo>
                  <a:pt x="335" y="229"/>
                </a:lnTo>
                <a:lnTo>
                  <a:pt x="334" y="229"/>
                </a:lnTo>
                <a:lnTo>
                  <a:pt x="335" y="230"/>
                </a:lnTo>
                <a:lnTo>
                  <a:pt x="336" y="230"/>
                </a:lnTo>
                <a:lnTo>
                  <a:pt x="337" y="230"/>
                </a:lnTo>
                <a:lnTo>
                  <a:pt x="337" y="231"/>
                </a:lnTo>
                <a:lnTo>
                  <a:pt x="337" y="232"/>
                </a:lnTo>
                <a:lnTo>
                  <a:pt x="337" y="233"/>
                </a:lnTo>
                <a:lnTo>
                  <a:pt x="336" y="234"/>
                </a:lnTo>
                <a:lnTo>
                  <a:pt x="337" y="235"/>
                </a:lnTo>
                <a:lnTo>
                  <a:pt x="337" y="236"/>
                </a:lnTo>
                <a:lnTo>
                  <a:pt x="337" y="237"/>
                </a:lnTo>
                <a:lnTo>
                  <a:pt x="336" y="238"/>
                </a:lnTo>
                <a:lnTo>
                  <a:pt x="335" y="238"/>
                </a:lnTo>
                <a:lnTo>
                  <a:pt x="335" y="237"/>
                </a:lnTo>
                <a:lnTo>
                  <a:pt x="334" y="238"/>
                </a:lnTo>
                <a:lnTo>
                  <a:pt x="334" y="239"/>
                </a:lnTo>
                <a:lnTo>
                  <a:pt x="335" y="239"/>
                </a:lnTo>
                <a:lnTo>
                  <a:pt x="334" y="240"/>
                </a:lnTo>
                <a:lnTo>
                  <a:pt x="333" y="240"/>
                </a:lnTo>
                <a:lnTo>
                  <a:pt x="333" y="241"/>
                </a:lnTo>
                <a:lnTo>
                  <a:pt x="333" y="242"/>
                </a:lnTo>
                <a:lnTo>
                  <a:pt x="333" y="241"/>
                </a:lnTo>
                <a:lnTo>
                  <a:pt x="332" y="241"/>
                </a:lnTo>
                <a:lnTo>
                  <a:pt x="332" y="242"/>
                </a:lnTo>
                <a:lnTo>
                  <a:pt x="331" y="243"/>
                </a:lnTo>
                <a:lnTo>
                  <a:pt x="331" y="242"/>
                </a:lnTo>
                <a:lnTo>
                  <a:pt x="330" y="243"/>
                </a:lnTo>
                <a:lnTo>
                  <a:pt x="330" y="242"/>
                </a:lnTo>
                <a:lnTo>
                  <a:pt x="329" y="243"/>
                </a:lnTo>
                <a:lnTo>
                  <a:pt x="328" y="243"/>
                </a:lnTo>
                <a:lnTo>
                  <a:pt x="328" y="244"/>
                </a:lnTo>
                <a:lnTo>
                  <a:pt x="328" y="245"/>
                </a:lnTo>
                <a:lnTo>
                  <a:pt x="328" y="246"/>
                </a:lnTo>
                <a:lnTo>
                  <a:pt x="327" y="246"/>
                </a:lnTo>
                <a:lnTo>
                  <a:pt x="326" y="246"/>
                </a:lnTo>
                <a:lnTo>
                  <a:pt x="326" y="247"/>
                </a:lnTo>
                <a:lnTo>
                  <a:pt x="325" y="247"/>
                </a:lnTo>
                <a:lnTo>
                  <a:pt x="325" y="246"/>
                </a:lnTo>
                <a:lnTo>
                  <a:pt x="324" y="246"/>
                </a:lnTo>
                <a:lnTo>
                  <a:pt x="323" y="246"/>
                </a:lnTo>
                <a:lnTo>
                  <a:pt x="322" y="246"/>
                </a:lnTo>
                <a:lnTo>
                  <a:pt x="322" y="245"/>
                </a:lnTo>
                <a:lnTo>
                  <a:pt x="321" y="246"/>
                </a:lnTo>
                <a:lnTo>
                  <a:pt x="321" y="245"/>
                </a:lnTo>
                <a:lnTo>
                  <a:pt x="320" y="245"/>
                </a:lnTo>
                <a:lnTo>
                  <a:pt x="319" y="246"/>
                </a:lnTo>
                <a:lnTo>
                  <a:pt x="319" y="247"/>
                </a:lnTo>
                <a:lnTo>
                  <a:pt x="318" y="247"/>
                </a:lnTo>
                <a:lnTo>
                  <a:pt x="318" y="248"/>
                </a:lnTo>
                <a:lnTo>
                  <a:pt x="319" y="248"/>
                </a:lnTo>
                <a:lnTo>
                  <a:pt x="319" y="249"/>
                </a:lnTo>
                <a:lnTo>
                  <a:pt x="319" y="250"/>
                </a:lnTo>
                <a:lnTo>
                  <a:pt x="320" y="250"/>
                </a:lnTo>
                <a:lnTo>
                  <a:pt x="319" y="250"/>
                </a:lnTo>
                <a:lnTo>
                  <a:pt x="319" y="251"/>
                </a:lnTo>
                <a:lnTo>
                  <a:pt x="319" y="252"/>
                </a:lnTo>
                <a:lnTo>
                  <a:pt x="318" y="252"/>
                </a:lnTo>
                <a:lnTo>
                  <a:pt x="318" y="251"/>
                </a:lnTo>
                <a:lnTo>
                  <a:pt x="317" y="251"/>
                </a:lnTo>
                <a:lnTo>
                  <a:pt x="317" y="250"/>
                </a:lnTo>
                <a:lnTo>
                  <a:pt x="317" y="249"/>
                </a:lnTo>
                <a:lnTo>
                  <a:pt x="316" y="249"/>
                </a:lnTo>
                <a:lnTo>
                  <a:pt x="316" y="248"/>
                </a:lnTo>
                <a:lnTo>
                  <a:pt x="315" y="248"/>
                </a:lnTo>
                <a:lnTo>
                  <a:pt x="314" y="247"/>
                </a:lnTo>
                <a:lnTo>
                  <a:pt x="313" y="248"/>
                </a:lnTo>
                <a:lnTo>
                  <a:pt x="312" y="248"/>
                </a:lnTo>
                <a:lnTo>
                  <a:pt x="311" y="249"/>
                </a:lnTo>
                <a:lnTo>
                  <a:pt x="311" y="250"/>
                </a:lnTo>
                <a:lnTo>
                  <a:pt x="311" y="251"/>
                </a:lnTo>
                <a:lnTo>
                  <a:pt x="310" y="251"/>
                </a:lnTo>
                <a:lnTo>
                  <a:pt x="310" y="252"/>
                </a:lnTo>
                <a:lnTo>
                  <a:pt x="310" y="253"/>
                </a:lnTo>
                <a:lnTo>
                  <a:pt x="311" y="253"/>
                </a:lnTo>
                <a:lnTo>
                  <a:pt x="311" y="254"/>
                </a:lnTo>
                <a:lnTo>
                  <a:pt x="311" y="255"/>
                </a:lnTo>
                <a:lnTo>
                  <a:pt x="312" y="255"/>
                </a:lnTo>
                <a:lnTo>
                  <a:pt x="312" y="256"/>
                </a:lnTo>
                <a:lnTo>
                  <a:pt x="312" y="257"/>
                </a:lnTo>
                <a:lnTo>
                  <a:pt x="311" y="257"/>
                </a:lnTo>
                <a:lnTo>
                  <a:pt x="311" y="258"/>
                </a:lnTo>
                <a:lnTo>
                  <a:pt x="311" y="259"/>
                </a:lnTo>
                <a:lnTo>
                  <a:pt x="312" y="260"/>
                </a:lnTo>
                <a:lnTo>
                  <a:pt x="313" y="260"/>
                </a:lnTo>
                <a:lnTo>
                  <a:pt x="314" y="260"/>
                </a:lnTo>
                <a:lnTo>
                  <a:pt x="315" y="260"/>
                </a:lnTo>
                <a:lnTo>
                  <a:pt x="315" y="259"/>
                </a:lnTo>
                <a:lnTo>
                  <a:pt x="316" y="259"/>
                </a:lnTo>
                <a:lnTo>
                  <a:pt x="316" y="258"/>
                </a:lnTo>
                <a:lnTo>
                  <a:pt x="317" y="258"/>
                </a:lnTo>
                <a:lnTo>
                  <a:pt x="318" y="259"/>
                </a:lnTo>
                <a:lnTo>
                  <a:pt x="318" y="260"/>
                </a:lnTo>
                <a:lnTo>
                  <a:pt x="319" y="261"/>
                </a:lnTo>
                <a:lnTo>
                  <a:pt x="319" y="262"/>
                </a:lnTo>
                <a:lnTo>
                  <a:pt x="319" y="263"/>
                </a:lnTo>
                <a:lnTo>
                  <a:pt x="319" y="264"/>
                </a:lnTo>
                <a:lnTo>
                  <a:pt x="320" y="265"/>
                </a:lnTo>
                <a:lnTo>
                  <a:pt x="319" y="266"/>
                </a:lnTo>
                <a:lnTo>
                  <a:pt x="319" y="267"/>
                </a:lnTo>
                <a:lnTo>
                  <a:pt x="320" y="267"/>
                </a:lnTo>
                <a:lnTo>
                  <a:pt x="319" y="268"/>
                </a:lnTo>
                <a:lnTo>
                  <a:pt x="319" y="269"/>
                </a:lnTo>
                <a:lnTo>
                  <a:pt x="320" y="269"/>
                </a:lnTo>
                <a:lnTo>
                  <a:pt x="320" y="270"/>
                </a:lnTo>
                <a:lnTo>
                  <a:pt x="321" y="270"/>
                </a:lnTo>
                <a:lnTo>
                  <a:pt x="321" y="271"/>
                </a:lnTo>
                <a:lnTo>
                  <a:pt x="321" y="272"/>
                </a:lnTo>
                <a:lnTo>
                  <a:pt x="321" y="273"/>
                </a:lnTo>
                <a:lnTo>
                  <a:pt x="321" y="274"/>
                </a:lnTo>
                <a:lnTo>
                  <a:pt x="321" y="275"/>
                </a:lnTo>
                <a:lnTo>
                  <a:pt x="320" y="275"/>
                </a:lnTo>
                <a:lnTo>
                  <a:pt x="319" y="275"/>
                </a:lnTo>
                <a:lnTo>
                  <a:pt x="319" y="276"/>
                </a:lnTo>
                <a:lnTo>
                  <a:pt x="319" y="277"/>
                </a:lnTo>
                <a:lnTo>
                  <a:pt x="318" y="277"/>
                </a:lnTo>
                <a:lnTo>
                  <a:pt x="318" y="278"/>
                </a:lnTo>
                <a:lnTo>
                  <a:pt x="319" y="278"/>
                </a:lnTo>
                <a:lnTo>
                  <a:pt x="319" y="279"/>
                </a:lnTo>
                <a:lnTo>
                  <a:pt x="319" y="280"/>
                </a:lnTo>
                <a:lnTo>
                  <a:pt x="318" y="281"/>
                </a:lnTo>
                <a:lnTo>
                  <a:pt x="319" y="282"/>
                </a:lnTo>
                <a:lnTo>
                  <a:pt x="319" y="283"/>
                </a:lnTo>
                <a:lnTo>
                  <a:pt x="320" y="283"/>
                </a:lnTo>
                <a:lnTo>
                  <a:pt x="320" y="282"/>
                </a:lnTo>
                <a:lnTo>
                  <a:pt x="321" y="283"/>
                </a:lnTo>
                <a:lnTo>
                  <a:pt x="322" y="283"/>
                </a:lnTo>
                <a:lnTo>
                  <a:pt x="322" y="284"/>
                </a:lnTo>
                <a:lnTo>
                  <a:pt x="322" y="285"/>
                </a:lnTo>
                <a:lnTo>
                  <a:pt x="323" y="285"/>
                </a:lnTo>
                <a:lnTo>
                  <a:pt x="324" y="285"/>
                </a:lnTo>
                <a:lnTo>
                  <a:pt x="324" y="286"/>
                </a:lnTo>
                <a:lnTo>
                  <a:pt x="325" y="286"/>
                </a:lnTo>
                <a:lnTo>
                  <a:pt x="325" y="287"/>
                </a:lnTo>
                <a:lnTo>
                  <a:pt x="325" y="288"/>
                </a:lnTo>
                <a:lnTo>
                  <a:pt x="325" y="289"/>
                </a:lnTo>
                <a:lnTo>
                  <a:pt x="324" y="289"/>
                </a:lnTo>
                <a:lnTo>
                  <a:pt x="323" y="290"/>
                </a:lnTo>
                <a:lnTo>
                  <a:pt x="323" y="291"/>
                </a:lnTo>
                <a:lnTo>
                  <a:pt x="322" y="292"/>
                </a:lnTo>
                <a:lnTo>
                  <a:pt x="322" y="293"/>
                </a:lnTo>
                <a:lnTo>
                  <a:pt x="321" y="293"/>
                </a:lnTo>
                <a:lnTo>
                  <a:pt x="320" y="294"/>
                </a:lnTo>
                <a:lnTo>
                  <a:pt x="320" y="295"/>
                </a:lnTo>
                <a:lnTo>
                  <a:pt x="319" y="295"/>
                </a:lnTo>
                <a:lnTo>
                  <a:pt x="318" y="295"/>
                </a:lnTo>
                <a:lnTo>
                  <a:pt x="318" y="296"/>
                </a:lnTo>
                <a:lnTo>
                  <a:pt x="317" y="296"/>
                </a:lnTo>
                <a:lnTo>
                  <a:pt x="317" y="297"/>
                </a:lnTo>
                <a:lnTo>
                  <a:pt x="316" y="298"/>
                </a:lnTo>
                <a:lnTo>
                  <a:pt x="315" y="298"/>
                </a:lnTo>
                <a:lnTo>
                  <a:pt x="315" y="299"/>
                </a:lnTo>
                <a:lnTo>
                  <a:pt x="315" y="300"/>
                </a:lnTo>
                <a:lnTo>
                  <a:pt x="314" y="300"/>
                </a:lnTo>
                <a:lnTo>
                  <a:pt x="314" y="301"/>
                </a:lnTo>
                <a:lnTo>
                  <a:pt x="313" y="302"/>
                </a:lnTo>
                <a:lnTo>
                  <a:pt x="314" y="303"/>
                </a:lnTo>
                <a:lnTo>
                  <a:pt x="314" y="304"/>
                </a:lnTo>
                <a:lnTo>
                  <a:pt x="314" y="305"/>
                </a:lnTo>
                <a:lnTo>
                  <a:pt x="314" y="306"/>
                </a:lnTo>
                <a:lnTo>
                  <a:pt x="313" y="306"/>
                </a:lnTo>
                <a:lnTo>
                  <a:pt x="313" y="307"/>
                </a:lnTo>
                <a:lnTo>
                  <a:pt x="312" y="307"/>
                </a:lnTo>
                <a:lnTo>
                  <a:pt x="311" y="307"/>
                </a:lnTo>
                <a:lnTo>
                  <a:pt x="310" y="307"/>
                </a:lnTo>
                <a:lnTo>
                  <a:pt x="310" y="308"/>
                </a:lnTo>
                <a:lnTo>
                  <a:pt x="309" y="308"/>
                </a:lnTo>
                <a:lnTo>
                  <a:pt x="309" y="309"/>
                </a:lnTo>
                <a:lnTo>
                  <a:pt x="308" y="309"/>
                </a:lnTo>
                <a:lnTo>
                  <a:pt x="308" y="310"/>
                </a:lnTo>
                <a:lnTo>
                  <a:pt x="307" y="310"/>
                </a:lnTo>
                <a:lnTo>
                  <a:pt x="306" y="310"/>
                </a:lnTo>
                <a:lnTo>
                  <a:pt x="306" y="311"/>
                </a:lnTo>
                <a:lnTo>
                  <a:pt x="305" y="312"/>
                </a:lnTo>
                <a:lnTo>
                  <a:pt x="305" y="313"/>
                </a:lnTo>
                <a:lnTo>
                  <a:pt x="304" y="313"/>
                </a:lnTo>
                <a:lnTo>
                  <a:pt x="304" y="314"/>
                </a:lnTo>
                <a:lnTo>
                  <a:pt x="303" y="314"/>
                </a:lnTo>
                <a:lnTo>
                  <a:pt x="303" y="313"/>
                </a:lnTo>
                <a:lnTo>
                  <a:pt x="302" y="312"/>
                </a:lnTo>
                <a:lnTo>
                  <a:pt x="302" y="313"/>
                </a:lnTo>
                <a:lnTo>
                  <a:pt x="301" y="313"/>
                </a:lnTo>
                <a:lnTo>
                  <a:pt x="301" y="312"/>
                </a:lnTo>
                <a:lnTo>
                  <a:pt x="300" y="312"/>
                </a:lnTo>
                <a:lnTo>
                  <a:pt x="300" y="313"/>
                </a:lnTo>
                <a:lnTo>
                  <a:pt x="299" y="313"/>
                </a:lnTo>
                <a:lnTo>
                  <a:pt x="298" y="314"/>
                </a:lnTo>
                <a:lnTo>
                  <a:pt x="297" y="314"/>
                </a:lnTo>
                <a:lnTo>
                  <a:pt x="297" y="315"/>
                </a:lnTo>
                <a:lnTo>
                  <a:pt x="296" y="315"/>
                </a:lnTo>
                <a:lnTo>
                  <a:pt x="295" y="315"/>
                </a:lnTo>
                <a:lnTo>
                  <a:pt x="295" y="314"/>
                </a:lnTo>
                <a:lnTo>
                  <a:pt x="294" y="314"/>
                </a:lnTo>
                <a:lnTo>
                  <a:pt x="293" y="315"/>
                </a:lnTo>
                <a:lnTo>
                  <a:pt x="292" y="315"/>
                </a:lnTo>
                <a:lnTo>
                  <a:pt x="291" y="315"/>
                </a:lnTo>
                <a:lnTo>
                  <a:pt x="291" y="316"/>
                </a:lnTo>
                <a:lnTo>
                  <a:pt x="290" y="316"/>
                </a:lnTo>
                <a:lnTo>
                  <a:pt x="289" y="316"/>
                </a:lnTo>
                <a:lnTo>
                  <a:pt x="288" y="316"/>
                </a:lnTo>
                <a:lnTo>
                  <a:pt x="288" y="317"/>
                </a:lnTo>
                <a:lnTo>
                  <a:pt x="288" y="318"/>
                </a:lnTo>
                <a:lnTo>
                  <a:pt x="287" y="318"/>
                </a:lnTo>
                <a:lnTo>
                  <a:pt x="287" y="317"/>
                </a:lnTo>
                <a:lnTo>
                  <a:pt x="286" y="317"/>
                </a:lnTo>
                <a:lnTo>
                  <a:pt x="285" y="317"/>
                </a:lnTo>
                <a:lnTo>
                  <a:pt x="284" y="317"/>
                </a:lnTo>
                <a:lnTo>
                  <a:pt x="283" y="317"/>
                </a:lnTo>
                <a:lnTo>
                  <a:pt x="282" y="317"/>
                </a:lnTo>
                <a:lnTo>
                  <a:pt x="282" y="318"/>
                </a:lnTo>
                <a:lnTo>
                  <a:pt x="281" y="318"/>
                </a:lnTo>
                <a:lnTo>
                  <a:pt x="281" y="319"/>
                </a:lnTo>
                <a:lnTo>
                  <a:pt x="280" y="319"/>
                </a:lnTo>
                <a:lnTo>
                  <a:pt x="280" y="320"/>
                </a:lnTo>
                <a:lnTo>
                  <a:pt x="279" y="320"/>
                </a:lnTo>
                <a:lnTo>
                  <a:pt x="278" y="320"/>
                </a:lnTo>
                <a:lnTo>
                  <a:pt x="279" y="320"/>
                </a:lnTo>
                <a:lnTo>
                  <a:pt x="278" y="321"/>
                </a:lnTo>
                <a:lnTo>
                  <a:pt x="278" y="322"/>
                </a:lnTo>
                <a:lnTo>
                  <a:pt x="277" y="322"/>
                </a:lnTo>
                <a:lnTo>
                  <a:pt x="277" y="323"/>
                </a:lnTo>
                <a:lnTo>
                  <a:pt x="276" y="323"/>
                </a:lnTo>
                <a:lnTo>
                  <a:pt x="276" y="324"/>
                </a:lnTo>
                <a:lnTo>
                  <a:pt x="275" y="324"/>
                </a:lnTo>
                <a:lnTo>
                  <a:pt x="276" y="324"/>
                </a:lnTo>
                <a:lnTo>
                  <a:pt x="275" y="325"/>
                </a:lnTo>
                <a:lnTo>
                  <a:pt x="275" y="326"/>
                </a:lnTo>
                <a:lnTo>
                  <a:pt x="274" y="326"/>
                </a:lnTo>
                <a:lnTo>
                  <a:pt x="274" y="327"/>
                </a:lnTo>
                <a:lnTo>
                  <a:pt x="273" y="327"/>
                </a:lnTo>
                <a:lnTo>
                  <a:pt x="273" y="328"/>
                </a:lnTo>
                <a:lnTo>
                  <a:pt x="272" y="328"/>
                </a:lnTo>
                <a:lnTo>
                  <a:pt x="273" y="328"/>
                </a:lnTo>
                <a:lnTo>
                  <a:pt x="272" y="329"/>
                </a:lnTo>
                <a:lnTo>
                  <a:pt x="272" y="330"/>
                </a:lnTo>
                <a:lnTo>
                  <a:pt x="272" y="329"/>
                </a:lnTo>
                <a:lnTo>
                  <a:pt x="271" y="329"/>
                </a:lnTo>
                <a:lnTo>
                  <a:pt x="271" y="330"/>
                </a:lnTo>
                <a:lnTo>
                  <a:pt x="270" y="331"/>
                </a:lnTo>
                <a:lnTo>
                  <a:pt x="270" y="332"/>
                </a:lnTo>
                <a:lnTo>
                  <a:pt x="269" y="332"/>
                </a:lnTo>
                <a:lnTo>
                  <a:pt x="269" y="333"/>
                </a:lnTo>
                <a:lnTo>
                  <a:pt x="269" y="334"/>
                </a:lnTo>
                <a:lnTo>
                  <a:pt x="269" y="335"/>
                </a:lnTo>
                <a:lnTo>
                  <a:pt x="268" y="335"/>
                </a:lnTo>
                <a:lnTo>
                  <a:pt x="268" y="336"/>
                </a:lnTo>
                <a:lnTo>
                  <a:pt x="269" y="336"/>
                </a:lnTo>
                <a:lnTo>
                  <a:pt x="269" y="337"/>
                </a:lnTo>
                <a:lnTo>
                  <a:pt x="269" y="338"/>
                </a:lnTo>
                <a:lnTo>
                  <a:pt x="270" y="339"/>
                </a:lnTo>
                <a:lnTo>
                  <a:pt x="270" y="340"/>
                </a:lnTo>
                <a:lnTo>
                  <a:pt x="270" y="341"/>
                </a:lnTo>
                <a:lnTo>
                  <a:pt x="268" y="342"/>
                </a:lnTo>
                <a:lnTo>
                  <a:pt x="268" y="343"/>
                </a:lnTo>
                <a:lnTo>
                  <a:pt x="267" y="343"/>
                </a:lnTo>
                <a:lnTo>
                  <a:pt x="267" y="344"/>
                </a:lnTo>
                <a:lnTo>
                  <a:pt x="266" y="344"/>
                </a:lnTo>
                <a:lnTo>
                  <a:pt x="266" y="345"/>
                </a:lnTo>
                <a:lnTo>
                  <a:pt x="265" y="345"/>
                </a:lnTo>
                <a:lnTo>
                  <a:pt x="266" y="346"/>
                </a:lnTo>
                <a:lnTo>
                  <a:pt x="266" y="347"/>
                </a:lnTo>
                <a:lnTo>
                  <a:pt x="266" y="348"/>
                </a:lnTo>
                <a:lnTo>
                  <a:pt x="267" y="349"/>
                </a:lnTo>
                <a:lnTo>
                  <a:pt x="267" y="350"/>
                </a:lnTo>
                <a:lnTo>
                  <a:pt x="268" y="350"/>
                </a:lnTo>
                <a:lnTo>
                  <a:pt x="269" y="351"/>
                </a:lnTo>
                <a:lnTo>
                  <a:pt x="270" y="351"/>
                </a:lnTo>
                <a:lnTo>
                  <a:pt x="269" y="351"/>
                </a:lnTo>
                <a:lnTo>
                  <a:pt x="269" y="352"/>
                </a:lnTo>
                <a:lnTo>
                  <a:pt x="270" y="352"/>
                </a:lnTo>
                <a:lnTo>
                  <a:pt x="271" y="353"/>
                </a:lnTo>
                <a:lnTo>
                  <a:pt x="270" y="354"/>
                </a:lnTo>
                <a:lnTo>
                  <a:pt x="270" y="355"/>
                </a:lnTo>
                <a:lnTo>
                  <a:pt x="270" y="356"/>
                </a:lnTo>
                <a:lnTo>
                  <a:pt x="270" y="357"/>
                </a:lnTo>
                <a:lnTo>
                  <a:pt x="269" y="359"/>
                </a:lnTo>
                <a:lnTo>
                  <a:pt x="269" y="360"/>
                </a:lnTo>
                <a:lnTo>
                  <a:pt x="268" y="361"/>
                </a:lnTo>
                <a:lnTo>
                  <a:pt x="269" y="361"/>
                </a:lnTo>
                <a:lnTo>
                  <a:pt x="269" y="362"/>
                </a:lnTo>
                <a:lnTo>
                  <a:pt x="270" y="362"/>
                </a:lnTo>
                <a:lnTo>
                  <a:pt x="270" y="363"/>
                </a:lnTo>
                <a:lnTo>
                  <a:pt x="271" y="363"/>
                </a:lnTo>
                <a:lnTo>
                  <a:pt x="271" y="364"/>
                </a:lnTo>
                <a:lnTo>
                  <a:pt x="272" y="364"/>
                </a:lnTo>
                <a:lnTo>
                  <a:pt x="272" y="365"/>
                </a:lnTo>
                <a:lnTo>
                  <a:pt x="273" y="366"/>
                </a:lnTo>
                <a:lnTo>
                  <a:pt x="272" y="366"/>
                </a:lnTo>
                <a:lnTo>
                  <a:pt x="273" y="366"/>
                </a:lnTo>
                <a:lnTo>
                  <a:pt x="273" y="367"/>
                </a:lnTo>
                <a:lnTo>
                  <a:pt x="273" y="368"/>
                </a:lnTo>
                <a:lnTo>
                  <a:pt x="274" y="368"/>
                </a:lnTo>
                <a:lnTo>
                  <a:pt x="273" y="368"/>
                </a:lnTo>
                <a:lnTo>
                  <a:pt x="273" y="369"/>
                </a:lnTo>
                <a:lnTo>
                  <a:pt x="274" y="369"/>
                </a:lnTo>
                <a:lnTo>
                  <a:pt x="275" y="369"/>
                </a:lnTo>
                <a:lnTo>
                  <a:pt x="276" y="369"/>
                </a:lnTo>
                <a:lnTo>
                  <a:pt x="277" y="369"/>
                </a:lnTo>
                <a:lnTo>
                  <a:pt x="277" y="370"/>
                </a:lnTo>
                <a:lnTo>
                  <a:pt x="278" y="370"/>
                </a:lnTo>
                <a:lnTo>
                  <a:pt x="277" y="370"/>
                </a:lnTo>
                <a:lnTo>
                  <a:pt x="277" y="371"/>
                </a:lnTo>
                <a:lnTo>
                  <a:pt x="276" y="371"/>
                </a:lnTo>
                <a:lnTo>
                  <a:pt x="276" y="372"/>
                </a:lnTo>
                <a:lnTo>
                  <a:pt x="276" y="373"/>
                </a:lnTo>
                <a:lnTo>
                  <a:pt x="274" y="374"/>
                </a:lnTo>
                <a:lnTo>
                  <a:pt x="274" y="375"/>
                </a:lnTo>
                <a:lnTo>
                  <a:pt x="274" y="376"/>
                </a:lnTo>
                <a:lnTo>
                  <a:pt x="274" y="377"/>
                </a:lnTo>
                <a:lnTo>
                  <a:pt x="274" y="378"/>
                </a:lnTo>
                <a:lnTo>
                  <a:pt x="275" y="378"/>
                </a:lnTo>
                <a:lnTo>
                  <a:pt x="275" y="379"/>
                </a:lnTo>
                <a:lnTo>
                  <a:pt x="274" y="379"/>
                </a:lnTo>
                <a:lnTo>
                  <a:pt x="274" y="380"/>
                </a:lnTo>
                <a:lnTo>
                  <a:pt x="273" y="380"/>
                </a:lnTo>
                <a:lnTo>
                  <a:pt x="272" y="381"/>
                </a:lnTo>
                <a:lnTo>
                  <a:pt x="272" y="380"/>
                </a:lnTo>
                <a:lnTo>
                  <a:pt x="271" y="380"/>
                </a:lnTo>
                <a:lnTo>
                  <a:pt x="270" y="380"/>
                </a:lnTo>
                <a:lnTo>
                  <a:pt x="270" y="381"/>
                </a:lnTo>
                <a:lnTo>
                  <a:pt x="269" y="381"/>
                </a:lnTo>
                <a:lnTo>
                  <a:pt x="270" y="381"/>
                </a:lnTo>
                <a:lnTo>
                  <a:pt x="270" y="380"/>
                </a:lnTo>
                <a:lnTo>
                  <a:pt x="270" y="379"/>
                </a:lnTo>
                <a:lnTo>
                  <a:pt x="270" y="378"/>
                </a:lnTo>
                <a:lnTo>
                  <a:pt x="270" y="377"/>
                </a:lnTo>
                <a:lnTo>
                  <a:pt x="269" y="377"/>
                </a:lnTo>
                <a:lnTo>
                  <a:pt x="269" y="378"/>
                </a:lnTo>
                <a:lnTo>
                  <a:pt x="268" y="377"/>
                </a:lnTo>
                <a:lnTo>
                  <a:pt x="267" y="377"/>
                </a:lnTo>
                <a:lnTo>
                  <a:pt x="267" y="376"/>
                </a:lnTo>
                <a:lnTo>
                  <a:pt x="266" y="376"/>
                </a:lnTo>
                <a:lnTo>
                  <a:pt x="266" y="377"/>
                </a:lnTo>
                <a:lnTo>
                  <a:pt x="266" y="378"/>
                </a:lnTo>
                <a:lnTo>
                  <a:pt x="265" y="379"/>
                </a:lnTo>
                <a:lnTo>
                  <a:pt x="264" y="379"/>
                </a:lnTo>
                <a:lnTo>
                  <a:pt x="264" y="380"/>
                </a:lnTo>
                <a:lnTo>
                  <a:pt x="264" y="381"/>
                </a:lnTo>
                <a:lnTo>
                  <a:pt x="265" y="381"/>
                </a:lnTo>
                <a:lnTo>
                  <a:pt x="264" y="382"/>
                </a:lnTo>
                <a:lnTo>
                  <a:pt x="264" y="381"/>
                </a:lnTo>
                <a:lnTo>
                  <a:pt x="263" y="381"/>
                </a:lnTo>
                <a:lnTo>
                  <a:pt x="263" y="382"/>
                </a:lnTo>
                <a:lnTo>
                  <a:pt x="262" y="382"/>
                </a:lnTo>
                <a:lnTo>
                  <a:pt x="262" y="383"/>
                </a:lnTo>
                <a:lnTo>
                  <a:pt x="261" y="382"/>
                </a:lnTo>
                <a:lnTo>
                  <a:pt x="261" y="383"/>
                </a:lnTo>
                <a:lnTo>
                  <a:pt x="261" y="384"/>
                </a:lnTo>
                <a:lnTo>
                  <a:pt x="260" y="384"/>
                </a:lnTo>
                <a:lnTo>
                  <a:pt x="260" y="385"/>
                </a:lnTo>
                <a:lnTo>
                  <a:pt x="259" y="385"/>
                </a:lnTo>
                <a:lnTo>
                  <a:pt x="259" y="386"/>
                </a:lnTo>
                <a:lnTo>
                  <a:pt x="259" y="387"/>
                </a:lnTo>
                <a:lnTo>
                  <a:pt x="258" y="387"/>
                </a:lnTo>
                <a:lnTo>
                  <a:pt x="257" y="388"/>
                </a:lnTo>
                <a:lnTo>
                  <a:pt x="258" y="389"/>
                </a:lnTo>
                <a:lnTo>
                  <a:pt x="257" y="390"/>
                </a:lnTo>
                <a:lnTo>
                  <a:pt x="256" y="390"/>
                </a:lnTo>
                <a:lnTo>
                  <a:pt x="255" y="390"/>
                </a:lnTo>
                <a:lnTo>
                  <a:pt x="255" y="391"/>
                </a:lnTo>
                <a:lnTo>
                  <a:pt x="255" y="392"/>
                </a:lnTo>
                <a:lnTo>
                  <a:pt x="255" y="393"/>
                </a:lnTo>
                <a:lnTo>
                  <a:pt x="255" y="394"/>
                </a:lnTo>
                <a:lnTo>
                  <a:pt x="254" y="394"/>
                </a:lnTo>
                <a:lnTo>
                  <a:pt x="254" y="395"/>
                </a:lnTo>
                <a:lnTo>
                  <a:pt x="255" y="395"/>
                </a:lnTo>
                <a:lnTo>
                  <a:pt x="255" y="396"/>
                </a:lnTo>
                <a:lnTo>
                  <a:pt x="255" y="397"/>
                </a:lnTo>
                <a:lnTo>
                  <a:pt x="254" y="397"/>
                </a:lnTo>
                <a:lnTo>
                  <a:pt x="255" y="397"/>
                </a:lnTo>
                <a:lnTo>
                  <a:pt x="255" y="398"/>
                </a:lnTo>
                <a:lnTo>
                  <a:pt x="256" y="399"/>
                </a:lnTo>
                <a:lnTo>
                  <a:pt x="255" y="399"/>
                </a:lnTo>
                <a:lnTo>
                  <a:pt x="255" y="400"/>
                </a:lnTo>
                <a:lnTo>
                  <a:pt x="255" y="401"/>
                </a:lnTo>
                <a:lnTo>
                  <a:pt x="256" y="401"/>
                </a:lnTo>
                <a:lnTo>
                  <a:pt x="256" y="402"/>
                </a:lnTo>
                <a:lnTo>
                  <a:pt x="257" y="402"/>
                </a:lnTo>
                <a:lnTo>
                  <a:pt x="257" y="401"/>
                </a:lnTo>
                <a:lnTo>
                  <a:pt x="258" y="401"/>
                </a:lnTo>
                <a:lnTo>
                  <a:pt x="258" y="402"/>
                </a:lnTo>
                <a:lnTo>
                  <a:pt x="257" y="402"/>
                </a:lnTo>
                <a:lnTo>
                  <a:pt x="258" y="402"/>
                </a:lnTo>
                <a:lnTo>
                  <a:pt x="259" y="402"/>
                </a:lnTo>
                <a:lnTo>
                  <a:pt x="259" y="401"/>
                </a:lnTo>
                <a:lnTo>
                  <a:pt x="260" y="401"/>
                </a:lnTo>
                <a:lnTo>
                  <a:pt x="261" y="401"/>
                </a:lnTo>
                <a:lnTo>
                  <a:pt x="261" y="400"/>
                </a:lnTo>
                <a:lnTo>
                  <a:pt x="262" y="400"/>
                </a:lnTo>
                <a:lnTo>
                  <a:pt x="262" y="401"/>
                </a:lnTo>
                <a:lnTo>
                  <a:pt x="263" y="401"/>
                </a:lnTo>
                <a:lnTo>
                  <a:pt x="263" y="402"/>
                </a:lnTo>
                <a:lnTo>
                  <a:pt x="263" y="403"/>
                </a:lnTo>
                <a:lnTo>
                  <a:pt x="263" y="404"/>
                </a:lnTo>
                <a:lnTo>
                  <a:pt x="263" y="405"/>
                </a:lnTo>
                <a:lnTo>
                  <a:pt x="264" y="406"/>
                </a:lnTo>
                <a:lnTo>
                  <a:pt x="263" y="407"/>
                </a:lnTo>
                <a:lnTo>
                  <a:pt x="262" y="408"/>
                </a:lnTo>
                <a:lnTo>
                  <a:pt x="261" y="408"/>
                </a:lnTo>
                <a:lnTo>
                  <a:pt x="261" y="409"/>
                </a:lnTo>
                <a:lnTo>
                  <a:pt x="260" y="410"/>
                </a:lnTo>
                <a:lnTo>
                  <a:pt x="259" y="410"/>
                </a:lnTo>
                <a:lnTo>
                  <a:pt x="259" y="411"/>
                </a:lnTo>
                <a:lnTo>
                  <a:pt x="258" y="411"/>
                </a:lnTo>
                <a:lnTo>
                  <a:pt x="257" y="411"/>
                </a:lnTo>
                <a:lnTo>
                  <a:pt x="257" y="412"/>
                </a:lnTo>
                <a:lnTo>
                  <a:pt x="257" y="413"/>
                </a:lnTo>
                <a:lnTo>
                  <a:pt x="256" y="413"/>
                </a:lnTo>
                <a:lnTo>
                  <a:pt x="256" y="414"/>
                </a:lnTo>
                <a:lnTo>
                  <a:pt x="255" y="415"/>
                </a:lnTo>
                <a:lnTo>
                  <a:pt x="255" y="414"/>
                </a:lnTo>
                <a:lnTo>
                  <a:pt x="255" y="415"/>
                </a:lnTo>
                <a:lnTo>
                  <a:pt x="254" y="415"/>
                </a:lnTo>
                <a:lnTo>
                  <a:pt x="254" y="416"/>
                </a:lnTo>
                <a:lnTo>
                  <a:pt x="254" y="417"/>
                </a:lnTo>
                <a:lnTo>
                  <a:pt x="253" y="417"/>
                </a:lnTo>
                <a:lnTo>
                  <a:pt x="253" y="418"/>
                </a:lnTo>
                <a:lnTo>
                  <a:pt x="252" y="418"/>
                </a:lnTo>
                <a:lnTo>
                  <a:pt x="252" y="419"/>
                </a:lnTo>
                <a:lnTo>
                  <a:pt x="252" y="420"/>
                </a:lnTo>
                <a:lnTo>
                  <a:pt x="253" y="421"/>
                </a:lnTo>
                <a:lnTo>
                  <a:pt x="253" y="422"/>
                </a:lnTo>
                <a:lnTo>
                  <a:pt x="252" y="422"/>
                </a:lnTo>
                <a:lnTo>
                  <a:pt x="251" y="422"/>
                </a:lnTo>
                <a:lnTo>
                  <a:pt x="250" y="422"/>
                </a:lnTo>
                <a:lnTo>
                  <a:pt x="250" y="423"/>
                </a:lnTo>
                <a:lnTo>
                  <a:pt x="249" y="423"/>
                </a:lnTo>
                <a:lnTo>
                  <a:pt x="248" y="424"/>
                </a:lnTo>
                <a:lnTo>
                  <a:pt x="248" y="425"/>
                </a:lnTo>
                <a:lnTo>
                  <a:pt x="247" y="425"/>
                </a:lnTo>
                <a:lnTo>
                  <a:pt x="247" y="426"/>
                </a:lnTo>
                <a:lnTo>
                  <a:pt x="246" y="427"/>
                </a:lnTo>
                <a:lnTo>
                  <a:pt x="246" y="426"/>
                </a:lnTo>
                <a:lnTo>
                  <a:pt x="245" y="426"/>
                </a:lnTo>
                <a:lnTo>
                  <a:pt x="245" y="427"/>
                </a:lnTo>
                <a:lnTo>
                  <a:pt x="244" y="427"/>
                </a:lnTo>
                <a:lnTo>
                  <a:pt x="243" y="427"/>
                </a:lnTo>
                <a:lnTo>
                  <a:pt x="243" y="428"/>
                </a:lnTo>
                <a:lnTo>
                  <a:pt x="242" y="428"/>
                </a:lnTo>
                <a:lnTo>
                  <a:pt x="241" y="428"/>
                </a:lnTo>
                <a:lnTo>
                  <a:pt x="241" y="429"/>
                </a:lnTo>
                <a:lnTo>
                  <a:pt x="240" y="428"/>
                </a:lnTo>
                <a:lnTo>
                  <a:pt x="239" y="428"/>
                </a:lnTo>
                <a:lnTo>
                  <a:pt x="238" y="428"/>
                </a:lnTo>
                <a:lnTo>
                  <a:pt x="237" y="428"/>
                </a:lnTo>
                <a:lnTo>
                  <a:pt x="236" y="428"/>
                </a:lnTo>
                <a:lnTo>
                  <a:pt x="236" y="429"/>
                </a:lnTo>
                <a:lnTo>
                  <a:pt x="235" y="429"/>
                </a:lnTo>
                <a:lnTo>
                  <a:pt x="235" y="430"/>
                </a:lnTo>
                <a:lnTo>
                  <a:pt x="235" y="431"/>
                </a:lnTo>
                <a:lnTo>
                  <a:pt x="234" y="431"/>
                </a:lnTo>
                <a:lnTo>
                  <a:pt x="233" y="431"/>
                </a:lnTo>
                <a:lnTo>
                  <a:pt x="232" y="432"/>
                </a:lnTo>
                <a:lnTo>
                  <a:pt x="232" y="433"/>
                </a:lnTo>
                <a:lnTo>
                  <a:pt x="231" y="433"/>
                </a:lnTo>
                <a:lnTo>
                  <a:pt x="231" y="434"/>
                </a:lnTo>
                <a:lnTo>
                  <a:pt x="231" y="435"/>
                </a:lnTo>
                <a:lnTo>
                  <a:pt x="231" y="436"/>
                </a:lnTo>
                <a:lnTo>
                  <a:pt x="232" y="436"/>
                </a:lnTo>
                <a:lnTo>
                  <a:pt x="232" y="437"/>
                </a:lnTo>
                <a:lnTo>
                  <a:pt x="233" y="437"/>
                </a:lnTo>
                <a:lnTo>
                  <a:pt x="234" y="437"/>
                </a:lnTo>
                <a:lnTo>
                  <a:pt x="234" y="438"/>
                </a:lnTo>
                <a:lnTo>
                  <a:pt x="234" y="439"/>
                </a:lnTo>
                <a:lnTo>
                  <a:pt x="235" y="439"/>
                </a:lnTo>
                <a:lnTo>
                  <a:pt x="235" y="440"/>
                </a:lnTo>
                <a:lnTo>
                  <a:pt x="236" y="441"/>
                </a:lnTo>
                <a:lnTo>
                  <a:pt x="236" y="442"/>
                </a:lnTo>
                <a:lnTo>
                  <a:pt x="236" y="443"/>
                </a:lnTo>
                <a:lnTo>
                  <a:pt x="235" y="444"/>
                </a:lnTo>
                <a:lnTo>
                  <a:pt x="234" y="444"/>
                </a:lnTo>
                <a:lnTo>
                  <a:pt x="234" y="443"/>
                </a:lnTo>
                <a:lnTo>
                  <a:pt x="235" y="442"/>
                </a:lnTo>
                <a:lnTo>
                  <a:pt x="234" y="442"/>
                </a:lnTo>
                <a:lnTo>
                  <a:pt x="233" y="443"/>
                </a:lnTo>
                <a:lnTo>
                  <a:pt x="232" y="443"/>
                </a:lnTo>
                <a:lnTo>
                  <a:pt x="231" y="443"/>
                </a:lnTo>
                <a:lnTo>
                  <a:pt x="231" y="444"/>
                </a:lnTo>
                <a:lnTo>
                  <a:pt x="230" y="444"/>
                </a:lnTo>
                <a:lnTo>
                  <a:pt x="230" y="445"/>
                </a:lnTo>
                <a:lnTo>
                  <a:pt x="230" y="446"/>
                </a:lnTo>
                <a:lnTo>
                  <a:pt x="229" y="446"/>
                </a:lnTo>
                <a:lnTo>
                  <a:pt x="229" y="447"/>
                </a:lnTo>
                <a:lnTo>
                  <a:pt x="229" y="448"/>
                </a:lnTo>
                <a:lnTo>
                  <a:pt x="229" y="449"/>
                </a:lnTo>
                <a:lnTo>
                  <a:pt x="228" y="449"/>
                </a:lnTo>
                <a:lnTo>
                  <a:pt x="227" y="449"/>
                </a:lnTo>
                <a:lnTo>
                  <a:pt x="226" y="449"/>
                </a:lnTo>
                <a:lnTo>
                  <a:pt x="226" y="448"/>
                </a:lnTo>
                <a:lnTo>
                  <a:pt x="225" y="448"/>
                </a:lnTo>
                <a:lnTo>
                  <a:pt x="225" y="449"/>
                </a:lnTo>
                <a:lnTo>
                  <a:pt x="226" y="449"/>
                </a:lnTo>
                <a:lnTo>
                  <a:pt x="226" y="450"/>
                </a:lnTo>
                <a:lnTo>
                  <a:pt x="225" y="450"/>
                </a:lnTo>
                <a:lnTo>
                  <a:pt x="225" y="449"/>
                </a:lnTo>
                <a:lnTo>
                  <a:pt x="225" y="450"/>
                </a:lnTo>
                <a:lnTo>
                  <a:pt x="224" y="451"/>
                </a:lnTo>
                <a:lnTo>
                  <a:pt x="225" y="451"/>
                </a:lnTo>
                <a:lnTo>
                  <a:pt x="225" y="452"/>
                </a:lnTo>
                <a:lnTo>
                  <a:pt x="225" y="453"/>
                </a:lnTo>
                <a:lnTo>
                  <a:pt x="225" y="454"/>
                </a:lnTo>
                <a:lnTo>
                  <a:pt x="226" y="454"/>
                </a:lnTo>
                <a:lnTo>
                  <a:pt x="226" y="455"/>
                </a:lnTo>
                <a:lnTo>
                  <a:pt x="226" y="456"/>
                </a:lnTo>
                <a:lnTo>
                  <a:pt x="225" y="456"/>
                </a:lnTo>
                <a:lnTo>
                  <a:pt x="225" y="455"/>
                </a:lnTo>
                <a:lnTo>
                  <a:pt x="224" y="455"/>
                </a:lnTo>
                <a:lnTo>
                  <a:pt x="224" y="456"/>
                </a:lnTo>
                <a:lnTo>
                  <a:pt x="223" y="456"/>
                </a:lnTo>
                <a:lnTo>
                  <a:pt x="223" y="457"/>
                </a:lnTo>
                <a:lnTo>
                  <a:pt x="224" y="457"/>
                </a:lnTo>
                <a:lnTo>
                  <a:pt x="224" y="458"/>
                </a:lnTo>
                <a:lnTo>
                  <a:pt x="223" y="458"/>
                </a:lnTo>
                <a:lnTo>
                  <a:pt x="223" y="459"/>
                </a:lnTo>
                <a:lnTo>
                  <a:pt x="224" y="459"/>
                </a:lnTo>
                <a:lnTo>
                  <a:pt x="224" y="461"/>
                </a:lnTo>
                <a:lnTo>
                  <a:pt x="224" y="462"/>
                </a:lnTo>
                <a:lnTo>
                  <a:pt x="225" y="462"/>
                </a:lnTo>
                <a:lnTo>
                  <a:pt x="225" y="463"/>
                </a:lnTo>
                <a:lnTo>
                  <a:pt x="225" y="464"/>
                </a:lnTo>
                <a:lnTo>
                  <a:pt x="224" y="465"/>
                </a:lnTo>
                <a:lnTo>
                  <a:pt x="223" y="465"/>
                </a:lnTo>
                <a:lnTo>
                  <a:pt x="223" y="464"/>
                </a:lnTo>
                <a:lnTo>
                  <a:pt x="223" y="465"/>
                </a:lnTo>
                <a:lnTo>
                  <a:pt x="223" y="466"/>
                </a:lnTo>
                <a:lnTo>
                  <a:pt x="223" y="468"/>
                </a:lnTo>
                <a:lnTo>
                  <a:pt x="222" y="468"/>
                </a:lnTo>
                <a:lnTo>
                  <a:pt x="221" y="469"/>
                </a:lnTo>
                <a:lnTo>
                  <a:pt x="221" y="470"/>
                </a:lnTo>
                <a:lnTo>
                  <a:pt x="220" y="470"/>
                </a:lnTo>
                <a:lnTo>
                  <a:pt x="220" y="471"/>
                </a:lnTo>
                <a:lnTo>
                  <a:pt x="220" y="472"/>
                </a:lnTo>
                <a:lnTo>
                  <a:pt x="221" y="472"/>
                </a:lnTo>
                <a:lnTo>
                  <a:pt x="220" y="474"/>
                </a:lnTo>
                <a:lnTo>
                  <a:pt x="221" y="474"/>
                </a:lnTo>
                <a:lnTo>
                  <a:pt x="221" y="475"/>
                </a:lnTo>
                <a:lnTo>
                  <a:pt x="221" y="476"/>
                </a:lnTo>
                <a:lnTo>
                  <a:pt x="222" y="476"/>
                </a:lnTo>
                <a:lnTo>
                  <a:pt x="221" y="477"/>
                </a:lnTo>
                <a:lnTo>
                  <a:pt x="222" y="477"/>
                </a:lnTo>
                <a:lnTo>
                  <a:pt x="221" y="478"/>
                </a:lnTo>
                <a:lnTo>
                  <a:pt x="220" y="478"/>
                </a:lnTo>
                <a:lnTo>
                  <a:pt x="220" y="479"/>
                </a:lnTo>
                <a:lnTo>
                  <a:pt x="220" y="480"/>
                </a:lnTo>
                <a:lnTo>
                  <a:pt x="220" y="481"/>
                </a:lnTo>
                <a:lnTo>
                  <a:pt x="219" y="482"/>
                </a:lnTo>
                <a:lnTo>
                  <a:pt x="219" y="483"/>
                </a:lnTo>
                <a:lnTo>
                  <a:pt x="219" y="484"/>
                </a:lnTo>
                <a:lnTo>
                  <a:pt x="220" y="484"/>
                </a:lnTo>
                <a:lnTo>
                  <a:pt x="219" y="485"/>
                </a:lnTo>
                <a:lnTo>
                  <a:pt x="218" y="485"/>
                </a:lnTo>
                <a:lnTo>
                  <a:pt x="220" y="485"/>
                </a:lnTo>
                <a:lnTo>
                  <a:pt x="220" y="486"/>
                </a:lnTo>
                <a:lnTo>
                  <a:pt x="220" y="487"/>
                </a:lnTo>
                <a:lnTo>
                  <a:pt x="219" y="487"/>
                </a:lnTo>
                <a:lnTo>
                  <a:pt x="220" y="488"/>
                </a:lnTo>
                <a:lnTo>
                  <a:pt x="220" y="489"/>
                </a:lnTo>
                <a:lnTo>
                  <a:pt x="219" y="490"/>
                </a:lnTo>
                <a:lnTo>
                  <a:pt x="218" y="491"/>
                </a:lnTo>
                <a:lnTo>
                  <a:pt x="218" y="490"/>
                </a:lnTo>
                <a:lnTo>
                  <a:pt x="217" y="490"/>
                </a:lnTo>
                <a:lnTo>
                  <a:pt x="217" y="491"/>
                </a:lnTo>
                <a:lnTo>
                  <a:pt x="216" y="491"/>
                </a:lnTo>
                <a:lnTo>
                  <a:pt x="215" y="491"/>
                </a:lnTo>
                <a:lnTo>
                  <a:pt x="215" y="492"/>
                </a:lnTo>
                <a:lnTo>
                  <a:pt x="215" y="493"/>
                </a:lnTo>
                <a:lnTo>
                  <a:pt x="214" y="494"/>
                </a:lnTo>
                <a:lnTo>
                  <a:pt x="214" y="495"/>
                </a:lnTo>
                <a:lnTo>
                  <a:pt x="214" y="496"/>
                </a:lnTo>
                <a:lnTo>
                  <a:pt x="213" y="496"/>
                </a:lnTo>
                <a:lnTo>
                  <a:pt x="212" y="497"/>
                </a:lnTo>
                <a:lnTo>
                  <a:pt x="211" y="497"/>
                </a:lnTo>
                <a:lnTo>
                  <a:pt x="210" y="498"/>
                </a:lnTo>
                <a:lnTo>
                  <a:pt x="209" y="499"/>
                </a:lnTo>
                <a:lnTo>
                  <a:pt x="208" y="499"/>
                </a:lnTo>
                <a:lnTo>
                  <a:pt x="208" y="498"/>
                </a:lnTo>
                <a:lnTo>
                  <a:pt x="207" y="499"/>
                </a:lnTo>
                <a:lnTo>
                  <a:pt x="206" y="499"/>
                </a:lnTo>
                <a:lnTo>
                  <a:pt x="206" y="500"/>
                </a:lnTo>
                <a:lnTo>
                  <a:pt x="207" y="500"/>
                </a:lnTo>
                <a:lnTo>
                  <a:pt x="207" y="502"/>
                </a:lnTo>
                <a:lnTo>
                  <a:pt x="206" y="503"/>
                </a:lnTo>
                <a:lnTo>
                  <a:pt x="207" y="503"/>
                </a:lnTo>
                <a:lnTo>
                  <a:pt x="207" y="504"/>
                </a:lnTo>
                <a:lnTo>
                  <a:pt x="206" y="504"/>
                </a:lnTo>
                <a:lnTo>
                  <a:pt x="206" y="505"/>
                </a:lnTo>
                <a:lnTo>
                  <a:pt x="207" y="505"/>
                </a:lnTo>
                <a:lnTo>
                  <a:pt x="208" y="505"/>
                </a:lnTo>
                <a:lnTo>
                  <a:pt x="209" y="505"/>
                </a:lnTo>
                <a:lnTo>
                  <a:pt x="209" y="506"/>
                </a:lnTo>
                <a:lnTo>
                  <a:pt x="209" y="507"/>
                </a:lnTo>
                <a:lnTo>
                  <a:pt x="210" y="508"/>
                </a:lnTo>
                <a:lnTo>
                  <a:pt x="209" y="508"/>
                </a:lnTo>
                <a:lnTo>
                  <a:pt x="208" y="508"/>
                </a:lnTo>
                <a:lnTo>
                  <a:pt x="208" y="509"/>
                </a:lnTo>
                <a:lnTo>
                  <a:pt x="209" y="510"/>
                </a:lnTo>
                <a:lnTo>
                  <a:pt x="209" y="511"/>
                </a:lnTo>
                <a:lnTo>
                  <a:pt x="209" y="512"/>
                </a:lnTo>
                <a:lnTo>
                  <a:pt x="210" y="512"/>
                </a:lnTo>
                <a:lnTo>
                  <a:pt x="210" y="511"/>
                </a:lnTo>
                <a:lnTo>
                  <a:pt x="210" y="512"/>
                </a:lnTo>
                <a:lnTo>
                  <a:pt x="211" y="512"/>
                </a:lnTo>
                <a:lnTo>
                  <a:pt x="212" y="512"/>
                </a:lnTo>
                <a:lnTo>
                  <a:pt x="212" y="513"/>
                </a:lnTo>
                <a:lnTo>
                  <a:pt x="212" y="514"/>
                </a:lnTo>
                <a:lnTo>
                  <a:pt x="212" y="515"/>
                </a:lnTo>
                <a:lnTo>
                  <a:pt x="213" y="515"/>
                </a:lnTo>
                <a:lnTo>
                  <a:pt x="213" y="516"/>
                </a:lnTo>
                <a:lnTo>
                  <a:pt x="212" y="516"/>
                </a:lnTo>
                <a:lnTo>
                  <a:pt x="212" y="517"/>
                </a:lnTo>
                <a:lnTo>
                  <a:pt x="212" y="516"/>
                </a:lnTo>
                <a:lnTo>
                  <a:pt x="211" y="516"/>
                </a:lnTo>
                <a:lnTo>
                  <a:pt x="210" y="517"/>
                </a:lnTo>
                <a:lnTo>
                  <a:pt x="210" y="518"/>
                </a:lnTo>
                <a:lnTo>
                  <a:pt x="209" y="518"/>
                </a:lnTo>
                <a:lnTo>
                  <a:pt x="208" y="518"/>
                </a:lnTo>
                <a:lnTo>
                  <a:pt x="208" y="519"/>
                </a:lnTo>
                <a:lnTo>
                  <a:pt x="208" y="520"/>
                </a:lnTo>
                <a:lnTo>
                  <a:pt x="209" y="521"/>
                </a:lnTo>
                <a:lnTo>
                  <a:pt x="210" y="521"/>
                </a:lnTo>
                <a:lnTo>
                  <a:pt x="211" y="521"/>
                </a:lnTo>
                <a:lnTo>
                  <a:pt x="211" y="522"/>
                </a:lnTo>
                <a:lnTo>
                  <a:pt x="212" y="523"/>
                </a:lnTo>
                <a:lnTo>
                  <a:pt x="212" y="524"/>
                </a:lnTo>
                <a:lnTo>
                  <a:pt x="213" y="524"/>
                </a:lnTo>
                <a:lnTo>
                  <a:pt x="212" y="525"/>
                </a:lnTo>
                <a:lnTo>
                  <a:pt x="211" y="525"/>
                </a:lnTo>
                <a:lnTo>
                  <a:pt x="211" y="524"/>
                </a:lnTo>
                <a:lnTo>
                  <a:pt x="210" y="525"/>
                </a:lnTo>
                <a:lnTo>
                  <a:pt x="210" y="524"/>
                </a:lnTo>
                <a:lnTo>
                  <a:pt x="209" y="523"/>
                </a:lnTo>
                <a:lnTo>
                  <a:pt x="208" y="523"/>
                </a:lnTo>
                <a:lnTo>
                  <a:pt x="208" y="524"/>
                </a:lnTo>
                <a:lnTo>
                  <a:pt x="208" y="525"/>
                </a:lnTo>
                <a:lnTo>
                  <a:pt x="209" y="525"/>
                </a:lnTo>
                <a:lnTo>
                  <a:pt x="209" y="526"/>
                </a:lnTo>
                <a:lnTo>
                  <a:pt x="210" y="527"/>
                </a:lnTo>
                <a:lnTo>
                  <a:pt x="209" y="527"/>
                </a:lnTo>
                <a:lnTo>
                  <a:pt x="209" y="528"/>
                </a:lnTo>
                <a:lnTo>
                  <a:pt x="209" y="529"/>
                </a:lnTo>
                <a:lnTo>
                  <a:pt x="209" y="530"/>
                </a:lnTo>
                <a:lnTo>
                  <a:pt x="209" y="531"/>
                </a:lnTo>
                <a:lnTo>
                  <a:pt x="210" y="531"/>
                </a:lnTo>
                <a:lnTo>
                  <a:pt x="210" y="532"/>
                </a:lnTo>
                <a:lnTo>
                  <a:pt x="211" y="532"/>
                </a:lnTo>
                <a:lnTo>
                  <a:pt x="211" y="533"/>
                </a:lnTo>
                <a:lnTo>
                  <a:pt x="210" y="534"/>
                </a:lnTo>
                <a:lnTo>
                  <a:pt x="209" y="534"/>
                </a:lnTo>
                <a:lnTo>
                  <a:pt x="208" y="534"/>
                </a:lnTo>
                <a:lnTo>
                  <a:pt x="207" y="535"/>
                </a:lnTo>
                <a:lnTo>
                  <a:pt x="207" y="534"/>
                </a:lnTo>
                <a:lnTo>
                  <a:pt x="207" y="533"/>
                </a:lnTo>
                <a:lnTo>
                  <a:pt x="207" y="532"/>
                </a:lnTo>
                <a:lnTo>
                  <a:pt x="206" y="532"/>
                </a:lnTo>
                <a:lnTo>
                  <a:pt x="206" y="531"/>
                </a:lnTo>
                <a:lnTo>
                  <a:pt x="205" y="530"/>
                </a:lnTo>
                <a:lnTo>
                  <a:pt x="204" y="530"/>
                </a:lnTo>
                <a:lnTo>
                  <a:pt x="203" y="530"/>
                </a:lnTo>
                <a:lnTo>
                  <a:pt x="203" y="531"/>
                </a:lnTo>
                <a:lnTo>
                  <a:pt x="202" y="531"/>
                </a:lnTo>
                <a:lnTo>
                  <a:pt x="202" y="532"/>
                </a:lnTo>
                <a:lnTo>
                  <a:pt x="202" y="533"/>
                </a:lnTo>
                <a:lnTo>
                  <a:pt x="202" y="534"/>
                </a:lnTo>
                <a:lnTo>
                  <a:pt x="202" y="535"/>
                </a:lnTo>
                <a:lnTo>
                  <a:pt x="201" y="535"/>
                </a:lnTo>
                <a:lnTo>
                  <a:pt x="200" y="535"/>
                </a:lnTo>
                <a:lnTo>
                  <a:pt x="201" y="535"/>
                </a:lnTo>
                <a:lnTo>
                  <a:pt x="200" y="536"/>
                </a:lnTo>
                <a:lnTo>
                  <a:pt x="200" y="537"/>
                </a:lnTo>
                <a:lnTo>
                  <a:pt x="201" y="537"/>
                </a:lnTo>
                <a:lnTo>
                  <a:pt x="200" y="538"/>
                </a:lnTo>
                <a:lnTo>
                  <a:pt x="200" y="537"/>
                </a:lnTo>
                <a:lnTo>
                  <a:pt x="199" y="538"/>
                </a:lnTo>
                <a:lnTo>
                  <a:pt x="200" y="538"/>
                </a:lnTo>
                <a:lnTo>
                  <a:pt x="200" y="539"/>
                </a:lnTo>
                <a:lnTo>
                  <a:pt x="199" y="539"/>
                </a:lnTo>
                <a:lnTo>
                  <a:pt x="199" y="541"/>
                </a:lnTo>
                <a:lnTo>
                  <a:pt x="198" y="542"/>
                </a:lnTo>
                <a:lnTo>
                  <a:pt x="199" y="543"/>
                </a:lnTo>
                <a:lnTo>
                  <a:pt x="199" y="544"/>
                </a:lnTo>
                <a:lnTo>
                  <a:pt x="198" y="545"/>
                </a:lnTo>
                <a:lnTo>
                  <a:pt x="198" y="546"/>
                </a:lnTo>
                <a:lnTo>
                  <a:pt x="197" y="547"/>
                </a:lnTo>
                <a:lnTo>
                  <a:pt x="197" y="548"/>
                </a:lnTo>
                <a:lnTo>
                  <a:pt x="198" y="548"/>
                </a:lnTo>
                <a:lnTo>
                  <a:pt x="199" y="549"/>
                </a:lnTo>
                <a:lnTo>
                  <a:pt x="199" y="550"/>
                </a:lnTo>
                <a:lnTo>
                  <a:pt x="200" y="551"/>
                </a:lnTo>
                <a:lnTo>
                  <a:pt x="201" y="551"/>
                </a:lnTo>
                <a:lnTo>
                  <a:pt x="202" y="551"/>
                </a:lnTo>
                <a:lnTo>
                  <a:pt x="202" y="552"/>
                </a:lnTo>
                <a:lnTo>
                  <a:pt x="202" y="553"/>
                </a:lnTo>
                <a:lnTo>
                  <a:pt x="201" y="553"/>
                </a:lnTo>
                <a:lnTo>
                  <a:pt x="201" y="554"/>
                </a:lnTo>
                <a:lnTo>
                  <a:pt x="200" y="554"/>
                </a:lnTo>
                <a:lnTo>
                  <a:pt x="199" y="554"/>
                </a:lnTo>
                <a:lnTo>
                  <a:pt x="198" y="554"/>
                </a:lnTo>
                <a:lnTo>
                  <a:pt x="198" y="555"/>
                </a:lnTo>
                <a:lnTo>
                  <a:pt x="199" y="555"/>
                </a:lnTo>
                <a:lnTo>
                  <a:pt x="200" y="555"/>
                </a:lnTo>
                <a:lnTo>
                  <a:pt x="200" y="556"/>
                </a:lnTo>
                <a:lnTo>
                  <a:pt x="201" y="557"/>
                </a:lnTo>
                <a:lnTo>
                  <a:pt x="200" y="557"/>
                </a:lnTo>
                <a:lnTo>
                  <a:pt x="200" y="558"/>
                </a:lnTo>
                <a:lnTo>
                  <a:pt x="201" y="558"/>
                </a:lnTo>
                <a:lnTo>
                  <a:pt x="201" y="559"/>
                </a:lnTo>
                <a:lnTo>
                  <a:pt x="202" y="559"/>
                </a:lnTo>
                <a:lnTo>
                  <a:pt x="202" y="560"/>
                </a:lnTo>
                <a:lnTo>
                  <a:pt x="203" y="560"/>
                </a:lnTo>
                <a:lnTo>
                  <a:pt x="203" y="561"/>
                </a:lnTo>
                <a:lnTo>
                  <a:pt x="203" y="562"/>
                </a:lnTo>
                <a:lnTo>
                  <a:pt x="204" y="562"/>
                </a:lnTo>
                <a:lnTo>
                  <a:pt x="205" y="562"/>
                </a:lnTo>
                <a:lnTo>
                  <a:pt x="205" y="563"/>
                </a:lnTo>
                <a:lnTo>
                  <a:pt x="205" y="564"/>
                </a:lnTo>
                <a:lnTo>
                  <a:pt x="206" y="564"/>
                </a:lnTo>
                <a:lnTo>
                  <a:pt x="206" y="565"/>
                </a:lnTo>
                <a:lnTo>
                  <a:pt x="205" y="565"/>
                </a:lnTo>
                <a:lnTo>
                  <a:pt x="204" y="565"/>
                </a:lnTo>
                <a:lnTo>
                  <a:pt x="204" y="566"/>
                </a:lnTo>
                <a:lnTo>
                  <a:pt x="203" y="565"/>
                </a:lnTo>
                <a:lnTo>
                  <a:pt x="202" y="565"/>
                </a:lnTo>
                <a:lnTo>
                  <a:pt x="202" y="566"/>
                </a:lnTo>
                <a:lnTo>
                  <a:pt x="201" y="565"/>
                </a:lnTo>
                <a:lnTo>
                  <a:pt x="200" y="565"/>
                </a:lnTo>
                <a:lnTo>
                  <a:pt x="201" y="564"/>
                </a:lnTo>
                <a:lnTo>
                  <a:pt x="200" y="565"/>
                </a:lnTo>
                <a:lnTo>
                  <a:pt x="199" y="566"/>
                </a:lnTo>
                <a:lnTo>
                  <a:pt x="199" y="565"/>
                </a:lnTo>
                <a:lnTo>
                  <a:pt x="199" y="566"/>
                </a:lnTo>
                <a:lnTo>
                  <a:pt x="198" y="566"/>
                </a:lnTo>
                <a:lnTo>
                  <a:pt x="198" y="567"/>
                </a:lnTo>
                <a:lnTo>
                  <a:pt x="197" y="567"/>
                </a:lnTo>
                <a:lnTo>
                  <a:pt x="196" y="568"/>
                </a:lnTo>
                <a:lnTo>
                  <a:pt x="196" y="567"/>
                </a:lnTo>
                <a:lnTo>
                  <a:pt x="195" y="567"/>
                </a:lnTo>
                <a:lnTo>
                  <a:pt x="194" y="568"/>
                </a:lnTo>
                <a:lnTo>
                  <a:pt x="193" y="568"/>
                </a:lnTo>
                <a:lnTo>
                  <a:pt x="193" y="567"/>
                </a:lnTo>
                <a:lnTo>
                  <a:pt x="192" y="567"/>
                </a:lnTo>
                <a:lnTo>
                  <a:pt x="191" y="567"/>
                </a:lnTo>
                <a:lnTo>
                  <a:pt x="191" y="566"/>
                </a:lnTo>
                <a:lnTo>
                  <a:pt x="190" y="566"/>
                </a:lnTo>
                <a:lnTo>
                  <a:pt x="190" y="565"/>
                </a:lnTo>
                <a:lnTo>
                  <a:pt x="191" y="565"/>
                </a:lnTo>
                <a:lnTo>
                  <a:pt x="191" y="564"/>
                </a:lnTo>
                <a:lnTo>
                  <a:pt x="191" y="563"/>
                </a:lnTo>
                <a:lnTo>
                  <a:pt x="191" y="562"/>
                </a:lnTo>
                <a:lnTo>
                  <a:pt x="190" y="562"/>
                </a:lnTo>
                <a:lnTo>
                  <a:pt x="190" y="561"/>
                </a:lnTo>
                <a:lnTo>
                  <a:pt x="189" y="561"/>
                </a:lnTo>
                <a:lnTo>
                  <a:pt x="188" y="560"/>
                </a:lnTo>
                <a:lnTo>
                  <a:pt x="187" y="560"/>
                </a:lnTo>
                <a:lnTo>
                  <a:pt x="186" y="560"/>
                </a:lnTo>
                <a:lnTo>
                  <a:pt x="186" y="559"/>
                </a:lnTo>
                <a:lnTo>
                  <a:pt x="185" y="560"/>
                </a:lnTo>
                <a:lnTo>
                  <a:pt x="185" y="559"/>
                </a:lnTo>
                <a:lnTo>
                  <a:pt x="184" y="559"/>
                </a:lnTo>
                <a:lnTo>
                  <a:pt x="183" y="560"/>
                </a:lnTo>
                <a:lnTo>
                  <a:pt x="182" y="560"/>
                </a:lnTo>
                <a:lnTo>
                  <a:pt x="181" y="560"/>
                </a:lnTo>
                <a:lnTo>
                  <a:pt x="181" y="559"/>
                </a:lnTo>
                <a:lnTo>
                  <a:pt x="181" y="558"/>
                </a:lnTo>
                <a:lnTo>
                  <a:pt x="180" y="558"/>
                </a:lnTo>
                <a:lnTo>
                  <a:pt x="180" y="557"/>
                </a:lnTo>
                <a:lnTo>
                  <a:pt x="180" y="556"/>
                </a:lnTo>
                <a:lnTo>
                  <a:pt x="180" y="555"/>
                </a:lnTo>
                <a:lnTo>
                  <a:pt x="179" y="555"/>
                </a:lnTo>
                <a:lnTo>
                  <a:pt x="179" y="554"/>
                </a:lnTo>
                <a:lnTo>
                  <a:pt x="179" y="553"/>
                </a:lnTo>
                <a:lnTo>
                  <a:pt x="178" y="552"/>
                </a:lnTo>
                <a:lnTo>
                  <a:pt x="177" y="552"/>
                </a:lnTo>
                <a:lnTo>
                  <a:pt x="177" y="551"/>
                </a:lnTo>
                <a:lnTo>
                  <a:pt x="176" y="551"/>
                </a:lnTo>
                <a:lnTo>
                  <a:pt x="177" y="551"/>
                </a:lnTo>
                <a:lnTo>
                  <a:pt x="177" y="550"/>
                </a:lnTo>
                <a:lnTo>
                  <a:pt x="176" y="550"/>
                </a:lnTo>
                <a:lnTo>
                  <a:pt x="175" y="550"/>
                </a:lnTo>
                <a:lnTo>
                  <a:pt x="175" y="549"/>
                </a:lnTo>
                <a:lnTo>
                  <a:pt x="175" y="548"/>
                </a:lnTo>
                <a:lnTo>
                  <a:pt x="174" y="548"/>
                </a:lnTo>
                <a:lnTo>
                  <a:pt x="174" y="547"/>
                </a:lnTo>
                <a:lnTo>
                  <a:pt x="173" y="547"/>
                </a:lnTo>
                <a:lnTo>
                  <a:pt x="173" y="546"/>
                </a:lnTo>
                <a:lnTo>
                  <a:pt x="172" y="545"/>
                </a:lnTo>
                <a:lnTo>
                  <a:pt x="171" y="544"/>
                </a:lnTo>
                <a:lnTo>
                  <a:pt x="171" y="545"/>
                </a:lnTo>
                <a:lnTo>
                  <a:pt x="170" y="545"/>
                </a:lnTo>
                <a:lnTo>
                  <a:pt x="170" y="544"/>
                </a:lnTo>
                <a:lnTo>
                  <a:pt x="169" y="544"/>
                </a:lnTo>
                <a:lnTo>
                  <a:pt x="169" y="543"/>
                </a:lnTo>
                <a:lnTo>
                  <a:pt x="168" y="543"/>
                </a:lnTo>
                <a:lnTo>
                  <a:pt x="167" y="543"/>
                </a:lnTo>
                <a:lnTo>
                  <a:pt x="167" y="542"/>
                </a:lnTo>
                <a:lnTo>
                  <a:pt x="166" y="542"/>
                </a:lnTo>
                <a:lnTo>
                  <a:pt x="165" y="543"/>
                </a:lnTo>
                <a:lnTo>
                  <a:pt x="164" y="544"/>
                </a:lnTo>
                <a:lnTo>
                  <a:pt x="163" y="544"/>
                </a:lnTo>
                <a:lnTo>
                  <a:pt x="162" y="544"/>
                </a:lnTo>
                <a:lnTo>
                  <a:pt x="162" y="545"/>
                </a:lnTo>
                <a:lnTo>
                  <a:pt x="162" y="546"/>
                </a:lnTo>
                <a:lnTo>
                  <a:pt x="162" y="547"/>
                </a:lnTo>
                <a:lnTo>
                  <a:pt x="162" y="548"/>
                </a:lnTo>
                <a:lnTo>
                  <a:pt x="161" y="547"/>
                </a:lnTo>
                <a:lnTo>
                  <a:pt x="160" y="546"/>
                </a:lnTo>
                <a:lnTo>
                  <a:pt x="159" y="546"/>
                </a:lnTo>
                <a:lnTo>
                  <a:pt x="158" y="546"/>
                </a:lnTo>
                <a:lnTo>
                  <a:pt x="157" y="545"/>
                </a:lnTo>
                <a:lnTo>
                  <a:pt x="156" y="545"/>
                </a:lnTo>
                <a:lnTo>
                  <a:pt x="155" y="546"/>
                </a:lnTo>
                <a:lnTo>
                  <a:pt x="154" y="546"/>
                </a:lnTo>
                <a:lnTo>
                  <a:pt x="154" y="547"/>
                </a:lnTo>
                <a:lnTo>
                  <a:pt x="153" y="547"/>
                </a:lnTo>
                <a:lnTo>
                  <a:pt x="153" y="548"/>
                </a:lnTo>
                <a:lnTo>
                  <a:pt x="152" y="548"/>
                </a:lnTo>
                <a:lnTo>
                  <a:pt x="151" y="548"/>
                </a:lnTo>
                <a:lnTo>
                  <a:pt x="151" y="549"/>
                </a:lnTo>
                <a:lnTo>
                  <a:pt x="150" y="549"/>
                </a:lnTo>
                <a:lnTo>
                  <a:pt x="149" y="549"/>
                </a:lnTo>
                <a:lnTo>
                  <a:pt x="148" y="549"/>
                </a:lnTo>
                <a:lnTo>
                  <a:pt x="148" y="550"/>
                </a:lnTo>
                <a:lnTo>
                  <a:pt x="147" y="550"/>
                </a:lnTo>
                <a:lnTo>
                  <a:pt x="146" y="550"/>
                </a:lnTo>
                <a:lnTo>
                  <a:pt x="146" y="551"/>
                </a:lnTo>
                <a:lnTo>
                  <a:pt x="146" y="552"/>
                </a:lnTo>
                <a:lnTo>
                  <a:pt x="147" y="552"/>
                </a:lnTo>
                <a:lnTo>
                  <a:pt x="146" y="552"/>
                </a:lnTo>
                <a:lnTo>
                  <a:pt x="145" y="552"/>
                </a:lnTo>
                <a:lnTo>
                  <a:pt x="144" y="552"/>
                </a:lnTo>
                <a:lnTo>
                  <a:pt x="143" y="552"/>
                </a:lnTo>
                <a:lnTo>
                  <a:pt x="142" y="552"/>
                </a:lnTo>
                <a:lnTo>
                  <a:pt x="142" y="553"/>
                </a:lnTo>
                <a:lnTo>
                  <a:pt x="141" y="553"/>
                </a:lnTo>
                <a:lnTo>
                  <a:pt x="140" y="554"/>
                </a:lnTo>
                <a:lnTo>
                  <a:pt x="141" y="554"/>
                </a:lnTo>
                <a:lnTo>
                  <a:pt x="141" y="555"/>
                </a:lnTo>
                <a:lnTo>
                  <a:pt x="140" y="555"/>
                </a:lnTo>
                <a:lnTo>
                  <a:pt x="140" y="554"/>
                </a:lnTo>
                <a:lnTo>
                  <a:pt x="139" y="554"/>
                </a:lnTo>
                <a:lnTo>
                  <a:pt x="139" y="555"/>
                </a:lnTo>
                <a:lnTo>
                  <a:pt x="139" y="554"/>
                </a:lnTo>
                <a:lnTo>
                  <a:pt x="138" y="554"/>
                </a:lnTo>
                <a:lnTo>
                  <a:pt x="137" y="553"/>
                </a:lnTo>
                <a:lnTo>
                  <a:pt x="137" y="552"/>
                </a:lnTo>
                <a:lnTo>
                  <a:pt x="136" y="551"/>
                </a:lnTo>
                <a:lnTo>
                  <a:pt x="135" y="551"/>
                </a:lnTo>
                <a:lnTo>
                  <a:pt x="134" y="551"/>
                </a:lnTo>
                <a:lnTo>
                  <a:pt x="134" y="550"/>
                </a:lnTo>
                <a:lnTo>
                  <a:pt x="134" y="551"/>
                </a:lnTo>
                <a:lnTo>
                  <a:pt x="133" y="551"/>
                </a:lnTo>
                <a:lnTo>
                  <a:pt x="133" y="552"/>
                </a:lnTo>
                <a:lnTo>
                  <a:pt x="134" y="552"/>
                </a:lnTo>
                <a:lnTo>
                  <a:pt x="133" y="552"/>
                </a:lnTo>
                <a:lnTo>
                  <a:pt x="133" y="553"/>
                </a:lnTo>
                <a:lnTo>
                  <a:pt x="132" y="554"/>
                </a:lnTo>
                <a:lnTo>
                  <a:pt x="132" y="555"/>
                </a:lnTo>
                <a:lnTo>
                  <a:pt x="131" y="555"/>
                </a:lnTo>
                <a:lnTo>
                  <a:pt x="131" y="554"/>
                </a:lnTo>
                <a:lnTo>
                  <a:pt x="130" y="554"/>
                </a:lnTo>
                <a:lnTo>
                  <a:pt x="130" y="553"/>
                </a:lnTo>
                <a:lnTo>
                  <a:pt x="129" y="554"/>
                </a:lnTo>
                <a:lnTo>
                  <a:pt x="128" y="554"/>
                </a:lnTo>
                <a:lnTo>
                  <a:pt x="127" y="554"/>
                </a:lnTo>
                <a:lnTo>
                  <a:pt x="126" y="555"/>
                </a:lnTo>
                <a:lnTo>
                  <a:pt x="126" y="556"/>
                </a:lnTo>
                <a:lnTo>
                  <a:pt x="125" y="556"/>
                </a:lnTo>
                <a:lnTo>
                  <a:pt x="124" y="556"/>
                </a:lnTo>
                <a:lnTo>
                  <a:pt x="123" y="556"/>
                </a:lnTo>
                <a:lnTo>
                  <a:pt x="124" y="555"/>
                </a:lnTo>
                <a:lnTo>
                  <a:pt x="123" y="555"/>
                </a:lnTo>
                <a:lnTo>
                  <a:pt x="122" y="555"/>
                </a:lnTo>
                <a:lnTo>
                  <a:pt x="121" y="555"/>
                </a:lnTo>
                <a:lnTo>
                  <a:pt x="121" y="556"/>
                </a:lnTo>
                <a:lnTo>
                  <a:pt x="121" y="557"/>
                </a:lnTo>
                <a:lnTo>
                  <a:pt x="121" y="558"/>
                </a:lnTo>
                <a:lnTo>
                  <a:pt x="121" y="559"/>
                </a:lnTo>
                <a:lnTo>
                  <a:pt x="120" y="559"/>
                </a:lnTo>
                <a:lnTo>
                  <a:pt x="120" y="560"/>
                </a:lnTo>
                <a:lnTo>
                  <a:pt x="121" y="560"/>
                </a:lnTo>
                <a:lnTo>
                  <a:pt x="121" y="561"/>
                </a:lnTo>
                <a:lnTo>
                  <a:pt x="120" y="561"/>
                </a:lnTo>
                <a:lnTo>
                  <a:pt x="120" y="562"/>
                </a:lnTo>
                <a:lnTo>
                  <a:pt x="120" y="563"/>
                </a:lnTo>
                <a:lnTo>
                  <a:pt x="119" y="563"/>
                </a:lnTo>
                <a:lnTo>
                  <a:pt x="119" y="564"/>
                </a:lnTo>
                <a:lnTo>
                  <a:pt x="119" y="565"/>
                </a:lnTo>
                <a:lnTo>
                  <a:pt x="118" y="565"/>
                </a:lnTo>
                <a:lnTo>
                  <a:pt x="117" y="565"/>
                </a:lnTo>
                <a:lnTo>
                  <a:pt x="117" y="564"/>
                </a:lnTo>
                <a:lnTo>
                  <a:pt x="116" y="563"/>
                </a:lnTo>
                <a:lnTo>
                  <a:pt x="117" y="562"/>
                </a:lnTo>
                <a:lnTo>
                  <a:pt x="116" y="562"/>
                </a:lnTo>
                <a:lnTo>
                  <a:pt x="116" y="561"/>
                </a:lnTo>
                <a:lnTo>
                  <a:pt x="115" y="561"/>
                </a:lnTo>
                <a:lnTo>
                  <a:pt x="115" y="562"/>
                </a:lnTo>
                <a:lnTo>
                  <a:pt x="114" y="562"/>
                </a:lnTo>
                <a:lnTo>
                  <a:pt x="114" y="563"/>
                </a:lnTo>
                <a:lnTo>
                  <a:pt x="113" y="562"/>
                </a:lnTo>
                <a:lnTo>
                  <a:pt x="112" y="562"/>
                </a:lnTo>
                <a:lnTo>
                  <a:pt x="112" y="561"/>
                </a:lnTo>
                <a:lnTo>
                  <a:pt x="111" y="561"/>
                </a:lnTo>
                <a:lnTo>
                  <a:pt x="110" y="560"/>
                </a:lnTo>
                <a:lnTo>
                  <a:pt x="109" y="560"/>
                </a:lnTo>
                <a:lnTo>
                  <a:pt x="110" y="560"/>
                </a:lnTo>
                <a:lnTo>
                  <a:pt x="110" y="561"/>
                </a:lnTo>
                <a:lnTo>
                  <a:pt x="109" y="561"/>
                </a:lnTo>
                <a:lnTo>
                  <a:pt x="108" y="561"/>
                </a:lnTo>
                <a:lnTo>
                  <a:pt x="108" y="560"/>
                </a:lnTo>
                <a:lnTo>
                  <a:pt x="107" y="560"/>
                </a:lnTo>
                <a:lnTo>
                  <a:pt x="106" y="560"/>
                </a:lnTo>
                <a:lnTo>
                  <a:pt x="105" y="560"/>
                </a:lnTo>
                <a:lnTo>
                  <a:pt x="105" y="561"/>
                </a:lnTo>
                <a:lnTo>
                  <a:pt x="105" y="562"/>
                </a:lnTo>
                <a:lnTo>
                  <a:pt x="105" y="563"/>
                </a:lnTo>
                <a:lnTo>
                  <a:pt x="106" y="563"/>
                </a:lnTo>
                <a:lnTo>
                  <a:pt x="105" y="564"/>
                </a:lnTo>
                <a:lnTo>
                  <a:pt x="106" y="564"/>
                </a:lnTo>
                <a:lnTo>
                  <a:pt x="106" y="565"/>
                </a:lnTo>
                <a:lnTo>
                  <a:pt x="105" y="566"/>
                </a:lnTo>
                <a:lnTo>
                  <a:pt x="105" y="567"/>
                </a:lnTo>
                <a:lnTo>
                  <a:pt x="105" y="566"/>
                </a:lnTo>
                <a:lnTo>
                  <a:pt x="104" y="566"/>
                </a:lnTo>
                <a:lnTo>
                  <a:pt x="104" y="567"/>
                </a:lnTo>
                <a:lnTo>
                  <a:pt x="103" y="567"/>
                </a:lnTo>
                <a:lnTo>
                  <a:pt x="103" y="568"/>
                </a:lnTo>
                <a:lnTo>
                  <a:pt x="103" y="569"/>
                </a:lnTo>
                <a:lnTo>
                  <a:pt x="103" y="568"/>
                </a:lnTo>
                <a:lnTo>
                  <a:pt x="102" y="568"/>
                </a:lnTo>
                <a:lnTo>
                  <a:pt x="101" y="568"/>
                </a:lnTo>
                <a:lnTo>
                  <a:pt x="101" y="567"/>
                </a:lnTo>
                <a:lnTo>
                  <a:pt x="100" y="567"/>
                </a:lnTo>
                <a:lnTo>
                  <a:pt x="100" y="566"/>
                </a:lnTo>
                <a:lnTo>
                  <a:pt x="100" y="565"/>
                </a:lnTo>
                <a:lnTo>
                  <a:pt x="100" y="564"/>
                </a:lnTo>
                <a:lnTo>
                  <a:pt x="99" y="564"/>
                </a:lnTo>
                <a:lnTo>
                  <a:pt x="99" y="563"/>
                </a:lnTo>
                <a:lnTo>
                  <a:pt x="99" y="564"/>
                </a:lnTo>
                <a:lnTo>
                  <a:pt x="98" y="564"/>
                </a:lnTo>
                <a:lnTo>
                  <a:pt x="97" y="564"/>
                </a:lnTo>
                <a:lnTo>
                  <a:pt x="97" y="565"/>
                </a:lnTo>
                <a:lnTo>
                  <a:pt x="96" y="565"/>
                </a:lnTo>
                <a:lnTo>
                  <a:pt x="96" y="564"/>
                </a:lnTo>
                <a:lnTo>
                  <a:pt x="95" y="564"/>
                </a:lnTo>
                <a:lnTo>
                  <a:pt x="94" y="565"/>
                </a:lnTo>
                <a:lnTo>
                  <a:pt x="93" y="566"/>
                </a:lnTo>
                <a:lnTo>
                  <a:pt x="93" y="567"/>
                </a:lnTo>
                <a:lnTo>
                  <a:pt x="93" y="568"/>
                </a:lnTo>
                <a:lnTo>
                  <a:pt x="92" y="568"/>
                </a:lnTo>
                <a:lnTo>
                  <a:pt x="91" y="567"/>
                </a:lnTo>
                <a:lnTo>
                  <a:pt x="90" y="567"/>
                </a:lnTo>
                <a:lnTo>
                  <a:pt x="90" y="568"/>
                </a:lnTo>
                <a:lnTo>
                  <a:pt x="89" y="567"/>
                </a:lnTo>
                <a:lnTo>
                  <a:pt x="88" y="567"/>
                </a:lnTo>
                <a:lnTo>
                  <a:pt x="88" y="566"/>
                </a:lnTo>
                <a:lnTo>
                  <a:pt x="87" y="566"/>
                </a:lnTo>
                <a:lnTo>
                  <a:pt x="86" y="567"/>
                </a:lnTo>
                <a:lnTo>
                  <a:pt x="85" y="567"/>
                </a:lnTo>
                <a:lnTo>
                  <a:pt x="84" y="568"/>
                </a:lnTo>
                <a:lnTo>
                  <a:pt x="83" y="569"/>
                </a:lnTo>
                <a:lnTo>
                  <a:pt x="82" y="569"/>
                </a:lnTo>
                <a:lnTo>
                  <a:pt x="82" y="570"/>
                </a:lnTo>
                <a:lnTo>
                  <a:pt x="82" y="571"/>
                </a:lnTo>
                <a:lnTo>
                  <a:pt x="81" y="571"/>
                </a:lnTo>
                <a:lnTo>
                  <a:pt x="80" y="571"/>
                </a:lnTo>
                <a:lnTo>
                  <a:pt x="80" y="572"/>
                </a:lnTo>
                <a:lnTo>
                  <a:pt x="79" y="572"/>
                </a:lnTo>
                <a:lnTo>
                  <a:pt x="78" y="573"/>
                </a:lnTo>
                <a:lnTo>
                  <a:pt x="78" y="572"/>
                </a:lnTo>
                <a:lnTo>
                  <a:pt x="77" y="572"/>
                </a:lnTo>
                <a:lnTo>
                  <a:pt x="76" y="572"/>
                </a:lnTo>
                <a:lnTo>
                  <a:pt x="76" y="571"/>
                </a:lnTo>
                <a:lnTo>
                  <a:pt x="76" y="572"/>
                </a:lnTo>
                <a:lnTo>
                  <a:pt x="76" y="571"/>
                </a:lnTo>
                <a:lnTo>
                  <a:pt x="76" y="570"/>
                </a:lnTo>
                <a:lnTo>
                  <a:pt x="76" y="569"/>
                </a:lnTo>
                <a:lnTo>
                  <a:pt x="75" y="568"/>
                </a:lnTo>
                <a:lnTo>
                  <a:pt x="74" y="568"/>
                </a:lnTo>
                <a:lnTo>
                  <a:pt x="74" y="567"/>
                </a:lnTo>
                <a:lnTo>
                  <a:pt x="74" y="566"/>
                </a:lnTo>
                <a:lnTo>
                  <a:pt x="75" y="565"/>
                </a:lnTo>
                <a:lnTo>
                  <a:pt x="74" y="565"/>
                </a:lnTo>
                <a:lnTo>
                  <a:pt x="73" y="566"/>
                </a:lnTo>
                <a:lnTo>
                  <a:pt x="73" y="565"/>
                </a:lnTo>
                <a:lnTo>
                  <a:pt x="73" y="564"/>
                </a:lnTo>
                <a:lnTo>
                  <a:pt x="72" y="564"/>
                </a:lnTo>
                <a:lnTo>
                  <a:pt x="72" y="563"/>
                </a:lnTo>
                <a:lnTo>
                  <a:pt x="71" y="563"/>
                </a:lnTo>
                <a:lnTo>
                  <a:pt x="71" y="562"/>
                </a:lnTo>
                <a:lnTo>
                  <a:pt x="70" y="563"/>
                </a:lnTo>
                <a:lnTo>
                  <a:pt x="71" y="563"/>
                </a:lnTo>
                <a:lnTo>
                  <a:pt x="71" y="564"/>
                </a:lnTo>
                <a:lnTo>
                  <a:pt x="70" y="564"/>
                </a:lnTo>
                <a:lnTo>
                  <a:pt x="71" y="564"/>
                </a:lnTo>
                <a:lnTo>
                  <a:pt x="70" y="563"/>
                </a:lnTo>
                <a:lnTo>
                  <a:pt x="69" y="564"/>
                </a:lnTo>
                <a:lnTo>
                  <a:pt x="68" y="564"/>
                </a:lnTo>
                <a:lnTo>
                  <a:pt x="67" y="564"/>
                </a:lnTo>
                <a:lnTo>
                  <a:pt x="66" y="564"/>
                </a:lnTo>
                <a:lnTo>
                  <a:pt x="66" y="563"/>
                </a:lnTo>
                <a:lnTo>
                  <a:pt x="66" y="562"/>
                </a:lnTo>
                <a:lnTo>
                  <a:pt x="65" y="562"/>
                </a:lnTo>
                <a:lnTo>
                  <a:pt x="65" y="560"/>
                </a:lnTo>
                <a:lnTo>
                  <a:pt x="65" y="559"/>
                </a:lnTo>
                <a:lnTo>
                  <a:pt x="64" y="558"/>
                </a:lnTo>
                <a:lnTo>
                  <a:pt x="63" y="558"/>
                </a:lnTo>
                <a:lnTo>
                  <a:pt x="63" y="557"/>
                </a:lnTo>
                <a:lnTo>
                  <a:pt x="62" y="557"/>
                </a:lnTo>
                <a:lnTo>
                  <a:pt x="61" y="557"/>
                </a:lnTo>
                <a:lnTo>
                  <a:pt x="60" y="558"/>
                </a:lnTo>
                <a:lnTo>
                  <a:pt x="59" y="557"/>
                </a:lnTo>
                <a:lnTo>
                  <a:pt x="58" y="557"/>
                </a:lnTo>
                <a:lnTo>
                  <a:pt x="58" y="556"/>
                </a:lnTo>
                <a:lnTo>
                  <a:pt x="57" y="556"/>
                </a:lnTo>
                <a:lnTo>
                  <a:pt x="56" y="556"/>
                </a:lnTo>
                <a:lnTo>
                  <a:pt x="56" y="557"/>
                </a:lnTo>
                <a:lnTo>
                  <a:pt x="55" y="557"/>
                </a:lnTo>
                <a:lnTo>
                  <a:pt x="55" y="556"/>
                </a:lnTo>
                <a:lnTo>
                  <a:pt x="55" y="555"/>
                </a:lnTo>
                <a:lnTo>
                  <a:pt x="56" y="555"/>
                </a:lnTo>
                <a:lnTo>
                  <a:pt x="56" y="556"/>
                </a:lnTo>
                <a:lnTo>
                  <a:pt x="56" y="555"/>
                </a:lnTo>
                <a:lnTo>
                  <a:pt x="55" y="554"/>
                </a:lnTo>
                <a:lnTo>
                  <a:pt x="55" y="553"/>
                </a:lnTo>
                <a:lnTo>
                  <a:pt x="54" y="553"/>
                </a:lnTo>
                <a:lnTo>
                  <a:pt x="54" y="552"/>
                </a:lnTo>
                <a:lnTo>
                  <a:pt x="55" y="552"/>
                </a:lnTo>
                <a:lnTo>
                  <a:pt x="56" y="552"/>
                </a:lnTo>
                <a:lnTo>
                  <a:pt x="57" y="552"/>
                </a:lnTo>
                <a:lnTo>
                  <a:pt x="57" y="553"/>
                </a:lnTo>
                <a:lnTo>
                  <a:pt x="58" y="552"/>
                </a:lnTo>
                <a:lnTo>
                  <a:pt x="59" y="552"/>
                </a:lnTo>
                <a:lnTo>
                  <a:pt x="60" y="551"/>
                </a:lnTo>
                <a:lnTo>
                  <a:pt x="61" y="551"/>
                </a:lnTo>
                <a:lnTo>
                  <a:pt x="62" y="551"/>
                </a:lnTo>
                <a:lnTo>
                  <a:pt x="62" y="552"/>
                </a:lnTo>
                <a:lnTo>
                  <a:pt x="63" y="552"/>
                </a:lnTo>
                <a:lnTo>
                  <a:pt x="63" y="551"/>
                </a:lnTo>
                <a:lnTo>
                  <a:pt x="64" y="551"/>
                </a:lnTo>
                <a:lnTo>
                  <a:pt x="64" y="550"/>
                </a:lnTo>
                <a:lnTo>
                  <a:pt x="64" y="549"/>
                </a:lnTo>
                <a:lnTo>
                  <a:pt x="65" y="549"/>
                </a:lnTo>
                <a:lnTo>
                  <a:pt x="65" y="548"/>
                </a:lnTo>
                <a:lnTo>
                  <a:pt x="66" y="548"/>
                </a:lnTo>
                <a:lnTo>
                  <a:pt x="67" y="548"/>
                </a:lnTo>
                <a:lnTo>
                  <a:pt x="68" y="547"/>
                </a:lnTo>
                <a:lnTo>
                  <a:pt x="69" y="547"/>
                </a:lnTo>
                <a:lnTo>
                  <a:pt x="69" y="546"/>
                </a:lnTo>
                <a:lnTo>
                  <a:pt x="70" y="546"/>
                </a:lnTo>
                <a:lnTo>
                  <a:pt x="70" y="545"/>
                </a:lnTo>
                <a:lnTo>
                  <a:pt x="70" y="544"/>
                </a:lnTo>
                <a:lnTo>
                  <a:pt x="69" y="543"/>
                </a:lnTo>
                <a:lnTo>
                  <a:pt x="69" y="542"/>
                </a:lnTo>
                <a:lnTo>
                  <a:pt x="70" y="542"/>
                </a:lnTo>
                <a:lnTo>
                  <a:pt x="71" y="541"/>
                </a:lnTo>
                <a:lnTo>
                  <a:pt x="70" y="541"/>
                </a:lnTo>
                <a:lnTo>
                  <a:pt x="70" y="540"/>
                </a:lnTo>
                <a:lnTo>
                  <a:pt x="70" y="539"/>
                </a:lnTo>
                <a:lnTo>
                  <a:pt x="71" y="539"/>
                </a:lnTo>
                <a:lnTo>
                  <a:pt x="71" y="538"/>
                </a:lnTo>
                <a:lnTo>
                  <a:pt x="72" y="537"/>
                </a:lnTo>
                <a:lnTo>
                  <a:pt x="72" y="536"/>
                </a:lnTo>
                <a:lnTo>
                  <a:pt x="73" y="536"/>
                </a:lnTo>
                <a:lnTo>
                  <a:pt x="73" y="535"/>
                </a:lnTo>
                <a:lnTo>
                  <a:pt x="74" y="535"/>
                </a:lnTo>
                <a:lnTo>
                  <a:pt x="75" y="534"/>
                </a:lnTo>
                <a:lnTo>
                  <a:pt x="76" y="533"/>
                </a:lnTo>
                <a:lnTo>
                  <a:pt x="76" y="532"/>
                </a:lnTo>
                <a:lnTo>
                  <a:pt x="76" y="531"/>
                </a:lnTo>
                <a:lnTo>
                  <a:pt x="75" y="531"/>
                </a:lnTo>
                <a:lnTo>
                  <a:pt x="75" y="530"/>
                </a:lnTo>
                <a:lnTo>
                  <a:pt x="74" y="530"/>
                </a:lnTo>
                <a:lnTo>
                  <a:pt x="74" y="529"/>
                </a:lnTo>
                <a:lnTo>
                  <a:pt x="75" y="529"/>
                </a:lnTo>
                <a:lnTo>
                  <a:pt x="75" y="528"/>
                </a:lnTo>
                <a:lnTo>
                  <a:pt x="75" y="527"/>
                </a:lnTo>
                <a:lnTo>
                  <a:pt x="75" y="526"/>
                </a:lnTo>
                <a:lnTo>
                  <a:pt x="75" y="525"/>
                </a:lnTo>
                <a:lnTo>
                  <a:pt x="76" y="525"/>
                </a:lnTo>
                <a:lnTo>
                  <a:pt x="77" y="525"/>
                </a:lnTo>
                <a:lnTo>
                  <a:pt x="78" y="525"/>
                </a:lnTo>
                <a:lnTo>
                  <a:pt x="77" y="524"/>
                </a:lnTo>
                <a:lnTo>
                  <a:pt x="77" y="525"/>
                </a:lnTo>
                <a:lnTo>
                  <a:pt x="77" y="524"/>
                </a:lnTo>
                <a:lnTo>
                  <a:pt x="78" y="523"/>
                </a:lnTo>
                <a:lnTo>
                  <a:pt x="78" y="524"/>
                </a:lnTo>
                <a:lnTo>
                  <a:pt x="79" y="524"/>
                </a:lnTo>
                <a:lnTo>
                  <a:pt x="79" y="523"/>
                </a:lnTo>
                <a:lnTo>
                  <a:pt x="80" y="523"/>
                </a:lnTo>
                <a:lnTo>
                  <a:pt x="81" y="522"/>
                </a:lnTo>
                <a:lnTo>
                  <a:pt x="80" y="522"/>
                </a:lnTo>
                <a:lnTo>
                  <a:pt x="80" y="521"/>
                </a:lnTo>
                <a:lnTo>
                  <a:pt x="81" y="521"/>
                </a:lnTo>
                <a:lnTo>
                  <a:pt x="81" y="520"/>
                </a:lnTo>
                <a:lnTo>
                  <a:pt x="82" y="520"/>
                </a:lnTo>
                <a:lnTo>
                  <a:pt x="83" y="520"/>
                </a:lnTo>
                <a:lnTo>
                  <a:pt x="84" y="520"/>
                </a:lnTo>
                <a:lnTo>
                  <a:pt x="85" y="520"/>
                </a:lnTo>
                <a:lnTo>
                  <a:pt x="86" y="520"/>
                </a:lnTo>
                <a:lnTo>
                  <a:pt x="85" y="520"/>
                </a:lnTo>
                <a:lnTo>
                  <a:pt x="85" y="519"/>
                </a:lnTo>
                <a:lnTo>
                  <a:pt x="86" y="519"/>
                </a:lnTo>
                <a:lnTo>
                  <a:pt x="86" y="518"/>
                </a:lnTo>
                <a:lnTo>
                  <a:pt x="87" y="519"/>
                </a:lnTo>
                <a:lnTo>
                  <a:pt x="87" y="518"/>
                </a:lnTo>
                <a:lnTo>
                  <a:pt x="88" y="518"/>
                </a:lnTo>
                <a:lnTo>
                  <a:pt x="88" y="517"/>
                </a:lnTo>
                <a:lnTo>
                  <a:pt x="88" y="516"/>
                </a:lnTo>
                <a:lnTo>
                  <a:pt x="88" y="515"/>
                </a:lnTo>
                <a:lnTo>
                  <a:pt x="89" y="514"/>
                </a:lnTo>
                <a:lnTo>
                  <a:pt x="89" y="513"/>
                </a:lnTo>
                <a:lnTo>
                  <a:pt x="90" y="512"/>
                </a:lnTo>
                <a:lnTo>
                  <a:pt x="91" y="512"/>
                </a:lnTo>
                <a:lnTo>
                  <a:pt x="92" y="512"/>
                </a:lnTo>
                <a:lnTo>
                  <a:pt x="93" y="513"/>
                </a:lnTo>
                <a:lnTo>
                  <a:pt x="93" y="512"/>
                </a:lnTo>
                <a:lnTo>
                  <a:pt x="94" y="512"/>
                </a:lnTo>
                <a:lnTo>
                  <a:pt x="94" y="513"/>
                </a:lnTo>
                <a:lnTo>
                  <a:pt x="95" y="513"/>
                </a:lnTo>
                <a:lnTo>
                  <a:pt x="96" y="513"/>
                </a:lnTo>
                <a:lnTo>
                  <a:pt x="97" y="513"/>
                </a:lnTo>
                <a:lnTo>
                  <a:pt x="98" y="513"/>
                </a:lnTo>
                <a:lnTo>
                  <a:pt x="99" y="512"/>
                </a:lnTo>
                <a:lnTo>
                  <a:pt x="99" y="511"/>
                </a:lnTo>
                <a:lnTo>
                  <a:pt x="99" y="510"/>
                </a:lnTo>
                <a:lnTo>
                  <a:pt x="100" y="510"/>
                </a:lnTo>
                <a:lnTo>
                  <a:pt x="100" y="511"/>
                </a:lnTo>
                <a:lnTo>
                  <a:pt x="100" y="510"/>
                </a:lnTo>
                <a:lnTo>
                  <a:pt x="101" y="510"/>
                </a:lnTo>
                <a:lnTo>
                  <a:pt x="102" y="510"/>
                </a:lnTo>
                <a:lnTo>
                  <a:pt x="103" y="509"/>
                </a:lnTo>
                <a:lnTo>
                  <a:pt x="103" y="510"/>
                </a:lnTo>
                <a:lnTo>
                  <a:pt x="104" y="509"/>
                </a:lnTo>
                <a:lnTo>
                  <a:pt x="105" y="509"/>
                </a:lnTo>
                <a:lnTo>
                  <a:pt x="105" y="508"/>
                </a:lnTo>
                <a:lnTo>
                  <a:pt x="106" y="508"/>
                </a:lnTo>
                <a:lnTo>
                  <a:pt x="106" y="507"/>
                </a:lnTo>
                <a:lnTo>
                  <a:pt x="105" y="506"/>
                </a:lnTo>
                <a:lnTo>
                  <a:pt x="106" y="505"/>
                </a:lnTo>
                <a:lnTo>
                  <a:pt x="105" y="505"/>
                </a:lnTo>
                <a:lnTo>
                  <a:pt x="104" y="504"/>
                </a:lnTo>
                <a:lnTo>
                  <a:pt x="103" y="504"/>
                </a:lnTo>
                <a:lnTo>
                  <a:pt x="102" y="504"/>
                </a:lnTo>
                <a:lnTo>
                  <a:pt x="101" y="503"/>
                </a:lnTo>
                <a:lnTo>
                  <a:pt x="101" y="502"/>
                </a:lnTo>
                <a:lnTo>
                  <a:pt x="101" y="501"/>
                </a:lnTo>
                <a:lnTo>
                  <a:pt x="100" y="501"/>
                </a:lnTo>
                <a:lnTo>
                  <a:pt x="101" y="500"/>
                </a:lnTo>
                <a:lnTo>
                  <a:pt x="102" y="501"/>
                </a:lnTo>
                <a:lnTo>
                  <a:pt x="102" y="500"/>
                </a:lnTo>
                <a:lnTo>
                  <a:pt x="102" y="499"/>
                </a:lnTo>
                <a:lnTo>
                  <a:pt x="102" y="498"/>
                </a:lnTo>
                <a:lnTo>
                  <a:pt x="103" y="498"/>
                </a:lnTo>
                <a:lnTo>
                  <a:pt x="104" y="497"/>
                </a:lnTo>
                <a:lnTo>
                  <a:pt x="105" y="497"/>
                </a:lnTo>
                <a:lnTo>
                  <a:pt x="105" y="498"/>
                </a:lnTo>
                <a:lnTo>
                  <a:pt x="106" y="498"/>
                </a:lnTo>
                <a:lnTo>
                  <a:pt x="106" y="497"/>
                </a:lnTo>
                <a:lnTo>
                  <a:pt x="107" y="497"/>
                </a:lnTo>
                <a:lnTo>
                  <a:pt x="107" y="496"/>
                </a:lnTo>
                <a:lnTo>
                  <a:pt x="107" y="497"/>
                </a:lnTo>
                <a:lnTo>
                  <a:pt x="106" y="497"/>
                </a:lnTo>
                <a:lnTo>
                  <a:pt x="106" y="496"/>
                </a:lnTo>
                <a:lnTo>
                  <a:pt x="107" y="496"/>
                </a:lnTo>
                <a:lnTo>
                  <a:pt x="106" y="495"/>
                </a:lnTo>
                <a:lnTo>
                  <a:pt x="107" y="494"/>
                </a:lnTo>
                <a:lnTo>
                  <a:pt x="106" y="493"/>
                </a:lnTo>
                <a:lnTo>
                  <a:pt x="106" y="492"/>
                </a:lnTo>
                <a:lnTo>
                  <a:pt x="105" y="491"/>
                </a:lnTo>
                <a:lnTo>
                  <a:pt x="105" y="492"/>
                </a:lnTo>
                <a:lnTo>
                  <a:pt x="104" y="492"/>
                </a:lnTo>
                <a:lnTo>
                  <a:pt x="104" y="491"/>
                </a:lnTo>
                <a:lnTo>
                  <a:pt x="105" y="491"/>
                </a:lnTo>
                <a:lnTo>
                  <a:pt x="105" y="490"/>
                </a:lnTo>
                <a:lnTo>
                  <a:pt x="104" y="490"/>
                </a:lnTo>
                <a:lnTo>
                  <a:pt x="104" y="489"/>
                </a:lnTo>
                <a:lnTo>
                  <a:pt x="103" y="489"/>
                </a:lnTo>
                <a:lnTo>
                  <a:pt x="104" y="489"/>
                </a:lnTo>
                <a:lnTo>
                  <a:pt x="104" y="488"/>
                </a:lnTo>
                <a:lnTo>
                  <a:pt x="103" y="488"/>
                </a:lnTo>
                <a:lnTo>
                  <a:pt x="102" y="488"/>
                </a:lnTo>
                <a:lnTo>
                  <a:pt x="101" y="488"/>
                </a:lnTo>
                <a:lnTo>
                  <a:pt x="101" y="489"/>
                </a:lnTo>
                <a:lnTo>
                  <a:pt x="100" y="489"/>
                </a:lnTo>
                <a:lnTo>
                  <a:pt x="100" y="488"/>
                </a:lnTo>
                <a:lnTo>
                  <a:pt x="99" y="487"/>
                </a:lnTo>
                <a:lnTo>
                  <a:pt x="98" y="487"/>
                </a:lnTo>
                <a:lnTo>
                  <a:pt x="97" y="487"/>
                </a:lnTo>
                <a:lnTo>
                  <a:pt x="96" y="487"/>
                </a:lnTo>
                <a:lnTo>
                  <a:pt x="96" y="486"/>
                </a:lnTo>
                <a:lnTo>
                  <a:pt x="95" y="485"/>
                </a:lnTo>
                <a:lnTo>
                  <a:pt x="95" y="484"/>
                </a:lnTo>
                <a:lnTo>
                  <a:pt x="94" y="484"/>
                </a:lnTo>
                <a:lnTo>
                  <a:pt x="93" y="484"/>
                </a:lnTo>
                <a:lnTo>
                  <a:pt x="93" y="483"/>
                </a:lnTo>
                <a:lnTo>
                  <a:pt x="94" y="483"/>
                </a:lnTo>
                <a:lnTo>
                  <a:pt x="93" y="483"/>
                </a:lnTo>
                <a:lnTo>
                  <a:pt x="93" y="482"/>
                </a:lnTo>
                <a:lnTo>
                  <a:pt x="93" y="481"/>
                </a:lnTo>
                <a:lnTo>
                  <a:pt x="93" y="480"/>
                </a:lnTo>
                <a:lnTo>
                  <a:pt x="92" y="480"/>
                </a:lnTo>
                <a:lnTo>
                  <a:pt x="91" y="480"/>
                </a:lnTo>
                <a:lnTo>
                  <a:pt x="92" y="481"/>
                </a:lnTo>
                <a:lnTo>
                  <a:pt x="91" y="481"/>
                </a:lnTo>
                <a:lnTo>
                  <a:pt x="91" y="482"/>
                </a:lnTo>
                <a:lnTo>
                  <a:pt x="91" y="481"/>
                </a:lnTo>
                <a:lnTo>
                  <a:pt x="91" y="480"/>
                </a:lnTo>
                <a:lnTo>
                  <a:pt x="92" y="480"/>
                </a:lnTo>
                <a:lnTo>
                  <a:pt x="92" y="479"/>
                </a:lnTo>
                <a:lnTo>
                  <a:pt x="91" y="479"/>
                </a:lnTo>
                <a:lnTo>
                  <a:pt x="91" y="480"/>
                </a:lnTo>
                <a:lnTo>
                  <a:pt x="91" y="479"/>
                </a:lnTo>
                <a:lnTo>
                  <a:pt x="90" y="479"/>
                </a:lnTo>
                <a:lnTo>
                  <a:pt x="89" y="479"/>
                </a:lnTo>
                <a:lnTo>
                  <a:pt x="89" y="478"/>
                </a:lnTo>
                <a:lnTo>
                  <a:pt x="88" y="478"/>
                </a:lnTo>
                <a:lnTo>
                  <a:pt x="87" y="478"/>
                </a:lnTo>
                <a:lnTo>
                  <a:pt x="86" y="479"/>
                </a:lnTo>
                <a:lnTo>
                  <a:pt x="85" y="480"/>
                </a:lnTo>
                <a:lnTo>
                  <a:pt x="85" y="481"/>
                </a:lnTo>
                <a:lnTo>
                  <a:pt x="84" y="482"/>
                </a:lnTo>
                <a:lnTo>
                  <a:pt x="83" y="482"/>
                </a:lnTo>
                <a:lnTo>
                  <a:pt x="83" y="483"/>
                </a:lnTo>
                <a:lnTo>
                  <a:pt x="82" y="483"/>
                </a:lnTo>
                <a:lnTo>
                  <a:pt x="82" y="482"/>
                </a:lnTo>
                <a:lnTo>
                  <a:pt x="81" y="482"/>
                </a:lnTo>
                <a:lnTo>
                  <a:pt x="81" y="481"/>
                </a:lnTo>
                <a:lnTo>
                  <a:pt x="80" y="481"/>
                </a:lnTo>
                <a:lnTo>
                  <a:pt x="79" y="481"/>
                </a:lnTo>
                <a:lnTo>
                  <a:pt x="79" y="482"/>
                </a:lnTo>
                <a:lnTo>
                  <a:pt x="79" y="483"/>
                </a:lnTo>
                <a:lnTo>
                  <a:pt x="78" y="484"/>
                </a:lnTo>
                <a:lnTo>
                  <a:pt x="78" y="485"/>
                </a:lnTo>
                <a:lnTo>
                  <a:pt x="78" y="486"/>
                </a:lnTo>
                <a:lnTo>
                  <a:pt x="77" y="486"/>
                </a:lnTo>
                <a:lnTo>
                  <a:pt x="76" y="486"/>
                </a:lnTo>
                <a:lnTo>
                  <a:pt x="76" y="487"/>
                </a:lnTo>
                <a:lnTo>
                  <a:pt x="75" y="487"/>
                </a:lnTo>
                <a:lnTo>
                  <a:pt x="74" y="488"/>
                </a:lnTo>
                <a:lnTo>
                  <a:pt x="73" y="488"/>
                </a:lnTo>
                <a:lnTo>
                  <a:pt x="73" y="487"/>
                </a:lnTo>
                <a:lnTo>
                  <a:pt x="71" y="487"/>
                </a:lnTo>
                <a:lnTo>
                  <a:pt x="70" y="487"/>
                </a:lnTo>
                <a:lnTo>
                  <a:pt x="70" y="486"/>
                </a:lnTo>
                <a:lnTo>
                  <a:pt x="69" y="486"/>
                </a:lnTo>
                <a:lnTo>
                  <a:pt x="68" y="486"/>
                </a:lnTo>
                <a:lnTo>
                  <a:pt x="67" y="486"/>
                </a:lnTo>
                <a:lnTo>
                  <a:pt x="67" y="487"/>
                </a:lnTo>
                <a:lnTo>
                  <a:pt x="67" y="488"/>
                </a:lnTo>
                <a:lnTo>
                  <a:pt x="67" y="489"/>
                </a:lnTo>
                <a:lnTo>
                  <a:pt x="68" y="489"/>
                </a:lnTo>
                <a:lnTo>
                  <a:pt x="67" y="489"/>
                </a:lnTo>
                <a:lnTo>
                  <a:pt x="66" y="489"/>
                </a:lnTo>
                <a:lnTo>
                  <a:pt x="66" y="490"/>
                </a:lnTo>
                <a:lnTo>
                  <a:pt x="66" y="491"/>
                </a:lnTo>
                <a:lnTo>
                  <a:pt x="67" y="491"/>
                </a:lnTo>
                <a:lnTo>
                  <a:pt x="66" y="491"/>
                </a:lnTo>
                <a:lnTo>
                  <a:pt x="65" y="491"/>
                </a:lnTo>
                <a:lnTo>
                  <a:pt x="65" y="490"/>
                </a:lnTo>
                <a:lnTo>
                  <a:pt x="64" y="490"/>
                </a:lnTo>
                <a:lnTo>
                  <a:pt x="63" y="490"/>
                </a:lnTo>
                <a:lnTo>
                  <a:pt x="63" y="491"/>
                </a:lnTo>
                <a:lnTo>
                  <a:pt x="62" y="490"/>
                </a:lnTo>
                <a:lnTo>
                  <a:pt x="61" y="490"/>
                </a:lnTo>
                <a:lnTo>
                  <a:pt x="60" y="490"/>
                </a:lnTo>
                <a:lnTo>
                  <a:pt x="59" y="490"/>
                </a:lnTo>
                <a:lnTo>
                  <a:pt x="58" y="490"/>
                </a:lnTo>
                <a:lnTo>
                  <a:pt x="58" y="489"/>
                </a:lnTo>
                <a:lnTo>
                  <a:pt x="57" y="489"/>
                </a:lnTo>
                <a:lnTo>
                  <a:pt x="57" y="488"/>
                </a:lnTo>
                <a:lnTo>
                  <a:pt x="56" y="488"/>
                </a:lnTo>
                <a:lnTo>
                  <a:pt x="56" y="489"/>
                </a:lnTo>
                <a:lnTo>
                  <a:pt x="55" y="489"/>
                </a:lnTo>
                <a:lnTo>
                  <a:pt x="54" y="489"/>
                </a:lnTo>
                <a:lnTo>
                  <a:pt x="53" y="489"/>
                </a:lnTo>
                <a:lnTo>
                  <a:pt x="52" y="489"/>
                </a:lnTo>
                <a:lnTo>
                  <a:pt x="51" y="489"/>
                </a:lnTo>
                <a:lnTo>
                  <a:pt x="51" y="490"/>
                </a:lnTo>
                <a:lnTo>
                  <a:pt x="50" y="490"/>
                </a:lnTo>
                <a:lnTo>
                  <a:pt x="49" y="490"/>
                </a:lnTo>
                <a:lnTo>
                  <a:pt x="48" y="491"/>
                </a:lnTo>
                <a:lnTo>
                  <a:pt x="47" y="492"/>
                </a:lnTo>
                <a:lnTo>
                  <a:pt x="46" y="492"/>
                </a:lnTo>
                <a:lnTo>
                  <a:pt x="45" y="492"/>
                </a:lnTo>
                <a:lnTo>
                  <a:pt x="45" y="493"/>
                </a:lnTo>
                <a:lnTo>
                  <a:pt x="45" y="492"/>
                </a:lnTo>
                <a:lnTo>
                  <a:pt x="44" y="492"/>
                </a:lnTo>
                <a:lnTo>
                  <a:pt x="44" y="493"/>
                </a:lnTo>
                <a:lnTo>
                  <a:pt x="43" y="494"/>
                </a:lnTo>
                <a:lnTo>
                  <a:pt x="43" y="495"/>
                </a:lnTo>
                <a:lnTo>
                  <a:pt x="42" y="495"/>
                </a:lnTo>
                <a:lnTo>
                  <a:pt x="42" y="494"/>
                </a:lnTo>
                <a:lnTo>
                  <a:pt x="42" y="493"/>
                </a:lnTo>
                <a:lnTo>
                  <a:pt x="41" y="493"/>
                </a:lnTo>
                <a:lnTo>
                  <a:pt x="41" y="492"/>
                </a:lnTo>
                <a:lnTo>
                  <a:pt x="42" y="491"/>
                </a:lnTo>
                <a:lnTo>
                  <a:pt x="42" y="490"/>
                </a:lnTo>
                <a:lnTo>
                  <a:pt x="41" y="490"/>
                </a:lnTo>
                <a:lnTo>
                  <a:pt x="42" y="489"/>
                </a:lnTo>
                <a:lnTo>
                  <a:pt x="43" y="489"/>
                </a:lnTo>
                <a:lnTo>
                  <a:pt x="44" y="489"/>
                </a:lnTo>
                <a:lnTo>
                  <a:pt x="44" y="488"/>
                </a:lnTo>
                <a:lnTo>
                  <a:pt x="43" y="488"/>
                </a:lnTo>
                <a:lnTo>
                  <a:pt x="42" y="488"/>
                </a:lnTo>
                <a:lnTo>
                  <a:pt x="42" y="487"/>
                </a:lnTo>
                <a:lnTo>
                  <a:pt x="42" y="486"/>
                </a:lnTo>
                <a:lnTo>
                  <a:pt x="43" y="485"/>
                </a:lnTo>
                <a:lnTo>
                  <a:pt x="43" y="484"/>
                </a:lnTo>
                <a:lnTo>
                  <a:pt x="42" y="484"/>
                </a:lnTo>
                <a:lnTo>
                  <a:pt x="43" y="483"/>
                </a:lnTo>
                <a:lnTo>
                  <a:pt x="42" y="482"/>
                </a:lnTo>
                <a:lnTo>
                  <a:pt x="43" y="482"/>
                </a:lnTo>
                <a:lnTo>
                  <a:pt x="43" y="481"/>
                </a:lnTo>
                <a:lnTo>
                  <a:pt x="42" y="480"/>
                </a:lnTo>
                <a:lnTo>
                  <a:pt x="42" y="481"/>
                </a:lnTo>
                <a:lnTo>
                  <a:pt x="41" y="481"/>
                </a:lnTo>
                <a:lnTo>
                  <a:pt x="40" y="481"/>
                </a:lnTo>
                <a:lnTo>
                  <a:pt x="40" y="480"/>
                </a:lnTo>
                <a:lnTo>
                  <a:pt x="39" y="480"/>
                </a:lnTo>
                <a:lnTo>
                  <a:pt x="38" y="480"/>
                </a:lnTo>
                <a:lnTo>
                  <a:pt x="38" y="479"/>
                </a:lnTo>
                <a:lnTo>
                  <a:pt x="38" y="478"/>
                </a:lnTo>
                <a:lnTo>
                  <a:pt x="39" y="477"/>
                </a:lnTo>
                <a:lnTo>
                  <a:pt x="39" y="476"/>
                </a:lnTo>
                <a:lnTo>
                  <a:pt x="40" y="476"/>
                </a:lnTo>
                <a:lnTo>
                  <a:pt x="40" y="475"/>
                </a:lnTo>
                <a:lnTo>
                  <a:pt x="39" y="475"/>
                </a:lnTo>
                <a:lnTo>
                  <a:pt x="38" y="475"/>
                </a:lnTo>
                <a:lnTo>
                  <a:pt x="37" y="475"/>
                </a:lnTo>
                <a:lnTo>
                  <a:pt x="36" y="474"/>
                </a:lnTo>
                <a:lnTo>
                  <a:pt x="36" y="475"/>
                </a:lnTo>
                <a:lnTo>
                  <a:pt x="35" y="475"/>
                </a:lnTo>
                <a:lnTo>
                  <a:pt x="34" y="475"/>
                </a:lnTo>
                <a:lnTo>
                  <a:pt x="34" y="473"/>
                </a:lnTo>
                <a:lnTo>
                  <a:pt x="35" y="472"/>
                </a:lnTo>
                <a:lnTo>
                  <a:pt x="36" y="471"/>
                </a:lnTo>
                <a:lnTo>
                  <a:pt x="35" y="471"/>
                </a:lnTo>
                <a:lnTo>
                  <a:pt x="35" y="469"/>
                </a:lnTo>
                <a:lnTo>
                  <a:pt x="35" y="468"/>
                </a:lnTo>
                <a:lnTo>
                  <a:pt x="36" y="467"/>
                </a:lnTo>
                <a:lnTo>
                  <a:pt x="36" y="466"/>
                </a:lnTo>
                <a:lnTo>
                  <a:pt x="37" y="467"/>
                </a:lnTo>
                <a:lnTo>
                  <a:pt x="38" y="467"/>
                </a:lnTo>
                <a:lnTo>
                  <a:pt x="38" y="466"/>
                </a:lnTo>
                <a:lnTo>
                  <a:pt x="38" y="465"/>
                </a:lnTo>
                <a:lnTo>
                  <a:pt x="38" y="464"/>
                </a:lnTo>
                <a:lnTo>
                  <a:pt x="38" y="463"/>
                </a:lnTo>
                <a:lnTo>
                  <a:pt x="39" y="463"/>
                </a:lnTo>
                <a:lnTo>
                  <a:pt x="38" y="462"/>
                </a:lnTo>
                <a:lnTo>
                  <a:pt x="37" y="462"/>
                </a:lnTo>
                <a:lnTo>
                  <a:pt x="37" y="461"/>
                </a:lnTo>
                <a:lnTo>
                  <a:pt x="38" y="460"/>
                </a:lnTo>
                <a:lnTo>
                  <a:pt x="38" y="459"/>
                </a:lnTo>
                <a:lnTo>
                  <a:pt x="37" y="459"/>
                </a:lnTo>
                <a:lnTo>
                  <a:pt x="37" y="458"/>
                </a:lnTo>
                <a:lnTo>
                  <a:pt x="36" y="458"/>
                </a:lnTo>
                <a:lnTo>
                  <a:pt x="35" y="457"/>
                </a:lnTo>
                <a:lnTo>
                  <a:pt x="35" y="456"/>
                </a:lnTo>
                <a:lnTo>
                  <a:pt x="34" y="454"/>
                </a:lnTo>
                <a:lnTo>
                  <a:pt x="34" y="453"/>
                </a:lnTo>
                <a:lnTo>
                  <a:pt x="33" y="452"/>
                </a:lnTo>
                <a:lnTo>
                  <a:pt x="33" y="451"/>
                </a:lnTo>
                <a:lnTo>
                  <a:pt x="32" y="450"/>
                </a:lnTo>
                <a:lnTo>
                  <a:pt x="32" y="449"/>
                </a:lnTo>
                <a:lnTo>
                  <a:pt x="32" y="448"/>
                </a:lnTo>
                <a:lnTo>
                  <a:pt x="32" y="447"/>
                </a:lnTo>
                <a:lnTo>
                  <a:pt x="31" y="446"/>
                </a:lnTo>
                <a:lnTo>
                  <a:pt x="32" y="446"/>
                </a:lnTo>
                <a:lnTo>
                  <a:pt x="32" y="445"/>
                </a:lnTo>
                <a:lnTo>
                  <a:pt x="33" y="444"/>
                </a:lnTo>
                <a:lnTo>
                  <a:pt x="34" y="443"/>
                </a:lnTo>
                <a:lnTo>
                  <a:pt x="35" y="442"/>
                </a:lnTo>
                <a:lnTo>
                  <a:pt x="36" y="441"/>
                </a:lnTo>
                <a:lnTo>
                  <a:pt x="35" y="441"/>
                </a:lnTo>
                <a:lnTo>
                  <a:pt x="35" y="440"/>
                </a:lnTo>
                <a:lnTo>
                  <a:pt x="36" y="439"/>
                </a:lnTo>
                <a:lnTo>
                  <a:pt x="36" y="438"/>
                </a:lnTo>
                <a:lnTo>
                  <a:pt x="37" y="437"/>
                </a:lnTo>
                <a:lnTo>
                  <a:pt x="37" y="436"/>
                </a:lnTo>
                <a:lnTo>
                  <a:pt x="36" y="436"/>
                </a:lnTo>
                <a:lnTo>
                  <a:pt x="36" y="435"/>
                </a:lnTo>
                <a:lnTo>
                  <a:pt x="37" y="435"/>
                </a:lnTo>
                <a:lnTo>
                  <a:pt x="38" y="433"/>
                </a:lnTo>
                <a:lnTo>
                  <a:pt x="40" y="432"/>
                </a:lnTo>
                <a:lnTo>
                  <a:pt x="40" y="431"/>
                </a:lnTo>
                <a:lnTo>
                  <a:pt x="40" y="430"/>
                </a:lnTo>
                <a:lnTo>
                  <a:pt x="41" y="430"/>
                </a:lnTo>
                <a:lnTo>
                  <a:pt x="42" y="429"/>
                </a:lnTo>
                <a:lnTo>
                  <a:pt x="41" y="429"/>
                </a:lnTo>
                <a:lnTo>
                  <a:pt x="41" y="428"/>
                </a:lnTo>
                <a:lnTo>
                  <a:pt x="41" y="427"/>
                </a:lnTo>
                <a:lnTo>
                  <a:pt x="41" y="426"/>
                </a:lnTo>
                <a:lnTo>
                  <a:pt x="42" y="425"/>
                </a:lnTo>
                <a:lnTo>
                  <a:pt x="42" y="424"/>
                </a:lnTo>
                <a:lnTo>
                  <a:pt x="41" y="424"/>
                </a:lnTo>
                <a:lnTo>
                  <a:pt x="41" y="423"/>
                </a:lnTo>
                <a:lnTo>
                  <a:pt x="41" y="422"/>
                </a:lnTo>
                <a:lnTo>
                  <a:pt x="41" y="421"/>
                </a:lnTo>
                <a:lnTo>
                  <a:pt x="42" y="420"/>
                </a:lnTo>
                <a:lnTo>
                  <a:pt x="42" y="419"/>
                </a:lnTo>
                <a:lnTo>
                  <a:pt x="41" y="419"/>
                </a:lnTo>
                <a:lnTo>
                  <a:pt x="40" y="418"/>
                </a:lnTo>
                <a:lnTo>
                  <a:pt x="40" y="417"/>
                </a:lnTo>
                <a:lnTo>
                  <a:pt x="41" y="416"/>
                </a:lnTo>
                <a:lnTo>
                  <a:pt x="41" y="415"/>
                </a:lnTo>
                <a:lnTo>
                  <a:pt x="42" y="415"/>
                </a:lnTo>
                <a:lnTo>
                  <a:pt x="42" y="414"/>
                </a:lnTo>
                <a:lnTo>
                  <a:pt x="43" y="413"/>
                </a:lnTo>
                <a:lnTo>
                  <a:pt x="42" y="413"/>
                </a:lnTo>
                <a:lnTo>
                  <a:pt x="43" y="412"/>
                </a:lnTo>
                <a:lnTo>
                  <a:pt x="43" y="411"/>
                </a:lnTo>
                <a:lnTo>
                  <a:pt x="43" y="410"/>
                </a:lnTo>
                <a:lnTo>
                  <a:pt x="44" y="410"/>
                </a:lnTo>
                <a:lnTo>
                  <a:pt x="45" y="410"/>
                </a:lnTo>
                <a:lnTo>
                  <a:pt x="46" y="411"/>
                </a:lnTo>
                <a:lnTo>
                  <a:pt x="47" y="411"/>
                </a:lnTo>
                <a:lnTo>
                  <a:pt x="49" y="411"/>
                </a:lnTo>
                <a:lnTo>
                  <a:pt x="50" y="411"/>
                </a:lnTo>
                <a:lnTo>
                  <a:pt x="50" y="410"/>
                </a:lnTo>
                <a:lnTo>
                  <a:pt x="50" y="409"/>
                </a:lnTo>
                <a:lnTo>
                  <a:pt x="49" y="409"/>
                </a:lnTo>
                <a:lnTo>
                  <a:pt x="49" y="408"/>
                </a:lnTo>
                <a:lnTo>
                  <a:pt x="50" y="408"/>
                </a:lnTo>
                <a:lnTo>
                  <a:pt x="51" y="407"/>
                </a:lnTo>
                <a:lnTo>
                  <a:pt x="52" y="407"/>
                </a:lnTo>
                <a:lnTo>
                  <a:pt x="53" y="407"/>
                </a:lnTo>
                <a:lnTo>
                  <a:pt x="53" y="406"/>
                </a:lnTo>
                <a:lnTo>
                  <a:pt x="54" y="406"/>
                </a:lnTo>
                <a:lnTo>
                  <a:pt x="55" y="406"/>
                </a:lnTo>
                <a:lnTo>
                  <a:pt x="56" y="406"/>
                </a:lnTo>
                <a:lnTo>
                  <a:pt x="57" y="405"/>
                </a:lnTo>
                <a:lnTo>
                  <a:pt x="58" y="404"/>
                </a:lnTo>
                <a:lnTo>
                  <a:pt x="59" y="404"/>
                </a:lnTo>
                <a:lnTo>
                  <a:pt x="59" y="403"/>
                </a:lnTo>
                <a:lnTo>
                  <a:pt x="60" y="403"/>
                </a:lnTo>
                <a:lnTo>
                  <a:pt x="61" y="403"/>
                </a:lnTo>
                <a:lnTo>
                  <a:pt x="61" y="402"/>
                </a:lnTo>
                <a:lnTo>
                  <a:pt x="60" y="402"/>
                </a:lnTo>
                <a:lnTo>
                  <a:pt x="59" y="401"/>
                </a:lnTo>
                <a:lnTo>
                  <a:pt x="60" y="400"/>
                </a:lnTo>
                <a:lnTo>
                  <a:pt x="60" y="399"/>
                </a:lnTo>
                <a:lnTo>
                  <a:pt x="59" y="399"/>
                </a:lnTo>
                <a:lnTo>
                  <a:pt x="59" y="398"/>
                </a:lnTo>
                <a:lnTo>
                  <a:pt x="59" y="397"/>
                </a:lnTo>
                <a:lnTo>
                  <a:pt x="58" y="397"/>
                </a:lnTo>
                <a:lnTo>
                  <a:pt x="58" y="398"/>
                </a:lnTo>
                <a:lnTo>
                  <a:pt x="57" y="398"/>
                </a:lnTo>
                <a:lnTo>
                  <a:pt x="56" y="398"/>
                </a:lnTo>
                <a:lnTo>
                  <a:pt x="56" y="397"/>
                </a:lnTo>
                <a:lnTo>
                  <a:pt x="56" y="396"/>
                </a:lnTo>
                <a:lnTo>
                  <a:pt x="55" y="396"/>
                </a:lnTo>
                <a:lnTo>
                  <a:pt x="54" y="397"/>
                </a:lnTo>
                <a:lnTo>
                  <a:pt x="53" y="397"/>
                </a:lnTo>
                <a:lnTo>
                  <a:pt x="53" y="398"/>
                </a:lnTo>
                <a:lnTo>
                  <a:pt x="53" y="397"/>
                </a:lnTo>
                <a:lnTo>
                  <a:pt x="52" y="397"/>
                </a:lnTo>
                <a:lnTo>
                  <a:pt x="52" y="398"/>
                </a:lnTo>
                <a:lnTo>
                  <a:pt x="51" y="398"/>
                </a:lnTo>
                <a:lnTo>
                  <a:pt x="50" y="398"/>
                </a:lnTo>
                <a:lnTo>
                  <a:pt x="49" y="399"/>
                </a:lnTo>
                <a:lnTo>
                  <a:pt x="48" y="399"/>
                </a:lnTo>
                <a:lnTo>
                  <a:pt x="48" y="400"/>
                </a:lnTo>
                <a:lnTo>
                  <a:pt x="47" y="400"/>
                </a:lnTo>
                <a:lnTo>
                  <a:pt x="47" y="401"/>
                </a:lnTo>
                <a:lnTo>
                  <a:pt x="46" y="401"/>
                </a:lnTo>
                <a:lnTo>
                  <a:pt x="45" y="401"/>
                </a:lnTo>
                <a:lnTo>
                  <a:pt x="45" y="402"/>
                </a:lnTo>
                <a:lnTo>
                  <a:pt x="44" y="402"/>
                </a:lnTo>
                <a:lnTo>
                  <a:pt x="44" y="401"/>
                </a:lnTo>
                <a:lnTo>
                  <a:pt x="44" y="400"/>
                </a:lnTo>
                <a:lnTo>
                  <a:pt x="44" y="399"/>
                </a:lnTo>
                <a:lnTo>
                  <a:pt x="44" y="400"/>
                </a:lnTo>
                <a:lnTo>
                  <a:pt x="43" y="400"/>
                </a:lnTo>
                <a:lnTo>
                  <a:pt x="43" y="399"/>
                </a:lnTo>
                <a:lnTo>
                  <a:pt x="42" y="399"/>
                </a:lnTo>
                <a:lnTo>
                  <a:pt x="42" y="400"/>
                </a:lnTo>
                <a:lnTo>
                  <a:pt x="41" y="400"/>
                </a:lnTo>
                <a:lnTo>
                  <a:pt x="41" y="399"/>
                </a:lnTo>
                <a:lnTo>
                  <a:pt x="40" y="399"/>
                </a:lnTo>
                <a:lnTo>
                  <a:pt x="40" y="400"/>
                </a:lnTo>
                <a:lnTo>
                  <a:pt x="39" y="401"/>
                </a:lnTo>
                <a:lnTo>
                  <a:pt x="38" y="401"/>
                </a:lnTo>
                <a:lnTo>
                  <a:pt x="37" y="401"/>
                </a:lnTo>
                <a:lnTo>
                  <a:pt x="37" y="402"/>
                </a:lnTo>
                <a:lnTo>
                  <a:pt x="36" y="403"/>
                </a:lnTo>
                <a:lnTo>
                  <a:pt x="35" y="402"/>
                </a:lnTo>
                <a:lnTo>
                  <a:pt x="34" y="402"/>
                </a:lnTo>
                <a:lnTo>
                  <a:pt x="34" y="401"/>
                </a:lnTo>
                <a:lnTo>
                  <a:pt x="35" y="401"/>
                </a:lnTo>
                <a:lnTo>
                  <a:pt x="35" y="400"/>
                </a:lnTo>
                <a:lnTo>
                  <a:pt x="35" y="399"/>
                </a:lnTo>
                <a:lnTo>
                  <a:pt x="34" y="399"/>
                </a:lnTo>
                <a:lnTo>
                  <a:pt x="35" y="399"/>
                </a:lnTo>
                <a:lnTo>
                  <a:pt x="35" y="398"/>
                </a:lnTo>
                <a:lnTo>
                  <a:pt x="36" y="398"/>
                </a:lnTo>
                <a:lnTo>
                  <a:pt x="37" y="397"/>
                </a:lnTo>
                <a:lnTo>
                  <a:pt x="37" y="394"/>
                </a:lnTo>
                <a:lnTo>
                  <a:pt x="38" y="393"/>
                </a:lnTo>
                <a:lnTo>
                  <a:pt x="39" y="393"/>
                </a:lnTo>
                <a:lnTo>
                  <a:pt x="39" y="392"/>
                </a:lnTo>
                <a:lnTo>
                  <a:pt x="40" y="392"/>
                </a:lnTo>
                <a:lnTo>
                  <a:pt x="41" y="391"/>
                </a:lnTo>
                <a:lnTo>
                  <a:pt x="42" y="391"/>
                </a:lnTo>
                <a:lnTo>
                  <a:pt x="41" y="391"/>
                </a:lnTo>
                <a:lnTo>
                  <a:pt x="41" y="390"/>
                </a:lnTo>
                <a:lnTo>
                  <a:pt x="41" y="389"/>
                </a:lnTo>
                <a:lnTo>
                  <a:pt x="41" y="388"/>
                </a:lnTo>
                <a:lnTo>
                  <a:pt x="42" y="388"/>
                </a:lnTo>
                <a:lnTo>
                  <a:pt x="42" y="387"/>
                </a:lnTo>
                <a:lnTo>
                  <a:pt x="43" y="387"/>
                </a:lnTo>
                <a:lnTo>
                  <a:pt x="43" y="386"/>
                </a:lnTo>
                <a:lnTo>
                  <a:pt x="42" y="386"/>
                </a:lnTo>
                <a:lnTo>
                  <a:pt x="43" y="386"/>
                </a:lnTo>
                <a:lnTo>
                  <a:pt x="43" y="385"/>
                </a:lnTo>
                <a:lnTo>
                  <a:pt x="42" y="385"/>
                </a:lnTo>
                <a:lnTo>
                  <a:pt x="43" y="384"/>
                </a:lnTo>
                <a:lnTo>
                  <a:pt x="44" y="384"/>
                </a:lnTo>
                <a:lnTo>
                  <a:pt x="43" y="384"/>
                </a:lnTo>
                <a:lnTo>
                  <a:pt x="43" y="383"/>
                </a:lnTo>
                <a:lnTo>
                  <a:pt x="43" y="382"/>
                </a:lnTo>
                <a:lnTo>
                  <a:pt x="43" y="381"/>
                </a:lnTo>
                <a:lnTo>
                  <a:pt x="42" y="381"/>
                </a:lnTo>
                <a:lnTo>
                  <a:pt x="42" y="380"/>
                </a:lnTo>
                <a:lnTo>
                  <a:pt x="43" y="379"/>
                </a:lnTo>
                <a:lnTo>
                  <a:pt x="43" y="378"/>
                </a:lnTo>
                <a:lnTo>
                  <a:pt x="44" y="378"/>
                </a:lnTo>
                <a:lnTo>
                  <a:pt x="45" y="377"/>
                </a:lnTo>
                <a:lnTo>
                  <a:pt x="45" y="376"/>
                </a:lnTo>
                <a:lnTo>
                  <a:pt x="46" y="376"/>
                </a:lnTo>
                <a:lnTo>
                  <a:pt x="46" y="377"/>
                </a:lnTo>
                <a:lnTo>
                  <a:pt x="47" y="377"/>
                </a:lnTo>
                <a:lnTo>
                  <a:pt x="47" y="376"/>
                </a:lnTo>
                <a:lnTo>
                  <a:pt x="47" y="375"/>
                </a:lnTo>
                <a:lnTo>
                  <a:pt x="47" y="374"/>
                </a:lnTo>
                <a:lnTo>
                  <a:pt x="47" y="373"/>
                </a:lnTo>
                <a:lnTo>
                  <a:pt x="47" y="372"/>
                </a:lnTo>
                <a:lnTo>
                  <a:pt x="47" y="371"/>
                </a:lnTo>
                <a:lnTo>
                  <a:pt x="48" y="371"/>
                </a:lnTo>
                <a:lnTo>
                  <a:pt x="48" y="370"/>
                </a:lnTo>
                <a:lnTo>
                  <a:pt x="49" y="370"/>
                </a:lnTo>
                <a:lnTo>
                  <a:pt x="48" y="369"/>
                </a:lnTo>
                <a:lnTo>
                  <a:pt x="46" y="369"/>
                </a:lnTo>
                <a:lnTo>
                  <a:pt x="46" y="368"/>
                </a:lnTo>
                <a:lnTo>
                  <a:pt x="47" y="367"/>
                </a:lnTo>
                <a:lnTo>
                  <a:pt x="47" y="366"/>
                </a:lnTo>
                <a:lnTo>
                  <a:pt x="47" y="365"/>
                </a:lnTo>
                <a:lnTo>
                  <a:pt x="47" y="364"/>
                </a:lnTo>
                <a:lnTo>
                  <a:pt x="48" y="363"/>
                </a:lnTo>
                <a:lnTo>
                  <a:pt x="48" y="362"/>
                </a:lnTo>
                <a:lnTo>
                  <a:pt x="49" y="361"/>
                </a:lnTo>
                <a:lnTo>
                  <a:pt x="49" y="360"/>
                </a:lnTo>
                <a:lnTo>
                  <a:pt x="49" y="359"/>
                </a:lnTo>
                <a:lnTo>
                  <a:pt x="47" y="359"/>
                </a:lnTo>
                <a:lnTo>
                  <a:pt x="46" y="359"/>
                </a:lnTo>
                <a:lnTo>
                  <a:pt x="45" y="359"/>
                </a:lnTo>
                <a:lnTo>
                  <a:pt x="43" y="359"/>
                </a:lnTo>
                <a:lnTo>
                  <a:pt x="42" y="358"/>
                </a:lnTo>
                <a:lnTo>
                  <a:pt x="41" y="358"/>
                </a:lnTo>
                <a:lnTo>
                  <a:pt x="41" y="357"/>
                </a:lnTo>
                <a:lnTo>
                  <a:pt x="40" y="357"/>
                </a:lnTo>
                <a:lnTo>
                  <a:pt x="40" y="356"/>
                </a:lnTo>
                <a:lnTo>
                  <a:pt x="39" y="356"/>
                </a:lnTo>
                <a:lnTo>
                  <a:pt x="39" y="355"/>
                </a:lnTo>
                <a:lnTo>
                  <a:pt x="38" y="355"/>
                </a:lnTo>
                <a:lnTo>
                  <a:pt x="37" y="355"/>
                </a:lnTo>
                <a:lnTo>
                  <a:pt x="37" y="356"/>
                </a:lnTo>
                <a:lnTo>
                  <a:pt x="37" y="355"/>
                </a:lnTo>
                <a:lnTo>
                  <a:pt x="36" y="355"/>
                </a:lnTo>
                <a:lnTo>
                  <a:pt x="35" y="355"/>
                </a:lnTo>
                <a:lnTo>
                  <a:pt x="34" y="355"/>
                </a:lnTo>
                <a:lnTo>
                  <a:pt x="33" y="356"/>
                </a:lnTo>
                <a:lnTo>
                  <a:pt x="32" y="355"/>
                </a:lnTo>
                <a:lnTo>
                  <a:pt x="31" y="356"/>
                </a:lnTo>
                <a:lnTo>
                  <a:pt x="31" y="355"/>
                </a:lnTo>
                <a:lnTo>
                  <a:pt x="30" y="355"/>
                </a:lnTo>
                <a:lnTo>
                  <a:pt x="30" y="354"/>
                </a:lnTo>
                <a:lnTo>
                  <a:pt x="29" y="353"/>
                </a:lnTo>
                <a:lnTo>
                  <a:pt x="29" y="352"/>
                </a:lnTo>
                <a:lnTo>
                  <a:pt x="29" y="351"/>
                </a:lnTo>
                <a:lnTo>
                  <a:pt x="28" y="351"/>
                </a:lnTo>
                <a:lnTo>
                  <a:pt x="27" y="352"/>
                </a:lnTo>
                <a:lnTo>
                  <a:pt x="27" y="351"/>
                </a:lnTo>
                <a:lnTo>
                  <a:pt x="27" y="350"/>
                </a:lnTo>
                <a:lnTo>
                  <a:pt x="27" y="349"/>
                </a:lnTo>
                <a:lnTo>
                  <a:pt x="27" y="346"/>
                </a:lnTo>
                <a:lnTo>
                  <a:pt x="26" y="346"/>
                </a:lnTo>
                <a:lnTo>
                  <a:pt x="26" y="345"/>
                </a:lnTo>
                <a:lnTo>
                  <a:pt x="26" y="344"/>
                </a:lnTo>
                <a:lnTo>
                  <a:pt x="26" y="342"/>
                </a:lnTo>
                <a:lnTo>
                  <a:pt x="26" y="341"/>
                </a:lnTo>
                <a:lnTo>
                  <a:pt x="26" y="340"/>
                </a:lnTo>
                <a:lnTo>
                  <a:pt x="26" y="339"/>
                </a:lnTo>
                <a:lnTo>
                  <a:pt x="25" y="338"/>
                </a:lnTo>
                <a:lnTo>
                  <a:pt x="24" y="337"/>
                </a:lnTo>
                <a:lnTo>
                  <a:pt x="24" y="336"/>
                </a:lnTo>
                <a:lnTo>
                  <a:pt x="25" y="336"/>
                </a:lnTo>
                <a:lnTo>
                  <a:pt x="25" y="335"/>
                </a:lnTo>
                <a:lnTo>
                  <a:pt x="26" y="335"/>
                </a:lnTo>
                <a:lnTo>
                  <a:pt x="26" y="334"/>
                </a:lnTo>
                <a:lnTo>
                  <a:pt x="26" y="333"/>
                </a:lnTo>
                <a:lnTo>
                  <a:pt x="28" y="331"/>
                </a:lnTo>
                <a:lnTo>
                  <a:pt x="28" y="330"/>
                </a:lnTo>
                <a:lnTo>
                  <a:pt x="30" y="330"/>
                </a:lnTo>
                <a:lnTo>
                  <a:pt x="29" y="330"/>
                </a:lnTo>
                <a:lnTo>
                  <a:pt x="29" y="329"/>
                </a:lnTo>
                <a:lnTo>
                  <a:pt x="29" y="327"/>
                </a:lnTo>
                <a:lnTo>
                  <a:pt x="30" y="326"/>
                </a:lnTo>
                <a:lnTo>
                  <a:pt x="30" y="325"/>
                </a:lnTo>
                <a:lnTo>
                  <a:pt x="30" y="324"/>
                </a:lnTo>
                <a:lnTo>
                  <a:pt x="30" y="323"/>
                </a:lnTo>
                <a:lnTo>
                  <a:pt x="31" y="323"/>
                </a:lnTo>
                <a:lnTo>
                  <a:pt x="31" y="322"/>
                </a:lnTo>
                <a:lnTo>
                  <a:pt x="32" y="322"/>
                </a:lnTo>
                <a:lnTo>
                  <a:pt x="33" y="322"/>
                </a:lnTo>
                <a:lnTo>
                  <a:pt x="33" y="321"/>
                </a:lnTo>
                <a:lnTo>
                  <a:pt x="32" y="320"/>
                </a:lnTo>
                <a:lnTo>
                  <a:pt x="31" y="320"/>
                </a:lnTo>
                <a:lnTo>
                  <a:pt x="30" y="320"/>
                </a:lnTo>
                <a:lnTo>
                  <a:pt x="29" y="319"/>
                </a:lnTo>
                <a:lnTo>
                  <a:pt x="29" y="318"/>
                </a:lnTo>
                <a:lnTo>
                  <a:pt x="28" y="317"/>
                </a:lnTo>
                <a:lnTo>
                  <a:pt x="27" y="317"/>
                </a:lnTo>
                <a:lnTo>
                  <a:pt x="27" y="316"/>
                </a:lnTo>
                <a:lnTo>
                  <a:pt x="27" y="317"/>
                </a:lnTo>
                <a:lnTo>
                  <a:pt x="27" y="316"/>
                </a:lnTo>
                <a:lnTo>
                  <a:pt x="27" y="315"/>
                </a:lnTo>
                <a:lnTo>
                  <a:pt x="27" y="314"/>
                </a:lnTo>
                <a:lnTo>
                  <a:pt x="26" y="314"/>
                </a:lnTo>
                <a:lnTo>
                  <a:pt x="25" y="314"/>
                </a:lnTo>
                <a:lnTo>
                  <a:pt x="25" y="313"/>
                </a:lnTo>
                <a:lnTo>
                  <a:pt x="23" y="312"/>
                </a:lnTo>
                <a:lnTo>
                  <a:pt x="22" y="311"/>
                </a:lnTo>
                <a:lnTo>
                  <a:pt x="22" y="310"/>
                </a:lnTo>
                <a:lnTo>
                  <a:pt x="22" y="308"/>
                </a:lnTo>
                <a:lnTo>
                  <a:pt x="22" y="307"/>
                </a:lnTo>
                <a:lnTo>
                  <a:pt x="22" y="306"/>
                </a:lnTo>
                <a:lnTo>
                  <a:pt x="20" y="306"/>
                </a:lnTo>
                <a:lnTo>
                  <a:pt x="19" y="307"/>
                </a:lnTo>
                <a:lnTo>
                  <a:pt x="18" y="306"/>
                </a:lnTo>
                <a:lnTo>
                  <a:pt x="17" y="306"/>
                </a:lnTo>
                <a:lnTo>
                  <a:pt x="18" y="306"/>
                </a:lnTo>
                <a:lnTo>
                  <a:pt x="18" y="305"/>
                </a:lnTo>
                <a:lnTo>
                  <a:pt x="18" y="304"/>
                </a:lnTo>
                <a:lnTo>
                  <a:pt x="17" y="304"/>
                </a:lnTo>
                <a:lnTo>
                  <a:pt x="18" y="304"/>
                </a:lnTo>
                <a:lnTo>
                  <a:pt x="18" y="303"/>
                </a:lnTo>
                <a:lnTo>
                  <a:pt x="18" y="302"/>
                </a:lnTo>
                <a:lnTo>
                  <a:pt x="19" y="301"/>
                </a:lnTo>
                <a:lnTo>
                  <a:pt x="20" y="301"/>
                </a:lnTo>
                <a:lnTo>
                  <a:pt x="20" y="300"/>
                </a:lnTo>
                <a:lnTo>
                  <a:pt x="20" y="299"/>
                </a:lnTo>
                <a:lnTo>
                  <a:pt x="22" y="299"/>
                </a:lnTo>
                <a:lnTo>
                  <a:pt x="22" y="298"/>
                </a:lnTo>
                <a:lnTo>
                  <a:pt x="23" y="296"/>
                </a:lnTo>
                <a:lnTo>
                  <a:pt x="24" y="294"/>
                </a:lnTo>
                <a:lnTo>
                  <a:pt x="25" y="293"/>
                </a:lnTo>
                <a:lnTo>
                  <a:pt x="25" y="292"/>
                </a:lnTo>
                <a:lnTo>
                  <a:pt x="25" y="291"/>
                </a:lnTo>
                <a:lnTo>
                  <a:pt x="27" y="288"/>
                </a:lnTo>
                <a:lnTo>
                  <a:pt x="27" y="287"/>
                </a:lnTo>
                <a:lnTo>
                  <a:pt x="28" y="286"/>
                </a:lnTo>
                <a:lnTo>
                  <a:pt x="27" y="286"/>
                </a:lnTo>
                <a:lnTo>
                  <a:pt x="26" y="286"/>
                </a:lnTo>
                <a:lnTo>
                  <a:pt x="26" y="284"/>
                </a:lnTo>
                <a:lnTo>
                  <a:pt x="26" y="283"/>
                </a:lnTo>
                <a:lnTo>
                  <a:pt x="27" y="282"/>
                </a:lnTo>
                <a:lnTo>
                  <a:pt x="28" y="281"/>
                </a:lnTo>
                <a:lnTo>
                  <a:pt x="28" y="280"/>
                </a:lnTo>
                <a:lnTo>
                  <a:pt x="27" y="279"/>
                </a:lnTo>
                <a:lnTo>
                  <a:pt x="28" y="279"/>
                </a:lnTo>
                <a:lnTo>
                  <a:pt x="28" y="278"/>
                </a:lnTo>
                <a:lnTo>
                  <a:pt x="28" y="277"/>
                </a:lnTo>
                <a:lnTo>
                  <a:pt x="27" y="277"/>
                </a:lnTo>
                <a:lnTo>
                  <a:pt x="27" y="278"/>
                </a:lnTo>
                <a:lnTo>
                  <a:pt x="26" y="279"/>
                </a:lnTo>
                <a:lnTo>
                  <a:pt x="26" y="278"/>
                </a:lnTo>
                <a:lnTo>
                  <a:pt x="25" y="278"/>
                </a:lnTo>
                <a:lnTo>
                  <a:pt x="24" y="278"/>
                </a:lnTo>
                <a:lnTo>
                  <a:pt x="23" y="279"/>
                </a:lnTo>
                <a:lnTo>
                  <a:pt x="22" y="279"/>
                </a:lnTo>
                <a:lnTo>
                  <a:pt x="22" y="278"/>
                </a:lnTo>
                <a:lnTo>
                  <a:pt x="20" y="278"/>
                </a:lnTo>
                <a:lnTo>
                  <a:pt x="19" y="279"/>
                </a:lnTo>
                <a:lnTo>
                  <a:pt x="17" y="279"/>
                </a:lnTo>
                <a:lnTo>
                  <a:pt x="16" y="280"/>
                </a:lnTo>
                <a:lnTo>
                  <a:pt x="16" y="279"/>
                </a:lnTo>
                <a:lnTo>
                  <a:pt x="15" y="279"/>
                </a:lnTo>
                <a:lnTo>
                  <a:pt x="15" y="280"/>
                </a:lnTo>
                <a:lnTo>
                  <a:pt x="14" y="281"/>
                </a:lnTo>
                <a:lnTo>
                  <a:pt x="13" y="281"/>
                </a:lnTo>
                <a:lnTo>
                  <a:pt x="13" y="280"/>
                </a:lnTo>
                <a:lnTo>
                  <a:pt x="13" y="281"/>
                </a:lnTo>
                <a:lnTo>
                  <a:pt x="12" y="281"/>
                </a:lnTo>
                <a:lnTo>
                  <a:pt x="12" y="282"/>
                </a:lnTo>
                <a:lnTo>
                  <a:pt x="11" y="282"/>
                </a:lnTo>
                <a:lnTo>
                  <a:pt x="9" y="282"/>
                </a:lnTo>
                <a:lnTo>
                  <a:pt x="8" y="282"/>
                </a:lnTo>
                <a:lnTo>
                  <a:pt x="8" y="281"/>
                </a:lnTo>
                <a:lnTo>
                  <a:pt x="7" y="280"/>
                </a:lnTo>
                <a:lnTo>
                  <a:pt x="6" y="280"/>
                </a:lnTo>
                <a:lnTo>
                  <a:pt x="5" y="280"/>
                </a:lnTo>
                <a:lnTo>
                  <a:pt x="4" y="280"/>
                </a:lnTo>
                <a:lnTo>
                  <a:pt x="3" y="280"/>
                </a:lnTo>
                <a:lnTo>
                  <a:pt x="3" y="279"/>
                </a:lnTo>
                <a:lnTo>
                  <a:pt x="2" y="279"/>
                </a:lnTo>
                <a:lnTo>
                  <a:pt x="3" y="278"/>
                </a:lnTo>
                <a:lnTo>
                  <a:pt x="2" y="278"/>
                </a:lnTo>
                <a:lnTo>
                  <a:pt x="2" y="277"/>
                </a:lnTo>
                <a:lnTo>
                  <a:pt x="2" y="276"/>
                </a:lnTo>
                <a:lnTo>
                  <a:pt x="3" y="276"/>
                </a:lnTo>
                <a:lnTo>
                  <a:pt x="4" y="275"/>
                </a:lnTo>
                <a:lnTo>
                  <a:pt x="5" y="275"/>
                </a:lnTo>
                <a:lnTo>
                  <a:pt x="5" y="274"/>
                </a:lnTo>
                <a:lnTo>
                  <a:pt x="4" y="273"/>
                </a:lnTo>
                <a:lnTo>
                  <a:pt x="3" y="273"/>
                </a:lnTo>
                <a:lnTo>
                  <a:pt x="2" y="273"/>
                </a:lnTo>
                <a:lnTo>
                  <a:pt x="2" y="272"/>
                </a:lnTo>
                <a:lnTo>
                  <a:pt x="2" y="271"/>
                </a:lnTo>
                <a:lnTo>
                  <a:pt x="2" y="270"/>
                </a:lnTo>
                <a:lnTo>
                  <a:pt x="2" y="269"/>
                </a:lnTo>
                <a:lnTo>
                  <a:pt x="2" y="268"/>
                </a:lnTo>
                <a:lnTo>
                  <a:pt x="3" y="267"/>
                </a:lnTo>
                <a:lnTo>
                  <a:pt x="4" y="265"/>
                </a:lnTo>
                <a:lnTo>
                  <a:pt x="5" y="264"/>
                </a:lnTo>
                <a:lnTo>
                  <a:pt x="4" y="262"/>
                </a:lnTo>
                <a:lnTo>
                  <a:pt x="4" y="263"/>
                </a:lnTo>
                <a:lnTo>
                  <a:pt x="3" y="263"/>
                </a:lnTo>
                <a:lnTo>
                  <a:pt x="2" y="263"/>
                </a:lnTo>
                <a:lnTo>
                  <a:pt x="1" y="263"/>
                </a:lnTo>
                <a:lnTo>
                  <a:pt x="1" y="262"/>
                </a:lnTo>
                <a:lnTo>
                  <a:pt x="1" y="263"/>
                </a:lnTo>
                <a:lnTo>
                  <a:pt x="1" y="262"/>
                </a:lnTo>
                <a:lnTo>
                  <a:pt x="0" y="261"/>
                </a:lnTo>
                <a:lnTo>
                  <a:pt x="1" y="261"/>
                </a:lnTo>
                <a:lnTo>
                  <a:pt x="0" y="260"/>
                </a:lnTo>
                <a:lnTo>
                  <a:pt x="1" y="260"/>
                </a:lnTo>
                <a:lnTo>
                  <a:pt x="1" y="259"/>
                </a:lnTo>
                <a:lnTo>
                  <a:pt x="2" y="258"/>
                </a:lnTo>
                <a:lnTo>
                  <a:pt x="2" y="257"/>
                </a:lnTo>
                <a:lnTo>
                  <a:pt x="2" y="256"/>
                </a:lnTo>
                <a:lnTo>
                  <a:pt x="3" y="256"/>
                </a:lnTo>
                <a:lnTo>
                  <a:pt x="3" y="255"/>
                </a:lnTo>
                <a:lnTo>
                  <a:pt x="2" y="255"/>
                </a:lnTo>
                <a:lnTo>
                  <a:pt x="3" y="253"/>
                </a:lnTo>
                <a:lnTo>
                  <a:pt x="3" y="252"/>
                </a:lnTo>
                <a:lnTo>
                  <a:pt x="3" y="251"/>
                </a:lnTo>
                <a:lnTo>
                  <a:pt x="4" y="251"/>
                </a:lnTo>
                <a:lnTo>
                  <a:pt x="5" y="250"/>
                </a:lnTo>
                <a:lnTo>
                  <a:pt x="6" y="249"/>
                </a:lnTo>
                <a:lnTo>
                  <a:pt x="7" y="248"/>
                </a:lnTo>
                <a:lnTo>
                  <a:pt x="8" y="246"/>
                </a:lnTo>
                <a:lnTo>
                  <a:pt x="8" y="245"/>
                </a:lnTo>
                <a:lnTo>
                  <a:pt x="9" y="244"/>
                </a:lnTo>
                <a:lnTo>
                  <a:pt x="10" y="243"/>
                </a:lnTo>
                <a:lnTo>
                  <a:pt x="11" y="243"/>
                </a:lnTo>
                <a:lnTo>
                  <a:pt x="11" y="242"/>
                </a:lnTo>
                <a:lnTo>
                  <a:pt x="11" y="241"/>
                </a:lnTo>
                <a:lnTo>
                  <a:pt x="11" y="240"/>
                </a:lnTo>
                <a:lnTo>
                  <a:pt x="12" y="239"/>
                </a:lnTo>
                <a:lnTo>
                  <a:pt x="13" y="238"/>
                </a:lnTo>
                <a:lnTo>
                  <a:pt x="14" y="237"/>
                </a:lnTo>
                <a:lnTo>
                  <a:pt x="15" y="236"/>
                </a:lnTo>
                <a:lnTo>
                  <a:pt x="16" y="236"/>
                </a:lnTo>
                <a:lnTo>
                  <a:pt x="17" y="234"/>
                </a:lnTo>
                <a:lnTo>
                  <a:pt x="17" y="233"/>
                </a:lnTo>
                <a:lnTo>
                  <a:pt x="17" y="232"/>
                </a:lnTo>
                <a:lnTo>
                  <a:pt x="17" y="230"/>
                </a:lnTo>
                <a:lnTo>
                  <a:pt x="17" y="229"/>
                </a:lnTo>
                <a:lnTo>
                  <a:pt x="16" y="228"/>
                </a:lnTo>
                <a:lnTo>
                  <a:pt x="16" y="227"/>
                </a:lnTo>
                <a:lnTo>
                  <a:pt x="15" y="227"/>
                </a:lnTo>
                <a:lnTo>
                  <a:pt x="14" y="227"/>
                </a:lnTo>
                <a:lnTo>
                  <a:pt x="14" y="226"/>
                </a:lnTo>
                <a:lnTo>
                  <a:pt x="14" y="225"/>
                </a:lnTo>
                <a:lnTo>
                  <a:pt x="14" y="224"/>
                </a:lnTo>
                <a:lnTo>
                  <a:pt x="15" y="222"/>
                </a:lnTo>
                <a:lnTo>
                  <a:pt x="16" y="221"/>
                </a:lnTo>
                <a:lnTo>
                  <a:pt x="16" y="220"/>
                </a:lnTo>
                <a:lnTo>
                  <a:pt x="17" y="219"/>
                </a:lnTo>
                <a:lnTo>
                  <a:pt x="18" y="219"/>
                </a:lnTo>
                <a:lnTo>
                  <a:pt x="19" y="218"/>
                </a:lnTo>
                <a:lnTo>
                  <a:pt x="20" y="218"/>
                </a:lnTo>
                <a:lnTo>
                  <a:pt x="19" y="218"/>
                </a:lnTo>
                <a:lnTo>
                  <a:pt x="19" y="217"/>
                </a:lnTo>
                <a:lnTo>
                  <a:pt x="20" y="217"/>
                </a:lnTo>
                <a:lnTo>
                  <a:pt x="20" y="216"/>
                </a:lnTo>
                <a:lnTo>
                  <a:pt x="23" y="216"/>
                </a:lnTo>
                <a:lnTo>
                  <a:pt x="24" y="217"/>
                </a:lnTo>
                <a:lnTo>
                  <a:pt x="25" y="217"/>
                </a:lnTo>
                <a:lnTo>
                  <a:pt x="26" y="217"/>
                </a:lnTo>
                <a:lnTo>
                  <a:pt x="26" y="216"/>
                </a:lnTo>
                <a:lnTo>
                  <a:pt x="26" y="215"/>
                </a:lnTo>
                <a:lnTo>
                  <a:pt x="26" y="214"/>
                </a:lnTo>
                <a:lnTo>
                  <a:pt x="27" y="213"/>
                </a:lnTo>
                <a:lnTo>
                  <a:pt x="28" y="213"/>
                </a:lnTo>
                <a:lnTo>
                  <a:pt x="28" y="214"/>
                </a:lnTo>
                <a:lnTo>
                  <a:pt x="28" y="215"/>
                </a:lnTo>
                <a:lnTo>
                  <a:pt x="29" y="215"/>
                </a:lnTo>
                <a:lnTo>
                  <a:pt x="29" y="214"/>
                </a:lnTo>
                <a:lnTo>
                  <a:pt x="30" y="215"/>
                </a:lnTo>
                <a:lnTo>
                  <a:pt x="31" y="215"/>
                </a:lnTo>
                <a:lnTo>
                  <a:pt x="32" y="214"/>
                </a:lnTo>
                <a:lnTo>
                  <a:pt x="32" y="213"/>
                </a:lnTo>
                <a:lnTo>
                  <a:pt x="33" y="213"/>
                </a:lnTo>
                <a:lnTo>
                  <a:pt x="33" y="212"/>
                </a:lnTo>
                <a:lnTo>
                  <a:pt x="34" y="212"/>
                </a:lnTo>
                <a:lnTo>
                  <a:pt x="34" y="213"/>
                </a:lnTo>
                <a:lnTo>
                  <a:pt x="34" y="212"/>
                </a:lnTo>
                <a:lnTo>
                  <a:pt x="35" y="212"/>
                </a:lnTo>
                <a:lnTo>
                  <a:pt x="36" y="212"/>
                </a:lnTo>
                <a:lnTo>
                  <a:pt x="35" y="211"/>
                </a:lnTo>
                <a:lnTo>
                  <a:pt x="35" y="210"/>
                </a:lnTo>
                <a:lnTo>
                  <a:pt x="36" y="210"/>
                </a:lnTo>
                <a:lnTo>
                  <a:pt x="37" y="209"/>
                </a:lnTo>
                <a:lnTo>
                  <a:pt x="37" y="210"/>
                </a:lnTo>
                <a:lnTo>
                  <a:pt x="38" y="210"/>
                </a:lnTo>
                <a:lnTo>
                  <a:pt x="39" y="210"/>
                </a:lnTo>
                <a:lnTo>
                  <a:pt x="39" y="209"/>
                </a:lnTo>
                <a:lnTo>
                  <a:pt x="39" y="210"/>
                </a:lnTo>
                <a:lnTo>
                  <a:pt x="40" y="210"/>
                </a:lnTo>
                <a:lnTo>
                  <a:pt x="41" y="210"/>
                </a:lnTo>
                <a:lnTo>
                  <a:pt x="41" y="211"/>
                </a:lnTo>
                <a:lnTo>
                  <a:pt x="42" y="210"/>
                </a:lnTo>
                <a:lnTo>
                  <a:pt x="42" y="209"/>
                </a:lnTo>
                <a:lnTo>
                  <a:pt x="42" y="208"/>
                </a:lnTo>
                <a:lnTo>
                  <a:pt x="43" y="208"/>
                </a:lnTo>
                <a:lnTo>
                  <a:pt x="43" y="207"/>
                </a:lnTo>
                <a:lnTo>
                  <a:pt x="43" y="206"/>
                </a:lnTo>
                <a:lnTo>
                  <a:pt x="42" y="206"/>
                </a:lnTo>
                <a:lnTo>
                  <a:pt x="42" y="205"/>
                </a:lnTo>
                <a:lnTo>
                  <a:pt x="41" y="205"/>
                </a:lnTo>
                <a:lnTo>
                  <a:pt x="42" y="205"/>
                </a:lnTo>
                <a:lnTo>
                  <a:pt x="42" y="204"/>
                </a:lnTo>
                <a:lnTo>
                  <a:pt x="41" y="204"/>
                </a:lnTo>
                <a:lnTo>
                  <a:pt x="41" y="203"/>
                </a:lnTo>
                <a:lnTo>
                  <a:pt x="41" y="202"/>
                </a:lnTo>
                <a:lnTo>
                  <a:pt x="41" y="201"/>
                </a:lnTo>
                <a:lnTo>
                  <a:pt x="40" y="201"/>
                </a:lnTo>
                <a:lnTo>
                  <a:pt x="40" y="200"/>
                </a:lnTo>
                <a:lnTo>
                  <a:pt x="40" y="199"/>
                </a:lnTo>
                <a:lnTo>
                  <a:pt x="39" y="199"/>
                </a:lnTo>
                <a:lnTo>
                  <a:pt x="39" y="198"/>
                </a:lnTo>
                <a:lnTo>
                  <a:pt x="38" y="197"/>
                </a:lnTo>
                <a:lnTo>
                  <a:pt x="39" y="197"/>
                </a:lnTo>
                <a:lnTo>
                  <a:pt x="39" y="196"/>
                </a:lnTo>
                <a:lnTo>
                  <a:pt x="39" y="197"/>
                </a:lnTo>
                <a:lnTo>
                  <a:pt x="40" y="197"/>
                </a:lnTo>
                <a:lnTo>
                  <a:pt x="40" y="196"/>
                </a:lnTo>
                <a:lnTo>
                  <a:pt x="41" y="196"/>
                </a:lnTo>
                <a:lnTo>
                  <a:pt x="43" y="196"/>
                </a:lnTo>
                <a:lnTo>
                  <a:pt x="44" y="196"/>
                </a:lnTo>
                <a:lnTo>
                  <a:pt x="45" y="196"/>
                </a:lnTo>
                <a:lnTo>
                  <a:pt x="46" y="196"/>
                </a:lnTo>
                <a:lnTo>
                  <a:pt x="47" y="195"/>
                </a:lnTo>
                <a:lnTo>
                  <a:pt x="48" y="195"/>
                </a:lnTo>
                <a:lnTo>
                  <a:pt x="49" y="195"/>
                </a:lnTo>
                <a:lnTo>
                  <a:pt x="49" y="194"/>
                </a:lnTo>
                <a:lnTo>
                  <a:pt x="49" y="193"/>
                </a:lnTo>
                <a:lnTo>
                  <a:pt x="49" y="192"/>
                </a:lnTo>
                <a:lnTo>
                  <a:pt x="50" y="192"/>
                </a:lnTo>
                <a:lnTo>
                  <a:pt x="51" y="191"/>
                </a:lnTo>
                <a:lnTo>
                  <a:pt x="51" y="189"/>
                </a:lnTo>
                <a:lnTo>
                  <a:pt x="52" y="188"/>
                </a:lnTo>
                <a:lnTo>
                  <a:pt x="52" y="187"/>
                </a:lnTo>
                <a:lnTo>
                  <a:pt x="53" y="187"/>
                </a:lnTo>
                <a:lnTo>
                  <a:pt x="54" y="187"/>
                </a:lnTo>
                <a:lnTo>
                  <a:pt x="55" y="187"/>
                </a:lnTo>
                <a:lnTo>
                  <a:pt x="56" y="187"/>
                </a:lnTo>
                <a:lnTo>
                  <a:pt x="56" y="186"/>
                </a:lnTo>
                <a:lnTo>
                  <a:pt x="56" y="185"/>
                </a:lnTo>
                <a:lnTo>
                  <a:pt x="57" y="185"/>
                </a:lnTo>
                <a:lnTo>
                  <a:pt x="57" y="184"/>
                </a:lnTo>
                <a:lnTo>
                  <a:pt x="57" y="183"/>
                </a:lnTo>
                <a:lnTo>
                  <a:pt x="58" y="183"/>
                </a:lnTo>
                <a:lnTo>
                  <a:pt x="59" y="183"/>
                </a:lnTo>
                <a:lnTo>
                  <a:pt x="59" y="182"/>
                </a:lnTo>
                <a:lnTo>
                  <a:pt x="60" y="182"/>
                </a:lnTo>
                <a:lnTo>
                  <a:pt x="60" y="181"/>
                </a:lnTo>
                <a:lnTo>
                  <a:pt x="61" y="181"/>
                </a:lnTo>
                <a:lnTo>
                  <a:pt x="61" y="180"/>
                </a:lnTo>
                <a:lnTo>
                  <a:pt x="62" y="180"/>
                </a:lnTo>
                <a:lnTo>
                  <a:pt x="62" y="179"/>
                </a:lnTo>
                <a:lnTo>
                  <a:pt x="62" y="178"/>
                </a:lnTo>
                <a:lnTo>
                  <a:pt x="61" y="179"/>
                </a:lnTo>
                <a:lnTo>
                  <a:pt x="61" y="178"/>
                </a:lnTo>
                <a:lnTo>
                  <a:pt x="62" y="178"/>
                </a:lnTo>
                <a:lnTo>
                  <a:pt x="61" y="178"/>
                </a:lnTo>
                <a:lnTo>
                  <a:pt x="61" y="177"/>
                </a:lnTo>
                <a:lnTo>
                  <a:pt x="62" y="178"/>
                </a:lnTo>
                <a:lnTo>
                  <a:pt x="62" y="177"/>
                </a:lnTo>
                <a:lnTo>
                  <a:pt x="63" y="177"/>
                </a:lnTo>
                <a:lnTo>
                  <a:pt x="63" y="176"/>
                </a:lnTo>
                <a:lnTo>
                  <a:pt x="62" y="176"/>
                </a:lnTo>
                <a:lnTo>
                  <a:pt x="62" y="175"/>
                </a:lnTo>
                <a:lnTo>
                  <a:pt x="63" y="174"/>
                </a:lnTo>
                <a:lnTo>
                  <a:pt x="62" y="174"/>
                </a:lnTo>
                <a:lnTo>
                  <a:pt x="62" y="173"/>
                </a:lnTo>
                <a:lnTo>
                  <a:pt x="62" y="172"/>
                </a:lnTo>
                <a:lnTo>
                  <a:pt x="61" y="172"/>
                </a:lnTo>
                <a:lnTo>
                  <a:pt x="60" y="172"/>
                </a:lnTo>
                <a:lnTo>
                  <a:pt x="59" y="172"/>
                </a:lnTo>
                <a:lnTo>
                  <a:pt x="58" y="171"/>
                </a:lnTo>
                <a:lnTo>
                  <a:pt x="58" y="170"/>
                </a:lnTo>
                <a:lnTo>
                  <a:pt x="57" y="169"/>
                </a:lnTo>
                <a:lnTo>
                  <a:pt x="56" y="168"/>
                </a:lnTo>
                <a:lnTo>
                  <a:pt x="56" y="167"/>
                </a:lnTo>
                <a:lnTo>
                  <a:pt x="57" y="167"/>
                </a:lnTo>
                <a:lnTo>
                  <a:pt x="57" y="166"/>
                </a:lnTo>
                <a:lnTo>
                  <a:pt x="58" y="166"/>
                </a:lnTo>
                <a:lnTo>
                  <a:pt x="58" y="165"/>
                </a:lnTo>
                <a:lnTo>
                  <a:pt x="59" y="165"/>
                </a:lnTo>
                <a:lnTo>
                  <a:pt x="59" y="164"/>
                </a:lnTo>
                <a:lnTo>
                  <a:pt x="59" y="163"/>
                </a:lnTo>
                <a:lnTo>
                  <a:pt x="58" y="163"/>
                </a:lnTo>
                <a:lnTo>
                  <a:pt x="58" y="162"/>
                </a:lnTo>
                <a:lnTo>
                  <a:pt x="57" y="162"/>
                </a:lnTo>
                <a:lnTo>
                  <a:pt x="56" y="162"/>
                </a:lnTo>
                <a:lnTo>
                  <a:pt x="55" y="162"/>
                </a:lnTo>
                <a:lnTo>
                  <a:pt x="54" y="161"/>
                </a:lnTo>
                <a:lnTo>
                  <a:pt x="53" y="161"/>
                </a:lnTo>
                <a:lnTo>
                  <a:pt x="53" y="160"/>
                </a:lnTo>
                <a:lnTo>
                  <a:pt x="52" y="160"/>
                </a:lnTo>
                <a:lnTo>
                  <a:pt x="52" y="159"/>
                </a:lnTo>
                <a:lnTo>
                  <a:pt x="52" y="158"/>
                </a:lnTo>
                <a:lnTo>
                  <a:pt x="51" y="158"/>
                </a:lnTo>
                <a:lnTo>
                  <a:pt x="50" y="158"/>
                </a:lnTo>
                <a:lnTo>
                  <a:pt x="49" y="157"/>
                </a:lnTo>
                <a:lnTo>
                  <a:pt x="49" y="158"/>
                </a:lnTo>
                <a:lnTo>
                  <a:pt x="48" y="158"/>
                </a:lnTo>
                <a:lnTo>
                  <a:pt x="48" y="157"/>
                </a:lnTo>
                <a:lnTo>
                  <a:pt x="47" y="156"/>
                </a:lnTo>
                <a:lnTo>
                  <a:pt x="47" y="155"/>
                </a:lnTo>
                <a:lnTo>
                  <a:pt x="48" y="155"/>
                </a:lnTo>
                <a:lnTo>
                  <a:pt x="48" y="154"/>
                </a:lnTo>
                <a:lnTo>
                  <a:pt x="49" y="154"/>
                </a:lnTo>
                <a:lnTo>
                  <a:pt x="49" y="153"/>
                </a:lnTo>
                <a:lnTo>
                  <a:pt x="48" y="153"/>
                </a:lnTo>
                <a:lnTo>
                  <a:pt x="49" y="153"/>
                </a:lnTo>
                <a:lnTo>
                  <a:pt x="50" y="153"/>
                </a:lnTo>
                <a:lnTo>
                  <a:pt x="50" y="152"/>
                </a:lnTo>
                <a:lnTo>
                  <a:pt x="51" y="151"/>
                </a:lnTo>
                <a:lnTo>
                  <a:pt x="51" y="150"/>
                </a:lnTo>
                <a:lnTo>
                  <a:pt x="50" y="149"/>
                </a:lnTo>
                <a:lnTo>
                  <a:pt x="51" y="148"/>
                </a:lnTo>
                <a:lnTo>
                  <a:pt x="51" y="147"/>
                </a:lnTo>
                <a:lnTo>
                  <a:pt x="51" y="146"/>
                </a:lnTo>
                <a:lnTo>
                  <a:pt x="51" y="145"/>
                </a:lnTo>
                <a:lnTo>
                  <a:pt x="51" y="144"/>
                </a:lnTo>
                <a:lnTo>
                  <a:pt x="50" y="143"/>
                </a:lnTo>
                <a:lnTo>
                  <a:pt x="50" y="142"/>
                </a:lnTo>
                <a:lnTo>
                  <a:pt x="50" y="141"/>
                </a:lnTo>
                <a:lnTo>
                  <a:pt x="51" y="141"/>
                </a:lnTo>
                <a:lnTo>
                  <a:pt x="52" y="141"/>
                </a:lnTo>
                <a:lnTo>
                  <a:pt x="52" y="140"/>
                </a:lnTo>
                <a:lnTo>
                  <a:pt x="52" y="139"/>
                </a:lnTo>
                <a:lnTo>
                  <a:pt x="53" y="139"/>
                </a:lnTo>
                <a:lnTo>
                  <a:pt x="53" y="138"/>
                </a:lnTo>
                <a:lnTo>
                  <a:pt x="52" y="138"/>
                </a:lnTo>
                <a:lnTo>
                  <a:pt x="53" y="138"/>
                </a:lnTo>
                <a:lnTo>
                  <a:pt x="53" y="137"/>
                </a:lnTo>
                <a:lnTo>
                  <a:pt x="53" y="136"/>
                </a:lnTo>
                <a:lnTo>
                  <a:pt x="53" y="135"/>
                </a:lnTo>
                <a:lnTo>
                  <a:pt x="53" y="134"/>
                </a:lnTo>
                <a:lnTo>
                  <a:pt x="53" y="133"/>
                </a:lnTo>
                <a:lnTo>
                  <a:pt x="52" y="133"/>
                </a:lnTo>
                <a:lnTo>
                  <a:pt x="52" y="132"/>
                </a:lnTo>
                <a:lnTo>
                  <a:pt x="53" y="131"/>
                </a:lnTo>
                <a:lnTo>
                  <a:pt x="53" y="130"/>
                </a:lnTo>
                <a:lnTo>
                  <a:pt x="53" y="129"/>
                </a:lnTo>
                <a:lnTo>
                  <a:pt x="53" y="128"/>
                </a:lnTo>
                <a:lnTo>
                  <a:pt x="53" y="127"/>
                </a:lnTo>
                <a:lnTo>
                  <a:pt x="53" y="128"/>
                </a:lnTo>
                <a:lnTo>
                  <a:pt x="52" y="128"/>
                </a:lnTo>
                <a:lnTo>
                  <a:pt x="51" y="128"/>
                </a:lnTo>
                <a:lnTo>
                  <a:pt x="51" y="127"/>
                </a:lnTo>
                <a:lnTo>
                  <a:pt x="50" y="126"/>
                </a:lnTo>
                <a:lnTo>
                  <a:pt x="50" y="127"/>
                </a:lnTo>
                <a:lnTo>
                  <a:pt x="49" y="127"/>
                </a:lnTo>
                <a:lnTo>
                  <a:pt x="48" y="127"/>
                </a:lnTo>
                <a:lnTo>
                  <a:pt x="48" y="128"/>
                </a:lnTo>
                <a:lnTo>
                  <a:pt x="47" y="127"/>
                </a:lnTo>
                <a:lnTo>
                  <a:pt x="46" y="128"/>
                </a:lnTo>
                <a:lnTo>
                  <a:pt x="46" y="127"/>
                </a:lnTo>
                <a:lnTo>
                  <a:pt x="45" y="126"/>
                </a:lnTo>
                <a:lnTo>
                  <a:pt x="46" y="126"/>
                </a:lnTo>
                <a:lnTo>
                  <a:pt x="45" y="126"/>
                </a:lnTo>
                <a:lnTo>
                  <a:pt x="45" y="125"/>
                </a:lnTo>
                <a:lnTo>
                  <a:pt x="45" y="124"/>
                </a:lnTo>
                <a:lnTo>
                  <a:pt x="44" y="124"/>
                </a:lnTo>
                <a:lnTo>
                  <a:pt x="45" y="123"/>
                </a:lnTo>
                <a:lnTo>
                  <a:pt x="45" y="122"/>
                </a:lnTo>
                <a:lnTo>
                  <a:pt x="45" y="121"/>
                </a:lnTo>
                <a:lnTo>
                  <a:pt x="44" y="121"/>
                </a:lnTo>
                <a:lnTo>
                  <a:pt x="44" y="120"/>
                </a:lnTo>
                <a:lnTo>
                  <a:pt x="43" y="120"/>
                </a:lnTo>
                <a:lnTo>
                  <a:pt x="43" y="121"/>
                </a:lnTo>
                <a:lnTo>
                  <a:pt x="42" y="121"/>
                </a:lnTo>
                <a:lnTo>
                  <a:pt x="42" y="122"/>
                </a:lnTo>
                <a:lnTo>
                  <a:pt x="41" y="121"/>
                </a:lnTo>
                <a:lnTo>
                  <a:pt x="42" y="121"/>
                </a:lnTo>
                <a:lnTo>
                  <a:pt x="41" y="120"/>
                </a:lnTo>
                <a:lnTo>
                  <a:pt x="41" y="119"/>
                </a:lnTo>
                <a:lnTo>
                  <a:pt x="40" y="119"/>
                </a:lnTo>
                <a:lnTo>
                  <a:pt x="39" y="119"/>
                </a:lnTo>
                <a:lnTo>
                  <a:pt x="39" y="118"/>
                </a:lnTo>
                <a:lnTo>
                  <a:pt x="40" y="118"/>
                </a:lnTo>
                <a:lnTo>
                  <a:pt x="40" y="117"/>
                </a:lnTo>
                <a:lnTo>
                  <a:pt x="40" y="116"/>
                </a:lnTo>
                <a:lnTo>
                  <a:pt x="40" y="115"/>
                </a:lnTo>
                <a:lnTo>
                  <a:pt x="39" y="115"/>
                </a:lnTo>
                <a:lnTo>
                  <a:pt x="38" y="115"/>
                </a:lnTo>
                <a:lnTo>
                  <a:pt x="37" y="116"/>
                </a:lnTo>
                <a:lnTo>
                  <a:pt x="37" y="117"/>
                </a:lnTo>
                <a:lnTo>
                  <a:pt x="37" y="116"/>
                </a:lnTo>
                <a:lnTo>
                  <a:pt x="36" y="116"/>
                </a:lnTo>
                <a:lnTo>
                  <a:pt x="36" y="115"/>
                </a:lnTo>
                <a:lnTo>
                  <a:pt x="36" y="114"/>
                </a:lnTo>
                <a:lnTo>
                  <a:pt x="35" y="113"/>
                </a:lnTo>
                <a:lnTo>
                  <a:pt x="35" y="112"/>
                </a:lnTo>
                <a:lnTo>
                  <a:pt x="35" y="111"/>
                </a:lnTo>
                <a:lnTo>
                  <a:pt x="36" y="111"/>
                </a:lnTo>
                <a:lnTo>
                  <a:pt x="36" y="110"/>
                </a:lnTo>
                <a:lnTo>
                  <a:pt x="35" y="110"/>
                </a:lnTo>
                <a:lnTo>
                  <a:pt x="35" y="109"/>
                </a:lnTo>
                <a:lnTo>
                  <a:pt x="34" y="109"/>
                </a:lnTo>
                <a:lnTo>
                  <a:pt x="34" y="108"/>
                </a:lnTo>
                <a:lnTo>
                  <a:pt x="35" y="107"/>
                </a:lnTo>
                <a:lnTo>
                  <a:pt x="34" y="107"/>
                </a:lnTo>
                <a:lnTo>
                  <a:pt x="35" y="107"/>
                </a:lnTo>
                <a:lnTo>
                  <a:pt x="34" y="106"/>
                </a:lnTo>
                <a:lnTo>
                  <a:pt x="34" y="105"/>
                </a:lnTo>
                <a:lnTo>
                  <a:pt x="34" y="104"/>
                </a:lnTo>
                <a:lnTo>
                  <a:pt x="35" y="104"/>
                </a:lnTo>
                <a:lnTo>
                  <a:pt x="35" y="103"/>
                </a:lnTo>
                <a:lnTo>
                  <a:pt x="35" y="102"/>
                </a:lnTo>
                <a:lnTo>
                  <a:pt x="35" y="100"/>
                </a:lnTo>
                <a:lnTo>
                  <a:pt x="36" y="100"/>
                </a:lnTo>
                <a:lnTo>
                  <a:pt x="37" y="100"/>
                </a:lnTo>
                <a:lnTo>
                  <a:pt x="37" y="99"/>
                </a:lnTo>
                <a:lnTo>
                  <a:pt x="38" y="99"/>
                </a:lnTo>
                <a:lnTo>
                  <a:pt x="38" y="98"/>
                </a:lnTo>
                <a:lnTo>
                  <a:pt x="38" y="97"/>
                </a:lnTo>
                <a:lnTo>
                  <a:pt x="39" y="97"/>
                </a:lnTo>
                <a:lnTo>
                  <a:pt x="40" y="97"/>
                </a:lnTo>
                <a:lnTo>
                  <a:pt x="40" y="96"/>
                </a:lnTo>
                <a:lnTo>
                  <a:pt x="41" y="96"/>
                </a:lnTo>
                <a:lnTo>
                  <a:pt x="41" y="95"/>
                </a:lnTo>
                <a:lnTo>
                  <a:pt x="42" y="94"/>
                </a:lnTo>
                <a:lnTo>
                  <a:pt x="43" y="94"/>
                </a:lnTo>
                <a:lnTo>
                  <a:pt x="43" y="93"/>
                </a:lnTo>
                <a:lnTo>
                  <a:pt x="44" y="93"/>
                </a:lnTo>
                <a:lnTo>
                  <a:pt x="44" y="92"/>
                </a:lnTo>
                <a:lnTo>
                  <a:pt x="45" y="92"/>
                </a:lnTo>
                <a:lnTo>
                  <a:pt x="45" y="90"/>
                </a:lnTo>
                <a:lnTo>
                  <a:pt x="46" y="90"/>
                </a:lnTo>
                <a:lnTo>
                  <a:pt x="46" y="89"/>
                </a:lnTo>
                <a:lnTo>
                  <a:pt x="47" y="89"/>
                </a:lnTo>
                <a:lnTo>
                  <a:pt x="48" y="89"/>
                </a:lnTo>
                <a:lnTo>
                  <a:pt x="49" y="89"/>
                </a:lnTo>
                <a:lnTo>
                  <a:pt x="50" y="89"/>
                </a:lnTo>
                <a:lnTo>
                  <a:pt x="51" y="88"/>
                </a:lnTo>
                <a:lnTo>
                  <a:pt x="52" y="89"/>
                </a:lnTo>
                <a:lnTo>
                  <a:pt x="53" y="89"/>
                </a:lnTo>
                <a:lnTo>
                  <a:pt x="53" y="88"/>
                </a:lnTo>
                <a:lnTo>
                  <a:pt x="54" y="88"/>
                </a:lnTo>
                <a:lnTo>
                  <a:pt x="55" y="88"/>
                </a:lnTo>
                <a:lnTo>
                  <a:pt x="55" y="89"/>
                </a:lnTo>
                <a:lnTo>
                  <a:pt x="56" y="88"/>
                </a:lnTo>
                <a:lnTo>
                  <a:pt x="57" y="88"/>
                </a:lnTo>
                <a:lnTo>
                  <a:pt x="57" y="87"/>
                </a:lnTo>
                <a:lnTo>
                  <a:pt x="57" y="88"/>
                </a:lnTo>
                <a:lnTo>
                  <a:pt x="58" y="88"/>
                </a:lnTo>
                <a:lnTo>
                  <a:pt x="58" y="87"/>
                </a:lnTo>
                <a:lnTo>
                  <a:pt x="59" y="87"/>
                </a:lnTo>
                <a:lnTo>
                  <a:pt x="59" y="86"/>
                </a:lnTo>
                <a:lnTo>
                  <a:pt x="59" y="87"/>
                </a:lnTo>
                <a:lnTo>
                  <a:pt x="59" y="86"/>
                </a:lnTo>
                <a:lnTo>
                  <a:pt x="60" y="86"/>
                </a:lnTo>
                <a:lnTo>
                  <a:pt x="60" y="87"/>
                </a:lnTo>
                <a:lnTo>
                  <a:pt x="61" y="87"/>
                </a:lnTo>
                <a:lnTo>
                  <a:pt x="62" y="87"/>
                </a:lnTo>
                <a:lnTo>
                  <a:pt x="62" y="86"/>
                </a:lnTo>
                <a:lnTo>
                  <a:pt x="62" y="85"/>
                </a:lnTo>
                <a:lnTo>
                  <a:pt x="62" y="84"/>
                </a:lnTo>
                <a:lnTo>
                  <a:pt x="61" y="84"/>
                </a:lnTo>
                <a:lnTo>
                  <a:pt x="61" y="83"/>
                </a:lnTo>
                <a:lnTo>
                  <a:pt x="62" y="83"/>
                </a:lnTo>
                <a:lnTo>
                  <a:pt x="62" y="82"/>
                </a:lnTo>
                <a:lnTo>
                  <a:pt x="62" y="81"/>
                </a:lnTo>
                <a:lnTo>
                  <a:pt x="63" y="81"/>
                </a:lnTo>
                <a:lnTo>
                  <a:pt x="63" y="80"/>
                </a:lnTo>
                <a:lnTo>
                  <a:pt x="62" y="80"/>
                </a:lnTo>
                <a:lnTo>
                  <a:pt x="62" y="79"/>
                </a:lnTo>
                <a:lnTo>
                  <a:pt x="63" y="78"/>
                </a:lnTo>
                <a:lnTo>
                  <a:pt x="63" y="77"/>
                </a:lnTo>
                <a:lnTo>
                  <a:pt x="63" y="76"/>
                </a:lnTo>
                <a:lnTo>
                  <a:pt x="62" y="76"/>
                </a:lnTo>
                <a:lnTo>
                  <a:pt x="62" y="75"/>
                </a:lnTo>
                <a:lnTo>
                  <a:pt x="63" y="75"/>
                </a:lnTo>
                <a:lnTo>
                  <a:pt x="64" y="74"/>
                </a:lnTo>
                <a:lnTo>
                  <a:pt x="64" y="75"/>
                </a:lnTo>
                <a:lnTo>
                  <a:pt x="65" y="74"/>
                </a:lnTo>
                <a:lnTo>
                  <a:pt x="66" y="74"/>
                </a:lnTo>
                <a:lnTo>
                  <a:pt x="66" y="73"/>
                </a:lnTo>
                <a:lnTo>
                  <a:pt x="67" y="73"/>
                </a:lnTo>
                <a:lnTo>
                  <a:pt x="68" y="74"/>
                </a:lnTo>
                <a:lnTo>
                  <a:pt x="69" y="76"/>
                </a:lnTo>
                <a:lnTo>
                  <a:pt x="69" y="77"/>
                </a:lnTo>
                <a:lnTo>
                  <a:pt x="70" y="77"/>
                </a:lnTo>
                <a:lnTo>
                  <a:pt x="71" y="77"/>
                </a:lnTo>
                <a:lnTo>
                  <a:pt x="71" y="78"/>
                </a:lnTo>
                <a:lnTo>
                  <a:pt x="72" y="77"/>
                </a:lnTo>
                <a:lnTo>
                  <a:pt x="72" y="78"/>
                </a:lnTo>
                <a:lnTo>
                  <a:pt x="73" y="78"/>
                </a:lnTo>
                <a:lnTo>
                  <a:pt x="74" y="77"/>
                </a:lnTo>
                <a:lnTo>
                  <a:pt x="74" y="76"/>
                </a:lnTo>
                <a:lnTo>
                  <a:pt x="75" y="76"/>
                </a:lnTo>
                <a:lnTo>
                  <a:pt x="76" y="76"/>
                </a:lnTo>
                <a:lnTo>
                  <a:pt x="77" y="76"/>
                </a:lnTo>
                <a:lnTo>
                  <a:pt x="78" y="76"/>
                </a:lnTo>
                <a:lnTo>
                  <a:pt x="79" y="76"/>
                </a:lnTo>
                <a:lnTo>
                  <a:pt x="79" y="75"/>
                </a:lnTo>
                <a:lnTo>
                  <a:pt x="80" y="75"/>
                </a:lnTo>
                <a:lnTo>
                  <a:pt x="79" y="75"/>
                </a:lnTo>
                <a:lnTo>
                  <a:pt x="79" y="76"/>
                </a:lnTo>
                <a:lnTo>
                  <a:pt x="80" y="76"/>
                </a:lnTo>
                <a:lnTo>
                  <a:pt x="80" y="77"/>
                </a:lnTo>
                <a:lnTo>
                  <a:pt x="81" y="78"/>
                </a:lnTo>
                <a:lnTo>
                  <a:pt x="81" y="77"/>
                </a:lnTo>
                <a:lnTo>
                  <a:pt x="82" y="77"/>
                </a:lnTo>
                <a:lnTo>
                  <a:pt x="83" y="77"/>
                </a:lnTo>
                <a:lnTo>
                  <a:pt x="84" y="77"/>
                </a:lnTo>
                <a:lnTo>
                  <a:pt x="85" y="78"/>
                </a:lnTo>
                <a:lnTo>
                  <a:pt x="86" y="77"/>
                </a:lnTo>
                <a:lnTo>
                  <a:pt x="87" y="77"/>
                </a:lnTo>
                <a:lnTo>
                  <a:pt x="88" y="77"/>
                </a:lnTo>
                <a:lnTo>
                  <a:pt x="88" y="76"/>
                </a:lnTo>
                <a:lnTo>
                  <a:pt x="89" y="76"/>
                </a:lnTo>
                <a:lnTo>
                  <a:pt x="89" y="75"/>
                </a:lnTo>
                <a:lnTo>
                  <a:pt x="90" y="75"/>
                </a:lnTo>
                <a:lnTo>
                  <a:pt x="91" y="75"/>
                </a:lnTo>
                <a:lnTo>
                  <a:pt x="92" y="75"/>
                </a:lnTo>
                <a:lnTo>
                  <a:pt x="92" y="74"/>
                </a:lnTo>
                <a:lnTo>
                  <a:pt x="93" y="74"/>
                </a:lnTo>
                <a:lnTo>
                  <a:pt x="94" y="73"/>
                </a:lnTo>
                <a:lnTo>
                  <a:pt x="94" y="72"/>
                </a:lnTo>
                <a:lnTo>
                  <a:pt x="95" y="72"/>
                </a:lnTo>
                <a:lnTo>
                  <a:pt x="96" y="71"/>
                </a:lnTo>
                <a:lnTo>
                  <a:pt x="96" y="72"/>
                </a:lnTo>
                <a:lnTo>
                  <a:pt x="97" y="72"/>
                </a:lnTo>
                <a:lnTo>
                  <a:pt x="97" y="71"/>
                </a:lnTo>
                <a:lnTo>
                  <a:pt x="98" y="71"/>
                </a:lnTo>
                <a:lnTo>
                  <a:pt x="99" y="70"/>
                </a:lnTo>
                <a:lnTo>
                  <a:pt x="99" y="71"/>
                </a:lnTo>
                <a:lnTo>
                  <a:pt x="99" y="70"/>
                </a:lnTo>
                <a:lnTo>
                  <a:pt x="100" y="70"/>
                </a:lnTo>
                <a:lnTo>
                  <a:pt x="100" y="71"/>
                </a:lnTo>
                <a:lnTo>
                  <a:pt x="101" y="71"/>
                </a:lnTo>
                <a:lnTo>
                  <a:pt x="102" y="71"/>
                </a:lnTo>
                <a:lnTo>
                  <a:pt x="102" y="70"/>
                </a:lnTo>
                <a:lnTo>
                  <a:pt x="103" y="70"/>
                </a:lnTo>
                <a:lnTo>
                  <a:pt x="105" y="70"/>
                </a:lnTo>
                <a:lnTo>
                  <a:pt x="106" y="70"/>
                </a:lnTo>
                <a:lnTo>
                  <a:pt x="106" y="71"/>
                </a:lnTo>
                <a:lnTo>
                  <a:pt x="106" y="72"/>
                </a:lnTo>
                <a:lnTo>
                  <a:pt x="106" y="73"/>
                </a:lnTo>
                <a:lnTo>
                  <a:pt x="107" y="73"/>
                </a:lnTo>
                <a:lnTo>
                  <a:pt x="108" y="73"/>
                </a:lnTo>
                <a:lnTo>
                  <a:pt x="108" y="72"/>
                </a:lnTo>
                <a:lnTo>
                  <a:pt x="109" y="72"/>
                </a:lnTo>
                <a:lnTo>
                  <a:pt x="110" y="71"/>
                </a:lnTo>
                <a:lnTo>
                  <a:pt x="111" y="71"/>
                </a:lnTo>
                <a:lnTo>
                  <a:pt x="111" y="72"/>
                </a:lnTo>
                <a:lnTo>
                  <a:pt x="112" y="72"/>
                </a:lnTo>
                <a:lnTo>
                  <a:pt x="113" y="71"/>
                </a:lnTo>
                <a:lnTo>
                  <a:pt x="114" y="70"/>
                </a:lnTo>
                <a:lnTo>
                  <a:pt x="115" y="70"/>
                </a:lnTo>
                <a:lnTo>
                  <a:pt x="116" y="70"/>
                </a:lnTo>
                <a:lnTo>
                  <a:pt x="116" y="69"/>
                </a:lnTo>
                <a:lnTo>
                  <a:pt x="117" y="69"/>
                </a:lnTo>
                <a:lnTo>
                  <a:pt x="118" y="69"/>
                </a:lnTo>
                <a:lnTo>
                  <a:pt x="118" y="70"/>
                </a:lnTo>
                <a:lnTo>
                  <a:pt x="119" y="70"/>
                </a:lnTo>
                <a:lnTo>
                  <a:pt x="120" y="70"/>
                </a:lnTo>
                <a:lnTo>
                  <a:pt x="120" y="69"/>
                </a:lnTo>
                <a:lnTo>
                  <a:pt x="121" y="69"/>
                </a:lnTo>
                <a:lnTo>
                  <a:pt x="121" y="68"/>
                </a:lnTo>
                <a:lnTo>
                  <a:pt x="121" y="67"/>
                </a:lnTo>
                <a:lnTo>
                  <a:pt x="122" y="67"/>
                </a:lnTo>
                <a:lnTo>
                  <a:pt x="122" y="68"/>
                </a:lnTo>
                <a:lnTo>
                  <a:pt x="123" y="68"/>
                </a:lnTo>
                <a:lnTo>
                  <a:pt x="123" y="67"/>
                </a:lnTo>
                <a:lnTo>
                  <a:pt x="123" y="66"/>
                </a:lnTo>
                <a:lnTo>
                  <a:pt x="123" y="65"/>
                </a:lnTo>
                <a:lnTo>
                  <a:pt x="124" y="64"/>
                </a:lnTo>
                <a:lnTo>
                  <a:pt x="124" y="63"/>
                </a:lnTo>
                <a:lnTo>
                  <a:pt x="123" y="63"/>
                </a:lnTo>
                <a:lnTo>
                  <a:pt x="124" y="63"/>
                </a:lnTo>
                <a:lnTo>
                  <a:pt x="124" y="62"/>
                </a:lnTo>
                <a:lnTo>
                  <a:pt x="123" y="62"/>
                </a:lnTo>
                <a:lnTo>
                  <a:pt x="124" y="62"/>
                </a:lnTo>
                <a:lnTo>
                  <a:pt x="124" y="61"/>
                </a:lnTo>
                <a:lnTo>
                  <a:pt x="123" y="61"/>
                </a:lnTo>
                <a:lnTo>
                  <a:pt x="122" y="61"/>
                </a:lnTo>
                <a:lnTo>
                  <a:pt x="122" y="62"/>
                </a:lnTo>
                <a:lnTo>
                  <a:pt x="121" y="62"/>
                </a:lnTo>
                <a:lnTo>
                  <a:pt x="121" y="63"/>
                </a:lnTo>
                <a:lnTo>
                  <a:pt x="122" y="63"/>
                </a:lnTo>
                <a:lnTo>
                  <a:pt x="122" y="64"/>
                </a:lnTo>
                <a:lnTo>
                  <a:pt x="121" y="65"/>
                </a:lnTo>
                <a:lnTo>
                  <a:pt x="120" y="65"/>
                </a:lnTo>
                <a:lnTo>
                  <a:pt x="120" y="66"/>
                </a:lnTo>
                <a:lnTo>
                  <a:pt x="119" y="66"/>
                </a:lnTo>
                <a:lnTo>
                  <a:pt x="119" y="65"/>
                </a:lnTo>
                <a:lnTo>
                  <a:pt x="119" y="64"/>
                </a:lnTo>
                <a:lnTo>
                  <a:pt x="118" y="63"/>
                </a:lnTo>
                <a:lnTo>
                  <a:pt x="118" y="62"/>
                </a:lnTo>
                <a:lnTo>
                  <a:pt x="118" y="63"/>
                </a:lnTo>
                <a:lnTo>
                  <a:pt x="117" y="63"/>
                </a:lnTo>
                <a:lnTo>
                  <a:pt x="117" y="62"/>
                </a:lnTo>
                <a:lnTo>
                  <a:pt x="118" y="61"/>
                </a:lnTo>
                <a:lnTo>
                  <a:pt x="118" y="60"/>
                </a:lnTo>
                <a:lnTo>
                  <a:pt x="119" y="60"/>
                </a:lnTo>
                <a:lnTo>
                  <a:pt x="119" y="59"/>
                </a:lnTo>
                <a:lnTo>
                  <a:pt x="120" y="58"/>
                </a:lnTo>
                <a:lnTo>
                  <a:pt x="120" y="56"/>
                </a:lnTo>
                <a:lnTo>
                  <a:pt x="121" y="56"/>
                </a:lnTo>
                <a:lnTo>
                  <a:pt x="121" y="57"/>
                </a:lnTo>
                <a:lnTo>
                  <a:pt x="121" y="58"/>
                </a:lnTo>
                <a:lnTo>
                  <a:pt x="120" y="59"/>
                </a:lnTo>
                <a:lnTo>
                  <a:pt x="121" y="58"/>
                </a:lnTo>
                <a:lnTo>
                  <a:pt x="122" y="58"/>
                </a:lnTo>
                <a:lnTo>
                  <a:pt x="122" y="57"/>
                </a:lnTo>
                <a:lnTo>
                  <a:pt x="123" y="57"/>
                </a:lnTo>
                <a:lnTo>
                  <a:pt x="123" y="58"/>
                </a:lnTo>
                <a:lnTo>
                  <a:pt x="122" y="59"/>
                </a:lnTo>
                <a:lnTo>
                  <a:pt x="123" y="59"/>
                </a:lnTo>
                <a:lnTo>
                  <a:pt x="123" y="60"/>
                </a:lnTo>
                <a:lnTo>
                  <a:pt x="124" y="60"/>
                </a:lnTo>
                <a:lnTo>
                  <a:pt x="125" y="60"/>
                </a:lnTo>
                <a:lnTo>
                  <a:pt x="125" y="59"/>
                </a:lnTo>
                <a:lnTo>
                  <a:pt x="126" y="59"/>
                </a:lnTo>
                <a:lnTo>
                  <a:pt x="126" y="58"/>
                </a:lnTo>
                <a:lnTo>
                  <a:pt x="127" y="58"/>
                </a:lnTo>
                <a:lnTo>
                  <a:pt x="127" y="57"/>
                </a:lnTo>
                <a:lnTo>
                  <a:pt x="126" y="57"/>
                </a:lnTo>
                <a:lnTo>
                  <a:pt x="125" y="57"/>
                </a:lnTo>
                <a:lnTo>
                  <a:pt x="125" y="56"/>
                </a:lnTo>
                <a:lnTo>
                  <a:pt x="124" y="56"/>
                </a:lnTo>
                <a:lnTo>
                  <a:pt x="125" y="55"/>
                </a:lnTo>
                <a:lnTo>
                  <a:pt x="125" y="54"/>
                </a:lnTo>
                <a:lnTo>
                  <a:pt x="126" y="54"/>
                </a:lnTo>
                <a:lnTo>
                  <a:pt x="127" y="54"/>
                </a:lnTo>
                <a:lnTo>
                  <a:pt x="127" y="53"/>
                </a:lnTo>
                <a:lnTo>
                  <a:pt x="128" y="53"/>
                </a:lnTo>
                <a:lnTo>
                  <a:pt x="129" y="53"/>
                </a:lnTo>
                <a:lnTo>
                  <a:pt x="129" y="52"/>
                </a:lnTo>
                <a:lnTo>
                  <a:pt x="130" y="52"/>
                </a:lnTo>
                <a:lnTo>
                  <a:pt x="130" y="53"/>
                </a:lnTo>
                <a:lnTo>
                  <a:pt x="131" y="53"/>
                </a:lnTo>
                <a:lnTo>
                  <a:pt x="131" y="54"/>
                </a:lnTo>
                <a:lnTo>
                  <a:pt x="132" y="54"/>
                </a:lnTo>
                <a:lnTo>
                  <a:pt x="132" y="55"/>
                </a:lnTo>
                <a:lnTo>
                  <a:pt x="134" y="54"/>
                </a:lnTo>
                <a:lnTo>
                  <a:pt x="135" y="54"/>
                </a:lnTo>
                <a:lnTo>
                  <a:pt x="135" y="53"/>
                </a:lnTo>
                <a:lnTo>
                  <a:pt x="136" y="53"/>
                </a:lnTo>
                <a:lnTo>
                  <a:pt x="136" y="54"/>
                </a:lnTo>
                <a:lnTo>
                  <a:pt x="137" y="54"/>
                </a:lnTo>
                <a:lnTo>
                  <a:pt x="137" y="53"/>
                </a:lnTo>
                <a:lnTo>
                  <a:pt x="138" y="54"/>
                </a:lnTo>
                <a:lnTo>
                  <a:pt x="138" y="55"/>
                </a:lnTo>
                <a:lnTo>
                  <a:pt x="138" y="56"/>
                </a:lnTo>
                <a:lnTo>
                  <a:pt x="137" y="56"/>
                </a:lnTo>
                <a:lnTo>
                  <a:pt x="137" y="57"/>
                </a:lnTo>
                <a:lnTo>
                  <a:pt x="138" y="57"/>
                </a:lnTo>
                <a:lnTo>
                  <a:pt x="140" y="58"/>
                </a:lnTo>
                <a:lnTo>
                  <a:pt x="141" y="58"/>
                </a:lnTo>
                <a:lnTo>
                  <a:pt x="142" y="58"/>
                </a:lnTo>
                <a:lnTo>
                  <a:pt x="143" y="59"/>
                </a:lnTo>
                <a:lnTo>
                  <a:pt x="144" y="59"/>
                </a:lnTo>
                <a:lnTo>
                  <a:pt x="144" y="58"/>
                </a:lnTo>
                <a:lnTo>
                  <a:pt x="143" y="58"/>
                </a:lnTo>
                <a:lnTo>
                  <a:pt x="143" y="57"/>
                </a:lnTo>
                <a:lnTo>
                  <a:pt x="143" y="56"/>
                </a:lnTo>
                <a:lnTo>
                  <a:pt x="142" y="56"/>
                </a:lnTo>
                <a:lnTo>
                  <a:pt x="143" y="56"/>
                </a:lnTo>
                <a:lnTo>
                  <a:pt x="143" y="55"/>
                </a:lnTo>
                <a:lnTo>
                  <a:pt x="143" y="54"/>
                </a:lnTo>
                <a:lnTo>
                  <a:pt x="143" y="53"/>
                </a:lnTo>
                <a:lnTo>
                  <a:pt x="143" y="52"/>
                </a:lnTo>
                <a:lnTo>
                  <a:pt x="143" y="51"/>
                </a:lnTo>
                <a:lnTo>
                  <a:pt x="144" y="50"/>
                </a:lnTo>
                <a:lnTo>
                  <a:pt x="145" y="50"/>
                </a:lnTo>
                <a:lnTo>
                  <a:pt x="145" y="49"/>
                </a:lnTo>
                <a:lnTo>
                  <a:pt x="144" y="49"/>
                </a:lnTo>
                <a:lnTo>
                  <a:pt x="143" y="49"/>
                </a:lnTo>
                <a:lnTo>
                  <a:pt x="142" y="50"/>
                </a:lnTo>
                <a:lnTo>
                  <a:pt x="141" y="50"/>
                </a:lnTo>
                <a:lnTo>
                  <a:pt x="140" y="50"/>
                </a:lnTo>
                <a:lnTo>
                  <a:pt x="140" y="49"/>
                </a:lnTo>
                <a:lnTo>
                  <a:pt x="141" y="49"/>
                </a:lnTo>
                <a:lnTo>
                  <a:pt x="141" y="48"/>
                </a:lnTo>
                <a:lnTo>
                  <a:pt x="142" y="48"/>
                </a:lnTo>
                <a:lnTo>
                  <a:pt x="142" y="47"/>
                </a:lnTo>
                <a:lnTo>
                  <a:pt x="141" y="47"/>
                </a:lnTo>
                <a:lnTo>
                  <a:pt x="141" y="46"/>
                </a:lnTo>
                <a:lnTo>
                  <a:pt x="142" y="45"/>
                </a:lnTo>
                <a:lnTo>
                  <a:pt x="142" y="44"/>
                </a:lnTo>
                <a:lnTo>
                  <a:pt x="141" y="44"/>
                </a:lnTo>
                <a:lnTo>
                  <a:pt x="140" y="44"/>
                </a:lnTo>
                <a:lnTo>
                  <a:pt x="140" y="43"/>
                </a:lnTo>
                <a:lnTo>
                  <a:pt x="139" y="43"/>
                </a:lnTo>
                <a:lnTo>
                  <a:pt x="139" y="42"/>
                </a:lnTo>
                <a:lnTo>
                  <a:pt x="139" y="41"/>
                </a:lnTo>
                <a:lnTo>
                  <a:pt x="140" y="41"/>
                </a:lnTo>
                <a:lnTo>
                  <a:pt x="141" y="41"/>
                </a:lnTo>
                <a:lnTo>
                  <a:pt x="142" y="41"/>
                </a:lnTo>
                <a:lnTo>
                  <a:pt x="141" y="41"/>
                </a:lnTo>
                <a:lnTo>
                  <a:pt x="142" y="41"/>
                </a:lnTo>
                <a:lnTo>
                  <a:pt x="142" y="42"/>
                </a:lnTo>
                <a:lnTo>
                  <a:pt x="142" y="43"/>
                </a:lnTo>
                <a:lnTo>
                  <a:pt x="143" y="43"/>
                </a:lnTo>
                <a:lnTo>
                  <a:pt x="144" y="43"/>
                </a:lnTo>
                <a:lnTo>
                  <a:pt x="145" y="43"/>
                </a:lnTo>
                <a:lnTo>
                  <a:pt x="146" y="44"/>
                </a:lnTo>
                <a:lnTo>
                  <a:pt x="146" y="43"/>
                </a:lnTo>
                <a:lnTo>
                  <a:pt x="147" y="44"/>
                </a:lnTo>
                <a:lnTo>
                  <a:pt x="148" y="44"/>
                </a:lnTo>
                <a:lnTo>
                  <a:pt x="150" y="44"/>
                </a:lnTo>
                <a:lnTo>
                  <a:pt x="151" y="44"/>
                </a:lnTo>
                <a:lnTo>
                  <a:pt x="152" y="44"/>
                </a:lnTo>
                <a:lnTo>
                  <a:pt x="152" y="43"/>
                </a:lnTo>
                <a:lnTo>
                  <a:pt x="153" y="43"/>
                </a:lnTo>
                <a:lnTo>
                  <a:pt x="154" y="44"/>
                </a:lnTo>
                <a:lnTo>
                  <a:pt x="153" y="45"/>
                </a:lnTo>
                <a:lnTo>
                  <a:pt x="152" y="45"/>
                </a:lnTo>
                <a:lnTo>
                  <a:pt x="153" y="45"/>
                </a:lnTo>
                <a:lnTo>
                  <a:pt x="153" y="46"/>
                </a:lnTo>
                <a:lnTo>
                  <a:pt x="154" y="47"/>
                </a:lnTo>
                <a:lnTo>
                  <a:pt x="155" y="47"/>
                </a:lnTo>
                <a:lnTo>
                  <a:pt x="156" y="46"/>
                </a:lnTo>
                <a:lnTo>
                  <a:pt x="157" y="46"/>
                </a:lnTo>
                <a:lnTo>
                  <a:pt x="157" y="45"/>
                </a:lnTo>
                <a:lnTo>
                  <a:pt x="158" y="46"/>
                </a:lnTo>
                <a:lnTo>
                  <a:pt x="158" y="45"/>
                </a:lnTo>
                <a:lnTo>
                  <a:pt x="159" y="44"/>
                </a:lnTo>
                <a:lnTo>
                  <a:pt x="160" y="44"/>
                </a:lnTo>
                <a:lnTo>
                  <a:pt x="161" y="44"/>
                </a:lnTo>
                <a:lnTo>
                  <a:pt x="162" y="44"/>
                </a:lnTo>
                <a:lnTo>
                  <a:pt x="164" y="42"/>
                </a:lnTo>
                <a:lnTo>
                  <a:pt x="165" y="41"/>
                </a:lnTo>
                <a:lnTo>
                  <a:pt x="165" y="42"/>
                </a:lnTo>
                <a:lnTo>
                  <a:pt x="165" y="41"/>
                </a:lnTo>
                <a:lnTo>
                  <a:pt x="166" y="41"/>
                </a:lnTo>
                <a:lnTo>
                  <a:pt x="167" y="41"/>
                </a:lnTo>
                <a:lnTo>
                  <a:pt x="167" y="40"/>
                </a:lnTo>
                <a:lnTo>
                  <a:pt x="167" y="39"/>
                </a:lnTo>
                <a:lnTo>
                  <a:pt x="168" y="39"/>
                </a:lnTo>
                <a:lnTo>
                  <a:pt x="167" y="38"/>
                </a:lnTo>
                <a:lnTo>
                  <a:pt x="168" y="38"/>
                </a:lnTo>
                <a:lnTo>
                  <a:pt x="169" y="38"/>
                </a:lnTo>
                <a:lnTo>
                  <a:pt x="169" y="37"/>
                </a:lnTo>
                <a:lnTo>
                  <a:pt x="169" y="36"/>
                </a:lnTo>
                <a:lnTo>
                  <a:pt x="170" y="36"/>
                </a:lnTo>
                <a:lnTo>
                  <a:pt x="170" y="37"/>
                </a:lnTo>
                <a:lnTo>
                  <a:pt x="170" y="36"/>
                </a:lnTo>
                <a:lnTo>
                  <a:pt x="171" y="36"/>
                </a:lnTo>
                <a:lnTo>
                  <a:pt x="171" y="35"/>
                </a:lnTo>
                <a:lnTo>
                  <a:pt x="172" y="35"/>
                </a:lnTo>
                <a:lnTo>
                  <a:pt x="172" y="34"/>
                </a:lnTo>
                <a:lnTo>
                  <a:pt x="172" y="33"/>
                </a:lnTo>
                <a:lnTo>
                  <a:pt x="171" y="33"/>
                </a:lnTo>
                <a:lnTo>
                  <a:pt x="171" y="32"/>
                </a:lnTo>
                <a:lnTo>
                  <a:pt x="172" y="32"/>
                </a:lnTo>
                <a:lnTo>
                  <a:pt x="172" y="31"/>
                </a:lnTo>
                <a:lnTo>
                  <a:pt x="172" y="30"/>
                </a:lnTo>
                <a:lnTo>
                  <a:pt x="172" y="29"/>
                </a:lnTo>
                <a:lnTo>
                  <a:pt x="172" y="28"/>
                </a:lnTo>
                <a:lnTo>
                  <a:pt x="173" y="28"/>
                </a:lnTo>
                <a:lnTo>
                  <a:pt x="173" y="27"/>
                </a:lnTo>
                <a:lnTo>
                  <a:pt x="174" y="27"/>
                </a:lnTo>
                <a:lnTo>
                  <a:pt x="175" y="26"/>
                </a:lnTo>
                <a:lnTo>
                  <a:pt x="175" y="25"/>
                </a:lnTo>
                <a:lnTo>
                  <a:pt x="176" y="25"/>
                </a:lnTo>
                <a:lnTo>
                  <a:pt x="177" y="25"/>
                </a:lnTo>
                <a:lnTo>
                  <a:pt x="179" y="25"/>
                </a:lnTo>
                <a:lnTo>
                  <a:pt x="181" y="25"/>
                </a:lnTo>
                <a:lnTo>
                  <a:pt x="182" y="25"/>
                </a:lnTo>
                <a:lnTo>
                  <a:pt x="183" y="25"/>
                </a:lnTo>
                <a:lnTo>
                  <a:pt x="184" y="25"/>
                </a:lnTo>
                <a:lnTo>
                  <a:pt x="185" y="25"/>
                </a:lnTo>
                <a:lnTo>
                  <a:pt x="186" y="25"/>
                </a:lnTo>
                <a:lnTo>
                  <a:pt x="188" y="24"/>
                </a:lnTo>
                <a:lnTo>
                  <a:pt x="190" y="24"/>
                </a:lnTo>
                <a:lnTo>
                  <a:pt x="191" y="24"/>
                </a:lnTo>
                <a:lnTo>
                  <a:pt x="192" y="25"/>
                </a:lnTo>
                <a:lnTo>
                  <a:pt x="193" y="25"/>
                </a:lnTo>
                <a:lnTo>
                  <a:pt x="195" y="26"/>
                </a:lnTo>
                <a:lnTo>
                  <a:pt x="196" y="27"/>
                </a:lnTo>
                <a:lnTo>
                  <a:pt x="197" y="28"/>
                </a:lnTo>
                <a:lnTo>
                  <a:pt x="198" y="29"/>
                </a:lnTo>
                <a:lnTo>
                  <a:pt x="199" y="30"/>
                </a:lnTo>
                <a:lnTo>
                  <a:pt x="200" y="30"/>
                </a:lnTo>
                <a:lnTo>
                  <a:pt x="201" y="31"/>
                </a:lnTo>
                <a:lnTo>
                  <a:pt x="201" y="32"/>
                </a:lnTo>
                <a:lnTo>
                  <a:pt x="202" y="32"/>
                </a:lnTo>
                <a:lnTo>
                  <a:pt x="204" y="34"/>
                </a:lnTo>
                <a:lnTo>
                  <a:pt x="205" y="34"/>
                </a:lnTo>
                <a:lnTo>
                  <a:pt x="209" y="35"/>
                </a:lnTo>
                <a:lnTo>
                  <a:pt x="209" y="36"/>
                </a:lnTo>
                <a:lnTo>
                  <a:pt x="211" y="36"/>
                </a:lnTo>
                <a:lnTo>
                  <a:pt x="213" y="37"/>
                </a:lnTo>
                <a:lnTo>
                  <a:pt x="214" y="37"/>
                </a:lnTo>
                <a:lnTo>
                  <a:pt x="216" y="36"/>
                </a:lnTo>
                <a:lnTo>
                  <a:pt x="217" y="36"/>
                </a:lnTo>
                <a:lnTo>
                  <a:pt x="220" y="35"/>
                </a:lnTo>
                <a:lnTo>
                  <a:pt x="221" y="34"/>
                </a:lnTo>
                <a:lnTo>
                  <a:pt x="222" y="34"/>
                </a:lnTo>
                <a:lnTo>
                  <a:pt x="223" y="34"/>
                </a:lnTo>
                <a:lnTo>
                  <a:pt x="223" y="33"/>
                </a:lnTo>
                <a:lnTo>
                  <a:pt x="224" y="33"/>
                </a:lnTo>
                <a:lnTo>
                  <a:pt x="224" y="32"/>
                </a:lnTo>
                <a:lnTo>
                  <a:pt x="225" y="32"/>
                </a:lnTo>
                <a:lnTo>
                  <a:pt x="225" y="31"/>
                </a:lnTo>
                <a:lnTo>
                  <a:pt x="226" y="30"/>
                </a:lnTo>
                <a:lnTo>
                  <a:pt x="227" y="30"/>
                </a:lnTo>
                <a:lnTo>
                  <a:pt x="227" y="29"/>
                </a:lnTo>
                <a:lnTo>
                  <a:pt x="228" y="28"/>
                </a:lnTo>
                <a:lnTo>
                  <a:pt x="229" y="28"/>
                </a:lnTo>
                <a:lnTo>
                  <a:pt x="230" y="27"/>
                </a:lnTo>
                <a:lnTo>
                  <a:pt x="231" y="27"/>
                </a:lnTo>
                <a:lnTo>
                  <a:pt x="231" y="26"/>
                </a:lnTo>
                <a:lnTo>
                  <a:pt x="232" y="26"/>
                </a:lnTo>
                <a:lnTo>
                  <a:pt x="233" y="26"/>
                </a:lnTo>
                <a:lnTo>
                  <a:pt x="234" y="26"/>
                </a:lnTo>
                <a:lnTo>
                  <a:pt x="238" y="26"/>
                </a:lnTo>
                <a:lnTo>
                  <a:pt x="239" y="26"/>
                </a:lnTo>
                <a:lnTo>
                  <a:pt x="240" y="26"/>
                </a:lnTo>
                <a:lnTo>
                  <a:pt x="240" y="27"/>
                </a:lnTo>
                <a:lnTo>
                  <a:pt x="241" y="28"/>
                </a:lnTo>
                <a:lnTo>
                  <a:pt x="241" y="29"/>
                </a:lnTo>
                <a:lnTo>
                  <a:pt x="242" y="29"/>
                </a:lnTo>
                <a:lnTo>
                  <a:pt x="242" y="30"/>
                </a:lnTo>
                <a:lnTo>
                  <a:pt x="243" y="30"/>
                </a:lnTo>
                <a:lnTo>
                  <a:pt x="243" y="31"/>
                </a:lnTo>
                <a:lnTo>
                  <a:pt x="243" y="30"/>
                </a:lnTo>
                <a:lnTo>
                  <a:pt x="245" y="30"/>
                </a:lnTo>
                <a:lnTo>
                  <a:pt x="246" y="29"/>
                </a:lnTo>
                <a:lnTo>
                  <a:pt x="246" y="28"/>
                </a:lnTo>
                <a:lnTo>
                  <a:pt x="247" y="28"/>
                </a:lnTo>
                <a:lnTo>
                  <a:pt x="248" y="27"/>
                </a:lnTo>
                <a:lnTo>
                  <a:pt x="249" y="27"/>
                </a:lnTo>
                <a:lnTo>
                  <a:pt x="249" y="26"/>
                </a:lnTo>
                <a:lnTo>
                  <a:pt x="250" y="26"/>
                </a:lnTo>
                <a:lnTo>
                  <a:pt x="250" y="25"/>
                </a:lnTo>
                <a:lnTo>
                  <a:pt x="251" y="25"/>
                </a:lnTo>
                <a:lnTo>
                  <a:pt x="251" y="24"/>
                </a:lnTo>
                <a:lnTo>
                  <a:pt x="252" y="24"/>
                </a:lnTo>
                <a:lnTo>
                  <a:pt x="253" y="24"/>
                </a:lnTo>
                <a:lnTo>
                  <a:pt x="254" y="23"/>
                </a:lnTo>
                <a:lnTo>
                  <a:pt x="255" y="23"/>
                </a:lnTo>
                <a:lnTo>
                  <a:pt x="256" y="22"/>
                </a:lnTo>
                <a:lnTo>
                  <a:pt x="257" y="22"/>
                </a:lnTo>
                <a:lnTo>
                  <a:pt x="257" y="21"/>
                </a:lnTo>
                <a:lnTo>
                  <a:pt x="258" y="21"/>
                </a:lnTo>
                <a:lnTo>
                  <a:pt x="259" y="21"/>
                </a:lnTo>
                <a:lnTo>
                  <a:pt x="259" y="20"/>
                </a:lnTo>
                <a:lnTo>
                  <a:pt x="260" y="20"/>
                </a:lnTo>
                <a:lnTo>
                  <a:pt x="261" y="19"/>
                </a:lnTo>
                <a:lnTo>
                  <a:pt x="262" y="19"/>
                </a:lnTo>
                <a:lnTo>
                  <a:pt x="263" y="18"/>
                </a:lnTo>
                <a:lnTo>
                  <a:pt x="264" y="18"/>
                </a:lnTo>
                <a:lnTo>
                  <a:pt x="265" y="18"/>
                </a:lnTo>
                <a:lnTo>
                  <a:pt x="266" y="19"/>
                </a:lnTo>
                <a:lnTo>
                  <a:pt x="267" y="19"/>
                </a:lnTo>
                <a:lnTo>
                  <a:pt x="268" y="18"/>
                </a:lnTo>
                <a:lnTo>
                  <a:pt x="269" y="18"/>
                </a:lnTo>
                <a:lnTo>
                  <a:pt x="269" y="17"/>
                </a:lnTo>
                <a:lnTo>
                  <a:pt x="270" y="16"/>
                </a:lnTo>
                <a:lnTo>
                  <a:pt x="270" y="15"/>
                </a:lnTo>
                <a:lnTo>
                  <a:pt x="270" y="14"/>
                </a:lnTo>
                <a:lnTo>
                  <a:pt x="271" y="13"/>
                </a:lnTo>
                <a:lnTo>
                  <a:pt x="271" y="9"/>
                </a:lnTo>
                <a:lnTo>
                  <a:pt x="271" y="8"/>
                </a:lnTo>
                <a:lnTo>
                  <a:pt x="271" y="7"/>
                </a:lnTo>
                <a:lnTo>
                  <a:pt x="271" y="5"/>
                </a:lnTo>
                <a:lnTo>
                  <a:pt x="272" y="4"/>
                </a:lnTo>
                <a:lnTo>
                  <a:pt x="273" y="2"/>
                </a:lnTo>
                <a:lnTo>
                  <a:pt x="274" y="2"/>
                </a:lnTo>
                <a:lnTo>
                  <a:pt x="274" y="1"/>
                </a:lnTo>
                <a:lnTo>
                  <a:pt x="275" y="1"/>
                </a:lnTo>
                <a:lnTo>
                  <a:pt x="276" y="0"/>
                </a:lnTo>
                <a:lnTo>
                  <a:pt x="277" y="0"/>
                </a:lnTo>
                <a:lnTo>
                  <a:pt x="279" y="0"/>
                </a:lnTo>
                <a:lnTo>
                  <a:pt x="280" y="0"/>
                </a:lnTo>
                <a:lnTo>
                  <a:pt x="281" y="1"/>
                </a:lnTo>
                <a:lnTo>
                  <a:pt x="28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97" name=""/>
          <p:cNvSpPr/>
          <p:nvPr/>
        </p:nvSpPr>
        <p:spPr>
          <a:xfrm>
            <a:off x="6960960" y="1680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98" name=""/>
          <p:cNvSpPr/>
          <p:nvPr/>
        </p:nvSpPr>
        <p:spPr>
          <a:xfrm>
            <a:off x="6968520" y="167436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0" y="6"/>
                </a:moveTo>
                <a:lnTo>
                  <a:pt x="0" y="5"/>
                </a:lnTo>
                <a:lnTo>
                  <a:pt x="0" y="4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3" y="4"/>
                </a:lnTo>
                <a:lnTo>
                  <a:pt x="4" y="4"/>
                </a:lnTo>
                <a:lnTo>
                  <a:pt x="4" y="5"/>
                </a:lnTo>
                <a:lnTo>
                  <a:pt x="2" y="6"/>
                </a:lnTo>
                <a:lnTo>
                  <a:pt x="0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99" name=""/>
          <p:cNvSpPr/>
          <p:nvPr/>
        </p:nvSpPr>
        <p:spPr>
          <a:xfrm>
            <a:off x="6973560" y="1668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00" name=""/>
          <p:cNvSpPr/>
          <p:nvPr/>
        </p:nvSpPr>
        <p:spPr>
          <a:xfrm>
            <a:off x="6979320" y="1667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01" name=""/>
          <p:cNvSpPr/>
          <p:nvPr/>
        </p:nvSpPr>
        <p:spPr>
          <a:xfrm>
            <a:off x="6982200" y="1663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02" name=""/>
          <p:cNvSpPr/>
          <p:nvPr/>
        </p:nvSpPr>
        <p:spPr>
          <a:xfrm>
            <a:off x="6795360" y="1582920"/>
            <a:ext cx="256320" cy="144000"/>
          </a:xfrm>
          <a:custGeom>
            <a:avLst/>
            <a:gdLst/>
            <a:ahLst/>
            <a:rect l="0" t="0" r="r" b="b"/>
            <a:pathLst>
              <a:path w="712" h="400">
                <a:moveTo>
                  <a:pt x="273" y="1"/>
                </a:moveTo>
                <a:lnTo>
                  <a:pt x="274" y="1"/>
                </a:lnTo>
                <a:lnTo>
                  <a:pt x="275" y="1"/>
                </a:lnTo>
                <a:lnTo>
                  <a:pt x="276" y="2"/>
                </a:lnTo>
                <a:lnTo>
                  <a:pt x="276" y="3"/>
                </a:lnTo>
                <a:lnTo>
                  <a:pt x="277" y="3"/>
                </a:lnTo>
                <a:lnTo>
                  <a:pt x="277" y="2"/>
                </a:lnTo>
                <a:lnTo>
                  <a:pt x="278" y="3"/>
                </a:lnTo>
                <a:lnTo>
                  <a:pt x="279" y="3"/>
                </a:lnTo>
                <a:lnTo>
                  <a:pt x="280" y="3"/>
                </a:lnTo>
                <a:lnTo>
                  <a:pt x="280" y="4"/>
                </a:lnTo>
                <a:lnTo>
                  <a:pt x="281" y="4"/>
                </a:lnTo>
                <a:lnTo>
                  <a:pt x="282" y="4"/>
                </a:lnTo>
                <a:lnTo>
                  <a:pt x="283" y="5"/>
                </a:lnTo>
                <a:lnTo>
                  <a:pt x="283" y="6"/>
                </a:lnTo>
                <a:lnTo>
                  <a:pt x="284" y="7"/>
                </a:lnTo>
                <a:lnTo>
                  <a:pt x="284" y="8"/>
                </a:lnTo>
                <a:lnTo>
                  <a:pt x="285" y="9"/>
                </a:lnTo>
                <a:lnTo>
                  <a:pt x="286" y="8"/>
                </a:lnTo>
                <a:lnTo>
                  <a:pt x="287" y="8"/>
                </a:lnTo>
                <a:lnTo>
                  <a:pt x="288" y="8"/>
                </a:lnTo>
                <a:lnTo>
                  <a:pt x="291" y="9"/>
                </a:lnTo>
                <a:lnTo>
                  <a:pt x="290" y="10"/>
                </a:lnTo>
                <a:lnTo>
                  <a:pt x="291" y="10"/>
                </a:lnTo>
                <a:lnTo>
                  <a:pt x="292" y="10"/>
                </a:lnTo>
                <a:lnTo>
                  <a:pt x="292" y="11"/>
                </a:lnTo>
                <a:lnTo>
                  <a:pt x="293" y="11"/>
                </a:lnTo>
                <a:lnTo>
                  <a:pt x="294" y="11"/>
                </a:lnTo>
                <a:lnTo>
                  <a:pt x="294" y="12"/>
                </a:lnTo>
                <a:lnTo>
                  <a:pt x="293" y="12"/>
                </a:lnTo>
                <a:lnTo>
                  <a:pt x="293" y="13"/>
                </a:lnTo>
                <a:lnTo>
                  <a:pt x="293" y="14"/>
                </a:lnTo>
                <a:lnTo>
                  <a:pt x="296" y="14"/>
                </a:lnTo>
                <a:lnTo>
                  <a:pt x="296" y="13"/>
                </a:lnTo>
                <a:lnTo>
                  <a:pt x="296" y="14"/>
                </a:lnTo>
                <a:lnTo>
                  <a:pt x="296" y="13"/>
                </a:lnTo>
                <a:lnTo>
                  <a:pt x="298" y="13"/>
                </a:lnTo>
                <a:lnTo>
                  <a:pt x="299" y="13"/>
                </a:lnTo>
                <a:lnTo>
                  <a:pt x="300" y="14"/>
                </a:lnTo>
                <a:lnTo>
                  <a:pt x="301" y="14"/>
                </a:lnTo>
                <a:lnTo>
                  <a:pt x="302" y="14"/>
                </a:lnTo>
                <a:lnTo>
                  <a:pt x="304" y="14"/>
                </a:lnTo>
                <a:lnTo>
                  <a:pt x="305" y="14"/>
                </a:lnTo>
                <a:lnTo>
                  <a:pt x="306" y="14"/>
                </a:lnTo>
                <a:lnTo>
                  <a:pt x="307" y="14"/>
                </a:lnTo>
                <a:lnTo>
                  <a:pt x="308" y="15"/>
                </a:lnTo>
                <a:lnTo>
                  <a:pt x="309" y="15"/>
                </a:lnTo>
                <a:lnTo>
                  <a:pt x="310" y="15"/>
                </a:lnTo>
                <a:lnTo>
                  <a:pt x="310" y="16"/>
                </a:lnTo>
                <a:lnTo>
                  <a:pt x="311" y="16"/>
                </a:lnTo>
                <a:lnTo>
                  <a:pt x="311" y="15"/>
                </a:lnTo>
                <a:lnTo>
                  <a:pt x="312" y="16"/>
                </a:lnTo>
                <a:lnTo>
                  <a:pt x="313" y="16"/>
                </a:lnTo>
                <a:lnTo>
                  <a:pt x="314" y="16"/>
                </a:lnTo>
                <a:lnTo>
                  <a:pt x="314" y="17"/>
                </a:lnTo>
                <a:lnTo>
                  <a:pt x="314" y="16"/>
                </a:lnTo>
                <a:lnTo>
                  <a:pt x="315" y="16"/>
                </a:lnTo>
                <a:lnTo>
                  <a:pt x="316" y="16"/>
                </a:lnTo>
                <a:lnTo>
                  <a:pt x="316" y="17"/>
                </a:lnTo>
                <a:lnTo>
                  <a:pt x="315" y="17"/>
                </a:lnTo>
                <a:lnTo>
                  <a:pt x="317" y="17"/>
                </a:lnTo>
                <a:lnTo>
                  <a:pt x="318" y="17"/>
                </a:lnTo>
                <a:lnTo>
                  <a:pt x="318" y="18"/>
                </a:lnTo>
                <a:lnTo>
                  <a:pt x="318" y="19"/>
                </a:lnTo>
                <a:lnTo>
                  <a:pt x="318" y="20"/>
                </a:lnTo>
                <a:lnTo>
                  <a:pt x="318" y="19"/>
                </a:lnTo>
                <a:lnTo>
                  <a:pt x="318" y="17"/>
                </a:lnTo>
                <a:lnTo>
                  <a:pt x="325" y="17"/>
                </a:lnTo>
                <a:lnTo>
                  <a:pt x="325" y="18"/>
                </a:lnTo>
                <a:lnTo>
                  <a:pt x="324" y="18"/>
                </a:lnTo>
                <a:lnTo>
                  <a:pt x="324" y="19"/>
                </a:lnTo>
                <a:lnTo>
                  <a:pt x="323" y="19"/>
                </a:lnTo>
                <a:lnTo>
                  <a:pt x="323" y="20"/>
                </a:lnTo>
                <a:lnTo>
                  <a:pt x="324" y="20"/>
                </a:lnTo>
                <a:lnTo>
                  <a:pt x="324" y="21"/>
                </a:lnTo>
                <a:lnTo>
                  <a:pt x="324" y="20"/>
                </a:lnTo>
                <a:lnTo>
                  <a:pt x="325" y="19"/>
                </a:lnTo>
                <a:lnTo>
                  <a:pt x="325" y="18"/>
                </a:lnTo>
                <a:lnTo>
                  <a:pt x="326" y="18"/>
                </a:lnTo>
                <a:lnTo>
                  <a:pt x="327" y="18"/>
                </a:lnTo>
                <a:lnTo>
                  <a:pt x="329" y="18"/>
                </a:lnTo>
                <a:lnTo>
                  <a:pt x="330" y="18"/>
                </a:lnTo>
                <a:lnTo>
                  <a:pt x="331" y="18"/>
                </a:lnTo>
                <a:lnTo>
                  <a:pt x="332" y="19"/>
                </a:lnTo>
                <a:lnTo>
                  <a:pt x="333" y="19"/>
                </a:lnTo>
                <a:lnTo>
                  <a:pt x="333" y="21"/>
                </a:lnTo>
                <a:lnTo>
                  <a:pt x="333" y="22"/>
                </a:lnTo>
                <a:lnTo>
                  <a:pt x="333" y="23"/>
                </a:lnTo>
                <a:lnTo>
                  <a:pt x="334" y="23"/>
                </a:lnTo>
                <a:lnTo>
                  <a:pt x="335" y="24"/>
                </a:lnTo>
                <a:lnTo>
                  <a:pt x="336" y="23"/>
                </a:lnTo>
                <a:lnTo>
                  <a:pt x="337" y="23"/>
                </a:lnTo>
                <a:lnTo>
                  <a:pt x="338" y="24"/>
                </a:lnTo>
                <a:lnTo>
                  <a:pt x="340" y="24"/>
                </a:lnTo>
                <a:lnTo>
                  <a:pt x="341" y="24"/>
                </a:lnTo>
                <a:lnTo>
                  <a:pt x="342" y="24"/>
                </a:lnTo>
                <a:lnTo>
                  <a:pt x="342" y="23"/>
                </a:lnTo>
                <a:lnTo>
                  <a:pt x="341" y="23"/>
                </a:lnTo>
                <a:lnTo>
                  <a:pt x="341" y="22"/>
                </a:lnTo>
                <a:lnTo>
                  <a:pt x="341" y="21"/>
                </a:lnTo>
                <a:lnTo>
                  <a:pt x="341" y="20"/>
                </a:lnTo>
                <a:lnTo>
                  <a:pt x="342" y="19"/>
                </a:lnTo>
                <a:lnTo>
                  <a:pt x="343" y="20"/>
                </a:lnTo>
                <a:lnTo>
                  <a:pt x="344" y="20"/>
                </a:lnTo>
                <a:lnTo>
                  <a:pt x="344" y="19"/>
                </a:lnTo>
                <a:lnTo>
                  <a:pt x="345" y="19"/>
                </a:lnTo>
                <a:lnTo>
                  <a:pt x="345" y="18"/>
                </a:lnTo>
                <a:lnTo>
                  <a:pt x="344" y="18"/>
                </a:lnTo>
                <a:lnTo>
                  <a:pt x="344" y="17"/>
                </a:lnTo>
                <a:lnTo>
                  <a:pt x="345" y="17"/>
                </a:lnTo>
                <a:lnTo>
                  <a:pt x="346" y="16"/>
                </a:lnTo>
                <a:lnTo>
                  <a:pt x="347" y="16"/>
                </a:lnTo>
                <a:lnTo>
                  <a:pt x="347" y="18"/>
                </a:lnTo>
                <a:lnTo>
                  <a:pt x="348" y="18"/>
                </a:lnTo>
                <a:lnTo>
                  <a:pt x="349" y="17"/>
                </a:lnTo>
                <a:lnTo>
                  <a:pt x="350" y="17"/>
                </a:lnTo>
                <a:lnTo>
                  <a:pt x="350" y="18"/>
                </a:lnTo>
                <a:lnTo>
                  <a:pt x="349" y="18"/>
                </a:lnTo>
                <a:lnTo>
                  <a:pt x="350" y="18"/>
                </a:lnTo>
                <a:lnTo>
                  <a:pt x="351" y="18"/>
                </a:lnTo>
                <a:lnTo>
                  <a:pt x="351" y="19"/>
                </a:lnTo>
                <a:lnTo>
                  <a:pt x="352" y="19"/>
                </a:lnTo>
                <a:lnTo>
                  <a:pt x="352" y="20"/>
                </a:lnTo>
                <a:lnTo>
                  <a:pt x="353" y="20"/>
                </a:lnTo>
                <a:lnTo>
                  <a:pt x="354" y="20"/>
                </a:lnTo>
                <a:lnTo>
                  <a:pt x="355" y="20"/>
                </a:lnTo>
                <a:lnTo>
                  <a:pt x="356" y="20"/>
                </a:lnTo>
                <a:lnTo>
                  <a:pt x="357" y="20"/>
                </a:lnTo>
                <a:lnTo>
                  <a:pt x="358" y="20"/>
                </a:lnTo>
                <a:lnTo>
                  <a:pt x="359" y="20"/>
                </a:lnTo>
                <a:lnTo>
                  <a:pt x="360" y="19"/>
                </a:lnTo>
                <a:lnTo>
                  <a:pt x="360" y="17"/>
                </a:lnTo>
                <a:lnTo>
                  <a:pt x="359" y="17"/>
                </a:lnTo>
                <a:lnTo>
                  <a:pt x="359" y="16"/>
                </a:lnTo>
                <a:lnTo>
                  <a:pt x="360" y="16"/>
                </a:lnTo>
                <a:lnTo>
                  <a:pt x="360" y="15"/>
                </a:lnTo>
                <a:lnTo>
                  <a:pt x="359" y="14"/>
                </a:lnTo>
                <a:lnTo>
                  <a:pt x="359" y="13"/>
                </a:lnTo>
                <a:lnTo>
                  <a:pt x="361" y="13"/>
                </a:lnTo>
                <a:lnTo>
                  <a:pt x="363" y="13"/>
                </a:lnTo>
                <a:lnTo>
                  <a:pt x="363" y="16"/>
                </a:lnTo>
                <a:lnTo>
                  <a:pt x="364" y="16"/>
                </a:lnTo>
                <a:lnTo>
                  <a:pt x="366" y="16"/>
                </a:lnTo>
                <a:lnTo>
                  <a:pt x="366" y="15"/>
                </a:lnTo>
                <a:lnTo>
                  <a:pt x="367" y="14"/>
                </a:lnTo>
                <a:lnTo>
                  <a:pt x="367" y="15"/>
                </a:lnTo>
                <a:lnTo>
                  <a:pt x="373" y="18"/>
                </a:lnTo>
                <a:lnTo>
                  <a:pt x="373" y="19"/>
                </a:lnTo>
                <a:lnTo>
                  <a:pt x="371" y="20"/>
                </a:lnTo>
                <a:lnTo>
                  <a:pt x="372" y="20"/>
                </a:lnTo>
                <a:lnTo>
                  <a:pt x="373" y="20"/>
                </a:lnTo>
                <a:lnTo>
                  <a:pt x="374" y="20"/>
                </a:lnTo>
                <a:lnTo>
                  <a:pt x="374" y="21"/>
                </a:lnTo>
                <a:lnTo>
                  <a:pt x="374" y="22"/>
                </a:lnTo>
                <a:lnTo>
                  <a:pt x="374" y="23"/>
                </a:lnTo>
                <a:lnTo>
                  <a:pt x="375" y="23"/>
                </a:lnTo>
                <a:lnTo>
                  <a:pt x="375" y="24"/>
                </a:lnTo>
                <a:lnTo>
                  <a:pt x="375" y="25"/>
                </a:lnTo>
                <a:lnTo>
                  <a:pt x="376" y="25"/>
                </a:lnTo>
                <a:lnTo>
                  <a:pt x="375" y="25"/>
                </a:lnTo>
                <a:lnTo>
                  <a:pt x="375" y="26"/>
                </a:lnTo>
                <a:lnTo>
                  <a:pt x="374" y="26"/>
                </a:lnTo>
                <a:lnTo>
                  <a:pt x="374" y="27"/>
                </a:lnTo>
                <a:lnTo>
                  <a:pt x="375" y="28"/>
                </a:lnTo>
                <a:lnTo>
                  <a:pt x="375" y="29"/>
                </a:lnTo>
                <a:lnTo>
                  <a:pt x="376" y="30"/>
                </a:lnTo>
                <a:lnTo>
                  <a:pt x="377" y="33"/>
                </a:lnTo>
                <a:lnTo>
                  <a:pt x="378" y="33"/>
                </a:lnTo>
                <a:lnTo>
                  <a:pt x="380" y="33"/>
                </a:lnTo>
                <a:lnTo>
                  <a:pt x="381" y="34"/>
                </a:lnTo>
                <a:lnTo>
                  <a:pt x="383" y="35"/>
                </a:lnTo>
                <a:lnTo>
                  <a:pt x="383" y="36"/>
                </a:lnTo>
                <a:lnTo>
                  <a:pt x="384" y="36"/>
                </a:lnTo>
                <a:lnTo>
                  <a:pt x="385" y="37"/>
                </a:lnTo>
                <a:lnTo>
                  <a:pt x="386" y="40"/>
                </a:lnTo>
                <a:lnTo>
                  <a:pt x="386" y="43"/>
                </a:lnTo>
                <a:lnTo>
                  <a:pt x="386" y="44"/>
                </a:lnTo>
                <a:lnTo>
                  <a:pt x="385" y="45"/>
                </a:lnTo>
                <a:lnTo>
                  <a:pt x="384" y="45"/>
                </a:lnTo>
                <a:lnTo>
                  <a:pt x="384" y="47"/>
                </a:lnTo>
                <a:lnTo>
                  <a:pt x="385" y="47"/>
                </a:lnTo>
                <a:lnTo>
                  <a:pt x="386" y="47"/>
                </a:lnTo>
                <a:lnTo>
                  <a:pt x="386" y="48"/>
                </a:lnTo>
                <a:lnTo>
                  <a:pt x="385" y="49"/>
                </a:lnTo>
                <a:lnTo>
                  <a:pt x="385" y="50"/>
                </a:lnTo>
                <a:lnTo>
                  <a:pt x="384" y="50"/>
                </a:lnTo>
                <a:lnTo>
                  <a:pt x="384" y="51"/>
                </a:lnTo>
                <a:lnTo>
                  <a:pt x="385" y="51"/>
                </a:lnTo>
                <a:lnTo>
                  <a:pt x="385" y="50"/>
                </a:lnTo>
                <a:lnTo>
                  <a:pt x="388" y="51"/>
                </a:lnTo>
                <a:lnTo>
                  <a:pt x="388" y="50"/>
                </a:lnTo>
                <a:lnTo>
                  <a:pt x="389" y="50"/>
                </a:lnTo>
                <a:lnTo>
                  <a:pt x="391" y="50"/>
                </a:lnTo>
                <a:lnTo>
                  <a:pt x="391" y="51"/>
                </a:lnTo>
                <a:lnTo>
                  <a:pt x="392" y="52"/>
                </a:lnTo>
                <a:lnTo>
                  <a:pt x="393" y="51"/>
                </a:lnTo>
                <a:lnTo>
                  <a:pt x="394" y="50"/>
                </a:lnTo>
                <a:lnTo>
                  <a:pt x="395" y="49"/>
                </a:lnTo>
                <a:lnTo>
                  <a:pt x="396" y="49"/>
                </a:lnTo>
                <a:lnTo>
                  <a:pt x="396" y="50"/>
                </a:lnTo>
                <a:lnTo>
                  <a:pt x="397" y="50"/>
                </a:lnTo>
                <a:lnTo>
                  <a:pt x="397" y="51"/>
                </a:lnTo>
                <a:lnTo>
                  <a:pt x="398" y="51"/>
                </a:lnTo>
                <a:lnTo>
                  <a:pt x="398" y="50"/>
                </a:lnTo>
                <a:lnTo>
                  <a:pt x="399" y="50"/>
                </a:lnTo>
                <a:lnTo>
                  <a:pt x="399" y="49"/>
                </a:lnTo>
                <a:lnTo>
                  <a:pt x="400" y="49"/>
                </a:lnTo>
                <a:lnTo>
                  <a:pt x="401" y="49"/>
                </a:lnTo>
                <a:lnTo>
                  <a:pt x="402" y="49"/>
                </a:lnTo>
                <a:lnTo>
                  <a:pt x="402" y="48"/>
                </a:lnTo>
                <a:lnTo>
                  <a:pt x="403" y="48"/>
                </a:lnTo>
                <a:lnTo>
                  <a:pt x="403" y="49"/>
                </a:lnTo>
                <a:lnTo>
                  <a:pt x="404" y="49"/>
                </a:lnTo>
                <a:lnTo>
                  <a:pt x="404" y="50"/>
                </a:lnTo>
                <a:lnTo>
                  <a:pt x="403" y="50"/>
                </a:lnTo>
                <a:lnTo>
                  <a:pt x="404" y="50"/>
                </a:lnTo>
                <a:lnTo>
                  <a:pt x="404" y="51"/>
                </a:lnTo>
                <a:lnTo>
                  <a:pt x="402" y="52"/>
                </a:lnTo>
                <a:lnTo>
                  <a:pt x="402" y="51"/>
                </a:lnTo>
                <a:lnTo>
                  <a:pt x="401" y="52"/>
                </a:lnTo>
                <a:lnTo>
                  <a:pt x="400" y="53"/>
                </a:lnTo>
                <a:lnTo>
                  <a:pt x="399" y="53"/>
                </a:lnTo>
                <a:lnTo>
                  <a:pt x="398" y="53"/>
                </a:lnTo>
                <a:lnTo>
                  <a:pt x="397" y="53"/>
                </a:lnTo>
                <a:lnTo>
                  <a:pt x="396" y="53"/>
                </a:lnTo>
                <a:lnTo>
                  <a:pt x="396" y="52"/>
                </a:lnTo>
                <a:lnTo>
                  <a:pt x="395" y="52"/>
                </a:lnTo>
                <a:lnTo>
                  <a:pt x="394" y="53"/>
                </a:lnTo>
                <a:lnTo>
                  <a:pt x="393" y="54"/>
                </a:lnTo>
                <a:lnTo>
                  <a:pt x="395" y="55"/>
                </a:lnTo>
                <a:lnTo>
                  <a:pt x="396" y="56"/>
                </a:lnTo>
                <a:lnTo>
                  <a:pt x="397" y="57"/>
                </a:lnTo>
                <a:lnTo>
                  <a:pt x="398" y="57"/>
                </a:lnTo>
                <a:lnTo>
                  <a:pt x="399" y="58"/>
                </a:lnTo>
                <a:lnTo>
                  <a:pt x="400" y="60"/>
                </a:lnTo>
                <a:lnTo>
                  <a:pt x="401" y="60"/>
                </a:lnTo>
                <a:lnTo>
                  <a:pt x="402" y="61"/>
                </a:lnTo>
                <a:lnTo>
                  <a:pt x="402" y="62"/>
                </a:lnTo>
                <a:lnTo>
                  <a:pt x="401" y="61"/>
                </a:lnTo>
                <a:lnTo>
                  <a:pt x="398" y="58"/>
                </a:lnTo>
                <a:lnTo>
                  <a:pt x="395" y="56"/>
                </a:lnTo>
                <a:lnTo>
                  <a:pt x="397" y="58"/>
                </a:lnTo>
                <a:lnTo>
                  <a:pt x="399" y="60"/>
                </a:lnTo>
                <a:lnTo>
                  <a:pt x="401" y="63"/>
                </a:lnTo>
                <a:lnTo>
                  <a:pt x="400" y="63"/>
                </a:lnTo>
                <a:lnTo>
                  <a:pt x="399" y="63"/>
                </a:lnTo>
                <a:lnTo>
                  <a:pt x="399" y="61"/>
                </a:lnTo>
                <a:lnTo>
                  <a:pt x="398" y="60"/>
                </a:lnTo>
                <a:lnTo>
                  <a:pt x="397" y="59"/>
                </a:lnTo>
                <a:lnTo>
                  <a:pt x="395" y="58"/>
                </a:lnTo>
                <a:lnTo>
                  <a:pt x="394" y="57"/>
                </a:lnTo>
                <a:lnTo>
                  <a:pt x="393" y="57"/>
                </a:lnTo>
                <a:lnTo>
                  <a:pt x="392" y="57"/>
                </a:lnTo>
                <a:lnTo>
                  <a:pt x="391" y="57"/>
                </a:lnTo>
                <a:lnTo>
                  <a:pt x="389" y="57"/>
                </a:lnTo>
                <a:lnTo>
                  <a:pt x="388" y="57"/>
                </a:lnTo>
                <a:lnTo>
                  <a:pt x="387" y="57"/>
                </a:lnTo>
                <a:lnTo>
                  <a:pt x="387" y="58"/>
                </a:lnTo>
                <a:lnTo>
                  <a:pt x="386" y="58"/>
                </a:lnTo>
                <a:lnTo>
                  <a:pt x="385" y="58"/>
                </a:lnTo>
                <a:lnTo>
                  <a:pt x="384" y="57"/>
                </a:lnTo>
                <a:lnTo>
                  <a:pt x="383" y="56"/>
                </a:lnTo>
                <a:lnTo>
                  <a:pt x="382" y="56"/>
                </a:lnTo>
                <a:lnTo>
                  <a:pt x="381" y="56"/>
                </a:lnTo>
                <a:lnTo>
                  <a:pt x="380" y="56"/>
                </a:lnTo>
                <a:lnTo>
                  <a:pt x="379" y="56"/>
                </a:lnTo>
                <a:lnTo>
                  <a:pt x="380" y="57"/>
                </a:lnTo>
                <a:lnTo>
                  <a:pt x="380" y="58"/>
                </a:lnTo>
                <a:lnTo>
                  <a:pt x="380" y="59"/>
                </a:lnTo>
                <a:lnTo>
                  <a:pt x="380" y="60"/>
                </a:lnTo>
                <a:lnTo>
                  <a:pt x="380" y="62"/>
                </a:lnTo>
                <a:lnTo>
                  <a:pt x="379" y="62"/>
                </a:lnTo>
                <a:lnTo>
                  <a:pt x="379" y="63"/>
                </a:lnTo>
                <a:lnTo>
                  <a:pt x="378" y="63"/>
                </a:lnTo>
                <a:lnTo>
                  <a:pt x="377" y="63"/>
                </a:lnTo>
                <a:lnTo>
                  <a:pt x="377" y="64"/>
                </a:lnTo>
                <a:lnTo>
                  <a:pt x="375" y="66"/>
                </a:lnTo>
                <a:lnTo>
                  <a:pt x="374" y="67"/>
                </a:lnTo>
                <a:lnTo>
                  <a:pt x="373" y="69"/>
                </a:lnTo>
                <a:lnTo>
                  <a:pt x="373" y="70"/>
                </a:lnTo>
                <a:lnTo>
                  <a:pt x="372" y="71"/>
                </a:lnTo>
                <a:lnTo>
                  <a:pt x="371" y="73"/>
                </a:lnTo>
                <a:lnTo>
                  <a:pt x="371" y="74"/>
                </a:lnTo>
                <a:lnTo>
                  <a:pt x="370" y="75"/>
                </a:lnTo>
                <a:lnTo>
                  <a:pt x="370" y="76"/>
                </a:lnTo>
                <a:lnTo>
                  <a:pt x="369" y="76"/>
                </a:lnTo>
                <a:lnTo>
                  <a:pt x="368" y="77"/>
                </a:lnTo>
                <a:lnTo>
                  <a:pt x="367" y="76"/>
                </a:lnTo>
                <a:lnTo>
                  <a:pt x="367" y="77"/>
                </a:lnTo>
                <a:lnTo>
                  <a:pt x="368" y="77"/>
                </a:lnTo>
                <a:lnTo>
                  <a:pt x="369" y="77"/>
                </a:lnTo>
                <a:lnTo>
                  <a:pt x="369" y="78"/>
                </a:lnTo>
                <a:lnTo>
                  <a:pt x="370" y="80"/>
                </a:lnTo>
                <a:lnTo>
                  <a:pt x="370" y="81"/>
                </a:lnTo>
                <a:lnTo>
                  <a:pt x="371" y="81"/>
                </a:lnTo>
                <a:lnTo>
                  <a:pt x="371" y="82"/>
                </a:lnTo>
                <a:lnTo>
                  <a:pt x="370" y="83"/>
                </a:lnTo>
                <a:lnTo>
                  <a:pt x="370" y="84"/>
                </a:lnTo>
                <a:lnTo>
                  <a:pt x="370" y="85"/>
                </a:lnTo>
                <a:lnTo>
                  <a:pt x="370" y="86"/>
                </a:lnTo>
                <a:lnTo>
                  <a:pt x="369" y="86"/>
                </a:lnTo>
                <a:lnTo>
                  <a:pt x="369" y="87"/>
                </a:lnTo>
                <a:lnTo>
                  <a:pt x="370" y="88"/>
                </a:lnTo>
                <a:lnTo>
                  <a:pt x="370" y="90"/>
                </a:lnTo>
                <a:lnTo>
                  <a:pt x="370" y="91"/>
                </a:lnTo>
                <a:lnTo>
                  <a:pt x="371" y="92"/>
                </a:lnTo>
                <a:lnTo>
                  <a:pt x="371" y="94"/>
                </a:lnTo>
                <a:lnTo>
                  <a:pt x="370" y="94"/>
                </a:lnTo>
                <a:lnTo>
                  <a:pt x="369" y="94"/>
                </a:lnTo>
                <a:lnTo>
                  <a:pt x="368" y="93"/>
                </a:lnTo>
                <a:lnTo>
                  <a:pt x="367" y="92"/>
                </a:lnTo>
                <a:lnTo>
                  <a:pt x="366" y="92"/>
                </a:lnTo>
                <a:lnTo>
                  <a:pt x="366" y="94"/>
                </a:lnTo>
                <a:lnTo>
                  <a:pt x="367" y="94"/>
                </a:lnTo>
                <a:lnTo>
                  <a:pt x="367" y="93"/>
                </a:lnTo>
                <a:lnTo>
                  <a:pt x="368" y="94"/>
                </a:lnTo>
                <a:lnTo>
                  <a:pt x="368" y="95"/>
                </a:lnTo>
                <a:lnTo>
                  <a:pt x="367" y="95"/>
                </a:lnTo>
                <a:lnTo>
                  <a:pt x="366" y="95"/>
                </a:lnTo>
                <a:lnTo>
                  <a:pt x="366" y="97"/>
                </a:lnTo>
                <a:lnTo>
                  <a:pt x="365" y="97"/>
                </a:lnTo>
                <a:lnTo>
                  <a:pt x="366" y="97"/>
                </a:lnTo>
                <a:lnTo>
                  <a:pt x="366" y="96"/>
                </a:lnTo>
                <a:lnTo>
                  <a:pt x="367" y="96"/>
                </a:lnTo>
                <a:lnTo>
                  <a:pt x="368" y="95"/>
                </a:lnTo>
                <a:lnTo>
                  <a:pt x="369" y="95"/>
                </a:lnTo>
                <a:lnTo>
                  <a:pt x="370" y="95"/>
                </a:lnTo>
                <a:lnTo>
                  <a:pt x="371" y="95"/>
                </a:lnTo>
                <a:lnTo>
                  <a:pt x="372" y="95"/>
                </a:lnTo>
                <a:lnTo>
                  <a:pt x="372" y="96"/>
                </a:lnTo>
                <a:lnTo>
                  <a:pt x="373" y="97"/>
                </a:lnTo>
                <a:lnTo>
                  <a:pt x="373" y="98"/>
                </a:lnTo>
                <a:lnTo>
                  <a:pt x="373" y="99"/>
                </a:lnTo>
                <a:lnTo>
                  <a:pt x="374" y="99"/>
                </a:lnTo>
                <a:lnTo>
                  <a:pt x="374" y="100"/>
                </a:lnTo>
                <a:lnTo>
                  <a:pt x="375" y="100"/>
                </a:lnTo>
                <a:lnTo>
                  <a:pt x="374" y="100"/>
                </a:lnTo>
                <a:lnTo>
                  <a:pt x="374" y="102"/>
                </a:lnTo>
                <a:lnTo>
                  <a:pt x="375" y="102"/>
                </a:lnTo>
                <a:lnTo>
                  <a:pt x="376" y="102"/>
                </a:lnTo>
                <a:lnTo>
                  <a:pt x="377" y="102"/>
                </a:lnTo>
                <a:lnTo>
                  <a:pt x="377" y="103"/>
                </a:lnTo>
                <a:lnTo>
                  <a:pt x="380" y="103"/>
                </a:lnTo>
                <a:lnTo>
                  <a:pt x="381" y="104"/>
                </a:lnTo>
                <a:lnTo>
                  <a:pt x="381" y="105"/>
                </a:lnTo>
                <a:lnTo>
                  <a:pt x="382" y="105"/>
                </a:lnTo>
                <a:lnTo>
                  <a:pt x="382" y="106"/>
                </a:lnTo>
                <a:lnTo>
                  <a:pt x="383" y="106"/>
                </a:lnTo>
                <a:lnTo>
                  <a:pt x="383" y="107"/>
                </a:lnTo>
                <a:lnTo>
                  <a:pt x="384" y="107"/>
                </a:lnTo>
                <a:lnTo>
                  <a:pt x="386" y="109"/>
                </a:lnTo>
                <a:lnTo>
                  <a:pt x="387" y="109"/>
                </a:lnTo>
                <a:lnTo>
                  <a:pt x="388" y="108"/>
                </a:lnTo>
                <a:lnTo>
                  <a:pt x="388" y="109"/>
                </a:lnTo>
                <a:lnTo>
                  <a:pt x="389" y="109"/>
                </a:lnTo>
                <a:lnTo>
                  <a:pt x="389" y="107"/>
                </a:lnTo>
                <a:lnTo>
                  <a:pt x="389" y="106"/>
                </a:lnTo>
                <a:lnTo>
                  <a:pt x="390" y="107"/>
                </a:lnTo>
                <a:lnTo>
                  <a:pt x="391" y="107"/>
                </a:lnTo>
                <a:lnTo>
                  <a:pt x="392" y="107"/>
                </a:lnTo>
                <a:lnTo>
                  <a:pt x="394" y="108"/>
                </a:lnTo>
                <a:lnTo>
                  <a:pt x="394" y="111"/>
                </a:lnTo>
                <a:lnTo>
                  <a:pt x="396" y="111"/>
                </a:lnTo>
                <a:lnTo>
                  <a:pt x="395" y="109"/>
                </a:lnTo>
                <a:lnTo>
                  <a:pt x="395" y="108"/>
                </a:lnTo>
                <a:lnTo>
                  <a:pt x="396" y="108"/>
                </a:lnTo>
                <a:lnTo>
                  <a:pt x="397" y="108"/>
                </a:lnTo>
                <a:lnTo>
                  <a:pt x="399" y="110"/>
                </a:lnTo>
                <a:lnTo>
                  <a:pt x="400" y="110"/>
                </a:lnTo>
                <a:lnTo>
                  <a:pt x="402" y="109"/>
                </a:lnTo>
                <a:lnTo>
                  <a:pt x="403" y="110"/>
                </a:lnTo>
                <a:lnTo>
                  <a:pt x="403" y="111"/>
                </a:lnTo>
                <a:lnTo>
                  <a:pt x="403" y="112"/>
                </a:lnTo>
                <a:lnTo>
                  <a:pt x="402" y="114"/>
                </a:lnTo>
                <a:lnTo>
                  <a:pt x="403" y="114"/>
                </a:lnTo>
                <a:lnTo>
                  <a:pt x="403" y="115"/>
                </a:lnTo>
                <a:lnTo>
                  <a:pt x="400" y="121"/>
                </a:lnTo>
                <a:lnTo>
                  <a:pt x="401" y="121"/>
                </a:lnTo>
                <a:lnTo>
                  <a:pt x="402" y="121"/>
                </a:lnTo>
                <a:lnTo>
                  <a:pt x="403" y="121"/>
                </a:lnTo>
                <a:lnTo>
                  <a:pt x="404" y="121"/>
                </a:lnTo>
                <a:lnTo>
                  <a:pt x="404" y="120"/>
                </a:lnTo>
                <a:lnTo>
                  <a:pt x="405" y="120"/>
                </a:lnTo>
                <a:lnTo>
                  <a:pt x="406" y="120"/>
                </a:lnTo>
                <a:lnTo>
                  <a:pt x="406" y="121"/>
                </a:lnTo>
                <a:lnTo>
                  <a:pt x="406" y="122"/>
                </a:lnTo>
                <a:lnTo>
                  <a:pt x="406" y="123"/>
                </a:lnTo>
                <a:lnTo>
                  <a:pt x="407" y="123"/>
                </a:lnTo>
                <a:lnTo>
                  <a:pt x="407" y="124"/>
                </a:lnTo>
                <a:lnTo>
                  <a:pt x="407" y="123"/>
                </a:lnTo>
                <a:lnTo>
                  <a:pt x="408" y="122"/>
                </a:lnTo>
                <a:lnTo>
                  <a:pt x="407" y="122"/>
                </a:lnTo>
                <a:lnTo>
                  <a:pt x="407" y="121"/>
                </a:lnTo>
                <a:lnTo>
                  <a:pt x="408" y="121"/>
                </a:lnTo>
                <a:lnTo>
                  <a:pt x="408" y="120"/>
                </a:lnTo>
                <a:lnTo>
                  <a:pt x="409" y="120"/>
                </a:lnTo>
                <a:lnTo>
                  <a:pt x="410" y="120"/>
                </a:lnTo>
                <a:lnTo>
                  <a:pt x="410" y="119"/>
                </a:lnTo>
                <a:lnTo>
                  <a:pt x="411" y="119"/>
                </a:lnTo>
                <a:lnTo>
                  <a:pt x="411" y="118"/>
                </a:lnTo>
                <a:lnTo>
                  <a:pt x="413" y="118"/>
                </a:lnTo>
                <a:lnTo>
                  <a:pt x="416" y="118"/>
                </a:lnTo>
                <a:lnTo>
                  <a:pt x="416" y="119"/>
                </a:lnTo>
                <a:lnTo>
                  <a:pt x="419" y="119"/>
                </a:lnTo>
                <a:lnTo>
                  <a:pt x="419" y="120"/>
                </a:lnTo>
                <a:lnTo>
                  <a:pt x="419" y="121"/>
                </a:lnTo>
                <a:lnTo>
                  <a:pt x="420" y="121"/>
                </a:lnTo>
                <a:lnTo>
                  <a:pt x="420" y="122"/>
                </a:lnTo>
                <a:lnTo>
                  <a:pt x="420" y="121"/>
                </a:lnTo>
                <a:lnTo>
                  <a:pt x="421" y="121"/>
                </a:lnTo>
                <a:lnTo>
                  <a:pt x="421" y="120"/>
                </a:lnTo>
                <a:lnTo>
                  <a:pt x="422" y="119"/>
                </a:lnTo>
                <a:lnTo>
                  <a:pt x="422" y="118"/>
                </a:lnTo>
                <a:lnTo>
                  <a:pt x="427" y="118"/>
                </a:lnTo>
                <a:lnTo>
                  <a:pt x="427" y="119"/>
                </a:lnTo>
                <a:lnTo>
                  <a:pt x="427" y="122"/>
                </a:lnTo>
                <a:lnTo>
                  <a:pt x="427" y="123"/>
                </a:lnTo>
                <a:lnTo>
                  <a:pt x="426" y="124"/>
                </a:lnTo>
                <a:lnTo>
                  <a:pt x="426" y="125"/>
                </a:lnTo>
                <a:lnTo>
                  <a:pt x="427" y="125"/>
                </a:lnTo>
                <a:lnTo>
                  <a:pt x="428" y="125"/>
                </a:lnTo>
                <a:lnTo>
                  <a:pt x="428" y="124"/>
                </a:lnTo>
                <a:lnTo>
                  <a:pt x="427" y="124"/>
                </a:lnTo>
                <a:lnTo>
                  <a:pt x="428" y="123"/>
                </a:lnTo>
                <a:lnTo>
                  <a:pt x="428" y="122"/>
                </a:lnTo>
                <a:lnTo>
                  <a:pt x="429" y="122"/>
                </a:lnTo>
                <a:lnTo>
                  <a:pt x="429" y="121"/>
                </a:lnTo>
                <a:lnTo>
                  <a:pt x="429" y="120"/>
                </a:lnTo>
                <a:lnTo>
                  <a:pt x="430" y="120"/>
                </a:lnTo>
                <a:lnTo>
                  <a:pt x="430" y="119"/>
                </a:lnTo>
                <a:lnTo>
                  <a:pt x="431" y="119"/>
                </a:lnTo>
                <a:lnTo>
                  <a:pt x="430" y="118"/>
                </a:lnTo>
                <a:lnTo>
                  <a:pt x="432" y="117"/>
                </a:lnTo>
                <a:lnTo>
                  <a:pt x="433" y="117"/>
                </a:lnTo>
                <a:lnTo>
                  <a:pt x="433" y="116"/>
                </a:lnTo>
                <a:lnTo>
                  <a:pt x="433" y="117"/>
                </a:lnTo>
                <a:lnTo>
                  <a:pt x="438" y="117"/>
                </a:lnTo>
                <a:lnTo>
                  <a:pt x="438" y="118"/>
                </a:lnTo>
                <a:lnTo>
                  <a:pt x="438" y="119"/>
                </a:lnTo>
                <a:lnTo>
                  <a:pt x="441" y="118"/>
                </a:lnTo>
                <a:lnTo>
                  <a:pt x="441" y="117"/>
                </a:lnTo>
                <a:lnTo>
                  <a:pt x="441" y="116"/>
                </a:lnTo>
                <a:lnTo>
                  <a:pt x="442" y="116"/>
                </a:lnTo>
                <a:lnTo>
                  <a:pt x="442" y="117"/>
                </a:lnTo>
                <a:lnTo>
                  <a:pt x="443" y="118"/>
                </a:lnTo>
                <a:lnTo>
                  <a:pt x="445" y="118"/>
                </a:lnTo>
                <a:lnTo>
                  <a:pt x="445" y="116"/>
                </a:lnTo>
                <a:lnTo>
                  <a:pt x="446" y="115"/>
                </a:lnTo>
                <a:lnTo>
                  <a:pt x="447" y="114"/>
                </a:lnTo>
                <a:lnTo>
                  <a:pt x="447" y="113"/>
                </a:lnTo>
                <a:lnTo>
                  <a:pt x="448" y="113"/>
                </a:lnTo>
                <a:lnTo>
                  <a:pt x="448" y="112"/>
                </a:lnTo>
                <a:lnTo>
                  <a:pt x="449" y="112"/>
                </a:lnTo>
                <a:lnTo>
                  <a:pt x="450" y="111"/>
                </a:lnTo>
                <a:lnTo>
                  <a:pt x="450" y="112"/>
                </a:lnTo>
                <a:lnTo>
                  <a:pt x="450" y="111"/>
                </a:lnTo>
                <a:lnTo>
                  <a:pt x="451" y="111"/>
                </a:lnTo>
                <a:lnTo>
                  <a:pt x="453" y="110"/>
                </a:lnTo>
                <a:lnTo>
                  <a:pt x="453" y="109"/>
                </a:lnTo>
                <a:lnTo>
                  <a:pt x="452" y="109"/>
                </a:lnTo>
                <a:lnTo>
                  <a:pt x="453" y="109"/>
                </a:lnTo>
                <a:lnTo>
                  <a:pt x="454" y="108"/>
                </a:lnTo>
                <a:lnTo>
                  <a:pt x="455" y="107"/>
                </a:lnTo>
                <a:lnTo>
                  <a:pt x="456" y="107"/>
                </a:lnTo>
                <a:lnTo>
                  <a:pt x="456" y="106"/>
                </a:lnTo>
                <a:lnTo>
                  <a:pt x="457" y="106"/>
                </a:lnTo>
                <a:lnTo>
                  <a:pt x="457" y="105"/>
                </a:lnTo>
                <a:lnTo>
                  <a:pt x="457" y="104"/>
                </a:lnTo>
                <a:lnTo>
                  <a:pt x="456" y="104"/>
                </a:lnTo>
                <a:lnTo>
                  <a:pt x="458" y="104"/>
                </a:lnTo>
                <a:lnTo>
                  <a:pt x="458" y="103"/>
                </a:lnTo>
                <a:lnTo>
                  <a:pt x="458" y="102"/>
                </a:lnTo>
                <a:lnTo>
                  <a:pt x="457" y="102"/>
                </a:lnTo>
                <a:lnTo>
                  <a:pt x="457" y="101"/>
                </a:lnTo>
                <a:lnTo>
                  <a:pt x="457" y="100"/>
                </a:lnTo>
                <a:lnTo>
                  <a:pt x="458" y="101"/>
                </a:lnTo>
                <a:lnTo>
                  <a:pt x="459" y="100"/>
                </a:lnTo>
                <a:lnTo>
                  <a:pt x="458" y="100"/>
                </a:lnTo>
                <a:lnTo>
                  <a:pt x="459" y="100"/>
                </a:lnTo>
                <a:lnTo>
                  <a:pt x="458" y="99"/>
                </a:lnTo>
                <a:lnTo>
                  <a:pt x="457" y="99"/>
                </a:lnTo>
                <a:lnTo>
                  <a:pt x="457" y="98"/>
                </a:lnTo>
                <a:lnTo>
                  <a:pt x="456" y="98"/>
                </a:lnTo>
                <a:lnTo>
                  <a:pt x="456" y="97"/>
                </a:lnTo>
                <a:lnTo>
                  <a:pt x="456" y="96"/>
                </a:lnTo>
                <a:lnTo>
                  <a:pt x="455" y="97"/>
                </a:lnTo>
                <a:lnTo>
                  <a:pt x="455" y="98"/>
                </a:lnTo>
                <a:lnTo>
                  <a:pt x="455" y="97"/>
                </a:lnTo>
                <a:lnTo>
                  <a:pt x="454" y="97"/>
                </a:lnTo>
                <a:lnTo>
                  <a:pt x="453" y="96"/>
                </a:lnTo>
                <a:lnTo>
                  <a:pt x="454" y="96"/>
                </a:lnTo>
                <a:lnTo>
                  <a:pt x="452" y="95"/>
                </a:lnTo>
                <a:lnTo>
                  <a:pt x="453" y="95"/>
                </a:lnTo>
                <a:lnTo>
                  <a:pt x="453" y="94"/>
                </a:lnTo>
                <a:lnTo>
                  <a:pt x="453" y="93"/>
                </a:lnTo>
                <a:lnTo>
                  <a:pt x="453" y="92"/>
                </a:lnTo>
                <a:lnTo>
                  <a:pt x="454" y="92"/>
                </a:lnTo>
                <a:lnTo>
                  <a:pt x="455" y="92"/>
                </a:lnTo>
                <a:lnTo>
                  <a:pt x="456" y="92"/>
                </a:lnTo>
                <a:lnTo>
                  <a:pt x="457" y="92"/>
                </a:lnTo>
                <a:lnTo>
                  <a:pt x="459" y="91"/>
                </a:lnTo>
                <a:lnTo>
                  <a:pt x="460" y="91"/>
                </a:lnTo>
                <a:lnTo>
                  <a:pt x="461" y="91"/>
                </a:lnTo>
                <a:lnTo>
                  <a:pt x="462" y="90"/>
                </a:lnTo>
                <a:lnTo>
                  <a:pt x="462" y="89"/>
                </a:lnTo>
                <a:lnTo>
                  <a:pt x="462" y="88"/>
                </a:lnTo>
                <a:lnTo>
                  <a:pt x="463" y="88"/>
                </a:lnTo>
                <a:lnTo>
                  <a:pt x="462" y="88"/>
                </a:lnTo>
                <a:lnTo>
                  <a:pt x="463" y="87"/>
                </a:lnTo>
                <a:lnTo>
                  <a:pt x="465" y="87"/>
                </a:lnTo>
                <a:lnTo>
                  <a:pt x="465" y="88"/>
                </a:lnTo>
                <a:lnTo>
                  <a:pt x="467" y="88"/>
                </a:lnTo>
                <a:lnTo>
                  <a:pt x="467" y="87"/>
                </a:lnTo>
                <a:lnTo>
                  <a:pt x="468" y="87"/>
                </a:lnTo>
                <a:lnTo>
                  <a:pt x="469" y="87"/>
                </a:lnTo>
                <a:lnTo>
                  <a:pt x="469" y="86"/>
                </a:lnTo>
                <a:lnTo>
                  <a:pt x="468" y="86"/>
                </a:lnTo>
                <a:lnTo>
                  <a:pt x="469" y="86"/>
                </a:lnTo>
                <a:lnTo>
                  <a:pt x="471" y="86"/>
                </a:lnTo>
                <a:lnTo>
                  <a:pt x="472" y="86"/>
                </a:lnTo>
                <a:lnTo>
                  <a:pt x="473" y="86"/>
                </a:lnTo>
                <a:lnTo>
                  <a:pt x="474" y="86"/>
                </a:lnTo>
                <a:lnTo>
                  <a:pt x="474" y="85"/>
                </a:lnTo>
                <a:lnTo>
                  <a:pt x="475" y="85"/>
                </a:lnTo>
                <a:lnTo>
                  <a:pt x="475" y="84"/>
                </a:lnTo>
                <a:lnTo>
                  <a:pt x="476" y="83"/>
                </a:lnTo>
                <a:lnTo>
                  <a:pt x="477" y="83"/>
                </a:lnTo>
                <a:lnTo>
                  <a:pt x="478" y="83"/>
                </a:lnTo>
                <a:lnTo>
                  <a:pt x="479" y="82"/>
                </a:lnTo>
                <a:lnTo>
                  <a:pt x="480" y="82"/>
                </a:lnTo>
                <a:lnTo>
                  <a:pt x="481" y="82"/>
                </a:lnTo>
                <a:lnTo>
                  <a:pt x="481" y="81"/>
                </a:lnTo>
                <a:lnTo>
                  <a:pt x="482" y="81"/>
                </a:lnTo>
                <a:lnTo>
                  <a:pt x="485" y="79"/>
                </a:lnTo>
                <a:lnTo>
                  <a:pt x="487" y="77"/>
                </a:lnTo>
                <a:lnTo>
                  <a:pt x="488" y="76"/>
                </a:lnTo>
                <a:lnTo>
                  <a:pt x="488" y="75"/>
                </a:lnTo>
                <a:lnTo>
                  <a:pt x="489" y="74"/>
                </a:lnTo>
                <a:lnTo>
                  <a:pt x="489" y="73"/>
                </a:lnTo>
                <a:lnTo>
                  <a:pt x="486" y="70"/>
                </a:lnTo>
                <a:lnTo>
                  <a:pt x="487" y="69"/>
                </a:lnTo>
                <a:lnTo>
                  <a:pt x="488" y="68"/>
                </a:lnTo>
                <a:lnTo>
                  <a:pt x="489" y="67"/>
                </a:lnTo>
                <a:lnTo>
                  <a:pt x="490" y="67"/>
                </a:lnTo>
                <a:lnTo>
                  <a:pt x="495" y="67"/>
                </a:lnTo>
                <a:lnTo>
                  <a:pt x="495" y="66"/>
                </a:lnTo>
                <a:lnTo>
                  <a:pt x="496" y="66"/>
                </a:lnTo>
                <a:lnTo>
                  <a:pt x="496" y="65"/>
                </a:lnTo>
                <a:lnTo>
                  <a:pt x="497" y="65"/>
                </a:lnTo>
                <a:lnTo>
                  <a:pt x="497" y="64"/>
                </a:lnTo>
                <a:lnTo>
                  <a:pt x="496" y="63"/>
                </a:lnTo>
                <a:lnTo>
                  <a:pt x="495" y="63"/>
                </a:lnTo>
                <a:lnTo>
                  <a:pt x="495" y="62"/>
                </a:lnTo>
                <a:lnTo>
                  <a:pt x="494" y="63"/>
                </a:lnTo>
                <a:lnTo>
                  <a:pt x="495" y="64"/>
                </a:lnTo>
                <a:lnTo>
                  <a:pt x="493" y="64"/>
                </a:lnTo>
                <a:lnTo>
                  <a:pt x="493" y="63"/>
                </a:lnTo>
                <a:lnTo>
                  <a:pt x="494" y="63"/>
                </a:lnTo>
                <a:lnTo>
                  <a:pt x="495" y="62"/>
                </a:lnTo>
                <a:lnTo>
                  <a:pt x="493" y="62"/>
                </a:lnTo>
                <a:lnTo>
                  <a:pt x="493" y="63"/>
                </a:lnTo>
                <a:lnTo>
                  <a:pt x="492" y="62"/>
                </a:lnTo>
                <a:lnTo>
                  <a:pt x="491" y="62"/>
                </a:lnTo>
                <a:lnTo>
                  <a:pt x="490" y="62"/>
                </a:lnTo>
                <a:lnTo>
                  <a:pt x="489" y="62"/>
                </a:lnTo>
                <a:lnTo>
                  <a:pt x="488" y="62"/>
                </a:lnTo>
                <a:lnTo>
                  <a:pt x="487" y="61"/>
                </a:lnTo>
                <a:lnTo>
                  <a:pt x="487" y="60"/>
                </a:lnTo>
                <a:lnTo>
                  <a:pt x="488" y="60"/>
                </a:lnTo>
                <a:lnTo>
                  <a:pt x="489" y="60"/>
                </a:lnTo>
                <a:lnTo>
                  <a:pt x="495" y="60"/>
                </a:lnTo>
                <a:lnTo>
                  <a:pt x="496" y="60"/>
                </a:lnTo>
                <a:lnTo>
                  <a:pt x="497" y="60"/>
                </a:lnTo>
                <a:lnTo>
                  <a:pt x="498" y="60"/>
                </a:lnTo>
                <a:lnTo>
                  <a:pt x="499" y="60"/>
                </a:lnTo>
                <a:lnTo>
                  <a:pt x="500" y="59"/>
                </a:lnTo>
                <a:lnTo>
                  <a:pt x="501" y="59"/>
                </a:lnTo>
                <a:lnTo>
                  <a:pt x="502" y="58"/>
                </a:lnTo>
                <a:lnTo>
                  <a:pt x="503" y="58"/>
                </a:lnTo>
                <a:lnTo>
                  <a:pt x="503" y="57"/>
                </a:lnTo>
                <a:lnTo>
                  <a:pt x="504" y="58"/>
                </a:lnTo>
                <a:lnTo>
                  <a:pt x="504" y="57"/>
                </a:lnTo>
                <a:lnTo>
                  <a:pt x="505" y="57"/>
                </a:lnTo>
                <a:lnTo>
                  <a:pt x="505" y="56"/>
                </a:lnTo>
                <a:lnTo>
                  <a:pt x="506" y="56"/>
                </a:lnTo>
                <a:lnTo>
                  <a:pt x="506" y="55"/>
                </a:lnTo>
                <a:lnTo>
                  <a:pt x="507" y="54"/>
                </a:lnTo>
                <a:lnTo>
                  <a:pt x="508" y="54"/>
                </a:lnTo>
                <a:lnTo>
                  <a:pt x="509" y="54"/>
                </a:lnTo>
                <a:lnTo>
                  <a:pt x="510" y="54"/>
                </a:lnTo>
                <a:lnTo>
                  <a:pt x="511" y="54"/>
                </a:lnTo>
                <a:lnTo>
                  <a:pt x="512" y="54"/>
                </a:lnTo>
                <a:lnTo>
                  <a:pt x="514" y="54"/>
                </a:lnTo>
                <a:lnTo>
                  <a:pt x="515" y="54"/>
                </a:lnTo>
                <a:lnTo>
                  <a:pt x="516" y="54"/>
                </a:lnTo>
                <a:lnTo>
                  <a:pt x="517" y="53"/>
                </a:lnTo>
                <a:lnTo>
                  <a:pt x="518" y="53"/>
                </a:lnTo>
                <a:lnTo>
                  <a:pt x="519" y="53"/>
                </a:lnTo>
                <a:lnTo>
                  <a:pt x="520" y="53"/>
                </a:lnTo>
                <a:lnTo>
                  <a:pt x="521" y="52"/>
                </a:lnTo>
                <a:lnTo>
                  <a:pt x="522" y="52"/>
                </a:lnTo>
                <a:lnTo>
                  <a:pt x="522" y="51"/>
                </a:lnTo>
                <a:lnTo>
                  <a:pt x="523" y="51"/>
                </a:lnTo>
                <a:lnTo>
                  <a:pt x="524" y="51"/>
                </a:lnTo>
                <a:lnTo>
                  <a:pt x="525" y="51"/>
                </a:lnTo>
                <a:lnTo>
                  <a:pt x="526" y="51"/>
                </a:lnTo>
                <a:lnTo>
                  <a:pt x="526" y="50"/>
                </a:lnTo>
                <a:lnTo>
                  <a:pt x="527" y="50"/>
                </a:lnTo>
                <a:lnTo>
                  <a:pt x="528" y="49"/>
                </a:lnTo>
                <a:lnTo>
                  <a:pt x="529" y="49"/>
                </a:lnTo>
                <a:lnTo>
                  <a:pt x="530" y="48"/>
                </a:lnTo>
                <a:lnTo>
                  <a:pt x="531" y="47"/>
                </a:lnTo>
                <a:lnTo>
                  <a:pt x="532" y="47"/>
                </a:lnTo>
                <a:lnTo>
                  <a:pt x="532" y="46"/>
                </a:lnTo>
                <a:lnTo>
                  <a:pt x="533" y="46"/>
                </a:lnTo>
                <a:lnTo>
                  <a:pt x="534" y="46"/>
                </a:lnTo>
                <a:lnTo>
                  <a:pt x="535" y="46"/>
                </a:lnTo>
                <a:lnTo>
                  <a:pt x="536" y="46"/>
                </a:lnTo>
                <a:lnTo>
                  <a:pt x="537" y="46"/>
                </a:lnTo>
                <a:lnTo>
                  <a:pt x="538" y="46"/>
                </a:lnTo>
                <a:lnTo>
                  <a:pt x="538" y="47"/>
                </a:lnTo>
                <a:lnTo>
                  <a:pt x="539" y="47"/>
                </a:lnTo>
                <a:lnTo>
                  <a:pt x="540" y="47"/>
                </a:lnTo>
                <a:lnTo>
                  <a:pt x="541" y="47"/>
                </a:lnTo>
                <a:lnTo>
                  <a:pt x="542" y="47"/>
                </a:lnTo>
                <a:lnTo>
                  <a:pt x="543" y="47"/>
                </a:lnTo>
                <a:lnTo>
                  <a:pt x="544" y="47"/>
                </a:lnTo>
                <a:lnTo>
                  <a:pt x="544" y="46"/>
                </a:lnTo>
                <a:lnTo>
                  <a:pt x="545" y="46"/>
                </a:lnTo>
                <a:lnTo>
                  <a:pt x="546" y="46"/>
                </a:lnTo>
                <a:lnTo>
                  <a:pt x="547" y="46"/>
                </a:lnTo>
                <a:lnTo>
                  <a:pt x="548" y="46"/>
                </a:lnTo>
                <a:lnTo>
                  <a:pt x="549" y="46"/>
                </a:lnTo>
                <a:lnTo>
                  <a:pt x="550" y="47"/>
                </a:lnTo>
                <a:lnTo>
                  <a:pt x="551" y="47"/>
                </a:lnTo>
                <a:lnTo>
                  <a:pt x="552" y="47"/>
                </a:lnTo>
                <a:lnTo>
                  <a:pt x="552" y="48"/>
                </a:lnTo>
                <a:lnTo>
                  <a:pt x="551" y="49"/>
                </a:lnTo>
                <a:lnTo>
                  <a:pt x="551" y="50"/>
                </a:lnTo>
                <a:lnTo>
                  <a:pt x="551" y="51"/>
                </a:lnTo>
                <a:lnTo>
                  <a:pt x="552" y="51"/>
                </a:lnTo>
                <a:lnTo>
                  <a:pt x="552" y="52"/>
                </a:lnTo>
                <a:lnTo>
                  <a:pt x="554" y="52"/>
                </a:lnTo>
                <a:lnTo>
                  <a:pt x="554" y="53"/>
                </a:lnTo>
                <a:lnTo>
                  <a:pt x="555" y="53"/>
                </a:lnTo>
                <a:lnTo>
                  <a:pt x="556" y="54"/>
                </a:lnTo>
                <a:lnTo>
                  <a:pt x="557" y="54"/>
                </a:lnTo>
                <a:lnTo>
                  <a:pt x="557" y="55"/>
                </a:lnTo>
                <a:lnTo>
                  <a:pt x="558" y="55"/>
                </a:lnTo>
                <a:lnTo>
                  <a:pt x="558" y="56"/>
                </a:lnTo>
                <a:lnTo>
                  <a:pt x="558" y="57"/>
                </a:lnTo>
                <a:lnTo>
                  <a:pt x="559" y="57"/>
                </a:lnTo>
                <a:lnTo>
                  <a:pt x="560" y="58"/>
                </a:lnTo>
                <a:lnTo>
                  <a:pt x="561" y="58"/>
                </a:lnTo>
                <a:lnTo>
                  <a:pt x="562" y="58"/>
                </a:lnTo>
                <a:lnTo>
                  <a:pt x="563" y="58"/>
                </a:lnTo>
                <a:lnTo>
                  <a:pt x="563" y="57"/>
                </a:lnTo>
                <a:lnTo>
                  <a:pt x="564" y="57"/>
                </a:lnTo>
                <a:lnTo>
                  <a:pt x="565" y="58"/>
                </a:lnTo>
                <a:lnTo>
                  <a:pt x="567" y="58"/>
                </a:lnTo>
                <a:lnTo>
                  <a:pt x="568" y="58"/>
                </a:lnTo>
                <a:lnTo>
                  <a:pt x="570" y="58"/>
                </a:lnTo>
                <a:lnTo>
                  <a:pt x="571" y="59"/>
                </a:lnTo>
                <a:lnTo>
                  <a:pt x="570" y="59"/>
                </a:lnTo>
                <a:lnTo>
                  <a:pt x="570" y="60"/>
                </a:lnTo>
                <a:lnTo>
                  <a:pt x="570" y="61"/>
                </a:lnTo>
                <a:lnTo>
                  <a:pt x="569" y="61"/>
                </a:lnTo>
                <a:lnTo>
                  <a:pt x="569" y="62"/>
                </a:lnTo>
                <a:lnTo>
                  <a:pt x="568" y="62"/>
                </a:lnTo>
                <a:lnTo>
                  <a:pt x="569" y="63"/>
                </a:lnTo>
                <a:lnTo>
                  <a:pt x="570" y="63"/>
                </a:lnTo>
                <a:lnTo>
                  <a:pt x="571" y="63"/>
                </a:lnTo>
                <a:lnTo>
                  <a:pt x="571" y="64"/>
                </a:lnTo>
                <a:lnTo>
                  <a:pt x="571" y="65"/>
                </a:lnTo>
                <a:lnTo>
                  <a:pt x="570" y="65"/>
                </a:lnTo>
                <a:lnTo>
                  <a:pt x="570" y="66"/>
                </a:lnTo>
                <a:lnTo>
                  <a:pt x="570" y="67"/>
                </a:lnTo>
                <a:lnTo>
                  <a:pt x="569" y="67"/>
                </a:lnTo>
                <a:lnTo>
                  <a:pt x="569" y="68"/>
                </a:lnTo>
                <a:lnTo>
                  <a:pt x="570" y="68"/>
                </a:lnTo>
                <a:lnTo>
                  <a:pt x="570" y="69"/>
                </a:lnTo>
                <a:lnTo>
                  <a:pt x="571" y="70"/>
                </a:lnTo>
                <a:lnTo>
                  <a:pt x="572" y="70"/>
                </a:lnTo>
                <a:lnTo>
                  <a:pt x="573" y="71"/>
                </a:lnTo>
                <a:lnTo>
                  <a:pt x="574" y="71"/>
                </a:lnTo>
                <a:lnTo>
                  <a:pt x="575" y="71"/>
                </a:lnTo>
                <a:lnTo>
                  <a:pt x="577" y="72"/>
                </a:lnTo>
                <a:lnTo>
                  <a:pt x="578" y="72"/>
                </a:lnTo>
                <a:lnTo>
                  <a:pt x="579" y="72"/>
                </a:lnTo>
                <a:lnTo>
                  <a:pt x="580" y="72"/>
                </a:lnTo>
                <a:lnTo>
                  <a:pt x="582" y="72"/>
                </a:lnTo>
                <a:lnTo>
                  <a:pt x="582" y="71"/>
                </a:lnTo>
                <a:lnTo>
                  <a:pt x="585" y="71"/>
                </a:lnTo>
                <a:lnTo>
                  <a:pt x="586" y="71"/>
                </a:lnTo>
                <a:lnTo>
                  <a:pt x="587" y="71"/>
                </a:lnTo>
                <a:lnTo>
                  <a:pt x="588" y="71"/>
                </a:lnTo>
                <a:lnTo>
                  <a:pt x="589" y="70"/>
                </a:lnTo>
                <a:lnTo>
                  <a:pt x="590" y="69"/>
                </a:lnTo>
                <a:lnTo>
                  <a:pt x="590" y="68"/>
                </a:lnTo>
                <a:lnTo>
                  <a:pt x="590" y="67"/>
                </a:lnTo>
                <a:lnTo>
                  <a:pt x="589" y="67"/>
                </a:lnTo>
                <a:lnTo>
                  <a:pt x="588" y="66"/>
                </a:lnTo>
                <a:lnTo>
                  <a:pt x="589" y="66"/>
                </a:lnTo>
                <a:lnTo>
                  <a:pt x="591" y="67"/>
                </a:lnTo>
                <a:lnTo>
                  <a:pt x="592" y="67"/>
                </a:lnTo>
                <a:lnTo>
                  <a:pt x="592" y="68"/>
                </a:lnTo>
                <a:lnTo>
                  <a:pt x="593" y="68"/>
                </a:lnTo>
                <a:lnTo>
                  <a:pt x="594" y="68"/>
                </a:lnTo>
                <a:lnTo>
                  <a:pt x="595" y="69"/>
                </a:lnTo>
                <a:lnTo>
                  <a:pt x="596" y="69"/>
                </a:lnTo>
                <a:lnTo>
                  <a:pt x="596" y="70"/>
                </a:lnTo>
                <a:lnTo>
                  <a:pt x="595" y="70"/>
                </a:lnTo>
                <a:lnTo>
                  <a:pt x="594" y="70"/>
                </a:lnTo>
                <a:lnTo>
                  <a:pt x="594" y="69"/>
                </a:lnTo>
                <a:lnTo>
                  <a:pt x="593" y="69"/>
                </a:lnTo>
                <a:lnTo>
                  <a:pt x="592" y="69"/>
                </a:lnTo>
                <a:lnTo>
                  <a:pt x="591" y="69"/>
                </a:lnTo>
                <a:lnTo>
                  <a:pt x="591" y="70"/>
                </a:lnTo>
                <a:lnTo>
                  <a:pt x="591" y="71"/>
                </a:lnTo>
                <a:lnTo>
                  <a:pt x="593" y="71"/>
                </a:lnTo>
                <a:lnTo>
                  <a:pt x="593" y="72"/>
                </a:lnTo>
                <a:lnTo>
                  <a:pt x="591" y="72"/>
                </a:lnTo>
                <a:lnTo>
                  <a:pt x="591" y="74"/>
                </a:lnTo>
                <a:lnTo>
                  <a:pt x="592" y="74"/>
                </a:lnTo>
                <a:lnTo>
                  <a:pt x="592" y="75"/>
                </a:lnTo>
                <a:lnTo>
                  <a:pt x="593" y="75"/>
                </a:lnTo>
                <a:lnTo>
                  <a:pt x="594" y="75"/>
                </a:lnTo>
                <a:lnTo>
                  <a:pt x="595" y="75"/>
                </a:lnTo>
                <a:lnTo>
                  <a:pt x="595" y="76"/>
                </a:lnTo>
                <a:lnTo>
                  <a:pt x="596" y="76"/>
                </a:lnTo>
                <a:lnTo>
                  <a:pt x="597" y="76"/>
                </a:lnTo>
                <a:lnTo>
                  <a:pt x="597" y="77"/>
                </a:lnTo>
                <a:lnTo>
                  <a:pt x="598" y="77"/>
                </a:lnTo>
                <a:lnTo>
                  <a:pt x="597" y="78"/>
                </a:lnTo>
                <a:lnTo>
                  <a:pt x="597" y="80"/>
                </a:lnTo>
                <a:lnTo>
                  <a:pt x="598" y="80"/>
                </a:lnTo>
                <a:lnTo>
                  <a:pt x="598" y="81"/>
                </a:lnTo>
                <a:lnTo>
                  <a:pt x="599" y="82"/>
                </a:lnTo>
                <a:lnTo>
                  <a:pt x="600" y="82"/>
                </a:lnTo>
                <a:lnTo>
                  <a:pt x="600" y="83"/>
                </a:lnTo>
                <a:lnTo>
                  <a:pt x="601" y="83"/>
                </a:lnTo>
                <a:lnTo>
                  <a:pt x="602" y="84"/>
                </a:lnTo>
                <a:lnTo>
                  <a:pt x="603" y="84"/>
                </a:lnTo>
                <a:lnTo>
                  <a:pt x="604" y="84"/>
                </a:lnTo>
                <a:lnTo>
                  <a:pt x="605" y="84"/>
                </a:lnTo>
                <a:lnTo>
                  <a:pt x="606" y="85"/>
                </a:lnTo>
                <a:lnTo>
                  <a:pt x="607" y="85"/>
                </a:lnTo>
                <a:lnTo>
                  <a:pt x="608" y="85"/>
                </a:lnTo>
                <a:lnTo>
                  <a:pt x="609" y="86"/>
                </a:lnTo>
                <a:lnTo>
                  <a:pt x="609" y="85"/>
                </a:lnTo>
                <a:lnTo>
                  <a:pt x="611" y="85"/>
                </a:lnTo>
                <a:lnTo>
                  <a:pt x="612" y="86"/>
                </a:lnTo>
                <a:lnTo>
                  <a:pt x="613" y="86"/>
                </a:lnTo>
                <a:lnTo>
                  <a:pt x="613" y="85"/>
                </a:lnTo>
                <a:lnTo>
                  <a:pt x="612" y="85"/>
                </a:lnTo>
                <a:lnTo>
                  <a:pt x="615" y="84"/>
                </a:lnTo>
                <a:lnTo>
                  <a:pt x="615" y="85"/>
                </a:lnTo>
                <a:lnTo>
                  <a:pt x="616" y="85"/>
                </a:lnTo>
                <a:lnTo>
                  <a:pt x="616" y="84"/>
                </a:lnTo>
                <a:lnTo>
                  <a:pt x="616" y="83"/>
                </a:lnTo>
                <a:lnTo>
                  <a:pt x="615" y="83"/>
                </a:lnTo>
                <a:lnTo>
                  <a:pt x="616" y="83"/>
                </a:lnTo>
                <a:lnTo>
                  <a:pt x="617" y="83"/>
                </a:lnTo>
                <a:lnTo>
                  <a:pt x="619" y="84"/>
                </a:lnTo>
                <a:lnTo>
                  <a:pt x="620" y="84"/>
                </a:lnTo>
                <a:lnTo>
                  <a:pt x="621" y="84"/>
                </a:lnTo>
                <a:lnTo>
                  <a:pt x="622" y="84"/>
                </a:lnTo>
                <a:lnTo>
                  <a:pt x="623" y="84"/>
                </a:lnTo>
                <a:lnTo>
                  <a:pt x="624" y="84"/>
                </a:lnTo>
                <a:lnTo>
                  <a:pt x="625" y="84"/>
                </a:lnTo>
                <a:lnTo>
                  <a:pt x="625" y="85"/>
                </a:lnTo>
                <a:lnTo>
                  <a:pt x="626" y="86"/>
                </a:lnTo>
                <a:lnTo>
                  <a:pt x="626" y="87"/>
                </a:lnTo>
                <a:lnTo>
                  <a:pt x="626" y="86"/>
                </a:lnTo>
                <a:lnTo>
                  <a:pt x="625" y="85"/>
                </a:lnTo>
                <a:lnTo>
                  <a:pt x="625" y="84"/>
                </a:lnTo>
                <a:lnTo>
                  <a:pt x="626" y="84"/>
                </a:lnTo>
                <a:lnTo>
                  <a:pt x="627" y="84"/>
                </a:lnTo>
                <a:lnTo>
                  <a:pt x="629" y="84"/>
                </a:lnTo>
                <a:lnTo>
                  <a:pt x="632" y="83"/>
                </a:lnTo>
                <a:lnTo>
                  <a:pt x="633" y="83"/>
                </a:lnTo>
                <a:lnTo>
                  <a:pt x="634" y="83"/>
                </a:lnTo>
                <a:lnTo>
                  <a:pt x="636" y="83"/>
                </a:lnTo>
                <a:lnTo>
                  <a:pt x="637" y="83"/>
                </a:lnTo>
                <a:lnTo>
                  <a:pt x="638" y="83"/>
                </a:lnTo>
                <a:lnTo>
                  <a:pt x="639" y="83"/>
                </a:lnTo>
                <a:lnTo>
                  <a:pt x="640" y="82"/>
                </a:lnTo>
                <a:lnTo>
                  <a:pt x="641" y="82"/>
                </a:lnTo>
                <a:lnTo>
                  <a:pt x="642" y="82"/>
                </a:lnTo>
                <a:lnTo>
                  <a:pt x="643" y="82"/>
                </a:lnTo>
                <a:lnTo>
                  <a:pt x="644" y="82"/>
                </a:lnTo>
                <a:lnTo>
                  <a:pt x="644" y="83"/>
                </a:lnTo>
                <a:lnTo>
                  <a:pt x="644" y="84"/>
                </a:lnTo>
                <a:lnTo>
                  <a:pt x="644" y="85"/>
                </a:lnTo>
                <a:lnTo>
                  <a:pt x="645" y="85"/>
                </a:lnTo>
                <a:lnTo>
                  <a:pt x="645" y="84"/>
                </a:lnTo>
                <a:lnTo>
                  <a:pt x="644" y="84"/>
                </a:lnTo>
                <a:lnTo>
                  <a:pt x="644" y="83"/>
                </a:lnTo>
                <a:lnTo>
                  <a:pt x="645" y="83"/>
                </a:lnTo>
                <a:lnTo>
                  <a:pt x="645" y="82"/>
                </a:lnTo>
                <a:lnTo>
                  <a:pt x="644" y="82"/>
                </a:lnTo>
                <a:lnTo>
                  <a:pt x="644" y="81"/>
                </a:lnTo>
                <a:lnTo>
                  <a:pt x="645" y="81"/>
                </a:lnTo>
                <a:lnTo>
                  <a:pt x="646" y="81"/>
                </a:lnTo>
                <a:lnTo>
                  <a:pt x="647" y="80"/>
                </a:lnTo>
                <a:lnTo>
                  <a:pt x="647" y="79"/>
                </a:lnTo>
                <a:lnTo>
                  <a:pt x="648" y="79"/>
                </a:lnTo>
                <a:lnTo>
                  <a:pt x="649" y="78"/>
                </a:lnTo>
                <a:lnTo>
                  <a:pt x="649" y="77"/>
                </a:lnTo>
                <a:lnTo>
                  <a:pt x="648" y="77"/>
                </a:lnTo>
                <a:lnTo>
                  <a:pt x="649" y="76"/>
                </a:lnTo>
                <a:lnTo>
                  <a:pt x="649" y="77"/>
                </a:lnTo>
                <a:lnTo>
                  <a:pt x="650" y="77"/>
                </a:lnTo>
                <a:lnTo>
                  <a:pt x="651" y="77"/>
                </a:lnTo>
                <a:lnTo>
                  <a:pt x="651" y="76"/>
                </a:lnTo>
                <a:lnTo>
                  <a:pt x="652" y="76"/>
                </a:lnTo>
                <a:lnTo>
                  <a:pt x="652" y="75"/>
                </a:lnTo>
                <a:lnTo>
                  <a:pt x="653" y="75"/>
                </a:lnTo>
                <a:lnTo>
                  <a:pt x="653" y="76"/>
                </a:lnTo>
                <a:lnTo>
                  <a:pt x="654" y="76"/>
                </a:lnTo>
                <a:lnTo>
                  <a:pt x="654" y="75"/>
                </a:lnTo>
                <a:lnTo>
                  <a:pt x="654" y="74"/>
                </a:lnTo>
                <a:lnTo>
                  <a:pt x="654" y="73"/>
                </a:lnTo>
                <a:lnTo>
                  <a:pt x="655" y="73"/>
                </a:lnTo>
                <a:lnTo>
                  <a:pt x="655" y="74"/>
                </a:lnTo>
                <a:lnTo>
                  <a:pt x="656" y="75"/>
                </a:lnTo>
                <a:lnTo>
                  <a:pt x="657" y="75"/>
                </a:lnTo>
                <a:lnTo>
                  <a:pt x="658" y="74"/>
                </a:lnTo>
                <a:lnTo>
                  <a:pt x="659" y="74"/>
                </a:lnTo>
                <a:lnTo>
                  <a:pt x="658" y="73"/>
                </a:lnTo>
                <a:lnTo>
                  <a:pt x="659" y="73"/>
                </a:lnTo>
                <a:lnTo>
                  <a:pt x="659" y="74"/>
                </a:lnTo>
                <a:lnTo>
                  <a:pt x="661" y="74"/>
                </a:lnTo>
                <a:lnTo>
                  <a:pt x="660" y="74"/>
                </a:lnTo>
                <a:lnTo>
                  <a:pt x="660" y="75"/>
                </a:lnTo>
                <a:lnTo>
                  <a:pt x="661" y="75"/>
                </a:lnTo>
                <a:lnTo>
                  <a:pt x="662" y="75"/>
                </a:lnTo>
                <a:lnTo>
                  <a:pt x="662" y="76"/>
                </a:lnTo>
                <a:lnTo>
                  <a:pt x="661" y="76"/>
                </a:lnTo>
                <a:lnTo>
                  <a:pt x="661" y="77"/>
                </a:lnTo>
                <a:lnTo>
                  <a:pt x="662" y="77"/>
                </a:lnTo>
                <a:lnTo>
                  <a:pt x="661" y="77"/>
                </a:lnTo>
                <a:lnTo>
                  <a:pt x="661" y="78"/>
                </a:lnTo>
                <a:lnTo>
                  <a:pt x="660" y="78"/>
                </a:lnTo>
                <a:lnTo>
                  <a:pt x="658" y="78"/>
                </a:lnTo>
                <a:lnTo>
                  <a:pt x="658" y="79"/>
                </a:lnTo>
                <a:lnTo>
                  <a:pt x="659" y="79"/>
                </a:lnTo>
                <a:lnTo>
                  <a:pt x="659" y="80"/>
                </a:lnTo>
                <a:lnTo>
                  <a:pt x="660" y="80"/>
                </a:lnTo>
                <a:lnTo>
                  <a:pt x="660" y="81"/>
                </a:lnTo>
                <a:lnTo>
                  <a:pt x="660" y="82"/>
                </a:lnTo>
                <a:lnTo>
                  <a:pt x="660" y="83"/>
                </a:lnTo>
                <a:lnTo>
                  <a:pt x="661" y="84"/>
                </a:lnTo>
                <a:lnTo>
                  <a:pt x="662" y="85"/>
                </a:lnTo>
                <a:lnTo>
                  <a:pt x="662" y="86"/>
                </a:lnTo>
                <a:lnTo>
                  <a:pt x="663" y="87"/>
                </a:lnTo>
                <a:lnTo>
                  <a:pt x="664" y="87"/>
                </a:lnTo>
                <a:lnTo>
                  <a:pt x="664" y="86"/>
                </a:lnTo>
                <a:lnTo>
                  <a:pt x="665" y="86"/>
                </a:lnTo>
                <a:lnTo>
                  <a:pt x="665" y="85"/>
                </a:lnTo>
                <a:lnTo>
                  <a:pt x="664" y="84"/>
                </a:lnTo>
                <a:lnTo>
                  <a:pt x="665" y="84"/>
                </a:lnTo>
                <a:lnTo>
                  <a:pt x="665" y="85"/>
                </a:lnTo>
                <a:lnTo>
                  <a:pt x="667" y="84"/>
                </a:lnTo>
                <a:lnTo>
                  <a:pt x="668" y="84"/>
                </a:lnTo>
                <a:lnTo>
                  <a:pt x="668" y="83"/>
                </a:lnTo>
                <a:lnTo>
                  <a:pt x="669" y="83"/>
                </a:lnTo>
                <a:lnTo>
                  <a:pt x="670" y="83"/>
                </a:lnTo>
                <a:lnTo>
                  <a:pt x="670" y="84"/>
                </a:lnTo>
                <a:lnTo>
                  <a:pt x="671" y="84"/>
                </a:lnTo>
                <a:lnTo>
                  <a:pt x="672" y="84"/>
                </a:lnTo>
                <a:lnTo>
                  <a:pt x="673" y="85"/>
                </a:lnTo>
                <a:lnTo>
                  <a:pt x="672" y="85"/>
                </a:lnTo>
                <a:lnTo>
                  <a:pt x="672" y="86"/>
                </a:lnTo>
                <a:lnTo>
                  <a:pt x="672" y="87"/>
                </a:lnTo>
                <a:lnTo>
                  <a:pt x="673" y="87"/>
                </a:lnTo>
                <a:lnTo>
                  <a:pt x="675" y="88"/>
                </a:lnTo>
                <a:lnTo>
                  <a:pt x="676" y="88"/>
                </a:lnTo>
                <a:lnTo>
                  <a:pt x="678" y="88"/>
                </a:lnTo>
                <a:lnTo>
                  <a:pt x="678" y="89"/>
                </a:lnTo>
                <a:lnTo>
                  <a:pt x="679" y="89"/>
                </a:lnTo>
                <a:lnTo>
                  <a:pt x="680" y="88"/>
                </a:lnTo>
                <a:lnTo>
                  <a:pt x="681" y="88"/>
                </a:lnTo>
                <a:lnTo>
                  <a:pt x="682" y="88"/>
                </a:lnTo>
                <a:lnTo>
                  <a:pt x="683" y="88"/>
                </a:lnTo>
                <a:lnTo>
                  <a:pt x="684" y="89"/>
                </a:lnTo>
                <a:lnTo>
                  <a:pt x="685" y="89"/>
                </a:lnTo>
                <a:lnTo>
                  <a:pt x="686" y="89"/>
                </a:lnTo>
                <a:lnTo>
                  <a:pt x="687" y="88"/>
                </a:lnTo>
                <a:lnTo>
                  <a:pt x="689" y="88"/>
                </a:lnTo>
                <a:lnTo>
                  <a:pt x="690" y="87"/>
                </a:lnTo>
                <a:lnTo>
                  <a:pt x="691" y="87"/>
                </a:lnTo>
                <a:lnTo>
                  <a:pt x="692" y="87"/>
                </a:lnTo>
                <a:lnTo>
                  <a:pt x="692" y="88"/>
                </a:lnTo>
                <a:lnTo>
                  <a:pt x="692" y="89"/>
                </a:lnTo>
                <a:lnTo>
                  <a:pt x="691" y="89"/>
                </a:lnTo>
                <a:lnTo>
                  <a:pt x="691" y="90"/>
                </a:lnTo>
                <a:lnTo>
                  <a:pt x="692" y="90"/>
                </a:lnTo>
                <a:lnTo>
                  <a:pt x="692" y="91"/>
                </a:lnTo>
                <a:lnTo>
                  <a:pt x="693" y="92"/>
                </a:lnTo>
                <a:lnTo>
                  <a:pt x="693" y="90"/>
                </a:lnTo>
                <a:lnTo>
                  <a:pt x="693" y="89"/>
                </a:lnTo>
                <a:lnTo>
                  <a:pt x="695" y="89"/>
                </a:lnTo>
                <a:lnTo>
                  <a:pt x="696" y="89"/>
                </a:lnTo>
                <a:lnTo>
                  <a:pt x="697" y="89"/>
                </a:lnTo>
                <a:lnTo>
                  <a:pt x="698" y="90"/>
                </a:lnTo>
                <a:lnTo>
                  <a:pt x="699" y="90"/>
                </a:lnTo>
                <a:lnTo>
                  <a:pt x="700" y="90"/>
                </a:lnTo>
                <a:lnTo>
                  <a:pt x="701" y="89"/>
                </a:lnTo>
                <a:lnTo>
                  <a:pt x="702" y="88"/>
                </a:lnTo>
                <a:lnTo>
                  <a:pt x="703" y="88"/>
                </a:lnTo>
                <a:lnTo>
                  <a:pt x="703" y="87"/>
                </a:lnTo>
                <a:lnTo>
                  <a:pt x="704" y="87"/>
                </a:lnTo>
                <a:lnTo>
                  <a:pt x="705" y="87"/>
                </a:lnTo>
                <a:lnTo>
                  <a:pt x="706" y="87"/>
                </a:lnTo>
                <a:lnTo>
                  <a:pt x="706" y="88"/>
                </a:lnTo>
                <a:lnTo>
                  <a:pt x="707" y="88"/>
                </a:lnTo>
                <a:lnTo>
                  <a:pt x="707" y="87"/>
                </a:lnTo>
                <a:lnTo>
                  <a:pt x="708" y="87"/>
                </a:lnTo>
                <a:lnTo>
                  <a:pt x="707" y="87"/>
                </a:lnTo>
                <a:lnTo>
                  <a:pt x="707" y="88"/>
                </a:lnTo>
                <a:lnTo>
                  <a:pt x="708" y="88"/>
                </a:lnTo>
                <a:lnTo>
                  <a:pt x="708" y="89"/>
                </a:lnTo>
                <a:lnTo>
                  <a:pt x="709" y="88"/>
                </a:lnTo>
                <a:lnTo>
                  <a:pt x="709" y="87"/>
                </a:lnTo>
                <a:lnTo>
                  <a:pt x="708" y="87"/>
                </a:lnTo>
                <a:lnTo>
                  <a:pt x="709" y="87"/>
                </a:lnTo>
                <a:lnTo>
                  <a:pt x="710" y="88"/>
                </a:lnTo>
                <a:lnTo>
                  <a:pt x="711" y="88"/>
                </a:lnTo>
                <a:lnTo>
                  <a:pt x="711" y="89"/>
                </a:lnTo>
                <a:lnTo>
                  <a:pt x="711" y="90"/>
                </a:lnTo>
                <a:lnTo>
                  <a:pt x="712" y="90"/>
                </a:lnTo>
                <a:lnTo>
                  <a:pt x="711" y="91"/>
                </a:lnTo>
                <a:lnTo>
                  <a:pt x="710" y="91"/>
                </a:lnTo>
                <a:lnTo>
                  <a:pt x="710" y="92"/>
                </a:lnTo>
                <a:lnTo>
                  <a:pt x="710" y="91"/>
                </a:lnTo>
                <a:lnTo>
                  <a:pt x="709" y="91"/>
                </a:lnTo>
                <a:lnTo>
                  <a:pt x="708" y="91"/>
                </a:lnTo>
                <a:lnTo>
                  <a:pt x="708" y="90"/>
                </a:lnTo>
                <a:lnTo>
                  <a:pt x="707" y="90"/>
                </a:lnTo>
                <a:lnTo>
                  <a:pt x="706" y="90"/>
                </a:lnTo>
                <a:lnTo>
                  <a:pt x="705" y="91"/>
                </a:lnTo>
                <a:lnTo>
                  <a:pt x="704" y="92"/>
                </a:lnTo>
                <a:lnTo>
                  <a:pt x="703" y="92"/>
                </a:lnTo>
                <a:lnTo>
                  <a:pt x="702" y="93"/>
                </a:lnTo>
                <a:lnTo>
                  <a:pt x="701" y="94"/>
                </a:lnTo>
                <a:lnTo>
                  <a:pt x="701" y="95"/>
                </a:lnTo>
                <a:lnTo>
                  <a:pt x="701" y="96"/>
                </a:lnTo>
                <a:lnTo>
                  <a:pt x="702" y="97"/>
                </a:lnTo>
                <a:lnTo>
                  <a:pt x="701" y="98"/>
                </a:lnTo>
                <a:lnTo>
                  <a:pt x="700" y="99"/>
                </a:lnTo>
                <a:lnTo>
                  <a:pt x="700" y="98"/>
                </a:lnTo>
                <a:lnTo>
                  <a:pt x="699" y="98"/>
                </a:lnTo>
                <a:lnTo>
                  <a:pt x="698" y="98"/>
                </a:lnTo>
                <a:lnTo>
                  <a:pt x="699" y="99"/>
                </a:lnTo>
                <a:lnTo>
                  <a:pt x="700" y="99"/>
                </a:lnTo>
                <a:lnTo>
                  <a:pt x="700" y="100"/>
                </a:lnTo>
                <a:lnTo>
                  <a:pt x="699" y="100"/>
                </a:lnTo>
                <a:lnTo>
                  <a:pt x="699" y="101"/>
                </a:lnTo>
                <a:lnTo>
                  <a:pt x="700" y="101"/>
                </a:lnTo>
                <a:lnTo>
                  <a:pt x="700" y="102"/>
                </a:lnTo>
                <a:lnTo>
                  <a:pt x="699" y="102"/>
                </a:lnTo>
                <a:lnTo>
                  <a:pt x="699" y="101"/>
                </a:lnTo>
                <a:lnTo>
                  <a:pt x="698" y="101"/>
                </a:lnTo>
                <a:lnTo>
                  <a:pt x="698" y="102"/>
                </a:lnTo>
                <a:lnTo>
                  <a:pt x="699" y="102"/>
                </a:lnTo>
                <a:lnTo>
                  <a:pt x="699" y="103"/>
                </a:lnTo>
                <a:lnTo>
                  <a:pt x="699" y="104"/>
                </a:lnTo>
                <a:lnTo>
                  <a:pt x="700" y="104"/>
                </a:lnTo>
                <a:lnTo>
                  <a:pt x="701" y="104"/>
                </a:lnTo>
                <a:lnTo>
                  <a:pt x="701" y="105"/>
                </a:lnTo>
                <a:lnTo>
                  <a:pt x="702" y="106"/>
                </a:lnTo>
                <a:lnTo>
                  <a:pt x="702" y="107"/>
                </a:lnTo>
                <a:lnTo>
                  <a:pt x="702" y="108"/>
                </a:lnTo>
                <a:lnTo>
                  <a:pt x="703" y="109"/>
                </a:lnTo>
                <a:lnTo>
                  <a:pt x="704" y="109"/>
                </a:lnTo>
                <a:lnTo>
                  <a:pt x="704" y="110"/>
                </a:lnTo>
                <a:lnTo>
                  <a:pt x="703" y="110"/>
                </a:lnTo>
                <a:lnTo>
                  <a:pt x="702" y="111"/>
                </a:lnTo>
                <a:lnTo>
                  <a:pt x="701" y="111"/>
                </a:lnTo>
                <a:lnTo>
                  <a:pt x="699" y="112"/>
                </a:lnTo>
                <a:lnTo>
                  <a:pt x="699" y="113"/>
                </a:lnTo>
                <a:lnTo>
                  <a:pt x="700" y="113"/>
                </a:lnTo>
                <a:lnTo>
                  <a:pt x="700" y="114"/>
                </a:lnTo>
                <a:lnTo>
                  <a:pt x="701" y="114"/>
                </a:lnTo>
                <a:lnTo>
                  <a:pt x="701" y="115"/>
                </a:lnTo>
                <a:lnTo>
                  <a:pt x="700" y="115"/>
                </a:lnTo>
                <a:lnTo>
                  <a:pt x="699" y="115"/>
                </a:lnTo>
                <a:lnTo>
                  <a:pt x="698" y="115"/>
                </a:lnTo>
                <a:lnTo>
                  <a:pt x="697" y="115"/>
                </a:lnTo>
                <a:lnTo>
                  <a:pt x="696" y="114"/>
                </a:lnTo>
                <a:lnTo>
                  <a:pt x="695" y="114"/>
                </a:lnTo>
                <a:lnTo>
                  <a:pt x="694" y="114"/>
                </a:lnTo>
                <a:lnTo>
                  <a:pt x="694" y="115"/>
                </a:lnTo>
                <a:lnTo>
                  <a:pt x="693" y="114"/>
                </a:lnTo>
                <a:lnTo>
                  <a:pt x="693" y="115"/>
                </a:lnTo>
                <a:lnTo>
                  <a:pt x="692" y="115"/>
                </a:lnTo>
                <a:lnTo>
                  <a:pt x="692" y="116"/>
                </a:lnTo>
                <a:lnTo>
                  <a:pt x="691" y="116"/>
                </a:lnTo>
                <a:lnTo>
                  <a:pt x="691" y="118"/>
                </a:lnTo>
                <a:lnTo>
                  <a:pt x="691" y="119"/>
                </a:lnTo>
                <a:lnTo>
                  <a:pt x="690" y="119"/>
                </a:lnTo>
                <a:lnTo>
                  <a:pt x="690" y="118"/>
                </a:lnTo>
                <a:lnTo>
                  <a:pt x="689" y="119"/>
                </a:lnTo>
                <a:lnTo>
                  <a:pt x="689" y="120"/>
                </a:lnTo>
                <a:lnTo>
                  <a:pt x="690" y="120"/>
                </a:lnTo>
                <a:lnTo>
                  <a:pt x="690" y="121"/>
                </a:lnTo>
                <a:lnTo>
                  <a:pt x="690" y="122"/>
                </a:lnTo>
                <a:lnTo>
                  <a:pt x="690" y="123"/>
                </a:lnTo>
                <a:lnTo>
                  <a:pt x="690" y="124"/>
                </a:lnTo>
                <a:lnTo>
                  <a:pt x="688" y="124"/>
                </a:lnTo>
                <a:lnTo>
                  <a:pt x="688" y="125"/>
                </a:lnTo>
                <a:lnTo>
                  <a:pt x="687" y="126"/>
                </a:lnTo>
                <a:lnTo>
                  <a:pt x="687" y="127"/>
                </a:lnTo>
                <a:lnTo>
                  <a:pt x="688" y="128"/>
                </a:lnTo>
                <a:lnTo>
                  <a:pt x="689" y="128"/>
                </a:lnTo>
                <a:lnTo>
                  <a:pt x="689" y="127"/>
                </a:lnTo>
                <a:lnTo>
                  <a:pt x="690" y="127"/>
                </a:lnTo>
                <a:lnTo>
                  <a:pt x="691" y="127"/>
                </a:lnTo>
                <a:lnTo>
                  <a:pt x="692" y="127"/>
                </a:lnTo>
                <a:lnTo>
                  <a:pt x="692" y="128"/>
                </a:lnTo>
                <a:lnTo>
                  <a:pt x="693" y="128"/>
                </a:lnTo>
                <a:lnTo>
                  <a:pt x="694" y="128"/>
                </a:lnTo>
                <a:lnTo>
                  <a:pt x="695" y="128"/>
                </a:lnTo>
                <a:lnTo>
                  <a:pt x="696" y="127"/>
                </a:lnTo>
                <a:lnTo>
                  <a:pt x="699" y="126"/>
                </a:lnTo>
                <a:lnTo>
                  <a:pt x="700" y="126"/>
                </a:lnTo>
                <a:lnTo>
                  <a:pt x="700" y="127"/>
                </a:lnTo>
                <a:lnTo>
                  <a:pt x="699" y="127"/>
                </a:lnTo>
                <a:lnTo>
                  <a:pt x="698" y="127"/>
                </a:lnTo>
                <a:lnTo>
                  <a:pt x="697" y="128"/>
                </a:lnTo>
                <a:lnTo>
                  <a:pt x="697" y="130"/>
                </a:lnTo>
                <a:lnTo>
                  <a:pt x="696" y="130"/>
                </a:lnTo>
                <a:lnTo>
                  <a:pt x="697" y="131"/>
                </a:lnTo>
                <a:lnTo>
                  <a:pt x="697" y="132"/>
                </a:lnTo>
                <a:lnTo>
                  <a:pt x="697" y="133"/>
                </a:lnTo>
                <a:lnTo>
                  <a:pt x="696" y="134"/>
                </a:lnTo>
                <a:lnTo>
                  <a:pt x="696" y="135"/>
                </a:lnTo>
                <a:lnTo>
                  <a:pt x="695" y="135"/>
                </a:lnTo>
                <a:lnTo>
                  <a:pt x="695" y="137"/>
                </a:lnTo>
                <a:lnTo>
                  <a:pt x="696" y="139"/>
                </a:lnTo>
                <a:lnTo>
                  <a:pt x="696" y="140"/>
                </a:lnTo>
                <a:lnTo>
                  <a:pt x="695" y="140"/>
                </a:lnTo>
                <a:lnTo>
                  <a:pt x="695" y="141"/>
                </a:lnTo>
                <a:lnTo>
                  <a:pt x="694" y="141"/>
                </a:lnTo>
                <a:lnTo>
                  <a:pt x="693" y="141"/>
                </a:lnTo>
                <a:lnTo>
                  <a:pt x="693" y="140"/>
                </a:lnTo>
                <a:lnTo>
                  <a:pt x="694" y="140"/>
                </a:lnTo>
                <a:lnTo>
                  <a:pt x="694" y="139"/>
                </a:lnTo>
                <a:lnTo>
                  <a:pt x="694" y="138"/>
                </a:lnTo>
                <a:lnTo>
                  <a:pt x="694" y="137"/>
                </a:lnTo>
                <a:lnTo>
                  <a:pt x="693" y="137"/>
                </a:lnTo>
                <a:lnTo>
                  <a:pt x="692" y="137"/>
                </a:lnTo>
                <a:lnTo>
                  <a:pt x="691" y="138"/>
                </a:lnTo>
                <a:lnTo>
                  <a:pt x="690" y="138"/>
                </a:lnTo>
                <a:lnTo>
                  <a:pt x="689" y="138"/>
                </a:lnTo>
                <a:lnTo>
                  <a:pt x="688" y="138"/>
                </a:lnTo>
                <a:lnTo>
                  <a:pt x="687" y="138"/>
                </a:lnTo>
                <a:lnTo>
                  <a:pt x="686" y="139"/>
                </a:lnTo>
                <a:lnTo>
                  <a:pt x="686" y="140"/>
                </a:lnTo>
                <a:lnTo>
                  <a:pt x="685" y="140"/>
                </a:lnTo>
                <a:lnTo>
                  <a:pt x="686" y="141"/>
                </a:lnTo>
                <a:lnTo>
                  <a:pt x="687" y="141"/>
                </a:lnTo>
                <a:lnTo>
                  <a:pt x="687" y="142"/>
                </a:lnTo>
                <a:lnTo>
                  <a:pt x="688" y="142"/>
                </a:lnTo>
                <a:lnTo>
                  <a:pt x="688" y="141"/>
                </a:lnTo>
                <a:lnTo>
                  <a:pt x="688" y="142"/>
                </a:lnTo>
                <a:lnTo>
                  <a:pt x="688" y="143"/>
                </a:lnTo>
                <a:lnTo>
                  <a:pt x="687" y="143"/>
                </a:lnTo>
                <a:lnTo>
                  <a:pt x="687" y="144"/>
                </a:lnTo>
                <a:lnTo>
                  <a:pt x="686" y="144"/>
                </a:lnTo>
                <a:lnTo>
                  <a:pt x="685" y="144"/>
                </a:lnTo>
                <a:lnTo>
                  <a:pt x="684" y="144"/>
                </a:lnTo>
                <a:lnTo>
                  <a:pt x="683" y="144"/>
                </a:lnTo>
                <a:lnTo>
                  <a:pt x="682" y="144"/>
                </a:lnTo>
                <a:lnTo>
                  <a:pt x="682" y="145"/>
                </a:lnTo>
                <a:lnTo>
                  <a:pt x="682" y="146"/>
                </a:lnTo>
                <a:lnTo>
                  <a:pt x="681" y="146"/>
                </a:lnTo>
                <a:lnTo>
                  <a:pt x="681" y="147"/>
                </a:lnTo>
                <a:lnTo>
                  <a:pt x="680" y="147"/>
                </a:lnTo>
                <a:lnTo>
                  <a:pt x="679" y="147"/>
                </a:lnTo>
                <a:lnTo>
                  <a:pt x="680" y="147"/>
                </a:lnTo>
                <a:lnTo>
                  <a:pt x="680" y="148"/>
                </a:lnTo>
                <a:lnTo>
                  <a:pt x="679" y="148"/>
                </a:lnTo>
                <a:lnTo>
                  <a:pt x="679" y="147"/>
                </a:lnTo>
                <a:lnTo>
                  <a:pt x="678" y="147"/>
                </a:lnTo>
                <a:lnTo>
                  <a:pt x="676" y="147"/>
                </a:lnTo>
                <a:lnTo>
                  <a:pt x="675" y="147"/>
                </a:lnTo>
                <a:lnTo>
                  <a:pt x="674" y="147"/>
                </a:lnTo>
                <a:lnTo>
                  <a:pt x="673" y="147"/>
                </a:lnTo>
                <a:lnTo>
                  <a:pt x="672" y="146"/>
                </a:lnTo>
                <a:lnTo>
                  <a:pt x="671" y="146"/>
                </a:lnTo>
                <a:lnTo>
                  <a:pt x="671" y="147"/>
                </a:lnTo>
                <a:lnTo>
                  <a:pt x="670" y="147"/>
                </a:lnTo>
                <a:lnTo>
                  <a:pt x="669" y="146"/>
                </a:lnTo>
                <a:lnTo>
                  <a:pt x="668" y="146"/>
                </a:lnTo>
                <a:lnTo>
                  <a:pt x="667" y="145"/>
                </a:lnTo>
                <a:lnTo>
                  <a:pt x="666" y="146"/>
                </a:lnTo>
                <a:lnTo>
                  <a:pt x="665" y="146"/>
                </a:lnTo>
                <a:lnTo>
                  <a:pt x="664" y="146"/>
                </a:lnTo>
                <a:lnTo>
                  <a:pt x="664" y="145"/>
                </a:lnTo>
                <a:lnTo>
                  <a:pt x="665" y="145"/>
                </a:lnTo>
                <a:lnTo>
                  <a:pt x="665" y="144"/>
                </a:lnTo>
                <a:lnTo>
                  <a:pt x="664" y="143"/>
                </a:lnTo>
                <a:lnTo>
                  <a:pt x="664" y="142"/>
                </a:lnTo>
                <a:lnTo>
                  <a:pt x="664" y="141"/>
                </a:lnTo>
                <a:lnTo>
                  <a:pt x="665" y="141"/>
                </a:lnTo>
                <a:lnTo>
                  <a:pt x="665" y="140"/>
                </a:lnTo>
                <a:lnTo>
                  <a:pt x="666" y="140"/>
                </a:lnTo>
                <a:lnTo>
                  <a:pt x="667" y="140"/>
                </a:lnTo>
                <a:lnTo>
                  <a:pt x="668" y="140"/>
                </a:lnTo>
                <a:lnTo>
                  <a:pt x="669" y="140"/>
                </a:lnTo>
                <a:lnTo>
                  <a:pt x="670" y="140"/>
                </a:lnTo>
                <a:lnTo>
                  <a:pt x="669" y="140"/>
                </a:lnTo>
                <a:lnTo>
                  <a:pt x="668" y="140"/>
                </a:lnTo>
                <a:lnTo>
                  <a:pt x="667" y="140"/>
                </a:lnTo>
                <a:lnTo>
                  <a:pt x="666" y="140"/>
                </a:lnTo>
                <a:lnTo>
                  <a:pt x="666" y="139"/>
                </a:lnTo>
                <a:lnTo>
                  <a:pt x="665" y="139"/>
                </a:lnTo>
                <a:lnTo>
                  <a:pt x="664" y="139"/>
                </a:lnTo>
                <a:lnTo>
                  <a:pt x="664" y="140"/>
                </a:lnTo>
                <a:lnTo>
                  <a:pt x="662" y="139"/>
                </a:lnTo>
                <a:lnTo>
                  <a:pt x="662" y="138"/>
                </a:lnTo>
                <a:lnTo>
                  <a:pt x="662" y="137"/>
                </a:lnTo>
                <a:lnTo>
                  <a:pt x="661" y="137"/>
                </a:lnTo>
                <a:lnTo>
                  <a:pt x="660" y="137"/>
                </a:lnTo>
                <a:lnTo>
                  <a:pt x="661" y="136"/>
                </a:lnTo>
                <a:lnTo>
                  <a:pt x="661" y="135"/>
                </a:lnTo>
                <a:lnTo>
                  <a:pt x="662" y="134"/>
                </a:lnTo>
                <a:lnTo>
                  <a:pt x="663" y="132"/>
                </a:lnTo>
                <a:lnTo>
                  <a:pt x="663" y="131"/>
                </a:lnTo>
                <a:lnTo>
                  <a:pt x="663" y="130"/>
                </a:lnTo>
                <a:lnTo>
                  <a:pt x="664" y="130"/>
                </a:lnTo>
                <a:lnTo>
                  <a:pt x="665" y="130"/>
                </a:lnTo>
                <a:lnTo>
                  <a:pt x="665" y="129"/>
                </a:lnTo>
                <a:lnTo>
                  <a:pt x="666" y="129"/>
                </a:lnTo>
                <a:lnTo>
                  <a:pt x="666" y="128"/>
                </a:lnTo>
                <a:lnTo>
                  <a:pt x="667" y="127"/>
                </a:lnTo>
                <a:lnTo>
                  <a:pt x="668" y="127"/>
                </a:lnTo>
                <a:lnTo>
                  <a:pt x="667" y="127"/>
                </a:lnTo>
                <a:lnTo>
                  <a:pt x="666" y="127"/>
                </a:lnTo>
                <a:lnTo>
                  <a:pt x="666" y="128"/>
                </a:lnTo>
                <a:lnTo>
                  <a:pt x="666" y="127"/>
                </a:lnTo>
                <a:lnTo>
                  <a:pt x="666" y="126"/>
                </a:lnTo>
                <a:lnTo>
                  <a:pt x="665" y="126"/>
                </a:lnTo>
                <a:lnTo>
                  <a:pt x="665" y="125"/>
                </a:lnTo>
                <a:lnTo>
                  <a:pt x="664" y="125"/>
                </a:lnTo>
                <a:lnTo>
                  <a:pt x="665" y="125"/>
                </a:lnTo>
                <a:lnTo>
                  <a:pt x="665" y="126"/>
                </a:lnTo>
                <a:lnTo>
                  <a:pt x="665" y="127"/>
                </a:lnTo>
                <a:lnTo>
                  <a:pt x="665" y="128"/>
                </a:lnTo>
                <a:lnTo>
                  <a:pt x="665" y="129"/>
                </a:lnTo>
                <a:lnTo>
                  <a:pt x="664" y="129"/>
                </a:lnTo>
                <a:lnTo>
                  <a:pt x="663" y="129"/>
                </a:lnTo>
                <a:lnTo>
                  <a:pt x="662" y="129"/>
                </a:lnTo>
                <a:lnTo>
                  <a:pt x="662" y="130"/>
                </a:lnTo>
                <a:lnTo>
                  <a:pt x="661" y="130"/>
                </a:lnTo>
                <a:lnTo>
                  <a:pt x="661" y="131"/>
                </a:lnTo>
                <a:lnTo>
                  <a:pt x="661" y="132"/>
                </a:lnTo>
                <a:lnTo>
                  <a:pt x="661" y="134"/>
                </a:lnTo>
                <a:lnTo>
                  <a:pt x="661" y="135"/>
                </a:lnTo>
                <a:lnTo>
                  <a:pt x="660" y="136"/>
                </a:lnTo>
                <a:lnTo>
                  <a:pt x="659" y="135"/>
                </a:lnTo>
                <a:lnTo>
                  <a:pt x="658" y="135"/>
                </a:lnTo>
                <a:lnTo>
                  <a:pt x="657" y="135"/>
                </a:lnTo>
                <a:lnTo>
                  <a:pt x="656" y="135"/>
                </a:lnTo>
                <a:lnTo>
                  <a:pt x="656" y="136"/>
                </a:lnTo>
                <a:lnTo>
                  <a:pt x="655" y="137"/>
                </a:lnTo>
                <a:lnTo>
                  <a:pt x="655" y="138"/>
                </a:lnTo>
                <a:lnTo>
                  <a:pt x="656" y="138"/>
                </a:lnTo>
                <a:lnTo>
                  <a:pt x="655" y="138"/>
                </a:lnTo>
                <a:lnTo>
                  <a:pt x="654" y="139"/>
                </a:lnTo>
                <a:lnTo>
                  <a:pt x="653" y="139"/>
                </a:lnTo>
                <a:lnTo>
                  <a:pt x="652" y="139"/>
                </a:lnTo>
                <a:lnTo>
                  <a:pt x="651" y="140"/>
                </a:lnTo>
                <a:lnTo>
                  <a:pt x="650" y="140"/>
                </a:lnTo>
                <a:lnTo>
                  <a:pt x="650" y="139"/>
                </a:lnTo>
                <a:lnTo>
                  <a:pt x="650" y="138"/>
                </a:lnTo>
                <a:lnTo>
                  <a:pt x="650" y="137"/>
                </a:lnTo>
                <a:lnTo>
                  <a:pt x="650" y="136"/>
                </a:lnTo>
                <a:lnTo>
                  <a:pt x="649" y="135"/>
                </a:lnTo>
                <a:lnTo>
                  <a:pt x="649" y="134"/>
                </a:lnTo>
                <a:lnTo>
                  <a:pt x="648" y="134"/>
                </a:lnTo>
                <a:lnTo>
                  <a:pt x="647" y="133"/>
                </a:lnTo>
                <a:lnTo>
                  <a:pt x="647" y="132"/>
                </a:lnTo>
                <a:lnTo>
                  <a:pt x="648" y="132"/>
                </a:lnTo>
                <a:lnTo>
                  <a:pt x="648" y="131"/>
                </a:lnTo>
                <a:lnTo>
                  <a:pt x="647" y="131"/>
                </a:lnTo>
                <a:lnTo>
                  <a:pt x="647" y="132"/>
                </a:lnTo>
                <a:lnTo>
                  <a:pt x="647" y="133"/>
                </a:lnTo>
                <a:lnTo>
                  <a:pt x="648" y="134"/>
                </a:lnTo>
                <a:lnTo>
                  <a:pt x="645" y="134"/>
                </a:lnTo>
                <a:lnTo>
                  <a:pt x="645" y="133"/>
                </a:lnTo>
                <a:lnTo>
                  <a:pt x="644" y="133"/>
                </a:lnTo>
                <a:lnTo>
                  <a:pt x="643" y="133"/>
                </a:lnTo>
                <a:lnTo>
                  <a:pt x="643" y="132"/>
                </a:lnTo>
                <a:lnTo>
                  <a:pt x="642" y="132"/>
                </a:lnTo>
                <a:lnTo>
                  <a:pt x="643" y="133"/>
                </a:lnTo>
                <a:lnTo>
                  <a:pt x="644" y="133"/>
                </a:lnTo>
                <a:lnTo>
                  <a:pt x="645" y="134"/>
                </a:lnTo>
                <a:lnTo>
                  <a:pt x="644" y="134"/>
                </a:lnTo>
                <a:lnTo>
                  <a:pt x="645" y="135"/>
                </a:lnTo>
                <a:lnTo>
                  <a:pt x="644" y="136"/>
                </a:lnTo>
                <a:lnTo>
                  <a:pt x="643" y="136"/>
                </a:lnTo>
                <a:lnTo>
                  <a:pt x="642" y="137"/>
                </a:lnTo>
                <a:lnTo>
                  <a:pt x="641" y="137"/>
                </a:lnTo>
                <a:lnTo>
                  <a:pt x="640" y="137"/>
                </a:lnTo>
                <a:lnTo>
                  <a:pt x="639" y="138"/>
                </a:lnTo>
                <a:lnTo>
                  <a:pt x="638" y="138"/>
                </a:lnTo>
                <a:lnTo>
                  <a:pt x="637" y="138"/>
                </a:lnTo>
                <a:lnTo>
                  <a:pt x="636" y="139"/>
                </a:lnTo>
                <a:lnTo>
                  <a:pt x="635" y="139"/>
                </a:lnTo>
                <a:lnTo>
                  <a:pt x="634" y="139"/>
                </a:lnTo>
                <a:lnTo>
                  <a:pt x="634" y="140"/>
                </a:lnTo>
                <a:lnTo>
                  <a:pt x="633" y="140"/>
                </a:lnTo>
                <a:lnTo>
                  <a:pt x="632" y="140"/>
                </a:lnTo>
                <a:lnTo>
                  <a:pt x="631" y="140"/>
                </a:lnTo>
                <a:lnTo>
                  <a:pt x="631" y="141"/>
                </a:lnTo>
                <a:lnTo>
                  <a:pt x="630" y="141"/>
                </a:lnTo>
                <a:lnTo>
                  <a:pt x="629" y="141"/>
                </a:lnTo>
                <a:lnTo>
                  <a:pt x="628" y="141"/>
                </a:lnTo>
                <a:lnTo>
                  <a:pt x="627" y="142"/>
                </a:lnTo>
                <a:lnTo>
                  <a:pt x="626" y="142"/>
                </a:lnTo>
                <a:lnTo>
                  <a:pt x="626" y="143"/>
                </a:lnTo>
                <a:lnTo>
                  <a:pt x="625" y="144"/>
                </a:lnTo>
                <a:lnTo>
                  <a:pt x="625" y="145"/>
                </a:lnTo>
                <a:lnTo>
                  <a:pt x="625" y="146"/>
                </a:lnTo>
                <a:lnTo>
                  <a:pt x="623" y="147"/>
                </a:lnTo>
                <a:lnTo>
                  <a:pt x="623" y="148"/>
                </a:lnTo>
                <a:lnTo>
                  <a:pt x="622" y="148"/>
                </a:lnTo>
                <a:lnTo>
                  <a:pt x="621" y="148"/>
                </a:lnTo>
                <a:lnTo>
                  <a:pt x="620" y="148"/>
                </a:lnTo>
                <a:lnTo>
                  <a:pt x="619" y="148"/>
                </a:lnTo>
                <a:lnTo>
                  <a:pt x="618" y="148"/>
                </a:lnTo>
                <a:lnTo>
                  <a:pt x="617" y="149"/>
                </a:lnTo>
                <a:lnTo>
                  <a:pt x="615" y="150"/>
                </a:lnTo>
                <a:lnTo>
                  <a:pt x="614" y="150"/>
                </a:lnTo>
                <a:lnTo>
                  <a:pt x="614" y="149"/>
                </a:lnTo>
                <a:lnTo>
                  <a:pt x="615" y="148"/>
                </a:lnTo>
                <a:lnTo>
                  <a:pt x="616" y="148"/>
                </a:lnTo>
                <a:lnTo>
                  <a:pt x="615" y="148"/>
                </a:lnTo>
                <a:lnTo>
                  <a:pt x="614" y="148"/>
                </a:lnTo>
                <a:lnTo>
                  <a:pt x="613" y="149"/>
                </a:lnTo>
                <a:lnTo>
                  <a:pt x="613" y="150"/>
                </a:lnTo>
                <a:lnTo>
                  <a:pt x="614" y="151"/>
                </a:lnTo>
                <a:lnTo>
                  <a:pt x="613" y="151"/>
                </a:lnTo>
                <a:lnTo>
                  <a:pt x="613" y="152"/>
                </a:lnTo>
                <a:lnTo>
                  <a:pt x="614" y="152"/>
                </a:lnTo>
                <a:lnTo>
                  <a:pt x="614" y="153"/>
                </a:lnTo>
                <a:lnTo>
                  <a:pt x="614" y="154"/>
                </a:lnTo>
                <a:lnTo>
                  <a:pt x="614" y="155"/>
                </a:lnTo>
                <a:lnTo>
                  <a:pt x="615" y="155"/>
                </a:lnTo>
                <a:lnTo>
                  <a:pt x="615" y="156"/>
                </a:lnTo>
                <a:lnTo>
                  <a:pt x="615" y="157"/>
                </a:lnTo>
                <a:lnTo>
                  <a:pt x="614" y="157"/>
                </a:lnTo>
                <a:lnTo>
                  <a:pt x="613" y="157"/>
                </a:lnTo>
                <a:lnTo>
                  <a:pt x="612" y="157"/>
                </a:lnTo>
                <a:lnTo>
                  <a:pt x="611" y="157"/>
                </a:lnTo>
                <a:lnTo>
                  <a:pt x="611" y="156"/>
                </a:lnTo>
                <a:lnTo>
                  <a:pt x="611" y="155"/>
                </a:lnTo>
                <a:lnTo>
                  <a:pt x="611" y="154"/>
                </a:lnTo>
                <a:lnTo>
                  <a:pt x="610" y="154"/>
                </a:lnTo>
                <a:lnTo>
                  <a:pt x="610" y="155"/>
                </a:lnTo>
                <a:lnTo>
                  <a:pt x="609" y="155"/>
                </a:lnTo>
                <a:lnTo>
                  <a:pt x="609" y="154"/>
                </a:lnTo>
                <a:lnTo>
                  <a:pt x="608" y="154"/>
                </a:lnTo>
                <a:lnTo>
                  <a:pt x="607" y="154"/>
                </a:lnTo>
                <a:lnTo>
                  <a:pt x="607" y="155"/>
                </a:lnTo>
                <a:lnTo>
                  <a:pt x="608" y="156"/>
                </a:lnTo>
                <a:lnTo>
                  <a:pt x="609" y="157"/>
                </a:lnTo>
                <a:lnTo>
                  <a:pt x="608" y="158"/>
                </a:lnTo>
                <a:lnTo>
                  <a:pt x="607" y="158"/>
                </a:lnTo>
                <a:lnTo>
                  <a:pt x="606" y="157"/>
                </a:lnTo>
                <a:lnTo>
                  <a:pt x="607" y="156"/>
                </a:lnTo>
                <a:lnTo>
                  <a:pt x="606" y="156"/>
                </a:lnTo>
                <a:lnTo>
                  <a:pt x="605" y="156"/>
                </a:lnTo>
                <a:lnTo>
                  <a:pt x="604" y="155"/>
                </a:lnTo>
                <a:lnTo>
                  <a:pt x="603" y="155"/>
                </a:lnTo>
                <a:lnTo>
                  <a:pt x="602" y="155"/>
                </a:lnTo>
                <a:lnTo>
                  <a:pt x="603" y="154"/>
                </a:lnTo>
                <a:lnTo>
                  <a:pt x="602" y="154"/>
                </a:lnTo>
                <a:lnTo>
                  <a:pt x="601" y="154"/>
                </a:lnTo>
                <a:lnTo>
                  <a:pt x="601" y="153"/>
                </a:lnTo>
                <a:lnTo>
                  <a:pt x="602" y="152"/>
                </a:lnTo>
                <a:lnTo>
                  <a:pt x="603" y="152"/>
                </a:lnTo>
                <a:lnTo>
                  <a:pt x="603" y="151"/>
                </a:lnTo>
                <a:lnTo>
                  <a:pt x="604" y="151"/>
                </a:lnTo>
                <a:lnTo>
                  <a:pt x="605" y="151"/>
                </a:lnTo>
                <a:lnTo>
                  <a:pt x="605" y="150"/>
                </a:lnTo>
                <a:lnTo>
                  <a:pt x="606" y="150"/>
                </a:lnTo>
                <a:lnTo>
                  <a:pt x="606" y="151"/>
                </a:lnTo>
                <a:lnTo>
                  <a:pt x="607" y="151"/>
                </a:lnTo>
                <a:lnTo>
                  <a:pt x="607" y="150"/>
                </a:lnTo>
                <a:lnTo>
                  <a:pt x="607" y="149"/>
                </a:lnTo>
                <a:lnTo>
                  <a:pt x="608" y="149"/>
                </a:lnTo>
                <a:lnTo>
                  <a:pt x="609" y="148"/>
                </a:lnTo>
                <a:lnTo>
                  <a:pt x="609" y="147"/>
                </a:lnTo>
                <a:lnTo>
                  <a:pt x="610" y="146"/>
                </a:lnTo>
                <a:lnTo>
                  <a:pt x="611" y="146"/>
                </a:lnTo>
                <a:lnTo>
                  <a:pt x="612" y="146"/>
                </a:lnTo>
                <a:lnTo>
                  <a:pt x="613" y="146"/>
                </a:lnTo>
                <a:lnTo>
                  <a:pt x="612" y="146"/>
                </a:lnTo>
                <a:lnTo>
                  <a:pt x="611" y="145"/>
                </a:lnTo>
                <a:lnTo>
                  <a:pt x="611" y="146"/>
                </a:lnTo>
                <a:lnTo>
                  <a:pt x="610" y="146"/>
                </a:lnTo>
                <a:lnTo>
                  <a:pt x="609" y="146"/>
                </a:lnTo>
                <a:lnTo>
                  <a:pt x="608" y="147"/>
                </a:lnTo>
                <a:lnTo>
                  <a:pt x="607" y="148"/>
                </a:lnTo>
                <a:lnTo>
                  <a:pt x="606" y="148"/>
                </a:lnTo>
                <a:lnTo>
                  <a:pt x="605" y="148"/>
                </a:lnTo>
                <a:lnTo>
                  <a:pt x="604" y="149"/>
                </a:lnTo>
                <a:lnTo>
                  <a:pt x="604" y="150"/>
                </a:lnTo>
                <a:lnTo>
                  <a:pt x="603" y="150"/>
                </a:lnTo>
                <a:lnTo>
                  <a:pt x="602" y="151"/>
                </a:lnTo>
                <a:lnTo>
                  <a:pt x="601" y="151"/>
                </a:lnTo>
                <a:lnTo>
                  <a:pt x="601" y="150"/>
                </a:lnTo>
                <a:lnTo>
                  <a:pt x="601" y="149"/>
                </a:lnTo>
                <a:lnTo>
                  <a:pt x="600" y="148"/>
                </a:lnTo>
                <a:lnTo>
                  <a:pt x="600" y="149"/>
                </a:lnTo>
                <a:lnTo>
                  <a:pt x="599" y="149"/>
                </a:lnTo>
                <a:lnTo>
                  <a:pt x="600" y="149"/>
                </a:lnTo>
                <a:lnTo>
                  <a:pt x="600" y="150"/>
                </a:lnTo>
                <a:lnTo>
                  <a:pt x="600" y="151"/>
                </a:lnTo>
                <a:lnTo>
                  <a:pt x="599" y="152"/>
                </a:lnTo>
                <a:lnTo>
                  <a:pt x="600" y="153"/>
                </a:lnTo>
                <a:lnTo>
                  <a:pt x="600" y="154"/>
                </a:lnTo>
                <a:lnTo>
                  <a:pt x="599" y="154"/>
                </a:lnTo>
                <a:lnTo>
                  <a:pt x="598" y="154"/>
                </a:lnTo>
                <a:lnTo>
                  <a:pt x="598" y="155"/>
                </a:lnTo>
                <a:lnTo>
                  <a:pt x="597" y="155"/>
                </a:lnTo>
                <a:lnTo>
                  <a:pt x="596" y="155"/>
                </a:lnTo>
                <a:lnTo>
                  <a:pt x="596" y="156"/>
                </a:lnTo>
                <a:lnTo>
                  <a:pt x="595" y="155"/>
                </a:lnTo>
                <a:lnTo>
                  <a:pt x="594" y="155"/>
                </a:lnTo>
                <a:lnTo>
                  <a:pt x="593" y="155"/>
                </a:lnTo>
                <a:lnTo>
                  <a:pt x="592" y="156"/>
                </a:lnTo>
                <a:lnTo>
                  <a:pt x="591" y="157"/>
                </a:lnTo>
                <a:lnTo>
                  <a:pt x="591" y="158"/>
                </a:lnTo>
                <a:lnTo>
                  <a:pt x="591" y="159"/>
                </a:lnTo>
                <a:lnTo>
                  <a:pt x="592" y="159"/>
                </a:lnTo>
                <a:lnTo>
                  <a:pt x="593" y="159"/>
                </a:lnTo>
                <a:lnTo>
                  <a:pt x="593" y="160"/>
                </a:lnTo>
                <a:lnTo>
                  <a:pt x="593" y="161"/>
                </a:lnTo>
                <a:lnTo>
                  <a:pt x="591" y="161"/>
                </a:lnTo>
                <a:lnTo>
                  <a:pt x="591" y="160"/>
                </a:lnTo>
                <a:lnTo>
                  <a:pt x="590" y="160"/>
                </a:lnTo>
                <a:lnTo>
                  <a:pt x="590" y="159"/>
                </a:lnTo>
                <a:lnTo>
                  <a:pt x="589" y="159"/>
                </a:lnTo>
                <a:lnTo>
                  <a:pt x="588" y="159"/>
                </a:lnTo>
                <a:lnTo>
                  <a:pt x="587" y="159"/>
                </a:lnTo>
                <a:lnTo>
                  <a:pt x="586" y="159"/>
                </a:lnTo>
                <a:lnTo>
                  <a:pt x="586" y="160"/>
                </a:lnTo>
                <a:lnTo>
                  <a:pt x="585" y="160"/>
                </a:lnTo>
                <a:lnTo>
                  <a:pt x="584" y="160"/>
                </a:lnTo>
                <a:lnTo>
                  <a:pt x="582" y="160"/>
                </a:lnTo>
                <a:lnTo>
                  <a:pt x="581" y="161"/>
                </a:lnTo>
                <a:lnTo>
                  <a:pt x="580" y="162"/>
                </a:lnTo>
                <a:lnTo>
                  <a:pt x="579" y="162"/>
                </a:lnTo>
                <a:lnTo>
                  <a:pt x="579" y="164"/>
                </a:lnTo>
                <a:lnTo>
                  <a:pt x="579" y="163"/>
                </a:lnTo>
                <a:lnTo>
                  <a:pt x="579" y="162"/>
                </a:lnTo>
                <a:lnTo>
                  <a:pt x="578" y="162"/>
                </a:lnTo>
                <a:lnTo>
                  <a:pt x="577" y="162"/>
                </a:lnTo>
                <a:lnTo>
                  <a:pt x="576" y="162"/>
                </a:lnTo>
                <a:lnTo>
                  <a:pt x="575" y="162"/>
                </a:lnTo>
                <a:lnTo>
                  <a:pt x="574" y="163"/>
                </a:lnTo>
                <a:lnTo>
                  <a:pt x="573" y="163"/>
                </a:lnTo>
                <a:lnTo>
                  <a:pt x="573" y="164"/>
                </a:lnTo>
                <a:lnTo>
                  <a:pt x="572" y="164"/>
                </a:lnTo>
                <a:lnTo>
                  <a:pt x="571" y="164"/>
                </a:lnTo>
                <a:lnTo>
                  <a:pt x="570" y="165"/>
                </a:lnTo>
                <a:lnTo>
                  <a:pt x="569" y="166"/>
                </a:lnTo>
                <a:lnTo>
                  <a:pt x="568" y="167"/>
                </a:lnTo>
                <a:lnTo>
                  <a:pt x="567" y="167"/>
                </a:lnTo>
                <a:lnTo>
                  <a:pt x="566" y="168"/>
                </a:lnTo>
                <a:lnTo>
                  <a:pt x="565" y="169"/>
                </a:lnTo>
                <a:lnTo>
                  <a:pt x="564" y="169"/>
                </a:lnTo>
                <a:lnTo>
                  <a:pt x="563" y="169"/>
                </a:lnTo>
                <a:lnTo>
                  <a:pt x="563" y="170"/>
                </a:lnTo>
                <a:lnTo>
                  <a:pt x="562" y="170"/>
                </a:lnTo>
                <a:lnTo>
                  <a:pt x="562" y="169"/>
                </a:lnTo>
                <a:lnTo>
                  <a:pt x="562" y="168"/>
                </a:lnTo>
                <a:lnTo>
                  <a:pt x="561" y="169"/>
                </a:lnTo>
                <a:lnTo>
                  <a:pt x="561" y="170"/>
                </a:lnTo>
                <a:lnTo>
                  <a:pt x="561" y="171"/>
                </a:lnTo>
                <a:lnTo>
                  <a:pt x="561" y="172"/>
                </a:lnTo>
                <a:lnTo>
                  <a:pt x="560" y="172"/>
                </a:lnTo>
                <a:lnTo>
                  <a:pt x="559" y="173"/>
                </a:lnTo>
                <a:lnTo>
                  <a:pt x="558" y="173"/>
                </a:lnTo>
                <a:lnTo>
                  <a:pt x="557" y="173"/>
                </a:lnTo>
                <a:lnTo>
                  <a:pt x="557" y="174"/>
                </a:lnTo>
                <a:lnTo>
                  <a:pt x="556" y="174"/>
                </a:lnTo>
                <a:lnTo>
                  <a:pt x="555" y="174"/>
                </a:lnTo>
                <a:lnTo>
                  <a:pt x="554" y="174"/>
                </a:lnTo>
                <a:lnTo>
                  <a:pt x="554" y="173"/>
                </a:lnTo>
                <a:lnTo>
                  <a:pt x="553" y="173"/>
                </a:lnTo>
                <a:lnTo>
                  <a:pt x="553" y="174"/>
                </a:lnTo>
                <a:lnTo>
                  <a:pt x="553" y="173"/>
                </a:lnTo>
                <a:lnTo>
                  <a:pt x="552" y="173"/>
                </a:lnTo>
                <a:lnTo>
                  <a:pt x="552" y="172"/>
                </a:lnTo>
                <a:lnTo>
                  <a:pt x="551" y="172"/>
                </a:lnTo>
                <a:lnTo>
                  <a:pt x="551" y="171"/>
                </a:lnTo>
                <a:lnTo>
                  <a:pt x="551" y="170"/>
                </a:lnTo>
                <a:lnTo>
                  <a:pt x="551" y="169"/>
                </a:lnTo>
                <a:lnTo>
                  <a:pt x="552" y="169"/>
                </a:lnTo>
                <a:lnTo>
                  <a:pt x="552" y="168"/>
                </a:lnTo>
                <a:lnTo>
                  <a:pt x="551" y="169"/>
                </a:lnTo>
                <a:lnTo>
                  <a:pt x="550" y="170"/>
                </a:lnTo>
                <a:lnTo>
                  <a:pt x="550" y="169"/>
                </a:lnTo>
                <a:lnTo>
                  <a:pt x="549" y="169"/>
                </a:lnTo>
                <a:lnTo>
                  <a:pt x="548" y="169"/>
                </a:lnTo>
                <a:lnTo>
                  <a:pt x="548" y="167"/>
                </a:lnTo>
                <a:lnTo>
                  <a:pt x="548" y="166"/>
                </a:lnTo>
                <a:lnTo>
                  <a:pt x="548" y="165"/>
                </a:lnTo>
                <a:lnTo>
                  <a:pt x="548" y="166"/>
                </a:lnTo>
                <a:lnTo>
                  <a:pt x="548" y="168"/>
                </a:lnTo>
                <a:lnTo>
                  <a:pt x="548" y="169"/>
                </a:lnTo>
                <a:lnTo>
                  <a:pt x="547" y="169"/>
                </a:lnTo>
                <a:lnTo>
                  <a:pt x="547" y="168"/>
                </a:lnTo>
                <a:lnTo>
                  <a:pt x="546" y="167"/>
                </a:lnTo>
                <a:lnTo>
                  <a:pt x="546" y="166"/>
                </a:lnTo>
                <a:lnTo>
                  <a:pt x="545" y="166"/>
                </a:lnTo>
                <a:lnTo>
                  <a:pt x="544" y="166"/>
                </a:lnTo>
                <a:lnTo>
                  <a:pt x="545" y="168"/>
                </a:lnTo>
                <a:lnTo>
                  <a:pt x="546" y="168"/>
                </a:lnTo>
                <a:lnTo>
                  <a:pt x="545" y="169"/>
                </a:lnTo>
                <a:lnTo>
                  <a:pt x="544" y="169"/>
                </a:lnTo>
                <a:lnTo>
                  <a:pt x="543" y="169"/>
                </a:lnTo>
                <a:lnTo>
                  <a:pt x="543" y="170"/>
                </a:lnTo>
                <a:lnTo>
                  <a:pt x="542" y="170"/>
                </a:lnTo>
                <a:lnTo>
                  <a:pt x="541" y="171"/>
                </a:lnTo>
                <a:lnTo>
                  <a:pt x="540" y="171"/>
                </a:lnTo>
                <a:lnTo>
                  <a:pt x="540" y="170"/>
                </a:lnTo>
                <a:lnTo>
                  <a:pt x="539" y="170"/>
                </a:lnTo>
                <a:lnTo>
                  <a:pt x="539" y="169"/>
                </a:lnTo>
                <a:lnTo>
                  <a:pt x="538" y="168"/>
                </a:lnTo>
                <a:lnTo>
                  <a:pt x="538" y="169"/>
                </a:lnTo>
                <a:lnTo>
                  <a:pt x="537" y="169"/>
                </a:lnTo>
                <a:lnTo>
                  <a:pt x="538" y="169"/>
                </a:lnTo>
                <a:lnTo>
                  <a:pt x="539" y="169"/>
                </a:lnTo>
                <a:lnTo>
                  <a:pt x="539" y="170"/>
                </a:lnTo>
                <a:lnTo>
                  <a:pt x="540" y="171"/>
                </a:lnTo>
                <a:lnTo>
                  <a:pt x="540" y="172"/>
                </a:lnTo>
                <a:lnTo>
                  <a:pt x="539" y="172"/>
                </a:lnTo>
                <a:lnTo>
                  <a:pt x="538" y="172"/>
                </a:lnTo>
                <a:lnTo>
                  <a:pt x="538" y="173"/>
                </a:lnTo>
                <a:lnTo>
                  <a:pt x="538" y="172"/>
                </a:lnTo>
                <a:lnTo>
                  <a:pt x="537" y="172"/>
                </a:lnTo>
                <a:lnTo>
                  <a:pt x="536" y="173"/>
                </a:lnTo>
                <a:lnTo>
                  <a:pt x="537" y="173"/>
                </a:lnTo>
                <a:lnTo>
                  <a:pt x="538" y="173"/>
                </a:lnTo>
                <a:lnTo>
                  <a:pt x="539" y="173"/>
                </a:lnTo>
                <a:lnTo>
                  <a:pt x="540" y="173"/>
                </a:lnTo>
                <a:lnTo>
                  <a:pt x="540" y="172"/>
                </a:lnTo>
                <a:lnTo>
                  <a:pt x="541" y="172"/>
                </a:lnTo>
                <a:lnTo>
                  <a:pt x="542" y="171"/>
                </a:lnTo>
                <a:lnTo>
                  <a:pt x="543" y="171"/>
                </a:lnTo>
                <a:lnTo>
                  <a:pt x="543" y="170"/>
                </a:lnTo>
                <a:lnTo>
                  <a:pt x="544" y="170"/>
                </a:lnTo>
                <a:lnTo>
                  <a:pt x="544" y="171"/>
                </a:lnTo>
                <a:lnTo>
                  <a:pt x="545" y="171"/>
                </a:lnTo>
                <a:lnTo>
                  <a:pt x="546" y="171"/>
                </a:lnTo>
                <a:lnTo>
                  <a:pt x="547" y="172"/>
                </a:lnTo>
                <a:lnTo>
                  <a:pt x="547" y="173"/>
                </a:lnTo>
                <a:lnTo>
                  <a:pt x="547" y="175"/>
                </a:lnTo>
                <a:lnTo>
                  <a:pt x="548" y="174"/>
                </a:lnTo>
                <a:lnTo>
                  <a:pt x="548" y="175"/>
                </a:lnTo>
                <a:lnTo>
                  <a:pt x="549" y="175"/>
                </a:lnTo>
                <a:lnTo>
                  <a:pt x="550" y="174"/>
                </a:lnTo>
                <a:lnTo>
                  <a:pt x="550" y="175"/>
                </a:lnTo>
                <a:lnTo>
                  <a:pt x="551" y="175"/>
                </a:lnTo>
                <a:lnTo>
                  <a:pt x="553" y="175"/>
                </a:lnTo>
                <a:lnTo>
                  <a:pt x="554" y="175"/>
                </a:lnTo>
                <a:lnTo>
                  <a:pt x="555" y="176"/>
                </a:lnTo>
                <a:lnTo>
                  <a:pt x="555" y="177"/>
                </a:lnTo>
                <a:lnTo>
                  <a:pt x="555" y="178"/>
                </a:lnTo>
                <a:lnTo>
                  <a:pt x="554" y="178"/>
                </a:lnTo>
                <a:lnTo>
                  <a:pt x="554" y="179"/>
                </a:lnTo>
                <a:lnTo>
                  <a:pt x="553" y="181"/>
                </a:lnTo>
                <a:lnTo>
                  <a:pt x="553" y="182"/>
                </a:lnTo>
                <a:lnTo>
                  <a:pt x="553" y="183"/>
                </a:lnTo>
                <a:lnTo>
                  <a:pt x="552" y="183"/>
                </a:lnTo>
                <a:lnTo>
                  <a:pt x="552" y="184"/>
                </a:lnTo>
                <a:lnTo>
                  <a:pt x="553" y="184"/>
                </a:lnTo>
                <a:lnTo>
                  <a:pt x="553" y="185"/>
                </a:lnTo>
                <a:lnTo>
                  <a:pt x="553" y="184"/>
                </a:lnTo>
                <a:lnTo>
                  <a:pt x="554" y="185"/>
                </a:lnTo>
                <a:lnTo>
                  <a:pt x="554" y="186"/>
                </a:lnTo>
                <a:lnTo>
                  <a:pt x="553" y="186"/>
                </a:lnTo>
                <a:lnTo>
                  <a:pt x="552" y="187"/>
                </a:lnTo>
                <a:lnTo>
                  <a:pt x="552" y="188"/>
                </a:lnTo>
                <a:lnTo>
                  <a:pt x="552" y="187"/>
                </a:lnTo>
                <a:lnTo>
                  <a:pt x="551" y="187"/>
                </a:lnTo>
                <a:lnTo>
                  <a:pt x="550" y="187"/>
                </a:lnTo>
                <a:lnTo>
                  <a:pt x="549" y="187"/>
                </a:lnTo>
                <a:lnTo>
                  <a:pt x="548" y="189"/>
                </a:lnTo>
                <a:lnTo>
                  <a:pt x="549" y="189"/>
                </a:lnTo>
                <a:lnTo>
                  <a:pt x="549" y="190"/>
                </a:lnTo>
                <a:lnTo>
                  <a:pt x="549" y="191"/>
                </a:lnTo>
                <a:lnTo>
                  <a:pt x="548" y="192"/>
                </a:lnTo>
                <a:lnTo>
                  <a:pt x="548" y="193"/>
                </a:lnTo>
                <a:lnTo>
                  <a:pt x="547" y="193"/>
                </a:lnTo>
                <a:lnTo>
                  <a:pt x="547" y="194"/>
                </a:lnTo>
                <a:lnTo>
                  <a:pt x="547" y="195"/>
                </a:lnTo>
                <a:lnTo>
                  <a:pt x="548" y="195"/>
                </a:lnTo>
                <a:lnTo>
                  <a:pt x="547" y="195"/>
                </a:lnTo>
                <a:lnTo>
                  <a:pt x="546" y="195"/>
                </a:lnTo>
                <a:lnTo>
                  <a:pt x="546" y="196"/>
                </a:lnTo>
                <a:lnTo>
                  <a:pt x="546" y="195"/>
                </a:lnTo>
                <a:lnTo>
                  <a:pt x="545" y="195"/>
                </a:lnTo>
                <a:lnTo>
                  <a:pt x="544" y="195"/>
                </a:lnTo>
                <a:lnTo>
                  <a:pt x="544" y="194"/>
                </a:lnTo>
                <a:lnTo>
                  <a:pt x="544" y="193"/>
                </a:lnTo>
                <a:lnTo>
                  <a:pt x="544" y="192"/>
                </a:lnTo>
                <a:lnTo>
                  <a:pt x="545" y="191"/>
                </a:lnTo>
                <a:lnTo>
                  <a:pt x="545" y="190"/>
                </a:lnTo>
                <a:lnTo>
                  <a:pt x="544" y="190"/>
                </a:lnTo>
                <a:lnTo>
                  <a:pt x="543" y="189"/>
                </a:lnTo>
                <a:lnTo>
                  <a:pt x="543" y="188"/>
                </a:lnTo>
                <a:lnTo>
                  <a:pt x="543" y="187"/>
                </a:lnTo>
                <a:lnTo>
                  <a:pt x="543" y="186"/>
                </a:lnTo>
                <a:lnTo>
                  <a:pt x="542" y="186"/>
                </a:lnTo>
                <a:lnTo>
                  <a:pt x="541" y="186"/>
                </a:lnTo>
                <a:lnTo>
                  <a:pt x="541" y="185"/>
                </a:lnTo>
                <a:lnTo>
                  <a:pt x="541" y="186"/>
                </a:lnTo>
                <a:lnTo>
                  <a:pt x="540" y="186"/>
                </a:lnTo>
                <a:lnTo>
                  <a:pt x="539" y="186"/>
                </a:lnTo>
                <a:lnTo>
                  <a:pt x="535" y="186"/>
                </a:lnTo>
                <a:lnTo>
                  <a:pt x="534" y="187"/>
                </a:lnTo>
                <a:lnTo>
                  <a:pt x="535" y="187"/>
                </a:lnTo>
                <a:lnTo>
                  <a:pt x="535" y="188"/>
                </a:lnTo>
                <a:lnTo>
                  <a:pt x="535" y="189"/>
                </a:lnTo>
                <a:lnTo>
                  <a:pt x="534" y="189"/>
                </a:lnTo>
                <a:lnTo>
                  <a:pt x="533" y="189"/>
                </a:lnTo>
                <a:lnTo>
                  <a:pt x="532" y="190"/>
                </a:lnTo>
                <a:lnTo>
                  <a:pt x="532" y="191"/>
                </a:lnTo>
                <a:lnTo>
                  <a:pt x="531" y="191"/>
                </a:lnTo>
                <a:lnTo>
                  <a:pt x="530" y="193"/>
                </a:lnTo>
                <a:lnTo>
                  <a:pt x="529" y="194"/>
                </a:lnTo>
                <a:lnTo>
                  <a:pt x="529" y="195"/>
                </a:lnTo>
                <a:lnTo>
                  <a:pt x="529" y="196"/>
                </a:lnTo>
                <a:lnTo>
                  <a:pt x="530" y="196"/>
                </a:lnTo>
                <a:lnTo>
                  <a:pt x="531" y="196"/>
                </a:lnTo>
                <a:lnTo>
                  <a:pt x="531" y="197"/>
                </a:lnTo>
                <a:lnTo>
                  <a:pt x="532" y="197"/>
                </a:lnTo>
                <a:lnTo>
                  <a:pt x="533" y="198"/>
                </a:lnTo>
                <a:lnTo>
                  <a:pt x="533" y="199"/>
                </a:lnTo>
                <a:lnTo>
                  <a:pt x="533" y="200"/>
                </a:lnTo>
                <a:lnTo>
                  <a:pt x="532" y="200"/>
                </a:lnTo>
                <a:lnTo>
                  <a:pt x="531" y="200"/>
                </a:lnTo>
                <a:lnTo>
                  <a:pt x="530" y="200"/>
                </a:lnTo>
                <a:lnTo>
                  <a:pt x="529" y="200"/>
                </a:lnTo>
                <a:lnTo>
                  <a:pt x="528" y="200"/>
                </a:lnTo>
                <a:lnTo>
                  <a:pt x="528" y="199"/>
                </a:lnTo>
                <a:lnTo>
                  <a:pt x="527" y="199"/>
                </a:lnTo>
                <a:lnTo>
                  <a:pt x="526" y="199"/>
                </a:lnTo>
                <a:lnTo>
                  <a:pt x="526" y="200"/>
                </a:lnTo>
                <a:lnTo>
                  <a:pt x="525" y="200"/>
                </a:lnTo>
                <a:lnTo>
                  <a:pt x="525" y="201"/>
                </a:lnTo>
                <a:lnTo>
                  <a:pt x="526" y="201"/>
                </a:lnTo>
                <a:lnTo>
                  <a:pt x="526" y="202"/>
                </a:lnTo>
                <a:lnTo>
                  <a:pt x="527" y="202"/>
                </a:lnTo>
                <a:lnTo>
                  <a:pt x="527" y="203"/>
                </a:lnTo>
                <a:lnTo>
                  <a:pt x="526" y="204"/>
                </a:lnTo>
                <a:lnTo>
                  <a:pt x="525" y="204"/>
                </a:lnTo>
                <a:lnTo>
                  <a:pt x="525" y="205"/>
                </a:lnTo>
                <a:lnTo>
                  <a:pt x="526" y="206"/>
                </a:lnTo>
                <a:lnTo>
                  <a:pt x="527" y="205"/>
                </a:lnTo>
                <a:lnTo>
                  <a:pt x="528" y="205"/>
                </a:lnTo>
                <a:lnTo>
                  <a:pt x="528" y="207"/>
                </a:lnTo>
                <a:lnTo>
                  <a:pt x="528" y="208"/>
                </a:lnTo>
                <a:lnTo>
                  <a:pt x="529" y="208"/>
                </a:lnTo>
                <a:lnTo>
                  <a:pt x="528" y="208"/>
                </a:lnTo>
                <a:lnTo>
                  <a:pt x="528" y="209"/>
                </a:lnTo>
                <a:lnTo>
                  <a:pt x="528" y="210"/>
                </a:lnTo>
                <a:lnTo>
                  <a:pt x="528" y="211"/>
                </a:lnTo>
                <a:lnTo>
                  <a:pt x="529" y="211"/>
                </a:lnTo>
                <a:lnTo>
                  <a:pt x="529" y="212"/>
                </a:lnTo>
                <a:lnTo>
                  <a:pt x="529" y="213"/>
                </a:lnTo>
                <a:lnTo>
                  <a:pt x="529" y="214"/>
                </a:lnTo>
                <a:lnTo>
                  <a:pt x="529" y="215"/>
                </a:lnTo>
                <a:lnTo>
                  <a:pt x="529" y="216"/>
                </a:lnTo>
                <a:lnTo>
                  <a:pt x="529" y="217"/>
                </a:lnTo>
                <a:lnTo>
                  <a:pt x="529" y="218"/>
                </a:lnTo>
                <a:lnTo>
                  <a:pt x="530" y="218"/>
                </a:lnTo>
                <a:lnTo>
                  <a:pt x="530" y="219"/>
                </a:lnTo>
                <a:lnTo>
                  <a:pt x="530" y="220"/>
                </a:lnTo>
                <a:lnTo>
                  <a:pt x="531" y="220"/>
                </a:lnTo>
                <a:lnTo>
                  <a:pt x="531" y="219"/>
                </a:lnTo>
                <a:lnTo>
                  <a:pt x="532" y="220"/>
                </a:lnTo>
                <a:lnTo>
                  <a:pt x="531" y="220"/>
                </a:lnTo>
                <a:lnTo>
                  <a:pt x="530" y="220"/>
                </a:lnTo>
                <a:lnTo>
                  <a:pt x="529" y="220"/>
                </a:lnTo>
                <a:lnTo>
                  <a:pt x="528" y="220"/>
                </a:lnTo>
                <a:lnTo>
                  <a:pt x="527" y="220"/>
                </a:lnTo>
                <a:lnTo>
                  <a:pt x="526" y="220"/>
                </a:lnTo>
                <a:lnTo>
                  <a:pt x="526" y="221"/>
                </a:lnTo>
                <a:lnTo>
                  <a:pt x="525" y="221"/>
                </a:lnTo>
                <a:lnTo>
                  <a:pt x="524" y="221"/>
                </a:lnTo>
                <a:lnTo>
                  <a:pt x="523" y="221"/>
                </a:lnTo>
                <a:lnTo>
                  <a:pt x="522" y="221"/>
                </a:lnTo>
                <a:lnTo>
                  <a:pt x="521" y="222"/>
                </a:lnTo>
                <a:lnTo>
                  <a:pt x="522" y="222"/>
                </a:lnTo>
                <a:lnTo>
                  <a:pt x="522" y="223"/>
                </a:lnTo>
                <a:lnTo>
                  <a:pt x="521" y="223"/>
                </a:lnTo>
                <a:lnTo>
                  <a:pt x="520" y="223"/>
                </a:lnTo>
                <a:lnTo>
                  <a:pt x="520" y="222"/>
                </a:lnTo>
                <a:lnTo>
                  <a:pt x="518" y="222"/>
                </a:lnTo>
                <a:lnTo>
                  <a:pt x="518" y="223"/>
                </a:lnTo>
                <a:lnTo>
                  <a:pt x="517" y="222"/>
                </a:lnTo>
                <a:lnTo>
                  <a:pt x="516" y="222"/>
                </a:lnTo>
                <a:lnTo>
                  <a:pt x="516" y="223"/>
                </a:lnTo>
                <a:lnTo>
                  <a:pt x="517" y="224"/>
                </a:lnTo>
                <a:lnTo>
                  <a:pt x="516" y="224"/>
                </a:lnTo>
                <a:lnTo>
                  <a:pt x="515" y="224"/>
                </a:lnTo>
                <a:lnTo>
                  <a:pt x="514" y="224"/>
                </a:lnTo>
                <a:lnTo>
                  <a:pt x="513" y="224"/>
                </a:lnTo>
                <a:lnTo>
                  <a:pt x="512" y="224"/>
                </a:lnTo>
                <a:lnTo>
                  <a:pt x="511" y="224"/>
                </a:lnTo>
                <a:lnTo>
                  <a:pt x="510" y="224"/>
                </a:lnTo>
                <a:lnTo>
                  <a:pt x="509" y="224"/>
                </a:lnTo>
                <a:lnTo>
                  <a:pt x="509" y="225"/>
                </a:lnTo>
                <a:lnTo>
                  <a:pt x="508" y="225"/>
                </a:lnTo>
                <a:lnTo>
                  <a:pt x="508" y="226"/>
                </a:lnTo>
                <a:lnTo>
                  <a:pt x="507" y="227"/>
                </a:lnTo>
                <a:lnTo>
                  <a:pt x="506" y="227"/>
                </a:lnTo>
                <a:lnTo>
                  <a:pt x="506" y="228"/>
                </a:lnTo>
                <a:lnTo>
                  <a:pt x="505" y="228"/>
                </a:lnTo>
                <a:lnTo>
                  <a:pt x="504" y="228"/>
                </a:lnTo>
                <a:lnTo>
                  <a:pt x="503" y="228"/>
                </a:lnTo>
                <a:lnTo>
                  <a:pt x="502" y="228"/>
                </a:lnTo>
                <a:lnTo>
                  <a:pt x="503" y="228"/>
                </a:lnTo>
                <a:lnTo>
                  <a:pt x="502" y="228"/>
                </a:lnTo>
                <a:lnTo>
                  <a:pt x="502" y="227"/>
                </a:lnTo>
                <a:lnTo>
                  <a:pt x="501" y="227"/>
                </a:lnTo>
                <a:lnTo>
                  <a:pt x="500" y="228"/>
                </a:lnTo>
                <a:lnTo>
                  <a:pt x="499" y="228"/>
                </a:lnTo>
                <a:lnTo>
                  <a:pt x="498" y="229"/>
                </a:lnTo>
                <a:lnTo>
                  <a:pt x="498" y="228"/>
                </a:lnTo>
                <a:lnTo>
                  <a:pt x="497" y="228"/>
                </a:lnTo>
                <a:lnTo>
                  <a:pt x="496" y="228"/>
                </a:lnTo>
                <a:lnTo>
                  <a:pt x="496" y="227"/>
                </a:lnTo>
                <a:lnTo>
                  <a:pt x="495" y="227"/>
                </a:lnTo>
                <a:lnTo>
                  <a:pt x="495" y="228"/>
                </a:lnTo>
                <a:lnTo>
                  <a:pt x="493" y="228"/>
                </a:lnTo>
                <a:lnTo>
                  <a:pt x="493" y="227"/>
                </a:lnTo>
                <a:lnTo>
                  <a:pt x="494" y="226"/>
                </a:lnTo>
                <a:lnTo>
                  <a:pt x="495" y="226"/>
                </a:lnTo>
                <a:lnTo>
                  <a:pt x="496" y="225"/>
                </a:lnTo>
                <a:lnTo>
                  <a:pt x="495" y="225"/>
                </a:lnTo>
                <a:lnTo>
                  <a:pt x="496" y="224"/>
                </a:lnTo>
                <a:lnTo>
                  <a:pt x="496" y="225"/>
                </a:lnTo>
                <a:lnTo>
                  <a:pt x="497" y="224"/>
                </a:lnTo>
                <a:lnTo>
                  <a:pt x="497" y="223"/>
                </a:lnTo>
                <a:lnTo>
                  <a:pt x="496" y="224"/>
                </a:lnTo>
                <a:lnTo>
                  <a:pt x="495" y="224"/>
                </a:lnTo>
                <a:lnTo>
                  <a:pt x="495" y="225"/>
                </a:lnTo>
                <a:lnTo>
                  <a:pt x="495" y="224"/>
                </a:lnTo>
                <a:lnTo>
                  <a:pt x="496" y="223"/>
                </a:lnTo>
                <a:lnTo>
                  <a:pt x="495" y="223"/>
                </a:lnTo>
                <a:lnTo>
                  <a:pt x="496" y="222"/>
                </a:lnTo>
                <a:lnTo>
                  <a:pt x="497" y="222"/>
                </a:lnTo>
                <a:lnTo>
                  <a:pt x="497" y="221"/>
                </a:lnTo>
                <a:lnTo>
                  <a:pt x="497" y="220"/>
                </a:lnTo>
                <a:lnTo>
                  <a:pt x="497" y="219"/>
                </a:lnTo>
                <a:lnTo>
                  <a:pt x="498" y="218"/>
                </a:lnTo>
                <a:lnTo>
                  <a:pt x="499" y="218"/>
                </a:lnTo>
                <a:lnTo>
                  <a:pt x="500" y="218"/>
                </a:lnTo>
                <a:lnTo>
                  <a:pt x="501" y="218"/>
                </a:lnTo>
                <a:lnTo>
                  <a:pt x="500" y="218"/>
                </a:lnTo>
                <a:lnTo>
                  <a:pt x="499" y="217"/>
                </a:lnTo>
                <a:lnTo>
                  <a:pt x="500" y="217"/>
                </a:lnTo>
                <a:lnTo>
                  <a:pt x="499" y="217"/>
                </a:lnTo>
                <a:lnTo>
                  <a:pt x="499" y="216"/>
                </a:lnTo>
                <a:lnTo>
                  <a:pt x="500" y="216"/>
                </a:lnTo>
                <a:lnTo>
                  <a:pt x="500" y="215"/>
                </a:lnTo>
                <a:lnTo>
                  <a:pt x="500" y="214"/>
                </a:lnTo>
                <a:lnTo>
                  <a:pt x="499" y="213"/>
                </a:lnTo>
                <a:lnTo>
                  <a:pt x="498" y="212"/>
                </a:lnTo>
                <a:lnTo>
                  <a:pt x="497" y="212"/>
                </a:lnTo>
                <a:lnTo>
                  <a:pt x="497" y="211"/>
                </a:lnTo>
                <a:lnTo>
                  <a:pt x="498" y="211"/>
                </a:lnTo>
                <a:lnTo>
                  <a:pt x="497" y="211"/>
                </a:lnTo>
                <a:lnTo>
                  <a:pt x="497" y="210"/>
                </a:lnTo>
                <a:lnTo>
                  <a:pt x="496" y="210"/>
                </a:lnTo>
                <a:lnTo>
                  <a:pt x="496" y="209"/>
                </a:lnTo>
                <a:lnTo>
                  <a:pt x="496" y="208"/>
                </a:lnTo>
                <a:lnTo>
                  <a:pt x="495" y="207"/>
                </a:lnTo>
                <a:lnTo>
                  <a:pt x="495" y="208"/>
                </a:lnTo>
                <a:lnTo>
                  <a:pt x="494" y="208"/>
                </a:lnTo>
                <a:lnTo>
                  <a:pt x="494" y="209"/>
                </a:lnTo>
                <a:lnTo>
                  <a:pt x="494" y="210"/>
                </a:lnTo>
                <a:lnTo>
                  <a:pt x="493" y="210"/>
                </a:lnTo>
                <a:lnTo>
                  <a:pt x="493" y="211"/>
                </a:lnTo>
                <a:lnTo>
                  <a:pt x="493" y="212"/>
                </a:lnTo>
                <a:lnTo>
                  <a:pt x="493" y="213"/>
                </a:lnTo>
                <a:lnTo>
                  <a:pt x="494" y="213"/>
                </a:lnTo>
                <a:lnTo>
                  <a:pt x="495" y="213"/>
                </a:lnTo>
                <a:lnTo>
                  <a:pt x="495" y="214"/>
                </a:lnTo>
                <a:lnTo>
                  <a:pt x="494" y="215"/>
                </a:lnTo>
                <a:lnTo>
                  <a:pt x="493" y="215"/>
                </a:lnTo>
                <a:lnTo>
                  <a:pt x="492" y="215"/>
                </a:lnTo>
                <a:lnTo>
                  <a:pt x="491" y="215"/>
                </a:lnTo>
                <a:lnTo>
                  <a:pt x="490" y="215"/>
                </a:lnTo>
                <a:lnTo>
                  <a:pt x="490" y="214"/>
                </a:lnTo>
                <a:lnTo>
                  <a:pt x="491" y="214"/>
                </a:lnTo>
                <a:lnTo>
                  <a:pt x="491" y="213"/>
                </a:lnTo>
                <a:lnTo>
                  <a:pt x="490" y="213"/>
                </a:lnTo>
                <a:lnTo>
                  <a:pt x="489" y="213"/>
                </a:lnTo>
                <a:lnTo>
                  <a:pt x="488" y="213"/>
                </a:lnTo>
                <a:lnTo>
                  <a:pt x="488" y="214"/>
                </a:lnTo>
                <a:lnTo>
                  <a:pt x="487" y="214"/>
                </a:lnTo>
                <a:lnTo>
                  <a:pt x="487" y="213"/>
                </a:lnTo>
                <a:lnTo>
                  <a:pt x="487" y="212"/>
                </a:lnTo>
                <a:lnTo>
                  <a:pt x="487" y="211"/>
                </a:lnTo>
                <a:lnTo>
                  <a:pt x="486" y="211"/>
                </a:lnTo>
                <a:lnTo>
                  <a:pt x="485" y="212"/>
                </a:lnTo>
                <a:lnTo>
                  <a:pt x="484" y="212"/>
                </a:lnTo>
                <a:lnTo>
                  <a:pt x="483" y="213"/>
                </a:lnTo>
                <a:lnTo>
                  <a:pt x="482" y="214"/>
                </a:lnTo>
                <a:lnTo>
                  <a:pt x="481" y="215"/>
                </a:lnTo>
                <a:lnTo>
                  <a:pt x="480" y="215"/>
                </a:lnTo>
                <a:lnTo>
                  <a:pt x="479" y="215"/>
                </a:lnTo>
                <a:lnTo>
                  <a:pt x="478" y="215"/>
                </a:lnTo>
                <a:lnTo>
                  <a:pt x="478" y="214"/>
                </a:lnTo>
                <a:lnTo>
                  <a:pt x="479" y="214"/>
                </a:lnTo>
                <a:lnTo>
                  <a:pt x="478" y="214"/>
                </a:lnTo>
                <a:lnTo>
                  <a:pt x="477" y="214"/>
                </a:lnTo>
                <a:lnTo>
                  <a:pt x="477" y="215"/>
                </a:lnTo>
                <a:lnTo>
                  <a:pt x="478" y="215"/>
                </a:lnTo>
                <a:lnTo>
                  <a:pt x="479" y="216"/>
                </a:lnTo>
                <a:lnTo>
                  <a:pt x="478" y="217"/>
                </a:lnTo>
                <a:lnTo>
                  <a:pt x="479" y="217"/>
                </a:lnTo>
                <a:lnTo>
                  <a:pt x="479" y="218"/>
                </a:lnTo>
                <a:lnTo>
                  <a:pt x="479" y="219"/>
                </a:lnTo>
                <a:lnTo>
                  <a:pt x="478" y="220"/>
                </a:lnTo>
                <a:lnTo>
                  <a:pt x="477" y="220"/>
                </a:lnTo>
                <a:lnTo>
                  <a:pt x="476" y="220"/>
                </a:lnTo>
                <a:lnTo>
                  <a:pt x="475" y="220"/>
                </a:lnTo>
                <a:lnTo>
                  <a:pt x="474" y="220"/>
                </a:lnTo>
                <a:lnTo>
                  <a:pt x="475" y="220"/>
                </a:lnTo>
                <a:lnTo>
                  <a:pt x="475" y="221"/>
                </a:lnTo>
                <a:lnTo>
                  <a:pt x="476" y="221"/>
                </a:lnTo>
                <a:lnTo>
                  <a:pt x="477" y="221"/>
                </a:lnTo>
                <a:lnTo>
                  <a:pt x="477" y="222"/>
                </a:lnTo>
                <a:lnTo>
                  <a:pt x="477" y="223"/>
                </a:lnTo>
                <a:lnTo>
                  <a:pt x="477" y="224"/>
                </a:lnTo>
                <a:lnTo>
                  <a:pt x="478" y="224"/>
                </a:lnTo>
                <a:lnTo>
                  <a:pt x="479" y="224"/>
                </a:lnTo>
                <a:lnTo>
                  <a:pt x="480" y="224"/>
                </a:lnTo>
                <a:lnTo>
                  <a:pt x="480" y="225"/>
                </a:lnTo>
                <a:lnTo>
                  <a:pt x="481" y="225"/>
                </a:lnTo>
                <a:lnTo>
                  <a:pt x="481" y="226"/>
                </a:lnTo>
                <a:lnTo>
                  <a:pt x="482" y="225"/>
                </a:lnTo>
                <a:lnTo>
                  <a:pt x="482" y="226"/>
                </a:lnTo>
                <a:lnTo>
                  <a:pt x="482" y="227"/>
                </a:lnTo>
                <a:lnTo>
                  <a:pt x="483" y="227"/>
                </a:lnTo>
                <a:lnTo>
                  <a:pt x="484" y="227"/>
                </a:lnTo>
                <a:lnTo>
                  <a:pt x="488" y="227"/>
                </a:lnTo>
                <a:lnTo>
                  <a:pt x="489" y="227"/>
                </a:lnTo>
                <a:lnTo>
                  <a:pt x="489" y="228"/>
                </a:lnTo>
                <a:lnTo>
                  <a:pt x="488" y="228"/>
                </a:lnTo>
                <a:lnTo>
                  <a:pt x="488" y="229"/>
                </a:lnTo>
                <a:lnTo>
                  <a:pt x="487" y="229"/>
                </a:lnTo>
                <a:lnTo>
                  <a:pt x="487" y="230"/>
                </a:lnTo>
                <a:lnTo>
                  <a:pt x="488" y="230"/>
                </a:lnTo>
                <a:lnTo>
                  <a:pt x="488" y="231"/>
                </a:lnTo>
                <a:lnTo>
                  <a:pt x="486" y="232"/>
                </a:lnTo>
                <a:lnTo>
                  <a:pt x="487" y="232"/>
                </a:lnTo>
                <a:lnTo>
                  <a:pt x="485" y="234"/>
                </a:lnTo>
                <a:lnTo>
                  <a:pt x="484" y="233"/>
                </a:lnTo>
                <a:lnTo>
                  <a:pt x="484" y="234"/>
                </a:lnTo>
                <a:lnTo>
                  <a:pt x="485" y="234"/>
                </a:lnTo>
                <a:lnTo>
                  <a:pt x="486" y="234"/>
                </a:lnTo>
                <a:lnTo>
                  <a:pt x="489" y="232"/>
                </a:lnTo>
                <a:lnTo>
                  <a:pt x="489" y="233"/>
                </a:lnTo>
                <a:lnTo>
                  <a:pt x="489" y="232"/>
                </a:lnTo>
                <a:lnTo>
                  <a:pt x="490" y="233"/>
                </a:lnTo>
                <a:lnTo>
                  <a:pt x="489" y="234"/>
                </a:lnTo>
                <a:lnTo>
                  <a:pt x="489" y="235"/>
                </a:lnTo>
                <a:lnTo>
                  <a:pt x="489" y="236"/>
                </a:lnTo>
                <a:lnTo>
                  <a:pt x="490" y="236"/>
                </a:lnTo>
                <a:lnTo>
                  <a:pt x="491" y="235"/>
                </a:lnTo>
                <a:lnTo>
                  <a:pt x="491" y="234"/>
                </a:lnTo>
                <a:lnTo>
                  <a:pt x="490" y="234"/>
                </a:lnTo>
                <a:lnTo>
                  <a:pt x="491" y="234"/>
                </a:lnTo>
                <a:lnTo>
                  <a:pt x="492" y="234"/>
                </a:lnTo>
                <a:lnTo>
                  <a:pt x="492" y="235"/>
                </a:lnTo>
                <a:lnTo>
                  <a:pt x="492" y="234"/>
                </a:lnTo>
                <a:lnTo>
                  <a:pt x="492" y="233"/>
                </a:lnTo>
                <a:lnTo>
                  <a:pt x="493" y="232"/>
                </a:lnTo>
                <a:lnTo>
                  <a:pt x="495" y="232"/>
                </a:lnTo>
                <a:lnTo>
                  <a:pt x="495" y="233"/>
                </a:lnTo>
                <a:lnTo>
                  <a:pt x="495" y="234"/>
                </a:lnTo>
                <a:lnTo>
                  <a:pt x="494" y="234"/>
                </a:lnTo>
                <a:lnTo>
                  <a:pt x="494" y="235"/>
                </a:lnTo>
                <a:lnTo>
                  <a:pt x="494" y="236"/>
                </a:lnTo>
                <a:lnTo>
                  <a:pt x="493" y="237"/>
                </a:lnTo>
                <a:lnTo>
                  <a:pt x="492" y="237"/>
                </a:lnTo>
                <a:lnTo>
                  <a:pt x="491" y="237"/>
                </a:lnTo>
                <a:lnTo>
                  <a:pt x="490" y="237"/>
                </a:lnTo>
                <a:lnTo>
                  <a:pt x="488" y="239"/>
                </a:lnTo>
                <a:lnTo>
                  <a:pt x="487" y="240"/>
                </a:lnTo>
                <a:lnTo>
                  <a:pt x="486" y="241"/>
                </a:lnTo>
                <a:lnTo>
                  <a:pt x="486" y="242"/>
                </a:lnTo>
                <a:lnTo>
                  <a:pt x="485" y="242"/>
                </a:lnTo>
                <a:lnTo>
                  <a:pt x="485" y="243"/>
                </a:lnTo>
                <a:lnTo>
                  <a:pt x="484" y="244"/>
                </a:lnTo>
                <a:lnTo>
                  <a:pt x="484" y="245"/>
                </a:lnTo>
                <a:lnTo>
                  <a:pt x="483" y="245"/>
                </a:lnTo>
                <a:lnTo>
                  <a:pt x="482" y="245"/>
                </a:lnTo>
                <a:lnTo>
                  <a:pt x="482" y="244"/>
                </a:lnTo>
                <a:lnTo>
                  <a:pt x="483" y="243"/>
                </a:lnTo>
                <a:lnTo>
                  <a:pt x="484" y="243"/>
                </a:lnTo>
                <a:lnTo>
                  <a:pt x="484" y="242"/>
                </a:lnTo>
                <a:lnTo>
                  <a:pt x="485" y="241"/>
                </a:lnTo>
                <a:lnTo>
                  <a:pt x="486" y="240"/>
                </a:lnTo>
                <a:lnTo>
                  <a:pt x="486" y="239"/>
                </a:lnTo>
                <a:lnTo>
                  <a:pt x="485" y="239"/>
                </a:lnTo>
                <a:lnTo>
                  <a:pt x="484" y="239"/>
                </a:lnTo>
                <a:lnTo>
                  <a:pt x="483" y="240"/>
                </a:lnTo>
                <a:lnTo>
                  <a:pt x="482" y="240"/>
                </a:lnTo>
                <a:lnTo>
                  <a:pt x="482" y="241"/>
                </a:lnTo>
                <a:lnTo>
                  <a:pt x="482" y="242"/>
                </a:lnTo>
                <a:lnTo>
                  <a:pt x="481" y="242"/>
                </a:lnTo>
                <a:lnTo>
                  <a:pt x="481" y="243"/>
                </a:lnTo>
                <a:lnTo>
                  <a:pt x="480" y="243"/>
                </a:lnTo>
                <a:lnTo>
                  <a:pt x="480" y="242"/>
                </a:lnTo>
                <a:lnTo>
                  <a:pt x="479" y="242"/>
                </a:lnTo>
                <a:lnTo>
                  <a:pt x="479" y="243"/>
                </a:lnTo>
                <a:lnTo>
                  <a:pt x="478" y="243"/>
                </a:lnTo>
                <a:lnTo>
                  <a:pt x="477" y="243"/>
                </a:lnTo>
                <a:lnTo>
                  <a:pt x="476" y="244"/>
                </a:lnTo>
                <a:lnTo>
                  <a:pt x="475" y="245"/>
                </a:lnTo>
                <a:lnTo>
                  <a:pt x="474" y="245"/>
                </a:lnTo>
                <a:lnTo>
                  <a:pt x="473" y="245"/>
                </a:lnTo>
                <a:lnTo>
                  <a:pt x="473" y="246"/>
                </a:lnTo>
                <a:lnTo>
                  <a:pt x="472" y="247"/>
                </a:lnTo>
                <a:lnTo>
                  <a:pt x="472" y="248"/>
                </a:lnTo>
                <a:lnTo>
                  <a:pt x="471" y="248"/>
                </a:lnTo>
                <a:lnTo>
                  <a:pt x="471" y="249"/>
                </a:lnTo>
                <a:lnTo>
                  <a:pt x="471" y="250"/>
                </a:lnTo>
                <a:lnTo>
                  <a:pt x="470" y="251"/>
                </a:lnTo>
                <a:lnTo>
                  <a:pt x="470" y="252"/>
                </a:lnTo>
                <a:lnTo>
                  <a:pt x="470" y="253"/>
                </a:lnTo>
                <a:lnTo>
                  <a:pt x="470" y="254"/>
                </a:lnTo>
                <a:lnTo>
                  <a:pt x="471" y="255"/>
                </a:lnTo>
                <a:lnTo>
                  <a:pt x="471" y="256"/>
                </a:lnTo>
                <a:lnTo>
                  <a:pt x="470" y="256"/>
                </a:lnTo>
                <a:lnTo>
                  <a:pt x="470" y="257"/>
                </a:lnTo>
                <a:lnTo>
                  <a:pt x="470" y="258"/>
                </a:lnTo>
                <a:lnTo>
                  <a:pt x="469" y="259"/>
                </a:lnTo>
                <a:lnTo>
                  <a:pt x="469" y="260"/>
                </a:lnTo>
                <a:lnTo>
                  <a:pt x="469" y="261"/>
                </a:lnTo>
                <a:lnTo>
                  <a:pt x="468" y="261"/>
                </a:lnTo>
                <a:lnTo>
                  <a:pt x="469" y="262"/>
                </a:lnTo>
                <a:lnTo>
                  <a:pt x="468" y="262"/>
                </a:lnTo>
                <a:lnTo>
                  <a:pt x="467" y="262"/>
                </a:lnTo>
                <a:lnTo>
                  <a:pt x="466" y="262"/>
                </a:lnTo>
                <a:lnTo>
                  <a:pt x="466" y="261"/>
                </a:lnTo>
                <a:lnTo>
                  <a:pt x="465" y="260"/>
                </a:lnTo>
                <a:lnTo>
                  <a:pt x="464" y="260"/>
                </a:lnTo>
                <a:lnTo>
                  <a:pt x="464" y="259"/>
                </a:lnTo>
                <a:lnTo>
                  <a:pt x="464" y="258"/>
                </a:lnTo>
                <a:lnTo>
                  <a:pt x="463" y="258"/>
                </a:lnTo>
                <a:lnTo>
                  <a:pt x="462" y="257"/>
                </a:lnTo>
                <a:lnTo>
                  <a:pt x="461" y="257"/>
                </a:lnTo>
                <a:lnTo>
                  <a:pt x="461" y="258"/>
                </a:lnTo>
                <a:lnTo>
                  <a:pt x="460" y="258"/>
                </a:lnTo>
                <a:lnTo>
                  <a:pt x="459" y="259"/>
                </a:lnTo>
                <a:lnTo>
                  <a:pt x="459" y="260"/>
                </a:lnTo>
                <a:lnTo>
                  <a:pt x="459" y="261"/>
                </a:lnTo>
                <a:lnTo>
                  <a:pt x="461" y="262"/>
                </a:lnTo>
                <a:lnTo>
                  <a:pt x="462" y="262"/>
                </a:lnTo>
                <a:lnTo>
                  <a:pt x="462" y="263"/>
                </a:lnTo>
                <a:lnTo>
                  <a:pt x="462" y="264"/>
                </a:lnTo>
                <a:lnTo>
                  <a:pt x="461" y="264"/>
                </a:lnTo>
                <a:lnTo>
                  <a:pt x="460" y="264"/>
                </a:lnTo>
                <a:lnTo>
                  <a:pt x="460" y="265"/>
                </a:lnTo>
                <a:lnTo>
                  <a:pt x="459" y="265"/>
                </a:lnTo>
                <a:lnTo>
                  <a:pt x="459" y="266"/>
                </a:lnTo>
                <a:lnTo>
                  <a:pt x="459" y="267"/>
                </a:lnTo>
                <a:lnTo>
                  <a:pt x="459" y="268"/>
                </a:lnTo>
                <a:lnTo>
                  <a:pt x="459" y="269"/>
                </a:lnTo>
                <a:lnTo>
                  <a:pt x="460" y="269"/>
                </a:lnTo>
                <a:lnTo>
                  <a:pt x="460" y="270"/>
                </a:lnTo>
                <a:lnTo>
                  <a:pt x="460" y="271"/>
                </a:lnTo>
                <a:lnTo>
                  <a:pt x="459" y="271"/>
                </a:lnTo>
                <a:lnTo>
                  <a:pt x="458" y="271"/>
                </a:lnTo>
                <a:lnTo>
                  <a:pt x="457" y="271"/>
                </a:lnTo>
                <a:lnTo>
                  <a:pt x="457" y="272"/>
                </a:lnTo>
                <a:lnTo>
                  <a:pt x="456" y="272"/>
                </a:lnTo>
                <a:lnTo>
                  <a:pt x="456" y="273"/>
                </a:lnTo>
                <a:lnTo>
                  <a:pt x="455" y="274"/>
                </a:lnTo>
                <a:lnTo>
                  <a:pt x="455" y="273"/>
                </a:lnTo>
                <a:lnTo>
                  <a:pt x="455" y="272"/>
                </a:lnTo>
                <a:lnTo>
                  <a:pt x="454" y="272"/>
                </a:lnTo>
                <a:lnTo>
                  <a:pt x="454" y="271"/>
                </a:lnTo>
                <a:lnTo>
                  <a:pt x="453" y="271"/>
                </a:lnTo>
                <a:lnTo>
                  <a:pt x="453" y="272"/>
                </a:lnTo>
                <a:lnTo>
                  <a:pt x="452" y="272"/>
                </a:lnTo>
                <a:lnTo>
                  <a:pt x="452" y="271"/>
                </a:lnTo>
                <a:lnTo>
                  <a:pt x="452" y="270"/>
                </a:lnTo>
                <a:lnTo>
                  <a:pt x="451" y="269"/>
                </a:lnTo>
                <a:lnTo>
                  <a:pt x="450" y="270"/>
                </a:lnTo>
                <a:lnTo>
                  <a:pt x="451" y="270"/>
                </a:lnTo>
                <a:lnTo>
                  <a:pt x="450" y="270"/>
                </a:lnTo>
                <a:lnTo>
                  <a:pt x="449" y="271"/>
                </a:lnTo>
                <a:lnTo>
                  <a:pt x="448" y="271"/>
                </a:lnTo>
                <a:lnTo>
                  <a:pt x="448" y="272"/>
                </a:lnTo>
                <a:lnTo>
                  <a:pt x="449" y="272"/>
                </a:lnTo>
                <a:lnTo>
                  <a:pt x="448" y="272"/>
                </a:lnTo>
                <a:lnTo>
                  <a:pt x="448" y="273"/>
                </a:lnTo>
                <a:lnTo>
                  <a:pt x="449" y="273"/>
                </a:lnTo>
                <a:lnTo>
                  <a:pt x="449" y="274"/>
                </a:lnTo>
                <a:lnTo>
                  <a:pt x="448" y="275"/>
                </a:lnTo>
                <a:lnTo>
                  <a:pt x="449" y="276"/>
                </a:lnTo>
                <a:lnTo>
                  <a:pt x="448" y="277"/>
                </a:lnTo>
                <a:lnTo>
                  <a:pt x="447" y="276"/>
                </a:lnTo>
                <a:lnTo>
                  <a:pt x="446" y="277"/>
                </a:lnTo>
                <a:lnTo>
                  <a:pt x="446" y="276"/>
                </a:lnTo>
                <a:lnTo>
                  <a:pt x="445" y="276"/>
                </a:lnTo>
                <a:lnTo>
                  <a:pt x="445" y="273"/>
                </a:lnTo>
                <a:lnTo>
                  <a:pt x="444" y="271"/>
                </a:lnTo>
                <a:lnTo>
                  <a:pt x="444" y="270"/>
                </a:lnTo>
                <a:lnTo>
                  <a:pt x="443" y="270"/>
                </a:lnTo>
                <a:lnTo>
                  <a:pt x="443" y="272"/>
                </a:lnTo>
                <a:lnTo>
                  <a:pt x="444" y="272"/>
                </a:lnTo>
                <a:lnTo>
                  <a:pt x="443" y="272"/>
                </a:lnTo>
                <a:lnTo>
                  <a:pt x="442" y="272"/>
                </a:lnTo>
                <a:lnTo>
                  <a:pt x="441" y="273"/>
                </a:lnTo>
                <a:lnTo>
                  <a:pt x="440" y="274"/>
                </a:lnTo>
                <a:lnTo>
                  <a:pt x="439" y="274"/>
                </a:lnTo>
                <a:lnTo>
                  <a:pt x="439" y="275"/>
                </a:lnTo>
                <a:lnTo>
                  <a:pt x="438" y="275"/>
                </a:lnTo>
                <a:lnTo>
                  <a:pt x="438" y="276"/>
                </a:lnTo>
                <a:lnTo>
                  <a:pt x="437" y="276"/>
                </a:lnTo>
                <a:lnTo>
                  <a:pt x="437" y="275"/>
                </a:lnTo>
                <a:lnTo>
                  <a:pt x="436" y="275"/>
                </a:lnTo>
                <a:lnTo>
                  <a:pt x="436" y="274"/>
                </a:lnTo>
                <a:lnTo>
                  <a:pt x="435" y="273"/>
                </a:lnTo>
                <a:lnTo>
                  <a:pt x="435" y="274"/>
                </a:lnTo>
                <a:lnTo>
                  <a:pt x="436" y="274"/>
                </a:lnTo>
                <a:lnTo>
                  <a:pt x="436" y="275"/>
                </a:lnTo>
                <a:lnTo>
                  <a:pt x="436" y="276"/>
                </a:lnTo>
                <a:lnTo>
                  <a:pt x="435" y="275"/>
                </a:lnTo>
                <a:lnTo>
                  <a:pt x="435" y="276"/>
                </a:lnTo>
                <a:lnTo>
                  <a:pt x="436" y="276"/>
                </a:lnTo>
                <a:lnTo>
                  <a:pt x="437" y="277"/>
                </a:lnTo>
                <a:lnTo>
                  <a:pt x="436" y="277"/>
                </a:lnTo>
                <a:lnTo>
                  <a:pt x="436" y="278"/>
                </a:lnTo>
                <a:lnTo>
                  <a:pt x="435" y="278"/>
                </a:lnTo>
                <a:lnTo>
                  <a:pt x="434" y="278"/>
                </a:lnTo>
                <a:lnTo>
                  <a:pt x="434" y="279"/>
                </a:lnTo>
                <a:lnTo>
                  <a:pt x="435" y="279"/>
                </a:lnTo>
                <a:lnTo>
                  <a:pt x="434" y="280"/>
                </a:lnTo>
                <a:lnTo>
                  <a:pt x="434" y="281"/>
                </a:lnTo>
                <a:lnTo>
                  <a:pt x="434" y="282"/>
                </a:lnTo>
                <a:lnTo>
                  <a:pt x="433" y="283"/>
                </a:lnTo>
                <a:lnTo>
                  <a:pt x="434" y="284"/>
                </a:lnTo>
                <a:lnTo>
                  <a:pt x="433" y="284"/>
                </a:lnTo>
                <a:lnTo>
                  <a:pt x="432" y="286"/>
                </a:lnTo>
                <a:lnTo>
                  <a:pt x="432" y="287"/>
                </a:lnTo>
                <a:lnTo>
                  <a:pt x="432" y="288"/>
                </a:lnTo>
                <a:lnTo>
                  <a:pt x="431" y="288"/>
                </a:lnTo>
                <a:lnTo>
                  <a:pt x="431" y="289"/>
                </a:lnTo>
                <a:lnTo>
                  <a:pt x="430" y="289"/>
                </a:lnTo>
                <a:lnTo>
                  <a:pt x="429" y="289"/>
                </a:lnTo>
                <a:lnTo>
                  <a:pt x="429" y="290"/>
                </a:lnTo>
                <a:lnTo>
                  <a:pt x="429" y="291"/>
                </a:lnTo>
                <a:lnTo>
                  <a:pt x="429" y="292"/>
                </a:lnTo>
                <a:lnTo>
                  <a:pt x="428" y="293"/>
                </a:lnTo>
                <a:lnTo>
                  <a:pt x="428" y="294"/>
                </a:lnTo>
                <a:lnTo>
                  <a:pt x="428" y="295"/>
                </a:lnTo>
                <a:lnTo>
                  <a:pt x="427" y="295"/>
                </a:lnTo>
                <a:lnTo>
                  <a:pt x="427" y="294"/>
                </a:lnTo>
                <a:lnTo>
                  <a:pt x="427" y="295"/>
                </a:lnTo>
                <a:lnTo>
                  <a:pt x="428" y="295"/>
                </a:lnTo>
                <a:lnTo>
                  <a:pt x="428" y="296"/>
                </a:lnTo>
                <a:lnTo>
                  <a:pt x="428" y="297"/>
                </a:lnTo>
                <a:lnTo>
                  <a:pt x="428" y="298"/>
                </a:lnTo>
                <a:lnTo>
                  <a:pt x="427" y="298"/>
                </a:lnTo>
                <a:lnTo>
                  <a:pt x="427" y="299"/>
                </a:lnTo>
                <a:lnTo>
                  <a:pt x="427" y="300"/>
                </a:lnTo>
                <a:lnTo>
                  <a:pt x="426" y="300"/>
                </a:lnTo>
                <a:lnTo>
                  <a:pt x="427" y="299"/>
                </a:lnTo>
                <a:lnTo>
                  <a:pt x="427" y="298"/>
                </a:lnTo>
                <a:lnTo>
                  <a:pt x="426" y="297"/>
                </a:lnTo>
                <a:lnTo>
                  <a:pt x="425" y="298"/>
                </a:lnTo>
                <a:lnTo>
                  <a:pt x="425" y="302"/>
                </a:lnTo>
                <a:lnTo>
                  <a:pt x="425" y="305"/>
                </a:lnTo>
                <a:lnTo>
                  <a:pt x="424" y="305"/>
                </a:lnTo>
                <a:lnTo>
                  <a:pt x="424" y="302"/>
                </a:lnTo>
                <a:lnTo>
                  <a:pt x="422" y="302"/>
                </a:lnTo>
                <a:lnTo>
                  <a:pt x="421" y="302"/>
                </a:lnTo>
                <a:lnTo>
                  <a:pt x="420" y="302"/>
                </a:lnTo>
                <a:lnTo>
                  <a:pt x="419" y="302"/>
                </a:lnTo>
                <a:lnTo>
                  <a:pt x="420" y="303"/>
                </a:lnTo>
                <a:lnTo>
                  <a:pt x="420" y="304"/>
                </a:lnTo>
                <a:lnTo>
                  <a:pt x="419" y="303"/>
                </a:lnTo>
                <a:lnTo>
                  <a:pt x="418" y="305"/>
                </a:lnTo>
                <a:lnTo>
                  <a:pt x="417" y="305"/>
                </a:lnTo>
                <a:lnTo>
                  <a:pt x="417" y="304"/>
                </a:lnTo>
                <a:lnTo>
                  <a:pt x="417" y="305"/>
                </a:lnTo>
                <a:lnTo>
                  <a:pt x="416" y="305"/>
                </a:lnTo>
                <a:lnTo>
                  <a:pt x="417" y="305"/>
                </a:lnTo>
                <a:lnTo>
                  <a:pt x="417" y="306"/>
                </a:lnTo>
                <a:lnTo>
                  <a:pt x="416" y="307"/>
                </a:lnTo>
                <a:lnTo>
                  <a:pt x="415" y="307"/>
                </a:lnTo>
                <a:lnTo>
                  <a:pt x="415" y="308"/>
                </a:lnTo>
                <a:lnTo>
                  <a:pt x="414" y="308"/>
                </a:lnTo>
                <a:lnTo>
                  <a:pt x="414" y="309"/>
                </a:lnTo>
                <a:lnTo>
                  <a:pt x="414" y="310"/>
                </a:lnTo>
                <a:lnTo>
                  <a:pt x="414" y="311"/>
                </a:lnTo>
                <a:lnTo>
                  <a:pt x="413" y="311"/>
                </a:lnTo>
                <a:lnTo>
                  <a:pt x="413" y="312"/>
                </a:lnTo>
                <a:lnTo>
                  <a:pt x="413" y="313"/>
                </a:lnTo>
                <a:lnTo>
                  <a:pt x="412" y="315"/>
                </a:lnTo>
                <a:lnTo>
                  <a:pt x="412" y="316"/>
                </a:lnTo>
                <a:lnTo>
                  <a:pt x="412" y="317"/>
                </a:lnTo>
                <a:lnTo>
                  <a:pt x="412" y="318"/>
                </a:lnTo>
                <a:lnTo>
                  <a:pt x="411" y="319"/>
                </a:lnTo>
                <a:lnTo>
                  <a:pt x="411" y="320"/>
                </a:lnTo>
                <a:lnTo>
                  <a:pt x="411" y="322"/>
                </a:lnTo>
                <a:lnTo>
                  <a:pt x="411" y="323"/>
                </a:lnTo>
                <a:lnTo>
                  <a:pt x="412" y="323"/>
                </a:lnTo>
                <a:lnTo>
                  <a:pt x="412" y="325"/>
                </a:lnTo>
                <a:lnTo>
                  <a:pt x="411" y="325"/>
                </a:lnTo>
                <a:lnTo>
                  <a:pt x="412" y="325"/>
                </a:lnTo>
                <a:lnTo>
                  <a:pt x="412" y="326"/>
                </a:lnTo>
                <a:lnTo>
                  <a:pt x="411" y="326"/>
                </a:lnTo>
                <a:lnTo>
                  <a:pt x="411" y="327"/>
                </a:lnTo>
                <a:lnTo>
                  <a:pt x="411" y="326"/>
                </a:lnTo>
                <a:lnTo>
                  <a:pt x="410" y="327"/>
                </a:lnTo>
                <a:lnTo>
                  <a:pt x="410" y="328"/>
                </a:lnTo>
                <a:lnTo>
                  <a:pt x="409" y="328"/>
                </a:lnTo>
                <a:lnTo>
                  <a:pt x="409" y="327"/>
                </a:lnTo>
                <a:lnTo>
                  <a:pt x="410" y="326"/>
                </a:lnTo>
                <a:lnTo>
                  <a:pt x="409" y="326"/>
                </a:lnTo>
                <a:lnTo>
                  <a:pt x="409" y="327"/>
                </a:lnTo>
                <a:lnTo>
                  <a:pt x="408" y="327"/>
                </a:lnTo>
                <a:lnTo>
                  <a:pt x="407" y="327"/>
                </a:lnTo>
                <a:lnTo>
                  <a:pt x="406" y="327"/>
                </a:lnTo>
                <a:lnTo>
                  <a:pt x="404" y="328"/>
                </a:lnTo>
                <a:lnTo>
                  <a:pt x="404" y="327"/>
                </a:lnTo>
                <a:lnTo>
                  <a:pt x="404" y="326"/>
                </a:lnTo>
                <a:lnTo>
                  <a:pt x="403" y="326"/>
                </a:lnTo>
                <a:lnTo>
                  <a:pt x="403" y="325"/>
                </a:lnTo>
                <a:lnTo>
                  <a:pt x="403" y="324"/>
                </a:lnTo>
                <a:lnTo>
                  <a:pt x="401" y="324"/>
                </a:lnTo>
                <a:lnTo>
                  <a:pt x="400" y="324"/>
                </a:lnTo>
                <a:lnTo>
                  <a:pt x="399" y="323"/>
                </a:lnTo>
                <a:lnTo>
                  <a:pt x="398" y="323"/>
                </a:lnTo>
                <a:lnTo>
                  <a:pt x="397" y="324"/>
                </a:lnTo>
                <a:lnTo>
                  <a:pt x="397" y="325"/>
                </a:lnTo>
                <a:lnTo>
                  <a:pt x="396" y="325"/>
                </a:lnTo>
                <a:lnTo>
                  <a:pt x="395" y="325"/>
                </a:lnTo>
                <a:lnTo>
                  <a:pt x="394" y="325"/>
                </a:lnTo>
                <a:lnTo>
                  <a:pt x="393" y="325"/>
                </a:lnTo>
                <a:lnTo>
                  <a:pt x="392" y="325"/>
                </a:lnTo>
                <a:lnTo>
                  <a:pt x="392" y="326"/>
                </a:lnTo>
                <a:lnTo>
                  <a:pt x="391" y="326"/>
                </a:lnTo>
                <a:lnTo>
                  <a:pt x="390" y="326"/>
                </a:lnTo>
                <a:lnTo>
                  <a:pt x="389" y="326"/>
                </a:lnTo>
                <a:lnTo>
                  <a:pt x="389" y="327"/>
                </a:lnTo>
                <a:lnTo>
                  <a:pt x="388" y="329"/>
                </a:lnTo>
                <a:lnTo>
                  <a:pt x="387" y="329"/>
                </a:lnTo>
                <a:lnTo>
                  <a:pt x="388" y="329"/>
                </a:lnTo>
                <a:lnTo>
                  <a:pt x="388" y="330"/>
                </a:lnTo>
                <a:lnTo>
                  <a:pt x="387" y="331"/>
                </a:lnTo>
                <a:lnTo>
                  <a:pt x="386" y="331"/>
                </a:lnTo>
                <a:lnTo>
                  <a:pt x="386" y="330"/>
                </a:lnTo>
                <a:lnTo>
                  <a:pt x="385" y="330"/>
                </a:lnTo>
                <a:lnTo>
                  <a:pt x="384" y="330"/>
                </a:lnTo>
                <a:lnTo>
                  <a:pt x="383" y="330"/>
                </a:lnTo>
                <a:lnTo>
                  <a:pt x="382" y="331"/>
                </a:lnTo>
                <a:lnTo>
                  <a:pt x="381" y="331"/>
                </a:lnTo>
                <a:lnTo>
                  <a:pt x="380" y="331"/>
                </a:lnTo>
                <a:lnTo>
                  <a:pt x="379" y="330"/>
                </a:lnTo>
                <a:lnTo>
                  <a:pt x="378" y="330"/>
                </a:lnTo>
                <a:lnTo>
                  <a:pt x="377" y="331"/>
                </a:lnTo>
                <a:lnTo>
                  <a:pt x="376" y="331"/>
                </a:lnTo>
                <a:lnTo>
                  <a:pt x="375" y="331"/>
                </a:lnTo>
                <a:lnTo>
                  <a:pt x="373" y="331"/>
                </a:lnTo>
                <a:lnTo>
                  <a:pt x="371" y="331"/>
                </a:lnTo>
                <a:lnTo>
                  <a:pt x="370" y="331"/>
                </a:lnTo>
                <a:lnTo>
                  <a:pt x="369" y="331"/>
                </a:lnTo>
                <a:lnTo>
                  <a:pt x="368" y="331"/>
                </a:lnTo>
                <a:lnTo>
                  <a:pt x="367" y="332"/>
                </a:lnTo>
                <a:lnTo>
                  <a:pt x="366" y="333"/>
                </a:lnTo>
                <a:lnTo>
                  <a:pt x="366" y="332"/>
                </a:lnTo>
                <a:lnTo>
                  <a:pt x="365" y="333"/>
                </a:lnTo>
                <a:lnTo>
                  <a:pt x="364" y="333"/>
                </a:lnTo>
                <a:lnTo>
                  <a:pt x="364" y="334"/>
                </a:lnTo>
                <a:lnTo>
                  <a:pt x="365" y="335"/>
                </a:lnTo>
                <a:lnTo>
                  <a:pt x="365" y="336"/>
                </a:lnTo>
                <a:lnTo>
                  <a:pt x="365" y="337"/>
                </a:lnTo>
                <a:lnTo>
                  <a:pt x="364" y="337"/>
                </a:lnTo>
                <a:lnTo>
                  <a:pt x="364" y="339"/>
                </a:lnTo>
                <a:lnTo>
                  <a:pt x="364" y="340"/>
                </a:lnTo>
                <a:lnTo>
                  <a:pt x="364" y="341"/>
                </a:lnTo>
                <a:lnTo>
                  <a:pt x="364" y="342"/>
                </a:lnTo>
                <a:lnTo>
                  <a:pt x="364" y="343"/>
                </a:lnTo>
                <a:lnTo>
                  <a:pt x="364" y="344"/>
                </a:lnTo>
                <a:lnTo>
                  <a:pt x="363" y="344"/>
                </a:lnTo>
                <a:lnTo>
                  <a:pt x="363" y="343"/>
                </a:lnTo>
                <a:lnTo>
                  <a:pt x="364" y="343"/>
                </a:lnTo>
                <a:lnTo>
                  <a:pt x="363" y="343"/>
                </a:lnTo>
                <a:lnTo>
                  <a:pt x="362" y="344"/>
                </a:lnTo>
                <a:lnTo>
                  <a:pt x="362" y="345"/>
                </a:lnTo>
                <a:lnTo>
                  <a:pt x="361" y="345"/>
                </a:lnTo>
                <a:lnTo>
                  <a:pt x="360" y="346"/>
                </a:lnTo>
                <a:lnTo>
                  <a:pt x="360" y="347"/>
                </a:lnTo>
                <a:lnTo>
                  <a:pt x="360" y="348"/>
                </a:lnTo>
                <a:lnTo>
                  <a:pt x="359" y="348"/>
                </a:lnTo>
                <a:lnTo>
                  <a:pt x="359" y="349"/>
                </a:lnTo>
                <a:lnTo>
                  <a:pt x="359" y="350"/>
                </a:lnTo>
                <a:lnTo>
                  <a:pt x="359" y="351"/>
                </a:lnTo>
                <a:lnTo>
                  <a:pt x="359" y="352"/>
                </a:lnTo>
                <a:lnTo>
                  <a:pt x="358" y="352"/>
                </a:lnTo>
                <a:lnTo>
                  <a:pt x="357" y="351"/>
                </a:lnTo>
                <a:lnTo>
                  <a:pt x="358" y="351"/>
                </a:lnTo>
                <a:lnTo>
                  <a:pt x="357" y="352"/>
                </a:lnTo>
                <a:lnTo>
                  <a:pt x="356" y="352"/>
                </a:lnTo>
                <a:lnTo>
                  <a:pt x="356" y="351"/>
                </a:lnTo>
                <a:lnTo>
                  <a:pt x="355" y="352"/>
                </a:lnTo>
                <a:lnTo>
                  <a:pt x="356" y="353"/>
                </a:lnTo>
                <a:lnTo>
                  <a:pt x="357" y="353"/>
                </a:lnTo>
                <a:lnTo>
                  <a:pt x="358" y="353"/>
                </a:lnTo>
                <a:lnTo>
                  <a:pt x="357" y="354"/>
                </a:lnTo>
                <a:lnTo>
                  <a:pt x="356" y="356"/>
                </a:lnTo>
                <a:lnTo>
                  <a:pt x="356" y="357"/>
                </a:lnTo>
                <a:lnTo>
                  <a:pt x="355" y="357"/>
                </a:lnTo>
                <a:lnTo>
                  <a:pt x="354" y="357"/>
                </a:lnTo>
                <a:lnTo>
                  <a:pt x="353" y="357"/>
                </a:lnTo>
                <a:lnTo>
                  <a:pt x="352" y="357"/>
                </a:lnTo>
                <a:lnTo>
                  <a:pt x="352" y="358"/>
                </a:lnTo>
                <a:lnTo>
                  <a:pt x="353" y="358"/>
                </a:lnTo>
                <a:lnTo>
                  <a:pt x="353" y="359"/>
                </a:lnTo>
                <a:lnTo>
                  <a:pt x="353" y="360"/>
                </a:lnTo>
                <a:lnTo>
                  <a:pt x="352" y="360"/>
                </a:lnTo>
                <a:lnTo>
                  <a:pt x="351" y="360"/>
                </a:lnTo>
                <a:lnTo>
                  <a:pt x="351" y="361"/>
                </a:lnTo>
                <a:lnTo>
                  <a:pt x="351" y="362"/>
                </a:lnTo>
                <a:lnTo>
                  <a:pt x="352" y="362"/>
                </a:lnTo>
                <a:lnTo>
                  <a:pt x="353" y="363"/>
                </a:lnTo>
                <a:lnTo>
                  <a:pt x="355" y="362"/>
                </a:lnTo>
                <a:lnTo>
                  <a:pt x="356" y="363"/>
                </a:lnTo>
                <a:lnTo>
                  <a:pt x="357" y="364"/>
                </a:lnTo>
                <a:lnTo>
                  <a:pt x="356" y="365"/>
                </a:lnTo>
                <a:lnTo>
                  <a:pt x="355" y="366"/>
                </a:lnTo>
                <a:lnTo>
                  <a:pt x="354" y="367"/>
                </a:lnTo>
                <a:lnTo>
                  <a:pt x="353" y="367"/>
                </a:lnTo>
                <a:lnTo>
                  <a:pt x="352" y="367"/>
                </a:lnTo>
                <a:lnTo>
                  <a:pt x="351" y="367"/>
                </a:lnTo>
                <a:lnTo>
                  <a:pt x="350" y="368"/>
                </a:lnTo>
                <a:lnTo>
                  <a:pt x="349" y="369"/>
                </a:lnTo>
                <a:lnTo>
                  <a:pt x="348" y="369"/>
                </a:lnTo>
                <a:lnTo>
                  <a:pt x="348" y="368"/>
                </a:lnTo>
                <a:lnTo>
                  <a:pt x="347" y="367"/>
                </a:lnTo>
                <a:lnTo>
                  <a:pt x="345" y="367"/>
                </a:lnTo>
                <a:lnTo>
                  <a:pt x="344" y="368"/>
                </a:lnTo>
                <a:lnTo>
                  <a:pt x="343" y="368"/>
                </a:lnTo>
                <a:lnTo>
                  <a:pt x="342" y="367"/>
                </a:lnTo>
                <a:lnTo>
                  <a:pt x="342" y="368"/>
                </a:lnTo>
                <a:lnTo>
                  <a:pt x="341" y="368"/>
                </a:lnTo>
                <a:lnTo>
                  <a:pt x="341" y="366"/>
                </a:lnTo>
                <a:lnTo>
                  <a:pt x="341" y="365"/>
                </a:lnTo>
                <a:lnTo>
                  <a:pt x="340" y="365"/>
                </a:lnTo>
                <a:lnTo>
                  <a:pt x="338" y="365"/>
                </a:lnTo>
                <a:lnTo>
                  <a:pt x="337" y="365"/>
                </a:lnTo>
                <a:lnTo>
                  <a:pt x="336" y="365"/>
                </a:lnTo>
                <a:lnTo>
                  <a:pt x="334" y="365"/>
                </a:lnTo>
                <a:lnTo>
                  <a:pt x="334" y="366"/>
                </a:lnTo>
                <a:lnTo>
                  <a:pt x="334" y="367"/>
                </a:lnTo>
                <a:lnTo>
                  <a:pt x="335" y="367"/>
                </a:lnTo>
                <a:lnTo>
                  <a:pt x="334" y="368"/>
                </a:lnTo>
                <a:lnTo>
                  <a:pt x="333" y="368"/>
                </a:lnTo>
                <a:lnTo>
                  <a:pt x="332" y="368"/>
                </a:lnTo>
                <a:lnTo>
                  <a:pt x="332" y="369"/>
                </a:lnTo>
                <a:lnTo>
                  <a:pt x="331" y="370"/>
                </a:lnTo>
                <a:lnTo>
                  <a:pt x="330" y="370"/>
                </a:lnTo>
                <a:lnTo>
                  <a:pt x="329" y="369"/>
                </a:lnTo>
                <a:lnTo>
                  <a:pt x="328" y="370"/>
                </a:lnTo>
                <a:lnTo>
                  <a:pt x="328" y="371"/>
                </a:lnTo>
                <a:lnTo>
                  <a:pt x="329" y="372"/>
                </a:lnTo>
                <a:lnTo>
                  <a:pt x="329" y="373"/>
                </a:lnTo>
                <a:lnTo>
                  <a:pt x="330" y="373"/>
                </a:lnTo>
                <a:lnTo>
                  <a:pt x="329" y="375"/>
                </a:lnTo>
                <a:lnTo>
                  <a:pt x="328" y="375"/>
                </a:lnTo>
                <a:lnTo>
                  <a:pt x="327" y="375"/>
                </a:lnTo>
                <a:lnTo>
                  <a:pt x="326" y="374"/>
                </a:lnTo>
                <a:lnTo>
                  <a:pt x="326" y="375"/>
                </a:lnTo>
                <a:lnTo>
                  <a:pt x="325" y="375"/>
                </a:lnTo>
                <a:lnTo>
                  <a:pt x="325" y="376"/>
                </a:lnTo>
                <a:lnTo>
                  <a:pt x="325" y="377"/>
                </a:lnTo>
                <a:lnTo>
                  <a:pt x="325" y="378"/>
                </a:lnTo>
                <a:lnTo>
                  <a:pt x="325" y="379"/>
                </a:lnTo>
                <a:lnTo>
                  <a:pt x="325" y="380"/>
                </a:lnTo>
                <a:lnTo>
                  <a:pt x="326" y="381"/>
                </a:lnTo>
                <a:lnTo>
                  <a:pt x="326" y="384"/>
                </a:lnTo>
                <a:lnTo>
                  <a:pt x="326" y="385"/>
                </a:lnTo>
                <a:lnTo>
                  <a:pt x="326" y="386"/>
                </a:lnTo>
                <a:lnTo>
                  <a:pt x="325" y="388"/>
                </a:lnTo>
                <a:lnTo>
                  <a:pt x="325" y="389"/>
                </a:lnTo>
                <a:lnTo>
                  <a:pt x="324" y="390"/>
                </a:lnTo>
                <a:lnTo>
                  <a:pt x="324" y="391"/>
                </a:lnTo>
                <a:lnTo>
                  <a:pt x="324" y="393"/>
                </a:lnTo>
                <a:lnTo>
                  <a:pt x="323" y="394"/>
                </a:lnTo>
                <a:lnTo>
                  <a:pt x="322" y="394"/>
                </a:lnTo>
                <a:lnTo>
                  <a:pt x="322" y="395"/>
                </a:lnTo>
                <a:lnTo>
                  <a:pt x="321" y="395"/>
                </a:lnTo>
                <a:lnTo>
                  <a:pt x="320" y="396"/>
                </a:lnTo>
                <a:lnTo>
                  <a:pt x="319" y="395"/>
                </a:lnTo>
                <a:lnTo>
                  <a:pt x="318" y="395"/>
                </a:lnTo>
                <a:lnTo>
                  <a:pt x="316" y="395"/>
                </a:lnTo>
                <a:lnTo>
                  <a:pt x="315" y="395"/>
                </a:lnTo>
                <a:lnTo>
                  <a:pt x="314" y="395"/>
                </a:lnTo>
                <a:lnTo>
                  <a:pt x="313" y="395"/>
                </a:lnTo>
                <a:lnTo>
                  <a:pt x="313" y="396"/>
                </a:lnTo>
                <a:lnTo>
                  <a:pt x="312" y="396"/>
                </a:lnTo>
                <a:lnTo>
                  <a:pt x="311" y="397"/>
                </a:lnTo>
                <a:lnTo>
                  <a:pt x="310" y="397"/>
                </a:lnTo>
                <a:lnTo>
                  <a:pt x="309" y="397"/>
                </a:lnTo>
                <a:lnTo>
                  <a:pt x="308" y="397"/>
                </a:lnTo>
                <a:lnTo>
                  <a:pt x="307" y="397"/>
                </a:lnTo>
                <a:lnTo>
                  <a:pt x="306" y="397"/>
                </a:lnTo>
                <a:lnTo>
                  <a:pt x="306" y="398"/>
                </a:lnTo>
                <a:lnTo>
                  <a:pt x="306" y="399"/>
                </a:lnTo>
                <a:lnTo>
                  <a:pt x="306" y="400"/>
                </a:lnTo>
                <a:lnTo>
                  <a:pt x="305" y="400"/>
                </a:lnTo>
                <a:lnTo>
                  <a:pt x="304" y="399"/>
                </a:lnTo>
                <a:lnTo>
                  <a:pt x="303" y="399"/>
                </a:lnTo>
                <a:lnTo>
                  <a:pt x="302" y="399"/>
                </a:lnTo>
                <a:lnTo>
                  <a:pt x="302" y="398"/>
                </a:lnTo>
                <a:lnTo>
                  <a:pt x="302" y="397"/>
                </a:lnTo>
                <a:lnTo>
                  <a:pt x="302" y="396"/>
                </a:lnTo>
                <a:lnTo>
                  <a:pt x="302" y="395"/>
                </a:lnTo>
                <a:lnTo>
                  <a:pt x="303" y="394"/>
                </a:lnTo>
                <a:lnTo>
                  <a:pt x="303" y="392"/>
                </a:lnTo>
                <a:lnTo>
                  <a:pt x="302" y="392"/>
                </a:lnTo>
                <a:lnTo>
                  <a:pt x="302" y="391"/>
                </a:lnTo>
                <a:lnTo>
                  <a:pt x="301" y="391"/>
                </a:lnTo>
                <a:lnTo>
                  <a:pt x="300" y="390"/>
                </a:lnTo>
                <a:lnTo>
                  <a:pt x="299" y="389"/>
                </a:lnTo>
                <a:lnTo>
                  <a:pt x="299" y="390"/>
                </a:lnTo>
                <a:lnTo>
                  <a:pt x="299" y="389"/>
                </a:lnTo>
                <a:lnTo>
                  <a:pt x="298" y="389"/>
                </a:lnTo>
                <a:lnTo>
                  <a:pt x="298" y="388"/>
                </a:lnTo>
                <a:lnTo>
                  <a:pt x="299" y="387"/>
                </a:lnTo>
                <a:lnTo>
                  <a:pt x="300" y="387"/>
                </a:lnTo>
                <a:lnTo>
                  <a:pt x="301" y="387"/>
                </a:lnTo>
                <a:lnTo>
                  <a:pt x="302" y="387"/>
                </a:lnTo>
                <a:lnTo>
                  <a:pt x="302" y="386"/>
                </a:lnTo>
                <a:lnTo>
                  <a:pt x="302" y="385"/>
                </a:lnTo>
                <a:lnTo>
                  <a:pt x="302" y="384"/>
                </a:lnTo>
                <a:lnTo>
                  <a:pt x="302" y="383"/>
                </a:lnTo>
                <a:lnTo>
                  <a:pt x="303" y="383"/>
                </a:lnTo>
                <a:lnTo>
                  <a:pt x="304" y="383"/>
                </a:lnTo>
                <a:lnTo>
                  <a:pt x="302" y="382"/>
                </a:lnTo>
                <a:lnTo>
                  <a:pt x="301" y="382"/>
                </a:lnTo>
                <a:lnTo>
                  <a:pt x="300" y="382"/>
                </a:lnTo>
                <a:lnTo>
                  <a:pt x="299" y="381"/>
                </a:lnTo>
                <a:lnTo>
                  <a:pt x="298" y="381"/>
                </a:lnTo>
                <a:lnTo>
                  <a:pt x="297" y="381"/>
                </a:lnTo>
                <a:lnTo>
                  <a:pt x="296" y="381"/>
                </a:lnTo>
                <a:lnTo>
                  <a:pt x="296" y="380"/>
                </a:lnTo>
                <a:lnTo>
                  <a:pt x="294" y="380"/>
                </a:lnTo>
                <a:lnTo>
                  <a:pt x="294" y="379"/>
                </a:lnTo>
                <a:lnTo>
                  <a:pt x="295" y="379"/>
                </a:lnTo>
                <a:lnTo>
                  <a:pt x="295" y="378"/>
                </a:lnTo>
                <a:lnTo>
                  <a:pt x="296" y="377"/>
                </a:lnTo>
                <a:lnTo>
                  <a:pt x="297" y="375"/>
                </a:lnTo>
                <a:lnTo>
                  <a:pt x="296" y="374"/>
                </a:lnTo>
                <a:lnTo>
                  <a:pt x="295" y="373"/>
                </a:lnTo>
                <a:lnTo>
                  <a:pt x="296" y="372"/>
                </a:lnTo>
                <a:lnTo>
                  <a:pt x="296" y="371"/>
                </a:lnTo>
                <a:lnTo>
                  <a:pt x="295" y="371"/>
                </a:lnTo>
                <a:lnTo>
                  <a:pt x="294" y="371"/>
                </a:lnTo>
                <a:lnTo>
                  <a:pt x="294" y="372"/>
                </a:lnTo>
                <a:lnTo>
                  <a:pt x="294" y="371"/>
                </a:lnTo>
                <a:lnTo>
                  <a:pt x="293" y="371"/>
                </a:lnTo>
                <a:lnTo>
                  <a:pt x="292" y="371"/>
                </a:lnTo>
                <a:lnTo>
                  <a:pt x="291" y="371"/>
                </a:lnTo>
                <a:lnTo>
                  <a:pt x="290" y="371"/>
                </a:lnTo>
                <a:lnTo>
                  <a:pt x="289" y="371"/>
                </a:lnTo>
                <a:lnTo>
                  <a:pt x="288" y="371"/>
                </a:lnTo>
                <a:lnTo>
                  <a:pt x="288" y="372"/>
                </a:lnTo>
                <a:lnTo>
                  <a:pt x="287" y="372"/>
                </a:lnTo>
                <a:lnTo>
                  <a:pt x="286" y="371"/>
                </a:lnTo>
                <a:lnTo>
                  <a:pt x="286" y="370"/>
                </a:lnTo>
                <a:lnTo>
                  <a:pt x="285" y="369"/>
                </a:lnTo>
                <a:lnTo>
                  <a:pt x="283" y="369"/>
                </a:lnTo>
                <a:lnTo>
                  <a:pt x="282" y="369"/>
                </a:lnTo>
                <a:lnTo>
                  <a:pt x="282" y="370"/>
                </a:lnTo>
                <a:lnTo>
                  <a:pt x="280" y="371"/>
                </a:lnTo>
                <a:lnTo>
                  <a:pt x="280" y="370"/>
                </a:lnTo>
                <a:lnTo>
                  <a:pt x="279" y="370"/>
                </a:lnTo>
                <a:lnTo>
                  <a:pt x="279" y="369"/>
                </a:lnTo>
                <a:lnTo>
                  <a:pt x="278" y="370"/>
                </a:lnTo>
                <a:lnTo>
                  <a:pt x="278" y="371"/>
                </a:lnTo>
                <a:lnTo>
                  <a:pt x="278" y="372"/>
                </a:lnTo>
                <a:lnTo>
                  <a:pt x="277" y="372"/>
                </a:lnTo>
                <a:lnTo>
                  <a:pt x="276" y="372"/>
                </a:lnTo>
                <a:lnTo>
                  <a:pt x="275" y="372"/>
                </a:lnTo>
                <a:lnTo>
                  <a:pt x="274" y="372"/>
                </a:lnTo>
                <a:lnTo>
                  <a:pt x="273" y="372"/>
                </a:lnTo>
                <a:lnTo>
                  <a:pt x="272" y="372"/>
                </a:lnTo>
                <a:lnTo>
                  <a:pt x="271" y="372"/>
                </a:lnTo>
                <a:lnTo>
                  <a:pt x="270" y="372"/>
                </a:lnTo>
                <a:lnTo>
                  <a:pt x="269" y="372"/>
                </a:lnTo>
                <a:lnTo>
                  <a:pt x="268" y="371"/>
                </a:lnTo>
                <a:lnTo>
                  <a:pt x="268" y="372"/>
                </a:lnTo>
                <a:lnTo>
                  <a:pt x="268" y="373"/>
                </a:lnTo>
                <a:lnTo>
                  <a:pt x="268" y="374"/>
                </a:lnTo>
                <a:lnTo>
                  <a:pt x="268" y="375"/>
                </a:lnTo>
                <a:lnTo>
                  <a:pt x="268" y="376"/>
                </a:lnTo>
                <a:lnTo>
                  <a:pt x="268" y="377"/>
                </a:lnTo>
                <a:lnTo>
                  <a:pt x="268" y="378"/>
                </a:lnTo>
                <a:lnTo>
                  <a:pt x="268" y="379"/>
                </a:lnTo>
                <a:lnTo>
                  <a:pt x="268" y="380"/>
                </a:lnTo>
                <a:lnTo>
                  <a:pt x="268" y="381"/>
                </a:lnTo>
                <a:lnTo>
                  <a:pt x="268" y="382"/>
                </a:lnTo>
                <a:lnTo>
                  <a:pt x="268" y="383"/>
                </a:lnTo>
                <a:lnTo>
                  <a:pt x="268" y="384"/>
                </a:lnTo>
                <a:lnTo>
                  <a:pt x="268" y="385"/>
                </a:lnTo>
                <a:lnTo>
                  <a:pt x="267" y="385"/>
                </a:lnTo>
                <a:lnTo>
                  <a:pt x="266" y="384"/>
                </a:lnTo>
                <a:lnTo>
                  <a:pt x="261" y="383"/>
                </a:lnTo>
                <a:lnTo>
                  <a:pt x="260" y="383"/>
                </a:lnTo>
                <a:lnTo>
                  <a:pt x="260" y="382"/>
                </a:lnTo>
                <a:lnTo>
                  <a:pt x="258" y="382"/>
                </a:lnTo>
                <a:lnTo>
                  <a:pt x="258" y="383"/>
                </a:lnTo>
                <a:lnTo>
                  <a:pt x="258" y="384"/>
                </a:lnTo>
                <a:lnTo>
                  <a:pt x="257" y="385"/>
                </a:lnTo>
                <a:lnTo>
                  <a:pt x="257" y="386"/>
                </a:lnTo>
                <a:lnTo>
                  <a:pt x="256" y="386"/>
                </a:lnTo>
                <a:lnTo>
                  <a:pt x="256" y="387"/>
                </a:lnTo>
                <a:lnTo>
                  <a:pt x="255" y="387"/>
                </a:lnTo>
                <a:lnTo>
                  <a:pt x="254" y="387"/>
                </a:lnTo>
                <a:lnTo>
                  <a:pt x="254" y="388"/>
                </a:lnTo>
                <a:lnTo>
                  <a:pt x="253" y="388"/>
                </a:lnTo>
                <a:lnTo>
                  <a:pt x="252" y="388"/>
                </a:lnTo>
                <a:lnTo>
                  <a:pt x="251" y="389"/>
                </a:lnTo>
                <a:lnTo>
                  <a:pt x="251" y="390"/>
                </a:lnTo>
                <a:lnTo>
                  <a:pt x="250" y="390"/>
                </a:lnTo>
                <a:lnTo>
                  <a:pt x="250" y="391"/>
                </a:lnTo>
                <a:lnTo>
                  <a:pt x="248" y="391"/>
                </a:lnTo>
                <a:lnTo>
                  <a:pt x="247" y="390"/>
                </a:lnTo>
                <a:lnTo>
                  <a:pt x="246" y="389"/>
                </a:lnTo>
                <a:lnTo>
                  <a:pt x="246" y="390"/>
                </a:lnTo>
                <a:lnTo>
                  <a:pt x="245" y="390"/>
                </a:lnTo>
                <a:lnTo>
                  <a:pt x="244" y="390"/>
                </a:lnTo>
                <a:lnTo>
                  <a:pt x="243" y="390"/>
                </a:lnTo>
                <a:lnTo>
                  <a:pt x="242" y="390"/>
                </a:lnTo>
                <a:lnTo>
                  <a:pt x="241" y="390"/>
                </a:lnTo>
                <a:lnTo>
                  <a:pt x="240" y="390"/>
                </a:lnTo>
                <a:lnTo>
                  <a:pt x="240" y="389"/>
                </a:lnTo>
                <a:lnTo>
                  <a:pt x="239" y="388"/>
                </a:lnTo>
                <a:lnTo>
                  <a:pt x="238" y="388"/>
                </a:lnTo>
                <a:lnTo>
                  <a:pt x="238" y="387"/>
                </a:lnTo>
                <a:lnTo>
                  <a:pt x="237" y="385"/>
                </a:lnTo>
                <a:lnTo>
                  <a:pt x="236" y="385"/>
                </a:lnTo>
                <a:lnTo>
                  <a:pt x="236" y="384"/>
                </a:lnTo>
                <a:lnTo>
                  <a:pt x="236" y="385"/>
                </a:lnTo>
                <a:lnTo>
                  <a:pt x="235" y="385"/>
                </a:lnTo>
                <a:lnTo>
                  <a:pt x="235" y="384"/>
                </a:lnTo>
                <a:lnTo>
                  <a:pt x="235" y="383"/>
                </a:lnTo>
                <a:lnTo>
                  <a:pt x="234" y="383"/>
                </a:lnTo>
                <a:lnTo>
                  <a:pt x="233" y="383"/>
                </a:lnTo>
                <a:lnTo>
                  <a:pt x="233" y="382"/>
                </a:lnTo>
                <a:lnTo>
                  <a:pt x="233" y="381"/>
                </a:lnTo>
                <a:lnTo>
                  <a:pt x="233" y="380"/>
                </a:lnTo>
                <a:lnTo>
                  <a:pt x="232" y="380"/>
                </a:lnTo>
                <a:lnTo>
                  <a:pt x="231" y="379"/>
                </a:lnTo>
                <a:lnTo>
                  <a:pt x="230" y="378"/>
                </a:lnTo>
                <a:lnTo>
                  <a:pt x="230" y="379"/>
                </a:lnTo>
                <a:lnTo>
                  <a:pt x="228" y="379"/>
                </a:lnTo>
                <a:lnTo>
                  <a:pt x="228" y="378"/>
                </a:lnTo>
                <a:lnTo>
                  <a:pt x="227" y="379"/>
                </a:lnTo>
                <a:lnTo>
                  <a:pt x="226" y="380"/>
                </a:lnTo>
                <a:lnTo>
                  <a:pt x="225" y="380"/>
                </a:lnTo>
                <a:lnTo>
                  <a:pt x="226" y="380"/>
                </a:lnTo>
                <a:lnTo>
                  <a:pt x="226" y="381"/>
                </a:lnTo>
                <a:lnTo>
                  <a:pt x="225" y="381"/>
                </a:lnTo>
                <a:lnTo>
                  <a:pt x="224" y="381"/>
                </a:lnTo>
                <a:lnTo>
                  <a:pt x="224" y="380"/>
                </a:lnTo>
                <a:lnTo>
                  <a:pt x="223" y="380"/>
                </a:lnTo>
                <a:lnTo>
                  <a:pt x="222" y="380"/>
                </a:lnTo>
                <a:lnTo>
                  <a:pt x="221" y="381"/>
                </a:lnTo>
                <a:lnTo>
                  <a:pt x="221" y="382"/>
                </a:lnTo>
                <a:lnTo>
                  <a:pt x="222" y="382"/>
                </a:lnTo>
                <a:lnTo>
                  <a:pt x="222" y="381"/>
                </a:lnTo>
                <a:lnTo>
                  <a:pt x="223" y="382"/>
                </a:lnTo>
                <a:lnTo>
                  <a:pt x="224" y="382"/>
                </a:lnTo>
                <a:lnTo>
                  <a:pt x="224" y="383"/>
                </a:lnTo>
                <a:lnTo>
                  <a:pt x="223" y="383"/>
                </a:lnTo>
                <a:lnTo>
                  <a:pt x="222" y="383"/>
                </a:lnTo>
                <a:lnTo>
                  <a:pt x="222" y="384"/>
                </a:lnTo>
                <a:lnTo>
                  <a:pt x="221" y="384"/>
                </a:lnTo>
                <a:lnTo>
                  <a:pt x="221" y="383"/>
                </a:lnTo>
                <a:lnTo>
                  <a:pt x="221" y="384"/>
                </a:lnTo>
                <a:lnTo>
                  <a:pt x="220" y="384"/>
                </a:lnTo>
                <a:lnTo>
                  <a:pt x="221" y="384"/>
                </a:lnTo>
                <a:lnTo>
                  <a:pt x="221" y="385"/>
                </a:lnTo>
                <a:lnTo>
                  <a:pt x="221" y="386"/>
                </a:lnTo>
                <a:lnTo>
                  <a:pt x="221" y="387"/>
                </a:lnTo>
                <a:lnTo>
                  <a:pt x="220" y="387"/>
                </a:lnTo>
                <a:lnTo>
                  <a:pt x="220" y="388"/>
                </a:lnTo>
                <a:lnTo>
                  <a:pt x="220" y="389"/>
                </a:lnTo>
                <a:lnTo>
                  <a:pt x="221" y="389"/>
                </a:lnTo>
                <a:lnTo>
                  <a:pt x="220" y="389"/>
                </a:lnTo>
                <a:lnTo>
                  <a:pt x="220" y="390"/>
                </a:lnTo>
                <a:lnTo>
                  <a:pt x="220" y="391"/>
                </a:lnTo>
                <a:lnTo>
                  <a:pt x="220" y="392"/>
                </a:lnTo>
                <a:lnTo>
                  <a:pt x="219" y="392"/>
                </a:lnTo>
                <a:lnTo>
                  <a:pt x="218" y="393"/>
                </a:lnTo>
                <a:lnTo>
                  <a:pt x="218" y="392"/>
                </a:lnTo>
                <a:lnTo>
                  <a:pt x="217" y="392"/>
                </a:lnTo>
                <a:lnTo>
                  <a:pt x="215" y="393"/>
                </a:lnTo>
                <a:lnTo>
                  <a:pt x="215" y="394"/>
                </a:lnTo>
                <a:lnTo>
                  <a:pt x="214" y="394"/>
                </a:lnTo>
                <a:lnTo>
                  <a:pt x="213" y="394"/>
                </a:lnTo>
                <a:lnTo>
                  <a:pt x="212" y="394"/>
                </a:lnTo>
                <a:lnTo>
                  <a:pt x="211" y="394"/>
                </a:lnTo>
                <a:lnTo>
                  <a:pt x="211" y="393"/>
                </a:lnTo>
                <a:lnTo>
                  <a:pt x="211" y="392"/>
                </a:lnTo>
                <a:lnTo>
                  <a:pt x="211" y="391"/>
                </a:lnTo>
                <a:lnTo>
                  <a:pt x="211" y="390"/>
                </a:lnTo>
                <a:lnTo>
                  <a:pt x="211" y="389"/>
                </a:lnTo>
                <a:lnTo>
                  <a:pt x="210" y="389"/>
                </a:lnTo>
                <a:lnTo>
                  <a:pt x="210" y="388"/>
                </a:lnTo>
                <a:lnTo>
                  <a:pt x="210" y="387"/>
                </a:lnTo>
                <a:lnTo>
                  <a:pt x="209" y="386"/>
                </a:lnTo>
                <a:lnTo>
                  <a:pt x="209" y="385"/>
                </a:lnTo>
                <a:lnTo>
                  <a:pt x="209" y="384"/>
                </a:lnTo>
                <a:lnTo>
                  <a:pt x="209" y="383"/>
                </a:lnTo>
                <a:lnTo>
                  <a:pt x="210" y="382"/>
                </a:lnTo>
                <a:lnTo>
                  <a:pt x="210" y="381"/>
                </a:lnTo>
                <a:lnTo>
                  <a:pt x="210" y="380"/>
                </a:lnTo>
                <a:lnTo>
                  <a:pt x="209" y="380"/>
                </a:lnTo>
                <a:lnTo>
                  <a:pt x="209" y="379"/>
                </a:lnTo>
                <a:lnTo>
                  <a:pt x="208" y="378"/>
                </a:lnTo>
                <a:lnTo>
                  <a:pt x="208" y="377"/>
                </a:lnTo>
                <a:lnTo>
                  <a:pt x="208" y="376"/>
                </a:lnTo>
                <a:lnTo>
                  <a:pt x="207" y="376"/>
                </a:lnTo>
                <a:lnTo>
                  <a:pt x="207" y="375"/>
                </a:lnTo>
                <a:lnTo>
                  <a:pt x="207" y="374"/>
                </a:lnTo>
                <a:lnTo>
                  <a:pt x="206" y="372"/>
                </a:lnTo>
                <a:lnTo>
                  <a:pt x="204" y="372"/>
                </a:lnTo>
                <a:lnTo>
                  <a:pt x="204" y="373"/>
                </a:lnTo>
                <a:lnTo>
                  <a:pt x="203" y="373"/>
                </a:lnTo>
                <a:lnTo>
                  <a:pt x="203" y="372"/>
                </a:lnTo>
                <a:lnTo>
                  <a:pt x="204" y="372"/>
                </a:lnTo>
                <a:lnTo>
                  <a:pt x="204" y="371"/>
                </a:lnTo>
                <a:lnTo>
                  <a:pt x="202" y="371"/>
                </a:lnTo>
                <a:lnTo>
                  <a:pt x="201" y="371"/>
                </a:lnTo>
                <a:lnTo>
                  <a:pt x="202" y="370"/>
                </a:lnTo>
                <a:lnTo>
                  <a:pt x="203" y="370"/>
                </a:lnTo>
                <a:lnTo>
                  <a:pt x="204" y="370"/>
                </a:lnTo>
                <a:lnTo>
                  <a:pt x="204" y="369"/>
                </a:lnTo>
                <a:lnTo>
                  <a:pt x="203" y="368"/>
                </a:lnTo>
                <a:lnTo>
                  <a:pt x="203" y="369"/>
                </a:lnTo>
                <a:lnTo>
                  <a:pt x="202" y="369"/>
                </a:lnTo>
                <a:lnTo>
                  <a:pt x="202" y="368"/>
                </a:lnTo>
                <a:lnTo>
                  <a:pt x="203" y="368"/>
                </a:lnTo>
                <a:lnTo>
                  <a:pt x="203" y="367"/>
                </a:lnTo>
                <a:lnTo>
                  <a:pt x="203" y="366"/>
                </a:lnTo>
                <a:lnTo>
                  <a:pt x="202" y="365"/>
                </a:lnTo>
                <a:lnTo>
                  <a:pt x="202" y="364"/>
                </a:lnTo>
                <a:lnTo>
                  <a:pt x="201" y="364"/>
                </a:lnTo>
                <a:lnTo>
                  <a:pt x="201" y="363"/>
                </a:lnTo>
                <a:lnTo>
                  <a:pt x="200" y="363"/>
                </a:lnTo>
                <a:lnTo>
                  <a:pt x="199" y="362"/>
                </a:lnTo>
                <a:lnTo>
                  <a:pt x="199" y="361"/>
                </a:lnTo>
                <a:lnTo>
                  <a:pt x="198" y="360"/>
                </a:lnTo>
                <a:lnTo>
                  <a:pt x="197" y="360"/>
                </a:lnTo>
                <a:lnTo>
                  <a:pt x="196" y="360"/>
                </a:lnTo>
                <a:lnTo>
                  <a:pt x="194" y="360"/>
                </a:lnTo>
                <a:lnTo>
                  <a:pt x="195" y="359"/>
                </a:lnTo>
                <a:lnTo>
                  <a:pt x="194" y="359"/>
                </a:lnTo>
                <a:lnTo>
                  <a:pt x="193" y="358"/>
                </a:lnTo>
                <a:lnTo>
                  <a:pt x="192" y="357"/>
                </a:lnTo>
                <a:lnTo>
                  <a:pt x="192" y="356"/>
                </a:lnTo>
                <a:lnTo>
                  <a:pt x="194" y="356"/>
                </a:lnTo>
                <a:lnTo>
                  <a:pt x="195" y="356"/>
                </a:lnTo>
                <a:lnTo>
                  <a:pt x="195" y="355"/>
                </a:lnTo>
                <a:lnTo>
                  <a:pt x="194" y="354"/>
                </a:lnTo>
                <a:lnTo>
                  <a:pt x="194" y="353"/>
                </a:lnTo>
                <a:lnTo>
                  <a:pt x="193" y="352"/>
                </a:lnTo>
                <a:lnTo>
                  <a:pt x="190" y="352"/>
                </a:lnTo>
                <a:lnTo>
                  <a:pt x="190" y="351"/>
                </a:lnTo>
                <a:lnTo>
                  <a:pt x="191" y="350"/>
                </a:lnTo>
                <a:lnTo>
                  <a:pt x="192" y="350"/>
                </a:lnTo>
                <a:lnTo>
                  <a:pt x="193" y="350"/>
                </a:lnTo>
                <a:lnTo>
                  <a:pt x="193" y="349"/>
                </a:lnTo>
                <a:lnTo>
                  <a:pt x="192" y="349"/>
                </a:lnTo>
                <a:lnTo>
                  <a:pt x="192" y="350"/>
                </a:lnTo>
                <a:lnTo>
                  <a:pt x="191" y="349"/>
                </a:lnTo>
                <a:lnTo>
                  <a:pt x="190" y="349"/>
                </a:lnTo>
                <a:lnTo>
                  <a:pt x="189" y="349"/>
                </a:lnTo>
                <a:lnTo>
                  <a:pt x="189" y="346"/>
                </a:lnTo>
                <a:lnTo>
                  <a:pt x="190" y="346"/>
                </a:lnTo>
                <a:lnTo>
                  <a:pt x="188" y="345"/>
                </a:lnTo>
                <a:lnTo>
                  <a:pt x="188" y="346"/>
                </a:lnTo>
                <a:lnTo>
                  <a:pt x="187" y="346"/>
                </a:lnTo>
                <a:lnTo>
                  <a:pt x="187" y="345"/>
                </a:lnTo>
                <a:lnTo>
                  <a:pt x="187" y="344"/>
                </a:lnTo>
                <a:lnTo>
                  <a:pt x="183" y="342"/>
                </a:lnTo>
                <a:lnTo>
                  <a:pt x="182" y="341"/>
                </a:lnTo>
                <a:lnTo>
                  <a:pt x="182" y="343"/>
                </a:lnTo>
                <a:lnTo>
                  <a:pt x="183" y="342"/>
                </a:lnTo>
                <a:lnTo>
                  <a:pt x="184" y="343"/>
                </a:lnTo>
                <a:lnTo>
                  <a:pt x="184" y="344"/>
                </a:lnTo>
                <a:lnTo>
                  <a:pt x="182" y="344"/>
                </a:lnTo>
                <a:lnTo>
                  <a:pt x="181" y="343"/>
                </a:lnTo>
                <a:lnTo>
                  <a:pt x="182" y="343"/>
                </a:lnTo>
                <a:lnTo>
                  <a:pt x="182" y="341"/>
                </a:lnTo>
                <a:lnTo>
                  <a:pt x="181" y="341"/>
                </a:lnTo>
                <a:lnTo>
                  <a:pt x="179" y="339"/>
                </a:lnTo>
                <a:lnTo>
                  <a:pt x="179" y="342"/>
                </a:lnTo>
                <a:lnTo>
                  <a:pt x="179" y="343"/>
                </a:lnTo>
                <a:lnTo>
                  <a:pt x="180" y="343"/>
                </a:lnTo>
                <a:lnTo>
                  <a:pt x="178" y="343"/>
                </a:lnTo>
                <a:lnTo>
                  <a:pt x="179" y="342"/>
                </a:lnTo>
                <a:lnTo>
                  <a:pt x="179" y="340"/>
                </a:lnTo>
                <a:lnTo>
                  <a:pt x="179" y="339"/>
                </a:lnTo>
                <a:lnTo>
                  <a:pt x="178" y="339"/>
                </a:lnTo>
                <a:lnTo>
                  <a:pt x="177" y="338"/>
                </a:lnTo>
                <a:lnTo>
                  <a:pt x="177" y="339"/>
                </a:lnTo>
                <a:lnTo>
                  <a:pt x="177" y="340"/>
                </a:lnTo>
                <a:lnTo>
                  <a:pt x="177" y="341"/>
                </a:lnTo>
                <a:lnTo>
                  <a:pt x="177" y="342"/>
                </a:lnTo>
                <a:lnTo>
                  <a:pt x="177" y="343"/>
                </a:lnTo>
                <a:lnTo>
                  <a:pt x="177" y="344"/>
                </a:lnTo>
                <a:lnTo>
                  <a:pt x="176" y="345"/>
                </a:lnTo>
                <a:lnTo>
                  <a:pt x="175" y="345"/>
                </a:lnTo>
                <a:lnTo>
                  <a:pt x="174" y="345"/>
                </a:lnTo>
                <a:lnTo>
                  <a:pt x="174" y="344"/>
                </a:lnTo>
                <a:lnTo>
                  <a:pt x="173" y="344"/>
                </a:lnTo>
                <a:lnTo>
                  <a:pt x="172" y="344"/>
                </a:lnTo>
                <a:lnTo>
                  <a:pt x="172" y="343"/>
                </a:lnTo>
                <a:lnTo>
                  <a:pt x="172" y="344"/>
                </a:lnTo>
                <a:lnTo>
                  <a:pt x="171" y="344"/>
                </a:lnTo>
                <a:lnTo>
                  <a:pt x="171" y="343"/>
                </a:lnTo>
                <a:lnTo>
                  <a:pt x="170" y="343"/>
                </a:lnTo>
                <a:lnTo>
                  <a:pt x="170" y="342"/>
                </a:lnTo>
                <a:lnTo>
                  <a:pt x="169" y="342"/>
                </a:lnTo>
                <a:lnTo>
                  <a:pt x="168" y="342"/>
                </a:lnTo>
                <a:lnTo>
                  <a:pt x="167" y="342"/>
                </a:lnTo>
                <a:lnTo>
                  <a:pt x="167" y="343"/>
                </a:lnTo>
                <a:lnTo>
                  <a:pt x="166" y="343"/>
                </a:lnTo>
                <a:lnTo>
                  <a:pt x="165" y="343"/>
                </a:lnTo>
                <a:lnTo>
                  <a:pt x="164" y="343"/>
                </a:lnTo>
                <a:lnTo>
                  <a:pt x="164" y="342"/>
                </a:lnTo>
                <a:lnTo>
                  <a:pt x="163" y="342"/>
                </a:lnTo>
                <a:lnTo>
                  <a:pt x="162" y="342"/>
                </a:lnTo>
                <a:lnTo>
                  <a:pt x="162" y="343"/>
                </a:lnTo>
                <a:lnTo>
                  <a:pt x="161" y="344"/>
                </a:lnTo>
                <a:lnTo>
                  <a:pt x="160" y="344"/>
                </a:lnTo>
                <a:lnTo>
                  <a:pt x="159" y="345"/>
                </a:lnTo>
                <a:lnTo>
                  <a:pt x="158" y="345"/>
                </a:lnTo>
                <a:lnTo>
                  <a:pt x="157" y="345"/>
                </a:lnTo>
                <a:lnTo>
                  <a:pt x="156" y="345"/>
                </a:lnTo>
                <a:lnTo>
                  <a:pt x="155" y="345"/>
                </a:lnTo>
                <a:lnTo>
                  <a:pt x="154" y="346"/>
                </a:lnTo>
                <a:lnTo>
                  <a:pt x="154" y="345"/>
                </a:lnTo>
                <a:lnTo>
                  <a:pt x="153" y="345"/>
                </a:lnTo>
                <a:lnTo>
                  <a:pt x="152" y="345"/>
                </a:lnTo>
                <a:lnTo>
                  <a:pt x="152" y="346"/>
                </a:lnTo>
                <a:lnTo>
                  <a:pt x="151" y="346"/>
                </a:lnTo>
                <a:lnTo>
                  <a:pt x="150" y="346"/>
                </a:lnTo>
                <a:lnTo>
                  <a:pt x="149" y="346"/>
                </a:lnTo>
                <a:lnTo>
                  <a:pt x="148" y="346"/>
                </a:lnTo>
                <a:lnTo>
                  <a:pt x="147" y="346"/>
                </a:lnTo>
                <a:lnTo>
                  <a:pt x="147" y="347"/>
                </a:lnTo>
                <a:lnTo>
                  <a:pt x="146" y="347"/>
                </a:lnTo>
                <a:lnTo>
                  <a:pt x="146" y="348"/>
                </a:lnTo>
                <a:lnTo>
                  <a:pt x="145" y="348"/>
                </a:lnTo>
                <a:lnTo>
                  <a:pt x="145" y="349"/>
                </a:lnTo>
                <a:lnTo>
                  <a:pt x="144" y="349"/>
                </a:lnTo>
                <a:lnTo>
                  <a:pt x="144" y="350"/>
                </a:lnTo>
                <a:lnTo>
                  <a:pt x="143" y="350"/>
                </a:lnTo>
                <a:lnTo>
                  <a:pt x="143" y="351"/>
                </a:lnTo>
                <a:lnTo>
                  <a:pt x="144" y="351"/>
                </a:lnTo>
                <a:lnTo>
                  <a:pt x="144" y="352"/>
                </a:lnTo>
                <a:lnTo>
                  <a:pt x="143" y="353"/>
                </a:lnTo>
                <a:lnTo>
                  <a:pt x="143" y="354"/>
                </a:lnTo>
                <a:lnTo>
                  <a:pt x="144" y="354"/>
                </a:lnTo>
                <a:lnTo>
                  <a:pt x="144" y="355"/>
                </a:lnTo>
                <a:lnTo>
                  <a:pt x="143" y="355"/>
                </a:lnTo>
                <a:lnTo>
                  <a:pt x="142" y="355"/>
                </a:lnTo>
                <a:lnTo>
                  <a:pt x="142" y="356"/>
                </a:lnTo>
                <a:lnTo>
                  <a:pt x="143" y="357"/>
                </a:lnTo>
                <a:lnTo>
                  <a:pt x="143" y="358"/>
                </a:lnTo>
                <a:lnTo>
                  <a:pt x="143" y="360"/>
                </a:lnTo>
                <a:lnTo>
                  <a:pt x="142" y="360"/>
                </a:lnTo>
                <a:lnTo>
                  <a:pt x="142" y="361"/>
                </a:lnTo>
                <a:lnTo>
                  <a:pt x="140" y="362"/>
                </a:lnTo>
                <a:lnTo>
                  <a:pt x="139" y="361"/>
                </a:lnTo>
                <a:lnTo>
                  <a:pt x="139" y="362"/>
                </a:lnTo>
                <a:lnTo>
                  <a:pt x="139" y="363"/>
                </a:lnTo>
                <a:lnTo>
                  <a:pt x="140" y="364"/>
                </a:lnTo>
                <a:lnTo>
                  <a:pt x="139" y="364"/>
                </a:lnTo>
                <a:lnTo>
                  <a:pt x="139" y="365"/>
                </a:lnTo>
                <a:lnTo>
                  <a:pt x="140" y="365"/>
                </a:lnTo>
                <a:lnTo>
                  <a:pt x="141" y="365"/>
                </a:lnTo>
                <a:lnTo>
                  <a:pt x="142" y="366"/>
                </a:lnTo>
                <a:lnTo>
                  <a:pt x="142" y="367"/>
                </a:lnTo>
                <a:lnTo>
                  <a:pt x="141" y="367"/>
                </a:lnTo>
                <a:lnTo>
                  <a:pt x="141" y="369"/>
                </a:lnTo>
                <a:lnTo>
                  <a:pt x="141" y="370"/>
                </a:lnTo>
                <a:lnTo>
                  <a:pt x="141" y="371"/>
                </a:lnTo>
                <a:lnTo>
                  <a:pt x="140" y="371"/>
                </a:lnTo>
                <a:lnTo>
                  <a:pt x="139" y="372"/>
                </a:lnTo>
                <a:lnTo>
                  <a:pt x="140" y="373"/>
                </a:lnTo>
                <a:lnTo>
                  <a:pt x="140" y="374"/>
                </a:lnTo>
                <a:lnTo>
                  <a:pt x="138" y="375"/>
                </a:lnTo>
                <a:lnTo>
                  <a:pt x="137" y="375"/>
                </a:lnTo>
                <a:lnTo>
                  <a:pt x="136" y="376"/>
                </a:lnTo>
                <a:lnTo>
                  <a:pt x="136" y="377"/>
                </a:lnTo>
                <a:lnTo>
                  <a:pt x="135" y="377"/>
                </a:lnTo>
                <a:lnTo>
                  <a:pt x="134" y="377"/>
                </a:lnTo>
                <a:lnTo>
                  <a:pt x="133" y="376"/>
                </a:lnTo>
                <a:lnTo>
                  <a:pt x="131" y="376"/>
                </a:lnTo>
                <a:lnTo>
                  <a:pt x="132" y="377"/>
                </a:lnTo>
                <a:lnTo>
                  <a:pt x="132" y="378"/>
                </a:lnTo>
                <a:lnTo>
                  <a:pt x="132" y="379"/>
                </a:lnTo>
                <a:lnTo>
                  <a:pt x="131" y="379"/>
                </a:lnTo>
                <a:lnTo>
                  <a:pt x="130" y="379"/>
                </a:lnTo>
                <a:lnTo>
                  <a:pt x="130" y="380"/>
                </a:lnTo>
                <a:lnTo>
                  <a:pt x="129" y="380"/>
                </a:lnTo>
                <a:lnTo>
                  <a:pt x="129" y="381"/>
                </a:lnTo>
                <a:lnTo>
                  <a:pt x="129" y="382"/>
                </a:lnTo>
                <a:lnTo>
                  <a:pt x="128" y="382"/>
                </a:lnTo>
                <a:lnTo>
                  <a:pt x="127" y="381"/>
                </a:lnTo>
                <a:lnTo>
                  <a:pt x="127" y="380"/>
                </a:lnTo>
                <a:lnTo>
                  <a:pt x="126" y="379"/>
                </a:lnTo>
                <a:lnTo>
                  <a:pt x="125" y="379"/>
                </a:lnTo>
                <a:lnTo>
                  <a:pt x="124" y="379"/>
                </a:lnTo>
                <a:lnTo>
                  <a:pt x="124" y="380"/>
                </a:lnTo>
                <a:lnTo>
                  <a:pt x="123" y="380"/>
                </a:lnTo>
                <a:lnTo>
                  <a:pt x="122" y="380"/>
                </a:lnTo>
                <a:lnTo>
                  <a:pt x="120" y="381"/>
                </a:lnTo>
                <a:lnTo>
                  <a:pt x="119" y="381"/>
                </a:lnTo>
                <a:lnTo>
                  <a:pt x="119" y="380"/>
                </a:lnTo>
                <a:lnTo>
                  <a:pt x="118" y="379"/>
                </a:lnTo>
                <a:lnTo>
                  <a:pt x="116" y="378"/>
                </a:lnTo>
                <a:lnTo>
                  <a:pt x="116" y="377"/>
                </a:lnTo>
                <a:lnTo>
                  <a:pt x="111" y="377"/>
                </a:lnTo>
                <a:lnTo>
                  <a:pt x="110" y="377"/>
                </a:lnTo>
                <a:lnTo>
                  <a:pt x="108" y="376"/>
                </a:lnTo>
                <a:lnTo>
                  <a:pt x="107" y="376"/>
                </a:lnTo>
                <a:lnTo>
                  <a:pt x="106" y="375"/>
                </a:lnTo>
                <a:lnTo>
                  <a:pt x="106" y="376"/>
                </a:lnTo>
                <a:lnTo>
                  <a:pt x="105" y="376"/>
                </a:lnTo>
                <a:lnTo>
                  <a:pt x="105" y="378"/>
                </a:lnTo>
                <a:lnTo>
                  <a:pt x="105" y="379"/>
                </a:lnTo>
                <a:lnTo>
                  <a:pt x="104" y="379"/>
                </a:lnTo>
                <a:lnTo>
                  <a:pt x="103" y="379"/>
                </a:lnTo>
                <a:lnTo>
                  <a:pt x="101" y="379"/>
                </a:lnTo>
                <a:lnTo>
                  <a:pt x="100" y="379"/>
                </a:lnTo>
                <a:lnTo>
                  <a:pt x="97" y="380"/>
                </a:lnTo>
                <a:lnTo>
                  <a:pt x="95" y="380"/>
                </a:lnTo>
                <a:lnTo>
                  <a:pt x="92" y="381"/>
                </a:lnTo>
                <a:lnTo>
                  <a:pt x="91" y="381"/>
                </a:lnTo>
                <a:lnTo>
                  <a:pt x="90" y="381"/>
                </a:lnTo>
                <a:lnTo>
                  <a:pt x="90" y="380"/>
                </a:lnTo>
                <a:lnTo>
                  <a:pt x="89" y="380"/>
                </a:lnTo>
                <a:lnTo>
                  <a:pt x="88" y="380"/>
                </a:lnTo>
                <a:lnTo>
                  <a:pt x="88" y="379"/>
                </a:lnTo>
                <a:lnTo>
                  <a:pt x="87" y="379"/>
                </a:lnTo>
                <a:lnTo>
                  <a:pt x="86" y="379"/>
                </a:lnTo>
                <a:lnTo>
                  <a:pt x="86" y="378"/>
                </a:lnTo>
                <a:lnTo>
                  <a:pt x="85" y="378"/>
                </a:lnTo>
                <a:lnTo>
                  <a:pt x="84" y="378"/>
                </a:lnTo>
                <a:lnTo>
                  <a:pt x="83" y="378"/>
                </a:lnTo>
                <a:lnTo>
                  <a:pt x="81" y="378"/>
                </a:lnTo>
                <a:lnTo>
                  <a:pt x="81" y="377"/>
                </a:lnTo>
                <a:lnTo>
                  <a:pt x="80" y="377"/>
                </a:lnTo>
                <a:lnTo>
                  <a:pt x="79" y="377"/>
                </a:lnTo>
                <a:lnTo>
                  <a:pt x="79" y="379"/>
                </a:lnTo>
                <a:lnTo>
                  <a:pt x="79" y="380"/>
                </a:lnTo>
                <a:lnTo>
                  <a:pt x="78" y="381"/>
                </a:lnTo>
                <a:lnTo>
                  <a:pt x="76" y="381"/>
                </a:lnTo>
                <a:lnTo>
                  <a:pt x="75" y="380"/>
                </a:lnTo>
                <a:lnTo>
                  <a:pt x="74" y="380"/>
                </a:lnTo>
                <a:lnTo>
                  <a:pt x="73" y="380"/>
                </a:lnTo>
                <a:lnTo>
                  <a:pt x="72" y="379"/>
                </a:lnTo>
                <a:lnTo>
                  <a:pt x="72" y="380"/>
                </a:lnTo>
                <a:lnTo>
                  <a:pt x="71" y="380"/>
                </a:lnTo>
                <a:lnTo>
                  <a:pt x="69" y="380"/>
                </a:lnTo>
                <a:lnTo>
                  <a:pt x="68" y="380"/>
                </a:lnTo>
                <a:lnTo>
                  <a:pt x="66" y="380"/>
                </a:lnTo>
                <a:lnTo>
                  <a:pt x="65" y="380"/>
                </a:lnTo>
                <a:lnTo>
                  <a:pt x="65" y="379"/>
                </a:lnTo>
                <a:lnTo>
                  <a:pt x="64" y="379"/>
                </a:lnTo>
                <a:lnTo>
                  <a:pt x="63" y="378"/>
                </a:lnTo>
                <a:lnTo>
                  <a:pt x="62" y="378"/>
                </a:lnTo>
                <a:lnTo>
                  <a:pt x="62" y="377"/>
                </a:lnTo>
                <a:lnTo>
                  <a:pt x="61" y="377"/>
                </a:lnTo>
                <a:lnTo>
                  <a:pt x="61" y="376"/>
                </a:lnTo>
                <a:lnTo>
                  <a:pt x="60" y="375"/>
                </a:lnTo>
                <a:lnTo>
                  <a:pt x="60" y="374"/>
                </a:lnTo>
                <a:lnTo>
                  <a:pt x="59" y="373"/>
                </a:lnTo>
                <a:lnTo>
                  <a:pt x="58" y="373"/>
                </a:lnTo>
                <a:lnTo>
                  <a:pt x="58" y="374"/>
                </a:lnTo>
                <a:lnTo>
                  <a:pt x="58" y="373"/>
                </a:lnTo>
                <a:lnTo>
                  <a:pt x="58" y="372"/>
                </a:lnTo>
                <a:lnTo>
                  <a:pt x="58" y="371"/>
                </a:lnTo>
                <a:lnTo>
                  <a:pt x="57" y="371"/>
                </a:lnTo>
                <a:lnTo>
                  <a:pt x="56" y="370"/>
                </a:lnTo>
                <a:lnTo>
                  <a:pt x="57" y="370"/>
                </a:lnTo>
                <a:lnTo>
                  <a:pt x="57" y="369"/>
                </a:lnTo>
                <a:lnTo>
                  <a:pt x="57" y="367"/>
                </a:lnTo>
                <a:lnTo>
                  <a:pt x="56" y="365"/>
                </a:lnTo>
                <a:lnTo>
                  <a:pt x="56" y="364"/>
                </a:lnTo>
                <a:lnTo>
                  <a:pt x="55" y="364"/>
                </a:lnTo>
                <a:lnTo>
                  <a:pt x="55" y="363"/>
                </a:lnTo>
                <a:lnTo>
                  <a:pt x="56" y="363"/>
                </a:lnTo>
                <a:lnTo>
                  <a:pt x="57" y="362"/>
                </a:lnTo>
                <a:lnTo>
                  <a:pt x="57" y="361"/>
                </a:lnTo>
                <a:lnTo>
                  <a:pt x="56" y="360"/>
                </a:lnTo>
                <a:lnTo>
                  <a:pt x="55" y="358"/>
                </a:lnTo>
                <a:lnTo>
                  <a:pt x="55" y="356"/>
                </a:lnTo>
                <a:lnTo>
                  <a:pt x="54" y="356"/>
                </a:lnTo>
                <a:lnTo>
                  <a:pt x="54" y="355"/>
                </a:lnTo>
                <a:lnTo>
                  <a:pt x="53" y="355"/>
                </a:lnTo>
                <a:lnTo>
                  <a:pt x="53" y="354"/>
                </a:lnTo>
                <a:lnTo>
                  <a:pt x="52" y="353"/>
                </a:lnTo>
                <a:lnTo>
                  <a:pt x="51" y="353"/>
                </a:lnTo>
                <a:lnTo>
                  <a:pt x="50" y="354"/>
                </a:lnTo>
                <a:lnTo>
                  <a:pt x="50" y="353"/>
                </a:lnTo>
                <a:lnTo>
                  <a:pt x="48" y="353"/>
                </a:lnTo>
                <a:lnTo>
                  <a:pt x="48" y="352"/>
                </a:lnTo>
                <a:lnTo>
                  <a:pt x="47" y="351"/>
                </a:lnTo>
                <a:lnTo>
                  <a:pt x="46" y="351"/>
                </a:lnTo>
                <a:lnTo>
                  <a:pt x="45" y="351"/>
                </a:lnTo>
                <a:lnTo>
                  <a:pt x="45" y="350"/>
                </a:lnTo>
                <a:lnTo>
                  <a:pt x="44" y="350"/>
                </a:lnTo>
                <a:lnTo>
                  <a:pt x="43" y="350"/>
                </a:lnTo>
                <a:lnTo>
                  <a:pt x="43" y="351"/>
                </a:lnTo>
                <a:lnTo>
                  <a:pt x="42" y="352"/>
                </a:lnTo>
                <a:lnTo>
                  <a:pt x="42" y="351"/>
                </a:lnTo>
                <a:lnTo>
                  <a:pt x="41" y="351"/>
                </a:lnTo>
                <a:lnTo>
                  <a:pt x="40" y="351"/>
                </a:lnTo>
                <a:lnTo>
                  <a:pt x="40" y="352"/>
                </a:lnTo>
                <a:lnTo>
                  <a:pt x="39" y="352"/>
                </a:lnTo>
                <a:lnTo>
                  <a:pt x="38" y="352"/>
                </a:lnTo>
                <a:lnTo>
                  <a:pt x="38" y="351"/>
                </a:lnTo>
                <a:lnTo>
                  <a:pt x="38" y="350"/>
                </a:lnTo>
                <a:lnTo>
                  <a:pt x="38" y="349"/>
                </a:lnTo>
                <a:lnTo>
                  <a:pt x="37" y="348"/>
                </a:lnTo>
                <a:lnTo>
                  <a:pt x="38" y="347"/>
                </a:lnTo>
                <a:lnTo>
                  <a:pt x="39" y="346"/>
                </a:lnTo>
                <a:lnTo>
                  <a:pt x="39" y="345"/>
                </a:lnTo>
                <a:lnTo>
                  <a:pt x="38" y="345"/>
                </a:lnTo>
                <a:lnTo>
                  <a:pt x="37" y="345"/>
                </a:lnTo>
                <a:lnTo>
                  <a:pt x="36" y="345"/>
                </a:lnTo>
                <a:lnTo>
                  <a:pt x="36" y="346"/>
                </a:lnTo>
                <a:lnTo>
                  <a:pt x="35" y="346"/>
                </a:lnTo>
                <a:lnTo>
                  <a:pt x="35" y="345"/>
                </a:lnTo>
                <a:lnTo>
                  <a:pt x="33" y="345"/>
                </a:lnTo>
                <a:lnTo>
                  <a:pt x="33" y="344"/>
                </a:lnTo>
                <a:lnTo>
                  <a:pt x="34" y="344"/>
                </a:lnTo>
                <a:lnTo>
                  <a:pt x="34" y="343"/>
                </a:lnTo>
                <a:lnTo>
                  <a:pt x="34" y="344"/>
                </a:lnTo>
                <a:lnTo>
                  <a:pt x="35" y="342"/>
                </a:lnTo>
                <a:lnTo>
                  <a:pt x="36" y="342"/>
                </a:lnTo>
                <a:lnTo>
                  <a:pt x="37" y="341"/>
                </a:lnTo>
                <a:lnTo>
                  <a:pt x="35" y="340"/>
                </a:lnTo>
                <a:lnTo>
                  <a:pt x="34" y="341"/>
                </a:lnTo>
                <a:lnTo>
                  <a:pt x="33" y="341"/>
                </a:lnTo>
                <a:lnTo>
                  <a:pt x="34" y="340"/>
                </a:lnTo>
                <a:lnTo>
                  <a:pt x="33" y="340"/>
                </a:lnTo>
                <a:lnTo>
                  <a:pt x="32" y="340"/>
                </a:lnTo>
                <a:lnTo>
                  <a:pt x="31" y="340"/>
                </a:lnTo>
                <a:lnTo>
                  <a:pt x="30" y="340"/>
                </a:lnTo>
                <a:lnTo>
                  <a:pt x="30" y="339"/>
                </a:lnTo>
                <a:lnTo>
                  <a:pt x="29" y="338"/>
                </a:lnTo>
                <a:lnTo>
                  <a:pt x="28" y="338"/>
                </a:lnTo>
                <a:lnTo>
                  <a:pt x="28" y="337"/>
                </a:lnTo>
                <a:lnTo>
                  <a:pt x="28" y="336"/>
                </a:lnTo>
                <a:lnTo>
                  <a:pt x="28" y="335"/>
                </a:lnTo>
                <a:lnTo>
                  <a:pt x="27" y="335"/>
                </a:lnTo>
                <a:lnTo>
                  <a:pt x="27" y="336"/>
                </a:lnTo>
                <a:lnTo>
                  <a:pt x="26" y="336"/>
                </a:lnTo>
                <a:lnTo>
                  <a:pt x="25" y="337"/>
                </a:lnTo>
                <a:lnTo>
                  <a:pt x="25" y="336"/>
                </a:lnTo>
                <a:lnTo>
                  <a:pt x="25" y="337"/>
                </a:lnTo>
                <a:lnTo>
                  <a:pt x="24" y="337"/>
                </a:lnTo>
                <a:lnTo>
                  <a:pt x="23" y="336"/>
                </a:lnTo>
                <a:lnTo>
                  <a:pt x="22" y="336"/>
                </a:lnTo>
                <a:lnTo>
                  <a:pt x="22" y="337"/>
                </a:lnTo>
                <a:lnTo>
                  <a:pt x="21" y="337"/>
                </a:lnTo>
                <a:lnTo>
                  <a:pt x="20" y="338"/>
                </a:lnTo>
                <a:lnTo>
                  <a:pt x="19" y="338"/>
                </a:lnTo>
                <a:lnTo>
                  <a:pt x="19" y="339"/>
                </a:lnTo>
                <a:lnTo>
                  <a:pt x="18" y="339"/>
                </a:lnTo>
                <a:lnTo>
                  <a:pt x="18" y="338"/>
                </a:lnTo>
                <a:lnTo>
                  <a:pt x="17" y="338"/>
                </a:lnTo>
                <a:lnTo>
                  <a:pt x="17" y="337"/>
                </a:lnTo>
                <a:lnTo>
                  <a:pt x="16" y="337"/>
                </a:lnTo>
                <a:lnTo>
                  <a:pt x="15" y="337"/>
                </a:lnTo>
                <a:lnTo>
                  <a:pt x="14" y="337"/>
                </a:lnTo>
                <a:lnTo>
                  <a:pt x="13" y="336"/>
                </a:lnTo>
                <a:lnTo>
                  <a:pt x="12" y="336"/>
                </a:lnTo>
                <a:lnTo>
                  <a:pt x="12" y="337"/>
                </a:lnTo>
                <a:lnTo>
                  <a:pt x="11" y="337"/>
                </a:lnTo>
                <a:lnTo>
                  <a:pt x="10" y="338"/>
                </a:lnTo>
                <a:lnTo>
                  <a:pt x="10" y="339"/>
                </a:lnTo>
                <a:lnTo>
                  <a:pt x="9" y="339"/>
                </a:lnTo>
                <a:lnTo>
                  <a:pt x="8" y="338"/>
                </a:lnTo>
                <a:lnTo>
                  <a:pt x="8" y="337"/>
                </a:lnTo>
                <a:lnTo>
                  <a:pt x="6" y="337"/>
                </a:lnTo>
                <a:lnTo>
                  <a:pt x="6" y="336"/>
                </a:lnTo>
                <a:lnTo>
                  <a:pt x="6" y="335"/>
                </a:lnTo>
                <a:lnTo>
                  <a:pt x="6" y="334"/>
                </a:lnTo>
                <a:lnTo>
                  <a:pt x="5" y="333"/>
                </a:lnTo>
                <a:lnTo>
                  <a:pt x="4" y="334"/>
                </a:lnTo>
                <a:lnTo>
                  <a:pt x="4" y="335"/>
                </a:lnTo>
                <a:lnTo>
                  <a:pt x="4" y="336"/>
                </a:lnTo>
                <a:lnTo>
                  <a:pt x="3" y="336"/>
                </a:lnTo>
                <a:lnTo>
                  <a:pt x="1" y="335"/>
                </a:lnTo>
                <a:lnTo>
                  <a:pt x="0" y="335"/>
                </a:lnTo>
                <a:lnTo>
                  <a:pt x="1" y="335"/>
                </a:lnTo>
                <a:lnTo>
                  <a:pt x="1" y="334"/>
                </a:lnTo>
                <a:lnTo>
                  <a:pt x="2" y="334"/>
                </a:lnTo>
                <a:lnTo>
                  <a:pt x="2" y="333"/>
                </a:lnTo>
                <a:lnTo>
                  <a:pt x="3" y="333"/>
                </a:lnTo>
                <a:lnTo>
                  <a:pt x="3" y="332"/>
                </a:lnTo>
                <a:lnTo>
                  <a:pt x="1" y="332"/>
                </a:lnTo>
                <a:lnTo>
                  <a:pt x="1" y="331"/>
                </a:lnTo>
                <a:lnTo>
                  <a:pt x="0" y="331"/>
                </a:lnTo>
                <a:lnTo>
                  <a:pt x="0" y="330"/>
                </a:lnTo>
                <a:lnTo>
                  <a:pt x="0" y="329"/>
                </a:lnTo>
                <a:lnTo>
                  <a:pt x="0" y="328"/>
                </a:lnTo>
                <a:lnTo>
                  <a:pt x="1" y="328"/>
                </a:lnTo>
                <a:lnTo>
                  <a:pt x="2" y="328"/>
                </a:lnTo>
                <a:lnTo>
                  <a:pt x="3" y="328"/>
                </a:lnTo>
                <a:lnTo>
                  <a:pt x="4" y="327"/>
                </a:lnTo>
                <a:lnTo>
                  <a:pt x="5" y="327"/>
                </a:lnTo>
                <a:lnTo>
                  <a:pt x="6" y="326"/>
                </a:lnTo>
                <a:lnTo>
                  <a:pt x="6" y="325"/>
                </a:lnTo>
                <a:lnTo>
                  <a:pt x="6" y="324"/>
                </a:lnTo>
                <a:lnTo>
                  <a:pt x="5" y="323"/>
                </a:lnTo>
                <a:lnTo>
                  <a:pt x="4" y="322"/>
                </a:lnTo>
                <a:lnTo>
                  <a:pt x="3" y="321"/>
                </a:lnTo>
                <a:lnTo>
                  <a:pt x="2" y="320"/>
                </a:lnTo>
                <a:lnTo>
                  <a:pt x="2" y="319"/>
                </a:lnTo>
                <a:lnTo>
                  <a:pt x="3" y="319"/>
                </a:lnTo>
                <a:lnTo>
                  <a:pt x="3" y="318"/>
                </a:lnTo>
                <a:lnTo>
                  <a:pt x="4" y="317"/>
                </a:lnTo>
                <a:lnTo>
                  <a:pt x="5" y="317"/>
                </a:lnTo>
                <a:lnTo>
                  <a:pt x="6" y="316"/>
                </a:lnTo>
                <a:lnTo>
                  <a:pt x="7" y="316"/>
                </a:lnTo>
                <a:lnTo>
                  <a:pt x="10" y="316"/>
                </a:lnTo>
                <a:lnTo>
                  <a:pt x="10" y="314"/>
                </a:lnTo>
                <a:lnTo>
                  <a:pt x="10" y="313"/>
                </a:lnTo>
                <a:lnTo>
                  <a:pt x="10" y="312"/>
                </a:lnTo>
                <a:lnTo>
                  <a:pt x="10" y="311"/>
                </a:lnTo>
                <a:lnTo>
                  <a:pt x="10" y="310"/>
                </a:lnTo>
                <a:lnTo>
                  <a:pt x="11" y="310"/>
                </a:lnTo>
                <a:lnTo>
                  <a:pt x="12" y="310"/>
                </a:lnTo>
                <a:lnTo>
                  <a:pt x="13" y="308"/>
                </a:lnTo>
                <a:lnTo>
                  <a:pt x="14" y="308"/>
                </a:lnTo>
                <a:lnTo>
                  <a:pt x="14" y="307"/>
                </a:lnTo>
                <a:lnTo>
                  <a:pt x="15" y="306"/>
                </a:lnTo>
                <a:lnTo>
                  <a:pt x="15" y="305"/>
                </a:lnTo>
                <a:lnTo>
                  <a:pt x="16" y="305"/>
                </a:lnTo>
                <a:lnTo>
                  <a:pt x="16" y="304"/>
                </a:lnTo>
                <a:lnTo>
                  <a:pt x="17" y="303"/>
                </a:lnTo>
                <a:lnTo>
                  <a:pt x="18" y="302"/>
                </a:lnTo>
                <a:lnTo>
                  <a:pt x="18" y="303"/>
                </a:lnTo>
                <a:lnTo>
                  <a:pt x="18" y="302"/>
                </a:lnTo>
                <a:lnTo>
                  <a:pt x="18" y="301"/>
                </a:lnTo>
                <a:lnTo>
                  <a:pt x="18" y="300"/>
                </a:lnTo>
                <a:lnTo>
                  <a:pt x="18" y="299"/>
                </a:lnTo>
                <a:lnTo>
                  <a:pt x="18" y="298"/>
                </a:lnTo>
                <a:lnTo>
                  <a:pt x="19" y="298"/>
                </a:lnTo>
                <a:lnTo>
                  <a:pt x="20" y="298"/>
                </a:lnTo>
                <a:lnTo>
                  <a:pt x="21" y="298"/>
                </a:lnTo>
                <a:lnTo>
                  <a:pt x="23" y="298"/>
                </a:lnTo>
                <a:lnTo>
                  <a:pt x="23" y="297"/>
                </a:lnTo>
                <a:lnTo>
                  <a:pt x="24" y="296"/>
                </a:lnTo>
                <a:lnTo>
                  <a:pt x="24" y="295"/>
                </a:lnTo>
                <a:lnTo>
                  <a:pt x="24" y="294"/>
                </a:lnTo>
                <a:lnTo>
                  <a:pt x="25" y="293"/>
                </a:lnTo>
                <a:lnTo>
                  <a:pt x="25" y="294"/>
                </a:lnTo>
                <a:lnTo>
                  <a:pt x="26" y="295"/>
                </a:lnTo>
                <a:lnTo>
                  <a:pt x="27" y="295"/>
                </a:lnTo>
                <a:lnTo>
                  <a:pt x="28" y="294"/>
                </a:lnTo>
                <a:lnTo>
                  <a:pt x="27" y="293"/>
                </a:lnTo>
                <a:lnTo>
                  <a:pt x="28" y="293"/>
                </a:lnTo>
                <a:lnTo>
                  <a:pt x="29" y="293"/>
                </a:lnTo>
                <a:lnTo>
                  <a:pt x="29" y="292"/>
                </a:lnTo>
                <a:lnTo>
                  <a:pt x="30" y="292"/>
                </a:lnTo>
                <a:lnTo>
                  <a:pt x="31" y="292"/>
                </a:lnTo>
                <a:lnTo>
                  <a:pt x="32" y="293"/>
                </a:lnTo>
                <a:lnTo>
                  <a:pt x="33" y="293"/>
                </a:lnTo>
                <a:lnTo>
                  <a:pt x="34" y="293"/>
                </a:lnTo>
                <a:lnTo>
                  <a:pt x="35" y="293"/>
                </a:lnTo>
                <a:lnTo>
                  <a:pt x="36" y="293"/>
                </a:lnTo>
                <a:lnTo>
                  <a:pt x="37" y="293"/>
                </a:lnTo>
                <a:lnTo>
                  <a:pt x="38" y="293"/>
                </a:lnTo>
                <a:lnTo>
                  <a:pt x="38" y="292"/>
                </a:lnTo>
                <a:lnTo>
                  <a:pt x="39" y="292"/>
                </a:lnTo>
                <a:lnTo>
                  <a:pt x="39" y="291"/>
                </a:lnTo>
                <a:lnTo>
                  <a:pt x="40" y="291"/>
                </a:lnTo>
                <a:lnTo>
                  <a:pt x="40" y="290"/>
                </a:lnTo>
                <a:lnTo>
                  <a:pt x="41" y="290"/>
                </a:lnTo>
                <a:lnTo>
                  <a:pt x="41" y="289"/>
                </a:lnTo>
                <a:lnTo>
                  <a:pt x="42" y="289"/>
                </a:lnTo>
                <a:lnTo>
                  <a:pt x="43" y="288"/>
                </a:lnTo>
                <a:lnTo>
                  <a:pt x="44" y="288"/>
                </a:lnTo>
                <a:lnTo>
                  <a:pt x="45" y="287"/>
                </a:lnTo>
                <a:lnTo>
                  <a:pt x="46" y="287"/>
                </a:lnTo>
                <a:lnTo>
                  <a:pt x="46" y="286"/>
                </a:lnTo>
                <a:lnTo>
                  <a:pt x="47" y="286"/>
                </a:lnTo>
                <a:lnTo>
                  <a:pt x="48" y="286"/>
                </a:lnTo>
                <a:lnTo>
                  <a:pt x="48" y="285"/>
                </a:lnTo>
                <a:lnTo>
                  <a:pt x="49" y="285"/>
                </a:lnTo>
                <a:lnTo>
                  <a:pt x="48" y="284"/>
                </a:lnTo>
                <a:lnTo>
                  <a:pt x="48" y="283"/>
                </a:lnTo>
                <a:lnTo>
                  <a:pt x="48" y="282"/>
                </a:lnTo>
                <a:lnTo>
                  <a:pt x="48" y="281"/>
                </a:lnTo>
                <a:lnTo>
                  <a:pt x="48" y="280"/>
                </a:lnTo>
                <a:lnTo>
                  <a:pt x="47" y="280"/>
                </a:lnTo>
                <a:lnTo>
                  <a:pt x="47" y="279"/>
                </a:lnTo>
                <a:lnTo>
                  <a:pt x="48" y="279"/>
                </a:lnTo>
                <a:lnTo>
                  <a:pt x="48" y="280"/>
                </a:lnTo>
                <a:lnTo>
                  <a:pt x="48" y="279"/>
                </a:lnTo>
                <a:lnTo>
                  <a:pt x="49" y="279"/>
                </a:lnTo>
                <a:lnTo>
                  <a:pt x="50" y="278"/>
                </a:lnTo>
                <a:lnTo>
                  <a:pt x="51" y="278"/>
                </a:lnTo>
                <a:lnTo>
                  <a:pt x="51" y="277"/>
                </a:lnTo>
                <a:lnTo>
                  <a:pt x="52" y="276"/>
                </a:lnTo>
                <a:lnTo>
                  <a:pt x="52" y="275"/>
                </a:lnTo>
                <a:lnTo>
                  <a:pt x="53" y="275"/>
                </a:lnTo>
                <a:lnTo>
                  <a:pt x="53" y="274"/>
                </a:lnTo>
                <a:lnTo>
                  <a:pt x="53" y="273"/>
                </a:lnTo>
                <a:lnTo>
                  <a:pt x="53" y="272"/>
                </a:lnTo>
                <a:lnTo>
                  <a:pt x="54" y="272"/>
                </a:lnTo>
                <a:lnTo>
                  <a:pt x="55" y="271"/>
                </a:lnTo>
                <a:lnTo>
                  <a:pt x="55" y="270"/>
                </a:lnTo>
                <a:lnTo>
                  <a:pt x="57" y="270"/>
                </a:lnTo>
                <a:lnTo>
                  <a:pt x="57" y="269"/>
                </a:lnTo>
                <a:lnTo>
                  <a:pt x="56" y="269"/>
                </a:lnTo>
                <a:lnTo>
                  <a:pt x="55" y="269"/>
                </a:lnTo>
                <a:lnTo>
                  <a:pt x="56" y="269"/>
                </a:lnTo>
                <a:lnTo>
                  <a:pt x="57" y="269"/>
                </a:lnTo>
                <a:lnTo>
                  <a:pt x="58" y="268"/>
                </a:lnTo>
                <a:lnTo>
                  <a:pt x="58" y="267"/>
                </a:lnTo>
                <a:lnTo>
                  <a:pt x="59" y="267"/>
                </a:lnTo>
                <a:lnTo>
                  <a:pt x="60" y="265"/>
                </a:lnTo>
                <a:lnTo>
                  <a:pt x="60" y="264"/>
                </a:lnTo>
                <a:lnTo>
                  <a:pt x="61" y="263"/>
                </a:lnTo>
                <a:lnTo>
                  <a:pt x="62" y="262"/>
                </a:lnTo>
                <a:lnTo>
                  <a:pt x="64" y="261"/>
                </a:lnTo>
                <a:lnTo>
                  <a:pt x="65" y="261"/>
                </a:lnTo>
                <a:lnTo>
                  <a:pt x="66" y="261"/>
                </a:lnTo>
                <a:lnTo>
                  <a:pt x="67" y="261"/>
                </a:lnTo>
                <a:lnTo>
                  <a:pt x="69" y="261"/>
                </a:lnTo>
                <a:lnTo>
                  <a:pt x="69" y="262"/>
                </a:lnTo>
                <a:lnTo>
                  <a:pt x="70" y="261"/>
                </a:lnTo>
                <a:lnTo>
                  <a:pt x="70" y="260"/>
                </a:lnTo>
                <a:lnTo>
                  <a:pt x="71" y="261"/>
                </a:lnTo>
                <a:lnTo>
                  <a:pt x="72" y="260"/>
                </a:lnTo>
                <a:lnTo>
                  <a:pt x="74" y="260"/>
                </a:lnTo>
                <a:lnTo>
                  <a:pt x="75" y="259"/>
                </a:lnTo>
                <a:lnTo>
                  <a:pt x="76" y="259"/>
                </a:lnTo>
                <a:lnTo>
                  <a:pt x="77" y="259"/>
                </a:lnTo>
                <a:lnTo>
                  <a:pt x="78" y="259"/>
                </a:lnTo>
                <a:lnTo>
                  <a:pt x="79" y="259"/>
                </a:lnTo>
                <a:lnTo>
                  <a:pt x="79" y="257"/>
                </a:lnTo>
                <a:lnTo>
                  <a:pt x="79" y="256"/>
                </a:lnTo>
                <a:lnTo>
                  <a:pt x="79" y="255"/>
                </a:lnTo>
                <a:lnTo>
                  <a:pt x="80" y="255"/>
                </a:lnTo>
                <a:lnTo>
                  <a:pt x="80" y="254"/>
                </a:lnTo>
                <a:lnTo>
                  <a:pt x="81" y="254"/>
                </a:lnTo>
                <a:lnTo>
                  <a:pt x="82" y="253"/>
                </a:lnTo>
                <a:lnTo>
                  <a:pt x="82" y="251"/>
                </a:lnTo>
                <a:lnTo>
                  <a:pt x="83" y="251"/>
                </a:lnTo>
                <a:lnTo>
                  <a:pt x="84" y="251"/>
                </a:lnTo>
                <a:lnTo>
                  <a:pt x="85" y="250"/>
                </a:lnTo>
                <a:lnTo>
                  <a:pt x="85" y="249"/>
                </a:lnTo>
                <a:lnTo>
                  <a:pt x="86" y="249"/>
                </a:lnTo>
                <a:lnTo>
                  <a:pt x="89" y="249"/>
                </a:lnTo>
                <a:lnTo>
                  <a:pt x="89" y="250"/>
                </a:lnTo>
                <a:lnTo>
                  <a:pt x="90" y="250"/>
                </a:lnTo>
                <a:lnTo>
                  <a:pt x="90" y="249"/>
                </a:lnTo>
                <a:lnTo>
                  <a:pt x="91" y="249"/>
                </a:lnTo>
                <a:lnTo>
                  <a:pt x="92" y="249"/>
                </a:lnTo>
                <a:lnTo>
                  <a:pt x="92" y="248"/>
                </a:lnTo>
                <a:lnTo>
                  <a:pt x="93" y="248"/>
                </a:lnTo>
                <a:lnTo>
                  <a:pt x="94" y="248"/>
                </a:lnTo>
                <a:lnTo>
                  <a:pt x="94" y="247"/>
                </a:lnTo>
                <a:lnTo>
                  <a:pt x="95" y="247"/>
                </a:lnTo>
                <a:lnTo>
                  <a:pt x="95" y="248"/>
                </a:lnTo>
                <a:lnTo>
                  <a:pt x="95" y="247"/>
                </a:lnTo>
                <a:lnTo>
                  <a:pt x="96" y="246"/>
                </a:lnTo>
                <a:lnTo>
                  <a:pt x="96" y="244"/>
                </a:lnTo>
                <a:lnTo>
                  <a:pt x="96" y="243"/>
                </a:lnTo>
                <a:lnTo>
                  <a:pt x="95" y="243"/>
                </a:lnTo>
                <a:lnTo>
                  <a:pt x="95" y="242"/>
                </a:lnTo>
                <a:lnTo>
                  <a:pt x="96" y="242"/>
                </a:lnTo>
                <a:lnTo>
                  <a:pt x="97" y="242"/>
                </a:lnTo>
                <a:lnTo>
                  <a:pt x="97" y="241"/>
                </a:lnTo>
                <a:lnTo>
                  <a:pt x="98" y="241"/>
                </a:lnTo>
                <a:lnTo>
                  <a:pt x="98" y="240"/>
                </a:lnTo>
                <a:lnTo>
                  <a:pt x="98" y="239"/>
                </a:lnTo>
                <a:lnTo>
                  <a:pt x="98" y="238"/>
                </a:lnTo>
                <a:lnTo>
                  <a:pt x="99" y="238"/>
                </a:lnTo>
                <a:lnTo>
                  <a:pt x="101" y="237"/>
                </a:lnTo>
                <a:lnTo>
                  <a:pt x="102" y="237"/>
                </a:lnTo>
                <a:lnTo>
                  <a:pt x="103" y="237"/>
                </a:lnTo>
                <a:lnTo>
                  <a:pt x="104" y="237"/>
                </a:lnTo>
                <a:lnTo>
                  <a:pt x="106" y="236"/>
                </a:lnTo>
                <a:lnTo>
                  <a:pt x="107" y="236"/>
                </a:lnTo>
                <a:lnTo>
                  <a:pt x="107" y="237"/>
                </a:lnTo>
                <a:lnTo>
                  <a:pt x="108" y="237"/>
                </a:lnTo>
                <a:lnTo>
                  <a:pt x="109" y="237"/>
                </a:lnTo>
                <a:lnTo>
                  <a:pt x="110" y="237"/>
                </a:lnTo>
                <a:lnTo>
                  <a:pt x="111" y="237"/>
                </a:lnTo>
                <a:lnTo>
                  <a:pt x="111" y="236"/>
                </a:lnTo>
                <a:lnTo>
                  <a:pt x="111" y="234"/>
                </a:lnTo>
                <a:lnTo>
                  <a:pt x="111" y="233"/>
                </a:lnTo>
                <a:lnTo>
                  <a:pt x="111" y="232"/>
                </a:lnTo>
                <a:lnTo>
                  <a:pt x="112" y="232"/>
                </a:lnTo>
                <a:lnTo>
                  <a:pt x="112" y="231"/>
                </a:lnTo>
                <a:lnTo>
                  <a:pt x="113" y="231"/>
                </a:lnTo>
                <a:lnTo>
                  <a:pt x="114" y="229"/>
                </a:lnTo>
                <a:lnTo>
                  <a:pt x="113" y="229"/>
                </a:lnTo>
                <a:lnTo>
                  <a:pt x="113" y="228"/>
                </a:lnTo>
                <a:lnTo>
                  <a:pt x="114" y="228"/>
                </a:lnTo>
                <a:lnTo>
                  <a:pt x="115" y="228"/>
                </a:lnTo>
                <a:lnTo>
                  <a:pt x="114" y="228"/>
                </a:lnTo>
                <a:lnTo>
                  <a:pt x="114" y="227"/>
                </a:lnTo>
                <a:lnTo>
                  <a:pt x="115" y="227"/>
                </a:lnTo>
                <a:lnTo>
                  <a:pt x="114" y="226"/>
                </a:lnTo>
                <a:lnTo>
                  <a:pt x="114" y="225"/>
                </a:lnTo>
                <a:lnTo>
                  <a:pt x="115" y="225"/>
                </a:lnTo>
                <a:lnTo>
                  <a:pt x="115" y="224"/>
                </a:lnTo>
                <a:lnTo>
                  <a:pt x="115" y="223"/>
                </a:lnTo>
                <a:lnTo>
                  <a:pt x="115" y="222"/>
                </a:lnTo>
                <a:lnTo>
                  <a:pt x="116" y="222"/>
                </a:lnTo>
                <a:lnTo>
                  <a:pt x="115" y="222"/>
                </a:lnTo>
                <a:lnTo>
                  <a:pt x="114" y="222"/>
                </a:lnTo>
                <a:lnTo>
                  <a:pt x="113" y="223"/>
                </a:lnTo>
                <a:lnTo>
                  <a:pt x="112" y="223"/>
                </a:lnTo>
                <a:lnTo>
                  <a:pt x="111" y="223"/>
                </a:lnTo>
                <a:lnTo>
                  <a:pt x="111" y="224"/>
                </a:lnTo>
                <a:lnTo>
                  <a:pt x="110" y="225"/>
                </a:lnTo>
                <a:lnTo>
                  <a:pt x="109" y="225"/>
                </a:lnTo>
                <a:lnTo>
                  <a:pt x="109" y="226"/>
                </a:lnTo>
                <a:lnTo>
                  <a:pt x="108" y="227"/>
                </a:lnTo>
                <a:lnTo>
                  <a:pt x="107" y="228"/>
                </a:lnTo>
                <a:lnTo>
                  <a:pt x="106" y="228"/>
                </a:lnTo>
                <a:lnTo>
                  <a:pt x="106" y="229"/>
                </a:lnTo>
                <a:lnTo>
                  <a:pt x="105" y="229"/>
                </a:lnTo>
                <a:lnTo>
                  <a:pt x="104" y="229"/>
                </a:lnTo>
                <a:lnTo>
                  <a:pt x="103" y="229"/>
                </a:lnTo>
                <a:lnTo>
                  <a:pt x="102" y="230"/>
                </a:lnTo>
                <a:lnTo>
                  <a:pt x="101" y="230"/>
                </a:lnTo>
                <a:lnTo>
                  <a:pt x="100" y="231"/>
                </a:lnTo>
                <a:lnTo>
                  <a:pt x="99" y="231"/>
                </a:lnTo>
                <a:lnTo>
                  <a:pt x="99" y="232"/>
                </a:lnTo>
                <a:lnTo>
                  <a:pt x="99" y="231"/>
                </a:lnTo>
                <a:lnTo>
                  <a:pt x="98" y="231"/>
                </a:lnTo>
                <a:lnTo>
                  <a:pt x="97" y="231"/>
                </a:lnTo>
                <a:lnTo>
                  <a:pt x="96" y="231"/>
                </a:lnTo>
                <a:lnTo>
                  <a:pt x="96" y="232"/>
                </a:lnTo>
                <a:lnTo>
                  <a:pt x="95" y="232"/>
                </a:lnTo>
                <a:lnTo>
                  <a:pt x="94" y="232"/>
                </a:lnTo>
                <a:lnTo>
                  <a:pt x="94" y="233"/>
                </a:lnTo>
                <a:lnTo>
                  <a:pt x="93" y="233"/>
                </a:lnTo>
                <a:lnTo>
                  <a:pt x="92" y="233"/>
                </a:lnTo>
                <a:lnTo>
                  <a:pt x="92" y="232"/>
                </a:lnTo>
                <a:lnTo>
                  <a:pt x="91" y="232"/>
                </a:lnTo>
                <a:lnTo>
                  <a:pt x="91" y="233"/>
                </a:lnTo>
                <a:lnTo>
                  <a:pt x="90" y="233"/>
                </a:lnTo>
                <a:lnTo>
                  <a:pt x="90" y="232"/>
                </a:lnTo>
                <a:lnTo>
                  <a:pt x="88" y="233"/>
                </a:lnTo>
                <a:lnTo>
                  <a:pt x="87" y="234"/>
                </a:lnTo>
                <a:lnTo>
                  <a:pt x="87" y="235"/>
                </a:lnTo>
                <a:lnTo>
                  <a:pt x="86" y="236"/>
                </a:lnTo>
                <a:lnTo>
                  <a:pt x="85" y="237"/>
                </a:lnTo>
                <a:lnTo>
                  <a:pt x="83" y="237"/>
                </a:lnTo>
                <a:lnTo>
                  <a:pt x="82" y="237"/>
                </a:lnTo>
                <a:lnTo>
                  <a:pt x="81" y="237"/>
                </a:lnTo>
                <a:lnTo>
                  <a:pt x="80" y="237"/>
                </a:lnTo>
                <a:lnTo>
                  <a:pt x="79" y="237"/>
                </a:lnTo>
                <a:lnTo>
                  <a:pt x="79" y="238"/>
                </a:lnTo>
                <a:lnTo>
                  <a:pt x="78" y="238"/>
                </a:lnTo>
                <a:lnTo>
                  <a:pt x="78" y="239"/>
                </a:lnTo>
                <a:lnTo>
                  <a:pt x="77" y="240"/>
                </a:lnTo>
                <a:lnTo>
                  <a:pt x="76" y="240"/>
                </a:lnTo>
                <a:lnTo>
                  <a:pt x="75" y="241"/>
                </a:lnTo>
                <a:lnTo>
                  <a:pt x="74" y="242"/>
                </a:lnTo>
                <a:lnTo>
                  <a:pt x="72" y="241"/>
                </a:lnTo>
                <a:lnTo>
                  <a:pt x="71" y="241"/>
                </a:lnTo>
                <a:lnTo>
                  <a:pt x="70" y="241"/>
                </a:lnTo>
                <a:lnTo>
                  <a:pt x="69" y="242"/>
                </a:lnTo>
                <a:lnTo>
                  <a:pt x="68" y="243"/>
                </a:lnTo>
                <a:lnTo>
                  <a:pt x="67" y="243"/>
                </a:lnTo>
                <a:lnTo>
                  <a:pt x="65" y="244"/>
                </a:lnTo>
                <a:lnTo>
                  <a:pt x="65" y="245"/>
                </a:lnTo>
                <a:lnTo>
                  <a:pt x="64" y="245"/>
                </a:lnTo>
                <a:lnTo>
                  <a:pt x="63" y="245"/>
                </a:lnTo>
                <a:lnTo>
                  <a:pt x="62" y="245"/>
                </a:lnTo>
                <a:lnTo>
                  <a:pt x="61" y="245"/>
                </a:lnTo>
                <a:lnTo>
                  <a:pt x="61" y="246"/>
                </a:lnTo>
                <a:lnTo>
                  <a:pt x="60" y="246"/>
                </a:lnTo>
                <a:lnTo>
                  <a:pt x="59" y="247"/>
                </a:lnTo>
                <a:lnTo>
                  <a:pt x="58" y="247"/>
                </a:lnTo>
                <a:lnTo>
                  <a:pt x="57" y="248"/>
                </a:lnTo>
                <a:lnTo>
                  <a:pt x="55" y="250"/>
                </a:lnTo>
                <a:lnTo>
                  <a:pt x="53" y="252"/>
                </a:lnTo>
                <a:lnTo>
                  <a:pt x="53" y="253"/>
                </a:lnTo>
                <a:lnTo>
                  <a:pt x="52" y="253"/>
                </a:lnTo>
                <a:lnTo>
                  <a:pt x="52" y="254"/>
                </a:lnTo>
                <a:lnTo>
                  <a:pt x="51" y="254"/>
                </a:lnTo>
                <a:lnTo>
                  <a:pt x="50" y="255"/>
                </a:lnTo>
                <a:lnTo>
                  <a:pt x="49" y="255"/>
                </a:lnTo>
                <a:lnTo>
                  <a:pt x="49" y="256"/>
                </a:lnTo>
                <a:lnTo>
                  <a:pt x="48" y="256"/>
                </a:lnTo>
                <a:lnTo>
                  <a:pt x="48" y="255"/>
                </a:lnTo>
                <a:lnTo>
                  <a:pt x="47" y="255"/>
                </a:lnTo>
                <a:lnTo>
                  <a:pt x="46" y="255"/>
                </a:lnTo>
                <a:lnTo>
                  <a:pt x="46" y="254"/>
                </a:lnTo>
                <a:lnTo>
                  <a:pt x="46" y="253"/>
                </a:lnTo>
                <a:lnTo>
                  <a:pt x="46" y="252"/>
                </a:lnTo>
                <a:lnTo>
                  <a:pt x="47" y="252"/>
                </a:lnTo>
                <a:lnTo>
                  <a:pt x="47" y="251"/>
                </a:lnTo>
                <a:lnTo>
                  <a:pt x="47" y="250"/>
                </a:lnTo>
                <a:lnTo>
                  <a:pt x="48" y="249"/>
                </a:lnTo>
                <a:lnTo>
                  <a:pt x="48" y="248"/>
                </a:lnTo>
                <a:lnTo>
                  <a:pt x="47" y="248"/>
                </a:lnTo>
                <a:lnTo>
                  <a:pt x="47" y="247"/>
                </a:lnTo>
                <a:lnTo>
                  <a:pt x="48" y="247"/>
                </a:lnTo>
                <a:lnTo>
                  <a:pt x="49" y="246"/>
                </a:lnTo>
                <a:lnTo>
                  <a:pt x="49" y="244"/>
                </a:lnTo>
                <a:lnTo>
                  <a:pt x="49" y="241"/>
                </a:lnTo>
                <a:lnTo>
                  <a:pt x="48" y="240"/>
                </a:lnTo>
                <a:lnTo>
                  <a:pt x="48" y="239"/>
                </a:lnTo>
                <a:lnTo>
                  <a:pt x="49" y="238"/>
                </a:lnTo>
                <a:lnTo>
                  <a:pt x="48" y="238"/>
                </a:lnTo>
                <a:lnTo>
                  <a:pt x="48" y="237"/>
                </a:lnTo>
                <a:lnTo>
                  <a:pt x="49" y="236"/>
                </a:lnTo>
                <a:lnTo>
                  <a:pt x="50" y="236"/>
                </a:lnTo>
                <a:lnTo>
                  <a:pt x="51" y="236"/>
                </a:lnTo>
                <a:lnTo>
                  <a:pt x="52" y="235"/>
                </a:lnTo>
                <a:lnTo>
                  <a:pt x="52" y="234"/>
                </a:lnTo>
                <a:lnTo>
                  <a:pt x="52" y="235"/>
                </a:lnTo>
                <a:lnTo>
                  <a:pt x="53" y="235"/>
                </a:lnTo>
                <a:lnTo>
                  <a:pt x="53" y="234"/>
                </a:lnTo>
                <a:lnTo>
                  <a:pt x="54" y="233"/>
                </a:lnTo>
                <a:lnTo>
                  <a:pt x="55" y="233"/>
                </a:lnTo>
                <a:lnTo>
                  <a:pt x="56" y="233"/>
                </a:lnTo>
                <a:lnTo>
                  <a:pt x="57" y="233"/>
                </a:lnTo>
                <a:lnTo>
                  <a:pt x="57" y="232"/>
                </a:lnTo>
                <a:lnTo>
                  <a:pt x="57" y="231"/>
                </a:lnTo>
                <a:lnTo>
                  <a:pt x="57" y="230"/>
                </a:lnTo>
                <a:lnTo>
                  <a:pt x="57" y="228"/>
                </a:lnTo>
                <a:lnTo>
                  <a:pt x="57" y="227"/>
                </a:lnTo>
                <a:lnTo>
                  <a:pt x="57" y="226"/>
                </a:lnTo>
                <a:lnTo>
                  <a:pt x="58" y="226"/>
                </a:lnTo>
                <a:lnTo>
                  <a:pt x="58" y="225"/>
                </a:lnTo>
                <a:lnTo>
                  <a:pt x="59" y="224"/>
                </a:lnTo>
                <a:lnTo>
                  <a:pt x="59" y="223"/>
                </a:lnTo>
                <a:lnTo>
                  <a:pt x="59" y="222"/>
                </a:lnTo>
                <a:lnTo>
                  <a:pt x="60" y="222"/>
                </a:lnTo>
                <a:lnTo>
                  <a:pt x="60" y="221"/>
                </a:lnTo>
                <a:lnTo>
                  <a:pt x="60" y="220"/>
                </a:lnTo>
                <a:lnTo>
                  <a:pt x="60" y="219"/>
                </a:lnTo>
                <a:lnTo>
                  <a:pt x="60" y="218"/>
                </a:lnTo>
                <a:lnTo>
                  <a:pt x="60" y="219"/>
                </a:lnTo>
                <a:lnTo>
                  <a:pt x="60" y="218"/>
                </a:lnTo>
                <a:lnTo>
                  <a:pt x="60" y="217"/>
                </a:lnTo>
                <a:lnTo>
                  <a:pt x="59" y="217"/>
                </a:lnTo>
                <a:lnTo>
                  <a:pt x="59" y="216"/>
                </a:lnTo>
                <a:lnTo>
                  <a:pt x="60" y="216"/>
                </a:lnTo>
                <a:lnTo>
                  <a:pt x="59" y="216"/>
                </a:lnTo>
                <a:lnTo>
                  <a:pt x="59" y="215"/>
                </a:lnTo>
                <a:lnTo>
                  <a:pt x="59" y="214"/>
                </a:lnTo>
                <a:lnTo>
                  <a:pt x="59" y="213"/>
                </a:lnTo>
                <a:lnTo>
                  <a:pt x="60" y="213"/>
                </a:lnTo>
                <a:lnTo>
                  <a:pt x="59" y="212"/>
                </a:lnTo>
                <a:lnTo>
                  <a:pt x="59" y="211"/>
                </a:lnTo>
                <a:lnTo>
                  <a:pt x="59" y="210"/>
                </a:lnTo>
                <a:lnTo>
                  <a:pt x="59" y="209"/>
                </a:lnTo>
                <a:lnTo>
                  <a:pt x="59" y="208"/>
                </a:lnTo>
                <a:lnTo>
                  <a:pt x="58" y="208"/>
                </a:lnTo>
                <a:lnTo>
                  <a:pt x="58" y="207"/>
                </a:lnTo>
                <a:lnTo>
                  <a:pt x="58" y="206"/>
                </a:lnTo>
                <a:lnTo>
                  <a:pt x="57" y="205"/>
                </a:lnTo>
                <a:lnTo>
                  <a:pt x="57" y="206"/>
                </a:lnTo>
                <a:lnTo>
                  <a:pt x="56" y="205"/>
                </a:lnTo>
                <a:lnTo>
                  <a:pt x="55" y="205"/>
                </a:lnTo>
                <a:lnTo>
                  <a:pt x="55" y="204"/>
                </a:lnTo>
                <a:lnTo>
                  <a:pt x="54" y="204"/>
                </a:lnTo>
                <a:lnTo>
                  <a:pt x="54" y="203"/>
                </a:lnTo>
                <a:lnTo>
                  <a:pt x="54" y="202"/>
                </a:lnTo>
                <a:lnTo>
                  <a:pt x="54" y="201"/>
                </a:lnTo>
                <a:lnTo>
                  <a:pt x="54" y="200"/>
                </a:lnTo>
                <a:lnTo>
                  <a:pt x="53" y="200"/>
                </a:lnTo>
                <a:lnTo>
                  <a:pt x="53" y="201"/>
                </a:lnTo>
                <a:lnTo>
                  <a:pt x="52" y="201"/>
                </a:lnTo>
                <a:lnTo>
                  <a:pt x="51" y="201"/>
                </a:lnTo>
                <a:lnTo>
                  <a:pt x="50" y="201"/>
                </a:lnTo>
                <a:lnTo>
                  <a:pt x="50" y="202"/>
                </a:lnTo>
                <a:lnTo>
                  <a:pt x="49" y="202"/>
                </a:lnTo>
                <a:lnTo>
                  <a:pt x="48" y="202"/>
                </a:lnTo>
                <a:lnTo>
                  <a:pt x="48" y="201"/>
                </a:lnTo>
                <a:lnTo>
                  <a:pt x="49" y="201"/>
                </a:lnTo>
                <a:lnTo>
                  <a:pt x="49" y="200"/>
                </a:lnTo>
                <a:lnTo>
                  <a:pt x="49" y="198"/>
                </a:lnTo>
                <a:lnTo>
                  <a:pt x="48" y="198"/>
                </a:lnTo>
                <a:lnTo>
                  <a:pt x="47" y="198"/>
                </a:lnTo>
                <a:lnTo>
                  <a:pt x="47" y="197"/>
                </a:lnTo>
                <a:lnTo>
                  <a:pt x="48" y="196"/>
                </a:lnTo>
                <a:lnTo>
                  <a:pt x="47" y="196"/>
                </a:lnTo>
                <a:lnTo>
                  <a:pt x="47" y="195"/>
                </a:lnTo>
                <a:lnTo>
                  <a:pt x="47" y="194"/>
                </a:lnTo>
                <a:lnTo>
                  <a:pt x="47" y="193"/>
                </a:lnTo>
                <a:lnTo>
                  <a:pt x="46" y="193"/>
                </a:lnTo>
                <a:lnTo>
                  <a:pt x="45" y="192"/>
                </a:lnTo>
                <a:lnTo>
                  <a:pt x="44" y="192"/>
                </a:lnTo>
                <a:lnTo>
                  <a:pt x="43" y="192"/>
                </a:lnTo>
                <a:lnTo>
                  <a:pt x="43" y="191"/>
                </a:lnTo>
                <a:lnTo>
                  <a:pt x="44" y="191"/>
                </a:lnTo>
                <a:lnTo>
                  <a:pt x="44" y="190"/>
                </a:lnTo>
                <a:lnTo>
                  <a:pt x="44" y="189"/>
                </a:lnTo>
                <a:lnTo>
                  <a:pt x="45" y="189"/>
                </a:lnTo>
                <a:lnTo>
                  <a:pt x="45" y="188"/>
                </a:lnTo>
                <a:lnTo>
                  <a:pt x="45" y="187"/>
                </a:lnTo>
                <a:lnTo>
                  <a:pt x="44" y="187"/>
                </a:lnTo>
                <a:lnTo>
                  <a:pt x="44" y="186"/>
                </a:lnTo>
                <a:lnTo>
                  <a:pt x="43" y="186"/>
                </a:lnTo>
                <a:lnTo>
                  <a:pt x="43" y="187"/>
                </a:lnTo>
                <a:lnTo>
                  <a:pt x="42" y="187"/>
                </a:lnTo>
                <a:lnTo>
                  <a:pt x="42" y="186"/>
                </a:lnTo>
                <a:lnTo>
                  <a:pt x="43" y="185"/>
                </a:lnTo>
                <a:lnTo>
                  <a:pt x="42" y="185"/>
                </a:lnTo>
                <a:lnTo>
                  <a:pt x="42" y="183"/>
                </a:lnTo>
                <a:lnTo>
                  <a:pt x="43" y="182"/>
                </a:lnTo>
                <a:lnTo>
                  <a:pt x="43" y="181"/>
                </a:lnTo>
                <a:lnTo>
                  <a:pt x="44" y="179"/>
                </a:lnTo>
                <a:lnTo>
                  <a:pt x="44" y="178"/>
                </a:lnTo>
                <a:lnTo>
                  <a:pt x="45" y="178"/>
                </a:lnTo>
                <a:lnTo>
                  <a:pt x="45" y="177"/>
                </a:lnTo>
                <a:lnTo>
                  <a:pt x="46" y="177"/>
                </a:lnTo>
                <a:lnTo>
                  <a:pt x="46" y="176"/>
                </a:lnTo>
                <a:lnTo>
                  <a:pt x="46" y="175"/>
                </a:lnTo>
                <a:lnTo>
                  <a:pt x="46" y="174"/>
                </a:lnTo>
                <a:lnTo>
                  <a:pt x="46" y="173"/>
                </a:lnTo>
                <a:lnTo>
                  <a:pt x="47" y="172"/>
                </a:lnTo>
                <a:lnTo>
                  <a:pt x="47" y="171"/>
                </a:lnTo>
                <a:lnTo>
                  <a:pt x="47" y="170"/>
                </a:lnTo>
                <a:lnTo>
                  <a:pt x="48" y="170"/>
                </a:lnTo>
                <a:lnTo>
                  <a:pt x="48" y="169"/>
                </a:lnTo>
                <a:lnTo>
                  <a:pt x="48" y="168"/>
                </a:lnTo>
                <a:lnTo>
                  <a:pt x="49" y="169"/>
                </a:lnTo>
                <a:lnTo>
                  <a:pt x="50" y="168"/>
                </a:lnTo>
                <a:lnTo>
                  <a:pt x="51" y="167"/>
                </a:lnTo>
                <a:lnTo>
                  <a:pt x="51" y="166"/>
                </a:lnTo>
                <a:lnTo>
                  <a:pt x="51" y="165"/>
                </a:lnTo>
                <a:lnTo>
                  <a:pt x="52" y="165"/>
                </a:lnTo>
                <a:lnTo>
                  <a:pt x="53" y="165"/>
                </a:lnTo>
                <a:lnTo>
                  <a:pt x="53" y="164"/>
                </a:lnTo>
                <a:lnTo>
                  <a:pt x="54" y="163"/>
                </a:lnTo>
                <a:lnTo>
                  <a:pt x="54" y="162"/>
                </a:lnTo>
                <a:lnTo>
                  <a:pt x="55" y="162"/>
                </a:lnTo>
                <a:lnTo>
                  <a:pt x="56" y="162"/>
                </a:lnTo>
                <a:lnTo>
                  <a:pt x="57" y="162"/>
                </a:lnTo>
                <a:lnTo>
                  <a:pt x="57" y="161"/>
                </a:lnTo>
                <a:lnTo>
                  <a:pt x="57" y="160"/>
                </a:lnTo>
                <a:lnTo>
                  <a:pt x="57" y="159"/>
                </a:lnTo>
                <a:lnTo>
                  <a:pt x="58" y="158"/>
                </a:lnTo>
                <a:lnTo>
                  <a:pt x="58" y="157"/>
                </a:lnTo>
                <a:lnTo>
                  <a:pt x="59" y="157"/>
                </a:lnTo>
                <a:lnTo>
                  <a:pt x="59" y="156"/>
                </a:lnTo>
                <a:lnTo>
                  <a:pt x="59" y="155"/>
                </a:lnTo>
                <a:lnTo>
                  <a:pt x="60" y="155"/>
                </a:lnTo>
                <a:lnTo>
                  <a:pt x="61" y="155"/>
                </a:lnTo>
                <a:lnTo>
                  <a:pt x="62" y="154"/>
                </a:lnTo>
                <a:lnTo>
                  <a:pt x="63" y="154"/>
                </a:lnTo>
                <a:lnTo>
                  <a:pt x="63" y="155"/>
                </a:lnTo>
                <a:lnTo>
                  <a:pt x="64" y="155"/>
                </a:lnTo>
                <a:lnTo>
                  <a:pt x="64" y="154"/>
                </a:lnTo>
                <a:lnTo>
                  <a:pt x="65" y="154"/>
                </a:lnTo>
                <a:lnTo>
                  <a:pt x="66" y="153"/>
                </a:lnTo>
                <a:lnTo>
                  <a:pt x="67" y="153"/>
                </a:lnTo>
                <a:lnTo>
                  <a:pt x="68" y="153"/>
                </a:lnTo>
                <a:lnTo>
                  <a:pt x="69" y="153"/>
                </a:lnTo>
                <a:lnTo>
                  <a:pt x="70" y="153"/>
                </a:lnTo>
                <a:lnTo>
                  <a:pt x="70" y="152"/>
                </a:lnTo>
                <a:lnTo>
                  <a:pt x="72" y="152"/>
                </a:lnTo>
                <a:lnTo>
                  <a:pt x="72" y="151"/>
                </a:lnTo>
                <a:lnTo>
                  <a:pt x="73" y="151"/>
                </a:lnTo>
                <a:lnTo>
                  <a:pt x="74" y="151"/>
                </a:lnTo>
                <a:lnTo>
                  <a:pt x="74" y="150"/>
                </a:lnTo>
                <a:lnTo>
                  <a:pt x="76" y="150"/>
                </a:lnTo>
                <a:lnTo>
                  <a:pt x="77" y="150"/>
                </a:lnTo>
                <a:lnTo>
                  <a:pt x="78" y="150"/>
                </a:lnTo>
                <a:lnTo>
                  <a:pt x="78" y="149"/>
                </a:lnTo>
                <a:lnTo>
                  <a:pt x="78" y="148"/>
                </a:lnTo>
                <a:lnTo>
                  <a:pt x="79" y="148"/>
                </a:lnTo>
                <a:lnTo>
                  <a:pt x="79" y="147"/>
                </a:lnTo>
                <a:lnTo>
                  <a:pt x="78" y="147"/>
                </a:lnTo>
                <a:lnTo>
                  <a:pt x="78" y="146"/>
                </a:lnTo>
                <a:lnTo>
                  <a:pt x="79" y="146"/>
                </a:lnTo>
                <a:lnTo>
                  <a:pt x="79" y="145"/>
                </a:lnTo>
                <a:lnTo>
                  <a:pt x="79" y="144"/>
                </a:lnTo>
                <a:lnTo>
                  <a:pt x="80" y="144"/>
                </a:lnTo>
                <a:lnTo>
                  <a:pt x="80" y="143"/>
                </a:lnTo>
                <a:lnTo>
                  <a:pt x="80" y="142"/>
                </a:lnTo>
                <a:lnTo>
                  <a:pt x="81" y="142"/>
                </a:lnTo>
                <a:lnTo>
                  <a:pt x="81" y="141"/>
                </a:lnTo>
                <a:lnTo>
                  <a:pt x="82" y="141"/>
                </a:lnTo>
                <a:lnTo>
                  <a:pt x="83" y="141"/>
                </a:lnTo>
                <a:lnTo>
                  <a:pt x="83" y="140"/>
                </a:lnTo>
                <a:lnTo>
                  <a:pt x="84" y="140"/>
                </a:lnTo>
                <a:lnTo>
                  <a:pt x="85" y="140"/>
                </a:lnTo>
                <a:lnTo>
                  <a:pt x="85" y="139"/>
                </a:lnTo>
                <a:lnTo>
                  <a:pt x="85" y="138"/>
                </a:lnTo>
                <a:lnTo>
                  <a:pt x="85" y="137"/>
                </a:lnTo>
                <a:lnTo>
                  <a:pt x="86" y="137"/>
                </a:lnTo>
                <a:lnTo>
                  <a:pt x="86" y="136"/>
                </a:lnTo>
                <a:lnTo>
                  <a:pt x="87" y="136"/>
                </a:lnTo>
                <a:lnTo>
                  <a:pt x="87" y="135"/>
                </a:lnTo>
                <a:lnTo>
                  <a:pt x="88" y="134"/>
                </a:lnTo>
                <a:lnTo>
                  <a:pt x="88" y="133"/>
                </a:lnTo>
                <a:lnTo>
                  <a:pt x="87" y="133"/>
                </a:lnTo>
                <a:lnTo>
                  <a:pt x="87" y="134"/>
                </a:lnTo>
                <a:lnTo>
                  <a:pt x="87" y="133"/>
                </a:lnTo>
                <a:lnTo>
                  <a:pt x="87" y="132"/>
                </a:lnTo>
                <a:lnTo>
                  <a:pt x="86" y="132"/>
                </a:lnTo>
                <a:lnTo>
                  <a:pt x="86" y="131"/>
                </a:lnTo>
                <a:lnTo>
                  <a:pt x="87" y="130"/>
                </a:lnTo>
                <a:lnTo>
                  <a:pt x="88" y="130"/>
                </a:lnTo>
                <a:lnTo>
                  <a:pt x="89" y="129"/>
                </a:lnTo>
                <a:lnTo>
                  <a:pt x="90" y="128"/>
                </a:lnTo>
                <a:lnTo>
                  <a:pt x="89" y="128"/>
                </a:lnTo>
                <a:lnTo>
                  <a:pt x="89" y="127"/>
                </a:lnTo>
                <a:lnTo>
                  <a:pt x="90" y="127"/>
                </a:lnTo>
                <a:lnTo>
                  <a:pt x="91" y="127"/>
                </a:lnTo>
                <a:lnTo>
                  <a:pt x="91" y="126"/>
                </a:lnTo>
                <a:lnTo>
                  <a:pt x="92" y="125"/>
                </a:lnTo>
                <a:lnTo>
                  <a:pt x="93" y="125"/>
                </a:lnTo>
                <a:lnTo>
                  <a:pt x="93" y="124"/>
                </a:lnTo>
                <a:lnTo>
                  <a:pt x="94" y="124"/>
                </a:lnTo>
                <a:lnTo>
                  <a:pt x="94" y="123"/>
                </a:lnTo>
                <a:lnTo>
                  <a:pt x="95" y="123"/>
                </a:lnTo>
                <a:lnTo>
                  <a:pt x="95" y="122"/>
                </a:lnTo>
                <a:lnTo>
                  <a:pt x="95" y="121"/>
                </a:lnTo>
                <a:lnTo>
                  <a:pt x="95" y="120"/>
                </a:lnTo>
                <a:lnTo>
                  <a:pt x="96" y="120"/>
                </a:lnTo>
                <a:lnTo>
                  <a:pt x="96" y="119"/>
                </a:lnTo>
                <a:lnTo>
                  <a:pt x="96" y="118"/>
                </a:lnTo>
                <a:lnTo>
                  <a:pt x="96" y="117"/>
                </a:lnTo>
                <a:lnTo>
                  <a:pt x="96" y="116"/>
                </a:lnTo>
                <a:lnTo>
                  <a:pt x="96" y="115"/>
                </a:lnTo>
                <a:lnTo>
                  <a:pt x="96" y="114"/>
                </a:lnTo>
                <a:lnTo>
                  <a:pt x="97" y="114"/>
                </a:lnTo>
                <a:lnTo>
                  <a:pt x="98" y="114"/>
                </a:lnTo>
                <a:lnTo>
                  <a:pt x="98" y="113"/>
                </a:lnTo>
                <a:lnTo>
                  <a:pt x="98" y="112"/>
                </a:lnTo>
                <a:lnTo>
                  <a:pt x="99" y="112"/>
                </a:lnTo>
                <a:lnTo>
                  <a:pt x="98" y="111"/>
                </a:lnTo>
                <a:lnTo>
                  <a:pt x="98" y="110"/>
                </a:lnTo>
                <a:lnTo>
                  <a:pt x="99" y="109"/>
                </a:lnTo>
                <a:lnTo>
                  <a:pt x="99" y="108"/>
                </a:lnTo>
                <a:lnTo>
                  <a:pt x="100" y="108"/>
                </a:lnTo>
                <a:lnTo>
                  <a:pt x="101" y="107"/>
                </a:lnTo>
                <a:lnTo>
                  <a:pt x="102" y="107"/>
                </a:lnTo>
                <a:lnTo>
                  <a:pt x="103" y="106"/>
                </a:lnTo>
                <a:lnTo>
                  <a:pt x="104" y="106"/>
                </a:lnTo>
                <a:lnTo>
                  <a:pt x="104" y="105"/>
                </a:lnTo>
                <a:lnTo>
                  <a:pt x="103" y="105"/>
                </a:lnTo>
                <a:lnTo>
                  <a:pt x="104" y="104"/>
                </a:lnTo>
                <a:lnTo>
                  <a:pt x="104" y="103"/>
                </a:lnTo>
                <a:lnTo>
                  <a:pt x="104" y="102"/>
                </a:lnTo>
                <a:lnTo>
                  <a:pt x="104" y="101"/>
                </a:lnTo>
                <a:lnTo>
                  <a:pt x="104" y="100"/>
                </a:lnTo>
                <a:lnTo>
                  <a:pt x="105" y="99"/>
                </a:lnTo>
                <a:lnTo>
                  <a:pt x="105" y="98"/>
                </a:lnTo>
                <a:lnTo>
                  <a:pt x="105" y="97"/>
                </a:lnTo>
                <a:lnTo>
                  <a:pt x="104" y="96"/>
                </a:lnTo>
                <a:lnTo>
                  <a:pt x="105" y="95"/>
                </a:lnTo>
                <a:lnTo>
                  <a:pt x="106" y="96"/>
                </a:lnTo>
                <a:lnTo>
                  <a:pt x="107" y="95"/>
                </a:lnTo>
                <a:lnTo>
                  <a:pt x="108" y="95"/>
                </a:lnTo>
                <a:lnTo>
                  <a:pt x="108" y="94"/>
                </a:lnTo>
                <a:lnTo>
                  <a:pt x="109" y="94"/>
                </a:lnTo>
                <a:lnTo>
                  <a:pt x="110" y="94"/>
                </a:lnTo>
                <a:lnTo>
                  <a:pt x="111" y="94"/>
                </a:lnTo>
                <a:lnTo>
                  <a:pt x="111" y="93"/>
                </a:lnTo>
                <a:lnTo>
                  <a:pt x="112" y="93"/>
                </a:lnTo>
                <a:lnTo>
                  <a:pt x="113" y="93"/>
                </a:lnTo>
                <a:lnTo>
                  <a:pt x="113" y="92"/>
                </a:lnTo>
                <a:lnTo>
                  <a:pt x="114" y="92"/>
                </a:lnTo>
                <a:lnTo>
                  <a:pt x="115" y="93"/>
                </a:lnTo>
                <a:lnTo>
                  <a:pt x="116" y="93"/>
                </a:lnTo>
                <a:lnTo>
                  <a:pt x="117" y="92"/>
                </a:lnTo>
                <a:lnTo>
                  <a:pt x="118" y="92"/>
                </a:lnTo>
                <a:lnTo>
                  <a:pt x="119" y="92"/>
                </a:lnTo>
                <a:lnTo>
                  <a:pt x="120" y="92"/>
                </a:lnTo>
                <a:lnTo>
                  <a:pt x="121" y="91"/>
                </a:lnTo>
                <a:lnTo>
                  <a:pt x="122" y="91"/>
                </a:lnTo>
                <a:lnTo>
                  <a:pt x="122" y="92"/>
                </a:lnTo>
                <a:lnTo>
                  <a:pt x="123" y="92"/>
                </a:lnTo>
                <a:lnTo>
                  <a:pt x="123" y="93"/>
                </a:lnTo>
                <a:lnTo>
                  <a:pt x="124" y="93"/>
                </a:lnTo>
                <a:lnTo>
                  <a:pt x="125" y="93"/>
                </a:lnTo>
                <a:lnTo>
                  <a:pt x="126" y="93"/>
                </a:lnTo>
                <a:lnTo>
                  <a:pt x="127" y="93"/>
                </a:lnTo>
                <a:lnTo>
                  <a:pt x="128" y="94"/>
                </a:lnTo>
                <a:lnTo>
                  <a:pt x="128" y="93"/>
                </a:lnTo>
                <a:lnTo>
                  <a:pt x="129" y="92"/>
                </a:lnTo>
                <a:lnTo>
                  <a:pt x="129" y="91"/>
                </a:lnTo>
                <a:lnTo>
                  <a:pt x="130" y="91"/>
                </a:lnTo>
                <a:lnTo>
                  <a:pt x="131" y="91"/>
                </a:lnTo>
                <a:lnTo>
                  <a:pt x="131" y="90"/>
                </a:lnTo>
                <a:lnTo>
                  <a:pt x="132" y="90"/>
                </a:lnTo>
                <a:lnTo>
                  <a:pt x="132" y="89"/>
                </a:lnTo>
                <a:lnTo>
                  <a:pt x="131" y="88"/>
                </a:lnTo>
                <a:lnTo>
                  <a:pt x="131" y="87"/>
                </a:lnTo>
                <a:lnTo>
                  <a:pt x="130" y="88"/>
                </a:lnTo>
                <a:lnTo>
                  <a:pt x="130" y="87"/>
                </a:lnTo>
                <a:lnTo>
                  <a:pt x="131" y="87"/>
                </a:lnTo>
                <a:lnTo>
                  <a:pt x="131" y="86"/>
                </a:lnTo>
                <a:lnTo>
                  <a:pt x="130" y="86"/>
                </a:lnTo>
                <a:lnTo>
                  <a:pt x="130" y="87"/>
                </a:lnTo>
                <a:lnTo>
                  <a:pt x="129" y="87"/>
                </a:lnTo>
                <a:lnTo>
                  <a:pt x="127" y="87"/>
                </a:lnTo>
                <a:lnTo>
                  <a:pt x="127" y="86"/>
                </a:lnTo>
                <a:lnTo>
                  <a:pt x="127" y="85"/>
                </a:lnTo>
                <a:lnTo>
                  <a:pt x="128" y="85"/>
                </a:lnTo>
                <a:lnTo>
                  <a:pt x="128" y="84"/>
                </a:lnTo>
                <a:lnTo>
                  <a:pt x="128" y="83"/>
                </a:lnTo>
                <a:lnTo>
                  <a:pt x="127" y="83"/>
                </a:lnTo>
                <a:lnTo>
                  <a:pt x="127" y="82"/>
                </a:lnTo>
                <a:lnTo>
                  <a:pt x="127" y="81"/>
                </a:lnTo>
                <a:lnTo>
                  <a:pt x="128" y="81"/>
                </a:lnTo>
                <a:lnTo>
                  <a:pt x="128" y="80"/>
                </a:lnTo>
                <a:lnTo>
                  <a:pt x="129" y="80"/>
                </a:lnTo>
                <a:lnTo>
                  <a:pt x="129" y="81"/>
                </a:lnTo>
                <a:lnTo>
                  <a:pt x="130" y="81"/>
                </a:lnTo>
                <a:lnTo>
                  <a:pt x="130" y="82"/>
                </a:lnTo>
                <a:lnTo>
                  <a:pt x="131" y="83"/>
                </a:lnTo>
                <a:lnTo>
                  <a:pt x="132" y="83"/>
                </a:lnTo>
                <a:lnTo>
                  <a:pt x="132" y="82"/>
                </a:lnTo>
                <a:lnTo>
                  <a:pt x="131" y="82"/>
                </a:lnTo>
                <a:lnTo>
                  <a:pt x="131" y="81"/>
                </a:lnTo>
                <a:lnTo>
                  <a:pt x="132" y="81"/>
                </a:lnTo>
                <a:lnTo>
                  <a:pt x="133" y="81"/>
                </a:lnTo>
                <a:lnTo>
                  <a:pt x="132" y="81"/>
                </a:lnTo>
                <a:lnTo>
                  <a:pt x="132" y="80"/>
                </a:lnTo>
                <a:lnTo>
                  <a:pt x="133" y="80"/>
                </a:lnTo>
                <a:lnTo>
                  <a:pt x="133" y="79"/>
                </a:lnTo>
                <a:lnTo>
                  <a:pt x="133" y="80"/>
                </a:lnTo>
                <a:lnTo>
                  <a:pt x="132" y="80"/>
                </a:lnTo>
                <a:lnTo>
                  <a:pt x="132" y="79"/>
                </a:lnTo>
                <a:lnTo>
                  <a:pt x="132" y="78"/>
                </a:lnTo>
                <a:lnTo>
                  <a:pt x="131" y="77"/>
                </a:lnTo>
                <a:lnTo>
                  <a:pt x="132" y="77"/>
                </a:lnTo>
                <a:lnTo>
                  <a:pt x="133" y="77"/>
                </a:lnTo>
                <a:lnTo>
                  <a:pt x="132" y="76"/>
                </a:lnTo>
                <a:lnTo>
                  <a:pt x="133" y="75"/>
                </a:lnTo>
                <a:lnTo>
                  <a:pt x="132" y="75"/>
                </a:lnTo>
                <a:lnTo>
                  <a:pt x="132" y="74"/>
                </a:lnTo>
                <a:lnTo>
                  <a:pt x="133" y="74"/>
                </a:lnTo>
                <a:lnTo>
                  <a:pt x="133" y="73"/>
                </a:lnTo>
                <a:lnTo>
                  <a:pt x="134" y="73"/>
                </a:lnTo>
                <a:lnTo>
                  <a:pt x="133" y="73"/>
                </a:lnTo>
                <a:lnTo>
                  <a:pt x="133" y="72"/>
                </a:lnTo>
                <a:lnTo>
                  <a:pt x="134" y="72"/>
                </a:lnTo>
                <a:lnTo>
                  <a:pt x="134" y="73"/>
                </a:lnTo>
                <a:lnTo>
                  <a:pt x="135" y="73"/>
                </a:lnTo>
                <a:lnTo>
                  <a:pt x="135" y="72"/>
                </a:lnTo>
                <a:lnTo>
                  <a:pt x="136" y="72"/>
                </a:lnTo>
                <a:lnTo>
                  <a:pt x="137" y="72"/>
                </a:lnTo>
                <a:lnTo>
                  <a:pt x="136" y="72"/>
                </a:lnTo>
                <a:lnTo>
                  <a:pt x="136" y="71"/>
                </a:lnTo>
                <a:lnTo>
                  <a:pt x="135" y="71"/>
                </a:lnTo>
                <a:lnTo>
                  <a:pt x="136" y="71"/>
                </a:lnTo>
                <a:lnTo>
                  <a:pt x="137" y="71"/>
                </a:lnTo>
                <a:lnTo>
                  <a:pt x="137" y="72"/>
                </a:lnTo>
                <a:lnTo>
                  <a:pt x="137" y="73"/>
                </a:lnTo>
                <a:lnTo>
                  <a:pt x="138" y="73"/>
                </a:lnTo>
                <a:lnTo>
                  <a:pt x="139" y="73"/>
                </a:lnTo>
                <a:lnTo>
                  <a:pt x="139" y="72"/>
                </a:lnTo>
                <a:lnTo>
                  <a:pt x="140" y="72"/>
                </a:lnTo>
                <a:lnTo>
                  <a:pt x="139" y="73"/>
                </a:lnTo>
                <a:lnTo>
                  <a:pt x="140" y="73"/>
                </a:lnTo>
                <a:lnTo>
                  <a:pt x="140" y="75"/>
                </a:lnTo>
                <a:lnTo>
                  <a:pt x="141" y="75"/>
                </a:lnTo>
                <a:lnTo>
                  <a:pt x="140" y="75"/>
                </a:lnTo>
                <a:lnTo>
                  <a:pt x="139" y="76"/>
                </a:lnTo>
                <a:lnTo>
                  <a:pt x="140" y="77"/>
                </a:lnTo>
                <a:lnTo>
                  <a:pt x="141" y="77"/>
                </a:lnTo>
                <a:lnTo>
                  <a:pt x="141" y="78"/>
                </a:lnTo>
                <a:lnTo>
                  <a:pt x="142" y="78"/>
                </a:lnTo>
                <a:lnTo>
                  <a:pt x="143" y="78"/>
                </a:lnTo>
                <a:lnTo>
                  <a:pt x="143" y="79"/>
                </a:lnTo>
                <a:lnTo>
                  <a:pt x="143" y="80"/>
                </a:lnTo>
                <a:lnTo>
                  <a:pt x="144" y="81"/>
                </a:lnTo>
                <a:lnTo>
                  <a:pt x="145" y="81"/>
                </a:lnTo>
                <a:lnTo>
                  <a:pt x="145" y="82"/>
                </a:lnTo>
                <a:lnTo>
                  <a:pt x="146" y="82"/>
                </a:lnTo>
                <a:lnTo>
                  <a:pt x="146" y="81"/>
                </a:lnTo>
                <a:lnTo>
                  <a:pt x="147" y="79"/>
                </a:lnTo>
                <a:lnTo>
                  <a:pt x="147" y="78"/>
                </a:lnTo>
                <a:lnTo>
                  <a:pt x="148" y="78"/>
                </a:lnTo>
                <a:lnTo>
                  <a:pt x="148" y="77"/>
                </a:lnTo>
                <a:lnTo>
                  <a:pt x="150" y="77"/>
                </a:lnTo>
                <a:lnTo>
                  <a:pt x="151" y="76"/>
                </a:lnTo>
                <a:lnTo>
                  <a:pt x="152" y="75"/>
                </a:lnTo>
                <a:lnTo>
                  <a:pt x="153" y="74"/>
                </a:lnTo>
                <a:lnTo>
                  <a:pt x="153" y="73"/>
                </a:lnTo>
                <a:lnTo>
                  <a:pt x="154" y="73"/>
                </a:lnTo>
                <a:lnTo>
                  <a:pt x="155" y="72"/>
                </a:lnTo>
                <a:lnTo>
                  <a:pt x="155" y="71"/>
                </a:lnTo>
                <a:lnTo>
                  <a:pt x="156" y="70"/>
                </a:lnTo>
                <a:lnTo>
                  <a:pt x="157" y="70"/>
                </a:lnTo>
                <a:lnTo>
                  <a:pt x="157" y="69"/>
                </a:lnTo>
                <a:lnTo>
                  <a:pt x="158" y="69"/>
                </a:lnTo>
                <a:lnTo>
                  <a:pt x="158" y="68"/>
                </a:lnTo>
                <a:lnTo>
                  <a:pt x="160" y="67"/>
                </a:lnTo>
                <a:lnTo>
                  <a:pt x="161" y="67"/>
                </a:lnTo>
                <a:lnTo>
                  <a:pt x="161" y="66"/>
                </a:lnTo>
                <a:lnTo>
                  <a:pt x="162" y="65"/>
                </a:lnTo>
                <a:lnTo>
                  <a:pt x="163" y="64"/>
                </a:lnTo>
                <a:lnTo>
                  <a:pt x="163" y="63"/>
                </a:lnTo>
                <a:lnTo>
                  <a:pt x="164" y="63"/>
                </a:lnTo>
                <a:lnTo>
                  <a:pt x="164" y="62"/>
                </a:lnTo>
                <a:lnTo>
                  <a:pt x="164" y="61"/>
                </a:lnTo>
                <a:lnTo>
                  <a:pt x="165" y="61"/>
                </a:lnTo>
                <a:lnTo>
                  <a:pt x="166" y="61"/>
                </a:lnTo>
                <a:lnTo>
                  <a:pt x="166" y="60"/>
                </a:lnTo>
                <a:lnTo>
                  <a:pt x="167" y="59"/>
                </a:lnTo>
                <a:lnTo>
                  <a:pt x="167" y="57"/>
                </a:lnTo>
                <a:lnTo>
                  <a:pt x="167" y="56"/>
                </a:lnTo>
                <a:lnTo>
                  <a:pt x="168" y="56"/>
                </a:lnTo>
                <a:lnTo>
                  <a:pt x="169" y="56"/>
                </a:lnTo>
                <a:lnTo>
                  <a:pt x="169" y="55"/>
                </a:lnTo>
                <a:lnTo>
                  <a:pt x="170" y="55"/>
                </a:lnTo>
                <a:lnTo>
                  <a:pt x="171" y="55"/>
                </a:lnTo>
                <a:lnTo>
                  <a:pt x="172" y="54"/>
                </a:lnTo>
                <a:lnTo>
                  <a:pt x="171" y="54"/>
                </a:lnTo>
                <a:lnTo>
                  <a:pt x="171" y="53"/>
                </a:lnTo>
                <a:lnTo>
                  <a:pt x="171" y="52"/>
                </a:lnTo>
                <a:lnTo>
                  <a:pt x="172" y="52"/>
                </a:lnTo>
                <a:lnTo>
                  <a:pt x="172" y="53"/>
                </a:lnTo>
                <a:lnTo>
                  <a:pt x="173" y="53"/>
                </a:lnTo>
                <a:lnTo>
                  <a:pt x="174" y="53"/>
                </a:lnTo>
                <a:lnTo>
                  <a:pt x="174" y="52"/>
                </a:lnTo>
                <a:lnTo>
                  <a:pt x="174" y="50"/>
                </a:lnTo>
                <a:lnTo>
                  <a:pt x="174" y="49"/>
                </a:lnTo>
                <a:lnTo>
                  <a:pt x="175" y="48"/>
                </a:lnTo>
                <a:lnTo>
                  <a:pt x="177" y="46"/>
                </a:lnTo>
                <a:lnTo>
                  <a:pt x="177" y="45"/>
                </a:lnTo>
                <a:lnTo>
                  <a:pt x="177" y="44"/>
                </a:lnTo>
                <a:lnTo>
                  <a:pt x="178" y="44"/>
                </a:lnTo>
                <a:lnTo>
                  <a:pt x="179" y="44"/>
                </a:lnTo>
                <a:lnTo>
                  <a:pt x="180" y="44"/>
                </a:lnTo>
                <a:lnTo>
                  <a:pt x="181" y="44"/>
                </a:lnTo>
                <a:lnTo>
                  <a:pt x="181" y="45"/>
                </a:lnTo>
                <a:lnTo>
                  <a:pt x="182" y="45"/>
                </a:lnTo>
                <a:lnTo>
                  <a:pt x="183" y="45"/>
                </a:lnTo>
                <a:lnTo>
                  <a:pt x="185" y="44"/>
                </a:lnTo>
                <a:lnTo>
                  <a:pt x="186" y="44"/>
                </a:lnTo>
                <a:lnTo>
                  <a:pt x="187" y="44"/>
                </a:lnTo>
                <a:lnTo>
                  <a:pt x="188" y="44"/>
                </a:lnTo>
                <a:lnTo>
                  <a:pt x="189" y="44"/>
                </a:lnTo>
                <a:lnTo>
                  <a:pt x="191" y="44"/>
                </a:lnTo>
                <a:lnTo>
                  <a:pt x="191" y="45"/>
                </a:lnTo>
                <a:lnTo>
                  <a:pt x="192" y="45"/>
                </a:lnTo>
                <a:lnTo>
                  <a:pt x="193" y="45"/>
                </a:lnTo>
                <a:lnTo>
                  <a:pt x="193" y="44"/>
                </a:lnTo>
                <a:lnTo>
                  <a:pt x="194" y="44"/>
                </a:lnTo>
                <a:lnTo>
                  <a:pt x="195" y="45"/>
                </a:lnTo>
                <a:lnTo>
                  <a:pt x="197" y="45"/>
                </a:lnTo>
                <a:lnTo>
                  <a:pt x="199" y="45"/>
                </a:lnTo>
                <a:lnTo>
                  <a:pt x="200" y="45"/>
                </a:lnTo>
                <a:lnTo>
                  <a:pt x="201" y="44"/>
                </a:lnTo>
                <a:lnTo>
                  <a:pt x="202" y="44"/>
                </a:lnTo>
                <a:lnTo>
                  <a:pt x="203" y="44"/>
                </a:lnTo>
                <a:lnTo>
                  <a:pt x="204" y="44"/>
                </a:lnTo>
                <a:lnTo>
                  <a:pt x="205" y="44"/>
                </a:lnTo>
                <a:lnTo>
                  <a:pt x="206" y="44"/>
                </a:lnTo>
                <a:lnTo>
                  <a:pt x="209" y="44"/>
                </a:lnTo>
                <a:lnTo>
                  <a:pt x="210" y="45"/>
                </a:lnTo>
                <a:lnTo>
                  <a:pt x="211" y="45"/>
                </a:lnTo>
                <a:lnTo>
                  <a:pt x="212" y="44"/>
                </a:lnTo>
                <a:lnTo>
                  <a:pt x="213" y="44"/>
                </a:lnTo>
                <a:lnTo>
                  <a:pt x="214" y="44"/>
                </a:lnTo>
                <a:lnTo>
                  <a:pt x="215" y="44"/>
                </a:lnTo>
                <a:lnTo>
                  <a:pt x="217" y="44"/>
                </a:lnTo>
                <a:lnTo>
                  <a:pt x="218" y="44"/>
                </a:lnTo>
                <a:lnTo>
                  <a:pt x="219" y="45"/>
                </a:lnTo>
                <a:lnTo>
                  <a:pt x="220" y="45"/>
                </a:lnTo>
                <a:lnTo>
                  <a:pt x="221" y="45"/>
                </a:lnTo>
                <a:lnTo>
                  <a:pt x="221" y="44"/>
                </a:lnTo>
                <a:lnTo>
                  <a:pt x="222" y="44"/>
                </a:lnTo>
                <a:lnTo>
                  <a:pt x="223" y="44"/>
                </a:lnTo>
                <a:lnTo>
                  <a:pt x="224" y="43"/>
                </a:lnTo>
                <a:lnTo>
                  <a:pt x="225" y="43"/>
                </a:lnTo>
                <a:lnTo>
                  <a:pt x="225" y="42"/>
                </a:lnTo>
                <a:lnTo>
                  <a:pt x="227" y="42"/>
                </a:lnTo>
                <a:lnTo>
                  <a:pt x="228" y="42"/>
                </a:lnTo>
                <a:lnTo>
                  <a:pt x="228" y="43"/>
                </a:lnTo>
                <a:lnTo>
                  <a:pt x="229" y="43"/>
                </a:lnTo>
                <a:lnTo>
                  <a:pt x="231" y="43"/>
                </a:lnTo>
                <a:lnTo>
                  <a:pt x="232" y="44"/>
                </a:lnTo>
                <a:lnTo>
                  <a:pt x="233" y="44"/>
                </a:lnTo>
                <a:lnTo>
                  <a:pt x="234" y="44"/>
                </a:lnTo>
                <a:lnTo>
                  <a:pt x="235" y="44"/>
                </a:lnTo>
                <a:lnTo>
                  <a:pt x="236" y="43"/>
                </a:lnTo>
                <a:lnTo>
                  <a:pt x="239" y="39"/>
                </a:lnTo>
                <a:lnTo>
                  <a:pt x="239" y="38"/>
                </a:lnTo>
                <a:lnTo>
                  <a:pt x="240" y="37"/>
                </a:lnTo>
                <a:lnTo>
                  <a:pt x="241" y="36"/>
                </a:lnTo>
                <a:lnTo>
                  <a:pt x="241" y="35"/>
                </a:lnTo>
                <a:lnTo>
                  <a:pt x="242" y="35"/>
                </a:lnTo>
                <a:lnTo>
                  <a:pt x="242" y="34"/>
                </a:lnTo>
                <a:lnTo>
                  <a:pt x="243" y="34"/>
                </a:lnTo>
                <a:lnTo>
                  <a:pt x="243" y="33"/>
                </a:lnTo>
                <a:lnTo>
                  <a:pt x="243" y="32"/>
                </a:lnTo>
                <a:lnTo>
                  <a:pt x="243" y="30"/>
                </a:lnTo>
                <a:lnTo>
                  <a:pt x="244" y="30"/>
                </a:lnTo>
                <a:lnTo>
                  <a:pt x="244" y="29"/>
                </a:lnTo>
                <a:lnTo>
                  <a:pt x="244" y="28"/>
                </a:lnTo>
                <a:lnTo>
                  <a:pt x="245" y="27"/>
                </a:lnTo>
                <a:lnTo>
                  <a:pt x="245" y="26"/>
                </a:lnTo>
                <a:lnTo>
                  <a:pt x="246" y="25"/>
                </a:lnTo>
                <a:lnTo>
                  <a:pt x="247" y="24"/>
                </a:lnTo>
                <a:lnTo>
                  <a:pt x="247" y="23"/>
                </a:lnTo>
                <a:lnTo>
                  <a:pt x="247" y="22"/>
                </a:lnTo>
                <a:lnTo>
                  <a:pt x="248" y="22"/>
                </a:lnTo>
                <a:lnTo>
                  <a:pt x="248" y="21"/>
                </a:lnTo>
                <a:lnTo>
                  <a:pt x="249" y="21"/>
                </a:lnTo>
                <a:lnTo>
                  <a:pt x="250" y="21"/>
                </a:lnTo>
                <a:lnTo>
                  <a:pt x="251" y="21"/>
                </a:lnTo>
                <a:lnTo>
                  <a:pt x="252" y="21"/>
                </a:lnTo>
                <a:lnTo>
                  <a:pt x="254" y="21"/>
                </a:lnTo>
                <a:lnTo>
                  <a:pt x="256" y="21"/>
                </a:lnTo>
                <a:lnTo>
                  <a:pt x="257" y="20"/>
                </a:lnTo>
                <a:lnTo>
                  <a:pt x="258" y="20"/>
                </a:lnTo>
                <a:lnTo>
                  <a:pt x="259" y="20"/>
                </a:lnTo>
                <a:lnTo>
                  <a:pt x="260" y="20"/>
                </a:lnTo>
                <a:lnTo>
                  <a:pt x="262" y="19"/>
                </a:lnTo>
                <a:lnTo>
                  <a:pt x="262" y="17"/>
                </a:lnTo>
                <a:lnTo>
                  <a:pt x="263" y="17"/>
                </a:lnTo>
                <a:lnTo>
                  <a:pt x="263" y="16"/>
                </a:lnTo>
                <a:lnTo>
                  <a:pt x="264" y="15"/>
                </a:lnTo>
                <a:lnTo>
                  <a:pt x="265" y="15"/>
                </a:lnTo>
                <a:lnTo>
                  <a:pt x="266" y="15"/>
                </a:lnTo>
                <a:lnTo>
                  <a:pt x="266" y="14"/>
                </a:lnTo>
                <a:lnTo>
                  <a:pt x="266" y="13"/>
                </a:lnTo>
                <a:lnTo>
                  <a:pt x="265" y="12"/>
                </a:lnTo>
                <a:lnTo>
                  <a:pt x="265" y="11"/>
                </a:lnTo>
                <a:lnTo>
                  <a:pt x="266" y="11"/>
                </a:lnTo>
                <a:lnTo>
                  <a:pt x="267" y="11"/>
                </a:lnTo>
                <a:lnTo>
                  <a:pt x="268" y="11"/>
                </a:lnTo>
                <a:lnTo>
                  <a:pt x="269" y="11"/>
                </a:lnTo>
                <a:lnTo>
                  <a:pt x="269" y="10"/>
                </a:lnTo>
                <a:lnTo>
                  <a:pt x="268" y="10"/>
                </a:lnTo>
                <a:lnTo>
                  <a:pt x="267" y="10"/>
                </a:lnTo>
                <a:lnTo>
                  <a:pt x="268" y="9"/>
                </a:lnTo>
                <a:lnTo>
                  <a:pt x="268" y="8"/>
                </a:lnTo>
                <a:lnTo>
                  <a:pt x="268" y="7"/>
                </a:lnTo>
                <a:lnTo>
                  <a:pt x="269" y="7"/>
                </a:lnTo>
                <a:lnTo>
                  <a:pt x="269" y="6"/>
                </a:lnTo>
                <a:lnTo>
                  <a:pt x="269" y="5"/>
                </a:lnTo>
                <a:lnTo>
                  <a:pt x="270" y="4"/>
                </a:lnTo>
                <a:lnTo>
                  <a:pt x="270" y="3"/>
                </a:lnTo>
                <a:lnTo>
                  <a:pt x="268" y="1"/>
                </a:lnTo>
                <a:lnTo>
                  <a:pt x="269" y="0"/>
                </a:lnTo>
                <a:lnTo>
                  <a:pt x="271" y="1"/>
                </a:lnTo>
                <a:lnTo>
                  <a:pt x="27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03" name=""/>
          <p:cNvSpPr/>
          <p:nvPr/>
        </p:nvSpPr>
        <p:spPr>
          <a:xfrm>
            <a:off x="6957360" y="1618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04" name=""/>
          <p:cNvSpPr/>
          <p:nvPr/>
        </p:nvSpPr>
        <p:spPr>
          <a:xfrm>
            <a:off x="6977520" y="160092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2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05" name=""/>
          <p:cNvSpPr/>
          <p:nvPr/>
        </p:nvSpPr>
        <p:spPr>
          <a:xfrm>
            <a:off x="6938280" y="1600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06" name=""/>
          <p:cNvSpPr/>
          <p:nvPr/>
        </p:nvSpPr>
        <p:spPr>
          <a:xfrm>
            <a:off x="6939000" y="1599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07" name=""/>
          <p:cNvSpPr/>
          <p:nvPr/>
        </p:nvSpPr>
        <p:spPr>
          <a:xfrm>
            <a:off x="6985080" y="159480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4" y="3"/>
                </a:moveTo>
                <a:lnTo>
                  <a:pt x="2" y="3"/>
                </a:lnTo>
                <a:lnTo>
                  <a:pt x="2" y="5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08" name=""/>
          <p:cNvSpPr/>
          <p:nvPr/>
        </p:nvSpPr>
        <p:spPr>
          <a:xfrm>
            <a:off x="6985800" y="1593360"/>
            <a:ext cx="2880" cy="3960"/>
          </a:xfrm>
          <a:custGeom>
            <a:avLst/>
            <a:gdLst/>
            <a:ahLst/>
            <a:rect l="0" t="0" r="r" b="b"/>
            <a:pathLst>
              <a:path w="8" h="11">
                <a:moveTo>
                  <a:pt x="4" y="3"/>
                </a:move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lnTo>
                  <a:pt x="8" y="7"/>
                </a:lnTo>
                <a:lnTo>
                  <a:pt x="8" y="8"/>
                </a:lnTo>
                <a:lnTo>
                  <a:pt x="7" y="8"/>
                </a:lnTo>
                <a:lnTo>
                  <a:pt x="7" y="10"/>
                </a:lnTo>
                <a:lnTo>
                  <a:pt x="8" y="10"/>
                </a:lnTo>
                <a:lnTo>
                  <a:pt x="8" y="11"/>
                </a:lnTo>
                <a:lnTo>
                  <a:pt x="7" y="11"/>
                </a:lnTo>
                <a:lnTo>
                  <a:pt x="6" y="11"/>
                </a:lnTo>
                <a:lnTo>
                  <a:pt x="6" y="10"/>
                </a:lnTo>
                <a:lnTo>
                  <a:pt x="6" y="8"/>
                </a:lnTo>
                <a:lnTo>
                  <a:pt x="5" y="8"/>
                </a:lnTo>
                <a:lnTo>
                  <a:pt x="4" y="8"/>
                </a:lnTo>
                <a:lnTo>
                  <a:pt x="5" y="7"/>
                </a:lnTo>
                <a:lnTo>
                  <a:pt x="4" y="6"/>
                </a:lnTo>
                <a:lnTo>
                  <a:pt x="4" y="5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4" y="3"/>
                </a:lnTo>
                <a:lnTo>
                  <a:pt x="2" y="3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09" name=""/>
          <p:cNvSpPr/>
          <p:nvPr/>
        </p:nvSpPr>
        <p:spPr>
          <a:xfrm>
            <a:off x="6982920" y="159372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3" y="0"/>
                </a:move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lnTo>
                  <a:pt x="3" y="5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10" name=""/>
          <p:cNvSpPr/>
          <p:nvPr/>
        </p:nvSpPr>
        <p:spPr>
          <a:xfrm>
            <a:off x="6984360" y="15937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11" name=""/>
          <p:cNvSpPr/>
          <p:nvPr/>
        </p:nvSpPr>
        <p:spPr>
          <a:xfrm>
            <a:off x="6984000" y="1587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12" name=""/>
          <p:cNvSpPr/>
          <p:nvPr/>
        </p:nvSpPr>
        <p:spPr>
          <a:xfrm>
            <a:off x="6988320" y="16578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13" name=""/>
          <p:cNvSpPr/>
          <p:nvPr/>
        </p:nvSpPr>
        <p:spPr>
          <a:xfrm>
            <a:off x="6993360" y="1651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14" name=""/>
          <p:cNvSpPr/>
          <p:nvPr/>
        </p:nvSpPr>
        <p:spPr>
          <a:xfrm>
            <a:off x="6994080" y="1650960"/>
            <a:ext cx="1080" cy="360"/>
          </a:xfrm>
          <a:custGeom>
            <a:avLst/>
            <a:gdLst/>
            <a:ahLst/>
            <a:rect l="0" t="0" r="r" b="b"/>
            <a:pathLst>
              <a:path w="3" h="1">
                <a:moveTo>
                  <a:pt x="3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15" name=""/>
          <p:cNvSpPr/>
          <p:nvPr/>
        </p:nvSpPr>
        <p:spPr>
          <a:xfrm>
            <a:off x="7016040" y="16398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16" name=""/>
          <p:cNvSpPr/>
          <p:nvPr/>
        </p:nvSpPr>
        <p:spPr>
          <a:xfrm>
            <a:off x="7036560" y="1638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17" name=""/>
          <p:cNvSpPr/>
          <p:nvPr/>
        </p:nvSpPr>
        <p:spPr>
          <a:xfrm>
            <a:off x="7014600" y="1612080"/>
            <a:ext cx="2880" cy="1800"/>
          </a:xfrm>
          <a:custGeom>
            <a:avLst/>
            <a:gdLst/>
            <a:ahLst/>
            <a:rect l="0" t="0" r="r" b="b"/>
            <a:pathLst>
              <a:path w="8" h="5">
                <a:moveTo>
                  <a:pt x="3" y="3"/>
                </a:moveTo>
                <a:lnTo>
                  <a:pt x="2" y="3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1" y="2"/>
                </a:lnTo>
                <a:lnTo>
                  <a:pt x="2" y="2"/>
                </a:lnTo>
                <a:lnTo>
                  <a:pt x="3" y="1"/>
                </a:lnTo>
                <a:lnTo>
                  <a:pt x="4" y="1"/>
                </a:lnTo>
                <a:lnTo>
                  <a:pt x="5" y="0"/>
                </a:lnTo>
                <a:lnTo>
                  <a:pt x="7" y="0"/>
                </a:lnTo>
                <a:lnTo>
                  <a:pt x="8" y="0"/>
                </a:lnTo>
                <a:lnTo>
                  <a:pt x="7" y="0"/>
                </a:lnTo>
                <a:lnTo>
                  <a:pt x="7" y="1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18" name=""/>
          <p:cNvSpPr/>
          <p:nvPr/>
        </p:nvSpPr>
        <p:spPr>
          <a:xfrm>
            <a:off x="7034040" y="16110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1" y="0"/>
                </a:move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5" y="4"/>
                </a:ln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19" name=""/>
          <p:cNvSpPr/>
          <p:nvPr/>
        </p:nvSpPr>
        <p:spPr>
          <a:xfrm>
            <a:off x="7012440" y="16092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20" name=""/>
          <p:cNvSpPr/>
          <p:nvPr/>
        </p:nvSpPr>
        <p:spPr>
          <a:xfrm>
            <a:off x="6993720" y="15915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21" name=""/>
          <p:cNvSpPr/>
          <p:nvPr/>
        </p:nvSpPr>
        <p:spPr>
          <a:xfrm>
            <a:off x="6987600" y="158580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3" y="4"/>
                </a:moveTo>
                <a:lnTo>
                  <a:pt x="4" y="4"/>
                </a:lnTo>
                <a:lnTo>
                  <a:pt x="5" y="5"/>
                </a:lnTo>
                <a:lnTo>
                  <a:pt x="4" y="5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22" name=""/>
          <p:cNvSpPr/>
          <p:nvPr/>
        </p:nvSpPr>
        <p:spPr>
          <a:xfrm>
            <a:off x="6989400" y="158148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2"/>
                </a:moveTo>
                <a:lnTo>
                  <a:pt x="2" y="3"/>
                </a:lnTo>
                <a:lnTo>
                  <a:pt x="1" y="3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23" name=""/>
          <p:cNvSpPr/>
          <p:nvPr/>
        </p:nvSpPr>
        <p:spPr>
          <a:xfrm>
            <a:off x="6990840" y="15800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24" name=""/>
          <p:cNvSpPr/>
          <p:nvPr/>
        </p:nvSpPr>
        <p:spPr>
          <a:xfrm>
            <a:off x="6992640" y="15793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2" y="1"/>
                </a:move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2" y="1"/>
                </a:lnTo>
                <a:lnTo>
                  <a:pt x="2" y="3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25" name=""/>
          <p:cNvSpPr/>
          <p:nvPr/>
        </p:nvSpPr>
        <p:spPr>
          <a:xfrm>
            <a:off x="6992640" y="15782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26" name=""/>
          <p:cNvSpPr/>
          <p:nvPr/>
        </p:nvSpPr>
        <p:spPr>
          <a:xfrm>
            <a:off x="6650640" y="1653120"/>
            <a:ext cx="204480" cy="183960"/>
          </a:xfrm>
          <a:custGeom>
            <a:avLst/>
            <a:gdLst/>
            <a:ahLst/>
            <a:rect l="0" t="0" r="r" b="b"/>
            <a:pathLst>
              <a:path w="568" h="511">
                <a:moveTo>
                  <a:pt x="306" y="0"/>
                </a:moveTo>
                <a:lnTo>
                  <a:pt x="306" y="1"/>
                </a:lnTo>
                <a:lnTo>
                  <a:pt x="307" y="1"/>
                </a:lnTo>
                <a:lnTo>
                  <a:pt x="308" y="2"/>
                </a:lnTo>
                <a:lnTo>
                  <a:pt x="309" y="2"/>
                </a:lnTo>
                <a:lnTo>
                  <a:pt x="310" y="2"/>
                </a:lnTo>
                <a:lnTo>
                  <a:pt x="310" y="3"/>
                </a:lnTo>
                <a:lnTo>
                  <a:pt x="311" y="4"/>
                </a:lnTo>
                <a:lnTo>
                  <a:pt x="312" y="4"/>
                </a:lnTo>
                <a:lnTo>
                  <a:pt x="313" y="4"/>
                </a:lnTo>
                <a:lnTo>
                  <a:pt x="314" y="4"/>
                </a:lnTo>
                <a:lnTo>
                  <a:pt x="315" y="4"/>
                </a:lnTo>
                <a:lnTo>
                  <a:pt x="316" y="4"/>
                </a:lnTo>
                <a:lnTo>
                  <a:pt x="315" y="4"/>
                </a:lnTo>
                <a:lnTo>
                  <a:pt x="315" y="3"/>
                </a:lnTo>
                <a:lnTo>
                  <a:pt x="315" y="2"/>
                </a:lnTo>
                <a:lnTo>
                  <a:pt x="316" y="2"/>
                </a:lnTo>
                <a:lnTo>
                  <a:pt x="318" y="1"/>
                </a:lnTo>
                <a:lnTo>
                  <a:pt x="318" y="2"/>
                </a:lnTo>
                <a:lnTo>
                  <a:pt x="320" y="5"/>
                </a:lnTo>
                <a:lnTo>
                  <a:pt x="320" y="6"/>
                </a:lnTo>
                <a:lnTo>
                  <a:pt x="321" y="5"/>
                </a:lnTo>
                <a:lnTo>
                  <a:pt x="322" y="5"/>
                </a:lnTo>
                <a:lnTo>
                  <a:pt x="322" y="4"/>
                </a:lnTo>
                <a:lnTo>
                  <a:pt x="322" y="3"/>
                </a:lnTo>
                <a:lnTo>
                  <a:pt x="323" y="3"/>
                </a:lnTo>
                <a:lnTo>
                  <a:pt x="324" y="3"/>
                </a:lnTo>
                <a:lnTo>
                  <a:pt x="324" y="2"/>
                </a:lnTo>
                <a:lnTo>
                  <a:pt x="323" y="2"/>
                </a:lnTo>
                <a:lnTo>
                  <a:pt x="323" y="1"/>
                </a:lnTo>
                <a:lnTo>
                  <a:pt x="324" y="1"/>
                </a:lnTo>
                <a:lnTo>
                  <a:pt x="325" y="1"/>
                </a:lnTo>
                <a:lnTo>
                  <a:pt x="325" y="2"/>
                </a:lnTo>
                <a:lnTo>
                  <a:pt x="326" y="3"/>
                </a:lnTo>
                <a:lnTo>
                  <a:pt x="326" y="4"/>
                </a:lnTo>
                <a:lnTo>
                  <a:pt x="326" y="5"/>
                </a:lnTo>
                <a:lnTo>
                  <a:pt x="327" y="5"/>
                </a:lnTo>
                <a:lnTo>
                  <a:pt x="328" y="5"/>
                </a:lnTo>
                <a:lnTo>
                  <a:pt x="328" y="4"/>
                </a:lnTo>
                <a:lnTo>
                  <a:pt x="328" y="3"/>
                </a:lnTo>
                <a:lnTo>
                  <a:pt x="327" y="2"/>
                </a:lnTo>
                <a:lnTo>
                  <a:pt x="326" y="2"/>
                </a:lnTo>
                <a:lnTo>
                  <a:pt x="326" y="1"/>
                </a:lnTo>
                <a:lnTo>
                  <a:pt x="327" y="1"/>
                </a:lnTo>
                <a:lnTo>
                  <a:pt x="328" y="2"/>
                </a:lnTo>
                <a:lnTo>
                  <a:pt x="329" y="3"/>
                </a:lnTo>
                <a:lnTo>
                  <a:pt x="329" y="2"/>
                </a:lnTo>
                <a:lnTo>
                  <a:pt x="330" y="1"/>
                </a:lnTo>
                <a:lnTo>
                  <a:pt x="331" y="1"/>
                </a:lnTo>
                <a:lnTo>
                  <a:pt x="331" y="2"/>
                </a:lnTo>
                <a:lnTo>
                  <a:pt x="331" y="3"/>
                </a:lnTo>
                <a:lnTo>
                  <a:pt x="331" y="4"/>
                </a:lnTo>
                <a:lnTo>
                  <a:pt x="330" y="4"/>
                </a:lnTo>
                <a:lnTo>
                  <a:pt x="330" y="5"/>
                </a:lnTo>
                <a:lnTo>
                  <a:pt x="331" y="5"/>
                </a:lnTo>
                <a:lnTo>
                  <a:pt x="331" y="4"/>
                </a:lnTo>
                <a:lnTo>
                  <a:pt x="332" y="4"/>
                </a:lnTo>
                <a:lnTo>
                  <a:pt x="333" y="4"/>
                </a:lnTo>
                <a:lnTo>
                  <a:pt x="334" y="4"/>
                </a:lnTo>
                <a:lnTo>
                  <a:pt x="334" y="5"/>
                </a:lnTo>
                <a:lnTo>
                  <a:pt x="333" y="5"/>
                </a:lnTo>
                <a:lnTo>
                  <a:pt x="334" y="5"/>
                </a:lnTo>
                <a:lnTo>
                  <a:pt x="333" y="6"/>
                </a:lnTo>
                <a:lnTo>
                  <a:pt x="332" y="6"/>
                </a:lnTo>
                <a:lnTo>
                  <a:pt x="332" y="7"/>
                </a:lnTo>
                <a:lnTo>
                  <a:pt x="331" y="7"/>
                </a:lnTo>
                <a:lnTo>
                  <a:pt x="332" y="7"/>
                </a:lnTo>
                <a:lnTo>
                  <a:pt x="332" y="8"/>
                </a:lnTo>
                <a:lnTo>
                  <a:pt x="333" y="8"/>
                </a:lnTo>
                <a:lnTo>
                  <a:pt x="334" y="9"/>
                </a:lnTo>
                <a:lnTo>
                  <a:pt x="334" y="10"/>
                </a:lnTo>
                <a:lnTo>
                  <a:pt x="335" y="10"/>
                </a:lnTo>
                <a:lnTo>
                  <a:pt x="336" y="10"/>
                </a:lnTo>
                <a:lnTo>
                  <a:pt x="336" y="9"/>
                </a:lnTo>
                <a:lnTo>
                  <a:pt x="337" y="9"/>
                </a:lnTo>
                <a:lnTo>
                  <a:pt x="337" y="10"/>
                </a:lnTo>
                <a:lnTo>
                  <a:pt x="338" y="10"/>
                </a:lnTo>
                <a:lnTo>
                  <a:pt x="339" y="10"/>
                </a:lnTo>
                <a:lnTo>
                  <a:pt x="340" y="10"/>
                </a:lnTo>
                <a:lnTo>
                  <a:pt x="340" y="9"/>
                </a:lnTo>
                <a:lnTo>
                  <a:pt x="341" y="9"/>
                </a:lnTo>
                <a:lnTo>
                  <a:pt x="341" y="10"/>
                </a:lnTo>
                <a:lnTo>
                  <a:pt x="342" y="10"/>
                </a:lnTo>
                <a:lnTo>
                  <a:pt x="343" y="10"/>
                </a:lnTo>
                <a:lnTo>
                  <a:pt x="344" y="10"/>
                </a:lnTo>
                <a:lnTo>
                  <a:pt x="344" y="11"/>
                </a:lnTo>
                <a:lnTo>
                  <a:pt x="344" y="12"/>
                </a:lnTo>
                <a:lnTo>
                  <a:pt x="343" y="12"/>
                </a:lnTo>
                <a:lnTo>
                  <a:pt x="344" y="13"/>
                </a:lnTo>
                <a:lnTo>
                  <a:pt x="345" y="13"/>
                </a:lnTo>
                <a:lnTo>
                  <a:pt x="345" y="12"/>
                </a:lnTo>
                <a:lnTo>
                  <a:pt x="346" y="12"/>
                </a:lnTo>
                <a:lnTo>
                  <a:pt x="346" y="13"/>
                </a:lnTo>
                <a:lnTo>
                  <a:pt x="347" y="12"/>
                </a:lnTo>
                <a:lnTo>
                  <a:pt x="347" y="11"/>
                </a:lnTo>
                <a:lnTo>
                  <a:pt x="347" y="10"/>
                </a:lnTo>
                <a:lnTo>
                  <a:pt x="348" y="10"/>
                </a:lnTo>
                <a:lnTo>
                  <a:pt x="349" y="11"/>
                </a:lnTo>
                <a:lnTo>
                  <a:pt x="349" y="12"/>
                </a:lnTo>
                <a:lnTo>
                  <a:pt x="350" y="12"/>
                </a:lnTo>
                <a:lnTo>
                  <a:pt x="351" y="11"/>
                </a:lnTo>
                <a:lnTo>
                  <a:pt x="352" y="11"/>
                </a:lnTo>
                <a:lnTo>
                  <a:pt x="353" y="11"/>
                </a:lnTo>
                <a:lnTo>
                  <a:pt x="353" y="12"/>
                </a:lnTo>
                <a:lnTo>
                  <a:pt x="354" y="12"/>
                </a:lnTo>
                <a:lnTo>
                  <a:pt x="356" y="12"/>
                </a:lnTo>
                <a:lnTo>
                  <a:pt x="357" y="12"/>
                </a:lnTo>
                <a:lnTo>
                  <a:pt x="358" y="12"/>
                </a:lnTo>
                <a:lnTo>
                  <a:pt x="359" y="12"/>
                </a:lnTo>
                <a:lnTo>
                  <a:pt x="359" y="13"/>
                </a:lnTo>
                <a:lnTo>
                  <a:pt x="360" y="13"/>
                </a:lnTo>
                <a:lnTo>
                  <a:pt x="360" y="14"/>
                </a:lnTo>
                <a:lnTo>
                  <a:pt x="361" y="14"/>
                </a:lnTo>
                <a:lnTo>
                  <a:pt x="361" y="15"/>
                </a:lnTo>
                <a:lnTo>
                  <a:pt x="362" y="15"/>
                </a:lnTo>
                <a:lnTo>
                  <a:pt x="363" y="15"/>
                </a:lnTo>
                <a:lnTo>
                  <a:pt x="364" y="15"/>
                </a:lnTo>
                <a:lnTo>
                  <a:pt x="364" y="14"/>
                </a:lnTo>
                <a:lnTo>
                  <a:pt x="365" y="14"/>
                </a:lnTo>
                <a:lnTo>
                  <a:pt x="365" y="15"/>
                </a:lnTo>
                <a:lnTo>
                  <a:pt x="365" y="16"/>
                </a:lnTo>
                <a:lnTo>
                  <a:pt x="365" y="17"/>
                </a:lnTo>
                <a:lnTo>
                  <a:pt x="366" y="17"/>
                </a:lnTo>
                <a:lnTo>
                  <a:pt x="367" y="17"/>
                </a:lnTo>
                <a:lnTo>
                  <a:pt x="368" y="17"/>
                </a:lnTo>
                <a:lnTo>
                  <a:pt x="368" y="16"/>
                </a:lnTo>
                <a:lnTo>
                  <a:pt x="369" y="16"/>
                </a:lnTo>
                <a:lnTo>
                  <a:pt x="369" y="17"/>
                </a:lnTo>
                <a:lnTo>
                  <a:pt x="370" y="17"/>
                </a:lnTo>
                <a:lnTo>
                  <a:pt x="370" y="18"/>
                </a:lnTo>
                <a:lnTo>
                  <a:pt x="371" y="18"/>
                </a:lnTo>
                <a:lnTo>
                  <a:pt x="370" y="18"/>
                </a:lnTo>
                <a:lnTo>
                  <a:pt x="371" y="19"/>
                </a:lnTo>
                <a:lnTo>
                  <a:pt x="371" y="20"/>
                </a:lnTo>
                <a:lnTo>
                  <a:pt x="372" y="19"/>
                </a:lnTo>
                <a:lnTo>
                  <a:pt x="372" y="20"/>
                </a:lnTo>
                <a:lnTo>
                  <a:pt x="373" y="20"/>
                </a:lnTo>
                <a:lnTo>
                  <a:pt x="374" y="20"/>
                </a:lnTo>
                <a:lnTo>
                  <a:pt x="374" y="21"/>
                </a:lnTo>
                <a:lnTo>
                  <a:pt x="375" y="21"/>
                </a:lnTo>
                <a:lnTo>
                  <a:pt x="375" y="20"/>
                </a:lnTo>
                <a:lnTo>
                  <a:pt x="376" y="20"/>
                </a:lnTo>
                <a:lnTo>
                  <a:pt x="376" y="21"/>
                </a:lnTo>
                <a:lnTo>
                  <a:pt x="377" y="21"/>
                </a:lnTo>
                <a:lnTo>
                  <a:pt x="377" y="22"/>
                </a:lnTo>
                <a:lnTo>
                  <a:pt x="378" y="22"/>
                </a:lnTo>
                <a:lnTo>
                  <a:pt x="379" y="22"/>
                </a:lnTo>
                <a:lnTo>
                  <a:pt x="380" y="22"/>
                </a:lnTo>
                <a:lnTo>
                  <a:pt x="380" y="23"/>
                </a:lnTo>
                <a:lnTo>
                  <a:pt x="381" y="23"/>
                </a:lnTo>
                <a:lnTo>
                  <a:pt x="381" y="24"/>
                </a:lnTo>
                <a:lnTo>
                  <a:pt x="381" y="25"/>
                </a:lnTo>
                <a:lnTo>
                  <a:pt x="380" y="25"/>
                </a:lnTo>
                <a:lnTo>
                  <a:pt x="381" y="26"/>
                </a:lnTo>
                <a:lnTo>
                  <a:pt x="381" y="25"/>
                </a:lnTo>
                <a:lnTo>
                  <a:pt x="382" y="25"/>
                </a:lnTo>
                <a:lnTo>
                  <a:pt x="383" y="25"/>
                </a:lnTo>
                <a:lnTo>
                  <a:pt x="383" y="24"/>
                </a:lnTo>
                <a:lnTo>
                  <a:pt x="384" y="25"/>
                </a:lnTo>
                <a:lnTo>
                  <a:pt x="385" y="25"/>
                </a:lnTo>
                <a:lnTo>
                  <a:pt x="385" y="24"/>
                </a:lnTo>
                <a:lnTo>
                  <a:pt x="386" y="24"/>
                </a:lnTo>
                <a:lnTo>
                  <a:pt x="387" y="24"/>
                </a:lnTo>
                <a:lnTo>
                  <a:pt x="387" y="23"/>
                </a:lnTo>
                <a:lnTo>
                  <a:pt x="389" y="23"/>
                </a:lnTo>
                <a:lnTo>
                  <a:pt x="390" y="24"/>
                </a:lnTo>
                <a:lnTo>
                  <a:pt x="390" y="23"/>
                </a:lnTo>
                <a:lnTo>
                  <a:pt x="391" y="23"/>
                </a:lnTo>
                <a:lnTo>
                  <a:pt x="392" y="23"/>
                </a:lnTo>
                <a:lnTo>
                  <a:pt x="393" y="23"/>
                </a:lnTo>
                <a:lnTo>
                  <a:pt x="394" y="22"/>
                </a:lnTo>
                <a:lnTo>
                  <a:pt x="395" y="22"/>
                </a:lnTo>
                <a:lnTo>
                  <a:pt x="396" y="22"/>
                </a:lnTo>
                <a:lnTo>
                  <a:pt x="396" y="23"/>
                </a:lnTo>
                <a:lnTo>
                  <a:pt x="396" y="24"/>
                </a:lnTo>
                <a:lnTo>
                  <a:pt x="397" y="24"/>
                </a:lnTo>
                <a:lnTo>
                  <a:pt x="397" y="25"/>
                </a:lnTo>
                <a:lnTo>
                  <a:pt x="398" y="25"/>
                </a:lnTo>
                <a:lnTo>
                  <a:pt x="398" y="24"/>
                </a:lnTo>
                <a:lnTo>
                  <a:pt x="399" y="24"/>
                </a:lnTo>
                <a:lnTo>
                  <a:pt x="400" y="24"/>
                </a:lnTo>
                <a:lnTo>
                  <a:pt x="401" y="24"/>
                </a:lnTo>
                <a:lnTo>
                  <a:pt x="401" y="25"/>
                </a:lnTo>
                <a:lnTo>
                  <a:pt x="402" y="25"/>
                </a:lnTo>
                <a:lnTo>
                  <a:pt x="403" y="25"/>
                </a:lnTo>
                <a:lnTo>
                  <a:pt x="403" y="24"/>
                </a:lnTo>
                <a:lnTo>
                  <a:pt x="404" y="24"/>
                </a:lnTo>
                <a:lnTo>
                  <a:pt x="404" y="25"/>
                </a:lnTo>
                <a:lnTo>
                  <a:pt x="405" y="25"/>
                </a:lnTo>
                <a:lnTo>
                  <a:pt x="406" y="24"/>
                </a:lnTo>
                <a:lnTo>
                  <a:pt x="405" y="24"/>
                </a:lnTo>
                <a:lnTo>
                  <a:pt x="405" y="23"/>
                </a:lnTo>
                <a:lnTo>
                  <a:pt x="406" y="23"/>
                </a:lnTo>
                <a:lnTo>
                  <a:pt x="407" y="23"/>
                </a:lnTo>
                <a:lnTo>
                  <a:pt x="408" y="23"/>
                </a:lnTo>
                <a:lnTo>
                  <a:pt x="409" y="23"/>
                </a:lnTo>
                <a:lnTo>
                  <a:pt x="410" y="23"/>
                </a:lnTo>
                <a:lnTo>
                  <a:pt x="410" y="24"/>
                </a:lnTo>
                <a:lnTo>
                  <a:pt x="410" y="25"/>
                </a:lnTo>
                <a:lnTo>
                  <a:pt x="410" y="26"/>
                </a:lnTo>
                <a:lnTo>
                  <a:pt x="411" y="26"/>
                </a:lnTo>
                <a:lnTo>
                  <a:pt x="410" y="27"/>
                </a:lnTo>
                <a:lnTo>
                  <a:pt x="411" y="27"/>
                </a:lnTo>
                <a:lnTo>
                  <a:pt x="412" y="27"/>
                </a:lnTo>
                <a:lnTo>
                  <a:pt x="412" y="28"/>
                </a:lnTo>
                <a:lnTo>
                  <a:pt x="412" y="29"/>
                </a:lnTo>
                <a:lnTo>
                  <a:pt x="411" y="30"/>
                </a:lnTo>
                <a:lnTo>
                  <a:pt x="411" y="31"/>
                </a:lnTo>
                <a:lnTo>
                  <a:pt x="410" y="31"/>
                </a:lnTo>
                <a:lnTo>
                  <a:pt x="411" y="31"/>
                </a:lnTo>
                <a:lnTo>
                  <a:pt x="411" y="33"/>
                </a:lnTo>
                <a:lnTo>
                  <a:pt x="411" y="32"/>
                </a:lnTo>
                <a:lnTo>
                  <a:pt x="412" y="32"/>
                </a:lnTo>
                <a:lnTo>
                  <a:pt x="413" y="31"/>
                </a:lnTo>
                <a:lnTo>
                  <a:pt x="414" y="31"/>
                </a:lnTo>
                <a:lnTo>
                  <a:pt x="415" y="31"/>
                </a:lnTo>
                <a:lnTo>
                  <a:pt x="416" y="31"/>
                </a:lnTo>
                <a:lnTo>
                  <a:pt x="417" y="31"/>
                </a:lnTo>
                <a:lnTo>
                  <a:pt x="418" y="31"/>
                </a:lnTo>
                <a:lnTo>
                  <a:pt x="419" y="30"/>
                </a:lnTo>
                <a:lnTo>
                  <a:pt x="419" y="29"/>
                </a:lnTo>
                <a:lnTo>
                  <a:pt x="421" y="28"/>
                </a:lnTo>
                <a:lnTo>
                  <a:pt x="422" y="28"/>
                </a:lnTo>
                <a:lnTo>
                  <a:pt x="422" y="27"/>
                </a:lnTo>
                <a:lnTo>
                  <a:pt x="423" y="26"/>
                </a:lnTo>
                <a:lnTo>
                  <a:pt x="423" y="25"/>
                </a:lnTo>
                <a:lnTo>
                  <a:pt x="422" y="25"/>
                </a:lnTo>
                <a:lnTo>
                  <a:pt x="422" y="24"/>
                </a:lnTo>
                <a:lnTo>
                  <a:pt x="423" y="24"/>
                </a:lnTo>
                <a:lnTo>
                  <a:pt x="423" y="23"/>
                </a:lnTo>
                <a:lnTo>
                  <a:pt x="423" y="22"/>
                </a:lnTo>
                <a:lnTo>
                  <a:pt x="422" y="22"/>
                </a:lnTo>
                <a:lnTo>
                  <a:pt x="422" y="21"/>
                </a:lnTo>
                <a:lnTo>
                  <a:pt x="423" y="21"/>
                </a:lnTo>
                <a:lnTo>
                  <a:pt x="424" y="20"/>
                </a:lnTo>
                <a:lnTo>
                  <a:pt x="423" y="20"/>
                </a:lnTo>
                <a:lnTo>
                  <a:pt x="424" y="19"/>
                </a:lnTo>
                <a:lnTo>
                  <a:pt x="425" y="19"/>
                </a:lnTo>
                <a:lnTo>
                  <a:pt x="425" y="20"/>
                </a:lnTo>
                <a:lnTo>
                  <a:pt x="426" y="20"/>
                </a:lnTo>
                <a:lnTo>
                  <a:pt x="427" y="20"/>
                </a:lnTo>
                <a:lnTo>
                  <a:pt x="428" y="20"/>
                </a:lnTo>
                <a:lnTo>
                  <a:pt x="428" y="19"/>
                </a:lnTo>
                <a:lnTo>
                  <a:pt x="427" y="19"/>
                </a:lnTo>
                <a:lnTo>
                  <a:pt x="427" y="18"/>
                </a:lnTo>
                <a:lnTo>
                  <a:pt x="428" y="18"/>
                </a:lnTo>
                <a:lnTo>
                  <a:pt x="428" y="17"/>
                </a:lnTo>
                <a:lnTo>
                  <a:pt x="429" y="17"/>
                </a:lnTo>
                <a:lnTo>
                  <a:pt x="429" y="16"/>
                </a:lnTo>
                <a:lnTo>
                  <a:pt x="430" y="16"/>
                </a:lnTo>
                <a:lnTo>
                  <a:pt x="431" y="16"/>
                </a:lnTo>
                <a:lnTo>
                  <a:pt x="432" y="16"/>
                </a:lnTo>
                <a:lnTo>
                  <a:pt x="432" y="17"/>
                </a:lnTo>
                <a:lnTo>
                  <a:pt x="433" y="18"/>
                </a:lnTo>
                <a:lnTo>
                  <a:pt x="434" y="18"/>
                </a:lnTo>
                <a:lnTo>
                  <a:pt x="435" y="18"/>
                </a:lnTo>
                <a:lnTo>
                  <a:pt x="436" y="17"/>
                </a:lnTo>
                <a:lnTo>
                  <a:pt x="436" y="16"/>
                </a:lnTo>
                <a:lnTo>
                  <a:pt x="437" y="17"/>
                </a:lnTo>
                <a:lnTo>
                  <a:pt x="438" y="17"/>
                </a:lnTo>
                <a:lnTo>
                  <a:pt x="438" y="18"/>
                </a:lnTo>
                <a:lnTo>
                  <a:pt x="439" y="18"/>
                </a:lnTo>
                <a:lnTo>
                  <a:pt x="439" y="17"/>
                </a:lnTo>
                <a:lnTo>
                  <a:pt x="440" y="18"/>
                </a:lnTo>
                <a:lnTo>
                  <a:pt x="441" y="18"/>
                </a:lnTo>
                <a:lnTo>
                  <a:pt x="441" y="19"/>
                </a:lnTo>
                <a:lnTo>
                  <a:pt x="442" y="19"/>
                </a:lnTo>
                <a:lnTo>
                  <a:pt x="442" y="20"/>
                </a:lnTo>
                <a:lnTo>
                  <a:pt x="442" y="21"/>
                </a:lnTo>
                <a:lnTo>
                  <a:pt x="442" y="22"/>
                </a:lnTo>
                <a:lnTo>
                  <a:pt x="443" y="22"/>
                </a:lnTo>
                <a:lnTo>
                  <a:pt x="443" y="23"/>
                </a:lnTo>
                <a:lnTo>
                  <a:pt x="443" y="24"/>
                </a:lnTo>
                <a:lnTo>
                  <a:pt x="444" y="24"/>
                </a:lnTo>
                <a:lnTo>
                  <a:pt x="445" y="24"/>
                </a:lnTo>
                <a:lnTo>
                  <a:pt x="446" y="24"/>
                </a:lnTo>
                <a:lnTo>
                  <a:pt x="446" y="25"/>
                </a:lnTo>
                <a:lnTo>
                  <a:pt x="446" y="26"/>
                </a:lnTo>
                <a:lnTo>
                  <a:pt x="445" y="26"/>
                </a:lnTo>
                <a:lnTo>
                  <a:pt x="445" y="27"/>
                </a:lnTo>
                <a:lnTo>
                  <a:pt x="445" y="28"/>
                </a:lnTo>
                <a:lnTo>
                  <a:pt x="446" y="28"/>
                </a:lnTo>
                <a:lnTo>
                  <a:pt x="446" y="29"/>
                </a:lnTo>
                <a:lnTo>
                  <a:pt x="447" y="29"/>
                </a:lnTo>
                <a:lnTo>
                  <a:pt x="448" y="29"/>
                </a:lnTo>
                <a:lnTo>
                  <a:pt x="448" y="28"/>
                </a:lnTo>
                <a:lnTo>
                  <a:pt x="449" y="29"/>
                </a:lnTo>
                <a:lnTo>
                  <a:pt x="451" y="28"/>
                </a:lnTo>
                <a:lnTo>
                  <a:pt x="452" y="27"/>
                </a:lnTo>
                <a:lnTo>
                  <a:pt x="451" y="27"/>
                </a:lnTo>
                <a:lnTo>
                  <a:pt x="452" y="26"/>
                </a:lnTo>
                <a:lnTo>
                  <a:pt x="452" y="25"/>
                </a:lnTo>
                <a:lnTo>
                  <a:pt x="452" y="24"/>
                </a:lnTo>
                <a:lnTo>
                  <a:pt x="454" y="24"/>
                </a:lnTo>
                <a:lnTo>
                  <a:pt x="454" y="23"/>
                </a:lnTo>
                <a:lnTo>
                  <a:pt x="454" y="22"/>
                </a:lnTo>
                <a:lnTo>
                  <a:pt x="455" y="21"/>
                </a:lnTo>
                <a:lnTo>
                  <a:pt x="455" y="22"/>
                </a:lnTo>
                <a:lnTo>
                  <a:pt x="455" y="23"/>
                </a:lnTo>
                <a:lnTo>
                  <a:pt x="455" y="24"/>
                </a:lnTo>
                <a:lnTo>
                  <a:pt x="456" y="24"/>
                </a:lnTo>
                <a:lnTo>
                  <a:pt x="457" y="24"/>
                </a:lnTo>
                <a:lnTo>
                  <a:pt x="457" y="23"/>
                </a:lnTo>
                <a:lnTo>
                  <a:pt x="458" y="23"/>
                </a:lnTo>
                <a:lnTo>
                  <a:pt x="459" y="23"/>
                </a:lnTo>
                <a:lnTo>
                  <a:pt x="459" y="22"/>
                </a:lnTo>
                <a:lnTo>
                  <a:pt x="459" y="21"/>
                </a:lnTo>
                <a:lnTo>
                  <a:pt x="459" y="20"/>
                </a:lnTo>
                <a:lnTo>
                  <a:pt x="460" y="20"/>
                </a:lnTo>
                <a:lnTo>
                  <a:pt x="461" y="21"/>
                </a:lnTo>
                <a:lnTo>
                  <a:pt x="460" y="22"/>
                </a:lnTo>
                <a:lnTo>
                  <a:pt x="461" y="22"/>
                </a:lnTo>
                <a:lnTo>
                  <a:pt x="462" y="22"/>
                </a:lnTo>
                <a:lnTo>
                  <a:pt x="462" y="23"/>
                </a:lnTo>
                <a:lnTo>
                  <a:pt x="462" y="24"/>
                </a:lnTo>
                <a:lnTo>
                  <a:pt x="462" y="25"/>
                </a:lnTo>
                <a:lnTo>
                  <a:pt x="462" y="26"/>
                </a:lnTo>
                <a:lnTo>
                  <a:pt x="461" y="26"/>
                </a:lnTo>
                <a:lnTo>
                  <a:pt x="461" y="27"/>
                </a:lnTo>
                <a:lnTo>
                  <a:pt x="461" y="28"/>
                </a:lnTo>
                <a:lnTo>
                  <a:pt x="460" y="29"/>
                </a:lnTo>
                <a:lnTo>
                  <a:pt x="460" y="30"/>
                </a:lnTo>
                <a:lnTo>
                  <a:pt x="459" y="30"/>
                </a:lnTo>
                <a:lnTo>
                  <a:pt x="459" y="31"/>
                </a:lnTo>
                <a:lnTo>
                  <a:pt x="459" y="32"/>
                </a:lnTo>
                <a:lnTo>
                  <a:pt x="459" y="34"/>
                </a:lnTo>
                <a:lnTo>
                  <a:pt x="459" y="35"/>
                </a:lnTo>
                <a:lnTo>
                  <a:pt x="459" y="36"/>
                </a:lnTo>
                <a:lnTo>
                  <a:pt x="459" y="37"/>
                </a:lnTo>
                <a:lnTo>
                  <a:pt x="458" y="37"/>
                </a:lnTo>
                <a:lnTo>
                  <a:pt x="457" y="37"/>
                </a:lnTo>
                <a:lnTo>
                  <a:pt x="456" y="37"/>
                </a:lnTo>
                <a:lnTo>
                  <a:pt x="455" y="38"/>
                </a:lnTo>
                <a:lnTo>
                  <a:pt x="455" y="39"/>
                </a:lnTo>
                <a:lnTo>
                  <a:pt x="454" y="39"/>
                </a:lnTo>
                <a:lnTo>
                  <a:pt x="454" y="38"/>
                </a:lnTo>
                <a:lnTo>
                  <a:pt x="454" y="39"/>
                </a:lnTo>
                <a:lnTo>
                  <a:pt x="453" y="40"/>
                </a:lnTo>
                <a:lnTo>
                  <a:pt x="452" y="40"/>
                </a:lnTo>
                <a:lnTo>
                  <a:pt x="451" y="40"/>
                </a:lnTo>
                <a:lnTo>
                  <a:pt x="450" y="41"/>
                </a:lnTo>
                <a:lnTo>
                  <a:pt x="450" y="42"/>
                </a:lnTo>
                <a:lnTo>
                  <a:pt x="451" y="42"/>
                </a:lnTo>
                <a:lnTo>
                  <a:pt x="450" y="43"/>
                </a:lnTo>
                <a:lnTo>
                  <a:pt x="450" y="44"/>
                </a:lnTo>
                <a:lnTo>
                  <a:pt x="451" y="45"/>
                </a:lnTo>
                <a:lnTo>
                  <a:pt x="451" y="48"/>
                </a:lnTo>
                <a:lnTo>
                  <a:pt x="451" y="50"/>
                </a:lnTo>
                <a:lnTo>
                  <a:pt x="450" y="51"/>
                </a:lnTo>
                <a:lnTo>
                  <a:pt x="449" y="51"/>
                </a:lnTo>
                <a:lnTo>
                  <a:pt x="449" y="52"/>
                </a:lnTo>
                <a:lnTo>
                  <a:pt x="450" y="52"/>
                </a:lnTo>
                <a:lnTo>
                  <a:pt x="450" y="53"/>
                </a:lnTo>
                <a:lnTo>
                  <a:pt x="449" y="54"/>
                </a:lnTo>
                <a:lnTo>
                  <a:pt x="449" y="55"/>
                </a:lnTo>
                <a:lnTo>
                  <a:pt x="449" y="56"/>
                </a:lnTo>
                <a:lnTo>
                  <a:pt x="448" y="56"/>
                </a:lnTo>
                <a:lnTo>
                  <a:pt x="448" y="57"/>
                </a:lnTo>
                <a:lnTo>
                  <a:pt x="448" y="58"/>
                </a:lnTo>
                <a:lnTo>
                  <a:pt x="448" y="59"/>
                </a:lnTo>
                <a:lnTo>
                  <a:pt x="449" y="59"/>
                </a:lnTo>
                <a:lnTo>
                  <a:pt x="450" y="59"/>
                </a:lnTo>
                <a:lnTo>
                  <a:pt x="450" y="60"/>
                </a:lnTo>
                <a:lnTo>
                  <a:pt x="451" y="60"/>
                </a:lnTo>
                <a:lnTo>
                  <a:pt x="451" y="59"/>
                </a:lnTo>
                <a:lnTo>
                  <a:pt x="452" y="59"/>
                </a:lnTo>
                <a:lnTo>
                  <a:pt x="453" y="58"/>
                </a:lnTo>
                <a:lnTo>
                  <a:pt x="454" y="58"/>
                </a:lnTo>
                <a:lnTo>
                  <a:pt x="454" y="57"/>
                </a:lnTo>
                <a:lnTo>
                  <a:pt x="455" y="57"/>
                </a:lnTo>
                <a:lnTo>
                  <a:pt x="455" y="56"/>
                </a:lnTo>
                <a:lnTo>
                  <a:pt x="457" y="54"/>
                </a:lnTo>
                <a:lnTo>
                  <a:pt x="459" y="52"/>
                </a:lnTo>
                <a:lnTo>
                  <a:pt x="460" y="51"/>
                </a:lnTo>
                <a:lnTo>
                  <a:pt x="461" y="51"/>
                </a:lnTo>
                <a:lnTo>
                  <a:pt x="462" y="50"/>
                </a:lnTo>
                <a:lnTo>
                  <a:pt x="463" y="50"/>
                </a:lnTo>
                <a:lnTo>
                  <a:pt x="463" y="49"/>
                </a:lnTo>
                <a:lnTo>
                  <a:pt x="464" y="49"/>
                </a:lnTo>
                <a:lnTo>
                  <a:pt x="465" y="49"/>
                </a:lnTo>
                <a:lnTo>
                  <a:pt x="466" y="49"/>
                </a:lnTo>
                <a:lnTo>
                  <a:pt x="467" y="49"/>
                </a:lnTo>
                <a:lnTo>
                  <a:pt x="467" y="48"/>
                </a:lnTo>
                <a:lnTo>
                  <a:pt x="469" y="47"/>
                </a:lnTo>
                <a:lnTo>
                  <a:pt x="470" y="47"/>
                </a:lnTo>
                <a:lnTo>
                  <a:pt x="471" y="46"/>
                </a:lnTo>
                <a:lnTo>
                  <a:pt x="472" y="45"/>
                </a:lnTo>
                <a:lnTo>
                  <a:pt x="473" y="45"/>
                </a:lnTo>
                <a:lnTo>
                  <a:pt x="474" y="45"/>
                </a:lnTo>
                <a:lnTo>
                  <a:pt x="476" y="46"/>
                </a:lnTo>
                <a:lnTo>
                  <a:pt x="477" y="45"/>
                </a:lnTo>
                <a:lnTo>
                  <a:pt x="478" y="44"/>
                </a:lnTo>
                <a:lnTo>
                  <a:pt x="479" y="44"/>
                </a:lnTo>
                <a:lnTo>
                  <a:pt x="480" y="43"/>
                </a:lnTo>
                <a:lnTo>
                  <a:pt x="480" y="42"/>
                </a:lnTo>
                <a:lnTo>
                  <a:pt x="481" y="42"/>
                </a:lnTo>
                <a:lnTo>
                  <a:pt x="481" y="41"/>
                </a:lnTo>
                <a:lnTo>
                  <a:pt x="482" y="41"/>
                </a:lnTo>
                <a:lnTo>
                  <a:pt x="483" y="41"/>
                </a:lnTo>
                <a:lnTo>
                  <a:pt x="484" y="41"/>
                </a:lnTo>
                <a:lnTo>
                  <a:pt x="485" y="41"/>
                </a:lnTo>
                <a:lnTo>
                  <a:pt x="488" y="41"/>
                </a:lnTo>
                <a:lnTo>
                  <a:pt x="489" y="40"/>
                </a:lnTo>
                <a:lnTo>
                  <a:pt x="490" y="39"/>
                </a:lnTo>
                <a:lnTo>
                  <a:pt x="490" y="38"/>
                </a:lnTo>
                <a:lnTo>
                  <a:pt x="491" y="37"/>
                </a:lnTo>
                <a:lnTo>
                  <a:pt x="493" y="36"/>
                </a:lnTo>
                <a:lnTo>
                  <a:pt x="493" y="37"/>
                </a:lnTo>
                <a:lnTo>
                  <a:pt x="494" y="37"/>
                </a:lnTo>
                <a:lnTo>
                  <a:pt x="494" y="36"/>
                </a:lnTo>
                <a:lnTo>
                  <a:pt x="495" y="36"/>
                </a:lnTo>
                <a:lnTo>
                  <a:pt x="495" y="37"/>
                </a:lnTo>
                <a:lnTo>
                  <a:pt x="496" y="37"/>
                </a:lnTo>
                <a:lnTo>
                  <a:pt x="497" y="37"/>
                </a:lnTo>
                <a:lnTo>
                  <a:pt x="497" y="36"/>
                </a:lnTo>
                <a:lnTo>
                  <a:pt x="498" y="36"/>
                </a:lnTo>
                <a:lnTo>
                  <a:pt x="499" y="36"/>
                </a:lnTo>
                <a:lnTo>
                  <a:pt x="499" y="35"/>
                </a:lnTo>
                <a:lnTo>
                  <a:pt x="500" y="35"/>
                </a:lnTo>
                <a:lnTo>
                  <a:pt x="501" y="35"/>
                </a:lnTo>
                <a:lnTo>
                  <a:pt x="502" y="35"/>
                </a:lnTo>
                <a:lnTo>
                  <a:pt x="502" y="36"/>
                </a:lnTo>
                <a:lnTo>
                  <a:pt x="502" y="35"/>
                </a:lnTo>
                <a:lnTo>
                  <a:pt x="503" y="35"/>
                </a:lnTo>
                <a:lnTo>
                  <a:pt x="504" y="34"/>
                </a:lnTo>
                <a:lnTo>
                  <a:pt x="505" y="34"/>
                </a:lnTo>
                <a:lnTo>
                  <a:pt x="506" y="33"/>
                </a:lnTo>
                <a:lnTo>
                  <a:pt x="507" y="33"/>
                </a:lnTo>
                <a:lnTo>
                  <a:pt x="508" y="33"/>
                </a:lnTo>
                <a:lnTo>
                  <a:pt x="509" y="33"/>
                </a:lnTo>
                <a:lnTo>
                  <a:pt x="509" y="32"/>
                </a:lnTo>
                <a:lnTo>
                  <a:pt x="510" y="32"/>
                </a:lnTo>
                <a:lnTo>
                  <a:pt x="511" y="31"/>
                </a:lnTo>
                <a:lnTo>
                  <a:pt x="512" y="30"/>
                </a:lnTo>
                <a:lnTo>
                  <a:pt x="512" y="29"/>
                </a:lnTo>
                <a:lnTo>
                  <a:pt x="513" y="29"/>
                </a:lnTo>
                <a:lnTo>
                  <a:pt x="514" y="28"/>
                </a:lnTo>
                <a:lnTo>
                  <a:pt x="514" y="27"/>
                </a:lnTo>
                <a:lnTo>
                  <a:pt x="515" y="27"/>
                </a:lnTo>
                <a:lnTo>
                  <a:pt x="516" y="27"/>
                </a:lnTo>
                <a:lnTo>
                  <a:pt x="517" y="26"/>
                </a:lnTo>
                <a:lnTo>
                  <a:pt x="518" y="26"/>
                </a:lnTo>
                <a:lnTo>
                  <a:pt x="519" y="26"/>
                </a:lnTo>
                <a:lnTo>
                  <a:pt x="518" y="26"/>
                </a:lnTo>
                <a:lnTo>
                  <a:pt x="518" y="27"/>
                </a:lnTo>
                <a:lnTo>
                  <a:pt x="518" y="28"/>
                </a:lnTo>
                <a:lnTo>
                  <a:pt x="518" y="29"/>
                </a:lnTo>
                <a:lnTo>
                  <a:pt x="517" y="29"/>
                </a:lnTo>
                <a:lnTo>
                  <a:pt x="517" y="30"/>
                </a:lnTo>
                <a:lnTo>
                  <a:pt x="518" y="31"/>
                </a:lnTo>
                <a:lnTo>
                  <a:pt x="517" y="31"/>
                </a:lnTo>
                <a:lnTo>
                  <a:pt x="517" y="32"/>
                </a:lnTo>
                <a:lnTo>
                  <a:pt x="518" y="32"/>
                </a:lnTo>
                <a:lnTo>
                  <a:pt x="517" y="32"/>
                </a:lnTo>
                <a:lnTo>
                  <a:pt x="516" y="32"/>
                </a:lnTo>
                <a:lnTo>
                  <a:pt x="516" y="33"/>
                </a:lnTo>
                <a:lnTo>
                  <a:pt x="517" y="33"/>
                </a:lnTo>
                <a:lnTo>
                  <a:pt x="516" y="35"/>
                </a:lnTo>
                <a:lnTo>
                  <a:pt x="515" y="35"/>
                </a:lnTo>
                <a:lnTo>
                  <a:pt x="515" y="36"/>
                </a:lnTo>
                <a:lnTo>
                  <a:pt x="514" y="36"/>
                </a:lnTo>
                <a:lnTo>
                  <a:pt x="514" y="37"/>
                </a:lnTo>
                <a:lnTo>
                  <a:pt x="514" y="38"/>
                </a:lnTo>
                <a:lnTo>
                  <a:pt x="514" y="40"/>
                </a:lnTo>
                <a:lnTo>
                  <a:pt x="514" y="41"/>
                </a:lnTo>
                <a:lnTo>
                  <a:pt x="513" y="41"/>
                </a:lnTo>
                <a:lnTo>
                  <a:pt x="512" y="41"/>
                </a:lnTo>
                <a:lnTo>
                  <a:pt x="511" y="41"/>
                </a:lnTo>
                <a:lnTo>
                  <a:pt x="510" y="41"/>
                </a:lnTo>
                <a:lnTo>
                  <a:pt x="510" y="40"/>
                </a:lnTo>
                <a:lnTo>
                  <a:pt x="509" y="40"/>
                </a:lnTo>
                <a:lnTo>
                  <a:pt x="507" y="41"/>
                </a:lnTo>
                <a:lnTo>
                  <a:pt x="506" y="41"/>
                </a:lnTo>
                <a:lnTo>
                  <a:pt x="505" y="41"/>
                </a:lnTo>
                <a:lnTo>
                  <a:pt x="504" y="41"/>
                </a:lnTo>
                <a:lnTo>
                  <a:pt x="502" y="42"/>
                </a:lnTo>
                <a:lnTo>
                  <a:pt x="501" y="42"/>
                </a:lnTo>
                <a:lnTo>
                  <a:pt x="501" y="43"/>
                </a:lnTo>
                <a:lnTo>
                  <a:pt x="501" y="44"/>
                </a:lnTo>
                <a:lnTo>
                  <a:pt x="501" y="45"/>
                </a:lnTo>
                <a:lnTo>
                  <a:pt x="500" y="45"/>
                </a:lnTo>
                <a:lnTo>
                  <a:pt x="500" y="46"/>
                </a:lnTo>
                <a:lnTo>
                  <a:pt x="499" y="46"/>
                </a:lnTo>
                <a:lnTo>
                  <a:pt x="498" y="46"/>
                </a:lnTo>
                <a:lnTo>
                  <a:pt x="498" y="47"/>
                </a:lnTo>
                <a:lnTo>
                  <a:pt x="499" y="47"/>
                </a:lnTo>
                <a:lnTo>
                  <a:pt x="499" y="48"/>
                </a:lnTo>
                <a:lnTo>
                  <a:pt x="499" y="50"/>
                </a:lnTo>
                <a:lnTo>
                  <a:pt x="498" y="51"/>
                </a:lnTo>
                <a:lnTo>
                  <a:pt x="498" y="52"/>
                </a:lnTo>
                <a:lnTo>
                  <a:pt x="498" y="51"/>
                </a:lnTo>
                <a:lnTo>
                  <a:pt x="497" y="51"/>
                </a:lnTo>
                <a:lnTo>
                  <a:pt x="497" y="52"/>
                </a:lnTo>
                <a:lnTo>
                  <a:pt x="496" y="52"/>
                </a:lnTo>
                <a:lnTo>
                  <a:pt x="495" y="52"/>
                </a:lnTo>
                <a:lnTo>
                  <a:pt x="495" y="53"/>
                </a:lnTo>
                <a:lnTo>
                  <a:pt x="494" y="53"/>
                </a:lnTo>
                <a:lnTo>
                  <a:pt x="493" y="53"/>
                </a:lnTo>
                <a:lnTo>
                  <a:pt x="493" y="54"/>
                </a:lnTo>
                <a:lnTo>
                  <a:pt x="492" y="54"/>
                </a:lnTo>
                <a:lnTo>
                  <a:pt x="492" y="53"/>
                </a:lnTo>
                <a:lnTo>
                  <a:pt x="489" y="53"/>
                </a:lnTo>
                <a:lnTo>
                  <a:pt x="488" y="53"/>
                </a:lnTo>
                <a:lnTo>
                  <a:pt x="488" y="54"/>
                </a:lnTo>
                <a:lnTo>
                  <a:pt x="486" y="55"/>
                </a:lnTo>
                <a:lnTo>
                  <a:pt x="485" y="55"/>
                </a:lnTo>
                <a:lnTo>
                  <a:pt x="484" y="55"/>
                </a:lnTo>
                <a:lnTo>
                  <a:pt x="484" y="57"/>
                </a:lnTo>
                <a:lnTo>
                  <a:pt x="483" y="58"/>
                </a:lnTo>
                <a:lnTo>
                  <a:pt x="482" y="58"/>
                </a:lnTo>
                <a:lnTo>
                  <a:pt x="482" y="59"/>
                </a:lnTo>
                <a:lnTo>
                  <a:pt x="481" y="59"/>
                </a:lnTo>
                <a:lnTo>
                  <a:pt x="481" y="60"/>
                </a:lnTo>
                <a:lnTo>
                  <a:pt x="481" y="61"/>
                </a:lnTo>
                <a:lnTo>
                  <a:pt x="481" y="63"/>
                </a:lnTo>
                <a:lnTo>
                  <a:pt x="480" y="63"/>
                </a:lnTo>
                <a:lnTo>
                  <a:pt x="479" y="63"/>
                </a:lnTo>
                <a:lnTo>
                  <a:pt x="478" y="63"/>
                </a:lnTo>
                <a:lnTo>
                  <a:pt x="477" y="63"/>
                </a:lnTo>
                <a:lnTo>
                  <a:pt x="476" y="64"/>
                </a:lnTo>
                <a:lnTo>
                  <a:pt x="474" y="64"/>
                </a:lnTo>
                <a:lnTo>
                  <a:pt x="473" y="65"/>
                </a:lnTo>
                <a:lnTo>
                  <a:pt x="472" y="64"/>
                </a:lnTo>
                <a:lnTo>
                  <a:pt x="472" y="65"/>
                </a:lnTo>
                <a:lnTo>
                  <a:pt x="471" y="66"/>
                </a:lnTo>
                <a:lnTo>
                  <a:pt x="471" y="65"/>
                </a:lnTo>
                <a:lnTo>
                  <a:pt x="469" y="65"/>
                </a:lnTo>
                <a:lnTo>
                  <a:pt x="468" y="65"/>
                </a:lnTo>
                <a:lnTo>
                  <a:pt x="467" y="65"/>
                </a:lnTo>
                <a:lnTo>
                  <a:pt x="466" y="65"/>
                </a:lnTo>
                <a:lnTo>
                  <a:pt x="464" y="66"/>
                </a:lnTo>
                <a:lnTo>
                  <a:pt x="463" y="67"/>
                </a:lnTo>
                <a:lnTo>
                  <a:pt x="462" y="68"/>
                </a:lnTo>
                <a:lnTo>
                  <a:pt x="462" y="69"/>
                </a:lnTo>
                <a:lnTo>
                  <a:pt x="461" y="71"/>
                </a:lnTo>
                <a:lnTo>
                  <a:pt x="460" y="71"/>
                </a:lnTo>
                <a:lnTo>
                  <a:pt x="460" y="72"/>
                </a:lnTo>
                <a:lnTo>
                  <a:pt x="459" y="73"/>
                </a:lnTo>
                <a:lnTo>
                  <a:pt x="458" y="73"/>
                </a:lnTo>
                <a:lnTo>
                  <a:pt x="457" y="73"/>
                </a:lnTo>
                <a:lnTo>
                  <a:pt x="458" y="73"/>
                </a:lnTo>
                <a:lnTo>
                  <a:pt x="459" y="73"/>
                </a:lnTo>
                <a:lnTo>
                  <a:pt x="459" y="74"/>
                </a:lnTo>
                <a:lnTo>
                  <a:pt x="457" y="74"/>
                </a:lnTo>
                <a:lnTo>
                  <a:pt x="457" y="75"/>
                </a:lnTo>
                <a:lnTo>
                  <a:pt x="456" y="76"/>
                </a:lnTo>
                <a:lnTo>
                  <a:pt x="455" y="76"/>
                </a:lnTo>
                <a:lnTo>
                  <a:pt x="455" y="77"/>
                </a:lnTo>
                <a:lnTo>
                  <a:pt x="455" y="78"/>
                </a:lnTo>
                <a:lnTo>
                  <a:pt x="455" y="79"/>
                </a:lnTo>
                <a:lnTo>
                  <a:pt x="454" y="79"/>
                </a:lnTo>
                <a:lnTo>
                  <a:pt x="454" y="80"/>
                </a:lnTo>
                <a:lnTo>
                  <a:pt x="453" y="81"/>
                </a:lnTo>
                <a:lnTo>
                  <a:pt x="453" y="82"/>
                </a:lnTo>
                <a:lnTo>
                  <a:pt x="452" y="82"/>
                </a:lnTo>
                <a:lnTo>
                  <a:pt x="451" y="83"/>
                </a:lnTo>
                <a:lnTo>
                  <a:pt x="450" y="83"/>
                </a:lnTo>
                <a:lnTo>
                  <a:pt x="450" y="84"/>
                </a:lnTo>
                <a:lnTo>
                  <a:pt x="450" y="83"/>
                </a:lnTo>
                <a:lnTo>
                  <a:pt x="449" y="83"/>
                </a:lnTo>
                <a:lnTo>
                  <a:pt x="449" y="84"/>
                </a:lnTo>
                <a:lnTo>
                  <a:pt x="450" y="84"/>
                </a:lnTo>
                <a:lnTo>
                  <a:pt x="450" y="85"/>
                </a:lnTo>
                <a:lnTo>
                  <a:pt x="450" y="86"/>
                </a:lnTo>
                <a:lnTo>
                  <a:pt x="450" y="87"/>
                </a:lnTo>
                <a:lnTo>
                  <a:pt x="450" y="88"/>
                </a:lnTo>
                <a:lnTo>
                  <a:pt x="451" y="89"/>
                </a:lnTo>
                <a:lnTo>
                  <a:pt x="450" y="89"/>
                </a:lnTo>
                <a:lnTo>
                  <a:pt x="450" y="90"/>
                </a:lnTo>
                <a:lnTo>
                  <a:pt x="449" y="90"/>
                </a:lnTo>
                <a:lnTo>
                  <a:pt x="448" y="90"/>
                </a:lnTo>
                <a:lnTo>
                  <a:pt x="448" y="91"/>
                </a:lnTo>
                <a:lnTo>
                  <a:pt x="447" y="91"/>
                </a:lnTo>
                <a:lnTo>
                  <a:pt x="446" y="92"/>
                </a:lnTo>
                <a:lnTo>
                  <a:pt x="445" y="92"/>
                </a:lnTo>
                <a:lnTo>
                  <a:pt x="444" y="93"/>
                </a:lnTo>
                <a:lnTo>
                  <a:pt x="443" y="93"/>
                </a:lnTo>
                <a:lnTo>
                  <a:pt x="443" y="94"/>
                </a:lnTo>
                <a:lnTo>
                  <a:pt x="442" y="94"/>
                </a:lnTo>
                <a:lnTo>
                  <a:pt x="442" y="95"/>
                </a:lnTo>
                <a:lnTo>
                  <a:pt x="441" y="95"/>
                </a:lnTo>
                <a:lnTo>
                  <a:pt x="441" y="96"/>
                </a:lnTo>
                <a:lnTo>
                  <a:pt x="440" y="96"/>
                </a:lnTo>
                <a:lnTo>
                  <a:pt x="440" y="97"/>
                </a:lnTo>
                <a:lnTo>
                  <a:pt x="439" y="97"/>
                </a:lnTo>
                <a:lnTo>
                  <a:pt x="438" y="97"/>
                </a:lnTo>
                <a:lnTo>
                  <a:pt x="437" y="97"/>
                </a:lnTo>
                <a:lnTo>
                  <a:pt x="436" y="97"/>
                </a:lnTo>
                <a:lnTo>
                  <a:pt x="435" y="97"/>
                </a:lnTo>
                <a:lnTo>
                  <a:pt x="434" y="97"/>
                </a:lnTo>
                <a:lnTo>
                  <a:pt x="433" y="96"/>
                </a:lnTo>
                <a:lnTo>
                  <a:pt x="432" y="96"/>
                </a:lnTo>
                <a:lnTo>
                  <a:pt x="431" y="96"/>
                </a:lnTo>
                <a:lnTo>
                  <a:pt x="431" y="97"/>
                </a:lnTo>
                <a:lnTo>
                  <a:pt x="430" y="97"/>
                </a:lnTo>
                <a:lnTo>
                  <a:pt x="429" y="97"/>
                </a:lnTo>
                <a:lnTo>
                  <a:pt x="430" y="98"/>
                </a:lnTo>
                <a:lnTo>
                  <a:pt x="429" y="99"/>
                </a:lnTo>
                <a:lnTo>
                  <a:pt x="428" y="99"/>
                </a:lnTo>
                <a:lnTo>
                  <a:pt x="427" y="98"/>
                </a:lnTo>
                <a:lnTo>
                  <a:pt x="427" y="97"/>
                </a:lnTo>
                <a:lnTo>
                  <a:pt x="426" y="98"/>
                </a:lnTo>
                <a:lnTo>
                  <a:pt x="426" y="99"/>
                </a:lnTo>
                <a:lnTo>
                  <a:pt x="426" y="100"/>
                </a:lnTo>
                <a:lnTo>
                  <a:pt x="425" y="101"/>
                </a:lnTo>
                <a:lnTo>
                  <a:pt x="425" y="102"/>
                </a:lnTo>
                <a:lnTo>
                  <a:pt x="423" y="102"/>
                </a:lnTo>
                <a:lnTo>
                  <a:pt x="422" y="102"/>
                </a:lnTo>
                <a:lnTo>
                  <a:pt x="421" y="102"/>
                </a:lnTo>
                <a:lnTo>
                  <a:pt x="420" y="102"/>
                </a:lnTo>
                <a:lnTo>
                  <a:pt x="420" y="103"/>
                </a:lnTo>
                <a:lnTo>
                  <a:pt x="420" y="104"/>
                </a:lnTo>
                <a:lnTo>
                  <a:pt x="420" y="105"/>
                </a:lnTo>
                <a:lnTo>
                  <a:pt x="420" y="106"/>
                </a:lnTo>
                <a:lnTo>
                  <a:pt x="420" y="107"/>
                </a:lnTo>
                <a:lnTo>
                  <a:pt x="420" y="106"/>
                </a:lnTo>
                <a:lnTo>
                  <a:pt x="419" y="107"/>
                </a:lnTo>
                <a:lnTo>
                  <a:pt x="418" y="108"/>
                </a:lnTo>
                <a:lnTo>
                  <a:pt x="418" y="109"/>
                </a:lnTo>
                <a:lnTo>
                  <a:pt x="417" y="109"/>
                </a:lnTo>
                <a:lnTo>
                  <a:pt x="417" y="110"/>
                </a:lnTo>
                <a:lnTo>
                  <a:pt x="416" y="111"/>
                </a:lnTo>
                <a:lnTo>
                  <a:pt x="416" y="112"/>
                </a:lnTo>
                <a:lnTo>
                  <a:pt x="415" y="112"/>
                </a:lnTo>
                <a:lnTo>
                  <a:pt x="414" y="114"/>
                </a:lnTo>
                <a:lnTo>
                  <a:pt x="413" y="114"/>
                </a:lnTo>
                <a:lnTo>
                  <a:pt x="412" y="114"/>
                </a:lnTo>
                <a:lnTo>
                  <a:pt x="412" y="115"/>
                </a:lnTo>
                <a:lnTo>
                  <a:pt x="412" y="116"/>
                </a:lnTo>
                <a:lnTo>
                  <a:pt x="412" y="117"/>
                </a:lnTo>
                <a:lnTo>
                  <a:pt x="412" y="118"/>
                </a:lnTo>
                <a:lnTo>
                  <a:pt x="412" y="120"/>
                </a:lnTo>
                <a:lnTo>
                  <a:pt x="409" y="120"/>
                </a:lnTo>
                <a:lnTo>
                  <a:pt x="408" y="120"/>
                </a:lnTo>
                <a:lnTo>
                  <a:pt x="407" y="121"/>
                </a:lnTo>
                <a:lnTo>
                  <a:pt x="406" y="121"/>
                </a:lnTo>
                <a:lnTo>
                  <a:pt x="405" y="122"/>
                </a:lnTo>
                <a:lnTo>
                  <a:pt x="405" y="123"/>
                </a:lnTo>
                <a:lnTo>
                  <a:pt x="404" y="123"/>
                </a:lnTo>
                <a:lnTo>
                  <a:pt x="404" y="124"/>
                </a:lnTo>
                <a:lnTo>
                  <a:pt x="405" y="125"/>
                </a:lnTo>
                <a:lnTo>
                  <a:pt x="406" y="126"/>
                </a:lnTo>
                <a:lnTo>
                  <a:pt x="407" y="127"/>
                </a:lnTo>
                <a:lnTo>
                  <a:pt x="408" y="128"/>
                </a:lnTo>
                <a:lnTo>
                  <a:pt x="408" y="129"/>
                </a:lnTo>
                <a:lnTo>
                  <a:pt x="408" y="130"/>
                </a:lnTo>
                <a:lnTo>
                  <a:pt x="407" y="131"/>
                </a:lnTo>
                <a:lnTo>
                  <a:pt x="406" y="131"/>
                </a:lnTo>
                <a:lnTo>
                  <a:pt x="405" y="132"/>
                </a:lnTo>
                <a:lnTo>
                  <a:pt x="404" y="132"/>
                </a:lnTo>
                <a:lnTo>
                  <a:pt x="403" y="132"/>
                </a:lnTo>
                <a:lnTo>
                  <a:pt x="402" y="132"/>
                </a:lnTo>
                <a:lnTo>
                  <a:pt x="402" y="133"/>
                </a:lnTo>
                <a:lnTo>
                  <a:pt x="402" y="134"/>
                </a:lnTo>
                <a:lnTo>
                  <a:pt x="402" y="135"/>
                </a:lnTo>
                <a:lnTo>
                  <a:pt x="403" y="135"/>
                </a:lnTo>
                <a:lnTo>
                  <a:pt x="403" y="136"/>
                </a:lnTo>
                <a:lnTo>
                  <a:pt x="405" y="136"/>
                </a:lnTo>
                <a:lnTo>
                  <a:pt x="405" y="137"/>
                </a:lnTo>
                <a:lnTo>
                  <a:pt x="404" y="137"/>
                </a:lnTo>
                <a:lnTo>
                  <a:pt x="404" y="138"/>
                </a:lnTo>
                <a:lnTo>
                  <a:pt x="403" y="138"/>
                </a:lnTo>
                <a:lnTo>
                  <a:pt x="403" y="139"/>
                </a:lnTo>
                <a:lnTo>
                  <a:pt x="402" y="139"/>
                </a:lnTo>
                <a:lnTo>
                  <a:pt x="403" y="139"/>
                </a:lnTo>
                <a:lnTo>
                  <a:pt x="405" y="140"/>
                </a:lnTo>
                <a:lnTo>
                  <a:pt x="406" y="140"/>
                </a:lnTo>
                <a:lnTo>
                  <a:pt x="406" y="139"/>
                </a:lnTo>
                <a:lnTo>
                  <a:pt x="406" y="138"/>
                </a:lnTo>
                <a:lnTo>
                  <a:pt x="407" y="137"/>
                </a:lnTo>
                <a:lnTo>
                  <a:pt x="408" y="138"/>
                </a:lnTo>
                <a:lnTo>
                  <a:pt x="408" y="139"/>
                </a:lnTo>
                <a:lnTo>
                  <a:pt x="408" y="140"/>
                </a:lnTo>
                <a:lnTo>
                  <a:pt x="408" y="141"/>
                </a:lnTo>
                <a:lnTo>
                  <a:pt x="410" y="141"/>
                </a:lnTo>
                <a:lnTo>
                  <a:pt x="410" y="142"/>
                </a:lnTo>
                <a:lnTo>
                  <a:pt x="411" y="143"/>
                </a:lnTo>
                <a:lnTo>
                  <a:pt x="412" y="143"/>
                </a:lnTo>
                <a:lnTo>
                  <a:pt x="412" y="142"/>
                </a:lnTo>
                <a:lnTo>
                  <a:pt x="413" y="141"/>
                </a:lnTo>
                <a:lnTo>
                  <a:pt x="414" y="141"/>
                </a:lnTo>
                <a:lnTo>
                  <a:pt x="414" y="140"/>
                </a:lnTo>
                <a:lnTo>
                  <a:pt x="415" y="140"/>
                </a:lnTo>
                <a:lnTo>
                  <a:pt x="416" y="141"/>
                </a:lnTo>
                <a:lnTo>
                  <a:pt x="417" y="141"/>
                </a:lnTo>
                <a:lnTo>
                  <a:pt x="418" y="141"/>
                </a:lnTo>
                <a:lnTo>
                  <a:pt x="419" y="141"/>
                </a:lnTo>
                <a:lnTo>
                  <a:pt x="419" y="142"/>
                </a:lnTo>
                <a:lnTo>
                  <a:pt x="420" y="142"/>
                </a:lnTo>
                <a:lnTo>
                  <a:pt x="420" y="143"/>
                </a:lnTo>
                <a:lnTo>
                  <a:pt x="421" y="143"/>
                </a:lnTo>
                <a:lnTo>
                  <a:pt x="421" y="142"/>
                </a:lnTo>
                <a:lnTo>
                  <a:pt x="422" y="142"/>
                </a:lnTo>
                <a:lnTo>
                  <a:pt x="423" y="141"/>
                </a:lnTo>
                <a:lnTo>
                  <a:pt x="424" y="141"/>
                </a:lnTo>
                <a:lnTo>
                  <a:pt x="424" y="140"/>
                </a:lnTo>
                <a:lnTo>
                  <a:pt x="425" y="140"/>
                </a:lnTo>
                <a:lnTo>
                  <a:pt x="426" y="141"/>
                </a:lnTo>
                <a:lnTo>
                  <a:pt x="427" y="141"/>
                </a:lnTo>
                <a:lnTo>
                  <a:pt x="427" y="140"/>
                </a:lnTo>
                <a:lnTo>
                  <a:pt x="427" y="141"/>
                </a:lnTo>
                <a:lnTo>
                  <a:pt x="428" y="140"/>
                </a:lnTo>
                <a:lnTo>
                  <a:pt x="429" y="140"/>
                </a:lnTo>
                <a:lnTo>
                  <a:pt x="429" y="139"/>
                </a:lnTo>
                <a:lnTo>
                  <a:pt x="430" y="139"/>
                </a:lnTo>
                <a:lnTo>
                  <a:pt x="430" y="140"/>
                </a:lnTo>
                <a:lnTo>
                  <a:pt x="430" y="141"/>
                </a:lnTo>
                <a:lnTo>
                  <a:pt x="430" y="142"/>
                </a:lnTo>
                <a:lnTo>
                  <a:pt x="431" y="142"/>
                </a:lnTo>
                <a:lnTo>
                  <a:pt x="432" y="143"/>
                </a:lnTo>
                <a:lnTo>
                  <a:pt x="432" y="144"/>
                </a:lnTo>
                <a:lnTo>
                  <a:pt x="433" y="144"/>
                </a:lnTo>
                <a:lnTo>
                  <a:pt x="434" y="144"/>
                </a:lnTo>
                <a:lnTo>
                  <a:pt x="435" y="144"/>
                </a:lnTo>
                <a:lnTo>
                  <a:pt x="436" y="144"/>
                </a:lnTo>
                <a:lnTo>
                  <a:pt x="435" y="145"/>
                </a:lnTo>
                <a:lnTo>
                  <a:pt x="436" y="145"/>
                </a:lnTo>
                <a:lnTo>
                  <a:pt x="437" y="144"/>
                </a:lnTo>
                <a:lnTo>
                  <a:pt x="439" y="145"/>
                </a:lnTo>
                <a:lnTo>
                  <a:pt x="438" y="146"/>
                </a:lnTo>
                <a:lnTo>
                  <a:pt x="437" y="146"/>
                </a:lnTo>
                <a:lnTo>
                  <a:pt x="436" y="148"/>
                </a:lnTo>
                <a:lnTo>
                  <a:pt x="436" y="147"/>
                </a:lnTo>
                <a:lnTo>
                  <a:pt x="436" y="148"/>
                </a:lnTo>
                <a:lnTo>
                  <a:pt x="435" y="148"/>
                </a:lnTo>
                <a:lnTo>
                  <a:pt x="435" y="149"/>
                </a:lnTo>
                <a:lnTo>
                  <a:pt x="437" y="149"/>
                </a:lnTo>
                <a:lnTo>
                  <a:pt x="437" y="150"/>
                </a:lnTo>
                <a:lnTo>
                  <a:pt x="438" y="150"/>
                </a:lnTo>
                <a:lnTo>
                  <a:pt x="438" y="149"/>
                </a:lnTo>
                <a:lnTo>
                  <a:pt x="439" y="149"/>
                </a:lnTo>
                <a:lnTo>
                  <a:pt x="440" y="149"/>
                </a:lnTo>
                <a:lnTo>
                  <a:pt x="441" y="149"/>
                </a:lnTo>
                <a:lnTo>
                  <a:pt x="441" y="150"/>
                </a:lnTo>
                <a:lnTo>
                  <a:pt x="440" y="151"/>
                </a:lnTo>
                <a:lnTo>
                  <a:pt x="439" y="152"/>
                </a:lnTo>
                <a:lnTo>
                  <a:pt x="440" y="153"/>
                </a:lnTo>
                <a:lnTo>
                  <a:pt x="440" y="154"/>
                </a:lnTo>
                <a:lnTo>
                  <a:pt x="440" y="155"/>
                </a:lnTo>
                <a:lnTo>
                  <a:pt x="440" y="156"/>
                </a:lnTo>
                <a:lnTo>
                  <a:pt x="441" y="156"/>
                </a:lnTo>
                <a:lnTo>
                  <a:pt x="442" y="156"/>
                </a:lnTo>
                <a:lnTo>
                  <a:pt x="442" y="155"/>
                </a:lnTo>
                <a:lnTo>
                  <a:pt x="443" y="155"/>
                </a:lnTo>
                <a:lnTo>
                  <a:pt x="444" y="155"/>
                </a:lnTo>
                <a:lnTo>
                  <a:pt x="444" y="156"/>
                </a:lnTo>
                <a:lnTo>
                  <a:pt x="445" y="155"/>
                </a:lnTo>
                <a:lnTo>
                  <a:pt x="445" y="154"/>
                </a:lnTo>
                <a:lnTo>
                  <a:pt x="446" y="154"/>
                </a:lnTo>
                <a:lnTo>
                  <a:pt x="447" y="154"/>
                </a:lnTo>
                <a:lnTo>
                  <a:pt x="447" y="155"/>
                </a:lnTo>
                <a:lnTo>
                  <a:pt x="448" y="155"/>
                </a:lnTo>
                <a:lnTo>
                  <a:pt x="449" y="155"/>
                </a:lnTo>
                <a:lnTo>
                  <a:pt x="450" y="156"/>
                </a:lnTo>
                <a:lnTo>
                  <a:pt x="450" y="157"/>
                </a:lnTo>
                <a:lnTo>
                  <a:pt x="452" y="157"/>
                </a:lnTo>
                <a:lnTo>
                  <a:pt x="452" y="158"/>
                </a:lnTo>
                <a:lnTo>
                  <a:pt x="453" y="157"/>
                </a:lnTo>
                <a:lnTo>
                  <a:pt x="454" y="157"/>
                </a:lnTo>
                <a:lnTo>
                  <a:pt x="455" y="158"/>
                </a:lnTo>
                <a:lnTo>
                  <a:pt x="455" y="159"/>
                </a:lnTo>
                <a:lnTo>
                  <a:pt x="456" y="159"/>
                </a:lnTo>
                <a:lnTo>
                  <a:pt x="456" y="160"/>
                </a:lnTo>
                <a:lnTo>
                  <a:pt x="457" y="160"/>
                </a:lnTo>
                <a:lnTo>
                  <a:pt x="457" y="162"/>
                </a:lnTo>
                <a:lnTo>
                  <a:pt x="458" y="164"/>
                </a:lnTo>
                <a:lnTo>
                  <a:pt x="459" y="165"/>
                </a:lnTo>
                <a:lnTo>
                  <a:pt x="459" y="166"/>
                </a:lnTo>
                <a:lnTo>
                  <a:pt x="458" y="167"/>
                </a:lnTo>
                <a:lnTo>
                  <a:pt x="457" y="167"/>
                </a:lnTo>
                <a:lnTo>
                  <a:pt x="457" y="168"/>
                </a:lnTo>
                <a:lnTo>
                  <a:pt x="458" y="168"/>
                </a:lnTo>
                <a:lnTo>
                  <a:pt x="458" y="169"/>
                </a:lnTo>
                <a:lnTo>
                  <a:pt x="459" y="171"/>
                </a:lnTo>
                <a:lnTo>
                  <a:pt x="459" y="173"/>
                </a:lnTo>
                <a:lnTo>
                  <a:pt x="459" y="174"/>
                </a:lnTo>
                <a:lnTo>
                  <a:pt x="458" y="174"/>
                </a:lnTo>
                <a:lnTo>
                  <a:pt x="459" y="175"/>
                </a:lnTo>
                <a:lnTo>
                  <a:pt x="460" y="175"/>
                </a:lnTo>
                <a:lnTo>
                  <a:pt x="460" y="176"/>
                </a:lnTo>
                <a:lnTo>
                  <a:pt x="460" y="177"/>
                </a:lnTo>
                <a:lnTo>
                  <a:pt x="460" y="178"/>
                </a:lnTo>
                <a:lnTo>
                  <a:pt x="460" y="177"/>
                </a:lnTo>
                <a:lnTo>
                  <a:pt x="461" y="177"/>
                </a:lnTo>
                <a:lnTo>
                  <a:pt x="462" y="178"/>
                </a:lnTo>
                <a:lnTo>
                  <a:pt x="462" y="179"/>
                </a:lnTo>
                <a:lnTo>
                  <a:pt x="463" y="180"/>
                </a:lnTo>
                <a:lnTo>
                  <a:pt x="463" y="181"/>
                </a:lnTo>
                <a:lnTo>
                  <a:pt x="464" y="181"/>
                </a:lnTo>
                <a:lnTo>
                  <a:pt x="464" y="182"/>
                </a:lnTo>
                <a:lnTo>
                  <a:pt x="465" y="182"/>
                </a:lnTo>
                <a:lnTo>
                  <a:pt x="466" y="183"/>
                </a:lnTo>
                <a:lnTo>
                  <a:pt x="467" y="183"/>
                </a:lnTo>
                <a:lnTo>
                  <a:pt x="467" y="184"/>
                </a:lnTo>
                <a:lnTo>
                  <a:pt x="468" y="184"/>
                </a:lnTo>
                <a:lnTo>
                  <a:pt x="470" y="184"/>
                </a:lnTo>
                <a:lnTo>
                  <a:pt x="471" y="184"/>
                </a:lnTo>
                <a:lnTo>
                  <a:pt x="473" y="184"/>
                </a:lnTo>
                <a:lnTo>
                  <a:pt x="474" y="184"/>
                </a:lnTo>
                <a:lnTo>
                  <a:pt x="474" y="183"/>
                </a:lnTo>
                <a:lnTo>
                  <a:pt x="475" y="184"/>
                </a:lnTo>
                <a:lnTo>
                  <a:pt x="476" y="184"/>
                </a:lnTo>
                <a:lnTo>
                  <a:pt x="477" y="184"/>
                </a:lnTo>
                <a:lnTo>
                  <a:pt x="478" y="185"/>
                </a:lnTo>
                <a:lnTo>
                  <a:pt x="480" y="185"/>
                </a:lnTo>
                <a:lnTo>
                  <a:pt x="481" y="184"/>
                </a:lnTo>
                <a:lnTo>
                  <a:pt x="481" y="183"/>
                </a:lnTo>
                <a:lnTo>
                  <a:pt x="481" y="181"/>
                </a:lnTo>
                <a:lnTo>
                  <a:pt x="482" y="181"/>
                </a:lnTo>
                <a:lnTo>
                  <a:pt x="483" y="181"/>
                </a:lnTo>
                <a:lnTo>
                  <a:pt x="483" y="182"/>
                </a:lnTo>
                <a:lnTo>
                  <a:pt x="485" y="182"/>
                </a:lnTo>
                <a:lnTo>
                  <a:pt x="486" y="182"/>
                </a:lnTo>
                <a:lnTo>
                  <a:pt x="488" y="182"/>
                </a:lnTo>
                <a:lnTo>
                  <a:pt x="489" y="182"/>
                </a:lnTo>
                <a:lnTo>
                  <a:pt x="489" y="183"/>
                </a:lnTo>
                <a:lnTo>
                  <a:pt x="490" y="183"/>
                </a:lnTo>
                <a:lnTo>
                  <a:pt x="491" y="183"/>
                </a:lnTo>
                <a:lnTo>
                  <a:pt x="491" y="184"/>
                </a:lnTo>
                <a:lnTo>
                  <a:pt x="492" y="184"/>
                </a:lnTo>
                <a:lnTo>
                  <a:pt x="493" y="184"/>
                </a:lnTo>
                <a:lnTo>
                  <a:pt x="493" y="185"/>
                </a:lnTo>
                <a:lnTo>
                  <a:pt x="494" y="185"/>
                </a:lnTo>
                <a:lnTo>
                  <a:pt x="495" y="185"/>
                </a:lnTo>
                <a:lnTo>
                  <a:pt x="498" y="184"/>
                </a:lnTo>
                <a:lnTo>
                  <a:pt x="500" y="184"/>
                </a:lnTo>
                <a:lnTo>
                  <a:pt x="503" y="183"/>
                </a:lnTo>
                <a:lnTo>
                  <a:pt x="504" y="183"/>
                </a:lnTo>
                <a:lnTo>
                  <a:pt x="506" y="183"/>
                </a:lnTo>
                <a:lnTo>
                  <a:pt x="507" y="183"/>
                </a:lnTo>
                <a:lnTo>
                  <a:pt x="508" y="183"/>
                </a:lnTo>
                <a:lnTo>
                  <a:pt x="508" y="182"/>
                </a:lnTo>
                <a:lnTo>
                  <a:pt x="508" y="180"/>
                </a:lnTo>
                <a:lnTo>
                  <a:pt x="509" y="180"/>
                </a:lnTo>
                <a:lnTo>
                  <a:pt x="509" y="179"/>
                </a:lnTo>
                <a:lnTo>
                  <a:pt x="510" y="180"/>
                </a:lnTo>
                <a:lnTo>
                  <a:pt x="511" y="180"/>
                </a:lnTo>
                <a:lnTo>
                  <a:pt x="513" y="181"/>
                </a:lnTo>
                <a:lnTo>
                  <a:pt x="514" y="181"/>
                </a:lnTo>
                <a:lnTo>
                  <a:pt x="519" y="181"/>
                </a:lnTo>
                <a:lnTo>
                  <a:pt x="519" y="182"/>
                </a:lnTo>
                <a:lnTo>
                  <a:pt x="521" y="183"/>
                </a:lnTo>
                <a:lnTo>
                  <a:pt x="522" y="184"/>
                </a:lnTo>
                <a:lnTo>
                  <a:pt x="522" y="185"/>
                </a:lnTo>
                <a:lnTo>
                  <a:pt x="523" y="185"/>
                </a:lnTo>
                <a:lnTo>
                  <a:pt x="525" y="184"/>
                </a:lnTo>
                <a:lnTo>
                  <a:pt x="526" y="184"/>
                </a:lnTo>
                <a:lnTo>
                  <a:pt x="527" y="184"/>
                </a:lnTo>
                <a:lnTo>
                  <a:pt x="528" y="184"/>
                </a:lnTo>
                <a:lnTo>
                  <a:pt x="528" y="185"/>
                </a:lnTo>
                <a:lnTo>
                  <a:pt x="527" y="186"/>
                </a:lnTo>
                <a:lnTo>
                  <a:pt x="527" y="187"/>
                </a:lnTo>
                <a:lnTo>
                  <a:pt x="527" y="188"/>
                </a:lnTo>
                <a:lnTo>
                  <a:pt x="528" y="190"/>
                </a:lnTo>
                <a:lnTo>
                  <a:pt x="528" y="191"/>
                </a:lnTo>
                <a:lnTo>
                  <a:pt x="527" y="191"/>
                </a:lnTo>
                <a:lnTo>
                  <a:pt x="526" y="192"/>
                </a:lnTo>
                <a:lnTo>
                  <a:pt x="525" y="194"/>
                </a:lnTo>
                <a:lnTo>
                  <a:pt x="524" y="194"/>
                </a:lnTo>
                <a:lnTo>
                  <a:pt x="524" y="195"/>
                </a:lnTo>
                <a:lnTo>
                  <a:pt x="524" y="196"/>
                </a:lnTo>
                <a:lnTo>
                  <a:pt x="525" y="196"/>
                </a:lnTo>
                <a:lnTo>
                  <a:pt x="525" y="197"/>
                </a:lnTo>
                <a:lnTo>
                  <a:pt x="526" y="197"/>
                </a:lnTo>
                <a:lnTo>
                  <a:pt x="526" y="198"/>
                </a:lnTo>
                <a:lnTo>
                  <a:pt x="526" y="199"/>
                </a:lnTo>
                <a:lnTo>
                  <a:pt x="527" y="199"/>
                </a:lnTo>
                <a:lnTo>
                  <a:pt x="527" y="200"/>
                </a:lnTo>
                <a:lnTo>
                  <a:pt x="528" y="200"/>
                </a:lnTo>
                <a:lnTo>
                  <a:pt x="529" y="201"/>
                </a:lnTo>
                <a:lnTo>
                  <a:pt x="528" y="201"/>
                </a:lnTo>
                <a:lnTo>
                  <a:pt x="528" y="202"/>
                </a:lnTo>
                <a:lnTo>
                  <a:pt x="528" y="203"/>
                </a:lnTo>
                <a:lnTo>
                  <a:pt x="529" y="204"/>
                </a:lnTo>
                <a:lnTo>
                  <a:pt x="530" y="204"/>
                </a:lnTo>
                <a:lnTo>
                  <a:pt x="531" y="204"/>
                </a:lnTo>
                <a:lnTo>
                  <a:pt x="532" y="204"/>
                </a:lnTo>
                <a:lnTo>
                  <a:pt x="532" y="203"/>
                </a:lnTo>
                <a:lnTo>
                  <a:pt x="534" y="204"/>
                </a:lnTo>
                <a:lnTo>
                  <a:pt x="534" y="205"/>
                </a:lnTo>
                <a:lnTo>
                  <a:pt x="535" y="206"/>
                </a:lnTo>
                <a:lnTo>
                  <a:pt x="535" y="205"/>
                </a:lnTo>
                <a:lnTo>
                  <a:pt x="536" y="205"/>
                </a:lnTo>
                <a:lnTo>
                  <a:pt x="536" y="206"/>
                </a:lnTo>
                <a:lnTo>
                  <a:pt x="536" y="207"/>
                </a:lnTo>
                <a:lnTo>
                  <a:pt x="537" y="207"/>
                </a:lnTo>
                <a:lnTo>
                  <a:pt x="537" y="208"/>
                </a:lnTo>
                <a:lnTo>
                  <a:pt x="538" y="208"/>
                </a:lnTo>
                <a:lnTo>
                  <a:pt x="538" y="207"/>
                </a:lnTo>
                <a:lnTo>
                  <a:pt x="538" y="208"/>
                </a:lnTo>
                <a:lnTo>
                  <a:pt x="539" y="208"/>
                </a:lnTo>
                <a:lnTo>
                  <a:pt x="539" y="209"/>
                </a:lnTo>
                <a:lnTo>
                  <a:pt x="541" y="209"/>
                </a:lnTo>
                <a:lnTo>
                  <a:pt x="542" y="210"/>
                </a:lnTo>
                <a:lnTo>
                  <a:pt x="543" y="210"/>
                </a:lnTo>
                <a:lnTo>
                  <a:pt x="543" y="212"/>
                </a:lnTo>
                <a:lnTo>
                  <a:pt x="543" y="213"/>
                </a:lnTo>
                <a:lnTo>
                  <a:pt x="542" y="213"/>
                </a:lnTo>
                <a:lnTo>
                  <a:pt x="542" y="214"/>
                </a:lnTo>
                <a:lnTo>
                  <a:pt x="543" y="215"/>
                </a:lnTo>
                <a:lnTo>
                  <a:pt x="544" y="214"/>
                </a:lnTo>
                <a:lnTo>
                  <a:pt x="545" y="214"/>
                </a:lnTo>
                <a:lnTo>
                  <a:pt x="546" y="214"/>
                </a:lnTo>
                <a:lnTo>
                  <a:pt x="547" y="215"/>
                </a:lnTo>
                <a:lnTo>
                  <a:pt x="548" y="215"/>
                </a:lnTo>
                <a:lnTo>
                  <a:pt x="548" y="214"/>
                </a:lnTo>
                <a:lnTo>
                  <a:pt x="548" y="213"/>
                </a:lnTo>
                <a:lnTo>
                  <a:pt x="549" y="213"/>
                </a:lnTo>
                <a:lnTo>
                  <a:pt x="550" y="213"/>
                </a:lnTo>
                <a:lnTo>
                  <a:pt x="550" y="214"/>
                </a:lnTo>
                <a:lnTo>
                  <a:pt x="550" y="215"/>
                </a:lnTo>
                <a:lnTo>
                  <a:pt x="550" y="214"/>
                </a:lnTo>
                <a:lnTo>
                  <a:pt x="552" y="215"/>
                </a:lnTo>
                <a:lnTo>
                  <a:pt x="553" y="214"/>
                </a:lnTo>
                <a:lnTo>
                  <a:pt x="554" y="212"/>
                </a:lnTo>
                <a:lnTo>
                  <a:pt x="555" y="212"/>
                </a:lnTo>
                <a:lnTo>
                  <a:pt x="556" y="212"/>
                </a:lnTo>
                <a:lnTo>
                  <a:pt x="557" y="212"/>
                </a:lnTo>
                <a:lnTo>
                  <a:pt x="558" y="212"/>
                </a:lnTo>
                <a:lnTo>
                  <a:pt x="560" y="212"/>
                </a:lnTo>
                <a:lnTo>
                  <a:pt x="560" y="213"/>
                </a:lnTo>
                <a:lnTo>
                  <a:pt x="561" y="213"/>
                </a:lnTo>
                <a:lnTo>
                  <a:pt x="561" y="214"/>
                </a:lnTo>
                <a:lnTo>
                  <a:pt x="562" y="214"/>
                </a:lnTo>
                <a:lnTo>
                  <a:pt x="562" y="215"/>
                </a:lnTo>
                <a:lnTo>
                  <a:pt x="561" y="215"/>
                </a:lnTo>
                <a:lnTo>
                  <a:pt x="561" y="216"/>
                </a:lnTo>
                <a:lnTo>
                  <a:pt x="561" y="217"/>
                </a:lnTo>
                <a:lnTo>
                  <a:pt x="560" y="217"/>
                </a:lnTo>
                <a:lnTo>
                  <a:pt x="559" y="217"/>
                </a:lnTo>
                <a:lnTo>
                  <a:pt x="558" y="217"/>
                </a:lnTo>
                <a:lnTo>
                  <a:pt x="558" y="218"/>
                </a:lnTo>
                <a:lnTo>
                  <a:pt x="559" y="218"/>
                </a:lnTo>
                <a:lnTo>
                  <a:pt x="559" y="219"/>
                </a:lnTo>
                <a:lnTo>
                  <a:pt x="558" y="219"/>
                </a:lnTo>
                <a:lnTo>
                  <a:pt x="558" y="220"/>
                </a:lnTo>
                <a:lnTo>
                  <a:pt x="558" y="221"/>
                </a:lnTo>
                <a:lnTo>
                  <a:pt x="559" y="222"/>
                </a:lnTo>
                <a:lnTo>
                  <a:pt x="559" y="223"/>
                </a:lnTo>
                <a:lnTo>
                  <a:pt x="560" y="223"/>
                </a:lnTo>
                <a:lnTo>
                  <a:pt x="560" y="224"/>
                </a:lnTo>
                <a:lnTo>
                  <a:pt x="560" y="225"/>
                </a:lnTo>
                <a:lnTo>
                  <a:pt x="559" y="225"/>
                </a:lnTo>
                <a:lnTo>
                  <a:pt x="559" y="226"/>
                </a:lnTo>
                <a:lnTo>
                  <a:pt x="558" y="228"/>
                </a:lnTo>
                <a:lnTo>
                  <a:pt x="557" y="230"/>
                </a:lnTo>
                <a:lnTo>
                  <a:pt x="558" y="231"/>
                </a:lnTo>
                <a:lnTo>
                  <a:pt x="558" y="232"/>
                </a:lnTo>
                <a:lnTo>
                  <a:pt x="559" y="232"/>
                </a:lnTo>
                <a:lnTo>
                  <a:pt x="560" y="233"/>
                </a:lnTo>
                <a:lnTo>
                  <a:pt x="560" y="234"/>
                </a:lnTo>
                <a:lnTo>
                  <a:pt x="561" y="234"/>
                </a:lnTo>
                <a:lnTo>
                  <a:pt x="561" y="235"/>
                </a:lnTo>
                <a:lnTo>
                  <a:pt x="561" y="236"/>
                </a:lnTo>
                <a:lnTo>
                  <a:pt x="562" y="236"/>
                </a:lnTo>
                <a:lnTo>
                  <a:pt x="562" y="237"/>
                </a:lnTo>
                <a:lnTo>
                  <a:pt x="563" y="238"/>
                </a:lnTo>
                <a:lnTo>
                  <a:pt x="564" y="239"/>
                </a:lnTo>
                <a:lnTo>
                  <a:pt x="564" y="240"/>
                </a:lnTo>
                <a:lnTo>
                  <a:pt x="564" y="241"/>
                </a:lnTo>
                <a:lnTo>
                  <a:pt x="564" y="242"/>
                </a:lnTo>
                <a:lnTo>
                  <a:pt x="565" y="242"/>
                </a:lnTo>
                <a:lnTo>
                  <a:pt x="565" y="243"/>
                </a:lnTo>
                <a:lnTo>
                  <a:pt x="566" y="245"/>
                </a:lnTo>
                <a:lnTo>
                  <a:pt x="567" y="245"/>
                </a:lnTo>
                <a:lnTo>
                  <a:pt x="567" y="246"/>
                </a:lnTo>
                <a:lnTo>
                  <a:pt x="568" y="246"/>
                </a:lnTo>
                <a:lnTo>
                  <a:pt x="568" y="248"/>
                </a:lnTo>
                <a:lnTo>
                  <a:pt x="567" y="249"/>
                </a:lnTo>
                <a:lnTo>
                  <a:pt x="568" y="250"/>
                </a:lnTo>
                <a:lnTo>
                  <a:pt x="567" y="250"/>
                </a:lnTo>
                <a:lnTo>
                  <a:pt x="567" y="251"/>
                </a:lnTo>
                <a:lnTo>
                  <a:pt x="567" y="253"/>
                </a:lnTo>
                <a:lnTo>
                  <a:pt x="568" y="253"/>
                </a:lnTo>
                <a:lnTo>
                  <a:pt x="568" y="254"/>
                </a:lnTo>
                <a:lnTo>
                  <a:pt x="567" y="255"/>
                </a:lnTo>
                <a:lnTo>
                  <a:pt x="565" y="255"/>
                </a:lnTo>
                <a:lnTo>
                  <a:pt x="564" y="254"/>
                </a:lnTo>
                <a:lnTo>
                  <a:pt x="564" y="253"/>
                </a:lnTo>
                <a:lnTo>
                  <a:pt x="563" y="253"/>
                </a:lnTo>
                <a:lnTo>
                  <a:pt x="563" y="254"/>
                </a:lnTo>
                <a:lnTo>
                  <a:pt x="562" y="253"/>
                </a:lnTo>
                <a:lnTo>
                  <a:pt x="561" y="252"/>
                </a:lnTo>
                <a:lnTo>
                  <a:pt x="560" y="253"/>
                </a:lnTo>
                <a:lnTo>
                  <a:pt x="560" y="254"/>
                </a:lnTo>
                <a:lnTo>
                  <a:pt x="560" y="255"/>
                </a:lnTo>
                <a:lnTo>
                  <a:pt x="558" y="256"/>
                </a:lnTo>
                <a:lnTo>
                  <a:pt x="558" y="255"/>
                </a:lnTo>
                <a:lnTo>
                  <a:pt x="557" y="255"/>
                </a:lnTo>
                <a:lnTo>
                  <a:pt x="557" y="256"/>
                </a:lnTo>
                <a:lnTo>
                  <a:pt x="556" y="256"/>
                </a:lnTo>
                <a:lnTo>
                  <a:pt x="556" y="257"/>
                </a:lnTo>
                <a:lnTo>
                  <a:pt x="555" y="257"/>
                </a:lnTo>
                <a:lnTo>
                  <a:pt x="554" y="257"/>
                </a:lnTo>
                <a:lnTo>
                  <a:pt x="553" y="256"/>
                </a:lnTo>
                <a:lnTo>
                  <a:pt x="553" y="257"/>
                </a:lnTo>
                <a:lnTo>
                  <a:pt x="552" y="257"/>
                </a:lnTo>
                <a:lnTo>
                  <a:pt x="551" y="257"/>
                </a:lnTo>
                <a:lnTo>
                  <a:pt x="551" y="258"/>
                </a:lnTo>
                <a:lnTo>
                  <a:pt x="550" y="259"/>
                </a:lnTo>
                <a:lnTo>
                  <a:pt x="549" y="259"/>
                </a:lnTo>
                <a:lnTo>
                  <a:pt x="549" y="262"/>
                </a:lnTo>
                <a:lnTo>
                  <a:pt x="548" y="262"/>
                </a:lnTo>
                <a:lnTo>
                  <a:pt x="549" y="262"/>
                </a:lnTo>
                <a:lnTo>
                  <a:pt x="549" y="263"/>
                </a:lnTo>
                <a:lnTo>
                  <a:pt x="549" y="264"/>
                </a:lnTo>
                <a:lnTo>
                  <a:pt x="548" y="264"/>
                </a:lnTo>
                <a:lnTo>
                  <a:pt x="549" y="264"/>
                </a:lnTo>
                <a:lnTo>
                  <a:pt x="548" y="264"/>
                </a:lnTo>
                <a:lnTo>
                  <a:pt x="547" y="264"/>
                </a:lnTo>
                <a:lnTo>
                  <a:pt x="547" y="263"/>
                </a:lnTo>
                <a:lnTo>
                  <a:pt x="546" y="263"/>
                </a:lnTo>
                <a:lnTo>
                  <a:pt x="545" y="263"/>
                </a:lnTo>
                <a:lnTo>
                  <a:pt x="545" y="264"/>
                </a:lnTo>
                <a:lnTo>
                  <a:pt x="545" y="265"/>
                </a:lnTo>
                <a:lnTo>
                  <a:pt x="544" y="265"/>
                </a:lnTo>
                <a:lnTo>
                  <a:pt x="544" y="266"/>
                </a:lnTo>
                <a:lnTo>
                  <a:pt x="542" y="266"/>
                </a:lnTo>
                <a:lnTo>
                  <a:pt x="541" y="266"/>
                </a:lnTo>
                <a:lnTo>
                  <a:pt x="540" y="265"/>
                </a:lnTo>
                <a:lnTo>
                  <a:pt x="539" y="266"/>
                </a:lnTo>
                <a:lnTo>
                  <a:pt x="539" y="267"/>
                </a:lnTo>
                <a:lnTo>
                  <a:pt x="538" y="267"/>
                </a:lnTo>
                <a:lnTo>
                  <a:pt x="537" y="269"/>
                </a:lnTo>
                <a:lnTo>
                  <a:pt x="536" y="268"/>
                </a:lnTo>
                <a:lnTo>
                  <a:pt x="535" y="268"/>
                </a:lnTo>
                <a:lnTo>
                  <a:pt x="534" y="268"/>
                </a:lnTo>
                <a:lnTo>
                  <a:pt x="534" y="269"/>
                </a:lnTo>
                <a:lnTo>
                  <a:pt x="533" y="270"/>
                </a:lnTo>
                <a:lnTo>
                  <a:pt x="533" y="271"/>
                </a:lnTo>
                <a:lnTo>
                  <a:pt x="532" y="271"/>
                </a:lnTo>
                <a:lnTo>
                  <a:pt x="531" y="271"/>
                </a:lnTo>
                <a:lnTo>
                  <a:pt x="531" y="270"/>
                </a:lnTo>
                <a:lnTo>
                  <a:pt x="531" y="269"/>
                </a:lnTo>
                <a:lnTo>
                  <a:pt x="530" y="269"/>
                </a:lnTo>
                <a:lnTo>
                  <a:pt x="530" y="270"/>
                </a:lnTo>
                <a:lnTo>
                  <a:pt x="529" y="270"/>
                </a:lnTo>
                <a:lnTo>
                  <a:pt x="530" y="270"/>
                </a:lnTo>
                <a:lnTo>
                  <a:pt x="530" y="271"/>
                </a:lnTo>
                <a:lnTo>
                  <a:pt x="529" y="272"/>
                </a:lnTo>
                <a:lnTo>
                  <a:pt x="528" y="272"/>
                </a:lnTo>
                <a:lnTo>
                  <a:pt x="528" y="271"/>
                </a:lnTo>
                <a:lnTo>
                  <a:pt x="527" y="271"/>
                </a:lnTo>
                <a:lnTo>
                  <a:pt x="527" y="272"/>
                </a:lnTo>
                <a:lnTo>
                  <a:pt x="527" y="273"/>
                </a:lnTo>
                <a:lnTo>
                  <a:pt x="526" y="273"/>
                </a:lnTo>
                <a:lnTo>
                  <a:pt x="524" y="273"/>
                </a:lnTo>
                <a:lnTo>
                  <a:pt x="523" y="273"/>
                </a:lnTo>
                <a:lnTo>
                  <a:pt x="523" y="272"/>
                </a:lnTo>
                <a:lnTo>
                  <a:pt x="522" y="271"/>
                </a:lnTo>
                <a:lnTo>
                  <a:pt x="522" y="270"/>
                </a:lnTo>
                <a:lnTo>
                  <a:pt x="521" y="269"/>
                </a:lnTo>
                <a:lnTo>
                  <a:pt x="521" y="268"/>
                </a:lnTo>
                <a:lnTo>
                  <a:pt x="520" y="268"/>
                </a:lnTo>
                <a:lnTo>
                  <a:pt x="519" y="268"/>
                </a:lnTo>
                <a:lnTo>
                  <a:pt x="519" y="267"/>
                </a:lnTo>
                <a:lnTo>
                  <a:pt x="518" y="267"/>
                </a:lnTo>
                <a:lnTo>
                  <a:pt x="518" y="266"/>
                </a:lnTo>
                <a:lnTo>
                  <a:pt x="518" y="265"/>
                </a:lnTo>
                <a:lnTo>
                  <a:pt x="517" y="265"/>
                </a:lnTo>
                <a:lnTo>
                  <a:pt x="517" y="266"/>
                </a:lnTo>
                <a:lnTo>
                  <a:pt x="516" y="266"/>
                </a:lnTo>
                <a:lnTo>
                  <a:pt x="516" y="265"/>
                </a:lnTo>
                <a:lnTo>
                  <a:pt x="515" y="264"/>
                </a:lnTo>
                <a:lnTo>
                  <a:pt x="515" y="263"/>
                </a:lnTo>
                <a:lnTo>
                  <a:pt x="515" y="262"/>
                </a:lnTo>
                <a:lnTo>
                  <a:pt x="514" y="261"/>
                </a:lnTo>
                <a:lnTo>
                  <a:pt x="514" y="262"/>
                </a:lnTo>
                <a:lnTo>
                  <a:pt x="513" y="261"/>
                </a:lnTo>
                <a:lnTo>
                  <a:pt x="514" y="261"/>
                </a:lnTo>
                <a:lnTo>
                  <a:pt x="514" y="260"/>
                </a:lnTo>
                <a:lnTo>
                  <a:pt x="514" y="261"/>
                </a:lnTo>
                <a:lnTo>
                  <a:pt x="515" y="261"/>
                </a:lnTo>
                <a:lnTo>
                  <a:pt x="515" y="259"/>
                </a:lnTo>
                <a:lnTo>
                  <a:pt x="515" y="258"/>
                </a:lnTo>
                <a:lnTo>
                  <a:pt x="514" y="257"/>
                </a:lnTo>
                <a:lnTo>
                  <a:pt x="514" y="256"/>
                </a:lnTo>
                <a:lnTo>
                  <a:pt x="513" y="256"/>
                </a:lnTo>
                <a:lnTo>
                  <a:pt x="512" y="256"/>
                </a:lnTo>
                <a:lnTo>
                  <a:pt x="512" y="255"/>
                </a:lnTo>
                <a:lnTo>
                  <a:pt x="511" y="255"/>
                </a:lnTo>
                <a:lnTo>
                  <a:pt x="510" y="254"/>
                </a:lnTo>
                <a:lnTo>
                  <a:pt x="510" y="253"/>
                </a:lnTo>
                <a:lnTo>
                  <a:pt x="509" y="254"/>
                </a:lnTo>
                <a:lnTo>
                  <a:pt x="508" y="253"/>
                </a:lnTo>
                <a:lnTo>
                  <a:pt x="508" y="252"/>
                </a:lnTo>
                <a:lnTo>
                  <a:pt x="508" y="250"/>
                </a:lnTo>
                <a:lnTo>
                  <a:pt x="509" y="250"/>
                </a:lnTo>
                <a:lnTo>
                  <a:pt x="509" y="249"/>
                </a:lnTo>
                <a:lnTo>
                  <a:pt x="510" y="247"/>
                </a:lnTo>
                <a:lnTo>
                  <a:pt x="509" y="246"/>
                </a:lnTo>
                <a:lnTo>
                  <a:pt x="508" y="245"/>
                </a:lnTo>
                <a:lnTo>
                  <a:pt x="508" y="243"/>
                </a:lnTo>
                <a:lnTo>
                  <a:pt x="507" y="243"/>
                </a:lnTo>
                <a:lnTo>
                  <a:pt x="506" y="242"/>
                </a:lnTo>
                <a:lnTo>
                  <a:pt x="505" y="242"/>
                </a:lnTo>
                <a:lnTo>
                  <a:pt x="504" y="242"/>
                </a:lnTo>
                <a:lnTo>
                  <a:pt x="503" y="241"/>
                </a:lnTo>
                <a:lnTo>
                  <a:pt x="502" y="242"/>
                </a:lnTo>
                <a:lnTo>
                  <a:pt x="501" y="242"/>
                </a:lnTo>
                <a:lnTo>
                  <a:pt x="500" y="241"/>
                </a:lnTo>
                <a:lnTo>
                  <a:pt x="500" y="240"/>
                </a:lnTo>
                <a:lnTo>
                  <a:pt x="501" y="240"/>
                </a:lnTo>
                <a:lnTo>
                  <a:pt x="500" y="239"/>
                </a:lnTo>
                <a:lnTo>
                  <a:pt x="499" y="239"/>
                </a:lnTo>
                <a:lnTo>
                  <a:pt x="498" y="240"/>
                </a:lnTo>
                <a:lnTo>
                  <a:pt x="498" y="241"/>
                </a:lnTo>
                <a:lnTo>
                  <a:pt x="498" y="242"/>
                </a:lnTo>
                <a:lnTo>
                  <a:pt x="496" y="242"/>
                </a:lnTo>
                <a:lnTo>
                  <a:pt x="496" y="241"/>
                </a:lnTo>
                <a:lnTo>
                  <a:pt x="496" y="240"/>
                </a:lnTo>
                <a:lnTo>
                  <a:pt x="496" y="239"/>
                </a:lnTo>
                <a:lnTo>
                  <a:pt x="495" y="239"/>
                </a:lnTo>
                <a:lnTo>
                  <a:pt x="494" y="238"/>
                </a:lnTo>
                <a:lnTo>
                  <a:pt x="493" y="237"/>
                </a:lnTo>
                <a:lnTo>
                  <a:pt x="493" y="236"/>
                </a:lnTo>
                <a:lnTo>
                  <a:pt x="493" y="235"/>
                </a:lnTo>
                <a:lnTo>
                  <a:pt x="491" y="235"/>
                </a:lnTo>
                <a:lnTo>
                  <a:pt x="490" y="235"/>
                </a:lnTo>
                <a:lnTo>
                  <a:pt x="489" y="236"/>
                </a:lnTo>
                <a:lnTo>
                  <a:pt x="488" y="236"/>
                </a:lnTo>
                <a:lnTo>
                  <a:pt x="488" y="235"/>
                </a:lnTo>
                <a:lnTo>
                  <a:pt x="486" y="235"/>
                </a:lnTo>
                <a:lnTo>
                  <a:pt x="485" y="235"/>
                </a:lnTo>
                <a:lnTo>
                  <a:pt x="485" y="234"/>
                </a:lnTo>
                <a:lnTo>
                  <a:pt x="484" y="234"/>
                </a:lnTo>
                <a:lnTo>
                  <a:pt x="483" y="235"/>
                </a:lnTo>
                <a:lnTo>
                  <a:pt x="482" y="236"/>
                </a:lnTo>
                <a:lnTo>
                  <a:pt x="482" y="235"/>
                </a:lnTo>
                <a:lnTo>
                  <a:pt x="481" y="235"/>
                </a:lnTo>
                <a:lnTo>
                  <a:pt x="480" y="235"/>
                </a:lnTo>
                <a:lnTo>
                  <a:pt x="479" y="236"/>
                </a:lnTo>
                <a:lnTo>
                  <a:pt x="478" y="236"/>
                </a:lnTo>
                <a:lnTo>
                  <a:pt x="477" y="236"/>
                </a:lnTo>
                <a:lnTo>
                  <a:pt x="477" y="239"/>
                </a:lnTo>
                <a:lnTo>
                  <a:pt x="476" y="239"/>
                </a:lnTo>
                <a:lnTo>
                  <a:pt x="475" y="239"/>
                </a:lnTo>
                <a:lnTo>
                  <a:pt x="475" y="238"/>
                </a:lnTo>
                <a:lnTo>
                  <a:pt x="474" y="238"/>
                </a:lnTo>
                <a:lnTo>
                  <a:pt x="473" y="239"/>
                </a:lnTo>
                <a:lnTo>
                  <a:pt x="473" y="240"/>
                </a:lnTo>
                <a:lnTo>
                  <a:pt x="473" y="241"/>
                </a:lnTo>
                <a:lnTo>
                  <a:pt x="472" y="241"/>
                </a:lnTo>
                <a:lnTo>
                  <a:pt x="471" y="241"/>
                </a:lnTo>
                <a:lnTo>
                  <a:pt x="471" y="243"/>
                </a:lnTo>
                <a:lnTo>
                  <a:pt x="472" y="243"/>
                </a:lnTo>
                <a:lnTo>
                  <a:pt x="472" y="245"/>
                </a:lnTo>
                <a:lnTo>
                  <a:pt x="471" y="245"/>
                </a:lnTo>
                <a:lnTo>
                  <a:pt x="471" y="246"/>
                </a:lnTo>
                <a:lnTo>
                  <a:pt x="470" y="246"/>
                </a:lnTo>
                <a:lnTo>
                  <a:pt x="470" y="247"/>
                </a:lnTo>
                <a:lnTo>
                  <a:pt x="470" y="248"/>
                </a:lnTo>
                <a:lnTo>
                  <a:pt x="470" y="249"/>
                </a:lnTo>
                <a:lnTo>
                  <a:pt x="469" y="250"/>
                </a:lnTo>
                <a:lnTo>
                  <a:pt x="469" y="251"/>
                </a:lnTo>
                <a:lnTo>
                  <a:pt x="469" y="252"/>
                </a:lnTo>
                <a:lnTo>
                  <a:pt x="468" y="253"/>
                </a:lnTo>
                <a:lnTo>
                  <a:pt x="468" y="254"/>
                </a:lnTo>
                <a:lnTo>
                  <a:pt x="467" y="254"/>
                </a:lnTo>
                <a:lnTo>
                  <a:pt x="467" y="256"/>
                </a:lnTo>
                <a:lnTo>
                  <a:pt x="468" y="256"/>
                </a:lnTo>
                <a:lnTo>
                  <a:pt x="469" y="256"/>
                </a:lnTo>
                <a:lnTo>
                  <a:pt x="470" y="256"/>
                </a:lnTo>
                <a:lnTo>
                  <a:pt x="471" y="256"/>
                </a:lnTo>
                <a:lnTo>
                  <a:pt x="471" y="257"/>
                </a:lnTo>
                <a:lnTo>
                  <a:pt x="472" y="257"/>
                </a:lnTo>
                <a:lnTo>
                  <a:pt x="473" y="257"/>
                </a:lnTo>
                <a:lnTo>
                  <a:pt x="474" y="256"/>
                </a:lnTo>
                <a:lnTo>
                  <a:pt x="475" y="256"/>
                </a:lnTo>
                <a:lnTo>
                  <a:pt x="475" y="257"/>
                </a:lnTo>
                <a:lnTo>
                  <a:pt x="476" y="259"/>
                </a:lnTo>
                <a:lnTo>
                  <a:pt x="475" y="259"/>
                </a:lnTo>
                <a:lnTo>
                  <a:pt x="475" y="260"/>
                </a:lnTo>
                <a:lnTo>
                  <a:pt x="474" y="261"/>
                </a:lnTo>
                <a:lnTo>
                  <a:pt x="473" y="262"/>
                </a:lnTo>
                <a:lnTo>
                  <a:pt x="474" y="262"/>
                </a:lnTo>
                <a:lnTo>
                  <a:pt x="474" y="265"/>
                </a:lnTo>
                <a:lnTo>
                  <a:pt x="474" y="266"/>
                </a:lnTo>
                <a:lnTo>
                  <a:pt x="473" y="266"/>
                </a:lnTo>
                <a:lnTo>
                  <a:pt x="472" y="265"/>
                </a:lnTo>
                <a:lnTo>
                  <a:pt x="471" y="265"/>
                </a:lnTo>
                <a:lnTo>
                  <a:pt x="470" y="265"/>
                </a:lnTo>
                <a:lnTo>
                  <a:pt x="469" y="266"/>
                </a:lnTo>
                <a:lnTo>
                  <a:pt x="469" y="267"/>
                </a:lnTo>
                <a:lnTo>
                  <a:pt x="470" y="267"/>
                </a:lnTo>
                <a:lnTo>
                  <a:pt x="470" y="268"/>
                </a:lnTo>
                <a:lnTo>
                  <a:pt x="471" y="269"/>
                </a:lnTo>
                <a:lnTo>
                  <a:pt x="471" y="270"/>
                </a:lnTo>
                <a:lnTo>
                  <a:pt x="472" y="270"/>
                </a:lnTo>
                <a:lnTo>
                  <a:pt x="472" y="271"/>
                </a:lnTo>
                <a:lnTo>
                  <a:pt x="472" y="272"/>
                </a:lnTo>
                <a:lnTo>
                  <a:pt x="473" y="272"/>
                </a:lnTo>
                <a:lnTo>
                  <a:pt x="472" y="272"/>
                </a:lnTo>
                <a:lnTo>
                  <a:pt x="472" y="273"/>
                </a:lnTo>
                <a:lnTo>
                  <a:pt x="472" y="274"/>
                </a:lnTo>
                <a:lnTo>
                  <a:pt x="473" y="275"/>
                </a:lnTo>
                <a:lnTo>
                  <a:pt x="472" y="275"/>
                </a:lnTo>
                <a:lnTo>
                  <a:pt x="472" y="276"/>
                </a:lnTo>
                <a:lnTo>
                  <a:pt x="473" y="277"/>
                </a:lnTo>
                <a:lnTo>
                  <a:pt x="472" y="277"/>
                </a:lnTo>
                <a:lnTo>
                  <a:pt x="472" y="278"/>
                </a:lnTo>
                <a:lnTo>
                  <a:pt x="473" y="278"/>
                </a:lnTo>
                <a:lnTo>
                  <a:pt x="473" y="279"/>
                </a:lnTo>
                <a:lnTo>
                  <a:pt x="474" y="280"/>
                </a:lnTo>
                <a:lnTo>
                  <a:pt x="474" y="281"/>
                </a:lnTo>
                <a:lnTo>
                  <a:pt x="475" y="281"/>
                </a:lnTo>
                <a:lnTo>
                  <a:pt x="475" y="282"/>
                </a:lnTo>
                <a:lnTo>
                  <a:pt x="475" y="283"/>
                </a:lnTo>
                <a:lnTo>
                  <a:pt x="475" y="284"/>
                </a:lnTo>
                <a:lnTo>
                  <a:pt x="476" y="285"/>
                </a:lnTo>
                <a:lnTo>
                  <a:pt x="476" y="286"/>
                </a:lnTo>
                <a:lnTo>
                  <a:pt x="475" y="286"/>
                </a:lnTo>
                <a:lnTo>
                  <a:pt x="474" y="286"/>
                </a:lnTo>
                <a:lnTo>
                  <a:pt x="474" y="287"/>
                </a:lnTo>
                <a:lnTo>
                  <a:pt x="473" y="286"/>
                </a:lnTo>
                <a:lnTo>
                  <a:pt x="472" y="286"/>
                </a:lnTo>
                <a:lnTo>
                  <a:pt x="471" y="286"/>
                </a:lnTo>
                <a:lnTo>
                  <a:pt x="469" y="286"/>
                </a:lnTo>
                <a:lnTo>
                  <a:pt x="469" y="287"/>
                </a:lnTo>
                <a:lnTo>
                  <a:pt x="469" y="288"/>
                </a:lnTo>
                <a:lnTo>
                  <a:pt x="468" y="288"/>
                </a:lnTo>
                <a:lnTo>
                  <a:pt x="467" y="287"/>
                </a:lnTo>
                <a:lnTo>
                  <a:pt x="466" y="287"/>
                </a:lnTo>
                <a:lnTo>
                  <a:pt x="466" y="288"/>
                </a:lnTo>
                <a:lnTo>
                  <a:pt x="465" y="288"/>
                </a:lnTo>
                <a:lnTo>
                  <a:pt x="464" y="288"/>
                </a:lnTo>
                <a:lnTo>
                  <a:pt x="463" y="288"/>
                </a:lnTo>
                <a:lnTo>
                  <a:pt x="464" y="288"/>
                </a:lnTo>
                <a:lnTo>
                  <a:pt x="463" y="288"/>
                </a:lnTo>
                <a:lnTo>
                  <a:pt x="463" y="287"/>
                </a:lnTo>
                <a:lnTo>
                  <a:pt x="462" y="288"/>
                </a:lnTo>
                <a:lnTo>
                  <a:pt x="461" y="288"/>
                </a:lnTo>
                <a:lnTo>
                  <a:pt x="460" y="288"/>
                </a:lnTo>
                <a:lnTo>
                  <a:pt x="460" y="287"/>
                </a:lnTo>
                <a:lnTo>
                  <a:pt x="459" y="287"/>
                </a:lnTo>
                <a:lnTo>
                  <a:pt x="459" y="288"/>
                </a:lnTo>
                <a:lnTo>
                  <a:pt x="458" y="288"/>
                </a:lnTo>
                <a:lnTo>
                  <a:pt x="456" y="289"/>
                </a:lnTo>
                <a:lnTo>
                  <a:pt x="455" y="289"/>
                </a:lnTo>
                <a:lnTo>
                  <a:pt x="455" y="291"/>
                </a:lnTo>
                <a:lnTo>
                  <a:pt x="455" y="292"/>
                </a:lnTo>
                <a:lnTo>
                  <a:pt x="455" y="293"/>
                </a:lnTo>
                <a:lnTo>
                  <a:pt x="454" y="293"/>
                </a:lnTo>
                <a:lnTo>
                  <a:pt x="454" y="294"/>
                </a:lnTo>
                <a:lnTo>
                  <a:pt x="453" y="293"/>
                </a:lnTo>
                <a:lnTo>
                  <a:pt x="452" y="293"/>
                </a:lnTo>
                <a:lnTo>
                  <a:pt x="451" y="292"/>
                </a:lnTo>
                <a:lnTo>
                  <a:pt x="451" y="293"/>
                </a:lnTo>
                <a:lnTo>
                  <a:pt x="449" y="294"/>
                </a:lnTo>
                <a:lnTo>
                  <a:pt x="450" y="295"/>
                </a:lnTo>
                <a:lnTo>
                  <a:pt x="450" y="297"/>
                </a:lnTo>
                <a:lnTo>
                  <a:pt x="449" y="298"/>
                </a:lnTo>
                <a:lnTo>
                  <a:pt x="450" y="298"/>
                </a:lnTo>
                <a:lnTo>
                  <a:pt x="450" y="299"/>
                </a:lnTo>
                <a:lnTo>
                  <a:pt x="450" y="300"/>
                </a:lnTo>
                <a:lnTo>
                  <a:pt x="449" y="300"/>
                </a:lnTo>
                <a:lnTo>
                  <a:pt x="448" y="300"/>
                </a:lnTo>
                <a:lnTo>
                  <a:pt x="448" y="299"/>
                </a:lnTo>
                <a:lnTo>
                  <a:pt x="447" y="299"/>
                </a:lnTo>
                <a:lnTo>
                  <a:pt x="447" y="300"/>
                </a:lnTo>
                <a:lnTo>
                  <a:pt x="447" y="301"/>
                </a:lnTo>
                <a:lnTo>
                  <a:pt x="447" y="302"/>
                </a:lnTo>
                <a:lnTo>
                  <a:pt x="447" y="304"/>
                </a:lnTo>
                <a:lnTo>
                  <a:pt x="448" y="304"/>
                </a:lnTo>
                <a:lnTo>
                  <a:pt x="448" y="305"/>
                </a:lnTo>
                <a:lnTo>
                  <a:pt x="447" y="305"/>
                </a:lnTo>
                <a:lnTo>
                  <a:pt x="447" y="306"/>
                </a:lnTo>
                <a:lnTo>
                  <a:pt x="447" y="307"/>
                </a:lnTo>
                <a:lnTo>
                  <a:pt x="447" y="308"/>
                </a:lnTo>
                <a:lnTo>
                  <a:pt x="448" y="308"/>
                </a:lnTo>
                <a:lnTo>
                  <a:pt x="448" y="307"/>
                </a:lnTo>
                <a:lnTo>
                  <a:pt x="449" y="307"/>
                </a:lnTo>
                <a:lnTo>
                  <a:pt x="449" y="308"/>
                </a:lnTo>
                <a:lnTo>
                  <a:pt x="449" y="309"/>
                </a:lnTo>
                <a:lnTo>
                  <a:pt x="450" y="310"/>
                </a:lnTo>
                <a:lnTo>
                  <a:pt x="450" y="311"/>
                </a:lnTo>
                <a:lnTo>
                  <a:pt x="451" y="311"/>
                </a:lnTo>
                <a:lnTo>
                  <a:pt x="451" y="312"/>
                </a:lnTo>
                <a:lnTo>
                  <a:pt x="451" y="313"/>
                </a:lnTo>
                <a:lnTo>
                  <a:pt x="451" y="314"/>
                </a:lnTo>
                <a:lnTo>
                  <a:pt x="451" y="315"/>
                </a:lnTo>
                <a:lnTo>
                  <a:pt x="450" y="315"/>
                </a:lnTo>
                <a:lnTo>
                  <a:pt x="449" y="315"/>
                </a:lnTo>
                <a:lnTo>
                  <a:pt x="448" y="315"/>
                </a:lnTo>
                <a:lnTo>
                  <a:pt x="448" y="316"/>
                </a:lnTo>
                <a:lnTo>
                  <a:pt x="449" y="317"/>
                </a:lnTo>
                <a:lnTo>
                  <a:pt x="449" y="318"/>
                </a:lnTo>
                <a:lnTo>
                  <a:pt x="449" y="319"/>
                </a:lnTo>
                <a:lnTo>
                  <a:pt x="448" y="319"/>
                </a:lnTo>
                <a:lnTo>
                  <a:pt x="448" y="320"/>
                </a:lnTo>
                <a:lnTo>
                  <a:pt x="448" y="321"/>
                </a:lnTo>
                <a:lnTo>
                  <a:pt x="448" y="322"/>
                </a:lnTo>
                <a:lnTo>
                  <a:pt x="447" y="322"/>
                </a:lnTo>
                <a:lnTo>
                  <a:pt x="447" y="323"/>
                </a:lnTo>
                <a:lnTo>
                  <a:pt x="448" y="323"/>
                </a:lnTo>
                <a:lnTo>
                  <a:pt x="448" y="324"/>
                </a:lnTo>
                <a:lnTo>
                  <a:pt x="446" y="324"/>
                </a:lnTo>
                <a:lnTo>
                  <a:pt x="446" y="325"/>
                </a:lnTo>
                <a:lnTo>
                  <a:pt x="446" y="324"/>
                </a:lnTo>
                <a:lnTo>
                  <a:pt x="445" y="325"/>
                </a:lnTo>
                <a:lnTo>
                  <a:pt x="444" y="326"/>
                </a:lnTo>
                <a:lnTo>
                  <a:pt x="445" y="327"/>
                </a:lnTo>
                <a:lnTo>
                  <a:pt x="445" y="328"/>
                </a:lnTo>
                <a:lnTo>
                  <a:pt x="445" y="329"/>
                </a:lnTo>
                <a:lnTo>
                  <a:pt x="446" y="330"/>
                </a:lnTo>
                <a:lnTo>
                  <a:pt x="446" y="331"/>
                </a:lnTo>
                <a:lnTo>
                  <a:pt x="445" y="331"/>
                </a:lnTo>
                <a:lnTo>
                  <a:pt x="444" y="331"/>
                </a:lnTo>
                <a:lnTo>
                  <a:pt x="444" y="332"/>
                </a:lnTo>
                <a:lnTo>
                  <a:pt x="443" y="331"/>
                </a:lnTo>
                <a:lnTo>
                  <a:pt x="442" y="331"/>
                </a:lnTo>
                <a:lnTo>
                  <a:pt x="442" y="332"/>
                </a:lnTo>
                <a:lnTo>
                  <a:pt x="441" y="332"/>
                </a:lnTo>
                <a:lnTo>
                  <a:pt x="441" y="331"/>
                </a:lnTo>
                <a:lnTo>
                  <a:pt x="440" y="331"/>
                </a:lnTo>
                <a:lnTo>
                  <a:pt x="440" y="332"/>
                </a:lnTo>
                <a:lnTo>
                  <a:pt x="439" y="333"/>
                </a:lnTo>
                <a:lnTo>
                  <a:pt x="437" y="333"/>
                </a:lnTo>
                <a:lnTo>
                  <a:pt x="436" y="333"/>
                </a:lnTo>
                <a:lnTo>
                  <a:pt x="435" y="333"/>
                </a:lnTo>
                <a:lnTo>
                  <a:pt x="434" y="334"/>
                </a:lnTo>
                <a:lnTo>
                  <a:pt x="433" y="335"/>
                </a:lnTo>
                <a:lnTo>
                  <a:pt x="433" y="336"/>
                </a:lnTo>
                <a:lnTo>
                  <a:pt x="434" y="336"/>
                </a:lnTo>
                <a:lnTo>
                  <a:pt x="433" y="336"/>
                </a:lnTo>
                <a:lnTo>
                  <a:pt x="432" y="337"/>
                </a:lnTo>
                <a:lnTo>
                  <a:pt x="431" y="337"/>
                </a:lnTo>
                <a:lnTo>
                  <a:pt x="430" y="337"/>
                </a:lnTo>
                <a:lnTo>
                  <a:pt x="429" y="338"/>
                </a:lnTo>
                <a:lnTo>
                  <a:pt x="427" y="337"/>
                </a:lnTo>
                <a:lnTo>
                  <a:pt x="427" y="336"/>
                </a:lnTo>
                <a:lnTo>
                  <a:pt x="426" y="336"/>
                </a:lnTo>
                <a:lnTo>
                  <a:pt x="425" y="336"/>
                </a:lnTo>
                <a:lnTo>
                  <a:pt x="424" y="337"/>
                </a:lnTo>
                <a:lnTo>
                  <a:pt x="423" y="336"/>
                </a:lnTo>
                <a:lnTo>
                  <a:pt x="422" y="336"/>
                </a:lnTo>
                <a:lnTo>
                  <a:pt x="421" y="336"/>
                </a:lnTo>
                <a:lnTo>
                  <a:pt x="420" y="336"/>
                </a:lnTo>
                <a:lnTo>
                  <a:pt x="418" y="335"/>
                </a:lnTo>
                <a:lnTo>
                  <a:pt x="417" y="335"/>
                </a:lnTo>
                <a:lnTo>
                  <a:pt x="417" y="334"/>
                </a:lnTo>
                <a:lnTo>
                  <a:pt x="417" y="333"/>
                </a:lnTo>
                <a:lnTo>
                  <a:pt x="416" y="333"/>
                </a:lnTo>
                <a:lnTo>
                  <a:pt x="416" y="332"/>
                </a:lnTo>
                <a:lnTo>
                  <a:pt x="416" y="331"/>
                </a:lnTo>
                <a:lnTo>
                  <a:pt x="417" y="330"/>
                </a:lnTo>
                <a:lnTo>
                  <a:pt x="416" y="330"/>
                </a:lnTo>
                <a:lnTo>
                  <a:pt x="415" y="330"/>
                </a:lnTo>
                <a:lnTo>
                  <a:pt x="412" y="330"/>
                </a:lnTo>
                <a:lnTo>
                  <a:pt x="412" y="331"/>
                </a:lnTo>
                <a:lnTo>
                  <a:pt x="411" y="331"/>
                </a:lnTo>
                <a:lnTo>
                  <a:pt x="410" y="331"/>
                </a:lnTo>
                <a:lnTo>
                  <a:pt x="409" y="332"/>
                </a:lnTo>
                <a:lnTo>
                  <a:pt x="410" y="333"/>
                </a:lnTo>
                <a:lnTo>
                  <a:pt x="410" y="334"/>
                </a:lnTo>
                <a:lnTo>
                  <a:pt x="409" y="335"/>
                </a:lnTo>
                <a:lnTo>
                  <a:pt x="409" y="337"/>
                </a:lnTo>
                <a:lnTo>
                  <a:pt x="410" y="337"/>
                </a:lnTo>
                <a:lnTo>
                  <a:pt x="411" y="337"/>
                </a:lnTo>
                <a:lnTo>
                  <a:pt x="411" y="338"/>
                </a:lnTo>
                <a:lnTo>
                  <a:pt x="411" y="339"/>
                </a:lnTo>
                <a:lnTo>
                  <a:pt x="411" y="340"/>
                </a:lnTo>
                <a:lnTo>
                  <a:pt x="411" y="341"/>
                </a:lnTo>
                <a:lnTo>
                  <a:pt x="411" y="342"/>
                </a:lnTo>
                <a:lnTo>
                  <a:pt x="412" y="342"/>
                </a:lnTo>
                <a:lnTo>
                  <a:pt x="412" y="343"/>
                </a:lnTo>
                <a:lnTo>
                  <a:pt x="412" y="344"/>
                </a:lnTo>
                <a:lnTo>
                  <a:pt x="410" y="344"/>
                </a:lnTo>
                <a:lnTo>
                  <a:pt x="409" y="343"/>
                </a:lnTo>
                <a:lnTo>
                  <a:pt x="409" y="344"/>
                </a:lnTo>
                <a:lnTo>
                  <a:pt x="409" y="345"/>
                </a:lnTo>
                <a:lnTo>
                  <a:pt x="409" y="346"/>
                </a:lnTo>
                <a:lnTo>
                  <a:pt x="408" y="346"/>
                </a:lnTo>
                <a:lnTo>
                  <a:pt x="408" y="347"/>
                </a:lnTo>
                <a:lnTo>
                  <a:pt x="408" y="348"/>
                </a:lnTo>
                <a:lnTo>
                  <a:pt x="409" y="348"/>
                </a:lnTo>
                <a:lnTo>
                  <a:pt x="410" y="348"/>
                </a:lnTo>
                <a:lnTo>
                  <a:pt x="411" y="349"/>
                </a:lnTo>
                <a:lnTo>
                  <a:pt x="412" y="350"/>
                </a:lnTo>
                <a:lnTo>
                  <a:pt x="412" y="351"/>
                </a:lnTo>
                <a:lnTo>
                  <a:pt x="413" y="351"/>
                </a:lnTo>
                <a:lnTo>
                  <a:pt x="413" y="352"/>
                </a:lnTo>
                <a:lnTo>
                  <a:pt x="414" y="352"/>
                </a:lnTo>
                <a:lnTo>
                  <a:pt x="415" y="352"/>
                </a:lnTo>
                <a:lnTo>
                  <a:pt x="417" y="352"/>
                </a:lnTo>
                <a:lnTo>
                  <a:pt x="420" y="352"/>
                </a:lnTo>
                <a:lnTo>
                  <a:pt x="421" y="352"/>
                </a:lnTo>
                <a:lnTo>
                  <a:pt x="422" y="352"/>
                </a:lnTo>
                <a:lnTo>
                  <a:pt x="422" y="353"/>
                </a:lnTo>
                <a:lnTo>
                  <a:pt x="422" y="354"/>
                </a:lnTo>
                <a:lnTo>
                  <a:pt x="421" y="354"/>
                </a:lnTo>
                <a:lnTo>
                  <a:pt x="420" y="354"/>
                </a:lnTo>
                <a:lnTo>
                  <a:pt x="420" y="355"/>
                </a:lnTo>
                <a:lnTo>
                  <a:pt x="421" y="355"/>
                </a:lnTo>
                <a:lnTo>
                  <a:pt x="422" y="355"/>
                </a:lnTo>
                <a:lnTo>
                  <a:pt x="424" y="355"/>
                </a:lnTo>
                <a:lnTo>
                  <a:pt x="425" y="355"/>
                </a:lnTo>
                <a:lnTo>
                  <a:pt x="426" y="355"/>
                </a:lnTo>
                <a:lnTo>
                  <a:pt x="427" y="356"/>
                </a:lnTo>
                <a:lnTo>
                  <a:pt x="428" y="356"/>
                </a:lnTo>
                <a:lnTo>
                  <a:pt x="429" y="356"/>
                </a:lnTo>
                <a:lnTo>
                  <a:pt x="430" y="356"/>
                </a:lnTo>
                <a:lnTo>
                  <a:pt x="431" y="356"/>
                </a:lnTo>
                <a:lnTo>
                  <a:pt x="431" y="357"/>
                </a:lnTo>
                <a:lnTo>
                  <a:pt x="432" y="358"/>
                </a:lnTo>
                <a:lnTo>
                  <a:pt x="432" y="359"/>
                </a:lnTo>
                <a:lnTo>
                  <a:pt x="433" y="359"/>
                </a:lnTo>
                <a:lnTo>
                  <a:pt x="433" y="360"/>
                </a:lnTo>
                <a:lnTo>
                  <a:pt x="434" y="360"/>
                </a:lnTo>
                <a:lnTo>
                  <a:pt x="436" y="360"/>
                </a:lnTo>
                <a:lnTo>
                  <a:pt x="437" y="361"/>
                </a:lnTo>
                <a:lnTo>
                  <a:pt x="436" y="362"/>
                </a:lnTo>
                <a:lnTo>
                  <a:pt x="435" y="362"/>
                </a:lnTo>
                <a:lnTo>
                  <a:pt x="435" y="363"/>
                </a:lnTo>
                <a:lnTo>
                  <a:pt x="436" y="363"/>
                </a:lnTo>
                <a:lnTo>
                  <a:pt x="436" y="364"/>
                </a:lnTo>
                <a:lnTo>
                  <a:pt x="435" y="364"/>
                </a:lnTo>
                <a:lnTo>
                  <a:pt x="435" y="365"/>
                </a:lnTo>
                <a:lnTo>
                  <a:pt x="436" y="366"/>
                </a:lnTo>
                <a:lnTo>
                  <a:pt x="437" y="366"/>
                </a:lnTo>
                <a:lnTo>
                  <a:pt x="437" y="367"/>
                </a:lnTo>
                <a:lnTo>
                  <a:pt x="436" y="367"/>
                </a:lnTo>
                <a:lnTo>
                  <a:pt x="435" y="367"/>
                </a:lnTo>
                <a:lnTo>
                  <a:pt x="435" y="368"/>
                </a:lnTo>
                <a:lnTo>
                  <a:pt x="435" y="369"/>
                </a:lnTo>
                <a:lnTo>
                  <a:pt x="435" y="370"/>
                </a:lnTo>
                <a:lnTo>
                  <a:pt x="435" y="372"/>
                </a:lnTo>
                <a:lnTo>
                  <a:pt x="434" y="372"/>
                </a:lnTo>
                <a:lnTo>
                  <a:pt x="434" y="373"/>
                </a:lnTo>
                <a:lnTo>
                  <a:pt x="435" y="373"/>
                </a:lnTo>
                <a:lnTo>
                  <a:pt x="435" y="374"/>
                </a:lnTo>
                <a:lnTo>
                  <a:pt x="435" y="376"/>
                </a:lnTo>
                <a:lnTo>
                  <a:pt x="435" y="378"/>
                </a:lnTo>
                <a:lnTo>
                  <a:pt x="435" y="379"/>
                </a:lnTo>
                <a:lnTo>
                  <a:pt x="434" y="379"/>
                </a:lnTo>
                <a:lnTo>
                  <a:pt x="434" y="380"/>
                </a:lnTo>
                <a:lnTo>
                  <a:pt x="435" y="380"/>
                </a:lnTo>
                <a:lnTo>
                  <a:pt x="435" y="379"/>
                </a:lnTo>
                <a:lnTo>
                  <a:pt x="436" y="379"/>
                </a:lnTo>
                <a:lnTo>
                  <a:pt x="437" y="379"/>
                </a:lnTo>
                <a:lnTo>
                  <a:pt x="437" y="380"/>
                </a:lnTo>
                <a:lnTo>
                  <a:pt x="437" y="381"/>
                </a:lnTo>
                <a:lnTo>
                  <a:pt x="436" y="381"/>
                </a:lnTo>
                <a:lnTo>
                  <a:pt x="436" y="382"/>
                </a:lnTo>
                <a:lnTo>
                  <a:pt x="436" y="383"/>
                </a:lnTo>
                <a:lnTo>
                  <a:pt x="437" y="383"/>
                </a:lnTo>
                <a:lnTo>
                  <a:pt x="437" y="384"/>
                </a:lnTo>
                <a:lnTo>
                  <a:pt x="436" y="384"/>
                </a:lnTo>
                <a:lnTo>
                  <a:pt x="437" y="385"/>
                </a:lnTo>
                <a:lnTo>
                  <a:pt x="436" y="385"/>
                </a:lnTo>
                <a:lnTo>
                  <a:pt x="435" y="386"/>
                </a:lnTo>
                <a:lnTo>
                  <a:pt x="436" y="386"/>
                </a:lnTo>
                <a:lnTo>
                  <a:pt x="436" y="387"/>
                </a:lnTo>
                <a:lnTo>
                  <a:pt x="437" y="387"/>
                </a:lnTo>
                <a:lnTo>
                  <a:pt x="438" y="387"/>
                </a:lnTo>
                <a:lnTo>
                  <a:pt x="438" y="388"/>
                </a:lnTo>
                <a:lnTo>
                  <a:pt x="438" y="387"/>
                </a:lnTo>
                <a:lnTo>
                  <a:pt x="439" y="387"/>
                </a:lnTo>
                <a:lnTo>
                  <a:pt x="440" y="387"/>
                </a:lnTo>
                <a:lnTo>
                  <a:pt x="441" y="387"/>
                </a:lnTo>
                <a:lnTo>
                  <a:pt x="442" y="387"/>
                </a:lnTo>
                <a:lnTo>
                  <a:pt x="441" y="387"/>
                </a:lnTo>
                <a:lnTo>
                  <a:pt x="441" y="388"/>
                </a:lnTo>
                <a:lnTo>
                  <a:pt x="442" y="388"/>
                </a:lnTo>
                <a:lnTo>
                  <a:pt x="443" y="388"/>
                </a:lnTo>
                <a:lnTo>
                  <a:pt x="444" y="388"/>
                </a:lnTo>
                <a:lnTo>
                  <a:pt x="444" y="387"/>
                </a:lnTo>
                <a:lnTo>
                  <a:pt x="445" y="387"/>
                </a:lnTo>
                <a:lnTo>
                  <a:pt x="446" y="387"/>
                </a:lnTo>
                <a:lnTo>
                  <a:pt x="446" y="388"/>
                </a:lnTo>
                <a:lnTo>
                  <a:pt x="445" y="390"/>
                </a:lnTo>
                <a:lnTo>
                  <a:pt x="446" y="391"/>
                </a:lnTo>
                <a:lnTo>
                  <a:pt x="447" y="391"/>
                </a:lnTo>
                <a:lnTo>
                  <a:pt x="448" y="390"/>
                </a:lnTo>
                <a:lnTo>
                  <a:pt x="449" y="390"/>
                </a:lnTo>
                <a:lnTo>
                  <a:pt x="453" y="389"/>
                </a:lnTo>
                <a:lnTo>
                  <a:pt x="454" y="389"/>
                </a:lnTo>
                <a:lnTo>
                  <a:pt x="455" y="389"/>
                </a:lnTo>
                <a:lnTo>
                  <a:pt x="455" y="390"/>
                </a:lnTo>
                <a:lnTo>
                  <a:pt x="455" y="391"/>
                </a:lnTo>
                <a:lnTo>
                  <a:pt x="456" y="391"/>
                </a:lnTo>
                <a:lnTo>
                  <a:pt x="457" y="391"/>
                </a:lnTo>
                <a:lnTo>
                  <a:pt x="458" y="391"/>
                </a:lnTo>
                <a:lnTo>
                  <a:pt x="458" y="392"/>
                </a:lnTo>
                <a:lnTo>
                  <a:pt x="458" y="393"/>
                </a:lnTo>
                <a:lnTo>
                  <a:pt x="459" y="394"/>
                </a:lnTo>
                <a:lnTo>
                  <a:pt x="460" y="394"/>
                </a:lnTo>
                <a:lnTo>
                  <a:pt x="460" y="395"/>
                </a:lnTo>
                <a:lnTo>
                  <a:pt x="461" y="395"/>
                </a:lnTo>
                <a:lnTo>
                  <a:pt x="461" y="394"/>
                </a:lnTo>
                <a:lnTo>
                  <a:pt x="461" y="395"/>
                </a:lnTo>
                <a:lnTo>
                  <a:pt x="462" y="395"/>
                </a:lnTo>
                <a:lnTo>
                  <a:pt x="462" y="396"/>
                </a:lnTo>
                <a:lnTo>
                  <a:pt x="462" y="397"/>
                </a:lnTo>
                <a:lnTo>
                  <a:pt x="463" y="397"/>
                </a:lnTo>
                <a:lnTo>
                  <a:pt x="463" y="398"/>
                </a:lnTo>
                <a:lnTo>
                  <a:pt x="464" y="399"/>
                </a:lnTo>
                <a:lnTo>
                  <a:pt x="464" y="400"/>
                </a:lnTo>
                <a:lnTo>
                  <a:pt x="465" y="401"/>
                </a:lnTo>
                <a:lnTo>
                  <a:pt x="465" y="402"/>
                </a:lnTo>
                <a:lnTo>
                  <a:pt x="466" y="402"/>
                </a:lnTo>
                <a:lnTo>
                  <a:pt x="465" y="402"/>
                </a:lnTo>
                <a:lnTo>
                  <a:pt x="466" y="402"/>
                </a:lnTo>
                <a:lnTo>
                  <a:pt x="466" y="403"/>
                </a:lnTo>
                <a:lnTo>
                  <a:pt x="467" y="403"/>
                </a:lnTo>
                <a:lnTo>
                  <a:pt x="467" y="404"/>
                </a:lnTo>
                <a:lnTo>
                  <a:pt x="468" y="404"/>
                </a:lnTo>
                <a:lnTo>
                  <a:pt x="469" y="404"/>
                </a:lnTo>
                <a:lnTo>
                  <a:pt x="470" y="405"/>
                </a:lnTo>
                <a:lnTo>
                  <a:pt x="469" y="405"/>
                </a:lnTo>
                <a:lnTo>
                  <a:pt x="469" y="406"/>
                </a:lnTo>
                <a:lnTo>
                  <a:pt x="468" y="405"/>
                </a:lnTo>
                <a:lnTo>
                  <a:pt x="468" y="406"/>
                </a:lnTo>
                <a:lnTo>
                  <a:pt x="469" y="406"/>
                </a:lnTo>
                <a:lnTo>
                  <a:pt x="470" y="406"/>
                </a:lnTo>
                <a:lnTo>
                  <a:pt x="470" y="405"/>
                </a:lnTo>
                <a:lnTo>
                  <a:pt x="471" y="405"/>
                </a:lnTo>
                <a:lnTo>
                  <a:pt x="471" y="404"/>
                </a:lnTo>
                <a:lnTo>
                  <a:pt x="472" y="404"/>
                </a:lnTo>
                <a:lnTo>
                  <a:pt x="473" y="404"/>
                </a:lnTo>
                <a:lnTo>
                  <a:pt x="473" y="405"/>
                </a:lnTo>
                <a:lnTo>
                  <a:pt x="474" y="405"/>
                </a:lnTo>
                <a:lnTo>
                  <a:pt x="474" y="406"/>
                </a:lnTo>
                <a:lnTo>
                  <a:pt x="475" y="406"/>
                </a:lnTo>
                <a:lnTo>
                  <a:pt x="476" y="405"/>
                </a:lnTo>
                <a:lnTo>
                  <a:pt x="477" y="405"/>
                </a:lnTo>
                <a:lnTo>
                  <a:pt x="477" y="404"/>
                </a:lnTo>
                <a:lnTo>
                  <a:pt x="478" y="405"/>
                </a:lnTo>
                <a:lnTo>
                  <a:pt x="477" y="406"/>
                </a:lnTo>
                <a:lnTo>
                  <a:pt x="478" y="406"/>
                </a:lnTo>
                <a:lnTo>
                  <a:pt x="479" y="405"/>
                </a:lnTo>
                <a:lnTo>
                  <a:pt x="480" y="402"/>
                </a:lnTo>
                <a:lnTo>
                  <a:pt x="480" y="401"/>
                </a:lnTo>
                <a:lnTo>
                  <a:pt x="479" y="401"/>
                </a:lnTo>
                <a:lnTo>
                  <a:pt x="479" y="400"/>
                </a:lnTo>
                <a:lnTo>
                  <a:pt x="481" y="400"/>
                </a:lnTo>
                <a:lnTo>
                  <a:pt x="482" y="400"/>
                </a:lnTo>
                <a:lnTo>
                  <a:pt x="482" y="399"/>
                </a:lnTo>
                <a:lnTo>
                  <a:pt x="481" y="399"/>
                </a:lnTo>
                <a:lnTo>
                  <a:pt x="481" y="398"/>
                </a:lnTo>
                <a:lnTo>
                  <a:pt x="481" y="397"/>
                </a:lnTo>
                <a:lnTo>
                  <a:pt x="482" y="397"/>
                </a:lnTo>
                <a:lnTo>
                  <a:pt x="483" y="398"/>
                </a:lnTo>
                <a:lnTo>
                  <a:pt x="484" y="398"/>
                </a:lnTo>
                <a:lnTo>
                  <a:pt x="485" y="399"/>
                </a:lnTo>
                <a:lnTo>
                  <a:pt x="486" y="399"/>
                </a:lnTo>
                <a:lnTo>
                  <a:pt x="488" y="399"/>
                </a:lnTo>
                <a:lnTo>
                  <a:pt x="488" y="398"/>
                </a:lnTo>
                <a:lnTo>
                  <a:pt x="488" y="397"/>
                </a:lnTo>
                <a:lnTo>
                  <a:pt x="488" y="396"/>
                </a:lnTo>
                <a:lnTo>
                  <a:pt x="489" y="396"/>
                </a:lnTo>
                <a:lnTo>
                  <a:pt x="490" y="397"/>
                </a:lnTo>
                <a:lnTo>
                  <a:pt x="490" y="398"/>
                </a:lnTo>
                <a:lnTo>
                  <a:pt x="490" y="399"/>
                </a:lnTo>
                <a:lnTo>
                  <a:pt x="490" y="400"/>
                </a:lnTo>
                <a:lnTo>
                  <a:pt x="491" y="399"/>
                </a:lnTo>
                <a:lnTo>
                  <a:pt x="492" y="398"/>
                </a:lnTo>
                <a:lnTo>
                  <a:pt x="493" y="397"/>
                </a:lnTo>
                <a:lnTo>
                  <a:pt x="493" y="396"/>
                </a:lnTo>
                <a:lnTo>
                  <a:pt x="494" y="396"/>
                </a:lnTo>
                <a:lnTo>
                  <a:pt x="495" y="396"/>
                </a:lnTo>
                <a:lnTo>
                  <a:pt x="495" y="395"/>
                </a:lnTo>
                <a:lnTo>
                  <a:pt x="495" y="394"/>
                </a:lnTo>
                <a:lnTo>
                  <a:pt x="496" y="393"/>
                </a:lnTo>
                <a:lnTo>
                  <a:pt x="497" y="393"/>
                </a:lnTo>
                <a:lnTo>
                  <a:pt x="497" y="392"/>
                </a:lnTo>
                <a:lnTo>
                  <a:pt x="499" y="391"/>
                </a:lnTo>
                <a:lnTo>
                  <a:pt x="499" y="390"/>
                </a:lnTo>
                <a:lnTo>
                  <a:pt x="499" y="389"/>
                </a:lnTo>
                <a:lnTo>
                  <a:pt x="500" y="389"/>
                </a:lnTo>
                <a:lnTo>
                  <a:pt x="500" y="388"/>
                </a:lnTo>
                <a:lnTo>
                  <a:pt x="502" y="389"/>
                </a:lnTo>
                <a:lnTo>
                  <a:pt x="503" y="390"/>
                </a:lnTo>
                <a:lnTo>
                  <a:pt x="502" y="390"/>
                </a:lnTo>
                <a:lnTo>
                  <a:pt x="502" y="389"/>
                </a:lnTo>
                <a:lnTo>
                  <a:pt x="502" y="390"/>
                </a:lnTo>
                <a:lnTo>
                  <a:pt x="501" y="390"/>
                </a:lnTo>
                <a:lnTo>
                  <a:pt x="500" y="391"/>
                </a:lnTo>
                <a:lnTo>
                  <a:pt x="499" y="391"/>
                </a:lnTo>
                <a:lnTo>
                  <a:pt x="499" y="392"/>
                </a:lnTo>
                <a:lnTo>
                  <a:pt x="498" y="392"/>
                </a:lnTo>
                <a:lnTo>
                  <a:pt x="498" y="393"/>
                </a:lnTo>
                <a:lnTo>
                  <a:pt x="498" y="394"/>
                </a:lnTo>
                <a:lnTo>
                  <a:pt x="497" y="394"/>
                </a:lnTo>
                <a:lnTo>
                  <a:pt x="496" y="395"/>
                </a:lnTo>
                <a:lnTo>
                  <a:pt x="495" y="396"/>
                </a:lnTo>
                <a:lnTo>
                  <a:pt x="496" y="396"/>
                </a:lnTo>
                <a:lnTo>
                  <a:pt x="497" y="396"/>
                </a:lnTo>
                <a:lnTo>
                  <a:pt x="498" y="396"/>
                </a:lnTo>
                <a:lnTo>
                  <a:pt x="498" y="397"/>
                </a:lnTo>
                <a:lnTo>
                  <a:pt x="499" y="397"/>
                </a:lnTo>
                <a:lnTo>
                  <a:pt x="499" y="398"/>
                </a:lnTo>
                <a:lnTo>
                  <a:pt x="499" y="399"/>
                </a:lnTo>
                <a:lnTo>
                  <a:pt x="498" y="399"/>
                </a:lnTo>
                <a:lnTo>
                  <a:pt x="497" y="400"/>
                </a:lnTo>
                <a:lnTo>
                  <a:pt x="497" y="401"/>
                </a:lnTo>
                <a:lnTo>
                  <a:pt x="498" y="401"/>
                </a:lnTo>
                <a:lnTo>
                  <a:pt x="499" y="401"/>
                </a:lnTo>
                <a:lnTo>
                  <a:pt x="499" y="402"/>
                </a:lnTo>
                <a:lnTo>
                  <a:pt x="499" y="403"/>
                </a:lnTo>
                <a:lnTo>
                  <a:pt x="499" y="406"/>
                </a:lnTo>
                <a:lnTo>
                  <a:pt x="500" y="407"/>
                </a:lnTo>
                <a:lnTo>
                  <a:pt x="500" y="409"/>
                </a:lnTo>
                <a:lnTo>
                  <a:pt x="500" y="410"/>
                </a:lnTo>
                <a:lnTo>
                  <a:pt x="500" y="411"/>
                </a:lnTo>
                <a:lnTo>
                  <a:pt x="500" y="412"/>
                </a:lnTo>
                <a:lnTo>
                  <a:pt x="500" y="413"/>
                </a:lnTo>
                <a:lnTo>
                  <a:pt x="501" y="413"/>
                </a:lnTo>
                <a:lnTo>
                  <a:pt x="501" y="414"/>
                </a:lnTo>
                <a:lnTo>
                  <a:pt x="501" y="415"/>
                </a:lnTo>
                <a:lnTo>
                  <a:pt x="501" y="417"/>
                </a:lnTo>
                <a:lnTo>
                  <a:pt x="502" y="417"/>
                </a:lnTo>
                <a:lnTo>
                  <a:pt x="501" y="418"/>
                </a:lnTo>
                <a:lnTo>
                  <a:pt x="501" y="419"/>
                </a:lnTo>
                <a:lnTo>
                  <a:pt x="502" y="419"/>
                </a:lnTo>
                <a:lnTo>
                  <a:pt x="502" y="420"/>
                </a:lnTo>
                <a:lnTo>
                  <a:pt x="502" y="421"/>
                </a:lnTo>
                <a:lnTo>
                  <a:pt x="502" y="422"/>
                </a:lnTo>
                <a:lnTo>
                  <a:pt x="502" y="423"/>
                </a:lnTo>
                <a:lnTo>
                  <a:pt x="502" y="424"/>
                </a:lnTo>
                <a:lnTo>
                  <a:pt x="502" y="425"/>
                </a:lnTo>
                <a:lnTo>
                  <a:pt x="502" y="426"/>
                </a:lnTo>
                <a:lnTo>
                  <a:pt x="502" y="427"/>
                </a:lnTo>
                <a:lnTo>
                  <a:pt x="503" y="428"/>
                </a:lnTo>
                <a:lnTo>
                  <a:pt x="503" y="429"/>
                </a:lnTo>
                <a:lnTo>
                  <a:pt x="503" y="430"/>
                </a:lnTo>
                <a:lnTo>
                  <a:pt x="504" y="430"/>
                </a:lnTo>
                <a:lnTo>
                  <a:pt x="504" y="431"/>
                </a:lnTo>
                <a:lnTo>
                  <a:pt x="504" y="432"/>
                </a:lnTo>
                <a:lnTo>
                  <a:pt x="504" y="433"/>
                </a:lnTo>
                <a:lnTo>
                  <a:pt x="504" y="434"/>
                </a:lnTo>
                <a:lnTo>
                  <a:pt x="504" y="435"/>
                </a:lnTo>
                <a:lnTo>
                  <a:pt x="503" y="435"/>
                </a:lnTo>
                <a:lnTo>
                  <a:pt x="503" y="436"/>
                </a:lnTo>
                <a:lnTo>
                  <a:pt x="503" y="437"/>
                </a:lnTo>
                <a:lnTo>
                  <a:pt x="503" y="439"/>
                </a:lnTo>
                <a:lnTo>
                  <a:pt x="504" y="439"/>
                </a:lnTo>
                <a:lnTo>
                  <a:pt x="504" y="440"/>
                </a:lnTo>
                <a:lnTo>
                  <a:pt x="503" y="442"/>
                </a:lnTo>
                <a:lnTo>
                  <a:pt x="502" y="442"/>
                </a:lnTo>
                <a:lnTo>
                  <a:pt x="502" y="443"/>
                </a:lnTo>
                <a:lnTo>
                  <a:pt x="503" y="443"/>
                </a:lnTo>
                <a:lnTo>
                  <a:pt x="503" y="444"/>
                </a:lnTo>
                <a:lnTo>
                  <a:pt x="502" y="444"/>
                </a:lnTo>
                <a:lnTo>
                  <a:pt x="502" y="445"/>
                </a:lnTo>
                <a:lnTo>
                  <a:pt x="503" y="445"/>
                </a:lnTo>
                <a:lnTo>
                  <a:pt x="503" y="446"/>
                </a:lnTo>
                <a:lnTo>
                  <a:pt x="503" y="447"/>
                </a:lnTo>
                <a:lnTo>
                  <a:pt x="503" y="448"/>
                </a:lnTo>
                <a:lnTo>
                  <a:pt x="502" y="448"/>
                </a:lnTo>
                <a:lnTo>
                  <a:pt x="503" y="448"/>
                </a:lnTo>
                <a:lnTo>
                  <a:pt x="503" y="449"/>
                </a:lnTo>
                <a:lnTo>
                  <a:pt x="502" y="449"/>
                </a:lnTo>
                <a:lnTo>
                  <a:pt x="503" y="449"/>
                </a:lnTo>
                <a:lnTo>
                  <a:pt x="503" y="450"/>
                </a:lnTo>
                <a:lnTo>
                  <a:pt x="502" y="450"/>
                </a:lnTo>
                <a:lnTo>
                  <a:pt x="502" y="451"/>
                </a:lnTo>
                <a:lnTo>
                  <a:pt x="502" y="452"/>
                </a:lnTo>
                <a:lnTo>
                  <a:pt x="501" y="452"/>
                </a:lnTo>
                <a:lnTo>
                  <a:pt x="501" y="454"/>
                </a:lnTo>
                <a:lnTo>
                  <a:pt x="502" y="454"/>
                </a:lnTo>
                <a:lnTo>
                  <a:pt x="502" y="455"/>
                </a:lnTo>
                <a:lnTo>
                  <a:pt x="502" y="456"/>
                </a:lnTo>
                <a:lnTo>
                  <a:pt x="502" y="457"/>
                </a:lnTo>
                <a:lnTo>
                  <a:pt x="502" y="458"/>
                </a:lnTo>
                <a:lnTo>
                  <a:pt x="501" y="458"/>
                </a:lnTo>
                <a:lnTo>
                  <a:pt x="502" y="458"/>
                </a:lnTo>
                <a:lnTo>
                  <a:pt x="501" y="458"/>
                </a:lnTo>
                <a:lnTo>
                  <a:pt x="501" y="459"/>
                </a:lnTo>
                <a:lnTo>
                  <a:pt x="501" y="460"/>
                </a:lnTo>
                <a:lnTo>
                  <a:pt x="500" y="460"/>
                </a:lnTo>
                <a:lnTo>
                  <a:pt x="500" y="462"/>
                </a:lnTo>
                <a:lnTo>
                  <a:pt x="500" y="463"/>
                </a:lnTo>
                <a:lnTo>
                  <a:pt x="500" y="464"/>
                </a:lnTo>
                <a:lnTo>
                  <a:pt x="500" y="465"/>
                </a:lnTo>
                <a:lnTo>
                  <a:pt x="501" y="465"/>
                </a:lnTo>
                <a:lnTo>
                  <a:pt x="502" y="466"/>
                </a:lnTo>
                <a:lnTo>
                  <a:pt x="502" y="467"/>
                </a:lnTo>
                <a:lnTo>
                  <a:pt x="502" y="468"/>
                </a:lnTo>
                <a:lnTo>
                  <a:pt x="501" y="469"/>
                </a:lnTo>
                <a:lnTo>
                  <a:pt x="500" y="469"/>
                </a:lnTo>
                <a:lnTo>
                  <a:pt x="500" y="470"/>
                </a:lnTo>
                <a:lnTo>
                  <a:pt x="499" y="470"/>
                </a:lnTo>
                <a:lnTo>
                  <a:pt x="499" y="471"/>
                </a:lnTo>
                <a:lnTo>
                  <a:pt x="497" y="471"/>
                </a:lnTo>
                <a:lnTo>
                  <a:pt x="496" y="471"/>
                </a:lnTo>
                <a:lnTo>
                  <a:pt x="496" y="470"/>
                </a:lnTo>
                <a:lnTo>
                  <a:pt x="496" y="469"/>
                </a:lnTo>
                <a:lnTo>
                  <a:pt x="496" y="470"/>
                </a:lnTo>
                <a:lnTo>
                  <a:pt x="495" y="470"/>
                </a:lnTo>
                <a:lnTo>
                  <a:pt x="495" y="471"/>
                </a:lnTo>
                <a:lnTo>
                  <a:pt x="495" y="470"/>
                </a:lnTo>
                <a:lnTo>
                  <a:pt x="494" y="470"/>
                </a:lnTo>
                <a:lnTo>
                  <a:pt x="494" y="471"/>
                </a:lnTo>
                <a:lnTo>
                  <a:pt x="493" y="471"/>
                </a:lnTo>
                <a:lnTo>
                  <a:pt x="493" y="472"/>
                </a:lnTo>
                <a:lnTo>
                  <a:pt x="492" y="472"/>
                </a:lnTo>
                <a:lnTo>
                  <a:pt x="492" y="471"/>
                </a:lnTo>
                <a:lnTo>
                  <a:pt x="491" y="471"/>
                </a:lnTo>
                <a:lnTo>
                  <a:pt x="491" y="470"/>
                </a:lnTo>
                <a:lnTo>
                  <a:pt x="490" y="470"/>
                </a:lnTo>
                <a:lnTo>
                  <a:pt x="489" y="470"/>
                </a:lnTo>
                <a:lnTo>
                  <a:pt x="489" y="469"/>
                </a:lnTo>
                <a:lnTo>
                  <a:pt x="488" y="469"/>
                </a:lnTo>
                <a:lnTo>
                  <a:pt x="488" y="470"/>
                </a:lnTo>
                <a:lnTo>
                  <a:pt x="485" y="470"/>
                </a:lnTo>
                <a:lnTo>
                  <a:pt x="484" y="471"/>
                </a:lnTo>
                <a:lnTo>
                  <a:pt x="484" y="472"/>
                </a:lnTo>
                <a:lnTo>
                  <a:pt x="485" y="472"/>
                </a:lnTo>
                <a:lnTo>
                  <a:pt x="484" y="472"/>
                </a:lnTo>
                <a:lnTo>
                  <a:pt x="483" y="472"/>
                </a:lnTo>
                <a:lnTo>
                  <a:pt x="483" y="471"/>
                </a:lnTo>
                <a:lnTo>
                  <a:pt x="482" y="471"/>
                </a:lnTo>
                <a:lnTo>
                  <a:pt x="481" y="471"/>
                </a:lnTo>
                <a:lnTo>
                  <a:pt x="480" y="470"/>
                </a:lnTo>
                <a:lnTo>
                  <a:pt x="479" y="470"/>
                </a:lnTo>
                <a:lnTo>
                  <a:pt x="479" y="471"/>
                </a:lnTo>
                <a:lnTo>
                  <a:pt x="478" y="472"/>
                </a:lnTo>
                <a:lnTo>
                  <a:pt x="477" y="472"/>
                </a:lnTo>
                <a:lnTo>
                  <a:pt x="476" y="472"/>
                </a:lnTo>
                <a:lnTo>
                  <a:pt x="476" y="473"/>
                </a:lnTo>
                <a:lnTo>
                  <a:pt x="476" y="472"/>
                </a:lnTo>
                <a:lnTo>
                  <a:pt x="476" y="473"/>
                </a:lnTo>
                <a:lnTo>
                  <a:pt x="475" y="473"/>
                </a:lnTo>
                <a:lnTo>
                  <a:pt x="475" y="474"/>
                </a:lnTo>
                <a:lnTo>
                  <a:pt x="474" y="474"/>
                </a:lnTo>
                <a:lnTo>
                  <a:pt x="474" y="475"/>
                </a:lnTo>
                <a:lnTo>
                  <a:pt x="473" y="475"/>
                </a:lnTo>
                <a:lnTo>
                  <a:pt x="472" y="476"/>
                </a:lnTo>
                <a:lnTo>
                  <a:pt x="471" y="476"/>
                </a:lnTo>
                <a:lnTo>
                  <a:pt x="471" y="477"/>
                </a:lnTo>
                <a:lnTo>
                  <a:pt x="470" y="477"/>
                </a:lnTo>
                <a:lnTo>
                  <a:pt x="469" y="477"/>
                </a:lnTo>
                <a:lnTo>
                  <a:pt x="469" y="478"/>
                </a:lnTo>
                <a:lnTo>
                  <a:pt x="468" y="478"/>
                </a:lnTo>
                <a:lnTo>
                  <a:pt x="468" y="479"/>
                </a:lnTo>
                <a:lnTo>
                  <a:pt x="467" y="479"/>
                </a:lnTo>
                <a:lnTo>
                  <a:pt x="466" y="478"/>
                </a:lnTo>
                <a:lnTo>
                  <a:pt x="466" y="479"/>
                </a:lnTo>
                <a:lnTo>
                  <a:pt x="465" y="479"/>
                </a:lnTo>
                <a:lnTo>
                  <a:pt x="465" y="480"/>
                </a:lnTo>
                <a:lnTo>
                  <a:pt x="464" y="480"/>
                </a:lnTo>
                <a:lnTo>
                  <a:pt x="464" y="481"/>
                </a:lnTo>
                <a:lnTo>
                  <a:pt x="463" y="481"/>
                </a:lnTo>
                <a:lnTo>
                  <a:pt x="463" y="482"/>
                </a:lnTo>
                <a:lnTo>
                  <a:pt x="462" y="482"/>
                </a:lnTo>
                <a:lnTo>
                  <a:pt x="462" y="483"/>
                </a:lnTo>
                <a:lnTo>
                  <a:pt x="462" y="484"/>
                </a:lnTo>
                <a:lnTo>
                  <a:pt x="461" y="484"/>
                </a:lnTo>
                <a:lnTo>
                  <a:pt x="462" y="484"/>
                </a:lnTo>
                <a:lnTo>
                  <a:pt x="462" y="485"/>
                </a:lnTo>
                <a:lnTo>
                  <a:pt x="462" y="486"/>
                </a:lnTo>
                <a:lnTo>
                  <a:pt x="463" y="486"/>
                </a:lnTo>
                <a:lnTo>
                  <a:pt x="463" y="487"/>
                </a:lnTo>
                <a:lnTo>
                  <a:pt x="462" y="487"/>
                </a:lnTo>
                <a:lnTo>
                  <a:pt x="462" y="488"/>
                </a:lnTo>
                <a:lnTo>
                  <a:pt x="461" y="488"/>
                </a:lnTo>
                <a:lnTo>
                  <a:pt x="460" y="489"/>
                </a:lnTo>
                <a:lnTo>
                  <a:pt x="459" y="489"/>
                </a:lnTo>
                <a:lnTo>
                  <a:pt x="458" y="489"/>
                </a:lnTo>
                <a:lnTo>
                  <a:pt x="458" y="490"/>
                </a:lnTo>
                <a:lnTo>
                  <a:pt x="458" y="491"/>
                </a:lnTo>
                <a:lnTo>
                  <a:pt x="457" y="491"/>
                </a:lnTo>
                <a:lnTo>
                  <a:pt x="457" y="492"/>
                </a:lnTo>
                <a:lnTo>
                  <a:pt x="457" y="493"/>
                </a:lnTo>
                <a:lnTo>
                  <a:pt x="457" y="494"/>
                </a:lnTo>
                <a:lnTo>
                  <a:pt x="457" y="495"/>
                </a:lnTo>
                <a:lnTo>
                  <a:pt x="456" y="495"/>
                </a:lnTo>
                <a:lnTo>
                  <a:pt x="456" y="496"/>
                </a:lnTo>
                <a:lnTo>
                  <a:pt x="456" y="497"/>
                </a:lnTo>
                <a:lnTo>
                  <a:pt x="455" y="497"/>
                </a:lnTo>
                <a:lnTo>
                  <a:pt x="454" y="497"/>
                </a:lnTo>
                <a:lnTo>
                  <a:pt x="454" y="498"/>
                </a:lnTo>
                <a:lnTo>
                  <a:pt x="453" y="498"/>
                </a:lnTo>
                <a:lnTo>
                  <a:pt x="452" y="499"/>
                </a:lnTo>
                <a:lnTo>
                  <a:pt x="452" y="500"/>
                </a:lnTo>
                <a:lnTo>
                  <a:pt x="452" y="501"/>
                </a:lnTo>
                <a:lnTo>
                  <a:pt x="452" y="502"/>
                </a:lnTo>
                <a:lnTo>
                  <a:pt x="453" y="502"/>
                </a:lnTo>
                <a:lnTo>
                  <a:pt x="453" y="503"/>
                </a:lnTo>
                <a:lnTo>
                  <a:pt x="453" y="504"/>
                </a:lnTo>
                <a:lnTo>
                  <a:pt x="453" y="505"/>
                </a:lnTo>
                <a:lnTo>
                  <a:pt x="453" y="506"/>
                </a:lnTo>
                <a:lnTo>
                  <a:pt x="453" y="507"/>
                </a:lnTo>
                <a:lnTo>
                  <a:pt x="453" y="508"/>
                </a:lnTo>
                <a:lnTo>
                  <a:pt x="452" y="508"/>
                </a:lnTo>
                <a:lnTo>
                  <a:pt x="452" y="509"/>
                </a:lnTo>
                <a:lnTo>
                  <a:pt x="451" y="509"/>
                </a:lnTo>
                <a:lnTo>
                  <a:pt x="450" y="509"/>
                </a:lnTo>
                <a:lnTo>
                  <a:pt x="449" y="509"/>
                </a:lnTo>
                <a:lnTo>
                  <a:pt x="448" y="509"/>
                </a:lnTo>
                <a:lnTo>
                  <a:pt x="448" y="510"/>
                </a:lnTo>
                <a:lnTo>
                  <a:pt x="447" y="510"/>
                </a:lnTo>
                <a:lnTo>
                  <a:pt x="447" y="511"/>
                </a:lnTo>
                <a:lnTo>
                  <a:pt x="446" y="511"/>
                </a:lnTo>
                <a:lnTo>
                  <a:pt x="445" y="510"/>
                </a:lnTo>
                <a:lnTo>
                  <a:pt x="445" y="509"/>
                </a:lnTo>
                <a:lnTo>
                  <a:pt x="444" y="509"/>
                </a:lnTo>
                <a:lnTo>
                  <a:pt x="443" y="509"/>
                </a:lnTo>
                <a:lnTo>
                  <a:pt x="443" y="510"/>
                </a:lnTo>
                <a:lnTo>
                  <a:pt x="442" y="510"/>
                </a:lnTo>
                <a:lnTo>
                  <a:pt x="441" y="510"/>
                </a:lnTo>
                <a:lnTo>
                  <a:pt x="441" y="509"/>
                </a:lnTo>
                <a:lnTo>
                  <a:pt x="442" y="509"/>
                </a:lnTo>
                <a:lnTo>
                  <a:pt x="442" y="508"/>
                </a:lnTo>
                <a:lnTo>
                  <a:pt x="442" y="507"/>
                </a:lnTo>
                <a:lnTo>
                  <a:pt x="441" y="507"/>
                </a:lnTo>
                <a:lnTo>
                  <a:pt x="440" y="507"/>
                </a:lnTo>
                <a:lnTo>
                  <a:pt x="440" y="506"/>
                </a:lnTo>
                <a:lnTo>
                  <a:pt x="439" y="506"/>
                </a:lnTo>
                <a:lnTo>
                  <a:pt x="439" y="507"/>
                </a:lnTo>
                <a:lnTo>
                  <a:pt x="438" y="507"/>
                </a:lnTo>
                <a:lnTo>
                  <a:pt x="438" y="506"/>
                </a:lnTo>
                <a:lnTo>
                  <a:pt x="438" y="505"/>
                </a:lnTo>
                <a:lnTo>
                  <a:pt x="437" y="505"/>
                </a:lnTo>
                <a:lnTo>
                  <a:pt x="437" y="504"/>
                </a:lnTo>
                <a:lnTo>
                  <a:pt x="438" y="503"/>
                </a:lnTo>
                <a:lnTo>
                  <a:pt x="438" y="502"/>
                </a:lnTo>
                <a:lnTo>
                  <a:pt x="438" y="501"/>
                </a:lnTo>
                <a:lnTo>
                  <a:pt x="438" y="500"/>
                </a:lnTo>
                <a:lnTo>
                  <a:pt x="437" y="500"/>
                </a:lnTo>
                <a:lnTo>
                  <a:pt x="438" y="499"/>
                </a:lnTo>
                <a:lnTo>
                  <a:pt x="438" y="498"/>
                </a:lnTo>
                <a:lnTo>
                  <a:pt x="438" y="497"/>
                </a:lnTo>
                <a:lnTo>
                  <a:pt x="439" y="496"/>
                </a:lnTo>
                <a:lnTo>
                  <a:pt x="439" y="495"/>
                </a:lnTo>
                <a:lnTo>
                  <a:pt x="439" y="494"/>
                </a:lnTo>
                <a:lnTo>
                  <a:pt x="440" y="493"/>
                </a:lnTo>
                <a:lnTo>
                  <a:pt x="439" y="493"/>
                </a:lnTo>
                <a:lnTo>
                  <a:pt x="438" y="493"/>
                </a:lnTo>
                <a:lnTo>
                  <a:pt x="437" y="493"/>
                </a:lnTo>
                <a:lnTo>
                  <a:pt x="437" y="492"/>
                </a:lnTo>
                <a:lnTo>
                  <a:pt x="435" y="492"/>
                </a:lnTo>
                <a:lnTo>
                  <a:pt x="436" y="492"/>
                </a:lnTo>
                <a:lnTo>
                  <a:pt x="435" y="492"/>
                </a:lnTo>
                <a:lnTo>
                  <a:pt x="435" y="491"/>
                </a:lnTo>
                <a:lnTo>
                  <a:pt x="434" y="491"/>
                </a:lnTo>
                <a:lnTo>
                  <a:pt x="434" y="490"/>
                </a:lnTo>
                <a:lnTo>
                  <a:pt x="434" y="489"/>
                </a:lnTo>
                <a:lnTo>
                  <a:pt x="434" y="488"/>
                </a:lnTo>
                <a:lnTo>
                  <a:pt x="433" y="488"/>
                </a:lnTo>
                <a:lnTo>
                  <a:pt x="432" y="488"/>
                </a:lnTo>
                <a:lnTo>
                  <a:pt x="431" y="488"/>
                </a:lnTo>
                <a:lnTo>
                  <a:pt x="430" y="489"/>
                </a:lnTo>
                <a:lnTo>
                  <a:pt x="429" y="489"/>
                </a:lnTo>
                <a:lnTo>
                  <a:pt x="430" y="489"/>
                </a:lnTo>
                <a:lnTo>
                  <a:pt x="430" y="490"/>
                </a:lnTo>
                <a:lnTo>
                  <a:pt x="429" y="491"/>
                </a:lnTo>
                <a:lnTo>
                  <a:pt x="428" y="492"/>
                </a:lnTo>
                <a:lnTo>
                  <a:pt x="428" y="493"/>
                </a:lnTo>
                <a:lnTo>
                  <a:pt x="428" y="494"/>
                </a:lnTo>
                <a:lnTo>
                  <a:pt x="428" y="495"/>
                </a:lnTo>
                <a:lnTo>
                  <a:pt x="429" y="495"/>
                </a:lnTo>
                <a:lnTo>
                  <a:pt x="429" y="496"/>
                </a:lnTo>
                <a:lnTo>
                  <a:pt x="428" y="496"/>
                </a:lnTo>
                <a:lnTo>
                  <a:pt x="427" y="497"/>
                </a:lnTo>
                <a:lnTo>
                  <a:pt x="427" y="498"/>
                </a:lnTo>
                <a:lnTo>
                  <a:pt x="426" y="498"/>
                </a:lnTo>
                <a:lnTo>
                  <a:pt x="424" y="498"/>
                </a:lnTo>
                <a:lnTo>
                  <a:pt x="423" y="497"/>
                </a:lnTo>
                <a:lnTo>
                  <a:pt x="422" y="497"/>
                </a:lnTo>
                <a:lnTo>
                  <a:pt x="421" y="497"/>
                </a:lnTo>
                <a:lnTo>
                  <a:pt x="421" y="496"/>
                </a:lnTo>
                <a:lnTo>
                  <a:pt x="420" y="496"/>
                </a:lnTo>
                <a:lnTo>
                  <a:pt x="420" y="497"/>
                </a:lnTo>
                <a:lnTo>
                  <a:pt x="420" y="498"/>
                </a:lnTo>
                <a:lnTo>
                  <a:pt x="419" y="498"/>
                </a:lnTo>
                <a:lnTo>
                  <a:pt x="419" y="499"/>
                </a:lnTo>
                <a:lnTo>
                  <a:pt x="419" y="500"/>
                </a:lnTo>
                <a:lnTo>
                  <a:pt x="419" y="501"/>
                </a:lnTo>
                <a:lnTo>
                  <a:pt x="418" y="501"/>
                </a:lnTo>
                <a:lnTo>
                  <a:pt x="418" y="502"/>
                </a:lnTo>
                <a:lnTo>
                  <a:pt x="418" y="501"/>
                </a:lnTo>
                <a:lnTo>
                  <a:pt x="417" y="501"/>
                </a:lnTo>
                <a:lnTo>
                  <a:pt x="416" y="500"/>
                </a:lnTo>
                <a:lnTo>
                  <a:pt x="417" y="500"/>
                </a:lnTo>
                <a:lnTo>
                  <a:pt x="416" y="499"/>
                </a:lnTo>
                <a:lnTo>
                  <a:pt x="415" y="499"/>
                </a:lnTo>
                <a:lnTo>
                  <a:pt x="415" y="500"/>
                </a:lnTo>
                <a:lnTo>
                  <a:pt x="414" y="500"/>
                </a:lnTo>
                <a:lnTo>
                  <a:pt x="414" y="501"/>
                </a:lnTo>
                <a:lnTo>
                  <a:pt x="413" y="501"/>
                </a:lnTo>
                <a:lnTo>
                  <a:pt x="413" y="502"/>
                </a:lnTo>
                <a:lnTo>
                  <a:pt x="412" y="501"/>
                </a:lnTo>
                <a:lnTo>
                  <a:pt x="411" y="501"/>
                </a:lnTo>
                <a:lnTo>
                  <a:pt x="410" y="501"/>
                </a:lnTo>
                <a:lnTo>
                  <a:pt x="409" y="501"/>
                </a:lnTo>
                <a:lnTo>
                  <a:pt x="409" y="502"/>
                </a:lnTo>
                <a:lnTo>
                  <a:pt x="408" y="502"/>
                </a:lnTo>
                <a:lnTo>
                  <a:pt x="407" y="502"/>
                </a:lnTo>
                <a:lnTo>
                  <a:pt x="407" y="501"/>
                </a:lnTo>
                <a:lnTo>
                  <a:pt x="406" y="501"/>
                </a:lnTo>
                <a:lnTo>
                  <a:pt x="405" y="501"/>
                </a:lnTo>
                <a:lnTo>
                  <a:pt x="405" y="502"/>
                </a:lnTo>
                <a:lnTo>
                  <a:pt x="404" y="503"/>
                </a:lnTo>
                <a:lnTo>
                  <a:pt x="403" y="503"/>
                </a:lnTo>
                <a:lnTo>
                  <a:pt x="403" y="502"/>
                </a:lnTo>
                <a:lnTo>
                  <a:pt x="402" y="502"/>
                </a:lnTo>
                <a:lnTo>
                  <a:pt x="402" y="501"/>
                </a:lnTo>
                <a:lnTo>
                  <a:pt x="401" y="501"/>
                </a:lnTo>
                <a:lnTo>
                  <a:pt x="400" y="501"/>
                </a:lnTo>
                <a:lnTo>
                  <a:pt x="399" y="501"/>
                </a:lnTo>
                <a:lnTo>
                  <a:pt x="399" y="500"/>
                </a:lnTo>
                <a:lnTo>
                  <a:pt x="399" y="499"/>
                </a:lnTo>
                <a:lnTo>
                  <a:pt x="398" y="499"/>
                </a:lnTo>
                <a:lnTo>
                  <a:pt x="398" y="498"/>
                </a:lnTo>
                <a:lnTo>
                  <a:pt x="398" y="497"/>
                </a:lnTo>
                <a:lnTo>
                  <a:pt x="399" y="497"/>
                </a:lnTo>
                <a:lnTo>
                  <a:pt x="399" y="496"/>
                </a:lnTo>
                <a:lnTo>
                  <a:pt x="398" y="496"/>
                </a:lnTo>
                <a:lnTo>
                  <a:pt x="398" y="497"/>
                </a:lnTo>
                <a:lnTo>
                  <a:pt x="399" y="497"/>
                </a:lnTo>
                <a:lnTo>
                  <a:pt x="399" y="496"/>
                </a:lnTo>
                <a:lnTo>
                  <a:pt x="399" y="497"/>
                </a:lnTo>
                <a:lnTo>
                  <a:pt x="398" y="497"/>
                </a:lnTo>
                <a:lnTo>
                  <a:pt x="397" y="497"/>
                </a:lnTo>
                <a:lnTo>
                  <a:pt x="397" y="496"/>
                </a:lnTo>
                <a:lnTo>
                  <a:pt x="396" y="496"/>
                </a:lnTo>
                <a:lnTo>
                  <a:pt x="396" y="497"/>
                </a:lnTo>
                <a:lnTo>
                  <a:pt x="395" y="496"/>
                </a:lnTo>
                <a:lnTo>
                  <a:pt x="394" y="496"/>
                </a:lnTo>
                <a:lnTo>
                  <a:pt x="394" y="497"/>
                </a:lnTo>
                <a:lnTo>
                  <a:pt x="393" y="497"/>
                </a:lnTo>
                <a:lnTo>
                  <a:pt x="393" y="496"/>
                </a:lnTo>
                <a:lnTo>
                  <a:pt x="392" y="496"/>
                </a:lnTo>
                <a:lnTo>
                  <a:pt x="391" y="496"/>
                </a:lnTo>
                <a:lnTo>
                  <a:pt x="391" y="495"/>
                </a:lnTo>
                <a:lnTo>
                  <a:pt x="391" y="494"/>
                </a:lnTo>
                <a:lnTo>
                  <a:pt x="389" y="494"/>
                </a:lnTo>
                <a:lnTo>
                  <a:pt x="388" y="494"/>
                </a:lnTo>
                <a:lnTo>
                  <a:pt x="388" y="493"/>
                </a:lnTo>
                <a:lnTo>
                  <a:pt x="388" y="492"/>
                </a:lnTo>
                <a:lnTo>
                  <a:pt x="387" y="492"/>
                </a:lnTo>
                <a:lnTo>
                  <a:pt x="387" y="491"/>
                </a:lnTo>
                <a:lnTo>
                  <a:pt x="386" y="491"/>
                </a:lnTo>
                <a:lnTo>
                  <a:pt x="386" y="490"/>
                </a:lnTo>
                <a:lnTo>
                  <a:pt x="385" y="490"/>
                </a:lnTo>
                <a:lnTo>
                  <a:pt x="384" y="490"/>
                </a:lnTo>
                <a:lnTo>
                  <a:pt x="383" y="491"/>
                </a:lnTo>
                <a:lnTo>
                  <a:pt x="382" y="491"/>
                </a:lnTo>
                <a:lnTo>
                  <a:pt x="381" y="492"/>
                </a:lnTo>
                <a:lnTo>
                  <a:pt x="381" y="493"/>
                </a:lnTo>
                <a:lnTo>
                  <a:pt x="381" y="492"/>
                </a:lnTo>
                <a:lnTo>
                  <a:pt x="380" y="493"/>
                </a:lnTo>
                <a:lnTo>
                  <a:pt x="379" y="493"/>
                </a:lnTo>
                <a:lnTo>
                  <a:pt x="379" y="492"/>
                </a:lnTo>
                <a:lnTo>
                  <a:pt x="378" y="491"/>
                </a:lnTo>
                <a:lnTo>
                  <a:pt x="379" y="491"/>
                </a:lnTo>
                <a:lnTo>
                  <a:pt x="378" y="491"/>
                </a:lnTo>
                <a:lnTo>
                  <a:pt x="378" y="490"/>
                </a:lnTo>
                <a:lnTo>
                  <a:pt x="378" y="489"/>
                </a:lnTo>
                <a:lnTo>
                  <a:pt x="378" y="488"/>
                </a:lnTo>
                <a:lnTo>
                  <a:pt x="378" y="487"/>
                </a:lnTo>
                <a:lnTo>
                  <a:pt x="378" y="486"/>
                </a:lnTo>
                <a:lnTo>
                  <a:pt x="378" y="485"/>
                </a:lnTo>
                <a:lnTo>
                  <a:pt x="378" y="484"/>
                </a:lnTo>
                <a:lnTo>
                  <a:pt x="378" y="483"/>
                </a:lnTo>
                <a:lnTo>
                  <a:pt x="379" y="483"/>
                </a:lnTo>
                <a:lnTo>
                  <a:pt x="380" y="483"/>
                </a:lnTo>
                <a:lnTo>
                  <a:pt x="380" y="482"/>
                </a:lnTo>
                <a:lnTo>
                  <a:pt x="380" y="481"/>
                </a:lnTo>
                <a:lnTo>
                  <a:pt x="380" y="479"/>
                </a:lnTo>
                <a:lnTo>
                  <a:pt x="381" y="479"/>
                </a:lnTo>
                <a:lnTo>
                  <a:pt x="381" y="478"/>
                </a:lnTo>
                <a:lnTo>
                  <a:pt x="380" y="477"/>
                </a:lnTo>
                <a:lnTo>
                  <a:pt x="381" y="477"/>
                </a:lnTo>
                <a:lnTo>
                  <a:pt x="381" y="476"/>
                </a:lnTo>
                <a:lnTo>
                  <a:pt x="381" y="475"/>
                </a:lnTo>
                <a:lnTo>
                  <a:pt x="381" y="474"/>
                </a:lnTo>
                <a:lnTo>
                  <a:pt x="381" y="473"/>
                </a:lnTo>
                <a:lnTo>
                  <a:pt x="381" y="472"/>
                </a:lnTo>
                <a:lnTo>
                  <a:pt x="380" y="472"/>
                </a:lnTo>
                <a:lnTo>
                  <a:pt x="379" y="472"/>
                </a:lnTo>
                <a:lnTo>
                  <a:pt x="378" y="471"/>
                </a:lnTo>
                <a:lnTo>
                  <a:pt x="378" y="472"/>
                </a:lnTo>
                <a:lnTo>
                  <a:pt x="378" y="473"/>
                </a:lnTo>
                <a:lnTo>
                  <a:pt x="377" y="473"/>
                </a:lnTo>
                <a:lnTo>
                  <a:pt x="377" y="474"/>
                </a:lnTo>
                <a:lnTo>
                  <a:pt x="376" y="474"/>
                </a:lnTo>
                <a:lnTo>
                  <a:pt x="376" y="473"/>
                </a:lnTo>
                <a:lnTo>
                  <a:pt x="375" y="473"/>
                </a:lnTo>
                <a:lnTo>
                  <a:pt x="375" y="472"/>
                </a:lnTo>
                <a:lnTo>
                  <a:pt x="375" y="471"/>
                </a:lnTo>
                <a:lnTo>
                  <a:pt x="374" y="471"/>
                </a:lnTo>
                <a:lnTo>
                  <a:pt x="374" y="472"/>
                </a:lnTo>
                <a:lnTo>
                  <a:pt x="374" y="473"/>
                </a:lnTo>
                <a:lnTo>
                  <a:pt x="373" y="473"/>
                </a:lnTo>
                <a:lnTo>
                  <a:pt x="373" y="474"/>
                </a:lnTo>
                <a:lnTo>
                  <a:pt x="373" y="473"/>
                </a:lnTo>
                <a:lnTo>
                  <a:pt x="374" y="473"/>
                </a:lnTo>
                <a:lnTo>
                  <a:pt x="374" y="474"/>
                </a:lnTo>
                <a:lnTo>
                  <a:pt x="373" y="475"/>
                </a:lnTo>
                <a:lnTo>
                  <a:pt x="373" y="474"/>
                </a:lnTo>
                <a:lnTo>
                  <a:pt x="372" y="474"/>
                </a:lnTo>
                <a:lnTo>
                  <a:pt x="371" y="474"/>
                </a:lnTo>
                <a:lnTo>
                  <a:pt x="370" y="474"/>
                </a:lnTo>
                <a:lnTo>
                  <a:pt x="370" y="475"/>
                </a:lnTo>
                <a:lnTo>
                  <a:pt x="369" y="475"/>
                </a:lnTo>
                <a:lnTo>
                  <a:pt x="369" y="474"/>
                </a:lnTo>
                <a:lnTo>
                  <a:pt x="369" y="475"/>
                </a:lnTo>
                <a:lnTo>
                  <a:pt x="369" y="476"/>
                </a:lnTo>
                <a:lnTo>
                  <a:pt x="368" y="475"/>
                </a:lnTo>
                <a:lnTo>
                  <a:pt x="367" y="475"/>
                </a:lnTo>
                <a:lnTo>
                  <a:pt x="366" y="475"/>
                </a:lnTo>
                <a:lnTo>
                  <a:pt x="366" y="474"/>
                </a:lnTo>
                <a:lnTo>
                  <a:pt x="365" y="473"/>
                </a:lnTo>
                <a:lnTo>
                  <a:pt x="364" y="473"/>
                </a:lnTo>
                <a:lnTo>
                  <a:pt x="364" y="474"/>
                </a:lnTo>
                <a:lnTo>
                  <a:pt x="363" y="474"/>
                </a:lnTo>
                <a:lnTo>
                  <a:pt x="362" y="474"/>
                </a:lnTo>
                <a:lnTo>
                  <a:pt x="362" y="473"/>
                </a:lnTo>
                <a:lnTo>
                  <a:pt x="361" y="473"/>
                </a:lnTo>
                <a:lnTo>
                  <a:pt x="360" y="473"/>
                </a:lnTo>
                <a:lnTo>
                  <a:pt x="359" y="473"/>
                </a:lnTo>
                <a:lnTo>
                  <a:pt x="358" y="473"/>
                </a:lnTo>
                <a:lnTo>
                  <a:pt x="357" y="473"/>
                </a:lnTo>
                <a:lnTo>
                  <a:pt x="356" y="473"/>
                </a:lnTo>
                <a:lnTo>
                  <a:pt x="355" y="473"/>
                </a:lnTo>
                <a:lnTo>
                  <a:pt x="354" y="472"/>
                </a:lnTo>
                <a:lnTo>
                  <a:pt x="353" y="471"/>
                </a:lnTo>
                <a:lnTo>
                  <a:pt x="353" y="470"/>
                </a:lnTo>
                <a:lnTo>
                  <a:pt x="352" y="469"/>
                </a:lnTo>
                <a:lnTo>
                  <a:pt x="352" y="468"/>
                </a:lnTo>
                <a:lnTo>
                  <a:pt x="351" y="468"/>
                </a:lnTo>
                <a:lnTo>
                  <a:pt x="351" y="467"/>
                </a:lnTo>
                <a:lnTo>
                  <a:pt x="350" y="467"/>
                </a:lnTo>
                <a:lnTo>
                  <a:pt x="350" y="466"/>
                </a:lnTo>
                <a:lnTo>
                  <a:pt x="349" y="465"/>
                </a:lnTo>
                <a:lnTo>
                  <a:pt x="350" y="464"/>
                </a:lnTo>
                <a:lnTo>
                  <a:pt x="349" y="464"/>
                </a:lnTo>
                <a:lnTo>
                  <a:pt x="349" y="465"/>
                </a:lnTo>
                <a:lnTo>
                  <a:pt x="348" y="465"/>
                </a:lnTo>
                <a:lnTo>
                  <a:pt x="347" y="464"/>
                </a:lnTo>
                <a:lnTo>
                  <a:pt x="346" y="464"/>
                </a:lnTo>
                <a:lnTo>
                  <a:pt x="346" y="463"/>
                </a:lnTo>
                <a:lnTo>
                  <a:pt x="345" y="463"/>
                </a:lnTo>
                <a:lnTo>
                  <a:pt x="343" y="463"/>
                </a:lnTo>
                <a:lnTo>
                  <a:pt x="343" y="464"/>
                </a:lnTo>
                <a:lnTo>
                  <a:pt x="342" y="464"/>
                </a:lnTo>
                <a:lnTo>
                  <a:pt x="341" y="464"/>
                </a:lnTo>
                <a:lnTo>
                  <a:pt x="340" y="464"/>
                </a:lnTo>
                <a:lnTo>
                  <a:pt x="340" y="465"/>
                </a:lnTo>
                <a:lnTo>
                  <a:pt x="339" y="466"/>
                </a:lnTo>
                <a:lnTo>
                  <a:pt x="339" y="467"/>
                </a:lnTo>
                <a:lnTo>
                  <a:pt x="339" y="468"/>
                </a:lnTo>
                <a:lnTo>
                  <a:pt x="338" y="468"/>
                </a:lnTo>
                <a:lnTo>
                  <a:pt x="337" y="468"/>
                </a:lnTo>
                <a:lnTo>
                  <a:pt x="337" y="469"/>
                </a:lnTo>
                <a:lnTo>
                  <a:pt x="336" y="470"/>
                </a:lnTo>
                <a:lnTo>
                  <a:pt x="335" y="470"/>
                </a:lnTo>
                <a:lnTo>
                  <a:pt x="334" y="470"/>
                </a:lnTo>
                <a:lnTo>
                  <a:pt x="334" y="471"/>
                </a:lnTo>
                <a:lnTo>
                  <a:pt x="333" y="471"/>
                </a:lnTo>
                <a:lnTo>
                  <a:pt x="332" y="471"/>
                </a:lnTo>
                <a:lnTo>
                  <a:pt x="331" y="471"/>
                </a:lnTo>
                <a:lnTo>
                  <a:pt x="330" y="471"/>
                </a:lnTo>
                <a:lnTo>
                  <a:pt x="329" y="471"/>
                </a:lnTo>
                <a:lnTo>
                  <a:pt x="329" y="472"/>
                </a:lnTo>
                <a:lnTo>
                  <a:pt x="327" y="473"/>
                </a:lnTo>
                <a:lnTo>
                  <a:pt x="326" y="473"/>
                </a:lnTo>
                <a:lnTo>
                  <a:pt x="326" y="472"/>
                </a:lnTo>
                <a:lnTo>
                  <a:pt x="326" y="471"/>
                </a:lnTo>
                <a:lnTo>
                  <a:pt x="325" y="471"/>
                </a:lnTo>
                <a:lnTo>
                  <a:pt x="325" y="470"/>
                </a:lnTo>
                <a:lnTo>
                  <a:pt x="325" y="469"/>
                </a:lnTo>
                <a:lnTo>
                  <a:pt x="324" y="469"/>
                </a:lnTo>
                <a:lnTo>
                  <a:pt x="324" y="468"/>
                </a:lnTo>
                <a:lnTo>
                  <a:pt x="324" y="467"/>
                </a:lnTo>
                <a:lnTo>
                  <a:pt x="324" y="466"/>
                </a:lnTo>
                <a:lnTo>
                  <a:pt x="323" y="466"/>
                </a:lnTo>
                <a:lnTo>
                  <a:pt x="324" y="465"/>
                </a:lnTo>
                <a:lnTo>
                  <a:pt x="324" y="464"/>
                </a:lnTo>
                <a:lnTo>
                  <a:pt x="324" y="462"/>
                </a:lnTo>
                <a:lnTo>
                  <a:pt x="323" y="462"/>
                </a:lnTo>
                <a:lnTo>
                  <a:pt x="322" y="461"/>
                </a:lnTo>
                <a:lnTo>
                  <a:pt x="322" y="460"/>
                </a:lnTo>
                <a:lnTo>
                  <a:pt x="321" y="460"/>
                </a:lnTo>
                <a:lnTo>
                  <a:pt x="320" y="461"/>
                </a:lnTo>
                <a:lnTo>
                  <a:pt x="319" y="462"/>
                </a:lnTo>
                <a:lnTo>
                  <a:pt x="319" y="463"/>
                </a:lnTo>
                <a:lnTo>
                  <a:pt x="318" y="463"/>
                </a:lnTo>
                <a:lnTo>
                  <a:pt x="317" y="464"/>
                </a:lnTo>
                <a:lnTo>
                  <a:pt x="316" y="464"/>
                </a:lnTo>
                <a:lnTo>
                  <a:pt x="316" y="463"/>
                </a:lnTo>
                <a:lnTo>
                  <a:pt x="316" y="464"/>
                </a:lnTo>
                <a:lnTo>
                  <a:pt x="315" y="464"/>
                </a:lnTo>
                <a:lnTo>
                  <a:pt x="314" y="463"/>
                </a:lnTo>
                <a:lnTo>
                  <a:pt x="313" y="462"/>
                </a:lnTo>
                <a:lnTo>
                  <a:pt x="314" y="461"/>
                </a:lnTo>
                <a:lnTo>
                  <a:pt x="313" y="461"/>
                </a:lnTo>
                <a:lnTo>
                  <a:pt x="313" y="460"/>
                </a:lnTo>
                <a:lnTo>
                  <a:pt x="313" y="459"/>
                </a:lnTo>
                <a:lnTo>
                  <a:pt x="313" y="458"/>
                </a:lnTo>
                <a:lnTo>
                  <a:pt x="314" y="457"/>
                </a:lnTo>
                <a:lnTo>
                  <a:pt x="313" y="456"/>
                </a:lnTo>
                <a:lnTo>
                  <a:pt x="312" y="456"/>
                </a:lnTo>
                <a:lnTo>
                  <a:pt x="311" y="455"/>
                </a:lnTo>
                <a:lnTo>
                  <a:pt x="311" y="453"/>
                </a:lnTo>
                <a:lnTo>
                  <a:pt x="311" y="452"/>
                </a:lnTo>
                <a:lnTo>
                  <a:pt x="311" y="451"/>
                </a:lnTo>
                <a:lnTo>
                  <a:pt x="310" y="450"/>
                </a:lnTo>
                <a:lnTo>
                  <a:pt x="309" y="450"/>
                </a:lnTo>
                <a:lnTo>
                  <a:pt x="308" y="450"/>
                </a:lnTo>
                <a:lnTo>
                  <a:pt x="307" y="450"/>
                </a:lnTo>
                <a:lnTo>
                  <a:pt x="307" y="449"/>
                </a:lnTo>
                <a:lnTo>
                  <a:pt x="306" y="448"/>
                </a:lnTo>
                <a:lnTo>
                  <a:pt x="306" y="447"/>
                </a:lnTo>
                <a:lnTo>
                  <a:pt x="307" y="447"/>
                </a:lnTo>
                <a:lnTo>
                  <a:pt x="307" y="446"/>
                </a:lnTo>
                <a:lnTo>
                  <a:pt x="308" y="446"/>
                </a:lnTo>
                <a:lnTo>
                  <a:pt x="309" y="445"/>
                </a:lnTo>
                <a:lnTo>
                  <a:pt x="309" y="444"/>
                </a:lnTo>
                <a:lnTo>
                  <a:pt x="309" y="443"/>
                </a:lnTo>
                <a:lnTo>
                  <a:pt x="308" y="443"/>
                </a:lnTo>
                <a:lnTo>
                  <a:pt x="308" y="442"/>
                </a:lnTo>
                <a:lnTo>
                  <a:pt x="308" y="443"/>
                </a:lnTo>
                <a:lnTo>
                  <a:pt x="307" y="442"/>
                </a:lnTo>
                <a:lnTo>
                  <a:pt x="305" y="441"/>
                </a:lnTo>
                <a:lnTo>
                  <a:pt x="305" y="440"/>
                </a:lnTo>
                <a:lnTo>
                  <a:pt x="304" y="440"/>
                </a:lnTo>
                <a:lnTo>
                  <a:pt x="304" y="439"/>
                </a:lnTo>
                <a:lnTo>
                  <a:pt x="303" y="439"/>
                </a:lnTo>
                <a:lnTo>
                  <a:pt x="304" y="438"/>
                </a:lnTo>
                <a:lnTo>
                  <a:pt x="303" y="437"/>
                </a:lnTo>
                <a:lnTo>
                  <a:pt x="303" y="435"/>
                </a:lnTo>
                <a:lnTo>
                  <a:pt x="304" y="435"/>
                </a:lnTo>
                <a:lnTo>
                  <a:pt x="305" y="436"/>
                </a:lnTo>
                <a:lnTo>
                  <a:pt x="306" y="435"/>
                </a:lnTo>
                <a:lnTo>
                  <a:pt x="307" y="435"/>
                </a:lnTo>
                <a:lnTo>
                  <a:pt x="307" y="434"/>
                </a:lnTo>
                <a:lnTo>
                  <a:pt x="307" y="432"/>
                </a:lnTo>
                <a:lnTo>
                  <a:pt x="307" y="431"/>
                </a:lnTo>
                <a:lnTo>
                  <a:pt x="307" y="430"/>
                </a:lnTo>
                <a:lnTo>
                  <a:pt x="308" y="429"/>
                </a:lnTo>
                <a:lnTo>
                  <a:pt x="309" y="429"/>
                </a:lnTo>
                <a:lnTo>
                  <a:pt x="309" y="428"/>
                </a:lnTo>
                <a:lnTo>
                  <a:pt x="308" y="428"/>
                </a:lnTo>
                <a:lnTo>
                  <a:pt x="308" y="427"/>
                </a:lnTo>
                <a:lnTo>
                  <a:pt x="308" y="426"/>
                </a:lnTo>
                <a:lnTo>
                  <a:pt x="307" y="426"/>
                </a:lnTo>
                <a:lnTo>
                  <a:pt x="307" y="427"/>
                </a:lnTo>
                <a:lnTo>
                  <a:pt x="306" y="426"/>
                </a:lnTo>
                <a:lnTo>
                  <a:pt x="306" y="425"/>
                </a:lnTo>
                <a:lnTo>
                  <a:pt x="306" y="424"/>
                </a:lnTo>
                <a:lnTo>
                  <a:pt x="305" y="423"/>
                </a:lnTo>
                <a:lnTo>
                  <a:pt x="305" y="421"/>
                </a:lnTo>
                <a:lnTo>
                  <a:pt x="306" y="421"/>
                </a:lnTo>
                <a:lnTo>
                  <a:pt x="306" y="420"/>
                </a:lnTo>
                <a:lnTo>
                  <a:pt x="305" y="419"/>
                </a:lnTo>
                <a:lnTo>
                  <a:pt x="305" y="418"/>
                </a:lnTo>
                <a:lnTo>
                  <a:pt x="306" y="418"/>
                </a:lnTo>
                <a:lnTo>
                  <a:pt x="307" y="417"/>
                </a:lnTo>
                <a:lnTo>
                  <a:pt x="308" y="417"/>
                </a:lnTo>
                <a:lnTo>
                  <a:pt x="308" y="416"/>
                </a:lnTo>
                <a:lnTo>
                  <a:pt x="307" y="416"/>
                </a:lnTo>
                <a:lnTo>
                  <a:pt x="307" y="415"/>
                </a:lnTo>
                <a:lnTo>
                  <a:pt x="306" y="415"/>
                </a:lnTo>
                <a:lnTo>
                  <a:pt x="306" y="414"/>
                </a:lnTo>
                <a:lnTo>
                  <a:pt x="306" y="413"/>
                </a:lnTo>
                <a:lnTo>
                  <a:pt x="306" y="412"/>
                </a:lnTo>
                <a:lnTo>
                  <a:pt x="307" y="412"/>
                </a:lnTo>
                <a:lnTo>
                  <a:pt x="307" y="411"/>
                </a:lnTo>
                <a:lnTo>
                  <a:pt x="308" y="411"/>
                </a:lnTo>
                <a:lnTo>
                  <a:pt x="307" y="410"/>
                </a:lnTo>
                <a:lnTo>
                  <a:pt x="307" y="411"/>
                </a:lnTo>
                <a:lnTo>
                  <a:pt x="306" y="411"/>
                </a:lnTo>
                <a:lnTo>
                  <a:pt x="305" y="411"/>
                </a:lnTo>
                <a:lnTo>
                  <a:pt x="305" y="410"/>
                </a:lnTo>
                <a:lnTo>
                  <a:pt x="305" y="409"/>
                </a:lnTo>
                <a:lnTo>
                  <a:pt x="306" y="409"/>
                </a:lnTo>
                <a:lnTo>
                  <a:pt x="306" y="408"/>
                </a:lnTo>
                <a:lnTo>
                  <a:pt x="305" y="407"/>
                </a:lnTo>
                <a:lnTo>
                  <a:pt x="304" y="407"/>
                </a:lnTo>
                <a:lnTo>
                  <a:pt x="305" y="407"/>
                </a:lnTo>
                <a:lnTo>
                  <a:pt x="304" y="406"/>
                </a:lnTo>
                <a:lnTo>
                  <a:pt x="303" y="405"/>
                </a:lnTo>
                <a:lnTo>
                  <a:pt x="302" y="405"/>
                </a:lnTo>
                <a:lnTo>
                  <a:pt x="302" y="406"/>
                </a:lnTo>
                <a:lnTo>
                  <a:pt x="302" y="405"/>
                </a:lnTo>
                <a:lnTo>
                  <a:pt x="301" y="405"/>
                </a:lnTo>
                <a:lnTo>
                  <a:pt x="300" y="405"/>
                </a:lnTo>
                <a:lnTo>
                  <a:pt x="299" y="405"/>
                </a:lnTo>
                <a:lnTo>
                  <a:pt x="298" y="405"/>
                </a:lnTo>
                <a:lnTo>
                  <a:pt x="298" y="404"/>
                </a:lnTo>
                <a:lnTo>
                  <a:pt x="298" y="405"/>
                </a:lnTo>
                <a:lnTo>
                  <a:pt x="298" y="406"/>
                </a:lnTo>
                <a:lnTo>
                  <a:pt x="297" y="405"/>
                </a:lnTo>
                <a:lnTo>
                  <a:pt x="296" y="406"/>
                </a:lnTo>
                <a:lnTo>
                  <a:pt x="296" y="407"/>
                </a:lnTo>
                <a:lnTo>
                  <a:pt x="296" y="408"/>
                </a:lnTo>
                <a:lnTo>
                  <a:pt x="295" y="408"/>
                </a:lnTo>
                <a:lnTo>
                  <a:pt x="294" y="409"/>
                </a:lnTo>
                <a:lnTo>
                  <a:pt x="294" y="410"/>
                </a:lnTo>
                <a:lnTo>
                  <a:pt x="294" y="411"/>
                </a:lnTo>
                <a:lnTo>
                  <a:pt x="293" y="411"/>
                </a:lnTo>
                <a:lnTo>
                  <a:pt x="293" y="410"/>
                </a:lnTo>
                <a:lnTo>
                  <a:pt x="292" y="410"/>
                </a:lnTo>
                <a:lnTo>
                  <a:pt x="291" y="410"/>
                </a:lnTo>
                <a:lnTo>
                  <a:pt x="291" y="411"/>
                </a:lnTo>
                <a:lnTo>
                  <a:pt x="292" y="411"/>
                </a:lnTo>
                <a:lnTo>
                  <a:pt x="293" y="411"/>
                </a:lnTo>
                <a:lnTo>
                  <a:pt x="293" y="412"/>
                </a:lnTo>
                <a:lnTo>
                  <a:pt x="291" y="412"/>
                </a:lnTo>
                <a:lnTo>
                  <a:pt x="290" y="413"/>
                </a:lnTo>
                <a:lnTo>
                  <a:pt x="289" y="413"/>
                </a:lnTo>
                <a:lnTo>
                  <a:pt x="288" y="414"/>
                </a:lnTo>
                <a:lnTo>
                  <a:pt x="288" y="415"/>
                </a:lnTo>
                <a:lnTo>
                  <a:pt x="289" y="416"/>
                </a:lnTo>
                <a:lnTo>
                  <a:pt x="289" y="417"/>
                </a:lnTo>
                <a:lnTo>
                  <a:pt x="290" y="417"/>
                </a:lnTo>
                <a:lnTo>
                  <a:pt x="289" y="417"/>
                </a:lnTo>
                <a:lnTo>
                  <a:pt x="288" y="416"/>
                </a:lnTo>
                <a:lnTo>
                  <a:pt x="287" y="416"/>
                </a:lnTo>
                <a:lnTo>
                  <a:pt x="287" y="415"/>
                </a:lnTo>
                <a:lnTo>
                  <a:pt x="288" y="415"/>
                </a:lnTo>
                <a:lnTo>
                  <a:pt x="288" y="414"/>
                </a:lnTo>
                <a:lnTo>
                  <a:pt x="287" y="414"/>
                </a:lnTo>
                <a:lnTo>
                  <a:pt x="286" y="414"/>
                </a:lnTo>
                <a:lnTo>
                  <a:pt x="285" y="414"/>
                </a:lnTo>
                <a:lnTo>
                  <a:pt x="285" y="415"/>
                </a:lnTo>
                <a:lnTo>
                  <a:pt x="284" y="415"/>
                </a:lnTo>
                <a:lnTo>
                  <a:pt x="283" y="416"/>
                </a:lnTo>
                <a:lnTo>
                  <a:pt x="282" y="416"/>
                </a:lnTo>
                <a:lnTo>
                  <a:pt x="282" y="417"/>
                </a:lnTo>
                <a:lnTo>
                  <a:pt x="281" y="417"/>
                </a:lnTo>
                <a:lnTo>
                  <a:pt x="280" y="417"/>
                </a:lnTo>
                <a:lnTo>
                  <a:pt x="280" y="418"/>
                </a:lnTo>
                <a:lnTo>
                  <a:pt x="279" y="418"/>
                </a:lnTo>
                <a:lnTo>
                  <a:pt x="278" y="419"/>
                </a:lnTo>
                <a:lnTo>
                  <a:pt x="277" y="420"/>
                </a:lnTo>
                <a:lnTo>
                  <a:pt x="276" y="420"/>
                </a:lnTo>
                <a:lnTo>
                  <a:pt x="275" y="420"/>
                </a:lnTo>
                <a:lnTo>
                  <a:pt x="275" y="419"/>
                </a:lnTo>
                <a:lnTo>
                  <a:pt x="274" y="419"/>
                </a:lnTo>
                <a:lnTo>
                  <a:pt x="274" y="418"/>
                </a:lnTo>
                <a:lnTo>
                  <a:pt x="273" y="418"/>
                </a:lnTo>
                <a:lnTo>
                  <a:pt x="272" y="417"/>
                </a:lnTo>
                <a:lnTo>
                  <a:pt x="271" y="417"/>
                </a:lnTo>
                <a:lnTo>
                  <a:pt x="270" y="418"/>
                </a:lnTo>
                <a:lnTo>
                  <a:pt x="270" y="417"/>
                </a:lnTo>
                <a:lnTo>
                  <a:pt x="269" y="417"/>
                </a:lnTo>
                <a:lnTo>
                  <a:pt x="269" y="416"/>
                </a:lnTo>
                <a:lnTo>
                  <a:pt x="268" y="415"/>
                </a:lnTo>
                <a:lnTo>
                  <a:pt x="267" y="415"/>
                </a:lnTo>
                <a:lnTo>
                  <a:pt x="267" y="414"/>
                </a:lnTo>
                <a:lnTo>
                  <a:pt x="268" y="413"/>
                </a:lnTo>
                <a:lnTo>
                  <a:pt x="268" y="412"/>
                </a:lnTo>
                <a:lnTo>
                  <a:pt x="267" y="412"/>
                </a:lnTo>
                <a:lnTo>
                  <a:pt x="266" y="412"/>
                </a:lnTo>
                <a:lnTo>
                  <a:pt x="265" y="411"/>
                </a:lnTo>
                <a:lnTo>
                  <a:pt x="264" y="411"/>
                </a:lnTo>
                <a:lnTo>
                  <a:pt x="264" y="410"/>
                </a:lnTo>
                <a:lnTo>
                  <a:pt x="265" y="410"/>
                </a:lnTo>
                <a:lnTo>
                  <a:pt x="264" y="409"/>
                </a:lnTo>
                <a:lnTo>
                  <a:pt x="263" y="409"/>
                </a:lnTo>
                <a:lnTo>
                  <a:pt x="263" y="408"/>
                </a:lnTo>
                <a:lnTo>
                  <a:pt x="262" y="408"/>
                </a:lnTo>
                <a:lnTo>
                  <a:pt x="261" y="407"/>
                </a:lnTo>
                <a:lnTo>
                  <a:pt x="260" y="406"/>
                </a:lnTo>
                <a:lnTo>
                  <a:pt x="259" y="406"/>
                </a:lnTo>
                <a:lnTo>
                  <a:pt x="259" y="405"/>
                </a:lnTo>
                <a:lnTo>
                  <a:pt x="259" y="404"/>
                </a:lnTo>
                <a:lnTo>
                  <a:pt x="258" y="404"/>
                </a:lnTo>
                <a:lnTo>
                  <a:pt x="257" y="404"/>
                </a:lnTo>
                <a:lnTo>
                  <a:pt x="257" y="403"/>
                </a:lnTo>
                <a:lnTo>
                  <a:pt x="256" y="403"/>
                </a:lnTo>
                <a:lnTo>
                  <a:pt x="255" y="404"/>
                </a:lnTo>
                <a:lnTo>
                  <a:pt x="255" y="405"/>
                </a:lnTo>
                <a:lnTo>
                  <a:pt x="254" y="405"/>
                </a:lnTo>
                <a:lnTo>
                  <a:pt x="254" y="404"/>
                </a:lnTo>
                <a:lnTo>
                  <a:pt x="254" y="405"/>
                </a:lnTo>
                <a:lnTo>
                  <a:pt x="253" y="405"/>
                </a:lnTo>
                <a:lnTo>
                  <a:pt x="252" y="405"/>
                </a:lnTo>
                <a:lnTo>
                  <a:pt x="252" y="406"/>
                </a:lnTo>
                <a:lnTo>
                  <a:pt x="253" y="407"/>
                </a:lnTo>
                <a:lnTo>
                  <a:pt x="252" y="407"/>
                </a:lnTo>
                <a:lnTo>
                  <a:pt x="252" y="408"/>
                </a:lnTo>
                <a:lnTo>
                  <a:pt x="252" y="409"/>
                </a:lnTo>
                <a:lnTo>
                  <a:pt x="251" y="409"/>
                </a:lnTo>
                <a:lnTo>
                  <a:pt x="249" y="409"/>
                </a:lnTo>
                <a:lnTo>
                  <a:pt x="248" y="409"/>
                </a:lnTo>
                <a:lnTo>
                  <a:pt x="248" y="408"/>
                </a:lnTo>
                <a:lnTo>
                  <a:pt x="248" y="407"/>
                </a:lnTo>
                <a:lnTo>
                  <a:pt x="246" y="407"/>
                </a:lnTo>
                <a:lnTo>
                  <a:pt x="245" y="407"/>
                </a:lnTo>
                <a:lnTo>
                  <a:pt x="244" y="407"/>
                </a:lnTo>
                <a:lnTo>
                  <a:pt x="243" y="406"/>
                </a:lnTo>
                <a:lnTo>
                  <a:pt x="243" y="405"/>
                </a:lnTo>
                <a:lnTo>
                  <a:pt x="242" y="405"/>
                </a:lnTo>
                <a:lnTo>
                  <a:pt x="241" y="404"/>
                </a:lnTo>
                <a:lnTo>
                  <a:pt x="240" y="404"/>
                </a:lnTo>
                <a:lnTo>
                  <a:pt x="240" y="405"/>
                </a:lnTo>
                <a:lnTo>
                  <a:pt x="239" y="405"/>
                </a:lnTo>
                <a:lnTo>
                  <a:pt x="238" y="405"/>
                </a:lnTo>
                <a:lnTo>
                  <a:pt x="238" y="406"/>
                </a:lnTo>
                <a:lnTo>
                  <a:pt x="237" y="407"/>
                </a:lnTo>
                <a:lnTo>
                  <a:pt x="238" y="407"/>
                </a:lnTo>
                <a:lnTo>
                  <a:pt x="238" y="408"/>
                </a:lnTo>
                <a:lnTo>
                  <a:pt x="237" y="409"/>
                </a:lnTo>
                <a:lnTo>
                  <a:pt x="237" y="410"/>
                </a:lnTo>
                <a:lnTo>
                  <a:pt x="236" y="410"/>
                </a:lnTo>
                <a:lnTo>
                  <a:pt x="235" y="410"/>
                </a:lnTo>
                <a:lnTo>
                  <a:pt x="235" y="409"/>
                </a:lnTo>
                <a:lnTo>
                  <a:pt x="235" y="408"/>
                </a:lnTo>
                <a:lnTo>
                  <a:pt x="235" y="407"/>
                </a:lnTo>
                <a:lnTo>
                  <a:pt x="234" y="408"/>
                </a:lnTo>
                <a:lnTo>
                  <a:pt x="234" y="409"/>
                </a:lnTo>
                <a:lnTo>
                  <a:pt x="233" y="409"/>
                </a:lnTo>
                <a:lnTo>
                  <a:pt x="233" y="408"/>
                </a:lnTo>
                <a:lnTo>
                  <a:pt x="232" y="408"/>
                </a:lnTo>
                <a:lnTo>
                  <a:pt x="231" y="408"/>
                </a:lnTo>
                <a:lnTo>
                  <a:pt x="230" y="408"/>
                </a:lnTo>
                <a:lnTo>
                  <a:pt x="230" y="407"/>
                </a:lnTo>
                <a:lnTo>
                  <a:pt x="229" y="407"/>
                </a:lnTo>
                <a:lnTo>
                  <a:pt x="228" y="408"/>
                </a:lnTo>
                <a:lnTo>
                  <a:pt x="228" y="409"/>
                </a:lnTo>
                <a:lnTo>
                  <a:pt x="227" y="409"/>
                </a:lnTo>
                <a:lnTo>
                  <a:pt x="227" y="408"/>
                </a:lnTo>
                <a:lnTo>
                  <a:pt x="227" y="407"/>
                </a:lnTo>
                <a:lnTo>
                  <a:pt x="226" y="407"/>
                </a:lnTo>
                <a:lnTo>
                  <a:pt x="226" y="408"/>
                </a:lnTo>
                <a:lnTo>
                  <a:pt x="225" y="408"/>
                </a:lnTo>
                <a:lnTo>
                  <a:pt x="224" y="409"/>
                </a:lnTo>
                <a:lnTo>
                  <a:pt x="223" y="409"/>
                </a:lnTo>
                <a:lnTo>
                  <a:pt x="223" y="410"/>
                </a:lnTo>
                <a:lnTo>
                  <a:pt x="222" y="410"/>
                </a:lnTo>
                <a:lnTo>
                  <a:pt x="221" y="410"/>
                </a:lnTo>
                <a:lnTo>
                  <a:pt x="220" y="410"/>
                </a:lnTo>
                <a:lnTo>
                  <a:pt x="220" y="411"/>
                </a:lnTo>
                <a:lnTo>
                  <a:pt x="219" y="411"/>
                </a:lnTo>
                <a:lnTo>
                  <a:pt x="218" y="411"/>
                </a:lnTo>
                <a:lnTo>
                  <a:pt x="218" y="412"/>
                </a:lnTo>
                <a:lnTo>
                  <a:pt x="217" y="412"/>
                </a:lnTo>
                <a:lnTo>
                  <a:pt x="216" y="412"/>
                </a:lnTo>
                <a:lnTo>
                  <a:pt x="216" y="413"/>
                </a:lnTo>
                <a:lnTo>
                  <a:pt x="215" y="412"/>
                </a:lnTo>
                <a:lnTo>
                  <a:pt x="214" y="412"/>
                </a:lnTo>
                <a:lnTo>
                  <a:pt x="214" y="411"/>
                </a:lnTo>
                <a:lnTo>
                  <a:pt x="214" y="410"/>
                </a:lnTo>
                <a:lnTo>
                  <a:pt x="213" y="410"/>
                </a:lnTo>
                <a:lnTo>
                  <a:pt x="213" y="411"/>
                </a:lnTo>
                <a:lnTo>
                  <a:pt x="212" y="411"/>
                </a:lnTo>
                <a:lnTo>
                  <a:pt x="212" y="412"/>
                </a:lnTo>
                <a:lnTo>
                  <a:pt x="211" y="411"/>
                </a:lnTo>
                <a:lnTo>
                  <a:pt x="210" y="411"/>
                </a:lnTo>
                <a:lnTo>
                  <a:pt x="209" y="411"/>
                </a:lnTo>
                <a:lnTo>
                  <a:pt x="209" y="410"/>
                </a:lnTo>
                <a:lnTo>
                  <a:pt x="208" y="410"/>
                </a:lnTo>
                <a:lnTo>
                  <a:pt x="208" y="411"/>
                </a:lnTo>
                <a:lnTo>
                  <a:pt x="208" y="410"/>
                </a:lnTo>
                <a:lnTo>
                  <a:pt x="208" y="409"/>
                </a:lnTo>
                <a:lnTo>
                  <a:pt x="207" y="409"/>
                </a:lnTo>
                <a:lnTo>
                  <a:pt x="206" y="409"/>
                </a:lnTo>
                <a:lnTo>
                  <a:pt x="206" y="410"/>
                </a:lnTo>
                <a:lnTo>
                  <a:pt x="205" y="410"/>
                </a:lnTo>
                <a:lnTo>
                  <a:pt x="204" y="409"/>
                </a:lnTo>
                <a:lnTo>
                  <a:pt x="203" y="409"/>
                </a:lnTo>
                <a:lnTo>
                  <a:pt x="202" y="408"/>
                </a:lnTo>
                <a:lnTo>
                  <a:pt x="201" y="408"/>
                </a:lnTo>
                <a:lnTo>
                  <a:pt x="201" y="409"/>
                </a:lnTo>
                <a:lnTo>
                  <a:pt x="200" y="408"/>
                </a:lnTo>
                <a:lnTo>
                  <a:pt x="199" y="407"/>
                </a:lnTo>
                <a:lnTo>
                  <a:pt x="198" y="407"/>
                </a:lnTo>
                <a:lnTo>
                  <a:pt x="197" y="406"/>
                </a:lnTo>
                <a:lnTo>
                  <a:pt x="197" y="407"/>
                </a:lnTo>
                <a:lnTo>
                  <a:pt x="197" y="408"/>
                </a:lnTo>
                <a:lnTo>
                  <a:pt x="196" y="409"/>
                </a:lnTo>
                <a:lnTo>
                  <a:pt x="195" y="409"/>
                </a:lnTo>
                <a:lnTo>
                  <a:pt x="195" y="408"/>
                </a:lnTo>
                <a:lnTo>
                  <a:pt x="194" y="408"/>
                </a:lnTo>
                <a:lnTo>
                  <a:pt x="194" y="409"/>
                </a:lnTo>
                <a:lnTo>
                  <a:pt x="193" y="409"/>
                </a:lnTo>
                <a:lnTo>
                  <a:pt x="192" y="409"/>
                </a:lnTo>
                <a:lnTo>
                  <a:pt x="191" y="409"/>
                </a:lnTo>
                <a:lnTo>
                  <a:pt x="191" y="410"/>
                </a:lnTo>
                <a:lnTo>
                  <a:pt x="190" y="410"/>
                </a:lnTo>
                <a:lnTo>
                  <a:pt x="189" y="410"/>
                </a:lnTo>
                <a:lnTo>
                  <a:pt x="188" y="411"/>
                </a:lnTo>
                <a:lnTo>
                  <a:pt x="188" y="412"/>
                </a:lnTo>
                <a:lnTo>
                  <a:pt x="189" y="412"/>
                </a:lnTo>
                <a:lnTo>
                  <a:pt x="189" y="413"/>
                </a:lnTo>
                <a:lnTo>
                  <a:pt x="188" y="413"/>
                </a:lnTo>
                <a:lnTo>
                  <a:pt x="188" y="412"/>
                </a:lnTo>
                <a:lnTo>
                  <a:pt x="187" y="412"/>
                </a:lnTo>
                <a:lnTo>
                  <a:pt x="186" y="412"/>
                </a:lnTo>
                <a:lnTo>
                  <a:pt x="186" y="411"/>
                </a:lnTo>
                <a:lnTo>
                  <a:pt x="185" y="411"/>
                </a:lnTo>
                <a:lnTo>
                  <a:pt x="185" y="410"/>
                </a:lnTo>
                <a:lnTo>
                  <a:pt x="184" y="410"/>
                </a:lnTo>
                <a:lnTo>
                  <a:pt x="183" y="410"/>
                </a:lnTo>
                <a:lnTo>
                  <a:pt x="183" y="411"/>
                </a:lnTo>
                <a:lnTo>
                  <a:pt x="182" y="410"/>
                </a:lnTo>
                <a:lnTo>
                  <a:pt x="181" y="410"/>
                </a:lnTo>
                <a:lnTo>
                  <a:pt x="180" y="410"/>
                </a:lnTo>
                <a:lnTo>
                  <a:pt x="180" y="411"/>
                </a:lnTo>
                <a:lnTo>
                  <a:pt x="180" y="412"/>
                </a:lnTo>
                <a:lnTo>
                  <a:pt x="179" y="412"/>
                </a:lnTo>
                <a:lnTo>
                  <a:pt x="178" y="412"/>
                </a:lnTo>
                <a:lnTo>
                  <a:pt x="178" y="413"/>
                </a:lnTo>
                <a:lnTo>
                  <a:pt x="178" y="414"/>
                </a:lnTo>
                <a:lnTo>
                  <a:pt x="177" y="414"/>
                </a:lnTo>
                <a:lnTo>
                  <a:pt x="176" y="414"/>
                </a:lnTo>
                <a:lnTo>
                  <a:pt x="175" y="414"/>
                </a:lnTo>
                <a:lnTo>
                  <a:pt x="175" y="413"/>
                </a:lnTo>
                <a:lnTo>
                  <a:pt x="174" y="413"/>
                </a:lnTo>
                <a:lnTo>
                  <a:pt x="174" y="412"/>
                </a:lnTo>
                <a:lnTo>
                  <a:pt x="173" y="412"/>
                </a:lnTo>
                <a:lnTo>
                  <a:pt x="171" y="411"/>
                </a:lnTo>
                <a:lnTo>
                  <a:pt x="171" y="410"/>
                </a:lnTo>
                <a:lnTo>
                  <a:pt x="170" y="410"/>
                </a:lnTo>
                <a:lnTo>
                  <a:pt x="169" y="410"/>
                </a:lnTo>
                <a:lnTo>
                  <a:pt x="169" y="409"/>
                </a:lnTo>
                <a:lnTo>
                  <a:pt x="168" y="409"/>
                </a:lnTo>
                <a:lnTo>
                  <a:pt x="168" y="408"/>
                </a:lnTo>
                <a:lnTo>
                  <a:pt x="167" y="408"/>
                </a:lnTo>
                <a:lnTo>
                  <a:pt x="166" y="408"/>
                </a:lnTo>
                <a:lnTo>
                  <a:pt x="166" y="407"/>
                </a:lnTo>
                <a:lnTo>
                  <a:pt x="165" y="408"/>
                </a:lnTo>
                <a:lnTo>
                  <a:pt x="164" y="408"/>
                </a:lnTo>
                <a:lnTo>
                  <a:pt x="163" y="408"/>
                </a:lnTo>
                <a:lnTo>
                  <a:pt x="164" y="408"/>
                </a:lnTo>
                <a:lnTo>
                  <a:pt x="164" y="407"/>
                </a:lnTo>
                <a:lnTo>
                  <a:pt x="163" y="406"/>
                </a:lnTo>
                <a:lnTo>
                  <a:pt x="161" y="406"/>
                </a:lnTo>
                <a:lnTo>
                  <a:pt x="161" y="407"/>
                </a:lnTo>
                <a:lnTo>
                  <a:pt x="162" y="407"/>
                </a:lnTo>
                <a:lnTo>
                  <a:pt x="163" y="407"/>
                </a:lnTo>
                <a:lnTo>
                  <a:pt x="162" y="408"/>
                </a:lnTo>
                <a:lnTo>
                  <a:pt x="161" y="408"/>
                </a:lnTo>
                <a:lnTo>
                  <a:pt x="162" y="408"/>
                </a:lnTo>
                <a:lnTo>
                  <a:pt x="163" y="408"/>
                </a:lnTo>
                <a:lnTo>
                  <a:pt x="162" y="409"/>
                </a:lnTo>
                <a:lnTo>
                  <a:pt x="161" y="408"/>
                </a:lnTo>
                <a:lnTo>
                  <a:pt x="160" y="407"/>
                </a:lnTo>
                <a:lnTo>
                  <a:pt x="160" y="406"/>
                </a:lnTo>
                <a:lnTo>
                  <a:pt x="159" y="406"/>
                </a:lnTo>
                <a:lnTo>
                  <a:pt x="159" y="407"/>
                </a:lnTo>
                <a:lnTo>
                  <a:pt x="158" y="407"/>
                </a:lnTo>
                <a:lnTo>
                  <a:pt x="158" y="406"/>
                </a:lnTo>
                <a:lnTo>
                  <a:pt x="157" y="405"/>
                </a:lnTo>
                <a:lnTo>
                  <a:pt x="156" y="405"/>
                </a:lnTo>
                <a:lnTo>
                  <a:pt x="155" y="405"/>
                </a:lnTo>
                <a:lnTo>
                  <a:pt x="155" y="404"/>
                </a:lnTo>
                <a:lnTo>
                  <a:pt x="155" y="403"/>
                </a:lnTo>
                <a:lnTo>
                  <a:pt x="154" y="403"/>
                </a:lnTo>
                <a:lnTo>
                  <a:pt x="154" y="402"/>
                </a:lnTo>
                <a:lnTo>
                  <a:pt x="154" y="401"/>
                </a:lnTo>
                <a:lnTo>
                  <a:pt x="154" y="400"/>
                </a:lnTo>
                <a:lnTo>
                  <a:pt x="154" y="399"/>
                </a:lnTo>
                <a:lnTo>
                  <a:pt x="152" y="399"/>
                </a:lnTo>
                <a:lnTo>
                  <a:pt x="151" y="399"/>
                </a:lnTo>
                <a:lnTo>
                  <a:pt x="151" y="400"/>
                </a:lnTo>
                <a:lnTo>
                  <a:pt x="151" y="401"/>
                </a:lnTo>
                <a:lnTo>
                  <a:pt x="150" y="401"/>
                </a:lnTo>
                <a:lnTo>
                  <a:pt x="149" y="402"/>
                </a:lnTo>
                <a:lnTo>
                  <a:pt x="149" y="401"/>
                </a:lnTo>
                <a:lnTo>
                  <a:pt x="148" y="401"/>
                </a:lnTo>
                <a:lnTo>
                  <a:pt x="147" y="401"/>
                </a:lnTo>
                <a:lnTo>
                  <a:pt x="147" y="400"/>
                </a:lnTo>
                <a:lnTo>
                  <a:pt x="146" y="399"/>
                </a:lnTo>
                <a:lnTo>
                  <a:pt x="145" y="399"/>
                </a:lnTo>
                <a:lnTo>
                  <a:pt x="145" y="397"/>
                </a:lnTo>
                <a:lnTo>
                  <a:pt x="145" y="396"/>
                </a:lnTo>
                <a:lnTo>
                  <a:pt x="144" y="396"/>
                </a:lnTo>
                <a:lnTo>
                  <a:pt x="144" y="395"/>
                </a:lnTo>
                <a:lnTo>
                  <a:pt x="143" y="395"/>
                </a:lnTo>
                <a:lnTo>
                  <a:pt x="142" y="395"/>
                </a:lnTo>
                <a:lnTo>
                  <a:pt x="141" y="395"/>
                </a:lnTo>
                <a:lnTo>
                  <a:pt x="141" y="396"/>
                </a:lnTo>
                <a:lnTo>
                  <a:pt x="140" y="396"/>
                </a:lnTo>
                <a:lnTo>
                  <a:pt x="139" y="396"/>
                </a:lnTo>
                <a:lnTo>
                  <a:pt x="138" y="397"/>
                </a:lnTo>
                <a:lnTo>
                  <a:pt x="138" y="396"/>
                </a:lnTo>
                <a:lnTo>
                  <a:pt x="137" y="396"/>
                </a:lnTo>
                <a:lnTo>
                  <a:pt x="136" y="396"/>
                </a:lnTo>
                <a:lnTo>
                  <a:pt x="136" y="395"/>
                </a:lnTo>
                <a:lnTo>
                  <a:pt x="135" y="395"/>
                </a:lnTo>
                <a:lnTo>
                  <a:pt x="135" y="394"/>
                </a:lnTo>
                <a:lnTo>
                  <a:pt x="136" y="394"/>
                </a:lnTo>
                <a:lnTo>
                  <a:pt x="136" y="393"/>
                </a:lnTo>
                <a:lnTo>
                  <a:pt x="135" y="393"/>
                </a:lnTo>
                <a:lnTo>
                  <a:pt x="135" y="394"/>
                </a:lnTo>
                <a:lnTo>
                  <a:pt x="134" y="394"/>
                </a:lnTo>
                <a:lnTo>
                  <a:pt x="133" y="394"/>
                </a:lnTo>
                <a:lnTo>
                  <a:pt x="132" y="394"/>
                </a:lnTo>
                <a:lnTo>
                  <a:pt x="132" y="393"/>
                </a:lnTo>
                <a:lnTo>
                  <a:pt x="131" y="393"/>
                </a:lnTo>
                <a:lnTo>
                  <a:pt x="131" y="392"/>
                </a:lnTo>
                <a:lnTo>
                  <a:pt x="130" y="392"/>
                </a:lnTo>
                <a:lnTo>
                  <a:pt x="129" y="392"/>
                </a:lnTo>
                <a:lnTo>
                  <a:pt x="129" y="391"/>
                </a:lnTo>
                <a:lnTo>
                  <a:pt x="128" y="390"/>
                </a:lnTo>
                <a:lnTo>
                  <a:pt x="127" y="390"/>
                </a:lnTo>
                <a:lnTo>
                  <a:pt x="126" y="390"/>
                </a:lnTo>
                <a:lnTo>
                  <a:pt x="126" y="389"/>
                </a:lnTo>
                <a:lnTo>
                  <a:pt x="125" y="389"/>
                </a:lnTo>
                <a:lnTo>
                  <a:pt x="125" y="388"/>
                </a:lnTo>
                <a:lnTo>
                  <a:pt x="124" y="387"/>
                </a:lnTo>
                <a:lnTo>
                  <a:pt x="123" y="387"/>
                </a:lnTo>
                <a:lnTo>
                  <a:pt x="123" y="386"/>
                </a:lnTo>
                <a:lnTo>
                  <a:pt x="122" y="386"/>
                </a:lnTo>
                <a:lnTo>
                  <a:pt x="121" y="385"/>
                </a:lnTo>
                <a:lnTo>
                  <a:pt x="121" y="386"/>
                </a:lnTo>
                <a:lnTo>
                  <a:pt x="120" y="386"/>
                </a:lnTo>
                <a:lnTo>
                  <a:pt x="118" y="385"/>
                </a:lnTo>
                <a:lnTo>
                  <a:pt x="117" y="385"/>
                </a:lnTo>
                <a:lnTo>
                  <a:pt x="116" y="386"/>
                </a:lnTo>
                <a:lnTo>
                  <a:pt x="116" y="385"/>
                </a:lnTo>
                <a:lnTo>
                  <a:pt x="115" y="385"/>
                </a:lnTo>
                <a:lnTo>
                  <a:pt x="115" y="384"/>
                </a:lnTo>
                <a:lnTo>
                  <a:pt x="116" y="384"/>
                </a:lnTo>
                <a:lnTo>
                  <a:pt x="116" y="383"/>
                </a:lnTo>
                <a:lnTo>
                  <a:pt x="114" y="383"/>
                </a:lnTo>
                <a:lnTo>
                  <a:pt x="113" y="384"/>
                </a:lnTo>
                <a:lnTo>
                  <a:pt x="113" y="385"/>
                </a:lnTo>
                <a:lnTo>
                  <a:pt x="113" y="386"/>
                </a:lnTo>
                <a:lnTo>
                  <a:pt x="112" y="387"/>
                </a:lnTo>
                <a:lnTo>
                  <a:pt x="111" y="387"/>
                </a:lnTo>
                <a:lnTo>
                  <a:pt x="111" y="386"/>
                </a:lnTo>
                <a:lnTo>
                  <a:pt x="110" y="387"/>
                </a:lnTo>
                <a:lnTo>
                  <a:pt x="111" y="387"/>
                </a:lnTo>
                <a:lnTo>
                  <a:pt x="110" y="387"/>
                </a:lnTo>
                <a:lnTo>
                  <a:pt x="109" y="387"/>
                </a:lnTo>
                <a:lnTo>
                  <a:pt x="108" y="387"/>
                </a:lnTo>
                <a:lnTo>
                  <a:pt x="108" y="386"/>
                </a:lnTo>
                <a:lnTo>
                  <a:pt x="108" y="385"/>
                </a:lnTo>
                <a:lnTo>
                  <a:pt x="107" y="385"/>
                </a:lnTo>
                <a:lnTo>
                  <a:pt x="106" y="385"/>
                </a:lnTo>
                <a:lnTo>
                  <a:pt x="105" y="384"/>
                </a:lnTo>
                <a:lnTo>
                  <a:pt x="106" y="384"/>
                </a:lnTo>
                <a:lnTo>
                  <a:pt x="106" y="383"/>
                </a:lnTo>
                <a:lnTo>
                  <a:pt x="105" y="382"/>
                </a:lnTo>
                <a:lnTo>
                  <a:pt x="106" y="382"/>
                </a:lnTo>
                <a:lnTo>
                  <a:pt x="106" y="381"/>
                </a:lnTo>
                <a:lnTo>
                  <a:pt x="105" y="380"/>
                </a:lnTo>
                <a:lnTo>
                  <a:pt x="105" y="379"/>
                </a:lnTo>
                <a:lnTo>
                  <a:pt x="104" y="379"/>
                </a:lnTo>
                <a:lnTo>
                  <a:pt x="103" y="378"/>
                </a:lnTo>
                <a:lnTo>
                  <a:pt x="102" y="377"/>
                </a:lnTo>
                <a:lnTo>
                  <a:pt x="101" y="377"/>
                </a:lnTo>
                <a:lnTo>
                  <a:pt x="101" y="376"/>
                </a:lnTo>
                <a:lnTo>
                  <a:pt x="100" y="376"/>
                </a:lnTo>
                <a:lnTo>
                  <a:pt x="100" y="375"/>
                </a:lnTo>
                <a:lnTo>
                  <a:pt x="100" y="374"/>
                </a:lnTo>
                <a:lnTo>
                  <a:pt x="99" y="374"/>
                </a:lnTo>
                <a:lnTo>
                  <a:pt x="98" y="374"/>
                </a:lnTo>
                <a:lnTo>
                  <a:pt x="97" y="374"/>
                </a:lnTo>
                <a:lnTo>
                  <a:pt x="97" y="373"/>
                </a:lnTo>
                <a:lnTo>
                  <a:pt x="96" y="373"/>
                </a:lnTo>
                <a:lnTo>
                  <a:pt x="96" y="372"/>
                </a:lnTo>
                <a:lnTo>
                  <a:pt x="97" y="372"/>
                </a:lnTo>
                <a:lnTo>
                  <a:pt x="97" y="373"/>
                </a:lnTo>
                <a:lnTo>
                  <a:pt x="98" y="373"/>
                </a:lnTo>
                <a:lnTo>
                  <a:pt x="99" y="373"/>
                </a:lnTo>
                <a:lnTo>
                  <a:pt x="100" y="373"/>
                </a:lnTo>
                <a:lnTo>
                  <a:pt x="100" y="372"/>
                </a:lnTo>
                <a:lnTo>
                  <a:pt x="100" y="371"/>
                </a:lnTo>
                <a:lnTo>
                  <a:pt x="100" y="370"/>
                </a:lnTo>
                <a:lnTo>
                  <a:pt x="100" y="369"/>
                </a:lnTo>
                <a:lnTo>
                  <a:pt x="100" y="368"/>
                </a:lnTo>
                <a:lnTo>
                  <a:pt x="99" y="368"/>
                </a:lnTo>
                <a:lnTo>
                  <a:pt x="99" y="369"/>
                </a:lnTo>
                <a:lnTo>
                  <a:pt x="99" y="370"/>
                </a:lnTo>
                <a:lnTo>
                  <a:pt x="98" y="370"/>
                </a:lnTo>
                <a:lnTo>
                  <a:pt x="98" y="371"/>
                </a:lnTo>
                <a:lnTo>
                  <a:pt x="97" y="371"/>
                </a:lnTo>
                <a:lnTo>
                  <a:pt x="96" y="371"/>
                </a:lnTo>
                <a:lnTo>
                  <a:pt x="95" y="371"/>
                </a:lnTo>
                <a:lnTo>
                  <a:pt x="94" y="368"/>
                </a:lnTo>
                <a:lnTo>
                  <a:pt x="94" y="367"/>
                </a:lnTo>
                <a:lnTo>
                  <a:pt x="93" y="367"/>
                </a:lnTo>
                <a:lnTo>
                  <a:pt x="93" y="366"/>
                </a:lnTo>
                <a:lnTo>
                  <a:pt x="93" y="365"/>
                </a:lnTo>
                <a:lnTo>
                  <a:pt x="93" y="364"/>
                </a:lnTo>
                <a:lnTo>
                  <a:pt x="91" y="364"/>
                </a:lnTo>
                <a:lnTo>
                  <a:pt x="91" y="363"/>
                </a:lnTo>
                <a:lnTo>
                  <a:pt x="91" y="362"/>
                </a:lnTo>
                <a:lnTo>
                  <a:pt x="90" y="362"/>
                </a:lnTo>
                <a:lnTo>
                  <a:pt x="89" y="362"/>
                </a:lnTo>
                <a:lnTo>
                  <a:pt x="88" y="362"/>
                </a:lnTo>
                <a:lnTo>
                  <a:pt x="87" y="362"/>
                </a:lnTo>
                <a:lnTo>
                  <a:pt x="87" y="361"/>
                </a:lnTo>
                <a:lnTo>
                  <a:pt x="86" y="361"/>
                </a:lnTo>
                <a:lnTo>
                  <a:pt x="85" y="360"/>
                </a:lnTo>
                <a:lnTo>
                  <a:pt x="84" y="360"/>
                </a:lnTo>
                <a:lnTo>
                  <a:pt x="83" y="359"/>
                </a:lnTo>
                <a:lnTo>
                  <a:pt x="84" y="358"/>
                </a:lnTo>
                <a:lnTo>
                  <a:pt x="84" y="357"/>
                </a:lnTo>
                <a:lnTo>
                  <a:pt x="85" y="357"/>
                </a:lnTo>
                <a:lnTo>
                  <a:pt x="85" y="356"/>
                </a:lnTo>
                <a:lnTo>
                  <a:pt x="83" y="356"/>
                </a:lnTo>
                <a:lnTo>
                  <a:pt x="82" y="356"/>
                </a:lnTo>
                <a:lnTo>
                  <a:pt x="82" y="357"/>
                </a:lnTo>
                <a:lnTo>
                  <a:pt x="81" y="358"/>
                </a:lnTo>
                <a:lnTo>
                  <a:pt x="80" y="358"/>
                </a:lnTo>
                <a:lnTo>
                  <a:pt x="80" y="357"/>
                </a:lnTo>
                <a:lnTo>
                  <a:pt x="80" y="356"/>
                </a:lnTo>
                <a:lnTo>
                  <a:pt x="81" y="355"/>
                </a:lnTo>
                <a:lnTo>
                  <a:pt x="80" y="355"/>
                </a:lnTo>
                <a:lnTo>
                  <a:pt x="80" y="354"/>
                </a:lnTo>
                <a:lnTo>
                  <a:pt x="80" y="352"/>
                </a:lnTo>
                <a:lnTo>
                  <a:pt x="80" y="351"/>
                </a:lnTo>
                <a:lnTo>
                  <a:pt x="81" y="351"/>
                </a:lnTo>
                <a:lnTo>
                  <a:pt x="81" y="350"/>
                </a:lnTo>
                <a:lnTo>
                  <a:pt x="81" y="351"/>
                </a:lnTo>
                <a:lnTo>
                  <a:pt x="81" y="350"/>
                </a:lnTo>
                <a:lnTo>
                  <a:pt x="82" y="350"/>
                </a:lnTo>
                <a:lnTo>
                  <a:pt x="82" y="348"/>
                </a:lnTo>
                <a:lnTo>
                  <a:pt x="82" y="347"/>
                </a:lnTo>
                <a:lnTo>
                  <a:pt x="83" y="347"/>
                </a:lnTo>
                <a:lnTo>
                  <a:pt x="82" y="346"/>
                </a:lnTo>
                <a:lnTo>
                  <a:pt x="81" y="346"/>
                </a:lnTo>
                <a:lnTo>
                  <a:pt x="81" y="345"/>
                </a:lnTo>
                <a:lnTo>
                  <a:pt x="81" y="344"/>
                </a:lnTo>
                <a:lnTo>
                  <a:pt x="80" y="344"/>
                </a:lnTo>
                <a:lnTo>
                  <a:pt x="80" y="343"/>
                </a:lnTo>
                <a:lnTo>
                  <a:pt x="80" y="342"/>
                </a:lnTo>
                <a:lnTo>
                  <a:pt x="79" y="342"/>
                </a:lnTo>
                <a:lnTo>
                  <a:pt x="79" y="341"/>
                </a:lnTo>
                <a:lnTo>
                  <a:pt x="78" y="341"/>
                </a:lnTo>
                <a:lnTo>
                  <a:pt x="77" y="341"/>
                </a:lnTo>
                <a:lnTo>
                  <a:pt x="76" y="341"/>
                </a:lnTo>
                <a:lnTo>
                  <a:pt x="75" y="341"/>
                </a:lnTo>
                <a:lnTo>
                  <a:pt x="74" y="341"/>
                </a:lnTo>
                <a:lnTo>
                  <a:pt x="73" y="341"/>
                </a:lnTo>
                <a:lnTo>
                  <a:pt x="72" y="342"/>
                </a:lnTo>
                <a:lnTo>
                  <a:pt x="71" y="341"/>
                </a:lnTo>
                <a:lnTo>
                  <a:pt x="72" y="341"/>
                </a:lnTo>
                <a:lnTo>
                  <a:pt x="72" y="340"/>
                </a:lnTo>
                <a:lnTo>
                  <a:pt x="73" y="339"/>
                </a:lnTo>
                <a:lnTo>
                  <a:pt x="74" y="339"/>
                </a:lnTo>
                <a:lnTo>
                  <a:pt x="75" y="339"/>
                </a:lnTo>
                <a:lnTo>
                  <a:pt x="76" y="338"/>
                </a:lnTo>
                <a:lnTo>
                  <a:pt x="76" y="337"/>
                </a:lnTo>
                <a:lnTo>
                  <a:pt x="75" y="337"/>
                </a:lnTo>
                <a:lnTo>
                  <a:pt x="75" y="336"/>
                </a:lnTo>
                <a:lnTo>
                  <a:pt x="74" y="336"/>
                </a:lnTo>
                <a:lnTo>
                  <a:pt x="74" y="335"/>
                </a:lnTo>
                <a:lnTo>
                  <a:pt x="74" y="334"/>
                </a:lnTo>
                <a:lnTo>
                  <a:pt x="74" y="333"/>
                </a:lnTo>
                <a:lnTo>
                  <a:pt x="73" y="333"/>
                </a:lnTo>
                <a:lnTo>
                  <a:pt x="72" y="333"/>
                </a:lnTo>
                <a:lnTo>
                  <a:pt x="71" y="333"/>
                </a:lnTo>
                <a:lnTo>
                  <a:pt x="71" y="332"/>
                </a:lnTo>
                <a:lnTo>
                  <a:pt x="70" y="332"/>
                </a:lnTo>
                <a:lnTo>
                  <a:pt x="70" y="331"/>
                </a:lnTo>
                <a:lnTo>
                  <a:pt x="69" y="330"/>
                </a:lnTo>
                <a:lnTo>
                  <a:pt x="69" y="329"/>
                </a:lnTo>
                <a:lnTo>
                  <a:pt x="70" y="329"/>
                </a:lnTo>
                <a:lnTo>
                  <a:pt x="69" y="329"/>
                </a:lnTo>
                <a:lnTo>
                  <a:pt x="68" y="329"/>
                </a:lnTo>
                <a:lnTo>
                  <a:pt x="67" y="328"/>
                </a:lnTo>
                <a:lnTo>
                  <a:pt x="66" y="328"/>
                </a:lnTo>
                <a:lnTo>
                  <a:pt x="66" y="327"/>
                </a:lnTo>
                <a:lnTo>
                  <a:pt x="65" y="327"/>
                </a:lnTo>
                <a:lnTo>
                  <a:pt x="64" y="327"/>
                </a:lnTo>
                <a:lnTo>
                  <a:pt x="64" y="328"/>
                </a:lnTo>
                <a:lnTo>
                  <a:pt x="64" y="329"/>
                </a:lnTo>
                <a:lnTo>
                  <a:pt x="63" y="329"/>
                </a:lnTo>
                <a:lnTo>
                  <a:pt x="62" y="330"/>
                </a:lnTo>
                <a:lnTo>
                  <a:pt x="61" y="330"/>
                </a:lnTo>
                <a:lnTo>
                  <a:pt x="61" y="329"/>
                </a:lnTo>
                <a:lnTo>
                  <a:pt x="62" y="329"/>
                </a:lnTo>
                <a:lnTo>
                  <a:pt x="63" y="328"/>
                </a:lnTo>
                <a:lnTo>
                  <a:pt x="63" y="327"/>
                </a:lnTo>
                <a:lnTo>
                  <a:pt x="64" y="327"/>
                </a:lnTo>
                <a:lnTo>
                  <a:pt x="64" y="326"/>
                </a:lnTo>
                <a:lnTo>
                  <a:pt x="63" y="326"/>
                </a:lnTo>
                <a:lnTo>
                  <a:pt x="62" y="325"/>
                </a:lnTo>
                <a:lnTo>
                  <a:pt x="61" y="324"/>
                </a:lnTo>
                <a:lnTo>
                  <a:pt x="60" y="324"/>
                </a:lnTo>
                <a:lnTo>
                  <a:pt x="60" y="323"/>
                </a:lnTo>
                <a:lnTo>
                  <a:pt x="59" y="323"/>
                </a:lnTo>
                <a:lnTo>
                  <a:pt x="59" y="322"/>
                </a:lnTo>
                <a:lnTo>
                  <a:pt x="58" y="321"/>
                </a:lnTo>
                <a:lnTo>
                  <a:pt x="57" y="321"/>
                </a:lnTo>
                <a:lnTo>
                  <a:pt x="57" y="320"/>
                </a:lnTo>
                <a:lnTo>
                  <a:pt x="58" y="320"/>
                </a:lnTo>
                <a:lnTo>
                  <a:pt x="57" y="320"/>
                </a:lnTo>
                <a:lnTo>
                  <a:pt x="57" y="319"/>
                </a:lnTo>
                <a:lnTo>
                  <a:pt x="56" y="318"/>
                </a:lnTo>
                <a:lnTo>
                  <a:pt x="57" y="317"/>
                </a:lnTo>
                <a:lnTo>
                  <a:pt x="58" y="316"/>
                </a:lnTo>
                <a:lnTo>
                  <a:pt x="57" y="316"/>
                </a:lnTo>
                <a:lnTo>
                  <a:pt x="57" y="315"/>
                </a:lnTo>
                <a:lnTo>
                  <a:pt x="58" y="315"/>
                </a:lnTo>
                <a:lnTo>
                  <a:pt x="58" y="314"/>
                </a:lnTo>
                <a:lnTo>
                  <a:pt x="58" y="315"/>
                </a:lnTo>
                <a:lnTo>
                  <a:pt x="58" y="314"/>
                </a:lnTo>
                <a:lnTo>
                  <a:pt x="58" y="313"/>
                </a:lnTo>
                <a:lnTo>
                  <a:pt x="59" y="312"/>
                </a:lnTo>
                <a:lnTo>
                  <a:pt x="60" y="312"/>
                </a:lnTo>
                <a:lnTo>
                  <a:pt x="61" y="312"/>
                </a:lnTo>
                <a:lnTo>
                  <a:pt x="61" y="311"/>
                </a:lnTo>
                <a:lnTo>
                  <a:pt x="61" y="310"/>
                </a:lnTo>
                <a:lnTo>
                  <a:pt x="60" y="310"/>
                </a:lnTo>
                <a:lnTo>
                  <a:pt x="60" y="309"/>
                </a:lnTo>
                <a:lnTo>
                  <a:pt x="61" y="309"/>
                </a:lnTo>
                <a:lnTo>
                  <a:pt x="61" y="308"/>
                </a:lnTo>
                <a:lnTo>
                  <a:pt x="61" y="307"/>
                </a:lnTo>
                <a:lnTo>
                  <a:pt x="60" y="307"/>
                </a:lnTo>
                <a:lnTo>
                  <a:pt x="60" y="306"/>
                </a:lnTo>
                <a:lnTo>
                  <a:pt x="59" y="305"/>
                </a:lnTo>
                <a:lnTo>
                  <a:pt x="59" y="304"/>
                </a:lnTo>
                <a:lnTo>
                  <a:pt x="59" y="303"/>
                </a:lnTo>
                <a:lnTo>
                  <a:pt x="59" y="302"/>
                </a:lnTo>
                <a:lnTo>
                  <a:pt x="58" y="302"/>
                </a:lnTo>
                <a:lnTo>
                  <a:pt x="58" y="301"/>
                </a:lnTo>
                <a:lnTo>
                  <a:pt x="57" y="301"/>
                </a:lnTo>
                <a:lnTo>
                  <a:pt x="58" y="300"/>
                </a:lnTo>
                <a:lnTo>
                  <a:pt x="58" y="301"/>
                </a:lnTo>
                <a:lnTo>
                  <a:pt x="59" y="301"/>
                </a:lnTo>
                <a:lnTo>
                  <a:pt x="59" y="300"/>
                </a:lnTo>
                <a:lnTo>
                  <a:pt x="60" y="300"/>
                </a:lnTo>
                <a:lnTo>
                  <a:pt x="60" y="299"/>
                </a:lnTo>
                <a:lnTo>
                  <a:pt x="60" y="298"/>
                </a:lnTo>
                <a:lnTo>
                  <a:pt x="60" y="297"/>
                </a:lnTo>
                <a:lnTo>
                  <a:pt x="61" y="296"/>
                </a:lnTo>
                <a:lnTo>
                  <a:pt x="60" y="294"/>
                </a:lnTo>
                <a:lnTo>
                  <a:pt x="60" y="293"/>
                </a:lnTo>
                <a:lnTo>
                  <a:pt x="60" y="292"/>
                </a:lnTo>
                <a:lnTo>
                  <a:pt x="59" y="292"/>
                </a:lnTo>
                <a:lnTo>
                  <a:pt x="59" y="291"/>
                </a:lnTo>
                <a:lnTo>
                  <a:pt x="58" y="291"/>
                </a:lnTo>
                <a:lnTo>
                  <a:pt x="58" y="290"/>
                </a:lnTo>
                <a:lnTo>
                  <a:pt x="58" y="289"/>
                </a:lnTo>
                <a:lnTo>
                  <a:pt x="59" y="289"/>
                </a:lnTo>
                <a:lnTo>
                  <a:pt x="59" y="288"/>
                </a:lnTo>
                <a:lnTo>
                  <a:pt x="58" y="288"/>
                </a:lnTo>
                <a:lnTo>
                  <a:pt x="58" y="287"/>
                </a:lnTo>
                <a:lnTo>
                  <a:pt x="58" y="286"/>
                </a:lnTo>
                <a:lnTo>
                  <a:pt x="57" y="286"/>
                </a:lnTo>
                <a:lnTo>
                  <a:pt x="57" y="285"/>
                </a:lnTo>
                <a:lnTo>
                  <a:pt x="56" y="284"/>
                </a:lnTo>
                <a:lnTo>
                  <a:pt x="55" y="284"/>
                </a:lnTo>
                <a:lnTo>
                  <a:pt x="55" y="283"/>
                </a:lnTo>
                <a:lnTo>
                  <a:pt x="54" y="283"/>
                </a:lnTo>
                <a:lnTo>
                  <a:pt x="53" y="283"/>
                </a:lnTo>
                <a:lnTo>
                  <a:pt x="53" y="282"/>
                </a:lnTo>
                <a:lnTo>
                  <a:pt x="52" y="282"/>
                </a:lnTo>
                <a:lnTo>
                  <a:pt x="51" y="282"/>
                </a:lnTo>
                <a:lnTo>
                  <a:pt x="50" y="281"/>
                </a:lnTo>
                <a:lnTo>
                  <a:pt x="49" y="281"/>
                </a:lnTo>
                <a:lnTo>
                  <a:pt x="48" y="281"/>
                </a:lnTo>
                <a:lnTo>
                  <a:pt x="47" y="281"/>
                </a:lnTo>
                <a:lnTo>
                  <a:pt x="46" y="280"/>
                </a:lnTo>
                <a:lnTo>
                  <a:pt x="46" y="279"/>
                </a:lnTo>
                <a:lnTo>
                  <a:pt x="45" y="278"/>
                </a:lnTo>
                <a:lnTo>
                  <a:pt x="44" y="278"/>
                </a:lnTo>
                <a:lnTo>
                  <a:pt x="43" y="277"/>
                </a:lnTo>
                <a:lnTo>
                  <a:pt x="43" y="276"/>
                </a:lnTo>
                <a:lnTo>
                  <a:pt x="42" y="276"/>
                </a:lnTo>
                <a:lnTo>
                  <a:pt x="42" y="275"/>
                </a:lnTo>
                <a:lnTo>
                  <a:pt x="42" y="274"/>
                </a:lnTo>
                <a:lnTo>
                  <a:pt x="42" y="273"/>
                </a:lnTo>
                <a:lnTo>
                  <a:pt x="43" y="273"/>
                </a:lnTo>
                <a:lnTo>
                  <a:pt x="43" y="272"/>
                </a:lnTo>
                <a:lnTo>
                  <a:pt x="42" y="272"/>
                </a:lnTo>
                <a:lnTo>
                  <a:pt x="42" y="271"/>
                </a:lnTo>
                <a:lnTo>
                  <a:pt x="42" y="270"/>
                </a:lnTo>
                <a:lnTo>
                  <a:pt x="41" y="270"/>
                </a:lnTo>
                <a:lnTo>
                  <a:pt x="41" y="268"/>
                </a:lnTo>
                <a:lnTo>
                  <a:pt x="40" y="267"/>
                </a:lnTo>
                <a:lnTo>
                  <a:pt x="40" y="266"/>
                </a:lnTo>
                <a:lnTo>
                  <a:pt x="39" y="266"/>
                </a:lnTo>
                <a:lnTo>
                  <a:pt x="38" y="266"/>
                </a:lnTo>
                <a:lnTo>
                  <a:pt x="38" y="265"/>
                </a:lnTo>
                <a:lnTo>
                  <a:pt x="38" y="264"/>
                </a:lnTo>
                <a:lnTo>
                  <a:pt x="37" y="264"/>
                </a:lnTo>
                <a:lnTo>
                  <a:pt x="35" y="264"/>
                </a:lnTo>
                <a:lnTo>
                  <a:pt x="34" y="264"/>
                </a:lnTo>
                <a:lnTo>
                  <a:pt x="34" y="263"/>
                </a:lnTo>
                <a:lnTo>
                  <a:pt x="33" y="263"/>
                </a:lnTo>
                <a:lnTo>
                  <a:pt x="33" y="262"/>
                </a:lnTo>
                <a:lnTo>
                  <a:pt x="33" y="261"/>
                </a:lnTo>
                <a:lnTo>
                  <a:pt x="32" y="260"/>
                </a:lnTo>
                <a:lnTo>
                  <a:pt x="31" y="260"/>
                </a:lnTo>
                <a:lnTo>
                  <a:pt x="30" y="260"/>
                </a:lnTo>
                <a:lnTo>
                  <a:pt x="29" y="259"/>
                </a:lnTo>
                <a:lnTo>
                  <a:pt x="28" y="259"/>
                </a:lnTo>
                <a:lnTo>
                  <a:pt x="28" y="258"/>
                </a:lnTo>
                <a:lnTo>
                  <a:pt x="27" y="258"/>
                </a:lnTo>
                <a:lnTo>
                  <a:pt x="26" y="259"/>
                </a:lnTo>
                <a:lnTo>
                  <a:pt x="25" y="259"/>
                </a:lnTo>
                <a:lnTo>
                  <a:pt x="24" y="259"/>
                </a:lnTo>
                <a:lnTo>
                  <a:pt x="23" y="258"/>
                </a:lnTo>
                <a:lnTo>
                  <a:pt x="23" y="257"/>
                </a:lnTo>
                <a:lnTo>
                  <a:pt x="23" y="256"/>
                </a:lnTo>
                <a:lnTo>
                  <a:pt x="22" y="256"/>
                </a:lnTo>
                <a:lnTo>
                  <a:pt x="21" y="255"/>
                </a:lnTo>
                <a:lnTo>
                  <a:pt x="21" y="253"/>
                </a:lnTo>
                <a:lnTo>
                  <a:pt x="22" y="253"/>
                </a:lnTo>
                <a:lnTo>
                  <a:pt x="23" y="253"/>
                </a:lnTo>
                <a:lnTo>
                  <a:pt x="23" y="252"/>
                </a:lnTo>
                <a:lnTo>
                  <a:pt x="23" y="253"/>
                </a:lnTo>
                <a:lnTo>
                  <a:pt x="24" y="253"/>
                </a:lnTo>
                <a:lnTo>
                  <a:pt x="24" y="252"/>
                </a:lnTo>
                <a:lnTo>
                  <a:pt x="24" y="251"/>
                </a:lnTo>
                <a:lnTo>
                  <a:pt x="25" y="251"/>
                </a:lnTo>
                <a:lnTo>
                  <a:pt x="26" y="250"/>
                </a:lnTo>
                <a:lnTo>
                  <a:pt x="26" y="249"/>
                </a:lnTo>
                <a:lnTo>
                  <a:pt x="27" y="249"/>
                </a:lnTo>
                <a:lnTo>
                  <a:pt x="28" y="249"/>
                </a:lnTo>
                <a:lnTo>
                  <a:pt x="29" y="248"/>
                </a:lnTo>
                <a:lnTo>
                  <a:pt x="28" y="248"/>
                </a:lnTo>
                <a:lnTo>
                  <a:pt x="28" y="247"/>
                </a:lnTo>
                <a:lnTo>
                  <a:pt x="27" y="246"/>
                </a:lnTo>
                <a:lnTo>
                  <a:pt x="26" y="246"/>
                </a:lnTo>
                <a:lnTo>
                  <a:pt x="26" y="245"/>
                </a:lnTo>
                <a:lnTo>
                  <a:pt x="27" y="245"/>
                </a:lnTo>
                <a:lnTo>
                  <a:pt x="26" y="245"/>
                </a:lnTo>
                <a:lnTo>
                  <a:pt x="26" y="243"/>
                </a:lnTo>
                <a:lnTo>
                  <a:pt x="26" y="242"/>
                </a:lnTo>
                <a:lnTo>
                  <a:pt x="25" y="241"/>
                </a:lnTo>
                <a:lnTo>
                  <a:pt x="25" y="240"/>
                </a:lnTo>
                <a:lnTo>
                  <a:pt x="24" y="240"/>
                </a:lnTo>
                <a:lnTo>
                  <a:pt x="25" y="239"/>
                </a:lnTo>
                <a:lnTo>
                  <a:pt x="24" y="239"/>
                </a:lnTo>
                <a:lnTo>
                  <a:pt x="24" y="238"/>
                </a:lnTo>
                <a:lnTo>
                  <a:pt x="23" y="238"/>
                </a:lnTo>
                <a:lnTo>
                  <a:pt x="23" y="239"/>
                </a:lnTo>
                <a:lnTo>
                  <a:pt x="23" y="240"/>
                </a:lnTo>
                <a:lnTo>
                  <a:pt x="22" y="240"/>
                </a:lnTo>
                <a:lnTo>
                  <a:pt x="21" y="240"/>
                </a:lnTo>
                <a:lnTo>
                  <a:pt x="21" y="239"/>
                </a:lnTo>
                <a:lnTo>
                  <a:pt x="21" y="238"/>
                </a:lnTo>
                <a:lnTo>
                  <a:pt x="21" y="237"/>
                </a:lnTo>
                <a:lnTo>
                  <a:pt x="21" y="236"/>
                </a:lnTo>
                <a:lnTo>
                  <a:pt x="21" y="235"/>
                </a:lnTo>
                <a:lnTo>
                  <a:pt x="21" y="234"/>
                </a:lnTo>
                <a:lnTo>
                  <a:pt x="21" y="233"/>
                </a:lnTo>
                <a:lnTo>
                  <a:pt x="21" y="232"/>
                </a:lnTo>
                <a:lnTo>
                  <a:pt x="21" y="231"/>
                </a:lnTo>
                <a:lnTo>
                  <a:pt x="22" y="231"/>
                </a:lnTo>
                <a:lnTo>
                  <a:pt x="23" y="231"/>
                </a:lnTo>
                <a:lnTo>
                  <a:pt x="23" y="230"/>
                </a:lnTo>
                <a:lnTo>
                  <a:pt x="24" y="229"/>
                </a:lnTo>
                <a:lnTo>
                  <a:pt x="24" y="228"/>
                </a:lnTo>
                <a:lnTo>
                  <a:pt x="25" y="227"/>
                </a:lnTo>
                <a:lnTo>
                  <a:pt x="26" y="227"/>
                </a:lnTo>
                <a:lnTo>
                  <a:pt x="26" y="226"/>
                </a:lnTo>
                <a:lnTo>
                  <a:pt x="25" y="225"/>
                </a:lnTo>
                <a:lnTo>
                  <a:pt x="24" y="224"/>
                </a:lnTo>
                <a:lnTo>
                  <a:pt x="23" y="224"/>
                </a:lnTo>
                <a:lnTo>
                  <a:pt x="22" y="224"/>
                </a:lnTo>
                <a:lnTo>
                  <a:pt x="21" y="224"/>
                </a:lnTo>
                <a:lnTo>
                  <a:pt x="21" y="223"/>
                </a:lnTo>
                <a:lnTo>
                  <a:pt x="20" y="222"/>
                </a:lnTo>
                <a:lnTo>
                  <a:pt x="19" y="223"/>
                </a:lnTo>
                <a:lnTo>
                  <a:pt x="18" y="222"/>
                </a:lnTo>
                <a:lnTo>
                  <a:pt x="18" y="221"/>
                </a:lnTo>
                <a:lnTo>
                  <a:pt x="17" y="220"/>
                </a:lnTo>
                <a:lnTo>
                  <a:pt x="16" y="220"/>
                </a:lnTo>
                <a:lnTo>
                  <a:pt x="15" y="220"/>
                </a:lnTo>
                <a:lnTo>
                  <a:pt x="14" y="220"/>
                </a:lnTo>
                <a:lnTo>
                  <a:pt x="13" y="220"/>
                </a:lnTo>
                <a:lnTo>
                  <a:pt x="13" y="219"/>
                </a:lnTo>
                <a:lnTo>
                  <a:pt x="12" y="219"/>
                </a:lnTo>
                <a:lnTo>
                  <a:pt x="12" y="218"/>
                </a:lnTo>
                <a:lnTo>
                  <a:pt x="11" y="218"/>
                </a:lnTo>
                <a:lnTo>
                  <a:pt x="10" y="218"/>
                </a:lnTo>
                <a:lnTo>
                  <a:pt x="9" y="218"/>
                </a:lnTo>
                <a:lnTo>
                  <a:pt x="8" y="218"/>
                </a:lnTo>
                <a:lnTo>
                  <a:pt x="7" y="217"/>
                </a:lnTo>
                <a:lnTo>
                  <a:pt x="7" y="216"/>
                </a:lnTo>
                <a:lnTo>
                  <a:pt x="8" y="216"/>
                </a:lnTo>
                <a:lnTo>
                  <a:pt x="7" y="214"/>
                </a:lnTo>
                <a:lnTo>
                  <a:pt x="6" y="214"/>
                </a:lnTo>
                <a:lnTo>
                  <a:pt x="6" y="213"/>
                </a:lnTo>
                <a:lnTo>
                  <a:pt x="7" y="213"/>
                </a:lnTo>
                <a:lnTo>
                  <a:pt x="7" y="212"/>
                </a:lnTo>
                <a:lnTo>
                  <a:pt x="8" y="212"/>
                </a:lnTo>
                <a:lnTo>
                  <a:pt x="9" y="212"/>
                </a:lnTo>
                <a:lnTo>
                  <a:pt x="9" y="211"/>
                </a:lnTo>
                <a:lnTo>
                  <a:pt x="10" y="211"/>
                </a:lnTo>
                <a:lnTo>
                  <a:pt x="10" y="210"/>
                </a:lnTo>
                <a:lnTo>
                  <a:pt x="10" y="209"/>
                </a:lnTo>
                <a:lnTo>
                  <a:pt x="11" y="209"/>
                </a:lnTo>
                <a:lnTo>
                  <a:pt x="12" y="210"/>
                </a:lnTo>
                <a:lnTo>
                  <a:pt x="13" y="209"/>
                </a:lnTo>
                <a:lnTo>
                  <a:pt x="13" y="208"/>
                </a:lnTo>
                <a:lnTo>
                  <a:pt x="13" y="207"/>
                </a:lnTo>
                <a:lnTo>
                  <a:pt x="13" y="206"/>
                </a:lnTo>
                <a:lnTo>
                  <a:pt x="12" y="206"/>
                </a:lnTo>
                <a:lnTo>
                  <a:pt x="12" y="204"/>
                </a:lnTo>
                <a:lnTo>
                  <a:pt x="11" y="204"/>
                </a:lnTo>
                <a:lnTo>
                  <a:pt x="11" y="203"/>
                </a:lnTo>
                <a:lnTo>
                  <a:pt x="11" y="202"/>
                </a:lnTo>
                <a:lnTo>
                  <a:pt x="10" y="202"/>
                </a:lnTo>
                <a:lnTo>
                  <a:pt x="10" y="201"/>
                </a:lnTo>
                <a:lnTo>
                  <a:pt x="11" y="201"/>
                </a:lnTo>
                <a:lnTo>
                  <a:pt x="11" y="200"/>
                </a:lnTo>
                <a:lnTo>
                  <a:pt x="10" y="200"/>
                </a:lnTo>
                <a:lnTo>
                  <a:pt x="9" y="200"/>
                </a:lnTo>
                <a:lnTo>
                  <a:pt x="9" y="201"/>
                </a:lnTo>
                <a:lnTo>
                  <a:pt x="8" y="201"/>
                </a:lnTo>
                <a:lnTo>
                  <a:pt x="7" y="201"/>
                </a:lnTo>
                <a:lnTo>
                  <a:pt x="7" y="200"/>
                </a:lnTo>
                <a:lnTo>
                  <a:pt x="6" y="200"/>
                </a:lnTo>
                <a:lnTo>
                  <a:pt x="5" y="199"/>
                </a:lnTo>
                <a:lnTo>
                  <a:pt x="5" y="198"/>
                </a:lnTo>
                <a:lnTo>
                  <a:pt x="4" y="198"/>
                </a:lnTo>
                <a:lnTo>
                  <a:pt x="4" y="197"/>
                </a:lnTo>
                <a:lnTo>
                  <a:pt x="4" y="196"/>
                </a:lnTo>
                <a:lnTo>
                  <a:pt x="3" y="196"/>
                </a:lnTo>
                <a:lnTo>
                  <a:pt x="3" y="195"/>
                </a:lnTo>
                <a:lnTo>
                  <a:pt x="3" y="194"/>
                </a:lnTo>
                <a:lnTo>
                  <a:pt x="2" y="193"/>
                </a:lnTo>
                <a:lnTo>
                  <a:pt x="2" y="192"/>
                </a:lnTo>
                <a:lnTo>
                  <a:pt x="1" y="192"/>
                </a:lnTo>
                <a:lnTo>
                  <a:pt x="1" y="191"/>
                </a:lnTo>
                <a:lnTo>
                  <a:pt x="1" y="190"/>
                </a:lnTo>
                <a:lnTo>
                  <a:pt x="0" y="189"/>
                </a:lnTo>
                <a:lnTo>
                  <a:pt x="0" y="188"/>
                </a:lnTo>
                <a:lnTo>
                  <a:pt x="0" y="187"/>
                </a:lnTo>
                <a:lnTo>
                  <a:pt x="1" y="187"/>
                </a:lnTo>
                <a:lnTo>
                  <a:pt x="2" y="186"/>
                </a:lnTo>
                <a:lnTo>
                  <a:pt x="2" y="185"/>
                </a:lnTo>
                <a:lnTo>
                  <a:pt x="3" y="185"/>
                </a:lnTo>
                <a:lnTo>
                  <a:pt x="3" y="186"/>
                </a:lnTo>
                <a:lnTo>
                  <a:pt x="4" y="185"/>
                </a:lnTo>
                <a:lnTo>
                  <a:pt x="4" y="184"/>
                </a:lnTo>
                <a:lnTo>
                  <a:pt x="4" y="185"/>
                </a:lnTo>
                <a:lnTo>
                  <a:pt x="3" y="185"/>
                </a:lnTo>
                <a:lnTo>
                  <a:pt x="2" y="185"/>
                </a:lnTo>
                <a:lnTo>
                  <a:pt x="1" y="184"/>
                </a:lnTo>
                <a:lnTo>
                  <a:pt x="1" y="183"/>
                </a:lnTo>
                <a:lnTo>
                  <a:pt x="1" y="182"/>
                </a:lnTo>
                <a:lnTo>
                  <a:pt x="1" y="181"/>
                </a:lnTo>
                <a:lnTo>
                  <a:pt x="2" y="181"/>
                </a:lnTo>
                <a:lnTo>
                  <a:pt x="3" y="181"/>
                </a:lnTo>
                <a:lnTo>
                  <a:pt x="4" y="181"/>
                </a:lnTo>
                <a:lnTo>
                  <a:pt x="4" y="182"/>
                </a:lnTo>
                <a:lnTo>
                  <a:pt x="6" y="182"/>
                </a:lnTo>
                <a:lnTo>
                  <a:pt x="7" y="181"/>
                </a:lnTo>
                <a:lnTo>
                  <a:pt x="8" y="181"/>
                </a:lnTo>
                <a:lnTo>
                  <a:pt x="8" y="180"/>
                </a:lnTo>
                <a:lnTo>
                  <a:pt x="9" y="180"/>
                </a:lnTo>
                <a:lnTo>
                  <a:pt x="9" y="179"/>
                </a:lnTo>
                <a:lnTo>
                  <a:pt x="10" y="179"/>
                </a:lnTo>
                <a:lnTo>
                  <a:pt x="11" y="179"/>
                </a:lnTo>
                <a:lnTo>
                  <a:pt x="11" y="180"/>
                </a:lnTo>
                <a:lnTo>
                  <a:pt x="12" y="180"/>
                </a:lnTo>
                <a:lnTo>
                  <a:pt x="13" y="180"/>
                </a:lnTo>
                <a:lnTo>
                  <a:pt x="13" y="181"/>
                </a:lnTo>
                <a:lnTo>
                  <a:pt x="14" y="181"/>
                </a:lnTo>
                <a:lnTo>
                  <a:pt x="14" y="182"/>
                </a:lnTo>
                <a:lnTo>
                  <a:pt x="15" y="182"/>
                </a:lnTo>
                <a:lnTo>
                  <a:pt x="16" y="182"/>
                </a:lnTo>
                <a:lnTo>
                  <a:pt x="16" y="183"/>
                </a:lnTo>
                <a:lnTo>
                  <a:pt x="17" y="183"/>
                </a:lnTo>
                <a:lnTo>
                  <a:pt x="17" y="182"/>
                </a:lnTo>
                <a:lnTo>
                  <a:pt x="18" y="182"/>
                </a:lnTo>
                <a:lnTo>
                  <a:pt x="19" y="182"/>
                </a:lnTo>
                <a:lnTo>
                  <a:pt x="20" y="182"/>
                </a:lnTo>
                <a:lnTo>
                  <a:pt x="20" y="181"/>
                </a:lnTo>
                <a:lnTo>
                  <a:pt x="21" y="181"/>
                </a:lnTo>
                <a:lnTo>
                  <a:pt x="22" y="181"/>
                </a:lnTo>
                <a:lnTo>
                  <a:pt x="22" y="180"/>
                </a:lnTo>
                <a:lnTo>
                  <a:pt x="23" y="180"/>
                </a:lnTo>
                <a:lnTo>
                  <a:pt x="24" y="180"/>
                </a:lnTo>
                <a:lnTo>
                  <a:pt x="25" y="180"/>
                </a:lnTo>
                <a:lnTo>
                  <a:pt x="25" y="181"/>
                </a:lnTo>
                <a:lnTo>
                  <a:pt x="26" y="181"/>
                </a:lnTo>
                <a:lnTo>
                  <a:pt x="27" y="181"/>
                </a:lnTo>
                <a:lnTo>
                  <a:pt x="27" y="182"/>
                </a:lnTo>
                <a:lnTo>
                  <a:pt x="28" y="182"/>
                </a:lnTo>
                <a:lnTo>
                  <a:pt x="29" y="182"/>
                </a:lnTo>
                <a:lnTo>
                  <a:pt x="29" y="181"/>
                </a:lnTo>
                <a:lnTo>
                  <a:pt x="30" y="180"/>
                </a:lnTo>
                <a:lnTo>
                  <a:pt x="31" y="180"/>
                </a:lnTo>
                <a:lnTo>
                  <a:pt x="32" y="180"/>
                </a:lnTo>
                <a:lnTo>
                  <a:pt x="32" y="179"/>
                </a:lnTo>
                <a:lnTo>
                  <a:pt x="32" y="178"/>
                </a:lnTo>
                <a:lnTo>
                  <a:pt x="33" y="178"/>
                </a:lnTo>
                <a:lnTo>
                  <a:pt x="34" y="177"/>
                </a:lnTo>
                <a:lnTo>
                  <a:pt x="35" y="177"/>
                </a:lnTo>
                <a:lnTo>
                  <a:pt x="35" y="176"/>
                </a:lnTo>
                <a:lnTo>
                  <a:pt x="35" y="175"/>
                </a:lnTo>
                <a:lnTo>
                  <a:pt x="36" y="175"/>
                </a:lnTo>
                <a:lnTo>
                  <a:pt x="38" y="175"/>
                </a:lnTo>
                <a:lnTo>
                  <a:pt x="38" y="176"/>
                </a:lnTo>
                <a:lnTo>
                  <a:pt x="39" y="176"/>
                </a:lnTo>
                <a:lnTo>
                  <a:pt x="40" y="176"/>
                </a:lnTo>
                <a:lnTo>
                  <a:pt x="40" y="177"/>
                </a:lnTo>
                <a:lnTo>
                  <a:pt x="41" y="178"/>
                </a:lnTo>
                <a:lnTo>
                  <a:pt x="41" y="179"/>
                </a:lnTo>
                <a:lnTo>
                  <a:pt x="42" y="179"/>
                </a:lnTo>
                <a:lnTo>
                  <a:pt x="43" y="179"/>
                </a:lnTo>
                <a:lnTo>
                  <a:pt x="43" y="178"/>
                </a:lnTo>
                <a:lnTo>
                  <a:pt x="44" y="177"/>
                </a:lnTo>
                <a:lnTo>
                  <a:pt x="45" y="177"/>
                </a:lnTo>
                <a:lnTo>
                  <a:pt x="46" y="177"/>
                </a:lnTo>
                <a:lnTo>
                  <a:pt x="47" y="176"/>
                </a:lnTo>
                <a:lnTo>
                  <a:pt x="48" y="176"/>
                </a:lnTo>
                <a:lnTo>
                  <a:pt x="49" y="175"/>
                </a:lnTo>
                <a:lnTo>
                  <a:pt x="49" y="173"/>
                </a:lnTo>
                <a:lnTo>
                  <a:pt x="50" y="172"/>
                </a:lnTo>
                <a:lnTo>
                  <a:pt x="50" y="171"/>
                </a:lnTo>
                <a:lnTo>
                  <a:pt x="50" y="170"/>
                </a:lnTo>
                <a:lnTo>
                  <a:pt x="51" y="169"/>
                </a:lnTo>
                <a:lnTo>
                  <a:pt x="51" y="168"/>
                </a:lnTo>
                <a:lnTo>
                  <a:pt x="50" y="168"/>
                </a:lnTo>
                <a:lnTo>
                  <a:pt x="51" y="168"/>
                </a:lnTo>
                <a:lnTo>
                  <a:pt x="51" y="167"/>
                </a:lnTo>
                <a:lnTo>
                  <a:pt x="52" y="167"/>
                </a:lnTo>
                <a:lnTo>
                  <a:pt x="53" y="168"/>
                </a:lnTo>
                <a:lnTo>
                  <a:pt x="54" y="168"/>
                </a:lnTo>
                <a:lnTo>
                  <a:pt x="54" y="169"/>
                </a:lnTo>
                <a:lnTo>
                  <a:pt x="55" y="169"/>
                </a:lnTo>
                <a:lnTo>
                  <a:pt x="55" y="170"/>
                </a:lnTo>
                <a:lnTo>
                  <a:pt x="55" y="171"/>
                </a:lnTo>
                <a:lnTo>
                  <a:pt x="55" y="170"/>
                </a:lnTo>
                <a:lnTo>
                  <a:pt x="56" y="170"/>
                </a:lnTo>
                <a:lnTo>
                  <a:pt x="57" y="169"/>
                </a:lnTo>
                <a:lnTo>
                  <a:pt x="58" y="169"/>
                </a:lnTo>
                <a:lnTo>
                  <a:pt x="58" y="168"/>
                </a:lnTo>
                <a:lnTo>
                  <a:pt x="59" y="167"/>
                </a:lnTo>
                <a:lnTo>
                  <a:pt x="60" y="167"/>
                </a:lnTo>
                <a:lnTo>
                  <a:pt x="61" y="167"/>
                </a:lnTo>
                <a:lnTo>
                  <a:pt x="61" y="166"/>
                </a:lnTo>
                <a:lnTo>
                  <a:pt x="62" y="166"/>
                </a:lnTo>
                <a:lnTo>
                  <a:pt x="63" y="165"/>
                </a:lnTo>
                <a:lnTo>
                  <a:pt x="65" y="165"/>
                </a:lnTo>
                <a:lnTo>
                  <a:pt x="66" y="165"/>
                </a:lnTo>
                <a:lnTo>
                  <a:pt x="67" y="165"/>
                </a:lnTo>
                <a:lnTo>
                  <a:pt x="68" y="165"/>
                </a:lnTo>
                <a:lnTo>
                  <a:pt x="69" y="165"/>
                </a:lnTo>
                <a:lnTo>
                  <a:pt x="69" y="164"/>
                </a:lnTo>
                <a:lnTo>
                  <a:pt x="69" y="163"/>
                </a:lnTo>
                <a:lnTo>
                  <a:pt x="70" y="162"/>
                </a:lnTo>
                <a:lnTo>
                  <a:pt x="70" y="161"/>
                </a:lnTo>
                <a:lnTo>
                  <a:pt x="71" y="159"/>
                </a:lnTo>
                <a:lnTo>
                  <a:pt x="72" y="159"/>
                </a:lnTo>
                <a:lnTo>
                  <a:pt x="73" y="159"/>
                </a:lnTo>
                <a:lnTo>
                  <a:pt x="73" y="160"/>
                </a:lnTo>
                <a:lnTo>
                  <a:pt x="74" y="160"/>
                </a:lnTo>
                <a:lnTo>
                  <a:pt x="75" y="160"/>
                </a:lnTo>
                <a:lnTo>
                  <a:pt x="76" y="160"/>
                </a:lnTo>
                <a:lnTo>
                  <a:pt x="77" y="160"/>
                </a:lnTo>
                <a:lnTo>
                  <a:pt x="77" y="161"/>
                </a:lnTo>
                <a:lnTo>
                  <a:pt x="78" y="161"/>
                </a:lnTo>
                <a:lnTo>
                  <a:pt x="79" y="161"/>
                </a:lnTo>
                <a:lnTo>
                  <a:pt x="80" y="161"/>
                </a:lnTo>
                <a:lnTo>
                  <a:pt x="80" y="160"/>
                </a:lnTo>
                <a:lnTo>
                  <a:pt x="80" y="159"/>
                </a:lnTo>
                <a:lnTo>
                  <a:pt x="81" y="159"/>
                </a:lnTo>
                <a:lnTo>
                  <a:pt x="81" y="158"/>
                </a:lnTo>
                <a:lnTo>
                  <a:pt x="82" y="159"/>
                </a:lnTo>
                <a:lnTo>
                  <a:pt x="83" y="159"/>
                </a:lnTo>
                <a:lnTo>
                  <a:pt x="84" y="160"/>
                </a:lnTo>
                <a:lnTo>
                  <a:pt x="85" y="159"/>
                </a:lnTo>
                <a:lnTo>
                  <a:pt x="87" y="158"/>
                </a:lnTo>
                <a:lnTo>
                  <a:pt x="88" y="157"/>
                </a:lnTo>
                <a:lnTo>
                  <a:pt x="89" y="157"/>
                </a:lnTo>
                <a:lnTo>
                  <a:pt x="89" y="158"/>
                </a:lnTo>
                <a:lnTo>
                  <a:pt x="90" y="158"/>
                </a:lnTo>
                <a:lnTo>
                  <a:pt x="91" y="158"/>
                </a:lnTo>
                <a:lnTo>
                  <a:pt x="93" y="159"/>
                </a:lnTo>
                <a:lnTo>
                  <a:pt x="94" y="159"/>
                </a:lnTo>
                <a:lnTo>
                  <a:pt x="94" y="158"/>
                </a:lnTo>
                <a:lnTo>
                  <a:pt x="95" y="158"/>
                </a:lnTo>
                <a:lnTo>
                  <a:pt x="95" y="157"/>
                </a:lnTo>
                <a:lnTo>
                  <a:pt x="96" y="157"/>
                </a:lnTo>
                <a:lnTo>
                  <a:pt x="96" y="158"/>
                </a:lnTo>
                <a:lnTo>
                  <a:pt x="96" y="157"/>
                </a:lnTo>
                <a:lnTo>
                  <a:pt x="97" y="157"/>
                </a:lnTo>
                <a:lnTo>
                  <a:pt x="97" y="156"/>
                </a:lnTo>
                <a:lnTo>
                  <a:pt x="99" y="157"/>
                </a:lnTo>
                <a:lnTo>
                  <a:pt x="100" y="157"/>
                </a:lnTo>
                <a:lnTo>
                  <a:pt x="100" y="158"/>
                </a:lnTo>
                <a:lnTo>
                  <a:pt x="101" y="158"/>
                </a:lnTo>
                <a:lnTo>
                  <a:pt x="102" y="157"/>
                </a:lnTo>
                <a:lnTo>
                  <a:pt x="103" y="157"/>
                </a:lnTo>
                <a:lnTo>
                  <a:pt x="104" y="156"/>
                </a:lnTo>
                <a:lnTo>
                  <a:pt x="105" y="156"/>
                </a:lnTo>
                <a:lnTo>
                  <a:pt x="105" y="155"/>
                </a:lnTo>
                <a:lnTo>
                  <a:pt x="107" y="155"/>
                </a:lnTo>
                <a:lnTo>
                  <a:pt x="108" y="155"/>
                </a:lnTo>
                <a:lnTo>
                  <a:pt x="108" y="156"/>
                </a:lnTo>
                <a:lnTo>
                  <a:pt x="109" y="156"/>
                </a:lnTo>
                <a:lnTo>
                  <a:pt x="110" y="155"/>
                </a:lnTo>
                <a:lnTo>
                  <a:pt x="111" y="154"/>
                </a:lnTo>
                <a:lnTo>
                  <a:pt x="111" y="153"/>
                </a:lnTo>
                <a:lnTo>
                  <a:pt x="111" y="152"/>
                </a:lnTo>
                <a:lnTo>
                  <a:pt x="112" y="151"/>
                </a:lnTo>
                <a:lnTo>
                  <a:pt x="113" y="151"/>
                </a:lnTo>
                <a:lnTo>
                  <a:pt x="114" y="150"/>
                </a:lnTo>
                <a:lnTo>
                  <a:pt x="114" y="149"/>
                </a:lnTo>
                <a:lnTo>
                  <a:pt x="114" y="148"/>
                </a:lnTo>
                <a:lnTo>
                  <a:pt x="115" y="148"/>
                </a:lnTo>
                <a:lnTo>
                  <a:pt x="115" y="147"/>
                </a:lnTo>
                <a:lnTo>
                  <a:pt x="116" y="147"/>
                </a:lnTo>
                <a:lnTo>
                  <a:pt x="116" y="146"/>
                </a:lnTo>
                <a:lnTo>
                  <a:pt x="117" y="146"/>
                </a:lnTo>
                <a:lnTo>
                  <a:pt x="118" y="146"/>
                </a:lnTo>
                <a:lnTo>
                  <a:pt x="119" y="145"/>
                </a:lnTo>
                <a:lnTo>
                  <a:pt x="119" y="143"/>
                </a:lnTo>
                <a:lnTo>
                  <a:pt x="119" y="142"/>
                </a:lnTo>
                <a:lnTo>
                  <a:pt x="118" y="142"/>
                </a:lnTo>
                <a:lnTo>
                  <a:pt x="118" y="141"/>
                </a:lnTo>
                <a:lnTo>
                  <a:pt x="119" y="141"/>
                </a:lnTo>
                <a:lnTo>
                  <a:pt x="120" y="141"/>
                </a:lnTo>
                <a:lnTo>
                  <a:pt x="120" y="140"/>
                </a:lnTo>
                <a:lnTo>
                  <a:pt x="121" y="140"/>
                </a:lnTo>
                <a:lnTo>
                  <a:pt x="122" y="140"/>
                </a:lnTo>
                <a:lnTo>
                  <a:pt x="123" y="140"/>
                </a:lnTo>
                <a:lnTo>
                  <a:pt x="124" y="140"/>
                </a:lnTo>
                <a:lnTo>
                  <a:pt x="124" y="139"/>
                </a:lnTo>
                <a:lnTo>
                  <a:pt x="125" y="139"/>
                </a:lnTo>
                <a:lnTo>
                  <a:pt x="125" y="138"/>
                </a:lnTo>
                <a:lnTo>
                  <a:pt x="127" y="138"/>
                </a:lnTo>
                <a:lnTo>
                  <a:pt x="128" y="138"/>
                </a:lnTo>
                <a:lnTo>
                  <a:pt x="128" y="137"/>
                </a:lnTo>
                <a:lnTo>
                  <a:pt x="129" y="137"/>
                </a:lnTo>
                <a:lnTo>
                  <a:pt x="130" y="137"/>
                </a:lnTo>
                <a:lnTo>
                  <a:pt x="131" y="137"/>
                </a:lnTo>
                <a:lnTo>
                  <a:pt x="131" y="136"/>
                </a:lnTo>
                <a:lnTo>
                  <a:pt x="131" y="135"/>
                </a:lnTo>
                <a:lnTo>
                  <a:pt x="131" y="134"/>
                </a:lnTo>
                <a:lnTo>
                  <a:pt x="131" y="133"/>
                </a:lnTo>
                <a:lnTo>
                  <a:pt x="133" y="133"/>
                </a:lnTo>
                <a:lnTo>
                  <a:pt x="134" y="133"/>
                </a:lnTo>
                <a:lnTo>
                  <a:pt x="134" y="132"/>
                </a:lnTo>
                <a:lnTo>
                  <a:pt x="135" y="132"/>
                </a:lnTo>
                <a:lnTo>
                  <a:pt x="136" y="132"/>
                </a:lnTo>
                <a:lnTo>
                  <a:pt x="137" y="132"/>
                </a:lnTo>
                <a:lnTo>
                  <a:pt x="137" y="133"/>
                </a:lnTo>
                <a:lnTo>
                  <a:pt x="138" y="133"/>
                </a:lnTo>
                <a:lnTo>
                  <a:pt x="138" y="132"/>
                </a:lnTo>
                <a:lnTo>
                  <a:pt x="139" y="132"/>
                </a:lnTo>
                <a:lnTo>
                  <a:pt x="140" y="132"/>
                </a:lnTo>
                <a:lnTo>
                  <a:pt x="140" y="133"/>
                </a:lnTo>
                <a:lnTo>
                  <a:pt x="141" y="132"/>
                </a:lnTo>
                <a:lnTo>
                  <a:pt x="142" y="131"/>
                </a:lnTo>
                <a:lnTo>
                  <a:pt x="143" y="131"/>
                </a:lnTo>
                <a:lnTo>
                  <a:pt x="144" y="132"/>
                </a:lnTo>
                <a:lnTo>
                  <a:pt x="145" y="132"/>
                </a:lnTo>
                <a:lnTo>
                  <a:pt x="145" y="133"/>
                </a:lnTo>
                <a:lnTo>
                  <a:pt x="146" y="133"/>
                </a:lnTo>
                <a:lnTo>
                  <a:pt x="147" y="133"/>
                </a:lnTo>
                <a:lnTo>
                  <a:pt x="148" y="133"/>
                </a:lnTo>
                <a:lnTo>
                  <a:pt x="149" y="133"/>
                </a:lnTo>
                <a:lnTo>
                  <a:pt x="150" y="133"/>
                </a:lnTo>
                <a:lnTo>
                  <a:pt x="150" y="134"/>
                </a:lnTo>
                <a:lnTo>
                  <a:pt x="151" y="134"/>
                </a:lnTo>
                <a:lnTo>
                  <a:pt x="151" y="135"/>
                </a:lnTo>
                <a:lnTo>
                  <a:pt x="152" y="135"/>
                </a:lnTo>
                <a:lnTo>
                  <a:pt x="153" y="135"/>
                </a:lnTo>
                <a:lnTo>
                  <a:pt x="153" y="134"/>
                </a:lnTo>
                <a:lnTo>
                  <a:pt x="154" y="134"/>
                </a:lnTo>
                <a:lnTo>
                  <a:pt x="154" y="132"/>
                </a:lnTo>
                <a:lnTo>
                  <a:pt x="153" y="132"/>
                </a:lnTo>
                <a:lnTo>
                  <a:pt x="153" y="131"/>
                </a:lnTo>
                <a:lnTo>
                  <a:pt x="153" y="130"/>
                </a:lnTo>
                <a:lnTo>
                  <a:pt x="153" y="129"/>
                </a:lnTo>
                <a:lnTo>
                  <a:pt x="153" y="128"/>
                </a:lnTo>
                <a:lnTo>
                  <a:pt x="154" y="127"/>
                </a:lnTo>
                <a:lnTo>
                  <a:pt x="154" y="126"/>
                </a:lnTo>
                <a:lnTo>
                  <a:pt x="153" y="126"/>
                </a:lnTo>
                <a:lnTo>
                  <a:pt x="154" y="125"/>
                </a:lnTo>
                <a:lnTo>
                  <a:pt x="154" y="124"/>
                </a:lnTo>
                <a:lnTo>
                  <a:pt x="153" y="123"/>
                </a:lnTo>
                <a:lnTo>
                  <a:pt x="152" y="121"/>
                </a:lnTo>
                <a:lnTo>
                  <a:pt x="152" y="120"/>
                </a:lnTo>
                <a:lnTo>
                  <a:pt x="151" y="120"/>
                </a:lnTo>
                <a:lnTo>
                  <a:pt x="152" y="119"/>
                </a:lnTo>
                <a:lnTo>
                  <a:pt x="153" y="119"/>
                </a:lnTo>
                <a:lnTo>
                  <a:pt x="154" y="118"/>
                </a:lnTo>
                <a:lnTo>
                  <a:pt x="155" y="118"/>
                </a:lnTo>
                <a:lnTo>
                  <a:pt x="155" y="117"/>
                </a:lnTo>
                <a:lnTo>
                  <a:pt x="155" y="116"/>
                </a:lnTo>
                <a:lnTo>
                  <a:pt x="155" y="115"/>
                </a:lnTo>
                <a:lnTo>
                  <a:pt x="155" y="114"/>
                </a:lnTo>
                <a:lnTo>
                  <a:pt x="154" y="114"/>
                </a:lnTo>
                <a:lnTo>
                  <a:pt x="153" y="113"/>
                </a:lnTo>
                <a:lnTo>
                  <a:pt x="153" y="112"/>
                </a:lnTo>
                <a:lnTo>
                  <a:pt x="153" y="111"/>
                </a:lnTo>
                <a:lnTo>
                  <a:pt x="154" y="111"/>
                </a:lnTo>
                <a:lnTo>
                  <a:pt x="155" y="112"/>
                </a:lnTo>
                <a:lnTo>
                  <a:pt x="156" y="111"/>
                </a:lnTo>
                <a:lnTo>
                  <a:pt x="157" y="112"/>
                </a:lnTo>
                <a:lnTo>
                  <a:pt x="158" y="112"/>
                </a:lnTo>
                <a:lnTo>
                  <a:pt x="158" y="113"/>
                </a:lnTo>
                <a:lnTo>
                  <a:pt x="159" y="113"/>
                </a:lnTo>
                <a:lnTo>
                  <a:pt x="160" y="112"/>
                </a:lnTo>
                <a:lnTo>
                  <a:pt x="161" y="112"/>
                </a:lnTo>
                <a:lnTo>
                  <a:pt x="162" y="113"/>
                </a:lnTo>
                <a:lnTo>
                  <a:pt x="163" y="113"/>
                </a:lnTo>
                <a:lnTo>
                  <a:pt x="164" y="113"/>
                </a:lnTo>
                <a:lnTo>
                  <a:pt x="166" y="114"/>
                </a:lnTo>
                <a:lnTo>
                  <a:pt x="167" y="114"/>
                </a:lnTo>
                <a:lnTo>
                  <a:pt x="167" y="115"/>
                </a:lnTo>
                <a:lnTo>
                  <a:pt x="167" y="116"/>
                </a:lnTo>
                <a:lnTo>
                  <a:pt x="168" y="116"/>
                </a:lnTo>
                <a:lnTo>
                  <a:pt x="170" y="116"/>
                </a:lnTo>
                <a:lnTo>
                  <a:pt x="171" y="115"/>
                </a:lnTo>
                <a:lnTo>
                  <a:pt x="172" y="115"/>
                </a:lnTo>
                <a:lnTo>
                  <a:pt x="172" y="114"/>
                </a:lnTo>
                <a:lnTo>
                  <a:pt x="173" y="114"/>
                </a:lnTo>
                <a:lnTo>
                  <a:pt x="174" y="114"/>
                </a:lnTo>
                <a:lnTo>
                  <a:pt x="175" y="114"/>
                </a:lnTo>
                <a:lnTo>
                  <a:pt x="175" y="115"/>
                </a:lnTo>
                <a:lnTo>
                  <a:pt x="174" y="116"/>
                </a:lnTo>
                <a:lnTo>
                  <a:pt x="174" y="117"/>
                </a:lnTo>
                <a:lnTo>
                  <a:pt x="174" y="118"/>
                </a:lnTo>
                <a:lnTo>
                  <a:pt x="175" y="118"/>
                </a:lnTo>
                <a:lnTo>
                  <a:pt x="175" y="117"/>
                </a:lnTo>
                <a:lnTo>
                  <a:pt x="176" y="117"/>
                </a:lnTo>
                <a:lnTo>
                  <a:pt x="177" y="117"/>
                </a:lnTo>
                <a:lnTo>
                  <a:pt x="178" y="118"/>
                </a:lnTo>
                <a:lnTo>
                  <a:pt x="179" y="117"/>
                </a:lnTo>
                <a:lnTo>
                  <a:pt x="181" y="117"/>
                </a:lnTo>
                <a:lnTo>
                  <a:pt x="181" y="118"/>
                </a:lnTo>
                <a:lnTo>
                  <a:pt x="182" y="116"/>
                </a:lnTo>
                <a:lnTo>
                  <a:pt x="183" y="116"/>
                </a:lnTo>
                <a:lnTo>
                  <a:pt x="183" y="115"/>
                </a:lnTo>
                <a:lnTo>
                  <a:pt x="184" y="115"/>
                </a:lnTo>
                <a:lnTo>
                  <a:pt x="185" y="115"/>
                </a:lnTo>
                <a:lnTo>
                  <a:pt x="186" y="116"/>
                </a:lnTo>
                <a:lnTo>
                  <a:pt x="187" y="116"/>
                </a:lnTo>
                <a:lnTo>
                  <a:pt x="188" y="116"/>
                </a:lnTo>
                <a:lnTo>
                  <a:pt x="189" y="117"/>
                </a:lnTo>
                <a:lnTo>
                  <a:pt x="190" y="116"/>
                </a:lnTo>
                <a:lnTo>
                  <a:pt x="191" y="117"/>
                </a:lnTo>
                <a:lnTo>
                  <a:pt x="192" y="117"/>
                </a:lnTo>
                <a:lnTo>
                  <a:pt x="192" y="116"/>
                </a:lnTo>
                <a:lnTo>
                  <a:pt x="193" y="117"/>
                </a:lnTo>
                <a:lnTo>
                  <a:pt x="195" y="118"/>
                </a:lnTo>
                <a:lnTo>
                  <a:pt x="196" y="117"/>
                </a:lnTo>
                <a:lnTo>
                  <a:pt x="197" y="117"/>
                </a:lnTo>
                <a:lnTo>
                  <a:pt x="197" y="118"/>
                </a:lnTo>
                <a:lnTo>
                  <a:pt x="198" y="118"/>
                </a:lnTo>
                <a:lnTo>
                  <a:pt x="199" y="118"/>
                </a:lnTo>
                <a:lnTo>
                  <a:pt x="199" y="117"/>
                </a:lnTo>
                <a:lnTo>
                  <a:pt x="200" y="117"/>
                </a:lnTo>
                <a:lnTo>
                  <a:pt x="201" y="117"/>
                </a:lnTo>
                <a:lnTo>
                  <a:pt x="202" y="117"/>
                </a:lnTo>
                <a:lnTo>
                  <a:pt x="203" y="117"/>
                </a:lnTo>
                <a:lnTo>
                  <a:pt x="204" y="117"/>
                </a:lnTo>
                <a:lnTo>
                  <a:pt x="205" y="117"/>
                </a:lnTo>
                <a:lnTo>
                  <a:pt x="205" y="116"/>
                </a:lnTo>
                <a:lnTo>
                  <a:pt x="206" y="116"/>
                </a:lnTo>
                <a:lnTo>
                  <a:pt x="206" y="115"/>
                </a:lnTo>
                <a:lnTo>
                  <a:pt x="205" y="115"/>
                </a:lnTo>
                <a:lnTo>
                  <a:pt x="204" y="115"/>
                </a:lnTo>
                <a:lnTo>
                  <a:pt x="204" y="114"/>
                </a:lnTo>
                <a:lnTo>
                  <a:pt x="203" y="114"/>
                </a:lnTo>
                <a:lnTo>
                  <a:pt x="204" y="114"/>
                </a:lnTo>
                <a:lnTo>
                  <a:pt x="204" y="113"/>
                </a:lnTo>
                <a:lnTo>
                  <a:pt x="205" y="113"/>
                </a:lnTo>
                <a:lnTo>
                  <a:pt x="204" y="112"/>
                </a:lnTo>
                <a:lnTo>
                  <a:pt x="205" y="112"/>
                </a:lnTo>
                <a:lnTo>
                  <a:pt x="205" y="113"/>
                </a:lnTo>
                <a:lnTo>
                  <a:pt x="206" y="113"/>
                </a:lnTo>
                <a:lnTo>
                  <a:pt x="207" y="113"/>
                </a:lnTo>
                <a:lnTo>
                  <a:pt x="207" y="114"/>
                </a:lnTo>
                <a:lnTo>
                  <a:pt x="207" y="115"/>
                </a:lnTo>
                <a:lnTo>
                  <a:pt x="207" y="116"/>
                </a:lnTo>
                <a:lnTo>
                  <a:pt x="208" y="116"/>
                </a:lnTo>
                <a:lnTo>
                  <a:pt x="209" y="116"/>
                </a:lnTo>
                <a:lnTo>
                  <a:pt x="210" y="116"/>
                </a:lnTo>
                <a:lnTo>
                  <a:pt x="210" y="117"/>
                </a:lnTo>
                <a:lnTo>
                  <a:pt x="209" y="117"/>
                </a:lnTo>
                <a:lnTo>
                  <a:pt x="210" y="117"/>
                </a:lnTo>
                <a:lnTo>
                  <a:pt x="211" y="118"/>
                </a:lnTo>
                <a:lnTo>
                  <a:pt x="212" y="118"/>
                </a:lnTo>
                <a:lnTo>
                  <a:pt x="211" y="118"/>
                </a:lnTo>
                <a:lnTo>
                  <a:pt x="211" y="120"/>
                </a:lnTo>
                <a:lnTo>
                  <a:pt x="212" y="121"/>
                </a:lnTo>
                <a:lnTo>
                  <a:pt x="212" y="120"/>
                </a:lnTo>
                <a:lnTo>
                  <a:pt x="213" y="119"/>
                </a:lnTo>
                <a:lnTo>
                  <a:pt x="213" y="118"/>
                </a:lnTo>
                <a:lnTo>
                  <a:pt x="214" y="118"/>
                </a:lnTo>
                <a:lnTo>
                  <a:pt x="214" y="119"/>
                </a:lnTo>
                <a:lnTo>
                  <a:pt x="215" y="119"/>
                </a:lnTo>
                <a:lnTo>
                  <a:pt x="216" y="119"/>
                </a:lnTo>
                <a:lnTo>
                  <a:pt x="217" y="119"/>
                </a:lnTo>
                <a:lnTo>
                  <a:pt x="217" y="118"/>
                </a:lnTo>
                <a:lnTo>
                  <a:pt x="218" y="118"/>
                </a:lnTo>
                <a:lnTo>
                  <a:pt x="218" y="117"/>
                </a:lnTo>
                <a:lnTo>
                  <a:pt x="218" y="116"/>
                </a:lnTo>
                <a:lnTo>
                  <a:pt x="218" y="115"/>
                </a:lnTo>
                <a:lnTo>
                  <a:pt x="219" y="115"/>
                </a:lnTo>
                <a:lnTo>
                  <a:pt x="219" y="116"/>
                </a:lnTo>
                <a:lnTo>
                  <a:pt x="220" y="116"/>
                </a:lnTo>
                <a:lnTo>
                  <a:pt x="221" y="116"/>
                </a:lnTo>
                <a:lnTo>
                  <a:pt x="221" y="115"/>
                </a:lnTo>
                <a:lnTo>
                  <a:pt x="221" y="114"/>
                </a:lnTo>
                <a:lnTo>
                  <a:pt x="222" y="114"/>
                </a:lnTo>
                <a:lnTo>
                  <a:pt x="223" y="114"/>
                </a:lnTo>
                <a:lnTo>
                  <a:pt x="224" y="114"/>
                </a:lnTo>
                <a:lnTo>
                  <a:pt x="225" y="114"/>
                </a:lnTo>
                <a:lnTo>
                  <a:pt x="226" y="115"/>
                </a:lnTo>
                <a:lnTo>
                  <a:pt x="227" y="115"/>
                </a:lnTo>
                <a:lnTo>
                  <a:pt x="228" y="115"/>
                </a:lnTo>
                <a:lnTo>
                  <a:pt x="230" y="115"/>
                </a:lnTo>
                <a:lnTo>
                  <a:pt x="231" y="115"/>
                </a:lnTo>
                <a:lnTo>
                  <a:pt x="231" y="114"/>
                </a:lnTo>
                <a:lnTo>
                  <a:pt x="232" y="114"/>
                </a:lnTo>
                <a:lnTo>
                  <a:pt x="232" y="113"/>
                </a:lnTo>
                <a:lnTo>
                  <a:pt x="232" y="112"/>
                </a:lnTo>
                <a:lnTo>
                  <a:pt x="232" y="111"/>
                </a:lnTo>
                <a:lnTo>
                  <a:pt x="233" y="111"/>
                </a:lnTo>
                <a:lnTo>
                  <a:pt x="234" y="111"/>
                </a:lnTo>
                <a:lnTo>
                  <a:pt x="235" y="110"/>
                </a:lnTo>
                <a:lnTo>
                  <a:pt x="236" y="110"/>
                </a:lnTo>
                <a:lnTo>
                  <a:pt x="237" y="111"/>
                </a:lnTo>
                <a:lnTo>
                  <a:pt x="237" y="110"/>
                </a:lnTo>
                <a:lnTo>
                  <a:pt x="237" y="109"/>
                </a:lnTo>
                <a:lnTo>
                  <a:pt x="237" y="108"/>
                </a:lnTo>
                <a:lnTo>
                  <a:pt x="237" y="106"/>
                </a:lnTo>
                <a:lnTo>
                  <a:pt x="237" y="105"/>
                </a:lnTo>
                <a:lnTo>
                  <a:pt x="237" y="104"/>
                </a:lnTo>
                <a:lnTo>
                  <a:pt x="237" y="103"/>
                </a:lnTo>
                <a:lnTo>
                  <a:pt x="238" y="103"/>
                </a:lnTo>
                <a:lnTo>
                  <a:pt x="239" y="103"/>
                </a:lnTo>
                <a:lnTo>
                  <a:pt x="240" y="103"/>
                </a:lnTo>
                <a:lnTo>
                  <a:pt x="240" y="104"/>
                </a:lnTo>
                <a:lnTo>
                  <a:pt x="241" y="103"/>
                </a:lnTo>
                <a:lnTo>
                  <a:pt x="242" y="103"/>
                </a:lnTo>
                <a:lnTo>
                  <a:pt x="242" y="104"/>
                </a:lnTo>
                <a:lnTo>
                  <a:pt x="243" y="104"/>
                </a:lnTo>
                <a:lnTo>
                  <a:pt x="244" y="104"/>
                </a:lnTo>
                <a:lnTo>
                  <a:pt x="245" y="104"/>
                </a:lnTo>
                <a:lnTo>
                  <a:pt x="245" y="105"/>
                </a:lnTo>
                <a:lnTo>
                  <a:pt x="246" y="105"/>
                </a:lnTo>
                <a:lnTo>
                  <a:pt x="246" y="106"/>
                </a:lnTo>
                <a:lnTo>
                  <a:pt x="247" y="106"/>
                </a:lnTo>
                <a:lnTo>
                  <a:pt x="247" y="105"/>
                </a:lnTo>
                <a:lnTo>
                  <a:pt x="248" y="105"/>
                </a:lnTo>
                <a:lnTo>
                  <a:pt x="248" y="106"/>
                </a:lnTo>
                <a:lnTo>
                  <a:pt x="249" y="106"/>
                </a:lnTo>
                <a:lnTo>
                  <a:pt x="250" y="106"/>
                </a:lnTo>
                <a:lnTo>
                  <a:pt x="251" y="105"/>
                </a:lnTo>
                <a:lnTo>
                  <a:pt x="250" y="105"/>
                </a:lnTo>
                <a:lnTo>
                  <a:pt x="250" y="104"/>
                </a:lnTo>
                <a:lnTo>
                  <a:pt x="251" y="104"/>
                </a:lnTo>
                <a:lnTo>
                  <a:pt x="252" y="104"/>
                </a:lnTo>
                <a:lnTo>
                  <a:pt x="251" y="104"/>
                </a:lnTo>
                <a:lnTo>
                  <a:pt x="251" y="103"/>
                </a:lnTo>
                <a:lnTo>
                  <a:pt x="251" y="102"/>
                </a:lnTo>
                <a:lnTo>
                  <a:pt x="252" y="102"/>
                </a:lnTo>
                <a:lnTo>
                  <a:pt x="252" y="101"/>
                </a:lnTo>
                <a:lnTo>
                  <a:pt x="253" y="100"/>
                </a:lnTo>
                <a:lnTo>
                  <a:pt x="254" y="100"/>
                </a:lnTo>
                <a:lnTo>
                  <a:pt x="254" y="99"/>
                </a:lnTo>
                <a:lnTo>
                  <a:pt x="253" y="99"/>
                </a:lnTo>
                <a:lnTo>
                  <a:pt x="253" y="98"/>
                </a:lnTo>
                <a:lnTo>
                  <a:pt x="254" y="98"/>
                </a:lnTo>
                <a:lnTo>
                  <a:pt x="255" y="98"/>
                </a:lnTo>
                <a:lnTo>
                  <a:pt x="255" y="97"/>
                </a:lnTo>
                <a:lnTo>
                  <a:pt x="255" y="96"/>
                </a:lnTo>
                <a:lnTo>
                  <a:pt x="255" y="95"/>
                </a:lnTo>
                <a:lnTo>
                  <a:pt x="255" y="94"/>
                </a:lnTo>
                <a:lnTo>
                  <a:pt x="257" y="94"/>
                </a:lnTo>
                <a:lnTo>
                  <a:pt x="258" y="94"/>
                </a:lnTo>
                <a:lnTo>
                  <a:pt x="259" y="94"/>
                </a:lnTo>
                <a:lnTo>
                  <a:pt x="260" y="94"/>
                </a:lnTo>
                <a:lnTo>
                  <a:pt x="261" y="95"/>
                </a:lnTo>
                <a:lnTo>
                  <a:pt x="262" y="95"/>
                </a:lnTo>
                <a:lnTo>
                  <a:pt x="263" y="95"/>
                </a:lnTo>
                <a:lnTo>
                  <a:pt x="264" y="96"/>
                </a:lnTo>
                <a:lnTo>
                  <a:pt x="265" y="96"/>
                </a:lnTo>
                <a:lnTo>
                  <a:pt x="265" y="97"/>
                </a:lnTo>
                <a:lnTo>
                  <a:pt x="266" y="96"/>
                </a:lnTo>
                <a:lnTo>
                  <a:pt x="265" y="96"/>
                </a:lnTo>
                <a:lnTo>
                  <a:pt x="265" y="95"/>
                </a:lnTo>
                <a:lnTo>
                  <a:pt x="265" y="94"/>
                </a:lnTo>
                <a:lnTo>
                  <a:pt x="266" y="94"/>
                </a:lnTo>
                <a:lnTo>
                  <a:pt x="266" y="93"/>
                </a:lnTo>
                <a:lnTo>
                  <a:pt x="265" y="93"/>
                </a:lnTo>
                <a:lnTo>
                  <a:pt x="266" y="93"/>
                </a:lnTo>
                <a:lnTo>
                  <a:pt x="266" y="94"/>
                </a:lnTo>
                <a:lnTo>
                  <a:pt x="267" y="93"/>
                </a:lnTo>
                <a:lnTo>
                  <a:pt x="266" y="93"/>
                </a:lnTo>
                <a:lnTo>
                  <a:pt x="266" y="92"/>
                </a:lnTo>
                <a:lnTo>
                  <a:pt x="264" y="92"/>
                </a:lnTo>
                <a:lnTo>
                  <a:pt x="265" y="92"/>
                </a:lnTo>
                <a:lnTo>
                  <a:pt x="266" y="91"/>
                </a:lnTo>
                <a:lnTo>
                  <a:pt x="267" y="91"/>
                </a:lnTo>
                <a:lnTo>
                  <a:pt x="267" y="92"/>
                </a:lnTo>
                <a:lnTo>
                  <a:pt x="268" y="92"/>
                </a:lnTo>
                <a:lnTo>
                  <a:pt x="269" y="92"/>
                </a:lnTo>
                <a:lnTo>
                  <a:pt x="270" y="92"/>
                </a:lnTo>
                <a:lnTo>
                  <a:pt x="270" y="91"/>
                </a:lnTo>
                <a:lnTo>
                  <a:pt x="271" y="91"/>
                </a:lnTo>
                <a:lnTo>
                  <a:pt x="272" y="90"/>
                </a:lnTo>
                <a:lnTo>
                  <a:pt x="272" y="89"/>
                </a:lnTo>
                <a:lnTo>
                  <a:pt x="273" y="89"/>
                </a:lnTo>
                <a:lnTo>
                  <a:pt x="273" y="88"/>
                </a:lnTo>
                <a:lnTo>
                  <a:pt x="274" y="88"/>
                </a:lnTo>
                <a:lnTo>
                  <a:pt x="274" y="87"/>
                </a:lnTo>
                <a:lnTo>
                  <a:pt x="275" y="87"/>
                </a:lnTo>
                <a:lnTo>
                  <a:pt x="275" y="88"/>
                </a:lnTo>
                <a:lnTo>
                  <a:pt x="276" y="88"/>
                </a:lnTo>
                <a:lnTo>
                  <a:pt x="278" y="88"/>
                </a:lnTo>
                <a:lnTo>
                  <a:pt x="279" y="87"/>
                </a:lnTo>
                <a:lnTo>
                  <a:pt x="280" y="87"/>
                </a:lnTo>
                <a:lnTo>
                  <a:pt x="280" y="88"/>
                </a:lnTo>
                <a:lnTo>
                  <a:pt x="281" y="88"/>
                </a:lnTo>
                <a:lnTo>
                  <a:pt x="281" y="87"/>
                </a:lnTo>
                <a:lnTo>
                  <a:pt x="282" y="87"/>
                </a:lnTo>
                <a:lnTo>
                  <a:pt x="283" y="87"/>
                </a:lnTo>
                <a:lnTo>
                  <a:pt x="284" y="87"/>
                </a:lnTo>
                <a:lnTo>
                  <a:pt x="284" y="86"/>
                </a:lnTo>
                <a:lnTo>
                  <a:pt x="283" y="86"/>
                </a:lnTo>
                <a:lnTo>
                  <a:pt x="283" y="85"/>
                </a:lnTo>
                <a:lnTo>
                  <a:pt x="283" y="84"/>
                </a:lnTo>
                <a:lnTo>
                  <a:pt x="284" y="83"/>
                </a:lnTo>
                <a:lnTo>
                  <a:pt x="284" y="82"/>
                </a:lnTo>
                <a:lnTo>
                  <a:pt x="283" y="82"/>
                </a:lnTo>
                <a:lnTo>
                  <a:pt x="283" y="81"/>
                </a:lnTo>
                <a:lnTo>
                  <a:pt x="284" y="81"/>
                </a:lnTo>
                <a:lnTo>
                  <a:pt x="285" y="81"/>
                </a:lnTo>
                <a:lnTo>
                  <a:pt x="285" y="80"/>
                </a:lnTo>
                <a:lnTo>
                  <a:pt x="286" y="79"/>
                </a:lnTo>
                <a:lnTo>
                  <a:pt x="287" y="79"/>
                </a:lnTo>
                <a:lnTo>
                  <a:pt x="287" y="78"/>
                </a:lnTo>
                <a:lnTo>
                  <a:pt x="287" y="77"/>
                </a:lnTo>
                <a:lnTo>
                  <a:pt x="288" y="77"/>
                </a:lnTo>
                <a:lnTo>
                  <a:pt x="288" y="76"/>
                </a:lnTo>
                <a:lnTo>
                  <a:pt x="287" y="75"/>
                </a:lnTo>
                <a:lnTo>
                  <a:pt x="288" y="75"/>
                </a:lnTo>
                <a:lnTo>
                  <a:pt x="288" y="74"/>
                </a:lnTo>
                <a:lnTo>
                  <a:pt x="287" y="74"/>
                </a:lnTo>
                <a:lnTo>
                  <a:pt x="288" y="73"/>
                </a:lnTo>
                <a:lnTo>
                  <a:pt x="288" y="74"/>
                </a:lnTo>
                <a:lnTo>
                  <a:pt x="289" y="74"/>
                </a:lnTo>
                <a:lnTo>
                  <a:pt x="290" y="75"/>
                </a:lnTo>
                <a:lnTo>
                  <a:pt x="291" y="75"/>
                </a:lnTo>
                <a:lnTo>
                  <a:pt x="292" y="75"/>
                </a:lnTo>
                <a:lnTo>
                  <a:pt x="293" y="75"/>
                </a:lnTo>
                <a:lnTo>
                  <a:pt x="294" y="75"/>
                </a:lnTo>
                <a:lnTo>
                  <a:pt x="294" y="74"/>
                </a:lnTo>
                <a:lnTo>
                  <a:pt x="294" y="73"/>
                </a:lnTo>
                <a:lnTo>
                  <a:pt x="294" y="72"/>
                </a:lnTo>
                <a:lnTo>
                  <a:pt x="294" y="71"/>
                </a:lnTo>
                <a:lnTo>
                  <a:pt x="293" y="70"/>
                </a:lnTo>
                <a:lnTo>
                  <a:pt x="292" y="69"/>
                </a:lnTo>
                <a:lnTo>
                  <a:pt x="291" y="69"/>
                </a:lnTo>
                <a:lnTo>
                  <a:pt x="292" y="69"/>
                </a:lnTo>
                <a:lnTo>
                  <a:pt x="292" y="68"/>
                </a:lnTo>
                <a:lnTo>
                  <a:pt x="292" y="67"/>
                </a:lnTo>
                <a:lnTo>
                  <a:pt x="293" y="67"/>
                </a:lnTo>
                <a:lnTo>
                  <a:pt x="292" y="66"/>
                </a:lnTo>
                <a:lnTo>
                  <a:pt x="292" y="65"/>
                </a:lnTo>
                <a:lnTo>
                  <a:pt x="291" y="65"/>
                </a:lnTo>
                <a:lnTo>
                  <a:pt x="291" y="64"/>
                </a:lnTo>
                <a:lnTo>
                  <a:pt x="291" y="63"/>
                </a:lnTo>
                <a:lnTo>
                  <a:pt x="292" y="63"/>
                </a:lnTo>
                <a:lnTo>
                  <a:pt x="293" y="62"/>
                </a:lnTo>
                <a:lnTo>
                  <a:pt x="293" y="61"/>
                </a:lnTo>
                <a:lnTo>
                  <a:pt x="292" y="61"/>
                </a:lnTo>
                <a:lnTo>
                  <a:pt x="292" y="60"/>
                </a:lnTo>
                <a:lnTo>
                  <a:pt x="291" y="60"/>
                </a:lnTo>
                <a:lnTo>
                  <a:pt x="291" y="59"/>
                </a:lnTo>
                <a:lnTo>
                  <a:pt x="290" y="59"/>
                </a:lnTo>
                <a:lnTo>
                  <a:pt x="291" y="59"/>
                </a:lnTo>
                <a:lnTo>
                  <a:pt x="292" y="59"/>
                </a:lnTo>
                <a:lnTo>
                  <a:pt x="293" y="58"/>
                </a:lnTo>
                <a:lnTo>
                  <a:pt x="292" y="58"/>
                </a:lnTo>
                <a:lnTo>
                  <a:pt x="291" y="58"/>
                </a:lnTo>
                <a:lnTo>
                  <a:pt x="291" y="57"/>
                </a:lnTo>
                <a:lnTo>
                  <a:pt x="291" y="56"/>
                </a:lnTo>
                <a:lnTo>
                  <a:pt x="291" y="55"/>
                </a:lnTo>
                <a:lnTo>
                  <a:pt x="291" y="56"/>
                </a:lnTo>
                <a:lnTo>
                  <a:pt x="292" y="56"/>
                </a:lnTo>
                <a:lnTo>
                  <a:pt x="293" y="56"/>
                </a:lnTo>
                <a:lnTo>
                  <a:pt x="294" y="55"/>
                </a:lnTo>
                <a:lnTo>
                  <a:pt x="295" y="55"/>
                </a:lnTo>
                <a:lnTo>
                  <a:pt x="296" y="56"/>
                </a:lnTo>
                <a:lnTo>
                  <a:pt x="297" y="55"/>
                </a:lnTo>
                <a:lnTo>
                  <a:pt x="298" y="55"/>
                </a:lnTo>
                <a:lnTo>
                  <a:pt x="298" y="54"/>
                </a:lnTo>
                <a:lnTo>
                  <a:pt x="297" y="54"/>
                </a:lnTo>
                <a:lnTo>
                  <a:pt x="297" y="53"/>
                </a:lnTo>
                <a:lnTo>
                  <a:pt x="298" y="53"/>
                </a:lnTo>
                <a:lnTo>
                  <a:pt x="297" y="52"/>
                </a:lnTo>
                <a:lnTo>
                  <a:pt x="296" y="53"/>
                </a:lnTo>
                <a:lnTo>
                  <a:pt x="296" y="52"/>
                </a:lnTo>
                <a:lnTo>
                  <a:pt x="295" y="52"/>
                </a:lnTo>
                <a:lnTo>
                  <a:pt x="295" y="51"/>
                </a:lnTo>
                <a:lnTo>
                  <a:pt x="296" y="50"/>
                </a:lnTo>
                <a:lnTo>
                  <a:pt x="296" y="49"/>
                </a:lnTo>
                <a:lnTo>
                  <a:pt x="296" y="48"/>
                </a:lnTo>
                <a:lnTo>
                  <a:pt x="296" y="47"/>
                </a:lnTo>
                <a:lnTo>
                  <a:pt x="297" y="47"/>
                </a:lnTo>
                <a:lnTo>
                  <a:pt x="296" y="46"/>
                </a:lnTo>
                <a:lnTo>
                  <a:pt x="296" y="45"/>
                </a:lnTo>
                <a:lnTo>
                  <a:pt x="297" y="45"/>
                </a:lnTo>
                <a:lnTo>
                  <a:pt x="297" y="43"/>
                </a:lnTo>
                <a:lnTo>
                  <a:pt x="297" y="42"/>
                </a:lnTo>
                <a:lnTo>
                  <a:pt x="297" y="41"/>
                </a:lnTo>
                <a:lnTo>
                  <a:pt x="296" y="41"/>
                </a:lnTo>
                <a:lnTo>
                  <a:pt x="296" y="40"/>
                </a:lnTo>
                <a:lnTo>
                  <a:pt x="295" y="40"/>
                </a:lnTo>
                <a:lnTo>
                  <a:pt x="295" y="39"/>
                </a:lnTo>
                <a:lnTo>
                  <a:pt x="296" y="39"/>
                </a:lnTo>
                <a:lnTo>
                  <a:pt x="296" y="38"/>
                </a:lnTo>
                <a:lnTo>
                  <a:pt x="297" y="38"/>
                </a:lnTo>
                <a:lnTo>
                  <a:pt x="298" y="39"/>
                </a:lnTo>
                <a:lnTo>
                  <a:pt x="299" y="39"/>
                </a:lnTo>
                <a:lnTo>
                  <a:pt x="300" y="39"/>
                </a:lnTo>
                <a:lnTo>
                  <a:pt x="301" y="39"/>
                </a:lnTo>
                <a:lnTo>
                  <a:pt x="301" y="38"/>
                </a:lnTo>
                <a:lnTo>
                  <a:pt x="301" y="37"/>
                </a:lnTo>
                <a:lnTo>
                  <a:pt x="302" y="36"/>
                </a:lnTo>
                <a:lnTo>
                  <a:pt x="301" y="36"/>
                </a:lnTo>
                <a:lnTo>
                  <a:pt x="301" y="35"/>
                </a:lnTo>
                <a:lnTo>
                  <a:pt x="299" y="35"/>
                </a:lnTo>
                <a:lnTo>
                  <a:pt x="298" y="35"/>
                </a:lnTo>
                <a:lnTo>
                  <a:pt x="298" y="34"/>
                </a:lnTo>
                <a:lnTo>
                  <a:pt x="297" y="34"/>
                </a:lnTo>
                <a:lnTo>
                  <a:pt x="298" y="33"/>
                </a:lnTo>
                <a:lnTo>
                  <a:pt x="298" y="32"/>
                </a:lnTo>
                <a:lnTo>
                  <a:pt x="299" y="32"/>
                </a:lnTo>
                <a:lnTo>
                  <a:pt x="300" y="32"/>
                </a:lnTo>
                <a:lnTo>
                  <a:pt x="300" y="31"/>
                </a:lnTo>
                <a:lnTo>
                  <a:pt x="300" y="30"/>
                </a:lnTo>
                <a:lnTo>
                  <a:pt x="299" y="28"/>
                </a:lnTo>
                <a:lnTo>
                  <a:pt x="299" y="26"/>
                </a:lnTo>
                <a:lnTo>
                  <a:pt x="298" y="25"/>
                </a:lnTo>
                <a:lnTo>
                  <a:pt x="299" y="25"/>
                </a:lnTo>
                <a:lnTo>
                  <a:pt x="300" y="25"/>
                </a:lnTo>
                <a:lnTo>
                  <a:pt x="302" y="25"/>
                </a:lnTo>
                <a:lnTo>
                  <a:pt x="302" y="24"/>
                </a:lnTo>
                <a:lnTo>
                  <a:pt x="302" y="23"/>
                </a:lnTo>
                <a:lnTo>
                  <a:pt x="302" y="22"/>
                </a:lnTo>
                <a:lnTo>
                  <a:pt x="301" y="22"/>
                </a:lnTo>
                <a:lnTo>
                  <a:pt x="299" y="21"/>
                </a:lnTo>
                <a:lnTo>
                  <a:pt x="298" y="21"/>
                </a:lnTo>
                <a:lnTo>
                  <a:pt x="297" y="21"/>
                </a:lnTo>
                <a:lnTo>
                  <a:pt x="297" y="20"/>
                </a:lnTo>
                <a:lnTo>
                  <a:pt x="298" y="20"/>
                </a:lnTo>
                <a:lnTo>
                  <a:pt x="299" y="20"/>
                </a:lnTo>
                <a:lnTo>
                  <a:pt x="300" y="19"/>
                </a:lnTo>
                <a:lnTo>
                  <a:pt x="301" y="19"/>
                </a:lnTo>
                <a:lnTo>
                  <a:pt x="301" y="18"/>
                </a:lnTo>
                <a:lnTo>
                  <a:pt x="300" y="18"/>
                </a:lnTo>
                <a:lnTo>
                  <a:pt x="300" y="17"/>
                </a:lnTo>
                <a:lnTo>
                  <a:pt x="301" y="17"/>
                </a:lnTo>
                <a:lnTo>
                  <a:pt x="301" y="16"/>
                </a:lnTo>
                <a:lnTo>
                  <a:pt x="300" y="16"/>
                </a:lnTo>
                <a:lnTo>
                  <a:pt x="301" y="14"/>
                </a:lnTo>
                <a:lnTo>
                  <a:pt x="301" y="12"/>
                </a:lnTo>
                <a:lnTo>
                  <a:pt x="301" y="11"/>
                </a:lnTo>
                <a:lnTo>
                  <a:pt x="302" y="11"/>
                </a:lnTo>
                <a:lnTo>
                  <a:pt x="302" y="10"/>
                </a:lnTo>
                <a:lnTo>
                  <a:pt x="302" y="9"/>
                </a:lnTo>
                <a:lnTo>
                  <a:pt x="302" y="7"/>
                </a:lnTo>
                <a:lnTo>
                  <a:pt x="303" y="7"/>
                </a:lnTo>
                <a:lnTo>
                  <a:pt x="303" y="6"/>
                </a:lnTo>
                <a:lnTo>
                  <a:pt x="304" y="6"/>
                </a:lnTo>
                <a:lnTo>
                  <a:pt x="305" y="5"/>
                </a:lnTo>
                <a:lnTo>
                  <a:pt x="304" y="4"/>
                </a:lnTo>
                <a:lnTo>
                  <a:pt x="303" y="3"/>
                </a:lnTo>
                <a:lnTo>
                  <a:pt x="305" y="1"/>
                </a:lnTo>
                <a:lnTo>
                  <a:pt x="305" y="0"/>
                </a:lnTo>
                <a:lnTo>
                  <a:pt x="30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27" name=""/>
          <p:cNvSpPr/>
          <p:nvPr/>
        </p:nvSpPr>
        <p:spPr>
          <a:xfrm>
            <a:off x="6586200" y="1767240"/>
            <a:ext cx="252360" cy="156240"/>
          </a:xfrm>
          <a:custGeom>
            <a:avLst/>
            <a:gdLst/>
            <a:ahLst/>
            <a:rect l="0" t="0" r="r" b="b"/>
            <a:pathLst>
              <a:path w="701" h="434">
                <a:moveTo>
                  <a:pt x="114" y="0"/>
                </a:moveTo>
                <a:lnTo>
                  <a:pt x="115" y="0"/>
                </a:lnTo>
                <a:lnTo>
                  <a:pt x="115" y="1"/>
                </a:lnTo>
                <a:lnTo>
                  <a:pt x="116" y="2"/>
                </a:lnTo>
                <a:lnTo>
                  <a:pt x="116" y="1"/>
                </a:lnTo>
                <a:lnTo>
                  <a:pt x="117" y="1"/>
                </a:lnTo>
                <a:lnTo>
                  <a:pt x="118" y="1"/>
                </a:lnTo>
                <a:lnTo>
                  <a:pt x="120" y="1"/>
                </a:lnTo>
                <a:lnTo>
                  <a:pt x="120" y="2"/>
                </a:lnTo>
                <a:lnTo>
                  <a:pt x="120" y="3"/>
                </a:lnTo>
                <a:lnTo>
                  <a:pt x="121" y="3"/>
                </a:lnTo>
                <a:lnTo>
                  <a:pt x="121" y="4"/>
                </a:lnTo>
                <a:lnTo>
                  <a:pt x="121" y="3"/>
                </a:lnTo>
                <a:lnTo>
                  <a:pt x="122" y="3"/>
                </a:lnTo>
                <a:lnTo>
                  <a:pt x="123" y="3"/>
                </a:lnTo>
                <a:lnTo>
                  <a:pt x="123" y="4"/>
                </a:lnTo>
                <a:lnTo>
                  <a:pt x="125" y="3"/>
                </a:lnTo>
                <a:lnTo>
                  <a:pt x="126" y="3"/>
                </a:lnTo>
                <a:lnTo>
                  <a:pt x="127" y="3"/>
                </a:lnTo>
                <a:lnTo>
                  <a:pt x="128" y="3"/>
                </a:lnTo>
                <a:lnTo>
                  <a:pt x="129" y="3"/>
                </a:lnTo>
                <a:lnTo>
                  <a:pt x="130" y="3"/>
                </a:lnTo>
                <a:lnTo>
                  <a:pt x="131" y="3"/>
                </a:lnTo>
                <a:lnTo>
                  <a:pt x="132" y="3"/>
                </a:lnTo>
                <a:lnTo>
                  <a:pt x="133" y="3"/>
                </a:lnTo>
                <a:lnTo>
                  <a:pt x="133" y="2"/>
                </a:lnTo>
                <a:lnTo>
                  <a:pt x="134" y="2"/>
                </a:lnTo>
                <a:lnTo>
                  <a:pt x="135" y="2"/>
                </a:lnTo>
                <a:lnTo>
                  <a:pt x="136" y="3"/>
                </a:lnTo>
                <a:lnTo>
                  <a:pt x="137" y="3"/>
                </a:lnTo>
                <a:lnTo>
                  <a:pt x="138" y="3"/>
                </a:lnTo>
                <a:lnTo>
                  <a:pt x="139" y="4"/>
                </a:lnTo>
                <a:lnTo>
                  <a:pt x="140" y="4"/>
                </a:lnTo>
                <a:lnTo>
                  <a:pt x="141" y="4"/>
                </a:lnTo>
                <a:lnTo>
                  <a:pt x="142" y="5"/>
                </a:lnTo>
                <a:lnTo>
                  <a:pt x="142" y="6"/>
                </a:lnTo>
                <a:lnTo>
                  <a:pt x="143" y="6"/>
                </a:lnTo>
                <a:lnTo>
                  <a:pt x="144" y="6"/>
                </a:lnTo>
                <a:lnTo>
                  <a:pt x="144" y="7"/>
                </a:lnTo>
                <a:lnTo>
                  <a:pt x="145" y="7"/>
                </a:lnTo>
                <a:lnTo>
                  <a:pt x="146" y="7"/>
                </a:lnTo>
                <a:lnTo>
                  <a:pt x="147" y="6"/>
                </a:lnTo>
                <a:lnTo>
                  <a:pt x="148" y="6"/>
                </a:lnTo>
                <a:lnTo>
                  <a:pt x="149" y="7"/>
                </a:lnTo>
                <a:lnTo>
                  <a:pt x="150" y="7"/>
                </a:lnTo>
                <a:lnTo>
                  <a:pt x="150" y="8"/>
                </a:lnTo>
                <a:lnTo>
                  <a:pt x="150" y="7"/>
                </a:lnTo>
                <a:lnTo>
                  <a:pt x="151" y="7"/>
                </a:lnTo>
                <a:lnTo>
                  <a:pt x="151" y="8"/>
                </a:lnTo>
                <a:lnTo>
                  <a:pt x="152" y="8"/>
                </a:lnTo>
                <a:lnTo>
                  <a:pt x="153" y="7"/>
                </a:lnTo>
                <a:lnTo>
                  <a:pt x="153" y="6"/>
                </a:lnTo>
                <a:lnTo>
                  <a:pt x="154" y="6"/>
                </a:lnTo>
                <a:lnTo>
                  <a:pt x="154" y="7"/>
                </a:lnTo>
                <a:lnTo>
                  <a:pt x="155" y="7"/>
                </a:lnTo>
                <a:lnTo>
                  <a:pt x="155" y="6"/>
                </a:lnTo>
                <a:lnTo>
                  <a:pt x="156" y="6"/>
                </a:lnTo>
                <a:lnTo>
                  <a:pt x="156" y="7"/>
                </a:lnTo>
                <a:lnTo>
                  <a:pt x="157" y="7"/>
                </a:lnTo>
                <a:lnTo>
                  <a:pt x="158" y="7"/>
                </a:lnTo>
                <a:lnTo>
                  <a:pt x="159" y="7"/>
                </a:lnTo>
                <a:lnTo>
                  <a:pt x="160" y="6"/>
                </a:lnTo>
                <a:lnTo>
                  <a:pt x="161" y="6"/>
                </a:lnTo>
                <a:lnTo>
                  <a:pt x="162" y="6"/>
                </a:lnTo>
                <a:lnTo>
                  <a:pt x="162" y="7"/>
                </a:lnTo>
                <a:lnTo>
                  <a:pt x="163" y="8"/>
                </a:lnTo>
                <a:lnTo>
                  <a:pt x="164" y="8"/>
                </a:lnTo>
                <a:lnTo>
                  <a:pt x="164" y="9"/>
                </a:lnTo>
                <a:lnTo>
                  <a:pt x="165" y="9"/>
                </a:lnTo>
                <a:lnTo>
                  <a:pt x="165" y="10"/>
                </a:lnTo>
                <a:lnTo>
                  <a:pt x="166" y="10"/>
                </a:lnTo>
                <a:lnTo>
                  <a:pt x="166" y="11"/>
                </a:lnTo>
                <a:lnTo>
                  <a:pt x="167" y="11"/>
                </a:lnTo>
                <a:lnTo>
                  <a:pt x="168" y="11"/>
                </a:lnTo>
                <a:lnTo>
                  <a:pt x="169" y="11"/>
                </a:lnTo>
                <a:lnTo>
                  <a:pt x="170" y="11"/>
                </a:lnTo>
                <a:lnTo>
                  <a:pt x="171" y="10"/>
                </a:lnTo>
                <a:lnTo>
                  <a:pt x="173" y="10"/>
                </a:lnTo>
                <a:lnTo>
                  <a:pt x="174" y="10"/>
                </a:lnTo>
                <a:lnTo>
                  <a:pt x="175" y="10"/>
                </a:lnTo>
                <a:lnTo>
                  <a:pt x="176" y="11"/>
                </a:lnTo>
                <a:lnTo>
                  <a:pt x="177" y="11"/>
                </a:lnTo>
                <a:lnTo>
                  <a:pt x="178" y="11"/>
                </a:lnTo>
                <a:lnTo>
                  <a:pt x="177" y="11"/>
                </a:lnTo>
                <a:lnTo>
                  <a:pt x="177" y="10"/>
                </a:lnTo>
                <a:lnTo>
                  <a:pt x="178" y="10"/>
                </a:lnTo>
                <a:lnTo>
                  <a:pt x="179" y="10"/>
                </a:lnTo>
                <a:lnTo>
                  <a:pt x="179" y="9"/>
                </a:lnTo>
                <a:lnTo>
                  <a:pt x="180" y="9"/>
                </a:lnTo>
                <a:lnTo>
                  <a:pt x="180" y="8"/>
                </a:lnTo>
                <a:lnTo>
                  <a:pt x="181" y="8"/>
                </a:lnTo>
                <a:lnTo>
                  <a:pt x="181" y="9"/>
                </a:lnTo>
                <a:lnTo>
                  <a:pt x="180" y="9"/>
                </a:lnTo>
                <a:lnTo>
                  <a:pt x="181" y="9"/>
                </a:lnTo>
                <a:lnTo>
                  <a:pt x="183" y="9"/>
                </a:lnTo>
                <a:lnTo>
                  <a:pt x="184" y="10"/>
                </a:lnTo>
                <a:lnTo>
                  <a:pt x="185" y="10"/>
                </a:lnTo>
                <a:lnTo>
                  <a:pt x="186" y="10"/>
                </a:lnTo>
                <a:lnTo>
                  <a:pt x="186" y="9"/>
                </a:lnTo>
                <a:lnTo>
                  <a:pt x="187" y="9"/>
                </a:lnTo>
                <a:lnTo>
                  <a:pt x="188" y="9"/>
                </a:lnTo>
                <a:lnTo>
                  <a:pt x="188" y="10"/>
                </a:lnTo>
                <a:lnTo>
                  <a:pt x="189" y="10"/>
                </a:lnTo>
                <a:lnTo>
                  <a:pt x="189" y="9"/>
                </a:lnTo>
                <a:lnTo>
                  <a:pt x="189" y="8"/>
                </a:lnTo>
                <a:lnTo>
                  <a:pt x="190" y="8"/>
                </a:lnTo>
                <a:lnTo>
                  <a:pt x="191" y="7"/>
                </a:lnTo>
                <a:lnTo>
                  <a:pt x="191" y="6"/>
                </a:lnTo>
                <a:lnTo>
                  <a:pt x="192" y="5"/>
                </a:lnTo>
                <a:lnTo>
                  <a:pt x="193" y="5"/>
                </a:lnTo>
                <a:lnTo>
                  <a:pt x="193" y="4"/>
                </a:lnTo>
                <a:lnTo>
                  <a:pt x="193" y="3"/>
                </a:lnTo>
                <a:lnTo>
                  <a:pt x="194" y="4"/>
                </a:lnTo>
                <a:lnTo>
                  <a:pt x="195" y="4"/>
                </a:lnTo>
                <a:lnTo>
                  <a:pt x="195" y="3"/>
                </a:lnTo>
                <a:lnTo>
                  <a:pt x="195" y="2"/>
                </a:lnTo>
                <a:lnTo>
                  <a:pt x="195" y="1"/>
                </a:lnTo>
                <a:lnTo>
                  <a:pt x="196" y="1"/>
                </a:lnTo>
                <a:lnTo>
                  <a:pt x="197" y="2"/>
                </a:lnTo>
                <a:lnTo>
                  <a:pt x="198" y="2"/>
                </a:lnTo>
                <a:lnTo>
                  <a:pt x="198" y="3"/>
                </a:lnTo>
                <a:lnTo>
                  <a:pt x="198" y="2"/>
                </a:lnTo>
                <a:lnTo>
                  <a:pt x="199" y="2"/>
                </a:lnTo>
                <a:lnTo>
                  <a:pt x="199" y="3"/>
                </a:lnTo>
                <a:lnTo>
                  <a:pt x="200" y="3"/>
                </a:lnTo>
                <a:lnTo>
                  <a:pt x="200" y="4"/>
                </a:lnTo>
                <a:lnTo>
                  <a:pt x="199" y="4"/>
                </a:lnTo>
                <a:lnTo>
                  <a:pt x="199" y="5"/>
                </a:lnTo>
                <a:lnTo>
                  <a:pt x="200" y="5"/>
                </a:lnTo>
                <a:lnTo>
                  <a:pt x="200" y="6"/>
                </a:lnTo>
                <a:lnTo>
                  <a:pt x="201" y="6"/>
                </a:lnTo>
                <a:lnTo>
                  <a:pt x="201" y="9"/>
                </a:lnTo>
                <a:lnTo>
                  <a:pt x="201" y="10"/>
                </a:lnTo>
                <a:lnTo>
                  <a:pt x="201" y="11"/>
                </a:lnTo>
                <a:lnTo>
                  <a:pt x="200" y="11"/>
                </a:lnTo>
                <a:lnTo>
                  <a:pt x="201" y="12"/>
                </a:lnTo>
                <a:lnTo>
                  <a:pt x="202" y="12"/>
                </a:lnTo>
                <a:lnTo>
                  <a:pt x="203" y="13"/>
                </a:lnTo>
                <a:lnTo>
                  <a:pt x="204" y="13"/>
                </a:lnTo>
                <a:lnTo>
                  <a:pt x="205" y="13"/>
                </a:lnTo>
                <a:lnTo>
                  <a:pt x="205" y="12"/>
                </a:lnTo>
                <a:lnTo>
                  <a:pt x="205" y="11"/>
                </a:lnTo>
                <a:lnTo>
                  <a:pt x="206" y="11"/>
                </a:lnTo>
                <a:lnTo>
                  <a:pt x="206" y="12"/>
                </a:lnTo>
                <a:lnTo>
                  <a:pt x="206" y="13"/>
                </a:lnTo>
                <a:lnTo>
                  <a:pt x="207" y="13"/>
                </a:lnTo>
                <a:lnTo>
                  <a:pt x="207" y="14"/>
                </a:lnTo>
                <a:lnTo>
                  <a:pt x="207" y="13"/>
                </a:lnTo>
                <a:lnTo>
                  <a:pt x="207" y="14"/>
                </a:lnTo>
                <a:lnTo>
                  <a:pt x="208" y="14"/>
                </a:lnTo>
                <a:lnTo>
                  <a:pt x="208" y="15"/>
                </a:lnTo>
                <a:lnTo>
                  <a:pt x="209" y="16"/>
                </a:lnTo>
                <a:lnTo>
                  <a:pt x="211" y="18"/>
                </a:lnTo>
                <a:lnTo>
                  <a:pt x="212" y="17"/>
                </a:lnTo>
                <a:lnTo>
                  <a:pt x="212" y="15"/>
                </a:lnTo>
                <a:lnTo>
                  <a:pt x="212" y="14"/>
                </a:lnTo>
                <a:lnTo>
                  <a:pt x="213" y="14"/>
                </a:lnTo>
                <a:lnTo>
                  <a:pt x="213" y="13"/>
                </a:lnTo>
                <a:lnTo>
                  <a:pt x="214" y="13"/>
                </a:lnTo>
                <a:lnTo>
                  <a:pt x="215" y="13"/>
                </a:lnTo>
                <a:lnTo>
                  <a:pt x="215" y="12"/>
                </a:lnTo>
                <a:lnTo>
                  <a:pt x="216" y="12"/>
                </a:lnTo>
                <a:lnTo>
                  <a:pt x="217" y="12"/>
                </a:lnTo>
                <a:lnTo>
                  <a:pt x="218" y="12"/>
                </a:lnTo>
                <a:lnTo>
                  <a:pt x="219" y="12"/>
                </a:lnTo>
                <a:lnTo>
                  <a:pt x="219" y="11"/>
                </a:lnTo>
                <a:lnTo>
                  <a:pt x="220" y="11"/>
                </a:lnTo>
                <a:lnTo>
                  <a:pt x="220" y="12"/>
                </a:lnTo>
                <a:lnTo>
                  <a:pt x="221" y="12"/>
                </a:lnTo>
                <a:lnTo>
                  <a:pt x="221" y="11"/>
                </a:lnTo>
                <a:lnTo>
                  <a:pt x="221" y="10"/>
                </a:lnTo>
                <a:lnTo>
                  <a:pt x="220" y="10"/>
                </a:lnTo>
                <a:lnTo>
                  <a:pt x="220" y="9"/>
                </a:lnTo>
                <a:lnTo>
                  <a:pt x="221" y="8"/>
                </a:lnTo>
                <a:lnTo>
                  <a:pt x="221" y="7"/>
                </a:lnTo>
                <a:lnTo>
                  <a:pt x="222" y="7"/>
                </a:lnTo>
                <a:lnTo>
                  <a:pt x="222" y="6"/>
                </a:lnTo>
                <a:lnTo>
                  <a:pt x="223" y="6"/>
                </a:lnTo>
                <a:lnTo>
                  <a:pt x="224" y="6"/>
                </a:lnTo>
                <a:lnTo>
                  <a:pt x="225" y="6"/>
                </a:lnTo>
                <a:lnTo>
                  <a:pt x="225" y="5"/>
                </a:lnTo>
                <a:lnTo>
                  <a:pt x="226" y="5"/>
                </a:lnTo>
                <a:lnTo>
                  <a:pt x="226" y="6"/>
                </a:lnTo>
                <a:lnTo>
                  <a:pt x="227" y="6"/>
                </a:lnTo>
                <a:lnTo>
                  <a:pt x="228" y="6"/>
                </a:lnTo>
                <a:lnTo>
                  <a:pt x="228" y="7"/>
                </a:lnTo>
                <a:lnTo>
                  <a:pt x="228" y="6"/>
                </a:lnTo>
                <a:lnTo>
                  <a:pt x="229" y="6"/>
                </a:lnTo>
                <a:lnTo>
                  <a:pt x="229" y="7"/>
                </a:lnTo>
                <a:lnTo>
                  <a:pt x="230" y="7"/>
                </a:lnTo>
                <a:lnTo>
                  <a:pt x="230" y="6"/>
                </a:lnTo>
                <a:lnTo>
                  <a:pt x="232" y="5"/>
                </a:lnTo>
                <a:lnTo>
                  <a:pt x="232" y="4"/>
                </a:lnTo>
                <a:lnTo>
                  <a:pt x="232" y="3"/>
                </a:lnTo>
                <a:lnTo>
                  <a:pt x="233" y="3"/>
                </a:lnTo>
                <a:lnTo>
                  <a:pt x="233" y="2"/>
                </a:lnTo>
                <a:lnTo>
                  <a:pt x="234" y="1"/>
                </a:lnTo>
                <a:lnTo>
                  <a:pt x="235" y="1"/>
                </a:lnTo>
                <a:lnTo>
                  <a:pt x="236" y="1"/>
                </a:lnTo>
                <a:lnTo>
                  <a:pt x="236" y="2"/>
                </a:lnTo>
                <a:lnTo>
                  <a:pt x="237" y="2"/>
                </a:lnTo>
                <a:lnTo>
                  <a:pt x="236" y="2"/>
                </a:lnTo>
                <a:lnTo>
                  <a:pt x="236" y="3"/>
                </a:lnTo>
                <a:lnTo>
                  <a:pt x="237" y="3"/>
                </a:lnTo>
                <a:lnTo>
                  <a:pt x="238" y="4"/>
                </a:lnTo>
                <a:lnTo>
                  <a:pt x="238" y="5"/>
                </a:lnTo>
                <a:lnTo>
                  <a:pt x="239" y="5"/>
                </a:lnTo>
                <a:lnTo>
                  <a:pt x="239" y="6"/>
                </a:lnTo>
                <a:lnTo>
                  <a:pt x="240" y="6"/>
                </a:lnTo>
                <a:lnTo>
                  <a:pt x="241" y="7"/>
                </a:lnTo>
                <a:lnTo>
                  <a:pt x="242" y="8"/>
                </a:lnTo>
                <a:lnTo>
                  <a:pt x="243" y="8"/>
                </a:lnTo>
                <a:lnTo>
                  <a:pt x="243" y="9"/>
                </a:lnTo>
                <a:lnTo>
                  <a:pt x="242" y="9"/>
                </a:lnTo>
                <a:lnTo>
                  <a:pt x="242" y="10"/>
                </a:lnTo>
                <a:lnTo>
                  <a:pt x="241" y="11"/>
                </a:lnTo>
                <a:lnTo>
                  <a:pt x="240" y="11"/>
                </a:lnTo>
                <a:lnTo>
                  <a:pt x="240" y="12"/>
                </a:lnTo>
                <a:lnTo>
                  <a:pt x="241" y="12"/>
                </a:lnTo>
                <a:lnTo>
                  <a:pt x="242" y="11"/>
                </a:lnTo>
                <a:lnTo>
                  <a:pt x="243" y="11"/>
                </a:lnTo>
                <a:lnTo>
                  <a:pt x="243" y="10"/>
                </a:lnTo>
                <a:lnTo>
                  <a:pt x="243" y="9"/>
                </a:lnTo>
                <a:lnTo>
                  <a:pt x="244" y="9"/>
                </a:lnTo>
                <a:lnTo>
                  <a:pt x="245" y="9"/>
                </a:lnTo>
                <a:lnTo>
                  <a:pt x="245" y="10"/>
                </a:lnTo>
                <a:lnTo>
                  <a:pt x="246" y="10"/>
                </a:lnTo>
                <a:lnTo>
                  <a:pt x="247" y="11"/>
                </a:lnTo>
                <a:lnTo>
                  <a:pt x="248" y="11"/>
                </a:lnTo>
                <a:lnTo>
                  <a:pt x="249" y="11"/>
                </a:lnTo>
                <a:lnTo>
                  <a:pt x="248" y="11"/>
                </a:lnTo>
                <a:lnTo>
                  <a:pt x="248" y="12"/>
                </a:lnTo>
                <a:lnTo>
                  <a:pt x="249" y="13"/>
                </a:lnTo>
                <a:lnTo>
                  <a:pt x="249" y="14"/>
                </a:lnTo>
                <a:lnTo>
                  <a:pt x="250" y="14"/>
                </a:lnTo>
                <a:lnTo>
                  <a:pt x="250" y="15"/>
                </a:lnTo>
                <a:lnTo>
                  <a:pt x="251" y="15"/>
                </a:lnTo>
                <a:lnTo>
                  <a:pt x="252" y="15"/>
                </a:lnTo>
                <a:lnTo>
                  <a:pt x="253" y="15"/>
                </a:lnTo>
                <a:lnTo>
                  <a:pt x="253" y="16"/>
                </a:lnTo>
                <a:lnTo>
                  <a:pt x="253" y="17"/>
                </a:lnTo>
                <a:lnTo>
                  <a:pt x="253" y="18"/>
                </a:lnTo>
                <a:lnTo>
                  <a:pt x="254" y="18"/>
                </a:lnTo>
                <a:lnTo>
                  <a:pt x="254" y="19"/>
                </a:lnTo>
                <a:lnTo>
                  <a:pt x="256" y="19"/>
                </a:lnTo>
                <a:lnTo>
                  <a:pt x="256" y="20"/>
                </a:lnTo>
                <a:lnTo>
                  <a:pt x="254" y="21"/>
                </a:lnTo>
                <a:lnTo>
                  <a:pt x="253" y="21"/>
                </a:lnTo>
                <a:lnTo>
                  <a:pt x="252" y="21"/>
                </a:lnTo>
                <a:lnTo>
                  <a:pt x="251" y="22"/>
                </a:lnTo>
                <a:lnTo>
                  <a:pt x="251" y="23"/>
                </a:lnTo>
                <a:lnTo>
                  <a:pt x="250" y="23"/>
                </a:lnTo>
                <a:lnTo>
                  <a:pt x="251" y="24"/>
                </a:lnTo>
                <a:lnTo>
                  <a:pt x="252" y="23"/>
                </a:lnTo>
                <a:lnTo>
                  <a:pt x="253" y="23"/>
                </a:lnTo>
                <a:lnTo>
                  <a:pt x="254" y="23"/>
                </a:lnTo>
                <a:lnTo>
                  <a:pt x="256" y="23"/>
                </a:lnTo>
                <a:lnTo>
                  <a:pt x="257" y="23"/>
                </a:lnTo>
                <a:lnTo>
                  <a:pt x="258" y="23"/>
                </a:lnTo>
                <a:lnTo>
                  <a:pt x="259" y="23"/>
                </a:lnTo>
                <a:lnTo>
                  <a:pt x="259" y="24"/>
                </a:lnTo>
                <a:lnTo>
                  <a:pt x="260" y="24"/>
                </a:lnTo>
                <a:lnTo>
                  <a:pt x="260" y="25"/>
                </a:lnTo>
                <a:lnTo>
                  <a:pt x="260" y="26"/>
                </a:lnTo>
                <a:lnTo>
                  <a:pt x="261" y="26"/>
                </a:lnTo>
                <a:lnTo>
                  <a:pt x="261" y="27"/>
                </a:lnTo>
                <a:lnTo>
                  <a:pt x="261" y="28"/>
                </a:lnTo>
                <a:lnTo>
                  <a:pt x="262" y="28"/>
                </a:lnTo>
                <a:lnTo>
                  <a:pt x="263" y="29"/>
                </a:lnTo>
                <a:lnTo>
                  <a:pt x="262" y="29"/>
                </a:lnTo>
                <a:lnTo>
                  <a:pt x="262" y="30"/>
                </a:lnTo>
                <a:lnTo>
                  <a:pt x="262" y="32"/>
                </a:lnTo>
                <a:lnTo>
                  <a:pt x="261" y="32"/>
                </a:lnTo>
                <a:lnTo>
                  <a:pt x="261" y="33"/>
                </a:lnTo>
                <a:lnTo>
                  <a:pt x="261" y="32"/>
                </a:lnTo>
                <a:lnTo>
                  <a:pt x="261" y="33"/>
                </a:lnTo>
                <a:lnTo>
                  <a:pt x="260" y="33"/>
                </a:lnTo>
                <a:lnTo>
                  <a:pt x="260" y="34"/>
                </a:lnTo>
                <a:lnTo>
                  <a:pt x="260" y="36"/>
                </a:lnTo>
                <a:lnTo>
                  <a:pt x="260" y="37"/>
                </a:lnTo>
                <a:lnTo>
                  <a:pt x="261" y="37"/>
                </a:lnTo>
                <a:lnTo>
                  <a:pt x="260" y="38"/>
                </a:lnTo>
                <a:lnTo>
                  <a:pt x="260" y="39"/>
                </a:lnTo>
                <a:lnTo>
                  <a:pt x="260" y="40"/>
                </a:lnTo>
                <a:lnTo>
                  <a:pt x="261" y="40"/>
                </a:lnTo>
                <a:lnTo>
                  <a:pt x="262" y="39"/>
                </a:lnTo>
                <a:lnTo>
                  <a:pt x="262" y="38"/>
                </a:lnTo>
                <a:lnTo>
                  <a:pt x="263" y="38"/>
                </a:lnTo>
                <a:lnTo>
                  <a:pt x="265" y="38"/>
                </a:lnTo>
                <a:lnTo>
                  <a:pt x="265" y="39"/>
                </a:lnTo>
                <a:lnTo>
                  <a:pt x="264" y="39"/>
                </a:lnTo>
                <a:lnTo>
                  <a:pt x="264" y="40"/>
                </a:lnTo>
                <a:lnTo>
                  <a:pt x="263" y="41"/>
                </a:lnTo>
                <a:lnTo>
                  <a:pt x="264" y="42"/>
                </a:lnTo>
                <a:lnTo>
                  <a:pt x="265" y="42"/>
                </a:lnTo>
                <a:lnTo>
                  <a:pt x="266" y="43"/>
                </a:lnTo>
                <a:lnTo>
                  <a:pt x="267" y="43"/>
                </a:lnTo>
                <a:lnTo>
                  <a:pt x="267" y="44"/>
                </a:lnTo>
                <a:lnTo>
                  <a:pt x="268" y="44"/>
                </a:lnTo>
                <a:lnTo>
                  <a:pt x="269" y="44"/>
                </a:lnTo>
                <a:lnTo>
                  <a:pt x="270" y="44"/>
                </a:lnTo>
                <a:lnTo>
                  <a:pt x="271" y="44"/>
                </a:lnTo>
                <a:lnTo>
                  <a:pt x="271" y="45"/>
                </a:lnTo>
                <a:lnTo>
                  <a:pt x="271" y="46"/>
                </a:lnTo>
                <a:lnTo>
                  <a:pt x="273" y="46"/>
                </a:lnTo>
                <a:lnTo>
                  <a:pt x="273" y="47"/>
                </a:lnTo>
                <a:lnTo>
                  <a:pt x="273" y="48"/>
                </a:lnTo>
                <a:lnTo>
                  <a:pt x="273" y="49"/>
                </a:lnTo>
                <a:lnTo>
                  <a:pt x="274" y="49"/>
                </a:lnTo>
                <a:lnTo>
                  <a:pt x="274" y="50"/>
                </a:lnTo>
                <a:lnTo>
                  <a:pt x="275" y="53"/>
                </a:lnTo>
                <a:lnTo>
                  <a:pt x="276" y="53"/>
                </a:lnTo>
                <a:lnTo>
                  <a:pt x="277" y="53"/>
                </a:lnTo>
                <a:lnTo>
                  <a:pt x="278" y="53"/>
                </a:lnTo>
                <a:lnTo>
                  <a:pt x="278" y="52"/>
                </a:lnTo>
                <a:lnTo>
                  <a:pt x="279" y="52"/>
                </a:lnTo>
                <a:lnTo>
                  <a:pt x="279" y="51"/>
                </a:lnTo>
                <a:lnTo>
                  <a:pt x="279" y="50"/>
                </a:lnTo>
                <a:lnTo>
                  <a:pt x="280" y="50"/>
                </a:lnTo>
                <a:lnTo>
                  <a:pt x="280" y="51"/>
                </a:lnTo>
                <a:lnTo>
                  <a:pt x="280" y="52"/>
                </a:lnTo>
                <a:lnTo>
                  <a:pt x="280" y="53"/>
                </a:lnTo>
                <a:lnTo>
                  <a:pt x="280" y="54"/>
                </a:lnTo>
                <a:lnTo>
                  <a:pt x="280" y="55"/>
                </a:lnTo>
                <a:lnTo>
                  <a:pt x="279" y="55"/>
                </a:lnTo>
                <a:lnTo>
                  <a:pt x="278" y="55"/>
                </a:lnTo>
                <a:lnTo>
                  <a:pt x="277" y="55"/>
                </a:lnTo>
                <a:lnTo>
                  <a:pt x="277" y="54"/>
                </a:lnTo>
                <a:lnTo>
                  <a:pt x="276" y="54"/>
                </a:lnTo>
                <a:lnTo>
                  <a:pt x="276" y="55"/>
                </a:lnTo>
                <a:lnTo>
                  <a:pt x="277" y="55"/>
                </a:lnTo>
                <a:lnTo>
                  <a:pt x="277" y="56"/>
                </a:lnTo>
                <a:lnTo>
                  <a:pt x="278" y="56"/>
                </a:lnTo>
                <a:lnTo>
                  <a:pt x="279" y="56"/>
                </a:lnTo>
                <a:lnTo>
                  <a:pt x="280" y="56"/>
                </a:lnTo>
                <a:lnTo>
                  <a:pt x="280" y="57"/>
                </a:lnTo>
                <a:lnTo>
                  <a:pt x="280" y="58"/>
                </a:lnTo>
                <a:lnTo>
                  <a:pt x="281" y="58"/>
                </a:lnTo>
                <a:lnTo>
                  <a:pt x="281" y="59"/>
                </a:lnTo>
                <a:lnTo>
                  <a:pt x="282" y="59"/>
                </a:lnTo>
                <a:lnTo>
                  <a:pt x="283" y="60"/>
                </a:lnTo>
                <a:lnTo>
                  <a:pt x="284" y="61"/>
                </a:lnTo>
                <a:lnTo>
                  <a:pt x="285" y="61"/>
                </a:lnTo>
                <a:lnTo>
                  <a:pt x="285" y="62"/>
                </a:lnTo>
                <a:lnTo>
                  <a:pt x="286" y="63"/>
                </a:lnTo>
                <a:lnTo>
                  <a:pt x="286" y="64"/>
                </a:lnTo>
                <a:lnTo>
                  <a:pt x="285" y="64"/>
                </a:lnTo>
                <a:lnTo>
                  <a:pt x="286" y="65"/>
                </a:lnTo>
                <a:lnTo>
                  <a:pt x="286" y="66"/>
                </a:lnTo>
                <a:lnTo>
                  <a:pt x="285" y="66"/>
                </a:lnTo>
                <a:lnTo>
                  <a:pt x="286" y="67"/>
                </a:lnTo>
                <a:lnTo>
                  <a:pt x="287" y="67"/>
                </a:lnTo>
                <a:lnTo>
                  <a:pt x="288" y="67"/>
                </a:lnTo>
                <a:lnTo>
                  <a:pt x="288" y="68"/>
                </a:lnTo>
                <a:lnTo>
                  <a:pt x="288" y="69"/>
                </a:lnTo>
                <a:lnTo>
                  <a:pt x="289" y="69"/>
                </a:lnTo>
                <a:lnTo>
                  <a:pt x="290" y="69"/>
                </a:lnTo>
                <a:lnTo>
                  <a:pt x="291" y="69"/>
                </a:lnTo>
                <a:lnTo>
                  <a:pt x="290" y="69"/>
                </a:lnTo>
                <a:lnTo>
                  <a:pt x="291" y="68"/>
                </a:lnTo>
                <a:lnTo>
                  <a:pt x="291" y="69"/>
                </a:lnTo>
                <a:lnTo>
                  <a:pt x="292" y="69"/>
                </a:lnTo>
                <a:lnTo>
                  <a:pt x="293" y="68"/>
                </a:lnTo>
                <a:lnTo>
                  <a:pt x="293" y="67"/>
                </a:lnTo>
                <a:lnTo>
                  <a:pt x="293" y="66"/>
                </a:lnTo>
                <a:lnTo>
                  <a:pt x="294" y="65"/>
                </a:lnTo>
                <a:lnTo>
                  <a:pt x="296" y="65"/>
                </a:lnTo>
                <a:lnTo>
                  <a:pt x="296" y="66"/>
                </a:lnTo>
                <a:lnTo>
                  <a:pt x="295" y="66"/>
                </a:lnTo>
                <a:lnTo>
                  <a:pt x="295" y="67"/>
                </a:lnTo>
                <a:lnTo>
                  <a:pt x="296" y="67"/>
                </a:lnTo>
                <a:lnTo>
                  <a:pt x="296" y="68"/>
                </a:lnTo>
                <a:lnTo>
                  <a:pt x="297" y="67"/>
                </a:lnTo>
                <a:lnTo>
                  <a:pt x="298" y="67"/>
                </a:lnTo>
                <a:lnTo>
                  <a:pt x="300" y="68"/>
                </a:lnTo>
                <a:lnTo>
                  <a:pt x="301" y="68"/>
                </a:lnTo>
                <a:lnTo>
                  <a:pt x="301" y="67"/>
                </a:lnTo>
                <a:lnTo>
                  <a:pt x="302" y="68"/>
                </a:lnTo>
                <a:lnTo>
                  <a:pt x="303" y="68"/>
                </a:lnTo>
                <a:lnTo>
                  <a:pt x="303" y="69"/>
                </a:lnTo>
                <a:lnTo>
                  <a:pt x="304" y="69"/>
                </a:lnTo>
                <a:lnTo>
                  <a:pt x="305" y="70"/>
                </a:lnTo>
                <a:lnTo>
                  <a:pt x="305" y="72"/>
                </a:lnTo>
                <a:lnTo>
                  <a:pt x="306" y="72"/>
                </a:lnTo>
                <a:lnTo>
                  <a:pt x="306" y="73"/>
                </a:lnTo>
                <a:lnTo>
                  <a:pt x="307" y="73"/>
                </a:lnTo>
                <a:lnTo>
                  <a:pt x="308" y="73"/>
                </a:lnTo>
                <a:lnTo>
                  <a:pt x="309" y="74"/>
                </a:lnTo>
                <a:lnTo>
                  <a:pt x="309" y="75"/>
                </a:lnTo>
                <a:lnTo>
                  <a:pt x="310" y="75"/>
                </a:lnTo>
                <a:lnTo>
                  <a:pt x="311" y="75"/>
                </a:lnTo>
                <a:lnTo>
                  <a:pt x="311" y="76"/>
                </a:lnTo>
                <a:lnTo>
                  <a:pt x="312" y="76"/>
                </a:lnTo>
                <a:lnTo>
                  <a:pt x="312" y="77"/>
                </a:lnTo>
                <a:lnTo>
                  <a:pt x="313" y="77"/>
                </a:lnTo>
                <a:lnTo>
                  <a:pt x="314" y="77"/>
                </a:lnTo>
                <a:lnTo>
                  <a:pt x="315" y="77"/>
                </a:lnTo>
                <a:lnTo>
                  <a:pt x="315" y="76"/>
                </a:lnTo>
                <a:lnTo>
                  <a:pt x="316" y="76"/>
                </a:lnTo>
                <a:lnTo>
                  <a:pt x="316" y="77"/>
                </a:lnTo>
                <a:lnTo>
                  <a:pt x="315" y="77"/>
                </a:lnTo>
                <a:lnTo>
                  <a:pt x="315" y="78"/>
                </a:lnTo>
                <a:lnTo>
                  <a:pt x="316" y="78"/>
                </a:lnTo>
                <a:lnTo>
                  <a:pt x="316" y="79"/>
                </a:lnTo>
                <a:lnTo>
                  <a:pt x="317" y="79"/>
                </a:lnTo>
                <a:lnTo>
                  <a:pt x="318" y="79"/>
                </a:lnTo>
                <a:lnTo>
                  <a:pt x="318" y="80"/>
                </a:lnTo>
                <a:lnTo>
                  <a:pt x="319" y="79"/>
                </a:lnTo>
                <a:lnTo>
                  <a:pt x="320" y="79"/>
                </a:lnTo>
                <a:lnTo>
                  <a:pt x="321" y="79"/>
                </a:lnTo>
                <a:lnTo>
                  <a:pt x="321" y="78"/>
                </a:lnTo>
                <a:lnTo>
                  <a:pt x="322" y="78"/>
                </a:lnTo>
                <a:lnTo>
                  <a:pt x="323" y="78"/>
                </a:lnTo>
                <a:lnTo>
                  <a:pt x="324" y="78"/>
                </a:lnTo>
                <a:lnTo>
                  <a:pt x="324" y="79"/>
                </a:lnTo>
                <a:lnTo>
                  <a:pt x="325" y="79"/>
                </a:lnTo>
                <a:lnTo>
                  <a:pt x="325" y="80"/>
                </a:lnTo>
                <a:lnTo>
                  <a:pt x="325" y="82"/>
                </a:lnTo>
                <a:lnTo>
                  <a:pt x="326" y="82"/>
                </a:lnTo>
                <a:lnTo>
                  <a:pt x="327" y="83"/>
                </a:lnTo>
                <a:lnTo>
                  <a:pt x="327" y="84"/>
                </a:lnTo>
                <a:lnTo>
                  <a:pt x="328" y="84"/>
                </a:lnTo>
                <a:lnTo>
                  <a:pt x="329" y="84"/>
                </a:lnTo>
                <a:lnTo>
                  <a:pt x="329" y="85"/>
                </a:lnTo>
                <a:lnTo>
                  <a:pt x="330" y="84"/>
                </a:lnTo>
                <a:lnTo>
                  <a:pt x="331" y="84"/>
                </a:lnTo>
                <a:lnTo>
                  <a:pt x="331" y="83"/>
                </a:lnTo>
                <a:lnTo>
                  <a:pt x="331" y="82"/>
                </a:lnTo>
                <a:lnTo>
                  <a:pt x="332" y="82"/>
                </a:lnTo>
                <a:lnTo>
                  <a:pt x="334" y="82"/>
                </a:lnTo>
                <a:lnTo>
                  <a:pt x="334" y="83"/>
                </a:lnTo>
                <a:lnTo>
                  <a:pt x="334" y="84"/>
                </a:lnTo>
                <a:lnTo>
                  <a:pt x="334" y="85"/>
                </a:lnTo>
                <a:lnTo>
                  <a:pt x="334" y="86"/>
                </a:lnTo>
                <a:lnTo>
                  <a:pt x="335" y="86"/>
                </a:lnTo>
                <a:lnTo>
                  <a:pt x="335" y="87"/>
                </a:lnTo>
                <a:lnTo>
                  <a:pt x="335" y="88"/>
                </a:lnTo>
                <a:lnTo>
                  <a:pt x="336" y="88"/>
                </a:lnTo>
                <a:lnTo>
                  <a:pt x="337" y="88"/>
                </a:lnTo>
                <a:lnTo>
                  <a:pt x="338" y="89"/>
                </a:lnTo>
                <a:lnTo>
                  <a:pt x="338" y="90"/>
                </a:lnTo>
                <a:lnTo>
                  <a:pt x="339" y="90"/>
                </a:lnTo>
                <a:lnTo>
                  <a:pt x="339" y="89"/>
                </a:lnTo>
                <a:lnTo>
                  <a:pt x="340" y="89"/>
                </a:lnTo>
                <a:lnTo>
                  <a:pt x="340" y="90"/>
                </a:lnTo>
                <a:lnTo>
                  <a:pt x="341" y="91"/>
                </a:lnTo>
                <a:lnTo>
                  <a:pt x="342" y="92"/>
                </a:lnTo>
                <a:lnTo>
                  <a:pt x="343" y="91"/>
                </a:lnTo>
                <a:lnTo>
                  <a:pt x="342" y="91"/>
                </a:lnTo>
                <a:lnTo>
                  <a:pt x="341" y="91"/>
                </a:lnTo>
                <a:lnTo>
                  <a:pt x="342" y="91"/>
                </a:lnTo>
                <a:lnTo>
                  <a:pt x="343" y="90"/>
                </a:lnTo>
                <a:lnTo>
                  <a:pt x="342" y="90"/>
                </a:lnTo>
                <a:lnTo>
                  <a:pt x="341" y="90"/>
                </a:lnTo>
                <a:lnTo>
                  <a:pt x="341" y="89"/>
                </a:lnTo>
                <a:lnTo>
                  <a:pt x="343" y="89"/>
                </a:lnTo>
                <a:lnTo>
                  <a:pt x="344" y="90"/>
                </a:lnTo>
                <a:lnTo>
                  <a:pt x="344" y="91"/>
                </a:lnTo>
                <a:lnTo>
                  <a:pt x="343" y="91"/>
                </a:lnTo>
                <a:lnTo>
                  <a:pt x="344" y="91"/>
                </a:lnTo>
                <a:lnTo>
                  <a:pt x="345" y="91"/>
                </a:lnTo>
                <a:lnTo>
                  <a:pt x="346" y="90"/>
                </a:lnTo>
                <a:lnTo>
                  <a:pt x="346" y="91"/>
                </a:lnTo>
                <a:lnTo>
                  <a:pt x="347" y="91"/>
                </a:lnTo>
                <a:lnTo>
                  <a:pt x="348" y="91"/>
                </a:lnTo>
                <a:lnTo>
                  <a:pt x="348" y="92"/>
                </a:lnTo>
                <a:lnTo>
                  <a:pt x="349" y="92"/>
                </a:lnTo>
                <a:lnTo>
                  <a:pt x="349" y="93"/>
                </a:lnTo>
                <a:lnTo>
                  <a:pt x="350" y="93"/>
                </a:lnTo>
                <a:lnTo>
                  <a:pt x="351" y="93"/>
                </a:lnTo>
                <a:lnTo>
                  <a:pt x="351" y="94"/>
                </a:lnTo>
                <a:lnTo>
                  <a:pt x="353" y="95"/>
                </a:lnTo>
                <a:lnTo>
                  <a:pt x="354" y="95"/>
                </a:lnTo>
                <a:lnTo>
                  <a:pt x="354" y="96"/>
                </a:lnTo>
                <a:lnTo>
                  <a:pt x="355" y="96"/>
                </a:lnTo>
                <a:lnTo>
                  <a:pt x="355" y="97"/>
                </a:lnTo>
                <a:lnTo>
                  <a:pt x="356" y="97"/>
                </a:lnTo>
                <a:lnTo>
                  <a:pt x="357" y="97"/>
                </a:lnTo>
                <a:lnTo>
                  <a:pt x="358" y="97"/>
                </a:lnTo>
                <a:lnTo>
                  <a:pt x="358" y="96"/>
                </a:lnTo>
                <a:lnTo>
                  <a:pt x="358" y="95"/>
                </a:lnTo>
                <a:lnTo>
                  <a:pt x="359" y="95"/>
                </a:lnTo>
                <a:lnTo>
                  <a:pt x="360" y="95"/>
                </a:lnTo>
                <a:lnTo>
                  <a:pt x="360" y="94"/>
                </a:lnTo>
                <a:lnTo>
                  <a:pt x="360" y="93"/>
                </a:lnTo>
                <a:lnTo>
                  <a:pt x="361" y="93"/>
                </a:lnTo>
                <a:lnTo>
                  <a:pt x="362" y="93"/>
                </a:lnTo>
                <a:lnTo>
                  <a:pt x="363" y="94"/>
                </a:lnTo>
                <a:lnTo>
                  <a:pt x="363" y="93"/>
                </a:lnTo>
                <a:lnTo>
                  <a:pt x="364" y="93"/>
                </a:lnTo>
                <a:lnTo>
                  <a:pt x="365" y="93"/>
                </a:lnTo>
                <a:lnTo>
                  <a:pt x="365" y="94"/>
                </a:lnTo>
                <a:lnTo>
                  <a:pt x="366" y="94"/>
                </a:lnTo>
                <a:lnTo>
                  <a:pt x="366" y="95"/>
                </a:lnTo>
                <a:lnTo>
                  <a:pt x="367" y="95"/>
                </a:lnTo>
                <a:lnTo>
                  <a:pt x="368" y="95"/>
                </a:lnTo>
                <a:lnTo>
                  <a:pt x="368" y="96"/>
                </a:lnTo>
                <a:lnTo>
                  <a:pt x="369" y="96"/>
                </a:lnTo>
                <a:lnTo>
                  <a:pt x="369" y="95"/>
                </a:lnTo>
                <a:lnTo>
                  <a:pt x="368" y="95"/>
                </a:lnTo>
                <a:lnTo>
                  <a:pt x="368" y="94"/>
                </a:lnTo>
                <a:lnTo>
                  <a:pt x="369" y="93"/>
                </a:lnTo>
                <a:lnTo>
                  <a:pt x="370" y="93"/>
                </a:lnTo>
                <a:lnTo>
                  <a:pt x="371" y="93"/>
                </a:lnTo>
                <a:lnTo>
                  <a:pt x="371" y="92"/>
                </a:lnTo>
                <a:lnTo>
                  <a:pt x="372" y="92"/>
                </a:lnTo>
                <a:lnTo>
                  <a:pt x="373" y="92"/>
                </a:lnTo>
                <a:lnTo>
                  <a:pt x="374" y="92"/>
                </a:lnTo>
                <a:lnTo>
                  <a:pt x="374" y="91"/>
                </a:lnTo>
                <a:lnTo>
                  <a:pt x="375" y="91"/>
                </a:lnTo>
                <a:lnTo>
                  <a:pt x="375" y="92"/>
                </a:lnTo>
                <a:lnTo>
                  <a:pt x="376" y="92"/>
                </a:lnTo>
                <a:lnTo>
                  <a:pt x="377" y="91"/>
                </a:lnTo>
                <a:lnTo>
                  <a:pt x="377" y="90"/>
                </a:lnTo>
                <a:lnTo>
                  <a:pt x="377" y="89"/>
                </a:lnTo>
                <a:lnTo>
                  <a:pt x="378" y="90"/>
                </a:lnTo>
                <a:lnTo>
                  <a:pt x="379" y="90"/>
                </a:lnTo>
                <a:lnTo>
                  <a:pt x="380" y="91"/>
                </a:lnTo>
                <a:lnTo>
                  <a:pt x="381" y="92"/>
                </a:lnTo>
                <a:lnTo>
                  <a:pt x="381" y="91"/>
                </a:lnTo>
                <a:lnTo>
                  <a:pt x="382" y="91"/>
                </a:lnTo>
                <a:lnTo>
                  <a:pt x="383" y="92"/>
                </a:lnTo>
                <a:lnTo>
                  <a:pt x="384" y="92"/>
                </a:lnTo>
                <a:lnTo>
                  <a:pt x="385" y="93"/>
                </a:lnTo>
                <a:lnTo>
                  <a:pt x="386" y="93"/>
                </a:lnTo>
                <a:lnTo>
                  <a:pt x="386" y="92"/>
                </a:lnTo>
                <a:lnTo>
                  <a:pt x="387" y="92"/>
                </a:lnTo>
                <a:lnTo>
                  <a:pt x="388" y="92"/>
                </a:lnTo>
                <a:lnTo>
                  <a:pt x="388" y="93"/>
                </a:lnTo>
                <a:lnTo>
                  <a:pt x="388" y="94"/>
                </a:lnTo>
                <a:lnTo>
                  <a:pt x="388" y="93"/>
                </a:lnTo>
                <a:lnTo>
                  <a:pt x="389" y="93"/>
                </a:lnTo>
                <a:lnTo>
                  <a:pt x="389" y="94"/>
                </a:lnTo>
                <a:lnTo>
                  <a:pt x="390" y="94"/>
                </a:lnTo>
                <a:lnTo>
                  <a:pt x="391" y="94"/>
                </a:lnTo>
                <a:lnTo>
                  <a:pt x="392" y="95"/>
                </a:lnTo>
                <a:lnTo>
                  <a:pt x="392" y="94"/>
                </a:lnTo>
                <a:lnTo>
                  <a:pt x="393" y="94"/>
                </a:lnTo>
                <a:lnTo>
                  <a:pt x="393" y="93"/>
                </a:lnTo>
                <a:lnTo>
                  <a:pt x="394" y="93"/>
                </a:lnTo>
                <a:lnTo>
                  <a:pt x="394" y="94"/>
                </a:lnTo>
                <a:lnTo>
                  <a:pt x="394" y="95"/>
                </a:lnTo>
                <a:lnTo>
                  <a:pt x="395" y="95"/>
                </a:lnTo>
                <a:lnTo>
                  <a:pt x="396" y="96"/>
                </a:lnTo>
                <a:lnTo>
                  <a:pt x="396" y="95"/>
                </a:lnTo>
                <a:lnTo>
                  <a:pt x="397" y="95"/>
                </a:lnTo>
                <a:lnTo>
                  <a:pt x="398" y="95"/>
                </a:lnTo>
                <a:lnTo>
                  <a:pt x="398" y="94"/>
                </a:lnTo>
                <a:lnTo>
                  <a:pt x="399" y="94"/>
                </a:lnTo>
                <a:lnTo>
                  <a:pt x="400" y="94"/>
                </a:lnTo>
                <a:lnTo>
                  <a:pt x="400" y="93"/>
                </a:lnTo>
                <a:lnTo>
                  <a:pt x="401" y="93"/>
                </a:lnTo>
                <a:lnTo>
                  <a:pt x="402" y="93"/>
                </a:lnTo>
                <a:lnTo>
                  <a:pt x="403" y="93"/>
                </a:lnTo>
                <a:lnTo>
                  <a:pt x="403" y="92"/>
                </a:lnTo>
                <a:lnTo>
                  <a:pt x="404" y="92"/>
                </a:lnTo>
                <a:lnTo>
                  <a:pt x="405" y="91"/>
                </a:lnTo>
                <a:lnTo>
                  <a:pt x="406" y="91"/>
                </a:lnTo>
                <a:lnTo>
                  <a:pt x="406" y="90"/>
                </a:lnTo>
                <a:lnTo>
                  <a:pt x="407" y="90"/>
                </a:lnTo>
                <a:lnTo>
                  <a:pt x="407" y="91"/>
                </a:lnTo>
                <a:lnTo>
                  <a:pt x="407" y="92"/>
                </a:lnTo>
                <a:lnTo>
                  <a:pt x="408" y="92"/>
                </a:lnTo>
                <a:lnTo>
                  <a:pt x="408" y="91"/>
                </a:lnTo>
                <a:lnTo>
                  <a:pt x="409" y="90"/>
                </a:lnTo>
                <a:lnTo>
                  <a:pt x="410" y="90"/>
                </a:lnTo>
                <a:lnTo>
                  <a:pt x="410" y="91"/>
                </a:lnTo>
                <a:lnTo>
                  <a:pt x="411" y="91"/>
                </a:lnTo>
                <a:lnTo>
                  <a:pt x="412" y="91"/>
                </a:lnTo>
                <a:lnTo>
                  <a:pt x="413" y="91"/>
                </a:lnTo>
                <a:lnTo>
                  <a:pt x="413" y="92"/>
                </a:lnTo>
                <a:lnTo>
                  <a:pt x="414" y="92"/>
                </a:lnTo>
                <a:lnTo>
                  <a:pt x="414" y="91"/>
                </a:lnTo>
                <a:lnTo>
                  <a:pt x="415" y="90"/>
                </a:lnTo>
                <a:lnTo>
                  <a:pt x="415" y="91"/>
                </a:lnTo>
                <a:lnTo>
                  <a:pt x="415" y="92"/>
                </a:lnTo>
                <a:lnTo>
                  <a:pt x="415" y="93"/>
                </a:lnTo>
                <a:lnTo>
                  <a:pt x="416" y="93"/>
                </a:lnTo>
                <a:lnTo>
                  <a:pt x="417" y="93"/>
                </a:lnTo>
                <a:lnTo>
                  <a:pt x="417" y="92"/>
                </a:lnTo>
                <a:lnTo>
                  <a:pt x="418" y="91"/>
                </a:lnTo>
                <a:lnTo>
                  <a:pt x="418" y="90"/>
                </a:lnTo>
                <a:lnTo>
                  <a:pt x="417" y="90"/>
                </a:lnTo>
                <a:lnTo>
                  <a:pt x="418" y="89"/>
                </a:lnTo>
                <a:lnTo>
                  <a:pt x="418" y="88"/>
                </a:lnTo>
                <a:lnTo>
                  <a:pt x="419" y="88"/>
                </a:lnTo>
                <a:lnTo>
                  <a:pt x="420" y="88"/>
                </a:lnTo>
                <a:lnTo>
                  <a:pt x="420" y="87"/>
                </a:lnTo>
                <a:lnTo>
                  <a:pt x="421" y="87"/>
                </a:lnTo>
                <a:lnTo>
                  <a:pt x="422" y="88"/>
                </a:lnTo>
                <a:lnTo>
                  <a:pt x="423" y="88"/>
                </a:lnTo>
                <a:lnTo>
                  <a:pt x="423" y="89"/>
                </a:lnTo>
                <a:lnTo>
                  <a:pt x="424" y="90"/>
                </a:lnTo>
                <a:lnTo>
                  <a:pt x="425" y="90"/>
                </a:lnTo>
                <a:lnTo>
                  <a:pt x="426" y="90"/>
                </a:lnTo>
                <a:lnTo>
                  <a:pt x="428" y="90"/>
                </a:lnTo>
                <a:lnTo>
                  <a:pt x="428" y="91"/>
                </a:lnTo>
                <a:lnTo>
                  <a:pt x="428" y="92"/>
                </a:lnTo>
                <a:lnTo>
                  <a:pt x="429" y="92"/>
                </a:lnTo>
                <a:lnTo>
                  <a:pt x="431" y="92"/>
                </a:lnTo>
                <a:lnTo>
                  <a:pt x="432" y="92"/>
                </a:lnTo>
                <a:lnTo>
                  <a:pt x="432" y="91"/>
                </a:lnTo>
                <a:lnTo>
                  <a:pt x="432" y="90"/>
                </a:lnTo>
                <a:lnTo>
                  <a:pt x="433" y="90"/>
                </a:lnTo>
                <a:lnTo>
                  <a:pt x="432" y="89"/>
                </a:lnTo>
                <a:lnTo>
                  <a:pt x="432" y="88"/>
                </a:lnTo>
                <a:lnTo>
                  <a:pt x="433" y="88"/>
                </a:lnTo>
                <a:lnTo>
                  <a:pt x="434" y="88"/>
                </a:lnTo>
                <a:lnTo>
                  <a:pt x="434" y="87"/>
                </a:lnTo>
                <a:lnTo>
                  <a:pt x="434" y="88"/>
                </a:lnTo>
                <a:lnTo>
                  <a:pt x="435" y="88"/>
                </a:lnTo>
                <a:lnTo>
                  <a:pt x="435" y="87"/>
                </a:lnTo>
                <a:lnTo>
                  <a:pt x="436" y="86"/>
                </a:lnTo>
                <a:lnTo>
                  <a:pt x="437" y="86"/>
                </a:lnTo>
                <a:lnTo>
                  <a:pt x="437" y="87"/>
                </a:lnTo>
                <a:lnTo>
                  <a:pt x="438" y="87"/>
                </a:lnTo>
                <a:lnTo>
                  <a:pt x="439" y="87"/>
                </a:lnTo>
                <a:lnTo>
                  <a:pt x="439" y="88"/>
                </a:lnTo>
                <a:lnTo>
                  <a:pt x="439" y="89"/>
                </a:lnTo>
                <a:lnTo>
                  <a:pt x="440" y="89"/>
                </a:lnTo>
                <a:lnTo>
                  <a:pt x="441" y="90"/>
                </a:lnTo>
                <a:lnTo>
                  <a:pt x="442" y="91"/>
                </a:lnTo>
                <a:lnTo>
                  <a:pt x="443" y="91"/>
                </a:lnTo>
                <a:lnTo>
                  <a:pt x="443" y="92"/>
                </a:lnTo>
                <a:lnTo>
                  <a:pt x="444" y="92"/>
                </a:lnTo>
                <a:lnTo>
                  <a:pt x="445" y="93"/>
                </a:lnTo>
                <a:lnTo>
                  <a:pt x="444" y="93"/>
                </a:lnTo>
                <a:lnTo>
                  <a:pt x="444" y="94"/>
                </a:lnTo>
                <a:lnTo>
                  <a:pt x="445" y="94"/>
                </a:lnTo>
                <a:lnTo>
                  <a:pt x="446" y="95"/>
                </a:lnTo>
                <a:lnTo>
                  <a:pt x="447" y="95"/>
                </a:lnTo>
                <a:lnTo>
                  <a:pt x="448" y="95"/>
                </a:lnTo>
                <a:lnTo>
                  <a:pt x="448" y="96"/>
                </a:lnTo>
                <a:lnTo>
                  <a:pt x="447" y="97"/>
                </a:lnTo>
                <a:lnTo>
                  <a:pt x="447" y="98"/>
                </a:lnTo>
                <a:lnTo>
                  <a:pt x="448" y="98"/>
                </a:lnTo>
                <a:lnTo>
                  <a:pt x="449" y="99"/>
                </a:lnTo>
                <a:lnTo>
                  <a:pt x="449" y="100"/>
                </a:lnTo>
                <a:lnTo>
                  <a:pt x="450" y="100"/>
                </a:lnTo>
                <a:lnTo>
                  <a:pt x="450" y="101"/>
                </a:lnTo>
                <a:lnTo>
                  <a:pt x="451" y="100"/>
                </a:lnTo>
                <a:lnTo>
                  <a:pt x="452" y="100"/>
                </a:lnTo>
                <a:lnTo>
                  <a:pt x="453" y="101"/>
                </a:lnTo>
                <a:lnTo>
                  <a:pt x="454" y="101"/>
                </a:lnTo>
                <a:lnTo>
                  <a:pt x="454" y="102"/>
                </a:lnTo>
                <a:lnTo>
                  <a:pt x="455" y="102"/>
                </a:lnTo>
                <a:lnTo>
                  <a:pt x="455" y="103"/>
                </a:lnTo>
                <a:lnTo>
                  <a:pt x="456" y="103"/>
                </a:lnTo>
                <a:lnTo>
                  <a:pt x="457" y="103"/>
                </a:lnTo>
                <a:lnTo>
                  <a:pt x="458" y="102"/>
                </a:lnTo>
                <a:lnTo>
                  <a:pt x="459" y="101"/>
                </a:lnTo>
                <a:lnTo>
                  <a:pt x="460" y="101"/>
                </a:lnTo>
                <a:lnTo>
                  <a:pt x="460" y="100"/>
                </a:lnTo>
                <a:lnTo>
                  <a:pt x="461" y="100"/>
                </a:lnTo>
                <a:lnTo>
                  <a:pt x="462" y="100"/>
                </a:lnTo>
                <a:lnTo>
                  <a:pt x="462" y="99"/>
                </a:lnTo>
                <a:lnTo>
                  <a:pt x="463" y="99"/>
                </a:lnTo>
                <a:lnTo>
                  <a:pt x="464" y="98"/>
                </a:lnTo>
                <a:lnTo>
                  <a:pt x="465" y="98"/>
                </a:lnTo>
                <a:lnTo>
                  <a:pt x="465" y="97"/>
                </a:lnTo>
                <a:lnTo>
                  <a:pt x="466" y="97"/>
                </a:lnTo>
                <a:lnTo>
                  <a:pt x="467" y="97"/>
                </a:lnTo>
                <a:lnTo>
                  <a:pt x="468" y="97"/>
                </a:lnTo>
                <a:lnTo>
                  <a:pt x="468" y="98"/>
                </a:lnTo>
                <a:lnTo>
                  <a:pt x="467" y="98"/>
                </a:lnTo>
                <a:lnTo>
                  <a:pt x="467" y="99"/>
                </a:lnTo>
                <a:lnTo>
                  <a:pt x="468" y="99"/>
                </a:lnTo>
                <a:lnTo>
                  <a:pt x="469" y="100"/>
                </a:lnTo>
                <a:lnTo>
                  <a:pt x="470" y="100"/>
                </a:lnTo>
                <a:lnTo>
                  <a:pt x="469" y="100"/>
                </a:lnTo>
                <a:lnTo>
                  <a:pt x="469" y="99"/>
                </a:lnTo>
                <a:lnTo>
                  <a:pt x="468" y="98"/>
                </a:lnTo>
                <a:lnTo>
                  <a:pt x="468" y="97"/>
                </a:lnTo>
                <a:lnTo>
                  <a:pt x="469" y="96"/>
                </a:lnTo>
                <a:lnTo>
                  <a:pt x="470" y="96"/>
                </a:lnTo>
                <a:lnTo>
                  <a:pt x="471" y="95"/>
                </a:lnTo>
                <a:lnTo>
                  <a:pt x="473" y="95"/>
                </a:lnTo>
                <a:lnTo>
                  <a:pt x="473" y="94"/>
                </a:lnTo>
                <a:lnTo>
                  <a:pt x="472" y="94"/>
                </a:lnTo>
                <a:lnTo>
                  <a:pt x="471" y="94"/>
                </a:lnTo>
                <a:lnTo>
                  <a:pt x="471" y="93"/>
                </a:lnTo>
                <a:lnTo>
                  <a:pt x="472" y="93"/>
                </a:lnTo>
                <a:lnTo>
                  <a:pt x="473" y="93"/>
                </a:lnTo>
                <a:lnTo>
                  <a:pt x="473" y="94"/>
                </a:lnTo>
                <a:lnTo>
                  <a:pt x="474" y="94"/>
                </a:lnTo>
                <a:lnTo>
                  <a:pt x="474" y="93"/>
                </a:lnTo>
                <a:lnTo>
                  <a:pt x="474" y="92"/>
                </a:lnTo>
                <a:lnTo>
                  <a:pt x="475" y="91"/>
                </a:lnTo>
                <a:lnTo>
                  <a:pt x="476" y="91"/>
                </a:lnTo>
                <a:lnTo>
                  <a:pt x="476" y="90"/>
                </a:lnTo>
                <a:lnTo>
                  <a:pt x="476" y="89"/>
                </a:lnTo>
                <a:lnTo>
                  <a:pt x="477" y="88"/>
                </a:lnTo>
                <a:lnTo>
                  <a:pt x="478" y="89"/>
                </a:lnTo>
                <a:lnTo>
                  <a:pt x="478" y="88"/>
                </a:lnTo>
                <a:lnTo>
                  <a:pt x="478" y="87"/>
                </a:lnTo>
                <a:lnTo>
                  <a:pt x="478" y="88"/>
                </a:lnTo>
                <a:lnTo>
                  <a:pt x="479" y="88"/>
                </a:lnTo>
                <a:lnTo>
                  <a:pt x="480" y="88"/>
                </a:lnTo>
                <a:lnTo>
                  <a:pt x="481" y="88"/>
                </a:lnTo>
                <a:lnTo>
                  <a:pt x="482" y="88"/>
                </a:lnTo>
                <a:lnTo>
                  <a:pt x="482" y="89"/>
                </a:lnTo>
                <a:lnTo>
                  <a:pt x="482" y="88"/>
                </a:lnTo>
                <a:lnTo>
                  <a:pt x="483" y="88"/>
                </a:lnTo>
                <a:lnTo>
                  <a:pt x="484" y="89"/>
                </a:lnTo>
                <a:lnTo>
                  <a:pt x="485" y="90"/>
                </a:lnTo>
                <a:lnTo>
                  <a:pt x="484" y="90"/>
                </a:lnTo>
                <a:lnTo>
                  <a:pt x="485" y="90"/>
                </a:lnTo>
                <a:lnTo>
                  <a:pt x="486" y="91"/>
                </a:lnTo>
                <a:lnTo>
                  <a:pt x="486" y="92"/>
                </a:lnTo>
                <a:lnTo>
                  <a:pt x="485" y="92"/>
                </a:lnTo>
                <a:lnTo>
                  <a:pt x="485" y="93"/>
                </a:lnTo>
                <a:lnTo>
                  <a:pt x="485" y="94"/>
                </a:lnTo>
                <a:lnTo>
                  <a:pt x="486" y="94"/>
                </a:lnTo>
                <a:lnTo>
                  <a:pt x="487" y="94"/>
                </a:lnTo>
                <a:lnTo>
                  <a:pt x="487" y="93"/>
                </a:lnTo>
                <a:lnTo>
                  <a:pt x="488" y="94"/>
                </a:lnTo>
                <a:lnTo>
                  <a:pt x="487" y="94"/>
                </a:lnTo>
                <a:lnTo>
                  <a:pt x="487" y="95"/>
                </a:lnTo>
                <a:lnTo>
                  <a:pt x="486" y="95"/>
                </a:lnTo>
                <a:lnTo>
                  <a:pt x="486" y="96"/>
                </a:lnTo>
                <a:lnTo>
                  <a:pt x="486" y="97"/>
                </a:lnTo>
                <a:lnTo>
                  <a:pt x="486" y="98"/>
                </a:lnTo>
                <a:lnTo>
                  <a:pt x="487" y="98"/>
                </a:lnTo>
                <a:lnTo>
                  <a:pt x="487" y="99"/>
                </a:lnTo>
                <a:lnTo>
                  <a:pt x="488" y="99"/>
                </a:lnTo>
                <a:lnTo>
                  <a:pt x="488" y="100"/>
                </a:lnTo>
                <a:lnTo>
                  <a:pt x="487" y="100"/>
                </a:lnTo>
                <a:lnTo>
                  <a:pt x="486" y="101"/>
                </a:lnTo>
                <a:lnTo>
                  <a:pt x="485" y="101"/>
                </a:lnTo>
                <a:lnTo>
                  <a:pt x="485" y="102"/>
                </a:lnTo>
                <a:lnTo>
                  <a:pt x="486" y="103"/>
                </a:lnTo>
                <a:lnTo>
                  <a:pt x="486" y="104"/>
                </a:lnTo>
                <a:lnTo>
                  <a:pt x="485" y="104"/>
                </a:lnTo>
                <a:lnTo>
                  <a:pt x="485" y="106"/>
                </a:lnTo>
                <a:lnTo>
                  <a:pt x="486" y="107"/>
                </a:lnTo>
                <a:lnTo>
                  <a:pt x="486" y="108"/>
                </a:lnTo>
                <a:lnTo>
                  <a:pt x="486" y="109"/>
                </a:lnTo>
                <a:lnTo>
                  <a:pt x="487" y="110"/>
                </a:lnTo>
                <a:lnTo>
                  <a:pt x="487" y="109"/>
                </a:lnTo>
                <a:lnTo>
                  <a:pt x="488" y="109"/>
                </a:lnTo>
                <a:lnTo>
                  <a:pt x="488" y="110"/>
                </a:lnTo>
                <a:lnTo>
                  <a:pt x="488" y="111"/>
                </a:lnTo>
                <a:lnTo>
                  <a:pt x="489" y="111"/>
                </a:lnTo>
                <a:lnTo>
                  <a:pt x="489" y="112"/>
                </a:lnTo>
                <a:lnTo>
                  <a:pt x="488" y="112"/>
                </a:lnTo>
                <a:lnTo>
                  <a:pt x="487" y="113"/>
                </a:lnTo>
                <a:lnTo>
                  <a:pt x="487" y="114"/>
                </a:lnTo>
                <a:lnTo>
                  <a:pt x="487" y="115"/>
                </a:lnTo>
                <a:lnTo>
                  <a:pt x="487" y="117"/>
                </a:lnTo>
                <a:lnTo>
                  <a:pt x="487" y="118"/>
                </a:lnTo>
                <a:lnTo>
                  <a:pt x="486" y="118"/>
                </a:lnTo>
                <a:lnTo>
                  <a:pt x="485" y="119"/>
                </a:lnTo>
                <a:lnTo>
                  <a:pt x="484" y="118"/>
                </a:lnTo>
                <a:lnTo>
                  <a:pt x="483" y="118"/>
                </a:lnTo>
                <a:lnTo>
                  <a:pt x="483" y="120"/>
                </a:lnTo>
                <a:lnTo>
                  <a:pt x="484" y="121"/>
                </a:lnTo>
                <a:lnTo>
                  <a:pt x="483" y="122"/>
                </a:lnTo>
                <a:lnTo>
                  <a:pt x="484" y="122"/>
                </a:lnTo>
                <a:lnTo>
                  <a:pt x="484" y="123"/>
                </a:lnTo>
                <a:lnTo>
                  <a:pt x="485" y="123"/>
                </a:lnTo>
                <a:lnTo>
                  <a:pt x="485" y="124"/>
                </a:lnTo>
                <a:lnTo>
                  <a:pt x="487" y="125"/>
                </a:lnTo>
                <a:lnTo>
                  <a:pt x="488" y="126"/>
                </a:lnTo>
                <a:lnTo>
                  <a:pt x="488" y="125"/>
                </a:lnTo>
                <a:lnTo>
                  <a:pt x="488" y="126"/>
                </a:lnTo>
                <a:lnTo>
                  <a:pt x="489" y="126"/>
                </a:lnTo>
                <a:lnTo>
                  <a:pt x="489" y="127"/>
                </a:lnTo>
                <a:lnTo>
                  <a:pt x="489" y="128"/>
                </a:lnTo>
                <a:lnTo>
                  <a:pt x="488" y="129"/>
                </a:lnTo>
                <a:lnTo>
                  <a:pt x="487" y="129"/>
                </a:lnTo>
                <a:lnTo>
                  <a:pt x="487" y="130"/>
                </a:lnTo>
                <a:lnTo>
                  <a:pt x="486" y="130"/>
                </a:lnTo>
                <a:lnTo>
                  <a:pt x="486" y="131"/>
                </a:lnTo>
                <a:lnTo>
                  <a:pt x="487" y="132"/>
                </a:lnTo>
                <a:lnTo>
                  <a:pt x="487" y="133"/>
                </a:lnTo>
                <a:lnTo>
                  <a:pt x="488" y="133"/>
                </a:lnTo>
                <a:lnTo>
                  <a:pt x="489" y="133"/>
                </a:lnTo>
                <a:lnTo>
                  <a:pt x="490" y="133"/>
                </a:lnTo>
                <a:lnTo>
                  <a:pt x="491" y="134"/>
                </a:lnTo>
                <a:lnTo>
                  <a:pt x="491" y="135"/>
                </a:lnTo>
                <a:lnTo>
                  <a:pt x="491" y="136"/>
                </a:lnTo>
                <a:lnTo>
                  <a:pt x="491" y="138"/>
                </a:lnTo>
                <a:lnTo>
                  <a:pt x="492" y="139"/>
                </a:lnTo>
                <a:lnTo>
                  <a:pt x="493" y="139"/>
                </a:lnTo>
                <a:lnTo>
                  <a:pt x="494" y="140"/>
                </a:lnTo>
                <a:lnTo>
                  <a:pt x="493" y="141"/>
                </a:lnTo>
                <a:lnTo>
                  <a:pt x="493" y="142"/>
                </a:lnTo>
                <a:lnTo>
                  <a:pt x="493" y="143"/>
                </a:lnTo>
                <a:lnTo>
                  <a:pt x="493" y="144"/>
                </a:lnTo>
                <a:lnTo>
                  <a:pt x="494" y="144"/>
                </a:lnTo>
                <a:lnTo>
                  <a:pt x="493" y="145"/>
                </a:lnTo>
                <a:lnTo>
                  <a:pt x="494" y="146"/>
                </a:lnTo>
                <a:lnTo>
                  <a:pt x="495" y="147"/>
                </a:lnTo>
                <a:lnTo>
                  <a:pt x="496" y="147"/>
                </a:lnTo>
                <a:lnTo>
                  <a:pt x="496" y="146"/>
                </a:lnTo>
                <a:lnTo>
                  <a:pt x="496" y="147"/>
                </a:lnTo>
                <a:lnTo>
                  <a:pt x="497" y="147"/>
                </a:lnTo>
                <a:lnTo>
                  <a:pt x="498" y="146"/>
                </a:lnTo>
                <a:lnTo>
                  <a:pt x="499" y="146"/>
                </a:lnTo>
                <a:lnTo>
                  <a:pt x="499" y="145"/>
                </a:lnTo>
                <a:lnTo>
                  <a:pt x="500" y="144"/>
                </a:lnTo>
                <a:lnTo>
                  <a:pt x="501" y="143"/>
                </a:lnTo>
                <a:lnTo>
                  <a:pt x="502" y="143"/>
                </a:lnTo>
                <a:lnTo>
                  <a:pt x="502" y="144"/>
                </a:lnTo>
                <a:lnTo>
                  <a:pt x="503" y="145"/>
                </a:lnTo>
                <a:lnTo>
                  <a:pt x="504" y="145"/>
                </a:lnTo>
                <a:lnTo>
                  <a:pt x="504" y="147"/>
                </a:lnTo>
                <a:lnTo>
                  <a:pt x="504" y="148"/>
                </a:lnTo>
                <a:lnTo>
                  <a:pt x="503" y="149"/>
                </a:lnTo>
                <a:lnTo>
                  <a:pt x="504" y="149"/>
                </a:lnTo>
                <a:lnTo>
                  <a:pt x="504" y="150"/>
                </a:lnTo>
                <a:lnTo>
                  <a:pt x="504" y="151"/>
                </a:lnTo>
                <a:lnTo>
                  <a:pt x="504" y="152"/>
                </a:lnTo>
                <a:lnTo>
                  <a:pt x="505" y="152"/>
                </a:lnTo>
                <a:lnTo>
                  <a:pt x="505" y="153"/>
                </a:lnTo>
                <a:lnTo>
                  <a:pt x="505" y="154"/>
                </a:lnTo>
                <a:lnTo>
                  <a:pt x="506" y="154"/>
                </a:lnTo>
                <a:lnTo>
                  <a:pt x="506" y="155"/>
                </a:lnTo>
                <a:lnTo>
                  <a:pt x="506" y="156"/>
                </a:lnTo>
                <a:lnTo>
                  <a:pt x="507" y="156"/>
                </a:lnTo>
                <a:lnTo>
                  <a:pt x="509" y="155"/>
                </a:lnTo>
                <a:lnTo>
                  <a:pt x="509" y="154"/>
                </a:lnTo>
                <a:lnTo>
                  <a:pt x="510" y="154"/>
                </a:lnTo>
                <a:lnTo>
                  <a:pt x="511" y="154"/>
                </a:lnTo>
                <a:lnTo>
                  <a:pt x="512" y="154"/>
                </a:lnTo>
                <a:lnTo>
                  <a:pt x="513" y="154"/>
                </a:lnTo>
                <a:lnTo>
                  <a:pt x="514" y="154"/>
                </a:lnTo>
                <a:lnTo>
                  <a:pt x="514" y="153"/>
                </a:lnTo>
                <a:lnTo>
                  <a:pt x="515" y="153"/>
                </a:lnTo>
                <a:lnTo>
                  <a:pt x="516" y="153"/>
                </a:lnTo>
                <a:lnTo>
                  <a:pt x="517" y="152"/>
                </a:lnTo>
                <a:lnTo>
                  <a:pt x="517" y="151"/>
                </a:lnTo>
                <a:lnTo>
                  <a:pt x="518" y="151"/>
                </a:lnTo>
                <a:lnTo>
                  <a:pt x="519" y="151"/>
                </a:lnTo>
                <a:lnTo>
                  <a:pt x="519" y="150"/>
                </a:lnTo>
                <a:lnTo>
                  <a:pt x="519" y="149"/>
                </a:lnTo>
                <a:lnTo>
                  <a:pt x="520" y="148"/>
                </a:lnTo>
                <a:lnTo>
                  <a:pt x="520" y="147"/>
                </a:lnTo>
                <a:lnTo>
                  <a:pt x="521" y="147"/>
                </a:lnTo>
                <a:lnTo>
                  <a:pt x="522" y="147"/>
                </a:lnTo>
                <a:lnTo>
                  <a:pt x="523" y="147"/>
                </a:lnTo>
                <a:lnTo>
                  <a:pt x="523" y="146"/>
                </a:lnTo>
                <a:lnTo>
                  <a:pt x="525" y="146"/>
                </a:lnTo>
                <a:lnTo>
                  <a:pt x="526" y="146"/>
                </a:lnTo>
                <a:lnTo>
                  <a:pt x="526" y="147"/>
                </a:lnTo>
                <a:lnTo>
                  <a:pt x="527" y="147"/>
                </a:lnTo>
                <a:lnTo>
                  <a:pt x="528" y="148"/>
                </a:lnTo>
                <a:lnTo>
                  <a:pt x="529" y="148"/>
                </a:lnTo>
                <a:lnTo>
                  <a:pt x="529" y="147"/>
                </a:lnTo>
                <a:lnTo>
                  <a:pt x="530" y="147"/>
                </a:lnTo>
                <a:lnTo>
                  <a:pt x="529" y="148"/>
                </a:lnTo>
                <a:lnTo>
                  <a:pt x="530" y="149"/>
                </a:lnTo>
                <a:lnTo>
                  <a:pt x="530" y="150"/>
                </a:lnTo>
                <a:lnTo>
                  <a:pt x="531" y="150"/>
                </a:lnTo>
                <a:lnTo>
                  <a:pt x="531" y="151"/>
                </a:lnTo>
                <a:lnTo>
                  <a:pt x="532" y="151"/>
                </a:lnTo>
                <a:lnTo>
                  <a:pt x="532" y="152"/>
                </a:lnTo>
                <a:lnTo>
                  <a:pt x="533" y="153"/>
                </a:lnTo>
                <a:lnTo>
                  <a:pt x="533" y="154"/>
                </a:lnTo>
                <a:lnTo>
                  <a:pt x="534" y="155"/>
                </a:lnTo>
                <a:lnTo>
                  <a:pt x="535" y="156"/>
                </a:lnTo>
                <a:lnTo>
                  <a:pt x="536" y="156"/>
                </a:lnTo>
                <a:lnTo>
                  <a:pt x="537" y="156"/>
                </a:lnTo>
                <a:lnTo>
                  <a:pt x="538" y="156"/>
                </a:lnTo>
                <a:lnTo>
                  <a:pt x="539" y="156"/>
                </a:lnTo>
                <a:lnTo>
                  <a:pt x="540" y="156"/>
                </a:lnTo>
                <a:lnTo>
                  <a:pt x="541" y="156"/>
                </a:lnTo>
                <a:lnTo>
                  <a:pt x="542" y="156"/>
                </a:lnTo>
                <a:lnTo>
                  <a:pt x="542" y="157"/>
                </a:lnTo>
                <a:lnTo>
                  <a:pt x="543" y="157"/>
                </a:lnTo>
                <a:lnTo>
                  <a:pt x="544" y="157"/>
                </a:lnTo>
                <a:lnTo>
                  <a:pt x="544" y="156"/>
                </a:lnTo>
                <a:lnTo>
                  <a:pt x="545" y="156"/>
                </a:lnTo>
                <a:lnTo>
                  <a:pt x="546" y="157"/>
                </a:lnTo>
                <a:lnTo>
                  <a:pt x="546" y="158"/>
                </a:lnTo>
                <a:lnTo>
                  <a:pt x="547" y="158"/>
                </a:lnTo>
                <a:lnTo>
                  <a:pt x="548" y="158"/>
                </a:lnTo>
                <a:lnTo>
                  <a:pt x="549" y="159"/>
                </a:lnTo>
                <a:lnTo>
                  <a:pt x="549" y="158"/>
                </a:lnTo>
                <a:lnTo>
                  <a:pt x="549" y="157"/>
                </a:lnTo>
                <a:lnTo>
                  <a:pt x="549" y="158"/>
                </a:lnTo>
                <a:lnTo>
                  <a:pt x="550" y="158"/>
                </a:lnTo>
                <a:lnTo>
                  <a:pt x="550" y="157"/>
                </a:lnTo>
                <a:lnTo>
                  <a:pt x="551" y="157"/>
                </a:lnTo>
                <a:lnTo>
                  <a:pt x="552" y="157"/>
                </a:lnTo>
                <a:lnTo>
                  <a:pt x="553" y="157"/>
                </a:lnTo>
                <a:lnTo>
                  <a:pt x="553" y="158"/>
                </a:lnTo>
                <a:lnTo>
                  <a:pt x="554" y="157"/>
                </a:lnTo>
                <a:lnTo>
                  <a:pt x="554" y="156"/>
                </a:lnTo>
                <a:lnTo>
                  <a:pt x="553" y="156"/>
                </a:lnTo>
                <a:lnTo>
                  <a:pt x="553" y="157"/>
                </a:lnTo>
                <a:lnTo>
                  <a:pt x="553" y="156"/>
                </a:lnTo>
                <a:lnTo>
                  <a:pt x="554" y="156"/>
                </a:lnTo>
                <a:lnTo>
                  <a:pt x="554" y="155"/>
                </a:lnTo>
                <a:lnTo>
                  <a:pt x="554" y="154"/>
                </a:lnTo>
                <a:lnTo>
                  <a:pt x="555" y="154"/>
                </a:lnTo>
                <a:lnTo>
                  <a:pt x="555" y="155"/>
                </a:lnTo>
                <a:lnTo>
                  <a:pt x="555" y="156"/>
                </a:lnTo>
                <a:lnTo>
                  <a:pt x="556" y="156"/>
                </a:lnTo>
                <a:lnTo>
                  <a:pt x="556" y="157"/>
                </a:lnTo>
                <a:lnTo>
                  <a:pt x="557" y="157"/>
                </a:lnTo>
                <a:lnTo>
                  <a:pt x="557" y="156"/>
                </a:lnTo>
                <a:lnTo>
                  <a:pt x="558" y="156"/>
                </a:lnTo>
                <a:lnTo>
                  <a:pt x="558" y="155"/>
                </a:lnTo>
                <a:lnTo>
                  <a:pt x="558" y="154"/>
                </a:lnTo>
                <a:lnTo>
                  <a:pt x="559" y="155"/>
                </a:lnTo>
                <a:lnTo>
                  <a:pt x="560" y="155"/>
                </a:lnTo>
                <a:lnTo>
                  <a:pt x="561" y="155"/>
                </a:lnTo>
                <a:lnTo>
                  <a:pt x="561" y="156"/>
                </a:lnTo>
                <a:lnTo>
                  <a:pt x="561" y="157"/>
                </a:lnTo>
                <a:lnTo>
                  <a:pt x="561" y="158"/>
                </a:lnTo>
                <a:lnTo>
                  <a:pt x="561" y="159"/>
                </a:lnTo>
                <a:lnTo>
                  <a:pt x="561" y="160"/>
                </a:lnTo>
                <a:lnTo>
                  <a:pt x="560" y="160"/>
                </a:lnTo>
                <a:lnTo>
                  <a:pt x="561" y="161"/>
                </a:lnTo>
                <a:lnTo>
                  <a:pt x="561" y="162"/>
                </a:lnTo>
                <a:lnTo>
                  <a:pt x="560" y="162"/>
                </a:lnTo>
                <a:lnTo>
                  <a:pt x="560" y="164"/>
                </a:lnTo>
                <a:lnTo>
                  <a:pt x="560" y="165"/>
                </a:lnTo>
                <a:lnTo>
                  <a:pt x="560" y="166"/>
                </a:lnTo>
                <a:lnTo>
                  <a:pt x="559" y="166"/>
                </a:lnTo>
                <a:lnTo>
                  <a:pt x="558" y="166"/>
                </a:lnTo>
                <a:lnTo>
                  <a:pt x="558" y="167"/>
                </a:lnTo>
                <a:lnTo>
                  <a:pt x="558" y="168"/>
                </a:lnTo>
                <a:lnTo>
                  <a:pt x="558" y="169"/>
                </a:lnTo>
                <a:lnTo>
                  <a:pt x="558" y="170"/>
                </a:lnTo>
                <a:lnTo>
                  <a:pt x="558" y="171"/>
                </a:lnTo>
                <a:lnTo>
                  <a:pt x="558" y="172"/>
                </a:lnTo>
                <a:lnTo>
                  <a:pt x="558" y="173"/>
                </a:lnTo>
                <a:lnTo>
                  <a:pt x="558" y="174"/>
                </a:lnTo>
                <a:lnTo>
                  <a:pt x="559" y="174"/>
                </a:lnTo>
                <a:lnTo>
                  <a:pt x="558" y="174"/>
                </a:lnTo>
                <a:lnTo>
                  <a:pt x="559" y="175"/>
                </a:lnTo>
                <a:lnTo>
                  <a:pt x="559" y="176"/>
                </a:lnTo>
                <a:lnTo>
                  <a:pt x="560" y="176"/>
                </a:lnTo>
                <a:lnTo>
                  <a:pt x="561" y="175"/>
                </a:lnTo>
                <a:lnTo>
                  <a:pt x="561" y="176"/>
                </a:lnTo>
                <a:lnTo>
                  <a:pt x="561" y="175"/>
                </a:lnTo>
                <a:lnTo>
                  <a:pt x="562" y="174"/>
                </a:lnTo>
                <a:lnTo>
                  <a:pt x="563" y="174"/>
                </a:lnTo>
                <a:lnTo>
                  <a:pt x="564" y="173"/>
                </a:lnTo>
                <a:lnTo>
                  <a:pt x="565" y="173"/>
                </a:lnTo>
                <a:lnTo>
                  <a:pt x="566" y="173"/>
                </a:lnTo>
                <a:lnTo>
                  <a:pt x="566" y="174"/>
                </a:lnTo>
                <a:lnTo>
                  <a:pt x="567" y="174"/>
                </a:lnTo>
                <a:lnTo>
                  <a:pt x="567" y="175"/>
                </a:lnTo>
                <a:lnTo>
                  <a:pt x="568" y="175"/>
                </a:lnTo>
                <a:lnTo>
                  <a:pt x="568" y="176"/>
                </a:lnTo>
                <a:lnTo>
                  <a:pt x="568" y="177"/>
                </a:lnTo>
                <a:lnTo>
                  <a:pt x="569" y="177"/>
                </a:lnTo>
                <a:lnTo>
                  <a:pt x="571" y="177"/>
                </a:lnTo>
                <a:lnTo>
                  <a:pt x="571" y="178"/>
                </a:lnTo>
                <a:lnTo>
                  <a:pt x="571" y="179"/>
                </a:lnTo>
                <a:lnTo>
                  <a:pt x="572" y="179"/>
                </a:lnTo>
                <a:lnTo>
                  <a:pt x="573" y="179"/>
                </a:lnTo>
                <a:lnTo>
                  <a:pt x="573" y="180"/>
                </a:lnTo>
                <a:lnTo>
                  <a:pt x="574" y="180"/>
                </a:lnTo>
                <a:lnTo>
                  <a:pt x="574" y="179"/>
                </a:lnTo>
                <a:lnTo>
                  <a:pt x="575" y="179"/>
                </a:lnTo>
                <a:lnTo>
                  <a:pt x="576" y="180"/>
                </a:lnTo>
                <a:lnTo>
                  <a:pt x="576" y="179"/>
                </a:lnTo>
                <a:lnTo>
                  <a:pt x="577" y="179"/>
                </a:lnTo>
                <a:lnTo>
                  <a:pt x="577" y="180"/>
                </a:lnTo>
                <a:lnTo>
                  <a:pt x="578" y="180"/>
                </a:lnTo>
                <a:lnTo>
                  <a:pt x="579" y="180"/>
                </a:lnTo>
                <a:lnTo>
                  <a:pt x="579" y="179"/>
                </a:lnTo>
                <a:lnTo>
                  <a:pt x="579" y="180"/>
                </a:lnTo>
                <a:lnTo>
                  <a:pt x="578" y="180"/>
                </a:lnTo>
                <a:lnTo>
                  <a:pt x="578" y="179"/>
                </a:lnTo>
                <a:lnTo>
                  <a:pt x="579" y="179"/>
                </a:lnTo>
                <a:lnTo>
                  <a:pt x="579" y="180"/>
                </a:lnTo>
                <a:lnTo>
                  <a:pt x="578" y="180"/>
                </a:lnTo>
                <a:lnTo>
                  <a:pt x="578" y="181"/>
                </a:lnTo>
                <a:lnTo>
                  <a:pt x="578" y="182"/>
                </a:lnTo>
                <a:lnTo>
                  <a:pt x="579" y="182"/>
                </a:lnTo>
                <a:lnTo>
                  <a:pt x="579" y="183"/>
                </a:lnTo>
                <a:lnTo>
                  <a:pt x="579" y="184"/>
                </a:lnTo>
                <a:lnTo>
                  <a:pt x="580" y="184"/>
                </a:lnTo>
                <a:lnTo>
                  <a:pt x="581" y="184"/>
                </a:lnTo>
                <a:lnTo>
                  <a:pt x="582" y="184"/>
                </a:lnTo>
                <a:lnTo>
                  <a:pt x="582" y="185"/>
                </a:lnTo>
                <a:lnTo>
                  <a:pt x="583" y="185"/>
                </a:lnTo>
                <a:lnTo>
                  <a:pt x="583" y="186"/>
                </a:lnTo>
                <a:lnTo>
                  <a:pt x="584" y="186"/>
                </a:lnTo>
                <a:lnTo>
                  <a:pt x="585" y="185"/>
                </a:lnTo>
                <a:lnTo>
                  <a:pt x="585" y="184"/>
                </a:lnTo>
                <a:lnTo>
                  <a:pt x="586" y="184"/>
                </a:lnTo>
                <a:lnTo>
                  <a:pt x="587" y="184"/>
                </a:lnTo>
                <a:lnTo>
                  <a:pt x="587" y="185"/>
                </a:lnTo>
                <a:lnTo>
                  <a:pt x="588" y="185"/>
                </a:lnTo>
                <a:lnTo>
                  <a:pt x="589" y="185"/>
                </a:lnTo>
                <a:lnTo>
                  <a:pt x="589" y="184"/>
                </a:lnTo>
                <a:lnTo>
                  <a:pt x="590" y="184"/>
                </a:lnTo>
                <a:lnTo>
                  <a:pt x="591" y="184"/>
                </a:lnTo>
                <a:lnTo>
                  <a:pt x="592" y="184"/>
                </a:lnTo>
                <a:lnTo>
                  <a:pt x="593" y="185"/>
                </a:lnTo>
                <a:lnTo>
                  <a:pt x="593" y="184"/>
                </a:lnTo>
                <a:lnTo>
                  <a:pt x="594" y="184"/>
                </a:lnTo>
                <a:lnTo>
                  <a:pt x="594" y="183"/>
                </a:lnTo>
                <a:lnTo>
                  <a:pt x="595" y="183"/>
                </a:lnTo>
                <a:lnTo>
                  <a:pt x="595" y="182"/>
                </a:lnTo>
                <a:lnTo>
                  <a:pt x="596" y="182"/>
                </a:lnTo>
                <a:lnTo>
                  <a:pt x="597" y="183"/>
                </a:lnTo>
                <a:lnTo>
                  <a:pt x="596" y="183"/>
                </a:lnTo>
                <a:lnTo>
                  <a:pt x="597" y="184"/>
                </a:lnTo>
                <a:lnTo>
                  <a:pt x="598" y="184"/>
                </a:lnTo>
                <a:lnTo>
                  <a:pt x="598" y="185"/>
                </a:lnTo>
                <a:lnTo>
                  <a:pt x="598" y="184"/>
                </a:lnTo>
                <a:lnTo>
                  <a:pt x="599" y="184"/>
                </a:lnTo>
                <a:lnTo>
                  <a:pt x="599" y="183"/>
                </a:lnTo>
                <a:lnTo>
                  <a:pt x="599" y="182"/>
                </a:lnTo>
                <a:lnTo>
                  <a:pt x="599" y="181"/>
                </a:lnTo>
                <a:lnTo>
                  <a:pt x="600" y="181"/>
                </a:lnTo>
                <a:lnTo>
                  <a:pt x="600" y="180"/>
                </a:lnTo>
                <a:lnTo>
                  <a:pt x="600" y="179"/>
                </a:lnTo>
                <a:lnTo>
                  <a:pt x="601" y="179"/>
                </a:lnTo>
                <a:lnTo>
                  <a:pt x="601" y="180"/>
                </a:lnTo>
                <a:lnTo>
                  <a:pt x="602" y="180"/>
                </a:lnTo>
                <a:lnTo>
                  <a:pt x="603" y="180"/>
                </a:lnTo>
                <a:lnTo>
                  <a:pt x="604" y="181"/>
                </a:lnTo>
                <a:lnTo>
                  <a:pt x="606" y="181"/>
                </a:lnTo>
                <a:lnTo>
                  <a:pt x="607" y="181"/>
                </a:lnTo>
                <a:lnTo>
                  <a:pt x="607" y="180"/>
                </a:lnTo>
                <a:lnTo>
                  <a:pt x="608" y="179"/>
                </a:lnTo>
                <a:lnTo>
                  <a:pt x="609" y="179"/>
                </a:lnTo>
                <a:lnTo>
                  <a:pt x="609" y="178"/>
                </a:lnTo>
                <a:lnTo>
                  <a:pt x="608" y="178"/>
                </a:lnTo>
                <a:lnTo>
                  <a:pt x="608" y="177"/>
                </a:lnTo>
                <a:lnTo>
                  <a:pt x="608" y="176"/>
                </a:lnTo>
                <a:lnTo>
                  <a:pt x="608" y="175"/>
                </a:lnTo>
                <a:lnTo>
                  <a:pt x="609" y="174"/>
                </a:lnTo>
                <a:lnTo>
                  <a:pt x="610" y="173"/>
                </a:lnTo>
                <a:lnTo>
                  <a:pt x="610" y="172"/>
                </a:lnTo>
                <a:lnTo>
                  <a:pt x="609" y="172"/>
                </a:lnTo>
                <a:lnTo>
                  <a:pt x="610" y="172"/>
                </a:lnTo>
                <a:lnTo>
                  <a:pt x="611" y="171"/>
                </a:lnTo>
                <a:lnTo>
                  <a:pt x="612" y="171"/>
                </a:lnTo>
                <a:lnTo>
                  <a:pt x="613" y="171"/>
                </a:lnTo>
                <a:lnTo>
                  <a:pt x="614" y="171"/>
                </a:lnTo>
                <a:lnTo>
                  <a:pt x="614" y="172"/>
                </a:lnTo>
                <a:lnTo>
                  <a:pt x="614" y="173"/>
                </a:lnTo>
                <a:lnTo>
                  <a:pt x="614" y="174"/>
                </a:lnTo>
                <a:lnTo>
                  <a:pt x="615" y="174"/>
                </a:lnTo>
                <a:lnTo>
                  <a:pt x="615" y="175"/>
                </a:lnTo>
                <a:lnTo>
                  <a:pt x="616" y="175"/>
                </a:lnTo>
                <a:lnTo>
                  <a:pt x="615" y="175"/>
                </a:lnTo>
                <a:lnTo>
                  <a:pt x="617" y="175"/>
                </a:lnTo>
                <a:lnTo>
                  <a:pt x="617" y="176"/>
                </a:lnTo>
                <a:lnTo>
                  <a:pt x="618" y="176"/>
                </a:lnTo>
                <a:lnTo>
                  <a:pt x="619" y="176"/>
                </a:lnTo>
                <a:lnTo>
                  <a:pt x="620" y="176"/>
                </a:lnTo>
                <a:lnTo>
                  <a:pt x="619" y="177"/>
                </a:lnTo>
                <a:lnTo>
                  <a:pt x="619" y="178"/>
                </a:lnTo>
                <a:lnTo>
                  <a:pt x="619" y="179"/>
                </a:lnTo>
                <a:lnTo>
                  <a:pt x="618" y="180"/>
                </a:lnTo>
                <a:lnTo>
                  <a:pt x="618" y="181"/>
                </a:lnTo>
                <a:lnTo>
                  <a:pt x="618" y="182"/>
                </a:lnTo>
                <a:lnTo>
                  <a:pt x="617" y="183"/>
                </a:lnTo>
                <a:lnTo>
                  <a:pt x="618" y="183"/>
                </a:lnTo>
                <a:lnTo>
                  <a:pt x="618" y="184"/>
                </a:lnTo>
                <a:lnTo>
                  <a:pt x="618" y="185"/>
                </a:lnTo>
                <a:lnTo>
                  <a:pt x="618" y="186"/>
                </a:lnTo>
                <a:lnTo>
                  <a:pt x="617" y="187"/>
                </a:lnTo>
                <a:lnTo>
                  <a:pt x="617" y="188"/>
                </a:lnTo>
                <a:lnTo>
                  <a:pt x="618" y="188"/>
                </a:lnTo>
                <a:lnTo>
                  <a:pt x="618" y="189"/>
                </a:lnTo>
                <a:lnTo>
                  <a:pt x="618" y="190"/>
                </a:lnTo>
                <a:lnTo>
                  <a:pt x="619" y="190"/>
                </a:lnTo>
                <a:lnTo>
                  <a:pt x="619" y="189"/>
                </a:lnTo>
                <a:lnTo>
                  <a:pt x="620" y="189"/>
                </a:lnTo>
                <a:lnTo>
                  <a:pt x="620" y="190"/>
                </a:lnTo>
                <a:lnTo>
                  <a:pt x="621" y="190"/>
                </a:lnTo>
                <a:lnTo>
                  <a:pt x="622" y="190"/>
                </a:lnTo>
                <a:lnTo>
                  <a:pt x="622" y="191"/>
                </a:lnTo>
                <a:lnTo>
                  <a:pt x="622" y="192"/>
                </a:lnTo>
                <a:lnTo>
                  <a:pt x="621" y="192"/>
                </a:lnTo>
                <a:lnTo>
                  <a:pt x="621" y="193"/>
                </a:lnTo>
                <a:lnTo>
                  <a:pt x="622" y="193"/>
                </a:lnTo>
                <a:lnTo>
                  <a:pt x="623" y="193"/>
                </a:lnTo>
                <a:lnTo>
                  <a:pt x="623" y="192"/>
                </a:lnTo>
                <a:lnTo>
                  <a:pt x="624" y="192"/>
                </a:lnTo>
                <a:lnTo>
                  <a:pt x="625" y="192"/>
                </a:lnTo>
                <a:lnTo>
                  <a:pt x="625" y="193"/>
                </a:lnTo>
                <a:lnTo>
                  <a:pt x="626" y="194"/>
                </a:lnTo>
                <a:lnTo>
                  <a:pt x="627" y="194"/>
                </a:lnTo>
                <a:lnTo>
                  <a:pt x="627" y="193"/>
                </a:lnTo>
                <a:lnTo>
                  <a:pt x="628" y="193"/>
                </a:lnTo>
                <a:lnTo>
                  <a:pt x="628" y="192"/>
                </a:lnTo>
                <a:lnTo>
                  <a:pt x="629" y="192"/>
                </a:lnTo>
                <a:lnTo>
                  <a:pt x="630" y="192"/>
                </a:lnTo>
                <a:lnTo>
                  <a:pt x="631" y="192"/>
                </a:lnTo>
                <a:lnTo>
                  <a:pt x="632" y="192"/>
                </a:lnTo>
                <a:lnTo>
                  <a:pt x="633" y="192"/>
                </a:lnTo>
                <a:lnTo>
                  <a:pt x="633" y="193"/>
                </a:lnTo>
                <a:lnTo>
                  <a:pt x="634" y="193"/>
                </a:lnTo>
                <a:lnTo>
                  <a:pt x="634" y="194"/>
                </a:lnTo>
                <a:lnTo>
                  <a:pt x="633" y="194"/>
                </a:lnTo>
                <a:lnTo>
                  <a:pt x="633" y="195"/>
                </a:lnTo>
                <a:lnTo>
                  <a:pt x="632" y="195"/>
                </a:lnTo>
                <a:lnTo>
                  <a:pt x="633" y="195"/>
                </a:lnTo>
                <a:lnTo>
                  <a:pt x="633" y="196"/>
                </a:lnTo>
                <a:lnTo>
                  <a:pt x="633" y="197"/>
                </a:lnTo>
                <a:lnTo>
                  <a:pt x="632" y="197"/>
                </a:lnTo>
                <a:lnTo>
                  <a:pt x="633" y="198"/>
                </a:lnTo>
                <a:lnTo>
                  <a:pt x="634" y="198"/>
                </a:lnTo>
                <a:lnTo>
                  <a:pt x="635" y="198"/>
                </a:lnTo>
                <a:lnTo>
                  <a:pt x="635" y="199"/>
                </a:lnTo>
                <a:lnTo>
                  <a:pt x="635" y="198"/>
                </a:lnTo>
                <a:lnTo>
                  <a:pt x="636" y="198"/>
                </a:lnTo>
                <a:lnTo>
                  <a:pt x="636" y="197"/>
                </a:lnTo>
                <a:lnTo>
                  <a:pt x="637" y="198"/>
                </a:lnTo>
                <a:lnTo>
                  <a:pt x="637" y="197"/>
                </a:lnTo>
                <a:lnTo>
                  <a:pt x="638" y="197"/>
                </a:lnTo>
                <a:lnTo>
                  <a:pt x="638" y="198"/>
                </a:lnTo>
                <a:lnTo>
                  <a:pt x="639" y="198"/>
                </a:lnTo>
                <a:lnTo>
                  <a:pt x="639" y="200"/>
                </a:lnTo>
                <a:lnTo>
                  <a:pt x="639" y="201"/>
                </a:lnTo>
                <a:lnTo>
                  <a:pt x="640" y="201"/>
                </a:lnTo>
                <a:lnTo>
                  <a:pt x="640" y="200"/>
                </a:lnTo>
                <a:lnTo>
                  <a:pt x="640" y="201"/>
                </a:lnTo>
                <a:lnTo>
                  <a:pt x="640" y="202"/>
                </a:lnTo>
                <a:lnTo>
                  <a:pt x="640" y="203"/>
                </a:lnTo>
                <a:lnTo>
                  <a:pt x="639" y="204"/>
                </a:lnTo>
                <a:lnTo>
                  <a:pt x="640" y="204"/>
                </a:lnTo>
                <a:lnTo>
                  <a:pt x="640" y="205"/>
                </a:lnTo>
                <a:lnTo>
                  <a:pt x="641" y="205"/>
                </a:lnTo>
                <a:lnTo>
                  <a:pt x="641" y="206"/>
                </a:lnTo>
                <a:lnTo>
                  <a:pt x="642" y="206"/>
                </a:lnTo>
                <a:lnTo>
                  <a:pt x="643" y="206"/>
                </a:lnTo>
                <a:lnTo>
                  <a:pt x="644" y="206"/>
                </a:lnTo>
                <a:lnTo>
                  <a:pt x="644" y="205"/>
                </a:lnTo>
                <a:lnTo>
                  <a:pt x="645" y="206"/>
                </a:lnTo>
                <a:lnTo>
                  <a:pt x="646" y="207"/>
                </a:lnTo>
                <a:lnTo>
                  <a:pt x="646" y="208"/>
                </a:lnTo>
                <a:lnTo>
                  <a:pt x="647" y="208"/>
                </a:lnTo>
                <a:lnTo>
                  <a:pt x="647" y="209"/>
                </a:lnTo>
                <a:lnTo>
                  <a:pt x="647" y="210"/>
                </a:lnTo>
                <a:lnTo>
                  <a:pt x="647" y="211"/>
                </a:lnTo>
                <a:lnTo>
                  <a:pt x="647" y="212"/>
                </a:lnTo>
                <a:lnTo>
                  <a:pt x="646" y="212"/>
                </a:lnTo>
                <a:lnTo>
                  <a:pt x="647" y="213"/>
                </a:lnTo>
                <a:lnTo>
                  <a:pt x="648" y="213"/>
                </a:lnTo>
                <a:lnTo>
                  <a:pt x="648" y="214"/>
                </a:lnTo>
                <a:lnTo>
                  <a:pt x="648" y="215"/>
                </a:lnTo>
                <a:lnTo>
                  <a:pt x="649" y="215"/>
                </a:lnTo>
                <a:lnTo>
                  <a:pt x="649" y="216"/>
                </a:lnTo>
                <a:lnTo>
                  <a:pt x="648" y="216"/>
                </a:lnTo>
                <a:lnTo>
                  <a:pt x="649" y="216"/>
                </a:lnTo>
                <a:lnTo>
                  <a:pt x="650" y="217"/>
                </a:lnTo>
                <a:lnTo>
                  <a:pt x="651" y="218"/>
                </a:lnTo>
                <a:lnTo>
                  <a:pt x="652" y="218"/>
                </a:lnTo>
                <a:lnTo>
                  <a:pt x="652" y="217"/>
                </a:lnTo>
                <a:lnTo>
                  <a:pt x="652" y="216"/>
                </a:lnTo>
                <a:lnTo>
                  <a:pt x="652" y="217"/>
                </a:lnTo>
                <a:lnTo>
                  <a:pt x="653" y="217"/>
                </a:lnTo>
                <a:lnTo>
                  <a:pt x="653" y="216"/>
                </a:lnTo>
                <a:lnTo>
                  <a:pt x="653" y="215"/>
                </a:lnTo>
                <a:lnTo>
                  <a:pt x="654" y="215"/>
                </a:lnTo>
                <a:lnTo>
                  <a:pt x="654" y="214"/>
                </a:lnTo>
                <a:lnTo>
                  <a:pt x="655" y="214"/>
                </a:lnTo>
                <a:lnTo>
                  <a:pt x="656" y="214"/>
                </a:lnTo>
                <a:lnTo>
                  <a:pt x="656" y="213"/>
                </a:lnTo>
                <a:lnTo>
                  <a:pt x="656" y="212"/>
                </a:lnTo>
                <a:lnTo>
                  <a:pt x="656" y="211"/>
                </a:lnTo>
                <a:lnTo>
                  <a:pt x="656" y="210"/>
                </a:lnTo>
                <a:lnTo>
                  <a:pt x="657" y="210"/>
                </a:lnTo>
                <a:lnTo>
                  <a:pt x="657" y="211"/>
                </a:lnTo>
                <a:lnTo>
                  <a:pt x="658" y="211"/>
                </a:lnTo>
                <a:lnTo>
                  <a:pt x="658" y="212"/>
                </a:lnTo>
                <a:lnTo>
                  <a:pt x="659" y="211"/>
                </a:lnTo>
                <a:lnTo>
                  <a:pt x="659" y="212"/>
                </a:lnTo>
                <a:lnTo>
                  <a:pt x="660" y="212"/>
                </a:lnTo>
                <a:lnTo>
                  <a:pt x="661" y="212"/>
                </a:lnTo>
                <a:lnTo>
                  <a:pt x="662" y="212"/>
                </a:lnTo>
                <a:lnTo>
                  <a:pt x="662" y="213"/>
                </a:lnTo>
                <a:lnTo>
                  <a:pt x="663" y="213"/>
                </a:lnTo>
                <a:lnTo>
                  <a:pt x="662" y="213"/>
                </a:lnTo>
                <a:lnTo>
                  <a:pt x="662" y="214"/>
                </a:lnTo>
                <a:lnTo>
                  <a:pt x="663" y="214"/>
                </a:lnTo>
                <a:lnTo>
                  <a:pt x="664" y="215"/>
                </a:lnTo>
                <a:lnTo>
                  <a:pt x="665" y="216"/>
                </a:lnTo>
                <a:lnTo>
                  <a:pt x="665" y="217"/>
                </a:lnTo>
                <a:lnTo>
                  <a:pt x="666" y="217"/>
                </a:lnTo>
                <a:lnTo>
                  <a:pt x="666" y="218"/>
                </a:lnTo>
                <a:lnTo>
                  <a:pt x="667" y="219"/>
                </a:lnTo>
                <a:lnTo>
                  <a:pt x="667" y="220"/>
                </a:lnTo>
                <a:lnTo>
                  <a:pt x="667" y="221"/>
                </a:lnTo>
                <a:lnTo>
                  <a:pt x="668" y="221"/>
                </a:lnTo>
                <a:lnTo>
                  <a:pt x="668" y="222"/>
                </a:lnTo>
                <a:lnTo>
                  <a:pt x="669" y="222"/>
                </a:lnTo>
                <a:lnTo>
                  <a:pt x="669" y="221"/>
                </a:lnTo>
                <a:lnTo>
                  <a:pt x="670" y="220"/>
                </a:lnTo>
                <a:lnTo>
                  <a:pt x="671" y="220"/>
                </a:lnTo>
                <a:lnTo>
                  <a:pt x="672" y="220"/>
                </a:lnTo>
                <a:lnTo>
                  <a:pt x="673" y="220"/>
                </a:lnTo>
                <a:lnTo>
                  <a:pt x="674" y="220"/>
                </a:lnTo>
                <a:lnTo>
                  <a:pt x="675" y="220"/>
                </a:lnTo>
                <a:lnTo>
                  <a:pt x="675" y="219"/>
                </a:lnTo>
                <a:lnTo>
                  <a:pt x="675" y="218"/>
                </a:lnTo>
                <a:lnTo>
                  <a:pt x="676" y="218"/>
                </a:lnTo>
                <a:lnTo>
                  <a:pt x="677" y="218"/>
                </a:lnTo>
                <a:lnTo>
                  <a:pt x="678" y="218"/>
                </a:lnTo>
                <a:lnTo>
                  <a:pt x="678" y="219"/>
                </a:lnTo>
                <a:lnTo>
                  <a:pt x="679" y="220"/>
                </a:lnTo>
                <a:lnTo>
                  <a:pt x="678" y="221"/>
                </a:lnTo>
                <a:lnTo>
                  <a:pt x="679" y="221"/>
                </a:lnTo>
                <a:lnTo>
                  <a:pt x="679" y="222"/>
                </a:lnTo>
                <a:lnTo>
                  <a:pt x="679" y="223"/>
                </a:lnTo>
                <a:lnTo>
                  <a:pt x="680" y="224"/>
                </a:lnTo>
                <a:lnTo>
                  <a:pt x="681" y="224"/>
                </a:lnTo>
                <a:lnTo>
                  <a:pt x="681" y="225"/>
                </a:lnTo>
                <a:lnTo>
                  <a:pt x="682" y="226"/>
                </a:lnTo>
                <a:lnTo>
                  <a:pt x="683" y="226"/>
                </a:lnTo>
                <a:lnTo>
                  <a:pt x="684" y="226"/>
                </a:lnTo>
                <a:lnTo>
                  <a:pt x="684" y="227"/>
                </a:lnTo>
                <a:lnTo>
                  <a:pt x="683" y="227"/>
                </a:lnTo>
                <a:lnTo>
                  <a:pt x="683" y="228"/>
                </a:lnTo>
                <a:lnTo>
                  <a:pt x="683" y="229"/>
                </a:lnTo>
                <a:lnTo>
                  <a:pt x="684" y="229"/>
                </a:lnTo>
                <a:lnTo>
                  <a:pt x="685" y="229"/>
                </a:lnTo>
                <a:lnTo>
                  <a:pt x="686" y="229"/>
                </a:lnTo>
                <a:lnTo>
                  <a:pt x="687" y="229"/>
                </a:lnTo>
                <a:lnTo>
                  <a:pt x="688" y="229"/>
                </a:lnTo>
                <a:lnTo>
                  <a:pt x="688" y="230"/>
                </a:lnTo>
                <a:lnTo>
                  <a:pt x="689" y="230"/>
                </a:lnTo>
                <a:lnTo>
                  <a:pt x="689" y="229"/>
                </a:lnTo>
                <a:lnTo>
                  <a:pt x="689" y="230"/>
                </a:lnTo>
                <a:lnTo>
                  <a:pt x="689" y="231"/>
                </a:lnTo>
                <a:lnTo>
                  <a:pt x="690" y="232"/>
                </a:lnTo>
                <a:lnTo>
                  <a:pt x="690" y="231"/>
                </a:lnTo>
                <a:lnTo>
                  <a:pt x="691" y="232"/>
                </a:lnTo>
                <a:lnTo>
                  <a:pt x="692" y="231"/>
                </a:lnTo>
                <a:lnTo>
                  <a:pt x="693" y="231"/>
                </a:lnTo>
                <a:lnTo>
                  <a:pt x="693" y="232"/>
                </a:lnTo>
                <a:lnTo>
                  <a:pt x="693" y="231"/>
                </a:lnTo>
                <a:lnTo>
                  <a:pt x="694" y="232"/>
                </a:lnTo>
                <a:lnTo>
                  <a:pt x="694" y="233"/>
                </a:lnTo>
                <a:lnTo>
                  <a:pt x="694" y="234"/>
                </a:lnTo>
                <a:lnTo>
                  <a:pt x="694" y="235"/>
                </a:lnTo>
                <a:lnTo>
                  <a:pt x="695" y="235"/>
                </a:lnTo>
                <a:lnTo>
                  <a:pt x="694" y="235"/>
                </a:lnTo>
                <a:lnTo>
                  <a:pt x="694" y="236"/>
                </a:lnTo>
                <a:lnTo>
                  <a:pt x="695" y="236"/>
                </a:lnTo>
                <a:lnTo>
                  <a:pt x="695" y="237"/>
                </a:lnTo>
                <a:lnTo>
                  <a:pt x="695" y="238"/>
                </a:lnTo>
                <a:lnTo>
                  <a:pt x="694" y="237"/>
                </a:lnTo>
                <a:lnTo>
                  <a:pt x="693" y="237"/>
                </a:lnTo>
                <a:lnTo>
                  <a:pt x="692" y="237"/>
                </a:lnTo>
                <a:lnTo>
                  <a:pt x="692" y="238"/>
                </a:lnTo>
                <a:lnTo>
                  <a:pt x="691" y="238"/>
                </a:lnTo>
                <a:lnTo>
                  <a:pt x="690" y="238"/>
                </a:lnTo>
                <a:lnTo>
                  <a:pt x="689" y="238"/>
                </a:lnTo>
                <a:lnTo>
                  <a:pt x="689" y="239"/>
                </a:lnTo>
                <a:lnTo>
                  <a:pt x="688" y="239"/>
                </a:lnTo>
                <a:lnTo>
                  <a:pt x="688" y="240"/>
                </a:lnTo>
                <a:lnTo>
                  <a:pt x="687" y="240"/>
                </a:lnTo>
                <a:lnTo>
                  <a:pt x="686" y="240"/>
                </a:lnTo>
                <a:lnTo>
                  <a:pt x="686" y="241"/>
                </a:lnTo>
                <a:lnTo>
                  <a:pt x="685" y="241"/>
                </a:lnTo>
                <a:lnTo>
                  <a:pt x="684" y="242"/>
                </a:lnTo>
                <a:lnTo>
                  <a:pt x="684" y="243"/>
                </a:lnTo>
                <a:lnTo>
                  <a:pt x="683" y="243"/>
                </a:lnTo>
                <a:lnTo>
                  <a:pt x="682" y="243"/>
                </a:lnTo>
                <a:lnTo>
                  <a:pt x="683" y="244"/>
                </a:lnTo>
                <a:lnTo>
                  <a:pt x="682" y="244"/>
                </a:lnTo>
                <a:lnTo>
                  <a:pt x="682" y="245"/>
                </a:lnTo>
                <a:lnTo>
                  <a:pt x="681" y="245"/>
                </a:lnTo>
                <a:lnTo>
                  <a:pt x="681" y="244"/>
                </a:lnTo>
                <a:lnTo>
                  <a:pt x="680" y="244"/>
                </a:lnTo>
                <a:lnTo>
                  <a:pt x="680" y="245"/>
                </a:lnTo>
                <a:lnTo>
                  <a:pt x="679" y="245"/>
                </a:lnTo>
                <a:lnTo>
                  <a:pt x="678" y="245"/>
                </a:lnTo>
                <a:lnTo>
                  <a:pt x="678" y="246"/>
                </a:lnTo>
                <a:lnTo>
                  <a:pt x="677" y="246"/>
                </a:lnTo>
                <a:lnTo>
                  <a:pt x="676" y="247"/>
                </a:lnTo>
                <a:lnTo>
                  <a:pt x="676" y="248"/>
                </a:lnTo>
                <a:lnTo>
                  <a:pt x="675" y="249"/>
                </a:lnTo>
                <a:lnTo>
                  <a:pt x="675" y="250"/>
                </a:lnTo>
                <a:lnTo>
                  <a:pt x="675" y="251"/>
                </a:lnTo>
                <a:lnTo>
                  <a:pt x="676" y="251"/>
                </a:lnTo>
                <a:lnTo>
                  <a:pt x="676" y="252"/>
                </a:lnTo>
                <a:lnTo>
                  <a:pt x="676" y="253"/>
                </a:lnTo>
                <a:lnTo>
                  <a:pt x="676" y="254"/>
                </a:lnTo>
                <a:lnTo>
                  <a:pt x="675" y="254"/>
                </a:lnTo>
                <a:lnTo>
                  <a:pt x="676" y="255"/>
                </a:lnTo>
                <a:lnTo>
                  <a:pt x="677" y="255"/>
                </a:lnTo>
                <a:lnTo>
                  <a:pt x="677" y="256"/>
                </a:lnTo>
                <a:lnTo>
                  <a:pt x="676" y="257"/>
                </a:lnTo>
                <a:lnTo>
                  <a:pt x="675" y="257"/>
                </a:lnTo>
                <a:lnTo>
                  <a:pt x="675" y="258"/>
                </a:lnTo>
                <a:lnTo>
                  <a:pt x="674" y="258"/>
                </a:lnTo>
                <a:lnTo>
                  <a:pt x="673" y="258"/>
                </a:lnTo>
                <a:lnTo>
                  <a:pt x="672" y="258"/>
                </a:lnTo>
                <a:lnTo>
                  <a:pt x="671" y="258"/>
                </a:lnTo>
                <a:lnTo>
                  <a:pt x="670" y="258"/>
                </a:lnTo>
                <a:lnTo>
                  <a:pt x="669" y="258"/>
                </a:lnTo>
                <a:lnTo>
                  <a:pt x="668" y="259"/>
                </a:lnTo>
                <a:lnTo>
                  <a:pt x="669" y="259"/>
                </a:lnTo>
                <a:lnTo>
                  <a:pt x="668" y="259"/>
                </a:lnTo>
                <a:lnTo>
                  <a:pt x="668" y="260"/>
                </a:lnTo>
                <a:lnTo>
                  <a:pt x="668" y="261"/>
                </a:lnTo>
                <a:lnTo>
                  <a:pt x="668" y="262"/>
                </a:lnTo>
                <a:lnTo>
                  <a:pt x="667" y="263"/>
                </a:lnTo>
                <a:lnTo>
                  <a:pt x="667" y="264"/>
                </a:lnTo>
                <a:lnTo>
                  <a:pt x="667" y="265"/>
                </a:lnTo>
                <a:lnTo>
                  <a:pt x="668" y="265"/>
                </a:lnTo>
                <a:lnTo>
                  <a:pt x="668" y="266"/>
                </a:lnTo>
                <a:lnTo>
                  <a:pt x="668" y="267"/>
                </a:lnTo>
                <a:lnTo>
                  <a:pt x="669" y="267"/>
                </a:lnTo>
                <a:lnTo>
                  <a:pt x="670" y="268"/>
                </a:lnTo>
                <a:lnTo>
                  <a:pt x="670" y="269"/>
                </a:lnTo>
                <a:lnTo>
                  <a:pt x="671" y="270"/>
                </a:lnTo>
                <a:lnTo>
                  <a:pt x="672" y="270"/>
                </a:lnTo>
                <a:lnTo>
                  <a:pt x="672" y="271"/>
                </a:lnTo>
                <a:lnTo>
                  <a:pt x="672" y="272"/>
                </a:lnTo>
                <a:lnTo>
                  <a:pt x="671" y="272"/>
                </a:lnTo>
                <a:lnTo>
                  <a:pt x="671" y="273"/>
                </a:lnTo>
                <a:lnTo>
                  <a:pt x="672" y="273"/>
                </a:lnTo>
                <a:lnTo>
                  <a:pt x="672" y="274"/>
                </a:lnTo>
                <a:lnTo>
                  <a:pt x="673" y="274"/>
                </a:lnTo>
                <a:lnTo>
                  <a:pt x="673" y="273"/>
                </a:lnTo>
                <a:lnTo>
                  <a:pt x="674" y="273"/>
                </a:lnTo>
                <a:lnTo>
                  <a:pt x="674" y="274"/>
                </a:lnTo>
                <a:lnTo>
                  <a:pt x="675" y="274"/>
                </a:lnTo>
                <a:lnTo>
                  <a:pt x="675" y="275"/>
                </a:lnTo>
                <a:lnTo>
                  <a:pt x="676" y="275"/>
                </a:lnTo>
                <a:lnTo>
                  <a:pt x="678" y="276"/>
                </a:lnTo>
                <a:lnTo>
                  <a:pt x="677" y="277"/>
                </a:lnTo>
                <a:lnTo>
                  <a:pt x="678" y="277"/>
                </a:lnTo>
                <a:lnTo>
                  <a:pt x="678" y="278"/>
                </a:lnTo>
                <a:lnTo>
                  <a:pt x="678" y="279"/>
                </a:lnTo>
                <a:lnTo>
                  <a:pt x="678" y="280"/>
                </a:lnTo>
                <a:lnTo>
                  <a:pt x="679" y="280"/>
                </a:lnTo>
                <a:lnTo>
                  <a:pt x="680" y="280"/>
                </a:lnTo>
                <a:lnTo>
                  <a:pt x="680" y="281"/>
                </a:lnTo>
                <a:lnTo>
                  <a:pt x="680" y="282"/>
                </a:lnTo>
                <a:lnTo>
                  <a:pt x="681" y="282"/>
                </a:lnTo>
                <a:lnTo>
                  <a:pt x="681" y="283"/>
                </a:lnTo>
                <a:lnTo>
                  <a:pt x="680" y="283"/>
                </a:lnTo>
                <a:lnTo>
                  <a:pt x="680" y="284"/>
                </a:lnTo>
                <a:lnTo>
                  <a:pt x="680" y="285"/>
                </a:lnTo>
                <a:lnTo>
                  <a:pt x="679" y="285"/>
                </a:lnTo>
                <a:lnTo>
                  <a:pt x="679" y="286"/>
                </a:lnTo>
                <a:lnTo>
                  <a:pt x="679" y="287"/>
                </a:lnTo>
                <a:lnTo>
                  <a:pt x="680" y="287"/>
                </a:lnTo>
                <a:lnTo>
                  <a:pt x="679" y="288"/>
                </a:lnTo>
                <a:lnTo>
                  <a:pt x="679" y="289"/>
                </a:lnTo>
                <a:lnTo>
                  <a:pt x="680" y="289"/>
                </a:lnTo>
                <a:lnTo>
                  <a:pt x="680" y="290"/>
                </a:lnTo>
                <a:lnTo>
                  <a:pt x="681" y="290"/>
                </a:lnTo>
                <a:lnTo>
                  <a:pt x="681" y="291"/>
                </a:lnTo>
                <a:lnTo>
                  <a:pt x="683" y="291"/>
                </a:lnTo>
                <a:lnTo>
                  <a:pt x="683" y="292"/>
                </a:lnTo>
                <a:lnTo>
                  <a:pt x="684" y="292"/>
                </a:lnTo>
                <a:lnTo>
                  <a:pt x="683" y="292"/>
                </a:lnTo>
                <a:lnTo>
                  <a:pt x="683" y="293"/>
                </a:lnTo>
                <a:lnTo>
                  <a:pt x="682" y="292"/>
                </a:lnTo>
                <a:lnTo>
                  <a:pt x="681" y="293"/>
                </a:lnTo>
                <a:lnTo>
                  <a:pt x="681" y="294"/>
                </a:lnTo>
                <a:lnTo>
                  <a:pt x="680" y="294"/>
                </a:lnTo>
                <a:lnTo>
                  <a:pt x="680" y="295"/>
                </a:lnTo>
                <a:lnTo>
                  <a:pt x="679" y="294"/>
                </a:lnTo>
                <a:lnTo>
                  <a:pt x="679" y="295"/>
                </a:lnTo>
                <a:lnTo>
                  <a:pt x="679" y="296"/>
                </a:lnTo>
                <a:lnTo>
                  <a:pt x="678" y="296"/>
                </a:lnTo>
                <a:lnTo>
                  <a:pt x="678" y="297"/>
                </a:lnTo>
                <a:lnTo>
                  <a:pt x="679" y="298"/>
                </a:lnTo>
                <a:lnTo>
                  <a:pt x="679" y="299"/>
                </a:lnTo>
                <a:lnTo>
                  <a:pt x="680" y="299"/>
                </a:lnTo>
                <a:lnTo>
                  <a:pt x="680" y="300"/>
                </a:lnTo>
                <a:lnTo>
                  <a:pt x="681" y="300"/>
                </a:lnTo>
                <a:lnTo>
                  <a:pt x="681" y="301"/>
                </a:lnTo>
                <a:lnTo>
                  <a:pt x="681" y="302"/>
                </a:lnTo>
                <a:lnTo>
                  <a:pt x="680" y="302"/>
                </a:lnTo>
                <a:lnTo>
                  <a:pt x="680" y="303"/>
                </a:lnTo>
                <a:lnTo>
                  <a:pt x="680" y="304"/>
                </a:lnTo>
                <a:lnTo>
                  <a:pt x="681" y="304"/>
                </a:lnTo>
                <a:lnTo>
                  <a:pt x="682" y="304"/>
                </a:lnTo>
                <a:lnTo>
                  <a:pt x="683" y="304"/>
                </a:lnTo>
                <a:lnTo>
                  <a:pt x="683" y="303"/>
                </a:lnTo>
                <a:lnTo>
                  <a:pt x="683" y="304"/>
                </a:lnTo>
                <a:lnTo>
                  <a:pt x="684" y="304"/>
                </a:lnTo>
                <a:lnTo>
                  <a:pt x="685" y="304"/>
                </a:lnTo>
                <a:lnTo>
                  <a:pt x="686" y="304"/>
                </a:lnTo>
                <a:lnTo>
                  <a:pt x="686" y="305"/>
                </a:lnTo>
                <a:lnTo>
                  <a:pt x="687" y="306"/>
                </a:lnTo>
                <a:lnTo>
                  <a:pt x="688" y="306"/>
                </a:lnTo>
                <a:lnTo>
                  <a:pt x="687" y="306"/>
                </a:lnTo>
                <a:lnTo>
                  <a:pt x="687" y="307"/>
                </a:lnTo>
                <a:lnTo>
                  <a:pt x="688" y="307"/>
                </a:lnTo>
                <a:lnTo>
                  <a:pt x="688" y="308"/>
                </a:lnTo>
                <a:lnTo>
                  <a:pt x="687" y="308"/>
                </a:lnTo>
                <a:lnTo>
                  <a:pt x="688" y="308"/>
                </a:lnTo>
                <a:lnTo>
                  <a:pt x="688" y="309"/>
                </a:lnTo>
                <a:lnTo>
                  <a:pt x="689" y="309"/>
                </a:lnTo>
                <a:lnTo>
                  <a:pt x="689" y="310"/>
                </a:lnTo>
                <a:lnTo>
                  <a:pt x="690" y="310"/>
                </a:lnTo>
                <a:lnTo>
                  <a:pt x="690" y="311"/>
                </a:lnTo>
                <a:lnTo>
                  <a:pt x="691" y="310"/>
                </a:lnTo>
                <a:lnTo>
                  <a:pt x="691" y="311"/>
                </a:lnTo>
                <a:lnTo>
                  <a:pt x="692" y="312"/>
                </a:lnTo>
                <a:lnTo>
                  <a:pt x="693" y="312"/>
                </a:lnTo>
                <a:lnTo>
                  <a:pt x="693" y="313"/>
                </a:lnTo>
                <a:lnTo>
                  <a:pt x="694" y="313"/>
                </a:lnTo>
                <a:lnTo>
                  <a:pt x="694" y="314"/>
                </a:lnTo>
                <a:lnTo>
                  <a:pt x="694" y="315"/>
                </a:lnTo>
                <a:lnTo>
                  <a:pt x="695" y="316"/>
                </a:lnTo>
                <a:lnTo>
                  <a:pt x="694" y="316"/>
                </a:lnTo>
                <a:lnTo>
                  <a:pt x="693" y="316"/>
                </a:lnTo>
                <a:lnTo>
                  <a:pt x="694" y="317"/>
                </a:lnTo>
                <a:lnTo>
                  <a:pt x="694" y="318"/>
                </a:lnTo>
                <a:lnTo>
                  <a:pt x="694" y="319"/>
                </a:lnTo>
                <a:lnTo>
                  <a:pt x="694" y="320"/>
                </a:lnTo>
                <a:lnTo>
                  <a:pt x="694" y="321"/>
                </a:lnTo>
                <a:lnTo>
                  <a:pt x="695" y="321"/>
                </a:lnTo>
                <a:lnTo>
                  <a:pt x="695" y="322"/>
                </a:lnTo>
                <a:lnTo>
                  <a:pt x="696" y="322"/>
                </a:lnTo>
                <a:lnTo>
                  <a:pt x="696" y="323"/>
                </a:lnTo>
                <a:lnTo>
                  <a:pt x="696" y="324"/>
                </a:lnTo>
                <a:lnTo>
                  <a:pt x="697" y="324"/>
                </a:lnTo>
                <a:lnTo>
                  <a:pt x="696" y="325"/>
                </a:lnTo>
                <a:lnTo>
                  <a:pt x="696" y="326"/>
                </a:lnTo>
                <a:lnTo>
                  <a:pt x="696" y="327"/>
                </a:lnTo>
                <a:lnTo>
                  <a:pt x="696" y="328"/>
                </a:lnTo>
                <a:lnTo>
                  <a:pt x="695" y="328"/>
                </a:lnTo>
                <a:lnTo>
                  <a:pt x="695" y="329"/>
                </a:lnTo>
                <a:lnTo>
                  <a:pt x="696" y="330"/>
                </a:lnTo>
                <a:lnTo>
                  <a:pt x="696" y="329"/>
                </a:lnTo>
                <a:lnTo>
                  <a:pt x="696" y="330"/>
                </a:lnTo>
                <a:lnTo>
                  <a:pt x="696" y="331"/>
                </a:lnTo>
                <a:lnTo>
                  <a:pt x="697" y="331"/>
                </a:lnTo>
                <a:lnTo>
                  <a:pt x="697" y="332"/>
                </a:lnTo>
                <a:lnTo>
                  <a:pt x="696" y="332"/>
                </a:lnTo>
                <a:lnTo>
                  <a:pt x="696" y="334"/>
                </a:lnTo>
                <a:lnTo>
                  <a:pt x="696" y="335"/>
                </a:lnTo>
                <a:lnTo>
                  <a:pt x="696" y="336"/>
                </a:lnTo>
                <a:lnTo>
                  <a:pt x="696" y="337"/>
                </a:lnTo>
                <a:lnTo>
                  <a:pt x="695" y="338"/>
                </a:lnTo>
                <a:lnTo>
                  <a:pt x="695" y="339"/>
                </a:lnTo>
                <a:lnTo>
                  <a:pt x="696" y="339"/>
                </a:lnTo>
                <a:lnTo>
                  <a:pt x="700" y="346"/>
                </a:lnTo>
                <a:lnTo>
                  <a:pt x="700" y="345"/>
                </a:lnTo>
                <a:lnTo>
                  <a:pt x="700" y="346"/>
                </a:lnTo>
                <a:lnTo>
                  <a:pt x="700" y="347"/>
                </a:lnTo>
                <a:lnTo>
                  <a:pt x="701" y="347"/>
                </a:lnTo>
                <a:lnTo>
                  <a:pt x="701" y="348"/>
                </a:lnTo>
                <a:lnTo>
                  <a:pt x="701" y="349"/>
                </a:lnTo>
                <a:lnTo>
                  <a:pt x="700" y="349"/>
                </a:lnTo>
                <a:lnTo>
                  <a:pt x="700" y="350"/>
                </a:lnTo>
                <a:lnTo>
                  <a:pt x="700" y="351"/>
                </a:lnTo>
                <a:lnTo>
                  <a:pt x="701" y="352"/>
                </a:lnTo>
                <a:lnTo>
                  <a:pt x="701" y="353"/>
                </a:lnTo>
                <a:lnTo>
                  <a:pt x="700" y="353"/>
                </a:lnTo>
                <a:lnTo>
                  <a:pt x="700" y="354"/>
                </a:lnTo>
                <a:lnTo>
                  <a:pt x="699" y="354"/>
                </a:lnTo>
                <a:lnTo>
                  <a:pt x="698" y="355"/>
                </a:lnTo>
                <a:lnTo>
                  <a:pt x="697" y="355"/>
                </a:lnTo>
                <a:lnTo>
                  <a:pt x="696" y="356"/>
                </a:lnTo>
                <a:lnTo>
                  <a:pt x="696" y="357"/>
                </a:lnTo>
                <a:lnTo>
                  <a:pt x="695" y="357"/>
                </a:lnTo>
                <a:lnTo>
                  <a:pt x="694" y="358"/>
                </a:lnTo>
                <a:lnTo>
                  <a:pt x="694" y="359"/>
                </a:lnTo>
                <a:lnTo>
                  <a:pt x="693" y="359"/>
                </a:lnTo>
                <a:lnTo>
                  <a:pt x="693" y="360"/>
                </a:lnTo>
                <a:lnTo>
                  <a:pt x="692" y="360"/>
                </a:lnTo>
                <a:lnTo>
                  <a:pt x="692" y="361"/>
                </a:lnTo>
                <a:lnTo>
                  <a:pt x="691" y="361"/>
                </a:lnTo>
                <a:lnTo>
                  <a:pt x="690" y="361"/>
                </a:lnTo>
                <a:lnTo>
                  <a:pt x="689" y="362"/>
                </a:lnTo>
                <a:lnTo>
                  <a:pt x="686" y="363"/>
                </a:lnTo>
                <a:lnTo>
                  <a:pt x="685" y="363"/>
                </a:lnTo>
                <a:lnTo>
                  <a:pt x="683" y="364"/>
                </a:lnTo>
                <a:lnTo>
                  <a:pt x="682" y="364"/>
                </a:lnTo>
                <a:lnTo>
                  <a:pt x="680" y="363"/>
                </a:lnTo>
                <a:lnTo>
                  <a:pt x="678" y="363"/>
                </a:lnTo>
                <a:lnTo>
                  <a:pt x="678" y="362"/>
                </a:lnTo>
                <a:lnTo>
                  <a:pt x="674" y="361"/>
                </a:lnTo>
                <a:lnTo>
                  <a:pt x="673" y="361"/>
                </a:lnTo>
                <a:lnTo>
                  <a:pt x="671" y="359"/>
                </a:lnTo>
                <a:lnTo>
                  <a:pt x="670" y="359"/>
                </a:lnTo>
                <a:lnTo>
                  <a:pt x="670" y="358"/>
                </a:lnTo>
                <a:lnTo>
                  <a:pt x="669" y="357"/>
                </a:lnTo>
                <a:lnTo>
                  <a:pt x="668" y="357"/>
                </a:lnTo>
                <a:lnTo>
                  <a:pt x="667" y="356"/>
                </a:lnTo>
                <a:lnTo>
                  <a:pt x="666" y="355"/>
                </a:lnTo>
                <a:lnTo>
                  <a:pt x="665" y="354"/>
                </a:lnTo>
                <a:lnTo>
                  <a:pt x="664" y="353"/>
                </a:lnTo>
                <a:lnTo>
                  <a:pt x="662" y="352"/>
                </a:lnTo>
                <a:lnTo>
                  <a:pt x="661" y="352"/>
                </a:lnTo>
                <a:lnTo>
                  <a:pt x="660" y="351"/>
                </a:lnTo>
                <a:lnTo>
                  <a:pt x="659" y="351"/>
                </a:lnTo>
                <a:lnTo>
                  <a:pt x="657" y="351"/>
                </a:lnTo>
                <a:lnTo>
                  <a:pt x="655" y="352"/>
                </a:lnTo>
                <a:lnTo>
                  <a:pt x="654" y="352"/>
                </a:lnTo>
                <a:lnTo>
                  <a:pt x="653" y="352"/>
                </a:lnTo>
                <a:lnTo>
                  <a:pt x="652" y="352"/>
                </a:lnTo>
                <a:lnTo>
                  <a:pt x="651" y="352"/>
                </a:lnTo>
                <a:lnTo>
                  <a:pt x="650" y="352"/>
                </a:lnTo>
                <a:lnTo>
                  <a:pt x="648" y="352"/>
                </a:lnTo>
                <a:lnTo>
                  <a:pt x="646" y="352"/>
                </a:lnTo>
                <a:lnTo>
                  <a:pt x="645" y="352"/>
                </a:lnTo>
                <a:lnTo>
                  <a:pt x="644" y="352"/>
                </a:lnTo>
                <a:lnTo>
                  <a:pt x="644" y="353"/>
                </a:lnTo>
                <a:lnTo>
                  <a:pt x="643" y="354"/>
                </a:lnTo>
                <a:lnTo>
                  <a:pt x="642" y="354"/>
                </a:lnTo>
                <a:lnTo>
                  <a:pt x="642" y="355"/>
                </a:lnTo>
                <a:lnTo>
                  <a:pt x="641" y="355"/>
                </a:lnTo>
                <a:lnTo>
                  <a:pt x="641" y="356"/>
                </a:lnTo>
                <a:lnTo>
                  <a:pt x="641" y="357"/>
                </a:lnTo>
                <a:lnTo>
                  <a:pt x="641" y="358"/>
                </a:lnTo>
                <a:lnTo>
                  <a:pt x="641" y="359"/>
                </a:lnTo>
                <a:lnTo>
                  <a:pt x="640" y="359"/>
                </a:lnTo>
                <a:lnTo>
                  <a:pt x="640" y="360"/>
                </a:lnTo>
                <a:lnTo>
                  <a:pt x="641" y="360"/>
                </a:lnTo>
                <a:lnTo>
                  <a:pt x="641" y="361"/>
                </a:lnTo>
                <a:lnTo>
                  <a:pt x="641" y="362"/>
                </a:lnTo>
                <a:lnTo>
                  <a:pt x="640" y="362"/>
                </a:lnTo>
                <a:lnTo>
                  <a:pt x="640" y="363"/>
                </a:lnTo>
                <a:lnTo>
                  <a:pt x="639" y="363"/>
                </a:lnTo>
                <a:lnTo>
                  <a:pt x="639" y="364"/>
                </a:lnTo>
                <a:lnTo>
                  <a:pt x="639" y="363"/>
                </a:lnTo>
                <a:lnTo>
                  <a:pt x="638" y="363"/>
                </a:lnTo>
                <a:lnTo>
                  <a:pt x="638" y="364"/>
                </a:lnTo>
                <a:lnTo>
                  <a:pt x="638" y="365"/>
                </a:lnTo>
                <a:lnTo>
                  <a:pt x="637" y="365"/>
                </a:lnTo>
                <a:lnTo>
                  <a:pt x="636" y="365"/>
                </a:lnTo>
                <a:lnTo>
                  <a:pt x="637" y="366"/>
                </a:lnTo>
                <a:lnTo>
                  <a:pt x="636" y="366"/>
                </a:lnTo>
                <a:lnTo>
                  <a:pt x="636" y="367"/>
                </a:lnTo>
                <a:lnTo>
                  <a:pt x="636" y="368"/>
                </a:lnTo>
                <a:lnTo>
                  <a:pt x="635" y="368"/>
                </a:lnTo>
                <a:lnTo>
                  <a:pt x="634" y="368"/>
                </a:lnTo>
                <a:lnTo>
                  <a:pt x="634" y="369"/>
                </a:lnTo>
                <a:lnTo>
                  <a:pt x="634" y="368"/>
                </a:lnTo>
                <a:lnTo>
                  <a:pt x="633" y="369"/>
                </a:lnTo>
                <a:lnTo>
                  <a:pt x="631" y="371"/>
                </a:lnTo>
                <a:lnTo>
                  <a:pt x="630" y="371"/>
                </a:lnTo>
                <a:lnTo>
                  <a:pt x="629" y="371"/>
                </a:lnTo>
                <a:lnTo>
                  <a:pt x="628" y="371"/>
                </a:lnTo>
                <a:lnTo>
                  <a:pt x="627" y="372"/>
                </a:lnTo>
                <a:lnTo>
                  <a:pt x="627" y="373"/>
                </a:lnTo>
                <a:lnTo>
                  <a:pt x="626" y="372"/>
                </a:lnTo>
                <a:lnTo>
                  <a:pt x="626" y="373"/>
                </a:lnTo>
                <a:lnTo>
                  <a:pt x="625" y="373"/>
                </a:lnTo>
                <a:lnTo>
                  <a:pt x="624" y="374"/>
                </a:lnTo>
                <a:lnTo>
                  <a:pt x="623" y="374"/>
                </a:lnTo>
                <a:lnTo>
                  <a:pt x="622" y="373"/>
                </a:lnTo>
                <a:lnTo>
                  <a:pt x="622" y="372"/>
                </a:lnTo>
                <a:lnTo>
                  <a:pt x="621" y="372"/>
                </a:lnTo>
                <a:lnTo>
                  <a:pt x="622" y="372"/>
                </a:lnTo>
                <a:lnTo>
                  <a:pt x="623" y="371"/>
                </a:lnTo>
                <a:lnTo>
                  <a:pt x="622" y="370"/>
                </a:lnTo>
                <a:lnTo>
                  <a:pt x="621" y="370"/>
                </a:lnTo>
                <a:lnTo>
                  <a:pt x="621" y="371"/>
                </a:lnTo>
                <a:lnTo>
                  <a:pt x="620" y="371"/>
                </a:lnTo>
                <a:lnTo>
                  <a:pt x="619" y="371"/>
                </a:lnTo>
                <a:lnTo>
                  <a:pt x="617" y="371"/>
                </a:lnTo>
                <a:lnTo>
                  <a:pt x="616" y="371"/>
                </a:lnTo>
                <a:lnTo>
                  <a:pt x="615" y="370"/>
                </a:lnTo>
                <a:lnTo>
                  <a:pt x="615" y="371"/>
                </a:lnTo>
                <a:lnTo>
                  <a:pt x="614" y="370"/>
                </a:lnTo>
                <a:lnTo>
                  <a:pt x="613" y="370"/>
                </a:lnTo>
                <a:lnTo>
                  <a:pt x="612" y="370"/>
                </a:lnTo>
                <a:lnTo>
                  <a:pt x="611" y="370"/>
                </a:lnTo>
                <a:lnTo>
                  <a:pt x="611" y="369"/>
                </a:lnTo>
                <a:lnTo>
                  <a:pt x="611" y="368"/>
                </a:lnTo>
                <a:lnTo>
                  <a:pt x="610" y="368"/>
                </a:lnTo>
                <a:lnTo>
                  <a:pt x="611" y="368"/>
                </a:lnTo>
                <a:lnTo>
                  <a:pt x="610" y="368"/>
                </a:lnTo>
                <a:lnTo>
                  <a:pt x="609" y="368"/>
                </a:lnTo>
                <a:lnTo>
                  <a:pt x="608" y="368"/>
                </a:lnTo>
                <a:lnTo>
                  <a:pt x="608" y="369"/>
                </a:lnTo>
                <a:lnTo>
                  <a:pt x="608" y="370"/>
                </a:lnTo>
                <a:lnTo>
                  <a:pt x="609" y="370"/>
                </a:lnTo>
                <a:lnTo>
                  <a:pt x="609" y="371"/>
                </a:lnTo>
                <a:lnTo>
                  <a:pt x="610" y="371"/>
                </a:lnTo>
                <a:lnTo>
                  <a:pt x="611" y="371"/>
                </a:lnTo>
                <a:lnTo>
                  <a:pt x="611" y="372"/>
                </a:lnTo>
                <a:lnTo>
                  <a:pt x="610" y="373"/>
                </a:lnTo>
                <a:lnTo>
                  <a:pt x="610" y="374"/>
                </a:lnTo>
                <a:lnTo>
                  <a:pt x="611" y="374"/>
                </a:lnTo>
                <a:lnTo>
                  <a:pt x="611" y="375"/>
                </a:lnTo>
                <a:lnTo>
                  <a:pt x="610" y="375"/>
                </a:lnTo>
                <a:lnTo>
                  <a:pt x="610" y="376"/>
                </a:lnTo>
                <a:lnTo>
                  <a:pt x="609" y="376"/>
                </a:lnTo>
                <a:lnTo>
                  <a:pt x="609" y="377"/>
                </a:lnTo>
                <a:lnTo>
                  <a:pt x="610" y="377"/>
                </a:lnTo>
                <a:lnTo>
                  <a:pt x="611" y="377"/>
                </a:lnTo>
                <a:lnTo>
                  <a:pt x="612" y="376"/>
                </a:lnTo>
                <a:lnTo>
                  <a:pt x="613" y="376"/>
                </a:lnTo>
                <a:lnTo>
                  <a:pt x="614" y="376"/>
                </a:lnTo>
                <a:lnTo>
                  <a:pt x="614" y="377"/>
                </a:lnTo>
                <a:lnTo>
                  <a:pt x="613" y="377"/>
                </a:lnTo>
                <a:lnTo>
                  <a:pt x="612" y="378"/>
                </a:lnTo>
                <a:lnTo>
                  <a:pt x="612" y="379"/>
                </a:lnTo>
                <a:lnTo>
                  <a:pt x="612" y="380"/>
                </a:lnTo>
                <a:lnTo>
                  <a:pt x="612" y="381"/>
                </a:lnTo>
                <a:lnTo>
                  <a:pt x="612" y="382"/>
                </a:lnTo>
                <a:lnTo>
                  <a:pt x="612" y="383"/>
                </a:lnTo>
                <a:lnTo>
                  <a:pt x="611" y="383"/>
                </a:lnTo>
                <a:lnTo>
                  <a:pt x="612" y="383"/>
                </a:lnTo>
                <a:lnTo>
                  <a:pt x="612" y="384"/>
                </a:lnTo>
                <a:lnTo>
                  <a:pt x="612" y="385"/>
                </a:lnTo>
                <a:lnTo>
                  <a:pt x="613" y="385"/>
                </a:lnTo>
                <a:lnTo>
                  <a:pt x="613" y="386"/>
                </a:lnTo>
                <a:lnTo>
                  <a:pt x="612" y="386"/>
                </a:lnTo>
                <a:lnTo>
                  <a:pt x="611" y="385"/>
                </a:lnTo>
                <a:lnTo>
                  <a:pt x="610" y="385"/>
                </a:lnTo>
                <a:lnTo>
                  <a:pt x="609" y="385"/>
                </a:lnTo>
                <a:lnTo>
                  <a:pt x="607" y="384"/>
                </a:lnTo>
                <a:lnTo>
                  <a:pt x="606" y="384"/>
                </a:lnTo>
                <a:lnTo>
                  <a:pt x="606" y="383"/>
                </a:lnTo>
                <a:lnTo>
                  <a:pt x="607" y="383"/>
                </a:lnTo>
                <a:lnTo>
                  <a:pt x="607" y="382"/>
                </a:lnTo>
                <a:lnTo>
                  <a:pt x="607" y="381"/>
                </a:lnTo>
                <a:lnTo>
                  <a:pt x="606" y="380"/>
                </a:lnTo>
                <a:lnTo>
                  <a:pt x="606" y="381"/>
                </a:lnTo>
                <a:lnTo>
                  <a:pt x="605" y="381"/>
                </a:lnTo>
                <a:lnTo>
                  <a:pt x="605" y="380"/>
                </a:lnTo>
                <a:lnTo>
                  <a:pt x="604" y="380"/>
                </a:lnTo>
                <a:lnTo>
                  <a:pt x="604" y="381"/>
                </a:lnTo>
                <a:lnTo>
                  <a:pt x="603" y="381"/>
                </a:lnTo>
                <a:lnTo>
                  <a:pt x="601" y="382"/>
                </a:lnTo>
                <a:lnTo>
                  <a:pt x="601" y="381"/>
                </a:lnTo>
                <a:lnTo>
                  <a:pt x="600" y="381"/>
                </a:lnTo>
                <a:lnTo>
                  <a:pt x="600" y="380"/>
                </a:lnTo>
                <a:lnTo>
                  <a:pt x="599" y="380"/>
                </a:lnTo>
                <a:lnTo>
                  <a:pt x="599" y="379"/>
                </a:lnTo>
                <a:lnTo>
                  <a:pt x="598" y="379"/>
                </a:lnTo>
                <a:lnTo>
                  <a:pt x="598" y="380"/>
                </a:lnTo>
                <a:lnTo>
                  <a:pt x="597" y="380"/>
                </a:lnTo>
                <a:lnTo>
                  <a:pt x="596" y="380"/>
                </a:lnTo>
                <a:lnTo>
                  <a:pt x="596" y="381"/>
                </a:lnTo>
                <a:lnTo>
                  <a:pt x="595" y="381"/>
                </a:lnTo>
                <a:lnTo>
                  <a:pt x="594" y="381"/>
                </a:lnTo>
                <a:lnTo>
                  <a:pt x="594" y="382"/>
                </a:lnTo>
                <a:lnTo>
                  <a:pt x="593" y="383"/>
                </a:lnTo>
                <a:lnTo>
                  <a:pt x="594" y="383"/>
                </a:lnTo>
                <a:lnTo>
                  <a:pt x="594" y="384"/>
                </a:lnTo>
                <a:lnTo>
                  <a:pt x="595" y="384"/>
                </a:lnTo>
                <a:lnTo>
                  <a:pt x="596" y="384"/>
                </a:lnTo>
                <a:lnTo>
                  <a:pt x="596" y="385"/>
                </a:lnTo>
                <a:lnTo>
                  <a:pt x="595" y="385"/>
                </a:lnTo>
                <a:lnTo>
                  <a:pt x="595" y="386"/>
                </a:lnTo>
                <a:lnTo>
                  <a:pt x="594" y="386"/>
                </a:lnTo>
                <a:lnTo>
                  <a:pt x="594" y="387"/>
                </a:lnTo>
                <a:lnTo>
                  <a:pt x="593" y="387"/>
                </a:lnTo>
                <a:lnTo>
                  <a:pt x="592" y="387"/>
                </a:lnTo>
                <a:lnTo>
                  <a:pt x="592" y="386"/>
                </a:lnTo>
                <a:lnTo>
                  <a:pt x="591" y="386"/>
                </a:lnTo>
                <a:lnTo>
                  <a:pt x="592" y="385"/>
                </a:lnTo>
                <a:lnTo>
                  <a:pt x="592" y="384"/>
                </a:lnTo>
                <a:lnTo>
                  <a:pt x="591" y="384"/>
                </a:lnTo>
                <a:lnTo>
                  <a:pt x="591" y="385"/>
                </a:lnTo>
                <a:lnTo>
                  <a:pt x="590" y="385"/>
                </a:lnTo>
                <a:lnTo>
                  <a:pt x="589" y="386"/>
                </a:lnTo>
                <a:lnTo>
                  <a:pt x="590" y="385"/>
                </a:lnTo>
                <a:lnTo>
                  <a:pt x="590" y="384"/>
                </a:lnTo>
                <a:lnTo>
                  <a:pt x="590" y="383"/>
                </a:lnTo>
                <a:lnTo>
                  <a:pt x="589" y="383"/>
                </a:lnTo>
                <a:lnTo>
                  <a:pt x="589" y="385"/>
                </a:lnTo>
                <a:lnTo>
                  <a:pt x="588" y="386"/>
                </a:lnTo>
                <a:lnTo>
                  <a:pt x="588" y="387"/>
                </a:lnTo>
                <a:lnTo>
                  <a:pt x="587" y="387"/>
                </a:lnTo>
                <a:lnTo>
                  <a:pt x="587" y="388"/>
                </a:lnTo>
                <a:lnTo>
                  <a:pt x="586" y="389"/>
                </a:lnTo>
                <a:lnTo>
                  <a:pt x="586" y="390"/>
                </a:lnTo>
                <a:lnTo>
                  <a:pt x="587" y="390"/>
                </a:lnTo>
                <a:lnTo>
                  <a:pt x="587" y="389"/>
                </a:lnTo>
                <a:lnTo>
                  <a:pt x="587" y="390"/>
                </a:lnTo>
                <a:lnTo>
                  <a:pt x="588" y="391"/>
                </a:lnTo>
                <a:lnTo>
                  <a:pt x="588" y="392"/>
                </a:lnTo>
                <a:lnTo>
                  <a:pt x="588" y="393"/>
                </a:lnTo>
                <a:lnTo>
                  <a:pt x="589" y="393"/>
                </a:lnTo>
                <a:lnTo>
                  <a:pt x="589" y="392"/>
                </a:lnTo>
                <a:lnTo>
                  <a:pt x="590" y="392"/>
                </a:lnTo>
                <a:lnTo>
                  <a:pt x="591" y="391"/>
                </a:lnTo>
                <a:lnTo>
                  <a:pt x="591" y="390"/>
                </a:lnTo>
                <a:lnTo>
                  <a:pt x="590" y="390"/>
                </a:lnTo>
                <a:lnTo>
                  <a:pt x="590" y="389"/>
                </a:lnTo>
                <a:lnTo>
                  <a:pt x="591" y="389"/>
                </a:lnTo>
                <a:lnTo>
                  <a:pt x="591" y="388"/>
                </a:lnTo>
                <a:lnTo>
                  <a:pt x="592" y="388"/>
                </a:lnTo>
                <a:lnTo>
                  <a:pt x="593" y="388"/>
                </a:lnTo>
                <a:lnTo>
                  <a:pt x="593" y="389"/>
                </a:lnTo>
                <a:lnTo>
                  <a:pt x="592" y="389"/>
                </a:lnTo>
                <a:lnTo>
                  <a:pt x="593" y="389"/>
                </a:lnTo>
                <a:lnTo>
                  <a:pt x="593" y="390"/>
                </a:lnTo>
                <a:lnTo>
                  <a:pt x="592" y="390"/>
                </a:lnTo>
                <a:lnTo>
                  <a:pt x="593" y="390"/>
                </a:lnTo>
                <a:lnTo>
                  <a:pt x="593" y="391"/>
                </a:lnTo>
                <a:lnTo>
                  <a:pt x="592" y="392"/>
                </a:lnTo>
                <a:lnTo>
                  <a:pt x="592" y="393"/>
                </a:lnTo>
                <a:lnTo>
                  <a:pt x="592" y="394"/>
                </a:lnTo>
                <a:lnTo>
                  <a:pt x="592" y="395"/>
                </a:lnTo>
                <a:lnTo>
                  <a:pt x="591" y="395"/>
                </a:lnTo>
                <a:lnTo>
                  <a:pt x="591" y="394"/>
                </a:lnTo>
                <a:lnTo>
                  <a:pt x="590" y="394"/>
                </a:lnTo>
                <a:lnTo>
                  <a:pt x="590" y="395"/>
                </a:lnTo>
                <a:lnTo>
                  <a:pt x="590" y="396"/>
                </a:lnTo>
                <a:lnTo>
                  <a:pt x="589" y="396"/>
                </a:lnTo>
                <a:lnTo>
                  <a:pt x="589" y="397"/>
                </a:lnTo>
                <a:lnTo>
                  <a:pt x="588" y="397"/>
                </a:lnTo>
                <a:lnTo>
                  <a:pt x="587" y="397"/>
                </a:lnTo>
                <a:lnTo>
                  <a:pt x="587" y="396"/>
                </a:lnTo>
                <a:lnTo>
                  <a:pt x="586" y="396"/>
                </a:lnTo>
                <a:lnTo>
                  <a:pt x="585" y="396"/>
                </a:lnTo>
                <a:lnTo>
                  <a:pt x="585" y="397"/>
                </a:lnTo>
                <a:lnTo>
                  <a:pt x="584" y="397"/>
                </a:lnTo>
                <a:lnTo>
                  <a:pt x="583" y="397"/>
                </a:lnTo>
                <a:lnTo>
                  <a:pt x="582" y="398"/>
                </a:lnTo>
                <a:lnTo>
                  <a:pt x="581" y="399"/>
                </a:lnTo>
                <a:lnTo>
                  <a:pt x="580" y="399"/>
                </a:lnTo>
                <a:lnTo>
                  <a:pt x="580" y="398"/>
                </a:lnTo>
                <a:lnTo>
                  <a:pt x="579" y="398"/>
                </a:lnTo>
                <a:lnTo>
                  <a:pt x="578" y="399"/>
                </a:lnTo>
                <a:lnTo>
                  <a:pt x="577" y="399"/>
                </a:lnTo>
                <a:lnTo>
                  <a:pt x="577" y="400"/>
                </a:lnTo>
                <a:lnTo>
                  <a:pt x="576" y="400"/>
                </a:lnTo>
                <a:lnTo>
                  <a:pt x="575" y="400"/>
                </a:lnTo>
                <a:lnTo>
                  <a:pt x="575" y="399"/>
                </a:lnTo>
                <a:lnTo>
                  <a:pt x="575" y="398"/>
                </a:lnTo>
                <a:lnTo>
                  <a:pt x="575" y="397"/>
                </a:lnTo>
                <a:lnTo>
                  <a:pt x="574" y="397"/>
                </a:lnTo>
                <a:lnTo>
                  <a:pt x="572" y="397"/>
                </a:lnTo>
                <a:lnTo>
                  <a:pt x="571" y="397"/>
                </a:lnTo>
                <a:lnTo>
                  <a:pt x="571" y="398"/>
                </a:lnTo>
                <a:lnTo>
                  <a:pt x="570" y="398"/>
                </a:lnTo>
                <a:lnTo>
                  <a:pt x="569" y="398"/>
                </a:lnTo>
                <a:lnTo>
                  <a:pt x="569" y="397"/>
                </a:lnTo>
                <a:lnTo>
                  <a:pt x="568" y="397"/>
                </a:lnTo>
                <a:lnTo>
                  <a:pt x="568" y="398"/>
                </a:lnTo>
                <a:lnTo>
                  <a:pt x="568" y="397"/>
                </a:lnTo>
                <a:lnTo>
                  <a:pt x="567" y="398"/>
                </a:lnTo>
                <a:lnTo>
                  <a:pt x="566" y="398"/>
                </a:lnTo>
                <a:lnTo>
                  <a:pt x="566" y="399"/>
                </a:lnTo>
                <a:lnTo>
                  <a:pt x="565" y="399"/>
                </a:lnTo>
                <a:lnTo>
                  <a:pt x="565" y="398"/>
                </a:lnTo>
                <a:lnTo>
                  <a:pt x="564" y="399"/>
                </a:lnTo>
                <a:lnTo>
                  <a:pt x="563" y="399"/>
                </a:lnTo>
                <a:lnTo>
                  <a:pt x="563" y="400"/>
                </a:lnTo>
                <a:lnTo>
                  <a:pt x="562" y="401"/>
                </a:lnTo>
                <a:lnTo>
                  <a:pt x="561" y="401"/>
                </a:lnTo>
                <a:lnTo>
                  <a:pt x="561" y="402"/>
                </a:lnTo>
                <a:lnTo>
                  <a:pt x="560" y="402"/>
                </a:lnTo>
                <a:lnTo>
                  <a:pt x="559" y="402"/>
                </a:lnTo>
                <a:lnTo>
                  <a:pt x="558" y="402"/>
                </a:lnTo>
                <a:lnTo>
                  <a:pt x="558" y="403"/>
                </a:lnTo>
                <a:lnTo>
                  <a:pt x="557" y="403"/>
                </a:lnTo>
                <a:lnTo>
                  <a:pt x="557" y="404"/>
                </a:lnTo>
                <a:lnTo>
                  <a:pt x="556" y="404"/>
                </a:lnTo>
                <a:lnTo>
                  <a:pt x="555" y="404"/>
                </a:lnTo>
                <a:lnTo>
                  <a:pt x="554" y="405"/>
                </a:lnTo>
                <a:lnTo>
                  <a:pt x="553" y="404"/>
                </a:lnTo>
                <a:lnTo>
                  <a:pt x="552" y="404"/>
                </a:lnTo>
                <a:lnTo>
                  <a:pt x="551" y="404"/>
                </a:lnTo>
                <a:lnTo>
                  <a:pt x="550" y="404"/>
                </a:lnTo>
                <a:lnTo>
                  <a:pt x="550" y="405"/>
                </a:lnTo>
                <a:lnTo>
                  <a:pt x="549" y="404"/>
                </a:lnTo>
                <a:lnTo>
                  <a:pt x="549" y="403"/>
                </a:lnTo>
                <a:lnTo>
                  <a:pt x="548" y="403"/>
                </a:lnTo>
                <a:lnTo>
                  <a:pt x="548" y="402"/>
                </a:lnTo>
                <a:lnTo>
                  <a:pt x="549" y="402"/>
                </a:lnTo>
                <a:lnTo>
                  <a:pt x="548" y="402"/>
                </a:lnTo>
                <a:lnTo>
                  <a:pt x="548" y="403"/>
                </a:lnTo>
                <a:lnTo>
                  <a:pt x="547" y="403"/>
                </a:lnTo>
                <a:lnTo>
                  <a:pt x="546" y="403"/>
                </a:lnTo>
                <a:lnTo>
                  <a:pt x="545" y="403"/>
                </a:lnTo>
                <a:lnTo>
                  <a:pt x="544" y="403"/>
                </a:lnTo>
                <a:lnTo>
                  <a:pt x="543" y="403"/>
                </a:lnTo>
                <a:lnTo>
                  <a:pt x="543" y="404"/>
                </a:lnTo>
                <a:lnTo>
                  <a:pt x="542" y="405"/>
                </a:lnTo>
                <a:lnTo>
                  <a:pt x="541" y="405"/>
                </a:lnTo>
                <a:lnTo>
                  <a:pt x="541" y="404"/>
                </a:lnTo>
                <a:lnTo>
                  <a:pt x="540" y="405"/>
                </a:lnTo>
                <a:lnTo>
                  <a:pt x="540" y="404"/>
                </a:lnTo>
                <a:lnTo>
                  <a:pt x="539" y="404"/>
                </a:lnTo>
                <a:lnTo>
                  <a:pt x="538" y="404"/>
                </a:lnTo>
                <a:lnTo>
                  <a:pt x="538" y="403"/>
                </a:lnTo>
                <a:lnTo>
                  <a:pt x="537" y="401"/>
                </a:lnTo>
                <a:lnTo>
                  <a:pt x="536" y="400"/>
                </a:lnTo>
                <a:lnTo>
                  <a:pt x="535" y="400"/>
                </a:lnTo>
                <a:lnTo>
                  <a:pt x="535" y="401"/>
                </a:lnTo>
                <a:lnTo>
                  <a:pt x="534" y="401"/>
                </a:lnTo>
                <a:lnTo>
                  <a:pt x="533" y="402"/>
                </a:lnTo>
                <a:lnTo>
                  <a:pt x="533" y="401"/>
                </a:lnTo>
                <a:lnTo>
                  <a:pt x="532" y="402"/>
                </a:lnTo>
                <a:lnTo>
                  <a:pt x="531" y="402"/>
                </a:lnTo>
                <a:lnTo>
                  <a:pt x="531" y="403"/>
                </a:lnTo>
                <a:lnTo>
                  <a:pt x="532" y="403"/>
                </a:lnTo>
                <a:lnTo>
                  <a:pt x="532" y="404"/>
                </a:lnTo>
                <a:lnTo>
                  <a:pt x="532" y="405"/>
                </a:lnTo>
                <a:lnTo>
                  <a:pt x="531" y="406"/>
                </a:lnTo>
                <a:lnTo>
                  <a:pt x="531" y="407"/>
                </a:lnTo>
                <a:lnTo>
                  <a:pt x="532" y="407"/>
                </a:lnTo>
                <a:lnTo>
                  <a:pt x="532" y="408"/>
                </a:lnTo>
                <a:lnTo>
                  <a:pt x="531" y="408"/>
                </a:lnTo>
                <a:lnTo>
                  <a:pt x="531" y="409"/>
                </a:lnTo>
                <a:lnTo>
                  <a:pt x="531" y="410"/>
                </a:lnTo>
                <a:lnTo>
                  <a:pt x="530" y="410"/>
                </a:lnTo>
                <a:lnTo>
                  <a:pt x="530" y="411"/>
                </a:lnTo>
                <a:lnTo>
                  <a:pt x="531" y="411"/>
                </a:lnTo>
                <a:lnTo>
                  <a:pt x="531" y="412"/>
                </a:lnTo>
                <a:lnTo>
                  <a:pt x="531" y="413"/>
                </a:lnTo>
                <a:lnTo>
                  <a:pt x="531" y="414"/>
                </a:lnTo>
                <a:lnTo>
                  <a:pt x="530" y="414"/>
                </a:lnTo>
                <a:lnTo>
                  <a:pt x="529" y="414"/>
                </a:lnTo>
                <a:lnTo>
                  <a:pt x="529" y="413"/>
                </a:lnTo>
                <a:lnTo>
                  <a:pt x="528" y="413"/>
                </a:lnTo>
                <a:lnTo>
                  <a:pt x="528" y="414"/>
                </a:lnTo>
                <a:lnTo>
                  <a:pt x="528" y="413"/>
                </a:lnTo>
                <a:lnTo>
                  <a:pt x="528" y="414"/>
                </a:lnTo>
                <a:lnTo>
                  <a:pt x="527" y="414"/>
                </a:lnTo>
                <a:lnTo>
                  <a:pt x="527" y="415"/>
                </a:lnTo>
                <a:lnTo>
                  <a:pt x="526" y="415"/>
                </a:lnTo>
                <a:lnTo>
                  <a:pt x="526" y="414"/>
                </a:lnTo>
                <a:lnTo>
                  <a:pt x="526" y="415"/>
                </a:lnTo>
                <a:lnTo>
                  <a:pt x="525" y="415"/>
                </a:lnTo>
                <a:lnTo>
                  <a:pt x="524" y="416"/>
                </a:lnTo>
                <a:lnTo>
                  <a:pt x="524" y="415"/>
                </a:lnTo>
                <a:lnTo>
                  <a:pt x="523" y="415"/>
                </a:lnTo>
                <a:lnTo>
                  <a:pt x="522" y="415"/>
                </a:lnTo>
                <a:lnTo>
                  <a:pt x="522" y="416"/>
                </a:lnTo>
                <a:lnTo>
                  <a:pt x="521" y="416"/>
                </a:lnTo>
                <a:lnTo>
                  <a:pt x="520" y="415"/>
                </a:lnTo>
                <a:lnTo>
                  <a:pt x="519" y="416"/>
                </a:lnTo>
                <a:lnTo>
                  <a:pt x="518" y="416"/>
                </a:lnTo>
                <a:lnTo>
                  <a:pt x="517" y="416"/>
                </a:lnTo>
                <a:lnTo>
                  <a:pt x="516" y="416"/>
                </a:lnTo>
                <a:lnTo>
                  <a:pt x="515" y="416"/>
                </a:lnTo>
                <a:lnTo>
                  <a:pt x="515" y="417"/>
                </a:lnTo>
                <a:lnTo>
                  <a:pt x="514" y="417"/>
                </a:lnTo>
                <a:lnTo>
                  <a:pt x="514" y="419"/>
                </a:lnTo>
                <a:lnTo>
                  <a:pt x="513" y="419"/>
                </a:lnTo>
                <a:lnTo>
                  <a:pt x="513" y="420"/>
                </a:lnTo>
                <a:lnTo>
                  <a:pt x="512" y="420"/>
                </a:lnTo>
                <a:lnTo>
                  <a:pt x="512" y="421"/>
                </a:lnTo>
                <a:lnTo>
                  <a:pt x="511" y="421"/>
                </a:lnTo>
                <a:lnTo>
                  <a:pt x="510" y="422"/>
                </a:lnTo>
                <a:lnTo>
                  <a:pt x="510" y="423"/>
                </a:lnTo>
                <a:lnTo>
                  <a:pt x="509" y="423"/>
                </a:lnTo>
                <a:lnTo>
                  <a:pt x="509" y="424"/>
                </a:lnTo>
                <a:lnTo>
                  <a:pt x="508" y="424"/>
                </a:lnTo>
                <a:lnTo>
                  <a:pt x="507" y="424"/>
                </a:lnTo>
                <a:lnTo>
                  <a:pt x="507" y="425"/>
                </a:lnTo>
                <a:lnTo>
                  <a:pt x="507" y="426"/>
                </a:lnTo>
                <a:lnTo>
                  <a:pt x="506" y="426"/>
                </a:lnTo>
                <a:lnTo>
                  <a:pt x="506" y="427"/>
                </a:lnTo>
                <a:lnTo>
                  <a:pt x="505" y="427"/>
                </a:lnTo>
                <a:lnTo>
                  <a:pt x="504" y="427"/>
                </a:lnTo>
                <a:lnTo>
                  <a:pt x="504" y="429"/>
                </a:lnTo>
                <a:lnTo>
                  <a:pt x="504" y="430"/>
                </a:lnTo>
                <a:lnTo>
                  <a:pt x="504" y="431"/>
                </a:lnTo>
                <a:lnTo>
                  <a:pt x="503" y="431"/>
                </a:lnTo>
                <a:lnTo>
                  <a:pt x="503" y="432"/>
                </a:lnTo>
                <a:lnTo>
                  <a:pt x="503" y="433"/>
                </a:lnTo>
                <a:lnTo>
                  <a:pt x="503" y="432"/>
                </a:lnTo>
                <a:lnTo>
                  <a:pt x="503" y="433"/>
                </a:lnTo>
                <a:lnTo>
                  <a:pt x="502" y="433"/>
                </a:lnTo>
                <a:lnTo>
                  <a:pt x="501" y="433"/>
                </a:lnTo>
                <a:lnTo>
                  <a:pt x="501" y="434"/>
                </a:lnTo>
                <a:lnTo>
                  <a:pt x="500" y="434"/>
                </a:lnTo>
                <a:lnTo>
                  <a:pt x="499" y="434"/>
                </a:lnTo>
                <a:lnTo>
                  <a:pt x="498" y="434"/>
                </a:lnTo>
                <a:lnTo>
                  <a:pt x="497" y="434"/>
                </a:lnTo>
                <a:lnTo>
                  <a:pt x="497" y="433"/>
                </a:lnTo>
                <a:lnTo>
                  <a:pt x="497" y="432"/>
                </a:lnTo>
                <a:lnTo>
                  <a:pt x="497" y="431"/>
                </a:lnTo>
                <a:lnTo>
                  <a:pt x="496" y="431"/>
                </a:lnTo>
                <a:lnTo>
                  <a:pt x="495" y="431"/>
                </a:lnTo>
                <a:lnTo>
                  <a:pt x="495" y="432"/>
                </a:lnTo>
                <a:lnTo>
                  <a:pt x="495" y="431"/>
                </a:lnTo>
                <a:lnTo>
                  <a:pt x="494" y="431"/>
                </a:lnTo>
                <a:lnTo>
                  <a:pt x="493" y="430"/>
                </a:lnTo>
                <a:lnTo>
                  <a:pt x="494" y="429"/>
                </a:lnTo>
                <a:lnTo>
                  <a:pt x="494" y="428"/>
                </a:lnTo>
                <a:lnTo>
                  <a:pt x="493" y="428"/>
                </a:lnTo>
                <a:lnTo>
                  <a:pt x="492" y="427"/>
                </a:lnTo>
                <a:lnTo>
                  <a:pt x="491" y="427"/>
                </a:lnTo>
                <a:lnTo>
                  <a:pt x="490" y="427"/>
                </a:lnTo>
                <a:lnTo>
                  <a:pt x="490" y="428"/>
                </a:lnTo>
                <a:lnTo>
                  <a:pt x="489" y="428"/>
                </a:lnTo>
                <a:lnTo>
                  <a:pt x="489" y="427"/>
                </a:lnTo>
                <a:lnTo>
                  <a:pt x="489" y="428"/>
                </a:lnTo>
                <a:lnTo>
                  <a:pt x="488" y="428"/>
                </a:lnTo>
                <a:lnTo>
                  <a:pt x="487" y="428"/>
                </a:lnTo>
                <a:lnTo>
                  <a:pt x="487" y="429"/>
                </a:lnTo>
                <a:lnTo>
                  <a:pt x="487" y="430"/>
                </a:lnTo>
                <a:lnTo>
                  <a:pt x="487" y="431"/>
                </a:lnTo>
                <a:lnTo>
                  <a:pt x="486" y="431"/>
                </a:lnTo>
                <a:lnTo>
                  <a:pt x="485" y="431"/>
                </a:lnTo>
                <a:lnTo>
                  <a:pt x="485" y="432"/>
                </a:lnTo>
                <a:lnTo>
                  <a:pt x="485" y="431"/>
                </a:lnTo>
                <a:lnTo>
                  <a:pt x="484" y="431"/>
                </a:lnTo>
                <a:lnTo>
                  <a:pt x="484" y="430"/>
                </a:lnTo>
                <a:lnTo>
                  <a:pt x="484" y="429"/>
                </a:lnTo>
                <a:lnTo>
                  <a:pt x="483" y="429"/>
                </a:lnTo>
                <a:lnTo>
                  <a:pt x="483" y="428"/>
                </a:lnTo>
                <a:lnTo>
                  <a:pt x="484" y="428"/>
                </a:lnTo>
                <a:lnTo>
                  <a:pt x="484" y="427"/>
                </a:lnTo>
                <a:lnTo>
                  <a:pt x="483" y="427"/>
                </a:lnTo>
                <a:lnTo>
                  <a:pt x="482" y="427"/>
                </a:lnTo>
                <a:lnTo>
                  <a:pt x="482" y="428"/>
                </a:lnTo>
                <a:lnTo>
                  <a:pt x="482" y="429"/>
                </a:lnTo>
                <a:lnTo>
                  <a:pt x="481" y="429"/>
                </a:lnTo>
                <a:lnTo>
                  <a:pt x="480" y="429"/>
                </a:lnTo>
                <a:lnTo>
                  <a:pt x="480" y="428"/>
                </a:lnTo>
                <a:lnTo>
                  <a:pt x="480" y="427"/>
                </a:lnTo>
                <a:lnTo>
                  <a:pt x="480" y="426"/>
                </a:lnTo>
                <a:lnTo>
                  <a:pt x="480" y="425"/>
                </a:lnTo>
                <a:lnTo>
                  <a:pt x="479" y="425"/>
                </a:lnTo>
                <a:lnTo>
                  <a:pt x="480" y="425"/>
                </a:lnTo>
                <a:lnTo>
                  <a:pt x="480" y="424"/>
                </a:lnTo>
                <a:lnTo>
                  <a:pt x="479" y="424"/>
                </a:lnTo>
                <a:lnTo>
                  <a:pt x="478" y="423"/>
                </a:lnTo>
                <a:lnTo>
                  <a:pt x="478" y="422"/>
                </a:lnTo>
                <a:lnTo>
                  <a:pt x="479" y="422"/>
                </a:lnTo>
                <a:lnTo>
                  <a:pt x="478" y="421"/>
                </a:lnTo>
                <a:lnTo>
                  <a:pt x="478" y="420"/>
                </a:lnTo>
                <a:lnTo>
                  <a:pt x="478" y="419"/>
                </a:lnTo>
                <a:lnTo>
                  <a:pt x="479" y="419"/>
                </a:lnTo>
                <a:lnTo>
                  <a:pt x="480" y="419"/>
                </a:lnTo>
                <a:lnTo>
                  <a:pt x="480" y="418"/>
                </a:lnTo>
                <a:lnTo>
                  <a:pt x="480" y="417"/>
                </a:lnTo>
                <a:lnTo>
                  <a:pt x="481" y="417"/>
                </a:lnTo>
                <a:lnTo>
                  <a:pt x="480" y="417"/>
                </a:lnTo>
                <a:lnTo>
                  <a:pt x="480" y="416"/>
                </a:lnTo>
                <a:lnTo>
                  <a:pt x="481" y="416"/>
                </a:lnTo>
                <a:lnTo>
                  <a:pt x="480" y="416"/>
                </a:lnTo>
                <a:lnTo>
                  <a:pt x="480" y="415"/>
                </a:lnTo>
                <a:lnTo>
                  <a:pt x="481" y="415"/>
                </a:lnTo>
                <a:lnTo>
                  <a:pt x="481" y="414"/>
                </a:lnTo>
                <a:lnTo>
                  <a:pt x="480" y="414"/>
                </a:lnTo>
                <a:lnTo>
                  <a:pt x="480" y="413"/>
                </a:lnTo>
                <a:lnTo>
                  <a:pt x="479" y="413"/>
                </a:lnTo>
                <a:lnTo>
                  <a:pt x="479" y="414"/>
                </a:lnTo>
                <a:lnTo>
                  <a:pt x="478" y="414"/>
                </a:lnTo>
                <a:lnTo>
                  <a:pt x="478" y="415"/>
                </a:lnTo>
                <a:lnTo>
                  <a:pt x="477" y="415"/>
                </a:lnTo>
                <a:lnTo>
                  <a:pt x="477" y="414"/>
                </a:lnTo>
                <a:lnTo>
                  <a:pt x="476" y="414"/>
                </a:lnTo>
                <a:lnTo>
                  <a:pt x="477" y="414"/>
                </a:lnTo>
                <a:lnTo>
                  <a:pt x="476" y="414"/>
                </a:lnTo>
                <a:lnTo>
                  <a:pt x="476" y="413"/>
                </a:lnTo>
                <a:lnTo>
                  <a:pt x="476" y="412"/>
                </a:lnTo>
                <a:lnTo>
                  <a:pt x="475" y="412"/>
                </a:lnTo>
                <a:lnTo>
                  <a:pt x="474" y="412"/>
                </a:lnTo>
                <a:lnTo>
                  <a:pt x="474" y="413"/>
                </a:lnTo>
                <a:lnTo>
                  <a:pt x="474" y="412"/>
                </a:lnTo>
                <a:lnTo>
                  <a:pt x="474" y="411"/>
                </a:lnTo>
                <a:lnTo>
                  <a:pt x="473" y="411"/>
                </a:lnTo>
                <a:lnTo>
                  <a:pt x="473" y="410"/>
                </a:lnTo>
                <a:lnTo>
                  <a:pt x="473" y="409"/>
                </a:lnTo>
                <a:lnTo>
                  <a:pt x="474" y="409"/>
                </a:lnTo>
                <a:lnTo>
                  <a:pt x="474" y="408"/>
                </a:lnTo>
                <a:lnTo>
                  <a:pt x="474" y="407"/>
                </a:lnTo>
                <a:lnTo>
                  <a:pt x="475" y="407"/>
                </a:lnTo>
                <a:lnTo>
                  <a:pt x="475" y="406"/>
                </a:lnTo>
                <a:lnTo>
                  <a:pt x="475" y="405"/>
                </a:lnTo>
                <a:lnTo>
                  <a:pt x="475" y="404"/>
                </a:lnTo>
                <a:lnTo>
                  <a:pt x="476" y="404"/>
                </a:lnTo>
                <a:lnTo>
                  <a:pt x="477" y="404"/>
                </a:lnTo>
                <a:lnTo>
                  <a:pt x="477" y="403"/>
                </a:lnTo>
                <a:lnTo>
                  <a:pt x="478" y="403"/>
                </a:lnTo>
                <a:lnTo>
                  <a:pt x="478" y="402"/>
                </a:lnTo>
                <a:lnTo>
                  <a:pt x="478" y="401"/>
                </a:lnTo>
                <a:lnTo>
                  <a:pt x="478" y="400"/>
                </a:lnTo>
                <a:lnTo>
                  <a:pt x="478" y="399"/>
                </a:lnTo>
                <a:lnTo>
                  <a:pt x="478" y="398"/>
                </a:lnTo>
                <a:lnTo>
                  <a:pt x="479" y="398"/>
                </a:lnTo>
                <a:lnTo>
                  <a:pt x="479" y="397"/>
                </a:lnTo>
                <a:lnTo>
                  <a:pt x="480" y="397"/>
                </a:lnTo>
                <a:lnTo>
                  <a:pt x="481" y="397"/>
                </a:lnTo>
                <a:lnTo>
                  <a:pt x="482" y="397"/>
                </a:lnTo>
                <a:lnTo>
                  <a:pt x="483" y="397"/>
                </a:lnTo>
                <a:lnTo>
                  <a:pt x="483" y="398"/>
                </a:lnTo>
                <a:lnTo>
                  <a:pt x="483" y="397"/>
                </a:lnTo>
                <a:lnTo>
                  <a:pt x="484" y="397"/>
                </a:lnTo>
                <a:lnTo>
                  <a:pt x="484" y="396"/>
                </a:lnTo>
                <a:lnTo>
                  <a:pt x="485" y="396"/>
                </a:lnTo>
                <a:lnTo>
                  <a:pt x="485" y="395"/>
                </a:lnTo>
                <a:lnTo>
                  <a:pt x="485" y="394"/>
                </a:lnTo>
                <a:lnTo>
                  <a:pt x="484" y="394"/>
                </a:lnTo>
                <a:lnTo>
                  <a:pt x="485" y="394"/>
                </a:lnTo>
                <a:lnTo>
                  <a:pt x="485" y="393"/>
                </a:lnTo>
                <a:lnTo>
                  <a:pt x="486" y="393"/>
                </a:lnTo>
                <a:lnTo>
                  <a:pt x="486" y="392"/>
                </a:lnTo>
                <a:lnTo>
                  <a:pt x="486" y="391"/>
                </a:lnTo>
                <a:lnTo>
                  <a:pt x="485" y="391"/>
                </a:lnTo>
                <a:lnTo>
                  <a:pt x="485" y="390"/>
                </a:lnTo>
                <a:lnTo>
                  <a:pt x="485" y="389"/>
                </a:lnTo>
                <a:lnTo>
                  <a:pt x="484" y="389"/>
                </a:lnTo>
                <a:lnTo>
                  <a:pt x="483" y="389"/>
                </a:lnTo>
                <a:lnTo>
                  <a:pt x="483" y="388"/>
                </a:lnTo>
                <a:lnTo>
                  <a:pt x="482" y="388"/>
                </a:lnTo>
                <a:lnTo>
                  <a:pt x="482" y="387"/>
                </a:lnTo>
                <a:lnTo>
                  <a:pt x="481" y="387"/>
                </a:lnTo>
                <a:lnTo>
                  <a:pt x="481" y="386"/>
                </a:lnTo>
                <a:lnTo>
                  <a:pt x="480" y="386"/>
                </a:lnTo>
                <a:lnTo>
                  <a:pt x="480" y="385"/>
                </a:lnTo>
                <a:lnTo>
                  <a:pt x="479" y="385"/>
                </a:lnTo>
                <a:lnTo>
                  <a:pt x="478" y="385"/>
                </a:lnTo>
                <a:lnTo>
                  <a:pt x="477" y="385"/>
                </a:lnTo>
                <a:lnTo>
                  <a:pt x="476" y="385"/>
                </a:lnTo>
                <a:lnTo>
                  <a:pt x="475" y="385"/>
                </a:lnTo>
                <a:lnTo>
                  <a:pt x="475" y="384"/>
                </a:lnTo>
                <a:lnTo>
                  <a:pt x="476" y="384"/>
                </a:lnTo>
                <a:lnTo>
                  <a:pt x="476" y="383"/>
                </a:lnTo>
                <a:lnTo>
                  <a:pt x="477" y="383"/>
                </a:lnTo>
                <a:lnTo>
                  <a:pt x="478" y="382"/>
                </a:lnTo>
                <a:lnTo>
                  <a:pt x="478" y="383"/>
                </a:lnTo>
                <a:lnTo>
                  <a:pt x="479" y="382"/>
                </a:lnTo>
                <a:lnTo>
                  <a:pt x="479" y="381"/>
                </a:lnTo>
                <a:lnTo>
                  <a:pt x="480" y="381"/>
                </a:lnTo>
                <a:lnTo>
                  <a:pt x="481" y="381"/>
                </a:lnTo>
                <a:lnTo>
                  <a:pt x="482" y="381"/>
                </a:lnTo>
                <a:lnTo>
                  <a:pt x="482" y="380"/>
                </a:lnTo>
                <a:lnTo>
                  <a:pt x="482" y="379"/>
                </a:lnTo>
                <a:lnTo>
                  <a:pt x="483" y="379"/>
                </a:lnTo>
                <a:lnTo>
                  <a:pt x="484" y="379"/>
                </a:lnTo>
                <a:lnTo>
                  <a:pt x="484" y="378"/>
                </a:lnTo>
                <a:lnTo>
                  <a:pt x="485" y="378"/>
                </a:lnTo>
                <a:lnTo>
                  <a:pt x="485" y="377"/>
                </a:lnTo>
                <a:lnTo>
                  <a:pt x="484" y="377"/>
                </a:lnTo>
                <a:lnTo>
                  <a:pt x="484" y="376"/>
                </a:lnTo>
                <a:lnTo>
                  <a:pt x="483" y="376"/>
                </a:lnTo>
                <a:lnTo>
                  <a:pt x="483" y="375"/>
                </a:lnTo>
                <a:lnTo>
                  <a:pt x="482" y="375"/>
                </a:lnTo>
                <a:lnTo>
                  <a:pt x="482" y="374"/>
                </a:lnTo>
                <a:lnTo>
                  <a:pt x="481" y="373"/>
                </a:lnTo>
                <a:lnTo>
                  <a:pt x="482" y="373"/>
                </a:lnTo>
                <a:lnTo>
                  <a:pt x="481" y="373"/>
                </a:lnTo>
                <a:lnTo>
                  <a:pt x="480" y="373"/>
                </a:lnTo>
                <a:lnTo>
                  <a:pt x="481" y="372"/>
                </a:lnTo>
                <a:lnTo>
                  <a:pt x="480" y="372"/>
                </a:lnTo>
                <a:lnTo>
                  <a:pt x="479" y="372"/>
                </a:lnTo>
                <a:lnTo>
                  <a:pt x="479" y="373"/>
                </a:lnTo>
                <a:lnTo>
                  <a:pt x="479" y="372"/>
                </a:lnTo>
                <a:lnTo>
                  <a:pt x="478" y="372"/>
                </a:lnTo>
                <a:lnTo>
                  <a:pt x="479" y="372"/>
                </a:lnTo>
                <a:lnTo>
                  <a:pt x="479" y="371"/>
                </a:lnTo>
                <a:lnTo>
                  <a:pt x="479" y="370"/>
                </a:lnTo>
                <a:lnTo>
                  <a:pt x="478" y="370"/>
                </a:lnTo>
                <a:lnTo>
                  <a:pt x="478" y="369"/>
                </a:lnTo>
                <a:lnTo>
                  <a:pt x="478" y="368"/>
                </a:lnTo>
                <a:lnTo>
                  <a:pt x="478" y="367"/>
                </a:lnTo>
                <a:lnTo>
                  <a:pt x="478" y="368"/>
                </a:lnTo>
                <a:lnTo>
                  <a:pt x="477" y="368"/>
                </a:lnTo>
                <a:lnTo>
                  <a:pt x="477" y="367"/>
                </a:lnTo>
                <a:lnTo>
                  <a:pt x="477" y="368"/>
                </a:lnTo>
                <a:lnTo>
                  <a:pt x="476" y="368"/>
                </a:lnTo>
                <a:lnTo>
                  <a:pt x="476" y="369"/>
                </a:lnTo>
                <a:lnTo>
                  <a:pt x="475" y="369"/>
                </a:lnTo>
                <a:lnTo>
                  <a:pt x="474" y="369"/>
                </a:lnTo>
                <a:lnTo>
                  <a:pt x="473" y="369"/>
                </a:lnTo>
                <a:lnTo>
                  <a:pt x="472" y="369"/>
                </a:lnTo>
                <a:lnTo>
                  <a:pt x="471" y="369"/>
                </a:lnTo>
                <a:lnTo>
                  <a:pt x="470" y="368"/>
                </a:lnTo>
                <a:lnTo>
                  <a:pt x="470" y="369"/>
                </a:lnTo>
                <a:lnTo>
                  <a:pt x="469" y="369"/>
                </a:lnTo>
                <a:lnTo>
                  <a:pt x="468" y="369"/>
                </a:lnTo>
                <a:lnTo>
                  <a:pt x="468" y="368"/>
                </a:lnTo>
                <a:lnTo>
                  <a:pt x="467" y="368"/>
                </a:lnTo>
                <a:lnTo>
                  <a:pt x="467" y="367"/>
                </a:lnTo>
                <a:lnTo>
                  <a:pt x="467" y="366"/>
                </a:lnTo>
                <a:lnTo>
                  <a:pt x="467" y="365"/>
                </a:lnTo>
                <a:lnTo>
                  <a:pt x="467" y="364"/>
                </a:lnTo>
                <a:lnTo>
                  <a:pt x="467" y="363"/>
                </a:lnTo>
                <a:lnTo>
                  <a:pt x="467" y="362"/>
                </a:lnTo>
                <a:lnTo>
                  <a:pt x="468" y="362"/>
                </a:lnTo>
                <a:lnTo>
                  <a:pt x="468" y="361"/>
                </a:lnTo>
                <a:lnTo>
                  <a:pt x="468" y="359"/>
                </a:lnTo>
                <a:lnTo>
                  <a:pt x="468" y="358"/>
                </a:lnTo>
                <a:lnTo>
                  <a:pt x="468" y="357"/>
                </a:lnTo>
                <a:lnTo>
                  <a:pt x="469" y="357"/>
                </a:lnTo>
                <a:lnTo>
                  <a:pt x="469" y="356"/>
                </a:lnTo>
                <a:lnTo>
                  <a:pt x="469" y="355"/>
                </a:lnTo>
                <a:lnTo>
                  <a:pt x="470" y="355"/>
                </a:lnTo>
                <a:lnTo>
                  <a:pt x="469" y="355"/>
                </a:lnTo>
                <a:lnTo>
                  <a:pt x="469" y="354"/>
                </a:lnTo>
                <a:lnTo>
                  <a:pt x="470" y="354"/>
                </a:lnTo>
                <a:lnTo>
                  <a:pt x="470" y="353"/>
                </a:lnTo>
                <a:lnTo>
                  <a:pt x="470" y="352"/>
                </a:lnTo>
                <a:lnTo>
                  <a:pt x="471" y="352"/>
                </a:lnTo>
                <a:lnTo>
                  <a:pt x="470" y="352"/>
                </a:lnTo>
                <a:lnTo>
                  <a:pt x="470" y="351"/>
                </a:lnTo>
                <a:lnTo>
                  <a:pt x="469" y="351"/>
                </a:lnTo>
                <a:lnTo>
                  <a:pt x="468" y="351"/>
                </a:lnTo>
                <a:lnTo>
                  <a:pt x="468" y="352"/>
                </a:lnTo>
                <a:lnTo>
                  <a:pt x="467" y="352"/>
                </a:lnTo>
                <a:lnTo>
                  <a:pt x="467" y="353"/>
                </a:lnTo>
                <a:lnTo>
                  <a:pt x="466" y="353"/>
                </a:lnTo>
                <a:lnTo>
                  <a:pt x="465" y="354"/>
                </a:lnTo>
                <a:lnTo>
                  <a:pt x="465" y="355"/>
                </a:lnTo>
                <a:lnTo>
                  <a:pt x="464" y="355"/>
                </a:lnTo>
                <a:lnTo>
                  <a:pt x="464" y="356"/>
                </a:lnTo>
                <a:lnTo>
                  <a:pt x="462" y="357"/>
                </a:lnTo>
                <a:lnTo>
                  <a:pt x="461" y="358"/>
                </a:lnTo>
                <a:lnTo>
                  <a:pt x="461" y="359"/>
                </a:lnTo>
                <a:lnTo>
                  <a:pt x="460" y="359"/>
                </a:lnTo>
                <a:lnTo>
                  <a:pt x="459" y="360"/>
                </a:lnTo>
                <a:lnTo>
                  <a:pt x="458" y="360"/>
                </a:lnTo>
                <a:lnTo>
                  <a:pt x="458" y="361"/>
                </a:lnTo>
                <a:lnTo>
                  <a:pt x="457" y="361"/>
                </a:lnTo>
                <a:lnTo>
                  <a:pt x="456" y="361"/>
                </a:lnTo>
                <a:lnTo>
                  <a:pt x="456" y="362"/>
                </a:lnTo>
                <a:lnTo>
                  <a:pt x="455" y="362"/>
                </a:lnTo>
                <a:lnTo>
                  <a:pt x="454" y="364"/>
                </a:lnTo>
                <a:lnTo>
                  <a:pt x="453" y="364"/>
                </a:lnTo>
                <a:lnTo>
                  <a:pt x="453" y="365"/>
                </a:lnTo>
                <a:lnTo>
                  <a:pt x="452" y="366"/>
                </a:lnTo>
                <a:lnTo>
                  <a:pt x="451" y="366"/>
                </a:lnTo>
                <a:lnTo>
                  <a:pt x="451" y="367"/>
                </a:lnTo>
                <a:lnTo>
                  <a:pt x="450" y="367"/>
                </a:lnTo>
                <a:lnTo>
                  <a:pt x="450" y="368"/>
                </a:lnTo>
                <a:lnTo>
                  <a:pt x="449" y="368"/>
                </a:lnTo>
                <a:lnTo>
                  <a:pt x="449" y="369"/>
                </a:lnTo>
                <a:lnTo>
                  <a:pt x="449" y="370"/>
                </a:lnTo>
                <a:lnTo>
                  <a:pt x="448" y="370"/>
                </a:lnTo>
                <a:lnTo>
                  <a:pt x="448" y="371"/>
                </a:lnTo>
                <a:lnTo>
                  <a:pt x="447" y="371"/>
                </a:lnTo>
                <a:lnTo>
                  <a:pt x="447" y="372"/>
                </a:lnTo>
                <a:lnTo>
                  <a:pt x="446" y="373"/>
                </a:lnTo>
                <a:lnTo>
                  <a:pt x="446" y="374"/>
                </a:lnTo>
                <a:lnTo>
                  <a:pt x="445" y="374"/>
                </a:lnTo>
                <a:lnTo>
                  <a:pt x="445" y="375"/>
                </a:lnTo>
                <a:lnTo>
                  <a:pt x="444" y="375"/>
                </a:lnTo>
                <a:lnTo>
                  <a:pt x="443" y="377"/>
                </a:lnTo>
                <a:lnTo>
                  <a:pt x="442" y="379"/>
                </a:lnTo>
                <a:lnTo>
                  <a:pt x="441" y="380"/>
                </a:lnTo>
                <a:lnTo>
                  <a:pt x="440" y="380"/>
                </a:lnTo>
                <a:lnTo>
                  <a:pt x="440" y="381"/>
                </a:lnTo>
                <a:lnTo>
                  <a:pt x="439" y="381"/>
                </a:lnTo>
                <a:lnTo>
                  <a:pt x="439" y="382"/>
                </a:lnTo>
                <a:lnTo>
                  <a:pt x="438" y="382"/>
                </a:lnTo>
                <a:lnTo>
                  <a:pt x="438" y="383"/>
                </a:lnTo>
                <a:lnTo>
                  <a:pt x="437" y="383"/>
                </a:lnTo>
                <a:lnTo>
                  <a:pt x="437" y="384"/>
                </a:lnTo>
                <a:lnTo>
                  <a:pt x="437" y="385"/>
                </a:lnTo>
                <a:lnTo>
                  <a:pt x="436" y="385"/>
                </a:lnTo>
                <a:lnTo>
                  <a:pt x="436" y="386"/>
                </a:lnTo>
                <a:lnTo>
                  <a:pt x="435" y="386"/>
                </a:lnTo>
                <a:lnTo>
                  <a:pt x="435" y="387"/>
                </a:lnTo>
                <a:lnTo>
                  <a:pt x="435" y="388"/>
                </a:lnTo>
                <a:lnTo>
                  <a:pt x="434" y="388"/>
                </a:lnTo>
                <a:lnTo>
                  <a:pt x="434" y="389"/>
                </a:lnTo>
                <a:lnTo>
                  <a:pt x="433" y="389"/>
                </a:lnTo>
                <a:lnTo>
                  <a:pt x="433" y="390"/>
                </a:lnTo>
                <a:lnTo>
                  <a:pt x="432" y="391"/>
                </a:lnTo>
                <a:lnTo>
                  <a:pt x="431" y="391"/>
                </a:lnTo>
                <a:lnTo>
                  <a:pt x="430" y="391"/>
                </a:lnTo>
                <a:lnTo>
                  <a:pt x="428" y="391"/>
                </a:lnTo>
                <a:lnTo>
                  <a:pt x="428" y="390"/>
                </a:lnTo>
                <a:lnTo>
                  <a:pt x="427" y="390"/>
                </a:lnTo>
                <a:lnTo>
                  <a:pt x="427" y="391"/>
                </a:lnTo>
                <a:lnTo>
                  <a:pt x="427" y="393"/>
                </a:lnTo>
                <a:lnTo>
                  <a:pt x="426" y="393"/>
                </a:lnTo>
                <a:lnTo>
                  <a:pt x="425" y="393"/>
                </a:lnTo>
                <a:lnTo>
                  <a:pt x="425" y="392"/>
                </a:lnTo>
                <a:lnTo>
                  <a:pt x="425" y="391"/>
                </a:lnTo>
                <a:lnTo>
                  <a:pt x="425" y="389"/>
                </a:lnTo>
                <a:lnTo>
                  <a:pt x="424" y="388"/>
                </a:lnTo>
                <a:lnTo>
                  <a:pt x="424" y="387"/>
                </a:lnTo>
                <a:lnTo>
                  <a:pt x="424" y="386"/>
                </a:lnTo>
                <a:lnTo>
                  <a:pt x="424" y="385"/>
                </a:lnTo>
                <a:lnTo>
                  <a:pt x="424" y="384"/>
                </a:lnTo>
                <a:lnTo>
                  <a:pt x="423" y="384"/>
                </a:lnTo>
                <a:lnTo>
                  <a:pt x="421" y="384"/>
                </a:lnTo>
                <a:lnTo>
                  <a:pt x="420" y="384"/>
                </a:lnTo>
                <a:lnTo>
                  <a:pt x="420" y="385"/>
                </a:lnTo>
                <a:lnTo>
                  <a:pt x="419" y="385"/>
                </a:lnTo>
                <a:lnTo>
                  <a:pt x="417" y="386"/>
                </a:lnTo>
                <a:lnTo>
                  <a:pt x="417" y="387"/>
                </a:lnTo>
                <a:lnTo>
                  <a:pt x="416" y="387"/>
                </a:lnTo>
                <a:lnTo>
                  <a:pt x="416" y="388"/>
                </a:lnTo>
                <a:lnTo>
                  <a:pt x="416" y="389"/>
                </a:lnTo>
                <a:lnTo>
                  <a:pt x="415" y="390"/>
                </a:lnTo>
                <a:lnTo>
                  <a:pt x="414" y="390"/>
                </a:lnTo>
                <a:lnTo>
                  <a:pt x="414" y="389"/>
                </a:lnTo>
                <a:lnTo>
                  <a:pt x="413" y="389"/>
                </a:lnTo>
                <a:lnTo>
                  <a:pt x="413" y="388"/>
                </a:lnTo>
                <a:lnTo>
                  <a:pt x="413" y="387"/>
                </a:lnTo>
                <a:lnTo>
                  <a:pt x="413" y="385"/>
                </a:lnTo>
                <a:lnTo>
                  <a:pt x="412" y="384"/>
                </a:lnTo>
                <a:lnTo>
                  <a:pt x="412" y="383"/>
                </a:lnTo>
                <a:lnTo>
                  <a:pt x="412" y="382"/>
                </a:lnTo>
                <a:lnTo>
                  <a:pt x="411" y="380"/>
                </a:lnTo>
                <a:lnTo>
                  <a:pt x="411" y="379"/>
                </a:lnTo>
                <a:lnTo>
                  <a:pt x="411" y="377"/>
                </a:lnTo>
                <a:lnTo>
                  <a:pt x="410" y="376"/>
                </a:lnTo>
                <a:lnTo>
                  <a:pt x="410" y="375"/>
                </a:lnTo>
                <a:lnTo>
                  <a:pt x="410" y="374"/>
                </a:lnTo>
                <a:lnTo>
                  <a:pt x="411" y="374"/>
                </a:lnTo>
                <a:lnTo>
                  <a:pt x="411" y="373"/>
                </a:lnTo>
                <a:lnTo>
                  <a:pt x="412" y="372"/>
                </a:lnTo>
                <a:lnTo>
                  <a:pt x="413" y="371"/>
                </a:lnTo>
                <a:lnTo>
                  <a:pt x="414" y="371"/>
                </a:lnTo>
                <a:lnTo>
                  <a:pt x="415" y="370"/>
                </a:lnTo>
                <a:lnTo>
                  <a:pt x="416" y="369"/>
                </a:lnTo>
                <a:lnTo>
                  <a:pt x="417" y="369"/>
                </a:lnTo>
                <a:lnTo>
                  <a:pt x="418" y="368"/>
                </a:lnTo>
                <a:lnTo>
                  <a:pt x="418" y="366"/>
                </a:lnTo>
                <a:lnTo>
                  <a:pt x="419" y="365"/>
                </a:lnTo>
                <a:lnTo>
                  <a:pt x="419" y="364"/>
                </a:lnTo>
                <a:lnTo>
                  <a:pt x="420" y="363"/>
                </a:lnTo>
                <a:lnTo>
                  <a:pt x="420" y="362"/>
                </a:lnTo>
                <a:lnTo>
                  <a:pt x="420" y="361"/>
                </a:lnTo>
                <a:lnTo>
                  <a:pt x="421" y="360"/>
                </a:lnTo>
                <a:lnTo>
                  <a:pt x="421" y="359"/>
                </a:lnTo>
                <a:lnTo>
                  <a:pt x="420" y="359"/>
                </a:lnTo>
                <a:lnTo>
                  <a:pt x="419" y="359"/>
                </a:lnTo>
                <a:lnTo>
                  <a:pt x="419" y="360"/>
                </a:lnTo>
                <a:lnTo>
                  <a:pt x="418" y="361"/>
                </a:lnTo>
                <a:lnTo>
                  <a:pt x="418" y="362"/>
                </a:lnTo>
                <a:lnTo>
                  <a:pt x="417" y="363"/>
                </a:lnTo>
                <a:lnTo>
                  <a:pt x="416" y="364"/>
                </a:lnTo>
                <a:lnTo>
                  <a:pt x="415" y="365"/>
                </a:lnTo>
                <a:lnTo>
                  <a:pt x="415" y="366"/>
                </a:lnTo>
                <a:lnTo>
                  <a:pt x="414" y="366"/>
                </a:lnTo>
                <a:lnTo>
                  <a:pt x="414" y="367"/>
                </a:lnTo>
                <a:lnTo>
                  <a:pt x="413" y="367"/>
                </a:lnTo>
                <a:lnTo>
                  <a:pt x="413" y="368"/>
                </a:lnTo>
                <a:lnTo>
                  <a:pt x="412" y="368"/>
                </a:lnTo>
                <a:lnTo>
                  <a:pt x="412" y="367"/>
                </a:lnTo>
                <a:lnTo>
                  <a:pt x="411" y="366"/>
                </a:lnTo>
                <a:lnTo>
                  <a:pt x="412" y="366"/>
                </a:lnTo>
                <a:lnTo>
                  <a:pt x="412" y="365"/>
                </a:lnTo>
                <a:lnTo>
                  <a:pt x="412" y="364"/>
                </a:lnTo>
                <a:lnTo>
                  <a:pt x="412" y="363"/>
                </a:lnTo>
                <a:lnTo>
                  <a:pt x="412" y="362"/>
                </a:lnTo>
                <a:lnTo>
                  <a:pt x="412" y="361"/>
                </a:lnTo>
                <a:lnTo>
                  <a:pt x="412" y="360"/>
                </a:lnTo>
                <a:lnTo>
                  <a:pt x="412" y="359"/>
                </a:lnTo>
                <a:lnTo>
                  <a:pt x="411" y="358"/>
                </a:lnTo>
                <a:lnTo>
                  <a:pt x="410" y="358"/>
                </a:lnTo>
                <a:lnTo>
                  <a:pt x="409" y="357"/>
                </a:lnTo>
                <a:lnTo>
                  <a:pt x="408" y="357"/>
                </a:lnTo>
                <a:lnTo>
                  <a:pt x="407" y="357"/>
                </a:lnTo>
                <a:lnTo>
                  <a:pt x="406" y="357"/>
                </a:lnTo>
                <a:lnTo>
                  <a:pt x="405" y="358"/>
                </a:lnTo>
                <a:lnTo>
                  <a:pt x="404" y="359"/>
                </a:lnTo>
                <a:lnTo>
                  <a:pt x="403" y="360"/>
                </a:lnTo>
                <a:lnTo>
                  <a:pt x="401" y="361"/>
                </a:lnTo>
                <a:lnTo>
                  <a:pt x="401" y="362"/>
                </a:lnTo>
                <a:lnTo>
                  <a:pt x="400" y="362"/>
                </a:lnTo>
                <a:lnTo>
                  <a:pt x="400" y="363"/>
                </a:lnTo>
                <a:lnTo>
                  <a:pt x="401" y="363"/>
                </a:lnTo>
                <a:lnTo>
                  <a:pt x="401" y="364"/>
                </a:lnTo>
                <a:lnTo>
                  <a:pt x="400" y="364"/>
                </a:lnTo>
                <a:lnTo>
                  <a:pt x="399" y="364"/>
                </a:lnTo>
                <a:lnTo>
                  <a:pt x="399" y="365"/>
                </a:lnTo>
                <a:lnTo>
                  <a:pt x="400" y="365"/>
                </a:lnTo>
                <a:lnTo>
                  <a:pt x="400" y="366"/>
                </a:lnTo>
                <a:lnTo>
                  <a:pt x="399" y="366"/>
                </a:lnTo>
                <a:lnTo>
                  <a:pt x="399" y="367"/>
                </a:lnTo>
                <a:lnTo>
                  <a:pt x="399" y="368"/>
                </a:lnTo>
                <a:lnTo>
                  <a:pt x="398" y="368"/>
                </a:lnTo>
                <a:lnTo>
                  <a:pt x="397" y="368"/>
                </a:lnTo>
                <a:lnTo>
                  <a:pt x="397" y="369"/>
                </a:lnTo>
                <a:lnTo>
                  <a:pt x="397" y="370"/>
                </a:lnTo>
                <a:lnTo>
                  <a:pt x="396" y="370"/>
                </a:lnTo>
                <a:lnTo>
                  <a:pt x="396" y="371"/>
                </a:lnTo>
                <a:lnTo>
                  <a:pt x="395" y="371"/>
                </a:lnTo>
                <a:lnTo>
                  <a:pt x="394" y="371"/>
                </a:lnTo>
                <a:lnTo>
                  <a:pt x="394" y="370"/>
                </a:lnTo>
                <a:lnTo>
                  <a:pt x="393" y="370"/>
                </a:lnTo>
                <a:lnTo>
                  <a:pt x="393" y="371"/>
                </a:lnTo>
                <a:lnTo>
                  <a:pt x="392" y="371"/>
                </a:lnTo>
                <a:lnTo>
                  <a:pt x="393" y="371"/>
                </a:lnTo>
                <a:lnTo>
                  <a:pt x="393" y="372"/>
                </a:lnTo>
                <a:lnTo>
                  <a:pt x="392" y="372"/>
                </a:lnTo>
                <a:lnTo>
                  <a:pt x="392" y="373"/>
                </a:lnTo>
                <a:lnTo>
                  <a:pt x="391" y="373"/>
                </a:lnTo>
                <a:lnTo>
                  <a:pt x="391" y="374"/>
                </a:lnTo>
                <a:lnTo>
                  <a:pt x="391" y="375"/>
                </a:lnTo>
                <a:lnTo>
                  <a:pt x="390" y="375"/>
                </a:lnTo>
                <a:lnTo>
                  <a:pt x="390" y="376"/>
                </a:lnTo>
                <a:lnTo>
                  <a:pt x="390" y="377"/>
                </a:lnTo>
                <a:lnTo>
                  <a:pt x="389" y="377"/>
                </a:lnTo>
                <a:lnTo>
                  <a:pt x="389" y="376"/>
                </a:lnTo>
                <a:lnTo>
                  <a:pt x="388" y="376"/>
                </a:lnTo>
                <a:lnTo>
                  <a:pt x="387" y="376"/>
                </a:lnTo>
                <a:lnTo>
                  <a:pt x="387" y="377"/>
                </a:lnTo>
                <a:lnTo>
                  <a:pt x="386" y="377"/>
                </a:lnTo>
                <a:lnTo>
                  <a:pt x="386" y="376"/>
                </a:lnTo>
                <a:lnTo>
                  <a:pt x="386" y="375"/>
                </a:lnTo>
                <a:lnTo>
                  <a:pt x="385" y="375"/>
                </a:lnTo>
                <a:lnTo>
                  <a:pt x="385" y="374"/>
                </a:lnTo>
                <a:lnTo>
                  <a:pt x="384" y="374"/>
                </a:lnTo>
                <a:lnTo>
                  <a:pt x="384" y="375"/>
                </a:lnTo>
                <a:lnTo>
                  <a:pt x="383" y="375"/>
                </a:lnTo>
                <a:lnTo>
                  <a:pt x="382" y="374"/>
                </a:lnTo>
                <a:lnTo>
                  <a:pt x="381" y="374"/>
                </a:lnTo>
                <a:lnTo>
                  <a:pt x="380" y="374"/>
                </a:lnTo>
                <a:lnTo>
                  <a:pt x="379" y="374"/>
                </a:lnTo>
                <a:lnTo>
                  <a:pt x="378" y="374"/>
                </a:lnTo>
                <a:lnTo>
                  <a:pt x="378" y="375"/>
                </a:lnTo>
                <a:lnTo>
                  <a:pt x="377" y="376"/>
                </a:lnTo>
                <a:lnTo>
                  <a:pt x="376" y="376"/>
                </a:lnTo>
                <a:lnTo>
                  <a:pt x="375" y="376"/>
                </a:lnTo>
                <a:lnTo>
                  <a:pt x="374" y="375"/>
                </a:lnTo>
                <a:lnTo>
                  <a:pt x="373" y="375"/>
                </a:lnTo>
                <a:lnTo>
                  <a:pt x="373" y="374"/>
                </a:lnTo>
                <a:lnTo>
                  <a:pt x="373" y="373"/>
                </a:lnTo>
                <a:lnTo>
                  <a:pt x="372" y="373"/>
                </a:lnTo>
                <a:lnTo>
                  <a:pt x="371" y="373"/>
                </a:lnTo>
                <a:lnTo>
                  <a:pt x="370" y="373"/>
                </a:lnTo>
                <a:lnTo>
                  <a:pt x="369" y="372"/>
                </a:lnTo>
                <a:lnTo>
                  <a:pt x="368" y="373"/>
                </a:lnTo>
                <a:lnTo>
                  <a:pt x="367" y="373"/>
                </a:lnTo>
                <a:lnTo>
                  <a:pt x="367" y="374"/>
                </a:lnTo>
                <a:lnTo>
                  <a:pt x="366" y="374"/>
                </a:lnTo>
                <a:lnTo>
                  <a:pt x="366" y="376"/>
                </a:lnTo>
                <a:lnTo>
                  <a:pt x="366" y="377"/>
                </a:lnTo>
                <a:lnTo>
                  <a:pt x="365" y="378"/>
                </a:lnTo>
                <a:lnTo>
                  <a:pt x="365" y="379"/>
                </a:lnTo>
                <a:lnTo>
                  <a:pt x="364" y="379"/>
                </a:lnTo>
                <a:lnTo>
                  <a:pt x="364" y="380"/>
                </a:lnTo>
                <a:lnTo>
                  <a:pt x="363" y="380"/>
                </a:lnTo>
                <a:lnTo>
                  <a:pt x="363" y="379"/>
                </a:lnTo>
                <a:lnTo>
                  <a:pt x="363" y="380"/>
                </a:lnTo>
                <a:lnTo>
                  <a:pt x="362" y="381"/>
                </a:lnTo>
                <a:lnTo>
                  <a:pt x="362" y="382"/>
                </a:lnTo>
                <a:lnTo>
                  <a:pt x="361" y="382"/>
                </a:lnTo>
                <a:lnTo>
                  <a:pt x="360" y="382"/>
                </a:lnTo>
                <a:lnTo>
                  <a:pt x="359" y="382"/>
                </a:lnTo>
                <a:lnTo>
                  <a:pt x="358" y="382"/>
                </a:lnTo>
                <a:lnTo>
                  <a:pt x="357" y="382"/>
                </a:lnTo>
                <a:lnTo>
                  <a:pt x="357" y="383"/>
                </a:lnTo>
                <a:lnTo>
                  <a:pt x="356" y="383"/>
                </a:lnTo>
                <a:lnTo>
                  <a:pt x="356" y="384"/>
                </a:lnTo>
                <a:lnTo>
                  <a:pt x="355" y="384"/>
                </a:lnTo>
                <a:lnTo>
                  <a:pt x="355" y="385"/>
                </a:lnTo>
                <a:lnTo>
                  <a:pt x="354" y="385"/>
                </a:lnTo>
                <a:lnTo>
                  <a:pt x="354" y="386"/>
                </a:lnTo>
                <a:lnTo>
                  <a:pt x="354" y="387"/>
                </a:lnTo>
                <a:lnTo>
                  <a:pt x="353" y="387"/>
                </a:lnTo>
                <a:lnTo>
                  <a:pt x="353" y="386"/>
                </a:lnTo>
                <a:lnTo>
                  <a:pt x="353" y="385"/>
                </a:lnTo>
                <a:lnTo>
                  <a:pt x="353" y="383"/>
                </a:lnTo>
                <a:lnTo>
                  <a:pt x="353" y="382"/>
                </a:lnTo>
                <a:lnTo>
                  <a:pt x="354" y="382"/>
                </a:lnTo>
                <a:lnTo>
                  <a:pt x="355" y="381"/>
                </a:lnTo>
                <a:lnTo>
                  <a:pt x="355" y="380"/>
                </a:lnTo>
                <a:lnTo>
                  <a:pt x="355" y="379"/>
                </a:lnTo>
                <a:lnTo>
                  <a:pt x="355" y="378"/>
                </a:lnTo>
                <a:lnTo>
                  <a:pt x="355" y="377"/>
                </a:lnTo>
                <a:lnTo>
                  <a:pt x="354" y="377"/>
                </a:lnTo>
                <a:lnTo>
                  <a:pt x="354" y="376"/>
                </a:lnTo>
                <a:lnTo>
                  <a:pt x="354" y="377"/>
                </a:lnTo>
                <a:lnTo>
                  <a:pt x="353" y="376"/>
                </a:lnTo>
                <a:lnTo>
                  <a:pt x="352" y="376"/>
                </a:lnTo>
                <a:lnTo>
                  <a:pt x="352" y="375"/>
                </a:lnTo>
                <a:lnTo>
                  <a:pt x="351" y="375"/>
                </a:lnTo>
                <a:lnTo>
                  <a:pt x="350" y="375"/>
                </a:lnTo>
                <a:lnTo>
                  <a:pt x="350" y="374"/>
                </a:lnTo>
                <a:lnTo>
                  <a:pt x="349" y="374"/>
                </a:lnTo>
                <a:lnTo>
                  <a:pt x="349" y="375"/>
                </a:lnTo>
                <a:lnTo>
                  <a:pt x="349" y="374"/>
                </a:lnTo>
                <a:lnTo>
                  <a:pt x="349" y="372"/>
                </a:lnTo>
                <a:lnTo>
                  <a:pt x="349" y="371"/>
                </a:lnTo>
                <a:lnTo>
                  <a:pt x="350" y="371"/>
                </a:lnTo>
                <a:lnTo>
                  <a:pt x="350" y="370"/>
                </a:lnTo>
                <a:lnTo>
                  <a:pt x="349" y="370"/>
                </a:lnTo>
                <a:lnTo>
                  <a:pt x="349" y="371"/>
                </a:lnTo>
                <a:lnTo>
                  <a:pt x="348" y="371"/>
                </a:lnTo>
                <a:lnTo>
                  <a:pt x="347" y="371"/>
                </a:lnTo>
                <a:lnTo>
                  <a:pt x="347" y="372"/>
                </a:lnTo>
                <a:lnTo>
                  <a:pt x="348" y="372"/>
                </a:lnTo>
                <a:lnTo>
                  <a:pt x="347" y="373"/>
                </a:lnTo>
                <a:lnTo>
                  <a:pt x="346" y="373"/>
                </a:lnTo>
                <a:lnTo>
                  <a:pt x="346" y="374"/>
                </a:lnTo>
                <a:lnTo>
                  <a:pt x="345" y="374"/>
                </a:lnTo>
                <a:lnTo>
                  <a:pt x="345" y="373"/>
                </a:lnTo>
                <a:lnTo>
                  <a:pt x="345" y="372"/>
                </a:lnTo>
                <a:lnTo>
                  <a:pt x="345" y="371"/>
                </a:lnTo>
                <a:lnTo>
                  <a:pt x="344" y="371"/>
                </a:lnTo>
                <a:lnTo>
                  <a:pt x="344" y="370"/>
                </a:lnTo>
                <a:lnTo>
                  <a:pt x="343" y="370"/>
                </a:lnTo>
                <a:lnTo>
                  <a:pt x="342" y="370"/>
                </a:lnTo>
                <a:lnTo>
                  <a:pt x="342" y="371"/>
                </a:lnTo>
                <a:lnTo>
                  <a:pt x="341" y="371"/>
                </a:lnTo>
                <a:lnTo>
                  <a:pt x="341" y="370"/>
                </a:lnTo>
                <a:lnTo>
                  <a:pt x="340" y="370"/>
                </a:lnTo>
                <a:lnTo>
                  <a:pt x="339" y="370"/>
                </a:lnTo>
                <a:lnTo>
                  <a:pt x="338" y="370"/>
                </a:lnTo>
                <a:lnTo>
                  <a:pt x="338" y="369"/>
                </a:lnTo>
                <a:lnTo>
                  <a:pt x="337" y="368"/>
                </a:lnTo>
                <a:lnTo>
                  <a:pt x="336" y="368"/>
                </a:lnTo>
                <a:lnTo>
                  <a:pt x="336" y="367"/>
                </a:lnTo>
                <a:lnTo>
                  <a:pt x="336" y="368"/>
                </a:lnTo>
                <a:lnTo>
                  <a:pt x="335" y="368"/>
                </a:lnTo>
                <a:lnTo>
                  <a:pt x="334" y="368"/>
                </a:lnTo>
                <a:lnTo>
                  <a:pt x="334" y="367"/>
                </a:lnTo>
                <a:lnTo>
                  <a:pt x="333" y="367"/>
                </a:lnTo>
                <a:lnTo>
                  <a:pt x="333" y="366"/>
                </a:lnTo>
                <a:lnTo>
                  <a:pt x="334" y="366"/>
                </a:lnTo>
                <a:lnTo>
                  <a:pt x="334" y="365"/>
                </a:lnTo>
                <a:lnTo>
                  <a:pt x="334" y="364"/>
                </a:lnTo>
                <a:lnTo>
                  <a:pt x="335" y="364"/>
                </a:lnTo>
                <a:lnTo>
                  <a:pt x="334" y="364"/>
                </a:lnTo>
                <a:lnTo>
                  <a:pt x="334" y="362"/>
                </a:lnTo>
                <a:lnTo>
                  <a:pt x="335" y="362"/>
                </a:lnTo>
                <a:lnTo>
                  <a:pt x="335" y="361"/>
                </a:lnTo>
                <a:lnTo>
                  <a:pt x="334" y="361"/>
                </a:lnTo>
                <a:lnTo>
                  <a:pt x="334" y="360"/>
                </a:lnTo>
                <a:lnTo>
                  <a:pt x="334" y="359"/>
                </a:lnTo>
                <a:lnTo>
                  <a:pt x="333" y="359"/>
                </a:lnTo>
                <a:lnTo>
                  <a:pt x="333" y="360"/>
                </a:lnTo>
                <a:lnTo>
                  <a:pt x="334" y="361"/>
                </a:lnTo>
                <a:lnTo>
                  <a:pt x="334" y="362"/>
                </a:lnTo>
                <a:lnTo>
                  <a:pt x="333" y="361"/>
                </a:lnTo>
                <a:lnTo>
                  <a:pt x="332" y="361"/>
                </a:lnTo>
                <a:lnTo>
                  <a:pt x="332" y="360"/>
                </a:lnTo>
                <a:lnTo>
                  <a:pt x="331" y="360"/>
                </a:lnTo>
                <a:lnTo>
                  <a:pt x="331" y="359"/>
                </a:lnTo>
                <a:lnTo>
                  <a:pt x="330" y="359"/>
                </a:lnTo>
                <a:lnTo>
                  <a:pt x="329" y="358"/>
                </a:lnTo>
                <a:lnTo>
                  <a:pt x="328" y="358"/>
                </a:lnTo>
                <a:lnTo>
                  <a:pt x="327" y="358"/>
                </a:lnTo>
                <a:lnTo>
                  <a:pt x="327" y="357"/>
                </a:lnTo>
                <a:lnTo>
                  <a:pt x="327" y="356"/>
                </a:lnTo>
                <a:lnTo>
                  <a:pt x="326" y="356"/>
                </a:lnTo>
                <a:lnTo>
                  <a:pt x="326" y="357"/>
                </a:lnTo>
                <a:lnTo>
                  <a:pt x="325" y="357"/>
                </a:lnTo>
                <a:lnTo>
                  <a:pt x="325" y="356"/>
                </a:lnTo>
                <a:lnTo>
                  <a:pt x="324" y="356"/>
                </a:lnTo>
                <a:lnTo>
                  <a:pt x="324" y="355"/>
                </a:lnTo>
                <a:lnTo>
                  <a:pt x="323" y="354"/>
                </a:lnTo>
                <a:lnTo>
                  <a:pt x="324" y="354"/>
                </a:lnTo>
                <a:lnTo>
                  <a:pt x="325" y="353"/>
                </a:lnTo>
                <a:lnTo>
                  <a:pt x="325" y="352"/>
                </a:lnTo>
                <a:lnTo>
                  <a:pt x="324" y="352"/>
                </a:lnTo>
                <a:lnTo>
                  <a:pt x="323" y="352"/>
                </a:lnTo>
                <a:lnTo>
                  <a:pt x="322" y="352"/>
                </a:lnTo>
                <a:lnTo>
                  <a:pt x="321" y="352"/>
                </a:lnTo>
                <a:lnTo>
                  <a:pt x="321" y="351"/>
                </a:lnTo>
                <a:lnTo>
                  <a:pt x="320" y="350"/>
                </a:lnTo>
                <a:lnTo>
                  <a:pt x="319" y="350"/>
                </a:lnTo>
                <a:lnTo>
                  <a:pt x="318" y="350"/>
                </a:lnTo>
                <a:lnTo>
                  <a:pt x="318" y="349"/>
                </a:lnTo>
                <a:lnTo>
                  <a:pt x="317" y="349"/>
                </a:lnTo>
                <a:lnTo>
                  <a:pt x="317" y="350"/>
                </a:lnTo>
                <a:lnTo>
                  <a:pt x="316" y="350"/>
                </a:lnTo>
                <a:lnTo>
                  <a:pt x="315" y="350"/>
                </a:lnTo>
                <a:lnTo>
                  <a:pt x="315" y="349"/>
                </a:lnTo>
                <a:lnTo>
                  <a:pt x="314" y="348"/>
                </a:lnTo>
                <a:lnTo>
                  <a:pt x="313" y="348"/>
                </a:lnTo>
                <a:lnTo>
                  <a:pt x="313" y="347"/>
                </a:lnTo>
                <a:lnTo>
                  <a:pt x="313" y="346"/>
                </a:lnTo>
                <a:lnTo>
                  <a:pt x="312" y="347"/>
                </a:lnTo>
                <a:lnTo>
                  <a:pt x="312" y="346"/>
                </a:lnTo>
                <a:lnTo>
                  <a:pt x="311" y="346"/>
                </a:lnTo>
                <a:lnTo>
                  <a:pt x="311" y="345"/>
                </a:lnTo>
                <a:lnTo>
                  <a:pt x="310" y="345"/>
                </a:lnTo>
                <a:lnTo>
                  <a:pt x="309" y="345"/>
                </a:lnTo>
                <a:lnTo>
                  <a:pt x="309" y="344"/>
                </a:lnTo>
                <a:lnTo>
                  <a:pt x="308" y="344"/>
                </a:lnTo>
                <a:lnTo>
                  <a:pt x="308" y="345"/>
                </a:lnTo>
                <a:lnTo>
                  <a:pt x="307" y="345"/>
                </a:lnTo>
                <a:lnTo>
                  <a:pt x="307" y="344"/>
                </a:lnTo>
                <a:lnTo>
                  <a:pt x="307" y="345"/>
                </a:lnTo>
                <a:lnTo>
                  <a:pt x="306" y="344"/>
                </a:lnTo>
                <a:lnTo>
                  <a:pt x="306" y="343"/>
                </a:lnTo>
                <a:lnTo>
                  <a:pt x="306" y="344"/>
                </a:lnTo>
                <a:lnTo>
                  <a:pt x="305" y="344"/>
                </a:lnTo>
                <a:lnTo>
                  <a:pt x="305" y="343"/>
                </a:lnTo>
                <a:lnTo>
                  <a:pt x="304" y="343"/>
                </a:lnTo>
                <a:lnTo>
                  <a:pt x="303" y="344"/>
                </a:lnTo>
                <a:lnTo>
                  <a:pt x="303" y="345"/>
                </a:lnTo>
                <a:lnTo>
                  <a:pt x="302" y="345"/>
                </a:lnTo>
                <a:lnTo>
                  <a:pt x="302" y="346"/>
                </a:lnTo>
                <a:lnTo>
                  <a:pt x="301" y="346"/>
                </a:lnTo>
                <a:lnTo>
                  <a:pt x="301" y="347"/>
                </a:lnTo>
                <a:lnTo>
                  <a:pt x="300" y="347"/>
                </a:lnTo>
                <a:lnTo>
                  <a:pt x="299" y="347"/>
                </a:lnTo>
                <a:lnTo>
                  <a:pt x="298" y="347"/>
                </a:lnTo>
                <a:lnTo>
                  <a:pt x="297" y="347"/>
                </a:lnTo>
                <a:lnTo>
                  <a:pt x="296" y="347"/>
                </a:lnTo>
                <a:lnTo>
                  <a:pt x="297" y="346"/>
                </a:lnTo>
                <a:lnTo>
                  <a:pt x="296" y="346"/>
                </a:lnTo>
                <a:lnTo>
                  <a:pt x="295" y="346"/>
                </a:lnTo>
                <a:lnTo>
                  <a:pt x="294" y="346"/>
                </a:lnTo>
                <a:lnTo>
                  <a:pt x="293" y="346"/>
                </a:lnTo>
                <a:lnTo>
                  <a:pt x="292" y="346"/>
                </a:lnTo>
                <a:lnTo>
                  <a:pt x="292" y="347"/>
                </a:lnTo>
                <a:lnTo>
                  <a:pt x="292" y="346"/>
                </a:lnTo>
                <a:lnTo>
                  <a:pt x="291" y="346"/>
                </a:lnTo>
                <a:lnTo>
                  <a:pt x="290" y="346"/>
                </a:lnTo>
                <a:lnTo>
                  <a:pt x="289" y="346"/>
                </a:lnTo>
                <a:lnTo>
                  <a:pt x="288" y="346"/>
                </a:lnTo>
                <a:lnTo>
                  <a:pt x="287" y="346"/>
                </a:lnTo>
                <a:lnTo>
                  <a:pt x="287" y="345"/>
                </a:lnTo>
                <a:lnTo>
                  <a:pt x="286" y="345"/>
                </a:lnTo>
                <a:lnTo>
                  <a:pt x="286" y="344"/>
                </a:lnTo>
                <a:lnTo>
                  <a:pt x="286" y="343"/>
                </a:lnTo>
                <a:lnTo>
                  <a:pt x="285" y="343"/>
                </a:lnTo>
                <a:lnTo>
                  <a:pt x="284" y="343"/>
                </a:lnTo>
                <a:lnTo>
                  <a:pt x="283" y="343"/>
                </a:lnTo>
                <a:lnTo>
                  <a:pt x="282" y="343"/>
                </a:lnTo>
                <a:lnTo>
                  <a:pt x="281" y="343"/>
                </a:lnTo>
                <a:lnTo>
                  <a:pt x="280" y="343"/>
                </a:lnTo>
                <a:lnTo>
                  <a:pt x="279" y="343"/>
                </a:lnTo>
                <a:lnTo>
                  <a:pt x="279" y="342"/>
                </a:lnTo>
                <a:lnTo>
                  <a:pt x="279" y="343"/>
                </a:lnTo>
                <a:lnTo>
                  <a:pt x="278" y="343"/>
                </a:lnTo>
                <a:lnTo>
                  <a:pt x="277" y="343"/>
                </a:lnTo>
                <a:lnTo>
                  <a:pt x="277" y="342"/>
                </a:lnTo>
                <a:lnTo>
                  <a:pt x="277" y="343"/>
                </a:lnTo>
                <a:lnTo>
                  <a:pt x="276" y="343"/>
                </a:lnTo>
                <a:lnTo>
                  <a:pt x="276" y="344"/>
                </a:lnTo>
                <a:lnTo>
                  <a:pt x="275" y="344"/>
                </a:lnTo>
                <a:lnTo>
                  <a:pt x="274" y="344"/>
                </a:lnTo>
                <a:lnTo>
                  <a:pt x="273" y="344"/>
                </a:lnTo>
                <a:lnTo>
                  <a:pt x="273" y="343"/>
                </a:lnTo>
                <a:lnTo>
                  <a:pt x="272" y="343"/>
                </a:lnTo>
                <a:lnTo>
                  <a:pt x="273" y="343"/>
                </a:lnTo>
                <a:lnTo>
                  <a:pt x="273" y="342"/>
                </a:lnTo>
                <a:lnTo>
                  <a:pt x="272" y="342"/>
                </a:lnTo>
                <a:lnTo>
                  <a:pt x="272" y="341"/>
                </a:lnTo>
                <a:lnTo>
                  <a:pt x="272" y="340"/>
                </a:lnTo>
                <a:lnTo>
                  <a:pt x="271" y="340"/>
                </a:lnTo>
                <a:lnTo>
                  <a:pt x="270" y="340"/>
                </a:lnTo>
                <a:lnTo>
                  <a:pt x="269" y="340"/>
                </a:lnTo>
                <a:lnTo>
                  <a:pt x="269" y="341"/>
                </a:lnTo>
                <a:lnTo>
                  <a:pt x="268" y="341"/>
                </a:lnTo>
                <a:lnTo>
                  <a:pt x="268" y="340"/>
                </a:lnTo>
                <a:lnTo>
                  <a:pt x="268" y="339"/>
                </a:lnTo>
                <a:lnTo>
                  <a:pt x="268" y="338"/>
                </a:lnTo>
                <a:lnTo>
                  <a:pt x="267" y="338"/>
                </a:lnTo>
                <a:lnTo>
                  <a:pt x="267" y="337"/>
                </a:lnTo>
                <a:lnTo>
                  <a:pt x="267" y="338"/>
                </a:lnTo>
                <a:lnTo>
                  <a:pt x="266" y="338"/>
                </a:lnTo>
                <a:lnTo>
                  <a:pt x="266" y="337"/>
                </a:lnTo>
                <a:lnTo>
                  <a:pt x="265" y="337"/>
                </a:lnTo>
                <a:lnTo>
                  <a:pt x="265" y="336"/>
                </a:lnTo>
                <a:lnTo>
                  <a:pt x="265" y="335"/>
                </a:lnTo>
                <a:lnTo>
                  <a:pt x="264" y="335"/>
                </a:lnTo>
                <a:lnTo>
                  <a:pt x="264" y="334"/>
                </a:lnTo>
                <a:lnTo>
                  <a:pt x="263" y="334"/>
                </a:lnTo>
                <a:lnTo>
                  <a:pt x="262" y="334"/>
                </a:lnTo>
                <a:lnTo>
                  <a:pt x="262" y="333"/>
                </a:lnTo>
                <a:lnTo>
                  <a:pt x="261" y="333"/>
                </a:lnTo>
                <a:lnTo>
                  <a:pt x="261" y="332"/>
                </a:lnTo>
                <a:lnTo>
                  <a:pt x="261" y="331"/>
                </a:lnTo>
                <a:lnTo>
                  <a:pt x="260" y="331"/>
                </a:lnTo>
                <a:lnTo>
                  <a:pt x="257" y="331"/>
                </a:lnTo>
                <a:lnTo>
                  <a:pt x="256" y="331"/>
                </a:lnTo>
                <a:lnTo>
                  <a:pt x="254" y="331"/>
                </a:lnTo>
                <a:lnTo>
                  <a:pt x="253" y="331"/>
                </a:lnTo>
                <a:lnTo>
                  <a:pt x="252" y="331"/>
                </a:lnTo>
                <a:lnTo>
                  <a:pt x="251" y="331"/>
                </a:lnTo>
                <a:lnTo>
                  <a:pt x="250" y="331"/>
                </a:lnTo>
                <a:lnTo>
                  <a:pt x="249" y="331"/>
                </a:lnTo>
                <a:lnTo>
                  <a:pt x="249" y="330"/>
                </a:lnTo>
                <a:lnTo>
                  <a:pt x="248" y="330"/>
                </a:lnTo>
                <a:lnTo>
                  <a:pt x="248" y="331"/>
                </a:lnTo>
                <a:lnTo>
                  <a:pt x="247" y="331"/>
                </a:lnTo>
                <a:lnTo>
                  <a:pt x="247" y="330"/>
                </a:lnTo>
                <a:lnTo>
                  <a:pt x="246" y="330"/>
                </a:lnTo>
                <a:lnTo>
                  <a:pt x="245" y="330"/>
                </a:lnTo>
                <a:lnTo>
                  <a:pt x="243" y="330"/>
                </a:lnTo>
                <a:lnTo>
                  <a:pt x="242" y="330"/>
                </a:lnTo>
                <a:lnTo>
                  <a:pt x="241" y="330"/>
                </a:lnTo>
                <a:lnTo>
                  <a:pt x="240" y="330"/>
                </a:lnTo>
                <a:lnTo>
                  <a:pt x="239" y="330"/>
                </a:lnTo>
                <a:lnTo>
                  <a:pt x="238" y="330"/>
                </a:lnTo>
                <a:lnTo>
                  <a:pt x="237" y="330"/>
                </a:lnTo>
                <a:lnTo>
                  <a:pt x="237" y="329"/>
                </a:lnTo>
                <a:lnTo>
                  <a:pt x="236" y="329"/>
                </a:lnTo>
                <a:lnTo>
                  <a:pt x="235" y="329"/>
                </a:lnTo>
                <a:lnTo>
                  <a:pt x="234" y="329"/>
                </a:lnTo>
                <a:lnTo>
                  <a:pt x="233" y="329"/>
                </a:lnTo>
                <a:lnTo>
                  <a:pt x="232" y="329"/>
                </a:lnTo>
                <a:lnTo>
                  <a:pt x="231" y="329"/>
                </a:lnTo>
                <a:lnTo>
                  <a:pt x="230" y="328"/>
                </a:lnTo>
                <a:lnTo>
                  <a:pt x="230" y="327"/>
                </a:lnTo>
                <a:lnTo>
                  <a:pt x="230" y="326"/>
                </a:lnTo>
                <a:lnTo>
                  <a:pt x="230" y="325"/>
                </a:lnTo>
                <a:lnTo>
                  <a:pt x="230" y="324"/>
                </a:lnTo>
                <a:lnTo>
                  <a:pt x="229" y="324"/>
                </a:lnTo>
                <a:lnTo>
                  <a:pt x="228" y="324"/>
                </a:lnTo>
                <a:lnTo>
                  <a:pt x="227" y="324"/>
                </a:lnTo>
                <a:lnTo>
                  <a:pt x="225" y="324"/>
                </a:lnTo>
                <a:lnTo>
                  <a:pt x="225" y="323"/>
                </a:lnTo>
                <a:lnTo>
                  <a:pt x="224" y="323"/>
                </a:lnTo>
                <a:lnTo>
                  <a:pt x="224" y="322"/>
                </a:lnTo>
                <a:lnTo>
                  <a:pt x="223" y="322"/>
                </a:lnTo>
                <a:lnTo>
                  <a:pt x="223" y="323"/>
                </a:lnTo>
                <a:lnTo>
                  <a:pt x="222" y="323"/>
                </a:lnTo>
                <a:lnTo>
                  <a:pt x="221" y="323"/>
                </a:lnTo>
                <a:lnTo>
                  <a:pt x="221" y="322"/>
                </a:lnTo>
                <a:lnTo>
                  <a:pt x="220" y="322"/>
                </a:lnTo>
                <a:lnTo>
                  <a:pt x="220" y="323"/>
                </a:lnTo>
                <a:lnTo>
                  <a:pt x="219" y="323"/>
                </a:lnTo>
                <a:lnTo>
                  <a:pt x="219" y="324"/>
                </a:lnTo>
                <a:lnTo>
                  <a:pt x="219" y="323"/>
                </a:lnTo>
                <a:lnTo>
                  <a:pt x="218" y="323"/>
                </a:lnTo>
                <a:lnTo>
                  <a:pt x="217" y="323"/>
                </a:lnTo>
                <a:lnTo>
                  <a:pt x="216" y="323"/>
                </a:lnTo>
                <a:lnTo>
                  <a:pt x="215" y="323"/>
                </a:lnTo>
                <a:lnTo>
                  <a:pt x="214" y="324"/>
                </a:lnTo>
                <a:lnTo>
                  <a:pt x="215" y="324"/>
                </a:lnTo>
                <a:lnTo>
                  <a:pt x="215" y="325"/>
                </a:lnTo>
                <a:lnTo>
                  <a:pt x="214" y="325"/>
                </a:lnTo>
                <a:lnTo>
                  <a:pt x="214" y="326"/>
                </a:lnTo>
                <a:lnTo>
                  <a:pt x="214" y="327"/>
                </a:lnTo>
                <a:lnTo>
                  <a:pt x="215" y="327"/>
                </a:lnTo>
                <a:lnTo>
                  <a:pt x="215" y="328"/>
                </a:lnTo>
                <a:lnTo>
                  <a:pt x="215" y="329"/>
                </a:lnTo>
                <a:lnTo>
                  <a:pt x="215" y="330"/>
                </a:lnTo>
                <a:lnTo>
                  <a:pt x="214" y="330"/>
                </a:lnTo>
                <a:lnTo>
                  <a:pt x="214" y="331"/>
                </a:lnTo>
                <a:lnTo>
                  <a:pt x="213" y="331"/>
                </a:lnTo>
                <a:lnTo>
                  <a:pt x="212" y="331"/>
                </a:lnTo>
                <a:lnTo>
                  <a:pt x="211" y="332"/>
                </a:lnTo>
                <a:lnTo>
                  <a:pt x="210" y="332"/>
                </a:lnTo>
                <a:lnTo>
                  <a:pt x="209" y="331"/>
                </a:lnTo>
                <a:lnTo>
                  <a:pt x="209" y="330"/>
                </a:lnTo>
                <a:lnTo>
                  <a:pt x="209" y="329"/>
                </a:lnTo>
                <a:lnTo>
                  <a:pt x="208" y="329"/>
                </a:lnTo>
                <a:lnTo>
                  <a:pt x="207" y="328"/>
                </a:lnTo>
                <a:lnTo>
                  <a:pt x="206" y="328"/>
                </a:lnTo>
                <a:lnTo>
                  <a:pt x="206" y="327"/>
                </a:lnTo>
                <a:lnTo>
                  <a:pt x="205" y="327"/>
                </a:lnTo>
                <a:lnTo>
                  <a:pt x="204" y="328"/>
                </a:lnTo>
                <a:lnTo>
                  <a:pt x="203" y="329"/>
                </a:lnTo>
                <a:lnTo>
                  <a:pt x="202" y="329"/>
                </a:lnTo>
                <a:lnTo>
                  <a:pt x="201" y="329"/>
                </a:lnTo>
                <a:lnTo>
                  <a:pt x="201" y="330"/>
                </a:lnTo>
                <a:lnTo>
                  <a:pt x="200" y="330"/>
                </a:lnTo>
                <a:lnTo>
                  <a:pt x="200" y="329"/>
                </a:lnTo>
                <a:lnTo>
                  <a:pt x="199" y="329"/>
                </a:lnTo>
                <a:lnTo>
                  <a:pt x="198" y="329"/>
                </a:lnTo>
                <a:lnTo>
                  <a:pt x="198" y="330"/>
                </a:lnTo>
                <a:lnTo>
                  <a:pt x="198" y="329"/>
                </a:lnTo>
                <a:lnTo>
                  <a:pt x="197" y="329"/>
                </a:lnTo>
                <a:lnTo>
                  <a:pt x="197" y="330"/>
                </a:lnTo>
                <a:lnTo>
                  <a:pt x="196" y="330"/>
                </a:lnTo>
                <a:lnTo>
                  <a:pt x="196" y="329"/>
                </a:lnTo>
                <a:lnTo>
                  <a:pt x="195" y="329"/>
                </a:lnTo>
                <a:lnTo>
                  <a:pt x="194" y="329"/>
                </a:lnTo>
                <a:lnTo>
                  <a:pt x="194" y="330"/>
                </a:lnTo>
                <a:lnTo>
                  <a:pt x="193" y="330"/>
                </a:lnTo>
                <a:lnTo>
                  <a:pt x="192" y="330"/>
                </a:lnTo>
                <a:lnTo>
                  <a:pt x="192" y="329"/>
                </a:lnTo>
                <a:lnTo>
                  <a:pt x="192" y="330"/>
                </a:lnTo>
                <a:lnTo>
                  <a:pt x="192" y="331"/>
                </a:lnTo>
                <a:lnTo>
                  <a:pt x="191" y="331"/>
                </a:lnTo>
                <a:lnTo>
                  <a:pt x="192" y="332"/>
                </a:lnTo>
                <a:lnTo>
                  <a:pt x="192" y="333"/>
                </a:lnTo>
                <a:lnTo>
                  <a:pt x="191" y="333"/>
                </a:lnTo>
                <a:lnTo>
                  <a:pt x="191" y="334"/>
                </a:lnTo>
                <a:lnTo>
                  <a:pt x="192" y="334"/>
                </a:lnTo>
                <a:lnTo>
                  <a:pt x="193" y="334"/>
                </a:lnTo>
                <a:lnTo>
                  <a:pt x="193" y="335"/>
                </a:lnTo>
                <a:lnTo>
                  <a:pt x="194" y="335"/>
                </a:lnTo>
                <a:lnTo>
                  <a:pt x="195" y="335"/>
                </a:lnTo>
                <a:lnTo>
                  <a:pt x="196" y="335"/>
                </a:lnTo>
                <a:lnTo>
                  <a:pt x="196" y="336"/>
                </a:lnTo>
                <a:lnTo>
                  <a:pt x="197" y="336"/>
                </a:lnTo>
                <a:lnTo>
                  <a:pt x="197" y="337"/>
                </a:lnTo>
                <a:lnTo>
                  <a:pt x="196" y="337"/>
                </a:lnTo>
                <a:lnTo>
                  <a:pt x="195" y="338"/>
                </a:lnTo>
                <a:lnTo>
                  <a:pt x="194" y="338"/>
                </a:lnTo>
                <a:lnTo>
                  <a:pt x="194" y="339"/>
                </a:lnTo>
                <a:lnTo>
                  <a:pt x="193" y="339"/>
                </a:lnTo>
                <a:lnTo>
                  <a:pt x="193" y="340"/>
                </a:lnTo>
                <a:lnTo>
                  <a:pt x="194" y="340"/>
                </a:lnTo>
                <a:lnTo>
                  <a:pt x="193" y="340"/>
                </a:lnTo>
                <a:lnTo>
                  <a:pt x="193" y="341"/>
                </a:lnTo>
                <a:lnTo>
                  <a:pt x="192" y="341"/>
                </a:lnTo>
                <a:lnTo>
                  <a:pt x="192" y="342"/>
                </a:lnTo>
                <a:lnTo>
                  <a:pt x="193" y="342"/>
                </a:lnTo>
                <a:lnTo>
                  <a:pt x="193" y="343"/>
                </a:lnTo>
                <a:lnTo>
                  <a:pt x="192" y="343"/>
                </a:lnTo>
                <a:lnTo>
                  <a:pt x="193" y="344"/>
                </a:lnTo>
                <a:lnTo>
                  <a:pt x="193" y="345"/>
                </a:lnTo>
                <a:lnTo>
                  <a:pt x="194" y="345"/>
                </a:lnTo>
                <a:lnTo>
                  <a:pt x="195" y="345"/>
                </a:lnTo>
                <a:lnTo>
                  <a:pt x="196" y="345"/>
                </a:lnTo>
                <a:lnTo>
                  <a:pt x="196" y="346"/>
                </a:lnTo>
                <a:lnTo>
                  <a:pt x="195" y="346"/>
                </a:lnTo>
                <a:lnTo>
                  <a:pt x="195" y="347"/>
                </a:lnTo>
                <a:lnTo>
                  <a:pt x="195" y="348"/>
                </a:lnTo>
                <a:lnTo>
                  <a:pt x="196" y="348"/>
                </a:lnTo>
                <a:lnTo>
                  <a:pt x="196" y="349"/>
                </a:lnTo>
                <a:lnTo>
                  <a:pt x="196" y="351"/>
                </a:lnTo>
                <a:lnTo>
                  <a:pt x="197" y="351"/>
                </a:lnTo>
                <a:lnTo>
                  <a:pt x="198" y="351"/>
                </a:lnTo>
                <a:lnTo>
                  <a:pt x="199" y="351"/>
                </a:lnTo>
                <a:lnTo>
                  <a:pt x="199" y="352"/>
                </a:lnTo>
                <a:lnTo>
                  <a:pt x="200" y="352"/>
                </a:lnTo>
                <a:lnTo>
                  <a:pt x="201" y="352"/>
                </a:lnTo>
                <a:lnTo>
                  <a:pt x="202" y="352"/>
                </a:lnTo>
                <a:lnTo>
                  <a:pt x="202" y="353"/>
                </a:lnTo>
                <a:lnTo>
                  <a:pt x="203" y="353"/>
                </a:lnTo>
                <a:lnTo>
                  <a:pt x="203" y="354"/>
                </a:lnTo>
                <a:lnTo>
                  <a:pt x="203" y="355"/>
                </a:lnTo>
                <a:lnTo>
                  <a:pt x="204" y="355"/>
                </a:lnTo>
                <a:lnTo>
                  <a:pt x="204" y="356"/>
                </a:lnTo>
                <a:lnTo>
                  <a:pt x="204" y="357"/>
                </a:lnTo>
                <a:lnTo>
                  <a:pt x="205" y="358"/>
                </a:lnTo>
                <a:lnTo>
                  <a:pt x="205" y="359"/>
                </a:lnTo>
                <a:lnTo>
                  <a:pt x="204" y="359"/>
                </a:lnTo>
                <a:lnTo>
                  <a:pt x="204" y="360"/>
                </a:lnTo>
                <a:lnTo>
                  <a:pt x="203" y="360"/>
                </a:lnTo>
                <a:lnTo>
                  <a:pt x="203" y="361"/>
                </a:lnTo>
                <a:lnTo>
                  <a:pt x="202" y="361"/>
                </a:lnTo>
                <a:lnTo>
                  <a:pt x="201" y="361"/>
                </a:lnTo>
                <a:lnTo>
                  <a:pt x="201" y="362"/>
                </a:lnTo>
                <a:lnTo>
                  <a:pt x="200" y="362"/>
                </a:lnTo>
                <a:lnTo>
                  <a:pt x="200" y="363"/>
                </a:lnTo>
                <a:lnTo>
                  <a:pt x="199" y="363"/>
                </a:lnTo>
                <a:lnTo>
                  <a:pt x="198" y="364"/>
                </a:lnTo>
                <a:lnTo>
                  <a:pt x="197" y="365"/>
                </a:lnTo>
                <a:lnTo>
                  <a:pt x="196" y="365"/>
                </a:lnTo>
                <a:lnTo>
                  <a:pt x="195" y="366"/>
                </a:lnTo>
                <a:lnTo>
                  <a:pt x="194" y="366"/>
                </a:lnTo>
                <a:lnTo>
                  <a:pt x="194" y="367"/>
                </a:lnTo>
                <a:lnTo>
                  <a:pt x="194" y="366"/>
                </a:lnTo>
                <a:lnTo>
                  <a:pt x="193" y="366"/>
                </a:lnTo>
                <a:lnTo>
                  <a:pt x="193" y="367"/>
                </a:lnTo>
                <a:lnTo>
                  <a:pt x="192" y="367"/>
                </a:lnTo>
                <a:lnTo>
                  <a:pt x="192" y="366"/>
                </a:lnTo>
                <a:lnTo>
                  <a:pt x="191" y="366"/>
                </a:lnTo>
                <a:lnTo>
                  <a:pt x="191" y="365"/>
                </a:lnTo>
                <a:lnTo>
                  <a:pt x="190" y="365"/>
                </a:lnTo>
                <a:lnTo>
                  <a:pt x="189" y="365"/>
                </a:lnTo>
                <a:lnTo>
                  <a:pt x="189" y="364"/>
                </a:lnTo>
                <a:lnTo>
                  <a:pt x="189" y="365"/>
                </a:lnTo>
                <a:lnTo>
                  <a:pt x="188" y="365"/>
                </a:lnTo>
                <a:lnTo>
                  <a:pt x="188" y="366"/>
                </a:lnTo>
                <a:lnTo>
                  <a:pt x="187" y="366"/>
                </a:lnTo>
                <a:lnTo>
                  <a:pt x="187" y="367"/>
                </a:lnTo>
                <a:lnTo>
                  <a:pt x="187" y="368"/>
                </a:lnTo>
                <a:lnTo>
                  <a:pt x="187" y="369"/>
                </a:lnTo>
                <a:lnTo>
                  <a:pt x="187" y="370"/>
                </a:lnTo>
                <a:lnTo>
                  <a:pt x="186" y="370"/>
                </a:lnTo>
                <a:lnTo>
                  <a:pt x="184" y="370"/>
                </a:lnTo>
                <a:lnTo>
                  <a:pt x="184" y="371"/>
                </a:lnTo>
                <a:lnTo>
                  <a:pt x="183" y="371"/>
                </a:lnTo>
                <a:lnTo>
                  <a:pt x="182" y="371"/>
                </a:lnTo>
                <a:lnTo>
                  <a:pt x="181" y="372"/>
                </a:lnTo>
                <a:lnTo>
                  <a:pt x="180" y="372"/>
                </a:lnTo>
                <a:lnTo>
                  <a:pt x="180" y="373"/>
                </a:lnTo>
                <a:lnTo>
                  <a:pt x="179" y="373"/>
                </a:lnTo>
                <a:lnTo>
                  <a:pt x="179" y="372"/>
                </a:lnTo>
                <a:lnTo>
                  <a:pt x="178" y="372"/>
                </a:lnTo>
                <a:lnTo>
                  <a:pt x="178" y="371"/>
                </a:lnTo>
                <a:lnTo>
                  <a:pt x="179" y="371"/>
                </a:lnTo>
                <a:lnTo>
                  <a:pt x="178" y="371"/>
                </a:lnTo>
                <a:lnTo>
                  <a:pt x="178" y="370"/>
                </a:lnTo>
                <a:lnTo>
                  <a:pt x="178" y="369"/>
                </a:lnTo>
                <a:lnTo>
                  <a:pt x="177" y="369"/>
                </a:lnTo>
                <a:lnTo>
                  <a:pt x="176" y="369"/>
                </a:lnTo>
                <a:lnTo>
                  <a:pt x="175" y="369"/>
                </a:lnTo>
                <a:lnTo>
                  <a:pt x="175" y="370"/>
                </a:lnTo>
                <a:lnTo>
                  <a:pt x="174" y="370"/>
                </a:lnTo>
                <a:lnTo>
                  <a:pt x="174" y="369"/>
                </a:lnTo>
                <a:lnTo>
                  <a:pt x="173" y="369"/>
                </a:lnTo>
                <a:lnTo>
                  <a:pt x="173" y="368"/>
                </a:lnTo>
                <a:lnTo>
                  <a:pt x="173" y="367"/>
                </a:lnTo>
                <a:lnTo>
                  <a:pt x="173" y="366"/>
                </a:lnTo>
                <a:lnTo>
                  <a:pt x="172" y="366"/>
                </a:lnTo>
                <a:lnTo>
                  <a:pt x="172" y="365"/>
                </a:lnTo>
                <a:lnTo>
                  <a:pt x="171" y="364"/>
                </a:lnTo>
                <a:lnTo>
                  <a:pt x="170" y="364"/>
                </a:lnTo>
                <a:lnTo>
                  <a:pt x="170" y="363"/>
                </a:lnTo>
                <a:lnTo>
                  <a:pt x="169" y="363"/>
                </a:lnTo>
                <a:lnTo>
                  <a:pt x="168" y="362"/>
                </a:lnTo>
                <a:lnTo>
                  <a:pt x="167" y="362"/>
                </a:lnTo>
                <a:lnTo>
                  <a:pt x="167" y="361"/>
                </a:lnTo>
                <a:lnTo>
                  <a:pt x="166" y="361"/>
                </a:lnTo>
                <a:lnTo>
                  <a:pt x="166" y="360"/>
                </a:lnTo>
                <a:lnTo>
                  <a:pt x="165" y="360"/>
                </a:lnTo>
                <a:lnTo>
                  <a:pt x="164" y="360"/>
                </a:lnTo>
                <a:lnTo>
                  <a:pt x="164" y="359"/>
                </a:lnTo>
                <a:lnTo>
                  <a:pt x="163" y="360"/>
                </a:lnTo>
                <a:lnTo>
                  <a:pt x="162" y="360"/>
                </a:lnTo>
                <a:lnTo>
                  <a:pt x="162" y="361"/>
                </a:lnTo>
                <a:lnTo>
                  <a:pt x="162" y="360"/>
                </a:lnTo>
                <a:lnTo>
                  <a:pt x="161" y="360"/>
                </a:lnTo>
                <a:lnTo>
                  <a:pt x="161" y="359"/>
                </a:lnTo>
                <a:lnTo>
                  <a:pt x="160" y="359"/>
                </a:lnTo>
                <a:lnTo>
                  <a:pt x="160" y="358"/>
                </a:lnTo>
                <a:lnTo>
                  <a:pt x="159" y="358"/>
                </a:lnTo>
                <a:lnTo>
                  <a:pt x="159" y="357"/>
                </a:lnTo>
                <a:lnTo>
                  <a:pt x="158" y="357"/>
                </a:lnTo>
                <a:lnTo>
                  <a:pt x="157" y="357"/>
                </a:lnTo>
                <a:lnTo>
                  <a:pt x="156" y="357"/>
                </a:lnTo>
                <a:lnTo>
                  <a:pt x="155" y="356"/>
                </a:lnTo>
                <a:lnTo>
                  <a:pt x="155" y="357"/>
                </a:lnTo>
                <a:lnTo>
                  <a:pt x="154" y="357"/>
                </a:lnTo>
                <a:lnTo>
                  <a:pt x="154" y="356"/>
                </a:lnTo>
                <a:lnTo>
                  <a:pt x="153" y="356"/>
                </a:lnTo>
                <a:lnTo>
                  <a:pt x="153" y="357"/>
                </a:lnTo>
                <a:lnTo>
                  <a:pt x="152" y="357"/>
                </a:lnTo>
                <a:lnTo>
                  <a:pt x="151" y="357"/>
                </a:lnTo>
                <a:lnTo>
                  <a:pt x="151" y="358"/>
                </a:lnTo>
                <a:lnTo>
                  <a:pt x="150" y="358"/>
                </a:lnTo>
                <a:lnTo>
                  <a:pt x="149" y="358"/>
                </a:lnTo>
                <a:lnTo>
                  <a:pt x="148" y="358"/>
                </a:lnTo>
                <a:lnTo>
                  <a:pt x="147" y="358"/>
                </a:lnTo>
                <a:lnTo>
                  <a:pt x="146" y="358"/>
                </a:lnTo>
                <a:lnTo>
                  <a:pt x="146" y="359"/>
                </a:lnTo>
                <a:lnTo>
                  <a:pt x="145" y="359"/>
                </a:lnTo>
                <a:lnTo>
                  <a:pt x="145" y="358"/>
                </a:lnTo>
                <a:lnTo>
                  <a:pt x="144" y="358"/>
                </a:lnTo>
                <a:lnTo>
                  <a:pt x="143" y="358"/>
                </a:lnTo>
                <a:lnTo>
                  <a:pt x="142" y="358"/>
                </a:lnTo>
                <a:lnTo>
                  <a:pt x="141" y="358"/>
                </a:lnTo>
                <a:lnTo>
                  <a:pt x="140" y="358"/>
                </a:lnTo>
                <a:lnTo>
                  <a:pt x="140" y="359"/>
                </a:lnTo>
                <a:lnTo>
                  <a:pt x="139" y="359"/>
                </a:lnTo>
                <a:lnTo>
                  <a:pt x="138" y="359"/>
                </a:lnTo>
                <a:lnTo>
                  <a:pt x="137" y="359"/>
                </a:lnTo>
                <a:lnTo>
                  <a:pt x="136" y="358"/>
                </a:lnTo>
                <a:lnTo>
                  <a:pt x="135" y="358"/>
                </a:lnTo>
                <a:lnTo>
                  <a:pt x="134" y="358"/>
                </a:lnTo>
                <a:lnTo>
                  <a:pt x="134" y="359"/>
                </a:lnTo>
                <a:lnTo>
                  <a:pt x="133" y="359"/>
                </a:lnTo>
                <a:lnTo>
                  <a:pt x="133" y="358"/>
                </a:lnTo>
                <a:lnTo>
                  <a:pt x="132" y="358"/>
                </a:lnTo>
                <a:lnTo>
                  <a:pt x="132" y="359"/>
                </a:lnTo>
                <a:lnTo>
                  <a:pt x="131" y="359"/>
                </a:lnTo>
                <a:lnTo>
                  <a:pt x="131" y="358"/>
                </a:lnTo>
                <a:lnTo>
                  <a:pt x="130" y="359"/>
                </a:lnTo>
                <a:lnTo>
                  <a:pt x="129" y="359"/>
                </a:lnTo>
                <a:lnTo>
                  <a:pt x="128" y="359"/>
                </a:lnTo>
                <a:lnTo>
                  <a:pt x="128" y="360"/>
                </a:lnTo>
                <a:lnTo>
                  <a:pt x="127" y="360"/>
                </a:lnTo>
                <a:lnTo>
                  <a:pt x="126" y="361"/>
                </a:lnTo>
                <a:lnTo>
                  <a:pt x="125" y="361"/>
                </a:lnTo>
                <a:lnTo>
                  <a:pt x="125" y="362"/>
                </a:lnTo>
                <a:lnTo>
                  <a:pt x="124" y="362"/>
                </a:lnTo>
                <a:lnTo>
                  <a:pt x="125" y="362"/>
                </a:lnTo>
                <a:lnTo>
                  <a:pt x="126" y="363"/>
                </a:lnTo>
                <a:lnTo>
                  <a:pt x="126" y="364"/>
                </a:lnTo>
                <a:lnTo>
                  <a:pt x="125" y="364"/>
                </a:lnTo>
                <a:lnTo>
                  <a:pt x="125" y="365"/>
                </a:lnTo>
                <a:lnTo>
                  <a:pt x="125" y="366"/>
                </a:lnTo>
                <a:lnTo>
                  <a:pt x="126" y="366"/>
                </a:lnTo>
                <a:lnTo>
                  <a:pt x="126" y="367"/>
                </a:lnTo>
                <a:lnTo>
                  <a:pt x="125" y="367"/>
                </a:lnTo>
                <a:lnTo>
                  <a:pt x="124" y="367"/>
                </a:lnTo>
                <a:lnTo>
                  <a:pt x="124" y="368"/>
                </a:lnTo>
                <a:lnTo>
                  <a:pt x="123" y="368"/>
                </a:lnTo>
                <a:lnTo>
                  <a:pt x="122" y="368"/>
                </a:lnTo>
                <a:lnTo>
                  <a:pt x="122" y="369"/>
                </a:lnTo>
                <a:lnTo>
                  <a:pt x="121" y="369"/>
                </a:lnTo>
                <a:lnTo>
                  <a:pt x="121" y="370"/>
                </a:lnTo>
                <a:lnTo>
                  <a:pt x="122" y="370"/>
                </a:lnTo>
                <a:lnTo>
                  <a:pt x="122" y="371"/>
                </a:lnTo>
                <a:lnTo>
                  <a:pt x="121" y="371"/>
                </a:lnTo>
                <a:lnTo>
                  <a:pt x="121" y="372"/>
                </a:lnTo>
                <a:lnTo>
                  <a:pt x="120" y="372"/>
                </a:lnTo>
                <a:lnTo>
                  <a:pt x="120" y="373"/>
                </a:lnTo>
                <a:lnTo>
                  <a:pt x="121" y="373"/>
                </a:lnTo>
                <a:lnTo>
                  <a:pt x="121" y="374"/>
                </a:lnTo>
                <a:lnTo>
                  <a:pt x="121" y="375"/>
                </a:lnTo>
                <a:lnTo>
                  <a:pt x="120" y="375"/>
                </a:lnTo>
                <a:lnTo>
                  <a:pt x="119" y="375"/>
                </a:lnTo>
                <a:lnTo>
                  <a:pt x="119" y="376"/>
                </a:lnTo>
                <a:lnTo>
                  <a:pt x="118" y="376"/>
                </a:lnTo>
                <a:lnTo>
                  <a:pt x="118" y="375"/>
                </a:lnTo>
                <a:lnTo>
                  <a:pt x="117" y="375"/>
                </a:lnTo>
                <a:lnTo>
                  <a:pt x="117" y="376"/>
                </a:lnTo>
                <a:lnTo>
                  <a:pt x="116" y="376"/>
                </a:lnTo>
                <a:lnTo>
                  <a:pt x="116" y="375"/>
                </a:lnTo>
                <a:lnTo>
                  <a:pt x="116" y="374"/>
                </a:lnTo>
                <a:lnTo>
                  <a:pt x="115" y="374"/>
                </a:lnTo>
                <a:lnTo>
                  <a:pt x="114" y="374"/>
                </a:lnTo>
                <a:lnTo>
                  <a:pt x="113" y="373"/>
                </a:lnTo>
                <a:lnTo>
                  <a:pt x="112" y="373"/>
                </a:lnTo>
                <a:lnTo>
                  <a:pt x="111" y="373"/>
                </a:lnTo>
                <a:lnTo>
                  <a:pt x="110" y="373"/>
                </a:lnTo>
                <a:lnTo>
                  <a:pt x="109" y="373"/>
                </a:lnTo>
                <a:lnTo>
                  <a:pt x="108" y="373"/>
                </a:lnTo>
                <a:lnTo>
                  <a:pt x="109" y="374"/>
                </a:lnTo>
                <a:lnTo>
                  <a:pt x="108" y="374"/>
                </a:lnTo>
                <a:lnTo>
                  <a:pt x="108" y="375"/>
                </a:lnTo>
                <a:lnTo>
                  <a:pt x="107" y="375"/>
                </a:lnTo>
                <a:lnTo>
                  <a:pt x="107" y="374"/>
                </a:lnTo>
                <a:lnTo>
                  <a:pt x="106" y="374"/>
                </a:lnTo>
                <a:lnTo>
                  <a:pt x="106" y="375"/>
                </a:lnTo>
                <a:lnTo>
                  <a:pt x="105" y="375"/>
                </a:lnTo>
                <a:lnTo>
                  <a:pt x="105" y="374"/>
                </a:lnTo>
                <a:lnTo>
                  <a:pt x="104" y="374"/>
                </a:lnTo>
                <a:lnTo>
                  <a:pt x="104" y="373"/>
                </a:lnTo>
                <a:lnTo>
                  <a:pt x="104" y="374"/>
                </a:lnTo>
                <a:lnTo>
                  <a:pt x="104" y="373"/>
                </a:lnTo>
                <a:lnTo>
                  <a:pt x="103" y="373"/>
                </a:lnTo>
                <a:lnTo>
                  <a:pt x="103" y="374"/>
                </a:lnTo>
                <a:lnTo>
                  <a:pt x="103" y="375"/>
                </a:lnTo>
                <a:lnTo>
                  <a:pt x="104" y="375"/>
                </a:lnTo>
                <a:lnTo>
                  <a:pt x="104" y="376"/>
                </a:lnTo>
                <a:lnTo>
                  <a:pt x="103" y="376"/>
                </a:lnTo>
                <a:lnTo>
                  <a:pt x="102" y="376"/>
                </a:lnTo>
                <a:lnTo>
                  <a:pt x="101" y="376"/>
                </a:lnTo>
                <a:lnTo>
                  <a:pt x="102" y="376"/>
                </a:lnTo>
                <a:lnTo>
                  <a:pt x="102" y="377"/>
                </a:lnTo>
                <a:lnTo>
                  <a:pt x="102" y="378"/>
                </a:lnTo>
                <a:lnTo>
                  <a:pt x="102" y="379"/>
                </a:lnTo>
                <a:lnTo>
                  <a:pt x="101" y="379"/>
                </a:lnTo>
                <a:lnTo>
                  <a:pt x="101" y="380"/>
                </a:lnTo>
                <a:lnTo>
                  <a:pt x="101" y="381"/>
                </a:lnTo>
                <a:lnTo>
                  <a:pt x="100" y="381"/>
                </a:lnTo>
                <a:lnTo>
                  <a:pt x="99" y="381"/>
                </a:lnTo>
                <a:lnTo>
                  <a:pt x="99" y="380"/>
                </a:lnTo>
                <a:lnTo>
                  <a:pt x="98" y="380"/>
                </a:lnTo>
                <a:lnTo>
                  <a:pt x="98" y="381"/>
                </a:lnTo>
                <a:lnTo>
                  <a:pt x="98" y="383"/>
                </a:lnTo>
                <a:lnTo>
                  <a:pt x="98" y="384"/>
                </a:lnTo>
                <a:lnTo>
                  <a:pt x="99" y="384"/>
                </a:lnTo>
                <a:lnTo>
                  <a:pt x="99" y="385"/>
                </a:lnTo>
                <a:lnTo>
                  <a:pt x="98" y="385"/>
                </a:lnTo>
                <a:lnTo>
                  <a:pt x="98" y="384"/>
                </a:lnTo>
                <a:lnTo>
                  <a:pt x="97" y="384"/>
                </a:lnTo>
                <a:lnTo>
                  <a:pt x="97" y="383"/>
                </a:lnTo>
                <a:lnTo>
                  <a:pt x="96" y="383"/>
                </a:lnTo>
                <a:lnTo>
                  <a:pt x="95" y="384"/>
                </a:lnTo>
                <a:lnTo>
                  <a:pt x="96" y="384"/>
                </a:lnTo>
                <a:lnTo>
                  <a:pt x="96" y="385"/>
                </a:lnTo>
                <a:lnTo>
                  <a:pt x="96" y="386"/>
                </a:lnTo>
                <a:lnTo>
                  <a:pt x="96" y="387"/>
                </a:lnTo>
                <a:lnTo>
                  <a:pt x="95" y="387"/>
                </a:lnTo>
                <a:lnTo>
                  <a:pt x="94" y="387"/>
                </a:lnTo>
                <a:lnTo>
                  <a:pt x="94" y="388"/>
                </a:lnTo>
                <a:lnTo>
                  <a:pt x="94" y="389"/>
                </a:lnTo>
                <a:lnTo>
                  <a:pt x="93" y="389"/>
                </a:lnTo>
                <a:lnTo>
                  <a:pt x="93" y="390"/>
                </a:lnTo>
                <a:lnTo>
                  <a:pt x="94" y="391"/>
                </a:lnTo>
                <a:lnTo>
                  <a:pt x="94" y="392"/>
                </a:lnTo>
                <a:lnTo>
                  <a:pt x="94" y="391"/>
                </a:lnTo>
                <a:lnTo>
                  <a:pt x="94" y="392"/>
                </a:lnTo>
                <a:lnTo>
                  <a:pt x="93" y="392"/>
                </a:lnTo>
                <a:lnTo>
                  <a:pt x="93" y="393"/>
                </a:lnTo>
                <a:lnTo>
                  <a:pt x="92" y="393"/>
                </a:lnTo>
                <a:lnTo>
                  <a:pt x="91" y="393"/>
                </a:lnTo>
                <a:lnTo>
                  <a:pt x="91" y="394"/>
                </a:lnTo>
                <a:lnTo>
                  <a:pt x="90" y="394"/>
                </a:lnTo>
                <a:lnTo>
                  <a:pt x="90" y="395"/>
                </a:lnTo>
                <a:lnTo>
                  <a:pt x="90" y="396"/>
                </a:lnTo>
                <a:lnTo>
                  <a:pt x="91" y="396"/>
                </a:lnTo>
                <a:lnTo>
                  <a:pt x="91" y="397"/>
                </a:lnTo>
                <a:lnTo>
                  <a:pt x="91" y="398"/>
                </a:lnTo>
                <a:lnTo>
                  <a:pt x="92" y="398"/>
                </a:lnTo>
                <a:lnTo>
                  <a:pt x="92" y="399"/>
                </a:lnTo>
                <a:lnTo>
                  <a:pt x="91" y="399"/>
                </a:lnTo>
                <a:lnTo>
                  <a:pt x="90" y="399"/>
                </a:lnTo>
                <a:lnTo>
                  <a:pt x="90" y="398"/>
                </a:lnTo>
                <a:lnTo>
                  <a:pt x="89" y="399"/>
                </a:lnTo>
                <a:lnTo>
                  <a:pt x="88" y="399"/>
                </a:lnTo>
                <a:lnTo>
                  <a:pt x="87" y="400"/>
                </a:lnTo>
                <a:lnTo>
                  <a:pt x="87" y="401"/>
                </a:lnTo>
                <a:lnTo>
                  <a:pt x="88" y="401"/>
                </a:lnTo>
                <a:lnTo>
                  <a:pt x="88" y="402"/>
                </a:lnTo>
                <a:lnTo>
                  <a:pt x="87" y="402"/>
                </a:lnTo>
                <a:lnTo>
                  <a:pt x="87" y="403"/>
                </a:lnTo>
                <a:lnTo>
                  <a:pt x="86" y="403"/>
                </a:lnTo>
                <a:lnTo>
                  <a:pt x="87" y="403"/>
                </a:lnTo>
                <a:lnTo>
                  <a:pt x="87" y="404"/>
                </a:lnTo>
                <a:lnTo>
                  <a:pt x="88" y="404"/>
                </a:lnTo>
                <a:lnTo>
                  <a:pt x="88" y="405"/>
                </a:lnTo>
                <a:lnTo>
                  <a:pt x="87" y="405"/>
                </a:lnTo>
                <a:lnTo>
                  <a:pt x="87" y="406"/>
                </a:lnTo>
                <a:lnTo>
                  <a:pt x="88" y="406"/>
                </a:lnTo>
                <a:lnTo>
                  <a:pt x="88" y="407"/>
                </a:lnTo>
                <a:lnTo>
                  <a:pt x="89" y="407"/>
                </a:lnTo>
                <a:lnTo>
                  <a:pt x="89" y="408"/>
                </a:lnTo>
                <a:lnTo>
                  <a:pt x="88" y="408"/>
                </a:lnTo>
                <a:lnTo>
                  <a:pt x="88" y="409"/>
                </a:lnTo>
                <a:lnTo>
                  <a:pt x="87" y="409"/>
                </a:lnTo>
                <a:lnTo>
                  <a:pt x="87" y="410"/>
                </a:lnTo>
                <a:lnTo>
                  <a:pt x="86" y="410"/>
                </a:lnTo>
                <a:lnTo>
                  <a:pt x="86" y="411"/>
                </a:lnTo>
                <a:lnTo>
                  <a:pt x="85" y="411"/>
                </a:lnTo>
                <a:lnTo>
                  <a:pt x="85" y="412"/>
                </a:lnTo>
                <a:lnTo>
                  <a:pt x="84" y="412"/>
                </a:lnTo>
                <a:lnTo>
                  <a:pt x="83" y="412"/>
                </a:lnTo>
                <a:lnTo>
                  <a:pt x="83" y="413"/>
                </a:lnTo>
                <a:lnTo>
                  <a:pt x="82" y="413"/>
                </a:lnTo>
                <a:lnTo>
                  <a:pt x="82" y="414"/>
                </a:lnTo>
                <a:lnTo>
                  <a:pt x="81" y="414"/>
                </a:lnTo>
                <a:lnTo>
                  <a:pt x="81" y="415"/>
                </a:lnTo>
                <a:lnTo>
                  <a:pt x="81" y="416"/>
                </a:lnTo>
                <a:lnTo>
                  <a:pt x="81" y="417"/>
                </a:lnTo>
                <a:lnTo>
                  <a:pt x="82" y="417"/>
                </a:lnTo>
                <a:lnTo>
                  <a:pt x="82" y="418"/>
                </a:lnTo>
                <a:lnTo>
                  <a:pt x="81" y="418"/>
                </a:lnTo>
                <a:lnTo>
                  <a:pt x="82" y="418"/>
                </a:lnTo>
                <a:lnTo>
                  <a:pt x="82" y="419"/>
                </a:lnTo>
                <a:lnTo>
                  <a:pt x="81" y="419"/>
                </a:lnTo>
                <a:lnTo>
                  <a:pt x="81" y="420"/>
                </a:lnTo>
                <a:lnTo>
                  <a:pt x="80" y="421"/>
                </a:lnTo>
                <a:lnTo>
                  <a:pt x="81" y="421"/>
                </a:lnTo>
                <a:lnTo>
                  <a:pt x="81" y="422"/>
                </a:lnTo>
                <a:lnTo>
                  <a:pt x="80" y="422"/>
                </a:lnTo>
                <a:lnTo>
                  <a:pt x="80" y="423"/>
                </a:lnTo>
                <a:lnTo>
                  <a:pt x="81" y="423"/>
                </a:lnTo>
                <a:lnTo>
                  <a:pt x="82" y="423"/>
                </a:lnTo>
                <a:lnTo>
                  <a:pt x="82" y="424"/>
                </a:lnTo>
                <a:lnTo>
                  <a:pt x="82" y="425"/>
                </a:lnTo>
                <a:lnTo>
                  <a:pt x="81" y="425"/>
                </a:lnTo>
                <a:lnTo>
                  <a:pt x="80" y="425"/>
                </a:lnTo>
                <a:lnTo>
                  <a:pt x="79" y="425"/>
                </a:lnTo>
                <a:lnTo>
                  <a:pt x="79" y="426"/>
                </a:lnTo>
                <a:lnTo>
                  <a:pt x="78" y="426"/>
                </a:lnTo>
                <a:lnTo>
                  <a:pt x="77" y="426"/>
                </a:lnTo>
                <a:lnTo>
                  <a:pt x="77" y="425"/>
                </a:lnTo>
                <a:lnTo>
                  <a:pt x="77" y="424"/>
                </a:lnTo>
                <a:lnTo>
                  <a:pt x="77" y="423"/>
                </a:lnTo>
                <a:lnTo>
                  <a:pt x="77" y="422"/>
                </a:lnTo>
                <a:lnTo>
                  <a:pt x="76" y="422"/>
                </a:lnTo>
                <a:lnTo>
                  <a:pt x="75" y="422"/>
                </a:lnTo>
                <a:lnTo>
                  <a:pt x="75" y="421"/>
                </a:lnTo>
                <a:lnTo>
                  <a:pt x="74" y="421"/>
                </a:lnTo>
                <a:lnTo>
                  <a:pt x="73" y="420"/>
                </a:lnTo>
                <a:lnTo>
                  <a:pt x="72" y="420"/>
                </a:lnTo>
                <a:lnTo>
                  <a:pt x="72" y="419"/>
                </a:lnTo>
                <a:lnTo>
                  <a:pt x="71" y="419"/>
                </a:lnTo>
                <a:lnTo>
                  <a:pt x="71" y="420"/>
                </a:lnTo>
                <a:lnTo>
                  <a:pt x="70" y="420"/>
                </a:lnTo>
                <a:lnTo>
                  <a:pt x="69" y="420"/>
                </a:lnTo>
                <a:lnTo>
                  <a:pt x="69" y="419"/>
                </a:lnTo>
                <a:lnTo>
                  <a:pt x="68" y="419"/>
                </a:lnTo>
                <a:lnTo>
                  <a:pt x="68" y="418"/>
                </a:lnTo>
                <a:lnTo>
                  <a:pt x="68" y="417"/>
                </a:lnTo>
                <a:lnTo>
                  <a:pt x="67" y="417"/>
                </a:lnTo>
                <a:lnTo>
                  <a:pt x="67" y="416"/>
                </a:lnTo>
                <a:lnTo>
                  <a:pt x="67" y="415"/>
                </a:lnTo>
                <a:lnTo>
                  <a:pt x="67" y="414"/>
                </a:lnTo>
                <a:lnTo>
                  <a:pt x="68" y="413"/>
                </a:lnTo>
                <a:lnTo>
                  <a:pt x="67" y="413"/>
                </a:lnTo>
                <a:lnTo>
                  <a:pt x="68" y="413"/>
                </a:lnTo>
                <a:lnTo>
                  <a:pt x="68" y="412"/>
                </a:lnTo>
                <a:lnTo>
                  <a:pt x="69" y="412"/>
                </a:lnTo>
                <a:lnTo>
                  <a:pt x="69" y="411"/>
                </a:lnTo>
                <a:lnTo>
                  <a:pt x="69" y="410"/>
                </a:lnTo>
                <a:lnTo>
                  <a:pt x="69" y="409"/>
                </a:lnTo>
                <a:lnTo>
                  <a:pt x="68" y="409"/>
                </a:lnTo>
                <a:lnTo>
                  <a:pt x="68" y="408"/>
                </a:lnTo>
                <a:lnTo>
                  <a:pt x="67" y="408"/>
                </a:lnTo>
                <a:lnTo>
                  <a:pt x="66" y="408"/>
                </a:lnTo>
                <a:lnTo>
                  <a:pt x="66" y="407"/>
                </a:lnTo>
                <a:lnTo>
                  <a:pt x="67" y="406"/>
                </a:lnTo>
                <a:lnTo>
                  <a:pt x="67" y="405"/>
                </a:lnTo>
                <a:lnTo>
                  <a:pt x="66" y="405"/>
                </a:lnTo>
                <a:lnTo>
                  <a:pt x="67" y="404"/>
                </a:lnTo>
                <a:lnTo>
                  <a:pt x="67" y="403"/>
                </a:lnTo>
                <a:lnTo>
                  <a:pt x="67" y="402"/>
                </a:lnTo>
                <a:lnTo>
                  <a:pt x="67" y="401"/>
                </a:lnTo>
                <a:lnTo>
                  <a:pt x="67" y="400"/>
                </a:lnTo>
                <a:lnTo>
                  <a:pt x="66" y="400"/>
                </a:lnTo>
                <a:lnTo>
                  <a:pt x="66" y="399"/>
                </a:lnTo>
                <a:lnTo>
                  <a:pt x="65" y="399"/>
                </a:lnTo>
                <a:lnTo>
                  <a:pt x="64" y="398"/>
                </a:lnTo>
                <a:lnTo>
                  <a:pt x="64" y="397"/>
                </a:lnTo>
                <a:lnTo>
                  <a:pt x="63" y="397"/>
                </a:lnTo>
                <a:lnTo>
                  <a:pt x="62" y="396"/>
                </a:lnTo>
                <a:lnTo>
                  <a:pt x="61" y="396"/>
                </a:lnTo>
                <a:lnTo>
                  <a:pt x="61" y="397"/>
                </a:lnTo>
                <a:lnTo>
                  <a:pt x="61" y="398"/>
                </a:lnTo>
                <a:lnTo>
                  <a:pt x="60" y="398"/>
                </a:lnTo>
                <a:lnTo>
                  <a:pt x="60" y="399"/>
                </a:lnTo>
                <a:lnTo>
                  <a:pt x="60" y="398"/>
                </a:lnTo>
                <a:lnTo>
                  <a:pt x="59" y="398"/>
                </a:lnTo>
                <a:lnTo>
                  <a:pt x="59" y="399"/>
                </a:lnTo>
                <a:lnTo>
                  <a:pt x="60" y="400"/>
                </a:lnTo>
                <a:lnTo>
                  <a:pt x="60" y="401"/>
                </a:lnTo>
                <a:lnTo>
                  <a:pt x="58" y="401"/>
                </a:lnTo>
                <a:lnTo>
                  <a:pt x="57" y="401"/>
                </a:lnTo>
                <a:lnTo>
                  <a:pt x="57" y="400"/>
                </a:lnTo>
                <a:lnTo>
                  <a:pt x="56" y="401"/>
                </a:lnTo>
                <a:lnTo>
                  <a:pt x="55" y="401"/>
                </a:lnTo>
                <a:lnTo>
                  <a:pt x="55" y="402"/>
                </a:lnTo>
                <a:lnTo>
                  <a:pt x="56" y="402"/>
                </a:lnTo>
                <a:lnTo>
                  <a:pt x="56" y="403"/>
                </a:lnTo>
                <a:lnTo>
                  <a:pt x="55" y="403"/>
                </a:lnTo>
                <a:lnTo>
                  <a:pt x="54" y="404"/>
                </a:lnTo>
                <a:lnTo>
                  <a:pt x="53" y="404"/>
                </a:lnTo>
                <a:lnTo>
                  <a:pt x="52" y="404"/>
                </a:lnTo>
                <a:lnTo>
                  <a:pt x="51" y="404"/>
                </a:lnTo>
                <a:lnTo>
                  <a:pt x="49" y="404"/>
                </a:lnTo>
                <a:lnTo>
                  <a:pt x="49" y="403"/>
                </a:lnTo>
                <a:lnTo>
                  <a:pt x="50" y="403"/>
                </a:lnTo>
                <a:lnTo>
                  <a:pt x="50" y="402"/>
                </a:lnTo>
                <a:lnTo>
                  <a:pt x="50" y="401"/>
                </a:lnTo>
                <a:lnTo>
                  <a:pt x="51" y="400"/>
                </a:lnTo>
                <a:lnTo>
                  <a:pt x="50" y="399"/>
                </a:lnTo>
                <a:lnTo>
                  <a:pt x="51" y="398"/>
                </a:lnTo>
                <a:lnTo>
                  <a:pt x="51" y="397"/>
                </a:lnTo>
                <a:lnTo>
                  <a:pt x="51" y="396"/>
                </a:lnTo>
                <a:lnTo>
                  <a:pt x="52" y="396"/>
                </a:lnTo>
                <a:lnTo>
                  <a:pt x="52" y="395"/>
                </a:lnTo>
                <a:lnTo>
                  <a:pt x="51" y="395"/>
                </a:lnTo>
                <a:lnTo>
                  <a:pt x="51" y="394"/>
                </a:lnTo>
                <a:lnTo>
                  <a:pt x="51" y="393"/>
                </a:lnTo>
                <a:lnTo>
                  <a:pt x="49" y="393"/>
                </a:lnTo>
                <a:lnTo>
                  <a:pt x="48" y="393"/>
                </a:lnTo>
                <a:lnTo>
                  <a:pt x="48" y="392"/>
                </a:lnTo>
                <a:lnTo>
                  <a:pt x="47" y="392"/>
                </a:lnTo>
                <a:lnTo>
                  <a:pt x="47" y="393"/>
                </a:lnTo>
                <a:lnTo>
                  <a:pt x="46" y="392"/>
                </a:lnTo>
                <a:lnTo>
                  <a:pt x="45" y="391"/>
                </a:lnTo>
                <a:lnTo>
                  <a:pt x="45" y="390"/>
                </a:lnTo>
                <a:lnTo>
                  <a:pt x="45" y="389"/>
                </a:lnTo>
                <a:lnTo>
                  <a:pt x="45" y="388"/>
                </a:lnTo>
                <a:lnTo>
                  <a:pt x="45" y="387"/>
                </a:lnTo>
                <a:lnTo>
                  <a:pt x="46" y="387"/>
                </a:lnTo>
                <a:lnTo>
                  <a:pt x="47" y="387"/>
                </a:lnTo>
                <a:lnTo>
                  <a:pt x="47" y="386"/>
                </a:lnTo>
                <a:lnTo>
                  <a:pt x="46" y="386"/>
                </a:lnTo>
                <a:lnTo>
                  <a:pt x="47" y="385"/>
                </a:lnTo>
                <a:lnTo>
                  <a:pt x="47" y="384"/>
                </a:lnTo>
                <a:lnTo>
                  <a:pt x="46" y="384"/>
                </a:lnTo>
                <a:lnTo>
                  <a:pt x="47" y="384"/>
                </a:lnTo>
                <a:lnTo>
                  <a:pt x="47" y="383"/>
                </a:lnTo>
                <a:lnTo>
                  <a:pt x="46" y="383"/>
                </a:lnTo>
                <a:lnTo>
                  <a:pt x="46" y="382"/>
                </a:lnTo>
                <a:lnTo>
                  <a:pt x="46" y="381"/>
                </a:lnTo>
                <a:lnTo>
                  <a:pt x="47" y="381"/>
                </a:lnTo>
                <a:lnTo>
                  <a:pt x="47" y="380"/>
                </a:lnTo>
                <a:lnTo>
                  <a:pt x="48" y="380"/>
                </a:lnTo>
                <a:lnTo>
                  <a:pt x="49" y="379"/>
                </a:lnTo>
                <a:lnTo>
                  <a:pt x="49" y="378"/>
                </a:lnTo>
                <a:lnTo>
                  <a:pt x="48" y="378"/>
                </a:lnTo>
                <a:lnTo>
                  <a:pt x="48" y="377"/>
                </a:lnTo>
                <a:lnTo>
                  <a:pt x="48" y="376"/>
                </a:lnTo>
                <a:lnTo>
                  <a:pt x="47" y="376"/>
                </a:lnTo>
                <a:lnTo>
                  <a:pt x="48" y="376"/>
                </a:lnTo>
                <a:lnTo>
                  <a:pt x="47" y="377"/>
                </a:lnTo>
                <a:lnTo>
                  <a:pt x="46" y="377"/>
                </a:lnTo>
                <a:lnTo>
                  <a:pt x="45" y="376"/>
                </a:lnTo>
                <a:lnTo>
                  <a:pt x="46" y="376"/>
                </a:lnTo>
                <a:lnTo>
                  <a:pt x="45" y="376"/>
                </a:lnTo>
                <a:lnTo>
                  <a:pt x="45" y="375"/>
                </a:lnTo>
                <a:lnTo>
                  <a:pt x="46" y="375"/>
                </a:lnTo>
                <a:lnTo>
                  <a:pt x="47" y="373"/>
                </a:lnTo>
                <a:lnTo>
                  <a:pt x="46" y="372"/>
                </a:lnTo>
                <a:lnTo>
                  <a:pt x="45" y="372"/>
                </a:lnTo>
                <a:lnTo>
                  <a:pt x="44" y="372"/>
                </a:lnTo>
                <a:lnTo>
                  <a:pt x="43" y="371"/>
                </a:lnTo>
                <a:lnTo>
                  <a:pt x="43" y="370"/>
                </a:lnTo>
                <a:lnTo>
                  <a:pt x="42" y="370"/>
                </a:lnTo>
                <a:lnTo>
                  <a:pt x="42" y="371"/>
                </a:lnTo>
                <a:lnTo>
                  <a:pt x="41" y="371"/>
                </a:lnTo>
                <a:lnTo>
                  <a:pt x="41" y="370"/>
                </a:lnTo>
                <a:lnTo>
                  <a:pt x="42" y="370"/>
                </a:lnTo>
                <a:lnTo>
                  <a:pt x="42" y="369"/>
                </a:lnTo>
                <a:lnTo>
                  <a:pt x="41" y="369"/>
                </a:lnTo>
                <a:lnTo>
                  <a:pt x="41" y="370"/>
                </a:lnTo>
                <a:lnTo>
                  <a:pt x="41" y="371"/>
                </a:lnTo>
                <a:lnTo>
                  <a:pt x="40" y="371"/>
                </a:lnTo>
                <a:lnTo>
                  <a:pt x="40" y="372"/>
                </a:lnTo>
                <a:lnTo>
                  <a:pt x="41" y="373"/>
                </a:lnTo>
                <a:lnTo>
                  <a:pt x="40" y="373"/>
                </a:lnTo>
                <a:lnTo>
                  <a:pt x="40" y="372"/>
                </a:lnTo>
                <a:lnTo>
                  <a:pt x="39" y="372"/>
                </a:lnTo>
                <a:lnTo>
                  <a:pt x="38" y="372"/>
                </a:lnTo>
                <a:lnTo>
                  <a:pt x="38" y="373"/>
                </a:lnTo>
                <a:lnTo>
                  <a:pt x="37" y="373"/>
                </a:lnTo>
                <a:lnTo>
                  <a:pt x="37" y="372"/>
                </a:lnTo>
                <a:lnTo>
                  <a:pt x="37" y="371"/>
                </a:lnTo>
                <a:lnTo>
                  <a:pt x="38" y="371"/>
                </a:lnTo>
                <a:lnTo>
                  <a:pt x="39" y="370"/>
                </a:lnTo>
                <a:lnTo>
                  <a:pt x="38" y="370"/>
                </a:lnTo>
                <a:lnTo>
                  <a:pt x="38" y="369"/>
                </a:lnTo>
                <a:lnTo>
                  <a:pt x="37" y="369"/>
                </a:lnTo>
                <a:lnTo>
                  <a:pt x="37" y="368"/>
                </a:lnTo>
                <a:lnTo>
                  <a:pt x="38" y="367"/>
                </a:lnTo>
                <a:lnTo>
                  <a:pt x="37" y="367"/>
                </a:lnTo>
                <a:lnTo>
                  <a:pt x="37" y="366"/>
                </a:lnTo>
                <a:lnTo>
                  <a:pt x="36" y="366"/>
                </a:lnTo>
                <a:lnTo>
                  <a:pt x="35" y="367"/>
                </a:lnTo>
                <a:lnTo>
                  <a:pt x="34" y="367"/>
                </a:lnTo>
                <a:lnTo>
                  <a:pt x="35" y="368"/>
                </a:lnTo>
                <a:lnTo>
                  <a:pt x="36" y="368"/>
                </a:lnTo>
                <a:lnTo>
                  <a:pt x="37" y="368"/>
                </a:lnTo>
                <a:lnTo>
                  <a:pt x="37" y="369"/>
                </a:lnTo>
                <a:lnTo>
                  <a:pt x="36" y="369"/>
                </a:lnTo>
                <a:lnTo>
                  <a:pt x="36" y="370"/>
                </a:lnTo>
                <a:lnTo>
                  <a:pt x="37" y="370"/>
                </a:lnTo>
                <a:lnTo>
                  <a:pt x="38" y="371"/>
                </a:lnTo>
                <a:lnTo>
                  <a:pt x="37" y="371"/>
                </a:lnTo>
                <a:lnTo>
                  <a:pt x="36" y="371"/>
                </a:lnTo>
                <a:lnTo>
                  <a:pt x="36" y="370"/>
                </a:lnTo>
                <a:lnTo>
                  <a:pt x="35" y="370"/>
                </a:lnTo>
                <a:lnTo>
                  <a:pt x="36" y="371"/>
                </a:lnTo>
                <a:lnTo>
                  <a:pt x="36" y="372"/>
                </a:lnTo>
                <a:lnTo>
                  <a:pt x="35" y="372"/>
                </a:lnTo>
                <a:lnTo>
                  <a:pt x="35" y="371"/>
                </a:lnTo>
                <a:lnTo>
                  <a:pt x="34" y="371"/>
                </a:lnTo>
                <a:lnTo>
                  <a:pt x="34" y="370"/>
                </a:lnTo>
                <a:lnTo>
                  <a:pt x="33" y="369"/>
                </a:lnTo>
                <a:lnTo>
                  <a:pt x="32" y="368"/>
                </a:lnTo>
                <a:lnTo>
                  <a:pt x="31" y="368"/>
                </a:lnTo>
                <a:lnTo>
                  <a:pt x="30" y="368"/>
                </a:lnTo>
                <a:lnTo>
                  <a:pt x="31" y="368"/>
                </a:lnTo>
                <a:lnTo>
                  <a:pt x="31" y="367"/>
                </a:lnTo>
                <a:lnTo>
                  <a:pt x="31" y="366"/>
                </a:lnTo>
                <a:lnTo>
                  <a:pt x="30" y="366"/>
                </a:lnTo>
                <a:lnTo>
                  <a:pt x="29" y="367"/>
                </a:lnTo>
                <a:lnTo>
                  <a:pt x="28" y="367"/>
                </a:lnTo>
                <a:lnTo>
                  <a:pt x="28" y="366"/>
                </a:lnTo>
                <a:lnTo>
                  <a:pt x="29" y="366"/>
                </a:lnTo>
                <a:lnTo>
                  <a:pt x="30" y="366"/>
                </a:lnTo>
                <a:lnTo>
                  <a:pt x="29" y="365"/>
                </a:lnTo>
                <a:lnTo>
                  <a:pt x="28" y="364"/>
                </a:lnTo>
                <a:lnTo>
                  <a:pt x="28" y="363"/>
                </a:lnTo>
                <a:lnTo>
                  <a:pt x="28" y="362"/>
                </a:lnTo>
                <a:lnTo>
                  <a:pt x="28" y="361"/>
                </a:lnTo>
                <a:lnTo>
                  <a:pt x="28" y="360"/>
                </a:lnTo>
                <a:lnTo>
                  <a:pt x="28" y="359"/>
                </a:lnTo>
                <a:lnTo>
                  <a:pt x="28" y="358"/>
                </a:lnTo>
                <a:lnTo>
                  <a:pt x="28" y="357"/>
                </a:lnTo>
                <a:lnTo>
                  <a:pt x="28" y="356"/>
                </a:lnTo>
                <a:lnTo>
                  <a:pt x="28" y="355"/>
                </a:lnTo>
                <a:lnTo>
                  <a:pt x="27" y="355"/>
                </a:lnTo>
                <a:lnTo>
                  <a:pt x="27" y="354"/>
                </a:lnTo>
                <a:lnTo>
                  <a:pt x="27" y="355"/>
                </a:lnTo>
                <a:lnTo>
                  <a:pt x="26" y="355"/>
                </a:lnTo>
                <a:lnTo>
                  <a:pt x="26" y="354"/>
                </a:lnTo>
                <a:lnTo>
                  <a:pt x="27" y="354"/>
                </a:lnTo>
                <a:lnTo>
                  <a:pt x="27" y="353"/>
                </a:lnTo>
                <a:lnTo>
                  <a:pt x="27" y="352"/>
                </a:lnTo>
                <a:lnTo>
                  <a:pt x="26" y="351"/>
                </a:lnTo>
                <a:lnTo>
                  <a:pt x="26" y="350"/>
                </a:lnTo>
                <a:lnTo>
                  <a:pt x="25" y="350"/>
                </a:lnTo>
                <a:lnTo>
                  <a:pt x="24" y="350"/>
                </a:lnTo>
                <a:lnTo>
                  <a:pt x="24" y="349"/>
                </a:lnTo>
                <a:lnTo>
                  <a:pt x="23" y="349"/>
                </a:lnTo>
                <a:lnTo>
                  <a:pt x="22" y="349"/>
                </a:lnTo>
                <a:lnTo>
                  <a:pt x="21" y="349"/>
                </a:lnTo>
                <a:lnTo>
                  <a:pt x="20" y="349"/>
                </a:lnTo>
                <a:lnTo>
                  <a:pt x="20" y="350"/>
                </a:lnTo>
                <a:lnTo>
                  <a:pt x="19" y="351"/>
                </a:lnTo>
                <a:lnTo>
                  <a:pt x="19" y="352"/>
                </a:lnTo>
                <a:lnTo>
                  <a:pt x="19" y="353"/>
                </a:lnTo>
                <a:lnTo>
                  <a:pt x="18" y="353"/>
                </a:lnTo>
                <a:lnTo>
                  <a:pt x="18" y="354"/>
                </a:lnTo>
                <a:lnTo>
                  <a:pt x="17" y="354"/>
                </a:lnTo>
                <a:lnTo>
                  <a:pt x="16" y="354"/>
                </a:lnTo>
                <a:lnTo>
                  <a:pt x="16" y="355"/>
                </a:lnTo>
                <a:lnTo>
                  <a:pt x="15" y="357"/>
                </a:lnTo>
                <a:lnTo>
                  <a:pt x="15" y="358"/>
                </a:lnTo>
                <a:lnTo>
                  <a:pt x="14" y="359"/>
                </a:lnTo>
                <a:lnTo>
                  <a:pt x="14" y="360"/>
                </a:lnTo>
                <a:lnTo>
                  <a:pt x="15" y="360"/>
                </a:lnTo>
                <a:lnTo>
                  <a:pt x="16" y="361"/>
                </a:lnTo>
                <a:lnTo>
                  <a:pt x="16" y="362"/>
                </a:lnTo>
                <a:lnTo>
                  <a:pt x="15" y="362"/>
                </a:lnTo>
                <a:lnTo>
                  <a:pt x="14" y="363"/>
                </a:lnTo>
                <a:lnTo>
                  <a:pt x="13" y="362"/>
                </a:lnTo>
                <a:lnTo>
                  <a:pt x="12" y="363"/>
                </a:lnTo>
                <a:lnTo>
                  <a:pt x="12" y="362"/>
                </a:lnTo>
                <a:lnTo>
                  <a:pt x="12" y="363"/>
                </a:lnTo>
                <a:lnTo>
                  <a:pt x="13" y="363"/>
                </a:lnTo>
                <a:lnTo>
                  <a:pt x="13" y="364"/>
                </a:lnTo>
                <a:lnTo>
                  <a:pt x="12" y="364"/>
                </a:lnTo>
                <a:lnTo>
                  <a:pt x="12" y="365"/>
                </a:lnTo>
                <a:lnTo>
                  <a:pt x="11" y="365"/>
                </a:lnTo>
                <a:lnTo>
                  <a:pt x="11" y="364"/>
                </a:lnTo>
                <a:lnTo>
                  <a:pt x="10" y="364"/>
                </a:lnTo>
                <a:lnTo>
                  <a:pt x="10" y="363"/>
                </a:lnTo>
                <a:lnTo>
                  <a:pt x="9" y="363"/>
                </a:lnTo>
                <a:lnTo>
                  <a:pt x="9" y="362"/>
                </a:lnTo>
                <a:lnTo>
                  <a:pt x="8" y="362"/>
                </a:lnTo>
                <a:lnTo>
                  <a:pt x="7" y="362"/>
                </a:lnTo>
                <a:lnTo>
                  <a:pt x="6" y="362"/>
                </a:lnTo>
                <a:lnTo>
                  <a:pt x="6" y="361"/>
                </a:lnTo>
                <a:lnTo>
                  <a:pt x="6" y="360"/>
                </a:lnTo>
                <a:lnTo>
                  <a:pt x="7" y="360"/>
                </a:lnTo>
                <a:lnTo>
                  <a:pt x="7" y="359"/>
                </a:lnTo>
                <a:lnTo>
                  <a:pt x="7" y="358"/>
                </a:lnTo>
                <a:lnTo>
                  <a:pt x="6" y="358"/>
                </a:lnTo>
                <a:lnTo>
                  <a:pt x="5" y="359"/>
                </a:lnTo>
                <a:lnTo>
                  <a:pt x="5" y="358"/>
                </a:lnTo>
                <a:lnTo>
                  <a:pt x="4" y="358"/>
                </a:lnTo>
                <a:lnTo>
                  <a:pt x="4" y="357"/>
                </a:lnTo>
                <a:lnTo>
                  <a:pt x="4" y="356"/>
                </a:lnTo>
                <a:lnTo>
                  <a:pt x="5" y="356"/>
                </a:lnTo>
                <a:lnTo>
                  <a:pt x="5" y="355"/>
                </a:lnTo>
                <a:lnTo>
                  <a:pt x="5" y="354"/>
                </a:lnTo>
                <a:lnTo>
                  <a:pt x="4" y="354"/>
                </a:lnTo>
                <a:lnTo>
                  <a:pt x="3" y="353"/>
                </a:lnTo>
                <a:lnTo>
                  <a:pt x="3" y="352"/>
                </a:lnTo>
                <a:lnTo>
                  <a:pt x="2" y="352"/>
                </a:lnTo>
                <a:lnTo>
                  <a:pt x="2" y="353"/>
                </a:lnTo>
                <a:lnTo>
                  <a:pt x="2" y="354"/>
                </a:lnTo>
                <a:lnTo>
                  <a:pt x="1" y="354"/>
                </a:lnTo>
                <a:lnTo>
                  <a:pt x="0" y="354"/>
                </a:lnTo>
                <a:lnTo>
                  <a:pt x="0" y="353"/>
                </a:lnTo>
                <a:lnTo>
                  <a:pt x="0" y="352"/>
                </a:lnTo>
                <a:lnTo>
                  <a:pt x="0" y="351"/>
                </a:lnTo>
                <a:lnTo>
                  <a:pt x="1" y="351"/>
                </a:lnTo>
                <a:lnTo>
                  <a:pt x="1" y="350"/>
                </a:lnTo>
                <a:lnTo>
                  <a:pt x="2" y="350"/>
                </a:lnTo>
                <a:lnTo>
                  <a:pt x="2" y="349"/>
                </a:lnTo>
                <a:lnTo>
                  <a:pt x="3" y="350"/>
                </a:lnTo>
                <a:lnTo>
                  <a:pt x="4" y="349"/>
                </a:lnTo>
                <a:lnTo>
                  <a:pt x="5" y="348"/>
                </a:lnTo>
                <a:lnTo>
                  <a:pt x="6" y="347"/>
                </a:lnTo>
                <a:lnTo>
                  <a:pt x="6" y="348"/>
                </a:lnTo>
                <a:lnTo>
                  <a:pt x="7" y="348"/>
                </a:lnTo>
                <a:lnTo>
                  <a:pt x="8" y="348"/>
                </a:lnTo>
                <a:lnTo>
                  <a:pt x="8" y="349"/>
                </a:lnTo>
                <a:lnTo>
                  <a:pt x="9" y="349"/>
                </a:lnTo>
                <a:lnTo>
                  <a:pt x="10" y="349"/>
                </a:lnTo>
                <a:lnTo>
                  <a:pt x="11" y="349"/>
                </a:lnTo>
                <a:lnTo>
                  <a:pt x="12" y="348"/>
                </a:lnTo>
                <a:lnTo>
                  <a:pt x="12" y="347"/>
                </a:lnTo>
                <a:lnTo>
                  <a:pt x="13" y="348"/>
                </a:lnTo>
                <a:lnTo>
                  <a:pt x="13" y="349"/>
                </a:lnTo>
                <a:lnTo>
                  <a:pt x="14" y="349"/>
                </a:lnTo>
                <a:lnTo>
                  <a:pt x="14" y="348"/>
                </a:lnTo>
                <a:lnTo>
                  <a:pt x="13" y="348"/>
                </a:lnTo>
                <a:lnTo>
                  <a:pt x="13" y="347"/>
                </a:lnTo>
                <a:lnTo>
                  <a:pt x="14" y="347"/>
                </a:lnTo>
                <a:lnTo>
                  <a:pt x="14" y="346"/>
                </a:lnTo>
                <a:lnTo>
                  <a:pt x="14" y="345"/>
                </a:lnTo>
                <a:lnTo>
                  <a:pt x="14" y="344"/>
                </a:lnTo>
                <a:lnTo>
                  <a:pt x="14" y="343"/>
                </a:lnTo>
                <a:lnTo>
                  <a:pt x="13" y="343"/>
                </a:lnTo>
                <a:lnTo>
                  <a:pt x="13" y="342"/>
                </a:lnTo>
                <a:lnTo>
                  <a:pt x="14" y="342"/>
                </a:lnTo>
                <a:lnTo>
                  <a:pt x="14" y="341"/>
                </a:lnTo>
                <a:lnTo>
                  <a:pt x="14" y="340"/>
                </a:lnTo>
                <a:lnTo>
                  <a:pt x="14" y="339"/>
                </a:lnTo>
                <a:lnTo>
                  <a:pt x="15" y="339"/>
                </a:lnTo>
                <a:lnTo>
                  <a:pt x="15" y="338"/>
                </a:lnTo>
                <a:lnTo>
                  <a:pt x="15" y="337"/>
                </a:lnTo>
                <a:lnTo>
                  <a:pt x="15" y="336"/>
                </a:lnTo>
                <a:lnTo>
                  <a:pt x="16" y="336"/>
                </a:lnTo>
                <a:lnTo>
                  <a:pt x="16" y="337"/>
                </a:lnTo>
                <a:lnTo>
                  <a:pt x="16" y="336"/>
                </a:lnTo>
                <a:lnTo>
                  <a:pt x="15" y="335"/>
                </a:lnTo>
                <a:lnTo>
                  <a:pt x="14" y="335"/>
                </a:lnTo>
                <a:lnTo>
                  <a:pt x="14" y="334"/>
                </a:lnTo>
                <a:lnTo>
                  <a:pt x="14" y="333"/>
                </a:lnTo>
                <a:lnTo>
                  <a:pt x="14" y="331"/>
                </a:lnTo>
                <a:lnTo>
                  <a:pt x="15" y="331"/>
                </a:lnTo>
                <a:lnTo>
                  <a:pt x="15" y="330"/>
                </a:lnTo>
                <a:lnTo>
                  <a:pt x="15" y="329"/>
                </a:lnTo>
                <a:lnTo>
                  <a:pt x="14" y="329"/>
                </a:lnTo>
                <a:lnTo>
                  <a:pt x="13" y="330"/>
                </a:lnTo>
                <a:lnTo>
                  <a:pt x="13" y="329"/>
                </a:lnTo>
                <a:lnTo>
                  <a:pt x="14" y="328"/>
                </a:lnTo>
                <a:lnTo>
                  <a:pt x="14" y="327"/>
                </a:lnTo>
                <a:lnTo>
                  <a:pt x="14" y="328"/>
                </a:lnTo>
                <a:lnTo>
                  <a:pt x="15" y="327"/>
                </a:lnTo>
                <a:lnTo>
                  <a:pt x="15" y="326"/>
                </a:lnTo>
                <a:lnTo>
                  <a:pt x="16" y="324"/>
                </a:lnTo>
                <a:lnTo>
                  <a:pt x="16" y="323"/>
                </a:lnTo>
                <a:lnTo>
                  <a:pt x="17" y="322"/>
                </a:lnTo>
                <a:lnTo>
                  <a:pt x="17" y="320"/>
                </a:lnTo>
                <a:lnTo>
                  <a:pt x="18" y="319"/>
                </a:lnTo>
                <a:lnTo>
                  <a:pt x="17" y="319"/>
                </a:lnTo>
                <a:lnTo>
                  <a:pt x="16" y="319"/>
                </a:lnTo>
                <a:lnTo>
                  <a:pt x="16" y="318"/>
                </a:lnTo>
                <a:lnTo>
                  <a:pt x="17" y="317"/>
                </a:lnTo>
                <a:lnTo>
                  <a:pt x="17" y="315"/>
                </a:lnTo>
                <a:lnTo>
                  <a:pt x="17" y="314"/>
                </a:lnTo>
                <a:lnTo>
                  <a:pt x="18" y="313"/>
                </a:lnTo>
                <a:lnTo>
                  <a:pt x="18" y="312"/>
                </a:lnTo>
                <a:lnTo>
                  <a:pt x="18" y="311"/>
                </a:lnTo>
                <a:lnTo>
                  <a:pt x="19" y="311"/>
                </a:lnTo>
                <a:lnTo>
                  <a:pt x="19" y="309"/>
                </a:lnTo>
                <a:lnTo>
                  <a:pt x="18" y="309"/>
                </a:lnTo>
                <a:lnTo>
                  <a:pt x="17" y="309"/>
                </a:lnTo>
                <a:lnTo>
                  <a:pt x="17" y="308"/>
                </a:lnTo>
                <a:lnTo>
                  <a:pt x="16" y="308"/>
                </a:lnTo>
                <a:lnTo>
                  <a:pt x="16" y="307"/>
                </a:lnTo>
                <a:lnTo>
                  <a:pt x="15" y="307"/>
                </a:lnTo>
                <a:lnTo>
                  <a:pt x="15" y="306"/>
                </a:lnTo>
                <a:lnTo>
                  <a:pt x="15" y="305"/>
                </a:lnTo>
                <a:lnTo>
                  <a:pt x="14" y="305"/>
                </a:lnTo>
                <a:lnTo>
                  <a:pt x="14" y="304"/>
                </a:lnTo>
                <a:lnTo>
                  <a:pt x="14" y="303"/>
                </a:lnTo>
                <a:lnTo>
                  <a:pt x="13" y="303"/>
                </a:lnTo>
                <a:lnTo>
                  <a:pt x="12" y="303"/>
                </a:lnTo>
                <a:lnTo>
                  <a:pt x="11" y="302"/>
                </a:lnTo>
                <a:lnTo>
                  <a:pt x="10" y="301"/>
                </a:lnTo>
                <a:lnTo>
                  <a:pt x="10" y="300"/>
                </a:lnTo>
                <a:lnTo>
                  <a:pt x="9" y="300"/>
                </a:lnTo>
                <a:lnTo>
                  <a:pt x="9" y="299"/>
                </a:lnTo>
                <a:lnTo>
                  <a:pt x="8" y="299"/>
                </a:lnTo>
                <a:lnTo>
                  <a:pt x="8" y="298"/>
                </a:lnTo>
                <a:lnTo>
                  <a:pt x="7" y="299"/>
                </a:lnTo>
                <a:lnTo>
                  <a:pt x="6" y="299"/>
                </a:lnTo>
                <a:lnTo>
                  <a:pt x="5" y="299"/>
                </a:lnTo>
                <a:lnTo>
                  <a:pt x="5" y="298"/>
                </a:lnTo>
                <a:lnTo>
                  <a:pt x="4" y="298"/>
                </a:lnTo>
                <a:lnTo>
                  <a:pt x="3" y="297"/>
                </a:lnTo>
                <a:lnTo>
                  <a:pt x="3" y="295"/>
                </a:lnTo>
                <a:lnTo>
                  <a:pt x="5" y="295"/>
                </a:lnTo>
                <a:lnTo>
                  <a:pt x="5" y="294"/>
                </a:lnTo>
                <a:lnTo>
                  <a:pt x="5" y="293"/>
                </a:lnTo>
                <a:lnTo>
                  <a:pt x="5" y="292"/>
                </a:lnTo>
                <a:lnTo>
                  <a:pt x="5" y="291"/>
                </a:lnTo>
                <a:lnTo>
                  <a:pt x="4" y="291"/>
                </a:lnTo>
                <a:lnTo>
                  <a:pt x="4" y="290"/>
                </a:lnTo>
                <a:lnTo>
                  <a:pt x="4" y="289"/>
                </a:lnTo>
                <a:lnTo>
                  <a:pt x="5" y="289"/>
                </a:lnTo>
                <a:lnTo>
                  <a:pt x="4" y="289"/>
                </a:lnTo>
                <a:lnTo>
                  <a:pt x="4" y="288"/>
                </a:lnTo>
                <a:lnTo>
                  <a:pt x="5" y="288"/>
                </a:lnTo>
                <a:lnTo>
                  <a:pt x="5" y="287"/>
                </a:lnTo>
                <a:lnTo>
                  <a:pt x="4" y="287"/>
                </a:lnTo>
                <a:lnTo>
                  <a:pt x="5" y="285"/>
                </a:lnTo>
                <a:lnTo>
                  <a:pt x="6" y="285"/>
                </a:lnTo>
                <a:lnTo>
                  <a:pt x="7" y="285"/>
                </a:lnTo>
                <a:lnTo>
                  <a:pt x="7" y="284"/>
                </a:lnTo>
                <a:lnTo>
                  <a:pt x="8" y="284"/>
                </a:lnTo>
                <a:lnTo>
                  <a:pt x="8" y="285"/>
                </a:lnTo>
                <a:lnTo>
                  <a:pt x="9" y="285"/>
                </a:lnTo>
                <a:lnTo>
                  <a:pt x="8" y="285"/>
                </a:lnTo>
                <a:lnTo>
                  <a:pt x="9" y="286"/>
                </a:lnTo>
                <a:lnTo>
                  <a:pt x="10" y="285"/>
                </a:lnTo>
                <a:lnTo>
                  <a:pt x="10" y="284"/>
                </a:lnTo>
                <a:lnTo>
                  <a:pt x="11" y="284"/>
                </a:lnTo>
                <a:lnTo>
                  <a:pt x="13" y="284"/>
                </a:lnTo>
                <a:lnTo>
                  <a:pt x="14" y="285"/>
                </a:lnTo>
                <a:lnTo>
                  <a:pt x="15" y="285"/>
                </a:lnTo>
                <a:lnTo>
                  <a:pt x="16" y="285"/>
                </a:lnTo>
                <a:lnTo>
                  <a:pt x="16" y="286"/>
                </a:lnTo>
                <a:lnTo>
                  <a:pt x="17" y="286"/>
                </a:lnTo>
                <a:lnTo>
                  <a:pt x="17" y="287"/>
                </a:lnTo>
                <a:lnTo>
                  <a:pt x="18" y="287"/>
                </a:lnTo>
                <a:lnTo>
                  <a:pt x="18" y="286"/>
                </a:lnTo>
                <a:lnTo>
                  <a:pt x="19" y="286"/>
                </a:lnTo>
                <a:lnTo>
                  <a:pt x="19" y="285"/>
                </a:lnTo>
                <a:lnTo>
                  <a:pt x="20" y="285"/>
                </a:lnTo>
                <a:lnTo>
                  <a:pt x="20" y="284"/>
                </a:lnTo>
                <a:lnTo>
                  <a:pt x="21" y="285"/>
                </a:lnTo>
                <a:lnTo>
                  <a:pt x="21" y="284"/>
                </a:lnTo>
                <a:lnTo>
                  <a:pt x="22" y="284"/>
                </a:lnTo>
                <a:lnTo>
                  <a:pt x="22" y="283"/>
                </a:lnTo>
                <a:lnTo>
                  <a:pt x="21" y="283"/>
                </a:lnTo>
                <a:lnTo>
                  <a:pt x="22" y="283"/>
                </a:lnTo>
                <a:lnTo>
                  <a:pt x="23" y="282"/>
                </a:lnTo>
                <a:lnTo>
                  <a:pt x="22" y="282"/>
                </a:lnTo>
                <a:lnTo>
                  <a:pt x="23" y="282"/>
                </a:lnTo>
                <a:lnTo>
                  <a:pt x="23" y="281"/>
                </a:lnTo>
                <a:lnTo>
                  <a:pt x="24" y="281"/>
                </a:lnTo>
                <a:lnTo>
                  <a:pt x="24" y="282"/>
                </a:lnTo>
                <a:lnTo>
                  <a:pt x="25" y="282"/>
                </a:lnTo>
                <a:lnTo>
                  <a:pt x="25" y="281"/>
                </a:lnTo>
                <a:lnTo>
                  <a:pt x="25" y="280"/>
                </a:lnTo>
                <a:lnTo>
                  <a:pt x="25" y="279"/>
                </a:lnTo>
                <a:lnTo>
                  <a:pt x="25" y="278"/>
                </a:lnTo>
                <a:lnTo>
                  <a:pt x="24" y="277"/>
                </a:lnTo>
                <a:lnTo>
                  <a:pt x="24" y="276"/>
                </a:lnTo>
                <a:lnTo>
                  <a:pt x="25" y="276"/>
                </a:lnTo>
                <a:lnTo>
                  <a:pt x="26" y="275"/>
                </a:lnTo>
                <a:lnTo>
                  <a:pt x="27" y="275"/>
                </a:lnTo>
                <a:lnTo>
                  <a:pt x="29" y="275"/>
                </a:lnTo>
                <a:lnTo>
                  <a:pt x="29" y="276"/>
                </a:lnTo>
                <a:lnTo>
                  <a:pt x="29" y="277"/>
                </a:lnTo>
                <a:lnTo>
                  <a:pt x="30" y="277"/>
                </a:lnTo>
                <a:lnTo>
                  <a:pt x="30" y="278"/>
                </a:lnTo>
                <a:lnTo>
                  <a:pt x="30" y="279"/>
                </a:lnTo>
                <a:lnTo>
                  <a:pt x="30" y="280"/>
                </a:lnTo>
                <a:lnTo>
                  <a:pt x="31" y="280"/>
                </a:lnTo>
                <a:lnTo>
                  <a:pt x="31" y="281"/>
                </a:lnTo>
                <a:lnTo>
                  <a:pt x="31" y="282"/>
                </a:lnTo>
                <a:lnTo>
                  <a:pt x="32" y="282"/>
                </a:lnTo>
                <a:lnTo>
                  <a:pt x="32" y="283"/>
                </a:lnTo>
                <a:lnTo>
                  <a:pt x="32" y="284"/>
                </a:lnTo>
                <a:lnTo>
                  <a:pt x="33" y="284"/>
                </a:lnTo>
                <a:lnTo>
                  <a:pt x="34" y="284"/>
                </a:lnTo>
                <a:lnTo>
                  <a:pt x="35" y="284"/>
                </a:lnTo>
                <a:lnTo>
                  <a:pt x="36" y="284"/>
                </a:lnTo>
                <a:lnTo>
                  <a:pt x="37" y="283"/>
                </a:lnTo>
                <a:lnTo>
                  <a:pt x="38" y="283"/>
                </a:lnTo>
                <a:lnTo>
                  <a:pt x="38" y="282"/>
                </a:lnTo>
                <a:lnTo>
                  <a:pt x="38" y="283"/>
                </a:lnTo>
                <a:lnTo>
                  <a:pt x="38" y="284"/>
                </a:lnTo>
                <a:lnTo>
                  <a:pt x="39" y="284"/>
                </a:lnTo>
                <a:lnTo>
                  <a:pt x="39" y="285"/>
                </a:lnTo>
                <a:lnTo>
                  <a:pt x="40" y="285"/>
                </a:lnTo>
                <a:lnTo>
                  <a:pt x="40" y="284"/>
                </a:lnTo>
                <a:lnTo>
                  <a:pt x="42" y="284"/>
                </a:lnTo>
                <a:lnTo>
                  <a:pt x="43" y="283"/>
                </a:lnTo>
                <a:lnTo>
                  <a:pt x="44" y="282"/>
                </a:lnTo>
                <a:lnTo>
                  <a:pt x="45" y="281"/>
                </a:lnTo>
                <a:lnTo>
                  <a:pt x="46" y="280"/>
                </a:lnTo>
                <a:lnTo>
                  <a:pt x="46" y="279"/>
                </a:lnTo>
                <a:lnTo>
                  <a:pt x="47" y="279"/>
                </a:lnTo>
                <a:lnTo>
                  <a:pt x="47" y="278"/>
                </a:lnTo>
                <a:lnTo>
                  <a:pt x="47" y="277"/>
                </a:lnTo>
                <a:lnTo>
                  <a:pt x="48" y="277"/>
                </a:lnTo>
                <a:lnTo>
                  <a:pt x="49" y="276"/>
                </a:lnTo>
                <a:lnTo>
                  <a:pt x="50" y="275"/>
                </a:lnTo>
                <a:lnTo>
                  <a:pt x="50" y="274"/>
                </a:lnTo>
                <a:lnTo>
                  <a:pt x="51" y="274"/>
                </a:lnTo>
                <a:lnTo>
                  <a:pt x="52" y="274"/>
                </a:lnTo>
                <a:lnTo>
                  <a:pt x="52" y="273"/>
                </a:lnTo>
                <a:lnTo>
                  <a:pt x="53" y="273"/>
                </a:lnTo>
                <a:lnTo>
                  <a:pt x="53" y="272"/>
                </a:lnTo>
                <a:lnTo>
                  <a:pt x="53" y="271"/>
                </a:lnTo>
                <a:lnTo>
                  <a:pt x="54" y="271"/>
                </a:lnTo>
                <a:lnTo>
                  <a:pt x="55" y="271"/>
                </a:lnTo>
                <a:lnTo>
                  <a:pt x="56" y="271"/>
                </a:lnTo>
                <a:lnTo>
                  <a:pt x="56" y="272"/>
                </a:lnTo>
                <a:lnTo>
                  <a:pt x="56" y="271"/>
                </a:lnTo>
                <a:lnTo>
                  <a:pt x="57" y="270"/>
                </a:lnTo>
                <a:lnTo>
                  <a:pt x="57" y="271"/>
                </a:lnTo>
                <a:lnTo>
                  <a:pt x="58" y="270"/>
                </a:lnTo>
                <a:lnTo>
                  <a:pt x="59" y="269"/>
                </a:lnTo>
                <a:lnTo>
                  <a:pt x="60" y="269"/>
                </a:lnTo>
                <a:lnTo>
                  <a:pt x="61" y="268"/>
                </a:lnTo>
                <a:lnTo>
                  <a:pt x="61" y="269"/>
                </a:lnTo>
                <a:lnTo>
                  <a:pt x="62" y="269"/>
                </a:lnTo>
                <a:lnTo>
                  <a:pt x="63" y="269"/>
                </a:lnTo>
                <a:lnTo>
                  <a:pt x="63" y="270"/>
                </a:lnTo>
                <a:lnTo>
                  <a:pt x="64" y="269"/>
                </a:lnTo>
                <a:lnTo>
                  <a:pt x="65" y="269"/>
                </a:lnTo>
                <a:lnTo>
                  <a:pt x="67" y="270"/>
                </a:lnTo>
                <a:lnTo>
                  <a:pt x="68" y="270"/>
                </a:lnTo>
                <a:lnTo>
                  <a:pt x="68" y="271"/>
                </a:lnTo>
                <a:lnTo>
                  <a:pt x="67" y="272"/>
                </a:lnTo>
                <a:lnTo>
                  <a:pt x="67" y="273"/>
                </a:lnTo>
                <a:lnTo>
                  <a:pt x="66" y="273"/>
                </a:lnTo>
                <a:lnTo>
                  <a:pt x="64" y="274"/>
                </a:lnTo>
                <a:lnTo>
                  <a:pt x="65" y="274"/>
                </a:lnTo>
                <a:lnTo>
                  <a:pt x="65" y="275"/>
                </a:lnTo>
                <a:lnTo>
                  <a:pt x="65" y="276"/>
                </a:lnTo>
                <a:lnTo>
                  <a:pt x="65" y="277"/>
                </a:lnTo>
                <a:lnTo>
                  <a:pt x="66" y="277"/>
                </a:lnTo>
                <a:lnTo>
                  <a:pt x="66" y="278"/>
                </a:lnTo>
                <a:lnTo>
                  <a:pt x="67" y="278"/>
                </a:lnTo>
                <a:lnTo>
                  <a:pt x="67" y="279"/>
                </a:lnTo>
                <a:lnTo>
                  <a:pt x="67" y="280"/>
                </a:lnTo>
                <a:lnTo>
                  <a:pt x="68" y="280"/>
                </a:lnTo>
                <a:lnTo>
                  <a:pt x="68" y="281"/>
                </a:lnTo>
                <a:lnTo>
                  <a:pt x="69" y="281"/>
                </a:lnTo>
                <a:lnTo>
                  <a:pt x="70" y="282"/>
                </a:lnTo>
                <a:lnTo>
                  <a:pt x="70" y="281"/>
                </a:lnTo>
                <a:lnTo>
                  <a:pt x="71" y="281"/>
                </a:lnTo>
                <a:lnTo>
                  <a:pt x="71" y="280"/>
                </a:lnTo>
                <a:lnTo>
                  <a:pt x="72" y="280"/>
                </a:lnTo>
                <a:lnTo>
                  <a:pt x="72" y="279"/>
                </a:lnTo>
                <a:lnTo>
                  <a:pt x="74" y="279"/>
                </a:lnTo>
                <a:lnTo>
                  <a:pt x="75" y="279"/>
                </a:lnTo>
                <a:lnTo>
                  <a:pt x="75" y="278"/>
                </a:lnTo>
                <a:lnTo>
                  <a:pt x="76" y="278"/>
                </a:lnTo>
                <a:lnTo>
                  <a:pt x="77" y="277"/>
                </a:lnTo>
                <a:lnTo>
                  <a:pt x="78" y="277"/>
                </a:lnTo>
                <a:lnTo>
                  <a:pt x="78" y="276"/>
                </a:lnTo>
                <a:lnTo>
                  <a:pt x="79" y="276"/>
                </a:lnTo>
                <a:lnTo>
                  <a:pt x="79" y="275"/>
                </a:lnTo>
                <a:lnTo>
                  <a:pt x="78" y="275"/>
                </a:lnTo>
                <a:lnTo>
                  <a:pt x="78" y="276"/>
                </a:lnTo>
                <a:lnTo>
                  <a:pt x="77" y="276"/>
                </a:lnTo>
                <a:lnTo>
                  <a:pt x="77" y="275"/>
                </a:lnTo>
                <a:lnTo>
                  <a:pt x="78" y="275"/>
                </a:lnTo>
                <a:lnTo>
                  <a:pt x="79" y="275"/>
                </a:lnTo>
                <a:lnTo>
                  <a:pt x="79" y="274"/>
                </a:lnTo>
                <a:lnTo>
                  <a:pt x="79" y="275"/>
                </a:lnTo>
                <a:lnTo>
                  <a:pt x="80" y="274"/>
                </a:lnTo>
                <a:lnTo>
                  <a:pt x="81" y="274"/>
                </a:lnTo>
                <a:lnTo>
                  <a:pt x="82" y="273"/>
                </a:lnTo>
                <a:lnTo>
                  <a:pt x="82" y="272"/>
                </a:lnTo>
                <a:lnTo>
                  <a:pt x="83" y="272"/>
                </a:lnTo>
                <a:lnTo>
                  <a:pt x="83" y="271"/>
                </a:lnTo>
                <a:lnTo>
                  <a:pt x="84" y="271"/>
                </a:lnTo>
                <a:lnTo>
                  <a:pt x="84" y="272"/>
                </a:lnTo>
                <a:lnTo>
                  <a:pt x="85" y="272"/>
                </a:lnTo>
                <a:lnTo>
                  <a:pt x="85" y="273"/>
                </a:lnTo>
                <a:lnTo>
                  <a:pt x="85" y="272"/>
                </a:lnTo>
                <a:lnTo>
                  <a:pt x="86" y="272"/>
                </a:lnTo>
                <a:lnTo>
                  <a:pt x="86" y="273"/>
                </a:lnTo>
                <a:lnTo>
                  <a:pt x="85" y="274"/>
                </a:lnTo>
                <a:lnTo>
                  <a:pt x="86" y="275"/>
                </a:lnTo>
                <a:lnTo>
                  <a:pt x="87" y="275"/>
                </a:lnTo>
                <a:lnTo>
                  <a:pt x="88" y="276"/>
                </a:lnTo>
                <a:lnTo>
                  <a:pt x="88" y="277"/>
                </a:lnTo>
                <a:lnTo>
                  <a:pt x="88" y="278"/>
                </a:lnTo>
                <a:lnTo>
                  <a:pt x="89" y="278"/>
                </a:lnTo>
                <a:lnTo>
                  <a:pt x="89" y="279"/>
                </a:lnTo>
                <a:lnTo>
                  <a:pt x="88" y="280"/>
                </a:lnTo>
                <a:lnTo>
                  <a:pt x="88" y="281"/>
                </a:lnTo>
                <a:lnTo>
                  <a:pt x="87" y="281"/>
                </a:lnTo>
                <a:lnTo>
                  <a:pt x="87" y="282"/>
                </a:lnTo>
                <a:lnTo>
                  <a:pt x="88" y="282"/>
                </a:lnTo>
                <a:lnTo>
                  <a:pt x="88" y="283"/>
                </a:lnTo>
                <a:lnTo>
                  <a:pt x="87" y="283"/>
                </a:lnTo>
                <a:lnTo>
                  <a:pt x="87" y="284"/>
                </a:lnTo>
                <a:lnTo>
                  <a:pt x="88" y="284"/>
                </a:lnTo>
                <a:lnTo>
                  <a:pt x="88" y="285"/>
                </a:lnTo>
                <a:lnTo>
                  <a:pt x="89" y="285"/>
                </a:lnTo>
                <a:lnTo>
                  <a:pt x="90" y="284"/>
                </a:lnTo>
                <a:lnTo>
                  <a:pt x="90" y="283"/>
                </a:lnTo>
                <a:lnTo>
                  <a:pt x="91" y="283"/>
                </a:lnTo>
                <a:lnTo>
                  <a:pt x="91" y="282"/>
                </a:lnTo>
                <a:lnTo>
                  <a:pt x="92" y="281"/>
                </a:lnTo>
                <a:lnTo>
                  <a:pt x="93" y="280"/>
                </a:lnTo>
                <a:lnTo>
                  <a:pt x="93" y="279"/>
                </a:lnTo>
                <a:lnTo>
                  <a:pt x="94" y="279"/>
                </a:lnTo>
                <a:lnTo>
                  <a:pt x="94" y="278"/>
                </a:lnTo>
                <a:lnTo>
                  <a:pt x="94" y="277"/>
                </a:lnTo>
                <a:lnTo>
                  <a:pt x="95" y="277"/>
                </a:lnTo>
                <a:lnTo>
                  <a:pt x="96" y="276"/>
                </a:lnTo>
                <a:lnTo>
                  <a:pt x="96" y="275"/>
                </a:lnTo>
                <a:lnTo>
                  <a:pt x="96" y="274"/>
                </a:lnTo>
                <a:lnTo>
                  <a:pt x="97" y="274"/>
                </a:lnTo>
                <a:lnTo>
                  <a:pt x="97" y="273"/>
                </a:lnTo>
                <a:lnTo>
                  <a:pt x="98" y="273"/>
                </a:lnTo>
                <a:lnTo>
                  <a:pt x="98" y="272"/>
                </a:lnTo>
                <a:lnTo>
                  <a:pt x="100" y="272"/>
                </a:lnTo>
                <a:lnTo>
                  <a:pt x="100" y="271"/>
                </a:lnTo>
                <a:lnTo>
                  <a:pt x="101" y="271"/>
                </a:lnTo>
                <a:lnTo>
                  <a:pt x="101" y="270"/>
                </a:lnTo>
                <a:lnTo>
                  <a:pt x="102" y="270"/>
                </a:lnTo>
                <a:lnTo>
                  <a:pt x="102" y="269"/>
                </a:lnTo>
                <a:lnTo>
                  <a:pt x="103" y="269"/>
                </a:lnTo>
                <a:lnTo>
                  <a:pt x="103" y="268"/>
                </a:lnTo>
                <a:lnTo>
                  <a:pt x="104" y="268"/>
                </a:lnTo>
                <a:lnTo>
                  <a:pt x="104" y="267"/>
                </a:lnTo>
                <a:lnTo>
                  <a:pt x="105" y="267"/>
                </a:lnTo>
                <a:lnTo>
                  <a:pt x="105" y="268"/>
                </a:lnTo>
                <a:lnTo>
                  <a:pt x="106" y="268"/>
                </a:lnTo>
                <a:lnTo>
                  <a:pt x="105" y="269"/>
                </a:lnTo>
                <a:lnTo>
                  <a:pt x="105" y="270"/>
                </a:lnTo>
                <a:lnTo>
                  <a:pt x="106" y="270"/>
                </a:lnTo>
                <a:lnTo>
                  <a:pt x="106" y="269"/>
                </a:lnTo>
                <a:lnTo>
                  <a:pt x="107" y="269"/>
                </a:lnTo>
                <a:lnTo>
                  <a:pt x="108" y="269"/>
                </a:lnTo>
                <a:lnTo>
                  <a:pt x="109" y="269"/>
                </a:lnTo>
                <a:lnTo>
                  <a:pt x="109" y="268"/>
                </a:lnTo>
                <a:lnTo>
                  <a:pt x="109" y="267"/>
                </a:lnTo>
                <a:lnTo>
                  <a:pt x="110" y="267"/>
                </a:lnTo>
                <a:lnTo>
                  <a:pt x="109" y="267"/>
                </a:lnTo>
                <a:lnTo>
                  <a:pt x="109" y="266"/>
                </a:lnTo>
                <a:lnTo>
                  <a:pt x="109" y="265"/>
                </a:lnTo>
                <a:lnTo>
                  <a:pt x="110" y="264"/>
                </a:lnTo>
                <a:lnTo>
                  <a:pt x="111" y="264"/>
                </a:lnTo>
                <a:lnTo>
                  <a:pt x="112" y="264"/>
                </a:lnTo>
                <a:lnTo>
                  <a:pt x="112" y="263"/>
                </a:lnTo>
                <a:lnTo>
                  <a:pt x="112" y="264"/>
                </a:lnTo>
                <a:lnTo>
                  <a:pt x="113" y="264"/>
                </a:lnTo>
                <a:lnTo>
                  <a:pt x="114" y="263"/>
                </a:lnTo>
                <a:lnTo>
                  <a:pt x="115" y="262"/>
                </a:lnTo>
                <a:lnTo>
                  <a:pt x="116" y="261"/>
                </a:lnTo>
                <a:lnTo>
                  <a:pt x="116" y="260"/>
                </a:lnTo>
                <a:lnTo>
                  <a:pt x="116" y="259"/>
                </a:lnTo>
                <a:lnTo>
                  <a:pt x="116" y="258"/>
                </a:lnTo>
                <a:lnTo>
                  <a:pt x="116" y="257"/>
                </a:lnTo>
                <a:lnTo>
                  <a:pt x="117" y="257"/>
                </a:lnTo>
                <a:lnTo>
                  <a:pt x="118" y="257"/>
                </a:lnTo>
                <a:lnTo>
                  <a:pt x="118" y="256"/>
                </a:lnTo>
                <a:lnTo>
                  <a:pt x="119" y="256"/>
                </a:lnTo>
                <a:lnTo>
                  <a:pt x="120" y="255"/>
                </a:lnTo>
                <a:lnTo>
                  <a:pt x="120" y="256"/>
                </a:lnTo>
                <a:lnTo>
                  <a:pt x="120" y="257"/>
                </a:lnTo>
                <a:lnTo>
                  <a:pt x="120" y="256"/>
                </a:lnTo>
                <a:lnTo>
                  <a:pt x="121" y="256"/>
                </a:lnTo>
                <a:lnTo>
                  <a:pt x="122" y="255"/>
                </a:lnTo>
                <a:lnTo>
                  <a:pt x="121" y="255"/>
                </a:lnTo>
                <a:lnTo>
                  <a:pt x="121" y="254"/>
                </a:lnTo>
                <a:lnTo>
                  <a:pt x="121" y="253"/>
                </a:lnTo>
                <a:lnTo>
                  <a:pt x="122" y="253"/>
                </a:lnTo>
                <a:lnTo>
                  <a:pt x="123" y="252"/>
                </a:lnTo>
                <a:lnTo>
                  <a:pt x="124" y="251"/>
                </a:lnTo>
                <a:lnTo>
                  <a:pt x="124" y="250"/>
                </a:lnTo>
                <a:lnTo>
                  <a:pt x="125" y="250"/>
                </a:lnTo>
                <a:lnTo>
                  <a:pt x="126" y="250"/>
                </a:lnTo>
                <a:lnTo>
                  <a:pt x="126" y="249"/>
                </a:lnTo>
                <a:lnTo>
                  <a:pt x="127" y="249"/>
                </a:lnTo>
                <a:lnTo>
                  <a:pt x="127" y="248"/>
                </a:lnTo>
                <a:lnTo>
                  <a:pt x="128" y="248"/>
                </a:lnTo>
                <a:lnTo>
                  <a:pt x="130" y="247"/>
                </a:lnTo>
                <a:lnTo>
                  <a:pt x="131" y="247"/>
                </a:lnTo>
                <a:lnTo>
                  <a:pt x="132" y="246"/>
                </a:lnTo>
                <a:lnTo>
                  <a:pt x="133" y="246"/>
                </a:lnTo>
                <a:lnTo>
                  <a:pt x="133" y="245"/>
                </a:lnTo>
                <a:lnTo>
                  <a:pt x="134" y="245"/>
                </a:lnTo>
                <a:lnTo>
                  <a:pt x="135" y="245"/>
                </a:lnTo>
                <a:lnTo>
                  <a:pt x="136" y="245"/>
                </a:lnTo>
                <a:lnTo>
                  <a:pt x="136" y="244"/>
                </a:lnTo>
                <a:lnTo>
                  <a:pt x="137" y="243"/>
                </a:lnTo>
                <a:lnTo>
                  <a:pt x="138" y="243"/>
                </a:lnTo>
                <a:lnTo>
                  <a:pt x="139" y="243"/>
                </a:lnTo>
                <a:lnTo>
                  <a:pt x="139" y="244"/>
                </a:lnTo>
                <a:lnTo>
                  <a:pt x="140" y="244"/>
                </a:lnTo>
                <a:lnTo>
                  <a:pt x="141" y="244"/>
                </a:lnTo>
                <a:lnTo>
                  <a:pt x="142" y="244"/>
                </a:lnTo>
                <a:lnTo>
                  <a:pt x="142" y="245"/>
                </a:lnTo>
                <a:lnTo>
                  <a:pt x="143" y="246"/>
                </a:lnTo>
                <a:lnTo>
                  <a:pt x="143" y="245"/>
                </a:lnTo>
                <a:lnTo>
                  <a:pt x="144" y="245"/>
                </a:lnTo>
                <a:lnTo>
                  <a:pt x="144" y="244"/>
                </a:lnTo>
                <a:lnTo>
                  <a:pt x="145" y="244"/>
                </a:lnTo>
                <a:lnTo>
                  <a:pt x="145" y="245"/>
                </a:lnTo>
                <a:lnTo>
                  <a:pt x="146" y="244"/>
                </a:lnTo>
                <a:lnTo>
                  <a:pt x="147" y="244"/>
                </a:lnTo>
                <a:lnTo>
                  <a:pt x="147" y="245"/>
                </a:lnTo>
                <a:lnTo>
                  <a:pt x="148" y="245"/>
                </a:lnTo>
                <a:lnTo>
                  <a:pt x="147" y="246"/>
                </a:lnTo>
                <a:lnTo>
                  <a:pt x="147" y="247"/>
                </a:lnTo>
                <a:lnTo>
                  <a:pt x="148" y="247"/>
                </a:lnTo>
                <a:lnTo>
                  <a:pt x="148" y="248"/>
                </a:lnTo>
                <a:lnTo>
                  <a:pt x="149" y="249"/>
                </a:lnTo>
                <a:lnTo>
                  <a:pt x="148" y="249"/>
                </a:lnTo>
                <a:lnTo>
                  <a:pt x="148" y="250"/>
                </a:lnTo>
                <a:lnTo>
                  <a:pt x="149" y="250"/>
                </a:lnTo>
                <a:lnTo>
                  <a:pt x="150" y="251"/>
                </a:lnTo>
                <a:lnTo>
                  <a:pt x="150" y="252"/>
                </a:lnTo>
                <a:lnTo>
                  <a:pt x="151" y="252"/>
                </a:lnTo>
                <a:lnTo>
                  <a:pt x="151" y="253"/>
                </a:lnTo>
                <a:lnTo>
                  <a:pt x="152" y="253"/>
                </a:lnTo>
                <a:lnTo>
                  <a:pt x="154" y="253"/>
                </a:lnTo>
                <a:lnTo>
                  <a:pt x="155" y="252"/>
                </a:lnTo>
                <a:lnTo>
                  <a:pt x="156" y="250"/>
                </a:lnTo>
                <a:lnTo>
                  <a:pt x="156" y="249"/>
                </a:lnTo>
                <a:lnTo>
                  <a:pt x="157" y="249"/>
                </a:lnTo>
                <a:lnTo>
                  <a:pt x="157" y="248"/>
                </a:lnTo>
                <a:lnTo>
                  <a:pt x="158" y="248"/>
                </a:lnTo>
                <a:lnTo>
                  <a:pt x="158" y="247"/>
                </a:lnTo>
                <a:lnTo>
                  <a:pt x="158" y="246"/>
                </a:lnTo>
                <a:lnTo>
                  <a:pt x="159" y="245"/>
                </a:lnTo>
                <a:lnTo>
                  <a:pt x="159" y="244"/>
                </a:lnTo>
                <a:lnTo>
                  <a:pt x="160" y="244"/>
                </a:lnTo>
                <a:lnTo>
                  <a:pt x="160" y="243"/>
                </a:lnTo>
                <a:lnTo>
                  <a:pt x="160" y="242"/>
                </a:lnTo>
                <a:lnTo>
                  <a:pt x="160" y="241"/>
                </a:lnTo>
                <a:lnTo>
                  <a:pt x="160" y="240"/>
                </a:lnTo>
                <a:lnTo>
                  <a:pt x="160" y="239"/>
                </a:lnTo>
                <a:lnTo>
                  <a:pt x="160" y="238"/>
                </a:lnTo>
                <a:lnTo>
                  <a:pt x="161" y="238"/>
                </a:lnTo>
                <a:lnTo>
                  <a:pt x="161" y="237"/>
                </a:lnTo>
                <a:lnTo>
                  <a:pt x="162" y="237"/>
                </a:lnTo>
                <a:lnTo>
                  <a:pt x="161" y="236"/>
                </a:lnTo>
                <a:lnTo>
                  <a:pt x="162" y="236"/>
                </a:lnTo>
                <a:lnTo>
                  <a:pt x="162" y="235"/>
                </a:lnTo>
                <a:lnTo>
                  <a:pt x="162" y="234"/>
                </a:lnTo>
                <a:lnTo>
                  <a:pt x="161" y="234"/>
                </a:lnTo>
                <a:lnTo>
                  <a:pt x="160" y="234"/>
                </a:lnTo>
                <a:lnTo>
                  <a:pt x="159" y="234"/>
                </a:lnTo>
                <a:lnTo>
                  <a:pt x="159" y="233"/>
                </a:lnTo>
                <a:lnTo>
                  <a:pt x="160" y="232"/>
                </a:lnTo>
                <a:lnTo>
                  <a:pt x="160" y="231"/>
                </a:lnTo>
                <a:lnTo>
                  <a:pt x="159" y="231"/>
                </a:lnTo>
                <a:lnTo>
                  <a:pt x="159" y="230"/>
                </a:lnTo>
                <a:lnTo>
                  <a:pt x="158" y="230"/>
                </a:lnTo>
                <a:lnTo>
                  <a:pt x="158" y="229"/>
                </a:lnTo>
                <a:lnTo>
                  <a:pt x="158" y="228"/>
                </a:lnTo>
                <a:lnTo>
                  <a:pt x="158" y="227"/>
                </a:lnTo>
                <a:lnTo>
                  <a:pt x="159" y="227"/>
                </a:lnTo>
                <a:lnTo>
                  <a:pt x="159" y="226"/>
                </a:lnTo>
                <a:lnTo>
                  <a:pt x="158" y="226"/>
                </a:lnTo>
                <a:lnTo>
                  <a:pt x="158" y="225"/>
                </a:lnTo>
                <a:lnTo>
                  <a:pt x="158" y="224"/>
                </a:lnTo>
                <a:lnTo>
                  <a:pt x="158" y="223"/>
                </a:lnTo>
                <a:lnTo>
                  <a:pt x="159" y="223"/>
                </a:lnTo>
                <a:lnTo>
                  <a:pt x="159" y="222"/>
                </a:lnTo>
                <a:lnTo>
                  <a:pt x="160" y="222"/>
                </a:lnTo>
                <a:lnTo>
                  <a:pt x="160" y="221"/>
                </a:lnTo>
                <a:lnTo>
                  <a:pt x="161" y="221"/>
                </a:lnTo>
                <a:lnTo>
                  <a:pt x="162" y="221"/>
                </a:lnTo>
                <a:lnTo>
                  <a:pt x="163" y="220"/>
                </a:lnTo>
                <a:lnTo>
                  <a:pt x="164" y="220"/>
                </a:lnTo>
                <a:lnTo>
                  <a:pt x="164" y="219"/>
                </a:lnTo>
                <a:lnTo>
                  <a:pt x="164" y="218"/>
                </a:lnTo>
                <a:lnTo>
                  <a:pt x="165" y="217"/>
                </a:lnTo>
                <a:lnTo>
                  <a:pt x="165" y="216"/>
                </a:lnTo>
                <a:lnTo>
                  <a:pt x="164" y="216"/>
                </a:lnTo>
                <a:lnTo>
                  <a:pt x="163" y="215"/>
                </a:lnTo>
                <a:lnTo>
                  <a:pt x="163" y="214"/>
                </a:lnTo>
                <a:lnTo>
                  <a:pt x="163" y="213"/>
                </a:lnTo>
                <a:lnTo>
                  <a:pt x="163" y="212"/>
                </a:lnTo>
                <a:lnTo>
                  <a:pt x="163" y="211"/>
                </a:lnTo>
                <a:lnTo>
                  <a:pt x="162" y="210"/>
                </a:lnTo>
                <a:lnTo>
                  <a:pt x="162" y="209"/>
                </a:lnTo>
                <a:lnTo>
                  <a:pt x="162" y="208"/>
                </a:lnTo>
                <a:lnTo>
                  <a:pt x="162" y="207"/>
                </a:lnTo>
                <a:lnTo>
                  <a:pt x="161" y="207"/>
                </a:lnTo>
                <a:lnTo>
                  <a:pt x="161" y="206"/>
                </a:lnTo>
                <a:lnTo>
                  <a:pt x="161" y="205"/>
                </a:lnTo>
                <a:lnTo>
                  <a:pt x="161" y="204"/>
                </a:lnTo>
                <a:lnTo>
                  <a:pt x="161" y="203"/>
                </a:lnTo>
                <a:lnTo>
                  <a:pt x="162" y="203"/>
                </a:lnTo>
                <a:lnTo>
                  <a:pt x="162" y="202"/>
                </a:lnTo>
                <a:lnTo>
                  <a:pt x="161" y="202"/>
                </a:lnTo>
                <a:lnTo>
                  <a:pt x="161" y="201"/>
                </a:lnTo>
                <a:lnTo>
                  <a:pt x="162" y="201"/>
                </a:lnTo>
                <a:lnTo>
                  <a:pt x="161" y="201"/>
                </a:lnTo>
                <a:lnTo>
                  <a:pt x="160" y="201"/>
                </a:lnTo>
                <a:lnTo>
                  <a:pt x="160" y="200"/>
                </a:lnTo>
                <a:lnTo>
                  <a:pt x="161" y="200"/>
                </a:lnTo>
                <a:lnTo>
                  <a:pt x="161" y="199"/>
                </a:lnTo>
                <a:lnTo>
                  <a:pt x="160" y="198"/>
                </a:lnTo>
                <a:lnTo>
                  <a:pt x="160" y="197"/>
                </a:lnTo>
                <a:lnTo>
                  <a:pt x="160" y="196"/>
                </a:lnTo>
                <a:lnTo>
                  <a:pt x="159" y="195"/>
                </a:lnTo>
                <a:lnTo>
                  <a:pt x="160" y="194"/>
                </a:lnTo>
                <a:lnTo>
                  <a:pt x="160" y="193"/>
                </a:lnTo>
                <a:lnTo>
                  <a:pt x="159" y="193"/>
                </a:lnTo>
                <a:lnTo>
                  <a:pt x="158" y="193"/>
                </a:lnTo>
                <a:lnTo>
                  <a:pt x="158" y="192"/>
                </a:lnTo>
                <a:lnTo>
                  <a:pt x="157" y="192"/>
                </a:lnTo>
                <a:lnTo>
                  <a:pt x="157" y="191"/>
                </a:lnTo>
                <a:lnTo>
                  <a:pt x="156" y="191"/>
                </a:lnTo>
                <a:lnTo>
                  <a:pt x="155" y="191"/>
                </a:lnTo>
                <a:lnTo>
                  <a:pt x="154" y="191"/>
                </a:lnTo>
                <a:lnTo>
                  <a:pt x="152" y="191"/>
                </a:lnTo>
                <a:lnTo>
                  <a:pt x="151" y="190"/>
                </a:lnTo>
                <a:lnTo>
                  <a:pt x="151" y="189"/>
                </a:lnTo>
                <a:lnTo>
                  <a:pt x="150" y="189"/>
                </a:lnTo>
                <a:lnTo>
                  <a:pt x="150" y="188"/>
                </a:lnTo>
                <a:lnTo>
                  <a:pt x="149" y="188"/>
                </a:lnTo>
                <a:lnTo>
                  <a:pt x="148" y="187"/>
                </a:lnTo>
                <a:lnTo>
                  <a:pt x="147" y="187"/>
                </a:lnTo>
                <a:lnTo>
                  <a:pt x="147" y="186"/>
                </a:lnTo>
                <a:lnTo>
                  <a:pt x="147" y="185"/>
                </a:lnTo>
                <a:lnTo>
                  <a:pt x="146" y="185"/>
                </a:lnTo>
                <a:lnTo>
                  <a:pt x="146" y="184"/>
                </a:lnTo>
                <a:lnTo>
                  <a:pt x="145" y="184"/>
                </a:lnTo>
                <a:lnTo>
                  <a:pt x="144" y="184"/>
                </a:lnTo>
                <a:lnTo>
                  <a:pt x="143" y="185"/>
                </a:lnTo>
                <a:lnTo>
                  <a:pt x="142" y="185"/>
                </a:lnTo>
                <a:lnTo>
                  <a:pt x="142" y="184"/>
                </a:lnTo>
                <a:lnTo>
                  <a:pt x="141" y="184"/>
                </a:lnTo>
                <a:lnTo>
                  <a:pt x="142" y="184"/>
                </a:lnTo>
                <a:lnTo>
                  <a:pt x="142" y="183"/>
                </a:lnTo>
                <a:lnTo>
                  <a:pt x="143" y="183"/>
                </a:lnTo>
                <a:lnTo>
                  <a:pt x="143" y="182"/>
                </a:lnTo>
                <a:lnTo>
                  <a:pt x="144" y="182"/>
                </a:lnTo>
                <a:lnTo>
                  <a:pt x="144" y="181"/>
                </a:lnTo>
                <a:lnTo>
                  <a:pt x="145" y="181"/>
                </a:lnTo>
                <a:lnTo>
                  <a:pt x="145" y="180"/>
                </a:lnTo>
                <a:lnTo>
                  <a:pt x="144" y="181"/>
                </a:lnTo>
                <a:lnTo>
                  <a:pt x="143" y="181"/>
                </a:lnTo>
                <a:lnTo>
                  <a:pt x="142" y="181"/>
                </a:lnTo>
                <a:lnTo>
                  <a:pt x="141" y="181"/>
                </a:lnTo>
                <a:lnTo>
                  <a:pt x="141" y="180"/>
                </a:lnTo>
                <a:lnTo>
                  <a:pt x="140" y="180"/>
                </a:lnTo>
                <a:lnTo>
                  <a:pt x="139" y="180"/>
                </a:lnTo>
                <a:lnTo>
                  <a:pt x="137" y="180"/>
                </a:lnTo>
                <a:lnTo>
                  <a:pt x="137" y="179"/>
                </a:lnTo>
                <a:lnTo>
                  <a:pt x="136" y="179"/>
                </a:lnTo>
                <a:lnTo>
                  <a:pt x="135" y="179"/>
                </a:lnTo>
                <a:lnTo>
                  <a:pt x="135" y="178"/>
                </a:lnTo>
                <a:lnTo>
                  <a:pt x="134" y="177"/>
                </a:lnTo>
                <a:lnTo>
                  <a:pt x="133" y="177"/>
                </a:lnTo>
                <a:lnTo>
                  <a:pt x="133" y="176"/>
                </a:lnTo>
                <a:lnTo>
                  <a:pt x="132" y="176"/>
                </a:lnTo>
                <a:lnTo>
                  <a:pt x="131" y="176"/>
                </a:lnTo>
                <a:lnTo>
                  <a:pt x="130" y="177"/>
                </a:lnTo>
                <a:lnTo>
                  <a:pt x="129" y="178"/>
                </a:lnTo>
                <a:lnTo>
                  <a:pt x="128" y="177"/>
                </a:lnTo>
                <a:lnTo>
                  <a:pt x="128" y="176"/>
                </a:lnTo>
                <a:lnTo>
                  <a:pt x="128" y="177"/>
                </a:lnTo>
                <a:lnTo>
                  <a:pt x="127" y="177"/>
                </a:lnTo>
                <a:lnTo>
                  <a:pt x="126" y="177"/>
                </a:lnTo>
                <a:lnTo>
                  <a:pt x="125" y="177"/>
                </a:lnTo>
                <a:lnTo>
                  <a:pt x="124" y="177"/>
                </a:lnTo>
                <a:lnTo>
                  <a:pt x="123" y="177"/>
                </a:lnTo>
                <a:lnTo>
                  <a:pt x="122" y="177"/>
                </a:lnTo>
                <a:lnTo>
                  <a:pt x="122" y="176"/>
                </a:lnTo>
                <a:lnTo>
                  <a:pt x="122" y="175"/>
                </a:lnTo>
                <a:lnTo>
                  <a:pt x="123" y="174"/>
                </a:lnTo>
                <a:lnTo>
                  <a:pt x="124" y="174"/>
                </a:lnTo>
                <a:lnTo>
                  <a:pt x="125" y="174"/>
                </a:lnTo>
                <a:lnTo>
                  <a:pt x="124" y="173"/>
                </a:lnTo>
                <a:lnTo>
                  <a:pt x="124" y="172"/>
                </a:lnTo>
                <a:lnTo>
                  <a:pt x="124" y="171"/>
                </a:lnTo>
                <a:lnTo>
                  <a:pt x="125" y="171"/>
                </a:lnTo>
                <a:lnTo>
                  <a:pt x="126" y="171"/>
                </a:lnTo>
                <a:lnTo>
                  <a:pt x="125" y="171"/>
                </a:lnTo>
                <a:lnTo>
                  <a:pt x="124" y="170"/>
                </a:lnTo>
                <a:lnTo>
                  <a:pt x="124" y="169"/>
                </a:lnTo>
                <a:lnTo>
                  <a:pt x="123" y="169"/>
                </a:lnTo>
                <a:lnTo>
                  <a:pt x="123" y="168"/>
                </a:lnTo>
                <a:lnTo>
                  <a:pt x="123" y="167"/>
                </a:lnTo>
                <a:lnTo>
                  <a:pt x="123" y="166"/>
                </a:lnTo>
                <a:lnTo>
                  <a:pt x="123" y="165"/>
                </a:lnTo>
                <a:lnTo>
                  <a:pt x="123" y="164"/>
                </a:lnTo>
                <a:lnTo>
                  <a:pt x="123" y="163"/>
                </a:lnTo>
                <a:lnTo>
                  <a:pt x="123" y="162"/>
                </a:lnTo>
                <a:lnTo>
                  <a:pt x="123" y="161"/>
                </a:lnTo>
                <a:lnTo>
                  <a:pt x="122" y="161"/>
                </a:lnTo>
                <a:lnTo>
                  <a:pt x="121" y="161"/>
                </a:lnTo>
                <a:lnTo>
                  <a:pt x="120" y="161"/>
                </a:lnTo>
                <a:lnTo>
                  <a:pt x="119" y="161"/>
                </a:lnTo>
                <a:lnTo>
                  <a:pt x="119" y="160"/>
                </a:lnTo>
                <a:lnTo>
                  <a:pt x="118" y="160"/>
                </a:lnTo>
                <a:lnTo>
                  <a:pt x="118" y="159"/>
                </a:lnTo>
                <a:lnTo>
                  <a:pt x="118" y="160"/>
                </a:lnTo>
                <a:lnTo>
                  <a:pt x="117" y="160"/>
                </a:lnTo>
                <a:lnTo>
                  <a:pt x="116" y="160"/>
                </a:lnTo>
                <a:lnTo>
                  <a:pt x="116" y="159"/>
                </a:lnTo>
                <a:lnTo>
                  <a:pt x="115" y="159"/>
                </a:lnTo>
                <a:lnTo>
                  <a:pt x="113" y="160"/>
                </a:lnTo>
                <a:lnTo>
                  <a:pt x="112" y="160"/>
                </a:lnTo>
                <a:lnTo>
                  <a:pt x="111" y="160"/>
                </a:lnTo>
                <a:lnTo>
                  <a:pt x="111" y="159"/>
                </a:lnTo>
                <a:lnTo>
                  <a:pt x="110" y="159"/>
                </a:lnTo>
                <a:lnTo>
                  <a:pt x="109" y="159"/>
                </a:lnTo>
                <a:lnTo>
                  <a:pt x="109" y="158"/>
                </a:lnTo>
                <a:lnTo>
                  <a:pt x="110" y="158"/>
                </a:lnTo>
                <a:lnTo>
                  <a:pt x="111" y="158"/>
                </a:lnTo>
                <a:lnTo>
                  <a:pt x="111" y="157"/>
                </a:lnTo>
                <a:lnTo>
                  <a:pt x="111" y="156"/>
                </a:lnTo>
                <a:lnTo>
                  <a:pt x="110" y="156"/>
                </a:lnTo>
                <a:lnTo>
                  <a:pt x="110" y="155"/>
                </a:lnTo>
                <a:lnTo>
                  <a:pt x="110" y="154"/>
                </a:lnTo>
                <a:lnTo>
                  <a:pt x="110" y="153"/>
                </a:lnTo>
                <a:lnTo>
                  <a:pt x="111" y="153"/>
                </a:lnTo>
                <a:lnTo>
                  <a:pt x="111" y="152"/>
                </a:lnTo>
                <a:lnTo>
                  <a:pt x="111" y="151"/>
                </a:lnTo>
                <a:lnTo>
                  <a:pt x="112" y="151"/>
                </a:lnTo>
                <a:lnTo>
                  <a:pt x="113" y="151"/>
                </a:lnTo>
                <a:lnTo>
                  <a:pt x="114" y="151"/>
                </a:lnTo>
                <a:lnTo>
                  <a:pt x="114" y="150"/>
                </a:lnTo>
                <a:lnTo>
                  <a:pt x="114" y="149"/>
                </a:lnTo>
                <a:lnTo>
                  <a:pt x="114" y="148"/>
                </a:lnTo>
                <a:lnTo>
                  <a:pt x="113" y="148"/>
                </a:lnTo>
                <a:lnTo>
                  <a:pt x="113" y="147"/>
                </a:lnTo>
                <a:lnTo>
                  <a:pt x="112" y="146"/>
                </a:lnTo>
                <a:lnTo>
                  <a:pt x="112" y="145"/>
                </a:lnTo>
                <a:lnTo>
                  <a:pt x="112" y="144"/>
                </a:lnTo>
                <a:lnTo>
                  <a:pt x="112" y="143"/>
                </a:lnTo>
                <a:lnTo>
                  <a:pt x="111" y="143"/>
                </a:lnTo>
                <a:lnTo>
                  <a:pt x="110" y="142"/>
                </a:lnTo>
                <a:lnTo>
                  <a:pt x="109" y="142"/>
                </a:lnTo>
                <a:lnTo>
                  <a:pt x="109" y="141"/>
                </a:lnTo>
                <a:lnTo>
                  <a:pt x="110" y="141"/>
                </a:lnTo>
                <a:lnTo>
                  <a:pt x="110" y="140"/>
                </a:lnTo>
                <a:lnTo>
                  <a:pt x="110" y="139"/>
                </a:lnTo>
                <a:lnTo>
                  <a:pt x="111" y="139"/>
                </a:lnTo>
                <a:lnTo>
                  <a:pt x="113" y="139"/>
                </a:lnTo>
                <a:lnTo>
                  <a:pt x="113" y="138"/>
                </a:lnTo>
                <a:lnTo>
                  <a:pt x="113" y="137"/>
                </a:lnTo>
                <a:lnTo>
                  <a:pt x="114" y="137"/>
                </a:lnTo>
                <a:lnTo>
                  <a:pt x="113" y="136"/>
                </a:lnTo>
                <a:lnTo>
                  <a:pt x="113" y="135"/>
                </a:lnTo>
                <a:lnTo>
                  <a:pt x="113" y="134"/>
                </a:lnTo>
                <a:lnTo>
                  <a:pt x="113" y="133"/>
                </a:lnTo>
                <a:lnTo>
                  <a:pt x="112" y="132"/>
                </a:lnTo>
                <a:lnTo>
                  <a:pt x="111" y="132"/>
                </a:lnTo>
                <a:lnTo>
                  <a:pt x="111" y="131"/>
                </a:lnTo>
                <a:lnTo>
                  <a:pt x="110" y="131"/>
                </a:lnTo>
                <a:lnTo>
                  <a:pt x="110" y="130"/>
                </a:lnTo>
                <a:lnTo>
                  <a:pt x="110" y="128"/>
                </a:lnTo>
                <a:lnTo>
                  <a:pt x="110" y="127"/>
                </a:lnTo>
                <a:lnTo>
                  <a:pt x="110" y="126"/>
                </a:lnTo>
                <a:lnTo>
                  <a:pt x="111" y="124"/>
                </a:lnTo>
                <a:lnTo>
                  <a:pt x="111" y="123"/>
                </a:lnTo>
                <a:lnTo>
                  <a:pt x="112" y="123"/>
                </a:lnTo>
                <a:lnTo>
                  <a:pt x="112" y="122"/>
                </a:lnTo>
                <a:lnTo>
                  <a:pt x="112" y="121"/>
                </a:lnTo>
                <a:lnTo>
                  <a:pt x="113" y="121"/>
                </a:lnTo>
                <a:lnTo>
                  <a:pt x="113" y="120"/>
                </a:lnTo>
                <a:lnTo>
                  <a:pt x="112" y="119"/>
                </a:lnTo>
                <a:lnTo>
                  <a:pt x="112" y="118"/>
                </a:lnTo>
                <a:lnTo>
                  <a:pt x="111" y="118"/>
                </a:lnTo>
                <a:lnTo>
                  <a:pt x="110" y="117"/>
                </a:lnTo>
                <a:lnTo>
                  <a:pt x="110" y="116"/>
                </a:lnTo>
                <a:lnTo>
                  <a:pt x="110" y="115"/>
                </a:lnTo>
                <a:lnTo>
                  <a:pt x="110" y="113"/>
                </a:lnTo>
                <a:lnTo>
                  <a:pt x="110" y="112"/>
                </a:lnTo>
                <a:lnTo>
                  <a:pt x="111" y="112"/>
                </a:lnTo>
                <a:lnTo>
                  <a:pt x="111" y="111"/>
                </a:lnTo>
                <a:lnTo>
                  <a:pt x="111" y="110"/>
                </a:lnTo>
                <a:lnTo>
                  <a:pt x="111" y="109"/>
                </a:lnTo>
                <a:lnTo>
                  <a:pt x="110" y="109"/>
                </a:lnTo>
                <a:lnTo>
                  <a:pt x="108" y="108"/>
                </a:lnTo>
                <a:lnTo>
                  <a:pt x="107" y="108"/>
                </a:lnTo>
                <a:lnTo>
                  <a:pt x="107" y="107"/>
                </a:lnTo>
                <a:lnTo>
                  <a:pt x="106" y="107"/>
                </a:lnTo>
                <a:lnTo>
                  <a:pt x="105" y="106"/>
                </a:lnTo>
                <a:lnTo>
                  <a:pt x="105" y="105"/>
                </a:lnTo>
                <a:lnTo>
                  <a:pt x="105" y="104"/>
                </a:lnTo>
                <a:lnTo>
                  <a:pt x="104" y="104"/>
                </a:lnTo>
                <a:lnTo>
                  <a:pt x="104" y="103"/>
                </a:lnTo>
                <a:lnTo>
                  <a:pt x="103" y="103"/>
                </a:lnTo>
                <a:lnTo>
                  <a:pt x="103" y="102"/>
                </a:lnTo>
                <a:lnTo>
                  <a:pt x="104" y="102"/>
                </a:lnTo>
                <a:lnTo>
                  <a:pt x="103" y="102"/>
                </a:lnTo>
                <a:lnTo>
                  <a:pt x="102" y="102"/>
                </a:lnTo>
                <a:lnTo>
                  <a:pt x="101" y="101"/>
                </a:lnTo>
                <a:lnTo>
                  <a:pt x="101" y="100"/>
                </a:lnTo>
                <a:lnTo>
                  <a:pt x="102" y="99"/>
                </a:lnTo>
                <a:lnTo>
                  <a:pt x="102" y="98"/>
                </a:lnTo>
                <a:lnTo>
                  <a:pt x="103" y="98"/>
                </a:lnTo>
                <a:lnTo>
                  <a:pt x="103" y="97"/>
                </a:lnTo>
                <a:lnTo>
                  <a:pt x="103" y="96"/>
                </a:lnTo>
                <a:lnTo>
                  <a:pt x="103" y="95"/>
                </a:lnTo>
                <a:lnTo>
                  <a:pt x="103" y="94"/>
                </a:lnTo>
                <a:lnTo>
                  <a:pt x="102" y="93"/>
                </a:lnTo>
                <a:lnTo>
                  <a:pt x="102" y="91"/>
                </a:lnTo>
                <a:lnTo>
                  <a:pt x="102" y="90"/>
                </a:lnTo>
                <a:lnTo>
                  <a:pt x="103" y="90"/>
                </a:lnTo>
                <a:lnTo>
                  <a:pt x="104" y="90"/>
                </a:lnTo>
                <a:lnTo>
                  <a:pt x="105" y="90"/>
                </a:lnTo>
                <a:lnTo>
                  <a:pt x="105" y="89"/>
                </a:lnTo>
                <a:lnTo>
                  <a:pt x="104" y="88"/>
                </a:lnTo>
                <a:lnTo>
                  <a:pt x="104" y="87"/>
                </a:lnTo>
                <a:lnTo>
                  <a:pt x="104" y="86"/>
                </a:lnTo>
                <a:lnTo>
                  <a:pt x="105" y="86"/>
                </a:lnTo>
                <a:lnTo>
                  <a:pt x="105" y="85"/>
                </a:lnTo>
                <a:lnTo>
                  <a:pt x="106" y="85"/>
                </a:lnTo>
                <a:lnTo>
                  <a:pt x="106" y="84"/>
                </a:lnTo>
                <a:lnTo>
                  <a:pt x="106" y="83"/>
                </a:lnTo>
                <a:lnTo>
                  <a:pt x="107" y="83"/>
                </a:lnTo>
                <a:lnTo>
                  <a:pt x="107" y="82"/>
                </a:lnTo>
                <a:lnTo>
                  <a:pt x="106" y="82"/>
                </a:lnTo>
                <a:lnTo>
                  <a:pt x="108" y="82"/>
                </a:lnTo>
                <a:lnTo>
                  <a:pt x="108" y="81"/>
                </a:lnTo>
                <a:lnTo>
                  <a:pt x="108" y="80"/>
                </a:lnTo>
                <a:lnTo>
                  <a:pt x="109" y="79"/>
                </a:lnTo>
                <a:lnTo>
                  <a:pt x="109" y="78"/>
                </a:lnTo>
                <a:lnTo>
                  <a:pt x="111" y="77"/>
                </a:lnTo>
                <a:lnTo>
                  <a:pt x="112" y="78"/>
                </a:lnTo>
                <a:lnTo>
                  <a:pt x="112" y="77"/>
                </a:lnTo>
                <a:lnTo>
                  <a:pt x="113" y="77"/>
                </a:lnTo>
                <a:lnTo>
                  <a:pt x="113" y="76"/>
                </a:lnTo>
                <a:lnTo>
                  <a:pt x="114" y="76"/>
                </a:lnTo>
                <a:lnTo>
                  <a:pt x="114" y="75"/>
                </a:lnTo>
                <a:lnTo>
                  <a:pt x="114" y="74"/>
                </a:lnTo>
                <a:lnTo>
                  <a:pt x="113" y="74"/>
                </a:lnTo>
                <a:lnTo>
                  <a:pt x="112" y="74"/>
                </a:lnTo>
                <a:lnTo>
                  <a:pt x="112" y="73"/>
                </a:lnTo>
                <a:lnTo>
                  <a:pt x="113" y="73"/>
                </a:lnTo>
                <a:lnTo>
                  <a:pt x="113" y="72"/>
                </a:lnTo>
                <a:lnTo>
                  <a:pt x="113" y="70"/>
                </a:lnTo>
                <a:lnTo>
                  <a:pt x="112" y="70"/>
                </a:lnTo>
                <a:lnTo>
                  <a:pt x="113" y="69"/>
                </a:lnTo>
                <a:lnTo>
                  <a:pt x="114" y="69"/>
                </a:lnTo>
                <a:lnTo>
                  <a:pt x="117" y="69"/>
                </a:lnTo>
                <a:lnTo>
                  <a:pt x="118" y="68"/>
                </a:lnTo>
                <a:lnTo>
                  <a:pt x="119" y="69"/>
                </a:lnTo>
                <a:lnTo>
                  <a:pt x="120" y="69"/>
                </a:lnTo>
                <a:lnTo>
                  <a:pt x="120" y="68"/>
                </a:lnTo>
                <a:lnTo>
                  <a:pt x="121" y="68"/>
                </a:lnTo>
                <a:lnTo>
                  <a:pt x="122" y="68"/>
                </a:lnTo>
                <a:lnTo>
                  <a:pt x="123" y="68"/>
                </a:lnTo>
                <a:lnTo>
                  <a:pt x="124" y="69"/>
                </a:lnTo>
                <a:lnTo>
                  <a:pt x="124" y="70"/>
                </a:lnTo>
                <a:lnTo>
                  <a:pt x="125" y="70"/>
                </a:lnTo>
                <a:lnTo>
                  <a:pt x="126" y="70"/>
                </a:lnTo>
                <a:lnTo>
                  <a:pt x="127" y="70"/>
                </a:lnTo>
                <a:lnTo>
                  <a:pt x="128" y="70"/>
                </a:lnTo>
                <a:lnTo>
                  <a:pt x="129" y="70"/>
                </a:lnTo>
                <a:lnTo>
                  <a:pt x="129" y="72"/>
                </a:lnTo>
                <a:lnTo>
                  <a:pt x="130" y="72"/>
                </a:lnTo>
                <a:lnTo>
                  <a:pt x="131" y="72"/>
                </a:lnTo>
                <a:lnTo>
                  <a:pt x="132" y="72"/>
                </a:lnTo>
                <a:lnTo>
                  <a:pt x="132" y="70"/>
                </a:lnTo>
                <a:lnTo>
                  <a:pt x="133" y="70"/>
                </a:lnTo>
                <a:lnTo>
                  <a:pt x="134" y="70"/>
                </a:lnTo>
                <a:lnTo>
                  <a:pt x="135" y="70"/>
                </a:lnTo>
                <a:lnTo>
                  <a:pt x="136" y="69"/>
                </a:lnTo>
                <a:lnTo>
                  <a:pt x="137" y="69"/>
                </a:lnTo>
                <a:lnTo>
                  <a:pt x="138" y="69"/>
                </a:lnTo>
                <a:lnTo>
                  <a:pt x="139" y="69"/>
                </a:lnTo>
                <a:lnTo>
                  <a:pt x="139" y="70"/>
                </a:lnTo>
                <a:lnTo>
                  <a:pt x="139" y="69"/>
                </a:lnTo>
                <a:lnTo>
                  <a:pt x="140" y="69"/>
                </a:lnTo>
                <a:lnTo>
                  <a:pt x="141" y="70"/>
                </a:lnTo>
                <a:lnTo>
                  <a:pt x="142" y="72"/>
                </a:lnTo>
                <a:lnTo>
                  <a:pt x="143" y="72"/>
                </a:lnTo>
                <a:lnTo>
                  <a:pt x="144" y="72"/>
                </a:lnTo>
                <a:lnTo>
                  <a:pt x="145" y="73"/>
                </a:lnTo>
                <a:lnTo>
                  <a:pt x="145" y="74"/>
                </a:lnTo>
                <a:lnTo>
                  <a:pt x="146" y="74"/>
                </a:lnTo>
                <a:lnTo>
                  <a:pt x="147" y="74"/>
                </a:lnTo>
                <a:lnTo>
                  <a:pt x="147" y="75"/>
                </a:lnTo>
                <a:lnTo>
                  <a:pt x="148" y="75"/>
                </a:lnTo>
                <a:lnTo>
                  <a:pt x="149" y="75"/>
                </a:lnTo>
                <a:lnTo>
                  <a:pt x="150" y="75"/>
                </a:lnTo>
                <a:lnTo>
                  <a:pt x="150" y="74"/>
                </a:lnTo>
                <a:lnTo>
                  <a:pt x="151" y="74"/>
                </a:lnTo>
                <a:lnTo>
                  <a:pt x="152" y="73"/>
                </a:lnTo>
                <a:lnTo>
                  <a:pt x="153" y="72"/>
                </a:lnTo>
                <a:lnTo>
                  <a:pt x="153" y="70"/>
                </a:lnTo>
                <a:lnTo>
                  <a:pt x="154" y="70"/>
                </a:lnTo>
                <a:lnTo>
                  <a:pt x="155" y="70"/>
                </a:lnTo>
                <a:lnTo>
                  <a:pt x="155" y="69"/>
                </a:lnTo>
                <a:lnTo>
                  <a:pt x="154" y="68"/>
                </a:lnTo>
                <a:lnTo>
                  <a:pt x="154" y="67"/>
                </a:lnTo>
                <a:lnTo>
                  <a:pt x="155" y="67"/>
                </a:lnTo>
                <a:lnTo>
                  <a:pt x="155" y="66"/>
                </a:lnTo>
                <a:lnTo>
                  <a:pt x="156" y="66"/>
                </a:lnTo>
                <a:lnTo>
                  <a:pt x="157" y="66"/>
                </a:lnTo>
                <a:lnTo>
                  <a:pt x="158" y="66"/>
                </a:lnTo>
                <a:lnTo>
                  <a:pt x="158" y="67"/>
                </a:lnTo>
                <a:lnTo>
                  <a:pt x="159" y="67"/>
                </a:lnTo>
                <a:lnTo>
                  <a:pt x="158" y="67"/>
                </a:lnTo>
                <a:lnTo>
                  <a:pt x="159" y="67"/>
                </a:lnTo>
                <a:lnTo>
                  <a:pt x="159" y="68"/>
                </a:lnTo>
                <a:lnTo>
                  <a:pt x="160" y="68"/>
                </a:lnTo>
                <a:lnTo>
                  <a:pt x="160" y="69"/>
                </a:lnTo>
                <a:lnTo>
                  <a:pt x="161" y="69"/>
                </a:lnTo>
                <a:lnTo>
                  <a:pt x="162" y="69"/>
                </a:lnTo>
                <a:lnTo>
                  <a:pt x="162" y="68"/>
                </a:lnTo>
                <a:lnTo>
                  <a:pt x="163" y="67"/>
                </a:lnTo>
                <a:lnTo>
                  <a:pt x="164" y="67"/>
                </a:lnTo>
                <a:lnTo>
                  <a:pt x="164" y="66"/>
                </a:lnTo>
                <a:lnTo>
                  <a:pt x="165" y="66"/>
                </a:lnTo>
                <a:lnTo>
                  <a:pt x="165" y="65"/>
                </a:lnTo>
                <a:lnTo>
                  <a:pt x="165" y="64"/>
                </a:lnTo>
                <a:lnTo>
                  <a:pt x="164" y="64"/>
                </a:lnTo>
                <a:lnTo>
                  <a:pt x="164" y="63"/>
                </a:lnTo>
                <a:lnTo>
                  <a:pt x="163" y="63"/>
                </a:lnTo>
                <a:lnTo>
                  <a:pt x="163" y="62"/>
                </a:lnTo>
                <a:lnTo>
                  <a:pt x="162" y="62"/>
                </a:lnTo>
                <a:lnTo>
                  <a:pt x="161" y="60"/>
                </a:lnTo>
                <a:lnTo>
                  <a:pt x="161" y="59"/>
                </a:lnTo>
                <a:lnTo>
                  <a:pt x="161" y="57"/>
                </a:lnTo>
                <a:lnTo>
                  <a:pt x="162" y="57"/>
                </a:lnTo>
                <a:lnTo>
                  <a:pt x="162" y="56"/>
                </a:lnTo>
                <a:lnTo>
                  <a:pt x="162" y="55"/>
                </a:lnTo>
                <a:lnTo>
                  <a:pt x="162" y="54"/>
                </a:lnTo>
                <a:lnTo>
                  <a:pt x="161" y="53"/>
                </a:lnTo>
                <a:lnTo>
                  <a:pt x="162" y="53"/>
                </a:lnTo>
                <a:lnTo>
                  <a:pt x="162" y="52"/>
                </a:lnTo>
                <a:lnTo>
                  <a:pt x="161" y="51"/>
                </a:lnTo>
                <a:lnTo>
                  <a:pt x="160" y="51"/>
                </a:lnTo>
                <a:lnTo>
                  <a:pt x="159" y="52"/>
                </a:lnTo>
                <a:lnTo>
                  <a:pt x="159" y="51"/>
                </a:lnTo>
                <a:lnTo>
                  <a:pt x="158" y="51"/>
                </a:lnTo>
                <a:lnTo>
                  <a:pt x="158" y="50"/>
                </a:lnTo>
                <a:lnTo>
                  <a:pt x="158" y="49"/>
                </a:lnTo>
                <a:lnTo>
                  <a:pt x="159" y="49"/>
                </a:lnTo>
                <a:lnTo>
                  <a:pt x="160" y="48"/>
                </a:lnTo>
                <a:lnTo>
                  <a:pt x="160" y="47"/>
                </a:lnTo>
                <a:lnTo>
                  <a:pt x="159" y="47"/>
                </a:lnTo>
                <a:lnTo>
                  <a:pt x="158" y="47"/>
                </a:lnTo>
                <a:lnTo>
                  <a:pt x="157" y="46"/>
                </a:lnTo>
                <a:lnTo>
                  <a:pt x="157" y="45"/>
                </a:lnTo>
                <a:lnTo>
                  <a:pt x="156" y="45"/>
                </a:lnTo>
                <a:lnTo>
                  <a:pt x="156" y="44"/>
                </a:lnTo>
                <a:lnTo>
                  <a:pt x="155" y="44"/>
                </a:lnTo>
                <a:lnTo>
                  <a:pt x="154" y="43"/>
                </a:lnTo>
                <a:lnTo>
                  <a:pt x="153" y="43"/>
                </a:lnTo>
                <a:lnTo>
                  <a:pt x="152" y="43"/>
                </a:lnTo>
                <a:lnTo>
                  <a:pt x="151" y="43"/>
                </a:lnTo>
                <a:lnTo>
                  <a:pt x="150" y="42"/>
                </a:lnTo>
                <a:lnTo>
                  <a:pt x="150" y="41"/>
                </a:lnTo>
                <a:lnTo>
                  <a:pt x="150" y="40"/>
                </a:lnTo>
                <a:lnTo>
                  <a:pt x="149" y="40"/>
                </a:lnTo>
                <a:lnTo>
                  <a:pt x="149" y="41"/>
                </a:lnTo>
                <a:lnTo>
                  <a:pt x="148" y="41"/>
                </a:lnTo>
                <a:lnTo>
                  <a:pt x="148" y="40"/>
                </a:lnTo>
                <a:lnTo>
                  <a:pt x="147" y="40"/>
                </a:lnTo>
                <a:lnTo>
                  <a:pt x="146" y="40"/>
                </a:lnTo>
                <a:lnTo>
                  <a:pt x="146" y="39"/>
                </a:lnTo>
                <a:lnTo>
                  <a:pt x="145" y="39"/>
                </a:lnTo>
                <a:lnTo>
                  <a:pt x="144" y="39"/>
                </a:lnTo>
                <a:lnTo>
                  <a:pt x="143" y="39"/>
                </a:lnTo>
                <a:lnTo>
                  <a:pt x="142" y="39"/>
                </a:lnTo>
                <a:lnTo>
                  <a:pt x="140" y="39"/>
                </a:lnTo>
                <a:lnTo>
                  <a:pt x="140" y="38"/>
                </a:lnTo>
                <a:lnTo>
                  <a:pt x="139" y="38"/>
                </a:lnTo>
                <a:lnTo>
                  <a:pt x="139" y="37"/>
                </a:lnTo>
                <a:lnTo>
                  <a:pt x="137" y="37"/>
                </a:lnTo>
                <a:lnTo>
                  <a:pt x="137" y="38"/>
                </a:lnTo>
                <a:lnTo>
                  <a:pt x="136" y="38"/>
                </a:lnTo>
                <a:lnTo>
                  <a:pt x="135" y="36"/>
                </a:lnTo>
                <a:lnTo>
                  <a:pt x="134" y="36"/>
                </a:lnTo>
                <a:lnTo>
                  <a:pt x="134" y="37"/>
                </a:lnTo>
                <a:lnTo>
                  <a:pt x="133" y="38"/>
                </a:lnTo>
                <a:lnTo>
                  <a:pt x="131" y="38"/>
                </a:lnTo>
                <a:lnTo>
                  <a:pt x="131" y="39"/>
                </a:lnTo>
                <a:lnTo>
                  <a:pt x="130" y="39"/>
                </a:lnTo>
                <a:lnTo>
                  <a:pt x="130" y="40"/>
                </a:lnTo>
                <a:lnTo>
                  <a:pt x="129" y="40"/>
                </a:lnTo>
                <a:lnTo>
                  <a:pt x="128" y="40"/>
                </a:lnTo>
                <a:lnTo>
                  <a:pt x="128" y="39"/>
                </a:lnTo>
                <a:lnTo>
                  <a:pt x="127" y="38"/>
                </a:lnTo>
                <a:lnTo>
                  <a:pt x="126" y="37"/>
                </a:lnTo>
                <a:lnTo>
                  <a:pt x="126" y="35"/>
                </a:lnTo>
                <a:lnTo>
                  <a:pt x="126" y="34"/>
                </a:lnTo>
                <a:lnTo>
                  <a:pt x="127" y="34"/>
                </a:lnTo>
                <a:lnTo>
                  <a:pt x="127" y="33"/>
                </a:lnTo>
                <a:lnTo>
                  <a:pt x="127" y="32"/>
                </a:lnTo>
                <a:lnTo>
                  <a:pt x="127" y="31"/>
                </a:lnTo>
                <a:lnTo>
                  <a:pt x="128" y="31"/>
                </a:lnTo>
                <a:lnTo>
                  <a:pt x="127" y="30"/>
                </a:lnTo>
                <a:lnTo>
                  <a:pt x="127" y="29"/>
                </a:lnTo>
                <a:lnTo>
                  <a:pt x="128" y="29"/>
                </a:lnTo>
                <a:lnTo>
                  <a:pt x="128" y="28"/>
                </a:lnTo>
                <a:lnTo>
                  <a:pt x="128" y="27"/>
                </a:lnTo>
                <a:lnTo>
                  <a:pt x="128" y="26"/>
                </a:lnTo>
                <a:lnTo>
                  <a:pt x="128" y="25"/>
                </a:lnTo>
                <a:lnTo>
                  <a:pt x="128" y="24"/>
                </a:lnTo>
                <a:lnTo>
                  <a:pt x="128" y="23"/>
                </a:lnTo>
                <a:lnTo>
                  <a:pt x="128" y="22"/>
                </a:lnTo>
                <a:lnTo>
                  <a:pt x="129" y="22"/>
                </a:lnTo>
                <a:lnTo>
                  <a:pt x="129" y="21"/>
                </a:lnTo>
                <a:lnTo>
                  <a:pt x="129" y="20"/>
                </a:lnTo>
                <a:lnTo>
                  <a:pt x="127" y="20"/>
                </a:lnTo>
                <a:lnTo>
                  <a:pt x="126" y="20"/>
                </a:lnTo>
                <a:lnTo>
                  <a:pt x="125" y="20"/>
                </a:lnTo>
                <a:lnTo>
                  <a:pt x="124" y="19"/>
                </a:lnTo>
                <a:lnTo>
                  <a:pt x="124" y="18"/>
                </a:lnTo>
                <a:lnTo>
                  <a:pt x="123" y="18"/>
                </a:lnTo>
                <a:lnTo>
                  <a:pt x="122" y="18"/>
                </a:lnTo>
                <a:lnTo>
                  <a:pt x="121" y="18"/>
                </a:lnTo>
                <a:lnTo>
                  <a:pt x="121" y="17"/>
                </a:lnTo>
                <a:lnTo>
                  <a:pt x="120" y="17"/>
                </a:lnTo>
                <a:lnTo>
                  <a:pt x="120" y="16"/>
                </a:lnTo>
                <a:lnTo>
                  <a:pt x="119" y="15"/>
                </a:lnTo>
                <a:lnTo>
                  <a:pt x="118" y="16"/>
                </a:lnTo>
                <a:lnTo>
                  <a:pt x="117" y="16"/>
                </a:lnTo>
                <a:lnTo>
                  <a:pt x="116" y="16"/>
                </a:lnTo>
                <a:lnTo>
                  <a:pt x="114" y="16"/>
                </a:lnTo>
                <a:lnTo>
                  <a:pt x="113" y="16"/>
                </a:lnTo>
                <a:lnTo>
                  <a:pt x="112" y="16"/>
                </a:lnTo>
                <a:lnTo>
                  <a:pt x="112" y="17"/>
                </a:lnTo>
                <a:lnTo>
                  <a:pt x="111" y="17"/>
                </a:lnTo>
                <a:lnTo>
                  <a:pt x="111" y="16"/>
                </a:lnTo>
                <a:lnTo>
                  <a:pt x="110" y="15"/>
                </a:lnTo>
                <a:lnTo>
                  <a:pt x="109" y="15"/>
                </a:lnTo>
                <a:lnTo>
                  <a:pt x="108" y="16"/>
                </a:lnTo>
                <a:lnTo>
                  <a:pt x="108" y="15"/>
                </a:lnTo>
                <a:lnTo>
                  <a:pt x="107" y="15"/>
                </a:lnTo>
                <a:lnTo>
                  <a:pt x="106" y="15"/>
                </a:lnTo>
                <a:lnTo>
                  <a:pt x="106" y="14"/>
                </a:lnTo>
                <a:lnTo>
                  <a:pt x="107" y="14"/>
                </a:lnTo>
                <a:lnTo>
                  <a:pt x="106" y="14"/>
                </a:lnTo>
                <a:lnTo>
                  <a:pt x="104" y="14"/>
                </a:lnTo>
                <a:lnTo>
                  <a:pt x="103" y="14"/>
                </a:lnTo>
                <a:lnTo>
                  <a:pt x="103" y="13"/>
                </a:lnTo>
                <a:lnTo>
                  <a:pt x="102" y="13"/>
                </a:lnTo>
                <a:lnTo>
                  <a:pt x="101" y="13"/>
                </a:lnTo>
                <a:lnTo>
                  <a:pt x="100" y="13"/>
                </a:lnTo>
                <a:lnTo>
                  <a:pt x="99" y="13"/>
                </a:lnTo>
                <a:lnTo>
                  <a:pt x="98" y="13"/>
                </a:lnTo>
                <a:lnTo>
                  <a:pt x="97" y="13"/>
                </a:lnTo>
                <a:lnTo>
                  <a:pt x="97" y="12"/>
                </a:lnTo>
                <a:lnTo>
                  <a:pt x="96" y="12"/>
                </a:lnTo>
                <a:lnTo>
                  <a:pt x="97" y="12"/>
                </a:lnTo>
                <a:lnTo>
                  <a:pt x="97" y="11"/>
                </a:lnTo>
                <a:lnTo>
                  <a:pt x="98" y="11"/>
                </a:lnTo>
                <a:lnTo>
                  <a:pt x="98" y="10"/>
                </a:lnTo>
                <a:lnTo>
                  <a:pt x="99" y="9"/>
                </a:lnTo>
                <a:lnTo>
                  <a:pt x="100" y="9"/>
                </a:lnTo>
                <a:lnTo>
                  <a:pt x="100" y="8"/>
                </a:lnTo>
                <a:lnTo>
                  <a:pt x="100" y="7"/>
                </a:lnTo>
                <a:lnTo>
                  <a:pt x="101" y="7"/>
                </a:lnTo>
                <a:lnTo>
                  <a:pt x="101" y="6"/>
                </a:lnTo>
                <a:lnTo>
                  <a:pt x="102" y="6"/>
                </a:lnTo>
                <a:lnTo>
                  <a:pt x="103" y="6"/>
                </a:lnTo>
                <a:lnTo>
                  <a:pt x="103" y="5"/>
                </a:lnTo>
                <a:lnTo>
                  <a:pt x="102" y="5"/>
                </a:lnTo>
                <a:lnTo>
                  <a:pt x="102" y="4"/>
                </a:lnTo>
                <a:lnTo>
                  <a:pt x="103" y="4"/>
                </a:lnTo>
                <a:lnTo>
                  <a:pt x="104" y="3"/>
                </a:lnTo>
                <a:lnTo>
                  <a:pt x="103" y="3"/>
                </a:lnTo>
                <a:lnTo>
                  <a:pt x="104" y="3"/>
                </a:lnTo>
                <a:lnTo>
                  <a:pt x="105" y="3"/>
                </a:lnTo>
                <a:lnTo>
                  <a:pt x="106" y="3"/>
                </a:lnTo>
                <a:lnTo>
                  <a:pt x="107" y="3"/>
                </a:lnTo>
                <a:lnTo>
                  <a:pt x="108" y="3"/>
                </a:lnTo>
                <a:lnTo>
                  <a:pt x="109" y="4"/>
                </a:lnTo>
                <a:lnTo>
                  <a:pt x="110" y="4"/>
                </a:lnTo>
                <a:lnTo>
                  <a:pt x="111" y="4"/>
                </a:lnTo>
                <a:lnTo>
                  <a:pt x="112" y="4"/>
                </a:lnTo>
                <a:lnTo>
                  <a:pt x="112" y="3"/>
                </a:lnTo>
                <a:lnTo>
                  <a:pt x="112" y="2"/>
                </a:lnTo>
                <a:lnTo>
                  <a:pt x="111" y="2"/>
                </a:lnTo>
                <a:lnTo>
                  <a:pt x="112" y="1"/>
                </a:lnTo>
                <a:lnTo>
                  <a:pt x="112" y="0"/>
                </a:lnTo>
                <a:lnTo>
                  <a:pt x="113" y="0"/>
                </a:lnTo>
                <a:lnTo>
                  <a:pt x="11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28" name=""/>
          <p:cNvSpPr/>
          <p:nvPr/>
        </p:nvSpPr>
        <p:spPr>
          <a:xfrm>
            <a:off x="6599880" y="1882800"/>
            <a:ext cx="177840" cy="202320"/>
          </a:xfrm>
          <a:custGeom>
            <a:avLst/>
            <a:gdLst/>
            <a:ahLst/>
            <a:rect l="0" t="0" r="r" b="b"/>
            <a:pathLst>
              <a:path w="494" h="562">
                <a:moveTo>
                  <a:pt x="187" y="0"/>
                </a:moveTo>
                <a:lnTo>
                  <a:pt x="187" y="1"/>
                </a:lnTo>
                <a:lnTo>
                  <a:pt x="188" y="1"/>
                </a:lnTo>
                <a:lnTo>
                  <a:pt x="188" y="2"/>
                </a:lnTo>
                <a:lnTo>
                  <a:pt x="190" y="2"/>
                </a:lnTo>
                <a:lnTo>
                  <a:pt x="191" y="2"/>
                </a:lnTo>
                <a:lnTo>
                  <a:pt x="192" y="2"/>
                </a:lnTo>
                <a:lnTo>
                  <a:pt x="193" y="2"/>
                </a:lnTo>
                <a:lnTo>
                  <a:pt x="193" y="3"/>
                </a:lnTo>
                <a:lnTo>
                  <a:pt x="193" y="4"/>
                </a:lnTo>
                <a:lnTo>
                  <a:pt x="193" y="5"/>
                </a:lnTo>
                <a:lnTo>
                  <a:pt x="193" y="6"/>
                </a:lnTo>
                <a:lnTo>
                  <a:pt x="194" y="7"/>
                </a:lnTo>
                <a:lnTo>
                  <a:pt x="195" y="7"/>
                </a:lnTo>
                <a:lnTo>
                  <a:pt x="196" y="7"/>
                </a:lnTo>
                <a:lnTo>
                  <a:pt x="197" y="7"/>
                </a:lnTo>
                <a:lnTo>
                  <a:pt x="198" y="7"/>
                </a:lnTo>
                <a:lnTo>
                  <a:pt x="199" y="7"/>
                </a:lnTo>
                <a:lnTo>
                  <a:pt x="200" y="7"/>
                </a:lnTo>
                <a:lnTo>
                  <a:pt x="200" y="8"/>
                </a:lnTo>
                <a:lnTo>
                  <a:pt x="201" y="8"/>
                </a:lnTo>
                <a:lnTo>
                  <a:pt x="202" y="8"/>
                </a:lnTo>
                <a:lnTo>
                  <a:pt x="203" y="8"/>
                </a:lnTo>
                <a:lnTo>
                  <a:pt x="204" y="8"/>
                </a:lnTo>
                <a:lnTo>
                  <a:pt x="205" y="8"/>
                </a:lnTo>
                <a:lnTo>
                  <a:pt x="206" y="8"/>
                </a:lnTo>
                <a:lnTo>
                  <a:pt x="208" y="8"/>
                </a:lnTo>
                <a:lnTo>
                  <a:pt x="209" y="8"/>
                </a:lnTo>
                <a:lnTo>
                  <a:pt x="210" y="8"/>
                </a:lnTo>
                <a:lnTo>
                  <a:pt x="210" y="9"/>
                </a:lnTo>
                <a:lnTo>
                  <a:pt x="211" y="9"/>
                </a:lnTo>
                <a:lnTo>
                  <a:pt x="211" y="8"/>
                </a:lnTo>
                <a:lnTo>
                  <a:pt x="212" y="8"/>
                </a:lnTo>
                <a:lnTo>
                  <a:pt x="212" y="9"/>
                </a:lnTo>
                <a:lnTo>
                  <a:pt x="213" y="9"/>
                </a:lnTo>
                <a:lnTo>
                  <a:pt x="214" y="9"/>
                </a:lnTo>
                <a:lnTo>
                  <a:pt x="215" y="9"/>
                </a:lnTo>
                <a:lnTo>
                  <a:pt x="216" y="9"/>
                </a:lnTo>
                <a:lnTo>
                  <a:pt x="217" y="9"/>
                </a:lnTo>
                <a:lnTo>
                  <a:pt x="218" y="9"/>
                </a:lnTo>
                <a:lnTo>
                  <a:pt x="219" y="9"/>
                </a:lnTo>
                <a:lnTo>
                  <a:pt x="222" y="9"/>
                </a:lnTo>
                <a:lnTo>
                  <a:pt x="223" y="9"/>
                </a:lnTo>
                <a:lnTo>
                  <a:pt x="223" y="10"/>
                </a:lnTo>
                <a:lnTo>
                  <a:pt x="223" y="11"/>
                </a:lnTo>
                <a:lnTo>
                  <a:pt x="224" y="11"/>
                </a:lnTo>
                <a:lnTo>
                  <a:pt x="224" y="12"/>
                </a:lnTo>
                <a:lnTo>
                  <a:pt x="225" y="12"/>
                </a:lnTo>
                <a:lnTo>
                  <a:pt x="226" y="12"/>
                </a:lnTo>
                <a:lnTo>
                  <a:pt x="226" y="13"/>
                </a:lnTo>
                <a:lnTo>
                  <a:pt x="227" y="13"/>
                </a:lnTo>
                <a:lnTo>
                  <a:pt x="227" y="14"/>
                </a:lnTo>
                <a:lnTo>
                  <a:pt x="227" y="15"/>
                </a:lnTo>
                <a:lnTo>
                  <a:pt x="228" y="15"/>
                </a:lnTo>
                <a:lnTo>
                  <a:pt x="228" y="16"/>
                </a:lnTo>
                <a:lnTo>
                  <a:pt x="229" y="16"/>
                </a:lnTo>
                <a:lnTo>
                  <a:pt x="229" y="15"/>
                </a:lnTo>
                <a:lnTo>
                  <a:pt x="229" y="16"/>
                </a:lnTo>
                <a:lnTo>
                  <a:pt x="230" y="16"/>
                </a:lnTo>
                <a:lnTo>
                  <a:pt x="230" y="17"/>
                </a:lnTo>
                <a:lnTo>
                  <a:pt x="230" y="18"/>
                </a:lnTo>
                <a:lnTo>
                  <a:pt x="230" y="19"/>
                </a:lnTo>
                <a:lnTo>
                  <a:pt x="231" y="19"/>
                </a:lnTo>
                <a:lnTo>
                  <a:pt x="231" y="18"/>
                </a:lnTo>
                <a:lnTo>
                  <a:pt x="232" y="18"/>
                </a:lnTo>
                <a:lnTo>
                  <a:pt x="233" y="18"/>
                </a:lnTo>
                <a:lnTo>
                  <a:pt x="234" y="18"/>
                </a:lnTo>
                <a:lnTo>
                  <a:pt x="234" y="19"/>
                </a:lnTo>
                <a:lnTo>
                  <a:pt x="234" y="20"/>
                </a:lnTo>
                <a:lnTo>
                  <a:pt x="235" y="20"/>
                </a:lnTo>
                <a:lnTo>
                  <a:pt x="235" y="21"/>
                </a:lnTo>
                <a:lnTo>
                  <a:pt x="234" y="21"/>
                </a:lnTo>
                <a:lnTo>
                  <a:pt x="235" y="21"/>
                </a:lnTo>
                <a:lnTo>
                  <a:pt x="235" y="22"/>
                </a:lnTo>
                <a:lnTo>
                  <a:pt x="236" y="22"/>
                </a:lnTo>
                <a:lnTo>
                  <a:pt x="237" y="22"/>
                </a:lnTo>
                <a:lnTo>
                  <a:pt x="238" y="22"/>
                </a:lnTo>
                <a:lnTo>
                  <a:pt x="238" y="21"/>
                </a:lnTo>
                <a:lnTo>
                  <a:pt x="239" y="21"/>
                </a:lnTo>
                <a:lnTo>
                  <a:pt x="239" y="20"/>
                </a:lnTo>
                <a:lnTo>
                  <a:pt x="239" y="21"/>
                </a:lnTo>
                <a:lnTo>
                  <a:pt x="240" y="21"/>
                </a:lnTo>
                <a:lnTo>
                  <a:pt x="241" y="21"/>
                </a:lnTo>
                <a:lnTo>
                  <a:pt x="241" y="20"/>
                </a:lnTo>
                <a:lnTo>
                  <a:pt x="241" y="21"/>
                </a:lnTo>
                <a:lnTo>
                  <a:pt x="242" y="21"/>
                </a:lnTo>
                <a:lnTo>
                  <a:pt x="243" y="21"/>
                </a:lnTo>
                <a:lnTo>
                  <a:pt x="244" y="21"/>
                </a:lnTo>
                <a:lnTo>
                  <a:pt x="245" y="21"/>
                </a:lnTo>
                <a:lnTo>
                  <a:pt x="246" y="21"/>
                </a:lnTo>
                <a:lnTo>
                  <a:pt x="247" y="21"/>
                </a:lnTo>
                <a:lnTo>
                  <a:pt x="248" y="21"/>
                </a:lnTo>
                <a:lnTo>
                  <a:pt x="248" y="22"/>
                </a:lnTo>
                <a:lnTo>
                  <a:pt x="248" y="23"/>
                </a:lnTo>
                <a:lnTo>
                  <a:pt x="249" y="23"/>
                </a:lnTo>
                <a:lnTo>
                  <a:pt x="249" y="24"/>
                </a:lnTo>
                <a:lnTo>
                  <a:pt x="250" y="24"/>
                </a:lnTo>
                <a:lnTo>
                  <a:pt x="251" y="24"/>
                </a:lnTo>
                <a:lnTo>
                  <a:pt x="252" y="24"/>
                </a:lnTo>
                <a:lnTo>
                  <a:pt x="253" y="24"/>
                </a:lnTo>
                <a:lnTo>
                  <a:pt x="254" y="24"/>
                </a:lnTo>
                <a:lnTo>
                  <a:pt x="254" y="25"/>
                </a:lnTo>
                <a:lnTo>
                  <a:pt x="254" y="24"/>
                </a:lnTo>
                <a:lnTo>
                  <a:pt x="255" y="24"/>
                </a:lnTo>
                <a:lnTo>
                  <a:pt x="256" y="24"/>
                </a:lnTo>
                <a:lnTo>
                  <a:pt x="257" y="24"/>
                </a:lnTo>
                <a:lnTo>
                  <a:pt x="258" y="24"/>
                </a:lnTo>
                <a:lnTo>
                  <a:pt x="259" y="24"/>
                </a:lnTo>
                <a:lnTo>
                  <a:pt x="258" y="25"/>
                </a:lnTo>
                <a:lnTo>
                  <a:pt x="259" y="25"/>
                </a:lnTo>
                <a:lnTo>
                  <a:pt x="260" y="25"/>
                </a:lnTo>
                <a:lnTo>
                  <a:pt x="261" y="25"/>
                </a:lnTo>
                <a:lnTo>
                  <a:pt x="262" y="25"/>
                </a:lnTo>
                <a:lnTo>
                  <a:pt x="263" y="25"/>
                </a:lnTo>
                <a:lnTo>
                  <a:pt x="263" y="24"/>
                </a:lnTo>
                <a:lnTo>
                  <a:pt x="264" y="24"/>
                </a:lnTo>
                <a:lnTo>
                  <a:pt x="264" y="23"/>
                </a:lnTo>
                <a:lnTo>
                  <a:pt x="265" y="23"/>
                </a:lnTo>
                <a:lnTo>
                  <a:pt x="265" y="22"/>
                </a:lnTo>
                <a:lnTo>
                  <a:pt x="266" y="21"/>
                </a:lnTo>
                <a:lnTo>
                  <a:pt x="267" y="21"/>
                </a:lnTo>
                <a:lnTo>
                  <a:pt x="267" y="22"/>
                </a:lnTo>
                <a:lnTo>
                  <a:pt x="268" y="22"/>
                </a:lnTo>
                <a:lnTo>
                  <a:pt x="268" y="21"/>
                </a:lnTo>
                <a:lnTo>
                  <a:pt x="268" y="22"/>
                </a:lnTo>
                <a:lnTo>
                  <a:pt x="269" y="23"/>
                </a:lnTo>
                <a:lnTo>
                  <a:pt x="269" y="22"/>
                </a:lnTo>
                <a:lnTo>
                  <a:pt x="269" y="23"/>
                </a:lnTo>
                <a:lnTo>
                  <a:pt x="270" y="23"/>
                </a:lnTo>
                <a:lnTo>
                  <a:pt x="270" y="22"/>
                </a:lnTo>
                <a:lnTo>
                  <a:pt x="271" y="22"/>
                </a:lnTo>
                <a:lnTo>
                  <a:pt x="271" y="23"/>
                </a:lnTo>
                <a:lnTo>
                  <a:pt x="272" y="23"/>
                </a:lnTo>
                <a:lnTo>
                  <a:pt x="273" y="23"/>
                </a:lnTo>
                <a:lnTo>
                  <a:pt x="273" y="24"/>
                </a:lnTo>
                <a:lnTo>
                  <a:pt x="274" y="24"/>
                </a:lnTo>
                <a:lnTo>
                  <a:pt x="274" y="25"/>
                </a:lnTo>
                <a:lnTo>
                  <a:pt x="275" y="24"/>
                </a:lnTo>
                <a:lnTo>
                  <a:pt x="275" y="25"/>
                </a:lnTo>
                <a:lnTo>
                  <a:pt x="275" y="26"/>
                </a:lnTo>
                <a:lnTo>
                  <a:pt x="276" y="26"/>
                </a:lnTo>
                <a:lnTo>
                  <a:pt x="277" y="27"/>
                </a:lnTo>
                <a:lnTo>
                  <a:pt x="277" y="28"/>
                </a:lnTo>
                <a:lnTo>
                  <a:pt x="278" y="28"/>
                </a:lnTo>
                <a:lnTo>
                  <a:pt x="279" y="28"/>
                </a:lnTo>
                <a:lnTo>
                  <a:pt x="279" y="27"/>
                </a:lnTo>
                <a:lnTo>
                  <a:pt x="280" y="27"/>
                </a:lnTo>
                <a:lnTo>
                  <a:pt x="280" y="28"/>
                </a:lnTo>
                <a:lnTo>
                  <a:pt x="281" y="28"/>
                </a:lnTo>
                <a:lnTo>
                  <a:pt x="282" y="28"/>
                </a:lnTo>
                <a:lnTo>
                  <a:pt x="283" y="29"/>
                </a:lnTo>
                <a:lnTo>
                  <a:pt x="283" y="30"/>
                </a:lnTo>
                <a:lnTo>
                  <a:pt x="284" y="30"/>
                </a:lnTo>
                <a:lnTo>
                  <a:pt x="285" y="30"/>
                </a:lnTo>
                <a:lnTo>
                  <a:pt x="286" y="30"/>
                </a:lnTo>
                <a:lnTo>
                  <a:pt x="287" y="30"/>
                </a:lnTo>
                <a:lnTo>
                  <a:pt x="287" y="31"/>
                </a:lnTo>
                <a:lnTo>
                  <a:pt x="286" y="32"/>
                </a:lnTo>
                <a:lnTo>
                  <a:pt x="285" y="32"/>
                </a:lnTo>
                <a:lnTo>
                  <a:pt x="286" y="33"/>
                </a:lnTo>
                <a:lnTo>
                  <a:pt x="286" y="34"/>
                </a:lnTo>
                <a:lnTo>
                  <a:pt x="287" y="34"/>
                </a:lnTo>
                <a:lnTo>
                  <a:pt x="287" y="35"/>
                </a:lnTo>
                <a:lnTo>
                  <a:pt x="288" y="35"/>
                </a:lnTo>
                <a:lnTo>
                  <a:pt x="288" y="34"/>
                </a:lnTo>
                <a:lnTo>
                  <a:pt x="289" y="34"/>
                </a:lnTo>
                <a:lnTo>
                  <a:pt x="289" y="35"/>
                </a:lnTo>
                <a:lnTo>
                  <a:pt x="289" y="36"/>
                </a:lnTo>
                <a:lnTo>
                  <a:pt x="290" y="36"/>
                </a:lnTo>
                <a:lnTo>
                  <a:pt x="291" y="36"/>
                </a:lnTo>
                <a:lnTo>
                  <a:pt x="292" y="37"/>
                </a:lnTo>
                <a:lnTo>
                  <a:pt x="293" y="37"/>
                </a:lnTo>
                <a:lnTo>
                  <a:pt x="293" y="38"/>
                </a:lnTo>
                <a:lnTo>
                  <a:pt x="294" y="38"/>
                </a:lnTo>
                <a:lnTo>
                  <a:pt x="294" y="39"/>
                </a:lnTo>
                <a:lnTo>
                  <a:pt x="295" y="39"/>
                </a:lnTo>
                <a:lnTo>
                  <a:pt x="296" y="40"/>
                </a:lnTo>
                <a:lnTo>
                  <a:pt x="296" y="39"/>
                </a:lnTo>
                <a:lnTo>
                  <a:pt x="295" y="38"/>
                </a:lnTo>
                <a:lnTo>
                  <a:pt x="295" y="37"/>
                </a:lnTo>
                <a:lnTo>
                  <a:pt x="296" y="37"/>
                </a:lnTo>
                <a:lnTo>
                  <a:pt x="296" y="38"/>
                </a:lnTo>
                <a:lnTo>
                  <a:pt x="296" y="39"/>
                </a:lnTo>
                <a:lnTo>
                  <a:pt x="297" y="39"/>
                </a:lnTo>
                <a:lnTo>
                  <a:pt x="297" y="40"/>
                </a:lnTo>
                <a:lnTo>
                  <a:pt x="296" y="40"/>
                </a:lnTo>
                <a:lnTo>
                  <a:pt x="296" y="42"/>
                </a:lnTo>
                <a:lnTo>
                  <a:pt x="297" y="42"/>
                </a:lnTo>
                <a:lnTo>
                  <a:pt x="296" y="42"/>
                </a:lnTo>
                <a:lnTo>
                  <a:pt x="296" y="43"/>
                </a:lnTo>
                <a:lnTo>
                  <a:pt x="296" y="44"/>
                </a:lnTo>
                <a:lnTo>
                  <a:pt x="295" y="44"/>
                </a:lnTo>
                <a:lnTo>
                  <a:pt x="295" y="45"/>
                </a:lnTo>
                <a:lnTo>
                  <a:pt x="296" y="45"/>
                </a:lnTo>
                <a:lnTo>
                  <a:pt x="296" y="46"/>
                </a:lnTo>
                <a:lnTo>
                  <a:pt x="297" y="46"/>
                </a:lnTo>
                <a:lnTo>
                  <a:pt x="298" y="46"/>
                </a:lnTo>
                <a:lnTo>
                  <a:pt x="298" y="45"/>
                </a:lnTo>
                <a:lnTo>
                  <a:pt x="298" y="46"/>
                </a:lnTo>
                <a:lnTo>
                  <a:pt x="299" y="46"/>
                </a:lnTo>
                <a:lnTo>
                  <a:pt x="300" y="47"/>
                </a:lnTo>
                <a:lnTo>
                  <a:pt x="300" y="48"/>
                </a:lnTo>
                <a:lnTo>
                  <a:pt x="301" y="48"/>
                </a:lnTo>
                <a:lnTo>
                  <a:pt x="302" y="48"/>
                </a:lnTo>
                <a:lnTo>
                  <a:pt x="303" y="48"/>
                </a:lnTo>
                <a:lnTo>
                  <a:pt x="303" y="49"/>
                </a:lnTo>
                <a:lnTo>
                  <a:pt x="304" y="49"/>
                </a:lnTo>
                <a:lnTo>
                  <a:pt x="304" y="48"/>
                </a:lnTo>
                <a:lnTo>
                  <a:pt x="305" y="48"/>
                </a:lnTo>
                <a:lnTo>
                  <a:pt x="306" y="48"/>
                </a:lnTo>
                <a:lnTo>
                  <a:pt x="306" y="49"/>
                </a:lnTo>
                <a:lnTo>
                  <a:pt x="307" y="49"/>
                </a:lnTo>
                <a:lnTo>
                  <a:pt x="307" y="50"/>
                </a:lnTo>
                <a:lnTo>
                  <a:pt x="307" y="51"/>
                </a:lnTo>
                <a:lnTo>
                  <a:pt x="307" y="52"/>
                </a:lnTo>
                <a:lnTo>
                  <a:pt x="308" y="52"/>
                </a:lnTo>
                <a:lnTo>
                  <a:pt x="308" y="51"/>
                </a:lnTo>
                <a:lnTo>
                  <a:pt x="309" y="51"/>
                </a:lnTo>
                <a:lnTo>
                  <a:pt x="310" y="50"/>
                </a:lnTo>
                <a:lnTo>
                  <a:pt x="309" y="50"/>
                </a:lnTo>
                <a:lnTo>
                  <a:pt x="309" y="49"/>
                </a:lnTo>
                <a:lnTo>
                  <a:pt x="310" y="49"/>
                </a:lnTo>
                <a:lnTo>
                  <a:pt x="311" y="49"/>
                </a:lnTo>
                <a:lnTo>
                  <a:pt x="311" y="48"/>
                </a:lnTo>
                <a:lnTo>
                  <a:pt x="312" y="48"/>
                </a:lnTo>
                <a:lnTo>
                  <a:pt x="312" y="49"/>
                </a:lnTo>
                <a:lnTo>
                  <a:pt x="311" y="49"/>
                </a:lnTo>
                <a:lnTo>
                  <a:pt x="311" y="50"/>
                </a:lnTo>
                <a:lnTo>
                  <a:pt x="311" y="52"/>
                </a:lnTo>
                <a:lnTo>
                  <a:pt x="311" y="53"/>
                </a:lnTo>
                <a:lnTo>
                  <a:pt x="311" y="52"/>
                </a:lnTo>
                <a:lnTo>
                  <a:pt x="312" y="52"/>
                </a:lnTo>
                <a:lnTo>
                  <a:pt x="312" y="53"/>
                </a:lnTo>
                <a:lnTo>
                  <a:pt x="313" y="53"/>
                </a:lnTo>
                <a:lnTo>
                  <a:pt x="314" y="53"/>
                </a:lnTo>
                <a:lnTo>
                  <a:pt x="314" y="54"/>
                </a:lnTo>
                <a:lnTo>
                  <a:pt x="315" y="54"/>
                </a:lnTo>
                <a:lnTo>
                  <a:pt x="316" y="55"/>
                </a:lnTo>
                <a:lnTo>
                  <a:pt x="316" y="54"/>
                </a:lnTo>
                <a:lnTo>
                  <a:pt x="316" y="55"/>
                </a:lnTo>
                <a:lnTo>
                  <a:pt x="317" y="55"/>
                </a:lnTo>
                <a:lnTo>
                  <a:pt x="317" y="56"/>
                </a:lnTo>
                <a:lnTo>
                  <a:pt x="317" y="57"/>
                </a:lnTo>
                <a:lnTo>
                  <a:pt x="317" y="58"/>
                </a:lnTo>
                <a:lnTo>
                  <a:pt x="317" y="59"/>
                </a:lnTo>
                <a:lnTo>
                  <a:pt x="316" y="60"/>
                </a:lnTo>
                <a:lnTo>
                  <a:pt x="315" y="60"/>
                </a:lnTo>
                <a:lnTo>
                  <a:pt x="315" y="61"/>
                </a:lnTo>
                <a:lnTo>
                  <a:pt x="315" y="63"/>
                </a:lnTo>
                <a:lnTo>
                  <a:pt x="315" y="64"/>
                </a:lnTo>
                <a:lnTo>
                  <a:pt x="315" y="65"/>
                </a:lnTo>
                <a:lnTo>
                  <a:pt x="316" y="65"/>
                </a:lnTo>
                <a:lnTo>
                  <a:pt x="316" y="64"/>
                </a:lnTo>
                <a:lnTo>
                  <a:pt x="316" y="63"/>
                </a:lnTo>
                <a:lnTo>
                  <a:pt x="317" y="63"/>
                </a:lnTo>
                <a:lnTo>
                  <a:pt x="317" y="62"/>
                </a:lnTo>
                <a:lnTo>
                  <a:pt x="318" y="62"/>
                </a:lnTo>
                <a:lnTo>
                  <a:pt x="318" y="61"/>
                </a:lnTo>
                <a:lnTo>
                  <a:pt x="319" y="61"/>
                </a:lnTo>
                <a:lnTo>
                  <a:pt x="319" y="60"/>
                </a:lnTo>
                <a:lnTo>
                  <a:pt x="320" y="60"/>
                </a:lnTo>
                <a:lnTo>
                  <a:pt x="321" y="60"/>
                </a:lnTo>
                <a:lnTo>
                  <a:pt x="322" y="60"/>
                </a:lnTo>
                <a:lnTo>
                  <a:pt x="323" y="60"/>
                </a:lnTo>
                <a:lnTo>
                  <a:pt x="324" y="60"/>
                </a:lnTo>
                <a:lnTo>
                  <a:pt x="324" y="59"/>
                </a:lnTo>
                <a:lnTo>
                  <a:pt x="325" y="58"/>
                </a:lnTo>
                <a:lnTo>
                  <a:pt x="325" y="57"/>
                </a:lnTo>
                <a:lnTo>
                  <a:pt x="325" y="58"/>
                </a:lnTo>
                <a:lnTo>
                  <a:pt x="326" y="58"/>
                </a:lnTo>
                <a:lnTo>
                  <a:pt x="326" y="57"/>
                </a:lnTo>
                <a:lnTo>
                  <a:pt x="327" y="57"/>
                </a:lnTo>
                <a:lnTo>
                  <a:pt x="327" y="56"/>
                </a:lnTo>
                <a:lnTo>
                  <a:pt x="328" y="55"/>
                </a:lnTo>
                <a:lnTo>
                  <a:pt x="328" y="54"/>
                </a:lnTo>
                <a:lnTo>
                  <a:pt x="328" y="52"/>
                </a:lnTo>
                <a:lnTo>
                  <a:pt x="329" y="52"/>
                </a:lnTo>
                <a:lnTo>
                  <a:pt x="329" y="51"/>
                </a:lnTo>
                <a:lnTo>
                  <a:pt x="330" y="51"/>
                </a:lnTo>
                <a:lnTo>
                  <a:pt x="331" y="50"/>
                </a:lnTo>
                <a:lnTo>
                  <a:pt x="332" y="51"/>
                </a:lnTo>
                <a:lnTo>
                  <a:pt x="333" y="51"/>
                </a:lnTo>
                <a:lnTo>
                  <a:pt x="334" y="51"/>
                </a:lnTo>
                <a:lnTo>
                  <a:pt x="335" y="51"/>
                </a:lnTo>
                <a:lnTo>
                  <a:pt x="335" y="52"/>
                </a:lnTo>
                <a:lnTo>
                  <a:pt x="335" y="53"/>
                </a:lnTo>
                <a:lnTo>
                  <a:pt x="336" y="53"/>
                </a:lnTo>
                <a:lnTo>
                  <a:pt x="337" y="54"/>
                </a:lnTo>
                <a:lnTo>
                  <a:pt x="338" y="54"/>
                </a:lnTo>
                <a:lnTo>
                  <a:pt x="339" y="54"/>
                </a:lnTo>
                <a:lnTo>
                  <a:pt x="340" y="53"/>
                </a:lnTo>
                <a:lnTo>
                  <a:pt x="340" y="52"/>
                </a:lnTo>
                <a:lnTo>
                  <a:pt x="341" y="52"/>
                </a:lnTo>
                <a:lnTo>
                  <a:pt x="342" y="52"/>
                </a:lnTo>
                <a:lnTo>
                  <a:pt x="343" y="52"/>
                </a:lnTo>
                <a:lnTo>
                  <a:pt x="344" y="52"/>
                </a:lnTo>
                <a:lnTo>
                  <a:pt x="345" y="53"/>
                </a:lnTo>
                <a:lnTo>
                  <a:pt x="346" y="53"/>
                </a:lnTo>
                <a:lnTo>
                  <a:pt x="346" y="52"/>
                </a:lnTo>
                <a:lnTo>
                  <a:pt x="347" y="52"/>
                </a:lnTo>
                <a:lnTo>
                  <a:pt x="347" y="53"/>
                </a:lnTo>
                <a:lnTo>
                  <a:pt x="348" y="53"/>
                </a:lnTo>
                <a:lnTo>
                  <a:pt x="348" y="54"/>
                </a:lnTo>
                <a:lnTo>
                  <a:pt x="348" y="55"/>
                </a:lnTo>
                <a:lnTo>
                  <a:pt x="349" y="55"/>
                </a:lnTo>
                <a:lnTo>
                  <a:pt x="349" y="54"/>
                </a:lnTo>
                <a:lnTo>
                  <a:pt x="350" y="54"/>
                </a:lnTo>
                <a:lnTo>
                  <a:pt x="351" y="54"/>
                </a:lnTo>
                <a:lnTo>
                  <a:pt x="351" y="55"/>
                </a:lnTo>
                <a:lnTo>
                  <a:pt x="352" y="55"/>
                </a:lnTo>
                <a:lnTo>
                  <a:pt x="352" y="54"/>
                </a:lnTo>
                <a:lnTo>
                  <a:pt x="352" y="53"/>
                </a:lnTo>
                <a:lnTo>
                  <a:pt x="353" y="53"/>
                </a:lnTo>
                <a:lnTo>
                  <a:pt x="353" y="52"/>
                </a:lnTo>
                <a:lnTo>
                  <a:pt x="353" y="51"/>
                </a:lnTo>
                <a:lnTo>
                  <a:pt x="354" y="51"/>
                </a:lnTo>
                <a:lnTo>
                  <a:pt x="354" y="50"/>
                </a:lnTo>
                <a:lnTo>
                  <a:pt x="355" y="50"/>
                </a:lnTo>
                <a:lnTo>
                  <a:pt x="355" y="49"/>
                </a:lnTo>
                <a:lnTo>
                  <a:pt x="354" y="49"/>
                </a:lnTo>
                <a:lnTo>
                  <a:pt x="355" y="49"/>
                </a:lnTo>
                <a:lnTo>
                  <a:pt x="355" y="48"/>
                </a:lnTo>
                <a:lnTo>
                  <a:pt x="356" y="48"/>
                </a:lnTo>
                <a:lnTo>
                  <a:pt x="356" y="49"/>
                </a:lnTo>
                <a:lnTo>
                  <a:pt x="357" y="49"/>
                </a:lnTo>
                <a:lnTo>
                  <a:pt x="358" y="49"/>
                </a:lnTo>
                <a:lnTo>
                  <a:pt x="358" y="48"/>
                </a:lnTo>
                <a:lnTo>
                  <a:pt x="359" y="48"/>
                </a:lnTo>
                <a:lnTo>
                  <a:pt x="359" y="47"/>
                </a:lnTo>
                <a:lnTo>
                  <a:pt x="359" y="46"/>
                </a:lnTo>
                <a:lnTo>
                  <a:pt x="360" y="46"/>
                </a:lnTo>
                <a:lnTo>
                  <a:pt x="361" y="46"/>
                </a:lnTo>
                <a:lnTo>
                  <a:pt x="361" y="45"/>
                </a:lnTo>
                <a:lnTo>
                  <a:pt x="361" y="44"/>
                </a:lnTo>
                <a:lnTo>
                  <a:pt x="362" y="44"/>
                </a:lnTo>
                <a:lnTo>
                  <a:pt x="362" y="43"/>
                </a:lnTo>
                <a:lnTo>
                  <a:pt x="361" y="43"/>
                </a:lnTo>
                <a:lnTo>
                  <a:pt x="361" y="42"/>
                </a:lnTo>
                <a:lnTo>
                  <a:pt x="362" y="42"/>
                </a:lnTo>
                <a:lnTo>
                  <a:pt x="363" y="42"/>
                </a:lnTo>
                <a:lnTo>
                  <a:pt x="363" y="41"/>
                </a:lnTo>
                <a:lnTo>
                  <a:pt x="362" y="41"/>
                </a:lnTo>
                <a:lnTo>
                  <a:pt x="362" y="40"/>
                </a:lnTo>
                <a:lnTo>
                  <a:pt x="363" y="40"/>
                </a:lnTo>
                <a:lnTo>
                  <a:pt x="363" y="39"/>
                </a:lnTo>
                <a:lnTo>
                  <a:pt x="365" y="38"/>
                </a:lnTo>
                <a:lnTo>
                  <a:pt x="366" y="37"/>
                </a:lnTo>
                <a:lnTo>
                  <a:pt x="367" y="36"/>
                </a:lnTo>
                <a:lnTo>
                  <a:pt x="368" y="35"/>
                </a:lnTo>
                <a:lnTo>
                  <a:pt x="369" y="35"/>
                </a:lnTo>
                <a:lnTo>
                  <a:pt x="370" y="35"/>
                </a:lnTo>
                <a:lnTo>
                  <a:pt x="371" y="35"/>
                </a:lnTo>
                <a:lnTo>
                  <a:pt x="372" y="36"/>
                </a:lnTo>
                <a:lnTo>
                  <a:pt x="373" y="36"/>
                </a:lnTo>
                <a:lnTo>
                  <a:pt x="374" y="37"/>
                </a:lnTo>
                <a:lnTo>
                  <a:pt x="374" y="38"/>
                </a:lnTo>
                <a:lnTo>
                  <a:pt x="374" y="39"/>
                </a:lnTo>
                <a:lnTo>
                  <a:pt x="374" y="40"/>
                </a:lnTo>
                <a:lnTo>
                  <a:pt x="374" y="41"/>
                </a:lnTo>
                <a:lnTo>
                  <a:pt x="374" y="42"/>
                </a:lnTo>
                <a:lnTo>
                  <a:pt x="374" y="43"/>
                </a:lnTo>
                <a:lnTo>
                  <a:pt x="374" y="44"/>
                </a:lnTo>
                <a:lnTo>
                  <a:pt x="373" y="44"/>
                </a:lnTo>
                <a:lnTo>
                  <a:pt x="374" y="45"/>
                </a:lnTo>
                <a:lnTo>
                  <a:pt x="374" y="46"/>
                </a:lnTo>
                <a:lnTo>
                  <a:pt x="375" y="46"/>
                </a:lnTo>
                <a:lnTo>
                  <a:pt x="375" y="45"/>
                </a:lnTo>
                <a:lnTo>
                  <a:pt x="376" y="45"/>
                </a:lnTo>
                <a:lnTo>
                  <a:pt x="376" y="44"/>
                </a:lnTo>
                <a:lnTo>
                  <a:pt x="377" y="44"/>
                </a:lnTo>
                <a:lnTo>
                  <a:pt x="377" y="43"/>
                </a:lnTo>
                <a:lnTo>
                  <a:pt x="378" y="42"/>
                </a:lnTo>
                <a:lnTo>
                  <a:pt x="379" y="41"/>
                </a:lnTo>
                <a:lnTo>
                  <a:pt x="380" y="40"/>
                </a:lnTo>
                <a:lnTo>
                  <a:pt x="380" y="39"/>
                </a:lnTo>
                <a:lnTo>
                  <a:pt x="381" y="38"/>
                </a:lnTo>
                <a:lnTo>
                  <a:pt x="381" y="37"/>
                </a:lnTo>
                <a:lnTo>
                  <a:pt x="382" y="37"/>
                </a:lnTo>
                <a:lnTo>
                  <a:pt x="383" y="37"/>
                </a:lnTo>
                <a:lnTo>
                  <a:pt x="383" y="38"/>
                </a:lnTo>
                <a:lnTo>
                  <a:pt x="382" y="39"/>
                </a:lnTo>
                <a:lnTo>
                  <a:pt x="382" y="40"/>
                </a:lnTo>
                <a:lnTo>
                  <a:pt x="382" y="41"/>
                </a:lnTo>
                <a:lnTo>
                  <a:pt x="381" y="42"/>
                </a:lnTo>
                <a:lnTo>
                  <a:pt x="381" y="43"/>
                </a:lnTo>
                <a:lnTo>
                  <a:pt x="380" y="44"/>
                </a:lnTo>
                <a:lnTo>
                  <a:pt x="380" y="46"/>
                </a:lnTo>
                <a:lnTo>
                  <a:pt x="379" y="47"/>
                </a:lnTo>
                <a:lnTo>
                  <a:pt x="378" y="47"/>
                </a:lnTo>
                <a:lnTo>
                  <a:pt x="377" y="48"/>
                </a:lnTo>
                <a:lnTo>
                  <a:pt x="376" y="49"/>
                </a:lnTo>
                <a:lnTo>
                  <a:pt x="375" y="49"/>
                </a:lnTo>
                <a:lnTo>
                  <a:pt x="374" y="50"/>
                </a:lnTo>
                <a:lnTo>
                  <a:pt x="373" y="51"/>
                </a:lnTo>
                <a:lnTo>
                  <a:pt x="373" y="52"/>
                </a:lnTo>
                <a:lnTo>
                  <a:pt x="372" y="52"/>
                </a:lnTo>
                <a:lnTo>
                  <a:pt x="372" y="53"/>
                </a:lnTo>
                <a:lnTo>
                  <a:pt x="372" y="54"/>
                </a:lnTo>
                <a:lnTo>
                  <a:pt x="373" y="55"/>
                </a:lnTo>
                <a:lnTo>
                  <a:pt x="373" y="57"/>
                </a:lnTo>
                <a:lnTo>
                  <a:pt x="373" y="58"/>
                </a:lnTo>
                <a:lnTo>
                  <a:pt x="374" y="60"/>
                </a:lnTo>
                <a:lnTo>
                  <a:pt x="374" y="61"/>
                </a:lnTo>
                <a:lnTo>
                  <a:pt x="374" y="62"/>
                </a:lnTo>
                <a:lnTo>
                  <a:pt x="375" y="63"/>
                </a:lnTo>
                <a:lnTo>
                  <a:pt x="375" y="65"/>
                </a:lnTo>
                <a:lnTo>
                  <a:pt x="375" y="66"/>
                </a:lnTo>
                <a:lnTo>
                  <a:pt x="375" y="67"/>
                </a:lnTo>
                <a:lnTo>
                  <a:pt x="376" y="67"/>
                </a:lnTo>
                <a:lnTo>
                  <a:pt x="376" y="68"/>
                </a:lnTo>
                <a:lnTo>
                  <a:pt x="377" y="68"/>
                </a:lnTo>
                <a:lnTo>
                  <a:pt x="378" y="67"/>
                </a:lnTo>
                <a:lnTo>
                  <a:pt x="378" y="66"/>
                </a:lnTo>
                <a:lnTo>
                  <a:pt x="378" y="65"/>
                </a:lnTo>
                <a:lnTo>
                  <a:pt x="379" y="65"/>
                </a:lnTo>
                <a:lnTo>
                  <a:pt x="379" y="64"/>
                </a:lnTo>
                <a:lnTo>
                  <a:pt x="381" y="63"/>
                </a:lnTo>
                <a:lnTo>
                  <a:pt x="382" y="63"/>
                </a:lnTo>
                <a:lnTo>
                  <a:pt x="382" y="62"/>
                </a:lnTo>
                <a:lnTo>
                  <a:pt x="383" y="62"/>
                </a:lnTo>
                <a:lnTo>
                  <a:pt x="385" y="62"/>
                </a:lnTo>
                <a:lnTo>
                  <a:pt x="386" y="62"/>
                </a:lnTo>
                <a:lnTo>
                  <a:pt x="386" y="63"/>
                </a:lnTo>
                <a:lnTo>
                  <a:pt x="386" y="64"/>
                </a:lnTo>
                <a:lnTo>
                  <a:pt x="386" y="65"/>
                </a:lnTo>
                <a:lnTo>
                  <a:pt x="386" y="66"/>
                </a:lnTo>
                <a:lnTo>
                  <a:pt x="387" y="67"/>
                </a:lnTo>
                <a:lnTo>
                  <a:pt x="387" y="69"/>
                </a:lnTo>
                <a:lnTo>
                  <a:pt x="387" y="70"/>
                </a:lnTo>
                <a:lnTo>
                  <a:pt x="387" y="71"/>
                </a:lnTo>
                <a:lnTo>
                  <a:pt x="388" y="71"/>
                </a:lnTo>
                <a:lnTo>
                  <a:pt x="389" y="71"/>
                </a:lnTo>
                <a:lnTo>
                  <a:pt x="389" y="69"/>
                </a:lnTo>
                <a:lnTo>
                  <a:pt x="389" y="68"/>
                </a:lnTo>
                <a:lnTo>
                  <a:pt x="390" y="68"/>
                </a:lnTo>
                <a:lnTo>
                  <a:pt x="390" y="69"/>
                </a:lnTo>
                <a:lnTo>
                  <a:pt x="392" y="69"/>
                </a:lnTo>
                <a:lnTo>
                  <a:pt x="393" y="69"/>
                </a:lnTo>
                <a:lnTo>
                  <a:pt x="394" y="69"/>
                </a:lnTo>
                <a:lnTo>
                  <a:pt x="395" y="68"/>
                </a:lnTo>
                <a:lnTo>
                  <a:pt x="395" y="67"/>
                </a:lnTo>
                <a:lnTo>
                  <a:pt x="396" y="67"/>
                </a:lnTo>
                <a:lnTo>
                  <a:pt x="396" y="66"/>
                </a:lnTo>
                <a:lnTo>
                  <a:pt x="397" y="66"/>
                </a:lnTo>
                <a:lnTo>
                  <a:pt x="397" y="65"/>
                </a:lnTo>
                <a:lnTo>
                  <a:pt x="397" y="64"/>
                </a:lnTo>
                <a:lnTo>
                  <a:pt x="398" y="64"/>
                </a:lnTo>
                <a:lnTo>
                  <a:pt x="398" y="63"/>
                </a:lnTo>
                <a:lnTo>
                  <a:pt x="399" y="63"/>
                </a:lnTo>
                <a:lnTo>
                  <a:pt x="399" y="62"/>
                </a:lnTo>
                <a:lnTo>
                  <a:pt x="399" y="61"/>
                </a:lnTo>
                <a:lnTo>
                  <a:pt x="400" y="61"/>
                </a:lnTo>
                <a:lnTo>
                  <a:pt x="400" y="60"/>
                </a:lnTo>
                <a:lnTo>
                  <a:pt x="401" y="60"/>
                </a:lnTo>
                <a:lnTo>
                  <a:pt x="401" y="59"/>
                </a:lnTo>
                <a:lnTo>
                  <a:pt x="402" y="59"/>
                </a:lnTo>
                <a:lnTo>
                  <a:pt x="402" y="58"/>
                </a:lnTo>
                <a:lnTo>
                  <a:pt x="403" y="58"/>
                </a:lnTo>
                <a:lnTo>
                  <a:pt x="404" y="57"/>
                </a:lnTo>
                <a:lnTo>
                  <a:pt x="405" y="55"/>
                </a:lnTo>
                <a:lnTo>
                  <a:pt x="406" y="53"/>
                </a:lnTo>
                <a:lnTo>
                  <a:pt x="407" y="53"/>
                </a:lnTo>
                <a:lnTo>
                  <a:pt x="407" y="52"/>
                </a:lnTo>
                <a:lnTo>
                  <a:pt x="408" y="52"/>
                </a:lnTo>
                <a:lnTo>
                  <a:pt x="408" y="51"/>
                </a:lnTo>
                <a:lnTo>
                  <a:pt x="409" y="50"/>
                </a:lnTo>
                <a:lnTo>
                  <a:pt x="409" y="49"/>
                </a:lnTo>
                <a:lnTo>
                  <a:pt x="410" y="49"/>
                </a:lnTo>
                <a:lnTo>
                  <a:pt x="410" y="48"/>
                </a:lnTo>
                <a:lnTo>
                  <a:pt x="411" y="48"/>
                </a:lnTo>
                <a:lnTo>
                  <a:pt x="411" y="47"/>
                </a:lnTo>
                <a:lnTo>
                  <a:pt x="411" y="46"/>
                </a:lnTo>
                <a:lnTo>
                  <a:pt x="412" y="46"/>
                </a:lnTo>
                <a:lnTo>
                  <a:pt x="412" y="45"/>
                </a:lnTo>
                <a:lnTo>
                  <a:pt x="413" y="45"/>
                </a:lnTo>
                <a:lnTo>
                  <a:pt x="413" y="44"/>
                </a:lnTo>
                <a:lnTo>
                  <a:pt x="414" y="44"/>
                </a:lnTo>
                <a:lnTo>
                  <a:pt x="415" y="43"/>
                </a:lnTo>
                <a:lnTo>
                  <a:pt x="415" y="42"/>
                </a:lnTo>
                <a:lnTo>
                  <a:pt x="416" y="42"/>
                </a:lnTo>
                <a:lnTo>
                  <a:pt x="417" y="40"/>
                </a:lnTo>
                <a:lnTo>
                  <a:pt x="418" y="40"/>
                </a:lnTo>
                <a:lnTo>
                  <a:pt x="418" y="39"/>
                </a:lnTo>
                <a:lnTo>
                  <a:pt x="419" y="39"/>
                </a:lnTo>
                <a:lnTo>
                  <a:pt x="420" y="39"/>
                </a:lnTo>
                <a:lnTo>
                  <a:pt x="420" y="38"/>
                </a:lnTo>
                <a:lnTo>
                  <a:pt x="421" y="38"/>
                </a:lnTo>
                <a:lnTo>
                  <a:pt x="422" y="37"/>
                </a:lnTo>
                <a:lnTo>
                  <a:pt x="423" y="37"/>
                </a:lnTo>
                <a:lnTo>
                  <a:pt x="423" y="36"/>
                </a:lnTo>
                <a:lnTo>
                  <a:pt x="424" y="35"/>
                </a:lnTo>
                <a:lnTo>
                  <a:pt x="426" y="34"/>
                </a:lnTo>
                <a:lnTo>
                  <a:pt x="426" y="33"/>
                </a:lnTo>
                <a:lnTo>
                  <a:pt x="427" y="33"/>
                </a:lnTo>
                <a:lnTo>
                  <a:pt x="427" y="32"/>
                </a:lnTo>
                <a:lnTo>
                  <a:pt x="428" y="31"/>
                </a:lnTo>
                <a:lnTo>
                  <a:pt x="429" y="31"/>
                </a:lnTo>
                <a:lnTo>
                  <a:pt x="429" y="30"/>
                </a:lnTo>
                <a:lnTo>
                  <a:pt x="430" y="30"/>
                </a:lnTo>
                <a:lnTo>
                  <a:pt x="430" y="29"/>
                </a:lnTo>
                <a:lnTo>
                  <a:pt x="431" y="29"/>
                </a:lnTo>
                <a:lnTo>
                  <a:pt x="432" y="29"/>
                </a:lnTo>
                <a:lnTo>
                  <a:pt x="432" y="30"/>
                </a:lnTo>
                <a:lnTo>
                  <a:pt x="433" y="30"/>
                </a:lnTo>
                <a:lnTo>
                  <a:pt x="432" y="30"/>
                </a:lnTo>
                <a:lnTo>
                  <a:pt x="432" y="31"/>
                </a:lnTo>
                <a:lnTo>
                  <a:pt x="432" y="32"/>
                </a:lnTo>
                <a:lnTo>
                  <a:pt x="431" y="32"/>
                </a:lnTo>
                <a:lnTo>
                  <a:pt x="431" y="33"/>
                </a:lnTo>
                <a:lnTo>
                  <a:pt x="432" y="33"/>
                </a:lnTo>
                <a:lnTo>
                  <a:pt x="431" y="33"/>
                </a:lnTo>
                <a:lnTo>
                  <a:pt x="431" y="34"/>
                </a:lnTo>
                <a:lnTo>
                  <a:pt x="431" y="35"/>
                </a:lnTo>
                <a:lnTo>
                  <a:pt x="430" y="35"/>
                </a:lnTo>
                <a:lnTo>
                  <a:pt x="430" y="36"/>
                </a:lnTo>
                <a:lnTo>
                  <a:pt x="430" y="37"/>
                </a:lnTo>
                <a:lnTo>
                  <a:pt x="430" y="39"/>
                </a:lnTo>
                <a:lnTo>
                  <a:pt x="430" y="40"/>
                </a:lnTo>
                <a:lnTo>
                  <a:pt x="429" y="40"/>
                </a:lnTo>
                <a:lnTo>
                  <a:pt x="429" y="41"/>
                </a:lnTo>
                <a:lnTo>
                  <a:pt x="429" y="42"/>
                </a:lnTo>
                <a:lnTo>
                  <a:pt x="429" y="43"/>
                </a:lnTo>
                <a:lnTo>
                  <a:pt x="429" y="44"/>
                </a:lnTo>
                <a:lnTo>
                  <a:pt x="429" y="45"/>
                </a:lnTo>
                <a:lnTo>
                  <a:pt x="429" y="46"/>
                </a:lnTo>
                <a:lnTo>
                  <a:pt x="430" y="46"/>
                </a:lnTo>
                <a:lnTo>
                  <a:pt x="430" y="47"/>
                </a:lnTo>
                <a:lnTo>
                  <a:pt x="431" y="47"/>
                </a:lnTo>
                <a:lnTo>
                  <a:pt x="432" y="47"/>
                </a:lnTo>
                <a:lnTo>
                  <a:pt x="432" y="46"/>
                </a:lnTo>
                <a:lnTo>
                  <a:pt x="433" y="47"/>
                </a:lnTo>
                <a:lnTo>
                  <a:pt x="434" y="47"/>
                </a:lnTo>
                <a:lnTo>
                  <a:pt x="435" y="47"/>
                </a:lnTo>
                <a:lnTo>
                  <a:pt x="436" y="47"/>
                </a:lnTo>
                <a:lnTo>
                  <a:pt x="437" y="47"/>
                </a:lnTo>
                <a:lnTo>
                  <a:pt x="438" y="47"/>
                </a:lnTo>
                <a:lnTo>
                  <a:pt x="438" y="46"/>
                </a:lnTo>
                <a:lnTo>
                  <a:pt x="439" y="46"/>
                </a:lnTo>
                <a:lnTo>
                  <a:pt x="439" y="45"/>
                </a:lnTo>
                <a:lnTo>
                  <a:pt x="439" y="46"/>
                </a:lnTo>
                <a:lnTo>
                  <a:pt x="440" y="46"/>
                </a:lnTo>
                <a:lnTo>
                  <a:pt x="440" y="45"/>
                </a:lnTo>
                <a:lnTo>
                  <a:pt x="440" y="46"/>
                </a:lnTo>
                <a:lnTo>
                  <a:pt x="440" y="47"/>
                </a:lnTo>
                <a:lnTo>
                  <a:pt x="440" y="48"/>
                </a:lnTo>
                <a:lnTo>
                  <a:pt x="441" y="48"/>
                </a:lnTo>
                <a:lnTo>
                  <a:pt x="441" y="49"/>
                </a:lnTo>
                <a:lnTo>
                  <a:pt x="441" y="50"/>
                </a:lnTo>
                <a:lnTo>
                  <a:pt x="440" y="50"/>
                </a:lnTo>
                <a:lnTo>
                  <a:pt x="441" y="50"/>
                </a:lnTo>
                <a:lnTo>
                  <a:pt x="441" y="51"/>
                </a:lnTo>
                <a:lnTo>
                  <a:pt x="441" y="50"/>
                </a:lnTo>
                <a:lnTo>
                  <a:pt x="442" y="50"/>
                </a:lnTo>
                <a:lnTo>
                  <a:pt x="443" y="50"/>
                </a:lnTo>
                <a:lnTo>
                  <a:pt x="442" y="51"/>
                </a:lnTo>
                <a:lnTo>
                  <a:pt x="443" y="51"/>
                </a:lnTo>
                <a:lnTo>
                  <a:pt x="444" y="51"/>
                </a:lnTo>
                <a:lnTo>
                  <a:pt x="443" y="51"/>
                </a:lnTo>
                <a:lnTo>
                  <a:pt x="444" y="52"/>
                </a:lnTo>
                <a:lnTo>
                  <a:pt x="444" y="53"/>
                </a:lnTo>
                <a:lnTo>
                  <a:pt x="445" y="53"/>
                </a:lnTo>
                <a:lnTo>
                  <a:pt x="445" y="54"/>
                </a:lnTo>
                <a:lnTo>
                  <a:pt x="446" y="54"/>
                </a:lnTo>
                <a:lnTo>
                  <a:pt x="446" y="55"/>
                </a:lnTo>
                <a:lnTo>
                  <a:pt x="447" y="55"/>
                </a:lnTo>
                <a:lnTo>
                  <a:pt x="447" y="56"/>
                </a:lnTo>
                <a:lnTo>
                  <a:pt x="446" y="56"/>
                </a:lnTo>
                <a:lnTo>
                  <a:pt x="446" y="57"/>
                </a:lnTo>
                <a:lnTo>
                  <a:pt x="445" y="57"/>
                </a:lnTo>
                <a:lnTo>
                  <a:pt x="444" y="57"/>
                </a:lnTo>
                <a:lnTo>
                  <a:pt x="444" y="58"/>
                </a:lnTo>
                <a:lnTo>
                  <a:pt x="444" y="59"/>
                </a:lnTo>
                <a:lnTo>
                  <a:pt x="443" y="59"/>
                </a:lnTo>
                <a:lnTo>
                  <a:pt x="442" y="59"/>
                </a:lnTo>
                <a:lnTo>
                  <a:pt x="441" y="59"/>
                </a:lnTo>
                <a:lnTo>
                  <a:pt x="441" y="60"/>
                </a:lnTo>
                <a:lnTo>
                  <a:pt x="440" y="61"/>
                </a:lnTo>
                <a:lnTo>
                  <a:pt x="440" y="60"/>
                </a:lnTo>
                <a:lnTo>
                  <a:pt x="439" y="61"/>
                </a:lnTo>
                <a:lnTo>
                  <a:pt x="438" y="61"/>
                </a:lnTo>
                <a:lnTo>
                  <a:pt x="438" y="62"/>
                </a:lnTo>
                <a:lnTo>
                  <a:pt x="437" y="62"/>
                </a:lnTo>
                <a:lnTo>
                  <a:pt x="437" y="63"/>
                </a:lnTo>
                <a:lnTo>
                  <a:pt x="438" y="63"/>
                </a:lnTo>
                <a:lnTo>
                  <a:pt x="439" y="63"/>
                </a:lnTo>
                <a:lnTo>
                  <a:pt x="440" y="63"/>
                </a:lnTo>
                <a:lnTo>
                  <a:pt x="441" y="63"/>
                </a:lnTo>
                <a:lnTo>
                  <a:pt x="442" y="63"/>
                </a:lnTo>
                <a:lnTo>
                  <a:pt x="442" y="64"/>
                </a:lnTo>
                <a:lnTo>
                  <a:pt x="443" y="64"/>
                </a:lnTo>
                <a:lnTo>
                  <a:pt x="443" y="65"/>
                </a:lnTo>
                <a:lnTo>
                  <a:pt x="444" y="65"/>
                </a:lnTo>
                <a:lnTo>
                  <a:pt x="444" y="66"/>
                </a:lnTo>
                <a:lnTo>
                  <a:pt x="445" y="66"/>
                </a:lnTo>
                <a:lnTo>
                  <a:pt x="445" y="67"/>
                </a:lnTo>
                <a:lnTo>
                  <a:pt x="446" y="67"/>
                </a:lnTo>
                <a:lnTo>
                  <a:pt x="447" y="67"/>
                </a:lnTo>
                <a:lnTo>
                  <a:pt x="447" y="68"/>
                </a:lnTo>
                <a:lnTo>
                  <a:pt x="447" y="69"/>
                </a:lnTo>
                <a:lnTo>
                  <a:pt x="448" y="69"/>
                </a:lnTo>
                <a:lnTo>
                  <a:pt x="448" y="70"/>
                </a:lnTo>
                <a:lnTo>
                  <a:pt x="448" y="71"/>
                </a:lnTo>
                <a:lnTo>
                  <a:pt x="447" y="71"/>
                </a:lnTo>
                <a:lnTo>
                  <a:pt x="447" y="72"/>
                </a:lnTo>
                <a:lnTo>
                  <a:pt x="446" y="72"/>
                </a:lnTo>
                <a:lnTo>
                  <a:pt x="447" y="72"/>
                </a:lnTo>
                <a:lnTo>
                  <a:pt x="447" y="73"/>
                </a:lnTo>
                <a:lnTo>
                  <a:pt x="447" y="74"/>
                </a:lnTo>
                <a:lnTo>
                  <a:pt x="446" y="74"/>
                </a:lnTo>
                <a:lnTo>
                  <a:pt x="446" y="75"/>
                </a:lnTo>
                <a:lnTo>
                  <a:pt x="445" y="75"/>
                </a:lnTo>
                <a:lnTo>
                  <a:pt x="445" y="76"/>
                </a:lnTo>
                <a:lnTo>
                  <a:pt x="445" y="75"/>
                </a:lnTo>
                <a:lnTo>
                  <a:pt x="444" y="75"/>
                </a:lnTo>
                <a:lnTo>
                  <a:pt x="443" y="75"/>
                </a:lnTo>
                <a:lnTo>
                  <a:pt x="442" y="75"/>
                </a:lnTo>
                <a:lnTo>
                  <a:pt x="441" y="75"/>
                </a:lnTo>
                <a:lnTo>
                  <a:pt x="441" y="76"/>
                </a:lnTo>
                <a:lnTo>
                  <a:pt x="440" y="76"/>
                </a:lnTo>
                <a:lnTo>
                  <a:pt x="440" y="77"/>
                </a:lnTo>
                <a:lnTo>
                  <a:pt x="440" y="78"/>
                </a:lnTo>
                <a:lnTo>
                  <a:pt x="440" y="79"/>
                </a:lnTo>
                <a:lnTo>
                  <a:pt x="440" y="80"/>
                </a:lnTo>
                <a:lnTo>
                  <a:pt x="440" y="81"/>
                </a:lnTo>
                <a:lnTo>
                  <a:pt x="439" y="81"/>
                </a:lnTo>
                <a:lnTo>
                  <a:pt x="439" y="82"/>
                </a:lnTo>
                <a:lnTo>
                  <a:pt x="438" y="82"/>
                </a:lnTo>
                <a:lnTo>
                  <a:pt x="437" y="82"/>
                </a:lnTo>
                <a:lnTo>
                  <a:pt x="437" y="83"/>
                </a:lnTo>
                <a:lnTo>
                  <a:pt x="437" y="84"/>
                </a:lnTo>
                <a:lnTo>
                  <a:pt x="437" y="85"/>
                </a:lnTo>
                <a:lnTo>
                  <a:pt x="436" y="85"/>
                </a:lnTo>
                <a:lnTo>
                  <a:pt x="436" y="86"/>
                </a:lnTo>
                <a:lnTo>
                  <a:pt x="436" y="87"/>
                </a:lnTo>
                <a:lnTo>
                  <a:pt x="435" y="87"/>
                </a:lnTo>
                <a:lnTo>
                  <a:pt x="435" y="88"/>
                </a:lnTo>
                <a:lnTo>
                  <a:pt x="435" y="89"/>
                </a:lnTo>
                <a:lnTo>
                  <a:pt x="436" y="89"/>
                </a:lnTo>
                <a:lnTo>
                  <a:pt x="436" y="90"/>
                </a:lnTo>
                <a:lnTo>
                  <a:pt x="436" y="91"/>
                </a:lnTo>
                <a:lnTo>
                  <a:pt x="436" y="90"/>
                </a:lnTo>
                <a:lnTo>
                  <a:pt x="437" y="90"/>
                </a:lnTo>
                <a:lnTo>
                  <a:pt x="438" y="90"/>
                </a:lnTo>
                <a:lnTo>
                  <a:pt x="438" y="91"/>
                </a:lnTo>
                <a:lnTo>
                  <a:pt x="438" y="92"/>
                </a:lnTo>
                <a:lnTo>
                  <a:pt x="439" y="92"/>
                </a:lnTo>
                <a:lnTo>
                  <a:pt x="438" y="92"/>
                </a:lnTo>
                <a:lnTo>
                  <a:pt x="439" y="92"/>
                </a:lnTo>
                <a:lnTo>
                  <a:pt x="439" y="93"/>
                </a:lnTo>
                <a:lnTo>
                  <a:pt x="440" y="93"/>
                </a:lnTo>
                <a:lnTo>
                  <a:pt x="440" y="92"/>
                </a:lnTo>
                <a:lnTo>
                  <a:pt x="441" y="92"/>
                </a:lnTo>
                <a:lnTo>
                  <a:pt x="441" y="91"/>
                </a:lnTo>
                <a:lnTo>
                  <a:pt x="442" y="91"/>
                </a:lnTo>
                <a:lnTo>
                  <a:pt x="442" y="92"/>
                </a:lnTo>
                <a:lnTo>
                  <a:pt x="443" y="92"/>
                </a:lnTo>
                <a:lnTo>
                  <a:pt x="443" y="93"/>
                </a:lnTo>
                <a:lnTo>
                  <a:pt x="442" y="93"/>
                </a:lnTo>
                <a:lnTo>
                  <a:pt x="442" y="94"/>
                </a:lnTo>
                <a:lnTo>
                  <a:pt x="443" y="94"/>
                </a:lnTo>
                <a:lnTo>
                  <a:pt x="442" y="94"/>
                </a:lnTo>
                <a:lnTo>
                  <a:pt x="442" y="95"/>
                </a:lnTo>
                <a:lnTo>
                  <a:pt x="443" y="95"/>
                </a:lnTo>
                <a:lnTo>
                  <a:pt x="442" y="95"/>
                </a:lnTo>
                <a:lnTo>
                  <a:pt x="442" y="96"/>
                </a:lnTo>
                <a:lnTo>
                  <a:pt x="442" y="97"/>
                </a:lnTo>
                <a:lnTo>
                  <a:pt x="441" y="97"/>
                </a:lnTo>
                <a:lnTo>
                  <a:pt x="440" y="97"/>
                </a:lnTo>
                <a:lnTo>
                  <a:pt x="440" y="98"/>
                </a:lnTo>
                <a:lnTo>
                  <a:pt x="440" y="99"/>
                </a:lnTo>
                <a:lnTo>
                  <a:pt x="441" y="101"/>
                </a:lnTo>
                <a:lnTo>
                  <a:pt x="440" y="101"/>
                </a:lnTo>
                <a:lnTo>
                  <a:pt x="440" y="102"/>
                </a:lnTo>
                <a:lnTo>
                  <a:pt x="441" y="103"/>
                </a:lnTo>
                <a:lnTo>
                  <a:pt x="442" y="103"/>
                </a:lnTo>
                <a:lnTo>
                  <a:pt x="442" y="104"/>
                </a:lnTo>
                <a:lnTo>
                  <a:pt x="441" y="104"/>
                </a:lnTo>
                <a:lnTo>
                  <a:pt x="442" y="104"/>
                </a:lnTo>
                <a:lnTo>
                  <a:pt x="442" y="105"/>
                </a:lnTo>
                <a:lnTo>
                  <a:pt x="442" y="106"/>
                </a:lnTo>
                <a:lnTo>
                  <a:pt x="442" y="107"/>
                </a:lnTo>
                <a:lnTo>
                  <a:pt x="442" y="108"/>
                </a:lnTo>
                <a:lnTo>
                  <a:pt x="443" y="108"/>
                </a:lnTo>
                <a:lnTo>
                  <a:pt x="444" y="108"/>
                </a:lnTo>
                <a:lnTo>
                  <a:pt x="444" y="107"/>
                </a:lnTo>
                <a:lnTo>
                  <a:pt x="444" y="106"/>
                </a:lnTo>
                <a:lnTo>
                  <a:pt x="445" y="106"/>
                </a:lnTo>
                <a:lnTo>
                  <a:pt x="446" y="106"/>
                </a:lnTo>
                <a:lnTo>
                  <a:pt x="446" y="107"/>
                </a:lnTo>
                <a:lnTo>
                  <a:pt x="445" y="107"/>
                </a:lnTo>
                <a:lnTo>
                  <a:pt x="445" y="108"/>
                </a:lnTo>
                <a:lnTo>
                  <a:pt x="446" y="108"/>
                </a:lnTo>
                <a:lnTo>
                  <a:pt x="446" y="109"/>
                </a:lnTo>
                <a:lnTo>
                  <a:pt x="446" y="110"/>
                </a:lnTo>
                <a:lnTo>
                  <a:pt x="447" y="110"/>
                </a:lnTo>
                <a:lnTo>
                  <a:pt x="447" y="111"/>
                </a:lnTo>
                <a:lnTo>
                  <a:pt x="447" y="110"/>
                </a:lnTo>
                <a:lnTo>
                  <a:pt x="448" y="110"/>
                </a:lnTo>
                <a:lnTo>
                  <a:pt x="449" y="110"/>
                </a:lnTo>
                <a:lnTo>
                  <a:pt x="449" y="109"/>
                </a:lnTo>
                <a:lnTo>
                  <a:pt x="449" y="108"/>
                </a:lnTo>
                <a:lnTo>
                  <a:pt x="449" y="107"/>
                </a:lnTo>
                <a:lnTo>
                  <a:pt x="450" y="107"/>
                </a:lnTo>
                <a:lnTo>
                  <a:pt x="451" y="107"/>
                </a:lnTo>
                <a:lnTo>
                  <a:pt x="451" y="106"/>
                </a:lnTo>
                <a:lnTo>
                  <a:pt x="451" y="107"/>
                </a:lnTo>
                <a:lnTo>
                  <a:pt x="452" y="107"/>
                </a:lnTo>
                <a:lnTo>
                  <a:pt x="452" y="106"/>
                </a:lnTo>
                <a:lnTo>
                  <a:pt x="453" y="106"/>
                </a:lnTo>
                <a:lnTo>
                  <a:pt x="454" y="106"/>
                </a:lnTo>
                <a:lnTo>
                  <a:pt x="455" y="107"/>
                </a:lnTo>
                <a:lnTo>
                  <a:pt x="456" y="107"/>
                </a:lnTo>
                <a:lnTo>
                  <a:pt x="456" y="108"/>
                </a:lnTo>
                <a:lnTo>
                  <a:pt x="455" y="109"/>
                </a:lnTo>
                <a:lnTo>
                  <a:pt x="456" y="110"/>
                </a:lnTo>
                <a:lnTo>
                  <a:pt x="457" y="110"/>
                </a:lnTo>
                <a:lnTo>
                  <a:pt x="457" y="111"/>
                </a:lnTo>
                <a:lnTo>
                  <a:pt x="457" y="110"/>
                </a:lnTo>
                <a:lnTo>
                  <a:pt x="458" y="110"/>
                </a:lnTo>
                <a:lnTo>
                  <a:pt x="459" y="110"/>
                </a:lnTo>
                <a:lnTo>
                  <a:pt x="459" y="111"/>
                </a:lnTo>
                <a:lnTo>
                  <a:pt x="459" y="112"/>
                </a:lnTo>
                <a:lnTo>
                  <a:pt x="459" y="113"/>
                </a:lnTo>
                <a:lnTo>
                  <a:pt x="460" y="113"/>
                </a:lnTo>
                <a:lnTo>
                  <a:pt x="461" y="113"/>
                </a:lnTo>
                <a:lnTo>
                  <a:pt x="462" y="113"/>
                </a:lnTo>
                <a:lnTo>
                  <a:pt x="463" y="113"/>
                </a:lnTo>
                <a:lnTo>
                  <a:pt x="463" y="112"/>
                </a:lnTo>
                <a:lnTo>
                  <a:pt x="464" y="112"/>
                </a:lnTo>
                <a:lnTo>
                  <a:pt x="465" y="112"/>
                </a:lnTo>
                <a:lnTo>
                  <a:pt x="465" y="111"/>
                </a:lnTo>
                <a:lnTo>
                  <a:pt x="465" y="112"/>
                </a:lnTo>
                <a:lnTo>
                  <a:pt x="466" y="113"/>
                </a:lnTo>
                <a:lnTo>
                  <a:pt x="465" y="113"/>
                </a:lnTo>
                <a:lnTo>
                  <a:pt x="466" y="113"/>
                </a:lnTo>
                <a:lnTo>
                  <a:pt x="465" y="114"/>
                </a:lnTo>
                <a:lnTo>
                  <a:pt x="465" y="115"/>
                </a:lnTo>
                <a:lnTo>
                  <a:pt x="466" y="115"/>
                </a:lnTo>
                <a:lnTo>
                  <a:pt x="466" y="116"/>
                </a:lnTo>
                <a:lnTo>
                  <a:pt x="467" y="116"/>
                </a:lnTo>
                <a:lnTo>
                  <a:pt x="467" y="117"/>
                </a:lnTo>
                <a:lnTo>
                  <a:pt x="466" y="117"/>
                </a:lnTo>
                <a:lnTo>
                  <a:pt x="466" y="118"/>
                </a:lnTo>
                <a:lnTo>
                  <a:pt x="466" y="119"/>
                </a:lnTo>
                <a:lnTo>
                  <a:pt x="467" y="120"/>
                </a:lnTo>
                <a:lnTo>
                  <a:pt x="467" y="121"/>
                </a:lnTo>
                <a:lnTo>
                  <a:pt x="467" y="122"/>
                </a:lnTo>
                <a:lnTo>
                  <a:pt x="468" y="122"/>
                </a:lnTo>
                <a:lnTo>
                  <a:pt x="468" y="123"/>
                </a:lnTo>
                <a:lnTo>
                  <a:pt x="468" y="122"/>
                </a:lnTo>
                <a:lnTo>
                  <a:pt x="469" y="121"/>
                </a:lnTo>
                <a:lnTo>
                  <a:pt x="470" y="121"/>
                </a:lnTo>
                <a:lnTo>
                  <a:pt x="471" y="121"/>
                </a:lnTo>
                <a:lnTo>
                  <a:pt x="471" y="122"/>
                </a:lnTo>
                <a:lnTo>
                  <a:pt x="471" y="123"/>
                </a:lnTo>
                <a:lnTo>
                  <a:pt x="471" y="124"/>
                </a:lnTo>
                <a:lnTo>
                  <a:pt x="470" y="124"/>
                </a:lnTo>
                <a:lnTo>
                  <a:pt x="470" y="125"/>
                </a:lnTo>
                <a:lnTo>
                  <a:pt x="471" y="125"/>
                </a:lnTo>
                <a:lnTo>
                  <a:pt x="472" y="125"/>
                </a:lnTo>
                <a:lnTo>
                  <a:pt x="472" y="126"/>
                </a:lnTo>
                <a:lnTo>
                  <a:pt x="473" y="127"/>
                </a:lnTo>
                <a:lnTo>
                  <a:pt x="472" y="127"/>
                </a:lnTo>
                <a:lnTo>
                  <a:pt x="473" y="128"/>
                </a:lnTo>
                <a:lnTo>
                  <a:pt x="473" y="127"/>
                </a:lnTo>
                <a:lnTo>
                  <a:pt x="474" y="127"/>
                </a:lnTo>
                <a:lnTo>
                  <a:pt x="474" y="126"/>
                </a:lnTo>
                <a:lnTo>
                  <a:pt x="475" y="126"/>
                </a:lnTo>
                <a:lnTo>
                  <a:pt x="475" y="127"/>
                </a:lnTo>
                <a:lnTo>
                  <a:pt x="476" y="127"/>
                </a:lnTo>
                <a:lnTo>
                  <a:pt x="476" y="128"/>
                </a:lnTo>
                <a:lnTo>
                  <a:pt x="476" y="129"/>
                </a:lnTo>
                <a:lnTo>
                  <a:pt x="475" y="130"/>
                </a:lnTo>
                <a:lnTo>
                  <a:pt x="476" y="130"/>
                </a:lnTo>
                <a:lnTo>
                  <a:pt x="476" y="131"/>
                </a:lnTo>
                <a:lnTo>
                  <a:pt x="476" y="132"/>
                </a:lnTo>
                <a:lnTo>
                  <a:pt x="477" y="132"/>
                </a:lnTo>
                <a:lnTo>
                  <a:pt x="476" y="132"/>
                </a:lnTo>
                <a:lnTo>
                  <a:pt x="477" y="133"/>
                </a:lnTo>
                <a:lnTo>
                  <a:pt x="477" y="134"/>
                </a:lnTo>
                <a:lnTo>
                  <a:pt x="478" y="133"/>
                </a:lnTo>
                <a:lnTo>
                  <a:pt x="479" y="134"/>
                </a:lnTo>
                <a:lnTo>
                  <a:pt x="479" y="133"/>
                </a:lnTo>
                <a:lnTo>
                  <a:pt x="480" y="133"/>
                </a:lnTo>
                <a:lnTo>
                  <a:pt x="481" y="133"/>
                </a:lnTo>
                <a:lnTo>
                  <a:pt x="481" y="132"/>
                </a:lnTo>
                <a:lnTo>
                  <a:pt x="482" y="133"/>
                </a:lnTo>
                <a:lnTo>
                  <a:pt x="482" y="134"/>
                </a:lnTo>
                <a:lnTo>
                  <a:pt x="483" y="134"/>
                </a:lnTo>
                <a:lnTo>
                  <a:pt x="484" y="134"/>
                </a:lnTo>
                <a:lnTo>
                  <a:pt x="484" y="133"/>
                </a:lnTo>
                <a:lnTo>
                  <a:pt x="484" y="134"/>
                </a:lnTo>
                <a:lnTo>
                  <a:pt x="484" y="135"/>
                </a:lnTo>
                <a:lnTo>
                  <a:pt x="484" y="136"/>
                </a:lnTo>
                <a:lnTo>
                  <a:pt x="484" y="137"/>
                </a:lnTo>
                <a:lnTo>
                  <a:pt x="483" y="138"/>
                </a:lnTo>
                <a:lnTo>
                  <a:pt x="483" y="139"/>
                </a:lnTo>
                <a:lnTo>
                  <a:pt x="484" y="139"/>
                </a:lnTo>
                <a:lnTo>
                  <a:pt x="484" y="140"/>
                </a:lnTo>
                <a:lnTo>
                  <a:pt x="484" y="141"/>
                </a:lnTo>
                <a:lnTo>
                  <a:pt x="484" y="142"/>
                </a:lnTo>
                <a:lnTo>
                  <a:pt x="484" y="143"/>
                </a:lnTo>
                <a:lnTo>
                  <a:pt x="484" y="144"/>
                </a:lnTo>
                <a:lnTo>
                  <a:pt x="483" y="144"/>
                </a:lnTo>
                <a:lnTo>
                  <a:pt x="484" y="144"/>
                </a:lnTo>
                <a:lnTo>
                  <a:pt x="484" y="145"/>
                </a:lnTo>
                <a:lnTo>
                  <a:pt x="483" y="145"/>
                </a:lnTo>
                <a:lnTo>
                  <a:pt x="483" y="146"/>
                </a:lnTo>
                <a:lnTo>
                  <a:pt x="483" y="147"/>
                </a:lnTo>
                <a:lnTo>
                  <a:pt x="482" y="147"/>
                </a:lnTo>
                <a:lnTo>
                  <a:pt x="481" y="147"/>
                </a:lnTo>
                <a:lnTo>
                  <a:pt x="481" y="148"/>
                </a:lnTo>
                <a:lnTo>
                  <a:pt x="481" y="149"/>
                </a:lnTo>
                <a:lnTo>
                  <a:pt x="482" y="150"/>
                </a:lnTo>
                <a:lnTo>
                  <a:pt x="482" y="151"/>
                </a:lnTo>
                <a:lnTo>
                  <a:pt x="482" y="152"/>
                </a:lnTo>
                <a:lnTo>
                  <a:pt x="482" y="153"/>
                </a:lnTo>
                <a:lnTo>
                  <a:pt x="482" y="154"/>
                </a:lnTo>
                <a:lnTo>
                  <a:pt x="481" y="155"/>
                </a:lnTo>
                <a:lnTo>
                  <a:pt x="482" y="156"/>
                </a:lnTo>
                <a:lnTo>
                  <a:pt x="482" y="157"/>
                </a:lnTo>
                <a:lnTo>
                  <a:pt x="481" y="158"/>
                </a:lnTo>
                <a:lnTo>
                  <a:pt x="481" y="159"/>
                </a:lnTo>
                <a:lnTo>
                  <a:pt x="480" y="159"/>
                </a:lnTo>
                <a:lnTo>
                  <a:pt x="479" y="159"/>
                </a:lnTo>
                <a:lnTo>
                  <a:pt x="480" y="159"/>
                </a:lnTo>
                <a:lnTo>
                  <a:pt x="480" y="160"/>
                </a:lnTo>
                <a:lnTo>
                  <a:pt x="479" y="160"/>
                </a:lnTo>
                <a:lnTo>
                  <a:pt x="479" y="161"/>
                </a:lnTo>
                <a:lnTo>
                  <a:pt x="478" y="161"/>
                </a:lnTo>
                <a:lnTo>
                  <a:pt x="478" y="162"/>
                </a:lnTo>
                <a:lnTo>
                  <a:pt x="479" y="163"/>
                </a:lnTo>
                <a:lnTo>
                  <a:pt x="479" y="164"/>
                </a:lnTo>
                <a:lnTo>
                  <a:pt x="480" y="164"/>
                </a:lnTo>
                <a:lnTo>
                  <a:pt x="480" y="163"/>
                </a:lnTo>
                <a:lnTo>
                  <a:pt x="481" y="164"/>
                </a:lnTo>
                <a:lnTo>
                  <a:pt x="482" y="164"/>
                </a:lnTo>
                <a:lnTo>
                  <a:pt x="483" y="164"/>
                </a:lnTo>
                <a:lnTo>
                  <a:pt x="483" y="165"/>
                </a:lnTo>
                <a:lnTo>
                  <a:pt x="483" y="166"/>
                </a:lnTo>
                <a:lnTo>
                  <a:pt x="484" y="166"/>
                </a:lnTo>
                <a:lnTo>
                  <a:pt x="484" y="167"/>
                </a:lnTo>
                <a:lnTo>
                  <a:pt x="485" y="167"/>
                </a:lnTo>
                <a:lnTo>
                  <a:pt x="486" y="168"/>
                </a:lnTo>
                <a:lnTo>
                  <a:pt x="487" y="168"/>
                </a:lnTo>
                <a:lnTo>
                  <a:pt x="488" y="168"/>
                </a:lnTo>
                <a:lnTo>
                  <a:pt x="489" y="168"/>
                </a:lnTo>
                <a:lnTo>
                  <a:pt x="489" y="169"/>
                </a:lnTo>
                <a:lnTo>
                  <a:pt x="490" y="169"/>
                </a:lnTo>
                <a:lnTo>
                  <a:pt x="490" y="170"/>
                </a:lnTo>
                <a:lnTo>
                  <a:pt x="490" y="171"/>
                </a:lnTo>
                <a:lnTo>
                  <a:pt x="489" y="171"/>
                </a:lnTo>
                <a:lnTo>
                  <a:pt x="489" y="172"/>
                </a:lnTo>
                <a:lnTo>
                  <a:pt x="488" y="172"/>
                </a:lnTo>
                <a:lnTo>
                  <a:pt x="488" y="173"/>
                </a:lnTo>
                <a:lnTo>
                  <a:pt x="487" y="173"/>
                </a:lnTo>
                <a:lnTo>
                  <a:pt x="487" y="174"/>
                </a:lnTo>
                <a:lnTo>
                  <a:pt x="488" y="175"/>
                </a:lnTo>
                <a:lnTo>
                  <a:pt x="489" y="176"/>
                </a:lnTo>
                <a:lnTo>
                  <a:pt x="489" y="177"/>
                </a:lnTo>
                <a:lnTo>
                  <a:pt x="490" y="178"/>
                </a:lnTo>
                <a:lnTo>
                  <a:pt x="491" y="178"/>
                </a:lnTo>
                <a:lnTo>
                  <a:pt x="492" y="178"/>
                </a:lnTo>
                <a:lnTo>
                  <a:pt x="493" y="178"/>
                </a:lnTo>
                <a:lnTo>
                  <a:pt x="493" y="179"/>
                </a:lnTo>
                <a:lnTo>
                  <a:pt x="493" y="180"/>
                </a:lnTo>
                <a:lnTo>
                  <a:pt x="494" y="180"/>
                </a:lnTo>
                <a:lnTo>
                  <a:pt x="493" y="181"/>
                </a:lnTo>
                <a:lnTo>
                  <a:pt x="493" y="182"/>
                </a:lnTo>
                <a:lnTo>
                  <a:pt x="494" y="182"/>
                </a:lnTo>
                <a:lnTo>
                  <a:pt x="494" y="183"/>
                </a:lnTo>
                <a:lnTo>
                  <a:pt x="493" y="183"/>
                </a:lnTo>
                <a:lnTo>
                  <a:pt x="493" y="184"/>
                </a:lnTo>
                <a:lnTo>
                  <a:pt x="492" y="183"/>
                </a:lnTo>
                <a:lnTo>
                  <a:pt x="492" y="184"/>
                </a:lnTo>
                <a:lnTo>
                  <a:pt x="493" y="184"/>
                </a:lnTo>
                <a:lnTo>
                  <a:pt x="492" y="184"/>
                </a:lnTo>
                <a:lnTo>
                  <a:pt x="492" y="185"/>
                </a:lnTo>
                <a:lnTo>
                  <a:pt x="493" y="184"/>
                </a:lnTo>
                <a:lnTo>
                  <a:pt x="493" y="185"/>
                </a:lnTo>
                <a:lnTo>
                  <a:pt x="493" y="186"/>
                </a:lnTo>
                <a:lnTo>
                  <a:pt x="492" y="186"/>
                </a:lnTo>
                <a:lnTo>
                  <a:pt x="492" y="187"/>
                </a:lnTo>
                <a:lnTo>
                  <a:pt x="491" y="187"/>
                </a:lnTo>
                <a:lnTo>
                  <a:pt x="491" y="188"/>
                </a:lnTo>
                <a:lnTo>
                  <a:pt x="490" y="188"/>
                </a:lnTo>
                <a:lnTo>
                  <a:pt x="490" y="189"/>
                </a:lnTo>
                <a:lnTo>
                  <a:pt x="489" y="189"/>
                </a:lnTo>
                <a:lnTo>
                  <a:pt x="488" y="189"/>
                </a:lnTo>
                <a:lnTo>
                  <a:pt x="488" y="190"/>
                </a:lnTo>
                <a:lnTo>
                  <a:pt x="488" y="191"/>
                </a:lnTo>
                <a:lnTo>
                  <a:pt x="487" y="191"/>
                </a:lnTo>
                <a:lnTo>
                  <a:pt x="487" y="192"/>
                </a:lnTo>
                <a:lnTo>
                  <a:pt x="487" y="193"/>
                </a:lnTo>
                <a:lnTo>
                  <a:pt x="486" y="193"/>
                </a:lnTo>
                <a:lnTo>
                  <a:pt x="485" y="193"/>
                </a:lnTo>
                <a:lnTo>
                  <a:pt x="484" y="193"/>
                </a:lnTo>
                <a:lnTo>
                  <a:pt x="483" y="193"/>
                </a:lnTo>
                <a:lnTo>
                  <a:pt x="483" y="194"/>
                </a:lnTo>
                <a:lnTo>
                  <a:pt x="482" y="195"/>
                </a:lnTo>
                <a:lnTo>
                  <a:pt x="482" y="196"/>
                </a:lnTo>
                <a:lnTo>
                  <a:pt x="481" y="197"/>
                </a:lnTo>
                <a:lnTo>
                  <a:pt x="480" y="197"/>
                </a:lnTo>
                <a:lnTo>
                  <a:pt x="480" y="198"/>
                </a:lnTo>
                <a:lnTo>
                  <a:pt x="480" y="199"/>
                </a:lnTo>
                <a:lnTo>
                  <a:pt x="480" y="200"/>
                </a:lnTo>
                <a:lnTo>
                  <a:pt x="479" y="200"/>
                </a:lnTo>
                <a:lnTo>
                  <a:pt x="478" y="200"/>
                </a:lnTo>
                <a:lnTo>
                  <a:pt x="477" y="201"/>
                </a:lnTo>
                <a:lnTo>
                  <a:pt x="476" y="201"/>
                </a:lnTo>
                <a:lnTo>
                  <a:pt x="475" y="201"/>
                </a:lnTo>
                <a:lnTo>
                  <a:pt x="474" y="201"/>
                </a:lnTo>
                <a:lnTo>
                  <a:pt x="472" y="201"/>
                </a:lnTo>
                <a:lnTo>
                  <a:pt x="471" y="201"/>
                </a:lnTo>
                <a:lnTo>
                  <a:pt x="471" y="202"/>
                </a:lnTo>
                <a:lnTo>
                  <a:pt x="470" y="202"/>
                </a:lnTo>
                <a:lnTo>
                  <a:pt x="470" y="201"/>
                </a:lnTo>
                <a:lnTo>
                  <a:pt x="470" y="202"/>
                </a:lnTo>
                <a:lnTo>
                  <a:pt x="469" y="202"/>
                </a:lnTo>
                <a:lnTo>
                  <a:pt x="470" y="203"/>
                </a:lnTo>
                <a:lnTo>
                  <a:pt x="470" y="204"/>
                </a:lnTo>
                <a:lnTo>
                  <a:pt x="471" y="204"/>
                </a:lnTo>
                <a:lnTo>
                  <a:pt x="471" y="205"/>
                </a:lnTo>
                <a:lnTo>
                  <a:pt x="471" y="206"/>
                </a:lnTo>
                <a:lnTo>
                  <a:pt x="472" y="206"/>
                </a:lnTo>
                <a:lnTo>
                  <a:pt x="472" y="207"/>
                </a:lnTo>
                <a:lnTo>
                  <a:pt x="472" y="208"/>
                </a:lnTo>
                <a:lnTo>
                  <a:pt x="472" y="209"/>
                </a:lnTo>
                <a:lnTo>
                  <a:pt x="473" y="209"/>
                </a:lnTo>
                <a:lnTo>
                  <a:pt x="473" y="210"/>
                </a:lnTo>
                <a:lnTo>
                  <a:pt x="472" y="210"/>
                </a:lnTo>
                <a:lnTo>
                  <a:pt x="473" y="210"/>
                </a:lnTo>
                <a:lnTo>
                  <a:pt x="473" y="211"/>
                </a:lnTo>
                <a:lnTo>
                  <a:pt x="474" y="211"/>
                </a:lnTo>
                <a:lnTo>
                  <a:pt x="474" y="212"/>
                </a:lnTo>
                <a:lnTo>
                  <a:pt x="474" y="213"/>
                </a:lnTo>
                <a:lnTo>
                  <a:pt x="473" y="213"/>
                </a:lnTo>
                <a:lnTo>
                  <a:pt x="473" y="214"/>
                </a:lnTo>
                <a:lnTo>
                  <a:pt x="473" y="215"/>
                </a:lnTo>
                <a:lnTo>
                  <a:pt x="472" y="216"/>
                </a:lnTo>
                <a:lnTo>
                  <a:pt x="472" y="215"/>
                </a:lnTo>
                <a:lnTo>
                  <a:pt x="471" y="215"/>
                </a:lnTo>
                <a:lnTo>
                  <a:pt x="470" y="215"/>
                </a:lnTo>
                <a:lnTo>
                  <a:pt x="470" y="214"/>
                </a:lnTo>
                <a:lnTo>
                  <a:pt x="470" y="215"/>
                </a:lnTo>
                <a:lnTo>
                  <a:pt x="469" y="215"/>
                </a:lnTo>
                <a:lnTo>
                  <a:pt x="468" y="215"/>
                </a:lnTo>
                <a:lnTo>
                  <a:pt x="468" y="214"/>
                </a:lnTo>
                <a:lnTo>
                  <a:pt x="467" y="215"/>
                </a:lnTo>
                <a:lnTo>
                  <a:pt x="466" y="215"/>
                </a:lnTo>
                <a:lnTo>
                  <a:pt x="466" y="216"/>
                </a:lnTo>
                <a:lnTo>
                  <a:pt x="467" y="217"/>
                </a:lnTo>
                <a:lnTo>
                  <a:pt x="466" y="217"/>
                </a:lnTo>
                <a:lnTo>
                  <a:pt x="465" y="217"/>
                </a:lnTo>
                <a:lnTo>
                  <a:pt x="465" y="218"/>
                </a:lnTo>
                <a:lnTo>
                  <a:pt x="465" y="217"/>
                </a:lnTo>
                <a:lnTo>
                  <a:pt x="464" y="217"/>
                </a:lnTo>
                <a:lnTo>
                  <a:pt x="464" y="218"/>
                </a:lnTo>
                <a:lnTo>
                  <a:pt x="463" y="218"/>
                </a:lnTo>
                <a:lnTo>
                  <a:pt x="463" y="219"/>
                </a:lnTo>
                <a:lnTo>
                  <a:pt x="462" y="220"/>
                </a:lnTo>
                <a:lnTo>
                  <a:pt x="461" y="220"/>
                </a:lnTo>
                <a:lnTo>
                  <a:pt x="460" y="219"/>
                </a:lnTo>
                <a:lnTo>
                  <a:pt x="460" y="220"/>
                </a:lnTo>
                <a:lnTo>
                  <a:pt x="459" y="220"/>
                </a:lnTo>
                <a:lnTo>
                  <a:pt x="459" y="219"/>
                </a:lnTo>
                <a:lnTo>
                  <a:pt x="459" y="218"/>
                </a:lnTo>
                <a:lnTo>
                  <a:pt x="458" y="218"/>
                </a:lnTo>
                <a:lnTo>
                  <a:pt x="457" y="219"/>
                </a:lnTo>
                <a:lnTo>
                  <a:pt x="457" y="220"/>
                </a:lnTo>
                <a:lnTo>
                  <a:pt x="457" y="221"/>
                </a:lnTo>
                <a:lnTo>
                  <a:pt x="457" y="222"/>
                </a:lnTo>
                <a:lnTo>
                  <a:pt x="456" y="222"/>
                </a:lnTo>
                <a:lnTo>
                  <a:pt x="455" y="222"/>
                </a:lnTo>
                <a:lnTo>
                  <a:pt x="454" y="221"/>
                </a:lnTo>
                <a:lnTo>
                  <a:pt x="452" y="221"/>
                </a:lnTo>
                <a:lnTo>
                  <a:pt x="452" y="222"/>
                </a:lnTo>
                <a:lnTo>
                  <a:pt x="451" y="222"/>
                </a:lnTo>
                <a:lnTo>
                  <a:pt x="451" y="223"/>
                </a:lnTo>
                <a:lnTo>
                  <a:pt x="452" y="223"/>
                </a:lnTo>
                <a:lnTo>
                  <a:pt x="451" y="223"/>
                </a:lnTo>
                <a:lnTo>
                  <a:pt x="450" y="224"/>
                </a:lnTo>
                <a:lnTo>
                  <a:pt x="449" y="224"/>
                </a:lnTo>
                <a:lnTo>
                  <a:pt x="448" y="225"/>
                </a:lnTo>
                <a:lnTo>
                  <a:pt x="448" y="226"/>
                </a:lnTo>
                <a:lnTo>
                  <a:pt x="447" y="227"/>
                </a:lnTo>
                <a:lnTo>
                  <a:pt x="446" y="229"/>
                </a:lnTo>
                <a:lnTo>
                  <a:pt x="446" y="230"/>
                </a:lnTo>
                <a:lnTo>
                  <a:pt x="446" y="231"/>
                </a:lnTo>
                <a:lnTo>
                  <a:pt x="446" y="232"/>
                </a:lnTo>
                <a:lnTo>
                  <a:pt x="447" y="232"/>
                </a:lnTo>
                <a:lnTo>
                  <a:pt x="448" y="232"/>
                </a:lnTo>
                <a:lnTo>
                  <a:pt x="448" y="233"/>
                </a:lnTo>
                <a:lnTo>
                  <a:pt x="449" y="234"/>
                </a:lnTo>
                <a:lnTo>
                  <a:pt x="449" y="235"/>
                </a:lnTo>
                <a:lnTo>
                  <a:pt x="449" y="237"/>
                </a:lnTo>
                <a:lnTo>
                  <a:pt x="449" y="238"/>
                </a:lnTo>
                <a:lnTo>
                  <a:pt x="449" y="239"/>
                </a:lnTo>
                <a:lnTo>
                  <a:pt x="448" y="241"/>
                </a:lnTo>
                <a:lnTo>
                  <a:pt x="447" y="241"/>
                </a:lnTo>
                <a:lnTo>
                  <a:pt x="446" y="242"/>
                </a:lnTo>
                <a:lnTo>
                  <a:pt x="445" y="243"/>
                </a:lnTo>
                <a:lnTo>
                  <a:pt x="444" y="244"/>
                </a:lnTo>
                <a:lnTo>
                  <a:pt x="443" y="245"/>
                </a:lnTo>
                <a:lnTo>
                  <a:pt x="443" y="246"/>
                </a:lnTo>
                <a:lnTo>
                  <a:pt x="443" y="247"/>
                </a:lnTo>
                <a:lnTo>
                  <a:pt x="443" y="248"/>
                </a:lnTo>
                <a:lnTo>
                  <a:pt x="442" y="248"/>
                </a:lnTo>
                <a:lnTo>
                  <a:pt x="441" y="249"/>
                </a:lnTo>
                <a:lnTo>
                  <a:pt x="440" y="250"/>
                </a:lnTo>
                <a:lnTo>
                  <a:pt x="440" y="251"/>
                </a:lnTo>
                <a:lnTo>
                  <a:pt x="439" y="253"/>
                </a:lnTo>
                <a:lnTo>
                  <a:pt x="438" y="254"/>
                </a:lnTo>
                <a:lnTo>
                  <a:pt x="437" y="255"/>
                </a:lnTo>
                <a:lnTo>
                  <a:pt x="436" y="256"/>
                </a:lnTo>
                <a:lnTo>
                  <a:pt x="435" y="256"/>
                </a:lnTo>
                <a:lnTo>
                  <a:pt x="435" y="257"/>
                </a:lnTo>
                <a:lnTo>
                  <a:pt x="435" y="258"/>
                </a:lnTo>
                <a:lnTo>
                  <a:pt x="434" y="260"/>
                </a:lnTo>
                <a:lnTo>
                  <a:pt x="435" y="260"/>
                </a:lnTo>
                <a:lnTo>
                  <a:pt x="435" y="261"/>
                </a:lnTo>
                <a:lnTo>
                  <a:pt x="434" y="261"/>
                </a:lnTo>
                <a:lnTo>
                  <a:pt x="434" y="262"/>
                </a:lnTo>
                <a:lnTo>
                  <a:pt x="434" y="263"/>
                </a:lnTo>
                <a:lnTo>
                  <a:pt x="433" y="264"/>
                </a:lnTo>
                <a:lnTo>
                  <a:pt x="433" y="265"/>
                </a:lnTo>
                <a:lnTo>
                  <a:pt x="432" y="265"/>
                </a:lnTo>
                <a:lnTo>
                  <a:pt x="433" y="266"/>
                </a:lnTo>
                <a:lnTo>
                  <a:pt x="432" y="266"/>
                </a:lnTo>
                <a:lnTo>
                  <a:pt x="433" y="267"/>
                </a:lnTo>
                <a:lnTo>
                  <a:pt x="433" y="268"/>
                </a:lnTo>
                <a:lnTo>
                  <a:pt x="433" y="267"/>
                </a:lnTo>
                <a:lnTo>
                  <a:pt x="433" y="268"/>
                </a:lnTo>
                <a:lnTo>
                  <a:pt x="434" y="268"/>
                </a:lnTo>
                <a:lnTo>
                  <a:pt x="435" y="268"/>
                </a:lnTo>
                <a:lnTo>
                  <a:pt x="436" y="268"/>
                </a:lnTo>
                <a:lnTo>
                  <a:pt x="436" y="267"/>
                </a:lnTo>
                <a:lnTo>
                  <a:pt x="437" y="269"/>
                </a:lnTo>
                <a:lnTo>
                  <a:pt x="436" y="270"/>
                </a:lnTo>
                <a:lnTo>
                  <a:pt x="435" y="272"/>
                </a:lnTo>
                <a:lnTo>
                  <a:pt x="434" y="273"/>
                </a:lnTo>
                <a:lnTo>
                  <a:pt x="434" y="274"/>
                </a:lnTo>
                <a:lnTo>
                  <a:pt x="434" y="275"/>
                </a:lnTo>
                <a:lnTo>
                  <a:pt x="434" y="276"/>
                </a:lnTo>
                <a:lnTo>
                  <a:pt x="434" y="277"/>
                </a:lnTo>
                <a:lnTo>
                  <a:pt x="434" y="278"/>
                </a:lnTo>
                <a:lnTo>
                  <a:pt x="435" y="278"/>
                </a:lnTo>
                <a:lnTo>
                  <a:pt x="436" y="278"/>
                </a:lnTo>
                <a:lnTo>
                  <a:pt x="437" y="279"/>
                </a:lnTo>
                <a:lnTo>
                  <a:pt x="437" y="280"/>
                </a:lnTo>
                <a:lnTo>
                  <a:pt x="436" y="280"/>
                </a:lnTo>
                <a:lnTo>
                  <a:pt x="435" y="281"/>
                </a:lnTo>
                <a:lnTo>
                  <a:pt x="434" y="281"/>
                </a:lnTo>
                <a:lnTo>
                  <a:pt x="434" y="282"/>
                </a:lnTo>
                <a:lnTo>
                  <a:pt x="434" y="283"/>
                </a:lnTo>
                <a:lnTo>
                  <a:pt x="435" y="283"/>
                </a:lnTo>
                <a:lnTo>
                  <a:pt x="434" y="284"/>
                </a:lnTo>
                <a:lnTo>
                  <a:pt x="435" y="284"/>
                </a:lnTo>
                <a:lnTo>
                  <a:pt x="435" y="285"/>
                </a:lnTo>
                <a:lnTo>
                  <a:pt x="436" y="285"/>
                </a:lnTo>
                <a:lnTo>
                  <a:pt x="437" y="285"/>
                </a:lnTo>
                <a:lnTo>
                  <a:pt x="438" y="285"/>
                </a:lnTo>
                <a:lnTo>
                  <a:pt x="439" y="285"/>
                </a:lnTo>
                <a:lnTo>
                  <a:pt x="440" y="286"/>
                </a:lnTo>
                <a:lnTo>
                  <a:pt x="440" y="287"/>
                </a:lnTo>
                <a:lnTo>
                  <a:pt x="441" y="287"/>
                </a:lnTo>
                <a:lnTo>
                  <a:pt x="443" y="287"/>
                </a:lnTo>
                <a:lnTo>
                  <a:pt x="444" y="287"/>
                </a:lnTo>
                <a:lnTo>
                  <a:pt x="444" y="286"/>
                </a:lnTo>
                <a:lnTo>
                  <a:pt x="445" y="286"/>
                </a:lnTo>
                <a:lnTo>
                  <a:pt x="445" y="285"/>
                </a:lnTo>
                <a:lnTo>
                  <a:pt x="445" y="286"/>
                </a:lnTo>
                <a:lnTo>
                  <a:pt x="446" y="286"/>
                </a:lnTo>
                <a:lnTo>
                  <a:pt x="447" y="285"/>
                </a:lnTo>
                <a:lnTo>
                  <a:pt x="447" y="284"/>
                </a:lnTo>
                <a:lnTo>
                  <a:pt x="448" y="284"/>
                </a:lnTo>
                <a:lnTo>
                  <a:pt x="448" y="285"/>
                </a:lnTo>
                <a:lnTo>
                  <a:pt x="449" y="284"/>
                </a:lnTo>
                <a:lnTo>
                  <a:pt x="451" y="284"/>
                </a:lnTo>
                <a:lnTo>
                  <a:pt x="452" y="283"/>
                </a:lnTo>
                <a:lnTo>
                  <a:pt x="453" y="283"/>
                </a:lnTo>
                <a:lnTo>
                  <a:pt x="453" y="284"/>
                </a:lnTo>
                <a:lnTo>
                  <a:pt x="454" y="284"/>
                </a:lnTo>
                <a:lnTo>
                  <a:pt x="455" y="283"/>
                </a:lnTo>
                <a:lnTo>
                  <a:pt x="456" y="283"/>
                </a:lnTo>
                <a:lnTo>
                  <a:pt x="457" y="283"/>
                </a:lnTo>
                <a:lnTo>
                  <a:pt x="457" y="284"/>
                </a:lnTo>
                <a:lnTo>
                  <a:pt x="458" y="283"/>
                </a:lnTo>
                <a:lnTo>
                  <a:pt x="458" y="282"/>
                </a:lnTo>
                <a:lnTo>
                  <a:pt x="459" y="282"/>
                </a:lnTo>
                <a:lnTo>
                  <a:pt x="459" y="283"/>
                </a:lnTo>
                <a:lnTo>
                  <a:pt x="459" y="284"/>
                </a:lnTo>
                <a:lnTo>
                  <a:pt x="458" y="284"/>
                </a:lnTo>
                <a:lnTo>
                  <a:pt x="459" y="285"/>
                </a:lnTo>
                <a:lnTo>
                  <a:pt x="459" y="286"/>
                </a:lnTo>
                <a:lnTo>
                  <a:pt x="458" y="287"/>
                </a:lnTo>
                <a:lnTo>
                  <a:pt x="457" y="288"/>
                </a:lnTo>
                <a:lnTo>
                  <a:pt x="457" y="289"/>
                </a:lnTo>
                <a:lnTo>
                  <a:pt x="457" y="291"/>
                </a:lnTo>
                <a:lnTo>
                  <a:pt x="458" y="291"/>
                </a:lnTo>
                <a:lnTo>
                  <a:pt x="459" y="291"/>
                </a:lnTo>
                <a:lnTo>
                  <a:pt x="458" y="292"/>
                </a:lnTo>
                <a:lnTo>
                  <a:pt x="458" y="293"/>
                </a:lnTo>
                <a:lnTo>
                  <a:pt x="456" y="296"/>
                </a:lnTo>
                <a:lnTo>
                  <a:pt x="456" y="297"/>
                </a:lnTo>
                <a:lnTo>
                  <a:pt x="456" y="298"/>
                </a:lnTo>
                <a:lnTo>
                  <a:pt x="455" y="299"/>
                </a:lnTo>
                <a:lnTo>
                  <a:pt x="454" y="301"/>
                </a:lnTo>
                <a:lnTo>
                  <a:pt x="453" y="303"/>
                </a:lnTo>
                <a:lnTo>
                  <a:pt x="453" y="304"/>
                </a:lnTo>
                <a:lnTo>
                  <a:pt x="452" y="304"/>
                </a:lnTo>
                <a:lnTo>
                  <a:pt x="452" y="305"/>
                </a:lnTo>
                <a:lnTo>
                  <a:pt x="452" y="306"/>
                </a:lnTo>
                <a:lnTo>
                  <a:pt x="451" y="306"/>
                </a:lnTo>
                <a:lnTo>
                  <a:pt x="450" y="307"/>
                </a:lnTo>
                <a:lnTo>
                  <a:pt x="450" y="308"/>
                </a:lnTo>
                <a:lnTo>
                  <a:pt x="450" y="309"/>
                </a:lnTo>
                <a:lnTo>
                  <a:pt x="449" y="309"/>
                </a:lnTo>
                <a:lnTo>
                  <a:pt x="450" y="309"/>
                </a:lnTo>
                <a:lnTo>
                  <a:pt x="450" y="310"/>
                </a:lnTo>
                <a:lnTo>
                  <a:pt x="450" y="311"/>
                </a:lnTo>
                <a:lnTo>
                  <a:pt x="449" y="311"/>
                </a:lnTo>
                <a:lnTo>
                  <a:pt x="450" y="311"/>
                </a:lnTo>
                <a:lnTo>
                  <a:pt x="451" y="312"/>
                </a:lnTo>
                <a:lnTo>
                  <a:pt x="452" y="311"/>
                </a:lnTo>
                <a:lnTo>
                  <a:pt x="453" y="311"/>
                </a:lnTo>
                <a:lnTo>
                  <a:pt x="453" y="312"/>
                </a:lnTo>
                <a:lnTo>
                  <a:pt x="453" y="313"/>
                </a:lnTo>
                <a:lnTo>
                  <a:pt x="453" y="315"/>
                </a:lnTo>
                <a:lnTo>
                  <a:pt x="453" y="316"/>
                </a:lnTo>
                <a:lnTo>
                  <a:pt x="454" y="317"/>
                </a:lnTo>
                <a:lnTo>
                  <a:pt x="456" y="318"/>
                </a:lnTo>
                <a:lnTo>
                  <a:pt x="456" y="319"/>
                </a:lnTo>
                <a:lnTo>
                  <a:pt x="457" y="319"/>
                </a:lnTo>
                <a:lnTo>
                  <a:pt x="458" y="319"/>
                </a:lnTo>
                <a:lnTo>
                  <a:pt x="458" y="320"/>
                </a:lnTo>
                <a:lnTo>
                  <a:pt x="458" y="321"/>
                </a:lnTo>
                <a:lnTo>
                  <a:pt x="458" y="322"/>
                </a:lnTo>
                <a:lnTo>
                  <a:pt x="458" y="321"/>
                </a:lnTo>
                <a:lnTo>
                  <a:pt x="458" y="322"/>
                </a:lnTo>
                <a:lnTo>
                  <a:pt x="459" y="322"/>
                </a:lnTo>
                <a:lnTo>
                  <a:pt x="460" y="323"/>
                </a:lnTo>
                <a:lnTo>
                  <a:pt x="460" y="324"/>
                </a:lnTo>
                <a:lnTo>
                  <a:pt x="461" y="325"/>
                </a:lnTo>
                <a:lnTo>
                  <a:pt x="462" y="325"/>
                </a:lnTo>
                <a:lnTo>
                  <a:pt x="463" y="325"/>
                </a:lnTo>
                <a:lnTo>
                  <a:pt x="464" y="326"/>
                </a:lnTo>
                <a:lnTo>
                  <a:pt x="464" y="327"/>
                </a:lnTo>
                <a:lnTo>
                  <a:pt x="463" y="327"/>
                </a:lnTo>
                <a:lnTo>
                  <a:pt x="462" y="327"/>
                </a:lnTo>
                <a:lnTo>
                  <a:pt x="462" y="328"/>
                </a:lnTo>
                <a:lnTo>
                  <a:pt x="461" y="328"/>
                </a:lnTo>
                <a:lnTo>
                  <a:pt x="461" y="329"/>
                </a:lnTo>
                <a:lnTo>
                  <a:pt x="461" y="330"/>
                </a:lnTo>
                <a:lnTo>
                  <a:pt x="461" y="331"/>
                </a:lnTo>
                <a:lnTo>
                  <a:pt x="460" y="332"/>
                </a:lnTo>
                <a:lnTo>
                  <a:pt x="460" y="334"/>
                </a:lnTo>
                <a:lnTo>
                  <a:pt x="460" y="335"/>
                </a:lnTo>
                <a:lnTo>
                  <a:pt x="461" y="335"/>
                </a:lnTo>
                <a:lnTo>
                  <a:pt x="459" y="335"/>
                </a:lnTo>
                <a:lnTo>
                  <a:pt x="459" y="336"/>
                </a:lnTo>
                <a:lnTo>
                  <a:pt x="457" y="338"/>
                </a:lnTo>
                <a:lnTo>
                  <a:pt x="457" y="339"/>
                </a:lnTo>
                <a:lnTo>
                  <a:pt x="457" y="340"/>
                </a:lnTo>
                <a:lnTo>
                  <a:pt x="456" y="340"/>
                </a:lnTo>
                <a:lnTo>
                  <a:pt x="456" y="341"/>
                </a:lnTo>
                <a:lnTo>
                  <a:pt x="455" y="341"/>
                </a:lnTo>
                <a:lnTo>
                  <a:pt x="455" y="342"/>
                </a:lnTo>
                <a:lnTo>
                  <a:pt x="456" y="343"/>
                </a:lnTo>
                <a:lnTo>
                  <a:pt x="457" y="344"/>
                </a:lnTo>
                <a:lnTo>
                  <a:pt x="457" y="345"/>
                </a:lnTo>
                <a:lnTo>
                  <a:pt x="457" y="346"/>
                </a:lnTo>
                <a:lnTo>
                  <a:pt x="457" y="347"/>
                </a:lnTo>
                <a:lnTo>
                  <a:pt x="457" y="349"/>
                </a:lnTo>
                <a:lnTo>
                  <a:pt x="457" y="350"/>
                </a:lnTo>
                <a:lnTo>
                  <a:pt x="457" y="351"/>
                </a:lnTo>
                <a:lnTo>
                  <a:pt x="458" y="351"/>
                </a:lnTo>
                <a:lnTo>
                  <a:pt x="458" y="354"/>
                </a:lnTo>
                <a:lnTo>
                  <a:pt x="458" y="355"/>
                </a:lnTo>
                <a:lnTo>
                  <a:pt x="458" y="356"/>
                </a:lnTo>
                <a:lnTo>
                  <a:pt x="458" y="357"/>
                </a:lnTo>
                <a:lnTo>
                  <a:pt x="459" y="356"/>
                </a:lnTo>
                <a:lnTo>
                  <a:pt x="460" y="356"/>
                </a:lnTo>
                <a:lnTo>
                  <a:pt x="460" y="357"/>
                </a:lnTo>
                <a:lnTo>
                  <a:pt x="460" y="358"/>
                </a:lnTo>
                <a:lnTo>
                  <a:pt x="461" y="359"/>
                </a:lnTo>
                <a:lnTo>
                  <a:pt x="461" y="360"/>
                </a:lnTo>
                <a:lnTo>
                  <a:pt x="462" y="360"/>
                </a:lnTo>
                <a:lnTo>
                  <a:pt x="462" y="361"/>
                </a:lnTo>
                <a:lnTo>
                  <a:pt x="463" y="360"/>
                </a:lnTo>
                <a:lnTo>
                  <a:pt x="464" y="361"/>
                </a:lnTo>
                <a:lnTo>
                  <a:pt x="465" y="360"/>
                </a:lnTo>
                <a:lnTo>
                  <a:pt x="466" y="360"/>
                </a:lnTo>
                <a:lnTo>
                  <a:pt x="467" y="360"/>
                </a:lnTo>
                <a:lnTo>
                  <a:pt x="468" y="360"/>
                </a:lnTo>
                <a:lnTo>
                  <a:pt x="468" y="361"/>
                </a:lnTo>
                <a:lnTo>
                  <a:pt x="468" y="360"/>
                </a:lnTo>
                <a:lnTo>
                  <a:pt x="469" y="360"/>
                </a:lnTo>
                <a:lnTo>
                  <a:pt x="470" y="360"/>
                </a:lnTo>
                <a:lnTo>
                  <a:pt x="470" y="361"/>
                </a:lnTo>
                <a:lnTo>
                  <a:pt x="471" y="361"/>
                </a:lnTo>
                <a:lnTo>
                  <a:pt x="471" y="362"/>
                </a:lnTo>
                <a:lnTo>
                  <a:pt x="472" y="362"/>
                </a:lnTo>
                <a:lnTo>
                  <a:pt x="472" y="363"/>
                </a:lnTo>
                <a:lnTo>
                  <a:pt x="473" y="363"/>
                </a:lnTo>
                <a:lnTo>
                  <a:pt x="474" y="364"/>
                </a:lnTo>
                <a:lnTo>
                  <a:pt x="476" y="364"/>
                </a:lnTo>
                <a:lnTo>
                  <a:pt x="477" y="364"/>
                </a:lnTo>
                <a:lnTo>
                  <a:pt x="478" y="364"/>
                </a:lnTo>
                <a:lnTo>
                  <a:pt x="480" y="364"/>
                </a:lnTo>
                <a:lnTo>
                  <a:pt x="480" y="365"/>
                </a:lnTo>
                <a:lnTo>
                  <a:pt x="480" y="366"/>
                </a:lnTo>
                <a:lnTo>
                  <a:pt x="479" y="367"/>
                </a:lnTo>
                <a:lnTo>
                  <a:pt x="479" y="368"/>
                </a:lnTo>
                <a:lnTo>
                  <a:pt x="478" y="369"/>
                </a:lnTo>
                <a:lnTo>
                  <a:pt x="478" y="370"/>
                </a:lnTo>
                <a:lnTo>
                  <a:pt x="478" y="371"/>
                </a:lnTo>
                <a:lnTo>
                  <a:pt x="478" y="372"/>
                </a:lnTo>
                <a:lnTo>
                  <a:pt x="477" y="373"/>
                </a:lnTo>
                <a:lnTo>
                  <a:pt x="477" y="374"/>
                </a:lnTo>
                <a:lnTo>
                  <a:pt x="479" y="374"/>
                </a:lnTo>
                <a:lnTo>
                  <a:pt x="480" y="375"/>
                </a:lnTo>
                <a:lnTo>
                  <a:pt x="479" y="375"/>
                </a:lnTo>
                <a:lnTo>
                  <a:pt x="479" y="376"/>
                </a:lnTo>
                <a:lnTo>
                  <a:pt x="478" y="376"/>
                </a:lnTo>
                <a:lnTo>
                  <a:pt x="478" y="377"/>
                </a:lnTo>
                <a:lnTo>
                  <a:pt x="478" y="378"/>
                </a:lnTo>
                <a:lnTo>
                  <a:pt x="478" y="379"/>
                </a:lnTo>
                <a:lnTo>
                  <a:pt x="478" y="380"/>
                </a:lnTo>
                <a:lnTo>
                  <a:pt x="478" y="381"/>
                </a:lnTo>
                <a:lnTo>
                  <a:pt x="478" y="382"/>
                </a:lnTo>
                <a:lnTo>
                  <a:pt x="477" y="382"/>
                </a:lnTo>
                <a:lnTo>
                  <a:pt x="477" y="381"/>
                </a:lnTo>
                <a:lnTo>
                  <a:pt x="476" y="381"/>
                </a:lnTo>
                <a:lnTo>
                  <a:pt x="476" y="382"/>
                </a:lnTo>
                <a:lnTo>
                  <a:pt x="475" y="383"/>
                </a:lnTo>
                <a:lnTo>
                  <a:pt x="474" y="383"/>
                </a:lnTo>
                <a:lnTo>
                  <a:pt x="474" y="384"/>
                </a:lnTo>
                <a:lnTo>
                  <a:pt x="473" y="385"/>
                </a:lnTo>
                <a:lnTo>
                  <a:pt x="473" y="386"/>
                </a:lnTo>
                <a:lnTo>
                  <a:pt x="474" y="386"/>
                </a:lnTo>
                <a:lnTo>
                  <a:pt x="474" y="387"/>
                </a:lnTo>
                <a:lnTo>
                  <a:pt x="474" y="388"/>
                </a:lnTo>
                <a:lnTo>
                  <a:pt x="474" y="389"/>
                </a:lnTo>
                <a:lnTo>
                  <a:pt x="475" y="389"/>
                </a:lnTo>
                <a:lnTo>
                  <a:pt x="474" y="389"/>
                </a:lnTo>
                <a:lnTo>
                  <a:pt x="473" y="390"/>
                </a:lnTo>
                <a:lnTo>
                  <a:pt x="474" y="390"/>
                </a:lnTo>
                <a:lnTo>
                  <a:pt x="474" y="391"/>
                </a:lnTo>
                <a:lnTo>
                  <a:pt x="473" y="391"/>
                </a:lnTo>
                <a:lnTo>
                  <a:pt x="474" y="391"/>
                </a:lnTo>
                <a:lnTo>
                  <a:pt x="474" y="392"/>
                </a:lnTo>
                <a:lnTo>
                  <a:pt x="473" y="392"/>
                </a:lnTo>
                <a:lnTo>
                  <a:pt x="473" y="393"/>
                </a:lnTo>
                <a:lnTo>
                  <a:pt x="472" y="393"/>
                </a:lnTo>
                <a:lnTo>
                  <a:pt x="472" y="394"/>
                </a:lnTo>
                <a:lnTo>
                  <a:pt x="472" y="395"/>
                </a:lnTo>
                <a:lnTo>
                  <a:pt x="472" y="396"/>
                </a:lnTo>
                <a:lnTo>
                  <a:pt x="473" y="396"/>
                </a:lnTo>
                <a:lnTo>
                  <a:pt x="472" y="396"/>
                </a:lnTo>
                <a:lnTo>
                  <a:pt x="471" y="397"/>
                </a:lnTo>
                <a:lnTo>
                  <a:pt x="470" y="397"/>
                </a:lnTo>
                <a:lnTo>
                  <a:pt x="470" y="398"/>
                </a:lnTo>
                <a:lnTo>
                  <a:pt x="469" y="398"/>
                </a:lnTo>
                <a:lnTo>
                  <a:pt x="468" y="399"/>
                </a:lnTo>
                <a:lnTo>
                  <a:pt x="468" y="402"/>
                </a:lnTo>
                <a:lnTo>
                  <a:pt x="467" y="403"/>
                </a:lnTo>
                <a:lnTo>
                  <a:pt x="466" y="403"/>
                </a:lnTo>
                <a:lnTo>
                  <a:pt x="466" y="404"/>
                </a:lnTo>
                <a:lnTo>
                  <a:pt x="465" y="404"/>
                </a:lnTo>
                <a:lnTo>
                  <a:pt x="466" y="404"/>
                </a:lnTo>
                <a:lnTo>
                  <a:pt x="466" y="405"/>
                </a:lnTo>
                <a:lnTo>
                  <a:pt x="466" y="406"/>
                </a:lnTo>
                <a:lnTo>
                  <a:pt x="465" y="406"/>
                </a:lnTo>
                <a:lnTo>
                  <a:pt x="465" y="407"/>
                </a:lnTo>
                <a:lnTo>
                  <a:pt x="466" y="407"/>
                </a:lnTo>
                <a:lnTo>
                  <a:pt x="467" y="408"/>
                </a:lnTo>
                <a:lnTo>
                  <a:pt x="468" y="407"/>
                </a:lnTo>
                <a:lnTo>
                  <a:pt x="468" y="406"/>
                </a:lnTo>
                <a:lnTo>
                  <a:pt x="469" y="406"/>
                </a:lnTo>
                <a:lnTo>
                  <a:pt x="470" y="406"/>
                </a:lnTo>
                <a:lnTo>
                  <a:pt x="471" y="405"/>
                </a:lnTo>
                <a:lnTo>
                  <a:pt x="471" y="404"/>
                </a:lnTo>
                <a:lnTo>
                  <a:pt x="472" y="404"/>
                </a:lnTo>
                <a:lnTo>
                  <a:pt x="472" y="405"/>
                </a:lnTo>
                <a:lnTo>
                  <a:pt x="473" y="405"/>
                </a:lnTo>
                <a:lnTo>
                  <a:pt x="473" y="404"/>
                </a:lnTo>
                <a:lnTo>
                  <a:pt x="474" y="404"/>
                </a:lnTo>
                <a:lnTo>
                  <a:pt x="474" y="405"/>
                </a:lnTo>
                <a:lnTo>
                  <a:pt x="475" y="405"/>
                </a:lnTo>
                <a:lnTo>
                  <a:pt x="475" y="404"/>
                </a:lnTo>
                <a:lnTo>
                  <a:pt x="475" y="405"/>
                </a:lnTo>
                <a:lnTo>
                  <a:pt x="475" y="406"/>
                </a:lnTo>
                <a:lnTo>
                  <a:pt x="475" y="407"/>
                </a:lnTo>
                <a:lnTo>
                  <a:pt x="476" y="407"/>
                </a:lnTo>
                <a:lnTo>
                  <a:pt x="476" y="406"/>
                </a:lnTo>
                <a:lnTo>
                  <a:pt x="477" y="406"/>
                </a:lnTo>
                <a:lnTo>
                  <a:pt x="478" y="406"/>
                </a:lnTo>
                <a:lnTo>
                  <a:pt x="478" y="405"/>
                </a:lnTo>
                <a:lnTo>
                  <a:pt x="479" y="405"/>
                </a:lnTo>
                <a:lnTo>
                  <a:pt x="479" y="404"/>
                </a:lnTo>
                <a:lnTo>
                  <a:pt x="480" y="404"/>
                </a:lnTo>
                <a:lnTo>
                  <a:pt x="481" y="403"/>
                </a:lnTo>
                <a:lnTo>
                  <a:pt x="482" y="403"/>
                </a:lnTo>
                <a:lnTo>
                  <a:pt x="483" y="403"/>
                </a:lnTo>
                <a:lnTo>
                  <a:pt x="483" y="402"/>
                </a:lnTo>
                <a:lnTo>
                  <a:pt x="484" y="402"/>
                </a:lnTo>
                <a:lnTo>
                  <a:pt x="484" y="403"/>
                </a:lnTo>
                <a:lnTo>
                  <a:pt x="484" y="402"/>
                </a:lnTo>
                <a:lnTo>
                  <a:pt x="485" y="402"/>
                </a:lnTo>
                <a:lnTo>
                  <a:pt x="486" y="401"/>
                </a:lnTo>
                <a:lnTo>
                  <a:pt x="487" y="401"/>
                </a:lnTo>
                <a:lnTo>
                  <a:pt x="487" y="402"/>
                </a:lnTo>
                <a:lnTo>
                  <a:pt x="487" y="403"/>
                </a:lnTo>
                <a:lnTo>
                  <a:pt x="488" y="403"/>
                </a:lnTo>
                <a:lnTo>
                  <a:pt x="489" y="403"/>
                </a:lnTo>
                <a:lnTo>
                  <a:pt x="489" y="402"/>
                </a:lnTo>
                <a:lnTo>
                  <a:pt x="490" y="402"/>
                </a:lnTo>
                <a:lnTo>
                  <a:pt x="490" y="403"/>
                </a:lnTo>
                <a:lnTo>
                  <a:pt x="490" y="404"/>
                </a:lnTo>
                <a:lnTo>
                  <a:pt x="491" y="404"/>
                </a:lnTo>
                <a:lnTo>
                  <a:pt x="491" y="405"/>
                </a:lnTo>
                <a:lnTo>
                  <a:pt x="490" y="406"/>
                </a:lnTo>
                <a:lnTo>
                  <a:pt x="491" y="407"/>
                </a:lnTo>
                <a:lnTo>
                  <a:pt x="492" y="407"/>
                </a:lnTo>
                <a:lnTo>
                  <a:pt x="492" y="408"/>
                </a:lnTo>
                <a:lnTo>
                  <a:pt x="491" y="408"/>
                </a:lnTo>
                <a:lnTo>
                  <a:pt x="490" y="408"/>
                </a:lnTo>
                <a:lnTo>
                  <a:pt x="490" y="409"/>
                </a:lnTo>
                <a:lnTo>
                  <a:pt x="489" y="409"/>
                </a:lnTo>
                <a:lnTo>
                  <a:pt x="488" y="410"/>
                </a:lnTo>
                <a:lnTo>
                  <a:pt x="487" y="411"/>
                </a:lnTo>
                <a:lnTo>
                  <a:pt x="486" y="411"/>
                </a:lnTo>
                <a:lnTo>
                  <a:pt x="485" y="411"/>
                </a:lnTo>
                <a:lnTo>
                  <a:pt x="484" y="411"/>
                </a:lnTo>
                <a:lnTo>
                  <a:pt x="484" y="412"/>
                </a:lnTo>
                <a:lnTo>
                  <a:pt x="483" y="412"/>
                </a:lnTo>
                <a:lnTo>
                  <a:pt x="482" y="412"/>
                </a:lnTo>
                <a:lnTo>
                  <a:pt x="481" y="413"/>
                </a:lnTo>
                <a:lnTo>
                  <a:pt x="480" y="413"/>
                </a:lnTo>
                <a:lnTo>
                  <a:pt x="480" y="414"/>
                </a:lnTo>
                <a:lnTo>
                  <a:pt x="481" y="414"/>
                </a:lnTo>
                <a:lnTo>
                  <a:pt x="481" y="415"/>
                </a:lnTo>
                <a:lnTo>
                  <a:pt x="481" y="416"/>
                </a:lnTo>
                <a:lnTo>
                  <a:pt x="480" y="416"/>
                </a:lnTo>
                <a:lnTo>
                  <a:pt x="478" y="416"/>
                </a:lnTo>
                <a:lnTo>
                  <a:pt x="477" y="416"/>
                </a:lnTo>
                <a:lnTo>
                  <a:pt x="476" y="415"/>
                </a:lnTo>
                <a:lnTo>
                  <a:pt x="475" y="415"/>
                </a:lnTo>
                <a:lnTo>
                  <a:pt x="474" y="415"/>
                </a:lnTo>
                <a:lnTo>
                  <a:pt x="474" y="416"/>
                </a:lnTo>
                <a:lnTo>
                  <a:pt x="474" y="417"/>
                </a:lnTo>
                <a:lnTo>
                  <a:pt x="473" y="418"/>
                </a:lnTo>
                <a:lnTo>
                  <a:pt x="474" y="418"/>
                </a:lnTo>
                <a:lnTo>
                  <a:pt x="473" y="419"/>
                </a:lnTo>
                <a:lnTo>
                  <a:pt x="473" y="420"/>
                </a:lnTo>
                <a:lnTo>
                  <a:pt x="472" y="420"/>
                </a:lnTo>
                <a:lnTo>
                  <a:pt x="472" y="421"/>
                </a:lnTo>
                <a:lnTo>
                  <a:pt x="471" y="422"/>
                </a:lnTo>
                <a:lnTo>
                  <a:pt x="471" y="423"/>
                </a:lnTo>
                <a:lnTo>
                  <a:pt x="472" y="424"/>
                </a:lnTo>
                <a:lnTo>
                  <a:pt x="473" y="424"/>
                </a:lnTo>
                <a:lnTo>
                  <a:pt x="473" y="425"/>
                </a:lnTo>
                <a:lnTo>
                  <a:pt x="472" y="426"/>
                </a:lnTo>
                <a:lnTo>
                  <a:pt x="472" y="427"/>
                </a:lnTo>
                <a:lnTo>
                  <a:pt x="472" y="428"/>
                </a:lnTo>
                <a:lnTo>
                  <a:pt x="472" y="429"/>
                </a:lnTo>
                <a:lnTo>
                  <a:pt x="473" y="429"/>
                </a:lnTo>
                <a:lnTo>
                  <a:pt x="473" y="430"/>
                </a:lnTo>
                <a:lnTo>
                  <a:pt x="472" y="431"/>
                </a:lnTo>
                <a:lnTo>
                  <a:pt x="472" y="432"/>
                </a:lnTo>
                <a:lnTo>
                  <a:pt x="472" y="433"/>
                </a:lnTo>
                <a:lnTo>
                  <a:pt x="472" y="434"/>
                </a:lnTo>
                <a:lnTo>
                  <a:pt x="473" y="434"/>
                </a:lnTo>
                <a:lnTo>
                  <a:pt x="472" y="435"/>
                </a:lnTo>
                <a:lnTo>
                  <a:pt x="471" y="435"/>
                </a:lnTo>
                <a:lnTo>
                  <a:pt x="471" y="436"/>
                </a:lnTo>
                <a:lnTo>
                  <a:pt x="471" y="437"/>
                </a:lnTo>
                <a:lnTo>
                  <a:pt x="469" y="438"/>
                </a:lnTo>
                <a:lnTo>
                  <a:pt x="468" y="440"/>
                </a:lnTo>
                <a:lnTo>
                  <a:pt x="467" y="440"/>
                </a:lnTo>
                <a:lnTo>
                  <a:pt x="467" y="441"/>
                </a:lnTo>
                <a:lnTo>
                  <a:pt x="468" y="441"/>
                </a:lnTo>
                <a:lnTo>
                  <a:pt x="468" y="442"/>
                </a:lnTo>
                <a:lnTo>
                  <a:pt x="467" y="443"/>
                </a:lnTo>
                <a:lnTo>
                  <a:pt x="467" y="444"/>
                </a:lnTo>
                <a:lnTo>
                  <a:pt x="466" y="445"/>
                </a:lnTo>
                <a:lnTo>
                  <a:pt x="466" y="446"/>
                </a:lnTo>
                <a:lnTo>
                  <a:pt x="467" y="446"/>
                </a:lnTo>
                <a:lnTo>
                  <a:pt x="466" y="447"/>
                </a:lnTo>
                <a:lnTo>
                  <a:pt x="465" y="448"/>
                </a:lnTo>
                <a:lnTo>
                  <a:pt x="464" y="449"/>
                </a:lnTo>
                <a:lnTo>
                  <a:pt x="463" y="450"/>
                </a:lnTo>
                <a:lnTo>
                  <a:pt x="463" y="451"/>
                </a:lnTo>
                <a:lnTo>
                  <a:pt x="462" y="451"/>
                </a:lnTo>
                <a:lnTo>
                  <a:pt x="463" y="452"/>
                </a:lnTo>
                <a:lnTo>
                  <a:pt x="463" y="453"/>
                </a:lnTo>
                <a:lnTo>
                  <a:pt x="463" y="454"/>
                </a:lnTo>
                <a:lnTo>
                  <a:pt x="463" y="455"/>
                </a:lnTo>
                <a:lnTo>
                  <a:pt x="464" y="456"/>
                </a:lnTo>
                <a:lnTo>
                  <a:pt x="464" y="457"/>
                </a:lnTo>
                <a:lnTo>
                  <a:pt x="465" y="458"/>
                </a:lnTo>
                <a:lnTo>
                  <a:pt x="465" y="459"/>
                </a:lnTo>
                <a:lnTo>
                  <a:pt x="466" y="461"/>
                </a:lnTo>
                <a:lnTo>
                  <a:pt x="466" y="462"/>
                </a:lnTo>
                <a:lnTo>
                  <a:pt x="467" y="463"/>
                </a:lnTo>
                <a:lnTo>
                  <a:pt x="468" y="463"/>
                </a:lnTo>
                <a:lnTo>
                  <a:pt x="468" y="464"/>
                </a:lnTo>
                <a:lnTo>
                  <a:pt x="469" y="464"/>
                </a:lnTo>
                <a:lnTo>
                  <a:pt x="469" y="465"/>
                </a:lnTo>
                <a:lnTo>
                  <a:pt x="468" y="466"/>
                </a:lnTo>
                <a:lnTo>
                  <a:pt x="468" y="467"/>
                </a:lnTo>
                <a:lnTo>
                  <a:pt x="469" y="467"/>
                </a:lnTo>
                <a:lnTo>
                  <a:pt x="470" y="468"/>
                </a:lnTo>
                <a:lnTo>
                  <a:pt x="469" y="468"/>
                </a:lnTo>
                <a:lnTo>
                  <a:pt x="469" y="469"/>
                </a:lnTo>
                <a:lnTo>
                  <a:pt x="469" y="470"/>
                </a:lnTo>
                <a:lnTo>
                  <a:pt x="469" y="471"/>
                </a:lnTo>
                <a:lnTo>
                  <a:pt x="469" y="472"/>
                </a:lnTo>
                <a:lnTo>
                  <a:pt x="468" y="472"/>
                </a:lnTo>
                <a:lnTo>
                  <a:pt x="467" y="471"/>
                </a:lnTo>
                <a:lnTo>
                  <a:pt x="467" y="472"/>
                </a:lnTo>
                <a:lnTo>
                  <a:pt x="466" y="473"/>
                </a:lnTo>
                <a:lnTo>
                  <a:pt x="466" y="474"/>
                </a:lnTo>
                <a:lnTo>
                  <a:pt x="466" y="476"/>
                </a:lnTo>
                <a:lnTo>
                  <a:pt x="467" y="476"/>
                </a:lnTo>
                <a:lnTo>
                  <a:pt x="466" y="477"/>
                </a:lnTo>
                <a:lnTo>
                  <a:pt x="465" y="478"/>
                </a:lnTo>
                <a:lnTo>
                  <a:pt x="465" y="480"/>
                </a:lnTo>
                <a:lnTo>
                  <a:pt x="465" y="481"/>
                </a:lnTo>
                <a:lnTo>
                  <a:pt x="464" y="481"/>
                </a:lnTo>
                <a:lnTo>
                  <a:pt x="464" y="480"/>
                </a:lnTo>
                <a:lnTo>
                  <a:pt x="462" y="480"/>
                </a:lnTo>
                <a:lnTo>
                  <a:pt x="460" y="481"/>
                </a:lnTo>
                <a:lnTo>
                  <a:pt x="460" y="482"/>
                </a:lnTo>
                <a:lnTo>
                  <a:pt x="460" y="483"/>
                </a:lnTo>
                <a:lnTo>
                  <a:pt x="460" y="484"/>
                </a:lnTo>
                <a:lnTo>
                  <a:pt x="459" y="487"/>
                </a:lnTo>
                <a:lnTo>
                  <a:pt x="458" y="488"/>
                </a:lnTo>
                <a:lnTo>
                  <a:pt x="457" y="488"/>
                </a:lnTo>
                <a:lnTo>
                  <a:pt x="456" y="488"/>
                </a:lnTo>
                <a:lnTo>
                  <a:pt x="455" y="489"/>
                </a:lnTo>
                <a:lnTo>
                  <a:pt x="455" y="490"/>
                </a:lnTo>
                <a:lnTo>
                  <a:pt x="455" y="491"/>
                </a:lnTo>
                <a:lnTo>
                  <a:pt x="454" y="492"/>
                </a:lnTo>
                <a:lnTo>
                  <a:pt x="452" y="492"/>
                </a:lnTo>
                <a:lnTo>
                  <a:pt x="451" y="492"/>
                </a:lnTo>
                <a:lnTo>
                  <a:pt x="451" y="491"/>
                </a:lnTo>
                <a:lnTo>
                  <a:pt x="450" y="491"/>
                </a:lnTo>
                <a:lnTo>
                  <a:pt x="450" y="492"/>
                </a:lnTo>
                <a:lnTo>
                  <a:pt x="449" y="492"/>
                </a:lnTo>
                <a:lnTo>
                  <a:pt x="448" y="492"/>
                </a:lnTo>
                <a:lnTo>
                  <a:pt x="448" y="491"/>
                </a:lnTo>
                <a:lnTo>
                  <a:pt x="449" y="491"/>
                </a:lnTo>
                <a:lnTo>
                  <a:pt x="448" y="490"/>
                </a:lnTo>
                <a:lnTo>
                  <a:pt x="448" y="489"/>
                </a:lnTo>
                <a:lnTo>
                  <a:pt x="448" y="488"/>
                </a:lnTo>
                <a:lnTo>
                  <a:pt x="447" y="488"/>
                </a:lnTo>
                <a:lnTo>
                  <a:pt x="447" y="489"/>
                </a:lnTo>
                <a:lnTo>
                  <a:pt x="446" y="489"/>
                </a:lnTo>
                <a:lnTo>
                  <a:pt x="445" y="489"/>
                </a:lnTo>
                <a:lnTo>
                  <a:pt x="444" y="489"/>
                </a:lnTo>
                <a:lnTo>
                  <a:pt x="443" y="489"/>
                </a:lnTo>
                <a:lnTo>
                  <a:pt x="442" y="489"/>
                </a:lnTo>
                <a:lnTo>
                  <a:pt x="442" y="490"/>
                </a:lnTo>
                <a:lnTo>
                  <a:pt x="442" y="491"/>
                </a:lnTo>
                <a:lnTo>
                  <a:pt x="441" y="491"/>
                </a:lnTo>
                <a:lnTo>
                  <a:pt x="440" y="491"/>
                </a:lnTo>
                <a:lnTo>
                  <a:pt x="440" y="492"/>
                </a:lnTo>
                <a:lnTo>
                  <a:pt x="439" y="492"/>
                </a:lnTo>
                <a:lnTo>
                  <a:pt x="438" y="492"/>
                </a:lnTo>
                <a:lnTo>
                  <a:pt x="437" y="492"/>
                </a:lnTo>
                <a:lnTo>
                  <a:pt x="436" y="492"/>
                </a:lnTo>
                <a:lnTo>
                  <a:pt x="435" y="492"/>
                </a:lnTo>
                <a:lnTo>
                  <a:pt x="434" y="493"/>
                </a:lnTo>
                <a:lnTo>
                  <a:pt x="433" y="493"/>
                </a:lnTo>
                <a:lnTo>
                  <a:pt x="433" y="494"/>
                </a:lnTo>
                <a:lnTo>
                  <a:pt x="433" y="493"/>
                </a:lnTo>
                <a:lnTo>
                  <a:pt x="432" y="493"/>
                </a:lnTo>
                <a:lnTo>
                  <a:pt x="432" y="492"/>
                </a:lnTo>
                <a:lnTo>
                  <a:pt x="433" y="492"/>
                </a:lnTo>
                <a:lnTo>
                  <a:pt x="433" y="491"/>
                </a:lnTo>
                <a:lnTo>
                  <a:pt x="432" y="490"/>
                </a:lnTo>
                <a:lnTo>
                  <a:pt x="431" y="490"/>
                </a:lnTo>
                <a:lnTo>
                  <a:pt x="430" y="490"/>
                </a:lnTo>
                <a:lnTo>
                  <a:pt x="429" y="489"/>
                </a:lnTo>
                <a:lnTo>
                  <a:pt x="429" y="488"/>
                </a:lnTo>
                <a:lnTo>
                  <a:pt x="428" y="488"/>
                </a:lnTo>
                <a:lnTo>
                  <a:pt x="427" y="489"/>
                </a:lnTo>
                <a:lnTo>
                  <a:pt x="426" y="489"/>
                </a:lnTo>
                <a:lnTo>
                  <a:pt x="426" y="488"/>
                </a:lnTo>
                <a:lnTo>
                  <a:pt x="427" y="488"/>
                </a:lnTo>
                <a:lnTo>
                  <a:pt x="426" y="488"/>
                </a:lnTo>
                <a:lnTo>
                  <a:pt x="426" y="487"/>
                </a:lnTo>
                <a:lnTo>
                  <a:pt x="424" y="487"/>
                </a:lnTo>
                <a:lnTo>
                  <a:pt x="423" y="488"/>
                </a:lnTo>
                <a:lnTo>
                  <a:pt x="422" y="488"/>
                </a:lnTo>
                <a:lnTo>
                  <a:pt x="421" y="488"/>
                </a:lnTo>
                <a:lnTo>
                  <a:pt x="421" y="489"/>
                </a:lnTo>
                <a:lnTo>
                  <a:pt x="420" y="489"/>
                </a:lnTo>
                <a:lnTo>
                  <a:pt x="418" y="487"/>
                </a:lnTo>
                <a:lnTo>
                  <a:pt x="418" y="486"/>
                </a:lnTo>
                <a:lnTo>
                  <a:pt x="418" y="485"/>
                </a:lnTo>
                <a:lnTo>
                  <a:pt x="417" y="485"/>
                </a:lnTo>
                <a:lnTo>
                  <a:pt x="416" y="485"/>
                </a:lnTo>
                <a:lnTo>
                  <a:pt x="415" y="485"/>
                </a:lnTo>
                <a:lnTo>
                  <a:pt x="415" y="484"/>
                </a:lnTo>
                <a:lnTo>
                  <a:pt x="414" y="484"/>
                </a:lnTo>
                <a:lnTo>
                  <a:pt x="413" y="483"/>
                </a:lnTo>
                <a:lnTo>
                  <a:pt x="413" y="482"/>
                </a:lnTo>
                <a:lnTo>
                  <a:pt x="413" y="481"/>
                </a:lnTo>
                <a:lnTo>
                  <a:pt x="412" y="481"/>
                </a:lnTo>
                <a:lnTo>
                  <a:pt x="410" y="480"/>
                </a:lnTo>
                <a:lnTo>
                  <a:pt x="410" y="479"/>
                </a:lnTo>
                <a:lnTo>
                  <a:pt x="409" y="480"/>
                </a:lnTo>
                <a:lnTo>
                  <a:pt x="408" y="480"/>
                </a:lnTo>
                <a:lnTo>
                  <a:pt x="408" y="479"/>
                </a:lnTo>
                <a:lnTo>
                  <a:pt x="408" y="477"/>
                </a:lnTo>
                <a:lnTo>
                  <a:pt x="408" y="475"/>
                </a:lnTo>
                <a:lnTo>
                  <a:pt x="407" y="474"/>
                </a:lnTo>
                <a:lnTo>
                  <a:pt x="407" y="473"/>
                </a:lnTo>
                <a:lnTo>
                  <a:pt x="408" y="473"/>
                </a:lnTo>
                <a:lnTo>
                  <a:pt x="407" y="473"/>
                </a:lnTo>
                <a:lnTo>
                  <a:pt x="406" y="473"/>
                </a:lnTo>
                <a:lnTo>
                  <a:pt x="406" y="474"/>
                </a:lnTo>
                <a:lnTo>
                  <a:pt x="406" y="475"/>
                </a:lnTo>
                <a:lnTo>
                  <a:pt x="405" y="475"/>
                </a:lnTo>
                <a:lnTo>
                  <a:pt x="405" y="474"/>
                </a:lnTo>
                <a:lnTo>
                  <a:pt x="404" y="474"/>
                </a:lnTo>
                <a:lnTo>
                  <a:pt x="404" y="475"/>
                </a:lnTo>
                <a:lnTo>
                  <a:pt x="403" y="475"/>
                </a:lnTo>
                <a:lnTo>
                  <a:pt x="403" y="474"/>
                </a:lnTo>
                <a:lnTo>
                  <a:pt x="402" y="473"/>
                </a:lnTo>
                <a:lnTo>
                  <a:pt x="401" y="473"/>
                </a:lnTo>
                <a:lnTo>
                  <a:pt x="399" y="474"/>
                </a:lnTo>
                <a:lnTo>
                  <a:pt x="399" y="475"/>
                </a:lnTo>
                <a:lnTo>
                  <a:pt x="399" y="476"/>
                </a:lnTo>
                <a:lnTo>
                  <a:pt x="398" y="476"/>
                </a:lnTo>
                <a:lnTo>
                  <a:pt x="398" y="477"/>
                </a:lnTo>
                <a:lnTo>
                  <a:pt x="397" y="477"/>
                </a:lnTo>
                <a:lnTo>
                  <a:pt x="396" y="478"/>
                </a:lnTo>
                <a:lnTo>
                  <a:pt x="396" y="477"/>
                </a:lnTo>
                <a:lnTo>
                  <a:pt x="395" y="477"/>
                </a:lnTo>
                <a:lnTo>
                  <a:pt x="395" y="476"/>
                </a:lnTo>
                <a:lnTo>
                  <a:pt x="395" y="475"/>
                </a:lnTo>
                <a:lnTo>
                  <a:pt x="394" y="475"/>
                </a:lnTo>
                <a:lnTo>
                  <a:pt x="393" y="476"/>
                </a:lnTo>
                <a:lnTo>
                  <a:pt x="393" y="477"/>
                </a:lnTo>
                <a:lnTo>
                  <a:pt x="394" y="477"/>
                </a:lnTo>
                <a:lnTo>
                  <a:pt x="394" y="478"/>
                </a:lnTo>
                <a:lnTo>
                  <a:pt x="393" y="478"/>
                </a:lnTo>
                <a:lnTo>
                  <a:pt x="392" y="478"/>
                </a:lnTo>
                <a:lnTo>
                  <a:pt x="391" y="479"/>
                </a:lnTo>
                <a:lnTo>
                  <a:pt x="391" y="480"/>
                </a:lnTo>
                <a:lnTo>
                  <a:pt x="391" y="481"/>
                </a:lnTo>
                <a:lnTo>
                  <a:pt x="392" y="482"/>
                </a:lnTo>
                <a:lnTo>
                  <a:pt x="392" y="483"/>
                </a:lnTo>
                <a:lnTo>
                  <a:pt x="391" y="483"/>
                </a:lnTo>
                <a:lnTo>
                  <a:pt x="390" y="482"/>
                </a:lnTo>
                <a:lnTo>
                  <a:pt x="389" y="483"/>
                </a:lnTo>
                <a:lnTo>
                  <a:pt x="388" y="483"/>
                </a:lnTo>
                <a:lnTo>
                  <a:pt x="388" y="485"/>
                </a:lnTo>
                <a:lnTo>
                  <a:pt x="387" y="485"/>
                </a:lnTo>
                <a:lnTo>
                  <a:pt x="387" y="486"/>
                </a:lnTo>
                <a:lnTo>
                  <a:pt x="387" y="487"/>
                </a:lnTo>
                <a:lnTo>
                  <a:pt x="386" y="486"/>
                </a:lnTo>
                <a:lnTo>
                  <a:pt x="385" y="487"/>
                </a:lnTo>
                <a:lnTo>
                  <a:pt x="384" y="488"/>
                </a:lnTo>
                <a:lnTo>
                  <a:pt x="383" y="488"/>
                </a:lnTo>
                <a:lnTo>
                  <a:pt x="383" y="489"/>
                </a:lnTo>
                <a:lnTo>
                  <a:pt x="382" y="490"/>
                </a:lnTo>
                <a:lnTo>
                  <a:pt x="380" y="490"/>
                </a:lnTo>
                <a:lnTo>
                  <a:pt x="379" y="490"/>
                </a:lnTo>
                <a:lnTo>
                  <a:pt x="379" y="489"/>
                </a:lnTo>
                <a:lnTo>
                  <a:pt x="378" y="490"/>
                </a:lnTo>
                <a:lnTo>
                  <a:pt x="377" y="490"/>
                </a:lnTo>
                <a:lnTo>
                  <a:pt x="377" y="491"/>
                </a:lnTo>
                <a:lnTo>
                  <a:pt x="376" y="491"/>
                </a:lnTo>
                <a:lnTo>
                  <a:pt x="375" y="491"/>
                </a:lnTo>
                <a:lnTo>
                  <a:pt x="374" y="492"/>
                </a:lnTo>
                <a:lnTo>
                  <a:pt x="374" y="493"/>
                </a:lnTo>
                <a:lnTo>
                  <a:pt x="374" y="494"/>
                </a:lnTo>
                <a:lnTo>
                  <a:pt x="374" y="495"/>
                </a:lnTo>
                <a:lnTo>
                  <a:pt x="373" y="495"/>
                </a:lnTo>
                <a:lnTo>
                  <a:pt x="372" y="495"/>
                </a:lnTo>
                <a:lnTo>
                  <a:pt x="371" y="494"/>
                </a:lnTo>
                <a:lnTo>
                  <a:pt x="371" y="493"/>
                </a:lnTo>
                <a:lnTo>
                  <a:pt x="371" y="491"/>
                </a:lnTo>
                <a:lnTo>
                  <a:pt x="370" y="491"/>
                </a:lnTo>
                <a:lnTo>
                  <a:pt x="369" y="492"/>
                </a:lnTo>
                <a:lnTo>
                  <a:pt x="368" y="492"/>
                </a:lnTo>
                <a:lnTo>
                  <a:pt x="367" y="491"/>
                </a:lnTo>
                <a:lnTo>
                  <a:pt x="367" y="492"/>
                </a:lnTo>
                <a:lnTo>
                  <a:pt x="367" y="493"/>
                </a:lnTo>
                <a:lnTo>
                  <a:pt x="367" y="494"/>
                </a:lnTo>
                <a:lnTo>
                  <a:pt x="367" y="496"/>
                </a:lnTo>
                <a:lnTo>
                  <a:pt x="368" y="497"/>
                </a:lnTo>
                <a:lnTo>
                  <a:pt x="368" y="499"/>
                </a:lnTo>
                <a:lnTo>
                  <a:pt x="368" y="500"/>
                </a:lnTo>
                <a:lnTo>
                  <a:pt x="369" y="500"/>
                </a:lnTo>
                <a:lnTo>
                  <a:pt x="370" y="500"/>
                </a:lnTo>
                <a:lnTo>
                  <a:pt x="371" y="501"/>
                </a:lnTo>
                <a:lnTo>
                  <a:pt x="372" y="501"/>
                </a:lnTo>
                <a:lnTo>
                  <a:pt x="373" y="500"/>
                </a:lnTo>
                <a:lnTo>
                  <a:pt x="373" y="501"/>
                </a:lnTo>
                <a:lnTo>
                  <a:pt x="374" y="501"/>
                </a:lnTo>
                <a:lnTo>
                  <a:pt x="374" y="500"/>
                </a:lnTo>
                <a:lnTo>
                  <a:pt x="375" y="500"/>
                </a:lnTo>
                <a:lnTo>
                  <a:pt x="376" y="500"/>
                </a:lnTo>
                <a:lnTo>
                  <a:pt x="377" y="500"/>
                </a:lnTo>
                <a:lnTo>
                  <a:pt x="378" y="500"/>
                </a:lnTo>
                <a:lnTo>
                  <a:pt x="380" y="500"/>
                </a:lnTo>
                <a:lnTo>
                  <a:pt x="380" y="501"/>
                </a:lnTo>
                <a:lnTo>
                  <a:pt x="380" y="502"/>
                </a:lnTo>
                <a:lnTo>
                  <a:pt x="381" y="502"/>
                </a:lnTo>
                <a:lnTo>
                  <a:pt x="381" y="503"/>
                </a:lnTo>
                <a:lnTo>
                  <a:pt x="381" y="504"/>
                </a:lnTo>
                <a:lnTo>
                  <a:pt x="382" y="504"/>
                </a:lnTo>
                <a:lnTo>
                  <a:pt x="383" y="504"/>
                </a:lnTo>
                <a:lnTo>
                  <a:pt x="383" y="505"/>
                </a:lnTo>
                <a:lnTo>
                  <a:pt x="383" y="506"/>
                </a:lnTo>
                <a:lnTo>
                  <a:pt x="382" y="506"/>
                </a:lnTo>
                <a:lnTo>
                  <a:pt x="381" y="506"/>
                </a:lnTo>
                <a:lnTo>
                  <a:pt x="379" y="507"/>
                </a:lnTo>
                <a:lnTo>
                  <a:pt x="378" y="509"/>
                </a:lnTo>
                <a:lnTo>
                  <a:pt x="377" y="511"/>
                </a:lnTo>
                <a:lnTo>
                  <a:pt x="377" y="512"/>
                </a:lnTo>
                <a:lnTo>
                  <a:pt x="378" y="513"/>
                </a:lnTo>
                <a:lnTo>
                  <a:pt x="379" y="514"/>
                </a:lnTo>
                <a:lnTo>
                  <a:pt x="381" y="517"/>
                </a:lnTo>
                <a:lnTo>
                  <a:pt x="382" y="517"/>
                </a:lnTo>
                <a:lnTo>
                  <a:pt x="381" y="517"/>
                </a:lnTo>
                <a:lnTo>
                  <a:pt x="380" y="518"/>
                </a:lnTo>
                <a:lnTo>
                  <a:pt x="380" y="519"/>
                </a:lnTo>
                <a:lnTo>
                  <a:pt x="380" y="520"/>
                </a:lnTo>
                <a:lnTo>
                  <a:pt x="380" y="521"/>
                </a:lnTo>
                <a:lnTo>
                  <a:pt x="379" y="521"/>
                </a:lnTo>
                <a:lnTo>
                  <a:pt x="378" y="522"/>
                </a:lnTo>
                <a:lnTo>
                  <a:pt x="378" y="523"/>
                </a:lnTo>
                <a:lnTo>
                  <a:pt x="379" y="523"/>
                </a:lnTo>
                <a:lnTo>
                  <a:pt x="379" y="524"/>
                </a:lnTo>
                <a:lnTo>
                  <a:pt x="379" y="525"/>
                </a:lnTo>
                <a:lnTo>
                  <a:pt x="380" y="527"/>
                </a:lnTo>
                <a:lnTo>
                  <a:pt x="381" y="527"/>
                </a:lnTo>
                <a:lnTo>
                  <a:pt x="381" y="528"/>
                </a:lnTo>
                <a:lnTo>
                  <a:pt x="381" y="529"/>
                </a:lnTo>
                <a:lnTo>
                  <a:pt x="381" y="530"/>
                </a:lnTo>
                <a:lnTo>
                  <a:pt x="380" y="530"/>
                </a:lnTo>
                <a:lnTo>
                  <a:pt x="381" y="531"/>
                </a:lnTo>
                <a:lnTo>
                  <a:pt x="380" y="532"/>
                </a:lnTo>
                <a:lnTo>
                  <a:pt x="380" y="531"/>
                </a:lnTo>
                <a:lnTo>
                  <a:pt x="380" y="532"/>
                </a:lnTo>
                <a:lnTo>
                  <a:pt x="379" y="532"/>
                </a:lnTo>
                <a:lnTo>
                  <a:pt x="380" y="532"/>
                </a:lnTo>
                <a:lnTo>
                  <a:pt x="380" y="533"/>
                </a:lnTo>
                <a:lnTo>
                  <a:pt x="379" y="533"/>
                </a:lnTo>
                <a:lnTo>
                  <a:pt x="379" y="534"/>
                </a:lnTo>
                <a:lnTo>
                  <a:pt x="378" y="534"/>
                </a:lnTo>
                <a:lnTo>
                  <a:pt x="377" y="534"/>
                </a:lnTo>
                <a:lnTo>
                  <a:pt x="376" y="534"/>
                </a:lnTo>
                <a:lnTo>
                  <a:pt x="376" y="533"/>
                </a:lnTo>
                <a:lnTo>
                  <a:pt x="376" y="534"/>
                </a:lnTo>
                <a:lnTo>
                  <a:pt x="375" y="534"/>
                </a:lnTo>
                <a:lnTo>
                  <a:pt x="374" y="534"/>
                </a:lnTo>
                <a:lnTo>
                  <a:pt x="372" y="534"/>
                </a:lnTo>
                <a:lnTo>
                  <a:pt x="370" y="535"/>
                </a:lnTo>
                <a:lnTo>
                  <a:pt x="369" y="535"/>
                </a:lnTo>
                <a:lnTo>
                  <a:pt x="369" y="536"/>
                </a:lnTo>
                <a:lnTo>
                  <a:pt x="368" y="536"/>
                </a:lnTo>
                <a:lnTo>
                  <a:pt x="366" y="536"/>
                </a:lnTo>
                <a:lnTo>
                  <a:pt x="365" y="536"/>
                </a:lnTo>
                <a:lnTo>
                  <a:pt x="364" y="536"/>
                </a:lnTo>
                <a:lnTo>
                  <a:pt x="362" y="537"/>
                </a:lnTo>
                <a:lnTo>
                  <a:pt x="361" y="537"/>
                </a:lnTo>
                <a:lnTo>
                  <a:pt x="361" y="536"/>
                </a:lnTo>
                <a:lnTo>
                  <a:pt x="360" y="536"/>
                </a:lnTo>
                <a:lnTo>
                  <a:pt x="361" y="535"/>
                </a:lnTo>
                <a:lnTo>
                  <a:pt x="361" y="534"/>
                </a:lnTo>
                <a:lnTo>
                  <a:pt x="361" y="533"/>
                </a:lnTo>
                <a:lnTo>
                  <a:pt x="361" y="532"/>
                </a:lnTo>
                <a:lnTo>
                  <a:pt x="360" y="531"/>
                </a:lnTo>
                <a:lnTo>
                  <a:pt x="358" y="530"/>
                </a:lnTo>
                <a:lnTo>
                  <a:pt x="357" y="530"/>
                </a:lnTo>
                <a:lnTo>
                  <a:pt x="357" y="528"/>
                </a:lnTo>
                <a:lnTo>
                  <a:pt x="357" y="527"/>
                </a:lnTo>
                <a:lnTo>
                  <a:pt x="357" y="526"/>
                </a:lnTo>
                <a:lnTo>
                  <a:pt x="356" y="525"/>
                </a:lnTo>
                <a:lnTo>
                  <a:pt x="355" y="525"/>
                </a:lnTo>
                <a:lnTo>
                  <a:pt x="354" y="523"/>
                </a:lnTo>
                <a:lnTo>
                  <a:pt x="355" y="521"/>
                </a:lnTo>
                <a:lnTo>
                  <a:pt x="354" y="518"/>
                </a:lnTo>
                <a:lnTo>
                  <a:pt x="354" y="517"/>
                </a:lnTo>
                <a:lnTo>
                  <a:pt x="353" y="517"/>
                </a:lnTo>
                <a:lnTo>
                  <a:pt x="352" y="517"/>
                </a:lnTo>
                <a:lnTo>
                  <a:pt x="352" y="516"/>
                </a:lnTo>
                <a:lnTo>
                  <a:pt x="353" y="516"/>
                </a:lnTo>
                <a:lnTo>
                  <a:pt x="352" y="515"/>
                </a:lnTo>
                <a:lnTo>
                  <a:pt x="351" y="514"/>
                </a:lnTo>
                <a:lnTo>
                  <a:pt x="350" y="512"/>
                </a:lnTo>
                <a:lnTo>
                  <a:pt x="349" y="512"/>
                </a:lnTo>
                <a:lnTo>
                  <a:pt x="348" y="511"/>
                </a:lnTo>
                <a:lnTo>
                  <a:pt x="347" y="511"/>
                </a:lnTo>
                <a:lnTo>
                  <a:pt x="346" y="512"/>
                </a:lnTo>
                <a:lnTo>
                  <a:pt x="344" y="513"/>
                </a:lnTo>
                <a:lnTo>
                  <a:pt x="341" y="513"/>
                </a:lnTo>
                <a:lnTo>
                  <a:pt x="340" y="513"/>
                </a:lnTo>
                <a:lnTo>
                  <a:pt x="340" y="512"/>
                </a:lnTo>
                <a:lnTo>
                  <a:pt x="339" y="512"/>
                </a:lnTo>
                <a:lnTo>
                  <a:pt x="337" y="512"/>
                </a:lnTo>
                <a:lnTo>
                  <a:pt x="336" y="512"/>
                </a:lnTo>
                <a:lnTo>
                  <a:pt x="335" y="512"/>
                </a:lnTo>
                <a:lnTo>
                  <a:pt x="335" y="511"/>
                </a:lnTo>
                <a:lnTo>
                  <a:pt x="333" y="510"/>
                </a:lnTo>
                <a:lnTo>
                  <a:pt x="332" y="510"/>
                </a:lnTo>
                <a:lnTo>
                  <a:pt x="331" y="510"/>
                </a:lnTo>
                <a:lnTo>
                  <a:pt x="331" y="509"/>
                </a:lnTo>
                <a:lnTo>
                  <a:pt x="331" y="508"/>
                </a:lnTo>
                <a:lnTo>
                  <a:pt x="331" y="507"/>
                </a:lnTo>
                <a:lnTo>
                  <a:pt x="330" y="507"/>
                </a:lnTo>
                <a:lnTo>
                  <a:pt x="330" y="506"/>
                </a:lnTo>
                <a:lnTo>
                  <a:pt x="329" y="507"/>
                </a:lnTo>
                <a:lnTo>
                  <a:pt x="329" y="508"/>
                </a:lnTo>
                <a:lnTo>
                  <a:pt x="329" y="509"/>
                </a:lnTo>
                <a:lnTo>
                  <a:pt x="328" y="510"/>
                </a:lnTo>
                <a:lnTo>
                  <a:pt x="328" y="511"/>
                </a:lnTo>
                <a:lnTo>
                  <a:pt x="327" y="511"/>
                </a:lnTo>
                <a:lnTo>
                  <a:pt x="326" y="511"/>
                </a:lnTo>
                <a:lnTo>
                  <a:pt x="325" y="511"/>
                </a:lnTo>
                <a:lnTo>
                  <a:pt x="325" y="510"/>
                </a:lnTo>
                <a:lnTo>
                  <a:pt x="325" y="509"/>
                </a:lnTo>
                <a:lnTo>
                  <a:pt x="325" y="508"/>
                </a:lnTo>
                <a:lnTo>
                  <a:pt x="324" y="508"/>
                </a:lnTo>
                <a:lnTo>
                  <a:pt x="323" y="506"/>
                </a:lnTo>
                <a:lnTo>
                  <a:pt x="322" y="506"/>
                </a:lnTo>
                <a:lnTo>
                  <a:pt x="321" y="507"/>
                </a:lnTo>
                <a:lnTo>
                  <a:pt x="320" y="508"/>
                </a:lnTo>
                <a:lnTo>
                  <a:pt x="319" y="508"/>
                </a:lnTo>
                <a:lnTo>
                  <a:pt x="318" y="508"/>
                </a:lnTo>
                <a:lnTo>
                  <a:pt x="318" y="509"/>
                </a:lnTo>
                <a:lnTo>
                  <a:pt x="317" y="509"/>
                </a:lnTo>
                <a:lnTo>
                  <a:pt x="318" y="509"/>
                </a:lnTo>
                <a:lnTo>
                  <a:pt x="317" y="509"/>
                </a:lnTo>
                <a:lnTo>
                  <a:pt x="317" y="510"/>
                </a:lnTo>
                <a:lnTo>
                  <a:pt x="317" y="509"/>
                </a:lnTo>
                <a:lnTo>
                  <a:pt x="316" y="509"/>
                </a:lnTo>
                <a:lnTo>
                  <a:pt x="315" y="509"/>
                </a:lnTo>
                <a:lnTo>
                  <a:pt x="314" y="509"/>
                </a:lnTo>
                <a:lnTo>
                  <a:pt x="313" y="509"/>
                </a:lnTo>
                <a:lnTo>
                  <a:pt x="313" y="508"/>
                </a:lnTo>
                <a:lnTo>
                  <a:pt x="312" y="507"/>
                </a:lnTo>
                <a:lnTo>
                  <a:pt x="311" y="506"/>
                </a:lnTo>
                <a:lnTo>
                  <a:pt x="310" y="506"/>
                </a:lnTo>
                <a:lnTo>
                  <a:pt x="310" y="507"/>
                </a:lnTo>
                <a:lnTo>
                  <a:pt x="308" y="506"/>
                </a:lnTo>
                <a:lnTo>
                  <a:pt x="307" y="507"/>
                </a:lnTo>
                <a:lnTo>
                  <a:pt x="307" y="509"/>
                </a:lnTo>
                <a:lnTo>
                  <a:pt x="306" y="509"/>
                </a:lnTo>
                <a:lnTo>
                  <a:pt x="306" y="511"/>
                </a:lnTo>
                <a:lnTo>
                  <a:pt x="306" y="512"/>
                </a:lnTo>
                <a:lnTo>
                  <a:pt x="305" y="513"/>
                </a:lnTo>
                <a:lnTo>
                  <a:pt x="305" y="516"/>
                </a:lnTo>
                <a:lnTo>
                  <a:pt x="304" y="518"/>
                </a:lnTo>
                <a:lnTo>
                  <a:pt x="304" y="519"/>
                </a:lnTo>
                <a:lnTo>
                  <a:pt x="304" y="521"/>
                </a:lnTo>
                <a:lnTo>
                  <a:pt x="303" y="521"/>
                </a:lnTo>
                <a:lnTo>
                  <a:pt x="303" y="522"/>
                </a:lnTo>
                <a:lnTo>
                  <a:pt x="304" y="522"/>
                </a:lnTo>
                <a:lnTo>
                  <a:pt x="304" y="523"/>
                </a:lnTo>
                <a:lnTo>
                  <a:pt x="303" y="524"/>
                </a:lnTo>
                <a:lnTo>
                  <a:pt x="302" y="526"/>
                </a:lnTo>
                <a:lnTo>
                  <a:pt x="301" y="526"/>
                </a:lnTo>
                <a:lnTo>
                  <a:pt x="301" y="527"/>
                </a:lnTo>
                <a:lnTo>
                  <a:pt x="301" y="529"/>
                </a:lnTo>
                <a:lnTo>
                  <a:pt x="301" y="530"/>
                </a:lnTo>
                <a:lnTo>
                  <a:pt x="301" y="531"/>
                </a:lnTo>
                <a:lnTo>
                  <a:pt x="302" y="531"/>
                </a:lnTo>
                <a:lnTo>
                  <a:pt x="303" y="532"/>
                </a:lnTo>
                <a:lnTo>
                  <a:pt x="305" y="533"/>
                </a:lnTo>
                <a:lnTo>
                  <a:pt x="306" y="533"/>
                </a:lnTo>
                <a:lnTo>
                  <a:pt x="305" y="535"/>
                </a:lnTo>
                <a:lnTo>
                  <a:pt x="305" y="536"/>
                </a:lnTo>
                <a:lnTo>
                  <a:pt x="305" y="537"/>
                </a:lnTo>
                <a:lnTo>
                  <a:pt x="305" y="539"/>
                </a:lnTo>
                <a:lnTo>
                  <a:pt x="305" y="540"/>
                </a:lnTo>
                <a:lnTo>
                  <a:pt x="305" y="541"/>
                </a:lnTo>
                <a:lnTo>
                  <a:pt x="304" y="542"/>
                </a:lnTo>
                <a:lnTo>
                  <a:pt x="303" y="542"/>
                </a:lnTo>
                <a:lnTo>
                  <a:pt x="303" y="541"/>
                </a:lnTo>
                <a:lnTo>
                  <a:pt x="301" y="542"/>
                </a:lnTo>
                <a:lnTo>
                  <a:pt x="300" y="543"/>
                </a:lnTo>
                <a:lnTo>
                  <a:pt x="299" y="544"/>
                </a:lnTo>
                <a:lnTo>
                  <a:pt x="297" y="546"/>
                </a:lnTo>
                <a:lnTo>
                  <a:pt x="296" y="546"/>
                </a:lnTo>
                <a:lnTo>
                  <a:pt x="295" y="546"/>
                </a:lnTo>
                <a:lnTo>
                  <a:pt x="294" y="548"/>
                </a:lnTo>
                <a:lnTo>
                  <a:pt x="293" y="549"/>
                </a:lnTo>
                <a:lnTo>
                  <a:pt x="293" y="551"/>
                </a:lnTo>
                <a:lnTo>
                  <a:pt x="293" y="552"/>
                </a:lnTo>
                <a:lnTo>
                  <a:pt x="292" y="552"/>
                </a:lnTo>
                <a:lnTo>
                  <a:pt x="291" y="552"/>
                </a:lnTo>
                <a:lnTo>
                  <a:pt x="290" y="550"/>
                </a:lnTo>
                <a:lnTo>
                  <a:pt x="289" y="550"/>
                </a:lnTo>
                <a:lnTo>
                  <a:pt x="288" y="550"/>
                </a:lnTo>
                <a:lnTo>
                  <a:pt x="287" y="549"/>
                </a:lnTo>
                <a:lnTo>
                  <a:pt x="286" y="549"/>
                </a:lnTo>
                <a:lnTo>
                  <a:pt x="285" y="549"/>
                </a:lnTo>
                <a:lnTo>
                  <a:pt x="285" y="550"/>
                </a:lnTo>
                <a:lnTo>
                  <a:pt x="283" y="550"/>
                </a:lnTo>
                <a:lnTo>
                  <a:pt x="283" y="549"/>
                </a:lnTo>
                <a:lnTo>
                  <a:pt x="281" y="549"/>
                </a:lnTo>
                <a:lnTo>
                  <a:pt x="280" y="549"/>
                </a:lnTo>
                <a:lnTo>
                  <a:pt x="280" y="550"/>
                </a:lnTo>
                <a:lnTo>
                  <a:pt x="279" y="551"/>
                </a:lnTo>
                <a:lnTo>
                  <a:pt x="279" y="550"/>
                </a:lnTo>
                <a:lnTo>
                  <a:pt x="278" y="549"/>
                </a:lnTo>
                <a:lnTo>
                  <a:pt x="278" y="548"/>
                </a:lnTo>
                <a:lnTo>
                  <a:pt x="276" y="548"/>
                </a:lnTo>
                <a:lnTo>
                  <a:pt x="275" y="548"/>
                </a:lnTo>
                <a:lnTo>
                  <a:pt x="274" y="548"/>
                </a:lnTo>
                <a:lnTo>
                  <a:pt x="273" y="548"/>
                </a:lnTo>
                <a:lnTo>
                  <a:pt x="271" y="548"/>
                </a:lnTo>
                <a:lnTo>
                  <a:pt x="271" y="547"/>
                </a:lnTo>
                <a:lnTo>
                  <a:pt x="271" y="546"/>
                </a:lnTo>
                <a:lnTo>
                  <a:pt x="270" y="547"/>
                </a:lnTo>
                <a:lnTo>
                  <a:pt x="269" y="548"/>
                </a:lnTo>
                <a:lnTo>
                  <a:pt x="268" y="548"/>
                </a:lnTo>
                <a:lnTo>
                  <a:pt x="267" y="548"/>
                </a:lnTo>
                <a:lnTo>
                  <a:pt x="266" y="548"/>
                </a:lnTo>
                <a:lnTo>
                  <a:pt x="265" y="548"/>
                </a:lnTo>
                <a:lnTo>
                  <a:pt x="265" y="547"/>
                </a:lnTo>
                <a:lnTo>
                  <a:pt x="264" y="547"/>
                </a:lnTo>
                <a:lnTo>
                  <a:pt x="262" y="548"/>
                </a:lnTo>
                <a:lnTo>
                  <a:pt x="261" y="548"/>
                </a:lnTo>
                <a:lnTo>
                  <a:pt x="261" y="549"/>
                </a:lnTo>
                <a:lnTo>
                  <a:pt x="260" y="550"/>
                </a:lnTo>
                <a:lnTo>
                  <a:pt x="259" y="551"/>
                </a:lnTo>
                <a:lnTo>
                  <a:pt x="259" y="552"/>
                </a:lnTo>
                <a:lnTo>
                  <a:pt x="258" y="553"/>
                </a:lnTo>
                <a:lnTo>
                  <a:pt x="258" y="554"/>
                </a:lnTo>
                <a:lnTo>
                  <a:pt x="257" y="555"/>
                </a:lnTo>
                <a:lnTo>
                  <a:pt x="258" y="555"/>
                </a:lnTo>
                <a:lnTo>
                  <a:pt x="258" y="556"/>
                </a:lnTo>
                <a:lnTo>
                  <a:pt x="258" y="557"/>
                </a:lnTo>
                <a:lnTo>
                  <a:pt x="258" y="558"/>
                </a:lnTo>
                <a:lnTo>
                  <a:pt x="257" y="558"/>
                </a:lnTo>
                <a:lnTo>
                  <a:pt x="256" y="557"/>
                </a:lnTo>
                <a:lnTo>
                  <a:pt x="255" y="557"/>
                </a:lnTo>
                <a:lnTo>
                  <a:pt x="254" y="557"/>
                </a:lnTo>
                <a:lnTo>
                  <a:pt x="254" y="556"/>
                </a:lnTo>
                <a:lnTo>
                  <a:pt x="253" y="556"/>
                </a:lnTo>
                <a:lnTo>
                  <a:pt x="253" y="557"/>
                </a:lnTo>
                <a:lnTo>
                  <a:pt x="253" y="558"/>
                </a:lnTo>
                <a:lnTo>
                  <a:pt x="252" y="559"/>
                </a:lnTo>
                <a:lnTo>
                  <a:pt x="252" y="561"/>
                </a:lnTo>
                <a:lnTo>
                  <a:pt x="252" y="562"/>
                </a:lnTo>
                <a:lnTo>
                  <a:pt x="251" y="562"/>
                </a:lnTo>
                <a:lnTo>
                  <a:pt x="250" y="562"/>
                </a:lnTo>
                <a:lnTo>
                  <a:pt x="250" y="561"/>
                </a:lnTo>
                <a:lnTo>
                  <a:pt x="249" y="561"/>
                </a:lnTo>
                <a:lnTo>
                  <a:pt x="248" y="562"/>
                </a:lnTo>
                <a:lnTo>
                  <a:pt x="247" y="562"/>
                </a:lnTo>
                <a:lnTo>
                  <a:pt x="246" y="561"/>
                </a:lnTo>
                <a:lnTo>
                  <a:pt x="246" y="560"/>
                </a:lnTo>
                <a:lnTo>
                  <a:pt x="245" y="560"/>
                </a:lnTo>
                <a:lnTo>
                  <a:pt x="244" y="559"/>
                </a:lnTo>
                <a:lnTo>
                  <a:pt x="243" y="559"/>
                </a:lnTo>
                <a:lnTo>
                  <a:pt x="242" y="559"/>
                </a:lnTo>
                <a:lnTo>
                  <a:pt x="242" y="560"/>
                </a:lnTo>
                <a:lnTo>
                  <a:pt x="241" y="560"/>
                </a:lnTo>
                <a:lnTo>
                  <a:pt x="240" y="559"/>
                </a:lnTo>
                <a:lnTo>
                  <a:pt x="240" y="558"/>
                </a:lnTo>
                <a:lnTo>
                  <a:pt x="239" y="558"/>
                </a:lnTo>
                <a:lnTo>
                  <a:pt x="239" y="557"/>
                </a:lnTo>
                <a:lnTo>
                  <a:pt x="239" y="556"/>
                </a:lnTo>
                <a:lnTo>
                  <a:pt x="240" y="556"/>
                </a:lnTo>
                <a:lnTo>
                  <a:pt x="240" y="555"/>
                </a:lnTo>
                <a:lnTo>
                  <a:pt x="240" y="554"/>
                </a:lnTo>
                <a:lnTo>
                  <a:pt x="241" y="553"/>
                </a:lnTo>
                <a:lnTo>
                  <a:pt x="242" y="553"/>
                </a:lnTo>
                <a:lnTo>
                  <a:pt x="242" y="552"/>
                </a:lnTo>
                <a:lnTo>
                  <a:pt x="241" y="552"/>
                </a:lnTo>
                <a:lnTo>
                  <a:pt x="241" y="551"/>
                </a:lnTo>
                <a:lnTo>
                  <a:pt x="242" y="551"/>
                </a:lnTo>
                <a:lnTo>
                  <a:pt x="243" y="549"/>
                </a:lnTo>
                <a:lnTo>
                  <a:pt x="244" y="547"/>
                </a:lnTo>
                <a:lnTo>
                  <a:pt x="244" y="546"/>
                </a:lnTo>
                <a:lnTo>
                  <a:pt x="243" y="545"/>
                </a:lnTo>
                <a:lnTo>
                  <a:pt x="243" y="544"/>
                </a:lnTo>
                <a:lnTo>
                  <a:pt x="243" y="543"/>
                </a:lnTo>
                <a:lnTo>
                  <a:pt x="242" y="543"/>
                </a:lnTo>
                <a:lnTo>
                  <a:pt x="241" y="542"/>
                </a:lnTo>
                <a:lnTo>
                  <a:pt x="241" y="541"/>
                </a:lnTo>
                <a:lnTo>
                  <a:pt x="241" y="540"/>
                </a:lnTo>
                <a:lnTo>
                  <a:pt x="241" y="538"/>
                </a:lnTo>
                <a:lnTo>
                  <a:pt x="242" y="537"/>
                </a:lnTo>
                <a:lnTo>
                  <a:pt x="241" y="537"/>
                </a:lnTo>
                <a:lnTo>
                  <a:pt x="241" y="536"/>
                </a:lnTo>
                <a:lnTo>
                  <a:pt x="241" y="534"/>
                </a:lnTo>
                <a:lnTo>
                  <a:pt x="241" y="533"/>
                </a:lnTo>
                <a:lnTo>
                  <a:pt x="242" y="533"/>
                </a:lnTo>
                <a:lnTo>
                  <a:pt x="242" y="532"/>
                </a:lnTo>
                <a:lnTo>
                  <a:pt x="241" y="531"/>
                </a:lnTo>
                <a:lnTo>
                  <a:pt x="240" y="531"/>
                </a:lnTo>
                <a:lnTo>
                  <a:pt x="240" y="530"/>
                </a:lnTo>
                <a:lnTo>
                  <a:pt x="240" y="529"/>
                </a:lnTo>
                <a:lnTo>
                  <a:pt x="239" y="529"/>
                </a:lnTo>
                <a:lnTo>
                  <a:pt x="239" y="528"/>
                </a:lnTo>
                <a:lnTo>
                  <a:pt x="240" y="527"/>
                </a:lnTo>
                <a:lnTo>
                  <a:pt x="240" y="526"/>
                </a:lnTo>
                <a:lnTo>
                  <a:pt x="241" y="526"/>
                </a:lnTo>
                <a:lnTo>
                  <a:pt x="242" y="526"/>
                </a:lnTo>
                <a:lnTo>
                  <a:pt x="242" y="525"/>
                </a:lnTo>
                <a:lnTo>
                  <a:pt x="242" y="524"/>
                </a:lnTo>
                <a:lnTo>
                  <a:pt x="242" y="523"/>
                </a:lnTo>
                <a:lnTo>
                  <a:pt x="242" y="522"/>
                </a:lnTo>
                <a:lnTo>
                  <a:pt x="241" y="522"/>
                </a:lnTo>
                <a:lnTo>
                  <a:pt x="240" y="522"/>
                </a:lnTo>
                <a:lnTo>
                  <a:pt x="239" y="522"/>
                </a:lnTo>
                <a:lnTo>
                  <a:pt x="238" y="522"/>
                </a:lnTo>
                <a:lnTo>
                  <a:pt x="238" y="521"/>
                </a:lnTo>
                <a:lnTo>
                  <a:pt x="238" y="520"/>
                </a:lnTo>
                <a:lnTo>
                  <a:pt x="238" y="519"/>
                </a:lnTo>
                <a:lnTo>
                  <a:pt x="238" y="518"/>
                </a:lnTo>
                <a:lnTo>
                  <a:pt x="238" y="517"/>
                </a:lnTo>
                <a:lnTo>
                  <a:pt x="239" y="515"/>
                </a:lnTo>
                <a:lnTo>
                  <a:pt x="238" y="515"/>
                </a:lnTo>
                <a:lnTo>
                  <a:pt x="237" y="515"/>
                </a:lnTo>
                <a:lnTo>
                  <a:pt x="236" y="514"/>
                </a:lnTo>
                <a:lnTo>
                  <a:pt x="236" y="513"/>
                </a:lnTo>
                <a:lnTo>
                  <a:pt x="235" y="512"/>
                </a:lnTo>
                <a:lnTo>
                  <a:pt x="234" y="513"/>
                </a:lnTo>
                <a:lnTo>
                  <a:pt x="234" y="514"/>
                </a:lnTo>
                <a:lnTo>
                  <a:pt x="233" y="515"/>
                </a:lnTo>
                <a:lnTo>
                  <a:pt x="232" y="515"/>
                </a:lnTo>
                <a:lnTo>
                  <a:pt x="230" y="515"/>
                </a:lnTo>
                <a:lnTo>
                  <a:pt x="229" y="515"/>
                </a:lnTo>
                <a:lnTo>
                  <a:pt x="228" y="514"/>
                </a:lnTo>
                <a:lnTo>
                  <a:pt x="227" y="513"/>
                </a:lnTo>
                <a:lnTo>
                  <a:pt x="226" y="513"/>
                </a:lnTo>
                <a:lnTo>
                  <a:pt x="226" y="511"/>
                </a:lnTo>
                <a:lnTo>
                  <a:pt x="225" y="510"/>
                </a:lnTo>
                <a:lnTo>
                  <a:pt x="224" y="510"/>
                </a:lnTo>
                <a:lnTo>
                  <a:pt x="224" y="511"/>
                </a:lnTo>
                <a:lnTo>
                  <a:pt x="223" y="512"/>
                </a:lnTo>
                <a:lnTo>
                  <a:pt x="223" y="513"/>
                </a:lnTo>
                <a:lnTo>
                  <a:pt x="222" y="513"/>
                </a:lnTo>
                <a:lnTo>
                  <a:pt x="221" y="514"/>
                </a:lnTo>
                <a:lnTo>
                  <a:pt x="220" y="514"/>
                </a:lnTo>
                <a:lnTo>
                  <a:pt x="220" y="515"/>
                </a:lnTo>
                <a:lnTo>
                  <a:pt x="219" y="517"/>
                </a:lnTo>
                <a:lnTo>
                  <a:pt x="218" y="517"/>
                </a:lnTo>
                <a:lnTo>
                  <a:pt x="218" y="518"/>
                </a:lnTo>
                <a:lnTo>
                  <a:pt x="217" y="519"/>
                </a:lnTo>
                <a:lnTo>
                  <a:pt x="216" y="519"/>
                </a:lnTo>
                <a:lnTo>
                  <a:pt x="214" y="520"/>
                </a:lnTo>
                <a:lnTo>
                  <a:pt x="213" y="520"/>
                </a:lnTo>
                <a:lnTo>
                  <a:pt x="213" y="521"/>
                </a:lnTo>
                <a:lnTo>
                  <a:pt x="211" y="521"/>
                </a:lnTo>
                <a:lnTo>
                  <a:pt x="210" y="521"/>
                </a:lnTo>
                <a:lnTo>
                  <a:pt x="210" y="522"/>
                </a:lnTo>
                <a:lnTo>
                  <a:pt x="209" y="522"/>
                </a:lnTo>
                <a:lnTo>
                  <a:pt x="210" y="524"/>
                </a:lnTo>
                <a:lnTo>
                  <a:pt x="209" y="525"/>
                </a:lnTo>
                <a:lnTo>
                  <a:pt x="210" y="527"/>
                </a:lnTo>
                <a:lnTo>
                  <a:pt x="209" y="527"/>
                </a:lnTo>
                <a:lnTo>
                  <a:pt x="209" y="528"/>
                </a:lnTo>
                <a:lnTo>
                  <a:pt x="209" y="529"/>
                </a:lnTo>
                <a:lnTo>
                  <a:pt x="209" y="531"/>
                </a:lnTo>
                <a:lnTo>
                  <a:pt x="209" y="532"/>
                </a:lnTo>
                <a:lnTo>
                  <a:pt x="208" y="532"/>
                </a:lnTo>
                <a:lnTo>
                  <a:pt x="208" y="531"/>
                </a:lnTo>
                <a:lnTo>
                  <a:pt x="207" y="532"/>
                </a:lnTo>
                <a:lnTo>
                  <a:pt x="206" y="532"/>
                </a:lnTo>
                <a:lnTo>
                  <a:pt x="205" y="533"/>
                </a:lnTo>
                <a:lnTo>
                  <a:pt x="204" y="533"/>
                </a:lnTo>
                <a:lnTo>
                  <a:pt x="203" y="533"/>
                </a:lnTo>
                <a:lnTo>
                  <a:pt x="203" y="532"/>
                </a:lnTo>
                <a:lnTo>
                  <a:pt x="202" y="533"/>
                </a:lnTo>
                <a:lnTo>
                  <a:pt x="201" y="533"/>
                </a:lnTo>
                <a:lnTo>
                  <a:pt x="201" y="534"/>
                </a:lnTo>
                <a:lnTo>
                  <a:pt x="200" y="534"/>
                </a:lnTo>
                <a:lnTo>
                  <a:pt x="200" y="533"/>
                </a:lnTo>
                <a:lnTo>
                  <a:pt x="199" y="533"/>
                </a:lnTo>
                <a:lnTo>
                  <a:pt x="199" y="534"/>
                </a:lnTo>
                <a:lnTo>
                  <a:pt x="198" y="534"/>
                </a:lnTo>
                <a:lnTo>
                  <a:pt x="198" y="533"/>
                </a:lnTo>
                <a:lnTo>
                  <a:pt x="199" y="533"/>
                </a:lnTo>
                <a:lnTo>
                  <a:pt x="199" y="532"/>
                </a:lnTo>
                <a:lnTo>
                  <a:pt x="199" y="531"/>
                </a:lnTo>
                <a:lnTo>
                  <a:pt x="199" y="530"/>
                </a:lnTo>
                <a:lnTo>
                  <a:pt x="199" y="529"/>
                </a:lnTo>
                <a:lnTo>
                  <a:pt x="198" y="529"/>
                </a:lnTo>
                <a:lnTo>
                  <a:pt x="197" y="529"/>
                </a:lnTo>
                <a:lnTo>
                  <a:pt x="197" y="528"/>
                </a:lnTo>
                <a:lnTo>
                  <a:pt x="198" y="528"/>
                </a:lnTo>
                <a:lnTo>
                  <a:pt x="198" y="527"/>
                </a:lnTo>
                <a:lnTo>
                  <a:pt x="197" y="526"/>
                </a:lnTo>
                <a:lnTo>
                  <a:pt x="196" y="526"/>
                </a:lnTo>
                <a:lnTo>
                  <a:pt x="196" y="525"/>
                </a:lnTo>
                <a:lnTo>
                  <a:pt x="196" y="524"/>
                </a:lnTo>
                <a:lnTo>
                  <a:pt x="196" y="523"/>
                </a:lnTo>
                <a:lnTo>
                  <a:pt x="196" y="522"/>
                </a:lnTo>
                <a:lnTo>
                  <a:pt x="196" y="521"/>
                </a:lnTo>
                <a:lnTo>
                  <a:pt x="195" y="521"/>
                </a:lnTo>
                <a:lnTo>
                  <a:pt x="196" y="521"/>
                </a:lnTo>
                <a:lnTo>
                  <a:pt x="196" y="519"/>
                </a:lnTo>
                <a:lnTo>
                  <a:pt x="197" y="518"/>
                </a:lnTo>
                <a:lnTo>
                  <a:pt x="197" y="517"/>
                </a:lnTo>
                <a:lnTo>
                  <a:pt x="198" y="517"/>
                </a:lnTo>
                <a:lnTo>
                  <a:pt x="198" y="516"/>
                </a:lnTo>
                <a:lnTo>
                  <a:pt x="198" y="515"/>
                </a:lnTo>
                <a:lnTo>
                  <a:pt x="198" y="514"/>
                </a:lnTo>
                <a:lnTo>
                  <a:pt x="199" y="513"/>
                </a:lnTo>
                <a:lnTo>
                  <a:pt x="199" y="512"/>
                </a:lnTo>
                <a:lnTo>
                  <a:pt x="199" y="511"/>
                </a:lnTo>
                <a:lnTo>
                  <a:pt x="200" y="510"/>
                </a:lnTo>
                <a:lnTo>
                  <a:pt x="200" y="509"/>
                </a:lnTo>
                <a:lnTo>
                  <a:pt x="201" y="508"/>
                </a:lnTo>
                <a:lnTo>
                  <a:pt x="202" y="508"/>
                </a:lnTo>
                <a:lnTo>
                  <a:pt x="203" y="508"/>
                </a:lnTo>
                <a:lnTo>
                  <a:pt x="203" y="507"/>
                </a:lnTo>
                <a:lnTo>
                  <a:pt x="205" y="507"/>
                </a:lnTo>
                <a:lnTo>
                  <a:pt x="205" y="506"/>
                </a:lnTo>
                <a:lnTo>
                  <a:pt x="206" y="506"/>
                </a:lnTo>
                <a:lnTo>
                  <a:pt x="207" y="505"/>
                </a:lnTo>
                <a:lnTo>
                  <a:pt x="208" y="505"/>
                </a:lnTo>
                <a:lnTo>
                  <a:pt x="209" y="504"/>
                </a:lnTo>
                <a:lnTo>
                  <a:pt x="210" y="504"/>
                </a:lnTo>
                <a:lnTo>
                  <a:pt x="210" y="503"/>
                </a:lnTo>
                <a:lnTo>
                  <a:pt x="210" y="502"/>
                </a:lnTo>
                <a:lnTo>
                  <a:pt x="210" y="501"/>
                </a:lnTo>
                <a:lnTo>
                  <a:pt x="210" y="500"/>
                </a:lnTo>
                <a:lnTo>
                  <a:pt x="210" y="499"/>
                </a:lnTo>
                <a:lnTo>
                  <a:pt x="210" y="498"/>
                </a:lnTo>
                <a:lnTo>
                  <a:pt x="209" y="498"/>
                </a:lnTo>
                <a:lnTo>
                  <a:pt x="209" y="497"/>
                </a:lnTo>
                <a:lnTo>
                  <a:pt x="209" y="496"/>
                </a:lnTo>
                <a:lnTo>
                  <a:pt x="210" y="496"/>
                </a:lnTo>
                <a:lnTo>
                  <a:pt x="211" y="496"/>
                </a:lnTo>
                <a:lnTo>
                  <a:pt x="211" y="495"/>
                </a:lnTo>
                <a:lnTo>
                  <a:pt x="212" y="495"/>
                </a:lnTo>
                <a:lnTo>
                  <a:pt x="213" y="494"/>
                </a:lnTo>
                <a:lnTo>
                  <a:pt x="214" y="493"/>
                </a:lnTo>
                <a:lnTo>
                  <a:pt x="214" y="492"/>
                </a:lnTo>
                <a:lnTo>
                  <a:pt x="214" y="491"/>
                </a:lnTo>
                <a:lnTo>
                  <a:pt x="215" y="491"/>
                </a:lnTo>
                <a:lnTo>
                  <a:pt x="215" y="490"/>
                </a:lnTo>
                <a:lnTo>
                  <a:pt x="216" y="489"/>
                </a:lnTo>
                <a:lnTo>
                  <a:pt x="216" y="488"/>
                </a:lnTo>
                <a:lnTo>
                  <a:pt x="217" y="488"/>
                </a:lnTo>
                <a:lnTo>
                  <a:pt x="219" y="488"/>
                </a:lnTo>
                <a:lnTo>
                  <a:pt x="220" y="488"/>
                </a:lnTo>
                <a:lnTo>
                  <a:pt x="220" y="487"/>
                </a:lnTo>
                <a:lnTo>
                  <a:pt x="221" y="487"/>
                </a:lnTo>
                <a:lnTo>
                  <a:pt x="223" y="485"/>
                </a:lnTo>
                <a:lnTo>
                  <a:pt x="223" y="483"/>
                </a:lnTo>
                <a:lnTo>
                  <a:pt x="224" y="482"/>
                </a:lnTo>
                <a:lnTo>
                  <a:pt x="225" y="482"/>
                </a:lnTo>
                <a:lnTo>
                  <a:pt x="226" y="482"/>
                </a:lnTo>
                <a:lnTo>
                  <a:pt x="226" y="481"/>
                </a:lnTo>
                <a:lnTo>
                  <a:pt x="227" y="480"/>
                </a:lnTo>
                <a:lnTo>
                  <a:pt x="227" y="479"/>
                </a:lnTo>
                <a:lnTo>
                  <a:pt x="227" y="478"/>
                </a:lnTo>
                <a:lnTo>
                  <a:pt x="227" y="477"/>
                </a:lnTo>
                <a:lnTo>
                  <a:pt x="228" y="476"/>
                </a:lnTo>
                <a:lnTo>
                  <a:pt x="228" y="475"/>
                </a:lnTo>
                <a:lnTo>
                  <a:pt x="229" y="475"/>
                </a:lnTo>
                <a:lnTo>
                  <a:pt x="229" y="474"/>
                </a:lnTo>
                <a:lnTo>
                  <a:pt x="229" y="472"/>
                </a:lnTo>
                <a:lnTo>
                  <a:pt x="230" y="471"/>
                </a:lnTo>
                <a:lnTo>
                  <a:pt x="229" y="470"/>
                </a:lnTo>
                <a:lnTo>
                  <a:pt x="229" y="469"/>
                </a:lnTo>
                <a:lnTo>
                  <a:pt x="229" y="468"/>
                </a:lnTo>
                <a:lnTo>
                  <a:pt x="230" y="466"/>
                </a:lnTo>
                <a:lnTo>
                  <a:pt x="230" y="465"/>
                </a:lnTo>
                <a:lnTo>
                  <a:pt x="230" y="464"/>
                </a:lnTo>
                <a:lnTo>
                  <a:pt x="231" y="464"/>
                </a:lnTo>
                <a:lnTo>
                  <a:pt x="230" y="463"/>
                </a:lnTo>
                <a:lnTo>
                  <a:pt x="230" y="462"/>
                </a:lnTo>
                <a:lnTo>
                  <a:pt x="229" y="462"/>
                </a:lnTo>
                <a:lnTo>
                  <a:pt x="229" y="461"/>
                </a:lnTo>
                <a:lnTo>
                  <a:pt x="228" y="460"/>
                </a:lnTo>
                <a:lnTo>
                  <a:pt x="228" y="459"/>
                </a:lnTo>
                <a:lnTo>
                  <a:pt x="228" y="458"/>
                </a:lnTo>
                <a:lnTo>
                  <a:pt x="228" y="457"/>
                </a:lnTo>
                <a:lnTo>
                  <a:pt x="229" y="457"/>
                </a:lnTo>
                <a:lnTo>
                  <a:pt x="229" y="456"/>
                </a:lnTo>
                <a:lnTo>
                  <a:pt x="228" y="455"/>
                </a:lnTo>
                <a:lnTo>
                  <a:pt x="228" y="453"/>
                </a:lnTo>
                <a:lnTo>
                  <a:pt x="228" y="452"/>
                </a:lnTo>
                <a:lnTo>
                  <a:pt x="228" y="451"/>
                </a:lnTo>
                <a:lnTo>
                  <a:pt x="229" y="451"/>
                </a:lnTo>
                <a:lnTo>
                  <a:pt x="230" y="450"/>
                </a:lnTo>
                <a:lnTo>
                  <a:pt x="230" y="451"/>
                </a:lnTo>
                <a:lnTo>
                  <a:pt x="231" y="451"/>
                </a:lnTo>
                <a:lnTo>
                  <a:pt x="232" y="451"/>
                </a:lnTo>
                <a:lnTo>
                  <a:pt x="233" y="450"/>
                </a:lnTo>
                <a:lnTo>
                  <a:pt x="234" y="450"/>
                </a:lnTo>
                <a:lnTo>
                  <a:pt x="235" y="450"/>
                </a:lnTo>
                <a:lnTo>
                  <a:pt x="236" y="450"/>
                </a:lnTo>
                <a:lnTo>
                  <a:pt x="236" y="449"/>
                </a:lnTo>
                <a:lnTo>
                  <a:pt x="236" y="448"/>
                </a:lnTo>
                <a:lnTo>
                  <a:pt x="237" y="447"/>
                </a:lnTo>
                <a:lnTo>
                  <a:pt x="238" y="447"/>
                </a:lnTo>
                <a:lnTo>
                  <a:pt x="239" y="447"/>
                </a:lnTo>
                <a:lnTo>
                  <a:pt x="240" y="447"/>
                </a:lnTo>
                <a:lnTo>
                  <a:pt x="240" y="446"/>
                </a:lnTo>
                <a:lnTo>
                  <a:pt x="240" y="445"/>
                </a:lnTo>
                <a:lnTo>
                  <a:pt x="239" y="444"/>
                </a:lnTo>
                <a:lnTo>
                  <a:pt x="239" y="443"/>
                </a:lnTo>
                <a:lnTo>
                  <a:pt x="240" y="443"/>
                </a:lnTo>
                <a:lnTo>
                  <a:pt x="239" y="442"/>
                </a:lnTo>
                <a:lnTo>
                  <a:pt x="238" y="442"/>
                </a:lnTo>
                <a:lnTo>
                  <a:pt x="238" y="441"/>
                </a:lnTo>
                <a:lnTo>
                  <a:pt x="238" y="440"/>
                </a:lnTo>
                <a:lnTo>
                  <a:pt x="239" y="439"/>
                </a:lnTo>
                <a:lnTo>
                  <a:pt x="240" y="439"/>
                </a:lnTo>
                <a:lnTo>
                  <a:pt x="241" y="439"/>
                </a:lnTo>
                <a:lnTo>
                  <a:pt x="242" y="439"/>
                </a:lnTo>
                <a:lnTo>
                  <a:pt x="242" y="438"/>
                </a:lnTo>
                <a:lnTo>
                  <a:pt x="243" y="438"/>
                </a:lnTo>
                <a:lnTo>
                  <a:pt x="244" y="438"/>
                </a:lnTo>
                <a:lnTo>
                  <a:pt x="244" y="437"/>
                </a:lnTo>
                <a:lnTo>
                  <a:pt x="244" y="436"/>
                </a:lnTo>
                <a:lnTo>
                  <a:pt x="243" y="436"/>
                </a:lnTo>
                <a:lnTo>
                  <a:pt x="242" y="436"/>
                </a:lnTo>
                <a:lnTo>
                  <a:pt x="241" y="436"/>
                </a:lnTo>
                <a:lnTo>
                  <a:pt x="241" y="435"/>
                </a:lnTo>
                <a:lnTo>
                  <a:pt x="242" y="435"/>
                </a:lnTo>
                <a:lnTo>
                  <a:pt x="241" y="435"/>
                </a:lnTo>
                <a:lnTo>
                  <a:pt x="240" y="435"/>
                </a:lnTo>
                <a:lnTo>
                  <a:pt x="239" y="435"/>
                </a:lnTo>
                <a:lnTo>
                  <a:pt x="238" y="435"/>
                </a:lnTo>
                <a:lnTo>
                  <a:pt x="238" y="436"/>
                </a:lnTo>
                <a:lnTo>
                  <a:pt x="237" y="436"/>
                </a:lnTo>
                <a:lnTo>
                  <a:pt x="236" y="435"/>
                </a:lnTo>
                <a:lnTo>
                  <a:pt x="235" y="435"/>
                </a:lnTo>
                <a:lnTo>
                  <a:pt x="234" y="435"/>
                </a:lnTo>
                <a:lnTo>
                  <a:pt x="234" y="434"/>
                </a:lnTo>
                <a:lnTo>
                  <a:pt x="234" y="433"/>
                </a:lnTo>
                <a:lnTo>
                  <a:pt x="233" y="433"/>
                </a:lnTo>
                <a:lnTo>
                  <a:pt x="233" y="434"/>
                </a:lnTo>
                <a:lnTo>
                  <a:pt x="232" y="434"/>
                </a:lnTo>
                <a:lnTo>
                  <a:pt x="231" y="434"/>
                </a:lnTo>
                <a:lnTo>
                  <a:pt x="231" y="433"/>
                </a:lnTo>
                <a:lnTo>
                  <a:pt x="230" y="433"/>
                </a:lnTo>
                <a:lnTo>
                  <a:pt x="229" y="434"/>
                </a:lnTo>
                <a:lnTo>
                  <a:pt x="228" y="434"/>
                </a:lnTo>
                <a:lnTo>
                  <a:pt x="228" y="435"/>
                </a:lnTo>
                <a:lnTo>
                  <a:pt x="227" y="435"/>
                </a:lnTo>
                <a:lnTo>
                  <a:pt x="227" y="436"/>
                </a:lnTo>
                <a:lnTo>
                  <a:pt x="226" y="437"/>
                </a:lnTo>
                <a:lnTo>
                  <a:pt x="226" y="438"/>
                </a:lnTo>
                <a:lnTo>
                  <a:pt x="225" y="438"/>
                </a:lnTo>
                <a:lnTo>
                  <a:pt x="224" y="437"/>
                </a:lnTo>
                <a:lnTo>
                  <a:pt x="223" y="437"/>
                </a:lnTo>
                <a:lnTo>
                  <a:pt x="222" y="437"/>
                </a:lnTo>
                <a:lnTo>
                  <a:pt x="222" y="436"/>
                </a:lnTo>
                <a:lnTo>
                  <a:pt x="222" y="435"/>
                </a:lnTo>
                <a:lnTo>
                  <a:pt x="222" y="434"/>
                </a:lnTo>
                <a:lnTo>
                  <a:pt x="221" y="434"/>
                </a:lnTo>
                <a:lnTo>
                  <a:pt x="220" y="433"/>
                </a:lnTo>
                <a:lnTo>
                  <a:pt x="220" y="432"/>
                </a:lnTo>
                <a:lnTo>
                  <a:pt x="220" y="431"/>
                </a:lnTo>
                <a:lnTo>
                  <a:pt x="220" y="430"/>
                </a:lnTo>
                <a:lnTo>
                  <a:pt x="219" y="430"/>
                </a:lnTo>
                <a:lnTo>
                  <a:pt x="219" y="429"/>
                </a:lnTo>
                <a:lnTo>
                  <a:pt x="218" y="429"/>
                </a:lnTo>
                <a:lnTo>
                  <a:pt x="219" y="428"/>
                </a:lnTo>
                <a:lnTo>
                  <a:pt x="218" y="428"/>
                </a:lnTo>
                <a:lnTo>
                  <a:pt x="217" y="427"/>
                </a:lnTo>
                <a:lnTo>
                  <a:pt x="218" y="426"/>
                </a:lnTo>
                <a:lnTo>
                  <a:pt x="218" y="425"/>
                </a:lnTo>
                <a:lnTo>
                  <a:pt x="219" y="423"/>
                </a:lnTo>
                <a:lnTo>
                  <a:pt x="219" y="422"/>
                </a:lnTo>
                <a:lnTo>
                  <a:pt x="220" y="421"/>
                </a:lnTo>
                <a:lnTo>
                  <a:pt x="220" y="420"/>
                </a:lnTo>
                <a:lnTo>
                  <a:pt x="221" y="418"/>
                </a:lnTo>
                <a:lnTo>
                  <a:pt x="223" y="418"/>
                </a:lnTo>
                <a:lnTo>
                  <a:pt x="223" y="419"/>
                </a:lnTo>
                <a:lnTo>
                  <a:pt x="224" y="419"/>
                </a:lnTo>
                <a:lnTo>
                  <a:pt x="224" y="418"/>
                </a:lnTo>
                <a:lnTo>
                  <a:pt x="224" y="417"/>
                </a:lnTo>
                <a:lnTo>
                  <a:pt x="223" y="417"/>
                </a:lnTo>
                <a:lnTo>
                  <a:pt x="223" y="416"/>
                </a:lnTo>
                <a:lnTo>
                  <a:pt x="222" y="415"/>
                </a:lnTo>
                <a:lnTo>
                  <a:pt x="223" y="413"/>
                </a:lnTo>
                <a:lnTo>
                  <a:pt x="223" y="412"/>
                </a:lnTo>
                <a:lnTo>
                  <a:pt x="224" y="411"/>
                </a:lnTo>
                <a:lnTo>
                  <a:pt x="224" y="410"/>
                </a:lnTo>
                <a:lnTo>
                  <a:pt x="223" y="409"/>
                </a:lnTo>
                <a:lnTo>
                  <a:pt x="223" y="408"/>
                </a:lnTo>
                <a:lnTo>
                  <a:pt x="223" y="407"/>
                </a:lnTo>
                <a:lnTo>
                  <a:pt x="224" y="407"/>
                </a:lnTo>
                <a:lnTo>
                  <a:pt x="224" y="406"/>
                </a:lnTo>
                <a:lnTo>
                  <a:pt x="225" y="406"/>
                </a:lnTo>
                <a:lnTo>
                  <a:pt x="225" y="405"/>
                </a:lnTo>
                <a:lnTo>
                  <a:pt x="225" y="404"/>
                </a:lnTo>
                <a:lnTo>
                  <a:pt x="224" y="404"/>
                </a:lnTo>
                <a:lnTo>
                  <a:pt x="224" y="402"/>
                </a:lnTo>
                <a:lnTo>
                  <a:pt x="225" y="401"/>
                </a:lnTo>
                <a:lnTo>
                  <a:pt x="226" y="401"/>
                </a:lnTo>
                <a:lnTo>
                  <a:pt x="226" y="400"/>
                </a:lnTo>
                <a:lnTo>
                  <a:pt x="226" y="399"/>
                </a:lnTo>
                <a:lnTo>
                  <a:pt x="226" y="397"/>
                </a:lnTo>
                <a:lnTo>
                  <a:pt x="226" y="396"/>
                </a:lnTo>
                <a:lnTo>
                  <a:pt x="225" y="396"/>
                </a:lnTo>
                <a:lnTo>
                  <a:pt x="224" y="395"/>
                </a:lnTo>
                <a:lnTo>
                  <a:pt x="223" y="396"/>
                </a:lnTo>
                <a:lnTo>
                  <a:pt x="222" y="396"/>
                </a:lnTo>
                <a:lnTo>
                  <a:pt x="221" y="396"/>
                </a:lnTo>
                <a:lnTo>
                  <a:pt x="220" y="396"/>
                </a:lnTo>
                <a:lnTo>
                  <a:pt x="219" y="396"/>
                </a:lnTo>
                <a:lnTo>
                  <a:pt x="218" y="395"/>
                </a:lnTo>
                <a:lnTo>
                  <a:pt x="218" y="394"/>
                </a:lnTo>
                <a:lnTo>
                  <a:pt x="218" y="393"/>
                </a:lnTo>
                <a:lnTo>
                  <a:pt x="218" y="392"/>
                </a:lnTo>
                <a:lnTo>
                  <a:pt x="217" y="392"/>
                </a:lnTo>
                <a:lnTo>
                  <a:pt x="216" y="392"/>
                </a:lnTo>
                <a:lnTo>
                  <a:pt x="215" y="391"/>
                </a:lnTo>
                <a:lnTo>
                  <a:pt x="215" y="392"/>
                </a:lnTo>
                <a:lnTo>
                  <a:pt x="213" y="392"/>
                </a:lnTo>
                <a:lnTo>
                  <a:pt x="211" y="392"/>
                </a:lnTo>
                <a:lnTo>
                  <a:pt x="210" y="392"/>
                </a:lnTo>
                <a:lnTo>
                  <a:pt x="209" y="392"/>
                </a:lnTo>
                <a:lnTo>
                  <a:pt x="208" y="392"/>
                </a:lnTo>
                <a:lnTo>
                  <a:pt x="207" y="391"/>
                </a:lnTo>
                <a:lnTo>
                  <a:pt x="206" y="390"/>
                </a:lnTo>
                <a:lnTo>
                  <a:pt x="205" y="390"/>
                </a:lnTo>
                <a:lnTo>
                  <a:pt x="205" y="391"/>
                </a:lnTo>
                <a:lnTo>
                  <a:pt x="204" y="390"/>
                </a:lnTo>
                <a:lnTo>
                  <a:pt x="204" y="389"/>
                </a:lnTo>
                <a:lnTo>
                  <a:pt x="203" y="389"/>
                </a:lnTo>
                <a:lnTo>
                  <a:pt x="202" y="389"/>
                </a:lnTo>
                <a:lnTo>
                  <a:pt x="201" y="389"/>
                </a:lnTo>
                <a:lnTo>
                  <a:pt x="200" y="388"/>
                </a:lnTo>
                <a:lnTo>
                  <a:pt x="200" y="387"/>
                </a:lnTo>
                <a:lnTo>
                  <a:pt x="201" y="387"/>
                </a:lnTo>
                <a:lnTo>
                  <a:pt x="200" y="387"/>
                </a:lnTo>
                <a:lnTo>
                  <a:pt x="199" y="386"/>
                </a:lnTo>
                <a:lnTo>
                  <a:pt x="199" y="385"/>
                </a:lnTo>
                <a:lnTo>
                  <a:pt x="198" y="385"/>
                </a:lnTo>
                <a:lnTo>
                  <a:pt x="198" y="384"/>
                </a:lnTo>
                <a:lnTo>
                  <a:pt x="197" y="384"/>
                </a:lnTo>
                <a:lnTo>
                  <a:pt x="196" y="384"/>
                </a:lnTo>
                <a:lnTo>
                  <a:pt x="195" y="385"/>
                </a:lnTo>
                <a:lnTo>
                  <a:pt x="195" y="386"/>
                </a:lnTo>
                <a:lnTo>
                  <a:pt x="195" y="387"/>
                </a:lnTo>
                <a:lnTo>
                  <a:pt x="195" y="389"/>
                </a:lnTo>
                <a:lnTo>
                  <a:pt x="195" y="390"/>
                </a:lnTo>
                <a:lnTo>
                  <a:pt x="194" y="390"/>
                </a:lnTo>
                <a:lnTo>
                  <a:pt x="193" y="390"/>
                </a:lnTo>
                <a:lnTo>
                  <a:pt x="193" y="391"/>
                </a:lnTo>
                <a:lnTo>
                  <a:pt x="194" y="392"/>
                </a:lnTo>
                <a:lnTo>
                  <a:pt x="194" y="394"/>
                </a:lnTo>
                <a:lnTo>
                  <a:pt x="194" y="395"/>
                </a:lnTo>
                <a:lnTo>
                  <a:pt x="194" y="397"/>
                </a:lnTo>
                <a:lnTo>
                  <a:pt x="193" y="397"/>
                </a:lnTo>
                <a:lnTo>
                  <a:pt x="193" y="396"/>
                </a:lnTo>
                <a:lnTo>
                  <a:pt x="192" y="395"/>
                </a:lnTo>
                <a:lnTo>
                  <a:pt x="191" y="395"/>
                </a:lnTo>
                <a:lnTo>
                  <a:pt x="190" y="395"/>
                </a:lnTo>
                <a:lnTo>
                  <a:pt x="188" y="396"/>
                </a:lnTo>
                <a:lnTo>
                  <a:pt x="187" y="396"/>
                </a:lnTo>
                <a:lnTo>
                  <a:pt x="186" y="396"/>
                </a:lnTo>
                <a:lnTo>
                  <a:pt x="186" y="397"/>
                </a:lnTo>
                <a:lnTo>
                  <a:pt x="185" y="397"/>
                </a:lnTo>
                <a:lnTo>
                  <a:pt x="184" y="397"/>
                </a:lnTo>
                <a:lnTo>
                  <a:pt x="183" y="397"/>
                </a:lnTo>
                <a:lnTo>
                  <a:pt x="182" y="396"/>
                </a:lnTo>
                <a:lnTo>
                  <a:pt x="180" y="396"/>
                </a:lnTo>
                <a:lnTo>
                  <a:pt x="179" y="397"/>
                </a:lnTo>
                <a:lnTo>
                  <a:pt x="179" y="398"/>
                </a:lnTo>
                <a:lnTo>
                  <a:pt x="178" y="398"/>
                </a:lnTo>
                <a:lnTo>
                  <a:pt x="177" y="396"/>
                </a:lnTo>
                <a:lnTo>
                  <a:pt x="176" y="396"/>
                </a:lnTo>
                <a:lnTo>
                  <a:pt x="177" y="395"/>
                </a:lnTo>
                <a:lnTo>
                  <a:pt x="177" y="394"/>
                </a:lnTo>
                <a:lnTo>
                  <a:pt x="177" y="393"/>
                </a:lnTo>
                <a:lnTo>
                  <a:pt x="178" y="392"/>
                </a:lnTo>
                <a:lnTo>
                  <a:pt x="177" y="391"/>
                </a:lnTo>
                <a:lnTo>
                  <a:pt x="176" y="391"/>
                </a:lnTo>
                <a:lnTo>
                  <a:pt x="176" y="392"/>
                </a:lnTo>
                <a:lnTo>
                  <a:pt x="175" y="392"/>
                </a:lnTo>
                <a:lnTo>
                  <a:pt x="176" y="392"/>
                </a:lnTo>
                <a:lnTo>
                  <a:pt x="176" y="393"/>
                </a:lnTo>
                <a:lnTo>
                  <a:pt x="175" y="393"/>
                </a:lnTo>
                <a:lnTo>
                  <a:pt x="174" y="393"/>
                </a:lnTo>
                <a:lnTo>
                  <a:pt x="173" y="393"/>
                </a:lnTo>
                <a:lnTo>
                  <a:pt x="174" y="393"/>
                </a:lnTo>
                <a:lnTo>
                  <a:pt x="174" y="392"/>
                </a:lnTo>
                <a:lnTo>
                  <a:pt x="172" y="391"/>
                </a:lnTo>
                <a:lnTo>
                  <a:pt x="170" y="391"/>
                </a:lnTo>
                <a:lnTo>
                  <a:pt x="169" y="391"/>
                </a:lnTo>
                <a:lnTo>
                  <a:pt x="169" y="392"/>
                </a:lnTo>
                <a:lnTo>
                  <a:pt x="168" y="392"/>
                </a:lnTo>
                <a:lnTo>
                  <a:pt x="168" y="391"/>
                </a:lnTo>
                <a:lnTo>
                  <a:pt x="166" y="391"/>
                </a:lnTo>
                <a:lnTo>
                  <a:pt x="166" y="390"/>
                </a:lnTo>
                <a:lnTo>
                  <a:pt x="166" y="389"/>
                </a:lnTo>
                <a:lnTo>
                  <a:pt x="165" y="389"/>
                </a:lnTo>
                <a:lnTo>
                  <a:pt x="164" y="391"/>
                </a:lnTo>
                <a:lnTo>
                  <a:pt x="163" y="393"/>
                </a:lnTo>
                <a:lnTo>
                  <a:pt x="162" y="393"/>
                </a:lnTo>
                <a:lnTo>
                  <a:pt x="161" y="394"/>
                </a:lnTo>
                <a:lnTo>
                  <a:pt x="160" y="394"/>
                </a:lnTo>
                <a:lnTo>
                  <a:pt x="159" y="395"/>
                </a:lnTo>
                <a:lnTo>
                  <a:pt x="159" y="396"/>
                </a:lnTo>
                <a:lnTo>
                  <a:pt x="159" y="397"/>
                </a:lnTo>
                <a:lnTo>
                  <a:pt x="160" y="397"/>
                </a:lnTo>
                <a:lnTo>
                  <a:pt x="160" y="398"/>
                </a:lnTo>
                <a:lnTo>
                  <a:pt x="160" y="400"/>
                </a:lnTo>
                <a:lnTo>
                  <a:pt x="159" y="400"/>
                </a:lnTo>
                <a:lnTo>
                  <a:pt x="159" y="401"/>
                </a:lnTo>
                <a:lnTo>
                  <a:pt x="158" y="401"/>
                </a:lnTo>
                <a:lnTo>
                  <a:pt x="158" y="402"/>
                </a:lnTo>
                <a:lnTo>
                  <a:pt x="158" y="403"/>
                </a:lnTo>
                <a:lnTo>
                  <a:pt x="157" y="404"/>
                </a:lnTo>
                <a:lnTo>
                  <a:pt x="156" y="404"/>
                </a:lnTo>
                <a:lnTo>
                  <a:pt x="156" y="405"/>
                </a:lnTo>
                <a:lnTo>
                  <a:pt x="155" y="405"/>
                </a:lnTo>
                <a:lnTo>
                  <a:pt x="155" y="406"/>
                </a:lnTo>
                <a:lnTo>
                  <a:pt x="154" y="406"/>
                </a:lnTo>
                <a:lnTo>
                  <a:pt x="154" y="405"/>
                </a:lnTo>
                <a:lnTo>
                  <a:pt x="153" y="405"/>
                </a:lnTo>
                <a:lnTo>
                  <a:pt x="153" y="404"/>
                </a:lnTo>
                <a:lnTo>
                  <a:pt x="153" y="405"/>
                </a:lnTo>
                <a:lnTo>
                  <a:pt x="152" y="405"/>
                </a:lnTo>
                <a:lnTo>
                  <a:pt x="150" y="407"/>
                </a:lnTo>
                <a:lnTo>
                  <a:pt x="149" y="408"/>
                </a:lnTo>
                <a:lnTo>
                  <a:pt x="148" y="409"/>
                </a:lnTo>
                <a:lnTo>
                  <a:pt x="147" y="411"/>
                </a:lnTo>
                <a:lnTo>
                  <a:pt x="146" y="411"/>
                </a:lnTo>
                <a:lnTo>
                  <a:pt x="145" y="411"/>
                </a:lnTo>
                <a:lnTo>
                  <a:pt x="145" y="412"/>
                </a:lnTo>
                <a:lnTo>
                  <a:pt x="144" y="413"/>
                </a:lnTo>
                <a:lnTo>
                  <a:pt x="144" y="415"/>
                </a:lnTo>
                <a:lnTo>
                  <a:pt x="144" y="416"/>
                </a:lnTo>
                <a:lnTo>
                  <a:pt x="143" y="416"/>
                </a:lnTo>
                <a:lnTo>
                  <a:pt x="142" y="417"/>
                </a:lnTo>
                <a:lnTo>
                  <a:pt x="142" y="418"/>
                </a:lnTo>
                <a:lnTo>
                  <a:pt x="142" y="419"/>
                </a:lnTo>
                <a:lnTo>
                  <a:pt x="142" y="420"/>
                </a:lnTo>
                <a:lnTo>
                  <a:pt x="141" y="421"/>
                </a:lnTo>
                <a:lnTo>
                  <a:pt x="141" y="422"/>
                </a:lnTo>
                <a:lnTo>
                  <a:pt x="141" y="423"/>
                </a:lnTo>
                <a:lnTo>
                  <a:pt x="140" y="425"/>
                </a:lnTo>
                <a:lnTo>
                  <a:pt x="139" y="426"/>
                </a:lnTo>
                <a:lnTo>
                  <a:pt x="138" y="427"/>
                </a:lnTo>
                <a:lnTo>
                  <a:pt x="137" y="427"/>
                </a:lnTo>
                <a:lnTo>
                  <a:pt x="136" y="427"/>
                </a:lnTo>
                <a:lnTo>
                  <a:pt x="135" y="427"/>
                </a:lnTo>
                <a:lnTo>
                  <a:pt x="134" y="427"/>
                </a:lnTo>
                <a:lnTo>
                  <a:pt x="133" y="427"/>
                </a:lnTo>
                <a:lnTo>
                  <a:pt x="132" y="426"/>
                </a:lnTo>
                <a:lnTo>
                  <a:pt x="132" y="425"/>
                </a:lnTo>
                <a:lnTo>
                  <a:pt x="133" y="425"/>
                </a:lnTo>
                <a:lnTo>
                  <a:pt x="133" y="424"/>
                </a:lnTo>
                <a:lnTo>
                  <a:pt x="132" y="423"/>
                </a:lnTo>
                <a:lnTo>
                  <a:pt x="132" y="422"/>
                </a:lnTo>
                <a:lnTo>
                  <a:pt x="132" y="421"/>
                </a:lnTo>
                <a:lnTo>
                  <a:pt x="131" y="420"/>
                </a:lnTo>
                <a:lnTo>
                  <a:pt x="130" y="419"/>
                </a:lnTo>
                <a:lnTo>
                  <a:pt x="129" y="419"/>
                </a:lnTo>
                <a:lnTo>
                  <a:pt x="129" y="418"/>
                </a:lnTo>
                <a:lnTo>
                  <a:pt x="128" y="417"/>
                </a:lnTo>
                <a:lnTo>
                  <a:pt x="127" y="416"/>
                </a:lnTo>
                <a:lnTo>
                  <a:pt x="127" y="417"/>
                </a:lnTo>
                <a:lnTo>
                  <a:pt x="126" y="418"/>
                </a:lnTo>
                <a:lnTo>
                  <a:pt x="125" y="419"/>
                </a:lnTo>
                <a:lnTo>
                  <a:pt x="125" y="420"/>
                </a:lnTo>
                <a:lnTo>
                  <a:pt x="125" y="421"/>
                </a:lnTo>
                <a:lnTo>
                  <a:pt x="124" y="421"/>
                </a:lnTo>
                <a:lnTo>
                  <a:pt x="123" y="421"/>
                </a:lnTo>
                <a:lnTo>
                  <a:pt x="122" y="421"/>
                </a:lnTo>
                <a:lnTo>
                  <a:pt x="122" y="420"/>
                </a:lnTo>
                <a:lnTo>
                  <a:pt x="121" y="419"/>
                </a:lnTo>
                <a:lnTo>
                  <a:pt x="120" y="420"/>
                </a:lnTo>
                <a:lnTo>
                  <a:pt x="120" y="421"/>
                </a:lnTo>
                <a:lnTo>
                  <a:pt x="119" y="421"/>
                </a:lnTo>
                <a:lnTo>
                  <a:pt x="119" y="420"/>
                </a:lnTo>
                <a:lnTo>
                  <a:pt x="118" y="419"/>
                </a:lnTo>
                <a:lnTo>
                  <a:pt x="116" y="419"/>
                </a:lnTo>
                <a:lnTo>
                  <a:pt x="115" y="419"/>
                </a:lnTo>
                <a:lnTo>
                  <a:pt x="115" y="418"/>
                </a:lnTo>
                <a:lnTo>
                  <a:pt x="116" y="417"/>
                </a:lnTo>
                <a:lnTo>
                  <a:pt x="116" y="416"/>
                </a:lnTo>
                <a:lnTo>
                  <a:pt x="115" y="416"/>
                </a:lnTo>
                <a:lnTo>
                  <a:pt x="115" y="415"/>
                </a:lnTo>
                <a:lnTo>
                  <a:pt x="116" y="415"/>
                </a:lnTo>
                <a:lnTo>
                  <a:pt x="116" y="414"/>
                </a:lnTo>
                <a:lnTo>
                  <a:pt x="116" y="413"/>
                </a:lnTo>
                <a:lnTo>
                  <a:pt x="116" y="412"/>
                </a:lnTo>
                <a:lnTo>
                  <a:pt x="118" y="412"/>
                </a:lnTo>
                <a:lnTo>
                  <a:pt x="118" y="411"/>
                </a:lnTo>
                <a:lnTo>
                  <a:pt x="118" y="410"/>
                </a:lnTo>
                <a:lnTo>
                  <a:pt x="119" y="410"/>
                </a:lnTo>
                <a:lnTo>
                  <a:pt x="118" y="408"/>
                </a:lnTo>
                <a:lnTo>
                  <a:pt x="118" y="407"/>
                </a:lnTo>
                <a:lnTo>
                  <a:pt x="118" y="406"/>
                </a:lnTo>
                <a:lnTo>
                  <a:pt x="119" y="406"/>
                </a:lnTo>
                <a:lnTo>
                  <a:pt x="118" y="406"/>
                </a:lnTo>
                <a:lnTo>
                  <a:pt x="116" y="406"/>
                </a:lnTo>
                <a:lnTo>
                  <a:pt x="115" y="406"/>
                </a:lnTo>
                <a:lnTo>
                  <a:pt x="114" y="406"/>
                </a:lnTo>
                <a:lnTo>
                  <a:pt x="113" y="406"/>
                </a:lnTo>
                <a:lnTo>
                  <a:pt x="113" y="407"/>
                </a:lnTo>
                <a:lnTo>
                  <a:pt x="112" y="407"/>
                </a:lnTo>
                <a:lnTo>
                  <a:pt x="112" y="406"/>
                </a:lnTo>
                <a:lnTo>
                  <a:pt x="111" y="406"/>
                </a:lnTo>
                <a:lnTo>
                  <a:pt x="111" y="405"/>
                </a:lnTo>
                <a:lnTo>
                  <a:pt x="110" y="404"/>
                </a:lnTo>
                <a:lnTo>
                  <a:pt x="109" y="404"/>
                </a:lnTo>
                <a:lnTo>
                  <a:pt x="109" y="405"/>
                </a:lnTo>
                <a:lnTo>
                  <a:pt x="108" y="405"/>
                </a:lnTo>
                <a:lnTo>
                  <a:pt x="107" y="405"/>
                </a:lnTo>
                <a:lnTo>
                  <a:pt x="107" y="404"/>
                </a:lnTo>
                <a:lnTo>
                  <a:pt x="107" y="403"/>
                </a:lnTo>
                <a:lnTo>
                  <a:pt x="106" y="403"/>
                </a:lnTo>
                <a:lnTo>
                  <a:pt x="105" y="404"/>
                </a:lnTo>
                <a:lnTo>
                  <a:pt x="104" y="405"/>
                </a:lnTo>
                <a:lnTo>
                  <a:pt x="103" y="407"/>
                </a:lnTo>
                <a:lnTo>
                  <a:pt x="102" y="407"/>
                </a:lnTo>
                <a:lnTo>
                  <a:pt x="101" y="408"/>
                </a:lnTo>
                <a:lnTo>
                  <a:pt x="101" y="410"/>
                </a:lnTo>
                <a:lnTo>
                  <a:pt x="101" y="411"/>
                </a:lnTo>
                <a:lnTo>
                  <a:pt x="100" y="412"/>
                </a:lnTo>
                <a:lnTo>
                  <a:pt x="99" y="413"/>
                </a:lnTo>
                <a:lnTo>
                  <a:pt x="99" y="414"/>
                </a:lnTo>
                <a:lnTo>
                  <a:pt x="99" y="416"/>
                </a:lnTo>
                <a:lnTo>
                  <a:pt x="99" y="417"/>
                </a:lnTo>
                <a:lnTo>
                  <a:pt x="99" y="418"/>
                </a:lnTo>
                <a:lnTo>
                  <a:pt x="98" y="419"/>
                </a:lnTo>
                <a:lnTo>
                  <a:pt x="97" y="420"/>
                </a:lnTo>
                <a:lnTo>
                  <a:pt x="95" y="420"/>
                </a:lnTo>
                <a:lnTo>
                  <a:pt x="93" y="420"/>
                </a:lnTo>
                <a:lnTo>
                  <a:pt x="92" y="419"/>
                </a:lnTo>
                <a:lnTo>
                  <a:pt x="91" y="420"/>
                </a:lnTo>
                <a:lnTo>
                  <a:pt x="91" y="421"/>
                </a:lnTo>
                <a:lnTo>
                  <a:pt x="90" y="421"/>
                </a:lnTo>
                <a:lnTo>
                  <a:pt x="90" y="422"/>
                </a:lnTo>
                <a:lnTo>
                  <a:pt x="90" y="424"/>
                </a:lnTo>
                <a:lnTo>
                  <a:pt x="90" y="425"/>
                </a:lnTo>
                <a:lnTo>
                  <a:pt x="91" y="425"/>
                </a:lnTo>
                <a:lnTo>
                  <a:pt x="92" y="426"/>
                </a:lnTo>
                <a:lnTo>
                  <a:pt x="92" y="427"/>
                </a:lnTo>
                <a:lnTo>
                  <a:pt x="92" y="428"/>
                </a:lnTo>
                <a:lnTo>
                  <a:pt x="92" y="430"/>
                </a:lnTo>
                <a:lnTo>
                  <a:pt x="92" y="431"/>
                </a:lnTo>
                <a:lnTo>
                  <a:pt x="93" y="431"/>
                </a:lnTo>
                <a:lnTo>
                  <a:pt x="93" y="432"/>
                </a:lnTo>
                <a:lnTo>
                  <a:pt x="94" y="433"/>
                </a:lnTo>
                <a:lnTo>
                  <a:pt x="93" y="433"/>
                </a:lnTo>
                <a:lnTo>
                  <a:pt x="92" y="434"/>
                </a:lnTo>
                <a:lnTo>
                  <a:pt x="92" y="435"/>
                </a:lnTo>
                <a:lnTo>
                  <a:pt x="91" y="436"/>
                </a:lnTo>
                <a:lnTo>
                  <a:pt x="89" y="436"/>
                </a:lnTo>
                <a:lnTo>
                  <a:pt x="89" y="437"/>
                </a:lnTo>
                <a:lnTo>
                  <a:pt x="89" y="436"/>
                </a:lnTo>
                <a:lnTo>
                  <a:pt x="88" y="436"/>
                </a:lnTo>
                <a:lnTo>
                  <a:pt x="88" y="435"/>
                </a:lnTo>
                <a:lnTo>
                  <a:pt x="86" y="435"/>
                </a:lnTo>
                <a:lnTo>
                  <a:pt x="85" y="435"/>
                </a:lnTo>
                <a:lnTo>
                  <a:pt x="84" y="435"/>
                </a:lnTo>
                <a:lnTo>
                  <a:pt x="83" y="435"/>
                </a:lnTo>
                <a:lnTo>
                  <a:pt x="82" y="435"/>
                </a:lnTo>
                <a:lnTo>
                  <a:pt x="82" y="436"/>
                </a:lnTo>
                <a:lnTo>
                  <a:pt x="81" y="436"/>
                </a:lnTo>
                <a:lnTo>
                  <a:pt x="81" y="435"/>
                </a:lnTo>
                <a:lnTo>
                  <a:pt x="80" y="435"/>
                </a:lnTo>
                <a:lnTo>
                  <a:pt x="80" y="434"/>
                </a:lnTo>
                <a:lnTo>
                  <a:pt x="80" y="433"/>
                </a:lnTo>
                <a:lnTo>
                  <a:pt x="81" y="433"/>
                </a:lnTo>
                <a:lnTo>
                  <a:pt x="81" y="432"/>
                </a:lnTo>
                <a:lnTo>
                  <a:pt x="80" y="432"/>
                </a:lnTo>
                <a:lnTo>
                  <a:pt x="80" y="431"/>
                </a:lnTo>
                <a:lnTo>
                  <a:pt x="80" y="430"/>
                </a:lnTo>
                <a:lnTo>
                  <a:pt x="81" y="429"/>
                </a:lnTo>
                <a:lnTo>
                  <a:pt x="81" y="428"/>
                </a:lnTo>
                <a:lnTo>
                  <a:pt x="82" y="428"/>
                </a:lnTo>
                <a:lnTo>
                  <a:pt x="83" y="428"/>
                </a:lnTo>
                <a:lnTo>
                  <a:pt x="83" y="427"/>
                </a:lnTo>
                <a:lnTo>
                  <a:pt x="84" y="426"/>
                </a:lnTo>
                <a:lnTo>
                  <a:pt x="84" y="425"/>
                </a:lnTo>
                <a:lnTo>
                  <a:pt x="85" y="424"/>
                </a:lnTo>
                <a:lnTo>
                  <a:pt x="84" y="423"/>
                </a:lnTo>
                <a:lnTo>
                  <a:pt x="83" y="423"/>
                </a:lnTo>
                <a:lnTo>
                  <a:pt x="83" y="422"/>
                </a:lnTo>
                <a:lnTo>
                  <a:pt x="82" y="422"/>
                </a:lnTo>
                <a:lnTo>
                  <a:pt x="82" y="423"/>
                </a:lnTo>
                <a:lnTo>
                  <a:pt x="82" y="424"/>
                </a:lnTo>
                <a:lnTo>
                  <a:pt x="82" y="423"/>
                </a:lnTo>
                <a:lnTo>
                  <a:pt x="81" y="423"/>
                </a:lnTo>
                <a:lnTo>
                  <a:pt x="81" y="422"/>
                </a:lnTo>
                <a:lnTo>
                  <a:pt x="80" y="422"/>
                </a:lnTo>
                <a:lnTo>
                  <a:pt x="80" y="421"/>
                </a:lnTo>
                <a:lnTo>
                  <a:pt x="79" y="422"/>
                </a:lnTo>
                <a:lnTo>
                  <a:pt x="78" y="422"/>
                </a:lnTo>
                <a:lnTo>
                  <a:pt x="77" y="421"/>
                </a:lnTo>
                <a:lnTo>
                  <a:pt x="77" y="420"/>
                </a:lnTo>
                <a:lnTo>
                  <a:pt x="78" y="420"/>
                </a:lnTo>
                <a:lnTo>
                  <a:pt x="78" y="419"/>
                </a:lnTo>
                <a:lnTo>
                  <a:pt x="77" y="418"/>
                </a:lnTo>
                <a:lnTo>
                  <a:pt x="76" y="418"/>
                </a:lnTo>
                <a:lnTo>
                  <a:pt x="75" y="418"/>
                </a:lnTo>
                <a:lnTo>
                  <a:pt x="74" y="419"/>
                </a:lnTo>
                <a:lnTo>
                  <a:pt x="73" y="421"/>
                </a:lnTo>
                <a:lnTo>
                  <a:pt x="72" y="421"/>
                </a:lnTo>
                <a:lnTo>
                  <a:pt x="71" y="421"/>
                </a:lnTo>
                <a:lnTo>
                  <a:pt x="71" y="422"/>
                </a:lnTo>
                <a:lnTo>
                  <a:pt x="70" y="422"/>
                </a:lnTo>
                <a:lnTo>
                  <a:pt x="70" y="421"/>
                </a:lnTo>
                <a:lnTo>
                  <a:pt x="69" y="421"/>
                </a:lnTo>
                <a:lnTo>
                  <a:pt x="68" y="421"/>
                </a:lnTo>
                <a:lnTo>
                  <a:pt x="68" y="422"/>
                </a:lnTo>
                <a:lnTo>
                  <a:pt x="68" y="423"/>
                </a:lnTo>
                <a:lnTo>
                  <a:pt x="67" y="424"/>
                </a:lnTo>
                <a:lnTo>
                  <a:pt x="66" y="423"/>
                </a:lnTo>
                <a:lnTo>
                  <a:pt x="65" y="423"/>
                </a:lnTo>
                <a:lnTo>
                  <a:pt x="65" y="422"/>
                </a:lnTo>
                <a:lnTo>
                  <a:pt x="64" y="422"/>
                </a:lnTo>
                <a:lnTo>
                  <a:pt x="64" y="421"/>
                </a:lnTo>
                <a:lnTo>
                  <a:pt x="63" y="421"/>
                </a:lnTo>
                <a:lnTo>
                  <a:pt x="63" y="420"/>
                </a:lnTo>
                <a:lnTo>
                  <a:pt x="62" y="420"/>
                </a:lnTo>
                <a:lnTo>
                  <a:pt x="62" y="419"/>
                </a:lnTo>
                <a:lnTo>
                  <a:pt x="62" y="418"/>
                </a:lnTo>
                <a:lnTo>
                  <a:pt x="61" y="418"/>
                </a:lnTo>
                <a:lnTo>
                  <a:pt x="60" y="418"/>
                </a:lnTo>
                <a:lnTo>
                  <a:pt x="59" y="418"/>
                </a:lnTo>
                <a:lnTo>
                  <a:pt x="60" y="417"/>
                </a:lnTo>
                <a:lnTo>
                  <a:pt x="59" y="416"/>
                </a:lnTo>
                <a:lnTo>
                  <a:pt x="59" y="414"/>
                </a:lnTo>
                <a:lnTo>
                  <a:pt x="59" y="413"/>
                </a:lnTo>
                <a:lnTo>
                  <a:pt x="60" y="413"/>
                </a:lnTo>
                <a:lnTo>
                  <a:pt x="60" y="414"/>
                </a:lnTo>
                <a:lnTo>
                  <a:pt x="61" y="414"/>
                </a:lnTo>
                <a:lnTo>
                  <a:pt x="61" y="413"/>
                </a:lnTo>
                <a:lnTo>
                  <a:pt x="62" y="413"/>
                </a:lnTo>
                <a:lnTo>
                  <a:pt x="63" y="413"/>
                </a:lnTo>
                <a:lnTo>
                  <a:pt x="64" y="413"/>
                </a:lnTo>
                <a:lnTo>
                  <a:pt x="65" y="412"/>
                </a:lnTo>
                <a:lnTo>
                  <a:pt x="65" y="411"/>
                </a:lnTo>
                <a:lnTo>
                  <a:pt x="65" y="410"/>
                </a:lnTo>
                <a:lnTo>
                  <a:pt x="64" y="410"/>
                </a:lnTo>
                <a:lnTo>
                  <a:pt x="63" y="408"/>
                </a:lnTo>
                <a:lnTo>
                  <a:pt x="62" y="408"/>
                </a:lnTo>
                <a:lnTo>
                  <a:pt x="61" y="407"/>
                </a:lnTo>
                <a:lnTo>
                  <a:pt x="61" y="406"/>
                </a:lnTo>
                <a:lnTo>
                  <a:pt x="61" y="405"/>
                </a:lnTo>
                <a:lnTo>
                  <a:pt x="61" y="404"/>
                </a:lnTo>
                <a:lnTo>
                  <a:pt x="60" y="404"/>
                </a:lnTo>
                <a:lnTo>
                  <a:pt x="60" y="403"/>
                </a:lnTo>
                <a:lnTo>
                  <a:pt x="61" y="403"/>
                </a:lnTo>
                <a:lnTo>
                  <a:pt x="62" y="403"/>
                </a:lnTo>
                <a:lnTo>
                  <a:pt x="61" y="402"/>
                </a:lnTo>
                <a:lnTo>
                  <a:pt x="60" y="402"/>
                </a:lnTo>
                <a:lnTo>
                  <a:pt x="59" y="401"/>
                </a:lnTo>
                <a:lnTo>
                  <a:pt x="60" y="401"/>
                </a:lnTo>
                <a:lnTo>
                  <a:pt x="60" y="400"/>
                </a:lnTo>
                <a:lnTo>
                  <a:pt x="59" y="399"/>
                </a:lnTo>
                <a:lnTo>
                  <a:pt x="58" y="399"/>
                </a:lnTo>
                <a:lnTo>
                  <a:pt x="58" y="398"/>
                </a:lnTo>
                <a:lnTo>
                  <a:pt x="59" y="397"/>
                </a:lnTo>
                <a:lnTo>
                  <a:pt x="59" y="396"/>
                </a:lnTo>
                <a:lnTo>
                  <a:pt x="60" y="396"/>
                </a:lnTo>
                <a:lnTo>
                  <a:pt x="60" y="395"/>
                </a:lnTo>
                <a:lnTo>
                  <a:pt x="60" y="394"/>
                </a:lnTo>
                <a:lnTo>
                  <a:pt x="61" y="393"/>
                </a:lnTo>
                <a:lnTo>
                  <a:pt x="62" y="393"/>
                </a:lnTo>
                <a:lnTo>
                  <a:pt x="62" y="392"/>
                </a:lnTo>
                <a:lnTo>
                  <a:pt x="61" y="392"/>
                </a:lnTo>
                <a:lnTo>
                  <a:pt x="61" y="391"/>
                </a:lnTo>
                <a:lnTo>
                  <a:pt x="60" y="391"/>
                </a:lnTo>
                <a:lnTo>
                  <a:pt x="60" y="392"/>
                </a:lnTo>
                <a:lnTo>
                  <a:pt x="59" y="392"/>
                </a:lnTo>
                <a:lnTo>
                  <a:pt x="59" y="393"/>
                </a:lnTo>
                <a:lnTo>
                  <a:pt x="58" y="394"/>
                </a:lnTo>
                <a:lnTo>
                  <a:pt x="56" y="394"/>
                </a:lnTo>
                <a:lnTo>
                  <a:pt x="54" y="394"/>
                </a:lnTo>
                <a:lnTo>
                  <a:pt x="52" y="395"/>
                </a:lnTo>
                <a:lnTo>
                  <a:pt x="51" y="395"/>
                </a:lnTo>
                <a:lnTo>
                  <a:pt x="51" y="396"/>
                </a:lnTo>
                <a:lnTo>
                  <a:pt x="50" y="396"/>
                </a:lnTo>
                <a:lnTo>
                  <a:pt x="49" y="396"/>
                </a:lnTo>
                <a:lnTo>
                  <a:pt x="49" y="395"/>
                </a:lnTo>
                <a:lnTo>
                  <a:pt x="48" y="394"/>
                </a:lnTo>
                <a:lnTo>
                  <a:pt x="48" y="393"/>
                </a:lnTo>
                <a:lnTo>
                  <a:pt x="46" y="393"/>
                </a:lnTo>
                <a:lnTo>
                  <a:pt x="45" y="393"/>
                </a:lnTo>
                <a:lnTo>
                  <a:pt x="44" y="393"/>
                </a:lnTo>
                <a:lnTo>
                  <a:pt x="44" y="391"/>
                </a:lnTo>
                <a:lnTo>
                  <a:pt x="44" y="390"/>
                </a:lnTo>
                <a:lnTo>
                  <a:pt x="43" y="390"/>
                </a:lnTo>
                <a:lnTo>
                  <a:pt x="43" y="389"/>
                </a:lnTo>
                <a:lnTo>
                  <a:pt x="44" y="388"/>
                </a:lnTo>
                <a:lnTo>
                  <a:pt x="45" y="388"/>
                </a:lnTo>
                <a:lnTo>
                  <a:pt x="46" y="387"/>
                </a:lnTo>
                <a:lnTo>
                  <a:pt x="46" y="386"/>
                </a:lnTo>
                <a:lnTo>
                  <a:pt x="45" y="385"/>
                </a:lnTo>
                <a:lnTo>
                  <a:pt x="46" y="384"/>
                </a:lnTo>
                <a:lnTo>
                  <a:pt x="47" y="384"/>
                </a:lnTo>
                <a:lnTo>
                  <a:pt x="47" y="383"/>
                </a:lnTo>
                <a:lnTo>
                  <a:pt x="47" y="382"/>
                </a:lnTo>
                <a:lnTo>
                  <a:pt x="47" y="381"/>
                </a:lnTo>
                <a:lnTo>
                  <a:pt x="48" y="381"/>
                </a:lnTo>
                <a:lnTo>
                  <a:pt x="48" y="380"/>
                </a:lnTo>
                <a:lnTo>
                  <a:pt x="48" y="379"/>
                </a:lnTo>
                <a:lnTo>
                  <a:pt x="49" y="379"/>
                </a:lnTo>
                <a:lnTo>
                  <a:pt x="50" y="379"/>
                </a:lnTo>
                <a:lnTo>
                  <a:pt x="50" y="378"/>
                </a:lnTo>
                <a:lnTo>
                  <a:pt x="51" y="377"/>
                </a:lnTo>
                <a:lnTo>
                  <a:pt x="53" y="376"/>
                </a:lnTo>
                <a:lnTo>
                  <a:pt x="53" y="375"/>
                </a:lnTo>
                <a:lnTo>
                  <a:pt x="52" y="375"/>
                </a:lnTo>
                <a:lnTo>
                  <a:pt x="52" y="376"/>
                </a:lnTo>
                <a:lnTo>
                  <a:pt x="52" y="375"/>
                </a:lnTo>
                <a:lnTo>
                  <a:pt x="51" y="375"/>
                </a:lnTo>
                <a:lnTo>
                  <a:pt x="51" y="374"/>
                </a:lnTo>
                <a:lnTo>
                  <a:pt x="52" y="374"/>
                </a:lnTo>
                <a:lnTo>
                  <a:pt x="53" y="373"/>
                </a:lnTo>
                <a:lnTo>
                  <a:pt x="54" y="372"/>
                </a:lnTo>
                <a:lnTo>
                  <a:pt x="54" y="371"/>
                </a:lnTo>
                <a:lnTo>
                  <a:pt x="53" y="371"/>
                </a:lnTo>
                <a:lnTo>
                  <a:pt x="53" y="370"/>
                </a:lnTo>
                <a:lnTo>
                  <a:pt x="54" y="369"/>
                </a:lnTo>
                <a:lnTo>
                  <a:pt x="55" y="369"/>
                </a:lnTo>
                <a:lnTo>
                  <a:pt x="56" y="369"/>
                </a:lnTo>
                <a:lnTo>
                  <a:pt x="56" y="368"/>
                </a:lnTo>
                <a:lnTo>
                  <a:pt x="55" y="367"/>
                </a:lnTo>
                <a:lnTo>
                  <a:pt x="55" y="366"/>
                </a:lnTo>
                <a:lnTo>
                  <a:pt x="55" y="365"/>
                </a:lnTo>
                <a:lnTo>
                  <a:pt x="54" y="365"/>
                </a:lnTo>
                <a:lnTo>
                  <a:pt x="54" y="363"/>
                </a:lnTo>
                <a:lnTo>
                  <a:pt x="54" y="362"/>
                </a:lnTo>
                <a:lnTo>
                  <a:pt x="53" y="361"/>
                </a:lnTo>
                <a:lnTo>
                  <a:pt x="53" y="360"/>
                </a:lnTo>
                <a:lnTo>
                  <a:pt x="53" y="359"/>
                </a:lnTo>
                <a:lnTo>
                  <a:pt x="51" y="358"/>
                </a:lnTo>
                <a:lnTo>
                  <a:pt x="51" y="357"/>
                </a:lnTo>
                <a:lnTo>
                  <a:pt x="50" y="356"/>
                </a:lnTo>
                <a:lnTo>
                  <a:pt x="49" y="357"/>
                </a:lnTo>
                <a:lnTo>
                  <a:pt x="48" y="356"/>
                </a:lnTo>
                <a:lnTo>
                  <a:pt x="47" y="356"/>
                </a:lnTo>
                <a:lnTo>
                  <a:pt x="46" y="356"/>
                </a:lnTo>
                <a:lnTo>
                  <a:pt x="46" y="355"/>
                </a:lnTo>
                <a:lnTo>
                  <a:pt x="46" y="354"/>
                </a:lnTo>
                <a:lnTo>
                  <a:pt x="45" y="353"/>
                </a:lnTo>
                <a:lnTo>
                  <a:pt x="45" y="352"/>
                </a:lnTo>
                <a:lnTo>
                  <a:pt x="45" y="351"/>
                </a:lnTo>
                <a:lnTo>
                  <a:pt x="46" y="351"/>
                </a:lnTo>
                <a:lnTo>
                  <a:pt x="47" y="351"/>
                </a:lnTo>
                <a:lnTo>
                  <a:pt x="47" y="350"/>
                </a:lnTo>
                <a:lnTo>
                  <a:pt x="47" y="351"/>
                </a:lnTo>
                <a:lnTo>
                  <a:pt x="48" y="351"/>
                </a:lnTo>
                <a:lnTo>
                  <a:pt x="49" y="352"/>
                </a:lnTo>
                <a:lnTo>
                  <a:pt x="50" y="352"/>
                </a:lnTo>
                <a:lnTo>
                  <a:pt x="52" y="351"/>
                </a:lnTo>
                <a:lnTo>
                  <a:pt x="54" y="350"/>
                </a:lnTo>
                <a:lnTo>
                  <a:pt x="53" y="349"/>
                </a:lnTo>
                <a:lnTo>
                  <a:pt x="55" y="349"/>
                </a:lnTo>
                <a:lnTo>
                  <a:pt x="55" y="350"/>
                </a:lnTo>
                <a:lnTo>
                  <a:pt x="56" y="350"/>
                </a:lnTo>
                <a:lnTo>
                  <a:pt x="57" y="349"/>
                </a:lnTo>
                <a:lnTo>
                  <a:pt x="57" y="348"/>
                </a:lnTo>
                <a:lnTo>
                  <a:pt x="56" y="348"/>
                </a:lnTo>
                <a:lnTo>
                  <a:pt x="56" y="347"/>
                </a:lnTo>
                <a:lnTo>
                  <a:pt x="57" y="347"/>
                </a:lnTo>
                <a:lnTo>
                  <a:pt x="58" y="347"/>
                </a:lnTo>
                <a:lnTo>
                  <a:pt x="59" y="345"/>
                </a:lnTo>
                <a:lnTo>
                  <a:pt x="60" y="345"/>
                </a:lnTo>
                <a:lnTo>
                  <a:pt x="61" y="345"/>
                </a:lnTo>
                <a:lnTo>
                  <a:pt x="62" y="345"/>
                </a:lnTo>
                <a:lnTo>
                  <a:pt x="63" y="345"/>
                </a:lnTo>
                <a:lnTo>
                  <a:pt x="65" y="345"/>
                </a:lnTo>
                <a:lnTo>
                  <a:pt x="64" y="345"/>
                </a:lnTo>
                <a:lnTo>
                  <a:pt x="64" y="346"/>
                </a:lnTo>
                <a:lnTo>
                  <a:pt x="64" y="347"/>
                </a:lnTo>
                <a:lnTo>
                  <a:pt x="65" y="347"/>
                </a:lnTo>
                <a:lnTo>
                  <a:pt x="66" y="347"/>
                </a:lnTo>
                <a:lnTo>
                  <a:pt x="66" y="346"/>
                </a:lnTo>
                <a:lnTo>
                  <a:pt x="65" y="345"/>
                </a:lnTo>
                <a:lnTo>
                  <a:pt x="66" y="344"/>
                </a:lnTo>
                <a:lnTo>
                  <a:pt x="66" y="343"/>
                </a:lnTo>
                <a:lnTo>
                  <a:pt x="65" y="342"/>
                </a:lnTo>
                <a:lnTo>
                  <a:pt x="64" y="341"/>
                </a:lnTo>
                <a:lnTo>
                  <a:pt x="64" y="340"/>
                </a:lnTo>
                <a:lnTo>
                  <a:pt x="64" y="339"/>
                </a:lnTo>
                <a:lnTo>
                  <a:pt x="64" y="338"/>
                </a:lnTo>
                <a:lnTo>
                  <a:pt x="65" y="337"/>
                </a:lnTo>
                <a:lnTo>
                  <a:pt x="65" y="336"/>
                </a:lnTo>
                <a:lnTo>
                  <a:pt x="65" y="335"/>
                </a:lnTo>
                <a:lnTo>
                  <a:pt x="65" y="334"/>
                </a:lnTo>
                <a:lnTo>
                  <a:pt x="66" y="334"/>
                </a:lnTo>
                <a:lnTo>
                  <a:pt x="65" y="333"/>
                </a:lnTo>
                <a:lnTo>
                  <a:pt x="64" y="333"/>
                </a:lnTo>
                <a:lnTo>
                  <a:pt x="63" y="333"/>
                </a:lnTo>
                <a:lnTo>
                  <a:pt x="63" y="332"/>
                </a:lnTo>
                <a:lnTo>
                  <a:pt x="62" y="331"/>
                </a:lnTo>
                <a:lnTo>
                  <a:pt x="61" y="332"/>
                </a:lnTo>
                <a:lnTo>
                  <a:pt x="61" y="333"/>
                </a:lnTo>
                <a:lnTo>
                  <a:pt x="60" y="333"/>
                </a:lnTo>
                <a:lnTo>
                  <a:pt x="60" y="334"/>
                </a:lnTo>
                <a:lnTo>
                  <a:pt x="60" y="335"/>
                </a:lnTo>
                <a:lnTo>
                  <a:pt x="59" y="335"/>
                </a:lnTo>
                <a:lnTo>
                  <a:pt x="58" y="335"/>
                </a:lnTo>
                <a:lnTo>
                  <a:pt x="58" y="333"/>
                </a:lnTo>
                <a:lnTo>
                  <a:pt x="58" y="332"/>
                </a:lnTo>
                <a:lnTo>
                  <a:pt x="59" y="332"/>
                </a:lnTo>
                <a:lnTo>
                  <a:pt x="60" y="331"/>
                </a:lnTo>
                <a:lnTo>
                  <a:pt x="61" y="330"/>
                </a:lnTo>
                <a:lnTo>
                  <a:pt x="63" y="330"/>
                </a:lnTo>
                <a:lnTo>
                  <a:pt x="63" y="329"/>
                </a:lnTo>
                <a:lnTo>
                  <a:pt x="64" y="328"/>
                </a:lnTo>
                <a:lnTo>
                  <a:pt x="65" y="328"/>
                </a:lnTo>
                <a:lnTo>
                  <a:pt x="66" y="328"/>
                </a:lnTo>
                <a:lnTo>
                  <a:pt x="66" y="329"/>
                </a:lnTo>
                <a:lnTo>
                  <a:pt x="67" y="329"/>
                </a:lnTo>
                <a:lnTo>
                  <a:pt x="67" y="328"/>
                </a:lnTo>
                <a:lnTo>
                  <a:pt x="67" y="327"/>
                </a:lnTo>
                <a:lnTo>
                  <a:pt x="68" y="327"/>
                </a:lnTo>
                <a:lnTo>
                  <a:pt x="69" y="327"/>
                </a:lnTo>
                <a:lnTo>
                  <a:pt x="69" y="326"/>
                </a:lnTo>
                <a:lnTo>
                  <a:pt x="69" y="325"/>
                </a:lnTo>
                <a:lnTo>
                  <a:pt x="68" y="324"/>
                </a:lnTo>
                <a:lnTo>
                  <a:pt x="68" y="323"/>
                </a:lnTo>
                <a:lnTo>
                  <a:pt x="67" y="323"/>
                </a:lnTo>
                <a:lnTo>
                  <a:pt x="66" y="323"/>
                </a:lnTo>
                <a:lnTo>
                  <a:pt x="66" y="322"/>
                </a:lnTo>
                <a:lnTo>
                  <a:pt x="67" y="322"/>
                </a:lnTo>
                <a:lnTo>
                  <a:pt x="68" y="322"/>
                </a:lnTo>
                <a:lnTo>
                  <a:pt x="68" y="321"/>
                </a:lnTo>
                <a:lnTo>
                  <a:pt x="68" y="320"/>
                </a:lnTo>
                <a:lnTo>
                  <a:pt x="67" y="319"/>
                </a:lnTo>
                <a:lnTo>
                  <a:pt x="66" y="319"/>
                </a:lnTo>
                <a:lnTo>
                  <a:pt x="66" y="318"/>
                </a:lnTo>
                <a:lnTo>
                  <a:pt x="65" y="316"/>
                </a:lnTo>
                <a:lnTo>
                  <a:pt x="65" y="315"/>
                </a:lnTo>
                <a:lnTo>
                  <a:pt x="66" y="314"/>
                </a:lnTo>
                <a:lnTo>
                  <a:pt x="64" y="313"/>
                </a:lnTo>
                <a:lnTo>
                  <a:pt x="63" y="313"/>
                </a:lnTo>
                <a:lnTo>
                  <a:pt x="63" y="314"/>
                </a:lnTo>
                <a:lnTo>
                  <a:pt x="62" y="314"/>
                </a:lnTo>
                <a:lnTo>
                  <a:pt x="63" y="314"/>
                </a:lnTo>
                <a:lnTo>
                  <a:pt x="63" y="315"/>
                </a:lnTo>
                <a:lnTo>
                  <a:pt x="62" y="315"/>
                </a:lnTo>
                <a:lnTo>
                  <a:pt x="61" y="314"/>
                </a:lnTo>
                <a:lnTo>
                  <a:pt x="60" y="314"/>
                </a:lnTo>
                <a:lnTo>
                  <a:pt x="61" y="314"/>
                </a:lnTo>
                <a:lnTo>
                  <a:pt x="62" y="314"/>
                </a:lnTo>
                <a:lnTo>
                  <a:pt x="62" y="313"/>
                </a:lnTo>
                <a:lnTo>
                  <a:pt x="61" y="313"/>
                </a:lnTo>
                <a:lnTo>
                  <a:pt x="60" y="313"/>
                </a:lnTo>
                <a:lnTo>
                  <a:pt x="60" y="311"/>
                </a:lnTo>
                <a:lnTo>
                  <a:pt x="61" y="310"/>
                </a:lnTo>
                <a:lnTo>
                  <a:pt x="61" y="309"/>
                </a:lnTo>
                <a:lnTo>
                  <a:pt x="62" y="308"/>
                </a:lnTo>
                <a:lnTo>
                  <a:pt x="62" y="307"/>
                </a:lnTo>
                <a:lnTo>
                  <a:pt x="61" y="307"/>
                </a:lnTo>
                <a:lnTo>
                  <a:pt x="60" y="307"/>
                </a:lnTo>
                <a:lnTo>
                  <a:pt x="60" y="308"/>
                </a:lnTo>
                <a:lnTo>
                  <a:pt x="59" y="308"/>
                </a:lnTo>
                <a:lnTo>
                  <a:pt x="58" y="308"/>
                </a:lnTo>
                <a:lnTo>
                  <a:pt x="56" y="306"/>
                </a:lnTo>
                <a:lnTo>
                  <a:pt x="56" y="305"/>
                </a:lnTo>
                <a:lnTo>
                  <a:pt x="55" y="305"/>
                </a:lnTo>
                <a:lnTo>
                  <a:pt x="54" y="305"/>
                </a:lnTo>
                <a:lnTo>
                  <a:pt x="54" y="306"/>
                </a:lnTo>
                <a:lnTo>
                  <a:pt x="53" y="306"/>
                </a:lnTo>
                <a:lnTo>
                  <a:pt x="54" y="306"/>
                </a:lnTo>
                <a:lnTo>
                  <a:pt x="53" y="306"/>
                </a:lnTo>
                <a:lnTo>
                  <a:pt x="53" y="305"/>
                </a:lnTo>
                <a:lnTo>
                  <a:pt x="53" y="306"/>
                </a:lnTo>
                <a:lnTo>
                  <a:pt x="52" y="306"/>
                </a:lnTo>
                <a:lnTo>
                  <a:pt x="51" y="305"/>
                </a:lnTo>
                <a:lnTo>
                  <a:pt x="49" y="306"/>
                </a:lnTo>
                <a:lnTo>
                  <a:pt x="49" y="307"/>
                </a:lnTo>
                <a:lnTo>
                  <a:pt x="48" y="307"/>
                </a:lnTo>
                <a:lnTo>
                  <a:pt x="47" y="307"/>
                </a:lnTo>
                <a:lnTo>
                  <a:pt x="46" y="307"/>
                </a:lnTo>
                <a:lnTo>
                  <a:pt x="45" y="307"/>
                </a:lnTo>
                <a:lnTo>
                  <a:pt x="44" y="307"/>
                </a:lnTo>
                <a:lnTo>
                  <a:pt x="44" y="308"/>
                </a:lnTo>
                <a:lnTo>
                  <a:pt x="43" y="308"/>
                </a:lnTo>
                <a:lnTo>
                  <a:pt x="42" y="308"/>
                </a:lnTo>
                <a:lnTo>
                  <a:pt x="42" y="307"/>
                </a:lnTo>
                <a:lnTo>
                  <a:pt x="42" y="306"/>
                </a:lnTo>
                <a:lnTo>
                  <a:pt x="41" y="305"/>
                </a:lnTo>
                <a:lnTo>
                  <a:pt x="41" y="306"/>
                </a:lnTo>
                <a:lnTo>
                  <a:pt x="40" y="307"/>
                </a:lnTo>
                <a:lnTo>
                  <a:pt x="39" y="307"/>
                </a:lnTo>
                <a:lnTo>
                  <a:pt x="39" y="308"/>
                </a:lnTo>
                <a:lnTo>
                  <a:pt x="39" y="309"/>
                </a:lnTo>
                <a:lnTo>
                  <a:pt x="38" y="309"/>
                </a:lnTo>
                <a:lnTo>
                  <a:pt x="38" y="310"/>
                </a:lnTo>
                <a:lnTo>
                  <a:pt x="37" y="311"/>
                </a:lnTo>
                <a:lnTo>
                  <a:pt x="36" y="312"/>
                </a:lnTo>
                <a:lnTo>
                  <a:pt x="36" y="313"/>
                </a:lnTo>
                <a:lnTo>
                  <a:pt x="35" y="313"/>
                </a:lnTo>
                <a:lnTo>
                  <a:pt x="35" y="312"/>
                </a:lnTo>
                <a:lnTo>
                  <a:pt x="34" y="313"/>
                </a:lnTo>
                <a:lnTo>
                  <a:pt x="34" y="314"/>
                </a:lnTo>
                <a:lnTo>
                  <a:pt x="33" y="314"/>
                </a:lnTo>
                <a:lnTo>
                  <a:pt x="31" y="314"/>
                </a:lnTo>
                <a:lnTo>
                  <a:pt x="30" y="314"/>
                </a:lnTo>
                <a:lnTo>
                  <a:pt x="28" y="314"/>
                </a:lnTo>
                <a:lnTo>
                  <a:pt x="28" y="313"/>
                </a:lnTo>
                <a:lnTo>
                  <a:pt x="29" y="312"/>
                </a:lnTo>
                <a:lnTo>
                  <a:pt x="29" y="311"/>
                </a:lnTo>
                <a:lnTo>
                  <a:pt x="29" y="310"/>
                </a:lnTo>
                <a:lnTo>
                  <a:pt x="30" y="310"/>
                </a:lnTo>
                <a:lnTo>
                  <a:pt x="31" y="310"/>
                </a:lnTo>
                <a:lnTo>
                  <a:pt x="31" y="309"/>
                </a:lnTo>
                <a:lnTo>
                  <a:pt x="31" y="308"/>
                </a:lnTo>
                <a:lnTo>
                  <a:pt x="30" y="308"/>
                </a:lnTo>
                <a:lnTo>
                  <a:pt x="29" y="308"/>
                </a:lnTo>
                <a:lnTo>
                  <a:pt x="27" y="309"/>
                </a:lnTo>
                <a:lnTo>
                  <a:pt x="26" y="309"/>
                </a:lnTo>
                <a:lnTo>
                  <a:pt x="24" y="310"/>
                </a:lnTo>
                <a:lnTo>
                  <a:pt x="23" y="311"/>
                </a:lnTo>
                <a:lnTo>
                  <a:pt x="22" y="311"/>
                </a:lnTo>
                <a:lnTo>
                  <a:pt x="22" y="310"/>
                </a:lnTo>
                <a:lnTo>
                  <a:pt x="21" y="310"/>
                </a:lnTo>
                <a:lnTo>
                  <a:pt x="20" y="312"/>
                </a:lnTo>
                <a:lnTo>
                  <a:pt x="20" y="313"/>
                </a:lnTo>
                <a:lnTo>
                  <a:pt x="19" y="313"/>
                </a:lnTo>
                <a:lnTo>
                  <a:pt x="18" y="313"/>
                </a:lnTo>
                <a:lnTo>
                  <a:pt x="18" y="314"/>
                </a:lnTo>
                <a:lnTo>
                  <a:pt x="17" y="314"/>
                </a:lnTo>
                <a:lnTo>
                  <a:pt x="17" y="315"/>
                </a:lnTo>
                <a:lnTo>
                  <a:pt x="16" y="316"/>
                </a:lnTo>
                <a:lnTo>
                  <a:pt x="15" y="316"/>
                </a:lnTo>
                <a:lnTo>
                  <a:pt x="14" y="316"/>
                </a:lnTo>
                <a:lnTo>
                  <a:pt x="13" y="316"/>
                </a:lnTo>
                <a:lnTo>
                  <a:pt x="14" y="317"/>
                </a:lnTo>
                <a:lnTo>
                  <a:pt x="15" y="317"/>
                </a:lnTo>
                <a:lnTo>
                  <a:pt x="15" y="319"/>
                </a:lnTo>
                <a:lnTo>
                  <a:pt x="14" y="319"/>
                </a:lnTo>
                <a:lnTo>
                  <a:pt x="12" y="320"/>
                </a:lnTo>
                <a:lnTo>
                  <a:pt x="12" y="319"/>
                </a:lnTo>
                <a:lnTo>
                  <a:pt x="12" y="318"/>
                </a:lnTo>
                <a:lnTo>
                  <a:pt x="11" y="318"/>
                </a:lnTo>
                <a:lnTo>
                  <a:pt x="11" y="319"/>
                </a:lnTo>
                <a:lnTo>
                  <a:pt x="12" y="319"/>
                </a:lnTo>
                <a:lnTo>
                  <a:pt x="11" y="319"/>
                </a:lnTo>
                <a:lnTo>
                  <a:pt x="10" y="319"/>
                </a:lnTo>
                <a:lnTo>
                  <a:pt x="9" y="320"/>
                </a:lnTo>
                <a:lnTo>
                  <a:pt x="9" y="321"/>
                </a:lnTo>
                <a:lnTo>
                  <a:pt x="8" y="321"/>
                </a:lnTo>
                <a:lnTo>
                  <a:pt x="7" y="321"/>
                </a:lnTo>
                <a:lnTo>
                  <a:pt x="7" y="320"/>
                </a:lnTo>
                <a:lnTo>
                  <a:pt x="8" y="320"/>
                </a:lnTo>
                <a:lnTo>
                  <a:pt x="8" y="319"/>
                </a:lnTo>
                <a:lnTo>
                  <a:pt x="7" y="319"/>
                </a:lnTo>
                <a:lnTo>
                  <a:pt x="7" y="318"/>
                </a:lnTo>
                <a:lnTo>
                  <a:pt x="6" y="318"/>
                </a:lnTo>
                <a:lnTo>
                  <a:pt x="5" y="317"/>
                </a:lnTo>
                <a:lnTo>
                  <a:pt x="5" y="316"/>
                </a:lnTo>
                <a:lnTo>
                  <a:pt x="5" y="315"/>
                </a:lnTo>
                <a:lnTo>
                  <a:pt x="4" y="315"/>
                </a:lnTo>
                <a:lnTo>
                  <a:pt x="3" y="315"/>
                </a:lnTo>
                <a:lnTo>
                  <a:pt x="2" y="314"/>
                </a:lnTo>
                <a:lnTo>
                  <a:pt x="1" y="313"/>
                </a:lnTo>
                <a:lnTo>
                  <a:pt x="0" y="312"/>
                </a:lnTo>
                <a:lnTo>
                  <a:pt x="2" y="311"/>
                </a:lnTo>
                <a:lnTo>
                  <a:pt x="2" y="312"/>
                </a:lnTo>
                <a:lnTo>
                  <a:pt x="3" y="312"/>
                </a:lnTo>
                <a:lnTo>
                  <a:pt x="4" y="311"/>
                </a:lnTo>
                <a:lnTo>
                  <a:pt x="5" y="311"/>
                </a:lnTo>
                <a:lnTo>
                  <a:pt x="6" y="310"/>
                </a:lnTo>
                <a:lnTo>
                  <a:pt x="6" y="309"/>
                </a:lnTo>
                <a:lnTo>
                  <a:pt x="7" y="309"/>
                </a:lnTo>
                <a:lnTo>
                  <a:pt x="8" y="310"/>
                </a:lnTo>
                <a:lnTo>
                  <a:pt x="9" y="309"/>
                </a:lnTo>
                <a:lnTo>
                  <a:pt x="9" y="308"/>
                </a:lnTo>
                <a:lnTo>
                  <a:pt x="10" y="307"/>
                </a:lnTo>
                <a:lnTo>
                  <a:pt x="11" y="305"/>
                </a:lnTo>
                <a:lnTo>
                  <a:pt x="12" y="305"/>
                </a:lnTo>
                <a:lnTo>
                  <a:pt x="12" y="304"/>
                </a:lnTo>
                <a:lnTo>
                  <a:pt x="12" y="302"/>
                </a:lnTo>
                <a:lnTo>
                  <a:pt x="12" y="301"/>
                </a:lnTo>
                <a:lnTo>
                  <a:pt x="12" y="300"/>
                </a:lnTo>
                <a:lnTo>
                  <a:pt x="11" y="300"/>
                </a:lnTo>
                <a:lnTo>
                  <a:pt x="10" y="300"/>
                </a:lnTo>
                <a:lnTo>
                  <a:pt x="10" y="299"/>
                </a:lnTo>
                <a:lnTo>
                  <a:pt x="12" y="298"/>
                </a:lnTo>
                <a:lnTo>
                  <a:pt x="13" y="298"/>
                </a:lnTo>
                <a:lnTo>
                  <a:pt x="14" y="298"/>
                </a:lnTo>
                <a:lnTo>
                  <a:pt x="14" y="297"/>
                </a:lnTo>
                <a:lnTo>
                  <a:pt x="15" y="297"/>
                </a:lnTo>
                <a:lnTo>
                  <a:pt x="16" y="297"/>
                </a:lnTo>
                <a:lnTo>
                  <a:pt x="16" y="296"/>
                </a:lnTo>
                <a:lnTo>
                  <a:pt x="16" y="295"/>
                </a:lnTo>
                <a:lnTo>
                  <a:pt x="17" y="295"/>
                </a:lnTo>
                <a:lnTo>
                  <a:pt x="17" y="294"/>
                </a:lnTo>
                <a:lnTo>
                  <a:pt x="18" y="293"/>
                </a:lnTo>
                <a:lnTo>
                  <a:pt x="18" y="294"/>
                </a:lnTo>
                <a:lnTo>
                  <a:pt x="19" y="294"/>
                </a:lnTo>
                <a:lnTo>
                  <a:pt x="20" y="293"/>
                </a:lnTo>
                <a:lnTo>
                  <a:pt x="21" y="292"/>
                </a:lnTo>
                <a:lnTo>
                  <a:pt x="22" y="292"/>
                </a:lnTo>
                <a:lnTo>
                  <a:pt x="22" y="293"/>
                </a:lnTo>
                <a:lnTo>
                  <a:pt x="23" y="293"/>
                </a:lnTo>
                <a:lnTo>
                  <a:pt x="23" y="291"/>
                </a:lnTo>
                <a:lnTo>
                  <a:pt x="24" y="291"/>
                </a:lnTo>
                <a:lnTo>
                  <a:pt x="24" y="290"/>
                </a:lnTo>
                <a:lnTo>
                  <a:pt x="23" y="289"/>
                </a:lnTo>
                <a:lnTo>
                  <a:pt x="23" y="288"/>
                </a:lnTo>
                <a:lnTo>
                  <a:pt x="23" y="287"/>
                </a:lnTo>
                <a:lnTo>
                  <a:pt x="23" y="286"/>
                </a:lnTo>
                <a:lnTo>
                  <a:pt x="24" y="287"/>
                </a:lnTo>
                <a:lnTo>
                  <a:pt x="25" y="288"/>
                </a:lnTo>
                <a:lnTo>
                  <a:pt x="25" y="287"/>
                </a:lnTo>
                <a:lnTo>
                  <a:pt x="26" y="287"/>
                </a:lnTo>
                <a:lnTo>
                  <a:pt x="27" y="287"/>
                </a:lnTo>
                <a:lnTo>
                  <a:pt x="28" y="286"/>
                </a:lnTo>
                <a:lnTo>
                  <a:pt x="28" y="285"/>
                </a:lnTo>
                <a:lnTo>
                  <a:pt x="29" y="285"/>
                </a:lnTo>
                <a:lnTo>
                  <a:pt x="30" y="284"/>
                </a:lnTo>
                <a:lnTo>
                  <a:pt x="29" y="284"/>
                </a:lnTo>
                <a:lnTo>
                  <a:pt x="29" y="283"/>
                </a:lnTo>
                <a:lnTo>
                  <a:pt x="29" y="282"/>
                </a:lnTo>
                <a:lnTo>
                  <a:pt x="30" y="281"/>
                </a:lnTo>
                <a:lnTo>
                  <a:pt x="29" y="280"/>
                </a:lnTo>
                <a:lnTo>
                  <a:pt x="30" y="280"/>
                </a:lnTo>
                <a:lnTo>
                  <a:pt x="31" y="279"/>
                </a:lnTo>
                <a:lnTo>
                  <a:pt x="32" y="278"/>
                </a:lnTo>
                <a:lnTo>
                  <a:pt x="32" y="277"/>
                </a:lnTo>
                <a:lnTo>
                  <a:pt x="31" y="277"/>
                </a:lnTo>
                <a:lnTo>
                  <a:pt x="30" y="278"/>
                </a:lnTo>
                <a:lnTo>
                  <a:pt x="30" y="279"/>
                </a:lnTo>
                <a:lnTo>
                  <a:pt x="29" y="279"/>
                </a:lnTo>
                <a:lnTo>
                  <a:pt x="28" y="278"/>
                </a:lnTo>
                <a:lnTo>
                  <a:pt x="29" y="278"/>
                </a:lnTo>
                <a:lnTo>
                  <a:pt x="29" y="277"/>
                </a:lnTo>
                <a:lnTo>
                  <a:pt x="29" y="278"/>
                </a:lnTo>
                <a:lnTo>
                  <a:pt x="30" y="277"/>
                </a:lnTo>
                <a:lnTo>
                  <a:pt x="31" y="277"/>
                </a:lnTo>
                <a:lnTo>
                  <a:pt x="31" y="275"/>
                </a:lnTo>
                <a:lnTo>
                  <a:pt x="32" y="275"/>
                </a:lnTo>
                <a:lnTo>
                  <a:pt x="33" y="275"/>
                </a:lnTo>
                <a:lnTo>
                  <a:pt x="33" y="276"/>
                </a:lnTo>
                <a:lnTo>
                  <a:pt x="33" y="277"/>
                </a:lnTo>
                <a:lnTo>
                  <a:pt x="33" y="278"/>
                </a:lnTo>
                <a:lnTo>
                  <a:pt x="33" y="279"/>
                </a:lnTo>
                <a:lnTo>
                  <a:pt x="34" y="278"/>
                </a:lnTo>
                <a:lnTo>
                  <a:pt x="35" y="277"/>
                </a:lnTo>
                <a:lnTo>
                  <a:pt x="36" y="277"/>
                </a:lnTo>
                <a:lnTo>
                  <a:pt x="37" y="276"/>
                </a:lnTo>
                <a:lnTo>
                  <a:pt x="37" y="275"/>
                </a:lnTo>
                <a:lnTo>
                  <a:pt x="38" y="274"/>
                </a:lnTo>
                <a:lnTo>
                  <a:pt x="39" y="275"/>
                </a:lnTo>
                <a:lnTo>
                  <a:pt x="39" y="276"/>
                </a:lnTo>
                <a:lnTo>
                  <a:pt x="41" y="277"/>
                </a:lnTo>
                <a:lnTo>
                  <a:pt x="41" y="278"/>
                </a:lnTo>
                <a:lnTo>
                  <a:pt x="42" y="278"/>
                </a:lnTo>
                <a:lnTo>
                  <a:pt x="42" y="277"/>
                </a:lnTo>
                <a:lnTo>
                  <a:pt x="43" y="277"/>
                </a:lnTo>
                <a:lnTo>
                  <a:pt x="44" y="278"/>
                </a:lnTo>
                <a:lnTo>
                  <a:pt x="45" y="278"/>
                </a:lnTo>
                <a:lnTo>
                  <a:pt x="46" y="278"/>
                </a:lnTo>
                <a:lnTo>
                  <a:pt x="46" y="277"/>
                </a:lnTo>
                <a:lnTo>
                  <a:pt x="46" y="276"/>
                </a:lnTo>
                <a:lnTo>
                  <a:pt x="46" y="275"/>
                </a:lnTo>
                <a:lnTo>
                  <a:pt x="47" y="275"/>
                </a:lnTo>
                <a:lnTo>
                  <a:pt x="46" y="274"/>
                </a:lnTo>
                <a:lnTo>
                  <a:pt x="46" y="273"/>
                </a:lnTo>
                <a:lnTo>
                  <a:pt x="46" y="272"/>
                </a:lnTo>
                <a:lnTo>
                  <a:pt x="47" y="272"/>
                </a:lnTo>
                <a:lnTo>
                  <a:pt x="47" y="271"/>
                </a:lnTo>
                <a:lnTo>
                  <a:pt x="48" y="271"/>
                </a:lnTo>
                <a:lnTo>
                  <a:pt x="49" y="270"/>
                </a:lnTo>
                <a:lnTo>
                  <a:pt x="50" y="270"/>
                </a:lnTo>
                <a:lnTo>
                  <a:pt x="50" y="269"/>
                </a:lnTo>
                <a:lnTo>
                  <a:pt x="51" y="268"/>
                </a:lnTo>
                <a:lnTo>
                  <a:pt x="52" y="267"/>
                </a:lnTo>
                <a:lnTo>
                  <a:pt x="52" y="266"/>
                </a:lnTo>
                <a:lnTo>
                  <a:pt x="53" y="266"/>
                </a:lnTo>
                <a:lnTo>
                  <a:pt x="54" y="266"/>
                </a:lnTo>
                <a:lnTo>
                  <a:pt x="55" y="265"/>
                </a:lnTo>
                <a:lnTo>
                  <a:pt x="56" y="264"/>
                </a:lnTo>
                <a:lnTo>
                  <a:pt x="57" y="264"/>
                </a:lnTo>
                <a:lnTo>
                  <a:pt x="57" y="265"/>
                </a:lnTo>
                <a:lnTo>
                  <a:pt x="58" y="265"/>
                </a:lnTo>
                <a:lnTo>
                  <a:pt x="58" y="264"/>
                </a:lnTo>
                <a:lnTo>
                  <a:pt x="59" y="263"/>
                </a:lnTo>
                <a:lnTo>
                  <a:pt x="60" y="264"/>
                </a:lnTo>
                <a:lnTo>
                  <a:pt x="60" y="263"/>
                </a:lnTo>
                <a:lnTo>
                  <a:pt x="60" y="262"/>
                </a:lnTo>
                <a:lnTo>
                  <a:pt x="59" y="261"/>
                </a:lnTo>
                <a:lnTo>
                  <a:pt x="60" y="260"/>
                </a:lnTo>
                <a:lnTo>
                  <a:pt x="60" y="259"/>
                </a:lnTo>
                <a:lnTo>
                  <a:pt x="61" y="259"/>
                </a:lnTo>
                <a:lnTo>
                  <a:pt x="61" y="258"/>
                </a:lnTo>
                <a:lnTo>
                  <a:pt x="62" y="256"/>
                </a:lnTo>
                <a:lnTo>
                  <a:pt x="62" y="255"/>
                </a:lnTo>
                <a:lnTo>
                  <a:pt x="61" y="255"/>
                </a:lnTo>
                <a:lnTo>
                  <a:pt x="60" y="254"/>
                </a:lnTo>
                <a:lnTo>
                  <a:pt x="60" y="253"/>
                </a:lnTo>
                <a:lnTo>
                  <a:pt x="60" y="252"/>
                </a:lnTo>
                <a:lnTo>
                  <a:pt x="61" y="252"/>
                </a:lnTo>
                <a:lnTo>
                  <a:pt x="61" y="251"/>
                </a:lnTo>
                <a:lnTo>
                  <a:pt x="60" y="250"/>
                </a:lnTo>
                <a:lnTo>
                  <a:pt x="59" y="250"/>
                </a:lnTo>
                <a:lnTo>
                  <a:pt x="58" y="249"/>
                </a:lnTo>
                <a:lnTo>
                  <a:pt x="57" y="249"/>
                </a:lnTo>
                <a:lnTo>
                  <a:pt x="56" y="248"/>
                </a:lnTo>
                <a:lnTo>
                  <a:pt x="56" y="247"/>
                </a:lnTo>
                <a:lnTo>
                  <a:pt x="55" y="247"/>
                </a:lnTo>
                <a:lnTo>
                  <a:pt x="54" y="247"/>
                </a:lnTo>
                <a:lnTo>
                  <a:pt x="53" y="247"/>
                </a:lnTo>
                <a:lnTo>
                  <a:pt x="52" y="247"/>
                </a:lnTo>
                <a:lnTo>
                  <a:pt x="52" y="246"/>
                </a:lnTo>
                <a:lnTo>
                  <a:pt x="53" y="246"/>
                </a:lnTo>
                <a:lnTo>
                  <a:pt x="53" y="245"/>
                </a:lnTo>
                <a:lnTo>
                  <a:pt x="52" y="245"/>
                </a:lnTo>
                <a:lnTo>
                  <a:pt x="51" y="244"/>
                </a:lnTo>
                <a:lnTo>
                  <a:pt x="50" y="242"/>
                </a:lnTo>
                <a:lnTo>
                  <a:pt x="49" y="242"/>
                </a:lnTo>
                <a:lnTo>
                  <a:pt x="49" y="241"/>
                </a:lnTo>
                <a:lnTo>
                  <a:pt x="49" y="240"/>
                </a:lnTo>
                <a:lnTo>
                  <a:pt x="49" y="239"/>
                </a:lnTo>
                <a:lnTo>
                  <a:pt x="50" y="238"/>
                </a:lnTo>
                <a:lnTo>
                  <a:pt x="49" y="237"/>
                </a:lnTo>
                <a:lnTo>
                  <a:pt x="49" y="236"/>
                </a:lnTo>
                <a:lnTo>
                  <a:pt x="50" y="235"/>
                </a:lnTo>
                <a:lnTo>
                  <a:pt x="50" y="234"/>
                </a:lnTo>
                <a:lnTo>
                  <a:pt x="49" y="234"/>
                </a:lnTo>
                <a:lnTo>
                  <a:pt x="48" y="233"/>
                </a:lnTo>
                <a:lnTo>
                  <a:pt x="49" y="233"/>
                </a:lnTo>
                <a:lnTo>
                  <a:pt x="49" y="232"/>
                </a:lnTo>
                <a:lnTo>
                  <a:pt x="48" y="232"/>
                </a:lnTo>
                <a:lnTo>
                  <a:pt x="47" y="231"/>
                </a:lnTo>
                <a:lnTo>
                  <a:pt x="47" y="230"/>
                </a:lnTo>
                <a:lnTo>
                  <a:pt x="47" y="229"/>
                </a:lnTo>
                <a:lnTo>
                  <a:pt x="47" y="228"/>
                </a:lnTo>
                <a:lnTo>
                  <a:pt x="47" y="227"/>
                </a:lnTo>
                <a:lnTo>
                  <a:pt x="47" y="225"/>
                </a:lnTo>
                <a:lnTo>
                  <a:pt x="46" y="225"/>
                </a:lnTo>
                <a:lnTo>
                  <a:pt x="46" y="223"/>
                </a:lnTo>
                <a:lnTo>
                  <a:pt x="46" y="222"/>
                </a:lnTo>
                <a:lnTo>
                  <a:pt x="47" y="222"/>
                </a:lnTo>
                <a:lnTo>
                  <a:pt x="48" y="222"/>
                </a:lnTo>
                <a:lnTo>
                  <a:pt x="48" y="220"/>
                </a:lnTo>
                <a:lnTo>
                  <a:pt x="47" y="220"/>
                </a:lnTo>
                <a:lnTo>
                  <a:pt x="48" y="220"/>
                </a:lnTo>
                <a:lnTo>
                  <a:pt x="48" y="219"/>
                </a:lnTo>
                <a:lnTo>
                  <a:pt x="49" y="219"/>
                </a:lnTo>
                <a:lnTo>
                  <a:pt x="49" y="218"/>
                </a:lnTo>
                <a:lnTo>
                  <a:pt x="50" y="218"/>
                </a:lnTo>
                <a:lnTo>
                  <a:pt x="51" y="218"/>
                </a:lnTo>
                <a:lnTo>
                  <a:pt x="52" y="217"/>
                </a:lnTo>
                <a:lnTo>
                  <a:pt x="53" y="216"/>
                </a:lnTo>
                <a:lnTo>
                  <a:pt x="53" y="215"/>
                </a:lnTo>
                <a:lnTo>
                  <a:pt x="52" y="215"/>
                </a:lnTo>
                <a:lnTo>
                  <a:pt x="52" y="214"/>
                </a:lnTo>
                <a:lnTo>
                  <a:pt x="51" y="213"/>
                </a:lnTo>
                <a:lnTo>
                  <a:pt x="50" y="213"/>
                </a:lnTo>
                <a:lnTo>
                  <a:pt x="50" y="212"/>
                </a:lnTo>
                <a:lnTo>
                  <a:pt x="49" y="212"/>
                </a:lnTo>
                <a:lnTo>
                  <a:pt x="49" y="213"/>
                </a:lnTo>
                <a:lnTo>
                  <a:pt x="48" y="213"/>
                </a:lnTo>
                <a:lnTo>
                  <a:pt x="48" y="214"/>
                </a:lnTo>
                <a:lnTo>
                  <a:pt x="48" y="215"/>
                </a:lnTo>
                <a:lnTo>
                  <a:pt x="47" y="215"/>
                </a:lnTo>
                <a:lnTo>
                  <a:pt x="47" y="216"/>
                </a:lnTo>
                <a:lnTo>
                  <a:pt x="46" y="216"/>
                </a:lnTo>
                <a:lnTo>
                  <a:pt x="46" y="215"/>
                </a:lnTo>
                <a:lnTo>
                  <a:pt x="46" y="214"/>
                </a:lnTo>
                <a:lnTo>
                  <a:pt x="46" y="213"/>
                </a:lnTo>
                <a:lnTo>
                  <a:pt x="46" y="212"/>
                </a:lnTo>
                <a:lnTo>
                  <a:pt x="46" y="211"/>
                </a:lnTo>
                <a:lnTo>
                  <a:pt x="47" y="210"/>
                </a:lnTo>
                <a:lnTo>
                  <a:pt x="47" y="209"/>
                </a:lnTo>
                <a:lnTo>
                  <a:pt x="47" y="208"/>
                </a:lnTo>
                <a:lnTo>
                  <a:pt x="48" y="207"/>
                </a:lnTo>
                <a:lnTo>
                  <a:pt x="48" y="206"/>
                </a:lnTo>
                <a:lnTo>
                  <a:pt x="49" y="205"/>
                </a:lnTo>
                <a:lnTo>
                  <a:pt x="49" y="204"/>
                </a:lnTo>
                <a:lnTo>
                  <a:pt x="49" y="203"/>
                </a:lnTo>
                <a:lnTo>
                  <a:pt x="49" y="202"/>
                </a:lnTo>
                <a:lnTo>
                  <a:pt x="50" y="202"/>
                </a:lnTo>
                <a:lnTo>
                  <a:pt x="50" y="201"/>
                </a:lnTo>
                <a:lnTo>
                  <a:pt x="49" y="200"/>
                </a:lnTo>
                <a:lnTo>
                  <a:pt x="50" y="199"/>
                </a:lnTo>
                <a:lnTo>
                  <a:pt x="50" y="197"/>
                </a:lnTo>
                <a:lnTo>
                  <a:pt x="51" y="196"/>
                </a:lnTo>
                <a:lnTo>
                  <a:pt x="51" y="195"/>
                </a:lnTo>
                <a:lnTo>
                  <a:pt x="52" y="195"/>
                </a:lnTo>
                <a:lnTo>
                  <a:pt x="52" y="194"/>
                </a:lnTo>
                <a:lnTo>
                  <a:pt x="52" y="193"/>
                </a:lnTo>
                <a:lnTo>
                  <a:pt x="53" y="192"/>
                </a:lnTo>
                <a:lnTo>
                  <a:pt x="54" y="192"/>
                </a:lnTo>
                <a:lnTo>
                  <a:pt x="54" y="191"/>
                </a:lnTo>
                <a:lnTo>
                  <a:pt x="55" y="191"/>
                </a:lnTo>
                <a:lnTo>
                  <a:pt x="54" y="191"/>
                </a:lnTo>
                <a:lnTo>
                  <a:pt x="53" y="191"/>
                </a:lnTo>
                <a:lnTo>
                  <a:pt x="53" y="190"/>
                </a:lnTo>
                <a:lnTo>
                  <a:pt x="52" y="190"/>
                </a:lnTo>
                <a:lnTo>
                  <a:pt x="52" y="191"/>
                </a:lnTo>
                <a:lnTo>
                  <a:pt x="51" y="191"/>
                </a:lnTo>
                <a:lnTo>
                  <a:pt x="51" y="192"/>
                </a:lnTo>
                <a:lnTo>
                  <a:pt x="50" y="192"/>
                </a:lnTo>
                <a:lnTo>
                  <a:pt x="51" y="191"/>
                </a:lnTo>
                <a:lnTo>
                  <a:pt x="51" y="190"/>
                </a:lnTo>
                <a:lnTo>
                  <a:pt x="51" y="189"/>
                </a:lnTo>
                <a:lnTo>
                  <a:pt x="50" y="189"/>
                </a:lnTo>
                <a:lnTo>
                  <a:pt x="49" y="189"/>
                </a:lnTo>
                <a:lnTo>
                  <a:pt x="48" y="189"/>
                </a:lnTo>
                <a:lnTo>
                  <a:pt x="48" y="190"/>
                </a:lnTo>
                <a:lnTo>
                  <a:pt x="47" y="190"/>
                </a:lnTo>
                <a:lnTo>
                  <a:pt x="47" y="191"/>
                </a:lnTo>
                <a:lnTo>
                  <a:pt x="46" y="191"/>
                </a:lnTo>
                <a:lnTo>
                  <a:pt x="45" y="190"/>
                </a:lnTo>
                <a:lnTo>
                  <a:pt x="46" y="190"/>
                </a:lnTo>
                <a:lnTo>
                  <a:pt x="46" y="189"/>
                </a:lnTo>
                <a:lnTo>
                  <a:pt x="45" y="188"/>
                </a:lnTo>
                <a:lnTo>
                  <a:pt x="45" y="187"/>
                </a:lnTo>
                <a:lnTo>
                  <a:pt x="44" y="187"/>
                </a:lnTo>
                <a:lnTo>
                  <a:pt x="43" y="187"/>
                </a:lnTo>
                <a:lnTo>
                  <a:pt x="43" y="186"/>
                </a:lnTo>
                <a:lnTo>
                  <a:pt x="43" y="185"/>
                </a:lnTo>
                <a:lnTo>
                  <a:pt x="43" y="184"/>
                </a:lnTo>
                <a:lnTo>
                  <a:pt x="43" y="183"/>
                </a:lnTo>
                <a:lnTo>
                  <a:pt x="44" y="183"/>
                </a:lnTo>
                <a:lnTo>
                  <a:pt x="44" y="182"/>
                </a:lnTo>
                <a:lnTo>
                  <a:pt x="45" y="181"/>
                </a:lnTo>
                <a:lnTo>
                  <a:pt x="45" y="180"/>
                </a:lnTo>
                <a:lnTo>
                  <a:pt x="44" y="180"/>
                </a:lnTo>
                <a:lnTo>
                  <a:pt x="44" y="179"/>
                </a:lnTo>
                <a:lnTo>
                  <a:pt x="43" y="179"/>
                </a:lnTo>
                <a:lnTo>
                  <a:pt x="43" y="178"/>
                </a:lnTo>
                <a:lnTo>
                  <a:pt x="43" y="177"/>
                </a:lnTo>
                <a:lnTo>
                  <a:pt x="42" y="177"/>
                </a:lnTo>
                <a:lnTo>
                  <a:pt x="42" y="175"/>
                </a:lnTo>
                <a:lnTo>
                  <a:pt x="42" y="174"/>
                </a:lnTo>
                <a:lnTo>
                  <a:pt x="42" y="173"/>
                </a:lnTo>
                <a:lnTo>
                  <a:pt x="42" y="172"/>
                </a:lnTo>
                <a:lnTo>
                  <a:pt x="42" y="171"/>
                </a:lnTo>
                <a:lnTo>
                  <a:pt x="43" y="169"/>
                </a:lnTo>
                <a:lnTo>
                  <a:pt x="43" y="168"/>
                </a:lnTo>
                <a:lnTo>
                  <a:pt x="43" y="167"/>
                </a:lnTo>
                <a:lnTo>
                  <a:pt x="43" y="166"/>
                </a:lnTo>
                <a:lnTo>
                  <a:pt x="44" y="166"/>
                </a:lnTo>
                <a:lnTo>
                  <a:pt x="43" y="165"/>
                </a:lnTo>
                <a:lnTo>
                  <a:pt x="43" y="164"/>
                </a:lnTo>
                <a:lnTo>
                  <a:pt x="44" y="163"/>
                </a:lnTo>
                <a:lnTo>
                  <a:pt x="45" y="163"/>
                </a:lnTo>
                <a:lnTo>
                  <a:pt x="45" y="162"/>
                </a:lnTo>
                <a:lnTo>
                  <a:pt x="45" y="161"/>
                </a:lnTo>
                <a:lnTo>
                  <a:pt x="45" y="160"/>
                </a:lnTo>
                <a:lnTo>
                  <a:pt x="46" y="160"/>
                </a:lnTo>
                <a:lnTo>
                  <a:pt x="46" y="159"/>
                </a:lnTo>
                <a:lnTo>
                  <a:pt x="47" y="159"/>
                </a:lnTo>
                <a:lnTo>
                  <a:pt x="48" y="159"/>
                </a:lnTo>
                <a:lnTo>
                  <a:pt x="47" y="158"/>
                </a:lnTo>
                <a:lnTo>
                  <a:pt x="47" y="157"/>
                </a:lnTo>
                <a:lnTo>
                  <a:pt x="46" y="157"/>
                </a:lnTo>
                <a:lnTo>
                  <a:pt x="47" y="157"/>
                </a:lnTo>
                <a:lnTo>
                  <a:pt x="47" y="156"/>
                </a:lnTo>
                <a:lnTo>
                  <a:pt x="46" y="155"/>
                </a:lnTo>
                <a:lnTo>
                  <a:pt x="45" y="154"/>
                </a:lnTo>
                <a:lnTo>
                  <a:pt x="45" y="155"/>
                </a:lnTo>
                <a:lnTo>
                  <a:pt x="44" y="155"/>
                </a:lnTo>
                <a:lnTo>
                  <a:pt x="44" y="156"/>
                </a:lnTo>
                <a:lnTo>
                  <a:pt x="43" y="156"/>
                </a:lnTo>
                <a:lnTo>
                  <a:pt x="42" y="157"/>
                </a:lnTo>
                <a:lnTo>
                  <a:pt x="41" y="157"/>
                </a:lnTo>
                <a:lnTo>
                  <a:pt x="40" y="156"/>
                </a:lnTo>
                <a:lnTo>
                  <a:pt x="40" y="155"/>
                </a:lnTo>
                <a:lnTo>
                  <a:pt x="39" y="155"/>
                </a:lnTo>
                <a:lnTo>
                  <a:pt x="39" y="156"/>
                </a:lnTo>
                <a:lnTo>
                  <a:pt x="38" y="156"/>
                </a:lnTo>
                <a:lnTo>
                  <a:pt x="37" y="157"/>
                </a:lnTo>
                <a:lnTo>
                  <a:pt x="36" y="157"/>
                </a:lnTo>
                <a:lnTo>
                  <a:pt x="36" y="156"/>
                </a:lnTo>
                <a:lnTo>
                  <a:pt x="35" y="156"/>
                </a:lnTo>
                <a:lnTo>
                  <a:pt x="35" y="155"/>
                </a:lnTo>
                <a:lnTo>
                  <a:pt x="36" y="154"/>
                </a:lnTo>
                <a:lnTo>
                  <a:pt x="36" y="153"/>
                </a:lnTo>
                <a:lnTo>
                  <a:pt x="37" y="153"/>
                </a:lnTo>
                <a:lnTo>
                  <a:pt x="38" y="153"/>
                </a:lnTo>
                <a:lnTo>
                  <a:pt x="38" y="152"/>
                </a:lnTo>
                <a:lnTo>
                  <a:pt x="39" y="152"/>
                </a:lnTo>
                <a:lnTo>
                  <a:pt x="40" y="152"/>
                </a:lnTo>
                <a:lnTo>
                  <a:pt x="41" y="151"/>
                </a:lnTo>
                <a:lnTo>
                  <a:pt x="42" y="151"/>
                </a:lnTo>
                <a:lnTo>
                  <a:pt x="43" y="150"/>
                </a:lnTo>
                <a:lnTo>
                  <a:pt x="43" y="149"/>
                </a:lnTo>
                <a:lnTo>
                  <a:pt x="42" y="149"/>
                </a:lnTo>
                <a:lnTo>
                  <a:pt x="42" y="148"/>
                </a:lnTo>
                <a:lnTo>
                  <a:pt x="42" y="147"/>
                </a:lnTo>
                <a:lnTo>
                  <a:pt x="43" y="147"/>
                </a:lnTo>
                <a:lnTo>
                  <a:pt x="44" y="147"/>
                </a:lnTo>
                <a:lnTo>
                  <a:pt x="44" y="146"/>
                </a:lnTo>
                <a:lnTo>
                  <a:pt x="45" y="146"/>
                </a:lnTo>
                <a:lnTo>
                  <a:pt x="45" y="145"/>
                </a:lnTo>
                <a:lnTo>
                  <a:pt x="45" y="144"/>
                </a:lnTo>
                <a:lnTo>
                  <a:pt x="46" y="143"/>
                </a:lnTo>
                <a:lnTo>
                  <a:pt x="46" y="142"/>
                </a:lnTo>
                <a:lnTo>
                  <a:pt x="45" y="142"/>
                </a:lnTo>
                <a:lnTo>
                  <a:pt x="44" y="142"/>
                </a:lnTo>
                <a:lnTo>
                  <a:pt x="44" y="141"/>
                </a:lnTo>
                <a:lnTo>
                  <a:pt x="43" y="141"/>
                </a:lnTo>
                <a:lnTo>
                  <a:pt x="42" y="141"/>
                </a:lnTo>
                <a:lnTo>
                  <a:pt x="42" y="140"/>
                </a:lnTo>
                <a:lnTo>
                  <a:pt x="42" y="139"/>
                </a:lnTo>
                <a:lnTo>
                  <a:pt x="41" y="139"/>
                </a:lnTo>
                <a:lnTo>
                  <a:pt x="40" y="139"/>
                </a:lnTo>
                <a:lnTo>
                  <a:pt x="40" y="138"/>
                </a:lnTo>
                <a:lnTo>
                  <a:pt x="41" y="137"/>
                </a:lnTo>
                <a:lnTo>
                  <a:pt x="41" y="136"/>
                </a:lnTo>
                <a:lnTo>
                  <a:pt x="41" y="135"/>
                </a:lnTo>
                <a:lnTo>
                  <a:pt x="40" y="134"/>
                </a:lnTo>
                <a:lnTo>
                  <a:pt x="41" y="133"/>
                </a:lnTo>
                <a:lnTo>
                  <a:pt x="40" y="132"/>
                </a:lnTo>
                <a:lnTo>
                  <a:pt x="41" y="131"/>
                </a:lnTo>
                <a:lnTo>
                  <a:pt x="40" y="131"/>
                </a:lnTo>
                <a:lnTo>
                  <a:pt x="40" y="130"/>
                </a:lnTo>
                <a:lnTo>
                  <a:pt x="40" y="129"/>
                </a:lnTo>
                <a:lnTo>
                  <a:pt x="40" y="128"/>
                </a:lnTo>
                <a:lnTo>
                  <a:pt x="41" y="127"/>
                </a:lnTo>
                <a:lnTo>
                  <a:pt x="41" y="126"/>
                </a:lnTo>
                <a:lnTo>
                  <a:pt x="42" y="126"/>
                </a:lnTo>
                <a:lnTo>
                  <a:pt x="42" y="124"/>
                </a:lnTo>
                <a:lnTo>
                  <a:pt x="42" y="123"/>
                </a:lnTo>
                <a:lnTo>
                  <a:pt x="42" y="121"/>
                </a:lnTo>
                <a:lnTo>
                  <a:pt x="43" y="120"/>
                </a:lnTo>
                <a:lnTo>
                  <a:pt x="43" y="119"/>
                </a:lnTo>
                <a:lnTo>
                  <a:pt x="44" y="119"/>
                </a:lnTo>
                <a:lnTo>
                  <a:pt x="45" y="119"/>
                </a:lnTo>
                <a:lnTo>
                  <a:pt x="45" y="118"/>
                </a:lnTo>
                <a:lnTo>
                  <a:pt x="45" y="117"/>
                </a:lnTo>
                <a:lnTo>
                  <a:pt x="45" y="115"/>
                </a:lnTo>
                <a:lnTo>
                  <a:pt x="46" y="114"/>
                </a:lnTo>
                <a:lnTo>
                  <a:pt x="47" y="114"/>
                </a:lnTo>
                <a:lnTo>
                  <a:pt x="47" y="113"/>
                </a:lnTo>
                <a:lnTo>
                  <a:pt x="47" y="112"/>
                </a:lnTo>
                <a:lnTo>
                  <a:pt x="48" y="112"/>
                </a:lnTo>
                <a:lnTo>
                  <a:pt x="47" y="111"/>
                </a:lnTo>
                <a:lnTo>
                  <a:pt x="47" y="110"/>
                </a:lnTo>
                <a:lnTo>
                  <a:pt x="46" y="109"/>
                </a:lnTo>
                <a:lnTo>
                  <a:pt x="45" y="109"/>
                </a:lnTo>
                <a:lnTo>
                  <a:pt x="44" y="109"/>
                </a:lnTo>
                <a:lnTo>
                  <a:pt x="43" y="108"/>
                </a:lnTo>
                <a:lnTo>
                  <a:pt x="42" y="108"/>
                </a:lnTo>
                <a:lnTo>
                  <a:pt x="42" y="107"/>
                </a:lnTo>
                <a:lnTo>
                  <a:pt x="41" y="107"/>
                </a:lnTo>
                <a:lnTo>
                  <a:pt x="41" y="108"/>
                </a:lnTo>
                <a:lnTo>
                  <a:pt x="40" y="108"/>
                </a:lnTo>
                <a:lnTo>
                  <a:pt x="40" y="107"/>
                </a:lnTo>
                <a:lnTo>
                  <a:pt x="40" y="106"/>
                </a:lnTo>
                <a:lnTo>
                  <a:pt x="39" y="106"/>
                </a:lnTo>
                <a:lnTo>
                  <a:pt x="39" y="105"/>
                </a:lnTo>
                <a:lnTo>
                  <a:pt x="40" y="105"/>
                </a:lnTo>
                <a:lnTo>
                  <a:pt x="41" y="105"/>
                </a:lnTo>
                <a:lnTo>
                  <a:pt x="41" y="104"/>
                </a:lnTo>
                <a:lnTo>
                  <a:pt x="42" y="104"/>
                </a:lnTo>
                <a:lnTo>
                  <a:pt x="43" y="104"/>
                </a:lnTo>
                <a:lnTo>
                  <a:pt x="44" y="104"/>
                </a:lnTo>
                <a:lnTo>
                  <a:pt x="44" y="103"/>
                </a:lnTo>
                <a:lnTo>
                  <a:pt x="44" y="102"/>
                </a:lnTo>
                <a:lnTo>
                  <a:pt x="43" y="102"/>
                </a:lnTo>
                <a:lnTo>
                  <a:pt x="42" y="102"/>
                </a:lnTo>
                <a:lnTo>
                  <a:pt x="42" y="101"/>
                </a:lnTo>
                <a:lnTo>
                  <a:pt x="43" y="101"/>
                </a:lnTo>
                <a:lnTo>
                  <a:pt x="43" y="99"/>
                </a:lnTo>
                <a:lnTo>
                  <a:pt x="42" y="99"/>
                </a:lnTo>
                <a:lnTo>
                  <a:pt x="43" y="98"/>
                </a:lnTo>
                <a:lnTo>
                  <a:pt x="43" y="97"/>
                </a:lnTo>
                <a:lnTo>
                  <a:pt x="44" y="97"/>
                </a:lnTo>
                <a:lnTo>
                  <a:pt x="44" y="96"/>
                </a:lnTo>
                <a:lnTo>
                  <a:pt x="43" y="96"/>
                </a:lnTo>
                <a:lnTo>
                  <a:pt x="44" y="96"/>
                </a:lnTo>
                <a:lnTo>
                  <a:pt x="44" y="95"/>
                </a:lnTo>
                <a:lnTo>
                  <a:pt x="43" y="95"/>
                </a:lnTo>
                <a:lnTo>
                  <a:pt x="43" y="94"/>
                </a:lnTo>
                <a:lnTo>
                  <a:pt x="43" y="93"/>
                </a:lnTo>
                <a:lnTo>
                  <a:pt x="43" y="92"/>
                </a:lnTo>
                <a:lnTo>
                  <a:pt x="44" y="92"/>
                </a:lnTo>
                <a:lnTo>
                  <a:pt x="44" y="91"/>
                </a:lnTo>
                <a:lnTo>
                  <a:pt x="45" y="91"/>
                </a:lnTo>
                <a:lnTo>
                  <a:pt x="45" y="90"/>
                </a:lnTo>
                <a:lnTo>
                  <a:pt x="46" y="90"/>
                </a:lnTo>
                <a:lnTo>
                  <a:pt x="47" y="90"/>
                </a:lnTo>
                <a:lnTo>
                  <a:pt x="47" y="89"/>
                </a:lnTo>
                <a:lnTo>
                  <a:pt x="48" y="89"/>
                </a:lnTo>
                <a:lnTo>
                  <a:pt x="48" y="88"/>
                </a:lnTo>
                <a:lnTo>
                  <a:pt x="49" y="88"/>
                </a:lnTo>
                <a:lnTo>
                  <a:pt x="49" y="87"/>
                </a:lnTo>
                <a:lnTo>
                  <a:pt x="50" y="87"/>
                </a:lnTo>
                <a:lnTo>
                  <a:pt x="50" y="86"/>
                </a:lnTo>
                <a:lnTo>
                  <a:pt x="51" y="86"/>
                </a:lnTo>
                <a:lnTo>
                  <a:pt x="51" y="85"/>
                </a:lnTo>
                <a:lnTo>
                  <a:pt x="50" y="85"/>
                </a:lnTo>
                <a:lnTo>
                  <a:pt x="50" y="84"/>
                </a:lnTo>
                <a:lnTo>
                  <a:pt x="49" y="84"/>
                </a:lnTo>
                <a:lnTo>
                  <a:pt x="49" y="83"/>
                </a:lnTo>
                <a:lnTo>
                  <a:pt x="50" y="83"/>
                </a:lnTo>
                <a:lnTo>
                  <a:pt x="50" y="82"/>
                </a:lnTo>
                <a:lnTo>
                  <a:pt x="49" y="82"/>
                </a:lnTo>
                <a:lnTo>
                  <a:pt x="49" y="81"/>
                </a:lnTo>
                <a:lnTo>
                  <a:pt x="48" y="81"/>
                </a:lnTo>
                <a:lnTo>
                  <a:pt x="49" y="81"/>
                </a:lnTo>
                <a:lnTo>
                  <a:pt x="49" y="80"/>
                </a:lnTo>
                <a:lnTo>
                  <a:pt x="50" y="80"/>
                </a:lnTo>
                <a:lnTo>
                  <a:pt x="50" y="79"/>
                </a:lnTo>
                <a:lnTo>
                  <a:pt x="49" y="79"/>
                </a:lnTo>
                <a:lnTo>
                  <a:pt x="49" y="78"/>
                </a:lnTo>
                <a:lnTo>
                  <a:pt x="50" y="77"/>
                </a:lnTo>
                <a:lnTo>
                  <a:pt x="51" y="77"/>
                </a:lnTo>
                <a:lnTo>
                  <a:pt x="52" y="76"/>
                </a:lnTo>
                <a:lnTo>
                  <a:pt x="52" y="77"/>
                </a:lnTo>
                <a:lnTo>
                  <a:pt x="53" y="77"/>
                </a:lnTo>
                <a:lnTo>
                  <a:pt x="54" y="77"/>
                </a:lnTo>
                <a:lnTo>
                  <a:pt x="54" y="76"/>
                </a:lnTo>
                <a:lnTo>
                  <a:pt x="53" y="76"/>
                </a:lnTo>
                <a:lnTo>
                  <a:pt x="53" y="75"/>
                </a:lnTo>
                <a:lnTo>
                  <a:pt x="53" y="74"/>
                </a:lnTo>
                <a:lnTo>
                  <a:pt x="52" y="74"/>
                </a:lnTo>
                <a:lnTo>
                  <a:pt x="52" y="73"/>
                </a:lnTo>
                <a:lnTo>
                  <a:pt x="52" y="72"/>
                </a:lnTo>
                <a:lnTo>
                  <a:pt x="53" y="72"/>
                </a:lnTo>
                <a:lnTo>
                  <a:pt x="53" y="71"/>
                </a:lnTo>
                <a:lnTo>
                  <a:pt x="54" y="71"/>
                </a:lnTo>
                <a:lnTo>
                  <a:pt x="55" y="71"/>
                </a:lnTo>
                <a:lnTo>
                  <a:pt x="55" y="70"/>
                </a:lnTo>
                <a:lnTo>
                  <a:pt x="56" y="70"/>
                </a:lnTo>
                <a:lnTo>
                  <a:pt x="56" y="69"/>
                </a:lnTo>
                <a:lnTo>
                  <a:pt x="56" y="70"/>
                </a:lnTo>
                <a:lnTo>
                  <a:pt x="56" y="69"/>
                </a:lnTo>
                <a:lnTo>
                  <a:pt x="55" y="68"/>
                </a:lnTo>
                <a:lnTo>
                  <a:pt x="55" y="67"/>
                </a:lnTo>
                <a:lnTo>
                  <a:pt x="56" y="67"/>
                </a:lnTo>
                <a:lnTo>
                  <a:pt x="56" y="66"/>
                </a:lnTo>
                <a:lnTo>
                  <a:pt x="56" y="65"/>
                </a:lnTo>
                <a:lnTo>
                  <a:pt x="57" y="65"/>
                </a:lnTo>
                <a:lnTo>
                  <a:pt x="58" y="65"/>
                </a:lnTo>
                <a:lnTo>
                  <a:pt x="58" y="64"/>
                </a:lnTo>
                <a:lnTo>
                  <a:pt x="58" y="63"/>
                </a:lnTo>
                <a:lnTo>
                  <a:pt x="58" y="62"/>
                </a:lnTo>
                <a:lnTo>
                  <a:pt x="57" y="62"/>
                </a:lnTo>
                <a:lnTo>
                  <a:pt x="58" y="61"/>
                </a:lnTo>
                <a:lnTo>
                  <a:pt x="59" y="61"/>
                </a:lnTo>
                <a:lnTo>
                  <a:pt x="59" y="62"/>
                </a:lnTo>
                <a:lnTo>
                  <a:pt x="60" y="62"/>
                </a:lnTo>
                <a:lnTo>
                  <a:pt x="60" y="63"/>
                </a:lnTo>
                <a:lnTo>
                  <a:pt x="61" y="63"/>
                </a:lnTo>
                <a:lnTo>
                  <a:pt x="61" y="62"/>
                </a:lnTo>
                <a:lnTo>
                  <a:pt x="60" y="62"/>
                </a:lnTo>
                <a:lnTo>
                  <a:pt x="60" y="61"/>
                </a:lnTo>
                <a:lnTo>
                  <a:pt x="60" y="59"/>
                </a:lnTo>
                <a:lnTo>
                  <a:pt x="60" y="58"/>
                </a:lnTo>
                <a:lnTo>
                  <a:pt x="61" y="58"/>
                </a:lnTo>
                <a:lnTo>
                  <a:pt x="61" y="59"/>
                </a:lnTo>
                <a:lnTo>
                  <a:pt x="62" y="59"/>
                </a:lnTo>
                <a:lnTo>
                  <a:pt x="63" y="59"/>
                </a:lnTo>
                <a:lnTo>
                  <a:pt x="63" y="58"/>
                </a:lnTo>
                <a:lnTo>
                  <a:pt x="63" y="57"/>
                </a:lnTo>
                <a:lnTo>
                  <a:pt x="64" y="57"/>
                </a:lnTo>
                <a:lnTo>
                  <a:pt x="64" y="56"/>
                </a:lnTo>
                <a:lnTo>
                  <a:pt x="64" y="55"/>
                </a:lnTo>
                <a:lnTo>
                  <a:pt x="64" y="54"/>
                </a:lnTo>
                <a:lnTo>
                  <a:pt x="63" y="54"/>
                </a:lnTo>
                <a:lnTo>
                  <a:pt x="64" y="54"/>
                </a:lnTo>
                <a:lnTo>
                  <a:pt x="65" y="54"/>
                </a:lnTo>
                <a:lnTo>
                  <a:pt x="66" y="54"/>
                </a:lnTo>
                <a:lnTo>
                  <a:pt x="66" y="53"/>
                </a:lnTo>
                <a:lnTo>
                  <a:pt x="65" y="53"/>
                </a:lnTo>
                <a:lnTo>
                  <a:pt x="65" y="52"/>
                </a:lnTo>
                <a:lnTo>
                  <a:pt x="65" y="51"/>
                </a:lnTo>
                <a:lnTo>
                  <a:pt x="66" y="51"/>
                </a:lnTo>
                <a:lnTo>
                  <a:pt x="66" y="52"/>
                </a:lnTo>
                <a:lnTo>
                  <a:pt x="66" y="51"/>
                </a:lnTo>
                <a:lnTo>
                  <a:pt x="66" y="52"/>
                </a:lnTo>
                <a:lnTo>
                  <a:pt x="67" y="52"/>
                </a:lnTo>
                <a:lnTo>
                  <a:pt x="67" y="53"/>
                </a:lnTo>
                <a:lnTo>
                  <a:pt x="68" y="53"/>
                </a:lnTo>
                <a:lnTo>
                  <a:pt x="68" y="52"/>
                </a:lnTo>
                <a:lnTo>
                  <a:pt x="69" y="52"/>
                </a:lnTo>
                <a:lnTo>
                  <a:pt x="69" y="53"/>
                </a:lnTo>
                <a:lnTo>
                  <a:pt x="70" y="53"/>
                </a:lnTo>
                <a:lnTo>
                  <a:pt x="70" y="52"/>
                </a:lnTo>
                <a:lnTo>
                  <a:pt x="71" y="52"/>
                </a:lnTo>
                <a:lnTo>
                  <a:pt x="70" y="51"/>
                </a:lnTo>
                <a:lnTo>
                  <a:pt x="71" y="51"/>
                </a:lnTo>
                <a:lnTo>
                  <a:pt x="72" y="51"/>
                </a:lnTo>
                <a:lnTo>
                  <a:pt x="73" y="51"/>
                </a:lnTo>
                <a:lnTo>
                  <a:pt x="74" y="51"/>
                </a:lnTo>
                <a:lnTo>
                  <a:pt x="75" y="51"/>
                </a:lnTo>
                <a:lnTo>
                  <a:pt x="76" y="52"/>
                </a:lnTo>
                <a:lnTo>
                  <a:pt x="77" y="52"/>
                </a:lnTo>
                <a:lnTo>
                  <a:pt x="78" y="52"/>
                </a:lnTo>
                <a:lnTo>
                  <a:pt x="78" y="53"/>
                </a:lnTo>
                <a:lnTo>
                  <a:pt x="78" y="54"/>
                </a:lnTo>
                <a:lnTo>
                  <a:pt x="79" y="54"/>
                </a:lnTo>
                <a:lnTo>
                  <a:pt x="79" y="53"/>
                </a:lnTo>
                <a:lnTo>
                  <a:pt x="80" y="53"/>
                </a:lnTo>
                <a:lnTo>
                  <a:pt x="80" y="54"/>
                </a:lnTo>
                <a:lnTo>
                  <a:pt x="81" y="54"/>
                </a:lnTo>
                <a:lnTo>
                  <a:pt x="81" y="53"/>
                </a:lnTo>
                <a:lnTo>
                  <a:pt x="82" y="53"/>
                </a:lnTo>
                <a:lnTo>
                  <a:pt x="83" y="53"/>
                </a:lnTo>
                <a:lnTo>
                  <a:pt x="83" y="52"/>
                </a:lnTo>
                <a:lnTo>
                  <a:pt x="83" y="51"/>
                </a:lnTo>
                <a:lnTo>
                  <a:pt x="82" y="51"/>
                </a:lnTo>
                <a:lnTo>
                  <a:pt x="82" y="50"/>
                </a:lnTo>
                <a:lnTo>
                  <a:pt x="83" y="50"/>
                </a:lnTo>
                <a:lnTo>
                  <a:pt x="83" y="49"/>
                </a:lnTo>
                <a:lnTo>
                  <a:pt x="84" y="49"/>
                </a:lnTo>
                <a:lnTo>
                  <a:pt x="84" y="48"/>
                </a:lnTo>
                <a:lnTo>
                  <a:pt x="83" y="48"/>
                </a:lnTo>
                <a:lnTo>
                  <a:pt x="83" y="47"/>
                </a:lnTo>
                <a:lnTo>
                  <a:pt x="84" y="47"/>
                </a:lnTo>
                <a:lnTo>
                  <a:pt x="84" y="46"/>
                </a:lnTo>
                <a:lnTo>
                  <a:pt x="85" y="46"/>
                </a:lnTo>
                <a:lnTo>
                  <a:pt x="86" y="46"/>
                </a:lnTo>
                <a:lnTo>
                  <a:pt x="86" y="45"/>
                </a:lnTo>
                <a:lnTo>
                  <a:pt x="87" y="45"/>
                </a:lnTo>
                <a:lnTo>
                  <a:pt x="88" y="45"/>
                </a:lnTo>
                <a:lnTo>
                  <a:pt x="88" y="44"/>
                </a:lnTo>
                <a:lnTo>
                  <a:pt x="87" y="44"/>
                </a:lnTo>
                <a:lnTo>
                  <a:pt x="87" y="43"/>
                </a:lnTo>
                <a:lnTo>
                  <a:pt x="87" y="42"/>
                </a:lnTo>
                <a:lnTo>
                  <a:pt x="88" y="42"/>
                </a:lnTo>
                <a:lnTo>
                  <a:pt x="88" y="41"/>
                </a:lnTo>
                <a:lnTo>
                  <a:pt x="87" y="40"/>
                </a:lnTo>
                <a:lnTo>
                  <a:pt x="86" y="40"/>
                </a:lnTo>
                <a:lnTo>
                  <a:pt x="87" y="40"/>
                </a:lnTo>
                <a:lnTo>
                  <a:pt x="87" y="39"/>
                </a:lnTo>
                <a:lnTo>
                  <a:pt x="88" y="39"/>
                </a:lnTo>
                <a:lnTo>
                  <a:pt x="89" y="38"/>
                </a:lnTo>
                <a:lnTo>
                  <a:pt x="90" y="38"/>
                </a:lnTo>
                <a:lnTo>
                  <a:pt x="90" y="37"/>
                </a:lnTo>
                <a:lnTo>
                  <a:pt x="91" y="37"/>
                </a:lnTo>
                <a:lnTo>
                  <a:pt x="92" y="37"/>
                </a:lnTo>
                <a:lnTo>
                  <a:pt x="93" y="36"/>
                </a:lnTo>
                <a:lnTo>
                  <a:pt x="93" y="37"/>
                </a:lnTo>
                <a:lnTo>
                  <a:pt x="94" y="37"/>
                </a:lnTo>
                <a:lnTo>
                  <a:pt x="94" y="36"/>
                </a:lnTo>
                <a:lnTo>
                  <a:pt x="95" y="36"/>
                </a:lnTo>
                <a:lnTo>
                  <a:pt x="95" y="37"/>
                </a:lnTo>
                <a:lnTo>
                  <a:pt x="96" y="37"/>
                </a:lnTo>
                <a:lnTo>
                  <a:pt x="96" y="36"/>
                </a:lnTo>
                <a:lnTo>
                  <a:pt x="97" y="36"/>
                </a:lnTo>
                <a:lnTo>
                  <a:pt x="98" y="36"/>
                </a:lnTo>
                <a:lnTo>
                  <a:pt x="99" y="37"/>
                </a:lnTo>
                <a:lnTo>
                  <a:pt x="100" y="37"/>
                </a:lnTo>
                <a:lnTo>
                  <a:pt x="101" y="37"/>
                </a:lnTo>
                <a:lnTo>
                  <a:pt x="102" y="37"/>
                </a:lnTo>
                <a:lnTo>
                  <a:pt x="102" y="36"/>
                </a:lnTo>
                <a:lnTo>
                  <a:pt x="103" y="36"/>
                </a:lnTo>
                <a:lnTo>
                  <a:pt x="104" y="36"/>
                </a:lnTo>
                <a:lnTo>
                  <a:pt x="105" y="36"/>
                </a:lnTo>
                <a:lnTo>
                  <a:pt x="106" y="36"/>
                </a:lnTo>
                <a:lnTo>
                  <a:pt x="107" y="36"/>
                </a:lnTo>
                <a:lnTo>
                  <a:pt x="107" y="37"/>
                </a:lnTo>
                <a:lnTo>
                  <a:pt x="108" y="37"/>
                </a:lnTo>
                <a:lnTo>
                  <a:pt x="108" y="36"/>
                </a:lnTo>
                <a:lnTo>
                  <a:pt x="109" y="36"/>
                </a:lnTo>
                <a:lnTo>
                  <a:pt x="110" y="36"/>
                </a:lnTo>
                <a:lnTo>
                  <a:pt x="111" y="36"/>
                </a:lnTo>
                <a:lnTo>
                  <a:pt x="112" y="36"/>
                </a:lnTo>
                <a:lnTo>
                  <a:pt x="113" y="36"/>
                </a:lnTo>
                <a:lnTo>
                  <a:pt x="113" y="35"/>
                </a:lnTo>
                <a:lnTo>
                  <a:pt x="114" y="35"/>
                </a:lnTo>
                <a:lnTo>
                  <a:pt x="115" y="35"/>
                </a:lnTo>
                <a:lnTo>
                  <a:pt x="115" y="34"/>
                </a:lnTo>
                <a:lnTo>
                  <a:pt x="116" y="34"/>
                </a:lnTo>
                <a:lnTo>
                  <a:pt x="116" y="35"/>
                </a:lnTo>
                <a:lnTo>
                  <a:pt x="118" y="35"/>
                </a:lnTo>
                <a:lnTo>
                  <a:pt x="118" y="34"/>
                </a:lnTo>
                <a:lnTo>
                  <a:pt x="119" y="35"/>
                </a:lnTo>
                <a:lnTo>
                  <a:pt x="120" y="35"/>
                </a:lnTo>
                <a:lnTo>
                  <a:pt x="121" y="35"/>
                </a:lnTo>
                <a:lnTo>
                  <a:pt x="122" y="35"/>
                </a:lnTo>
                <a:lnTo>
                  <a:pt x="122" y="36"/>
                </a:lnTo>
                <a:lnTo>
                  <a:pt x="123" y="36"/>
                </a:lnTo>
                <a:lnTo>
                  <a:pt x="123" y="37"/>
                </a:lnTo>
                <a:lnTo>
                  <a:pt x="124" y="37"/>
                </a:lnTo>
                <a:lnTo>
                  <a:pt x="124" y="38"/>
                </a:lnTo>
                <a:lnTo>
                  <a:pt x="125" y="38"/>
                </a:lnTo>
                <a:lnTo>
                  <a:pt x="125" y="39"/>
                </a:lnTo>
                <a:lnTo>
                  <a:pt x="125" y="38"/>
                </a:lnTo>
                <a:lnTo>
                  <a:pt x="126" y="38"/>
                </a:lnTo>
                <a:lnTo>
                  <a:pt x="127" y="37"/>
                </a:lnTo>
                <a:lnTo>
                  <a:pt x="127" y="38"/>
                </a:lnTo>
                <a:lnTo>
                  <a:pt x="128" y="38"/>
                </a:lnTo>
                <a:lnTo>
                  <a:pt x="129" y="38"/>
                </a:lnTo>
                <a:lnTo>
                  <a:pt x="129" y="39"/>
                </a:lnTo>
                <a:lnTo>
                  <a:pt x="130" y="39"/>
                </a:lnTo>
                <a:lnTo>
                  <a:pt x="130" y="40"/>
                </a:lnTo>
                <a:lnTo>
                  <a:pt x="131" y="40"/>
                </a:lnTo>
                <a:lnTo>
                  <a:pt x="132" y="41"/>
                </a:lnTo>
                <a:lnTo>
                  <a:pt x="133" y="41"/>
                </a:lnTo>
                <a:lnTo>
                  <a:pt x="133" y="42"/>
                </a:lnTo>
                <a:lnTo>
                  <a:pt x="134" y="42"/>
                </a:lnTo>
                <a:lnTo>
                  <a:pt x="135" y="43"/>
                </a:lnTo>
                <a:lnTo>
                  <a:pt x="135" y="44"/>
                </a:lnTo>
                <a:lnTo>
                  <a:pt x="136" y="44"/>
                </a:lnTo>
                <a:lnTo>
                  <a:pt x="136" y="45"/>
                </a:lnTo>
                <a:lnTo>
                  <a:pt x="136" y="46"/>
                </a:lnTo>
                <a:lnTo>
                  <a:pt x="136" y="47"/>
                </a:lnTo>
                <a:lnTo>
                  <a:pt x="137" y="47"/>
                </a:lnTo>
                <a:lnTo>
                  <a:pt x="137" y="48"/>
                </a:lnTo>
                <a:lnTo>
                  <a:pt x="138" y="48"/>
                </a:lnTo>
                <a:lnTo>
                  <a:pt x="138" y="47"/>
                </a:lnTo>
                <a:lnTo>
                  <a:pt x="139" y="47"/>
                </a:lnTo>
                <a:lnTo>
                  <a:pt x="140" y="47"/>
                </a:lnTo>
                <a:lnTo>
                  <a:pt x="141" y="47"/>
                </a:lnTo>
                <a:lnTo>
                  <a:pt x="141" y="48"/>
                </a:lnTo>
                <a:lnTo>
                  <a:pt x="141" y="49"/>
                </a:lnTo>
                <a:lnTo>
                  <a:pt x="142" y="49"/>
                </a:lnTo>
                <a:lnTo>
                  <a:pt x="141" y="49"/>
                </a:lnTo>
                <a:lnTo>
                  <a:pt x="141" y="50"/>
                </a:lnTo>
                <a:lnTo>
                  <a:pt x="142" y="50"/>
                </a:lnTo>
                <a:lnTo>
                  <a:pt x="142" y="51"/>
                </a:lnTo>
                <a:lnTo>
                  <a:pt x="143" y="51"/>
                </a:lnTo>
                <a:lnTo>
                  <a:pt x="143" y="50"/>
                </a:lnTo>
                <a:lnTo>
                  <a:pt x="144" y="50"/>
                </a:lnTo>
                <a:lnTo>
                  <a:pt x="145" y="49"/>
                </a:lnTo>
                <a:lnTo>
                  <a:pt x="146" y="49"/>
                </a:lnTo>
                <a:lnTo>
                  <a:pt x="147" y="49"/>
                </a:lnTo>
                <a:lnTo>
                  <a:pt x="147" y="48"/>
                </a:lnTo>
                <a:lnTo>
                  <a:pt x="149" y="48"/>
                </a:lnTo>
                <a:lnTo>
                  <a:pt x="150" y="48"/>
                </a:lnTo>
                <a:lnTo>
                  <a:pt x="150" y="47"/>
                </a:lnTo>
                <a:lnTo>
                  <a:pt x="150" y="46"/>
                </a:lnTo>
                <a:lnTo>
                  <a:pt x="150" y="45"/>
                </a:lnTo>
                <a:lnTo>
                  <a:pt x="150" y="44"/>
                </a:lnTo>
                <a:lnTo>
                  <a:pt x="151" y="44"/>
                </a:lnTo>
                <a:lnTo>
                  <a:pt x="151" y="43"/>
                </a:lnTo>
                <a:lnTo>
                  <a:pt x="152" y="43"/>
                </a:lnTo>
                <a:lnTo>
                  <a:pt x="152" y="42"/>
                </a:lnTo>
                <a:lnTo>
                  <a:pt x="152" y="43"/>
                </a:lnTo>
                <a:lnTo>
                  <a:pt x="153" y="43"/>
                </a:lnTo>
                <a:lnTo>
                  <a:pt x="154" y="43"/>
                </a:lnTo>
                <a:lnTo>
                  <a:pt x="154" y="44"/>
                </a:lnTo>
                <a:lnTo>
                  <a:pt x="155" y="44"/>
                </a:lnTo>
                <a:lnTo>
                  <a:pt x="155" y="45"/>
                </a:lnTo>
                <a:lnTo>
                  <a:pt x="156" y="45"/>
                </a:lnTo>
                <a:lnTo>
                  <a:pt x="156" y="44"/>
                </a:lnTo>
                <a:lnTo>
                  <a:pt x="157" y="44"/>
                </a:lnTo>
                <a:lnTo>
                  <a:pt x="157" y="45"/>
                </a:lnTo>
                <a:lnTo>
                  <a:pt x="157" y="44"/>
                </a:lnTo>
                <a:lnTo>
                  <a:pt x="158" y="44"/>
                </a:lnTo>
                <a:lnTo>
                  <a:pt x="159" y="43"/>
                </a:lnTo>
                <a:lnTo>
                  <a:pt x="160" y="43"/>
                </a:lnTo>
                <a:lnTo>
                  <a:pt x="161" y="42"/>
                </a:lnTo>
                <a:lnTo>
                  <a:pt x="162" y="41"/>
                </a:lnTo>
                <a:lnTo>
                  <a:pt x="163" y="41"/>
                </a:lnTo>
                <a:lnTo>
                  <a:pt x="163" y="40"/>
                </a:lnTo>
                <a:lnTo>
                  <a:pt x="164" y="40"/>
                </a:lnTo>
                <a:lnTo>
                  <a:pt x="164" y="39"/>
                </a:lnTo>
                <a:lnTo>
                  <a:pt x="165" y="39"/>
                </a:lnTo>
                <a:lnTo>
                  <a:pt x="166" y="39"/>
                </a:lnTo>
                <a:lnTo>
                  <a:pt x="166" y="38"/>
                </a:lnTo>
                <a:lnTo>
                  <a:pt x="167" y="38"/>
                </a:lnTo>
                <a:lnTo>
                  <a:pt x="167" y="37"/>
                </a:lnTo>
                <a:lnTo>
                  <a:pt x="168" y="37"/>
                </a:lnTo>
                <a:lnTo>
                  <a:pt x="168" y="36"/>
                </a:lnTo>
                <a:lnTo>
                  <a:pt x="167" y="35"/>
                </a:lnTo>
                <a:lnTo>
                  <a:pt x="167" y="34"/>
                </a:lnTo>
                <a:lnTo>
                  <a:pt x="167" y="33"/>
                </a:lnTo>
                <a:lnTo>
                  <a:pt x="166" y="33"/>
                </a:lnTo>
                <a:lnTo>
                  <a:pt x="166" y="32"/>
                </a:lnTo>
                <a:lnTo>
                  <a:pt x="166" y="31"/>
                </a:lnTo>
                <a:lnTo>
                  <a:pt x="165" y="31"/>
                </a:lnTo>
                <a:lnTo>
                  <a:pt x="165" y="30"/>
                </a:lnTo>
                <a:lnTo>
                  <a:pt x="164" y="30"/>
                </a:lnTo>
                <a:lnTo>
                  <a:pt x="163" y="30"/>
                </a:lnTo>
                <a:lnTo>
                  <a:pt x="162" y="30"/>
                </a:lnTo>
                <a:lnTo>
                  <a:pt x="162" y="29"/>
                </a:lnTo>
                <a:lnTo>
                  <a:pt x="161" y="29"/>
                </a:lnTo>
                <a:lnTo>
                  <a:pt x="160" y="29"/>
                </a:lnTo>
                <a:lnTo>
                  <a:pt x="159" y="29"/>
                </a:lnTo>
                <a:lnTo>
                  <a:pt x="159" y="27"/>
                </a:lnTo>
                <a:lnTo>
                  <a:pt x="159" y="26"/>
                </a:lnTo>
                <a:lnTo>
                  <a:pt x="158" y="26"/>
                </a:lnTo>
                <a:lnTo>
                  <a:pt x="158" y="25"/>
                </a:lnTo>
                <a:lnTo>
                  <a:pt x="158" y="24"/>
                </a:lnTo>
                <a:lnTo>
                  <a:pt x="159" y="24"/>
                </a:lnTo>
                <a:lnTo>
                  <a:pt x="159" y="23"/>
                </a:lnTo>
                <a:lnTo>
                  <a:pt x="158" y="23"/>
                </a:lnTo>
                <a:lnTo>
                  <a:pt x="157" y="23"/>
                </a:lnTo>
                <a:lnTo>
                  <a:pt x="156" y="23"/>
                </a:lnTo>
                <a:lnTo>
                  <a:pt x="156" y="22"/>
                </a:lnTo>
                <a:lnTo>
                  <a:pt x="155" y="21"/>
                </a:lnTo>
                <a:lnTo>
                  <a:pt x="156" y="21"/>
                </a:lnTo>
                <a:lnTo>
                  <a:pt x="156" y="20"/>
                </a:lnTo>
                <a:lnTo>
                  <a:pt x="155" y="20"/>
                </a:lnTo>
                <a:lnTo>
                  <a:pt x="155" y="19"/>
                </a:lnTo>
                <a:lnTo>
                  <a:pt x="156" y="19"/>
                </a:lnTo>
                <a:lnTo>
                  <a:pt x="156" y="18"/>
                </a:lnTo>
                <a:lnTo>
                  <a:pt x="157" y="18"/>
                </a:lnTo>
                <a:lnTo>
                  <a:pt x="156" y="18"/>
                </a:lnTo>
                <a:lnTo>
                  <a:pt x="156" y="17"/>
                </a:lnTo>
                <a:lnTo>
                  <a:pt x="157" y="17"/>
                </a:lnTo>
                <a:lnTo>
                  <a:pt x="157" y="16"/>
                </a:lnTo>
                <a:lnTo>
                  <a:pt x="158" y="16"/>
                </a:lnTo>
                <a:lnTo>
                  <a:pt x="159" y="15"/>
                </a:lnTo>
                <a:lnTo>
                  <a:pt x="160" y="15"/>
                </a:lnTo>
                <a:lnTo>
                  <a:pt x="160" y="14"/>
                </a:lnTo>
                <a:lnTo>
                  <a:pt x="159" y="14"/>
                </a:lnTo>
                <a:lnTo>
                  <a:pt x="159" y="13"/>
                </a:lnTo>
                <a:lnTo>
                  <a:pt x="158" y="13"/>
                </a:lnTo>
                <a:lnTo>
                  <a:pt x="157" y="13"/>
                </a:lnTo>
                <a:lnTo>
                  <a:pt x="156" y="13"/>
                </a:lnTo>
                <a:lnTo>
                  <a:pt x="156" y="12"/>
                </a:lnTo>
                <a:lnTo>
                  <a:pt x="155" y="12"/>
                </a:lnTo>
                <a:lnTo>
                  <a:pt x="154" y="12"/>
                </a:lnTo>
                <a:lnTo>
                  <a:pt x="154" y="11"/>
                </a:lnTo>
                <a:lnTo>
                  <a:pt x="155" y="11"/>
                </a:lnTo>
                <a:lnTo>
                  <a:pt x="155" y="10"/>
                </a:lnTo>
                <a:lnTo>
                  <a:pt x="154" y="9"/>
                </a:lnTo>
                <a:lnTo>
                  <a:pt x="155" y="9"/>
                </a:lnTo>
                <a:lnTo>
                  <a:pt x="155" y="8"/>
                </a:lnTo>
                <a:lnTo>
                  <a:pt x="155" y="7"/>
                </a:lnTo>
                <a:lnTo>
                  <a:pt x="155" y="8"/>
                </a:lnTo>
                <a:lnTo>
                  <a:pt x="156" y="8"/>
                </a:lnTo>
                <a:lnTo>
                  <a:pt x="157" y="8"/>
                </a:lnTo>
                <a:lnTo>
                  <a:pt x="157" y="7"/>
                </a:lnTo>
                <a:lnTo>
                  <a:pt x="158" y="7"/>
                </a:lnTo>
                <a:lnTo>
                  <a:pt x="159" y="7"/>
                </a:lnTo>
                <a:lnTo>
                  <a:pt x="159" y="8"/>
                </a:lnTo>
                <a:lnTo>
                  <a:pt x="160" y="8"/>
                </a:lnTo>
                <a:lnTo>
                  <a:pt x="160" y="7"/>
                </a:lnTo>
                <a:lnTo>
                  <a:pt x="161" y="7"/>
                </a:lnTo>
                <a:lnTo>
                  <a:pt x="161" y="8"/>
                </a:lnTo>
                <a:lnTo>
                  <a:pt x="161" y="7"/>
                </a:lnTo>
                <a:lnTo>
                  <a:pt x="162" y="7"/>
                </a:lnTo>
                <a:lnTo>
                  <a:pt x="163" y="7"/>
                </a:lnTo>
                <a:lnTo>
                  <a:pt x="163" y="8"/>
                </a:lnTo>
                <a:lnTo>
                  <a:pt x="164" y="8"/>
                </a:lnTo>
                <a:lnTo>
                  <a:pt x="164" y="7"/>
                </a:lnTo>
                <a:lnTo>
                  <a:pt x="165" y="7"/>
                </a:lnTo>
                <a:lnTo>
                  <a:pt x="166" y="7"/>
                </a:lnTo>
                <a:lnTo>
                  <a:pt x="167" y="6"/>
                </a:lnTo>
                <a:lnTo>
                  <a:pt x="168" y="5"/>
                </a:lnTo>
                <a:lnTo>
                  <a:pt x="169" y="5"/>
                </a:lnTo>
                <a:lnTo>
                  <a:pt x="169" y="6"/>
                </a:lnTo>
                <a:lnTo>
                  <a:pt x="170" y="6"/>
                </a:lnTo>
                <a:lnTo>
                  <a:pt x="171" y="7"/>
                </a:lnTo>
                <a:lnTo>
                  <a:pt x="172" y="7"/>
                </a:lnTo>
                <a:lnTo>
                  <a:pt x="172" y="8"/>
                </a:lnTo>
                <a:lnTo>
                  <a:pt x="172" y="9"/>
                </a:lnTo>
                <a:lnTo>
                  <a:pt x="173" y="10"/>
                </a:lnTo>
                <a:lnTo>
                  <a:pt x="174" y="10"/>
                </a:lnTo>
                <a:lnTo>
                  <a:pt x="175" y="9"/>
                </a:lnTo>
                <a:lnTo>
                  <a:pt x="176" y="9"/>
                </a:lnTo>
                <a:lnTo>
                  <a:pt x="177" y="9"/>
                </a:lnTo>
                <a:lnTo>
                  <a:pt x="177" y="8"/>
                </a:lnTo>
                <a:lnTo>
                  <a:pt x="178" y="8"/>
                </a:lnTo>
                <a:lnTo>
                  <a:pt x="178" y="7"/>
                </a:lnTo>
                <a:lnTo>
                  <a:pt x="178" y="6"/>
                </a:lnTo>
                <a:lnTo>
                  <a:pt x="178" y="5"/>
                </a:lnTo>
                <a:lnTo>
                  <a:pt x="177" y="5"/>
                </a:lnTo>
                <a:lnTo>
                  <a:pt x="177" y="4"/>
                </a:lnTo>
                <a:lnTo>
                  <a:pt x="177" y="3"/>
                </a:lnTo>
                <a:lnTo>
                  <a:pt x="178" y="3"/>
                </a:lnTo>
                <a:lnTo>
                  <a:pt x="178" y="2"/>
                </a:lnTo>
                <a:lnTo>
                  <a:pt x="177" y="2"/>
                </a:lnTo>
                <a:lnTo>
                  <a:pt x="178" y="1"/>
                </a:lnTo>
                <a:lnTo>
                  <a:pt x="179" y="1"/>
                </a:lnTo>
                <a:lnTo>
                  <a:pt x="180" y="1"/>
                </a:lnTo>
                <a:lnTo>
                  <a:pt x="181" y="1"/>
                </a:lnTo>
                <a:lnTo>
                  <a:pt x="182" y="1"/>
                </a:lnTo>
                <a:lnTo>
                  <a:pt x="182" y="2"/>
                </a:lnTo>
                <a:lnTo>
                  <a:pt x="182" y="1"/>
                </a:lnTo>
                <a:lnTo>
                  <a:pt x="183" y="1"/>
                </a:lnTo>
                <a:lnTo>
                  <a:pt x="183" y="0"/>
                </a:lnTo>
                <a:lnTo>
                  <a:pt x="184" y="0"/>
                </a:lnTo>
                <a:lnTo>
                  <a:pt x="184" y="1"/>
                </a:lnTo>
                <a:lnTo>
                  <a:pt x="185" y="1"/>
                </a:lnTo>
                <a:lnTo>
                  <a:pt x="186" y="1"/>
                </a:lnTo>
                <a:lnTo>
                  <a:pt x="186" y="0"/>
                </a:lnTo>
                <a:lnTo>
                  <a:pt x="187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29" name=""/>
          <p:cNvSpPr/>
          <p:nvPr/>
        </p:nvSpPr>
        <p:spPr>
          <a:xfrm>
            <a:off x="6657120" y="224172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4" y="2"/>
                </a:moveTo>
                <a:lnTo>
                  <a:pt x="3" y="4"/>
                </a:lnTo>
                <a:lnTo>
                  <a:pt x="1" y="6"/>
                </a:lnTo>
                <a:lnTo>
                  <a:pt x="0" y="6"/>
                </a:lnTo>
                <a:lnTo>
                  <a:pt x="1" y="4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30" name=""/>
          <p:cNvSpPr/>
          <p:nvPr/>
        </p:nvSpPr>
        <p:spPr>
          <a:xfrm>
            <a:off x="6657120" y="22356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31" name=""/>
          <p:cNvSpPr/>
          <p:nvPr/>
        </p:nvSpPr>
        <p:spPr>
          <a:xfrm>
            <a:off x="6652440" y="223344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0"/>
                </a:moveTo>
                <a:lnTo>
                  <a:pt x="2" y="2"/>
                </a:lnTo>
                <a:lnTo>
                  <a:pt x="2" y="3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32" name=""/>
          <p:cNvSpPr/>
          <p:nvPr/>
        </p:nvSpPr>
        <p:spPr>
          <a:xfrm>
            <a:off x="6650280" y="223056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4" y="3"/>
                </a:lnTo>
                <a:lnTo>
                  <a:pt x="3" y="3"/>
                </a:lnTo>
                <a:lnTo>
                  <a:pt x="1" y="2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33" name=""/>
          <p:cNvSpPr/>
          <p:nvPr/>
        </p:nvSpPr>
        <p:spPr>
          <a:xfrm>
            <a:off x="6652080" y="22298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0"/>
                </a:moveTo>
                <a:lnTo>
                  <a:pt x="5" y="1"/>
                </a:lnTo>
                <a:lnTo>
                  <a:pt x="5" y="2"/>
                </a:lnTo>
                <a:lnTo>
                  <a:pt x="5" y="4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34" name=""/>
          <p:cNvSpPr/>
          <p:nvPr/>
        </p:nvSpPr>
        <p:spPr>
          <a:xfrm>
            <a:off x="6630480" y="2226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1"/>
                </a:moveTo>
                <a:lnTo>
                  <a:pt x="2" y="2"/>
                </a:lnTo>
                <a:lnTo>
                  <a:pt x="2" y="4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35" name=""/>
          <p:cNvSpPr/>
          <p:nvPr/>
        </p:nvSpPr>
        <p:spPr>
          <a:xfrm>
            <a:off x="6657120" y="2220840"/>
            <a:ext cx="3240" cy="3600"/>
          </a:xfrm>
          <a:custGeom>
            <a:avLst/>
            <a:gdLst/>
            <a:ahLst/>
            <a:rect l="0" t="0" r="r" b="b"/>
            <a:pathLst>
              <a:path w="9" h="10">
                <a:moveTo>
                  <a:pt x="4" y="0"/>
                </a:moveTo>
                <a:lnTo>
                  <a:pt x="4" y="1"/>
                </a:lnTo>
                <a:lnTo>
                  <a:pt x="5" y="1"/>
                </a:lnTo>
                <a:lnTo>
                  <a:pt x="7" y="1"/>
                </a:lnTo>
                <a:lnTo>
                  <a:pt x="8" y="1"/>
                </a:lnTo>
                <a:lnTo>
                  <a:pt x="8" y="2"/>
                </a:lnTo>
                <a:lnTo>
                  <a:pt x="9" y="2"/>
                </a:lnTo>
                <a:lnTo>
                  <a:pt x="9" y="4"/>
                </a:lnTo>
                <a:lnTo>
                  <a:pt x="8" y="4"/>
                </a:lnTo>
                <a:lnTo>
                  <a:pt x="9" y="4"/>
                </a:lnTo>
                <a:lnTo>
                  <a:pt x="9" y="5"/>
                </a:lnTo>
                <a:lnTo>
                  <a:pt x="8" y="5"/>
                </a:lnTo>
                <a:lnTo>
                  <a:pt x="7" y="5"/>
                </a:lnTo>
                <a:lnTo>
                  <a:pt x="7" y="6"/>
                </a:lnTo>
                <a:lnTo>
                  <a:pt x="7" y="7"/>
                </a:lnTo>
                <a:lnTo>
                  <a:pt x="7" y="8"/>
                </a:lnTo>
                <a:lnTo>
                  <a:pt x="5" y="7"/>
                </a:lnTo>
                <a:lnTo>
                  <a:pt x="5" y="8"/>
                </a:lnTo>
                <a:lnTo>
                  <a:pt x="5" y="9"/>
                </a:lnTo>
                <a:lnTo>
                  <a:pt x="4" y="9"/>
                </a:lnTo>
                <a:lnTo>
                  <a:pt x="4" y="10"/>
                </a:lnTo>
                <a:lnTo>
                  <a:pt x="4" y="9"/>
                </a:lnTo>
                <a:lnTo>
                  <a:pt x="4" y="10"/>
                </a:lnTo>
                <a:lnTo>
                  <a:pt x="3" y="10"/>
                </a:lnTo>
                <a:lnTo>
                  <a:pt x="2" y="10"/>
                </a:lnTo>
                <a:lnTo>
                  <a:pt x="2" y="9"/>
                </a:lnTo>
                <a:lnTo>
                  <a:pt x="2" y="10"/>
                </a:lnTo>
                <a:lnTo>
                  <a:pt x="2" y="9"/>
                </a:lnTo>
                <a:lnTo>
                  <a:pt x="1" y="9"/>
                </a:lnTo>
                <a:lnTo>
                  <a:pt x="0" y="9"/>
                </a:lnTo>
                <a:lnTo>
                  <a:pt x="0" y="8"/>
                </a:lnTo>
                <a:lnTo>
                  <a:pt x="1" y="8"/>
                </a:lnTo>
                <a:lnTo>
                  <a:pt x="1" y="7"/>
                </a:lnTo>
                <a:lnTo>
                  <a:pt x="1" y="8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1" y="4"/>
                </a:lnTo>
                <a:lnTo>
                  <a:pt x="2" y="4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36" name=""/>
          <p:cNvSpPr/>
          <p:nvPr/>
        </p:nvSpPr>
        <p:spPr>
          <a:xfrm>
            <a:off x="6654960" y="2221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37" name=""/>
          <p:cNvSpPr/>
          <p:nvPr/>
        </p:nvSpPr>
        <p:spPr>
          <a:xfrm>
            <a:off x="6645600" y="221976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6" y="3"/>
                </a:move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  <a:lnTo>
                  <a:pt x="5" y="3"/>
                </a:lnTo>
                <a:lnTo>
                  <a:pt x="6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38" name=""/>
          <p:cNvSpPr/>
          <p:nvPr/>
        </p:nvSpPr>
        <p:spPr>
          <a:xfrm>
            <a:off x="6647400" y="2215440"/>
            <a:ext cx="10080" cy="6840"/>
          </a:xfrm>
          <a:custGeom>
            <a:avLst/>
            <a:gdLst/>
            <a:ahLst/>
            <a:rect l="0" t="0" r="r" b="b"/>
            <a:pathLst>
              <a:path w="28" h="19">
                <a:moveTo>
                  <a:pt x="16" y="4"/>
                </a:moveTo>
                <a:lnTo>
                  <a:pt x="17" y="5"/>
                </a:lnTo>
                <a:lnTo>
                  <a:pt x="18" y="5"/>
                </a:lnTo>
                <a:lnTo>
                  <a:pt x="18" y="4"/>
                </a:lnTo>
                <a:lnTo>
                  <a:pt x="20" y="4"/>
                </a:lnTo>
                <a:lnTo>
                  <a:pt x="20" y="5"/>
                </a:lnTo>
                <a:lnTo>
                  <a:pt x="22" y="4"/>
                </a:lnTo>
                <a:lnTo>
                  <a:pt x="22" y="3"/>
                </a:lnTo>
                <a:lnTo>
                  <a:pt x="23" y="3"/>
                </a:lnTo>
                <a:lnTo>
                  <a:pt x="24" y="2"/>
                </a:lnTo>
                <a:lnTo>
                  <a:pt x="25" y="2"/>
                </a:lnTo>
                <a:lnTo>
                  <a:pt x="26" y="3"/>
                </a:lnTo>
                <a:lnTo>
                  <a:pt x="27" y="3"/>
                </a:lnTo>
                <a:lnTo>
                  <a:pt x="28" y="3"/>
                </a:lnTo>
                <a:lnTo>
                  <a:pt x="28" y="4"/>
                </a:lnTo>
                <a:lnTo>
                  <a:pt x="28" y="5"/>
                </a:lnTo>
                <a:lnTo>
                  <a:pt x="27" y="6"/>
                </a:lnTo>
                <a:lnTo>
                  <a:pt x="27" y="7"/>
                </a:lnTo>
                <a:lnTo>
                  <a:pt x="27" y="8"/>
                </a:lnTo>
                <a:lnTo>
                  <a:pt x="27" y="10"/>
                </a:lnTo>
                <a:lnTo>
                  <a:pt x="26" y="11"/>
                </a:lnTo>
                <a:lnTo>
                  <a:pt x="26" y="12"/>
                </a:lnTo>
                <a:lnTo>
                  <a:pt x="26" y="13"/>
                </a:lnTo>
                <a:lnTo>
                  <a:pt x="26" y="14"/>
                </a:lnTo>
                <a:lnTo>
                  <a:pt x="26" y="15"/>
                </a:lnTo>
                <a:lnTo>
                  <a:pt x="26" y="16"/>
                </a:lnTo>
                <a:lnTo>
                  <a:pt x="26" y="18"/>
                </a:lnTo>
                <a:lnTo>
                  <a:pt x="25" y="19"/>
                </a:lnTo>
                <a:lnTo>
                  <a:pt x="24" y="19"/>
                </a:lnTo>
                <a:lnTo>
                  <a:pt x="24" y="18"/>
                </a:lnTo>
                <a:lnTo>
                  <a:pt x="23" y="17"/>
                </a:lnTo>
                <a:lnTo>
                  <a:pt x="23" y="16"/>
                </a:lnTo>
                <a:lnTo>
                  <a:pt x="24" y="16"/>
                </a:lnTo>
                <a:lnTo>
                  <a:pt x="24" y="15"/>
                </a:lnTo>
                <a:lnTo>
                  <a:pt x="23" y="15"/>
                </a:lnTo>
                <a:lnTo>
                  <a:pt x="22" y="15"/>
                </a:lnTo>
                <a:lnTo>
                  <a:pt x="22" y="14"/>
                </a:lnTo>
                <a:lnTo>
                  <a:pt x="22" y="13"/>
                </a:lnTo>
                <a:lnTo>
                  <a:pt x="21" y="12"/>
                </a:lnTo>
                <a:lnTo>
                  <a:pt x="20" y="12"/>
                </a:lnTo>
                <a:lnTo>
                  <a:pt x="20" y="11"/>
                </a:lnTo>
                <a:lnTo>
                  <a:pt x="19" y="11"/>
                </a:lnTo>
                <a:lnTo>
                  <a:pt x="18" y="11"/>
                </a:lnTo>
                <a:lnTo>
                  <a:pt x="17" y="11"/>
                </a:lnTo>
                <a:lnTo>
                  <a:pt x="17" y="12"/>
                </a:lnTo>
                <a:lnTo>
                  <a:pt x="17" y="11"/>
                </a:lnTo>
                <a:lnTo>
                  <a:pt x="16" y="11"/>
                </a:lnTo>
                <a:lnTo>
                  <a:pt x="15" y="11"/>
                </a:lnTo>
                <a:lnTo>
                  <a:pt x="14" y="11"/>
                </a:lnTo>
                <a:lnTo>
                  <a:pt x="13" y="11"/>
                </a:lnTo>
                <a:lnTo>
                  <a:pt x="13" y="12"/>
                </a:lnTo>
                <a:lnTo>
                  <a:pt x="12" y="12"/>
                </a:lnTo>
                <a:lnTo>
                  <a:pt x="12" y="11"/>
                </a:lnTo>
                <a:lnTo>
                  <a:pt x="11" y="11"/>
                </a:lnTo>
                <a:lnTo>
                  <a:pt x="10" y="11"/>
                </a:lnTo>
                <a:lnTo>
                  <a:pt x="9" y="12"/>
                </a:lnTo>
                <a:lnTo>
                  <a:pt x="7" y="12"/>
                </a:lnTo>
                <a:lnTo>
                  <a:pt x="7" y="13"/>
                </a:lnTo>
                <a:lnTo>
                  <a:pt x="6" y="13"/>
                </a:lnTo>
                <a:lnTo>
                  <a:pt x="5" y="13"/>
                </a:lnTo>
                <a:lnTo>
                  <a:pt x="5" y="14"/>
                </a:lnTo>
                <a:lnTo>
                  <a:pt x="4" y="14"/>
                </a:lnTo>
                <a:lnTo>
                  <a:pt x="3" y="14"/>
                </a:lnTo>
                <a:lnTo>
                  <a:pt x="2" y="15"/>
                </a:lnTo>
                <a:lnTo>
                  <a:pt x="1" y="15"/>
                </a:lnTo>
                <a:lnTo>
                  <a:pt x="0" y="15"/>
                </a:lnTo>
                <a:lnTo>
                  <a:pt x="0" y="14"/>
                </a:lnTo>
                <a:lnTo>
                  <a:pt x="0" y="15"/>
                </a:lnTo>
                <a:lnTo>
                  <a:pt x="1" y="14"/>
                </a:lnTo>
                <a:lnTo>
                  <a:pt x="0" y="14"/>
                </a:lnTo>
                <a:lnTo>
                  <a:pt x="1" y="13"/>
                </a:lnTo>
                <a:lnTo>
                  <a:pt x="1" y="12"/>
                </a:lnTo>
                <a:lnTo>
                  <a:pt x="2" y="12"/>
                </a:lnTo>
                <a:lnTo>
                  <a:pt x="2" y="11"/>
                </a:lnTo>
                <a:lnTo>
                  <a:pt x="2" y="10"/>
                </a:lnTo>
                <a:lnTo>
                  <a:pt x="3" y="8"/>
                </a:lnTo>
                <a:lnTo>
                  <a:pt x="4" y="7"/>
                </a:lnTo>
                <a:lnTo>
                  <a:pt x="5" y="7"/>
                </a:lnTo>
                <a:lnTo>
                  <a:pt x="6" y="7"/>
                </a:lnTo>
                <a:lnTo>
                  <a:pt x="7" y="7"/>
                </a:lnTo>
                <a:lnTo>
                  <a:pt x="6" y="7"/>
                </a:lnTo>
                <a:lnTo>
                  <a:pt x="6" y="6"/>
                </a:lnTo>
                <a:lnTo>
                  <a:pt x="6" y="5"/>
                </a:lnTo>
                <a:lnTo>
                  <a:pt x="5" y="5"/>
                </a:lnTo>
                <a:lnTo>
                  <a:pt x="6" y="5"/>
                </a:lnTo>
                <a:lnTo>
                  <a:pt x="6" y="4"/>
                </a:lnTo>
                <a:lnTo>
                  <a:pt x="6" y="3"/>
                </a:lnTo>
                <a:lnTo>
                  <a:pt x="5" y="3"/>
                </a:lnTo>
                <a:lnTo>
                  <a:pt x="6" y="2"/>
                </a:lnTo>
                <a:lnTo>
                  <a:pt x="7" y="3"/>
                </a:lnTo>
                <a:lnTo>
                  <a:pt x="7" y="2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1" y="3"/>
                </a:lnTo>
                <a:lnTo>
                  <a:pt x="11" y="2"/>
                </a:lnTo>
                <a:lnTo>
                  <a:pt x="12" y="2"/>
                </a:lnTo>
                <a:lnTo>
                  <a:pt x="12" y="1"/>
                </a:lnTo>
                <a:lnTo>
                  <a:pt x="13" y="1"/>
                </a:lnTo>
                <a:lnTo>
                  <a:pt x="14" y="0"/>
                </a:lnTo>
                <a:lnTo>
                  <a:pt x="15" y="1"/>
                </a:lnTo>
                <a:lnTo>
                  <a:pt x="15" y="2"/>
                </a:lnTo>
                <a:lnTo>
                  <a:pt x="1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39" name=""/>
          <p:cNvSpPr/>
          <p:nvPr/>
        </p:nvSpPr>
        <p:spPr>
          <a:xfrm>
            <a:off x="6652800" y="221616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2" y="0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0" name=""/>
          <p:cNvSpPr/>
          <p:nvPr/>
        </p:nvSpPr>
        <p:spPr>
          <a:xfrm>
            <a:off x="6651720" y="22147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3" y="4"/>
                </a:lnTo>
                <a:lnTo>
                  <a:pt x="1" y="4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1" name=""/>
          <p:cNvSpPr/>
          <p:nvPr/>
        </p:nvSpPr>
        <p:spPr>
          <a:xfrm>
            <a:off x="6653160" y="2211120"/>
            <a:ext cx="6480" cy="5040"/>
          </a:xfrm>
          <a:custGeom>
            <a:avLst/>
            <a:gdLst/>
            <a:ahLst/>
            <a:rect l="0" t="0" r="r" b="b"/>
            <a:pathLst>
              <a:path w="18" h="14">
                <a:moveTo>
                  <a:pt x="8" y="3"/>
                </a:moveTo>
                <a:lnTo>
                  <a:pt x="6" y="3"/>
                </a:lnTo>
                <a:lnTo>
                  <a:pt x="8" y="4"/>
                </a:lnTo>
                <a:lnTo>
                  <a:pt x="8" y="3"/>
                </a:lnTo>
                <a:lnTo>
                  <a:pt x="9" y="3"/>
                </a:lnTo>
                <a:lnTo>
                  <a:pt x="10" y="2"/>
                </a:lnTo>
                <a:lnTo>
                  <a:pt x="11" y="2"/>
                </a:lnTo>
                <a:lnTo>
                  <a:pt x="12" y="2"/>
                </a:lnTo>
                <a:lnTo>
                  <a:pt x="12" y="1"/>
                </a:lnTo>
                <a:lnTo>
                  <a:pt x="14" y="1"/>
                </a:lnTo>
                <a:lnTo>
                  <a:pt x="15" y="1"/>
                </a:lnTo>
                <a:lnTo>
                  <a:pt x="15" y="2"/>
                </a:lnTo>
                <a:lnTo>
                  <a:pt x="16" y="2"/>
                </a:lnTo>
                <a:lnTo>
                  <a:pt x="17" y="2"/>
                </a:lnTo>
                <a:lnTo>
                  <a:pt x="17" y="1"/>
                </a:lnTo>
                <a:lnTo>
                  <a:pt x="18" y="1"/>
                </a:lnTo>
                <a:lnTo>
                  <a:pt x="18" y="2"/>
                </a:lnTo>
                <a:lnTo>
                  <a:pt x="18" y="3"/>
                </a:lnTo>
                <a:lnTo>
                  <a:pt x="17" y="3"/>
                </a:lnTo>
                <a:lnTo>
                  <a:pt x="16" y="5"/>
                </a:lnTo>
                <a:lnTo>
                  <a:pt x="16" y="6"/>
                </a:lnTo>
                <a:lnTo>
                  <a:pt x="16" y="7"/>
                </a:lnTo>
                <a:lnTo>
                  <a:pt x="15" y="8"/>
                </a:lnTo>
                <a:lnTo>
                  <a:pt x="15" y="10"/>
                </a:lnTo>
                <a:lnTo>
                  <a:pt x="15" y="11"/>
                </a:lnTo>
                <a:lnTo>
                  <a:pt x="14" y="12"/>
                </a:lnTo>
                <a:lnTo>
                  <a:pt x="14" y="13"/>
                </a:lnTo>
                <a:lnTo>
                  <a:pt x="13" y="13"/>
                </a:lnTo>
                <a:lnTo>
                  <a:pt x="13" y="14"/>
                </a:lnTo>
                <a:lnTo>
                  <a:pt x="13" y="13"/>
                </a:lnTo>
                <a:lnTo>
                  <a:pt x="11" y="14"/>
                </a:lnTo>
                <a:lnTo>
                  <a:pt x="10" y="14"/>
                </a:lnTo>
                <a:lnTo>
                  <a:pt x="10" y="13"/>
                </a:lnTo>
                <a:lnTo>
                  <a:pt x="10" y="12"/>
                </a:lnTo>
                <a:lnTo>
                  <a:pt x="10" y="11"/>
                </a:lnTo>
                <a:lnTo>
                  <a:pt x="9" y="11"/>
                </a:lnTo>
                <a:lnTo>
                  <a:pt x="9" y="10"/>
                </a:lnTo>
                <a:lnTo>
                  <a:pt x="9" y="8"/>
                </a:lnTo>
                <a:lnTo>
                  <a:pt x="8" y="8"/>
                </a:lnTo>
                <a:lnTo>
                  <a:pt x="9" y="7"/>
                </a:lnTo>
                <a:lnTo>
                  <a:pt x="8" y="7"/>
                </a:lnTo>
                <a:lnTo>
                  <a:pt x="9" y="7"/>
                </a:lnTo>
                <a:lnTo>
                  <a:pt x="9" y="6"/>
                </a:lnTo>
                <a:lnTo>
                  <a:pt x="8" y="6"/>
                </a:lnTo>
                <a:lnTo>
                  <a:pt x="9" y="6"/>
                </a:lnTo>
                <a:lnTo>
                  <a:pt x="8" y="7"/>
                </a:lnTo>
                <a:lnTo>
                  <a:pt x="6" y="7"/>
                </a:lnTo>
                <a:lnTo>
                  <a:pt x="6" y="6"/>
                </a:lnTo>
                <a:lnTo>
                  <a:pt x="5" y="6"/>
                </a:lnTo>
                <a:lnTo>
                  <a:pt x="5" y="7"/>
                </a:lnTo>
                <a:lnTo>
                  <a:pt x="4" y="7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6" y="0"/>
                </a:lnTo>
                <a:lnTo>
                  <a:pt x="8" y="1"/>
                </a:lnTo>
                <a:lnTo>
                  <a:pt x="8" y="2"/>
                </a:lnTo>
                <a:lnTo>
                  <a:pt x="8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2" name=""/>
          <p:cNvSpPr/>
          <p:nvPr/>
        </p:nvSpPr>
        <p:spPr>
          <a:xfrm>
            <a:off x="6652800" y="22129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4"/>
                </a:move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3" name=""/>
          <p:cNvSpPr/>
          <p:nvPr/>
        </p:nvSpPr>
        <p:spPr>
          <a:xfrm>
            <a:off x="6655680" y="2211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4" name=""/>
          <p:cNvSpPr/>
          <p:nvPr/>
        </p:nvSpPr>
        <p:spPr>
          <a:xfrm>
            <a:off x="6677280" y="22046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5" name=""/>
          <p:cNvSpPr/>
          <p:nvPr/>
        </p:nvSpPr>
        <p:spPr>
          <a:xfrm>
            <a:off x="6672960" y="2200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6" name=""/>
          <p:cNvSpPr/>
          <p:nvPr/>
        </p:nvSpPr>
        <p:spPr>
          <a:xfrm>
            <a:off x="6709680" y="219816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4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7" name=""/>
          <p:cNvSpPr/>
          <p:nvPr/>
        </p:nvSpPr>
        <p:spPr>
          <a:xfrm>
            <a:off x="6708600" y="21963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8" name=""/>
          <p:cNvSpPr/>
          <p:nvPr/>
        </p:nvSpPr>
        <p:spPr>
          <a:xfrm>
            <a:off x="6697800" y="2194560"/>
            <a:ext cx="7200" cy="4320"/>
          </a:xfrm>
          <a:custGeom>
            <a:avLst/>
            <a:gdLst/>
            <a:ahLst/>
            <a:rect l="0" t="0" r="r" b="b"/>
            <a:pathLst>
              <a:path w="20" h="12">
                <a:moveTo>
                  <a:pt x="14" y="2"/>
                </a:moveTo>
                <a:lnTo>
                  <a:pt x="15" y="1"/>
                </a:lnTo>
                <a:lnTo>
                  <a:pt x="14" y="1"/>
                </a:lnTo>
                <a:lnTo>
                  <a:pt x="15" y="1"/>
                </a:lnTo>
                <a:lnTo>
                  <a:pt x="15" y="2"/>
                </a:lnTo>
                <a:lnTo>
                  <a:pt x="16" y="2"/>
                </a:lnTo>
                <a:lnTo>
                  <a:pt x="16" y="1"/>
                </a:lnTo>
                <a:lnTo>
                  <a:pt x="17" y="1"/>
                </a:lnTo>
                <a:lnTo>
                  <a:pt x="18" y="1"/>
                </a:lnTo>
                <a:lnTo>
                  <a:pt x="19" y="2"/>
                </a:lnTo>
                <a:lnTo>
                  <a:pt x="20" y="2"/>
                </a:lnTo>
                <a:lnTo>
                  <a:pt x="20" y="3"/>
                </a:lnTo>
                <a:lnTo>
                  <a:pt x="20" y="5"/>
                </a:lnTo>
                <a:lnTo>
                  <a:pt x="19" y="5"/>
                </a:lnTo>
                <a:lnTo>
                  <a:pt x="18" y="5"/>
                </a:lnTo>
                <a:lnTo>
                  <a:pt x="17" y="6"/>
                </a:lnTo>
                <a:lnTo>
                  <a:pt x="16" y="6"/>
                </a:lnTo>
                <a:lnTo>
                  <a:pt x="15" y="7"/>
                </a:lnTo>
                <a:lnTo>
                  <a:pt x="14" y="7"/>
                </a:lnTo>
                <a:lnTo>
                  <a:pt x="13" y="7"/>
                </a:lnTo>
                <a:lnTo>
                  <a:pt x="13" y="6"/>
                </a:lnTo>
                <a:lnTo>
                  <a:pt x="12" y="6"/>
                </a:lnTo>
                <a:lnTo>
                  <a:pt x="12" y="7"/>
                </a:lnTo>
                <a:lnTo>
                  <a:pt x="11" y="7"/>
                </a:lnTo>
                <a:lnTo>
                  <a:pt x="10" y="7"/>
                </a:lnTo>
                <a:lnTo>
                  <a:pt x="9" y="8"/>
                </a:lnTo>
                <a:lnTo>
                  <a:pt x="8" y="9"/>
                </a:lnTo>
                <a:lnTo>
                  <a:pt x="7" y="10"/>
                </a:lnTo>
                <a:lnTo>
                  <a:pt x="5" y="11"/>
                </a:lnTo>
                <a:lnTo>
                  <a:pt x="4" y="11"/>
                </a:lnTo>
                <a:lnTo>
                  <a:pt x="4" y="10"/>
                </a:lnTo>
                <a:lnTo>
                  <a:pt x="3" y="11"/>
                </a:lnTo>
                <a:lnTo>
                  <a:pt x="2" y="11"/>
                </a:lnTo>
                <a:lnTo>
                  <a:pt x="2" y="12"/>
                </a:lnTo>
                <a:lnTo>
                  <a:pt x="1" y="11"/>
                </a:lnTo>
                <a:lnTo>
                  <a:pt x="1" y="12"/>
                </a:lnTo>
                <a:lnTo>
                  <a:pt x="0" y="12"/>
                </a:lnTo>
                <a:lnTo>
                  <a:pt x="0" y="10"/>
                </a:lnTo>
                <a:lnTo>
                  <a:pt x="0" y="11"/>
                </a:lnTo>
                <a:lnTo>
                  <a:pt x="1" y="11"/>
                </a:lnTo>
                <a:lnTo>
                  <a:pt x="1" y="10"/>
                </a:lnTo>
                <a:lnTo>
                  <a:pt x="2" y="10"/>
                </a:lnTo>
                <a:lnTo>
                  <a:pt x="2" y="9"/>
                </a:lnTo>
                <a:lnTo>
                  <a:pt x="1" y="9"/>
                </a:lnTo>
                <a:lnTo>
                  <a:pt x="2" y="9"/>
                </a:lnTo>
                <a:lnTo>
                  <a:pt x="2" y="8"/>
                </a:lnTo>
                <a:lnTo>
                  <a:pt x="3" y="7"/>
                </a:lnTo>
                <a:lnTo>
                  <a:pt x="4" y="7"/>
                </a:lnTo>
                <a:lnTo>
                  <a:pt x="4" y="6"/>
                </a:lnTo>
                <a:lnTo>
                  <a:pt x="4" y="5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5" y="2"/>
                </a:lnTo>
                <a:lnTo>
                  <a:pt x="7" y="2"/>
                </a:lnTo>
                <a:lnTo>
                  <a:pt x="8" y="2"/>
                </a:lnTo>
                <a:lnTo>
                  <a:pt x="9" y="2"/>
                </a:lnTo>
                <a:lnTo>
                  <a:pt x="10" y="1"/>
                </a:lnTo>
                <a:lnTo>
                  <a:pt x="9" y="1"/>
                </a:lnTo>
                <a:lnTo>
                  <a:pt x="10" y="0"/>
                </a:lnTo>
                <a:lnTo>
                  <a:pt x="10" y="1"/>
                </a:lnTo>
                <a:lnTo>
                  <a:pt x="11" y="1"/>
                </a:lnTo>
                <a:lnTo>
                  <a:pt x="11" y="0"/>
                </a:lnTo>
                <a:lnTo>
                  <a:pt x="12" y="0"/>
                </a:lnTo>
                <a:lnTo>
                  <a:pt x="12" y="1"/>
                </a:lnTo>
                <a:lnTo>
                  <a:pt x="13" y="2"/>
                </a:lnTo>
                <a:lnTo>
                  <a:pt x="1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9" name=""/>
          <p:cNvSpPr/>
          <p:nvPr/>
        </p:nvSpPr>
        <p:spPr>
          <a:xfrm>
            <a:off x="6707880" y="21952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50" name=""/>
          <p:cNvSpPr/>
          <p:nvPr/>
        </p:nvSpPr>
        <p:spPr>
          <a:xfrm>
            <a:off x="6698160" y="219312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2" y="5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51" name=""/>
          <p:cNvSpPr/>
          <p:nvPr/>
        </p:nvSpPr>
        <p:spPr>
          <a:xfrm>
            <a:off x="6697080" y="219312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4" y="2"/>
                </a:moveTo>
                <a:lnTo>
                  <a:pt x="4" y="3"/>
                </a:lnTo>
                <a:lnTo>
                  <a:pt x="2" y="3"/>
                </a:lnTo>
                <a:lnTo>
                  <a:pt x="2" y="5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52" name=""/>
          <p:cNvSpPr/>
          <p:nvPr/>
        </p:nvSpPr>
        <p:spPr>
          <a:xfrm>
            <a:off x="6697800" y="2192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53" name=""/>
          <p:cNvSpPr/>
          <p:nvPr/>
        </p:nvSpPr>
        <p:spPr>
          <a:xfrm>
            <a:off x="6697800" y="2191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54" name=""/>
          <p:cNvSpPr/>
          <p:nvPr/>
        </p:nvSpPr>
        <p:spPr>
          <a:xfrm>
            <a:off x="6729840" y="21974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55" name=""/>
          <p:cNvSpPr/>
          <p:nvPr/>
        </p:nvSpPr>
        <p:spPr>
          <a:xfrm>
            <a:off x="6722640" y="21967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56" name=""/>
          <p:cNvSpPr/>
          <p:nvPr/>
        </p:nvSpPr>
        <p:spPr>
          <a:xfrm>
            <a:off x="6725160" y="21967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57" name=""/>
          <p:cNvSpPr/>
          <p:nvPr/>
        </p:nvSpPr>
        <p:spPr>
          <a:xfrm>
            <a:off x="6732000" y="219636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4" y="2"/>
                </a:moveTo>
                <a:lnTo>
                  <a:pt x="4" y="4"/>
                </a:lnTo>
                <a:lnTo>
                  <a:pt x="3" y="4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2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58" name=""/>
          <p:cNvSpPr/>
          <p:nvPr/>
        </p:nvSpPr>
        <p:spPr>
          <a:xfrm>
            <a:off x="6725520" y="21963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59" name=""/>
          <p:cNvSpPr/>
          <p:nvPr/>
        </p:nvSpPr>
        <p:spPr>
          <a:xfrm>
            <a:off x="6720840" y="2192760"/>
            <a:ext cx="5040" cy="5040"/>
          </a:xfrm>
          <a:custGeom>
            <a:avLst/>
            <a:gdLst/>
            <a:ahLst/>
            <a:rect l="0" t="0" r="r" b="b"/>
            <a:pathLst>
              <a:path w="14" h="14">
                <a:moveTo>
                  <a:pt x="14" y="0"/>
                </a:moveTo>
                <a:lnTo>
                  <a:pt x="14" y="1"/>
                </a:lnTo>
                <a:lnTo>
                  <a:pt x="14" y="2"/>
                </a:lnTo>
                <a:lnTo>
                  <a:pt x="14" y="3"/>
                </a:lnTo>
                <a:lnTo>
                  <a:pt x="13" y="3"/>
                </a:lnTo>
                <a:lnTo>
                  <a:pt x="12" y="4"/>
                </a:lnTo>
                <a:lnTo>
                  <a:pt x="11" y="4"/>
                </a:lnTo>
                <a:lnTo>
                  <a:pt x="11" y="5"/>
                </a:lnTo>
                <a:lnTo>
                  <a:pt x="12" y="5"/>
                </a:lnTo>
                <a:lnTo>
                  <a:pt x="12" y="6"/>
                </a:lnTo>
                <a:lnTo>
                  <a:pt x="11" y="6"/>
                </a:lnTo>
                <a:lnTo>
                  <a:pt x="12" y="6"/>
                </a:lnTo>
                <a:lnTo>
                  <a:pt x="12" y="7"/>
                </a:lnTo>
                <a:lnTo>
                  <a:pt x="13" y="7"/>
                </a:lnTo>
                <a:lnTo>
                  <a:pt x="14" y="7"/>
                </a:lnTo>
                <a:lnTo>
                  <a:pt x="14" y="8"/>
                </a:lnTo>
                <a:lnTo>
                  <a:pt x="13" y="8"/>
                </a:lnTo>
                <a:lnTo>
                  <a:pt x="12" y="8"/>
                </a:lnTo>
                <a:lnTo>
                  <a:pt x="11" y="8"/>
                </a:lnTo>
                <a:lnTo>
                  <a:pt x="11" y="9"/>
                </a:lnTo>
                <a:lnTo>
                  <a:pt x="10" y="9"/>
                </a:lnTo>
                <a:lnTo>
                  <a:pt x="10" y="10"/>
                </a:lnTo>
                <a:lnTo>
                  <a:pt x="10" y="11"/>
                </a:lnTo>
                <a:lnTo>
                  <a:pt x="10" y="10"/>
                </a:lnTo>
                <a:lnTo>
                  <a:pt x="9" y="10"/>
                </a:lnTo>
                <a:lnTo>
                  <a:pt x="8" y="10"/>
                </a:lnTo>
                <a:lnTo>
                  <a:pt x="9" y="11"/>
                </a:lnTo>
                <a:lnTo>
                  <a:pt x="8" y="11"/>
                </a:lnTo>
                <a:lnTo>
                  <a:pt x="8" y="10"/>
                </a:lnTo>
                <a:lnTo>
                  <a:pt x="7" y="10"/>
                </a:lnTo>
                <a:lnTo>
                  <a:pt x="5" y="10"/>
                </a:lnTo>
                <a:lnTo>
                  <a:pt x="5" y="9"/>
                </a:lnTo>
                <a:lnTo>
                  <a:pt x="4" y="9"/>
                </a:lnTo>
                <a:lnTo>
                  <a:pt x="4" y="10"/>
                </a:lnTo>
                <a:lnTo>
                  <a:pt x="3" y="10"/>
                </a:lnTo>
                <a:lnTo>
                  <a:pt x="2" y="10"/>
                </a:lnTo>
                <a:lnTo>
                  <a:pt x="2" y="11"/>
                </a:lnTo>
                <a:lnTo>
                  <a:pt x="2" y="12"/>
                </a:lnTo>
                <a:lnTo>
                  <a:pt x="3" y="12"/>
                </a:lnTo>
                <a:lnTo>
                  <a:pt x="4" y="12"/>
                </a:lnTo>
                <a:lnTo>
                  <a:pt x="3" y="12"/>
                </a:lnTo>
                <a:lnTo>
                  <a:pt x="3" y="14"/>
                </a:lnTo>
                <a:lnTo>
                  <a:pt x="3" y="12"/>
                </a:lnTo>
                <a:lnTo>
                  <a:pt x="3" y="14"/>
                </a:lnTo>
                <a:lnTo>
                  <a:pt x="2" y="14"/>
                </a:lnTo>
                <a:lnTo>
                  <a:pt x="2" y="12"/>
                </a:lnTo>
                <a:lnTo>
                  <a:pt x="1" y="12"/>
                </a:lnTo>
                <a:lnTo>
                  <a:pt x="1" y="14"/>
                </a:lnTo>
                <a:lnTo>
                  <a:pt x="0" y="14"/>
                </a:lnTo>
                <a:lnTo>
                  <a:pt x="0" y="12"/>
                </a:lnTo>
                <a:lnTo>
                  <a:pt x="1" y="12"/>
                </a:lnTo>
                <a:lnTo>
                  <a:pt x="1" y="11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2" y="9"/>
                </a:lnTo>
                <a:lnTo>
                  <a:pt x="1" y="9"/>
                </a:lnTo>
                <a:lnTo>
                  <a:pt x="1" y="8"/>
                </a:lnTo>
                <a:lnTo>
                  <a:pt x="2" y="8"/>
                </a:lnTo>
                <a:lnTo>
                  <a:pt x="3" y="8"/>
                </a:lnTo>
                <a:lnTo>
                  <a:pt x="4" y="8"/>
                </a:lnTo>
                <a:lnTo>
                  <a:pt x="4" y="7"/>
                </a:lnTo>
                <a:lnTo>
                  <a:pt x="5" y="7"/>
                </a:lnTo>
                <a:lnTo>
                  <a:pt x="5" y="6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7" y="4"/>
                </a:lnTo>
                <a:lnTo>
                  <a:pt x="7" y="3"/>
                </a:lnTo>
                <a:lnTo>
                  <a:pt x="7" y="2"/>
                </a:lnTo>
                <a:lnTo>
                  <a:pt x="9" y="1"/>
                </a:lnTo>
                <a:lnTo>
                  <a:pt x="10" y="1"/>
                </a:lnTo>
                <a:lnTo>
                  <a:pt x="11" y="1"/>
                </a:lnTo>
                <a:lnTo>
                  <a:pt x="11" y="0"/>
                </a:lnTo>
                <a:lnTo>
                  <a:pt x="12" y="0"/>
                </a:lnTo>
                <a:lnTo>
                  <a:pt x="13" y="0"/>
                </a:lnTo>
                <a:lnTo>
                  <a:pt x="13" y="1"/>
                </a:lnTo>
                <a:lnTo>
                  <a:pt x="1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60" name=""/>
          <p:cNvSpPr/>
          <p:nvPr/>
        </p:nvSpPr>
        <p:spPr>
          <a:xfrm>
            <a:off x="6717960" y="21934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3" y="4"/>
                </a:move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61" name=""/>
          <p:cNvSpPr/>
          <p:nvPr/>
        </p:nvSpPr>
        <p:spPr>
          <a:xfrm>
            <a:off x="6726960" y="2190240"/>
            <a:ext cx="5760" cy="8280"/>
          </a:xfrm>
          <a:custGeom>
            <a:avLst/>
            <a:gdLst/>
            <a:ahLst/>
            <a:rect l="0" t="0" r="r" b="b"/>
            <a:pathLst>
              <a:path w="16" h="23">
                <a:moveTo>
                  <a:pt x="16" y="1"/>
                </a:moveTo>
                <a:lnTo>
                  <a:pt x="16" y="2"/>
                </a:lnTo>
                <a:lnTo>
                  <a:pt x="16" y="3"/>
                </a:lnTo>
                <a:lnTo>
                  <a:pt x="15" y="3"/>
                </a:lnTo>
                <a:lnTo>
                  <a:pt x="15" y="4"/>
                </a:lnTo>
                <a:lnTo>
                  <a:pt x="14" y="4"/>
                </a:lnTo>
                <a:lnTo>
                  <a:pt x="11" y="4"/>
                </a:lnTo>
                <a:lnTo>
                  <a:pt x="11" y="5"/>
                </a:lnTo>
                <a:lnTo>
                  <a:pt x="10" y="5"/>
                </a:lnTo>
                <a:lnTo>
                  <a:pt x="9" y="7"/>
                </a:lnTo>
                <a:lnTo>
                  <a:pt x="10" y="7"/>
                </a:lnTo>
                <a:lnTo>
                  <a:pt x="9" y="7"/>
                </a:lnTo>
                <a:lnTo>
                  <a:pt x="9" y="8"/>
                </a:lnTo>
                <a:lnTo>
                  <a:pt x="9" y="9"/>
                </a:lnTo>
                <a:lnTo>
                  <a:pt x="9" y="10"/>
                </a:lnTo>
                <a:lnTo>
                  <a:pt x="9" y="11"/>
                </a:lnTo>
                <a:lnTo>
                  <a:pt x="9" y="12"/>
                </a:lnTo>
                <a:lnTo>
                  <a:pt x="10" y="12"/>
                </a:lnTo>
                <a:lnTo>
                  <a:pt x="10" y="13"/>
                </a:lnTo>
                <a:lnTo>
                  <a:pt x="9" y="13"/>
                </a:lnTo>
                <a:lnTo>
                  <a:pt x="9" y="14"/>
                </a:lnTo>
                <a:lnTo>
                  <a:pt x="8" y="14"/>
                </a:lnTo>
                <a:lnTo>
                  <a:pt x="8" y="15"/>
                </a:lnTo>
                <a:lnTo>
                  <a:pt x="8" y="16"/>
                </a:lnTo>
                <a:lnTo>
                  <a:pt x="8" y="18"/>
                </a:lnTo>
                <a:lnTo>
                  <a:pt x="8" y="19"/>
                </a:lnTo>
                <a:lnTo>
                  <a:pt x="8" y="20"/>
                </a:lnTo>
                <a:lnTo>
                  <a:pt x="9" y="20"/>
                </a:lnTo>
                <a:lnTo>
                  <a:pt x="9" y="21"/>
                </a:lnTo>
                <a:lnTo>
                  <a:pt x="8" y="22"/>
                </a:lnTo>
                <a:lnTo>
                  <a:pt x="7" y="22"/>
                </a:lnTo>
                <a:lnTo>
                  <a:pt x="7" y="23"/>
                </a:lnTo>
                <a:lnTo>
                  <a:pt x="6" y="23"/>
                </a:lnTo>
                <a:lnTo>
                  <a:pt x="6" y="22"/>
                </a:lnTo>
                <a:lnTo>
                  <a:pt x="5" y="22"/>
                </a:lnTo>
                <a:lnTo>
                  <a:pt x="6" y="21"/>
                </a:lnTo>
                <a:lnTo>
                  <a:pt x="6" y="20"/>
                </a:lnTo>
                <a:lnTo>
                  <a:pt x="5" y="20"/>
                </a:lnTo>
                <a:lnTo>
                  <a:pt x="5" y="21"/>
                </a:lnTo>
                <a:lnTo>
                  <a:pt x="4" y="21"/>
                </a:lnTo>
                <a:lnTo>
                  <a:pt x="4" y="20"/>
                </a:lnTo>
                <a:lnTo>
                  <a:pt x="4" y="19"/>
                </a:lnTo>
                <a:lnTo>
                  <a:pt x="5" y="19"/>
                </a:lnTo>
                <a:lnTo>
                  <a:pt x="5" y="18"/>
                </a:lnTo>
                <a:lnTo>
                  <a:pt x="4" y="18"/>
                </a:lnTo>
                <a:lnTo>
                  <a:pt x="5" y="18"/>
                </a:lnTo>
                <a:lnTo>
                  <a:pt x="4" y="18"/>
                </a:lnTo>
                <a:lnTo>
                  <a:pt x="4" y="16"/>
                </a:lnTo>
                <a:lnTo>
                  <a:pt x="4" y="18"/>
                </a:lnTo>
                <a:lnTo>
                  <a:pt x="4" y="19"/>
                </a:lnTo>
                <a:lnTo>
                  <a:pt x="3" y="19"/>
                </a:lnTo>
                <a:lnTo>
                  <a:pt x="2" y="19"/>
                </a:lnTo>
                <a:lnTo>
                  <a:pt x="2" y="18"/>
                </a:lnTo>
                <a:lnTo>
                  <a:pt x="2" y="16"/>
                </a:lnTo>
                <a:lnTo>
                  <a:pt x="3" y="16"/>
                </a:lnTo>
                <a:lnTo>
                  <a:pt x="3" y="15"/>
                </a:lnTo>
                <a:lnTo>
                  <a:pt x="4" y="15"/>
                </a:lnTo>
                <a:lnTo>
                  <a:pt x="4" y="14"/>
                </a:lnTo>
                <a:lnTo>
                  <a:pt x="4" y="13"/>
                </a:lnTo>
                <a:lnTo>
                  <a:pt x="5" y="13"/>
                </a:lnTo>
                <a:lnTo>
                  <a:pt x="5" y="14"/>
                </a:lnTo>
                <a:lnTo>
                  <a:pt x="6" y="14"/>
                </a:lnTo>
                <a:lnTo>
                  <a:pt x="7" y="13"/>
                </a:lnTo>
                <a:lnTo>
                  <a:pt x="7" y="12"/>
                </a:lnTo>
                <a:lnTo>
                  <a:pt x="6" y="12"/>
                </a:lnTo>
                <a:lnTo>
                  <a:pt x="7" y="12"/>
                </a:lnTo>
                <a:lnTo>
                  <a:pt x="7" y="11"/>
                </a:lnTo>
                <a:lnTo>
                  <a:pt x="7" y="10"/>
                </a:lnTo>
                <a:lnTo>
                  <a:pt x="6" y="10"/>
                </a:lnTo>
                <a:lnTo>
                  <a:pt x="6" y="11"/>
                </a:lnTo>
                <a:lnTo>
                  <a:pt x="6" y="10"/>
                </a:lnTo>
                <a:lnTo>
                  <a:pt x="5" y="10"/>
                </a:lnTo>
                <a:lnTo>
                  <a:pt x="4" y="10"/>
                </a:lnTo>
                <a:lnTo>
                  <a:pt x="3" y="11"/>
                </a:lnTo>
                <a:lnTo>
                  <a:pt x="2" y="12"/>
                </a:lnTo>
                <a:lnTo>
                  <a:pt x="2" y="11"/>
                </a:lnTo>
                <a:lnTo>
                  <a:pt x="2" y="10"/>
                </a:lnTo>
                <a:lnTo>
                  <a:pt x="1" y="10"/>
                </a:lnTo>
                <a:lnTo>
                  <a:pt x="1" y="11"/>
                </a:lnTo>
                <a:lnTo>
                  <a:pt x="0" y="11"/>
                </a:lnTo>
                <a:lnTo>
                  <a:pt x="1" y="11"/>
                </a:lnTo>
                <a:lnTo>
                  <a:pt x="1" y="10"/>
                </a:lnTo>
                <a:lnTo>
                  <a:pt x="0" y="10"/>
                </a:lnTo>
                <a:lnTo>
                  <a:pt x="0" y="9"/>
                </a:lnTo>
                <a:lnTo>
                  <a:pt x="1" y="9"/>
                </a:lnTo>
                <a:lnTo>
                  <a:pt x="0" y="8"/>
                </a:lnTo>
                <a:lnTo>
                  <a:pt x="0" y="9"/>
                </a:lnTo>
                <a:lnTo>
                  <a:pt x="0" y="8"/>
                </a:lnTo>
                <a:lnTo>
                  <a:pt x="1" y="7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2" y="6"/>
                </a:lnTo>
                <a:lnTo>
                  <a:pt x="3" y="5"/>
                </a:lnTo>
                <a:lnTo>
                  <a:pt x="3" y="6"/>
                </a:lnTo>
                <a:lnTo>
                  <a:pt x="4" y="6"/>
                </a:lnTo>
                <a:lnTo>
                  <a:pt x="4" y="5"/>
                </a:lnTo>
                <a:lnTo>
                  <a:pt x="5" y="5"/>
                </a:lnTo>
                <a:lnTo>
                  <a:pt x="5" y="6"/>
                </a:lnTo>
                <a:lnTo>
                  <a:pt x="5" y="7"/>
                </a:lnTo>
                <a:lnTo>
                  <a:pt x="5" y="6"/>
                </a:lnTo>
                <a:lnTo>
                  <a:pt x="6" y="6"/>
                </a:lnTo>
                <a:lnTo>
                  <a:pt x="6" y="5"/>
                </a:lnTo>
                <a:lnTo>
                  <a:pt x="7" y="5"/>
                </a:lnTo>
                <a:lnTo>
                  <a:pt x="7" y="4"/>
                </a:lnTo>
                <a:lnTo>
                  <a:pt x="6" y="4"/>
                </a:lnTo>
                <a:lnTo>
                  <a:pt x="6" y="3"/>
                </a:lnTo>
                <a:lnTo>
                  <a:pt x="6" y="2"/>
                </a:lnTo>
                <a:lnTo>
                  <a:pt x="7" y="1"/>
                </a:lnTo>
                <a:lnTo>
                  <a:pt x="7" y="2"/>
                </a:lnTo>
                <a:lnTo>
                  <a:pt x="8" y="3"/>
                </a:lnTo>
                <a:lnTo>
                  <a:pt x="8" y="2"/>
                </a:lnTo>
                <a:lnTo>
                  <a:pt x="9" y="1"/>
                </a:lnTo>
                <a:lnTo>
                  <a:pt x="9" y="2"/>
                </a:lnTo>
                <a:lnTo>
                  <a:pt x="10" y="1"/>
                </a:lnTo>
                <a:lnTo>
                  <a:pt x="11" y="1"/>
                </a:lnTo>
                <a:lnTo>
                  <a:pt x="11" y="0"/>
                </a:lnTo>
                <a:lnTo>
                  <a:pt x="13" y="0"/>
                </a:lnTo>
                <a:lnTo>
                  <a:pt x="14" y="1"/>
                </a:lnTo>
                <a:lnTo>
                  <a:pt x="15" y="1"/>
                </a:lnTo>
                <a:lnTo>
                  <a:pt x="1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62" name=""/>
          <p:cNvSpPr/>
          <p:nvPr/>
        </p:nvSpPr>
        <p:spPr>
          <a:xfrm>
            <a:off x="6725880" y="21927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63" name=""/>
          <p:cNvSpPr/>
          <p:nvPr/>
        </p:nvSpPr>
        <p:spPr>
          <a:xfrm>
            <a:off x="6740640" y="218664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4" y="2"/>
                </a:moveTo>
                <a:lnTo>
                  <a:pt x="6" y="2"/>
                </a:lnTo>
                <a:lnTo>
                  <a:pt x="6" y="1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6" y="3"/>
                </a:lnTo>
                <a:lnTo>
                  <a:pt x="4" y="3"/>
                </a:lnTo>
                <a:lnTo>
                  <a:pt x="4" y="2"/>
                </a:lnTo>
                <a:lnTo>
                  <a:pt x="3" y="2"/>
                </a:lnTo>
                <a:lnTo>
                  <a:pt x="2" y="3"/>
                </a:lnTo>
                <a:lnTo>
                  <a:pt x="1" y="5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2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64" name=""/>
          <p:cNvSpPr/>
          <p:nvPr/>
        </p:nvSpPr>
        <p:spPr>
          <a:xfrm>
            <a:off x="6736680" y="218628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2" y="4"/>
                </a:moveTo>
                <a:lnTo>
                  <a:pt x="1" y="6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1" y="2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  <a:lnTo>
                  <a:pt x="5" y="3"/>
                </a:lnTo>
                <a:lnTo>
                  <a:pt x="4" y="4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65" name=""/>
          <p:cNvSpPr/>
          <p:nvPr/>
        </p:nvSpPr>
        <p:spPr>
          <a:xfrm>
            <a:off x="6740280" y="21844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1" y="4"/>
                </a:moveTo>
                <a:lnTo>
                  <a:pt x="1" y="3"/>
                </a:lnTo>
                <a:lnTo>
                  <a:pt x="3" y="3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66" name=""/>
          <p:cNvSpPr/>
          <p:nvPr/>
        </p:nvSpPr>
        <p:spPr>
          <a:xfrm>
            <a:off x="6741720" y="21837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67" name=""/>
          <p:cNvSpPr/>
          <p:nvPr/>
        </p:nvSpPr>
        <p:spPr>
          <a:xfrm>
            <a:off x="6716160" y="2181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68" name=""/>
          <p:cNvSpPr/>
          <p:nvPr/>
        </p:nvSpPr>
        <p:spPr>
          <a:xfrm>
            <a:off x="6757920" y="218052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69" name=""/>
          <p:cNvSpPr/>
          <p:nvPr/>
        </p:nvSpPr>
        <p:spPr>
          <a:xfrm>
            <a:off x="6716880" y="21801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70" name=""/>
          <p:cNvSpPr/>
          <p:nvPr/>
        </p:nvSpPr>
        <p:spPr>
          <a:xfrm>
            <a:off x="6750720" y="21794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71" name=""/>
          <p:cNvSpPr/>
          <p:nvPr/>
        </p:nvSpPr>
        <p:spPr>
          <a:xfrm>
            <a:off x="6752160" y="21794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72" name=""/>
          <p:cNvSpPr/>
          <p:nvPr/>
        </p:nvSpPr>
        <p:spPr>
          <a:xfrm>
            <a:off x="6750360" y="2179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73" name=""/>
          <p:cNvSpPr/>
          <p:nvPr/>
        </p:nvSpPr>
        <p:spPr>
          <a:xfrm>
            <a:off x="6755760" y="21729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74" name=""/>
          <p:cNvSpPr/>
          <p:nvPr/>
        </p:nvSpPr>
        <p:spPr>
          <a:xfrm>
            <a:off x="6755400" y="2171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75" name=""/>
          <p:cNvSpPr/>
          <p:nvPr/>
        </p:nvSpPr>
        <p:spPr>
          <a:xfrm>
            <a:off x="6756120" y="216612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6" y="2"/>
                </a:move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2" y="5"/>
                </a:lnTo>
                <a:lnTo>
                  <a:pt x="2" y="6"/>
                </a:lnTo>
                <a:lnTo>
                  <a:pt x="1" y="6"/>
                </a:lnTo>
                <a:lnTo>
                  <a:pt x="0" y="4"/>
                </a:lnTo>
                <a:lnTo>
                  <a:pt x="1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76" name=""/>
          <p:cNvSpPr/>
          <p:nvPr/>
        </p:nvSpPr>
        <p:spPr>
          <a:xfrm>
            <a:off x="6756840" y="21603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1" y="1"/>
                </a:moveTo>
                <a:lnTo>
                  <a:pt x="3" y="0"/>
                </a:lnTo>
                <a:lnTo>
                  <a:pt x="4" y="1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77" name=""/>
          <p:cNvSpPr/>
          <p:nvPr/>
        </p:nvSpPr>
        <p:spPr>
          <a:xfrm>
            <a:off x="6755400" y="2155320"/>
            <a:ext cx="3960" cy="6120"/>
          </a:xfrm>
          <a:custGeom>
            <a:avLst/>
            <a:gdLst/>
            <a:ahLst/>
            <a:rect l="0" t="0" r="r" b="b"/>
            <a:pathLst>
              <a:path w="11" h="17">
                <a:moveTo>
                  <a:pt x="5" y="2"/>
                </a:moveTo>
                <a:lnTo>
                  <a:pt x="5" y="3"/>
                </a:lnTo>
                <a:lnTo>
                  <a:pt x="6" y="3"/>
                </a:lnTo>
                <a:lnTo>
                  <a:pt x="7" y="4"/>
                </a:lnTo>
                <a:lnTo>
                  <a:pt x="8" y="5"/>
                </a:lnTo>
                <a:lnTo>
                  <a:pt x="8" y="7"/>
                </a:lnTo>
                <a:lnTo>
                  <a:pt x="8" y="8"/>
                </a:lnTo>
                <a:lnTo>
                  <a:pt x="9" y="9"/>
                </a:lnTo>
                <a:lnTo>
                  <a:pt x="9" y="11"/>
                </a:lnTo>
                <a:lnTo>
                  <a:pt x="11" y="13"/>
                </a:lnTo>
                <a:lnTo>
                  <a:pt x="11" y="14"/>
                </a:lnTo>
                <a:lnTo>
                  <a:pt x="11" y="16"/>
                </a:lnTo>
                <a:lnTo>
                  <a:pt x="11" y="17"/>
                </a:lnTo>
                <a:lnTo>
                  <a:pt x="11" y="16"/>
                </a:lnTo>
                <a:lnTo>
                  <a:pt x="9" y="16"/>
                </a:lnTo>
                <a:lnTo>
                  <a:pt x="8" y="14"/>
                </a:lnTo>
                <a:lnTo>
                  <a:pt x="8" y="13"/>
                </a:lnTo>
                <a:lnTo>
                  <a:pt x="7" y="11"/>
                </a:lnTo>
                <a:lnTo>
                  <a:pt x="7" y="10"/>
                </a:lnTo>
                <a:lnTo>
                  <a:pt x="7" y="9"/>
                </a:lnTo>
                <a:lnTo>
                  <a:pt x="5" y="8"/>
                </a:lnTo>
                <a:lnTo>
                  <a:pt x="5" y="7"/>
                </a:lnTo>
                <a:lnTo>
                  <a:pt x="4" y="5"/>
                </a:lnTo>
                <a:lnTo>
                  <a:pt x="3" y="5"/>
                </a:lnTo>
                <a:lnTo>
                  <a:pt x="2" y="4"/>
                </a:lnTo>
                <a:lnTo>
                  <a:pt x="2" y="3"/>
                </a:lnTo>
                <a:lnTo>
                  <a:pt x="2" y="4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2"/>
                </a:lnTo>
                <a:lnTo>
                  <a:pt x="3" y="1"/>
                </a:lnTo>
                <a:lnTo>
                  <a:pt x="4" y="0"/>
                </a:lnTo>
                <a:lnTo>
                  <a:pt x="5" y="1"/>
                </a:lnTo>
                <a:lnTo>
                  <a:pt x="5" y="2"/>
                </a:lnTo>
                <a:lnTo>
                  <a:pt x="6" y="2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78" name=""/>
          <p:cNvSpPr/>
          <p:nvPr/>
        </p:nvSpPr>
        <p:spPr>
          <a:xfrm>
            <a:off x="6628320" y="2052720"/>
            <a:ext cx="244440" cy="195480"/>
          </a:xfrm>
          <a:custGeom>
            <a:avLst/>
            <a:gdLst/>
            <a:ahLst/>
            <a:rect l="0" t="0" r="r" b="b"/>
            <a:pathLst>
              <a:path w="679" h="543">
                <a:moveTo>
                  <a:pt x="329" y="6"/>
                </a:moveTo>
                <a:lnTo>
                  <a:pt x="329" y="7"/>
                </a:lnTo>
                <a:lnTo>
                  <a:pt x="330" y="7"/>
                </a:lnTo>
                <a:lnTo>
                  <a:pt x="331" y="6"/>
                </a:lnTo>
                <a:lnTo>
                  <a:pt x="331" y="7"/>
                </a:lnTo>
                <a:lnTo>
                  <a:pt x="333" y="8"/>
                </a:lnTo>
                <a:lnTo>
                  <a:pt x="334" y="8"/>
                </a:lnTo>
                <a:lnTo>
                  <a:pt x="334" y="9"/>
                </a:lnTo>
                <a:lnTo>
                  <a:pt x="334" y="10"/>
                </a:lnTo>
                <a:lnTo>
                  <a:pt x="335" y="11"/>
                </a:lnTo>
                <a:lnTo>
                  <a:pt x="336" y="11"/>
                </a:lnTo>
                <a:lnTo>
                  <a:pt x="336" y="12"/>
                </a:lnTo>
                <a:lnTo>
                  <a:pt x="337" y="12"/>
                </a:lnTo>
                <a:lnTo>
                  <a:pt x="338" y="12"/>
                </a:lnTo>
                <a:lnTo>
                  <a:pt x="339" y="12"/>
                </a:lnTo>
                <a:lnTo>
                  <a:pt x="339" y="13"/>
                </a:lnTo>
                <a:lnTo>
                  <a:pt x="339" y="14"/>
                </a:lnTo>
                <a:lnTo>
                  <a:pt x="341" y="16"/>
                </a:lnTo>
                <a:lnTo>
                  <a:pt x="342" y="16"/>
                </a:lnTo>
                <a:lnTo>
                  <a:pt x="342" y="15"/>
                </a:lnTo>
                <a:lnTo>
                  <a:pt x="343" y="15"/>
                </a:lnTo>
                <a:lnTo>
                  <a:pt x="344" y="15"/>
                </a:lnTo>
                <a:lnTo>
                  <a:pt x="345" y="14"/>
                </a:lnTo>
                <a:lnTo>
                  <a:pt x="347" y="14"/>
                </a:lnTo>
                <a:lnTo>
                  <a:pt x="347" y="15"/>
                </a:lnTo>
                <a:lnTo>
                  <a:pt x="348" y="15"/>
                </a:lnTo>
                <a:lnTo>
                  <a:pt x="347" y="15"/>
                </a:lnTo>
                <a:lnTo>
                  <a:pt x="347" y="16"/>
                </a:lnTo>
                <a:lnTo>
                  <a:pt x="348" y="16"/>
                </a:lnTo>
                <a:lnTo>
                  <a:pt x="349" y="15"/>
                </a:lnTo>
                <a:lnTo>
                  <a:pt x="350" y="15"/>
                </a:lnTo>
                <a:lnTo>
                  <a:pt x="350" y="16"/>
                </a:lnTo>
                <a:lnTo>
                  <a:pt x="351" y="17"/>
                </a:lnTo>
                <a:lnTo>
                  <a:pt x="352" y="17"/>
                </a:lnTo>
                <a:lnTo>
                  <a:pt x="353" y="17"/>
                </a:lnTo>
                <a:lnTo>
                  <a:pt x="354" y="18"/>
                </a:lnTo>
                <a:lnTo>
                  <a:pt x="354" y="19"/>
                </a:lnTo>
                <a:lnTo>
                  <a:pt x="353" y="19"/>
                </a:lnTo>
                <a:lnTo>
                  <a:pt x="353" y="20"/>
                </a:lnTo>
                <a:lnTo>
                  <a:pt x="354" y="20"/>
                </a:lnTo>
                <a:lnTo>
                  <a:pt x="354" y="21"/>
                </a:lnTo>
                <a:lnTo>
                  <a:pt x="354" y="20"/>
                </a:lnTo>
                <a:lnTo>
                  <a:pt x="355" y="20"/>
                </a:lnTo>
                <a:lnTo>
                  <a:pt x="356" y="19"/>
                </a:lnTo>
                <a:lnTo>
                  <a:pt x="357" y="19"/>
                </a:lnTo>
                <a:lnTo>
                  <a:pt x="358" y="19"/>
                </a:lnTo>
                <a:lnTo>
                  <a:pt x="359" y="19"/>
                </a:lnTo>
                <a:lnTo>
                  <a:pt x="360" y="19"/>
                </a:lnTo>
                <a:lnTo>
                  <a:pt x="361" y="19"/>
                </a:lnTo>
                <a:lnTo>
                  <a:pt x="361" y="18"/>
                </a:lnTo>
                <a:lnTo>
                  <a:pt x="362" y="18"/>
                </a:lnTo>
                <a:lnTo>
                  <a:pt x="363" y="18"/>
                </a:lnTo>
                <a:lnTo>
                  <a:pt x="363" y="17"/>
                </a:lnTo>
                <a:lnTo>
                  <a:pt x="363" y="16"/>
                </a:lnTo>
                <a:lnTo>
                  <a:pt x="364" y="16"/>
                </a:lnTo>
                <a:lnTo>
                  <a:pt x="365" y="16"/>
                </a:lnTo>
                <a:lnTo>
                  <a:pt x="366" y="16"/>
                </a:lnTo>
                <a:lnTo>
                  <a:pt x="367" y="16"/>
                </a:lnTo>
                <a:lnTo>
                  <a:pt x="368" y="16"/>
                </a:lnTo>
                <a:lnTo>
                  <a:pt x="368" y="15"/>
                </a:lnTo>
                <a:lnTo>
                  <a:pt x="369" y="15"/>
                </a:lnTo>
                <a:lnTo>
                  <a:pt x="369" y="16"/>
                </a:lnTo>
                <a:lnTo>
                  <a:pt x="369" y="17"/>
                </a:lnTo>
                <a:lnTo>
                  <a:pt x="370" y="18"/>
                </a:lnTo>
                <a:lnTo>
                  <a:pt x="369" y="18"/>
                </a:lnTo>
                <a:lnTo>
                  <a:pt x="369" y="19"/>
                </a:lnTo>
                <a:lnTo>
                  <a:pt x="370" y="19"/>
                </a:lnTo>
                <a:lnTo>
                  <a:pt x="371" y="19"/>
                </a:lnTo>
                <a:lnTo>
                  <a:pt x="371" y="18"/>
                </a:lnTo>
                <a:lnTo>
                  <a:pt x="372" y="18"/>
                </a:lnTo>
                <a:lnTo>
                  <a:pt x="372" y="19"/>
                </a:lnTo>
                <a:lnTo>
                  <a:pt x="373" y="19"/>
                </a:lnTo>
                <a:lnTo>
                  <a:pt x="375" y="19"/>
                </a:lnTo>
                <a:lnTo>
                  <a:pt x="376" y="18"/>
                </a:lnTo>
                <a:lnTo>
                  <a:pt x="376" y="17"/>
                </a:lnTo>
                <a:lnTo>
                  <a:pt x="376" y="16"/>
                </a:lnTo>
                <a:lnTo>
                  <a:pt x="377" y="15"/>
                </a:lnTo>
                <a:lnTo>
                  <a:pt x="378" y="15"/>
                </a:lnTo>
                <a:lnTo>
                  <a:pt x="379" y="15"/>
                </a:lnTo>
                <a:lnTo>
                  <a:pt x="380" y="14"/>
                </a:lnTo>
                <a:lnTo>
                  <a:pt x="381" y="11"/>
                </a:lnTo>
                <a:lnTo>
                  <a:pt x="381" y="10"/>
                </a:lnTo>
                <a:lnTo>
                  <a:pt x="381" y="9"/>
                </a:lnTo>
                <a:lnTo>
                  <a:pt x="381" y="8"/>
                </a:lnTo>
                <a:lnTo>
                  <a:pt x="383" y="7"/>
                </a:lnTo>
                <a:lnTo>
                  <a:pt x="385" y="7"/>
                </a:lnTo>
                <a:lnTo>
                  <a:pt x="385" y="8"/>
                </a:lnTo>
                <a:lnTo>
                  <a:pt x="386" y="8"/>
                </a:lnTo>
                <a:lnTo>
                  <a:pt x="386" y="7"/>
                </a:lnTo>
                <a:lnTo>
                  <a:pt x="387" y="7"/>
                </a:lnTo>
                <a:lnTo>
                  <a:pt x="388" y="7"/>
                </a:lnTo>
                <a:lnTo>
                  <a:pt x="388" y="6"/>
                </a:lnTo>
                <a:lnTo>
                  <a:pt x="389" y="7"/>
                </a:lnTo>
                <a:lnTo>
                  <a:pt x="390" y="7"/>
                </a:lnTo>
                <a:lnTo>
                  <a:pt x="391" y="7"/>
                </a:lnTo>
                <a:lnTo>
                  <a:pt x="392" y="7"/>
                </a:lnTo>
                <a:lnTo>
                  <a:pt x="392" y="8"/>
                </a:lnTo>
                <a:lnTo>
                  <a:pt x="391" y="8"/>
                </a:lnTo>
                <a:lnTo>
                  <a:pt x="391" y="9"/>
                </a:lnTo>
                <a:lnTo>
                  <a:pt x="390" y="10"/>
                </a:lnTo>
                <a:lnTo>
                  <a:pt x="390" y="11"/>
                </a:lnTo>
                <a:lnTo>
                  <a:pt x="390" y="12"/>
                </a:lnTo>
                <a:lnTo>
                  <a:pt x="391" y="12"/>
                </a:lnTo>
                <a:lnTo>
                  <a:pt x="392" y="12"/>
                </a:lnTo>
                <a:lnTo>
                  <a:pt x="392" y="13"/>
                </a:lnTo>
                <a:lnTo>
                  <a:pt x="393" y="13"/>
                </a:lnTo>
                <a:lnTo>
                  <a:pt x="394" y="13"/>
                </a:lnTo>
                <a:lnTo>
                  <a:pt x="394" y="12"/>
                </a:lnTo>
                <a:lnTo>
                  <a:pt x="395" y="13"/>
                </a:lnTo>
                <a:lnTo>
                  <a:pt x="395" y="14"/>
                </a:lnTo>
                <a:lnTo>
                  <a:pt x="394" y="14"/>
                </a:lnTo>
                <a:lnTo>
                  <a:pt x="395" y="15"/>
                </a:lnTo>
                <a:lnTo>
                  <a:pt x="394" y="16"/>
                </a:lnTo>
                <a:lnTo>
                  <a:pt x="395" y="16"/>
                </a:lnTo>
                <a:lnTo>
                  <a:pt x="395" y="17"/>
                </a:lnTo>
                <a:lnTo>
                  <a:pt x="394" y="18"/>
                </a:lnTo>
                <a:lnTo>
                  <a:pt x="394" y="19"/>
                </a:lnTo>
                <a:lnTo>
                  <a:pt x="394" y="20"/>
                </a:lnTo>
                <a:lnTo>
                  <a:pt x="395" y="20"/>
                </a:lnTo>
                <a:lnTo>
                  <a:pt x="396" y="20"/>
                </a:lnTo>
                <a:lnTo>
                  <a:pt x="396" y="21"/>
                </a:lnTo>
                <a:lnTo>
                  <a:pt x="395" y="21"/>
                </a:lnTo>
                <a:lnTo>
                  <a:pt x="394" y="21"/>
                </a:lnTo>
                <a:lnTo>
                  <a:pt x="393" y="22"/>
                </a:lnTo>
                <a:lnTo>
                  <a:pt x="394" y="22"/>
                </a:lnTo>
                <a:lnTo>
                  <a:pt x="394" y="23"/>
                </a:lnTo>
                <a:lnTo>
                  <a:pt x="393" y="24"/>
                </a:lnTo>
                <a:lnTo>
                  <a:pt x="393" y="25"/>
                </a:lnTo>
                <a:lnTo>
                  <a:pt x="394" y="25"/>
                </a:lnTo>
                <a:lnTo>
                  <a:pt x="394" y="26"/>
                </a:lnTo>
                <a:lnTo>
                  <a:pt x="394" y="27"/>
                </a:lnTo>
                <a:lnTo>
                  <a:pt x="395" y="27"/>
                </a:lnTo>
                <a:lnTo>
                  <a:pt x="395" y="26"/>
                </a:lnTo>
                <a:lnTo>
                  <a:pt x="396" y="25"/>
                </a:lnTo>
                <a:lnTo>
                  <a:pt x="396" y="24"/>
                </a:lnTo>
                <a:lnTo>
                  <a:pt x="397" y="24"/>
                </a:lnTo>
                <a:lnTo>
                  <a:pt x="397" y="25"/>
                </a:lnTo>
                <a:lnTo>
                  <a:pt x="397" y="24"/>
                </a:lnTo>
                <a:lnTo>
                  <a:pt x="398" y="24"/>
                </a:lnTo>
                <a:lnTo>
                  <a:pt x="399" y="24"/>
                </a:lnTo>
                <a:lnTo>
                  <a:pt x="400" y="23"/>
                </a:lnTo>
                <a:lnTo>
                  <a:pt x="401" y="22"/>
                </a:lnTo>
                <a:lnTo>
                  <a:pt x="402" y="22"/>
                </a:lnTo>
                <a:lnTo>
                  <a:pt x="403" y="22"/>
                </a:lnTo>
                <a:lnTo>
                  <a:pt x="403" y="21"/>
                </a:lnTo>
                <a:lnTo>
                  <a:pt x="404" y="21"/>
                </a:lnTo>
                <a:lnTo>
                  <a:pt x="405" y="21"/>
                </a:lnTo>
                <a:lnTo>
                  <a:pt x="406" y="21"/>
                </a:lnTo>
                <a:lnTo>
                  <a:pt x="407" y="21"/>
                </a:lnTo>
                <a:lnTo>
                  <a:pt x="408" y="21"/>
                </a:lnTo>
                <a:lnTo>
                  <a:pt x="408" y="20"/>
                </a:lnTo>
                <a:lnTo>
                  <a:pt x="409" y="20"/>
                </a:lnTo>
                <a:lnTo>
                  <a:pt x="409" y="21"/>
                </a:lnTo>
                <a:lnTo>
                  <a:pt x="410" y="21"/>
                </a:lnTo>
                <a:lnTo>
                  <a:pt x="410" y="22"/>
                </a:lnTo>
                <a:lnTo>
                  <a:pt x="411" y="22"/>
                </a:lnTo>
                <a:lnTo>
                  <a:pt x="412" y="22"/>
                </a:lnTo>
                <a:lnTo>
                  <a:pt x="413" y="22"/>
                </a:lnTo>
                <a:lnTo>
                  <a:pt x="414" y="22"/>
                </a:lnTo>
                <a:lnTo>
                  <a:pt x="415" y="23"/>
                </a:lnTo>
                <a:lnTo>
                  <a:pt x="415" y="22"/>
                </a:lnTo>
                <a:lnTo>
                  <a:pt x="416" y="22"/>
                </a:lnTo>
                <a:lnTo>
                  <a:pt x="417" y="22"/>
                </a:lnTo>
                <a:lnTo>
                  <a:pt x="417" y="23"/>
                </a:lnTo>
                <a:lnTo>
                  <a:pt x="418" y="23"/>
                </a:lnTo>
                <a:lnTo>
                  <a:pt x="419" y="23"/>
                </a:lnTo>
                <a:lnTo>
                  <a:pt x="418" y="23"/>
                </a:lnTo>
                <a:lnTo>
                  <a:pt x="418" y="22"/>
                </a:lnTo>
                <a:lnTo>
                  <a:pt x="418" y="21"/>
                </a:lnTo>
                <a:lnTo>
                  <a:pt x="419" y="21"/>
                </a:lnTo>
                <a:lnTo>
                  <a:pt x="420" y="21"/>
                </a:lnTo>
                <a:lnTo>
                  <a:pt x="419" y="21"/>
                </a:lnTo>
                <a:lnTo>
                  <a:pt x="419" y="20"/>
                </a:lnTo>
                <a:lnTo>
                  <a:pt x="419" y="19"/>
                </a:lnTo>
                <a:lnTo>
                  <a:pt x="419" y="18"/>
                </a:lnTo>
                <a:lnTo>
                  <a:pt x="420" y="18"/>
                </a:lnTo>
                <a:lnTo>
                  <a:pt x="421" y="18"/>
                </a:lnTo>
                <a:lnTo>
                  <a:pt x="422" y="18"/>
                </a:lnTo>
                <a:lnTo>
                  <a:pt x="422" y="19"/>
                </a:lnTo>
                <a:lnTo>
                  <a:pt x="423" y="19"/>
                </a:lnTo>
                <a:lnTo>
                  <a:pt x="425" y="19"/>
                </a:lnTo>
                <a:lnTo>
                  <a:pt x="425" y="20"/>
                </a:lnTo>
                <a:lnTo>
                  <a:pt x="426" y="20"/>
                </a:lnTo>
                <a:lnTo>
                  <a:pt x="427" y="19"/>
                </a:lnTo>
                <a:lnTo>
                  <a:pt x="428" y="19"/>
                </a:lnTo>
                <a:lnTo>
                  <a:pt x="428" y="18"/>
                </a:lnTo>
                <a:lnTo>
                  <a:pt x="429" y="18"/>
                </a:lnTo>
                <a:lnTo>
                  <a:pt x="430" y="18"/>
                </a:lnTo>
                <a:lnTo>
                  <a:pt x="430" y="17"/>
                </a:lnTo>
                <a:lnTo>
                  <a:pt x="430" y="16"/>
                </a:lnTo>
                <a:lnTo>
                  <a:pt x="431" y="15"/>
                </a:lnTo>
                <a:lnTo>
                  <a:pt x="431" y="14"/>
                </a:lnTo>
                <a:lnTo>
                  <a:pt x="431" y="13"/>
                </a:lnTo>
                <a:lnTo>
                  <a:pt x="432" y="13"/>
                </a:lnTo>
                <a:lnTo>
                  <a:pt x="433" y="13"/>
                </a:lnTo>
                <a:lnTo>
                  <a:pt x="433" y="14"/>
                </a:lnTo>
                <a:lnTo>
                  <a:pt x="434" y="14"/>
                </a:lnTo>
                <a:lnTo>
                  <a:pt x="434" y="15"/>
                </a:lnTo>
                <a:lnTo>
                  <a:pt x="435" y="15"/>
                </a:lnTo>
                <a:lnTo>
                  <a:pt x="435" y="14"/>
                </a:lnTo>
                <a:lnTo>
                  <a:pt x="436" y="14"/>
                </a:lnTo>
                <a:lnTo>
                  <a:pt x="437" y="13"/>
                </a:lnTo>
                <a:lnTo>
                  <a:pt x="437" y="12"/>
                </a:lnTo>
                <a:lnTo>
                  <a:pt x="438" y="11"/>
                </a:lnTo>
                <a:lnTo>
                  <a:pt x="439" y="10"/>
                </a:lnTo>
                <a:lnTo>
                  <a:pt x="440" y="10"/>
                </a:lnTo>
                <a:lnTo>
                  <a:pt x="441" y="10"/>
                </a:lnTo>
                <a:lnTo>
                  <a:pt x="441" y="11"/>
                </a:lnTo>
                <a:lnTo>
                  <a:pt x="442" y="11"/>
                </a:lnTo>
                <a:lnTo>
                  <a:pt x="443" y="11"/>
                </a:lnTo>
                <a:lnTo>
                  <a:pt x="443" y="12"/>
                </a:lnTo>
                <a:lnTo>
                  <a:pt x="443" y="11"/>
                </a:lnTo>
                <a:lnTo>
                  <a:pt x="444" y="11"/>
                </a:lnTo>
                <a:lnTo>
                  <a:pt x="444" y="12"/>
                </a:lnTo>
                <a:lnTo>
                  <a:pt x="443" y="12"/>
                </a:lnTo>
                <a:lnTo>
                  <a:pt x="443" y="13"/>
                </a:lnTo>
                <a:lnTo>
                  <a:pt x="443" y="14"/>
                </a:lnTo>
                <a:lnTo>
                  <a:pt x="443" y="13"/>
                </a:lnTo>
                <a:lnTo>
                  <a:pt x="444" y="13"/>
                </a:lnTo>
                <a:lnTo>
                  <a:pt x="443" y="12"/>
                </a:lnTo>
                <a:lnTo>
                  <a:pt x="444" y="12"/>
                </a:lnTo>
                <a:lnTo>
                  <a:pt x="445" y="12"/>
                </a:lnTo>
                <a:lnTo>
                  <a:pt x="445" y="13"/>
                </a:lnTo>
                <a:lnTo>
                  <a:pt x="445" y="14"/>
                </a:lnTo>
                <a:lnTo>
                  <a:pt x="445" y="15"/>
                </a:lnTo>
                <a:lnTo>
                  <a:pt x="446" y="15"/>
                </a:lnTo>
                <a:lnTo>
                  <a:pt x="445" y="15"/>
                </a:lnTo>
                <a:lnTo>
                  <a:pt x="445" y="16"/>
                </a:lnTo>
                <a:lnTo>
                  <a:pt x="446" y="16"/>
                </a:lnTo>
                <a:lnTo>
                  <a:pt x="447" y="16"/>
                </a:lnTo>
                <a:lnTo>
                  <a:pt x="447" y="17"/>
                </a:lnTo>
                <a:lnTo>
                  <a:pt x="448" y="18"/>
                </a:lnTo>
                <a:lnTo>
                  <a:pt x="448" y="19"/>
                </a:lnTo>
                <a:lnTo>
                  <a:pt x="449" y="19"/>
                </a:lnTo>
                <a:lnTo>
                  <a:pt x="450" y="19"/>
                </a:lnTo>
                <a:lnTo>
                  <a:pt x="451" y="19"/>
                </a:lnTo>
                <a:lnTo>
                  <a:pt x="452" y="20"/>
                </a:lnTo>
                <a:lnTo>
                  <a:pt x="452" y="21"/>
                </a:lnTo>
                <a:lnTo>
                  <a:pt x="453" y="21"/>
                </a:lnTo>
                <a:lnTo>
                  <a:pt x="453" y="20"/>
                </a:lnTo>
                <a:lnTo>
                  <a:pt x="454" y="20"/>
                </a:lnTo>
                <a:lnTo>
                  <a:pt x="455" y="20"/>
                </a:lnTo>
                <a:lnTo>
                  <a:pt x="456" y="20"/>
                </a:lnTo>
                <a:lnTo>
                  <a:pt x="456" y="21"/>
                </a:lnTo>
                <a:lnTo>
                  <a:pt x="455" y="21"/>
                </a:lnTo>
                <a:lnTo>
                  <a:pt x="456" y="21"/>
                </a:lnTo>
                <a:lnTo>
                  <a:pt x="456" y="22"/>
                </a:lnTo>
                <a:lnTo>
                  <a:pt x="457" y="22"/>
                </a:lnTo>
                <a:lnTo>
                  <a:pt x="457" y="23"/>
                </a:lnTo>
                <a:lnTo>
                  <a:pt x="456" y="23"/>
                </a:lnTo>
                <a:lnTo>
                  <a:pt x="456" y="24"/>
                </a:lnTo>
                <a:lnTo>
                  <a:pt x="457" y="24"/>
                </a:lnTo>
                <a:lnTo>
                  <a:pt x="457" y="23"/>
                </a:lnTo>
                <a:lnTo>
                  <a:pt x="458" y="24"/>
                </a:lnTo>
                <a:lnTo>
                  <a:pt x="458" y="25"/>
                </a:lnTo>
                <a:lnTo>
                  <a:pt x="459" y="26"/>
                </a:lnTo>
                <a:lnTo>
                  <a:pt x="458" y="27"/>
                </a:lnTo>
                <a:lnTo>
                  <a:pt x="459" y="28"/>
                </a:lnTo>
                <a:lnTo>
                  <a:pt x="458" y="28"/>
                </a:lnTo>
                <a:lnTo>
                  <a:pt x="458" y="29"/>
                </a:lnTo>
                <a:lnTo>
                  <a:pt x="459" y="29"/>
                </a:lnTo>
                <a:lnTo>
                  <a:pt x="459" y="28"/>
                </a:lnTo>
                <a:lnTo>
                  <a:pt x="459" y="29"/>
                </a:lnTo>
                <a:lnTo>
                  <a:pt x="458" y="29"/>
                </a:lnTo>
                <a:lnTo>
                  <a:pt x="458" y="30"/>
                </a:lnTo>
                <a:lnTo>
                  <a:pt x="457" y="30"/>
                </a:lnTo>
                <a:lnTo>
                  <a:pt x="457" y="29"/>
                </a:lnTo>
                <a:lnTo>
                  <a:pt x="456" y="29"/>
                </a:lnTo>
                <a:lnTo>
                  <a:pt x="455" y="30"/>
                </a:lnTo>
                <a:lnTo>
                  <a:pt x="454" y="30"/>
                </a:lnTo>
                <a:lnTo>
                  <a:pt x="454" y="31"/>
                </a:lnTo>
                <a:lnTo>
                  <a:pt x="454" y="32"/>
                </a:lnTo>
                <a:lnTo>
                  <a:pt x="454" y="33"/>
                </a:lnTo>
                <a:lnTo>
                  <a:pt x="453" y="32"/>
                </a:lnTo>
                <a:lnTo>
                  <a:pt x="452" y="33"/>
                </a:lnTo>
                <a:lnTo>
                  <a:pt x="453" y="33"/>
                </a:lnTo>
                <a:lnTo>
                  <a:pt x="453" y="34"/>
                </a:lnTo>
                <a:lnTo>
                  <a:pt x="453" y="35"/>
                </a:lnTo>
                <a:lnTo>
                  <a:pt x="454" y="36"/>
                </a:lnTo>
                <a:lnTo>
                  <a:pt x="455" y="36"/>
                </a:lnTo>
                <a:lnTo>
                  <a:pt x="456" y="36"/>
                </a:lnTo>
                <a:lnTo>
                  <a:pt x="457" y="37"/>
                </a:lnTo>
                <a:lnTo>
                  <a:pt x="458" y="37"/>
                </a:lnTo>
                <a:lnTo>
                  <a:pt x="457" y="38"/>
                </a:lnTo>
                <a:lnTo>
                  <a:pt x="458" y="39"/>
                </a:lnTo>
                <a:lnTo>
                  <a:pt x="458" y="40"/>
                </a:lnTo>
                <a:lnTo>
                  <a:pt x="457" y="40"/>
                </a:lnTo>
                <a:lnTo>
                  <a:pt x="457" y="41"/>
                </a:lnTo>
                <a:lnTo>
                  <a:pt x="456" y="41"/>
                </a:lnTo>
                <a:lnTo>
                  <a:pt x="455" y="42"/>
                </a:lnTo>
                <a:lnTo>
                  <a:pt x="455" y="41"/>
                </a:lnTo>
                <a:lnTo>
                  <a:pt x="454" y="42"/>
                </a:lnTo>
                <a:lnTo>
                  <a:pt x="453" y="42"/>
                </a:lnTo>
                <a:lnTo>
                  <a:pt x="452" y="42"/>
                </a:lnTo>
                <a:lnTo>
                  <a:pt x="452" y="43"/>
                </a:lnTo>
                <a:lnTo>
                  <a:pt x="452" y="42"/>
                </a:lnTo>
                <a:lnTo>
                  <a:pt x="451" y="42"/>
                </a:lnTo>
                <a:lnTo>
                  <a:pt x="451" y="43"/>
                </a:lnTo>
                <a:lnTo>
                  <a:pt x="451" y="44"/>
                </a:lnTo>
                <a:lnTo>
                  <a:pt x="450" y="45"/>
                </a:lnTo>
                <a:lnTo>
                  <a:pt x="449" y="45"/>
                </a:lnTo>
                <a:lnTo>
                  <a:pt x="448" y="45"/>
                </a:lnTo>
                <a:lnTo>
                  <a:pt x="447" y="45"/>
                </a:lnTo>
                <a:lnTo>
                  <a:pt x="446" y="45"/>
                </a:lnTo>
                <a:lnTo>
                  <a:pt x="446" y="44"/>
                </a:lnTo>
                <a:lnTo>
                  <a:pt x="445" y="44"/>
                </a:lnTo>
                <a:lnTo>
                  <a:pt x="445" y="45"/>
                </a:lnTo>
                <a:lnTo>
                  <a:pt x="444" y="44"/>
                </a:lnTo>
                <a:lnTo>
                  <a:pt x="443" y="44"/>
                </a:lnTo>
                <a:lnTo>
                  <a:pt x="442" y="44"/>
                </a:lnTo>
                <a:lnTo>
                  <a:pt x="441" y="45"/>
                </a:lnTo>
                <a:lnTo>
                  <a:pt x="441" y="46"/>
                </a:lnTo>
                <a:lnTo>
                  <a:pt x="440" y="47"/>
                </a:lnTo>
                <a:lnTo>
                  <a:pt x="440" y="48"/>
                </a:lnTo>
                <a:lnTo>
                  <a:pt x="440" y="49"/>
                </a:lnTo>
                <a:lnTo>
                  <a:pt x="440" y="50"/>
                </a:lnTo>
                <a:lnTo>
                  <a:pt x="439" y="50"/>
                </a:lnTo>
                <a:lnTo>
                  <a:pt x="439" y="51"/>
                </a:lnTo>
                <a:lnTo>
                  <a:pt x="438" y="50"/>
                </a:lnTo>
                <a:lnTo>
                  <a:pt x="438" y="51"/>
                </a:lnTo>
                <a:lnTo>
                  <a:pt x="437" y="51"/>
                </a:lnTo>
                <a:lnTo>
                  <a:pt x="437" y="52"/>
                </a:lnTo>
                <a:lnTo>
                  <a:pt x="438" y="52"/>
                </a:lnTo>
                <a:lnTo>
                  <a:pt x="437" y="52"/>
                </a:lnTo>
                <a:lnTo>
                  <a:pt x="436" y="52"/>
                </a:lnTo>
                <a:lnTo>
                  <a:pt x="435" y="52"/>
                </a:lnTo>
                <a:lnTo>
                  <a:pt x="434" y="52"/>
                </a:lnTo>
                <a:lnTo>
                  <a:pt x="433" y="52"/>
                </a:lnTo>
                <a:lnTo>
                  <a:pt x="433" y="53"/>
                </a:lnTo>
                <a:lnTo>
                  <a:pt x="432" y="53"/>
                </a:lnTo>
                <a:lnTo>
                  <a:pt x="432" y="54"/>
                </a:lnTo>
                <a:lnTo>
                  <a:pt x="433" y="54"/>
                </a:lnTo>
                <a:lnTo>
                  <a:pt x="432" y="55"/>
                </a:lnTo>
                <a:lnTo>
                  <a:pt x="431" y="55"/>
                </a:lnTo>
                <a:lnTo>
                  <a:pt x="431" y="56"/>
                </a:lnTo>
                <a:lnTo>
                  <a:pt x="430" y="56"/>
                </a:lnTo>
                <a:lnTo>
                  <a:pt x="430" y="55"/>
                </a:lnTo>
                <a:lnTo>
                  <a:pt x="429" y="56"/>
                </a:lnTo>
                <a:lnTo>
                  <a:pt x="429" y="57"/>
                </a:lnTo>
                <a:lnTo>
                  <a:pt x="429" y="56"/>
                </a:lnTo>
                <a:lnTo>
                  <a:pt x="430" y="57"/>
                </a:lnTo>
                <a:lnTo>
                  <a:pt x="429" y="57"/>
                </a:lnTo>
                <a:lnTo>
                  <a:pt x="428" y="57"/>
                </a:lnTo>
                <a:lnTo>
                  <a:pt x="427" y="57"/>
                </a:lnTo>
                <a:lnTo>
                  <a:pt x="427" y="58"/>
                </a:lnTo>
                <a:lnTo>
                  <a:pt x="427" y="59"/>
                </a:lnTo>
                <a:lnTo>
                  <a:pt x="427" y="60"/>
                </a:lnTo>
                <a:lnTo>
                  <a:pt x="427" y="61"/>
                </a:lnTo>
                <a:lnTo>
                  <a:pt x="426" y="61"/>
                </a:lnTo>
                <a:lnTo>
                  <a:pt x="426" y="62"/>
                </a:lnTo>
                <a:lnTo>
                  <a:pt x="427" y="62"/>
                </a:lnTo>
                <a:lnTo>
                  <a:pt x="427" y="63"/>
                </a:lnTo>
                <a:lnTo>
                  <a:pt x="428" y="63"/>
                </a:lnTo>
                <a:lnTo>
                  <a:pt x="428" y="64"/>
                </a:lnTo>
                <a:lnTo>
                  <a:pt x="428" y="65"/>
                </a:lnTo>
                <a:lnTo>
                  <a:pt x="427" y="66"/>
                </a:lnTo>
                <a:lnTo>
                  <a:pt x="426" y="67"/>
                </a:lnTo>
                <a:lnTo>
                  <a:pt x="425" y="67"/>
                </a:lnTo>
                <a:lnTo>
                  <a:pt x="425" y="68"/>
                </a:lnTo>
                <a:lnTo>
                  <a:pt x="424" y="68"/>
                </a:lnTo>
                <a:lnTo>
                  <a:pt x="424" y="69"/>
                </a:lnTo>
                <a:lnTo>
                  <a:pt x="423" y="70"/>
                </a:lnTo>
                <a:lnTo>
                  <a:pt x="423" y="71"/>
                </a:lnTo>
                <a:lnTo>
                  <a:pt x="422" y="71"/>
                </a:lnTo>
                <a:lnTo>
                  <a:pt x="422" y="72"/>
                </a:lnTo>
                <a:lnTo>
                  <a:pt x="422" y="73"/>
                </a:lnTo>
                <a:lnTo>
                  <a:pt x="423" y="73"/>
                </a:lnTo>
                <a:lnTo>
                  <a:pt x="422" y="74"/>
                </a:lnTo>
                <a:lnTo>
                  <a:pt x="421" y="74"/>
                </a:lnTo>
                <a:lnTo>
                  <a:pt x="421" y="75"/>
                </a:lnTo>
                <a:lnTo>
                  <a:pt x="422" y="76"/>
                </a:lnTo>
                <a:lnTo>
                  <a:pt x="422" y="77"/>
                </a:lnTo>
                <a:lnTo>
                  <a:pt x="422" y="78"/>
                </a:lnTo>
                <a:lnTo>
                  <a:pt x="421" y="78"/>
                </a:lnTo>
                <a:lnTo>
                  <a:pt x="421" y="79"/>
                </a:lnTo>
                <a:lnTo>
                  <a:pt x="420" y="79"/>
                </a:lnTo>
                <a:lnTo>
                  <a:pt x="419" y="80"/>
                </a:lnTo>
                <a:lnTo>
                  <a:pt x="418" y="80"/>
                </a:lnTo>
                <a:lnTo>
                  <a:pt x="417" y="80"/>
                </a:lnTo>
                <a:lnTo>
                  <a:pt x="417" y="81"/>
                </a:lnTo>
                <a:lnTo>
                  <a:pt x="416" y="81"/>
                </a:lnTo>
                <a:lnTo>
                  <a:pt x="416" y="82"/>
                </a:lnTo>
                <a:lnTo>
                  <a:pt x="416" y="83"/>
                </a:lnTo>
                <a:lnTo>
                  <a:pt x="415" y="83"/>
                </a:lnTo>
                <a:lnTo>
                  <a:pt x="415" y="84"/>
                </a:lnTo>
                <a:lnTo>
                  <a:pt x="414" y="84"/>
                </a:lnTo>
                <a:lnTo>
                  <a:pt x="414" y="83"/>
                </a:lnTo>
                <a:lnTo>
                  <a:pt x="413" y="83"/>
                </a:lnTo>
                <a:lnTo>
                  <a:pt x="412" y="83"/>
                </a:lnTo>
                <a:lnTo>
                  <a:pt x="411" y="84"/>
                </a:lnTo>
                <a:lnTo>
                  <a:pt x="410" y="84"/>
                </a:lnTo>
                <a:lnTo>
                  <a:pt x="409" y="85"/>
                </a:lnTo>
                <a:lnTo>
                  <a:pt x="409" y="84"/>
                </a:lnTo>
                <a:lnTo>
                  <a:pt x="408" y="84"/>
                </a:lnTo>
                <a:lnTo>
                  <a:pt x="407" y="84"/>
                </a:lnTo>
                <a:lnTo>
                  <a:pt x="406" y="84"/>
                </a:lnTo>
                <a:lnTo>
                  <a:pt x="406" y="85"/>
                </a:lnTo>
                <a:lnTo>
                  <a:pt x="407" y="85"/>
                </a:lnTo>
                <a:lnTo>
                  <a:pt x="407" y="86"/>
                </a:lnTo>
                <a:lnTo>
                  <a:pt x="408" y="87"/>
                </a:lnTo>
                <a:lnTo>
                  <a:pt x="408" y="88"/>
                </a:lnTo>
                <a:lnTo>
                  <a:pt x="408" y="87"/>
                </a:lnTo>
                <a:lnTo>
                  <a:pt x="407" y="87"/>
                </a:lnTo>
                <a:lnTo>
                  <a:pt x="407" y="88"/>
                </a:lnTo>
                <a:lnTo>
                  <a:pt x="407" y="89"/>
                </a:lnTo>
                <a:lnTo>
                  <a:pt x="408" y="89"/>
                </a:lnTo>
                <a:lnTo>
                  <a:pt x="408" y="88"/>
                </a:lnTo>
                <a:lnTo>
                  <a:pt x="409" y="88"/>
                </a:lnTo>
                <a:lnTo>
                  <a:pt x="410" y="88"/>
                </a:lnTo>
                <a:lnTo>
                  <a:pt x="410" y="89"/>
                </a:lnTo>
                <a:lnTo>
                  <a:pt x="411" y="89"/>
                </a:lnTo>
                <a:lnTo>
                  <a:pt x="412" y="90"/>
                </a:lnTo>
                <a:lnTo>
                  <a:pt x="413" y="89"/>
                </a:lnTo>
                <a:lnTo>
                  <a:pt x="414" y="89"/>
                </a:lnTo>
                <a:lnTo>
                  <a:pt x="415" y="89"/>
                </a:lnTo>
                <a:lnTo>
                  <a:pt x="415" y="90"/>
                </a:lnTo>
                <a:lnTo>
                  <a:pt x="416" y="90"/>
                </a:lnTo>
                <a:lnTo>
                  <a:pt x="417" y="91"/>
                </a:lnTo>
                <a:lnTo>
                  <a:pt x="417" y="92"/>
                </a:lnTo>
                <a:lnTo>
                  <a:pt x="417" y="94"/>
                </a:lnTo>
                <a:lnTo>
                  <a:pt x="418" y="94"/>
                </a:lnTo>
                <a:lnTo>
                  <a:pt x="418" y="95"/>
                </a:lnTo>
                <a:lnTo>
                  <a:pt x="418" y="96"/>
                </a:lnTo>
                <a:lnTo>
                  <a:pt x="419" y="96"/>
                </a:lnTo>
                <a:lnTo>
                  <a:pt x="420" y="96"/>
                </a:lnTo>
                <a:lnTo>
                  <a:pt x="421" y="96"/>
                </a:lnTo>
                <a:lnTo>
                  <a:pt x="422" y="95"/>
                </a:lnTo>
                <a:lnTo>
                  <a:pt x="423" y="96"/>
                </a:lnTo>
                <a:lnTo>
                  <a:pt x="422" y="96"/>
                </a:lnTo>
                <a:lnTo>
                  <a:pt x="423" y="96"/>
                </a:lnTo>
                <a:lnTo>
                  <a:pt x="423" y="95"/>
                </a:lnTo>
                <a:lnTo>
                  <a:pt x="422" y="95"/>
                </a:lnTo>
                <a:lnTo>
                  <a:pt x="423" y="94"/>
                </a:lnTo>
                <a:lnTo>
                  <a:pt x="423" y="95"/>
                </a:lnTo>
                <a:lnTo>
                  <a:pt x="424" y="95"/>
                </a:lnTo>
                <a:lnTo>
                  <a:pt x="424" y="96"/>
                </a:lnTo>
                <a:lnTo>
                  <a:pt x="425" y="96"/>
                </a:lnTo>
                <a:lnTo>
                  <a:pt x="425" y="97"/>
                </a:lnTo>
                <a:lnTo>
                  <a:pt x="425" y="98"/>
                </a:lnTo>
                <a:lnTo>
                  <a:pt x="426" y="97"/>
                </a:lnTo>
                <a:lnTo>
                  <a:pt x="427" y="97"/>
                </a:lnTo>
                <a:lnTo>
                  <a:pt x="426" y="98"/>
                </a:lnTo>
                <a:lnTo>
                  <a:pt x="426" y="99"/>
                </a:lnTo>
                <a:lnTo>
                  <a:pt x="426" y="100"/>
                </a:lnTo>
                <a:lnTo>
                  <a:pt x="427" y="100"/>
                </a:lnTo>
                <a:lnTo>
                  <a:pt x="428" y="101"/>
                </a:lnTo>
                <a:lnTo>
                  <a:pt x="428" y="102"/>
                </a:lnTo>
                <a:lnTo>
                  <a:pt x="428" y="103"/>
                </a:lnTo>
                <a:lnTo>
                  <a:pt x="428" y="104"/>
                </a:lnTo>
                <a:lnTo>
                  <a:pt x="428" y="103"/>
                </a:lnTo>
                <a:lnTo>
                  <a:pt x="428" y="104"/>
                </a:lnTo>
                <a:lnTo>
                  <a:pt x="429" y="104"/>
                </a:lnTo>
                <a:lnTo>
                  <a:pt x="430" y="104"/>
                </a:lnTo>
                <a:lnTo>
                  <a:pt x="430" y="105"/>
                </a:lnTo>
                <a:lnTo>
                  <a:pt x="431" y="104"/>
                </a:lnTo>
                <a:lnTo>
                  <a:pt x="432" y="104"/>
                </a:lnTo>
                <a:lnTo>
                  <a:pt x="432" y="103"/>
                </a:lnTo>
                <a:lnTo>
                  <a:pt x="433" y="103"/>
                </a:lnTo>
                <a:lnTo>
                  <a:pt x="434" y="103"/>
                </a:lnTo>
                <a:lnTo>
                  <a:pt x="434" y="102"/>
                </a:lnTo>
                <a:lnTo>
                  <a:pt x="434" y="101"/>
                </a:lnTo>
                <a:lnTo>
                  <a:pt x="435" y="101"/>
                </a:lnTo>
                <a:lnTo>
                  <a:pt x="436" y="100"/>
                </a:lnTo>
                <a:lnTo>
                  <a:pt x="437" y="99"/>
                </a:lnTo>
                <a:lnTo>
                  <a:pt x="438" y="99"/>
                </a:lnTo>
                <a:lnTo>
                  <a:pt x="439" y="98"/>
                </a:lnTo>
                <a:lnTo>
                  <a:pt x="440" y="98"/>
                </a:lnTo>
                <a:lnTo>
                  <a:pt x="440" y="99"/>
                </a:lnTo>
                <a:lnTo>
                  <a:pt x="441" y="99"/>
                </a:lnTo>
                <a:lnTo>
                  <a:pt x="442" y="100"/>
                </a:lnTo>
                <a:lnTo>
                  <a:pt x="442" y="99"/>
                </a:lnTo>
                <a:lnTo>
                  <a:pt x="443" y="99"/>
                </a:lnTo>
                <a:lnTo>
                  <a:pt x="444" y="100"/>
                </a:lnTo>
                <a:lnTo>
                  <a:pt x="445" y="100"/>
                </a:lnTo>
                <a:lnTo>
                  <a:pt x="445" y="99"/>
                </a:lnTo>
                <a:lnTo>
                  <a:pt x="445" y="98"/>
                </a:lnTo>
                <a:lnTo>
                  <a:pt x="446" y="97"/>
                </a:lnTo>
                <a:lnTo>
                  <a:pt x="447" y="96"/>
                </a:lnTo>
                <a:lnTo>
                  <a:pt x="448" y="96"/>
                </a:lnTo>
                <a:lnTo>
                  <a:pt x="448" y="97"/>
                </a:lnTo>
                <a:lnTo>
                  <a:pt x="449" y="97"/>
                </a:lnTo>
                <a:lnTo>
                  <a:pt x="449" y="96"/>
                </a:lnTo>
                <a:lnTo>
                  <a:pt x="450" y="96"/>
                </a:lnTo>
                <a:lnTo>
                  <a:pt x="451" y="96"/>
                </a:lnTo>
                <a:lnTo>
                  <a:pt x="451" y="95"/>
                </a:lnTo>
                <a:lnTo>
                  <a:pt x="451" y="96"/>
                </a:lnTo>
                <a:lnTo>
                  <a:pt x="452" y="96"/>
                </a:lnTo>
                <a:lnTo>
                  <a:pt x="452" y="97"/>
                </a:lnTo>
                <a:lnTo>
                  <a:pt x="452" y="98"/>
                </a:lnTo>
                <a:lnTo>
                  <a:pt x="452" y="99"/>
                </a:lnTo>
                <a:lnTo>
                  <a:pt x="453" y="99"/>
                </a:lnTo>
                <a:lnTo>
                  <a:pt x="453" y="100"/>
                </a:lnTo>
                <a:lnTo>
                  <a:pt x="454" y="100"/>
                </a:lnTo>
                <a:lnTo>
                  <a:pt x="455" y="100"/>
                </a:lnTo>
                <a:lnTo>
                  <a:pt x="455" y="101"/>
                </a:lnTo>
                <a:lnTo>
                  <a:pt x="455" y="100"/>
                </a:lnTo>
                <a:lnTo>
                  <a:pt x="455" y="99"/>
                </a:lnTo>
                <a:lnTo>
                  <a:pt x="456" y="99"/>
                </a:lnTo>
                <a:lnTo>
                  <a:pt x="456" y="98"/>
                </a:lnTo>
                <a:lnTo>
                  <a:pt x="457" y="98"/>
                </a:lnTo>
                <a:lnTo>
                  <a:pt x="457" y="99"/>
                </a:lnTo>
                <a:lnTo>
                  <a:pt x="457" y="98"/>
                </a:lnTo>
                <a:lnTo>
                  <a:pt x="458" y="97"/>
                </a:lnTo>
                <a:lnTo>
                  <a:pt x="458" y="96"/>
                </a:lnTo>
                <a:lnTo>
                  <a:pt x="457" y="96"/>
                </a:lnTo>
                <a:lnTo>
                  <a:pt x="458" y="95"/>
                </a:lnTo>
                <a:lnTo>
                  <a:pt x="457" y="95"/>
                </a:lnTo>
                <a:lnTo>
                  <a:pt x="457" y="94"/>
                </a:lnTo>
                <a:lnTo>
                  <a:pt x="457" y="93"/>
                </a:lnTo>
                <a:lnTo>
                  <a:pt x="457" y="92"/>
                </a:lnTo>
                <a:lnTo>
                  <a:pt x="458" y="92"/>
                </a:lnTo>
                <a:lnTo>
                  <a:pt x="459" y="92"/>
                </a:lnTo>
                <a:lnTo>
                  <a:pt x="460" y="92"/>
                </a:lnTo>
                <a:lnTo>
                  <a:pt x="460" y="93"/>
                </a:lnTo>
                <a:lnTo>
                  <a:pt x="461" y="93"/>
                </a:lnTo>
                <a:lnTo>
                  <a:pt x="462" y="93"/>
                </a:lnTo>
                <a:lnTo>
                  <a:pt x="462" y="92"/>
                </a:lnTo>
                <a:lnTo>
                  <a:pt x="461" y="92"/>
                </a:lnTo>
                <a:lnTo>
                  <a:pt x="462" y="92"/>
                </a:lnTo>
                <a:lnTo>
                  <a:pt x="463" y="93"/>
                </a:lnTo>
                <a:lnTo>
                  <a:pt x="464" y="93"/>
                </a:lnTo>
                <a:lnTo>
                  <a:pt x="464" y="94"/>
                </a:lnTo>
                <a:lnTo>
                  <a:pt x="465" y="94"/>
                </a:lnTo>
                <a:lnTo>
                  <a:pt x="466" y="95"/>
                </a:lnTo>
                <a:lnTo>
                  <a:pt x="466" y="94"/>
                </a:lnTo>
                <a:lnTo>
                  <a:pt x="467" y="94"/>
                </a:lnTo>
                <a:lnTo>
                  <a:pt x="467" y="93"/>
                </a:lnTo>
                <a:lnTo>
                  <a:pt x="468" y="93"/>
                </a:lnTo>
                <a:lnTo>
                  <a:pt x="468" y="94"/>
                </a:lnTo>
                <a:lnTo>
                  <a:pt x="469" y="94"/>
                </a:lnTo>
                <a:lnTo>
                  <a:pt x="468" y="95"/>
                </a:lnTo>
                <a:lnTo>
                  <a:pt x="469" y="96"/>
                </a:lnTo>
                <a:lnTo>
                  <a:pt x="469" y="97"/>
                </a:lnTo>
                <a:lnTo>
                  <a:pt x="470" y="97"/>
                </a:lnTo>
                <a:lnTo>
                  <a:pt x="471" y="97"/>
                </a:lnTo>
                <a:lnTo>
                  <a:pt x="471" y="96"/>
                </a:lnTo>
                <a:lnTo>
                  <a:pt x="471" y="95"/>
                </a:lnTo>
                <a:lnTo>
                  <a:pt x="472" y="95"/>
                </a:lnTo>
                <a:lnTo>
                  <a:pt x="472" y="94"/>
                </a:lnTo>
                <a:lnTo>
                  <a:pt x="472" y="93"/>
                </a:lnTo>
                <a:lnTo>
                  <a:pt x="473" y="93"/>
                </a:lnTo>
                <a:lnTo>
                  <a:pt x="473" y="92"/>
                </a:lnTo>
                <a:lnTo>
                  <a:pt x="472" y="92"/>
                </a:lnTo>
                <a:lnTo>
                  <a:pt x="472" y="91"/>
                </a:lnTo>
                <a:lnTo>
                  <a:pt x="473" y="91"/>
                </a:lnTo>
                <a:lnTo>
                  <a:pt x="473" y="90"/>
                </a:lnTo>
                <a:lnTo>
                  <a:pt x="473" y="89"/>
                </a:lnTo>
                <a:lnTo>
                  <a:pt x="473" y="88"/>
                </a:lnTo>
                <a:lnTo>
                  <a:pt x="473" y="87"/>
                </a:lnTo>
                <a:lnTo>
                  <a:pt x="474" y="87"/>
                </a:lnTo>
                <a:lnTo>
                  <a:pt x="475" y="87"/>
                </a:lnTo>
                <a:lnTo>
                  <a:pt x="476" y="87"/>
                </a:lnTo>
                <a:lnTo>
                  <a:pt x="475" y="88"/>
                </a:lnTo>
                <a:lnTo>
                  <a:pt x="476" y="88"/>
                </a:lnTo>
                <a:lnTo>
                  <a:pt x="477" y="88"/>
                </a:lnTo>
                <a:lnTo>
                  <a:pt x="478" y="88"/>
                </a:lnTo>
                <a:lnTo>
                  <a:pt x="478" y="87"/>
                </a:lnTo>
                <a:lnTo>
                  <a:pt x="479" y="86"/>
                </a:lnTo>
                <a:lnTo>
                  <a:pt x="480" y="86"/>
                </a:lnTo>
                <a:lnTo>
                  <a:pt x="481" y="86"/>
                </a:lnTo>
                <a:lnTo>
                  <a:pt x="482" y="85"/>
                </a:lnTo>
                <a:lnTo>
                  <a:pt x="482" y="86"/>
                </a:lnTo>
                <a:lnTo>
                  <a:pt x="483" y="86"/>
                </a:lnTo>
                <a:lnTo>
                  <a:pt x="483" y="87"/>
                </a:lnTo>
                <a:lnTo>
                  <a:pt x="484" y="87"/>
                </a:lnTo>
                <a:lnTo>
                  <a:pt x="484" y="86"/>
                </a:lnTo>
                <a:lnTo>
                  <a:pt x="485" y="85"/>
                </a:lnTo>
                <a:lnTo>
                  <a:pt x="485" y="84"/>
                </a:lnTo>
                <a:lnTo>
                  <a:pt x="486" y="84"/>
                </a:lnTo>
                <a:lnTo>
                  <a:pt x="485" y="84"/>
                </a:lnTo>
                <a:lnTo>
                  <a:pt x="485" y="83"/>
                </a:lnTo>
                <a:lnTo>
                  <a:pt x="486" y="83"/>
                </a:lnTo>
                <a:lnTo>
                  <a:pt x="486" y="82"/>
                </a:lnTo>
                <a:lnTo>
                  <a:pt x="486" y="83"/>
                </a:lnTo>
                <a:lnTo>
                  <a:pt x="487" y="83"/>
                </a:lnTo>
                <a:lnTo>
                  <a:pt x="488" y="83"/>
                </a:lnTo>
                <a:lnTo>
                  <a:pt x="489" y="84"/>
                </a:lnTo>
                <a:lnTo>
                  <a:pt x="489" y="85"/>
                </a:lnTo>
                <a:lnTo>
                  <a:pt x="490" y="86"/>
                </a:lnTo>
                <a:lnTo>
                  <a:pt x="491" y="86"/>
                </a:lnTo>
                <a:lnTo>
                  <a:pt x="491" y="87"/>
                </a:lnTo>
                <a:lnTo>
                  <a:pt x="491" y="86"/>
                </a:lnTo>
                <a:lnTo>
                  <a:pt x="492" y="86"/>
                </a:lnTo>
                <a:lnTo>
                  <a:pt x="492" y="87"/>
                </a:lnTo>
                <a:lnTo>
                  <a:pt x="493" y="87"/>
                </a:lnTo>
                <a:lnTo>
                  <a:pt x="493" y="86"/>
                </a:lnTo>
                <a:lnTo>
                  <a:pt x="492" y="86"/>
                </a:lnTo>
                <a:lnTo>
                  <a:pt x="493" y="85"/>
                </a:lnTo>
                <a:lnTo>
                  <a:pt x="494" y="85"/>
                </a:lnTo>
                <a:lnTo>
                  <a:pt x="494" y="84"/>
                </a:lnTo>
                <a:lnTo>
                  <a:pt x="495" y="84"/>
                </a:lnTo>
                <a:lnTo>
                  <a:pt x="496" y="84"/>
                </a:lnTo>
                <a:lnTo>
                  <a:pt x="497" y="84"/>
                </a:lnTo>
                <a:lnTo>
                  <a:pt x="498" y="84"/>
                </a:lnTo>
                <a:lnTo>
                  <a:pt x="499" y="84"/>
                </a:lnTo>
                <a:lnTo>
                  <a:pt x="498" y="84"/>
                </a:lnTo>
                <a:lnTo>
                  <a:pt x="498" y="83"/>
                </a:lnTo>
                <a:lnTo>
                  <a:pt x="498" y="82"/>
                </a:lnTo>
                <a:lnTo>
                  <a:pt x="499" y="82"/>
                </a:lnTo>
                <a:lnTo>
                  <a:pt x="500" y="82"/>
                </a:lnTo>
                <a:lnTo>
                  <a:pt x="500" y="81"/>
                </a:lnTo>
                <a:lnTo>
                  <a:pt x="501" y="81"/>
                </a:lnTo>
                <a:lnTo>
                  <a:pt x="502" y="81"/>
                </a:lnTo>
                <a:lnTo>
                  <a:pt x="503" y="81"/>
                </a:lnTo>
                <a:lnTo>
                  <a:pt x="503" y="80"/>
                </a:lnTo>
                <a:lnTo>
                  <a:pt x="504" y="80"/>
                </a:lnTo>
                <a:lnTo>
                  <a:pt x="505" y="80"/>
                </a:lnTo>
                <a:lnTo>
                  <a:pt x="505" y="79"/>
                </a:lnTo>
                <a:lnTo>
                  <a:pt x="506" y="79"/>
                </a:lnTo>
                <a:lnTo>
                  <a:pt x="506" y="78"/>
                </a:lnTo>
                <a:lnTo>
                  <a:pt x="507" y="78"/>
                </a:lnTo>
                <a:lnTo>
                  <a:pt x="508" y="77"/>
                </a:lnTo>
                <a:lnTo>
                  <a:pt x="509" y="77"/>
                </a:lnTo>
                <a:lnTo>
                  <a:pt x="510" y="78"/>
                </a:lnTo>
                <a:lnTo>
                  <a:pt x="511" y="78"/>
                </a:lnTo>
                <a:lnTo>
                  <a:pt x="512" y="78"/>
                </a:lnTo>
                <a:lnTo>
                  <a:pt x="513" y="79"/>
                </a:lnTo>
                <a:lnTo>
                  <a:pt x="514" y="80"/>
                </a:lnTo>
                <a:lnTo>
                  <a:pt x="514" y="79"/>
                </a:lnTo>
                <a:lnTo>
                  <a:pt x="514" y="78"/>
                </a:lnTo>
                <a:lnTo>
                  <a:pt x="514" y="77"/>
                </a:lnTo>
                <a:lnTo>
                  <a:pt x="514" y="76"/>
                </a:lnTo>
                <a:lnTo>
                  <a:pt x="515" y="76"/>
                </a:lnTo>
                <a:lnTo>
                  <a:pt x="516" y="76"/>
                </a:lnTo>
                <a:lnTo>
                  <a:pt x="517" y="75"/>
                </a:lnTo>
                <a:lnTo>
                  <a:pt x="518" y="74"/>
                </a:lnTo>
                <a:lnTo>
                  <a:pt x="519" y="74"/>
                </a:lnTo>
                <a:lnTo>
                  <a:pt x="519" y="75"/>
                </a:lnTo>
                <a:lnTo>
                  <a:pt x="520" y="75"/>
                </a:lnTo>
                <a:lnTo>
                  <a:pt x="521" y="75"/>
                </a:lnTo>
                <a:lnTo>
                  <a:pt x="521" y="76"/>
                </a:lnTo>
                <a:lnTo>
                  <a:pt x="522" y="76"/>
                </a:lnTo>
                <a:lnTo>
                  <a:pt x="522" y="77"/>
                </a:lnTo>
                <a:lnTo>
                  <a:pt x="523" y="77"/>
                </a:lnTo>
                <a:lnTo>
                  <a:pt x="523" y="76"/>
                </a:lnTo>
                <a:lnTo>
                  <a:pt x="524" y="77"/>
                </a:lnTo>
                <a:lnTo>
                  <a:pt x="525" y="78"/>
                </a:lnTo>
                <a:lnTo>
                  <a:pt x="525" y="79"/>
                </a:lnTo>
                <a:lnTo>
                  <a:pt x="526" y="79"/>
                </a:lnTo>
                <a:lnTo>
                  <a:pt x="526" y="80"/>
                </a:lnTo>
                <a:lnTo>
                  <a:pt x="527" y="80"/>
                </a:lnTo>
                <a:lnTo>
                  <a:pt x="527" y="81"/>
                </a:lnTo>
                <a:lnTo>
                  <a:pt x="527" y="82"/>
                </a:lnTo>
                <a:lnTo>
                  <a:pt x="528" y="82"/>
                </a:lnTo>
                <a:lnTo>
                  <a:pt x="529" y="82"/>
                </a:lnTo>
                <a:lnTo>
                  <a:pt x="529" y="83"/>
                </a:lnTo>
                <a:lnTo>
                  <a:pt x="528" y="83"/>
                </a:lnTo>
                <a:lnTo>
                  <a:pt x="529" y="83"/>
                </a:lnTo>
                <a:lnTo>
                  <a:pt x="529" y="84"/>
                </a:lnTo>
                <a:lnTo>
                  <a:pt x="530" y="84"/>
                </a:lnTo>
                <a:lnTo>
                  <a:pt x="531" y="85"/>
                </a:lnTo>
                <a:lnTo>
                  <a:pt x="531" y="86"/>
                </a:lnTo>
                <a:lnTo>
                  <a:pt x="531" y="87"/>
                </a:lnTo>
                <a:lnTo>
                  <a:pt x="532" y="87"/>
                </a:lnTo>
                <a:lnTo>
                  <a:pt x="532" y="88"/>
                </a:lnTo>
                <a:lnTo>
                  <a:pt x="532" y="89"/>
                </a:lnTo>
                <a:lnTo>
                  <a:pt x="532" y="90"/>
                </a:lnTo>
                <a:lnTo>
                  <a:pt x="533" y="90"/>
                </a:lnTo>
                <a:lnTo>
                  <a:pt x="533" y="91"/>
                </a:lnTo>
                <a:lnTo>
                  <a:pt x="533" y="92"/>
                </a:lnTo>
                <a:lnTo>
                  <a:pt x="534" y="92"/>
                </a:lnTo>
                <a:lnTo>
                  <a:pt x="535" y="92"/>
                </a:lnTo>
                <a:lnTo>
                  <a:pt x="536" y="91"/>
                </a:lnTo>
                <a:lnTo>
                  <a:pt x="537" y="91"/>
                </a:lnTo>
                <a:lnTo>
                  <a:pt x="537" y="92"/>
                </a:lnTo>
                <a:lnTo>
                  <a:pt x="538" y="91"/>
                </a:lnTo>
                <a:lnTo>
                  <a:pt x="538" y="92"/>
                </a:lnTo>
                <a:lnTo>
                  <a:pt x="539" y="92"/>
                </a:lnTo>
                <a:lnTo>
                  <a:pt x="540" y="92"/>
                </a:lnTo>
                <a:lnTo>
                  <a:pt x="541" y="93"/>
                </a:lnTo>
                <a:lnTo>
                  <a:pt x="542" y="93"/>
                </a:lnTo>
                <a:lnTo>
                  <a:pt x="542" y="94"/>
                </a:lnTo>
                <a:lnTo>
                  <a:pt x="543" y="94"/>
                </a:lnTo>
                <a:lnTo>
                  <a:pt x="543" y="95"/>
                </a:lnTo>
                <a:lnTo>
                  <a:pt x="543" y="96"/>
                </a:lnTo>
                <a:lnTo>
                  <a:pt x="543" y="97"/>
                </a:lnTo>
                <a:lnTo>
                  <a:pt x="542" y="97"/>
                </a:lnTo>
                <a:lnTo>
                  <a:pt x="542" y="98"/>
                </a:lnTo>
                <a:lnTo>
                  <a:pt x="543" y="98"/>
                </a:lnTo>
                <a:lnTo>
                  <a:pt x="543" y="99"/>
                </a:lnTo>
                <a:lnTo>
                  <a:pt x="544" y="99"/>
                </a:lnTo>
                <a:lnTo>
                  <a:pt x="545" y="99"/>
                </a:lnTo>
                <a:lnTo>
                  <a:pt x="545" y="100"/>
                </a:lnTo>
                <a:lnTo>
                  <a:pt x="546" y="100"/>
                </a:lnTo>
                <a:lnTo>
                  <a:pt x="547" y="99"/>
                </a:lnTo>
                <a:lnTo>
                  <a:pt x="548" y="99"/>
                </a:lnTo>
                <a:lnTo>
                  <a:pt x="548" y="100"/>
                </a:lnTo>
                <a:lnTo>
                  <a:pt x="549" y="99"/>
                </a:lnTo>
                <a:lnTo>
                  <a:pt x="550" y="99"/>
                </a:lnTo>
                <a:lnTo>
                  <a:pt x="550" y="98"/>
                </a:lnTo>
                <a:lnTo>
                  <a:pt x="551" y="98"/>
                </a:lnTo>
                <a:lnTo>
                  <a:pt x="551" y="97"/>
                </a:lnTo>
                <a:lnTo>
                  <a:pt x="551" y="98"/>
                </a:lnTo>
                <a:lnTo>
                  <a:pt x="552" y="97"/>
                </a:lnTo>
                <a:lnTo>
                  <a:pt x="553" y="96"/>
                </a:lnTo>
                <a:lnTo>
                  <a:pt x="552" y="97"/>
                </a:lnTo>
                <a:lnTo>
                  <a:pt x="553" y="97"/>
                </a:lnTo>
                <a:lnTo>
                  <a:pt x="554" y="98"/>
                </a:lnTo>
                <a:lnTo>
                  <a:pt x="554" y="97"/>
                </a:lnTo>
                <a:lnTo>
                  <a:pt x="555" y="97"/>
                </a:lnTo>
                <a:lnTo>
                  <a:pt x="556" y="98"/>
                </a:lnTo>
                <a:lnTo>
                  <a:pt x="556" y="97"/>
                </a:lnTo>
                <a:lnTo>
                  <a:pt x="557" y="97"/>
                </a:lnTo>
                <a:lnTo>
                  <a:pt x="558" y="97"/>
                </a:lnTo>
                <a:lnTo>
                  <a:pt x="558" y="96"/>
                </a:lnTo>
                <a:lnTo>
                  <a:pt x="557" y="96"/>
                </a:lnTo>
                <a:lnTo>
                  <a:pt x="557" y="95"/>
                </a:lnTo>
                <a:lnTo>
                  <a:pt x="557" y="94"/>
                </a:lnTo>
                <a:lnTo>
                  <a:pt x="556" y="94"/>
                </a:lnTo>
                <a:lnTo>
                  <a:pt x="555" y="94"/>
                </a:lnTo>
                <a:lnTo>
                  <a:pt x="555" y="93"/>
                </a:lnTo>
                <a:lnTo>
                  <a:pt x="555" y="92"/>
                </a:lnTo>
                <a:lnTo>
                  <a:pt x="554" y="92"/>
                </a:lnTo>
                <a:lnTo>
                  <a:pt x="554" y="91"/>
                </a:lnTo>
                <a:lnTo>
                  <a:pt x="553" y="91"/>
                </a:lnTo>
                <a:lnTo>
                  <a:pt x="553" y="90"/>
                </a:lnTo>
                <a:lnTo>
                  <a:pt x="552" y="90"/>
                </a:lnTo>
                <a:lnTo>
                  <a:pt x="552" y="89"/>
                </a:lnTo>
                <a:lnTo>
                  <a:pt x="553" y="89"/>
                </a:lnTo>
                <a:lnTo>
                  <a:pt x="552" y="88"/>
                </a:lnTo>
                <a:lnTo>
                  <a:pt x="552" y="87"/>
                </a:lnTo>
                <a:lnTo>
                  <a:pt x="551" y="87"/>
                </a:lnTo>
                <a:lnTo>
                  <a:pt x="550" y="87"/>
                </a:lnTo>
                <a:lnTo>
                  <a:pt x="550" y="86"/>
                </a:lnTo>
                <a:lnTo>
                  <a:pt x="551" y="86"/>
                </a:lnTo>
                <a:lnTo>
                  <a:pt x="552" y="86"/>
                </a:lnTo>
                <a:lnTo>
                  <a:pt x="553" y="86"/>
                </a:lnTo>
                <a:lnTo>
                  <a:pt x="553" y="85"/>
                </a:lnTo>
                <a:lnTo>
                  <a:pt x="554" y="85"/>
                </a:lnTo>
                <a:lnTo>
                  <a:pt x="554" y="84"/>
                </a:lnTo>
                <a:lnTo>
                  <a:pt x="554" y="83"/>
                </a:lnTo>
                <a:lnTo>
                  <a:pt x="553" y="83"/>
                </a:lnTo>
                <a:lnTo>
                  <a:pt x="552" y="83"/>
                </a:lnTo>
                <a:lnTo>
                  <a:pt x="551" y="82"/>
                </a:lnTo>
                <a:lnTo>
                  <a:pt x="551" y="81"/>
                </a:lnTo>
                <a:lnTo>
                  <a:pt x="550" y="80"/>
                </a:lnTo>
                <a:lnTo>
                  <a:pt x="549" y="80"/>
                </a:lnTo>
                <a:lnTo>
                  <a:pt x="549" y="79"/>
                </a:lnTo>
                <a:lnTo>
                  <a:pt x="550" y="78"/>
                </a:lnTo>
                <a:lnTo>
                  <a:pt x="550" y="77"/>
                </a:lnTo>
                <a:lnTo>
                  <a:pt x="551" y="76"/>
                </a:lnTo>
                <a:lnTo>
                  <a:pt x="551" y="75"/>
                </a:lnTo>
                <a:lnTo>
                  <a:pt x="550" y="74"/>
                </a:lnTo>
                <a:lnTo>
                  <a:pt x="551" y="73"/>
                </a:lnTo>
                <a:lnTo>
                  <a:pt x="551" y="71"/>
                </a:lnTo>
                <a:lnTo>
                  <a:pt x="552" y="71"/>
                </a:lnTo>
                <a:lnTo>
                  <a:pt x="552" y="70"/>
                </a:lnTo>
                <a:lnTo>
                  <a:pt x="551" y="70"/>
                </a:lnTo>
                <a:lnTo>
                  <a:pt x="552" y="69"/>
                </a:lnTo>
                <a:lnTo>
                  <a:pt x="552" y="70"/>
                </a:lnTo>
                <a:lnTo>
                  <a:pt x="553" y="69"/>
                </a:lnTo>
                <a:lnTo>
                  <a:pt x="552" y="69"/>
                </a:lnTo>
                <a:lnTo>
                  <a:pt x="552" y="68"/>
                </a:lnTo>
                <a:lnTo>
                  <a:pt x="553" y="67"/>
                </a:lnTo>
                <a:lnTo>
                  <a:pt x="552" y="67"/>
                </a:lnTo>
                <a:lnTo>
                  <a:pt x="553" y="67"/>
                </a:lnTo>
                <a:lnTo>
                  <a:pt x="554" y="67"/>
                </a:lnTo>
                <a:lnTo>
                  <a:pt x="554" y="66"/>
                </a:lnTo>
                <a:lnTo>
                  <a:pt x="554" y="65"/>
                </a:lnTo>
                <a:lnTo>
                  <a:pt x="554" y="64"/>
                </a:lnTo>
                <a:lnTo>
                  <a:pt x="554" y="63"/>
                </a:lnTo>
                <a:lnTo>
                  <a:pt x="555" y="63"/>
                </a:lnTo>
                <a:lnTo>
                  <a:pt x="555" y="62"/>
                </a:lnTo>
                <a:lnTo>
                  <a:pt x="556" y="62"/>
                </a:lnTo>
                <a:lnTo>
                  <a:pt x="557" y="62"/>
                </a:lnTo>
                <a:lnTo>
                  <a:pt x="558" y="63"/>
                </a:lnTo>
                <a:lnTo>
                  <a:pt x="558" y="64"/>
                </a:lnTo>
                <a:lnTo>
                  <a:pt x="559" y="64"/>
                </a:lnTo>
                <a:lnTo>
                  <a:pt x="559" y="65"/>
                </a:lnTo>
                <a:lnTo>
                  <a:pt x="559" y="66"/>
                </a:lnTo>
                <a:lnTo>
                  <a:pt x="559" y="67"/>
                </a:lnTo>
                <a:lnTo>
                  <a:pt x="560" y="66"/>
                </a:lnTo>
                <a:lnTo>
                  <a:pt x="561" y="66"/>
                </a:lnTo>
                <a:lnTo>
                  <a:pt x="562" y="66"/>
                </a:lnTo>
                <a:lnTo>
                  <a:pt x="563" y="65"/>
                </a:lnTo>
                <a:lnTo>
                  <a:pt x="563" y="64"/>
                </a:lnTo>
                <a:lnTo>
                  <a:pt x="562" y="64"/>
                </a:lnTo>
                <a:lnTo>
                  <a:pt x="562" y="63"/>
                </a:lnTo>
                <a:lnTo>
                  <a:pt x="561" y="63"/>
                </a:lnTo>
                <a:lnTo>
                  <a:pt x="561" y="62"/>
                </a:lnTo>
                <a:lnTo>
                  <a:pt x="561" y="61"/>
                </a:lnTo>
                <a:lnTo>
                  <a:pt x="561" y="60"/>
                </a:lnTo>
                <a:lnTo>
                  <a:pt x="561" y="59"/>
                </a:lnTo>
                <a:lnTo>
                  <a:pt x="562" y="59"/>
                </a:lnTo>
                <a:lnTo>
                  <a:pt x="563" y="59"/>
                </a:lnTo>
                <a:lnTo>
                  <a:pt x="563" y="60"/>
                </a:lnTo>
                <a:lnTo>
                  <a:pt x="564" y="60"/>
                </a:lnTo>
                <a:lnTo>
                  <a:pt x="564" y="61"/>
                </a:lnTo>
                <a:lnTo>
                  <a:pt x="565" y="61"/>
                </a:lnTo>
                <a:lnTo>
                  <a:pt x="566" y="61"/>
                </a:lnTo>
                <a:lnTo>
                  <a:pt x="567" y="61"/>
                </a:lnTo>
                <a:lnTo>
                  <a:pt x="568" y="62"/>
                </a:lnTo>
                <a:lnTo>
                  <a:pt x="569" y="62"/>
                </a:lnTo>
                <a:lnTo>
                  <a:pt x="569" y="61"/>
                </a:lnTo>
                <a:lnTo>
                  <a:pt x="570" y="61"/>
                </a:lnTo>
                <a:lnTo>
                  <a:pt x="570" y="63"/>
                </a:lnTo>
                <a:lnTo>
                  <a:pt x="571" y="63"/>
                </a:lnTo>
                <a:lnTo>
                  <a:pt x="572" y="63"/>
                </a:lnTo>
                <a:lnTo>
                  <a:pt x="573" y="62"/>
                </a:lnTo>
                <a:lnTo>
                  <a:pt x="574" y="63"/>
                </a:lnTo>
                <a:lnTo>
                  <a:pt x="575" y="64"/>
                </a:lnTo>
                <a:lnTo>
                  <a:pt x="575" y="65"/>
                </a:lnTo>
                <a:lnTo>
                  <a:pt x="576" y="65"/>
                </a:lnTo>
                <a:lnTo>
                  <a:pt x="576" y="66"/>
                </a:lnTo>
                <a:lnTo>
                  <a:pt x="576" y="67"/>
                </a:lnTo>
                <a:lnTo>
                  <a:pt x="577" y="67"/>
                </a:lnTo>
                <a:lnTo>
                  <a:pt x="578" y="68"/>
                </a:lnTo>
                <a:lnTo>
                  <a:pt x="579" y="68"/>
                </a:lnTo>
                <a:lnTo>
                  <a:pt x="579" y="69"/>
                </a:lnTo>
                <a:lnTo>
                  <a:pt x="580" y="69"/>
                </a:lnTo>
                <a:lnTo>
                  <a:pt x="580" y="68"/>
                </a:lnTo>
                <a:lnTo>
                  <a:pt x="581" y="68"/>
                </a:lnTo>
                <a:lnTo>
                  <a:pt x="582" y="68"/>
                </a:lnTo>
                <a:lnTo>
                  <a:pt x="583" y="68"/>
                </a:lnTo>
                <a:lnTo>
                  <a:pt x="584" y="68"/>
                </a:lnTo>
                <a:lnTo>
                  <a:pt x="584" y="69"/>
                </a:lnTo>
                <a:lnTo>
                  <a:pt x="584" y="68"/>
                </a:lnTo>
                <a:lnTo>
                  <a:pt x="585" y="68"/>
                </a:lnTo>
                <a:lnTo>
                  <a:pt x="586" y="67"/>
                </a:lnTo>
                <a:lnTo>
                  <a:pt x="587" y="67"/>
                </a:lnTo>
                <a:lnTo>
                  <a:pt x="587" y="66"/>
                </a:lnTo>
                <a:lnTo>
                  <a:pt x="588" y="66"/>
                </a:lnTo>
                <a:lnTo>
                  <a:pt x="588" y="65"/>
                </a:lnTo>
                <a:lnTo>
                  <a:pt x="589" y="65"/>
                </a:lnTo>
                <a:lnTo>
                  <a:pt x="589" y="66"/>
                </a:lnTo>
                <a:lnTo>
                  <a:pt x="589" y="67"/>
                </a:lnTo>
                <a:lnTo>
                  <a:pt x="590" y="67"/>
                </a:lnTo>
                <a:lnTo>
                  <a:pt x="591" y="68"/>
                </a:lnTo>
                <a:lnTo>
                  <a:pt x="591" y="69"/>
                </a:lnTo>
                <a:lnTo>
                  <a:pt x="592" y="70"/>
                </a:lnTo>
                <a:lnTo>
                  <a:pt x="593" y="70"/>
                </a:lnTo>
                <a:lnTo>
                  <a:pt x="594" y="70"/>
                </a:lnTo>
                <a:lnTo>
                  <a:pt x="594" y="71"/>
                </a:lnTo>
                <a:lnTo>
                  <a:pt x="593" y="71"/>
                </a:lnTo>
                <a:lnTo>
                  <a:pt x="593" y="72"/>
                </a:lnTo>
                <a:lnTo>
                  <a:pt x="592" y="73"/>
                </a:lnTo>
                <a:lnTo>
                  <a:pt x="593" y="73"/>
                </a:lnTo>
                <a:lnTo>
                  <a:pt x="593" y="74"/>
                </a:lnTo>
                <a:lnTo>
                  <a:pt x="594" y="74"/>
                </a:lnTo>
                <a:lnTo>
                  <a:pt x="595" y="74"/>
                </a:lnTo>
                <a:lnTo>
                  <a:pt x="595" y="73"/>
                </a:lnTo>
                <a:lnTo>
                  <a:pt x="596" y="73"/>
                </a:lnTo>
                <a:lnTo>
                  <a:pt x="597" y="73"/>
                </a:lnTo>
                <a:lnTo>
                  <a:pt x="598" y="73"/>
                </a:lnTo>
                <a:lnTo>
                  <a:pt x="599" y="72"/>
                </a:lnTo>
                <a:lnTo>
                  <a:pt x="600" y="71"/>
                </a:lnTo>
                <a:lnTo>
                  <a:pt x="601" y="71"/>
                </a:lnTo>
                <a:lnTo>
                  <a:pt x="602" y="71"/>
                </a:lnTo>
                <a:lnTo>
                  <a:pt x="602" y="70"/>
                </a:lnTo>
                <a:lnTo>
                  <a:pt x="603" y="70"/>
                </a:lnTo>
                <a:lnTo>
                  <a:pt x="603" y="69"/>
                </a:lnTo>
                <a:lnTo>
                  <a:pt x="603" y="67"/>
                </a:lnTo>
                <a:lnTo>
                  <a:pt x="604" y="67"/>
                </a:lnTo>
                <a:lnTo>
                  <a:pt x="604" y="66"/>
                </a:lnTo>
                <a:lnTo>
                  <a:pt x="605" y="66"/>
                </a:lnTo>
                <a:lnTo>
                  <a:pt x="605" y="65"/>
                </a:lnTo>
                <a:lnTo>
                  <a:pt x="606" y="65"/>
                </a:lnTo>
                <a:lnTo>
                  <a:pt x="607" y="65"/>
                </a:lnTo>
                <a:lnTo>
                  <a:pt x="607" y="66"/>
                </a:lnTo>
                <a:lnTo>
                  <a:pt x="607" y="67"/>
                </a:lnTo>
                <a:lnTo>
                  <a:pt x="607" y="68"/>
                </a:lnTo>
                <a:lnTo>
                  <a:pt x="608" y="68"/>
                </a:lnTo>
                <a:lnTo>
                  <a:pt x="609" y="69"/>
                </a:lnTo>
                <a:lnTo>
                  <a:pt x="608" y="70"/>
                </a:lnTo>
                <a:lnTo>
                  <a:pt x="607" y="70"/>
                </a:lnTo>
                <a:lnTo>
                  <a:pt x="606" y="71"/>
                </a:lnTo>
                <a:lnTo>
                  <a:pt x="605" y="71"/>
                </a:lnTo>
                <a:lnTo>
                  <a:pt x="605" y="72"/>
                </a:lnTo>
                <a:lnTo>
                  <a:pt x="605" y="73"/>
                </a:lnTo>
                <a:lnTo>
                  <a:pt x="606" y="73"/>
                </a:lnTo>
                <a:lnTo>
                  <a:pt x="606" y="74"/>
                </a:lnTo>
                <a:lnTo>
                  <a:pt x="607" y="74"/>
                </a:lnTo>
                <a:lnTo>
                  <a:pt x="608" y="74"/>
                </a:lnTo>
                <a:lnTo>
                  <a:pt x="608" y="75"/>
                </a:lnTo>
                <a:lnTo>
                  <a:pt x="609" y="76"/>
                </a:lnTo>
                <a:lnTo>
                  <a:pt x="609" y="77"/>
                </a:lnTo>
                <a:lnTo>
                  <a:pt x="609" y="78"/>
                </a:lnTo>
                <a:lnTo>
                  <a:pt x="609" y="79"/>
                </a:lnTo>
                <a:lnTo>
                  <a:pt x="610" y="79"/>
                </a:lnTo>
                <a:lnTo>
                  <a:pt x="610" y="80"/>
                </a:lnTo>
                <a:lnTo>
                  <a:pt x="611" y="80"/>
                </a:lnTo>
                <a:lnTo>
                  <a:pt x="611" y="81"/>
                </a:lnTo>
                <a:lnTo>
                  <a:pt x="611" y="82"/>
                </a:lnTo>
                <a:lnTo>
                  <a:pt x="612" y="82"/>
                </a:lnTo>
                <a:lnTo>
                  <a:pt x="613" y="82"/>
                </a:lnTo>
                <a:lnTo>
                  <a:pt x="613" y="81"/>
                </a:lnTo>
                <a:lnTo>
                  <a:pt x="614" y="81"/>
                </a:lnTo>
                <a:lnTo>
                  <a:pt x="615" y="81"/>
                </a:lnTo>
                <a:lnTo>
                  <a:pt x="616" y="82"/>
                </a:lnTo>
                <a:lnTo>
                  <a:pt x="616" y="83"/>
                </a:lnTo>
                <a:lnTo>
                  <a:pt x="617" y="83"/>
                </a:lnTo>
                <a:lnTo>
                  <a:pt x="617" y="84"/>
                </a:lnTo>
                <a:lnTo>
                  <a:pt x="617" y="85"/>
                </a:lnTo>
                <a:lnTo>
                  <a:pt x="617" y="86"/>
                </a:lnTo>
                <a:lnTo>
                  <a:pt x="617" y="87"/>
                </a:lnTo>
                <a:lnTo>
                  <a:pt x="618" y="88"/>
                </a:lnTo>
                <a:lnTo>
                  <a:pt x="618" y="89"/>
                </a:lnTo>
                <a:lnTo>
                  <a:pt x="617" y="89"/>
                </a:lnTo>
                <a:lnTo>
                  <a:pt x="618" y="90"/>
                </a:lnTo>
                <a:lnTo>
                  <a:pt x="617" y="90"/>
                </a:lnTo>
                <a:lnTo>
                  <a:pt x="617" y="91"/>
                </a:lnTo>
                <a:lnTo>
                  <a:pt x="618" y="92"/>
                </a:lnTo>
                <a:lnTo>
                  <a:pt x="619" y="93"/>
                </a:lnTo>
                <a:lnTo>
                  <a:pt x="620" y="92"/>
                </a:lnTo>
                <a:lnTo>
                  <a:pt x="621" y="92"/>
                </a:lnTo>
                <a:lnTo>
                  <a:pt x="621" y="93"/>
                </a:lnTo>
                <a:lnTo>
                  <a:pt x="622" y="92"/>
                </a:lnTo>
                <a:lnTo>
                  <a:pt x="622" y="91"/>
                </a:lnTo>
                <a:lnTo>
                  <a:pt x="623" y="91"/>
                </a:lnTo>
                <a:lnTo>
                  <a:pt x="623" y="90"/>
                </a:lnTo>
                <a:lnTo>
                  <a:pt x="624" y="90"/>
                </a:lnTo>
                <a:lnTo>
                  <a:pt x="625" y="89"/>
                </a:lnTo>
                <a:lnTo>
                  <a:pt x="625" y="88"/>
                </a:lnTo>
                <a:lnTo>
                  <a:pt x="626" y="88"/>
                </a:lnTo>
                <a:lnTo>
                  <a:pt x="626" y="89"/>
                </a:lnTo>
                <a:lnTo>
                  <a:pt x="627" y="89"/>
                </a:lnTo>
                <a:lnTo>
                  <a:pt x="628" y="89"/>
                </a:lnTo>
                <a:lnTo>
                  <a:pt x="629" y="89"/>
                </a:lnTo>
                <a:lnTo>
                  <a:pt x="629" y="88"/>
                </a:lnTo>
                <a:lnTo>
                  <a:pt x="630" y="88"/>
                </a:lnTo>
                <a:lnTo>
                  <a:pt x="631" y="88"/>
                </a:lnTo>
                <a:lnTo>
                  <a:pt x="632" y="88"/>
                </a:lnTo>
                <a:lnTo>
                  <a:pt x="632" y="87"/>
                </a:lnTo>
                <a:lnTo>
                  <a:pt x="634" y="87"/>
                </a:lnTo>
                <a:lnTo>
                  <a:pt x="635" y="88"/>
                </a:lnTo>
                <a:lnTo>
                  <a:pt x="635" y="87"/>
                </a:lnTo>
                <a:lnTo>
                  <a:pt x="636" y="87"/>
                </a:lnTo>
                <a:lnTo>
                  <a:pt x="637" y="87"/>
                </a:lnTo>
                <a:lnTo>
                  <a:pt x="638" y="87"/>
                </a:lnTo>
                <a:lnTo>
                  <a:pt x="639" y="88"/>
                </a:lnTo>
                <a:lnTo>
                  <a:pt x="640" y="87"/>
                </a:lnTo>
                <a:lnTo>
                  <a:pt x="641" y="87"/>
                </a:lnTo>
                <a:lnTo>
                  <a:pt x="641" y="86"/>
                </a:lnTo>
                <a:lnTo>
                  <a:pt x="642" y="86"/>
                </a:lnTo>
                <a:lnTo>
                  <a:pt x="642" y="85"/>
                </a:lnTo>
                <a:lnTo>
                  <a:pt x="643" y="86"/>
                </a:lnTo>
                <a:lnTo>
                  <a:pt x="644" y="86"/>
                </a:lnTo>
                <a:lnTo>
                  <a:pt x="644" y="87"/>
                </a:lnTo>
                <a:lnTo>
                  <a:pt x="645" y="88"/>
                </a:lnTo>
                <a:lnTo>
                  <a:pt x="645" y="89"/>
                </a:lnTo>
                <a:lnTo>
                  <a:pt x="644" y="89"/>
                </a:lnTo>
                <a:lnTo>
                  <a:pt x="643" y="90"/>
                </a:lnTo>
                <a:lnTo>
                  <a:pt x="643" y="91"/>
                </a:lnTo>
                <a:lnTo>
                  <a:pt x="642" y="92"/>
                </a:lnTo>
                <a:lnTo>
                  <a:pt x="642" y="93"/>
                </a:lnTo>
                <a:lnTo>
                  <a:pt x="641" y="94"/>
                </a:lnTo>
                <a:lnTo>
                  <a:pt x="640" y="95"/>
                </a:lnTo>
                <a:lnTo>
                  <a:pt x="640" y="96"/>
                </a:lnTo>
                <a:lnTo>
                  <a:pt x="641" y="97"/>
                </a:lnTo>
                <a:lnTo>
                  <a:pt x="640" y="97"/>
                </a:lnTo>
                <a:lnTo>
                  <a:pt x="640" y="98"/>
                </a:lnTo>
                <a:lnTo>
                  <a:pt x="640" y="99"/>
                </a:lnTo>
                <a:lnTo>
                  <a:pt x="640" y="100"/>
                </a:lnTo>
                <a:lnTo>
                  <a:pt x="641" y="100"/>
                </a:lnTo>
                <a:lnTo>
                  <a:pt x="642" y="101"/>
                </a:lnTo>
                <a:lnTo>
                  <a:pt x="642" y="102"/>
                </a:lnTo>
                <a:lnTo>
                  <a:pt x="642" y="103"/>
                </a:lnTo>
                <a:lnTo>
                  <a:pt x="643" y="103"/>
                </a:lnTo>
                <a:lnTo>
                  <a:pt x="643" y="104"/>
                </a:lnTo>
                <a:lnTo>
                  <a:pt x="644" y="104"/>
                </a:lnTo>
                <a:lnTo>
                  <a:pt x="645" y="104"/>
                </a:lnTo>
                <a:lnTo>
                  <a:pt x="645" y="105"/>
                </a:lnTo>
                <a:lnTo>
                  <a:pt x="646" y="105"/>
                </a:lnTo>
                <a:lnTo>
                  <a:pt x="646" y="104"/>
                </a:lnTo>
                <a:lnTo>
                  <a:pt x="647" y="104"/>
                </a:lnTo>
                <a:lnTo>
                  <a:pt x="647" y="105"/>
                </a:lnTo>
                <a:lnTo>
                  <a:pt x="648" y="106"/>
                </a:lnTo>
                <a:lnTo>
                  <a:pt x="648" y="107"/>
                </a:lnTo>
                <a:lnTo>
                  <a:pt x="649" y="108"/>
                </a:lnTo>
                <a:lnTo>
                  <a:pt x="648" y="108"/>
                </a:lnTo>
                <a:lnTo>
                  <a:pt x="648" y="109"/>
                </a:lnTo>
                <a:lnTo>
                  <a:pt x="647" y="108"/>
                </a:lnTo>
                <a:lnTo>
                  <a:pt x="647" y="109"/>
                </a:lnTo>
                <a:lnTo>
                  <a:pt x="647" y="110"/>
                </a:lnTo>
                <a:lnTo>
                  <a:pt x="648" y="111"/>
                </a:lnTo>
                <a:lnTo>
                  <a:pt x="649" y="112"/>
                </a:lnTo>
                <a:lnTo>
                  <a:pt x="649" y="113"/>
                </a:lnTo>
                <a:lnTo>
                  <a:pt x="650" y="113"/>
                </a:lnTo>
                <a:lnTo>
                  <a:pt x="650" y="114"/>
                </a:lnTo>
                <a:lnTo>
                  <a:pt x="650" y="115"/>
                </a:lnTo>
                <a:lnTo>
                  <a:pt x="651" y="114"/>
                </a:lnTo>
                <a:lnTo>
                  <a:pt x="651" y="115"/>
                </a:lnTo>
                <a:lnTo>
                  <a:pt x="652" y="115"/>
                </a:lnTo>
                <a:lnTo>
                  <a:pt x="652" y="116"/>
                </a:lnTo>
                <a:lnTo>
                  <a:pt x="653" y="117"/>
                </a:lnTo>
                <a:lnTo>
                  <a:pt x="652" y="118"/>
                </a:lnTo>
                <a:lnTo>
                  <a:pt x="653" y="118"/>
                </a:lnTo>
                <a:lnTo>
                  <a:pt x="652" y="119"/>
                </a:lnTo>
                <a:lnTo>
                  <a:pt x="653" y="119"/>
                </a:lnTo>
                <a:lnTo>
                  <a:pt x="653" y="120"/>
                </a:lnTo>
                <a:lnTo>
                  <a:pt x="653" y="121"/>
                </a:lnTo>
                <a:lnTo>
                  <a:pt x="654" y="121"/>
                </a:lnTo>
                <a:lnTo>
                  <a:pt x="654" y="122"/>
                </a:lnTo>
                <a:lnTo>
                  <a:pt x="654" y="123"/>
                </a:lnTo>
                <a:lnTo>
                  <a:pt x="654" y="124"/>
                </a:lnTo>
                <a:lnTo>
                  <a:pt x="654" y="125"/>
                </a:lnTo>
                <a:lnTo>
                  <a:pt x="654" y="126"/>
                </a:lnTo>
                <a:lnTo>
                  <a:pt x="655" y="126"/>
                </a:lnTo>
                <a:lnTo>
                  <a:pt x="656" y="126"/>
                </a:lnTo>
                <a:lnTo>
                  <a:pt x="656" y="127"/>
                </a:lnTo>
                <a:lnTo>
                  <a:pt x="656" y="128"/>
                </a:lnTo>
                <a:lnTo>
                  <a:pt x="656" y="129"/>
                </a:lnTo>
                <a:lnTo>
                  <a:pt x="656" y="130"/>
                </a:lnTo>
                <a:lnTo>
                  <a:pt x="656" y="131"/>
                </a:lnTo>
                <a:lnTo>
                  <a:pt x="656" y="132"/>
                </a:lnTo>
                <a:lnTo>
                  <a:pt x="656" y="133"/>
                </a:lnTo>
                <a:lnTo>
                  <a:pt x="658" y="133"/>
                </a:lnTo>
                <a:lnTo>
                  <a:pt x="658" y="134"/>
                </a:lnTo>
                <a:lnTo>
                  <a:pt x="659" y="135"/>
                </a:lnTo>
                <a:lnTo>
                  <a:pt x="659" y="134"/>
                </a:lnTo>
                <a:lnTo>
                  <a:pt x="660" y="134"/>
                </a:lnTo>
                <a:lnTo>
                  <a:pt x="660" y="135"/>
                </a:lnTo>
                <a:lnTo>
                  <a:pt x="661" y="135"/>
                </a:lnTo>
                <a:lnTo>
                  <a:pt x="661" y="136"/>
                </a:lnTo>
                <a:lnTo>
                  <a:pt x="661" y="137"/>
                </a:lnTo>
                <a:lnTo>
                  <a:pt x="660" y="137"/>
                </a:lnTo>
                <a:lnTo>
                  <a:pt x="660" y="138"/>
                </a:lnTo>
                <a:lnTo>
                  <a:pt x="659" y="138"/>
                </a:lnTo>
                <a:lnTo>
                  <a:pt x="659" y="139"/>
                </a:lnTo>
                <a:lnTo>
                  <a:pt x="658" y="139"/>
                </a:lnTo>
                <a:lnTo>
                  <a:pt x="658" y="140"/>
                </a:lnTo>
                <a:lnTo>
                  <a:pt x="657" y="140"/>
                </a:lnTo>
                <a:lnTo>
                  <a:pt x="657" y="141"/>
                </a:lnTo>
                <a:lnTo>
                  <a:pt x="656" y="141"/>
                </a:lnTo>
                <a:lnTo>
                  <a:pt x="656" y="142"/>
                </a:lnTo>
                <a:lnTo>
                  <a:pt x="656" y="143"/>
                </a:lnTo>
                <a:lnTo>
                  <a:pt x="655" y="144"/>
                </a:lnTo>
                <a:lnTo>
                  <a:pt x="655" y="145"/>
                </a:lnTo>
                <a:lnTo>
                  <a:pt x="655" y="146"/>
                </a:lnTo>
                <a:lnTo>
                  <a:pt x="655" y="147"/>
                </a:lnTo>
                <a:lnTo>
                  <a:pt x="655" y="148"/>
                </a:lnTo>
                <a:lnTo>
                  <a:pt x="656" y="148"/>
                </a:lnTo>
                <a:lnTo>
                  <a:pt x="656" y="149"/>
                </a:lnTo>
                <a:lnTo>
                  <a:pt x="657" y="149"/>
                </a:lnTo>
                <a:lnTo>
                  <a:pt x="657" y="151"/>
                </a:lnTo>
                <a:lnTo>
                  <a:pt x="656" y="151"/>
                </a:lnTo>
                <a:lnTo>
                  <a:pt x="656" y="152"/>
                </a:lnTo>
                <a:lnTo>
                  <a:pt x="657" y="152"/>
                </a:lnTo>
                <a:lnTo>
                  <a:pt x="657" y="153"/>
                </a:lnTo>
                <a:lnTo>
                  <a:pt x="658" y="153"/>
                </a:lnTo>
                <a:lnTo>
                  <a:pt x="657" y="154"/>
                </a:lnTo>
                <a:lnTo>
                  <a:pt x="658" y="155"/>
                </a:lnTo>
                <a:lnTo>
                  <a:pt x="658" y="154"/>
                </a:lnTo>
                <a:lnTo>
                  <a:pt x="659" y="154"/>
                </a:lnTo>
                <a:lnTo>
                  <a:pt x="660" y="155"/>
                </a:lnTo>
                <a:lnTo>
                  <a:pt x="659" y="156"/>
                </a:lnTo>
                <a:lnTo>
                  <a:pt x="659" y="158"/>
                </a:lnTo>
                <a:lnTo>
                  <a:pt x="660" y="159"/>
                </a:lnTo>
                <a:lnTo>
                  <a:pt x="660" y="161"/>
                </a:lnTo>
                <a:lnTo>
                  <a:pt x="659" y="162"/>
                </a:lnTo>
                <a:lnTo>
                  <a:pt x="659" y="163"/>
                </a:lnTo>
                <a:lnTo>
                  <a:pt x="658" y="163"/>
                </a:lnTo>
                <a:lnTo>
                  <a:pt x="658" y="164"/>
                </a:lnTo>
                <a:lnTo>
                  <a:pt x="658" y="165"/>
                </a:lnTo>
                <a:lnTo>
                  <a:pt x="659" y="165"/>
                </a:lnTo>
                <a:lnTo>
                  <a:pt x="659" y="166"/>
                </a:lnTo>
                <a:lnTo>
                  <a:pt x="659" y="167"/>
                </a:lnTo>
                <a:lnTo>
                  <a:pt x="660" y="167"/>
                </a:lnTo>
                <a:lnTo>
                  <a:pt x="659" y="168"/>
                </a:lnTo>
                <a:lnTo>
                  <a:pt x="658" y="168"/>
                </a:lnTo>
                <a:lnTo>
                  <a:pt x="658" y="169"/>
                </a:lnTo>
                <a:lnTo>
                  <a:pt x="659" y="170"/>
                </a:lnTo>
                <a:lnTo>
                  <a:pt x="660" y="170"/>
                </a:lnTo>
                <a:lnTo>
                  <a:pt x="660" y="169"/>
                </a:lnTo>
                <a:lnTo>
                  <a:pt x="661" y="169"/>
                </a:lnTo>
                <a:lnTo>
                  <a:pt x="662" y="169"/>
                </a:lnTo>
                <a:lnTo>
                  <a:pt x="662" y="170"/>
                </a:lnTo>
                <a:lnTo>
                  <a:pt x="663" y="171"/>
                </a:lnTo>
                <a:lnTo>
                  <a:pt x="664" y="172"/>
                </a:lnTo>
                <a:lnTo>
                  <a:pt x="664" y="173"/>
                </a:lnTo>
                <a:lnTo>
                  <a:pt x="665" y="173"/>
                </a:lnTo>
                <a:lnTo>
                  <a:pt x="664" y="174"/>
                </a:lnTo>
                <a:lnTo>
                  <a:pt x="663" y="174"/>
                </a:lnTo>
                <a:lnTo>
                  <a:pt x="664" y="175"/>
                </a:lnTo>
                <a:lnTo>
                  <a:pt x="664" y="176"/>
                </a:lnTo>
                <a:lnTo>
                  <a:pt x="665" y="176"/>
                </a:lnTo>
                <a:lnTo>
                  <a:pt x="665" y="177"/>
                </a:lnTo>
                <a:lnTo>
                  <a:pt x="666" y="180"/>
                </a:lnTo>
                <a:lnTo>
                  <a:pt x="666" y="181"/>
                </a:lnTo>
                <a:lnTo>
                  <a:pt x="666" y="182"/>
                </a:lnTo>
                <a:lnTo>
                  <a:pt x="666" y="183"/>
                </a:lnTo>
                <a:lnTo>
                  <a:pt x="666" y="184"/>
                </a:lnTo>
                <a:lnTo>
                  <a:pt x="666" y="186"/>
                </a:lnTo>
                <a:lnTo>
                  <a:pt x="667" y="187"/>
                </a:lnTo>
                <a:lnTo>
                  <a:pt x="668" y="188"/>
                </a:lnTo>
                <a:lnTo>
                  <a:pt x="669" y="188"/>
                </a:lnTo>
                <a:lnTo>
                  <a:pt x="670" y="189"/>
                </a:lnTo>
                <a:lnTo>
                  <a:pt x="671" y="189"/>
                </a:lnTo>
                <a:lnTo>
                  <a:pt x="672" y="190"/>
                </a:lnTo>
                <a:lnTo>
                  <a:pt x="673" y="191"/>
                </a:lnTo>
                <a:lnTo>
                  <a:pt x="674" y="190"/>
                </a:lnTo>
                <a:lnTo>
                  <a:pt x="675" y="190"/>
                </a:lnTo>
                <a:lnTo>
                  <a:pt x="675" y="191"/>
                </a:lnTo>
                <a:lnTo>
                  <a:pt x="676" y="191"/>
                </a:lnTo>
                <a:lnTo>
                  <a:pt x="676" y="192"/>
                </a:lnTo>
                <a:lnTo>
                  <a:pt x="677" y="192"/>
                </a:lnTo>
                <a:lnTo>
                  <a:pt x="678" y="193"/>
                </a:lnTo>
                <a:lnTo>
                  <a:pt x="679" y="194"/>
                </a:lnTo>
                <a:lnTo>
                  <a:pt x="678" y="194"/>
                </a:lnTo>
                <a:lnTo>
                  <a:pt x="677" y="195"/>
                </a:lnTo>
                <a:lnTo>
                  <a:pt x="676" y="196"/>
                </a:lnTo>
                <a:lnTo>
                  <a:pt x="675" y="196"/>
                </a:lnTo>
                <a:lnTo>
                  <a:pt x="674" y="197"/>
                </a:lnTo>
                <a:lnTo>
                  <a:pt x="674" y="198"/>
                </a:lnTo>
                <a:lnTo>
                  <a:pt x="673" y="198"/>
                </a:lnTo>
                <a:lnTo>
                  <a:pt x="673" y="199"/>
                </a:lnTo>
                <a:lnTo>
                  <a:pt x="673" y="200"/>
                </a:lnTo>
                <a:lnTo>
                  <a:pt x="672" y="200"/>
                </a:lnTo>
                <a:lnTo>
                  <a:pt x="671" y="200"/>
                </a:lnTo>
                <a:lnTo>
                  <a:pt x="670" y="200"/>
                </a:lnTo>
                <a:lnTo>
                  <a:pt x="670" y="201"/>
                </a:lnTo>
                <a:lnTo>
                  <a:pt x="669" y="202"/>
                </a:lnTo>
                <a:lnTo>
                  <a:pt x="669" y="201"/>
                </a:lnTo>
                <a:lnTo>
                  <a:pt x="670" y="201"/>
                </a:lnTo>
                <a:lnTo>
                  <a:pt x="669" y="201"/>
                </a:lnTo>
                <a:lnTo>
                  <a:pt x="669" y="200"/>
                </a:lnTo>
                <a:lnTo>
                  <a:pt x="670" y="200"/>
                </a:lnTo>
                <a:lnTo>
                  <a:pt x="669" y="199"/>
                </a:lnTo>
                <a:lnTo>
                  <a:pt x="669" y="198"/>
                </a:lnTo>
                <a:lnTo>
                  <a:pt x="670" y="198"/>
                </a:lnTo>
                <a:lnTo>
                  <a:pt x="670" y="197"/>
                </a:lnTo>
                <a:lnTo>
                  <a:pt x="669" y="197"/>
                </a:lnTo>
                <a:lnTo>
                  <a:pt x="669" y="196"/>
                </a:lnTo>
                <a:lnTo>
                  <a:pt x="669" y="195"/>
                </a:lnTo>
                <a:lnTo>
                  <a:pt x="669" y="194"/>
                </a:lnTo>
                <a:lnTo>
                  <a:pt x="668" y="194"/>
                </a:lnTo>
                <a:lnTo>
                  <a:pt x="667" y="194"/>
                </a:lnTo>
                <a:lnTo>
                  <a:pt x="665" y="194"/>
                </a:lnTo>
                <a:lnTo>
                  <a:pt x="665" y="193"/>
                </a:lnTo>
                <a:lnTo>
                  <a:pt x="665" y="194"/>
                </a:lnTo>
                <a:lnTo>
                  <a:pt x="664" y="194"/>
                </a:lnTo>
                <a:lnTo>
                  <a:pt x="663" y="194"/>
                </a:lnTo>
                <a:lnTo>
                  <a:pt x="662" y="193"/>
                </a:lnTo>
                <a:lnTo>
                  <a:pt x="661" y="193"/>
                </a:lnTo>
                <a:lnTo>
                  <a:pt x="660" y="195"/>
                </a:lnTo>
                <a:lnTo>
                  <a:pt x="659" y="195"/>
                </a:lnTo>
                <a:lnTo>
                  <a:pt x="658" y="195"/>
                </a:lnTo>
                <a:lnTo>
                  <a:pt x="659" y="196"/>
                </a:lnTo>
                <a:lnTo>
                  <a:pt x="660" y="196"/>
                </a:lnTo>
                <a:lnTo>
                  <a:pt x="660" y="197"/>
                </a:lnTo>
                <a:lnTo>
                  <a:pt x="659" y="198"/>
                </a:lnTo>
                <a:lnTo>
                  <a:pt x="658" y="199"/>
                </a:lnTo>
                <a:lnTo>
                  <a:pt x="658" y="200"/>
                </a:lnTo>
                <a:lnTo>
                  <a:pt x="659" y="200"/>
                </a:lnTo>
                <a:lnTo>
                  <a:pt x="659" y="201"/>
                </a:lnTo>
                <a:lnTo>
                  <a:pt x="659" y="200"/>
                </a:lnTo>
                <a:lnTo>
                  <a:pt x="660" y="200"/>
                </a:lnTo>
                <a:lnTo>
                  <a:pt x="661" y="200"/>
                </a:lnTo>
                <a:lnTo>
                  <a:pt x="662" y="200"/>
                </a:lnTo>
                <a:lnTo>
                  <a:pt x="662" y="199"/>
                </a:lnTo>
                <a:lnTo>
                  <a:pt x="663" y="200"/>
                </a:lnTo>
                <a:lnTo>
                  <a:pt x="664" y="200"/>
                </a:lnTo>
                <a:lnTo>
                  <a:pt x="664" y="201"/>
                </a:lnTo>
                <a:lnTo>
                  <a:pt x="663" y="201"/>
                </a:lnTo>
                <a:lnTo>
                  <a:pt x="662" y="201"/>
                </a:lnTo>
                <a:lnTo>
                  <a:pt x="662" y="202"/>
                </a:lnTo>
                <a:lnTo>
                  <a:pt x="662" y="203"/>
                </a:lnTo>
                <a:lnTo>
                  <a:pt x="661" y="203"/>
                </a:lnTo>
                <a:lnTo>
                  <a:pt x="661" y="204"/>
                </a:lnTo>
                <a:lnTo>
                  <a:pt x="661" y="205"/>
                </a:lnTo>
                <a:lnTo>
                  <a:pt x="662" y="205"/>
                </a:lnTo>
                <a:lnTo>
                  <a:pt x="661" y="205"/>
                </a:lnTo>
                <a:lnTo>
                  <a:pt x="660" y="205"/>
                </a:lnTo>
                <a:lnTo>
                  <a:pt x="659" y="205"/>
                </a:lnTo>
                <a:lnTo>
                  <a:pt x="658" y="205"/>
                </a:lnTo>
                <a:lnTo>
                  <a:pt x="658" y="204"/>
                </a:lnTo>
                <a:lnTo>
                  <a:pt x="657" y="204"/>
                </a:lnTo>
                <a:lnTo>
                  <a:pt x="656" y="204"/>
                </a:lnTo>
                <a:lnTo>
                  <a:pt x="656" y="203"/>
                </a:lnTo>
                <a:lnTo>
                  <a:pt x="657" y="202"/>
                </a:lnTo>
                <a:lnTo>
                  <a:pt x="658" y="202"/>
                </a:lnTo>
                <a:lnTo>
                  <a:pt x="659" y="202"/>
                </a:lnTo>
                <a:lnTo>
                  <a:pt x="658" y="202"/>
                </a:lnTo>
                <a:lnTo>
                  <a:pt x="657" y="202"/>
                </a:lnTo>
                <a:lnTo>
                  <a:pt x="656" y="202"/>
                </a:lnTo>
                <a:lnTo>
                  <a:pt x="655" y="202"/>
                </a:lnTo>
                <a:lnTo>
                  <a:pt x="655" y="201"/>
                </a:lnTo>
                <a:lnTo>
                  <a:pt x="654" y="201"/>
                </a:lnTo>
                <a:lnTo>
                  <a:pt x="652" y="201"/>
                </a:lnTo>
                <a:lnTo>
                  <a:pt x="651" y="201"/>
                </a:lnTo>
                <a:lnTo>
                  <a:pt x="653" y="202"/>
                </a:lnTo>
                <a:lnTo>
                  <a:pt x="652" y="204"/>
                </a:lnTo>
                <a:lnTo>
                  <a:pt x="651" y="206"/>
                </a:lnTo>
                <a:lnTo>
                  <a:pt x="650" y="206"/>
                </a:lnTo>
                <a:lnTo>
                  <a:pt x="650" y="207"/>
                </a:lnTo>
                <a:lnTo>
                  <a:pt x="650" y="206"/>
                </a:lnTo>
                <a:lnTo>
                  <a:pt x="650" y="207"/>
                </a:lnTo>
                <a:lnTo>
                  <a:pt x="650" y="208"/>
                </a:lnTo>
                <a:lnTo>
                  <a:pt x="649" y="208"/>
                </a:lnTo>
                <a:lnTo>
                  <a:pt x="649" y="209"/>
                </a:lnTo>
                <a:lnTo>
                  <a:pt x="650" y="209"/>
                </a:lnTo>
                <a:lnTo>
                  <a:pt x="651" y="209"/>
                </a:lnTo>
                <a:lnTo>
                  <a:pt x="650" y="210"/>
                </a:lnTo>
                <a:lnTo>
                  <a:pt x="649" y="210"/>
                </a:lnTo>
                <a:lnTo>
                  <a:pt x="648" y="210"/>
                </a:lnTo>
                <a:lnTo>
                  <a:pt x="647" y="211"/>
                </a:lnTo>
                <a:lnTo>
                  <a:pt x="646" y="211"/>
                </a:lnTo>
                <a:lnTo>
                  <a:pt x="647" y="211"/>
                </a:lnTo>
                <a:lnTo>
                  <a:pt x="648" y="211"/>
                </a:lnTo>
                <a:lnTo>
                  <a:pt x="649" y="211"/>
                </a:lnTo>
                <a:lnTo>
                  <a:pt x="650" y="212"/>
                </a:lnTo>
                <a:lnTo>
                  <a:pt x="649" y="213"/>
                </a:lnTo>
                <a:lnTo>
                  <a:pt x="649" y="214"/>
                </a:lnTo>
                <a:lnTo>
                  <a:pt x="649" y="215"/>
                </a:lnTo>
                <a:lnTo>
                  <a:pt x="650" y="215"/>
                </a:lnTo>
                <a:lnTo>
                  <a:pt x="649" y="215"/>
                </a:lnTo>
                <a:lnTo>
                  <a:pt x="648" y="215"/>
                </a:lnTo>
                <a:lnTo>
                  <a:pt x="648" y="216"/>
                </a:lnTo>
                <a:lnTo>
                  <a:pt x="647" y="216"/>
                </a:lnTo>
                <a:lnTo>
                  <a:pt x="647" y="217"/>
                </a:lnTo>
                <a:lnTo>
                  <a:pt x="647" y="218"/>
                </a:lnTo>
                <a:lnTo>
                  <a:pt x="646" y="218"/>
                </a:lnTo>
                <a:lnTo>
                  <a:pt x="646" y="217"/>
                </a:lnTo>
                <a:lnTo>
                  <a:pt x="645" y="217"/>
                </a:lnTo>
                <a:lnTo>
                  <a:pt x="645" y="216"/>
                </a:lnTo>
                <a:lnTo>
                  <a:pt x="644" y="216"/>
                </a:lnTo>
                <a:lnTo>
                  <a:pt x="644" y="217"/>
                </a:lnTo>
                <a:lnTo>
                  <a:pt x="645" y="217"/>
                </a:lnTo>
                <a:lnTo>
                  <a:pt x="645" y="218"/>
                </a:lnTo>
                <a:lnTo>
                  <a:pt x="645" y="219"/>
                </a:lnTo>
                <a:lnTo>
                  <a:pt x="646" y="219"/>
                </a:lnTo>
                <a:lnTo>
                  <a:pt x="645" y="220"/>
                </a:lnTo>
                <a:lnTo>
                  <a:pt x="644" y="220"/>
                </a:lnTo>
                <a:lnTo>
                  <a:pt x="644" y="221"/>
                </a:lnTo>
                <a:lnTo>
                  <a:pt x="643" y="223"/>
                </a:lnTo>
                <a:lnTo>
                  <a:pt x="642" y="223"/>
                </a:lnTo>
                <a:lnTo>
                  <a:pt x="642" y="224"/>
                </a:lnTo>
                <a:lnTo>
                  <a:pt x="641" y="224"/>
                </a:lnTo>
                <a:lnTo>
                  <a:pt x="641" y="223"/>
                </a:lnTo>
                <a:lnTo>
                  <a:pt x="641" y="224"/>
                </a:lnTo>
                <a:lnTo>
                  <a:pt x="640" y="225"/>
                </a:lnTo>
                <a:lnTo>
                  <a:pt x="640" y="226"/>
                </a:lnTo>
                <a:lnTo>
                  <a:pt x="641" y="226"/>
                </a:lnTo>
                <a:lnTo>
                  <a:pt x="641" y="228"/>
                </a:lnTo>
                <a:lnTo>
                  <a:pt x="641" y="231"/>
                </a:lnTo>
                <a:lnTo>
                  <a:pt x="642" y="231"/>
                </a:lnTo>
                <a:lnTo>
                  <a:pt x="642" y="232"/>
                </a:lnTo>
                <a:lnTo>
                  <a:pt x="642" y="233"/>
                </a:lnTo>
                <a:lnTo>
                  <a:pt x="643" y="233"/>
                </a:lnTo>
                <a:lnTo>
                  <a:pt x="644" y="233"/>
                </a:lnTo>
                <a:lnTo>
                  <a:pt x="645" y="233"/>
                </a:lnTo>
                <a:lnTo>
                  <a:pt x="644" y="233"/>
                </a:lnTo>
                <a:lnTo>
                  <a:pt x="644" y="234"/>
                </a:lnTo>
                <a:lnTo>
                  <a:pt x="643" y="235"/>
                </a:lnTo>
                <a:lnTo>
                  <a:pt x="644" y="235"/>
                </a:lnTo>
                <a:lnTo>
                  <a:pt x="643" y="236"/>
                </a:lnTo>
                <a:lnTo>
                  <a:pt x="642" y="235"/>
                </a:lnTo>
                <a:lnTo>
                  <a:pt x="642" y="234"/>
                </a:lnTo>
                <a:lnTo>
                  <a:pt x="641" y="234"/>
                </a:lnTo>
                <a:lnTo>
                  <a:pt x="640" y="234"/>
                </a:lnTo>
                <a:lnTo>
                  <a:pt x="640" y="233"/>
                </a:lnTo>
                <a:lnTo>
                  <a:pt x="639" y="233"/>
                </a:lnTo>
                <a:lnTo>
                  <a:pt x="639" y="232"/>
                </a:lnTo>
                <a:lnTo>
                  <a:pt x="639" y="231"/>
                </a:lnTo>
                <a:lnTo>
                  <a:pt x="638" y="231"/>
                </a:lnTo>
                <a:lnTo>
                  <a:pt x="637" y="231"/>
                </a:lnTo>
                <a:lnTo>
                  <a:pt x="637" y="230"/>
                </a:lnTo>
                <a:lnTo>
                  <a:pt x="637" y="231"/>
                </a:lnTo>
                <a:lnTo>
                  <a:pt x="637" y="232"/>
                </a:lnTo>
                <a:lnTo>
                  <a:pt x="637" y="231"/>
                </a:lnTo>
                <a:lnTo>
                  <a:pt x="638" y="231"/>
                </a:lnTo>
                <a:lnTo>
                  <a:pt x="639" y="232"/>
                </a:lnTo>
                <a:lnTo>
                  <a:pt x="638" y="232"/>
                </a:lnTo>
                <a:lnTo>
                  <a:pt x="637" y="232"/>
                </a:lnTo>
                <a:lnTo>
                  <a:pt x="637" y="233"/>
                </a:lnTo>
                <a:lnTo>
                  <a:pt x="636" y="232"/>
                </a:lnTo>
                <a:lnTo>
                  <a:pt x="636" y="233"/>
                </a:lnTo>
                <a:lnTo>
                  <a:pt x="635" y="233"/>
                </a:lnTo>
                <a:lnTo>
                  <a:pt x="634" y="234"/>
                </a:lnTo>
                <a:lnTo>
                  <a:pt x="633" y="235"/>
                </a:lnTo>
                <a:lnTo>
                  <a:pt x="632" y="237"/>
                </a:lnTo>
                <a:lnTo>
                  <a:pt x="631" y="237"/>
                </a:lnTo>
                <a:lnTo>
                  <a:pt x="631" y="238"/>
                </a:lnTo>
                <a:lnTo>
                  <a:pt x="632" y="238"/>
                </a:lnTo>
                <a:lnTo>
                  <a:pt x="631" y="239"/>
                </a:lnTo>
                <a:lnTo>
                  <a:pt x="630" y="240"/>
                </a:lnTo>
                <a:lnTo>
                  <a:pt x="630" y="241"/>
                </a:lnTo>
                <a:lnTo>
                  <a:pt x="629" y="241"/>
                </a:lnTo>
                <a:lnTo>
                  <a:pt x="629" y="240"/>
                </a:lnTo>
                <a:lnTo>
                  <a:pt x="628" y="239"/>
                </a:lnTo>
                <a:lnTo>
                  <a:pt x="629" y="239"/>
                </a:lnTo>
                <a:lnTo>
                  <a:pt x="629" y="240"/>
                </a:lnTo>
                <a:lnTo>
                  <a:pt x="629" y="239"/>
                </a:lnTo>
                <a:lnTo>
                  <a:pt x="628" y="239"/>
                </a:lnTo>
                <a:lnTo>
                  <a:pt x="627" y="239"/>
                </a:lnTo>
                <a:lnTo>
                  <a:pt x="627" y="238"/>
                </a:lnTo>
                <a:lnTo>
                  <a:pt x="626" y="238"/>
                </a:lnTo>
                <a:lnTo>
                  <a:pt x="627" y="237"/>
                </a:lnTo>
                <a:lnTo>
                  <a:pt x="628" y="237"/>
                </a:lnTo>
                <a:lnTo>
                  <a:pt x="628" y="236"/>
                </a:lnTo>
                <a:lnTo>
                  <a:pt x="628" y="235"/>
                </a:lnTo>
                <a:lnTo>
                  <a:pt x="627" y="235"/>
                </a:lnTo>
                <a:lnTo>
                  <a:pt x="627" y="236"/>
                </a:lnTo>
                <a:lnTo>
                  <a:pt x="627" y="237"/>
                </a:lnTo>
                <a:lnTo>
                  <a:pt x="627" y="236"/>
                </a:lnTo>
                <a:lnTo>
                  <a:pt x="626" y="237"/>
                </a:lnTo>
                <a:lnTo>
                  <a:pt x="626" y="238"/>
                </a:lnTo>
                <a:lnTo>
                  <a:pt x="625" y="238"/>
                </a:lnTo>
                <a:lnTo>
                  <a:pt x="624" y="238"/>
                </a:lnTo>
                <a:lnTo>
                  <a:pt x="624" y="239"/>
                </a:lnTo>
                <a:lnTo>
                  <a:pt x="623" y="239"/>
                </a:lnTo>
                <a:lnTo>
                  <a:pt x="622" y="240"/>
                </a:lnTo>
                <a:lnTo>
                  <a:pt x="622" y="241"/>
                </a:lnTo>
                <a:lnTo>
                  <a:pt x="621" y="242"/>
                </a:lnTo>
                <a:lnTo>
                  <a:pt x="621" y="243"/>
                </a:lnTo>
                <a:lnTo>
                  <a:pt x="620" y="244"/>
                </a:lnTo>
                <a:lnTo>
                  <a:pt x="620" y="245"/>
                </a:lnTo>
                <a:lnTo>
                  <a:pt x="620" y="247"/>
                </a:lnTo>
                <a:lnTo>
                  <a:pt x="621" y="248"/>
                </a:lnTo>
                <a:lnTo>
                  <a:pt x="622" y="248"/>
                </a:lnTo>
                <a:lnTo>
                  <a:pt x="622" y="249"/>
                </a:lnTo>
                <a:lnTo>
                  <a:pt x="621" y="249"/>
                </a:lnTo>
                <a:lnTo>
                  <a:pt x="621" y="250"/>
                </a:lnTo>
                <a:lnTo>
                  <a:pt x="621" y="252"/>
                </a:lnTo>
                <a:lnTo>
                  <a:pt x="622" y="253"/>
                </a:lnTo>
                <a:lnTo>
                  <a:pt x="622" y="254"/>
                </a:lnTo>
                <a:lnTo>
                  <a:pt x="622" y="255"/>
                </a:lnTo>
                <a:lnTo>
                  <a:pt x="623" y="255"/>
                </a:lnTo>
                <a:lnTo>
                  <a:pt x="622" y="256"/>
                </a:lnTo>
                <a:lnTo>
                  <a:pt x="622" y="257"/>
                </a:lnTo>
                <a:lnTo>
                  <a:pt x="621" y="257"/>
                </a:lnTo>
                <a:lnTo>
                  <a:pt x="621" y="258"/>
                </a:lnTo>
                <a:lnTo>
                  <a:pt x="621" y="257"/>
                </a:lnTo>
                <a:lnTo>
                  <a:pt x="620" y="257"/>
                </a:lnTo>
                <a:lnTo>
                  <a:pt x="619" y="257"/>
                </a:lnTo>
                <a:lnTo>
                  <a:pt x="619" y="258"/>
                </a:lnTo>
                <a:lnTo>
                  <a:pt x="618" y="259"/>
                </a:lnTo>
                <a:lnTo>
                  <a:pt x="618" y="260"/>
                </a:lnTo>
                <a:lnTo>
                  <a:pt x="618" y="261"/>
                </a:lnTo>
                <a:lnTo>
                  <a:pt x="617" y="262"/>
                </a:lnTo>
                <a:lnTo>
                  <a:pt x="617" y="263"/>
                </a:lnTo>
                <a:lnTo>
                  <a:pt x="617" y="264"/>
                </a:lnTo>
                <a:lnTo>
                  <a:pt x="616" y="264"/>
                </a:lnTo>
                <a:lnTo>
                  <a:pt x="615" y="264"/>
                </a:lnTo>
                <a:lnTo>
                  <a:pt x="615" y="263"/>
                </a:lnTo>
                <a:lnTo>
                  <a:pt x="614" y="263"/>
                </a:lnTo>
                <a:lnTo>
                  <a:pt x="613" y="263"/>
                </a:lnTo>
                <a:lnTo>
                  <a:pt x="612" y="263"/>
                </a:lnTo>
                <a:lnTo>
                  <a:pt x="611" y="263"/>
                </a:lnTo>
                <a:lnTo>
                  <a:pt x="611" y="264"/>
                </a:lnTo>
                <a:lnTo>
                  <a:pt x="610" y="264"/>
                </a:lnTo>
                <a:lnTo>
                  <a:pt x="609" y="264"/>
                </a:lnTo>
                <a:lnTo>
                  <a:pt x="608" y="264"/>
                </a:lnTo>
                <a:lnTo>
                  <a:pt x="607" y="264"/>
                </a:lnTo>
                <a:lnTo>
                  <a:pt x="607" y="265"/>
                </a:lnTo>
                <a:lnTo>
                  <a:pt x="606" y="265"/>
                </a:lnTo>
                <a:lnTo>
                  <a:pt x="605" y="264"/>
                </a:lnTo>
                <a:lnTo>
                  <a:pt x="604" y="264"/>
                </a:lnTo>
                <a:lnTo>
                  <a:pt x="603" y="264"/>
                </a:lnTo>
                <a:lnTo>
                  <a:pt x="603" y="263"/>
                </a:lnTo>
                <a:lnTo>
                  <a:pt x="602" y="263"/>
                </a:lnTo>
                <a:lnTo>
                  <a:pt x="601" y="262"/>
                </a:lnTo>
                <a:lnTo>
                  <a:pt x="601" y="261"/>
                </a:lnTo>
                <a:lnTo>
                  <a:pt x="600" y="261"/>
                </a:lnTo>
                <a:lnTo>
                  <a:pt x="599" y="262"/>
                </a:lnTo>
                <a:lnTo>
                  <a:pt x="598" y="262"/>
                </a:lnTo>
                <a:lnTo>
                  <a:pt x="597" y="262"/>
                </a:lnTo>
                <a:lnTo>
                  <a:pt x="596" y="262"/>
                </a:lnTo>
                <a:lnTo>
                  <a:pt x="595" y="263"/>
                </a:lnTo>
                <a:lnTo>
                  <a:pt x="594" y="264"/>
                </a:lnTo>
                <a:lnTo>
                  <a:pt x="593" y="265"/>
                </a:lnTo>
                <a:lnTo>
                  <a:pt x="592" y="265"/>
                </a:lnTo>
                <a:lnTo>
                  <a:pt x="591" y="267"/>
                </a:lnTo>
                <a:lnTo>
                  <a:pt x="590" y="268"/>
                </a:lnTo>
                <a:lnTo>
                  <a:pt x="588" y="270"/>
                </a:lnTo>
                <a:lnTo>
                  <a:pt x="587" y="271"/>
                </a:lnTo>
                <a:lnTo>
                  <a:pt x="585" y="273"/>
                </a:lnTo>
                <a:lnTo>
                  <a:pt x="584" y="274"/>
                </a:lnTo>
                <a:lnTo>
                  <a:pt x="583" y="274"/>
                </a:lnTo>
                <a:lnTo>
                  <a:pt x="582" y="274"/>
                </a:lnTo>
                <a:lnTo>
                  <a:pt x="582" y="275"/>
                </a:lnTo>
                <a:lnTo>
                  <a:pt x="581" y="275"/>
                </a:lnTo>
                <a:lnTo>
                  <a:pt x="581" y="276"/>
                </a:lnTo>
                <a:lnTo>
                  <a:pt x="580" y="276"/>
                </a:lnTo>
                <a:lnTo>
                  <a:pt x="580" y="275"/>
                </a:lnTo>
                <a:lnTo>
                  <a:pt x="580" y="274"/>
                </a:lnTo>
                <a:lnTo>
                  <a:pt x="579" y="274"/>
                </a:lnTo>
                <a:lnTo>
                  <a:pt x="579" y="273"/>
                </a:lnTo>
                <a:lnTo>
                  <a:pt x="578" y="273"/>
                </a:lnTo>
                <a:lnTo>
                  <a:pt x="576" y="273"/>
                </a:lnTo>
                <a:lnTo>
                  <a:pt x="575" y="273"/>
                </a:lnTo>
                <a:lnTo>
                  <a:pt x="574" y="273"/>
                </a:lnTo>
                <a:lnTo>
                  <a:pt x="573" y="274"/>
                </a:lnTo>
                <a:lnTo>
                  <a:pt x="572" y="274"/>
                </a:lnTo>
                <a:lnTo>
                  <a:pt x="572" y="275"/>
                </a:lnTo>
                <a:lnTo>
                  <a:pt x="571" y="274"/>
                </a:lnTo>
                <a:lnTo>
                  <a:pt x="571" y="275"/>
                </a:lnTo>
                <a:lnTo>
                  <a:pt x="570" y="275"/>
                </a:lnTo>
                <a:lnTo>
                  <a:pt x="570" y="276"/>
                </a:lnTo>
                <a:lnTo>
                  <a:pt x="569" y="276"/>
                </a:lnTo>
                <a:lnTo>
                  <a:pt x="569" y="277"/>
                </a:lnTo>
                <a:lnTo>
                  <a:pt x="568" y="277"/>
                </a:lnTo>
                <a:lnTo>
                  <a:pt x="568" y="278"/>
                </a:lnTo>
                <a:lnTo>
                  <a:pt x="567" y="278"/>
                </a:lnTo>
                <a:lnTo>
                  <a:pt x="567" y="277"/>
                </a:lnTo>
                <a:lnTo>
                  <a:pt x="568" y="277"/>
                </a:lnTo>
                <a:lnTo>
                  <a:pt x="568" y="276"/>
                </a:lnTo>
                <a:lnTo>
                  <a:pt x="567" y="276"/>
                </a:lnTo>
                <a:lnTo>
                  <a:pt x="567" y="277"/>
                </a:lnTo>
                <a:lnTo>
                  <a:pt x="566" y="277"/>
                </a:lnTo>
                <a:lnTo>
                  <a:pt x="565" y="277"/>
                </a:lnTo>
                <a:lnTo>
                  <a:pt x="564" y="278"/>
                </a:lnTo>
                <a:lnTo>
                  <a:pt x="563" y="279"/>
                </a:lnTo>
                <a:lnTo>
                  <a:pt x="562" y="278"/>
                </a:lnTo>
                <a:lnTo>
                  <a:pt x="561" y="278"/>
                </a:lnTo>
                <a:lnTo>
                  <a:pt x="560" y="279"/>
                </a:lnTo>
                <a:lnTo>
                  <a:pt x="559" y="279"/>
                </a:lnTo>
                <a:lnTo>
                  <a:pt x="559" y="280"/>
                </a:lnTo>
                <a:lnTo>
                  <a:pt x="558" y="281"/>
                </a:lnTo>
                <a:lnTo>
                  <a:pt x="557" y="282"/>
                </a:lnTo>
                <a:lnTo>
                  <a:pt x="556" y="284"/>
                </a:lnTo>
                <a:lnTo>
                  <a:pt x="555" y="284"/>
                </a:lnTo>
                <a:lnTo>
                  <a:pt x="554" y="283"/>
                </a:lnTo>
                <a:lnTo>
                  <a:pt x="553" y="282"/>
                </a:lnTo>
                <a:lnTo>
                  <a:pt x="554" y="282"/>
                </a:lnTo>
                <a:lnTo>
                  <a:pt x="554" y="281"/>
                </a:lnTo>
                <a:lnTo>
                  <a:pt x="554" y="280"/>
                </a:lnTo>
                <a:lnTo>
                  <a:pt x="554" y="279"/>
                </a:lnTo>
                <a:lnTo>
                  <a:pt x="554" y="278"/>
                </a:lnTo>
                <a:lnTo>
                  <a:pt x="553" y="278"/>
                </a:lnTo>
                <a:lnTo>
                  <a:pt x="553" y="277"/>
                </a:lnTo>
                <a:lnTo>
                  <a:pt x="553" y="276"/>
                </a:lnTo>
                <a:lnTo>
                  <a:pt x="554" y="276"/>
                </a:lnTo>
                <a:lnTo>
                  <a:pt x="555" y="277"/>
                </a:lnTo>
                <a:lnTo>
                  <a:pt x="555" y="276"/>
                </a:lnTo>
                <a:lnTo>
                  <a:pt x="554" y="276"/>
                </a:lnTo>
                <a:lnTo>
                  <a:pt x="554" y="275"/>
                </a:lnTo>
                <a:lnTo>
                  <a:pt x="553" y="275"/>
                </a:lnTo>
                <a:lnTo>
                  <a:pt x="552" y="275"/>
                </a:lnTo>
                <a:lnTo>
                  <a:pt x="551" y="274"/>
                </a:lnTo>
                <a:lnTo>
                  <a:pt x="550" y="273"/>
                </a:lnTo>
                <a:lnTo>
                  <a:pt x="549" y="273"/>
                </a:lnTo>
                <a:lnTo>
                  <a:pt x="547" y="273"/>
                </a:lnTo>
                <a:lnTo>
                  <a:pt x="545" y="273"/>
                </a:lnTo>
                <a:lnTo>
                  <a:pt x="545" y="272"/>
                </a:lnTo>
                <a:lnTo>
                  <a:pt x="545" y="271"/>
                </a:lnTo>
                <a:lnTo>
                  <a:pt x="545" y="270"/>
                </a:lnTo>
                <a:lnTo>
                  <a:pt x="544" y="270"/>
                </a:lnTo>
                <a:lnTo>
                  <a:pt x="543" y="270"/>
                </a:lnTo>
                <a:lnTo>
                  <a:pt x="542" y="270"/>
                </a:lnTo>
                <a:lnTo>
                  <a:pt x="541" y="270"/>
                </a:lnTo>
                <a:lnTo>
                  <a:pt x="540" y="270"/>
                </a:lnTo>
                <a:lnTo>
                  <a:pt x="539" y="271"/>
                </a:lnTo>
                <a:lnTo>
                  <a:pt x="538" y="271"/>
                </a:lnTo>
                <a:lnTo>
                  <a:pt x="537" y="272"/>
                </a:lnTo>
                <a:lnTo>
                  <a:pt x="537" y="271"/>
                </a:lnTo>
                <a:lnTo>
                  <a:pt x="536" y="272"/>
                </a:lnTo>
                <a:lnTo>
                  <a:pt x="536" y="273"/>
                </a:lnTo>
                <a:lnTo>
                  <a:pt x="535" y="273"/>
                </a:lnTo>
                <a:lnTo>
                  <a:pt x="534" y="274"/>
                </a:lnTo>
                <a:lnTo>
                  <a:pt x="533" y="274"/>
                </a:lnTo>
                <a:lnTo>
                  <a:pt x="533" y="275"/>
                </a:lnTo>
                <a:lnTo>
                  <a:pt x="533" y="276"/>
                </a:lnTo>
                <a:lnTo>
                  <a:pt x="532" y="276"/>
                </a:lnTo>
                <a:lnTo>
                  <a:pt x="532" y="277"/>
                </a:lnTo>
                <a:lnTo>
                  <a:pt x="532" y="278"/>
                </a:lnTo>
                <a:lnTo>
                  <a:pt x="531" y="278"/>
                </a:lnTo>
                <a:lnTo>
                  <a:pt x="531" y="279"/>
                </a:lnTo>
                <a:lnTo>
                  <a:pt x="530" y="280"/>
                </a:lnTo>
                <a:lnTo>
                  <a:pt x="529" y="281"/>
                </a:lnTo>
                <a:lnTo>
                  <a:pt x="530" y="281"/>
                </a:lnTo>
                <a:lnTo>
                  <a:pt x="529" y="282"/>
                </a:lnTo>
                <a:lnTo>
                  <a:pt x="529" y="283"/>
                </a:lnTo>
                <a:lnTo>
                  <a:pt x="529" y="284"/>
                </a:lnTo>
                <a:lnTo>
                  <a:pt x="530" y="284"/>
                </a:lnTo>
                <a:lnTo>
                  <a:pt x="530" y="286"/>
                </a:lnTo>
                <a:lnTo>
                  <a:pt x="531" y="287"/>
                </a:lnTo>
                <a:lnTo>
                  <a:pt x="531" y="286"/>
                </a:lnTo>
                <a:lnTo>
                  <a:pt x="532" y="286"/>
                </a:lnTo>
                <a:lnTo>
                  <a:pt x="532" y="285"/>
                </a:lnTo>
                <a:lnTo>
                  <a:pt x="533" y="284"/>
                </a:lnTo>
                <a:lnTo>
                  <a:pt x="532" y="284"/>
                </a:lnTo>
                <a:lnTo>
                  <a:pt x="532" y="283"/>
                </a:lnTo>
                <a:lnTo>
                  <a:pt x="533" y="283"/>
                </a:lnTo>
                <a:lnTo>
                  <a:pt x="534" y="284"/>
                </a:lnTo>
                <a:lnTo>
                  <a:pt x="535" y="284"/>
                </a:lnTo>
                <a:lnTo>
                  <a:pt x="535" y="283"/>
                </a:lnTo>
                <a:lnTo>
                  <a:pt x="536" y="283"/>
                </a:lnTo>
                <a:lnTo>
                  <a:pt x="536" y="284"/>
                </a:lnTo>
                <a:lnTo>
                  <a:pt x="536" y="285"/>
                </a:lnTo>
                <a:lnTo>
                  <a:pt x="535" y="285"/>
                </a:lnTo>
                <a:lnTo>
                  <a:pt x="534" y="285"/>
                </a:lnTo>
                <a:lnTo>
                  <a:pt x="533" y="286"/>
                </a:lnTo>
                <a:lnTo>
                  <a:pt x="533" y="287"/>
                </a:lnTo>
                <a:lnTo>
                  <a:pt x="532" y="288"/>
                </a:lnTo>
                <a:lnTo>
                  <a:pt x="532" y="289"/>
                </a:lnTo>
                <a:lnTo>
                  <a:pt x="532" y="290"/>
                </a:lnTo>
                <a:lnTo>
                  <a:pt x="533" y="290"/>
                </a:lnTo>
                <a:lnTo>
                  <a:pt x="533" y="291"/>
                </a:lnTo>
                <a:lnTo>
                  <a:pt x="534" y="291"/>
                </a:lnTo>
                <a:lnTo>
                  <a:pt x="533" y="291"/>
                </a:lnTo>
                <a:lnTo>
                  <a:pt x="533" y="292"/>
                </a:lnTo>
                <a:lnTo>
                  <a:pt x="533" y="293"/>
                </a:lnTo>
                <a:lnTo>
                  <a:pt x="532" y="292"/>
                </a:lnTo>
                <a:lnTo>
                  <a:pt x="532" y="291"/>
                </a:lnTo>
                <a:lnTo>
                  <a:pt x="531" y="291"/>
                </a:lnTo>
                <a:lnTo>
                  <a:pt x="530" y="291"/>
                </a:lnTo>
                <a:lnTo>
                  <a:pt x="529" y="291"/>
                </a:lnTo>
                <a:lnTo>
                  <a:pt x="528" y="290"/>
                </a:lnTo>
                <a:lnTo>
                  <a:pt x="526" y="290"/>
                </a:lnTo>
                <a:lnTo>
                  <a:pt x="526" y="289"/>
                </a:lnTo>
                <a:lnTo>
                  <a:pt x="525" y="289"/>
                </a:lnTo>
                <a:lnTo>
                  <a:pt x="525" y="288"/>
                </a:lnTo>
                <a:lnTo>
                  <a:pt x="524" y="288"/>
                </a:lnTo>
                <a:lnTo>
                  <a:pt x="523" y="288"/>
                </a:lnTo>
                <a:lnTo>
                  <a:pt x="522" y="288"/>
                </a:lnTo>
                <a:lnTo>
                  <a:pt x="521" y="288"/>
                </a:lnTo>
                <a:lnTo>
                  <a:pt x="520" y="289"/>
                </a:lnTo>
                <a:lnTo>
                  <a:pt x="519" y="289"/>
                </a:lnTo>
                <a:lnTo>
                  <a:pt x="518" y="289"/>
                </a:lnTo>
                <a:lnTo>
                  <a:pt x="517" y="289"/>
                </a:lnTo>
                <a:lnTo>
                  <a:pt x="516" y="289"/>
                </a:lnTo>
                <a:lnTo>
                  <a:pt x="516" y="288"/>
                </a:lnTo>
                <a:lnTo>
                  <a:pt x="515" y="288"/>
                </a:lnTo>
                <a:lnTo>
                  <a:pt x="514" y="288"/>
                </a:lnTo>
                <a:lnTo>
                  <a:pt x="514" y="287"/>
                </a:lnTo>
                <a:lnTo>
                  <a:pt x="513" y="286"/>
                </a:lnTo>
                <a:lnTo>
                  <a:pt x="513" y="285"/>
                </a:lnTo>
                <a:lnTo>
                  <a:pt x="512" y="285"/>
                </a:lnTo>
                <a:lnTo>
                  <a:pt x="513" y="284"/>
                </a:lnTo>
                <a:lnTo>
                  <a:pt x="513" y="283"/>
                </a:lnTo>
                <a:lnTo>
                  <a:pt x="513" y="282"/>
                </a:lnTo>
                <a:lnTo>
                  <a:pt x="514" y="282"/>
                </a:lnTo>
                <a:lnTo>
                  <a:pt x="515" y="283"/>
                </a:lnTo>
                <a:lnTo>
                  <a:pt x="516" y="283"/>
                </a:lnTo>
                <a:lnTo>
                  <a:pt x="517" y="283"/>
                </a:lnTo>
                <a:lnTo>
                  <a:pt x="518" y="283"/>
                </a:lnTo>
                <a:lnTo>
                  <a:pt x="519" y="283"/>
                </a:lnTo>
                <a:lnTo>
                  <a:pt x="519" y="282"/>
                </a:lnTo>
                <a:lnTo>
                  <a:pt x="520" y="282"/>
                </a:lnTo>
                <a:lnTo>
                  <a:pt x="521" y="282"/>
                </a:lnTo>
                <a:lnTo>
                  <a:pt x="520" y="281"/>
                </a:lnTo>
                <a:lnTo>
                  <a:pt x="519" y="279"/>
                </a:lnTo>
                <a:lnTo>
                  <a:pt x="517" y="279"/>
                </a:lnTo>
                <a:lnTo>
                  <a:pt x="517" y="280"/>
                </a:lnTo>
                <a:lnTo>
                  <a:pt x="516" y="280"/>
                </a:lnTo>
                <a:lnTo>
                  <a:pt x="515" y="280"/>
                </a:lnTo>
                <a:lnTo>
                  <a:pt x="515" y="281"/>
                </a:lnTo>
                <a:lnTo>
                  <a:pt x="514" y="282"/>
                </a:lnTo>
                <a:lnTo>
                  <a:pt x="513" y="281"/>
                </a:lnTo>
                <a:lnTo>
                  <a:pt x="513" y="280"/>
                </a:lnTo>
                <a:lnTo>
                  <a:pt x="512" y="280"/>
                </a:lnTo>
                <a:lnTo>
                  <a:pt x="512" y="279"/>
                </a:lnTo>
                <a:lnTo>
                  <a:pt x="511" y="279"/>
                </a:lnTo>
                <a:lnTo>
                  <a:pt x="510" y="279"/>
                </a:lnTo>
                <a:lnTo>
                  <a:pt x="510" y="278"/>
                </a:lnTo>
                <a:lnTo>
                  <a:pt x="508" y="278"/>
                </a:lnTo>
                <a:lnTo>
                  <a:pt x="507" y="279"/>
                </a:lnTo>
                <a:lnTo>
                  <a:pt x="506" y="279"/>
                </a:lnTo>
                <a:lnTo>
                  <a:pt x="505" y="279"/>
                </a:lnTo>
                <a:lnTo>
                  <a:pt x="504" y="279"/>
                </a:lnTo>
                <a:lnTo>
                  <a:pt x="503" y="279"/>
                </a:lnTo>
                <a:lnTo>
                  <a:pt x="503" y="280"/>
                </a:lnTo>
                <a:lnTo>
                  <a:pt x="502" y="280"/>
                </a:lnTo>
                <a:lnTo>
                  <a:pt x="502" y="279"/>
                </a:lnTo>
                <a:lnTo>
                  <a:pt x="503" y="279"/>
                </a:lnTo>
                <a:lnTo>
                  <a:pt x="503" y="278"/>
                </a:lnTo>
                <a:lnTo>
                  <a:pt x="503" y="277"/>
                </a:lnTo>
                <a:lnTo>
                  <a:pt x="504" y="277"/>
                </a:lnTo>
                <a:lnTo>
                  <a:pt x="504" y="276"/>
                </a:lnTo>
                <a:lnTo>
                  <a:pt x="506" y="276"/>
                </a:lnTo>
                <a:lnTo>
                  <a:pt x="506" y="275"/>
                </a:lnTo>
                <a:lnTo>
                  <a:pt x="507" y="274"/>
                </a:lnTo>
                <a:lnTo>
                  <a:pt x="507" y="275"/>
                </a:lnTo>
                <a:lnTo>
                  <a:pt x="507" y="272"/>
                </a:lnTo>
                <a:lnTo>
                  <a:pt x="508" y="272"/>
                </a:lnTo>
                <a:lnTo>
                  <a:pt x="508" y="273"/>
                </a:lnTo>
                <a:lnTo>
                  <a:pt x="509" y="272"/>
                </a:lnTo>
                <a:lnTo>
                  <a:pt x="510" y="272"/>
                </a:lnTo>
                <a:lnTo>
                  <a:pt x="510" y="271"/>
                </a:lnTo>
                <a:lnTo>
                  <a:pt x="510" y="268"/>
                </a:lnTo>
                <a:lnTo>
                  <a:pt x="510" y="267"/>
                </a:lnTo>
                <a:lnTo>
                  <a:pt x="511" y="267"/>
                </a:lnTo>
                <a:lnTo>
                  <a:pt x="511" y="266"/>
                </a:lnTo>
                <a:lnTo>
                  <a:pt x="511" y="267"/>
                </a:lnTo>
                <a:lnTo>
                  <a:pt x="510" y="267"/>
                </a:lnTo>
                <a:lnTo>
                  <a:pt x="509" y="267"/>
                </a:lnTo>
                <a:lnTo>
                  <a:pt x="510" y="268"/>
                </a:lnTo>
                <a:lnTo>
                  <a:pt x="510" y="269"/>
                </a:lnTo>
                <a:lnTo>
                  <a:pt x="510" y="270"/>
                </a:lnTo>
                <a:lnTo>
                  <a:pt x="510" y="271"/>
                </a:lnTo>
                <a:lnTo>
                  <a:pt x="509" y="271"/>
                </a:lnTo>
                <a:lnTo>
                  <a:pt x="508" y="271"/>
                </a:lnTo>
                <a:lnTo>
                  <a:pt x="508" y="272"/>
                </a:lnTo>
                <a:lnTo>
                  <a:pt x="507" y="272"/>
                </a:lnTo>
                <a:lnTo>
                  <a:pt x="507" y="273"/>
                </a:lnTo>
                <a:lnTo>
                  <a:pt x="507" y="274"/>
                </a:lnTo>
                <a:lnTo>
                  <a:pt x="506" y="274"/>
                </a:lnTo>
                <a:lnTo>
                  <a:pt x="505" y="275"/>
                </a:lnTo>
                <a:lnTo>
                  <a:pt x="505" y="276"/>
                </a:lnTo>
                <a:lnTo>
                  <a:pt x="504" y="276"/>
                </a:lnTo>
                <a:lnTo>
                  <a:pt x="504" y="275"/>
                </a:lnTo>
                <a:lnTo>
                  <a:pt x="503" y="275"/>
                </a:lnTo>
                <a:lnTo>
                  <a:pt x="501" y="274"/>
                </a:lnTo>
                <a:lnTo>
                  <a:pt x="500" y="274"/>
                </a:lnTo>
                <a:lnTo>
                  <a:pt x="500" y="275"/>
                </a:lnTo>
                <a:lnTo>
                  <a:pt x="499" y="275"/>
                </a:lnTo>
                <a:lnTo>
                  <a:pt x="498" y="275"/>
                </a:lnTo>
                <a:lnTo>
                  <a:pt x="497" y="276"/>
                </a:lnTo>
                <a:lnTo>
                  <a:pt x="497" y="277"/>
                </a:lnTo>
                <a:lnTo>
                  <a:pt x="497" y="278"/>
                </a:lnTo>
                <a:lnTo>
                  <a:pt x="498" y="279"/>
                </a:lnTo>
                <a:lnTo>
                  <a:pt x="498" y="278"/>
                </a:lnTo>
                <a:lnTo>
                  <a:pt x="499" y="279"/>
                </a:lnTo>
                <a:lnTo>
                  <a:pt x="499" y="280"/>
                </a:lnTo>
                <a:lnTo>
                  <a:pt x="498" y="280"/>
                </a:lnTo>
                <a:lnTo>
                  <a:pt x="497" y="280"/>
                </a:lnTo>
                <a:lnTo>
                  <a:pt x="498" y="280"/>
                </a:lnTo>
                <a:lnTo>
                  <a:pt x="498" y="279"/>
                </a:lnTo>
                <a:lnTo>
                  <a:pt x="497" y="279"/>
                </a:lnTo>
                <a:lnTo>
                  <a:pt x="496" y="279"/>
                </a:lnTo>
                <a:lnTo>
                  <a:pt x="496" y="278"/>
                </a:lnTo>
                <a:lnTo>
                  <a:pt x="496" y="277"/>
                </a:lnTo>
                <a:lnTo>
                  <a:pt x="495" y="277"/>
                </a:lnTo>
                <a:lnTo>
                  <a:pt x="494" y="277"/>
                </a:lnTo>
                <a:lnTo>
                  <a:pt x="493" y="277"/>
                </a:lnTo>
                <a:lnTo>
                  <a:pt x="492" y="277"/>
                </a:lnTo>
                <a:lnTo>
                  <a:pt x="491" y="278"/>
                </a:lnTo>
                <a:lnTo>
                  <a:pt x="489" y="278"/>
                </a:lnTo>
                <a:lnTo>
                  <a:pt x="488" y="278"/>
                </a:lnTo>
                <a:lnTo>
                  <a:pt x="487" y="279"/>
                </a:lnTo>
                <a:lnTo>
                  <a:pt x="486" y="279"/>
                </a:lnTo>
                <a:lnTo>
                  <a:pt x="487" y="279"/>
                </a:lnTo>
                <a:lnTo>
                  <a:pt x="486" y="278"/>
                </a:lnTo>
                <a:lnTo>
                  <a:pt x="486" y="279"/>
                </a:lnTo>
                <a:lnTo>
                  <a:pt x="486" y="280"/>
                </a:lnTo>
                <a:lnTo>
                  <a:pt x="486" y="282"/>
                </a:lnTo>
                <a:lnTo>
                  <a:pt x="486" y="283"/>
                </a:lnTo>
                <a:lnTo>
                  <a:pt x="485" y="283"/>
                </a:lnTo>
                <a:lnTo>
                  <a:pt x="484" y="283"/>
                </a:lnTo>
                <a:lnTo>
                  <a:pt x="484" y="284"/>
                </a:lnTo>
                <a:lnTo>
                  <a:pt x="483" y="284"/>
                </a:lnTo>
                <a:lnTo>
                  <a:pt x="483" y="285"/>
                </a:lnTo>
                <a:lnTo>
                  <a:pt x="484" y="286"/>
                </a:lnTo>
                <a:lnTo>
                  <a:pt x="485" y="286"/>
                </a:lnTo>
                <a:lnTo>
                  <a:pt x="484" y="287"/>
                </a:lnTo>
                <a:lnTo>
                  <a:pt x="484" y="288"/>
                </a:lnTo>
                <a:lnTo>
                  <a:pt x="482" y="288"/>
                </a:lnTo>
                <a:lnTo>
                  <a:pt x="481" y="289"/>
                </a:lnTo>
                <a:lnTo>
                  <a:pt x="480" y="289"/>
                </a:lnTo>
                <a:lnTo>
                  <a:pt x="479" y="289"/>
                </a:lnTo>
                <a:lnTo>
                  <a:pt x="480" y="289"/>
                </a:lnTo>
                <a:lnTo>
                  <a:pt x="479" y="289"/>
                </a:lnTo>
                <a:lnTo>
                  <a:pt x="479" y="288"/>
                </a:lnTo>
                <a:lnTo>
                  <a:pt x="478" y="288"/>
                </a:lnTo>
                <a:lnTo>
                  <a:pt x="477" y="287"/>
                </a:lnTo>
                <a:lnTo>
                  <a:pt x="477" y="286"/>
                </a:lnTo>
                <a:lnTo>
                  <a:pt x="477" y="285"/>
                </a:lnTo>
                <a:lnTo>
                  <a:pt x="478" y="285"/>
                </a:lnTo>
                <a:lnTo>
                  <a:pt x="478" y="284"/>
                </a:lnTo>
                <a:lnTo>
                  <a:pt x="477" y="284"/>
                </a:lnTo>
                <a:lnTo>
                  <a:pt x="476" y="283"/>
                </a:lnTo>
                <a:lnTo>
                  <a:pt x="475" y="283"/>
                </a:lnTo>
                <a:lnTo>
                  <a:pt x="474" y="283"/>
                </a:lnTo>
                <a:lnTo>
                  <a:pt x="473" y="283"/>
                </a:lnTo>
                <a:lnTo>
                  <a:pt x="472" y="282"/>
                </a:lnTo>
                <a:lnTo>
                  <a:pt x="471" y="282"/>
                </a:lnTo>
                <a:lnTo>
                  <a:pt x="471" y="281"/>
                </a:lnTo>
                <a:lnTo>
                  <a:pt x="471" y="282"/>
                </a:lnTo>
                <a:lnTo>
                  <a:pt x="470" y="282"/>
                </a:lnTo>
                <a:lnTo>
                  <a:pt x="470" y="283"/>
                </a:lnTo>
                <a:lnTo>
                  <a:pt x="471" y="283"/>
                </a:lnTo>
                <a:lnTo>
                  <a:pt x="471" y="284"/>
                </a:lnTo>
                <a:lnTo>
                  <a:pt x="471" y="285"/>
                </a:lnTo>
                <a:lnTo>
                  <a:pt x="472" y="285"/>
                </a:lnTo>
                <a:lnTo>
                  <a:pt x="472" y="286"/>
                </a:lnTo>
                <a:lnTo>
                  <a:pt x="473" y="286"/>
                </a:lnTo>
                <a:lnTo>
                  <a:pt x="474" y="286"/>
                </a:lnTo>
                <a:lnTo>
                  <a:pt x="475" y="286"/>
                </a:lnTo>
                <a:lnTo>
                  <a:pt x="475" y="287"/>
                </a:lnTo>
                <a:lnTo>
                  <a:pt x="476" y="287"/>
                </a:lnTo>
                <a:lnTo>
                  <a:pt x="477" y="288"/>
                </a:lnTo>
                <a:lnTo>
                  <a:pt x="478" y="289"/>
                </a:lnTo>
                <a:lnTo>
                  <a:pt x="479" y="289"/>
                </a:lnTo>
                <a:lnTo>
                  <a:pt x="479" y="290"/>
                </a:lnTo>
                <a:lnTo>
                  <a:pt x="478" y="291"/>
                </a:lnTo>
                <a:lnTo>
                  <a:pt x="476" y="293"/>
                </a:lnTo>
                <a:lnTo>
                  <a:pt x="475" y="294"/>
                </a:lnTo>
                <a:lnTo>
                  <a:pt x="475" y="295"/>
                </a:lnTo>
                <a:lnTo>
                  <a:pt x="474" y="295"/>
                </a:lnTo>
                <a:lnTo>
                  <a:pt x="474" y="296"/>
                </a:lnTo>
                <a:lnTo>
                  <a:pt x="474" y="297"/>
                </a:lnTo>
                <a:lnTo>
                  <a:pt x="473" y="297"/>
                </a:lnTo>
                <a:lnTo>
                  <a:pt x="473" y="298"/>
                </a:lnTo>
                <a:lnTo>
                  <a:pt x="473" y="299"/>
                </a:lnTo>
                <a:lnTo>
                  <a:pt x="473" y="300"/>
                </a:lnTo>
                <a:lnTo>
                  <a:pt x="473" y="301"/>
                </a:lnTo>
                <a:lnTo>
                  <a:pt x="474" y="301"/>
                </a:lnTo>
                <a:lnTo>
                  <a:pt x="474" y="302"/>
                </a:lnTo>
                <a:lnTo>
                  <a:pt x="474" y="303"/>
                </a:lnTo>
                <a:lnTo>
                  <a:pt x="473" y="303"/>
                </a:lnTo>
                <a:lnTo>
                  <a:pt x="472" y="303"/>
                </a:lnTo>
                <a:lnTo>
                  <a:pt x="472" y="304"/>
                </a:lnTo>
                <a:lnTo>
                  <a:pt x="471" y="304"/>
                </a:lnTo>
                <a:lnTo>
                  <a:pt x="471" y="303"/>
                </a:lnTo>
                <a:lnTo>
                  <a:pt x="472" y="302"/>
                </a:lnTo>
                <a:lnTo>
                  <a:pt x="471" y="301"/>
                </a:lnTo>
                <a:lnTo>
                  <a:pt x="472" y="301"/>
                </a:lnTo>
                <a:lnTo>
                  <a:pt x="472" y="300"/>
                </a:lnTo>
                <a:lnTo>
                  <a:pt x="471" y="299"/>
                </a:lnTo>
                <a:lnTo>
                  <a:pt x="470" y="299"/>
                </a:lnTo>
                <a:lnTo>
                  <a:pt x="470" y="298"/>
                </a:lnTo>
                <a:lnTo>
                  <a:pt x="469" y="298"/>
                </a:lnTo>
                <a:lnTo>
                  <a:pt x="468" y="298"/>
                </a:lnTo>
                <a:lnTo>
                  <a:pt x="467" y="298"/>
                </a:lnTo>
                <a:lnTo>
                  <a:pt x="466" y="298"/>
                </a:lnTo>
                <a:lnTo>
                  <a:pt x="466" y="299"/>
                </a:lnTo>
                <a:lnTo>
                  <a:pt x="465" y="299"/>
                </a:lnTo>
                <a:lnTo>
                  <a:pt x="464" y="299"/>
                </a:lnTo>
                <a:lnTo>
                  <a:pt x="463" y="299"/>
                </a:lnTo>
                <a:lnTo>
                  <a:pt x="463" y="298"/>
                </a:lnTo>
                <a:lnTo>
                  <a:pt x="462" y="299"/>
                </a:lnTo>
                <a:lnTo>
                  <a:pt x="461" y="299"/>
                </a:lnTo>
                <a:lnTo>
                  <a:pt x="460" y="299"/>
                </a:lnTo>
                <a:lnTo>
                  <a:pt x="461" y="299"/>
                </a:lnTo>
                <a:lnTo>
                  <a:pt x="460" y="299"/>
                </a:lnTo>
                <a:lnTo>
                  <a:pt x="459" y="298"/>
                </a:lnTo>
                <a:lnTo>
                  <a:pt x="458" y="298"/>
                </a:lnTo>
                <a:lnTo>
                  <a:pt x="458" y="297"/>
                </a:lnTo>
                <a:lnTo>
                  <a:pt x="459" y="297"/>
                </a:lnTo>
                <a:lnTo>
                  <a:pt x="459" y="296"/>
                </a:lnTo>
                <a:lnTo>
                  <a:pt x="459" y="295"/>
                </a:lnTo>
                <a:lnTo>
                  <a:pt x="459" y="294"/>
                </a:lnTo>
                <a:lnTo>
                  <a:pt x="458" y="293"/>
                </a:lnTo>
                <a:lnTo>
                  <a:pt x="458" y="292"/>
                </a:lnTo>
                <a:lnTo>
                  <a:pt x="458" y="291"/>
                </a:lnTo>
                <a:lnTo>
                  <a:pt x="459" y="290"/>
                </a:lnTo>
                <a:lnTo>
                  <a:pt x="459" y="289"/>
                </a:lnTo>
                <a:lnTo>
                  <a:pt x="459" y="288"/>
                </a:lnTo>
                <a:lnTo>
                  <a:pt x="458" y="287"/>
                </a:lnTo>
                <a:lnTo>
                  <a:pt x="458" y="286"/>
                </a:lnTo>
                <a:lnTo>
                  <a:pt x="459" y="286"/>
                </a:lnTo>
                <a:lnTo>
                  <a:pt x="458" y="286"/>
                </a:lnTo>
                <a:lnTo>
                  <a:pt x="458" y="285"/>
                </a:lnTo>
                <a:lnTo>
                  <a:pt x="458" y="284"/>
                </a:lnTo>
                <a:lnTo>
                  <a:pt x="459" y="284"/>
                </a:lnTo>
                <a:lnTo>
                  <a:pt x="459" y="283"/>
                </a:lnTo>
                <a:lnTo>
                  <a:pt x="460" y="283"/>
                </a:lnTo>
                <a:lnTo>
                  <a:pt x="460" y="282"/>
                </a:lnTo>
                <a:lnTo>
                  <a:pt x="461" y="282"/>
                </a:lnTo>
                <a:lnTo>
                  <a:pt x="462" y="282"/>
                </a:lnTo>
                <a:lnTo>
                  <a:pt x="463" y="280"/>
                </a:lnTo>
                <a:lnTo>
                  <a:pt x="464" y="280"/>
                </a:lnTo>
                <a:lnTo>
                  <a:pt x="465" y="280"/>
                </a:lnTo>
                <a:lnTo>
                  <a:pt x="466" y="279"/>
                </a:lnTo>
                <a:lnTo>
                  <a:pt x="464" y="277"/>
                </a:lnTo>
                <a:lnTo>
                  <a:pt x="464" y="276"/>
                </a:lnTo>
                <a:lnTo>
                  <a:pt x="463" y="276"/>
                </a:lnTo>
                <a:lnTo>
                  <a:pt x="463" y="275"/>
                </a:lnTo>
                <a:lnTo>
                  <a:pt x="462" y="274"/>
                </a:lnTo>
                <a:lnTo>
                  <a:pt x="462" y="275"/>
                </a:lnTo>
                <a:lnTo>
                  <a:pt x="462" y="274"/>
                </a:lnTo>
                <a:lnTo>
                  <a:pt x="463" y="276"/>
                </a:lnTo>
                <a:lnTo>
                  <a:pt x="462" y="276"/>
                </a:lnTo>
                <a:lnTo>
                  <a:pt x="462" y="275"/>
                </a:lnTo>
                <a:lnTo>
                  <a:pt x="461" y="275"/>
                </a:lnTo>
                <a:lnTo>
                  <a:pt x="462" y="276"/>
                </a:lnTo>
                <a:lnTo>
                  <a:pt x="462" y="278"/>
                </a:lnTo>
                <a:lnTo>
                  <a:pt x="461" y="278"/>
                </a:lnTo>
                <a:lnTo>
                  <a:pt x="461" y="279"/>
                </a:lnTo>
                <a:lnTo>
                  <a:pt x="460" y="279"/>
                </a:lnTo>
                <a:lnTo>
                  <a:pt x="460" y="280"/>
                </a:lnTo>
                <a:lnTo>
                  <a:pt x="459" y="280"/>
                </a:lnTo>
                <a:lnTo>
                  <a:pt x="458" y="280"/>
                </a:lnTo>
                <a:lnTo>
                  <a:pt x="457" y="280"/>
                </a:lnTo>
                <a:lnTo>
                  <a:pt x="457" y="279"/>
                </a:lnTo>
                <a:lnTo>
                  <a:pt x="457" y="280"/>
                </a:lnTo>
                <a:lnTo>
                  <a:pt x="457" y="279"/>
                </a:lnTo>
                <a:lnTo>
                  <a:pt x="457" y="278"/>
                </a:lnTo>
                <a:lnTo>
                  <a:pt x="456" y="278"/>
                </a:lnTo>
                <a:lnTo>
                  <a:pt x="456" y="279"/>
                </a:lnTo>
                <a:lnTo>
                  <a:pt x="455" y="279"/>
                </a:lnTo>
                <a:lnTo>
                  <a:pt x="454" y="279"/>
                </a:lnTo>
                <a:lnTo>
                  <a:pt x="453" y="279"/>
                </a:lnTo>
                <a:lnTo>
                  <a:pt x="454" y="280"/>
                </a:lnTo>
                <a:lnTo>
                  <a:pt x="453" y="280"/>
                </a:lnTo>
                <a:lnTo>
                  <a:pt x="452" y="280"/>
                </a:lnTo>
                <a:lnTo>
                  <a:pt x="451" y="280"/>
                </a:lnTo>
                <a:lnTo>
                  <a:pt x="451" y="281"/>
                </a:lnTo>
                <a:lnTo>
                  <a:pt x="450" y="281"/>
                </a:lnTo>
                <a:lnTo>
                  <a:pt x="449" y="282"/>
                </a:lnTo>
                <a:lnTo>
                  <a:pt x="449" y="283"/>
                </a:lnTo>
                <a:lnTo>
                  <a:pt x="446" y="284"/>
                </a:lnTo>
                <a:lnTo>
                  <a:pt x="445" y="284"/>
                </a:lnTo>
                <a:lnTo>
                  <a:pt x="445" y="285"/>
                </a:lnTo>
                <a:lnTo>
                  <a:pt x="444" y="285"/>
                </a:lnTo>
                <a:lnTo>
                  <a:pt x="443" y="285"/>
                </a:lnTo>
                <a:lnTo>
                  <a:pt x="442" y="285"/>
                </a:lnTo>
                <a:lnTo>
                  <a:pt x="442" y="286"/>
                </a:lnTo>
                <a:lnTo>
                  <a:pt x="443" y="286"/>
                </a:lnTo>
                <a:lnTo>
                  <a:pt x="443" y="287"/>
                </a:lnTo>
                <a:lnTo>
                  <a:pt x="443" y="288"/>
                </a:lnTo>
                <a:lnTo>
                  <a:pt x="444" y="288"/>
                </a:lnTo>
                <a:lnTo>
                  <a:pt x="444" y="289"/>
                </a:lnTo>
                <a:lnTo>
                  <a:pt x="443" y="289"/>
                </a:lnTo>
                <a:lnTo>
                  <a:pt x="442" y="289"/>
                </a:lnTo>
                <a:lnTo>
                  <a:pt x="442" y="288"/>
                </a:lnTo>
                <a:lnTo>
                  <a:pt x="441" y="288"/>
                </a:lnTo>
                <a:lnTo>
                  <a:pt x="440" y="287"/>
                </a:lnTo>
                <a:lnTo>
                  <a:pt x="439" y="287"/>
                </a:lnTo>
                <a:lnTo>
                  <a:pt x="440" y="288"/>
                </a:lnTo>
                <a:lnTo>
                  <a:pt x="440" y="289"/>
                </a:lnTo>
                <a:lnTo>
                  <a:pt x="440" y="290"/>
                </a:lnTo>
                <a:lnTo>
                  <a:pt x="439" y="290"/>
                </a:lnTo>
                <a:lnTo>
                  <a:pt x="438" y="290"/>
                </a:lnTo>
                <a:lnTo>
                  <a:pt x="438" y="291"/>
                </a:lnTo>
                <a:lnTo>
                  <a:pt x="438" y="292"/>
                </a:lnTo>
                <a:lnTo>
                  <a:pt x="437" y="292"/>
                </a:lnTo>
                <a:lnTo>
                  <a:pt x="437" y="293"/>
                </a:lnTo>
                <a:lnTo>
                  <a:pt x="436" y="293"/>
                </a:lnTo>
                <a:lnTo>
                  <a:pt x="437" y="293"/>
                </a:lnTo>
                <a:lnTo>
                  <a:pt x="437" y="294"/>
                </a:lnTo>
                <a:lnTo>
                  <a:pt x="438" y="294"/>
                </a:lnTo>
                <a:lnTo>
                  <a:pt x="438" y="293"/>
                </a:lnTo>
                <a:lnTo>
                  <a:pt x="439" y="293"/>
                </a:lnTo>
                <a:lnTo>
                  <a:pt x="440" y="293"/>
                </a:lnTo>
                <a:lnTo>
                  <a:pt x="441" y="293"/>
                </a:lnTo>
                <a:lnTo>
                  <a:pt x="442" y="293"/>
                </a:lnTo>
                <a:lnTo>
                  <a:pt x="443" y="293"/>
                </a:lnTo>
                <a:lnTo>
                  <a:pt x="443" y="292"/>
                </a:lnTo>
                <a:lnTo>
                  <a:pt x="444" y="292"/>
                </a:lnTo>
                <a:lnTo>
                  <a:pt x="445" y="293"/>
                </a:lnTo>
                <a:lnTo>
                  <a:pt x="445" y="294"/>
                </a:lnTo>
                <a:lnTo>
                  <a:pt x="444" y="294"/>
                </a:lnTo>
                <a:lnTo>
                  <a:pt x="444" y="295"/>
                </a:lnTo>
                <a:lnTo>
                  <a:pt x="444" y="296"/>
                </a:lnTo>
                <a:lnTo>
                  <a:pt x="444" y="297"/>
                </a:lnTo>
                <a:lnTo>
                  <a:pt x="443" y="297"/>
                </a:lnTo>
                <a:lnTo>
                  <a:pt x="442" y="297"/>
                </a:lnTo>
                <a:lnTo>
                  <a:pt x="441" y="298"/>
                </a:lnTo>
                <a:lnTo>
                  <a:pt x="440" y="299"/>
                </a:lnTo>
                <a:lnTo>
                  <a:pt x="439" y="299"/>
                </a:lnTo>
                <a:lnTo>
                  <a:pt x="438" y="299"/>
                </a:lnTo>
                <a:lnTo>
                  <a:pt x="437" y="299"/>
                </a:lnTo>
                <a:lnTo>
                  <a:pt x="437" y="300"/>
                </a:lnTo>
                <a:lnTo>
                  <a:pt x="437" y="301"/>
                </a:lnTo>
                <a:lnTo>
                  <a:pt x="437" y="302"/>
                </a:lnTo>
                <a:lnTo>
                  <a:pt x="437" y="303"/>
                </a:lnTo>
                <a:lnTo>
                  <a:pt x="438" y="303"/>
                </a:lnTo>
                <a:lnTo>
                  <a:pt x="439" y="302"/>
                </a:lnTo>
                <a:lnTo>
                  <a:pt x="440" y="301"/>
                </a:lnTo>
                <a:lnTo>
                  <a:pt x="441" y="301"/>
                </a:lnTo>
                <a:lnTo>
                  <a:pt x="441" y="302"/>
                </a:lnTo>
                <a:lnTo>
                  <a:pt x="442" y="303"/>
                </a:lnTo>
                <a:lnTo>
                  <a:pt x="443" y="304"/>
                </a:lnTo>
                <a:lnTo>
                  <a:pt x="444" y="304"/>
                </a:lnTo>
                <a:lnTo>
                  <a:pt x="445" y="304"/>
                </a:lnTo>
                <a:lnTo>
                  <a:pt x="446" y="304"/>
                </a:lnTo>
                <a:lnTo>
                  <a:pt x="446" y="305"/>
                </a:lnTo>
                <a:lnTo>
                  <a:pt x="446" y="306"/>
                </a:lnTo>
                <a:lnTo>
                  <a:pt x="447" y="306"/>
                </a:lnTo>
                <a:lnTo>
                  <a:pt x="448" y="307"/>
                </a:lnTo>
                <a:lnTo>
                  <a:pt x="448" y="308"/>
                </a:lnTo>
                <a:lnTo>
                  <a:pt x="447" y="308"/>
                </a:lnTo>
                <a:lnTo>
                  <a:pt x="447" y="309"/>
                </a:lnTo>
                <a:lnTo>
                  <a:pt x="446" y="309"/>
                </a:lnTo>
                <a:lnTo>
                  <a:pt x="445" y="309"/>
                </a:lnTo>
                <a:lnTo>
                  <a:pt x="444" y="309"/>
                </a:lnTo>
                <a:lnTo>
                  <a:pt x="444" y="310"/>
                </a:lnTo>
                <a:lnTo>
                  <a:pt x="443" y="310"/>
                </a:lnTo>
                <a:lnTo>
                  <a:pt x="442" y="311"/>
                </a:lnTo>
                <a:lnTo>
                  <a:pt x="441" y="311"/>
                </a:lnTo>
                <a:lnTo>
                  <a:pt x="441" y="310"/>
                </a:lnTo>
                <a:lnTo>
                  <a:pt x="440" y="310"/>
                </a:lnTo>
                <a:lnTo>
                  <a:pt x="440" y="311"/>
                </a:lnTo>
                <a:lnTo>
                  <a:pt x="439" y="311"/>
                </a:lnTo>
                <a:lnTo>
                  <a:pt x="439" y="312"/>
                </a:lnTo>
                <a:lnTo>
                  <a:pt x="439" y="313"/>
                </a:lnTo>
                <a:lnTo>
                  <a:pt x="438" y="313"/>
                </a:lnTo>
                <a:lnTo>
                  <a:pt x="437" y="314"/>
                </a:lnTo>
                <a:lnTo>
                  <a:pt x="436" y="313"/>
                </a:lnTo>
                <a:lnTo>
                  <a:pt x="436" y="312"/>
                </a:lnTo>
                <a:lnTo>
                  <a:pt x="435" y="312"/>
                </a:lnTo>
                <a:lnTo>
                  <a:pt x="435" y="311"/>
                </a:lnTo>
                <a:lnTo>
                  <a:pt x="436" y="310"/>
                </a:lnTo>
                <a:lnTo>
                  <a:pt x="436" y="309"/>
                </a:lnTo>
                <a:lnTo>
                  <a:pt x="435" y="309"/>
                </a:lnTo>
                <a:lnTo>
                  <a:pt x="435" y="308"/>
                </a:lnTo>
                <a:lnTo>
                  <a:pt x="435" y="307"/>
                </a:lnTo>
                <a:lnTo>
                  <a:pt x="435" y="306"/>
                </a:lnTo>
                <a:lnTo>
                  <a:pt x="436" y="306"/>
                </a:lnTo>
                <a:lnTo>
                  <a:pt x="436" y="305"/>
                </a:lnTo>
                <a:lnTo>
                  <a:pt x="435" y="305"/>
                </a:lnTo>
                <a:lnTo>
                  <a:pt x="435" y="304"/>
                </a:lnTo>
                <a:lnTo>
                  <a:pt x="434" y="304"/>
                </a:lnTo>
                <a:lnTo>
                  <a:pt x="434" y="303"/>
                </a:lnTo>
                <a:lnTo>
                  <a:pt x="433" y="302"/>
                </a:lnTo>
                <a:lnTo>
                  <a:pt x="433" y="301"/>
                </a:lnTo>
                <a:lnTo>
                  <a:pt x="432" y="301"/>
                </a:lnTo>
                <a:lnTo>
                  <a:pt x="431" y="301"/>
                </a:lnTo>
                <a:lnTo>
                  <a:pt x="431" y="300"/>
                </a:lnTo>
                <a:lnTo>
                  <a:pt x="431" y="299"/>
                </a:lnTo>
                <a:lnTo>
                  <a:pt x="430" y="298"/>
                </a:lnTo>
                <a:lnTo>
                  <a:pt x="429" y="298"/>
                </a:lnTo>
                <a:lnTo>
                  <a:pt x="429" y="297"/>
                </a:lnTo>
                <a:lnTo>
                  <a:pt x="428" y="297"/>
                </a:lnTo>
                <a:lnTo>
                  <a:pt x="427" y="297"/>
                </a:lnTo>
                <a:lnTo>
                  <a:pt x="426" y="297"/>
                </a:lnTo>
                <a:lnTo>
                  <a:pt x="425" y="297"/>
                </a:lnTo>
                <a:lnTo>
                  <a:pt x="425" y="298"/>
                </a:lnTo>
                <a:lnTo>
                  <a:pt x="424" y="298"/>
                </a:lnTo>
                <a:lnTo>
                  <a:pt x="423" y="298"/>
                </a:lnTo>
                <a:lnTo>
                  <a:pt x="422" y="298"/>
                </a:lnTo>
                <a:lnTo>
                  <a:pt x="421" y="298"/>
                </a:lnTo>
                <a:lnTo>
                  <a:pt x="420" y="298"/>
                </a:lnTo>
                <a:lnTo>
                  <a:pt x="419" y="298"/>
                </a:lnTo>
                <a:lnTo>
                  <a:pt x="419" y="299"/>
                </a:lnTo>
                <a:lnTo>
                  <a:pt x="419" y="300"/>
                </a:lnTo>
                <a:lnTo>
                  <a:pt x="419" y="301"/>
                </a:lnTo>
                <a:lnTo>
                  <a:pt x="418" y="301"/>
                </a:lnTo>
                <a:lnTo>
                  <a:pt x="417" y="300"/>
                </a:lnTo>
                <a:lnTo>
                  <a:pt x="416" y="299"/>
                </a:lnTo>
                <a:lnTo>
                  <a:pt x="416" y="300"/>
                </a:lnTo>
                <a:lnTo>
                  <a:pt x="413" y="302"/>
                </a:lnTo>
                <a:lnTo>
                  <a:pt x="413" y="303"/>
                </a:lnTo>
                <a:lnTo>
                  <a:pt x="413" y="304"/>
                </a:lnTo>
                <a:lnTo>
                  <a:pt x="412" y="304"/>
                </a:lnTo>
                <a:lnTo>
                  <a:pt x="411" y="303"/>
                </a:lnTo>
                <a:lnTo>
                  <a:pt x="409" y="303"/>
                </a:lnTo>
                <a:lnTo>
                  <a:pt x="408" y="303"/>
                </a:lnTo>
                <a:lnTo>
                  <a:pt x="407" y="302"/>
                </a:lnTo>
                <a:lnTo>
                  <a:pt x="406" y="302"/>
                </a:lnTo>
                <a:lnTo>
                  <a:pt x="406" y="303"/>
                </a:lnTo>
                <a:lnTo>
                  <a:pt x="405" y="303"/>
                </a:lnTo>
                <a:lnTo>
                  <a:pt x="405" y="304"/>
                </a:lnTo>
                <a:lnTo>
                  <a:pt x="404" y="304"/>
                </a:lnTo>
                <a:lnTo>
                  <a:pt x="403" y="304"/>
                </a:lnTo>
                <a:lnTo>
                  <a:pt x="403" y="305"/>
                </a:lnTo>
                <a:lnTo>
                  <a:pt x="402" y="305"/>
                </a:lnTo>
                <a:lnTo>
                  <a:pt x="402" y="306"/>
                </a:lnTo>
                <a:lnTo>
                  <a:pt x="401" y="305"/>
                </a:lnTo>
                <a:lnTo>
                  <a:pt x="400" y="305"/>
                </a:lnTo>
                <a:lnTo>
                  <a:pt x="399" y="305"/>
                </a:lnTo>
                <a:lnTo>
                  <a:pt x="399" y="306"/>
                </a:lnTo>
                <a:lnTo>
                  <a:pt x="399" y="307"/>
                </a:lnTo>
                <a:lnTo>
                  <a:pt x="398" y="307"/>
                </a:lnTo>
                <a:lnTo>
                  <a:pt x="397" y="307"/>
                </a:lnTo>
                <a:lnTo>
                  <a:pt x="397" y="308"/>
                </a:lnTo>
                <a:lnTo>
                  <a:pt x="396" y="308"/>
                </a:lnTo>
                <a:lnTo>
                  <a:pt x="395" y="308"/>
                </a:lnTo>
                <a:lnTo>
                  <a:pt x="395" y="307"/>
                </a:lnTo>
                <a:lnTo>
                  <a:pt x="394" y="307"/>
                </a:lnTo>
                <a:lnTo>
                  <a:pt x="393" y="306"/>
                </a:lnTo>
                <a:lnTo>
                  <a:pt x="392" y="306"/>
                </a:lnTo>
                <a:lnTo>
                  <a:pt x="391" y="306"/>
                </a:lnTo>
                <a:lnTo>
                  <a:pt x="392" y="306"/>
                </a:lnTo>
                <a:lnTo>
                  <a:pt x="391" y="306"/>
                </a:lnTo>
                <a:lnTo>
                  <a:pt x="388" y="306"/>
                </a:lnTo>
                <a:lnTo>
                  <a:pt x="387" y="306"/>
                </a:lnTo>
                <a:lnTo>
                  <a:pt x="387" y="309"/>
                </a:lnTo>
                <a:lnTo>
                  <a:pt x="386" y="310"/>
                </a:lnTo>
                <a:lnTo>
                  <a:pt x="386" y="311"/>
                </a:lnTo>
                <a:lnTo>
                  <a:pt x="385" y="311"/>
                </a:lnTo>
                <a:lnTo>
                  <a:pt x="385" y="310"/>
                </a:lnTo>
                <a:lnTo>
                  <a:pt x="384" y="310"/>
                </a:lnTo>
                <a:lnTo>
                  <a:pt x="383" y="311"/>
                </a:lnTo>
                <a:lnTo>
                  <a:pt x="383" y="312"/>
                </a:lnTo>
                <a:lnTo>
                  <a:pt x="382" y="312"/>
                </a:lnTo>
                <a:lnTo>
                  <a:pt x="382" y="313"/>
                </a:lnTo>
                <a:lnTo>
                  <a:pt x="382" y="314"/>
                </a:lnTo>
                <a:lnTo>
                  <a:pt x="381" y="314"/>
                </a:lnTo>
                <a:lnTo>
                  <a:pt x="381" y="313"/>
                </a:lnTo>
                <a:lnTo>
                  <a:pt x="380" y="311"/>
                </a:lnTo>
                <a:lnTo>
                  <a:pt x="380" y="310"/>
                </a:lnTo>
                <a:lnTo>
                  <a:pt x="379" y="309"/>
                </a:lnTo>
                <a:lnTo>
                  <a:pt x="379" y="308"/>
                </a:lnTo>
                <a:lnTo>
                  <a:pt x="379" y="307"/>
                </a:lnTo>
                <a:lnTo>
                  <a:pt x="380" y="307"/>
                </a:lnTo>
                <a:lnTo>
                  <a:pt x="381" y="306"/>
                </a:lnTo>
                <a:lnTo>
                  <a:pt x="381" y="305"/>
                </a:lnTo>
                <a:lnTo>
                  <a:pt x="382" y="304"/>
                </a:lnTo>
                <a:lnTo>
                  <a:pt x="381" y="304"/>
                </a:lnTo>
                <a:lnTo>
                  <a:pt x="380" y="304"/>
                </a:lnTo>
                <a:lnTo>
                  <a:pt x="380" y="303"/>
                </a:lnTo>
                <a:lnTo>
                  <a:pt x="379" y="303"/>
                </a:lnTo>
                <a:lnTo>
                  <a:pt x="380" y="306"/>
                </a:lnTo>
                <a:lnTo>
                  <a:pt x="379" y="306"/>
                </a:lnTo>
                <a:lnTo>
                  <a:pt x="378" y="303"/>
                </a:lnTo>
                <a:lnTo>
                  <a:pt x="378" y="302"/>
                </a:lnTo>
                <a:lnTo>
                  <a:pt x="377" y="301"/>
                </a:lnTo>
                <a:lnTo>
                  <a:pt x="377" y="300"/>
                </a:lnTo>
                <a:lnTo>
                  <a:pt x="376" y="300"/>
                </a:lnTo>
                <a:lnTo>
                  <a:pt x="377" y="300"/>
                </a:lnTo>
                <a:lnTo>
                  <a:pt x="376" y="297"/>
                </a:lnTo>
                <a:lnTo>
                  <a:pt x="374" y="298"/>
                </a:lnTo>
                <a:lnTo>
                  <a:pt x="373" y="296"/>
                </a:lnTo>
                <a:lnTo>
                  <a:pt x="372" y="293"/>
                </a:lnTo>
                <a:lnTo>
                  <a:pt x="371" y="291"/>
                </a:lnTo>
                <a:lnTo>
                  <a:pt x="370" y="290"/>
                </a:lnTo>
                <a:lnTo>
                  <a:pt x="371" y="290"/>
                </a:lnTo>
                <a:lnTo>
                  <a:pt x="370" y="290"/>
                </a:lnTo>
                <a:lnTo>
                  <a:pt x="370" y="289"/>
                </a:lnTo>
                <a:lnTo>
                  <a:pt x="369" y="288"/>
                </a:lnTo>
                <a:lnTo>
                  <a:pt x="369" y="287"/>
                </a:lnTo>
                <a:lnTo>
                  <a:pt x="369" y="286"/>
                </a:lnTo>
                <a:lnTo>
                  <a:pt x="370" y="285"/>
                </a:lnTo>
                <a:lnTo>
                  <a:pt x="370" y="284"/>
                </a:lnTo>
                <a:lnTo>
                  <a:pt x="369" y="285"/>
                </a:lnTo>
                <a:lnTo>
                  <a:pt x="369" y="284"/>
                </a:lnTo>
                <a:lnTo>
                  <a:pt x="368" y="283"/>
                </a:lnTo>
                <a:lnTo>
                  <a:pt x="367" y="283"/>
                </a:lnTo>
                <a:lnTo>
                  <a:pt x="366" y="283"/>
                </a:lnTo>
                <a:lnTo>
                  <a:pt x="366" y="282"/>
                </a:lnTo>
                <a:lnTo>
                  <a:pt x="366" y="283"/>
                </a:lnTo>
                <a:lnTo>
                  <a:pt x="366" y="284"/>
                </a:lnTo>
                <a:lnTo>
                  <a:pt x="363" y="284"/>
                </a:lnTo>
                <a:lnTo>
                  <a:pt x="362" y="284"/>
                </a:lnTo>
                <a:lnTo>
                  <a:pt x="361" y="283"/>
                </a:lnTo>
                <a:lnTo>
                  <a:pt x="361" y="282"/>
                </a:lnTo>
                <a:lnTo>
                  <a:pt x="360" y="282"/>
                </a:lnTo>
                <a:lnTo>
                  <a:pt x="357" y="282"/>
                </a:lnTo>
                <a:lnTo>
                  <a:pt x="357" y="283"/>
                </a:lnTo>
                <a:lnTo>
                  <a:pt x="356" y="284"/>
                </a:lnTo>
                <a:lnTo>
                  <a:pt x="355" y="284"/>
                </a:lnTo>
                <a:lnTo>
                  <a:pt x="354" y="284"/>
                </a:lnTo>
                <a:lnTo>
                  <a:pt x="353" y="284"/>
                </a:lnTo>
                <a:lnTo>
                  <a:pt x="352" y="284"/>
                </a:lnTo>
                <a:lnTo>
                  <a:pt x="352" y="283"/>
                </a:lnTo>
                <a:lnTo>
                  <a:pt x="351" y="284"/>
                </a:lnTo>
                <a:lnTo>
                  <a:pt x="352" y="285"/>
                </a:lnTo>
                <a:lnTo>
                  <a:pt x="353" y="285"/>
                </a:lnTo>
                <a:lnTo>
                  <a:pt x="353" y="286"/>
                </a:lnTo>
                <a:lnTo>
                  <a:pt x="354" y="288"/>
                </a:lnTo>
                <a:lnTo>
                  <a:pt x="354" y="289"/>
                </a:lnTo>
                <a:lnTo>
                  <a:pt x="355" y="289"/>
                </a:lnTo>
                <a:lnTo>
                  <a:pt x="356" y="290"/>
                </a:lnTo>
                <a:lnTo>
                  <a:pt x="357" y="290"/>
                </a:lnTo>
                <a:lnTo>
                  <a:pt x="358" y="292"/>
                </a:lnTo>
                <a:lnTo>
                  <a:pt x="358" y="293"/>
                </a:lnTo>
                <a:lnTo>
                  <a:pt x="359" y="294"/>
                </a:lnTo>
                <a:lnTo>
                  <a:pt x="360" y="294"/>
                </a:lnTo>
                <a:lnTo>
                  <a:pt x="360" y="295"/>
                </a:lnTo>
                <a:lnTo>
                  <a:pt x="360" y="296"/>
                </a:lnTo>
                <a:lnTo>
                  <a:pt x="360" y="297"/>
                </a:lnTo>
                <a:lnTo>
                  <a:pt x="361" y="298"/>
                </a:lnTo>
                <a:lnTo>
                  <a:pt x="360" y="299"/>
                </a:lnTo>
                <a:lnTo>
                  <a:pt x="358" y="301"/>
                </a:lnTo>
                <a:lnTo>
                  <a:pt x="357" y="300"/>
                </a:lnTo>
                <a:lnTo>
                  <a:pt x="357" y="299"/>
                </a:lnTo>
                <a:lnTo>
                  <a:pt x="356" y="298"/>
                </a:lnTo>
                <a:lnTo>
                  <a:pt x="355" y="297"/>
                </a:lnTo>
                <a:lnTo>
                  <a:pt x="355" y="298"/>
                </a:lnTo>
                <a:lnTo>
                  <a:pt x="354" y="298"/>
                </a:lnTo>
                <a:lnTo>
                  <a:pt x="354" y="299"/>
                </a:lnTo>
                <a:lnTo>
                  <a:pt x="353" y="299"/>
                </a:lnTo>
                <a:lnTo>
                  <a:pt x="354" y="299"/>
                </a:lnTo>
                <a:lnTo>
                  <a:pt x="353" y="300"/>
                </a:lnTo>
                <a:lnTo>
                  <a:pt x="352" y="300"/>
                </a:lnTo>
                <a:lnTo>
                  <a:pt x="351" y="300"/>
                </a:lnTo>
                <a:lnTo>
                  <a:pt x="352" y="301"/>
                </a:lnTo>
                <a:lnTo>
                  <a:pt x="352" y="300"/>
                </a:lnTo>
                <a:lnTo>
                  <a:pt x="353" y="300"/>
                </a:lnTo>
                <a:lnTo>
                  <a:pt x="354" y="300"/>
                </a:lnTo>
                <a:lnTo>
                  <a:pt x="355" y="300"/>
                </a:lnTo>
                <a:lnTo>
                  <a:pt x="356" y="301"/>
                </a:lnTo>
                <a:lnTo>
                  <a:pt x="357" y="301"/>
                </a:lnTo>
                <a:lnTo>
                  <a:pt x="357" y="302"/>
                </a:lnTo>
                <a:lnTo>
                  <a:pt x="358" y="303"/>
                </a:lnTo>
                <a:lnTo>
                  <a:pt x="358" y="304"/>
                </a:lnTo>
                <a:lnTo>
                  <a:pt x="358" y="307"/>
                </a:lnTo>
                <a:lnTo>
                  <a:pt x="358" y="308"/>
                </a:lnTo>
                <a:lnTo>
                  <a:pt x="357" y="308"/>
                </a:lnTo>
                <a:lnTo>
                  <a:pt x="356" y="308"/>
                </a:lnTo>
                <a:lnTo>
                  <a:pt x="355" y="308"/>
                </a:lnTo>
                <a:lnTo>
                  <a:pt x="355" y="309"/>
                </a:lnTo>
                <a:lnTo>
                  <a:pt x="355" y="308"/>
                </a:lnTo>
                <a:lnTo>
                  <a:pt x="355" y="307"/>
                </a:lnTo>
                <a:lnTo>
                  <a:pt x="354" y="306"/>
                </a:lnTo>
                <a:lnTo>
                  <a:pt x="354" y="305"/>
                </a:lnTo>
                <a:lnTo>
                  <a:pt x="354" y="304"/>
                </a:lnTo>
                <a:lnTo>
                  <a:pt x="354" y="303"/>
                </a:lnTo>
                <a:lnTo>
                  <a:pt x="353" y="302"/>
                </a:lnTo>
                <a:lnTo>
                  <a:pt x="353" y="303"/>
                </a:lnTo>
                <a:lnTo>
                  <a:pt x="354" y="304"/>
                </a:lnTo>
                <a:lnTo>
                  <a:pt x="354" y="306"/>
                </a:lnTo>
                <a:lnTo>
                  <a:pt x="354" y="308"/>
                </a:lnTo>
                <a:lnTo>
                  <a:pt x="354" y="309"/>
                </a:lnTo>
                <a:lnTo>
                  <a:pt x="354" y="310"/>
                </a:lnTo>
                <a:lnTo>
                  <a:pt x="353" y="312"/>
                </a:lnTo>
                <a:lnTo>
                  <a:pt x="354" y="312"/>
                </a:lnTo>
                <a:lnTo>
                  <a:pt x="354" y="316"/>
                </a:lnTo>
                <a:lnTo>
                  <a:pt x="353" y="317"/>
                </a:lnTo>
                <a:lnTo>
                  <a:pt x="352" y="317"/>
                </a:lnTo>
                <a:lnTo>
                  <a:pt x="352" y="319"/>
                </a:lnTo>
                <a:lnTo>
                  <a:pt x="352" y="320"/>
                </a:lnTo>
                <a:lnTo>
                  <a:pt x="353" y="320"/>
                </a:lnTo>
                <a:lnTo>
                  <a:pt x="354" y="320"/>
                </a:lnTo>
                <a:lnTo>
                  <a:pt x="355" y="320"/>
                </a:lnTo>
                <a:lnTo>
                  <a:pt x="356" y="321"/>
                </a:lnTo>
                <a:lnTo>
                  <a:pt x="357" y="322"/>
                </a:lnTo>
                <a:lnTo>
                  <a:pt x="357" y="321"/>
                </a:lnTo>
                <a:lnTo>
                  <a:pt x="358" y="321"/>
                </a:lnTo>
                <a:lnTo>
                  <a:pt x="358" y="322"/>
                </a:lnTo>
                <a:lnTo>
                  <a:pt x="358" y="323"/>
                </a:lnTo>
                <a:lnTo>
                  <a:pt x="358" y="324"/>
                </a:lnTo>
                <a:lnTo>
                  <a:pt x="357" y="324"/>
                </a:lnTo>
                <a:lnTo>
                  <a:pt x="356" y="324"/>
                </a:lnTo>
                <a:lnTo>
                  <a:pt x="355" y="324"/>
                </a:lnTo>
                <a:lnTo>
                  <a:pt x="355" y="325"/>
                </a:lnTo>
                <a:lnTo>
                  <a:pt x="356" y="326"/>
                </a:lnTo>
                <a:lnTo>
                  <a:pt x="356" y="327"/>
                </a:lnTo>
                <a:lnTo>
                  <a:pt x="355" y="328"/>
                </a:lnTo>
                <a:lnTo>
                  <a:pt x="355" y="327"/>
                </a:lnTo>
                <a:lnTo>
                  <a:pt x="354" y="327"/>
                </a:lnTo>
                <a:lnTo>
                  <a:pt x="354" y="328"/>
                </a:lnTo>
                <a:lnTo>
                  <a:pt x="353" y="329"/>
                </a:lnTo>
                <a:lnTo>
                  <a:pt x="353" y="330"/>
                </a:lnTo>
                <a:lnTo>
                  <a:pt x="353" y="331"/>
                </a:lnTo>
                <a:lnTo>
                  <a:pt x="354" y="331"/>
                </a:lnTo>
                <a:lnTo>
                  <a:pt x="354" y="332"/>
                </a:lnTo>
                <a:lnTo>
                  <a:pt x="354" y="333"/>
                </a:lnTo>
                <a:lnTo>
                  <a:pt x="354" y="334"/>
                </a:lnTo>
                <a:lnTo>
                  <a:pt x="355" y="334"/>
                </a:lnTo>
                <a:lnTo>
                  <a:pt x="355" y="335"/>
                </a:lnTo>
                <a:lnTo>
                  <a:pt x="354" y="336"/>
                </a:lnTo>
                <a:lnTo>
                  <a:pt x="353" y="336"/>
                </a:lnTo>
                <a:lnTo>
                  <a:pt x="352" y="336"/>
                </a:lnTo>
                <a:lnTo>
                  <a:pt x="351" y="338"/>
                </a:lnTo>
                <a:lnTo>
                  <a:pt x="350" y="338"/>
                </a:lnTo>
                <a:lnTo>
                  <a:pt x="350" y="339"/>
                </a:lnTo>
                <a:lnTo>
                  <a:pt x="349" y="340"/>
                </a:lnTo>
                <a:lnTo>
                  <a:pt x="349" y="342"/>
                </a:lnTo>
                <a:lnTo>
                  <a:pt x="349" y="343"/>
                </a:lnTo>
                <a:lnTo>
                  <a:pt x="349" y="342"/>
                </a:lnTo>
                <a:lnTo>
                  <a:pt x="350" y="343"/>
                </a:lnTo>
                <a:lnTo>
                  <a:pt x="350" y="344"/>
                </a:lnTo>
                <a:lnTo>
                  <a:pt x="351" y="344"/>
                </a:lnTo>
                <a:lnTo>
                  <a:pt x="351" y="345"/>
                </a:lnTo>
                <a:lnTo>
                  <a:pt x="351" y="346"/>
                </a:lnTo>
                <a:lnTo>
                  <a:pt x="351" y="349"/>
                </a:lnTo>
                <a:lnTo>
                  <a:pt x="351" y="350"/>
                </a:lnTo>
                <a:lnTo>
                  <a:pt x="352" y="350"/>
                </a:lnTo>
                <a:lnTo>
                  <a:pt x="351" y="351"/>
                </a:lnTo>
                <a:lnTo>
                  <a:pt x="352" y="351"/>
                </a:lnTo>
                <a:lnTo>
                  <a:pt x="352" y="352"/>
                </a:lnTo>
                <a:lnTo>
                  <a:pt x="351" y="352"/>
                </a:lnTo>
                <a:lnTo>
                  <a:pt x="351" y="351"/>
                </a:lnTo>
                <a:lnTo>
                  <a:pt x="350" y="351"/>
                </a:lnTo>
                <a:lnTo>
                  <a:pt x="349" y="351"/>
                </a:lnTo>
                <a:lnTo>
                  <a:pt x="348" y="351"/>
                </a:lnTo>
                <a:lnTo>
                  <a:pt x="347" y="352"/>
                </a:lnTo>
                <a:lnTo>
                  <a:pt x="346" y="352"/>
                </a:lnTo>
                <a:lnTo>
                  <a:pt x="345" y="351"/>
                </a:lnTo>
                <a:lnTo>
                  <a:pt x="344" y="351"/>
                </a:lnTo>
                <a:lnTo>
                  <a:pt x="344" y="350"/>
                </a:lnTo>
                <a:lnTo>
                  <a:pt x="343" y="348"/>
                </a:lnTo>
                <a:lnTo>
                  <a:pt x="343" y="347"/>
                </a:lnTo>
                <a:lnTo>
                  <a:pt x="341" y="343"/>
                </a:lnTo>
                <a:lnTo>
                  <a:pt x="341" y="342"/>
                </a:lnTo>
                <a:lnTo>
                  <a:pt x="338" y="342"/>
                </a:lnTo>
                <a:lnTo>
                  <a:pt x="339" y="344"/>
                </a:lnTo>
                <a:lnTo>
                  <a:pt x="338" y="344"/>
                </a:lnTo>
                <a:lnTo>
                  <a:pt x="337" y="345"/>
                </a:lnTo>
                <a:lnTo>
                  <a:pt x="336" y="346"/>
                </a:lnTo>
                <a:lnTo>
                  <a:pt x="335" y="345"/>
                </a:lnTo>
                <a:lnTo>
                  <a:pt x="335" y="344"/>
                </a:lnTo>
                <a:lnTo>
                  <a:pt x="334" y="344"/>
                </a:lnTo>
                <a:lnTo>
                  <a:pt x="334" y="345"/>
                </a:lnTo>
                <a:lnTo>
                  <a:pt x="335" y="347"/>
                </a:lnTo>
                <a:lnTo>
                  <a:pt x="335" y="348"/>
                </a:lnTo>
                <a:lnTo>
                  <a:pt x="335" y="349"/>
                </a:lnTo>
                <a:lnTo>
                  <a:pt x="335" y="350"/>
                </a:lnTo>
                <a:lnTo>
                  <a:pt x="336" y="350"/>
                </a:lnTo>
                <a:lnTo>
                  <a:pt x="336" y="351"/>
                </a:lnTo>
                <a:lnTo>
                  <a:pt x="337" y="352"/>
                </a:lnTo>
                <a:lnTo>
                  <a:pt x="338" y="352"/>
                </a:lnTo>
                <a:lnTo>
                  <a:pt x="339" y="352"/>
                </a:lnTo>
                <a:lnTo>
                  <a:pt x="339" y="353"/>
                </a:lnTo>
                <a:lnTo>
                  <a:pt x="338" y="353"/>
                </a:lnTo>
                <a:lnTo>
                  <a:pt x="338" y="355"/>
                </a:lnTo>
                <a:lnTo>
                  <a:pt x="337" y="355"/>
                </a:lnTo>
                <a:lnTo>
                  <a:pt x="338" y="356"/>
                </a:lnTo>
                <a:lnTo>
                  <a:pt x="337" y="356"/>
                </a:lnTo>
                <a:lnTo>
                  <a:pt x="337" y="357"/>
                </a:lnTo>
                <a:lnTo>
                  <a:pt x="337" y="358"/>
                </a:lnTo>
                <a:lnTo>
                  <a:pt x="338" y="358"/>
                </a:lnTo>
                <a:lnTo>
                  <a:pt x="338" y="359"/>
                </a:lnTo>
                <a:lnTo>
                  <a:pt x="337" y="359"/>
                </a:lnTo>
                <a:lnTo>
                  <a:pt x="336" y="359"/>
                </a:lnTo>
                <a:lnTo>
                  <a:pt x="336" y="360"/>
                </a:lnTo>
                <a:lnTo>
                  <a:pt x="335" y="360"/>
                </a:lnTo>
                <a:lnTo>
                  <a:pt x="335" y="361"/>
                </a:lnTo>
                <a:lnTo>
                  <a:pt x="334" y="361"/>
                </a:lnTo>
                <a:lnTo>
                  <a:pt x="334" y="360"/>
                </a:lnTo>
                <a:lnTo>
                  <a:pt x="333" y="360"/>
                </a:lnTo>
                <a:lnTo>
                  <a:pt x="333" y="359"/>
                </a:lnTo>
                <a:lnTo>
                  <a:pt x="331" y="359"/>
                </a:lnTo>
                <a:lnTo>
                  <a:pt x="330" y="359"/>
                </a:lnTo>
                <a:lnTo>
                  <a:pt x="329" y="359"/>
                </a:lnTo>
                <a:lnTo>
                  <a:pt x="328" y="359"/>
                </a:lnTo>
                <a:lnTo>
                  <a:pt x="328" y="358"/>
                </a:lnTo>
                <a:lnTo>
                  <a:pt x="328" y="357"/>
                </a:lnTo>
                <a:lnTo>
                  <a:pt x="327" y="357"/>
                </a:lnTo>
                <a:lnTo>
                  <a:pt x="327" y="356"/>
                </a:lnTo>
                <a:lnTo>
                  <a:pt x="327" y="355"/>
                </a:lnTo>
                <a:lnTo>
                  <a:pt x="327" y="354"/>
                </a:lnTo>
                <a:lnTo>
                  <a:pt x="327" y="353"/>
                </a:lnTo>
                <a:lnTo>
                  <a:pt x="326" y="352"/>
                </a:lnTo>
                <a:lnTo>
                  <a:pt x="326" y="351"/>
                </a:lnTo>
                <a:lnTo>
                  <a:pt x="325" y="351"/>
                </a:lnTo>
                <a:lnTo>
                  <a:pt x="325" y="352"/>
                </a:lnTo>
                <a:lnTo>
                  <a:pt x="326" y="352"/>
                </a:lnTo>
                <a:lnTo>
                  <a:pt x="326" y="353"/>
                </a:lnTo>
                <a:lnTo>
                  <a:pt x="326" y="355"/>
                </a:lnTo>
                <a:lnTo>
                  <a:pt x="326" y="356"/>
                </a:lnTo>
                <a:lnTo>
                  <a:pt x="325" y="355"/>
                </a:lnTo>
                <a:lnTo>
                  <a:pt x="325" y="356"/>
                </a:lnTo>
                <a:lnTo>
                  <a:pt x="324" y="356"/>
                </a:lnTo>
                <a:lnTo>
                  <a:pt x="324" y="357"/>
                </a:lnTo>
                <a:lnTo>
                  <a:pt x="323" y="357"/>
                </a:lnTo>
                <a:lnTo>
                  <a:pt x="323" y="358"/>
                </a:lnTo>
                <a:lnTo>
                  <a:pt x="324" y="358"/>
                </a:lnTo>
                <a:lnTo>
                  <a:pt x="324" y="359"/>
                </a:lnTo>
                <a:lnTo>
                  <a:pt x="324" y="360"/>
                </a:lnTo>
                <a:lnTo>
                  <a:pt x="325" y="364"/>
                </a:lnTo>
                <a:lnTo>
                  <a:pt x="326" y="365"/>
                </a:lnTo>
                <a:lnTo>
                  <a:pt x="326" y="366"/>
                </a:lnTo>
                <a:lnTo>
                  <a:pt x="327" y="366"/>
                </a:lnTo>
                <a:lnTo>
                  <a:pt x="327" y="367"/>
                </a:lnTo>
                <a:lnTo>
                  <a:pt x="328" y="367"/>
                </a:lnTo>
                <a:lnTo>
                  <a:pt x="328" y="368"/>
                </a:lnTo>
                <a:lnTo>
                  <a:pt x="327" y="368"/>
                </a:lnTo>
                <a:lnTo>
                  <a:pt x="327" y="369"/>
                </a:lnTo>
                <a:lnTo>
                  <a:pt x="327" y="370"/>
                </a:lnTo>
                <a:lnTo>
                  <a:pt x="326" y="370"/>
                </a:lnTo>
                <a:lnTo>
                  <a:pt x="326" y="371"/>
                </a:lnTo>
                <a:lnTo>
                  <a:pt x="325" y="372"/>
                </a:lnTo>
                <a:lnTo>
                  <a:pt x="325" y="373"/>
                </a:lnTo>
                <a:lnTo>
                  <a:pt x="325" y="372"/>
                </a:lnTo>
                <a:lnTo>
                  <a:pt x="323" y="371"/>
                </a:lnTo>
                <a:lnTo>
                  <a:pt x="323" y="370"/>
                </a:lnTo>
                <a:lnTo>
                  <a:pt x="322" y="370"/>
                </a:lnTo>
                <a:lnTo>
                  <a:pt x="322" y="369"/>
                </a:lnTo>
                <a:lnTo>
                  <a:pt x="321" y="370"/>
                </a:lnTo>
                <a:lnTo>
                  <a:pt x="321" y="369"/>
                </a:lnTo>
                <a:lnTo>
                  <a:pt x="321" y="367"/>
                </a:lnTo>
                <a:lnTo>
                  <a:pt x="322" y="366"/>
                </a:lnTo>
                <a:lnTo>
                  <a:pt x="323" y="365"/>
                </a:lnTo>
                <a:lnTo>
                  <a:pt x="322" y="365"/>
                </a:lnTo>
                <a:lnTo>
                  <a:pt x="321" y="365"/>
                </a:lnTo>
                <a:lnTo>
                  <a:pt x="321" y="366"/>
                </a:lnTo>
                <a:lnTo>
                  <a:pt x="320" y="367"/>
                </a:lnTo>
                <a:lnTo>
                  <a:pt x="320" y="366"/>
                </a:lnTo>
                <a:lnTo>
                  <a:pt x="320" y="365"/>
                </a:lnTo>
                <a:lnTo>
                  <a:pt x="321" y="365"/>
                </a:lnTo>
                <a:lnTo>
                  <a:pt x="321" y="364"/>
                </a:lnTo>
                <a:lnTo>
                  <a:pt x="321" y="363"/>
                </a:lnTo>
                <a:lnTo>
                  <a:pt x="320" y="364"/>
                </a:lnTo>
                <a:lnTo>
                  <a:pt x="319" y="365"/>
                </a:lnTo>
                <a:lnTo>
                  <a:pt x="319" y="364"/>
                </a:lnTo>
                <a:lnTo>
                  <a:pt x="318" y="363"/>
                </a:lnTo>
                <a:lnTo>
                  <a:pt x="317" y="363"/>
                </a:lnTo>
                <a:lnTo>
                  <a:pt x="316" y="362"/>
                </a:lnTo>
                <a:lnTo>
                  <a:pt x="315" y="361"/>
                </a:lnTo>
                <a:lnTo>
                  <a:pt x="316" y="360"/>
                </a:lnTo>
                <a:lnTo>
                  <a:pt x="315" y="360"/>
                </a:lnTo>
                <a:lnTo>
                  <a:pt x="315" y="359"/>
                </a:lnTo>
                <a:lnTo>
                  <a:pt x="314" y="358"/>
                </a:lnTo>
                <a:lnTo>
                  <a:pt x="313" y="356"/>
                </a:lnTo>
                <a:lnTo>
                  <a:pt x="311" y="354"/>
                </a:lnTo>
                <a:lnTo>
                  <a:pt x="311" y="353"/>
                </a:lnTo>
                <a:lnTo>
                  <a:pt x="311" y="351"/>
                </a:lnTo>
                <a:lnTo>
                  <a:pt x="311" y="350"/>
                </a:lnTo>
                <a:lnTo>
                  <a:pt x="311" y="349"/>
                </a:lnTo>
                <a:lnTo>
                  <a:pt x="311" y="348"/>
                </a:lnTo>
                <a:lnTo>
                  <a:pt x="312" y="347"/>
                </a:lnTo>
                <a:lnTo>
                  <a:pt x="312" y="344"/>
                </a:lnTo>
                <a:lnTo>
                  <a:pt x="311" y="342"/>
                </a:lnTo>
                <a:lnTo>
                  <a:pt x="311" y="341"/>
                </a:lnTo>
                <a:lnTo>
                  <a:pt x="311" y="340"/>
                </a:lnTo>
                <a:lnTo>
                  <a:pt x="311" y="339"/>
                </a:lnTo>
                <a:lnTo>
                  <a:pt x="312" y="338"/>
                </a:lnTo>
                <a:lnTo>
                  <a:pt x="313" y="337"/>
                </a:lnTo>
                <a:lnTo>
                  <a:pt x="312" y="337"/>
                </a:lnTo>
                <a:lnTo>
                  <a:pt x="312" y="338"/>
                </a:lnTo>
                <a:lnTo>
                  <a:pt x="311" y="338"/>
                </a:lnTo>
                <a:lnTo>
                  <a:pt x="311" y="339"/>
                </a:lnTo>
                <a:lnTo>
                  <a:pt x="310" y="339"/>
                </a:lnTo>
                <a:lnTo>
                  <a:pt x="310" y="338"/>
                </a:lnTo>
                <a:lnTo>
                  <a:pt x="310" y="337"/>
                </a:lnTo>
                <a:lnTo>
                  <a:pt x="309" y="337"/>
                </a:lnTo>
                <a:lnTo>
                  <a:pt x="309" y="338"/>
                </a:lnTo>
                <a:lnTo>
                  <a:pt x="309" y="339"/>
                </a:lnTo>
                <a:lnTo>
                  <a:pt x="309" y="340"/>
                </a:lnTo>
                <a:lnTo>
                  <a:pt x="309" y="341"/>
                </a:lnTo>
                <a:lnTo>
                  <a:pt x="309" y="343"/>
                </a:lnTo>
                <a:lnTo>
                  <a:pt x="308" y="344"/>
                </a:lnTo>
                <a:lnTo>
                  <a:pt x="309" y="345"/>
                </a:lnTo>
                <a:lnTo>
                  <a:pt x="308" y="346"/>
                </a:lnTo>
                <a:lnTo>
                  <a:pt x="307" y="347"/>
                </a:lnTo>
                <a:lnTo>
                  <a:pt x="307" y="348"/>
                </a:lnTo>
                <a:lnTo>
                  <a:pt x="304" y="346"/>
                </a:lnTo>
                <a:lnTo>
                  <a:pt x="303" y="348"/>
                </a:lnTo>
                <a:lnTo>
                  <a:pt x="304" y="349"/>
                </a:lnTo>
                <a:lnTo>
                  <a:pt x="304" y="350"/>
                </a:lnTo>
                <a:lnTo>
                  <a:pt x="303" y="350"/>
                </a:lnTo>
                <a:lnTo>
                  <a:pt x="303" y="351"/>
                </a:lnTo>
                <a:lnTo>
                  <a:pt x="304" y="351"/>
                </a:lnTo>
                <a:lnTo>
                  <a:pt x="303" y="352"/>
                </a:lnTo>
                <a:lnTo>
                  <a:pt x="303" y="351"/>
                </a:lnTo>
                <a:lnTo>
                  <a:pt x="302" y="352"/>
                </a:lnTo>
                <a:lnTo>
                  <a:pt x="303" y="352"/>
                </a:lnTo>
                <a:lnTo>
                  <a:pt x="303" y="353"/>
                </a:lnTo>
                <a:lnTo>
                  <a:pt x="303" y="355"/>
                </a:lnTo>
                <a:lnTo>
                  <a:pt x="303" y="356"/>
                </a:lnTo>
                <a:lnTo>
                  <a:pt x="303" y="357"/>
                </a:lnTo>
                <a:lnTo>
                  <a:pt x="303" y="358"/>
                </a:lnTo>
                <a:lnTo>
                  <a:pt x="304" y="359"/>
                </a:lnTo>
                <a:lnTo>
                  <a:pt x="304" y="360"/>
                </a:lnTo>
                <a:lnTo>
                  <a:pt x="304" y="362"/>
                </a:lnTo>
                <a:lnTo>
                  <a:pt x="304" y="363"/>
                </a:lnTo>
                <a:lnTo>
                  <a:pt x="304" y="364"/>
                </a:lnTo>
                <a:lnTo>
                  <a:pt x="304" y="365"/>
                </a:lnTo>
                <a:lnTo>
                  <a:pt x="303" y="366"/>
                </a:lnTo>
                <a:lnTo>
                  <a:pt x="302" y="366"/>
                </a:lnTo>
                <a:lnTo>
                  <a:pt x="301" y="367"/>
                </a:lnTo>
                <a:lnTo>
                  <a:pt x="301" y="368"/>
                </a:lnTo>
                <a:lnTo>
                  <a:pt x="300" y="369"/>
                </a:lnTo>
                <a:lnTo>
                  <a:pt x="300" y="370"/>
                </a:lnTo>
                <a:lnTo>
                  <a:pt x="300" y="371"/>
                </a:lnTo>
                <a:lnTo>
                  <a:pt x="299" y="371"/>
                </a:lnTo>
                <a:lnTo>
                  <a:pt x="298" y="371"/>
                </a:lnTo>
                <a:lnTo>
                  <a:pt x="298" y="372"/>
                </a:lnTo>
                <a:lnTo>
                  <a:pt x="298" y="373"/>
                </a:lnTo>
                <a:lnTo>
                  <a:pt x="297" y="373"/>
                </a:lnTo>
                <a:lnTo>
                  <a:pt x="296" y="373"/>
                </a:lnTo>
                <a:lnTo>
                  <a:pt x="295" y="373"/>
                </a:lnTo>
                <a:lnTo>
                  <a:pt x="295" y="375"/>
                </a:lnTo>
                <a:lnTo>
                  <a:pt x="294" y="375"/>
                </a:lnTo>
                <a:lnTo>
                  <a:pt x="293" y="375"/>
                </a:lnTo>
                <a:lnTo>
                  <a:pt x="292" y="375"/>
                </a:lnTo>
                <a:lnTo>
                  <a:pt x="292" y="374"/>
                </a:lnTo>
                <a:lnTo>
                  <a:pt x="292" y="373"/>
                </a:lnTo>
                <a:lnTo>
                  <a:pt x="292" y="372"/>
                </a:lnTo>
                <a:lnTo>
                  <a:pt x="291" y="371"/>
                </a:lnTo>
                <a:lnTo>
                  <a:pt x="290" y="371"/>
                </a:lnTo>
                <a:lnTo>
                  <a:pt x="289" y="370"/>
                </a:lnTo>
                <a:lnTo>
                  <a:pt x="289" y="368"/>
                </a:lnTo>
                <a:lnTo>
                  <a:pt x="288" y="368"/>
                </a:lnTo>
                <a:lnTo>
                  <a:pt x="288" y="367"/>
                </a:lnTo>
                <a:lnTo>
                  <a:pt x="289" y="367"/>
                </a:lnTo>
                <a:lnTo>
                  <a:pt x="289" y="366"/>
                </a:lnTo>
                <a:lnTo>
                  <a:pt x="288" y="366"/>
                </a:lnTo>
                <a:lnTo>
                  <a:pt x="287" y="365"/>
                </a:lnTo>
                <a:lnTo>
                  <a:pt x="286" y="364"/>
                </a:lnTo>
                <a:lnTo>
                  <a:pt x="286" y="363"/>
                </a:lnTo>
                <a:lnTo>
                  <a:pt x="285" y="364"/>
                </a:lnTo>
                <a:lnTo>
                  <a:pt x="286" y="364"/>
                </a:lnTo>
                <a:lnTo>
                  <a:pt x="286" y="365"/>
                </a:lnTo>
                <a:lnTo>
                  <a:pt x="284" y="365"/>
                </a:lnTo>
                <a:lnTo>
                  <a:pt x="283" y="365"/>
                </a:lnTo>
                <a:lnTo>
                  <a:pt x="283" y="366"/>
                </a:lnTo>
                <a:lnTo>
                  <a:pt x="282" y="366"/>
                </a:lnTo>
                <a:lnTo>
                  <a:pt x="281" y="366"/>
                </a:lnTo>
                <a:lnTo>
                  <a:pt x="280" y="367"/>
                </a:lnTo>
                <a:lnTo>
                  <a:pt x="279" y="367"/>
                </a:lnTo>
                <a:lnTo>
                  <a:pt x="279" y="368"/>
                </a:lnTo>
                <a:lnTo>
                  <a:pt x="278" y="369"/>
                </a:lnTo>
                <a:lnTo>
                  <a:pt x="279" y="370"/>
                </a:lnTo>
                <a:lnTo>
                  <a:pt x="278" y="371"/>
                </a:lnTo>
                <a:lnTo>
                  <a:pt x="277" y="370"/>
                </a:lnTo>
                <a:lnTo>
                  <a:pt x="277" y="371"/>
                </a:lnTo>
                <a:lnTo>
                  <a:pt x="276" y="371"/>
                </a:lnTo>
                <a:lnTo>
                  <a:pt x="275" y="371"/>
                </a:lnTo>
                <a:lnTo>
                  <a:pt x="275" y="372"/>
                </a:lnTo>
                <a:lnTo>
                  <a:pt x="274" y="372"/>
                </a:lnTo>
                <a:lnTo>
                  <a:pt x="274" y="374"/>
                </a:lnTo>
                <a:lnTo>
                  <a:pt x="273" y="375"/>
                </a:lnTo>
                <a:lnTo>
                  <a:pt x="272" y="375"/>
                </a:lnTo>
                <a:lnTo>
                  <a:pt x="271" y="376"/>
                </a:lnTo>
                <a:lnTo>
                  <a:pt x="271" y="377"/>
                </a:lnTo>
                <a:lnTo>
                  <a:pt x="270" y="378"/>
                </a:lnTo>
                <a:lnTo>
                  <a:pt x="270" y="379"/>
                </a:lnTo>
                <a:lnTo>
                  <a:pt x="270" y="380"/>
                </a:lnTo>
                <a:lnTo>
                  <a:pt x="270" y="382"/>
                </a:lnTo>
                <a:lnTo>
                  <a:pt x="269" y="382"/>
                </a:lnTo>
                <a:lnTo>
                  <a:pt x="269" y="381"/>
                </a:lnTo>
                <a:lnTo>
                  <a:pt x="268" y="381"/>
                </a:lnTo>
                <a:lnTo>
                  <a:pt x="267" y="381"/>
                </a:lnTo>
                <a:lnTo>
                  <a:pt x="268" y="382"/>
                </a:lnTo>
                <a:lnTo>
                  <a:pt x="268" y="383"/>
                </a:lnTo>
                <a:lnTo>
                  <a:pt x="267" y="383"/>
                </a:lnTo>
                <a:lnTo>
                  <a:pt x="266" y="383"/>
                </a:lnTo>
                <a:lnTo>
                  <a:pt x="266" y="384"/>
                </a:lnTo>
                <a:lnTo>
                  <a:pt x="265" y="384"/>
                </a:lnTo>
                <a:lnTo>
                  <a:pt x="263" y="384"/>
                </a:lnTo>
                <a:lnTo>
                  <a:pt x="263" y="385"/>
                </a:lnTo>
                <a:lnTo>
                  <a:pt x="262" y="385"/>
                </a:lnTo>
                <a:lnTo>
                  <a:pt x="261" y="384"/>
                </a:lnTo>
                <a:lnTo>
                  <a:pt x="260" y="384"/>
                </a:lnTo>
                <a:lnTo>
                  <a:pt x="260" y="383"/>
                </a:lnTo>
                <a:lnTo>
                  <a:pt x="259" y="383"/>
                </a:lnTo>
                <a:lnTo>
                  <a:pt x="258" y="382"/>
                </a:lnTo>
                <a:lnTo>
                  <a:pt x="257" y="382"/>
                </a:lnTo>
                <a:lnTo>
                  <a:pt x="256" y="381"/>
                </a:lnTo>
                <a:lnTo>
                  <a:pt x="255" y="381"/>
                </a:lnTo>
                <a:lnTo>
                  <a:pt x="255" y="380"/>
                </a:lnTo>
                <a:lnTo>
                  <a:pt x="254" y="380"/>
                </a:lnTo>
                <a:lnTo>
                  <a:pt x="253" y="379"/>
                </a:lnTo>
                <a:lnTo>
                  <a:pt x="252" y="379"/>
                </a:lnTo>
                <a:lnTo>
                  <a:pt x="251" y="379"/>
                </a:lnTo>
                <a:lnTo>
                  <a:pt x="250" y="379"/>
                </a:lnTo>
                <a:lnTo>
                  <a:pt x="250" y="378"/>
                </a:lnTo>
                <a:lnTo>
                  <a:pt x="250" y="377"/>
                </a:lnTo>
                <a:lnTo>
                  <a:pt x="249" y="377"/>
                </a:lnTo>
                <a:lnTo>
                  <a:pt x="249" y="376"/>
                </a:lnTo>
                <a:lnTo>
                  <a:pt x="249" y="375"/>
                </a:lnTo>
                <a:lnTo>
                  <a:pt x="249" y="373"/>
                </a:lnTo>
                <a:lnTo>
                  <a:pt x="249" y="371"/>
                </a:lnTo>
                <a:lnTo>
                  <a:pt x="249" y="370"/>
                </a:lnTo>
                <a:lnTo>
                  <a:pt x="249" y="369"/>
                </a:lnTo>
                <a:lnTo>
                  <a:pt x="249" y="368"/>
                </a:lnTo>
                <a:lnTo>
                  <a:pt x="250" y="368"/>
                </a:lnTo>
                <a:lnTo>
                  <a:pt x="251" y="367"/>
                </a:lnTo>
                <a:lnTo>
                  <a:pt x="252" y="367"/>
                </a:lnTo>
                <a:lnTo>
                  <a:pt x="253" y="367"/>
                </a:lnTo>
                <a:lnTo>
                  <a:pt x="254" y="366"/>
                </a:lnTo>
                <a:lnTo>
                  <a:pt x="255" y="366"/>
                </a:lnTo>
                <a:lnTo>
                  <a:pt x="257" y="366"/>
                </a:lnTo>
                <a:lnTo>
                  <a:pt x="257" y="365"/>
                </a:lnTo>
                <a:lnTo>
                  <a:pt x="257" y="366"/>
                </a:lnTo>
                <a:lnTo>
                  <a:pt x="257" y="365"/>
                </a:lnTo>
                <a:lnTo>
                  <a:pt x="257" y="366"/>
                </a:lnTo>
                <a:lnTo>
                  <a:pt x="256" y="366"/>
                </a:lnTo>
                <a:lnTo>
                  <a:pt x="256" y="365"/>
                </a:lnTo>
                <a:lnTo>
                  <a:pt x="255" y="365"/>
                </a:lnTo>
                <a:lnTo>
                  <a:pt x="254" y="365"/>
                </a:lnTo>
                <a:lnTo>
                  <a:pt x="253" y="364"/>
                </a:lnTo>
                <a:lnTo>
                  <a:pt x="253" y="365"/>
                </a:lnTo>
                <a:lnTo>
                  <a:pt x="253" y="366"/>
                </a:lnTo>
                <a:lnTo>
                  <a:pt x="252" y="366"/>
                </a:lnTo>
                <a:lnTo>
                  <a:pt x="251" y="367"/>
                </a:lnTo>
                <a:lnTo>
                  <a:pt x="250" y="367"/>
                </a:lnTo>
                <a:lnTo>
                  <a:pt x="249" y="368"/>
                </a:lnTo>
                <a:lnTo>
                  <a:pt x="249" y="369"/>
                </a:lnTo>
                <a:lnTo>
                  <a:pt x="248" y="369"/>
                </a:lnTo>
                <a:lnTo>
                  <a:pt x="249" y="369"/>
                </a:lnTo>
                <a:lnTo>
                  <a:pt x="248" y="369"/>
                </a:lnTo>
                <a:lnTo>
                  <a:pt x="248" y="368"/>
                </a:lnTo>
                <a:lnTo>
                  <a:pt x="248" y="367"/>
                </a:lnTo>
                <a:lnTo>
                  <a:pt x="247" y="366"/>
                </a:lnTo>
                <a:lnTo>
                  <a:pt x="247" y="365"/>
                </a:lnTo>
                <a:lnTo>
                  <a:pt x="247" y="364"/>
                </a:lnTo>
                <a:lnTo>
                  <a:pt x="246" y="364"/>
                </a:lnTo>
                <a:lnTo>
                  <a:pt x="246" y="363"/>
                </a:lnTo>
                <a:lnTo>
                  <a:pt x="246" y="362"/>
                </a:lnTo>
                <a:lnTo>
                  <a:pt x="246" y="361"/>
                </a:lnTo>
                <a:lnTo>
                  <a:pt x="245" y="361"/>
                </a:lnTo>
                <a:lnTo>
                  <a:pt x="245" y="360"/>
                </a:lnTo>
                <a:lnTo>
                  <a:pt x="245" y="359"/>
                </a:lnTo>
                <a:lnTo>
                  <a:pt x="246" y="359"/>
                </a:lnTo>
                <a:lnTo>
                  <a:pt x="246" y="358"/>
                </a:lnTo>
                <a:lnTo>
                  <a:pt x="246" y="357"/>
                </a:lnTo>
                <a:lnTo>
                  <a:pt x="247" y="357"/>
                </a:lnTo>
                <a:lnTo>
                  <a:pt x="247" y="356"/>
                </a:lnTo>
                <a:lnTo>
                  <a:pt x="247" y="355"/>
                </a:lnTo>
                <a:lnTo>
                  <a:pt x="248" y="355"/>
                </a:lnTo>
                <a:lnTo>
                  <a:pt x="248" y="354"/>
                </a:lnTo>
                <a:lnTo>
                  <a:pt x="247" y="354"/>
                </a:lnTo>
                <a:lnTo>
                  <a:pt x="247" y="353"/>
                </a:lnTo>
                <a:lnTo>
                  <a:pt x="247" y="354"/>
                </a:lnTo>
                <a:lnTo>
                  <a:pt x="247" y="355"/>
                </a:lnTo>
                <a:lnTo>
                  <a:pt x="247" y="356"/>
                </a:lnTo>
                <a:lnTo>
                  <a:pt x="246" y="356"/>
                </a:lnTo>
                <a:lnTo>
                  <a:pt x="246" y="357"/>
                </a:lnTo>
                <a:lnTo>
                  <a:pt x="245" y="357"/>
                </a:lnTo>
                <a:lnTo>
                  <a:pt x="245" y="358"/>
                </a:lnTo>
                <a:lnTo>
                  <a:pt x="245" y="359"/>
                </a:lnTo>
                <a:lnTo>
                  <a:pt x="244" y="359"/>
                </a:lnTo>
                <a:lnTo>
                  <a:pt x="244" y="360"/>
                </a:lnTo>
                <a:lnTo>
                  <a:pt x="245" y="360"/>
                </a:lnTo>
                <a:lnTo>
                  <a:pt x="245" y="361"/>
                </a:lnTo>
                <a:lnTo>
                  <a:pt x="245" y="362"/>
                </a:lnTo>
                <a:lnTo>
                  <a:pt x="245" y="363"/>
                </a:lnTo>
                <a:lnTo>
                  <a:pt x="245" y="364"/>
                </a:lnTo>
                <a:lnTo>
                  <a:pt x="246" y="364"/>
                </a:lnTo>
                <a:lnTo>
                  <a:pt x="246" y="365"/>
                </a:lnTo>
                <a:lnTo>
                  <a:pt x="246" y="366"/>
                </a:lnTo>
                <a:lnTo>
                  <a:pt x="246" y="367"/>
                </a:lnTo>
                <a:lnTo>
                  <a:pt x="247" y="367"/>
                </a:lnTo>
                <a:lnTo>
                  <a:pt x="247" y="368"/>
                </a:lnTo>
                <a:lnTo>
                  <a:pt x="247" y="369"/>
                </a:lnTo>
                <a:lnTo>
                  <a:pt x="247" y="370"/>
                </a:lnTo>
                <a:lnTo>
                  <a:pt x="248" y="371"/>
                </a:lnTo>
                <a:lnTo>
                  <a:pt x="248" y="372"/>
                </a:lnTo>
                <a:lnTo>
                  <a:pt x="248" y="375"/>
                </a:lnTo>
                <a:lnTo>
                  <a:pt x="248" y="376"/>
                </a:lnTo>
                <a:lnTo>
                  <a:pt x="248" y="377"/>
                </a:lnTo>
                <a:lnTo>
                  <a:pt x="249" y="377"/>
                </a:lnTo>
                <a:lnTo>
                  <a:pt x="249" y="378"/>
                </a:lnTo>
                <a:lnTo>
                  <a:pt x="248" y="378"/>
                </a:lnTo>
                <a:lnTo>
                  <a:pt x="249" y="379"/>
                </a:lnTo>
                <a:lnTo>
                  <a:pt x="248" y="379"/>
                </a:lnTo>
                <a:lnTo>
                  <a:pt x="248" y="380"/>
                </a:lnTo>
                <a:lnTo>
                  <a:pt x="249" y="380"/>
                </a:lnTo>
                <a:lnTo>
                  <a:pt x="249" y="381"/>
                </a:lnTo>
                <a:lnTo>
                  <a:pt x="248" y="381"/>
                </a:lnTo>
                <a:lnTo>
                  <a:pt x="249" y="382"/>
                </a:lnTo>
                <a:lnTo>
                  <a:pt x="249" y="383"/>
                </a:lnTo>
                <a:lnTo>
                  <a:pt x="248" y="384"/>
                </a:lnTo>
                <a:lnTo>
                  <a:pt x="248" y="385"/>
                </a:lnTo>
                <a:lnTo>
                  <a:pt x="248" y="386"/>
                </a:lnTo>
                <a:lnTo>
                  <a:pt x="248" y="387"/>
                </a:lnTo>
                <a:lnTo>
                  <a:pt x="247" y="387"/>
                </a:lnTo>
                <a:lnTo>
                  <a:pt x="246" y="387"/>
                </a:lnTo>
                <a:lnTo>
                  <a:pt x="245" y="387"/>
                </a:lnTo>
                <a:lnTo>
                  <a:pt x="244" y="388"/>
                </a:lnTo>
                <a:lnTo>
                  <a:pt x="243" y="388"/>
                </a:lnTo>
                <a:lnTo>
                  <a:pt x="243" y="389"/>
                </a:lnTo>
                <a:lnTo>
                  <a:pt x="242" y="389"/>
                </a:lnTo>
                <a:lnTo>
                  <a:pt x="242" y="388"/>
                </a:lnTo>
                <a:lnTo>
                  <a:pt x="241" y="388"/>
                </a:lnTo>
                <a:lnTo>
                  <a:pt x="241" y="389"/>
                </a:lnTo>
                <a:lnTo>
                  <a:pt x="240" y="389"/>
                </a:lnTo>
                <a:lnTo>
                  <a:pt x="240" y="390"/>
                </a:lnTo>
                <a:lnTo>
                  <a:pt x="239" y="390"/>
                </a:lnTo>
                <a:lnTo>
                  <a:pt x="238" y="390"/>
                </a:lnTo>
                <a:lnTo>
                  <a:pt x="237" y="390"/>
                </a:lnTo>
                <a:lnTo>
                  <a:pt x="236" y="390"/>
                </a:lnTo>
                <a:lnTo>
                  <a:pt x="235" y="390"/>
                </a:lnTo>
                <a:lnTo>
                  <a:pt x="234" y="390"/>
                </a:lnTo>
                <a:lnTo>
                  <a:pt x="233" y="390"/>
                </a:lnTo>
                <a:lnTo>
                  <a:pt x="233" y="389"/>
                </a:lnTo>
                <a:lnTo>
                  <a:pt x="234" y="389"/>
                </a:lnTo>
                <a:lnTo>
                  <a:pt x="233" y="388"/>
                </a:lnTo>
                <a:lnTo>
                  <a:pt x="233" y="387"/>
                </a:lnTo>
                <a:lnTo>
                  <a:pt x="232" y="387"/>
                </a:lnTo>
                <a:lnTo>
                  <a:pt x="231" y="387"/>
                </a:lnTo>
                <a:lnTo>
                  <a:pt x="230" y="387"/>
                </a:lnTo>
                <a:lnTo>
                  <a:pt x="231" y="386"/>
                </a:lnTo>
                <a:lnTo>
                  <a:pt x="230" y="386"/>
                </a:lnTo>
                <a:lnTo>
                  <a:pt x="229" y="386"/>
                </a:lnTo>
                <a:lnTo>
                  <a:pt x="229" y="385"/>
                </a:lnTo>
                <a:lnTo>
                  <a:pt x="229" y="384"/>
                </a:lnTo>
                <a:lnTo>
                  <a:pt x="229" y="383"/>
                </a:lnTo>
                <a:lnTo>
                  <a:pt x="229" y="382"/>
                </a:lnTo>
                <a:lnTo>
                  <a:pt x="229" y="381"/>
                </a:lnTo>
                <a:lnTo>
                  <a:pt x="229" y="380"/>
                </a:lnTo>
                <a:lnTo>
                  <a:pt x="228" y="380"/>
                </a:lnTo>
                <a:lnTo>
                  <a:pt x="227" y="380"/>
                </a:lnTo>
                <a:lnTo>
                  <a:pt x="227" y="379"/>
                </a:lnTo>
                <a:lnTo>
                  <a:pt x="225" y="379"/>
                </a:lnTo>
                <a:lnTo>
                  <a:pt x="225" y="380"/>
                </a:lnTo>
                <a:lnTo>
                  <a:pt x="223" y="380"/>
                </a:lnTo>
                <a:lnTo>
                  <a:pt x="222" y="380"/>
                </a:lnTo>
                <a:lnTo>
                  <a:pt x="221" y="381"/>
                </a:lnTo>
                <a:lnTo>
                  <a:pt x="220" y="381"/>
                </a:lnTo>
                <a:lnTo>
                  <a:pt x="219" y="382"/>
                </a:lnTo>
                <a:lnTo>
                  <a:pt x="218" y="382"/>
                </a:lnTo>
                <a:lnTo>
                  <a:pt x="217" y="382"/>
                </a:lnTo>
                <a:lnTo>
                  <a:pt x="216" y="382"/>
                </a:lnTo>
                <a:lnTo>
                  <a:pt x="215" y="382"/>
                </a:lnTo>
                <a:lnTo>
                  <a:pt x="215" y="381"/>
                </a:lnTo>
                <a:lnTo>
                  <a:pt x="214" y="381"/>
                </a:lnTo>
                <a:lnTo>
                  <a:pt x="213" y="381"/>
                </a:lnTo>
                <a:lnTo>
                  <a:pt x="213" y="382"/>
                </a:lnTo>
                <a:lnTo>
                  <a:pt x="214" y="382"/>
                </a:lnTo>
                <a:lnTo>
                  <a:pt x="215" y="382"/>
                </a:lnTo>
                <a:lnTo>
                  <a:pt x="216" y="382"/>
                </a:lnTo>
                <a:lnTo>
                  <a:pt x="216" y="383"/>
                </a:lnTo>
                <a:lnTo>
                  <a:pt x="215" y="383"/>
                </a:lnTo>
                <a:lnTo>
                  <a:pt x="214" y="383"/>
                </a:lnTo>
                <a:lnTo>
                  <a:pt x="214" y="384"/>
                </a:lnTo>
                <a:lnTo>
                  <a:pt x="213" y="384"/>
                </a:lnTo>
                <a:lnTo>
                  <a:pt x="212" y="384"/>
                </a:lnTo>
                <a:lnTo>
                  <a:pt x="211" y="385"/>
                </a:lnTo>
                <a:lnTo>
                  <a:pt x="210" y="385"/>
                </a:lnTo>
                <a:lnTo>
                  <a:pt x="210" y="386"/>
                </a:lnTo>
                <a:lnTo>
                  <a:pt x="209" y="386"/>
                </a:lnTo>
                <a:lnTo>
                  <a:pt x="209" y="387"/>
                </a:lnTo>
                <a:lnTo>
                  <a:pt x="208" y="388"/>
                </a:lnTo>
                <a:lnTo>
                  <a:pt x="207" y="388"/>
                </a:lnTo>
                <a:lnTo>
                  <a:pt x="207" y="387"/>
                </a:lnTo>
                <a:lnTo>
                  <a:pt x="208" y="387"/>
                </a:lnTo>
                <a:lnTo>
                  <a:pt x="208" y="386"/>
                </a:lnTo>
                <a:lnTo>
                  <a:pt x="209" y="386"/>
                </a:lnTo>
                <a:lnTo>
                  <a:pt x="209" y="385"/>
                </a:lnTo>
                <a:lnTo>
                  <a:pt x="209" y="386"/>
                </a:lnTo>
                <a:lnTo>
                  <a:pt x="208" y="386"/>
                </a:lnTo>
                <a:lnTo>
                  <a:pt x="208" y="387"/>
                </a:lnTo>
                <a:lnTo>
                  <a:pt x="207" y="387"/>
                </a:lnTo>
                <a:lnTo>
                  <a:pt x="205" y="388"/>
                </a:lnTo>
                <a:lnTo>
                  <a:pt x="205" y="389"/>
                </a:lnTo>
                <a:lnTo>
                  <a:pt x="205" y="388"/>
                </a:lnTo>
                <a:lnTo>
                  <a:pt x="204" y="388"/>
                </a:lnTo>
                <a:lnTo>
                  <a:pt x="204" y="389"/>
                </a:lnTo>
                <a:lnTo>
                  <a:pt x="203" y="390"/>
                </a:lnTo>
                <a:lnTo>
                  <a:pt x="202" y="390"/>
                </a:lnTo>
                <a:lnTo>
                  <a:pt x="201" y="391"/>
                </a:lnTo>
                <a:lnTo>
                  <a:pt x="200" y="392"/>
                </a:lnTo>
                <a:lnTo>
                  <a:pt x="199" y="392"/>
                </a:lnTo>
                <a:lnTo>
                  <a:pt x="198" y="392"/>
                </a:lnTo>
                <a:lnTo>
                  <a:pt x="198" y="393"/>
                </a:lnTo>
                <a:lnTo>
                  <a:pt x="198" y="392"/>
                </a:lnTo>
                <a:lnTo>
                  <a:pt x="197" y="392"/>
                </a:lnTo>
                <a:lnTo>
                  <a:pt x="196" y="392"/>
                </a:lnTo>
                <a:lnTo>
                  <a:pt x="195" y="392"/>
                </a:lnTo>
                <a:lnTo>
                  <a:pt x="195" y="391"/>
                </a:lnTo>
                <a:lnTo>
                  <a:pt x="195" y="390"/>
                </a:lnTo>
                <a:lnTo>
                  <a:pt x="196" y="389"/>
                </a:lnTo>
                <a:lnTo>
                  <a:pt x="196" y="388"/>
                </a:lnTo>
                <a:lnTo>
                  <a:pt x="195" y="389"/>
                </a:lnTo>
                <a:lnTo>
                  <a:pt x="195" y="390"/>
                </a:lnTo>
                <a:lnTo>
                  <a:pt x="194" y="390"/>
                </a:lnTo>
                <a:lnTo>
                  <a:pt x="193" y="389"/>
                </a:lnTo>
                <a:lnTo>
                  <a:pt x="194" y="389"/>
                </a:lnTo>
                <a:lnTo>
                  <a:pt x="194" y="388"/>
                </a:lnTo>
                <a:lnTo>
                  <a:pt x="195" y="388"/>
                </a:lnTo>
                <a:lnTo>
                  <a:pt x="195" y="387"/>
                </a:lnTo>
                <a:lnTo>
                  <a:pt x="196" y="387"/>
                </a:lnTo>
                <a:lnTo>
                  <a:pt x="195" y="386"/>
                </a:lnTo>
                <a:lnTo>
                  <a:pt x="195" y="387"/>
                </a:lnTo>
                <a:lnTo>
                  <a:pt x="194" y="387"/>
                </a:lnTo>
                <a:lnTo>
                  <a:pt x="194" y="386"/>
                </a:lnTo>
                <a:lnTo>
                  <a:pt x="195" y="386"/>
                </a:lnTo>
                <a:lnTo>
                  <a:pt x="196" y="386"/>
                </a:lnTo>
                <a:lnTo>
                  <a:pt x="196" y="385"/>
                </a:lnTo>
                <a:lnTo>
                  <a:pt x="195" y="385"/>
                </a:lnTo>
                <a:lnTo>
                  <a:pt x="194" y="385"/>
                </a:lnTo>
                <a:lnTo>
                  <a:pt x="194" y="386"/>
                </a:lnTo>
                <a:lnTo>
                  <a:pt x="193" y="386"/>
                </a:lnTo>
                <a:lnTo>
                  <a:pt x="193" y="387"/>
                </a:lnTo>
                <a:lnTo>
                  <a:pt x="192" y="387"/>
                </a:lnTo>
                <a:lnTo>
                  <a:pt x="192" y="386"/>
                </a:lnTo>
                <a:lnTo>
                  <a:pt x="193" y="386"/>
                </a:lnTo>
                <a:lnTo>
                  <a:pt x="192" y="386"/>
                </a:lnTo>
                <a:lnTo>
                  <a:pt x="192" y="385"/>
                </a:lnTo>
                <a:lnTo>
                  <a:pt x="193" y="385"/>
                </a:lnTo>
                <a:lnTo>
                  <a:pt x="192" y="385"/>
                </a:lnTo>
                <a:lnTo>
                  <a:pt x="192" y="384"/>
                </a:lnTo>
                <a:lnTo>
                  <a:pt x="193" y="384"/>
                </a:lnTo>
                <a:lnTo>
                  <a:pt x="192" y="384"/>
                </a:lnTo>
                <a:lnTo>
                  <a:pt x="192" y="385"/>
                </a:lnTo>
                <a:lnTo>
                  <a:pt x="192" y="384"/>
                </a:lnTo>
                <a:lnTo>
                  <a:pt x="191" y="384"/>
                </a:lnTo>
                <a:lnTo>
                  <a:pt x="192" y="383"/>
                </a:lnTo>
                <a:lnTo>
                  <a:pt x="192" y="382"/>
                </a:lnTo>
                <a:lnTo>
                  <a:pt x="191" y="383"/>
                </a:lnTo>
                <a:lnTo>
                  <a:pt x="190" y="384"/>
                </a:lnTo>
                <a:lnTo>
                  <a:pt x="189" y="384"/>
                </a:lnTo>
                <a:lnTo>
                  <a:pt x="189" y="383"/>
                </a:lnTo>
                <a:lnTo>
                  <a:pt x="188" y="383"/>
                </a:lnTo>
                <a:lnTo>
                  <a:pt x="187" y="384"/>
                </a:lnTo>
                <a:lnTo>
                  <a:pt x="186" y="384"/>
                </a:lnTo>
                <a:lnTo>
                  <a:pt x="185" y="384"/>
                </a:lnTo>
                <a:lnTo>
                  <a:pt x="184" y="384"/>
                </a:lnTo>
                <a:lnTo>
                  <a:pt x="184" y="383"/>
                </a:lnTo>
                <a:lnTo>
                  <a:pt x="184" y="382"/>
                </a:lnTo>
                <a:lnTo>
                  <a:pt x="184" y="383"/>
                </a:lnTo>
                <a:lnTo>
                  <a:pt x="184" y="384"/>
                </a:lnTo>
                <a:lnTo>
                  <a:pt x="183" y="384"/>
                </a:lnTo>
                <a:lnTo>
                  <a:pt x="182" y="383"/>
                </a:lnTo>
                <a:lnTo>
                  <a:pt x="183" y="384"/>
                </a:lnTo>
                <a:lnTo>
                  <a:pt x="184" y="384"/>
                </a:lnTo>
                <a:lnTo>
                  <a:pt x="184" y="385"/>
                </a:lnTo>
                <a:lnTo>
                  <a:pt x="185" y="385"/>
                </a:lnTo>
                <a:lnTo>
                  <a:pt x="184" y="385"/>
                </a:lnTo>
                <a:lnTo>
                  <a:pt x="183" y="385"/>
                </a:lnTo>
                <a:lnTo>
                  <a:pt x="183" y="386"/>
                </a:lnTo>
                <a:lnTo>
                  <a:pt x="184" y="386"/>
                </a:lnTo>
                <a:lnTo>
                  <a:pt x="185" y="386"/>
                </a:lnTo>
                <a:lnTo>
                  <a:pt x="186" y="387"/>
                </a:lnTo>
                <a:lnTo>
                  <a:pt x="185" y="387"/>
                </a:lnTo>
                <a:lnTo>
                  <a:pt x="186" y="387"/>
                </a:lnTo>
                <a:lnTo>
                  <a:pt x="187" y="387"/>
                </a:lnTo>
                <a:lnTo>
                  <a:pt x="186" y="388"/>
                </a:lnTo>
                <a:lnTo>
                  <a:pt x="187" y="388"/>
                </a:lnTo>
                <a:lnTo>
                  <a:pt x="187" y="389"/>
                </a:lnTo>
                <a:lnTo>
                  <a:pt x="187" y="388"/>
                </a:lnTo>
                <a:lnTo>
                  <a:pt x="187" y="387"/>
                </a:lnTo>
                <a:lnTo>
                  <a:pt x="188" y="388"/>
                </a:lnTo>
                <a:lnTo>
                  <a:pt x="189" y="388"/>
                </a:lnTo>
                <a:lnTo>
                  <a:pt x="190" y="388"/>
                </a:lnTo>
                <a:lnTo>
                  <a:pt x="190" y="389"/>
                </a:lnTo>
                <a:lnTo>
                  <a:pt x="191" y="389"/>
                </a:lnTo>
                <a:lnTo>
                  <a:pt x="191" y="390"/>
                </a:lnTo>
                <a:lnTo>
                  <a:pt x="191" y="391"/>
                </a:lnTo>
                <a:lnTo>
                  <a:pt x="191" y="392"/>
                </a:lnTo>
                <a:lnTo>
                  <a:pt x="191" y="393"/>
                </a:lnTo>
                <a:lnTo>
                  <a:pt x="191" y="394"/>
                </a:lnTo>
                <a:lnTo>
                  <a:pt x="191" y="395"/>
                </a:lnTo>
                <a:lnTo>
                  <a:pt x="190" y="395"/>
                </a:lnTo>
                <a:lnTo>
                  <a:pt x="190" y="396"/>
                </a:lnTo>
                <a:lnTo>
                  <a:pt x="189" y="396"/>
                </a:lnTo>
                <a:lnTo>
                  <a:pt x="189" y="397"/>
                </a:lnTo>
                <a:lnTo>
                  <a:pt x="190" y="398"/>
                </a:lnTo>
                <a:lnTo>
                  <a:pt x="189" y="398"/>
                </a:lnTo>
                <a:lnTo>
                  <a:pt x="190" y="398"/>
                </a:lnTo>
                <a:lnTo>
                  <a:pt x="191" y="399"/>
                </a:lnTo>
                <a:lnTo>
                  <a:pt x="190" y="399"/>
                </a:lnTo>
                <a:lnTo>
                  <a:pt x="189" y="399"/>
                </a:lnTo>
                <a:lnTo>
                  <a:pt x="188" y="399"/>
                </a:lnTo>
                <a:lnTo>
                  <a:pt x="187" y="399"/>
                </a:lnTo>
                <a:lnTo>
                  <a:pt x="185" y="400"/>
                </a:lnTo>
                <a:lnTo>
                  <a:pt x="184" y="400"/>
                </a:lnTo>
                <a:lnTo>
                  <a:pt x="183" y="401"/>
                </a:lnTo>
                <a:lnTo>
                  <a:pt x="182" y="402"/>
                </a:lnTo>
                <a:lnTo>
                  <a:pt x="181" y="402"/>
                </a:lnTo>
                <a:lnTo>
                  <a:pt x="181" y="403"/>
                </a:lnTo>
                <a:lnTo>
                  <a:pt x="181" y="404"/>
                </a:lnTo>
                <a:lnTo>
                  <a:pt x="181" y="405"/>
                </a:lnTo>
                <a:lnTo>
                  <a:pt x="181" y="406"/>
                </a:lnTo>
                <a:lnTo>
                  <a:pt x="181" y="407"/>
                </a:lnTo>
                <a:lnTo>
                  <a:pt x="181" y="408"/>
                </a:lnTo>
                <a:lnTo>
                  <a:pt x="180" y="408"/>
                </a:lnTo>
                <a:lnTo>
                  <a:pt x="179" y="408"/>
                </a:lnTo>
                <a:lnTo>
                  <a:pt x="179" y="409"/>
                </a:lnTo>
                <a:lnTo>
                  <a:pt x="178" y="409"/>
                </a:lnTo>
                <a:lnTo>
                  <a:pt x="178" y="408"/>
                </a:lnTo>
                <a:lnTo>
                  <a:pt x="178" y="407"/>
                </a:lnTo>
                <a:lnTo>
                  <a:pt x="177" y="407"/>
                </a:lnTo>
                <a:lnTo>
                  <a:pt x="176" y="407"/>
                </a:lnTo>
                <a:lnTo>
                  <a:pt x="176" y="406"/>
                </a:lnTo>
                <a:lnTo>
                  <a:pt x="175" y="406"/>
                </a:lnTo>
                <a:lnTo>
                  <a:pt x="175" y="407"/>
                </a:lnTo>
                <a:lnTo>
                  <a:pt x="176" y="407"/>
                </a:lnTo>
                <a:lnTo>
                  <a:pt x="177" y="407"/>
                </a:lnTo>
                <a:lnTo>
                  <a:pt x="177" y="408"/>
                </a:lnTo>
                <a:lnTo>
                  <a:pt x="176" y="407"/>
                </a:lnTo>
                <a:lnTo>
                  <a:pt x="174" y="407"/>
                </a:lnTo>
                <a:lnTo>
                  <a:pt x="174" y="408"/>
                </a:lnTo>
                <a:lnTo>
                  <a:pt x="173" y="408"/>
                </a:lnTo>
                <a:lnTo>
                  <a:pt x="172" y="408"/>
                </a:lnTo>
                <a:lnTo>
                  <a:pt x="171" y="409"/>
                </a:lnTo>
                <a:lnTo>
                  <a:pt x="170" y="410"/>
                </a:lnTo>
                <a:lnTo>
                  <a:pt x="169" y="410"/>
                </a:lnTo>
                <a:lnTo>
                  <a:pt x="169" y="409"/>
                </a:lnTo>
                <a:lnTo>
                  <a:pt x="170" y="409"/>
                </a:lnTo>
                <a:lnTo>
                  <a:pt x="169" y="408"/>
                </a:lnTo>
                <a:lnTo>
                  <a:pt x="168" y="408"/>
                </a:lnTo>
                <a:lnTo>
                  <a:pt x="167" y="408"/>
                </a:lnTo>
                <a:lnTo>
                  <a:pt x="167" y="409"/>
                </a:lnTo>
                <a:lnTo>
                  <a:pt x="166" y="409"/>
                </a:lnTo>
                <a:lnTo>
                  <a:pt x="165" y="410"/>
                </a:lnTo>
                <a:lnTo>
                  <a:pt x="164" y="410"/>
                </a:lnTo>
                <a:lnTo>
                  <a:pt x="163" y="411"/>
                </a:lnTo>
                <a:lnTo>
                  <a:pt x="163" y="410"/>
                </a:lnTo>
                <a:lnTo>
                  <a:pt x="162" y="409"/>
                </a:lnTo>
                <a:lnTo>
                  <a:pt x="161" y="409"/>
                </a:lnTo>
                <a:lnTo>
                  <a:pt x="162" y="408"/>
                </a:lnTo>
                <a:lnTo>
                  <a:pt x="163" y="409"/>
                </a:lnTo>
                <a:lnTo>
                  <a:pt x="164" y="408"/>
                </a:lnTo>
                <a:lnTo>
                  <a:pt x="163" y="408"/>
                </a:lnTo>
                <a:lnTo>
                  <a:pt x="162" y="408"/>
                </a:lnTo>
                <a:lnTo>
                  <a:pt x="162" y="407"/>
                </a:lnTo>
                <a:lnTo>
                  <a:pt x="161" y="406"/>
                </a:lnTo>
                <a:lnTo>
                  <a:pt x="161" y="405"/>
                </a:lnTo>
                <a:lnTo>
                  <a:pt x="161" y="404"/>
                </a:lnTo>
                <a:lnTo>
                  <a:pt x="160" y="404"/>
                </a:lnTo>
                <a:lnTo>
                  <a:pt x="161" y="404"/>
                </a:lnTo>
                <a:lnTo>
                  <a:pt x="160" y="404"/>
                </a:lnTo>
                <a:lnTo>
                  <a:pt x="160" y="403"/>
                </a:lnTo>
                <a:lnTo>
                  <a:pt x="159" y="403"/>
                </a:lnTo>
                <a:lnTo>
                  <a:pt x="160" y="403"/>
                </a:lnTo>
                <a:lnTo>
                  <a:pt x="159" y="403"/>
                </a:lnTo>
                <a:lnTo>
                  <a:pt x="160" y="404"/>
                </a:lnTo>
                <a:lnTo>
                  <a:pt x="160" y="405"/>
                </a:lnTo>
                <a:lnTo>
                  <a:pt x="160" y="406"/>
                </a:lnTo>
                <a:lnTo>
                  <a:pt x="160" y="405"/>
                </a:lnTo>
                <a:lnTo>
                  <a:pt x="160" y="406"/>
                </a:lnTo>
                <a:lnTo>
                  <a:pt x="160" y="407"/>
                </a:lnTo>
                <a:lnTo>
                  <a:pt x="159" y="407"/>
                </a:lnTo>
                <a:lnTo>
                  <a:pt x="160" y="407"/>
                </a:lnTo>
                <a:lnTo>
                  <a:pt x="161" y="407"/>
                </a:lnTo>
                <a:lnTo>
                  <a:pt x="161" y="408"/>
                </a:lnTo>
                <a:lnTo>
                  <a:pt x="160" y="408"/>
                </a:lnTo>
                <a:lnTo>
                  <a:pt x="159" y="408"/>
                </a:lnTo>
                <a:lnTo>
                  <a:pt x="159" y="409"/>
                </a:lnTo>
                <a:lnTo>
                  <a:pt x="158" y="409"/>
                </a:lnTo>
                <a:lnTo>
                  <a:pt x="158" y="408"/>
                </a:lnTo>
                <a:lnTo>
                  <a:pt x="157" y="408"/>
                </a:lnTo>
                <a:lnTo>
                  <a:pt x="156" y="407"/>
                </a:lnTo>
                <a:lnTo>
                  <a:pt x="155" y="407"/>
                </a:lnTo>
                <a:lnTo>
                  <a:pt x="154" y="407"/>
                </a:lnTo>
                <a:lnTo>
                  <a:pt x="155" y="408"/>
                </a:lnTo>
                <a:lnTo>
                  <a:pt x="155" y="407"/>
                </a:lnTo>
                <a:lnTo>
                  <a:pt x="156" y="407"/>
                </a:lnTo>
                <a:lnTo>
                  <a:pt x="156" y="408"/>
                </a:lnTo>
                <a:lnTo>
                  <a:pt x="156" y="409"/>
                </a:lnTo>
                <a:lnTo>
                  <a:pt x="157" y="409"/>
                </a:lnTo>
                <a:lnTo>
                  <a:pt x="158" y="408"/>
                </a:lnTo>
                <a:lnTo>
                  <a:pt x="158" y="409"/>
                </a:lnTo>
                <a:lnTo>
                  <a:pt x="157" y="409"/>
                </a:lnTo>
                <a:lnTo>
                  <a:pt x="156" y="410"/>
                </a:lnTo>
                <a:lnTo>
                  <a:pt x="154" y="410"/>
                </a:lnTo>
                <a:lnTo>
                  <a:pt x="154" y="411"/>
                </a:lnTo>
                <a:lnTo>
                  <a:pt x="153" y="411"/>
                </a:lnTo>
                <a:lnTo>
                  <a:pt x="152" y="412"/>
                </a:lnTo>
                <a:lnTo>
                  <a:pt x="152" y="413"/>
                </a:lnTo>
                <a:lnTo>
                  <a:pt x="151" y="414"/>
                </a:lnTo>
                <a:lnTo>
                  <a:pt x="150" y="414"/>
                </a:lnTo>
                <a:lnTo>
                  <a:pt x="150" y="415"/>
                </a:lnTo>
                <a:lnTo>
                  <a:pt x="149" y="415"/>
                </a:lnTo>
                <a:lnTo>
                  <a:pt x="148" y="416"/>
                </a:lnTo>
                <a:lnTo>
                  <a:pt x="148" y="417"/>
                </a:lnTo>
                <a:lnTo>
                  <a:pt x="147" y="417"/>
                </a:lnTo>
                <a:lnTo>
                  <a:pt x="146" y="417"/>
                </a:lnTo>
                <a:lnTo>
                  <a:pt x="146" y="418"/>
                </a:lnTo>
                <a:lnTo>
                  <a:pt x="145" y="419"/>
                </a:lnTo>
                <a:lnTo>
                  <a:pt x="144" y="419"/>
                </a:lnTo>
                <a:lnTo>
                  <a:pt x="144" y="420"/>
                </a:lnTo>
                <a:lnTo>
                  <a:pt x="143" y="420"/>
                </a:lnTo>
                <a:lnTo>
                  <a:pt x="143" y="419"/>
                </a:lnTo>
                <a:lnTo>
                  <a:pt x="143" y="418"/>
                </a:lnTo>
                <a:lnTo>
                  <a:pt x="144" y="418"/>
                </a:lnTo>
                <a:lnTo>
                  <a:pt x="143" y="417"/>
                </a:lnTo>
                <a:lnTo>
                  <a:pt x="143" y="416"/>
                </a:lnTo>
                <a:lnTo>
                  <a:pt x="144" y="417"/>
                </a:lnTo>
                <a:lnTo>
                  <a:pt x="145" y="417"/>
                </a:lnTo>
                <a:lnTo>
                  <a:pt x="146" y="417"/>
                </a:lnTo>
                <a:lnTo>
                  <a:pt x="146" y="416"/>
                </a:lnTo>
                <a:lnTo>
                  <a:pt x="146" y="415"/>
                </a:lnTo>
                <a:lnTo>
                  <a:pt x="145" y="415"/>
                </a:lnTo>
                <a:lnTo>
                  <a:pt x="146" y="415"/>
                </a:lnTo>
                <a:lnTo>
                  <a:pt x="146" y="414"/>
                </a:lnTo>
                <a:lnTo>
                  <a:pt x="146" y="413"/>
                </a:lnTo>
                <a:lnTo>
                  <a:pt x="147" y="413"/>
                </a:lnTo>
                <a:lnTo>
                  <a:pt x="146" y="412"/>
                </a:lnTo>
                <a:lnTo>
                  <a:pt x="145" y="412"/>
                </a:lnTo>
                <a:lnTo>
                  <a:pt x="145" y="411"/>
                </a:lnTo>
                <a:lnTo>
                  <a:pt x="144" y="411"/>
                </a:lnTo>
                <a:lnTo>
                  <a:pt x="144" y="412"/>
                </a:lnTo>
                <a:lnTo>
                  <a:pt x="143" y="412"/>
                </a:lnTo>
                <a:lnTo>
                  <a:pt x="143" y="411"/>
                </a:lnTo>
                <a:lnTo>
                  <a:pt x="142" y="411"/>
                </a:lnTo>
                <a:lnTo>
                  <a:pt x="141" y="411"/>
                </a:lnTo>
                <a:lnTo>
                  <a:pt x="141" y="410"/>
                </a:lnTo>
                <a:lnTo>
                  <a:pt x="140" y="410"/>
                </a:lnTo>
                <a:lnTo>
                  <a:pt x="139" y="410"/>
                </a:lnTo>
                <a:lnTo>
                  <a:pt x="139" y="409"/>
                </a:lnTo>
                <a:lnTo>
                  <a:pt x="139" y="410"/>
                </a:lnTo>
                <a:lnTo>
                  <a:pt x="138" y="410"/>
                </a:lnTo>
                <a:lnTo>
                  <a:pt x="137" y="410"/>
                </a:lnTo>
                <a:lnTo>
                  <a:pt x="138" y="410"/>
                </a:lnTo>
                <a:lnTo>
                  <a:pt x="138" y="411"/>
                </a:lnTo>
                <a:lnTo>
                  <a:pt x="137" y="411"/>
                </a:lnTo>
                <a:lnTo>
                  <a:pt x="138" y="411"/>
                </a:lnTo>
                <a:lnTo>
                  <a:pt x="140" y="411"/>
                </a:lnTo>
                <a:lnTo>
                  <a:pt x="141" y="411"/>
                </a:lnTo>
                <a:lnTo>
                  <a:pt x="141" y="412"/>
                </a:lnTo>
                <a:lnTo>
                  <a:pt x="142" y="412"/>
                </a:lnTo>
                <a:lnTo>
                  <a:pt x="141" y="413"/>
                </a:lnTo>
                <a:lnTo>
                  <a:pt x="140" y="413"/>
                </a:lnTo>
                <a:lnTo>
                  <a:pt x="139" y="413"/>
                </a:lnTo>
                <a:lnTo>
                  <a:pt x="138" y="413"/>
                </a:lnTo>
                <a:lnTo>
                  <a:pt x="137" y="413"/>
                </a:lnTo>
                <a:lnTo>
                  <a:pt x="137" y="414"/>
                </a:lnTo>
                <a:lnTo>
                  <a:pt x="135" y="414"/>
                </a:lnTo>
                <a:lnTo>
                  <a:pt x="134" y="414"/>
                </a:lnTo>
                <a:lnTo>
                  <a:pt x="133" y="414"/>
                </a:lnTo>
                <a:lnTo>
                  <a:pt x="133" y="415"/>
                </a:lnTo>
                <a:lnTo>
                  <a:pt x="133" y="414"/>
                </a:lnTo>
                <a:lnTo>
                  <a:pt x="132" y="414"/>
                </a:lnTo>
                <a:lnTo>
                  <a:pt x="131" y="414"/>
                </a:lnTo>
                <a:lnTo>
                  <a:pt x="130" y="414"/>
                </a:lnTo>
                <a:lnTo>
                  <a:pt x="130" y="415"/>
                </a:lnTo>
                <a:lnTo>
                  <a:pt x="129" y="415"/>
                </a:lnTo>
                <a:lnTo>
                  <a:pt x="129" y="414"/>
                </a:lnTo>
                <a:lnTo>
                  <a:pt x="128" y="414"/>
                </a:lnTo>
                <a:lnTo>
                  <a:pt x="128" y="413"/>
                </a:lnTo>
                <a:lnTo>
                  <a:pt x="129" y="413"/>
                </a:lnTo>
                <a:lnTo>
                  <a:pt x="129" y="412"/>
                </a:lnTo>
                <a:lnTo>
                  <a:pt x="128" y="413"/>
                </a:lnTo>
                <a:lnTo>
                  <a:pt x="127" y="413"/>
                </a:lnTo>
                <a:lnTo>
                  <a:pt x="127" y="412"/>
                </a:lnTo>
                <a:lnTo>
                  <a:pt x="127" y="411"/>
                </a:lnTo>
                <a:lnTo>
                  <a:pt x="127" y="410"/>
                </a:lnTo>
                <a:lnTo>
                  <a:pt x="127" y="409"/>
                </a:lnTo>
                <a:lnTo>
                  <a:pt x="126" y="409"/>
                </a:lnTo>
                <a:lnTo>
                  <a:pt x="125" y="409"/>
                </a:lnTo>
                <a:lnTo>
                  <a:pt x="124" y="409"/>
                </a:lnTo>
                <a:lnTo>
                  <a:pt x="123" y="409"/>
                </a:lnTo>
                <a:lnTo>
                  <a:pt x="124" y="408"/>
                </a:lnTo>
                <a:lnTo>
                  <a:pt x="123" y="408"/>
                </a:lnTo>
                <a:lnTo>
                  <a:pt x="123" y="407"/>
                </a:lnTo>
                <a:lnTo>
                  <a:pt x="124" y="407"/>
                </a:lnTo>
                <a:lnTo>
                  <a:pt x="123" y="407"/>
                </a:lnTo>
                <a:lnTo>
                  <a:pt x="123" y="408"/>
                </a:lnTo>
                <a:lnTo>
                  <a:pt x="123" y="409"/>
                </a:lnTo>
                <a:lnTo>
                  <a:pt x="122" y="409"/>
                </a:lnTo>
                <a:lnTo>
                  <a:pt x="122" y="410"/>
                </a:lnTo>
                <a:lnTo>
                  <a:pt x="122" y="409"/>
                </a:lnTo>
                <a:lnTo>
                  <a:pt x="122" y="410"/>
                </a:lnTo>
                <a:lnTo>
                  <a:pt x="121" y="410"/>
                </a:lnTo>
                <a:lnTo>
                  <a:pt x="121" y="411"/>
                </a:lnTo>
                <a:lnTo>
                  <a:pt x="120" y="411"/>
                </a:lnTo>
                <a:lnTo>
                  <a:pt x="121" y="411"/>
                </a:lnTo>
                <a:lnTo>
                  <a:pt x="120" y="411"/>
                </a:lnTo>
                <a:lnTo>
                  <a:pt x="120" y="412"/>
                </a:lnTo>
                <a:lnTo>
                  <a:pt x="121" y="412"/>
                </a:lnTo>
                <a:lnTo>
                  <a:pt x="122" y="412"/>
                </a:lnTo>
                <a:lnTo>
                  <a:pt x="122" y="413"/>
                </a:lnTo>
                <a:lnTo>
                  <a:pt x="122" y="414"/>
                </a:lnTo>
                <a:lnTo>
                  <a:pt x="122" y="413"/>
                </a:lnTo>
                <a:lnTo>
                  <a:pt x="123" y="413"/>
                </a:lnTo>
                <a:lnTo>
                  <a:pt x="124" y="413"/>
                </a:lnTo>
                <a:lnTo>
                  <a:pt x="125" y="413"/>
                </a:lnTo>
                <a:lnTo>
                  <a:pt x="125" y="412"/>
                </a:lnTo>
                <a:lnTo>
                  <a:pt x="126" y="412"/>
                </a:lnTo>
                <a:lnTo>
                  <a:pt x="127" y="413"/>
                </a:lnTo>
                <a:lnTo>
                  <a:pt x="128" y="414"/>
                </a:lnTo>
                <a:lnTo>
                  <a:pt x="127" y="415"/>
                </a:lnTo>
                <a:lnTo>
                  <a:pt x="126" y="415"/>
                </a:lnTo>
                <a:lnTo>
                  <a:pt x="124" y="415"/>
                </a:lnTo>
                <a:lnTo>
                  <a:pt x="124" y="416"/>
                </a:lnTo>
                <a:lnTo>
                  <a:pt x="123" y="416"/>
                </a:lnTo>
                <a:lnTo>
                  <a:pt x="122" y="417"/>
                </a:lnTo>
                <a:lnTo>
                  <a:pt x="121" y="417"/>
                </a:lnTo>
                <a:lnTo>
                  <a:pt x="120" y="418"/>
                </a:lnTo>
                <a:lnTo>
                  <a:pt x="119" y="418"/>
                </a:lnTo>
                <a:lnTo>
                  <a:pt x="118" y="418"/>
                </a:lnTo>
                <a:lnTo>
                  <a:pt x="117" y="419"/>
                </a:lnTo>
                <a:lnTo>
                  <a:pt x="116" y="420"/>
                </a:lnTo>
                <a:lnTo>
                  <a:pt x="115" y="420"/>
                </a:lnTo>
                <a:lnTo>
                  <a:pt x="115" y="419"/>
                </a:lnTo>
                <a:lnTo>
                  <a:pt x="116" y="419"/>
                </a:lnTo>
                <a:lnTo>
                  <a:pt x="115" y="419"/>
                </a:lnTo>
                <a:lnTo>
                  <a:pt x="114" y="419"/>
                </a:lnTo>
                <a:lnTo>
                  <a:pt x="113" y="420"/>
                </a:lnTo>
                <a:lnTo>
                  <a:pt x="112" y="420"/>
                </a:lnTo>
                <a:lnTo>
                  <a:pt x="112" y="421"/>
                </a:lnTo>
                <a:lnTo>
                  <a:pt x="111" y="421"/>
                </a:lnTo>
                <a:lnTo>
                  <a:pt x="111" y="422"/>
                </a:lnTo>
                <a:lnTo>
                  <a:pt x="110" y="422"/>
                </a:lnTo>
                <a:lnTo>
                  <a:pt x="110" y="423"/>
                </a:lnTo>
                <a:lnTo>
                  <a:pt x="109" y="422"/>
                </a:lnTo>
                <a:lnTo>
                  <a:pt x="108" y="423"/>
                </a:lnTo>
                <a:lnTo>
                  <a:pt x="108" y="422"/>
                </a:lnTo>
                <a:lnTo>
                  <a:pt x="107" y="422"/>
                </a:lnTo>
                <a:lnTo>
                  <a:pt x="106" y="422"/>
                </a:lnTo>
                <a:lnTo>
                  <a:pt x="105" y="422"/>
                </a:lnTo>
                <a:lnTo>
                  <a:pt x="104" y="421"/>
                </a:lnTo>
                <a:lnTo>
                  <a:pt x="103" y="421"/>
                </a:lnTo>
                <a:lnTo>
                  <a:pt x="102" y="421"/>
                </a:lnTo>
                <a:lnTo>
                  <a:pt x="102" y="422"/>
                </a:lnTo>
                <a:lnTo>
                  <a:pt x="102" y="421"/>
                </a:lnTo>
                <a:lnTo>
                  <a:pt x="101" y="421"/>
                </a:lnTo>
                <a:lnTo>
                  <a:pt x="100" y="421"/>
                </a:lnTo>
                <a:lnTo>
                  <a:pt x="100" y="422"/>
                </a:lnTo>
                <a:lnTo>
                  <a:pt x="99" y="422"/>
                </a:lnTo>
                <a:lnTo>
                  <a:pt x="99" y="423"/>
                </a:lnTo>
                <a:lnTo>
                  <a:pt x="98" y="423"/>
                </a:lnTo>
                <a:lnTo>
                  <a:pt x="97" y="423"/>
                </a:lnTo>
                <a:lnTo>
                  <a:pt x="97" y="424"/>
                </a:lnTo>
                <a:lnTo>
                  <a:pt x="96" y="424"/>
                </a:lnTo>
                <a:lnTo>
                  <a:pt x="96" y="425"/>
                </a:lnTo>
                <a:lnTo>
                  <a:pt x="95" y="425"/>
                </a:lnTo>
                <a:lnTo>
                  <a:pt x="94" y="426"/>
                </a:lnTo>
                <a:lnTo>
                  <a:pt x="94" y="427"/>
                </a:lnTo>
                <a:lnTo>
                  <a:pt x="93" y="428"/>
                </a:lnTo>
                <a:lnTo>
                  <a:pt x="93" y="429"/>
                </a:lnTo>
                <a:lnTo>
                  <a:pt x="92" y="430"/>
                </a:lnTo>
                <a:lnTo>
                  <a:pt x="91" y="432"/>
                </a:lnTo>
                <a:lnTo>
                  <a:pt x="90" y="433"/>
                </a:lnTo>
                <a:lnTo>
                  <a:pt x="90" y="434"/>
                </a:lnTo>
                <a:lnTo>
                  <a:pt x="90" y="435"/>
                </a:lnTo>
                <a:lnTo>
                  <a:pt x="89" y="436"/>
                </a:lnTo>
                <a:lnTo>
                  <a:pt x="89" y="437"/>
                </a:lnTo>
                <a:lnTo>
                  <a:pt x="88" y="437"/>
                </a:lnTo>
                <a:lnTo>
                  <a:pt x="88" y="438"/>
                </a:lnTo>
                <a:lnTo>
                  <a:pt x="87" y="439"/>
                </a:lnTo>
                <a:lnTo>
                  <a:pt x="86" y="439"/>
                </a:lnTo>
                <a:lnTo>
                  <a:pt x="85" y="439"/>
                </a:lnTo>
                <a:lnTo>
                  <a:pt x="85" y="438"/>
                </a:lnTo>
                <a:lnTo>
                  <a:pt x="85" y="439"/>
                </a:lnTo>
                <a:lnTo>
                  <a:pt x="85" y="440"/>
                </a:lnTo>
                <a:lnTo>
                  <a:pt x="84" y="440"/>
                </a:lnTo>
                <a:lnTo>
                  <a:pt x="83" y="440"/>
                </a:lnTo>
                <a:lnTo>
                  <a:pt x="82" y="440"/>
                </a:lnTo>
                <a:lnTo>
                  <a:pt x="82" y="439"/>
                </a:lnTo>
                <a:lnTo>
                  <a:pt x="81" y="439"/>
                </a:lnTo>
                <a:lnTo>
                  <a:pt x="80" y="439"/>
                </a:lnTo>
                <a:lnTo>
                  <a:pt x="80" y="440"/>
                </a:lnTo>
                <a:lnTo>
                  <a:pt x="79" y="440"/>
                </a:lnTo>
                <a:lnTo>
                  <a:pt x="79" y="441"/>
                </a:lnTo>
                <a:lnTo>
                  <a:pt x="78" y="441"/>
                </a:lnTo>
                <a:lnTo>
                  <a:pt x="77" y="441"/>
                </a:lnTo>
                <a:lnTo>
                  <a:pt x="77" y="440"/>
                </a:lnTo>
                <a:lnTo>
                  <a:pt x="76" y="440"/>
                </a:lnTo>
                <a:lnTo>
                  <a:pt x="75" y="439"/>
                </a:lnTo>
                <a:lnTo>
                  <a:pt x="74" y="439"/>
                </a:lnTo>
                <a:lnTo>
                  <a:pt x="74" y="440"/>
                </a:lnTo>
                <a:lnTo>
                  <a:pt x="73" y="440"/>
                </a:lnTo>
                <a:lnTo>
                  <a:pt x="73" y="441"/>
                </a:lnTo>
                <a:lnTo>
                  <a:pt x="73" y="440"/>
                </a:lnTo>
                <a:lnTo>
                  <a:pt x="72" y="441"/>
                </a:lnTo>
                <a:lnTo>
                  <a:pt x="71" y="441"/>
                </a:lnTo>
                <a:lnTo>
                  <a:pt x="71" y="442"/>
                </a:lnTo>
                <a:lnTo>
                  <a:pt x="71" y="443"/>
                </a:lnTo>
                <a:lnTo>
                  <a:pt x="69" y="443"/>
                </a:lnTo>
                <a:lnTo>
                  <a:pt x="69" y="442"/>
                </a:lnTo>
                <a:lnTo>
                  <a:pt x="69" y="441"/>
                </a:lnTo>
                <a:lnTo>
                  <a:pt x="70" y="440"/>
                </a:lnTo>
                <a:lnTo>
                  <a:pt x="70" y="439"/>
                </a:lnTo>
                <a:lnTo>
                  <a:pt x="71" y="439"/>
                </a:lnTo>
                <a:lnTo>
                  <a:pt x="71" y="438"/>
                </a:lnTo>
                <a:lnTo>
                  <a:pt x="70" y="438"/>
                </a:lnTo>
                <a:lnTo>
                  <a:pt x="71" y="437"/>
                </a:lnTo>
                <a:lnTo>
                  <a:pt x="70" y="437"/>
                </a:lnTo>
                <a:lnTo>
                  <a:pt x="69" y="437"/>
                </a:lnTo>
                <a:lnTo>
                  <a:pt x="69" y="436"/>
                </a:lnTo>
                <a:lnTo>
                  <a:pt x="69" y="435"/>
                </a:lnTo>
                <a:lnTo>
                  <a:pt x="69" y="434"/>
                </a:lnTo>
                <a:lnTo>
                  <a:pt x="69" y="433"/>
                </a:lnTo>
                <a:lnTo>
                  <a:pt x="69" y="432"/>
                </a:lnTo>
                <a:lnTo>
                  <a:pt x="70" y="432"/>
                </a:lnTo>
                <a:lnTo>
                  <a:pt x="71" y="431"/>
                </a:lnTo>
                <a:lnTo>
                  <a:pt x="71" y="430"/>
                </a:lnTo>
                <a:lnTo>
                  <a:pt x="70" y="430"/>
                </a:lnTo>
                <a:lnTo>
                  <a:pt x="70" y="431"/>
                </a:lnTo>
                <a:lnTo>
                  <a:pt x="69" y="431"/>
                </a:lnTo>
                <a:lnTo>
                  <a:pt x="69" y="430"/>
                </a:lnTo>
                <a:lnTo>
                  <a:pt x="68" y="430"/>
                </a:lnTo>
                <a:lnTo>
                  <a:pt x="68" y="429"/>
                </a:lnTo>
                <a:lnTo>
                  <a:pt x="69" y="428"/>
                </a:lnTo>
                <a:lnTo>
                  <a:pt x="69" y="426"/>
                </a:lnTo>
                <a:lnTo>
                  <a:pt x="69" y="425"/>
                </a:lnTo>
                <a:lnTo>
                  <a:pt x="69" y="424"/>
                </a:lnTo>
                <a:lnTo>
                  <a:pt x="69" y="422"/>
                </a:lnTo>
                <a:lnTo>
                  <a:pt x="69" y="424"/>
                </a:lnTo>
                <a:lnTo>
                  <a:pt x="69" y="425"/>
                </a:lnTo>
                <a:lnTo>
                  <a:pt x="68" y="425"/>
                </a:lnTo>
                <a:lnTo>
                  <a:pt x="68" y="424"/>
                </a:lnTo>
                <a:lnTo>
                  <a:pt x="67" y="424"/>
                </a:lnTo>
                <a:lnTo>
                  <a:pt x="66" y="423"/>
                </a:lnTo>
                <a:lnTo>
                  <a:pt x="66" y="422"/>
                </a:lnTo>
                <a:lnTo>
                  <a:pt x="65" y="422"/>
                </a:lnTo>
                <a:lnTo>
                  <a:pt x="65" y="421"/>
                </a:lnTo>
                <a:lnTo>
                  <a:pt x="65" y="420"/>
                </a:lnTo>
                <a:lnTo>
                  <a:pt x="64" y="420"/>
                </a:lnTo>
                <a:lnTo>
                  <a:pt x="65" y="421"/>
                </a:lnTo>
                <a:lnTo>
                  <a:pt x="65" y="422"/>
                </a:lnTo>
                <a:lnTo>
                  <a:pt x="65" y="423"/>
                </a:lnTo>
                <a:lnTo>
                  <a:pt x="65" y="424"/>
                </a:lnTo>
                <a:lnTo>
                  <a:pt x="66" y="424"/>
                </a:lnTo>
                <a:lnTo>
                  <a:pt x="66" y="425"/>
                </a:lnTo>
                <a:lnTo>
                  <a:pt x="66" y="426"/>
                </a:lnTo>
                <a:lnTo>
                  <a:pt x="67" y="426"/>
                </a:lnTo>
                <a:lnTo>
                  <a:pt x="67" y="427"/>
                </a:lnTo>
                <a:lnTo>
                  <a:pt x="67" y="428"/>
                </a:lnTo>
                <a:lnTo>
                  <a:pt x="66" y="429"/>
                </a:lnTo>
                <a:lnTo>
                  <a:pt x="65" y="429"/>
                </a:lnTo>
                <a:lnTo>
                  <a:pt x="66" y="430"/>
                </a:lnTo>
                <a:lnTo>
                  <a:pt x="66" y="429"/>
                </a:lnTo>
                <a:lnTo>
                  <a:pt x="67" y="429"/>
                </a:lnTo>
                <a:lnTo>
                  <a:pt x="67" y="430"/>
                </a:lnTo>
                <a:lnTo>
                  <a:pt x="68" y="431"/>
                </a:lnTo>
                <a:lnTo>
                  <a:pt x="68" y="432"/>
                </a:lnTo>
                <a:lnTo>
                  <a:pt x="67" y="432"/>
                </a:lnTo>
                <a:lnTo>
                  <a:pt x="67" y="433"/>
                </a:lnTo>
                <a:lnTo>
                  <a:pt x="66" y="434"/>
                </a:lnTo>
                <a:lnTo>
                  <a:pt x="65" y="434"/>
                </a:lnTo>
                <a:lnTo>
                  <a:pt x="65" y="435"/>
                </a:lnTo>
                <a:lnTo>
                  <a:pt x="66" y="435"/>
                </a:lnTo>
                <a:lnTo>
                  <a:pt x="66" y="436"/>
                </a:lnTo>
                <a:lnTo>
                  <a:pt x="66" y="435"/>
                </a:lnTo>
                <a:lnTo>
                  <a:pt x="67" y="436"/>
                </a:lnTo>
                <a:lnTo>
                  <a:pt x="67" y="437"/>
                </a:lnTo>
                <a:lnTo>
                  <a:pt x="68" y="437"/>
                </a:lnTo>
                <a:lnTo>
                  <a:pt x="68" y="438"/>
                </a:lnTo>
                <a:lnTo>
                  <a:pt x="69" y="439"/>
                </a:lnTo>
                <a:lnTo>
                  <a:pt x="68" y="439"/>
                </a:lnTo>
                <a:lnTo>
                  <a:pt x="68" y="440"/>
                </a:lnTo>
                <a:lnTo>
                  <a:pt x="68" y="441"/>
                </a:lnTo>
                <a:lnTo>
                  <a:pt x="68" y="442"/>
                </a:lnTo>
                <a:lnTo>
                  <a:pt x="68" y="443"/>
                </a:lnTo>
                <a:lnTo>
                  <a:pt x="67" y="443"/>
                </a:lnTo>
                <a:lnTo>
                  <a:pt x="67" y="444"/>
                </a:lnTo>
                <a:lnTo>
                  <a:pt x="67" y="445"/>
                </a:lnTo>
                <a:lnTo>
                  <a:pt x="67" y="446"/>
                </a:lnTo>
                <a:lnTo>
                  <a:pt x="66" y="447"/>
                </a:lnTo>
                <a:lnTo>
                  <a:pt x="67" y="447"/>
                </a:lnTo>
                <a:lnTo>
                  <a:pt x="66" y="447"/>
                </a:lnTo>
                <a:lnTo>
                  <a:pt x="66" y="448"/>
                </a:lnTo>
                <a:lnTo>
                  <a:pt x="65" y="448"/>
                </a:lnTo>
                <a:lnTo>
                  <a:pt x="64" y="448"/>
                </a:lnTo>
                <a:lnTo>
                  <a:pt x="64" y="447"/>
                </a:lnTo>
                <a:lnTo>
                  <a:pt x="64" y="448"/>
                </a:lnTo>
                <a:lnTo>
                  <a:pt x="63" y="448"/>
                </a:lnTo>
                <a:lnTo>
                  <a:pt x="63" y="449"/>
                </a:lnTo>
                <a:lnTo>
                  <a:pt x="62" y="449"/>
                </a:lnTo>
                <a:lnTo>
                  <a:pt x="62" y="450"/>
                </a:lnTo>
                <a:lnTo>
                  <a:pt x="61" y="451"/>
                </a:lnTo>
                <a:lnTo>
                  <a:pt x="60" y="451"/>
                </a:lnTo>
                <a:lnTo>
                  <a:pt x="59" y="450"/>
                </a:lnTo>
                <a:lnTo>
                  <a:pt x="59" y="451"/>
                </a:lnTo>
                <a:lnTo>
                  <a:pt x="58" y="451"/>
                </a:lnTo>
                <a:lnTo>
                  <a:pt x="57" y="452"/>
                </a:lnTo>
                <a:lnTo>
                  <a:pt x="56" y="452"/>
                </a:lnTo>
                <a:lnTo>
                  <a:pt x="55" y="452"/>
                </a:lnTo>
                <a:lnTo>
                  <a:pt x="55" y="453"/>
                </a:lnTo>
                <a:lnTo>
                  <a:pt x="54" y="453"/>
                </a:lnTo>
                <a:lnTo>
                  <a:pt x="53" y="453"/>
                </a:lnTo>
                <a:lnTo>
                  <a:pt x="53" y="452"/>
                </a:lnTo>
                <a:lnTo>
                  <a:pt x="52" y="452"/>
                </a:lnTo>
                <a:lnTo>
                  <a:pt x="52" y="453"/>
                </a:lnTo>
                <a:lnTo>
                  <a:pt x="53" y="453"/>
                </a:lnTo>
                <a:lnTo>
                  <a:pt x="53" y="454"/>
                </a:lnTo>
                <a:lnTo>
                  <a:pt x="52" y="455"/>
                </a:lnTo>
                <a:lnTo>
                  <a:pt x="52" y="456"/>
                </a:lnTo>
                <a:lnTo>
                  <a:pt x="52" y="457"/>
                </a:lnTo>
                <a:lnTo>
                  <a:pt x="51" y="457"/>
                </a:lnTo>
                <a:lnTo>
                  <a:pt x="51" y="458"/>
                </a:lnTo>
                <a:lnTo>
                  <a:pt x="50" y="458"/>
                </a:lnTo>
                <a:lnTo>
                  <a:pt x="50" y="459"/>
                </a:lnTo>
                <a:lnTo>
                  <a:pt x="50" y="458"/>
                </a:lnTo>
                <a:lnTo>
                  <a:pt x="50" y="457"/>
                </a:lnTo>
                <a:lnTo>
                  <a:pt x="50" y="456"/>
                </a:lnTo>
                <a:lnTo>
                  <a:pt x="49" y="456"/>
                </a:lnTo>
                <a:lnTo>
                  <a:pt x="50" y="456"/>
                </a:lnTo>
                <a:lnTo>
                  <a:pt x="50" y="455"/>
                </a:lnTo>
                <a:lnTo>
                  <a:pt x="49" y="455"/>
                </a:lnTo>
                <a:lnTo>
                  <a:pt x="50" y="454"/>
                </a:lnTo>
                <a:lnTo>
                  <a:pt x="50" y="453"/>
                </a:lnTo>
                <a:lnTo>
                  <a:pt x="50" y="452"/>
                </a:lnTo>
                <a:lnTo>
                  <a:pt x="51" y="452"/>
                </a:lnTo>
                <a:lnTo>
                  <a:pt x="51" y="451"/>
                </a:lnTo>
                <a:lnTo>
                  <a:pt x="50" y="451"/>
                </a:lnTo>
                <a:lnTo>
                  <a:pt x="49" y="451"/>
                </a:lnTo>
                <a:lnTo>
                  <a:pt x="49" y="450"/>
                </a:lnTo>
                <a:lnTo>
                  <a:pt x="49" y="451"/>
                </a:lnTo>
                <a:lnTo>
                  <a:pt x="48" y="451"/>
                </a:lnTo>
                <a:lnTo>
                  <a:pt x="49" y="451"/>
                </a:lnTo>
                <a:lnTo>
                  <a:pt x="49" y="452"/>
                </a:lnTo>
                <a:lnTo>
                  <a:pt x="49" y="454"/>
                </a:lnTo>
                <a:lnTo>
                  <a:pt x="49" y="455"/>
                </a:lnTo>
                <a:lnTo>
                  <a:pt x="49" y="456"/>
                </a:lnTo>
                <a:lnTo>
                  <a:pt x="48" y="456"/>
                </a:lnTo>
                <a:lnTo>
                  <a:pt x="48" y="455"/>
                </a:lnTo>
                <a:lnTo>
                  <a:pt x="47" y="455"/>
                </a:lnTo>
                <a:lnTo>
                  <a:pt x="47" y="456"/>
                </a:lnTo>
                <a:lnTo>
                  <a:pt x="48" y="456"/>
                </a:lnTo>
                <a:lnTo>
                  <a:pt x="48" y="457"/>
                </a:lnTo>
                <a:lnTo>
                  <a:pt x="48" y="458"/>
                </a:lnTo>
                <a:lnTo>
                  <a:pt x="48" y="457"/>
                </a:lnTo>
                <a:lnTo>
                  <a:pt x="48" y="458"/>
                </a:lnTo>
                <a:lnTo>
                  <a:pt x="47" y="458"/>
                </a:lnTo>
                <a:lnTo>
                  <a:pt x="47" y="459"/>
                </a:lnTo>
                <a:lnTo>
                  <a:pt x="47" y="460"/>
                </a:lnTo>
                <a:lnTo>
                  <a:pt x="46" y="461"/>
                </a:lnTo>
                <a:lnTo>
                  <a:pt x="46" y="462"/>
                </a:lnTo>
                <a:lnTo>
                  <a:pt x="47" y="462"/>
                </a:lnTo>
                <a:lnTo>
                  <a:pt x="47" y="463"/>
                </a:lnTo>
                <a:lnTo>
                  <a:pt x="46" y="462"/>
                </a:lnTo>
                <a:lnTo>
                  <a:pt x="46" y="463"/>
                </a:lnTo>
                <a:lnTo>
                  <a:pt x="45" y="463"/>
                </a:lnTo>
                <a:lnTo>
                  <a:pt x="46" y="464"/>
                </a:lnTo>
                <a:lnTo>
                  <a:pt x="45" y="464"/>
                </a:lnTo>
                <a:lnTo>
                  <a:pt x="45" y="463"/>
                </a:lnTo>
                <a:lnTo>
                  <a:pt x="44" y="464"/>
                </a:lnTo>
                <a:lnTo>
                  <a:pt x="45" y="464"/>
                </a:lnTo>
                <a:lnTo>
                  <a:pt x="46" y="465"/>
                </a:lnTo>
                <a:lnTo>
                  <a:pt x="46" y="466"/>
                </a:lnTo>
                <a:lnTo>
                  <a:pt x="45" y="466"/>
                </a:lnTo>
                <a:lnTo>
                  <a:pt x="45" y="467"/>
                </a:lnTo>
                <a:lnTo>
                  <a:pt x="45" y="468"/>
                </a:lnTo>
                <a:lnTo>
                  <a:pt x="45" y="469"/>
                </a:lnTo>
                <a:lnTo>
                  <a:pt x="45" y="470"/>
                </a:lnTo>
                <a:lnTo>
                  <a:pt x="45" y="471"/>
                </a:lnTo>
                <a:lnTo>
                  <a:pt x="45" y="472"/>
                </a:lnTo>
                <a:lnTo>
                  <a:pt x="46" y="472"/>
                </a:lnTo>
                <a:lnTo>
                  <a:pt x="46" y="473"/>
                </a:lnTo>
                <a:lnTo>
                  <a:pt x="46" y="474"/>
                </a:lnTo>
                <a:lnTo>
                  <a:pt x="47" y="474"/>
                </a:lnTo>
                <a:lnTo>
                  <a:pt x="47" y="475"/>
                </a:lnTo>
                <a:lnTo>
                  <a:pt x="47" y="476"/>
                </a:lnTo>
                <a:lnTo>
                  <a:pt x="48" y="477"/>
                </a:lnTo>
                <a:lnTo>
                  <a:pt x="47" y="477"/>
                </a:lnTo>
                <a:lnTo>
                  <a:pt x="46" y="478"/>
                </a:lnTo>
                <a:lnTo>
                  <a:pt x="46" y="479"/>
                </a:lnTo>
                <a:lnTo>
                  <a:pt x="46" y="478"/>
                </a:lnTo>
                <a:lnTo>
                  <a:pt x="47" y="478"/>
                </a:lnTo>
                <a:lnTo>
                  <a:pt x="48" y="478"/>
                </a:lnTo>
                <a:lnTo>
                  <a:pt x="49" y="478"/>
                </a:lnTo>
                <a:lnTo>
                  <a:pt x="50" y="477"/>
                </a:lnTo>
                <a:lnTo>
                  <a:pt x="51" y="477"/>
                </a:lnTo>
                <a:lnTo>
                  <a:pt x="52" y="477"/>
                </a:lnTo>
                <a:lnTo>
                  <a:pt x="52" y="478"/>
                </a:lnTo>
                <a:lnTo>
                  <a:pt x="53" y="478"/>
                </a:lnTo>
                <a:lnTo>
                  <a:pt x="54" y="478"/>
                </a:lnTo>
                <a:lnTo>
                  <a:pt x="54" y="479"/>
                </a:lnTo>
                <a:lnTo>
                  <a:pt x="54" y="478"/>
                </a:lnTo>
                <a:lnTo>
                  <a:pt x="55" y="478"/>
                </a:lnTo>
                <a:lnTo>
                  <a:pt x="56" y="478"/>
                </a:lnTo>
                <a:lnTo>
                  <a:pt x="58" y="478"/>
                </a:lnTo>
                <a:lnTo>
                  <a:pt x="59" y="478"/>
                </a:lnTo>
                <a:lnTo>
                  <a:pt x="60" y="478"/>
                </a:lnTo>
                <a:lnTo>
                  <a:pt x="59" y="478"/>
                </a:lnTo>
                <a:lnTo>
                  <a:pt x="60" y="478"/>
                </a:lnTo>
                <a:lnTo>
                  <a:pt x="60" y="479"/>
                </a:lnTo>
                <a:lnTo>
                  <a:pt x="61" y="479"/>
                </a:lnTo>
                <a:lnTo>
                  <a:pt x="61" y="480"/>
                </a:lnTo>
                <a:lnTo>
                  <a:pt x="62" y="480"/>
                </a:lnTo>
                <a:lnTo>
                  <a:pt x="63" y="480"/>
                </a:lnTo>
                <a:lnTo>
                  <a:pt x="64" y="480"/>
                </a:lnTo>
                <a:lnTo>
                  <a:pt x="64" y="481"/>
                </a:lnTo>
                <a:lnTo>
                  <a:pt x="65" y="481"/>
                </a:lnTo>
                <a:lnTo>
                  <a:pt x="64" y="481"/>
                </a:lnTo>
                <a:lnTo>
                  <a:pt x="64" y="480"/>
                </a:lnTo>
                <a:lnTo>
                  <a:pt x="65" y="480"/>
                </a:lnTo>
                <a:lnTo>
                  <a:pt x="65" y="481"/>
                </a:lnTo>
                <a:lnTo>
                  <a:pt x="65" y="482"/>
                </a:lnTo>
                <a:lnTo>
                  <a:pt x="65" y="483"/>
                </a:lnTo>
                <a:lnTo>
                  <a:pt x="65" y="484"/>
                </a:lnTo>
                <a:lnTo>
                  <a:pt x="65" y="483"/>
                </a:lnTo>
                <a:lnTo>
                  <a:pt x="65" y="484"/>
                </a:lnTo>
                <a:lnTo>
                  <a:pt x="65" y="485"/>
                </a:lnTo>
                <a:lnTo>
                  <a:pt x="65" y="486"/>
                </a:lnTo>
                <a:lnTo>
                  <a:pt x="66" y="486"/>
                </a:lnTo>
                <a:lnTo>
                  <a:pt x="66" y="487"/>
                </a:lnTo>
                <a:lnTo>
                  <a:pt x="65" y="487"/>
                </a:lnTo>
                <a:lnTo>
                  <a:pt x="65" y="488"/>
                </a:lnTo>
                <a:lnTo>
                  <a:pt x="65" y="489"/>
                </a:lnTo>
                <a:lnTo>
                  <a:pt x="65" y="490"/>
                </a:lnTo>
                <a:lnTo>
                  <a:pt x="65" y="491"/>
                </a:lnTo>
                <a:lnTo>
                  <a:pt x="64" y="492"/>
                </a:lnTo>
                <a:lnTo>
                  <a:pt x="63" y="492"/>
                </a:lnTo>
                <a:lnTo>
                  <a:pt x="62" y="491"/>
                </a:lnTo>
                <a:lnTo>
                  <a:pt x="62" y="490"/>
                </a:lnTo>
                <a:lnTo>
                  <a:pt x="61" y="490"/>
                </a:lnTo>
                <a:lnTo>
                  <a:pt x="61" y="489"/>
                </a:lnTo>
                <a:lnTo>
                  <a:pt x="61" y="488"/>
                </a:lnTo>
                <a:lnTo>
                  <a:pt x="61" y="487"/>
                </a:lnTo>
                <a:lnTo>
                  <a:pt x="60" y="487"/>
                </a:lnTo>
                <a:lnTo>
                  <a:pt x="60" y="486"/>
                </a:lnTo>
                <a:lnTo>
                  <a:pt x="60" y="485"/>
                </a:lnTo>
                <a:lnTo>
                  <a:pt x="60" y="484"/>
                </a:lnTo>
                <a:lnTo>
                  <a:pt x="60" y="485"/>
                </a:lnTo>
                <a:lnTo>
                  <a:pt x="59" y="484"/>
                </a:lnTo>
                <a:lnTo>
                  <a:pt x="59" y="485"/>
                </a:lnTo>
                <a:lnTo>
                  <a:pt x="60" y="485"/>
                </a:lnTo>
                <a:lnTo>
                  <a:pt x="60" y="486"/>
                </a:lnTo>
                <a:lnTo>
                  <a:pt x="60" y="487"/>
                </a:lnTo>
                <a:lnTo>
                  <a:pt x="60" y="488"/>
                </a:lnTo>
                <a:lnTo>
                  <a:pt x="59" y="488"/>
                </a:lnTo>
                <a:lnTo>
                  <a:pt x="59" y="489"/>
                </a:lnTo>
                <a:lnTo>
                  <a:pt x="58" y="488"/>
                </a:lnTo>
                <a:lnTo>
                  <a:pt x="58" y="489"/>
                </a:lnTo>
                <a:lnTo>
                  <a:pt x="58" y="490"/>
                </a:lnTo>
                <a:lnTo>
                  <a:pt x="58" y="489"/>
                </a:lnTo>
                <a:lnTo>
                  <a:pt x="58" y="490"/>
                </a:lnTo>
                <a:lnTo>
                  <a:pt x="59" y="490"/>
                </a:lnTo>
                <a:lnTo>
                  <a:pt x="59" y="489"/>
                </a:lnTo>
                <a:lnTo>
                  <a:pt x="60" y="489"/>
                </a:lnTo>
                <a:lnTo>
                  <a:pt x="60" y="488"/>
                </a:lnTo>
                <a:lnTo>
                  <a:pt x="60" y="489"/>
                </a:lnTo>
                <a:lnTo>
                  <a:pt x="60" y="490"/>
                </a:lnTo>
                <a:lnTo>
                  <a:pt x="60" y="491"/>
                </a:lnTo>
                <a:lnTo>
                  <a:pt x="60" y="492"/>
                </a:lnTo>
                <a:lnTo>
                  <a:pt x="60" y="493"/>
                </a:lnTo>
                <a:lnTo>
                  <a:pt x="59" y="493"/>
                </a:lnTo>
                <a:lnTo>
                  <a:pt x="59" y="494"/>
                </a:lnTo>
                <a:lnTo>
                  <a:pt x="58" y="494"/>
                </a:lnTo>
                <a:lnTo>
                  <a:pt x="58" y="495"/>
                </a:lnTo>
                <a:lnTo>
                  <a:pt x="57" y="495"/>
                </a:lnTo>
                <a:lnTo>
                  <a:pt x="57" y="494"/>
                </a:lnTo>
                <a:lnTo>
                  <a:pt x="58" y="494"/>
                </a:lnTo>
                <a:lnTo>
                  <a:pt x="57" y="494"/>
                </a:lnTo>
                <a:lnTo>
                  <a:pt x="57" y="495"/>
                </a:lnTo>
                <a:lnTo>
                  <a:pt x="58" y="495"/>
                </a:lnTo>
                <a:lnTo>
                  <a:pt x="58" y="496"/>
                </a:lnTo>
                <a:lnTo>
                  <a:pt x="57" y="496"/>
                </a:lnTo>
                <a:lnTo>
                  <a:pt x="57" y="497"/>
                </a:lnTo>
                <a:lnTo>
                  <a:pt x="56" y="497"/>
                </a:lnTo>
                <a:lnTo>
                  <a:pt x="57" y="497"/>
                </a:lnTo>
                <a:lnTo>
                  <a:pt x="58" y="497"/>
                </a:lnTo>
                <a:lnTo>
                  <a:pt x="58" y="496"/>
                </a:lnTo>
                <a:lnTo>
                  <a:pt x="59" y="496"/>
                </a:lnTo>
                <a:lnTo>
                  <a:pt x="59" y="495"/>
                </a:lnTo>
                <a:lnTo>
                  <a:pt x="60" y="495"/>
                </a:lnTo>
                <a:lnTo>
                  <a:pt x="60" y="496"/>
                </a:lnTo>
                <a:lnTo>
                  <a:pt x="61" y="496"/>
                </a:lnTo>
                <a:lnTo>
                  <a:pt x="61" y="497"/>
                </a:lnTo>
                <a:lnTo>
                  <a:pt x="60" y="497"/>
                </a:lnTo>
                <a:lnTo>
                  <a:pt x="60" y="498"/>
                </a:lnTo>
                <a:lnTo>
                  <a:pt x="60" y="499"/>
                </a:lnTo>
                <a:lnTo>
                  <a:pt x="61" y="499"/>
                </a:lnTo>
                <a:lnTo>
                  <a:pt x="60" y="498"/>
                </a:lnTo>
                <a:lnTo>
                  <a:pt x="60" y="497"/>
                </a:lnTo>
                <a:lnTo>
                  <a:pt x="61" y="497"/>
                </a:lnTo>
                <a:lnTo>
                  <a:pt x="61" y="496"/>
                </a:lnTo>
                <a:lnTo>
                  <a:pt x="61" y="497"/>
                </a:lnTo>
                <a:lnTo>
                  <a:pt x="62" y="497"/>
                </a:lnTo>
                <a:lnTo>
                  <a:pt x="62" y="498"/>
                </a:lnTo>
                <a:lnTo>
                  <a:pt x="62" y="497"/>
                </a:lnTo>
                <a:lnTo>
                  <a:pt x="62" y="498"/>
                </a:lnTo>
                <a:lnTo>
                  <a:pt x="63" y="498"/>
                </a:lnTo>
                <a:lnTo>
                  <a:pt x="63" y="497"/>
                </a:lnTo>
                <a:lnTo>
                  <a:pt x="63" y="498"/>
                </a:lnTo>
                <a:lnTo>
                  <a:pt x="63" y="499"/>
                </a:lnTo>
                <a:lnTo>
                  <a:pt x="64" y="499"/>
                </a:lnTo>
                <a:lnTo>
                  <a:pt x="64" y="498"/>
                </a:lnTo>
                <a:lnTo>
                  <a:pt x="64" y="497"/>
                </a:lnTo>
                <a:lnTo>
                  <a:pt x="65" y="497"/>
                </a:lnTo>
                <a:lnTo>
                  <a:pt x="65" y="496"/>
                </a:lnTo>
                <a:lnTo>
                  <a:pt x="65" y="497"/>
                </a:lnTo>
                <a:lnTo>
                  <a:pt x="65" y="498"/>
                </a:lnTo>
                <a:lnTo>
                  <a:pt x="65" y="499"/>
                </a:lnTo>
                <a:lnTo>
                  <a:pt x="66" y="498"/>
                </a:lnTo>
                <a:lnTo>
                  <a:pt x="67" y="498"/>
                </a:lnTo>
                <a:lnTo>
                  <a:pt x="67" y="497"/>
                </a:lnTo>
                <a:lnTo>
                  <a:pt x="68" y="497"/>
                </a:lnTo>
                <a:lnTo>
                  <a:pt x="69" y="497"/>
                </a:lnTo>
                <a:lnTo>
                  <a:pt x="69" y="496"/>
                </a:lnTo>
                <a:lnTo>
                  <a:pt x="70" y="496"/>
                </a:lnTo>
                <a:lnTo>
                  <a:pt x="70" y="497"/>
                </a:lnTo>
                <a:lnTo>
                  <a:pt x="70" y="498"/>
                </a:lnTo>
                <a:lnTo>
                  <a:pt x="71" y="498"/>
                </a:lnTo>
                <a:lnTo>
                  <a:pt x="71" y="497"/>
                </a:lnTo>
                <a:lnTo>
                  <a:pt x="71" y="496"/>
                </a:lnTo>
                <a:lnTo>
                  <a:pt x="71" y="495"/>
                </a:lnTo>
                <a:lnTo>
                  <a:pt x="72" y="495"/>
                </a:lnTo>
                <a:lnTo>
                  <a:pt x="72" y="496"/>
                </a:lnTo>
                <a:lnTo>
                  <a:pt x="73" y="497"/>
                </a:lnTo>
                <a:lnTo>
                  <a:pt x="73" y="498"/>
                </a:lnTo>
                <a:lnTo>
                  <a:pt x="73" y="499"/>
                </a:lnTo>
                <a:lnTo>
                  <a:pt x="73" y="500"/>
                </a:lnTo>
                <a:lnTo>
                  <a:pt x="74" y="500"/>
                </a:lnTo>
                <a:lnTo>
                  <a:pt x="74" y="501"/>
                </a:lnTo>
                <a:lnTo>
                  <a:pt x="74" y="502"/>
                </a:lnTo>
                <a:lnTo>
                  <a:pt x="74" y="503"/>
                </a:lnTo>
                <a:lnTo>
                  <a:pt x="74" y="505"/>
                </a:lnTo>
                <a:lnTo>
                  <a:pt x="73" y="505"/>
                </a:lnTo>
                <a:lnTo>
                  <a:pt x="73" y="504"/>
                </a:lnTo>
                <a:lnTo>
                  <a:pt x="72" y="504"/>
                </a:lnTo>
                <a:lnTo>
                  <a:pt x="72" y="505"/>
                </a:lnTo>
                <a:lnTo>
                  <a:pt x="72" y="504"/>
                </a:lnTo>
                <a:lnTo>
                  <a:pt x="72" y="505"/>
                </a:lnTo>
                <a:lnTo>
                  <a:pt x="71" y="505"/>
                </a:lnTo>
                <a:lnTo>
                  <a:pt x="70" y="504"/>
                </a:lnTo>
                <a:lnTo>
                  <a:pt x="70" y="503"/>
                </a:lnTo>
                <a:lnTo>
                  <a:pt x="71" y="503"/>
                </a:lnTo>
                <a:lnTo>
                  <a:pt x="70" y="503"/>
                </a:lnTo>
                <a:lnTo>
                  <a:pt x="70" y="502"/>
                </a:lnTo>
                <a:lnTo>
                  <a:pt x="70" y="501"/>
                </a:lnTo>
                <a:lnTo>
                  <a:pt x="70" y="500"/>
                </a:lnTo>
                <a:lnTo>
                  <a:pt x="69" y="500"/>
                </a:lnTo>
                <a:lnTo>
                  <a:pt x="69" y="499"/>
                </a:lnTo>
                <a:lnTo>
                  <a:pt x="68" y="499"/>
                </a:lnTo>
                <a:lnTo>
                  <a:pt x="68" y="500"/>
                </a:lnTo>
                <a:lnTo>
                  <a:pt x="67" y="500"/>
                </a:lnTo>
                <a:lnTo>
                  <a:pt x="66" y="500"/>
                </a:lnTo>
                <a:lnTo>
                  <a:pt x="66" y="501"/>
                </a:lnTo>
                <a:lnTo>
                  <a:pt x="66" y="502"/>
                </a:lnTo>
                <a:lnTo>
                  <a:pt x="66" y="503"/>
                </a:lnTo>
                <a:lnTo>
                  <a:pt x="67" y="504"/>
                </a:lnTo>
                <a:lnTo>
                  <a:pt x="67" y="505"/>
                </a:lnTo>
                <a:lnTo>
                  <a:pt x="68" y="505"/>
                </a:lnTo>
                <a:lnTo>
                  <a:pt x="68" y="504"/>
                </a:lnTo>
                <a:lnTo>
                  <a:pt x="70" y="506"/>
                </a:lnTo>
                <a:lnTo>
                  <a:pt x="70" y="507"/>
                </a:lnTo>
                <a:lnTo>
                  <a:pt x="71" y="507"/>
                </a:lnTo>
                <a:lnTo>
                  <a:pt x="72" y="506"/>
                </a:lnTo>
                <a:lnTo>
                  <a:pt x="72" y="505"/>
                </a:lnTo>
                <a:lnTo>
                  <a:pt x="73" y="505"/>
                </a:lnTo>
                <a:lnTo>
                  <a:pt x="74" y="506"/>
                </a:lnTo>
                <a:lnTo>
                  <a:pt x="74" y="507"/>
                </a:lnTo>
                <a:lnTo>
                  <a:pt x="75" y="508"/>
                </a:lnTo>
                <a:lnTo>
                  <a:pt x="75" y="509"/>
                </a:lnTo>
                <a:lnTo>
                  <a:pt x="76" y="510"/>
                </a:lnTo>
                <a:lnTo>
                  <a:pt x="75" y="510"/>
                </a:lnTo>
                <a:lnTo>
                  <a:pt x="76" y="510"/>
                </a:lnTo>
                <a:lnTo>
                  <a:pt x="76" y="511"/>
                </a:lnTo>
                <a:lnTo>
                  <a:pt x="77" y="511"/>
                </a:lnTo>
                <a:lnTo>
                  <a:pt x="77" y="512"/>
                </a:lnTo>
                <a:lnTo>
                  <a:pt x="77" y="513"/>
                </a:lnTo>
                <a:lnTo>
                  <a:pt x="77" y="514"/>
                </a:lnTo>
                <a:lnTo>
                  <a:pt x="78" y="514"/>
                </a:lnTo>
                <a:lnTo>
                  <a:pt x="78" y="515"/>
                </a:lnTo>
                <a:lnTo>
                  <a:pt x="78" y="516"/>
                </a:lnTo>
                <a:lnTo>
                  <a:pt x="78" y="517"/>
                </a:lnTo>
                <a:lnTo>
                  <a:pt x="77" y="517"/>
                </a:lnTo>
                <a:lnTo>
                  <a:pt x="77" y="518"/>
                </a:lnTo>
                <a:lnTo>
                  <a:pt x="77" y="519"/>
                </a:lnTo>
                <a:lnTo>
                  <a:pt x="77" y="521"/>
                </a:lnTo>
                <a:lnTo>
                  <a:pt x="77" y="522"/>
                </a:lnTo>
                <a:lnTo>
                  <a:pt x="76" y="522"/>
                </a:lnTo>
                <a:lnTo>
                  <a:pt x="76" y="523"/>
                </a:lnTo>
                <a:lnTo>
                  <a:pt x="75" y="523"/>
                </a:lnTo>
                <a:lnTo>
                  <a:pt x="74" y="524"/>
                </a:lnTo>
                <a:lnTo>
                  <a:pt x="73" y="524"/>
                </a:lnTo>
                <a:lnTo>
                  <a:pt x="73" y="525"/>
                </a:lnTo>
                <a:lnTo>
                  <a:pt x="73" y="526"/>
                </a:lnTo>
                <a:lnTo>
                  <a:pt x="72" y="527"/>
                </a:lnTo>
                <a:lnTo>
                  <a:pt x="72" y="528"/>
                </a:lnTo>
                <a:lnTo>
                  <a:pt x="71" y="529"/>
                </a:lnTo>
                <a:lnTo>
                  <a:pt x="71" y="530"/>
                </a:lnTo>
                <a:lnTo>
                  <a:pt x="70" y="530"/>
                </a:lnTo>
                <a:lnTo>
                  <a:pt x="70" y="531"/>
                </a:lnTo>
                <a:lnTo>
                  <a:pt x="70" y="532"/>
                </a:lnTo>
                <a:lnTo>
                  <a:pt x="69" y="532"/>
                </a:lnTo>
                <a:lnTo>
                  <a:pt x="68" y="533"/>
                </a:lnTo>
                <a:lnTo>
                  <a:pt x="67" y="533"/>
                </a:lnTo>
                <a:lnTo>
                  <a:pt x="67" y="534"/>
                </a:lnTo>
                <a:lnTo>
                  <a:pt x="66" y="534"/>
                </a:lnTo>
                <a:lnTo>
                  <a:pt x="65" y="534"/>
                </a:lnTo>
                <a:lnTo>
                  <a:pt x="64" y="534"/>
                </a:lnTo>
                <a:lnTo>
                  <a:pt x="63" y="535"/>
                </a:lnTo>
                <a:lnTo>
                  <a:pt x="62" y="535"/>
                </a:lnTo>
                <a:lnTo>
                  <a:pt x="62" y="536"/>
                </a:lnTo>
                <a:lnTo>
                  <a:pt x="61" y="536"/>
                </a:lnTo>
                <a:lnTo>
                  <a:pt x="60" y="538"/>
                </a:lnTo>
                <a:lnTo>
                  <a:pt x="59" y="538"/>
                </a:lnTo>
                <a:lnTo>
                  <a:pt x="58" y="539"/>
                </a:lnTo>
                <a:lnTo>
                  <a:pt x="57" y="539"/>
                </a:lnTo>
                <a:lnTo>
                  <a:pt x="57" y="538"/>
                </a:lnTo>
                <a:lnTo>
                  <a:pt x="56" y="538"/>
                </a:lnTo>
                <a:lnTo>
                  <a:pt x="56" y="539"/>
                </a:lnTo>
                <a:lnTo>
                  <a:pt x="56" y="540"/>
                </a:lnTo>
                <a:lnTo>
                  <a:pt x="55" y="540"/>
                </a:lnTo>
                <a:lnTo>
                  <a:pt x="55" y="539"/>
                </a:lnTo>
                <a:lnTo>
                  <a:pt x="55" y="538"/>
                </a:lnTo>
                <a:lnTo>
                  <a:pt x="53" y="538"/>
                </a:lnTo>
                <a:lnTo>
                  <a:pt x="53" y="537"/>
                </a:lnTo>
                <a:lnTo>
                  <a:pt x="52" y="537"/>
                </a:lnTo>
                <a:lnTo>
                  <a:pt x="50" y="537"/>
                </a:lnTo>
                <a:lnTo>
                  <a:pt x="50" y="536"/>
                </a:lnTo>
                <a:lnTo>
                  <a:pt x="50" y="537"/>
                </a:lnTo>
                <a:lnTo>
                  <a:pt x="51" y="537"/>
                </a:lnTo>
                <a:lnTo>
                  <a:pt x="51" y="538"/>
                </a:lnTo>
                <a:lnTo>
                  <a:pt x="50" y="538"/>
                </a:lnTo>
                <a:lnTo>
                  <a:pt x="49" y="538"/>
                </a:lnTo>
                <a:lnTo>
                  <a:pt x="49" y="537"/>
                </a:lnTo>
                <a:lnTo>
                  <a:pt x="48" y="537"/>
                </a:lnTo>
                <a:lnTo>
                  <a:pt x="48" y="538"/>
                </a:lnTo>
                <a:lnTo>
                  <a:pt x="48" y="539"/>
                </a:lnTo>
                <a:lnTo>
                  <a:pt x="47" y="540"/>
                </a:lnTo>
                <a:lnTo>
                  <a:pt x="44" y="540"/>
                </a:lnTo>
                <a:lnTo>
                  <a:pt x="44" y="541"/>
                </a:lnTo>
                <a:lnTo>
                  <a:pt x="43" y="541"/>
                </a:lnTo>
                <a:lnTo>
                  <a:pt x="42" y="541"/>
                </a:lnTo>
                <a:lnTo>
                  <a:pt x="41" y="541"/>
                </a:lnTo>
                <a:lnTo>
                  <a:pt x="41" y="540"/>
                </a:lnTo>
                <a:lnTo>
                  <a:pt x="41" y="539"/>
                </a:lnTo>
                <a:lnTo>
                  <a:pt x="41" y="538"/>
                </a:lnTo>
                <a:lnTo>
                  <a:pt x="39" y="538"/>
                </a:lnTo>
                <a:lnTo>
                  <a:pt x="38" y="538"/>
                </a:lnTo>
                <a:lnTo>
                  <a:pt x="37" y="538"/>
                </a:lnTo>
                <a:lnTo>
                  <a:pt x="37" y="537"/>
                </a:lnTo>
                <a:lnTo>
                  <a:pt x="36" y="536"/>
                </a:lnTo>
                <a:lnTo>
                  <a:pt x="35" y="535"/>
                </a:lnTo>
                <a:lnTo>
                  <a:pt x="34" y="535"/>
                </a:lnTo>
                <a:lnTo>
                  <a:pt x="34" y="536"/>
                </a:lnTo>
                <a:lnTo>
                  <a:pt x="34" y="537"/>
                </a:lnTo>
                <a:lnTo>
                  <a:pt x="33" y="537"/>
                </a:lnTo>
                <a:lnTo>
                  <a:pt x="32" y="537"/>
                </a:lnTo>
                <a:lnTo>
                  <a:pt x="32" y="536"/>
                </a:lnTo>
                <a:lnTo>
                  <a:pt x="31" y="536"/>
                </a:lnTo>
                <a:lnTo>
                  <a:pt x="31" y="537"/>
                </a:lnTo>
                <a:lnTo>
                  <a:pt x="32" y="538"/>
                </a:lnTo>
                <a:lnTo>
                  <a:pt x="31" y="538"/>
                </a:lnTo>
                <a:lnTo>
                  <a:pt x="30" y="537"/>
                </a:lnTo>
                <a:lnTo>
                  <a:pt x="30" y="536"/>
                </a:lnTo>
                <a:lnTo>
                  <a:pt x="29" y="536"/>
                </a:lnTo>
                <a:lnTo>
                  <a:pt x="28" y="536"/>
                </a:lnTo>
                <a:lnTo>
                  <a:pt x="28" y="537"/>
                </a:lnTo>
                <a:lnTo>
                  <a:pt x="27" y="538"/>
                </a:lnTo>
                <a:lnTo>
                  <a:pt x="25" y="540"/>
                </a:lnTo>
                <a:lnTo>
                  <a:pt x="25" y="541"/>
                </a:lnTo>
                <a:lnTo>
                  <a:pt x="24" y="541"/>
                </a:lnTo>
                <a:lnTo>
                  <a:pt x="24" y="542"/>
                </a:lnTo>
                <a:lnTo>
                  <a:pt x="23" y="542"/>
                </a:lnTo>
                <a:lnTo>
                  <a:pt x="23" y="543"/>
                </a:lnTo>
                <a:lnTo>
                  <a:pt x="23" y="542"/>
                </a:lnTo>
                <a:lnTo>
                  <a:pt x="23" y="541"/>
                </a:lnTo>
                <a:lnTo>
                  <a:pt x="23" y="540"/>
                </a:lnTo>
                <a:lnTo>
                  <a:pt x="23" y="538"/>
                </a:lnTo>
                <a:lnTo>
                  <a:pt x="24" y="536"/>
                </a:lnTo>
                <a:lnTo>
                  <a:pt x="24" y="535"/>
                </a:lnTo>
                <a:lnTo>
                  <a:pt x="24" y="533"/>
                </a:lnTo>
                <a:lnTo>
                  <a:pt x="24" y="532"/>
                </a:lnTo>
                <a:lnTo>
                  <a:pt x="23" y="531"/>
                </a:lnTo>
                <a:lnTo>
                  <a:pt x="23" y="530"/>
                </a:lnTo>
                <a:lnTo>
                  <a:pt x="23" y="529"/>
                </a:lnTo>
                <a:lnTo>
                  <a:pt x="22" y="529"/>
                </a:lnTo>
                <a:lnTo>
                  <a:pt x="22" y="528"/>
                </a:lnTo>
                <a:lnTo>
                  <a:pt x="21" y="528"/>
                </a:lnTo>
                <a:lnTo>
                  <a:pt x="21" y="529"/>
                </a:lnTo>
                <a:lnTo>
                  <a:pt x="20" y="529"/>
                </a:lnTo>
                <a:lnTo>
                  <a:pt x="20" y="528"/>
                </a:lnTo>
                <a:lnTo>
                  <a:pt x="20" y="527"/>
                </a:lnTo>
                <a:lnTo>
                  <a:pt x="19" y="526"/>
                </a:lnTo>
                <a:lnTo>
                  <a:pt x="19" y="525"/>
                </a:lnTo>
                <a:lnTo>
                  <a:pt x="19" y="524"/>
                </a:lnTo>
                <a:lnTo>
                  <a:pt x="20" y="524"/>
                </a:lnTo>
                <a:lnTo>
                  <a:pt x="21" y="524"/>
                </a:lnTo>
                <a:lnTo>
                  <a:pt x="21" y="523"/>
                </a:lnTo>
                <a:lnTo>
                  <a:pt x="21" y="522"/>
                </a:lnTo>
                <a:lnTo>
                  <a:pt x="22" y="522"/>
                </a:lnTo>
                <a:lnTo>
                  <a:pt x="22" y="521"/>
                </a:lnTo>
                <a:lnTo>
                  <a:pt x="22" y="522"/>
                </a:lnTo>
                <a:lnTo>
                  <a:pt x="23" y="522"/>
                </a:lnTo>
                <a:lnTo>
                  <a:pt x="24" y="522"/>
                </a:lnTo>
                <a:lnTo>
                  <a:pt x="24" y="523"/>
                </a:lnTo>
                <a:lnTo>
                  <a:pt x="24" y="522"/>
                </a:lnTo>
                <a:lnTo>
                  <a:pt x="24" y="523"/>
                </a:lnTo>
                <a:lnTo>
                  <a:pt x="25" y="523"/>
                </a:lnTo>
                <a:lnTo>
                  <a:pt x="25" y="524"/>
                </a:lnTo>
                <a:lnTo>
                  <a:pt x="26" y="524"/>
                </a:lnTo>
                <a:lnTo>
                  <a:pt x="27" y="524"/>
                </a:lnTo>
                <a:lnTo>
                  <a:pt x="28" y="524"/>
                </a:lnTo>
                <a:lnTo>
                  <a:pt x="28" y="525"/>
                </a:lnTo>
                <a:lnTo>
                  <a:pt x="27" y="525"/>
                </a:lnTo>
                <a:lnTo>
                  <a:pt x="27" y="526"/>
                </a:lnTo>
                <a:lnTo>
                  <a:pt x="27" y="527"/>
                </a:lnTo>
                <a:lnTo>
                  <a:pt x="28" y="527"/>
                </a:lnTo>
                <a:lnTo>
                  <a:pt x="28" y="528"/>
                </a:lnTo>
                <a:lnTo>
                  <a:pt x="29" y="528"/>
                </a:lnTo>
                <a:lnTo>
                  <a:pt x="29" y="529"/>
                </a:lnTo>
                <a:lnTo>
                  <a:pt x="28" y="529"/>
                </a:lnTo>
                <a:lnTo>
                  <a:pt x="28" y="530"/>
                </a:lnTo>
                <a:lnTo>
                  <a:pt x="29" y="530"/>
                </a:lnTo>
                <a:lnTo>
                  <a:pt x="29" y="529"/>
                </a:lnTo>
                <a:lnTo>
                  <a:pt x="29" y="530"/>
                </a:lnTo>
                <a:lnTo>
                  <a:pt x="30" y="530"/>
                </a:lnTo>
                <a:lnTo>
                  <a:pt x="30" y="529"/>
                </a:lnTo>
                <a:lnTo>
                  <a:pt x="29" y="529"/>
                </a:lnTo>
                <a:lnTo>
                  <a:pt x="29" y="528"/>
                </a:lnTo>
                <a:lnTo>
                  <a:pt x="29" y="527"/>
                </a:lnTo>
                <a:lnTo>
                  <a:pt x="29" y="526"/>
                </a:lnTo>
                <a:lnTo>
                  <a:pt x="28" y="526"/>
                </a:lnTo>
                <a:lnTo>
                  <a:pt x="29" y="526"/>
                </a:lnTo>
                <a:lnTo>
                  <a:pt x="30" y="526"/>
                </a:lnTo>
                <a:lnTo>
                  <a:pt x="30" y="525"/>
                </a:lnTo>
                <a:lnTo>
                  <a:pt x="31" y="524"/>
                </a:lnTo>
                <a:lnTo>
                  <a:pt x="31" y="523"/>
                </a:lnTo>
                <a:lnTo>
                  <a:pt x="31" y="522"/>
                </a:lnTo>
                <a:lnTo>
                  <a:pt x="31" y="521"/>
                </a:lnTo>
                <a:lnTo>
                  <a:pt x="30" y="521"/>
                </a:lnTo>
                <a:lnTo>
                  <a:pt x="30" y="519"/>
                </a:lnTo>
                <a:lnTo>
                  <a:pt x="29" y="519"/>
                </a:lnTo>
                <a:lnTo>
                  <a:pt x="28" y="519"/>
                </a:lnTo>
                <a:lnTo>
                  <a:pt x="28" y="518"/>
                </a:lnTo>
                <a:lnTo>
                  <a:pt x="28" y="517"/>
                </a:lnTo>
                <a:lnTo>
                  <a:pt x="27" y="517"/>
                </a:lnTo>
                <a:lnTo>
                  <a:pt x="28" y="516"/>
                </a:lnTo>
                <a:lnTo>
                  <a:pt x="27" y="516"/>
                </a:lnTo>
                <a:lnTo>
                  <a:pt x="27" y="517"/>
                </a:lnTo>
                <a:lnTo>
                  <a:pt x="26" y="518"/>
                </a:lnTo>
                <a:lnTo>
                  <a:pt x="26" y="519"/>
                </a:lnTo>
                <a:lnTo>
                  <a:pt x="25" y="519"/>
                </a:lnTo>
                <a:lnTo>
                  <a:pt x="25" y="518"/>
                </a:lnTo>
                <a:lnTo>
                  <a:pt x="25" y="517"/>
                </a:lnTo>
                <a:lnTo>
                  <a:pt x="25" y="516"/>
                </a:lnTo>
                <a:lnTo>
                  <a:pt x="25" y="515"/>
                </a:lnTo>
                <a:lnTo>
                  <a:pt x="25" y="514"/>
                </a:lnTo>
                <a:lnTo>
                  <a:pt x="24" y="514"/>
                </a:lnTo>
                <a:lnTo>
                  <a:pt x="24" y="515"/>
                </a:lnTo>
                <a:lnTo>
                  <a:pt x="24" y="516"/>
                </a:lnTo>
                <a:lnTo>
                  <a:pt x="24" y="517"/>
                </a:lnTo>
                <a:lnTo>
                  <a:pt x="24" y="518"/>
                </a:lnTo>
                <a:lnTo>
                  <a:pt x="24" y="519"/>
                </a:lnTo>
                <a:lnTo>
                  <a:pt x="23" y="521"/>
                </a:lnTo>
                <a:lnTo>
                  <a:pt x="23" y="519"/>
                </a:lnTo>
                <a:lnTo>
                  <a:pt x="23" y="518"/>
                </a:lnTo>
                <a:lnTo>
                  <a:pt x="23" y="517"/>
                </a:lnTo>
                <a:lnTo>
                  <a:pt x="22" y="516"/>
                </a:lnTo>
                <a:lnTo>
                  <a:pt x="22" y="515"/>
                </a:lnTo>
                <a:lnTo>
                  <a:pt x="21" y="514"/>
                </a:lnTo>
                <a:lnTo>
                  <a:pt x="20" y="514"/>
                </a:lnTo>
                <a:lnTo>
                  <a:pt x="19" y="514"/>
                </a:lnTo>
                <a:lnTo>
                  <a:pt x="19" y="513"/>
                </a:lnTo>
                <a:lnTo>
                  <a:pt x="18" y="513"/>
                </a:lnTo>
                <a:lnTo>
                  <a:pt x="17" y="513"/>
                </a:lnTo>
                <a:lnTo>
                  <a:pt x="16" y="513"/>
                </a:lnTo>
                <a:lnTo>
                  <a:pt x="15" y="512"/>
                </a:lnTo>
                <a:lnTo>
                  <a:pt x="15" y="513"/>
                </a:lnTo>
                <a:lnTo>
                  <a:pt x="15" y="512"/>
                </a:lnTo>
                <a:lnTo>
                  <a:pt x="14" y="512"/>
                </a:lnTo>
                <a:lnTo>
                  <a:pt x="14" y="511"/>
                </a:lnTo>
                <a:lnTo>
                  <a:pt x="14" y="510"/>
                </a:lnTo>
                <a:lnTo>
                  <a:pt x="14" y="509"/>
                </a:lnTo>
                <a:lnTo>
                  <a:pt x="13" y="509"/>
                </a:lnTo>
                <a:lnTo>
                  <a:pt x="14" y="509"/>
                </a:lnTo>
                <a:lnTo>
                  <a:pt x="15" y="509"/>
                </a:lnTo>
                <a:lnTo>
                  <a:pt x="15" y="508"/>
                </a:lnTo>
                <a:lnTo>
                  <a:pt x="16" y="508"/>
                </a:lnTo>
                <a:lnTo>
                  <a:pt x="16" y="507"/>
                </a:lnTo>
                <a:lnTo>
                  <a:pt x="15" y="507"/>
                </a:lnTo>
                <a:lnTo>
                  <a:pt x="15" y="508"/>
                </a:lnTo>
                <a:lnTo>
                  <a:pt x="15" y="507"/>
                </a:lnTo>
                <a:lnTo>
                  <a:pt x="15" y="506"/>
                </a:lnTo>
                <a:lnTo>
                  <a:pt x="15" y="505"/>
                </a:lnTo>
                <a:lnTo>
                  <a:pt x="14" y="505"/>
                </a:lnTo>
                <a:lnTo>
                  <a:pt x="14" y="504"/>
                </a:lnTo>
                <a:lnTo>
                  <a:pt x="14" y="503"/>
                </a:lnTo>
                <a:lnTo>
                  <a:pt x="13" y="503"/>
                </a:lnTo>
                <a:lnTo>
                  <a:pt x="13" y="502"/>
                </a:lnTo>
                <a:lnTo>
                  <a:pt x="13" y="501"/>
                </a:lnTo>
                <a:lnTo>
                  <a:pt x="12" y="501"/>
                </a:lnTo>
                <a:lnTo>
                  <a:pt x="12" y="500"/>
                </a:lnTo>
                <a:lnTo>
                  <a:pt x="11" y="500"/>
                </a:lnTo>
                <a:lnTo>
                  <a:pt x="11" y="499"/>
                </a:lnTo>
                <a:lnTo>
                  <a:pt x="10" y="499"/>
                </a:lnTo>
                <a:lnTo>
                  <a:pt x="9" y="499"/>
                </a:lnTo>
                <a:lnTo>
                  <a:pt x="9" y="500"/>
                </a:lnTo>
                <a:lnTo>
                  <a:pt x="8" y="500"/>
                </a:lnTo>
                <a:lnTo>
                  <a:pt x="7" y="500"/>
                </a:lnTo>
                <a:lnTo>
                  <a:pt x="7" y="499"/>
                </a:lnTo>
                <a:lnTo>
                  <a:pt x="8" y="499"/>
                </a:lnTo>
                <a:lnTo>
                  <a:pt x="7" y="498"/>
                </a:lnTo>
                <a:lnTo>
                  <a:pt x="7" y="497"/>
                </a:lnTo>
                <a:lnTo>
                  <a:pt x="7" y="496"/>
                </a:lnTo>
                <a:lnTo>
                  <a:pt x="7" y="495"/>
                </a:lnTo>
                <a:lnTo>
                  <a:pt x="8" y="495"/>
                </a:lnTo>
                <a:lnTo>
                  <a:pt x="9" y="495"/>
                </a:lnTo>
                <a:lnTo>
                  <a:pt x="9" y="494"/>
                </a:lnTo>
                <a:lnTo>
                  <a:pt x="9" y="493"/>
                </a:lnTo>
                <a:lnTo>
                  <a:pt x="10" y="493"/>
                </a:lnTo>
                <a:lnTo>
                  <a:pt x="11" y="493"/>
                </a:lnTo>
                <a:lnTo>
                  <a:pt x="11" y="494"/>
                </a:lnTo>
                <a:lnTo>
                  <a:pt x="12" y="494"/>
                </a:lnTo>
                <a:lnTo>
                  <a:pt x="12" y="495"/>
                </a:lnTo>
                <a:lnTo>
                  <a:pt x="12" y="494"/>
                </a:lnTo>
                <a:lnTo>
                  <a:pt x="13" y="494"/>
                </a:lnTo>
                <a:lnTo>
                  <a:pt x="13" y="493"/>
                </a:lnTo>
                <a:lnTo>
                  <a:pt x="14" y="494"/>
                </a:lnTo>
                <a:lnTo>
                  <a:pt x="14" y="493"/>
                </a:lnTo>
                <a:lnTo>
                  <a:pt x="14" y="492"/>
                </a:lnTo>
                <a:lnTo>
                  <a:pt x="14" y="493"/>
                </a:lnTo>
                <a:lnTo>
                  <a:pt x="13" y="493"/>
                </a:lnTo>
                <a:lnTo>
                  <a:pt x="13" y="492"/>
                </a:lnTo>
                <a:lnTo>
                  <a:pt x="14" y="492"/>
                </a:lnTo>
                <a:lnTo>
                  <a:pt x="15" y="492"/>
                </a:lnTo>
                <a:lnTo>
                  <a:pt x="14" y="492"/>
                </a:lnTo>
                <a:lnTo>
                  <a:pt x="14" y="491"/>
                </a:lnTo>
                <a:lnTo>
                  <a:pt x="13" y="491"/>
                </a:lnTo>
                <a:lnTo>
                  <a:pt x="12" y="491"/>
                </a:lnTo>
                <a:lnTo>
                  <a:pt x="12" y="492"/>
                </a:lnTo>
                <a:lnTo>
                  <a:pt x="12" y="493"/>
                </a:lnTo>
                <a:lnTo>
                  <a:pt x="12" y="494"/>
                </a:lnTo>
                <a:lnTo>
                  <a:pt x="11" y="493"/>
                </a:lnTo>
                <a:lnTo>
                  <a:pt x="10" y="492"/>
                </a:lnTo>
                <a:lnTo>
                  <a:pt x="9" y="492"/>
                </a:lnTo>
                <a:lnTo>
                  <a:pt x="9" y="491"/>
                </a:lnTo>
                <a:lnTo>
                  <a:pt x="8" y="490"/>
                </a:lnTo>
                <a:lnTo>
                  <a:pt x="8" y="489"/>
                </a:lnTo>
                <a:lnTo>
                  <a:pt x="7" y="488"/>
                </a:lnTo>
                <a:lnTo>
                  <a:pt x="8" y="488"/>
                </a:lnTo>
                <a:lnTo>
                  <a:pt x="8" y="487"/>
                </a:lnTo>
                <a:lnTo>
                  <a:pt x="8" y="486"/>
                </a:lnTo>
                <a:lnTo>
                  <a:pt x="9" y="485"/>
                </a:lnTo>
                <a:lnTo>
                  <a:pt x="9" y="484"/>
                </a:lnTo>
                <a:lnTo>
                  <a:pt x="9" y="483"/>
                </a:lnTo>
                <a:lnTo>
                  <a:pt x="9" y="482"/>
                </a:lnTo>
                <a:lnTo>
                  <a:pt x="8" y="481"/>
                </a:lnTo>
                <a:lnTo>
                  <a:pt x="7" y="482"/>
                </a:lnTo>
                <a:lnTo>
                  <a:pt x="6" y="482"/>
                </a:lnTo>
                <a:lnTo>
                  <a:pt x="6" y="483"/>
                </a:lnTo>
                <a:lnTo>
                  <a:pt x="5" y="483"/>
                </a:lnTo>
                <a:lnTo>
                  <a:pt x="5" y="482"/>
                </a:lnTo>
                <a:lnTo>
                  <a:pt x="5" y="481"/>
                </a:lnTo>
                <a:lnTo>
                  <a:pt x="4" y="481"/>
                </a:lnTo>
                <a:lnTo>
                  <a:pt x="4" y="480"/>
                </a:lnTo>
                <a:lnTo>
                  <a:pt x="3" y="479"/>
                </a:lnTo>
                <a:lnTo>
                  <a:pt x="3" y="478"/>
                </a:lnTo>
                <a:lnTo>
                  <a:pt x="2" y="478"/>
                </a:lnTo>
                <a:lnTo>
                  <a:pt x="2" y="477"/>
                </a:lnTo>
                <a:lnTo>
                  <a:pt x="1" y="476"/>
                </a:lnTo>
                <a:lnTo>
                  <a:pt x="1" y="475"/>
                </a:lnTo>
                <a:lnTo>
                  <a:pt x="1" y="474"/>
                </a:lnTo>
                <a:lnTo>
                  <a:pt x="0" y="473"/>
                </a:lnTo>
                <a:lnTo>
                  <a:pt x="0" y="472"/>
                </a:lnTo>
                <a:lnTo>
                  <a:pt x="0" y="471"/>
                </a:lnTo>
                <a:lnTo>
                  <a:pt x="0" y="469"/>
                </a:lnTo>
                <a:lnTo>
                  <a:pt x="0" y="468"/>
                </a:lnTo>
                <a:lnTo>
                  <a:pt x="0" y="467"/>
                </a:lnTo>
                <a:lnTo>
                  <a:pt x="0" y="466"/>
                </a:lnTo>
                <a:lnTo>
                  <a:pt x="1" y="466"/>
                </a:lnTo>
                <a:lnTo>
                  <a:pt x="1" y="467"/>
                </a:lnTo>
                <a:lnTo>
                  <a:pt x="2" y="467"/>
                </a:lnTo>
                <a:lnTo>
                  <a:pt x="1" y="466"/>
                </a:lnTo>
                <a:lnTo>
                  <a:pt x="1" y="465"/>
                </a:lnTo>
                <a:lnTo>
                  <a:pt x="1" y="464"/>
                </a:lnTo>
                <a:lnTo>
                  <a:pt x="2" y="464"/>
                </a:lnTo>
                <a:lnTo>
                  <a:pt x="2" y="463"/>
                </a:lnTo>
                <a:lnTo>
                  <a:pt x="2" y="462"/>
                </a:lnTo>
                <a:lnTo>
                  <a:pt x="2" y="461"/>
                </a:lnTo>
                <a:lnTo>
                  <a:pt x="3" y="461"/>
                </a:lnTo>
                <a:lnTo>
                  <a:pt x="3" y="460"/>
                </a:lnTo>
                <a:lnTo>
                  <a:pt x="3" y="459"/>
                </a:lnTo>
                <a:lnTo>
                  <a:pt x="4" y="459"/>
                </a:lnTo>
                <a:lnTo>
                  <a:pt x="4" y="458"/>
                </a:lnTo>
                <a:lnTo>
                  <a:pt x="4" y="457"/>
                </a:lnTo>
                <a:lnTo>
                  <a:pt x="4" y="456"/>
                </a:lnTo>
                <a:lnTo>
                  <a:pt x="4" y="455"/>
                </a:lnTo>
                <a:lnTo>
                  <a:pt x="3" y="453"/>
                </a:lnTo>
                <a:lnTo>
                  <a:pt x="3" y="452"/>
                </a:lnTo>
                <a:lnTo>
                  <a:pt x="2" y="452"/>
                </a:lnTo>
                <a:lnTo>
                  <a:pt x="1" y="451"/>
                </a:lnTo>
                <a:lnTo>
                  <a:pt x="1" y="450"/>
                </a:lnTo>
                <a:lnTo>
                  <a:pt x="1" y="449"/>
                </a:lnTo>
                <a:lnTo>
                  <a:pt x="2" y="448"/>
                </a:lnTo>
                <a:lnTo>
                  <a:pt x="3" y="447"/>
                </a:lnTo>
                <a:lnTo>
                  <a:pt x="4" y="445"/>
                </a:lnTo>
                <a:lnTo>
                  <a:pt x="5" y="444"/>
                </a:lnTo>
                <a:lnTo>
                  <a:pt x="6" y="444"/>
                </a:lnTo>
                <a:lnTo>
                  <a:pt x="6" y="443"/>
                </a:lnTo>
                <a:lnTo>
                  <a:pt x="6" y="442"/>
                </a:lnTo>
                <a:lnTo>
                  <a:pt x="7" y="443"/>
                </a:lnTo>
                <a:lnTo>
                  <a:pt x="7" y="444"/>
                </a:lnTo>
                <a:lnTo>
                  <a:pt x="7" y="445"/>
                </a:lnTo>
                <a:lnTo>
                  <a:pt x="8" y="445"/>
                </a:lnTo>
                <a:lnTo>
                  <a:pt x="8" y="446"/>
                </a:lnTo>
                <a:lnTo>
                  <a:pt x="9" y="446"/>
                </a:lnTo>
                <a:lnTo>
                  <a:pt x="8" y="446"/>
                </a:lnTo>
                <a:lnTo>
                  <a:pt x="8" y="445"/>
                </a:lnTo>
                <a:lnTo>
                  <a:pt x="7" y="445"/>
                </a:lnTo>
                <a:lnTo>
                  <a:pt x="8" y="445"/>
                </a:lnTo>
                <a:lnTo>
                  <a:pt x="7" y="445"/>
                </a:lnTo>
                <a:lnTo>
                  <a:pt x="7" y="444"/>
                </a:lnTo>
                <a:lnTo>
                  <a:pt x="7" y="443"/>
                </a:lnTo>
                <a:lnTo>
                  <a:pt x="8" y="442"/>
                </a:lnTo>
                <a:lnTo>
                  <a:pt x="8" y="443"/>
                </a:lnTo>
                <a:lnTo>
                  <a:pt x="8" y="442"/>
                </a:lnTo>
                <a:lnTo>
                  <a:pt x="9" y="442"/>
                </a:lnTo>
                <a:lnTo>
                  <a:pt x="9" y="441"/>
                </a:lnTo>
                <a:lnTo>
                  <a:pt x="9" y="440"/>
                </a:lnTo>
                <a:lnTo>
                  <a:pt x="10" y="440"/>
                </a:lnTo>
                <a:lnTo>
                  <a:pt x="10" y="439"/>
                </a:lnTo>
                <a:lnTo>
                  <a:pt x="10" y="436"/>
                </a:lnTo>
                <a:lnTo>
                  <a:pt x="10" y="435"/>
                </a:lnTo>
                <a:lnTo>
                  <a:pt x="9" y="434"/>
                </a:lnTo>
                <a:lnTo>
                  <a:pt x="10" y="434"/>
                </a:lnTo>
                <a:lnTo>
                  <a:pt x="10" y="433"/>
                </a:lnTo>
                <a:lnTo>
                  <a:pt x="10" y="431"/>
                </a:lnTo>
                <a:lnTo>
                  <a:pt x="10" y="430"/>
                </a:lnTo>
                <a:lnTo>
                  <a:pt x="10" y="429"/>
                </a:lnTo>
                <a:lnTo>
                  <a:pt x="10" y="428"/>
                </a:lnTo>
                <a:lnTo>
                  <a:pt x="9" y="428"/>
                </a:lnTo>
                <a:lnTo>
                  <a:pt x="9" y="427"/>
                </a:lnTo>
                <a:lnTo>
                  <a:pt x="8" y="427"/>
                </a:lnTo>
                <a:lnTo>
                  <a:pt x="8" y="426"/>
                </a:lnTo>
                <a:lnTo>
                  <a:pt x="9" y="426"/>
                </a:lnTo>
                <a:lnTo>
                  <a:pt x="10" y="426"/>
                </a:lnTo>
                <a:lnTo>
                  <a:pt x="10" y="427"/>
                </a:lnTo>
                <a:lnTo>
                  <a:pt x="11" y="427"/>
                </a:lnTo>
                <a:lnTo>
                  <a:pt x="11" y="428"/>
                </a:lnTo>
                <a:lnTo>
                  <a:pt x="11" y="427"/>
                </a:lnTo>
                <a:lnTo>
                  <a:pt x="11" y="428"/>
                </a:lnTo>
                <a:lnTo>
                  <a:pt x="12" y="428"/>
                </a:lnTo>
                <a:lnTo>
                  <a:pt x="12" y="427"/>
                </a:lnTo>
                <a:lnTo>
                  <a:pt x="11" y="427"/>
                </a:lnTo>
                <a:lnTo>
                  <a:pt x="12" y="427"/>
                </a:lnTo>
                <a:lnTo>
                  <a:pt x="12" y="426"/>
                </a:lnTo>
                <a:lnTo>
                  <a:pt x="14" y="426"/>
                </a:lnTo>
                <a:lnTo>
                  <a:pt x="15" y="426"/>
                </a:lnTo>
                <a:lnTo>
                  <a:pt x="15" y="427"/>
                </a:lnTo>
                <a:lnTo>
                  <a:pt x="15" y="426"/>
                </a:lnTo>
                <a:lnTo>
                  <a:pt x="16" y="426"/>
                </a:lnTo>
                <a:lnTo>
                  <a:pt x="18" y="425"/>
                </a:lnTo>
                <a:lnTo>
                  <a:pt x="23" y="425"/>
                </a:lnTo>
                <a:lnTo>
                  <a:pt x="22" y="425"/>
                </a:lnTo>
                <a:lnTo>
                  <a:pt x="22" y="424"/>
                </a:lnTo>
                <a:lnTo>
                  <a:pt x="21" y="424"/>
                </a:lnTo>
                <a:lnTo>
                  <a:pt x="21" y="422"/>
                </a:lnTo>
                <a:lnTo>
                  <a:pt x="22" y="422"/>
                </a:lnTo>
                <a:lnTo>
                  <a:pt x="22" y="421"/>
                </a:lnTo>
                <a:lnTo>
                  <a:pt x="22" y="420"/>
                </a:lnTo>
                <a:lnTo>
                  <a:pt x="22" y="419"/>
                </a:lnTo>
                <a:lnTo>
                  <a:pt x="23" y="419"/>
                </a:lnTo>
                <a:lnTo>
                  <a:pt x="24" y="418"/>
                </a:lnTo>
                <a:lnTo>
                  <a:pt x="24" y="417"/>
                </a:lnTo>
                <a:lnTo>
                  <a:pt x="24" y="418"/>
                </a:lnTo>
                <a:lnTo>
                  <a:pt x="23" y="418"/>
                </a:lnTo>
                <a:lnTo>
                  <a:pt x="23" y="417"/>
                </a:lnTo>
                <a:lnTo>
                  <a:pt x="22" y="417"/>
                </a:lnTo>
                <a:lnTo>
                  <a:pt x="22" y="416"/>
                </a:lnTo>
                <a:lnTo>
                  <a:pt x="22" y="415"/>
                </a:lnTo>
                <a:lnTo>
                  <a:pt x="23" y="415"/>
                </a:lnTo>
                <a:lnTo>
                  <a:pt x="23" y="414"/>
                </a:lnTo>
                <a:lnTo>
                  <a:pt x="22" y="414"/>
                </a:lnTo>
                <a:lnTo>
                  <a:pt x="21" y="415"/>
                </a:lnTo>
                <a:lnTo>
                  <a:pt x="20" y="415"/>
                </a:lnTo>
                <a:lnTo>
                  <a:pt x="19" y="415"/>
                </a:lnTo>
                <a:lnTo>
                  <a:pt x="18" y="416"/>
                </a:lnTo>
                <a:lnTo>
                  <a:pt x="17" y="416"/>
                </a:lnTo>
                <a:lnTo>
                  <a:pt x="15" y="416"/>
                </a:lnTo>
                <a:lnTo>
                  <a:pt x="14" y="415"/>
                </a:lnTo>
                <a:lnTo>
                  <a:pt x="13" y="415"/>
                </a:lnTo>
                <a:lnTo>
                  <a:pt x="13" y="414"/>
                </a:lnTo>
                <a:lnTo>
                  <a:pt x="12" y="414"/>
                </a:lnTo>
                <a:lnTo>
                  <a:pt x="11" y="414"/>
                </a:lnTo>
                <a:lnTo>
                  <a:pt x="12" y="414"/>
                </a:lnTo>
                <a:lnTo>
                  <a:pt x="12" y="413"/>
                </a:lnTo>
                <a:lnTo>
                  <a:pt x="12" y="412"/>
                </a:lnTo>
                <a:lnTo>
                  <a:pt x="12" y="411"/>
                </a:lnTo>
                <a:lnTo>
                  <a:pt x="12" y="410"/>
                </a:lnTo>
                <a:lnTo>
                  <a:pt x="11" y="410"/>
                </a:lnTo>
                <a:lnTo>
                  <a:pt x="11" y="409"/>
                </a:lnTo>
                <a:lnTo>
                  <a:pt x="11" y="408"/>
                </a:lnTo>
                <a:lnTo>
                  <a:pt x="12" y="408"/>
                </a:lnTo>
                <a:lnTo>
                  <a:pt x="11" y="408"/>
                </a:lnTo>
                <a:lnTo>
                  <a:pt x="10" y="407"/>
                </a:lnTo>
                <a:lnTo>
                  <a:pt x="10" y="406"/>
                </a:lnTo>
                <a:lnTo>
                  <a:pt x="9" y="406"/>
                </a:lnTo>
                <a:lnTo>
                  <a:pt x="9" y="405"/>
                </a:lnTo>
                <a:lnTo>
                  <a:pt x="9" y="404"/>
                </a:lnTo>
                <a:lnTo>
                  <a:pt x="10" y="404"/>
                </a:lnTo>
                <a:lnTo>
                  <a:pt x="10" y="403"/>
                </a:lnTo>
                <a:lnTo>
                  <a:pt x="10" y="404"/>
                </a:lnTo>
                <a:lnTo>
                  <a:pt x="9" y="404"/>
                </a:lnTo>
                <a:lnTo>
                  <a:pt x="8" y="404"/>
                </a:lnTo>
                <a:lnTo>
                  <a:pt x="8" y="403"/>
                </a:lnTo>
                <a:lnTo>
                  <a:pt x="8" y="402"/>
                </a:lnTo>
                <a:lnTo>
                  <a:pt x="7" y="401"/>
                </a:lnTo>
                <a:lnTo>
                  <a:pt x="7" y="400"/>
                </a:lnTo>
                <a:lnTo>
                  <a:pt x="7" y="399"/>
                </a:lnTo>
                <a:lnTo>
                  <a:pt x="7" y="398"/>
                </a:lnTo>
                <a:lnTo>
                  <a:pt x="8" y="398"/>
                </a:lnTo>
                <a:lnTo>
                  <a:pt x="8" y="397"/>
                </a:lnTo>
                <a:lnTo>
                  <a:pt x="8" y="396"/>
                </a:lnTo>
                <a:lnTo>
                  <a:pt x="9" y="395"/>
                </a:lnTo>
                <a:lnTo>
                  <a:pt x="9" y="394"/>
                </a:lnTo>
                <a:lnTo>
                  <a:pt x="9" y="393"/>
                </a:lnTo>
                <a:lnTo>
                  <a:pt x="10" y="393"/>
                </a:lnTo>
                <a:lnTo>
                  <a:pt x="10" y="394"/>
                </a:lnTo>
                <a:lnTo>
                  <a:pt x="11" y="396"/>
                </a:lnTo>
                <a:lnTo>
                  <a:pt x="11" y="397"/>
                </a:lnTo>
                <a:lnTo>
                  <a:pt x="12" y="397"/>
                </a:lnTo>
                <a:lnTo>
                  <a:pt x="12" y="398"/>
                </a:lnTo>
                <a:lnTo>
                  <a:pt x="12" y="397"/>
                </a:lnTo>
                <a:lnTo>
                  <a:pt x="13" y="396"/>
                </a:lnTo>
                <a:lnTo>
                  <a:pt x="14" y="396"/>
                </a:lnTo>
                <a:lnTo>
                  <a:pt x="15" y="397"/>
                </a:lnTo>
                <a:lnTo>
                  <a:pt x="16" y="396"/>
                </a:lnTo>
                <a:lnTo>
                  <a:pt x="17" y="395"/>
                </a:lnTo>
                <a:lnTo>
                  <a:pt x="18" y="395"/>
                </a:lnTo>
                <a:lnTo>
                  <a:pt x="19" y="395"/>
                </a:lnTo>
                <a:lnTo>
                  <a:pt x="21" y="395"/>
                </a:lnTo>
                <a:lnTo>
                  <a:pt x="22" y="394"/>
                </a:lnTo>
                <a:lnTo>
                  <a:pt x="22" y="393"/>
                </a:lnTo>
                <a:lnTo>
                  <a:pt x="22" y="392"/>
                </a:lnTo>
                <a:lnTo>
                  <a:pt x="21" y="391"/>
                </a:lnTo>
                <a:lnTo>
                  <a:pt x="22" y="390"/>
                </a:lnTo>
                <a:lnTo>
                  <a:pt x="23" y="390"/>
                </a:lnTo>
                <a:lnTo>
                  <a:pt x="23" y="389"/>
                </a:lnTo>
                <a:lnTo>
                  <a:pt x="23" y="388"/>
                </a:lnTo>
                <a:lnTo>
                  <a:pt x="23" y="387"/>
                </a:lnTo>
                <a:lnTo>
                  <a:pt x="24" y="387"/>
                </a:lnTo>
                <a:lnTo>
                  <a:pt x="25" y="386"/>
                </a:lnTo>
                <a:lnTo>
                  <a:pt x="24" y="386"/>
                </a:lnTo>
                <a:lnTo>
                  <a:pt x="24" y="385"/>
                </a:lnTo>
                <a:lnTo>
                  <a:pt x="24" y="384"/>
                </a:lnTo>
                <a:lnTo>
                  <a:pt x="24" y="383"/>
                </a:lnTo>
                <a:lnTo>
                  <a:pt x="24" y="382"/>
                </a:lnTo>
                <a:lnTo>
                  <a:pt x="24" y="381"/>
                </a:lnTo>
                <a:lnTo>
                  <a:pt x="24" y="378"/>
                </a:lnTo>
                <a:lnTo>
                  <a:pt x="25" y="378"/>
                </a:lnTo>
                <a:lnTo>
                  <a:pt x="25" y="377"/>
                </a:lnTo>
                <a:lnTo>
                  <a:pt x="25" y="376"/>
                </a:lnTo>
                <a:lnTo>
                  <a:pt x="25" y="375"/>
                </a:lnTo>
                <a:lnTo>
                  <a:pt x="26" y="375"/>
                </a:lnTo>
                <a:lnTo>
                  <a:pt x="27" y="374"/>
                </a:lnTo>
                <a:lnTo>
                  <a:pt x="27" y="373"/>
                </a:lnTo>
                <a:lnTo>
                  <a:pt x="28" y="373"/>
                </a:lnTo>
                <a:lnTo>
                  <a:pt x="29" y="372"/>
                </a:lnTo>
                <a:lnTo>
                  <a:pt x="30" y="372"/>
                </a:lnTo>
                <a:lnTo>
                  <a:pt x="31" y="372"/>
                </a:lnTo>
                <a:lnTo>
                  <a:pt x="32" y="373"/>
                </a:lnTo>
                <a:lnTo>
                  <a:pt x="33" y="373"/>
                </a:lnTo>
                <a:lnTo>
                  <a:pt x="34" y="373"/>
                </a:lnTo>
                <a:lnTo>
                  <a:pt x="34" y="374"/>
                </a:lnTo>
                <a:lnTo>
                  <a:pt x="35" y="374"/>
                </a:lnTo>
                <a:lnTo>
                  <a:pt x="36" y="374"/>
                </a:lnTo>
                <a:lnTo>
                  <a:pt x="37" y="373"/>
                </a:lnTo>
                <a:lnTo>
                  <a:pt x="38" y="373"/>
                </a:lnTo>
                <a:lnTo>
                  <a:pt x="38" y="372"/>
                </a:lnTo>
                <a:lnTo>
                  <a:pt x="38" y="371"/>
                </a:lnTo>
                <a:lnTo>
                  <a:pt x="39" y="371"/>
                </a:lnTo>
                <a:lnTo>
                  <a:pt x="39" y="372"/>
                </a:lnTo>
                <a:lnTo>
                  <a:pt x="39" y="373"/>
                </a:lnTo>
                <a:lnTo>
                  <a:pt x="40" y="373"/>
                </a:lnTo>
                <a:lnTo>
                  <a:pt x="39" y="372"/>
                </a:lnTo>
                <a:lnTo>
                  <a:pt x="39" y="371"/>
                </a:lnTo>
                <a:lnTo>
                  <a:pt x="41" y="370"/>
                </a:lnTo>
                <a:lnTo>
                  <a:pt x="41" y="369"/>
                </a:lnTo>
                <a:lnTo>
                  <a:pt x="42" y="370"/>
                </a:lnTo>
                <a:lnTo>
                  <a:pt x="42" y="371"/>
                </a:lnTo>
                <a:lnTo>
                  <a:pt x="43" y="371"/>
                </a:lnTo>
                <a:lnTo>
                  <a:pt x="43" y="370"/>
                </a:lnTo>
                <a:lnTo>
                  <a:pt x="45" y="370"/>
                </a:lnTo>
                <a:lnTo>
                  <a:pt x="46" y="370"/>
                </a:lnTo>
                <a:lnTo>
                  <a:pt x="47" y="370"/>
                </a:lnTo>
                <a:lnTo>
                  <a:pt x="48" y="370"/>
                </a:lnTo>
                <a:lnTo>
                  <a:pt x="49" y="370"/>
                </a:lnTo>
                <a:lnTo>
                  <a:pt x="49" y="371"/>
                </a:lnTo>
                <a:lnTo>
                  <a:pt x="50" y="372"/>
                </a:lnTo>
                <a:lnTo>
                  <a:pt x="51" y="372"/>
                </a:lnTo>
                <a:lnTo>
                  <a:pt x="53" y="372"/>
                </a:lnTo>
                <a:lnTo>
                  <a:pt x="53" y="371"/>
                </a:lnTo>
                <a:lnTo>
                  <a:pt x="54" y="371"/>
                </a:lnTo>
                <a:lnTo>
                  <a:pt x="54" y="370"/>
                </a:lnTo>
                <a:lnTo>
                  <a:pt x="55" y="371"/>
                </a:lnTo>
                <a:lnTo>
                  <a:pt x="55" y="370"/>
                </a:lnTo>
                <a:lnTo>
                  <a:pt x="56" y="370"/>
                </a:lnTo>
                <a:lnTo>
                  <a:pt x="56" y="369"/>
                </a:lnTo>
                <a:lnTo>
                  <a:pt x="56" y="368"/>
                </a:lnTo>
                <a:lnTo>
                  <a:pt x="57" y="368"/>
                </a:lnTo>
                <a:lnTo>
                  <a:pt x="57" y="369"/>
                </a:lnTo>
                <a:lnTo>
                  <a:pt x="58" y="369"/>
                </a:lnTo>
                <a:lnTo>
                  <a:pt x="58" y="370"/>
                </a:lnTo>
                <a:lnTo>
                  <a:pt x="59" y="370"/>
                </a:lnTo>
                <a:lnTo>
                  <a:pt x="60" y="371"/>
                </a:lnTo>
                <a:lnTo>
                  <a:pt x="61" y="371"/>
                </a:lnTo>
                <a:lnTo>
                  <a:pt x="62" y="371"/>
                </a:lnTo>
                <a:lnTo>
                  <a:pt x="63" y="371"/>
                </a:lnTo>
                <a:lnTo>
                  <a:pt x="64" y="371"/>
                </a:lnTo>
                <a:lnTo>
                  <a:pt x="65" y="371"/>
                </a:lnTo>
                <a:lnTo>
                  <a:pt x="65" y="370"/>
                </a:lnTo>
                <a:lnTo>
                  <a:pt x="65" y="369"/>
                </a:lnTo>
                <a:lnTo>
                  <a:pt x="66" y="369"/>
                </a:lnTo>
                <a:lnTo>
                  <a:pt x="65" y="368"/>
                </a:lnTo>
                <a:lnTo>
                  <a:pt x="65" y="367"/>
                </a:lnTo>
                <a:lnTo>
                  <a:pt x="64" y="367"/>
                </a:lnTo>
                <a:lnTo>
                  <a:pt x="63" y="366"/>
                </a:lnTo>
                <a:lnTo>
                  <a:pt x="64" y="365"/>
                </a:lnTo>
                <a:lnTo>
                  <a:pt x="65" y="365"/>
                </a:lnTo>
                <a:lnTo>
                  <a:pt x="65" y="364"/>
                </a:lnTo>
                <a:lnTo>
                  <a:pt x="64" y="363"/>
                </a:lnTo>
                <a:lnTo>
                  <a:pt x="63" y="363"/>
                </a:lnTo>
                <a:lnTo>
                  <a:pt x="62" y="362"/>
                </a:lnTo>
                <a:lnTo>
                  <a:pt x="62" y="361"/>
                </a:lnTo>
                <a:lnTo>
                  <a:pt x="62" y="359"/>
                </a:lnTo>
                <a:lnTo>
                  <a:pt x="62" y="358"/>
                </a:lnTo>
                <a:lnTo>
                  <a:pt x="62" y="357"/>
                </a:lnTo>
                <a:lnTo>
                  <a:pt x="61" y="356"/>
                </a:lnTo>
                <a:lnTo>
                  <a:pt x="61" y="355"/>
                </a:lnTo>
                <a:lnTo>
                  <a:pt x="62" y="355"/>
                </a:lnTo>
                <a:lnTo>
                  <a:pt x="62" y="354"/>
                </a:lnTo>
                <a:lnTo>
                  <a:pt x="62" y="353"/>
                </a:lnTo>
                <a:lnTo>
                  <a:pt x="62" y="352"/>
                </a:lnTo>
                <a:lnTo>
                  <a:pt x="62" y="351"/>
                </a:lnTo>
                <a:lnTo>
                  <a:pt x="61" y="350"/>
                </a:lnTo>
                <a:lnTo>
                  <a:pt x="62" y="349"/>
                </a:lnTo>
                <a:lnTo>
                  <a:pt x="62" y="350"/>
                </a:lnTo>
                <a:lnTo>
                  <a:pt x="63" y="350"/>
                </a:lnTo>
                <a:lnTo>
                  <a:pt x="63" y="349"/>
                </a:lnTo>
                <a:lnTo>
                  <a:pt x="63" y="347"/>
                </a:lnTo>
                <a:lnTo>
                  <a:pt x="63" y="346"/>
                </a:lnTo>
                <a:lnTo>
                  <a:pt x="62" y="346"/>
                </a:lnTo>
                <a:lnTo>
                  <a:pt x="61" y="346"/>
                </a:lnTo>
                <a:lnTo>
                  <a:pt x="60" y="345"/>
                </a:lnTo>
                <a:lnTo>
                  <a:pt x="59" y="344"/>
                </a:lnTo>
                <a:lnTo>
                  <a:pt x="59" y="343"/>
                </a:lnTo>
                <a:lnTo>
                  <a:pt x="60" y="342"/>
                </a:lnTo>
                <a:lnTo>
                  <a:pt x="61" y="341"/>
                </a:lnTo>
                <a:lnTo>
                  <a:pt x="61" y="339"/>
                </a:lnTo>
                <a:lnTo>
                  <a:pt x="62" y="340"/>
                </a:lnTo>
                <a:lnTo>
                  <a:pt x="62" y="341"/>
                </a:lnTo>
                <a:lnTo>
                  <a:pt x="64" y="342"/>
                </a:lnTo>
                <a:lnTo>
                  <a:pt x="64" y="343"/>
                </a:lnTo>
                <a:lnTo>
                  <a:pt x="65" y="342"/>
                </a:lnTo>
                <a:lnTo>
                  <a:pt x="65" y="341"/>
                </a:lnTo>
                <a:lnTo>
                  <a:pt x="66" y="340"/>
                </a:lnTo>
                <a:lnTo>
                  <a:pt x="67" y="340"/>
                </a:lnTo>
                <a:lnTo>
                  <a:pt x="67" y="339"/>
                </a:lnTo>
                <a:lnTo>
                  <a:pt x="67" y="338"/>
                </a:lnTo>
                <a:lnTo>
                  <a:pt x="68" y="338"/>
                </a:lnTo>
                <a:lnTo>
                  <a:pt x="69" y="338"/>
                </a:lnTo>
                <a:lnTo>
                  <a:pt x="70" y="340"/>
                </a:lnTo>
                <a:lnTo>
                  <a:pt x="71" y="340"/>
                </a:lnTo>
                <a:lnTo>
                  <a:pt x="71" y="341"/>
                </a:lnTo>
                <a:lnTo>
                  <a:pt x="72" y="342"/>
                </a:lnTo>
                <a:lnTo>
                  <a:pt x="73" y="343"/>
                </a:lnTo>
                <a:lnTo>
                  <a:pt x="73" y="344"/>
                </a:lnTo>
                <a:lnTo>
                  <a:pt x="74" y="345"/>
                </a:lnTo>
                <a:lnTo>
                  <a:pt x="75" y="345"/>
                </a:lnTo>
                <a:lnTo>
                  <a:pt x="76" y="345"/>
                </a:lnTo>
                <a:lnTo>
                  <a:pt x="77" y="344"/>
                </a:lnTo>
                <a:lnTo>
                  <a:pt x="78" y="344"/>
                </a:lnTo>
                <a:lnTo>
                  <a:pt x="78" y="343"/>
                </a:lnTo>
                <a:lnTo>
                  <a:pt x="77" y="343"/>
                </a:lnTo>
                <a:lnTo>
                  <a:pt x="78" y="342"/>
                </a:lnTo>
                <a:lnTo>
                  <a:pt x="79" y="341"/>
                </a:lnTo>
                <a:lnTo>
                  <a:pt x="79" y="340"/>
                </a:lnTo>
                <a:lnTo>
                  <a:pt x="80" y="340"/>
                </a:lnTo>
                <a:lnTo>
                  <a:pt x="80" y="339"/>
                </a:lnTo>
                <a:lnTo>
                  <a:pt x="81" y="340"/>
                </a:lnTo>
                <a:lnTo>
                  <a:pt x="82" y="340"/>
                </a:lnTo>
                <a:lnTo>
                  <a:pt x="83" y="340"/>
                </a:lnTo>
                <a:lnTo>
                  <a:pt x="84" y="340"/>
                </a:lnTo>
                <a:lnTo>
                  <a:pt x="84" y="341"/>
                </a:lnTo>
                <a:lnTo>
                  <a:pt x="84" y="342"/>
                </a:lnTo>
                <a:lnTo>
                  <a:pt x="84" y="343"/>
                </a:lnTo>
                <a:lnTo>
                  <a:pt x="84" y="344"/>
                </a:lnTo>
                <a:lnTo>
                  <a:pt x="85" y="344"/>
                </a:lnTo>
                <a:lnTo>
                  <a:pt x="85" y="343"/>
                </a:lnTo>
                <a:lnTo>
                  <a:pt x="86" y="343"/>
                </a:lnTo>
                <a:lnTo>
                  <a:pt x="86" y="344"/>
                </a:lnTo>
                <a:lnTo>
                  <a:pt x="87" y="344"/>
                </a:lnTo>
                <a:lnTo>
                  <a:pt x="88" y="344"/>
                </a:lnTo>
                <a:lnTo>
                  <a:pt x="88" y="343"/>
                </a:lnTo>
                <a:lnTo>
                  <a:pt x="89" y="342"/>
                </a:lnTo>
                <a:lnTo>
                  <a:pt x="91" y="342"/>
                </a:lnTo>
                <a:lnTo>
                  <a:pt x="91" y="340"/>
                </a:lnTo>
                <a:lnTo>
                  <a:pt x="90" y="339"/>
                </a:lnTo>
                <a:lnTo>
                  <a:pt x="89" y="339"/>
                </a:lnTo>
                <a:lnTo>
                  <a:pt x="89" y="338"/>
                </a:lnTo>
                <a:lnTo>
                  <a:pt x="88" y="336"/>
                </a:lnTo>
                <a:lnTo>
                  <a:pt x="89" y="335"/>
                </a:lnTo>
                <a:lnTo>
                  <a:pt x="90" y="334"/>
                </a:lnTo>
                <a:lnTo>
                  <a:pt x="90" y="335"/>
                </a:lnTo>
                <a:lnTo>
                  <a:pt x="90" y="334"/>
                </a:lnTo>
                <a:lnTo>
                  <a:pt x="92" y="334"/>
                </a:lnTo>
                <a:lnTo>
                  <a:pt x="92" y="333"/>
                </a:lnTo>
                <a:lnTo>
                  <a:pt x="92" y="332"/>
                </a:lnTo>
                <a:lnTo>
                  <a:pt x="93" y="331"/>
                </a:lnTo>
                <a:lnTo>
                  <a:pt x="93" y="332"/>
                </a:lnTo>
                <a:lnTo>
                  <a:pt x="94" y="332"/>
                </a:lnTo>
                <a:lnTo>
                  <a:pt x="94" y="331"/>
                </a:lnTo>
                <a:lnTo>
                  <a:pt x="95" y="330"/>
                </a:lnTo>
                <a:lnTo>
                  <a:pt x="95" y="329"/>
                </a:lnTo>
                <a:lnTo>
                  <a:pt x="96" y="329"/>
                </a:lnTo>
                <a:lnTo>
                  <a:pt x="96" y="330"/>
                </a:lnTo>
                <a:lnTo>
                  <a:pt x="96" y="331"/>
                </a:lnTo>
                <a:lnTo>
                  <a:pt x="98" y="331"/>
                </a:lnTo>
                <a:lnTo>
                  <a:pt x="100" y="331"/>
                </a:lnTo>
                <a:lnTo>
                  <a:pt x="101" y="330"/>
                </a:lnTo>
                <a:lnTo>
                  <a:pt x="101" y="329"/>
                </a:lnTo>
                <a:lnTo>
                  <a:pt x="100" y="329"/>
                </a:lnTo>
                <a:lnTo>
                  <a:pt x="100" y="328"/>
                </a:lnTo>
                <a:lnTo>
                  <a:pt x="99" y="327"/>
                </a:lnTo>
                <a:lnTo>
                  <a:pt x="98" y="326"/>
                </a:lnTo>
                <a:lnTo>
                  <a:pt x="97" y="326"/>
                </a:lnTo>
                <a:lnTo>
                  <a:pt x="97" y="325"/>
                </a:lnTo>
                <a:lnTo>
                  <a:pt x="97" y="324"/>
                </a:lnTo>
                <a:lnTo>
                  <a:pt x="97" y="323"/>
                </a:lnTo>
                <a:lnTo>
                  <a:pt x="96" y="322"/>
                </a:lnTo>
                <a:lnTo>
                  <a:pt x="95" y="322"/>
                </a:lnTo>
                <a:lnTo>
                  <a:pt x="95" y="323"/>
                </a:lnTo>
                <a:lnTo>
                  <a:pt x="94" y="322"/>
                </a:lnTo>
                <a:lnTo>
                  <a:pt x="94" y="321"/>
                </a:lnTo>
                <a:lnTo>
                  <a:pt x="94" y="320"/>
                </a:lnTo>
                <a:lnTo>
                  <a:pt x="94" y="319"/>
                </a:lnTo>
                <a:lnTo>
                  <a:pt x="94" y="318"/>
                </a:lnTo>
                <a:lnTo>
                  <a:pt x="94" y="317"/>
                </a:lnTo>
                <a:lnTo>
                  <a:pt x="94" y="315"/>
                </a:lnTo>
                <a:lnTo>
                  <a:pt x="94" y="314"/>
                </a:lnTo>
                <a:lnTo>
                  <a:pt x="93" y="314"/>
                </a:lnTo>
                <a:lnTo>
                  <a:pt x="92" y="314"/>
                </a:lnTo>
                <a:lnTo>
                  <a:pt x="92" y="313"/>
                </a:lnTo>
                <a:lnTo>
                  <a:pt x="92" y="312"/>
                </a:lnTo>
                <a:lnTo>
                  <a:pt x="91" y="311"/>
                </a:lnTo>
                <a:lnTo>
                  <a:pt x="92" y="310"/>
                </a:lnTo>
                <a:lnTo>
                  <a:pt x="93" y="311"/>
                </a:lnTo>
                <a:lnTo>
                  <a:pt x="94" y="312"/>
                </a:lnTo>
                <a:lnTo>
                  <a:pt x="95" y="312"/>
                </a:lnTo>
                <a:lnTo>
                  <a:pt x="96" y="312"/>
                </a:lnTo>
                <a:lnTo>
                  <a:pt x="97" y="312"/>
                </a:lnTo>
                <a:lnTo>
                  <a:pt x="97" y="311"/>
                </a:lnTo>
                <a:lnTo>
                  <a:pt x="96" y="310"/>
                </a:lnTo>
                <a:lnTo>
                  <a:pt x="96" y="308"/>
                </a:lnTo>
                <a:lnTo>
                  <a:pt x="97" y="307"/>
                </a:lnTo>
                <a:lnTo>
                  <a:pt x="98" y="306"/>
                </a:lnTo>
                <a:lnTo>
                  <a:pt x="98" y="307"/>
                </a:lnTo>
                <a:lnTo>
                  <a:pt x="99" y="306"/>
                </a:lnTo>
                <a:lnTo>
                  <a:pt x="98" y="305"/>
                </a:lnTo>
                <a:lnTo>
                  <a:pt x="98" y="304"/>
                </a:lnTo>
                <a:lnTo>
                  <a:pt x="98" y="303"/>
                </a:lnTo>
                <a:lnTo>
                  <a:pt x="97" y="303"/>
                </a:lnTo>
                <a:lnTo>
                  <a:pt x="97" y="302"/>
                </a:lnTo>
                <a:lnTo>
                  <a:pt x="98" y="302"/>
                </a:lnTo>
                <a:lnTo>
                  <a:pt x="99" y="302"/>
                </a:lnTo>
                <a:lnTo>
                  <a:pt x="99" y="301"/>
                </a:lnTo>
                <a:lnTo>
                  <a:pt x="98" y="300"/>
                </a:lnTo>
                <a:lnTo>
                  <a:pt x="99" y="300"/>
                </a:lnTo>
                <a:lnTo>
                  <a:pt x="99" y="299"/>
                </a:lnTo>
                <a:lnTo>
                  <a:pt x="100" y="299"/>
                </a:lnTo>
                <a:lnTo>
                  <a:pt x="101" y="301"/>
                </a:lnTo>
                <a:lnTo>
                  <a:pt x="102" y="302"/>
                </a:lnTo>
                <a:lnTo>
                  <a:pt x="103" y="302"/>
                </a:lnTo>
                <a:lnTo>
                  <a:pt x="103" y="301"/>
                </a:lnTo>
                <a:lnTo>
                  <a:pt x="103" y="300"/>
                </a:lnTo>
                <a:lnTo>
                  <a:pt x="104" y="300"/>
                </a:lnTo>
                <a:lnTo>
                  <a:pt x="105" y="300"/>
                </a:lnTo>
                <a:lnTo>
                  <a:pt x="105" y="299"/>
                </a:lnTo>
                <a:lnTo>
                  <a:pt x="106" y="299"/>
                </a:lnTo>
                <a:lnTo>
                  <a:pt x="106" y="300"/>
                </a:lnTo>
                <a:lnTo>
                  <a:pt x="107" y="300"/>
                </a:lnTo>
                <a:lnTo>
                  <a:pt x="107" y="299"/>
                </a:lnTo>
                <a:lnTo>
                  <a:pt x="108" y="299"/>
                </a:lnTo>
                <a:lnTo>
                  <a:pt x="109" y="300"/>
                </a:lnTo>
                <a:lnTo>
                  <a:pt x="110" y="299"/>
                </a:lnTo>
                <a:lnTo>
                  <a:pt x="111" y="299"/>
                </a:lnTo>
                <a:lnTo>
                  <a:pt x="111" y="298"/>
                </a:lnTo>
                <a:lnTo>
                  <a:pt x="111" y="297"/>
                </a:lnTo>
                <a:lnTo>
                  <a:pt x="110" y="297"/>
                </a:lnTo>
                <a:lnTo>
                  <a:pt x="111" y="297"/>
                </a:lnTo>
                <a:lnTo>
                  <a:pt x="112" y="297"/>
                </a:lnTo>
                <a:lnTo>
                  <a:pt x="113" y="297"/>
                </a:lnTo>
                <a:lnTo>
                  <a:pt x="115" y="297"/>
                </a:lnTo>
                <a:lnTo>
                  <a:pt x="116" y="297"/>
                </a:lnTo>
                <a:lnTo>
                  <a:pt x="116" y="296"/>
                </a:lnTo>
                <a:lnTo>
                  <a:pt x="116" y="295"/>
                </a:lnTo>
                <a:lnTo>
                  <a:pt x="116" y="294"/>
                </a:lnTo>
                <a:lnTo>
                  <a:pt x="117" y="294"/>
                </a:lnTo>
                <a:lnTo>
                  <a:pt x="118" y="294"/>
                </a:lnTo>
                <a:lnTo>
                  <a:pt x="119" y="294"/>
                </a:lnTo>
                <a:lnTo>
                  <a:pt x="119" y="295"/>
                </a:lnTo>
                <a:lnTo>
                  <a:pt x="120" y="295"/>
                </a:lnTo>
                <a:lnTo>
                  <a:pt x="120" y="294"/>
                </a:lnTo>
                <a:lnTo>
                  <a:pt x="121" y="294"/>
                </a:lnTo>
                <a:lnTo>
                  <a:pt x="121" y="293"/>
                </a:lnTo>
                <a:lnTo>
                  <a:pt x="122" y="293"/>
                </a:lnTo>
                <a:lnTo>
                  <a:pt x="123" y="293"/>
                </a:lnTo>
                <a:lnTo>
                  <a:pt x="124" y="293"/>
                </a:lnTo>
                <a:lnTo>
                  <a:pt x="125" y="293"/>
                </a:lnTo>
                <a:lnTo>
                  <a:pt x="125" y="292"/>
                </a:lnTo>
                <a:lnTo>
                  <a:pt x="126" y="291"/>
                </a:lnTo>
                <a:lnTo>
                  <a:pt x="127" y="291"/>
                </a:lnTo>
                <a:lnTo>
                  <a:pt x="127" y="290"/>
                </a:lnTo>
                <a:lnTo>
                  <a:pt x="128" y="289"/>
                </a:lnTo>
                <a:lnTo>
                  <a:pt x="128" y="288"/>
                </a:lnTo>
                <a:lnTo>
                  <a:pt x="127" y="288"/>
                </a:lnTo>
                <a:lnTo>
                  <a:pt x="127" y="287"/>
                </a:lnTo>
                <a:lnTo>
                  <a:pt x="126" y="286"/>
                </a:lnTo>
                <a:lnTo>
                  <a:pt x="125" y="286"/>
                </a:lnTo>
                <a:lnTo>
                  <a:pt x="125" y="285"/>
                </a:lnTo>
                <a:lnTo>
                  <a:pt x="127" y="285"/>
                </a:lnTo>
                <a:lnTo>
                  <a:pt x="128" y="285"/>
                </a:lnTo>
                <a:lnTo>
                  <a:pt x="128" y="284"/>
                </a:lnTo>
                <a:lnTo>
                  <a:pt x="129" y="284"/>
                </a:lnTo>
                <a:lnTo>
                  <a:pt x="130" y="284"/>
                </a:lnTo>
                <a:lnTo>
                  <a:pt x="130" y="283"/>
                </a:lnTo>
                <a:lnTo>
                  <a:pt x="131" y="283"/>
                </a:lnTo>
                <a:lnTo>
                  <a:pt x="131" y="284"/>
                </a:lnTo>
                <a:lnTo>
                  <a:pt x="132" y="284"/>
                </a:lnTo>
                <a:lnTo>
                  <a:pt x="133" y="284"/>
                </a:lnTo>
                <a:lnTo>
                  <a:pt x="133" y="283"/>
                </a:lnTo>
                <a:lnTo>
                  <a:pt x="134" y="284"/>
                </a:lnTo>
                <a:lnTo>
                  <a:pt x="135" y="284"/>
                </a:lnTo>
                <a:lnTo>
                  <a:pt x="136" y="284"/>
                </a:lnTo>
                <a:lnTo>
                  <a:pt x="137" y="284"/>
                </a:lnTo>
                <a:lnTo>
                  <a:pt x="138" y="284"/>
                </a:lnTo>
                <a:lnTo>
                  <a:pt x="138" y="283"/>
                </a:lnTo>
                <a:lnTo>
                  <a:pt x="139" y="283"/>
                </a:lnTo>
                <a:lnTo>
                  <a:pt x="140" y="283"/>
                </a:lnTo>
                <a:lnTo>
                  <a:pt x="140" y="282"/>
                </a:lnTo>
                <a:lnTo>
                  <a:pt x="141" y="282"/>
                </a:lnTo>
                <a:lnTo>
                  <a:pt x="141" y="281"/>
                </a:lnTo>
                <a:lnTo>
                  <a:pt x="142" y="281"/>
                </a:lnTo>
                <a:lnTo>
                  <a:pt x="141" y="280"/>
                </a:lnTo>
                <a:lnTo>
                  <a:pt x="142" y="280"/>
                </a:lnTo>
                <a:lnTo>
                  <a:pt x="142" y="279"/>
                </a:lnTo>
                <a:lnTo>
                  <a:pt x="143" y="279"/>
                </a:lnTo>
                <a:lnTo>
                  <a:pt x="143" y="278"/>
                </a:lnTo>
                <a:lnTo>
                  <a:pt x="144" y="278"/>
                </a:lnTo>
                <a:lnTo>
                  <a:pt x="144" y="279"/>
                </a:lnTo>
                <a:lnTo>
                  <a:pt x="144" y="278"/>
                </a:lnTo>
                <a:lnTo>
                  <a:pt x="145" y="278"/>
                </a:lnTo>
                <a:lnTo>
                  <a:pt x="146" y="277"/>
                </a:lnTo>
                <a:lnTo>
                  <a:pt x="146" y="276"/>
                </a:lnTo>
                <a:lnTo>
                  <a:pt x="146" y="275"/>
                </a:lnTo>
                <a:lnTo>
                  <a:pt x="147" y="275"/>
                </a:lnTo>
                <a:lnTo>
                  <a:pt x="147" y="274"/>
                </a:lnTo>
                <a:lnTo>
                  <a:pt x="147" y="273"/>
                </a:lnTo>
                <a:lnTo>
                  <a:pt x="148" y="272"/>
                </a:lnTo>
                <a:lnTo>
                  <a:pt x="149" y="272"/>
                </a:lnTo>
                <a:lnTo>
                  <a:pt x="149" y="271"/>
                </a:lnTo>
                <a:lnTo>
                  <a:pt x="150" y="271"/>
                </a:lnTo>
                <a:lnTo>
                  <a:pt x="151" y="270"/>
                </a:lnTo>
                <a:lnTo>
                  <a:pt x="152" y="269"/>
                </a:lnTo>
                <a:lnTo>
                  <a:pt x="152" y="268"/>
                </a:lnTo>
                <a:lnTo>
                  <a:pt x="152" y="267"/>
                </a:lnTo>
                <a:lnTo>
                  <a:pt x="153" y="266"/>
                </a:lnTo>
                <a:lnTo>
                  <a:pt x="154" y="265"/>
                </a:lnTo>
                <a:lnTo>
                  <a:pt x="154" y="264"/>
                </a:lnTo>
                <a:lnTo>
                  <a:pt x="154" y="263"/>
                </a:lnTo>
                <a:lnTo>
                  <a:pt x="153" y="263"/>
                </a:lnTo>
                <a:lnTo>
                  <a:pt x="153" y="262"/>
                </a:lnTo>
                <a:lnTo>
                  <a:pt x="153" y="261"/>
                </a:lnTo>
                <a:lnTo>
                  <a:pt x="153" y="260"/>
                </a:lnTo>
                <a:lnTo>
                  <a:pt x="154" y="260"/>
                </a:lnTo>
                <a:lnTo>
                  <a:pt x="155" y="259"/>
                </a:lnTo>
                <a:lnTo>
                  <a:pt x="156" y="258"/>
                </a:lnTo>
                <a:lnTo>
                  <a:pt x="155" y="258"/>
                </a:lnTo>
                <a:lnTo>
                  <a:pt x="155" y="257"/>
                </a:lnTo>
                <a:lnTo>
                  <a:pt x="156" y="256"/>
                </a:lnTo>
                <a:lnTo>
                  <a:pt x="157" y="255"/>
                </a:lnTo>
                <a:lnTo>
                  <a:pt x="158" y="254"/>
                </a:lnTo>
                <a:lnTo>
                  <a:pt x="159" y="254"/>
                </a:lnTo>
                <a:lnTo>
                  <a:pt x="159" y="253"/>
                </a:lnTo>
                <a:lnTo>
                  <a:pt x="159" y="252"/>
                </a:lnTo>
                <a:lnTo>
                  <a:pt x="158" y="252"/>
                </a:lnTo>
                <a:lnTo>
                  <a:pt x="158" y="251"/>
                </a:lnTo>
                <a:lnTo>
                  <a:pt x="159" y="250"/>
                </a:lnTo>
                <a:lnTo>
                  <a:pt x="158" y="250"/>
                </a:lnTo>
                <a:lnTo>
                  <a:pt x="158" y="251"/>
                </a:lnTo>
                <a:lnTo>
                  <a:pt x="158" y="250"/>
                </a:lnTo>
                <a:lnTo>
                  <a:pt x="157" y="250"/>
                </a:lnTo>
                <a:lnTo>
                  <a:pt x="156" y="250"/>
                </a:lnTo>
                <a:lnTo>
                  <a:pt x="155" y="250"/>
                </a:lnTo>
                <a:lnTo>
                  <a:pt x="154" y="249"/>
                </a:lnTo>
                <a:lnTo>
                  <a:pt x="154" y="248"/>
                </a:lnTo>
                <a:lnTo>
                  <a:pt x="154" y="247"/>
                </a:lnTo>
                <a:lnTo>
                  <a:pt x="154" y="246"/>
                </a:lnTo>
                <a:lnTo>
                  <a:pt x="154" y="245"/>
                </a:lnTo>
                <a:lnTo>
                  <a:pt x="154" y="244"/>
                </a:lnTo>
                <a:lnTo>
                  <a:pt x="154" y="243"/>
                </a:lnTo>
                <a:lnTo>
                  <a:pt x="153" y="243"/>
                </a:lnTo>
                <a:lnTo>
                  <a:pt x="153" y="242"/>
                </a:lnTo>
                <a:lnTo>
                  <a:pt x="154" y="242"/>
                </a:lnTo>
                <a:lnTo>
                  <a:pt x="155" y="242"/>
                </a:lnTo>
                <a:lnTo>
                  <a:pt x="155" y="241"/>
                </a:lnTo>
                <a:lnTo>
                  <a:pt x="156" y="241"/>
                </a:lnTo>
                <a:lnTo>
                  <a:pt x="156" y="240"/>
                </a:lnTo>
                <a:lnTo>
                  <a:pt x="155" y="240"/>
                </a:lnTo>
                <a:lnTo>
                  <a:pt x="155" y="237"/>
                </a:lnTo>
                <a:lnTo>
                  <a:pt x="155" y="236"/>
                </a:lnTo>
                <a:lnTo>
                  <a:pt x="155" y="235"/>
                </a:lnTo>
                <a:lnTo>
                  <a:pt x="154" y="235"/>
                </a:lnTo>
                <a:lnTo>
                  <a:pt x="154" y="234"/>
                </a:lnTo>
                <a:lnTo>
                  <a:pt x="153" y="233"/>
                </a:lnTo>
                <a:lnTo>
                  <a:pt x="153" y="232"/>
                </a:lnTo>
                <a:lnTo>
                  <a:pt x="153" y="231"/>
                </a:lnTo>
                <a:lnTo>
                  <a:pt x="153" y="230"/>
                </a:lnTo>
                <a:lnTo>
                  <a:pt x="152" y="230"/>
                </a:lnTo>
                <a:lnTo>
                  <a:pt x="151" y="229"/>
                </a:lnTo>
                <a:lnTo>
                  <a:pt x="152" y="229"/>
                </a:lnTo>
                <a:lnTo>
                  <a:pt x="152" y="228"/>
                </a:lnTo>
                <a:lnTo>
                  <a:pt x="152" y="227"/>
                </a:lnTo>
                <a:lnTo>
                  <a:pt x="153" y="227"/>
                </a:lnTo>
                <a:lnTo>
                  <a:pt x="153" y="226"/>
                </a:lnTo>
                <a:lnTo>
                  <a:pt x="154" y="226"/>
                </a:lnTo>
                <a:lnTo>
                  <a:pt x="154" y="225"/>
                </a:lnTo>
                <a:lnTo>
                  <a:pt x="153" y="225"/>
                </a:lnTo>
                <a:lnTo>
                  <a:pt x="153" y="224"/>
                </a:lnTo>
                <a:lnTo>
                  <a:pt x="152" y="224"/>
                </a:lnTo>
                <a:lnTo>
                  <a:pt x="153" y="222"/>
                </a:lnTo>
                <a:lnTo>
                  <a:pt x="153" y="221"/>
                </a:lnTo>
                <a:lnTo>
                  <a:pt x="154" y="221"/>
                </a:lnTo>
                <a:lnTo>
                  <a:pt x="154" y="220"/>
                </a:lnTo>
                <a:lnTo>
                  <a:pt x="154" y="219"/>
                </a:lnTo>
                <a:lnTo>
                  <a:pt x="155" y="219"/>
                </a:lnTo>
                <a:lnTo>
                  <a:pt x="155" y="218"/>
                </a:lnTo>
                <a:lnTo>
                  <a:pt x="155" y="217"/>
                </a:lnTo>
                <a:lnTo>
                  <a:pt x="154" y="216"/>
                </a:lnTo>
                <a:lnTo>
                  <a:pt x="155" y="216"/>
                </a:lnTo>
                <a:lnTo>
                  <a:pt x="155" y="215"/>
                </a:lnTo>
                <a:lnTo>
                  <a:pt x="155" y="213"/>
                </a:lnTo>
                <a:lnTo>
                  <a:pt x="156" y="212"/>
                </a:lnTo>
                <a:lnTo>
                  <a:pt x="155" y="212"/>
                </a:lnTo>
                <a:lnTo>
                  <a:pt x="155" y="211"/>
                </a:lnTo>
                <a:lnTo>
                  <a:pt x="156" y="211"/>
                </a:lnTo>
                <a:lnTo>
                  <a:pt x="156" y="210"/>
                </a:lnTo>
                <a:lnTo>
                  <a:pt x="156" y="209"/>
                </a:lnTo>
                <a:lnTo>
                  <a:pt x="157" y="209"/>
                </a:lnTo>
                <a:lnTo>
                  <a:pt x="158" y="209"/>
                </a:lnTo>
                <a:lnTo>
                  <a:pt x="158" y="210"/>
                </a:lnTo>
                <a:lnTo>
                  <a:pt x="159" y="209"/>
                </a:lnTo>
                <a:lnTo>
                  <a:pt x="159" y="208"/>
                </a:lnTo>
                <a:lnTo>
                  <a:pt x="160" y="207"/>
                </a:lnTo>
                <a:lnTo>
                  <a:pt x="161" y="206"/>
                </a:lnTo>
                <a:lnTo>
                  <a:pt x="162" y="206"/>
                </a:lnTo>
                <a:lnTo>
                  <a:pt x="162" y="205"/>
                </a:lnTo>
                <a:lnTo>
                  <a:pt x="162" y="204"/>
                </a:lnTo>
                <a:lnTo>
                  <a:pt x="162" y="203"/>
                </a:lnTo>
                <a:lnTo>
                  <a:pt x="163" y="203"/>
                </a:lnTo>
                <a:lnTo>
                  <a:pt x="163" y="202"/>
                </a:lnTo>
                <a:lnTo>
                  <a:pt x="163" y="200"/>
                </a:lnTo>
                <a:lnTo>
                  <a:pt x="164" y="200"/>
                </a:lnTo>
                <a:lnTo>
                  <a:pt x="164" y="197"/>
                </a:lnTo>
                <a:lnTo>
                  <a:pt x="164" y="196"/>
                </a:lnTo>
                <a:lnTo>
                  <a:pt x="164" y="195"/>
                </a:lnTo>
                <a:lnTo>
                  <a:pt x="164" y="193"/>
                </a:lnTo>
                <a:lnTo>
                  <a:pt x="165" y="193"/>
                </a:lnTo>
                <a:lnTo>
                  <a:pt x="166" y="193"/>
                </a:lnTo>
                <a:lnTo>
                  <a:pt x="168" y="193"/>
                </a:lnTo>
                <a:lnTo>
                  <a:pt x="169" y="192"/>
                </a:lnTo>
                <a:lnTo>
                  <a:pt x="170" y="192"/>
                </a:lnTo>
                <a:lnTo>
                  <a:pt x="171" y="192"/>
                </a:lnTo>
                <a:lnTo>
                  <a:pt x="172" y="192"/>
                </a:lnTo>
                <a:lnTo>
                  <a:pt x="172" y="191"/>
                </a:lnTo>
                <a:lnTo>
                  <a:pt x="174" y="191"/>
                </a:lnTo>
                <a:lnTo>
                  <a:pt x="174" y="192"/>
                </a:lnTo>
                <a:lnTo>
                  <a:pt x="175" y="192"/>
                </a:lnTo>
                <a:lnTo>
                  <a:pt x="175" y="191"/>
                </a:lnTo>
                <a:lnTo>
                  <a:pt x="175" y="190"/>
                </a:lnTo>
                <a:lnTo>
                  <a:pt x="176" y="189"/>
                </a:lnTo>
                <a:lnTo>
                  <a:pt x="176" y="188"/>
                </a:lnTo>
                <a:lnTo>
                  <a:pt x="177" y="188"/>
                </a:lnTo>
                <a:lnTo>
                  <a:pt x="177" y="187"/>
                </a:lnTo>
                <a:lnTo>
                  <a:pt x="178" y="187"/>
                </a:lnTo>
                <a:lnTo>
                  <a:pt x="178" y="186"/>
                </a:lnTo>
                <a:lnTo>
                  <a:pt x="179" y="186"/>
                </a:lnTo>
                <a:lnTo>
                  <a:pt x="180" y="186"/>
                </a:lnTo>
                <a:lnTo>
                  <a:pt x="180" y="184"/>
                </a:lnTo>
                <a:lnTo>
                  <a:pt x="179" y="183"/>
                </a:lnTo>
                <a:lnTo>
                  <a:pt x="178" y="183"/>
                </a:lnTo>
                <a:lnTo>
                  <a:pt x="178" y="184"/>
                </a:lnTo>
                <a:lnTo>
                  <a:pt x="177" y="183"/>
                </a:lnTo>
                <a:lnTo>
                  <a:pt x="176" y="183"/>
                </a:lnTo>
                <a:lnTo>
                  <a:pt x="176" y="182"/>
                </a:lnTo>
                <a:lnTo>
                  <a:pt x="177" y="181"/>
                </a:lnTo>
                <a:lnTo>
                  <a:pt x="177" y="176"/>
                </a:lnTo>
                <a:lnTo>
                  <a:pt x="178" y="176"/>
                </a:lnTo>
                <a:lnTo>
                  <a:pt x="178" y="174"/>
                </a:lnTo>
                <a:lnTo>
                  <a:pt x="179" y="173"/>
                </a:lnTo>
                <a:lnTo>
                  <a:pt x="179" y="172"/>
                </a:lnTo>
                <a:lnTo>
                  <a:pt x="180" y="172"/>
                </a:lnTo>
                <a:lnTo>
                  <a:pt x="181" y="172"/>
                </a:lnTo>
                <a:lnTo>
                  <a:pt x="181" y="173"/>
                </a:lnTo>
                <a:lnTo>
                  <a:pt x="182" y="173"/>
                </a:lnTo>
                <a:lnTo>
                  <a:pt x="182" y="174"/>
                </a:lnTo>
                <a:lnTo>
                  <a:pt x="183" y="173"/>
                </a:lnTo>
                <a:lnTo>
                  <a:pt x="182" y="172"/>
                </a:lnTo>
                <a:lnTo>
                  <a:pt x="183" y="172"/>
                </a:lnTo>
                <a:lnTo>
                  <a:pt x="183" y="171"/>
                </a:lnTo>
                <a:lnTo>
                  <a:pt x="184" y="172"/>
                </a:lnTo>
                <a:lnTo>
                  <a:pt x="185" y="172"/>
                </a:lnTo>
                <a:lnTo>
                  <a:pt x="185" y="173"/>
                </a:lnTo>
                <a:lnTo>
                  <a:pt x="186" y="173"/>
                </a:lnTo>
                <a:lnTo>
                  <a:pt x="187" y="173"/>
                </a:lnTo>
                <a:lnTo>
                  <a:pt x="188" y="174"/>
                </a:lnTo>
                <a:lnTo>
                  <a:pt x="189" y="174"/>
                </a:lnTo>
                <a:lnTo>
                  <a:pt x="190" y="174"/>
                </a:lnTo>
                <a:lnTo>
                  <a:pt x="191" y="174"/>
                </a:lnTo>
                <a:lnTo>
                  <a:pt x="192" y="174"/>
                </a:lnTo>
                <a:lnTo>
                  <a:pt x="193" y="174"/>
                </a:lnTo>
                <a:lnTo>
                  <a:pt x="193" y="175"/>
                </a:lnTo>
                <a:lnTo>
                  <a:pt x="193" y="174"/>
                </a:lnTo>
                <a:lnTo>
                  <a:pt x="193" y="173"/>
                </a:lnTo>
                <a:lnTo>
                  <a:pt x="193" y="172"/>
                </a:lnTo>
                <a:lnTo>
                  <a:pt x="194" y="172"/>
                </a:lnTo>
                <a:lnTo>
                  <a:pt x="194" y="171"/>
                </a:lnTo>
                <a:lnTo>
                  <a:pt x="194" y="169"/>
                </a:lnTo>
                <a:lnTo>
                  <a:pt x="194" y="168"/>
                </a:lnTo>
                <a:lnTo>
                  <a:pt x="193" y="168"/>
                </a:lnTo>
                <a:lnTo>
                  <a:pt x="193" y="167"/>
                </a:lnTo>
                <a:lnTo>
                  <a:pt x="193" y="166"/>
                </a:lnTo>
                <a:lnTo>
                  <a:pt x="194" y="164"/>
                </a:lnTo>
                <a:lnTo>
                  <a:pt x="195" y="164"/>
                </a:lnTo>
                <a:lnTo>
                  <a:pt x="196" y="164"/>
                </a:lnTo>
                <a:lnTo>
                  <a:pt x="196" y="165"/>
                </a:lnTo>
                <a:lnTo>
                  <a:pt x="197" y="164"/>
                </a:lnTo>
                <a:lnTo>
                  <a:pt x="197" y="163"/>
                </a:lnTo>
                <a:lnTo>
                  <a:pt x="197" y="162"/>
                </a:lnTo>
                <a:lnTo>
                  <a:pt x="197" y="161"/>
                </a:lnTo>
                <a:lnTo>
                  <a:pt x="197" y="160"/>
                </a:lnTo>
                <a:lnTo>
                  <a:pt x="198" y="160"/>
                </a:lnTo>
                <a:lnTo>
                  <a:pt x="198" y="161"/>
                </a:lnTo>
                <a:lnTo>
                  <a:pt x="199" y="161"/>
                </a:lnTo>
                <a:lnTo>
                  <a:pt x="200" y="161"/>
                </a:lnTo>
                <a:lnTo>
                  <a:pt x="201" y="160"/>
                </a:lnTo>
                <a:lnTo>
                  <a:pt x="202" y="160"/>
                </a:lnTo>
                <a:lnTo>
                  <a:pt x="202" y="161"/>
                </a:lnTo>
                <a:lnTo>
                  <a:pt x="203" y="159"/>
                </a:lnTo>
                <a:lnTo>
                  <a:pt x="203" y="158"/>
                </a:lnTo>
                <a:lnTo>
                  <a:pt x="204" y="157"/>
                </a:lnTo>
                <a:lnTo>
                  <a:pt x="205" y="157"/>
                </a:lnTo>
                <a:lnTo>
                  <a:pt x="205" y="156"/>
                </a:lnTo>
                <a:lnTo>
                  <a:pt x="204" y="156"/>
                </a:lnTo>
                <a:lnTo>
                  <a:pt x="204" y="155"/>
                </a:lnTo>
                <a:lnTo>
                  <a:pt x="203" y="155"/>
                </a:lnTo>
                <a:lnTo>
                  <a:pt x="203" y="154"/>
                </a:lnTo>
                <a:lnTo>
                  <a:pt x="203" y="153"/>
                </a:lnTo>
                <a:lnTo>
                  <a:pt x="203" y="151"/>
                </a:lnTo>
                <a:lnTo>
                  <a:pt x="202" y="150"/>
                </a:lnTo>
                <a:lnTo>
                  <a:pt x="201" y="148"/>
                </a:lnTo>
                <a:lnTo>
                  <a:pt x="200" y="147"/>
                </a:lnTo>
                <a:lnTo>
                  <a:pt x="200" y="145"/>
                </a:lnTo>
                <a:lnTo>
                  <a:pt x="199" y="145"/>
                </a:lnTo>
                <a:lnTo>
                  <a:pt x="199" y="144"/>
                </a:lnTo>
                <a:lnTo>
                  <a:pt x="199" y="142"/>
                </a:lnTo>
                <a:lnTo>
                  <a:pt x="199" y="141"/>
                </a:lnTo>
                <a:lnTo>
                  <a:pt x="200" y="139"/>
                </a:lnTo>
                <a:lnTo>
                  <a:pt x="200" y="138"/>
                </a:lnTo>
                <a:lnTo>
                  <a:pt x="199" y="138"/>
                </a:lnTo>
                <a:lnTo>
                  <a:pt x="199" y="137"/>
                </a:lnTo>
                <a:lnTo>
                  <a:pt x="198" y="137"/>
                </a:lnTo>
                <a:lnTo>
                  <a:pt x="198" y="136"/>
                </a:lnTo>
                <a:lnTo>
                  <a:pt x="199" y="135"/>
                </a:lnTo>
                <a:lnTo>
                  <a:pt x="199" y="133"/>
                </a:lnTo>
                <a:lnTo>
                  <a:pt x="199" y="132"/>
                </a:lnTo>
                <a:lnTo>
                  <a:pt x="199" y="131"/>
                </a:lnTo>
                <a:lnTo>
                  <a:pt x="200" y="132"/>
                </a:lnTo>
                <a:lnTo>
                  <a:pt x="201" y="132"/>
                </a:lnTo>
                <a:lnTo>
                  <a:pt x="202" y="132"/>
                </a:lnTo>
                <a:lnTo>
                  <a:pt x="203" y="131"/>
                </a:lnTo>
                <a:lnTo>
                  <a:pt x="204" y="131"/>
                </a:lnTo>
                <a:lnTo>
                  <a:pt x="205" y="131"/>
                </a:lnTo>
                <a:lnTo>
                  <a:pt x="205" y="130"/>
                </a:lnTo>
                <a:lnTo>
                  <a:pt x="207" y="129"/>
                </a:lnTo>
                <a:lnTo>
                  <a:pt x="207" y="128"/>
                </a:lnTo>
                <a:lnTo>
                  <a:pt x="208" y="128"/>
                </a:lnTo>
                <a:lnTo>
                  <a:pt x="209" y="128"/>
                </a:lnTo>
                <a:lnTo>
                  <a:pt x="209" y="129"/>
                </a:lnTo>
                <a:lnTo>
                  <a:pt x="210" y="129"/>
                </a:lnTo>
                <a:lnTo>
                  <a:pt x="210" y="128"/>
                </a:lnTo>
                <a:lnTo>
                  <a:pt x="210" y="127"/>
                </a:lnTo>
                <a:lnTo>
                  <a:pt x="210" y="126"/>
                </a:lnTo>
                <a:lnTo>
                  <a:pt x="211" y="126"/>
                </a:lnTo>
                <a:lnTo>
                  <a:pt x="212" y="126"/>
                </a:lnTo>
                <a:lnTo>
                  <a:pt x="212" y="125"/>
                </a:lnTo>
                <a:lnTo>
                  <a:pt x="214" y="125"/>
                </a:lnTo>
                <a:lnTo>
                  <a:pt x="214" y="124"/>
                </a:lnTo>
                <a:lnTo>
                  <a:pt x="214" y="123"/>
                </a:lnTo>
                <a:lnTo>
                  <a:pt x="214" y="122"/>
                </a:lnTo>
                <a:lnTo>
                  <a:pt x="215" y="122"/>
                </a:lnTo>
                <a:lnTo>
                  <a:pt x="215" y="121"/>
                </a:lnTo>
                <a:lnTo>
                  <a:pt x="216" y="121"/>
                </a:lnTo>
                <a:lnTo>
                  <a:pt x="216" y="120"/>
                </a:lnTo>
                <a:lnTo>
                  <a:pt x="217" y="117"/>
                </a:lnTo>
                <a:lnTo>
                  <a:pt x="216" y="116"/>
                </a:lnTo>
                <a:lnTo>
                  <a:pt x="216" y="115"/>
                </a:lnTo>
                <a:lnTo>
                  <a:pt x="215" y="115"/>
                </a:lnTo>
                <a:lnTo>
                  <a:pt x="215" y="114"/>
                </a:lnTo>
                <a:lnTo>
                  <a:pt x="215" y="113"/>
                </a:lnTo>
                <a:lnTo>
                  <a:pt x="214" y="112"/>
                </a:lnTo>
                <a:lnTo>
                  <a:pt x="214" y="111"/>
                </a:lnTo>
                <a:lnTo>
                  <a:pt x="213" y="110"/>
                </a:lnTo>
                <a:lnTo>
                  <a:pt x="213" y="109"/>
                </a:lnTo>
                <a:lnTo>
                  <a:pt x="212" y="109"/>
                </a:lnTo>
                <a:lnTo>
                  <a:pt x="211" y="109"/>
                </a:lnTo>
                <a:lnTo>
                  <a:pt x="211" y="108"/>
                </a:lnTo>
                <a:lnTo>
                  <a:pt x="210" y="108"/>
                </a:lnTo>
                <a:lnTo>
                  <a:pt x="210" y="107"/>
                </a:lnTo>
                <a:lnTo>
                  <a:pt x="210" y="106"/>
                </a:lnTo>
                <a:lnTo>
                  <a:pt x="210" y="105"/>
                </a:lnTo>
                <a:lnTo>
                  <a:pt x="210" y="104"/>
                </a:lnTo>
                <a:lnTo>
                  <a:pt x="211" y="104"/>
                </a:lnTo>
                <a:lnTo>
                  <a:pt x="212" y="103"/>
                </a:lnTo>
                <a:lnTo>
                  <a:pt x="211" y="103"/>
                </a:lnTo>
                <a:lnTo>
                  <a:pt x="211" y="102"/>
                </a:lnTo>
                <a:lnTo>
                  <a:pt x="212" y="102"/>
                </a:lnTo>
                <a:lnTo>
                  <a:pt x="212" y="101"/>
                </a:lnTo>
                <a:lnTo>
                  <a:pt x="212" y="100"/>
                </a:lnTo>
                <a:lnTo>
                  <a:pt x="211" y="99"/>
                </a:lnTo>
                <a:lnTo>
                  <a:pt x="210" y="98"/>
                </a:lnTo>
                <a:lnTo>
                  <a:pt x="209" y="98"/>
                </a:lnTo>
                <a:lnTo>
                  <a:pt x="209" y="97"/>
                </a:lnTo>
                <a:lnTo>
                  <a:pt x="209" y="96"/>
                </a:lnTo>
                <a:lnTo>
                  <a:pt x="208" y="96"/>
                </a:lnTo>
                <a:lnTo>
                  <a:pt x="208" y="95"/>
                </a:lnTo>
                <a:lnTo>
                  <a:pt x="207" y="95"/>
                </a:lnTo>
                <a:lnTo>
                  <a:pt x="205" y="94"/>
                </a:lnTo>
                <a:lnTo>
                  <a:pt x="204" y="94"/>
                </a:lnTo>
                <a:lnTo>
                  <a:pt x="204" y="93"/>
                </a:lnTo>
                <a:lnTo>
                  <a:pt x="204" y="92"/>
                </a:lnTo>
                <a:lnTo>
                  <a:pt x="204" y="91"/>
                </a:lnTo>
                <a:lnTo>
                  <a:pt x="204" y="90"/>
                </a:lnTo>
                <a:lnTo>
                  <a:pt x="204" y="89"/>
                </a:lnTo>
                <a:lnTo>
                  <a:pt x="205" y="89"/>
                </a:lnTo>
                <a:lnTo>
                  <a:pt x="207" y="89"/>
                </a:lnTo>
                <a:lnTo>
                  <a:pt x="207" y="88"/>
                </a:lnTo>
                <a:lnTo>
                  <a:pt x="205" y="87"/>
                </a:lnTo>
                <a:lnTo>
                  <a:pt x="205" y="86"/>
                </a:lnTo>
                <a:lnTo>
                  <a:pt x="204" y="85"/>
                </a:lnTo>
                <a:lnTo>
                  <a:pt x="205" y="84"/>
                </a:lnTo>
                <a:lnTo>
                  <a:pt x="207" y="84"/>
                </a:lnTo>
                <a:lnTo>
                  <a:pt x="207" y="83"/>
                </a:lnTo>
                <a:lnTo>
                  <a:pt x="207" y="81"/>
                </a:lnTo>
                <a:lnTo>
                  <a:pt x="208" y="81"/>
                </a:lnTo>
                <a:lnTo>
                  <a:pt x="209" y="80"/>
                </a:lnTo>
                <a:lnTo>
                  <a:pt x="209" y="81"/>
                </a:lnTo>
                <a:lnTo>
                  <a:pt x="210" y="81"/>
                </a:lnTo>
                <a:lnTo>
                  <a:pt x="210" y="80"/>
                </a:lnTo>
                <a:lnTo>
                  <a:pt x="211" y="80"/>
                </a:lnTo>
                <a:lnTo>
                  <a:pt x="212" y="80"/>
                </a:lnTo>
                <a:lnTo>
                  <a:pt x="213" y="80"/>
                </a:lnTo>
                <a:lnTo>
                  <a:pt x="213" y="79"/>
                </a:lnTo>
                <a:lnTo>
                  <a:pt x="214" y="79"/>
                </a:lnTo>
                <a:lnTo>
                  <a:pt x="214" y="78"/>
                </a:lnTo>
                <a:lnTo>
                  <a:pt x="214" y="76"/>
                </a:lnTo>
                <a:lnTo>
                  <a:pt x="215" y="75"/>
                </a:lnTo>
                <a:lnTo>
                  <a:pt x="216" y="73"/>
                </a:lnTo>
                <a:lnTo>
                  <a:pt x="217" y="73"/>
                </a:lnTo>
                <a:lnTo>
                  <a:pt x="218" y="73"/>
                </a:lnTo>
                <a:lnTo>
                  <a:pt x="220" y="71"/>
                </a:lnTo>
                <a:lnTo>
                  <a:pt x="221" y="70"/>
                </a:lnTo>
                <a:lnTo>
                  <a:pt x="222" y="69"/>
                </a:lnTo>
                <a:lnTo>
                  <a:pt x="224" y="68"/>
                </a:lnTo>
                <a:lnTo>
                  <a:pt x="224" y="69"/>
                </a:lnTo>
                <a:lnTo>
                  <a:pt x="225" y="69"/>
                </a:lnTo>
                <a:lnTo>
                  <a:pt x="226" y="68"/>
                </a:lnTo>
                <a:lnTo>
                  <a:pt x="226" y="67"/>
                </a:lnTo>
                <a:lnTo>
                  <a:pt x="226" y="66"/>
                </a:lnTo>
                <a:lnTo>
                  <a:pt x="226" y="64"/>
                </a:lnTo>
                <a:lnTo>
                  <a:pt x="226" y="63"/>
                </a:lnTo>
                <a:lnTo>
                  <a:pt x="226" y="62"/>
                </a:lnTo>
                <a:lnTo>
                  <a:pt x="227" y="60"/>
                </a:lnTo>
                <a:lnTo>
                  <a:pt x="226" y="60"/>
                </a:lnTo>
                <a:lnTo>
                  <a:pt x="224" y="59"/>
                </a:lnTo>
                <a:lnTo>
                  <a:pt x="223" y="58"/>
                </a:lnTo>
                <a:lnTo>
                  <a:pt x="222" y="58"/>
                </a:lnTo>
                <a:lnTo>
                  <a:pt x="222" y="57"/>
                </a:lnTo>
                <a:lnTo>
                  <a:pt x="222" y="56"/>
                </a:lnTo>
                <a:lnTo>
                  <a:pt x="222" y="54"/>
                </a:lnTo>
                <a:lnTo>
                  <a:pt x="222" y="53"/>
                </a:lnTo>
                <a:lnTo>
                  <a:pt x="223" y="53"/>
                </a:lnTo>
                <a:lnTo>
                  <a:pt x="224" y="51"/>
                </a:lnTo>
                <a:lnTo>
                  <a:pt x="225" y="50"/>
                </a:lnTo>
                <a:lnTo>
                  <a:pt x="225" y="49"/>
                </a:lnTo>
                <a:lnTo>
                  <a:pt x="224" y="49"/>
                </a:lnTo>
                <a:lnTo>
                  <a:pt x="224" y="48"/>
                </a:lnTo>
                <a:lnTo>
                  <a:pt x="225" y="48"/>
                </a:lnTo>
                <a:lnTo>
                  <a:pt x="225" y="46"/>
                </a:lnTo>
                <a:lnTo>
                  <a:pt x="225" y="45"/>
                </a:lnTo>
                <a:lnTo>
                  <a:pt x="226" y="43"/>
                </a:lnTo>
                <a:lnTo>
                  <a:pt x="226" y="40"/>
                </a:lnTo>
                <a:lnTo>
                  <a:pt x="227" y="39"/>
                </a:lnTo>
                <a:lnTo>
                  <a:pt x="227" y="38"/>
                </a:lnTo>
                <a:lnTo>
                  <a:pt x="227" y="36"/>
                </a:lnTo>
                <a:lnTo>
                  <a:pt x="228" y="36"/>
                </a:lnTo>
                <a:lnTo>
                  <a:pt x="228" y="34"/>
                </a:lnTo>
                <a:lnTo>
                  <a:pt x="229" y="33"/>
                </a:lnTo>
                <a:lnTo>
                  <a:pt x="231" y="34"/>
                </a:lnTo>
                <a:lnTo>
                  <a:pt x="231" y="33"/>
                </a:lnTo>
                <a:lnTo>
                  <a:pt x="232" y="33"/>
                </a:lnTo>
                <a:lnTo>
                  <a:pt x="233" y="34"/>
                </a:lnTo>
                <a:lnTo>
                  <a:pt x="234" y="35"/>
                </a:lnTo>
                <a:lnTo>
                  <a:pt x="234" y="36"/>
                </a:lnTo>
                <a:lnTo>
                  <a:pt x="235" y="36"/>
                </a:lnTo>
                <a:lnTo>
                  <a:pt x="236" y="36"/>
                </a:lnTo>
                <a:lnTo>
                  <a:pt x="237" y="36"/>
                </a:lnTo>
                <a:lnTo>
                  <a:pt x="238" y="36"/>
                </a:lnTo>
                <a:lnTo>
                  <a:pt x="238" y="37"/>
                </a:lnTo>
                <a:lnTo>
                  <a:pt x="238" y="36"/>
                </a:lnTo>
                <a:lnTo>
                  <a:pt x="239" y="36"/>
                </a:lnTo>
                <a:lnTo>
                  <a:pt x="238" y="36"/>
                </a:lnTo>
                <a:lnTo>
                  <a:pt x="239" y="36"/>
                </a:lnTo>
                <a:lnTo>
                  <a:pt x="239" y="35"/>
                </a:lnTo>
                <a:lnTo>
                  <a:pt x="240" y="35"/>
                </a:lnTo>
                <a:lnTo>
                  <a:pt x="241" y="35"/>
                </a:lnTo>
                <a:lnTo>
                  <a:pt x="242" y="34"/>
                </a:lnTo>
                <a:lnTo>
                  <a:pt x="243" y="33"/>
                </a:lnTo>
                <a:lnTo>
                  <a:pt x="244" y="33"/>
                </a:lnTo>
                <a:lnTo>
                  <a:pt x="245" y="35"/>
                </a:lnTo>
                <a:lnTo>
                  <a:pt x="246" y="35"/>
                </a:lnTo>
                <a:lnTo>
                  <a:pt x="246" y="36"/>
                </a:lnTo>
                <a:lnTo>
                  <a:pt x="246" y="37"/>
                </a:lnTo>
                <a:lnTo>
                  <a:pt x="246" y="38"/>
                </a:lnTo>
                <a:lnTo>
                  <a:pt x="247" y="38"/>
                </a:lnTo>
                <a:lnTo>
                  <a:pt x="248" y="38"/>
                </a:lnTo>
                <a:lnTo>
                  <a:pt x="249" y="38"/>
                </a:lnTo>
                <a:lnTo>
                  <a:pt x="249" y="37"/>
                </a:lnTo>
                <a:lnTo>
                  <a:pt x="250" y="36"/>
                </a:lnTo>
                <a:lnTo>
                  <a:pt x="250" y="35"/>
                </a:lnTo>
                <a:lnTo>
                  <a:pt x="250" y="34"/>
                </a:lnTo>
                <a:lnTo>
                  <a:pt x="251" y="33"/>
                </a:lnTo>
                <a:lnTo>
                  <a:pt x="251" y="34"/>
                </a:lnTo>
                <a:lnTo>
                  <a:pt x="252" y="34"/>
                </a:lnTo>
                <a:lnTo>
                  <a:pt x="252" y="35"/>
                </a:lnTo>
                <a:lnTo>
                  <a:pt x="252" y="36"/>
                </a:lnTo>
                <a:lnTo>
                  <a:pt x="252" y="37"/>
                </a:lnTo>
                <a:lnTo>
                  <a:pt x="253" y="37"/>
                </a:lnTo>
                <a:lnTo>
                  <a:pt x="254" y="37"/>
                </a:lnTo>
                <a:lnTo>
                  <a:pt x="256" y="38"/>
                </a:lnTo>
                <a:lnTo>
                  <a:pt x="256" y="39"/>
                </a:lnTo>
                <a:lnTo>
                  <a:pt x="257" y="39"/>
                </a:lnTo>
                <a:lnTo>
                  <a:pt x="258" y="39"/>
                </a:lnTo>
                <a:lnTo>
                  <a:pt x="260" y="39"/>
                </a:lnTo>
                <a:lnTo>
                  <a:pt x="261" y="39"/>
                </a:lnTo>
                <a:lnTo>
                  <a:pt x="261" y="40"/>
                </a:lnTo>
                <a:lnTo>
                  <a:pt x="262" y="40"/>
                </a:lnTo>
                <a:lnTo>
                  <a:pt x="265" y="40"/>
                </a:lnTo>
                <a:lnTo>
                  <a:pt x="267" y="39"/>
                </a:lnTo>
                <a:lnTo>
                  <a:pt x="268" y="38"/>
                </a:lnTo>
                <a:lnTo>
                  <a:pt x="269" y="38"/>
                </a:lnTo>
                <a:lnTo>
                  <a:pt x="270" y="39"/>
                </a:lnTo>
                <a:lnTo>
                  <a:pt x="271" y="39"/>
                </a:lnTo>
                <a:lnTo>
                  <a:pt x="272" y="41"/>
                </a:lnTo>
                <a:lnTo>
                  <a:pt x="273" y="42"/>
                </a:lnTo>
                <a:lnTo>
                  <a:pt x="274" y="43"/>
                </a:lnTo>
                <a:lnTo>
                  <a:pt x="273" y="43"/>
                </a:lnTo>
                <a:lnTo>
                  <a:pt x="273" y="44"/>
                </a:lnTo>
                <a:lnTo>
                  <a:pt x="274" y="44"/>
                </a:lnTo>
                <a:lnTo>
                  <a:pt x="275" y="44"/>
                </a:lnTo>
                <a:lnTo>
                  <a:pt x="275" y="45"/>
                </a:lnTo>
                <a:lnTo>
                  <a:pt x="276" y="48"/>
                </a:lnTo>
                <a:lnTo>
                  <a:pt x="275" y="50"/>
                </a:lnTo>
                <a:lnTo>
                  <a:pt x="276" y="52"/>
                </a:lnTo>
                <a:lnTo>
                  <a:pt x="277" y="52"/>
                </a:lnTo>
                <a:lnTo>
                  <a:pt x="278" y="53"/>
                </a:lnTo>
                <a:lnTo>
                  <a:pt x="278" y="54"/>
                </a:lnTo>
                <a:lnTo>
                  <a:pt x="278" y="55"/>
                </a:lnTo>
                <a:lnTo>
                  <a:pt x="278" y="57"/>
                </a:lnTo>
                <a:lnTo>
                  <a:pt x="279" y="57"/>
                </a:lnTo>
                <a:lnTo>
                  <a:pt x="281" y="58"/>
                </a:lnTo>
                <a:lnTo>
                  <a:pt x="282" y="59"/>
                </a:lnTo>
                <a:lnTo>
                  <a:pt x="282" y="60"/>
                </a:lnTo>
                <a:lnTo>
                  <a:pt x="282" y="61"/>
                </a:lnTo>
                <a:lnTo>
                  <a:pt x="282" y="62"/>
                </a:lnTo>
                <a:lnTo>
                  <a:pt x="281" y="63"/>
                </a:lnTo>
                <a:lnTo>
                  <a:pt x="282" y="63"/>
                </a:lnTo>
                <a:lnTo>
                  <a:pt x="282" y="64"/>
                </a:lnTo>
                <a:lnTo>
                  <a:pt x="283" y="64"/>
                </a:lnTo>
                <a:lnTo>
                  <a:pt x="285" y="63"/>
                </a:lnTo>
                <a:lnTo>
                  <a:pt x="286" y="63"/>
                </a:lnTo>
                <a:lnTo>
                  <a:pt x="287" y="63"/>
                </a:lnTo>
                <a:lnTo>
                  <a:pt x="289" y="63"/>
                </a:lnTo>
                <a:lnTo>
                  <a:pt x="290" y="63"/>
                </a:lnTo>
                <a:lnTo>
                  <a:pt x="290" y="62"/>
                </a:lnTo>
                <a:lnTo>
                  <a:pt x="291" y="62"/>
                </a:lnTo>
                <a:lnTo>
                  <a:pt x="293" y="61"/>
                </a:lnTo>
                <a:lnTo>
                  <a:pt x="295" y="61"/>
                </a:lnTo>
                <a:lnTo>
                  <a:pt x="296" y="61"/>
                </a:lnTo>
                <a:lnTo>
                  <a:pt x="297" y="61"/>
                </a:lnTo>
                <a:lnTo>
                  <a:pt x="297" y="60"/>
                </a:lnTo>
                <a:lnTo>
                  <a:pt x="297" y="61"/>
                </a:lnTo>
                <a:lnTo>
                  <a:pt x="298" y="61"/>
                </a:lnTo>
                <a:lnTo>
                  <a:pt x="299" y="61"/>
                </a:lnTo>
                <a:lnTo>
                  <a:pt x="300" y="61"/>
                </a:lnTo>
                <a:lnTo>
                  <a:pt x="300" y="60"/>
                </a:lnTo>
                <a:lnTo>
                  <a:pt x="301" y="60"/>
                </a:lnTo>
                <a:lnTo>
                  <a:pt x="301" y="59"/>
                </a:lnTo>
                <a:lnTo>
                  <a:pt x="300" y="59"/>
                </a:lnTo>
                <a:lnTo>
                  <a:pt x="301" y="59"/>
                </a:lnTo>
                <a:lnTo>
                  <a:pt x="301" y="58"/>
                </a:lnTo>
                <a:lnTo>
                  <a:pt x="301" y="59"/>
                </a:lnTo>
                <a:lnTo>
                  <a:pt x="302" y="58"/>
                </a:lnTo>
                <a:lnTo>
                  <a:pt x="301" y="57"/>
                </a:lnTo>
                <a:lnTo>
                  <a:pt x="302" y="57"/>
                </a:lnTo>
                <a:lnTo>
                  <a:pt x="302" y="56"/>
                </a:lnTo>
                <a:lnTo>
                  <a:pt x="302" y="55"/>
                </a:lnTo>
                <a:lnTo>
                  <a:pt x="302" y="54"/>
                </a:lnTo>
                <a:lnTo>
                  <a:pt x="301" y="54"/>
                </a:lnTo>
                <a:lnTo>
                  <a:pt x="300" y="52"/>
                </a:lnTo>
                <a:lnTo>
                  <a:pt x="300" y="51"/>
                </a:lnTo>
                <a:lnTo>
                  <a:pt x="300" y="50"/>
                </a:lnTo>
                <a:lnTo>
                  <a:pt x="299" y="50"/>
                </a:lnTo>
                <a:lnTo>
                  <a:pt x="299" y="49"/>
                </a:lnTo>
                <a:lnTo>
                  <a:pt x="300" y="48"/>
                </a:lnTo>
                <a:lnTo>
                  <a:pt x="301" y="48"/>
                </a:lnTo>
                <a:lnTo>
                  <a:pt x="301" y="47"/>
                </a:lnTo>
                <a:lnTo>
                  <a:pt x="301" y="46"/>
                </a:lnTo>
                <a:lnTo>
                  <a:pt x="301" y="45"/>
                </a:lnTo>
                <a:lnTo>
                  <a:pt x="302" y="44"/>
                </a:lnTo>
                <a:lnTo>
                  <a:pt x="303" y="44"/>
                </a:lnTo>
                <a:lnTo>
                  <a:pt x="302" y="44"/>
                </a:lnTo>
                <a:lnTo>
                  <a:pt x="300" y="41"/>
                </a:lnTo>
                <a:lnTo>
                  <a:pt x="299" y="40"/>
                </a:lnTo>
                <a:lnTo>
                  <a:pt x="298" y="39"/>
                </a:lnTo>
                <a:lnTo>
                  <a:pt x="298" y="38"/>
                </a:lnTo>
                <a:lnTo>
                  <a:pt x="299" y="36"/>
                </a:lnTo>
                <a:lnTo>
                  <a:pt x="300" y="34"/>
                </a:lnTo>
                <a:lnTo>
                  <a:pt x="302" y="33"/>
                </a:lnTo>
                <a:lnTo>
                  <a:pt x="303" y="33"/>
                </a:lnTo>
                <a:lnTo>
                  <a:pt x="304" y="33"/>
                </a:lnTo>
                <a:lnTo>
                  <a:pt x="304" y="32"/>
                </a:lnTo>
                <a:lnTo>
                  <a:pt x="304" y="31"/>
                </a:lnTo>
                <a:lnTo>
                  <a:pt x="303" y="31"/>
                </a:lnTo>
                <a:lnTo>
                  <a:pt x="302" y="31"/>
                </a:lnTo>
                <a:lnTo>
                  <a:pt x="302" y="30"/>
                </a:lnTo>
                <a:lnTo>
                  <a:pt x="302" y="29"/>
                </a:lnTo>
                <a:lnTo>
                  <a:pt x="301" y="29"/>
                </a:lnTo>
                <a:lnTo>
                  <a:pt x="301" y="28"/>
                </a:lnTo>
                <a:lnTo>
                  <a:pt x="301" y="27"/>
                </a:lnTo>
                <a:lnTo>
                  <a:pt x="299" y="27"/>
                </a:lnTo>
                <a:lnTo>
                  <a:pt x="298" y="27"/>
                </a:lnTo>
                <a:lnTo>
                  <a:pt x="297" y="27"/>
                </a:lnTo>
                <a:lnTo>
                  <a:pt x="296" y="27"/>
                </a:lnTo>
                <a:lnTo>
                  <a:pt x="295" y="27"/>
                </a:lnTo>
                <a:lnTo>
                  <a:pt x="295" y="28"/>
                </a:lnTo>
                <a:lnTo>
                  <a:pt x="294" y="28"/>
                </a:lnTo>
                <a:lnTo>
                  <a:pt x="294" y="27"/>
                </a:lnTo>
                <a:lnTo>
                  <a:pt x="293" y="28"/>
                </a:lnTo>
                <a:lnTo>
                  <a:pt x="292" y="28"/>
                </a:lnTo>
                <a:lnTo>
                  <a:pt x="291" y="27"/>
                </a:lnTo>
                <a:lnTo>
                  <a:pt x="290" y="27"/>
                </a:lnTo>
                <a:lnTo>
                  <a:pt x="289" y="27"/>
                </a:lnTo>
                <a:lnTo>
                  <a:pt x="289" y="26"/>
                </a:lnTo>
                <a:lnTo>
                  <a:pt x="289" y="24"/>
                </a:lnTo>
                <a:lnTo>
                  <a:pt x="288" y="23"/>
                </a:lnTo>
                <a:lnTo>
                  <a:pt x="288" y="21"/>
                </a:lnTo>
                <a:lnTo>
                  <a:pt x="288" y="20"/>
                </a:lnTo>
                <a:lnTo>
                  <a:pt x="288" y="19"/>
                </a:lnTo>
                <a:lnTo>
                  <a:pt x="288" y="18"/>
                </a:lnTo>
                <a:lnTo>
                  <a:pt x="289" y="19"/>
                </a:lnTo>
                <a:lnTo>
                  <a:pt x="290" y="19"/>
                </a:lnTo>
                <a:lnTo>
                  <a:pt x="291" y="18"/>
                </a:lnTo>
                <a:lnTo>
                  <a:pt x="292" y="18"/>
                </a:lnTo>
                <a:lnTo>
                  <a:pt x="292" y="20"/>
                </a:lnTo>
                <a:lnTo>
                  <a:pt x="292" y="21"/>
                </a:lnTo>
                <a:lnTo>
                  <a:pt x="293" y="22"/>
                </a:lnTo>
                <a:lnTo>
                  <a:pt x="294" y="22"/>
                </a:lnTo>
                <a:lnTo>
                  <a:pt x="295" y="22"/>
                </a:lnTo>
                <a:lnTo>
                  <a:pt x="295" y="21"/>
                </a:lnTo>
                <a:lnTo>
                  <a:pt x="295" y="20"/>
                </a:lnTo>
                <a:lnTo>
                  <a:pt x="295" y="19"/>
                </a:lnTo>
                <a:lnTo>
                  <a:pt x="296" y="18"/>
                </a:lnTo>
                <a:lnTo>
                  <a:pt x="297" y="18"/>
                </a:lnTo>
                <a:lnTo>
                  <a:pt x="298" y="18"/>
                </a:lnTo>
                <a:lnTo>
                  <a:pt x="298" y="17"/>
                </a:lnTo>
                <a:lnTo>
                  <a:pt x="299" y="17"/>
                </a:lnTo>
                <a:lnTo>
                  <a:pt x="300" y="16"/>
                </a:lnTo>
                <a:lnTo>
                  <a:pt x="300" y="17"/>
                </a:lnTo>
                <a:lnTo>
                  <a:pt x="301" y="17"/>
                </a:lnTo>
                <a:lnTo>
                  <a:pt x="303" y="17"/>
                </a:lnTo>
                <a:lnTo>
                  <a:pt x="304" y="16"/>
                </a:lnTo>
                <a:lnTo>
                  <a:pt x="304" y="15"/>
                </a:lnTo>
                <a:lnTo>
                  <a:pt x="305" y="15"/>
                </a:lnTo>
                <a:lnTo>
                  <a:pt x="306" y="14"/>
                </a:lnTo>
                <a:lnTo>
                  <a:pt x="307" y="13"/>
                </a:lnTo>
                <a:lnTo>
                  <a:pt x="308" y="14"/>
                </a:lnTo>
                <a:lnTo>
                  <a:pt x="308" y="13"/>
                </a:lnTo>
                <a:lnTo>
                  <a:pt x="308" y="12"/>
                </a:lnTo>
                <a:lnTo>
                  <a:pt x="309" y="12"/>
                </a:lnTo>
                <a:lnTo>
                  <a:pt x="309" y="10"/>
                </a:lnTo>
                <a:lnTo>
                  <a:pt x="310" y="10"/>
                </a:lnTo>
                <a:lnTo>
                  <a:pt x="311" y="9"/>
                </a:lnTo>
                <a:lnTo>
                  <a:pt x="312" y="10"/>
                </a:lnTo>
                <a:lnTo>
                  <a:pt x="313" y="10"/>
                </a:lnTo>
                <a:lnTo>
                  <a:pt x="313" y="9"/>
                </a:lnTo>
                <a:lnTo>
                  <a:pt x="312" y="8"/>
                </a:lnTo>
                <a:lnTo>
                  <a:pt x="312" y="7"/>
                </a:lnTo>
                <a:lnTo>
                  <a:pt x="312" y="6"/>
                </a:lnTo>
                <a:lnTo>
                  <a:pt x="313" y="5"/>
                </a:lnTo>
                <a:lnTo>
                  <a:pt x="314" y="5"/>
                </a:lnTo>
                <a:lnTo>
                  <a:pt x="315" y="5"/>
                </a:lnTo>
                <a:lnTo>
                  <a:pt x="315" y="4"/>
                </a:lnTo>
                <a:lnTo>
                  <a:pt x="314" y="4"/>
                </a:lnTo>
                <a:lnTo>
                  <a:pt x="314" y="3"/>
                </a:lnTo>
                <a:lnTo>
                  <a:pt x="315" y="2"/>
                </a:lnTo>
                <a:lnTo>
                  <a:pt x="316" y="2"/>
                </a:lnTo>
                <a:lnTo>
                  <a:pt x="316" y="3"/>
                </a:lnTo>
                <a:lnTo>
                  <a:pt x="316" y="4"/>
                </a:lnTo>
                <a:lnTo>
                  <a:pt x="317" y="4"/>
                </a:lnTo>
                <a:lnTo>
                  <a:pt x="317" y="5"/>
                </a:lnTo>
                <a:lnTo>
                  <a:pt x="318" y="4"/>
                </a:lnTo>
                <a:lnTo>
                  <a:pt x="319" y="4"/>
                </a:lnTo>
                <a:lnTo>
                  <a:pt x="319" y="3"/>
                </a:lnTo>
                <a:lnTo>
                  <a:pt x="320" y="3"/>
                </a:lnTo>
                <a:lnTo>
                  <a:pt x="320" y="2"/>
                </a:lnTo>
                <a:lnTo>
                  <a:pt x="320" y="1"/>
                </a:lnTo>
                <a:lnTo>
                  <a:pt x="322" y="0"/>
                </a:lnTo>
                <a:lnTo>
                  <a:pt x="323" y="0"/>
                </a:lnTo>
                <a:lnTo>
                  <a:pt x="324" y="1"/>
                </a:lnTo>
                <a:lnTo>
                  <a:pt x="324" y="2"/>
                </a:lnTo>
                <a:lnTo>
                  <a:pt x="325" y="2"/>
                </a:lnTo>
                <a:lnTo>
                  <a:pt x="325" y="1"/>
                </a:lnTo>
                <a:lnTo>
                  <a:pt x="326" y="1"/>
                </a:lnTo>
                <a:lnTo>
                  <a:pt x="326" y="2"/>
                </a:lnTo>
                <a:lnTo>
                  <a:pt x="327" y="2"/>
                </a:lnTo>
                <a:lnTo>
                  <a:pt x="327" y="1"/>
                </a:lnTo>
                <a:lnTo>
                  <a:pt x="327" y="0"/>
                </a:lnTo>
                <a:lnTo>
                  <a:pt x="328" y="0"/>
                </a:lnTo>
                <a:lnTo>
                  <a:pt x="329" y="0"/>
                </a:lnTo>
                <a:lnTo>
                  <a:pt x="328" y="0"/>
                </a:lnTo>
                <a:lnTo>
                  <a:pt x="328" y="1"/>
                </a:lnTo>
                <a:lnTo>
                  <a:pt x="329" y="2"/>
                </a:lnTo>
                <a:lnTo>
                  <a:pt x="329" y="4"/>
                </a:lnTo>
                <a:lnTo>
                  <a:pt x="329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79" name=""/>
          <p:cNvSpPr/>
          <p:nvPr/>
        </p:nvSpPr>
        <p:spPr>
          <a:xfrm>
            <a:off x="6769080" y="218664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0" y="5"/>
                </a:move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1" y="3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80" name=""/>
          <p:cNvSpPr/>
          <p:nvPr/>
        </p:nvSpPr>
        <p:spPr>
          <a:xfrm>
            <a:off x="6769800" y="218556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4" y="0"/>
                </a:moveTo>
                <a:lnTo>
                  <a:pt x="4" y="1"/>
                </a:lnTo>
                <a:lnTo>
                  <a:pt x="6" y="1"/>
                </a:lnTo>
                <a:lnTo>
                  <a:pt x="6" y="0"/>
                </a:lnTo>
                <a:lnTo>
                  <a:pt x="6" y="1"/>
                </a:lnTo>
                <a:lnTo>
                  <a:pt x="4" y="1"/>
                </a:lnTo>
                <a:lnTo>
                  <a:pt x="4" y="2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81" name=""/>
          <p:cNvSpPr/>
          <p:nvPr/>
        </p:nvSpPr>
        <p:spPr>
          <a:xfrm>
            <a:off x="6759720" y="21837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1"/>
                </a:moveTo>
                <a:lnTo>
                  <a:pt x="4" y="1"/>
                </a:lnTo>
                <a:lnTo>
                  <a:pt x="4" y="3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82" name=""/>
          <p:cNvSpPr/>
          <p:nvPr/>
        </p:nvSpPr>
        <p:spPr>
          <a:xfrm>
            <a:off x="6758280" y="2183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4" y="3"/>
                </a:lnTo>
                <a:lnTo>
                  <a:pt x="3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83" name=""/>
          <p:cNvSpPr/>
          <p:nvPr/>
        </p:nvSpPr>
        <p:spPr>
          <a:xfrm>
            <a:off x="6773040" y="218340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84" name=""/>
          <p:cNvSpPr/>
          <p:nvPr/>
        </p:nvSpPr>
        <p:spPr>
          <a:xfrm>
            <a:off x="6760440" y="21823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1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1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85" name=""/>
          <p:cNvSpPr/>
          <p:nvPr/>
        </p:nvSpPr>
        <p:spPr>
          <a:xfrm>
            <a:off x="6762960" y="21819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86" name=""/>
          <p:cNvSpPr/>
          <p:nvPr/>
        </p:nvSpPr>
        <p:spPr>
          <a:xfrm>
            <a:off x="6762600" y="2181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87" name=""/>
          <p:cNvSpPr/>
          <p:nvPr/>
        </p:nvSpPr>
        <p:spPr>
          <a:xfrm>
            <a:off x="6759000" y="21808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3" y="2"/>
                </a:moveTo>
                <a:lnTo>
                  <a:pt x="3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3" y="5"/>
                </a:lnTo>
                <a:lnTo>
                  <a:pt x="2" y="5"/>
                </a:lnTo>
                <a:lnTo>
                  <a:pt x="2" y="3"/>
                </a:lnTo>
                <a:lnTo>
                  <a:pt x="2" y="5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88" name=""/>
          <p:cNvSpPr/>
          <p:nvPr/>
        </p:nvSpPr>
        <p:spPr>
          <a:xfrm>
            <a:off x="6769080" y="2180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89" name=""/>
          <p:cNvSpPr/>
          <p:nvPr/>
        </p:nvSpPr>
        <p:spPr>
          <a:xfrm>
            <a:off x="6765840" y="2180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90" name=""/>
          <p:cNvSpPr/>
          <p:nvPr/>
        </p:nvSpPr>
        <p:spPr>
          <a:xfrm>
            <a:off x="6769440" y="2180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91" name=""/>
          <p:cNvSpPr/>
          <p:nvPr/>
        </p:nvSpPr>
        <p:spPr>
          <a:xfrm>
            <a:off x="6766200" y="21801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0" y="0"/>
                </a:ln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92" name=""/>
          <p:cNvSpPr/>
          <p:nvPr/>
        </p:nvSpPr>
        <p:spPr>
          <a:xfrm>
            <a:off x="6759000" y="21805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93" name=""/>
          <p:cNvSpPr/>
          <p:nvPr/>
        </p:nvSpPr>
        <p:spPr>
          <a:xfrm>
            <a:off x="6768720" y="21801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94" name=""/>
          <p:cNvSpPr/>
          <p:nvPr/>
        </p:nvSpPr>
        <p:spPr>
          <a:xfrm>
            <a:off x="6768000" y="2179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95" name=""/>
          <p:cNvSpPr/>
          <p:nvPr/>
        </p:nvSpPr>
        <p:spPr>
          <a:xfrm>
            <a:off x="6759000" y="2178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96" name=""/>
          <p:cNvSpPr/>
          <p:nvPr/>
        </p:nvSpPr>
        <p:spPr>
          <a:xfrm>
            <a:off x="6769800" y="217800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3" y="3"/>
                </a:moveTo>
                <a:lnTo>
                  <a:pt x="3" y="5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2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97" name=""/>
          <p:cNvSpPr/>
          <p:nvPr/>
        </p:nvSpPr>
        <p:spPr>
          <a:xfrm>
            <a:off x="6765120" y="21776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98" name=""/>
          <p:cNvSpPr/>
          <p:nvPr/>
        </p:nvSpPr>
        <p:spPr>
          <a:xfrm>
            <a:off x="6762960" y="21765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0" y="4"/>
                </a:ln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3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99" name=""/>
          <p:cNvSpPr/>
          <p:nvPr/>
        </p:nvSpPr>
        <p:spPr>
          <a:xfrm>
            <a:off x="6759360" y="2176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00" name=""/>
          <p:cNvSpPr/>
          <p:nvPr/>
        </p:nvSpPr>
        <p:spPr>
          <a:xfrm>
            <a:off x="6762240" y="21758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01" name=""/>
          <p:cNvSpPr/>
          <p:nvPr/>
        </p:nvSpPr>
        <p:spPr>
          <a:xfrm>
            <a:off x="6761880" y="21664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4" y="2"/>
                </a:moveTo>
                <a:lnTo>
                  <a:pt x="4" y="3"/>
                </a:lnTo>
                <a:lnTo>
                  <a:pt x="4" y="5"/>
                </a:lnTo>
                <a:lnTo>
                  <a:pt x="3" y="5"/>
                </a:lnTo>
                <a:lnTo>
                  <a:pt x="3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02" name=""/>
          <p:cNvSpPr/>
          <p:nvPr/>
        </p:nvSpPr>
        <p:spPr>
          <a:xfrm>
            <a:off x="6763680" y="2163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03" name=""/>
          <p:cNvSpPr/>
          <p:nvPr/>
        </p:nvSpPr>
        <p:spPr>
          <a:xfrm>
            <a:off x="6763680" y="21632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04" name=""/>
          <p:cNvSpPr/>
          <p:nvPr/>
        </p:nvSpPr>
        <p:spPr>
          <a:xfrm>
            <a:off x="6772680" y="218196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5" y="3"/>
                </a:moveTo>
                <a:lnTo>
                  <a:pt x="4" y="3"/>
                </a:lnTo>
                <a:lnTo>
                  <a:pt x="4" y="4"/>
                </a:lnTo>
                <a:lnTo>
                  <a:pt x="4" y="3"/>
                </a:lnTo>
                <a:lnTo>
                  <a:pt x="3" y="3"/>
                </a:lnTo>
                <a:lnTo>
                  <a:pt x="0" y="3"/>
                </a:lnTo>
                <a:lnTo>
                  <a:pt x="2" y="3"/>
                </a:lnTo>
                <a:lnTo>
                  <a:pt x="3" y="3"/>
                </a:lnTo>
                <a:lnTo>
                  <a:pt x="4" y="3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7" y="1"/>
                </a:lnTo>
                <a:lnTo>
                  <a:pt x="5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05" name=""/>
          <p:cNvSpPr/>
          <p:nvPr/>
        </p:nvSpPr>
        <p:spPr>
          <a:xfrm>
            <a:off x="6774840" y="218160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2"/>
                </a:move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06" name=""/>
          <p:cNvSpPr/>
          <p:nvPr/>
        </p:nvSpPr>
        <p:spPr>
          <a:xfrm>
            <a:off x="6775920" y="2179800"/>
            <a:ext cx="3600" cy="2160"/>
          </a:xfrm>
          <a:custGeom>
            <a:avLst/>
            <a:gdLst/>
            <a:ahLst/>
            <a:rect l="0" t="0" r="r" b="b"/>
            <a:pathLst>
              <a:path w="10" h="6">
                <a:moveTo>
                  <a:pt x="10" y="0"/>
                </a:moveTo>
                <a:lnTo>
                  <a:pt x="10" y="1"/>
                </a:lnTo>
                <a:lnTo>
                  <a:pt x="9" y="1"/>
                </a:lnTo>
                <a:lnTo>
                  <a:pt x="9" y="2"/>
                </a:lnTo>
                <a:lnTo>
                  <a:pt x="8" y="4"/>
                </a:lnTo>
                <a:lnTo>
                  <a:pt x="7" y="4"/>
                </a:lnTo>
                <a:lnTo>
                  <a:pt x="6" y="4"/>
                </a:lnTo>
                <a:lnTo>
                  <a:pt x="5" y="5"/>
                </a:lnTo>
                <a:lnTo>
                  <a:pt x="4" y="5"/>
                </a:lnTo>
                <a:lnTo>
                  <a:pt x="3" y="5"/>
                </a:lnTo>
                <a:lnTo>
                  <a:pt x="1" y="5"/>
                </a:lnTo>
                <a:lnTo>
                  <a:pt x="1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3" y="4"/>
                </a:lnTo>
                <a:lnTo>
                  <a:pt x="4" y="4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5" y="2"/>
                </a:lnTo>
                <a:lnTo>
                  <a:pt x="6" y="2"/>
                </a:lnTo>
                <a:lnTo>
                  <a:pt x="6" y="1"/>
                </a:lnTo>
                <a:lnTo>
                  <a:pt x="9" y="1"/>
                </a:lnTo>
                <a:lnTo>
                  <a:pt x="9" y="0"/>
                </a:lnTo>
                <a:lnTo>
                  <a:pt x="1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07" name=""/>
          <p:cNvSpPr/>
          <p:nvPr/>
        </p:nvSpPr>
        <p:spPr>
          <a:xfrm>
            <a:off x="6789600" y="21657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0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08" name=""/>
          <p:cNvSpPr/>
          <p:nvPr/>
        </p:nvSpPr>
        <p:spPr>
          <a:xfrm>
            <a:off x="6788880" y="21646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1"/>
                </a:move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09" name=""/>
          <p:cNvSpPr/>
          <p:nvPr/>
        </p:nvSpPr>
        <p:spPr>
          <a:xfrm>
            <a:off x="6796080" y="21632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10" name=""/>
          <p:cNvSpPr/>
          <p:nvPr/>
        </p:nvSpPr>
        <p:spPr>
          <a:xfrm>
            <a:off x="6789600" y="21603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1"/>
                </a:moveTo>
                <a:lnTo>
                  <a:pt x="2" y="1"/>
                </a:lnTo>
                <a:lnTo>
                  <a:pt x="2" y="3"/>
                </a:ln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11" name=""/>
          <p:cNvSpPr/>
          <p:nvPr/>
        </p:nvSpPr>
        <p:spPr>
          <a:xfrm>
            <a:off x="6792120" y="2160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12" name=""/>
          <p:cNvSpPr/>
          <p:nvPr/>
        </p:nvSpPr>
        <p:spPr>
          <a:xfrm>
            <a:off x="6819840" y="21582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13" name=""/>
          <p:cNvSpPr/>
          <p:nvPr/>
        </p:nvSpPr>
        <p:spPr>
          <a:xfrm>
            <a:off x="6789960" y="21578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14" name=""/>
          <p:cNvSpPr/>
          <p:nvPr/>
        </p:nvSpPr>
        <p:spPr>
          <a:xfrm>
            <a:off x="6788520" y="21574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15" name=""/>
          <p:cNvSpPr/>
          <p:nvPr/>
        </p:nvSpPr>
        <p:spPr>
          <a:xfrm>
            <a:off x="6789960" y="215712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16" name=""/>
          <p:cNvSpPr/>
          <p:nvPr/>
        </p:nvSpPr>
        <p:spPr>
          <a:xfrm>
            <a:off x="6787800" y="2155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17" name=""/>
          <p:cNvSpPr/>
          <p:nvPr/>
        </p:nvSpPr>
        <p:spPr>
          <a:xfrm>
            <a:off x="6798960" y="215532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3" y="0"/>
                </a:moveTo>
                <a:lnTo>
                  <a:pt x="3" y="3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18" name=""/>
          <p:cNvSpPr/>
          <p:nvPr/>
        </p:nvSpPr>
        <p:spPr>
          <a:xfrm>
            <a:off x="6807240" y="21549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19" name=""/>
          <p:cNvSpPr/>
          <p:nvPr/>
        </p:nvSpPr>
        <p:spPr>
          <a:xfrm>
            <a:off x="6804720" y="21531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20" name=""/>
          <p:cNvSpPr/>
          <p:nvPr/>
        </p:nvSpPr>
        <p:spPr>
          <a:xfrm>
            <a:off x="6811200" y="21488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21" name=""/>
          <p:cNvSpPr/>
          <p:nvPr/>
        </p:nvSpPr>
        <p:spPr>
          <a:xfrm>
            <a:off x="6875280" y="2135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22" name=""/>
          <p:cNvSpPr/>
          <p:nvPr/>
        </p:nvSpPr>
        <p:spPr>
          <a:xfrm>
            <a:off x="6876000" y="21351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23" name=""/>
          <p:cNvSpPr/>
          <p:nvPr/>
        </p:nvSpPr>
        <p:spPr>
          <a:xfrm>
            <a:off x="6864480" y="2127600"/>
            <a:ext cx="6840" cy="3600"/>
          </a:xfrm>
          <a:custGeom>
            <a:avLst/>
            <a:gdLst/>
            <a:ahLst/>
            <a:rect l="0" t="0" r="r" b="b"/>
            <a:pathLst>
              <a:path w="19" h="10">
                <a:moveTo>
                  <a:pt x="17" y="1"/>
                </a:moveTo>
                <a:lnTo>
                  <a:pt x="17" y="2"/>
                </a:lnTo>
                <a:lnTo>
                  <a:pt x="17" y="3"/>
                </a:lnTo>
                <a:lnTo>
                  <a:pt x="18" y="3"/>
                </a:lnTo>
                <a:lnTo>
                  <a:pt x="18" y="2"/>
                </a:lnTo>
                <a:lnTo>
                  <a:pt x="19" y="3"/>
                </a:lnTo>
                <a:lnTo>
                  <a:pt x="19" y="4"/>
                </a:lnTo>
                <a:lnTo>
                  <a:pt x="18" y="4"/>
                </a:lnTo>
                <a:lnTo>
                  <a:pt x="18" y="5"/>
                </a:lnTo>
                <a:lnTo>
                  <a:pt x="18" y="6"/>
                </a:lnTo>
                <a:lnTo>
                  <a:pt x="19" y="7"/>
                </a:lnTo>
                <a:lnTo>
                  <a:pt x="18" y="7"/>
                </a:lnTo>
                <a:lnTo>
                  <a:pt x="18" y="9"/>
                </a:lnTo>
                <a:lnTo>
                  <a:pt x="18" y="10"/>
                </a:lnTo>
                <a:lnTo>
                  <a:pt x="18" y="9"/>
                </a:lnTo>
                <a:lnTo>
                  <a:pt x="17" y="9"/>
                </a:lnTo>
                <a:lnTo>
                  <a:pt x="17" y="10"/>
                </a:lnTo>
                <a:lnTo>
                  <a:pt x="16" y="9"/>
                </a:lnTo>
                <a:lnTo>
                  <a:pt x="15" y="9"/>
                </a:lnTo>
                <a:lnTo>
                  <a:pt x="15" y="10"/>
                </a:lnTo>
                <a:lnTo>
                  <a:pt x="15" y="9"/>
                </a:lnTo>
                <a:lnTo>
                  <a:pt x="14" y="7"/>
                </a:lnTo>
                <a:lnTo>
                  <a:pt x="13" y="7"/>
                </a:lnTo>
                <a:lnTo>
                  <a:pt x="12" y="7"/>
                </a:lnTo>
                <a:lnTo>
                  <a:pt x="12" y="9"/>
                </a:lnTo>
                <a:lnTo>
                  <a:pt x="11" y="9"/>
                </a:lnTo>
                <a:lnTo>
                  <a:pt x="10" y="9"/>
                </a:lnTo>
                <a:lnTo>
                  <a:pt x="9" y="9"/>
                </a:lnTo>
                <a:lnTo>
                  <a:pt x="9" y="7"/>
                </a:lnTo>
                <a:lnTo>
                  <a:pt x="8" y="7"/>
                </a:lnTo>
                <a:lnTo>
                  <a:pt x="6" y="7"/>
                </a:lnTo>
                <a:lnTo>
                  <a:pt x="4" y="7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lnTo>
                  <a:pt x="6" y="2"/>
                </a:lnTo>
                <a:lnTo>
                  <a:pt x="6" y="3"/>
                </a:lnTo>
                <a:lnTo>
                  <a:pt x="6" y="4"/>
                </a:lnTo>
                <a:lnTo>
                  <a:pt x="7" y="4"/>
                </a:lnTo>
                <a:lnTo>
                  <a:pt x="7" y="5"/>
                </a:lnTo>
                <a:lnTo>
                  <a:pt x="8" y="5"/>
                </a:lnTo>
                <a:lnTo>
                  <a:pt x="8" y="4"/>
                </a:lnTo>
                <a:lnTo>
                  <a:pt x="9" y="4"/>
                </a:lnTo>
                <a:lnTo>
                  <a:pt x="9" y="3"/>
                </a:lnTo>
                <a:lnTo>
                  <a:pt x="10" y="3"/>
                </a:lnTo>
                <a:lnTo>
                  <a:pt x="10" y="2"/>
                </a:lnTo>
                <a:lnTo>
                  <a:pt x="10" y="1"/>
                </a:lnTo>
                <a:lnTo>
                  <a:pt x="12" y="1"/>
                </a:lnTo>
                <a:lnTo>
                  <a:pt x="13" y="1"/>
                </a:lnTo>
                <a:lnTo>
                  <a:pt x="13" y="2"/>
                </a:lnTo>
                <a:lnTo>
                  <a:pt x="14" y="2"/>
                </a:lnTo>
                <a:lnTo>
                  <a:pt x="15" y="2"/>
                </a:lnTo>
                <a:lnTo>
                  <a:pt x="15" y="1"/>
                </a:lnTo>
                <a:lnTo>
                  <a:pt x="16" y="0"/>
                </a:lnTo>
                <a:lnTo>
                  <a:pt x="17" y="0"/>
                </a:lnTo>
                <a:lnTo>
                  <a:pt x="17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24" name=""/>
          <p:cNvSpPr/>
          <p:nvPr/>
        </p:nvSpPr>
        <p:spPr>
          <a:xfrm>
            <a:off x="6869520" y="21276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25" name=""/>
          <p:cNvSpPr/>
          <p:nvPr/>
        </p:nvSpPr>
        <p:spPr>
          <a:xfrm>
            <a:off x="6868080" y="21243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26" name=""/>
          <p:cNvSpPr/>
          <p:nvPr/>
        </p:nvSpPr>
        <p:spPr>
          <a:xfrm>
            <a:off x="6867000" y="21240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27" name=""/>
          <p:cNvSpPr/>
          <p:nvPr/>
        </p:nvSpPr>
        <p:spPr>
          <a:xfrm>
            <a:off x="6584760" y="2193840"/>
            <a:ext cx="2520" cy="5040"/>
          </a:xfrm>
          <a:custGeom>
            <a:avLst/>
            <a:gdLst/>
            <a:ahLst/>
            <a:rect l="0" t="0" r="r" b="b"/>
            <a:pathLst>
              <a:path w="7" h="14">
                <a:moveTo>
                  <a:pt x="6" y="4"/>
                </a:moveTo>
                <a:lnTo>
                  <a:pt x="5" y="5"/>
                </a:lnTo>
                <a:lnTo>
                  <a:pt x="5" y="6"/>
                </a:lnTo>
                <a:lnTo>
                  <a:pt x="5" y="7"/>
                </a:lnTo>
                <a:lnTo>
                  <a:pt x="5" y="9"/>
                </a:lnTo>
                <a:lnTo>
                  <a:pt x="5" y="10"/>
                </a:lnTo>
                <a:lnTo>
                  <a:pt x="4" y="10"/>
                </a:lnTo>
                <a:lnTo>
                  <a:pt x="4" y="11"/>
                </a:lnTo>
                <a:lnTo>
                  <a:pt x="3" y="11"/>
                </a:lnTo>
                <a:lnTo>
                  <a:pt x="3" y="12"/>
                </a:lnTo>
                <a:lnTo>
                  <a:pt x="4" y="12"/>
                </a:lnTo>
                <a:lnTo>
                  <a:pt x="4" y="13"/>
                </a:lnTo>
                <a:lnTo>
                  <a:pt x="4" y="14"/>
                </a:lnTo>
                <a:lnTo>
                  <a:pt x="3" y="14"/>
                </a:lnTo>
                <a:lnTo>
                  <a:pt x="3" y="13"/>
                </a:lnTo>
                <a:lnTo>
                  <a:pt x="1" y="13"/>
                </a:lnTo>
                <a:lnTo>
                  <a:pt x="1" y="11"/>
                </a:lnTo>
                <a:lnTo>
                  <a:pt x="0" y="9"/>
                </a:lnTo>
                <a:lnTo>
                  <a:pt x="1" y="9"/>
                </a:lnTo>
                <a:lnTo>
                  <a:pt x="1" y="7"/>
                </a:ln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4" y="3"/>
                </a:lnTo>
                <a:lnTo>
                  <a:pt x="4" y="2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lnTo>
                  <a:pt x="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28" name=""/>
          <p:cNvSpPr/>
          <p:nvPr/>
        </p:nvSpPr>
        <p:spPr>
          <a:xfrm>
            <a:off x="6585480" y="21942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29" name=""/>
          <p:cNvSpPr/>
          <p:nvPr/>
        </p:nvSpPr>
        <p:spPr>
          <a:xfrm>
            <a:off x="6585120" y="21927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30" name=""/>
          <p:cNvSpPr/>
          <p:nvPr/>
        </p:nvSpPr>
        <p:spPr>
          <a:xfrm>
            <a:off x="6593040" y="21916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4" y="2"/>
                </a:moveTo>
                <a:lnTo>
                  <a:pt x="2" y="3"/>
                </a:lnTo>
                <a:lnTo>
                  <a:pt x="2" y="5"/>
                </a:lnTo>
                <a:lnTo>
                  <a:pt x="2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31" name=""/>
          <p:cNvSpPr/>
          <p:nvPr/>
        </p:nvSpPr>
        <p:spPr>
          <a:xfrm>
            <a:off x="6592680" y="2191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32" name=""/>
          <p:cNvSpPr/>
          <p:nvPr/>
        </p:nvSpPr>
        <p:spPr>
          <a:xfrm>
            <a:off x="6592680" y="219060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1" y="3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33" name=""/>
          <p:cNvSpPr/>
          <p:nvPr/>
        </p:nvSpPr>
        <p:spPr>
          <a:xfrm>
            <a:off x="6592680" y="2190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34" name=""/>
          <p:cNvSpPr/>
          <p:nvPr/>
        </p:nvSpPr>
        <p:spPr>
          <a:xfrm>
            <a:off x="6459120" y="2020680"/>
            <a:ext cx="247320" cy="183960"/>
          </a:xfrm>
          <a:custGeom>
            <a:avLst/>
            <a:gdLst/>
            <a:ahLst/>
            <a:rect l="0" t="0" r="r" b="b"/>
            <a:pathLst>
              <a:path w="687" h="511">
                <a:moveTo>
                  <a:pt x="592" y="5"/>
                </a:moveTo>
                <a:lnTo>
                  <a:pt x="593" y="5"/>
                </a:lnTo>
                <a:lnTo>
                  <a:pt x="594" y="5"/>
                </a:lnTo>
                <a:lnTo>
                  <a:pt x="595" y="5"/>
                </a:lnTo>
                <a:lnTo>
                  <a:pt x="595" y="6"/>
                </a:lnTo>
                <a:lnTo>
                  <a:pt x="596" y="7"/>
                </a:lnTo>
                <a:lnTo>
                  <a:pt x="596" y="6"/>
                </a:lnTo>
                <a:lnTo>
                  <a:pt x="597" y="6"/>
                </a:lnTo>
                <a:lnTo>
                  <a:pt x="598" y="7"/>
                </a:lnTo>
                <a:lnTo>
                  <a:pt x="599" y="8"/>
                </a:lnTo>
                <a:lnTo>
                  <a:pt x="600" y="8"/>
                </a:lnTo>
                <a:lnTo>
                  <a:pt x="601" y="8"/>
                </a:lnTo>
                <a:lnTo>
                  <a:pt x="602" y="8"/>
                </a:lnTo>
                <a:lnTo>
                  <a:pt x="604" y="8"/>
                </a:lnTo>
                <a:lnTo>
                  <a:pt x="606" y="8"/>
                </a:lnTo>
                <a:lnTo>
                  <a:pt x="606" y="7"/>
                </a:lnTo>
                <a:lnTo>
                  <a:pt x="607" y="8"/>
                </a:lnTo>
                <a:lnTo>
                  <a:pt x="608" y="8"/>
                </a:lnTo>
                <a:lnTo>
                  <a:pt x="609" y="8"/>
                </a:lnTo>
                <a:lnTo>
                  <a:pt x="609" y="9"/>
                </a:lnTo>
                <a:lnTo>
                  <a:pt x="609" y="10"/>
                </a:lnTo>
                <a:lnTo>
                  <a:pt x="609" y="11"/>
                </a:lnTo>
                <a:lnTo>
                  <a:pt x="610" y="12"/>
                </a:lnTo>
                <a:lnTo>
                  <a:pt x="611" y="12"/>
                </a:lnTo>
                <a:lnTo>
                  <a:pt x="612" y="12"/>
                </a:lnTo>
                <a:lnTo>
                  <a:pt x="613" y="12"/>
                </a:lnTo>
                <a:lnTo>
                  <a:pt x="614" y="12"/>
                </a:lnTo>
                <a:lnTo>
                  <a:pt x="615" y="11"/>
                </a:lnTo>
                <a:lnTo>
                  <a:pt x="616" y="12"/>
                </a:lnTo>
                <a:lnTo>
                  <a:pt x="617" y="12"/>
                </a:lnTo>
                <a:lnTo>
                  <a:pt x="617" y="13"/>
                </a:lnTo>
                <a:lnTo>
                  <a:pt x="617" y="15"/>
                </a:lnTo>
                <a:lnTo>
                  <a:pt x="617" y="16"/>
                </a:lnTo>
                <a:lnTo>
                  <a:pt x="617" y="17"/>
                </a:lnTo>
                <a:lnTo>
                  <a:pt x="616" y="17"/>
                </a:lnTo>
                <a:lnTo>
                  <a:pt x="615" y="18"/>
                </a:lnTo>
                <a:lnTo>
                  <a:pt x="615" y="20"/>
                </a:lnTo>
                <a:lnTo>
                  <a:pt x="616" y="20"/>
                </a:lnTo>
                <a:lnTo>
                  <a:pt x="616" y="21"/>
                </a:lnTo>
                <a:lnTo>
                  <a:pt x="616" y="22"/>
                </a:lnTo>
                <a:lnTo>
                  <a:pt x="615" y="22"/>
                </a:lnTo>
                <a:lnTo>
                  <a:pt x="615" y="23"/>
                </a:lnTo>
                <a:lnTo>
                  <a:pt x="614" y="23"/>
                </a:lnTo>
                <a:lnTo>
                  <a:pt x="614" y="24"/>
                </a:lnTo>
                <a:lnTo>
                  <a:pt x="614" y="25"/>
                </a:lnTo>
                <a:lnTo>
                  <a:pt x="615" y="26"/>
                </a:lnTo>
                <a:lnTo>
                  <a:pt x="615" y="27"/>
                </a:lnTo>
                <a:lnTo>
                  <a:pt x="614" y="28"/>
                </a:lnTo>
                <a:lnTo>
                  <a:pt x="614" y="29"/>
                </a:lnTo>
                <a:lnTo>
                  <a:pt x="613" y="31"/>
                </a:lnTo>
                <a:lnTo>
                  <a:pt x="614" y="32"/>
                </a:lnTo>
                <a:lnTo>
                  <a:pt x="614" y="33"/>
                </a:lnTo>
                <a:lnTo>
                  <a:pt x="615" y="33"/>
                </a:lnTo>
                <a:lnTo>
                  <a:pt x="615" y="34"/>
                </a:lnTo>
                <a:lnTo>
                  <a:pt x="615" y="35"/>
                </a:lnTo>
                <a:lnTo>
                  <a:pt x="614" y="35"/>
                </a:lnTo>
                <a:lnTo>
                  <a:pt x="614" y="34"/>
                </a:lnTo>
                <a:lnTo>
                  <a:pt x="612" y="34"/>
                </a:lnTo>
                <a:lnTo>
                  <a:pt x="611" y="36"/>
                </a:lnTo>
                <a:lnTo>
                  <a:pt x="611" y="37"/>
                </a:lnTo>
                <a:lnTo>
                  <a:pt x="610" y="38"/>
                </a:lnTo>
                <a:lnTo>
                  <a:pt x="610" y="39"/>
                </a:lnTo>
                <a:lnTo>
                  <a:pt x="609" y="41"/>
                </a:lnTo>
                <a:lnTo>
                  <a:pt x="609" y="42"/>
                </a:lnTo>
                <a:lnTo>
                  <a:pt x="608" y="43"/>
                </a:lnTo>
                <a:lnTo>
                  <a:pt x="609" y="44"/>
                </a:lnTo>
                <a:lnTo>
                  <a:pt x="610" y="44"/>
                </a:lnTo>
                <a:lnTo>
                  <a:pt x="609" y="45"/>
                </a:lnTo>
                <a:lnTo>
                  <a:pt x="610" y="45"/>
                </a:lnTo>
                <a:lnTo>
                  <a:pt x="610" y="46"/>
                </a:lnTo>
                <a:lnTo>
                  <a:pt x="611" y="46"/>
                </a:lnTo>
                <a:lnTo>
                  <a:pt x="611" y="47"/>
                </a:lnTo>
                <a:lnTo>
                  <a:pt x="611" y="48"/>
                </a:lnTo>
                <a:lnTo>
                  <a:pt x="611" y="49"/>
                </a:lnTo>
                <a:lnTo>
                  <a:pt x="612" y="50"/>
                </a:lnTo>
                <a:lnTo>
                  <a:pt x="613" y="50"/>
                </a:lnTo>
                <a:lnTo>
                  <a:pt x="613" y="51"/>
                </a:lnTo>
                <a:lnTo>
                  <a:pt x="613" y="52"/>
                </a:lnTo>
                <a:lnTo>
                  <a:pt x="613" y="53"/>
                </a:lnTo>
                <a:lnTo>
                  <a:pt x="614" y="53"/>
                </a:lnTo>
                <a:lnTo>
                  <a:pt x="615" y="53"/>
                </a:lnTo>
                <a:lnTo>
                  <a:pt x="616" y="54"/>
                </a:lnTo>
                <a:lnTo>
                  <a:pt x="617" y="54"/>
                </a:lnTo>
                <a:lnTo>
                  <a:pt x="617" y="53"/>
                </a:lnTo>
                <a:lnTo>
                  <a:pt x="618" y="52"/>
                </a:lnTo>
                <a:lnTo>
                  <a:pt x="618" y="51"/>
                </a:lnTo>
                <a:lnTo>
                  <a:pt x="619" y="51"/>
                </a:lnTo>
                <a:lnTo>
                  <a:pt x="619" y="50"/>
                </a:lnTo>
                <a:lnTo>
                  <a:pt x="620" y="50"/>
                </a:lnTo>
                <a:lnTo>
                  <a:pt x="621" y="49"/>
                </a:lnTo>
                <a:lnTo>
                  <a:pt x="622" y="49"/>
                </a:lnTo>
                <a:lnTo>
                  <a:pt x="622" y="50"/>
                </a:lnTo>
                <a:lnTo>
                  <a:pt x="623" y="50"/>
                </a:lnTo>
                <a:lnTo>
                  <a:pt x="624" y="50"/>
                </a:lnTo>
                <a:lnTo>
                  <a:pt x="624" y="49"/>
                </a:lnTo>
                <a:lnTo>
                  <a:pt x="625" y="49"/>
                </a:lnTo>
                <a:lnTo>
                  <a:pt x="625" y="50"/>
                </a:lnTo>
                <a:lnTo>
                  <a:pt x="625" y="51"/>
                </a:lnTo>
                <a:lnTo>
                  <a:pt x="626" y="51"/>
                </a:lnTo>
                <a:lnTo>
                  <a:pt x="627" y="51"/>
                </a:lnTo>
                <a:lnTo>
                  <a:pt x="628" y="52"/>
                </a:lnTo>
                <a:lnTo>
                  <a:pt x="629" y="52"/>
                </a:lnTo>
                <a:lnTo>
                  <a:pt x="629" y="51"/>
                </a:lnTo>
                <a:lnTo>
                  <a:pt x="630" y="51"/>
                </a:lnTo>
                <a:lnTo>
                  <a:pt x="631" y="51"/>
                </a:lnTo>
                <a:lnTo>
                  <a:pt x="632" y="51"/>
                </a:lnTo>
                <a:lnTo>
                  <a:pt x="633" y="51"/>
                </a:lnTo>
                <a:lnTo>
                  <a:pt x="632" y="51"/>
                </a:lnTo>
                <a:lnTo>
                  <a:pt x="632" y="52"/>
                </a:lnTo>
                <a:lnTo>
                  <a:pt x="633" y="52"/>
                </a:lnTo>
                <a:lnTo>
                  <a:pt x="634" y="52"/>
                </a:lnTo>
                <a:lnTo>
                  <a:pt x="635" y="52"/>
                </a:lnTo>
                <a:lnTo>
                  <a:pt x="635" y="53"/>
                </a:lnTo>
                <a:lnTo>
                  <a:pt x="635" y="54"/>
                </a:lnTo>
                <a:lnTo>
                  <a:pt x="634" y="54"/>
                </a:lnTo>
                <a:lnTo>
                  <a:pt x="633" y="54"/>
                </a:lnTo>
                <a:lnTo>
                  <a:pt x="633" y="55"/>
                </a:lnTo>
                <a:lnTo>
                  <a:pt x="632" y="55"/>
                </a:lnTo>
                <a:lnTo>
                  <a:pt x="631" y="55"/>
                </a:lnTo>
                <a:lnTo>
                  <a:pt x="630" y="55"/>
                </a:lnTo>
                <a:lnTo>
                  <a:pt x="629" y="56"/>
                </a:lnTo>
                <a:lnTo>
                  <a:pt x="629" y="57"/>
                </a:lnTo>
                <a:lnTo>
                  <a:pt x="629" y="58"/>
                </a:lnTo>
                <a:lnTo>
                  <a:pt x="630" y="58"/>
                </a:lnTo>
                <a:lnTo>
                  <a:pt x="631" y="59"/>
                </a:lnTo>
                <a:lnTo>
                  <a:pt x="630" y="59"/>
                </a:lnTo>
                <a:lnTo>
                  <a:pt x="630" y="60"/>
                </a:lnTo>
                <a:lnTo>
                  <a:pt x="631" y="61"/>
                </a:lnTo>
                <a:lnTo>
                  <a:pt x="631" y="62"/>
                </a:lnTo>
                <a:lnTo>
                  <a:pt x="631" y="63"/>
                </a:lnTo>
                <a:lnTo>
                  <a:pt x="630" y="63"/>
                </a:lnTo>
                <a:lnTo>
                  <a:pt x="629" y="63"/>
                </a:lnTo>
                <a:lnTo>
                  <a:pt x="628" y="63"/>
                </a:lnTo>
                <a:lnTo>
                  <a:pt x="627" y="64"/>
                </a:lnTo>
                <a:lnTo>
                  <a:pt x="627" y="65"/>
                </a:lnTo>
                <a:lnTo>
                  <a:pt x="627" y="66"/>
                </a:lnTo>
                <a:lnTo>
                  <a:pt x="626" y="66"/>
                </a:lnTo>
                <a:lnTo>
                  <a:pt x="625" y="66"/>
                </a:lnTo>
                <a:lnTo>
                  <a:pt x="624" y="66"/>
                </a:lnTo>
                <a:lnTo>
                  <a:pt x="623" y="67"/>
                </a:lnTo>
                <a:lnTo>
                  <a:pt x="622" y="67"/>
                </a:lnTo>
                <a:lnTo>
                  <a:pt x="621" y="67"/>
                </a:lnTo>
                <a:lnTo>
                  <a:pt x="621" y="66"/>
                </a:lnTo>
                <a:lnTo>
                  <a:pt x="620" y="67"/>
                </a:lnTo>
                <a:lnTo>
                  <a:pt x="619" y="67"/>
                </a:lnTo>
                <a:lnTo>
                  <a:pt x="619" y="68"/>
                </a:lnTo>
                <a:lnTo>
                  <a:pt x="619" y="69"/>
                </a:lnTo>
                <a:lnTo>
                  <a:pt x="619" y="71"/>
                </a:lnTo>
                <a:lnTo>
                  <a:pt x="620" y="72"/>
                </a:lnTo>
                <a:lnTo>
                  <a:pt x="620" y="73"/>
                </a:lnTo>
                <a:lnTo>
                  <a:pt x="619" y="73"/>
                </a:lnTo>
                <a:lnTo>
                  <a:pt x="619" y="74"/>
                </a:lnTo>
                <a:lnTo>
                  <a:pt x="619" y="75"/>
                </a:lnTo>
                <a:lnTo>
                  <a:pt x="619" y="76"/>
                </a:lnTo>
                <a:lnTo>
                  <a:pt x="620" y="77"/>
                </a:lnTo>
                <a:lnTo>
                  <a:pt x="620" y="78"/>
                </a:lnTo>
                <a:lnTo>
                  <a:pt x="621" y="78"/>
                </a:lnTo>
                <a:lnTo>
                  <a:pt x="621" y="79"/>
                </a:lnTo>
                <a:lnTo>
                  <a:pt x="622" y="80"/>
                </a:lnTo>
                <a:lnTo>
                  <a:pt x="621" y="80"/>
                </a:lnTo>
                <a:lnTo>
                  <a:pt x="621" y="81"/>
                </a:lnTo>
                <a:lnTo>
                  <a:pt x="621" y="82"/>
                </a:lnTo>
                <a:lnTo>
                  <a:pt x="620" y="84"/>
                </a:lnTo>
                <a:lnTo>
                  <a:pt x="620" y="85"/>
                </a:lnTo>
                <a:lnTo>
                  <a:pt x="620" y="86"/>
                </a:lnTo>
                <a:lnTo>
                  <a:pt x="621" y="87"/>
                </a:lnTo>
                <a:lnTo>
                  <a:pt x="620" y="88"/>
                </a:lnTo>
                <a:lnTo>
                  <a:pt x="620" y="90"/>
                </a:lnTo>
                <a:lnTo>
                  <a:pt x="620" y="91"/>
                </a:lnTo>
                <a:lnTo>
                  <a:pt x="619" y="91"/>
                </a:lnTo>
                <a:lnTo>
                  <a:pt x="619" y="92"/>
                </a:lnTo>
                <a:lnTo>
                  <a:pt x="618" y="93"/>
                </a:lnTo>
                <a:lnTo>
                  <a:pt x="618" y="94"/>
                </a:lnTo>
                <a:lnTo>
                  <a:pt x="618" y="95"/>
                </a:lnTo>
                <a:lnTo>
                  <a:pt x="618" y="96"/>
                </a:lnTo>
                <a:lnTo>
                  <a:pt x="617" y="97"/>
                </a:lnTo>
                <a:lnTo>
                  <a:pt x="617" y="98"/>
                </a:lnTo>
                <a:lnTo>
                  <a:pt x="616" y="98"/>
                </a:lnTo>
                <a:lnTo>
                  <a:pt x="615" y="98"/>
                </a:lnTo>
                <a:lnTo>
                  <a:pt x="614" y="99"/>
                </a:lnTo>
                <a:lnTo>
                  <a:pt x="614" y="101"/>
                </a:lnTo>
                <a:lnTo>
                  <a:pt x="612" y="103"/>
                </a:lnTo>
                <a:lnTo>
                  <a:pt x="611" y="103"/>
                </a:lnTo>
                <a:lnTo>
                  <a:pt x="611" y="104"/>
                </a:lnTo>
                <a:lnTo>
                  <a:pt x="610" y="104"/>
                </a:lnTo>
                <a:lnTo>
                  <a:pt x="608" y="104"/>
                </a:lnTo>
                <a:lnTo>
                  <a:pt x="607" y="104"/>
                </a:lnTo>
                <a:lnTo>
                  <a:pt x="607" y="105"/>
                </a:lnTo>
                <a:lnTo>
                  <a:pt x="606" y="106"/>
                </a:lnTo>
                <a:lnTo>
                  <a:pt x="606" y="107"/>
                </a:lnTo>
                <a:lnTo>
                  <a:pt x="605" y="107"/>
                </a:lnTo>
                <a:lnTo>
                  <a:pt x="605" y="108"/>
                </a:lnTo>
                <a:lnTo>
                  <a:pt x="605" y="109"/>
                </a:lnTo>
                <a:lnTo>
                  <a:pt x="604" y="110"/>
                </a:lnTo>
                <a:lnTo>
                  <a:pt x="603" y="111"/>
                </a:lnTo>
                <a:lnTo>
                  <a:pt x="602" y="111"/>
                </a:lnTo>
                <a:lnTo>
                  <a:pt x="602" y="112"/>
                </a:lnTo>
                <a:lnTo>
                  <a:pt x="601" y="112"/>
                </a:lnTo>
                <a:lnTo>
                  <a:pt x="600" y="112"/>
                </a:lnTo>
                <a:lnTo>
                  <a:pt x="600" y="113"/>
                </a:lnTo>
                <a:lnTo>
                  <a:pt x="600" y="114"/>
                </a:lnTo>
                <a:lnTo>
                  <a:pt x="601" y="114"/>
                </a:lnTo>
                <a:lnTo>
                  <a:pt x="601" y="115"/>
                </a:lnTo>
                <a:lnTo>
                  <a:pt x="601" y="116"/>
                </a:lnTo>
                <a:lnTo>
                  <a:pt x="601" y="117"/>
                </a:lnTo>
                <a:lnTo>
                  <a:pt x="601" y="118"/>
                </a:lnTo>
                <a:lnTo>
                  <a:pt x="601" y="119"/>
                </a:lnTo>
                <a:lnTo>
                  <a:pt x="601" y="120"/>
                </a:lnTo>
                <a:lnTo>
                  <a:pt x="600" y="120"/>
                </a:lnTo>
                <a:lnTo>
                  <a:pt x="599" y="121"/>
                </a:lnTo>
                <a:lnTo>
                  <a:pt x="598" y="121"/>
                </a:lnTo>
                <a:lnTo>
                  <a:pt x="597" y="122"/>
                </a:lnTo>
                <a:lnTo>
                  <a:pt x="596" y="122"/>
                </a:lnTo>
                <a:lnTo>
                  <a:pt x="596" y="123"/>
                </a:lnTo>
                <a:lnTo>
                  <a:pt x="594" y="123"/>
                </a:lnTo>
                <a:lnTo>
                  <a:pt x="594" y="124"/>
                </a:lnTo>
                <a:lnTo>
                  <a:pt x="593" y="124"/>
                </a:lnTo>
                <a:lnTo>
                  <a:pt x="592" y="124"/>
                </a:lnTo>
                <a:lnTo>
                  <a:pt x="591" y="125"/>
                </a:lnTo>
                <a:lnTo>
                  <a:pt x="591" y="126"/>
                </a:lnTo>
                <a:lnTo>
                  <a:pt x="590" y="127"/>
                </a:lnTo>
                <a:lnTo>
                  <a:pt x="590" y="128"/>
                </a:lnTo>
                <a:lnTo>
                  <a:pt x="590" y="129"/>
                </a:lnTo>
                <a:lnTo>
                  <a:pt x="589" y="130"/>
                </a:lnTo>
                <a:lnTo>
                  <a:pt x="589" y="131"/>
                </a:lnTo>
                <a:lnTo>
                  <a:pt x="589" y="132"/>
                </a:lnTo>
                <a:lnTo>
                  <a:pt x="589" y="133"/>
                </a:lnTo>
                <a:lnTo>
                  <a:pt x="588" y="133"/>
                </a:lnTo>
                <a:lnTo>
                  <a:pt x="588" y="134"/>
                </a:lnTo>
                <a:lnTo>
                  <a:pt x="587" y="135"/>
                </a:lnTo>
                <a:lnTo>
                  <a:pt x="587" y="137"/>
                </a:lnTo>
                <a:lnTo>
                  <a:pt x="586" y="137"/>
                </a:lnTo>
                <a:lnTo>
                  <a:pt x="587" y="137"/>
                </a:lnTo>
                <a:lnTo>
                  <a:pt x="587" y="138"/>
                </a:lnTo>
                <a:lnTo>
                  <a:pt x="587" y="139"/>
                </a:lnTo>
                <a:lnTo>
                  <a:pt x="587" y="140"/>
                </a:lnTo>
                <a:lnTo>
                  <a:pt x="587" y="141"/>
                </a:lnTo>
                <a:lnTo>
                  <a:pt x="587" y="142"/>
                </a:lnTo>
                <a:lnTo>
                  <a:pt x="588" y="142"/>
                </a:lnTo>
                <a:lnTo>
                  <a:pt x="589" y="143"/>
                </a:lnTo>
                <a:lnTo>
                  <a:pt x="589" y="144"/>
                </a:lnTo>
                <a:lnTo>
                  <a:pt x="588" y="144"/>
                </a:lnTo>
                <a:lnTo>
                  <a:pt x="588" y="145"/>
                </a:lnTo>
                <a:lnTo>
                  <a:pt x="589" y="145"/>
                </a:lnTo>
                <a:lnTo>
                  <a:pt x="590" y="145"/>
                </a:lnTo>
                <a:lnTo>
                  <a:pt x="590" y="146"/>
                </a:lnTo>
                <a:lnTo>
                  <a:pt x="590" y="147"/>
                </a:lnTo>
                <a:lnTo>
                  <a:pt x="590" y="148"/>
                </a:lnTo>
                <a:lnTo>
                  <a:pt x="590" y="149"/>
                </a:lnTo>
                <a:lnTo>
                  <a:pt x="589" y="149"/>
                </a:lnTo>
                <a:lnTo>
                  <a:pt x="589" y="150"/>
                </a:lnTo>
                <a:lnTo>
                  <a:pt x="590" y="150"/>
                </a:lnTo>
                <a:lnTo>
                  <a:pt x="590" y="149"/>
                </a:lnTo>
                <a:lnTo>
                  <a:pt x="591" y="149"/>
                </a:lnTo>
                <a:lnTo>
                  <a:pt x="591" y="150"/>
                </a:lnTo>
                <a:lnTo>
                  <a:pt x="592" y="150"/>
                </a:lnTo>
                <a:lnTo>
                  <a:pt x="592" y="149"/>
                </a:lnTo>
                <a:lnTo>
                  <a:pt x="593" y="149"/>
                </a:lnTo>
                <a:lnTo>
                  <a:pt x="594" y="148"/>
                </a:lnTo>
                <a:lnTo>
                  <a:pt x="594" y="149"/>
                </a:lnTo>
                <a:lnTo>
                  <a:pt x="595" y="149"/>
                </a:lnTo>
                <a:lnTo>
                  <a:pt x="596" y="149"/>
                </a:lnTo>
                <a:lnTo>
                  <a:pt x="597" y="148"/>
                </a:lnTo>
                <a:lnTo>
                  <a:pt x="598" y="148"/>
                </a:lnTo>
                <a:lnTo>
                  <a:pt x="599" y="147"/>
                </a:lnTo>
                <a:lnTo>
                  <a:pt x="599" y="148"/>
                </a:lnTo>
                <a:lnTo>
                  <a:pt x="600" y="148"/>
                </a:lnTo>
                <a:lnTo>
                  <a:pt x="600" y="147"/>
                </a:lnTo>
                <a:lnTo>
                  <a:pt x="600" y="145"/>
                </a:lnTo>
                <a:lnTo>
                  <a:pt x="600" y="144"/>
                </a:lnTo>
                <a:lnTo>
                  <a:pt x="600" y="143"/>
                </a:lnTo>
                <a:lnTo>
                  <a:pt x="601" y="143"/>
                </a:lnTo>
                <a:lnTo>
                  <a:pt x="600" y="141"/>
                </a:lnTo>
                <a:lnTo>
                  <a:pt x="601" y="140"/>
                </a:lnTo>
                <a:lnTo>
                  <a:pt x="600" y="138"/>
                </a:lnTo>
                <a:lnTo>
                  <a:pt x="601" y="138"/>
                </a:lnTo>
                <a:lnTo>
                  <a:pt x="601" y="137"/>
                </a:lnTo>
                <a:lnTo>
                  <a:pt x="602" y="137"/>
                </a:lnTo>
                <a:lnTo>
                  <a:pt x="604" y="137"/>
                </a:lnTo>
                <a:lnTo>
                  <a:pt x="604" y="136"/>
                </a:lnTo>
                <a:lnTo>
                  <a:pt x="605" y="136"/>
                </a:lnTo>
                <a:lnTo>
                  <a:pt x="607" y="135"/>
                </a:lnTo>
                <a:lnTo>
                  <a:pt x="608" y="135"/>
                </a:lnTo>
                <a:lnTo>
                  <a:pt x="609" y="134"/>
                </a:lnTo>
                <a:lnTo>
                  <a:pt x="609" y="133"/>
                </a:lnTo>
                <a:lnTo>
                  <a:pt x="610" y="133"/>
                </a:lnTo>
                <a:lnTo>
                  <a:pt x="611" y="131"/>
                </a:lnTo>
                <a:lnTo>
                  <a:pt x="611" y="130"/>
                </a:lnTo>
                <a:lnTo>
                  <a:pt x="612" y="130"/>
                </a:lnTo>
                <a:lnTo>
                  <a:pt x="613" y="129"/>
                </a:lnTo>
                <a:lnTo>
                  <a:pt x="614" y="129"/>
                </a:lnTo>
                <a:lnTo>
                  <a:pt x="614" y="128"/>
                </a:lnTo>
                <a:lnTo>
                  <a:pt x="615" y="127"/>
                </a:lnTo>
                <a:lnTo>
                  <a:pt x="615" y="126"/>
                </a:lnTo>
                <a:lnTo>
                  <a:pt x="616" y="126"/>
                </a:lnTo>
                <a:lnTo>
                  <a:pt x="617" y="127"/>
                </a:lnTo>
                <a:lnTo>
                  <a:pt x="617" y="129"/>
                </a:lnTo>
                <a:lnTo>
                  <a:pt x="618" y="129"/>
                </a:lnTo>
                <a:lnTo>
                  <a:pt x="619" y="130"/>
                </a:lnTo>
                <a:lnTo>
                  <a:pt x="620" y="131"/>
                </a:lnTo>
                <a:lnTo>
                  <a:pt x="621" y="131"/>
                </a:lnTo>
                <a:lnTo>
                  <a:pt x="623" y="131"/>
                </a:lnTo>
                <a:lnTo>
                  <a:pt x="624" y="131"/>
                </a:lnTo>
                <a:lnTo>
                  <a:pt x="625" y="130"/>
                </a:lnTo>
                <a:lnTo>
                  <a:pt x="625" y="129"/>
                </a:lnTo>
                <a:lnTo>
                  <a:pt x="626" y="128"/>
                </a:lnTo>
                <a:lnTo>
                  <a:pt x="627" y="129"/>
                </a:lnTo>
                <a:lnTo>
                  <a:pt x="627" y="130"/>
                </a:lnTo>
                <a:lnTo>
                  <a:pt x="628" y="131"/>
                </a:lnTo>
                <a:lnTo>
                  <a:pt x="629" y="131"/>
                </a:lnTo>
                <a:lnTo>
                  <a:pt x="630" y="131"/>
                </a:lnTo>
                <a:lnTo>
                  <a:pt x="629" y="133"/>
                </a:lnTo>
                <a:lnTo>
                  <a:pt x="629" y="134"/>
                </a:lnTo>
                <a:lnTo>
                  <a:pt x="629" y="135"/>
                </a:lnTo>
                <a:lnTo>
                  <a:pt x="629" y="136"/>
                </a:lnTo>
                <a:lnTo>
                  <a:pt x="629" y="137"/>
                </a:lnTo>
                <a:lnTo>
                  <a:pt x="629" y="138"/>
                </a:lnTo>
                <a:lnTo>
                  <a:pt x="630" y="138"/>
                </a:lnTo>
                <a:lnTo>
                  <a:pt x="631" y="138"/>
                </a:lnTo>
                <a:lnTo>
                  <a:pt x="632" y="138"/>
                </a:lnTo>
                <a:lnTo>
                  <a:pt x="633" y="138"/>
                </a:lnTo>
                <a:lnTo>
                  <a:pt x="633" y="139"/>
                </a:lnTo>
                <a:lnTo>
                  <a:pt x="633" y="140"/>
                </a:lnTo>
                <a:lnTo>
                  <a:pt x="633" y="141"/>
                </a:lnTo>
                <a:lnTo>
                  <a:pt x="633" y="142"/>
                </a:lnTo>
                <a:lnTo>
                  <a:pt x="632" y="142"/>
                </a:lnTo>
                <a:lnTo>
                  <a:pt x="631" y="142"/>
                </a:lnTo>
                <a:lnTo>
                  <a:pt x="631" y="143"/>
                </a:lnTo>
                <a:lnTo>
                  <a:pt x="630" y="144"/>
                </a:lnTo>
                <a:lnTo>
                  <a:pt x="630" y="145"/>
                </a:lnTo>
                <a:lnTo>
                  <a:pt x="631" y="145"/>
                </a:lnTo>
                <a:lnTo>
                  <a:pt x="631" y="146"/>
                </a:lnTo>
                <a:lnTo>
                  <a:pt x="631" y="147"/>
                </a:lnTo>
                <a:lnTo>
                  <a:pt x="632" y="147"/>
                </a:lnTo>
                <a:lnTo>
                  <a:pt x="633" y="148"/>
                </a:lnTo>
                <a:lnTo>
                  <a:pt x="633" y="149"/>
                </a:lnTo>
                <a:lnTo>
                  <a:pt x="632" y="149"/>
                </a:lnTo>
                <a:lnTo>
                  <a:pt x="632" y="150"/>
                </a:lnTo>
                <a:lnTo>
                  <a:pt x="632" y="152"/>
                </a:lnTo>
                <a:lnTo>
                  <a:pt x="632" y="153"/>
                </a:lnTo>
                <a:lnTo>
                  <a:pt x="633" y="153"/>
                </a:lnTo>
                <a:lnTo>
                  <a:pt x="632" y="154"/>
                </a:lnTo>
                <a:lnTo>
                  <a:pt x="632" y="156"/>
                </a:lnTo>
                <a:lnTo>
                  <a:pt x="632" y="157"/>
                </a:lnTo>
                <a:lnTo>
                  <a:pt x="632" y="158"/>
                </a:lnTo>
                <a:lnTo>
                  <a:pt x="633" y="159"/>
                </a:lnTo>
                <a:lnTo>
                  <a:pt x="634" y="159"/>
                </a:lnTo>
                <a:lnTo>
                  <a:pt x="634" y="160"/>
                </a:lnTo>
                <a:lnTo>
                  <a:pt x="634" y="161"/>
                </a:lnTo>
                <a:lnTo>
                  <a:pt x="635" y="162"/>
                </a:lnTo>
                <a:lnTo>
                  <a:pt x="635" y="163"/>
                </a:lnTo>
                <a:lnTo>
                  <a:pt x="634" y="165"/>
                </a:lnTo>
                <a:lnTo>
                  <a:pt x="633" y="167"/>
                </a:lnTo>
                <a:lnTo>
                  <a:pt x="632" y="167"/>
                </a:lnTo>
                <a:lnTo>
                  <a:pt x="632" y="168"/>
                </a:lnTo>
                <a:lnTo>
                  <a:pt x="633" y="168"/>
                </a:lnTo>
                <a:lnTo>
                  <a:pt x="633" y="169"/>
                </a:lnTo>
                <a:lnTo>
                  <a:pt x="632" y="169"/>
                </a:lnTo>
                <a:lnTo>
                  <a:pt x="631" y="170"/>
                </a:lnTo>
                <a:lnTo>
                  <a:pt x="631" y="171"/>
                </a:lnTo>
                <a:lnTo>
                  <a:pt x="631" y="172"/>
                </a:lnTo>
                <a:lnTo>
                  <a:pt x="630" y="172"/>
                </a:lnTo>
                <a:lnTo>
                  <a:pt x="630" y="173"/>
                </a:lnTo>
                <a:lnTo>
                  <a:pt x="630" y="174"/>
                </a:lnTo>
                <a:lnTo>
                  <a:pt x="631" y="174"/>
                </a:lnTo>
                <a:lnTo>
                  <a:pt x="631" y="175"/>
                </a:lnTo>
                <a:lnTo>
                  <a:pt x="632" y="176"/>
                </a:lnTo>
                <a:lnTo>
                  <a:pt x="633" y="176"/>
                </a:lnTo>
                <a:lnTo>
                  <a:pt x="633" y="175"/>
                </a:lnTo>
                <a:lnTo>
                  <a:pt x="634" y="175"/>
                </a:lnTo>
                <a:lnTo>
                  <a:pt x="635" y="175"/>
                </a:lnTo>
                <a:lnTo>
                  <a:pt x="636" y="176"/>
                </a:lnTo>
                <a:lnTo>
                  <a:pt x="637" y="176"/>
                </a:lnTo>
                <a:lnTo>
                  <a:pt x="637" y="177"/>
                </a:lnTo>
                <a:lnTo>
                  <a:pt x="638" y="178"/>
                </a:lnTo>
                <a:lnTo>
                  <a:pt x="639" y="178"/>
                </a:lnTo>
                <a:lnTo>
                  <a:pt x="640" y="177"/>
                </a:lnTo>
                <a:lnTo>
                  <a:pt x="641" y="177"/>
                </a:lnTo>
                <a:lnTo>
                  <a:pt x="641" y="178"/>
                </a:lnTo>
                <a:lnTo>
                  <a:pt x="642" y="178"/>
                </a:lnTo>
                <a:lnTo>
                  <a:pt x="643" y="178"/>
                </a:lnTo>
                <a:lnTo>
                  <a:pt x="643" y="177"/>
                </a:lnTo>
                <a:lnTo>
                  <a:pt x="643" y="175"/>
                </a:lnTo>
                <a:lnTo>
                  <a:pt x="644" y="174"/>
                </a:lnTo>
                <a:lnTo>
                  <a:pt x="644" y="173"/>
                </a:lnTo>
                <a:lnTo>
                  <a:pt x="644" y="172"/>
                </a:lnTo>
                <a:lnTo>
                  <a:pt x="645" y="172"/>
                </a:lnTo>
                <a:lnTo>
                  <a:pt x="645" y="173"/>
                </a:lnTo>
                <a:lnTo>
                  <a:pt x="646" y="173"/>
                </a:lnTo>
                <a:lnTo>
                  <a:pt x="647" y="173"/>
                </a:lnTo>
                <a:lnTo>
                  <a:pt x="648" y="174"/>
                </a:lnTo>
                <a:lnTo>
                  <a:pt x="649" y="174"/>
                </a:lnTo>
                <a:lnTo>
                  <a:pt x="649" y="173"/>
                </a:lnTo>
                <a:lnTo>
                  <a:pt x="649" y="172"/>
                </a:lnTo>
                <a:lnTo>
                  <a:pt x="649" y="171"/>
                </a:lnTo>
                <a:lnTo>
                  <a:pt x="648" y="171"/>
                </a:lnTo>
                <a:lnTo>
                  <a:pt x="649" y="170"/>
                </a:lnTo>
                <a:lnTo>
                  <a:pt x="649" y="169"/>
                </a:lnTo>
                <a:lnTo>
                  <a:pt x="650" y="168"/>
                </a:lnTo>
                <a:lnTo>
                  <a:pt x="650" y="167"/>
                </a:lnTo>
                <a:lnTo>
                  <a:pt x="651" y="166"/>
                </a:lnTo>
                <a:lnTo>
                  <a:pt x="652" y="165"/>
                </a:lnTo>
                <a:lnTo>
                  <a:pt x="652" y="164"/>
                </a:lnTo>
                <a:lnTo>
                  <a:pt x="653" y="164"/>
                </a:lnTo>
                <a:lnTo>
                  <a:pt x="655" y="163"/>
                </a:lnTo>
                <a:lnTo>
                  <a:pt x="656" y="163"/>
                </a:lnTo>
                <a:lnTo>
                  <a:pt x="656" y="164"/>
                </a:lnTo>
                <a:lnTo>
                  <a:pt x="657" y="164"/>
                </a:lnTo>
                <a:lnTo>
                  <a:pt x="658" y="164"/>
                </a:lnTo>
                <a:lnTo>
                  <a:pt x="659" y="164"/>
                </a:lnTo>
                <a:lnTo>
                  <a:pt x="660" y="164"/>
                </a:lnTo>
                <a:lnTo>
                  <a:pt x="661" y="163"/>
                </a:lnTo>
                <a:lnTo>
                  <a:pt x="662" y="162"/>
                </a:lnTo>
                <a:lnTo>
                  <a:pt x="662" y="163"/>
                </a:lnTo>
                <a:lnTo>
                  <a:pt x="662" y="164"/>
                </a:lnTo>
                <a:lnTo>
                  <a:pt x="664" y="164"/>
                </a:lnTo>
                <a:lnTo>
                  <a:pt x="665" y="164"/>
                </a:lnTo>
                <a:lnTo>
                  <a:pt x="666" y="164"/>
                </a:lnTo>
                <a:lnTo>
                  <a:pt x="667" y="164"/>
                </a:lnTo>
                <a:lnTo>
                  <a:pt x="669" y="164"/>
                </a:lnTo>
                <a:lnTo>
                  <a:pt x="669" y="165"/>
                </a:lnTo>
                <a:lnTo>
                  <a:pt x="670" y="166"/>
                </a:lnTo>
                <a:lnTo>
                  <a:pt x="670" y="167"/>
                </a:lnTo>
                <a:lnTo>
                  <a:pt x="671" y="166"/>
                </a:lnTo>
                <a:lnTo>
                  <a:pt x="671" y="165"/>
                </a:lnTo>
                <a:lnTo>
                  <a:pt x="672" y="165"/>
                </a:lnTo>
                <a:lnTo>
                  <a:pt x="674" y="165"/>
                </a:lnTo>
                <a:lnTo>
                  <a:pt x="674" y="166"/>
                </a:lnTo>
                <a:lnTo>
                  <a:pt x="676" y="166"/>
                </a:lnTo>
                <a:lnTo>
                  <a:pt x="676" y="165"/>
                </a:lnTo>
                <a:lnTo>
                  <a:pt x="677" y="165"/>
                </a:lnTo>
                <a:lnTo>
                  <a:pt x="678" y="165"/>
                </a:lnTo>
                <a:lnTo>
                  <a:pt x="679" y="166"/>
                </a:lnTo>
                <a:lnTo>
                  <a:pt x="680" y="166"/>
                </a:lnTo>
                <a:lnTo>
                  <a:pt x="681" y="166"/>
                </a:lnTo>
                <a:lnTo>
                  <a:pt x="682" y="168"/>
                </a:lnTo>
                <a:lnTo>
                  <a:pt x="683" y="168"/>
                </a:lnTo>
                <a:lnTo>
                  <a:pt x="683" y="169"/>
                </a:lnTo>
                <a:lnTo>
                  <a:pt x="682" y="169"/>
                </a:lnTo>
                <a:lnTo>
                  <a:pt x="681" y="169"/>
                </a:lnTo>
                <a:lnTo>
                  <a:pt x="680" y="169"/>
                </a:lnTo>
                <a:lnTo>
                  <a:pt x="680" y="170"/>
                </a:lnTo>
                <a:lnTo>
                  <a:pt x="679" y="170"/>
                </a:lnTo>
                <a:lnTo>
                  <a:pt x="679" y="169"/>
                </a:lnTo>
                <a:lnTo>
                  <a:pt x="678" y="170"/>
                </a:lnTo>
                <a:lnTo>
                  <a:pt x="677" y="170"/>
                </a:lnTo>
                <a:lnTo>
                  <a:pt x="677" y="172"/>
                </a:lnTo>
                <a:lnTo>
                  <a:pt x="677" y="173"/>
                </a:lnTo>
                <a:lnTo>
                  <a:pt x="676" y="173"/>
                </a:lnTo>
                <a:lnTo>
                  <a:pt x="675" y="174"/>
                </a:lnTo>
                <a:lnTo>
                  <a:pt x="676" y="175"/>
                </a:lnTo>
                <a:lnTo>
                  <a:pt x="676" y="176"/>
                </a:lnTo>
                <a:lnTo>
                  <a:pt x="677" y="177"/>
                </a:lnTo>
                <a:lnTo>
                  <a:pt x="677" y="178"/>
                </a:lnTo>
                <a:lnTo>
                  <a:pt x="676" y="178"/>
                </a:lnTo>
                <a:lnTo>
                  <a:pt x="675" y="178"/>
                </a:lnTo>
                <a:lnTo>
                  <a:pt x="675" y="179"/>
                </a:lnTo>
                <a:lnTo>
                  <a:pt x="675" y="180"/>
                </a:lnTo>
                <a:lnTo>
                  <a:pt x="675" y="181"/>
                </a:lnTo>
                <a:lnTo>
                  <a:pt x="675" y="182"/>
                </a:lnTo>
                <a:lnTo>
                  <a:pt x="675" y="183"/>
                </a:lnTo>
                <a:lnTo>
                  <a:pt x="676" y="183"/>
                </a:lnTo>
                <a:lnTo>
                  <a:pt x="677" y="184"/>
                </a:lnTo>
                <a:lnTo>
                  <a:pt x="678" y="184"/>
                </a:lnTo>
                <a:lnTo>
                  <a:pt x="678" y="185"/>
                </a:lnTo>
                <a:lnTo>
                  <a:pt x="679" y="185"/>
                </a:lnTo>
                <a:lnTo>
                  <a:pt x="679" y="186"/>
                </a:lnTo>
                <a:lnTo>
                  <a:pt x="679" y="187"/>
                </a:lnTo>
                <a:lnTo>
                  <a:pt x="680" y="187"/>
                </a:lnTo>
                <a:lnTo>
                  <a:pt x="681" y="188"/>
                </a:lnTo>
                <a:lnTo>
                  <a:pt x="682" y="189"/>
                </a:lnTo>
                <a:lnTo>
                  <a:pt x="682" y="190"/>
                </a:lnTo>
                <a:lnTo>
                  <a:pt x="682" y="191"/>
                </a:lnTo>
                <a:lnTo>
                  <a:pt x="681" y="191"/>
                </a:lnTo>
                <a:lnTo>
                  <a:pt x="681" y="192"/>
                </a:lnTo>
                <a:lnTo>
                  <a:pt x="682" y="192"/>
                </a:lnTo>
                <a:lnTo>
                  <a:pt x="681" y="193"/>
                </a:lnTo>
                <a:lnTo>
                  <a:pt x="680" y="193"/>
                </a:lnTo>
                <a:lnTo>
                  <a:pt x="680" y="194"/>
                </a:lnTo>
                <a:lnTo>
                  <a:pt x="680" y="195"/>
                </a:lnTo>
                <a:lnTo>
                  <a:pt x="680" y="196"/>
                </a:lnTo>
                <a:lnTo>
                  <a:pt x="680" y="197"/>
                </a:lnTo>
                <a:lnTo>
                  <a:pt x="681" y="197"/>
                </a:lnTo>
                <a:lnTo>
                  <a:pt x="681" y="198"/>
                </a:lnTo>
                <a:lnTo>
                  <a:pt x="682" y="198"/>
                </a:lnTo>
                <a:lnTo>
                  <a:pt x="683" y="198"/>
                </a:lnTo>
                <a:lnTo>
                  <a:pt x="683" y="199"/>
                </a:lnTo>
                <a:lnTo>
                  <a:pt x="684" y="200"/>
                </a:lnTo>
                <a:lnTo>
                  <a:pt x="684" y="201"/>
                </a:lnTo>
                <a:lnTo>
                  <a:pt x="685" y="202"/>
                </a:lnTo>
                <a:lnTo>
                  <a:pt x="685" y="203"/>
                </a:lnTo>
                <a:lnTo>
                  <a:pt x="685" y="204"/>
                </a:lnTo>
                <a:lnTo>
                  <a:pt x="686" y="204"/>
                </a:lnTo>
                <a:lnTo>
                  <a:pt x="686" y="205"/>
                </a:lnTo>
                <a:lnTo>
                  <a:pt x="687" y="206"/>
                </a:lnTo>
                <a:lnTo>
                  <a:pt x="686" y="209"/>
                </a:lnTo>
                <a:lnTo>
                  <a:pt x="686" y="210"/>
                </a:lnTo>
                <a:lnTo>
                  <a:pt x="685" y="210"/>
                </a:lnTo>
                <a:lnTo>
                  <a:pt x="685" y="211"/>
                </a:lnTo>
                <a:lnTo>
                  <a:pt x="684" y="211"/>
                </a:lnTo>
                <a:lnTo>
                  <a:pt x="684" y="212"/>
                </a:lnTo>
                <a:lnTo>
                  <a:pt x="684" y="213"/>
                </a:lnTo>
                <a:lnTo>
                  <a:pt x="684" y="214"/>
                </a:lnTo>
                <a:lnTo>
                  <a:pt x="682" y="214"/>
                </a:lnTo>
                <a:lnTo>
                  <a:pt x="682" y="215"/>
                </a:lnTo>
                <a:lnTo>
                  <a:pt x="681" y="215"/>
                </a:lnTo>
                <a:lnTo>
                  <a:pt x="680" y="215"/>
                </a:lnTo>
                <a:lnTo>
                  <a:pt x="680" y="216"/>
                </a:lnTo>
                <a:lnTo>
                  <a:pt x="680" y="217"/>
                </a:lnTo>
                <a:lnTo>
                  <a:pt x="680" y="218"/>
                </a:lnTo>
                <a:lnTo>
                  <a:pt x="679" y="218"/>
                </a:lnTo>
                <a:lnTo>
                  <a:pt x="679" y="217"/>
                </a:lnTo>
                <a:lnTo>
                  <a:pt x="678" y="217"/>
                </a:lnTo>
                <a:lnTo>
                  <a:pt x="677" y="217"/>
                </a:lnTo>
                <a:lnTo>
                  <a:pt x="677" y="218"/>
                </a:lnTo>
                <a:lnTo>
                  <a:pt x="676" y="219"/>
                </a:lnTo>
                <a:lnTo>
                  <a:pt x="676" y="220"/>
                </a:lnTo>
                <a:lnTo>
                  <a:pt x="675" y="220"/>
                </a:lnTo>
                <a:lnTo>
                  <a:pt x="674" y="220"/>
                </a:lnTo>
                <a:lnTo>
                  <a:pt x="673" y="221"/>
                </a:lnTo>
                <a:lnTo>
                  <a:pt x="672" y="221"/>
                </a:lnTo>
                <a:lnTo>
                  <a:pt x="671" y="221"/>
                </a:lnTo>
                <a:lnTo>
                  <a:pt x="670" y="220"/>
                </a:lnTo>
                <a:lnTo>
                  <a:pt x="670" y="221"/>
                </a:lnTo>
                <a:lnTo>
                  <a:pt x="670" y="222"/>
                </a:lnTo>
                <a:lnTo>
                  <a:pt x="670" y="224"/>
                </a:lnTo>
                <a:lnTo>
                  <a:pt x="669" y="225"/>
                </a:lnTo>
                <a:lnTo>
                  <a:pt x="669" y="226"/>
                </a:lnTo>
                <a:lnTo>
                  <a:pt x="670" y="226"/>
                </a:lnTo>
                <a:lnTo>
                  <a:pt x="670" y="227"/>
                </a:lnTo>
                <a:lnTo>
                  <a:pt x="671" y="227"/>
                </a:lnTo>
                <a:lnTo>
                  <a:pt x="671" y="228"/>
                </a:lnTo>
                <a:lnTo>
                  <a:pt x="670" y="230"/>
                </a:lnTo>
                <a:lnTo>
                  <a:pt x="670" y="231"/>
                </a:lnTo>
                <a:lnTo>
                  <a:pt x="670" y="233"/>
                </a:lnTo>
                <a:lnTo>
                  <a:pt x="670" y="234"/>
                </a:lnTo>
                <a:lnTo>
                  <a:pt x="671" y="234"/>
                </a:lnTo>
                <a:lnTo>
                  <a:pt x="671" y="236"/>
                </a:lnTo>
                <a:lnTo>
                  <a:pt x="672" y="237"/>
                </a:lnTo>
                <a:lnTo>
                  <a:pt x="673" y="239"/>
                </a:lnTo>
                <a:lnTo>
                  <a:pt x="674" y="240"/>
                </a:lnTo>
                <a:lnTo>
                  <a:pt x="674" y="242"/>
                </a:lnTo>
                <a:lnTo>
                  <a:pt x="674" y="243"/>
                </a:lnTo>
                <a:lnTo>
                  <a:pt x="674" y="244"/>
                </a:lnTo>
                <a:lnTo>
                  <a:pt x="675" y="244"/>
                </a:lnTo>
                <a:lnTo>
                  <a:pt x="675" y="245"/>
                </a:lnTo>
                <a:lnTo>
                  <a:pt x="676" y="245"/>
                </a:lnTo>
                <a:lnTo>
                  <a:pt x="676" y="246"/>
                </a:lnTo>
                <a:lnTo>
                  <a:pt x="675" y="246"/>
                </a:lnTo>
                <a:lnTo>
                  <a:pt x="674" y="247"/>
                </a:lnTo>
                <a:lnTo>
                  <a:pt x="674" y="248"/>
                </a:lnTo>
                <a:lnTo>
                  <a:pt x="673" y="250"/>
                </a:lnTo>
                <a:lnTo>
                  <a:pt x="673" y="249"/>
                </a:lnTo>
                <a:lnTo>
                  <a:pt x="672" y="249"/>
                </a:lnTo>
                <a:lnTo>
                  <a:pt x="671" y="250"/>
                </a:lnTo>
                <a:lnTo>
                  <a:pt x="670" y="250"/>
                </a:lnTo>
                <a:lnTo>
                  <a:pt x="669" y="250"/>
                </a:lnTo>
                <a:lnTo>
                  <a:pt x="669" y="249"/>
                </a:lnTo>
                <a:lnTo>
                  <a:pt x="668" y="249"/>
                </a:lnTo>
                <a:lnTo>
                  <a:pt x="668" y="250"/>
                </a:lnTo>
                <a:lnTo>
                  <a:pt x="668" y="251"/>
                </a:lnTo>
                <a:lnTo>
                  <a:pt x="668" y="253"/>
                </a:lnTo>
                <a:lnTo>
                  <a:pt x="668" y="254"/>
                </a:lnTo>
                <a:lnTo>
                  <a:pt x="667" y="255"/>
                </a:lnTo>
                <a:lnTo>
                  <a:pt x="667" y="254"/>
                </a:lnTo>
                <a:lnTo>
                  <a:pt x="666" y="254"/>
                </a:lnTo>
                <a:lnTo>
                  <a:pt x="665" y="254"/>
                </a:lnTo>
                <a:lnTo>
                  <a:pt x="664" y="256"/>
                </a:lnTo>
                <a:lnTo>
                  <a:pt x="664" y="257"/>
                </a:lnTo>
                <a:lnTo>
                  <a:pt x="664" y="258"/>
                </a:lnTo>
                <a:lnTo>
                  <a:pt x="665" y="258"/>
                </a:lnTo>
                <a:lnTo>
                  <a:pt x="665" y="259"/>
                </a:lnTo>
                <a:lnTo>
                  <a:pt x="665" y="261"/>
                </a:lnTo>
                <a:lnTo>
                  <a:pt x="665" y="262"/>
                </a:lnTo>
                <a:lnTo>
                  <a:pt x="664" y="262"/>
                </a:lnTo>
                <a:lnTo>
                  <a:pt x="664" y="263"/>
                </a:lnTo>
                <a:lnTo>
                  <a:pt x="664" y="264"/>
                </a:lnTo>
                <a:lnTo>
                  <a:pt x="664" y="265"/>
                </a:lnTo>
                <a:lnTo>
                  <a:pt x="664" y="264"/>
                </a:lnTo>
                <a:lnTo>
                  <a:pt x="663" y="264"/>
                </a:lnTo>
                <a:lnTo>
                  <a:pt x="662" y="264"/>
                </a:lnTo>
                <a:lnTo>
                  <a:pt x="661" y="264"/>
                </a:lnTo>
                <a:lnTo>
                  <a:pt x="660" y="264"/>
                </a:lnTo>
                <a:lnTo>
                  <a:pt x="659" y="264"/>
                </a:lnTo>
                <a:lnTo>
                  <a:pt x="658" y="263"/>
                </a:lnTo>
                <a:lnTo>
                  <a:pt x="657" y="263"/>
                </a:lnTo>
                <a:lnTo>
                  <a:pt x="656" y="263"/>
                </a:lnTo>
                <a:lnTo>
                  <a:pt x="656" y="262"/>
                </a:lnTo>
                <a:lnTo>
                  <a:pt x="655" y="262"/>
                </a:lnTo>
                <a:lnTo>
                  <a:pt x="654" y="261"/>
                </a:lnTo>
                <a:lnTo>
                  <a:pt x="654" y="262"/>
                </a:lnTo>
                <a:lnTo>
                  <a:pt x="653" y="262"/>
                </a:lnTo>
                <a:lnTo>
                  <a:pt x="654" y="263"/>
                </a:lnTo>
                <a:lnTo>
                  <a:pt x="653" y="264"/>
                </a:lnTo>
                <a:lnTo>
                  <a:pt x="653" y="263"/>
                </a:lnTo>
                <a:lnTo>
                  <a:pt x="652" y="263"/>
                </a:lnTo>
                <a:lnTo>
                  <a:pt x="652" y="262"/>
                </a:lnTo>
                <a:lnTo>
                  <a:pt x="651" y="262"/>
                </a:lnTo>
                <a:lnTo>
                  <a:pt x="650" y="262"/>
                </a:lnTo>
                <a:lnTo>
                  <a:pt x="650" y="263"/>
                </a:lnTo>
                <a:lnTo>
                  <a:pt x="649" y="264"/>
                </a:lnTo>
                <a:lnTo>
                  <a:pt x="649" y="266"/>
                </a:lnTo>
                <a:lnTo>
                  <a:pt x="648" y="266"/>
                </a:lnTo>
                <a:lnTo>
                  <a:pt x="648" y="271"/>
                </a:lnTo>
                <a:lnTo>
                  <a:pt x="647" y="272"/>
                </a:lnTo>
                <a:lnTo>
                  <a:pt x="647" y="273"/>
                </a:lnTo>
                <a:lnTo>
                  <a:pt x="648" y="273"/>
                </a:lnTo>
                <a:lnTo>
                  <a:pt x="649" y="274"/>
                </a:lnTo>
                <a:lnTo>
                  <a:pt x="649" y="273"/>
                </a:lnTo>
                <a:lnTo>
                  <a:pt x="650" y="273"/>
                </a:lnTo>
                <a:lnTo>
                  <a:pt x="651" y="274"/>
                </a:lnTo>
                <a:lnTo>
                  <a:pt x="651" y="276"/>
                </a:lnTo>
                <a:lnTo>
                  <a:pt x="650" y="276"/>
                </a:lnTo>
                <a:lnTo>
                  <a:pt x="649" y="276"/>
                </a:lnTo>
                <a:lnTo>
                  <a:pt x="649" y="277"/>
                </a:lnTo>
                <a:lnTo>
                  <a:pt x="648" y="277"/>
                </a:lnTo>
                <a:lnTo>
                  <a:pt x="648" y="278"/>
                </a:lnTo>
                <a:lnTo>
                  <a:pt x="647" y="278"/>
                </a:lnTo>
                <a:lnTo>
                  <a:pt x="647" y="279"/>
                </a:lnTo>
                <a:lnTo>
                  <a:pt x="646" y="280"/>
                </a:lnTo>
                <a:lnTo>
                  <a:pt x="646" y="281"/>
                </a:lnTo>
                <a:lnTo>
                  <a:pt x="646" y="282"/>
                </a:lnTo>
                <a:lnTo>
                  <a:pt x="645" y="282"/>
                </a:lnTo>
                <a:lnTo>
                  <a:pt x="645" y="281"/>
                </a:lnTo>
                <a:lnTo>
                  <a:pt x="643" y="281"/>
                </a:lnTo>
                <a:lnTo>
                  <a:pt x="643" y="282"/>
                </a:lnTo>
                <a:lnTo>
                  <a:pt x="642" y="282"/>
                </a:lnTo>
                <a:lnTo>
                  <a:pt x="641" y="282"/>
                </a:lnTo>
                <a:lnTo>
                  <a:pt x="640" y="282"/>
                </a:lnTo>
                <a:lnTo>
                  <a:pt x="639" y="283"/>
                </a:lnTo>
                <a:lnTo>
                  <a:pt x="637" y="283"/>
                </a:lnTo>
                <a:lnTo>
                  <a:pt x="636" y="283"/>
                </a:lnTo>
                <a:lnTo>
                  <a:pt x="635" y="283"/>
                </a:lnTo>
                <a:lnTo>
                  <a:pt x="635" y="285"/>
                </a:lnTo>
                <a:lnTo>
                  <a:pt x="635" y="286"/>
                </a:lnTo>
                <a:lnTo>
                  <a:pt x="635" y="287"/>
                </a:lnTo>
                <a:lnTo>
                  <a:pt x="635" y="290"/>
                </a:lnTo>
                <a:lnTo>
                  <a:pt x="634" y="290"/>
                </a:lnTo>
                <a:lnTo>
                  <a:pt x="634" y="292"/>
                </a:lnTo>
                <a:lnTo>
                  <a:pt x="634" y="293"/>
                </a:lnTo>
                <a:lnTo>
                  <a:pt x="633" y="293"/>
                </a:lnTo>
                <a:lnTo>
                  <a:pt x="633" y="294"/>
                </a:lnTo>
                <a:lnTo>
                  <a:pt x="633" y="295"/>
                </a:lnTo>
                <a:lnTo>
                  <a:pt x="633" y="296"/>
                </a:lnTo>
                <a:lnTo>
                  <a:pt x="632" y="296"/>
                </a:lnTo>
                <a:lnTo>
                  <a:pt x="631" y="297"/>
                </a:lnTo>
                <a:lnTo>
                  <a:pt x="630" y="298"/>
                </a:lnTo>
                <a:lnTo>
                  <a:pt x="630" y="299"/>
                </a:lnTo>
                <a:lnTo>
                  <a:pt x="629" y="300"/>
                </a:lnTo>
                <a:lnTo>
                  <a:pt x="629" y="299"/>
                </a:lnTo>
                <a:lnTo>
                  <a:pt x="628" y="299"/>
                </a:lnTo>
                <a:lnTo>
                  <a:pt x="627" y="299"/>
                </a:lnTo>
                <a:lnTo>
                  <a:pt x="627" y="300"/>
                </a:lnTo>
                <a:lnTo>
                  <a:pt x="627" y="301"/>
                </a:lnTo>
                <a:lnTo>
                  <a:pt x="626" y="301"/>
                </a:lnTo>
                <a:lnTo>
                  <a:pt x="626" y="302"/>
                </a:lnTo>
                <a:lnTo>
                  <a:pt x="627" y="302"/>
                </a:lnTo>
                <a:lnTo>
                  <a:pt x="626" y="303"/>
                </a:lnTo>
                <a:lnTo>
                  <a:pt x="626" y="305"/>
                </a:lnTo>
                <a:lnTo>
                  <a:pt x="626" y="306"/>
                </a:lnTo>
                <a:lnTo>
                  <a:pt x="625" y="306"/>
                </a:lnTo>
                <a:lnTo>
                  <a:pt x="626" y="307"/>
                </a:lnTo>
                <a:lnTo>
                  <a:pt x="626" y="308"/>
                </a:lnTo>
                <a:lnTo>
                  <a:pt x="626" y="309"/>
                </a:lnTo>
                <a:lnTo>
                  <a:pt x="625" y="309"/>
                </a:lnTo>
                <a:lnTo>
                  <a:pt x="625" y="310"/>
                </a:lnTo>
                <a:lnTo>
                  <a:pt x="625" y="311"/>
                </a:lnTo>
                <a:lnTo>
                  <a:pt x="624" y="311"/>
                </a:lnTo>
                <a:lnTo>
                  <a:pt x="624" y="312"/>
                </a:lnTo>
                <a:lnTo>
                  <a:pt x="623" y="314"/>
                </a:lnTo>
                <a:lnTo>
                  <a:pt x="624" y="314"/>
                </a:lnTo>
                <a:lnTo>
                  <a:pt x="624" y="315"/>
                </a:lnTo>
                <a:lnTo>
                  <a:pt x="625" y="315"/>
                </a:lnTo>
                <a:lnTo>
                  <a:pt x="625" y="316"/>
                </a:lnTo>
                <a:lnTo>
                  <a:pt x="624" y="316"/>
                </a:lnTo>
                <a:lnTo>
                  <a:pt x="624" y="317"/>
                </a:lnTo>
                <a:lnTo>
                  <a:pt x="623" y="317"/>
                </a:lnTo>
                <a:lnTo>
                  <a:pt x="623" y="318"/>
                </a:lnTo>
                <a:lnTo>
                  <a:pt x="623" y="319"/>
                </a:lnTo>
                <a:lnTo>
                  <a:pt x="622" y="319"/>
                </a:lnTo>
                <a:lnTo>
                  <a:pt x="623" y="320"/>
                </a:lnTo>
                <a:lnTo>
                  <a:pt x="624" y="320"/>
                </a:lnTo>
                <a:lnTo>
                  <a:pt x="624" y="321"/>
                </a:lnTo>
                <a:lnTo>
                  <a:pt x="624" y="322"/>
                </a:lnTo>
                <a:lnTo>
                  <a:pt x="624" y="323"/>
                </a:lnTo>
                <a:lnTo>
                  <a:pt x="625" y="324"/>
                </a:lnTo>
                <a:lnTo>
                  <a:pt x="625" y="325"/>
                </a:lnTo>
                <a:lnTo>
                  <a:pt x="626" y="325"/>
                </a:lnTo>
                <a:lnTo>
                  <a:pt x="626" y="326"/>
                </a:lnTo>
                <a:lnTo>
                  <a:pt x="626" y="327"/>
                </a:lnTo>
                <a:lnTo>
                  <a:pt x="626" y="330"/>
                </a:lnTo>
                <a:lnTo>
                  <a:pt x="627" y="330"/>
                </a:lnTo>
                <a:lnTo>
                  <a:pt x="627" y="331"/>
                </a:lnTo>
                <a:lnTo>
                  <a:pt x="626" y="331"/>
                </a:lnTo>
                <a:lnTo>
                  <a:pt x="626" y="332"/>
                </a:lnTo>
                <a:lnTo>
                  <a:pt x="625" y="332"/>
                </a:lnTo>
                <a:lnTo>
                  <a:pt x="624" y="332"/>
                </a:lnTo>
                <a:lnTo>
                  <a:pt x="624" y="333"/>
                </a:lnTo>
                <a:lnTo>
                  <a:pt x="625" y="333"/>
                </a:lnTo>
                <a:lnTo>
                  <a:pt x="625" y="334"/>
                </a:lnTo>
                <a:lnTo>
                  <a:pt x="625" y="335"/>
                </a:lnTo>
                <a:lnTo>
                  <a:pt x="625" y="336"/>
                </a:lnTo>
                <a:lnTo>
                  <a:pt x="625" y="337"/>
                </a:lnTo>
                <a:lnTo>
                  <a:pt x="625" y="338"/>
                </a:lnTo>
                <a:lnTo>
                  <a:pt x="625" y="339"/>
                </a:lnTo>
                <a:lnTo>
                  <a:pt x="626" y="340"/>
                </a:lnTo>
                <a:lnTo>
                  <a:pt x="627" y="340"/>
                </a:lnTo>
                <a:lnTo>
                  <a:pt x="628" y="340"/>
                </a:lnTo>
                <a:lnTo>
                  <a:pt x="629" y="340"/>
                </a:lnTo>
                <a:lnTo>
                  <a:pt x="629" y="341"/>
                </a:lnTo>
                <a:lnTo>
                  <a:pt x="629" y="340"/>
                </a:lnTo>
                <a:lnTo>
                  <a:pt x="630" y="340"/>
                </a:lnTo>
                <a:lnTo>
                  <a:pt x="629" y="341"/>
                </a:lnTo>
                <a:lnTo>
                  <a:pt x="629" y="342"/>
                </a:lnTo>
                <a:lnTo>
                  <a:pt x="630" y="342"/>
                </a:lnTo>
                <a:lnTo>
                  <a:pt x="630" y="343"/>
                </a:lnTo>
                <a:lnTo>
                  <a:pt x="630" y="344"/>
                </a:lnTo>
                <a:lnTo>
                  <a:pt x="629" y="344"/>
                </a:lnTo>
                <a:lnTo>
                  <a:pt x="628" y="345"/>
                </a:lnTo>
                <a:lnTo>
                  <a:pt x="627" y="346"/>
                </a:lnTo>
                <a:lnTo>
                  <a:pt x="626" y="347"/>
                </a:lnTo>
                <a:lnTo>
                  <a:pt x="626" y="348"/>
                </a:lnTo>
                <a:lnTo>
                  <a:pt x="627" y="348"/>
                </a:lnTo>
                <a:lnTo>
                  <a:pt x="626" y="349"/>
                </a:lnTo>
                <a:lnTo>
                  <a:pt x="625" y="350"/>
                </a:lnTo>
                <a:lnTo>
                  <a:pt x="624" y="350"/>
                </a:lnTo>
                <a:lnTo>
                  <a:pt x="624" y="351"/>
                </a:lnTo>
                <a:lnTo>
                  <a:pt x="624" y="352"/>
                </a:lnTo>
                <a:lnTo>
                  <a:pt x="624" y="353"/>
                </a:lnTo>
                <a:lnTo>
                  <a:pt x="625" y="353"/>
                </a:lnTo>
                <a:lnTo>
                  <a:pt x="625" y="354"/>
                </a:lnTo>
                <a:lnTo>
                  <a:pt x="625" y="355"/>
                </a:lnTo>
                <a:lnTo>
                  <a:pt x="624" y="356"/>
                </a:lnTo>
                <a:lnTo>
                  <a:pt x="623" y="357"/>
                </a:lnTo>
                <a:lnTo>
                  <a:pt x="623" y="358"/>
                </a:lnTo>
                <a:lnTo>
                  <a:pt x="623" y="359"/>
                </a:lnTo>
                <a:lnTo>
                  <a:pt x="622" y="360"/>
                </a:lnTo>
                <a:lnTo>
                  <a:pt x="621" y="361"/>
                </a:lnTo>
                <a:lnTo>
                  <a:pt x="620" y="361"/>
                </a:lnTo>
                <a:lnTo>
                  <a:pt x="620" y="362"/>
                </a:lnTo>
                <a:lnTo>
                  <a:pt x="619" y="362"/>
                </a:lnTo>
                <a:lnTo>
                  <a:pt x="618" y="363"/>
                </a:lnTo>
                <a:lnTo>
                  <a:pt x="618" y="364"/>
                </a:lnTo>
                <a:lnTo>
                  <a:pt x="618" y="365"/>
                </a:lnTo>
                <a:lnTo>
                  <a:pt x="617" y="365"/>
                </a:lnTo>
                <a:lnTo>
                  <a:pt x="617" y="366"/>
                </a:lnTo>
                <a:lnTo>
                  <a:pt x="617" y="367"/>
                </a:lnTo>
                <a:lnTo>
                  <a:pt x="616" y="368"/>
                </a:lnTo>
                <a:lnTo>
                  <a:pt x="615" y="368"/>
                </a:lnTo>
                <a:lnTo>
                  <a:pt x="615" y="369"/>
                </a:lnTo>
                <a:lnTo>
                  <a:pt x="615" y="368"/>
                </a:lnTo>
                <a:lnTo>
                  <a:pt x="614" y="368"/>
                </a:lnTo>
                <a:lnTo>
                  <a:pt x="614" y="369"/>
                </a:lnTo>
                <a:lnTo>
                  <a:pt x="613" y="369"/>
                </a:lnTo>
                <a:lnTo>
                  <a:pt x="613" y="370"/>
                </a:lnTo>
                <a:lnTo>
                  <a:pt x="612" y="370"/>
                </a:lnTo>
                <a:lnTo>
                  <a:pt x="613" y="371"/>
                </a:lnTo>
                <a:lnTo>
                  <a:pt x="612" y="371"/>
                </a:lnTo>
                <a:lnTo>
                  <a:pt x="612" y="372"/>
                </a:lnTo>
                <a:lnTo>
                  <a:pt x="611" y="372"/>
                </a:lnTo>
                <a:lnTo>
                  <a:pt x="611" y="373"/>
                </a:lnTo>
                <a:lnTo>
                  <a:pt x="610" y="373"/>
                </a:lnTo>
                <a:lnTo>
                  <a:pt x="609" y="373"/>
                </a:lnTo>
                <a:lnTo>
                  <a:pt x="609" y="374"/>
                </a:lnTo>
                <a:lnTo>
                  <a:pt x="608" y="374"/>
                </a:lnTo>
                <a:lnTo>
                  <a:pt x="607" y="374"/>
                </a:lnTo>
                <a:lnTo>
                  <a:pt x="606" y="374"/>
                </a:lnTo>
                <a:lnTo>
                  <a:pt x="605" y="374"/>
                </a:lnTo>
                <a:lnTo>
                  <a:pt x="604" y="373"/>
                </a:lnTo>
                <a:lnTo>
                  <a:pt x="604" y="374"/>
                </a:lnTo>
                <a:lnTo>
                  <a:pt x="603" y="374"/>
                </a:lnTo>
                <a:lnTo>
                  <a:pt x="602" y="374"/>
                </a:lnTo>
                <a:lnTo>
                  <a:pt x="602" y="373"/>
                </a:lnTo>
                <a:lnTo>
                  <a:pt x="601" y="373"/>
                </a:lnTo>
                <a:lnTo>
                  <a:pt x="601" y="374"/>
                </a:lnTo>
                <a:lnTo>
                  <a:pt x="600" y="374"/>
                </a:lnTo>
                <a:lnTo>
                  <a:pt x="599" y="374"/>
                </a:lnTo>
                <a:lnTo>
                  <a:pt x="599" y="375"/>
                </a:lnTo>
                <a:lnTo>
                  <a:pt x="598" y="375"/>
                </a:lnTo>
                <a:lnTo>
                  <a:pt x="596" y="375"/>
                </a:lnTo>
                <a:lnTo>
                  <a:pt x="596" y="376"/>
                </a:lnTo>
                <a:lnTo>
                  <a:pt x="597" y="376"/>
                </a:lnTo>
                <a:lnTo>
                  <a:pt x="598" y="377"/>
                </a:lnTo>
                <a:lnTo>
                  <a:pt x="598" y="378"/>
                </a:lnTo>
                <a:lnTo>
                  <a:pt x="599" y="378"/>
                </a:lnTo>
                <a:lnTo>
                  <a:pt x="599" y="379"/>
                </a:lnTo>
                <a:lnTo>
                  <a:pt x="598" y="380"/>
                </a:lnTo>
                <a:lnTo>
                  <a:pt x="598" y="381"/>
                </a:lnTo>
                <a:lnTo>
                  <a:pt x="597" y="381"/>
                </a:lnTo>
                <a:lnTo>
                  <a:pt x="596" y="382"/>
                </a:lnTo>
                <a:lnTo>
                  <a:pt x="596" y="383"/>
                </a:lnTo>
                <a:lnTo>
                  <a:pt x="595" y="383"/>
                </a:lnTo>
                <a:lnTo>
                  <a:pt x="594" y="383"/>
                </a:lnTo>
                <a:lnTo>
                  <a:pt x="593" y="383"/>
                </a:lnTo>
                <a:lnTo>
                  <a:pt x="592" y="383"/>
                </a:lnTo>
                <a:lnTo>
                  <a:pt x="592" y="384"/>
                </a:lnTo>
                <a:lnTo>
                  <a:pt x="591" y="384"/>
                </a:lnTo>
                <a:lnTo>
                  <a:pt x="591" y="385"/>
                </a:lnTo>
                <a:lnTo>
                  <a:pt x="590" y="385"/>
                </a:lnTo>
                <a:lnTo>
                  <a:pt x="590" y="384"/>
                </a:lnTo>
                <a:lnTo>
                  <a:pt x="589" y="384"/>
                </a:lnTo>
                <a:lnTo>
                  <a:pt x="588" y="384"/>
                </a:lnTo>
                <a:lnTo>
                  <a:pt x="587" y="384"/>
                </a:lnTo>
                <a:lnTo>
                  <a:pt x="587" y="385"/>
                </a:lnTo>
                <a:lnTo>
                  <a:pt x="587" y="386"/>
                </a:lnTo>
                <a:lnTo>
                  <a:pt x="587" y="387"/>
                </a:lnTo>
                <a:lnTo>
                  <a:pt x="586" y="387"/>
                </a:lnTo>
                <a:lnTo>
                  <a:pt x="584" y="387"/>
                </a:lnTo>
                <a:lnTo>
                  <a:pt x="583" y="387"/>
                </a:lnTo>
                <a:lnTo>
                  <a:pt x="582" y="387"/>
                </a:lnTo>
                <a:lnTo>
                  <a:pt x="581" y="387"/>
                </a:lnTo>
                <a:lnTo>
                  <a:pt x="582" y="387"/>
                </a:lnTo>
                <a:lnTo>
                  <a:pt x="582" y="388"/>
                </a:lnTo>
                <a:lnTo>
                  <a:pt x="582" y="389"/>
                </a:lnTo>
                <a:lnTo>
                  <a:pt x="581" y="389"/>
                </a:lnTo>
                <a:lnTo>
                  <a:pt x="580" y="390"/>
                </a:lnTo>
                <a:lnTo>
                  <a:pt x="579" y="389"/>
                </a:lnTo>
                <a:lnTo>
                  <a:pt x="578" y="389"/>
                </a:lnTo>
                <a:lnTo>
                  <a:pt x="578" y="390"/>
                </a:lnTo>
                <a:lnTo>
                  <a:pt x="577" y="390"/>
                </a:lnTo>
                <a:lnTo>
                  <a:pt x="577" y="389"/>
                </a:lnTo>
                <a:lnTo>
                  <a:pt x="576" y="389"/>
                </a:lnTo>
                <a:lnTo>
                  <a:pt x="576" y="390"/>
                </a:lnTo>
                <a:lnTo>
                  <a:pt x="575" y="390"/>
                </a:lnTo>
                <a:lnTo>
                  <a:pt x="574" y="390"/>
                </a:lnTo>
                <a:lnTo>
                  <a:pt x="574" y="391"/>
                </a:lnTo>
                <a:lnTo>
                  <a:pt x="574" y="392"/>
                </a:lnTo>
                <a:lnTo>
                  <a:pt x="573" y="392"/>
                </a:lnTo>
                <a:lnTo>
                  <a:pt x="572" y="391"/>
                </a:lnTo>
                <a:lnTo>
                  <a:pt x="571" y="389"/>
                </a:lnTo>
                <a:lnTo>
                  <a:pt x="570" y="389"/>
                </a:lnTo>
                <a:lnTo>
                  <a:pt x="570" y="390"/>
                </a:lnTo>
                <a:lnTo>
                  <a:pt x="569" y="390"/>
                </a:lnTo>
                <a:lnTo>
                  <a:pt x="570" y="391"/>
                </a:lnTo>
                <a:lnTo>
                  <a:pt x="570" y="392"/>
                </a:lnTo>
                <a:lnTo>
                  <a:pt x="569" y="392"/>
                </a:lnTo>
                <a:lnTo>
                  <a:pt x="568" y="392"/>
                </a:lnTo>
                <a:lnTo>
                  <a:pt x="568" y="393"/>
                </a:lnTo>
                <a:lnTo>
                  <a:pt x="569" y="393"/>
                </a:lnTo>
                <a:lnTo>
                  <a:pt x="569" y="394"/>
                </a:lnTo>
                <a:lnTo>
                  <a:pt x="569" y="395"/>
                </a:lnTo>
                <a:lnTo>
                  <a:pt x="570" y="396"/>
                </a:lnTo>
                <a:lnTo>
                  <a:pt x="569" y="397"/>
                </a:lnTo>
                <a:lnTo>
                  <a:pt x="569" y="396"/>
                </a:lnTo>
                <a:lnTo>
                  <a:pt x="568" y="397"/>
                </a:lnTo>
                <a:lnTo>
                  <a:pt x="567" y="398"/>
                </a:lnTo>
                <a:lnTo>
                  <a:pt x="567" y="400"/>
                </a:lnTo>
                <a:lnTo>
                  <a:pt x="568" y="401"/>
                </a:lnTo>
                <a:lnTo>
                  <a:pt x="568" y="402"/>
                </a:lnTo>
                <a:lnTo>
                  <a:pt x="567" y="402"/>
                </a:lnTo>
                <a:lnTo>
                  <a:pt x="566" y="402"/>
                </a:lnTo>
                <a:lnTo>
                  <a:pt x="565" y="402"/>
                </a:lnTo>
                <a:lnTo>
                  <a:pt x="564" y="401"/>
                </a:lnTo>
                <a:lnTo>
                  <a:pt x="563" y="400"/>
                </a:lnTo>
                <a:lnTo>
                  <a:pt x="562" y="401"/>
                </a:lnTo>
                <a:lnTo>
                  <a:pt x="563" y="402"/>
                </a:lnTo>
                <a:lnTo>
                  <a:pt x="563" y="403"/>
                </a:lnTo>
                <a:lnTo>
                  <a:pt x="563" y="404"/>
                </a:lnTo>
                <a:lnTo>
                  <a:pt x="564" y="404"/>
                </a:lnTo>
                <a:lnTo>
                  <a:pt x="565" y="404"/>
                </a:lnTo>
                <a:lnTo>
                  <a:pt x="565" y="405"/>
                </a:lnTo>
                <a:lnTo>
                  <a:pt x="565" y="407"/>
                </a:lnTo>
                <a:lnTo>
                  <a:pt x="565" y="408"/>
                </a:lnTo>
                <a:lnTo>
                  <a:pt x="565" y="409"/>
                </a:lnTo>
                <a:lnTo>
                  <a:pt x="565" y="410"/>
                </a:lnTo>
                <a:lnTo>
                  <a:pt x="565" y="411"/>
                </a:lnTo>
                <a:lnTo>
                  <a:pt x="565" y="412"/>
                </a:lnTo>
                <a:lnTo>
                  <a:pt x="566" y="413"/>
                </a:lnTo>
                <a:lnTo>
                  <a:pt x="566" y="412"/>
                </a:lnTo>
                <a:lnTo>
                  <a:pt x="567" y="412"/>
                </a:lnTo>
                <a:lnTo>
                  <a:pt x="568" y="413"/>
                </a:lnTo>
                <a:lnTo>
                  <a:pt x="568" y="414"/>
                </a:lnTo>
                <a:lnTo>
                  <a:pt x="568" y="415"/>
                </a:lnTo>
                <a:lnTo>
                  <a:pt x="568" y="416"/>
                </a:lnTo>
                <a:lnTo>
                  <a:pt x="569" y="416"/>
                </a:lnTo>
                <a:lnTo>
                  <a:pt x="570" y="417"/>
                </a:lnTo>
                <a:lnTo>
                  <a:pt x="571" y="418"/>
                </a:lnTo>
                <a:lnTo>
                  <a:pt x="571" y="419"/>
                </a:lnTo>
                <a:lnTo>
                  <a:pt x="572" y="419"/>
                </a:lnTo>
                <a:lnTo>
                  <a:pt x="572" y="420"/>
                </a:lnTo>
                <a:lnTo>
                  <a:pt x="571" y="421"/>
                </a:lnTo>
                <a:lnTo>
                  <a:pt x="569" y="421"/>
                </a:lnTo>
                <a:lnTo>
                  <a:pt x="567" y="421"/>
                </a:lnTo>
                <a:lnTo>
                  <a:pt x="567" y="420"/>
                </a:lnTo>
                <a:lnTo>
                  <a:pt x="567" y="419"/>
                </a:lnTo>
                <a:lnTo>
                  <a:pt x="566" y="419"/>
                </a:lnTo>
                <a:lnTo>
                  <a:pt x="566" y="420"/>
                </a:lnTo>
                <a:lnTo>
                  <a:pt x="565" y="421"/>
                </a:lnTo>
                <a:lnTo>
                  <a:pt x="565" y="422"/>
                </a:lnTo>
                <a:lnTo>
                  <a:pt x="564" y="422"/>
                </a:lnTo>
                <a:lnTo>
                  <a:pt x="564" y="421"/>
                </a:lnTo>
                <a:lnTo>
                  <a:pt x="563" y="422"/>
                </a:lnTo>
                <a:lnTo>
                  <a:pt x="563" y="423"/>
                </a:lnTo>
                <a:lnTo>
                  <a:pt x="563" y="424"/>
                </a:lnTo>
                <a:lnTo>
                  <a:pt x="561" y="424"/>
                </a:lnTo>
                <a:lnTo>
                  <a:pt x="561" y="425"/>
                </a:lnTo>
                <a:lnTo>
                  <a:pt x="561" y="424"/>
                </a:lnTo>
                <a:lnTo>
                  <a:pt x="560" y="425"/>
                </a:lnTo>
                <a:lnTo>
                  <a:pt x="559" y="426"/>
                </a:lnTo>
                <a:lnTo>
                  <a:pt x="560" y="428"/>
                </a:lnTo>
                <a:lnTo>
                  <a:pt x="560" y="429"/>
                </a:lnTo>
                <a:lnTo>
                  <a:pt x="561" y="429"/>
                </a:lnTo>
                <a:lnTo>
                  <a:pt x="562" y="430"/>
                </a:lnTo>
                <a:lnTo>
                  <a:pt x="562" y="432"/>
                </a:lnTo>
                <a:lnTo>
                  <a:pt x="560" y="432"/>
                </a:lnTo>
                <a:lnTo>
                  <a:pt x="559" y="433"/>
                </a:lnTo>
                <a:lnTo>
                  <a:pt x="559" y="434"/>
                </a:lnTo>
                <a:lnTo>
                  <a:pt x="558" y="434"/>
                </a:lnTo>
                <a:lnTo>
                  <a:pt x="557" y="434"/>
                </a:lnTo>
                <a:lnTo>
                  <a:pt x="557" y="433"/>
                </a:lnTo>
                <a:lnTo>
                  <a:pt x="556" y="433"/>
                </a:lnTo>
                <a:lnTo>
                  <a:pt x="556" y="434"/>
                </a:lnTo>
                <a:lnTo>
                  <a:pt x="555" y="434"/>
                </a:lnTo>
                <a:lnTo>
                  <a:pt x="555" y="433"/>
                </a:lnTo>
                <a:lnTo>
                  <a:pt x="555" y="432"/>
                </a:lnTo>
                <a:lnTo>
                  <a:pt x="555" y="431"/>
                </a:lnTo>
                <a:lnTo>
                  <a:pt x="555" y="430"/>
                </a:lnTo>
                <a:lnTo>
                  <a:pt x="554" y="430"/>
                </a:lnTo>
                <a:lnTo>
                  <a:pt x="553" y="430"/>
                </a:lnTo>
                <a:lnTo>
                  <a:pt x="552" y="430"/>
                </a:lnTo>
                <a:lnTo>
                  <a:pt x="551" y="429"/>
                </a:lnTo>
                <a:lnTo>
                  <a:pt x="551" y="430"/>
                </a:lnTo>
                <a:lnTo>
                  <a:pt x="550" y="430"/>
                </a:lnTo>
                <a:lnTo>
                  <a:pt x="550" y="431"/>
                </a:lnTo>
                <a:lnTo>
                  <a:pt x="549" y="432"/>
                </a:lnTo>
                <a:lnTo>
                  <a:pt x="548" y="433"/>
                </a:lnTo>
                <a:lnTo>
                  <a:pt x="549" y="433"/>
                </a:lnTo>
                <a:lnTo>
                  <a:pt x="549" y="434"/>
                </a:lnTo>
                <a:lnTo>
                  <a:pt x="548" y="434"/>
                </a:lnTo>
                <a:lnTo>
                  <a:pt x="547" y="435"/>
                </a:lnTo>
                <a:lnTo>
                  <a:pt x="546" y="435"/>
                </a:lnTo>
                <a:lnTo>
                  <a:pt x="545" y="435"/>
                </a:lnTo>
                <a:lnTo>
                  <a:pt x="544" y="434"/>
                </a:lnTo>
                <a:lnTo>
                  <a:pt x="544" y="433"/>
                </a:lnTo>
                <a:lnTo>
                  <a:pt x="543" y="432"/>
                </a:lnTo>
                <a:lnTo>
                  <a:pt x="542" y="431"/>
                </a:lnTo>
                <a:lnTo>
                  <a:pt x="542" y="430"/>
                </a:lnTo>
                <a:lnTo>
                  <a:pt x="541" y="430"/>
                </a:lnTo>
                <a:lnTo>
                  <a:pt x="540" y="428"/>
                </a:lnTo>
                <a:lnTo>
                  <a:pt x="539" y="428"/>
                </a:lnTo>
                <a:lnTo>
                  <a:pt x="538" y="428"/>
                </a:lnTo>
                <a:lnTo>
                  <a:pt x="538" y="429"/>
                </a:lnTo>
                <a:lnTo>
                  <a:pt x="538" y="430"/>
                </a:lnTo>
                <a:lnTo>
                  <a:pt x="537" y="430"/>
                </a:lnTo>
                <a:lnTo>
                  <a:pt x="536" y="431"/>
                </a:lnTo>
                <a:lnTo>
                  <a:pt x="536" y="432"/>
                </a:lnTo>
                <a:lnTo>
                  <a:pt x="535" y="433"/>
                </a:lnTo>
                <a:lnTo>
                  <a:pt x="535" y="432"/>
                </a:lnTo>
                <a:lnTo>
                  <a:pt x="533" y="431"/>
                </a:lnTo>
                <a:lnTo>
                  <a:pt x="533" y="430"/>
                </a:lnTo>
                <a:lnTo>
                  <a:pt x="532" y="429"/>
                </a:lnTo>
                <a:lnTo>
                  <a:pt x="532" y="431"/>
                </a:lnTo>
                <a:lnTo>
                  <a:pt x="531" y="432"/>
                </a:lnTo>
                <a:lnTo>
                  <a:pt x="530" y="433"/>
                </a:lnTo>
                <a:lnTo>
                  <a:pt x="530" y="434"/>
                </a:lnTo>
                <a:lnTo>
                  <a:pt x="531" y="435"/>
                </a:lnTo>
                <a:lnTo>
                  <a:pt x="532" y="436"/>
                </a:lnTo>
                <a:lnTo>
                  <a:pt x="533" y="436"/>
                </a:lnTo>
                <a:lnTo>
                  <a:pt x="534" y="436"/>
                </a:lnTo>
                <a:lnTo>
                  <a:pt x="534" y="437"/>
                </a:lnTo>
                <a:lnTo>
                  <a:pt x="534" y="439"/>
                </a:lnTo>
                <a:lnTo>
                  <a:pt x="534" y="440"/>
                </a:lnTo>
                <a:lnTo>
                  <a:pt x="533" y="440"/>
                </a:lnTo>
                <a:lnTo>
                  <a:pt x="533" y="439"/>
                </a:lnTo>
                <a:lnTo>
                  <a:pt x="532" y="440"/>
                </a:lnTo>
                <a:lnTo>
                  <a:pt x="533" y="441"/>
                </a:lnTo>
                <a:lnTo>
                  <a:pt x="533" y="442"/>
                </a:lnTo>
                <a:lnTo>
                  <a:pt x="533" y="443"/>
                </a:lnTo>
                <a:lnTo>
                  <a:pt x="533" y="444"/>
                </a:lnTo>
                <a:lnTo>
                  <a:pt x="533" y="445"/>
                </a:lnTo>
                <a:lnTo>
                  <a:pt x="532" y="445"/>
                </a:lnTo>
                <a:lnTo>
                  <a:pt x="532" y="446"/>
                </a:lnTo>
                <a:lnTo>
                  <a:pt x="533" y="447"/>
                </a:lnTo>
                <a:lnTo>
                  <a:pt x="533" y="448"/>
                </a:lnTo>
                <a:lnTo>
                  <a:pt x="533" y="449"/>
                </a:lnTo>
                <a:lnTo>
                  <a:pt x="533" y="451"/>
                </a:lnTo>
                <a:lnTo>
                  <a:pt x="533" y="452"/>
                </a:lnTo>
                <a:lnTo>
                  <a:pt x="534" y="453"/>
                </a:lnTo>
                <a:lnTo>
                  <a:pt x="535" y="453"/>
                </a:lnTo>
                <a:lnTo>
                  <a:pt x="536" y="454"/>
                </a:lnTo>
                <a:lnTo>
                  <a:pt x="536" y="455"/>
                </a:lnTo>
                <a:lnTo>
                  <a:pt x="535" y="455"/>
                </a:lnTo>
                <a:lnTo>
                  <a:pt x="534" y="456"/>
                </a:lnTo>
                <a:lnTo>
                  <a:pt x="535" y="457"/>
                </a:lnTo>
                <a:lnTo>
                  <a:pt x="536" y="457"/>
                </a:lnTo>
                <a:lnTo>
                  <a:pt x="536" y="458"/>
                </a:lnTo>
                <a:lnTo>
                  <a:pt x="537" y="459"/>
                </a:lnTo>
                <a:lnTo>
                  <a:pt x="536" y="459"/>
                </a:lnTo>
                <a:lnTo>
                  <a:pt x="536" y="460"/>
                </a:lnTo>
                <a:lnTo>
                  <a:pt x="536" y="461"/>
                </a:lnTo>
                <a:lnTo>
                  <a:pt x="535" y="461"/>
                </a:lnTo>
                <a:lnTo>
                  <a:pt x="534" y="461"/>
                </a:lnTo>
                <a:lnTo>
                  <a:pt x="533" y="461"/>
                </a:lnTo>
                <a:lnTo>
                  <a:pt x="532" y="461"/>
                </a:lnTo>
                <a:lnTo>
                  <a:pt x="531" y="461"/>
                </a:lnTo>
                <a:lnTo>
                  <a:pt x="530" y="460"/>
                </a:lnTo>
                <a:lnTo>
                  <a:pt x="529" y="460"/>
                </a:lnTo>
                <a:lnTo>
                  <a:pt x="529" y="459"/>
                </a:lnTo>
                <a:lnTo>
                  <a:pt x="528" y="459"/>
                </a:lnTo>
                <a:lnTo>
                  <a:pt x="528" y="458"/>
                </a:lnTo>
                <a:lnTo>
                  <a:pt x="527" y="458"/>
                </a:lnTo>
                <a:lnTo>
                  <a:pt x="527" y="459"/>
                </a:lnTo>
                <a:lnTo>
                  <a:pt x="527" y="460"/>
                </a:lnTo>
                <a:lnTo>
                  <a:pt x="526" y="460"/>
                </a:lnTo>
                <a:lnTo>
                  <a:pt x="526" y="461"/>
                </a:lnTo>
                <a:lnTo>
                  <a:pt x="525" y="460"/>
                </a:lnTo>
                <a:lnTo>
                  <a:pt x="525" y="461"/>
                </a:lnTo>
                <a:lnTo>
                  <a:pt x="524" y="461"/>
                </a:lnTo>
                <a:lnTo>
                  <a:pt x="524" y="462"/>
                </a:lnTo>
                <a:lnTo>
                  <a:pt x="522" y="462"/>
                </a:lnTo>
                <a:lnTo>
                  <a:pt x="521" y="462"/>
                </a:lnTo>
                <a:lnTo>
                  <a:pt x="520" y="461"/>
                </a:lnTo>
                <a:lnTo>
                  <a:pt x="520" y="460"/>
                </a:lnTo>
                <a:lnTo>
                  <a:pt x="519" y="460"/>
                </a:lnTo>
                <a:lnTo>
                  <a:pt x="518" y="460"/>
                </a:lnTo>
                <a:lnTo>
                  <a:pt x="517" y="460"/>
                </a:lnTo>
                <a:lnTo>
                  <a:pt x="516" y="460"/>
                </a:lnTo>
                <a:lnTo>
                  <a:pt x="514" y="460"/>
                </a:lnTo>
                <a:lnTo>
                  <a:pt x="514" y="461"/>
                </a:lnTo>
                <a:lnTo>
                  <a:pt x="513" y="461"/>
                </a:lnTo>
                <a:lnTo>
                  <a:pt x="513" y="460"/>
                </a:lnTo>
                <a:lnTo>
                  <a:pt x="512" y="459"/>
                </a:lnTo>
                <a:lnTo>
                  <a:pt x="512" y="460"/>
                </a:lnTo>
                <a:lnTo>
                  <a:pt x="510" y="461"/>
                </a:lnTo>
                <a:lnTo>
                  <a:pt x="510" y="462"/>
                </a:lnTo>
                <a:lnTo>
                  <a:pt x="511" y="463"/>
                </a:lnTo>
                <a:lnTo>
                  <a:pt x="510" y="463"/>
                </a:lnTo>
                <a:lnTo>
                  <a:pt x="510" y="462"/>
                </a:lnTo>
                <a:lnTo>
                  <a:pt x="510" y="461"/>
                </a:lnTo>
                <a:lnTo>
                  <a:pt x="509" y="461"/>
                </a:lnTo>
                <a:lnTo>
                  <a:pt x="509" y="462"/>
                </a:lnTo>
                <a:lnTo>
                  <a:pt x="509" y="463"/>
                </a:lnTo>
                <a:lnTo>
                  <a:pt x="508" y="463"/>
                </a:lnTo>
                <a:lnTo>
                  <a:pt x="507" y="464"/>
                </a:lnTo>
                <a:lnTo>
                  <a:pt x="506" y="464"/>
                </a:lnTo>
                <a:lnTo>
                  <a:pt x="505" y="464"/>
                </a:lnTo>
                <a:lnTo>
                  <a:pt x="505" y="463"/>
                </a:lnTo>
                <a:lnTo>
                  <a:pt x="504" y="463"/>
                </a:lnTo>
                <a:lnTo>
                  <a:pt x="503" y="463"/>
                </a:lnTo>
                <a:lnTo>
                  <a:pt x="502" y="462"/>
                </a:lnTo>
                <a:lnTo>
                  <a:pt x="501" y="462"/>
                </a:lnTo>
                <a:lnTo>
                  <a:pt x="500" y="462"/>
                </a:lnTo>
                <a:lnTo>
                  <a:pt x="499" y="463"/>
                </a:lnTo>
                <a:lnTo>
                  <a:pt x="498" y="463"/>
                </a:lnTo>
                <a:lnTo>
                  <a:pt x="498" y="464"/>
                </a:lnTo>
                <a:lnTo>
                  <a:pt x="497" y="465"/>
                </a:lnTo>
                <a:lnTo>
                  <a:pt x="496" y="465"/>
                </a:lnTo>
                <a:lnTo>
                  <a:pt x="496" y="466"/>
                </a:lnTo>
                <a:lnTo>
                  <a:pt x="496" y="467"/>
                </a:lnTo>
                <a:lnTo>
                  <a:pt x="496" y="468"/>
                </a:lnTo>
                <a:lnTo>
                  <a:pt x="495" y="468"/>
                </a:lnTo>
                <a:lnTo>
                  <a:pt x="495" y="471"/>
                </a:lnTo>
                <a:lnTo>
                  <a:pt x="495" y="472"/>
                </a:lnTo>
                <a:lnTo>
                  <a:pt x="495" y="473"/>
                </a:lnTo>
                <a:lnTo>
                  <a:pt x="495" y="474"/>
                </a:lnTo>
                <a:lnTo>
                  <a:pt x="495" y="475"/>
                </a:lnTo>
                <a:lnTo>
                  <a:pt x="495" y="476"/>
                </a:lnTo>
                <a:lnTo>
                  <a:pt x="496" y="476"/>
                </a:lnTo>
                <a:lnTo>
                  <a:pt x="495" y="477"/>
                </a:lnTo>
                <a:lnTo>
                  <a:pt x="494" y="477"/>
                </a:lnTo>
                <a:lnTo>
                  <a:pt x="494" y="478"/>
                </a:lnTo>
                <a:lnTo>
                  <a:pt x="494" y="479"/>
                </a:lnTo>
                <a:lnTo>
                  <a:pt x="494" y="480"/>
                </a:lnTo>
                <a:lnTo>
                  <a:pt x="493" y="480"/>
                </a:lnTo>
                <a:lnTo>
                  <a:pt x="492" y="481"/>
                </a:lnTo>
                <a:lnTo>
                  <a:pt x="493" y="482"/>
                </a:lnTo>
                <a:lnTo>
                  <a:pt x="493" y="483"/>
                </a:lnTo>
                <a:lnTo>
                  <a:pt x="493" y="484"/>
                </a:lnTo>
                <a:lnTo>
                  <a:pt x="492" y="485"/>
                </a:lnTo>
                <a:lnTo>
                  <a:pt x="490" y="485"/>
                </a:lnTo>
                <a:lnTo>
                  <a:pt x="489" y="485"/>
                </a:lnTo>
                <a:lnTo>
                  <a:pt x="488" y="485"/>
                </a:lnTo>
                <a:lnTo>
                  <a:pt x="487" y="486"/>
                </a:lnTo>
                <a:lnTo>
                  <a:pt x="486" y="487"/>
                </a:lnTo>
                <a:lnTo>
                  <a:pt x="485" y="486"/>
                </a:lnTo>
                <a:lnTo>
                  <a:pt x="484" y="486"/>
                </a:lnTo>
                <a:lnTo>
                  <a:pt x="483" y="487"/>
                </a:lnTo>
                <a:lnTo>
                  <a:pt x="483" y="488"/>
                </a:lnTo>
                <a:lnTo>
                  <a:pt x="483" y="487"/>
                </a:lnTo>
                <a:lnTo>
                  <a:pt x="482" y="487"/>
                </a:lnTo>
                <a:lnTo>
                  <a:pt x="482" y="486"/>
                </a:lnTo>
                <a:lnTo>
                  <a:pt x="481" y="484"/>
                </a:lnTo>
                <a:lnTo>
                  <a:pt x="481" y="483"/>
                </a:lnTo>
                <a:lnTo>
                  <a:pt x="480" y="483"/>
                </a:lnTo>
                <a:lnTo>
                  <a:pt x="480" y="484"/>
                </a:lnTo>
                <a:lnTo>
                  <a:pt x="480" y="485"/>
                </a:lnTo>
                <a:lnTo>
                  <a:pt x="479" y="486"/>
                </a:lnTo>
                <a:lnTo>
                  <a:pt x="479" y="487"/>
                </a:lnTo>
                <a:lnTo>
                  <a:pt x="479" y="488"/>
                </a:lnTo>
                <a:lnTo>
                  <a:pt x="478" y="488"/>
                </a:lnTo>
                <a:lnTo>
                  <a:pt x="478" y="489"/>
                </a:lnTo>
                <a:lnTo>
                  <a:pt x="478" y="490"/>
                </a:lnTo>
                <a:lnTo>
                  <a:pt x="478" y="491"/>
                </a:lnTo>
                <a:lnTo>
                  <a:pt x="479" y="492"/>
                </a:lnTo>
                <a:lnTo>
                  <a:pt x="479" y="493"/>
                </a:lnTo>
                <a:lnTo>
                  <a:pt x="478" y="493"/>
                </a:lnTo>
                <a:lnTo>
                  <a:pt x="478" y="494"/>
                </a:lnTo>
                <a:lnTo>
                  <a:pt x="479" y="494"/>
                </a:lnTo>
                <a:lnTo>
                  <a:pt x="479" y="495"/>
                </a:lnTo>
                <a:lnTo>
                  <a:pt x="478" y="494"/>
                </a:lnTo>
                <a:lnTo>
                  <a:pt x="478" y="495"/>
                </a:lnTo>
                <a:lnTo>
                  <a:pt x="479" y="495"/>
                </a:lnTo>
                <a:lnTo>
                  <a:pt x="479" y="496"/>
                </a:lnTo>
                <a:lnTo>
                  <a:pt x="479" y="497"/>
                </a:lnTo>
                <a:lnTo>
                  <a:pt x="479" y="498"/>
                </a:lnTo>
                <a:lnTo>
                  <a:pt x="479" y="499"/>
                </a:lnTo>
                <a:lnTo>
                  <a:pt x="480" y="499"/>
                </a:lnTo>
                <a:lnTo>
                  <a:pt x="480" y="500"/>
                </a:lnTo>
                <a:lnTo>
                  <a:pt x="480" y="501"/>
                </a:lnTo>
                <a:lnTo>
                  <a:pt x="481" y="502"/>
                </a:lnTo>
                <a:lnTo>
                  <a:pt x="481" y="503"/>
                </a:lnTo>
                <a:lnTo>
                  <a:pt x="481" y="502"/>
                </a:lnTo>
                <a:lnTo>
                  <a:pt x="480" y="502"/>
                </a:lnTo>
                <a:lnTo>
                  <a:pt x="480" y="501"/>
                </a:lnTo>
                <a:lnTo>
                  <a:pt x="479" y="501"/>
                </a:lnTo>
                <a:lnTo>
                  <a:pt x="479" y="502"/>
                </a:lnTo>
                <a:lnTo>
                  <a:pt x="479" y="503"/>
                </a:lnTo>
                <a:lnTo>
                  <a:pt x="480" y="504"/>
                </a:lnTo>
                <a:lnTo>
                  <a:pt x="479" y="504"/>
                </a:lnTo>
                <a:lnTo>
                  <a:pt x="479" y="505"/>
                </a:lnTo>
                <a:lnTo>
                  <a:pt x="478" y="504"/>
                </a:lnTo>
                <a:lnTo>
                  <a:pt x="477" y="504"/>
                </a:lnTo>
                <a:lnTo>
                  <a:pt x="476" y="504"/>
                </a:lnTo>
                <a:lnTo>
                  <a:pt x="476" y="503"/>
                </a:lnTo>
                <a:lnTo>
                  <a:pt x="475" y="503"/>
                </a:lnTo>
                <a:lnTo>
                  <a:pt x="474" y="503"/>
                </a:lnTo>
                <a:lnTo>
                  <a:pt x="474" y="502"/>
                </a:lnTo>
                <a:lnTo>
                  <a:pt x="473" y="501"/>
                </a:lnTo>
                <a:lnTo>
                  <a:pt x="472" y="501"/>
                </a:lnTo>
                <a:lnTo>
                  <a:pt x="471" y="500"/>
                </a:lnTo>
                <a:lnTo>
                  <a:pt x="471" y="499"/>
                </a:lnTo>
                <a:lnTo>
                  <a:pt x="470" y="499"/>
                </a:lnTo>
                <a:lnTo>
                  <a:pt x="471" y="499"/>
                </a:lnTo>
                <a:lnTo>
                  <a:pt x="471" y="498"/>
                </a:lnTo>
                <a:lnTo>
                  <a:pt x="472" y="496"/>
                </a:lnTo>
                <a:lnTo>
                  <a:pt x="472" y="495"/>
                </a:lnTo>
                <a:lnTo>
                  <a:pt x="472" y="494"/>
                </a:lnTo>
                <a:lnTo>
                  <a:pt x="472" y="493"/>
                </a:lnTo>
                <a:lnTo>
                  <a:pt x="471" y="493"/>
                </a:lnTo>
                <a:lnTo>
                  <a:pt x="472" y="493"/>
                </a:lnTo>
                <a:lnTo>
                  <a:pt x="471" y="492"/>
                </a:lnTo>
                <a:lnTo>
                  <a:pt x="472" y="492"/>
                </a:lnTo>
                <a:lnTo>
                  <a:pt x="472" y="491"/>
                </a:lnTo>
                <a:lnTo>
                  <a:pt x="471" y="491"/>
                </a:lnTo>
                <a:lnTo>
                  <a:pt x="472" y="491"/>
                </a:lnTo>
                <a:lnTo>
                  <a:pt x="472" y="490"/>
                </a:lnTo>
                <a:lnTo>
                  <a:pt x="472" y="489"/>
                </a:lnTo>
                <a:lnTo>
                  <a:pt x="472" y="490"/>
                </a:lnTo>
                <a:lnTo>
                  <a:pt x="473" y="489"/>
                </a:lnTo>
                <a:lnTo>
                  <a:pt x="472" y="489"/>
                </a:lnTo>
                <a:lnTo>
                  <a:pt x="472" y="490"/>
                </a:lnTo>
                <a:lnTo>
                  <a:pt x="471" y="490"/>
                </a:lnTo>
                <a:lnTo>
                  <a:pt x="470" y="490"/>
                </a:lnTo>
                <a:lnTo>
                  <a:pt x="470" y="491"/>
                </a:lnTo>
                <a:lnTo>
                  <a:pt x="469" y="491"/>
                </a:lnTo>
                <a:lnTo>
                  <a:pt x="469" y="492"/>
                </a:lnTo>
                <a:lnTo>
                  <a:pt x="468" y="492"/>
                </a:lnTo>
                <a:lnTo>
                  <a:pt x="468" y="493"/>
                </a:lnTo>
                <a:lnTo>
                  <a:pt x="469" y="493"/>
                </a:lnTo>
                <a:lnTo>
                  <a:pt x="468" y="493"/>
                </a:lnTo>
                <a:lnTo>
                  <a:pt x="468" y="494"/>
                </a:lnTo>
                <a:lnTo>
                  <a:pt x="469" y="494"/>
                </a:lnTo>
                <a:lnTo>
                  <a:pt x="469" y="495"/>
                </a:lnTo>
                <a:lnTo>
                  <a:pt x="468" y="495"/>
                </a:lnTo>
                <a:lnTo>
                  <a:pt x="468" y="494"/>
                </a:lnTo>
                <a:lnTo>
                  <a:pt x="467" y="494"/>
                </a:lnTo>
                <a:lnTo>
                  <a:pt x="467" y="493"/>
                </a:lnTo>
                <a:lnTo>
                  <a:pt x="466" y="493"/>
                </a:lnTo>
                <a:lnTo>
                  <a:pt x="466" y="492"/>
                </a:lnTo>
                <a:lnTo>
                  <a:pt x="467" y="491"/>
                </a:lnTo>
                <a:lnTo>
                  <a:pt x="466" y="491"/>
                </a:lnTo>
                <a:lnTo>
                  <a:pt x="466" y="490"/>
                </a:lnTo>
                <a:lnTo>
                  <a:pt x="466" y="489"/>
                </a:lnTo>
                <a:lnTo>
                  <a:pt x="465" y="489"/>
                </a:lnTo>
                <a:lnTo>
                  <a:pt x="465" y="488"/>
                </a:lnTo>
                <a:lnTo>
                  <a:pt x="466" y="488"/>
                </a:lnTo>
                <a:lnTo>
                  <a:pt x="466" y="487"/>
                </a:lnTo>
                <a:lnTo>
                  <a:pt x="466" y="486"/>
                </a:lnTo>
                <a:lnTo>
                  <a:pt x="467" y="486"/>
                </a:lnTo>
                <a:lnTo>
                  <a:pt x="466" y="486"/>
                </a:lnTo>
                <a:lnTo>
                  <a:pt x="466" y="487"/>
                </a:lnTo>
                <a:lnTo>
                  <a:pt x="465" y="487"/>
                </a:lnTo>
                <a:lnTo>
                  <a:pt x="465" y="488"/>
                </a:lnTo>
                <a:lnTo>
                  <a:pt x="464" y="488"/>
                </a:lnTo>
                <a:lnTo>
                  <a:pt x="463" y="488"/>
                </a:lnTo>
                <a:lnTo>
                  <a:pt x="464" y="487"/>
                </a:lnTo>
                <a:lnTo>
                  <a:pt x="464" y="486"/>
                </a:lnTo>
                <a:lnTo>
                  <a:pt x="463" y="485"/>
                </a:lnTo>
                <a:lnTo>
                  <a:pt x="463" y="484"/>
                </a:lnTo>
                <a:lnTo>
                  <a:pt x="462" y="484"/>
                </a:lnTo>
                <a:lnTo>
                  <a:pt x="462" y="483"/>
                </a:lnTo>
                <a:lnTo>
                  <a:pt x="463" y="483"/>
                </a:lnTo>
                <a:lnTo>
                  <a:pt x="462" y="483"/>
                </a:lnTo>
                <a:lnTo>
                  <a:pt x="462" y="482"/>
                </a:lnTo>
                <a:lnTo>
                  <a:pt x="462" y="483"/>
                </a:lnTo>
                <a:lnTo>
                  <a:pt x="462" y="482"/>
                </a:lnTo>
                <a:lnTo>
                  <a:pt x="462" y="481"/>
                </a:lnTo>
                <a:lnTo>
                  <a:pt x="462" y="482"/>
                </a:lnTo>
                <a:lnTo>
                  <a:pt x="462" y="481"/>
                </a:lnTo>
                <a:lnTo>
                  <a:pt x="462" y="482"/>
                </a:lnTo>
                <a:lnTo>
                  <a:pt x="462" y="481"/>
                </a:lnTo>
                <a:lnTo>
                  <a:pt x="461" y="481"/>
                </a:lnTo>
                <a:lnTo>
                  <a:pt x="461" y="480"/>
                </a:lnTo>
                <a:lnTo>
                  <a:pt x="462" y="480"/>
                </a:lnTo>
                <a:lnTo>
                  <a:pt x="461" y="480"/>
                </a:lnTo>
                <a:lnTo>
                  <a:pt x="462" y="479"/>
                </a:lnTo>
                <a:lnTo>
                  <a:pt x="462" y="478"/>
                </a:lnTo>
                <a:lnTo>
                  <a:pt x="463" y="478"/>
                </a:lnTo>
                <a:lnTo>
                  <a:pt x="464" y="478"/>
                </a:lnTo>
                <a:lnTo>
                  <a:pt x="464" y="477"/>
                </a:lnTo>
                <a:lnTo>
                  <a:pt x="465" y="477"/>
                </a:lnTo>
                <a:lnTo>
                  <a:pt x="465" y="476"/>
                </a:lnTo>
                <a:lnTo>
                  <a:pt x="465" y="477"/>
                </a:lnTo>
                <a:lnTo>
                  <a:pt x="464" y="477"/>
                </a:lnTo>
                <a:lnTo>
                  <a:pt x="464" y="476"/>
                </a:lnTo>
                <a:lnTo>
                  <a:pt x="464" y="477"/>
                </a:lnTo>
                <a:lnTo>
                  <a:pt x="463" y="477"/>
                </a:lnTo>
                <a:lnTo>
                  <a:pt x="464" y="477"/>
                </a:lnTo>
                <a:lnTo>
                  <a:pt x="464" y="476"/>
                </a:lnTo>
                <a:lnTo>
                  <a:pt x="463" y="476"/>
                </a:lnTo>
                <a:lnTo>
                  <a:pt x="463" y="477"/>
                </a:lnTo>
                <a:lnTo>
                  <a:pt x="462" y="477"/>
                </a:lnTo>
                <a:lnTo>
                  <a:pt x="461" y="477"/>
                </a:lnTo>
                <a:lnTo>
                  <a:pt x="460" y="477"/>
                </a:lnTo>
                <a:lnTo>
                  <a:pt x="460" y="478"/>
                </a:lnTo>
                <a:lnTo>
                  <a:pt x="459" y="478"/>
                </a:lnTo>
                <a:lnTo>
                  <a:pt x="459" y="479"/>
                </a:lnTo>
                <a:lnTo>
                  <a:pt x="458" y="479"/>
                </a:lnTo>
                <a:lnTo>
                  <a:pt x="458" y="480"/>
                </a:lnTo>
                <a:lnTo>
                  <a:pt x="459" y="480"/>
                </a:lnTo>
                <a:lnTo>
                  <a:pt x="458" y="480"/>
                </a:lnTo>
                <a:lnTo>
                  <a:pt x="457" y="480"/>
                </a:lnTo>
                <a:lnTo>
                  <a:pt x="456" y="480"/>
                </a:lnTo>
                <a:lnTo>
                  <a:pt x="457" y="480"/>
                </a:lnTo>
                <a:lnTo>
                  <a:pt x="457" y="481"/>
                </a:lnTo>
                <a:lnTo>
                  <a:pt x="457" y="482"/>
                </a:lnTo>
                <a:lnTo>
                  <a:pt x="457" y="481"/>
                </a:lnTo>
                <a:lnTo>
                  <a:pt x="458" y="481"/>
                </a:lnTo>
                <a:lnTo>
                  <a:pt x="458" y="482"/>
                </a:lnTo>
                <a:lnTo>
                  <a:pt x="458" y="481"/>
                </a:lnTo>
                <a:lnTo>
                  <a:pt x="458" y="482"/>
                </a:lnTo>
                <a:lnTo>
                  <a:pt x="459" y="482"/>
                </a:lnTo>
                <a:lnTo>
                  <a:pt x="459" y="483"/>
                </a:lnTo>
                <a:lnTo>
                  <a:pt x="459" y="484"/>
                </a:lnTo>
                <a:lnTo>
                  <a:pt x="459" y="485"/>
                </a:lnTo>
                <a:lnTo>
                  <a:pt x="460" y="485"/>
                </a:lnTo>
                <a:lnTo>
                  <a:pt x="459" y="485"/>
                </a:lnTo>
                <a:lnTo>
                  <a:pt x="458" y="485"/>
                </a:lnTo>
                <a:lnTo>
                  <a:pt x="457" y="485"/>
                </a:lnTo>
                <a:lnTo>
                  <a:pt x="456" y="485"/>
                </a:lnTo>
                <a:lnTo>
                  <a:pt x="456" y="484"/>
                </a:lnTo>
                <a:lnTo>
                  <a:pt x="455" y="484"/>
                </a:lnTo>
                <a:lnTo>
                  <a:pt x="455" y="485"/>
                </a:lnTo>
                <a:lnTo>
                  <a:pt x="456" y="485"/>
                </a:lnTo>
                <a:lnTo>
                  <a:pt x="457" y="485"/>
                </a:lnTo>
                <a:lnTo>
                  <a:pt x="457" y="486"/>
                </a:lnTo>
                <a:lnTo>
                  <a:pt x="458" y="486"/>
                </a:lnTo>
                <a:lnTo>
                  <a:pt x="459" y="486"/>
                </a:lnTo>
                <a:lnTo>
                  <a:pt x="460" y="486"/>
                </a:lnTo>
                <a:lnTo>
                  <a:pt x="460" y="487"/>
                </a:lnTo>
                <a:lnTo>
                  <a:pt x="460" y="488"/>
                </a:lnTo>
                <a:lnTo>
                  <a:pt x="461" y="488"/>
                </a:lnTo>
                <a:lnTo>
                  <a:pt x="461" y="489"/>
                </a:lnTo>
                <a:lnTo>
                  <a:pt x="462" y="489"/>
                </a:lnTo>
                <a:lnTo>
                  <a:pt x="462" y="490"/>
                </a:lnTo>
                <a:lnTo>
                  <a:pt x="463" y="490"/>
                </a:lnTo>
                <a:lnTo>
                  <a:pt x="462" y="491"/>
                </a:lnTo>
                <a:lnTo>
                  <a:pt x="463" y="491"/>
                </a:lnTo>
                <a:lnTo>
                  <a:pt x="463" y="492"/>
                </a:lnTo>
                <a:lnTo>
                  <a:pt x="464" y="492"/>
                </a:lnTo>
                <a:lnTo>
                  <a:pt x="464" y="493"/>
                </a:lnTo>
                <a:lnTo>
                  <a:pt x="464" y="494"/>
                </a:lnTo>
                <a:lnTo>
                  <a:pt x="463" y="494"/>
                </a:lnTo>
                <a:lnTo>
                  <a:pt x="463" y="493"/>
                </a:lnTo>
                <a:lnTo>
                  <a:pt x="463" y="494"/>
                </a:lnTo>
                <a:lnTo>
                  <a:pt x="463" y="495"/>
                </a:lnTo>
                <a:lnTo>
                  <a:pt x="462" y="495"/>
                </a:lnTo>
                <a:lnTo>
                  <a:pt x="462" y="496"/>
                </a:lnTo>
                <a:lnTo>
                  <a:pt x="462" y="497"/>
                </a:lnTo>
                <a:lnTo>
                  <a:pt x="462" y="498"/>
                </a:lnTo>
                <a:lnTo>
                  <a:pt x="461" y="498"/>
                </a:lnTo>
                <a:lnTo>
                  <a:pt x="461" y="499"/>
                </a:lnTo>
                <a:lnTo>
                  <a:pt x="461" y="500"/>
                </a:lnTo>
                <a:lnTo>
                  <a:pt x="460" y="500"/>
                </a:lnTo>
                <a:lnTo>
                  <a:pt x="461" y="501"/>
                </a:lnTo>
                <a:lnTo>
                  <a:pt x="461" y="502"/>
                </a:lnTo>
                <a:lnTo>
                  <a:pt x="461" y="503"/>
                </a:lnTo>
                <a:lnTo>
                  <a:pt x="458" y="502"/>
                </a:lnTo>
                <a:lnTo>
                  <a:pt x="457" y="502"/>
                </a:lnTo>
                <a:lnTo>
                  <a:pt x="457" y="503"/>
                </a:lnTo>
                <a:lnTo>
                  <a:pt x="456" y="503"/>
                </a:lnTo>
                <a:lnTo>
                  <a:pt x="454" y="504"/>
                </a:lnTo>
                <a:lnTo>
                  <a:pt x="453" y="504"/>
                </a:lnTo>
                <a:lnTo>
                  <a:pt x="452" y="504"/>
                </a:lnTo>
                <a:lnTo>
                  <a:pt x="452" y="505"/>
                </a:lnTo>
                <a:lnTo>
                  <a:pt x="451" y="505"/>
                </a:lnTo>
                <a:lnTo>
                  <a:pt x="450" y="505"/>
                </a:lnTo>
                <a:lnTo>
                  <a:pt x="449" y="506"/>
                </a:lnTo>
                <a:lnTo>
                  <a:pt x="448" y="505"/>
                </a:lnTo>
                <a:lnTo>
                  <a:pt x="447" y="505"/>
                </a:lnTo>
                <a:lnTo>
                  <a:pt x="446" y="505"/>
                </a:lnTo>
                <a:lnTo>
                  <a:pt x="445" y="505"/>
                </a:lnTo>
                <a:lnTo>
                  <a:pt x="444" y="505"/>
                </a:lnTo>
                <a:lnTo>
                  <a:pt x="443" y="505"/>
                </a:lnTo>
                <a:lnTo>
                  <a:pt x="443" y="506"/>
                </a:lnTo>
                <a:lnTo>
                  <a:pt x="442" y="506"/>
                </a:lnTo>
                <a:lnTo>
                  <a:pt x="441" y="506"/>
                </a:lnTo>
                <a:lnTo>
                  <a:pt x="441" y="505"/>
                </a:lnTo>
                <a:lnTo>
                  <a:pt x="442" y="504"/>
                </a:lnTo>
                <a:lnTo>
                  <a:pt x="441" y="504"/>
                </a:lnTo>
                <a:lnTo>
                  <a:pt x="441" y="503"/>
                </a:lnTo>
                <a:lnTo>
                  <a:pt x="441" y="504"/>
                </a:lnTo>
                <a:lnTo>
                  <a:pt x="441" y="505"/>
                </a:lnTo>
                <a:lnTo>
                  <a:pt x="440" y="505"/>
                </a:lnTo>
                <a:lnTo>
                  <a:pt x="439" y="506"/>
                </a:lnTo>
                <a:lnTo>
                  <a:pt x="438" y="507"/>
                </a:lnTo>
                <a:lnTo>
                  <a:pt x="437" y="507"/>
                </a:lnTo>
                <a:lnTo>
                  <a:pt x="436" y="508"/>
                </a:lnTo>
                <a:lnTo>
                  <a:pt x="435" y="508"/>
                </a:lnTo>
                <a:lnTo>
                  <a:pt x="434" y="508"/>
                </a:lnTo>
                <a:lnTo>
                  <a:pt x="433" y="507"/>
                </a:lnTo>
                <a:lnTo>
                  <a:pt x="432" y="506"/>
                </a:lnTo>
                <a:lnTo>
                  <a:pt x="433" y="506"/>
                </a:lnTo>
                <a:lnTo>
                  <a:pt x="433" y="505"/>
                </a:lnTo>
                <a:lnTo>
                  <a:pt x="433" y="504"/>
                </a:lnTo>
                <a:lnTo>
                  <a:pt x="433" y="503"/>
                </a:lnTo>
                <a:lnTo>
                  <a:pt x="433" y="504"/>
                </a:lnTo>
                <a:lnTo>
                  <a:pt x="432" y="505"/>
                </a:lnTo>
                <a:lnTo>
                  <a:pt x="432" y="506"/>
                </a:lnTo>
                <a:lnTo>
                  <a:pt x="432" y="507"/>
                </a:lnTo>
                <a:lnTo>
                  <a:pt x="432" y="508"/>
                </a:lnTo>
                <a:lnTo>
                  <a:pt x="431" y="509"/>
                </a:lnTo>
                <a:lnTo>
                  <a:pt x="430" y="509"/>
                </a:lnTo>
                <a:lnTo>
                  <a:pt x="429" y="509"/>
                </a:lnTo>
                <a:lnTo>
                  <a:pt x="428" y="509"/>
                </a:lnTo>
                <a:lnTo>
                  <a:pt x="428" y="510"/>
                </a:lnTo>
                <a:lnTo>
                  <a:pt x="427" y="510"/>
                </a:lnTo>
                <a:lnTo>
                  <a:pt x="426" y="510"/>
                </a:lnTo>
                <a:lnTo>
                  <a:pt x="426" y="509"/>
                </a:lnTo>
                <a:lnTo>
                  <a:pt x="425" y="509"/>
                </a:lnTo>
                <a:lnTo>
                  <a:pt x="425" y="510"/>
                </a:lnTo>
                <a:lnTo>
                  <a:pt x="426" y="510"/>
                </a:lnTo>
                <a:lnTo>
                  <a:pt x="426" y="511"/>
                </a:lnTo>
                <a:lnTo>
                  <a:pt x="425" y="511"/>
                </a:lnTo>
                <a:lnTo>
                  <a:pt x="425" y="510"/>
                </a:lnTo>
                <a:lnTo>
                  <a:pt x="424" y="510"/>
                </a:lnTo>
                <a:lnTo>
                  <a:pt x="423" y="510"/>
                </a:lnTo>
                <a:lnTo>
                  <a:pt x="422" y="509"/>
                </a:lnTo>
                <a:lnTo>
                  <a:pt x="421" y="509"/>
                </a:lnTo>
                <a:lnTo>
                  <a:pt x="420" y="509"/>
                </a:lnTo>
                <a:lnTo>
                  <a:pt x="420" y="508"/>
                </a:lnTo>
                <a:lnTo>
                  <a:pt x="419" y="508"/>
                </a:lnTo>
                <a:lnTo>
                  <a:pt x="419" y="507"/>
                </a:lnTo>
                <a:lnTo>
                  <a:pt x="418" y="507"/>
                </a:lnTo>
                <a:lnTo>
                  <a:pt x="417" y="507"/>
                </a:lnTo>
                <a:lnTo>
                  <a:pt x="416" y="506"/>
                </a:lnTo>
                <a:lnTo>
                  <a:pt x="416" y="507"/>
                </a:lnTo>
                <a:lnTo>
                  <a:pt x="415" y="507"/>
                </a:lnTo>
                <a:lnTo>
                  <a:pt x="415" y="506"/>
                </a:lnTo>
                <a:lnTo>
                  <a:pt x="415" y="505"/>
                </a:lnTo>
                <a:lnTo>
                  <a:pt x="416" y="505"/>
                </a:lnTo>
                <a:lnTo>
                  <a:pt x="416" y="504"/>
                </a:lnTo>
                <a:lnTo>
                  <a:pt x="417" y="504"/>
                </a:lnTo>
                <a:lnTo>
                  <a:pt x="418" y="502"/>
                </a:lnTo>
                <a:lnTo>
                  <a:pt x="419" y="503"/>
                </a:lnTo>
                <a:lnTo>
                  <a:pt x="420" y="503"/>
                </a:lnTo>
                <a:lnTo>
                  <a:pt x="421" y="502"/>
                </a:lnTo>
                <a:lnTo>
                  <a:pt x="422" y="502"/>
                </a:lnTo>
                <a:lnTo>
                  <a:pt x="423" y="501"/>
                </a:lnTo>
                <a:lnTo>
                  <a:pt x="424" y="501"/>
                </a:lnTo>
                <a:lnTo>
                  <a:pt x="424" y="500"/>
                </a:lnTo>
                <a:lnTo>
                  <a:pt x="425" y="500"/>
                </a:lnTo>
                <a:lnTo>
                  <a:pt x="426" y="499"/>
                </a:lnTo>
                <a:lnTo>
                  <a:pt x="426" y="498"/>
                </a:lnTo>
                <a:lnTo>
                  <a:pt x="426" y="497"/>
                </a:lnTo>
                <a:lnTo>
                  <a:pt x="426" y="496"/>
                </a:lnTo>
                <a:lnTo>
                  <a:pt x="425" y="496"/>
                </a:lnTo>
                <a:lnTo>
                  <a:pt x="425" y="495"/>
                </a:lnTo>
                <a:lnTo>
                  <a:pt x="425" y="494"/>
                </a:lnTo>
                <a:lnTo>
                  <a:pt x="425" y="495"/>
                </a:lnTo>
                <a:lnTo>
                  <a:pt x="424" y="495"/>
                </a:lnTo>
                <a:lnTo>
                  <a:pt x="424" y="494"/>
                </a:lnTo>
                <a:lnTo>
                  <a:pt x="425" y="494"/>
                </a:lnTo>
                <a:lnTo>
                  <a:pt x="425" y="493"/>
                </a:lnTo>
                <a:lnTo>
                  <a:pt x="425" y="492"/>
                </a:lnTo>
                <a:lnTo>
                  <a:pt x="424" y="492"/>
                </a:lnTo>
                <a:lnTo>
                  <a:pt x="424" y="493"/>
                </a:lnTo>
                <a:lnTo>
                  <a:pt x="423" y="493"/>
                </a:lnTo>
                <a:lnTo>
                  <a:pt x="423" y="492"/>
                </a:lnTo>
                <a:lnTo>
                  <a:pt x="422" y="492"/>
                </a:lnTo>
                <a:lnTo>
                  <a:pt x="421" y="492"/>
                </a:lnTo>
                <a:lnTo>
                  <a:pt x="420" y="492"/>
                </a:lnTo>
                <a:lnTo>
                  <a:pt x="419" y="492"/>
                </a:lnTo>
                <a:lnTo>
                  <a:pt x="418" y="491"/>
                </a:lnTo>
                <a:lnTo>
                  <a:pt x="418" y="489"/>
                </a:lnTo>
                <a:lnTo>
                  <a:pt x="418" y="488"/>
                </a:lnTo>
                <a:lnTo>
                  <a:pt x="418" y="487"/>
                </a:lnTo>
                <a:lnTo>
                  <a:pt x="419" y="487"/>
                </a:lnTo>
                <a:lnTo>
                  <a:pt x="420" y="487"/>
                </a:lnTo>
                <a:lnTo>
                  <a:pt x="420" y="486"/>
                </a:lnTo>
                <a:lnTo>
                  <a:pt x="420" y="485"/>
                </a:lnTo>
                <a:lnTo>
                  <a:pt x="421" y="485"/>
                </a:lnTo>
                <a:lnTo>
                  <a:pt x="422" y="485"/>
                </a:lnTo>
                <a:lnTo>
                  <a:pt x="422" y="484"/>
                </a:lnTo>
                <a:lnTo>
                  <a:pt x="421" y="485"/>
                </a:lnTo>
                <a:lnTo>
                  <a:pt x="420" y="485"/>
                </a:lnTo>
                <a:lnTo>
                  <a:pt x="419" y="486"/>
                </a:lnTo>
                <a:lnTo>
                  <a:pt x="419" y="487"/>
                </a:lnTo>
                <a:lnTo>
                  <a:pt x="418" y="487"/>
                </a:lnTo>
                <a:lnTo>
                  <a:pt x="418" y="488"/>
                </a:lnTo>
                <a:lnTo>
                  <a:pt x="417" y="488"/>
                </a:lnTo>
                <a:lnTo>
                  <a:pt x="417" y="489"/>
                </a:lnTo>
                <a:lnTo>
                  <a:pt x="418" y="489"/>
                </a:lnTo>
                <a:lnTo>
                  <a:pt x="418" y="490"/>
                </a:lnTo>
                <a:lnTo>
                  <a:pt x="418" y="491"/>
                </a:lnTo>
                <a:lnTo>
                  <a:pt x="417" y="491"/>
                </a:lnTo>
                <a:lnTo>
                  <a:pt x="416" y="491"/>
                </a:lnTo>
                <a:lnTo>
                  <a:pt x="416" y="490"/>
                </a:lnTo>
                <a:lnTo>
                  <a:pt x="415" y="490"/>
                </a:lnTo>
                <a:lnTo>
                  <a:pt x="416" y="490"/>
                </a:lnTo>
                <a:lnTo>
                  <a:pt x="416" y="489"/>
                </a:lnTo>
                <a:lnTo>
                  <a:pt x="417" y="489"/>
                </a:lnTo>
                <a:lnTo>
                  <a:pt x="417" y="488"/>
                </a:lnTo>
                <a:lnTo>
                  <a:pt x="417" y="487"/>
                </a:lnTo>
                <a:lnTo>
                  <a:pt x="418" y="487"/>
                </a:lnTo>
                <a:lnTo>
                  <a:pt x="418" y="486"/>
                </a:lnTo>
                <a:lnTo>
                  <a:pt x="417" y="486"/>
                </a:lnTo>
                <a:lnTo>
                  <a:pt x="417" y="485"/>
                </a:lnTo>
                <a:lnTo>
                  <a:pt x="418" y="485"/>
                </a:lnTo>
                <a:lnTo>
                  <a:pt x="419" y="484"/>
                </a:lnTo>
                <a:lnTo>
                  <a:pt x="418" y="484"/>
                </a:lnTo>
                <a:lnTo>
                  <a:pt x="418" y="485"/>
                </a:lnTo>
                <a:lnTo>
                  <a:pt x="417" y="485"/>
                </a:lnTo>
                <a:lnTo>
                  <a:pt x="417" y="486"/>
                </a:lnTo>
                <a:lnTo>
                  <a:pt x="417" y="487"/>
                </a:lnTo>
                <a:lnTo>
                  <a:pt x="416" y="488"/>
                </a:lnTo>
                <a:lnTo>
                  <a:pt x="415" y="488"/>
                </a:lnTo>
                <a:lnTo>
                  <a:pt x="414" y="488"/>
                </a:lnTo>
                <a:lnTo>
                  <a:pt x="414" y="489"/>
                </a:lnTo>
                <a:lnTo>
                  <a:pt x="413" y="489"/>
                </a:lnTo>
                <a:lnTo>
                  <a:pt x="412" y="489"/>
                </a:lnTo>
                <a:lnTo>
                  <a:pt x="412" y="490"/>
                </a:lnTo>
                <a:lnTo>
                  <a:pt x="411" y="490"/>
                </a:lnTo>
                <a:lnTo>
                  <a:pt x="410" y="490"/>
                </a:lnTo>
                <a:lnTo>
                  <a:pt x="409" y="491"/>
                </a:lnTo>
                <a:lnTo>
                  <a:pt x="408" y="491"/>
                </a:lnTo>
                <a:lnTo>
                  <a:pt x="407" y="491"/>
                </a:lnTo>
                <a:lnTo>
                  <a:pt x="407" y="490"/>
                </a:lnTo>
                <a:lnTo>
                  <a:pt x="406" y="490"/>
                </a:lnTo>
                <a:lnTo>
                  <a:pt x="405" y="490"/>
                </a:lnTo>
                <a:lnTo>
                  <a:pt x="405" y="489"/>
                </a:lnTo>
                <a:lnTo>
                  <a:pt x="404" y="489"/>
                </a:lnTo>
                <a:lnTo>
                  <a:pt x="403" y="489"/>
                </a:lnTo>
                <a:lnTo>
                  <a:pt x="403" y="487"/>
                </a:lnTo>
                <a:lnTo>
                  <a:pt x="402" y="486"/>
                </a:lnTo>
                <a:lnTo>
                  <a:pt x="401" y="485"/>
                </a:lnTo>
                <a:lnTo>
                  <a:pt x="402" y="485"/>
                </a:lnTo>
                <a:lnTo>
                  <a:pt x="401" y="485"/>
                </a:lnTo>
                <a:lnTo>
                  <a:pt x="401" y="484"/>
                </a:lnTo>
                <a:lnTo>
                  <a:pt x="400" y="484"/>
                </a:lnTo>
                <a:lnTo>
                  <a:pt x="399" y="484"/>
                </a:lnTo>
                <a:lnTo>
                  <a:pt x="399" y="483"/>
                </a:lnTo>
                <a:lnTo>
                  <a:pt x="398" y="482"/>
                </a:lnTo>
                <a:lnTo>
                  <a:pt x="398" y="481"/>
                </a:lnTo>
                <a:lnTo>
                  <a:pt x="398" y="480"/>
                </a:lnTo>
                <a:lnTo>
                  <a:pt x="399" y="480"/>
                </a:lnTo>
                <a:lnTo>
                  <a:pt x="399" y="479"/>
                </a:lnTo>
                <a:lnTo>
                  <a:pt x="399" y="478"/>
                </a:lnTo>
                <a:lnTo>
                  <a:pt x="399" y="477"/>
                </a:lnTo>
                <a:lnTo>
                  <a:pt x="399" y="476"/>
                </a:lnTo>
                <a:lnTo>
                  <a:pt x="400" y="476"/>
                </a:lnTo>
                <a:lnTo>
                  <a:pt x="401" y="476"/>
                </a:lnTo>
                <a:lnTo>
                  <a:pt x="401" y="477"/>
                </a:lnTo>
                <a:lnTo>
                  <a:pt x="401" y="476"/>
                </a:lnTo>
                <a:lnTo>
                  <a:pt x="402" y="476"/>
                </a:lnTo>
                <a:lnTo>
                  <a:pt x="402" y="475"/>
                </a:lnTo>
                <a:lnTo>
                  <a:pt x="403" y="475"/>
                </a:lnTo>
                <a:lnTo>
                  <a:pt x="402" y="475"/>
                </a:lnTo>
                <a:lnTo>
                  <a:pt x="401" y="476"/>
                </a:lnTo>
                <a:lnTo>
                  <a:pt x="401" y="475"/>
                </a:lnTo>
                <a:lnTo>
                  <a:pt x="401" y="474"/>
                </a:lnTo>
                <a:lnTo>
                  <a:pt x="402" y="474"/>
                </a:lnTo>
                <a:lnTo>
                  <a:pt x="402" y="473"/>
                </a:lnTo>
                <a:lnTo>
                  <a:pt x="401" y="473"/>
                </a:lnTo>
                <a:lnTo>
                  <a:pt x="401" y="474"/>
                </a:lnTo>
                <a:lnTo>
                  <a:pt x="401" y="475"/>
                </a:lnTo>
                <a:lnTo>
                  <a:pt x="400" y="475"/>
                </a:lnTo>
                <a:lnTo>
                  <a:pt x="399" y="475"/>
                </a:lnTo>
                <a:lnTo>
                  <a:pt x="399" y="476"/>
                </a:lnTo>
                <a:lnTo>
                  <a:pt x="399" y="475"/>
                </a:lnTo>
                <a:lnTo>
                  <a:pt x="399" y="474"/>
                </a:lnTo>
                <a:lnTo>
                  <a:pt x="399" y="473"/>
                </a:lnTo>
                <a:lnTo>
                  <a:pt x="399" y="472"/>
                </a:lnTo>
                <a:lnTo>
                  <a:pt x="398" y="472"/>
                </a:lnTo>
                <a:lnTo>
                  <a:pt x="398" y="470"/>
                </a:lnTo>
                <a:lnTo>
                  <a:pt x="397" y="470"/>
                </a:lnTo>
                <a:lnTo>
                  <a:pt x="396" y="470"/>
                </a:lnTo>
                <a:lnTo>
                  <a:pt x="396" y="469"/>
                </a:lnTo>
                <a:lnTo>
                  <a:pt x="396" y="470"/>
                </a:lnTo>
                <a:lnTo>
                  <a:pt x="397" y="471"/>
                </a:lnTo>
                <a:lnTo>
                  <a:pt x="397" y="470"/>
                </a:lnTo>
                <a:lnTo>
                  <a:pt x="397" y="471"/>
                </a:lnTo>
                <a:lnTo>
                  <a:pt x="397" y="472"/>
                </a:lnTo>
                <a:lnTo>
                  <a:pt x="396" y="471"/>
                </a:lnTo>
                <a:lnTo>
                  <a:pt x="395" y="471"/>
                </a:lnTo>
                <a:lnTo>
                  <a:pt x="396" y="471"/>
                </a:lnTo>
                <a:lnTo>
                  <a:pt x="396" y="472"/>
                </a:lnTo>
                <a:lnTo>
                  <a:pt x="396" y="473"/>
                </a:lnTo>
                <a:lnTo>
                  <a:pt x="397" y="473"/>
                </a:lnTo>
                <a:lnTo>
                  <a:pt x="398" y="473"/>
                </a:lnTo>
                <a:lnTo>
                  <a:pt x="398" y="474"/>
                </a:lnTo>
                <a:lnTo>
                  <a:pt x="398" y="475"/>
                </a:lnTo>
                <a:lnTo>
                  <a:pt x="398" y="476"/>
                </a:lnTo>
                <a:lnTo>
                  <a:pt x="397" y="478"/>
                </a:lnTo>
                <a:lnTo>
                  <a:pt x="396" y="478"/>
                </a:lnTo>
                <a:lnTo>
                  <a:pt x="397" y="478"/>
                </a:lnTo>
                <a:lnTo>
                  <a:pt x="397" y="479"/>
                </a:lnTo>
                <a:lnTo>
                  <a:pt x="397" y="480"/>
                </a:lnTo>
                <a:lnTo>
                  <a:pt x="396" y="480"/>
                </a:lnTo>
                <a:lnTo>
                  <a:pt x="395" y="479"/>
                </a:lnTo>
                <a:lnTo>
                  <a:pt x="395" y="480"/>
                </a:lnTo>
                <a:lnTo>
                  <a:pt x="396" y="480"/>
                </a:lnTo>
                <a:lnTo>
                  <a:pt x="396" y="481"/>
                </a:lnTo>
                <a:lnTo>
                  <a:pt x="396" y="482"/>
                </a:lnTo>
                <a:lnTo>
                  <a:pt x="397" y="482"/>
                </a:lnTo>
                <a:lnTo>
                  <a:pt x="397" y="483"/>
                </a:lnTo>
                <a:lnTo>
                  <a:pt x="397" y="484"/>
                </a:lnTo>
                <a:lnTo>
                  <a:pt x="397" y="485"/>
                </a:lnTo>
                <a:lnTo>
                  <a:pt x="398" y="486"/>
                </a:lnTo>
                <a:lnTo>
                  <a:pt x="399" y="486"/>
                </a:lnTo>
                <a:lnTo>
                  <a:pt x="399" y="487"/>
                </a:lnTo>
                <a:lnTo>
                  <a:pt x="399" y="488"/>
                </a:lnTo>
                <a:lnTo>
                  <a:pt x="398" y="488"/>
                </a:lnTo>
                <a:lnTo>
                  <a:pt x="397" y="489"/>
                </a:lnTo>
                <a:lnTo>
                  <a:pt x="396" y="489"/>
                </a:lnTo>
                <a:lnTo>
                  <a:pt x="396" y="488"/>
                </a:lnTo>
                <a:lnTo>
                  <a:pt x="395" y="488"/>
                </a:lnTo>
                <a:lnTo>
                  <a:pt x="395" y="487"/>
                </a:lnTo>
                <a:lnTo>
                  <a:pt x="394" y="487"/>
                </a:lnTo>
                <a:lnTo>
                  <a:pt x="394" y="488"/>
                </a:lnTo>
                <a:lnTo>
                  <a:pt x="393" y="488"/>
                </a:lnTo>
                <a:lnTo>
                  <a:pt x="393" y="487"/>
                </a:lnTo>
                <a:lnTo>
                  <a:pt x="392" y="487"/>
                </a:lnTo>
                <a:lnTo>
                  <a:pt x="391" y="488"/>
                </a:lnTo>
                <a:lnTo>
                  <a:pt x="390" y="488"/>
                </a:lnTo>
                <a:lnTo>
                  <a:pt x="389" y="489"/>
                </a:lnTo>
                <a:lnTo>
                  <a:pt x="388" y="489"/>
                </a:lnTo>
                <a:lnTo>
                  <a:pt x="388" y="490"/>
                </a:lnTo>
                <a:lnTo>
                  <a:pt x="388" y="489"/>
                </a:lnTo>
                <a:lnTo>
                  <a:pt x="387" y="489"/>
                </a:lnTo>
                <a:lnTo>
                  <a:pt x="387" y="488"/>
                </a:lnTo>
                <a:lnTo>
                  <a:pt x="387" y="487"/>
                </a:lnTo>
                <a:lnTo>
                  <a:pt x="387" y="486"/>
                </a:lnTo>
                <a:lnTo>
                  <a:pt x="386" y="486"/>
                </a:lnTo>
                <a:lnTo>
                  <a:pt x="385" y="485"/>
                </a:lnTo>
                <a:lnTo>
                  <a:pt x="385" y="484"/>
                </a:lnTo>
                <a:lnTo>
                  <a:pt x="386" y="484"/>
                </a:lnTo>
                <a:lnTo>
                  <a:pt x="386" y="483"/>
                </a:lnTo>
                <a:lnTo>
                  <a:pt x="385" y="482"/>
                </a:lnTo>
                <a:lnTo>
                  <a:pt x="385" y="481"/>
                </a:lnTo>
                <a:lnTo>
                  <a:pt x="385" y="480"/>
                </a:lnTo>
                <a:lnTo>
                  <a:pt x="385" y="479"/>
                </a:lnTo>
                <a:lnTo>
                  <a:pt x="385" y="478"/>
                </a:lnTo>
                <a:lnTo>
                  <a:pt x="386" y="477"/>
                </a:lnTo>
                <a:lnTo>
                  <a:pt x="385" y="477"/>
                </a:lnTo>
                <a:lnTo>
                  <a:pt x="386" y="477"/>
                </a:lnTo>
                <a:lnTo>
                  <a:pt x="385" y="477"/>
                </a:lnTo>
                <a:lnTo>
                  <a:pt x="385" y="478"/>
                </a:lnTo>
                <a:lnTo>
                  <a:pt x="384" y="479"/>
                </a:lnTo>
                <a:lnTo>
                  <a:pt x="384" y="480"/>
                </a:lnTo>
                <a:lnTo>
                  <a:pt x="384" y="481"/>
                </a:lnTo>
                <a:lnTo>
                  <a:pt x="383" y="481"/>
                </a:lnTo>
                <a:lnTo>
                  <a:pt x="383" y="480"/>
                </a:lnTo>
                <a:lnTo>
                  <a:pt x="383" y="479"/>
                </a:lnTo>
                <a:lnTo>
                  <a:pt x="382" y="479"/>
                </a:lnTo>
                <a:lnTo>
                  <a:pt x="381" y="479"/>
                </a:lnTo>
                <a:lnTo>
                  <a:pt x="380" y="478"/>
                </a:lnTo>
                <a:lnTo>
                  <a:pt x="380" y="479"/>
                </a:lnTo>
                <a:lnTo>
                  <a:pt x="382" y="480"/>
                </a:lnTo>
                <a:lnTo>
                  <a:pt x="382" y="481"/>
                </a:lnTo>
                <a:lnTo>
                  <a:pt x="381" y="481"/>
                </a:lnTo>
                <a:lnTo>
                  <a:pt x="381" y="482"/>
                </a:lnTo>
                <a:lnTo>
                  <a:pt x="382" y="484"/>
                </a:lnTo>
                <a:lnTo>
                  <a:pt x="380" y="484"/>
                </a:lnTo>
                <a:lnTo>
                  <a:pt x="378" y="482"/>
                </a:lnTo>
                <a:lnTo>
                  <a:pt x="378" y="481"/>
                </a:lnTo>
                <a:lnTo>
                  <a:pt x="379" y="481"/>
                </a:lnTo>
                <a:lnTo>
                  <a:pt x="379" y="479"/>
                </a:lnTo>
                <a:lnTo>
                  <a:pt x="378" y="479"/>
                </a:lnTo>
                <a:lnTo>
                  <a:pt x="378" y="477"/>
                </a:lnTo>
                <a:lnTo>
                  <a:pt x="379" y="477"/>
                </a:lnTo>
                <a:lnTo>
                  <a:pt x="379" y="476"/>
                </a:lnTo>
                <a:lnTo>
                  <a:pt x="379" y="475"/>
                </a:lnTo>
                <a:lnTo>
                  <a:pt x="380" y="474"/>
                </a:lnTo>
                <a:lnTo>
                  <a:pt x="379" y="474"/>
                </a:lnTo>
                <a:lnTo>
                  <a:pt x="380" y="473"/>
                </a:lnTo>
                <a:lnTo>
                  <a:pt x="380" y="472"/>
                </a:lnTo>
                <a:lnTo>
                  <a:pt x="381" y="472"/>
                </a:lnTo>
                <a:lnTo>
                  <a:pt x="381" y="471"/>
                </a:lnTo>
                <a:lnTo>
                  <a:pt x="382" y="471"/>
                </a:lnTo>
                <a:lnTo>
                  <a:pt x="382" y="470"/>
                </a:lnTo>
                <a:lnTo>
                  <a:pt x="381" y="471"/>
                </a:lnTo>
                <a:lnTo>
                  <a:pt x="381" y="472"/>
                </a:lnTo>
                <a:lnTo>
                  <a:pt x="380" y="472"/>
                </a:lnTo>
                <a:lnTo>
                  <a:pt x="380" y="471"/>
                </a:lnTo>
                <a:lnTo>
                  <a:pt x="380" y="470"/>
                </a:lnTo>
                <a:lnTo>
                  <a:pt x="379" y="470"/>
                </a:lnTo>
                <a:lnTo>
                  <a:pt x="379" y="471"/>
                </a:lnTo>
                <a:lnTo>
                  <a:pt x="380" y="471"/>
                </a:lnTo>
                <a:lnTo>
                  <a:pt x="380" y="472"/>
                </a:lnTo>
                <a:lnTo>
                  <a:pt x="380" y="473"/>
                </a:lnTo>
                <a:lnTo>
                  <a:pt x="379" y="473"/>
                </a:lnTo>
                <a:lnTo>
                  <a:pt x="379" y="474"/>
                </a:lnTo>
                <a:lnTo>
                  <a:pt x="378" y="473"/>
                </a:lnTo>
                <a:lnTo>
                  <a:pt x="377" y="473"/>
                </a:lnTo>
                <a:lnTo>
                  <a:pt x="378" y="473"/>
                </a:lnTo>
                <a:lnTo>
                  <a:pt x="378" y="474"/>
                </a:lnTo>
                <a:lnTo>
                  <a:pt x="378" y="475"/>
                </a:lnTo>
                <a:lnTo>
                  <a:pt x="379" y="475"/>
                </a:lnTo>
                <a:lnTo>
                  <a:pt x="378" y="475"/>
                </a:lnTo>
                <a:lnTo>
                  <a:pt x="378" y="476"/>
                </a:lnTo>
                <a:lnTo>
                  <a:pt x="378" y="477"/>
                </a:lnTo>
                <a:lnTo>
                  <a:pt x="377" y="477"/>
                </a:lnTo>
                <a:lnTo>
                  <a:pt x="377" y="480"/>
                </a:lnTo>
                <a:lnTo>
                  <a:pt x="376" y="480"/>
                </a:lnTo>
                <a:lnTo>
                  <a:pt x="377" y="480"/>
                </a:lnTo>
                <a:lnTo>
                  <a:pt x="376" y="481"/>
                </a:lnTo>
                <a:lnTo>
                  <a:pt x="376" y="480"/>
                </a:lnTo>
                <a:lnTo>
                  <a:pt x="375" y="480"/>
                </a:lnTo>
                <a:lnTo>
                  <a:pt x="375" y="479"/>
                </a:lnTo>
                <a:lnTo>
                  <a:pt x="375" y="478"/>
                </a:lnTo>
                <a:lnTo>
                  <a:pt x="375" y="477"/>
                </a:lnTo>
                <a:lnTo>
                  <a:pt x="375" y="476"/>
                </a:lnTo>
                <a:lnTo>
                  <a:pt x="375" y="475"/>
                </a:lnTo>
                <a:lnTo>
                  <a:pt x="374" y="475"/>
                </a:lnTo>
                <a:lnTo>
                  <a:pt x="375" y="474"/>
                </a:lnTo>
                <a:lnTo>
                  <a:pt x="374" y="474"/>
                </a:lnTo>
                <a:lnTo>
                  <a:pt x="374" y="473"/>
                </a:lnTo>
                <a:lnTo>
                  <a:pt x="373" y="473"/>
                </a:lnTo>
                <a:lnTo>
                  <a:pt x="373" y="472"/>
                </a:lnTo>
                <a:lnTo>
                  <a:pt x="372" y="472"/>
                </a:lnTo>
                <a:lnTo>
                  <a:pt x="372" y="471"/>
                </a:lnTo>
                <a:lnTo>
                  <a:pt x="372" y="470"/>
                </a:lnTo>
                <a:lnTo>
                  <a:pt x="373" y="470"/>
                </a:lnTo>
                <a:lnTo>
                  <a:pt x="373" y="469"/>
                </a:lnTo>
                <a:lnTo>
                  <a:pt x="374" y="469"/>
                </a:lnTo>
                <a:lnTo>
                  <a:pt x="374" y="468"/>
                </a:lnTo>
                <a:lnTo>
                  <a:pt x="375" y="468"/>
                </a:lnTo>
                <a:lnTo>
                  <a:pt x="375" y="467"/>
                </a:lnTo>
                <a:lnTo>
                  <a:pt x="375" y="466"/>
                </a:lnTo>
                <a:lnTo>
                  <a:pt x="376" y="466"/>
                </a:lnTo>
                <a:lnTo>
                  <a:pt x="376" y="465"/>
                </a:lnTo>
                <a:lnTo>
                  <a:pt x="375" y="464"/>
                </a:lnTo>
                <a:lnTo>
                  <a:pt x="376" y="464"/>
                </a:lnTo>
                <a:lnTo>
                  <a:pt x="376" y="463"/>
                </a:lnTo>
                <a:lnTo>
                  <a:pt x="377" y="463"/>
                </a:lnTo>
                <a:lnTo>
                  <a:pt x="377" y="462"/>
                </a:lnTo>
                <a:lnTo>
                  <a:pt x="378" y="462"/>
                </a:lnTo>
                <a:lnTo>
                  <a:pt x="378" y="461"/>
                </a:lnTo>
                <a:lnTo>
                  <a:pt x="377" y="461"/>
                </a:lnTo>
                <a:lnTo>
                  <a:pt x="377" y="460"/>
                </a:lnTo>
                <a:lnTo>
                  <a:pt x="377" y="461"/>
                </a:lnTo>
                <a:lnTo>
                  <a:pt x="376" y="461"/>
                </a:lnTo>
                <a:lnTo>
                  <a:pt x="376" y="460"/>
                </a:lnTo>
                <a:lnTo>
                  <a:pt x="375" y="460"/>
                </a:lnTo>
                <a:lnTo>
                  <a:pt x="375" y="461"/>
                </a:lnTo>
                <a:lnTo>
                  <a:pt x="374" y="461"/>
                </a:lnTo>
                <a:lnTo>
                  <a:pt x="373" y="461"/>
                </a:lnTo>
                <a:lnTo>
                  <a:pt x="372" y="461"/>
                </a:lnTo>
                <a:lnTo>
                  <a:pt x="371" y="461"/>
                </a:lnTo>
                <a:lnTo>
                  <a:pt x="370" y="461"/>
                </a:lnTo>
                <a:lnTo>
                  <a:pt x="370" y="460"/>
                </a:lnTo>
                <a:lnTo>
                  <a:pt x="370" y="459"/>
                </a:lnTo>
                <a:lnTo>
                  <a:pt x="371" y="459"/>
                </a:lnTo>
                <a:lnTo>
                  <a:pt x="371" y="458"/>
                </a:lnTo>
                <a:lnTo>
                  <a:pt x="370" y="458"/>
                </a:lnTo>
                <a:lnTo>
                  <a:pt x="370" y="459"/>
                </a:lnTo>
                <a:lnTo>
                  <a:pt x="369" y="460"/>
                </a:lnTo>
                <a:lnTo>
                  <a:pt x="369" y="461"/>
                </a:lnTo>
                <a:lnTo>
                  <a:pt x="368" y="461"/>
                </a:lnTo>
                <a:lnTo>
                  <a:pt x="368" y="462"/>
                </a:lnTo>
                <a:lnTo>
                  <a:pt x="367" y="461"/>
                </a:lnTo>
                <a:lnTo>
                  <a:pt x="366" y="462"/>
                </a:lnTo>
                <a:lnTo>
                  <a:pt x="366" y="463"/>
                </a:lnTo>
                <a:lnTo>
                  <a:pt x="367" y="463"/>
                </a:lnTo>
                <a:lnTo>
                  <a:pt x="366" y="463"/>
                </a:lnTo>
                <a:lnTo>
                  <a:pt x="365" y="463"/>
                </a:lnTo>
                <a:lnTo>
                  <a:pt x="364" y="463"/>
                </a:lnTo>
                <a:lnTo>
                  <a:pt x="365" y="464"/>
                </a:lnTo>
                <a:lnTo>
                  <a:pt x="365" y="463"/>
                </a:lnTo>
                <a:lnTo>
                  <a:pt x="365" y="464"/>
                </a:lnTo>
                <a:lnTo>
                  <a:pt x="365" y="465"/>
                </a:lnTo>
                <a:lnTo>
                  <a:pt x="365" y="466"/>
                </a:lnTo>
                <a:lnTo>
                  <a:pt x="364" y="466"/>
                </a:lnTo>
                <a:lnTo>
                  <a:pt x="364" y="465"/>
                </a:lnTo>
                <a:lnTo>
                  <a:pt x="363" y="465"/>
                </a:lnTo>
                <a:lnTo>
                  <a:pt x="363" y="464"/>
                </a:lnTo>
                <a:lnTo>
                  <a:pt x="362" y="464"/>
                </a:lnTo>
                <a:lnTo>
                  <a:pt x="362" y="463"/>
                </a:lnTo>
                <a:lnTo>
                  <a:pt x="363" y="463"/>
                </a:lnTo>
                <a:lnTo>
                  <a:pt x="362" y="463"/>
                </a:lnTo>
                <a:lnTo>
                  <a:pt x="362" y="464"/>
                </a:lnTo>
                <a:lnTo>
                  <a:pt x="363" y="465"/>
                </a:lnTo>
                <a:lnTo>
                  <a:pt x="363" y="466"/>
                </a:lnTo>
                <a:lnTo>
                  <a:pt x="364" y="467"/>
                </a:lnTo>
                <a:lnTo>
                  <a:pt x="365" y="467"/>
                </a:lnTo>
                <a:lnTo>
                  <a:pt x="365" y="468"/>
                </a:lnTo>
                <a:lnTo>
                  <a:pt x="366" y="468"/>
                </a:lnTo>
                <a:lnTo>
                  <a:pt x="366" y="469"/>
                </a:lnTo>
                <a:lnTo>
                  <a:pt x="366" y="470"/>
                </a:lnTo>
                <a:lnTo>
                  <a:pt x="367" y="470"/>
                </a:lnTo>
                <a:lnTo>
                  <a:pt x="367" y="471"/>
                </a:lnTo>
                <a:lnTo>
                  <a:pt x="367" y="472"/>
                </a:lnTo>
                <a:lnTo>
                  <a:pt x="367" y="473"/>
                </a:lnTo>
                <a:lnTo>
                  <a:pt x="367" y="474"/>
                </a:lnTo>
                <a:lnTo>
                  <a:pt x="367" y="473"/>
                </a:lnTo>
                <a:lnTo>
                  <a:pt x="368" y="473"/>
                </a:lnTo>
                <a:lnTo>
                  <a:pt x="368" y="474"/>
                </a:lnTo>
                <a:lnTo>
                  <a:pt x="368" y="475"/>
                </a:lnTo>
                <a:lnTo>
                  <a:pt x="369" y="475"/>
                </a:lnTo>
                <a:lnTo>
                  <a:pt x="370" y="475"/>
                </a:lnTo>
                <a:lnTo>
                  <a:pt x="371" y="475"/>
                </a:lnTo>
                <a:lnTo>
                  <a:pt x="370" y="476"/>
                </a:lnTo>
                <a:lnTo>
                  <a:pt x="370" y="477"/>
                </a:lnTo>
                <a:lnTo>
                  <a:pt x="369" y="477"/>
                </a:lnTo>
                <a:lnTo>
                  <a:pt x="368" y="477"/>
                </a:lnTo>
                <a:lnTo>
                  <a:pt x="368" y="478"/>
                </a:lnTo>
                <a:lnTo>
                  <a:pt x="367" y="478"/>
                </a:lnTo>
                <a:lnTo>
                  <a:pt x="367" y="477"/>
                </a:lnTo>
                <a:lnTo>
                  <a:pt x="367" y="478"/>
                </a:lnTo>
                <a:lnTo>
                  <a:pt x="366" y="477"/>
                </a:lnTo>
                <a:lnTo>
                  <a:pt x="367" y="477"/>
                </a:lnTo>
                <a:lnTo>
                  <a:pt x="367" y="476"/>
                </a:lnTo>
                <a:lnTo>
                  <a:pt x="367" y="475"/>
                </a:lnTo>
                <a:lnTo>
                  <a:pt x="366" y="475"/>
                </a:lnTo>
                <a:lnTo>
                  <a:pt x="366" y="476"/>
                </a:lnTo>
                <a:lnTo>
                  <a:pt x="366" y="477"/>
                </a:lnTo>
                <a:lnTo>
                  <a:pt x="366" y="478"/>
                </a:lnTo>
                <a:lnTo>
                  <a:pt x="367" y="478"/>
                </a:lnTo>
                <a:lnTo>
                  <a:pt x="367" y="479"/>
                </a:lnTo>
                <a:lnTo>
                  <a:pt x="366" y="480"/>
                </a:lnTo>
                <a:lnTo>
                  <a:pt x="367" y="480"/>
                </a:lnTo>
                <a:lnTo>
                  <a:pt x="367" y="479"/>
                </a:lnTo>
                <a:lnTo>
                  <a:pt x="368" y="480"/>
                </a:lnTo>
                <a:lnTo>
                  <a:pt x="368" y="479"/>
                </a:lnTo>
                <a:lnTo>
                  <a:pt x="369" y="479"/>
                </a:lnTo>
                <a:lnTo>
                  <a:pt x="369" y="478"/>
                </a:lnTo>
                <a:lnTo>
                  <a:pt x="370" y="478"/>
                </a:lnTo>
                <a:lnTo>
                  <a:pt x="371" y="478"/>
                </a:lnTo>
                <a:lnTo>
                  <a:pt x="371" y="479"/>
                </a:lnTo>
                <a:lnTo>
                  <a:pt x="370" y="479"/>
                </a:lnTo>
                <a:lnTo>
                  <a:pt x="370" y="480"/>
                </a:lnTo>
                <a:lnTo>
                  <a:pt x="369" y="480"/>
                </a:lnTo>
                <a:lnTo>
                  <a:pt x="370" y="480"/>
                </a:lnTo>
                <a:lnTo>
                  <a:pt x="370" y="481"/>
                </a:lnTo>
                <a:lnTo>
                  <a:pt x="369" y="481"/>
                </a:lnTo>
                <a:lnTo>
                  <a:pt x="369" y="482"/>
                </a:lnTo>
                <a:lnTo>
                  <a:pt x="369" y="481"/>
                </a:lnTo>
                <a:lnTo>
                  <a:pt x="370" y="481"/>
                </a:lnTo>
                <a:lnTo>
                  <a:pt x="371" y="481"/>
                </a:lnTo>
                <a:lnTo>
                  <a:pt x="371" y="480"/>
                </a:lnTo>
                <a:lnTo>
                  <a:pt x="372" y="480"/>
                </a:lnTo>
                <a:lnTo>
                  <a:pt x="372" y="481"/>
                </a:lnTo>
                <a:lnTo>
                  <a:pt x="372" y="482"/>
                </a:lnTo>
                <a:lnTo>
                  <a:pt x="372" y="483"/>
                </a:lnTo>
                <a:lnTo>
                  <a:pt x="372" y="484"/>
                </a:lnTo>
                <a:lnTo>
                  <a:pt x="371" y="484"/>
                </a:lnTo>
                <a:lnTo>
                  <a:pt x="370" y="484"/>
                </a:lnTo>
                <a:lnTo>
                  <a:pt x="370" y="485"/>
                </a:lnTo>
                <a:lnTo>
                  <a:pt x="371" y="485"/>
                </a:lnTo>
                <a:lnTo>
                  <a:pt x="371" y="484"/>
                </a:lnTo>
                <a:lnTo>
                  <a:pt x="371" y="485"/>
                </a:lnTo>
                <a:lnTo>
                  <a:pt x="371" y="486"/>
                </a:lnTo>
                <a:lnTo>
                  <a:pt x="370" y="487"/>
                </a:lnTo>
                <a:lnTo>
                  <a:pt x="369" y="487"/>
                </a:lnTo>
                <a:lnTo>
                  <a:pt x="368" y="487"/>
                </a:lnTo>
                <a:lnTo>
                  <a:pt x="369" y="487"/>
                </a:lnTo>
                <a:lnTo>
                  <a:pt x="369" y="488"/>
                </a:lnTo>
                <a:lnTo>
                  <a:pt x="369" y="489"/>
                </a:lnTo>
                <a:lnTo>
                  <a:pt x="368" y="489"/>
                </a:lnTo>
                <a:lnTo>
                  <a:pt x="369" y="489"/>
                </a:lnTo>
                <a:lnTo>
                  <a:pt x="368" y="490"/>
                </a:lnTo>
                <a:lnTo>
                  <a:pt x="368" y="491"/>
                </a:lnTo>
                <a:lnTo>
                  <a:pt x="367" y="491"/>
                </a:lnTo>
                <a:lnTo>
                  <a:pt x="367" y="492"/>
                </a:lnTo>
                <a:lnTo>
                  <a:pt x="365" y="492"/>
                </a:lnTo>
                <a:lnTo>
                  <a:pt x="364" y="492"/>
                </a:lnTo>
                <a:lnTo>
                  <a:pt x="364" y="491"/>
                </a:lnTo>
                <a:lnTo>
                  <a:pt x="365" y="490"/>
                </a:lnTo>
                <a:lnTo>
                  <a:pt x="366" y="490"/>
                </a:lnTo>
                <a:lnTo>
                  <a:pt x="366" y="489"/>
                </a:lnTo>
                <a:lnTo>
                  <a:pt x="365" y="489"/>
                </a:lnTo>
                <a:lnTo>
                  <a:pt x="365" y="490"/>
                </a:lnTo>
                <a:lnTo>
                  <a:pt x="364" y="490"/>
                </a:lnTo>
                <a:lnTo>
                  <a:pt x="364" y="491"/>
                </a:lnTo>
                <a:lnTo>
                  <a:pt x="364" y="492"/>
                </a:lnTo>
                <a:lnTo>
                  <a:pt x="364" y="493"/>
                </a:lnTo>
                <a:lnTo>
                  <a:pt x="364" y="494"/>
                </a:lnTo>
                <a:lnTo>
                  <a:pt x="363" y="494"/>
                </a:lnTo>
                <a:lnTo>
                  <a:pt x="364" y="494"/>
                </a:lnTo>
                <a:lnTo>
                  <a:pt x="364" y="495"/>
                </a:lnTo>
                <a:lnTo>
                  <a:pt x="362" y="495"/>
                </a:lnTo>
                <a:lnTo>
                  <a:pt x="361" y="495"/>
                </a:lnTo>
                <a:lnTo>
                  <a:pt x="360" y="495"/>
                </a:lnTo>
                <a:lnTo>
                  <a:pt x="359" y="495"/>
                </a:lnTo>
                <a:lnTo>
                  <a:pt x="358" y="495"/>
                </a:lnTo>
                <a:lnTo>
                  <a:pt x="358" y="496"/>
                </a:lnTo>
                <a:lnTo>
                  <a:pt x="357" y="496"/>
                </a:lnTo>
                <a:lnTo>
                  <a:pt x="357" y="497"/>
                </a:lnTo>
                <a:lnTo>
                  <a:pt x="355" y="497"/>
                </a:lnTo>
                <a:lnTo>
                  <a:pt x="355" y="496"/>
                </a:lnTo>
                <a:lnTo>
                  <a:pt x="355" y="495"/>
                </a:lnTo>
                <a:lnTo>
                  <a:pt x="355" y="493"/>
                </a:lnTo>
                <a:lnTo>
                  <a:pt x="357" y="493"/>
                </a:lnTo>
                <a:lnTo>
                  <a:pt x="357" y="492"/>
                </a:lnTo>
                <a:lnTo>
                  <a:pt x="356" y="491"/>
                </a:lnTo>
                <a:lnTo>
                  <a:pt x="357" y="491"/>
                </a:lnTo>
                <a:lnTo>
                  <a:pt x="358" y="491"/>
                </a:lnTo>
                <a:lnTo>
                  <a:pt x="359" y="491"/>
                </a:lnTo>
                <a:lnTo>
                  <a:pt x="360" y="491"/>
                </a:lnTo>
                <a:lnTo>
                  <a:pt x="360" y="490"/>
                </a:lnTo>
                <a:lnTo>
                  <a:pt x="361" y="490"/>
                </a:lnTo>
                <a:lnTo>
                  <a:pt x="361" y="489"/>
                </a:lnTo>
                <a:lnTo>
                  <a:pt x="360" y="489"/>
                </a:lnTo>
                <a:lnTo>
                  <a:pt x="360" y="490"/>
                </a:lnTo>
                <a:lnTo>
                  <a:pt x="359" y="490"/>
                </a:lnTo>
                <a:lnTo>
                  <a:pt x="359" y="489"/>
                </a:lnTo>
                <a:lnTo>
                  <a:pt x="358" y="489"/>
                </a:lnTo>
                <a:lnTo>
                  <a:pt x="359" y="488"/>
                </a:lnTo>
                <a:lnTo>
                  <a:pt x="359" y="487"/>
                </a:lnTo>
                <a:lnTo>
                  <a:pt x="360" y="487"/>
                </a:lnTo>
                <a:lnTo>
                  <a:pt x="360" y="486"/>
                </a:lnTo>
                <a:lnTo>
                  <a:pt x="361" y="485"/>
                </a:lnTo>
                <a:lnTo>
                  <a:pt x="362" y="485"/>
                </a:lnTo>
                <a:lnTo>
                  <a:pt x="362" y="484"/>
                </a:lnTo>
                <a:lnTo>
                  <a:pt x="363" y="484"/>
                </a:lnTo>
                <a:lnTo>
                  <a:pt x="364" y="484"/>
                </a:lnTo>
                <a:lnTo>
                  <a:pt x="363" y="484"/>
                </a:lnTo>
                <a:lnTo>
                  <a:pt x="362" y="484"/>
                </a:lnTo>
                <a:lnTo>
                  <a:pt x="361" y="484"/>
                </a:lnTo>
                <a:lnTo>
                  <a:pt x="360" y="484"/>
                </a:lnTo>
                <a:lnTo>
                  <a:pt x="360" y="485"/>
                </a:lnTo>
                <a:lnTo>
                  <a:pt x="359" y="485"/>
                </a:lnTo>
                <a:lnTo>
                  <a:pt x="360" y="485"/>
                </a:lnTo>
                <a:lnTo>
                  <a:pt x="359" y="485"/>
                </a:lnTo>
                <a:lnTo>
                  <a:pt x="358" y="486"/>
                </a:lnTo>
                <a:lnTo>
                  <a:pt x="358" y="485"/>
                </a:lnTo>
                <a:lnTo>
                  <a:pt x="359" y="485"/>
                </a:lnTo>
                <a:lnTo>
                  <a:pt x="359" y="484"/>
                </a:lnTo>
                <a:lnTo>
                  <a:pt x="359" y="483"/>
                </a:lnTo>
                <a:lnTo>
                  <a:pt x="360" y="483"/>
                </a:lnTo>
                <a:lnTo>
                  <a:pt x="360" y="482"/>
                </a:lnTo>
                <a:lnTo>
                  <a:pt x="361" y="481"/>
                </a:lnTo>
                <a:lnTo>
                  <a:pt x="360" y="481"/>
                </a:lnTo>
                <a:lnTo>
                  <a:pt x="360" y="482"/>
                </a:lnTo>
                <a:lnTo>
                  <a:pt x="360" y="481"/>
                </a:lnTo>
                <a:lnTo>
                  <a:pt x="359" y="481"/>
                </a:lnTo>
                <a:lnTo>
                  <a:pt x="359" y="482"/>
                </a:lnTo>
                <a:lnTo>
                  <a:pt x="359" y="483"/>
                </a:lnTo>
                <a:lnTo>
                  <a:pt x="358" y="484"/>
                </a:lnTo>
                <a:lnTo>
                  <a:pt x="357" y="484"/>
                </a:lnTo>
                <a:lnTo>
                  <a:pt x="356" y="484"/>
                </a:lnTo>
                <a:lnTo>
                  <a:pt x="356" y="483"/>
                </a:lnTo>
                <a:lnTo>
                  <a:pt x="356" y="484"/>
                </a:lnTo>
                <a:lnTo>
                  <a:pt x="355" y="483"/>
                </a:lnTo>
                <a:lnTo>
                  <a:pt x="354" y="483"/>
                </a:lnTo>
                <a:lnTo>
                  <a:pt x="354" y="482"/>
                </a:lnTo>
                <a:lnTo>
                  <a:pt x="353" y="482"/>
                </a:lnTo>
                <a:lnTo>
                  <a:pt x="353" y="483"/>
                </a:lnTo>
                <a:lnTo>
                  <a:pt x="353" y="482"/>
                </a:lnTo>
                <a:lnTo>
                  <a:pt x="352" y="482"/>
                </a:lnTo>
                <a:lnTo>
                  <a:pt x="351" y="481"/>
                </a:lnTo>
                <a:lnTo>
                  <a:pt x="352" y="481"/>
                </a:lnTo>
                <a:lnTo>
                  <a:pt x="352" y="480"/>
                </a:lnTo>
                <a:lnTo>
                  <a:pt x="352" y="479"/>
                </a:lnTo>
                <a:lnTo>
                  <a:pt x="351" y="479"/>
                </a:lnTo>
                <a:lnTo>
                  <a:pt x="351" y="480"/>
                </a:lnTo>
                <a:lnTo>
                  <a:pt x="351" y="481"/>
                </a:lnTo>
                <a:lnTo>
                  <a:pt x="350" y="481"/>
                </a:lnTo>
                <a:lnTo>
                  <a:pt x="351" y="481"/>
                </a:lnTo>
                <a:lnTo>
                  <a:pt x="351" y="482"/>
                </a:lnTo>
                <a:lnTo>
                  <a:pt x="351" y="483"/>
                </a:lnTo>
                <a:lnTo>
                  <a:pt x="351" y="484"/>
                </a:lnTo>
                <a:lnTo>
                  <a:pt x="351" y="485"/>
                </a:lnTo>
                <a:lnTo>
                  <a:pt x="351" y="483"/>
                </a:lnTo>
                <a:lnTo>
                  <a:pt x="350" y="483"/>
                </a:lnTo>
                <a:lnTo>
                  <a:pt x="350" y="482"/>
                </a:lnTo>
                <a:lnTo>
                  <a:pt x="351" y="482"/>
                </a:lnTo>
                <a:lnTo>
                  <a:pt x="350" y="482"/>
                </a:lnTo>
                <a:lnTo>
                  <a:pt x="350" y="483"/>
                </a:lnTo>
                <a:lnTo>
                  <a:pt x="349" y="484"/>
                </a:lnTo>
                <a:lnTo>
                  <a:pt x="349" y="485"/>
                </a:lnTo>
                <a:lnTo>
                  <a:pt x="350" y="486"/>
                </a:lnTo>
                <a:lnTo>
                  <a:pt x="350" y="487"/>
                </a:lnTo>
                <a:lnTo>
                  <a:pt x="349" y="488"/>
                </a:lnTo>
                <a:lnTo>
                  <a:pt x="350" y="489"/>
                </a:lnTo>
                <a:lnTo>
                  <a:pt x="349" y="489"/>
                </a:lnTo>
                <a:lnTo>
                  <a:pt x="349" y="490"/>
                </a:lnTo>
                <a:lnTo>
                  <a:pt x="348" y="491"/>
                </a:lnTo>
                <a:lnTo>
                  <a:pt x="349" y="491"/>
                </a:lnTo>
                <a:lnTo>
                  <a:pt x="350" y="491"/>
                </a:lnTo>
                <a:lnTo>
                  <a:pt x="350" y="492"/>
                </a:lnTo>
                <a:lnTo>
                  <a:pt x="349" y="493"/>
                </a:lnTo>
                <a:lnTo>
                  <a:pt x="349" y="494"/>
                </a:lnTo>
                <a:lnTo>
                  <a:pt x="348" y="495"/>
                </a:lnTo>
                <a:lnTo>
                  <a:pt x="347" y="495"/>
                </a:lnTo>
                <a:lnTo>
                  <a:pt x="347" y="496"/>
                </a:lnTo>
                <a:lnTo>
                  <a:pt x="348" y="496"/>
                </a:lnTo>
                <a:lnTo>
                  <a:pt x="348" y="497"/>
                </a:lnTo>
                <a:lnTo>
                  <a:pt x="347" y="497"/>
                </a:lnTo>
                <a:lnTo>
                  <a:pt x="346" y="497"/>
                </a:lnTo>
                <a:lnTo>
                  <a:pt x="345" y="497"/>
                </a:lnTo>
                <a:lnTo>
                  <a:pt x="345" y="498"/>
                </a:lnTo>
                <a:lnTo>
                  <a:pt x="344" y="499"/>
                </a:lnTo>
                <a:lnTo>
                  <a:pt x="342" y="500"/>
                </a:lnTo>
                <a:lnTo>
                  <a:pt x="341" y="501"/>
                </a:lnTo>
                <a:lnTo>
                  <a:pt x="340" y="501"/>
                </a:lnTo>
                <a:lnTo>
                  <a:pt x="340" y="500"/>
                </a:lnTo>
                <a:lnTo>
                  <a:pt x="341" y="499"/>
                </a:lnTo>
                <a:lnTo>
                  <a:pt x="342" y="497"/>
                </a:lnTo>
                <a:lnTo>
                  <a:pt x="343" y="496"/>
                </a:lnTo>
                <a:lnTo>
                  <a:pt x="344" y="493"/>
                </a:lnTo>
                <a:lnTo>
                  <a:pt x="345" y="493"/>
                </a:lnTo>
                <a:lnTo>
                  <a:pt x="345" y="492"/>
                </a:lnTo>
                <a:lnTo>
                  <a:pt x="345" y="491"/>
                </a:lnTo>
                <a:lnTo>
                  <a:pt x="344" y="492"/>
                </a:lnTo>
                <a:lnTo>
                  <a:pt x="343" y="491"/>
                </a:lnTo>
                <a:lnTo>
                  <a:pt x="343" y="490"/>
                </a:lnTo>
                <a:lnTo>
                  <a:pt x="344" y="490"/>
                </a:lnTo>
                <a:lnTo>
                  <a:pt x="343" y="490"/>
                </a:lnTo>
                <a:lnTo>
                  <a:pt x="343" y="489"/>
                </a:lnTo>
                <a:lnTo>
                  <a:pt x="342" y="489"/>
                </a:lnTo>
                <a:lnTo>
                  <a:pt x="341" y="489"/>
                </a:lnTo>
                <a:lnTo>
                  <a:pt x="341" y="488"/>
                </a:lnTo>
                <a:lnTo>
                  <a:pt x="342" y="488"/>
                </a:lnTo>
                <a:lnTo>
                  <a:pt x="341" y="488"/>
                </a:lnTo>
                <a:lnTo>
                  <a:pt x="340" y="488"/>
                </a:lnTo>
                <a:lnTo>
                  <a:pt x="341" y="488"/>
                </a:lnTo>
                <a:lnTo>
                  <a:pt x="341" y="489"/>
                </a:lnTo>
                <a:lnTo>
                  <a:pt x="340" y="489"/>
                </a:lnTo>
                <a:lnTo>
                  <a:pt x="340" y="490"/>
                </a:lnTo>
                <a:lnTo>
                  <a:pt x="339" y="490"/>
                </a:lnTo>
                <a:lnTo>
                  <a:pt x="338" y="490"/>
                </a:lnTo>
                <a:lnTo>
                  <a:pt x="337" y="490"/>
                </a:lnTo>
                <a:lnTo>
                  <a:pt x="337" y="491"/>
                </a:lnTo>
                <a:lnTo>
                  <a:pt x="336" y="490"/>
                </a:lnTo>
                <a:lnTo>
                  <a:pt x="336" y="491"/>
                </a:lnTo>
                <a:lnTo>
                  <a:pt x="337" y="491"/>
                </a:lnTo>
                <a:lnTo>
                  <a:pt x="337" y="492"/>
                </a:lnTo>
                <a:lnTo>
                  <a:pt x="336" y="493"/>
                </a:lnTo>
                <a:lnTo>
                  <a:pt x="336" y="492"/>
                </a:lnTo>
                <a:lnTo>
                  <a:pt x="335" y="492"/>
                </a:lnTo>
                <a:lnTo>
                  <a:pt x="335" y="493"/>
                </a:lnTo>
                <a:lnTo>
                  <a:pt x="335" y="494"/>
                </a:lnTo>
                <a:lnTo>
                  <a:pt x="334" y="494"/>
                </a:lnTo>
                <a:lnTo>
                  <a:pt x="334" y="493"/>
                </a:lnTo>
                <a:lnTo>
                  <a:pt x="333" y="493"/>
                </a:lnTo>
                <a:lnTo>
                  <a:pt x="333" y="494"/>
                </a:lnTo>
                <a:lnTo>
                  <a:pt x="334" y="494"/>
                </a:lnTo>
                <a:lnTo>
                  <a:pt x="334" y="495"/>
                </a:lnTo>
                <a:lnTo>
                  <a:pt x="335" y="496"/>
                </a:lnTo>
                <a:lnTo>
                  <a:pt x="336" y="496"/>
                </a:lnTo>
                <a:lnTo>
                  <a:pt x="337" y="496"/>
                </a:lnTo>
                <a:lnTo>
                  <a:pt x="337" y="497"/>
                </a:lnTo>
                <a:lnTo>
                  <a:pt x="338" y="497"/>
                </a:lnTo>
                <a:lnTo>
                  <a:pt x="338" y="498"/>
                </a:lnTo>
                <a:lnTo>
                  <a:pt x="337" y="498"/>
                </a:lnTo>
                <a:lnTo>
                  <a:pt x="335" y="498"/>
                </a:lnTo>
                <a:lnTo>
                  <a:pt x="334" y="499"/>
                </a:lnTo>
                <a:lnTo>
                  <a:pt x="333" y="499"/>
                </a:lnTo>
                <a:lnTo>
                  <a:pt x="332" y="499"/>
                </a:lnTo>
                <a:lnTo>
                  <a:pt x="331" y="499"/>
                </a:lnTo>
                <a:lnTo>
                  <a:pt x="332" y="499"/>
                </a:lnTo>
                <a:lnTo>
                  <a:pt x="333" y="499"/>
                </a:lnTo>
                <a:lnTo>
                  <a:pt x="333" y="498"/>
                </a:lnTo>
                <a:lnTo>
                  <a:pt x="333" y="497"/>
                </a:lnTo>
                <a:lnTo>
                  <a:pt x="332" y="498"/>
                </a:lnTo>
                <a:lnTo>
                  <a:pt x="331" y="498"/>
                </a:lnTo>
                <a:lnTo>
                  <a:pt x="330" y="498"/>
                </a:lnTo>
                <a:lnTo>
                  <a:pt x="330" y="497"/>
                </a:lnTo>
                <a:lnTo>
                  <a:pt x="329" y="496"/>
                </a:lnTo>
                <a:lnTo>
                  <a:pt x="328" y="496"/>
                </a:lnTo>
                <a:lnTo>
                  <a:pt x="329" y="496"/>
                </a:lnTo>
                <a:lnTo>
                  <a:pt x="329" y="497"/>
                </a:lnTo>
                <a:lnTo>
                  <a:pt x="328" y="497"/>
                </a:lnTo>
                <a:lnTo>
                  <a:pt x="327" y="497"/>
                </a:lnTo>
                <a:lnTo>
                  <a:pt x="326" y="497"/>
                </a:lnTo>
                <a:lnTo>
                  <a:pt x="326" y="496"/>
                </a:lnTo>
                <a:lnTo>
                  <a:pt x="325" y="496"/>
                </a:lnTo>
                <a:lnTo>
                  <a:pt x="324" y="496"/>
                </a:lnTo>
                <a:lnTo>
                  <a:pt x="323" y="496"/>
                </a:lnTo>
                <a:lnTo>
                  <a:pt x="322" y="496"/>
                </a:lnTo>
                <a:lnTo>
                  <a:pt x="321" y="496"/>
                </a:lnTo>
                <a:lnTo>
                  <a:pt x="320" y="496"/>
                </a:lnTo>
                <a:lnTo>
                  <a:pt x="319" y="496"/>
                </a:lnTo>
                <a:lnTo>
                  <a:pt x="319" y="497"/>
                </a:lnTo>
                <a:lnTo>
                  <a:pt x="318" y="497"/>
                </a:lnTo>
                <a:lnTo>
                  <a:pt x="317" y="497"/>
                </a:lnTo>
                <a:lnTo>
                  <a:pt x="317" y="496"/>
                </a:lnTo>
                <a:lnTo>
                  <a:pt x="316" y="496"/>
                </a:lnTo>
                <a:lnTo>
                  <a:pt x="316" y="495"/>
                </a:lnTo>
                <a:lnTo>
                  <a:pt x="316" y="494"/>
                </a:lnTo>
                <a:lnTo>
                  <a:pt x="315" y="493"/>
                </a:lnTo>
                <a:lnTo>
                  <a:pt x="314" y="493"/>
                </a:lnTo>
                <a:lnTo>
                  <a:pt x="314" y="492"/>
                </a:lnTo>
                <a:lnTo>
                  <a:pt x="313" y="492"/>
                </a:lnTo>
                <a:lnTo>
                  <a:pt x="312" y="492"/>
                </a:lnTo>
                <a:lnTo>
                  <a:pt x="312" y="491"/>
                </a:lnTo>
                <a:lnTo>
                  <a:pt x="311" y="491"/>
                </a:lnTo>
                <a:lnTo>
                  <a:pt x="311" y="490"/>
                </a:lnTo>
                <a:lnTo>
                  <a:pt x="310" y="490"/>
                </a:lnTo>
                <a:lnTo>
                  <a:pt x="310" y="489"/>
                </a:lnTo>
                <a:lnTo>
                  <a:pt x="311" y="489"/>
                </a:lnTo>
                <a:lnTo>
                  <a:pt x="311" y="488"/>
                </a:lnTo>
                <a:lnTo>
                  <a:pt x="310" y="488"/>
                </a:lnTo>
                <a:lnTo>
                  <a:pt x="310" y="487"/>
                </a:lnTo>
                <a:lnTo>
                  <a:pt x="310" y="486"/>
                </a:lnTo>
                <a:lnTo>
                  <a:pt x="309" y="486"/>
                </a:lnTo>
                <a:lnTo>
                  <a:pt x="310" y="486"/>
                </a:lnTo>
                <a:lnTo>
                  <a:pt x="309" y="486"/>
                </a:lnTo>
                <a:lnTo>
                  <a:pt x="308" y="486"/>
                </a:lnTo>
                <a:lnTo>
                  <a:pt x="308" y="485"/>
                </a:lnTo>
                <a:lnTo>
                  <a:pt x="307" y="485"/>
                </a:lnTo>
                <a:lnTo>
                  <a:pt x="307" y="486"/>
                </a:lnTo>
                <a:lnTo>
                  <a:pt x="306" y="486"/>
                </a:lnTo>
                <a:lnTo>
                  <a:pt x="306" y="485"/>
                </a:lnTo>
                <a:lnTo>
                  <a:pt x="305" y="485"/>
                </a:lnTo>
                <a:lnTo>
                  <a:pt x="304" y="485"/>
                </a:lnTo>
                <a:lnTo>
                  <a:pt x="303" y="485"/>
                </a:lnTo>
                <a:lnTo>
                  <a:pt x="302" y="485"/>
                </a:lnTo>
                <a:lnTo>
                  <a:pt x="301" y="485"/>
                </a:lnTo>
                <a:lnTo>
                  <a:pt x="301" y="486"/>
                </a:lnTo>
                <a:lnTo>
                  <a:pt x="300" y="486"/>
                </a:lnTo>
                <a:lnTo>
                  <a:pt x="299" y="486"/>
                </a:lnTo>
                <a:lnTo>
                  <a:pt x="298" y="486"/>
                </a:lnTo>
                <a:lnTo>
                  <a:pt x="298" y="487"/>
                </a:lnTo>
                <a:lnTo>
                  <a:pt x="297" y="487"/>
                </a:lnTo>
                <a:lnTo>
                  <a:pt x="297" y="488"/>
                </a:lnTo>
                <a:lnTo>
                  <a:pt x="296" y="488"/>
                </a:lnTo>
                <a:lnTo>
                  <a:pt x="295" y="488"/>
                </a:lnTo>
                <a:lnTo>
                  <a:pt x="295" y="489"/>
                </a:lnTo>
                <a:lnTo>
                  <a:pt x="294" y="489"/>
                </a:lnTo>
                <a:lnTo>
                  <a:pt x="293" y="489"/>
                </a:lnTo>
                <a:lnTo>
                  <a:pt x="293" y="490"/>
                </a:lnTo>
                <a:lnTo>
                  <a:pt x="292" y="490"/>
                </a:lnTo>
                <a:lnTo>
                  <a:pt x="292" y="489"/>
                </a:lnTo>
                <a:lnTo>
                  <a:pt x="292" y="490"/>
                </a:lnTo>
                <a:lnTo>
                  <a:pt x="292" y="489"/>
                </a:lnTo>
                <a:lnTo>
                  <a:pt x="291" y="489"/>
                </a:lnTo>
                <a:lnTo>
                  <a:pt x="290" y="490"/>
                </a:lnTo>
                <a:lnTo>
                  <a:pt x="288" y="490"/>
                </a:lnTo>
                <a:lnTo>
                  <a:pt x="287" y="490"/>
                </a:lnTo>
                <a:lnTo>
                  <a:pt x="286" y="490"/>
                </a:lnTo>
                <a:lnTo>
                  <a:pt x="285" y="490"/>
                </a:lnTo>
                <a:lnTo>
                  <a:pt x="284" y="490"/>
                </a:lnTo>
                <a:lnTo>
                  <a:pt x="284" y="489"/>
                </a:lnTo>
                <a:lnTo>
                  <a:pt x="283" y="489"/>
                </a:lnTo>
                <a:lnTo>
                  <a:pt x="282" y="489"/>
                </a:lnTo>
                <a:lnTo>
                  <a:pt x="281" y="489"/>
                </a:lnTo>
                <a:lnTo>
                  <a:pt x="281" y="490"/>
                </a:lnTo>
                <a:lnTo>
                  <a:pt x="281" y="491"/>
                </a:lnTo>
                <a:lnTo>
                  <a:pt x="280" y="491"/>
                </a:lnTo>
                <a:lnTo>
                  <a:pt x="280" y="492"/>
                </a:lnTo>
                <a:lnTo>
                  <a:pt x="279" y="492"/>
                </a:lnTo>
                <a:lnTo>
                  <a:pt x="279" y="491"/>
                </a:lnTo>
                <a:lnTo>
                  <a:pt x="279" y="492"/>
                </a:lnTo>
                <a:lnTo>
                  <a:pt x="278" y="492"/>
                </a:lnTo>
                <a:lnTo>
                  <a:pt x="278" y="491"/>
                </a:lnTo>
                <a:lnTo>
                  <a:pt x="277" y="491"/>
                </a:lnTo>
                <a:lnTo>
                  <a:pt x="276" y="491"/>
                </a:lnTo>
                <a:lnTo>
                  <a:pt x="275" y="491"/>
                </a:lnTo>
                <a:lnTo>
                  <a:pt x="274" y="491"/>
                </a:lnTo>
                <a:lnTo>
                  <a:pt x="275" y="491"/>
                </a:lnTo>
                <a:lnTo>
                  <a:pt x="275" y="490"/>
                </a:lnTo>
                <a:lnTo>
                  <a:pt x="276" y="489"/>
                </a:lnTo>
                <a:lnTo>
                  <a:pt x="275" y="489"/>
                </a:lnTo>
                <a:lnTo>
                  <a:pt x="275" y="488"/>
                </a:lnTo>
                <a:lnTo>
                  <a:pt x="274" y="488"/>
                </a:lnTo>
                <a:lnTo>
                  <a:pt x="274" y="487"/>
                </a:lnTo>
                <a:lnTo>
                  <a:pt x="275" y="487"/>
                </a:lnTo>
                <a:lnTo>
                  <a:pt x="274" y="487"/>
                </a:lnTo>
                <a:lnTo>
                  <a:pt x="275" y="487"/>
                </a:lnTo>
                <a:lnTo>
                  <a:pt x="275" y="486"/>
                </a:lnTo>
                <a:lnTo>
                  <a:pt x="274" y="486"/>
                </a:lnTo>
                <a:lnTo>
                  <a:pt x="274" y="485"/>
                </a:lnTo>
                <a:lnTo>
                  <a:pt x="274" y="484"/>
                </a:lnTo>
                <a:lnTo>
                  <a:pt x="274" y="485"/>
                </a:lnTo>
                <a:lnTo>
                  <a:pt x="274" y="484"/>
                </a:lnTo>
                <a:lnTo>
                  <a:pt x="273" y="484"/>
                </a:lnTo>
                <a:lnTo>
                  <a:pt x="272" y="484"/>
                </a:lnTo>
                <a:lnTo>
                  <a:pt x="272" y="485"/>
                </a:lnTo>
                <a:lnTo>
                  <a:pt x="271" y="485"/>
                </a:lnTo>
                <a:lnTo>
                  <a:pt x="270" y="485"/>
                </a:lnTo>
                <a:lnTo>
                  <a:pt x="270" y="486"/>
                </a:lnTo>
                <a:lnTo>
                  <a:pt x="270" y="485"/>
                </a:lnTo>
                <a:lnTo>
                  <a:pt x="270" y="486"/>
                </a:lnTo>
                <a:lnTo>
                  <a:pt x="269" y="486"/>
                </a:lnTo>
                <a:lnTo>
                  <a:pt x="269" y="487"/>
                </a:lnTo>
                <a:lnTo>
                  <a:pt x="268" y="487"/>
                </a:lnTo>
                <a:lnTo>
                  <a:pt x="269" y="487"/>
                </a:lnTo>
                <a:lnTo>
                  <a:pt x="268" y="487"/>
                </a:lnTo>
                <a:lnTo>
                  <a:pt x="268" y="488"/>
                </a:lnTo>
                <a:lnTo>
                  <a:pt x="267" y="488"/>
                </a:lnTo>
                <a:lnTo>
                  <a:pt x="267" y="489"/>
                </a:lnTo>
                <a:lnTo>
                  <a:pt x="267" y="490"/>
                </a:lnTo>
                <a:lnTo>
                  <a:pt x="266" y="490"/>
                </a:lnTo>
                <a:lnTo>
                  <a:pt x="266" y="491"/>
                </a:lnTo>
                <a:lnTo>
                  <a:pt x="265" y="491"/>
                </a:lnTo>
                <a:lnTo>
                  <a:pt x="264" y="491"/>
                </a:lnTo>
                <a:lnTo>
                  <a:pt x="264" y="490"/>
                </a:lnTo>
                <a:lnTo>
                  <a:pt x="264" y="491"/>
                </a:lnTo>
                <a:lnTo>
                  <a:pt x="263" y="491"/>
                </a:lnTo>
                <a:lnTo>
                  <a:pt x="264" y="491"/>
                </a:lnTo>
                <a:lnTo>
                  <a:pt x="264" y="490"/>
                </a:lnTo>
                <a:lnTo>
                  <a:pt x="263" y="490"/>
                </a:lnTo>
                <a:lnTo>
                  <a:pt x="263" y="489"/>
                </a:lnTo>
                <a:lnTo>
                  <a:pt x="263" y="488"/>
                </a:lnTo>
                <a:lnTo>
                  <a:pt x="263" y="487"/>
                </a:lnTo>
                <a:lnTo>
                  <a:pt x="264" y="487"/>
                </a:lnTo>
                <a:lnTo>
                  <a:pt x="264" y="486"/>
                </a:lnTo>
                <a:lnTo>
                  <a:pt x="263" y="486"/>
                </a:lnTo>
                <a:lnTo>
                  <a:pt x="263" y="485"/>
                </a:lnTo>
                <a:lnTo>
                  <a:pt x="263" y="484"/>
                </a:lnTo>
                <a:lnTo>
                  <a:pt x="263" y="483"/>
                </a:lnTo>
                <a:lnTo>
                  <a:pt x="262" y="483"/>
                </a:lnTo>
                <a:lnTo>
                  <a:pt x="262" y="482"/>
                </a:lnTo>
                <a:lnTo>
                  <a:pt x="261" y="482"/>
                </a:lnTo>
                <a:lnTo>
                  <a:pt x="261" y="481"/>
                </a:lnTo>
                <a:lnTo>
                  <a:pt x="261" y="480"/>
                </a:lnTo>
                <a:lnTo>
                  <a:pt x="260" y="480"/>
                </a:lnTo>
                <a:lnTo>
                  <a:pt x="260" y="479"/>
                </a:lnTo>
                <a:lnTo>
                  <a:pt x="260" y="478"/>
                </a:lnTo>
                <a:lnTo>
                  <a:pt x="259" y="478"/>
                </a:lnTo>
                <a:lnTo>
                  <a:pt x="259" y="477"/>
                </a:lnTo>
                <a:lnTo>
                  <a:pt x="258" y="477"/>
                </a:lnTo>
                <a:lnTo>
                  <a:pt x="258" y="476"/>
                </a:lnTo>
                <a:lnTo>
                  <a:pt x="257" y="476"/>
                </a:lnTo>
                <a:lnTo>
                  <a:pt x="257" y="477"/>
                </a:lnTo>
                <a:lnTo>
                  <a:pt x="256" y="477"/>
                </a:lnTo>
                <a:lnTo>
                  <a:pt x="255" y="477"/>
                </a:lnTo>
                <a:lnTo>
                  <a:pt x="255" y="478"/>
                </a:lnTo>
                <a:lnTo>
                  <a:pt x="254" y="478"/>
                </a:lnTo>
                <a:lnTo>
                  <a:pt x="254" y="479"/>
                </a:lnTo>
                <a:lnTo>
                  <a:pt x="253" y="479"/>
                </a:lnTo>
                <a:lnTo>
                  <a:pt x="253" y="480"/>
                </a:lnTo>
                <a:lnTo>
                  <a:pt x="252" y="480"/>
                </a:lnTo>
                <a:lnTo>
                  <a:pt x="251" y="480"/>
                </a:lnTo>
                <a:lnTo>
                  <a:pt x="251" y="479"/>
                </a:lnTo>
                <a:lnTo>
                  <a:pt x="250" y="479"/>
                </a:lnTo>
                <a:lnTo>
                  <a:pt x="249" y="479"/>
                </a:lnTo>
                <a:lnTo>
                  <a:pt x="249" y="478"/>
                </a:lnTo>
                <a:lnTo>
                  <a:pt x="249" y="477"/>
                </a:lnTo>
                <a:lnTo>
                  <a:pt x="248" y="477"/>
                </a:lnTo>
                <a:lnTo>
                  <a:pt x="248" y="476"/>
                </a:lnTo>
                <a:lnTo>
                  <a:pt x="247" y="476"/>
                </a:lnTo>
                <a:lnTo>
                  <a:pt x="247" y="475"/>
                </a:lnTo>
                <a:lnTo>
                  <a:pt x="247" y="476"/>
                </a:lnTo>
                <a:lnTo>
                  <a:pt x="247" y="475"/>
                </a:lnTo>
                <a:lnTo>
                  <a:pt x="246" y="475"/>
                </a:lnTo>
                <a:lnTo>
                  <a:pt x="245" y="475"/>
                </a:lnTo>
                <a:lnTo>
                  <a:pt x="245" y="474"/>
                </a:lnTo>
                <a:lnTo>
                  <a:pt x="244" y="474"/>
                </a:lnTo>
                <a:lnTo>
                  <a:pt x="243" y="474"/>
                </a:lnTo>
                <a:lnTo>
                  <a:pt x="243" y="473"/>
                </a:lnTo>
                <a:lnTo>
                  <a:pt x="242" y="473"/>
                </a:lnTo>
                <a:lnTo>
                  <a:pt x="242" y="472"/>
                </a:lnTo>
                <a:lnTo>
                  <a:pt x="241" y="472"/>
                </a:lnTo>
                <a:lnTo>
                  <a:pt x="241" y="471"/>
                </a:lnTo>
                <a:lnTo>
                  <a:pt x="240" y="471"/>
                </a:lnTo>
                <a:lnTo>
                  <a:pt x="240" y="470"/>
                </a:lnTo>
                <a:lnTo>
                  <a:pt x="239" y="470"/>
                </a:lnTo>
                <a:lnTo>
                  <a:pt x="239" y="469"/>
                </a:lnTo>
                <a:lnTo>
                  <a:pt x="238" y="469"/>
                </a:lnTo>
                <a:lnTo>
                  <a:pt x="237" y="469"/>
                </a:lnTo>
                <a:lnTo>
                  <a:pt x="236" y="469"/>
                </a:lnTo>
                <a:lnTo>
                  <a:pt x="235" y="469"/>
                </a:lnTo>
                <a:lnTo>
                  <a:pt x="234" y="469"/>
                </a:lnTo>
                <a:lnTo>
                  <a:pt x="233" y="468"/>
                </a:lnTo>
                <a:lnTo>
                  <a:pt x="233" y="467"/>
                </a:lnTo>
                <a:lnTo>
                  <a:pt x="232" y="467"/>
                </a:lnTo>
                <a:lnTo>
                  <a:pt x="232" y="468"/>
                </a:lnTo>
                <a:lnTo>
                  <a:pt x="232" y="467"/>
                </a:lnTo>
                <a:lnTo>
                  <a:pt x="231" y="467"/>
                </a:lnTo>
                <a:lnTo>
                  <a:pt x="231" y="465"/>
                </a:lnTo>
                <a:lnTo>
                  <a:pt x="232" y="465"/>
                </a:lnTo>
                <a:lnTo>
                  <a:pt x="232" y="464"/>
                </a:lnTo>
                <a:lnTo>
                  <a:pt x="233" y="464"/>
                </a:lnTo>
                <a:lnTo>
                  <a:pt x="233" y="463"/>
                </a:lnTo>
                <a:lnTo>
                  <a:pt x="233" y="464"/>
                </a:lnTo>
                <a:lnTo>
                  <a:pt x="233" y="463"/>
                </a:lnTo>
                <a:lnTo>
                  <a:pt x="234" y="463"/>
                </a:lnTo>
                <a:lnTo>
                  <a:pt x="234" y="462"/>
                </a:lnTo>
                <a:lnTo>
                  <a:pt x="235" y="462"/>
                </a:lnTo>
                <a:lnTo>
                  <a:pt x="236" y="462"/>
                </a:lnTo>
                <a:lnTo>
                  <a:pt x="236" y="461"/>
                </a:lnTo>
                <a:lnTo>
                  <a:pt x="237" y="461"/>
                </a:lnTo>
                <a:lnTo>
                  <a:pt x="237" y="460"/>
                </a:lnTo>
                <a:lnTo>
                  <a:pt x="236" y="460"/>
                </a:lnTo>
                <a:lnTo>
                  <a:pt x="236" y="459"/>
                </a:lnTo>
                <a:lnTo>
                  <a:pt x="236" y="458"/>
                </a:lnTo>
                <a:lnTo>
                  <a:pt x="236" y="457"/>
                </a:lnTo>
                <a:lnTo>
                  <a:pt x="235" y="457"/>
                </a:lnTo>
                <a:lnTo>
                  <a:pt x="234" y="457"/>
                </a:lnTo>
                <a:lnTo>
                  <a:pt x="234" y="456"/>
                </a:lnTo>
                <a:lnTo>
                  <a:pt x="233" y="456"/>
                </a:lnTo>
                <a:lnTo>
                  <a:pt x="233" y="455"/>
                </a:lnTo>
                <a:lnTo>
                  <a:pt x="232" y="455"/>
                </a:lnTo>
                <a:lnTo>
                  <a:pt x="231" y="455"/>
                </a:lnTo>
                <a:lnTo>
                  <a:pt x="230" y="455"/>
                </a:lnTo>
                <a:lnTo>
                  <a:pt x="230" y="456"/>
                </a:lnTo>
                <a:lnTo>
                  <a:pt x="229" y="456"/>
                </a:lnTo>
                <a:lnTo>
                  <a:pt x="230" y="456"/>
                </a:lnTo>
                <a:lnTo>
                  <a:pt x="229" y="456"/>
                </a:lnTo>
                <a:lnTo>
                  <a:pt x="229" y="457"/>
                </a:lnTo>
                <a:lnTo>
                  <a:pt x="228" y="457"/>
                </a:lnTo>
                <a:lnTo>
                  <a:pt x="228" y="458"/>
                </a:lnTo>
                <a:lnTo>
                  <a:pt x="228" y="457"/>
                </a:lnTo>
                <a:lnTo>
                  <a:pt x="228" y="458"/>
                </a:lnTo>
                <a:lnTo>
                  <a:pt x="227" y="458"/>
                </a:lnTo>
                <a:lnTo>
                  <a:pt x="227" y="457"/>
                </a:lnTo>
                <a:lnTo>
                  <a:pt x="226" y="457"/>
                </a:lnTo>
                <a:lnTo>
                  <a:pt x="225" y="457"/>
                </a:lnTo>
                <a:lnTo>
                  <a:pt x="225" y="456"/>
                </a:lnTo>
                <a:lnTo>
                  <a:pt x="224" y="456"/>
                </a:lnTo>
                <a:lnTo>
                  <a:pt x="225" y="456"/>
                </a:lnTo>
                <a:lnTo>
                  <a:pt x="224" y="456"/>
                </a:lnTo>
                <a:lnTo>
                  <a:pt x="225" y="456"/>
                </a:lnTo>
                <a:lnTo>
                  <a:pt x="224" y="456"/>
                </a:lnTo>
                <a:lnTo>
                  <a:pt x="224" y="455"/>
                </a:lnTo>
                <a:lnTo>
                  <a:pt x="224" y="454"/>
                </a:lnTo>
                <a:lnTo>
                  <a:pt x="224" y="453"/>
                </a:lnTo>
                <a:lnTo>
                  <a:pt x="224" y="452"/>
                </a:lnTo>
                <a:lnTo>
                  <a:pt x="223" y="452"/>
                </a:lnTo>
                <a:lnTo>
                  <a:pt x="223" y="453"/>
                </a:lnTo>
                <a:lnTo>
                  <a:pt x="222" y="453"/>
                </a:lnTo>
                <a:lnTo>
                  <a:pt x="222" y="452"/>
                </a:lnTo>
                <a:lnTo>
                  <a:pt x="221" y="452"/>
                </a:lnTo>
                <a:lnTo>
                  <a:pt x="220" y="452"/>
                </a:lnTo>
                <a:lnTo>
                  <a:pt x="219" y="452"/>
                </a:lnTo>
                <a:lnTo>
                  <a:pt x="219" y="451"/>
                </a:lnTo>
                <a:lnTo>
                  <a:pt x="219" y="452"/>
                </a:lnTo>
                <a:lnTo>
                  <a:pt x="219" y="451"/>
                </a:lnTo>
                <a:lnTo>
                  <a:pt x="218" y="451"/>
                </a:lnTo>
                <a:lnTo>
                  <a:pt x="218" y="452"/>
                </a:lnTo>
                <a:lnTo>
                  <a:pt x="217" y="452"/>
                </a:lnTo>
                <a:lnTo>
                  <a:pt x="217" y="451"/>
                </a:lnTo>
                <a:lnTo>
                  <a:pt x="216" y="451"/>
                </a:lnTo>
                <a:lnTo>
                  <a:pt x="216" y="452"/>
                </a:lnTo>
                <a:lnTo>
                  <a:pt x="215" y="452"/>
                </a:lnTo>
                <a:lnTo>
                  <a:pt x="214" y="452"/>
                </a:lnTo>
                <a:lnTo>
                  <a:pt x="214" y="453"/>
                </a:lnTo>
                <a:lnTo>
                  <a:pt x="214" y="452"/>
                </a:lnTo>
                <a:lnTo>
                  <a:pt x="214" y="453"/>
                </a:lnTo>
                <a:lnTo>
                  <a:pt x="214" y="452"/>
                </a:lnTo>
                <a:lnTo>
                  <a:pt x="213" y="452"/>
                </a:lnTo>
                <a:lnTo>
                  <a:pt x="213" y="451"/>
                </a:lnTo>
                <a:lnTo>
                  <a:pt x="213" y="450"/>
                </a:lnTo>
                <a:lnTo>
                  <a:pt x="212" y="450"/>
                </a:lnTo>
                <a:lnTo>
                  <a:pt x="212" y="451"/>
                </a:lnTo>
                <a:lnTo>
                  <a:pt x="212" y="450"/>
                </a:lnTo>
                <a:lnTo>
                  <a:pt x="212" y="449"/>
                </a:lnTo>
                <a:lnTo>
                  <a:pt x="210" y="449"/>
                </a:lnTo>
                <a:lnTo>
                  <a:pt x="209" y="449"/>
                </a:lnTo>
                <a:lnTo>
                  <a:pt x="209" y="448"/>
                </a:lnTo>
                <a:lnTo>
                  <a:pt x="209" y="449"/>
                </a:lnTo>
                <a:lnTo>
                  <a:pt x="208" y="449"/>
                </a:lnTo>
                <a:lnTo>
                  <a:pt x="208" y="448"/>
                </a:lnTo>
                <a:lnTo>
                  <a:pt x="208" y="449"/>
                </a:lnTo>
                <a:lnTo>
                  <a:pt x="207" y="449"/>
                </a:lnTo>
                <a:lnTo>
                  <a:pt x="206" y="449"/>
                </a:lnTo>
                <a:lnTo>
                  <a:pt x="206" y="450"/>
                </a:lnTo>
                <a:lnTo>
                  <a:pt x="205" y="450"/>
                </a:lnTo>
                <a:lnTo>
                  <a:pt x="205" y="452"/>
                </a:lnTo>
                <a:lnTo>
                  <a:pt x="204" y="452"/>
                </a:lnTo>
                <a:lnTo>
                  <a:pt x="204" y="453"/>
                </a:lnTo>
                <a:lnTo>
                  <a:pt x="204" y="452"/>
                </a:lnTo>
                <a:lnTo>
                  <a:pt x="204" y="453"/>
                </a:lnTo>
                <a:lnTo>
                  <a:pt x="203" y="453"/>
                </a:lnTo>
                <a:lnTo>
                  <a:pt x="203" y="454"/>
                </a:lnTo>
                <a:lnTo>
                  <a:pt x="202" y="454"/>
                </a:lnTo>
                <a:lnTo>
                  <a:pt x="202" y="453"/>
                </a:lnTo>
                <a:lnTo>
                  <a:pt x="202" y="452"/>
                </a:lnTo>
                <a:lnTo>
                  <a:pt x="201" y="451"/>
                </a:lnTo>
                <a:lnTo>
                  <a:pt x="201" y="450"/>
                </a:lnTo>
                <a:lnTo>
                  <a:pt x="201" y="449"/>
                </a:lnTo>
                <a:lnTo>
                  <a:pt x="202" y="449"/>
                </a:lnTo>
                <a:lnTo>
                  <a:pt x="202" y="448"/>
                </a:lnTo>
                <a:lnTo>
                  <a:pt x="203" y="448"/>
                </a:lnTo>
                <a:lnTo>
                  <a:pt x="203" y="447"/>
                </a:lnTo>
                <a:lnTo>
                  <a:pt x="204" y="447"/>
                </a:lnTo>
                <a:lnTo>
                  <a:pt x="204" y="446"/>
                </a:lnTo>
                <a:lnTo>
                  <a:pt x="203" y="446"/>
                </a:lnTo>
                <a:lnTo>
                  <a:pt x="204" y="446"/>
                </a:lnTo>
                <a:lnTo>
                  <a:pt x="203" y="446"/>
                </a:lnTo>
                <a:lnTo>
                  <a:pt x="204" y="446"/>
                </a:lnTo>
                <a:lnTo>
                  <a:pt x="203" y="446"/>
                </a:lnTo>
                <a:lnTo>
                  <a:pt x="203" y="445"/>
                </a:lnTo>
                <a:lnTo>
                  <a:pt x="203" y="444"/>
                </a:lnTo>
                <a:lnTo>
                  <a:pt x="203" y="443"/>
                </a:lnTo>
                <a:lnTo>
                  <a:pt x="204" y="443"/>
                </a:lnTo>
                <a:lnTo>
                  <a:pt x="204" y="442"/>
                </a:lnTo>
                <a:lnTo>
                  <a:pt x="203" y="442"/>
                </a:lnTo>
                <a:lnTo>
                  <a:pt x="203" y="441"/>
                </a:lnTo>
                <a:lnTo>
                  <a:pt x="204" y="441"/>
                </a:lnTo>
                <a:lnTo>
                  <a:pt x="204" y="440"/>
                </a:lnTo>
                <a:lnTo>
                  <a:pt x="204" y="439"/>
                </a:lnTo>
                <a:lnTo>
                  <a:pt x="203" y="439"/>
                </a:lnTo>
                <a:lnTo>
                  <a:pt x="203" y="438"/>
                </a:lnTo>
                <a:lnTo>
                  <a:pt x="202" y="438"/>
                </a:lnTo>
                <a:lnTo>
                  <a:pt x="202" y="437"/>
                </a:lnTo>
                <a:lnTo>
                  <a:pt x="202" y="436"/>
                </a:lnTo>
                <a:lnTo>
                  <a:pt x="202" y="435"/>
                </a:lnTo>
                <a:lnTo>
                  <a:pt x="203" y="435"/>
                </a:lnTo>
                <a:lnTo>
                  <a:pt x="202" y="435"/>
                </a:lnTo>
                <a:lnTo>
                  <a:pt x="203" y="435"/>
                </a:lnTo>
                <a:lnTo>
                  <a:pt x="203" y="434"/>
                </a:lnTo>
                <a:lnTo>
                  <a:pt x="204" y="434"/>
                </a:lnTo>
                <a:lnTo>
                  <a:pt x="203" y="434"/>
                </a:lnTo>
                <a:lnTo>
                  <a:pt x="204" y="434"/>
                </a:lnTo>
                <a:lnTo>
                  <a:pt x="204" y="433"/>
                </a:lnTo>
                <a:lnTo>
                  <a:pt x="203" y="433"/>
                </a:lnTo>
                <a:lnTo>
                  <a:pt x="202" y="433"/>
                </a:lnTo>
                <a:lnTo>
                  <a:pt x="201" y="433"/>
                </a:lnTo>
                <a:lnTo>
                  <a:pt x="201" y="432"/>
                </a:lnTo>
                <a:lnTo>
                  <a:pt x="201" y="431"/>
                </a:lnTo>
                <a:lnTo>
                  <a:pt x="200" y="431"/>
                </a:lnTo>
                <a:lnTo>
                  <a:pt x="201" y="431"/>
                </a:lnTo>
                <a:lnTo>
                  <a:pt x="201" y="430"/>
                </a:lnTo>
                <a:lnTo>
                  <a:pt x="201" y="429"/>
                </a:lnTo>
                <a:lnTo>
                  <a:pt x="202" y="429"/>
                </a:lnTo>
                <a:lnTo>
                  <a:pt x="203" y="429"/>
                </a:lnTo>
                <a:lnTo>
                  <a:pt x="203" y="428"/>
                </a:lnTo>
                <a:lnTo>
                  <a:pt x="203" y="427"/>
                </a:lnTo>
                <a:lnTo>
                  <a:pt x="203" y="426"/>
                </a:lnTo>
                <a:lnTo>
                  <a:pt x="202" y="426"/>
                </a:lnTo>
                <a:lnTo>
                  <a:pt x="202" y="425"/>
                </a:lnTo>
                <a:lnTo>
                  <a:pt x="202" y="424"/>
                </a:lnTo>
                <a:lnTo>
                  <a:pt x="202" y="423"/>
                </a:lnTo>
                <a:lnTo>
                  <a:pt x="201" y="423"/>
                </a:lnTo>
                <a:lnTo>
                  <a:pt x="202" y="423"/>
                </a:lnTo>
                <a:lnTo>
                  <a:pt x="202" y="422"/>
                </a:lnTo>
                <a:lnTo>
                  <a:pt x="202" y="421"/>
                </a:lnTo>
                <a:lnTo>
                  <a:pt x="201" y="421"/>
                </a:lnTo>
                <a:lnTo>
                  <a:pt x="200" y="421"/>
                </a:lnTo>
                <a:lnTo>
                  <a:pt x="200" y="420"/>
                </a:lnTo>
                <a:lnTo>
                  <a:pt x="200" y="419"/>
                </a:lnTo>
                <a:lnTo>
                  <a:pt x="200" y="418"/>
                </a:lnTo>
                <a:lnTo>
                  <a:pt x="200" y="417"/>
                </a:lnTo>
                <a:lnTo>
                  <a:pt x="199" y="417"/>
                </a:lnTo>
                <a:lnTo>
                  <a:pt x="199" y="416"/>
                </a:lnTo>
                <a:lnTo>
                  <a:pt x="199" y="415"/>
                </a:lnTo>
                <a:lnTo>
                  <a:pt x="198" y="415"/>
                </a:lnTo>
                <a:lnTo>
                  <a:pt x="197" y="415"/>
                </a:lnTo>
                <a:lnTo>
                  <a:pt x="196" y="415"/>
                </a:lnTo>
                <a:lnTo>
                  <a:pt x="196" y="416"/>
                </a:lnTo>
                <a:lnTo>
                  <a:pt x="195" y="416"/>
                </a:lnTo>
                <a:lnTo>
                  <a:pt x="195" y="415"/>
                </a:lnTo>
                <a:lnTo>
                  <a:pt x="194" y="415"/>
                </a:lnTo>
                <a:lnTo>
                  <a:pt x="193" y="415"/>
                </a:lnTo>
                <a:lnTo>
                  <a:pt x="192" y="415"/>
                </a:lnTo>
                <a:lnTo>
                  <a:pt x="192" y="414"/>
                </a:lnTo>
                <a:lnTo>
                  <a:pt x="192" y="415"/>
                </a:lnTo>
                <a:lnTo>
                  <a:pt x="191" y="415"/>
                </a:lnTo>
                <a:lnTo>
                  <a:pt x="191" y="414"/>
                </a:lnTo>
                <a:lnTo>
                  <a:pt x="190" y="414"/>
                </a:lnTo>
                <a:lnTo>
                  <a:pt x="190" y="413"/>
                </a:lnTo>
                <a:lnTo>
                  <a:pt x="191" y="413"/>
                </a:lnTo>
                <a:lnTo>
                  <a:pt x="190" y="413"/>
                </a:lnTo>
                <a:lnTo>
                  <a:pt x="190" y="412"/>
                </a:lnTo>
                <a:lnTo>
                  <a:pt x="191" y="412"/>
                </a:lnTo>
                <a:lnTo>
                  <a:pt x="192" y="412"/>
                </a:lnTo>
                <a:lnTo>
                  <a:pt x="192" y="411"/>
                </a:lnTo>
                <a:lnTo>
                  <a:pt x="193" y="411"/>
                </a:lnTo>
                <a:lnTo>
                  <a:pt x="192" y="411"/>
                </a:lnTo>
                <a:lnTo>
                  <a:pt x="192" y="410"/>
                </a:lnTo>
                <a:lnTo>
                  <a:pt x="193" y="410"/>
                </a:lnTo>
                <a:lnTo>
                  <a:pt x="193" y="409"/>
                </a:lnTo>
                <a:lnTo>
                  <a:pt x="192" y="409"/>
                </a:lnTo>
                <a:lnTo>
                  <a:pt x="191" y="409"/>
                </a:lnTo>
                <a:lnTo>
                  <a:pt x="191" y="408"/>
                </a:lnTo>
                <a:lnTo>
                  <a:pt x="191" y="407"/>
                </a:lnTo>
                <a:lnTo>
                  <a:pt x="190" y="407"/>
                </a:lnTo>
                <a:lnTo>
                  <a:pt x="190" y="406"/>
                </a:lnTo>
                <a:lnTo>
                  <a:pt x="191" y="406"/>
                </a:lnTo>
                <a:lnTo>
                  <a:pt x="191" y="405"/>
                </a:lnTo>
                <a:lnTo>
                  <a:pt x="191" y="404"/>
                </a:lnTo>
                <a:lnTo>
                  <a:pt x="190" y="404"/>
                </a:lnTo>
                <a:lnTo>
                  <a:pt x="190" y="403"/>
                </a:lnTo>
                <a:lnTo>
                  <a:pt x="190" y="402"/>
                </a:lnTo>
                <a:lnTo>
                  <a:pt x="191" y="402"/>
                </a:lnTo>
                <a:lnTo>
                  <a:pt x="191" y="401"/>
                </a:lnTo>
                <a:lnTo>
                  <a:pt x="192" y="401"/>
                </a:lnTo>
                <a:lnTo>
                  <a:pt x="192" y="402"/>
                </a:lnTo>
                <a:lnTo>
                  <a:pt x="192" y="401"/>
                </a:lnTo>
                <a:lnTo>
                  <a:pt x="192" y="400"/>
                </a:lnTo>
                <a:lnTo>
                  <a:pt x="192" y="399"/>
                </a:lnTo>
                <a:lnTo>
                  <a:pt x="192" y="398"/>
                </a:lnTo>
                <a:lnTo>
                  <a:pt x="192" y="397"/>
                </a:lnTo>
                <a:lnTo>
                  <a:pt x="192" y="396"/>
                </a:lnTo>
                <a:lnTo>
                  <a:pt x="193" y="396"/>
                </a:lnTo>
                <a:lnTo>
                  <a:pt x="193" y="395"/>
                </a:lnTo>
                <a:lnTo>
                  <a:pt x="193" y="394"/>
                </a:lnTo>
                <a:lnTo>
                  <a:pt x="193" y="393"/>
                </a:lnTo>
                <a:lnTo>
                  <a:pt x="194" y="393"/>
                </a:lnTo>
                <a:lnTo>
                  <a:pt x="194" y="392"/>
                </a:lnTo>
                <a:lnTo>
                  <a:pt x="194" y="391"/>
                </a:lnTo>
                <a:lnTo>
                  <a:pt x="195" y="391"/>
                </a:lnTo>
                <a:lnTo>
                  <a:pt x="195" y="390"/>
                </a:lnTo>
                <a:lnTo>
                  <a:pt x="194" y="390"/>
                </a:lnTo>
                <a:lnTo>
                  <a:pt x="194" y="389"/>
                </a:lnTo>
                <a:lnTo>
                  <a:pt x="195" y="389"/>
                </a:lnTo>
                <a:lnTo>
                  <a:pt x="194" y="389"/>
                </a:lnTo>
                <a:lnTo>
                  <a:pt x="195" y="389"/>
                </a:lnTo>
                <a:lnTo>
                  <a:pt x="195" y="388"/>
                </a:lnTo>
                <a:lnTo>
                  <a:pt x="196" y="388"/>
                </a:lnTo>
                <a:lnTo>
                  <a:pt x="197" y="388"/>
                </a:lnTo>
                <a:lnTo>
                  <a:pt x="197" y="389"/>
                </a:lnTo>
                <a:lnTo>
                  <a:pt x="197" y="390"/>
                </a:lnTo>
                <a:lnTo>
                  <a:pt x="198" y="390"/>
                </a:lnTo>
                <a:lnTo>
                  <a:pt x="198" y="391"/>
                </a:lnTo>
                <a:lnTo>
                  <a:pt x="199" y="391"/>
                </a:lnTo>
                <a:lnTo>
                  <a:pt x="200" y="391"/>
                </a:lnTo>
                <a:lnTo>
                  <a:pt x="201" y="391"/>
                </a:lnTo>
                <a:lnTo>
                  <a:pt x="201" y="390"/>
                </a:lnTo>
                <a:lnTo>
                  <a:pt x="201" y="391"/>
                </a:lnTo>
                <a:lnTo>
                  <a:pt x="202" y="391"/>
                </a:lnTo>
                <a:lnTo>
                  <a:pt x="202" y="390"/>
                </a:lnTo>
                <a:lnTo>
                  <a:pt x="203" y="390"/>
                </a:lnTo>
                <a:lnTo>
                  <a:pt x="203" y="391"/>
                </a:lnTo>
                <a:lnTo>
                  <a:pt x="204" y="391"/>
                </a:lnTo>
                <a:lnTo>
                  <a:pt x="204" y="390"/>
                </a:lnTo>
                <a:lnTo>
                  <a:pt x="205" y="390"/>
                </a:lnTo>
                <a:lnTo>
                  <a:pt x="205" y="389"/>
                </a:lnTo>
                <a:lnTo>
                  <a:pt x="206" y="389"/>
                </a:lnTo>
                <a:lnTo>
                  <a:pt x="205" y="389"/>
                </a:lnTo>
                <a:lnTo>
                  <a:pt x="205" y="388"/>
                </a:lnTo>
                <a:lnTo>
                  <a:pt x="206" y="388"/>
                </a:lnTo>
                <a:lnTo>
                  <a:pt x="205" y="388"/>
                </a:lnTo>
                <a:lnTo>
                  <a:pt x="205" y="387"/>
                </a:lnTo>
                <a:lnTo>
                  <a:pt x="205" y="388"/>
                </a:lnTo>
                <a:lnTo>
                  <a:pt x="205" y="387"/>
                </a:lnTo>
                <a:lnTo>
                  <a:pt x="204" y="387"/>
                </a:lnTo>
                <a:lnTo>
                  <a:pt x="205" y="387"/>
                </a:lnTo>
                <a:lnTo>
                  <a:pt x="205" y="386"/>
                </a:lnTo>
                <a:lnTo>
                  <a:pt x="205" y="385"/>
                </a:lnTo>
                <a:lnTo>
                  <a:pt x="206" y="385"/>
                </a:lnTo>
                <a:lnTo>
                  <a:pt x="205" y="385"/>
                </a:lnTo>
                <a:lnTo>
                  <a:pt x="206" y="385"/>
                </a:lnTo>
                <a:lnTo>
                  <a:pt x="205" y="385"/>
                </a:lnTo>
                <a:lnTo>
                  <a:pt x="205" y="384"/>
                </a:lnTo>
                <a:lnTo>
                  <a:pt x="206" y="384"/>
                </a:lnTo>
                <a:lnTo>
                  <a:pt x="206" y="383"/>
                </a:lnTo>
                <a:lnTo>
                  <a:pt x="206" y="382"/>
                </a:lnTo>
                <a:lnTo>
                  <a:pt x="207" y="382"/>
                </a:lnTo>
                <a:lnTo>
                  <a:pt x="207" y="381"/>
                </a:lnTo>
                <a:lnTo>
                  <a:pt x="208" y="381"/>
                </a:lnTo>
                <a:lnTo>
                  <a:pt x="208" y="380"/>
                </a:lnTo>
                <a:lnTo>
                  <a:pt x="208" y="379"/>
                </a:lnTo>
                <a:lnTo>
                  <a:pt x="208" y="378"/>
                </a:lnTo>
                <a:lnTo>
                  <a:pt x="209" y="378"/>
                </a:lnTo>
                <a:lnTo>
                  <a:pt x="209" y="377"/>
                </a:lnTo>
                <a:lnTo>
                  <a:pt x="210" y="377"/>
                </a:lnTo>
                <a:lnTo>
                  <a:pt x="209" y="377"/>
                </a:lnTo>
                <a:lnTo>
                  <a:pt x="209" y="376"/>
                </a:lnTo>
                <a:lnTo>
                  <a:pt x="209" y="375"/>
                </a:lnTo>
                <a:lnTo>
                  <a:pt x="208" y="375"/>
                </a:lnTo>
                <a:lnTo>
                  <a:pt x="209" y="375"/>
                </a:lnTo>
                <a:lnTo>
                  <a:pt x="209" y="374"/>
                </a:lnTo>
                <a:lnTo>
                  <a:pt x="210" y="374"/>
                </a:lnTo>
                <a:lnTo>
                  <a:pt x="210" y="373"/>
                </a:lnTo>
                <a:lnTo>
                  <a:pt x="212" y="373"/>
                </a:lnTo>
                <a:lnTo>
                  <a:pt x="212" y="372"/>
                </a:lnTo>
                <a:lnTo>
                  <a:pt x="212" y="371"/>
                </a:lnTo>
                <a:lnTo>
                  <a:pt x="213" y="371"/>
                </a:lnTo>
                <a:lnTo>
                  <a:pt x="214" y="371"/>
                </a:lnTo>
                <a:lnTo>
                  <a:pt x="215" y="371"/>
                </a:lnTo>
                <a:lnTo>
                  <a:pt x="215" y="370"/>
                </a:lnTo>
                <a:lnTo>
                  <a:pt x="215" y="369"/>
                </a:lnTo>
                <a:lnTo>
                  <a:pt x="216" y="369"/>
                </a:lnTo>
                <a:lnTo>
                  <a:pt x="216" y="368"/>
                </a:lnTo>
                <a:lnTo>
                  <a:pt x="216" y="367"/>
                </a:lnTo>
                <a:lnTo>
                  <a:pt x="215" y="367"/>
                </a:lnTo>
                <a:lnTo>
                  <a:pt x="215" y="366"/>
                </a:lnTo>
                <a:lnTo>
                  <a:pt x="214" y="366"/>
                </a:lnTo>
                <a:lnTo>
                  <a:pt x="213" y="366"/>
                </a:lnTo>
                <a:lnTo>
                  <a:pt x="212" y="366"/>
                </a:lnTo>
                <a:lnTo>
                  <a:pt x="212" y="367"/>
                </a:lnTo>
                <a:lnTo>
                  <a:pt x="212" y="366"/>
                </a:lnTo>
                <a:lnTo>
                  <a:pt x="210" y="366"/>
                </a:lnTo>
                <a:lnTo>
                  <a:pt x="209" y="366"/>
                </a:lnTo>
                <a:lnTo>
                  <a:pt x="209" y="367"/>
                </a:lnTo>
                <a:lnTo>
                  <a:pt x="209" y="366"/>
                </a:lnTo>
                <a:lnTo>
                  <a:pt x="209" y="365"/>
                </a:lnTo>
                <a:lnTo>
                  <a:pt x="208" y="365"/>
                </a:lnTo>
                <a:lnTo>
                  <a:pt x="208" y="364"/>
                </a:lnTo>
                <a:lnTo>
                  <a:pt x="207" y="364"/>
                </a:lnTo>
                <a:lnTo>
                  <a:pt x="207" y="363"/>
                </a:lnTo>
                <a:lnTo>
                  <a:pt x="206" y="363"/>
                </a:lnTo>
                <a:lnTo>
                  <a:pt x="205" y="363"/>
                </a:lnTo>
                <a:lnTo>
                  <a:pt x="205" y="362"/>
                </a:lnTo>
                <a:lnTo>
                  <a:pt x="204" y="362"/>
                </a:lnTo>
                <a:lnTo>
                  <a:pt x="204" y="361"/>
                </a:lnTo>
                <a:lnTo>
                  <a:pt x="204" y="360"/>
                </a:lnTo>
                <a:lnTo>
                  <a:pt x="204" y="359"/>
                </a:lnTo>
                <a:lnTo>
                  <a:pt x="203" y="359"/>
                </a:lnTo>
                <a:lnTo>
                  <a:pt x="202" y="359"/>
                </a:lnTo>
                <a:lnTo>
                  <a:pt x="201" y="359"/>
                </a:lnTo>
                <a:lnTo>
                  <a:pt x="201" y="358"/>
                </a:lnTo>
                <a:lnTo>
                  <a:pt x="201" y="359"/>
                </a:lnTo>
                <a:lnTo>
                  <a:pt x="200" y="359"/>
                </a:lnTo>
                <a:lnTo>
                  <a:pt x="200" y="358"/>
                </a:lnTo>
                <a:lnTo>
                  <a:pt x="200" y="359"/>
                </a:lnTo>
                <a:lnTo>
                  <a:pt x="200" y="360"/>
                </a:lnTo>
                <a:lnTo>
                  <a:pt x="199" y="360"/>
                </a:lnTo>
                <a:lnTo>
                  <a:pt x="199" y="361"/>
                </a:lnTo>
                <a:lnTo>
                  <a:pt x="198" y="361"/>
                </a:lnTo>
                <a:lnTo>
                  <a:pt x="198" y="360"/>
                </a:lnTo>
                <a:lnTo>
                  <a:pt x="197" y="360"/>
                </a:lnTo>
                <a:lnTo>
                  <a:pt x="197" y="359"/>
                </a:lnTo>
                <a:lnTo>
                  <a:pt x="196" y="359"/>
                </a:lnTo>
                <a:lnTo>
                  <a:pt x="197" y="359"/>
                </a:lnTo>
                <a:lnTo>
                  <a:pt x="196" y="359"/>
                </a:lnTo>
                <a:lnTo>
                  <a:pt x="196" y="358"/>
                </a:lnTo>
                <a:lnTo>
                  <a:pt x="195" y="358"/>
                </a:lnTo>
                <a:lnTo>
                  <a:pt x="195" y="357"/>
                </a:lnTo>
                <a:lnTo>
                  <a:pt x="195" y="356"/>
                </a:lnTo>
                <a:lnTo>
                  <a:pt x="194" y="356"/>
                </a:lnTo>
                <a:lnTo>
                  <a:pt x="194" y="355"/>
                </a:lnTo>
                <a:lnTo>
                  <a:pt x="193" y="355"/>
                </a:lnTo>
                <a:lnTo>
                  <a:pt x="193" y="354"/>
                </a:lnTo>
                <a:lnTo>
                  <a:pt x="193" y="355"/>
                </a:lnTo>
                <a:lnTo>
                  <a:pt x="192" y="355"/>
                </a:lnTo>
                <a:lnTo>
                  <a:pt x="191" y="355"/>
                </a:lnTo>
                <a:lnTo>
                  <a:pt x="191" y="356"/>
                </a:lnTo>
                <a:lnTo>
                  <a:pt x="190" y="356"/>
                </a:lnTo>
                <a:lnTo>
                  <a:pt x="190" y="355"/>
                </a:lnTo>
                <a:lnTo>
                  <a:pt x="189" y="355"/>
                </a:lnTo>
                <a:lnTo>
                  <a:pt x="189" y="354"/>
                </a:lnTo>
                <a:lnTo>
                  <a:pt x="188" y="354"/>
                </a:lnTo>
                <a:lnTo>
                  <a:pt x="189" y="354"/>
                </a:lnTo>
                <a:lnTo>
                  <a:pt x="189" y="353"/>
                </a:lnTo>
                <a:lnTo>
                  <a:pt x="188" y="353"/>
                </a:lnTo>
                <a:lnTo>
                  <a:pt x="188" y="354"/>
                </a:lnTo>
                <a:lnTo>
                  <a:pt x="188" y="353"/>
                </a:lnTo>
                <a:lnTo>
                  <a:pt x="187" y="353"/>
                </a:lnTo>
                <a:lnTo>
                  <a:pt x="186" y="353"/>
                </a:lnTo>
                <a:lnTo>
                  <a:pt x="186" y="354"/>
                </a:lnTo>
                <a:lnTo>
                  <a:pt x="185" y="354"/>
                </a:lnTo>
                <a:lnTo>
                  <a:pt x="185" y="355"/>
                </a:lnTo>
                <a:lnTo>
                  <a:pt x="185" y="356"/>
                </a:lnTo>
                <a:lnTo>
                  <a:pt x="185" y="357"/>
                </a:lnTo>
                <a:lnTo>
                  <a:pt x="184" y="357"/>
                </a:lnTo>
                <a:lnTo>
                  <a:pt x="183" y="357"/>
                </a:lnTo>
                <a:lnTo>
                  <a:pt x="182" y="357"/>
                </a:lnTo>
                <a:lnTo>
                  <a:pt x="182" y="358"/>
                </a:lnTo>
                <a:lnTo>
                  <a:pt x="182" y="357"/>
                </a:lnTo>
                <a:lnTo>
                  <a:pt x="182" y="358"/>
                </a:lnTo>
                <a:lnTo>
                  <a:pt x="181" y="358"/>
                </a:lnTo>
                <a:lnTo>
                  <a:pt x="181" y="357"/>
                </a:lnTo>
                <a:lnTo>
                  <a:pt x="180" y="357"/>
                </a:lnTo>
                <a:lnTo>
                  <a:pt x="180" y="358"/>
                </a:lnTo>
                <a:lnTo>
                  <a:pt x="180" y="359"/>
                </a:lnTo>
                <a:lnTo>
                  <a:pt x="179" y="359"/>
                </a:lnTo>
                <a:lnTo>
                  <a:pt x="178" y="359"/>
                </a:lnTo>
                <a:lnTo>
                  <a:pt x="178" y="358"/>
                </a:lnTo>
                <a:lnTo>
                  <a:pt x="177" y="358"/>
                </a:lnTo>
                <a:lnTo>
                  <a:pt x="177" y="359"/>
                </a:lnTo>
                <a:lnTo>
                  <a:pt x="177" y="360"/>
                </a:lnTo>
                <a:lnTo>
                  <a:pt x="176" y="360"/>
                </a:lnTo>
                <a:lnTo>
                  <a:pt x="176" y="359"/>
                </a:lnTo>
                <a:lnTo>
                  <a:pt x="176" y="360"/>
                </a:lnTo>
                <a:lnTo>
                  <a:pt x="175" y="360"/>
                </a:lnTo>
                <a:lnTo>
                  <a:pt x="175" y="359"/>
                </a:lnTo>
                <a:lnTo>
                  <a:pt x="174" y="359"/>
                </a:lnTo>
                <a:lnTo>
                  <a:pt x="173" y="359"/>
                </a:lnTo>
                <a:lnTo>
                  <a:pt x="173" y="360"/>
                </a:lnTo>
                <a:lnTo>
                  <a:pt x="172" y="360"/>
                </a:lnTo>
                <a:lnTo>
                  <a:pt x="172" y="361"/>
                </a:lnTo>
                <a:lnTo>
                  <a:pt x="173" y="361"/>
                </a:lnTo>
                <a:lnTo>
                  <a:pt x="172" y="361"/>
                </a:lnTo>
                <a:lnTo>
                  <a:pt x="172" y="362"/>
                </a:lnTo>
                <a:lnTo>
                  <a:pt x="171" y="362"/>
                </a:lnTo>
                <a:lnTo>
                  <a:pt x="170" y="362"/>
                </a:lnTo>
                <a:lnTo>
                  <a:pt x="170" y="361"/>
                </a:lnTo>
                <a:lnTo>
                  <a:pt x="169" y="361"/>
                </a:lnTo>
                <a:lnTo>
                  <a:pt x="169" y="360"/>
                </a:lnTo>
                <a:lnTo>
                  <a:pt x="169" y="361"/>
                </a:lnTo>
                <a:lnTo>
                  <a:pt x="168" y="361"/>
                </a:lnTo>
                <a:lnTo>
                  <a:pt x="167" y="361"/>
                </a:lnTo>
                <a:lnTo>
                  <a:pt x="167" y="360"/>
                </a:lnTo>
                <a:lnTo>
                  <a:pt x="166" y="360"/>
                </a:lnTo>
                <a:lnTo>
                  <a:pt x="166" y="361"/>
                </a:lnTo>
                <a:lnTo>
                  <a:pt x="165" y="361"/>
                </a:lnTo>
                <a:lnTo>
                  <a:pt x="165" y="360"/>
                </a:lnTo>
                <a:lnTo>
                  <a:pt x="164" y="360"/>
                </a:lnTo>
                <a:lnTo>
                  <a:pt x="163" y="360"/>
                </a:lnTo>
                <a:lnTo>
                  <a:pt x="163" y="359"/>
                </a:lnTo>
                <a:lnTo>
                  <a:pt x="164" y="359"/>
                </a:lnTo>
                <a:lnTo>
                  <a:pt x="163" y="359"/>
                </a:lnTo>
                <a:lnTo>
                  <a:pt x="162" y="359"/>
                </a:lnTo>
                <a:lnTo>
                  <a:pt x="162" y="358"/>
                </a:lnTo>
                <a:lnTo>
                  <a:pt x="163" y="358"/>
                </a:lnTo>
                <a:lnTo>
                  <a:pt x="163" y="357"/>
                </a:lnTo>
                <a:lnTo>
                  <a:pt x="164" y="357"/>
                </a:lnTo>
                <a:lnTo>
                  <a:pt x="164" y="356"/>
                </a:lnTo>
                <a:lnTo>
                  <a:pt x="163" y="356"/>
                </a:lnTo>
                <a:lnTo>
                  <a:pt x="163" y="355"/>
                </a:lnTo>
                <a:lnTo>
                  <a:pt x="162" y="355"/>
                </a:lnTo>
                <a:lnTo>
                  <a:pt x="162" y="354"/>
                </a:lnTo>
                <a:lnTo>
                  <a:pt x="161" y="354"/>
                </a:lnTo>
                <a:lnTo>
                  <a:pt x="162" y="354"/>
                </a:lnTo>
                <a:lnTo>
                  <a:pt x="162" y="353"/>
                </a:lnTo>
                <a:lnTo>
                  <a:pt x="161" y="353"/>
                </a:lnTo>
                <a:lnTo>
                  <a:pt x="161" y="352"/>
                </a:lnTo>
                <a:lnTo>
                  <a:pt x="160" y="352"/>
                </a:lnTo>
                <a:lnTo>
                  <a:pt x="160" y="351"/>
                </a:lnTo>
                <a:lnTo>
                  <a:pt x="159" y="351"/>
                </a:lnTo>
                <a:lnTo>
                  <a:pt x="159" y="350"/>
                </a:lnTo>
                <a:lnTo>
                  <a:pt x="158" y="350"/>
                </a:lnTo>
                <a:lnTo>
                  <a:pt x="158" y="349"/>
                </a:lnTo>
                <a:lnTo>
                  <a:pt x="157" y="349"/>
                </a:lnTo>
                <a:lnTo>
                  <a:pt x="157" y="348"/>
                </a:lnTo>
                <a:lnTo>
                  <a:pt x="157" y="349"/>
                </a:lnTo>
                <a:lnTo>
                  <a:pt x="157" y="348"/>
                </a:lnTo>
                <a:lnTo>
                  <a:pt x="157" y="349"/>
                </a:lnTo>
                <a:lnTo>
                  <a:pt x="156" y="349"/>
                </a:lnTo>
                <a:lnTo>
                  <a:pt x="155" y="349"/>
                </a:lnTo>
                <a:lnTo>
                  <a:pt x="154" y="349"/>
                </a:lnTo>
                <a:lnTo>
                  <a:pt x="154" y="348"/>
                </a:lnTo>
                <a:lnTo>
                  <a:pt x="153" y="348"/>
                </a:lnTo>
                <a:lnTo>
                  <a:pt x="152" y="348"/>
                </a:lnTo>
                <a:lnTo>
                  <a:pt x="151" y="348"/>
                </a:lnTo>
                <a:lnTo>
                  <a:pt x="151" y="349"/>
                </a:lnTo>
                <a:lnTo>
                  <a:pt x="150" y="349"/>
                </a:lnTo>
                <a:lnTo>
                  <a:pt x="150" y="348"/>
                </a:lnTo>
                <a:lnTo>
                  <a:pt x="149" y="348"/>
                </a:lnTo>
                <a:lnTo>
                  <a:pt x="149" y="349"/>
                </a:lnTo>
                <a:lnTo>
                  <a:pt x="149" y="348"/>
                </a:lnTo>
                <a:lnTo>
                  <a:pt x="148" y="348"/>
                </a:lnTo>
                <a:lnTo>
                  <a:pt x="148" y="347"/>
                </a:lnTo>
                <a:lnTo>
                  <a:pt x="147" y="347"/>
                </a:lnTo>
                <a:lnTo>
                  <a:pt x="147" y="348"/>
                </a:lnTo>
                <a:lnTo>
                  <a:pt x="146" y="348"/>
                </a:lnTo>
                <a:lnTo>
                  <a:pt x="145" y="348"/>
                </a:lnTo>
                <a:lnTo>
                  <a:pt x="144" y="348"/>
                </a:lnTo>
                <a:lnTo>
                  <a:pt x="143" y="348"/>
                </a:lnTo>
                <a:lnTo>
                  <a:pt x="142" y="348"/>
                </a:lnTo>
                <a:lnTo>
                  <a:pt x="141" y="348"/>
                </a:lnTo>
                <a:lnTo>
                  <a:pt x="140" y="348"/>
                </a:lnTo>
                <a:lnTo>
                  <a:pt x="140" y="349"/>
                </a:lnTo>
                <a:lnTo>
                  <a:pt x="140" y="350"/>
                </a:lnTo>
                <a:lnTo>
                  <a:pt x="141" y="350"/>
                </a:lnTo>
                <a:lnTo>
                  <a:pt x="140" y="350"/>
                </a:lnTo>
                <a:lnTo>
                  <a:pt x="140" y="351"/>
                </a:lnTo>
                <a:lnTo>
                  <a:pt x="141" y="351"/>
                </a:lnTo>
                <a:lnTo>
                  <a:pt x="140" y="351"/>
                </a:lnTo>
                <a:lnTo>
                  <a:pt x="140" y="352"/>
                </a:lnTo>
                <a:lnTo>
                  <a:pt x="140" y="353"/>
                </a:lnTo>
                <a:lnTo>
                  <a:pt x="139" y="353"/>
                </a:lnTo>
                <a:lnTo>
                  <a:pt x="139" y="354"/>
                </a:lnTo>
                <a:lnTo>
                  <a:pt x="139" y="353"/>
                </a:lnTo>
                <a:lnTo>
                  <a:pt x="138" y="353"/>
                </a:lnTo>
                <a:lnTo>
                  <a:pt x="137" y="353"/>
                </a:lnTo>
                <a:lnTo>
                  <a:pt x="137" y="352"/>
                </a:lnTo>
                <a:lnTo>
                  <a:pt x="136" y="352"/>
                </a:lnTo>
                <a:lnTo>
                  <a:pt x="136" y="354"/>
                </a:lnTo>
                <a:lnTo>
                  <a:pt x="135" y="354"/>
                </a:lnTo>
                <a:lnTo>
                  <a:pt x="134" y="354"/>
                </a:lnTo>
                <a:lnTo>
                  <a:pt x="134" y="353"/>
                </a:lnTo>
                <a:lnTo>
                  <a:pt x="134" y="354"/>
                </a:lnTo>
                <a:lnTo>
                  <a:pt x="134" y="353"/>
                </a:lnTo>
                <a:lnTo>
                  <a:pt x="133" y="353"/>
                </a:lnTo>
                <a:lnTo>
                  <a:pt x="132" y="353"/>
                </a:lnTo>
                <a:lnTo>
                  <a:pt x="132" y="354"/>
                </a:lnTo>
                <a:lnTo>
                  <a:pt x="131" y="354"/>
                </a:lnTo>
                <a:lnTo>
                  <a:pt x="131" y="353"/>
                </a:lnTo>
                <a:lnTo>
                  <a:pt x="131" y="354"/>
                </a:lnTo>
                <a:lnTo>
                  <a:pt x="130" y="354"/>
                </a:lnTo>
                <a:lnTo>
                  <a:pt x="129" y="354"/>
                </a:lnTo>
                <a:lnTo>
                  <a:pt x="129" y="355"/>
                </a:lnTo>
                <a:lnTo>
                  <a:pt x="130" y="355"/>
                </a:lnTo>
                <a:lnTo>
                  <a:pt x="130" y="356"/>
                </a:lnTo>
                <a:lnTo>
                  <a:pt x="129" y="356"/>
                </a:lnTo>
                <a:lnTo>
                  <a:pt x="128" y="356"/>
                </a:lnTo>
                <a:lnTo>
                  <a:pt x="128" y="355"/>
                </a:lnTo>
                <a:lnTo>
                  <a:pt x="128" y="354"/>
                </a:lnTo>
                <a:lnTo>
                  <a:pt x="127" y="354"/>
                </a:lnTo>
                <a:lnTo>
                  <a:pt x="127" y="353"/>
                </a:lnTo>
                <a:lnTo>
                  <a:pt x="127" y="352"/>
                </a:lnTo>
                <a:lnTo>
                  <a:pt x="126" y="352"/>
                </a:lnTo>
                <a:lnTo>
                  <a:pt x="126" y="351"/>
                </a:lnTo>
                <a:lnTo>
                  <a:pt x="126" y="352"/>
                </a:lnTo>
                <a:lnTo>
                  <a:pt x="126" y="351"/>
                </a:lnTo>
                <a:lnTo>
                  <a:pt x="127" y="351"/>
                </a:lnTo>
                <a:lnTo>
                  <a:pt x="127" y="350"/>
                </a:lnTo>
                <a:lnTo>
                  <a:pt x="126" y="350"/>
                </a:lnTo>
                <a:lnTo>
                  <a:pt x="126" y="351"/>
                </a:lnTo>
                <a:lnTo>
                  <a:pt x="125" y="351"/>
                </a:lnTo>
                <a:lnTo>
                  <a:pt x="125" y="350"/>
                </a:lnTo>
                <a:lnTo>
                  <a:pt x="126" y="350"/>
                </a:lnTo>
                <a:lnTo>
                  <a:pt x="126" y="349"/>
                </a:lnTo>
                <a:lnTo>
                  <a:pt x="125" y="349"/>
                </a:lnTo>
                <a:lnTo>
                  <a:pt x="125" y="350"/>
                </a:lnTo>
                <a:lnTo>
                  <a:pt x="125" y="349"/>
                </a:lnTo>
                <a:lnTo>
                  <a:pt x="125" y="348"/>
                </a:lnTo>
                <a:lnTo>
                  <a:pt x="124" y="348"/>
                </a:lnTo>
                <a:lnTo>
                  <a:pt x="123" y="348"/>
                </a:lnTo>
                <a:lnTo>
                  <a:pt x="123" y="349"/>
                </a:lnTo>
                <a:lnTo>
                  <a:pt x="123" y="348"/>
                </a:lnTo>
                <a:lnTo>
                  <a:pt x="123" y="349"/>
                </a:lnTo>
                <a:lnTo>
                  <a:pt x="123" y="348"/>
                </a:lnTo>
                <a:lnTo>
                  <a:pt x="122" y="348"/>
                </a:lnTo>
                <a:lnTo>
                  <a:pt x="121" y="348"/>
                </a:lnTo>
                <a:lnTo>
                  <a:pt x="121" y="347"/>
                </a:lnTo>
                <a:lnTo>
                  <a:pt x="121" y="346"/>
                </a:lnTo>
                <a:lnTo>
                  <a:pt x="120" y="346"/>
                </a:lnTo>
                <a:lnTo>
                  <a:pt x="120" y="345"/>
                </a:lnTo>
                <a:lnTo>
                  <a:pt x="119" y="345"/>
                </a:lnTo>
                <a:lnTo>
                  <a:pt x="118" y="345"/>
                </a:lnTo>
                <a:lnTo>
                  <a:pt x="118" y="344"/>
                </a:lnTo>
                <a:lnTo>
                  <a:pt x="118" y="345"/>
                </a:lnTo>
                <a:lnTo>
                  <a:pt x="118" y="344"/>
                </a:lnTo>
                <a:lnTo>
                  <a:pt x="117" y="344"/>
                </a:lnTo>
                <a:lnTo>
                  <a:pt x="116" y="344"/>
                </a:lnTo>
                <a:lnTo>
                  <a:pt x="116" y="343"/>
                </a:lnTo>
                <a:lnTo>
                  <a:pt x="115" y="343"/>
                </a:lnTo>
                <a:lnTo>
                  <a:pt x="115" y="342"/>
                </a:lnTo>
                <a:lnTo>
                  <a:pt x="116" y="342"/>
                </a:lnTo>
                <a:lnTo>
                  <a:pt x="115" y="342"/>
                </a:lnTo>
                <a:lnTo>
                  <a:pt x="115" y="341"/>
                </a:lnTo>
                <a:lnTo>
                  <a:pt x="114" y="341"/>
                </a:lnTo>
                <a:lnTo>
                  <a:pt x="114" y="340"/>
                </a:lnTo>
                <a:lnTo>
                  <a:pt x="114" y="341"/>
                </a:lnTo>
                <a:lnTo>
                  <a:pt x="113" y="341"/>
                </a:lnTo>
                <a:lnTo>
                  <a:pt x="111" y="341"/>
                </a:lnTo>
                <a:lnTo>
                  <a:pt x="110" y="341"/>
                </a:lnTo>
                <a:lnTo>
                  <a:pt x="110" y="340"/>
                </a:lnTo>
                <a:lnTo>
                  <a:pt x="109" y="340"/>
                </a:lnTo>
                <a:lnTo>
                  <a:pt x="108" y="340"/>
                </a:lnTo>
                <a:lnTo>
                  <a:pt x="108" y="339"/>
                </a:lnTo>
                <a:lnTo>
                  <a:pt x="107" y="339"/>
                </a:lnTo>
                <a:lnTo>
                  <a:pt x="106" y="340"/>
                </a:lnTo>
                <a:lnTo>
                  <a:pt x="106" y="341"/>
                </a:lnTo>
                <a:lnTo>
                  <a:pt x="105" y="341"/>
                </a:lnTo>
                <a:lnTo>
                  <a:pt x="105" y="340"/>
                </a:lnTo>
                <a:lnTo>
                  <a:pt x="104" y="340"/>
                </a:lnTo>
                <a:lnTo>
                  <a:pt x="103" y="340"/>
                </a:lnTo>
                <a:lnTo>
                  <a:pt x="102" y="340"/>
                </a:lnTo>
                <a:lnTo>
                  <a:pt x="101" y="340"/>
                </a:lnTo>
                <a:lnTo>
                  <a:pt x="101" y="339"/>
                </a:lnTo>
                <a:lnTo>
                  <a:pt x="100" y="339"/>
                </a:lnTo>
                <a:lnTo>
                  <a:pt x="100" y="338"/>
                </a:lnTo>
                <a:lnTo>
                  <a:pt x="100" y="337"/>
                </a:lnTo>
                <a:lnTo>
                  <a:pt x="101" y="337"/>
                </a:lnTo>
                <a:lnTo>
                  <a:pt x="101" y="336"/>
                </a:lnTo>
                <a:lnTo>
                  <a:pt x="100" y="336"/>
                </a:lnTo>
                <a:lnTo>
                  <a:pt x="101" y="336"/>
                </a:lnTo>
                <a:lnTo>
                  <a:pt x="100" y="336"/>
                </a:lnTo>
                <a:lnTo>
                  <a:pt x="100" y="335"/>
                </a:lnTo>
                <a:lnTo>
                  <a:pt x="101" y="335"/>
                </a:lnTo>
                <a:lnTo>
                  <a:pt x="100" y="335"/>
                </a:lnTo>
                <a:lnTo>
                  <a:pt x="100" y="334"/>
                </a:lnTo>
                <a:lnTo>
                  <a:pt x="101" y="334"/>
                </a:lnTo>
                <a:lnTo>
                  <a:pt x="101" y="333"/>
                </a:lnTo>
                <a:lnTo>
                  <a:pt x="100" y="333"/>
                </a:lnTo>
                <a:lnTo>
                  <a:pt x="101" y="333"/>
                </a:lnTo>
                <a:lnTo>
                  <a:pt x="101" y="332"/>
                </a:lnTo>
                <a:lnTo>
                  <a:pt x="101" y="331"/>
                </a:lnTo>
                <a:lnTo>
                  <a:pt x="101" y="330"/>
                </a:lnTo>
                <a:lnTo>
                  <a:pt x="100" y="330"/>
                </a:lnTo>
                <a:lnTo>
                  <a:pt x="100" y="329"/>
                </a:lnTo>
                <a:lnTo>
                  <a:pt x="100" y="328"/>
                </a:lnTo>
                <a:lnTo>
                  <a:pt x="99" y="328"/>
                </a:lnTo>
                <a:lnTo>
                  <a:pt x="98" y="328"/>
                </a:lnTo>
                <a:lnTo>
                  <a:pt x="98" y="327"/>
                </a:lnTo>
                <a:lnTo>
                  <a:pt x="99" y="327"/>
                </a:lnTo>
                <a:lnTo>
                  <a:pt x="98" y="326"/>
                </a:lnTo>
                <a:lnTo>
                  <a:pt x="98" y="325"/>
                </a:lnTo>
                <a:lnTo>
                  <a:pt x="97" y="325"/>
                </a:lnTo>
                <a:lnTo>
                  <a:pt x="97" y="324"/>
                </a:lnTo>
                <a:lnTo>
                  <a:pt x="98" y="324"/>
                </a:lnTo>
                <a:lnTo>
                  <a:pt x="98" y="323"/>
                </a:lnTo>
                <a:lnTo>
                  <a:pt x="97" y="323"/>
                </a:lnTo>
                <a:lnTo>
                  <a:pt x="98" y="322"/>
                </a:lnTo>
                <a:lnTo>
                  <a:pt x="99" y="322"/>
                </a:lnTo>
                <a:lnTo>
                  <a:pt x="100" y="321"/>
                </a:lnTo>
                <a:lnTo>
                  <a:pt x="101" y="320"/>
                </a:lnTo>
                <a:lnTo>
                  <a:pt x="101" y="319"/>
                </a:lnTo>
                <a:lnTo>
                  <a:pt x="101" y="318"/>
                </a:lnTo>
                <a:lnTo>
                  <a:pt x="102" y="318"/>
                </a:lnTo>
                <a:lnTo>
                  <a:pt x="103" y="317"/>
                </a:lnTo>
                <a:lnTo>
                  <a:pt x="102" y="316"/>
                </a:lnTo>
                <a:lnTo>
                  <a:pt x="103" y="315"/>
                </a:lnTo>
                <a:lnTo>
                  <a:pt x="104" y="315"/>
                </a:lnTo>
                <a:lnTo>
                  <a:pt x="105" y="314"/>
                </a:lnTo>
                <a:lnTo>
                  <a:pt x="106" y="314"/>
                </a:lnTo>
                <a:lnTo>
                  <a:pt x="106" y="313"/>
                </a:lnTo>
                <a:lnTo>
                  <a:pt x="107" y="313"/>
                </a:lnTo>
                <a:lnTo>
                  <a:pt x="108" y="313"/>
                </a:lnTo>
                <a:lnTo>
                  <a:pt x="108" y="312"/>
                </a:lnTo>
                <a:lnTo>
                  <a:pt x="109" y="312"/>
                </a:lnTo>
                <a:lnTo>
                  <a:pt x="110" y="312"/>
                </a:lnTo>
                <a:lnTo>
                  <a:pt x="110" y="313"/>
                </a:lnTo>
                <a:lnTo>
                  <a:pt x="110" y="314"/>
                </a:lnTo>
                <a:lnTo>
                  <a:pt x="111" y="314"/>
                </a:lnTo>
                <a:lnTo>
                  <a:pt x="112" y="314"/>
                </a:lnTo>
                <a:lnTo>
                  <a:pt x="113" y="314"/>
                </a:lnTo>
                <a:lnTo>
                  <a:pt x="113" y="313"/>
                </a:lnTo>
                <a:lnTo>
                  <a:pt x="112" y="313"/>
                </a:lnTo>
                <a:lnTo>
                  <a:pt x="111" y="312"/>
                </a:lnTo>
                <a:lnTo>
                  <a:pt x="111" y="311"/>
                </a:lnTo>
                <a:lnTo>
                  <a:pt x="110" y="311"/>
                </a:lnTo>
                <a:lnTo>
                  <a:pt x="110" y="312"/>
                </a:lnTo>
                <a:lnTo>
                  <a:pt x="110" y="311"/>
                </a:lnTo>
                <a:lnTo>
                  <a:pt x="111" y="311"/>
                </a:lnTo>
                <a:lnTo>
                  <a:pt x="112" y="310"/>
                </a:lnTo>
                <a:lnTo>
                  <a:pt x="112" y="309"/>
                </a:lnTo>
                <a:lnTo>
                  <a:pt x="111" y="309"/>
                </a:lnTo>
                <a:lnTo>
                  <a:pt x="110" y="309"/>
                </a:lnTo>
                <a:lnTo>
                  <a:pt x="110" y="308"/>
                </a:lnTo>
                <a:lnTo>
                  <a:pt x="110" y="307"/>
                </a:lnTo>
                <a:lnTo>
                  <a:pt x="109" y="307"/>
                </a:lnTo>
                <a:lnTo>
                  <a:pt x="108" y="307"/>
                </a:lnTo>
                <a:lnTo>
                  <a:pt x="108" y="306"/>
                </a:lnTo>
                <a:lnTo>
                  <a:pt x="107" y="306"/>
                </a:lnTo>
                <a:lnTo>
                  <a:pt x="107" y="307"/>
                </a:lnTo>
                <a:lnTo>
                  <a:pt x="107" y="306"/>
                </a:lnTo>
                <a:lnTo>
                  <a:pt x="106" y="306"/>
                </a:lnTo>
                <a:lnTo>
                  <a:pt x="107" y="306"/>
                </a:lnTo>
                <a:lnTo>
                  <a:pt x="109" y="306"/>
                </a:lnTo>
                <a:lnTo>
                  <a:pt x="110" y="306"/>
                </a:lnTo>
                <a:lnTo>
                  <a:pt x="110" y="305"/>
                </a:lnTo>
                <a:lnTo>
                  <a:pt x="111" y="306"/>
                </a:lnTo>
                <a:lnTo>
                  <a:pt x="111" y="307"/>
                </a:lnTo>
                <a:lnTo>
                  <a:pt x="112" y="307"/>
                </a:lnTo>
                <a:lnTo>
                  <a:pt x="112" y="306"/>
                </a:lnTo>
                <a:lnTo>
                  <a:pt x="113" y="306"/>
                </a:lnTo>
                <a:lnTo>
                  <a:pt x="114" y="305"/>
                </a:lnTo>
                <a:lnTo>
                  <a:pt x="115" y="304"/>
                </a:lnTo>
                <a:lnTo>
                  <a:pt x="115" y="303"/>
                </a:lnTo>
                <a:lnTo>
                  <a:pt x="116" y="303"/>
                </a:lnTo>
                <a:lnTo>
                  <a:pt x="117" y="303"/>
                </a:lnTo>
                <a:lnTo>
                  <a:pt x="117" y="302"/>
                </a:lnTo>
                <a:lnTo>
                  <a:pt x="117" y="301"/>
                </a:lnTo>
                <a:lnTo>
                  <a:pt x="118" y="300"/>
                </a:lnTo>
                <a:lnTo>
                  <a:pt x="119" y="300"/>
                </a:lnTo>
                <a:lnTo>
                  <a:pt x="120" y="300"/>
                </a:lnTo>
                <a:lnTo>
                  <a:pt x="120" y="299"/>
                </a:lnTo>
                <a:lnTo>
                  <a:pt x="121" y="299"/>
                </a:lnTo>
                <a:lnTo>
                  <a:pt x="122" y="299"/>
                </a:lnTo>
                <a:lnTo>
                  <a:pt x="122" y="300"/>
                </a:lnTo>
                <a:lnTo>
                  <a:pt x="123" y="300"/>
                </a:lnTo>
                <a:lnTo>
                  <a:pt x="123" y="299"/>
                </a:lnTo>
                <a:lnTo>
                  <a:pt x="123" y="298"/>
                </a:lnTo>
                <a:lnTo>
                  <a:pt x="123" y="297"/>
                </a:lnTo>
                <a:lnTo>
                  <a:pt x="123" y="296"/>
                </a:lnTo>
                <a:lnTo>
                  <a:pt x="123" y="295"/>
                </a:lnTo>
                <a:lnTo>
                  <a:pt x="124" y="295"/>
                </a:lnTo>
                <a:lnTo>
                  <a:pt x="124" y="294"/>
                </a:lnTo>
                <a:lnTo>
                  <a:pt x="125" y="293"/>
                </a:lnTo>
                <a:lnTo>
                  <a:pt x="126" y="293"/>
                </a:lnTo>
                <a:lnTo>
                  <a:pt x="127" y="293"/>
                </a:lnTo>
                <a:lnTo>
                  <a:pt x="128" y="293"/>
                </a:lnTo>
                <a:lnTo>
                  <a:pt x="129" y="293"/>
                </a:lnTo>
                <a:lnTo>
                  <a:pt x="130" y="293"/>
                </a:lnTo>
                <a:lnTo>
                  <a:pt x="131" y="294"/>
                </a:lnTo>
                <a:lnTo>
                  <a:pt x="131" y="295"/>
                </a:lnTo>
                <a:lnTo>
                  <a:pt x="131" y="296"/>
                </a:lnTo>
                <a:lnTo>
                  <a:pt x="132" y="296"/>
                </a:lnTo>
                <a:lnTo>
                  <a:pt x="133" y="295"/>
                </a:lnTo>
                <a:lnTo>
                  <a:pt x="134" y="296"/>
                </a:lnTo>
                <a:lnTo>
                  <a:pt x="135" y="297"/>
                </a:lnTo>
                <a:lnTo>
                  <a:pt x="136" y="297"/>
                </a:lnTo>
                <a:lnTo>
                  <a:pt x="136" y="296"/>
                </a:lnTo>
                <a:lnTo>
                  <a:pt x="137" y="297"/>
                </a:lnTo>
                <a:lnTo>
                  <a:pt x="138" y="297"/>
                </a:lnTo>
                <a:lnTo>
                  <a:pt x="139" y="297"/>
                </a:lnTo>
                <a:lnTo>
                  <a:pt x="139" y="298"/>
                </a:lnTo>
                <a:lnTo>
                  <a:pt x="139" y="299"/>
                </a:lnTo>
                <a:lnTo>
                  <a:pt x="139" y="300"/>
                </a:lnTo>
                <a:lnTo>
                  <a:pt x="138" y="300"/>
                </a:lnTo>
                <a:lnTo>
                  <a:pt x="138" y="301"/>
                </a:lnTo>
                <a:lnTo>
                  <a:pt x="139" y="301"/>
                </a:lnTo>
                <a:lnTo>
                  <a:pt x="139" y="302"/>
                </a:lnTo>
                <a:lnTo>
                  <a:pt x="140" y="301"/>
                </a:lnTo>
                <a:lnTo>
                  <a:pt x="141" y="301"/>
                </a:lnTo>
                <a:lnTo>
                  <a:pt x="141" y="300"/>
                </a:lnTo>
                <a:lnTo>
                  <a:pt x="142" y="300"/>
                </a:lnTo>
                <a:lnTo>
                  <a:pt x="142" y="299"/>
                </a:lnTo>
                <a:lnTo>
                  <a:pt x="143" y="298"/>
                </a:lnTo>
                <a:lnTo>
                  <a:pt x="143" y="297"/>
                </a:lnTo>
                <a:lnTo>
                  <a:pt x="143" y="298"/>
                </a:lnTo>
                <a:lnTo>
                  <a:pt x="144" y="298"/>
                </a:lnTo>
                <a:lnTo>
                  <a:pt x="145" y="298"/>
                </a:lnTo>
                <a:lnTo>
                  <a:pt x="145" y="297"/>
                </a:lnTo>
                <a:lnTo>
                  <a:pt x="146" y="297"/>
                </a:lnTo>
                <a:lnTo>
                  <a:pt x="146" y="296"/>
                </a:lnTo>
                <a:lnTo>
                  <a:pt x="147" y="296"/>
                </a:lnTo>
                <a:lnTo>
                  <a:pt x="146" y="296"/>
                </a:lnTo>
                <a:lnTo>
                  <a:pt x="146" y="295"/>
                </a:lnTo>
                <a:lnTo>
                  <a:pt x="147" y="295"/>
                </a:lnTo>
                <a:lnTo>
                  <a:pt x="147" y="294"/>
                </a:lnTo>
                <a:lnTo>
                  <a:pt x="147" y="293"/>
                </a:lnTo>
                <a:lnTo>
                  <a:pt x="148" y="293"/>
                </a:lnTo>
                <a:lnTo>
                  <a:pt x="149" y="293"/>
                </a:lnTo>
                <a:lnTo>
                  <a:pt x="150" y="292"/>
                </a:lnTo>
                <a:lnTo>
                  <a:pt x="151" y="292"/>
                </a:lnTo>
                <a:lnTo>
                  <a:pt x="151" y="291"/>
                </a:lnTo>
                <a:lnTo>
                  <a:pt x="151" y="290"/>
                </a:lnTo>
                <a:lnTo>
                  <a:pt x="152" y="290"/>
                </a:lnTo>
                <a:lnTo>
                  <a:pt x="152" y="289"/>
                </a:lnTo>
                <a:lnTo>
                  <a:pt x="152" y="288"/>
                </a:lnTo>
                <a:lnTo>
                  <a:pt x="151" y="288"/>
                </a:lnTo>
                <a:lnTo>
                  <a:pt x="151" y="287"/>
                </a:lnTo>
                <a:lnTo>
                  <a:pt x="150" y="287"/>
                </a:lnTo>
                <a:lnTo>
                  <a:pt x="150" y="286"/>
                </a:lnTo>
                <a:lnTo>
                  <a:pt x="151" y="285"/>
                </a:lnTo>
                <a:lnTo>
                  <a:pt x="151" y="284"/>
                </a:lnTo>
                <a:lnTo>
                  <a:pt x="152" y="284"/>
                </a:lnTo>
                <a:lnTo>
                  <a:pt x="152" y="283"/>
                </a:lnTo>
                <a:lnTo>
                  <a:pt x="152" y="282"/>
                </a:lnTo>
                <a:lnTo>
                  <a:pt x="153" y="281"/>
                </a:lnTo>
                <a:lnTo>
                  <a:pt x="153" y="280"/>
                </a:lnTo>
                <a:lnTo>
                  <a:pt x="153" y="279"/>
                </a:lnTo>
                <a:lnTo>
                  <a:pt x="153" y="278"/>
                </a:lnTo>
                <a:lnTo>
                  <a:pt x="153" y="277"/>
                </a:lnTo>
                <a:lnTo>
                  <a:pt x="154" y="276"/>
                </a:lnTo>
                <a:lnTo>
                  <a:pt x="154" y="275"/>
                </a:lnTo>
                <a:lnTo>
                  <a:pt x="154" y="274"/>
                </a:lnTo>
                <a:lnTo>
                  <a:pt x="154" y="273"/>
                </a:lnTo>
                <a:lnTo>
                  <a:pt x="153" y="272"/>
                </a:lnTo>
                <a:lnTo>
                  <a:pt x="153" y="271"/>
                </a:lnTo>
                <a:lnTo>
                  <a:pt x="153" y="270"/>
                </a:lnTo>
                <a:lnTo>
                  <a:pt x="153" y="269"/>
                </a:lnTo>
                <a:lnTo>
                  <a:pt x="153" y="268"/>
                </a:lnTo>
                <a:lnTo>
                  <a:pt x="152" y="268"/>
                </a:lnTo>
                <a:lnTo>
                  <a:pt x="152" y="266"/>
                </a:lnTo>
                <a:lnTo>
                  <a:pt x="152" y="265"/>
                </a:lnTo>
                <a:lnTo>
                  <a:pt x="152" y="264"/>
                </a:lnTo>
                <a:lnTo>
                  <a:pt x="153" y="264"/>
                </a:lnTo>
                <a:lnTo>
                  <a:pt x="153" y="265"/>
                </a:lnTo>
                <a:lnTo>
                  <a:pt x="154" y="264"/>
                </a:lnTo>
                <a:lnTo>
                  <a:pt x="155" y="264"/>
                </a:lnTo>
                <a:lnTo>
                  <a:pt x="156" y="264"/>
                </a:lnTo>
                <a:lnTo>
                  <a:pt x="157" y="263"/>
                </a:lnTo>
                <a:lnTo>
                  <a:pt x="157" y="262"/>
                </a:lnTo>
                <a:lnTo>
                  <a:pt x="156" y="261"/>
                </a:lnTo>
                <a:lnTo>
                  <a:pt x="156" y="260"/>
                </a:lnTo>
                <a:lnTo>
                  <a:pt x="155" y="260"/>
                </a:lnTo>
                <a:lnTo>
                  <a:pt x="155" y="259"/>
                </a:lnTo>
                <a:lnTo>
                  <a:pt x="156" y="259"/>
                </a:lnTo>
                <a:lnTo>
                  <a:pt x="157" y="259"/>
                </a:lnTo>
                <a:lnTo>
                  <a:pt x="157" y="258"/>
                </a:lnTo>
                <a:lnTo>
                  <a:pt x="158" y="258"/>
                </a:lnTo>
                <a:lnTo>
                  <a:pt x="157" y="257"/>
                </a:lnTo>
                <a:lnTo>
                  <a:pt x="156" y="257"/>
                </a:lnTo>
                <a:lnTo>
                  <a:pt x="155" y="257"/>
                </a:lnTo>
                <a:lnTo>
                  <a:pt x="154" y="257"/>
                </a:lnTo>
                <a:lnTo>
                  <a:pt x="154" y="256"/>
                </a:lnTo>
                <a:lnTo>
                  <a:pt x="154" y="255"/>
                </a:lnTo>
                <a:lnTo>
                  <a:pt x="153" y="254"/>
                </a:lnTo>
                <a:lnTo>
                  <a:pt x="153" y="253"/>
                </a:lnTo>
                <a:lnTo>
                  <a:pt x="152" y="253"/>
                </a:lnTo>
                <a:lnTo>
                  <a:pt x="152" y="250"/>
                </a:lnTo>
                <a:lnTo>
                  <a:pt x="152" y="249"/>
                </a:lnTo>
                <a:lnTo>
                  <a:pt x="152" y="248"/>
                </a:lnTo>
                <a:lnTo>
                  <a:pt x="151" y="248"/>
                </a:lnTo>
                <a:lnTo>
                  <a:pt x="150" y="248"/>
                </a:lnTo>
                <a:lnTo>
                  <a:pt x="149" y="247"/>
                </a:lnTo>
                <a:lnTo>
                  <a:pt x="149" y="246"/>
                </a:lnTo>
                <a:lnTo>
                  <a:pt x="149" y="245"/>
                </a:lnTo>
                <a:lnTo>
                  <a:pt x="148" y="245"/>
                </a:lnTo>
                <a:lnTo>
                  <a:pt x="147" y="245"/>
                </a:lnTo>
                <a:lnTo>
                  <a:pt x="147" y="244"/>
                </a:lnTo>
                <a:lnTo>
                  <a:pt x="148" y="244"/>
                </a:lnTo>
                <a:lnTo>
                  <a:pt x="148" y="242"/>
                </a:lnTo>
                <a:lnTo>
                  <a:pt x="148" y="241"/>
                </a:lnTo>
                <a:lnTo>
                  <a:pt x="147" y="241"/>
                </a:lnTo>
                <a:lnTo>
                  <a:pt x="147" y="240"/>
                </a:lnTo>
                <a:lnTo>
                  <a:pt x="147" y="241"/>
                </a:lnTo>
                <a:lnTo>
                  <a:pt x="146" y="241"/>
                </a:lnTo>
                <a:lnTo>
                  <a:pt x="146" y="240"/>
                </a:lnTo>
                <a:lnTo>
                  <a:pt x="145" y="240"/>
                </a:lnTo>
                <a:lnTo>
                  <a:pt x="145" y="239"/>
                </a:lnTo>
                <a:lnTo>
                  <a:pt x="144" y="239"/>
                </a:lnTo>
                <a:lnTo>
                  <a:pt x="144" y="238"/>
                </a:lnTo>
                <a:lnTo>
                  <a:pt x="144" y="237"/>
                </a:lnTo>
                <a:lnTo>
                  <a:pt x="145" y="237"/>
                </a:lnTo>
                <a:lnTo>
                  <a:pt x="144" y="237"/>
                </a:lnTo>
                <a:lnTo>
                  <a:pt x="144" y="235"/>
                </a:lnTo>
                <a:lnTo>
                  <a:pt x="143" y="234"/>
                </a:lnTo>
                <a:lnTo>
                  <a:pt x="142" y="234"/>
                </a:lnTo>
                <a:lnTo>
                  <a:pt x="142" y="233"/>
                </a:lnTo>
                <a:lnTo>
                  <a:pt x="141" y="234"/>
                </a:lnTo>
                <a:lnTo>
                  <a:pt x="140" y="233"/>
                </a:lnTo>
                <a:lnTo>
                  <a:pt x="140" y="232"/>
                </a:lnTo>
                <a:lnTo>
                  <a:pt x="139" y="232"/>
                </a:lnTo>
                <a:lnTo>
                  <a:pt x="138" y="232"/>
                </a:lnTo>
                <a:lnTo>
                  <a:pt x="137" y="232"/>
                </a:lnTo>
                <a:lnTo>
                  <a:pt x="136" y="232"/>
                </a:lnTo>
                <a:lnTo>
                  <a:pt x="135" y="232"/>
                </a:lnTo>
                <a:lnTo>
                  <a:pt x="134" y="232"/>
                </a:lnTo>
                <a:lnTo>
                  <a:pt x="133" y="231"/>
                </a:lnTo>
                <a:lnTo>
                  <a:pt x="131" y="233"/>
                </a:lnTo>
                <a:lnTo>
                  <a:pt x="130" y="234"/>
                </a:lnTo>
                <a:lnTo>
                  <a:pt x="130" y="235"/>
                </a:lnTo>
                <a:lnTo>
                  <a:pt x="131" y="236"/>
                </a:lnTo>
                <a:lnTo>
                  <a:pt x="131" y="237"/>
                </a:lnTo>
                <a:lnTo>
                  <a:pt x="131" y="238"/>
                </a:lnTo>
                <a:lnTo>
                  <a:pt x="130" y="239"/>
                </a:lnTo>
                <a:lnTo>
                  <a:pt x="130" y="240"/>
                </a:lnTo>
                <a:lnTo>
                  <a:pt x="129" y="240"/>
                </a:lnTo>
                <a:lnTo>
                  <a:pt x="129" y="239"/>
                </a:lnTo>
                <a:lnTo>
                  <a:pt x="128" y="239"/>
                </a:lnTo>
                <a:lnTo>
                  <a:pt x="127" y="238"/>
                </a:lnTo>
                <a:lnTo>
                  <a:pt x="126" y="238"/>
                </a:lnTo>
                <a:lnTo>
                  <a:pt x="126" y="239"/>
                </a:lnTo>
                <a:lnTo>
                  <a:pt x="126" y="240"/>
                </a:lnTo>
                <a:lnTo>
                  <a:pt x="125" y="241"/>
                </a:lnTo>
                <a:lnTo>
                  <a:pt x="124" y="241"/>
                </a:lnTo>
                <a:lnTo>
                  <a:pt x="122" y="241"/>
                </a:lnTo>
                <a:lnTo>
                  <a:pt x="121" y="242"/>
                </a:lnTo>
                <a:lnTo>
                  <a:pt x="121" y="241"/>
                </a:lnTo>
                <a:lnTo>
                  <a:pt x="120" y="241"/>
                </a:lnTo>
                <a:lnTo>
                  <a:pt x="120" y="240"/>
                </a:lnTo>
                <a:lnTo>
                  <a:pt x="121" y="240"/>
                </a:lnTo>
                <a:lnTo>
                  <a:pt x="121" y="239"/>
                </a:lnTo>
                <a:lnTo>
                  <a:pt x="122" y="239"/>
                </a:lnTo>
                <a:lnTo>
                  <a:pt x="122" y="238"/>
                </a:lnTo>
                <a:lnTo>
                  <a:pt x="121" y="238"/>
                </a:lnTo>
                <a:lnTo>
                  <a:pt x="121" y="237"/>
                </a:lnTo>
                <a:lnTo>
                  <a:pt x="120" y="237"/>
                </a:lnTo>
                <a:lnTo>
                  <a:pt x="119" y="237"/>
                </a:lnTo>
                <a:lnTo>
                  <a:pt x="118" y="237"/>
                </a:lnTo>
                <a:lnTo>
                  <a:pt x="117" y="237"/>
                </a:lnTo>
                <a:lnTo>
                  <a:pt x="117" y="238"/>
                </a:lnTo>
                <a:lnTo>
                  <a:pt x="116" y="238"/>
                </a:lnTo>
                <a:lnTo>
                  <a:pt x="115" y="238"/>
                </a:lnTo>
                <a:lnTo>
                  <a:pt x="114" y="238"/>
                </a:lnTo>
                <a:lnTo>
                  <a:pt x="113" y="237"/>
                </a:lnTo>
                <a:lnTo>
                  <a:pt x="113" y="238"/>
                </a:lnTo>
                <a:lnTo>
                  <a:pt x="112" y="238"/>
                </a:lnTo>
                <a:lnTo>
                  <a:pt x="112" y="239"/>
                </a:lnTo>
                <a:lnTo>
                  <a:pt x="111" y="239"/>
                </a:lnTo>
                <a:lnTo>
                  <a:pt x="110" y="240"/>
                </a:lnTo>
                <a:lnTo>
                  <a:pt x="109" y="240"/>
                </a:lnTo>
                <a:lnTo>
                  <a:pt x="109" y="241"/>
                </a:lnTo>
                <a:lnTo>
                  <a:pt x="108" y="241"/>
                </a:lnTo>
                <a:lnTo>
                  <a:pt x="107" y="240"/>
                </a:lnTo>
                <a:lnTo>
                  <a:pt x="107" y="239"/>
                </a:lnTo>
                <a:lnTo>
                  <a:pt x="107" y="238"/>
                </a:lnTo>
                <a:lnTo>
                  <a:pt x="107" y="237"/>
                </a:lnTo>
                <a:lnTo>
                  <a:pt x="107" y="236"/>
                </a:lnTo>
                <a:lnTo>
                  <a:pt x="108" y="236"/>
                </a:lnTo>
                <a:lnTo>
                  <a:pt x="108" y="235"/>
                </a:lnTo>
                <a:lnTo>
                  <a:pt x="107" y="235"/>
                </a:lnTo>
                <a:lnTo>
                  <a:pt x="106" y="235"/>
                </a:lnTo>
                <a:lnTo>
                  <a:pt x="106" y="234"/>
                </a:lnTo>
                <a:lnTo>
                  <a:pt x="107" y="234"/>
                </a:lnTo>
                <a:lnTo>
                  <a:pt x="107" y="233"/>
                </a:lnTo>
                <a:lnTo>
                  <a:pt x="106" y="233"/>
                </a:lnTo>
                <a:lnTo>
                  <a:pt x="106" y="232"/>
                </a:lnTo>
                <a:lnTo>
                  <a:pt x="106" y="231"/>
                </a:lnTo>
                <a:lnTo>
                  <a:pt x="105" y="230"/>
                </a:lnTo>
                <a:lnTo>
                  <a:pt x="104" y="230"/>
                </a:lnTo>
                <a:lnTo>
                  <a:pt x="103" y="230"/>
                </a:lnTo>
                <a:lnTo>
                  <a:pt x="102" y="230"/>
                </a:lnTo>
                <a:lnTo>
                  <a:pt x="102" y="231"/>
                </a:lnTo>
                <a:lnTo>
                  <a:pt x="102" y="230"/>
                </a:lnTo>
                <a:lnTo>
                  <a:pt x="101" y="230"/>
                </a:lnTo>
                <a:lnTo>
                  <a:pt x="100" y="230"/>
                </a:lnTo>
                <a:lnTo>
                  <a:pt x="100" y="231"/>
                </a:lnTo>
                <a:lnTo>
                  <a:pt x="99" y="231"/>
                </a:lnTo>
                <a:lnTo>
                  <a:pt x="98" y="231"/>
                </a:lnTo>
                <a:lnTo>
                  <a:pt x="97" y="231"/>
                </a:lnTo>
                <a:lnTo>
                  <a:pt x="97" y="232"/>
                </a:lnTo>
                <a:lnTo>
                  <a:pt x="97" y="233"/>
                </a:lnTo>
                <a:lnTo>
                  <a:pt x="96" y="233"/>
                </a:lnTo>
                <a:lnTo>
                  <a:pt x="96" y="234"/>
                </a:lnTo>
                <a:lnTo>
                  <a:pt x="96" y="235"/>
                </a:lnTo>
                <a:lnTo>
                  <a:pt x="96" y="236"/>
                </a:lnTo>
                <a:lnTo>
                  <a:pt x="96" y="237"/>
                </a:lnTo>
                <a:lnTo>
                  <a:pt x="95" y="238"/>
                </a:lnTo>
                <a:lnTo>
                  <a:pt x="95" y="239"/>
                </a:lnTo>
                <a:lnTo>
                  <a:pt x="95" y="240"/>
                </a:lnTo>
                <a:lnTo>
                  <a:pt x="95" y="241"/>
                </a:lnTo>
                <a:lnTo>
                  <a:pt x="94" y="241"/>
                </a:lnTo>
                <a:lnTo>
                  <a:pt x="94" y="242"/>
                </a:lnTo>
                <a:lnTo>
                  <a:pt x="93" y="242"/>
                </a:lnTo>
                <a:lnTo>
                  <a:pt x="92" y="242"/>
                </a:lnTo>
                <a:lnTo>
                  <a:pt x="91" y="241"/>
                </a:lnTo>
                <a:lnTo>
                  <a:pt x="90" y="241"/>
                </a:lnTo>
                <a:lnTo>
                  <a:pt x="89" y="240"/>
                </a:lnTo>
                <a:lnTo>
                  <a:pt x="89" y="241"/>
                </a:lnTo>
                <a:lnTo>
                  <a:pt x="88" y="241"/>
                </a:lnTo>
                <a:lnTo>
                  <a:pt x="87" y="241"/>
                </a:lnTo>
                <a:lnTo>
                  <a:pt x="87" y="240"/>
                </a:lnTo>
                <a:lnTo>
                  <a:pt x="86" y="240"/>
                </a:lnTo>
                <a:lnTo>
                  <a:pt x="86" y="239"/>
                </a:lnTo>
                <a:lnTo>
                  <a:pt x="85" y="238"/>
                </a:lnTo>
                <a:lnTo>
                  <a:pt x="86" y="238"/>
                </a:lnTo>
                <a:lnTo>
                  <a:pt x="85" y="238"/>
                </a:lnTo>
                <a:lnTo>
                  <a:pt x="85" y="237"/>
                </a:lnTo>
                <a:lnTo>
                  <a:pt x="84" y="237"/>
                </a:lnTo>
                <a:lnTo>
                  <a:pt x="83" y="237"/>
                </a:lnTo>
                <a:lnTo>
                  <a:pt x="83" y="236"/>
                </a:lnTo>
                <a:lnTo>
                  <a:pt x="82" y="236"/>
                </a:lnTo>
                <a:lnTo>
                  <a:pt x="82" y="235"/>
                </a:lnTo>
                <a:lnTo>
                  <a:pt x="81" y="235"/>
                </a:lnTo>
                <a:lnTo>
                  <a:pt x="81" y="234"/>
                </a:lnTo>
                <a:lnTo>
                  <a:pt x="80" y="234"/>
                </a:lnTo>
                <a:lnTo>
                  <a:pt x="79" y="234"/>
                </a:lnTo>
                <a:lnTo>
                  <a:pt x="79" y="233"/>
                </a:lnTo>
                <a:lnTo>
                  <a:pt x="79" y="232"/>
                </a:lnTo>
                <a:lnTo>
                  <a:pt x="78" y="232"/>
                </a:lnTo>
                <a:lnTo>
                  <a:pt x="77" y="232"/>
                </a:lnTo>
                <a:lnTo>
                  <a:pt x="77" y="233"/>
                </a:lnTo>
                <a:lnTo>
                  <a:pt x="77" y="232"/>
                </a:lnTo>
                <a:lnTo>
                  <a:pt x="76" y="232"/>
                </a:lnTo>
                <a:lnTo>
                  <a:pt x="76" y="233"/>
                </a:lnTo>
                <a:lnTo>
                  <a:pt x="75" y="233"/>
                </a:lnTo>
                <a:lnTo>
                  <a:pt x="75" y="234"/>
                </a:lnTo>
                <a:lnTo>
                  <a:pt x="74" y="234"/>
                </a:lnTo>
                <a:lnTo>
                  <a:pt x="75" y="235"/>
                </a:lnTo>
                <a:lnTo>
                  <a:pt x="76" y="236"/>
                </a:lnTo>
                <a:lnTo>
                  <a:pt x="75" y="237"/>
                </a:lnTo>
                <a:lnTo>
                  <a:pt x="74" y="237"/>
                </a:lnTo>
                <a:lnTo>
                  <a:pt x="73" y="237"/>
                </a:lnTo>
                <a:lnTo>
                  <a:pt x="73" y="238"/>
                </a:lnTo>
                <a:lnTo>
                  <a:pt x="73" y="237"/>
                </a:lnTo>
                <a:lnTo>
                  <a:pt x="72" y="237"/>
                </a:lnTo>
                <a:lnTo>
                  <a:pt x="72" y="236"/>
                </a:lnTo>
                <a:lnTo>
                  <a:pt x="71" y="236"/>
                </a:lnTo>
                <a:lnTo>
                  <a:pt x="70" y="236"/>
                </a:lnTo>
                <a:lnTo>
                  <a:pt x="70" y="235"/>
                </a:lnTo>
                <a:lnTo>
                  <a:pt x="69" y="234"/>
                </a:lnTo>
                <a:lnTo>
                  <a:pt x="68" y="233"/>
                </a:lnTo>
                <a:lnTo>
                  <a:pt x="67" y="232"/>
                </a:lnTo>
                <a:lnTo>
                  <a:pt x="67" y="231"/>
                </a:lnTo>
                <a:lnTo>
                  <a:pt x="66" y="231"/>
                </a:lnTo>
                <a:lnTo>
                  <a:pt x="66" y="230"/>
                </a:lnTo>
                <a:lnTo>
                  <a:pt x="66" y="229"/>
                </a:lnTo>
                <a:lnTo>
                  <a:pt x="66" y="228"/>
                </a:lnTo>
                <a:lnTo>
                  <a:pt x="65" y="228"/>
                </a:lnTo>
                <a:lnTo>
                  <a:pt x="66" y="228"/>
                </a:lnTo>
                <a:lnTo>
                  <a:pt x="66" y="227"/>
                </a:lnTo>
                <a:lnTo>
                  <a:pt x="67" y="227"/>
                </a:lnTo>
                <a:lnTo>
                  <a:pt x="68" y="227"/>
                </a:lnTo>
                <a:lnTo>
                  <a:pt x="68" y="228"/>
                </a:lnTo>
                <a:lnTo>
                  <a:pt x="69" y="228"/>
                </a:lnTo>
                <a:lnTo>
                  <a:pt x="69" y="227"/>
                </a:lnTo>
                <a:lnTo>
                  <a:pt x="70" y="227"/>
                </a:lnTo>
                <a:lnTo>
                  <a:pt x="70" y="226"/>
                </a:lnTo>
                <a:lnTo>
                  <a:pt x="71" y="226"/>
                </a:lnTo>
                <a:lnTo>
                  <a:pt x="71" y="224"/>
                </a:lnTo>
                <a:lnTo>
                  <a:pt x="71" y="223"/>
                </a:lnTo>
                <a:lnTo>
                  <a:pt x="71" y="222"/>
                </a:lnTo>
                <a:lnTo>
                  <a:pt x="71" y="223"/>
                </a:lnTo>
                <a:lnTo>
                  <a:pt x="70" y="222"/>
                </a:lnTo>
                <a:lnTo>
                  <a:pt x="71" y="222"/>
                </a:lnTo>
                <a:lnTo>
                  <a:pt x="71" y="221"/>
                </a:lnTo>
                <a:lnTo>
                  <a:pt x="70" y="221"/>
                </a:lnTo>
                <a:lnTo>
                  <a:pt x="70" y="222"/>
                </a:lnTo>
                <a:lnTo>
                  <a:pt x="69" y="222"/>
                </a:lnTo>
                <a:lnTo>
                  <a:pt x="68" y="221"/>
                </a:lnTo>
                <a:lnTo>
                  <a:pt x="68" y="220"/>
                </a:lnTo>
                <a:lnTo>
                  <a:pt x="68" y="219"/>
                </a:lnTo>
                <a:lnTo>
                  <a:pt x="68" y="218"/>
                </a:lnTo>
                <a:lnTo>
                  <a:pt x="67" y="218"/>
                </a:lnTo>
                <a:lnTo>
                  <a:pt x="65" y="218"/>
                </a:lnTo>
                <a:lnTo>
                  <a:pt x="66" y="217"/>
                </a:lnTo>
                <a:lnTo>
                  <a:pt x="65" y="217"/>
                </a:lnTo>
                <a:lnTo>
                  <a:pt x="65" y="216"/>
                </a:lnTo>
                <a:lnTo>
                  <a:pt x="65" y="215"/>
                </a:lnTo>
                <a:lnTo>
                  <a:pt x="64" y="215"/>
                </a:lnTo>
                <a:lnTo>
                  <a:pt x="64" y="214"/>
                </a:lnTo>
                <a:lnTo>
                  <a:pt x="65" y="214"/>
                </a:lnTo>
                <a:lnTo>
                  <a:pt x="65" y="215"/>
                </a:lnTo>
                <a:lnTo>
                  <a:pt x="66" y="214"/>
                </a:lnTo>
                <a:lnTo>
                  <a:pt x="65" y="213"/>
                </a:lnTo>
                <a:lnTo>
                  <a:pt x="65" y="212"/>
                </a:lnTo>
                <a:lnTo>
                  <a:pt x="66" y="212"/>
                </a:lnTo>
                <a:lnTo>
                  <a:pt x="67" y="211"/>
                </a:lnTo>
                <a:lnTo>
                  <a:pt x="67" y="210"/>
                </a:lnTo>
                <a:lnTo>
                  <a:pt x="67" y="209"/>
                </a:lnTo>
                <a:lnTo>
                  <a:pt x="66" y="209"/>
                </a:lnTo>
                <a:lnTo>
                  <a:pt x="65" y="209"/>
                </a:lnTo>
                <a:lnTo>
                  <a:pt x="65" y="208"/>
                </a:lnTo>
                <a:lnTo>
                  <a:pt x="64" y="208"/>
                </a:lnTo>
                <a:lnTo>
                  <a:pt x="63" y="207"/>
                </a:lnTo>
                <a:lnTo>
                  <a:pt x="62" y="206"/>
                </a:lnTo>
                <a:lnTo>
                  <a:pt x="61" y="206"/>
                </a:lnTo>
                <a:lnTo>
                  <a:pt x="60" y="206"/>
                </a:lnTo>
                <a:lnTo>
                  <a:pt x="60" y="207"/>
                </a:lnTo>
                <a:lnTo>
                  <a:pt x="60" y="206"/>
                </a:lnTo>
                <a:lnTo>
                  <a:pt x="59" y="206"/>
                </a:lnTo>
                <a:lnTo>
                  <a:pt x="59" y="205"/>
                </a:lnTo>
                <a:lnTo>
                  <a:pt x="58" y="204"/>
                </a:lnTo>
                <a:lnTo>
                  <a:pt x="59" y="204"/>
                </a:lnTo>
                <a:lnTo>
                  <a:pt x="60" y="203"/>
                </a:lnTo>
                <a:lnTo>
                  <a:pt x="59" y="203"/>
                </a:lnTo>
                <a:lnTo>
                  <a:pt x="59" y="202"/>
                </a:lnTo>
                <a:lnTo>
                  <a:pt x="60" y="202"/>
                </a:lnTo>
                <a:lnTo>
                  <a:pt x="59" y="202"/>
                </a:lnTo>
                <a:lnTo>
                  <a:pt x="59" y="201"/>
                </a:lnTo>
                <a:lnTo>
                  <a:pt x="58" y="201"/>
                </a:lnTo>
                <a:lnTo>
                  <a:pt x="57" y="201"/>
                </a:lnTo>
                <a:lnTo>
                  <a:pt x="56" y="200"/>
                </a:lnTo>
                <a:lnTo>
                  <a:pt x="55" y="200"/>
                </a:lnTo>
                <a:lnTo>
                  <a:pt x="54" y="200"/>
                </a:lnTo>
                <a:lnTo>
                  <a:pt x="54" y="199"/>
                </a:lnTo>
                <a:lnTo>
                  <a:pt x="53" y="199"/>
                </a:lnTo>
                <a:lnTo>
                  <a:pt x="52" y="199"/>
                </a:lnTo>
                <a:lnTo>
                  <a:pt x="51" y="200"/>
                </a:lnTo>
                <a:lnTo>
                  <a:pt x="50" y="200"/>
                </a:lnTo>
                <a:lnTo>
                  <a:pt x="49" y="200"/>
                </a:lnTo>
                <a:lnTo>
                  <a:pt x="48" y="200"/>
                </a:lnTo>
                <a:lnTo>
                  <a:pt x="48" y="201"/>
                </a:lnTo>
                <a:lnTo>
                  <a:pt x="47" y="202"/>
                </a:lnTo>
                <a:lnTo>
                  <a:pt x="46" y="202"/>
                </a:lnTo>
                <a:lnTo>
                  <a:pt x="44" y="202"/>
                </a:lnTo>
                <a:lnTo>
                  <a:pt x="43" y="202"/>
                </a:lnTo>
                <a:lnTo>
                  <a:pt x="43" y="201"/>
                </a:lnTo>
                <a:lnTo>
                  <a:pt x="42" y="201"/>
                </a:lnTo>
                <a:lnTo>
                  <a:pt x="41" y="200"/>
                </a:lnTo>
                <a:lnTo>
                  <a:pt x="40" y="200"/>
                </a:lnTo>
                <a:lnTo>
                  <a:pt x="39" y="200"/>
                </a:lnTo>
                <a:lnTo>
                  <a:pt x="38" y="200"/>
                </a:lnTo>
                <a:lnTo>
                  <a:pt x="37" y="200"/>
                </a:lnTo>
                <a:lnTo>
                  <a:pt x="37" y="199"/>
                </a:lnTo>
                <a:lnTo>
                  <a:pt x="36" y="199"/>
                </a:lnTo>
                <a:lnTo>
                  <a:pt x="36" y="198"/>
                </a:lnTo>
                <a:lnTo>
                  <a:pt x="35" y="198"/>
                </a:lnTo>
                <a:lnTo>
                  <a:pt x="34" y="199"/>
                </a:lnTo>
                <a:lnTo>
                  <a:pt x="33" y="199"/>
                </a:lnTo>
                <a:lnTo>
                  <a:pt x="32" y="199"/>
                </a:lnTo>
                <a:lnTo>
                  <a:pt x="31" y="199"/>
                </a:lnTo>
                <a:lnTo>
                  <a:pt x="30" y="199"/>
                </a:lnTo>
                <a:lnTo>
                  <a:pt x="29" y="199"/>
                </a:lnTo>
                <a:lnTo>
                  <a:pt x="29" y="198"/>
                </a:lnTo>
                <a:lnTo>
                  <a:pt x="29" y="197"/>
                </a:lnTo>
                <a:lnTo>
                  <a:pt x="28" y="197"/>
                </a:lnTo>
                <a:lnTo>
                  <a:pt x="27" y="197"/>
                </a:lnTo>
                <a:lnTo>
                  <a:pt x="27" y="199"/>
                </a:lnTo>
                <a:lnTo>
                  <a:pt x="26" y="199"/>
                </a:lnTo>
                <a:lnTo>
                  <a:pt x="25" y="199"/>
                </a:lnTo>
                <a:lnTo>
                  <a:pt x="25" y="198"/>
                </a:lnTo>
                <a:lnTo>
                  <a:pt x="25" y="199"/>
                </a:lnTo>
                <a:lnTo>
                  <a:pt x="24" y="199"/>
                </a:lnTo>
                <a:lnTo>
                  <a:pt x="23" y="200"/>
                </a:lnTo>
                <a:lnTo>
                  <a:pt x="23" y="201"/>
                </a:lnTo>
                <a:lnTo>
                  <a:pt x="23" y="202"/>
                </a:lnTo>
                <a:lnTo>
                  <a:pt x="23" y="203"/>
                </a:lnTo>
                <a:lnTo>
                  <a:pt x="23" y="204"/>
                </a:lnTo>
                <a:lnTo>
                  <a:pt x="24" y="204"/>
                </a:lnTo>
                <a:lnTo>
                  <a:pt x="24" y="205"/>
                </a:lnTo>
                <a:lnTo>
                  <a:pt x="24" y="206"/>
                </a:lnTo>
                <a:lnTo>
                  <a:pt x="24" y="207"/>
                </a:lnTo>
                <a:lnTo>
                  <a:pt x="24" y="208"/>
                </a:lnTo>
                <a:lnTo>
                  <a:pt x="25" y="208"/>
                </a:lnTo>
                <a:lnTo>
                  <a:pt x="25" y="209"/>
                </a:lnTo>
                <a:lnTo>
                  <a:pt x="25" y="210"/>
                </a:lnTo>
                <a:lnTo>
                  <a:pt x="24" y="210"/>
                </a:lnTo>
                <a:lnTo>
                  <a:pt x="24" y="211"/>
                </a:lnTo>
                <a:lnTo>
                  <a:pt x="23" y="211"/>
                </a:lnTo>
                <a:lnTo>
                  <a:pt x="22" y="211"/>
                </a:lnTo>
                <a:lnTo>
                  <a:pt x="21" y="211"/>
                </a:lnTo>
                <a:lnTo>
                  <a:pt x="21" y="210"/>
                </a:lnTo>
                <a:lnTo>
                  <a:pt x="20" y="209"/>
                </a:lnTo>
                <a:lnTo>
                  <a:pt x="19" y="208"/>
                </a:lnTo>
                <a:lnTo>
                  <a:pt x="19" y="207"/>
                </a:lnTo>
                <a:lnTo>
                  <a:pt x="18" y="207"/>
                </a:lnTo>
                <a:lnTo>
                  <a:pt x="17" y="206"/>
                </a:lnTo>
                <a:lnTo>
                  <a:pt x="16" y="206"/>
                </a:lnTo>
                <a:lnTo>
                  <a:pt x="15" y="205"/>
                </a:lnTo>
                <a:lnTo>
                  <a:pt x="14" y="206"/>
                </a:lnTo>
                <a:lnTo>
                  <a:pt x="14" y="205"/>
                </a:lnTo>
                <a:lnTo>
                  <a:pt x="15" y="205"/>
                </a:lnTo>
                <a:lnTo>
                  <a:pt x="15" y="204"/>
                </a:lnTo>
                <a:lnTo>
                  <a:pt x="15" y="203"/>
                </a:lnTo>
                <a:lnTo>
                  <a:pt x="16" y="203"/>
                </a:lnTo>
                <a:lnTo>
                  <a:pt x="16" y="202"/>
                </a:lnTo>
                <a:lnTo>
                  <a:pt x="15" y="201"/>
                </a:lnTo>
                <a:lnTo>
                  <a:pt x="14" y="201"/>
                </a:lnTo>
                <a:lnTo>
                  <a:pt x="13" y="201"/>
                </a:lnTo>
                <a:lnTo>
                  <a:pt x="12" y="201"/>
                </a:lnTo>
                <a:lnTo>
                  <a:pt x="11" y="201"/>
                </a:lnTo>
                <a:lnTo>
                  <a:pt x="11" y="200"/>
                </a:lnTo>
                <a:lnTo>
                  <a:pt x="11" y="199"/>
                </a:lnTo>
                <a:lnTo>
                  <a:pt x="11" y="198"/>
                </a:lnTo>
                <a:lnTo>
                  <a:pt x="11" y="197"/>
                </a:lnTo>
                <a:lnTo>
                  <a:pt x="10" y="197"/>
                </a:lnTo>
                <a:lnTo>
                  <a:pt x="10" y="196"/>
                </a:lnTo>
                <a:lnTo>
                  <a:pt x="11" y="196"/>
                </a:lnTo>
                <a:lnTo>
                  <a:pt x="11" y="195"/>
                </a:lnTo>
                <a:lnTo>
                  <a:pt x="10" y="195"/>
                </a:lnTo>
                <a:lnTo>
                  <a:pt x="9" y="195"/>
                </a:lnTo>
                <a:lnTo>
                  <a:pt x="9" y="194"/>
                </a:lnTo>
                <a:lnTo>
                  <a:pt x="9" y="193"/>
                </a:lnTo>
                <a:lnTo>
                  <a:pt x="9" y="192"/>
                </a:lnTo>
                <a:lnTo>
                  <a:pt x="8" y="192"/>
                </a:lnTo>
                <a:lnTo>
                  <a:pt x="9" y="192"/>
                </a:lnTo>
                <a:lnTo>
                  <a:pt x="9" y="191"/>
                </a:lnTo>
                <a:lnTo>
                  <a:pt x="8" y="190"/>
                </a:lnTo>
                <a:lnTo>
                  <a:pt x="8" y="189"/>
                </a:lnTo>
                <a:lnTo>
                  <a:pt x="7" y="190"/>
                </a:lnTo>
                <a:lnTo>
                  <a:pt x="7" y="189"/>
                </a:lnTo>
                <a:lnTo>
                  <a:pt x="6" y="189"/>
                </a:lnTo>
                <a:lnTo>
                  <a:pt x="6" y="188"/>
                </a:lnTo>
                <a:lnTo>
                  <a:pt x="6" y="187"/>
                </a:lnTo>
                <a:lnTo>
                  <a:pt x="6" y="186"/>
                </a:lnTo>
                <a:lnTo>
                  <a:pt x="5" y="185"/>
                </a:lnTo>
                <a:lnTo>
                  <a:pt x="5" y="184"/>
                </a:lnTo>
                <a:lnTo>
                  <a:pt x="5" y="183"/>
                </a:lnTo>
                <a:lnTo>
                  <a:pt x="5" y="181"/>
                </a:lnTo>
                <a:lnTo>
                  <a:pt x="5" y="180"/>
                </a:lnTo>
                <a:lnTo>
                  <a:pt x="5" y="179"/>
                </a:lnTo>
                <a:lnTo>
                  <a:pt x="4" y="179"/>
                </a:lnTo>
                <a:lnTo>
                  <a:pt x="3" y="179"/>
                </a:lnTo>
                <a:lnTo>
                  <a:pt x="3" y="178"/>
                </a:lnTo>
                <a:lnTo>
                  <a:pt x="2" y="178"/>
                </a:lnTo>
                <a:lnTo>
                  <a:pt x="2" y="179"/>
                </a:lnTo>
                <a:lnTo>
                  <a:pt x="1" y="179"/>
                </a:lnTo>
                <a:lnTo>
                  <a:pt x="0" y="179"/>
                </a:lnTo>
                <a:lnTo>
                  <a:pt x="0" y="178"/>
                </a:lnTo>
                <a:lnTo>
                  <a:pt x="0" y="179"/>
                </a:lnTo>
                <a:lnTo>
                  <a:pt x="0" y="178"/>
                </a:lnTo>
                <a:lnTo>
                  <a:pt x="1" y="178"/>
                </a:lnTo>
                <a:lnTo>
                  <a:pt x="2" y="178"/>
                </a:lnTo>
                <a:lnTo>
                  <a:pt x="3" y="177"/>
                </a:lnTo>
                <a:lnTo>
                  <a:pt x="4" y="177"/>
                </a:lnTo>
                <a:lnTo>
                  <a:pt x="4" y="176"/>
                </a:lnTo>
                <a:lnTo>
                  <a:pt x="5" y="175"/>
                </a:lnTo>
                <a:lnTo>
                  <a:pt x="5" y="174"/>
                </a:lnTo>
                <a:lnTo>
                  <a:pt x="5" y="173"/>
                </a:lnTo>
                <a:lnTo>
                  <a:pt x="6" y="172"/>
                </a:lnTo>
                <a:lnTo>
                  <a:pt x="6" y="171"/>
                </a:lnTo>
                <a:lnTo>
                  <a:pt x="6" y="170"/>
                </a:lnTo>
                <a:lnTo>
                  <a:pt x="6" y="169"/>
                </a:lnTo>
                <a:lnTo>
                  <a:pt x="7" y="169"/>
                </a:lnTo>
                <a:lnTo>
                  <a:pt x="8" y="169"/>
                </a:lnTo>
                <a:lnTo>
                  <a:pt x="9" y="169"/>
                </a:lnTo>
                <a:lnTo>
                  <a:pt x="10" y="169"/>
                </a:lnTo>
                <a:lnTo>
                  <a:pt x="10" y="170"/>
                </a:lnTo>
                <a:lnTo>
                  <a:pt x="11" y="170"/>
                </a:lnTo>
                <a:lnTo>
                  <a:pt x="11" y="171"/>
                </a:lnTo>
                <a:lnTo>
                  <a:pt x="12" y="171"/>
                </a:lnTo>
                <a:lnTo>
                  <a:pt x="13" y="171"/>
                </a:lnTo>
                <a:lnTo>
                  <a:pt x="13" y="172"/>
                </a:lnTo>
                <a:lnTo>
                  <a:pt x="14" y="173"/>
                </a:lnTo>
                <a:lnTo>
                  <a:pt x="15" y="175"/>
                </a:lnTo>
                <a:lnTo>
                  <a:pt x="16" y="176"/>
                </a:lnTo>
                <a:lnTo>
                  <a:pt x="19" y="176"/>
                </a:lnTo>
                <a:lnTo>
                  <a:pt x="19" y="177"/>
                </a:lnTo>
                <a:lnTo>
                  <a:pt x="20" y="177"/>
                </a:lnTo>
                <a:lnTo>
                  <a:pt x="21" y="177"/>
                </a:lnTo>
                <a:lnTo>
                  <a:pt x="22" y="177"/>
                </a:lnTo>
                <a:lnTo>
                  <a:pt x="23" y="178"/>
                </a:lnTo>
                <a:lnTo>
                  <a:pt x="22" y="179"/>
                </a:lnTo>
                <a:lnTo>
                  <a:pt x="23" y="179"/>
                </a:lnTo>
                <a:lnTo>
                  <a:pt x="23" y="180"/>
                </a:lnTo>
                <a:lnTo>
                  <a:pt x="24" y="180"/>
                </a:lnTo>
                <a:lnTo>
                  <a:pt x="25" y="181"/>
                </a:lnTo>
                <a:lnTo>
                  <a:pt x="26" y="181"/>
                </a:lnTo>
                <a:lnTo>
                  <a:pt x="26" y="180"/>
                </a:lnTo>
                <a:lnTo>
                  <a:pt x="27" y="179"/>
                </a:lnTo>
                <a:lnTo>
                  <a:pt x="27" y="178"/>
                </a:lnTo>
                <a:lnTo>
                  <a:pt x="27" y="177"/>
                </a:lnTo>
                <a:lnTo>
                  <a:pt x="28" y="177"/>
                </a:lnTo>
                <a:lnTo>
                  <a:pt x="29" y="176"/>
                </a:lnTo>
                <a:lnTo>
                  <a:pt x="30" y="176"/>
                </a:lnTo>
                <a:lnTo>
                  <a:pt x="31" y="176"/>
                </a:lnTo>
                <a:lnTo>
                  <a:pt x="32" y="176"/>
                </a:lnTo>
                <a:lnTo>
                  <a:pt x="32" y="175"/>
                </a:lnTo>
                <a:lnTo>
                  <a:pt x="33" y="175"/>
                </a:lnTo>
                <a:lnTo>
                  <a:pt x="34" y="175"/>
                </a:lnTo>
                <a:lnTo>
                  <a:pt x="35" y="175"/>
                </a:lnTo>
                <a:lnTo>
                  <a:pt x="36" y="174"/>
                </a:lnTo>
                <a:lnTo>
                  <a:pt x="36" y="173"/>
                </a:lnTo>
                <a:lnTo>
                  <a:pt x="37" y="173"/>
                </a:lnTo>
                <a:lnTo>
                  <a:pt x="37" y="172"/>
                </a:lnTo>
                <a:lnTo>
                  <a:pt x="37" y="170"/>
                </a:lnTo>
                <a:lnTo>
                  <a:pt x="37" y="169"/>
                </a:lnTo>
                <a:lnTo>
                  <a:pt x="38" y="169"/>
                </a:lnTo>
                <a:lnTo>
                  <a:pt x="38" y="168"/>
                </a:lnTo>
                <a:lnTo>
                  <a:pt x="39" y="168"/>
                </a:lnTo>
                <a:lnTo>
                  <a:pt x="40" y="167"/>
                </a:lnTo>
                <a:lnTo>
                  <a:pt x="41" y="167"/>
                </a:lnTo>
                <a:lnTo>
                  <a:pt x="41" y="166"/>
                </a:lnTo>
                <a:lnTo>
                  <a:pt x="43" y="166"/>
                </a:lnTo>
                <a:lnTo>
                  <a:pt x="44" y="166"/>
                </a:lnTo>
                <a:lnTo>
                  <a:pt x="45" y="166"/>
                </a:lnTo>
                <a:lnTo>
                  <a:pt x="46" y="166"/>
                </a:lnTo>
                <a:lnTo>
                  <a:pt x="46" y="165"/>
                </a:lnTo>
                <a:lnTo>
                  <a:pt x="47" y="165"/>
                </a:lnTo>
                <a:lnTo>
                  <a:pt x="48" y="165"/>
                </a:lnTo>
                <a:lnTo>
                  <a:pt x="49" y="165"/>
                </a:lnTo>
                <a:lnTo>
                  <a:pt x="49" y="164"/>
                </a:lnTo>
                <a:lnTo>
                  <a:pt x="50" y="164"/>
                </a:lnTo>
                <a:lnTo>
                  <a:pt x="51" y="164"/>
                </a:lnTo>
                <a:lnTo>
                  <a:pt x="51" y="163"/>
                </a:lnTo>
                <a:lnTo>
                  <a:pt x="52" y="163"/>
                </a:lnTo>
                <a:lnTo>
                  <a:pt x="53" y="163"/>
                </a:lnTo>
                <a:lnTo>
                  <a:pt x="52" y="163"/>
                </a:lnTo>
                <a:lnTo>
                  <a:pt x="52" y="162"/>
                </a:lnTo>
                <a:lnTo>
                  <a:pt x="52" y="161"/>
                </a:lnTo>
                <a:lnTo>
                  <a:pt x="52" y="160"/>
                </a:lnTo>
                <a:lnTo>
                  <a:pt x="52" y="159"/>
                </a:lnTo>
                <a:lnTo>
                  <a:pt x="53" y="159"/>
                </a:lnTo>
                <a:lnTo>
                  <a:pt x="53" y="158"/>
                </a:lnTo>
                <a:lnTo>
                  <a:pt x="53" y="157"/>
                </a:lnTo>
                <a:lnTo>
                  <a:pt x="53" y="156"/>
                </a:lnTo>
                <a:lnTo>
                  <a:pt x="53" y="155"/>
                </a:lnTo>
                <a:lnTo>
                  <a:pt x="53" y="154"/>
                </a:lnTo>
                <a:lnTo>
                  <a:pt x="54" y="154"/>
                </a:lnTo>
                <a:lnTo>
                  <a:pt x="55" y="154"/>
                </a:lnTo>
                <a:lnTo>
                  <a:pt x="55" y="153"/>
                </a:lnTo>
                <a:lnTo>
                  <a:pt x="56" y="152"/>
                </a:lnTo>
                <a:lnTo>
                  <a:pt x="56" y="151"/>
                </a:lnTo>
                <a:lnTo>
                  <a:pt x="57" y="150"/>
                </a:lnTo>
                <a:lnTo>
                  <a:pt x="57" y="149"/>
                </a:lnTo>
                <a:lnTo>
                  <a:pt x="58" y="149"/>
                </a:lnTo>
                <a:lnTo>
                  <a:pt x="58" y="148"/>
                </a:lnTo>
                <a:lnTo>
                  <a:pt x="59" y="148"/>
                </a:lnTo>
                <a:lnTo>
                  <a:pt x="60" y="148"/>
                </a:lnTo>
                <a:lnTo>
                  <a:pt x="60" y="147"/>
                </a:lnTo>
                <a:lnTo>
                  <a:pt x="61" y="147"/>
                </a:lnTo>
                <a:lnTo>
                  <a:pt x="61" y="146"/>
                </a:lnTo>
                <a:lnTo>
                  <a:pt x="61" y="145"/>
                </a:lnTo>
                <a:lnTo>
                  <a:pt x="62" y="145"/>
                </a:lnTo>
                <a:lnTo>
                  <a:pt x="63" y="145"/>
                </a:lnTo>
                <a:lnTo>
                  <a:pt x="63" y="146"/>
                </a:lnTo>
                <a:lnTo>
                  <a:pt x="64" y="146"/>
                </a:lnTo>
                <a:lnTo>
                  <a:pt x="64" y="145"/>
                </a:lnTo>
                <a:lnTo>
                  <a:pt x="65" y="144"/>
                </a:lnTo>
                <a:lnTo>
                  <a:pt x="66" y="143"/>
                </a:lnTo>
                <a:lnTo>
                  <a:pt x="67" y="142"/>
                </a:lnTo>
                <a:lnTo>
                  <a:pt x="68" y="142"/>
                </a:lnTo>
                <a:lnTo>
                  <a:pt x="69" y="142"/>
                </a:lnTo>
                <a:lnTo>
                  <a:pt x="69" y="143"/>
                </a:lnTo>
                <a:lnTo>
                  <a:pt x="69" y="144"/>
                </a:lnTo>
                <a:lnTo>
                  <a:pt x="70" y="144"/>
                </a:lnTo>
                <a:lnTo>
                  <a:pt x="71" y="144"/>
                </a:lnTo>
                <a:lnTo>
                  <a:pt x="71" y="145"/>
                </a:lnTo>
                <a:lnTo>
                  <a:pt x="72" y="145"/>
                </a:lnTo>
                <a:lnTo>
                  <a:pt x="73" y="145"/>
                </a:lnTo>
                <a:lnTo>
                  <a:pt x="73" y="146"/>
                </a:lnTo>
                <a:lnTo>
                  <a:pt x="73" y="147"/>
                </a:lnTo>
                <a:lnTo>
                  <a:pt x="73" y="148"/>
                </a:lnTo>
                <a:lnTo>
                  <a:pt x="73" y="149"/>
                </a:lnTo>
                <a:lnTo>
                  <a:pt x="75" y="149"/>
                </a:lnTo>
                <a:lnTo>
                  <a:pt x="76" y="149"/>
                </a:lnTo>
                <a:lnTo>
                  <a:pt x="77" y="149"/>
                </a:lnTo>
                <a:lnTo>
                  <a:pt x="79" y="149"/>
                </a:lnTo>
                <a:lnTo>
                  <a:pt x="80" y="149"/>
                </a:lnTo>
                <a:lnTo>
                  <a:pt x="80" y="148"/>
                </a:lnTo>
                <a:lnTo>
                  <a:pt x="81" y="148"/>
                </a:lnTo>
                <a:lnTo>
                  <a:pt x="82" y="148"/>
                </a:lnTo>
                <a:lnTo>
                  <a:pt x="82" y="147"/>
                </a:lnTo>
                <a:lnTo>
                  <a:pt x="83" y="147"/>
                </a:lnTo>
                <a:lnTo>
                  <a:pt x="84" y="148"/>
                </a:lnTo>
                <a:lnTo>
                  <a:pt x="85" y="148"/>
                </a:lnTo>
                <a:lnTo>
                  <a:pt x="86" y="148"/>
                </a:lnTo>
                <a:lnTo>
                  <a:pt x="87" y="148"/>
                </a:lnTo>
                <a:lnTo>
                  <a:pt x="88" y="148"/>
                </a:lnTo>
                <a:lnTo>
                  <a:pt x="88" y="149"/>
                </a:lnTo>
                <a:lnTo>
                  <a:pt x="89" y="149"/>
                </a:lnTo>
                <a:lnTo>
                  <a:pt x="89" y="150"/>
                </a:lnTo>
                <a:lnTo>
                  <a:pt x="90" y="150"/>
                </a:lnTo>
                <a:lnTo>
                  <a:pt x="90" y="151"/>
                </a:lnTo>
                <a:lnTo>
                  <a:pt x="90" y="152"/>
                </a:lnTo>
                <a:lnTo>
                  <a:pt x="90" y="153"/>
                </a:lnTo>
                <a:lnTo>
                  <a:pt x="91" y="153"/>
                </a:lnTo>
                <a:lnTo>
                  <a:pt x="91" y="155"/>
                </a:lnTo>
                <a:lnTo>
                  <a:pt x="91" y="156"/>
                </a:lnTo>
                <a:lnTo>
                  <a:pt x="92" y="156"/>
                </a:lnTo>
                <a:lnTo>
                  <a:pt x="92" y="157"/>
                </a:lnTo>
                <a:lnTo>
                  <a:pt x="93" y="157"/>
                </a:lnTo>
                <a:lnTo>
                  <a:pt x="93" y="158"/>
                </a:lnTo>
                <a:lnTo>
                  <a:pt x="94" y="158"/>
                </a:lnTo>
                <a:lnTo>
                  <a:pt x="94" y="160"/>
                </a:lnTo>
                <a:lnTo>
                  <a:pt x="94" y="161"/>
                </a:lnTo>
                <a:lnTo>
                  <a:pt x="95" y="161"/>
                </a:lnTo>
                <a:lnTo>
                  <a:pt x="96" y="161"/>
                </a:lnTo>
                <a:lnTo>
                  <a:pt x="96" y="162"/>
                </a:lnTo>
                <a:lnTo>
                  <a:pt x="97" y="162"/>
                </a:lnTo>
                <a:lnTo>
                  <a:pt x="98" y="162"/>
                </a:lnTo>
                <a:lnTo>
                  <a:pt x="99" y="162"/>
                </a:lnTo>
                <a:lnTo>
                  <a:pt x="101" y="162"/>
                </a:lnTo>
                <a:lnTo>
                  <a:pt x="102" y="162"/>
                </a:lnTo>
                <a:lnTo>
                  <a:pt x="102" y="161"/>
                </a:lnTo>
                <a:lnTo>
                  <a:pt x="103" y="161"/>
                </a:lnTo>
                <a:lnTo>
                  <a:pt x="104" y="161"/>
                </a:lnTo>
                <a:lnTo>
                  <a:pt x="104" y="162"/>
                </a:lnTo>
                <a:lnTo>
                  <a:pt x="105" y="162"/>
                </a:lnTo>
                <a:lnTo>
                  <a:pt x="105" y="163"/>
                </a:lnTo>
                <a:lnTo>
                  <a:pt x="105" y="164"/>
                </a:lnTo>
                <a:lnTo>
                  <a:pt x="106" y="164"/>
                </a:lnTo>
                <a:lnTo>
                  <a:pt x="107" y="164"/>
                </a:lnTo>
                <a:lnTo>
                  <a:pt x="107" y="165"/>
                </a:lnTo>
                <a:lnTo>
                  <a:pt x="108" y="165"/>
                </a:lnTo>
                <a:lnTo>
                  <a:pt x="109" y="165"/>
                </a:lnTo>
                <a:lnTo>
                  <a:pt x="110" y="165"/>
                </a:lnTo>
                <a:lnTo>
                  <a:pt x="110" y="164"/>
                </a:lnTo>
                <a:lnTo>
                  <a:pt x="111" y="164"/>
                </a:lnTo>
                <a:lnTo>
                  <a:pt x="111" y="165"/>
                </a:lnTo>
                <a:lnTo>
                  <a:pt x="112" y="165"/>
                </a:lnTo>
                <a:lnTo>
                  <a:pt x="113" y="165"/>
                </a:lnTo>
                <a:lnTo>
                  <a:pt x="113" y="166"/>
                </a:lnTo>
                <a:lnTo>
                  <a:pt x="114" y="166"/>
                </a:lnTo>
                <a:lnTo>
                  <a:pt x="115" y="166"/>
                </a:lnTo>
                <a:lnTo>
                  <a:pt x="115" y="167"/>
                </a:lnTo>
                <a:lnTo>
                  <a:pt x="115" y="168"/>
                </a:lnTo>
                <a:lnTo>
                  <a:pt x="116" y="168"/>
                </a:lnTo>
                <a:lnTo>
                  <a:pt x="117" y="168"/>
                </a:lnTo>
                <a:lnTo>
                  <a:pt x="117" y="169"/>
                </a:lnTo>
                <a:lnTo>
                  <a:pt x="118" y="169"/>
                </a:lnTo>
                <a:lnTo>
                  <a:pt x="118" y="170"/>
                </a:lnTo>
                <a:lnTo>
                  <a:pt x="119" y="170"/>
                </a:lnTo>
                <a:lnTo>
                  <a:pt x="119" y="171"/>
                </a:lnTo>
                <a:lnTo>
                  <a:pt x="120" y="171"/>
                </a:lnTo>
                <a:lnTo>
                  <a:pt x="121" y="171"/>
                </a:lnTo>
                <a:lnTo>
                  <a:pt x="121" y="172"/>
                </a:lnTo>
                <a:lnTo>
                  <a:pt x="122" y="172"/>
                </a:lnTo>
                <a:lnTo>
                  <a:pt x="123" y="172"/>
                </a:lnTo>
                <a:lnTo>
                  <a:pt x="124" y="172"/>
                </a:lnTo>
                <a:lnTo>
                  <a:pt x="125" y="172"/>
                </a:lnTo>
                <a:lnTo>
                  <a:pt x="125" y="171"/>
                </a:lnTo>
                <a:lnTo>
                  <a:pt x="126" y="171"/>
                </a:lnTo>
                <a:lnTo>
                  <a:pt x="127" y="171"/>
                </a:lnTo>
                <a:lnTo>
                  <a:pt x="127" y="170"/>
                </a:lnTo>
                <a:lnTo>
                  <a:pt x="127" y="169"/>
                </a:lnTo>
                <a:lnTo>
                  <a:pt x="128" y="169"/>
                </a:lnTo>
                <a:lnTo>
                  <a:pt x="129" y="169"/>
                </a:lnTo>
                <a:lnTo>
                  <a:pt x="129" y="170"/>
                </a:lnTo>
                <a:lnTo>
                  <a:pt x="130" y="170"/>
                </a:lnTo>
                <a:lnTo>
                  <a:pt x="133" y="170"/>
                </a:lnTo>
                <a:lnTo>
                  <a:pt x="134" y="170"/>
                </a:lnTo>
                <a:lnTo>
                  <a:pt x="134" y="169"/>
                </a:lnTo>
                <a:lnTo>
                  <a:pt x="134" y="170"/>
                </a:lnTo>
                <a:lnTo>
                  <a:pt x="135" y="171"/>
                </a:lnTo>
                <a:lnTo>
                  <a:pt x="135" y="172"/>
                </a:lnTo>
                <a:lnTo>
                  <a:pt x="135" y="173"/>
                </a:lnTo>
                <a:lnTo>
                  <a:pt x="135" y="174"/>
                </a:lnTo>
                <a:lnTo>
                  <a:pt x="136" y="174"/>
                </a:lnTo>
                <a:lnTo>
                  <a:pt x="136" y="175"/>
                </a:lnTo>
                <a:lnTo>
                  <a:pt x="137" y="175"/>
                </a:lnTo>
                <a:lnTo>
                  <a:pt x="138" y="175"/>
                </a:lnTo>
                <a:lnTo>
                  <a:pt x="138" y="176"/>
                </a:lnTo>
                <a:lnTo>
                  <a:pt x="139" y="177"/>
                </a:lnTo>
                <a:lnTo>
                  <a:pt x="140" y="178"/>
                </a:lnTo>
                <a:lnTo>
                  <a:pt x="141" y="179"/>
                </a:lnTo>
                <a:lnTo>
                  <a:pt x="142" y="179"/>
                </a:lnTo>
                <a:lnTo>
                  <a:pt x="142" y="178"/>
                </a:lnTo>
                <a:lnTo>
                  <a:pt x="142" y="177"/>
                </a:lnTo>
                <a:lnTo>
                  <a:pt x="143" y="177"/>
                </a:lnTo>
                <a:lnTo>
                  <a:pt x="143" y="176"/>
                </a:lnTo>
                <a:lnTo>
                  <a:pt x="144" y="175"/>
                </a:lnTo>
                <a:lnTo>
                  <a:pt x="144" y="174"/>
                </a:lnTo>
                <a:lnTo>
                  <a:pt x="145" y="173"/>
                </a:lnTo>
                <a:lnTo>
                  <a:pt x="145" y="172"/>
                </a:lnTo>
                <a:lnTo>
                  <a:pt x="146" y="172"/>
                </a:lnTo>
                <a:lnTo>
                  <a:pt x="147" y="172"/>
                </a:lnTo>
                <a:lnTo>
                  <a:pt x="148" y="172"/>
                </a:lnTo>
                <a:lnTo>
                  <a:pt x="149" y="171"/>
                </a:lnTo>
                <a:lnTo>
                  <a:pt x="150" y="171"/>
                </a:lnTo>
                <a:lnTo>
                  <a:pt x="150" y="170"/>
                </a:lnTo>
                <a:lnTo>
                  <a:pt x="151" y="170"/>
                </a:lnTo>
                <a:lnTo>
                  <a:pt x="151" y="169"/>
                </a:lnTo>
                <a:lnTo>
                  <a:pt x="152" y="169"/>
                </a:lnTo>
                <a:lnTo>
                  <a:pt x="152" y="168"/>
                </a:lnTo>
                <a:lnTo>
                  <a:pt x="152" y="167"/>
                </a:lnTo>
                <a:lnTo>
                  <a:pt x="153" y="166"/>
                </a:lnTo>
                <a:lnTo>
                  <a:pt x="154" y="166"/>
                </a:lnTo>
                <a:lnTo>
                  <a:pt x="155" y="166"/>
                </a:lnTo>
                <a:lnTo>
                  <a:pt x="155" y="165"/>
                </a:lnTo>
                <a:lnTo>
                  <a:pt x="156" y="165"/>
                </a:lnTo>
                <a:lnTo>
                  <a:pt x="156" y="164"/>
                </a:lnTo>
                <a:lnTo>
                  <a:pt x="156" y="163"/>
                </a:lnTo>
                <a:lnTo>
                  <a:pt x="156" y="162"/>
                </a:lnTo>
                <a:lnTo>
                  <a:pt x="157" y="162"/>
                </a:lnTo>
                <a:lnTo>
                  <a:pt x="157" y="161"/>
                </a:lnTo>
                <a:lnTo>
                  <a:pt x="157" y="160"/>
                </a:lnTo>
                <a:lnTo>
                  <a:pt x="158" y="159"/>
                </a:lnTo>
                <a:lnTo>
                  <a:pt x="157" y="159"/>
                </a:lnTo>
                <a:lnTo>
                  <a:pt x="157" y="158"/>
                </a:lnTo>
                <a:lnTo>
                  <a:pt x="158" y="158"/>
                </a:lnTo>
                <a:lnTo>
                  <a:pt x="158" y="157"/>
                </a:lnTo>
                <a:lnTo>
                  <a:pt x="158" y="156"/>
                </a:lnTo>
                <a:lnTo>
                  <a:pt x="158" y="155"/>
                </a:lnTo>
                <a:lnTo>
                  <a:pt x="157" y="155"/>
                </a:lnTo>
                <a:lnTo>
                  <a:pt x="157" y="154"/>
                </a:lnTo>
                <a:lnTo>
                  <a:pt x="157" y="153"/>
                </a:lnTo>
                <a:lnTo>
                  <a:pt x="157" y="152"/>
                </a:lnTo>
                <a:lnTo>
                  <a:pt x="156" y="152"/>
                </a:lnTo>
                <a:lnTo>
                  <a:pt x="156" y="151"/>
                </a:lnTo>
                <a:lnTo>
                  <a:pt x="155" y="150"/>
                </a:lnTo>
                <a:lnTo>
                  <a:pt x="155" y="149"/>
                </a:lnTo>
                <a:lnTo>
                  <a:pt x="154" y="149"/>
                </a:lnTo>
                <a:lnTo>
                  <a:pt x="154" y="148"/>
                </a:lnTo>
                <a:lnTo>
                  <a:pt x="153" y="148"/>
                </a:lnTo>
                <a:lnTo>
                  <a:pt x="153" y="147"/>
                </a:lnTo>
                <a:lnTo>
                  <a:pt x="153" y="146"/>
                </a:lnTo>
                <a:lnTo>
                  <a:pt x="154" y="146"/>
                </a:lnTo>
                <a:lnTo>
                  <a:pt x="155" y="146"/>
                </a:lnTo>
                <a:lnTo>
                  <a:pt x="156" y="146"/>
                </a:lnTo>
                <a:lnTo>
                  <a:pt x="156" y="147"/>
                </a:lnTo>
                <a:lnTo>
                  <a:pt x="157" y="146"/>
                </a:lnTo>
                <a:lnTo>
                  <a:pt x="157" y="145"/>
                </a:lnTo>
                <a:lnTo>
                  <a:pt x="158" y="145"/>
                </a:lnTo>
                <a:lnTo>
                  <a:pt x="158" y="144"/>
                </a:lnTo>
                <a:lnTo>
                  <a:pt x="159" y="144"/>
                </a:lnTo>
                <a:lnTo>
                  <a:pt x="159" y="143"/>
                </a:lnTo>
                <a:lnTo>
                  <a:pt x="160" y="143"/>
                </a:lnTo>
                <a:lnTo>
                  <a:pt x="160" y="144"/>
                </a:lnTo>
                <a:lnTo>
                  <a:pt x="161" y="144"/>
                </a:lnTo>
                <a:lnTo>
                  <a:pt x="162" y="145"/>
                </a:lnTo>
                <a:lnTo>
                  <a:pt x="163" y="144"/>
                </a:lnTo>
                <a:lnTo>
                  <a:pt x="164" y="144"/>
                </a:lnTo>
                <a:lnTo>
                  <a:pt x="165" y="144"/>
                </a:lnTo>
                <a:lnTo>
                  <a:pt x="166" y="144"/>
                </a:lnTo>
                <a:lnTo>
                  <a:pt x="167" y="144"/>
                </a:lnTo>
                <a:lnTo>
                  <a:pt x="168" y="144"/>
                </a:lnTo>
                <a:lnTo>
                  <a:pt x="168" y="143"/>
                </a:lnTo>
                <a:lnTo>
                  <a:pt x="169" y="143"/>
                </a:lnTo>
                <a:lnTo>
                  <a:pt x="170" y="143"/>
                </a:lnTo>
                <a:lnTo>
                  <a:pt x="171" y="143"/>
                </a:lnTo>
                <a:lnTo>
                  <a:pt x="172" y="143"/>
                </a:lnTo>
                <a:lnTo>
                  <a:pt x="172" y="142"/>
                </a:lnTo>
                <a:lnTo>
                  <a:pt x="173" y="142"/>
                </a:lnTo>
                <a:lnTo>
                  <a:pt x="174" y="141"/>
                </a:lnTo>
                <a:lnTo>
                  <a:pt x="176" y="141"/>
                </a:lnTo>
                <a:lnTo>
                  <a:pt x="176" y="140"/>
                </a:lnTo>
                <a:lnTo>
                  <a:pt x="177" y="140"/>
                </a:lnTo>
                <a:lnTo>
                  <a:pt x="178" y="140"/>
                </a:lnTo>
                <a:lnTo>
                  <a:pt x="179" y="140"/>
                </a:lnTo>
                <a:lnTo>
                  <a:pt x="180" y="139"/>
                </a:lnTo>
                <a:lnTo>
                  <a:pt x="180" y="138"/>
                </a:lnTo>
                <a:lnTo>
                  <a:pt x="181" y="138"/>
                </a:lnTo>
                <a:lnTo>
                  <a:pt x="181" y="137"/>
                </a:lnTo>
                <a:lnTo>
                  <a:pt x="182" y="137"/>
                </a:lnTo>
                <a:lnTo>
                  <a:pt x="183" y="137"/>
                </a:lnTo>
                <a:lnTo>
                  <a:pt x="184" y="137"/>
                </a:lnTo>
                <a:lnTo>
                  <a:pt x="184" y="136"/>
                </a:lnTo>
                <a:lnTo>
                  <a:pt x="185" y="136"/>
                </a:lnTo>
                <a:lnTo>
                  <a:pt x="186" y="136"/>
                </a:lnTo>
                <a:lnTo>
                  <a:pt x="187" y="135"/>
                </a:lnTo>
                <a:lnTo>
                  <a:pt x="187" y="134"/>
                </a:lnTo>
                <a:lnTo>
                  <a:pt x="188" y="134"/>
                </a:lnTo>
                <a:lnTo>
                  <a:pt x="188" y="133"/>
                </a:lnTo>
                <a:lnTo>
                  <a:pt x="189" y="133"/>
                </a:lnTo>
                <a:lnTo>
                  <a:pt x="190" y="133"/>
                </a:lnTo>
                <a:lnTo>
                  <a:pt x="192" y="133"/>
                </a:lnTo>
                <a:lnTo>
                  <a:pt x="193" y="133"/>
                </a:lnTo>
                <a:lnTo>
                  <a:pt x="193" y="132"/>
                </a:lnTo>
                <a:lnTo>
                  <a:pt x="193" y="131"/>
                </a:lnTo>
                <a:lnTo>
                  <a:pt x="194" y="130"/>
                </a:lnTo>
                <a:lnTo>
                  <a:pt x="195" y="130"/>
                </a:lnTo>
                <a:lnTo>
                  <a:pt x="195" y="129"/>
                </a:lnTo>
                <a:lnTo>
                  <a:pt x="196" y="129"/>
                </a:lnTo>
                <a:lnTo>
                  <a:pt x="197" y="128"/>
                </a:lnTo>
                <a:lnTo>
                  <a:pt x="197" y="127"/>
                </a:lnTo>
                <a:lnTo>
                  <a:pt x="197" y="126"/>
                </a:lnTo>
                <a:lnTo>
                  <a:pt x="197" y="125"/>
                </a:lnTo>
                <a:lnTo>
                  <a:pt x="198" y="125"/>
                </a:lnTo>
                <a:lnTo>
                  <a:pt x="199" y="124"/>
                </a:lnTo>
                <a:lnTo>
                  <a:pt x="200" y="124"/>
                </a:lnTo>
                <a:lnTo>
                  <a:pt x="201" y="124"/>
                </a:lnTo>
                <a:lnTo>
                  <a:pt x="201" y="123"/>
                </a:lnTo>
                <a:lnTo>
                  <a:pt x="202" y="123"/>
                </a:lnTo>
                <a:lnTo>
                  <a:pt x="203" y="123"/>
                </a:lnTo>
                <a:lnTo>
                  <a:pt x="203" y="124"/>
                </a:lnTo>
                <a:lnTo>
                  <a:pt x="204" y="124"/>
                </a:lnTo>
                <a:lnTo>
                  <a:pt x="204" y="125"/>
                </a:lnTo>
                <a:lnTo>
                  <a:pt x="205" y="125"/>
                </a:lnTo>
                <a:lnTo>
                  <a:pt x="206" y="125"/>
                </a:lnTo>
                <a:lnTo>
                  <a:pt x="207" y="124"/>
                </a:lnTo>
                <a:lnTo>
                  <a:pt x="208" y="123"/>
                </a:lnTo>
                <a:lnTo>
                  <a:pt x="209" y="123"/>
                </a:lnTo>
                <a:lnTo>
                  <a:pt x="210" y="124"/>
                </a:lnTo>
                <a:lnTo>
                  <a:pt x="212" y="124"/>
                </a:lnTo>
                <a:lnTo>
                  <a:pt x="213" y="124"/>
                </a:lnTo>
                <a:lnTo>
                  <a:pt x="214" y="124"/>
                </a:lnTo>
                <a:lnTo>
                  <a:pt x="215" y="124"/>
                </a:lnTo>
                <a:lnTo>
                  <a:pt x="215" y="123"/>
                </a:lnTo>
                <a:lnTo>
                  <a:pt x="216" y="123"/>
                </a:lnTo>
                <a:lnTo>
                  <a:pt x="217" y="123"/>
                </a:lnTo>
                <a:lnTo>
                  <a:pt x="217" y="122"/>
                </a:lnTo>
                <a:lnTo>
                  <a:pt x="218" y="122"/>
                </a:lnTo>
                <a:lnTo>
                  <a:pt x="218" y="123"/>
                </a:lnTo>
                <a:lnTo>
                  <a:pt x="219" y="123"/>
                </a:lnTo>
                <a:lnTo>
                  <a:pt x="220" y="123"/>
                </a:lnTo>
                <a:lnTo>
                  <a:pt x="221" y="123"/>
                </a:lnTo>
                <a:lnTo>
                  <a:pt x="221" y="122"/>
                </a:lnTo>
                <a:lnTo>
                  <a:pt x="222" y="122"/>
                </a:lnTo>
                <a:lnTo>
                  <a:pt x="222" y="121"/>
                </a:lnTo>
                <a:lnTo>
                  <a:pt x="222" y="118"/>
                </a:lnTo>
                <a:lnTo>
                  <a:pt x="222" y="117"/>
                </a:lnTo>
                <a:lnTo>
                  <a:pt x="223" y="116"/>
                </a:lnTo>
                <a:lnTo>
                  <a:pt x="224" y="116"/>
                </a:lnTo>
                <a:lnTo>
                  <a:pt x="225" y="116"/>
                </a:lnTo>
                <a:lnTo>
                  <a:pt x="226" y="116"/>
                </a:lnTo>
                <a:lnTo>
                  <a:pt x="227" y="116"/>
                </a:lnTo>
                <a:lnTo>
                  <a:pt x="227" y="117"/>
                </a:lnTo>
                <a:lnTo>
                  <a:pt x="228" y="117"/>
                </a:lnTo>
                <a:lnTo>
                  <a:pt x="228" y="118"/>
                </a:lnTo>
                <a:lnTo>
                  <a:pt x="229" y="117"/>
                </a:lnTo>
                <a:lnTo>
                  <a:pt x="230" y="117"/>
                </a:lnTo>
                <a:lnTo>
                  <a:pt x="230" y="116"/>
                </a:lnTo>
                <a:lnTo>
                  <a:pt x="229" y="115"/>
                </a:lnTo>
                <a:lnTo>
                  <a:pt x="230" y="115"/>
                </a:lnTo>
                <a:lnTo>
                  <a:pt x="230" y="114"/>
                </a:lnTo>
                <a:lnTo>
                  <a:pt x="231" y="114"/>
                </a:lnTo>
                <a:lnTo>
                  <a:pt x="232" y="114"/>
                </a:lnTo>
                <a:lnTo>
                  <a:pt x="232" y="113"/>
                </a:lnTo>
                <a:lnTo>
                  <a:pt x="232" y="112"/>
                </a:lnTo>
                <a:lnTo>
                  <a:pt x="232" y="111"/>
                </a:lnTo>
                <a:lnTo>
                  <a:pt x="231" y="110"/>
                </a:lnTo>
                <a:lnTo>
                  <a:pt x="231" y="109"/>
                </a:lnTo>
                <a:lnTo>
                  <a:pt x="232" y="109"/>
                </a:lnTo>
                <a:lnTo>
                  <a:pt x="232" y="108"/>
                </a:lnTo>
                <a:lnTo>
                  <a:pt x="232" y="107"/>
                </a:lnTo>
                <a:lnTo>
                  <a:pt x="232" y="106"/>
                </a:lnTo>
                <a:lnTo>
                  <a:pt x="232" y="105"/>
                </a:lnTo>
                <a:lnTo>
                  <a:pt x="231" y="105"/>
                </a:lnTo>
                <a:lnTo>
                  <a:pt x="230" y="105"/>
                </a:lnTo>
                <a:lnTo>
                  <a:pt x="229" y="105"/>
                </a:lnTo>
                <a:lnTo>
                  <a:pt x="229" y="104"/>
                </a:lnTo>
                <a:lnTo>
                  <a:pt x="229" y="103"/>
                </a:lnTo>
                <a:lnTo>
                  <a:pt x="229" y="102"/>
                </a:lnTo>
                <a:lnTo>
                  <a:pt x="228" y="101"/>
                </a:lnTo>
                <a:lnTo>
                  <a:pt x="228" y="100"/>
                </a:lnTo>
                <a:lnTo>
                  <a:pt x="228" y="99"/>
                </a:lnTo>
                <a:lnTo>
                  <a:pt x="228" y="98"/>
                </a:lnTo>
                <a:lnTo>
                  <a:pt x="227" y="97"/>
                </a:lnTo>
                <a:lnTo>
                  <a:pt x="228" y="97"/>
                </a:lnTo>
                <a:lnTo>
                  <a:pt x="228" y="96"/>
                </a:lnTo>
                <a:lnTo>
                  <a:pt x="229" y="96"/>
                </a:lnTo>
                <a:lnTo>
                  <a:pt x="230" y="96"/>
                </a:lnTo>
                <a:lnTo>
                  <a:pt x="231" y="96"/>
                </a:lnTo>
                <a:lnTo>
                  <a:pt x="230" y="95"/>
                </a:lnTo>
                <a:lnTo>
                  <a:pt x="231" y="95"/>
                </a:lnTo>
                <a:lnTo>
                  <a:pt x="231" y="94"/>
                </a:lnTo>
                <a:lnTo>
                  <a:pt x="231" y="93"/>
                </a:lnTo>
                <a:lnTo>
                  <a:pt x="232" y="92"/>
                </a:lnTo>
                <a:lnTo>
                  <a:pt x="232" y="91"/>
                </a:lnTo>
                <a:lnTo>
                  <a:pt x="233" y="90"/>
                </a:lnTo>
                <a:lnTo>
                  <a:pt x="234" y="90"/>
                </a:lnTo>
                <a:lnTo>
                  <a:pt x="236" y="90"/>
                </a:lnTo>
                <a:lnTo>
                  <a:pt x="237" y="89"/>
                </a:lnTo>
                <a:lnTo>
                  <a:pt x="237" y="88"/>
                </a:lnTo>
                <a:lnTo>
                  <a:pt x="237" y="87"/>
                </a:lnTo>
                <a:lnTo>
                  <a:pt x="236" y="86"/>
                </a:lnTo>
                <a:lnTo>
                  <a:pt x="237" y="86"/>
                </a:lnTo>
                <a:lnTo>
                  <a:pt x="237" y="85"/>
                </a:lnTo>
                <a:lnTo>
                  <a:pt x="236" y="85"/>
                </a:lnTo>
                <a:lnTo>
                  <a:pt x="237" y="85"/>
                </a:lnTo>
                <a:lnTo>
                  <a:pt x="237" y="84"/>
                </a:lnTo>
                <a:lnTo>
                  <a:pt x="238" y="84"/>
                </a:lnTo>
                <a:lnTo>
                  <a:pt x="239" y="83"/>
                </a:lnTo>
                <a:lnTo>
                  <a:pt x="240" y="83"/>
                </a:lnTo>
                <a:lnTo>
                  <a:pt x="240" y="84"/>
                </a:lnTo>
                <a:lnTo>
                  <a:pt x="241" y="84"/>
                </a:lnTo>
                <a:lnTo>
                  <a:pt x="242" y="84"/>
                </a:lnTo>
                <a:lnTo>
                  <a:pt x="243" y="84"/>
                </a:lnTo>
                <a:lnTo>
                  <a:pt x="244" y="83"/>
                </a:lnTo>
                <a:lnTo>
                  <a:pt x="246" y="83"/>
                </a:lnTo>
                <a:lnTo>
                  <a:pt x="247" y="82"/>
                </a:lnTo>
                <a:lnTo>
                  <a:pt x="248" y="81"/>
                </a:lnTo>
                <a:lnTo>
                  <a:pt x="248" y="80"/>
                </a:lnTo>
                <a:lnTo>
                  <a:pt x="248" y="81"/>
                </a:lnTo>
                <a:lnTo>
                  <a:pt x="248" y="80"/>
                </a:lnTo>
                <a:lnTo>
                  <a:pt x="249" y="80"/>
                </a:lnTo>
                <a:lnTo>
                  <a:pt x="249" y="79"/>
                </a:lnTo>
                <a:lnTo>
                  <a:pt x="250" y="79"/>
                </a:lnTo>
                <a:lnTo>
                  <a:pt x="250" y="80"/>
                </a:lnTo>
                <a:lnTo>
                  <a:pt x="251" y="80"/>
                </a:lnTo>
                <a:lnTo>
                  <a:pt x="251" y="81"/>
                </a:lnTo>
                <a:lnTo>
                  <a:pt x="251" y="80"/>
                </a:lnTo>
                <a:lnTo>
                  <a:pt x="252" y="80"/>
                </a:lnTo>
                <a:lnTo>
                  <a:pt x="252" y="81"/>
                </a:lnTo>
                <a:lnTo>
                  <a:pt x="251" y="82"/>
                </a:lnTo>
                <a:lnTo>
                  <a:pt x="251" y="83"/>
                </a:lnTo>
                <a:lnTo>
                  <a:pt x="251" y="84"/>
                </a:lnTo>
                <a:lnTo>
                  <a:pt x="251" y="85"/>
                </a:lnTo>
                <a:lnTo>
                  <a:pt x="252" y="86"/>
                </a:lnTo>
                <a:lnTo>
                  <a:pt x="253" y="86"/>
                </a:lnTo>
                <a:lnTo>
                  <a:pt x="254" y="86"/>
                </a:lnTo>
                <a:lnTo>
                  <a:pt x="256" y="87"/>
                </a:lnTo>
                <a:lnTo>
                  <a:pt x="257" y="88"/>
                </a:lnTo>
                <a:lnTo>
                  <a:pt x="257" y="89"/>
                </a:lnTo>
                <a:lnTo>
                  <a:pt x="258" y="89"/>
                </a:lnTo>
                <a:lnTo>
                  <a:pt x="258" y="90"/>
                </a:lnTo>
                <a:lnTo>
                  <a:pt x="259" y="90"/>
                </a:lnTo>
                <a:lnTo>
                  <a:pt x="260" y="90"/>
                </a:lnTo>
                <a:lnTo>
                  <a:pt x="260" y="91"/>
                </a:lnTo>
                <a:lnTo>
                  <a:pt x="260" y="90"/>
                </a:lnTo>
                <a:lnTo>
                  <a:pt x="260" y="91"/>
                </a:lnTo>
                <a:lnTo>
                  <a:pt x="260" y="92"/>
                </a:lnTo>
                <a:lnTo>
                  <a:pt x="260" y="93"/>
                </a:lnTo>
                <a:lnTo>
                  <a:pt x="260" y="94"/>
                </a:lnTo>
                <a:lnTo>
                  <a:pt x="261" y="94"/>
                </a:lnTo>
                <a:lnTo>
                  <a:pt x="261" y="95"/>
                </a:lnTo>
                <a:lnTo>
                  <a:pt x="260" y="95"/>
                </a:lnTo>
                <a:lnTo>
                  <a:pt x="260" y="96"/>
                </a:lnTo>
                <a:lnTo>
                  <a:pt x="260" y="97"/>
                </a:lnTo>
                <a:lnTo>
                  <a:pt x="259" y="97"/>
                </a:lnTo>
                <a:lnTo>
                  <a:pt x="258" y="97"/>
                </a:lnTo>
                <a:lnTo>
                  <a:pt x="258" y="98"/>
                </a:lnTo>
                <a:lnTo>
                  <a:pt x="258" y="99"/>
                </a:lnTo>
                <a:lnTo>
                  <a:pt x="258" y="100"/>
                </a:lnTo>
                <a:lnTo>
                  <a:pt x="259" y="100"/>
                </a:lnTo>
                <a:lnTo>
                  <a:pt x="260" y="100"/>
                </a:lnTo>
                <a:lnTo>
                  <a:pt x="262" y="100"/>
                </a:lnTo>
                <a:lnTo>
                  <a:pt x="262" y="101"/>
                </a:lnTo>
                <a:lnTo>
                  <a:pt x="263" y="101"/>
                </a:lnTo>
                <a:lnTo>
                  <a:pt x="264" y="101"/>
                </a:lnTo>
                <a:lnTo>
                  <a:pt x="264" y="100"/>
                </a:lnTo>
                <a:lnTo>
                  <a:pt x="265" y="100"/>
                </a:lnTo>
                <a:lnTo>
                  <a:pt x="266" y="100"/>
                </a:lnTo>
                <a:lnTo>
                  <a:pt x="266" y="101"/>
                </a:lnTo>
                <a:lnTo>
                  <a:pt x="266" y="102"/>
                </a:lnTo>
                <a:lnTo>
                  <a:pt x="267" y="102"/>
                </a:lnTo>
                <a:lnTo>
                  <a:pt x="268" y="102"/>
                </a:lnTo>
                <a:lnTo>
                  <a:pt x="269" y="102"/>
                </a:lnTo>
                <a:lnTo>
                  <a:pt x="268" y="102"/>
                </a:lnTo>
                <a:lnTo>
                  <a:pt x="268" y="104"/>
                </a:lnTo>
                <a:lnTo>
                  <a:pt x="267" y="105"/>
                </a:lnTo>
                <a:lnTo>
                  <a:pt x="267" y="106"/>
                </a:lnTo>
                <a:lnTo>
                  <a:pt x="267" y="107"/>
                </a:lnTo>
                <a:lnTo>
                  <a:pt x="268" y="107"/>
                </a:lnTo>
                <a:lnTo>
                  <a:pt x="269" y="108"/>
                </a:lnTo>
                <a:lnTo>
                  <a:pt x="268" y="108"/>
                </a:lnTo>
                <a:lnTo>
                  <a:pt x="268" y="109"/>
                </a:lnTo>
                <a:lnTo>
                  <a:pt x="268" y="110"/>
                </a:lnTo>
                <a:lnTo>
                  <a:pt x="269" y="111"/>
                </a:lnTo>
                <a:lnTo>
                  <a:pt x="269" y="112"/>
                </a:lnTo>
                <a:lnTo>
                  <a:pt x="269" y="113"/>
                </a:lnTo>
                <a:lnTo>
                  <a:pt x="270" y="113"/>
                </a:lnTo>
                <a:lnTo>
                  <a:pt x="271" y="113"/>
                </a:lnTo>
                <a:lnTo>
                  <a:pt x="272" y="112"/>
                </a:lnTo>
                <a:lnTo>
                  <a:pt x="273" y="112"/>
                </a:lnTo>
                <a:lnTo>
                  <a:pt x="273" y="111"/>
                </a:lnTo>
                <a:lnTo>
                  <a:pt x="274" y="111"/>
                </a:lnTo>
                <a:lnTo>
                  <a:pt x="274" y="112"/>
                </a:lnTo>
                <a:lnTo>
                  <a:pt x="274" y="113"/>
                </a:lnTo>
                <a:lnTo>
                  <a:pt x="274" y="114"/>
                </a:lnTo>
                <a:lnTo>
                  <a:pt x="274" y="115"/>
                </a:lnTo>
                <a:lnTo>
                  <a:pt x="274" y="116"/>
                </a:lnTo>
                <a:lnTo>
                  <a:pt x="273" y="117"/>
                </a:lnTo>
                <a:lnTo>
                  <a:pt x="273" y="118"/>
                </a:lnTo>
                <a:lnTo>
                  <a:pt x="273" y="120"/>
                </a:lnTo>
                <a:lnTo>
                  <a:pt x="275" y="120"/>
                </a:lnTo>
                <a:lnTo>
                  <a:pt x="276" y="120"/>
                </a:lnTo>
                <a:lnTo>
                  <a:pt x="277" y="120"/>
                </a:lnTo>
                <a:lnTo>
                  <a:pt x="278" y="119"/>
                </a:lnTo>
                <a:lnTo>
                  <a:pt x="279" y="119"/>
                </a:lnTo>
                <a:lnTo>
                  <a:pt x="279" y="118"/>
                </a:lnTo>
                <a:lnTo>
                  <a:pt x="282" y="116"/>
                </a:lnTo>
                <a:lnTo>
                  <a:pt x="283" y="116"/>
                </a:lnTo>
                <a:lnTo>
                  <a:pt x="284" y="116"/>
                </a:lnTo>
                <a:lnTo>
                  <a:pt x="284" y="115"/>
                </a:lnTo>
                <a:lnTo>
                  <a:pt x="285" y="115"/>
                </a:lnTo>
                <a:lnTo>
                  <a:pt x="286" y="115"/>
                </a:lnTo>
                <a:lnTo>
                  <a:pt x="286" y="114"/>
                </a:lnTo>
                <a:lnTo>
                  <a:pt x="286" y="113"/>
                </a:lnTo>
                <a:lnTo>
                  <a:pt x="286" y="112"/>
                </a:lnTo>
                <a:lnTo>
                  <a:pt x="287" y="112"/>
                </a:lnTo>
                <a:lnTo>
                  <a:pt x="286" y="112"/>
                </a:lnTo>
                <a:lnTo>
                  <a:pt x="287" y="111"/>
                </a:lnTo>
                <a:lnTo>
                  <a:pt x="287" y="110"/>
                </a:lnTo>
                <a:lnTo>
                  <a:pt x="288" y="110"/>
                </a:lnTo>
                <a:lnTo>
                  <a:pt x="289" y="110"/>
                </a:lnTo>
                <a:lnTo>
                  <a:pt x="289" y="109"/>
                </a:lnTo>
                <a:lnTo>
                  <a:pt x="290" y="109"/>
                </a:lnTo>
                <a:lnTo>
                  <a:pt x="291" y="109"/>
                </a:lnTo>
                <a:lnTo>
                  <a:pt x="291" y="110"/>
                </a:lnTo>
                <a:lnTo>
                  <a:pt x="290" y="111"/>
                </a:lnTo>
                <a:lnTo>
                  <a:pt x="289" y="111"/>
                </a:lnTo>
                <a:lnTo>
                  <a:pt x="290" y="111"/>
                </a:lnTo>
                <a:lnTo>
                  <a:pt x="290" y="112"/>
                </a:lnTo>
                <a:lnTo>
                  <a:pt x="291" y="113"/>
                </a:lnTo>
                <a:lnTo>
                  <a:pt x="291" y="114"/>
                </a:lnTo>
                <a:lnTo>
                  <a:pt x="291" y="115"/>
                </a:lnTo>
                <a:lnTo>
                  <a:pt x="290" y="115"/>
                </a:lnTo>
                <a:lnTo>
                  <a:pt x="290" y="116"/>
                </a:lnTo>
                <a:lnTo>
                  <a:pt x="291" y="116"/>
                </a:lnTo>
                <a:lnTo>
                  <a:pt x="290" y="116"/>
                </a:lnTo>
                <a:lnTo>
                  <a:pt x="290" y="117"/>
                </a:lnTo>
                <a:lnTo>
                  <a:pt x="291" y="117"/>
                </a:lnTo>
                <a:lnTo>
                  <a:pt x="292" y="117"/>
                </a:lnTo>
                <a:lnTo>
                  <a:pt x="292" y="118"/>
                </a:lnTo>
                <a:lnTo>
                  <a:pt x="292" y="119"/>
                </a:lnTo>
                <a:lnTo>
                  <a:pt x="293" y="119"/>
                </a:lnTo>
                <a:lnTo>
                  <a:pt x="294" y="119"/>
                </a:lnTo>
                <a:lnTo>
                  <a:pt x="293" y="119"/>
                </a:lnTo>
                <a:lnTo>
                  <a:pt x="293" y="120"/>
                </a:lnTo>
                <a:lnTo>
                  <a:pt x="294" y="120"/>
                </a:lnTo>
                <a:lnTo>
                  <a:pt x="293" y="120"/>
                </a:lnTo>
                <a:lnTo>
                  <a:pt x="293" y="121"/>
                </a:lnTo>
                <a:lnTo>
                  <a:pt x="292" y="121"/>
                </a:lnTo>
                <a:lnTo>
                  <a:pt x="292" y="122"/>
                </a:lnTo>
                <a:lnTo>
                  <a:pt x="293" y="122"/>
                </a:lnTo>
                <a:lnTo>
                  <a:pt x="293" y="121"/>
                </a:lnTo>
                <a:lnTo>
                  <a:pt x="294" y="121"/>
                </a:lnTo>
                <a:lnTo>
                  <a:pt x="294" y="120"/>
                </a:lnTo>
                <a:lnTo>
                  <a:pt x="295" y="120"/>
                </a:lnTo>
                <a:lnTo>
                  <a:pt x="295" y="119"/>
                </a:lnTo>
                <a:lnTo>
                  <a:pt x="296" y="119"/>
                </a:lnTo>
                <a:lnTo>
                  <a:pt x="297" y="118"/>
                </a:lnTo>
                <a:lnTo>
                  <a:pt x="297" y="117"/>
                </a:lnTo>
                <a:lnTo>
                  <a:pt x="298" y="117"/>
                </a:lnTo>
                <a:lnTo>
                  <a:pt x="299" y="117"/>
                </a:lnTo>
                <a:lnTo>
                  <a:pt x="299" y="118"/>
                </a:lnTo>
                <a:lnTo>
                  <a:pt x="300" y="119"/>
                </a:lnTo>
                <a:lnTo>
                  <a:pt x="299" y="119"/>
                </a:lnTo>
                <a:lnTo>
                  <a:pt x="299" y="120"/>
                </a:lnTo>
                <a:lnTo>
                  <a:pt x="299" y="121"/>
                </a:lnTo>
                <a:lnTo>
                  <a:pt x="299" y="122"/>
                </a:lnTo>
                <a:lnTo>
                  <a:pt x="300" y="123"/>
                </a:lnTo>
                <a:lnTo>
                  <a:pt x="301" y="124"/>
                </a:lnTo>
                <a:lnTo>
                  <a:pt x="301" y="125"/>
                </a:lnTo>
                <a:lnTo>
                  <a:pt x="301" y="126"/>
                </a:lnTo>
                <a:lnTo>
                  <a:pt x="302" y="126"/>
                </a:lnTo>
                <a:lnTo>
                  <a:pt x="302" y="127"/>
                </a:lnTo>
                <a:lnTo>
                  <a:pt x="301" y="127"/>
                </a:lnTo>
                <a:lnTo>
                  <a:pt x="300" y="128"/>
                </a:lnTo>
                <a:lnTo>
                  <a:pt x="300" y="129"/>
                </a:lnTo>
                <a:lnTo>
                  <a:pt x="299" y="129"/>
                </a:lnTo>
                <a:lnTo>
                  <a:pt x="299" y="130"/>
                </a:lnTo>
                <a:lnTo>
                  <a:pt x="300" y="130"/>
                </a:lnTo>
                <a:lnTo>
                  <a:pt x="300" y="129"/>
                </a:lnTo>
                <a:lnTo>
                  <a:pt x="301" y="129"/>
                </a:lnTo>
                <a:lnTo>
                  <a:pt x="301" y="130"/>
                </a:lnTo>
                <a:lnTo>
                  <a:pt x="302" y="130"/>
                </a:lnTo>
                <a:lnTo>
                  <a:pt x="303" y="129"/>
                </a:lnTo>
                <a:lnTo>
                  <a:pt x="304" y="129"/>
                </a:lnTo>
                <a:lnTo>
                  <a:pt x="305" y="129"/>
                </a:lnTo>
                <a:lnTo>
                  <a:pt x="306" y="129"/>
                </a:lnTo>
                <a:lnTo>
                  <a:pt x="306" y="130"/>
                </a:lnTo>
                <a:lnTo>
                  <a:pt x="307" y="129"/>
                </a:lnTo>
                <a:lnTo>
                  <a:pt x="308" y="129"/>
                </a:lnTo>
                <a:lnTo>
                  <a:pt x="309" y="129"/>
                </a:lnTo>
                <a:lnTo>
                  <a:pt x="309" y="128"/>
                </a:lnTo>
                <a:lnTo>
                  <a:pt x="309" y="127"/>
                </a:lnTo>
                <a:lnTo>
                  <a:pt x="310" y="127"/>
                </a:lnTo>
                <a:lnTo>
                  <a:pt x="311" y="127"/>
                </a:lnTo>
                <a:lnTo>
                  <a:pt x="312" y="126"/>
                </a:lnTo>
                <a:lnTo>
                  <a:pt x="313" y="126"/>
                </a:lnTo>
                <a:lnTo>
                  <a:pt x="314" y="125"/>
                </a:lnTo>
                <a:lnTo>
                  <a:pt x="315" y="125"/>
                </a:lnTo>
                <a:lnTo>
                  <a:pt x="316" y="124"/>
                </a:lnTo>
                <a:lnTo>
                  <a:pt x="317" y="124"/>
                </a:lnTo>
                <a:lnTo>
                  <a:pt x="317" y="123"/>
                </a:lnTo>
                <a:lnTo>
                  <a:pt x="318" y="124"/>
                </a:lnTo>
                <a:lnTo>
                  <a:pt x="318" y="123"/>
                </a:lnTo>
                <a:lnTo>
                  <a:pt x="319" y="123"/>
                </a:lnTo>
                <a:lnTo>
                  <a:pt x="320" y="123"/>
                </a:lnTo>
                <a:lnTo>
                  <a:pt x="320" y="122"/>
                </a:lnTo>
                <a:lnTo>
                  <a:pt x="321" y="122"/>
                </a:lnTo>
                <a:lnTo>
                  <a:pt x="321" y="121"/>
                </a:lnTo>
                <a:lnTo>
                  <a:pt x="321" y="122"/>
                </a:lnTo>
                <a:lnTo>
                  <a:pt x="322" y="122"/>
                </a:lnTo>
                <a:lnTo>
                  <a:pt x="323" y="122"/>
                </a:lnTo>
                <a:lnTo>
                  <a:pt x="323" y="121"/>
                </a:lnTo>
                <a:lnTo>
                  <a:pt x="324" y="121"/>
                </a:lnTo>
                <a:lnTo>
                  <a:pt x="326" y="121"/>
                </a:lnTo>
                <a:lnTo>
                  <a:pt x="327" y="121"/>
                </a:lnTo>
                <a:lnTo>
                  <a:pt x="328" y="122"/>
                </a:lnTo>
                <a:lnTo>
                  <a:pt x="329" y="121"/>
                </a:lnTo>
                <a:lnTo>
                  <a:pt x="330" y="121"/>
                </a:lnTo>
                <a:lnTo>
                  <a:pt x="330" y="120"/>
                </a:lnTo>
                <a:lnTo>
                  <a:pt x="331" y="120"/>
                </a:lnTo>
                <a:lnTo>
                  <a:pt x="331" y="119"/>
                </a:lnTo>
                <a:lnTo>
                  <a:pt x="332" y="119"/>
                </a:lnTo>
                <a:lnTo>
                  <a:pt x="332" y="118"/>
                </a:lnTo>
                <a:lnTo>
                  <a:pt x="333" y="118"/>
                </a:lnTo>
                <a:lnTo>
                  <a:pt x="333" y="117"/>
                </a:lnTo>
                <a:lnTo>
                  <a:pt x="333" y="116"/>
                </a:lnTo>
                <a:lnTo>
                  <a:pt x="333" y="115"/>
                </a:lnTo>
                <a:lnTo>
                  <a:pt x="333" y="114"/>
                </a:lnTo>
                <a:lnTo>
                  <a:pt x="334" y="114"/>
                </a:lnTo>
                <a:lnTo>
                  <a:pt x="334" y="113"/>
                </a:lnTo>
                <a:lnTo>
                  <a:pt x="333" y="113"/>
                </a:lnTo>
                <a:lnTo>
                  <a:pt x="333" y="112"/>
                </a:lnTo>
                <a:lnTo>
                  <a:pt x="334" y="111"/>
                </a:lnTo>
                <a:lnTo>
                  <a:pt x="334" y="110"/>
                </a:lnTo>
                <a:lnTo>
                  <a:pt x="334" y="109"/>
                </a:lnTo>
                <a:lnTo>
                  <a:pt x="335" y="109"/>
                </a:lnTo>
                <a:lnTo>
                  <a:pt x="335" y="108"/>
                </a:lnTo>
                <a:lnTo>
                  <a:pt x="334" y="107"/>
                </a:lnTo>
                <a:lnTo>
                  <a:pt x="334" y="106"/>
                </a:lnTo>
                <a:lnTo>
                  <a:pt x="334" y="105"/>
                </a:lnTo>
                <a:lnTo>
                  <a:pt x="335" y="104"/>
                </a:lnTo>
                <a:lnTo>
                  <a:pt x="335" y="103"/>
                </a:lnTo>
                <a:lnTo>
                  <a:pt x="334" y="103"/>
                </a:lnTo>
                <a:lnTo>
                  <a:pt x="334" y="102"/>
                </a:lnTo>
                <a:lnTo>
                  <a:pt x="333" y="102"/>
                </a:lnTo>
                <a:lnTo>
                  <a:pt x="334" y="101"/>
                </a:lnTo>
                <a:lnTo>
                  <a:pt x="335" y="101"/>
                </a:lnTo>
                <a:lnTo>
                  <a:pt x="337" y="102"/>
                </a:lnTo>
                <a:lnTo>
                  <a:pt x="338" y="101"/>
                </a:lnTo>
                <a:lnTo>
                  <a:pt x="338" y="100"/>
                </a:lnTo>
                <a:lnTo>
                  <a:pt x="337" y="99"/>
                </a:lnTo>
                <a:lnTo>
                  <a:pt x="338" y="99"/>
                </a:lnTo>
                <a:lnTo>
                  <a:pt x="337" y="98"/>
                </a:lnTo>
                <a:lnTo>
                  <a:pt x="336" y="98"/>
                </a:lnTo>
                <a:lnTo>
                  <a:pt x="335" y="98"/>
                </a:lnTo>
                <a:lnTo>
                  <a:pt x="335" y="97"/>
                </a:lnTo>
                <a:lnTo>
                  <a:pt x="336" y="96"/>
                </a:lnTo>
                <a:lnTo>
                  <a:pt x="337" y="95"/>
                </a:lnTo>
                <a:lnTo>
                  <a:pt x="338" y="95"/>
                </a:lnTo>
                <a:lnTo>
                  <a:pt x="340" y="96"/>
                </a:lnTo>
                <a:lnTo>
                  <a:pt x="340" y="95"/>
                </a:lnTo>
                <a:lnTo>
                  <a:pt x="341" y="95"/>
                </a:lnTo>
                <a:lnTo>
                  <a:pt x="341" y="96"/>
                </a:lnTo>
                <a:lnTo>
                  <a:pt x="341" y="97"/>
                </a:lnTo>
                <a:lnTo>
                  <a:pt x="341" y="98"/>
                </a:lnTo>
                <a:lnTo>
                  <a:pt x="342" y="98"/>
                </a:lnTo>
                <a:lnTo>
                  <a:pt x="343" y="98"/>
                </a:lnTo>
                <a:lnTo>
                  <a:pt x="343" y="97"/>
                </a:lnTo>
                <a:lnTo>
                  <a:pt x="343" y="96"/>
                </a:lnTo>
                <a:lnTo>
                  <a:pt x="342" y="96"/>
                </a:lnTo>
                <a:lnTo>
                  <a:pt x="342" y="95"/>
                </a:lnTo>
                <a:lnTo>
                  <a:pt x="342" y="94"/>
                </a:lnTo>
                <a:lnTo>
                  <a:pt x="343" y="94"/>
                </a:lnTo>
                <a:lnTo>
                  <a:pt x="344" y="94"/>
                </a:lnTo>
                <a:lnTo>
                  <a:pt x="344" y="93"/>
                </a:lnTo>
                <a:lnTo>
                  <a:pt x="346" y="93"/>
                </a:lnTo>
                <a:lnTo>
                  <a:pt x="347" y="93"/>
                </a:lnTo>
                <a:lnTo>
                  <a:pt x="347" y="92"/>
                </a:lnTo>
                <a:lnTo>
                  <a:pt x="348" y="92"/>
                </a:lnTo>
                <a:lnTo>
                  <a:pt x="347" y="92"/>
                </a:lnTo>
                <a:lnTo>
                  <a:pt x="347" y="91"/>
                </a:lnTo>
                <a:lnTo>
                  <a:pt x="348" y="90"/>
                </a:lnTo>
                <a:lnTo>
                  <a:pt x="348" y="89"/>
                </a:lnTo>
                <a:lnTo>
                  <a:pt x="348" y="88"/>
                </a:lnTo>
                <a:lnTo>
                  <a:pt x="349" y="88"/>
                </a:lnTo>
                <a:lnTo>
                  <a:pt x="351" y="87"/>
                </a:lnTo>
                <a:lnTo>
                  <a:pt x="352" y="87"/>
                </a:lnTo>
                <a:lnTo>
                  <a:pt x="352" y="88"/>
                </a:lnTo>
                <a:lnTo>
                  <a:pt x="353" y="89"/>
                </a:lnTo>
                <a:lnTo>
                  <a:pt x="354" y="90"/>
                </a:lnTo>
                <a:lnTo>
                  <a:pt x="356" y="91"/>
                </a:lnTo>
                <a:lnTo>
                  <a:pt x="357" y="91"/>
                </a:lnTo>
                <a:lnTo>
                  <a:pt x="357" y="92"/>
                </a:lnTo>
                <a:lnTo>
                  <a:pt x="358" y="93"/>
                </a:lnTo>
                <a:lnTo>
                  <a:pt x="358" y="94"/>
                </a:lnTo>
                <a:lnTo>
                  <a:pt x="358" y="96"/>
                </a:lnTo>
                <a:lnTo>
                  <a:pt x="359" y="97"/>
                </a:lnTo>
                <a:lnTo>
                  <a:pt x="360" y="97"/>
                </a:lnTo>
                <a:lnTo>
                  <a:pt x="360" y="96"/>
                </a:lnTo>
                <a:lnTo>
                  <a:pt x="361" y="96"/>
                </a:lnTo>
                <a:lnTo>
                  <a:pt x="361" y="95"/>
                </a:lnTo>
                <a:lnTo>
                  <a:pt x="363" y="95"/>
                </a:lnTo>
                <a:lnTo>
                  <a:pt x="364" y="95"/>
                </a:lnTo>
                <a:lnTo>
                  <a:pt x="365" y="95"/>
                </a:lnTo>
                <a:lnTo>
                  <a:pt x="365" y="96"/>
                </a:lnTo>
                <a:lnTo>
                  <a:pt x="366" y="96"/>
                </a:lnTo>
                <a:lnTo>
                  <a:pt x="367" y="98"/>
                </a:lnTo>
                <a:lnTo>
                  <a:pt x="367" y="99"/>
                </a:lnTo>
                <a:lnTo>
                  <a:pt x="368" y="99"/>
                </a:lnTo>
                <a:lnTo>
                  <a:pt x="369" y="100"/>
                </a:lnTo>
                <a:lnTo>
                  <a:pt x="370" y="100"/>
                </a:lnTo>
                <a:lnTo>
                  <a:pt x="371" y="101"/>
                </a:lnTo>
                <a:lnTo>
                  <a:pt x="372" y="102"/>
                </a:lnTo>
                <a:lnTo>
                  <a:pt x="372" y="103"/>
                </a:lnTo>
                <a:lnTo>
                  <a:pt x="371" y="103"/>
                </a:lnTo>
                <a:lnTo>
                  <a:pt x="372" y="104"/>
                </a:lnTo>
                <a:lnTo>
                  <a:pt x="373" y="104"/>
                </a:lnTo>
                <a:lnTo>
                  <a:pt x="374" y="106"/>
                </a:lnTo>
                <a:lnTo>
                  <a:pt x="374" y="107"/>
                </a:lnTo>
                <a:lnTo>
                  <a:pt x="374" y="108"/>
                </a:lnTo>
                <a:lnTo>
                  <a:pt x="375" y="109"/>
                </a:lnTo>
                <a:lnTo>
                  <a:pt x="376" y="110"/>
                </a:lnTo>
                <a:lnTo>
                  <a:pt x="377" y="110"/>
                </a:lnTo>
                <a:lnTo>
                  <a:pt x="377" y="108"/>
                </a:lnTo>
                <a:lnTo>
                  <a:pt x="377" y="107"/>
                </a:lnTo>
                <a:lnTo>
                  <a:pt x="377" y="106"/>
                </a:lnTo>
                <a:lnTo>
                  <a:pt x="376" y="105"/>
                </a:lnTo>
                <a:lnTo>
                  <a:pt x="376" y="104"/>
                </a:lnTo>
                <a:lnTo>
                  <a:pt x="377" y="104"/>
                </a:lnTo>
                <a:lnTo>
                  <a:pt x="377" y="103"/>
                </a:lnTo>
                <a:lnTo>
                  <a:pt x="376" y="102"/>
                </a:lnTo>
                <a:lnTo>
                  <a:pt x="376" y="101"/>
                </a:lnTo>
                <a:lnTo>
                  <a:pt x="376" y="100"/>
                </a:lnTo>
                <a:lnTo>
                  <a:pt x="375" y="100"/>
                </a:lnTo>
                <a:lnTo>
                  <a:pt x="374" y="100"/>
                </a:lnTo>
                <a:lnTo>
                  <a:pt x="374" y="99"/>
                </a:lnTo>
                <a:lnTo>
                  <a:pt x="374" y="98"/>
                </a:lnTo>
                <a:lnTo>
                  <a:pt x="375" y="97"/>
                </a:lnTo>
                <a:lnTo>
                  <a:pt x="374" y="97"/>
                </a:lnTo>
                <a:lnTo>
                  <a:pt x="374" y="96"/>
                </a:lnTo>
                <a:lnTo>
                  <a:pt x="375" y="95"/>
                </a:lnTo>
                <a:lnTo>
                  <a:pt x="376" y="93"/>
                </a:lnTo>
                <a:lnTo>
                  <a:pt x="377" y="94"/>
                </a:lnTo>
                <a:lnTo>
                  <a:pt x="378" y="94"/>
                </a:lnTo>
                <a:lnTo>
                  <a:pt x="378" y="93"/>
                </a:lnTo>
                <a:lnTo>
                  <a:pt x="377" y="93"/>
                </a:lnTo>
                <a:lnTo>
                  <a:pt x="376" y="92"/>
                </a:lnTo>
                <a:lnTo>
                  <a:pt x="376" y="91"/>
                </a:lnTo>
                <a:lnTo>
                  <a:pt x="377" y="91"/>
                </a:lnTo>
                <a:lnTo>
                  <a:pt x="377" y="90"/>
                </a:lnTo>
                <a:lnTo>
                  <a:pt x="378" y="89"/>
                </a:lnTo>
                <a:lnTo>
                  <a:pt x="378" y="88"/>
                </a:lnTo>
                <a:lnTo>
                  <a:pt x="379" y="88"/>
                </a:lnTo>
                <a:lnTo>
                  <a:pt x="380" y="88"/>
                </a:lnTo>
                <a:lnTo>
                  <a:pt x="381" y="87"/>
                </a:lnTo>
                <a:lnTo>
                  <a:pt x="382" y="88"/>
                </a:lnTo>
                <a:lnTo>
                  <a:pt x="383" y="89"/>
                </a:lnTo>
                <a:lnTo>
                  <a:pt x="383" y="88"/>
                </a:lnTo>
                <a:lnTo>
                  <a:pt x="383" y="87"/>
                </a:lnTo>
                <a:lnTo>
                  <a:pt x="382" y="87"/>
                </a:lnTo>
                <a:lnTo>
                  <a:pt x="381" y="86"/>
                </a:lnTo>
                <a:lnTo>
                  <a:pt x="381" y="85"/>
                </a:lnTo>
                <a:lnTo>
                  <a:pt x="380" y="85"/>
                </a:lnTo>
                <a:lnTo>
                  <a:pt x="380" y="84"/>
                </a:lnTo>
                <a:lnTo>
                  <a:pt x="380" y="83"/>
                </a:lnTo>
                <a:lnTo>
                  <a:pt x="380" y="82"/>
                </a:lnTo>
                <a:lnTo>
                  <a:pt x="381" y="81"/>
                </a:lnTo>
                <a:lnTo>
                  <a:pt x="382" y="81"/>
                </a:lnTo>
                <a:lnTo>
                  <a:pt x="382" y="82"/>
                </a:lnTo>
                <a:lnTo>
                  <a:pt x="383" y="82"/>
                </a:lnTo>
                <a:lnTo>
                  <a:pt x="383" y="81"/>
                </a:lnTo>
                <a:lnTo>
                  <a:pt x="383" y="80"/>
                </a:lnTo>
                <a:lnTo>
                  <a:pt x="382" y="80"/>
                </a:lnTo>
                <a:lnTo>
                  <a:pt x="382" y="79"/>
                </a:lnTo>
                <a:lnTo>
                  <a:pt x="383" y="78"/>
                </a:lnTo>
                <a:lnTo>
                  <a:pt x="384" y="78"/>
                </a:lnTo>
                <a:lnTo>
                  <a:pt x="385" y="77"/>
                </a:lnTo>
                <a:lnTo>
                  <a:pt x="386" y="77"/>
                </a:lnTo>
                <a:lnTo>
                  <a:pt x="387" y="77"/>
                </a:lnTo>
                <a:lnTo>
                  <a:pt x="388" y="77"/>
                </a:lnTo>
                <a:lnTo>
                  <a:pt x="388" y="76"/>
                </a:lnTo>
                <a:lnTo>
                  <a:pt x="389" y="77"/>
                </a:lnTo>
                <a:lnTo>
                  <a:pt x="390" y="77"/>
                </a:lnTo>
                <a:lnTo>
                  <a:pt x="391" y="78"/>
                </a:lnTo>
                <a:lnTo>
                  <a:pt x="392" y="78"/>
                </a:lnTo>
                <a:lnTo>
                  <a:pt x="391" y="79"/>
                </a:lnTo>
                <a:lnTo>
                  <a:pt x="391" y="80"/>
                </a:lnTo>
                <a:lnTo>
                  <a:pt x="392" y="81"/>
                </a:lnTo>
                <a:lnTo>
                  <a:pt x="392" y="82"/>
                </a:lnTo>
                <a:lnTo>
                  <a:pt x="392" y="83"/>
                </a:lnTo>
                <a:lnTo>
                  <a:pt x="391" y="85"/>
                </a:lnTo>
                <a:lnTo>
                  <a:pt x="392" y="85"/>
                </a:lnTo>
                <a:lnTo>
                  <a:pt x="393" y="86"/>
                </a:lnTo>
                <a:lnTo>
                  <a:pt x="393" y="87"/>
                </a:lnTo>
                <a:lnTo>
                  <a:pt x="394" y="88"/>
                </a:lnTo>
                <a:lnTo>
                  <a:pt x="394" y="87"/>
                </a:lnTo>
                <a:lnTo>
                  <a:pt x="395" y="86"/>
                </a:lnTo>
                <a:lnTo>
                  <a:pt x="396" y="86"/>
                </a:lnTo>
                <a:lnTo>
                  <a:pt x="397" y="86"/>
                </a:lnTo>
                <a:lnTo>
                  <a:pt x="397" y="85"/>
                </a:lnTo>
                <a:lnTo>
                  <a:pt x="398" y="85"/>
                </a:lnTo>
                <a:lnTo>
                  <a:pt x="399" y="85"/>
                </a:lnTo>
                <a:lnTo>
                  <a:pt x="400" y="85"/>
                </a:lnTo>
                <a:lnTo>
                  <a:pt x="401" y="85"/>
                </a:lnTo>
                <a:lnTo>
                  <a:pt x="401" y="86"/>
                </a:lnTo>
                <a:lnTo>
                  <a:pt x="402" y="86"/>
                </a:lnTo>
                <a:lnTo>
                  <a:pt x="403" y="86"/>
                </a:lnTo>
                <a:lnTo>
                  <a:pt x="404" y="86"/>
                </a:lnTo>
                <a:lnTo>
                  <a:pt x="405" y="85"/>
                </a:lnTo>
                <a:lnTo>
                  <a:pt x="406" y="85"/>
                </a:lnTo>
                <a:lnTo>
                  <a:pt x="408" y="86"/>
                </a:lnTo>
                <a:lnTo>
                  <a:pt x="408" y="87"/>
                </a:lnTo>
                <a:lnTo>
                  <a:pt x="409" y="87"/>
                </a:lnTo>
                <a:lnTo>
                  <a:pt x="410" y="87"/>
                </a:lnTo>
                <a:lnTo>
                  <a:pt x="411" y="88"/>
                </a:lnTo>
                <a:lnTo>
                  <a:pt x="412" y="89"/>
                </a:lnTo>
                <a:lnTo>
                  <a:pt x="413" y="89"/>
                </a:lnTo>
                <a:lnTo>
                  <a:pt x="414" y="89"/>
                </a:lnTo>
                <a:lnTo>
                  <a:pt x="415" y="88"/>
                </a:lnTo>
                <a:lnTo>
                  <a:pt x="416" y="88"/>
                </a:lnTo>
                <a:lnTo>
                  <a:pt x="416" y="87"/>
                </a:lnTo>
                <a:lnTo>
                  <a:pt x="417" y="86"/>
                </a:lnTo>
                <a:lnTo>
                  <a:pt x="417" y="87"/>
                </a:lnTo>
                <a:lnTo>
                  <a:pt x="418" y="87"/>
                </a:lnTo>
                <a:lnTo>
                  <a:pt x="418" y="86"/>
                </a:lnTo>
                <a:lnTo>
                  <a:pt x="419" y="86"/>
                </a:lnTo>
                <a:lnTo>
                  <a:pt x="419" y="85"/>
                </a:lnTo>
                <a:lnTo>
                  <a:pt x="418" y="85"/>
                </a:lnTo>
                <a:lnTo>
                  <a:pt x="417" y="84"/>
                </a:lnTo>
                <a:lnTo>
                  <a:pt x="416" y="84"/>
                </a:lnTo>
                <a:lnTo>
                  <a:pt x="415" y="84"/>
                </a:lnTo>
                <a:lnTo>
                  <a:pt x="415" y="83"/>
                </a:lnTo>
                <a:lnTo>
                  <a:pt x="415" y="81"/>
                </a:lnTo>
                <a:lnTo>
                  <a:pt x="415" y="80"/>
                </a:lnTo>
                <a:lnTo>
                  <a:pt x="415" y="79"/>
                </a:lnTo>
                <a:lnTo>
                  <a:pt x="415" y="78"/>
                </a:lnTo>
                <a:lnTo>
                  <a:pt x="415" y="79"/>
                </a:lnTo>
                <a:lnTo>
                  <a:pt x="414" y="78"/>
                </a:lnTo>
                <a:lnTo>
                  <a:pt x="414" y="77"/>
                </a:lnTo>
                <a:lnTo>
                  <a:pt x="414" y="75"/>
                </a:lnTo>
                <a:lnTo>
                  <a:pt x="416" y="72"/>
                </a:lnTo>
                <a:lnTo>
                  <a:pt x="417" y="71"/>
                </a:lnTo>
                <a:lnTo>
                  <a:pt x="417" y="70"/>
                </a:lnTo>
                <a:lnTo>
                  <a:pt x="417" y="69"/>
                </a:lnTo>
                <a:lnTo>
                  <a:pt x="418" y="69"/>
                </a:lnTo>
                <a:lnTo>
                  <a:pt x="418" y="68"/>
                </a:lnTo>
                <a:lnTo>
                  <a:pt x="417" y="68"/>
                </a:lnTo>
                <a:lnTo>
                  <a:pt x="416" y="67"/>
                </a:lnTo>
                <a:lnTo>
                  <a:pt x="415" y="67"/>
                </a:lnTo>
                <a:lnTo>
                  <a:pt x="416" y="66"/>
                </a:lnTo>
                <a:lnTo>
                  <a:pt x="415" y="65"/>
                </a:lnTo>
                <a:lnTo>
                  <a:pt x="415" y="66"/>
                </a:lnTo>
                <a:lnTo>
                  <a:pt x="414" y="67"/>
                </a:lnTo>
                <a:lnTo>
                  <a:pt x="414" y="68"/>
                </a:lnTo>
                <a:lnTo>
                  <a:pt x="413" y="67"/>
                </a:lnTo>
                <a:lnTo>
                  <a:pt x="411" y="66"/>
                </a:lnTo>
                <a:lnTo>
                  <a:pt x="411" y="67"/>
                </a:lnTo>
                <a:lnTo>
                  <a:pt x="411" y="68"/>
                </a:lnTo>
                <a:lnTo>
                  <a:pt x="410" y="68"/>
                </a:lnTo>
                <a:lnTo>
                  <a:pt x="409" y="68"/>
                </a:lnTo>
                <a:lnTo>
                  <a:pt x="409" y="69"/>
                </a:lnTo>
                <a:lnTo>
                  <a:pt x="408" y="70"/>
                </a:lnTo>
                <a:lnTo>
                  <a:pt x="408" y="71"/>
                </a:lnTo>
                <a:lnTo>
                  <a:pt x="407" y="71"/>
                </a:lnTo>
                <a:lnTo>
                  <a:pt x="406" y="72"/>
                </a:lnTo>
                <a:lnTo>
                  <a:pt x="405" y="72"/>
                </a:lnTo>
                <a:lnTo>
                  <a:pt x="404" y="72"/>
                </a:lnTo>
                <a:lnTo>
                  <a:pt x="403" y="72"/>
                </a:lnTo>
                <a:lnTo>
                  <a:pt x="402" y="72"/>
                </a:lnTo>
                <a:lnTo>
                  <a:pt x="401" y="71"/>
                </a:lnTo>
                <a:lnTo>
                  <a:pt x="401" y="70"/>
                </a:lnTo>
                <a:lnTo>
                  <a:pt x="401" y="69"/>
                </a:lnTo>
                <a:lnTo>
                  <a:pt x="402" y="68"/>
                </a:lnTo>
                <a:lnTo>
                  <a:pt x="403" y="67"/>
                </a:lnTo>
                <a:lnTo>
                  <a:pt x="404" y="67"/>
                </a:lnTo>
                <a:lnTo>
                  <a:pt x="405" y="66"/>
                </a:lnTo>
                <a:lnTo>
                  <a:pt x="406" y="66"/>
                </a:lnTo>
                <a:lnTo>
                  <a:pt x="406" y="67"/>
                </a:lnTo>
                <a:lnTo>
                  <a:pt x="407" y="67"/>
                </a:lnTo>
                <a:lnTo>
                  <a:pt x="407" y="66"/>
                </a:lnTo>
                <a:lnTo>
                  <a:pt x="407" y="65"/>
                </a:lnTo>
                <a:lnTo>
                  <a:pt x="408" y="65"/>
                </a:lnTo>
                <a:lnTo>
                  <a:pt x="408" y="66"/>
                </a:lnTo>
                <a:lnTo>
                  <a:pt x="409" y="66"/>
                </a:lnTo>
                <a:lnTo>
                  <a:pt x="409" y="65"/>
                </a:lnTo>
                <a:lnTo>
                  <a:pt x="409" y="64"/>
                </a:lnTo>
                <a:lnTo>
                  <a:pt x="410" y="64"/>
                </a:lnTo>
                <a:lnTo>
                  <a:pt x="411" y="64"/>
                </a:lnTo>
                <a:lnTo>
                  <a:pt x="411" y="63"/>
                </a:lnTo>
                <a:lnTo>
                  <a:pt x="410" y="63"/>
                </a:lnTo>
                <a:lnTo>
                  <a:pt x="410" y="62"/>
                </a:lnTo>
                <a:lnTo>
                  <a:pt x="412" y="61"/>
                </a:lnTo>
                <a:lnTo>
                  <a:pt x="413" y="61"/>
                </a:lnTo>
                <a:lnTo>
                  <a:pt x="414" y="61"/>
                </a:lnTo>
                <a:lnTo>
                  <a:pt x="415" y="61"/>
                </a:lnTo>
                <a:lnTo>
                  <a:pt x="416" y="61"/>
                </a:lnTo>
                <a:lnTo>
                  <a:pt x="417" y="62"/>
                </a:lnTo>
                <a:lnTo>
                  <a:pt x="418" y="62"/>
                </a:lnTo>
                <a:lnTo>
                  <a:pt x="418" y="61"/>
                </a:lnTo>
                <a:lnTo>
                  <a:pt x="419" y="59"/>
                </a:lnTo>
                <a:lnTo>
                  <a:pt x="420" y="59"/>
                </a:lnTo>
                <a:lnTo>
                  <a:pt x="421" y="59"/>
                </a:lnTo>
                <a:lnTo>
                  <a:pt x="422" y="59"/>
                </a:lnTo>
                <a:lnTo>
                  <a:pt x="423" y="59"/>
                </a:lnTo>
                <a:lnTo>
                  <a:pt x="424" y="60"/>
                </a:lnTo>
                <a:lnTo>
                  <a:pt x="424" y="62"/>
                </a:lnTo>
                <a:lnTo>
                  <a:pt x="423" y="63"/>
                </a:lnTo>
                <a:lnTo>
                  <a:pt x="423" y="64"/>
                </a:lnTo>
                <a:lnTo>
                  <a:pt x="423" y="65"/>
                </a:lnTo>
                <a:lnTo>
                  <a:pt x="424" y="66"/>
                </a:lnTo>
                <a:lnTo>
                  <a:pt x="425" y="66"/>
                </a:lnTo>
                <a:lnTo>
                  <a:pt x="425" y="65"/>
                </a:lnTo>
                <a:lnTo>
                  <a:pt x="425" y="64"/>
                </a:lnTo>
                <a:lnTo>
                  <a:pt x="426" y="64"/>
                </a:lnTo>
                <a:lnTo>
                  <a:pt x="427" y="64"/>
                </a:lnTo>
                <a:lnTo>
                  <a:pt x="428" y="63"/>
                </a:lnTo>
                <a:lnTo>
                  <a:pt x="428" y="62"/>
                </a:lnTo>
                <a:lnTo>
                  <a:pt x="427" y="62"/>
                </a:lnTo>
                <a:lnTo>
                  <a:pt x="426" y="60"/>
                </a:lnTo>
                <a:lnTo>
                  <a:pt x="426" y="59"/>
                </a:lnTo>
                <a:lnTo>
                  <a:pt x="427" y="59"/>
                </a:lnTo>
                <a:lnTo>
                  <a:pt x="428" y="59"/>
                </a:lnTo>
                <a:lnTo>
                  <a:pt x="428" y="60"/>
                </a:lnTo>
                <a:lnTo>
                  <a:pt x="429" y="60"/>
                </a:lnTo>
                <a:lnTo>
                  <a:pt x="429" y="61"/>
                </a:lnTo>
                <a:lnTo>
                  <a:pt x="429" y="62"/>
                </a:lnTo>
                <a:lnTo>
                  <a:pt x="429" y="63"/>
                </a:lnTo>
                <a:lnTo>
                  <a:pt x="428" y="63"/>
                </a:lnTo>
                <a:lnTo>
                  <a:pt x="429" y="63"/>
                </a:lnTo>
                <a:lnTo>
                  <a:pt x="429" y="64"/>
                </a:lnTo>
                <a:lnTo>
                  <a:pt x="429" y="63"/>
                </a:lnTo>
                <a:lnTo>
                  <a:pt x="429" y="64"/>
                </a:lnTo>
                <a:lnTo>
                  <a:pt x="430" y="64"/>
                </a:lnTo>
                <a:lnTo>
                  <a:pt x="430" y="66"/>
                </a:lnTo>
                <a:lnTo>
                  <a:pt x="429" y="66"/>
                </a:lnTo>
                <a:lnTo>
                  <a:pt x="430" y="66"/>
                </a:lnTo>
                <a:lnTo>
                  <a:pt x="431" y="66"/>
                </a:lnTo>
                <a:lnTo>
                  <a:pt x="432" y="66"/>
                </a:lnTo>
                <a:lnTo>
                  <a:pt x="433" y="67"/>
                </a:lnTo>
                <a:lnTo>
                  <a:pt x="434" y="68"/>
                </a:lnTo>
                <a:lnTo>
                  <a:pt x="435" y="68"/>
                </a:lnTo>
                <a:lnTo>
                  <a:pt x="436" y="68"/>
                </a:lnTo>
                <a:lnTo>
                  <a:pt x="437" y="68"/>
                </a:lnTo>
                <a:lnTo>
                  <a:pt x="439" y="68"/>
                </a:lnTo>
                <a:lnTo>
                  <a:pt x="439" y="67"/>
                </a:lnTo>
                <a:lnTo>
                  <a:pt x="440" y="67"/>
                </a:lnTo>
                <a:lnTo>
                  <a:pt x="441" y="67"/>
                </a:lnTo>
                <a:lnTo>
                  <a:pt x="442" y="67"/>
                </a:lnTo>
                <a:lnTo>
                  <a:pt x="441" y="65"/>
                </a:lnTo>
                <a:lnTo>
                  <a:pt x="441" y="64"/>
                </a:lnTo>
                <a:lnTo>
                  <a:pt x="440" y="64"/>
                </a:lnTo>
                <a:lnTo>
                  <a:pt x="440" y="63"/>
                </a:lnTo>
                <a:lnTo>
                  <a:pt x="441" y="63"/>
                </a:lnTo>
                <a:lnTo>
                  <a:pt x="441" y="62"/>
                </a:lnTo>
                <a:lnTo>
                  <a:pt x="441" y="61"/>
                </a:lnTo>
                <a:lnTo>
                  <a:pt x="441" y="60"/>
                </a:lnTo>
                <a:lnTo>
                  <a:pt x="441" y="59"/>
                </a:lnTo>
                <a:lnTo>
                  <a:pt x="441" y="58"/>
                </a:lnTo>
                <a:lnTo>
                  <a:pt x="441" y="56"/>
                </a:lnTo>
                <a:lnTo>
                  <a:pt x="442" y="56"/>
                </a:lnTo>
                <a:lnTo>
                  <a:pt x="443" y="55"/>
                </a:lnTo>
                <a:lnTo>
                  <a:pt x="444" y="55"/>
                </a:lnTo>
                <a:lnTo>
                  <a:pt x="444" y="54"/>
                </a:lnTo>
                <a:lnTo>
                  <a:pt x="446" y="53"/>
                </a:lnTo>
                <a:lnTo>
                  <a:pt x="446" y="52"/>
                </a:lnTo>
                <a:lnTo>
                  <a:pt x="446" y="51"/>
                </a:lnTo>
                <a:lnTo>
                  <a:pt x="446" y="50"/>
                </a:lnTo>
                <a:lnTo>
                  <a:pt x="446" y="49"/>
                </a:lnTo>
                <a:lnTo>
                  <a:pt x="447" y="49"/>
                </a:lnTo>
                <a:lnTo>
                  <a:pt x="449" y="48"/>
                </a:lnTo>
                <a:lnTo>
                  <a:pt x="450" y="47"/>
                </a:lnTo>
                <a:lnTo>
                  <a:pt x="450" y="44"/>
                </a:lnTo>
                <a:lnTo>
                  <a:pt x="449" y="43"/>
                </a:lnTo>
                <a:lnTo>
                  <a:pt x="448" y="43"/>
                </a:lnTo>
                <a:lnTo>
                  <a:pt x="447" y="43"/>
                </a:lnTo>
                <a:lnTo>
                  <a:pt x="448" y="43"/>
                </a:lnTo>
                <a:lnTo>
                  <a:pt x="448" y="42"/>
                </a:lnTo>
                <a:lnTo>
                  <a:pt x="449" y="42"/>
                </a:lnTo>
                <a:lnTo>
                  <a:pt x="450" y="42"/>
                </a:lnTo>
                <a:lnTo>
                  <a:pt x="450" y="41"/>
                </a:lnTo>
                <a:lnTo>
                  <a:pt x="451" y="41"/>
                </a:lnTo>
                <a:lnTo>
                  <a:pt x="451" y="40"/>
                </a:lnTo>
                <a:lnTo>
                  <a:pt x="452" y="40"/>
                </a:lnTo>
                <a:lnTo>
                  <a:pt x="452" y="39"/>
                </a:lnTo>
                <a:lnTo>
                  <a:pt x="453" y="39"/>
                </a:lnTo>
                <a:lnTo>
                  <a:pt x="454" y="38"/>
                </a:lnTo>
                <a:lnTo>
                  <a:pt x="454" y="37"/>
                </a:lnTo>
                <a:lnTo>
                  <a:pt x="454" y="36"/>
                </a:lnTo>
                <a:lnTo>
                  <a:pt x="455" y="36"/>
                </a:lnTo>
                <a:lnTo>
                  <a:pt x="455" y="37"/>
                </a:lnTo>
                <a:lnTo>
                  <a:pt x="456" y="37"/>
                </a:lnTo>
                <a:lnTo>
                  <a:pt x="456" y="38"/>
                </a:lnTo>
                <a:lnTo>
                  <a:pt x="457" y="38"/>
                </a:lnTo>
                <a:lnTo>
                  <a:pt x="457" y="39"/>
                </a:lnTo>
                <a:lnTo>
                  <a:pt x="458" y="39"/>
                </a:lnTo>
                <a:lnTo>
                  <a:pt x="459" y="40"/>
                </a:lnTo>
                <a:lnTo>
                  <a:pt x="460" y="39"/>
                </a:lnTo>
                <a:lnTo>
                  <a:pt x="460" y="38"/>
                </a:lnTo>
                <a:lnTo>
                  <a:pt x="460" y="37"/>
                </a:lnTo>
                <a:lnTo>
                  <a:pt x="461" y="37"/>
                </a:lnTo>
                <a:lnTo>
                  <a:pt x="462" y="37"/>
                </a:lnTo>
                <a:lnTo>
                  <a:pt x="462" y="38"/>
                </a:lnTo>
                <a:lnTo>
                  <a:pt x="463" y="38"/>
                </a:lnTo>
                <a:lnTo>
                  <a:pt x="463" y="37"/>
                </a:lnTo>
                <a:lnTo>
                  <a:pt x="464" y="37"/>
                </a:lnTo>
                <a:lnTo>
                  <a:pt x="465" y="37"/>
                </a:lnTo>
                <a:lnTo>
                  <a:pt x="466" y="35"/>
                </a:lnTo>
                <a:lnTo>
                  <a:pt x="467" y="34"/>
                </a:lnTo>
                <a:lnTo>
                  <a:pt x="468" y="34"/>
                </a:lnTo>
                <a:lnTo>
                  <a:pt x="469" y="34"/>
                </a:lnTo>
                <a:lnTo>
                  <a:pt x="470" y="35"/>
                </a:lnTo>
                <a:lnTo>
                  <a:pt x="470" y="36"/>
                </a:lnTo>
                <a:lnTo>
                  <a:pt x="469" y="36"/>
                </a:lnTo>
                <a:lnTo>
                  <a:pt x="469" y="37"/>
                </a:lnTo>
                <a:lnTo>
                  <a:pt x="470" y="38"/>
                </a:lnTo>
                <a:lnTo>
                  <a:pt x="471" y="38"/>
                </a:lnTo>
                <a:lnTo>
                  <a:pt x="472" y="37"/>
                </a:lnTo>
                <a:lnTo>
                  <a:pt x="472" y="38"/>
                </a:lnTo>
                <a:lnTo>
                  <a:pt x="473" y="38"/>
                </a:lnTo>
                <a:lnTo>
                  <a:pt x="473" y="39"/>
                </a:lnTo>
                <a:lnTo>
                  <a:pt x="474" y="39"/>
                </a:lnTo>
                <a:lnTo>
                  <a:pt x="474" y="40"/>
                </a:lnTo>
                <a:lnTo>
                  <a:pt x="474" y="39"/>
                </a:lnTo>
                <a:lnTo>
                  <a:pt x="474" y="38"/>
                </a:lnTo>
                <a:lnTo>
                  <a:pt x="475" y="38"/>
                </a:lnTo>
                <a:lnTo>
                  <a:pt x="475" y="39"/>
                </a:lnTo>
                <a:lnTo>
                  <a:pt x="476" y="39"/>
                </a:lnTo>
                <a:lnTo>
                  <a:pt x="477" y="40"/>
                </a:lnTo>
                <a:lnTo>
                  <a:pt x="476" y="41"/>
                </a:lnTo>
                <a:lnTo>
                  <a:pt x="476" y="42"/>
                </a:lnTo>
                <a:lnTo>
                  <a:pt x="475" y="43"/>
                </a:lnTo>
                <a:lnTo>
                  <a:pt x="475" y="44"/>
                </a:lnTo>
                <a:lnTo>
                  <a:pt x="474" y="44"/>
                </a:lnTo>
                <a:lnTo>
                  <a:pt x="473" y="44"/>
                </a:lnTo>
                <a:lnTo>
                  <a:pt x="473" y="45"/>
                </a:lnTo>
                <a:lnTo>
                  <a:pt x="472" y="46"/>
                </a:lnTo>
                <a:lnTo>
                  <a:pt x="472" y="47"/>
                </a:lnTo>
                <a:lnTo>
                  <a:pt x="472" y="48"/>
                </a:lnTo>
                <a:lnTo>
                  <a:pt x="473" y="48"/>
                </a:lnTo>
                <a:lnTo>
                  <a:pt x="473" y="49"/>
                </a:lnTo>
                <a:lnTo>
                  <a:pt x="472" y="49"/>
                </a:lnTo>
                <a:lnTo>
                  <a:pt x="472" y="50"/>
                </a:lnTo>
                <a:lnTo>
                  <a:pt x="472" y="51"/>
                </a:lnTo>
                <a:lnTo>
                  <a:pt x="473" y="51"/>
                </a:lnTo>
                <a:lnTo>
                  <a:pt x="473" y="52"/>
                </a:lnTo>
                <a:lnTo>
                  <a:pt x="474" y="52"/>
                </a:lnTo>
                <a:lnTo>
                  <a:pt x="474" y="51"/>
                </a:lnTo>
                <a:lnTo>
                  <a:pt x="475" y="51"/>
                </a:lnTo>
                <a:lnTo>
                  <a:pt x="476" y="51"/>
                </a:lnTo>
                <a:lnTo>
                  <a:pt x="477" y="51"/>
                </a:lnTo>
                <a:lnTo>
                  <a:pt x="478" y="51"/>
                </a:lnTo>
                <a:lnTo>
                  <a:pt x="480" y="51"/>
                </a:lnTo>
                <a:lnTo>
                  <a:pt x="480" y="52"/>
                </a:lnTo>
                <a:lnTo>
                  <a:pt x="481" y="52"/>
                </a:lnTo>
                <a:lnTo>
                  <a:pt x="481" y="53"/>
                </a:lnTo>
                <a:lnTo>
                  <a:pt x="481" y="52"/>
                </a:lnTo>
                <a:lnTo>
                  <a:pt x="483" y="52"/>
                </a:lnTo>
                <a:lnTo>
                  <a:pt x="484" y="51"/>
                </a:lnTo>
                <a:lnTo>
                  <a:pt x="484" y="50"/>
                </a:lnTo>
                <a:lnTo>
                  <a:pt x="485" y="49"/>
                </a:lnTo>
                <a:lnTo>
                  <a:pt x="486" y="49"/>
                </a:lnTo>
                <a:lnTo>
                  <a:pt x="485" y="48"/>
                </a:lnTo>
                <a:lnTo>
                  <a:pt x="485" y="47"/>
                </a:lnTo>
                <a:lnTo>
                  <a:pt x="484" y="47"/>
                </a:lnTo>
                <a:lnTo>
                  <a:pt x="484" y="46"/>
                </a:lnTo>
                <a:lnTo>
                  <a:pt x="484" y="44"/>
                </a:lnTo>
                <a:lnTo>
                  <a:pt x="484" y="43"/>
                </a:lnTo>
                <a:lnTo>
                  <a:pt x="484" y="42"/>
                </a:lnTo>
                <a:lnTo>
                  <a:pt x="483" y="41"/>
                </a:lnTo>
                <a:lnTo>
                  <a:pt x="482" y="41"/>
                </a:lnTo>
                <a:lnTo>
                  <a:pt x="482" y="40"/>
                </a:lnTo>
                <a:lnTo>
                  <a:pt x="482" y="38"/>
                </a:lnTo>
                <a:lnTo>
                  <a:pt x="482" y="37"/>
                </a:lnTo>
                <a:lnTo>
                  <a:pt x="483" y="37"/>
                </a:lnTo>
                <a:lnTo>
                  <a:pt x="483" y="36"/>
                </a:lnTo>
                <a:lnTo>
                  <a:pt x="484" y="35"/>
                </a:lnTo>
                <a:lnTo>
                  <a:pt x="485" y="36"/>
                </a:lnTo>
                <a:lnTo>
                  <a:pt x="487" y="36"/>
                </a:lnTo>
                <a:lnTo>
                  <a:pt x="489" y="36"/>
                </a:lnTo>
                <a:lnTo>
                  <a:pt x="490" y="35"/>
                </a:lnTo>
                <a:lnTo>
                  <a:pt x="491" y="34"/>
                </a:lnTo>
                <a:lnTo>
                  <a:pt x="491" y="33"/>
                </a:lnTo>
                <a:lnTo>
                  <a:pt x="491" y="32"/>
                </a:lnTo>
                <a:lnTo>
                  <a:pt x="491" y="30"/>
                </a:lnTo>
                <a:lnTo>
                  <a:pt x="491" y="29"/>
                </a:lnTo>
                <a:lnTo>
                  <a:pt x="492" y="28"/>
                </a:lnTo>
                <a:lnTo>
                  <a:pt x="493" y="27"/>
                </a:lnTo>
                <a:lnTo>
                  <a:pt x="493" y="26"/>
                </a:lnTo>
                <a:lnTo>
                  <a:pt x="493" y="24"/>
                </a:lnTo>
                <a:lnTo>
                  <a:pt x="494" y="23"/>
                </a:lnTo>
                <a:lnTo>
                  <a:pt x="495" y="23"/>
                </a:lnTo>
                <a:lnTo>
                  <a:pt x="496" y="21"/>
                </a:lnTo>
                <a:lnTo>
                  <a:pt x="497" y="20"/>
                </a:lnTo>
                <a:lnTo>
                  <a:pt x="498" y="19"/>
                </a:lnTo>
                <a:lnTo>
                  <a:pt x="499" y="19"/>
                </a:lnTo>
                <a:lnTo>
                  <a:pt x="499" y="20"/>
                </a:lnTo>
                <a:lnTo>
                  <a:pt x="499" y="21"/>
                </a:lnTo>
                <a:lnTo>
                  <a:pt x="500" y="21"/>
                </a:lnTo>
                <a:lnTo>
                  <a:pt x="501" y="21"/>
                </a:lnTo>
                <a:lnTo>
                  <a:pt x="501" y="20"/>
                </a:lnTo>
                <a:lnTo>
                  <a:pt x="502" y="20"/>
                </a:lnTo>
                <a:lnTo>
                  <a:pt x="503" y="21"/>
                </a:lnTo>
                <a:lnTo>
                  <a:pt x="503" y="22"/>
                </a:lnTo>
                <a:lnTo>
                  <a:pt x="504" y="22"/>
                </a:lnTo>
                <a:lnTo>
                  <a:pt x="504" y="23"/>
                </a:lnTo>
                <a:lnTo>
                  <a:pt x="505" y="23"/>
                </a:lnTo>
                <a:lnTo>
                  <a:pt x="505" y="22"/>
                </a:lnTo>
                <a:lnTo>
                  <a:pt x="506" y="22"/>
                </a:lnTo>
                <a:lnTo>
                  <a:pt x="507" y="22"/>
                </a:lnTo>
                <a:lnTo>
                  <a:pt x="508" y="22"/>
                </a:lnTo>
                <a:lnTo>
                  <a:pt x="509" y="22"/>
                </a:lnTo>
                <a:lnTo>
                  <a:pt x="510" y="22"/>
                </a:lnTo>
                <a:lnTo>
                  <a:pt x="509" y="22"/>
                </a:lnTo>
                <a:lnTo>
                  <a:pt x="509" y="23"/>
                </a:lnTo>
                <a:lnTo>
                  <a:pt x="509" y="24"/>
                </a:lnTo>
                <a:lnTo>
                  <a:pt x="510" y="26"/>
                </a:lnTo>
                <a:lnTo>
                  <a:pt x="509" y="26"/>
                </a:lnTo>
                <a:lnTo>
                  <a:pt x="509" y="27"/>
                </a:lnTo>
                <a:lnTo>
                  <a:pt x="509" y="28"/>
                </a:lnTo>
                <a:lnTo>
                  <a:pt x="508" y="28"/>
                </a:lnTo>
                <a:lnTo>
                  <a:pt x="508" y="29"/>
                </a:lnTo>
                <a:lnTo>
                  <a:pt x="508" y="30"/>
                </a:lnTo>
                <a:lnTo>
                  <a:pt x="508" y="31"/>
                </a:lnTo>
                <a:lnTo>
                  <a:pt x="507" y="31"/>
                </a:lnTo>
                <a:lnTo>
                  <a:pt x="507" y="32"/>
                </a:lnTo>
                <a:lnTo>
                  <a:pt x="508" y="32"/>
                </a:lnTo>
                <a:lnTo>
                  <a:pt x="508" y="33"/>
                </a:lnTo>
                <a:lnTo>
                  <a:pt x="507" y="34"/>
                </a:lnTo>
                <a:lnTo>
                  <a:pt x="507" y="35"/>
                </a:lnTo>
                <a:lnTo>
                  <a:pt x="508" y="35"/>
                </a:lnTo>
                <a:lnTo>
                  <a:pt x="509" y="35"/>
                </a:lnTo>
                <a:lnTo>
                  <a:pt x="510" y="36"/>
                </a:lnTo>
                <a:lnTo>
                  <a:pt x="510" y="37"/>
                </a:lnTo>
                <a:lnTo>
                  <a:pt x="511" y="37"/>
                </a:lnTo>
                <a:lnTo>
                  <a:pt x="511" y="36"/>
                </a:lnTo>
                <a:lnTo>
                  <a:pt x="512" y="35"/>
                </a:lnTo>
                <a:lnTo>
                  <a:pt x="513" y="36"/>
                </a:lnTo>
                <a:lnTo>
                  <a:pt x="513" y="37"/>
                </a:lnTo>
                <a:lnTo>
                  <a:pt x="514" y="37"/>
                </a:lnTo>
                <a:lnTo>
                  <a:pt x="515" y="37"/>
                </a:lnTo>
                <a:lnTo>
                  <a:pt x="516" y="37"/>
                </a:lnTo>
                <a:lnTo>
                  <a:pt x="516" y="36"/>
                </a:lnTo>
                <a:lnTo>
                  <a:pt x="516" y="35"/>
                </a:lnTo>
                <a:lnTo>
                  <a:pt x="517" y="34"/>
                </a:lnTo>
                <a:lnTo>
                  <a:pt x="518" y="33"/>
                </a:lnTo>
                <a:lnTo>
                  <a:pt x="518" y="32"/>
                </a:lnTo>
                <a:lnTo>
                  <a:pt x="519" y="33"/>
                </a:lnTo>
                <a:lnTo>
                  <a:pt x="520" y="34"/>
                </a:lnTo>
                <a:lnTo>
                  <a:pt x="520" y="35"/>
                </a:lnTo>
                <a:lnTo>
                  <a:pt x="521" y="35"/>
                </a:lnTo>
                <a:lnTo>
                  <a:pt x="522" y="36"/>
                </a:lnTo>
                <a:lnTo>
                  <a:pt x="523" y="37"/>
                </a:lnTo>
                <a:lnTo>
                  <a:pt x="523" y="38"/>
                </a:lnTo>
                <a:lnTo>
                  <a:pt x="523" y="39"/>
                </a:lnTo>
                <a:lnTo>
                  <a:pt x="524" y="40"/>
                </a:lnTo>
                <a:lnTo>
                  <a:pt x="524" y="41"/>
                </a:lnTo>
                <a:lnTo>
                  <a:pt x="523" y="41"/>
                </a:lnTo>
                <a:lnTo>
                  <a:pt x="523" y="42"/>
                </a:lnTo>
                <a:lnTo>
                  <a:pt x="524" y="43"/>
                </a:lnTo>
                <a:lnTo>
                  <a:pt x="525" y="43"/>
                </a:lnTo>
                <a:lnTo>
                  <a:pt x="526" y="43"/>
                </a:lnTo>
                <a:lnTo>
                  <a:pt x="527" y="43"/>
                </a:lnTo>
                <a:lnTo>
                  <a:pt x="528" y="43"/>
                </a:lnTo>
                <a:lnTo>
                  <a:pt x="529" y="43"/>
                </a:lnTo>
                <a:lnTo>
                  <a:pt x="530" y="42"/>
                </a:lnTo>
                <a:lnTo>
                  <a:pt x="531" y="41"/>
                </a:lnTo>
                <a:lnTo>
                  <a:pt x="532" y="39"/>
                </a:lnTo>
                <a:lnTo>
                  <a:pt x="532" y="38"/>
                </a:lnTo>
                <a:lnTo>
                  <a:pt x="532" y="37"/>
                </a:lnTo>
                <a:lnTo>
                  <a:pt x="533" y="36"/>
                </a:lnTo>
                <a:lnTo>
                  <a:pt x="533" y="35"/>
                </a:lnTo>
                <a:lnTo>
                  <a:pt x="533" y="34"/>
                </a:lnTo>
                <a:lnTo>
                  <a:pt x="533" y="33"/>
                </a:lnTo>
                <a:lnTo>
                  <a:pt x="534" y="32"/>
                </a:lnTo>
                <a:lnTo>
                  <a:pt x="535" y="32"/>
                </a:lnTo>
                <a:lnTo>
                  <a:pt x="535" y="31"/>
                </a:lnTo>
                <a:lnTo>
                  <a:pt x="535" y="29"/>
                </a:lnTo>
                <a:lnTo>
                  <a:pt x="536" y="28"/>
                </a:lnTo>
                <a:lnTo>
                  <a:pt x="536" y="27"/>
                </a:lnTo>
                <a:lnTo>
                  <a:pt x="537" y="27"/>
                </a:lnTo>
                <a:lnTo>
                  <a:pt x="538" y="27"/>
                </a:lnTo>
                <a:lnTo>
                  <a:pt x="539" y="25"/>
                </a:lnTo>
                <a:lnTo>
                  <a:pt x="540" y="24"/>
                </a:lnTo>
                <a:lnTo>
                  <a:pt x="541" y="23"/>
                </a:lnTo>
                <a:lnTo>
                  <a:pt x="543" y="21"/>
                </a:lnTo>
                <a:lnTo>
                  <a:pt x="544" y="21"/>
                </a:lnTo>
                <a:lnTo>
                  <a:pt x="544" y="20"/>
                </a:lnTo>
                <a:lnTo>
                  <a:pt x="544" y="21"/>
                </a:lnTo>
                <a:lnTo>
                  <a:pt x="545" y="21"/>
                </a:lnTo>
                <a:lnTo>
                  <a:pt x="545" y="22"/>
                </a:lnTo>
                <a:lnTo>
                  <a:pt x="546" y="22"/>
                </a:lnTo>
                <a:lnTo>
                  <a:pt x="546" y="21"/>
                </a:lnTo>
                <a:lnTo>
                  <a:pt x="547" y="21"/>
                </a:lnTo>
                <a:lnTo>
                  <a:pt x="547" y="20"/>
                </a:lnTo>
                <a:lnTo>
                  <a:pt x="548" y="20"/>
                </a:lnTo>
                <a:lnTo>
                  <a:pt x="549" y="19"/>
                </a:lnTo>
                <a:lnTo>
                  <a:pt x="549" y="18"/>
                </a:lnTo>
                <a:lnTo>
                  <a:pt x="549" y="17"/>
                </a:lnTo>
                <a:lnTo>
                  <a:pt x="550" y="17"/>
                </a:lnTo>
                <a:lnTo>
                  <a:pt x="550" y="16"/>
                </a:lnTo>
                <a:lnTo>
                  <a:pt x="551" y="16"/>
                </a:lnTo>
                <a:lnTo>
                  <a:pt x="551" y="14"/>
                </a:lnTo>
                <a:lnTo>
                  <a:pt x="551" y="13"/>
                </a:lnTo>
                <a:lnTo>
                  <a:pt x="550" y="13"/>
                </a:lnTo>
                <a:lnTo>
                  <a:pt x="550" y="12"/>
                </a:lnTo>
                <a:lnTo>
                  <a:pt x="550" y="11"/>
                </a:lnTo>
                <a:lnTo>
                  <a:pt x="551" y="10"/>
                </a:lnTo>
                <a:lnTo>
                  <a:pt x="552" y="10"/>
                </a:lnTo>
                <a:lnTo>
                  <a:pt x="553" y="9"/>
                </a:lnTo>
                <a:lnTo>
                  <a:pt x="554" y="9"/>
                </a:lnTo>
                <a:lnTo>
                  <a:pt x="555" y="7"/>
                </a:lnTo>
                <a:lnTo>
                  <a:pt x="556" y="5"/>
                </a:lnTo>
                <a:lnTo>
                  <a:pt x="557" y="5"/>
                </a:lnTo>
                <a:lnTo>
                  <a:pt x="557" y="6"/>
                </a:lnTo>
                <a:lnTo>
                  <a:pt x="557" y="7"/>
                </a:lnTo>
                <a:lnTo>
                  <a:pt x="559" y="7"/>
                </a:lnTo>
                <a:lnTo>
                  <a:pt x="559" y="8"/>
                </a:lnTo>
                <a:lnTo>
                  <a:pt x="560" y="8"/>
                </a:lnTo>
                <a:lnTo>
                  <a:pt x="560" y="7"/>
                </a:lnTo>
                <a:lnTo>
                  <a:pt x="561" y="7"/>
                </a:lnTo>
                <a:lnTo>
                  <a:pt x="563" y="7"/>
                </a:lnTo>
                <a:lnTo>
                  <a:pt x="565" y="8"/>
                </a:lnTo>
                <a:lnTo>
                  <a:pt x="565" y="9"/>
                </a:lnTo>
                <a:lnTo>
                  <a:pt x="564" y="9"/>
                </a:lnTo>
                <a:lnTo>
                  <a:pt x="565" y="9"/>
                </a:lnTo>
                <a:lnTo>
                  <a:pt x="566" y="9"/>
                </a:lnTo>
                <a:lnTo>
                  <a:pt x="567" y="9"/>
                </a:lnTo>
                <a:lnTo>
                  <a:pt x="567" y="8"/>
                </a:lnTo>
                <a:lnTo>
                  <a:pt x="566" y="8"/>
                </a:lnTo>
                <a:lnTo>
                  <a:pt x="567" y="8"/>
                </a:lnTo>
                <a:lnTo>
                  <a:pt x="567" y="7"/>
                </a:lnTo>
                <a:lnTo>
                  <a:pt x="568" y="7"/>
                </a:lnTo>
                <a:lnTo>
                  <a:pt x="569" y="8"/>
                </a:lnTo>
                <a:lnTo>
                  <a:pt x="568" y="9"/>
                </a:lnTo>
                <a:lnTo>
                  <a:pt x="568" y="10"/>
                </a:lnTo>
                <a:lnTo>
                  <a:pt x="568" y="11"/>
                </a:lnTo>
                <a:lnTo>
                  <a:pt x="567" y="12"/>
                </a:lnTo>
                <a:lnTo>
                  <a:pt x="568" y="12"/>
                </a:lnTo>
                <a:lnTo>
                  <a:pt x="569" y="14"/>
                </a:lnTo>
                <a:lnTo>
                  <a:pt x="570" y="14"/>
                </a:lnTo>
                <a:lnTo>
                  <a:pt x="570" y="13"/>
                </a:lnTo>
                <a:lnTo>
                  <a:pt x="571" y="12"/>
                </a:lnTo>
                <a:lnTo>
                  <a:pt x="573" y="12"/>
                </a:lnTo>
                <a:lnTo>
                  <a:pt x="574" y="13"/>
                </a:lnTo>
                <a:lnTo>
                  <a:pt x="575" y="13"/>
                </a:lnTo>
                <a:lnTo>
                  <a:pt x="576" y="13"/>
                </a:lnTo>
                <a:lnTo>
                  <a:pt x="577" y="13"/>
                </a:lnTo>
                <a:lnTo>
                  <a:pt x="577" y="12"/>
                </a:lnTo>
                <a:lnTo>
                  <a:pt x="578" y="12"/>
                </a:lnTo>
                <a:lnTo>
                  <a:pt x="579" y="12"/>
                </a:lnTo>
                <a:lnTo>
                  <a:pt x="581" y="11"/>
                </a:lnTo>
                <a:lnTo>
                  <a:pt x="582" y="11"/>
                </a:lnTo>
                <a:lnTo>
                  <a:pt x="583" y="11"/>
                </a:lnTo>
                <a:lnTo>
                  <a:pt x="584" y="12"/>
                </a:lnTo>
                <a:lnTo>
                  <a:pt x="584" y="13"/>
                </a:lnTo>
                <a:lnTo>
                  <a:pt x="585" y="13"/>
                </a:lnTo>
                <a:lnTo>
                  <a:pt x="585" y="11"/>
                </a:lnTo>
                <a:lnTo>
                  <a:pt x="585" y="10"/>
                </a:lnTo>
                <a:lnTo>
                  <a:pt x="585" y="8"/>
                </a:lnTo>
                <a:lnTo>
                  <a:pt x="584" y="7"/>
                </a:lnTo>
                <a:lnTo>
                  <a:pt x="584" y="6"/>
                </a:lnTo>
                <a:lnTo>
                  <a:pt x="585" y="6"/>
                </a:lnTo>
                <a:lnTo>
                  <a:pt x="586" y="6"/>
                </a:lnTo>
                <a:lnTo>
                  <a:pt x="586" y="5"/>
                </a:lnTo>
                <a:lnTo>
                  <a:pt x="586" y="3"/>
                </a:lnTo>
                <a:lnTo>
                  <a:pt x="586" y="2"/>
                </a:lnTo>
                <a:lnTo>
                  <a:pt x="586" y="1"/>
                </a:lnTo>
                <a:lnTo>
                  <a:pt x="587" y="0"/>
                </a:lnTo>
                <a:lnTo>
                  <a:pt x="588" y="0"/>
                </a:lnTo>
                <a:lnTo>
                  <a:pt x="589" y="0"/>
                </a:lnTo>
                <a:lnTo>
                  <a:pt x="589" y="1"/>
                </a:lnTo>
                <a:lnTo>
                  <a:pt x="590" y="1"/>
                </a:lnTo>
                <a:lnTo>
                  <a:pt x="590" y="2"/>
                </a:lnTo>
                <a:lnTo>
                  <a:pt x="591" y="3"/>
                </a:lnTo>
                <a:lnTo>
                  <a:pt x="592" y="3"/>
                </a:lnTo>
                <a:lnTo>
                  <a:pt x="591" y="3"/>
                </a:lnTo>
                <a:lnTo>
                  <a:pt x="591" y="4"/>
                </a:lnTo>
                <a:lnTo>
                  <a:pt x="592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35" name=""/>
          <p:cNvSpPr/>
          <p:nvPr/>
        </p:nvSpPr>
        <p:spPr>
          <a:xfrm>
            <a:off x="6613200" y="22219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36" name=""/>
          <p:cNvSpPr/>
          <p:nvPr/>
        </p:nvSpPr>
        <p:spPr>
          <a:xfrm>
            <a:off x="6609600" y="221652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4" y="6"/>
                </a:move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1" y="6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1" y="6"/>
                </a:lnTo>
                <a:lnTo>
                  <a:pt x="1" y="7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lnTo>
                  <a:pt x="6" y="3"/>
                </a:lnTo>
                <a:lnTo>
                  <a:pt x="5" y="4"/>
                </a:lnTo>
                <a:lnTo>
                  <a:pt x="5" y="6"/>
                </a:lnTo>
                <a:lnTo>
                  <a:pt x="4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37" name=""/>
          <p:cNvSpPr/>
          <p:nvPr/>
        </p:nvSpPr>
        <p:spPr>
          <a:xfrm>
            <a:off x="6609600" y="22010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38" name=""/>
          <p:cNvSpPr/>
          <p:nvPr/>
        </p:nvSpPr>
        <p:spPr>
          <a:xfrm>
            <a:off x="6596280" y="219636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1" y="3"/>
                </a:move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  <a:lnTo>
                  <a:pt x="3" y="1"/>
                </a:lnTo>
                <a:lnTo>
                  <a:pt x="1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39" name=""/>
          <p:cNvSpPr/>
          <p:nvPr/>
        </p:nvSpPr>
        <p:spPr>
          <a:xfrm>
            <a:off x="6607800" y="21956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4"/>
                </a:moveTo>
                <a:lnTo>
                  <a:pt x="0" y="3"/>
                </a:lnTo>
                <a:lnTo>
                  <a:pt x="2" y="3"/>
                </a:lnTo>
                <a:lnTo>
                  <a:pt x="3" y="1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40" name=""/>
          <p:cNvSpPr/>
          <p:nvPr/>
        </p:nvSpPr>
        <p:spPr>
          <a:xfrm>
            <a:off x="6608880" y="2194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41" name=""/>
          <p:cNvSpPr/>
          <p:nvPr/>
        </p:nvSpPr>
        <p:spPr>
          <a:xfrm>
            <a:off x="6602040" y="21924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42" name=""/>
          <p:cNvSpPr/>
          <p:nvPr/>
        </p:nvSpPr>
        <p:spPr>
          <a:xfrm>
            <a:off x="6593040" y="218628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5" y="1"/>
                </a:moveTo>
                <a:lnTo>
                  <a:pt x="3" y="2"/>
                </a:lnTo>
                <a:lnTo>
                  <a:pt x="2" y="2"/>
                </a:ln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43" name=""/>
          <p:cNvSpPr/>
          <p:nvPr/>
        </p:nvSpPr>
        <p:spPr>
          <a:xfrm>
            <a:off x="6677640" y="24105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1" y="1"/>
                </a:moveTo>
                <a:lnTo>
                  <a:pt x="1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44" name=""/>
          <p:cNvSpPr/>
          <p:nvPr/>
        </p:nvSpPr>
        <p:spPr>
          <a:xfrm>
            <a:off x="6687360" y="238608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3" y="3"/>
                </a:move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5" y="0"/>
                </a:lnTo>
                <a:lnTo>
                  <a:pt x="6" y="0"/>
                </a:lnTo>
                <a:lnTo>
                  <a:pt x="7" y="2"/>
                </a:lnTo>
                <a:lnTo>
                  <a:pt x="7" y="3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45" name=""/>
          <p:cNvSpPr/>
          <p:nvPr/>
        </p:nvSpPr>
        <p:spPr>
          <a:xfrm>
            <a:off x="6686280" y="2363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46" name=""/>
          <p:cNvSpPr/>
          <p:nvPr/>
        </p:nvSpPr>
        <p:spPr>
          <a:xfrm>
            <a:off x="6685920" y="2361960"/>
            <a:ext cx="4320" cy="2520"/>
          </a:xfrm>
          <a:custGeom>
            <a:avLst/>
            <a:gdLst/>
            <a:ahLst/>
            <a:rect l="0" t="0" r="r" b="b"/>
            <a:pathLst>
              <a:path w="12" h="7">
                <a:moveTo>
                  <a:pt x="10" y="4"/>
                </a:moveTo>
                <a:lnTo>
                  <a:pt x="8" y="4"/>
                </a:lnTo>
                <a:lnTo>
                  <a:pt x="8" y="5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7" y="4"/>
                </a:lnTo>
                <a:lnTo>
                  <a:pt x="7" y="3"/>
                </a:lnTo>
                <a:lnTo>
                  <a:pt x="8" y="3"/>
                </a:lnTo>
                <a:lnTo>
                  <a:pt x="9" y="2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4" y="3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2" y="2"/>
                </a:lnTo>
                <a:lnTo>
                  <a:pt x="4" y="2"/>
                </a:lnTo>
                <a:lnTo>
                  <a:pt x="5" y="1"/>
                </a:lnTo>
                <a:lnTo>
                  <a:pt x="6" y="1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lnTo>
                  <a:pt x="12" y="2"/>
                </a:lnTo>
                <a:lnTo>
                  <a:pt x="11" y="3"/>
                </a:lnTo>
                <a:lnTo>
                  <a:pt x="1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47" name=""/>
          <p:cNvSpPr/>
          <p:nvPr/>
        </p:nvSpPr>
        <p:spPr>
          <a:xfrm>
            <a:off x="6629040" y="23227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48" name=""/>
          <p:cNvSpPr/>
          <p:nvPr/>
        </p:nvSpPr>
        <p:spPr>
          <a:xfrm>
            <a:off x="6620040" y="2321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49" name=""/>
          <p:cNvSpPr/>
          <p:nvPr/>
        </p:nvSpPr>
        <p:spPr>
          <a:xfrm>
            <a:off x="6627960" y="2321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50" name=""/>
          <p:cNvSpPr/>
          <p:nvPr/>
        </p:nvSpPr>
        <p:spPr>
          <a:xfrm>
            <a:off x="6618600" y="232056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51" name=""/>
          <p:cNvSpPr/>
          <p:nvPr/>
        </p:nvSpPr>
        <p:spPr>
          <a:xfrm>
            <a:off x="6622560" y="2320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52" name=""/>
          <p:cNvSpPr/>
          <p:nvPr/>
        </p:nvSpPr>
        <p:spPr>
          <a:xfrm>
            <a:off x="6631200" y="23180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53" name=""/>
          <p:cNvSpPr/>
          <p:nvPr/>
        </p:nvSpPr>
        <p:spPr>
          <a:xfrm>
            <a:off x="6650640" y="2305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54" name=""/>
          <p:cNvSpPr/>
          <p:nvPr/>
        </p:nvSpPr>
        <p:spPr>
          <a:xfrm>
            <a:off x="6654600" y="23047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55" name=""/>
          <p:cNvSpPr/>
          <p:nvPr/>
        </p:nvSpPr>
        <p:spPr>
          <a:xfrm>
            <a:off x="6654600" y="23040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56" name=""/>
          <p:cNvSpPr/>
          <p:nvPr/>
        </p:nvSpPr>
        <p:spPr>
          <a:xfrm>
            <a:off x="6657480" y="228708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57" name=""/>
          <p:cNvSpPr/>
          <p:nvPr/>
        </p:nvSpPr>
        <p:spPr>
          <a:xfrm>
            <a:off x="6594120" y="2250000"/>
            <a:ext cx="79200" cy="74160"/>
          </a:xfrm>
          <a:custGeom>
            <a:avLst/>
            <a:gdLst/>
            <a:ahLst/>
            <a:rect l="0" t="0" r="r" b="b"/>
            <a:pathLst>
              <a:path w="220" h="206">
                <a:moveTo>
                  <a:pt x="192" y="11"/>
                </a:moveTo>
                <a:lnTo>
                  <a:pt x="193" y="11"/>
                </a:lnTo>
                <a:lnTo>
                  <a:pt x="193" y="12"/>
                </a:lnTo>
                <a:lnTo>
                  <a:pt x="194" y="12"/>
                </a:lnTo>
                <a:lnTo>
                  <a:pt x="195" y="12"/>
                </a:lnTo>
                <a:lnTo>
                  <a:pt x="195" y="13"/>
                </a:lnTo>
                <a:lnTo>
                  <a:pt x="196" y="14"/>
                </a:lnTo>
                <a:lnTo>
                  <a:pt x="197" y="15"/>
                </a:lnTo>
                <a:lnTo>
                  <a:pt x="198" y="16"/>
                </a:lnTo>
                <a:lnTo>
                  <a:pt x="199" y="16"/>
                </a:lnTo>
                <a:lnTo>
                  <a:pt x="200" y="16"/>
                </a:lnTo>
                <a:lnTo>
                  <a:pt x="201" y="16"/>
                </a:lnTo>
                <a:lnTo>
                  <a:pt x="201" y="17"/>
                </a:lnTo>
                <a:lnTo>
                  <a:pt x="202" y="17"/>
                </a:lnTo>
                <a:lnTo>
                  <a:pt x="203" y="17"/>
                </a:lnTo>
                <a:lnTo>
                  <a:pt x="204" y="17"/>
                </a:lnTo>
                <a:lnTo>
                  <a:pt x="203" y="17"/>
                </a:lnTo>
                <a:lnTo>
                  <a:pt x="204" y="17"/>
                </a:lnTo>
                <a:lnTo>
                  <a:pt x="205" y="17"/>
                </a:lnTo>
                <a:lnTo>
                  <a:pt x="206" y="17"/>
                </a:lnTo>
                <a:lnTo>
                  <a:pt x="207" y="16"/>
                </a:lnTo>
                <a:lnTo>
                  <a:pt x="208" y="16"/>
                </a:lnTo>
                <a:lnTo>
                  <a:pt x="209" y="16"/>
                </a:lnTo>
                <a:lnTo>
                  <a:pt x="209" y="15"/>
                </a:lnTo>
                <a:lnTo>
                  <a:pt x="210" y="15"/>
                </a:lnTo>
                <a:lnTo>
                  <a:pt x="211" y="15"/>
                </a:lnTo>
                <a:lnTo>
                  <a:pt x="211" y="16"/>
                </a:lnTo>
                <a:lnTo>
                  <a:pt x="212" y="19"/>
                </a:lnTo>
                <a:lnTo>
                  <a:pt x="212" y="21"/>
                </a:lnTo>
                <a:lnTo>
                  <a:pt x="212" y="22"/>
                </a:lnTo>
                <a:lnTo>
                  <a:pt x="213" y="23"/>
                </a:lnTo>
                <a:lnTo>
                  <a:pt x="213" y="25"/>
                </a:lnTo>
                <a:lnTo>
                  <a:pt x="214" y="26"/>
                </a:lnTo>
                <a:lnTo>
                  <a:pt x="214" y="27"/>
                </a:lnTo>
                <a:lnTo>
                  <a:pt x="214" y="28"/>
                </a:lnTo>
                <a:lnTo>
                  <a:pt x="215" y="30"/>
                </a:lnTo>
                <a:lnTo>
                  <a:pt x="215" y="31"/>
                </a:lnTo>
                <a:lnTo>
                  <a:pt x="215" y="32"/>
                </a:lnTo>
                <a:lnTo>
                  <a:pt x="215" y="33"/>
                </a:lnTo>
                <a:lnTo>
                  <a:pt x="216" y="34"/>
                </a:lnTo>
                <a:lnTo>
                  <a:pt x="216" y="35"/>
                </a:lnTo>
                <a:lnTo>
                  <a:pt x="216" y="37"/>
                </a:lnTo>
                <a:lnTo>
                  <a:pt x="216" y="39"/>
                </a:lnTo>
                <a:lnTo>
                  <a:pt x="216" y="43"/>
                </a:lnTo>
                <a:lnTo>
                  <a:pt x="216" y="44"/>
                </a:lnTo>
                <a:lnTo>
                  <a:pt x="217" y="46"/>
                </a:lnTo>
                <a:lnTo>
                  <a:pt x="217" y="47"/>
                </a:lnTo>
                <a:lnTo>
                  <a:pt x="217" y="48"/>
                </a:lnTo>
                <a:lnTo>
                  <a:pt x="217" y="49"/>
                </a:lnTo>
                <a:lnTo>
                  <a:pt x="217" y="48"/>
                </a:lnTo>
                <a:lnTo>
                  <a:pt x="218" y="49"/>
                </a:lnTo>
                <a:lnTo>
                  <a:pt x="219" y="49"/>
                </a:lnTo>
                <a:lnTo>
                  <a:pt x="218" y="49"/>
                </a:lnTo>
                <a:lnTo>
                  <a:pt x="219" y="50"/>
                </a:lnTo>
                <a:lnTo>
                  <a:pt x="219" y="51"/>
                </a:lnTo>
                <a:lnTo>
                  <a:pt x="219" y="52"/>
                </a:lnTo>
                <a:lnTo>
                  <a:pt x="220" y="52"/>
                </a:lnTo>
                <a:lnTo>
                  <a:pt x="219" y="52"/>
                </a:lnTo>
                <a:lnTo>
                  <a:pt x="219" y="53"/>
                </a:lnTo>
                <a:lnTo>
                  <a:pt x="220" y="53"/>
                </a:lnTo>
                <a:lnTo>
                  <a:pt x="219" y="54"/>
                </a:lnTo>
                <a:lnTo>
                  <a:pt x="218" y="53"/>
                </a:lnTo>
                <a:lnTo>
                  <a:pt x="217" y="53"/>
                </a:lnTo>
                <a:lnTo>
                  <a:pt x="216" y="53"/>
                </a:lnTo>
                <a:lnTo>
                  <a:pt x="215" y="53"/>
                </a:lnTo>
                <a:lnTo>
                  <a:pt x="214" y="53"/>
                </a:lnTo>
                <a:lnTo>
                  <a:pt x="213" y="55"/>
                </a:lnTo>
                <a:lnTo>
                  <a:pt x="213" y="56"/>
                </a:lnTo>
                <a:lnTo>
                  <a:pt x="212" y="56"/>
                </a:lnTo>
                <a:lnTo>
                  <a:pt x="212" y="57"/>
                </a:lnTo>
                <a:lnTo>
                  <a:pt x="211" y="57"/>
                </a:lnTo>
                <a:lnTo>
                  <a:pt x="211" y="58"/>
                </a:lnTo>
                <a:lnTo>
                  <a:pt x="210" y="58"/>
                </a:lnTo>
                <a:lnTo>
                  <a:pt x="209" y="58"/>
                </a:lnTo>
                <a:lnTo>
                  <a:pt x="209" y="59"/>
                </a:lnTo>
                <a:lnTo>
                  <a:pt x="209" y="58"/>
                </a:lnTo>
                <a:lnTo>
                  <a:pt x="209" y="59"/>
                </a:lnTo>
                <a:lnTo>
                  <a:pt x="208" y="59"/>
                </a:lnTo>
                <a:lnTo>
                  <a:pt x="208" y="60"/>
                </a:lnTo>
                <a:lnTo>
                  <a:pt x="207" y="61"/>
                </a:lnTo>
                <a:lnTo>
                  <a:pt x="207" y="62"/>
                </a:lnTo>
                <a:lnTo>
                  <a:pt x="206" y="62"/>
                </a:lnTo>
                <a:lnTo>
                  <a:pt x="206" y="63"/>
                </a:lnTo>
                <a:lnTo>
                  <a:pt x="205" y="63"/>
                </a:lnTo>
                <a:lnTo>
                  <a:pt x="205" y="64"/>
                </a:lnTo>
                <a:lnTo>
                  <a:pt x="204" y="65"/>
                </a:lnTo>
                <a:lnTo>
                  <a:pt x="203" y="65"/>
                </a:lnTo>
                <a:lnTo>
                  <a:pt x="202" y="64"/>
                </a:lnTo>
                <a:lnTo>
                  <a:pt x="202" y="63"/>
                </a:lnTo>
                <a:lnTo>
                  <a:pt x="202" y="62"/>
                </a:lnTo>
                <a:lnTo>
                  <a:pt x="201" y="62"/>
                </a:lnTo>
                <a:lnTo>
                  <a:pt x="201" y="61"/>
                </a:lnTo>
                <a:lnTo>
                  <a:pt x="202" y="62"/>
                </a:lnTo>
                <a:lnTo>
                  <a:pt x="202" y="61"/>
                </a:lnTo>
                <a:lnTo>
                  <a:pt x="201" y="61"/>
                </a:lnTo>
                <a:lnTo>
                  <a:pt x="201" y="60"/>
                </a:lnTo>
                <a:lnTo>
                  <a:pt x="201" y="59"/>
                </a:lnTo>
                <a:lnTo>
                  <a:pt x="201" y="58"/>
                </a:lnTo>
                <a:lnTo>
                  <a:pt x="200" y="58"/>
                </a:lnTo>
                <a:lnTo>
                  <a:pt x="200" y="57"/>
                </a:lnTo>
                <a:lnTo>
                  <a:pt x="201" y="57"/>
                </a:lnTo>
                <a:lnTo>
                  <a:pt x="200" y="57"/>
                </a:lnTo>
                <a:lnTo>
                  <a:pt x="202" y="56"/>
                </a:lnTo>
                <a:lnTo>
                  <a:pt x="203" y="56"/>
                </a:lnTo>
                <a:lnTo>
                  <a:pt x="204" y="56"/>
                </a:lnTo>
                <a:lnTo>
                  <a:pt x="205" y="56"/>
                </a:lnTo>
                <a:lnTo>
                  <a:pt x="204" y="56"/>
                </a:lnTo>
                <a:lnTo>
                  <a:pt x="204" y="55"/>
                </a:lnTo>
                <a:lnTo>
                  <a:pt x="205" y="55"/>
                </a:lnTo>
                <a:lnTo>
                  <a:pt x="206" y="55"/>
                </a:lnTo>
                <a:lnTo>
                  <a:pt x="206" y="53"/>
                </a:lnTo>
                <a:lnTo>
                  <a:pt x="206" y="52"/>
                </a:lnTo>
                <a:lnTo>
                  <a:pt x="207" y="52"/>
                </a:lnTo>
                <a:lnTo>
                  <a:pt x="207" y="53"/>
                </a:lnTo>
                <a:lnTo>
                  <a:pt x="207" y="52"/>
                </a:lnTo>
                <a:lnTo>
                  <a:pt x="208" y="52"/>
                </a:lnTo>
                <a:lnTo>
                  <a:pt x="207" y="52"/>
                </a:lnTo>
                <a:lnTo>
                  <a:pt x="206" y="52"/>
                </a:lnTo>
                <a:lnTo>
                  <a:pt x="206" y="53"/>
                </a:lnTo>
                <a:lnTo>
                  <a:pt x="205" y="53"/>
                </a:lnTo>
                <a:lnTo>
                  <a:pt x="205" y="54"/>
                </a:lnTo>
                <a:lnTo>
                  <a:pt x="205" y="55"/>
                </a:lnTo>
                <a:lnTo>
                  <a:pt x="204" y="55"/>
                </a:lnTo>
                <a:lnTo>
                  <a:pt x="204" y="54"/>
                </a:lnTo>
                <a:lnTo>
                  <a:pt x="202" y="54"/>
                </a:lnTo>
                <a:lnTo>
                  <a:pt x="202" y="55"/>
                </a:lnTo>
                <a:lnTo>
                  <a:pt x="202" y="54"/>
                </a:lnTo>
                <a:lnTo>
                  <a:pt x="201" y="54"/>
                </a:lnTo>
                <a:lnTo>
                  <a:pt x="200" y="55"/>
                </a:lnTo>
                <a:lnTo>
                  <a:pt x="199" y="55"/>
                </a:lnTo>
                <a:lnTo>
                  <a:pt x="198" y="55"/>
                </a:lnTo>
                <a:lnTo>
                  <a:pt x="198" y="54"/>
                </a:lnTo>
                <a:lnTo>
                  <a:pt x="197" y="54"/>
                </a:lnTo>
                <a:lnTo>
                  <a:pt x="197" y="55"/>
                </a:lnTo>
                <a:lnTo>
                  <a:pt x="196" y="55"/>
                </a:lnTo>
                <a:lnTo>
                  <a:pt x="195" y="55"/>
                </a:lnTo>
                <a:lnTo>
                  <a:pt x="196" y="55"/>
                </a:lnTo>
                <a:lnTo>
                  <a:pt x="197" y="56"/>
                </a:lnTo>
                <a:lnTo>
                  <a:pt x="198" y="56"/>
                </a:lnTo>
                <a:lnTo>
                  <a:pt x="198" y="58"/>
                </a:lnTo>
                <a:lnTo>
                  <a:pt x="199" y="58"/>
                </a:lnTo>
                <a:lnTo>
                  <a:pt x="199" y="59"/>
                </a:lnTo>
                <a:lnTo>
                  <a:pt x="200" y="59"/>
                </a:lnTo>
                <a:lnTo>
                  <a:pt x="200" y="60"/>
                </a:lnTo>
                <a:lnTo>
                  <a:pt x="200" y="61"/>
                </a:lnTo>
                <a:lnTo>
                  <a:pt x="202" y="63"/>
                </a:lnTo>
                <a:lnTo>
                  <a:pt x="202" y="64"/>
                </a:lnTo>
                <a:lnTo>
                  <a:pt x="202" y="65"/>
                </a:lnTo>
                <a:lnTo>
                  <a:pt x="201" y="64"/>
                </a:lnTo>
                <a:lnTo>
                  <a:pt x="201" y="63"/>
                </a:lnTo>
                <a:lnTo>
                  <a:pt x="200" y="63"/>
                </a:lnTo>
                <a:lnTo>
                  <a:pt x="200" y="64"/>
                </a:lnTo>
                <a:lnTo>
                  <a:pt x="199" y="64"/>
                </a:lnTo>
                <a:lnTo>
                  <a:pt x="199" y="65"/>
                </a:lnTo>
                <a:lnTo>
                  <a:pt x="199" y="66"/>
                </a:lnTo>
                <a:lnTo>
                  <a:pt x="199" y="67"/>
                </a:lnTo>
                <a:lnTo>
                  <a:pt x="199" y="68"/>
                </a:lnTo>
                <a:lnTo>
                  <a:pt x="199" y="69"/>
                </a:lnTo>
                <a:lnTo>
                  <a:pt x="198" y="70"/>
                </a:lnTo>
                <a:lnTo>
                  <a:pt x="197" y="70"/>
                </a:lnTo>
                <a:lnTo>
                  <a:pt x="197" y="71"/>
                </a:lnTo>
                <a:lnTo>
                  <a:pt x="196" y="71"/>
                </a:lnTo>
                <a:lnTo>
                  <a:pt x="196" y="72"/>
                </a:lnTo>
                <a:lnTo>
                  <a:pt x="195" y="72"/>
                </a:lnTo>
                <a:lnTo>
                  <a:pt x="195" y="73"/>
                </a:lnTo>
                <a:lnTo>
                  <a:pt x="196" y="72"/>
                </a:lnTo>
                <a:lnTo>
                  <a:pt x="196" y="73"/>
                </a:lnTo>
                <a:lnTo>
                  <a:pt x="195" y="74"/>
                </a:lnTo>
                <a:lnTo>
                  <a:pt x="195" y="75"/>
                </a:lnTo>
                <a:lnTo>
                  <a:pt x="194" y="76"/>
                </a:lnTo>
                <a:lnTo>
                  <a:pt x="193" y="76"/>
                </a:lnTo>
                <a:lnTo>
                  <a:pt x="192" y="77"/>
                </a:lnTo>
                <a:lnTo>
                  <a:pt x="192" y="76"/>
                </a:lnTo>
                <a:lnTo>
                  <a:pt x="191" y="76"/>
                </a:lnTo>
                <a:lnTo>
                  <a:pt x="190" y="76"/>
                </a:lnTo>
                <a:lnTo>
                  <a:pt x="189" y="77"/>
                </a:lnTo>
                <a:lnTo>
                  <a:pt x="188" y="77"/>
                </a:lnTo>
                <a:lnTo>
                  <a:pt x="188" y="78"/>
                </a:lnTo>
                <a:lnTo>
                  <a:pt x="187" y="78"/>
                </a:lnTo>
                <a:lnTo>
                  <a:pt x="187" y="79"/>
                </a:lnTo>
                <a:lnTo>
                  <a:pt x="187" y="80"/>
                </a:lnTo>
                <a:lnTo>
                  <a:pt x="187" y="81"/>
                </a:lnTo>
                <a:lnTo>
                  <a:pt x="187" y="82"/>
                </a:lnTo>
                <a:lnTo>
                  <a:pt x="187" y="83"/>
                </a:lnTo>
                <a:lnTo>
                  <a:pt x="188" y="84"/>
                </a:lnTo>
                <a:lnTo>
                  <a:pt x="188" y="85"/>
                </a:lnTo>
                <a:lnTo>
                  <a:pt x="187" y="86"/>
                </a:lnTo>
                <a:lnTo>
                  <a:pt x="186" y="86"/>
                </a:lnTo>
                <a:lnTo>
                  <a:pt x="186" y="87"/>
                </a:lnTo>
                <a:lnTo>
                  <a:pt x="185" y="87"/>
                </a:lnTo>
                <a:lnTo>
                  <a:pt x="184" y="87"/>
                </a:lnTo>
                <a:lnTo>
                  <a:pt x="183" y="88"/>
                </a:lnTo>
                <a:lnTo>
                  <a:pt x="183" y="89"/>
                </a:lnTo>
                <a:lnTo>
                  <a:pt x="184" y="90"/>
                </a:lnTo>
                <a:lnTo>
                  <a:pt x="184" y="91"/>
                </a:lnTo>
                <a:lnTo>
                  <a:pt x="184" y="92"/>
                </a:lnTo>
                <a:lnTo>
                  <a:pt x="183" y="93"/>
                </a:lnTo>
                <a:lnTo>
                  <a:pt x="183" y="94"/>
                </a:lnTo>
                <a:lnTo>
                  <a:pt x="182" y="94"/>
                </a:lnTo>
                <a:lnTo>
                  <a:pt x="182" y="95"/>
                </a:lnTo>
                <a:lnTo>
                  <a:pt x="182" y="96"/>
                </a:lnTo>
                <a:lnTo>
                  <a:pt x="182" y="97"/>
                </a:lnTo>
                <a:lnTo>
                  <a:pt x="181" y="98"/>
                </a:lnTo>
                <a:lnTo>
                  <a:pt x="180" y="98"/>
                </a:lnTo>
                <a:lnTo>
                  <a:pt x="180" y="99"/>
                </a:lnTo>
                <a:lnTo>
                  <a:pt x="180" y="100"/>
                </a:lnTo>
                <a:lnTo>
                  <a:pt x="179" y="101"/>
                </a:lnTo>
                <a:lnTo>
                  <a:pt x="179" y="102"/>
                </a:lnTo>
                <a:lnTo>
                  <a:pt x="179" y="103"/>
                </a:lnTo>
                <a:lnTo>
                  <a:pt x="178" y="102"/>
                </a:lnTo>
                <a:lnTo>
                  <a:pt x="178" y="103"/>
                </a:lnTo>
                <a:lnTo>
                  <a:pt x="177" y="103"/>
                </a:lnTo>
                <a:lnTo>
                  <a:pt x="177" y="104"/>
                </a:lnTo>
                <a:lnTo>
                  <a:pt x="176" y="104"/>
                </a:lnTo>
                <a:lnTo>
                  <a:pt x="177" y="105"/>
                </a:lnTo>
                <a:lnTo>
                  <a:pt x="177" y="106"/>
                </a:lnTo>
                <a:lnTo>
                  <a:pt x="177" y="107"/>
                </a:lnTo>
                <a:lnTo>
                  <a:pt x="177" y="108"/>
                </a:lnTo>
                <a:lnTo>
                  <a:pt x="176" y="108"/>
                </a:lnTo>
                <a:lnTo>
                  <a:pt x="176" y="109"/>
                </a:lnTo>
                <a:lnTo>
                  <a:pt x="177" y="109"/>
                </a:lnTo>
                <a:lnTo>
                  <a:pt x="177" y="108"/>
                </a:lnTo>
                <a:lnTo>
                  <a:pt x="177" y="107"/>
                </a:lnTo>
                <a:lnTo>
                  <a:pt x="177" y="106"/>
                </a:lnTo>
                <a:lnTo>
                  <a:pt x="177" y="105"/>
                </a:lnTo>
                <a:lnTo>
                  <a:pt x="178" y="105"/>
                </a:lnTo>
                <a:lnTo>
                  <a:pt x="178" y="106"/>
                </a:lnTo>
                <a:lnTo>
                  <a:pt x="178" y="107"/>
                </a:lnTo>
                <a:lnTo>
                  <a:pt x="178" y="108"/>
                </a:lnTo>
                <a:lnTo>
                  <a:pt x="178" y="109"/>
                </a:lnTo>
                <a:lnTo>
                  <a:pt x="178" y="110"/>
                </a:lnTo>
                <a:lnTo>
                  <a:pt x="178" y="112"/>
                </a:lnTo>
                <a:lnTo>
                  <a:pt x="177" y="113"/>
                </a:lnTo>
                <a:lnTo>
                  <a:pt x="177" y="114"/>
                </a:lnTo>
                <a:lnTo>
                  <a:pt x="175" y="114"/>
                </a:lnTo>
                <a:lnTo>
                  <a:pt x="175" y="115"/>
                </a:lnTo>
                <a:lnTo>
                  <a:pt x="174" y="115"/>
                </a:lnTo>
                <a:lnTo>
                  <a:pt x="174" y="116"/>
                </a:lnTo>
                <a:lnTo>
                  <a:pt x="174" y="117"/>
                </a:lnTo>
                <a:lnTo>
                  <a:pt x="173" y="118"/>
                </a:lnTo>
                <a:lnTo>
                  <a:pt x="173" y="119"/>
                </a:lnTo>
                <a:lnTo>
                  <a:pt x="173" y="120"/>
                </a:lnTo>
                <a:lnTo>
                  <a:pt x="173" y="122"/>
                </a:lnTo>
                <a:lnTo>
                  <a:pt x="173" y="124"/>
                </a:lnTo>
                <a:lnTo>
                  <a:pt x="172" y="125"/>
                </a:lnTo>
                <a:lnTo>
                  <a:pt x="172" y="127"/>
                </a:lnTo>
                <a:lnTo>
                  <a:pt x="173" y="128"/>
                </a:lnTo>
                <a:lnTo>
                  <a:pt x="173" y="129"/>
                </a:lnTo>
                <a:lnTo>
                  <a:pt x="173" y="130"/>
                </a:lnTo>
                <a:lnTo>
                  <a:pt x="172" y="129"/>
                </a:lnTo>
                <a:lnTo>
                  <a:pt x="172" y="130"/>
                </a:lnTo>
                <a:lnTo>
                  <a:pt x="171" y="130"/>
                </a:lnTo>
                <a:lnTo>
                  <a:pt x="170" y="130"/>
                </a:lnTo>
                <a:lnTo>
                  <a:pt x="170" y="131"/>
                </a:lnTo>
                <a:lnTo>
                  <a:pt x="169" y="131"/>
                </a:lnTo>
                <a:lnTo>
                  <a:pt x="170" y="131"/>
                </a:lnTo>
                <a:lnTo>
                  <a:pt x="169" y="132"/>
                </a:lnTo>
                <a:lnTo>
                  <a:pt x="168" y="132"/>
                </a:lnTo>
                <a:lnTo>
                  <a:pt x="168" y="131"/>
                </a:lnTo>
                <a:lnTo>
                  <a:pt x="168" y="132"/>
                </a:lnTo>
                <a:lnTo>
                  <a:pt x="168" y="133"/>
                </a:lnTo>
                <a:lnTo>
                  <a:pt x="168" y="134"/>
                </a:lnTo>
                <a:lnTo>
                  <a:pt x="169" y="134"/>
                </a:lnTo>
                <a:lnTo>
                  <a:pt x="168" y="134"/>
                </a:lnTo>
                <a:lnTo>
                  <a:pt x="168" y="135"/>
                </a:lnTo>
                <a:lnTo>
                  <a:pt x="166" y="135"/>
                </a:lnTo>
                <a:lnTo>
                  <a:pt x="165" y="135"/>
                </a:lnTo>
                <a:lnTo>
                  <a:pt x="165" y="136"/>
                </a:lnTo>
                <a:lnTo>
                  <a:pt x="166" y="136"/>
                </a:lnTo>
                <a:lnTo>
                  <a:pt x="165" y="136"/>
                </a:lnTo>
                <a:lnTo>
                  <a:pt x="165" y="137"/>
                </a:lnTo>
                <a:lnTo>
                  <a:pt x="166" y="138"/>
                </a:lnTo>
                <a:lnTo>
                  <a:pt x="167" y="138"/>
                </a:lnTo>
                <a:lnTo>
                  <a:pt x="168" y="138"/>
                </a:lnTo>
                <a:lnTo>
                  <a:pt x="168" y="139"/>
                </a:lnTo>
                <a:lnTo>
                  <a:pt x="169" y="139"/>
                </a:lnTo>
                <a:lnTo>
                  <a:pt x="170" y="139"/>
                </a:lnTo>
                <a:lnTo>
                  <a:pt x="170" y="140"/>
                </a:lnTo>
                <a:lnTo>
                  <a:pt x="171" y="140"/>
                </a:lnTo>
                <a:lnTo>
                  <a:pt x="171" y="139"/>
                </a:lnTo>
                <a:lnTo>
                  <a:pt x="172" y="139"/>
                </a:lnTo>
                <a:lnTo>
                  <a:pt x="173" y="139"/>
                </a:lnTo>
                <a:lnTo>
                  <a:pt x="172" y="138"/>
                </a:lnTo>
                <a:lnTo>
                  <a:pt x="171" y="137"/>
                </a:lnTo>
                <a:lnTo>
                  <a:pt x="171" y="136"/>
                </a:lnTo>
                <a:lnTo>
                  <a:pt x="172" y="136"/>
                </a:lnTo>
                <a:lnTo>
                  <a:pt x="172" y="135"/>
                </a:lnTo>
                <a:lnTo>
                  <a:pt x="171" y="134"/>
                </a:lnTo>
                <a:lnTo>
                  <a:pt x="171" y="133"/>
                </a:lnTo>
                <a:lnTo>
                  <a:pt x="171" y="131"/>
                </a:lnTo>
                <a:lnTo>
                  <a:pt x="171" y="130"/>
                </a:lnTo>
                <a:lnTo>
                  <a:pt x="172" y="130"/>
                </a:lnTo>
                <a:lnTo>
                  <a:pt x="173" y="131"/>
                </a:lnTo>
                <a:lnTo>
                  <a:pt x="173" y="132"/>
                </a:lnTo>
                <a:lnTo>
                  <a:pt x="173" y="133"/>
                </a:lnTo>
                <a:lnTo>
                  <a:pt x="173" y="134"/>
                </a:lnTo>
                <a:lnTo>
                  <a:pt x="173" y="135"/>
                </a:lnTo>
                <a:lnTo>
                  <a:pt x="173" y="136"/>
                </a:lnTo>
                <a:lnTo>
                  <a:pt x="173" y="137"/>
                </a:lnTo>
                <a:lnTo>
                  <a:pt x="173" y="138"/>
                </a:lnTo>
                <a:lnTo>
                  <a:pt x="174" y="138"/>
                </a:lnTo>
                <a:lnTo>
                  <a:pt x="174" y="139"/>
                </a:lnTo>
                <a:lnTo>
                  <a:pt x="174" y="140"/>
                </a:lnTo>
                <a:lnTo>
                  <a:pt x="175" y="140"/>
                </a:lnTo>
                <a:lnTo>
                  <a:pt x="175" y="141"/>
                </a:lnTo>
                <a:lnTo>
                  <a:pt x="174" y="141"/>
                </a:lnTo>
                <a:lnTo>
                  <a:pt x="174" y="140"/>
                </a:lnTo>
                <a:lnTo>
                  <a:pt x="173" y="140"/>
                </a:lnTo>
                <a:lnTo>
                  <a:pt x="173" y="141"/>
                </a:lnTo>
                <a:lnTo>
                  <a:pt x="173" y="142"/>
                </a:lnTo>
                <a:lnTo>
                  <a:pt x="172" y="142"/>
                </a:lnTo>
                <a:lnTo>
                  <a:pt x="172" y="141"/>
                </a:lnTo>
                <a:lnTo>
                  <a:pt x="171" y="141"/>
                </a:lnTo>
                <a:lnTo>
                  <a:pt x="171" y="142"/>
                </a:lnTo>
                <a:lnTo>
                  <a:pt x="170" y="143"/>
                </a:lnTo>
                <a:lnTo>
                  <a:pt x="170" y="142"/>
                </a:lnTo>
                <a:lnTo>
                  <a:pt x="169" y="142"/>
                </a:lnTo>
                <a:lnTo>
                  <a:pt x="168" y="142"/>
                </a:lnTo>
                <a:lnTo>
                  <a:pt x="168" y="143"/>
                </a:lnTo>
                <a:lnTo>
                  <a:pt x="167" y="144"/>
                </a:lnTo>
                <a:lnTo>
                  <a:pt x="167" y="145"/>
                </a:lnTo>
                <a:lnTo>
                  <a:pt x="167" y="146"/>
                </a:lnTo>
                <a:lnTo>
                  <a:pt x="166" y="146"/>
                </a:lnTo>
                <a:lnTo>
                  <a:pt x="165" y="146"/>
                </a:lnTo>
                <a:lnTo>
                  <a:pt x="165" y="147"/>
                </a:lnTo>
                <a:lnTo>
                  <a:pt x="165" y="148"/>
                </a:lnTo>
                <a:lnTo>
                  <a:pt x="165" y="151"/>
                </a:lnTo>
                <a:lnTo>
                  <a:pt x="165" y="152"/>
                </a:lnTo>
                <a:lnTo>
                  <a:pt x="164" y="153"/>
                </a:lnTo>
                <a:lnTo>
                  <a:pt x="163" y="153"/>
                </a:lnTo>
                <a:lnTo>
                  <a:pt x="164" y="153"/>
                </a:lnTo>
                <a:lnTo>
                  <a:pt x="163" y="153"/>
                </a:lnTo>
                <a:lnTo>
                  <a:pt x="163" y="152"/>
                </a:lnTo>
                <a:lnTo>
                  <a:pt x="162" y="152"/>
                </a:lnTo>
                <a:lnTo>
                  <a:pt x="161" y="152"/>
                </a:lnTo>
                <a:lnTo>
                  <a:pt x="160" y="152"/>
                </a:lnTo>
                <a:lnTo>
                  <a:pt x="159" y="153"/>
                </a:lnTo>
                <a:lnTo>
                  <a:pt x="158" y="153"/>
                </a:lnTo>
                <a:lnTo>
                  <a:pt x="158" y="152"/>
                </a:lnTo>
                <a:lnTo>
                  <a:pt x="157" y="152"/>
                </a:lnTo>
                <a:lnTo>
                  <a:pt x="156" y="152"/>
                </a:lnTo>
                <a:lnTo>
                  <a:pt x="156" y="153"/>
                </a:lnTo>
                <a:lnTo>
                  <a:pt x="156" y="152"/>
                </a:lnTo>
                <a:lnTo>
                  <a:pt x="157" y="152"/>
                </a:lnTo>
                <a:lnTo>
                  <a:pt x="157" y="151"/>
                </a:lnTo>
                <a:lnTo>
                  <a:pt x="158" y="151"/>
                </a:lnTo>
                <a:lnTo>
                  <a:pt x="159" y="150"/>
                </a:lnTo>
                <a:lnTo>
                  <a:pt x="160" y="151"/>
                </a:lnTo>
                <a:lnTo>
                  <a:pt x="161" y="151"/>
                </a:lnTo>
                <a:lnTo>
                  <a:pt x="161" y="150"/>
                </a:lnTo>
                <a:lnTo>
                  <a:pt x="161" y="151"/>
                </a:lnTo>
                <a:lnTo>
                  <a:pt x="162" y="151"/>
                </a:lnTo>
                <a:lnTo>
                  <a:pt x="163" y="150"/>
                </a:lnTo>
                <a:lnTo>
                  <a:pt x="163" y="151"/>
                </a:lnTo>
                <a:lnTo>
                  <a:pt x="164" y="151"/>
                </a:lnTo>
                <a:lnTo>
                  <a:pt x="164" y="150"/>
                </a:lnTo>
                <a:lnTo>
                  <a:pt x="163" y="149"/>
                </a:lnTo>
                <a:lnTo>
                  <a:pt x="162" y="149"/>
                </a:lnTo>
                <a:lnTo>
                  <a:pt x="161" y="149"/>
                </a:lnTo>
                <a:lnTo>
                  <a:pt x="162" y="150"/>
                </a:lnTo>
                <a:lnTo>
                  <a:pt x="162" y="151"/>
                </a:lnTo>
                <a:lnTo>
                  <a:pt x="161" y="150"/>
                </a:lnTo>
                <a:lnTo>
                  <a:pt x="160" y="150"/>
                </a:lnTo>
                <a:lnTo>
                  <a:pt x="159" y="150"/>
                </a:lnTo>
                <a:lnTo>
                  <a:pt x="158" y="150"/>
                </a:lnTo>
                <a:lnTo>
                  <a:pt x="156" y="152"/>
                </a:lnTo>
                <a:lnTo>
                  <a:pt x="155" y="152"/>
                </a:lnTo>
                <a:lnTo>
                  <a:pt x="156" y="152"/>
                </a:lnTo>
                <a:lnTo>
                  <a:pt x="156" y="153"/>
                </a:lnTo>
                <a:lnTo>
                  <a:pt x="155" y="153"/>
                </a:lnTo>
                <a:lnTo>
                  <a:pt x="154" y="153"/>
                </a:lnTo>
                <a:lnTo>
                  <a:pt x="153" y="153"/>
                </a:lnTo>
                <a:lnTo>
                  <a:pt x="152" y="152"/>
                </a:lnTo>
                <a:lnTo>
                  <a:pt x="151" y="153"/>
                </a:lnTo>
                <a:lnTo>
                  <a:pt x="150" y="153"/>
                </a:lnTo>
                <a:lnTo>
                  <a:pt x="149" y="154"/>
                </a:lnTo>
                <a:lnTo>
                  <a:pt x="148" y="154"/>
                </a:lnTo>
                <a:lnTo>
                  <a:pt x="147" y="156"/>
                </a:lnTo>
                <a:lnTo>
                  <a:pt x="147" y="157"/>
                </a:lnTo>
                <a:lnTo>
                  <a:pt x="146" y="156"/>
                </a:lnTo>
                <a:lnTo>
                  <a:pt x="145" y="157"/>
                </a:lnTo>
                <a:lnTo>
                  <a:pt x="144" y="158"/>
                </a:lnTo>
                <a:lnTo>
                  <a:pt x="143" y="159"/>
                </a:lnTo>
                <a:lnTo>
                  <a:pt x="142" y="160"/>
                </a:lnTo>
                <a:lnTo>
                  <a:pt x="142" y="161"/>
                </a:lnTo>
                <a:lnTo>
                  <a:pt x="141" y="161"/>
                </a:lnTo>
                <a:lnTo>
                  <a:pt x="140" y="161"/>
                </a:lnTo>
                <a:lnTo>
                  <a:pt x="140" y="162"/>
                </a:lnTo>
                <a:lnTo>
                  <a:pt x="139" y="163"/>
                </a:lnTo>
                <a:lnTo>
                  <a:pt x="139" y="164"/>
                </a:lnTo>
                <a:lnTo>
                  <a:pt x="138" y="165"/>
                </a:lnTo>
                <a:lnTo>
                  <a:pt x="138" y="164"/>
                </a:lnTo>
                <a:lnTo>
                  <a:pt x="137" y="165"/>
                </a:lnTo>
                <a:lnTo>
                  <a:pt x="136" y="165"/>
                </a:lnTo>
                <a:lnTo>
                  <a:pt x="136" y="166"/>
                </a:lnTo>
                <a:lnTo>
                  <a:pt x="136" y="167"/>
                </a:lnTo>
                <a:lnTo>
                  <a:pt x="135" y="167"/>
                </a:lnTo>
                <a:lnTo>
                  <a:pt x="135" y="168"/>
                </a:lnTo>
                <a:lnTo>
                  <a:pt x="135" y="170"/>
                </a:lnTo>
                <a:lnTo>
                  <a:pt x="134" y="170"/>
                </a:lnTo>
                <a:lnTo>
                  <a:pt x="134" y="171"/>
                </a:lnTo>
                <a:lnTo>
                  <a:pt x="134" y="172"/>
                </a:lnTo>
                <a:lnTo>
                  <a:pt x="133" y="174"/>
                </a:lnTo>
                <a:lnTo>
                  <a:pt x="133" y="177"/>
                </a:lnTo>
                <a:lnTo>
                  <a:pt x="133" y="178"/>
                </a:lnTo>
                <a:lnTo>
                  <a:pt x="133" y="179"/>
                </a:lnTo>
                <a:lnTo>
                  <a:pt x="132" y="180"/>
                </a:lnTo>
                <a:lnTo>
                  <a:pt x="131" y="180"/>
                </a:lnTo>
                <a:lnTo>
                  <a:pt x="132" y="180"/>
                </a:lnTo>
                <a:lnTo>
                  <a:pt x="132" y="179"/>
                </a:lnTo>
                <a:lnTo>
                  <a:pt x="131" y="179"/>
                </a:lnTo>
                <a:lnTo>
                  <a:pt x="132" y="179"/>
                </a:lnTo>
                <a:lnTo>
                  <a:pt x="132" y="177"/>
                </a:lnTo>
                <a:lnTo>
                  <a:pt x="131" y="175"/>
                </a:lnTo>
                <a:lnTo>
                  <a:pt x="130" y="177"/>
                </a:lnTo>
                <a:lnTo>
                  <a:pt x="130" y="178"/>
                </a:lnTo>
                <a:lnTo>
                  <a:pt x="130" y="179"/>
                </a:lnTo>
                <a:lnTo>
                  <a:pt x="131" y="179"/>
                </a:lnTo>
                <a:lnTo>
                  <a:pt x="130" y="179"/>
                </a:lnTo>
                <a:lnTo>
                  <a:pt x="129" y="179"/>
                </a:lnTo>
                <a:lnTo>
                  <a:pt x="129" y="180"/>
                </a:lnTo>
                <a:lnTo>
                  <a:pt x="129" y="181"/>
                </a:lnTo>
                <a:lnTo>
                  <a:pt x="129" y="180"/>
                </a:lnTo>
                <a:lnTo>
                  <a:pt x="129" y="179"/>
                </a:lnTo>
                <a:lnTo>
                  <a:pt x="130" y="179"/>
                </a:lnTo>
                <a:lnTo>
                  <a:pt x="130" y="180"/>
                </a:lnTo>
                <a:lnTo>
                  <a:pt x="131" y="180"/>
                </a:lnTo>
                <a:lnTo>
                  <a:pt x="132" y="180"/>
                </a:lnTo>
                <a:lnTo>
                  <a:pt x="131" y="181"/>
                </a:lnTo>
                <a:lnTo>
                  <a:pt x="131" y="182"/>
                </a:lnTo>
                <a:lnTo>
                  <a:pt x="130" y="182"/>
                </a:lnTo>
                <a:lnTo>
                  <a:pt x="129" y="182"/>
                </a:lnTo>
                <a:lnTo>
                  <a:pt x="128" y="182"/>
                </a:lnTo>
                <a:lnTo>
                  <a:pt x="128" y="183"/>
                </a:lnTo>
                <a:lnTo>
                  <a:pt x="127" y="183"/>
                </a:lnTo>
                <a:lnTo>
                  <a:pt x="126" y="184"/>
                </a:lnTo>
                <a:lnTo>
                  <a:pt x="126" y="183"/>
                </a:lnTo>
                <a:lnTo>
                  <a:pt x="126" y="182"/>
                </a:lnTo>
                <a:lnTo>
                  <a:pt x="125" y="182"/>
                </a:lnTo>
                <a:lnTo>
                  <a:pt x="124" y="182"/>
                </a:lnTo>
                <a:lnTo>
                  <a:pt x="123" y="182"/>
                </a:lnTo>
                <a:lnTo>
                  <a:pt x="123" y="181"/>
                </a:lnTo>
                <a:lnTo>
                  <a:pt x="123" y="180"/>
                </a:lnTo>
                <a:lnTo>
                  <a:pt x="124" y="180"/>
                </a:lnTo>
                <a:lnTo>
                  <a:pt x="125" y="181"/>
                </a:lnTo>
                <a:lnTo>
                  <a:pt x="126" y="181"/>
                </a:lnTo>
                <a:lnTo>
                  <a:pt x="127" y="181"/>
                </a:lnTo>
                <a:lnTo>
                  <a:pt x="128" y="180"/>
                </a:lnTo>
                <a:lnTo>
                  <a:pt x="128" y="179"/>
                </a:lnTo>
                <a:lnTo>
                  <a:pt x="129" y="178"/>
                </a:lnTo>
                <a:lnTo>
                  <a:pt x="129" y="177"/>
                </a:lnTo>
                <a:lnTo>
                  <a:pt x="129" y="175"/>
                </a:lnTo>
                <a:lnTo>
                  <a:pt x="128" y="175"/>
                </a:lnTo>
                <a:lnTo>
                  <a:pt x="128" y="177"/>
                </a:lnTo>
                <a:lnTo>
                  <a:pt x="128" y="178"/>
                </a:lnTo>
                <a:lnTo>
                  <a:pt x="127" y="178"/>
                </a:lnTo>
                <a:lnTo>
                  <a:pt x="126" y="177"/>
                </a:lnTo>
                <a:lnTo>
                  <a:pt x="126" y="178"/>
                </a:lnTo>
                <a:lnTo>
                  <a:pt x="125" y="177"/>
                </a:lnTo>
                <a:lnTo>
                  <a:pt x="125" y="178"/>
                </a:lnTo>
                <a:lnTo>
                  <a:pt x="124" y="179"/>
                </a:lnTo>
                <a:lnTo>
                  <a:pt x="123" y="180"/>
                </a:lnTo>
                <a:lnTo>
                  <a:pt x="122" y="180"/>
                </a:lnTo>
                <a:lnTo>
                  <a:pt x="121" y="179"/>
                </a:lnTo>
                <a:lnTo>
                  <a:pt x="120" y="179"/>
                </a:lnTo>
                <a:lnTo>
                  <a:pt x="119" y="179"/>
                </a:lnTo>
                <a:lnTo>
                  <a:pt x="118" y="179"/>
                </a:lnTo>
                <a:lnTo>
                  <a:pt x="117" y="180"/>
                </a:lnTo>
                <a:lnTo>
                  <a:pt x="116" y="180"/>
                </a:lnTo>
                <a:lnTo>
                  <a:pt x="115" y="180"/>
                </a:lnTo>
                <a:lnTo>
                  <a:pt x="115" y="181"/>
                </a:lnTo>
                <a:lnTo>
                  <a:pt x="114" y="182"/>
                </a:lnTo>
                <a:lnTo>
                  <a:pt x="112" y="182"/>
                </a:lnTo>
                <a:lnTo>
                  <a:pt x="111" y="183"/>
                </a:lnTo>
                <a:lnTo>
                  <a:pt x="110" y="183"/>
                </a:lnTo>
                <a:lnTo>
                  <a:pt x="110" y="182"/>
                </a:lnTo>
                <a:lnTo>
                  <a:pt x="110" y="181"/>
                </a:lnTo>
                <a:lnTo>
                  <a:pt x="109" y="181"/>
                </a:lnTo>
                <a:lnTo>
                  <a:pt x="108" y="181"/>
                </a:lnTo>
                <a:lnTo>
                  <a:pt x="107" y="181"/>
                </a:lnTo>
                <a:lnTo>
                  <a:pt x="106" y="181"/>
                </a:lnTo>
                <a:lnTo>
                  <a:pt x="106" y="182"/>
                </a:lnTo>
                <a:lnTo>
                  <a:pt x="105" y="182"/>
                </a:lnTo>
                <a:lnTo>
                  <a:pt x="103" y="183"/>
                </a:lnTo>
                <a:lnTo>
                  <a:pt x="103" y="184"/>
                </a:lnTo>
                <a:lnTo>
                  <a:pt x="102" y="187"/>
                </a:lnTo>
                <a:lnTo>
                  <a:pt x="101" y="187"/>
                </a:lnTo>
                <a:lnTo>
                  <a:pt x="101" y="189"/>
                </a:lnTo>
                <a:lnTo>
                  <a:pt x="101" y="190"/>
                </a:lnTo>
                <a:lnTo>
                  <a:pt x="100" y="191"/>
                </a:lnTo>
                <a:lnTo>
                  <a:pt x="100" y="192"/>
                </a:lnTo>
                <a:lnTo>
                  <a:pt x="100" y="193"/>
                </a:lnTo>
                <a:lnTo>
                  <a:pt x="100" y="194"/>
                </a:lnTo>
                <a:lnTo>
                  <a:pt x="101" y="194"/>
                </a:lnTo>
                <a:lnTo>
                  <a:pt x="102" y="194"/>
                </a:lnTo>
                <a:lnTo>
                  <a:pt x="101" y="194"/>
                </a:lnTo>
                <a:lnTo>
                  <a:pt x="100" y="194"/>
                </a:lnTo>
                <a:lnTo>
                  <a:pt x="100" y="195"/>
                </a:lnTo>
                <a:lnTo>
                  <a:pt x="99" y="195"/>
                </a:lnTo>
                <a:lnTo>
                  <a:pt x="99" y="194"/>
                </a:lnTo>
                <a:lnTo>
                  <a:pt x="99" y="193"/>
                </a:lnTo>
                <a:lnTo>
                  <a:pt x="98" y="193"/>
                </a:lnTo>
                <a:lnTo>
                  <a:pt x="98" y="194"/>
                </a:lnTo>
                <a:lnTo>
                  <a:pt x="97" y="194"/>
                </a:lnTo>
                <a:lnTo>
                  <a:pt x="97" y="193"/>
                </a:lnTo>
                <a:lnTo>
                  <a:pt x="96" y="194"/>
                </a:lnTo>
                <a:lnTo>
                  <a:pt x="96" y="195"/>
                </a:lnTo>
                <a:lnTo>
                  <a:pt x="97" y="195"/>
                </a:lnTo>
                <a:lnTo>
                  <a:pt x="98" y="195"/>
                </a:lnTo>
                <a:lnTo>
                  <a:pt x="98" y="194"/>
                </a:lnTo>
                <a:lnTo>
                  <a:pt x="98" y="193"/>
                </a:lnTo>
                <a:lnTo>
                  <a:pt x="98" y="194"/>
                </a:lnTo>
                <a:lnTo>
                  <a:pt x="98" y="195"/>
                </a:lnTo>
                <a:lnTo>
                  <a:pt x="99" y="195"/>
                </a:lnTo>
                <a:lnTo>
                  <a:pt x="100" y="195"/>
                </a:lnTo>
                <a:lnTo>
                  <a:pt x="101" y="195"/>
                </a:lnTo>
                <a:lnTo>
                  <a:pt x="102" y="196"/>
                </a:lnTo>
                <a:lnTo>
                  <a:pt x="102" y="197"/>
                </a:lnTo>
                <a:lnTo>
                  <a:pt x="102" y="198"/>
                </a:lnTo>
                <a:lnTo>
                  <a:pt x="101" y="198"/>
                </a:lnTo>
                <a:lnTo>
                  <a:pt x="101" y="199"/>
                </a:lnTo>
                <a:lnTo>
                  <a:pt x="101" y="200"/>
                </a:lnTo>
                <a:lnTo>
                  <a:pt x="100" y="200"/>
                </a:lnTo>
                <a:lnTo>
                  <a:pt x="100" y="199"/>
                </a:lnTo>
                <a:lnTo>
                  <a:pt x="99" y="199"/>
                </a:lnTo>
                <a:lnTo>
                  <a:pt x="98" y="200"/>
                </a:lnTo>
                <a:lnTo>
                  <a:pt x="98" y="201"/>
                </a:lnTo>
                <a:lnTo>
                  <a:pt x="99" y="201"/>
                </a:lnTo>
                <a:lnTo>
                  <a:pt x="99" y="202"/>
                </a:lnTo>
                <a:lnTo>
                  <a:pt x="98" y="202"/>
                </a:lnTo>
                <a:lnTo>
                  <a:pt x="97" y="201"/>
                </a:lnTo>
                <a:lnTo>
                  <a:pt x="97" y="200"/>
                </a:lnTo>
                <a:lnTo>
                  <a:pt x="98" y="199"/>
                </a:lnTo>
                <a:lnTo>
                  <a:pt x="97" y="198"/>
                </a:lnTo>
                <a:lnTo>
                  <a:pt x="96" y="198"/>
                </a:lnTo>
                <a:lnTo>
                  <a:pt x="95" y="198"/>
                </a:lnTo>
                <a:lnTo>
                  <a:pt x="93" y="198"/>
                </a:lnTo>
                <a:lnTo>
                  <a:pt x="92" y="198"/>
                </a:lnTo>
                <a:lnTo>
                  <a:pt x="92" y="199"/>
                </a:lnTo>
                <a:lnTo>
                  <a:pt x="91" y="199"/>
                </a:lnTo>
                <a:lnTo>
                  <a:pt x="90" y="200"/>
                </a:lnTo>
                <a:lnTo>
                  <a:pt x="90" y="201"/>
                </a:lnTo>
                <a:lnTo>
                  <a:pt x="90" y="202"/>
                </a:lnTo>
                <a:lnTo>
                  <a:pt x="91" y="203"/>
                </a:lnTo>
                <a:lnTo>
                  <a:pt x="91" y="204"/>
                </a:lnTo>
                <a:lnTo>
                  <a:pt x="90" y="204"/>
                </a:lnTo>
                <a:lnTo>
                  <a:pt x="90" y="203"/>
                </a:lnTo>
                <a:lnTo>
                  <a:pt x="90" y="204"/>
                </a:lnTo>
                <a:lnTo>
                  <a:pt x="89" y="204"/>
                </a:lnTo>
                <a:lnTo>
                  <a:pt x="88" y="204"/>
                </a:lnTo>
                <a:lnTo>
                  <a:pt x="88" y="203"/>
                </a:lnTo>
                <a:lnTo>
                  <a:pt x="87" y="204"/>
                </a:lnTo>
                <a:lnTo>
                  <a:pt x="87" y="205"/>
                </a:lnTo>
                <a:lnTo>
                  <a:pt x="87" y="206"/>
                </a:lnTo>
                <a:lnTo>
                  <a:pt x="87" y="205"/>
                </a:lnTo>
                <a:lnTo>
                  <a:pt x="85" y="204"/>
                </a:lnTo>
                <a:lnTo>
                  <a:pt x="86" y="204"/>
                </a:lnTo>
                <a:lnTo>
                  <a:pt x="86" y="203"/>
                </a:lnTo>
                <a:lnTo>
                  <a:pt x="86" y="202"/>
                </a:lnTo>
                <a:lnTo>
                  <a:pt x="87" y="202"/>
                </a:lnTo>
                <a:lnTo>
                  <a:pt x="87" y="201"/>
                </a:lnTo>
                <a:lnTo>
                  <a:pt x="86" y="201"/>
                </a:lnTo>
                <a:lnTo>
                  <a:pt x="85" y="200"/>
                </a:lnTo>
                <a:lnTo>
                  <a:pt x="86" y="200"/>
                </a:lnTo>
                <a:lnTo>
                  <a:pt x="85" y="200"/>
                </a:lnTo>
                <a:lnTo>
                  <a:pt x="84" y="199"/>
                </a:lnTo>
                <a:lnTo>
                  <a:pt x="85" y="198"/>
                </a:lnTo>
                <a:lnTo>
                  <a:pt x="86" y="198"/>
                </a:lnTo>
                <a:lnTo>
                  <a:pt x="87" y="197"/>
                </a:lnTo>
                <a:lnTo>
                  <a:pt x="87" y="196"/>
                </a:lnTo>
                <a:lnTo>
                  <a:pt x="86" y="196"/>
                </a:lnTo>
                <a:lnTo>
                  <a:pt x="86" y="197"/>
                </a:lnTo>
                <a:lnTo>
                  <a:pt x="86" y="198"/>
                </a:lnTo>
                <a:lnTo>
                  <a:pt x="85" y="198"/>
                </a:lnTo>
                <a:lnTo>
                  <a:pt x="84" y="198"/>
                </a:lnTo>
                <a:lnTo>
                  <a:pt x="83" y="198"/>
                </a:lnTo>
                <a:lnTo>
                  <a:pt x="83" y="199"/>
                </a:lnTo>
                <a:lnTo>
                  <a:pt x="84" y="199"/>
                </a:lnTo>
                <a:lnTo>
                  <a:pt x="84" y="201"/>
                </a:lnTo>
                <a:lnTo>
                  <a:pt x="83" y="201"/>
                </a:lnTo>
                <a:lnTo>
                  <a:pt x="83" y="200"/>
                </a:lnTo>
                <a:lnTo>
                  <a:pt x="82" y="199"/>
                </a:lnTo>
                <a:lnTo>
                  <a:pt x="81" y="199"/>
                </a:lnTo>
                <a:lnTo>
                  <a:pt x="81" y="200"/>
                </a:lnTo>
                <a:lnTo>
                  <a:pt x="81" y="201"/>
                </a:lnTo>
                <a:lnTo>
                  <a:pt x="80" y="200"/>
                </a:lnTo>
                <a:lnTo>
                  <a:pt x="80" y="201"/>
                </a:lnTo>
                <a:lnTo>
                  <a:pt x="79" y="202"/>
                </a:lnTo>
                <a:lnTo>
                  <a:pt x="79" y="203"/>
                </a:lnTo>
                <a:lnTo>
                  <a:pt x="78" y="203"/>
                </a:lnTo>
                <a:lnTo>
                  <a:pt x="78" y="202"/>
                </a:lnTo>
                <a:lnTo>
                  <a:pt x="78" y="201"/>
                </a:lnTo>
                <a:lnTo>
                  <a:pt x="78" y="200"/>
                </a:lnTo>
                <a:lnTo>
                  <a:pt x="79" y="200"/>
                </a:lnTo>
                <a:lnTo>
                  <a:pt x="79" y="199"/>
                </a:lnTo>
                <a:lnTo>
                  <a:pt x="79" y="198"/>
                </a:lnTo>
                <a:lnTo>
                  <a:pt x="80" y="198"/>
                </a:lnTo>
                <a:lnTo>
                  <a:pt x="80" y="196"/>
                </a:lnTo>
                <a:lnTo>
                  <a:pt x="79" y="195"/>
                </a:lnTo>
                <a:lnTo>
                  <a:pt x="78" y="194"/>
                </a:lnTo>
                <a:lnTo>
                  <a:pt x="77" y="194"/>
                </a:lnTo>
                <a:lnTo>
                  <a:pt x="77" y="193"/>
                </a:lnTo>
                <a:lnTo>
                  <a:pt x="76" y="193"/>
                </a:lnTo>
                <a:lnTo>
                  <a:pt x="75" y="193"/>
                </a:lnTo>
                <a:lnTo>
                  <a:pt x="74" y="192"/>
                </a:lnTo>
                <a:lnTo>
                  <a:pt x="69" y="192"/>
                </a:lnTo>
                <a:lnTo>
                  <a:pt x="68" y="192"/>
                </a:lnTo>
                <a:lnTo>
                  <a:pt x="67" y="192"/>
                </a:lnTo>
                <a:lnTo>
                  <a:pt x="66" y="192"/>
                </a:lnTo>
                <a:lnTo>
                  <a:pt x="66" y="191"/>
                </a:lnTo>
                <a:lnTo>
                  <a:pt x="65" y="191"/>
                </a:lnTo>
                <a:lnTo>
                  <a:pt x="64" y="191"/>
                </a:lnTo>
                <a:lnTo>
                  <a:pt x="61" y="191"/>
                </a:lnTo>
                <a:lnTo>
                  <a:pt x="60" y="191"/>
                </a:lnTo>
                <a:lnTo>
                  <a:pt x="59" y="191"/>
                </a:lnTo>
                <a:lnTo>
                  <a:pt x="58" y="191"/>
                </a:lnTo>
                <a:lnTo>
                  <a:pt x="57" y="191"/>
                </a:lnTo>
                <a:lnTo>
                  <a:pt x="56" y="191"/>
                </a:lnTo>
                <a:lnTo>
                  <a:pt x="55" y="191"/>
                </a:lnTo>
                <a:lnTo>
                  <a:pt x="54" y="192"/>
                </a:lnTo>
                <a:lnTo>
                  <a:pt x="53" y="192"/>
                </a:lnTo>
                <a:lnTo>
                  <a:pt x="53" y="193"/>
                </a:lnTo>
                <a:lnTo>
                  <a:pt x="52" y="193"/>
                </a:lnTo>
                <a:lnTo>
                  <a:pt x="51" y="193"/>
                </a:lnTo>
                <a:lnTo>
                  <a:pt x="50" y="192"/>
                </a:lnTo>
                <a:lnTo>
                  <a:pt x="49" y="192"/>
                </a:lnTo>
                <a:lnTo>
                  <a:pt x="49" y="191"/>
                </a:lnTo>
                <a:lnTo>
                  <a:pt x="48" y="190"/>
                </a:lnTo>
                <a:lnTo>
                  <a:pt x="48" y="189"/>
                </a:lnTo>
                <a:lnTo>
                  <a:pt x="49" y="189"/>
                </a:lnTo>
                <a:lnTo>
                  <a:pt x="48" y="188"/>
                </a:lnTo>
                <a:lnTo>
                  <a:pt x="48" y="187"/>
                </a:lnTo>
                <a:lnTo>
                  <a:pt x="47" y="187"/>
                </a:lnTo>
                <a:lnTo>
                  <a:pt x="46" y="187"/>
                </a:lnTo>
                <a:lnTo>
                  <a:pt x="46" y="186"/>
                </a:lnTo>
                <a:lnTo>
                  <a:pt x="45" y="185"/>
                </a:lnTo>
                <a:lnTo>
                  <a:pt x="44" y="185"/>
                </a:lnTo>
                <a:lnTo>
                  <a:pt x="44" y="184"/>
                </a:lnTo>
                <a:lnTo>
                  <a:pt x="43" y="184"/>
                </a:lnTo>
                <a:lnTo>
                  <a:pt x="41" y="184"/>
                </a:lnTo>
                <a:lnTo>
                  <a:pt x="39" y="184"/>
                </a:lnTo>
                <a:lnTo>
                  <a:pt x="38" y="184"/>
                </a:lnTo>
                <a:lnTo>
                  <a:pt x="37" y="185"/>
                </a:lnTo>
                <a:lnTo>
                  <a:pt x="36" y="185"/>
                </a:lnTo>
                <a:lnTo>
                  <a:pt x="34" y="185"/>
                </a:lnTo>
                <a:lnTo>
                  <a:pt x="34" y="184"/>
                </a:lnTo>
                <a:lnTo>
                  <a:pt x="34" y="183"/>
                </a:lnTo>
                <a:lnTo>
                  <a:pt x="33" y="183"/>
                </a:lnTo>
                <a:lnTo>
                  <a:pt x="32" y="183"/>
                </a:lnTo>
                <a:lnTo>
                  <a:pt x="32" y="181"/>
                </a:lnTo>
                <a:lnTo>
                  <a:pt x="31" y="181"/>
                </a:lnTo>
                <a:lnTo>
                  <a:pt x="31" y="180"/>
                </a:lnTo>
                <a:lnTo>
                  <a:pt x="30" y="180"/>
                </a:lnTo>
                <a:lnTo>
                  <a:pt x="29" y="180"/>
                </a:lnTo>
                <a:lnTo>
                  <a:pt x="28" y="179"/>
                </a:lnTo>
                <a:lnTo>
                  <a:pt x="27" y="179"/>
                </a:lnTo>
                <a:lnTo>
                  <a:pt x="26" y="179"/>
                </a:lnTo>
                <a:lnTo>
                  <a:pt x="25" y="179"/>
                </a:lnTo>
                <a:lnTo>
                  <a:pt x="23" y="178"/>
                </a:lnTo>
                <a:lnTo>
                  <a:pt x="23" y="177"/>
                </a:lnTo>
                <a:lnTo>
                  <a:pt x="22" y="177"/>
                </a:lnTo>
                <a:lnTo>
                  <a:pt x="22" y="175"/>
                </a:lnTo>
                <a:lnTo>
                  <a:pt x="21" y="175"/>
                </a:lnTo>
                <a:lnTo>
                  <a:pt x="21" y="174"/>
                </a:lnTo>
                <a:lnTo>
                  <a:pt x="20" y="174"/>
                </a:lnTo>
                <a:lnTo>
                  <a:pt x="19" y="173"/>
                </a:lnTo>
                <a:lnTo>
                  <a:pt x="18" y="173"/>
                </a:lnTo>
                <a:lnTo>
                  <a:pt x="16" y="172"/>
                </a:lnTo>
                <a:lnTo>
                  <a:pt x="15" y="171"/>
                </a:lnTo>
                <a:lnTo>
                  <a:pt x="14" y="171"/>
                </a:lnTo>
                <a:lnTo>
                  <a:pt x="13" y="171"/>
                </a:lnTo>
                <a:lnTo>
                  <a:pt x="12" y="171"/>
                </a:lnTo>
                <a:lnTo>
                  <a:pt x="9" y="170"/>
                </a:lnTo>
                <a:lnTo>
                  <a:pt x="8" y="170"/>
                </a:lnTo>
                <a:lnTo>
                  <a:pt x="7" y="169"/>
                </a:lnTo>
                <a:lnTo>
                  <a:pt x="7" y="168"/>
                </a:lnTo>
                <a:lnTo>
                  <a:pt x="7" y="167"/>
                </a:lnTo>
                <a:lnTo>
                  <a:pt x="6" y="166"/>
                </a:lnTo>
                <a:lnTo>
                  <a:pt x="6" y="165"/>
                </a:lnTo>
                <a:lnTo>
                  <a:pt x="6" y="164"/>
                </a:lnTo>
                <a:lnTo>
                  <a:pt x="6" y="163"/>
                </a:lnTo>
                <a:lnTo>
                  <a:pt x="6" y="162"/>
                </a:lnTo>
                <a:lnTo>
                  <a:pt x="7" y="162"/>
                </a:lnTo>
                <a:lnTo>
                  <a:pt x="7" y="161"/>
                </a:lnTo>
                <a:lnTo>
                  <a:pt x="7" y="160"/>
                </a:lnTo>
                <a:lnTo>
                  <a:pt x="8" y="160"/>
                </a:lnTo>
                <a:lnTo>
                  <a:pt x="8" y="159"/>
                </a:lnTo>
                <a:lnTo>
                  <a:pt x="8" y="157"/>
                </a:lnTo>
                <a:lnTo>
                  <a:pt x="8" y="156"/>
                </a:lnTo>
                <a:lnTo>
                  <a:pt x="8" y="155"/>
                </a:lnTo>
                <a:lnTo>
                  <a:pt x="8" y="154"/>
                </a:lnTo>
                <a:lnTo>
                  <a:pt x="8" y="153"/>
                </a:lnTo>
                <a:lnTo>
                  <a:pt x="8" y="152"/>
                </a:lnTo>
                <a:lnTo>
                  <a:pt x="8" y="151"/>
                </a:lnTo>
                <a:lnTo>
                  <a:pt x="8" y="150"/>
                </a:lnTo>
                <a:lnTo>
                  <a:pt x="8" y="149"/>
                </a:lnTo>
                <a:lnTo>
                  <a:pt x="8" y="148"/>
                </a:lnTo>
                <a:lnTo>
                  <a:pt x="8" y="147"/>
                </a:lnTo>
                <a:lnTo>
                  <a:pt x="8" y="146"/>
                </a:lnTo>
                <a:lnTo>
                  <a:pt x="8" y="145"/>
                </a:lnTo>
                <a:lnTo>
                  <a:pt x="7" y="144"/>
                </a:lnTo>
                <a:lnTo>
                  <a:pt x="6" y="141"/>
                </a:lnTo>
                <a:lnTo>
                  <a:pt x="6" y="140"/>
                </a:lnTo>
                <a:lnTo>
                  <a:pt x="5" y="138"/>
                </a:lnTo>
                <a:lnTo>
                  <a:pt x="4" y="138"/>
                </a:lnTo>
                <a:lnTo>
                  <a:pt x="3" y="137"/>
                </a:lnTo>
                <a:lnTo>
                  <a:pt x="2" y="137"/>
                </a:lnTo>
                <a:lnTo>
                  <a:pt x="1" y="137"/>
                </a:lnTo>
                <a:lnTo>
                  <a:pt x="1" y="135"/>
                </a:lnTo>
                <a:lnTo>
                  <a:pt x="1" y="134"/>
                </a:lnTo>
                <a:lnTo>
                  <a:pt x="2" y="134"/>
                </a:lnTo>
                <a:lnTo>
                  <a:pt x="2" y="133"/>
                </a:lnTo>
                <a:lnTo>
                  <a:pt x="3" y="133"/>
                </a:lnTo>
                <a:lnTo>
                  <a:pt x="3" y="132"/>
                </a:lnTo>
                <a:lnTo>
                  <a:pt x="2" y="132"/>
                </a:lnTo>
                <a:lnTo>
                  <a:pt x="3" y="131"/>
                </a:lnTo>
                <a:lnTo>
                  <a:pt x="4" y="130"/>
                </a:lnTo>
                <a:lnTo>
                  <a:pt x="4" y="129"/>
                </a:lnTo>
                <a:lnTo>
                  <a:pt x="4" y="128"/>
                </a:lnTo>
                <a:lnTo>
                  <a:pt x="4" y="127"/>
                </a:lnTo>
                <a:lnTo>
                  <a:pt x="4" y="126"/>
                </a:lnTo>
                <a:lnTo>
                  <a:pt x="4" y="125"/>
                </a:lnTo>
                <a:lnTo>
                  <a:pt x="4" y="124"/>
                </a:lnTo>
                <a:lnTo>
                  <a:pt x="4" y="123"/>
                </a:lnTo>
                <a:lnTo>
                  <a:pt x="3" y="123"/>
                </a:lnTo>
                <a:lnTo>
                  <a:pt x="3" y="122"/>
                </a:lnTo>
                <a:lnTo>
                  <a:pt x="3" y="121"/>
                </a:lnTo>
                <a:lnTo>
                  <a:pt x="3" y="119"/>
                </a:lnTo>
                <a:lnTo>
                  <a:pt x="3" y="118"/>
                </a:lnTo>
                <a:lnTo>
                  <a:pt x="3" y="117"/>
                </a:lnTo>
                <a:lnTo>
                  <a:pt x="2" y="115"/>
                </a:lnTo>
                <a:lnTo>
                  <a:pt x="2" y="114"/>
                </a:lnTo>
                <a:lnTo>
                  <a:pt x="2" y="112"/>
                </a:lnTo>
                <a:lnTo>
                  <a:pt x="1" y="112"/>
                </a:lnTo>
                <a:lnTo>
                  <a:pt x="1" y="111"/>
                </a:lnTo>
                <a:lnTo>
                  <a:pt x="1" y="110"/>
                </a:lnTo>
                <a:lnTo>
                  <a:pt x="1" y="109"/>
                </a:lnTo>
                <a:lnTo>
                  <a:pt x="0" y="109"/>
                </a:lnTo>
                <a:lnTo>
                  <a:pt x="0" y="108"/>
                </a:lnTo>
                <a:lnTo>
                  <a:pt x="1" y="108"/>
                </a:lnTo>
                <a:lnTo>
                  <a:pt x="2" y="108"/>
                </a:lnTo>
                <a:lnTo>
                  <a:pt x="3" y="107"/>
                </a:lnTo>
                <a:lnTo>
                  <a:pt x="4" y="106"/>
                </a:lnTo>
                <a:lnTo>
                  <a:pt x="4" y="105"/>
                </a:lnTo>
                <a:lnTo>
                  <a:pt x="5" y="104"/>
                </a:lnTo>
                <a:lnTo>
                  <a:pt x="5" y="103"/>
                </a:lnTo>
                <a:lnTo>
                  <a:pt x="6" y="103"/>
                </a:lnTo>
                <a:lnTo>
                  <a:pt x="5" y="102"/>
                </a:lnTo>
                <a:lnTo>
                  <a:pt x="6" y="102"/>
                </a:lnTo>
                <a:lnTo>
                  <a:pt x="6" y="101"/>
                </a:lnTo>
                <a:lnTo>
                  <a:pt x="6" y="100"/>
                </a:lnTo>
                <a:lnTo>
                  <a:pt x="6" y="99"/>
                </a:lnTo>
                <a:lnTo>
                  <a:pt x="5" y="98"/>
                </a:lnTo>
                <a:lnTo>
                  <a:pt x="4" y="98"/>
                </a:lnTo>
                <a:lnTo>
                  <a:pt x="4" y="97"/>
                </a:lnTo>
                <a:lnTo>
                  <a:pt x="3" y="97"/>
                </a:lnTo>
                <a:lnTo>
                  <a:pt x="2" y="96"/>
                </a:lnTo>
                <a:lnTo>
                  <a:pt x="2" y="95"/>
                </a:lnTo>
                <a:lnTo>
                  <a:pt x="2" y="94"/>
                </a:lnTo>
                <a:lnTo>
                  <a:pt x="2" y="93"/>
                </a:lnTo>
                <a:lnTo>
                  <a:pt x="2" y="92"/>
                </a:lnTo>
                <a:lnTo>
                  <a:pt x="2" y="90"/>
                </a:lnTo>
                <a:lnTo>
                  <a:pt x="2" y="89"/>
                </a:lnTo>
                <a:lnTo>
                  <a:pt x="3" y="89"/>
                </a:lnTo>
                <a:lnTo>
                  <a:pt x="3" y="88"/>
                </a:lnTo>
                <a:lnTo>
                  <a:pt x="4" y="89"/>
                </a:lnTo>
                <a:lnTo>
                  <a:pt x="5" y="89"/>
                </a:lnTo>
                <a:lnTo>
                  <a:pt x="5" y="88"/>
                </a:lnTo>
                <a:lnTo>
                  <a:pt x="4" y="88"/>
                </a:lnTo>
                <a:lnTo>
                  <a:pt x="4" y="87"/>
                </a:lnTo>
                <a:lnTo>
                  <a:pt x="3" y="87"/>
                </a:lnTo>
                <a:lnTo>
                  <a:pt x="4" y="87"/>
                </a:lnTo>
                <a:lnTo>
                  <a:pt x="4" y="86"/>
                </a:lnTo>
                <a:lnTo>
                  <a:pt x="4" y="87"/>
                </a:lnTo>
                <a:lnTo>
                  <a:pt x="5" y="87"/>
                </a:lnTo>
                <a:lnTo>
                  <a:pt x="5" y="88"/>
                </a:lnTo>
                <a:lnTo>
                  <a:pt x="6" y="88"/>
                </a:lnTo>
                <a:lnTo>
                  <a:pt x="6" y="89"/>
                </a:lnTo>
                <a:lnTo>
                  <a:pt x="6" y="88"/>
                </a:lnTo>
                <a:lnTo>
                  <a:pt x="5" y="87"/>
                </a:lnTo>
                <a:lnTo>
                  <a:pt x="5" y="86"/>
                </a:lnTo>
                <a:lnTo>
                  <a:pt x="6" y="86"/>
                </a:lnTo>
                <a:lnTo>
                  <a:pt x="7" y="86"/>
                </a:lnTo>
                <a:lnTo>
                  <a:pt x="7" y="87"/>
                </a:lnTo>
                <a:lnTo>
                  <a:pt x="7" y="86"/>
                </a:lnTo>
                <a:lnTo>
                  <a:pt x="6" y="85"/>
                </a:lnTo>
                <a:lnTo>
                  <a:pt x="5" y="84"/>
                </a:lnTo>
                <a:lnTo>
                  <a:pt x="5" y="83"/>
                </a:lnTo>
                <a:lnTo>
                  <a:pt x="6" y="82"/>
                </a:lnTo>
                <a:lnTo>
                  <a:pt x="6" y="81"/>
                </a:lnTo>
                <a:lnTo>
                  <a:pt x="7" y="81"/>
                </a:lnTo>
                <a:lnTo>
                  <a:pt x="7" y="80"/>
                </a:lnTo>
                <a:lnTo>
                  <a:pt x="8" y="80"/>
                </a:lnTo>
                <a:lnTo>
                  <a:pt x="9" y="81"/>
                </a:lnTo>
                <a:lnTo>
                  <a:pt x="10" y="80"/>
                </a:lnTo>
                <a:lnTo>
                  <a:pt x="12" y="80"/>
                </a:lnTo>
                <a:lnTo>
                  <a:pt x="13" y="80"/>
                </a:lnTo>
                <a:lnTo>
                  <a:pt x="13" y="79"/>
                </a:lnTo>
                <a:lnTo>
                  <a:pt x="14" y="79"/>
                </a:lnTo>
                <a:lnTo>
                  <a:pt x="15" y="78"/>
                </a:lnTo>
                <a:lnTo>
                  <a:pt x="17" y="77"/>
                </a:lnTo>
                <a:lnTo>
                  <a:pt x="17" y="76"/>
                </a:lnTo>
                <a:lnTo>
                  <a:pt x="18" y="75"/>
                </a:lnTo>
                <a:lnTo>
                  <a:pt x="19" y="74"/>
                </a:lnTo>
                <a:lnTo>
                  <a:pt x="20" y="73"/>
                </a:lnTo>
                <a:lnTo>
                  <a:pt x="21" y="73"/>
                </a:lnTo>
                <a:lnTo>
                  <a:pt x="22" y="73"/>
                </a:lnTo>
                <a:lnTo>
                  <a:pt x="23" y="72"/>
                </a:lnTo>
                <a:lnTo>
                  <a:pt x="24" y="71"/>
                </a:lnTo>
                <a:lnTo>
                  <a:pt x="25" y="71"/>
                </a:lnTo>
                <a:lnTo>
                  <a:pt x="25" y="70"/>
                </a:lnTo>
                <a:lnTo>
                  <a:pt x="28" y="68"/>
                </a:lnTo>
                <a:lnTo>
                  <a:pt x="29" y="67"/>
                </a:lnTo>
                <a:lnTo>
                  <a:pt x="30" y="67"/>
                </a:lnTo>
                <a:lnTo>
                  <a:pt x="30" y="66"/>
                </a:lnTo>
                <a:lnTo>
                  <a:pt x="31" y="66"/>
                </a:lnTo>
                <a:lnTo>
                  <a:pt x="31" y="67"/>
                </a:lnTo>
                <a:lnTo>
                  <a:pt x="31" y="66"/>
                </a:lnTo>
                <a:lnTo>
                  <a:pt x="30" y="66"/>
                </a:lnTo>
                <a:lnTo>
                  <a:pt x="29" y="66"/>
                </a:lnTo>
                <a:lnTo>
                  <a:pt x="30" y="66"/>
                </a:lnTo>
                <a:lnTo>
                  <a:pt x="30" y="65"/>
                </a:lnTo>
                <a:lnTo>
                  <a:pt x="31" y="65"/>
                </a:lnTo>
                <a:lnTo>
                  <a:pt x="32" y="64"/>
                </a:lnTo>
                <a:lnTo>
                  <a:pt x="33" y="63"/>
                </a:lnTo>
                <a:lnTo>
                  <a:pt x="34" y="62"/>
                </a:lnTo>
                <a:lnTo>
                  <a:pt x="35" y="61"/>
                </a:lnTo>
                <a:lnTo>
                  <a:pt x="36" y="59"/>
                </a:lnTo>
                <a:lnTo>
                  <a:pt x="37" y="59"/>
                </a:lnTo>
                <a:lnTo>
                  <a:pt x="38" y="58"/>
                </a:lnTo>
                <a:lnTo>
                  <a:pt x="39" y="58"/>
                </a:lnTo>
                <a:lnTo>
                  <a:pt x="40" y="57"/>
                </a:lnTo>
                <a:lnTo>
                  <a:pt x="41" y="57"/>
                </a:lnTo>
                <a:lnTo>
                  <a:pt x="42" y="57"/>
                </a:lnTo>
                <a:lnTo>
                  <a:pt x="43" y="56"/>
                </a:lnTo>
                <a:lnTo>
                  <a:pt x="44" y="56"/>
                </a:lnTo>
                <a:lnTo>
                  <a:pt x="44" y="55"/>
                </a:lnTo>
                <a:lnTo>
                  <a:pt x="45" y="55"/>
                </a:lnTo>
                <a:lnTo>
                  <a:pt x="46" y="54"/>
                </a:lnTo>
                <a:lnTo>
                  <a:pt x="48" y="53"/>
                </a:lnTo>
                <a:lnTo>
                  <a:pt x="49" y="53"/>
                </a:lnTo>
                <a:lnTo>
                  <a:pt x="50" y="53"/>
                </a:lnTo>
                <a:lnTo>
                  <a:pt x="51" y="52"/>
                </a:lnTo>
                <a:lnTo>
                  <a:pt x="52" y="51"/>
                </a:lnTo>
                <a:lnTo>
                  <a:pt x="53" y="50"/>
                </a:lnTo>
                <a:lnTo>
                  <a:pt x="54" y="49"/>
                </a:lnTo>
                <a:lnTo>
                  <a:pt x="54" y="48"/>
                </a:lnTo>
                <a:lnTo>
                  <a:pt x="54" y="47"/>
                </a:lnTo>
                <a:lnTo>
                  <a:pt x="54" y="46"/>
                </a:lnTo>
                <a:lnTo>
                  <a:pt x="54" y="45"/>
                </a:lnTo>
                <a:lnTo>
                  <a:pt x="55" y="45"/>
                </a:lnTo>
                <a:lnTo>
                  <a:pt x="55" y="46"/>
                </a:lnTo>
                <a:lnTo>
                  <a:pt x="56" y="46"/>
                </a:lnTo>
                <a:lnTo>
                  <a:pt x="56" y="45"/>
                </a:lnTo>
                <a:lnTo>
                  <a:pt x="57" y="44"/>
                </a:lnTo>
                <a:lnTo>
                  <a:pt x="57" y="45"/>
                </a:lnTo>
                <a:lnTo>
                  <a:pt x="59" y="45"/>
                </a:lnTo>
                <a:lnTo>
                  <a:pt x="60" y="44"/>
                </a:lnTo>
                <a:lnTo>
                  <a:pt x="61" y="45"/>
                </a:lnTo>
                <a:lnTo>
                  <a:pt x="61" y="46"/>
                </a:lnTo>
                <a:lnTo>
                  <a:pt x="62" y="46"/>
                </a:lnTo>
                <a:lnTo>
                  <a:pt x="62" y="47"/>
                </a:lnTo>
                <a:lnTo>
                  <a:pt x="62" y="46"/>
                </a:lnTo>
                <a:lnTo>
                  <a:pt x="62" y="47"/>
                </a:lnTo>
                <a:lnTo>
                  <a:pt x="63" y="48"/>
                </a:lnTo>
                <a:lnTo>
                  <a:pt x="63" y="47"/>
                </a:lnTo>
                <a:lnTo>
                  <a:pt x="63" y="45"/>
                </a:lnTo>
                <a:lnTo>
                  <a:pt x="62" y="45"/>
                </a:lnTo>
                <a:lnTo>
                  <a:pt x="62" y="44"/>
                </a:lnTo>
                <a:lnTo>
                  <a:pt x="61" y="44"/>
                </a:lnTo>
                <a:lnTo>
                  <a:pt x="61" y="43"/>
                </a:lnTo>
                <a:lnTo>
                  <a:pt x="60" y="43"/>
                </a:lnTo>
                <a:lnTo>
                  <a:pt x="60" y="42"/>
                </a:lnTo>
                <a:lnTo>
                  <a:pt x="62" y="41"/>
                </a:lnTo>
                <a:lnTo>
                  <a:pt x="62" y="42"/>
                </a:lnTo>
                <a:lnTo>
                  <a:pt x="63" y="42"/>
                </a:lnTo>
                <a:lnTo>
                  <a:pt x="63" y="41"/>
                </a:lnTo>
                <a:lnTo>
                  <a:pt x="63" y="40"/>
                </a:lnTo>
                <a:lnTo>
                  <a:pt x="63" y="39"/>
                </a:lnTo>
                <a:lnTo>
                  <a:pt x="64" y="39"/>
                </a:lnTo>
                <a:lnTo>
                  <a:pt x="63" y="39"/>
                </a:lnTo>
                <a:lnTo>
                  <a:pt x="63" y="38"/>
                </a:lnTo>
                <a:lnTo>
                  <a:pt x="62" y="39"/>
                </a:lnTo>
                <a:lnTo>
                  <a:pt x="62" y="38"/>
                </a:lnTo>
                <a:lnTo>
                  <a:pt x="61" y="38"/>
                </a:lnTo>
                <a:lnTo>
                  <a:pt x="61" y="37"/>
                </a:lnTo>
                <a:lnTo>
                  <a:pt x="61" y="38"/>
                </a:lnTo>
                <a:lnTo>
                  <a:pt x="60" y="38"/>
                </a:lnTo>
                <a:lnTo>
                  <a:pt x="60" y="39"/>
                </a:lnTo>
                <a:lnTo>
                  <a:pt x="59" y="39"/>
                </a:lnTo>
                <a:lnTo>
                  <a:pt x="59" y="40"/>
                </a:lnTo>
                <a:lnTo>
                  <a:pt x="59" y="41"/>
                </a:lnTo>
                <a:lnTo>
                  <a:pt x="59" y="40"/>
                </a:lnTo>
                <a:lnTo>
                  <a:pt x="59" y="39"/>
                </a:lnTo>
                <a:lnTo>
                  <a:pt x="59" y="40"/>
                </a:lnTo>
                <a:lnTo>
                  <a:pt x="58" y="40"/>
                </a:lnTo>
                <a:lnTo>
                  <a:pt x="58" y="41"/>
                </a:lnTo>
                <a:lnTo>
                  <a:pt x="57" y="41"/>
                </a:lnTo>
                <a:lnTo>
                  <a:pt x="56" y="41"/>
                </a:lnTo>
                <a:lnTo>
                  <a:pt x="56" y="42"/>
                </a:lnTo>
                <a:lnTo>
                  <a:pt x="55" y="43"/>
                </a:lnTo>
                <a:lnTo>
                  <a:pt x="55" y="42"/>
                </a:lnTo>
                <a:lnTo>
                  <a:pt x="54" y="43"/>
                </a:lnTo>
                <a:lnTo>
                  <a:pt x="55" y="43"/>
                </a:lnTo>
                <a:lnTo>
                  <a:pt x="55" y="44"/>
                </a:lnTo>
                <a:lnTo>
                  <a:pt x="54" y="44"/>
                </a:lnTo>
                <a:lnTo>
                  <a:pt x="52" y="44"/>
                </a:lnTo>
                <a:lnTo>
                  <a:pt x="52" y="45"/>
                </a:lnTo>
                <a:lnTo>
                  <a:pt x="51" y="45"/>
                </a:lnTo>
                <a:lnTo>
                  <a:pt x="50" y="46"/>
                </a:lnTo>
                <a:lnTo>
                  <a:pt x="50" y="45"/>
                </a:lnTo>
                <a:lnTo>
                  <a:pt x="50" y="46"/>
                </a:lnTo>
                <a:lnTo>
                  <a:pt x="49" y="46"/>
                </a:lnTo>
                <a:lnTo>
                  <a:pt x="49" y="45"/>
                </a:lnTo>
                <a:lnTo>
                  <a:pt x="50" y="44"/>
                </a:lnTo>
                <a:lnTo>
                  <a:pt x="51" y="44"/>
                </a:lnTo>
                <a:lnTo>
                  <a:pt x="51" y="43"/>
                </a:lnTo>
                <a:lnTo>
                  <a:pt x="51" y="42"/>
                </a:lnTo>
                <a:lnTo>
                  <a:pt x="51" y="41"/>
                </a:lnTo>
                <a:lnTo>
                  <a:pt x="50" y="41"/>
                </a:lnTo>
                <a:lnTo>
                  <a:pt x="50" y="39"/>
                </a:lnTo>
                <a:lnTo>
                  <a:pt x="49" y="38"/>
                </a:lnTo>
                <a:lnTo>
                  <a:pt x="49" y="37"/>
                </a:lnTo>
                <a:lnTo>
                  <a:pt x="50" y="37"/>
                </a:lnTo>
                <a:lnTo>
                  <a:pt x="51" y="35"/>
                </a:lnTo>
                <a:lnTo>
                  <a:pt x="52" y="34"/>
                </a:lnTo>
                <a:lnTo>
                  <a:pt x="53" y="34"/>
                </a:lnTo>
                <a:lnTo>
                  <a:pt x="54" y="35"/>
                </a:lnTo>
                <a:lnTo>
                  <a:pt x="54" y="34"/>
                </a:lnTo>
                <a:lnTo>
                  <a:pt x="54" y="33"/>
                </a:lnTo>
                <a:lnTo>
                  <a:pt x="55" y="32"/>
                </a:lnTo>
                <a:lnTo>
                  <a:pt x="55" y="31"/>
                </a:lnTo>
                <a:lnTo>
                  <a:pt x="56" y="31"/>
                </a:lnTo>
                <a:lnTo>
                  <a:pt x="56" y="32"/>
                </a:lnTo>
                <a:lnTo>
                  <a:pt x="57" y="32"/>
                </a:lnTo>
                <a:lnTo>
                  <a:pt x="56" y="32"/>
                </a:lnTo>
                <a:lnTo>
                  <a:pt x="56" y="31"/>
                </a:lnTo>
                <a:lnTo>
                  <a:pt x="57" y="31"/>
                </a:lnTo>
                <a:lnTo>
                  <a:pt x="58" y="31"/>
                </a:lnTo>
                <a:lnTo>
                  <a:pt x="58" y="30"/>
                </a:lnTo>
                <a:lnTo>
                  <a:pt x="59" y="30"/>
                </a:lnTo>
                <a:lnTo>
                  <a:pt x="58" y="30"/>
                </a:lnTo>
                <a:lnTo>
                  <a:pt x="58" y="29"/>
                </a:lnTo>
                <a:lnTo>
                  <a:pt x="59" y="29"/>
                </a:lnTo>
                <a:lnTo>
                  <a:pt x="59" y="28"/>
                </a:lnTo>
                <a:lnTo>
                  <a:pt x="59" y="27"/>
                </a:lnTo>
                <a:lnTo>
                  <a:pt x="59" y="26"/>
                </a:lnTo>
                <a:lnTo>
                  <a:pt x="60" y="27"/>
                </a:lnTo>
                <a:lnTo>
                  <a:pt x="61" y="27"/>
                </a:lnTo>
                <a:lnTo>
                  <a:pt x="61" y="26"/>
                </a:lnTo>
                <a:lnTo>
                  <a:pt x="61" y="25"/>
                </a:lnTo>
                <a:lnTo>
                  <a:pt x="62" y="25"/>
                </a:lnTo>
                <a:lnTo>
                  <a:pt x="63" y="25"/>
                </a:lnTo>
                <a:lnTo>
                  <a:pt x="64" y="25"/>
                </a:lnTo>
                <a:lnTo>
                  <a:pt x="65" y="26"/>
                </a:lnTo>
                <a:lnTo>
                  <a:pt x="64" y="26"/>
                </a:lnTo>
                <a:lnTo>
                  <a:pt x="64" y="27"/>
                </a:lnTo>
                <a:lnTo>
                  <a:pt x="64" y="28"/>
                </a:lnTo>
                <a:lnTo>
                  <a:pt x="65" y="28"/>
                </a:lnTo>
                <a:lnTo>
                  <a:pt x="66" y="28"/>
                </a:lnTo>
                <a:lnTo>
                  <a:pt x="67" y="27"/>
                </a:lnTo>
                <a:lnTo>
                  <a:pt x="68" y="27"/>
                </a:lnTo>
                <a:lnTo>
                  <a:pt x="68" y="28"/>
                </a:lnTo>
                <a:lnTo>
                  <a:pt x="69" y="28"/>
                </a:lnTo>
                <a:lnTo>
                  <a:pt x="69" y="29"/>
                </a:lnTo>
                <a:lnTo>
                  <a:pt x="70" y="28"/>
                </a:lnTo>
                <a:lnTo>
                  <a:pt x="69" y="28"/>
                </a:lnTo>
                <a:lnTo>
                  <a:pt x="70" y="28"/>
                </a:lnTo>
                <a:lnTo>
                  <a:pt x="70" y="29"/>
                </a:lnTo>
                <a:lnTo>
                  <a:pt x="71" y="29"/>
                </a:lnTo>
                <a:lnTo>
                  <a:pt x="71" y="30"/>
                </a:lnTo>
                <a:lnTo>
                  <a:pt x="72" y="30"/>
                </a:lnTo>
                <a:lnTo>
                  <a:pt x="72" y="31"/>
                </a:lnTo>
                <a:lnTo>
                  <a:pt x="73" y="31"/>
                </a:lnTo>
                <a:lnTo>
                  <a:pt x="72" y="32"/>
                </a:lnTo>
                <a:lnTo>
                  <a:pt x="73" y="32"/>
                </a:lnTo>
                <a:lnTo>
                  <a:pt x="74" y="32"/>
                </a:lnTo>
                <a:lnTo>
                  <a:pt x="74" y="31"/>
                </a:lnTo>
                <a:lnTo>
                  <a:pt x="73" y="31"/>
                </a:lnTo>
                <a:lnTo>
                  <a:pt x="74" y="31"/>
                </a:lnTo>
                <a:lnTo>
                  <a:pt x="75" y="30"/>
                </a:lnTo>
                <a:lnTo>
                  <a:pt x="75" y="29"/>
                </a:lnTo>
                <a:lnTo>
                  <a:pt x="75" y="30"/>
                </a:lnTo>
                <a:lnTo>
                  <a:pt x="76" y="31"/>
                </a:lnTo>
                <a:lnTo>
                  <a:pt x="76" y="30"/>
                </a:lnTo>
                <a:lnTo>
                  <a:pt x="77" y="30"/>
                </a:lnTo>
                <a:lnTo>
                  <a:pt x="77" y="31"/>
                </a:lnTo>
                <a:lnTo>
                  <a:pt x="78" y="32"/>
                </a:lnTo>
                <a:lnTo>
                  <a:pt x="78" y="33"/>
                </a:lnTo>
                <a:lnTo>
                  <a:pt x="78" y="34"/>
                </a:lnTo>
                <a:lnTo>
                  <a:pt x="78" y="33"/>
                </a:lnTo>
                <a:lnTo>
                  <a:pt x="79" y="33"/>
                </a:lnTo>
                <a:lnTo>
                  <a:pt x="80" y="33"/>
                </a:lnTo>
                <a:lnTo>
                  <a:pt x="82" y="32"/>
                </a:lnTo>
                <a:lnTo>
                  <a:pt x="83" y="31"/>
                </a:lnTo>
                <a:lnTo>
                  <a:pt x="83" y="30"/>
                </a:lnTo>
                <a:lnTo>
                  <a:pt x="83" y="31"/>
                </a:lnTo>
                <a:lnTo>
                  <a:pt x="83" y="32"/>
                </a:lnTo>
                <a:lnTo>
                  <a:pt x="82" y="33"/>
                </a:lnTo>
                <a:lnTo>
                  <a:pt x="83" y="33"/>
                </a:lnTo>
                <a:lnTo>
                  <a:pt x="84" y="33"/>
                </a:lnTo>
                <a:lnTo>
                  <a:pt x="84" y="32"/>
                </a:lnTo>
                <a:lnTo>
                  <a:pt x="85" y="32"/>
                </a:lnTo>
                <a:lnTo>
                  <a:pt x="85" y="31"/>
                </a:lnTo>
                <a:lnTo>
                  <a:pt x="86" y="31"/>
                </a:lnTo>
                <a:lnTo>
                  <a:pt x="86" y="32"/>
                </a:lnTo>
                <a:lnTo>
                  <a:pt x="86" y="31"/>
                </a:lnTo>
                <a:lnTo>
                  <a:pt x="87" y="31"/>
                </a:lnTo>
                <a:lnTo>
                  <a:pt x="86" y="31"/>
                </a:lnTo>
                <a:lnTo>
                  <a:pt x="86" y="30"/>
                </a:lnTo>
                <a:lnTo>
                  <a:pt x="85" y="30"/>
                </a:lnTo>
                <a:lnTo>
                  <a:pt x="84" y="30"/>
                </a:lnTo>
                <a:lnTo>
                  <a:pt x="83" y="29"/>
                </a:lnTo>
                <a:lnTo>
                  <a:pt x="83" y="30"/>
                </a:lnTo>
                <a:lnTo>
                  <a:pt x="82" y="30"/>
                </a:lnTo>
                <a:lnTo>
                  <a:pt x="82" y="29"/>
                </a:lnTo>
                <a:lnTo>
                  <a:pt x="82" y="28"/>
                </a:lnTo>
                <a:lnTo>
                  <a:pt x="82" y="27"/>
                </a:lnTo>
                <a:lnTo>
                  <a:pt x="82" y="26"/>
                </a:lnTo>
                <a:lnTo>
                  <a:pt x="82" y="25"/>
                </a:lnTo>
                <a:lnTo>
                  <a:pt x="83" y="25"/>
                </a:lnTo>
                <a:lnTo>
                  <a:pt x="84" y="25"/>
                </a:lnTo>
                <a:lnTo>
                  <a:pt x="85" y="25"/>
                </a:lnTo>
                <a:lnTo>
                  <a:pt x="85" y="26"/>
                </a:lnTo>
                <a:lnTo>
                  <a:pt x="86" y="26"/>
                </a:lnTo>
                <a:lnTo>
                  <a:pt x="85" y="25"/>
                </a:lnTo>
                <a:lnTo>
                  <a:pt x="86" y="25"/>
                </a:lnTo>
                <a:lnTo>
                  <a:pt x="85" y="25"/>
                </a:lnTo>
                <a:lnTo>
                  <a:pt x="84" y="25"/>
                </a:lnTo>
                <a:lnTo>
                  <a:pt x="83" y="25"/>
                </a:lnTo>
                <a:lnTo>
                  <a:pt x="83" y="24"/>
                </a:lnTo>
                <a:lnTo>
                  <a:pt x="83" y="23"/>
                </a:lnTo>
                <a:lnTo>
                  <a:pt x="83" y="22"/>
                </a:lnTo>
                <a:lnTo>
                  <a:pt x="84" y="22"/>
                </a:lnTo>
                <a:lnTo>
                  <a:pt x="85" y="22"/>
                </a:lnTo>
                <a:lnTo>
                  <a:pt x="85" y="21"/>
                </a:lnTo>
                <a:lnTo>
                  <a:pt x="86" y="21"/>
                </a:lnTo>
                <a:lnTo>
                  <a:pt x="86" y="20"/>
                </a:lnTo>
                <a:lnTo>
                  <a:pt x="87" y="20"/>
                </a:lnTo>
                <a:lnTo>
                  <a:pt x="87" y="19"/>
                </a:lnTo>
                <a:lnTo>
                  <a:pt x="87" y="18"/>
                </a:lnTo>
                <a:lnTo>
                  <a:pt x="88" y="18"/>
                </a:lnTo>
                <a:lnTo>
                  <a:pt x="89" y="18"/>
                </a:lnTo>
                <a:lnTo>
                  <a:pt x="90" y="17"/>
                </a:lnTo>
                <a:lnTo>
                  <a:pt x="91" y="17"/>
                </a:lnTo>
                <a:lnTo>
                  <a:pt x="92" y="17"/>
                </a:lnTo>
                <a:lnTo>
                  <a:pt x="93" y="17"/>
                </a:lnTo>
                <a:lnTo>
                  <a:pt x="94" y="17"/>
                </a:lnTo>
                <a:lnTo>
                  <a:pt x="95" y="16"/>
                </a:lnTo>
                <a:lnTo>
                  <a:pt x="96" y="16"/>
                </a:lnTo>
                <a:lnTo>
                  <a:pt x="97" y="16"/>
                </a:lnTo>
                <a:lnTo>
                  <a:pt x="96" y="16"/>
                </a:lnTo>
                <a:lnTo>
                  <a:pt x="98" y="16"/>
                </a:lnTo>
                <a:lnTo>
                  <a:pt x="99" y="16"/>
                </a:lnTo>
                <a:lnTo>
                  <a:pt x="99" y="15"/>
                </a:lnTo>
                <a:lnTo>
                  <a:pt x="100" y="16"/>
                </a:lnTo>
                <a:lnTo>
                  <a:pt x="101" y="16"/>
                </a:lnTo>
                <a:lnTo>
                  <a:pt x="101" y="17"/>
                </a:lnTo>
                <a:lnTo>
                  <a:pt x="101" y="18"/>
                </a:lnTo>
                <a:lnTo>
                  <a:pt x="101" y="19"/>
                </a:lnTo>
                <a:lnTo>
                  <a:pt x="101" y="18"/>
                </a:lnTo>
                <a:lnTo>
                  <a:pt x="102" y="18"/>
                </a:lnTo>
                <a:lnTo>
                  <a:pt x="102" y="19"/>
                </a:lnTo>
                <a:lnTo>
                  <a:pt x="103" y="20"/>
                </a:lnTo>
                <a:lnTo>
                  <a:pt x="105" y="20"/>
                </a:lnTo>
                <a:lnTo>
                  <a:pt x="107" y="20"/>
                </a:lnTo>
                <a:lnTo>
                  <a:pt x="108" y="20"/>
                </a:lnTo>
                <a:lnTo>
                  <a:pt x="109" y="20"/>
                </a:lnTo>
                <a:lnTo>
                  <a:pt x="108" y="20"/>
                </a:lnTo>
                <a:lnTo>
                  <a:pt x="108" y="21"/>
                </a:lnTo>
                <a:lnTo>
                  <a:pt x="109" y="22"/>
                </a:lnTo>
                <a:lnTo>
                  <a:pt x="108" y="22"/>
                </a:lnTo>
                <a:lnTo>
                  <a:pt x="109" y="23"/>
                </a:lnTo>
                <a:lnTo>
                  <a:pt x="110" y="22"/>
                </a:lnTo>
                <a:lnTo>
                  <a:pt x="110" y="21"/>
                </a:lnTo>
                <a:lnTo>
                  <a:pt x="110" y="20"/>
                </a:lnTo>
                <a:lnTo>
                  <a:pt x="110" y="19"/>
                </a:lnTo>
                <a:lnTo>
                  <a:pt x="110" y="18"/>
                </a:lnTo>
                <a:lnTo>
                  <a:pt x="111" y="18"/>
                </a:lnTo>
                <a:lnTo>
                  <a:pt x="112" y="19"/>
                </a:lnTo>
                <a:lnTo>
                  <a:pt x="111" y="19"/>
                </a:lnTo>
                <a:lnTo>
                  <a:pt x="111" y="20"/>
                </a:lnTo>
                <a:lnTo>
                  <a:pt x="112" y="21"/>
                </a:lnTo>
                <a:lnTo>
                  <a:pt x="112" y="22"/>
                </a:lnTo>
                <a:lnTo>
                  <a:pt x="113" y="22"/>
                </a:lnTo>
                <a:lnTo>
                  <a:pt x="112" y="22"/>
                </a:lnTo>
                <a:lnTo>
                  <a:pt x="112" y="23"/>
                </a:lnTo>
                <a:lnTo>
                  <a:pt x="111" y="23"/>
                </a:lnTo>
                <a:lnTo>
                  <a:pt x="111" y="24"/>
                </a:lnTo>
                <a:lnTo>
                  <a:pt x="112" y="24"/>
                </a:lnTo>
                <a:lnTo>
                  <a:pt x="111" y="24"/>
                </a:lnTo>
                <a:lnTo>
                  <a:pt x="111" y="25"/>
                </a:lnTo>
                <a:lnTo>
                  <a:pt x="112" y="25"/>
                </a:lnTo>
                <a:lnTo>
                  <a:pt x="113" y="25"/>
                </a:lnTo>
                <a:lnTo>
                  <a:pt x="112" y="24"/>
                </a:lnTo>
                <a:lnTo>
                  <a:pt x="112" y="23"/>
                </a:lnTo>
                <a:lnTo>
                  <a:pt x="112" y="22"/>
                </a:lnTo>
                <a:lnTo>
                  <a:pt x="113" y="23"/>
                </a:lnTo>
                <a:lnTo>
                  <a:pt x="114" y="23"/>
                </a:lnTo>
                <a:lnTo>
                  <a:pt x="114" y="22"/>
                </a:lnTo>
                <a:lnTo>
                  <a:pt x="114" y="23"/>
                </a:lnTo>
                <a:lnTo>
                  <a:pt x="115" y="23"/>
                </a:lnTo>
                <a:lnTo>
                  <a:pt x="114" y="23"/>
                </a:lnTo>
                <a:lnTo>
                  <a:pt x="114" y="22"/>
                </a:lnTo>
                <a:lnTo>
                  <a:pt x="115" y="22"/>
                </a:lnTo>
                <a:lnTo>
                  <a:pt x="115" y="21"/>
                </a:lnTo>
                <a:lnTo>
                  <a:pt x="115" y="20"/>
                </a:lnTo>
                <a:lnTo>
                  <a:pt x="116" y="20"/>
                </a:lnTo>
                <a:lnTo>
                  <a:pt x="116" y="19"/>
                </a:lnTo>
                <a:lnTo>
                  <a:pt x="116" y="18"/>
                </a:lnTo>
                <a:lnTo>
                  <a:pt x="115" y="18"/>
                </a:lnTo>
                <a:lnTo>
                  <a:pt x="115" y="17"/>
                </a:lnTo>
                <a:lnTo>
                  <a:pt x="116" y="18"/>
                </a:lnTo>
                <a:lnTo>
                  <a:pt x="117" y="18"/>
                </a:lnTo>
                <a:lnTo>
                  <a:pt x="118" y="18"/>
                </a:lnTo>
                <a:lnTo>
                  <a:pt x="119" y="18"/>
                </a:lnTo>
                <a:lnTo>
                  <a:pt x="120" y="18"/>
                </a:lnTo>
                <a:lnTo>
                  <a:pt x="120" y="17"/>
                </a:lnTo>
                <a:lnTo>
                  <a:pt x="121" y="17"/>
                </a:lnTo>
                <a:lnTo>
                  <a:pt x="121" y="18"/>
                </a:lnTo>
                <a:lnTo>
                  <a:pt x="122" y="18"/>
                </a:lnTo>
                <a:lnTo>
                  <a:pt x="121" y="18"/>
                </a:lnTo>
                <a:lnTo>
                  <a:pt x="122" y="19"/>
                </a:lnTo>
                <a:lnTo>
                  <a:pt x="122" y="20"/>
                </a:lnTo>
                <a:lnTo>
                  <a:pt x="123" y="20"/>
                </a:lnTo>
                <a:lnTo>
                  <a:pt x="123" y="21"/>
                </a:lnTo>
                <a:lnTo>
                  <a:pt x="124" y="22"/>
                </a:lnTo>
                <a:lnTo>
                  <a:pt x="125" y="22"/>
                </a:lnTo>
                <a:lnTo>
                  <a:pt x="126" y="22"/>
                </a:lnTo>
                <a:lnTo>
                  <a:pt x="126" y="23"/>
                </a:lnTo>
                <a:lnTo>
                  <a:pt x="127" y="23"/>
                </a:lnTo>
                <a:lnTo>
                  <a:pt x="128" y="22"/>
                </a:lnTo>
                <a:lnTo>
                  <a:pt x="128" y="23"/>
                </a:lnTo>
                <a:lnTo>
                  <a:pt x="127" y="23"/>
                </a:lnTo>
                <a:lnTo>
                  <a:pt x="126" y="23"/>
                </a:lnTo>
                <a:lnTo>
                  <a:pt x="125" y="23"/>
                </a:lnTo>
                <a:lnTo>
                  <a:pt x="124" y="24"/>
                </a:lnTo>
                <a:lnTo>
                  <a:pt x="123" y="24"/>
                </a:lnTo>
                <a:lnTo>
                  <a:pt x="122" y="25"/>
                </a:lnTo>
                <a:lnTo>
                  <a:pt x="123" y="25"/>
                </a:lnTo>
                <a:lnTo>
                  <a:pt x="123" y="26"/>
                </a:lnTo>
                <a:lnTo>
                  <a:pt x="124" y="26"/>
                </a:lnTo>
                <a:lnTo>
                  <a:pt x="125" y="25"/>
                </a:lnTo>
                <a:lnTo>
                  <a:pt x="125" y="26"/>
                </a:lnTo>
                <a:lnTo>
                  <a:pt x="126" y="26"/>
                </a:lnTo>
                <a:lnTo>
                  <a:pt x="126" y="27"/>
                </a:lnTo>
                <a:lnTo>
                  <a:pt x="126" y="26"/>
                </a:lnTo>
                <a:lnTo>
                  <a:pt x="126" y="25"/>
                </a:lnTo>
                <a:lnTo>
                  <a:pt x="127" y="25"/>
                </a:lnTo>
                <a:lnTo>
                  <a:pt x="127" y="26"/>
                </a:lnTo>
                <a:lnTo>
                  <a:pt x="127" y="25"/>
                </a:lnTo>
                <a:lnTo>
                  <a:pt x="126" y="25"/>
                </a:lnTo>
                <a:lnTo>
                  <a:pt x="126" y="24"/>
                </a:lnTo>
                <a:lnTo>
                  <a:pt x="125" y="24"/>
                </a:lnTo>
                <a:lnTo>
                  <a:pt x="125" y="23"/>
                </a:lnTo>
                <a:lnTo>
                  <a:pt x="126" y="23"/>
                </a:lnTo>
                <a:lnTo>
                  <a:pt x="127" y="23"/>
                </a:lnTo>
                <a:lnTo>
                  <a:pt x="128" y="23"/>
                </a:lnTo>
                <a:lnTo>
                  <a:pt x="128" y="22"/>
                </a:lnTo>
                <a:lnTo>
                  <a:pt x="128" y="21"/>
                </a:lnTo>
                <a:lnTo>
                  <a:pt x="127" y="21"/>
                </a:lnTo>
                <a:lnTo>
                  <a:pt x="127" y="20"/>
                </a:lnTo>
                <a:lnTo>
                  <a:pt x="128" y="20"/>
                </a:lnTo>
                <a:lnTo>
                  <a:pt x="128" y="21"/>
                </a:lnTo>
                <a:lnTo>
                  <a:pt x="128" y="20"/>
                </a:lnTo>
                <a:lnTo>
                  <a:pt x="129" y="20"/>
                </a:lnTo>
                <a:lnTo>
                  <a:pt x="130" y="20"/>
                </a:lnTo>
                <a:lnTo>
                  <a:pt x="131" y="20"/>
                </a:lnTo>
                <a:lnTo>
                  <a:pt x="131" y="19"/>
                </a:lnTo>
                <a:lnTo>
                  <a:pt x="131" y="18"/>
                </a:lnTo>
                <a:lnTo>
                  <a:pt x="132" y="18"/>
                </a:lnTo>
                <a:lnTo>
                  <a:pt x="133" y="18"/>
                </a:lnTo>
                <a:lnTo>
                  <a:pt x="133" y="19"/>
                </a:lnTo>
                <a:lnTo>
                  <a:pt x="134" y="19"/>
                </a:lnTo>
                <a:lnTo>
                  <a:pt x="135" y="19"/>
                </a:lnTo>
                <a:lnTo>
                  <a:pt x="136" y="19"/>
                </a:lnTo>
                <a:lnTo>
                  <a:pt x="137" y="19"/>
                </a:lnTo>
                <a:lnTo>
                  <a:pt x="137" y="20"/>
                </a:lnTo>
                <a:lnTo>
                  <a:pt x="137" y="19"/>
                </a:lnTo>
                <a:lnTo>
                  <a:pt x="138" y="18"/>
                </a:lnTo>
                <a:lnTo>
                  <a:pt x="137" y="18"/>
                </a:lnTo>
                <a:lnTo>
                  <a:pt x="136" y="18"/>
                </a:lnTo>
                <a:lnTo>
                  <a:pt x="135" y="18"/>
                </a:lnTo>
                <a:lnTo>
                  <a:pt x="134" y="18"/>
                </a:lnTo>
                <a:lnTo>
                  <a:pt x="133" y="18"/>
                </a:lnTo>
                <a:lnTo>
                  <a:pt x="132" y="18"/>
                </a:lnTo>
                <a:lnTo>
                  <a:pt x="133" y="18"/>
                </a:lnTo>
                <a:lnTo>
                  <a:pt x="134" y="18"/>
                </a:lnTo>
                <a:lnTo>
                  <a:pt x="135" y="18"/>
                </a:lnTo>
                <a:lnTo>
                  <a:pt x="136" y="17"/>
                </a:lnTo>
                <a:lnTo>
                  <a:pt x="137" y="17"/>
                </a:lnTo>
                <a:lnTo>
                  <a:pt x="137" y="16"/>
                </a:lnTo>
                <a:lnTo>
                  <a:pt x="138" y="16"/>
                </a:lnTo>
                <a:lnTo>
                  <a:pt x="138" y="15"/>
                </a:lnTo>
                <a:lnTo>
                  <a:pt x="139" y="15"/>
                </a:lnTo>
                <a:lnTo>
                  <a:pt x="139" y="14"/>
                </a:lnTo>
                <a:lnTo>
                  <a:pt x="139" y="13"/>
                </a:lnTo>
                <a:lnTo>
                  <a:pt x="140" y="12"/>
                </a:lnTo>
                <a:lnTo>
                  <a:pt x="140" y="11"/>
                </a:lnTo>
                <a:lnTo>
                  <a:pt x="140" y="10"/>
                </a:lnTo>
                <a:lnTo>
                  <a:pt x="141" y="10"/>
                </a:lnTo>
                <a:lnTo>
                  <a:pt x="144" y="10"/>
                </a:lnTo>
                <a:lnTo>
                  <a:pt x="145" y="10"/>
                </a:lnTo>
                <a:lnTo>
                  <a:pt x="145" y="11"/>
                </a:lnTo>
                <a:lnTo>
                  <a:pt x="146" y="11"/>
                </a:lnTo>
                <a:lnTo>
                  <a:pt x="146" y="12"/>
                </a:lnTo>
                <a:lnTo>
                  <a:pt x="147" y="12"/>
                </a:lnTo>
                <a:lnTo>
                  <a:pt x="148" y="13"/>
                </a:lnTo>
                <a:lnTo>
                  <a:pt x="149" y="13"/>
                </a:lnTo>
                <a:lnTo>
                  <a:pt x="150" y="14"/>
                </a:lnTo>
                <a:lnTo>
                  <a:pt x="151" y="14"/>
                </a:lnTo>
                <a:lnTo>
                  <a:pt x="152" y="14"/>
                </a:lnTo>
                <a:lnTo>
                  <a:pt x="152" y="13"/>
                </a:lnTo>
                <a:lnTo>
                  <a:pt x="151" y="13"/>
                </a:lnTo>
                <a:lnTo>
                  <a:pt x="152" y="13"/>
                </a:lnTo>
                <a:lnTo>
                  <a:pt x="151" y="12"/>
                </a:lnTo>
                <a:lnTo>
                  <a:pt x="152" y="12"/>
                </a:lnTo>
                <a:lnTo>
                  <a:pt x="152" y="13"/>
                </a:lnTo>
                <a:lnTo>
                  <a:pt x="153" y="13"/>
                </a:lnTo>
                <a:lnTo>
                  <a:pt x="154" y="12"/>
                </a:lnTo>
                <a:lnTo>
                  <a:pt x="154" y="11"/>
                </a:lnTo>
                <a:lnTo>
                  <a:pt x="156" y="11"/>
                </a:lnTo>
                <a:lnTo>
                  <a:pt x="154" y="10"/>
                </a:lnTo>
                <a:lnTo>
                  <a:pt x="153" y="10"/>
                </a:lnTo>
                <a:lnTo>
                  <a:pt x="153" y="9"/>
                </a:lnTo>
                <a:lnTo>
                  <a:pt x="154" y="9"/>
                </a:lnTo>
                <a:lnTo>
                  <a:pt x="155" y="9"/>
                </a:lnTo>
                <a:lnTo>
                  <a:pt x="155" y="8"/>
                </a:lnTo>
                <a:lnTo>
                  <a:pt x="157" y="7"/>
                </a:lnTo>
                <a:lnTo>
                  <a:pt x="158" y="7"/>
                </a:lnTo>
                <a:lnTo>
                  <a:pt x="160" y="7"/>
                </a:lnTo>
                <a:lnTo>
                  <a:pt x="160" y="8"/>
                </a:lnTo>
                <a:lnTo>
                  <a:pt x="161" y="8"/>
                </a:lnTo>
                <a:lnTo>
                  <a:pt x="161" y="9"/>
                </a:lnTo>
                <a:lnTo>
                  <a:pt x="162" y="9"/>
                </a:lnTo>
                <a:lnTo>
                  <a:pt x="163" y="9"/>
                </a:lnTo>
                <a:lnTo>
                  <a:pt x="163" y="10"/>
                </a:lnTo>
                <a:lnTo>
                  <a:pt x="164" y="10"/>
                </a:lnTo>
                <a:lnTo>
                  <a:pt x="165" y="10"/>
                </a:lnTo>
                <a:lnTo>
                  <a:pt x="165" y="11"/>
                </a:lnTo>
                <a:lnTo>
                  <a:pt x="166" y="11"/>
                </a:lnTo>
                <a:lnTo>
                  <a:pt x="166" y="12"/>
                </a:lnTo>
                <a:lnTo>
                  <a:pt x="167" y="12"/>
                </a:lnTo>
                <a:lnTo>
                  <a:pt x="168" y="13"/>
                </a:lnTo>
                <a:lnTo>
                  <a:pt x="169" y="13"/>
                </a:lnTo>
                <a:lnTo>
                  <a:pt x="170" y="13"/>
                </a:lnTo>
                <a:lnTo>
                  <a:pt x="170" y="14"/>
                </a:lnTo>
                <a:lnTo>
                  <a:pt x="171" y="14"/>
                </a:lnTo>
                <a:lnTo>
                  <a:pt x="172" y="14"/>
                </a:lnTo>
                <a:lnTo>
                  <a:pt x="174" y="14"/>
                </a:lnTo>
                <a:lnTo>
                  <a:pt x="175" y="14"/>
                </a:lnTo>
                <a:lnTo>
                  <a:pt x="176" y="14"/>
                </a:lnTo>
                <a:lnTo>
                  <a:pt x="175" y="15"/>
                </a:lnTo>
                <a:lnTo>
                  <a:pt x="175" y="16"/>
                </a:lnTo>
                <a:lnTo>
                  <a:pt x="175" y="17"/>
                </a:lnTo>
                <a:lnTo>
                  <a:pt x="176" y="19"/>
                </a:lnTo>
                <a:lnTo>
                  <a:pt x="175" y="19"/>
                </a:lnTo>
                <a:lnTo>
                  <a:pt x="175" y="20"/>
                </a:lnTo>
                <a:lnTo>
                  <a:pt x="176" y="20"/>
                </a:lnTo>
                <a:lnTo>
                  <a:pt x="176" y="19"/>
                </a:lnTo>
                <a:lnTo>
                  <a:pt x="177" y="19"/>
                </a:lnTo>
                <a:lnTo>
                  <a:pt x="177" y="18"/>
                </a:lnTo>
                <a:lnTo>
                  <a:pt x="178" y="18"/>
                </a:lnTo>
                <a:lnTo>
                  <a:pt x="177" y="18"/>
                </a:lnTo>
                <a:lnTo>
                  <a:pt x="177" y="17"/>
                </a:lnTo>
                <a:lnTo>
                  <a:pt x="178" y="17"/>
                </a:lnTo>
                <a:lnTo>
                  <a:pt x="178" y="16"/>
                </a:lnTo>
                <a:lnTo>
                  <a:pt x="178" y="17"/>
                </a:lnTo>
                <a:lnTo>
                  <a:pt x="179" y="17"/>
                </a:lnTo>
                <a:lnTo>
                  <a:pt x="179" y="18"/>
                </a:lnTo>
                <a:lnTo>
                  <a:pt x="179" y="19"/>
                </a:lnTo>
                <a:lnTo>
                  <a:pt x="178" y="19"/>
                </a:lnTo>
                <a:lnTo>
                  <a:pt x="179" y="20"/>
                </a:lnTo>
                <a:lnTo>
                  <a:pt x="179" y="21"/>
                </a:lnTo>
                <a:lnTo>
                  <a:pt x="178" y="21"/>
                </a:lnTo>
                <a:lnTo>
                  <a:pt x="177" y="21"/>
                </a:lnTo>
                <a:lnTo>
                  <a:pt x="176" y="21"/>
                </a:lnTo>
                <a:lnTo>
                  <a:pt x="177" y="22"/>
                </a:lnTo>
                <a:lnTo>
                  <a:pt x="177" y="21"/>
                </a:lnTo>
                <a:lnTo>
                  <a:pt x="178" y="22"/>
                </a:lnTo>
                <a:lnTo>
                  <a:pt x="179" y="22"/>
                </a:lnTo>
                <a:lnTo>
                  <a:pt x="180" y="22"/>
                </a:lnTo>
                <a:lnTo>
                  <a:pt x="179" y="22"/>
                </a:lnTo>
                <a:lnTo>
                  <a:pt x="178" y="23"/>
                </a:lnTo>
                <a:lnTo>
                  <a:pt x="179" y="23"/>
                </a:lnTo>
                <a:lnTo>
                  <a:pt x="179" y="24"/>
                </a:lnTo>
                <a:lnTo>
                  <a:pt x="180" y="24"/>
                </a:lnTo>
                <a:lnTo>
                  <a:pt x="180" y="25"/>
                </a:lnTo>
                <a:lnTo>
                  <a:pt x="180" y="26"/>
                </a:lnTo>
                <a:lnTo>
                  <a:pt x="181" y="26"/>
                </a:lnTo>
                <a:lnTo>
                  <a:pt x="181" y="27"/>
                </a:lnTo>
                <a:lnTo>
                  <a:pt x="180" y="27"/>
                </a:lnTo>
                <a:lnTo>
                  <a:pt x="181" y="27"/>
                </a:lnTo>
                <a:lnTo>
                  <a:pt x="180" y="27"/>
                </a:lnTo>
                <a:lnTo>
                  <a:pt x="181" y="27"/>
                </a:lnTo>
                <a:lnTo>
                  <a:pt x="181" y="28"/>
                </a:lnTo>
                <a:lnTo>
                  <a:pt x="181" y="27"/>
                </a:lnTo>
                <a:lnTo>
                  <a:pt x="181" y="26"/>
                </a:lnTo>
                <a:lnTo>
                  <a:pt x="180" y="26"/>
                </a:lnTo>
                <a:lnTo>
                  <a:pt x="180" y="25"/>
                </a:lnTo>
                <a:lnTo>
                  <a:pt x="181" y="25"/>
                </a:lnTo>
                <a:lnTo>
                  <a:pt x="181" y="24"/>
                </a:lnTo>
                <a:lnTo>
                  <a:pt x="183" y="24"/>
                </a:lnTo>
                <a:lnTo>
                  <a:pt x="183" y="25"/>
                </a:lnTo>
                <a:lnTo>
                  <a:pt x="183" y="24"/>
                </a:lnTo>
                <a:lnTo>
                  <a:pt x="183" y="23"/>
                </a:lnTo>
                <a:lnTo>
                  <a:pt x="183" y="22"/>
                </a:lnTo>
                <a:lnTo>
                  <a:pt x="182" y="21"/>
                </a:lnTo>
                <a:lnTo>
                  <a:pt x="182" y="20"/>
                </a:lnTo>
                <a:lnTo>
                  <a:pt x="182" y="19"/>
                </a:lnTo>
                <a:lnTo>
                  <a:pt x="181" y="18"/>
                </a:lnTo>
                <a:lnTo>
                  <a:pt x="181" y="16"/>
                </a:lnTo>
                <a:lnTo>
                  <a:pt x="181" y="15"/>
                </a:lnTo>
                <a:lnTo>
                  <a:pt x="180" y="15"/>
                </a:lnTo>
                <a:lnTo>
                  <a:pt x="181" y="15"/>
                </a:lnTo>
                <a:lnTo>
                  <a:pt x="182" y="15"/>
                </a:lnTo>
                <a:lnTo>
                  <a:pt x="182" y="14"/>
                </a:lnTo>
                <a:lnTo>
                  <a:pt x="181" y="14"/>
                </a:lnTo>
                <a:lnTo>
                  <a:pt x="180" y="14"/>
                </a:lnTo>
                <a:lnTo>
                  <a:pt x="179" y="14"/>
                </a:lnTo>
                <a:lnTo>
                  <a:pt x="178" y="14"/>
                </a:lnTo>
                <a:lnTo>
                  <a:pt x="178" y="13"/>
                </a:lnTo>
                <a:lnTo>
                  <a:pt x="177" y="13"/>
                </a:lnTo>
                <a:lnTo>
                  <a:pt x="177" y="12"/>
                </a:lnTo>
                <a:lnTo>
                  <a:pt x="177" y="11"/>
                </a:lnTo>
                <a:lnTo>
                  <a:pt x="178" y="10"/>
                </a:lnTo>
                <a:lnTo>
                  <a:pt x="178" y="9"/>
                </a:lnTo>
                <a:lnTo>
                  <a:pt x="178" y="8"/>
                </a:lnTo>
                <a:lnTo>
                  <a:pt x="178" y="7"/>
                </a:lnTo>
                <a:lnTo>
                  <a:pt x="179" y="6"/>
                </a:lnTo>
                <a:lnTo>
                  <a:pt x="180" y="6"/>
                </a:lnTo>
                <a:lnTo>
                  <a:pt x="180" y="5"/>
                </a:lnTo>
                <a:lnTo>
                  <a:pt x="181" y="5"/>
                </a:lnTo>
                <a:lnTo>
                  <a:pt x="182" y="5"/>
                </a:lnTo>
                <a:lnTo>
                  <a:pt x="184" y="6"/>
                </a:lnTo>
                <a:lnTo>
                  <a:pt x="184" y="5"/>
                </a:lnTo>
                <a:lnTo>
                  <a:pt x="185" y="5"/>
                </a:lnTo>
                <a:lnTo>
                  <a:pt x="185" y="4"/>
                </a:lnTo>
                <a:lnTo>
                  <a:pt x="186" y="4"/>
                </a:lnTo>
                <a:lnTo>
                  <a:pt x="186" y="3"/>
                </a:lnTo>
                <a:lnTo>
                  <a:pt x="187" y="3"/>
                </a:lnTo>
                <a:lnTo>
                  <a:pt x="187" y="2"/>
                </a:lnTo>
                <a:lnTo>
                  <a:pt x="187" y="1"/>
                </a:lnTo>
                <a:lnTo>
                  <a:pt x="188" y="0"/>
                </a:lnTo>
                <a:lnTo>
                  <a:pt x="188" y="1"/>
                </a:lnTo>
                <a:lnTo>
                  <a:pt x="188" y="2"/>
                </a:lnTo>
                <a:lnTo>
                  <a:pt x="189" y="2"/>
                </a:lnTo>
                <a:lnTo>
                  <a:pt x="189" y="3"/>
                </a:lnTo>
                <a:lnTo>
                  <a:pt x="190" y="6"/>
                </a:lnTo>
                <a:lnTo>
                  <a:pt x="191" y="9"/>
                </a:lnTo>
                <a:lnTo>
                  <a:pt x="192" y="1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58" name=""/>
          <p:cNvSpPr/>
          <p:nvPr/>
        </p:nvSpPr>
        <p:spPr>
          <a:xfrm>
            <a:off x="6659280" y="2284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59" name=""/>
          <p:cNvSpPr/>
          <p:nvPr/>
        </p:nvSpPr>
        <p:spPr>
          <a:xfrm>
            <a:off x="6595920" y="22806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60" name=""/>
          <p:cNvSpPr/>
          <p:nvPr/>
        </p:nvSpPr>
        <p:spPr>
          <a:xfrm>
            <a:off x="6612120" y="22676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1"/>
                </a:move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61" name=""/>
          <p:cNvSpPr/>
          <p:nvPr/>
        </p:nvSpPr>
        <p:spPr>
          <a:xfrm>
            <a:off x="6678000" y="2259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62" name=""/>
          <p:cNvSpPr/>
          <p:nvPr/>
        </p:nvSpPr>
        <p:spPr>
          <a:xfrm>
            <a:off x="6657120" y="22550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63" name=""/>
          <p:cNvSpPr/>
          <p:nvPr/>
        </p:nvSpPr>
        <p:spPr>
          <a:xfrm>
            <a:off x="6646680" y="2252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64" name=""/>
          <p:cNvSpPr/>
          <p:nvPr/>
        </p:nvSpPr>
        <p:spPr>
          <a:xfrm>
            <a:off x="6710400" y="241272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2" y="2"/>
                </a:moveTo>
                <a:lnTo>
                  <a:pt x="5" y="0"/>
                </a:lnTo>
                <a:lnTo>
                  <a:pt x="6" y="0"/>
                </a:lnTo>
                <a:lnTo>
                  <a:pt x="6" y="3"/>
                </a:lnTo>
                <a:lnTo>
                  <a:pt x="6" y="4"/>
                </a:lnTo>
                <a:lnTo>
                  <a:pt x="4" y="5"/>
                </a:lnTo>
                <a:lnTo>
                  <a:pt x="4" y="6"/>
                </a:lnTo>
                <a:lnTo>
                  <a:pt x="2" y="6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1" y="3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65" name=""/>
          <p:cNvSpPr/>
          <p:nvPr/>
        </p:nvSpPr>
        <p:spPr>
          <a:xfrm>
            <a:off x="6696000" y="2400480"/>
            <a:ext cx="2880" cy="1800"/>
          </a:xfrm>
          <a:custGeom>
            <a:avLst/>
            <a:gdLst/>
            <a:ahLst/>
            <a:rect l="0" t="0" r="r" b="b"/>
            <a:pathLst>
              <a:path w="8" h="5">
                <a:moveTo>
                  <a:pt x="0" y="3"/>
                </a:move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3"/>
                </a:lnTo>
                <a:lnTo>
                  <a:pt x="7" y="4"/>
                </a:lnTo>
                <a:lnTo>
                  <a:pt x="6" y="5"/>
                </a:lnTo>
                <a:lnTo>
                  <a:pt x="4" y="5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66" name=""/>
          <p:cNvSpPr/>
          <p:nvPr/>
        </p:nvSpPr>
        <p:spPr>
          <a:xfrm>
            <a:off x="6694200" y="23950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67" name=""/>
          <p:cNvSpPr/>
          <p:nvPr/>
        </p:nvSpPr>
        <p:spPr>
          <a:xfrm>
            <a:off x="6689880" y="2393280"/>
            <a:ext cx="4680" cy="4680"/>
          </a:xfrm>
          <a:custGeom>
            <a:avLst/>
            <a:gdLst/>
            <a:ahLst/>
            <a:rect l="0" t="0" r="r" b="b"/>
            <a:pathLst>
              <a:path w="13" h="13">
                <a:moveTo>
                  <a:pt x="4" y="7"/>
                </a:moveTo>
                <a:lnTo>
                  <a:pt x="3" y="8"/>
                </a:lnTo>
                <a:lnTo>
                  <a:pt x="3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9"/>
                </a:lnTo>
                <a:lnTo>
                  <a:pt x="7" y="8"/>
                </a:lnTo>
                <a:lnTo>
                  <a:pt x="8" y="8"/>
                </a:lnTo>
                <a:lnTo>
                  <a:pt x="9" y="7"/>
                </a:lnTo>
                <a:lnTo>
                  <a:pt x="12" y="7"/>
                </a:lnTo>
                <a:lnTo>
                  <a:pt x="13" y="7"/>
                </a:lnTo>
                <a:lnTo>
                  <a:pt x="13" y="8"/>
                </a:lnTo>
                <a:lnTo>
                  <a:pt x="12" y="9"/>
                </a:lnTo>
                <a:lnTo>
                  <a:pt x="9" y="9"/>
                </a:lnTo>
                <a:lnTo>
                  <a:pt x="8" y="9"/>
                </a:lnTo>
                <a:lnTo>
                  <a:pt x="7" y="10"/>
                </a:lnTo>
                <a:lnTo>
                  <a:pt x="5" y="12"/>
                </a:lnTo>
                <a:lnTo>
                  <a:pt x="4" y="12"/>
                </a:lnTo>
                <a:lnTo>
                  <a:pt x="2" y="13"/>
                </a:lnTo>
                <a:lnTo>
                  <a:pt x="1" y="12"/>
                </a:lnTo>
                <a:lnTo>
                  <a:pt x="0" y="12"/>
                </a:lnTo>
                <a:lnTo>
                  <a:pt x="0" y="11"/>
                </a:lnTo>
                <a:lnTo>
                  <a:pt x="0" y="8"/>
                </a:lnTo>
                <a:lnTo>
                  <a:pt x="1" y="7"/>
                </a:lnTo>
                <a:lnTo>
                  <a:pt x="4" y="4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10" y="0"/>
                </a:lnTo>
                <a:lnTo>
                  <a:pt x="10" y="1"/>
                </a:lnTo>
                <a:lnTo>
                  <a:pt x="10" y="3"/>
                </a:lnTo>
                <a:lnTo>
                  <a:pt x="9" y="4"/>
                </a:lnTo>
                <a:lnTo>
                  <a:pt x="7" y="4"/>
                </a:lnTo>
                <a:lnTo>
                  <a:pt x="5" y="6"/>
                </a:lnTo>
                <a:lnTo>
                  <a:pt x="4" y="7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68" name=""/>
          <p:cNvSpPr/>
          <p:nvPr/>
        </p:nvSpPr>
        <p:spPr>
          <a:xfrm>
            <a:off x="6693480" y="2392920"/>
            <a:ext cx="5400" cy="3600"/>
          </a:xfrm>
          <a:custGeom>
            <a:avLst/>
            <a:gdLst/>
            <a:ahLst/>
            <a:rect l="0" t="0" r="r" b="b"/>
            <a:pathLst>
              <a:path w="15" h="10">
                <a:moveTo>
                  <a:pt x="9" y="9"/>
                </a:moveTo>
                <a:lnTo>
                  <a:pt x="8" y="10"/>
                </a:lnTo>
                <a:lnTo>
                  <a:pt x="7" y="9"/>
                </a:lnTo>
                <a:lnTo>
                  <a:pt x="6" y="9"/>
                </a:lnTo>
                <a:lnTo>
                  <a:pt x="6" y="8"/>
                </a:lnTo>
                <a:lnTo>
                  <a:pt x="7" y="8"/>
                </a:lnTo>
                <a:lnTo>
                  <a:pt x="8" y="8"/>
                </a:lnTo>
                <a:lnTo>
                  <a:pt x="9" y="8"/>
                </a:lnTo>
                <a:lnTo>
                  <a:pt x="10" y="7"/>
                </a:lnTo>
                <a:lnTo>
                  <a:pt x="11" y="7"/>
                </a:lnTo>
                <a:lnTo>
                  <a:pt x="11" y="6"/>
                </a:ln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2"/>
                </a:lnTo>
                <a:lnTo>
                  <a:pt x="9" y="2"/>
                </a:lnTo>
                <a:lnTo>
                  <a:pt x="8" y="3"/>
                </a:lnTo>
                <a:lnTo>
                  <a:pt x="7" y="3"/>
                </a:lnTo>
                <a:lnTo>
                  <a:pt x="6" y="3"/>
                </a:lnTo>
                <a:lnTo>
                  <a:pt x="5" y="3"/>
                </a:lnTo>
                <a:lnTo>
                  <a:pt x="3" y="3"/>
                </a:lnTo>
                <a:lnTo>
                  <a:pt x="2" y="2"/>
                </a:lnTo>
                <a:lnTo>
                  <a:pt x="0" y="2"/>
                </a:lnTo>
                <a:lnTo>
                  <a:pt x="2" y="1"/>
                </a:lnTo>
                <a:lnTo>
                  <a:pt x="4" y="1"/>
                </a:lnTo>
                <a:lnTo>
                  <a:pt x="6" y="2"/>
                </a:lnTo>
                <a:lnTo>
                  <a:pt x="7" y="1"/>
                </a:lnTo>
                <a:lnTo>
                  <a:pt x="8" y="1"/>
                </a:lnTo>
                <a:lnTo>
                  <a:pt x="10" y="0"/>
                </a:lnTo>
                <a:lnTo>
                  <a:pt x="11" y="0"/>
                </a:lnTo>
                <a:lnTo>
                  <a:pt x="12" y="0"/>
                </a:lnTo>
                <a:lnTo>
                  <a:pt x="13" y="1"/>
                </a:lnTo>
                <a:lnTo>
                  <a:pt x="13" y="2"/>
                </a:lnTo>
                <a:lnTo>
                  <a:pt x="15" y="3"/>
                </a:lnTo>
                <a:lnTo>
                  <a:pt x="15" y="4"/>
                </a:lnTo>
                <a:lnTo>
                  <a:pt x="13" y="6"/>
                </a:lnTo>
                <a:lnTo>
                  <a:pt x="12" y="8"/>
                </a:lnTo>
                <a:lnTo>
                  <a:pt x="10" y="9"/>
                </a:lnTo>
                <a:lnTo>
                  <a:pt x="9" y="9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69" name=""/>
          <p:cNvSpPr/>
          <p:nvPr/>
        </p:nvSpPr>
        <p:spPr>
          <a:xfrm>
            <a:off x="6716160" y="2391480"/>
            <a:ext cx="5760" cy="2160"/>
          </a:xfrm>
          <a:custGeom>
            <a:avLst/>
            <a:gdLst/>
            <a:ahLst/>
            <a:rect l="0" t="0" r="r" b="b"/>
            <a:pathLst>
              <a:path w="16" h="6">
                <a:moveTo>
                  <a:pt x="6" y="4"/>
                </a:moveTo>
                <a:lnTo>
                  <a:pt x="5" y="6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1" y="3"/>
                </a:lnTo>
                <a:lnTo>
                  <a:pt x="2" y="2"/>
                </a:lnTo>
                <a:lnTo>
                  <a:pt x="3" y="2"/>
                </a:lnTo>
                <a:lnTo>
                  <a:pt x="5" y="1"/>
                </a:lnTo>
                <a:lnTo>
                  <a:pt x="7" y="1"/>
                </a:lnTo>
                <a:lnTo>
                  <a:pt x="9" y="1"/>
                </a:lnTo>
                <a:lnTo>
                  <a:pt x="11" y="0"/>
                </a:lnTo>
                <a:lnTo>
                  <a:pt x="12" y="0"/>
                </a:lnTo>
                <a:lnTo>
                  <a:pt x="14" y="0"/>
                </a:lnTo>
                <a:lnTo>
                  <a:pt x="15" y="0"/>
                </a:lnTo>
                <a:lnTo>
                  <a:pt x="16" y="2"/>
                </a:lnTo>
                <a:lnTo>
                  <a:pt x="16" y="3"/>
                </a:lnTo>
                <a:lnTo>
                  <a:pt x="15" y="3"/>
                </a:lnTo>
                <a:lnTo>
                  <a:pt x="12" y="3"/>
                </a:lnTo>
                <a:lnTo>
                  <a:pt x="10" y="3"/>
                </a:lnTo>
                <a:lnTo>
                  <a:pt x="9" y="3"/>
                </a:lnTo>
                <a:lnTo>
                  <a:pt x="8" y="3"/>
                </a:lnTo>
                <a:lnTo>
                  <a:pt x="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70" name=""/>
          <p:cNvSpPr/>
          <p:nvPr/>
        </p:nvSpPr>
        <p:spPr>
          <a:xfrm>
            <a:off x="6703200" y="2389680"/>
            <a:ext cx="3600" cy="2520"/>
          </a:xfrm>
          <a:custGeom>
            <a:avLst/>
            <a:gdLst/>
            <a:ahLst/>
            <a:rect l="0" t="0" r="r" b="b"/>
            <a:pathLst>
              <a:path w="10" h="7">
                <a:moveTo>
                  <a:pt x="0" y="4"/>
                </a:moveTo>
                <a:lnTo>
                  <a:pt x="0" y="3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7" y="1"/>
                </a:lnTo>
                <a:lnTo>
                  <a:pt x="7" y="0"/>
                </a:lnTo>
                <a:lnTo>
                  <a:pt x="8" y="1"/>
                </a:lnTo>
                <a:lnTo>
                  <a:pt x="9" y="1"/>
                </a:lnTo>
                <a:lnTo>
                  <a:pt x="10" y="2"/>
                </a:lnTo>
                <a:lnTo>
                  <a:pt x="10" y="3"/>
                </a:lnTo>
                <a:lnTo>
                  <a:pt x="10" y="4"/>
                </a:lnTo>
                <a:lnTo>
                  <a:pt x="9" y="6"/>
                </a:lnTo>
                <a:lnTo>
                  <a:pt x="8" y="6"/>
                </a:lnTo>
                <a:lnTo>
                  <a:pt x="5" y="6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71" name=""/>
          <p:cNvSpPr/>
          <p:nvPr/>
        </p:nvSpPr>
        <p:spPr>
          <a:xfrm>
            <a:off x="6694200" y="23864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72" name=""/>
          <p:cNvSpPr/>
          <p:nvPr/>
        </p:nvSpPr>
        <p:spPr>
          <a:xfrm>
            <a:off x="6690240" y="238500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0" y="5"/>
                </a:move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4" y="2"/>
                </a:lnTo>
                <a:lnTo>
                  <a:pt x="4" y="4"/>
                </a:lnTo>
                <a:lnTo>
                  <a:pt x="4" y="5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73" name=""/>
          <p:cNvSpPr/>
          <p:nvPr/>
        </p:nvSpPr>
        <p:spPr>
          <a:xfrm>
            <a:off x="6695280" y="2382840"/>
            <a:ext cx="2160" cy="3960"/>
          </a:xfrm>
          <a:custGeom>
            <a:avLst/>
            <a:gdLst/>
            <a:ahLst/>
            <a:rect l="0" t="0" r="r" b="b"/>
            <a:pathLst>
              <a:path w="6" h="11">
                <a:moveTo>
                  <a:pt x="2" y="9"/>
                </a:moveTo>
                <a:lnTo>
                  <a:pt x="2" y="8"/>
                </a:lnTo>
                <a:lnTo>
                  <a:pt x="3" y="7"/>
                </a:lnTo>
                <a:lnTo>
                  <a:pt x="3" y="5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  <a:lnTo>
                  <a:pt x="6" y="4"/>
                </a:lnTo>
                <a:lnTo>
                  <a:pt x="5" y="7"/>
                </a:lnTo>
                <a:lnTo>
                  <a:pt x="5" y="8"/>
                </a:lnTo>
                <a:lnTo>
                  <a:pt x="3" y="9"/>
                </a:lnTo>
                <a:lnTo>
                  <a:pt x="3" y="10"/>
                </a:lnTo>
                <a:lnTo>
                  <a:pt x="2" y="10"/>
                </a:lnTo>
                <a:lnTo>
                  <a:pt x="2" y="11"/>
                </a:lnTo>
                <a:lnTo>
                  <a:pt x="1" y="11"/>
                </a:lnTo>
                <a:lnTo>
                  <a:pt x="0" y="11"/>
                </a:lnTo>
                <a:lnTo>
                  <a:pt x="0" y="10"/>
                </a:lnTo>
                <a:lnTo>
                  <a:pt x="1" y="9"/>
                </a:lnTo>
                <a:lnTo>
                  <a:pt x="2" y="9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74" name=""/>
          <p:cNvSpPr/>
          <p:nvPr/>
        </p:nvSpPr>
        <p:spPr>
          <a:xfrm>
            <a:off x="6690600" y="23842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75" name=""/>
          <p:cNvSpPr/>
          <p:nvPr/>
        </p:nvSpPr>
        <p:spPr>
          <a:xfrm>
            <a:off x="6690960" y="238284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2" y="1"/>
                </a:move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76" name=""/>
          <p:cNvSpPr/>
          <p:nvPr/>
        </p:nvSpPr>
        <p:spPr>
          <a:xfrm>
            <a:off x="6694920" y="23832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77" name=""/>
          <p:cNvSpPr/>
          <p:nvPr/>
        </p:nvSpPr>
        <p:spPr>
          <a:xfrm>
            <a:off x="6694560" y="23828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78" name=""/>
          <p:cNvSpPr/>
          <p:nvPr/>
        </p:nvSpPr>
        <p:spPr>
          <a:xfrm>
            <a:off x="6693840" y="23821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79" name=""/>
          <p:cNvSpPr/>
          <p:nvPr/>
        </p:nvSpPr>
        <p:spPr>
          <a:xfrm>
            <a:off x="6692760" y="238176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0" y="2"/>
                </a:move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80" name=""/>
          <p:cNvSpPr/>
          <p:nvPr/>
        </p:nvSpPr>
        <p:spPr>
          <a:xfrm>
            <a:off x="6693840" y="238104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1" y="4"/>
                </a:move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5" y="2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3" y="4"/>
                </a:lnTo>
                <a:lnTo>
                  <a:pt x="1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81" name=""/>
          <p:cNvSpPr/>
          <p:nvPr/>
        </p:nvSpPr>
        <p:spPr>
          <a:xfrm>
            <a:off x="6710400" y="2373840"/>
            <a:ext cx="2520" cy="2160"/>
          </a:xfrm>
          <a:custGeom>
            <a:avLst/>
            <a:gdLst/>
            <a:ahLst/>
            <a:rect l="0" t="0" r="r" b="b"/>
            <a:pathLst>
              <a:path w="7" h="6">
                <a:moveTo>
                  <a:pt x="0" y="1"/>
                </a:moveTo>
                <a:lnTo>
                  <a:pt x="1" y="0"/>
                </a:lnTo>
                <a:lnTo>
                  <a:pt x="2" y="0"/>
                </a:lnTo>
                <a:lnTo>
                  <a:pt x="5" y="1"/>
                </a:lnTo>
                <a:lnTo>
                  <a:pt x="7" y="2"/>
                </a:lnTo>
                <a:lnTo>
                  <a:pt x="6" y="5"/>
                </a:lnTo>
                <a:lnTo>
                  <a:pt x="5" y="6"/>
                </a:lnTo>
                <a:lnTo>
                  <a:pt x="4" y="5"/>
                </a:lnTo>
                <a:lnTo>
                  <a:pt x="2" y="5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82" name=""/>
          <p:cNvSpPr/>
          <p:nvPr/>
        </p:nvSpPr>
        <p:spPr>
          <a:xfrm>
            <a:off x="6714720" y="237204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3" y="0"/>
                </a:moveTo>
                <a:lnTo>
                  <a:pt x="3" y="1"/>
                </a:lnTo>
                <a:lnTo>
                  <a:pt x="2" y="3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83" name=""/>
          <p:cNvSpPr/>
          <p:nvPr/>
        </p:nvSpPr>
        <p:spPr>
          <a:xfrm>
            <a:off x="6713640" y="236736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2" y="4"/>
                </a:moveTo>
                <a:lnTo>
                  <a:pt x="2" y="2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  <a:lnTo>
                  <a:pt x="6" y="4"/>
                </a:lnTo>
                <a:lnTo>
                  <a:pt x="6" y="5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5" y="7"/>
                </a:lnTo>
                <a:lnTo>
                  <a:pt x="3" y="5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84" name=""/>
          <p:cNvSpPr/>
          <p:nvPr/>
        </p:nvSpPr>
        <p:spPr>
          <a:xfrm>
            <a:off x="6710400" y="2366280"/>
            <a:ext cx="3600" cy="1800"/>
          </a:xfrm>
          <a:custGeom>
            <a:avLst/>
            <a:gdLst/>
            <a:ahLst/>
            <a:rect l="0" t="0" r="r" b="b"/>
            <a:pathLst>
              <a:path w="10" h="5">
                <a:moveTo>
                  <a:pt x="5" y="4"/>
                </a:moveTo>
                <a:lnTo>
                  <a:pt x="5" y="5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2" y="1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7" y="1"/>
                </a:lnTo>
                <a:lnTo>
                  <a:pt x="8" y="1"/>
                </a:lnTo>
                <a:lnTo>
                  <a:pt x="9" y="3"/>
                </a:lnTo>
                <a:lnTo>
                  <a:pt x="10" y="3"/>
                </a:lnTo>
                <a:lnTo>
                  <a:pt x="10" y="4"/>
                </a:lnTo>
                <a:lnTo>
                  <a:pt x="9" y="4"/>
                </a:lnTo>
                <a:lnTo>
                  <a:pt x="8" y="4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85" name=""/>
          <p:cNvSpPr/>
          <p:nvPr/>
        </p:nvSpPr>
        <p:spPr>
          <a:xfrm>
            <a:off x="6743880" y="2759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86" name=""/>
          <p:cNvSpPr/>
          <p:nvPr/>
        </p:nvSpPr>
        <p:spPr>
          <a:xfrm>
            <a:off x="6744600" y="27586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87" name=""/>
          <p:cNvSpPr/>
          <p:nvPr/>
        </p:nvSpPr>
        <p:spPr>
          <a:xfrm>
            <a:off x="6748200" y="2686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88" name=""/>
          <p:cNvSpPr/>
          <p:nvPr/>
        </p:nvSpPr>
        <p:spPr>
          <a:xfrm>
            <a:off x="6759360" y="26618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89" name=""/>
          <p:cNvSpPr/>
          <p:nvPr/>
        </p:nvSpPr>
        <p:spPr>
          <a:xfrm>
            <a:off x="6780600" y="2610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90" name=""/>
          <p:cNvSpPr/>
          <p:nvPr/>
        </p:nvSpPr>
        <p:spPr>
          <a:xfrm>
            <a:off x="6778080" y="25851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91" name=""/>
          <p:cNvSpPr/>
          <p:nvPr/>
        </p:nvSpPr>
        <p:spPr>
          <a:xfrm>
            <a:off x="6892560" y="24357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92" name=""/>
          <p:cNvSpPr/>
          <p:nvPr/>
        </p:nvSpPr>
        <p:spPr>
          <a:xfrm>
            <a:off x="6891120" y="24357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93" name=""/>
          <p:cNvSpPr/>
          <p:nvPr/>
        </p:nvSpPr>
        <p:spPr>
          <a:xfrm>
            <a:off x="6890040" y="243576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94" name=""/>
          <p:cNvSpPr/>
          <p:nvPr/>
        </p:nvSpPr>
        <p:spPr>
          <a:xfrm>
            <a:off x="6893280" y="24350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95" name=""/>
          <p:cNvSpPr/>
          <p:nvPr/>
        </p:nvSpPr>
        <p:spPr>
          <a:xfrm>
            <a:off x="6890040" y="24321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96" name=""/>
          <p:cNvSpPr/>
          <p:nvPr/>
        </p:nvSpPr>
        <p:spPr>
          <a:xfrm>
            <a:off x="6718320" y="2400480"/>
            <a:ext cx="5760" cy="2880"/>
          </a:xfrm>
          <a:custGeom>
            <a:avLst/>
            <a:gdLst/>
            <a:ahLst/>
            <a:rect l="0" t="0" r="r" b="b"/>
            <a:pathLst>
              <a:path w="16" h="8">
                <a:moveTo>
                  <a:pt x="16" y="4"/>
                </a:moveTo>
                <a:lnTo>
                  <a:pt x="15" y="5"/>
                </a:lnTo>
                <a:lnTo>
                  <a:pt x="14" y="5"/>
                </a:lnTo>
                <a:lnTo>
                  <a:pt x="14" y="6"/>
                </a:lnTo>
                <a:lnTo>
                  <a:pt x="12" y="6"/>
                </a:lnTo>
                <a:lnTo>
                  <a:pt x="9" y="8"/>
                </a:lnTo>
                <a:lnTo>
                  <a:pt x="3" y="8"/>
                </a:lnTo>
                <a:lnTo>
                  <a:pt x="0" y="8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1" y="3"/>
                </a:lnTo>
                <a:lnTo>
                  <a:pt x="2" y="3"/>
                </a:lnTo>
                <a:lnTo>
                  <a:pt x="3" y="2"/>
                </a:lnTo>
                <a:lnTo>
                  <a:pt x="9" y="1"/>
                </a:lnTo>
                <a:lnTo>
                  <a:pt x="10" y="1"/>
                </a:lnTo>
                <a:lnTo>
                  <a:pt x="11" y="1"/>
                </a:lnTo>
                <a:lnTo>
                  <a:pt x="12" y="0"/>
                </a:lnTo>
                <a:lnTo>
                  <a:pt x="13" y="0"/>
                </a:lnTo>
                <a:lnTo>
                  <a:pt x="14" y="0"/>
                </a:lnTo>
                <a:lnTo>
                  <a:pt x="15" y="0"/>
                </a:lnTo>
                <a:lnTo>
                  <a:pt x="16" y="1"/>
                </a:lnTo>
                <a:lnTo>
                  <a:pt x="16" y="0"/>
                </a:lnTo>
                <a:lnTo>
                  <a:pt x="16" y="1"/>
                </a:lnTo>
                <a:lnTo>
                  <a:pt x="16" y="2"/>
                </a:lnTo>
                <a:lnTo>
                  <a:pt x="16" y="3"/>
                </a:lnTo>
                <a:lnTo>
                  <a:pt x="1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97" name=""/>
          <p:cNvSpPr/>
          <p:nvPr/>
        </p:nvSpPr>
        <p:spPr>
          <a:xfrm>
            <a:off x="6856200" y="2389320"/>
            <a:ext cx="2160" cy="3240"/>
          </a:xfrm>
          <a:custGeom>
            <a:avLst/>
            <a:gdLst/>
            <a:ahLst/>
            <a:rect l="0" t="0" r="r" b="b"/>
            <a:pathLst>
              <a:path w="6" h="9">
                <a:moveTo>
                  <a:pt x="4" y="0"/>
                </a:moveTo>
                <a:lnTo>
                  <a:pt x="6" y="1"/>
                </a:lnTo>
                <a:lnTo>
                  <a:pt x="6" y="2"/>
                </a:lnTo>
                <a:lnTo>
                  <a:pt x="6" y="4"/>
                </a:lnTo>
                <a:lnTo>
                  <a:pt x="6" y="6"/>
                </a:lnTo>
                <a:lnTo>
                  <a:pt x="5" y="9"/>
                </a:lnTo>
                <a:lnTo>
                  <a:pt x="2" y="9"/>
                </a:lnTo>
                <a:lnTo>
                  <a:pt x="0" y="6"/>
                </a:lnTo>
                <a:lnTo>
                  <a:pt x="0" y="4"/>
                </a:lnTo>
                <a:lnTo>
                  <a:pt x="1" y="2"/>
                </a:lnTo>
                <a:lnTo>
                  <a:pt x="1" y="1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98" name=""/>
          <p:cNvSpPr/>
          <p:nvPr/>
        </p:nvSpPr>
        <p:spPr>
          <a:xfrm>
            <a:off x="6725880" y="238968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1" y="0"/>
                </a:moveTo>
                <a:lnTo>
                  <a:pt x="3" y="1"/>
                </a:lnTo>
                <a:lnTo>
                  <a:pt x="3" y="2"/>
                </a:lnTo>
                <a:lnTo>
                  <a:pt x="3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99" name=""/>
          <p:cNvSpPr/>
          <p:nvPr/>
        </p:nvSpPr>
        <p:spPr>
          <a:xfrm>
            <a:off x="6724800" y="238752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1" y="0"/>
                </a:move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4" y="5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00" name=""/>
          <p:cNvSpPr/>
          <p:nvPr/>
        </p:nvSpPr>
        <p:spPr>
          <a:xfrm>
            <a:off x="6720120" y="2383200"/>
            <a:ext cx="3240" cy="3240"/>
          </a:xfrm>
          <a:custGeom>
            <a:avLst/>
            <a:gdLst/>
            <a:ahLst/>
            <a:rect l="0" t="0" r="r" b="b"/>
            <a:pathLst>
              <a:path w="9" h="9">
                <a:moveTo>
                  <a:pt x="2" y="4"/>
                </a:moveTo>
                <a:lnTo>
                  <a:pt x="3" y="4"/>
                </a:lnTo>
                <a:lnTo>
                  <a:pt x="4" y="3"/>
                </a:lnTo>
                <a:lnTo>
                  <a:pt x="7" y="1"/>
                </a:lnTo>
                <a:lnTo>
                  <a:pt x="8" y="0"/>
                </a:lnTo>
                <a:lnTo>
                  <a:pt x="9" y="1"/>
                </a:lnTo>
                <a:lnTo>
                  <a:pt x="9" y="2"/>
                </a:lnTo>
                <a:lnTo>
                  <a:pt x="8" y="3"/>
                </a:lnTo>
                <a:lnTo>
                  <a:pt x="7" y="4"/>
                </a:lnTo>
                <a:lnTo>
                  <a:pt x="6" y="4"/>
                </a:lnTo>
                <a:lnTo>
                  <a:pt x="5" y="5"/>
                </a:lnTo>
                <a:lnTo>
                  <a:pt x="4" y="5"/>
                </a:lnTo>
                <a:lnTo>
                  <a:pt x="3" y="7"/>
                </a:lnTo>
                <a:lnTo>
                  <a:pt x="2" y="9"/>
                </a:lnTo>
                <a:lnTo>
                  <a:pt x="0" y="8"/>
                </a:lnTo>
                <a:lnTo>
                  <a:pt x="0" y="7"/>
                </a:lnTo>
                <a:lnTo>
                  <a:pt x="0" y="5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01" name=""/>
          <p:cNvSpPr/>
          <p:nvPr/>
        </p:nvSpPr>
        <p:spPr>
          <a:xfrm>
            <a:off x="6724440" y="2382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02" name=""/>
          <p:cNvSpPr/>
          <p:nvPr/>
        </p:nvSpPr>
        <p:spPr>
          <a:xfrm>
            <a:off x="6727320" y="237816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3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03" name=""/>
          <p:cNvSpPr/>
          <p:nvPr/>
        </p:nvSpPr>
        <p:spPr>
          <a:xfrm>
            <a:off x="6732000" y="237420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3" y="0"/>
                </a:moveTo>
                <a:lnTo>
                  <a:pt x="4" y="0"/>
                </a:lnTo>
                <a:lnTo>
                  <a:pt x="6" y="0"/>
                </a:lnTo>
                <a:lnTo>
                  <a:pt x="6" y="2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0" y="3"/>
                </a:lnTo>
                <a:lnTo>
                  <a:pt x="2" y="2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04" name=""/>
          <p:cNvSpPr/>
          <p:nvPr/>
        </p:nvSpPr>
        <p:spPr>
          <a:xfrm>
            <a:off x="6762240" y="2283840"/>
            <a:ext cx="4680" cy="3600"/>
          </a:xfrm>
          <a:custGeom>
            <a:avLst/>
            <a:gdLst/>
            <a:ahLst/>
            <a:rect l="0" t="0" r="r" b="b"/>
            <a:pathLst>
              <a:path w="13" h="10">
                <a:moveTo>
                  <a:pt x="1" y="2"/>
                </a:moveTo>
                <a:lnTo>
                  <a:pt x="3" y="1"/>
                </a:lnTo>
                <a:lnTo>
                  <a:pt x="5" y="0"/>
                </a:lnTo>
                <a:lnTo>
                  <a:pt x="7" y="0"/>
                </a:lnTo>
                <a:lnTo>
                  <a:pt x="9" y="1"/>
                </a:lnTo>
                <a:lnTo>
                  <a:pt x="12" y="2"/>
                </a:lnTo>
                <a:lnTo>
                  <a:pt x="13" y="3"/>
                </a:lnTo>
                <a:lnTo>
                  <a:pt x="12" y="6"/>
                </a:lnTo>
                <a:lnTo>
                  <a:pt x="12" y="8"/>
                </a:lnTo>
                <a:lnTo>
                  <a:pt x="9" y="9"/>
                </a:lnTo>
                <a:lnTo>
                  <a:pt x="7" y="10"/>
                </a:lnTo>
                <a:lnTo>
                  <a:pt x="5" y="10"/>
                </a:lnTo>
                <a:lnTo>
                  <a:pt x="3" y="9"/>
                </a:lnTo>
                <a:lnTo>
                  <a:pt x="1" y="8"/>
                </a:lnTo>
                <a:lnTo>
                  <a:pt x="0" y="5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05" name=""/>
          <p:cNvSpPr/>
          <p:nvPr/>
        </p:nvSpPr>
        <p:spPr>
          <a:xfrm>
            <a:off x="6735600" y="227304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2" y="3"/>
                </a:moveTo>
                <a:lnTo>
                  <a:pt x="2" y="2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2"/>
                </a:lnTo>
                <a:lnTo>
                  <a:pt x="7" y="4"/>
                </a:lnTo>
                <a:lnTo>
                  <a:pt x="7" y="5"/>
                </a:lnTo>
                <a:lnTo>
                  <a:pt x="7" y="6"/>
                </a:lnTo>
                <a:lnTo>
                  <a:pt x="6" y="7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0" y="5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06" name=""/>
          <p:cNvSpPr/>
          <p:nvPr/>
        </p:nvSpPr>
        <p:spPr>
          <a:xfrm>
            <a:off x="6486480" y="1806480"/>
            <a:ext cx="159480" cy="149040"/>
          </a:xfrm>
          <a:custGeom>
            <a:avLst/>
            <a:gdLst/>
            <a:ahLst/>
            <a:rect l="0" t="0" r="r" b="b"/>
            <a:pathLst>
              <a:path w="443" h="414">
                <a:moveTo>
                  <a:pt x="293" y="2"/>
                </a:moveTo>
                <a:lnTo>
                  <a:pt x="294" y="2"/>
                </a:lnTo>
                <a:lnTo>
                  <a:pt x="294" y="3"/>
                </a:lnTo>
                <a:lnTo>
                  <a:pt x="295" y="3"/>
                </a:lnTo>
                <a:lnTo>
                  <a:pt x="295" y="2"/>
                </a:lnTo>
                <a:lnTo>
                  <a:pt x="295" y="3"/>
                </a:lnTo>
                <a:lnTo>
                  <a:pt x="296" y="3"/>
                </a:lnTo>
                <a:lnTo>
                  <a:pt x="297" y="3"/>
                </a:lnTo>
                <a:lnTo>
                  <a:pt x="298" y="4"/>
                </a:lnTo>
                <a:lnTo>
                  <a:pt x="298" y="5"/>
                </a:lnTo>
                <a:lnTo>
                  <a:pt x="299" y="5"/>
                </a:lnTo>
                <a:lnTo>
                  <a:pt x="300" y="5"/>
                </a:lnTo>
                <a:lnTo>
                  <a:pt x="301" y="6"/>
                </a:lnTo>
                <a:lnTo>
                  <a:pt x="301" y="7"/>
                </a:lnTo>
                <a:lnTo>
                  <a:pt x="302" y="7"/>
                </a:lnTo>
                <a:lnTo>
                  <a:pt x="303" y="7"/>
                </a:lnTo>
                <a:lnTo>
                  <a:pt x="303" y="8"/>
                </a:lnTo>
                <a:lnTo>
                  <a:pt x="304" y="8"/>
                </a:lnTo>
                <a:lnTo>
                  <a:pt x="304" y="9"/>
                </a:lnTo>
                <a:lnTo>
                  <a:pt x="305" y="9"/>
                </a:lnTo>
                <a:lnTo>
                  <a:pt x="305" y="10"/>
                </a:lnTo>
                <a:lnTo>
                  <a:pt x="307" y="10"/>
                </a:lnTo>
                <a:lnTo>
                  <a:pt x="308" y="10"/>
                </a:lnTo>
                <a:lnTo>
                  <a:pt x="309" y="10"/>
                </a:lnTo>
                <a:lnTo>
                  <a:pt x="310" y="10"/>
                </a:lnTo>
                <a:lnTo>
                  <a:pt x="311" y="10"/>
                </a:lnTo>
                <a:lnTo>
                  <a:pt x="312" y="10"/>
                </a:lnTo>
                <a:lnTo>
                  <a:pt x="312" y="11"/>
                </a:lnTo>
                <a:lnTo>
                  <a:pt x="312" y="12"/>
                </a:lnTo>
                <a:lnTo>
                  <a:pt x="312" y="13"/>
                </a:lnTo>
                <a:lnTo>
                  <a:pt x="313" y="13"/>
                </a:lnTo>
                <a:lnTo>
                  <a:pt x="313" y="14"/>
                </a:lnTo>
                <a:lnTo>
                  <a:pt x="314" y="14"/>
                </a:lnTo>
                <a:lnTo>
                  <a:pt x="314" y="15"/>
                </a:lnTo>
                <a:lnTo>
                  <a:pt x="315" y="15"/>
                </a:lnTo>
                <a:lnTo>
                  <a:pt x="316" y="16"/>
                </a:lnTo>
                <a:lnTo>
                  <a:pt x="317" y="16"/>
                </a:lnTo>
                <a:lnTo>
                  <a:pt x="318" y="16"/>
                </a:lnTo>
                <a:lnTo>
                  <a:pt x="319" y="16"/>
                </a:lnTo>
                <a:lnTo>
                  <a:pt x="319" y="17"/>
                </a:lnTo>
                <a:lnTo>
                  <a:pt x="320" y="17"/>
                </a:lnTo>
                <a:lnTo>
                  <a:pt x="321" y="17"/>
                </a:lnTo>
                <a:lnTo>
                  <a:pt x="321" y="18"/>
                </a:lnTo>
                <a:lnTo>
                  <a:pt x="322" y="19"/>
                </a:lnTo>
                <a:lnTo>
                  <a:pt x="322" y="20"/>
                </a:lnTo>
                <a:lnTo>
                  <a:pt x="323" y="20"/>
                </a:lnTo>
                <a:lnTo>
                  <a:pt x="323" y="21"/>
                </a:lnTo>
                <a:lnTo>
                  <a:pt x="324" y="21"/>
                </a:lnTo>
                <a:lnTo>
                  <a:pt x="325" y="22"/>
                </a:lnTo>
                <a:lnTo>
                  <a:pt x="326" y="22"/>
                </a:lnTo>
                <a:lnTo>
                  <a:pt x="327" y="22"/>
                </a:lnTo>
                <a:lnTo>
                  <a:pt x="328" y="22"/>
                </a:lnTo>
                <a:lnTo>
                  <a:pt x="329" y="22"/>
                </a:lnTo>
                <a:lnTo>
                  <a:pt x="330" y="22"/>
                </a:lnTo>
                <a:lnTo>
                  <a:pt x="330" y="23"/>
                </a:lnTo>
                <a:lnTo>
                  <a:pt x="331" y="23"/>
                </a:lnTo>
                <a:lnTo>
                  <a:pt x="331" y="22"/>
                </a:lnTo>
                <a:lnTo>
                  <a:pt x="332" y="22"/>
                </a:lnTo>
                <a:lnTo>
                  <a:pt x="333" y="23"/>
                </a:lnTo>
                <a:lnTo>
                  <a:pt x="334" y="23"/>
                </a:lnTo>
                <a:lnTo>
                  <a:pt x="335" y="23"/>
                </a:lnTo>
                <a:lnTo>
                  <a:pt x="335" y="24"/>
                </a:lnTo>
                <a:lnTo>
                  <a:pt x="336" y="24"/>
                </a:lnTo>
                <a:lnTo>
                  <a:pt x="337" y="24"/>
                </a:lnTo>
                <a:lnTo>
                  <a:pt x="338" y="25"/>
                </a:lnTo>
                <a:lnTo>
                  <a:pt x="339" y="25"/>
                </a:lnTo>
                <a:lnTo>
                  <a:pt x="339" y="26"/>
                </a:lnTo>
                <a:lnTo>
                  <a:pt x="340" y="26"/>
                </a:lnTo>
                <a:lnTo>
                  <a:pt x="340" y="27"/>
                </a:lnTo>
                <a:lnTo>
                  <a:pt x="341" y="27"/>
                </a:lnTo>
                <a:lnTo>
                  <a:pt x="342" y="27"/>
                </a:lnTo>
                <a:lnTo>
                  <a:pt x="342" y="28"/>
                </a:lnTo>
                <a:lnTo>
                  <a:pt x="342" y="27"/>
                </a:lnTo>
                <a:lnTo>
                  <a:pt x="342" y="28"/>
                </a:lnTo>
                <a:lnTo>
                  <a:pt x="343" y="28"/>
                </a:lnTo>
                <a:lnTo>
                  <a:pt x="343" y="29"/>
                </a:lnTo>
                <a:lnTo>
                  <a:pt x="344" y="29"/>
                </a:lnTo>
                <a:lnTo>
                  <a:pt x="344" y="30"/>
                </a:lnTo>
                <a:lnTo>
                  <a:pt x="345" y="30"/>
                </a:lnTo>
                <a:lnTo>
                  <a:pt x="345" y="31"/>
                </a:lnTo>
                <a:lnTo>
                  <a:pt x="346" y="31"/>
                </a:lnTo>
                <a:lnTo>
                  <a:pt x="346" y="32"/>
                </a:lnTo>
                <a:lnTo>
                  <a:pt x="347" y="32"/>
                </a:lnTo>
                <a:lnTo>
                  <a:pt x="348" y="33"/>
                </a:lnTo>
                <a:lnTo>
                  <a:pt x="349" y="33"/>
                </a:lnTo>
                <a:lnTo>
                  <a:pt x="350" y="33"/>
                </a:lnTo>
                <a:lnTo>
                  <a:pt x="350" y="34"/>
                </a:lnTo>
                <a:lnTo>
                  <a:pt x="351" y="35"/>
                </a:lnTo>
                <a:lnTo>
                  <a:pt x="352" y="36"/>
                </a:lnTo>
                <a:lnTo>
                  <a:pt x="353" y="37"/>
                </a:lnTo>
                <a:lnTo>
                  <a:pt x="352" y="38"/>
                </a:lnTo>
                <a:lnTo>
                  <a:pt x="352" y="39"/>
                </a:lnTo>
                <a:lnTo>
                  <a:pt x="353" y="39"/>
                </a:lnTo>
                <a:lnTo>
                  <a:pt x="354" y="39"/>
                </a:lnTo>
                <a:lnTo>
                  <a:pt x="355" y="40"/>
                </a:lnTo>
                <a:lnTo>
                  <a:pt x="356" y="40"/>
                </a:lnTo>
                <a:lnTo>
                  <a:pt x="357" y="40"/>
                </a:lnTo>
                <a:lnTo>
                  <a:pt x="358" y="41"/>
                </a:lnTo>
                <a:lnTo>
                  <a:pt x="359" y="41"/>
                </a:lnTo>
                <a:lnTo>
                  <a:pt x="359" y="43"/>
                </a:lnTo>
                <a:lnTo>
                  <a:pt x="360" y="43"/>
                </a:lnTo>
                <a:lnTo>
                  <a:pt x="360" y="44"/>
                </a:lnTo>
                <a:lnTo>
                  <a:pt x="359" y="44"/>
                </a:lnTo>
                <a:lnTo>
                  <a:pt x="358" y="44"/>
                </a:lnTo>
                <a:lnTo>
                  <a:pt x="358" y="45"/>
                </a:lnTo>
                <a:lnTo>
                  <a:pt x="359" y="45"/>
                </a:lnTo>
                <a:lnTo>
                  <a:pt x="359" y="46"/>
                </a:lnTo>
                <a:lnTo>
                  <a:pt x="360" y="46"/>
                </a:lnTo>
                <a:lnTo>
                  <a:pt x="360" y="47"/>
                </a:lnTo>
                <a:lnTo>
                  <a:pt x="360" y="48"/>
                </a:lnTo>
                <a:lnTo>
                  <a:pt x="360" y="50"/>
                </a:lnTo>
                <a:lnTo>
                  <a:pt x="361" y="50"/>
                </a:lnTo>
                <a:lnTo>
                  <a:pt x="362" y="50"/>
                </a:lnTo>
                <a:lnTo>
                  <a:pt x="363" y="50"/>
                </a:lnTo>
                <a:lnTo>
                  <a:pt x="364" y="50"/>
                </a:lnTo>
                <a:lnTo>
                  <a:pt x="368" y="50"/>
                </a:lnTo>
                <a:lnTo>
                  <a:pt x="368" y="51"/>
                </a:lnTo>
                <a:lnTo>
                  <a:pt x="369" y="51"/>
                </a:lnTo>
                <a:lnTo>
                  <a:pt x="370" y="51"/>
                </a:lnTo>
                <a:lnTo>
                  <a:pt x="370" y="50"/>
                </a:lnTo>
                <a:lnTo>
                  <a:pt x="371" y="50"/>
                </a:lnTo>
                <a:lnTo>
                  <a:pt x="371" y="51"/>
                </a:lnTo>
                <a:lnTo>
                  <a:pt x="371" y="50"/>
                </a:lnTo>
                <a:lnTo>
                  <a:pt x="372" y="50"/>
                </a:lnTo>
                <a:lnTo>
                  <a:pt x="373" y="49"/>
                </a:lnTo>
                <a:lnTo>
                  <a:pt x="374" y="49"/>
                </a:lnTo>
                <a:lnTo>
                  <a:pt x="375" y="49"/>
                </a:lnTo>
                <a:lnTo>
                  <a:pt x="376" y="49"/>
                </a:lnTo>
                <a:lnTo>
                  <a:pt x="376" y="50"/>
                </a:lnTo>
                <a:lnTo>
                  <a:pt x="377" y="50"/>
                </a:lnTo>
                <a:lnTo>
                  <a:pt x="378" y="50"/>
                </a:lnTo>
                <a:lnTo>
                  <a:pt x="378" y="49"/>
                </a:lnTo>
                <a:lnTo>
                  <a:pt x="379" y="49"/>
                </a:lnTo>
                <a:lnTo>
                  <a:pt x="380" y="49"/>
                </a:lnTo>
                <a:lnTo>
                  <a:pt x="380" y="50"/>
                </a:lnTo>
                <a:lnTo>
                  <a:pt x="381" y="49"/>
                </a:lnTo>
                <a:lnTo>
                  <a:pt x="382" y="49"/>
                </a:lnTo>
                <a:lnTo>
                  <a:pt x="383" y="49"/>
                </a:lnTo>
                <a:lnTo>
                  <a:pt x="384" y="48"/>
                </a:lnTo>
                <a:lnTo>
                  <a:pt x="384" y="49"/>
                </a:lnTo>
                <a:lnTo>
                  <a:pt x="385" y="49"/>
                </a:lnTo>
                <a:lnTo>
                  <a:pt x="386" y="49"/>
                </a:lnTo>
                <a:lnTo>
                  <a:pt x="387" y="48"/>
                </a:lnTo>
                <a:lnTo>
                  <a:pt x="387" y="49"/>
                </a:lnTo>
                <a:lnTo>
                  <a:pt x="388" y="49"/>
                </a:lnTo>
                <a:lnTo>
                  <a:pt x="389" y="49"/>
                </a:lnTo>
                <a:lnTo>
                  <a:pt x="389" y="50"/>
                </a:lnTo>
                <a:lnTo>
                  <a:pt x="390" y="50"/>
                </a:lnTo>
                <a:lnTo>
                  <a:pt x="391" y="50"/>
                </a:lnTo>
                <a:lnTo>
                  <a:pt x="393" y="49"/>
                </a:lnTo>
                <a:lnTo>
                  <a:pt x="394" y="49"/>
                </a:lnTo>
                <a:lnTo>
                  <a:pt x="394" y="50"/>
                </a:lnTo>
                <a:lnTo>
                  <a:pt x="395" y="50"/>
                </a:lnTo>
                <a:lnTo>
                  <a:pt x="396" y="50"/>
                </a:lnTo>
                <a:lnTo>
                  <a:pt x="396" y="49"/>
                </a:lnTo>
                <a:lnTo>
                  <a:pt x="396" y="50"/>
                </a:lnTo>
                <a:lnTo>
                  <a:pt x="397" y="50"/>
                </a:lnTo>
                <a:lnTo>
                  <a:pt x="397" y="51"/>
                </a:lnTo>
                <a:lnTo>
                  <a:pt x="398" y="51"/>
                </a:lnTo>
                <a:lnTo>
                  <a:pt x="399" y="51"/>
                </a:lnTo>
                <a:lnTo>
                  <a:pt x="400" y="51"/>
                </a:lnTo>
                <a:lnTo>
                  <a:pt x="401" y="51"/>
                </a:lnTo>
                <a:lnTo>
                  <a:pt x="401" y="52"/>
                </a:lnTo>
                <a:lnTo>
                  <a:pt x="401" y="53"/>
                </a:lnTo>
                <a:lnTo>
                  <a:pt x="401" y="54"/>
                </a:lnTo>
                <a:lnTo>
                  <a:pt x="401" y="55"/>
                </a:lnTo>
                <a:lnTo>
                  <a:pt x="401" y="56"/>
                </a:lnTo>
                <a:lnTo>
                  <a:pt x="401" y="57"/>
                </a:lnTo>
                <a:lnTo>
                  <a:pt x="401" y="58"/>
                </a:lnTo>
                <a:lnTo>
                  <a:pt x="401" y="59"/>
                </a:lnTo>
                <a:lnTo>
                  <a:pt x="402" y="59"/>
                </a:lnTo>
                <a:lnTo>
                  <a:pt x="402" y="60"/>
                </a:lnTo>
                <a:lnTo>
                  <a:pt x="403" y="61"/>
                </a:lnTo>
                <a:lnTo>
                  <a:pt x="404" y="61"/>
                </a:lnTo>
                <a:lnTo>
                  <a:pt x="403" y="61"/>
                </a:lnTo>
                <a:lnTo>
                  <a:pt x="402" y="61"/>
                </a:lnTo>
                <a:lnTo>
                  <a:pt x="402" y="62"/>
                </a:lnTo>
                <a:lnTo>
                  <a:pt x="402" y="63"/>
                </a:lnTo>
                <a:lnTo>
                  <a:pt x="403" y="64"/>
                </a:lnTo>
                <a:lnTo>
                  <a:pt x="402" y="64"/>
                </a:lnTo>
                <a:lnTo>
                  <a:pt x="401" y="64"/>
                </a:lnTo>
                <a:lnTo>
                  <a:pt x="400" y="65"/>
                </a:lnTo>
                <a:lnTo>
                  <a:pt x="400" y="66"/>
                </a:lnTo>
                <a:lnTo>
                  <a:pt x="400" y="67"/>
                </a:lnTo>
                <a:lnTo>
                  <a:pt x="401" y="67"/>
                </a:lnTo>
                <a:lnTo>
                  <a:pt x="402" y="67"/>
                </a:lnTo>
                <a:lnTo>
                  <a:pt x="403" y="67"/>
                </a:lnTo>
                <a:lnTo>
                  <a:pt x="404" y="67"/>
                </a:lnTo>
                <a:lnTo>
                  <a:pt x="405" y="67"/>
                </a:lnTo>
                <a:lnTo>
                  <a:pt x="406" y="67"/>
                </a:lnTo>
                <a:lnTo>
                  <a:pt x="406" y="66"/>
                </a:lnTo>
                <a:lnTo>
                  <a:pt x="406" y="67"/>
                </a:lnTo>
                <a:lnTo>
                  <a:pt x="407" y="68"/>
                </a:lnTo>
                <a:lnTo>
                  <a:pt x="408" y="67"/>
                </a:lnTo>
                <a:lnTo>
                  <a:pt x="409" y="66"/>
                </a:lnTo>
                <a:lnTo>
                  <a:pt x="410" y="66"/>
                </a:lnTo>
                <a:lnTo>
                  <a:pt x="411" y="66"/>
                </a:lnTo>
                <a:lnTo>
                  <a:pt x="411" y="67"/>
                </a:lnTo>
                <a:lnTo>
                  <a:pt x="412" y="67"/>
                </a:lnTo>
                <a:lnTo>
                  <a:pt x="413" y="68"/>
                </a:lnTo>
                <a:lnTo>
                  <a:pt x="413" y="69"/>
                </a:lnTo>
                <a:lnTo>
                  <a:pt x="414" y="69"/>
                </a:lnTo>
                <a:lnTo>
                  <a:pt x="415" y="69"/>
                </a:lnTo>
                <a:lnTo>
                  <a:pt x="415" y="70"/>
                </a:lnTo>
                <a:lnTo>
                  <a:pt x="417" y="70"/>
                </a:lnTo>
                <a:lnTo>
                  <a:pt x="418" y="70"/>
                </a:lnTo>
                <a:lnTo>
                  <a:pt x="419" y="70"/>
                </a:lnTo>
                <a:lnTo>
                  <a:pt x="419" y="71"/>
                </a:lnTo>
                <a:lnTo>
                  <a:pt x="420" y="71"/>
                </a:lnTo>
                <a:lnTo>
                  <a:pt x="421" y="71"/>
                </a:lnTo>
                <a:lnTo>
                  <a:pt x="422" y="71"/>
                </a:lnTo>
                <a:lnTo>
                  <a:pt x="423" y="70"/>
                </a:lnTo>
                <a:lnTo>
                  <a:pt x="423" y="71"/>
                </a:lnTo>
                <a:lnTo>
                  <a:pt x="422" y="71"/>
                </a:lnTo>
                <a:lnTo>
                  <a:pt x="422" y="72"/>
                </a:lnTo>
                <a:lnTo>
                  <a:pt x="421" y="72"/>
                </a:lnTo>
                <a:lnTo>
                  <a:pt x="421" y="73"/>
                </a:lnTo>
                <a:lnTo>
                  <a:pt x="420" y="73"/>
                </a:lnTo>
                <a:lnTo>
                  <a:pt x="420" y="74"/>
                </a:lnTo>
                <a:lnTo>
                  <a:pt x="419" y="74"/>
                </a:lnTo>
                <a:lnTo>
                  <a:pt x="420" y="74"/>
                </a:lnTo>
                <a:lnTo>
                  <a:pt x="420" y="75"/>
                </a:lnTo>
                <a:lnTo>
                  <a:pt x="421" y="75"/>
                </a:lnTo>
                <a:lnTo>
                  <a:pt x="422" y="74"/>
                </a:lnTo>
                <a:lnTo>
                  <a:pt x="423" y="74"/>
                </a:lnTo>
                <a:lnTo>
                  <a:pt x="424" y="74"/>
                </a:lnTo>
                <a:lnTo>
                  <a:pt x="424" y="75"/>
                </a:lnTo>
                <a:lnTo>
                  <a:pt x="425" y="75"/>
                </a:lnTo>
                <a:lnTo>
                  <a:pt x="425" y="76"/>
                </a:lnTo>
                <a:lnTo>
                  <a:pt x="425" y="77"/>
                </a:lnTo>
                <a:lnTo>
                  <a:pt x="426" y="77"/>
                </a:lnTo>
                <a:lnTo>
                  <a:pt x="427" y="78"/>
                </a:lnTo>
                <a:lnTo>
                  <a:pt x="428" y="78"/>
                </a:lnTo>
                <a:lnTo>
                  <a:pt x="428" y="79"/>
                </a:lnTo>
                <a:lnTo>
                  <a:pt x="429" y="79"/>
                </a:lnTo>
                <a:lnTo>
                  <a:pt x="429" y="80"/>
                </a:lnTo>
                <a:lnTo>
                  <a:pt x="430" y="81"/>
                </a:lnTo>
                <a:lnTo>
                  <a:pt x="432" y="81"/>
                </a:lnTo>
                <a:lnTo>
                  <a:pt x="433" y="81"/>
                </a:lnTo>
                <a:lnTo>
                  <a:pt x="434" y="81"/>
                </a:lnTo>
                <a:lnTo>
                  <a:pt x="435" y="81"/>
                </a:lnTo>
                <a:lnTo>
                  <a:pt x="435" y="82"/>
                </a:lnTo>
                <a:lnTo>
                  <a:pt x="436" y="82"/>
                </a:lnTo>
                <a:lnTo>
                  <a:pt x="436" y="83"/>
                </a:lnTo>
                <a:lnTo>
                  <a:pt x="437" y="83"/>
                </a:lnTo>
                <a:lnTo>
                  <a:pt x="438" y="83"/>
                </a:lnTo>
                <a:lnTo>
                  <a:pt x="438" y="84"/>
                </a:lnTo>
                <a:lnTo>
                  <a:pt x="437" y="85"/>
                </a:lnTo>
                <a:lnTo>
                  <a:pt x="438" y="86"/>
                </a:lnTo>
                <a:lnTo>
                  <a:pt x="438" y="87"/>
                </a:lnTo>
                <a:lnTo>
                  <a:pt x="438" y="88"/>
                </a:lnTo>
                <a:lnTo>
                  <a:pt x="439" y="89"/>
                </a:lnTo>
                <a:lnTo>
                  <a:pt x="439" y="90"/>
                </a:lnTo>
                <a:lnTo>
                  <a:pt x="438" y="90"/>
                </a:lnTo>
                <a:lnTo>
                  <a:pt x="438" y="91"/>
                </a:lnTo>
                <a:lnTo>
                  <a:pt x="439" y="91"/>
                </a:lnTo>
                <a:lnTo>
                  <a:pt x="440" y="91"/>
                </a:lnTo>
                <a:lnTo>
                  <a:pt x="439" y="91"/>
                </a:lnTo>
                <a:lnTo>
                  <a:pt x="439" y="92"/>
                </a:lnTo>
                <a:lnTo>
                  <a:pt x="440" y="92"/>
                </a:lnTo>
                <a:lnTo>
                  <a:pt x="440" y="93"/>
                </a:lnTo>
                <a:lnTo>
                  <a:pt x="439" y="93"/>
                </a:lnTo>
                <a:lnTo>
                  <a:pt x="439" y="94"/>
                </a:lnTo>
                <a:lnTo>
                  <a:pt x="439" y="95"/>
                </a:lnTo>
                <a:lnTo>
                  <a:pt x="439" y="96"/>
                </a:lnTo>
                <a:lnTo>
                  <a:pt x="439" y="97"/>
                </a:lnTo>
                <a:lnTo>
                  <a:pt x="440" y="97"/>
                </a:lnTo>
                <a:lnTo>
                  <a:pt x="440" y="98"/>
                </a:lnTo>
                <a:lnTo>
                  <a:pt x="440" y="99"/>
                </a:lnTo>
                <a:lnTo>
                  <a:pt x="440" y="100"/>
                </a:lnTo>
                <a:lnTo>
                  <a:pt x="441" y="101"/>
                </a:lnTo>
                <a:lnTo>
                  <a:pt x="441" y="102"/>
                </a:lnTo>
                <a:lnTo>
                  <a:pt x="441" y="103"/>
                </a:lnTo>
                <a:lnTo>
                  <a:pt x="441" y="104"/>
                </a:lnTo>
                <a:lnTo>
                  <a:pt x="441" y="105"/>
                </a:lnTo>
                <a:lnTo>
                  <a:pt x="442" y="106"/>
                </a:lnTo>
                <a:lnTo>
                  <a:pt x="443" y="106"/>
                </a:lnTo>
                <a:lnTo>
                  <a:pt x="443" y="107"/>
                </a:lnTo>
                <a:lnTo>
                  <a:pt x="442" y="108"/>
                </a:lnTo>
                <a:lnTo>
                  <a:pt x="442" y="109"/>
                </a:lnTo>
                <a:lnTo>
                  <a:pt x="442" y="110"/>
                </a:lnTo>
                <a:lnTo>
                  <a:pt x="441" y="110"/>
                </a:lnTo>
                <a:lnTo>
                  <a:pt x="440" y="111"/>
                </a:lnTo>
                <a:lnTo>
                  <a:pt x="439" y="111"/>
                </a:lnTo>
                <a:lnTo>
                  <a:pt x="438" y="111"/>
                </a:lnTo>
                <a:lnTo>
                  <a:pt x="438" y="112"/>
                </a:lnTo>
                <a:lnTo>
                  <a:pt x="437" y="112"/>
                </a:lnTo>
                <a:lnTo>
                  <a:pt x="437" y="113"/>
                </a:lnTo>
                <a:lnTo>
                  <a:pt x="436" y="113"/>
                </a:lnTo>
                <a:lnTo>
                  <a:pt x="436" y="114"/>
                </a:lnTo>
                <a:lnTo>
                  <a:pt x="436" y="115"/>
                </a:lnTo>
                <a:lnTo>
                  <a:pt x="436" y="116"/>
                </a:lnTo>
                <a:lnTo>
                  <a:pt x="437" y="116"/>
                </a:lnTo>
                <a:lnTo>
                  <a:pt x="437" y="117"/>
                </a:lnTo>
                <a:lnTo>
                  <a:pt x="436" y="117"/>
                </a:lnTo>
                <a:lnTo>
                  <a:pt x="436" y="118"/>
                </a:lnTo>
                <a:lnTo>
                  <a:pt x="436" y="119"/>
                </a:lnTo>
                <a:lnTo>
                  <a:pt x="436" y="120"/>
                </a:lnTo>
                <a:lnTo>
                  <a:pt x="437" y="120"/>
                </a:lnTo>
                <a:lnTo>
                  <a:pt x="437" y="121"/>
                </a:lnTo>
                <a:lnTo>
                  <a:pt x="438" y="121"/>
                </a:lnTo>
                <a:lnTo>
                  <a:pt x="438" y="122"/>
                </a:lnTo>
                <a:lnTo>
                  <a:pt x="437" y="123"/>
                </a:lnTo>
                <a:lnTo>
                  <a:pt x="437" y="124"/>
                </a:lnTo>
                <a:lnTo>
                  <a:pt x="438" y="124"/>
                </a:lnTo>
                <a:lnTo>
                  <a:pt x="439" y="124"/>
                </a:lnTo>
                <a:lnTo>
                  <a:pt x="440" y="124"/>
                </a:lnTo>
                <a:lnTo>
                  <a:pt x="440" y="125"/>
                </a:lnTo>
                <a:lnTo>
                  <a:pt x="440" y="126"/>
                </a:lnTo>
                <a:lnTo>
                  <a:pt x="439" y="126"/>
                </a:lnTo>
                <a:lnTo>
                  <a:pt x="440" y="127"/>
                </a:lnTo>
                <a:lnTo>
                  <a:pt x="439" y="127"/>
                </a:lnTo>
                <a:lnTo>
                  <a:pt x="439" y="128"/>
                </a:lnTo>
                <a:lnTo>
                  <a:pt x="438" y="128"/>
                </a:lnTo>
                <a:lnTo>
                  <a:pt x="438" y="129"/>
                </a:lnTo>
                <a:lnTo>
                  <a:pt x="438" y="130"/>
                </a:lnTo>
                <a:lnTo>
                  <a:pt x="438" y="131"/>
                </a:lnTo>
                <a:lnTo>
                  <a:pt x="438" y="132"/>
                </a:lnTo>
                <a:lnTo>
                  <a:pt x="438" y="133"/>
                </a:lnTo>
                <a:lnTo>
                  <a:pt x="438" y="134"/>
                </a:lnTo>
                <a:lnTo>
                  <a:pt x="437" y="134"/>
                </a:lnTo>
                <a:lnTo>
                  <a:pt x="437" y="135"/>
                </a:lnTo>
                <a:lnTo>
                  <a:pt x="436" y="136"/>
                </a:lnTo>
                <a:lnTo>
                  <a:pt x="436" y="137"/>
                </a:lnTo>
                <a:lnTo>
                  <a:pt x="436" y="138"/>
                </a:lnTo>
                <a:lnTo>
                  <a:pt x="435" y="138"/>
                </a:lnTo>
                <a:lnTo>
                  <a:pt x="435" y="139"/>
                </a:lnTo>
                <a:lnTo>
                  <a:pt x="434" y="139"/>
                </a:lnTo>
                <a:lnTo>
                  <a:pt x="434" y="140"/>
                </a:lnTo>
                <a:lnTo>
                  <a:pt x="433" y="142"/>
                </a:lnTo>
                <a:lnTo>
                  <a:pt x="432" y="143"/>
                </a:lnTo>
                <a:lnTo>
                  <a:pt x="430" y="143"/>
                </a:lnTo>
                <a:lnTo>
                  <a:pt x="429" y="143"/>
                </a:lnTo>
                <a:lnTo>
                  <a:pt x="429" y="142"/>
                </a:lnTo>
                <a:lnTo>
                  <a:pt x="428" y="142"/>
                </a:lnTo>
                <a:lnTo>
                  <a:pt x="428" y="141"/>
                </a:lnTo>
                <a:lnTo>
                  <a:pt x="427" y="140"/>
                </a:lnTo>
                <a:lnTo>
                  <a:pt x="426" y="140"/>
                </a:lnTo>
                <a:lnTo>
                  <a:pt x="426" y="139"/>
                </a:lnTo>
                <a:lnTo>
                  <a:pt x="427" y="139"/>
                </a:lnTo>
                <a:lnTo>
                  <a:pt x="426" y="138"/>
                </a:lnTo>
                <a:lnTo>
                  <a:pt x="426" y="137"/>
                </a:lnTo>
                <a:lnTo>
                  <a:pt x="425" y="137"/>
                </a:lnTo>
                <a:lnTo>
                  <a:pt x="425" y="136"/>
                </a:lnTo>
                <a:lnTo>
                  <a:pt x="426" y="135"/>
                </a:lnTo>
                <a:lnTo>
                  <a:pt x="425" y="135"/>
                </a:lnTo>
                <a:lnTo>
                  <a:pt x="425" y="134"/>
                </a:lnTo>
                <a:lnTo>
                  <a:pt x="424" y="134"/>
                </a:lnTo>
                <a:lnTo>
                  <a:pt x="423" y="135"/>
                </a:lnTo>
                <a:lnTo>
                  <a:pt x="423" y="134"/>
                </a:lnTo>
                <a:lnTo>
                  <a:pt x="422" y="134"/>
                </a:lnTo>
                <a:lnTo>
                  <a:pt x="422" y="135"/>
                </a:lnTo>
                <a:lnTo>
                  <a:pt x="421" y="135"/>
                </a:lnTo>
                <a:lnTo>
                  <a:pt x="421" y="136"/>
                </a:lnTo>
                <a:lnTo>
                  <a:pt x="420" y="135"/>
                </a:lnTo>
                <a:lnTo>
                  <a:pt x="420" y="134"/>
                </a:lnTo>
                <a:lnTo>
                  <a:pt x="419" y="134"/>
                </a:lnTo>
                <a:lnTo>
                  <a:pt x="418" y="134"/>
                </a:lnTo>
                <a:lnTo>
                  <a:pt x="417" y="134"/>
                </a:lnTo>
                <a:lnTo>
                  <a:pt x="417" y="133"/>
                </a:lnTo>
                <a:lnTo>
                  <a:pt x="416" y="133"/>
                </a:lnTo>
                <a:lnTo>
                  <a:pt x="415" y="133"/>
                </a:lnTo>
                <a:lnTo>
                  <a:pt x="414" y="134"/>
                </a:lnTo>
                <a:lnTo>
                  <a:pt x="414" y="135"/>
                </a:lnTo>
                <a:lnTo>
                  <a:pt x="413" y="135"/>
                </a:lnTo>
                <a:lnTo>
                  <a:pt x="412" y="135"/>
                </a:lnTo>
                <a:lnTo>
                  <a:pt x="411" y="135"/>
                </a:lnTo>
                <a:lnTo>
                  <a:pt x="411" y="136"/>
                </a:lnTo>
                <a:lnTo>
                  <a:pt x="410" y="136"/>
                </a:lnTo>
                <a:lnTo>
                  <a:pt x="409" y="137"/>
                </a:lnTo>
                <a:lnTo>
                  <a:pt x="408" y="137"/>
                </a:lnTo>
                <a:lnTo>
                  <a:pt x="406" y="138"/>
                </a:lnTo>
                <a:lnTo>
                  <a:pt x="405" y="138"/>
                </a:lnTo>
                <a:lnTo>
                  <a:pt x="405" y="139"/>
                </a:lnTo>
                <a:lnTo>
                  <a:pt x="404" y="139"/>
                </a:lnTo>
                <a:lnTo>
                  <a:pt x="404" y="140"/>
                </a:lnTo>
                <a:lnTo>
                  <a:pt x="403" y="140"/>
                </a:lnTo>
                <a:lnTo>
                  <a:pt x="402" y="140"/>
                </a:lnTo>
                <a:lnTo>
                  <a:pt x="402" y="141"/>
                </a:lnTo>
                <a:lnTo>
                  <a:pt x="401" y="142"/>
                </a:lnTo>
                <a:lnTo>
                  <a:pt x="400" y="143"/>
                </a:lnTo>
                <a:lnTo>
                  <a:pt x="399" y="143"/>
                </a:lnTo>
                <a:lnTo>
                  <a:pt x="399" y="144"/>
                </a:lnTo>
                <a:lnTo>
                  <a:pt x="399" y="146"/>
                </a:lnTo>
                <a:lnTo>
                  <a:pt x="400" y="146"/>
                </a:lnTo>
                <a:lnTo>
                  <a:pt x="399" y="147"/>
                </a:lnTo>
                <a:lnTo>
                  <a:pt x="398" y="147"/>
                </a:lnTo>
                <a:lnTo>
                  <a:pt x="398" y="148"/>
                </a:lnTo>
                <a:lnTo>
                  <a:pt x="398" y="147"/>
                </a:lnTo>
                <a:lnTo>
                  <a:pt x="398" y="146"/>
                </a:lnTo>
                <a:lnTo>
                  <a:pt x="397" y="147"/>
                </a:lnTo>
                <a:lnTo>
                  <a:pt x="396" y="147"/>
                </a:lnTo>
                <a:lnTo>
                  <a:pt x="396" y="148"/>
                </a:lnTo>
                <a:lnTo>
                  <a:pt x="395" y="148"/>
                </a:lnTo>
                <a:lnTo>
                  <a:pt x="394" y="148"/>
                </a:lnTo>
                <a:lnTo>
                  <a:pt x="394" y="149"/>
                </a:lnTo>
                <a:lnTo>
                  <a:pt x="394" y="150"/>
                </a:lnTo>
                <a:lnTo>
                  <a:pt x="394" y="151"/>
                </a:lnTo>
                <a:lnTo>
                  <a:pt x="394" y="152"/>
                </a:lnTo>
                <a:lnTo>
                  <a:pt x="393" y="153"/>
                </a:lnTo>
                <a:lnTo>
                  <a:pt x="392" y="154"/>
                </a:lnTo>
                <a:lnTo>
                  <a:pt x="391" y="155"/>
                </a:lnTo>
                <a:lnTo>
                  <a:pt x="390" y="155"/>
                </a:lnTo>
                <a:lnTo>
                  <a:pt x="390" y="154"/>
                </a:lnTo>
                <a:lnTo>
                  <a:pt x="390" y="155"/>
                </a:lnTo>
                <a:lnTo>
                  <a:pt x="389" y="155"/>
                </a:lnTo>
                <a:lnTo>
                  <a:pt x="388" y="155"/>
                </a:lnTo>
                <a:lnTo>
                  <a:pt x="387" y="156"/>
                </a:lnTo>
                <a:lnTo>
                  <a:pt x="387" y="157"/>
                </a:lnTo>
                <a:lnTo>
                  <a:pt x="387" y="158"/>
                </a:lnTo>
                <a:lnTo>
                  <a:pt x="388" y="158"/>
                </a:lnTo>
                <a:lnTo>
                  <a:pt x="387" y="158"/>
                </a:lnTo>
                <a:lnTo>
                  <a:pt x="387" y="159"/>
                </a:lnTo>
                <a:lnTo>
                  <a:pt x="387" y="160"/>
                </a:lnTo>
                <a:lnTo>
                  <a:pt x="386" y="160"/>
                </a:lnTo>
                <a:lnTo>
                  <a:pt x="385" y="160"/>
                </a:lnTo>
                <a:lnTo>
                  <a:pt x="384" y="160"/>
                </a:lnTo>
                <a:lnTo>
                  <a:pt x="384" y="161"/>
                </a:lnTo>
                <a:lnTo>
                  <a:pt x="383" y="161"/>
                </a:lnTo>
                <a:lnTo>
                  <a:pt x="383" y="160"/>
                </a:lnTo>
                <a:lnTo>
                  <a:pt x="384" y="159"/>
                </a:lnTo>
                <a:lnTo>
                  <a:pt x="383" y="159"/>
                </a:lnTo>
                <a:lnTo>
                  <a:pt x="383" y="158"/>
                </a:lnTo>
                <a:lnTo>
                  <a:pt x="382" y="158"/>
                </a:lnTo>
                <a:lnTo>
                  <a:pt x="382" y="159"/>
                </a:lnTo>
                <a:lnTo>
                  <a:pt x="381" y="159"/>
                </a:lnTo>
                <a:lnTo>
                  <a:pt x="381" y="160"/>
                </a:lnTo>
                <a:lnTo>
                  <a:pt x="380" y="160"/>
                </a:lnTo>
                <a:lnTo>
                  <a:pt x="380" y="161"/>
                </a:lnTo>
                <a:lnTo>
                  <a:pt x="379" y="161"/>
                </a:lnTo>
                <a:lnTo>
                  <a:pt x="379" y="162"/>
                </a:lnTo>
                <a:lnTo>
                  <a:pt x="378" y="162"/>
                </a:lnTo>
                <a:lnTo>
                  <a:pt x="378" y="163"/>
                </a:lnTo>
                <a:lnTo>
                  <a:pt x="376" y="163"/>
                </a:lnTo>
                <a:lnTo>
                  <a:pt x="376" y="164"/>
                </a:lnTo>
                <a:lnTo>
                  <a:pt x="375" y="164"/>
                </a:lnTo>
                <a:lnTo>
                  <a:pt x="375" y="165"/>
                </a:lnTo>
                <a:lnTo>
                  <a:pt x="374" y="165"/>
                </a:lnTo>
                <a:lnTo>
                  <a:pt x="374" y="166"/>
                </a:lnTo>
                <a:lnTo>
                  <a:pt x="374" y="167"/>
                </a:lnTo>
                <a:lnTo>
                  <a:pt x="373" y="168"/>
                </a:lnTo>
                <a:lnTo>
                  <a:pt x="372" y="168"/>
                </a:lnTo>
                <a:lnTo>
                  <a:pt x="372" y="169"/>
                </a:lnTo>
                <a:lnTo>
                  <a:pt x="372" y="170"/>
                </a:lnTo>
                <a:lnTo>
                  <a:pt x="371" y="170"/>
                </a:lnTo>
                <a:lnTo>
                  <a:pt x="371" y="171"/>
                </a:lnTo>
                <a:lnTo>
                  <a:pt x="370" y="172"/>
                </a:lnTo>
                <a:lnTo>
                  <a:pt x="369" y="173"/>
                </a:lnTo>
                <a:lnTo>
                  <a:pt x="369" y="174"/>
                </a:lnTo>
                <a:lnTo>
                  <a:pt x="368" y="174"/>
                </a:lnTo>
                <a:lnTo>
                  <a:pt x="368" y="175"/>
                </a:lnTo>
                <a:lnTo>
                  <a:pt x="367" y="176"/>
                </a:lnTo>
                <a:lnTo>
                  <a:pt x="366" y="176"/>
                </a:lnTo>
                <a:lnTo>
                  <a:pt x="366" y="175"/>
                </a:lnTo>
                <a:lnTo>
                  <a:pt x="365" y="175"/>
                </a:lnTo>
                <a:lnTo>
                  <a:pt x="365" y="174"/>
                </a:lnTo>
                <a:lnTo>
                  <a:pt x="366" y="174"/>
                </a:lnTo>
                <a:lnTo>
                  <a:pt x="366" y="173"/>
                </a:lnTo>
                <a:lnTo>
                  <a:pt x="365" y="173"/>
                </a:lnTo>
                <a:lnTo>
                  <a:pt x="365" y="172"/>
                </a:lnTo>
                <a:lnTo>
                  <a:pt x="366" y="172"/>
                </a:lnTo>
                <a:lnTo>
                  <a:pt x="366" y="171"/>
                </a:lnTo>
                <a:lnTo>
                  <a:pt x="367" y="170"/>
                </a:lnTo>
                <a:lnTo>
                  <a:pt x="367" y="169"/>
                </a:lnTo>
                <a:lnTo>
                  <a:pt x="366" y="169"/>
                </a:lnTo>
                <a:lnTo>
                  <a:pt x="366" y="168"/>
                </a:lnTo>
                <a:lnTo>
                  <a:pt x="366" y="167"/>
                </a:lnTo>
                <a:lnTo>
                  <a:pt x="365" y="166"/>
                </a:lnTo>
                <a:lnTo>
                  <a:pt x="364" y="166"/>
                </a:lnTo>
                <a:lnTo>
                  <a:pt x="363" y="165"/>
                </a:lnTo>
                <a:lnTo>
                  <a:pt x="364" y="164"/>
                </a:lnTo>
                <a:lnTo>
                  <a:pt x="364" y="163"/>
                </a:lnTo>
                <a:lnTo>
                  <a:pt x="363" y="163"/>
                </a:lnTo>
                <a:lnTo>
                  <a:pt x="363" y="164"/>
                </a:lnTo>
                <a:lnTo>
                  <a:pt x="363" y="163"/>
                </a:lnTo>
                <a:lnTo>
                  <a:pt x="362" y="163"/>
                </a:lnTo>
                <a:lnTo>
                  <a:pt x="362" y="162"/>
                </a:lnTo>
                <a:lnTo>
                  <a:pt x="361" y="162"/>
                </a:lnTo>
                <a:lnTo>
                  <a:pt x="361" y="163"/>
                </a:lnTo>
                <a:lnTo>
                  <a:pt x="360" y="163"/>
                </a:lnTo>
                <a:lnTo>
                  <a:pt x="360" y="164"/>
                </a:lnTo>
                <a:lnTo>
                  <a:pt x="359" y="165"/>
                </a:lnTo>
                <a:lnTo>
                  <a:pt x="358" y="165"/>
                </a:lnTo>
                <a:lnTo>
                  <a:pt x="357" y="166"/>
                </a:lnTo>
                <a:lnTo>
                  <a:pt x="357" y="165"/>
                </a:lnTo>
                <a:lnTo>
                  <a:pt x="357" y="166"/>
                </a:lnTo>
                <a:lnTo>
                  <a:pt x="356" y="166"/>
                </a:lnTo>
                <a:lnTo>
                  <a:pt x="355" y="166"/>
                </a:lnTo>
                <a:lnTo>
                  <a:pt x="355" y="167"/>
                </a:lnTo>
                <a:lnTo>
                  <a:pt x="356" y="167"/>
                </a:lnTo>
                <a:lnTo>
                  <a:pt x="356" y="166"/>
                </a:lnTo>
                <a:lnTo>
                  <a:pt x="357" y="166"/>
                </a:lnTo>
                <a:lnTo>
                  <a:pt x="357" y="167"/>
                </a:lnTo>
                <a:lnTo>
                  <a:pt x="356" y="167"/>
                </a:lnTo>
                <a:lnTo>
                  <a:pt x="356" y="168"/>
                </a:lnTo>
                <a:lnTo>
                  <a:pt x="355" y="168"/>
                </a:lnTo>
                <a:lnTo>
                  <a:pt x="354" y="169"/>
                </a:lnTo>
                <a:lnTo>
                  <a:pt x="353" y="169"/>
                </a:lnTo>
                <a:lnTo>
                  <a:pt x="353" y="170"/>
                </a:lnTo>
                <a:lnTo>
                  <a:pt x="352" y="170"/>
                </a:lnTo>
                <a:lnTo>
                  <a:pt x="350" y="170"/>
                </a:lnTo>
                <a:lnTo>
                  <a:pt x="350" y="171"/>
                </a:lnTo>
                <a:lnTo>
                  <a:pt x="349" y="171"/>
                </a:lnTo>
                <a:lnTo>
                  <a:pt x="349" y="172"/>
                </a:lnTo>
                <a:lnTo>
                  <a:pt x="348" y="172"/>
                </a:lnTo>
                <a:lnTo>
                  <a:pt x="348" y="173"/>
                </a:lnTo>
                <a:lnTo>
                  <a:pt x="347" y="172"/>
                </a:lnTo>
                <a:lnTo>
                  <a:pt x="346" y="172"/>
                </a:lnTo>
                <a:lnTo>
                  <a:pt x="346" y="171"/>
                </a:lnTo>
                <a:lnTo>
                  <a:pt x="345" y="171"/>
                </a:lnTo>
                <a:lnTo>
                  <a:pt x="345" y="170"/>
                </a:lnTo>
                <a:lnTo>
                  <a:pt x="345" y="169"/>
                </a:lnTo>
                <a:lnTo>
                  <a:pt x="344" y="169"/>
                </a:lnTo>
                <a:lnTo>
                  <a:pt x="344" y="168"/>
                </a:lnTo>
                <a:lnTo>
                  <a:pt x="343" y="168"/>
                </a:lnTo>
                <a:lnTo>
                  <a:pt x="343" y="167"/>
                </a:lnTo>
                <a:lnTo>
                  <a:pt x="343" y="166"/>
                </a:lnTo>
                <a:lnTo>
                  <a:pt x="343" y="165"/>
                </a:lnTo>
                <a:lnTo>
                  <a:pt x="342" y="165"/>
                </a:lnTo>
                <a:lnTo>
                  <a:pt x="344" y="164"/>
                </a:lnTo>
                <a:lnTo>
                  <a:pt x="345" y="164"/>
                </a:lnTo>
                <a:lnTo>
                  <a:pt x="345" y="163"/>
                </a:lnTo>
                <a:lnTo>
                  <a:pt x="346" y="162"/>
                </a:lnTo>
                <a:lnTo>
                  <a:pt x="346" y="161"/>
                </a:lnTo>
                <a:lnTo>
                  <a:pt x="345" y="161"/>
                </a:lnTo>
                <a:lnTo>
                  <a:pt x="343" y="160"/>
                </a:lnTo>
                <a:lnTo>
                  <a:pt x="342" y="160"/>
                </a:lnTo>
                <a:lnTo>
                  <a:pt x="341" y="161"/>
                </a:lnTo>
                <a:lnTo>
                  <a:pt x="341" y="160"/>
                </a:lnTo>
                <a:lnTo>
                  <a:pt x="340" y="160"/>
                </a:lnTo>
                <a:lnTo>
                  <a:pt x="339" y="160"/>
                </a:lnTo>
                <a:lnTo>
                  <a:pt x="339" y="159"/>
                </a:lnTo>
                <a:lnTo>
                  <a:pt x="338" y="160"/>
                </a:lnTo>
                <a:lnTo>
                  <a:pt x="337" y="160"/>
                </a:lnTo>
                <a:lnTo>
                  <a:pt x="336" y="161"/>
                </a:lnTo>
                <a:lnTo>
                  <a:pt x="335" y="162"/>
                </a:lnTo>
                <a:lnTo>
                  <a:pt x="335" y="161"/>
                </a:lnTo>
                <a:lnTo>
                  <a:pt x="334" y="162"/>
                </a:lnTo>
                <a:lnTo>
                  <a:pt x="334" y="163"/>
                </a:lnTo>
                <a:lnTo>
                  <a:pt x="334" y="162"/>
                </a:lnTo>
                <a:lnTo>
                  <a:pt x="333" y="162"/>
                </a:lnTo>
                <a:lnTo>
                  <a:pt x="332" y="162"/>
                </a:lnTo>
                <a:lnTo>
                  <a:pt x="331" y="162"/>
                </a:lnTo>
                <a:lnTo>
                  <a:pt x="331" y="163"/>
                </a:lnTo>
                <a:lnTo>
                  <a:pt x="331" y="164"/>
                </a:lnTo>
                <a:lnTo>
                  <a:pt x="330" y="164"/>
                </a:lnTo>
                <a:lnTo>
                  <a:pt x="330" y="165"/>
                </a:lnTo>
                <a:lnTo>
                  <a:pt x="329" y="165"/>
                </a:lnTo>
                <a:lnTo>
                  <a:pt x="328" y="165"/>
                </a:lnTo>
                <a:lnTo>
                  <a:pt x="328" y="166"/>
                </a:lnTo>
                <a:lnTo>
                  <a:pt x="327" y="167"/>
                </a:lnTo>
                <a:lnTo>
                  <a:pt x="326" y="168"/>
                </a:lnTo>
                <a:lnTo>
                  <a:pt x="325" y="168"/>
                </a:lnTo>
                <a:lnTo>
                  <a:pt x="325" y="169"/>
                </a:lnTo>
                <a:lnTo>
                  <a:pt x="325" y="170"/>
                </a:lnTo>
                <a:lnTo>
                  <a:pt x="324" y="170"/>
                </a:lnTo>
                <a:lnTo>
                  <a:pt x="324" y="171"/>
                </a:lnTo>
                <a:lnTo>
                  <a:pt x="323" y="172"/>
                </a:lnTo>
                <a:lnTo>
                  <a:pt x="322" y="173"/>
                </a:lnTo>
                <a:lnTo>
                  <a:pt x="321" y="174"/>
                </a:lnTo>
                <a:lnTo>
                  <a:pt x="320" y="175"/>
                </a:lnTo>
                <a:lnTo>
                  <a:pt x="318" y="175"/>
                </a:lnTo>
                <a:lnTo>
                  <a:pt x="318" y="176"/>
                </a:lnTo>
                <a:lnTo>
                  <a:pt x="317" y="176"/>
                </a:lnTo>
                <a:lnTo>
                  <a:pt x="317" y="175"/>
                </a:lnTo>
                <a:lnTo>
                  <a:pt x="316" y="175"/>
                </a:lnTo>
                <a:lnTo>
                  <a:pt x="316" y="174"/>
                </a:lnTo>
                <a:lnTo>
                  <a:pt x="316" y="173"/>
                </a:lnTo>
                <a:lnTo>
                  <a:pt x="316" y="174"/>
                </a:lnTo>
                <a:lnTo>
                  <a:pt x="315" y="174"/>
                </a:lnTo>
                <a:lnTo>
                  <a:pt x="314" y="175"/>
                </a:lnTo>
                <a:lnTo>
                  <a:pt x="313" y="175"/>
                </a:lnTo>
                <a:lnTo>
                  <a:pt x="312" y="175"/>
                </a:lnTo>
                <a:lnTo>
                  <a:pt x="311" y="175"/>
                </a:lnTo>
                <a:lnTo>
                  <a:pt x="310" y="175"/>
                </a:lnTo>
                <a:lnTo>
                  <a:pt x="310" y="174"/>
                </a:lnTo>
                <a:lnTo>
                  <a:pt x="310" y="173"/>
                </a:lnTo>
                <a:lnTo>
                  <a:pt x="309" y="173"/>
                </a:lnTo>
                <a:lnTo>
                  <a:pt x="309" y="172"/>
                </a:lnTo>
                <a:lnTo>
                  <a:pt x="309" y="171"/>
                </a:lnTo>
                <a:lnTo>
                  <a:pt x="308" y="171"/>
                </a:lnTo>
                <a:lnTo>
                  <a:pt x="308" y="170"/>
                </a:lnTo>
                <a:lnTo>
                  <a:pt x="308" y="169"/>
                </a:lnTo>
                <a:lnTo>
                  <a:pt x="308" y="168"/>
                </a:lnTo>
                <a:lnTo>
                  <a:pt x="307" y="168"/>
                </a:lnTo>
                <a:lnTo>
                  <a:pt x="307" y="167"/>
                </a:lnTo>
                <a:lnTo>
                  <a:pt x="307" y="166"/>
                </a:lnTo>
                <a:lnTo>
                  <a:pt x="305" y="166"/>
                </a:lnTo>
                <a:lnTo>
                  <a:pt x="304" y="166"/>
                </a:lnTo>
                <a:lnTo>
                  <a:pt x="303" y="167"/>
                </a:lnTo>
                <a:lnTo>
                  <a:pt x="302" y="167"/>
                </a:lnTo>
                <a:lnTo>
                  <a:pt x="302" y="168"/>
                </a:lnTo>
                <a:lnTo>
                  <a:pt x="303" y="169"/>
                </a:lnTo>
                <a:lnTo>
                  <a:pt x="303" y="170"/>
                </a:lnTo>
                <a:lnTo>
                  <a:pt x="303" y="171"/>
                </a:lnTo>
                <a:lnTo>
                  <a:pt x="303" y="172"/>
                </a:lnTo>
                <a:lnTo>
                  <a:pt x="303" y="173"/>
                </a:lnTo>
                <a:lnTo>
                  <a:pt x="302" y="173"/>
                </a:lnTo>
                <a:lnTo>
                  <a:pt x="302" y="172"/>
                </a:lnTo>
                <a:lnTo>
                  <a:pt x="301" y="172"/>
                </a:lnTo>
                <a:lnTo>
                  <a:pt x="301" y="173"/>
                </a:lnTo>
                <a:lnTo>
                  <a:pt x="300" y="173"/>
                </a:lnTo>
                <a:lnTo>
                  <a:pt x="301" y="173"/>
                </a:lnTo>
                <a:lnTo>
                  <a:pt x="300" y="174"/>
                </a:lnTo>
                <a:lnTo>
                  <a:pt x="299" y="174"/>
                </a:lnTo>
                <a:lnTo>
                  <a:pt x="300" y="174"/>
                </a:lnTo>
                <a:lnTo>
                  <a:pt x="300" y="175"/>
                </a:lnTo>
                <a:lnTo>
                  <a:pt x="299" y="175"/>
                </a:lnTo>
                <a:lnTo>
                  <a:pt x="299" y="176"/>
                </a:lnTo>
                <a:lnTo>
                  <a:pt x="298" y="175"/>
                </a:lnTo>
                <a:lnTo>
                  <a:pt x="298" y="176"/>
                </a:lnTo>
                <a:lnTo>
                  <a:pt x="297" y="176"/>
                </a:lnTo>
                <a:lnTo>
                  <a:pt x="297" y="177"/>
                </a:lnTo>
                <a:lnTo>
                  <a:pt x="296" y="177"/>
                </a:lnTo>
                <a:lnTo>
                  <a:pt x="296" y="178"/>
                </a:lnTo>
                <a:lnTo>
                  <a:pt x="295" y="178"/>
                </a:lnTo>
                <a:lnTo>
                  <a:pt x="295" y="177"/>
                </a:lnTo>
                <a:lnTo>
                  <a:pt x="294" y="177"/>
                </a:lnTo>
                <a:lnTo>
                  <a:pt x="294" y="176"/>
                </a:lnTo>
                <a:lnTo>
                  <a:pt x="293" y="176"/>
                </a:lnTo>
                <a:lnTo>
                  <a:pt x="292" y="176"/>
                </a:lnTo>
                <a:lnTo>
                  <a:pt x="291" y="175"/>
                </a:lnTo>
                <a:lnTo>
                  <a:pt x="289" y="175"/>
                </a:lnTo>
                <a:lnTo>
                  <a:pt x="288" y="175"/>
                </a:lnTo>
                <a:lnTo>
                  <a:pt x="288" y="176"/>
                </a:lnTo>
                <a:lnTo>
                  <a:pt x="287" y="177"/>
                </a:lnTo>
                <a:lnTo>
                  <a:pt x="286" y="176"/>
                </a:lnTo>
                <a:lnTo>
                  <a:pt x="287" y="176"/>
                </a:lnTo>
                <a:lnTo>
                  <a:pt x="286" y="176"/>
                </a:lnTo>
                <a:lnTo>
                  <a:pt x="286" y="175"/>
                </a:lnTo>
                <a:lnTo>
                  <a:pt x="285" y="175"/>
                </a:lnTo>
                <a:lnTo>
                  <a:pt x="285" y="176"/>
                </a:lnTo>
                <a:lnTo>
                  <a:pt x="283" y="176"/>
                </a:lnTo>
                <a:lnTo>
                  <a:pt x="282" y="176"/>
                </a:lnTo>
                <a:lnTo>
                  <a:pt x="281" y="178"/>
                </a:lnTo>
                <a:lnTo>
                  <a:pt x="282" y="178"/>
                </a:lnTo>
                <a:lnTo>
                  <a:pt x="282" y="179"/>
                </a:lnTo>
                <a:lnTo>
                  <a:pt x="281" y="179"/>
                </a:lnTo>
                <a:lnTo>
                  <a:pt x="281" y="180"/>
                </a:lnTo>
                <a:lnTo>
                  <a:pt x="282" y="180"/>
                </a:lnTo>
                <a:lnTo>
                  <a:pt x="281" y="180"/>
                </a:lnTo>
                <a:lnTo>
                  <a:pt x="281" y="181"/>
                </a:lnTo>
                <a:lnTo>
                  <a:pt x="281" y="182"/>
                </a:lnTo>
                <a:lnTo>
                  <a:pt x="282" y="182"/>
                </a:lnTo>
                <a:lnTo>
                  <a:pt x="282" y="183"/>
                </a:lnTo>
                <a:lnTo>
                  <a:pt x="282" y="184"/>
                </a:lnTo>
                <a:lnTo>
                  <a:pt x="282" y="185"/>
                </a:lnTo>
                <a:lnTo>
                  <a:pt x="282" y="186"/>
                </a:lnTo>
                <a:lnTo>
                  <a:pt x="280" y="186"/>
                </a:lnTo>
                <a:lnTo>
                  <a:pt x="280" y="188"/>
                </a:lnTo>
                <a:lnTo>
                  <a:pt x="281" y="189"/>
                </a:lnTo>
                <a:lnTo>
                  <a:pt x="282" y="189"/>
                </a:lnTo>
                <a:lnTo>
                  <a:pt x="282" y="190"/>
                </a:lnTo>
                <a:lnTo>
                  <a:pt x="283" y="190"/>
                </a:lnTo>
                <a:lnTo>
                  <a:pt x="285" y="190"/>
                </a:lnTo>
                <a:lnTo>
                  <a:pt x="286" y="189"/>
                </a:lnTo>
                <a:lnTo>
                  <a:pt x="286" y="190"/>
                </a:lnTo>
                <a:lnTo>
                  <a:pt x="287" y="190"/>
                </a:lnTo>
                <a:lnTo>
                  <a:pt x="287" y="191"/>
                </a:lnTo>
                <a:lnTo>
                  <a:pt x="288" y="191"/>
                </a:lnTo>
                <a:lnTo>
                  <a:pt x="288" y="192"/>
                </a:lnTo>
                <a:lnTo>
                  <a:pt x="289" y="193"/>
                </a:lnTo>
                <a:lnTo>
                  <a:pt x="290" y="194"/>
                </a:lnTo>
                <a:lnTo>
                  <a:pt x="291" y="194"/>
                </a:lnTo>
                <a:lnTo>
                  <a:pt x="292" y="194"/>
                </a:lnTo>
                <a:lnTo>
                  <a:pt x="292" y="195"/>
                </a:lnTo>
                <a:lnTo>
                  <a:pt x="292" y="196"/>
                </a:lnTo>
                <a:lnTo>
                  <a:pt x="293" y="196"/>
                </a:lnTo>
                <a:lnTo>
                  <a:pt x="293" y="197"/>
                </a:lnTo>
                <a:lnTo>
                  <a:pt x="293" y="198"/>
                </a:lnTo>
                <a:lnTo>
                  <a:pt x="294" y="198"/>
                </a:lnTo>
                <a:lnTo>
                  <a:pt x="294" y="199"/>
                </a:lnTo>
                <a:lnTo>
                  <a:pt x="295" y="199"/>
                </a:lnTo>
                <a:lnTo>
                  <a:pt x="295" y="200"/>
                </a:lnTo>
                <a:lnTo>
                  <a:pt x="296" y="200"/>
                </a:lnTo>
                <a:lnTo>
                  <a:pt x="297" y="200"/>
                </a:lnTo>
                <a:lnTo>
                  <a:pt x="297" y="202"/>
                </a:lnTo>
                <a:lnTo>
                  <a:pt x="296" y="202"/>
                </a:lnTo>
                <a:lnTo>
                  <a:pt x="296" y="203"/>
                </a:lnTo>
                <a:lnTo>
                  <a:pt x="296" y="204"/>
                </a:lnTo>
                <a:lnTo>
                  <a:pt x="295" y="205"/>
                </a:lnTo>
                <a:lnTo>
                  <a:pt x="295" y="206"/>
                </a:lnTo>
                <a:lnTo>
                  <a:pt x="295" y="208"/>
                </a:lnTo>
                <a:lnTo>
                  <a:pt x="294" y="209"/>
                </a:lnTo>
                <a:lnTo>
                  <a:pt x="294" y="210"/>
                </a:lnTo>
                <a:lnTo>
                  <a:pt x="295" y="210"/>
                </a:lnTo>
                <a:lnTo>
                  <a:pt x="296" y="210"/>
                </a:lnTo>
                <a:lnTo>
                  <a:pt x="295" y="211"/>
                </a:lnTo>
                <a:lnTo>
                  <a:pt x="295" y="213"/>
                </a:lnTo>
                <a:lnTo>
                  <a:pt x="294" y="214"/>
                </a:lnTo>
                <a:lnTo>
                  <a:pt x="294" y="215"/>
                </a:lnTo>
                <a:lnTo>
                  <a:pt x="293" y="217"/>
                </a:lnTo>
                <a:lnTo>
                  <a:pt x="293" y="218"/>
                </a:lnTo>
                <a:lnTo>
                  <a:pt x="292" y="219"/>
                </a:lnTo>
                <a:lnTo>
                  <a:pt x="292" y="218"/>
                </a:lnTo>
                <a:lnTo>
                  <a:pt x="292" y="219"/>
                </a:lnTo>
                <a:lnTo>
                  <a:pt x="291" y="220"/>
                </a:lnTo>
                <a:lnTo>
                  <a:pt x="291" y="221"/>
                </a:lnTo>
                <a:lnTo>
                  <a:pt x="292" y="220"/>
                </a:lnTo>
                <a:lnTo>
                  <a:pt x="293" y="220"/>
                </a:lnTo>
                <a:lnTo>
                  <a:pt x="293" y="221"/>
                </a:lnTo>
                <a:lnTo>
                  <a:pt x="293" y="222"/>
                </a:lnTo>
                <a:lnTo>
                  <a:pt x="292" y="222"/>
                </a:lnTo>
                <a:lnTo>
                  <a:pt x="292" y="224"/>
                </a:lnTo>
                <a:lnTo>
                  <a:pt x="292" y="225"/>
                </a:lnTo>
                <a:lnTo>
                  <a:pt x="292" y="226"/>
                </a:lnTo>
                <a:lnTo>
                  <a:pt x="293" y="226"/>
                </a:lnTo>
                <a:lnTo>
                  <a:pt x="294" y="227"/>
                </a:lnTo>
                <a:lnTo>
                  <a:pt x="294" y="228"/>
                </a:lnTo>
                <a:lnTo>
                  <a:pt x="294" y="227"/>
                </a:lnTo>
                <a:lnTo>
                  <a:pt x="293" y="227"/>
                </a:lnTo>
                <a:lnTo>
                  <a:pt x="293" y="228"/>
                </a:lnTo>
                <a:lnTo>
                  <a:pt x="293" y="229"/>
                </a:lnTo>
                <a:lnTo>
                  <a:pt x="293" y="230"/>
                </a:lnTo>
                <a:lnTo>
                  <a:pt x="292" y="230"/>
                </a:lnTo>
                <a:lnTo>
                  <a:pt x="292" y="231"/>
                </a:lnTo>
                <a:lnTo>
                  <a:pt x="292" y="232"/>
                </a:lnTo>
                <a:lnTo>
                  <a:pt x="292" y="233"/>
                </a:lnTo>
                <a:lnTo>
                  <a:pt x="291" y="233"/>
                </a:lnTo>
                <a:lnTo>
                  <a:pt x="291" y="234"/>
                </a:lnTo>
                <a:lnTo>
                  <a:pt x="292" y="234"/>
                </a:lnTo>
                <a:lnTo>
                  <a:pt x="292" y="235"/>
                </a:lnTo>
                <a:lnTo>
                  <a:pt x="292" y="236"/>
                </a:lnTo>
                <a:lnTo>
                  <a:pt x="292" y="237"/>
                </a:lnTo>
                <a:lnTo>
                  <a:pt x="292" y="238"/>
                </a:lnTo>
                <a:lnTo>
                  <a:pt x="291" y="238"/>
                </a:lnTo>
                <a:lnTo>
                  <a:pt x="291" y="239"/>
                </a:lnTo>
                <a:lnTo>
                  <a:pt x="292" y="239"/>
                </a:lnTo>
                <a:lnTo>
                  <a:pt x="292" y="240"/>
                </a:lnTo>
                <a:lnTo>
                  <a:pt x="291" y="240"/>
                </a:lnTo>
                <a:lnTo>
                  <a:pt x="291" y="239"/>
                </a:lnTo>
                <a:lnTo>
                  <a:pt x="290" y="238"/>
                </a:lnTo>
                <a:lnTo>
                  <a:pt x="290" y="239"/>
                </a:lnTo>
                <a:lnTo>
                  <a:pt x="289" y="240"/>
                </a:lnTo>
                <a:lnTo>
                  <a:pt x="288" y="240"/>
                </a:lnTo>
                <a:lnTo>
                  <a:pt x="287" y="240"/>
                </a:lnTo>
                <a:lnTo>
                  <a:pt x="286" y="240"/>
                </a:lnTo>
                <a:lnTo>
                  <a:pt x="286" y="239"/>
                </a:lnTo>
                <a:lnTo>
                  <a:pt x="285" y="239"/>
                </a:lnTo>
                <a:lnTo>
                  <a:pt x="283" y="239"/>
                </a:lnTo>
                <a:lnTo>
                  <a:pt x="283" y="238"/>
                </a:lnTo>
                <a:lnTo>
                  <a:pt x="282" y="239"/>
                </a:lnTo>
                <a:lnTo>
                  <a:pt x="281" y="240"/>
                </a:lnTo>
                <a:lnTo>
                  <a:pt x="280" y="241"/>
                </a:lnTo>
                <a:lnTo>
                  <a:pt x="279" y="240"/>
                </a:lnTo>
                <a:lnTo>
                  <a:pt x="279" y="241"/>
                </a:lnTo>
                <a:lnTo>
                  <a:pt x="278" y="241"/>
                </a:lnTo>
                <a:lnTo>
                  <a:pt x="278" y="242"/>
                </a:lnTo>
                <a:lnTo>
                  <a:pt x="277" y="242"/>
                </a:lnTo>
                <a:lnTo>
                  <a:pt x="277" y="243"/>
                </a:lnTo>
                <a:lnTo>
                  <a:pt x="277" y="244"/>
                </a:lnTo>
                <a:lnTo>
                  <a:pt x="277" y="245"/>
                </a:lnTo>
                <a:lnTo>
                  <a:pt x="278" y="245"/>
                </a:lnTo>
                <a:lnTo>
                  <a:pt x="279" y="245"/>
                </a:lnTo>
                <a:lnTo>
                  <a:pt x="279" y="244"/>
                </a:lnTo>
                <a:lnTo>
                  <a:pt x="279" y="243"/>
                </a:lnTo>
                <a:lnTo>
                  <a:pt x="280" y="243"/>
                </a:lnTo>
                <a:lnTo>
                  <a:pt x="280" y="244"/>
                </a:lnTo>
                <a:lnTo>
                  <a:pt x="281" y="245"/>
                </a:lnTo>
                <a:lnTo>
                  <a:pt x="282" y="245"/>
                </a:lnTo>
                <a:lnTo>
                  <a:pt x="282" y="246"/>
                </a:lnTo>
                <a:lnTo>
                  <a:pt x="282" y="247"/>
                </a:lnTo>
                <a:lnTo>
                  <a:pt x="281" y="247"/>
                </a:lnTo>
                <a:lnTo>
                  <a:pt x="281" y="248"/>
                </a:lnTo>
                <a:lnTo>
                  <a:pt x="281" y="249"/>
                </a:lnTo>
                <a:lnTo>
                  <a:pt x="282" y="249"/>
                </a:lnTo>
                <a:lnTo>
                  <a:pt x="282" y="250"/>
                </a:lnTo>
                <a:lnTo>
                  <a:pt x="283" y="249"/>
                </a:lnTo>
                <a:lnTo>
                  <a:pt x="285" y="249"/>
                </a:lnTo>
                <a:lnTo>
                  <a:pt x="285" y="250"/>
                </a:lnTo>
                <a:lnTo>
                  <a:pt x="285" y="251"/>
                </a:lnTo>
                <a:lnTo>
                  <a:pt x="283" y="251"/>
                </a:lnTo>
                <a:lnTo>
                  <a:pt x="283" y="252"/>
                </a:lnTo>
                <a:lnTo>
                  <a:pt x="283" y="253"/>
                </a:lnTo>
                <a:lnTo>
                  <a:pt x="285" y="253"/>
                </a:lnTo>
                <a:lnTo>
                  <a:pt x="286" y="253"/>
                </a:lnTo>
                <a:lnTo>
                  <a:pt x="287" y="253"/>
                </a:lnTo>
                <a:lnTo>
                  <a:pt x="287" y="254"/>
                </a:lnTo>
                <a:lnTo>
                  <a:pt x="288" y="254"/>
                </a:lnTo>
                <a:lnTo>
                  <a:pt x="288" y="255"/>
                </a:lnTo>
                <a:lnTo>
                  <a:pt x="289" y="255"/>
                </a:lnTo>
                <a:lnTo>
                  <a:pt x="289" y="256"/>
                </a:lnTo>
                <a:lnTo>
                  <a:pt x="290" y="256"/>
                </a:lnTo>
                <a:lnTo>
                  <a:pt x="290" y="255"/>
                </a:lnTo>
                <a:lnTo>
                  <a:pt x="291" y="255"/>
                </a:lnTo>
                <a:lnTo>
                  <a:pt x="291" y="254"/>
                </a:lnTo>
                <a:lnTo>
                  <a:pt x="290" y="254"/>
                </a:lnTo>
                <a:lnTo>
                  <a:pt x="290" y="253"/>
                </a:lnTo>
                <a:lnTo>
                  <a:pt x="290" y="254"/>
                </a:lnTo>
                <a:lnTo>
                  <a:pt x="291" y="253"/>
                </a:lnTo>
                <a:lnTo>
                  <a:pt x="292" y="254"/>
                </a:lnTo>
                <a:lnTo>
                  <a:pt x="293" y="253"/>
                </a:lnTo>
                <a:lnTo>
                  <a:pt x="294" y="253"/>
                </a:lnTo>
                <a:lnTo>
                  <a:pt x="294" y="252"/>
                </a:lnTo>
                <a:lnTo>
                  <a:pt x="293" y="251"/>
                </a:lnTo>
                <a:lnTo>
                  <a:pt x="292" y="251"/>
                </a:lnTo>
                <a:lnTo>
                  <a:pt x="292" y="250"/>
                </a:lnTo>
                <a:lnTo>
                  <a:pt x="293" y="249"/>
                </a:lnTo>
                <a:lnTo>
                  <a:pt x="293" y="248"/>
                </a:lnTo>
                <a:lnTo>
                  <a:pt x="294" y="246"/>
                </a:lnTo>
                <a:lnTo>
                  <a:pt x="294" y="245"/>
                </a:lnTo>
                <a:lnTo>
                  <a:pt x="295" y="245"/>
                </a:lnTo>
                <a:lnTo>
                  <a:pt x="296" y="245"/>
                </a:lnTo>
                <a:lnTo>
                  <a:pt x="296" y="244"/>
                </a:lnTo>
                <a:lnTo>
                  <a:pt x="297" y="244"/>
                </a:lnTo>
                <a:lnTo>
                  <a:pt x="297" y="243"/>
                </a:lnTo>
                <a:lnTo>
                  <a:pt x="297" y="242"/>
                </a:lnTo>
                <a:lnTo>
                  <a:pt x="298" y="241"/>
                </a:lnTo>
                <a:lnTo>
                  <a:pt x="298" y="240"/>
                </a:lnTo>
                <a:lnTo>
                  <a:pt x="299" y="240"/>
                </a:lnTo>
                <a:lnTo>
                  <a:pt x="300" y="240"/>
                </a:lnTo>
                <a:lnTo>
                  <a:pt x="301" y="240"/>
                </a:lnTo>
                <a:lnTo>
                  <a:pt x="302" y="240"/>
                </a:lnTo>
                <a:lnTo>
                  <a:pt x="302" y="241"/>
                </a:lnTo>
                <a:lnTo>
                  <a:pt x="303" y="241"/>
                </a:lnTo>
                <a:lnTo>
                  <a:pt x="304" y="241"/>
                </a:lnTo>
                <a:lnTo>
                  <a:pt x="304" y="242"/>
                </a:lnTo>
                <a:lnTo>
                  <a:pt x="305" y="243"/>
                </a:lnTo>
                <a:lnTo>
                  <a:pt x="305" y="244"/>
                </a:lnTo>
                <a:lnTo>
                  <a:pt x="305" y="245"/>
                </a:lnTo>
                <a:lnTo>
                  <a:pt x="304" y="245"/>
                </a:lnTo>
                <a:lnTo>
                  <a:pt x="304" y="246"/>
                </a:lnTo>
                <a:lnTo>
                  <a:pt x="305" y="246"/>
                </a:lnTo>
                <a:lnTo>
                  <a:pt x="305" y="245"/>
                </a:lnTo>
                <a:lnTo>
                  <a:pt x="305" y="246"/>
                </a:lnTo>
                <a:lnTo>
                  <a:pt x="306" y="246"/>
                </a:lnTo>
                <a:lnTo>
                  <a:pt x="306" y="247"/>
                </a:lnTo>
                <a:lnTo>
                  <a:pt x="306" y="248"/>
                </a:lnTo>
                <a:lnTo>
                  <a:pt x="306" y="249"/>
                </a:lnTo>
                <a:lnTo>
                  <a:pt x="306" y="250"/>
                </a:lnTo>
                <a:lnTo>
                  <a:pt x="306" y="251"/>
                </a:lnTo>
                <a:lnTo>
                  <a:pt x="306" y="252"/>
                </a:lnTo>
                <a:lnTo>
                  <a:pt x="306" y="253"/>
                </a:lnTo>
                <a:lnTo>
                  <a:pt x="306" y="254"/>
                </a:lnTo>
                <a:lnTo>
                  <a:pt x="306" y="255"/>
                </a:lnTo>
                <a:lnTo>
                  <a:pt x="307" y="256"/>
                </a:lnTo>
                <a:lnTo>
                  <a:pt x="308" y="257"/>
                </a:lnTo>
                <a:lnTo>
                  <a:pt x="307" y="257"/>
                </a:lnTo>
                <a:lnTo>
                  <a:pt x="306" y="257"/>
                </a:lnTo>
                <a:lnTo>
                  <a:pt x="306" y="258"/>
                </a:lnTo>
                <a:lnTo>
                  <a:pt x="307" y="258"/>
                </a:lnTo>
                <a:lnTo>
                  <a:pt x="308" y="257"/>
                </a:lnTo>
                <a:lnTo>
                  <a:pt x="309" y="257"/>
                </a:lnTo>
                <a:lnTo>
                  <a:pt x="309" y="258"/>
                </a:lnTo>
                <a:lnTo>
                  <a:pt x="309" y="259"/>
                </a:lnTo>
                <a:lnTo>
                  <a:pt x="308" y="259"/>
                </a:lnTo>
                <a:lnTo>
                  <a:pt x="309" y="259"/>
                </a:lnTo>
                <a:lnTo>
                  <a:pt x="310" y="259"/>
                </a:lnTo>
                <a:lnTo>
                  <a:pt x="311" y="260"/>
                </a:lnTo>
                <a:lnTo>
                  <a:pt x="312" y="261"/>
                </a:lnTo>
                <a:lnTo>
                  <a:pt x="312" y="262"/>
                </a:lnTo>
                <a:lnTo>
                  <a:pt x="313" y="262"/>
                </a:lnTo>
                <a:lnTo>
                  <a:pt x="313" y="263"/>
                </a:lnTo>
                <a:lnTo>
                  <a:pt x="314" y="263"/>
                </a:lnTo>
                <a:lnTo>
                  <a:pt x="314" y="262"/>
                </a:lnTo>
                <a:lnTo>
                  <a:pt x="313" y="261"/>
                </a:lnTo>
                <a:lnTo>
                  <a:pt x="314" y="261"/>
                </a:lnTo>
                <a:lnTo>
                  <a:pt x="314" y="262"/>
                </a:lnTo>
                <a:lnTo>
                  <a:pt x="315" y="262"/>
                </a:lnTo>
                <a:lnTo>
                  <a:pt x="316" y="262"/>
                </a:lnTo>
                <a:lnTo>
                  <a:pt x="315" y="261"/>
                </a:lnTo>
                <a:lnTo>
                  <a:pt x="314" y="261"/>
                </a:lnTo>
                <a:lnTo>
                  <a:pt x="314" y="260"/>
                </a:lnTo>
                <a:lnTo>
                  <a:pt x="315" y="260"/>
                </a:lnTo>
                <a:lnTo>
                  <a:pt x="315" y="259"/>
                </a:lnTo>
                <a:lnTo>
                  <a:pt x="314" y="259"/>
                </a:lnTo>
                <a:lnTo>
                  <a:pt x="313" y="259"/>
                </a:lnTo>
                <a:lnTo>
                  <a:pt x="312" y="258"/>
                </a:lnTo>
                <a:lnTo>
                  <a:pt x="313" y="258"/>
                </a:lnTo>
                <a:lnTo>
                  <a:pt x="314" y="257"/>
                </a:lnTo>
                <a:lnTo>
                  <a:pt x="315" y="257"/>
                </a:lnTo>
                <a:lnTo>
                  <a:pt x="315" y="258"/>
                </a:lnTo>
                <a:lnTo>
                  <a:pt x="316" y="258"/>
                </a:lnTo>
                <a:lnTo>
                  <a:pt x="315" y="259"/>
                </a:lnTo>
                <a:lnTo>
                  <a:pt x="315" y="260"/>
                </a:lnTo>
                <a:lnTo>
                  <a:pt x="316" y="260"/>
                </a:lnTo>
                <a:lnTo>
                  <a:pt x="316" y="261"/>
                </a:lnTo>
                <a:lnTo>
                  <a:pt x="317" y="261"/>
                </a:lnTo>
                <a:lnTo>
                  <a:pt x="316" y="262"/>
                </a:lnTo>
                <a:lnTo>
                  <a:pt x="315" y="262"/>
                </a:lnTo>
                <a:lnTo>
                  <a:pt x="315" y="263"/>
                </a:lnTo>
                <a:lnTo>
                  <a:pt x="315" y="264"/>
                </a:lnTo>
                <a:lnTo>
                  <a:pt x="316" y="264"/>
                </a:lnTo>
                <a:lnTo>
                  <a:pt x="316" y="263"/>
                </a:lnTo>
                <a:lnTo>
                  <a:pt x="317" y="263"/>
                </a:lnTo>
                <a:lnTo>
                  <a:pt x="318" y="263"/>
                </a:lnTo>
                <a:lnTo>
                  <a:pt x="318" y="264"/>
                </a:lnTo>
                <a:lnTo>
                  <a:pt x="319" y="264"/>
                </a:lnTo>
                <a:lnTo>
                  <a:pt x="318" y="263"/>
                </a:lnTo>
                <a:lnTo>
                  <a:pt x="318" y="262"/>
                </a:lnTo>
                <a:lnTo>
                  <a:pt x="319" y="262"/>
                </a:lnTo>
                <a:lnTo>
                  <a:pt x="319" y="261"/>
                </a:lnTo>
                <a:lnTo>
                  <a:pt x="319" y="260"/>
                </a:lnTo>
                <a:lnTo>
                  <a:pt x="320" y="260"/>
                </a:lnTo>
                <a:lnTo>
                  <a:pt x="320" y="261"/>
                </a:lnTo>
                <a:lnTo>
                  <a:pt x="319" y="261"/>
                </a:lnTo>
                <a:lnTo>
                  <a:pt x="319" y="262"/>
                </a:lnTo>
                <a:lnTo>
                  <a:pt x="320" y="262"/>
                </a:lnTo>
                <a:lnTo>
                  <a:pt x="320" y="261"/>
                </a:lnTo>
                <a:lnTo>
                  <a:pt x="321" y="261"/>
                </a:lnTo>
                <a:lnTo>
                  <a:pt x="321" y="262"/>
                </a:lnTo>
                <a:lnTo>
                  <a:pt x="322" y="263"/>
                </a:lnTo>
                <a:lnTo>
                  <a:pt x="323" y="263"/>
                </a:lnTo>
                <a:lnTo>
                  <a:pt x="324" y="263"/>
                </a:lnTo>
                <a:lnTo>
                  <a:pt x="325" y="264"/>
                </a:lnTo>
                <a:lnTo>
                  <a:pt x="324" y="266"/>
                </a:lnTo>
                <a:lnTo>
                  <a:pt x="323" y="266"/>
                </a:lnTo>
                <a:lnTo>
                  <a:pt x="323" y="267"/>
                </a:lnTo>
                <a:lnTo>
                  <a:pt x="324" y="267"/>
                </a:lnTo>
                <a:lnTo>
                  <a:pt x="323" y="267"/>
                </a:lnTo>
                <a:lnTo>
                  <a:pt x="324" y="268"/>
                </a:lnTo>
                <a:lnTo>
                  <a:pt x="325" y="268"/>
                </a:lnTo>
                <a:lnTo>
                  <a:pt x="326" y="267"/>
                </a:lnTo>
                <a:lnTo>
                  <a:pt x="325" y="267"/>
                </a:lnTo>
                <a:lnTo>
                  <a:pt x="326" y="267"/>
                </a:lnTo>
                <a:lnTo>
                  <a:pt x="326" y="268"/>
                </a:lnTo>
                <a:lnTo>
                  <a:pt x="326" y="269"/>
                </a:lnTo>
                <a:lnTo>
                  <a:pt x="327" y="269"/>
                </a:lnTo>
                <a:lnTo>
                  <a:pt x="327" y="270"/>
                </a:lnTo>
                <a:lnTo>
                  <a:pt x="326" y="271"/>
                </a:lnTo>
                <a:lnTo>
                  <a:pt x="325" y="271"/>
                </a:lnTo>
                <a:lnTo>
                  <a:pt x="325" y="272"/>
                </a:lnTo>
                <a:lnTo>
                  <a:pt x="324" y="272"/>
                </a:lnTo>
                <a:lnTo>
                  <a:pt x="324" y="273"/>
                </a:lnTo>
                <a:lnTo>
                  <a:pt x="324" y="274"/>
                </a:lnTo>
                <a:lnTo>
                  <a:pt x="325" y="274"/>
                </a:lnTo>
                <a:lnTo>
                  <a:pt x="325" y="275"/>
                </a:lnTo>
                <a:lnTo>
                  <a:pt x="324" y="275"/>
                </a:lnTo>
                <a:lnTo>
                  <a:pt x="325" y="275"/>
                </a:lnTo>
                <a:lnTo>
                  <a:pt x="325" y="276"/>
                </a:lnTo>
                <a:lnTo>
                  <a:pt x="324" y="277"/>
                </a:lnTo>
                <a:lnTo>
                  <a:pt x="325" y="277"/>
                </a:lnTo>
                <a:lnTo>
                  <a:pt x="325" y="278"/>
                </a:lnTo>
                <a:lnTo>
                  <a:pt x="324" y="278"/>
                </a:lnTo>
                <a:lnTo>
                  <a:pt x="323" y="278"/>
                </a:lnTo>
                <a:lnTo>
                  <a:pt x="323" y="279"/>
                </a:lnTo>
                <a:lnTo>
                  <a:pt x="323" y="280"/>
                </a:lnTo>
                <a:lnTo>
                  <a:pt x="323" y="281"/>
                </a:lnTo>
                <a:lnTo>
                  <a:pt x="323" y="282"/>
                </a:lnTo>
                <a:lnTo>
                  <a:pt x="324" y="283"/>
                </a:lnTo>
                <a:lnTo>
                  <a:pt x="325" y="284"/>
                </a:lnTo>
                <a:lnTo>
                  <a:pt x="325" y="283"/>
                </a:lnTo>
                <a:lnTo>
                  <a:pt x="326" y="283"/>
                </a:lnTo>
                <a:lnTo>
                  <a:pt x="326" y="284"/>
                </a:lnTo>
                <a:lnTo>
                  <a:pt x="327" y="284"/>
                </a:lnTo>
                <a:lnTo>
                  <a:pt x="329" y="284"/>
                </a:lnTo>
                <a:lnTo>
                  <a:pt x="329" y="285"/>
                </a:lnTo>
                <a:lnTo>
                  <a:pt x="329" y="286"/>
                </a:lnTo>
                <a:lnTo>
                  <a:pt x="330" y="286"/>
                </a:lnTo>
                <a:lnTo>
                  <a:pt x="330" y="287"/>
                </a:lnTo>
                <a:lnTo>
                  <a:pt x="329" y="287"/>
                </a:lnTo>
                <a:lnTo>
                  <a:pt x="329" y="288"/>
                </a:lnTo>
                <a:lnTo>
                  <a:pt x="329" y="289"/>
                </a:lnTo>
                <a:lnTo>
                  <a:pt x="328" y="290"/>
                </a:lnTo>
                <a:lnTo>
                  <a:pt x="329" y="291"/>
                </a:lnTo>
                <a:lnTo>
                  <a:pt x="328" y="292"/>
                </a:lnTo>
                <a:lnTo>
                  <a:pt x="328" y="293"/>
                </a:lnTo>
                <a:lnTo>
                  <a:pt x="328" y="294"/>
                </a:lnTo>
                <a:lnTo>
                  <a:pt x="327" y="294"/>
                </a:lnTo>
                <a:lnTo>
                  <a:pt x="327" y="295"/>
                </a:lnTo>
                <a:lnTo>
                  <a:pt x="329" y="295"/>
                </a:lnTo>
                <a:lnTo>
                  <a:pt x="330" y="295"/>
                </a:lnTo>
                <a:lnTo>
                  <a:pt x="331" y="295"/>
                </a:lnTo>
                <a:lnTo>
                  <a:pt x="332" y="295"/>
                </a:lnTo>
                <a:lnTo>
                  <a:pt x="333" y="294"/>
                </a:lnTo>
                <a:lnTo>
                  <a:pt x="334" y="294"/>
                </a:lnTo>
                <a:lnTo>
                  <a:pt x="334" y="293"/>
                </a:lnTo>
                <a:lnTo>
                  <a:pt x="333" y="293"/>
                </a:lnTo>
                <a:lnTo>
                  <a:pt x="333" y="292"/>
                </a:lnTo>
                <a:lnTo>
                  <a:pt x="334" y="292"/>
                </a:lnTo>
                <a:lnTo>
                  <a:pt x="335" y="291"/>
                </a:lnTo>
                <a:lnTo>
                  <a:pt x="335" y="292"/>
                </a:lnTo>
                <a:lnTo>
                  <a:pt x="336" y="292"/>
                </a:lnTo>
                <a:lnTo>
                  <a:pt x="338" y="292"/>
                </a:lnTo>
                <a:lnTo>
                  <a:pt x="338" y="291"/>
                </a:lnTo>
                <a:lnTo>
                  <a:pt x="337" y="290"/>
                </a:lnTo>
                <a:lnTo>
                  <a:pt x="337" y="289"/>
                </a:lnTo>
                <a:lnTo>
                  <a:pt x="338" y="289"/>
                </a:lnTo>
                <a:lnTo>
                  <a:pt x="338" y="290"/>
                </a:lnTo>
                <a:lnTo>
                  <a:pt x="338" y="289"/>
                </a:lnTo>
                <a:lnTo>
                  <a:pt x="339" y="289"/>
                </a:lnTo>
                <a:lnTo>
                  <a:pt x="339" y="288"/>
                </a:lnTo>
                <a:lnTo>
                  <a:pt x="339" y="287"/>
                </a:lnTo>
                <a:lnTo>
                  <a:pt x="340" y="287"/>
                </a:lnTo>
                <a:lnTo>
                  <a:pt x="341" y="288"/>
                </a:lnTo>
                <a:lnTo>
                  <a:pt x="342" y="288"/>
                </a:lnTo>
                <a:lnTo>
                  <a:pt x="342" y="289"/>
                </a:lnTo>
                <a:lnTo>
                  <a:pt x="343" y="290"/>
                </a:lnTo>
                <a:lnTo>
                  <a:pt x="344" y="290"/>
                </a:lnTo>
                <a:lnTo>
                  <a:pt x="344" y="291"/>
                </a:lnTo>
                <a:lnTo>
                  <a:pt x="345" y="291"/>
                </a:lnTo>
                <a:lnTo>
                  <a:pt x="345" y="292"/>
                </a:lnTo>
                <a:lnTo>
                  <a:pt x="345" y="293"/>
                </a:lnTo>
                <a:lnTo>
                  <a:pt x="345" y="294"/>
                </a:lnTo>
                <a:lnTo>
                  <a:pt x="345" y="295"/>
                </a:lnTo>
                <a:lnTo>
                  <a:pt x="344" y="296"/>
                </a:lnTo>
                <a:lnTo>
                  <a:pt x="345" y="296"/>
                </a:lnTo>
                <a:lnTo>
                  <a:pt x="345" y="297"/>
                </a:lnTo>
                <a:lnTo>
                  <a:pt x="344" y="298"/>
                </a:lnTo>
                <a:lnTo>
                  <a:pt x="344" y="299"/>
                </a:lnTo>
                <a:lnTo>
                  <a:pt x="345" y="299"/>
                </a:lnTo>
                <a:lnTo>
                  <a:pt x="346" y="299"/>
                </a:lnTo>
                <a:lnTo>
                  <a:pt x="346" y="300"/>
                </a:lnTo>
                <a:lnTo>
                  <a:pt x="347" y="300"/>
                </a:lnTo>
                <a:lnTo>
                  <a:pt x="347" y="301"/>
                </a:lnTo>
                <a:lnTo>
                  <a:pt x="347" y="302"/>
                </a:lnTo>
                <a:lnTo>
                  <a:pt x="347" y="303"/>
                </a:lnTo>
                <a:lnTo>
                  <a:pt x="346" y="303"/>
                </a:lnTo>
                <a:lnTo>
                  <a:pt x="346" y="304"/>
                </a:lnTo>
                <a:lnTo>
                  <a:pt x="345" y="304"/>
                </a:lnTo>
                <a:lnTo>
                  <a:pt x="346" y="304"/>
                </a:lnTo>
                <a:lnTo>
                  <a:pt x="345" y="305"/>
                </a:lnTo>
                <a:lnTo>
                  <a:pt x="345" y="306"/>
                </a:lnTo>
                <a:lnTo>
                  <a:pt x="345" y="307"/>
                </a:lnTo>
                <a:lnTo>
                  <a:pt x="345" y="308"/>
                </a:lnTo>
                <a:lnTo>
                  <a:pt x="346" y="308"/>
                </a:lnTo>
                <a:lnTo>
                  <a:pt x="346" y="309"/>
                </a:lnTo>
                <a:lnTo>
                  <a:pt x="346" y="310"/>
                </a:lnTo>
                <a:lnTo>
                  <a:pt x="347" y="310"/>
                </a:lnTo>
                <a:lnTo>
                  <a:pt x="347" y="311"/>
                </a:lnTo>
                <a:lnTo>
                  <a:pt x="348" y="311"/>
                </a:lnTo>
                <a:lnTo>
                  <a:pt x="349" y="311"/>
                </a:lnTo>
                <a:lnTo>
                  <a:pt x="349" y="310"/>
                </a:lnTo>
                <a:lnTo>
                  <a:pt x="350" y="310"/>
                </a:lnTo>
                <a:lnTo>
                  <a:pt x="350" y="311"/>
                </a:lnTo>
                <a:lnTo>
                  <a:pt x="351" y="311"/>
                </a:lnTo>
                <a:lnTo>
                  <a:pt x="352" y="312"/>
                </a:lnTo>
                <a:lnTo>
                  <a:pt x="353" y="312"/>
                </a:lnTo>
                <a:lnTo>
                  <a:pt x="353" y="313"/>
                </a:lnTo>
                <a:lnTo>
                  <a:pt x="354" y="313"/>
                </a:lnTo>
                <a:lnTo>
                  <a:pt x="355" y="313"/>
                </a:lnTo>
                <a:lnTo>
                  <a:pt x="355" y="314"/>
                </a:lnTo>
                <a:lnTo>
                  <a:pt x="355" y="315"/>
                </a:lnTo>
                <a:lnTo>
                  <a:pt x="355" y="316"/>
                </a:lnTo>
                <a:lnTo>
                  <a:pt x="355" y="317"/>
                </a:lnTo>
                <a:lnTo>
                  <a:pt x="356" y="317"/>
                </a:lnTo>
                <a:lnTo>
                  <a:pt x="355" y="317"/>
                </a:lnTo>
                <a:lnTo>
                  <a:pt x="355" y="318"/>
                </a:lnTo>
                <a:lnTo>
                  <a:pt x="356" y="318"/>
                </a:lnTo>
                <a:lnTo>
                  <a:pt x="356" y="319"/>
                </a:lnTo>
                <a:lnTo>
                  <a:pt x="356" y="320"/>
                </a:lnTo>
                <a:lnTo>
                  <a:pt x="357" y="320"/>
                </a:lnTo>
                <a:lnTo>
                  <a:pt x="357" y="319"/>
                </a:lnTo>
                <a:lnTo>
                  <a:pt x="358" y="319"/>
                </a:lnTo>
                <a:lnTo>
                  <a:pt x="358" y="320"/>
                </a:lnTo>
                <a:lnTo>
                  <a:pt x="359" y="320"/>
                </a:lnTo>
                <a:lnTo>
                  <a:pt x="360" y="321"/>
                </a:lnTo>
                <a:lnTo>
                  <a:pt x="361" y="321"/>
                </a:lnTo>
                <a:lnTo>
                  <a:pt x="362" y="321"/>
                </a:lnTo>
                <a:lnTo>
                  <a:pt x="363" y="322"/>
                </a:lnTo>
                <a:lnTo>
                  <a:pt x="363" y="323"/>
                </a:lnTo>
                <a:lnTo>
                  <a:pt x="364" y="324"/>
                </a:lnTo>
                <a:lnTo>
                  <a:pt x="363" y="324"/>
                </a:lnTo>
                <a:lnTo>
                  <a:pt x="363" y="325"/>
                </a:lnTo>
                <a:lnTo>
                  <a:pt x="363" y="326"/>
                </a:lnTo>
                <a:lnTo>
                  <a:pt x="362" y="326"/>
                </a:lnTo>
                <a:lnTo>
                  <a:pt x="361" y="327"/>
                </a:lnTo>
                <a:lnTo>
                  <a:pt x="361" y="329"/>
                </a:lnTo>
                <a:lnTo>
                  <a:pt x="361" y="330"/>
                </a:lnTo>
                <a:lnTo>
                  <a:pt x="361" y="331"/>
                </a:lnTo>
                <a:lnTo>
                  <a:pt x="360" y="331"/>
                </a:lnTo>
                <a:lnTo>
                  <a:pt x="359" y="331"/>
                </a:lnTo>
                <a:lnTo>
                  <a:pt x="359" y="332"/>
                </a:lnTo>
                <a:lnTo>
                  <a:pt x="358" y="333"/>
                </a:lnTo>
                <a:lnTo>
                  <a:pt x="358" y="335"/>
                </a:lnTo>
                <a:lnTo>
                  <a:pt x="358" y="336"/>
                </a:lnTo>
                <a:lnTo>
                  <a:pt x="358" y="338"/>
                </a:lnTo>
                <a:lnTo>
                  <a:pt x="357" y="338"/>
                </a:lnTo>
                <a:lnTo>
                  <a:pt x="357" y="339"/>
                </a:lnTo>
                <a:lnTo>
                  <a:pt x="356" y="340"/>
                </a:lnTo>
                <a:lnTo>
                  <a:pt x="356" y="341"/>
                </a:lnTo>
                <a:lnTo>
                  <a:pt x="356" y="342"/>
                </a:lnTo>
                <a:lnTo>
                  <a:pt x="356" y="343"/>
                </a:lnTo>
                <a:lnTo>
                  <a:pt x="357" y="343"/>
                </a:lnTo>
                <a:lnTo>
                  <a:pt x="356" y="344"/>
                </a:lnTo>
                <a:lnTo>
                  <a:pt x="357" y="345"/>
                </a:lnTo>
                <a:lnTo>
                  <a:pt x="356" y="346"/>
                </a:lnTo>
                <a:lnTo>
                  <a:pt x="357" y="347"/>
                </a:lnTo>
                <a:lnTo>
                  <a:pt x="357" y="348"/>
                </a:lnTo>
                <a:lnTo>
                  <a:pt x="357" y="349"/>
                </a:lnTo>
                <a:lnTo>
                  <a:pt x="356" y="350"/>
                </a:lnTo>
                <a:lnTo>
                  <a:pt x="356" y="351"/>
                </a:lnTo>
                <a:lnTo>
                  <a:pt x="357" y="351"/>
                </a:lnTo>
                <a:lnTo>
                  <a:pt x="358" y="351"/>
                </a:lnTo>
                <a:lnTo>
                  <a:pt x="358" y="352"/>
                </a:lnTo>
                <a:lnTo>
                  <a:pt x="358" y="353"/>
                </a:lnTo>
                <a:lnTo>
                  <a:pt x="359" y="353"/>
                </a:lnTo>
                <a:lnTo>
                  <a:pt x="360" y="353"/>
                </a:lnTo>
                <a:lnTo>
                  <a:pt x="360" y="354"/>
                </a:lnTo>
                <a:lnTo>
                  <a:pt x="361" y="354"/>
                </a:lnTo>
                <a:lnTo>
                  <a:pt x="362" y="354"/>
                </a:lnTo>
                <a:lnTo>
                  <a:pt x="362" y="355"/>
                </a:lnTo>
                <a:lnTo>
                  <a:pt x="361" y="356"/>
                </a:lnTo>
                <a:lnTo>
                  <a:pt x="361" y="357"/>
                </a:lnTo>
                <a:lnTo>
                  <a:pt x="361" y="358"/>
                </a:lnTo>
                <a:lnTo>
                  <a:pt x="360" y="358"/>
                </a:lnTo>
                <a:lnTo>
                  <a:pt x="360" y="359"/>
                </a:lnTo>
                <a:lnTo>
                  <a:pt x="359" y="359"/>
                </a:lnTo>
                <a:lnTo>
                  <a:pt x="358" y="359"/>
                </a:lnTo>
                <a:lnTo>
                  <a:pt x="358" y="360"/>
                </a:lnTo>
                <a:lnTo>
                  <a:pt x="358" y="361"/>
                </a:lnTo>
                <a:lnTo>
                  <a:pt x="359" y="361"/>
                </a:lnTo>
                <a:lnTo>
                  <a:pt x="359" y="362"/>
                </a:lnTo>
                <a:lnTo>
                  <a:pt x="358" y="363"/>
                </a:lnTo>
                <a:lnTo>
                  <a:pt x="357" y="363"/>
                </a:lnTo>
                <a:lnTo>
                  <a:pt x="356" y="364"/>
                </a:lnTo>
                <a:lnTo>
                  <a:pt x="355" y="364"/>
                </a:lnTo>
                <a:lnTo>
                  <a:pt x="354" y="364"/>
                </a:lnTo>
                <a:lnTo>
                  <a:pt x="354" y="365"/>
                </a:lnTo>
                <a:lnTo>
                  <a:pt x="353" y="365"/>
                </a:lnTo>
                <a:lnTo>
                  <a:pt x="352" y="365"/>
                </a:lnTo>
                <a:lnTo>
                  <a:pt x="352" y="366"/>
                </a:lnTo>
                <a:lnTo>
                  <a:pt x="351" y="367"/>
                </a:lnTo>
                <a:lnTo>
                  <a:pt x="351" y="368"/>
                </a:lnTo>
                <a:lnTo>
                  <a:pt x="352" y="368"/>
                </a:lnTo>
                <a:lnTo>
                  <a:pt x="352" y="369"/>
                </a:lnTo>
                <a:lnTo>
                  <a:pt x="353" y="369"/>
                </a:lnTo>
                <a:lnTo>
                  <a:pt x="354" y="368"/>
                </a:lnTo>
                <a:lnTo>
                  <a:pt x="355" y="368"/>
                </a:lnTo>
                <a:lnTo>
                  <a:pt x="355" y="367"/>
                </a:lnTo>
                <a:lnTo>
                  <a:pt x="356" y="367"/>
                </a:lnTo>
                <a:lnTo>
                  <a:pt x="356" y="368"/>
                </a:lnTo>
                <a:lnTo>
                  <a:pt x="357" y="369"/>
                </a:lnTo>
                <a:lnTo>
                  <a:pt x="358" y="369"/>
                </a:lnTo>
                <a:lnTo>
                  <a:pt x="359" y="368"/>
                </a:lnTo>
                <a:lnTo>
                  <a:pt x="360" y="368"/>
                </a:lnTo>
                <a:lnTo>
                  <a:pt x="360" y="367"/>
                </a:lnTo>
                <a:lnTo>
                  <a:pt x="361" y="367"/>
                </a:lnTo>
                <a:lnTo>
                  <a:pt x="361" y="366"/>
                </a:lnTo>
                <a:lnTo>
                  <a:pt x="362" y="367"/>
                </a:lnTo>
                <a:lnTo>
                  <a:pt x="363" y="368"/>
                </a:lnTo>
                <a:lnTo>
                  <a:pt x="363" y="369"/>
                </a:lnTo>
                <a:lnTo>
                  <a:pt x="362" y="369"/>
                </a:lnTo>
                <a:lnTo>
                  <a:pt x="363" y="369"/>
                </a:lnTo>
                <a:lnTo>
                  <a:pt x="363" y="370"/>
                </a:lnTo>
                <a:lnTo>
                  <a:pt x="364" y="371"/>
                </a:lnTo>
                <a:lnTo>
                  <a:pt x="363" y="371"/>
                </a:lnTo>
                <a:lnTo>
                  <a:pt x="362" y="371"/>
                </a:lnTo>
                <a:lnTo>
                  <a:pt x="362" y="372"/>
                </a:lnTo>
                <a:lnTo>
                  <a:pt x="361" y="372"/>
                </a:lnTo>
                <a:lnTo>
                  <a:pt x="361" y="373"/>
                </a:lnTo>
                <a:lnTo>
                  <a:pt x="361" y="374"/>
                </a:lnTo>
                <a:lnTo>
                  <a:pt x="361" y="375"/>
                </a:lnTo>
                <a:lnTo>
                  <a:pt x="360" y="375"/>
                </a:lnTo>
                <a:lnTo>
                  <a:pt x="359" y="376"/>
                </a:lnTo>
                <a:lnTo>
                  <a:pt x="359" y="377"/>
                </a:lnTo>
                <a:lnTo>
                  <a:pt x="360" y="378"/>
                </a:lnTo>
                <a:lnTo>
                  <a:pt x="359" y="378"/>
                </a:lnTo>
                <a:lnTo>
                  <a:pt x="359" y="379"/>
                </a:lnTo>
                <a:lnTo>
                  <a:pt x="359" y="380"/>
                </a:lnTo>
                <a:lnTo>
                  <a:pt x="358" y="381"/>
                </a:lnTo>
                <a:lnTo>
                  <a:pt x="357" y="381"/>
                </a:lnTo>
                <a:lnTo>
                  <a:pt x="356" y="382"/>
                </a:lnTo>
                <a:lnTo>
                  <a:pt x="355" y="382"/>
                </a:lnTo>
                <a:lnTo>
                  <a:pt x="354" y="382"/>
                </a:lnTo>
                <a:lnTo>
                  <a:pt x="353" y="382"/>
                </a:lnTo>
                <a:lnTo>
                  <a:pt x="352" y="383"/>
                </a:lnTo>
                <a:lnTo>
                  <a:pt x="352" y="384"/>
                </a:lnTo>
                <a:lnTo>
                  <a:pt x="351" y="384"/>
                </a:lnTo>
                <a:lnTo>
                  <a:pt x="351" y="385"/>
                </a:lnTo>
                <a:lnTo>
                  <a:pt x="350" y="385"/>
                </a:lnTo>
                <a:lnTo>
                  <a:pt x="351" y="385"/>
                </a:lnTo>
                <a:lnTo>
                  <a:pt x="351" y="386"/>
                </a:lnTo>
                <a:lnTo>
                  <a:pt x="350" y="387"/>
                </a:lnTo>
                <a:lnTo>
                  <a:pt x="350" y="386"/>
                </a:lnTo>
                <a:lnTo>
                  <a:pt x="350" y="387"/>
                </a:lnTo>
                <a:lnTo>
                  <a:pt x="350" y="388"/>
                </a:lnTo>
                <a:lnTo>
                  <a:pt x="349" y="388"/>
                </a:lnTo>
                <a:lnTo>
                  <a:pt x="348" y="388"/>
                </a:lnTo>
                <a:lnTo>
                  <a:pt x="348" y="389"/>
                </a:lnTo>
                <a:lnTo>
                  <a:pt x="349" y="389"/>
                </a:lnTo>
                <a:lnTo>
                  <a:pt x="349" y="390"/>
                </a:lnTo>
                <a:lnTo>
                  <a:pt x="348" y="390"/>
                </a:lnTo>
                <a:lnTo>
                  <a:pt x="349" y="391"/>
                </a:lnTo>
                <a:lnTo>
                  <a:pt x="348" y="392"/>
                </a:lnTo>
                <a:lnTo>
                  <a:pt x="348" y="393"/>
                </a:lnTo>
                <a:lnTo>
                  <a:pt x="347" y="394"/>
                </a:lnTo>
                <a:lnTo>
                  <a:pt x="348" y="394"/>
                </a:lnTo>
                <a:lnTo>
                  <a:pt x="348" y="395"/>
                </a:lnTo>
                <a:lnTo>
                  <a:pt x="348" y="396"/>
                </a:lnTo>
                <a:lnTo>
                  <a:pt x="347" y="396"/>
                </a:lnTo>
                <a:lnTo>
                  <a:pt x="347" y="397"/>
                </a:lnTo>
                <a:lnTo>
                  <a:pt x="347" y="398"/>
                </a:lnTo>
                <a:lnTo>
                  <a:pt x="346" y="399"/>
                </a:lnTo>
                <a:lnTo>
                  <a:pt x="346" y="400"/>
                </a:lnTo>
                <a:lnTo>
                  <a:pt x="345" y="401"/>
                </a:lnTo>
                <a:lnTo>
                  <a:pt x="345" y="402"/>
                </a:lnTo>
                <a:lnTo>
                  <a:pt x="346" y="402"/>
                </a:lnTo>
                <a:lnTo>
                  <a:pt x="345" y="402"/>
                </a:lnTo>
                <a:lnTo>
                  <a:pt x="345" y="403"/>
                </a:lnTo>
                <a:lnTo>
                  <a:pt x="344" y="403"/>
                </a:lnTo>
                <a:lnTo>
                  <a:pt x="343" y="404"/>
                </a:lnTo>
                <a:lnTo>
                  <a:pt x="342" y="404"/>
                </a:lnTo>
                <a:lnTo>
                  <a:pt x="342" y="405"/>
                </a:lnTo>
                <a:lnTo>
                  <a:pt x="342" y="406"/>
                </a:lnTo>
                <a:lnTo>
                  <a:pt x="342" y="407"/>
                </a:lnTo>
                <a:lnTo>
                  <a:pt x="343" y="407"/>
                </a:lnTo>
                <a:lnTo>
                  <a:pt x="343" y="408"/>
                </a:lnTo>
                <a:lnTo>
                  <a:pt x="344" y="408"/>
                </a:lnTo>
                <a:lnTo>
                  <a:pt x="344" y="409"/>
                </a:lnTo>
                <a:lnTo>
                  <a:pt x="344" y="410"/>
                </a:lnTo>
                <a:lnTo>
                  <a:pt x="343" y="410"/>
                </a:lnTo>
                <a:lnTo>
                  <a:pt x="343" y="411"/>
                </a:lnTo>
                <a:lnTo>
                  <a:pt x="342" y="412"/>
                </a:lnTo>
                <a:lnTo>
                  <a:pt x="341" y="411"/>
                </a:lnTo>
                <a:lnTo>
                  <a:pt x="340" y="410"/>
                </a:lnTo>
                <a:lnTo>
                  <a:pt x="339" y="410"/>
                </a:lnTo>
                <a:lnTo>
                  <a:pt x="338" y="410"/>
                </a:lnTo>
                <a:lnTo>
                  <a:pt x="339" y="410"/>
                </a:lnTo>
                <a:lnTo>
                  <a:pt x="339" y="409"/>
                </a:lnTo>
                <a:lnTo>
                  <a:pt x="338" y="408"/>
                </a:lnTo>
                <a:lnTo>
                  <a:pt x="337" y="408"/>
                </a:lnTo>
                <a:lnTo>
                  <a:pt x="337" y="409"/>
                </a:lnTo>
                <a:lnTo>
                  <a:pt x="336" y="410"/>
                </a:lnTo>
                <a:lnTo>
                  <a:pt x="336" y="411"/>
                </a:lnTo>
                <a:lnTo>
                  <a:pt x="336" y="412"/>
                </a:lnTo>
                <a:lnTo>
                  <a:pt x="336" y="413"/>
                </a:lnTo>
                <a:lnTo>
                  <a:pt x="335" y="414"/>
                </a:lnTo>
                <a:lnTo>
                  <a:pt x="334" y="414"/>
                </a:lnTo>
                <a:lnTo>
                  <a:pt x="333" y="414"/>
                </a:lnTo>
                <a:lnTo>
                  <a:pt x="333" y="413"/>
                </a:lnTo>
                <a:lnTo>
                  <a:pt x="332" y="413"/>
                </a:lnTo>
                <a:lnTo>
                  <a:pt x="331" y="413"/>
                </a:lnTo>
                <a:lnTo>
                  <a:pt x="331" y="412"/>
                </a:lnTo>
                <a:lnTo>
                  <a:pt x="329" y="411"/>
                </a:lnTo>
                <a:lnTo>
                  <a:pt x="328" y="411"/>
                </a:lnTo>
                <a:lnTo>
                  <a:pt x="328" y="410"/>
                </a:lnTo>
                <a:lnTo>
                  <a:pt x="329" y="410"/>
                </a:lnTo>
                <a:lnTo>
                  <a:pt x="329" y="409"/>
                </a:lnTo>
                <a:lnTo>
                  <a:pt x="328" y="409"/>
                </a:lnTo>
                <a:lnTo>
                  <a:pt x="328" y="408"/>
                </a:lnTo>
                <a:lnTo>
                  <a:pt x="327" y="408"/>
                </a:lnTo>
                <a:lnTo>
                  <a:pt x="327" y="409"/>
                </a:lnTo>
                <a:lnTo>
                  <a:pt x="326" y="409"/>
                </a:lnTo>
                <a:lnTo>
                  <a:pt x="326" y="408"/>
                </a:lnTo>
                <a:lnTo>
                  <a:pt x="325" y="408"/>
                </a:lnTo>
                <a:lnTo>
                  <a:pt x="324" y="409"/>
                </a:lnTo>
                <a:lnTo>
                  <a:pt x="323" y="409"/>
                </a:lnTo>
                <a:lnTo>
                  <a:pt x="323" y="410"/>
                </a:lnTo>
                <a:lnTo>
                  <a:pt x="322" y="410"/>
                </a:lnTo>
                <a:lnTo>
                  <a:pt x="321" y="410"/>
                </a:lnTo>
                <a:lnTo>
                  <a:pt x="320" y="409"/>
                </a:lnTo>
                <a:lnTo>
                  <a:pt x="320" y="408"/>
                </a:lnTo>
                <a:lnTo>
                  <a:pt x="319" y="408"/>
                </a:lnTo>
                <a:lnTo>
                  <a:pt x="319" y="407"/>
                </a:lnTo>
                <a:lnTo>
                  <a:pt x="319" y="406"/>
                </a:lnTo>
                <a:lnTo>
                  <a:pt x="318" y="406"/>
                </a:lnTo>
                <a:lnTo>
                  <a:pt x="317" y="406"/>
                </a:lnTo>
                <a:lnTo>
                  <a:pt x="317" y="407"/>
                </a:lnTo>
                <a:lnTo>
                  <a:pt x="316" y="408"/>
                </a:lnTo>
                <a:lnTo>
                  <a:pt x="315" y="408"/>
                </a:lnTo>
                <a:lnTo>
                  <a:pt x="314" y="409"/>
                </a:lnTo>
                <a:lnTo>
                  <a:pt x="314" y="410"/>
                </a:lnTo>
                <a:lnTo>
                  <a:pt x="313" y="411"/>
                </a:lnTo>
                <a:lnTo>
                  <a:pt x="313" y="410"/>
                </a:lnTo>
                <a:lnTo>
                  <a:pt x="313" y="409"/>
                </a:lnTo>
                <a:lnTo>
                  <a:pt x="313" y="408"/>
                </a:lnTo>
                <a:lnTo>
                  <a:pt x="312" y="408"/>
                </a:lnTo>
                <a:lnTo>
                  <a:pt x="312" y="407"/>
                </a:lnTo>
                <a:lnTo>
                  <a:pt x="312" y="408"/>
                </a:lnTo>
                <a:lnTo>
                  <a:pt x="311" y="408"/>
                </a:lnTo>
                <a:lnTo>
                  <a:pt x="311" y="407"/>
                </a:lnTo>
                <a:lnTo>
                  <a:pt x="311" y="405"/>
                </a:lnTo>
                <a:lnTo>
                  <a:pt x="310" y="405"/>
                </a:lnTo>
                <a:lnTo>
                  <a:pt x="310" y="404"/>
                </a:lnTo>
                <a:lnTo>
                  <a:pt x="310" y="402"/>
                </a:lnTo>
                <a:lnTo>
                  <a:pt x="311" y="401"/>
                </a:lnTo>
                <a:lnTo>
                  <a:pt x="312" y="400"/>
                </a:lnTo>
                <a:lnTo>
                  <a:pt x="313" y="400"/>
                </a:lnTo>
                <a:lnTo>
                  <a:pt x="314" y="399"/>
                </a:lnTo>
                <a:lnTo>
                  <a:pt x="314" y="398"/>
                </a:lnTo>
                <a:lnTo>
                  <a:pt x="313" y="398"/>
                </a:lnTo>
                <a:lnTo>
                  <a:pt x="313" y="397"/>
                </a:lnTo>
                <a:lnTo>
                  <a:pt x="315" y="396"/>
                </a:lnTo>
                <a:lnTo>
                  <a:pt x="315" y="395"/>
                </a:lnTo>
                <a:lnTo>
                  <a:pt x="315" y="394"/>
                </a:lnTo>
                <a:lnTo>
                  <a:pt x="315" y="393"/>
                </a:lnTo>
                <a:lnTo>
                  <a:pt x="315" y="392"/>
                </a:lnTo>
                <a:lnTo>
                  <a:pt x="314" y="392"/>
                </a:lnTo>
                <a:lnTo>
                  <a:pt x="313" y="391"/>
                </a:lnTo>
                <a:lnTo>
                  <a:pt x="313" y="390"/>
                </a:lnTo>
                <a:lnTo>
                  <a:pt x="314" y="389"/>
                </a:lnTo>
                <a:lnTo>
                  <a:pt x="314" y="388"/>
                </a:lnTo>
                <a:lnTo>
                  <a:pt x="315" y="387"/>
                </a:lnTo>
                <a:lnTo>
                  <a:pt x="315" y="386"/>
                </a:lnTo>
                <a:lnTo>
                  <a:pt x="314" y="386"/>
                </a:lnTo>
                <a:lnTo>
                  <a:pt x="313" y="386"/>
                </a:lnTo>
                <a:lnTo>
                  <a:pt x="312" y="385"/>
                </a:lnTo>
                <a:lnTo>
                  <a:pt x="312" y="384"/>
                </a:lnTo>
                <a:lnTo>
                  <a:pt x="311" y="383"/>
                </a:lnTo>
                <a:lnTo>
                  <a:pt x="310" y="382"/>
                </a:lnTo>
                <a:lnTo>
                  <a:pt x="310" y="380"/>
                </a:lnTo>
                <a:lnTo>
                  <a:pt x="309" y="380"/>
                </a:lnTo>
                <a:lnTo>
                  <a:pt x="309" y="379"/>
                </a:lnTo>
                <a:lnTo>
                  <a:pt x="309" y="380"/>
                </a:lnTo>
                <a:lnTo>
                  <a:pt x="308" y="380"/>
                </a:lnTo>
                <a:lnTo>
                  <a:pt x="308" y="381"/>
                </a:lnTo>
                <a:lnTo>
                  <a:pt x="306" y="381"/>
                </a:lnTo>
                <a:lnTo>
                  <a:pt x="306" y="382"/>
                </a:lnTo>
                <a:lnTo>
                  <a:pt x="305" y="382"/>
                </a:lnTo>
                <a:lnTo>
                  <a:pt x="304" y="382"/>
                </a:lnTo>
                <a:lnTo>
                  <a:pt x="303" y="382"/>
                </a:lnTo>
                <a:lnTo>
                  <a:pt x="303" y="383"/>
                </a:lnTo>
                <a:lnTo>
                  <a:pt x="302" y="384"/>
                </a:lnTo>
                <a:lnTo>
                  <a:pt x="303" y="384"/>
                </a:lnTo>
                <a:lnTo>
                  <a:pt x="304" y="385"/>
                </a:lnTo>
                <a:lnTo>
                  <a:pt x="305" y="385"/>
                </a:lnTo>
                <a:lnTo>
                  <a:pt x="305" y="386"/>
                </a:lnTo>
                <a:lnTo>
                  <a:pt x="305" y="387"/>
                </a:lnTo>
                <a:lnTo>
                  <a:pt x="306" y="387"/>
                </a:lnTo>
                <a:lnTo>
                  <a:pt x="307" y="387"/>
                </a:lnTo>
                <a:lnTo>
                  <a:pt x="307" y="388"/>
                </a:lnTo>
                <a:lnTo>
                  <a:pt x="307" y="389"/>
                </a:lnTo>
                <a:lnTo>
                  <a:pt x="308" y="389"/>
                </a:lnTo>
                <a:lnTo>
                  <a:pt x="308" y="390"/>
                </a:lnTo>
                <a:lnTo>
                  <a:pt x="307" y="390"/>
                </a:lnTo>
                <a:lnTo>
                  <a:pt x="306" y="390"/>
                </a:lnTo>
                <a:lnTo>
                  <a:pt x="305" y="391"/>
                </a:lnTo>
                <a:lnTo>
                  <a:pt x="305" y="392"/>
                </a:lnTo>
                <a:lnTo>
                  <a:pt x="304" y="392"/>
                </a:lnTo>
                <a:lnTo>
                  <a:pt x="304" y="393"/>
                </a:lnTo>
                <a:lnTo>
                  <a:pt x="304" y="394"/>
                </a:lnTo>
                <a:lnTo>
                  <a:pt x="304" y="395"/>
                </a:lnTo>
                <a:lnTo>
                  <a:pt x="305" y="395"/>
                </a:lnTo>
                <a:lnTo>
                  <a:pt x="305" y="394"/>
                </a:lnTo>
                <a:lnTo>
                  <a:pt x="306" y="395"/>
                </a:lnTo>
                <a:lnTo>
                  <a:pt x="305" y="396"/>
                </a:lnTo>
                <a:lnTo>
                  <a:pt x="304" y="396"/>
                </a:lnTo>
                <a:lnTo>
                  <a:pt x="304" y="397"/>
                </a:lnTo>
                <a:lnTo>
                  <a:pt x="303" y="397"/>
                </a:lnTo>
                <a:lnTo>
                  <a:pt x="302" y="397"/>
                </a:lnTo>
                <a:lnTo>
                  <a:pt x="300" y="397"/>
                </a:lnTo>
                <a:lnTo>
                  <a:pt x="299" y="397"/>
                </a:lnTo>
                <a:lnTo>
                  <a:pt x="299" y="396"/>
                </a:lnTo>
                <a:lnTo>
                  <a:pt x="298" y="396"/>
                </a:lnTo>
                <a:lnTo>
                  <a:pt x="297" y="396"/>
                </a:lnTo>
                <a:lnTo>
                  <a:pt x="297" y="395"/>
                </a:lnTo>
                <a:lnTo>
                  <a:pt x="297" y="394"/>
                </a:lnTo>
                <a:lnTo>
                  <a:pt x="297" y="393"/>
                </a:lnTo>
                <a:lnTo>
                  <a:pt x="297" y="391"/>
                </a:lnTo>
                <a:lnTo>
                  <a:pt x="297" y="390"/>
                </a:lnTo>
                <a:lnTo>
                  <a:pt x="298" y="389"/>
                </a:lnTo>
                <a:lnTo>
                  <a:pt x="299" y="389"/>
                </a:lnTo>
                <a:lnTo>
                  <a:pt x="300" y="389"/>
                </a:lnTo>
                <a:lnTo>
                  <a:pt x="300" y="388"/>
                </a:lnTo>
                <a:lnTo>
                  <a:pt x="300" y="387"/>
                </a:lnTo>
                <a:lnTo>
                  <a:pt x="299" y="387"/>
                </a:lnTo>
                <a:lnTo>
                  <a:pt x="300" y="386"/>
                </a:lnTo>
                <a:lnTo>
                  <a:pt x="299" y="386"/>
                </a:lnTo>
                <a:lnTo>
                  <a:pt x="299" y="385"/>
                </a:lnTo>
                <a:lnTo>
                  <a:pt x="299" y="384"/>
                </a:lnTo>
                <a:lnTo>
                  <a:pt x="298" y="384"/>
                </a:lnTo>
                <a:lnTo>
                  <a:pt x="298" y="383"/>
                </a:lnTo>
                <a:lnTo>
                  <a:pt x="298" y="382"/>
                </a:lnTo>
                <a:lnTo>
                  <a:pt x="297" y="381"/>
                </a:lnTo>
                <a:lnTo>
                  <a:pt x="297" y="380"/>
                </a:lnTo>
                <a:lnTo>
                  <a:pt x="297" y="379"/>
                </a:lnTo>
                <a:lnTo>
                  <a:pt x="297" y="378"/>
                </a:lnTo>
                <a:lnTo>
                  <a:pt x="296" y="377"/>
                </a:lnTo>
                <a:lnTo>
                  <a:pt x="297" y="376"/>
                </a:lnTo>
                <a:lnTo>
                  <a:pt x="298" y="376"/>
                </a:lnTo>
                <a:lnTo>
                  <a:pt x="299" y="376"/>
                </a:lnTo>
                <a:lnTo>
                  <a:pt x="299" y="375"/>
                </a:lnTo>
                <a:lnTo>
                  <a:pt x="300" y="375"/>
                </a:lnTo>
                <a:lnTo>
                  <a:pt x="300" y="374"/>
                </a:lnTo>
                <a:lnTo>
                  <a:pt x="299" y="374"/>
                </a:lnTo>
                <a:lnTo>
                  <a:pt x="299" y="372"/>
                </a:lnTo>
                <a:lnTo>
                  <a:pt x="299" y="371"/>
                </a:lnTo>
                <a:lnTo>
                  <a:pt x="299" y="370"/>
                </a:lnTo>
                <a:lnTo>
                  <a:pt x="300" y="369"/>
                </a:lnTo>
                <a:lnTo>
                  <a:pt x="301" y="368"/>
                </a:lnTo>
                <a:lnTo>
                  <a:pt x="302" y="367"/>
                </a:lnTo>
                <a:lnTo>
                  <a:pt x="302" y="366"/>
                </a:lnTo>
                <a:lnTo>
                  <a:pt x="301" y="365"/>
                </a:lnTo>
                <a:lnTo>
                  <a:pt x="300" y="366"/>
                </a:lnTo>
                <a:lnTo>
                  <a:pt x="299" y="366"/>
                </a:lnTo>
                <a:lnTo>
                  <a:pt x="299" y="365"/>
                </a:lnTo>
                <a:lnTo>
                  <a:pt x="298" y="365"/>
                </a:lnTo>
                <a:lnTo>
                  <a:pt x="297" y="365"/>
                </a:lnTo>
                <a:lnTo>
                  <a:pt x="298" y="365"/>
                </a:lnTo>
                <a:lnTo>
                  <a:pt x="298" y="364"/>
                </a:lnTo>
                <a:lnTo>
                  <a:pt x="297" y="363"/>
                </a:lnTo>
                <a:lnTo>
                  <a:pt x="296" y="363"/>
                </a:lnTo>
                <a:lnTo>
                  <a:pt x="295" y="363"/>
                </a:lnTo>
                <a:lnTo>
                  <a:pt x="295" y="364"/>
                </a:lnTo>
                <a:lnTo>
                  <a:pt x="294" y="364"/>
                </a:lnTo>
                <a:lnTo>
                  <a:pt x="293" y="364"/>
                </a:lnTo>
                <a:lnTo>
                  <a:pt x="292" y="364"/>
                </a:lnTo>
                <a:lnTo>
                  <a:pt x="292" y="365"/>
                </a:lnTo>
                <a:lnTo>
                  <a:pt x="291" y="365"/>
                </a:lnTo>
                <a:lnTo>
                  <a:pt x="290" y="365"/>
                </a:lnTo>
                <a:lnTo>
                  <a:pt x="290" y="366"/>
                </a:lnTo>
                <a:lnTo>
                  <a:pt x="290" y="367"/>
                </a:lnTo>
                <a:lnTo>
                  <a:pt x="289" y="366"/>
                </a:lnTo>
                <a:lnTo>
                  <a:pt x="288" y="366"/>
                </a:lnTo>
                <a:lnTo>
                  <a:pt x="287" y="366"/>
                </a:lnTo>
                <a:lnTo>
                  <a:pt x="286" y="366"/>
                </a:lnTo>
                <a:lnTo>
                  <a:pt x="285" y="366"/>
                </a:lnTo>
                <a:lnTo>
                  <a:pt x="283" y="366"/>
                </a:lnTo>
                <a:lnTo>
                  <a:pt x="282" y="365"/>
                </a:lnTo>
                <a:lnTo>
                  <a:pt x="281" y="365"/>
                </a:lnTo>
                <a:lnTo>
                  <a:pt x="280" y="364"/>
                </a:lnTo>
                <a:lnTo>
                  <a:pt x="279" y="364"/>
                </a:lnTo>
                <a:lnTo>
                  <a:pt x="278" y="364"/>
                </a:lnTo>
                <a:lnTo>
                  <a:pt x="278" y="363"/>
                </a:lnTo>
                <a:lnTo>
                  <a:pt x="277" y="363"/>
                </a:lnTo>
                <a:lnTo>
                  <a:pt x="276" y="362"/>
                </a:lnTo>
                <a:lnTo>
                  <a:pt x="275" y="362"/>
                </a:lnTo>
                <a:lnTo>
                  <a:pt x="274" y="362"/>
                </a:lnTo>
                <a:lnTo>
                  <a:pt x="274" y="361"/>
                </a:lnTo>
                <a:lnTo>
                  <a:pt x="274" y="360"/>
                </a:lnTo>
                <a:lnTo>
                  <a:pt x="275" y="359"/>
                </a:lnTo>
                <a:lnTo>
                  <a:pt x="275" y="358"/>
                </a:lnTo>
                <a:lnTo>
                  <a:pt x="275" y="356"/>
                </a:lnTo>
                <a:lnTo>
                  <a:pt x="275" y="355"/>
                </a:lnTo>
                <a:lnTo>
                  <a:pt x="276" y="355"/>
                </a:lnTo>
                <a:lnTo>
                  <a:pt x="276" y="354"/>
                </a:lnTo>
                <a:lnTo>
                  <a:pt x="277" y="353"/>
                </a:lnTo>
                <a:lnTo>
                  <a:pt x="277" y="352"/>
                </a:lnTo>
                <a:lnTo>
                  <a:pt x="278" y="352"/>
                </a:lnTo>
                <a:lnTo>
                  <a:pt x="279" y="351"/>
                </a:lnTo>
                <a:lnTo>
                  <a:pt x="279" y="350"/>
                </a:lnTo>
                <a:lnTo>
                  <a:pt x="279" y="349"/>
                </a:lnTo>
                <a:lnTo>
                  <a:pt x="278" y="348"/>
                </a:lnTo>
                <a:lnTo>
                  <a:pt x="276" y="348"/>
                </a:lnTo>
                <a:lnTo>
                  <a:pt x="275" y="347"/>
                </a:lnTo>
                <a:lnTo>
                  <a:pt x="276" y="346"/>
                </a:lnTo>
                <a:lnTo>
                  <a:pt x="276" y="345"/>
                </a:lnTo>
                <a:lnTo>
                  <a:pt x="275" y="345"/>
                </a:lnTo>
                <a:lnTo>
                  <a:pt x="275" y="344"/>
                </a:lnTo>
                <a:lnTo>
                  <a:pt x="275" y="343"/>
                </a:lnTo>
                <a:lnTo>
                  <a:pt x="275" y="342"/>
                </a:lnTo>
                <a:lnTo>
                  <a:pt x="276" y="342"/>
                </a:lnTo>
                <a:lnTo>
                  <a:pt x="276" y="341"/>
                </a:lnTo>
                <a:lnTo>
                  <a:pt x="276" y="340"/>
                </a:lnTo>
                <a:lnTo>
                  <a:pt x="276" y="339"/>
                </a:lnTo>
                <a:lnTo>
                  <a:pt x="275" y="338"/>
                </a:lnTo>
                <a:lnTo>
                  <a:pt x="275" y="335"/>
                </a:lnTo>
                <a:lnTo>
                  <a:pt x="275" y="334"/>
                </a:lnTo>
                <a:lnTo>
                  <a:pt x="274" y="334"/>
                </a:lnTo>
                <a:lnTo>
                  <a:pt x="274" y="333"/>
                </a:lnTo>
                <a:lnTo>
                  <a:pt x="273" y="333"/>
                </a:lnTo>
                <a:lnTo>
                  <a:pt x="272" y="332"/>
                </a:lnTo>
                <a:lnTo>
                  <a:pt x="272" y="331"/>
                </a:lnTo>
                <a:lnTo>
                  <a:pt x="272" y="329"/>
                </a:lnTo>
                <a:lnTo>
                  <a:pt x="272" y="328"/>
                </a:lnTo>
                <a:lnTo>
                  <a:pt x="271" y="327"/>
                </a:lnTo>
                <a:lnTo>
                  <a:pt x="272" y="327"/>
                </a:lnTo>
                <a:lnTo>
                  <a:pt x="271" y="326"/>
                </a:lnTo>
                <a:lnTo>
                  <a:pt x="271" y="324"/>
                </a:lnTo>
                <a:lnTo>
                  <a:pt x="271" y="323"/>
                </a:lnTo>
                <a:lnTo>
                  <a:pt x="271" y="322"/>
                </a:lnTo>
                <a:lnTo>
                  <a:pt x="271" y="321"/>
                </a:lnTo>
                <a:lnTo>
                  <a:pt x="271" y="320"/>
                </a:lnTo>
                <a:lnTo>
                  <a:pt x="270" y="320"/>
                </a:lnTo>
                <a:lnTo>
                  <a:pt x="269" y="319"/>
                </a:lnTo>
                <a:lnTo>
                  <a:pt x="268" y="319"/>
                </a:lnTo>
                <a:lnTo>
                  <a:pt x="268" y="320"/>
                </a:lnTo>
                <a:lnTo>
                  <a:pt x="268" y="321"/>
                </a:lnTo>
                <a:lnTo>
                  <a:pt x="267" y="321"/>
                </a:lnTo>
                <a:lnTo>
                  <a:pt x="267" y="322"/>
                </a:lnTo>
                <a:lnTo>
                  <a:pt x="267" y="323"/>
                </a:lnTo>
                <a:lnTo>
                  <a:pt x="267" y="324"/>
                </a:lnTo>
                <a:lnTo>
                  <a:pt x="266" y="324"/>
                </a:lnTo>
                <a:lnTo>
                  <a:pt x="266" y="325"/>
                </a:lnTo>
                <a:lnTo>
                  <a:pt x="265" y="325"/>
                </a:lnTo>
                <a:lnTo>
                  <a:pt x="265" y="326"/>
                </a:lnTo>
                <a:lnTo>
                  <a:pt x="264" y="325"/>
                </a:lnTo>
                <a:lnTo>
                  <a:pt x="264" y="324"/>
                </a:lnTo>
                <a:lnTo>
                  <a:pt x="264" y="323"/>
                </a:lnTo>
                <a:lnTo>
                  <a:pt x="263" y="323"/>
                </a:lnTo>
                <a:lnTo>
                  <a:pt x="262" y="323"/>
                </a:lnTo>
                <a:lnTo>
                  <a:pt x="262" y="322"/>
                </a:lnTo>
                <a:lnTo>
                  <a:pt x="261" y="321"/>
                </a:lnTo>
                <a:lnTo>
                  <a:pt x="260" y="321"/>
                </a:lnTo>
                <a:lnTo>
                  <a:pt x="258" y="322"/>
                </a:lnTo>
                <a:lnTo>
                  <a:pt x="258" y="323"/>
                </a:lnTo>
                <a:lnTo>
                  <a:pt x="257" y="323"/>
                </a:lnTo>
                <a:lnTo>
                  <a:pt x="256" y="323"/>
                </a:lnTo>
                <a:lnTo>
                  <a:pt x="256" y="322"/>
                </a:lnTo>
                <a:lnTo>
                  <a:pt x="255" y="322"/>
                </a:lnTo>
                <a:lnTo>
                  <a:pt x="255" y="321"/>
                </a:lnTo>
                <a:lnTo>
                  <a:pt x="253" y="321"/>
                </a:lnTo>
                <a:lnTo>
                  <a:pt x="253" y="320"/>
                </a:lnTo>
                <a:lnTo>
                  <a:pt x="252" y="320"/>
                </a:lnTo>
                <a:lnTo>
                  <a:pt x="251" y="320"/>
                </a:lnTo>
                <a:lnTo>
                  <a:pt x="250" y="320"/>
                </a:lnTo>
                <a:lnTo>
                  <a:pt x="249" y="320"/>
                </a:lnTo>
                <a:lnTo>
                  <a:pt x="249" y="321"/>
                </a:lnTo>
                <a:lnTo>
                  <a:pt x="248" y="321"/>
                </a:lnTo>
                <a:lnTo>
                  <a:pt x="248" y="322"/>
                </a:lnTo>
                <a:lnTo>
                  <a:pt x="247" y="323"/>
                </a:lnTo>
                <a:lnTo>
                  <a:pt x="247" y="324"/>
                </a:lnTo>
                <a:lnTo>
                  <a:pt x="246" y="324"/>
                </a:lnTo>
                <a:lnTo>
                  <a:pt x="246" y="325"/>
                </a:lnTo>
                <a:lnTo>
                  <a:pt x="244" y="325"/>
                </a:lnTo>
                <a:lnTo>
                  <a:pt x="243" y="325"/>
                </a:lnTo>
                <a:lnTo>
                  <a:pt x="242" y="325"/>
                </a:lnTo>
                <a:lnTo>
                  <a:pt x="241" y="325"/>
                </a:lnTo>
                <a:lnTo>
                  <a:pt x="240" y="325"/>
                </a:lnTo>
                <a:lnTo>
                  <a:pt x="239" y="325"/>
                </a:lnTo>
                <a:lnTo>
                  <a:pt x="238" y="325"/>
                </a:lnTo>
                <a:lnTo>
                  <a:pt x="237" y="325"/>
                </a:lnTo>
                <a:lnTo>
                  <a:pt x="237" y="326"/>
                </a:lnTo>
                <a:lnTo>
                  <a:pt x="237" y="327"/>
                </a:lnTo>
                <a:lnTo>
                  <a:pt x="236" y="328"/>
                </a:lnTo>
                <a:lnTo>
                  <a:pt x="235" y="328"/>
                </a:lnTo>
                <a:lnTo>
                  <a:pt x="234" y="328"/>
                </a:lnTo>
                <a:lnTo>
                  <a:pt x="233" y="328"/>
                </a:lnTo>
                <a:lnTo>
                  <a:pt x="233" y="329"/>
                </a:lnTo>
                <a:lnTo>
                  <a:pt x="234" y="329"/>
                </a:lnTo>
                <a:lnTo>
                  <a:pt x="233" y="330"/>
                </a:lnTo>
                <a:lnTo>
                  <a:pt x="232" y="330"/>
                </a:lnTo>
                <a:lnTo>
                  <a:pt x="232" y="331"/>
                </a:lnTo>
                <a:lnTo>
                  <a:pt x="232" y="332"/>
                </a:lnTo>
                <a:lnTo>
                  <a:pt x="232" y="333"/>
                </a:lnTo>
                <a:lnTo>
                  <a:pt x="231" y="332"/>
                </a:lnTo>
                <a:lnTo>
                  <a:pt x="230" y="332"/>
                </a:lnTo>
                <a:lnTo>
                  <a:pt x="229" y="332"/>
                </a:lnTo>
                <a:lnTo>
                  <a:pt x="229" y="331"/>
                </a:lnTo>
                <a:lnTo>
                  <a:pt x="228" y="331"/>
                </a:lnTo>
                <a:lnTo>
                  <a:pt x="227" y="331"/>
                </a:lnTo>
                <a:lnTo>
                  <a:pt x="227" y="330"/>
                </a:lnTo>
                <a:lnTo>
                  <a:pt x="226" y="330"/>
                </a:lnTo>
                <a:lnTo>
                  <a:pt x="227" y="329"/>
                </a:lnTo>
                <a:lnTo>
                  <a:pt x="228" y="328"/>
                </a:lnTo>
                <a:lnTo>
                  <a:pt x="228" y="327"/>
                </a:lnTo>
                <a:lnTo>
                  <a:pt x="228" y="326"/>
                </a:lnTo>
                <a:lnTo>
                  <a:pt x="228" y="325"/>
                </a:lnTo>
                <a:lnTo>
                  <a:pt x="227" y="325"/>
                </a:lnTo>
                <a:lnTo>
                  <a:pt x="227" y="324"/>
                </a:lnTo>
                <a:lnTo>
                  <a:pt x="226" y="324"/>
                </a:lnTo>
                <a:lnTo>
                  <a:pt x="225" y="324"/>
                </a:lnTo>
                <a:lnTo>
                  <a:pt x="224" y="324"/>
                </a:lnTo>
                <a:lnTo>
                  <a:pt x="224" y="323"/>
                </a:lnTo>
                <a:lnTo>
                  <a:pt x="224" y="322"/>
                </a:lnTo>
                <a:lnTo>
                  <a:pt x="225" y="320"/>
                </a:lnTo>
                <a:lnTo>
                  <a:pt x="225" y="319"/>
                </a:lnTo>
                <a:lnTo>
                  <a:pt x="225" y="318"/>
                </a:lnTo>
                <a:lnTo>
                  <a:pt x="226" y="318"/>
                </a:lnTo>
                <a:lnTo>
                  <a:pt x="226" y="317"/>
                </a:lnTo>
                <a:lnTo>
                  <a:pt x="226" y="316"/>
                </a:lnTo>
                <a:lnTo>
                  <a:pt x="226" y="315"/>
                </a:lnTo>
                <a:lnTo>
                  <a:pt x="227" y="314"/>
                </a:lnTo>
                <a:lnTo>
                  <a:pt x="226" y="314"/>
                </a:lnTo>
                <a:lnTo>
                  <a:pt x="225" y="313"/>
                </a:lnTo>
                <a:lnTo>
                  <a:pt x="225" y="312"/>
                </a:lnTo>
                <a:lnTo>
                  <a:pt x="224" y="312"/>
                </a:lnTo>
                <a:lnTo>
                  <a:pt x="223" y="312"/>
                </a:lnTo>
                <a:lnTo>
                  <a:pt x="223" y="311"/>
                </a:lnTo>
                <a:lnTo>
                  <a:pt x="223" y="310"/>
                </a:lnTo>
                <a:lnTo>
                  <a:pt x="222" y="310"/>
                </a:lnTo>
                <a:lnTo>
                  <a:pt x="222" y="309"/>
                </a:lnTo>
                <a:lnTo>
                  <a:pt x="221" y="308"/>
                </a:lnTo>
                <a:lnTo>
                  <a:pt x="220" y="309"/>
                </a:lnTo>
                <a:lnTo>
                  <a:pt x="219" y="310"/>
                </a:lnTo>
                <a:lnTo>
                  <a:pt x="219" y="311"/>
                </a:lnTo>
                <a:lnTo>
                  <a:pt x="218" y="313"/>
                </a:lnTo>
                <a:lnTo>
                  <a:pt x="218" y="312"/>
                </a:lnTo>
                <a:lnTo>
                  <a:pt x="217" y="313"/>
                </a:lnTo>
                <a:lnTo>
                  <a:pt x="216" y="314"/>
                </a:lnTo>
                <a:lnTo>
                  <a:pt x="215" y="314"/>
                </a:lnTo>
                <a:lnTo>
                  <a:pt x="214" y="314"/>
                </a:lnTo>
                <a:lnTo>
                  <a:pt x="214" y="313"/>
                </a:lnTo>
                <a:lnTo>
                  <a:pt x="213" y="313"/>
                </a:lnTo>
                <a:lnTo>
                  <a:pt x="213" y="312"/>
                </a:lnTo>
                <a:lnTo>
                  <a:pt x="212" y="312"/>
                </a:lnTo>
                <a:lnTo>
                  <a:pt x="211" y="312"/>
                </a:lnTo>
                <a:lnTo>
                  <a:pt x="210" y="311"/>
                </a:lnTo>
                <a:lnTo>
                  <a:pt x="208" y="312"/>
                </a:lnTo>
                <a:lnTo>
                  <a:pt x="208" y="313"/>
                </a:lnTo>
                <a:lnTo>
                  <a:pt x="207" y="314"/>
                </a:lnTo>
                <a:lnTo>
                  <a:pt x="207" y="313"/>
                </a:lnTo>
                <a:lnTo>
                  <a:pt x="206" y="313"/>
                </a:lnTo>
                <a:lnTo>
                  <a:pt x="206" y="312"/>
                </a:lnTo>
                <a:lnTo>
                  <a:pt x="206" y="311"/>
                </a:lnTo>
                <a:lnTo>
                  <a:pt x="206" y="310"/>
                </a:lnTo>
                <a:lnTo>
                  <a:pt x="205" y="309"/>
                </a:lnTo>
                <a:lnTo>
                  <a:pt x="205" y="308"/>
                </a:lnTo>
                <a:lnTo>
                  <a:pt x="205" y="307"/>
                </a:lnTo>
                <a:lnTo>
                  <a:pt x="205" y="306"/>
                </a:lnTo>
                <a:lnTo>
                  <a:pt x="204" y="306"/>
                </a:lnTo>
                <a:lnTo>
                  <a:pt x="203" y="306"/>
                </a:lnTo>
                <a:lnTo>
                  <a:pt x="203" y="307"/>
                </a:lnTo>
                <a:lnTo>
                  <a:pt x="203" y="308"/>
                </a:lnTo>
                <a:lnTo>
                  <a:pt x="201" y="308"/>
                </a:lnTo>
                <a:lnTo>
                  <a:pt x="200" y="308"/>
                </a:lnTo>
                <a:lnTo>
                  <a:pt x="199" y="310"/>
                </a:lnTo>
                <a:lnTo>
                  <a:pt x="198" y="310"/>
                </a:lnTo>
                <a:lnTo>
                  <a:pt x="197" y="311"/>
                </a:lnTo>
                <a:lnTo>
                  <a:pt x="196" y="311"/>
                </a:lnTo>
                <a:lnTo>
                  <a:pt x="195" y="310"/>
                </a:lnTo>
                <a:lnTo>
                  <a:pt x="195" y="309"/>
                </a:lnTo>
                <a:lnTo>
                  <a:pt x="195" y="308"/>
                </a:lnTo>
                <a:lnTo>
                  <a:pt x="194" y="308"/>
                </a:lnTo>
                <a:lnTo>
                  <a:pt x="193" y="308"/>
                </a:lnTo>
                <a:lnTo>
                  <a:pt x="192" y="309"/>
                </a:lnTo>
                <a:lnTo>
                  <a:pt x="191" y="309"/>
                </a:lnTo>
                <a:lnTo>
                  <a:pt x="190" y="309"/>
                </a:lnTo>
                <a:lnTo>
                  <a:pt x="190" y="310"/>
                </a:lnTo>
                <a:lnTo>
                  <a:pt x="190" y="311"/>
                </a:lnTo>
                <a:lnTo>
                  <a:pt x="191" y="312"/>
                </a:lnTo>
                <a:lnTo>
                  <a:pt x="190" y="313"/>
                </a:lnTo>
                <a:lnTo>
                  <a:pt x="190" y="314"/>
                </a:lnTo>
                <a:lnTo>
                  <a:pt x="191" y="315"/>
                </a:lnTo>
                <a:lnTo>
                  <a:pt x="192" y="315"/>
                </a:lnTo>
                <a:lnTo>
                  <a:pt x="192" y="316"/>
                </a:lnTo>
                <a:lnTo>
                  <a:pt x="191" y="317"/>
                </a:lnTo>
                <a:lnTo>
                  <a:pt x="191" y="318"/>
                </a:lnTo>
                <a:lnTo>
                  <a:pt x="191" y="319"/>
                </a:lnTo>
                <a:lnTo>
                  <a:pt x="190" y="319"/>
                </a:lnTo>
                <a:lnTo>
                  <a:pt x="189" y="319"/>
                </a:lnTo>
                <a:lnTo>
                  <a:pt x="188" y="319"/>
                </a:lnTo>
                <a:lnTo>
                  <a:pt x="187" y="318"/>
                </a:lnTo>
                <a:lnTo>
                  <a:pt x="187" y="319"/>
                </a:lnTo>
                <a:lnTo>
                  <a:pt x="187" y="320"/>
                </a:lnTo>
                <a:lnTo>
                  <a:pt x="187" y="321"/>
                </a:lnTo>
                <a:lnTo>
                  <a:pt x="188" y="322"/>
                </a:lnTo>
                <a:lnTo>
                  <a:pt x="189" y="322"/>
                </a:lnTo>
                <a:lnTo>
                  <a:pt x="189" y="323"/>
                </a:lnTo>
                <a:lnTo>
                  <a:pt x="189" y="325"/>
                </a:lnTo>
                <a:lnTo>
                  <a:pt x="188" y="325"/>
                </a:lnTo>
                <a:lnTo>
                  <a:pt x="188" y="326"/>
                </a:lnTo>
                <a:lnTo>
                  <a:pt x="186" y="327"/>
                </a:lnTo>
                <a:lnTo>
                  <a:pt x="186" y="328"/>
                </a:lnTo>
                <a:lnTo>
                  <a:pt x="187" y="328"/>
                </a:lnTo>
                <a:lnTo>
                  <a:pt x="187" y="329"/>
                </a:lnTo>
                <a:lnTo>
                  <a:pt x="188" y="329"/>
                </a:lnTo>
                <a:lnTo>
                  <a:pt x="189" y="329"/>
                </a:lnTo>
                <a:lnTo>
                  <a:pt x="190" y="330"/>
                </a:lnTo>
                <a:lnTo>
                  <a:pt x="190" y="331"/>
                </a:lnTo>
                <a:lnTo>
                  <a:pt x="190" y="332"/>
                </a:lnTo>
                <a:lnTo>
                  <a:pt x="191" y="332"/>
                </a:lnTo>
                <a:lnTo>
                  <a:pt x="191" y="333"/>
                </a:lnTo>
                <a:lnTo>
                  <a:pt x="192" y="333"/>
                </a:lnTo>
                <a:lnTo>
                  <a:pt x="193" y="333"/>
                </a:lnTo>
                <a:lnTo>
                  <a:pt x="193" y="334"/>
                </a:lnTo>
                <a:lnTo>
                  <a:pt x="192" y="335"/>
                </a:lnTo>
                <a:lnTo>
                  <a:pt x="192" y="336"/>
                </a:lnTo>
                <a:lnTo>
                  <a:pt x="191" y="336"/>
                </a:lnTo>
                <a:lnTo>
                  <a:pt x="191" y="337"/>
                </a:lnTo>
                <a:lnTo>
                  <a:pt x="191" y="338"/>
                </a:lnTo>
                <a:lnTo>
                  <a:pt x="191" y="339"/>
                </a:lnTo>
                <a:lnTo>
                  <a:pt x="191" y="340"/>
                </a:lnTo>
                <a:lnTo>
                  <a:pt x="190" y="340"/>
                </a:lnTo>
                <a:lnTo>
                  <a:pt x="189" y="341"/>
                </a:lnTo>
                <a:lnTo>
                  <a:pt x="189" y="342"/>
                </a:lnTo>
                <a:lnTo>
                  <a:pt x="189" y="343"/>
                </a:lnTo>
                <a:lnTo>
                  <a:pt x="188" y="343"/>
                </a:lnTo>
                <a:lnTo>
                  <a:pt x="188" y="344"/>
                </a:lnTo>
                <a:lnTo>
                  <a:pt x="187" y="344"/>
                </a:lnTo>
                <a:lnTo>
                  <a:pt x="186" y="344"/>
                </a:lnTo>
                <a:lnTo>
                  <a:pt x="184" y="344"/>
                </a:lnTo>
                <a:lnTo>
                  <a:pt x="183" y="344"/>
                </a:lnTo>
                <a:lnTo>
                  <a:pt x="183" y="345"/>
                </a:lnTo>
                <a:lnTo>
                  <a:pt x="184" y="345"/>
                </a:lnTo>
                <a:lnTo>
                  <a:pt x="185" y="346"/>
                </a:lnTo>
                <a:lnTo>
                  <a:pt x="184" y="346"/>
                </a:lnTo>
                <a:lnTo>
                  <a:pt x="184" y="347"/>
                </a:lnTo>
                <a:lnTo>
                  <a:pt x="183" y="347"/>
                </a:lnTo>
                <a:lnTo>
                  <a:pt x="184" y="347"/>
                </a:lnTo>
                <a:lnTo>
                  <a:pt x="184" y="348"/>
                </a:lnTo>
                <a:lnTo>
                  <a:pt x="183" y="348"/>
                </a:lnTo>
                <a:lnTo>
                  <a:pt x="182" y="348"/>
                </a:lnTo>
                <a:lnTo>
                  <a:pt x="181" y="348"/>
                </a:lnTo>
                <a:lnTo>
                  <a:pt x="180" y="348"/>
                </a:lnTo>
                <a:lnTo>
                  <a:pt x="180" y="349"/>
                </a:lnTo>
                <a:lnTo>
                  <a:pt x="179" y="349"/>
                </a:lnTo>
                <a:lnTo>
                  <a:pt x="178" y="349"/>
                </a:lnTo>
                <a:lnTo>
                  <a:pt x="177" y="350"/>
                </a:lnTo>
                <a:lnTo>
                  <a:pt x="176" y="350"/>
                </a:lnTo>
                <a:lnTo>
                  <a:pt x="176" y="351"/>
                </a:lnTo>
                <a:lnTo>
                  <a:pt x="176" y="352"/>
                </a:lnTo>
                <a:lnTo>
                  <a:pt x="176" y="353"/>
                </a:lnTo>
                <a:lnTo>
                  <a:pt x="175" y="353"/>
                </a:lnTo>
                <a:lnTo>
                  <a:pt x="174" y="352"/>
                </a:lnTo>
                <a:lnTo>
                  <a:pt x="173" y="352"/>
                </a:lnTo>
                <a:lnTo>
                  <a:pt x="173" y="351"/>
                </a:lnTo>
                <a:lnTo>
                  <a:pt x="173" y="350"/>
                </a:lnTo>
                <a:lnTo>
                  <a:pt x="173" y="349"/>
                </a:lnTo>
                <a:lnTo>
                  <a:pt x="173" y="348"/>
                </a:lnTo>
                <a:lnTo>
                  <a:pt x="173" y="347"/>
                </a:lnTo>
                <a:lnTo>
                  <a:pt x="173" y="346"/>
                </a:lnTo>
                <a:lnTo>
                  <a:pt x="174" y="346"/>
                </a:lnTo>
                <a:lnTo>
                  <a:pt x="174" y="345"/>
                </a:lnTo>
                <a:lnTo>
                  <a:pt x="172" y="345"/>
                </a:lnTo>
                <a:lnTo>
                  <a:pt x="171" y="345"/>
                </a:lnTo>
                <a:lnTo>
                  <a:pt x="171" y="344"/>
                </a:lnTo>
                <a:lnTo>
                  <a:pt x="171" y="343"/>
                </a:lnTo>
                <a:lnTo>
                  <a:pt x="172" y="343"/>
                </a:lnTo>
                <a:lnTo>
                  <a:pt x="172" y="342"/>
                </a:lnTo>
                <a:lnTo>
                  <a:pt x="171" y="341"/>
                </a:lnTo>
                <a:lnTo>
                  <a:pt x="171" y="340"/>
                </a:lnTo>
                <a:lnTo>
                  <a:pt x="170" y="340"/>
                </a:lnTo>
                <a:lnTo>
                  <a:pt x="169" y="340"/>
                </a:lnTo>
                <a:lnTo>
                  <a:pt x="169" y="341"/>
                </a:lnTo>
                <a:lnTo>
                  <a:pt x="168" y="341"/>
                </a:lnTo>
                <a:lnTo>
                  <a:pt x="168" y="340"/>
                </a:lnTo>
                <a:lnTo>
                  <a:pt x="167" y="340"/>
                </a:lnTo>
                <a:lnTo>
                  <a:pt x="167" y="341"/>
                </a:lnTo>
                <a:lnTo>
                  <a:pt x="166" y="341"/>
                </a:lnTo>
                <a:lnTo>
                  <a:pt x="167" y="340"/>
                </a:lnTo>
                <a:lnTo>
                  <a:pt x="166" y="340"/>
                </a:lnTo>
                <a:lnTo>
                  <a:pt x="165" y="340"/>
                </a:lnTo>
                <a:lnTo>
                  <a:pt x="164" y="340"/>
                </a:lnTo>
                <a:lnTo>
                  <a:pt x="162" y="340"/>
                </a:lnTo>
                <a:lnTo>
                  <a:pt x="161" y="341"/>
                </a:lnTo>
                <a:lnTo>
                  <a:pt x="161" y="342"/>
                </a:lnTo>
                <a:lnTo>
                  <a:pt x="160" y="342"/>
                </a:lnTo>
                <a:lnTo>
                  <a:pt x="159" y="342"/>
                </a:lnTo>
                <a:lnTo>
                  <a:pt x="159" y="341"/>
                </a:lnTo>
                <a:lnTo>
                  <a:pt x="160" y="341"/>
                </a:lnTo>
                <a:lnTo>
                  <a:pt x="160" y="340"/>
                </a:lnTo>
                <a:lnTo>
                  <a:pt x="160" y="339"/>
                </a:lnTo>
                <a:lnTo>
                  <a:pt x="159" y="339"/>
                </a:lnTo>
                <a:lnTo>
                  <a:pt x="158" y="340"/>
                </a:lnTo>
                <a:lnTo>
                  <a:pt x="158" y="341"/>
                </a:lnTo>
                <a:lnTo>
                  <a:pt x="159" y="342"/>
                </a:lnTo>
                <a:lnTo>
                  <a:pt x="158" y="342"/>
                </a:lnTo>
                <a:lnTo>
                  <a:pt x="157" y="342"/>
                </a:lnTo>
                <a:lnTo>
                  <a:pt x="157" y="341"/>
                </a:lnTo>
                <a:lnTo>
                  <a:pt x="157" y="340"/>
                </a:lnTo>
                <a:lnTo>
                  <a:pt x="155" y="340"/>
                </a:lnTo>
                <a:lnTo>
                  <a:pt x="155" y="341"/>
                </a:lnTo>
                <a:lnTo>
                  <a:pt x="155" y="342"/>
                </a:lnTo>
                <a:lnTo>
                  <a:pt x="155" y="343"/>
                </a:lnTo>
                <a:lnTo>
                  <a:pt x="154" y="343"/>
                </a:lnTo>
                <a:lnTo>
                  <a:pt x="152" y="343"/>
                </a:lnTo>
                <a:lnTo>
                  <a:pt x="152" y="344"/>
                </a:lnTo>
                <a:lnTo>
                  <a:pt x="152" y="345"/>
                </a:lnTo>
                <a:lnTo>
                  <a:pt x="153" y="346"/>
                </a:lnTo>
                <a:lnTo>
                  <a:pt x="152" y="347"/>
                </a:lnTo>
                <a:lnTo>
                  <a:pt x="152" y="348"/>
                </a:lnTo>
                <a:lnTo>
                  <a:pt x="152" y="349"/>
                </a:lnTo>
                <a:lnTo>
                  <a:pt x="152" y="350"/>
                </a:lnTo>
                <a:lnTo>
                  <a:pt x="153" y="350"/>
                </a:lnTo>
                <a:lnTo>
                  <a:pt x="153" y="351"/>
                </a:lnTo>
                <a:lnTo>
                  <a:pt x="153" y="352"/>
                </a:lnTo>
                <a:lnTo>
                  <a:pt x="152" y="352"/>
                </a:lnTo>
                <a:lnTo>
                  <a:pt x="151" y="352"/>
                </a:lnTo>
                <a:lnTo>
                  <a:pt x="151" y="351"/>
                </a:lnTo>
                <a:lnTo>
                  <a:pt x="151" y="352"/>
                </a:lnTo>
                <a:lnTo>
                  <a:pt x="150" y="352"/>
                </a:lnTo>
                <a:lnTo>
                  <a:pt x="149" y="352"/>
                </a:lnTo>
                <a:lnTo>
                  <a:pt x="149" y="351"/>
                </a:lnTo>
                <a:lnTo>
                  <a:pt x="148" y="351"/>
                </a:lnTo>
                <a:lnTo>
                  <a:pt x="148" y="350"/>
                </a:lnTo>
                <a:lnTo>
                  <a:pt x="148" y="349"/>
                </a:lnTo>
                <a:lnTo>
                  <a:pt x="147" y="348"/>
                </a:lnTo>
                <a:lnTo>
                  <a:pt x="146" y="348"/>
                </a:lnTo>
                <a:lnTo>
                  <a:pt x="146" y="349"/>
                </a:lnTo>
                <a:lnTo>
                  <a:pt x="145" y="349"/>
                </a:lnTo>
                <a:lnTo>
                  <a:pt x="144" y="349"/>
                </a:lnTo>
                <a:lnTo>
                  <a:pt x="143" y="349"/>
                </a:lnTo>
                <a:lnTo>
                  <a:pt x="143" y="350"/>
                </a:lnTo>
                <a:lnTo>
                  <a:pt x="142" y="350"/>
                </a:lnTo>
                <a:lnTo>
                  <a:pt x="142" y="351"/>
                </a:lnTo>
                <a:lnTo>
                  <a:pt x="141" y="351"/>
                </a:lnTo>
                <a:lnTo>
                  <a:pt x="140" y="351"/>
                </a:lnTo>
                <a:lnTo>
                  <a:pt x="139" y="351"/>
                </a:lnTo>
                <a:lnTo>
                  <a:pt x="138" y="352"/>
                </a:lnTo>
                <a:lnTo>
                  <a:pt x="138" y="353"/>
                </a:lnTo>
                <a:lnTo>
                  <a:pt x="138" y="354"/>
                </a:lnTo>
                <a:lnTo>
                  <a:pt x="138" y="355"/>
                </a:lnTo>
                <a:lnTo>
                  <a:pt x="138" y="356"/>
                </a:lnTo>
                <a:lnTo>
                  <a:pt x="140" y="356"/>
                </a:lnTo>
                <a:lnTo>
                  <a:pt x="140" y="357"/>
                </a:lnTo>
                <a:lnTo>
                  <a:pt x="141" y="357"/>
                </a:lnTo>
                <a:lnTo>
                  <a:pt x="141" y="358"/>
                </a:lnTo>
                <a:lnTo>
                  <a:pt x="140" y="359"/>
                </a:lnTo>
                <a:lnTo>
                  <a:pt x="141" y="360"/>
                </a:lnTo>
                <a:lnTo>
                  <a:pt x="142" y="360"/>
                </a:lnTo>
                <a:lnTo>
                  <a:pt x="143" y="360"/>
                </a:lnTo>
                <a:lnTo>
                  <a:pt x="142" y="362"/>
                </a:lnTo>
                <a:lnTo>
                  <a:pt x="142" y="363"/>
                </a:lnTo>
                <a:lnTo>
                  <a:pt x="141" y="364"/>
                </a:lnTo>
                <a:lnTo>
                  <a:pt x="142" y="364"/>
                </a:lnTo>
                <a:lnTo>
                  <a:pt x="142" y="365"/>
                </a:lnTo>
                <a:lnTo>
                  <a:pt x="142" y="366"/>
                </a:lnTo>
                <a:lnTo>
                  <a:pt x="142" y="367"/>
                </a:lnTo>
                <a:lnTo>
                  <a:pt x="141" y="367"/>
                </a:lnTo>
                <a:lnTo>
                  <a:pt x="138" y="367"/>
                </a:lnTo>
                <a:lnTo>
                  <a:pt x="138" y="368"/>
                </a:lnTo>
                <a:lnTo>
                  <a:pt x="139" y="368"/>
                </a:lnTo>
                <a:lnTo>
                  <a:pt x="138" y="369"/>
                </a:lnTo>
                <a:lnTo>
                  <a:pt x="137" y="369"/>
                </a:lnTo>
                <a:lnTo>
                  <a:pt x="137" y="370"/>
                </a:lnTo>
                <a:lnTo>
                  <a:pt x="136" y="370"/>
                </a:lnTo>
                <a:lnTo>
                  <a:pt x="135" y="370"/>
                </a:lnTo>
                <a:lnTo>
                  <a:pt x="135" y="369"/>
                </a:lnTo>
                <a:lnTo>
                  <a:pt x="135" y="368"/>
                </a:lnTo>
                <a:lnTo>
                  <a:pt x="135" y="367"/>
                </a:lnTo>
                <a:lnTo>
                  <a:pt x="134" y="367"/>
                </a:lnTo>
                <a:lnTo>
                  <a:pt x="133" y="368"/>
                </a:lnTo>
                <a:lnTo>
                  <a:pt x="132" y="368"/>
                </a:lnTo>
                <a:lnTo>
                  <a:pt x="132" y="369"/>
                </a:lnTo>
                <a:lnTo>
                  <a:pt x="132" y="370"/>
                </a:lnTo>
                <a:lnTo>
                  <a:pt x="132" y="371"/>
                </a:lnTo>
                <a:lnTo>
                  <a:pt x="133" y="371"/>
                </a:lnTo>
                <a:lnTo>
                  <a:pt x="133" y="372"/>
                </a:lnTo>
                <a:lnTo>
                  <a:pt x="134" y="372"/>
                </a:lnTo>
                <a:lnTo>
                  <a:pt x="134" y="373"/>
                </a:lnTo>
                <a:lnTo>
                  <a:pt x="133" y="373"/>
                </a:lnTo>
                <a:lnTo>
                  <a:pt x="132" y="374"/>
                </a:lnTo>
                <a:lnTo>
                  <a:pt x="130" y="374"/>
                </a:lnTo>
                <a:lnTo>
                  <a:pt x="129" y="375"/>
                </a:lnTo>
                <a:lnTo>
                  <a:pt x="129" y="376"/>
                </a:lnTo>
                <a:lnTo>
                  <a:pt x="129" y="377"/>
                </a:lnTo>
                <a:lnTo>
                  <a:pt x="129" y="378"/>
                </a:lnTo>
                <a:lnTo>
                  <a:pt x="130" y="379"/>
                </a:lnTo>
                <a:lnTo>
                  <a:pt x="130" y="380"/>
                </a:lnTo>
                <a:lnTo>
                  <a:pt x="131" y="380"/>
                </a:lnTo>
                <a:lnTo>
                  <a:pt x="131" y="381"/>
                </a:lnTo>
                <a:lnTo>
                  <a:pt x="131" y="383"/>
                </a:lnTo>
                <a:lnTo>
                  <a:pt x="130" y="383"/>
                </a:lnTo>
                <a:lnTo>
                  <a:pt x="129" y="383"/>
                </a:lnTo>
                <a:lnTo>
                  <a:pt x="129" y="384"/>
                </a:lnTo>
                <a:lnTo>
                  <a:pt x="128" y="384"/>
                </a:lnTo>
                <a:lnTo>
                  <a:pt x="127" y="385"/>
                </a:lnTo>
                <a:lnTo>
                  <a:pt x="127" y="384"/>
                </a:lnTo>
                <a:lnTo>
                  <a:pt x="126" y="384"/>
                </a:lnTo>
                <a:lnTo>
                  <a:pt x="126" y="383"/>
                </a:lnTo>
                <a:lnTo>
                  <a:pt x="126" y="382"/>
                </a:lnTo>
                <a:lnTo>
                  <a:pt x="126" y="381"/>
                </a:lnTo>
                <a:lnTo>
                  <a:pt x="125" y="381"/>
                </a:lnTo>
                <a:lnTo>
                  <a:pt x="124" y="381"/>
                </a:lnTo>
                <a:lnTo>
                  <a:pt x="123" y="380"/>
                </a:lnTo>
                <a:lnTo>
                  <a:pt x="123" y="381"/>
                </a:lnTo>
                <a:lnTo>
                  <a:pt x="122" y="382"/>
                </a:lnTo>
                <a:lnTo>
                  <a:pt x="121" y="381"/>
                </a:lnTo>
                <a:lnTo>
                  <a:pt x="120" y="381"/>
                </a:lnTo>
                <a:lnTo>
                  <a:pt x="120" y="380"/>
                </a:lnTo>
                <a:lnTo>
                  <a:pt x="120" y="379"/>
                </a:lnTo>
                <a:lnTo>
                  <a:pt x="119" y="379"/>
                </a:lnTo>
                <a:lnTo>
                  <a:pt x="118" y="379"/>
                </a:lnTo>
                <a:lnTo>
                  <a:pt x="117" y="378"/>
                </a:lnTo>
                <a:lnTo>
                  <a:pt x="116" y="378"/>
                </a:lnTo>
                <a:lnTo>
                  <a:pt x="116" y="379"/>
                </a:lnTo>
                <a:lnTo>
                  <a:pt x="117" y="379"/>
                </a:lnTo>
                <a:lnTo>
                  <a:pt x="117" y="380"/>
                </a:lnTo>
                <a:lnTo>
                  <a:pt x="117" y="381"/>
                </a:lnTo>
                <a:lnTo>
                  <a:pt x="116" y="381"/>
                </a:lnTo>
                <a:lnTo>
                  <a:pt x="115" y="381"/>
                </a:lnTo>
                <a:lnTo>
                  <a:pt x="114" y="381"/>
                </a:lnTo>
                <a:lnTo>
                  <a:pt x="114" y="380"/>
                </a:lnTo>
                <a:lnTo>
                  <a:pt x="114" y="378"/>
                </a:lnTo>
                <a:lnTo>
                  <a:pt x="114" y="377"/>
                </a:lnTo>
                <a:lnTo>
                  <a:pt x="115" y="377"/>
                </a:lnTo>
                <a:lnTo>
                  <a:pt x="116" y="377"/>
                </a:lnTo>
                <a:lnTo>
                  <a:pt x="117" y="377"/>
                </a:lnTo>
                <a:lnTo>
                  <a:pt x="117" y="376"/>
                </a:lnTo>
                <a:lnTo>
                  <a:pt x="118" y="375"/>
                </a:lnTo>
                <a:lnTo>
                  <a:pt x="119" y="374"/>
                </a:lnTo>
                <a:lnTo>
                  <a:pt x="119" y="373"/>
                </a:lnTo>
                <a:lnTo>
                  <a:pt x="119" y="371"/>
                </a:lnTo>
                <a:lnTo>
                  <a:pt x="118" y="371"/>
                </a:lnTo>
                <a:lnTo>
                  <a:pt x="118" y="370"/>
                </a:lnTo>
                <a:lnTo>
                  <a:pt x="118" y="369"/>
                </a:lnTo>
                <a:lnTo>
                  <a:pt x="119" y="368"/>
                </a:lnTo>
                <a:lnTo>
                  <a:pt x="119" y="369"/>
                </a:lnTo>
                <a:lnTo>
                  <a:pt x="120" y="369"/>
                </a:lnTo>
                <a:lnTo>
                  <a:pt x="121" y="368"/>
                </a:lnTo>
                <a:lnTo>
                  <a:pt x="121" y="367"/>
                </a:lnTo>
                <a:lnTo>
                  <a:pt x="120" y="366"/>
                </a:lnTo>
                <a:lnTo>
                  <a:pt x="119" y="365"/>
                </a:lnTo>
                <a:lnTo>
                  <a:pt x="120" y="365"/>
                </a:lnTo>
                <a:lnTo>
                  <a:pt x="121" y="365"/>
                </a:lnTo>
                <a:lnTo>
                  <a:pt x="122" y="365"/>
                </a:lnTo>
                <a:lnTo>
                  <a:pt x="122" y="364"/>
                </a:lnTo>
                <a:lnTo>
                  <a:pt x="122" y="363"/>
                </a:lnTo>
                <a:lnTo>
                  <a:pt x="121" y="363"/>
                </a:lnTo>
                <a:lnTo>
                  <a:pt x="120" y="363"/>
                </a:lnTo>
                <a:lnTo>
                  <a:pt x="119" y="363"/>
                </a:lnTo>
                <a:lnTo>
                  <a:pt x="119" y="361"/>
                </a:lnTo>
                <a:lnTo>
                  <a:pt x="119" y="360"/>
                </a:lnTo>
                <a:lnTo>
                  <a:pt x="117" y="360"/>
                </a:lnTo>
                <a:lnTo>
                  <a:pt x="116" y="359"/>
                </a:lnTo>
                <a:lnTo>
                  <a:pt x="115" y="359"/>
                </a:lnTo>
                <a:lnTo>
                  <a:pt x="114" y="357"/>
                </a:lnTo>
                <a:lnTo>
                  <a:pt x="114" y="356"/>
                </a:lnTo>
                <a:lnTo>
                  <a:pt x="114" y="355"/>
                </a:lnTo>
                <a:lnTo>
                  <a:pt x="114" y="354"/>
                </a:lnTo>
                <a:lnTo>
                  <a:pt x="114" y="353"/>
                </a:lnTo>
                <a:lnTo>
                  <a:pt x="113" y="352"/>
                </a:lnTo>
                <a:lnTo>
                  <a:pt x="112" y="352"/>
                </a:lnTo>
                <a:lnTo>
                  <a:pt x="112" y="351"/>
                </a:lnTo>
                <a:lnTo>
                  <a:pt x="111" y="351"/>
                </a:lnTo>
                <a:lnTo>
                  <a:pt x="110" y="350"/>
                </a:lnTo>
                <a:lnTo>
                  <a:pt x="111" y="350"/>
                </a:lnTo>
                <a:lnTo>
                  <a:pt x="110" y="349"/>
                </a:lnTo>
                <a:lnTo>
                  <a:pt x="109" y="349"/>
                </a:lnTo>
                <a:lnTo>
                  <a:pt x="108" y="348"/>
                </a:lnTo>
                <a:lnTo>
                  <a:pt x="107" y="347"/>
                </a:lnTo>
                <a:lnTo>
                  <a:pt x="106" y="346"/>
                </a:lnTo>
                <a:lnTo>
                  <a:pt x="106" y="345"/>
                </a:lnTo>
                <a:lnTo>
                  <a:pt x="105" y="346"/>
                </a:lnTo>
                <a:lnTo>
                  <a:pt x="106" y="346"/>
                </a:lnTo>
                <a:lnTo>
                  <a:pt x="105" y="347"/>
                </a:lnTo>
                <a:lnTo>
                  <a:pt x="104" y="347"/>
                </a:lnTo>
                <a:lnTo>
                  <a:pt x="104" y="348"/>
                </a:lnTo>
                <a:lnTo>
                  <a:pt x="105" y="348"/>
                </a:lnTo>
                <a:lnTo>
                  <a:pt x="105" y="349"/>
                </a:lnTo>
                <a:lnTo>
                  <a:pt x="105" y="350"/>
                </a:lnTo>
                <a:lnTo>
                  <a:pt x="105" y="349"/>
                </a:lnTo>
                <a:lnTo>
                  <a:pt x="104" y="350"/>
                </a:lnTo>
                <a:lnTo>
                  <a:pt x="104" y="351"/>
                </a:lnTo>
                <a:lnTo>
                  <a:pt x="105" y="351"/>
                </a:lnTo>
                <a:lnTo>
                  <a:pt x="105" y="352"/>
                </a:lnTo>
                <a:lnTo>
                  <a:pt x="105" y="353"/>
                </a:lnTo>
                <a:lnTo>
                  <a:pt x="106" y="353"/>
                </a:lnTo>
                <a:lnTo>
                  <a:pt x="107" y="354"/>
                </a:lnTo>
                <a:lnTo>
                  <a:pt x="108" y="355"/>
                </a:lnTo>
                <a:lnTo>
                  <a:pt x="108" y="356"/>
                </a:lnTo>
                <a:lnTo>
                  <a:pt x="108" y="357"/>
                </a:lnTo>
                <a:lnTo>
                  <a:pt x="109" y="358"/>
                </a:lnTo>
                <a:lnTo>
                  <a:pt x="110" y="358"/>
                </a:lnTo>
                <a:lnTo>
                  <a:pt x="110" y="359"/>
                </a:lnTo>
                <a:lnTo>
                  <a:pt x="110" y="360"/>
                </a:lnTo>
                <a:lnTo>
                  <a:pt x="111" y="361"/>
                </a:lnTo>
                <a:lnTo>
                  <a:pt x="111" y="362"/>
                </a:lnTo>
                <a:lnTo>
                  <a:pt x="111" y="363"/>
                </a:lnTo>
                <a:lnTo>
                  <a:pt x="110" y="363"/>
                </a:lnTo>
                <a:lnTo>
                  <a:pt x="109" y="363"/>
                </a:lnTo>
                <a:lnTo>
                  <a:pt x="109" y="364"/>
                </a:lnTo>
                <a:lnTo>
                  <a:pt x="109" y="365"/>
                </a:lnTo>
                <a:lnTo>
                  <a:pt x="109" y="366"/>
                </a:lnTo>
                <a:lnTo>
                  <a:pt x="109" y="367"/>
                </a:lnTo>
                <a:lnTo>
                  <a:pt x="108" y="367"/>
                </a:lnTo>
                <a:lnTo>
                  <a:pt x="108" y="368"/>
                </a:lnTo>
                <a:lnTo>
                  <a:pt x="108" y="369"/>
                </a:lnTo>
                <a:lnTo>
                  <a:pt x="108" y="370"/>
                </a:lnTo>
                <a:lnTo>
                  <a:pt x="109" y="370"/>
                </a:lnTo>
                <a:lnTo>
                  <a:pt x="109" y="371"/>
                </a:lnTo>
                <a:lnTo>
                  <a:pt x="110" y="372"/>
                </a:lnTo>
                <a:lnTo>
                  <a:pt x="111" y="372"/>
                </a:lnTo>
                <a:lnTo>
                  <a:pt x="110" y="373"/>
                </a:lnTo>
                <a:lnTo>
                  <a:pt x="109" y="373"/>
                </a:lnTo>
                <a:lnTo>
                  <a:pt x="109" y="372"/>
                </a:lnTo>
                <a:lnTo>
                  <a:pt x="109" y="371"/>
                </a:lnTo>
                <a:lnTo>
                  <a:pt x="108" y="371"/>
                </a:lnTo>
                <a:lnTo>
                  <a:pt x="108" y="370"/>
                </a:lnTo>
                <a:lnTo>
                  <a:pt x="107" y="370"/>
                </a:lnTo>
                <a:lnTo>
                  <a:pt x="106" y="370"/>
                </a:lnTo>
                <a:lnTo>
                  <a:pt x="106" y="369"/>
                </a:lnTo>
                <a:lnTo>
                  <a:pt x="106" y="370"/>
                </a:lnTo>
                <a:lnTo>
                  <a:pt x="105" y="370"/>
                </a:lnTo>
                <a:lnTo>
                  <a:pt x="105" y="371"/>
                </a:lnTo>
                <a:lnTo>
                  <a:pt x="106" y="371"/>
                </a:lnTo>
                <a:lnTo>
                  <a:pt x="107" y="372"/>
                </a:lnTo>
                <a:lnTo>
                  <a:pt x="107" y="373"/>
                </a:lnTo>
                <a:lnTo>
                  <a:pt x="107" y="374"/>
                </a:lnTo>
                <a:lnTo>
                  <a:pt x="108" y="374"/>
                </a:lnTo>
                <a:lnTo>
                  <a:pt x="109" y="375"/>
                </a:lnTo>
                <a:lnTo>
                  <a:pt x="109" y="376"/>
                </a:lnTo>
                <a:lnTo>
                  <a:pt x="108" y="376"/>
                </a:lnTo>
                <a:lnTo>
                  <a:pt x="107" y="376"/>
                </a:lnTo>
                <a:lnTo>
                  <a:pt x="106" y="376"/>
                </a:lnTo>
                <a:lnTo>
                  <a:pt x="105" y="376"/>
                </a:lnTo>
                <a:lnTo>
                  <a:pt x="106" y="376"/>
                </a:lnTo>
                <a:lnTo>
                  <a:pt x="106" y="375"/>
                </a:lnTo>
                <a:lnTo>
                  <a:pt x="105" y="375"/>
                </a:lnTo>
                <a:lnTo>
                  <a:pt x="103" y="374"/>
                </a:lnTo>
                <a:lnTo>
                  <a:pt x="102" y="374"/>
                </a:lnTo>
                <a:lnTo>
                  <a:pt x="101" y="373"/>
                </a:lnTo>
                <a:lnTo>
                  <a:pt x="100" y="373"/>
                </a:lnTo>
                <a:lnTo>
                  <a:pt x="100" y="372"/>
                </a:lnTo>
                <a:lnTo>
                  <a:pt x="99" y="372"/>
                </a:lnTo>
                <a:lnTo>
                  <a:pt x="99" y="373"/>
                </a:lnTo>
                <a:lnTo>
                  <a:pt x="98" y="373"/>
                </a:lnTo>
                <a:lnTo>
                  <a:pt x="98" y="374"/>
                </a:lnTo>
                <a:lnTo>
                  <a:pt x="99" y="374"/>
                </a:lnTo>
                <a:lnTo>
                  <a:pt x="98" y="374"/>
                </a:lnTo>
                <a:lnTo>
                  <a:pt x="98" y="375"/>
                </a:lnTo>
                <a:lnTo>
                  <a:pt x="98" y="376"/>
                </a:lnTo>
                <a:lnTo>
                  <a:pt x="97" y="377"/>
                </a:lnTo>
                <a:lnTo>
                  <a:pt x="96" y="377"/>
                </a:lnTo>
                <a:lnTo>
                  <a:pt x="96" y="376"/>
                </a:lnTo>
                <a:lnTo>
                  <a:pt x="95" y="375"/>
                </a:lnTo>
                <a:lnTo>
                  <a:pt x="95" y="376"/>
                </a:lnTo>
                <a:lnTo>
                  <a:pt x="94" y="376"/>
                </a:lnTo>
                <a:lnTo>
                  <a:pt x="94" y="375"/>
                </a:lnTo>
                <a:lnTo>
                  <a:pt x="94" y="374"/>
                </a:lnTo>
                <a:lnTo>
                  <a:pt x="93" y="374"/>
                </a:lnTo>
                <a:lnTo>
                  <a:pt x="94" y="374"/>
                </a:lnTo>
                <a:lnTo>
                  <a:pt x="95" y="373"/>
                </a:lnTo>
                <a:lnTo>
                  <a:pt x="95" y="371"/>
                </a:lnTo>
                <a:lnTo>
                  <a:pt x="94" y="370"/>
                </a:lnTo>
                <a:lnTo>
                  <a:pt x="94" y="369"/>
                </a:lnTo>
                <a:lnTo>
                  <a:pt x="93" y="369"/>
                </a:lnTo>
                <a:lnTo>
                  <a:pt x="93" y="368"/>
                </a:lnTo>
                <a:lnTo>
                  <a:pt x="92" y="367"/>
                </a:lnTo>
                <a:lnTo>
                  <a:pt x="93" y="367"/>
                </a:lnTo>
                <a:lnTo>
                  <a:pt x="93" y="366"/>
                </a:lnTo>
                <a:lnTo>
                  <a:pt x="93" y="365"/>
                </a:lnTo>
                <a:lnTo>
                  <a:pt x="92" y="366"/>
                </a:lnTo>
                <a:lnTo>
                  <a:pt x="92" y="365"/>
                </a:lnTo>
                <a:lnTo>
                  <a:pt x="91" y="365"/>
                </a:lnTo>
                <a:lnTo>
                  <a:pt x="91" y="364"/>
                </a:lnTo>
                <a:lnTo>
                  <a:pt x="91" y="363"/>
                </a:lnTo>
                <a:lnTo>
                  <a:pt x="92" y="363"/>
                </a:lnTo>
                <a:lnTo>
                  <a:pt x="92" y="362"/>
                </a:lnTo>
                <a:lnTo>
                  <a:pt x="91" y="362"/>
                </a:lnTo>
                <a:lnTo>
                  <a:pt x="91" y="360"/>
                </a:lnTo>
                <a:lnTo>
                  <a:pt x="91" y="358"/>
                </a:lnTo>
                <a:lnTo>
                  <a:pt x="90" y="358"/>
                </a:lnTo>
                <a:lnTo>
                  <a:pt x="89" y="357"/>
                </a:lnTo>
                <a:lnTo>
                  <a:pt x="90" y="357"/>
                </a:lnTo>
                <a:lnTo>
                  <a:pt x="89" y="356"/>
                </a:lnTo>
                <a:lnTo>
                  <a:pt x="89" y="355"/>
                </a:lnTo>
                <a:lnTo>
                  <a:pt x="88" y="355"/>
                </a:lnTo>
                <a:lnTo>
                  <a:pt x="88" y="354"/>
                </a:lnTo>
                <a:lnTo>
                  <a:pt x="88" y="353"/>
                </a:lnTo>
                <a:lnTo>
                  <a:pt x="89" y="352"/>
                </a:lnTo>
                <a:lnTo>
                  <a:pt x="87" y="350"/>
                </a:lnTo>
                <a:lnTo>
                  <a:pt x="86" y="351"/>
                </a:lnTo>
                <a:lnTo>
                  <a:pt x="86" y="350"/>
                </a:lnTo>
                <a:lnTo>
                  <a:pt x="86" y="349"/>
                </a:lnTo>
                <a:lnTo>
                  <a:pt x="86" y="348"/>
                </a:lnTo>
                <a:lnTo>
                  <a:pt x="87" y="347"/>
                </a:lnTo>
                <a:lnTo>
                  <a:pt x="86" y="346"/>
                </a:lnTo>
                <a:lnTo>
                  <a:pt x="86" y="345"/>
                </a:lnTo>
                <a:lnTo>
                  <a:pt x="87" y="345"/>
                </a:lnTo>
                <a:lnTo>
                  <a:pt x="87" y="344"/>
                </a:lnTo>
                <a:lnTo>
                  <a:pt x="87" y="343"/>
                </a:lnTo>
                <a:lnTo>
                  <a:pt x="86" y="343"/>
                </a:lnTo>
                <a:lnTo>
                  <a:pt x="86" y="342"/>
                </a:lnTo>
                <a:lnTo>
                  <a:pt x="85" y="342"/>
                </a:lnTo>
                <a:lnTo>
                  <a:pt x="85" y="341"/>
                </a:lnTo>
                <a:lnTo>
                  <a:pt x="84" y="341"/>
                </a:lnTo>
                <a:lnTo>
                  <a:pt x="84" y="340"/>
                </a:lnTo>
                <a:lnTo>
                  <a:pt x="83" y="340"/>
                </a:lnTo>
                <a:lnTo>
                  <a:pt x="83" y="339"/>
                </a:lnTo>
                <a:lnTo>
                  <a:pt x="82" y="339"/>
                </a:lnTo>
                <a:lnTo>
                  <a:pt x="82" y="338"/>
                </a:lnTo>
                <a:lnTo>
                  <a:pt x="81" y="338"/>
                </a:lnTo>
                <a:lnTo>
                  <a:pt x="80" y="337"/>
                </a:lnTo>
                <a:lnTo>
                  <a:pt x="79" y="336"/>
                </a:lnTo>
                <a:lnTo>
                  <a:pt x="79" y="337"/>
                </a:lnTo>
                <a:lnTo>
                  <a:pt x="78" y="338"/>
                </a:lnTo>
                <a:lnTo>
                  <a:pt x="77" y="338"/>
                </a:lnTo>
                <a:lnTo>
                  <a:pt x="76" y="338"/>
                </a:lnTo>
                <a:lnTo>
                  <a:pt x="75" y="338"/>
                </a:lnTo>
                <a:lnTo>
                  <a:pt x="74" y="338"/>
                </a:lnTo>
                <a:lnTo>
                  <a:pt x="73" y="339"/>
                </a:lnTo>
                <a:lnTo>
                  <a:pt x="72" y="339"/>
                </a:lnTo>
                <a:lnTo>
                  <a:pt x="71" y="338"/>
                </a:lnTo>
                <a:lnTo>
                  <a:pt x="70" y="337"/>
                </a:lnTo>
                <a:lnTo>
                  <a:pt x="69" y="337"/>
                </a:lnTo>
                <a:lnTo>
                  <a:pt x="69" y="338"/>
                </a:lnTo>
                <a:lnTo>
                  <a:pt x="68" y="338"/>
                </a:lnTo>
                <a:lnTo>
                  <a:pt x="67" y="338"/>
                </a:lnTo>
                <a:lnTo>
                  <a:pt x="67" y="337"/>
                </a:lnTo>
                <a:lnTo>
                  <a:pt x="67" y="336"/>
                </a:lnTo>
                <a:lnTo>
                  <a:pt x="67" y="335"/>
                </a:lnTo>
                <a:lnTo>
                  <a:pt x="67" y="334"/>
                </a:lnTo>
                <a:lnTo>
                  <a:pt x="68" y="334"/>
                </a:lnTo>
                <a:lnTo>
                  <a:pt x="68" y="333"/>
                </a:lnTo>
                <a:lnTo>
                  <a:pt x="67" y="333"/>
                </a:lnTo>
                <a:lnTo>
                  <a:pt x="66" y="333"/>
                </a:lnTo>
                <a:lnTo>
                  <a:pt x="66" y="334"/>
                </a:lnTo>
                <a:lnTo>
                  <a:pt x="65" y="333"/>
                </a:lnTo>
                <a:lnTo>
                  <a:pt x="64" y="332"/>
                </a:lnTo>
                <a:lnTo>
                  <a:pt x="64" y="331"/>
                </a:lnTo>
                <a:lnTo>
                  <a:pt x="63" y="331"/>
                </a:lnTo>
                <a:lnTo>
                  <a:pt x="62" y="330"/>
                </a:lnTo>
                <a:lnTo>
                  <a:pt x="62" y="331"/>
                </a:lnTo>
                <a:lnTo>
                  <a:pt x="61" y="331"/>
                </a:lnTo>
                <a:lnTo>
                  <a:pt x="62" y="331"/>
                </a:lnTo>
                <a:lnTo>
                  <a:pt x="62" y="332"/>
                </a:lnTo>
                <a:lnTo>
                  <a:pt x="63" y="332"/>
                </a:lnTo>
                <a:lnTo>
                  <a:pt x="62" y="332"/>
                </a:lnTo>
                <a:lnTo>
                  <a:pt x="61" y="332"/>
                </a:lnTo>
                <a:lnTo>
                  <a:pt x="60" y="332"/>
                </a:lnTo>
                <a:lnTo>
                  <a:pt x="60" y="333"/>
                </a:lnTo>
                <a:lnTo>
                  <a:pt x="59" y="334"/>
                </a:lnTo>
                <a:lnTo>
                  <a:pt x="59" y="335"/>
                </a:lnTo>
                <a:lnTo>
                  <a:pt x="58" y="335"/>
                </a:lnTo>
                <a:lnTo>
                  <a:pt x="57" y="335"/>
                </a:lnTo>
                <a:lnTo>
                  <a:pt x="55" y="337"/>
                </a:lnTo>
                <a:lnTo>
                  <a:pt x="56" y="337"/>
                </a:lnTo>
                <a:lnTo>
                  <a:pt x="56" y="338"/>
                </a:lnTo>
                <a:lnTo>
                  <a:pt x="56" y="339"/>
                </a:lnTo>
                <a:lnTo>
                  <a:pt x="55" y="339"/>
                </a:lnTo>
                <a:lnTo>
                  <a:pt x="55" y="338"/>
                </a:lnTo>
                <a:lnTo>
                  <a:pt x="54" y="338"/>
                </a:lnTo>
                <a:lnTo>
                  <a:pt x="53" y="337"/>
                </a:lnTo>
                <a:lnTo>
                  <a:pt x="53" y="336"/>
                </a:lnTo>
                <a:lnTo>
                  <a:pt x="53" y="335"/>
                </a:lnTo>
                <a:lnTo>
                  <a:pt x="52" y="335"/>
                </a:lnTo>
                <a:lnTo>
                  <a:pt x="51" y="335"/>
                </a:lnTo>
                <a:lnTo>
                  <a:pt x="50" y="336"/>
                </a:lnTo>
                <a:lnTo>
                  <a:pt x="50" y="335"/>
                </a:lnTo>
                <a:lnTo>
                  <a:pt x="49" y="335"/>
                </a:lnTo>
                <a:lnTo>
                  <a:pt x="48" y="334"/>
                </a:lnTo>
                <a:lnTo>
                  <a:pt x="46" y="334"/>
                </a:lnTo>
                <a:lnTo>
                  <a:pt x="46" y="335"/>
                </a:lnTo>
                <a:lnTo>
                  <a:pt x="45" y="335"/>
                </a:lnTo>
                <a:lnTo>
                  <a:pt x="45" y="334"/>
                </a:lnTo>
                <a:lnTo>
                  <a:pt x="45" y="333"/>
                </a:lnTo>
                <a:lnTo>
                  <a:pt x="45" y="334"/>
                </a:lnTo>
                <a:lnTo>
                  <a:pt x="46" y="334"/>
                </a:lnTo>
                <a:lnTo>
                  <a:pt x="46" y="333"/>
                </a:lnTo>
                <a:lnTo>
                  <a:pt x="45" y="333"/>
                </a:lnTo>
                <a:lnTo>
                  <a:pt x="45" y="332"/>
                </a:lnTo>
                <a:lnTo>
                  <a:pt x="44" y="331"/>
                </a:lnTo>
                <a:lnTo>
                  <a:pt x="44" y="330"/>
                </a:lnTo>
                <a:lnTo>
                  <a:pt x="43" y="330"/>
                </a:lnTo>
                <a:lnTo>
                  <a:pt x="42" y="330"/>
                </a:lnTo>
                <a:lnTo>
                  <a:pt x="42" y="329"/>
                </a:lnTo>
                <a:lnTo>
                  <a:pt x="42" y="328"/>
                </a:lnTo>
                <a:lnTo>
                  <a:pt x="42" y="327"/>
                </a:lnTo>
                <a:lnTo>
                  <a:pt x="42" y="326"/>
                </a:lnTo>
                <a:lnTo>
                  <a:pt x="41" y="326"/>
                </a:lnTo>
                <a:lnTo>
                  <a:pt x="41" y="325"/>
                </a:lnTo>
                <a:lnTo>
                  <a:pt x="40" y="324"/>
                </a:lnTo>
                <a:lnTo>
                  <a:pt x="41" y="324"/>
                </a:lnTo>
                <a:lnTo>
                  <a:pt x="41" y="323"/>
                </a:lnTo>
                <a:lnTo>
                  <a:pt x="41" y="322"/>
                </a:lnTo>
                <a:lnTo>
                  <a:pt x="42" y="322"/>
                </a:lnTo>
                <a:lnTo>
                  <a:pt x="42" y="321"/>
                </a:lnTo>
                <a:lnTo>
                  <a:pt x="41" y="321"/>
                </a:lnTo>
                <a:lnTo>
                  <a:pt x="40" y="320"/>
                </a:lnTo>
                <a:lnTo>
                  <a:pt x="40" y="319"/>
                </a:lnTo>
                <a:lnTo>
                  <a:pt x="39" y="319"/>
                </a:lnTo>
                <a:lnTo>
                  <a:pt x="39" y="318"/>
                </a:lnTo>
                <a:lnTo>
                  <a:pt x="39" y="317"/>
                </a:lnTo>
                <a:lnTo>
                  <a:pt x="39" y="316"/>
                </a:lnTo>
                <a:lnTo>
                  <a:pt x="40" y="315"/>
                </a:lnTo>
                <a:lnTo>
                  <a:pt x="41" y="315"/>
                </a:lnTo>
                <a:lnTo>
                  <a:pt x="41" y="314"/>
                </a:lnTo>
                <a:lnTo>
                  <a:pt x="40" y="315"/>
                </a:lnTo>
                <a:lnTo>
                  <a:pt x="39" y="315"/>
                </a:lnTo>
                <a:lnTo>
                  <a:pt x="39" y="314"/>
                </a:lnTo>
                <a:lnTo>
                  <a:pt x="39" y="313"/>
                </a:lnTo>
                <a:lnTo>
                  <a:pt x="39" y="312"/>
                </a:lnTo>
                <a:lnTo>
                  <a:pt x="38" y="311"/>
                </a:lnTo>
                <a:lnTo>
                  <a:pt x="37" y="310"/>
                </a:lnTo>
                <a:lnTo>
                  <a:pt x="38" y="310"/>
                </a:lnTo>
                <a:lnTo>
                  <a:pt x="38" y="309"/>
                </a:lnTo>
                <a:lnTo>
                  <a:pt x="39" y="309"/>
                </a:lnTo>
                <a:lnTo>
                  <a:pt x="39" y="308"/>
                </a:lnTo>
                <a:lnTo>
                  <a:pt x="38" y="308"/>
                </a:lnTo>
                <a:lnTo>
                  <a:pt x="38" y="307"/>
                </a:lnTo>
                <a:lnTo>
                  <a:pt x="37" y="307"/>
                </a:lnTo>
                <a:lnTo>
                  <a:pt x="38" y="306"/>
                </a:lnTo>
                <a:lnTo>
                  <a:pt x="37" y="306"/>
                </a:lnTo>
                <a:lnTo>
                  <a:pt x="37" y="305"/>
                </a:lnTo>
                <a:lnTo>
                  <a:pt x="37" y="304"/>
                </a:lnTo>
                <a:lnTo>
                  <a:pt x="37" y="303"/>
                </a:lnTo>
                <a:lnTo>
                  <a:pt x="36" y="303"/>
                </a:lnTo>
                <a:lnTo>
                  <a:pt x="36" y="302"/>
                </a:lnTo>
                <a:lnTo>
                  <a:pt x="36" y="301"/>
                </a:lnTo>
                <a:lnTo>
                  <a:pt x="36" y="300"/>
                </a:lnTo>
                <a:lnTo>
                  <a:pt x="36" y="299"/>
                </a:lnTo>
                <a:lnTo>
                  <a:pt x="38" y="299"/>
                </a:lnTo>
                <a:lnTo>
                  <a:pt x="38" y="298"/>
                </a:lnTo>
                <a:lnTo>
                  <a:pt x="37" y="298"/>
                </a:lnTo>
                <a:lnTo>
                  <a:pt x="36" y="298"/>
                </a:lnTo>
                <a:lnTo>
                  <a:pt x="35" y="299"/>
                </a:lnTo>
                <a:lnTo>
                  <a:pt x="35" y="300"/>
                </a:lnTo>
                <a:lnTo>
                  <a:pt x="34" y="300"/>
                </a:lnTo>
                <a:lnTo>
                  <a:pt x="33" y="300"/>
                </a:lnTo>
                <a:lnTo>
                  <a:pt x="33" y="301"/>
                </a:lnTo>
                <a:lnTo>
                  <a:pt x="34" y="301"/>
                </a:lnTo>
                <a:lnTo>
                  <a:pt x="34" y="302"/>
                </a:lnTo>
                <a:lnTo>
                  <a:pt x="34" y="303"/>
                </a:lnTo>
                <a:lnTo>
                  <a:pt x="33" y="303"/>
                </a:lnTo>
                <a:lnTo>
                  <a:pt x="32" y="303"/>
                </a:lnTo>
                <a:lnTo>
                  <a:pt x="32" y="302"/>
                </a:lnTo>
                <a:lnTo>
                  <a:pt x="31" y="302"/>
                </a:lnTo>
                <a:lnTo>
                  <a:pt x="31" y="301"/>
                </a:lnTo>
                <a:lnTo>
                  <a:pt x="31" y="300"/>
                </a:lnTo>
                <a:lnTo>
                  <a:pt x="30" y="300"/>
                </a:lnTo>
                <a:lnTo>
                  <a:pt x="29" y="301"/>
                </a:lnTo>
                <a:lnTo>
                  <a:pt x="29" y="302"/>
                </a:lnTo>
                <a:lnTo>
                  <a:pt x="28" y="302"/>
                </a:lnTo>
                <a:lnTo>
                  <a:pt x="28" y="301"/>
                </a:lnTo>
                <a:lnTo>
                  <a:pt x="29" y="300"/>
                </a:lnTo>
                <a:lnTo>
                  <a:pt x="28" y="300"/>
                </a:lnTo>
                <a:lnTo>
                  <a:pt x="27" y="301"/>
                </a:lnTo>
                <a:lnTo>
                  <a:pt x="26" y="301"/>
                </a:lnTo>
                <a:lnTo>
                  <a:pt x="25" y="301"/>
                </a:lnTo>
                <a:lnTo>
                  <a:pt x="25" y="300"/>
                </a:lnTo>
                <a:lnTo>
                  <a:pt x="24" y="300"/>
                </a:lnTo>
                <a:lnTo>
                  <a:pt x="22" y="300"/>
                </a:lnTo>
                <a:lnTo>
                  <a:pt x="21" y="301"/>
                </a:lnTo>
                <a:lnTo>
                  <a:pt x="20" y="301"/>
                </a:lnTo>
                <a:lnTo>
                  <a:pt x="19" y="301"/>
                </a:lnTo>
                <a:lnTo>
                  <a:pt x="19" y="300"/>
                </a:lnTo>
                <a:lnTo>
                  <a:pt x="20" y="300"/>
                </a:lnTo>
                <a:lnTo>
                  <a:pt x="19" y="299"/>
                </a:lnTo>
                <a:lnTo>
                  <a:pt x="18" y="300"/>
                </a:lnTo>
                <a:lnTo>
                  <a:pt x="17" y="300"/>
                </a:lnTo>
                <a:lnTo>
                  <a:pt x="16" y="300"/>
                </a:lnTo>
                <a:lnTo>
                  <a:pt x="16" y="299"/>
                </a:lnTo>
                <a:lnTo>
                  <a:pt x="15" y="299"/>
                </a:lnTo>
                <a:lnTo>
                  <a:pt x="15" y="296"/>
                </a:lnTo>
                <a:lnTo>
                  <a:pt x="16" y="296"/>
                </a:lnTo>
                <a:lnTo>
                  <a:pt x="15" y="295"/>
                </a:lnTo>
                <a:lnTo>
                  <a:pt x="14" y="295"/>
                </a:lnTo>
                <a:lnTo>
                  <a:pt x="14" y="296"/>
                </a:lnTo>
                <a:lnTo>
                  <a:pt x="13" y="296"/>
                </a:lnTo>
                <a:lnTo>
                  <a:pt x="12" y="296"/>
                </a:lnTo>
                <a:lnTo>
                  <a:pt x="11" y="297"/>
                </a:lnTo>
                <a:lnTo>
                  <a:pt x="11" y="296"/>
                </a:lnTo>
                <a:lnTo>
                  <a:pt x="12" y="295"/>
                </a:lnTo>
                <a:lnTo>
                  <a:pt x="12" y="294"/>
                </a:lnTo>
                <a:lnTo>
                  <a:pt x="11" y="293"/>
                </a:lnTo>
                <a:lnTo>
                  <a:pt x="11" y="292"/>
                </a:lnTo>
                <a:lnTo>
                  <a:pt x="12" y="292"/>
                </a:lnTo>
                <a:lnTo>
                  <a:pt x="13" y="291"/>
                </a:lnTo>
                <a:lnTo>
                  <a:pt x="13" y="290"/>
                </a:lnTo>
                <a:lnTo>
                  <a:pt x="12" y="290"/>
                </a:lnTo>
                <a:lnTo>
                  <a:pt x="13" y="289"/>
                </a:lnTo>
                <a:lnTo>
                  <a:pt x="13" y="288"/>
                </a:lnTo>
                <a:lnTo>
                  <a:pt x="12" y="287"/>
                </a:lnTo>
                <a:lnTo>
                  <a:pt x="12" y="286"/>
                </a:lnTo>
                <a:lnTo>
                  <a:pt x="11" y="286"/>
                </a:lnTo>
                <a:lnTo>
                  <a:pt x="11" y="285"/>
                </a:lnTo>
                <a:lnTo>
                  <a:pt x="9" y="285"/>
                </a:lnTo>
                <a:lnTo>
                  <a:pt x="8" y="285"/>
                </a:lnTo>
                <a:lnTo>
                  <a:pt x="7" y="286"/>
                </a:lnTo>
                <a:lnTo>
                  <a:pt x="7" y="285"/>
                </a:lnTo>
                <a:lnTo>
                  <a:pt x="8" y="285"/>
                </a:lnTo>
                <a:lnTo>
                  <a:pt x="8" y="284"/>
                </a:lnTo>
                <a:lnTo>
                  <a:pt x="9" y="284"/>
                </a:lnTo>
                <a:lnTo>
                  <a:pt x="9" y="283"/>
                </a:lnTo>
                <a:lnTo>
                  <a:pt x="9" y="282"/>
                </a:lnTo>
                <a:lnTo>
                  <a:pt x="8" y="282"/>
                </a:lnTo>
                <a:lnTo>
                  <a:pt x="7" y="282"/>
                </a:lnTo>
                <a:lnTo>
                  <a:pt x="6" y="281"/>
                </a:lnTo>
                <a:lnTo>
                  <a:pt x="6" y="282"/>
                </a:lnTo>
                <a:lnTo>
                  <a:pt x="5" y="283"/>
                </a:lnTo>
                <a:lnTo>
                  <a:pt x="5" y="282"/>
                </a:lnTo>
                <a:lnTo>
                  <a:pt x="4" y="283"/>
                </a:lnTo>
                <a:lnTo>
                  <a:pt x="4" y="284"/>
                </a:lnTo>
                <a:lnTo>
                  <a:pt x="4" y="283"/>
                </a:lnTo>
                <a:lnTo>
                  <a:pt x="3" y="283"/>
                </a:lnTo>
                <a:lnTo>
                  <a:pt x="3" y="282"/>
                </a:lnTo>
                <a:lnTo>
                  <a:pt x="4" y="282"/>
                </a:lnTo>
                <a:lnTo>
                  <a:pt x="4" y="281"/>
                </a:lnTo>
                <a:lnTo>
                  <a:pt x="3" y="280"/>
                </a:lnTo>
                <a:lnTo>
                  <a:pt x="2" y="280"/>
                </a:lnTo>
                <a:lnTo>
                  <a:pt x="2" y="279"/>
                </a:lnTo>
                <a:lnTo>
                  <a:pt x="3" y="279"/>
                </a:lnTo>
                <a:lnTo>
                  <a:pt x="3" y="278"/>
                </a:lnTo>
                <a:lnTo>
                  <a:pt x="2" y="277"/>
                </a:lnTo>
                <a:lnTo>
                  <a:pt x="2" y="276"/>
                </a:lnTo>
                <a:lnTo>
                  <a:pt x="2" y="275"/>
                </a:lnTo>
                <a:lnTo>
                  <a:pt x="1" y="275"/>
                </a:lnTo>
                <a:lnTo>
                  <a:pt x="1" y="274"/>
                </a:lnTo>
                <a:lnTo>
                  <a:pt x="0" y="274"/>
                </a:lnTo>
                <a:lnTo>
                  <a:pt x="0" y="273"/>
                </a:lnTo>
                <a:lnTo>
                  <a:pt x="0" y="272"/>
                </a:lnTo>
                <a:lnTo>
                  <a:pt x="0" y="271"/>
                </a:lnTo>
                <a:lnTo>
                  <a:pt x="0" y="270"/>
                </a:lnTo>
                <a:lnTo>
                  <a:pt x="1" y="269"/>
                </a:lnTo>
                <a:lnTo>
                  <a:pt x="2" y="270"/>
                </a:lnTo>
                <a:lnTo>
                  <a:pt x="2" y="269"/>
                </a:lnTo>
                <a:lnTo>
                  <a:pt x="2" y="268"/>
                </a:lnTo>
                <a:lnTo>
                  <a:pt x="1" y="268"/>
                </a:lnTo>
                <a:lnTo>
                  <a:pt x="2" y="267"/>
                </a:lnTo>
                <a:lnTo>
                  <a:pt x="2" y="266"/>
                </a:lnTo>
                <a:lnTo>
                  <a:pt x="3" y="266"/>
                </a:lnTo>
                <a:lnTo>
                  <a:pt x="3" y="267"/>
                </a:lnTo>
                <a:lnTo>
                  <a:pt x="3" y="268"/>
                </a:lnTo>
                <a:lnTo>
                  <a:pt x="3" y="267"/>
                </a:lnTo>
                <a:lnTo>
                  <a:pt x="4" y="267"/>
                </a:lnTo>
                <a:lnTo>
                  <a:pt x="4" y="266"/>
                </a:lnTo>
                <a:lnTo>
                  <a:pt x="4" y="265"/>
                </a:lnTo>
                <a:lnTo>
                  <a:pt x="5" y="265"/>
                </a:lnTo>
                <a:lnTo>
                  <a:pt x="5" y="264"/>
                </a:lnTo>
                <a:lnTo>
                  <a:pt x="6" y="264"/>
                </a:lnTo>
                <a:lnTo>
                  <a:pt x="6" y="265"/>
                </a:lnTo>
                <a:lnTo>
                  <a:pt x="7" y="265"/>
                </a:lnTo>
                <a:lnTo>
                  <a:pt x="8" y="265"/>
                </a:lnTo>
                <a:lnTo>
                  <a:pt x="8" y="264"/>
                </a:lnTo>
                <a:lnTo>
                  <a:pt x="7" y="264"/>
                </a:lnTo>
                <a:lnTo>
                  <a:pt x="7" y="263"/>
                </a:lnTo>
                <a:lnTo>
                  <a:pt x="8" y="262"/>
                </a:lnTo>
                <a:lnTo>
                  <a:pt x="9" y="262"/>
                </a:lnTo>
                <a:lnTo>
                  <a:pt x="9" y="261"/>
                </a:lnTo>
                <a:lnTo>
                  <a:pt x="8" y="261"/>
                </a:lnTo>
                <a:lnTo>
                  <a:pt x="8" y="260"/>
                </a:lnTo>
                <a:lnTo>
                  <a:pt x="8" y="259"/>
                </a:lnTo>
                <a:lnTo>
                  <a:pt x="9" y="259"/>
                </a:lnTo>
                <a:lnTo>
                  <a:pt x="9" y="260"/>
                </a:lnTo>
                <a:lnTo>
                  <a:pt x="10" y="260"/>
                </a:lnTo>
                <a:lnTo>
                  <a:pt x="10" y="259"/>
                </a:lnTo>
                <a:lnTo>
                  <a:pt x="11" y="259"/>
                </a:lnTo>
                <a:lnTo>
                  <a:pt x="11" y="258"/>
                </a:lnTo>
                <a:lnTo>
                  <a:pt x="12" y="258"/>
                </a:lnTo>
                <a:lnTo>
                  <a:pt x="13" y="259"/>
                </a:lnTo>
                <a:lnTo>
                  <a:pt x="14" y="259"/>
                </a:lnTo>
                <a:lnTo>
                  <a:pt x="15" y="259"/>
                </a:lnTo>
                <a:lnTo>
                  <a:pt x="15" y="260"/>
                </a:lnTo>
                <a:lnTo>
                  <a:pt x="16" y="259"/>
                </a:lnTo>
                <a:lnTo>
                  <a:pt x="17" y="259"/>
                </a:lnTo>
                <a:lnTo>
                  <a:pt x="17" y="258"/>
                </a:lnTo>
                <a:lnTo>
                  <a:pt x="16" y="257"/>
                </a:lnTo>
                <a:lnTo>
                  <a:pt x="16" y="256"/>
                </a:lnTo>
                <a:lnTo>
                  <a:pt x="17" y="255"/>
                </a:lnTo>
                <a:lnTo>
                  <a:pt x="18" y="255"/>
                </a:lnTo>
                <a:lnTo>
                  <a:pt x="18" y="256"/>
                </a:lnTo>
                <a:lnTo>
                  <a:pt x="19" y="256"/>
                </a:lnTo>
                <a:lnTo>
                  <a:pt x="20" y="256"/>
                </a:lnTo>
                <a:lnTo>
                  <a:pt x="20" y="257"/>
                </a:lnTo>
                <a:lnTo>
                  <a:pt x="21" y="257"/>
                </a:lnTo>
                <a:lnTo>
                  <a:pt x="22" y="257"/>
                </a:lnTo>
                <a:lnTo>
                  <a:pt x="21" y="257"/>
                </a:lnTo>
                <a:lnTo>
                  <a:pt x="21" y="256"/>
                </a:lnTo>
                <a:lnTo>
                  <a:pt x="22" y="255"/>
                </a:lnTo>
                <a:lnTo>
                  <a:pt x="23" y="255"/>
                </a:lnTo>
                <a:lnTo>
                  <a:pt x="22" y="254"/>
                </a:lnTo>
                <a:lnTo>
                  <a:pt x="22" y="253"/>
                </a:lnTo>
                <a:lnTo>
                  <a:pt x="23" y="253"/>
                </a:lnTo>
                <a:lnTo>
                  <a:pt x="23" y="254"/>
                </a:lnTo>
                <a:lnTo>
                  <a:pt x="24" y="254"/>
                </a:lnTo>
                <a:lnTo>
                  <a:pt x="25" y="254"/>
                </a:lnTo>
                <a:lnTo>
                  <a:pt x="24" y="253"/>
                </a:lnTo>
                <a:lnTo>
                  <a:pt x="25" y="253"/>
                </a:lnTo>
                <a:lnTo>
                  <a:pt x="25" y="252"/>
                </a:lnTo>
                <a:lnTo>
                  <a:pt x="25" y="251"/>
                </a:lnTo>
                <a:lnTo>
                  <a:pt x="25" y="250"/>
                </a:lnTo>
                <a:lnTo>
                  <a:pt x="25" y="249"/>
                </a:lnTo>
                <a:lnTo>
                  <a:pt x="26" y="249"/>
                </a:lnTo>
                <a:lnTo>
                  <a:pt x="26" y="248"/>
                </a:lnTo>
                <a:lnTo>
                  <a:pt x="26" y="247"/>
                </a:lnTo>
                <a:lnTo>
                  <a:pt x="26" y="246"/>
                </a:lnTo>
                <a:lnTo>
                  <a:pt x="26" y="245"/>
                </a:lnTo>
                <a:lnTo>
                  <a:pt x="26" y="244"/>
                </a:lnTo>
                <a:lnTo>
                  <a:pt x="27" y="244"/>
                </a:lnTo>
                <a:lnTo>
                  <a:pt x="27" y="245"/>
                </a:lnTo>
                <a:lnTo>
                  <a:pt x="28" y="245"/>
                </a:lnTo>
                <a:lnTo>
                  <a:pt x="28" y="244"/>
                </a:lnTo>
                <a:lnTo>
                  <a:pt x="28" y="243"/>
                </a:lnTo>
                <a:lnTo>
                  <a:pt x="29" y="242"/>
                </a:lnTo>
                <a:lnTo>
                  <a:pt x="30" y="243"/>
                </a:lnTo>
                <a:lnTo>
                  <a:pt x="31" y="243"/>
                </a:lnTo>
                <a:lnTo>
                  <a:pt x="31" y="242"/>
                </a:lnTo>
                <a:lnTo>
                  <a:pt x="32" y="242"/>
                </a:lnTo>
                <a:lnTo>
                  <a:pt x="33" y="242"/>
                </a:lnTo>
                <a:lnTo>
                  <a:pt x="34" y="242"/>
                </a:lnTo>
                <a:lnTo>
                  <a:pt x="34" y="241"/>
                </a:lnTo>
                <a:lnTo>
                  <a:pt x="36" y="241"/>
                </a:lnTo>
                <a:lnTo>
                  <a:pt x="36" y="242"/>
                </a:lnTo>
                <a:lnTo>
                  <a:pt x="37" y="242"/>
                </a:lnTo>
                <a:lnTo>
                  <a:pt x="38" y="242"/>
                </a:lnTo>
                <a:lnTo>
                  <a:pt x="38" y="241"/>
                </a:lnTo>
                <a:lnTo>
                  <a:pt x="39" y="241"/>
                </a:lnTo>
                <a:lnTo>
                  <a:pt x="39" y="240"/>
                </a:lnTo>
                <a:lnTo>
                  <a:pt x="40" y="240"/>
                </a:lnTo>
                <a:lnTo>
                  <a:pt x="39" y="240"/>
                </a:lnTo>
                <a:lnTo>
                  <a:pt x="39" y="239"/>
                </a:lnTo>
                <a:lnTo>
                  <a:pt x="40" y="239"/>
                </a:lnTo>
                <a:lnTo>
                  <a:pt x="40" y="238"/>
                </a:lnTo>
                <a:lnTo>
                  <a:pt x="39" y="238"/>
                </a:lnTo>
                <a:lnTo>
                  <a:pt x="39" y="237"/>
                </a:lnTo>
                <a:lnTo>
                  <a:pt x="38" y="237"/>
                </a:lnTo>
                <a:lnTo>
                  <a:pt x="37" y="236"/>
                </a:lnTo>
                <a:lnTo>
                  <a:pt x="38" y="236"/>
                </a:lnTo>
                <a:lnTo>
                  <a:pt x="38" y="235"/>
                </a:lnTo>
                <a:lnTo>
                  <a:pt x="37" y="234"/>
                </a:lnTo>
                <a:lnTo>
                  <a:pt x="37" y="233"/>
                </a:lnTo>
                <a:lnTo>
                  <a:pt x="37" y="234"/>
                </a:lnTo>
                <a:lnTo>
                  <a:pt x="38" y="233"/>
                </a:lnTo>
                <a:lnTo>
                  <a:pt x="38" y="232"/>
                </a:lnTo>
                <a:lnTo>
                  <a:pt x="38" y="231"/>
                </a:lnTo>
                <a:lnTo>
                  <a:pt x="39" y="231"/>
                </a:lnTo>
                <a:lnTo>
                  <a:pt x="39" y="230"/>
                </a:lnTo>
                <a:lnTo>
                  <a:pt x="39" y="229"/>
                </a:lnTo>
                <a:lnTo>
                  <a:pt x="39" y="228"/>
                </a:lnTo>
                <a:lnTo>
                  <a:pt x="39" y="227"/>
                </a:lnTo>
                <a:lnTo>
                  <a:pt x="39" y="226"/>
                </a:lnTo>
                <a:lnTo>
                  <a:pt x="40" y="226"/>
                </a:lnTo>
                <a:lnTo>
                  <a:pt x="41" y="226"/>
                </a:lnTo>
                <a:lnTo>
                  <a:pt x="42" y="225"/>
                </a:lnTo>
                <a:lnTo>
                  <a:pt x="41" y="224"/>
                </a:lnTo>
                <a:lnTo>
                  <a:pt x="41" y="223"/>
                </a:lnTo>
                <a:lnTo>
                  <a:pt x="40" y="223"/>
                </a:lnTo>
                <a:lnTo>
                  <a:pt x="39" y="224"/>
                </a:lnTo>
                <a:lnTo>
                  <a:pt x="39" y="223"/>
                </a:lnTo>
                <a:lnTo>
                  <a:pt x="39" y="222"/>
                </a:lnTo>
                <a:lnTo>
                  <a:pt x="38" y="222"/>
                </a:lnTo>
                <a:lnTo>
                  <a:pt x="37" y="222"/>
                </a:lnTo>
                <a:lnTo>
                  <a:pt x="35" y="222"/>
                </a:lnTo>
                <a:lnTo>
                  <a:pt x="35" y="221"/>
                </a:lnTo>
                <a:lnTo>
                  <a:pt x="34" y="220"/>
                </a:lnTo>
                <a:lnTo>
                  <a:pt x="34" y="219"/>
                </a:lnTo>
                <a:lnTo>
                  <a:pt x="33" y="219"/>
                </a:lnTo>
                <a:lnTo>
                  <a:pt x="31" y="219"/>
                </a:lnTo>
                <a:lnTo>
                  <a:pt x="31" y="218"/>
                </a:lnTo>
                <a:lnTo>
                  <a:pt x="31" y="217"/>
                </a:lnTo>
                <a:lnTo>
                  <a:pt x="31" y="216"/>
                </a:lnTo>
                <a:lnTo>
                  <a:pt x="30" y="215"/>
                </a:lnTo>
                <a:lnTo>
                  <a:pt x="28" y="215"/>
                </a:lnTo>
                <a:lnTo>
                  <a:pt x="27" y="215"/>
                </a:lnTo>
                <a:lnTo>
                  <a:pt x="27" y="214"/>
                </a:lnTo>
                <a:lnTo>
                  <a:pt x="26" y="214"/>
                </a:lnTo>
                <a:lnTo>
                  <a:pt x="26" y="213"/>
                </a:lnTo>
                <a:lnTo>
                  <a:pt x="25" y="213"/>
                </a:lnTo>
                <a:lnTo>
                  <a:pt x="25" y="212"/>
                </a:lnTo>
                <a:lnTo>
                  <a:pt x="26" y="211"/>
                </a:lnTo>
                <a:lnTo>
                  <a:pt x="27" y="211"/>
                </a:lnTo>
                <a:lnTo>
                  <a:pt x="27" y="210"/>
                </a:lnTo>
                <a:lnTo>
                  <a:pt x="26" y="209"/>
                </a:lnTo>
                <a:lnTo>
                  <a:pt x="25" y="210"/>
                </a:lnTo>
                <a:lnTo>
                  <a:pt x="24" y="210"/>
                </a:lnTo>
                <a:lnTo>
                  <a:pt x="24" y="211"/>
                </a:lnTo>
                <a:lnTo>
                  <a:pt x="23" y="211"/>
                </a:lnTo>
                <a:lnTo>
                  <a:pt x="22" y="210"/>
                </a:lnTo>
                <a:lnTo>
                  <a:pt x="22" y="209"/>
                </a:lnTo>
                <a:lnTo>
                  <a:pt x="22" y="208"/>
                </a:lnTo>
                <a:lnTo>
                  <a:pt x="23" y="208"/>
                </a:lnTo>
                <a:lnTo>
                  <a:pt x="24" y="208"/>
                </a:lnTo>
                <a:lnTo>
                  <a:pt x="24" y="207"/>
                </a:lnTo>
                <a:lnTo>
                  <a:pt x="25" y="207"/>
                </a:lnTo>
                <a:lnTo>
                  <a:pt x="25" y="208"/>
                </a:lnTo>
                <a:lnTo>
                  <a:pt x="26" y="208"/>
                </a:lnTo>
                <a:lnTo>
                  <a:pt x="27" y="207"/>
                </a:lnTo>
                <a:lnTo>
                  <a:pt x="27" y="208"/>
                </a:lnTo>
                <a:lnTo>
                  <a:pt x="28" y="208"/>
                </a:lnTo>
                <a:lnTo>
                  <a:pt x="29" y="208"/>
                </a:lnTo>
                <a:lnTo>
                  <a:pt x="29" y="207"/>
                </a:lnTo>
                <a:lnTo>
                  <a:pt x="30" y="207"/>
                </a:lnTo>
                <a:lnTo>
                  <a:pt x="31" y="207"/>
                </a:lnTo>
                <a:lnTo>
                  <a:pt x="31" y="206"/>
                </a:lnTo>
                <a:lnTo>
                  <a:pt x="31" y="205"/>
                </a:lnTo>
                <a:lnTo>
                  <a:pt x="32" y="205"/>
                </a:lnTo>
                <a:lnTo>
                  <a:pt x="33" y="205"/>
                </a:lnTo>
                <a:lnTo>
                  <a:pt x="33" y="204"/>
                </a:lnTo>
                <a:lnTo>
                  <a:pt x="33" y="203"/>
                </a:lnTo>
                <a:lnTo>
                  <a:pt x="32" y="203"/>
                </a:lnTo>
                <a:lnTo>
                  <a:pt x="32" y="204"/>
                </a:lnTo>
                <a:lnTo>
                  <a:pt x="31" y="204"/>
                </a:lnTo>
                <a:lnTo>
                  <a:pt x="29" y="202"/>
                </a:lnTo>
                <a:lnTo>
                  <a:pt x="29" y="201"/>
                </a:lnTo>
                <a:lnTo>
                  <a:pt x="29" y="200"/>
                </a:lnTo>
                <a:lnTo>
                  <a:pt x="30" y="198"/>
                </a:lnTo>
                <a:lnTo>
                  <a:pt x="31" y="198"/>
                </a:lnTo>
                <a:lnTo>
                  <a:pt x="32" y="198"/>
                </a:lnTo>
                <a:lnTo>
                  <a:pt x="32" y="199"/>
                </a:lnTo>
                <a:lnTo>
                  <a:pt x="33" y="199"/>
                </a:lnTo>
                <a:lnTo>
                  <a:pt x="34" y="199"/>
                </a:lnTo>
                <a:lnTo>
                  <a:pt x="34" y="200"/>
                </a:lnTo>
                <a:lnTo>
                  <a:pt x="35" y="200"/>
                </a:lnTo>
                <a:lnTo>
                  <a:pt x="36" y="200"/>
                </a:lnTo>
                <a:lnTo>
                  <a:pt x="37" y="200"/>
                </a:lnTo>
                <a:lnTo>
                  <a:pt x="38" y="200"/>
                </a:lnTo>
                <a:lnTo>
                  <a:pt x="39" y="200"/>
                </a:lnTo>
                <a:lnTo>
                  <a:pt x="38" y="199"/>
                </a:lnTo>
                <a:lnTo>
                  <a:pt x="39" y="199"/>
                </a:lnTo>
                <a:lnTo>
                  <a:pt x="40" y="198"/>
                </a:lnTo>
                <a:lnTo>
                  <a:pt x="39" y="198"/>
                </a:lnTo>
                <a:lnTo>
                  <a:pt x="38" y="197"/>
                </a:lnTo>
                <a:lnTo>
                  <a:pt x="37" y="195"/>
                </a:lnTo>
                <a:lnTo>
                  <a:pt x="38" y="194"/>
                </a:lnTo>
                <a:lnTo>
                  <a:pt x="38" y="193"/>
                </a:lnTo>
                <a:lnTo>
                  <a:pt x="39" y="193"/>
                </a:lnTo>
                <a:lnTo>
                  <a:pt x="39" y="194"/>
                </a:lnTo>
                <a:lnTo>
                  <a:pt x="39" y="193"/>
                </a:lnTo>
                <a:lnTo>
                  <a:pt x="40" y="193"/>
                </a:lnTo>
                <a:lnTo>
                  <a:pt x="40" y="194"/>
                </a:lnTo>
                <a:lnTo>
                  <a:pt x="40" y="193"/>
                </a:lnTo>
                <a:lnTo>
                  <a:pt x="40" y="192"/>
                </a:lnTo>
                <a:lnTo>
                  <a:pt x="39" y="192"/>
                </a:lnTo>
                <a:lnTo>
                  <a:pt x="40" y="192"/>
                </a:lnTo>
                <a:lnTo>
                  <a:pt x="40" y="191"/>
                </a:lnTo>
                <a:lnTo>
                  <a:pt x="41" y="191"/>
                </a:lnTo>
                <a:lnTo>
                  <a:pt x="42" y="191"/>
                </a:lnTo>
                <a:lnTo>
                  <a:pt x="41" y="190"/>
                </a:lnTo>
                <a:lnTo>
                  <a:pt x="41" y="189"/>
                </a:lnTo>
                <a:lnTo>
                  <a:pt x="42" y="189"/>
                </a:lnTo>
                <a:lnTo>
                  <a:pt x="42" y="188"/>
                </a:lnTo>
                <a:lnTo>
                  <a:pt x="43" y="188"/>
                </a:lnTo>
                <a:lnTo>
                  <a:pt x="43" y="187"/>
                </a:lnTo>
                <a:lnTo>
                  <a:pt x="42" y="187"/>
                </a:lnTo>
                <a:lnTo>
                  <a:pt x="42" y="186"/>
                </a:lnTo>
                <a:lnTo>
                  <a:pt x="42" y="185"/>
                </a:lnTo>
                <a:lnTo>
                  <a:pt x="43" y="185"/>
                </a:lnTo>
                <a:lnTo>
                  <a:pt x="43" y="184"/>
                </a:lnTo>
                <a:lnTo>
                  <a:pt x="44" y="184"/>
                </a:lnTo>
                <a:lnTo>
                  <a:pt x="45" y="184"/>
                </a:lnTo>
                <a:lnTo>
                  <a:pt x="45" y="183"/>
                </a:lnTo>
                <a:lnTo>
                  <a:pt x="45" y="182"/>
                </a:lnTo>
                <a:lnTo>
                  <a:pt x="46" y="182"/>
                </a:lnTo>
                <a:lnTo>
                  <a:pt x="47" y="181"/>
                </a:lnTo>
                <a:lnTo>
                  <a:pt x="48" y="181"/>
                </a:lnTo>
                <a:lnTo>
                  <a:pt x="48" y="182"/>
                </a:lnTo>
                <a:lnTo>
                  <a:pt x="48" y="183"/>
                </a:lnTo>
                <a:lnTo>
                  <a:pt x="49" y="183"/>
                </a:lnTo>
                <a:lnTo>
                  <a:pt x="49" y="184"/>
                </a:lnTo>
                <a:lnTo>
                  <a:pt x="49" y="185"/>
                </a:lnTo>
                <a:lnTo>
                  <a:pt x="49" y="186"/>
                </a:lnTo>
                <a:lnTo>
                  <a:pt x="50" y="186"/>
                </a:lnTo>
                <a:lnTo>
                  <a:pt x="51" y="185"/>
                </a:lnTo>
                <a:lnTo>
                  <a:pt x="51" y="184"/>
                </a:lnTo>
                <a:lnTo>
                  <a:pt x="52" y="185"/>
                </a:lnTo>
                <a:lnTo>
                  <a:pt x="52" y="186"/>
                </a:lnTo>
                <a:lnTo>
                  <a:pt x="52" y="187"/>
                </a:lnTo>
                <a:lnTo>
                  <a:pt x="53" y="187"/>
                </a:lnTo>
                <a:lnTo>
                  <a:pt x="53" y="186"/>
                </a:lnTo>
                <a:lnTo>
                  <a:pt x="53" y="185"/>
                </a:lnTo>
                <a:lnTo>
                  <a:pt x="54" y="184"/>
                </a:lnTo>
                <a:lnTo>
                  <a:pt x="54" y="185"/>
                </a:lnTo>
                <a:lnTo>
                  <a:pt x="55" y="185"/>
                </a:lnTo>
                <a:lnTo>
                  <a:pt x="55" y="184"/>
                </a:lnTo>
                <a:lnTo>
                  <a:pt x="55" y="185"/>
                </a:lnTo>
                <a:lnTo>
                  <a:pt x="55" y="186"/>
                </a:lnTo>
                <a:lnTo>
                  <a:pt x="54" y="185"/>
                </a:lnTo>
                <a:lnTo>
                  <a:pt x="54" y="186"/>
                </a:lnTo>
                <a:lnTo>
                  <a:pt x="55" y="187"/>
                </a:lnTo>
                <a:lnTo>
                  <a:pt x="55" y="186"/>
                </a:lnTo>
                <a:lnTo>
                  <a:pt x="56" y="186"/>
                </a:lnTo>
                <a:lnTo>
                  <a:pt x="57" y="186"/>
                </a:lnTo>
                <a:lnTo>
                  <a:pt x="57" y="187"/>
                </a:lnTo>
                <a:lnTo>
                  <a:pt x="58" y="187"/>
                </a:lnTo>
                <a:lnTo>
                  <a:pt x="58" y="188"/>
                </a:lnTo>
                <a:lnTo>
                  <a:pt x="59" y="188"/>
                </a:lnTo>
                <a:lnTo>
                  <a:pt x="60" y="188"/>
                </a:lnTo>
                <a:lnTo>
                  <a:pt x="61" y="188"/>
                </a:lnTo>
                <a:lnTo>
                  <a:pt x="62" y="188"/>
                </a:lnTo>
                <a:lnTo>
                  <a:pt x="63" y="187"/>
                </a:lnTo>
                <a:lnTo>
                  <a:pt x="63" y="188"/>
                </a:lnTo>
                <a:lnTo>
                  <a:pt x="62" y="188"/>
                </a:lnTo>
                <a:lnTo>
                  <a:pt x="63" y="188"/>
                </a:lnTo>
                <a:lnTo>
                  <a:pt x="63" y="189"/>
                </a:lnTo>
                <a:lnTo>
                  <a:pt x="63" y="188"/>
                </a:lnTo>
                <a:lnTo>
                  <a:pt x="63" y="189"/>
                </a:lnTo>
                <a:lnTo>
                  <a:pt x="63" y="188"/>
                </a:lnTo>
                <a:lnTo>
                  <a:pt x="64" y="188"/>
                </a:lnTo>
                <a:lnTo>
                  <a:pt x="66" y="188"/>
                </a:lnTo>
                <a:lnTo>
                  <a:pt x="67" y="189"/>
                </a:lnTo>
                <a:lnTo>
                  <a:pt x="67" y="190"/>
                </a:lnTo>
                <a:lnTo>
                  <a:pt x="68" y="190"/>
                </a:lnTo>
                <a:lnTo>
                  <a:pt x="68" y="191"/>
                </a:lnTo>
                <a:lnTo>
                  <a:pt x="69" y="191"/>
                </a:lnTo>
                <a:lnTo>
                  <a:pt x="70" y="191"/>
                </a:lnTo>
                <a:lnTo>
                  <a:pt x="70" y="192"/>
                </a:lnTo>
                <a:lnTo>
                  <a:pt x="70" y="191"/>
                </a:lnTo>
                <a:lnTo>
                  <a:pt x="71" y="191"/>
                </a:lnTo>
                <a:lnTo>
                  <a:pt x="72" y="191"/>
                </a:lnTo>
                <a:lnTo>
                  <a:pt x="72" y="192"/>
                </a:lnTo>
                <a:lnTo>
                  <a:pt x="72" y="193"/>
                </a:lnTo>
                <a:lnTo>
                  <a:pt x="73" y="193"/>
                </a:lnTo>
                <a:lnTo>
                  <a:pt x="73" y="194"/>
                </a:lnTo>
                <a:lnTo>
                  <a:pt x="74" y="194"/>
                </a:lnTo>
                <a:lnTo>
                  <a:pt x="75" y="194"/>
                </a:lnTo>
                <a:lnTo>
                  <a:pt x="74" y="195"/>
                </a:lnTo>
                <a:lnTo>
                  <a:pt x="75" y="195"/>
                </a:lnTo>
                <a:lnTo>
                  <a:pt x="76" y="195"/>
                </a:lnTo>
                <a:lnTo>
                  <a:pt x="75" y="195"/>
                </a:lnTo>
                <a:lnTo>
                  <a:pt x="75" y="194"/>
                </a:lnTo>
                <a:lnTo>
                  <a:pt x="75" y="193"/>
                </a:lnTo>
                <a:lnTo>
                  <a:pt x="76" y="194"/>
                </a:lnTo>
                <a:lnTo>
                  <a:pt x="75" y="194"/>
                </a:lnTo>
                <a:lnTo>
                  <a:pt x="76" y="194"/>
                </a:lnTo>
                <a:lnTo>
                  <a:pt x="77" y="194"/>
                </a:lnTo>
                <a:lnTo>
                  <a:pt x="78" y="194"/>
                </a:lnTo>
                <a:lnTo>
                  <a:pt x="78" y="195"/>
                </a:lnTo>
                <a:lnTo>
                  <a:pt x="79" y="195"/>
                </a:lnTo>
                <a:lnTo>
                  <a:pt x="79" y="196"/>
                </a:lnTo>
                <a:lnTo>
                  <a:pt x="79" y="197"/>
                </a:lnTo>
                <a:lnTo>
                  <a:pt x="79" y="198"/>
                </a:lnTo>
                <a:lnTo>
                  <a:pt x="80" y="198"/>
                </a:lnTo>
                <a:lnTo>
                  <a:pt x="80" y="199"/>
                </a:lnTo>
                <a:lnTo>
                  <a:pt x="79" y="200"/>
                </a:lnTo>
                <a:lnTo>
                  <a:pt x="79" y="201"/>
                </a:lnTo>
                <a:lnTo>
                  <a:pt x="80" y="202"/>
                </a:lnTo>
                <a:lnTo>
                  <a:pt x="80" y="203"/>
                </a:lnTo>
                <a:lnTo>
                  <a:pt x="81" y="202"/>
                </a:lnTo>
                <a:lnTo>
                  <a:pt x="82" y="202"/>
                </a:lnTo>
                <a:lnTo>
                  <a:pt x="82" y="203"/>
                </a:lnTo>
                <a:lnTo>
                  <a:pt x="81" y="204"/>
                </a:lnTo>
                <a:lnTo>
                  <a:pt x="82" y="205"/>
                </a:lnTo>
                <a:lnTo>
                  <a:pt x="83" y="205"/>
                </a:lnTo>
                <a:lnTo>
                  <a:pt x="83" y="206"/>
                </a:lnTo>
                <a:lnTo>
                  <a:pt x="83" y="205"/>
                </a:lnTo>
                <a:lnTo>
                  <a:pt x="84" y="205"/>
                </a:lnTo>
                <a:lnTo>
                  <a:pt x="84" y="204"/>
                </a:lnTo>
                <a:lnTo>
                  <a:pt x="84" y="205"/>
                </a:lnTo>
                <a:lnTo>
                  <a:pt x="85" y="205"/>
                </a:lnTo>
                <a:lnTo>
                  <a:pt x="85" y="206"/>
                </a:lnTo>
                <a:lnTo>
                  <a:pt x="85" y="207"/>
                </a:lnTo>
                <a:lnTo>
                  <a:pt x="85" y="208"/>
                </a:lnTo>
                <a:lnTo>
                  <a:pt x="86" y="208"/>
                </a:lnTo>
                <a:lnTo>
                  <a:pt x="86" y="207"/>
                </a:lnTo>
                <a:lnTo>
                  <a:pt x="86" y="206"/>
                </a:lnTo>
                <a:lnTo>
                  <a:pt x="87" y="206"/>
                </a:lnTo>
                <a:lnTo>
                  <a:pt x="87" y="207"/>
                </a:lnTo>
                <a:lnTo>
                  <a:pt x="88" y="207"/>
                </a:lnTo>
                <a:lnTo>
                  <a:pt x="88" y="205"/>
                </a:lnTo>
                <a:lnTo>
                  <a:pt x="87" y="205"/>
                </a:lnTo>
                <a:lnTo>
                  <a:pt x="87" y="204"/>
                </a:lnTo>
                <a:lnTo>
                  <a:pt x="88" y="205"/>
                </a:lnTo>
                <a:lnTo>
                  <a:pt x="89" y="205"/>
                </a:lnTo>
                <a:lnTo>
                  <a:pt x="88" y="206"/>
                </a:lnTo>
                <a:lnTo>
                  <a:pt x="89" y="206"/>
                </a:lnTo>
                <a:lnTo>
                  <a:pt x="90" y="205"/>
                </a:lnTo>
                <a:lnTo>
                  <a:pt x="90" y="204"/>
                </a:lnTo>
                <a:lnTo>
                  <a:pt x="90" y="203"/>
                </a:lnTo>
                <a:lnTo>
                  <a:pt x="91" y="203"/>
                </a:lnTo>
                <a:lnTo>
                  <a:pt x="91" y="202"/>
                </a:lnTo>
                <a:lnTo>
                  <a:pt x="90" y="202"/>
                </a:lnTo>
                <a:lnTo>
                  <a:pt x="91" y="202"/>
                </a:lnTo>
                <a:lnTo>
                  <a:pt x="92" y="202"/>
                </a:lnTo>
                <a:lnTo>
                  <a:pt x="92" y="203"/>
                </a:lnTo>
                <a:lnTo>
                  <a:pt x="93" y="203"/>
                </a:lnTo>
                <a:lnTo>
                  <a:pt x="94" y="203"/>
                </a:lnTo>
                <a:lnTo>
                  <a:pt x="94" y="202"/>
                </a:lnTo>
                <a:lnTo>
                  <a:pt x="95" y="201"/>
                </a:lnTo>
                <a:lnTo>
                  <a:pt x="96" y="201"/>
                </a:lnTo>
                <a:lnTo>
                  <a:pt x="97" y="201"/>
                </a:lnTo>
                <a:lnTo>
                  <a:pt x="98" y="201"/>
                </a:lnTo>
                <a:lnTo>
                  <a:pt x="99" y="201"/>
                </a:lnTo>
                <a:lnTo>
                  <a:pt x="98" y="201"/>
                </a:lnTo>
                <a:lnTo>
                  <a:pt x="98" y="200"/>
                </a:lnTo>
                <a:lnTo>
                  <a:pt x="99" y="200"/>
                </a:lnTo>
                <a:lnTo>
                  <a:pt x="99" y="201"/>
                </a:lnTo>
                <a:lnTo>
                  <a:pt x="100" y="201"/>
                </a:lnTo>
                <a:lnTo>
                  <a:pt x="101" y="201"/>
                </a:lnTo>
                <a:lnTo>
                  <a:pt x="102" y="200"/>
                </a:lnTo>
                <a:lnTo>
                  <a:pt x="102" y="199"/>
                </a:lnTo>
                <a:lnTo>
                  <a:pt x="101" y="199"/>
                </a:lnTo>
                <a:lnTo>
                  <a:pt x="101" y="198"/>
                </a:lnTo>
                <a:lnTo>
                  <a:pt x="100" y="198"/>
                </a:lnTo>
                <a:lnTo>
                  <a:pt x="101" y="198"/>
                </a:lnTo>
                <a:lnTo>
                  <a:pt x="103" y="198"/>
                </a:lnTo>
                <a:lnTo>
                  <a:pt x="103" y="197"/>
                </a:lnTo>
                <a:lnTo>
                  <a:pt x="102" y="197"/>
                </a:lnTo>
                <a:lnTo>
                  <a:pt x="102" y="196"/>
                </a:lnTo>
                <a:lnTo>
                  <a:pt x="103" y="196"/>
                </a:lnTo>
                <a:lnTo>
                  <a:pt x="103" y="197"/>
                </a:lnTo>
                <a:lnTo>
                  <a:pt x="104" y="196"/>
                </a:lnTo>
                <a:lnTo>
                  <a:pt x="103" y="195"/>
                </a:lnTo>
                <a:lnTo>
                  <a:pt x="104" y="195"/>
                </a:lnTo>
                <a:lnTo>
                  <a:pt x="105" y="195"/>
                </a:lnTo>
                <a:lnTo>
                  <a:pt x="104" y="195"/>
                </a:lnTo>
                <a:lnTo>
                  <a:pt x="104" y="196"/>
                </a:lnTo>
                <a:lnTo>
                  <a:pt x="105" y="196"/>
                </a:lnTo>
                <a:lnTo>
                  <a:pt x="105" y="195"/>
                </a:lnTo>
                <a:lnTo>
                  <a:pt x="105" y="196"/>
                </a:lnTo>
                <a:lnTo>
                  <a:pt x="106" y="196"/>
                </a:lnTo>
                <a:lnTo>
                  <a:pt x="106" y="195"/>
                </a:lnTo>
                <a:lnTo>
                  <a:pt x="107" y="195"/>
                </a:lnTo>
                <a:lnTo>
                  <a:pt x="108" y="196"/>
                </a:lnTo>
                <a:lnTo>
                  <a:pt x="109" y="196"/>
                </a:lnTo>
                <a:lnTo>
                  <a:pt x="109" y="197"/>
                </a:lnTo>
                <a:lnTo>
                  <a:pt x="110" y="197"/>
                </a:lnTo>
                <a:lnTo>
                  <a:pt x="109" y="196"/>
                </a:lnTo>
                <a:lnTo>
                  <a:pt x="110" y="196"/>
                </a:lnTo>
                <a:lnTo>
                  <a:pt x="110" y="195"/>
                </a:lnTo>
                <a:lnTo>
                  <a:pt x="111" y="195"/>
                </a:lnTo>
                <a:lnTo>
                  <a:pt x="112" y="195"/>
                </a:lnTo>
                <a:lnTo>
                  <a:pt x="112" y="196"/>
                </a:lnTo>
                <a:lnTo>
                  <a:pt x="113" y="196"/>
                </a:lnTo>
                <a:lnTo>
                  <a:pt x="113" y="195"/>
                </a:lnTo>
                <a:lnTo>
                  <a:pt x="113" y="194"/>
                </a:lnTo>
                <a:lnTo>
                  <a:pt x="114" y="194"/>
                </a:lnTo>
                <a:lnTo>
                  <a:pt x="115" y="195"/>
                </a:lnTo>
                <a:lnTo>
                  <a:pt x="116" y="195"/>
                </a:lnTo>
                <a:lnTo>
                  <a:pt x="116" y="196"/>
                </a:lnTo>
                <a:lnTo>
                  <a:pt x="117" y="196"/>
                </a:lnTo>
                <a:lnTo>
                  <a:pt x="118" y="196"/>
                </a:lnTo>
                <a:lnTo>
                  <a:pt x="119" y="196"/>
                </a:lnTo>
                <a:lnTo>
                  <a:pt x="119" y="197"/>
                </a:lnTo>
                <a:lnTo>
                  <a:pt x="120" y="197"/>
                </a:lnTo>
                <a:lnTo>
                  <a:pt x="120" y="198"/>
                </a:lnTo>
                <a:lnTo>
                  <a:pt x="120" y="199"/>
                </a:lnTo>
                <a:lnTo>
                  <a:pt x="121" y="199"/>
                </a:lnTo>
                <a:lnTo>
                  <a:pt x="121" y="200"/>
                </a:lnTo>
                <a:lnTo>
                  <a:pt x="121" y="201"/>
                </a:lnTo>
                <a:lnTo>
                  <a:pt x="120" y="201"/>
                </a:lnTo>
                <a:lnTo>
                  <a:pt x="119" y="202"/>
                </a:lnTo>
                <a:lnTo>
                  <a:pt x="118" y="202"/>
                </a:lnTo>
                <a:lnTo>
                  <a:pt x="118" y="203"/>
                </a:lnTo>
                <a:lnTo>
                  <a:pt x="119" y="203"/>
                </a:lnTo>
                <a:lnTo>
                  <a:pt x="120" y="203"/>
                </a:lnTo>
                <a:lnTo>
                  <a:pt x="120" y="204"/>
                </a:lnTo>
                <a:lnTo>
                  <a:pt x="120" y="205"/>
                </a:lnTo>
                <a:lnTo>
                  <a:pt x="120" y="206"/>
                </a:lnTo>
                <a:lnTo>
                  <a:pt x="121" y="206"/>
                </a:lnTo>
                <a:lnTo>
                  <a:pt x="122" y="207"/>
                </a:lnTo>
                <a:lnTo>
                  <a:pt x="121" y="207"/>
                </a:lnTo>
                <a:lnTo>
                  <a:pt x="121" y="208"/>
                </a:lnTo>
                <a:lnTo>
                  <a:pt x="122" y="208"/>
                </a:lnTo>
                <a:lnTo>
                  <a:pt x="123" y="209"/>
                </a:lnTo>
                <a:lnTo>
                  <a:pt x="123" y="210"/>
                </a:lnTo>
                <a:lnTo>
                  <a:pt x="124" y="210"/>
                </a:lnTo>
                <a:lnTo>
                  <a:pt x="124" y="211"/>
                </a:lnTo>
                <a:lnTo>
                  <a:pt x="124" y="213"/>
                </a:lnTo>
                <a:lnTo>
                  <a:pt x="124" y="214"/>
                </a:lnTo>
                <a:lnTo>
                  <a:pt x="125" y="214"/>
                </a:lnTo>
                <a:lnTo>
                  <a:pt x="125" y="213"/>
                </a:lnTo>
                <a:lnTo>
                  <a:pt x="126" y="213"/>
                </a:lnTo>
                <a:lnTo>
                  <a:pt x="126" y="214"/>
                </a:lnTo>
                <a:lnTo>
                  <a:pt x="127" y="214"/>
                </a:lnTo>
                <a:lnTo>
                  <a:pt x="127" y="215"/>
                </a:lnTo>
                <a:lnTo>
                  <a:pt x="127" y="216"/>
                </a:lnTo>
                <a:lnTo>
                  <a:pt x="127" y="217"/>
                </a:lnTo>
                <a:lnTo>
                  <a:pt x="127" y="218"/>
                </a:lnTo>
                <a:lnTo>
                  <a:pt x="126" y="218"/>
                </a:lnTo>
                <a:lnTo>
                  <a:pt x="126" y="219"/>
                </a:lnTo>
                <a:lnTo>
                  <a:pt x="127" y="219"/>
                </a:lnTo>
                <a:lnTo>
                  <a:pt x="128" y="219"/>
                </a:lnTo>
                <a:lnTo>
                  <a:pt x="129" y="220"/>
                </a:lnTo>
                <a:lnTo>
                  <a:pt x="129" y="221"/>
                </a:lnTo>
                <a:lnTo>
                  <a:pt x="129" y="222"/>
                </a:lnTo>
                <a:lnTo>
                  <a:pt x="129" y="223"/>
                </a:lnTo>
                <a:lnTo>
                  <a:pt x="130" y="223"/>
                </a:lnTo>
                <a:lnTo>
                  <a:pt x="130" y="224"/>
                </a:lnTo>
                <a:lnTo>
                  <a:pt x="131" y="224"/>
                </a:lnTo>
                <a:lnTo>
                  <a:pt x="133" y="225"/>
                </a:lnTo>
                <a:lnTo>
                  <a:pt x="134" y="224"/>
                </a:lnTo>
                <a:lnTo>
                  <a:pt x="135" y="224"/>
                </a:lnTo>
                <a:lnTo>
                  <a:pt x="136" y="223"/>
                </a:lnTo>
                <a:lnTo>
                  <a:pt x="137" y="223"/>
                </a:lnTo>
                <a:lnTo>
                  <a:pt x="138" y="223"/>
                </a:lnTo>
                <a:lnTo>
                  <a:pt x="139" y="222"/>
                </a:lnTo>
                <a:lnTo>
                  <a:pt x="139" y="221"/>
                </a:lnTo>
                <a:lnTo>
                  <a:pt x="140" y="222"/>
                </a:lnTo>
                <a:lnTo>
                  <a:pt x="141" y="223"/>
                </a:lnTo>
                <a:lnTo>
                  <a:pt x="143" y="223"/>
                </a:lnTo>
                <a:lnTo>
                  <a:pt x="144" y="223"/>
                </a:lnTo>
                <a:lnTo>
                  <a:pt x="145" y="223"/>
                </a:lnTo>
                <a:lnTo>
                  <a:pt x="145" y="224"/>
                </a:lnTo>
                <a:lnTo>
                  <a:pt x="146" y="224"/>
                </a:lnTo>
                <a:lnTo>
                  <a:pt x="147" y="223"/>
                </a:lnTo>
                <a:lnTo>
                  <a:pt x="147" y="222"/>
                </a:lnTo>
                <a:lnTo>
                  <a:pt x="148" y="222"/>
                </a:lnTo>
                <a:lnTo>
                  <a:pt x="149" y="222"/>
                </a:lnTo>
                <a:lnTo>
                  <a:pt x="150" y="221"/>
                </a:lnTo>
                <a:lnTo>
                  <a:pt x="150" y="220"/>
                </a:lnTo>
                <a:lnTo>
                  <a:pt x="149" y="220"/>
                </a:lnTo>
                <a:lnTo>
                  <a:pt x="150" y="219"/>
                </a:lnTo>
                <a:lnTo>
                  <a:pt x="151" y="218"/>
                </a:lnTo>
                <a:lnTo>
                  <a:pt x="152" y="217"/>
                </a:lnTo>
                <a:lnTo>
                  <a:pt x="152" y="218"/>
                </a:lnTo>
                <a:lnTo>
                  <a:pt x="153" y="219"/>
                </a:lnTo>
                <a:lnTo>
                  <a:pt x="153" y="220"/>
                </a:lnTo>
                <a:lnTo>
                  <a:pt x="154" y="221"/>
                </a:lnTo>
                <a:lnTo>
                  <a:pt x="155" y="221"/>
                </a:lnTo>
                <a:lnTo>
                  <a:pt x="155" y="222"/>
                </a:lnTo>
                <a:lnTo>
                  <a:pt x="156" y="223"/>
                </a:lnTo>
                <a:lnTo>
                  <a:pt x="157" y="223"/>
                </a:lnTo>
                <a:lnTo>
                  <a:pt x="158" y="223"/>
                </a:lnTo>
                <a:lnTo>
                  <a:pt x="157" y="222"/>
                </a:lnTo>
                <a:lnTo>
                  <a:pt x="157" y="221"/>
                </a:lnTo>
                <a:lnTo>
                  <a:pt x="157" y="220"/>
                </a:lnTo>
                <a:lnTo>
                  <a:pt x="158" y="221"/>
                </a:lnTo>
                <a:lnTo>
                  <a:pt x="158" y="222"/>
                </a:lnTo>
                <a:lnTo>
                  <a:pt x="159" y="222"/>
                </a:lnTo>
                <a:lnTo>
                  <a:pt x="160" y="222"/>
                </a:lnTo>
                <a:lnTo>
                  <a:pt x="160" y="221"/>
                </a:lnTo>
                <a:lnTo>
                  <a:pt x="161" y="220"/>
                </a:lnTo>
                <a:lnTo>
                  <a:pt x="161" y="219"/>
                </a:lnTo>
                <a:lnTo>
                  <a:pt x="160" y="218"/>
                </a:lnTo>
                <a:lnTo>
                  <a:pt x="161" y="216"/>
                </a:lnTo>
                <a:lnTo>
                  <a:pt x="162" y="217"/>
                </a:lnTo>
                <a:lnTo>
                  <a:pt x="163" y="217"/>
                </a:lnTo>
                <a:lnTo>
                  <a:pt x="163" y="216"/>
                </a:lnTo>
                <a:lnTo>
                  <a:pt x="163" y="215"/>
                </a:lnTo>
                <a:lnTo>
                  <a:pt x="163" y="214"/>
                </a:lnTo>
                <a:lnTo>
                  <a:pt x="164" y="214"/>
                </a:lnTo>
                <a:lnTo>
                  <a:pt x="165" y="214"/>
                </a:lnTo>
                <a:lnTo>
                  <a:pt x="166" y="214"/>
                </a:lnTo>
                <a:lnTo>
                  <a:pt x="166" y="213"/>
                </a:lnTo>
                <a:lnTo>
                  <a:pt x="167" y="212"/>
                </a:lnTo>
                <a:lnTo>
                  <a:pt x="167" y="211"/>
                </a:lnTo>
                <a:lnTo>
                  <a:pt x="170" y="208"/>
                </a:lnTo>
                <a:lnTo>
                  <a:pt x="171" y="207"/>
                </a:lnTo>
                <a:lnTo>
                  <a:pt x="172" y="206"/>
                </a:lnTo>
                <a:lnTo>
                  <a:pt x="173" y="204"/>
                </a:lnTo>
                <a:lnTo>
                  <a:pt x="174" y="204"/>
                </a:lnTo>
                <a:lnTo>
                  <a:pt x="174" y="203"/>
                </a:lnTo>
                <a:lnTo>
                  <a:pt x="175" y="202"/>
                </a:lnTo>
                <a:lnTo>
                  <a:pt x="176" y="200"/>
                </a:lnTo>
                <a:lnTo>
                  <a:pt x="177" y="199"/>
                </a:lnTo>
                <a:lnTo>
                  <a:pt x="177" y="198"/>
                </a:lnTo>
                <a:lnTo>
                  <a:pt x="177" y="197"/>
                </a:lnTo>
                <a:lnTo>
                  <a:pt x="178" y="196"/>
                </a:lnTo>
                <a:lnTo>
                  <a:pt x="178" y="195"/>
                </a:lnTo>
                <a:lnTo>
                  <a:pt x="178" y="194"/>
                </a:lnTo>
                <a:lnTo>
                  <a:pt x="179" y="194"/>
                </a:lnTo>
                <a:lnTo>
                  <a:pt x="179" y="193"/>
                </a:lnTo>
                <a:lnTo>
                  <a:pt x="179" y="192"/>
                </a:lnTo>
                <a:lnTo>
                  <a:pt x="180" y="191"/>
                </a:lnTo>
                <a:lnTo>
                  <a:pt x="181" y="190"/>
                </a:lnTo>
                <a:lnTo>
                  <a:pt x="182" y="190"/>
                </a:lnTo>
                <a:lnTo>
                  <a:pt x="182" y="189"/>
                </a:lnTo>
                <a:lnTo>
                  <a:pt x="183" y="188"/>
                </a:lnTo>
                <a:lnTo>
                  <a:pt x="184" y="188"/>
                </a:lnTo>
                <a:lnTo>
                  <a:pt x="184" y="187"/>
                </a:lnTo>
                <a:lnTo>
                  <a:pt x="184" y="186"/>
                </a:lnTo>
                <a:lnTo>
                  <a:pt x="185" y="185"/>
                </a:lnTo>
                <a:lnTo>
                  <a:pt x="185" y="184"/>
                </a:lnTo>
                <a:lnTo>
                  <a:pt x="185" y="183"/>
                </a:lnTo>
                <a:lnTo>
                  <a:pt x="186" y="179"/>
                </a:lnTo>
                <a:lnTo>
                  <a:pt x="187" y="177"/>
                </a:lnTo>
                <a:lnTo>
                  <a:pt x="188" y="177"/>
                </a:lnTo>
                <a:lnTo>
                  <a:pt x="188" y="176"/>
                </a:lnTo>
                <a:lnTo>
                  <a:pt x="189" y="175"/>
                </a:lnTo>
                <a:lnTo>
                  <a:pt x="190" y="174"/>
                </a:lnTo>
                <a:lnTo>
                  <a:pt x="190" y="173"/>
                </a:lnTo>
                <a:lnTo>
                  <a:pt x="191" y="173"/>
                </a:lnTo>
                <a:lnTo>
                  <a:pt x="192" y="173"/>
                </a:lnTo>
                <a:lnTo>
                  <a:pt x="193" y="172"/>
                </a:lnTo>
                <a:lnTo>
                  <a:pt x="193" y="171"/>
                </a:lnTo>
                <a:lnTo>
                  <a:pt x="192" y="170"/>
                </a:lnTo>
                <a:lnTo>
                  <a:pt x="193" y="169"/>
                </a:lnTo>
                <a:lnTo>
                  <a:pt x="195" y="168"/>
                </a:lnTo>
                <a:lnTo>
                  <a:pt x="196" y="167"/>
                </a:lnTo>
                <a:lnTo>
                  <a:pt x="195" y="167"/>
                </a:lnTo>
                <a:lnTo>
                  <a:pt x="195" y="166"/>
                </a:lnTo>
                <a:lnTo>
                  <a:pt x="196" y="166"/>
                </a:lnTo>
                <a:lnTo>
                  <a:pt x="197" y="165"/>
                </a:lnTo>
                <a:lnTo>
                  <a:pt x="197" y="164"/>
                </a:lnTo>
                <a:lnTo>
                  <a:pt x="198" y="164"/>
                </a:lnTo>
                <a:lnTo>
                  <a:pt x="198" y="163"/>
                </a:lnTo>
                <a:lnTo>
                  <a:pt x="199" y="162"/>
                </a:lnTo>
                <a:lnTo>
                  <a:pt x="200" y="161"/>
                </a:lnTo>
                <a:lnTo>
                  <a:pt x="200" y="160"/>
                </a:lnTo>
                <a:lnTo>
                  <a:pt x="198" y="158"/>
                </a:lnTo>
                <a:lnTo>
                  <a:pt x="197" y="158"/>
                </a:lnTo>
                <a:lnTo>
                  <a:pt x="196" y="158"/>
                </a:lnTo>
                <a:lnTo>
                  <a:pt x="195" y="157"/>
                </a:lnTo>
                <a:lnTo>
                  <a:pt x="195" y="156"/>
                </a:lnTo>
                <a:lnTo>
                  <a:pt x="195" y="155"/>
                </a:lnTo>
                <a:lnTo>
                  <a:pt x="195" y="154"/>
                </a:lnTo>
                <a:lnTo>
                  <a:pt x="194" y="153"/>
                </a:lnTo>
                <a:lnTo>
                  <a:pt x="193" y="153"/>
                </a:lnTo>
                <a:lnTo>
                  <a:pt x="192" y="152"/>
                </a:lnTo>
                <a:lnTo>
                  <a:pt x="192" y="151"/>
                </a:lnTo>
                <a:lnTo>
                  <a:pt x="192" y="150"/>
                </a:lnTo>
                <a:lnTo>
                  <a:pt x="193" y="150"/>
                </a:lnTo>
                <a:lnTo>
                  <a:pt x="194" y="150"/>
                </a:lnTo>
                <a:lnTo>
                  <a:pt x="194" y="149"/>
                </a:lnTo>
                <a:lnTo>
                  <a:pt x="193" y="149"/>
                </a:lnTo>
                <a:lnTo>
                  <a:pt x="193" y="148"/>
                </a:lnTo>
                <a:lnTo>
                  <a:pt x="194" y="147"/>
                </a:lnTo>
                <a:lnTo>
                  <a:pt x="193" y="147"/>
                </a:lnTo>
                <a:lnTo>
                  <a:pt x="194" y="147"/>
                </a:lnTo>
                <a:lnTo>
                  <a:pt x="195" y="147"/>
                </a:lnTo>
                <a:lnTo>
                  <a:pt x="196" y="147"/>
                </a:lnTo>
                <a:lnTo>
                  <a:pt x="195" y="147"/>
                </a:lnTo>
                <a:lnTo>
                  <a:pt x="195" y="146"/>
                </a:lnTo>
                <a:lnTo>
                  <a:pt x="196" y="146"/>
                </a:lnTo>
                <a:lnTo>
                  <a:pt x="197" y="144"/>
                </a:lnTo>
                <a:lnTo>
                  <a:pt x="196" y="144"/>
                </a:lnTo>
                <a:lnTo>
                  <a:pt x="196" y="143"/>
                </a:lnTo>
                <a:lnTo>
                  <a:pt x="197" y="143"/>
                </a:lnTo>
                <a:lnTo>
                  <a:pt x="198" y="143"/>
                </a:lnTo>
                <a:lnTo>
                  <a:pt x="198" y="142"/>
                </a:lnTo>
                <a:lnTo>
                  <a:pt x="198" y="141"/>
                </a:lnTo>
                <a:lnTo>
                  <a:pt x="198" y="140"/>
                </a:lnTo>
                <a:lnTo>
                  <a:pt x="197" y="140"/>
                </a:lnTo>
                <a:lnTo>
                  <a:pt x="197" y="139"/>
                </a:lnTo>
                <a:lnTo>
                  <a:pt x="199" y="139"/>
                </a:lnTo>
                <a:lnTo>
                  <a:pt x="199" y="138"/>
                </a:lnTo>
                <a:lnTo>
                  <a:pt x="200" y="138"/>
                </a:lnTo>
                <a:lnTo>
                  <a:pt x="201" y="139"/>
                </a:lnTo>
                <a:lnTo>
                  <a:pt x="202" y="138"/>
                </a:lnTo>
                <a:lnTo>
                  <a:pt x="203" y="138"/>
                </a:lnTo>
                <a:lnTo>
                  <a:pt x="203" y="139"/>
                </a:lnTo>
                <a:lnTo>
                  <a:pt x="204" y="139"/>
                </a:lnTo>
                <a:lnTo>
                  <a:pt x="204" y="138"/>
                </a:lnTo>
                <a:lnTo>
                  <a:pt x="205" y="138"/>
                </a:lnTo>
                <a:lnTo>
                  <a:pt x="205" y="139"/>
                </a:lnTo>
                <a:lnTo>
                  <a:pt x="206" y="139"/>
                </a:lnTo>
                <a:lnTo>
                  <a:pt x="207" y="139"/>
                </a:lnTo>
                <a:lnTo>
                  <a:pt x="207" y="140"/>
                </a:lnTo>
                <a:lnTo>
                  <a:pt x="208" y="139"/>
                </a:lnTo>
                <a:lnTo>
                  <a:pt x="209" y="139"/>
                </a:lnTo>
                <a:lnTo>
                  <a:pt x="209" y="140"/>
                </a:lnTo>
                <a:lnTo>
                  <a:pt x="209" y="141"/>
                </a:lnTo>
                <a:lnTo>
                  <a:pt x="210" y="142"/>
                </a:lnTo>
                <a:lnTo>
                  <a:pt x="211" y="142"/>
                </a:lnTo>
                <a:lnTo>
                  <a:pt x="212" y="141"/>
                </a:lnTo>
                <a:lnTo>
                  <a:pt x="213" y="140"/>
                </a:lnTo>
                <a:lnTo>
                  <a:pt x="214" y="139"/>
                </a:lnTo>
                <a:lnTo>
                  <a:pt x="214" y="138"/>
                </a:lnTo>
                <a:lnTo>
                  <a:pt x="215" y="137"/>
                </a:lnTo>
                <a:lnTo>
                  <a:pt x="215" y="136"/>
                </a:lnTo>
                <a:lnTo>
                  <a:pt x="216" y="136"/>
                </a:lnTo>
                <a:lnTo>
                  <a:pt x="217" y="136"/>
                </a:lnTo>
                <a:lnTo>
                  <a:pt x="218" y="135"/>
                </a:lnTo>
                <a:lnTo>
                  <a:pt x="218" y="134"/>
                </a:lnTo>
                <a:lnTo>
                  <a:pt x="220" y="135"/>
                </a:lnTo>
                <a:lnTo>
                  <a:pt x="221" y="136"/>
                </a:lnTo>
                <a:lnTo>
                  <a:pt x="221" y="137"/>
                </a:lnTo>
                <a:lnTo>
                  <a:pt x="222" y="137"/>
                </a:lnTo>
                <a:lnTo>
                  <a:pt x="221" y="138"/>
                </a:lnTo>
                <a:lnTo>
                  <a:pt x="221" y="139"/>
                </a:lnTo>
                <a:lnTo>
                  <a:pt x="222" y="139"/>
                </a:lnTo>
                <a:lnTo>
                  <a:pt x="222" y="140"/>
                </a:lnTo>
                <a:lnTo>
                  <a:pt x="222" y="141"/>
                </a:lnTo>
                <a:lnTo>
                  <a:pt x="222" y="142"/>
                </a:lnTo>
                <a:lnTo>
                  <a:pt x="223" y="142"/>
                </a:lnTo>
                <a:lnTo>
                  <a:pt x="224" y="142"/>
                </a:lnTo>
                <a:lnTo>
                  <a:pt x="224" y="141"/>
                </a:lnTo>
                <a:lnTo>
                  <a:pt x="225" y="141"/>
                </a:lnTo>
                <a:lnTo>
                  <a:pt x="225" y="142"/>
                </a:lnTo>
                <a:lnTo>
                  <a:pt x="226" y="142"/>
                </a:lnTo>
                <a:lnTo>
                  <a:pt x="227" y="143"/>
                </a:lnTo>
                <a:lnTo>
                  <a:pt x="228" y="143"/>
                </a:lnTo>
                <a:lnTo>
                  <a:pt x="229" y="144"/>
                </a:lnTo>
                <a:lnTo>
                  <a:pt x="230" y="144"/>
                </a:lnTo>
                <a:lnTo>
                  <a:pt x="231" y="144"/>
                </a:lnTo>
                <a:lnTo>
                  <a:pt x="231" y="143"/>
                </a:lnTo>
                <a:lnTo>
                  <a:pt x="232" y="143"/>
                </a:lnTo>
                <a:lnTo>
                  <a:pt x="232" y="142"/>
                </a:lnTo>
                <a:lnTo>
                  <a:pt x="233" y="141"/>
                </a:lnTo>
                <a:lnTo>
                  <a:pt x="234" y="141"/>
                </a:lnTo>
                <a:lnTo>
                  <a:pt x="234" y="140"/>
                </a:lnTo>
                <a:lnTo>
                  <a:pt x="235" y="139"/>
                </a:lnTo>
                <a:lnTo>
                  <a:pt x="236" y="139"/>
                </a:lnTo>
                <a:lnTo>
                  <a:pt x="236" y="138"/>
                </a:lnTo>
                <a:lnTo>
                  <a:pt x="237" y="138"/>
                </a:lnTo>
                <a:lnTo>
                  <a:pt x="237" y="137"/>
                </a:lnTo>
                <a:lnTo>
                  <a:pt x="238" y="137"/>
                </a:lnTo>
                <a:lnTo>
                  <a:pt x="239" y="136"/>
                </a:lnTo>
                <a:lnTo>
                  <a:pt x="240" y="136"/>
                </a:lnTo>
                <a:lnTo>
                  <a:pt x="240" y="135"/>
                </a:lnTo>
                <a:lnTo>
                  <a:pt x="241" y="134"/>
                </a:lnTo>
                <a:lnTo>
                  <a:pt x="242" y="133"/>
                </a:lnTo>
                <a:lnTo>
                  <a:pt x="243" y="133"/>
                </a:lnTo>
                <a:lnTo>
                  <a:pt x="243" y="132"/>
                </a:lnTo>
                <a:lnTo>
                  <a:pt x="242" y="132"/>
                </a:lnTo>
                <a:lnTo>
                  <a:pt x="241" y="132"/>
                </a:lnTo>
                <a:lnTo>
                  <a:pt x="240" y="131"/>
                </a:lnTo>
                <a:lnTo>
                  <a:pt x="239" y="131"/>
                </a:lnTo>
                <a:lnTo>
                  <a:pt x="238" y="130"/>
                </a:lnTo>
                <a:lnTo>
                  <a:pt x="238" y="129"/>
                </a:lnTo>
                <a:lnTo>
                  <a:pt x="238" y="128"/>
                </a:lnTo>
                <a:lnTo>
                  <a:pt x="238" y="127"/>
                </a:lnTo>
                <a:lnTo>
                  <a:pt x="238" y="126"/>
                </a:lnTo>
                <a:lnTo>
                  <a:pt x="238" y="124"/>
                </a:lnTo>
                <a:lnTo>
                  <a:pt x="239" y="124"/>
                </a:lnTo>
                <a:lnTo>
                  <a:pt x="241" y="125"/>
                </a:lnTo>
                <a:lnTo>
                  <a:pt x="242" y="125"/>
                </a:lnTo>
                <a:lnTo>
                  <a:pt x="242" y="124"/>
                </a:lnTo>
                <a:lnTo>
                  <a:pt x="243" y="122"/>
                </a:lnTo>
                <a:lnTo>
                  <a:pt x="244" y="121"/>
                </a:lnTo>
                <a:lnTo>
                  <a:pt x="244" y="120"/>
                </a:lnTo>
                <a:lnTo>
                  <a:pt x="245" y="120"/>
                </a:lnTo>
                <a:lnTo>
                  <a:pt x="246" y="120"/>
                </a:lnTo>
                <a:lnTo>
                  <a:pt x="247" y="119"/>
                </a:lnTo>
                <a:lnTo>
                  <a:pt x="248" y="119"/>
                </a:lnTo>
                <a:lnTo>
                  <a:pt x="249" y="119"/>
                </a:lnTo>
                <a:lnTo>
                  <a:pt x="249" y="118"/>
                </a:lnTo>
                <a:lnTo>
                  <a:pt x="249" y="117"/>
                </a:lnTo>
                <a:lnTo>
                  <a:pt x="248" y="117"/>
                </a:lnTo>
                <a:lnTo>
                  <a:pt x="247" y="117"/>
                </a:lnTo>
                <a:lnTo>
                  <a:pt x="246" y="116"/>
                </a:lnTo>
                <a:lnTo>
                  <a:pt x="246" y="115"/>
                </a:lnTo>
                <a:lnTo>
                  <a:pt x="246" y="114"/>
                </a:lnTo>
                <a:lnTo>
                  <a:pt x="246" y="113"/>
                </a:lnTo>
                <a:lnTo>
                  <a:pt x="245" y="113"/>
                </a:lnTo>
                <a:lnTo>
                  <a:pt x="244" y="112"/>
                </a:lnTo>
                <a:lnTo>
                  <a:pt x="245" y="111"/>
                </a:lnTo>
                <a:lnTo>
                  <a:pt x="246" y="111"/>
                </a:lnTo>
                <a:lnTo>
                  <a:pt x="246" y="110"/>
                </a:lnTo>
                <a:lnTo>
                  <a:pt x="247" y="109"/>
                </a:lnTo>
                <a:lnTo>
                  <a:pt x="247" y="108"/>
                </a:lnTo>
                <a:lnTo>
                  <a:pt x="248" y="108"/>
                </a:lnTo>
                <a:lnTo>
                  <a:pt x="249" y="108"/>
                </a:lnTo>
                <a:lnTo>
                  <a:pt x="249" y="107"/>
                </a:lnTo>
                <a:lnTo>
                  <a:pt x="249" y="106"/>
                </a:lnTo>
                <a:lnTo>
                  <a:pt x="250" y="106"/>
                </a:lnTo>
                <a:lnTo>
                  <a:pt x="250" y="105"/>
                </a:lnTo>
                <a:lnTo>
                  <a:pt x="251" y="104"/>
                </a:lnTo>
                <a:lnTo>
                  <a:pt x="252" y="103"/>
                </a:lnTo>
                <a:lnTo>
                  <a:pt x="252" y="102"/>
                </a:lnTo>
                <a:lnTo>
                  <a:pt x="251" y="101"/>
                </a:lnTo>
                <a:lnTo>
                  <a:pt x="250" y="101"/>
                </a:lnTo>
                <a:lnTo>
                  <a:pt x="250" y="100"/>
                </a:lnTo>
                <a:lnTo>
                  <a:pt x="251" y="100"/>
                </a:lnTo>
                <a:lnTo>
                  <a:pt x="251" y="99"/>
                </a:lnTo>
                <a:lnTo>
                  <a:pt x="250" y="99"/>
                </a:lnTo>
                <a:lnTo>
                  <a:pt x="250" y="100"/>
                </a:lnTo>
                <a:lnTo>
                  <a:pt x="249" y="100"/>
                </a:lnTo>
                <a:lnTo>
                  <a:pt x="248" y="100"/>
                </a:lnTo>
                <a:lnTo>
                  <a:pt x="247" y="101"/>
                </a:lnTo>
                <a:lnTo>
                  <a:pt x="246" y="101"/>
                </a:lnTo>
                <a:lnTo>
                  <a:pt x="246" y="100"/>
                </a:lnTo>
                <a:lnTo>
                  <a:pt x="246" y="99"/>
                </a:lnTo>
                <a:lnTo>
                  <a:pt x="246" y="98"/>
                </a:lnTo>
                <a:lnTo>
                  <a:pt x="245" y="98"/>
                </a:lnTo>
                <a:lnTo>
                  <a:pt x="247" y="97"/>
                </a:lnTo>
                <a:lnTo>
                  <a:pt x="248" y="97"/>
                </a:lnTo>
                <a:lnTo>
                  <a:pt x="249" y="97"/>
                </a:lnTo>
                <a:lnTo>
                  <a:pt x="250" y="96"/>
                </a:lnTo>
                <a:lnTo>
                  <a:pt x="251" y="96"/>
                </a:lnTo>
                <a:lnTo>
                  <a:pt x="252" y="96"/>
                </a:lnTo>
                <a:lnTo>
                  <a:pt x="252" y="95"/>
                </a:lnTo>
                <a:lnTo>
                  <a:pt x="253" y="94"/>
                </a:lnTo>
                <a:lnTo>
                  <a:pt x="254" y="93"/>
                </a:lnTo>
                <a:lnTo>
                  <a:pt x="255" y="93"/>
                </a:lnTo>
                <a:lnTo>
                  <a:pt x="256" y="92"/>
                </a:lnTo>
                <a:lnTo>
                  <a:pt x="257" y="92"/>
                </a:lnTo>
                <a:lnTo>
                  <a:pt x="258" y="91"/>
                </a:lnTo>
                <a:lnTo>
                  <a:pt x="259" y="90"/>
                </a:lnTo>
                <a:lnTo>
                  <a:pt x="260" y="90"/>
                </a:lnTo>
                <a:lnTo>
                  <a:pt x="260" y="89"/>
                </a:lnTo>
                <a:lnTo>
                  <a:pt x="261" y="88"/>
                </a:lnTo>
                <a:lnTo>
                  <a:pt x="260" y="88"/>
                </a:lnTo>
                <a:lnTo>
                  <a:pt x="260" y="87"/>
                </a:lnTo>
                <a:lnTo>
                  <a:pt x="259" y="86"/>
                </a:lnTo>
                <a:lnTo>
                  <a:pt x="258" y="86"/>
                </a:lnTo>
                <a:lnTo>
                  <a:pt x="258" y="85"/>
                </a:lnTo>
                <a:lnTo>
                  <a:pt x="257" y="85"/>
                </a:lnTo>
                <a:lnTo>
                  <a:pt x="258" y="84"/>
                </a:lnTo>
                <a:lnTo>
                  <a:pt x="259" y="84"/>
                </a:lnTo>
                <a:lnTo>
                  <a:pt x="260" y="84"/>
                </a:lnTo>
                <a:lnTo>
                  <a:pt x="260" y="83"/>
                </a:lnTo>
                <a:lnTo>
                  <a:pt x="261" y="82"/>
                </a:lnTo>
                <a:lnTo>
                  <a:pt x="261" y="83"/>
                </a:lnTo>
                <a:lnTo>
                  <a:pt x="262" y="83"/>
                </a:lnTo>
                <a:lnTo>
                  <a:pt x="263" y="82"/>
                </a:lnTo>
                <a:lnTo>
                  <a:pt x="263" y="81"/>
                </a:lnTo>
                <a:lnTo>
                  <a:pt x="263" y="79"/>
                </a:lnTo>
                <a:lnTo>
                  <a:pt x="263" y="78"/>
                </a:lnTo>
                <a:lnTo>
                  <a:pt x="263" y="77"/>
                </a:lnTo>
                <a:lnTo>
                  <a:pt x="264" y="77"/>
                </a:lnTo>
                <a:lnTo>
                  <a:pt x="264" y="76"/>
                </a:lnTo>
                <a:lnTo>
                  <a:pt x="264" y="75"/>
                </a:lnTo>
                <a:lnTo>
                  <a:pt x="263" y="75"/>
                </a:lnTo>
                <a:lnTo>
                  <a:pt x="262" y="75"/>
                </a:lnTo>
                <a:lnTo>
                  <a:pt x="261" y="75"/>
                </a:lnTo>
                <a:lnTo>
                  <a:pt x="261" y="74"/>
                </a:lnTo>
                <a:lnTo>
                  <a:pt x="261" y="73"/>
                </a:lnTo>
                <a:lnTo>
                  <a:pt x="262" y="72"/>
                </a:lnTo>
                <a:lnTo>
                  <a:pt x="263" y="72"/>
                </a:lnTo>
                <a:lnTo>
                  <a:pt x="264" y="72"/>
                </a:lnTo>
                <a:lnTo>
                  <a:pt x="264" y="71"/>
                </a:lnTo>
                <a:lnTo>
                  <a:pt x="265" y="71"/>
                </a:lnTo>
                <a:lnTo>
                  <a:pt x="266" y="72"/>
                </a:lnTo>
                <a:lnTo>
                  <a:pt x="267" y="72"/>
                </a:lnTo>
                <a:lnTo>
                  <a:pt x="267" y="71"/>
                </a:lnTo>
                <a:lnTo>
                  <a:pt x="268" y="71"/>
                </a:lnTo>
                <a:lnTo>
                  <a:pt x="268" y="72"/>
                </a:lnTo>
                <a:lnTo>
                  <a:pt x="269" y="72"/>
                </a:lnTo>
                <a:lnTo>
                  <a:pt x="269" y="71"/>
                </a:lnTo>
                <a:lnTo>
                  <a:pt x="270" y="71"/>
                </a:lnTo>
                <a:lnTo>
                  <a:pt x="271" y="71"/>
                </a:lnTo>
                <a:lnTo>
                  <a:pt x="272" y="71"/>
                </a:lnTo>
                <a:lnTo>
                  <a:pt x="272" y="72"/>
                </a:lnTo>
                <a:lnTo>
                  <a:pt x="273" y="72"/>
                </a:lnTo>
                <a:lnTo>
                  <a:pt x="273" y="71"/>
                </a:lnTo>
                <a:lnTo>
                  <a:pt x="274" y="71"/>
                </a:lnTo>
                <a:lnTo>
                  <a:pt x="275" y="71"/>
                </a:lnTo>
                <a:lnTo>
                  <a:pt x="275" y="70"/>
                </a:lnTo>
                <a:lnTo>
                  <a:pt x="275" y="69"/>
                </a:lnTo>
                <a:lnTo>
                  <a:pt x="274" y="69"/>
                </a:lnTo>
                <a:lnTo>
                  <a:pt x="274" y="68"/>
                </a:lnTo>
                <a:lnTo>
                  <a:pt x="275" y="67"/>
                </a:lnTo>
                <a:lnTo>
                  <a:pt x="276" y="67"/>
                </a:lnTo>
                <a:lnTo>
                  <a:pt x="277" y="67"/>
                </a:lnTo>
                <a:lnTo>
                  <a:pt x="278" y="67"/>
                </a:lnTo>
                <a:lnTo>
                  <a:pt x="279" y="67"/>
                </a:lnTo>
                <a:lnTo>
                  <a:pt x="279" y="66"/>
                </a:lnTo>
                <a:lnTo>
                  <a:pt x="279" y="65"/>
                </a:lnTo>
                <a:lnTo>
                  <a:pt x="278" y="65"/>
                </a:lnTo>
                <a:lnTo>
                  <a:pt x="278" y="64"/>
                </a:lnTo>
                <a:lnTo>
                  <a:pt x="279" y="64"/>
                </a:lnTo>
                <a:lnTo>
                  <a:pt x="279" y="63"/>
                </a:lnTo>
                <a:lnTo>
                  <a:pt x="279" y="62"/>
                </a:lnTo>
                <a:lnTo>
                  <a:pt x="280" y="61"/>
                </a:lnTo>
                <a:lnTo>
                  <a:pt x="281" y="61"/>
                </a:lnTo>
                <a:lnTo>
                  <a:pt x="282" y="60"/>
                </a:lnTo>
                <a:lnTo>
                  <a:pt x="281" y="60"/>
                </a:lnTo>
                <a:lnTo>
                  <a:pt x="282" y="60"/>
                </a:lnTo>
                <a:lnTo>
                  <a:pt x="282" y="59"/>
                </a:lnTo>
                <a:lnTo>
                  <a:pt x="283" y="59"/>
                </a:lnTo>
                <a:lnTo>
                  <a:pt x="283" y="58"/>
                </a:lnTo>
                <a:lnTo>
                  <a:pt x="285" y="58"/>
                </a:lnTo>
                <a:lnTo>
                  <a:pt x="286" y="58"/>
                </a:lnTo>
                <a:lnTo>
                  <a:pt x="286" y="59"/>
                </a:lnTo>
                <a:lnTo>
                  <a:pt x="287" y="60"/>
                </a:lnTo>
                <a:lnTo>
                  <a:pt x="287" y="59"/>
                </a:lnTo>
                <a:lnTo>
                  <a:pt x="287" y="58"/>
                </a:lnTo>
                <a:lnTo>
                  <a:pt x="288" y="57"/>
                </a:lnTo>
                <a:lnTo>
                  <a:pt x="288" y="58"/>
                </a:lnTo>
                <a:lnTo>
                  <a:pt x="289" y="58"/>
                </a:lnTo>
                <a:lnTo>
                  <a:pt x="289" y="57"/>
                </a:lnTo>
                <a:lnTo>
                  <a:pt x="289" y="56"/>
                </a:lnTo>
                <a:lnTo>
                  <a:pt x="290" y="56"/>
                </a:lnTo>
                <a:lnTo>
                  <a:pt x="291" y="56"/>
                </a:lnTo>
                <a:lnTo>
                  <a:pt x="291" y="55"/>
                </a:lnTo>
                <a:lnTo>
                  <a:pt x="292" y="55"/>
                </a:lnTo>
                <a:lnTo>
                  <a:pt x="293" y="55"/>
                </a:lnTo>
                <a:lnTo>
                  <a:pt x="293" y="54"/>
                </a:lnTo>
                <a:lnTo>
                  <a:pt x="293" y="55"/>
                </a:lnTo>
                <a:lnTo>
                  <a:pt x="294" y="55"/>
                </a:lnTo>
                <a:lnTo>
                  <a:pt x="294" y="54"/>
                </a:lnTo>
                <a:lnTo>
                  <a:pt x="293" y="54"/>
                </a:lnTo>
                <a:lnTo>
                  <a:pt x="292" y="53"/>
                </a:lnTo>
                <a:lnTo>
                  <a:pt x="292" y="52"/>
                </a:lnTo>
                <a:lnTo>
                  <a:pt x="291" y="52"/>
                </a:lnTo>
                <a:lnTo>
                  <a:pt x="291" y="51"/>
                </a:lnTo>
                <a:lnTo>
                  <a:pt x="292" y="51"/>
                </a:lnTo>
                <a:lnTo>
                  <a:pt x="292" y="50"/>
                </a:lnTo>
                <a:lnTo>
                  <a:pt x="292" y="49"/>
                </a:lnTo>
                <a:lnTo>
                  <a:pt x="291" y="48"/>
                </a:lnTo>
                <a:lnTo>
                  <a:pt x="290" y="48"/>
                </a:lnTo>
                <a:lnTo>
                  <a:pt x="291" y="47"/>
                </a:lnTo>
                <a:lnTo>
                  <a:pt x="292" y="46"/>
                </a:lnTo>
                <a:lnTo>
                  <a:pt x="293" y="46"/>
                </a:lnTo>
                <a:lnTo>
                  <a:pt x="293" y="45"/>
                </a:lnTo>
                <a:lnTo>
                  <a:pt x="292" y="45"/>
                </a:lnTo>
                <a:lnTo>
                  <a:pt x="291" y="45"/>
                </a:lnTo>
                <a:lnTo>
                  <a:pt x="290" y="44"/>
                </a:lnTo>
                <a:lnTo>
                  <a:pt x="289" y="44"/>
                </a:lnTo>
                <a:lnTo>
                  <a:pt x="289" y="43"/>
                </a:lnTo>
                <a:lnTo>
                  <a:pt x="288" y="43"/>
                </a:lnTo>
                <a:lnTo>
                  <a:pt x="287" y="43"/>
                </a:lnTo>
                <a:lnTo>
                  <a:pt x="286" y="43"/>
                </a:lnTo>
                <a:lnTo>
                  <a:pt x="286" y="42"/>
                </a:lnTo>
                <a:lnTo>
                  <a:pt x="285" y="42"/>
                </a:lnTo>
                <a:lnTo>
                  <a:pt x="286" y="42"/>
                </a:lnTo>
                <a:lnTo>
                  <a:pt x="286" y="41"/>
                </a:lnTo>
                <a:lnTo>
                  <a:pt x="287" y="41"/>
                </a:lnTo>
                <a:lnTo>
                  <a:pt x="287" y="40"/>
                </a:lnTo>
                <a:lnTo>
                  <a:pt x="286" y="40"/>
                </a:lnTo>
                <a:lnTo>
                  <a:pt x="285" y="40"/>
                </a:lnTo>
                <a:lnTo>
                  <a:pt x="283" y="40"/>
                </a:lnTo>
                <a:lnTo>
                  <a:pt x="282" y="40"/>
                </a:lnTo>
                <a:lnTo>
                  <a:pt x="281" y="40"/>
                </a:lnTo>
                <a:lnTo>
                  <a:pt x="281" y="39"/>
                </a:lnTo>
                <a:lnTo>
                  <a:pt x="280" y="39"/>
                </a:lnTo>
                <a:lnTo>
                  <a:pt x="279" y="38"/>
                </a:lnTo>
                <a:lnTo>
                  <a:pt x="279" y="37"/>
                </a:lnTo>
                <a:lnTo>
                  <a:pt x="278" y="36"/>
                </a:lnTo>
                <a:lnTo>
                  <a:pt x="278" y="35"/>
                </a:lnTo>
                <a:lnTo>
                  <a:pt x="277" y="35"/>
                </a:lnTo>
                <a:lnTo>
                  <a:pt x="277" y="36"/>
                </a:lnTo>
                <a:lnTo>
                  <a:pt x="276" y="36"/>
                </a:lnTo>
                <a:lnTo>
                  <a:pt x="276" y="35"/>
                </a:lnTo>
                <a:lnTo>
                  <a:pt x="275" y="35"/>
                </a:lnTo>
                <a:lnTo>
                  <a:pt x="274" y="34"/>
                </a:lnTo>
                <a:lnTo>
                  <a:pt x="274" y="33"/>
                </a:lnTo>
                <a:lnTo>
                  <a:pt x="273" y="33"/>
                </a:lnTo>
                <a:lnTo>
                  <a:pt x="273" y="32"/>
                </a:lnTo>
                <a:lnTo>
                  <a:pt x="272" y="32"/>
                </a:lnTo>
                <a:lnTo>
                  <a:pt x="272" y="31"/>
                </a:lnTo>
                <a:lnTo>
                  <a:pt x="272" y="30"/>
                </a:lnTo>
                <a:lnTo>
                  <a:pt x="271" y="30"/>
                </a:lnTo>
                <a:lnTo>
                  <a:pt x="270" y="30"/>
                </a:lnTo>
                <a:lnTo>
                  <a:pt x="269" y="29"/>
                </a:lnTo>
                <a:lnTo>
                  <a:pt x="269" y="28"/>
                </a:lnTo>
                <a:lnTo>
                  <a:pt x="269" y="27"/>
                </a:lnTo>
                <a:lnTo>
                  <a:pt x="269" y="25"/>
                </a:lnTo>
                <a:lnTo>
                  <a:pt x="268" y="24"/>
                </a:lnTo>
                <a:lnTo>
                  <a:pt x="267" y="24"/>
                </a:lnTo>
                <a:lnTo>
                  <a:pt x="268" y="23"/>
                </a:lnTo>
                <a:lnTo>
                  <a:pt x="269" y="23"/>
                </a:lnTo>
                <a:lnTo>
                  <a:pt x="269" y="22"/>
                </a:lnTo>
                <a:lnTo>
                  <a:pt x="270" y="22"/>
                </a:lnTo>
                <a:lnTo>
                  <a:pt x="271" y="21"/>
                </a:lnTo>
                <a:lnTo>
                  <a:pt x="272" y="21"/>
                </a:lnTo>
                <a:lnTo>
                  <a:pt x="272" y="22"/>
                </a:lnTo>
                <a:lnTo>
                  <a:pt x="273" y="22"/>
                </a:lnTo>
                <a:lnTo>
                  <a:pt x="274" y="22"/>
                </a:lnTo>
                <a:lnTo>
                  <a:pt x="274" y="23"/>
                </a:lnTo>
                <a:lnTo>
                  <a:pt x="275" y="23"/>
                </a:lnTo>
                <a:lnTo>
                  <a:pt x="276" y="22"/>
                </a:lnTo>
                <a:lnTo>
                  <a:pt x="277" y="22"/>
                </a:lnTo>
                <a:lnTo>
                  <a:pt x="277" y="21"/>
                </a:lnTo>
                <a:lnTo>
                  <a:pt x="276" y="21"/>
                </a:lnTo>
                <a:lnTo>
                  <a:pt x="275" y="21"/>
                </a:lnTo>
                <a:lnTo>
                  <a:pt x="275" y="20"/>
                </a:lnTo>
                <a:lnTo>
                  <a:pt x="274" y="20"/>
                </a:lnTo>
                <a:lnTo>
                  <a:pt x="274" y="19"/>
                </a:lnTo>
                <a:lnTo>
                  <a:pt x="273" y="19"/>
                </a:lnTo>
                <a:lnTo>
                  <a:pt x="274" y="18"/>
                </a:lnTo>
                <a:lnTo>
                  <a:pt x="276" y="18"/>
                </a:lnTo>
                <a:lnTo>
                  <a:pt x="276" y="17"/>
                </a:lnTo>
                <a:lnTo>
                  <a:pt x="277" y="17"/>
                </a:lnTo>
                <a:lnTo>
                  <a:pt x="276" y="17"/>
                </a:lnTo>
                <a:lnTo>
                  <a:pt x="276" y="16"/>
                </a:lnTo>
                <a:lnTo>
                  <a:pt x="276" y="15"/>
                </a:lnTo>
                <a:lnTo>
                  <a:pt x="275" y="15"/>
                </a:lnTo>
                <a:lnTo>
                  <a:pt x="275" y="14"/>
                </a:lnTo>
                <a:lnTo>
                  <a:pt x="275" y="13"/>
                </a:lnTo>
                <a:lnTo>
                  <a:pt x="276" y="13"/>
                </a:lnTo>
                <a:lnTo>
                  <a:pt x="277" y="13"/>
                </a:lnTo>
                <a:lnTo>
                  <a:pt x="278" y="13"/>
                </a:lnTo>
                <a:lnTo>
                  <a:pt x="279" y="14"/>
                </a:lnTo>
                <a:lnTo>
                  <a:pt x="280" y="14"/>
                </a:lnTo>
                <a:lnTo>
                  <a:pt x="281" y="14"/>
                </a:lnTo>
                <a:lnTo>
                  <a:pt x="281" y="13"/>
                </a:lnTo>
                <a:lnTo>
                  <a:pt x="281" y="14"/>
                </a:lnTo>
                <a:lnTo>
                  <a:pt x="282" y="14"/>
                </a:lnTo>
                <a:lnTo>
                  <a:pt x="283" y="14"/>
                </a:lnTo>
                <a:lnTo>
                  <a:pt x="285" y="13"/>
                </a:lnTo>
                <a:lnTo>
                  <a:pt x="285" y="11"/>
                </a:lnTo>
                <a:lnTo>
                  <a:pt x="283" y="11"/>
                </a:lnTo>
                <a:lnTo>
                  <a:pt x="283" y="10"/>
                </a:lnTo>
                <a:lnTo>
                  <a:pt x="282" y="10"/>
                </a:lnTo>
                <a:lnTo>
                  <a:pt x="282" y="9"/>
                </a:lnTo>
                <a:lnTo>
                  <a:pt x="281" y="7"/>
                </a:lnTo>
                <a:lnTo>
                  <a:pt x="281" y="6"/>
                </a:lnTo>
                <a:lnTo>
                  <a:pt x="280" y="6"/>
                </a:lnTo>
                <a:lnTo>
                  <a:pt x="279" y="5"/>
                </a:lnTo>
                <a:lnTo>
                  <a:pt x="278" y="5"/>
                </a:lnTo>
                <a:lnTo>
                  <a:pt x="279" y="5"/>
                </a:lnTo>
                <a:lnTo>
                  <a:pt x="279" y="4"/>
                </a:lnTo>
                <a:lnTo>
                  <a:pt x="278" y="4"/>
                </a:lnTo>
                <a:lnTo>
                  <a:pt x="277" y="3"/>
                </a:lnTo>
                <a:lnTo>
                  <a:pt x="278" y="2"/>
                </a:lnTo>
                <a:lnTo>
                  <a:pt x="280" y="1"/>
                </a:lnTo>
                <a:lnTo>
                  <a:pt x="281" y="1"/>
                </a:lnTo>
                <a:lnTo>
                  <a:pt x="282" y="1"/>
                </a:lnTo>
                <a:lnTo>
                  <a:pt x="283" y="1"/>
                </a:lnTo>
                <a:lnTo>
                  <a:pt x="285" y="1"/>
                </a:lnTo>
                <a:lnTo>
                  <a:pt x="285" y="2"/>
                </a:lnTo>
                <a:lnTo>
                  <a:pt x="286" y="2"/>
                </a:lnTo>
                <a:lnTo>
                  <a:pt x="287" y="2"/>
                </a:lnTo>
                <a:lnTo>
                  <a:pt x="288" y="2"/>
                </a:lnTo>
                <a:lnTo>
                  <a:pt x="289" y="1"/>
                </a:lnTo>
                <a:lnTo>
                  <a:pt x="290" y="1"/>
                </a:lnTo>
                <a:lnTo>
                  <a:pt x="291" y="0"/>
                </a:lnTo>
                <a:lnTo>
                  <a:pt x="292" y="1"/>
                </a:lnTo>
                <a:lnTo>
                  <a:pt x="29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07" name=""/>
          <p:cNvSpPr/>
          <p:nvPr/>
        </p:nvSpPr>
        <p:spPr>
          <a:xfrm>
            <a:off x="6228720" y="1728720"/>
            <a:ext cx="363600" cy="304920"/>
          </a:xfrm>
          <a:custGeom>
            <a:avLst/>
            <a:gdLst/>
            <a:ahLst/>
            <a:rect l="0" t="0" r="r" b="b"/>
            <a:pathLst>
              <a:path w="1010" h="847">
                <a:moveTo>
                  <a:pt x="507" y="4"/>
                </a:moveTo>
                <a:lnTo>
                  <a:pt x="507" y="5"/>
                </a:lnTo>
                <a:lnTo>
                  <a:pt x="507" y="6"/>
                </a:lnTo>
                <a:lnTo>
                  <a:pt x="508" y="6"/>
                </a:lnTo>
                <a:lnTo>
                  <a:pt x="508" y="7"/>
                </a:lnTo>
                <a:lnTo>
                  <a:pt x="508" y="8"/>
                </a:lnTo>
                <a:lnTo>
                  <a:pt x="508" y="10"/>
                </a:lnTo>
                <a:lnTo>
                  <a:pt x="508" y="11"/>
                </a:lnTo>
                <a:lnTo>
                  <a:pt x="508" y="12"/>
                </a:lnTo>
                <a:lnTo>
                  <a:pt x="509" y="12"/>
                </a:lnTo>
                <a:lnTo>
                  <a:pt x="510" y="13"/>
                </a:lnTo>
                <a:lnTo>
                  <a:pt x="511" y="13"/>
                </a:lnTo>
                <a:lnTo>
                  <a:pt x="512" y="13"/>
                </a:lnTo>
                <a:lnTo>
                  <a:pt x="513" y="13"/>
                </a:lnTo>
                <a:lnTo>
                  <a:pt x="514" y="13"/>
                </a:lnTo>
                <a:lnTo>
                  <a:pt x="515" y="12"/>
                </a:lnTo>
                <a:lnTo>
                  <a:pt x="516" y="12"/>
                </a:lnTo>
                <a:lnTo>
                  <a:pt x="517" y="13"/>
                </a:lnTo>
                <a:lnTo>
                  <a:pt x="518" y="13"/>
                </a:lnTo>
                <a:lnTo>
                  <a:pt x="519" y="14"/>
                </a:lnTo>
                <a:lnTo>
                  <a:pt x="521" y="14"/>
                </a:lnTo>
                <a:lnTo>
                  <a:pt x="521" y="15"/>
                </a:lnTo>
                <a:lnTo>
                  <a:pt x="522" y="15"/>
                </a:lnTo>
                <a:lnTo>
                  <a:pt x="522" y="17"/>
                </a:lnTo>
                <a:lnTo>
                  <a:pt x="521" y="17"/>
                </a:lnTo>
                <a:lnTo>
                  <a:pt x="522" y="17"/>
                </a:lnTo>
                <a:lnTo>
                  <a:pt x="522" y="18"/>
                </a:lnTo>
                <a:lnTo>
                  <a:pt x="522" y="19"/>
                </a:lnTo>
                <a:lnTo>
                  <a:pt x="521" y="20"/>
                </a:lnTo>
                <a:lnTo>
                  <a:pt x="521" y="21"/>
                </a:lnTo>
                <a:lnTo>
                  <a:pt x="522" y="21"/>
                </a:lnTo>
                <a:lnTo>
                  <a:pt x="522" y="22"/>
                </a:lnTo>
                <a:lnTo>
                  <a:pt x="523" y="22"/>
                </a:lnTo>
                <a:lnTo>
                  <a:pt x="524" y="22"/>
                </a:lnTo>
                <a:lnTo>
                  <a:pt x="525" y="23"/>
                </a:lnTo>
                <a:lnTo>
                  <a:pt x="526" y="23"/>
                </a:lnTo>
                <a:lnTo>
                  <a:pt x="526" y="24"/>
                </a:lnTo>
                <a:lnTo>
                  <a:pt x="525" y="24"/>
                </a:lnTo>
                <a:lnTo>
                  <a:pt x="525" y="25"/>
                </a:lnTo>
                <a:lnTo>
                  <a:pt x="526" y="25"/>
                </a:lnTo>
                <a:lnTo>
                  <a:pt x="525" y="25"/>
                </a:lnTo>
                <a:lnTo>
                  <a:pt x="524" y="25"/>
                </a:lnTo>
                <a:lnTo>
                  <a:pt x="524" y="26"/>
                </a:lnTo>
                <a:lnTo>
                  <a:pt x="523" y="26"/>
                </a:lnTo>
                <a:lnTo>
                  <a:pt x="522" y="25"/>
                </a:lnTo>
                <a:lnTo>
                  <a:pt x="522" y="26"/>
                </a:lnTo>
                <a:lnTo>
                  <a:pt x="522" y="27"/>
                </a:lnTo>
                <a:lnTo>
                  <a:pt x="521" y="28"/>
                </a:lnTo>
                <a:lnTo>
                  <a:pt x="521" y="29"/>
                </a:lnTo>
                <a:lnTo>
                  <a:pt x="522" y="28"/>
                </a:lnTo>
                <a:lnTo>
                  <a:pt x="523" y="28"/>
                </a:lnTo>
                <a:lnTo>
                  <a:pt x="524" y="28"/>
                </a:lnTo>
                <a:lnTo>
                  <a:pt x="524" y="29"/>
                </a:lnTo>
                <a:lnTo>
                  <a:pt x="524" y="31"/>
                </a:lnTo>
                <a:lnTo>
                  <a:pt x="525" y="31"/>
                </a:lnTo>
                <a:lnTo>
                  <a:pt x="525" y="32"/>
                </a:lnTo>
                <a:lnTo>
                  <a:pt x="524" y="33"/>
                </a:lnTo>
                <a:lnTo>
                  <a:pt x="523" y="33"/>
                </a:lnTo>
                <a:lnTo>
                  <a:pt x="523" y="34"/>
                </a:lnTo>
                <a:lnTo>
                  <a:pt x="523" y="35"/>
                </a:lnTo>
                <a:lnTo>
                  <a:pt x="522" y="35"/>
                </a:lnTo>
                <a:lnTo>
                  <a:pt x="521" y="35"/>
                </a:lnTo>
                <a:lnTo>
                  <a:pt x="521" y="36"/>
                </a:lnTo>
                <a:lnTo>
                  <a:pt x="521" y="37"/>
                </a:lnTo>
                <a:lnTo>
                  <a:pt x="521" y="38"/>
                </a:lnTo>
                <a:lnTo>
                  <a:pt x="522" y="38"/>
                </a:lnTo>
                <a:lnTo>
                  <a:pt x="522" y="39"/>
                </a:lnTo>
                <a:lnTo>
                  <a:pt x="523" y="39"/>
                </a:lnTo>
                <a:lnTo>
                  <a:pt x="523" y="40"/>
                </a:lnTo>
                <a:lnTo>
                  <a:pt x="524" y="40"/>
                </a:lnTo>
                <a:lnTo>
                  <a:pt x="524" y="39"/>
                </a:lnTo>
                <a:lnTo>
                  <a:pt x="525" y="39"/>
                </a:lnTo>
                <a:lnTo>
                  <a:pt x="526" y="40"/>
                </a:lnTo>
                <a:lnTo>
                  <a:pt x="526" y="41"/>
                </a:lnTo>
                <a:lnTo>
                  <a:pt x="527" y="41"/>
                </a:lnTo>
                <a:lnTo>
                  <a:pt x="527" y="42"/>
                </a:lnTo>
                <a:lnTo>
                  <a:pt x="527" y="43"/>
                </a:lnTo>
                <a:lnTo>
                  <a:pt x="526" y="43"/>
                </a:lnTo>
                <a:lnTo>
                  <a:pt x="526" y="44"/>
                </a:lnTo>
                <a:lnTo>
                  <a:pt x="526" y="45"/>
                </a:lnTo>
                <a:lnTo>
                  <a:pt x="525" y="46"/>
                </a:lnTo>
                <a:lnTo>
                  <a:pt x="525" y="47"/>
                </a:lnTo>
                <a:lnTo>
                  <a:pt x="525" y="48"/>
                </a:lnTo>
                <a:lnTo>
                  <a:pt x="524" y="50"/>
                </a:lnTo>
                <a:lnTo>
                  <a:pt x="524" y="51"/>
                </a:lnTo>
                <a:lnTo>
                  <a:pt x="525" y="52"/>
                </a:lnTo>
                <a:lnTo>
                  <a:pt x="526" y="52"/>
                </a:lnTo>
                <a:lnTo>
                  <a:pt x="527" y="52"/>
                </a:lnTo>
                <a:lnTo>
                  <a:pt x="528" y="52"/>
                </a:lnTo>
                <a:lnTo>
                  <a:pt x="528" y="53"/>
                </a:lnTo>
                <a:lnTo>
                  <a:pt x="529" y="53"/>
                </a:lnTo>
                <a:lnTo>
                  <a:pt x="530" y="53"/>
                </a:lnTo>
                <a:lnTo>
                  <a:pt x="531" y="53"/>
                </a:lnTo>
                <a:lnTo>
                  <a:pt x="532" y="52"/>
                </a:lnTo>
                <a:lnTo>
                  <a:pt x="532" y="51"/>
                </a:lnTo>
                <a:lnTo>
                  <a:pt x="533" y="51"/>
                </a:lnTo>
                <a:lnTo>
                  <a:pt x="534" y="51"/>
                </a:lnTo>
                <a:lnTo>
                  <a:pt x="535" y="52"/>
                </a:lnTo>
                <a:lnTo>
                  <a:pt x="536" y="52"/>
                </a:lnTo>
                <a:lnTo>
                  <a:pt x="536" y="53"/>
                </a:lnTo>
                <a:lnTo>
                  <a:pt x="536" y="54"/>
                </a:lnTo>
                <a:lnTo>
                  <a:pt x="535" y="55"/>
                </a:lnTo>
                <a:lnTo>
                  <a:pt x="536" y="55"/>
                </a:lnTo>
                <a:lnTo>
                  <a:pt x="536" y="56"/>
                </a:lnTo>
                <a:lnTo>
                  <a:pt x="537" y="56"/>
                </a:lnTo>
                <a:lnTo>
                  <a:pt x="538" y="57"/>
                </a:lnTo>
                <a:lnTo>
                  <a:pt x="538" y="58"/>
                </a:lnTo>
                <a:lnTo>
                  <a:pt x="539" y="58"/>
                </a:lnTo>
                <a:lnTo>
                  <a:pt x="540" y="58"/>
                </a:lnTo>
                <a:lnTo>
                  <a:pt x="540" y="59"/>
                </a:lnTo>
                <a:lnTo>
                  <a:pt x="541" y="59"/>
                </a:lnTo>
                <a:lnTo>
                  <a:pt x="542" y="58"/>
                </a:lnTo>
                <a:lnTo>
                  <a:pt x="543" y="58"/>
                </a:lnTo>
                <a:lnTo>
                  <a:pt x="544" y="58"/>
                </a:lnTo>
                <a:lnTo>
                  <a:pt x="545" y="58"/>
                </a:lnTo>
                <a:lnTo>
                  <a:pt x="545" y="57"/>
                </a:lnTo>
                <a:lnTo>
                  <a:pt x="546" y="58"/>
                </a:lnTo>
                <a:lnTo>
                  <a:pt x="547" y="58"/>
                </a:lnTo>
                <a:lnTo>
                  <a:pt x="548" y="58"/>
                </a:lnTo>
                <a:lnTo>
                  <a:pt x="549" y="58"/>
                </a:lnTo>
                <a:lnTo>
                  <a:pt x="550" y="58"/>
                </a:lnTo>
                <a:lnTo>
                  <a:pt x="550" y="57"/>
                </a:lnTo>
                <a:lnTo>
                  <a:pt x="550" y="56"/>
                </a:lnTo>
                <a:lnTo>
                  <a:pt x="550" y="55"/>
                </a:lnTo>
                <a:lnTo>
                  <a:pt x="551" y="55"/>
                </a:lnTo>
                <a:lnTo>
                  <a:pt x="551" y="54"/>
                </a:lnTo>
                <a:lnTo>
                  <a:pt x="552" y="54"/>
                </a:lnTo>
                <a:lnTo>
                  <a:pt x="552" y="53"/>
                </a:lnTo>
                <a:lnTo>
                  <a:pt x="553" y="52"/>
                </a:lnTo>
                <a:lnTo>
                  <a:pt x="554" y="52"/>
                </a:lnTo>
                <a:lnTo>
                  <a:pt x="555" y="52"/>
                </a:lnTo>
                <a:lnTo>
                  <a:pt x="556" y="52"/>
                </a:lnTo>
                <a:lnTo>
                  <a:pt x="556" y="51"/>
                </a:lnTo>
                <a:lnTo>
                  <a:pt x="557" y="52"/>
                </a:lnTo>
                <a:lnTo>
                  <a:pt x="558" y="52"/>
                </a:lnTo>
                <a:lnTo>
                  <a:pt x="558" y="53"/>
                </a:lnTo>
                <a:lnTo>
                  <a:pt x="558" y="54"/>
                </a:lnTo>
                <a:lnTo>
                  <a:pt x="558" y="55"/>
                </a:lnTo>
                <a:lnTo>
                  <a:pt x="559" y="55"/>
                </a:lnTo>
                <a:lnTo>
                  <a:pt x="559" y="56"/>
                </a:lnTo>
                <a:lnTo>
                  <a:pt x="559" y="57"/>
                </a:lnTo>
                <a:lnTo>
                  <a:pt x="558" y="57"/>
                </a:lnTo>
                <a:lnTo>
                  <a:pt x="558" y="58"/>
                </a:lnTo>
                <a:lnTo>
                  <a:pt x="559" y="58"/>
                </a:lnTo>
                <a:lnTo>
                  <a:pt x="560" y="59"/>
                </a:lnTo>
                <a:lnTo>
                  <a:pt x="560" y="60"/>
                </a:lnTo>
                <a:lnTo>
                  <a:pt x="560" y="61"/>
                </a:lnTo>
                <a:lnTo>
                  <a:pt x="559" y="61"/>
                </a:lnTo>
                <a:lnTo>
                  <a:pt x="558" y="62"/>
                </a:lnTo>
                <a:lnTo>
                  <a:pt x="558" y="63"/>
                </a:lnTo>
                <a:lnTo>
                  <a:pt x="558" y="64"/>
                </a:lnTo>
                <a:lnTo>
                  <a:pt x="557" y="64"/>
                </a:lnTo>
                <a:lnTo>
                  <a:pt x="557" y="65"/>
                </a:lnTo>
                <a:lnTo>
                  <a:pt x="558" y="65"/>
                </a:lnTo>
                <a:lnTo>
                  <a:pt x="559" y="65"/>
                </a:lnTo>
                <a:lnTo>
                  <a:pt x="559" y="66"/>
                </a:lnTo>
                <a:lnTo>
                  <a:pt x="560" y="66"/>
                </a:lnTo>
                <a:lnTo>
                  <a:pt x="560" y="65"/>
                </a:lnTo>
                <a:lnTo>
                  <a:pt x="560" y="64"/>
                </a:lnTo>
                <a:lnTo>
                  <a:pt x="561" y="64"/>
                </a:lnTo>
                <a:lnTo>
                  <a:pt x="561" y="63"/>
                </a:lnTo>
                <a:lnTo>
                  <a:pt x="562" y="63"/>
                </a:lnTo>
                <a:lnTo>
                  <a:pt x="563" y="62"/>
                </a:lnTo>
                <a:lnTo>
                  <a:pt x="563" y="61"/>
                </a:lnTo>
                <a:lnTo>
                  <a:pt x="564" y="61"/>
                </a:lnTo>
                <a:lnTo>
                  <a:pt x="564" y="60"/>
                </a:lnTo>
                <a:lnTo>
                  <a:pt x="564" y="61"/>
                </a:lnTo>
                <a:lnTo>
                  <a:pt x="565" y="61"/>
                </a:lnTo>
                <a:lnTo>
                  <a:pt x="566" y="61"/>
                </a:lnTo>
                <a:lnTo>
                  <a:pt x="566" y="60"/>
                </a:lnTo>
                <a:lnTo>
                  <a:pt x="567" y="60"/>
                </a:lnTo>
                <a:lnTo>
                  <a:pt x="567" y="61"/>
                </a:lnTo>
                <a:lnTo>
                  <a:pt x="567" y="62"/>
                </a:lnTo>
                <a:lnTo>
                  <a:pt x="568" y="62"/>
                </a:lnTo>
                <a:lnTo>
                  <a:pt x="569" y="62"/>
                </a:lnTo>
                <a:lnTo>
                  <a:pt x="569" y="61"/>
                </a:lnTo>
                <a:lnTo>
                  <a:pt x="570" y="61"/>
                </a:lnTo>
                <a:lnTo>
                  <a:pt x="571" y="62"/>
                </a:lnTo>
                <a:lnTo>
                  <a:pt x="570" y="62"/>
                </a:lnTo>
                <a:lnTo>
                  <a:pt x="569" y="63"/>
                </a:lnTo>
                <a:lnTo>
                  <a:pt x="570" y="63"/>
                </a:lnTo>
                <a:lnTo>
                  <a:pt x="570" y="64"/>
                </a:lnTo>
                <a:lnTo>
                  <a:pt x="571" y="64"/>
                </a:lnTo>
                <a:lnTo>
                  <a:pt x="572" y="64"/>
                </a:lnTo>
                <a:lnTo>
                  <a:pt x="573" y="64"/>
                </a:lnTo>
                <a:lnTo>
                  <a:pt x="574" y="64"/>
                </a:lnTo>
                <a:lnTo>
                  <a:pt x="575" y="65"/>
                </a:lnTo>
                <a:lnTo>
                  <a:pt x="576" y="65"/>
                </a:lnTo>
                <a:lnTo>
                  <a:pt x="577" y="66"/>
                </a:lnTo>
                <a:lnTo>
                  <a:pt x="578" y="66"/>
                </a:lnTo>
                <a:lnTo>
                  <a:pt x="579" y="67"/>
                </a:lnTo>
                <a:lnTo>
                  <a:pt x="580" y="67"/>
                </a:lnTo>
                <a:lnTo>
                  <a:pt x="581" y="67"/>
                </a:lnTo>
                <a:lnTo>
                  <a:pt x="581" y="66"/>
                </a:lnTo>
                <a:lnTo>
                  <a:pt x="582" y="67"/>
                </a:lnTo>
                <a:lnTo>
                  <a:pt x="583" y="66"/>
                </a:lnTo>
                <a:lnTo>
                  <a:pt x="583" y="65"/>
                </a:lnTo>
                <a:lnTo>
                  <a:pt x="584" y="65"/>
                </a:lnTo>
                <a:lnTo>
                  <a:pt x="586" y="65"/>
                </a:lnTo>
                <a:lnTo>
                  <a:pt x="587" y="65"/>
                </a:lnTo>
                <a:lnTo>
                  <a:pt x="587" y="64"/>
                </a:lnTo>
                <a:lnTo>
                  <a:pt x="588" y="64"/>
                </a:lnTo>
                <a:lnTo>
                  <a:pt x="589" y="64"/>
                </a:lnTo>
                <a:lnTo>
                  <a:pt x="590" y="65"/>
                </a:lnTo>
                <a:lnTo>
                  <a:pt x="593" y="65"/>
                </a:lnTo>
                <a:lnTo>
                  <a:pt x="594" y="65"/>
                </a:lnTo>
                <a:lnTo>
                  <a:pt x="595" y="65"/>
                </a:lnTo>
                <a:lnTo>
                  <a:pt x="596" y="65"/>
                </a:lnTo>
                <a:lnTo>
                  <a:pt x="598" y="65"/>
                </a:lnTo>
                <a:lnTo>
                  <a:pt x="599" y="65"/>
                </a:lnTo>
                <a:lnTo>
                  <a:pt x="600" y="65"/>
                </a:lnTo>
                <a:lnTo>
                  <a:pt x="602" y="65"/>
                </a:lnTo>
                <a:lnTo>
                  <a:pt x="603" y="64"/>
                </a:lnTo>
                <a:lnTo>
                  <a:pt x="604" y="64"/>
                </a:lnTo>
                <a:lnTo>
                  <a:pt x="605" y="64"/>
                </a:lnTo>
                <a:lnTo>
                  <a:pt x="606" y="65"/>
                </a:lnTo>
                <a:lnTo>
                  <a:pt x="607" y="65"/>
                </a:lnTo>
                <a:lnTo>
                  <a:pt x="608" y="66"/>
                </a:lnTo>
                <a:lnTo>
                  <a:pt x="609" y="66"/>
                </a:lnTo>
                <a:lnTo>
                  <a:pt x="610" y="66"/>
                </a:lnTo>
                <a:lnTo>
                  <a:pt x="611" y="67"/>
                </a:lnTo>
                <a:lnTo>
                  <a:pt x="611" y="68"/>
                </a:lnTo>
                <a:lnTo>
                  <a:pt x="612" y="69"/>
                </a:lnTo>
                <a:lnTo>
                  <a:pt x="613" y="69"/>
                </a:lnTo>
                <a:lnTo>
                  <a:pt x="613" y="70"/>
                </a:lnTo>
                <a:lnTo>
                  <a:pt x="614" y="71"/>
                </a:lnTo>
                <a:lnTo>
                  <a:pt x="615" y="71"/>
                </a:lnTo>
                <a:lnTo>
                  <a:pt x="615" y="72"/>
                </a:lnTo>
                <a:lnTo>
                  <a:pt x="616" y="72"/>
                </a:lnTo>
                <a:lnTo>
                  <a:pt x="616" y="73"/>
                </a:lnTo>
                <a:lnTo>
                  <a:pt x="616" y="74"/>
                </a:lnTo>
                <a:lnTo>
                  <a:pt x="616" y="75"/>
                </a:lnTo>
                <a:lnTo>
                  <a:pt x="617" y="75"/>
                </a:lnTo>
                <a:lnTo>
                  <a:pt x="616" y="76"/>
                </a:lnTo>
                <a:lnTo>
                  <a:pt x="615" y="76"/>
                </a:lnTo>
                <a:lnTo>
                  <a:pt x="615" y="77"/>
                </a:lnTo>
                <a:lnTo>
                  <a:pt x="615" y="78"/>
                </a:lnTo>
                <a:lnTo>
                  <a:pt x="614" y="78"/>
                </a:lnTo>
                <a:lnTo>
                  <a:pt x="614" y="79"/>
                </a:lnTo>
                <a:lnTo>
                  <a:pt x="615" y="79"/>
                </a:lnTo>
                <a:lnTo>
                  <a:pt x="615" y="80"/>
                </a:lnTo>
                <a:lnTo>
                  <a:pt x="615" y="81"/>
                </a:lnTo>
                <a:lnTo>
                  <a:pt x="615" y="82"/>
                </a:lnTo>
                <a:lnTo>
                  <a:pt x="616" y="82"/>
                </a:lnTo>
                <a:lnTo>
                  <a:pt x="616" y="83"/>
                </a:lnTo>
                <a:lnTo>
                  <a:pt x="616" y="84"/>
                </a:lnTo>
                <a:lnTo>
                  <a:pt x="617" y="84"/>
                </a:lnTo>
                <a:lnTo>
                  <a:pt x="617" y="85"/>
                </a:lnTo>
                <a:lnTo>
                  <a:pt x="617" y="86"/>
                </a:lnTo>
                <a:lnTo>
                  <a:pt x="617" y="87"/>
                </a:lnTo>
                <a:lnTo>
                  <a:pt x="618" y="87"/>
                </a:lnTo>
                <a:lnTo>
                  <a:pt x="618" y="88"/>
                </a:lnTo>
                <a:lnTo>
                  <a:pt x="619" y="88"/>
                </a:lnTo>
                <a:lnTo>
                  <a:pt x="620" y="88"/>
                </a:lnTo>
                <a:lnTo>
                  <a:pt x="620" y="89"/>
                </a:lnTo>
                <a:lnTo>
                  <a:pt x="620" y="90"/>
                </a:lnTo>
                <a:lnTo>
                  <a:pt x="620" y="91"/>
                </a:lnTo>
                <a:lnTo>
                  <a:pt x="620" y="93"/>
                </a:lnTo>
                <a:lnTo>
                  <a:pt x="621" y="93"/>
                </a:lnTo>
                <a:lnTo>
                  <a:pt x="622" y="93"/>
                </a:lnTo>
                <a:lnTo>
                  <a:pt x="623" y="93"/>
                </a:lnTo>
                <a:lnTo>
                  <a:pt x="624" y="93"/>
                </a:lnTo>
                <a:lnTo>
                  <a:pt x="624" y="94"/>
                </a:lnTo>
                <a:lnTo>
                  <a:pt x="625" y="95"/>
                </a:lnTo>
                <a:lnTo>
                  <a:pt x="625" y="96"/>
                </a:lnTo>
                <a:lnTo>
                  <a:pt x="626" y="97"/>
                </a:lnTo>
                <a:lnTo>
                  <a:pt x="626" y="98"/>
                </a:lnTo>
                <a:lnTo>
                  <a:pt x="626" y="99"/>
                </a:lnTo>
                <a:lnTo>
                  <a:pt x="627" y="99"/>
                </a:lnTo>
                <a:lnTo>
                  <a:pt x="627" y="100"/>
                </a:lnTo>
                <a:lnTo>
                  <a:pt x="627" y="101"/>
                </a:lnTo>
                <a:lnTo>
                  <a:pt x="628" y="100"/>
                </a:lnTo>
                <a:lnTo>
                  <a:pt x="629" y="100"/>
                </a:lnTo>
                <a:lnTo>
                  <a:pt x="630" y="101"/>
                </a:lnTo>
                <a:lnTo>
                  <a:pt x="631" y="100"/>
                </a:lnTo>
                <a:lnTo>
                  <a:pt x="633" y="99"/>
                </a:lnTo>
                <a:lnTo>
                  <a:pt x="634" y="99"/>
                </a:lnTo>
                <a:lnTo>
                  <a:pt x="636" y="99"/>
                </a:lnTo>
                <a:lnTo>
                  <a:pt x="636" y="100"/>
                </a:lnTo>
                <a:lnTo>
                  <a:pt x="637" y="100"/>
                </a:lnTo>
                <a:lnTo>
                  <a:pt x="638" y="101"/>
                </a:lnTo>
                <a:lnTo>
                  <a:pt x="639" y="101"/>
                </a:lnTo>
                <a:lnTo>
                  <a:pt x="640" y="101"/>
                </a:lnTo>
                <a:lnTo>
                  <a:pt x="640" y="102"/>
                </a:lnTo>
                <a:lnTo>
                  <a:pt x="639" y="101"/>
                </a:lnTo>
                <a:lnTo>
                  <a:pt x="638" y="102"/>
                </a:lnTo>
                <a:lnTo>
                  <a:pt x="637" y="102"/>
                </a:lnTo>
                <a:lnTo>
                  <a:pt x="636" y="102"/>
                </a:lnTo>
                <a:lnTo>
                  <a:pt x="636" y="103"/>
                </a:lnTo>
                <a:lnTo>
                  <a:pt x="636" y="104"/>
                </a:lnTo>
                <a:lnTo>
                  <a:pt x="635" y="104"/>
                </a:lnTo>
                <a:lnTo>
                  <a:pt x="634" y="104"/>
                </a:lnTo>
                <a:lnTo>
                  <a:pt x="632" y="104"/>
                </a:lnTo>
                <a:lnTo>
                  <a:pt x="631" y="103"/>
                </a:lnTo>
                <a:lnTo>
                  <a:pt x="631" y="102"/>
                </a:lnTo>
                <a:lnTo>
                  <a:pt x="630" y="102"/>
                </a:lnTo>
                <a:lnTo>
                  <a:pt x="629" y="102"/>
                </a:lnTo>
                <a:lnTo>
                  <a:pt x="629" y="103"/>
                </a:lnTo>
                <a:lnTo>
                  <a:pt x="628" y="103"/>
                </a:lnTo>
                <a:lnTo>
                  <a:pt x="628" y="105"/>
                </a:lnTo>
                <a:lnTo>
                  <a:pt x="629" y="106"/>
                </a:lnTo>
                <a:lnTo>
                  <a:pt x="630" y="107"/>
                </a:lnTo>
                <a:lnTo>
                  <a:pt x="629" y="107"/>
                </a:lnTo>
                <a:lnTo>
                  <a:pt x="630" y="107"/>
                </a:lnTo>
                <a:lnTo>
                  <a:pt x="630" y="108"/>
                </a:lnTo>
                <a:lnTo>
                  <a:pt x="630" y="109"/>
                </a:lnTo>
                <a:lnTo>
                  <a:pt x="630" y="110"/>
                </a:lnTo>
                <a:lnTo>
                  <a:pt x="630" y="111"/>
                </a:lnTo>
                <a:lnTo>
                  <a:pt x="630" y="112"/>
                </a:lnTo>
                <a:lnTo>
                  <a:pt x="630" y="113"/>
                </a:lnTo>
                <a:lnTo>
                  <a:pt x="631" y="113"/>
                </a:lnTo>
                <a:lnTo>
                  <a:pt x="631" y="114"/>
                </a:lnTo>
                <a:lnTo>
                  <a:pt x="631" y="115"/>
                </a:lnTo>
                <a:lnTo>
                  <a:pt x="632" y="115"/>
                </a:lnTo>
                <a:lnTo>
                  <a:pt x="632" y="117"/>
                </a:lnTo>
                <a:lnTo>
                  <a:pt x="632" y="118"/>
                </a:lnTo>
                <a:lnTo>
                  <a:pt x="633" y="118"/>
                </a:lnTo>
                <a:lnTo>
                  <a:pt x="633" y="119"/>
                </a:lnTo>
                <a:lnTo>
                  <a:pt x="633" y="120"/>
                </a:lnTo>
                <a:lnTo>
                  <a:pt x="633" y="121"/>
                </a:lnTo>
                <a:lnTo>
                  <a:pt x="634" y="121"/>
                </a:lnTo>
                <a:lnTo>
                  <a:pt x="634" y="122"/>
                </a:lnTo>
                <a:lnTo>
                  <a:pt x="634" y="123"/>
                </a:lnTo>
                <a:lnTo>
                  <a:pt x="635" y="123"/>
                </a:lnTo>
                <a:lnTo>
                  <a:pt x="634" y="124"/>
                </a:lnTo>
                <a:lnTo>
                  <a:pt x="633" y="124"/>
                </a:lnTo>
                <a:lnTo>
                  <a:pt x="633" y="125"/>
                </a:lnTo>
                <a:lnTo>
                  <a:pt x="632" y="125"/>
                </a:lnTo>
                <a:lnTo>
                  <a:pt x="632" y="126"/>
                </a:lnTo>
                <a:lnTo>
                  <a:pt x="633" y="125"/>
                </a:lnTo>
                <a:lnTo>
                  <a:pt x="634" y="126"/>
                </a:lnTo>
                <a:lnTo>
                  <a:pt x="633" y="126"/>
                </a:lnTo>
                <a:lnTo>
                  <a:pt x="633" y="127"/>
                </a:lnTo>
                <a:lnTo>
                  <a:pt x="632" y="128"/>
                </a:lnTo>
                <a:lnTo>
                  <a:pt x="632" y="129"/>
                </a:lnTo>
                <a:lnTo>
                  <a:pt x="631" y="129"/>
                </a:lnTo>
                <a:lnTo>
                  <a:pt x="631" y="130"/>
                </a:lnTo>
                <a:lnTo>
                  <a:pt x="630" y="130"/>
                </a:lnTo>
                <a:lnTo>
                  <a:pt x="631" y="130"/>
                </a:lnTo>
                <a:lnTo>
                  <a:pt x="632" y="130"/>
                </a:lnTo>
                <a:lnTo>
                  <a:pt x="632" y="131"/>
                </a:lnTo>
                <a:lnTo>
                  <a:pt x="634" y="131"/>
                </a:lnTo>
                <a:lnTo>
                  <a:pt x="635" y="131"/>
                </a:lnTo>
                <a:lnTo>
                  <a:pt x="636" y="130"/>
                </a:lnTo>
                <a:lnTo>
                  <a:pt x="636" y="131"/>
                </a:lnTo>
                <a:lnTo>
                  <a:pt x="637" y="131"/>
                </a:lnTo>
                <a:lnTo>
                  <a:pt x="638" y="131"/>
                </a:lnTo>
                <a:lnTo>
                  <a:pt x="639" y="132"/>
                </a:lnTo>
                <a:lnTo>
                  <a:pt x="639" y="133"/>
                </a:lnTo>
                <a:lnTo>
                  <a:pt x="638" y="133"/>
                </a:lnTo>
                <a:lnTo>
                  <a:pt x="637" y="134"/>
                </a:lnTo>
                <a:lnTo>
                  <a:pt x="636" y="134"/>
                </a:lnTo>
                <a:lnTo>
                  <a:pt x="635" y="135"/>
                </a:lnTo>
                <a:lnTo>
                  <a:pt x="635" y="136"/>
                </a:lnTo>
                <a:lnTo>
                  <a:pt x="634" y="137"/>
                </a:lnTo>
                <a:lnTo>
                  <a:pt x="635" y="138"/>
                </a:lnTo>
                <a:lnTo>
                  <a:pt x="634" y="139"/>
                </a:lnTo>
                <a:lnTo>
                  <a:pt x="634" y="140"/>
                </a:lnTo>
                <a:lnTo>
                  <a:pt x="633" y="140"/>
                </a:lnTo>
                <a:lnTo>
                  <a:pt x="632" y="140"/>
                </a:lnTo>
                <a:lnTo>
                  <a:pt x="631" y="140"/>
                </a:lnTo>
                <a:lnTo>
                  <a:pt x="630" y="140"/>
                </a:lnTo>
                <a:lnTo>
                  <a:pt x="629" y="140"/>
                </a:lnTo>
                <a:lnTo>
                  <a:pt x="628" y="139"/>
                </a:lnTo>
                <a:lnTo>
                  <a:pt x="627" y="140"/>
                </a:lnTo>
                <a:lnTo>
                  <a:pt x="626" y="140"/>
                </a:lnTo>
                <a:lnTo>
                  <a:pt x="626" y="141"/>
                </a:lnTo>
                <a:lnTo>
                  <a:pt x="626" y="142"/>
                </a:lnTo>
                <a:lnTo>
                  <a:pt x="626" y="143"/>
                </a:lnTo>
                <a:lnTo>
                  <a:pt x="626" y="144"/>
                </a:lnTo>
                <a:lnTo>
                  <a:pt x="625" y="145"/>
                </a:lnTo>
                <a:lnTo>
                  <a:pt x="625" y="146"/>
                </a:lnTo>
                <a:lnTo>
                  <a:pt x="626" y="146"/>
                </a:lnTo>
                <a:lnTo>
                  <a:pt x="627" y="148"/>
                </a:lnTo>
                <a:lnTo>
                  <a:pt x="627" y="149"/>
                </a:lnTo>
                <a:lnTo>
                  <a:pt x="627" y="150"/>
                </a:lnTo>
                <a:lnTo>
                  <a:pt x="627" y="151"/>
                </a:lnTo>
                <a:lnTo>
                  <a:pt x="627" y="152"/>
                </a:lnTo>
                <a:lnTo>
                  <a:pt x="628" y="152"/>
                </a:lnTo>
                <a:lnTo>
                  <a:pt x="629" y="152"/>
                </a:lnTo>
                <a:lnTo>
                  <a:pt x="630" y="152"/>
                </a:lnTo>
                <a:lnTo>
                  <a:pt x="633" y="152"/>
                </a:lnTo>
                <a:lnTo>
                  <a:pt x="633" y="153"/>
                </a:lnTo>
                <a:lnTo>
                  <a:pt x="634" y="153"/>
                </a:lnTo>
                <a:lnTo>
                  <a:pt x="634" y="154"/>
                </a:lnTo>
                <a:lnTo>
                  <a:pt x="635" y="154"/>
                </a:lnTo>
                <a:lnTo>
                  <a:pt x="635" y="155"/>
                </a:lnTo>
                <a:lnTo>
                  <a:pt x="636" y="155"/>
                </a:lnTo>
                <a:lnTo>
                  <a:pt x="636" y="156"/>
                </a:lnTo>
                <a:lnTo>
                  <a:pt x="637" y="156"/>
                </a:lnTo>
                <a:lnTo>
                  <a:pt x="638" y="156"/>
                </a:lnTo>
                <a:lnTo>
                  <a:pt x="638" y="157"/>
                </a:lnTo>
                <a:lnTo>
                  <a:pt x="639" y="157"/>
                </a:lnTo>
                <a:lnTo>
                  <a:pt x="639" y="158"/>
                </a:lnTo>
                <a:lnTo>
                  <a:pt x="640" y="159"/>
                </a:lnTo>
                <a:lnTo>
                  <a:pt x="641" y="159"/>
                </a:lnTo>
                <a:lnTo>
                  <a:pt x="641" y="160"/>
                </a:lnTo>
                <a:lnTo>
                  <a:pt x="642" y="160"/>
                </a:lnTo>
                <a:lnTo>
                  <a:pt x="643" y="160"/>
                </a:lnTo>
                <a:lnTo>
                  <a:pt x="644" y="160"/>
                </a:lnTo>
                <a:lnTo>
                  <a:pt x="645" y="159"/>
                </a:lnTo>
                <a:lnTo>
                  <a:pt x="646" y="159"/>
                </a:lnTo>
                <a:lnTo>
                  <a:pt x="646" y="160"/>
                </a:lnTo>
                <a:lnTo>
                  <a:pt x="647" y="160"/>
                </a:lnTo>
                <a:lnTo>
                  <a:pt x="647" y="161"/>
                </a:lnTo>
                <a:lnTo>
                  <a:pt x="648" y="162"/>
                </a:lnTo>
                <a:lnTo>
                  <a:pt x="649" y="162"/>
                </a:lnTo>
                <a:lnTo>
                  <a:pt x="650" y="162"/>
                </a:lnTo>
                <a:lnTo>
                  <a:pt x="650" y="161"/>
                </a:lnTo>
                <a:lnTo>
                  <a:pt x="651" y="162"/>
                </a:lnTo>
                <a:lnTo>
                  <a:pt x="652" y="162"/>
                </a:lnTo>
                <a:lnTo>
                  <a:pt x="653" y="163"/>
                </a:lnTo>
                <a:lnTo>
                  <a:pt x="653" y="164"/>
                </a:lnTo>
                <a:lnTo>
                  <a:pt x="653" y="165"/>
                </a:lnTo>
                <a:lnTo>
                  <a:pt x="654" y="165"/>
                </a:lnTo>
                <a:lnTo>
                  <a:pt x="654" y="166"/>
                </a:lnTo>
                <a:lnTo>
                  <a:pt x="655" y="166"/>
                </a:lnTo>
                <a:lnTo>
                  <a:pt x="656" y="167"/>
                </a:lnTo>
                <a:lnTo>
                  <a:pt x="657" y="168"/>
                </a:lnTo>
                <a:lnTo>
                  <a:pt x="658" y="169"/>
                </a:lnTo>
                <a:lnTo>
                  <a:pt x="659" y="169"/>
                </a:lnTo>
                <a:lnTo>
                  <a:pt x="660" y="169"/>
                </a:lnTo>
                <a:lnTo>
                  <a:pt x="661" y="169"/>
                </a:lnTo>
                <a:lnTo>
                  <a:pt x="662" y="168"/>
                </a:lnTo>
                <a:lnTo>
                  <a:pt x="663" y="168"/>
                </a:lnTo>
                <a:lnTo>
                  <a:pt x="664" y="168"/>
                </a:lnTo>
                <a:lnTo>
                  <a:pt x="664" y="169"/>
                </a:lnTo>
                <a:lnTo>
                  <a:pt x="665" y="170"/>
                </a:lnTo>
                <a:lnTo>
                  <a:pt x="665" y="171"/>
                </a:lnTo>
                <a:lnTo>
                  <a:pt x="666" y="171"/>
                </a:lnTo>
                <a:lnTo>
                  <a:pt x="667" y="171"/>
                </a:lnTo>
                <a:lnTo>
                  <a:pt x="667" y="172"/>
                </a:lnTo>
                <a:lnTo>
                  <a:pt x="668" y="172"/>
                </a:lnTo>
                <a:lnTo>
                  <a:pt x="668" y="171"/>
                </a:lnTo>
                <a:lnTo>
                  <a:pt x="669" y="171"/>
                </a:lnTo>
                <a:lnTo>
                  <a:pt x="670" y="171"/>
                </a:lnTo>
                <a:lnTo>
                  <a:pt x="671" y="171"/>
                </a:lnTo>
                <a:lnTo>
                  <a:pt x="672" y="171"/>
                </a:lnTo>
                <a:lnTo>
                  <a:pt x="672" y="170"/>
                </a:lnTo>
                <a:lnTo>
                  <a:pt x="673" y="170"/>
                </a:lnTo>
                <a:lnTo>
                  <a:pt x="674" y="170"/>
                </a:lnTo>
                <a:lnTo>
                  <a:pt x="674" y="169"/>
                </a:lnTo>
                <a:lnTo>
                  <a:pt x="675" y="169"/>
                </a:lnTo>
                <a:lnTo>
                  <a:pt x="677" y="170"/>
                </a:lnTo>
                <a:lnTo>
                  <a:pt x="677" y="171"/>
                </a:lnTo>
                <a:lnTo>
                  <a:pt x="678" y="171"/>
                </a:lnTo>
                <a:lnTo>
                  <a:pt x="678" y="172"/>
                </a:lnTo>
                <a:lnTo>
                  <a:pt x="679" y="172"/>
                </a:lnTo>
                <a:lnTo>
                  <a:pt x="679" y="173"/>
                </a:lnTo>
                <a:lnTo>
                  <a:pt x="679" y="174"/>
                </a:lnTo>
                <a:lnTo>
                  <a:pt x="679" y="175"/>
                </a:lnTo>
                <a:lnTo>
                  <a:pt x="680" y="175"/>
                </a:lnTo>
                <a:lnTo>
                  <a:pt x="682" y="175"/>
                </a:lnTo>
                <a:lnTo>
                  <a:pt x="683" y="174"/>
                </a:lnTo>
                <a:lnTo>
                  <a:pt x="684" y="175"/>
                </a:lnTo>
                <a:lnTo>
                  <a:pt x="684" y="174"/>
                </a:lnTo>
                <a:lnTo>
                  <a:pt x="685" y="173"/>
                </a:lnTo>
                <a:lnTo>
                  <a:pt x="686" y="173"/>
                </a:lnTo>
                <a:lnTo>
                  <a:pt x="687" y="173"/>
                </a:lnTo>
                <a:lnTo>
                  <a:pt x="688" y="172"/>
                </a:lnTo>
                <a:lnTo>
                  <a:pt x="689" y="172"/>
                </a:lnTo>
                <a:lnTo>
                  <a:pt x="690" y="171"/>
                </a:lnTo>
                <a:lnTo>
                  <a:pt x="691" y="171"/>
                </a:lnTo>
                <a:lnTo>
                  <a:pt x="692" y="171"/>
                </a:lnTo>
                <a:lnTo>
                  <a:pt x="693" y="170"/>
                </a:lnTo>
                <a:lnTo>
                  <a:pt x="694" y="170"/>
                </a:lnTo>
                <a:lnTo>
                  <a:pt x="695" y="171"/>
                </a:lnTo>
                <a:lnTo>
                  <a:pt x="696" y="171"/>
                </a:lnTo>
                <a:lnTo>
                  <a:pt x="697" y="171"/>
                </a:lnTo>
                <a:lnTo>
                  <a:pt x="698" y="171"/>
                </a:lnTo>
                <a:lnTo>
                  <a:pt x="698" y="172"/>
                </a:lnTo>
                <a:lnTo>
                  <a:pt x="698" y="173"/>
                </a:lnTo>
                <a:lnTo>
                  <a:pt x="699" y="174"/>
                </a:lnTo>
                <a:lnTo>
                  <a:pt x="699" y="175"/>
                </a:lnTo>
                <a:lnTo>
                  <a:pt x="700" y="176"/>
                </a:lnTo>
                <a:lnTo>
                  <a:pt x="701" y="176"/>
                </a:lnTo>
                <a:lnTo>
                  <a:pt x="703" y="175"/>
                </a:lnTo>
                <a:lnTo>
                  <a:pt x="704" y="175"/>
                </a:lnTo>
                <a:lnTo>
                  <a:pt x="705" y="174"/>
                </a:lnTo>
                <a:lnTo>
                  <a:pt x="706" y="174"/>
                </a:lnTo>
                <a:lnTo>
                  <a:pt x="707" y="174"/>
                </a:lnTo>
                <a:lnTo>
                  <a:pt x="707" y="173"/>
                </a:lnTo>
                <a:lnTo>
                  <a:pt x="708" y="172"/>
                </a:lnTo>
                <a:lnTo>
                  <a:pt x="709" y="172"/>
                </a:lnTo>
                <a:lnTo>
                  <a:pt x="710" y="171"/>
                </a:lnTo>
                <a:lnTo>
                  <a:pt x="710" y="170"/>
                </a:lnTo>
                <a:lnTo>
                  <a:pt x="710" y="169"/>
                </a:lnTo>
                <a:lnTo>
                  <a:pt x="710" y="168"/>
                </a:lnTo>
                <a:lnTo>
                  <a:pt x="711" y="168"/>
                </a:lnTo>
                <a:lnTo>
                  <a:pt x="711" y="169"/>
                </a:lnTo>
                <a:lnTo>
                  <a:pt x="712" y="168"/>
                </a:lnTo>
                <a:lnTo>
                  <a:pt x="713" y="169"/>
                </a:lnTo>
                <a:lnTo>
                  <a:pt x="714" y="170"/>
                </a:lnTo>
                <a:lnTo>
                  <a:pt x="715" y="170"/>
                </a:lnTo>
                <a:lnTo>
                  <a:pt x="715" y="169"/>
                </a:lnTo>
                <a:lnTo>
                  <a:pt x="716" y="169"/>
                </a:lnTo>
                <a:lnTo>
                  <a:pt x="716" y="170"/>
                </a:lnTo>
                <a:lnTo>
                  <a:pt x="717" y="170"/>
                </a:lnTo>
                <a:lnTo>
                  <a:pt x="717" y="169"/>
                </a:lnTo>
                <a:lnTo>
                  <a:pt x="718" y="169"/>
                </a:lnTo>
                <a:lnTo>
                  <a:pt x="718" y="168"/>
                </a:lnTo>
                <a:lnTo>
                  <a:pt x="720" y="168"/>
                </a:lnTo>
                <a:lnTo>
                  <a:pt x="720" y="167"/>
                </a:lnTo>
                <a:lnTo>
                  <a:pt x="721" y="167"/>
                </a:lnTo>
                <a:lnTo>
                  <a:pt x="722" y="167"/>
                </a:lnTo>
                <a:lnTo>
                  <a:pt x="722" y="166"/>
                </a:lnTo>
                <a:lnTo>
                  <a:pt x="722" y="165"/>
                </a:lnTo>
                <a:lnTo>
                  <a:pt x="723" y="165"/>
                </a:lnTo>
                <a:lnTo>
                  <a:pt x="724" y="164"/>
                </a:lnTo>
                <a:lnTo>
                  <a:pt x="726" y="164"/>
                </a:lnTo>
                <a:lnTo>
                  <a:pt x="726" y="163"/>
                </a:lnTo>
                <a:lnTo>
                  <a:pt x="727" y="163"/>
                </a:lnTo>
                <a:lnTo>
                  <a:pt x="728" y="163"/>
                </a:lnTo>
                <a:lnTo>
                  <a:pt x="728" y="162"/>
                </a:lnTo>
                <a:lnTo>
                  <a:pt x="729" y="162"/>
                </a:lnTo>
                <a:lnTo>
                  <a:pt x="730" y="162"/>
                </a:lnTo>
                <a:lnTo>
                  <a:pt x="731" y="162"/>
                </a:lnTo>
                <a:lnTo>
                  <a:pt x="731" y="161"/>
                </a:lnTo>
                <a:lnTo>
                  <a:pt x="731" y="160"/>
                </a:lnTo>
                <a:lnTo>
                  <a:pt x="732" y="160"/>
                </a:lnTo>
                <a:lnTo>
                  <a:pt x="732" y="159"/>
                </a:lnTo>
                <a:lnTo>
                  <a:pt x="732" y="158"/>
                </a:lnTo>
                <a:lnTo>
                  <a:pt x="731" y="158"/>
                </a:lnTo>
                <a:lnTo>
                  <a:pt x="731" y="159"/>
                </a:lnTo>
                <a:lnTo>
                  <a:pt x="730" y="159"/>
                </a:lnTo>
                <a:lnTo>
                  <a:pt x="730" y="158"/>
                </a:lnTo>
                <a:lnTo>
                  <a:pt x="730" y="157"/>
                </a:lnTo>
                <a:lnTo>
                  <a:pt x="730" y="158"/>
                </a:lnTo>
                <a:lnTo>
                  <a:pt x="729" y="158"/>
                </a:lnTo>
                <a:lnTo>
                  <a:pt x="729" y="157"/>
                </a:lnTo>
                <a:lnTo>
                  <a:pt x="729" y="156"/>
                </a:lnTo>
                <a:lnTo>
                  <a:pt x="728" y="156"/>
                </a:lnTo>
                <a:lnTo>
                  <a:pt x="728" y="155"/>
                </a:lnTo>
                <a:lnTo>
                  <a:pt x="728" y="154"/>
                </a:lnTo>
                <a:lnTo>
                  <a:pt x="728" y="153"/>
                </a:lnTo>
                <a:lnTo>
                  <a:pt x="727" y="153"/>
                </a:lnTo>
                <a:lnTo>
                  <a:pt x="727" y="152"/>
                </a:lnTo>
                <a:lnTo>
                  <a:pt x="726" y="151"/>
                </a:lnTo>
                <a:lnTo>
                  <a:pt x="726" y="150"/>
                </a:lnTo>
                <a:lnTo>
                  <a:pt x="726" y="149"/>
                </a:lnTo>
                <a:lnTo>
                  <a:pt x="726" y="148"/>
                </a:lnTo>
                <a:lnTo>
                  <a:pt x="725" y="147"/>
                </a:lnTo>
                <a:lnTo>
                  <a:pt x="727" y="146"/>
                </a:lnTo>
                <a:lnTo>
                  <a:pt x="728" y="145"/>
                </a:lnTo>
                <a:lnTo>
                  <a:pt x="728" y="144"/>
                </a:lnTo>
                <a:lnTo>
                  <a:pt x="728" y="143"/>
                </a:lnTo>
                <a:lnTo>
                  <a:pt x="728" y="142"/>
                </a:lnTo>
                <a:lnTo>
                  <a:pt x="729" y="141"/>
                </a:lnTo>
                <a:lnTo>
                  <a:pt x="730" y="141"/>
                </a:lnTo>
                <a:lnTo>
                  <a:pt x="731" y="141"/>
                </a:lnTo>
                <a:lnTo>
                  <a:pt x="732" y="142"/>
                </a:lnTo>
                <a:lnTo>
                  <a:pt x="734" y="142"/>
                </a:lnTo>
                <a:lnTo>
                  <a:pt x="735" y="143"/>
                </a:lnTo>
                <a:lnTo>
                  <a:pt x="735" y="144"/>
                </a:lnTo>
                <a:lnTo>
                  <a:pt x="735" y="145"/>
                </a:lnTo>
                <a:lnTo>
                  <a:pt x="735" y="146"/>
                </a:lnTo>
                <a:lnTo>
                  <a:pt x="735" y="147"/>
                </a:lnTo>
                <a:lnTo>
                  <a:pt x="735" y="148"/>
                </a:lnTo>
                <a:lnTo>
                  <a:pt x="736" y="148"/>
                </a:lnTo>
                <a:lnTo>
                  <a:pt x="737" y="149"/>
                </a:lnTo>
                <a:lnTo>
                  <a:pt x="738" y="150"/>
                </a:lnTo>
                <a:lnTo>
                  <a:pt x="738" y="151"/>
                </a:lnTo>
                <a:lnTo>
                  <a:pt x="738" y="152"/>
                </a:lnTo>
                <a:lnTo>
                  <a:pt x="739" y="153"/>
                </a:lnTo>
                <a:lnTo>
                  <a:pt x="738" y="154"/>
                </a:lnTo>
                <a:lnTo>
                  <a:pt x="738" y="155"/>
                </a:lnTo>
                <a:lnTo>
                  <a:pt x="739" y="156"/>
                </a:lnTo>
                <a:lnTo>
                  <a:pt x="740" y="155"/>
                </a:lnTo>
                <a:lnTo>
                  <a:pt x="741" y="156"/>
                </a:lnTo>
                <a:lnTo>
                  <a:pt x="740" y="156"/>
                </a:lnTo>
                <a:lnTo>
                  <a:pt x="740" y="157"/>
                </a:lnTo>
                <a:lnTo>
                  <a:pt x="741" y="158"/>
                </a:lnTo>
                <a:lnTo>
                  <a:pt x="742" y="159"/>
                </a:lnTo>
                <a:lnTo>
                  <a:pt x="741" y="159"/>
                </a:lnTo>
                <a:lnTo>
                  <a:pt x="741" y="160"/>
                </a:lnTo>
                <a:lnTo>
                  <a:pt x="740" y="160"/>
                </a:lnTo>
                <a:lnTo>
                  <a:pt x="741" y="161"/>
                </a:lnTo>
                <a:lnTo>
                  <a:pt x="741" y="162"/>
                </a:lnTo>
                <a:lnTo>
                  <a:pt x="742" y="162"/>
                </a:lnTo>
                <a:lnTo>
                  <a:pt x="743" y="162"/>
                </a:lnTo>
                <a:lnTo>
                  <a:pt x="744" y="162"/>
                </a:lnTo>
                <a:lnTo>
                  <a:pt x="744" y="163"/>
                </a:lnTo>
                <a:lnTo>
                  <a:pt x="744" y="165"/>
                </a:lnTo>
                <a:lnTo>
                  <a:pt x="746" y="165"/>
                </a:lnTo>
                <a:lnTo>
                  <a:pt x="747" y="165"/>
                </a:lnTo>
                <a:lnTo>
                  <a:pt x="747" y="164"/>
                </a:lnTo>
                <a:lnTo>
                  <a:pt x="748" y="164"/>
                </a:lnTo>
                <a:lnTo>
                  <a:pt x="749" y="164"/>
                </a:lnTo>
                <a:lnTo>
                  <a:pt x="749" y="163"/>
                </a:lnTo>
                <a:lnTo>
                  <a:pt x="750" y="163"/>
                </a:lnTo>
                <a:lnTo>
                  <a:pt x="751" y="162"/>
                </a:lnTo>
                <a:lnTo>
                  <a:pt x="752" y="162"/>
                </a:lnTo>
                <a:lnTo>
                  <a:pt x="752" y="161"/>
                </a:lnTo>
                <a:lnTo>
                  <a:pt x="753" y="161"/>
                </a:lnTo>
                <a:lnTo>
                  <a:pt x="754" y="161"/>
                </a:lnTo>
                <a:lnTo>
                  <a:pt x="754" y="160"/>
                </a:lnTo>
                <a:lnTo>
                  <a:pt x="755" y="159"/>
                </a:lnTo>
                <a:lnTo>
                  <a:pt x="756" y="159"/>
                </a:lnTo>
                <a:lnTo>
                  <a:pt x="757" y="160"/>
                </a:lnTo>
                <a:lnTo>
                  <a:pt x="757" y="159"/>
                </a:lnTo>
                <a:lnTo>
                  <a:pt x="758" y="158"/>
                </a:lnTo>
                <a:lnTo>
                  <a:pt x="759" y="159"/>
                </a:lnTo>
                <a:lnTo>
                  <a:pt x="759" y="158"/>
                </a:lnTo>
                <a:lnTo>
                  <a:pt x="760" y="158"/>
                </a:lnTo>
                <a:lnTo>
                  <a:pt x="760" y="159"/>
                </a:lnTo>
                <a:lnTo>
                  <a:pt x="761" y="160"/>
                </a:lnTo>
                <a:lnTo>
                  <a:pt x="762" y="159"/>
                </a:lnTo>
                <a:lnTo>
                  <a:pt x="762" y="160"/>
                </a:lnTo>
                <a:lnTo>
                  <a:pt x="763" y="159"/>
                </a:lnTo>
                <a:lnTo>
                  <a:pt x="763" y="158"/>
                </a:lnTo>
                <a:lnTo>
                  <a:pt x="764" y="158"/>
                </a:lnTo>
                <a:lnTo>
                  <a:pt x="765" y="158"/>
                </a:lnTo>
                <a:lnTo>
                  <a:pt x="764" y="157"/>
                </a:lnTo>
                <a:lnTo>
                  <a:pt x="764" y="156"/>
                </a:lnTo>
                <a:lnTo>
                  <a:pt x="765" y="155"/>
                </a:lnTo>
                <a:lnTo>
                  <a:pt x="765" y="154"/>
                </a:lnTo>
                <a:lnTo>
                  <a:pt x="764" y="154"/>
                </a:lnTo>
                <a:lnTo>
                  <a:pt x="764" y="153"/>
                </a:lnTo>
                <a:lnTo>
                  <a:pt x="765" y="152"/>
                </a:lnTo>
                <a:lnTo>
                  <a:pt x="766" y="152"/>
                </a:lnTo>
                <a:lnTo>
                  <a:pt x="766" y="153"/>
                </a:lnTo>
                <a:lnTo>
                  <a:pt x="767" y="153"/>
                </a:lnTo>
                <a:lnTo>
                  <a:pt x="768" y="152"/>
                </a:lnTo>
                <a:lnTo>
                  <a:pt x="769" y="152"/>
                </a:lnTo>
                <a:lnTo>
                  <a:pt x="770" y="151"/>
                </a:lnTo>
                <a:lnTo>
                  <a:pt x="771" y="151"/>
                </a:lnTo>
                <a:lnTo>
                  <a:pt x="772" y="151"/>
                </a:lnTo>
                <a:lnTo>
                  <a:pt x="773" y="152"/>
                </a:lnTo>
                <a:lnTo>
                  <a:pt x="774" y="152"/>
                </a:lnTo>
                <a:lnTo>
                  <a:pt x="775" y="152"/>
                </a:lnTo>
                <a:lnTo>
                  <a:pt x="776" y="151"/>
                </a:lnTo>
                <a:lnTo>
                  <a:pt x="777" y="151"/>
                </a:lnTo>
                <a:lnTo>
                  <a:pt x="777" y="150"/>
                </a:lnTo>
                <a:lnTo>
                  <a:pt x="778" y="150"/>
                </a:lnTo>
                <a:lnTo>
                  <a:pt x="779" y="151"/>
                </a:lnTo>
                <a:lnTo>
                  <a:pt x="780" y="152"/>
                </a:lnTo>
                <a:lnTo>
                  <a:pt x="781" y="152"/>
                </a:lnTo>
                <a:lnTo>
                  <a:pt x="782" y="152"/>
                </a:lnTo>
                <a:lnTo>
                  <a:pt x="782" y="151"/>
                </a:lnTo>
                <a:lnTo>
                  <a:pt x="782" y="150"/>
                </a:lnTo>
                <a:lnTo>
                  <a:pt x="782" y="149"/>
                </a:lnTo>
                <a:lnTo>
                  <a:pt x="783" y="149"/>
                </a:lnTo>
                <a:lnTo>
                  <a:pt x="784" y="149"/>
                </a:lnTo>
                <a:lnTo>
                  <a:pt x="784" y="148"/>
                </a:lnTo>
                <a:lnTo>
                  <a:pt x="785" y="149"/>
                </a:lnTo>
                <a:lnTo>
                  <a:pt x="785" y="150"/>
                </a:lnTo>
                <a:lnTo>
                  <a:pt x="786" y="151"/>
                </a:lnTo>
                <a:lnTo>
                  <a:pt x="787" y="152"/>
                </a:lnTo>
                <a:lnTo>
                  <a:pt x="788" y="152"/>
                </a:lnTo>
                <a:lnTo>
                  <a:pt x="789" y="152"/>
                </a:lnTo>
                <a:lnTo>
                  <a:pt x="789" y="153"/>
                </a:lnTo>
                <a:lnTo>
                  <a:pt x="789" y="154"/>
                </a:lnTo>
                <a:lnTo>
                  <a:pt x="789" y="155"/>
                </a:lnTo>
                <a:lnTo>
                  <a:pt x="790" y="155"/>
                </a:lnTo>
                <a:lnTo>
                  <a:pt x="790" y="156"/>
                </a:lnTo>
                <a:lnTo>
                  <a:pt x="789" y="156"/>
                </a:lnTo>
                <a:lnTo>
                  <a:pt x="788" y="156"/>
                </a:lnTo>
                <a:lnTo>
                  <a:pt x="787" y="156"/>
                </a:lnTo>
                <a:lnTo>
                  <a:pt x="786" y="157"/>
                </a:lnTo>
                <a:lnTo>
                  <a:pt x="786" y="158"/>
                </a:lnTo>
                <a:lnTo>
                  <a:pt x="787" y="158"/>
                </a:lnTo>
                <a:lnTo>
                  <a:pt x="787" y="159"/>
                </a:lnTo>
                <a:lnTo>
                  <a:pt x="787" y="160"/>
                </a:lnTo>
                <a:lnTo>
                  <a:pt x="788" y="160"/>
                </a:lnTo>
                <a:lnTo>
                  <a:pt x="789" y="161"/>
                </a:lnTo>
                <a:lnTo>
                  <a:pt x="790" y="161"/>
                </a:lnTo>
                <a:lnTo>
                  <a:pt x="790" y="162"/>
                </a:lnTo>
                <a:lnTo>
                  <a:pt x="791" y="163"/>
                </a:lnTo>
                <a:lnTo>
                  <a:pt x="792" y="163"/>
                </a:lnTo>
                <a:lnTo>
                  <a:pt x="793" y="163"/>
                </a:lnTo>
                <a:lnTo>
                  <a:pt x="794" y="163"/>
                </a:lnTo>
                <a:lnTo>
                  <a:pt x="794" y="164"/>
                </a:lnTo>
                <a:lnTo>
                  <a:pt x="794" y="165"/>
                </a:lnTo>
                <a:lnTo>
                  <a:pt x="795" y="164"/>
                </a:lnTo>
                <a:lnTo>
                  <a:pt x="796" y="164"/>
                </a:lnTo>
                <a:lnTo>
                  <a:pt x="796" y="165"/>
                </a:lnTo>
                <a:lnTo>
                  <a:pt x="797" y="166"/>
                </a:lnTo>
                <a:lnTo>
                  <a:pt x="799" y="166"/>
                </a:lnTo>
                <a:lnTo>
                  <a:pt x="799" y="165"/>
                </a:lnTo>
                <a:lnTo>
                  <a:pt x="800" y="165"/>
                </a:lnTo>
                <a:lnTo>
                  <a:pt x="800" y="166"/>
                </a:lnTo>
                <a:lnTo>
                  <a:pt x="801" y="166"/>
                </a:lnTo>
                <a:lnTo>
                  <a:pt x="802" y="166"/>
                </a:lnTo>
                <a:lnTo>
                  <a:pt x="803" y="165"/>
                </a:lnTo>
                <a:lnTo>
                  <a:pt x="804" y="166"/>
                </a:lnTo>
                <a:lnTo>
                  <a:pt x="804" y="167"/>
                </a:lnTo>
                <a:lnTo>
                  <a:pt x="805" y="167"/>
                </a:lnTo>
                <a:lnTo>
                  <a:pt x="805" y="168"/>
                </a:lnTo>
                <a:lnTo>
                  <a:pt x="807" y="168"/>
                </a:lnTo>
                <a:lnTo>
                  <a:pt x="807" y="167"/>
                </a:lnTo>
                <a:lnTo>
                  <a:pt x="808" y="167"/>
                </a:lnTo>
                <a:lnTo>
                  <a:pt x="809" y="168"/>
                </a:lnTo>
                <a:lnTo>
                  <a:pt x="810" y="168"/>
                </a:lnTo>
                <a:lnTo>
                  <a:pt x="811" y="168"/>
                </a:lnTo>
                <a:lnTo>
                  <a:pt x="812" y="168"/>
                </a:lnTo>
                <a:lnTo>
                  <a:pt x="813" y="169"/>
                </a:lnTo>
                <a:lnTo>
                  <a:pt x="814" y="169"/>
                </a:lnTo>
                <a:lnTo>
                  <a:pt x="815" y="170"/>
                </a:lnTo>
                <a:lnTo>
                  <a:pt x="815" y="171"/>
                </a:lnTo>
                <a:lnTo>
                  <a:pt x="815" y="172"/>
                </a:lnTo>
                <a:lnTo>
                  <a:pt x="816" y="173"/>
                </a:lnTo>
                <a:lnTo>
                  <a:pt x="817" y="174"/>
                </a:lnTo>
                <a:lnTo>
                  <a:pt x="817" y="173"/>
                </a:lnTo>
                <a:lnTo>
                  <a:pt x="818" y="173"/>
                </a:lnTo>
                <a:lnTo>
                  <a:pt x="819" y="173"/>
                </a:lnTo>
                <a:lnTo>
                  <a:pt x="821" y="172"/>
                </a:lnTo>
                <a:lnTo>
                  <a:pt x="821" y="171"/>
                </a:lnTo>
                <a:lnTo>
                  <a:pt x="821" y="170"/>
                </a:lnTo>
                <a:lnTo>
                  <a:pt x="822" y="170"/>
                </a:lnTo>
                <a:lnTo>
                  <a:pt x="823" y="170"/>
                </a:lnTo>
                <a:lnTo>
                  <a:pt x="825" y="170"/>
                </a:lnTo>
                <a:lnTo>
                  <a:pt x="826" y="169"/>
                </a:lnTo>
                <a:lnTo>
                  <a:pt x="827" y="168"/>
                </a:lnTo>
                <a:lnTo>
                  <a:pt x="828" y="168"/>
                </a:lnTo>
                <a:lnTo>
                  <a:pt x="829" y="168"/>
                </a:lnTo>
                <a:lnTo>
                  <a:pt x="830" y="167"/>
                </a:lnTo>
                <a:lnTo>
                  <a:pt x="830" y="168"/>
                </a:lnTo>
                <a:lnTo>
                  <a:pt x="831" y="168"/>
                </a:lnTo>
                <a:lnTo>
                  <a:pt x="832" y="167"/>
                </a:lnTo>
                <a:lnTo>
                  <a:pt x="833" y="167"/>
                </a:lnTo>
                <a:lnTo>
                  <a:pt x="833" y="166"/>
                </a:lnTo>
                <a:lnTo>
                  <a:pt x="834" y="166"/>
                </a:lnTo>
                <a:lnTo>
                  <a:pt x="835" y="167"/>
                </a:lnTo>
                <a:lnTo>
                  <a:pt x="836" y="167"/>
                </a:lnTo>
                <a:lnTo>
                  <a:pt x="837" y="167"/>
                </a:lnTo>
                <a:lnTo>
                  <a:pt x="838" y="167"/>
                </a:lnTo>
                <a:lnTo>
                  <a:pt x="838" y="166"/>
                </a:lnTo>
                <a:lnTo>
                  <a:pt x="839" y="166"/>
                </a:lnTo>
                <a:lnTo>
                  <a:pt x="840" y="166"/>
                </a:lnTo>
                <a:lnTo>
                  <a:pt x="841" y="165"/>
                </a:lnTo>
                <a:lnTo>
                  <a:pt x="842" y="164"/>
                </a:lnTo>
                <a:lnTo>
                  <a:pt x="843" y="164"/>
                </a:lnTo>
                <a:lnTo>
                  <a:pt x="844" y="163"/>
                </a:lnTo>
                <a:lnTo>
                  <a:pt x="845" y="162"/>
                </a:lnTo>
                <a:lnTo>
                  <a:pt x="846" y="162"/>
                </a:lnTo>
                <a:lnTo>
                  <a:pt x="846" y="161"/>
                </a:lnTo>
                <a:lnTo>
                  <a:pt x="847" y="161"/>
                </a:lnTo>
                <a:lnTo>
                  <a:pt x="848" y="161"/>
                </a:lnTo>
                <a:lnTo>
                  <a:pt x="849" y="161"/>
                </a:lnTo>
                <a:lnTo>
                  <a:pt x="850" y="161"/>
                </a:lnTo>
                <a:lnTo>
                  <a:pt x="851" y="161"/>
                </a:lnTo>
                <a:lnTo>
                  <a:pt x="851" y="162"/>
                </a:lnTo>
                <a:lnTo>
                  <a:pt x="851" y="163"/>
                </a:lnTo>
                <a:lnTo>
                  <a:pt x="851" y="164"/>
                </a:lnTo>
                <a:lnTo>
                  <a:pt x="851" y="165"/>
                </a:lnTo>
                <a:lnTo>
                  <a:pt x="852" y="165"/>
                </a:lnTo>
                <a:lnTo>
                  <a:pt x="852" y="164"/>
                </a:lnTo>
                <a:lnTo>
                  <a:pt x="853" y="164"/>
                </a:lnTo>
                <a:lnTo>
                  <a:pt x="854" y="164"/>
                </a:lnTo>
                <a:lnTo>
                  <a:pt x="854" y="165"/>
                </a:lnTo>
                <a:lnTo>
                  <a:pt x="855" y="165"/>
                </a:lnTo>
                <a:lnTo>
                  <a:pt x="856" y="164"/>
                </a:lnTo>
                <a:lnTo>
                  <a:pt x="857" y="163"/>
                </a:lnTo>
                <a:lnTo>
                  <a:pt x="858" y="163"/>
                </a:lnTo>
                <a:lnTo>
                  <a:pt x="858" y="162"/>
                </a:lnTo>
                <a:lnTo>
                  <a:pt x="859" y="162"/>
                </a:lnTo>
                <a:lnTo>
                  <a:pt x="860" y="163"/>
                </a:lnTo>
                <a:lnTo>
                  <a:pt x="861" y="163"/>
                </a:lnTo>
                <a:lnTo>
                  <a:pt x="862" y="163"/>
                </a:lnTo>
                <a:lnTo>
                  <a:pt x="862" y="164"/>
                </a:lnTo>
                <a:lnTo>
                  <a:pt x="863" y="165"/>
                </a:lnTo>
                <a:lnTo>
                  <a:pt x="865" y="164"/>
                </a:lnTo>
                <a:lnTo>
                  <a:pt x="866" y="164"/>
                </a:lnTo>
                <a:lnTo>
                  <a:pt x="866" y="163"/>
                </a:lnTo>
                <a:lnTo>
                  <a:pt x="867" y="163"/>
                </a:lnTo>
                <a:lnTo>
                  <a:pt x="869" y="164"/>
                </a:lnTo>
                <a:lnTo>
                  <a:pt x="870" y="164"/>
                </a:lnTo>
                <a:lnTo>
                  <a:pt x="871" y="163"/>
                </a:lnTo>
                <a:lnTo>
                  <a:pt x="871" y="162"/>
                </a:lnTo>
                <a:lnTo>
                  <a:pt x="872" y="163"/>
                </a:lnTo>
                <a:lnTo>
                  <a:pt x="873" y="163"/>
                </a:lnTo>
                <a:lnTo>
                  <a:pt x="873" y="164"/>
                </a:lnTo>
                <a:lnTo>
                  <a:pt x="874" y="164"/>
                </a:lnTo>
                <a:lnTo>
                  <a:pt x="875" y="164"/>
                </a:lnTo>
                <a:lnTo>
                  <a:pt x="875" y="163"/>
                </a:lnTo>
                <a:lnTo>
                  <a:pt x="875" y="164"/>
                </a:lnTo>
                <a:lnTo>
                  <a:pt x="876" y="164"/>
                </a:lnTo>
                <a:lnTo>
                  <a:pt x="877" y="164"/>
                </a:lnTo>
                <a:lnTo>
                  <a:pt x="877" y="165"/>
                </a:lnTo>
                <a:lnTo>
                  <a:pt x="876" y="165"/>
                </a:lnTo>
                <a:lnTo>
                  <a:pt x="876" y="166"/>
                </a:lnTo>
                <a:lnTo>
                  <a:pt x="876" y="167"/>
                </a:lnTo>
                <a:lnTo>
                  <a:pt x="876" y="168"/>
                </a:lnTo>
                <a:lnTo>
                  <a:pt x="877" y="168"/>
                </a:lnTo>
                <a:lnTo>
                  <a:pt x="878" y="168"/>
                </a:lnTo>
                <a:lnTo>
                  <a:pt x="879" y="168"/>
                </a:lnTo>
                <a:lnTo>
                  <a:pt x="879" y="169"/>
                </a:lnTo>
                <a:lnTo>
                  <a:pt x="879" y="170"/>
                </a:lnTo>
                <a:lnTo>
                  <a:pt x="879" y="171"/>
                </a:lnTo>
                <a:lnTo>
                  <a:pt x="879" y="172"/>
                </a:lnTo>
                <a:lnTo>
                  <a:pt x="879" y="173"/>
                </a:lnTo>
                <a:lnTo>
                  <a:pt x="880" y="174"/>
                </a:lnTo>
                <a:lnTo>
                  <a:pt x="880" y="175"/>
                </a:lnTo>
                <a:lnTo>
                  <a:pt x="880" y="176"/>
                </a:lnTo>
                <a:lnTo>
                  <a:pt x="880" y="177"/>
                </a:lnTo>
                <a:lnTo>
                  <a:pt x="879" y="177"/>
                </a:lnTo>
                <a:lnTo>
                  <a:pt x="879" y="178"/>
                </a:lnTo>
                <a:lnTo>
                  <a:pt x="879" y="179"/>
                </a:lnTo>
                <a:lnTo>
                  <a:pt x="878" y="179"/>
                </a:lnTo>
                <a:lnTo>
                  <a:pt x="879" y="180"/>
                </a:lnTo>
                <a:lnTo>
                  <a:pt x="878" y="181"/>
                </a:lnTo>
                <a:lnTo>
                  <a:pt x="877" y="182"/>
                </a:lnTo>
                <a:lnTo>
                  <a:pt x="877" y="183"/>
                </a:lnTo>
                <a:lnTo>
                  <a:pt x="878" y="182"/>
                </a:lnTo>
                <a:lnTo>
                  <a:pt x="878" y="183"/>
                </a:lnTo>
                <a:lnTo>
                  <a:pt x="879" y="183"/>
                </a:lnTo>
                <a:lnTo>
                  <a:pt x="879" y="184"/>
                </a:lnTo>
                <a:lnTo>
                  <a:pt x="880" y="184"/>
                </a:lnTo>
                <a:lnTo>
                  <a:pt x="881" y="184"/>
                </a:lnTo>
                <a:lnTo>
                  <a:pt x="881" y="185"/>
                </a:lnTo>
                <a:lnTo>
                  <a:pt x="881" y="186"/>
                </a:lnTo>
                <a:lnTo>
                  <a:pt x="882" y="186"/>
                </a:lnTo>
                <a:lnTo>
                  <a:pt x="881" y="187"/>
                </a:lnTo>
                <a:lnTo>
                  <a:pt x="882" y="187"/>
                </a:lnTo>
                <a:lnTo>
                  <a:pt x="882" y="188"/>
                </a:lnTo>
                <a:lnTo>
                  <a:pt x="883" y="188"/>
                </a:lnTo>
                <a:lnTo>
                  <a:pt x="884" y="188"/>
                </a:lnTo>
                <a:lnTo>
                  <a:pt x="885" y="188"/>
                </a:lnTo>
                <a:lnTo>
                  <a:pt x="886" y="188"/>
                </a:lnTo>
                <a:lnTo>
                  <a:pt x="887" y="188"/>
                </a:lnTo>
                <a:lnTo>
                  <a:pt x="887" y="189"/>
                </a:lnTo>
                <a:lnTo>
                  <a:pt x="888" y="189"/>
                </a:lnTo>
                <a:lnTo>
                  <a:pt x="889" y="189"/>
                </a:lnTo>
                <a:lnTo>
                  <a:pt x="889" y="190"/>
                </a:lnTo>
                <a:lnTo>
                  <a:pt x="888" y="190"/>
                </a:lnTo>
                <a:lnTo>
                  <a:pt x="888" y="191"/>
                </a:lnTo>
                <a:lnTo>
                  <a:pt x="889" y="191"/>
                </a:lnTo>
                <a:lnTo>
                  <a:pt x="889" y="192"/>
                </a:lnTo>
                <a:lnTo>
                  <a:pt x="890" y="192"/>
                </a:lnTo>
                <a:lnTo>
                  <a:pt x="891" y="193"/>
                </a:lnTo>
                <a:lnTo>
                  <a:pt x="892" y="193"/>
                </a:lnTo>
                <a:lnTo>
                  <a:pt x="892" y="194"/>
                </a:lnTo>
                <a:lnTo>
                  <a:pt x="892" y="195"/>
                </a:lnTo>
                <a:lnTo>
                  <a:pt x="893" y="194"/>
                </a:lnTo>
                <a:lnTo>
                  <a:pt x="894" y="195"/>
                </a:lnTo>
                <a:lnTo>
                  <a:pt x="895" y="195"/>
                </a:lnTo>
                <a:lnTo>
                  <a:pt x="895" y="194"/>
                </a:lnTo>
                <a:lnTo>
                  <a:pt x="894" y="194"/>
                </a:lnTo>
                <a:lnTo>
                  <a:pt x="895" y="193"/>
                </a:lnTo>
                <a:lnTo>
                  <a:pt x="896" y="193"/>
                </a:lnTo>
                <a:lnTo>
                  <a:pt x="896" y="192"/>
                </a:lnTo>
                <a:lnTo>
                  <a:pt x="896" y="191"/>
                </a:lnTo>
                <a:lnTo>
                  <a:pt x="896" y="190"/>
                </a:lnTo>
                <a:lnTo>
                  <a:pt x="896" y="189"/>
                </a:lnTo>
                <a:lnTo>
                  <a:pt x="897" y="189"/>
                </a:lnTo>
                <a:lnTo>
                  <a:pt x="897" y="188"/>
                </a:lnTo>
                <a:lnTo>
                  <a:pt x="897" y="187"/>
                </a:lnTo>
                <a:lnTo>
                  <a:pt x="898" y="187"/>
                </a:lnTo>
                <a:lnTo>
                  <a:pt x="898" y="186"/>
                </a:lnTo>
                <a:lnTo>
                  <a:pt x="899" y="186"/>
                </a:lnTo>
                <a:lnTo>
                  <a:pt x="900" y="185"/>
                </a:lnTo>
                <a:lnTo>
                  <a:pt x="901" y="185"/>
                </a:lnTo>
                <a:lnTo>
                  <a:pt x="902" y="185"/>
                </a:lnTo>
                <a:lnTo>
                  <a:pt x="902" y="184"/>
                </a:lnTo>
                <a:lnTo>
                  <a:pt x="903" y="184"/>
                </a:lnTo>
                <a:lnTo>
                  <a:pt x="903" y="183"/>
                </a:lnTo>
                <a:lnTo>
                  <a:pt x="904" y="183"/>
                </a:lnTo>
                <a:lnTo>
                  <a:pt x="904" y="182"/>
                </a:lnTo>
                <a:lnTo>
                  <a:pt x="904" y="181"/>
                </a:lnTo>
                <a:lnTo>
                  <a:pt x="905" y="181"/>
                </a:lnTo>
                <a:lnTo>
                  <a:pt x="906" y="181"/>
                </a:lnTo>
                <a:lnTo>
                  <a:pt x="907" y="181"/>
                </a:lnTo>
                <a:lnTo>
                  <a:pt x="908" y="182"/>
                </a:lnTo>
                <a:lnTo>
                  <a:pt x="909" y="182"/>
                </a:lnTo>
                <a:lnTo>
                  <a:pt x="910" y="182"/>
                </a:lnTo>
                <a:lnTo>
                  <a:pt x="910" y="184"/>
                </a:lnTo>
                <a:lnTo>
                  <a:pt x="909" y="185"/>
                </a:lnTo>
                <a:lnTo>
                  <a:pt x="909" y="186"/>
                </a:lnTo>
                <a:lnTo>
                  <a:pt x="910" y="186"/>
                </a:lnTo>
                <a:lnTo>
                  <a:pt x="910" y="188"/>
                </a:lnTo>
                <a:lnTo>
                  <a:pt x="910" y="189"/>
                </a:lnTo>
                <a:lnTo>
                  <a:pt x="911" y="189"/>
                </a:lnTo>
                <a:lnTo>
                  <a:pt x="912" y="190"/>
                </a:lnTo>
                <a:lnTo>
                  <a:pt x="912" y="191"/>
                </a:lnTo>
                <a:lnTo>
                  <a:pt x="912" y="192"/>
                </a:lnTo>
                <a:lnTo>
                  <a:pt x="911" y="192"/>
                </a:lnTo>
                <a:lnTo>
                  <a:pt x="911" y="193"/>
                </a:lnTo>
                <a:lnTo>
                  <a:pt x="912" y="194"/>
                </a:lnTo>
                <a:lnTo>
                  <a:pt x="913" y="194"/>
                </a:lnTo>
                <a:lnTo>
                  <a:pt x="913" y="193"/>
                </a:lnTo>
                <a:lnTo>
                  <a:pt x="914" y="193"/>
                </a:lnTo>
                <a:lnTo>
                  <a:pt x="914" y="194"/>
                </a:lnTo>
                <a:lnTo>
                  <a:pt x="915" y="194"/>
                </a:lnTo>
                <a:lnTo>
                  <a:pt x="915" y="195"/>
                </a:lnTo>
                <a:lnTo>
                  <a:pt x="915" y="196"/>
                </a:lnTo>
                <a:lnTo>
                  <a:pt x="916" y="196"/>
                </a:lnTo>
                <a:lnTo>
                  <a:pt x="917" y="197"/>
                </a:lnTo>
                <a:lnTo>
                  <a:pt x="918" y="197"/>
                </a:lnTo>
                <a:lnTo>
                  <a:pt x="919" y="197"/>
                </a:lnTo>
                <a:lnTo>
                  <a:pt x="919" y="196"/>
                </a:lnTo>
                <a:lnTo>
                  <a:pt x="920" y="196"/>
                </a:lnTo>
                <a:lnTo>
                  <a:pt x="921" y="196"/>
                </a:lnTo>
                <a:lnTo>
                  <a:pt x="922" y="196"/>
                </a:lnTo>
                <a:lnTo>
                  <a:pt x="923" y="195"/>
                </a:lnTo>
                <a:lnTo>
                  <a:pt x="924" y="195"/>
                </a:lnTo>
                <a:lnTo>
                  <a:pt x="925" y="194"/>
                </a:lnTo>
                <a:lnTo>
                  <a:pt x="926" y="195"/>
                </a:lnTo>
                <a:lnTo>
                  <a:pt x="927" y="195"/>
                </a:lnTo>
                <a:lnTo>
                  <a:pt x="928" y="195"/>
                </a:lnTo>
                <a:lnTo>
                  <a:pt x="929" y="194"/>
                </a:lnTo>
                <a:lnTo>
                  <a:pt x="929" y="195"/>
                </a:lnTo>
                <a:lnTo>
                  <a:pt x="930" y="195"/>
                </a:lnTo>
                <a:lnTo>
                  <a:pt x="931" y="196"/>
                </a:lnTo>
                <a:lnTo>
                  <a:pt x="932" y="196"/>
                </a:lnTo>
                <a:lnTo>
                  <a:pt x="933" y="198"/>
                </a:lnTo>
                <a:lnTo>
                  <a:pt x="933" y="199"/>
                </a:lnTo>
                <a:lnTo>
                  <a:pt x="933" y="200"/>
                </a:lnTo>
                <a:lnTo>
                  <a:pt x="934" y="201"/>
                </a:lnTo>
                <a:lnTo>
                  <a:pt x="934" y="203"/>
                </a:lnTo>
                <a:lnTo>
                  <a:pt x="935" y="203"/>
                </a:lnTo>
                <a:lnTo>
                  <a:pt x="936" y="203"/>
                </a:lnTo>
                <a:lnTo>
                  <a:pt x="937" y="203"/>
                </a:lnTo>
                <a:lnTo>
                  <a:pt x="937" y="202"/>
                </a:lnTo>
                <a:lnTo>
                  <a:pt x="938" y="202"/>
                </a:lnTo>
                <a:lnTo>
                  <a:pt x="939" y="202"/>
                </a:lnTo>
                <a:lnTo>
                  <a:pt x="939" y="203"/>
                </a:lnTo>
                <a:lnTo>
                  <a:pt x="939" y="204"/>
                </a:lnTo>
                <a:lnTo>
                  <a:pt x="940" y="204"/>
                </a:lnTo>
                <a:lnTo>
                  <a:pt x="940" y="205"/>
                </a:lnTo>
                <a:lnTo>
                  <a:pt x="941" y="206"/>
                </a:lnTo>
                <a:lnTo>
                  <a:pt x="941" y="207"/>
                </a:lnTo>
                <a:lnTo>
                  <a:pt x="942" y="208"/>
                </a:lnTo>
                <a:lnTo>
                  <a:pt x="943" y="209"/>
                </a:lnTo>
                <a:lnTo>
                  <a:pt x="943" y="210"/>
                </a:lnTo>
                <a:lnTo>
                  <a:pt x="943" y="211"/>
                </a:lnTo>
                <a:lnTo>
                  <a:pt x="944" y="211"/>
                </a:lnTo>
                <a:lnTo>
                  <a:pt x="944" y="212"/>
                </a:lnTo>
                <a:lnTo>
                  <a:pt x="945" y="212"/>
                </a:lnTo>
                <a:lnTo>
                  <a:pt x="945" y="213"/>
                </a:lnTo>
                <a:lnTo>
                  <a:pt x="945" y="214"/>
                </a:lnTo>
                <a:lnTo>
                  <a:pt x="946" y="214"/>
                </a:lnTo>
                <a:lnTo>
                  <a:pt x="947" y="214"/>
                </a:lnTo>
                <a:lnTo>
                  <a:pt x="947" y="215"/>
                </a:lnTo>
                <a:lnTo>
                  <a:pt x="948" y="215"/>
                </a:lnTo>
                <a:lnTo>
                  <a:pt x="948" y="216"/>
                </a:lnTo>
                <a:lnTo>
                  <a:pt x="949" y="216"/>
                </a:lnTo>
                <a:lnTo>
                  <a:pt x="950" y="216"/>
                </a:lnTo>
                <a:lnTo>
                  <a:pt x="950" y="215"/>
                </a:lnTo>
                <a:lnTo>
                  <a:pt x="951" y="215"/>
                </a:lnTo>
                <a:lnTo>
                  <a:pt x="952" y="215"/>
                </a:lnTo>
                <a:lnTo>
                  <a:pt x="953" y="216"/>
                </a:lnTo>
                <a:lnTo>
                  <a:pt x="954" y="216"/>
                </a:lnTo>
                <a:lnTo>
                  <a:pt x="954" y="217"/>
                </a:lnTo>
                <a:lnTo>
                  <a:pt x="955" y="218"/>
                </a:lnTo>
                <a:lnTo>
                  <a:pt x="957" y="220"/>
                </a:lnTo>
                <a:lnTo>
                  <a:pt x="958" y="221"/>
                </a:lnTo>
                <a:lnTo>
                  <a:pt x="958" y="222"/>
                </a:lnTo>
                <a:lnTo>
                  <a:pt x="959" y="222"/>
                </a:lnTo>
                <a:lnTo>
                  <a:pt x="960" y="222"/>
                </a:lnTo>
                <a:lnTo>
                  <a:pt x="961" y="221"/>
                </a:lnTo>
                <a:lnTo>
                  <a:pt x="961" y="220"/>
                </a:lnTo>
                <a:lnTo>
                  <a:pt x="962" y="219"/>
                </a:lnTo>
                <a:lnTo>
                  <a:pt x="963" y="219"/>
                </a:lnTo>
                <a:lnTo>
                  <a:pt x="963" y="218"/>
                </a:lnTo>
                <a:lnTo>
                  <a:pt x="962" y="218"/>
                </a:lnTo>
                <a:lnTo>
                  <a:pt x="962" y="217"/>
                </a:lnTo>
                <a:lnTo>
                  <a:pt x="963" y="216"/>
                </a:lnTo>
                <a:lnTo>
                  <a:pt x="963" y="215"/>
                </a:lnTo>
                <a:lnTo>
                  <a:pt x="963" y="214"/>
                </a:lnTo>
                <a:lnTo>
                  <a:pt x="964" y="214"/>
                </a:lnTo>
                <a:lnTo>
                  <a:pt x="964" y="215"/>
                </a:lnTo>
                <a:lnTo>
                  <a:pt x="965" y="215"/>
                </a:lnTo>
                <a:lnTo>
                  <a:pt x="966" y="214"/>
                </a:lnTo>
                <a:lnTo>
                  <a:pt x="967" y="214"/>
                </a:lnTo>
                <a:lnTo>
                  <a:pt x="966" y="214"/>
                </a:lnTo>
                <a:lnTo>
                  <a:pt x="966" y="213"/>
                </a:lnTo>
                <a:lnTo>
                  <a:pt x="967" y="213"/>
                </a:lnTo>
                <a:lnTo>
                  <a:pt x="968" y="213"/>
                </a:lnTo>
                <a:lnTo>
                  <a:pt x="969" y="213"/>
                </a:lnTo>
                <a:lnTo>
                  <a:pt x="970" y="213"/>
                </a:lnTo>
                <a:lnTo>
                  <a:pt x="970" y="214"/>
                </a:lnTo>
                <a:lnTo>
                  <a:pt x="971" y="214"/>
                </a:lnTo>
                <a:lnTo>
                  <a:pt x="972" y="214"/>
                </a:lnTo>
                <a:lnTo>
                  <a:pt x="973" y="214"/>
                </a:lnTo>
                <a:lnTo>
                  <a:pt x="974" y="214"/>
                </a:lnTo>
                <a:lnTo>
                  <a:pt x="974" y="213"/>
                </a:lnTo>
                <a:lnTo>
                  <a:pt x="974" y="212"/>
                </a:lnTo>
                <a:lnTo>
                  <a:pt x="975" y="212"/>
                </a:lnTo>
                <a:lnTo>
                  <a:pt x="975" y="213"/>
                </a:lnTo>
                <a:lnTo>
                  <a:pt x="976" y="213"/>
                </a:lnTo>
                <a:lnTo>
                  <a:pt x="977" y="214"/>
                </a:lnTo>
                <a:lnTo>
                  <a:pt x="978" y="214"/>
                </a:lnTo>
                <a:lnTo>
                  <a:pt x="978" y="213"/>
                </a:lnTo>
                <a:lnTo>
                  <a:pt x="978" y="212"/>
                </a:lnTo>
                <a:lnTo>
                  <a:pt x="979" y="212"/>
                </a:lnTo>
                <a:lnTo>
                  <a:pt x="980" y="212"/>
                </a:lnTo>
                <a:lnTo>
                  <a:pt x="980" y="211"/>
                </a:lnTo>
                <a:lnTo>
                  <a:pt x="980" y="210"/>
                </a:lnTo>
                <a:lnTo>
                  <a:pt x="981" y="210"/>
                </a:lnTo>
                <a:lnTo>
                  <a:pt x="981" y="209"/>
                </a:lnTo>
                <a:lnTo>
                  <a:pt x="982" y="209"/>
                </a:lnTo>
                <a:lnTo>
                  <a:pt x="983" y="209"/>
                </a:lnTo>
                <a:lnTo>
                  <a:pt x="984" y="209"/>
                </a:lnTo>
                <a:lnTo>
                  <a:pt x="984" y="210"/>
                </a:lnTo>
                <a:lnTo>
                  <a:pt x="985" y="210"/>
                </a:lnTo>
                <a:lnTo>
                  <a:pt x="985" y="211"/>
                </a:lnTo>
                <a:lnTo>
                  <a:pt x="986" y="211"/>
                </a:lnTo>
                <a:lnTo>
                  <a:pt x="987" y="211"/>
                </a:lnTo>
                <a:lnTo>
                  <a:pt x="988" y="212"/>
                </a:lnTo>
                <a:lnTo>
                  <a:pt x="989" y="213"/>
                </a:lnTo>
                <a:lnTo>
                  <a:pt x="990" y="213"/>
                </a:lnTo>
                <a:lnTo>
                  <a:pt x="991" y="212"/>
                </a:lnTo>
                <a:lnTo>
                  <a:pt x="992" y="211"/>
                </a:lnTo>
                <a:lnTo>
                  <a:pt x="993" y="211"/>
                </a:lnTo>
                <a:lnTo>
                  <a:pt x="994" y="211"/>
                </a:lnTo>
                <a:lnTo>
                  <a:pt x="995" y="210"/>
                </a:lnTo>
                <a:lnTo>
                  <a:pt x="996" y="210"/>
                </a:lnTo>
                <a:lnTo>
                  <a:pt x="997" y="210"/>
                </a:lnTo>
                <a:lnTo>
                  <a:pt x="998" y="211"/>
                </a:lnTo>
                <a:lnTo>
                  <a:pt x="998" y="210"/>
                </a:lnTo>
                <a:lnTo>
                  <a:pt x="999" y="210"/>
                </a:lnTo>
                <a:lnTo>
                  <a:pt x="1000" y="210"/>
                </a:lnTo>
                <a:lnTo>
                  <a:pt x="1001" y="210"/>
                </a:lnTo>
                <a:lnTo>
                  <a:pt x="1002" y="210"/>
                </a:lnTo>
                <a:lnTo>
                  <a:pt x="1003" y="210"/>
                </a:lnTo>
                <a:lnTo>
                  <a:pt x="1003" y="209"/>
                </a:lnTo>
                <a:lnTo>
                  <a:pt x="1004" y="209"/>
                </a:lnTo>
                <a:lnTo>
                  <a:pt x="1004" y="210"/>
                </a:lnTo>
                <a:lnTo>
                  <a:pt x="1004" y="211"/>
                </a:lnTo>
                <a:lnTo>
                  <a:pt x="1005" y="211"/>
                </a:lnTo>
                <a:lnTo>
                  <a:pt x="1005" y="212"/>
                </a:lnTo>
                <a:lnTo>
                  <a:pt x="1005" y="211"/>
                </a:lnTo>
                <a:lnTo>
                  <a:pt x="1006" y="211"/>
                </a:lnTo>
                <a:lnTo>
                  <a:pt x="1006" y="212"/>
                </a:lnTo>
                <a:lnTo>
                  <a:pt x="1007" y="213"/>
                </a:lnTo>
                <a:lnTo>
                  <a:pt x="1007" y="214"/>
                </a:lnTo>
                <a:lnTo>
                  <a:pt x="1007" y="215"/>
                </a:lnTo>
                <a:lnTo>
                  <a:pt x="1006" y="215"/>
                </a:lnTo>
                <a:lnTo>
                  <a:pt x="1006" y="216"/>
                </a:lnTo>
                <a:lnTo>
                  <a:pt x="1007" y="216"/>
                </a:lnTo>
                <a:lnTo>
                  <a:pt x="1006" y="217"/>
                </a:lnTo>
                <a:lnTo>
                  <a:pt x="1005" y="217"/>
                </a:lnTo>
                <a:lnTo>
                  <a:pt x="1004" y="218"/>
                </a:lnTo>
                <a:lnTo>
                  <a:pt x="1003" y="218"/>
                </a:lnTo>
                <a:lnTo>
                  <a:pt x="1002" y="218"/>
                </a:lnTo>
                <a:lnTo>
                  <a:pt x="1001" y="218"/>
                </a:lnTo>
                <a:lnTo>
                  <a:pt x="1001" y="217"/>
                </a:lnTo>
                <a:lnTo>
                  <a:pt x="1000" y="217"/>
                </a:lnTo>
                <a:lnTo>
                  <a:pt x="999" y="217"/>
                </a:lnTo>
                <a:lnTo>
                  <a:pt x="998" y="217"/>
                </a:lnTo>
                <a:lnTo>
                  <a:pt x="997" y="217"/>
                </a:lnTo>
                <a:lnTo>
                  <a:pt x="995" y="218"/>
                </a:lnTo>
                <a:lnTo>
                  <a:pt x="994" y="219"/>
                </a:lnTo>
                <a:lnTo>
                  <a:pt x="995" y="220"/>
                </a:lnTo>
                <a:lnTo>
                  <a:pt x="996" y="220"/>
                </a:lnTo>
                <a:lnTo>
                  <a:pt x="996" y="221"/>
                </a:lnTo>
                <a:lnTo>
                  <a:pt x="995" y="221"/>
                </a:lnTo>
                <a:lnTo>
                  <a:pt x="996" y="221"/>
                </a:lnTo>
                <a:lnTo>
                  <a:pt x="997" y="222"/>
                </a:lnTo>
                <a:lnTo>
                  <a:pt x="998" y="222"/>
                </a:lnTo>
                <a:lnTo>
                  <a:pt x="998" y="223"/>
                </a:lnTo>
                <a:lnTo>
                  <a:pt x="999" y="225"/>
                </a:lnTo>
                <a:lnTo>
                  <a:pt x="999" y="226"/>
                </a:lnTo>
                <a:lnTo>
                  <a:pt x="1000" y="226"/>
                </a:lnTo>
                <a:lnTo>
                  <a:pt x="1000" y="227"/>
                </a:lnTo>
                <a:lnTo>
                  <a:pt x="1001" y="227"/>
                </a:lnTo>
                <a:lnTo>
                  <a:pt x="1001" y="229"/>
                </a:lnTo>
                <a:lnTo>
                  <a:pt x="1000" y="230"/>
                </a:lnTo>
                <a:lnTo>
                  <a:pt x="999" y="230"/>
                </a:lnTo>
                <a:lnTo>
                  <a:pt x="998" y="230"/>
                </a:lnTo>
                <a:lnTo>
                  <a:pt x="998" y="229"/>
                </a:lnTo>
                <a:lnTo>
                  <a:pt x="998" y="230"/>
                </a:lnTo>
                <a:lnTo>
                  <a:pt x="997" y="230"/>
                </a:lnTo>
                <a:lnTo>
                  <a:pt x="996" y="230"/>
                </a:lnTo>
                <a:lnTo>
                  <a:pt x="995" y="229"/>
                </a:lnTo>
                <a:lnTo>
                  <a:pt x="994" y="229"/>
                </a:lnTo>
                <a:lnTo>
                  <a:pt x="993" y="229"/>
                </a:lnTo>
                <a:lnTo>
                  <a:pt x="992" y="229"/>
                </a:lnTo>
                <a:lnTo>
                  <a:pt x="992" y="230"/>
                </a:lnTo>
                <a:lnTo>
                  <a:pt x="992" y="231"/>
                </a:lnTo>
                <a:lnTo>
                  <a:pt x="993" y="231"/>
                </a:lnTo>
                <a:lnTo>
                  <a:pt x="993" y="232"/>
                </a:lnTo>
                <a:lnTo>
                  <a:pt x="993" y="233"/>
                </a:lnTo>
                <a:lnTo>
                  <a:pt x="994" y="233"/>
                </a:lnTo>
                <a:lnTo>
                  <a:pt x="993" y="233"/>
                </a:lnTo>
                <a:lnTo>
                  <a:pt x="993" y="234"/>
                </a:lnTo>
                <a:lnTo>
                  <a:pt x="991" y="234"/>
                </a:lnTo>
                <a:lnTo>
                  <a:pt x="990" y="235"/>
                </a:lnTo>
                <a:lnTo>
                  <a:pt x="991" y="235"/>
                </a:lnTo>
                <a:lnTo>
                  <a:pt x="991" y="236"/>
                </a:lnTo>
                <a:lnTo>
                  <a:pt x="992" y="236"/>
                </a:lnTo>
                <a:lnTo>
                  <a:pt x="992" y="237"/>
                </a:lnTo>
                <a:lnTo>
                  <a:pt x="993" y="237"/>
                </a:lnTo>
                <a:lnTo>
                  <a:pt x="994" y="237"/>
                </a:lnTo>
                <a:lnTo>
                  <a:pt x="994" y="238"/>
                </a:lnTo>
                <a:lnTo>
                  <a:pt x="993" y="238"/>
                </a:lnTo>
                <a:lnTo>
                  <a:pt x="992" y="239"/>
                </a:lnTo>
                <a:lnTo>
                  <a:pt x="991" y="239"/>
                </a:lnTo>
                <a:lnTo>
                  <a:pt x="991" y="238"/>
                </a:lnTo>
                <a:lnTo>
                  <a:pt x="990" y="238"/>
                </a:lnTo>
                <a:lnTo>
                  <a:pt x="989" y="238"/>
                </a:lnTo>
                <a:lnTo>
                  <a:pt x="989" y="237"/>
                </a:lnTo>
                <a:lnTo>
                  <a:pt x="988" y="237"/>
                </a:lnTo>
                <a:lnTo>
                  <a:pt x="987" y="238"/>
                </a:lnTo>
                <a:lnTo>
                  <a:pt x="986" y="238"/>
                </a:lnTo>
                <a:lnTo>
                  <a:pt x="986" y="239"/>
                </a:lnTo>
                <a:lnTo>
                  <a:pt x="985" y="239"/>
                </a:lnTo>
                <a:lnTo>
                  <a:pt x="984" y="240"/>
                </a:lnTo>
                <a:lnTo>
                  <a:pt x="985" y="240"/>
                </a:lnTo>
                <a:lnTo>
                  <a:pt x="986" y="241"/>
                </a:lnTo>
                <a:lnTo>
                  <a:pt x="986" y="243"/>
                </a:lnTo>
                <a:lnTo>
                  <a:pt x="986" y="244"/>
                </a:lnTo>
                <a:lnTo>
                  <a:pt x="986" y="245"/>
                </a:lnTo>
                <a:lnTo>
                  <a:pt x="987" y="246"/>
                </a:lnTo>
                <a:lnTo>
                  <a:pt x="988" y="246"/>
                </a:lnTo>
                <a:lnTo>
                  <a:pt x="989" y="246"/>
                </a:lnTo>
                <a:lnTo>
                  <a:pt x="989" y="247"/>
                </a:lnTo>
                <a:lnTo>
                  <a:pt x="989" y="248"/>
                </a:lnTo>
                <a:lnTo>
                  <a:pt x="990" y="248"/>
                </a:lnTo>
                <a:lnTo>
                  <a:pt x="990" y="249"/>
                </a:lnTo>
                <a:lnTo>
                  <a:pt x="991" y="249"/>
                </a:lnTo>
                <a:lnTo>
                  <a:pt x="991" y="250"/>
                </a:lnTo>
                <a:lnTo>
                  <a:pt x="992" y="251"/>
                </a:lnTo>
                <a:lnTo>
                  <a:pt x="993" y="251"/>
                </a:lnTo>
                <a:lnTo>
                  <a:pt x="993" y="252"/>
                </a:lnTo>
                <a:lnTo>
                  <a:pt x="994" y="252"/>
                </a:lnTo>
                <a:lnTo>
                  <a:pt x="994" y="251"/>
                </a:lnTo>
                <a:lnTo>
                  <a:pt x="995" y="251"/>
                </a:lnTo>
                <a:lnTo>
                  <a:pt x="995" y="252"/>
                </a:lnTo>
                <a:lnTo>
                  <a:pt x="996" y="253"/>
                </a:lnTo>
                <a:lnTo>
                  <a:pt x="996" y="254"/>
                </a:lnTo>
                <a:lnTo>
                  <a:pt x="997" y="255"/>
                </a:lnTo>
                <a:lnTo>
                  <a:pt x="998" y="255"/>
                </a:lnTo>
                <a:lnTo>
                  <a:pt x="998" y="256"/>
                </a:lnTo>
                <a:lnTo>
                  <a:pt x="999" y="256"/>
                </a:lnTo>
                <a:lnTo>
                  <a:pt x="1000" y="256"/>
                </a:lnTo>
                <a:lnTo>
                  <a:pt x="1001" y="256"/>
                </a:lnTo>
                <a:lnTo>
                  <a:pt x="1002" y="256"/>
                </a:lnTo>
                <a:lnTo>
                  <a:pt x="1003" y="256"/>
                </a:lnTo>
                <a:lnTo>
                  <a:pt x="1003" y="257"/>
                </a:lnTo>
                <a:lnTo>
                  <a:pt x="1002" y="257"/>
                </a:lnTo>
                <a:lnTo>
                  <a:pt x="1002" y="258"/>
                </a:lnTo>
                <a:lnTo>
                  <a:pt x="1001" y="258"/>
                </a:lnTo>
                <a:lnTo>
                  <a:pt x="1002" y="258"/>
                </a:lnTo>
                <a:lnTo>
                  <a:pt x="1002" y="259"/>
                </a:lnTo>
                <a:lnTo>
                  <a:pt x="1003" y="259"/>
                </a:lnTo>
                <a:lnTo>
                  <a:pt x="1004" y="259"/>
                </a:lnTo>
                <a:lnTo>
                  <a:pt x="1005" y="259"/>
                </a:lnTo>
                <a:lnTo>
                  <a:pt x="1005" y="260"/>
                </a:lnTo>
                <a:lnTo>
                  <a:pt x="1006" y="260"/>
                </a:lnTo>
                <a:lnTo>
                  <a:pt x="1007" y="261"/>
                </a:lnTo>
                <a:lnTo>
                  <a:pt x="1008" y="261"/>
                </a:lnTo>
                <a:lnTo>
                  <a:pt x="1009" y="261"/>
                </a:lnTo>
                <a:lnTo>
                  <a:pt x="1009" y="262"/>
                </a:lnTo>
                <a:lnTo>
                  <a:pt x="1008" y="262"/>
                </a:lnTo>
                <a:lnTo>
                  <a:pt x="1007" y="263"/>
                </a:lnTo>
                <a:lnTo>
                  <a:pt x="1006" y="264"/>
                </a:lnTo>
                <a:lnTo>
                  <a:pt x="1007" y="264"/>
                </a:lnTo>
                <a:lnTo>
                  <a:pt x="1008" y="265"/>
                </a:lnTo>
                <a:lnTo>
                  <a:pt x="1008" y="266"/>
                </a:lnTo>
                <a:lnTo>
                  <a:pt x="1008" y="267"/>
                </a:lnTo>
                <a:lnTo>
                  <a:pt x="1007" y="267"/>
                </a:lnTo>
                <a:lnTo>
                  <a:pt x="1007" y="268"/>
                </a:lnTo>
                <a:lnTo>
                  <a:pt x="1008" y="268"/>
                </a:lnTo>
                <a:lnTo>
                  <a:pt x="1008" y="269"/>
                </a:lnTo>
                <a:lnTo>
                  <a:pt x="1009" y="270"/>
                </a:lnTo>
                <a:lnTo>
                  <a:pt x="1010" y="270"/>
                </a:lnTo>
                <a:lnTo>
                  <a:pt x="1010" y="271"/>
                </a:lnTo>
                <a:lnTo>
                  <a:pt x="1009" y="271"/>
                </a:lnTo>
                <a:lnTo>
                  <a:pt x="1009" y="270"/>
                </a:lnTo>
                <a:lnTo>
                  <a:pt x="1009" y="271"/>
                </a:lnTo>
                <a:lnTo>
                  <a:pt x="1008" y="271"/>
                </a:lnTo>
                <a:lnTo>
                  <a:pt x="1007" y="271"/>
                </a:lnTo>
                <a:lnTo>
                  <a:pt x="1007" y="272"/>
                </a:lnTo>
                <a:lnTo>
                  <a:pt x="1006" y="272"/>
                </a:lnTo>
                <a:lnTo>
                  <a:pt x="1005" y="272"/>
                </a:lnTo>
                <a:lnTo>
                  <a:pt x="1005" y="273"/>
                </a:lnTo>
                <a:lnTo>
                  <a:pt x="1005" y="274"/>
                </a:lnTo>
                <a:lnTo>
                  <a:pt x="1004" y="274"/>
                </a:lnTo>
                <a:lnTo>
                  <a:pt x="1004" y="273"/>
                </a:lnTo>
                <a:lnTo>
                  <a:pt x="1003" y="274"/>
                </a:lnTo>
                <a:lnTo>
                  <a:pt x="1003" y="275"/>
                </a:lnTo>
                <a:lnTo>
                  <a:pt x="1003" y="276"/>
                </a:lnTo>
                <a:lnTo>
                  <a:pt x="1002" y="275"/>
                </a:lnTo>
                <a:lnTo>
                  <a:pt x="1002" y="274"/>
                </a:lnTo>
                <a:lnTo>
                  <a:pt x="1001" y="274"/>
                </a:lnTo>
                <a:lnTo>
                  <a:pt x="1000" y="274"/>
                </a:lnTo>
                <a:lnTo>
                  <a:pt x="1000" y="275"/>
                </a:lnTo>
                <a:lnTo>
                  <a:pt x="999" y="275"/>
                </a:lnTo>
                <a:lnTo>
                  <a:pt x="999" y="276"/>
                </a:lnTo>
                <a:lnTo>
                  <a:pt x="998" y="276"/>
                </a:lnTo>
                <a:lnTo>
                  <a:pt x="999" y="276"/>
                </a:lnTo>
                <a:lnTo>
                  <a:pt x="998" y="277"/>
                </a:lnTo>
                <a:lnTo>
                  <a:pt x="997" y="277"/>
                </a:lnTo>
                <a:lnTo>
                  <a:pt x="996" y="278"/>
                </a:lnTo>
                <a:lnTo>
                  <a:pt x="996" y="279"/>
                </a:lnTo>
                <a:lnTo>
                  <a:pt x="996" y="280"/>
                </a:lnTo>
                <a:lnTo>
                  <a:pt x="995" y="280"/>
                </a:lnTo>
                <a:lnTo>
                  <a:pt x="995" y="281"/>
                </a:lnTo>
                <a:lnTo>
                  <a:pt x="996" y="281"/>
                </a:lnTo>
                <a:lnTo>
                  <a:pt x="996" y="282"/>
                </a:lnTo>
                <a:lnTo>
                  <a:pt x="996" y="283"/>
                </a:lnTo>
                <a:lnTo>
                  <a:pt x="995" y="283"/>
                </a:lnTo>
                <a:lnTo>
                  <a:pt x="994" y="283"/>
                </a:lnTo>
                <a:lnTo>
                  <a:pt x="993" y="283"/>
                </a:lnTo>
                <a:lnTo>
                  <a:pt x="992" y="283"/>
                </a:lnTo>
                <a:lnTo>
                  <a:pt x="991" y="284"/>
                </a:lnTo>
                <a:lnTo>
                  <a:pt x="991" y="285"/>
                </a:lnTo>
                <a:lnTo>
                  <a:pt x="992" y="285"/>
                </a:lnTo>
                <a:lnTo>
                  <a:pt x="992" y="286"/>
                </a:lnTo>
                <a:lnTo>
                  <a:pt x="992" y="287"/>
                </a:lnTo>
                <a:lnTo>
                  <a:pt x="991" y="287"/>
                </a:lnTo>
                <a:lnTo>
                  <a:pt x="990" y="287"/>
                </a:lnTo>
                <a:lnTo>
                  <a:pt x="990" y="288"/>
                </a:lnTo>
                <a:lnTo>
                  <a:pt x="989" y="288"/>
                </a:lnTo>
                <a:lnTo>
                  <a:pt x="989" y="287"/>
                </a:lnTo>
                <a:lnTo>
                  <a:pt x="988" y="287"/>
                </a:lnTo>
                <a:lnTo>
                  <a:pt x="987" y="287"/>
                </a:lnTo>
                <a:lnTo>
                  <a:pt x="986" y="287"/>
                </a:lnTo>
                <a:lnTo>
                  <a:pt x="986" y="288"/>
                </a:lnTo>
                <a:lnTo>
                  <a:pt x="985" y="288"/>
                </a:lnTo>
                <a:lnTo>
                  <a:pt x="985" y="287"/>
                </a:lnTo>
                <a:lnTo>
                  <a:pt x="984" y="287"/>
                </a:lnTo>
                <a:lnTo>
                  <a:pt x="984" y="288"/>
                </a:lnTo>
                <a:lnTo>
                  <a:pt x="983" y="288"/>
                </a:lnTo>
                <a:lnTo>
                  <a:pt x="982" y="287"/>
                </a:lnTo>
                <a:lnTo>
                  <a:pt x="981" y="287"/>
                </a:lnTo>
                <a:lnTo>
                  <a:pt x="981" y="288"/>
                </a:lnTo>
                <a:lnTo>
                  <a:pt x="980" y="288"/>
                </a:lnTo>
                <a:lnTo>
                  <a:pt x="979" y="288"/>
                </a:lnTo>
                <a:lnTo>
                  <a:pt x="978" y="289"/>
                </a:lnTo>
                <a:lnTo>
                  <a:pt x="978" y="290"/>
                </a:lnTo>
                <a:lnTo>
                  <a:pt x="978" y="291"/>
                </a:lnTo>
                <a:lnTo>
                  <a:pt x="979" y="291"/>
                </a:lnTo>
                <a:lnTo>
                  <a:pt x="980" y="291"/>
                </a:lnTo>
                <a:lnTo>
                  <a:pt x="981" y="291"/>
                </a:lnTo>
                <a:lnTo>
                  <a:pt x="981" y="292"/>
                </a:lnTo>
                <a:lnTo>
                  <a:pt x="981" y="293"/>
                </a:lnTo>
                <a:lnTo>
                  <a:pt x="980" y="293"/>
                </a:lnTo>
                <a:lnTo>
                  <a:pt x="980" y="294"/>
                </a:lnTo>
                <a:lnTo>
                  <a:pt x="980" y="295"/>
                </a:lnTo>
                <a:lnTo>
                  <a:pt x="980" y="297"/>
                </a:lnTo>
                <a:lnTo>
                  <a:pt x="980" y="298"/>
                </a:lnTo>
                <a:lnTo>
                  <a:pt x="979" y="299"/>
                </a:lnTo>
                <a:lnTo>
                  <a:pt x="978" y="299"/>
                </a:lnTo>
                <a:lnTo>
                  <a:pt x="978" y="298"/>
                </a:lnTo>
                <a:lnTo>
                  <a:pt x="977" y="299"/>
                </a:lnTo>
                <a:lnTo>
                  <a:pt x="977" y="300"/>
                </a:lnTo>
                <a:lnTo>
                  <a:pt x="976" y="300"/>
                </a:lnTo>
                <a:lnTo>
                  <a:pt x="975" y="300"/>
                </a:lnTo>
                <a:lnTo>
                  <a:pt x="974" y="301"/>
                </a:lnTo>
                <a:lnTo>
                  <a:pt x="975" y="301"/>
                </a:lnTo>
                <a:lnTo>
                  <a:pt x="975" y="302"/>
                </a:lnTo>
                <a:lnTo>
                  <a:pt x="976" y="302"/>
                </a:lnTo>
                <a:lnTo>
                  <a:pt x="977" y="303"/>
                </a:lnTo>
                <a:lnTo>
                  <a:pt x="977" y="304"/>
                </a:lnTo>
                <a:lnTo>
                  <a:pt x="978" y="304"/>
                </a:lnTo>
                <a:lnTo>
                  <a:pt x="977" y="305"/>
                </a:lnTo>
                <a:lnTo>
                  <a:pt x="977" y="306"/>
                </a:lnTo>
                <a:lnTo>
                  <a:pt x="976" y="306"/>
                </a:lnTo>
                <a:lnTo>
                  <a:pt x="975" y="307"/>
                </a:lnTo>
                <a:lnTo>
                  <a:pt x="974" y="308"/>
                </a:lnTo>
                <a:lnTo>
                  <a:pt x="973" y="308"/>
                </a:lnTo>
                <a:lnTo>
                  <a:pt x="972" y="309"/>
                </a:lnTo>
                <a:lnTo>
                  <a:pt x="971" y="309"/>
                </a:lnTo>
                <a:lnTo>
                  <a:pt x="970" y="310"/>
                </a:lnTo>
                <a:lnTo>
                  <a:pt x="969" y="311"/>
                </a:lnTo>
                <a:lnTo>
                  <a:pt x="969" y="312"/>
                </a:lnTo>
                <a:lnTo>
                  <a:pt x="968" y="312"/>
                </a:lnTo>
                <a:lnTo>
                  <a:pt x="967" y="312"/>
                </a:lnTo>
                <a:lnTo>
                  <a:pt x="966" y="313"/>
                </a:lnTo>
                <a:lnTo>
                  <a:pt x="965" y="313"/>
                </a:lnTo>
                <a:lnTo>
                  <a:pt x="964" y="313"/>
                </a:lnTo>
                <a:lnTo>
                  <a:pt x="962" y="314"/>
                </a:lnTo>
                <a:lnTo>
                  <a:pt x="963" y="314"/>
                </a:lnTo>
                <a:lnTo>
                  <a:pt x="963" y="315"/>
                </a:lnTo>
                <a:lnTo>
                  <a:pt x="963" y="316"/>
                </a:lnTo>
                <a:lnTo>
                  <a:pt x="963" y="317"/>
                </a:lnTo>
                <a:lnTo>
                  <a:pt x="964" y="317"/>
                </a:lnTo>
                <a:lnTo>
                  <a:pt x="965" y="316"/>
                </a:lnTo>
                <a:lnTo>
                  <a:pt x="966" y="316"/>
                </a:lnTo>
                <a:lnTo>
                  <a:pt x="967" y="316"/>
                </a:lnTo>
                <a:lnTo>
                  <a:pt x="967" y="315"/>
                </a:lnTo>
                <a:lnTo>
                  <a:pt x="968" y="315"/>
                </a:lnTo>
                <a:lnTo>
                  <a:pt x="968" y="316"/>
                </a:lnTo>
                <a:lnTo>
                  <a:pt x="967" y="316"/>
                </a:lnTo>
                <a:lnTo>
                  <a:pt x="967" y="317"/>
                </a:lnTo>
                <a:lnTo>
                  <a:pt x="968" y="317"/>
                </a:lnTo>
                <a:lnTo>
                  <a:pt x="969" y="318"/>
                </a:lnTo>
                <a:lnTo>
                  <a:pt x="969" y="319"/>
                </a:lnTo>
                <a:lnTo>
                  <a:pt x="968" y="320"/>
                </a:lnTo>
                <a:lnTo>
                  <a:pt x="967" y="321"/>
                </a:lnTo>
                <a:lnTo>
                  <a:pt x="967" y="322"/>
                </a:lnTo>
                <a:lnTo>
                  <a:pt x="966" y="322"/>
                </a:lnTo>
                <a:lnTo>
                  <a:pt x="966" y="323"/>
                </a:lnTo>
                <a:lnTo>
                  <a:pt x="966" y="324"/>
                </a:lnTo>
                <a:lnTo>
                  <a:pt x="965" y="324"/>
                </a:lnTo>
                <a:lnTo>
                  <a:pt x="964" y="324"/>
                </a:lnTo>
                <a:lnTo>
                  <a:pt x="964" y="325"/>
                </a:lnTo>
                <a:lnTo>
                  <a:pt x="963" y="326"/>
                </a:lnTo>
                <a:lnTo>
                  <a:pt x="963" y="327"/>
                </a:lnTo>
                <a:lnTo>
                  <a:pt x="962" y="327"/>
                </a:lnTo>
                <a:lnTo>
                  <a:pt x="961" y="328"/>
                </a:lnTo>
                <a:lnTo>
                  <a:pt x="962" y="329"/>
                </a:lnTo>
                <a:lnTo>
                  <a:pt x="963" y="329"/>
                </a:lnTo>
                <a:lnTo>
                  <a:pt x="963" y="330"/>
                </a:lnTo>
                <a:lnTo>
                  <a:pt x="963" y="331"/>
                </a:lnTo>
                <a:lnTo>
                  <a:pt x="963" y="332"/>
                </a:lnTo>
                <a:lnTo>
                  <a:pt x="964" y="333"/>
                </a:lnTo>
                <a:lnTo>
                  <a:pt x="965" y="333"/>
                </a:lnTo>
                <a:lnTo>
                  <a:pt x="966" y="333"/>
                </a:lnTo>
                <a:lnTo>
                  <a:pt x="966" y="334"/>
                </a:lnTo>
                <a:lnTo>
                  <a:pt x="966" y="335"/>
                </a:lnTo>
                <a:lnTo>
                  <a:pt x="965" y="335"/>
                </a:lnTo>
                <a:lnTo>
                  <a:pt x="964" y="335"/>
                </a:lnTo>
                <a:lnTo>
                  <a:pt x="963" y="336"/>
                </a:lnTo>
                <a:lnTo>
                  <a:pt x="962" y="336"/>
                </a:lnTo>
                <a:lnTo>
                  <a:pt x="961" y="336"/>
                </a:lnTo>
                <a:lnTo>
                  <a:pt x="961" y="337"/>
                </a:lnTo>
                <a:lnTo>
                  <a:pt x="960" y="338"/>
                </a:lnTo>
                <a:lnTo>
                  <a:pt x="959" y="340"/>
                </a:lnTo>
                <a:lnTo>
                  <a:pt x="959" y="341"/>
                </a:lnTo>
                <a:lnTo>
                  <a:pt x="958" y="341"/>
                </a:lnTo>
                <a:lnTo>
                  <a:pt x="956" y="340"/>
                </a:lnTo>
                <a:lnTo>
                  <a:pt x="955" y="340"/>
                </a:lnTo>
                <a:lnTo>
                  <a:pt x="955" y="342"/>
                </a:lnTo>
                <a:lnTo>
                  <a:pt x="955" y="343"/>
                </a:lnTo>
                <a:lnTo>
                  <a:pt x="955" y="344"/>
                </a:lnTo>
                <a:lnTo>
                  <a:pt x="955" y="345"/>
                </a:lnTo>
                <a:lnTo>
                  <a:pt x="955" y="346"/>
                </a:lnTo>
                <a:lnTo>
                  <a:pt x="956" y="347"/>
                </a:lnTo>
                <a:lnTo>
                  <a:pt x="957" y="347"/>
                </a:lnTo>
                <a:lnTo>
                  <a:pt x="958" y="348"/>
                </a:lnTo>
                <a:lnTo>
                  <a:pt x="959" y="348"/>
                </a:lnTo>
                <a:lnTo>
                  <a:pt x="960" y="348"/>
                </a:lnTo>
                <a:lnTo>
                  <a:pt x="960" y="349"/>
                </a:lnTo>
                <a:lnTo>
                  <a:pt x="959" y="349"/>
                </a:lnTo>
                <a:lnTo>
                  <a:pt x="958" y="350"/>
                </a:lnTo>
                <a:lnTo>
                  <a:pt x="957" y="351"/>
                </a:lnTo>
                <a:lnTo>
                  <a:pt x="957" y="352"/>
                </a:lnTo>
                <a:lnTo>
                  <a:pt x="956" y="352"/>
                </a:lnTo>
                <a:lnTo>
                  <a:pt x="955" y="353"/>
                </a:lnTo>
                <a:lnTo>
                  <a:pt x="954" y="353"/>
                </a:lnTo>
                <a:lnTo>
                  <a:pt x="954" y="354"/>
                </a:lnTo>
                <a:lnTo>
                  <a:pt x="953" y="354"/>
                </a:lnTo>
                <a:lnTo>
                  <a:pt x="953" y="355"/>
                </a:lnTo>
                <a:lnTo>
                  <a:pt x="952" y="355"/>
                </a:lnTo>
                <a:lnTo>
                  <a:pt x="951" y="356"/>
                </a:lnTo>
                <a:lnTo>
                  <a:pt x="951" y="357"/>
                </a:lnTo>
                <a:lnTo>
                  <a:pt x="950" y="357"/>
                </a:lnTo>
                <a:lnTo>
                  <a:pt x="949" y="358"/>
                </a:lnTo>
                <a:lnTo>
                  <a:pt x="949" y="359"/>
                </a:lnTo>
                <a:lnTo>
                  <a:pt x="948" y="359"/>
                </a:lnTo>
                <a:lnTo>
                  <a:pt x="948" y="360"/>
                </a:lnTo>
                <a:lnTo>
                  <a:pt x="947" y="360"/>
                </a:lnTo>
                <a:lnTo>
                  <a:pt x="946" y="360"/>
                </a:lnTo>
                <a:lnTo>
                  <a:pt x="945" y="359"/>
                </a:lnTo>
                <a:lnTo>
                  <a:pt x="944" y="359"/>
                </a:lnTo>
                <a:lnTo>
                  <a:pt x="943" y="358"/>
                </a:lnTo>
                <a:lnTo>
                  <a:pt x="942" y="358"/>
                </a:lnTo>
                <a:lnTo>
                  <a:pt x="942" y="357"/>
                </a:lnTo>
                <a:lnTo>
                  <a:pt x="941" y="357"/>
                </a:lnTo>
                <a:lnTo>
                  <a:pt x="941" y="358"/>
                </a:lnTo>
                <a:lnTo>
                  <a:pt x="940" y="358"/>
                </a:lnTo>
                <a:lnTo>
                  <a:pt x="939" y="358"/>
                </a:lnTo>
                <a:lnTo>
                  <a:pt x="939" y="357"/>
                </a:lnTo>
                <a:lnTo>
                  <a:pt x="939" y="356"/>
                </a:lnTo>
                <a:lnTo>
                  <a:pt x="939" y="355"/>
                </a:lnTo>
                <a:lnTo>
                  <a:pt x="938" y="355"/>
                </a:lnTo>
                <a:lnTo>
                  <a:pt x="938" y="354"/>
                </a:lnTo>
                <a:lnTo>
                  <a:pt x="939" y="353"/>
                </a:lnTo>
                <a:lnTo>
                  <a:pt x="938" y="353"/>
                </a:lnTo>
                <a:lnTo>
                  <a:pt x="938" y="352"/>
                </a:lnTo>
                <a:lnTo>
                  <a:pt x="937" y="351"/>
                </a:lnTo>
                <a:lnTo>
                  <a:pt x="935" y="350"/>
                </a:lnTo>
                <a:lnTo>
                  <a:pt x="935" y="351"/>
                </a:lnTo>
                <a:lnTo>
                  <a:pt x="934" y="352"/>
                </a:lnTo>
                <a:lnTo>
                  <a:pt x="933" y="352"/>
                </a:lnTo>
                <a:lnTo>
                  <a:pt x="932" y="352"/>
                </a:lnTo>
                <a:lnTo>
                  <a:pt x="932" y="353"/>
                </a:lnTo>
                <a:lnTo>
                  <a:pt x="931" y="354"/>
                </a:lnTo>
                <a:lnTo>
                  <a:pt x="931" y="355"/>
                </a:lnTo>
                <a:lnTo>
                  <a:pt x="930" y="356"/>
                </a:lnTo>
                <a:lnTo>
                  <a:pt x="929" y="357"/>
                </a:lnTo>
                <a:lnTo>
                  <a:pt x="928" y="358"/>
                </a:lnTo>
                <a:lnTo>
                  <a:pt x="927" y="358"/>
                </a:lnTo>
                <a:lnTo>
                  <a:pt x="926" y="357"/>
                </a:lnTo>
                <a:lnTo>
                  <a:pt x="926" y="356"/>
                </a:lnTo>
                <a:lnTo>
                  <a:pt x="926" y="355"/>
                </a:lnTo>
                <a:lnTo>
                  <a:pt x="925" y="355"/>
                </a:lnTo>
                <a:lnTo>
                  <a:pt x="924" y="356"/>
                </a:lnTo>
                <a:lnTo>
                  <a:pt x="924" y="355"/>
                </a:lnTo>
                <a:lnTo>
                  <a:pt x="923" y="355"/>
                </a:lnTo>
                <a:lnTo>
                  <a:pt x="922" y="355"/>
                </a:lnTo>
                <a:lnTo>
                  <a:pt x="922" y="354"/>
                </a:lnTo>
                <a:lnTo>
                  <a:pt x="921" y="354"/>
                </a:lnTo>
                <a:lnTo>
                  <a:pt x="921" y="355"/>
                </a:lnTo>
                <a:lnTo>
                  <a:pt x="920" y="355"/>
                </a:lnTo>
                <a:lnTo>
                  <a:pt x="920" y="354"/>
                </a:lnTo>
                <a:lnTo>
                  <a:pt x="919" y="354"/>
                </a:lnTo>
                <a:lnTo>
                  <a:pt x="918" y="355"/>
                </a:lnTo>
                <a:lnTo>
                  <a:pt x="917" y="354"/>
                </a:lnTo>
                <a:lnTo>
                  <a:pt x="916" y="354"/>
                </a:lnTo>
                <a:lnTo>
                  <a:pt x="916" y="355"/>
                </a:lnTo>
                <a:lnTo>
                  <a:pt x="914" y="355"/>
                </a:lnTo>
                <a:lnTo>
                  <a:pt x="914" y="356"/>
                </a:lnTo>
                <a:lnTo>
                  <a:pt x="915" y="356"/>
                </a:lnTo>
                <a:lnTo>
                  <a:pt x="915" y="357"/>
                </a:lnTo>
                <a:lnTo>
                  <a:pt x="915" y="358"/>
                </a:lnTo>
                <a:lnTo>
                  <a:pt x="915" y="359"/>
                </a:lnTo>
                <a:lnTo>
                  <a:pt x="914" y="359"/>
                </a:lnTo>
                <a:lnTo>
                  <a:pt x="913" y="359"/>
                </a:lnTo>
                <a:lnTo>
                  <a:pt x="913" y="360"/>
                </a:lnTo>
                <a:lnTo>
                  <a:pt x="914" y="360"/>
                </a:lnTo>
                <a:lnTo>
                  <a:pt x="913" y="361"/>
                </a:lnTo>
                <a:lnTo>
                  <a:pt x="912" y="361"/>
                </a:lnTo>
                <a:lnTo>
                  <a:pt x="912" y="362"/>
                </a:lnTo>
                <a:lnTo>
                  <a:pt x="913" y="362"/>
                </a:lnTo>
                <a:lnTo>
                  <a:pt x="912" y="362"/>
                </a:lnTo>
                <a:lnTo>
                  <a:pt x="911" y="362"/>
                </a:lnTo>
                <a:lnTo>
                  <a:pt x="910" y="362"/>
                </a:lnTo>
                <a:lnTo>
                  <a:pt x="911" y="362"/>
                </a:lnTo>
                <a:lnTo>
                  <a:pt x="910" y="363"/>
                </a:lnTo>
                <a:lnTo>
                  <a:pt x="910" y="364"/>
                </a:lnTo>
                <a:lnTo>
                  <a:pt x="911" y="364"/>
                </a:lnTo>
                <a:lnTo>
                  <a:pt x="911" y="365"/>
                </a:lnTo>
                <a:lnTo>
                  <a:pt x="910" y="365"/>
                </a:lnTo>
                <a:lnTo>
                  <a:pt x="909" y="365"/>
                </a:lnTo>
                <a:lnTo>
                  <a:pt x="909" y="366"/>
                </a:lnTo>
                <a:lnTo>
                  <a:pt x="909" y="367"/>
                </a:lnTo>
                <a:lnTo>
                  <a:pt x="910" y="368"/>
                </a:lnTo>
                <a:lnTo>
                  <a:pt x="911" y="368"/>
                </a:lnTo>
                <a:lnTo>
                  <a:pt x="912" y="369"/>
                </a:lnTo>
                <a:lnTo>
                  <a:pt x="912" y="370"/>
                </a:lnTo>
                <a:lnTo>
                  <a:pt x="912" y="371"/>
                </a:lnTo>
                <a:lnTo>
                  <a:pt x="912" y="372"/>
                </a:lnTo>
                <a:lnTo>
                  <a:pt x="913" y="373"/>
                </a:lnTo>
                <a:lnTo>
                  <a:pt x="914" y="373"/>
                </a:lnTo>
                <a:lnTo>
                  <a:pt x="915" y="373"/>
                </a:lnTo>
                <a:lnTo>
                  <a:pt x="917" y="375"/>
                </a:lnTo>
                <a:lnTo>
                  <a:pt x="917" y="376"/>
                </a:lnTo>
                <a:lnTo>
                  <a:pt x="916" y="377"/>
                </a:lnTo>
                <a:lnTo>
                  <a:pt x="915" y="378"/>
                </a:lnTo>
                <a:lnTo>
                  <a:pt x="915" y="379"/>
                </a:lnTo>
                <a:lnTo>
                  <a:pt x="914" y="379"/>
                </a:lnTo>
                <a:lnTo>
                  <a:pt x="914" y="380"/>
                </a:lnTo>
                <a:lnTo>
                  <a:pt x="913" y="381"/>
                </a:lnTo>
                <a:lnTo>
                  <a:pt x="912" y="381"/>
                </a:lnTo>
                <a:lnTo>
                  <a:pt x="912" y="382"/>
                </a:lnTo>
                <a:lnTo>
                  <a:pt x="913" y="382"/>
                </a:lnTo>
                <a:lnTo>
                  <a:pt x="912" y="383"/>
                </a:lnTo>
                <a:lnTo>
                  <a:pt x="910" y="384"/>
                </a:lnTo>
                <a:lnTo>
                  <a:pt x="909" y="385"/>
                </a:lnTo>
                <a:lnTo>
                  <a:pt x="910" y="386"/>
                </a:lnTo>
                <a:lnTo>
                  <a:pt x="910" y="387"/>
                </a:lnTo>
                <a:lnTo>
                  <a:pt x="909" y="388"/>
                </a:lnTo>
                <a:lnTo>
                  <a:pt x="908" y="388"/>
                </a:lnTo>
                <a:lnTo>
                  <a:pt x="907" y="388"/>
                </a:lnTo>
                <a:lnTo>
                  <a:pt x="907" y="389"/>
                </a:lnTo>
                <a:lnTo>
                  <a:pt x="906" y="390"/>
                </a:lnTo>
                <a:lnTo>
                  <a:pt x="905" y="391"/>
                </a:lnTo>
                <a:lnTo>
                  <a:pt x="905" y="392"/>
                </a:lnTo>
                <a:lnTo>
                  <a:pt x="904" y="392"/>
                </a:lnTo>
                <a:lnTo>
                  <a:pt x="903" y="394"/>
                </a:lnTo>
                <a:lnTo>
                  <a:pt x="902" y="398"/>
                </a:lnTo>
                <a:lnTo>
                  <a:pt x="902" y="399"/>
                </a:lnTo>
                <a:lnTo>
                  <a:pt x="902" y="400"/>
                </a:lnTo>
                <a:lnTo>
                  <a:pt x="901" y="401"/>
                </a:lnTo>
                <a:lnTo>
                  <a:pt x="901" y="402"/>
                </a:lnTo>
                <a:lnTo>
                  <a:pt x="901" y="403"/>
                </a:lnTo>
                <a:lnTo>
                  <a:pt x="900" y="403"/>
                </a:lnTo>
                <a:lnTo>
                  <a:pt x="899" y="404"/>
                </a:lnTo>
                <a:lnTo>
                  <a:pt x="899" y="405"/>
                </a:lnTo>
                <a:lnTo>
                  <a:pt x="898" y="405"/>
                </a:lnTo>
                <a:lnTo>
                  <a:pt x="897" y="406"/>
                </a:lnTo>
                <a:lnTo>
                  <a:pt x="896" y="407"/>
                </a:lnTo>
                <a:lnTo>
                  <a:pt x="896" y="408"/>
                </a:lnTo>
                <a:lnTo>
                  <a:pt x="896" y="409"/>
                </a:lnTo>
                <a:lnTo>
                  <a:pt x="895" y="409"/>
                </a:lnTo>
                <a:lnTo>
                  <a:pt x="895" y="410"/>
                </a:lnTo>
                <a:lnTo>
                  <a:pt x="895" y="411"/>
                </a:lnTo>
                <a:lnTo>
                  <a:pt x="894" y="412"/>
                </a:lnTo>
                <a:lnTo>
                  <a:pt x="894" y="413"/>
                </a:lnTo>
                <a:lnTo>
                  <a:pt x="894" y="414"/>
                </a:lnTo>
                <a:lnTo>
                  <a:pt x="893" y="415"/>
                </a:lnTo>
                <a:lnTo>
                  <a:pt x="892" y="417"/>
                </a:lnTo>
                <a:lnTo>
                  <a:pt x="891" y="418"/>
                </a:lnTo>
                <a:lnTo>
                  <a:pt x="891" y="419"/>
                </a:lnTo>
                <a:lnTo>
                  <a:pt x="890" y="419"/>
                </a:lnTo>
                <a:lnTo>
                  <a:pt x="889" y="421"/>
                </a:lnTo>
                <a:lnTo>
                  <a:pt x="888" y="422"/>
                </a:lnTo>
                <a:lnTo>
                  <a:pt x="887" y="423"/>
                </a:lnTo>
                <a:lnTo>
                  <a:pt x="884" y="426"/>
                </a:lnTo>
                <a:lnTo>
                  <a:pt x="884" y="427"/>
                </a:lnTo>
                <a:lnTo>
                  <a:pt x="883" y="428"/>
                </a:lnTo>
                <a:lnTo>
                  <a:pt x="883" y="429"/>
                </a:lnTo>
                <a:lnTo>
                  <a:pt x="882" y="429"/>
                </a:lnTo>
                <a:lnTo>
                  <a:pt x="881" y="429"/>
                </a:lnTo>
                <a:lnTo>
                  <a:pt x="880" y="429"/>
                </a:lnTo>
                <a:lnTo>
                  <a:pt x="880" y="430"/>
                </a:lnTo>
                <a:lnTo>
                  <a:pt x="880" y="431"/>
                </a:lnTo>
                <a:lnTo>
                  <a:pt x="880" y="432"/>
                </a:lnTo>
                <a:lnTo>
                  <a:pt x="879" y="432"/>
                </a:lnTo>
                <a:lnTo>
                  <a:pt x="878" y="431"/>
                </a:lnTo>
                <a:lnTo>
                  <a:pt x="877" y="433"/>
                </a:lnTo>
                <a:lnTo>
                  <a:pt x="878" y="434"/>
                </a:lnTo>
                <a:lnTo>
                  <a:pt x="878" y="435"/>
                </a:lnTo>
                <a:lnTo>
                  <a:pt x="877" y="436"/>
                </a:lnTo>
                <a:lnTo>
                  <a:pt x="877" y="437"/>
                </a:lnTo>
                <a:lnTo>
                  <a:pt x="876" y="437"/>
                </a:lnTo>
                <a:lnTo>
                  <a:pt x="875" y="437"/>
                </a:lnTo>
                <a:lnTo>
                  <a:pt x="875" y="436"/>
                </a:lnTo>
                <a:lnTo>
                  <a:pt x="874" y="435"/>
                </a:lnTo>
                <a:lnTo>
                  <a:pt x="874" y="436"/>
                </a:lnTo>
                <a:lnTo>
                  <a:pt x="874" y="437"/>
                </a:lnTo>
                <a:lnTo>
                  <a:pt x="875" y="438"/>
                </a:lnTo>
                <a:lnTo>
                  <a:pt x="874" y="438"/>
                </a:lnTo>
                <a:lnTo>
                  <a:pt x="873" y="438"/>
                </a:lnTo>
                <a:lnTo>
                  <a:pt x="872" y="437"/>
                </a:lnTo>
                <a:lnTo>
                  <a:pt x="872" y="436"/>
                </a:lnTo>
                <a:lnTo>
                  <a:pt x="871" y="436"/>
                </a:lnTo>
                <a:lnTo>
                  <a:pt x="870" y="435"/>
                </a:lnTo>
                <a:lnTo>
                  <a:pt x="870" y="434"/>
                </a:lnTo>
                <a:lnTo>
                  <a:pt x="869" y="433"/>
                </a:lnTo>
                <a:lnTo>
                  <a:pt x="869" y="432"/>
                </a:lnTo>
                <a:lnTo>
                  <a:pt x="868" y="433"/>
                </a:lnTo>
                <a:lnTo>
                  <a:pt x="867" y="434"/>
                </a:lnTo>
                <a:lnTo>
                  <a:pt x="866" y="435"/>
                </a:lnTo>
                <a:lnTo>
                  <a:pt x="867" y="435"/>
                </a:lnTo>
                <a:lnTo>
                  <a:pt x="867" y="436"/>
                </a:lnTo>
                <a:lnTo>
                  <a:pt x="866" y="437"/>
                </a:lnTo>
                <a:lnTo>
                  <a:pt x="865" y="437"/>
                </a:lnTo>
                <a:lnTo>
                  <a:pt x="864" y="437"/>
                </a:lnTo>
                <a:lnTo>
                  <a:pt x="864" y="438"/>
                </a:lnTo>
                <a:lnTo>
                  <a:pt x="863" y="439"/>
                </a:lnTo>
                <a:lnTo>
                  <a:pt x="862" y="439"/>
                </a:lnTo>
                <a:lnTo>
                  <a:pt x="862" y="438"/>
                </a:lnTo>
                <a:lnTo>
                  <a:pt x="861" y="438"/>
                </a:lnTo>
                <a:lnTo>
                  <a:pt x="860" y="438"/>
                </a:lnTo>
                <a:lnTo>
                  <a:pt x="858" y="438"/>
                </a:lnTo>
                <a:lnTo>
                  <a:pt x="857" y="437"/>
                </a:lnTo>
                <a:lnTo>
                  <a:pt x="856" y="436"/>
                </a:lnTo>
                <a:lnTo>
                  <a:pt x="856" y="437"/>
                </a:lnTo>
                <a:lnTo>
                  <a:pt x="855" y="438"/>
                </a:lnTo>
                <a:lnTo>
                  <a:pt x="854" y="438"/>
                </a:lnTo>
                <a:lnTo>
                  <a:pt x="853" y="438"/>
                </a:lnTo>
                <a:lnTo>
                  <a:pt x="852" y="439"/>
                </a:lnTo>
                <a:lnTo>
                  <a:pt x="851" y="439"/>
                </a:lnTo>
                <a:lnTo>
                  <a:pt x="850" y="440"/>
                </a:lnTo>
                <a:lnTo>
                  <a:pt x="848" y="439"/>
                </a:lnTo>
                <a:lnTo>
                  <a:pt x="847" y="439"/>
                </a:lnTo>
                <a:lnTo>
                  <a:pt x="847" y="438"/>
                </a:lnTo>
                <a:lnTo>
                  <a:pt x="846" y="438"/>
                </a:lnTo>
                <a:lnTo>
                  <a:pt x="846" y="437"/>
                </a:lnTo>
                <a:lnTo>
                  <a:pt x="846" y="436"/>
                </a:lnTo>
                <a:lnTo>
                  <a:pt x="846" y="435"/>
                </a:lnTo>
                <a:lnTo>
                  <a:pt x="845" y="434"/>
                </a:lnTo>
                <a:lnTo>
                  <a:pt x="844" y="434"/>
                </a:lnTo>
                <a:lnTo>
                  <a:pt x="843" y="434"/>
                </a:lnTo>
                <a:lnTo>
                  <a:pt x="843" y="433"/>
                </a:lnTo>
                <a:lnTo>
                  <a:pt x="844" y="433"/>
                </a:lnTo>
                <a:lnTo>
                  <a:pt x="844" y="432"/>
                </a:lnTo>
                <a:lnTo>
                  <a:pt x="844" y="431"/>
                </a:lnTo>
                <a:lnTo>
                  <a:pt x="844" y="430"/>
                </a:lnTo>
                <a:lnTo>
                  <a:pt x="844" y="429"/>
                </a:lnTo>
                <a:lnTo>
                  <a:pt x="843" y="429"/>
                </a:lnTo>
                <a:lnTo>
                  <a:pt x="843" y="428"/>
                </a:lnTo>
                <a:lnTo>
                  <a:pt x="842" y="428"/>
                </a:lnTo>
                <a:lnTo>
                  <a:pt x="842" y="429"/>
                </a:lnTo>
                <a:lnTo>
                  <a:pt x="841" y="429"/>
                </a:lnTo>
                <a:lnTo>
                  <a:pt x="841" y="428"/>
                </a:lnTo>
                <a:lnTo>
                  <a:pt x="841" y="426"/>
                </a:lnTo>
                <a:lnTo>
                  <a:pt x="841" y="425"/>
                </a:lnTo>
                <a:lnTo>
                  <a:pt x="840" y="425"/>
                </a:lnTo>
                <a:lnTo>
                  <a:pt x="840" y="424"/>
                </a:lnTo>
                <a:lnTo>
                  <a:pt x="839" y="423"/>
                </a:lnTo>
                <a:lnTo>
                  <a:pt x="838" y="423"/>
                </a:lnTo>
                <a:lnTo>
                  <a:pt x="838" y="422"/>
                </a:lnTo>
                <a:lnTo>
                  <a:pt x="839" y="422"/>
                </a:lnTo>
                <a:lnTo>
                  <a:pt x="838" y="421"/>
                </a:lnTo>
                <a:lnTo>
                  <a:pt x="837" y="421"/>
                </a:lnTo>
                <a:lnTo>
                  <a:pt x="837" y="420"/>
                </a:lnTo>
                <a:lnTo>
                  <a:pt x="837" y="419"/>
                </a:lnTo>
                <a:lnTo>
                  <a:pt x="837" y="418"/>
                </a:lnTo>
                <a:lnTo>
                  <a:pt x="836" y="418"/>
                </a:lnTo>
                <a:lnTo>
                  <a:pt x="835" y="418"/>
                </a:lnTo>
                <a:lnTo>
                  <a:pt x="835" y="417"/>
                </a:lnTo>
                <a:lnTo>
                  <a:pt x="836" y="417"/>
                </a:lnTo>
                <a:lnTo>
                  <a:pt x="837" y="416"/>
                </a:lnTo>
                <a:lnTo>
                  <a:pt x="838" y="416"/>
                </a:lnTo>
                <a:lnTo>
                  <a:pt x="838" y="415"/>
                </a:lnTo>
                <a:lnTo>
                  <a:pt x="838" y="414"/>
                </a:lnTo>
                <a:lnTo>
                  <a:pt x="837" y="414"/>
                </a:lnTo>
                <a:lnTo>
                  <a:pt x="837" y="413"/>
                </a:lnTo>
                <a:lnTo>
                  <a:pt x="837" y="412"/>
                </a:lnTo>
                <a:lnTo>
                  <a:pt x="836" y="412"/>
                </a:lnTo>
                <a:lnTo>
                  <a:pt x="836" y="411"/>
                </a:lnTo>
                <a:lnTo>
                  <a:pt x="835" y="411"/>
                </a:lnTo>
                <a:lnTo>
                  <a:pt x="834" y="411"/>
                </a:lnTo>
                <a:lnTo>
                  <a:pt x="833" y="411"/>
                </a:lnTo>
                <a:lnTo>
                  <a:pt x="833" y="410"/>
                </a:lnTo>
                <a:lnTo>
                  <a:pt x="832" y="410"/>
                </a:lnTo>
                <a:lnTo>
                  <a:pt x="831" y="409"/>
                </a:lnTo>
                <a:lnTo>
                  <a:pt x="830" y="409"/>
                </a:lnTo>
                <a:lnTo>
                  <a:pt x="830" y="410"/>
                </a:lnTo>
                <a:lnTo>
                  <a:pt x="830" y="411"/>
                </a:lnTo>
                <a:lnTo>
                  <a:pt x="829" y="411"/>
                </a:lnTo>
                <a:lnTo>
                  <a:pt x="829" y="410"/>
                </a:lnTo>
                <a:lnTo>
                  <a:pt x="828" y="410"/>
                </a:lnTo>
                <a:lnTo>
                  <a:pt x="827" y="410"/>
                </a:lnTo>
                <a:lnTo>
                  <a:pt x="827" y="411"/>
                </a:lnTo>
                <a:lnTo>
                  <a:pt x="826" y="411"/>
                </a:lnTo>
                <a:lnTo>
                  <a:pt x="827" y="412"/>
                </a:lnTo>
                <a:lnTo>
                  <a:pt x="826" y="412"/>
                </a:lnTo>
                <a:lnTo>
                  <a:pt x="826" y="411"/>
                </a:lnTo>
                <a:lnTo>
                  <a:pt x="825" y="411"/>
                </a:lnTo>
                <a:lnTo>
                  <a:pt x="824" y="410"/>
                </a:lnTo>
                <a:lnTo>
                  <a:pt x="823" y="410"/>
                </a:lnTo>
                <a:lnTo>
                  <a:pt x="823" y="411"/>
                </a:lnTo>
                <a:lnTo>
                  <a:pt x="822" y="411"/>
                </a:lnTo>
                <a:lnTo>
                  <a:pt x="822" y="410"/>
                </a:lnTo>
                <a:lnTo>
                  <a:pt x="822" y="411"/>
                </a:lnTo>
                <a:lnTo>
                  <a:pt x="821" y="411"/>
                </a:lnTo>
                <a:lnTo>
                  <a:pt x="821" y="410"/>
                </a:lnTo>
                <a:lnTo>
                  <a:pt x="822" y="410"/>
                </a:lnTo>
                <a:lnTo>
                  <a:pt x="821" y="410"/>
                </a:lnTo>
                <a:lnTo>
                  <a:pt x="820" y="410"/>
                </a:lnTo>
                <a:lnTo>
                  <a:pt x="821" y="411"/>
                </a:lnTo>
                <a:lnTo>
                  <a:pt x="820" y="412"/>
                </a:lnTo>
                <a:lnTo>
                  <a:pt x="820" y="411"/>
                </a:lnTo>
                <a:lnTo>
                  <a:pt x="819" y="411"/>
                </a:lnTo>
                <a:lnTo>
                  <a:pt x="819" y="412"/>
                </a:lnTo>
                <a:lnTo>
                  <a:pt x="820" y="412"/>
                </a:lnTo>
                <a:lnTo>
                  <a:pt x="820" y="413"/>
                </a:lnTo>
                <a:lnTo>
                  <a:pt x="818" y="413"/>
                </a:lnTo>
                <a:lnTo>
                  <a:pt x="817" y="413"/>
                </a:lnTo>
                <a:lnTo>
                  <a:pt x="818" y="413"/>
                </a:lnTo>
                <a:lnTo>
                  <a:pt x="818" y="414"/>
                </a:lnTo>
                <a:lnTo>
                  <a:pt x="819" y="414"/>
                </a:lnTo>
                <a:lnTo>
                  <a:pt x="819" y="415"/>
                </a:lnTo>
                <a:lnTo>
                  <a:pt x="818" y="416"/>
                </a:lnTo>
                <a:lnTo>
                  <a:pt x="817" y="416"/>
                </a:lnTo>
                <a:lnTo>
                  <a:pt x="816" y="416"/>
                </a:lnTo>
                <a:lnTo>
                  <a:pt x="816" y="415"/>
                </a:lnTo>
                <a:lnTo>
                  <a:pt x="815" y="415"/>
                </a:lnTo>
                <a:lnTo>
                  <a:pt x="815" y="416"/>
                </a:lnTo>
                <a:lnTo>
                  <a:pt x="816" y="416"/>
                </a:lnTo>
                <a:lnTo>
                  <a:pt x="815" y="416"/>
                </a:lnTo>
                <a:lnTo>
                  <a:pt x="814" y="416"/>
                </a:lnTo>
                <a:lnTo>
                  <a:pt x="813" y="416"/>
                </a:lnTo>
                <a:lnTo>
                  <a:pt x="812" y="416"/>
                </a:lnTo>
                <a:lnTo>
                  <a:pt x="811" y="417"/>
                </a:lnTo>
                <a:lnTo>
                  <a:pt x="811" y="418"/>
                </a:lnTo>
                <a:lnTo>
                  <a:pt x="810" y="418"/>
                </a:lnTo>
                <a:lnTo>
                  <a:pt x="809" y="418"/>
                </a:lnTo>
                <a:lnTo>
                  <a:pt x="809" y="417"/>
                </a:lnTo>
                <a:lnTo>
                  <a:pt x="808" y="417"/>
                </a:lnTo>
                <a:lnTo>
                  <a:pt x="807" y="417"/>
                </a:lnTo>
                <a:lnTo>
                  <a:pt x="808" y="417"/>
                </a:lnTo>
                <a:lnTo>
                  <a:pt x="808" y="418"/>
                </a:lnTo>
                <a:lnTo>
                  <a:pt x="807" y="418"/>
                </a:lnTo>
                <a:lnTo>
                  <a:pt x="807" y="419"/>
                </a:lnTo>
                <a:lnTo>
                  <a:pt x="807" y="420"/>
                </a:lnTo>
                <a:lnTo>
                  <a:pt x="806" y="421"/>
                </a:lnTo>
                <a:lnTo>
                  <a:pt x="805" y="421"/>
                </a:lnTo>
                <a:lnTo>
                  <a:pt x="806" y="420"/>
                </a:lnTo>
                <a:lnTo>
                  <a:pt x="805" y="420"/>
                </a:lnTo>
                <a:lnTo>
                  <a:pt x="804" y="419"/>
                </a:lnTo>
                <a:lnTo>
                  <a:pt x="804" y="420"/>
                </a:lnTo>
                <a:lnTo>
                  <a:pt x="805" y="420"/>
                </a:lnTo>
                <a:lnTo>
                  <a:pt x="805" y="422"/>
                </a:lnTo>
                <a:lnTo>
                  <a:pt x="804" y="422"/>
                </a:lnTo>
                <a:lnTo>
                  <a:pt x="804" y="421"/>
                </a:lnTo>
                <a:lnTo>
                  <a:pt x="803" y="421"/>
                </a:lnTo>
                <a:lnTo>
                  <a:pt x="803" y="422"/>
                </a:lnTo>
                <a:lnTo>
                  <a:pt x="803" y="423"/>
                </a:lnTo>
                <a:lnTo>
                  <a:pt x="802" y="423"/>
                </a:lnTo>
                <a:lnTo>
                  <a:pt x="802" y="422"/>
                </a:lnTo>
                <a:lnTo>
                  <a:pt x="802" y="421"/>
                </a:lnTo>
                <a:lnTo>
                  <a:pt x="802" y="420"/>
                </a:lnTo>
                <a:lnTo>
                  <a:pt x="801" y="420"/>
                </a:lnTo>
                <a:lnTo>
                  <a:pt x="801" y="419"/>
                </a:lnTo>
                <a:lnTo>
                  <a:pt x="801" y="420"/>
                </a:lnTo>
                <a:lnTo>
                  <a:pt x="800" y="420"/>
                </a:lnTo>
                <a:lnTo>
                  <a:pt x="800" y="421"/>
                </a:lnTo>
                <a:lnTo>
                  <a:pt x="800" y="420"/>
                </a:lnTo>
                <a:lnTo>
                  <a:pt x="799" y="420"/>
                </a:lnTo>
                <a:lnTo>
                  <a:pt x="798" y="419"/>
                </a:lnTo>
                <a:lnTo>
                  <a:pt x="799" y="418"/>
                </a:lnTo>
                <a:lnTo>
                  <a:pt x="799" y="417"/>
                </a:lnTo>
                <a:lnTo>
                  <a:pt x="798" y="417"/>
                </a:lnTo>
                <a:lnTo>
                  <a:pt x="797" y="418"/>
                </a:lnTo>
                <a:lnTo>
                  <a:pt x="797" y="417"/>
                </a:lnTo>
                <a:lnTo>
                  <a:pt x="796" y="416"/>
                </a:lnTo>
                <a:lnTo>
                  <a:pt x="796" y="415"/>
                </a:lnTo>
                <a:lnTo>
                  <a:pt x="797" y="414"/>
                </a:lnTo>
                <a:lnTo>
                  <a:pt x="797" y="413"/>
                </a:lnTo>
                <a:lnTo>
                  <a:pt x="796" y="413"/>
                </a:lnTo>
                <a:lnTo>
                  <a:pt x="796" y="412"/>
                </a:lnTo>
                <a:lnTo>
                  <a:pt x="796" y="411"/>
                </a:lnTo>
                <a:lnTo>
                  <a:pt x="796" y="410"/>
                </a:lnTo>
                <a:lnTo>
                  <a:pt x="795" y="410"/>
                </a:lnTo>
                <a:lnTo>
                  <a:pt x="795" y="409"/>
                </a:lnTo>
                <a:lnTo>
                  <a:pt x="794" y="409"/>
                </a:lnTo>
                <a:lnTo>
                  <a:pt x="793" y="409"/>
                </a:lnTo>
                <a:lnTo>
                  <a:pt x="792" y="409"/>
                </a:lnTo>
                <a:lnTo>
                  <a:pt x="793" y="409"/>
                </a:lnTo>
                <a:lnTo>
                  <a:pt x="792" y="408"/>
                </a:lnTo>
                <a:lnTo>
                  <a:pt x="792" y="409"/>
                </a:lnTo>
                <a:lnTo>
                  <a:pt x="792" y="410"/>
                </a:lnTo>
                <a:lnTo>
                  <a:pt x="793" y="410"/>
                </a:lnTo>
                <a:lnTo>
                  <a:pt x="792" y="410"/>
                </a:lnTo>
                <a:lnTo>
                  <a:pt x="791" y="410"/>
                </a:lnTo>
                <a:lnTo>
                  <a:pt x="792" y="409"/>
                </a:lnTo>
                <a:lnTo>
                  <a:pt x="791" y="409"/>
                </a:lnTo>
                <a:lnTo>
                  <a:pt x="790" y="409"/>
                </a:lnTo>
                <a:lnTo>
                  <a:pt x="790" y="408"/>
                </a:lnTo>
                <a:lnTo>
                  <a:pt x="789" y="408"/>
                </a:lnTo>
                <a:lnTo>
                  <a:pt x="789" y="407"/>
                </a:lnTo>
                <a:lnTo>
                  <a:pt x="789" y="406"/>
                </a:lnTo>
                <a:lnTo>
                  <a:pt x="788" y="406"/>
                </a:lnTo>
                <a:lnTo>
                  <a:pt x="787" y="406"/>
                </a:lnTo>
                <a:lnTo>
                  <a:pt x="787" y="407"/>
                </a:lnTo>
                <a:lnTo>
                  <a:pt x="787" y="406"/>
                </a:lnTo>
                <a:lnTo>
                  <a:pt x="786" y="406"/>
                </a:lnTo>
                <a:lnTo>
                  <a:pt x="785" y="406"/>
                </a:lnTo>
                <a:lnTo>
                  <a:pt x="785" y="405"/>
                </a:lnTo>
                <a:lnTo>
                  <a:pt x="784" y="405"/>
                </a:lnTo>
                <a:lnTo>
                  <a:pt x="784" y="404"/>
                </a:lnTo>
                <a:lnTo>
                  <a:pt x="783" y="403"/>
                </a:lnTo>
                <a:lnTo>
                  <a:pt x="781" y="403"/>
                </a:lnTo>
                <a:lnTo>
                  <a:pt x="780" y="403"/>
                </a:lnTo>
                <a:lnTo>
                  <a:pt x="780" y="404"/>
                </a:lnTo>
                <a:lnTo>
                  <a:pt x="780" y="403"/>
                </a:lnTo>
                <a:lnTo>
                  <a:pt x="780" y="404"/>
                </a:lnTo>
                <a:lnTo>
                  <a:pt x="780" y="403"/>
                </a:lnTo>
                <a:lnTo>
                  <a:pt x="779" y="403"/>
                </a:lnTo>
                <a:lnTo>
                  <a:pt x="780" y="403"/>
                </a:lnTo>
                <a:lnTo>
                  <a:pt x="780" y="402"/>
                </a:lnTo>
                <a:lnTo>
                  <a:pt x="779" y="403"/>
                </a:lnTo>
                <a:lnTo>
                  <a:pt x="778" y="403"/>
                </a:lnTo>
                <a:lnTo>
                  <a:pt x="777" y="403"/>
                </a:lnTo>
                <a:lnTo>
                  <a:pt x="776" y="403"/>
                </a:lnTo>
                <a:lnTo>
                  <a:pt x="775" y="403"/>
                </a:lnTo>
                <a:lnTo>
                  <a:pt x="775" y="402"/>
                </a:lnTo>
                <a:lnTo>
                  <a:pt x="774" y="402"/>
                </a:lnTo>
                <a:lnTo>
                  <a:pt x="774" y="401"/>
                </a:lnTo>
                <a:lnTo>
                  <a:pt x="773" y="401"/>
                </a:lnTo>
                <a:lnTo>
                  <a:pt x="772" y="401"/>
                </a:lnTo>
                <a:lnTo>
                  <a:pt x="772" y="402"/>
                </a:lnTo>
                <a:lnTo>
                  <a:pt x="771" y="401"/>
                </a:lnTo>
                <a:lnTo>
                  <a:pt x="771" y="400"/>
                </a:lnTo>
                <a:lnTo>
                  <a:pt x="772" y="401"/>
                </a:lnTo>
                <a:lnTo>
                  <a:pt x="772" y="400"/>
                </a:lnTo>
                <a:lnTo>
                  <a:pt x="772" y="399"/>
                </a:lnTo>
                <a:lnTo>
                  <a:pt x="772" y="400"/>
                </a:lnTo>
                <a:lnTo>
                  <a:pt x="771" y="400"/>
                </a:lnTo>
                <a:lnTo>
                  <a:pt x="771" y="399"/>
                </a:lnTo>
                <a:lnTo>
                  <a:pt x="770" y="400"/>
                </a:lnTo>
                <a:lnTo>
                  <a:pt x="770" y="401"/>
                </a:lnTo>
                <a:lnTo>
                  <a:pt x="770" y="402"/>
                </a:lnTo>
                <a:lnTo>
                  <a:pt x="769" y="402"/>
                </a:lnTo>
                <a:lnTo>
                  <a:pt x="769" y="401"/>
                </a:lnTo>
                <a:lnTo>
                  <a:pt x="769" y="400"/>
                </a:lnTo>
                <a:lnTo>
                  <a:pt x="768" y="399"/>
                </a:lnTo>
                <a:lnTo>
                  <a:pt x="768" y="400"/>
                </a:lnTo>
                <a:lnTo>
                  <a:pt x="767" y="401"/>
                </a:lnTo>
                <a:lnTo>
                  <a:pt x="766" y="401"/>
                </a:lnTo>
                <a:lnTo>
                  <a:pt x="766" y="400"/>
                </a:lnTo>
                <a:lnTo>
                  <a:pt x="766" y="399"/>
                </a:lnTo>
                <a:lnTo>
                  <a:pt x="766" y="398"/>
                </a:lnTo>
                <a:lnTo>
                  <a:pt x="765" y="398"/>
                </a:lnTo>
                <a:lnTo>
                  <a:pt x="765" y="397"/>
                </a:lnTo>
                <a:lnTo>
                  <a:pt x="765" y="396"/>
                </a:lnTo>
                <a:lnTo>
                  <a:pt x="764" y="396"/>
                </a:lnTo>
                <a:lnTo>
                  <a:pt x="763" y="397"/>
                </a:lnTo>
                <a:lnTo>
                  <a:pt x="762" y="397"/>
                </a:lnTo>
                <a:lnTo>
                  <a:pt x="762" y="398"/>
                </a:lnTo>
                <a:lnTo>
                  <a:pt x="762" y="399"/>
                </a:lnTo>
                <a:lnTo>
                  <a:pt x="761" y="399"/>
                </a:lnTo>
                <a:lnTo>
                  <a:pt x="760" y="399"/>
                </a:lnTo>
                <a:lnTo>
                  <a:pt x="760" y="400"/>
                </a:lnTo>
                <a:lnTo>
                  <a:pt x="759" y="400"/>
                </a:lnTo>
                <a:lnTo>
                  <a:pt x="759" y="401"/>
                </a:lnTo>
                <a:lnTo>
                  <a:pt x="759" y="402"/>
                </a:lnTo>
                <a:lnTo>
                  <a:pt x="760" y="402"/>
                </a:lnTo>
                <a:lnTo>
                  <a:pt x="760" y="403"/>
                </a:lnTo>
                <a:lnTo>
                  <a:pt x="759" y="403"/>
                </a:lnTo>
                <a:lnTo>
                  <a:pt x="759" y="404"/>
                </a:lnTo>
                <a:lnTo>
                  <a:pt x="758" y="404"/>
                </a:lnTo>
                <a:lnTo>
                  <a:pt x="758" y="405"/>
                </a:lnTo>
                <a:lnTo>
                  <a:pt x="759" y="406"/>
                </a:lnTo>
                <a:lnTo>
                  <a:pt x="758" y="406"/>
                </a:lnTo>
                <a:lnTo>
                  <a:pt x="757" y="406"/>
                </a:lnTo>
                <a:lnTo>
                  <a:pt x="757" y="407"/>
                </a:lnTo>
                <a:lnTo>
                  <a:pt x="756" y="407"/>
                </a:lnTo>
                <a:lnTo>
                  <a:pt x="757" y="407"/>
                </a:lnTo>
                <a:lnTo>
                  <a:pt x="757" y="408"/>
                </a:lnTo>
                <a:lnTo>
                  <a:pt x="757" y="409"/>
                </a:lnTo>
                <a:lnTo>
                  <a:pt x="757" y="408"/>
                </a:lnTo>
                <a:lnTo>
                  <a:pt x="756" y="408"/>
                </a:lnTo>
                <a:lnTo>
                  <a:pt x="756" y="409"/>
                </a:lnTo>
                <a:lnTo>
                  <a:pt x="756" y="408"/>
                </a:lnTo>
                <a:lnTo>
                  <a:pt x="755" y="408"/>
                </a:lnTo>
                <a:lnTo>
                  <a:pt x="755" y="409"/>
                </a:lnTo>
                <a:lnTo>
                  <a:pt x="754" y="410"/>
                </a:lnTo>
                <a:lnTo>
                  <a:pt x="755" y="412"/>
                </a:lnTo>
                <a:lnTo>
                  <a:pt x="756" y="413"/>
                </a:lnTo>
                <a:lnTo>
                  <a:pt x="757" y="413"/>
                </a:lnTo>
                <a:lnTo>
                  <a:pt x="756" y="414"/>
                </a:lnTo>
                <a:lnTo>
                  <a:pt x="755" y="414"/>
                </a:lnTo>
                <a:lnTo>
                  <a:pt x="756" y="415"/>
                </a:lnTo>
                <a:lnTo>
                  <a:pt x="755" y="415"/>
                </a:lnTo>
                <a:lnTo>
                  <a:pt x="754" y="415"/>
                </a:lnTo>
                <a:lnTo>
                  <a:pt x="753" y="415"/>
                </a:lnTo>
                <a:lnTo>
                  <a:pt x="752" y="415"/>
                </a:lnTo>
                <a:lnTo>
                  <a:pt x="751" y="415"/>
                </a:lnTo>
                <a:lnTo>
                  <a:pt x="751" y="414"/>
                </a:lnTo>
                <a:lnTo>
                  <a:pt x="750" y="414"/>
                </a:lnTo>
                <a:lnTo>
                  <a:pt x="749" y="414"/>
                </a:lnTo>
                <a:lnTo>
                  <a:pt x="749" y="413"/>
                </a:lnTo>
                <a:lnTo>
                  <a:pt x="748" y="413"/>
                </a:lnTo>
                <a:lnTo>
                  <a:pt x="747" y="413"/>
                </a:lnTo>
                <a:lnTo>
                  <a:pt x="746" y="415"/>
                </a:lnTo>
                <a:lnTo>
                  <a:pt x="746" y="416"/>
                </a:lnTo>
                <a:lnTo>
                  <a:pt x="746" y="417"/>
                </a:lnTo>
                <a:lnTo>
                  <a:pt x="748" y="419"/>
                </a:lnTo>
                <a:lnTo>
                  <a:pt x="749" y="419"/>
                </a:lnTo>
                <a:lnTo>
                  <a:pt x="749" y="418"/>
                </a:lnTo>
                <a:lnTo>
                  <a:pt x="750" y="418"/>
                </a:lnTo>
                <a:lnTo>
                  <a:pt x="750" y="419"/>
                </a:lnTo>
                <a:lnTo>
                  <a:pt x="750" y="420"/>
                </a:lnTo>
                <a:lnTo>
                  <a:pt x="749" y="420"/>
                </a:lnTo>
                <a:lnTo>
                  <a:pt x="748" y="420"/>
                </a:lnTo>
                <a:lnTo>
                  <a:pt x="748" y="421"/>
                </a:lnTo>
                <a:lnTo>
                  <a:pt x="748" y="422"/>
                </a:lnTo>
                <a:lnTo>
                  <a:pt x="747" y="422"/>
                </a:lnTo>
                <a:lnTo>
                  <a:pt x="746" y="422"/>
                </a:lnTo>
                <a:lnTo>
                  <a:pt x="746" y="423"/>
                </a:lnTo>
                <a:lnTo>
                  <a:pt x="745" y="423"/>
                </a:lnTo>
                <a:lnTo>
                  <a:pt x="744" y="423"/>
                </a:lnTo>
                <a:lnTo>
                  <a:pt x="744" y="422"/>
                </a:lnTo>
                <a:lnTo>
                  <a:pt x="743" y="423"/>
                </a:lnTo>
                <a:lnTo>
                  <a:pt x="742" y="423"/>
                </a:lnTo>
                <a:lnTo>
                  <a:pt x="742" y="422"/>
                </a:lnTo>
                <a:lnTo>
                  <a:pt x="741" y="422"/>
                </a:lnTo>
                <a:lnTo>
                  <a:pt x="741" y="423"/>
                </a:lnTo>
                <a:lnTo>
                  <a:pt x="740" y="423"/>
                </a:lnTo>
                <a:lnTo>
                  <a:pt x="739" y="423"/>
                </a:lnTo>
                <a:lnTo>
                  <a:pt x="739" y="424"/>
                </a:lnTo>
                <a:lnTo>
                  <a:pt x="739" y="425"/>
                </a:lnTo>
                <a:lnTo>
                  <a:pt x="740" y="426"/>
                </a:lnTo>
                <a:lnTo>
                  <a:pt x="741" y="426"/>
                </a:lnTo>
                <a:lnTo>
                  <a:pt x="741" y="425"/>
                </a:lnTo>
                <a:lnTo>
                  <a:pt x="742" y="425"/>
                </a:lnTo>
                <a:lnTo>
                  <a:pt x="743" y="424"/>
                </a:lnTo>
                <a:lnTo>
                  <a:pt x="744" y="425"/>
                </a:lnTo>
                <a:lnTo>
                  <a:pt x="744" y="426"/>
                </a:lnTo>
                <a:lnTo>
                  <a:pt x="743" y="426"/>
                </a:lnTo>
                <a:lnTo>
                  <a:pt x="742" y="427"/>
                </a:lnTo>
                <a:lnTo>
                  <a:pt x="742" y="428"/>
                </a:lnTo>
                <a:lnTo>
                  <a:pt x="743" y="428"/>
                </a:lnTo>
                <a:lnTo>
                  <a:pt x="743" y="429"/>
                </a:lnTo>
                <a:lnTo>
                  <a:pt x="744" y="429"/>
                </a:lnTo>
                <a:lnTo>
                  <a:pt x="744" y="430"/>
                </a:lnTo>
                <a:lnTo>
                  <a:pt x="745" y="430"/>
                </a:lnTo>
                <a:lnTo>
                  <a:pt x="747" y="430"/>
                </a:lnTo>
                <a:lnTo>
                  <a:pt x="748" y="431"/>
                </a:lnTo>
                <a:lnTo>
                  <a:pt x="748" y="432"/>
                </a:lnTo>
                <a:lnTo>
                  <a:pt x="748" y="433"/>
                </a:lnTo>
                <a:lnTo>
                  <a:pt x="748" y="434"/>
                </a:lnTo>
                <a:lnTo>
                  <a:pt x="750" y="434"/>
                </a:lnTo>
                <a:lnTo>
                  <a:pt x="751" y="434"/>
                </a:lnTo>
                <a:lnTo>
                  <a:pt x="751" y="435"/>
                </a:lnTo>
                <a:lnTo>
                  <a:pt x="752" y="436"/>
                </a:lnTo>
                <a:lnTo>
                  <a:pt x="752" y="437"/>
                </a:lnTo>
                <a:lnTo>
                  <a:pt x="754" y="437"/>
                </a:lnTo>
                <a:lnTo>
                  <a:pt x="755" y="437"/>
                </a:lnTo>
                <a:lnTo>
                  <a:pt x="756" y="437"/>
                </a:lnTo>
                <a:lnTo>
                  <a:pt x="756" y="438"/>
                </a:lnTo>
                <a:lnTo>
                  <a:pt x="756" y="439"/>
                </a:lnTo>
                <a:lnTo>
                  <a:pt x="757" y="438"/>
                </a:lnTo>
                <a:lnTo>
                  <a:pt x="758" y="438"/>
                </a:lnTo>
                <a:lnTo>
                  <a:pt x="758" y="439"/>
                </a:lnTo>
                <a:lnTo>
                  <a:pt x="759" y="440"/>
                </a:lnTo>
                <a:lnTo>
                  <a:pt x="758" y="441"/>
                </a:lnTo>
                <a:lnTo>
                  <a:pt x="757" y="441"/>
                </a:lnTo>
                <a:lnTo>
                  <a:pt x="756" y="441"/>
                </a:lnTo>
                <a:lnTo>
                  <a:pt x="756" y="442"/>
                </a:lnTo>
                <a:lnTo>
                  <a:pt x="756" y="443"/>
                </a:lnTo>
                <a:lnTo>
                  <a:pt x="756" y="444"/>
                </a:lnTo>
                <a:lnTo>
                  <a:pt x="756" y="445"/>
                </a:lnTo>
                <a:lnTo>
                  <a:pt x="756" y="446"/>
                </a:lnTo>
                <a:lnTo>
                  <a:pt x="755" y="446"/>
                </a:lnTo>
                <a:lnTo>
                  <a:pt x="755" y="447"/>
                </a:lnTo>
                <a:lnTo>
                  <a:pt x="755" y="448"/>
                </a:lnTo>
                <a:lnTo>
                  <a:pt x="754" y="449"/>
                </a:lnTo>
                <a:lnTo>
                  <a:pt x="754" y="448"/>
                </a:lnTo>
                <a:lnTo>
                  <a:pt x="754" y="449"/>
                </a:lnTo>
                <a:lnTo>
                  <a:pt x="755" y="450"/>
                </a:lnTo>
                <a:lnTo>
                  <a:pt x="755" y="451"/>
                </a:lnTo>
                <a:lnTo>
                  <a:pt x="754" y="451"/>
                </a:lnTo>
                <a:lnTo>
                  <a:pt x="755" y="452"/>
                </a:lnTo>
                <a:lnTo>
                  <a:pt x="756" y="452"/>
                </a:lnTo>
                <a:lnTo>
                  <a:pt x="756" y="453"/>
                </a:lnTo>
                <a:lnTo>
                  <a:pt x="757" y="453"/>
                </a:lnTo>
                <a:lnTo>
                  <a:pt x="757" y="454"/>
                </a:lnTo>
                <a:lnTo>
                  <a:pt x="756" y="454"/>
                </a:lnTo>
                <a:lnTo>
                  <a:pt x="756" y="455"/>
                </a:lnTo>
                <a:lnTo>
                  <a:pt x="757" y="455"/>
                </a:lnTo>
                <a:lnTo>
                  <a:pt x="756" y="455"/>
                </a:lnTo>
                <a:lnTo>
                  <a:pt x="756" y="456"/>
                </a:lnTo>
                <a:lnTo>
                  <a:pt x="755" y="456"/>
                </a:lnTo>
                <a:lnTo>
                  <a:pt x="755" y="457"/>
                </a:lnTo>
                <a:lnTo>
                  <a:pt x="754" y="457"/>
                </a:lnTo>
                <a:lnTo>
                  <a:pt x="753" y="457"/>
                </a:lnTo>
                <a:lnTo>
                  <a:pt x="753" y="456"/>
                </a:lnTo>
                <a:lnTo>
                  <a:pt x="751" y="456"/>
                </a:lnTo>
                <a:lnTo>
                  <a:pt x="751" y="457"/>
                </a:lnTo>
                <a:lnTo>
                  <a:pt x="750" y="457"/>
                </a:lnTo>
                <a:lnTo>
                  <a:pt x="749" y="457"/>
                </a:lnTo>
                <a:lnTo>
                  <a:pt x="748" y="457"/>
                </a:lnTo>
                <a:lnTo>
                  <a:pt x="748" y="458"/>
                </a:lnTo>
                <a:lnTo>
                  <a:pt x="747" y="458"/>
                </a:lnTo>
                <a:lnTo>
                  <a:pt x="746" y="457"/>
                </a:lnTo>
                <a:lnTo>
                  <a:pt x="745" y="458"/>
                </a:lnTo>
                <a:lnTo>
                  <a:pt x="745" y="459"/>
                </a:lnTo>
                <a:lnTo>
                  <a:pt x="745" y="460"/>
                </a:lnTo>
                <a:lnTo>
                  <a:pt x="744" y="460"/>
                </a:lnTo>
                <a:lnTo>
                  <a:pt x="744" y="459"/>
                </a:lnTo>
                <a:lnTo>
                  <a:pt x="743" y="459"/>
                </a:lnTo>
                <a:lnTo>
                  <a:pt x="743" y="460"/>
                </a:lnTo>
                <a:lnTo>
                  <a:pt x="743" y="461"/>
                </a:lnTo>
                <a:lnTo>
                  <a:pt x="743" y="462"/>
                </a:lnTo>
                <a:lnTo>
                  <a:pt x="743" y="463"/>
                </a:lnTo>
                <a:lnTo>
                  <a:pt x="743" y="464"/>
                </a:lnTo>
                <a:lnTo>
                  <a:pt x="742" y="464"/>
                </a:lnTo>
                <a:lnTo>
                  <a:pt x="742" y="465"/>
                </a:lnTo>
                <a:lnTo>
                  <a:pt x="742" y="466"/>
                </a:lnTo>
                <a:lnTo>
                  <a:pt x="742" y="467"/>
                </a:lnTo>
                <a:lnTo>
                  <a:pt x="742" y="468"/>
                </a:lnTo>
                <a:lnTo>
                  <a:pt x="741" y="468"/>
                </a:lnTo>
                <a:lnTo>
                  <a:pt x="742" y="469"/>
                </a:lnTo>
                <a:lnTo>
                  <a:pt x="741" y="469"/>
                </a:lnTo>
                <a:lnTo>
                  <a:pt x="740" y="469"/>
                </a:lnTo>
                <a:lnTo>
                  <a:pt x="740" y="468"/>
                </a:lnTo>
                <a:lnTo>
                  <a:pt x="739" y="468"/>
                </a:lnTo>
                <a:lnTo>
                  <a:pt x="739" y="469"/>
                </a:lnTo>
                <a:lnTo>
                  <a:pt x="740" y="470"/>
                </a:lnTo>
                <a:lnTo>
                  <a:pt x="739" y="470"/>
                </a:lnTo>
                <a:lnTo>
                  <a:pt x="738" y="471"/>
                </a:lnTo>
                <a:lnTo>
                  <a:pt x="738" y="472"/>
                </a:lnTo>
                <a:lnTo>
                  <a:pt x="739" y="472"/>
                </a:lnTo>
                <a:lnTo>
                  <a:pt x="738" y="472"/>
                </a:lnTo>
                <a:lnTo>
                  <a:pt x="737" y="472"/>
                </a:lnTo>
                <a:lnTo>
                  <a:pt x="737" y="471"/>
                </a:lnTo>
                <a:lnTo>
                  <a:pt x="736" y="471"/>
                </a:lnTo>
                <a:lnTo>
                  <a:pt x="735" y="471"/>
                </a:lnTo>
                <a:lnTo>
                  <a:pt x="735" y="470"/>
                </a:lnTo>
                <a:lnTo>
                  <a:pt x="734" y="470"/>
                </a:lnTo>
                <a:lnTo>
                  <a:pt x="733" y="471"/>
                </a:lnTo>
                <a:lnTo>
                  <a:pt x="733" y="472"/>
                </a:lnTo>
                <a:lnTo>
                  <a:pt x="734" y="473"/>
                </a:lnTo>
                <a:lnTo>
                  <a:pt x="734" y="474"/>
                </a:lnTo>
                <a:lnTo>
                  <a:pt x="733" y="474"/>
                </a:lnTo>
                <a:lnTo>
                  <a:pt x="732" y="475"/>
                </a:lnTo>
                <a:lnTo>
                  <a:pt x="732" y="474"/>
                </a:lnTo>
                <a:lnTo>
                  <a:pt x="731" y="474"/>
                </a:lnTo>
                <a:lnTo>
                  <a:pt x="730" y="474"/>
                </a:lnTo>
                <a:lnTo>
                  <a:pt x="729" y="473"/>
                </a:lnTo>
                <a:lnTo>
                  <a:pt x="728" y="473"/>
                </a:lnTo>
                <a:lnTo>
                  <a:pt x="728" y="474"/>
                </a:lnTo>
                <a:lnTo>
                  <a:pt x="727" y="474"/>
                </a:lnTo>
                <a:lnTo>
                  <a:pt x="727" y="475"/>
                </a:lnTo>
                <a:lnTo>
                  <a:pt x="726" y="475"/>
                </a:lnTo>
                <a:lnTo>
                  <a:pt x="726" y="474"/>
                </a:lnTo>
                <a:lnTo>
                  <a:pt x="725" y="474"/>
                </a:lnTo>
                <a:lnTo>
                  <a:pt x="725" y="475"/>
                </a:lnTo>
                <a:lnTo>
                  <a:pt x="725" y="476"/>
                </a:lnTo>
                <a:lnTo>
                  <a:pt x="726" y="476"/>
                </a:lnTo>
                <a:lnTo>
                  <a:pt x="726" y="477"/>
                </a:lnTo>
                <a:lnTo>
                  <a:pt x="725" y="477"/>
                </a:lnTo>
                <a:lnTo>
                  <a:pt x="724" y="478"/>
                </a:lnTo>
                <a:lnTo>
                  <a:pt x="724" y="479"/>
                </a:lnTo>
                <a:lnTo>
                  <a:pt x="725" y="479"/>
                </a:lnTo>
                <a:lnTo>
                  <a:pt x="725" y="480"/>
                </a:lnTo>
                <a:lnTo>
                  <a:pt x="724" y="480"/>
                </a:lnTo>
                <a:lnTo>
                  <a:pt x="723" y="480"/>
                </a:lnTo>
                <a:lnTo>
                  <a:pt x="723" y="479"/>
                </a:lnTo>
                <a:lnTo>
                  <a:pt x="722" y="479"/>
                </a:lnTo>
                <a:lnTo>
                  <a:pt x="722" y="480"/>
                </a:lnTo>
                <a:lnTo>
                  <a:pt x="721" y="480"/>
                </a:lnTo>
                <a:lnTo>
                  <a:pt x="721" y="481"/>
                </a:lnTo>
                <a:lnTo>
                  <a:pt x="721" y="482"/>
                </a:lnTo>
                <a:lnTo>
                  <a:pt x="720" y="482"/>
                </a:lnTo>
                <a:lnTo>
                  <a:pt x="720" y="483"/>
                </a:lnTo>
                <a:lnTo>
                  <a:pt x="720" y="482"/>
                </a:lnTo>
                <a:lnTo>
                  <a:pt x="720" y="481"/>
                </a:lnTo>
                <a:lnTo>
                  <a:pt x="719" y="481"/>
                </a:lnTo>
                <a:lnTo>
                  <a:pt x="719" y="482"/>
                </a:lnTo>
                <a:lnTo>
                  <a:pt x="718" y="483"/>
                </a:lnTo>
                <a:lnTo>
                  <a:pt x="719" y="483"/>
                </a:lnTo>
                <a:lnTo>
                  <a:pt x="719" y="484"/>
                </a:lnTo>
                <a:lnTo>
                  <a:pt x="719" y="485"/>
                </a:lnTo>
                <a:lnTo>
                  <a:pt x="718" y="484"/>
                </a:lnTo>
                <a:lnTo>
                  <a:pt x="717" y="485"/>
                </a:lnTo>
                <a:lnTo>
                  <a:pt x="717" y="486"/>
                </a:lnTo>
                <a:lnTo>
                  <a:pt x="717" y="487"/>
                </a:lnTo>
                <a:lnTo>
                  <a:pt x="717" y="488"/>
                </a:lnTo>
                <a:lnTo>
                  <a:pt x="717" y="489"/>
                </a:lnTo>
                <a:lnTo>
                  <a:pt x="718" y="489"/>
                </a:lnTo>
                <a:lnTo>
                  <a:pt x="718" y="490"/>
                </a:lnTo>
                <a:lnTo>
                  <a:pt x="719" y="490"/>
                </a:lnTo>
                <a:lnTo>
                  <a:pt x="719" y="491"/>
                </a:lnTo>
                <a:lnTo>
                  <a:pt x="719" y="492"/>
                </a:lnTo>
                <a:lnTo>
                  <a:pt x="720" y="493"/>
                </a:lnTo>
                <a:lnTo>
                  <a:pt x="720" y="494"/>
                </a:lnTo>
                <a:lnTo>
                  <a:pt x="719" y="494"/>
                </a:lnTo>
                <a:lnTo>
                  <a:pt x="719" y="495"/>
                </a:lnTo>
                <a:lnTo>
                  <a:pt x="720" y="495"/>
                </a:lnTo>
                <a:lnTo>
                  <a:pt x="721" y="496"/>
                </a:lnTo>
                <a:lnTo>
                  <a:pt x="721" y="497"/>
                </a:lnTo>
                <a:lnTo>
                  <a:pt x="720" y="497"/>
                </a:lnTo>
                <a:lnTo>
                  <a:pt x="720" y="498"/>
                </a:lnTo>
                <a:lnTo>
                  <a:pt x="721" y="498"/>
                </a:lnTo>
                <a:lnTo>
                  <a:pt x="721" y="499"/>
                </a:lnTo>
                <a:lnTo>
                  <a:pt x="721" y="498"/>
                </a:lnTo>
                <a:lnTo>
                  <a:pt x="722" y="497"/>
                </a:lnTo>
                <a:lnTo>
                  <a:pt x="722" y="498"/>
                </a:lnTo>
                <a:lnTo>
                  <a:pt x="723" y="497"/>
                </a:lnTo>
                <a:lnTo>
                  <a:pt x="723" y="496"/>
                </a:lnTo>
                <a:lnTo>
                  <a:pt x="724" y="497"/>
                </a:lnTo>
                <a:lnTo>
                  <a:pt x="725" y="497"/>
                </a:lnTo>
                <a:lnTo>
                  <a:pt x="726" y="497"/>
                </a:lnTo>
                <a:lnTo>
                  <a:pt x="726" y="498"/>
                </a:lnTo>
                <a:lnTo>
                  <a:pt x="726" y="499"/>
                </a:lnTo>
                <a:lnTo>
                  <a:pt x="725" y="499"/>
                </a:lnTo>
                <a:lnTo>
                  <a:pt x="725" y="500"/>
                </a:lnTo>
                <a:lnTo>
                  <a:pt x="724" y="500"/>
                </a:lnTo>
                <a:lnTo>
                  <a:pt x="724" y="501"/>
                </a:lnTo>
                <a:lnTo>
                  <a:pt x="725" y="500"/>
                </a:lnTo>
                <a:lnTo>
                  <a:pt x="726" y="500"/>
                </a:lnTo>
                <a:lnTo>
                  <a:pt x="728" y="500"/>
                </a:lnTo>
                <a:lnTo>
                  <a:pt x="728" y="501"/>
                </a:lnTo>
                <a:lnTo>
                  <a:pt x="729" y="501"/>
                </a:lnTo>
                <a:lnTo>
                  <a:pt x="729" y="502"/>
                </a:lnTo>
                <a:lnTo>
                  <a:pt x="730" y="503"/>
                </a:lnTo>
                <a:lnTo>
                  <a:pt x="730" y="504"/>
                </a:lnTo>
                <a:lnTo>
                  <a:pt x="729" y="505"/>
                </a:lnTo>
                <a:lnTo>
                  <a:pt x="730" y="505"/>
                </a:lnTo>
                <a:lnTo>
                  <a:pt x="730" y="506"/>
                </a:lnTo>
                <a:lnTo>
                  <a:pt x="729" y="507"/>
                </a:lnTo>
                <a:lnTo>
                  <a:pt x="728" y="507"/>
                </a:lnTo>
                <a:lnTo>
                  <a:pt x="728" y="508"/>
                </a:lnTo>
                <a:lnTo>
                  <a:pt x="729" y="509"/>
                </a:lnTo>
                <a:lnTo>
                  <a:pt x="729" y="510"/>
                </a:lnTo>
                <a:lnTo>
                  <a:pt x="728" y="511"/>
                </a:lnTo>
                <a:lnTo>
                  <a:pt x="728" y="512"/>
                </a:lnTo>
                <a:lnTo>
                  <a:pt x="729" y="511"/>
                </a:lnTo>
                <a:lnTo>
                  <a:pt x="730" y="511"/>
                </a:lnTo>
                <a:lnTo>
                  <a:pt x="731" y="511"/>
                </a:lnTo>
                <a:lnTo>
                  <a:pt x="731" y="510"/>
                </a:lnTo>
                <a:lnTo>
                  <a:pt x="732" y="510"/>
                </a:lnTo>
                <a:lnTo>
                  <a:pt x="733" y="511"/>
                </a:lnTo>
                <a:lnTo>
                  <a:pt x="732" y="511"/>
                </a:lnTo>
                <a:lnTo>
                  <a:pt x="732" y="514"/>
                </a:lnTo>
                <a:lnTo>
                  <a:pt x="733" y="514"/>
                </a:lnTo>
                <a:lnTo>
                  <a:pt x="733" y="515"/>
                </a:lnTo>
                <a:lnTo>
                  <a:pt x="734" y="515"/>
                </a:lnTo>
                <a:lnTo>
                  <a:pt x="735" y="515"/>
                </a:lnTo>
                <a:lnTo>
                  <a:pt x="736" y="514"/>
                </a:lnTo>
                <a:lnTo>
                  <a:pt x="737" y="515"/>
                </a:lnTo>
                <a:lnTo>
                  <a:pt x="736" y="515"/>
                </a:lnTo>
                <a:lnTo>
                  <a:pt x="736" y="516"/>
                </a:lnTo>
                <a:lnTo>
                  <a:pt x="737" y="516"/>
                </a:lnTo>
                <a:lnTo>
                  <a:pt x="738" y="516"/>
                </a:lnTo>
                <a:lnTo>
                  <a:pt x="739" y="515"/>
                </a:lnTo>
                <a:lnTo>
                  <a:pt x="741" y="515"/>
                </a:lnTo>
                <a:lnTo>
                  <a:pt x="742" y="515"/>
                </a:lnTo>
                <a:lnTo>
                  <a:pt x="742" y="516"/>
                </a:lnTo>
                <a:lnTo>
                  <a:pt x="743" y="516"/>
                </a:lnTo>
                <a:lnTo>
                  <a:pt x="744" y="516"/>
                </a:lnTo>
                <a:lnTo>
                  <a:pt x="745" y="515"/>
                </a:lnTo>
                <a:lnTo>
                  <a:pt x="746" y="515"/>
                </a:lnTo>
                <a:lnTo>
                  <a:pt x="745" y="516"/>
                </a:lnTo>
                <a:lnTo>
                  <a:pt x="745" y="517"/>
                </a:lnTo>
                <a:lnTo>
                  <a:pt x="746" y="517"/>
                </a:lnTo>
                <a:lnTo>
                  <a:pt x="746" y="516"/>
                </a:lnTo>
                <a:lnTo>
                  <a:pt x="747" y="515"/>
                </a:lnTo>
                <a:lnTo>
                  <a:pt x="748" y="515"/>
                </a:lnTo>
                <a:lnTo>
                  <a:pt x="748" y="516"/>
                </a:lnTo>
                <a:lnTo>
                  <a:pt x="748" y="517"/>
                </a:lnTo>
                <a:lnTo>
                  <a:pt x="749" y="517"/>
                </a:lnTo>
                <a:lnTo>
                  <a:pt x="749" y="518"/>
                </a:lnTo>
                <a:lnTo>
                  <a:pt x="750" y="518"/>
                </a:lnTo>
                <a:lnTo>
                  <a:pt x="751" y="518"/>
                </a:lnTo>
                <a:lnTo>
                  <a:pt x="751" y="517"/>
                </a:lnTo>
                <a:lnTo>
                  <a:pt x="751" y="516"/>
                </a:lnTo>
                <a:lnTo>
                  <a:pt x="750" y="516"/>
                </a:lnTo>
                <a:lnTo>
                  <a:pt x="750" y="515"/>
                </a:lnTo>
                <a:lnTo>
                  <a:pt x="751" y="515"/>
                </a:lnTo>
                <a:lnTo>
                  <a:pt x="752" y="515"/>
                </a:lnTo>
                <a:lnTo>
                  <a:pt x="752" y="514"/>
                </a:lnTo>
                <a:lnTo>
                  <a:pt x="753" y="513"/>
                </a:lnTo>
                <a:lnTo>
                  <a:pt x="754" y="513"/>
                </a:lnTo>
                <a:lnTo>
                  <a:pt x="755" y="513"/>
                </a:lnTo>
                <a:lnTo>
                  <a:pt x="755" y="514"/>
                </a:lnTo>
                <a:lnTo>
                  <a:pt x="753" y="514"/>
                </a:lnTo>
                <a:lnTo>
                  <a:pt x="753" y="515"/>
                </a:lnTo>
                <a:lnTo>
                  <a:pt x="753" y="516"/>
                </a:lnTo>
                <a:lnTo>
                  <a:pt x="753" y="517"/>
                </a:lnTo>
                <a:lnTo>
                  <a:pt x="753" y="518"/>
                </a:lnTo>
                <a:lnTo>
                  <a:pt x="754" y="518"/>
                </a:lnTo>
                <a:lnTo>
                  <a:pt x="754" y="519"/>
                </a:lnTo>
                <a:lnTo>
                  <a:pt x="754" y="520"/>
                </a:lnTo>
                <a:lnTo>
                  <a:pt x="754" y="521"/>
                </a:lnTo>
                <a:lnTo>
                  <a:pt x="755" y="521"/>
                </a:lnTo>
                <a:lnTo>
                  <a:pt x="754" y="522"/>
                </a:lnTo>
                <a:lnTo>
                  <a:pt x="755" y="522"/>
                </a:lnTo>
                <a:lnTo>
                  <a:pt x="755" y="523"/>
                </a:lnTo>
                <a:lnTo>
                  <a:pt x="756" y="523"/>
                </a:lnTo>
                <a:lnTo>
                  <a:pt x="756" y="524"/>
                </a:lnTo>
                <a:lnTo>
                  <a:pt x="755" y="524"/>
                </a:lnTo>
                <a:lnTo>
                  <a:pt x="755" y="525"/>
                </a:lnTo>
                <a:lnTo>
                  <a:pt x="754" y="525"/>
                </a:lnTo>
                <a:lnTo>
                  <a:pt x="755" y="526"/>
                </a:lnTo>
                <a:lnTo>
                  <a:pt x="756" y="527"/>
                </a:lnTo>
                <a:lnTo>
                  <a:pt x="756" y="528"/>
                </a:lnTo>
                <a:lnTo>
                  <a:pt x="756" y="529"/>
                </a:lnTo>
                <a:lnTo>
                  <a:pt x="756" y="530"/>
                </a:lnTo>
                <a:lnTo>
                  <a:pt x="757" y="530"/>
                </a:lnTo>
                <a:lnTo>
                  <a:pt x="758" y="529"/>
                </a:lnTo>
                <a:lnTo>
                  <a:pt x="758" y="530"/>
                </a:lnTo>
                <a:lnTo>
                  <a:pt x="757" y="530"/>
                </a:lnTo>
                <a:lnTo>
                  <a:pt x="756" y="531"/>
                </a:lnTo>
                <a:lnTo>
                  <a:pt x="756" y="532"/>
                </a:lnTo>
                <a:lnTo>
                  <a:pt x="756" y="533"/>
                </a:lnTo>
                <a:lnTo>
                  <a:pt x="756" y="534"/>
                </a:lnTo>
                <a:lnTo>
                  <a:pt x="757" y="534"/>
                </a:lnTo>
                <a:lnTo>
                  <a:pt x="757" y="535"/>
                </a:lnTo>
                <a:lnTo>
                  <a:pt x="758" y="536"/>
                </a:lnTo>
                <a:lnTo>
                  <a:pt x="759" y="536"/>
                </a:lnTo>
                <a:lnTo>
                  <a:pt x="759" y="537"/>
                </a:lnTo>
                <a:lnTo>
                  <a:pt x="758" y="537"/>
                </a:lnTo>
                <a:lnTo>
                  <a:pt x="758" y="538"/>
                </a:lnTo>
                <a:lnTo>
                  <a:pt x="758" y="539"/>
                </a:lnTo>
                <a:lnTo>
                  <a:pt x="757" y="539"/>
                </a:lnTo>
                <a:lnTo>
                  <a:pt x="758" y="540"/>
                </a:lnTo>
                <a:lnTo>
                  <a:pt x="758" y="541"/>
                </a:lnTo>
                <a:lnTo>
                  <a:pt x="759" y="541"/>
                </a:lnTo>
                <a:lnTo>
                  <a:pt x="759" y="542"/>
                </a:lnTo>
                <a:lnTo>
                  <a:pt x="759" y="543"/>
                </a:lnTo>
                <a:lnTo>
                  <a:pt x="759" y="544"/>
                </a:lnTo>
                <a:lnTo>
                  <a:pt x="759" y="545"/>
                </a:lnTo>
                <a:lnTo>
                  <a:pt x="760" y="545"/>
                </a:lnTo>
                <a:lnTo>
                  <a:pt x="761" y="545"/>
                </a:lnTo>
                <a:lnTo>
                  <a:pt x="761" y="546"/>
                </a:lnTo>
                <a:lnTo>
                  <a:pt x="762" y="547"/>
                </a:lnTo>
                <a:lnTo>
                  <a:pt x="762" y="548"/>
                </a:lnTo>
                <a:lnTo>
                  <a:pt x="763" y="548"/>
                </a:lnTo>
                <a:lnTo>
                  <a:pt x="763" y="549"/>
                </a:lnTo>
                <a:lnTo>
                  <a:pt x="762" y="549"/>
                </a:lnTo>
                <a:lnTo>
                  <a:pt x="762" y="548"/>
                </a:lnTo>
                <a:lnTo>
                  <a:pt x="762" y="549"/>
                </a:lnTo>
                <a:lnTo>
                  <a:pt x="762" y="550"/>
                </a:lnTo>
                <a:lnTo>
                  <a:pt x="763" y="550"/>
                </a:lnTo>
                <a:lnTo>
                  <a:pt x="763" y="549"/>
                </a:lnTo>
                <a:lnTo>
                  <a:pt x="765" y="549"/>
                </a:lnTo>
                <a:lnTo>
                  <a:pt x="766" y="550"/>
                </a:lnTo>
                <a:lnTo>
                  <a:pt x="767" y="550"/>
                </a:lnTo>
                <a:lnTo>
                  <a:pt x="767" y="551"/>
                </a:lnTo>
                <a:lnTo>
                  <a:pt x="768" y="550"/>
                </a:lnTo>
                <a:lnTo>
                  <a:pt x="769" y="550"/>
                </a:lnTo>
                <a:lnTo>
                  <a:pt x="770" y="550"/>
                </a:lnTo>
                <a:lnTo>
                  <a:pt x="770" y="551"/>
                </a:lnTo>
                <a:lnTo>
                  <a:pt x="770" y="552"/>
                </a:lnTo>
                <a:lnTo>
                  <a:pt x="771" y="553"/>
                </a:lnTo>
                <a:lnTo>
                  <a:pt x="772" y="553"/>
                </a:lnTo>
                <a:lnTo>
                  <a:pt x="772" y="554"/>
                </a:lnTo>
                <a:lnTo>
                  <a:pt x="773" y="554"/>
                </a:lnTo>
                <a:lnTo>
                  <a:pt x="773" y="553"/>
                </a:lnTo>
                <a:lnTo>
                  <a:pt x="773" y="552"/>
                </a:lnTo>
                <a:lnTo>
                  <a:pt x="772" y="552"/>
                </a:lnTo>
                <a:lnTo>
                  <a:pt x="774" y="550"/>
                </a:lnTo>
                <a:lnTo>
                  <a:pt x="775" y="550"/>
                </a:lnTo>
                <a:lnTo>
                  <a:pt x="776" y="550"/>
                </a:lnTo>
                <a:lnTo>
                  <a:pt x="776" y="549"/>
                </a:lnTo>
                <a:lnTo>
                  <a:pt x="777" y="548"/>
                </a:lnTo>
                <a:lnTo>
                  <a:pt x="777" y="547"/>
                </a:lnTo>
                <a:lnTo>
                  <a:pt x="778" y="547"/>
                </a:lnTo>
                <a:lnTo>
                  <a:pt x="779" y="547"/>
                </a:lnTo>
                <a:lnTo>
                  <a:pt x="780" y="547"/>
                </a:lnTo>
                <a:lnTo>
                  <a:pt x="779" y="547"/>
                </a:lnTo>
                <a:lnTo>
                  <a:pt x="779" y="546"/>
                </a:lnTo>
                <a:lnTo>
                  <a:pt x="778" y="546"/>
                </a:lnTo>
                <a:lnTo>
                  <a:pt x="779" y="546"/>
                </a:lnTo>
                <a:lnTo>
                  <a:pt x="779" y="545"/>
                </a:lnTo>
                <a:lnTo>
                  <a:pt x="780" y="546"/>
                </a:lnTo>
                <a:lnTo>
                  <a:pt x="781" y="546"/>
                </a:lnTo>
                <a:lnTo>
                  <a:pt x="781" y="547"/>
                </a:lnTo>
                <a:lnTo>
                  <a:pt x="782" y="548"/>
                </a:lnTo>
                <a:lnTo>
                  <a:pt x="783" y="549"/>
                </a:lnTo>
                <a:lnTo>
                  <a:pt x="783" y="548"/>
                </a:lnTo>
                <a:lnTo>
                  <a:pt x="784" y="548"/>
                </a:lnTo>
                <a:lnTo>
                  <a:pt x="785" y="548"/>
                </a:lnTo>
                <a:lnTo>
                  <a:pt x="785" y="549"/>
                </a:lnTo>
                <a:lnTo>
                  <a:pt x="784" y="549"/>
                </a:lnTo>
                <a:lnTo>
                  <a:pt x="784" y="550"/>
                </a:lnTo>
                <a:lnTo>
                  <a:pt x="784" y="551"/>
                </a:lnTo>
                <a:lnTo>
                  <a:pt x="784" y="552"/>
                </a:lnTo>
                <a:lnTo>
                  <a:pt x="784" y="553"/>
                </a:lnTo>
                <a:lnTo>
                  <a:pt x="785" y="553"/>
                </a:lnTo>
                <a:lnTo>
                  <a:pt x="786" y="553"/>
                </a:lnTo>
                <a:lnTo>
                  <a:pt x="786" y="552"/>
                </a:lnTo>
                <a:lnTo>
                  <a:pt x="787" y="552"/>
                </a:lnTo>
                <a:lnTo>
                  <a:pt x="788" y="553"/>
                </a:lnTo>
                <a:lnTo>
                  <a:pt x="789" y="554"/>
                </a:lnTo>
                <a:lnTo>
                  <a:pt x="790" y="554"/>
                </a:lnTo>
                <a:lnTo>
                  <a:pt x="791" y="553"/>
                </a:lnTo>
                <a:lnTo>
                  <a:pt x="792" y="553"/>
                </a:lnTo>
                <a:lnTo>
                  <a:pt x="793" y="553"/>
                </a:lnTo>
                <a:lnTo>
                  <a:pt x="794" y="553"/>
                </a:lnTo>
                <a:lnTo>
                  <a:pt x="795" y="553"/>
                </a:lnTo>
                <a:lnTo>
                  <a:pt x="796" y="552"/>
                </a:lnTo>
                <a:lnTo>
                  <a:pt x="796" y="551"/>
                </a:lnTo>
                <a:lnTo>
                  <a:pt x="797" y="552"/>
                </a:lnTo>
                <a:lnTo>
                  <a:pt x="798" y="553"/>
                </a:lnTo>
                <a:lnTo>
                  <a:pt x="799" y="553"/>
                </a:lnTo>
                <a:lnTo>
                  <a:pt x="799" y="554"/>
                </a:lnTo>
                <a:lnTo>
                  <a:pt x="800" y="554"/>
                </a:lnTo>
                <a:lnTo>
                  <a:pt x="800" y="555"/>
                </a:lnTo>
                <a:lnTo>
                  <a:pt x="801" y="555"/>
                </a:lnTo>
                <a:lnTo>
                  <a:pt x="801" y="556"/>
                </a:lnTo>
                <a:lnTo>
                  <a:pt x="802" y="556"/>
                </a:lnTo>
                <a:lnTo>
                  <a:pt x="802" y="557"/>
                </a:lnTo>
                <a:lnTo>
                  <a:pt x="803" y="557"/>
                </a:lnTo>
                <a:lnTo>
                  <a:pt x="803" y="558"/>
                </a:lnTo>
                <a:lnTo>
                  <a:pt x="804" y="558"/>
                </a:lnTo>
                <a:lnTo>
                  <a:pt x="804" y="559"/>
                </a:lnTo>
                <a:lnTo>
                  <a:pt x="804" y="560"/>
                </a:lnTo>
                <a:lnTo>
                  <a:pt x="803" y="560"/>
                </a:lnTo>
                <a:lnTo>
                  <a:pt x="803" y="561"/>
                </a:lnTo>
                <a:lnTo>
                  <a:pt x="804" y="562"/>
                </a:lnTo>
                <a:lnTo>
                  <a:pt x="803" y="563"/>
                </a:lnTo>
                <a:lnTo>
                  <a:pt x="803" y="564"/>
                </a:lnTo>
                <a:lnTo>
                  <a:pt x="803" y="565"/>
                </a:lnTo>
                <a:lnTo>
                  <a:pt x="803" y="566"/>
                </a:lnTo>
                <a:lnTo>
                  <a:pt x="804" y="565"/>
                </a:lnTo>
                <a:lnTo>
                  <a:pt x="806" y="567"/>
                </a:lnTo>
                <a:lnTo>
                  <a:pt x="805" y="568"/>
                </a:lnTo>
                <a:lnTo>
                  <a:pt x="805" y="569"/>
                </a:lnTo>
                <a:lnTo>
                  <a:pt x="805" y="570"/>
                </a:lnTo>
                <a:lnTo>
                  <a:pt x="806" y="570"/>
                </a:lnTo>
                <a:lnTo>
                  <a:pt x="806" y="571"/>
                </a:lnTo>
                <a:lnTo>
                  <a:pt x="807" y="572"/>
                </a:lnTo>
                <a:lnTo>
                  <a:pt x="806" y="572"/>
                </a:lnTo>
                <a:lnTo>
                  <a:pt x="807" y="573"/>
                </a:lnTo>
                <a:lnTo>
                  <a:pt x="808" y="573"/>
                </a:lnTo>
                <a:lnTo>
                  <a:pt x="808" y="575"/>
                </a:lnTo>
                <a:lnTo>
                  <a:pt x="808" y="577"/>
                </a:lnTo>
                <a:lnTo>
                  <a:pt x="809" y="577"/>
                </a:lnTo>
                <a:lnTo>
                  <a:pt x="809" y="578"/>
                </a:lnTo>
                <a:lnTo>
                  <a:pt x="808" y="578"/>
                </a:lnTo>
                <a:lnTo>
                  <a:pt x="808" y="579"/>
                </a:lnTo>
                <a:lnTo>
                  <a:pt x="808" y="580"/>
                </a:lnTo>
                <a:lnTo>
                  <a:pt x="809" y="580"/>
                </a:lnTo>
                <a:lnTo>
                  <a:pt x="809" y="581"/>
                </a:lnTo>
                <a:lnTo>
                  <a:pt x="810" y="580"/>
                </a:lnTo>
                <a:lnTo>
                  <a:pt x="810" y="581"/>
                </a:lnTo>
                <a:lnTo>
                  <a:pt x="810" y="582"/>
                </a:lnTo>
                <a:lnTo>
                  <a:pt x="809" y="582"/>
                </a:lnTo>
                <a:lnTo>
                  <a:pt x="810" y="583"/>
                </a:lnTo>
                <a:lnTo>
                  <a:pt x="810" y="584"/>
                </a:lnTo>
                <a:lnTo>
                  <a:pt x="811" y="584"/>
                </a:lnTo>
                <a:lnTo>
                  <a:pt x="811" y="585"/>
                </a:lnTo>
                <a:lnTo>
                  <a:pt x="812" y="586"/>
                </a:lnTo>
                <a:lnTo>
                  <a:pt x="812" y="588"/>
                </a:lnTo>
                <a:lnTo>
                  <a:pt x="811" y="589"/>
                </a:lnTo>
                <a:lnTo>
                  <a:pt x="810" y="589"/>
                </a:lnTo>
                <a:lnTo>
                  <a:pt x="811" y="589"/>
                </a:lnTo>
                <a:lnTo>
                  <a:pt x="811" y="590"/>
                </a:lnTo>
                <a:lnTo>
                  <a:pt x="811" y="591"/>
                </a:lnTo>
                <a:lnTo>
                  <a:pt x="812" y="591"/>
                </a:lnTo>
                <a:lnTo>
                  <a:pt x="812" y="590"/>
                </a:lnTo>
                <a:lnTo>
                  <a:pt x="813" y="591"/>
                </a:lnTo>
                <a:lnTo>
                  <a:pt x="813" y="592"/>
                </a:lnTo>
                <a:lnTo>
                  <a:pt x="814" y="592"/>
                </a:lnTo>
                <a:lnTo>
                  <a:pt x="814" y="593"/>
                </a:lnTo>
                <a:lnTo>
                  <a:pt x="814" y="594"/>
                </a:lnTo>
                <a:lnTo>
                  <a:pt x="814" y="595"/>
                </a:lnTo>
                <a:lnTo>
                  <a:pt x="814" y="596"/>
                </a:lnTo>
                <a:lnTo>
                  <a:pt x="815" y="597"/>
                </a:lnTo>
                <a:lnTo>
                  <a:pt x="814" y="597"/>
                </a:lnTo>
                <a:lnTo>
                  <a:pt x="812" y="597"/>
                </a:lnTo>
                <a:lnTo>
                  <a:pt x="811" y="597"/>
                </a:lnTo>
                <a:lnTo>
                  <a:pt x="810" y="597"/>
                </a:lnTo>
                <a:lnTo>
                  <a:pt x="810" y="596"/>
                </a:lnTo>
                <a:lnTo>
                  <a:pt x="809" y="595"/>
                </a:lnTo>
                <a:lnTo>
                  <a:pt x="808" y="594"/>
                </a:lnTo>
                <a:lnTo>
                  <a:pt x="808" y="593"/>
                </a:lnTo>
                <a:lnTo>
                  <a:pt x="807" y="593"/>
                </a:lnTo>
                <a:lnTo>
                  <a:pt x="807" y="592"/>
                </a:lnTo>
                <a:lnTo>
                  <a:pt x="807" y="591"/>
                </a:lnTo>
                <a:lnTo>
                  <a:pt x="805" y="591"/>
                </a:lnTo>
                <a:lnTo>
                  <a:pt x="806" y="591"/>
                </a:lnTo>
                <a:lnTo>
                  <a:pt x="805" y="591"/>
                </a:lnTo>
                <a:lnTo>
                  <a:pt x="804" y="590"/>
                </a:lnTo>
                <a:lnTo>
                  <a:pt x="803" y="590"/>
                </a:lnTo>
                <a:lnTo>
                  <a:pt x="802" y="589"/>
                </a:lnTo>
                <a:lnTo>
                  <a:pt x="801" y="588"/>
                </a:lnTo>
                <a:lnTo>
                  <a:pt x="800" y="588"/>
                </a:lnTo>
                <a:lnTo>
                  <a:pt x="800" y="587"/>
                </a:lnTo>
                <a:lnTo>
                  <a:pt x="801" y="587"/>
                </a:lnTo>
                <a:lnTo>
                  <a:pt x="800" y="587"/>
                </a:lnTo>
                <a:lnTo>
                  <a:pt x="799" y="587"/>
                </a:lnTo>
                <a:lnTo>
                  <a:pt x="798" y="587"/>
                </a:lnTo>
                <a:lnTo>
                  <a:pt x="798" y="586"/>
                </a:lnTo>
                <a:lnTo>
                  <a:pt x="797" y="586"/>
                </a:lnTo>
                <a:lnTo>
                  <a:pt x="797" y="584"/>
                </a:lnTo>
                <a:lnTo>
                  <a:pt x="796" y="583"/>
                </a:lnTo>
                <a:lnTo>
                  <a:pt x="796" y="582"/>
                </a:lnTo>
                <a:lnTo>
                  <a:pt x="796" y="581"/>
                </a:lnTo>
                <a:lnTo>
                  <a:pt x="795" y="581"/>
                </a:lnTo>
                <a:lnTo>
                  <a:pt x="795" y="580"/>
                </a:lnTo>
                <a:lnTo>
                  <a:pt x="794" y="580"/>
                </a:lnTo>
                <a:lnTo>
                  <a:pt x="793" y="580"/>
                </a:lnTo>
                <a:lnTo>
                  <a:pt x="792" y="580"/>
                </a:lnTo>
                <a:lnTo>
                  <a:pt x="791" y="580"/>
                </a:lnTo>
                <a:lnTo>
                  <a:pt x="792" y="580"/>
                </a:lnTo>
                <a:lnTo>
                  <a:pt x="792" y="581"/>
                </a:lnTo>
                <a:lnTo>
                  <a:pt x="791" y="581"/>
                </a:lnTo>
                <a:lnTo>
                  <a:pt x="790" y="581"/>
                </a:lnTo>
                <a:lnTo>
                  <a:pt x="789" y="580"/>
                </a:lnTo>
                <a:lnTo>
                  <a:pt x="789" y="579"/>
                </a:lnTo>
                <a:lnTo>
                  <a:pt x="788" y="579"/>
                </a:lnTo>
                <a:lnTo>
                  <a:pt x="788" y="578"/>
                </a:lnTo>
                <a:lnTo>
                  <a:pt x="789" y="578"/>
                </a:lnTo>
                <a:lnTo>
                  <a:pt x="789" y="577"/>
                </a:lnTo>
                <a:lnTo>
                  <a:pt x="788" y="577"/>
                </a:lnTo>
                <a:lnTo>
                  <a:pt x="788" y="576"/>
                </a:lnTo>
                <a:lnTo>
                  <a:pt x="788" y="575"/>
                </a:lnTo>
                <a:lnTo>
                  <a:pt x="787" y="575"/>
                </a:lnTo>
                <a:lnTo>
                  <a:pt x="786" y="575"/>
                </a:lnTo>
                <a:lnTo>
                  <a:pt x="786" y="576"/>
                </a:lnTo>
                <a:lnTo>
                  <a:pt x="786" y="575"/>
                </a:lnTo>
                <a:lnTo>
                  <a:pt x="785" y="575"/>
                </a:lnTo>
                <a:lnTo>
                  <a:pt x="784" y="575"/>
                </a:lnTo>
                <a:lnTo>
                  <a:pt x="783" y="575"/>
                </a:lnTo>
                <a:lnTo>
                  <a:pt x="783" y="574"/>
                </a:lnTo>
                <a:lnTo>
                  <a:pt x="784" y="574"/>
                </a:lnTo>
                <a:lnTo>
                  <a:pt x="784" y="573"/>
                </a:lnTo>
                <a:lnTo>
                  <a:pt x="782" y="573"/>
                </a:lnTo>
                <a:lnTo>
                  <a:pt x="783" y="573"/>
                </a:lnTo>
                <a:lnTo>
                  <a:pt x="783" y="572"/>
                </a:lnTo>
                <a:lnTo>
                  <a:pt x="782" y="571"/>
                </a:lnTo>
                <a:lnTo>
                  <a:pt x="782" y="570"/>
                </a:lnTo>
                <a:lnTo>
                  <a:pt x="781" y="570"/>
                </a:lnTo>
                <a:lnTo>
                  <a:pt x="781" y="569"/>
                </a:lnTo>
                <a:lnTo>
                  <a:pt x="780" y="569"/>
                </a:lnTo>
                <a:lnTo>
                  <a:pt x="780" y="570"/>
                </a:lnTo>
                <a:lnTo>
                  <a:pt x="779" y="569"/>
                </a:lnTo>
                <a:lnTo>
                  <a:pt x="778" y="569"/>
                </a:lnTo>
                <a:lnTo>
                  <a:pt x="778" y="568"/>
                </a:lnTo>
                <a:lnTo>
                  <a:pt x="777" y="568"/>
                </a:lnTo>
                <a:lnTo>
                  <a:pt x="777" y="570"/>
                </a:lnTo>
                <a:lnTo>
                  <a:pt x="776" y="571"/>
                </a:lnTo>
                <a:lnTo>
                  <a:pt x="776" y="572"/>
                </a:lnTo>
                <a:lnTo>
                  <a:pt x="777" y="573"/>
                </a:lnTo>
                <a:lnTo>
                  <a:pt x="776" y="573"/>
                </a:lnTo>
                <a:lnTo>
                  <a:pt x="775" y="573"/>
                </a:lnTo>
                <a:lnTo>
                  <a:pt x="775" y="574"/>
                </a:lnTo>
                <a:lnTo>
                  <a:pt x="774" y="574"/>
                </a:lnTo>
                <a:lnTo>
                  <a:pt x="775" y="574"/>
                </a:lnTo>
                <a:lnTo>
                  <a:pt x="775" y="575"/>
                </a:lnTo>
                <a:lnTo>
                  <a:pt x="775" y="576"/>
                </a:lnTo>
                <a:lnTo>
                  <a:pt x="774" y="576"/>
                </a:lnTo>
                <a:lnTo>
                  <a:pt x="772" y="577"/>
                </a:lnTo>
                <a:lnTo>
                  <a:pt x="771" y="577"/>
                </a:lnTo>
                <a:lnTo>
                  <a:pt x="770" y="578"/>
                </a:lnTo>
                <a:lnTo>
                  <a:pt x="770" y="579"/>
                </a:lnTo>
                <a:lnTo>
                  <a:pt x="771" y="579"/>
                </a:lnTo>
                <a:lnTo>
                  <a:pt x="771" y="580"/>
                </a:lnTo>
                <a:lnTo>
                  <a:pt x="771" y="582"/>
                </a:lnTo>
                <a:lnTo>
                  <a:pt x="772" y="583"/>
                </a:lnTo>
                <a:lnTo>
                  <a:pt x="772" y="584"/>
                </a:lnTo>
                <a:lnTo>
                  <a:pt x="771" y="584"/>
                </a:lnTo>
                <a:lnTo>
                  <a:pt x="770" y="584"/>
                </a:lnTo>
                <a:lnTo>
                  <a:pt x="770" y="585"/>
                </a:lnTo>
                <a:lnTo>
                  <a:pt x="769" y="584"/>
                </a:lnTo>
                <a:lnTo>
                  <a:pt x="768" y="584"/>
                </a:lnTo>
                <a:lnTo>
                  <a:pt x="767" y="584"/>
                </a:lnTo>
                <a:lnTo>
                  <a:pt x="766" y="584"/>
                </a:lnTo>
                <a:lnTo>
                  <a:pt x="765" y="584"/>
                </a:lnTo>
                <a:lnTo>
                  <a:pt x="764" y="584"/>
                </a:lnTo>
                <a:lnTo>
                  <a:pt x="763" y="584"/>
                </a:lnTo>
                <a:lnTo>
                  <a:pt x="762" y="584"/>
                </a:lnTo>
                <a:lnTo>
                  <a:pt x="761" y="583"/>
                </a:lnTo>
                <a:lnTo>
                  <a:pt x="761" y="584"/>
                </a:lnTo>
                <a:lnTo>
                  <a:pt x="760" y="585"/>
                </a:lnTo>
                <a:lnTo>
                  <a:pt x="759" y="585"/>
                </a:lnTo>
                <a:lnTo>
                  <a:pt x="759" y="584"/>
                </a:lnTo>
                <a:lnTo>
                  <a:pt x="758" y="583"/>
                </a:lnTo>
                <a:lnTo>
                  <a:pt x="757" y="583"/>
                </a:lnTo>
                <a:lnTo>
                  <a:pt x="756" y="584"/>
                </a:lnTo>
                <a:lnTo>
                  <a:pt x="756" y="585"/>
                </a:lnTo>
                <a:lnTo>
                  <a:pt x="755" y="585"/>
                </a:lnTo>
                <a:lnTo>
                  <a:pt x="755" y="586"/>
                </a:lnTo>
                <a:lnTo>
                  <a:pt x="754" y="586"/>
                </a:lnTo>
                <a:lnTo>
                  <a:pt x="754" y="585"/>
                </a:lnTo>
                <a:lnTo>
                  <a:pt x="753" y="585"/>
                </a:lnTo>
                <a:lnTo>
                  <a:pt x="753" y="586"/>
                </a:lnTo>
                <a:lnTo>
                  <a:pt x="753" y="587"/>
                </a:lnTo>
                <a:lnTo>
                  <a:pt x="753" y="588"/>
                </a:lnTo>
                <a:lnTo>
                  <a:pt x="752" y="588"/>
                </a:lnTo>
                <a:lnTo>
                  <a:pt x="752" y="589"/>
                </a:lnTo>
                <a:lnTo>
                  <a:pt x="752" y="590"/>
                </a:lnTo>
                <a:lnTo>
                  <a:pt x="752" y="591"/>
                </a:lnTo>
                <a:lnTo>
                  <a:pt x="751" y="591"/>
                </a:lnTo>
                <a:lnTo>
                  <a:pt x="751" y="592"/>
                </a:lnTo>
                <a:lnTo>
                  <a:pt x="750" y="592"/>
                </a:lnTo>
                <a:lnTo>
                  <a:pt x="749" y="592"/>
                </a:lnTo>
                <a:lnTo>
                  <a:pt x="749" y="593"/>
                </a:lnTo>
                <a:lnTo>
                  <a:pt x="748" y="593"/>
                </a:lnTo>
                <a:lnTo>
                  <a:pt x="747" y="593"/>
                </a:lnTo>
                <a:lnTo>
                  <a:pt x="747" y="592"/>
                </a:lnTo>
                <a:lnTo>
                  <a:pt x="747" y="593"/>
                </a:lnTo>
                <a:lnTo>
                  <a:pt x="747" y="594"/>
                </a:lnTo>
                <a:lnTo>
                  <a:pt x="747" y="595"/>
                </a:lnTo>
                <a:lnTo>
                  <a:pt x="746" y="596"/>
                </a:lnTo>
                <a:lnTo>
                  <a:pt x="746" y="597"/>
                </a:lnTo>
                <a:lnTo>
                  <a:pt x="745" y="597"/>
                </a:lnTo>
                <a:lnTo>
                  <a:pt x="746" y="597"/>
                </a:lnTo>
                <a:lnTo>
                  <a:pt x="746" y="598"/>
                </a:lnTo>
                <a:lnTo>
                  <a:pt x="746" y="599"/>
                </a:lnTo>
                <a:lnTo>
                  <a:pt x="746" y="600"/>
                </a:lnTo>
                <a:lnTo>
                  <a:pt x="745" y="600"/>
                </a:lnTo>
                <a:lnTo>
                  <a:pt x="746" y="601"/>
                </a:lnTo>
                <a:lnTo>
                  <a:pt x="747" y="601"/>
                </a:lnTo>
                <a:lnTo>
                  <a:pt x="748" y="601"/>
                </a:lnTo>
                <a:lnTo>
                  <a:pt x="748" y="602"/>
                </a:lnTo>
                <a:lnTo>
                  <a:pt x="749" y="602"/>
                </a:lnTo>
                <a:lnTo>
                  <a:pt x="749" y="603"/>
                </a:lnTo>
                <a:lnTo>
                  <a:pt x="749" y="604"/>
                </a:lnTo>
                <a:lnTo>
                  <a:pt x="748" y="604"/>
                </a:lnTo>
                <a:lnTo>
                  <a:pt x="748" y="605"/>
                </a:lnTo>
                <a:lnTo>
                  <a:pt x="749" y="605"/>
                </a:lnTo>
                <a:lnTo>
                  <a:pt x="749" y="606"/>
                </a:lnTo>
                <a:lnTo>
                  <a:pt x="749" y="607"/>
                </a:lnTo>
                <a:lnTo>
                  <a:pt x="749" y="608"/>
                </a:lnTo>
                <a:lnTo>
                  <a:pt x="749" y="609"/>
                </a:lnTo>
                <a:lnTo>
                  <a:pt x="749" y="610"/>
                </a:lnTo>
                <a:lnTo>
                  <a:pt x="749" y="611"/>
                </a:lnTo>
                <a:lnTo>
                  <a:pt x="748" y="612"/>
                </a:lnTo>
                <a:lnTo>
                  <a:pt x="748" y="613"/>
                </a:lnTo>
                <a:lnTo>
                  <a:pt x="748" y="614"/>
                </a:lnTo>
                <a:lnTo>
                  <a:pt x="749" y="614"/>
                </a:lnTo>
                <a:lnTo>
                  <a:pt x="749" y="613"/>
                </a:lnTo>
                <a:lnTo>
                  <a:pt x="750" y="613"/>
                </a:lnTo>
                <a:lnTo>
                  <a:pt x="750" y="614"/>
                </a:lnTo>
                <a:lnTo>
                  <a:pt x="751" y="614"/>
                </a:lnTo>
                <a:lnTo>
                  <a:pt x="751" y="615"/>
                </a:lnTo>
                <a:lnTo>
                  <a:pt x="752" y="615"/>
                </a:lnTo>
                <a:lnTo>
                  <a:pt x="752" y="616"/>
                </a:lnTo>
                <a:lnTo>
                  <a:pt x="752" y="617"/>
                </a:lnTo>
                <a:lnTo>
                  <a:pt x="753" y="617"/>
                </a:lnTo>
                <a:lnTo>
                  <a:pt x="754" y="617"/>
                </a:lnTo>
                <a:lnTo>
                  <a:pt x="756" y="618"/>
                </a:lnTo>
                <a:lnTo>
                  <a:pt x="757" y="618"/>
                </a:lnTo>
                <a:lnTo>
                  <a:pt x="757" y="617"/>
                </a:lnTo>
                <a:lnTo>
                  <a:pt x="757" y="616"/>
                </a:lnTo>
                <a:lnTo>
                  <a:pt x="757" y="615"/>
                </a:lnTo>
                <a:lnTo>
                  <a:pt x="757" y="614"/>
                </a:lnTo>
                <a:lnTo>
                  <a:pt x="758" y="614"/>
                </a:lnTo>
                <a:lnTo>
                  <a:pt x="759" y="614"/>
                </a:lnTo>
                <a:lnTo>
                  <a:pt x="761" y="614"/>
                </a:lnTo>
                <a:lnTo>
                  <a:pt x="761" y="613"/>
                </a:lnTo>
                <a:lnTo>
                  <a:pt x="760" y="613"/>
                </a:lnTo>
                <a:lnTo>
                  <a:pt x="760" y="612"/>
                </a:lnTo>
                <a:lnTo>
                  <a:pt x="760" y="611"/>
                </a:lnTo>
                <a:lnTo>
                  <a:pt x="761" y="611"/>
                </a:lnTo>
                <a:lnTo>
                  <a:pt x="762" y="611"/>
                </a:lnTo>
                <a:lnTo>
                  <a:pt x="762" y="612"/>
                </a:lnTo>
                <a:lnTo>
                  <a:pt x="762" y="613"/>
                </a:lnTo>
                <a:lnTo>
                  <a:pt x="762" y="614"/>
                </a:lnTo>
                <a:lnTo>
                  <a:pt x="763" y="614"/>
                </a:lnTo>
                <a:lnTo>
                  <a:pt x="764" y="614"/>
                </a:lnTo>
                <a:lnTo>
                  <a:pt x="765" y="614"/>
                </a:lnTo>
                <a:lnTo>
                  <a:pt x="765" y="615"/>
                </a:lnTo>
                <a:lnTo>
                  <a:pt x="765" y="616"/>
                </a:lnTo>
                <a:lnTo>
                  <a:pt x="766" y="617"/>
                </a:lnTo>
                <a:lnTo>
                  <a:pt x="766" y="618"/>
                </a:lnTo>
                <a:lnTo>
                  <a:pt x="767" y="619"/>
                </a:lnTo>
                <a:lnTo>
                  <a:pt x="767" y="620"/>
                </a:lnTo>
                <a:lnTo>
                  <a:pt x="768" y="620"/>
                </a:lnTo>
                <a:lnTo>
                  <a:pt x="769" y="620"/>
                </a:lnTo>
                <a:lnTo>
                  <a:pt x="769" y="621"/>
                </a:lnTo>
                <a:lnTo>
                  <a:pt x="770" y="621"/>
                </a:lnTo>
                <a:lnTo>
                  <a:pt x="771" y="621"/>
                </a:lnTo>
                <a:lnTo>
                  <a:pt x="771" y="622"/>
                </a:lnTo>
                <a:lnTo>
                  <a:pt x="770" y="622"/>
                </a:lnTo>
                <a:lnTo>
                  <a:pt x="770" y="623"/>
                </a:lnTo>
                <a:lnTo>
                  <a:pt x="770" y="624"/>
                </a:lnTo>
                <a:lnTo>
                  <a:pt x="769" y="625"/>
                </a:lnTo>
                <a:lnTo>
                  <a:pt x="769" y="626"/>
                </a:lnTo>
                <a:lnTo>
                  <a:pt x="768" y="627"/>
                </a:lnTo>
                <a:lnTo>
                  <a:pt x="768" y="628"/>
                </a:lnTo>
                <a:lnTo>
                  <a:pt x="768" y="629"/>
                </a:lnTo>
                <a:lnTo>
                  <a:pt x="768" y="630"/>
                </a:lnTo>
                <a:lnTo>
                  <a:pt x="769" y="631"/>
                </a:lnTo>
                <a:lnTo>
                  <a:pt x="770" y="631"/>
                </a:lnTo>
                <a:lnTo>
                  <a:pt x="770" y="632"/>
                </a:lnTo>
                <a:lnTo>
                  <a:pt x="769" y="632"/>
                </a:lnTo>
                <a:lnTo>
                  <a:pt x="769" y="633"/>
                </a:lnTo>
                <a:lnTo>
                  <a:pt x="770" y="633"/>
                </a:lnTo>
                <a:lnTo>
                  <a:pt x="771" y="633"/>
                </a:lnTo>
                <a:lnTo>
                  <a:pt x="772" y="633"/>
                </a:lnTo>
                <a:lnTo>
                  <a:pt x="772" y="632"/>
                </a:lnTo>
                <a:lnTo>
                  <a:pt x="773" y="632"/>
                </a:lnTo>
                <a:lnTo>
                  <a:pt x="774" y="632"/>
                </a:lnTo>
                <a:lnTo>
                  <a:pt x="775" y="632"/>
                </a:lnTo>
                <a:lnTo>
                  <a:pt x="775" y="631"/>
                </a:lnTo>
                <a:lnTo>
                  <a:pt x="776" y="631"/>
                </a:lnTo>
                <a:lnTo>
                  <a:pt x="777" y="631"/>
                </a:lnTo>
                <a:lnTo>
                  <a:pt x="777" y="632"/>
                </a:lnTo>
                <a:lnTo>
                  <a:pt x="778" y="632"/>
                </a:lnTo>
                <a:lnTo>
                  <a:pt x="778" y="633"/>
                </a:lnTo>
                <a:lnTo>
                  <a:pt x="778" y="634"/>
                </a:lnTo>
                <a:lnTo>
                  <a:pt x="779" y="635"/>
                </a:lnTo>
                <a:lnTo>
                  <a:pt x="779" y="634"/>
                </a:lnTo>
                <a:lnTo>
                  <a:pt x="780" y="634"/>
                </a:lnTo>
                <a:lnTo>
                  <a:pt x="781" y="634"/>
                </a:lnTo>
                <a:lnTo>
                  <a:pt x="782" y="633"/>
                </a:lnTo>
                <a:lnTo>
                  <a:pt x="782" y="634"/>
                </a:lnTo>
                <a:lnTo>
                  <a:pt x="782" y="635"/>
                </a:lnTo>
                <a:lnTo>
                  <a:pt x="783" y="635"/>
                </a:lnTo>
                <a:lnTo>
                  <a:pt x="784" y="635"/>
                </a:lnTo>
                <a:lnTo>
                  <a:pt x="784" y="634"/>
                </a:lnTo>
                <a:lnTo>
                  <a:pt x="783" y="634"/>
                </a:lnTo>
                <a:lnTo>
                  <a:pt x="783" y="633"/>
                </a:lnTo>
                <a:lnTo>
                  <a:pt x="783" y="632"/>
                </a:lnTo>
                <a:lnTo>
                  <a:pt x="784" y="632"/>
                </a:lnTo>
                <a:lnTo>
                  <a:pt x="785" y="632"/>
                </a:lnTo>
                <a:lnTo>
                  <a:pt x="786" y="631"/>
                </a:lnTo>
                <a:lnTo>
                  <a:pt x="787" y="631"/>
                </a:lnTo>
                <a:lnTo>
                  <a:pt x="787" y="630"/>
                </a:lnTo>
                <a:lnTo>
                  <a:pt x="788" y="629"/>
                </a:lnTo>
                <a:lnTo>
                  <a:pt x="789" y="629"/>
                </a:lnTo>
                <a:lnTo>
                  <a:pt x="790" y="629"/>
                </a:lnTo>
                <a:lnTo>
                  <a:pt x="791" y="629"/>
                </a:lnTo>
                <a:lnTo>
                  <a:pt x="792" y="629"/>
                </a:lnTo>
                <a:lnTo>
                  <a:pt x="793" y="629"/>
                </a:lnTo>
                <a:lnTo>
                  <a:pt x="794" y="629"/>
                </a:lnTo>
                <a:lnTo>
                  <a:pt x="795" y="630"/>
                </a:lnTo>
                <a:lnTo>
                  <a:pt x="796" y="630"/>
                </a:lnTo>
                <a:lnTo>
                  <a:pt x="797" y="631"/>
                </a:lnTo>
                <a:lnTo>
                  <a:pt x="798" y="632"/>
                </a:lnTo>
                <a:lnTo>
                  <a:pt x="799" y="632"/>
                </a:lnTo>
                <a:lnTo>
                  <a:pt x="799" y="633"/>
                </a:lnTo>
                <a:lnTo>
                  <a:pt x="800" y="633"/>
                </a:lnTo>
                <a:lnTo>
                  <a:pt x="800" y="634"/>
                </a:lnTo>
                <a:lnTo>
                  <a:pt x="801" y="634"/>
                </a:lnTo>
                <a:lnTo>
                  <a:pt x="801" y="635"/>
                </a:lnTo>
                <a:lnTo>
                  <a:pt x="801" y="636"/>
                </a:lnTo>
                <a:lnTo>
                  <a:pt x="802" y="636"/>
                </a:lnTo>
                <a:lnTo>
                  <a:pt x="803" y="636"/>
                </a:lnTo>
                <a:lnTo>
                  <a:pt x="803" y="637"/>
                </a:lnTo>
                <a:lnTo>
                  <a:pt x="804" y="638"/>
                </a:lnTo>
                <a:lnTo>
                  <a:pt x="804" y="639"/>
                </a:lnTo>
                <a:lnTo>
                  <a:pt x="805" y="639"/>
                </a:lnTo>
                <a:lnTo>
                  <a:pt x="804" y="640"/>
                </a:lnTo>
                <a:lnTo>
                  <a:pt x="804" y="641"/>
                </a:lnTo>
                <a:lnTo>
                  <a:pt x="803" y="641"/>
                </a:lnTo>
                <a:lnTo>
                  <a:pt x="803" y="642"/>
                </a:lnTo>
                <a:lnTo>
                  <a:pt x="802" y="643"/>
                </a:lnTo>
                <a:lnTo>
                  <a:pt x="802" y="644"/>
                </a:lnTo>
                <a:lnTo>
                  <a:pt x="803" y="645"/>
                </a:lnTo>
                <a:lnTo>
                  <a:pt x="804" y="645"/>
                </a:lnTo>
                <a:lnTo>
                  <a:pt x="805" y="645"/>
                </a:lnTo>
                <a:lnTo>
                  <a:pt x="806" y="645"/>
                </a:lnTo>
                <a:lnTo>
                  <a:pt x="807" y="645"/>
                </a:lnTo>
                <a:lnTo>
                  <a:pt x="807" y="646"/>
                </a:lnTo>
                <a:lnTo>
                  <a:pt x="808" y="647"/>
                </a:lnTo>
                <a:lnTo>
                  <a:pt x="809" y="648"/>
                </a:lnTo>
                <a:lnTo>
                  <a:pt x="809" y="649"/>
                </a:lnTo>
                <a:lnTo>
                  <a:pt x="809" y="650"/>
                </a:lnTo>
                <a:lnTo>
                  <a:pt x="810" y="650"/>
                </a:lnTo>
                <a:lnTo>
                  <a:pt x="810" y="651"/>
                </a:lnTo>
                <a:lnTo>
                  <a:pt x="809" y="651"/>
                </a:lnTo>
                <a:lnTo>
                  <a:pt x="809" y="652"/>
                </a:lnTo>
                <a:lnTo>
                  <a:pt x="808" y="652"/>
                </a:lnTo>
                <a:lnTo>
                  <a:pt x="808" y="653"/>
                </a:lnTo>
                <a:lnTo>
                  <a:pt x="808" y="654"/>
                </a:lnTo>
                <a:lnTo>
                  <a:pt x="808" y="655"/>
                </a:lnTo>
                <a:lnTo>
                  <a:pt x="808" y="656"/>
                </a:lnTo>
                <a:lnTo>
                  <a:pt x="809" y="656"/>
                </a:lnTo>
                <a:lnTo>
                  <a:pt x="810" y="656"/>
                </a:lnTo>
                <a:lnTo>
                  <a:pt x="810" y="657"/>
                </a:lnTo>
                <a:lnTo>
                  <a:pt x="810" y="658"/>
                </a:lnTo>
                <a:lnTo>
                  <a:pt x="811" y="658"/>
                </a:lnTo>
                <a:lnTo>
                  <a:pt x="811" y="659"/>
                </a:lnTo>
                <a:lnTo>
                  <a:pt x="811" y="660"/>
                </a:lnTo>
                <a:lnTo>
                  <a:pt x="810" y="661"/>
                </a:lnTo>
                <a:lnTo>
                  <a:pt x="810" y="662"/>
                </a:lnTo>
                <a:lnTo>
                  <a:pt x="809" y="662"/>
                </a:lnTo>
                <a:lnTo>
                  <a:pt x="809" y="663"/>
                </a:lnTo>
                <a:lnTo>
                  <a:pt x="810" y="663"/>
                </a:lnTo>
                <a:lnTo>
                  <a:pt x="810" y="664"/>
                </a:lnTo>
                <a:lnTo>
                  <a:pt x="811" y="663"/>
                </a:lnTo>
                <a:lnTo>
                  <a:pt x="811" y="664"/>
                </a:lnTo>
                <a:lnTo>
                  <a:pt x="810" y="665"/>
                </a:lnTo>
                <a:lnTo>
                  <a:pt x="809" y="665"/>
                </a:lnTo>
                <a:lnTo>
                  <a:pt x="807" y="666"/>
                </a:lnTo>
                <a:lnTo>
                  <a:pt x="806" y="667"/>
                </a:lnTo>
                <a:lnTo>
                  <a:pt x="805" y="667"/>
                </a:lnTo>
                <a:lnTo>
                  <a:pt x="804" y="668"/>
                </a:lnTo>
                <a:lnTo>
                  <a:pt x="803" y="669"/>
                </a:lnTo>
                <a:lnTo>
                  <a:pt x="802" y="669"/>
                </a:lnTo>
                <a:lnTo>
                  <a:pt x="801" y="669"/>
                </a:lnTo>
                <a:lnTo>
                  <a:pt x="801" y="670"/>
                </a:lnTo>
                <a:lnTo>
                  <a:pt x="800" y="670"/>
                </a:lnTo>
                <a:lnTo>
                  <a:pt x="799" y="670"/>
                </a:lnTo>
                <a:lnTo>
                  <a:pt x="798" y="671"/>
                </a:lnTo>
                <a:lnTo>
                  <a:pt x="797" y="670"/>
                </a:lnTo>
                <a:lnTo>
                  <a:pt x="795" y="670"/>
                </a:lnTo>
                <a:lnTo>
                  <a:pt x="794" y="669"/>
                </a:lnTo>
                <a:lnTo>
                  <a:pt x="792" y="668"/>
                </a:lnTo>
                <a:lnTo>
                  <a:pt x="791" y="668"/>
                </a:lnTo>
                <a:lnTo>
                  <a:pt x="790" y="668"/>
                </a:lnTo>
                <a:lnTo>
                  <a:pt x="789" y="668"/>
                </a:lnTo>
                <a:lnTo>
                  <a:pt x="788" y="668"/>
                </a:lnTo>
                <a:lnTo>
                  <a:pt x="788" y="669"/>
                </a:lnTo>
                <a:lnTo>
                  <a:pt x="787" y="669"/>
                </a:lnTo>
                <a:lnTo>
                  <a:pt x="787" y="668"/>
                </a:lnTo>
                <a:lnTo>
                  <a:pt x="786" y="668"/>
                </a:lnTo>
                <a:lnTo>
                  <a:pt x="786" y="669"/>
                </a:lnTo>
                <a:lnTo>
                  <a:pt x="786" y="670"/>
                </a:lnTo>
                <a:lnTo>
                  <a:pt x="785" y="670"/>
                </a:lnTo>
                <a:lnTo>
                  <a:pt x="784" y="671"/>
                </a:lnTo>
                <a:lnTo>
                  <a:pt x="783" y="671"/>
                </a:lnTo>
                <a:lnTo>
                  <a:pt x="782" y="672"/>
                </a:lnTo>
                <a:lnTo>
                  <a:pt x="781" y="672"/>
                </a:lnTo>
                <a:lnTo>
                  <a:pt x="780" y="671"/>
                </a:lnTo>
                <a:lnTo>
                  <a:pt x="779" y="671"/>
                </a:lnTo>
                <a:lnTo>
                  <a:pt x="779" y="672"/>
                </a:lnTo>
                <a:lnTo>
                  <a:pt x="778" y="672"/>
                </a:lnTo>
                <a:lnTo>
                  <a:pt x="776" y="673"/>
                </a:lnTo>
                <a:lnTo>
                  <a:pt x="775" y="673"/>
                </a:lnTo>
                <a:lnTo>
                  <a:pt x="774" y="674"/>
                </a:lnTo>
                <a:lnTo>
                  <a:pt x="774" y="673"/>
                </a:lnTo>
                <a:lnTo>
                  <a:pt x="774" y="672"/>
                </a:lnTo>
                <a:lnTo>
                  <a:pt x="774" y="671"/>
                </a:lnTo>
                <a:lnTo>
                  <a:pt x="773" y="672"/>
                </a:lnTo>
                <a:lnTo>
                  <a:pt x="772" y="672"/>
                </a:lnTo>
                <a:lnTo>
                  <a:pt x="771" y="673"/>
                </a:lnTo>
                <a:lnTo>
                  <a:pt x="770" y="673"/>
                </a:lnTo>
                <a:lnTo>
                  <a:pt x="770" y="672"/>
                </a:lnTo>
                <a:lnTo>
                  <a:pt x="769" y="673"/>
                </a:lnTo>
                <a:lnTo>
                  <a:pt x="769" y="674"/>
                </a:lnTo>
                <a:lnTo>
                  <a:pt x="768" y="675"/>
                </a:lnTo>
                <a:lnTo>
                  <a:pt x="767" y="676"/>
                </a:lnTo>
                <a:lnTo>
                  <a:pt x="766" y="676"/>
                </a:lnTo>
                <a:lnTo>
                  <a:pt x="765" y="675"/>
                </a:lnTo>
                <a:lnTo>
                  <a:pt x="764" y="675"/>
                </a:lnTo>
                <a:lnTo>
                  <a:pt x="763" y="675"/>
                </a:lnTo>
                <a:lnTo>
                  <a:pt x="762" y="675"/>
                </a:lnTo>
                <a:lnTo>
                  <a:pt x="761" y="674"/>
                </a:lnTo>
                <a:lnTo>
                  <a:pt x="760" y="675"/>
                </a:lnTo>
                <a:lnTo>
                  <a:pt x="759" y="675"/>
                </a:lnTo>
                <a:lnTo>
                  <a:pt x="758" y="675"/>
                </a:lnTo>
                <a:lnTo>
                  <a:pt x="757" y="675"/>
                </a:lnTo>
                <a:lnTo>
                  <a:pt x="756" y="675"/>
                </a:lnTo>
                <a:lnTo>
                  <a:pt x="756" y="676"/>
                </a:lnTo>
                <a:lnTo>
                  <a:pt x="755" y="676"/>
                </a:lnTo>
                <a:lnTo>
                  <a:pt x="755" y="677"/>
                </a:lnTo>
                <a:lnTo>
                  <a:pt x="755" y="678"/>
                </a:lnTo>
                <a:lnTo>
                  <a:pt x="754" y="679"/>
                </a:lnTo>
                <a:lnTo>
                  <a:pt x="752" y="679"/>
                </a:lnTo>
                <a:lnTo>
                  <a:pt x="752" y="678"/>
                </a:lnTo>
                <a:lnTo>
                  <a:pt x="751" y="678"/>
                </a:lnTo>
                <a:lnTo>
                  <a:pt x="750" y="678"/>
                </a:lnTo>
                <a:lnTo>
                  <a:pt x="749" y="679"/>
                </a:lnTo>
                <a:lnTo>
                  <a:pt x="749" y="680"/>
                </a:lnTo>
                <a:lnTo>
                  <a:pt x="748" y="681"/>
                </a:lnTo>
                <a:lnTo>
                  <a:pt x="747" y="680"/>
                </a:lnTo>
                <a:lnTo>
                  <a:pt x="746" y="679"/>
                </a:lnTo>
                <a:lnTo>
                  <a:pt x="747" y="678"/>
                </a:lnTo>
                <a:lnTo>
                  <a:pt x="746" y="678"/>
                </a:lnTo>
                <a:lnTo>
                  <a:pt x="746" y="677"/>
                </a:lnTo>
                <a:lnTo>
                  <a:pt x="745" y="677"/>
                </a:lnTo>
                <a:lnTo>
                  <a:pt x="745" y="676"/>
                </a:lnTo>
                <a:lnTo>
                  <a:pt x="745" y="675"/>
                </a:lnTo>
                <a:lnTo>
                  <a:pt x="744" y="674"/>
                </a:lnTo>
                <a:lnTo>
                  <a:pt x="743" y="674"/>
                </a:lnTo>
                <a:lnTo>
                  <a:pt x="742" y="674"/>
                </a:lnTo>
                <a:lnTo>
                  <a:pt x="741" y="674"/>
                </a:lnTo>
                <a:lnTo>
                  <a:pt x="740" y="674"/>
                </a:lnTo>
                <a:lnTo>
                  <a:pt x="740" y="673"/>
                </a:lnTo>
                <a:lnTo>
                  <a:pt x="739" y="673"/>
                </a:lnTo>
                <a:lnTo>
                  <a:pt x="739" y="672"/>
                </a:lnTo>
                <a:lnTo>
                  <a:pt x="739" y="671"/>
                </a:lnTo>
                <a:lnTo>
                  <a:pt x="738" y="670"/>
                </a:lnTo>
                <a:lnTo>
                  <a:pt x="737" y="670"/>
                </a:lnTo>
                <a:lnTo>
                  <a:pt x="736" y="669"/>
                </a:lnTo>
                <a:lnTo>
                  <a:pt x="735" y="669"/>
                </a:lnTo>
                <a:lnTo>
                  <a:pt x="734" y="669"/>
                </a:lnTo>
                <a:lnTo>
                  <a:pt x="733" y="669"/>
                </a:lnTo>
                <a:lnTo>
                  <a:pt x="732" y="669"/>
                </a:lnTo>
                <a:lnTo>
                  <a:pt x="731" y="669"/>
                </a:lnTo>
                <a:lnTo>
                  <a:pt x="730" y="669"/>
                </a:lnTo>
                <a:lnTo>
                  <a:pt x="729" y="670"/>
                </a:lnTo>
                <a:lnTo>
                  <a:pt x="728" y="670"/>
                </a:lnTo>
                <a:lnTo>
                  <a:pt x="727" y="670"/>
                </a:lnTo>
                <a:lnTo>
                  <a:pt x="726" y="670"/>
                </a:lnTo>
                <a:lnTo>
                  <a:pt x="726" y="671"/>
                </a:lnTo>
                <a:lnTo>
                  <a:pt x="725" y="671"/>
                </a:lnTo>
                <a:lnTo>
                  <a:pt x="724" y="671"/>
                </a:lnTo>
                <a:lnTo>
                  <a:pt x="722" y="671"/>
                </a:lnTo>
                <a:lnTo>
                  <a:pt x="722" y="672"/>
                </a:lnTo>
                <a:lnTo>
                  <a:pt x="721" y="673"/>
                </a:lnTo>
                <a:lnTo>
                  <a:pt x="721" y="674"/>
                </a:lnTo>
                <a:lnTo>
                  <a:pt x="720" y="674"/>
                </a:lnTo>
                <a:lnTo>
                  <a:pt x="719" y="675"/>
                </a:lnTo>
                <a:lnTo>
                  <a:pt x="718" y="676"/>
                </a:lnTo>
                <a:lnTo>
                  <a:pt x="718" y="675"/>
                </a:lnTo>
                <a:lnTo>
                  <a:pt x="717" y="675"/>
                </a:lnTo>
                <a:lnTo>
                  <a:pt x="717" y="674"/>
                </a:lnTo>
                <a:lnTo>
                  <a:pt x="717" y="673"/>
                </a:lnTo>
                <a:lnTo>
                  <a:pt x="716" y="673"/>
                </a:lnTo>
                <a:lnTo>
                  <a:pt x="716" y="672"/>
                </a:lnTo>
                <a:lnTo>
                  <a:pt x="717" y="671"/>
                </a:lnTo>
                <a:lnTo>
                  <a:pt x="717" y="670"/>
                </a:lnTo>
                <a:lnTo>
                  <a:pt x="716" y="670"/>
                </a:lnTo>
                <a:lnTo>
                  <a:pt x="717" y="670"/>
                </a:lnTo>
                <a:lnTo>
                  <a:pt x="717" y="669"/>
                </a:lnTo>
                <a:lnTo>
                  <a:pt x="716" y="669"/>
                </a:lnTo>
                <a:lnTo>
                  <a:pt x="715" y="668"/>
                </a:lnTo>
                <a:lnTo>
                  <a:pt x="715" y="667"/>
                </a:lnTo>
                <a:lnTo>
                  <a:pt x="716" y="666"/>
                </a:lnTo>
                <a:lnTo>
                  <a:pt x="716" y="667"/>
                </a:lnTo>
                <a:lnTo>
                  <a:pt x="716" y="666"/>
                </a:lnTo>
                <a:lnTo>
                  <a:pt x="716" y="665"/>
                </a:lnTo>
                <a:lnTo>
                  <a:pt x="717" y="665"/>
                </a:lnTo>
                <a:lnTo>
                  <a:pt x="718" y="665"/>
                </a:lnTo>
                <a:lnTo>
                  <a:pt x="719" y="665"/>
                </a:lnTo>
                <a:lnTo>
                  <a:pt x="719" y="664"/>
                </a:lnTo>
                <a:lnTo>
                  <a:pt x="718" y="664"/>
                </a:lnTo>
                <a:lnTo>
                  <a:pt x="717" y="664"/>
                </a:lnTo>
                <a:lnTo>
                  <a:pt x="716" y="664"/>
                </a:lnTo>
                <a:lnTo>
                  <a:pt x="715" y="664"/>
                </a:lnTo>
                <a:lnTo>
                  <a:pt x="714" y="664"/>
                </a:lnTo>
                <a:lnTo>
                  <a:pt x="714" y="663"/>
                </a:lnTo>
                <a:lnTo>
                  <a:pt x="713" y="663"/>
                </a:lnTo>
                <a:lnTo>
                  <a:pt x="713" y="664"/>
                </a:lnTo>
                <a:lnTo>
                  <a:pt x="712" y="664"/>
                </a:lnTo>
                <a:lnTo>
                  <a:pt x="712" y="663"/>
                </a:lnTo>
                <a:lnTo>
                  <a:pt x="713" y="663"/>
                </a:lnTo>
                <a:lnTo>
                  <a:pt x="713" y="662"/>
                </a:lnTo>
                <a:lnTo>
                  <a:pt x="713" y="661"/>
                </a:lnTo>
                <a:lnTo>
                  <a:pt x="712" y="661"/>
                </a:lnTo>
                <a:lnTo>
                  <a:pt x="713" y="660"/>
                </a:lnTo>
                <a:lnTo>
                  <a:pt x="712" y="659"/>
                </a:lnTo>
                <a:lnTo>
                  <a:pt x="712" y="658"/>
                </a:lnTo>
                <a:lnTo>
                  <a:pt x="712" y="657"/>
                </a:lnTo>
                <a:lnTo>
                  <a:pt x="711" y="657"/>
                </a:lnTo>
                <a:lnTo>
                  <a:pt x="712" y="656"/>
                </a:lnTo>
                <a:lnTo>
                  <a:pt x="712" y="655"/>
                </a:lnTo>
                <a:lnTo>
                  <a:pt x="713" y="655"/>
                </a:lnTo>
                <a:lnTo>
                  <a:pt x="714" y="655"/>
                </a:lnTo>
                <a:lnTo>
                  <a:pt x="715" y="655"/>
                </a:lnTo>
                <a:lnTo>
                  <a:pt x="715" y="654"/>
                </a:lnTo>
                <a:lnTo>
                  <a:pt x="715" y="653"/>
                </a:lnTo>
                <a:lnTo>
                  <a:pt x="716" y="653"/>
                </a:lnTo>
                <a:lnTo>
                  <a:pt x="716" y="652"/>
                </a:lnTo>
                <a:lnTo>
                  <a:pt x="716" y="651"/>
                </a:lnTo>
                <a:lnTo>
                  <a:pt x="716" y="650"/>
                </a:lnTo>
                <a:lnTo>
                  <a:pt x="716" y="649"/>
                </a:lnTo>
                <a:lnTo>
                  <a:pt x="715" y="649"/>
                </a:lnTo>
                <a:lnTo>
                  <a:pt x="715" y="648"/>
                </a:lnTo>
                <a:lnTo>
                  <a:pt x="715" y="647"/>
                </a:lnTo>
                <a:lnTo>
                  <a:pt x="715" y="646"/>
                </a:lnTo>
                <a:lnTo>
                  <a:pt x="714" y="646"/>
                </a:lnTo>
                <a:lnTo>
                  <a:pt x="713" y="645"/>
                </a:lnTo>
                <a:lnTo>
                  <a:pt x="713" y="646"/>
                </a:lnTo>
                <a:lnTo>
                  <a:pt x="713" y="645"/>
                </a:lnTo>
                <a:lnTo>
                  <a:pt x="713" y="646"/>
                </a:lnTo>
                <a:lnTo>
                  <a:pt x="713" y="645"/>
                </a:lnTo>
                <a:lnTo>
                  <a:pt x="712" y="645"/>
                </a:lnTo>
                <a:lnTo>
                  <a:pt x="711" y="646"/>
                </a:lnTo>
                <a:lnTo>
                  <a:pt x="710" y="647"/>
                </a:lnTo>
                <a:lnTo>
                  <a:pt x="709" y="646"/>
                </a:lnTo>
                <a:lnTo>
                  <a:pt x="708" y="646"/>
                </a:lnTo>
                <a:lnTo>
                  <a:pt x="707" y="646"/>
                </a:lnTo>
                <a:lnTo>
                  <a:pt x="707" y="645"/>
                </a:lnTo>
                <a:lnTo>
                  <a:pt x="706" y="645"/>
                </a:lnTo>
                <a:lnTo>
                  <a:pt x="706" y="644"/>
                </a:lnTo>
                <a:lnTo>
                  <a:pt x="706" y="643"/>
                </a:lnTo>
                <a:lnTo>
                  <a:pt x="706" y="642"/>
                </a:lnTo>
                <a:lnTo>
                  <a:pt x="707" y="642"/>
                </a:lnTo>
                <a:lnTo>
                  <a:pt x="707" y="641"/>
                </a:lnTo>
                <a:lnTo>
                  <a:pt x="707" y="640"/>
                </a:lnTo>
                <a:lnTo>
                  <a:pt x="707" y="639"/>
                </a:lnTo>
                <a:lnTo>
                  <a:pt x="706" y="639"/>
                </a:lnTo>
                <a:lnTo>
                  <a:pt x="705" y="638"/>
                </a:lnTo>
                <a:lnTo>
                  <a:pt x="705" y="639"/>
                </a:lnTo>
                <a:lnTo>
                  <a:pt x="704" y="639"/>
                </a:lnTo>
                <a:lnTo>
                  <a:pt x="702" y="639"/>
                </a:lnTo>
                <a:lnTo>
                  <a:pt x="701" y="639"/>
                </a:lnTo>
                <a:lnTo>
                  <a:pt x="701" y="638"/>
                </a:lnTo>
                <a:lnTo>
                  <a:pt x="700" y="638"/>
                </a:lnTo>
                <a:lnTo>
                  <a:pt x="700" y="637"/>
                </a:lnTo>
                <a:lnTo>
                  <a:pt x="699" y="637"/>
                </a:lnTo>
                <a:lnTo>
                  <a:pt x="698" y="637"/>
                </a:lnTo>
                <a:lnTo>
                  <a:pt x="697" y="637"/>
                </a:lnTo>
                <a:lnTo>
                  <a:pt x="697" y="636"/>
                </a:lnTo>
                <a:lnTo>
                  <a:pt x="697" y="637"/>
                </a:lnTo>
                <a:lnTo>
                  <a:pt x="697" y="636"/>
                </a:lnTo>
                <a:lnTo>
                  <a:pt x="696" y="636"/>
                </a:lnTo>
                <a:lnTo>
                  <a:pt x="695" y="636"/>
                </a:lnTo>
                <a:lnTo>
                  <a:pt x="695" y="635"/>
                </a:lnTo>
                <a:lnTo>
                  <a:pt x="695" y="636"/>
                </a:lnTo>
                <a:lnTo>
                  <a:pt x="694" y="636"/>
                </a:lnTo>
                <a:lnTo>
                  <a:pt x="694" y="637"/>
                </a:lnTo>
                <a:lnTo>
                  <a:pt x="693" y="637"/>
                </a:lnTo>
                <a:lnTo>
                  <a:pt x="693" y="638"/>
                </a:lnTo>
                <a:lnTo>
                  <a:pt x="692" y="638"/>
                </a:lnTo>
                <a:lnTo>
                  <a:pt x="692" y="639"/>
                </a:lnTo>
                <a:lnTo>
                  <a:pt x="691" y="639"/>
                </a:lnTo>
                <a:lnTo>
                  <a:pt x="690" y="639"/>
                </a:lnTo>
                <a:lnTo>
                  <a:pt x="689" y="639"/>
                </a:lnTo>
                <a:lnTo>
                  <a:pt x="688" y="639"/>
                </a:lnTo>
                <a:lnTo>
                  <a:pt x="688" y="640"/>
                </a:lnTo>
                <a:lnTo>
                  <a:pt x="688" y="641"/>
                </a:lnTo>
                <a:lnTo>
                  <a:pt x="688" y="642"/>
                </a:lnTo>
                <a:lnTo>
                  <a:pt x="688" y="643"/>
                </a:lnTo>
                <a:lnTo>
                  <a:pt x="688" y="644"/>
                </a:lnTo>
                <a:lnTo>
                  <a:pt x="687" y="644"/>
                </a:lnTo>
                <a:lnTo>
                  <a:pt x="687" y="645"/>
                </a:lnTo>
                <a:lnTo>
                  <a:pt x="686" y="646"/>
                </a:lnTo>
                <a:lnTo>
                  <a:pt x="685" y="647"/>
                </a:lnTo>
                <a:lnTo>
                  <a:pt x="686" y="647"/>
                </a:lnTo>
                <a:lnTo>
                  <a:pt x="686" y="648"/>
                </a:lnTo>
                <a:lnTo>
                  <a:pt x="685" y="648"/>
                </a:lnTo>
                <a:lnTo>
                  <a:pt x="685" y="647"/>
                </a:lnTo>
                <a:lnTo>
                  <a:pt x="685" y="648"/>
                </a:lnTo>
                <a:lnTo>
                  <a:pt x="684" y="647"/>
                </a:lnTo>
                <a:lnTo>
                  <a:pt x="684" y="648"/>
                </a:lnTo>
                <a:lnTo>
                  <a:pt x="683" y="648"/>
                </a:lnTo>
                <a:lnTo>
                  <a:pt x="683" y="649"/>
                </a:lnTo>
                <a:lnTo>
                  <a:pt x="682" y="649"/>
                </a:lnTo>
                <a:lnTo>
                  <a:pt x="682" y="651"/>
                </a:lnTo>
                <a:lnTo>
                  <a:pt x="683" y="651"/>
                </a:lnTo>
                <a:lnTo>
                  <a:pt x="683" y="652"/>
                </a:lnTo>
                <a:lnTo>
                  <a:pt x="682" y="652"/>
                </a:lnTo>
                <a:lnTo>
                  <a:pt x="681" y="652"/>
                </a:lnTo>
                <a:lnTo>
                  <a:pt x="681" y="653"/>
                </a:lnTo>
                <a:lnTo>
                  <a:pt x="680" y="653"/>
                </a:lnTo>
                <a:lnTo>
                  <a:pt x="680" y="655"/>
                </a:lnTo>
                <a:lnTo>
                  <a:pt x="679" y="655"/>
                </a:lnTo>
                <a:lnTo>
                  <a:pt x="678" y="655"/>
                </a:lnTo>
                <a:lnTo>
                  <a:pt x="678" y="656"/>
                </a:lnTo>
                <a:lnTo>
                  <a:pt x="677" y="656"/>
                </a:lnTo>
                <a:lnTo>
                  <a:pt x="676" y="656"/>
                </a:lnTo>
                <a:lnTo>
                  <a:pt x="676" y="655"/>
                </a:lnTo>
                <a:lnTo>
                  <a:pt x="675" y="655"/>
                </a:lnTo>
                <a:lnTo>
                  <a:pt x="675" y="656"/>
                </a:lnTo>
                <a:lnTo>
                  <a:pt x="674" y="656"/>
                </a:lnTo>
                <a:lnTo>
                  <a:pt x="673" y="656"/>
                </a:lnTo>
                <a:lnTo>
                  <a:pt x="672" y="656"/>
                </a:lnTo>
                <a:lnTo>
                  <a:pt x="671" y="657"/>
                </a:lnTo>
                <a:lnTo>
                  <a:pt x="670" y="657"/>
                </a:lnTo>
                <a:lnTo>
                  <a:pt x="669" y="658"/>
                </a:lnTo>
                <a:lnTo>
                  <a:pt x="668" y="657"/>
                </a:lnTo>
                <a:lnTo>
                  <a:pt x="668" y="656"/>
                </a:lnTo>
                <a:lnTo>
                  <a:pt x="667" y="656"/>
                </a:lnTo>
                <a:lnTo>
                  <a:pt x="666" y="656"/>
                </a:lnTo>
                <a:lnTo>
                  <a:pt x="665" y="656"/>
                </a:lnTo>
                <a:lnTo>
                  <a:pt x="664" y="657"/>
                </a:lnTo>
                <a:lnTo>
                  <a:pt x="663" y="657"/>
                </a:lnTo>
                <a:lnTo>
                  <a:pt x="663" y="658"/>
                </a:lnTo>
                <a:lnTo>
                  <a:pt x="662" y="657"/>
                </a:lnTo>
                <a:lnTo>
                  <a:pt x="662" y="658"/>
                </a:lnTo>
                <a:lnTo>
                  <a:pt x="661" y="658"/>
                </a:lnTo>
                <a:lnTo>
                  <a:pt x="660" y="659"/>
                </a:lnTo>
                <a:lnTo>
                  <a:pt x="659" y="660"/>
                </a:lnTo>
                <a:lnTo>
                  <a:pt x="658" y="660"/>
                </a:lnTo>
                <a:lnTo>
                  <a:pt x="658" y="661"/>
                </a:lnTo>
                <a:lnTo>
                  <a:pt x="657" y="661"/>
                </a:lnTo>
                <a:lnTo>
                  <a:pt x="657" y="660"/>
                </a:lnTo>
                <a:lnTo>
                  <a:pt x="656" y="660"/>
                </a:lnTo>
                <a:lnTo>
                  <a:pt x="655" y="660"/>
                </a:lnTo>
                <a:lnTo>
                  <a:pt x="655" y="661"/>
                </a:lnTo>
                <a:lnTo>
                  <a:pt x="654" y="661"/>
                </a:lnTo>
                <a:lnTo>
                  <a:pt x="653" y="661"/>
                </a:lnTo>
                <a:lnTo>
                  <a:pt x="653" y="662"/>
                </a:lnTo>
                <a:lnTo>
                  <a:pt x="652" y="662"/>
                </a:lnTo>
                <a:lnTo>
                  <a:pt x="652" y="661"/>
                </a:lnTo>
                <a:lnTo>
                  <a:pt x="651" y="661"/>
                </a:lnTo>
                <a:lnTo>
                  <a:pt x="651" y="660"/>
                </a:lnTo>
                <a:lnTo>
                  <a:pt x="651" y="659"/>
                </a:lnTo>
                <a:lnTo>
                  <a:pt x="650" y="659"/>
                </a:lnTo>
                <a:lnTo>
                  <a:pt x="650" y="658"/>
                </a:lnTo>
                <a:lnTo>
                  <a:pt x="650" y="659"/>
                </a:lnTo>
                <a:lnTo>
                  <a:pt x="650" y="658"/>
                </a:lnTo>
                <a:lnTo>
                  <a:pt x="649" y="658"/>
                </a:lnTo>
                <a:lnTo>
                  <a:pt x="649" y="657"/>
                </a:lnTo>
                <a:lnTo>
                  <a:pt x="648" y="657"/>
                </a:lnTo>
                <a:lnTo>
                  <a:pt x="647" y="658"/>
                </a:lnTo>
                <a:lnTo>
                  <a:pt x="646" y="658"/>
                </a:lnTo>
                <a:lnTo>
                  <a:pt x="646" y="657"/>
                </a:lnTo>
                <a:lnTo>
                  <a:pt x="645" y="657"/>
                </a:lnTo>
                <a:lnTo>
                  <a:pt x="645" y="656"/>
                </a:lnTo>
                <a:lnTo>
                  <a:pt x="644" y="656"/>
                </a:lnTo>
                <a:lnTo>
                  <a:pt x="643" y="656"/>
                </a:lnTo>
                <a:lnTo>
                  <a:pt x="643" y="655"/>
                </a:lnTo>
                <a:lnTo>
                  <a:pt x="642" y="655"/>
                </a:lnTo>
                <a:lnTo>
                  <a:pt x="642" y="654"/>
                </a:lnTo>
                <a:lnTo>
                  <a:pt x="641" y="654"/>
                </a:lnTo>
                <a:lnTo>
                  <a:pt x="641" y="653"/>
                </a:lnTo>
                <a:lnTo>
                  <a:pt x="640" y="653"/>
                </a:lnTo>
                <a:lnTo>
                  <a:pt x="640" y="652"/>
                </a:lnTo>
                <a:lnTo>
                  <a:pt x="639" y="652"/>
                </a:lnTo>
                <a:lnTo>
                  <a:pt x="638" y="652"/>
                </a:lnTo>
                <a:lnTo>
                  <a:pt x="638" y="651"/>
                </a:lnTo>
                <a:lnTo>
                  <a:pt x="636" y="651"/>
                </a:lnTo>
                <a:lnTo>
                  <a:pt x="636" y="650"/>
                </a:lnTo>
                <a:lnTo>
                  <a:pt x="636" y="649"/>
                </a:lnTo>
                <a:lnTo>
                  <a:pt x="635" y="649"/>
                </a:lnTo>
                <a:lnTo>
                  <a:pt x="635" y="648"/>
                </a:lnTo>
                <a:lnTo>
                  <a:pt x="635" y="647"/>
                </a:lnTo>
                <a:lnTo>
                  <a:pt x="634" y="647"/>
                </a:lnTo>
                <a:lnTo>
                  <a:pt x="634" y="646"/>
                </a:lnTo>
                <a:lnTo>
                  <a:pt x="635" y="646"/>
                </a:lnTo>
                <a:lnTo>
                  <a:pt x="633" y="645"/>
                </a:lnTo>
                <a:lnTo>
                  <a:pt x="633" y="644"/>
                </a:lnTo>
                <a:lnTo>
                  <a:pt x="632" y="644"/>
                </a:lnTo>
                <a:lnTo>
                  <a:pt x="631" y="643"/>
                </a:lnTo>
                <a:lnTo>
                  <a:pt x="630" y="643"/>
                </a:lnTo>
                <a:lnTo>
                  <a:pt x="629" y="643"/>
                </a:lnTo>
                <a:lnTo>
                  <a:pt x="629" y="642"/>
                </a:lnTo>
                <a:lnTo>
                  <a:pt x="628" y="642"/>
                </a:lnTo>
                <a:lnTo>
                  <a:pt x="628" y="641"/>
                </a:lnTo>
                <a:lnTo>
                  <a:pt x="627" y="641"/>
                </a:lnTo>
                <a:lnTo>
                  <a:pt x="628" y="640"/>
                </a:lnTo>
                <a:lnTo>
                  <a:pt x="629" y="640"/>
                </a:lnTo>
                <a:lnTo>
                  <a:pt x="630" y="640"/>
                </a:lnTo>
                <a:lnTo>
                  <a:pt x="631" y="640"/>
                </a:lnTo>
                <a:lnTo>
                  <a:pt x="633" y="640"/>
                </a:lnTo>
                <a:lnTo>
                  <a:pt x="634" y="640"/>
                </a:lnTo>
                <a:lnTo>
                  <a:pt x="635" y="640"/>
                </a:lnTo>
                <a:lnTo>
                  <a:pt x="635" y="639"/>
                </a:lnTo>
                <a:lnTo>
                  <a:pt x="636" y="639"/>
                </a:lnTo>
                <a:lnTo>
                  <a:pt x="636" y="638"/>
                </a:lnTo>
                <a:lnTo>
                  <a:pt x="636" y="637"/>
                </a:lnTo>
                <a:lnTo>
                  <a:pt x="636" y="636"/>
                </a:lnTo>
                <a:lnTo>
                  <a:pt x="637" y="636"/>
                </a:lnTo>
                <a:lnTo>
                  <a:pt x="638" y="636"/>
                </a:lnTo>
                <a:lnTo>
                  <a:pt x="639" y="635"/>
                </a:lnTo>
                <a:lnTo>
                  <a:pt x="640" y="635"/>
                </a:lnTo>
                <a:lnTo>
                  <a:pt x="639" y="634"/>
                </a:lnTo>
                <a:lnTo>
                  <a:pt x="640" y="634"/>
                </a:lnTo>
                <a:lnTo>
                  <a:pt x="641" y="634"/>
                </a:lnTo>
                <a:lnTo>
                  <a:pt x="641" y="632"/>
                </a:lnTo>
                <a:lnTo>
                  <a:pt x="640" y="632"/>
                </a:lnTo>
                <a:lnTo>
                  <a:pt x="640" y="631"/>
                </a:lnTo>
                <a:lnTo>
                  <a:pt x="641" y="631"/>
                </a:lnTo>
                <a:lnTo>
                  <a:pt x="641" y="630"/>
                </a:lnTo>
                <a:lnTo>
                  <a:pt x="641" y="629"/>
                </a:lnTo>
                <a:lnTo>
                  <a:pt x="642" y="628"/>
                </a:lnTo>
                <a:lnTo>
                  <a:pt x="641" y="628"/>
                </a:lnTo>
                <a:lnTo>
                  <a:pt x="640" y="628"/>
                </a:lnTo>
                <a:lnTo>
                  <a:pt x="639" y="628"/>
                </a:lnTo>
                <a:lnTo>
                  <a:pt x="638" y="628"/>
                </a:lnTo>
                <a:lnTo>
                  <a:pt x="637" y="628"/>
                </a:lnTo>
                <a:lnTo>
                  <a:pt x="637" y="627"/>
                </a:lnTo>
                <a:lnTo>
                  <a:pt x="637" y="626"/>
                </a:lnTo>
                <a:lnTo>
                  <a:pt x="636" y="625"/>
                </a:lnTo>
                <a:lnTo>
                  <a:pt x="637" y="625"/>
                </a:lnTo>
                <a:lnTo>
                  <a:pt x="638" y="625"/>
                </a:lnTo>
                <a:lnTo>
                  <a:pt x="638" y="624"/>
                </a:lnTo>
                <a:lnTo>
                  <a:pt x="639" y="624"/>
                </a:lnTo>
                <a:lnTo>
                  <a:pt x="640" y="624"/>
                </a:lnTo>
                <a:lnTo>
                  <a:pt x="641" y="624"/>
                </a:lnTo>
                <a:lnTo>
                  <a:pt x="641" y="623"/>
                </a:lnTo>
                <a:lnTo>
                  <a:pt x="641" y="622"/>
                </a:lnTo>
                <a:lnTo>
                  <a:pt x="642" y="621"/>
                </a:lnTo>
                <a:lnTo>
                  <a:pt x="641" y="620"/>
                </a:lnTo>
                <a:lnTo>
                  <a:pt x="640" y="620"/>
                </a:lnTo>
                <a:lnTo>
                  <a:pt x="640" y="619"/>
                </a:lnTo>
                <a:lnTo>
                  <a:pt x="641" y="618"/>
                </a:lnTo>
                <a:lnTo>
                  <a:pt x="639" y="618"/>
                </a:lnTo>
                <a:lnTo>
                  <a:pt x="638" y="618"/>
                </a:lnTo>
                <a:lnTo>
                  <a:pt x="637" y="618"/>
                </a:lnTo>
                <a:lnTo>
                  <a:pt x="637" y="617"/>
                </a:lnTo>
                <a:lnTo>
                  <a:pt x="636" y="616"/>
                </a:lnTo>
                <a:lnTo>
                  <a:pt x="636" y="615"/>
                </a:lnTo>
                <a:lnTo>
                  <a:pt x="635" y="614"/>
                </a:lnTo>
                <a:lnTo>
                  <a:pt x="636" y="613"/>
                </a:lnTo>
                <a:lnTo>
                  <a:pt x="635" y="613"/>
                </a:lnTo>
                <a:lnTo>
                  <a:pt x="635" y="612"/>
                </a:lnTo>
                <a:lnTo>
                  <a:pt x="634" y="611"/>
                </a:lnTo>
                <a:lnTo>
                  <a:pt x="633" y="611"/>
                </a:lnTo>
                <a:lnTo>
                  <a:pt x="632" y="611"/>
                </a:lnTo>
                <a:lnTo>
                  <a:pt x="631" y="612"/>
                </a:lnTo>
                <a:lnTo>
                  <a:pt x="630" y="612"/>
                </a:lnTo>
                <a:lnTo>
                  <a:pt x="630" y="613"/>
                </a:lnTo>
                <a:lnTo>
                  <a:pt x="630" y="614"/>
                </a:lnTo>
                <a:lnTo>
                  <a:pt x="629" y="614"/>
                </a:lnTo>
                <a:lnTo>
                  <a:pt x="628" y="614"/>
                </a:lnTo>
                <a:lnTo>
                  <a:pt x="627" y="614"/>
                </a:lnTo>
                <a:lnTo>
                  <a:pt x="626" y="614"/>
                </a:lnTo>
                <a:lnTo>
                  <a:pt x="626" y="613"/>
                </a:lnTo>
                <a:lnTo>
                  <a:pt x="627" y="613"/>
                </a:lnTo>
                <a:lnTo>
                  <a:pt x="627" y="612"/>
                </a:lnTo>
                <a:lnTo>
                  <a:pt x="628" y="612"/>
                </a:lnTo>
                <a:lnTo>
                  <a:pt x="627" y="612"/>
                </a:lnTo>
                <a:lnTo>
                  <a:pt x="626" y="611"/>
                </a:lnTo>
                <a:lnTo>
                  <a:pt x="625" y="609"/>
                </a:lnTo>
                <a:lnTo>
                  <a:pt x="625" y="608"/>
                </a:lnTo>
                <a:lnTo>
                  <a:pt x="625" y="607"/>
                </a:lnTo>
                <a:lnTo>
                  <a:pt x="625" y="606"/>
                </a:lnTo>
                <a:lnTo>
                  <a:pt x="624" y="606"/>
                </a:lnTo>
                <a:lnTo>
                  <a:pt x="624" y="605"/>
                </a:lnTo>
                <a:lnTo>
                  <a:pt x="623" y="605"/>
                </a:lnTo>
                <a:lnTo>
                  <a:pt x="623" y="604"/>
                </a:lnTo>
                <a:lnTo>
                  <a:pt x="624" y="604"/>
                </a:lnTo>
                <a:lnTo>
                  <a:pt x="624" y="603"/>
                </a:lnTo>
                <a:lnTo>
                  <a:pt x="625" y="603"/>
                </a:lnTo>
                <a:lnTo>
                  <a:pt x="625" y="602"/>
                </a:lnTo>
                <a:lnTo>
                  <a:pt x="624" y="602"/>
                </a:lnTo>
                <a:lnTo>
                  <a:pt x="624" y="601"/>
                </a:lnTo>
                <a:lnTo>
                  <a:pt x="624" y="600"/>
                </a:lnTo>
                <a:lnTo>
                  <a:pt x="624" y="599"/>
                </a:lnTo>
                <a:lnTo>
                  <a:pt x="625" y="598"/>
                </a:lnTo>
                <a:lnTo>
                  <a:pt x="625" y="597"/>
                </a:lnTo>
                <a:lnTo>
                  <a:pt x="624" y="597"/>
                </a:lnTo>
                <a:lnTo>
                  <a:pt x="624" y="596"/>
                </a:lnTo>
                <a:lnTo>
                  <a:pt x="624" y="595"/>
                </a:lnTo>
                <a:lnTo>
                  <a:pt x="625" y="595"/>
                </a:lnTo>
                <a:lnTo>
                  <a:pt x="625" y="594"/>
                </a:lnTo>
                <a:lnTo>
                  <a:pt x="624" y="594"/>
                </a:lnTo>
                <a:lnTo>
                  <a:pt x="623" y="594"/>
                </a:lnTo>
                <a:lnTo>
                  <a:pt x="623" y="593"/>
                </a:lnTo>
                <a:lnTo>
                  <a:pt x="623" y="592"/>
                </a:lnTo>
                <a:lnTo>
                  <a:pt x="623" y="591"/>
                </a:lnTo>
                <a:lnTo>
                  <a:pt x="624" y="591"/>
                </a:lnTo>
                <a:lnTo>
                  <a:pt x="625" y="591"/>
                </a:lnTo>
                <a:lnTo>
                  <a:pt x="626" y="591"/>
                </a:lnTo>
                <a:lnTo>
                  <a:pt x="627" y="591"/>
                </a:lnTo>
                <a:lnTo>
                  <a:pt x="627" y="590"/>
                </a:lnTo>
                <a:lnTo>
                  <a:pt x="628" y="590"/>
                </a:lnTo>
                <a:lnTo>
                  <a:pt x="629" y="591"/>
                </a:lnTo>
                <a:lnTo>
                  <a:pt x="629" y="590"/>
                </a:lnTo>
                <a:lnTo>
                  <a:pt x="630" y="590"/>
                </a:lnTo>
                <a:lnTo>
                  <a:pt x="630" y="589"/>
                </a:lnTo>
                <a:lnTo>
                  <a:pt x="630" y="588"/>
                </a:lnTo>
                <a:lnTo>
                  <a:pt x="631" y="588"/>
                </a:lnTo>
                <a:lnTo>
                  <a:pt x="631" y="589"/>
                </a:lnTo>
                <a:lnTo>
                  <a:pt x="633" y="589"/>
                </a:lnTo>
                <a:lnTo>
                  <a:pt x="633" y="588"/>
                </a:lnTo>
                <a:lnTo>
                  <a:pt x="633" y="587"/>
                </a:lnTo>
                <a:lnTo>
                  <a:pt x="634" y="586"/>
                </a:lnTo>
                <a:lnTo>
                  <a:pt x="634" y="585"/>
                </a:lnTo>
                <a:lnTo>
                  <a:pt x="635" y="585"/>
                </a:lnTo>
                <a:lnTo>
                  <a:pt x="635" y="584"/>
                </a:lnTo>
                <a:lnTo>
                  <a:pt x="636" y="584"/>
                </a:lnTo>
                <a:lnTo>
                  <a:pt x="636" y="585"/>
                </a:lnTo>
                <a:lnTo>
                  <a:pt x="637" y="585"/>
                </a:lnTo>
                <a:lnTo>
                  <a:pt x="638" y="585"/>
                </a:lnTo>
                <a:lnTo>
                  <a:pt x="638" y="584"/>
                </a:lnTo>
                <a:lnTo>
                  <a:pt x="638" y="583"/>
                </a:lnTo>
                <a:lnTo>
                  <a:pt x="638" y="582"/>
                </a:lnTo>
                <a:lnTo>
                  <a:pt x="639" y="582"/>
                </a:lnTo>
                <a:lnTo>
                  <a:pt x="639" y="581"/>
                </a:lnTo>
                <a:lnTo>
                  <a:pt x="638" y="581"/>
                </a:lnTo>
                <a:lnTo>
                  <a:pt x="637" y="580"/>
                </a:lnTo>
                <a:lnTo>
                  <a:pt x="636" y="580"/>
                </a:lnTo>
                <a:lnTo>
                  <a:pt x="635" y="580"/>
                </a:lnTo>
                <a:lnTo>
                  <a:pt x="635" y="579"/>
                </a:lnTo>
                <a:lnTo>
                  <a:pt x="634" y="579"/>
                </a:lnTo>
                <a:lnTo>
                  <a:pt x="633" y="579"/>
                </a:lnTo>
                <a:lnTo>
                  <a:pt x="633" y="580"/>
                </a:lnTo>
                <a:lnTo>
                  <a:pt x="632" y="580"/>
                </a:lnTo>
                <a:lnTo>
                  <a:pt x="631" y="580"/>
                </a:lnTo>
                <a:lnTo>
                  <a:pt x="631" y="581"/>
                </a:lnTo>
                <a:lnTo>
                  <a:pt x="630" y="581"/>
                </a:lnTo>
                <a:lnTo>
                  <a:pt x="630" y="582"/>
                </a:lnTo>
                <a:lnTo>
                  <a:pt x="629" y="582"/>
                </a:lnTo>
                <a:lnTo>
                  <a:pt x="629" y="583"/>
                </a:lnTo>
                <a:lnTo>
                  <a:pt x="628" y="583"/>
                </a:lnTo>
                <a:lnTo>
                  <a:pt x="628" y="582"/>
                </a:lnTo>
                <a:lnTo>
                  <a:pt x="628" y="581"/>
                </a:lnTo>
                <a:lnTo>
                  <a:pt x="627" y="581"/>
                </a:lnTo>
                <a:lnTo>
                  <a:pt x="626" y="581"/>
                </a:lnTo>
                <a:lnTo>
                  <a:pt x="625" y="581"/>
                </a:lnTo>
                <a:lnTo>
                  <a:pt x="624" y="580"/>
                </a:lnTo>
                <a:lnTo>
                  <a:pt x="624" y="579"/>
                </a:lnTo>
                <a:lnTo>
                  <a:pt x="623" y="579"/>
                </a:lnTo>
                <a:lnTo>
                  <a:pt x="624" y="579"/>
                </a:lnTo>
                <a:lnTo>
                  <a:pt x="624" y="578"/>
                </a:lnTo>
                <a:lnTo>
                  <a:pt x="623" y="578"/>
                </a:lnTo>
                <a:lnTo>
                  <a:pt x="622" y="578"/>
                </a:lnTo>
                <a:lnTo>
                  <a:pt x="622" y="579"/>
                </a:lnTo>
                <a:lnTo>
                  <a:pt x="622" y="580"/>
                </a:lnTo>
                <a:lnTo>
                  <a:pt x="621" y="581"/>
                </a:lnTo>
                <a:lnTo>
                  <a:pt x="620" y="581"/>
                </a:lnTo>
                <a:lnTo>
                  <a:pt x="620" y="580"/>
                </a:lnTo>
                <a:lnTo>
                  <a:pt x="619" y="581"/>
                </a:lnTo>
                <a:lnTo>
                  <a:pt x="618" y="581"/>
                </a:lnTo>
                <a:lnTo>
                  <a:pt x="617" y="581"/>
                </a:lnTo>
                <a:lnTo>
                  <a:pt x="617" y="580"/>
                </a:lnTo>
                <a:lnTo>
                  <a:pt x="616" y="580"/>
                </a:lnTo>
                <a:lnTo>
                  <a:pt x="615" y="580"/>
                </a:lnTo>
                <a:lnTo>
                  <a:pt x="614" y="580"/>
                </a:lnTo>
                <a:lnTo>
                  <a:pt x="613" y="580"/>
                </a:lnTo>
                <a:lnTo>
                  <a:pt x="613" y="581"/>
                </a:lnTo>
                <a:lnTo>
                  <a:pt x="612" y="580"/>
                </a:lnTo>
                <a:lnTo>
                  <a:pt x="612" y="581"/>
                </a:lnTo>
                <a:lnTo>
                  <a:pt x="611" y="581"/>
                </a:lnTo>
                <a:lnTo>
                  <a:pt x="611" y="582"/>
                </a:lnTo>
                <a:lnTo>
                  <a:pt x="610" y="582"/>
                </a:lnTo>
                <a:lnTo>
                  <a:pt x="610" y="583"/>
                </a:lnTo>
                <a:lnTo>
                  <a:pt x="610" y="584"/>
                </a:lnTo>
                <a:lnTo>
                  <a:pt x="609" y="584"/>
                </a:lnTo>
                <a:lnTo>
                  <a:pt x="608" y="583"/>
                </a:lnTo>
                <a:lnTo>
                  <a:pt x="607" y="582"/>
                </a:lnTo>
                <a:lnTo>
                  <a:pt x="606" y="582"/>
                </a:lnTo>
                <a:lnTo>
                  <a:pt x="606" y="581"/>
                </a:lnTo>
                <a:lnTo>
                  <a:pt x="605" y="582"/>
                </a:lnTo>
                <a:lnTo>
                  <a:pt x="605" y="581"/>
                </a:lnTo>
                <a:lnTo>
                  <a:pt x="604" y="582"/>
                </a:lnTo>
                <a:lnTo>
                  <a:pt x="603" y="582"/>
                </a:lnTo>
                <a:lnTo>
                  <a:pt x="602" y="582"/>
                </a:lnTo>
                <a:lnTo>
                  <a:pt x="601" y="582"/>
                </a:lnTo>
                <a:lnTo>
                  <a:pt x="601" y="583"/>
                </a:lnTo>
                <a:lnTo>
                  <a:pt x="600" y="583"/>
                </a:lnTo>
                <a:lnTo>
                  <a:pt x="599" y="583"/>
                </a:lnTo>
                <a:lnTo>
                  <a:pt x="597" y="584"/>
                </a:lnTo>
                <a:lnTo>
                  <a:pt x="595" y="584"/>
                </a:lnTo>
                <a:lnTo>
                  <a:pt x="595" y="583"/>
                </a:lnTo>
                <a:lnTo>
                  <a:pt x="595" y="582"/>
                </a:lnTo>
                <a:lnTo>
                  <a:pt x="594" y="582"/>
                </a:lnTo>
                <a:lnTo>
                  <a:pt x="594" y="581"/>
                </a:lnTo>
                <a:lnTo>
                  <a:pt x="593" y="581"/>
                </a:lnTo>
                <a:lnTo>
                  <a:pt x="592" y="581"/>
                </a:lnTo>
                <a:lnTo>
                  <a:pt x="592" y="582"/>
                </a:lnTo>
                <a:lnTo>
                  <a:pt x="591" y="582"/>
                </a:lnTo>
                <a:lnTo>
                  <a:pt x="590" y="582"/>
                </a:lnTo>
                <a:lnTo>
                  <a:pt x="589" y="582"/>
                </a:lnTo>
                <a:lnTo>
                  <a:pt x="589" y="581"/>
                </a:lnTo>
                <a:lnTo>
                  <a:pt x="589" y="580"/>
                </a:lnTo>
                <a:lnTo>
                  <a:pt x="589" y="579"/>
                </a:lnTo>
                <a:lnTo>
                  <a:pt x="588" y="578"/>
                </a:lnTo>
                <a:lnTo>
                  <a:pt x="588" y="577"/>
                </a:lnTo>
                <a:lnTo>
                  <a:pt x="587" y="577"/>
                </a:lnTo>
                <a:lnTo>
                  <a:pt x="587" y="578"/>
                </a:lnTo>
                <a:lnTo>
                  <a:pt x="586" y="578"/>
                </a:lnTo>
                <a:lnTo>
                  <a:pt x="586" y="579"/>
                </a:lnTo>
                <a:lnTo>
                  <a:pt x="586" y="580"/>
                </a:lnTo>
                <a:lnTo>
                  <a:pt x="586" y="581"/>
                </a:lnTo>
                <a:lnTo>
                  <a:pt x="586" y="582"/>
                </a:lnTo>
                <a:lnTo>
                  <a:pt x="585" y="583"/>
                </a:lnTo>
                <a:lnTo>
                  <a:pt x="585" y="584"/>
                </a:lnTo>
                <a:lnTo>
                  <a:pt x="586" y="584"/>
                </a:lnTo>
                <a:lnTo>
                  <a:pt x="586" y="585"/>
                </a:lnTo>
                <a:lnTo>
                  <a:pt x="586" y="586"/>
                </a:lnTo>
                <a:lnTo>
                  <a:pt x="585" y="586"/>
                </a:lnTo>
                <a:lnTo>
                  <a:pt x="585" y="587"/>
                </a:lnTo>
                <a:lnTo>
                  <a:pt x="584" y="587"/>
                </a:lnTo>
                <a:lnTo>
                  <a:pt x="584" y="588"/>
                </a:lnTo>
                <a:lnTo>
                  <a:pt x="583" y="588"/>
                </a:lnTo>
                <a:lnTo>
                  <a:pt x="582" y="588"/>
                </a:lnTo>
                <a:lnTo>
                  <a:pt x="582" y="589"/>
                </a:lnTo>
                <a:lnTo>
                  <a:pt x="583" y="589"/>
                </a:lnTo>
                <a:lnTo>
                  <a:pt x="583" y="590"/>
                </a:lnTo>
                <a:lnTo>
                  <a:pt x="583" y="591"/>
                </a:lnTo>
                <a:lnTo>
                  <a:pt x="582" y="591"/>
                </a:lnTo>
                <a:lnTo>
                  <a:pt x="581" y="592"/>
                </a:lnTo>
                <a:lnTo>
                  <a:pt x="582" y="593"/>
                </a:lnTo>
                <a:lnTo>
                  <a:pt x="582" y="594"/>
                </a:lnTo>
                <a:lnTo>
                  <a:pt x="583" y="595"/>
                </a:lnTo>
                <a:lnTo>
                  <a:pt x="584" y="595"/>
                </a:lnTo>
                <a:lnTo>
                  <a:pt x="584" y="596"/>
                </a:lnTo>
                <a:lnTo>
                  <a:pt x="584" y="597"/>
                </a:lnTo>
                <a:lnTo>
                  <a:pt x="585" y="598"/>
                </a:lnTo>
                <a:lnTo>
                  <a:pt x="585" y="599"/>
                </a:lnTo>
                <a:lnTo>
                  <a:pt x="585" y="600"/>
                </a:lnTo>
                <a:lnTo>
                  <a:pt x="585" y="601"/>
                </a:lnTo>
                <a:lnTo>
                  <a:pt x="586" y="603"/>
                </a:lnTo>
                <a:lnTo>
                  <a:pt x="587" y="604"/>
                </a:lnTo>
                <a:lnTo>
                  <a:pt x="587" y="605"/>
                </a:lnTo>
                <a:lnTo>
                  <a:pt x="588" y="605"/>
                </a:lnTo>
                <a:lnTo>
                  <a:pt x="588" y="606"/>
                </a:lnTo>
                <a:lnTo>
                  <a:pt x="588" y="608"/>
                </a:lnTo>
                <a:lnTo>
                  <a:pt x="587" y="609"/>
                </a:lnTo>
                <a:lnTo>
                  <a:pt x="587" y="610"/>
                </a:lnTo>
                <a:lnTo>
                  <a:pt x="588" y="610"/>
                </a:lnTo>
                <a:lnTo>
                  <a:pt x="588" y="611"/>
                </a:lnTo>
                <a:lnTo>
                  <a:pt x="589" y="612"/>
                </a:lnTo>
                <a:lnTo>
                  <a:pt x="589" y="613"/>
                </a:lnTo>
                <a:lnTo>
                  <a:pt x="589" y="614"/>
                </a:lnTo>
                <a:lnTo>
                  <a:pt x="589" y="615"/>
                </a:lnTo>
                <a:lnTo>
                  <a:pt x="588" y="615"/>
                </a:lnTo>
                <a:lnTo>
                  <a:pt x="587" y="616"/>
                </a:lnTo>
                <a:lnTo>
                  <a:pt x="586" y="616"/>
                </a:lnTo>
                <a:lnTo>
                  <a:pt x="585" y="616"/>
                </a:lnTo>
                <a:lnTo>
                  <a:pt x="585" y="617"/>
                </a:lnTo>
                <a:lnTo>
                  <a:pt x="584" y="618"/>
                </a:lnTo>
                <a:lnTo>
                  <a:pt x="584" y="619"/>
                </a:lnTo>
                <a:lnTo>
                  <a:pt x="583" y="619"/>
                </a:lnTo>
                <a:lnTo>
                  <a:pt x="582" y="619"/>
                </a:lnTo>
                <a:lnTo>
                  <a:pt x="581" y="620"/>
                </a:lnTo>
                <a:lnTo>
                  <a:pt x="581" y="621"/>
                </a:lnTo>
                <a:lnTo>
                  <a:pt x="580" y="621"/>
                </a:lnTo>
                <a:lnTo>
                  <a:pt x="580" y="622"/>
                </a:lnTo>
                <a:lnTo>
                  <a:pt x="579" y="622"/>
                </a:lnTo>
                <a:lnTo>
                  <a:pt x="578" y="622"/>
                </a:lnTo>
                <a:lnTo>
                  <a:pt x="578" y="621"/>
                </a:lnTo>
                <a:lnTo>
                  <a:pt x="577" y="621"/>
                </a:lnTo>
                <a:lnTo>
                  <a:pt x="577" y="622"/>
                </a:lnTo>
                <a:lnTo>
                  <a:pt x="576" y="622"/>
                </a:lnTo>
                <a:lnTo>
                  <a:pt x="576" y="623"/>
                </a:lnTo>
                <a:lnTo>
                  <a:pt x="576" y="624"/>
                </a:lnTo>
                <a:lnTo>
                  <a:pt x="575" y="625"/>
                </a:lnTo>
                <a:lnTo>
                  <a:pt x="574" y="625"/>
                </a:lnTo>
                <a:lnTo>
                  <a:pt x="573" y="625"/>
                </a:lnTo>
                <a:lnTo>
                  <a:pt x="573" y="624"/>
                </a:lnTo>
                <a:lnTo>
                  <a:pt x="573" y="622"/>
                </a:lnTo>
                <a:lnTo>
                  <a:pt x="572" y="622"/>
                </a:lnTo>
                <a:lnTo>
                  <a:pt x="572" y="621"/>
                </a:lnTo>
                <a:lnTo>
                  <a:pt x="571" y="621"/>
                </a:lnTo>
                <a:lnTo>
                  <a:pt x="570" y="620"/>
                </a:lnTo>
                <a:lnTo>
                  <a:pt x="569" y="619"/>
                </a:lnTo>
                <a:lnTo>
                  <a:pt x="568" y="619"/>
                </a:lnTo>
                <a:lnTo>
                  <a:pt x="567" y="619"/>
                </a:lnTo>
                <a:lnTo>
                  <a:pt x="567" y="620"/>
                </a:lnTo>
                <a:lnTo>
                  <a:pt x="566" y="620"/>
                </a:lnTo>
                <a:lnTo>
                  <a:pt x="566" y="621"/>
                </a:lnTo>
                <a:lnTo>
                  <a:pt x="565" y="621"/>
                </a:lnTo>
                <a:lnTo>
                  <a:pt x="563" y="622"/>
                </a:lnTo>
                <a:lnTo>
                  <a:pt x="562" y="622"/>
                </a:lnTo>
                <a:lnTo>
                  <a:pt x="561" y="623"/>
                </a:lnTo>
                <a:lnTo>
                  <a:pt x="561" y="624"/>
                </a:lnTo>
                <a:lnTo>
                  <a:pt x="560" y="625"/>
                </a:lnTo>
                <a:lnTo>
                  <a:pt x="560" y="626"/>
                </a:lnTo>
                <a:lnTo>
                  <a:pt x="560" y="627"/>
                </a:lnTo>
                <a:lnTo>
                  <a:pt x="559" y="627"/>
                </a:lnTo>
                <a:lnTo>
                  <a:pt x="559" y="628"/>
                </a:lnTo>
                <a:lnTo>
                  <a:pt x="558" y="628"/>
                </a:lnTo>
                <a:lnTo>
                  <a:pt x="558" y="629"/>
                </a:lnTo>
                <a:lnTo>
                  <a:pt x="557" y="629"/>
                </a:lnTo>
                <a:lnTo>
                  <a:pt x="557" y="630"/>
                </a:lnTo>
                <a:lnTo>
                  <a:pt x="556" y="630"/>
                </a:lnTo>
                <a:lnTo>
                  <a:pt x="556" y="631"/>
                </a:lnTo>
                <a:lnTo>
                  <a:pt x="555" y="631"/>
                </a:lnTo>
                <a:lnTo>
                  <a:pt x="554" y="632"/>
                </a:lnTo>
                <a:lnTo>
                  <a:pt x="553" y="633"/>
                </a:lnTo>
                <a:lnTo>
                  <a:pt x="552" y="633"/>
                </a:lnTo>
                <a:lnTo>
                  <a:pt x="551" y="633"/>
                </a:lnTo>
                <a:lnTo>
                  <a:pt x="551" y="634"/>
                </a:lnTo>
                <a:lnTo>
                  <a:pt x="551" y="635"/>
                </a:lnTo>
                <a:lnTo>
                  <a:pt x="552" y="635"/>
                </a:lnTo>
                <a:lnTo>
                  <a:pt x="552" y="636"/>
                </a:lnTo>
                <a:lnTo>
                  <a:pt x="551" y="637"/>
                </a:lnTo>
                <a:lnTo>
                  <a:pt x="550" y="638"/>
                </a:lnTo>
                <a:lnTo>
                  <a:pt x="549" y="638"/>
                </a:lnTo>
                <a:lnTo>
                  <a:pt x="549" y="639"/>
                </a:lnTo>
                <a:lnTo>
                  <a:pt x="549" y="641"/>
                </a:lnTo>
                <a:lnTo>
                  <a:pt x="549" y="642"/>
                </a:lnTo>
                <a:lnTo>
                  <a:pt x="550" y="642"/>
                </a:lnTo>
                <a:lnTo>
                  <a:pt x="550" y="643"/>
                </a:lnTo>
                <a:lnTo>
                  <a:pt x="551" y="643"/>
                </a:lnTo>
                <a:lnTo>
                  <a:pt x="551" y="644"/>
                </a:lnTo>
                <a:lnTo>
                  <a:pt x="552" y="644"/>
                </a:lnTo>
                <a:lnTo>
                  <a:pt x="552" y="643"/>
                </a:lnTo>
                <a:lnTo>
                  <a:pt x="553" y="643"/>
                </a:lnTo>
                <a:lnTo>
                  <a:pt x="553" y="642"/>
                </a:lnTo>
                <a:lnTo>
                  <a:pt x="554" y="642"/>
                </a:lnTo>
                <a:lnTo>
                  <a:pt x="555" y="643"/>
                </a:lnTo>
                <a:lnTo>
                  <a:pt x="555" y="644"/>
                </a:lnTo>
                <a:lnTo>
                  <a:pt x="555" y="645"/>
                </a:lnTo>
                <a:lnTo>
                  <a:pt x="555" y="646"/>
                </a:lnTo>
                <a:lnTo>
                  <a:pt x="555" y="647"/>
                </a:lnTo>
                <a:lnTo>
                  <a:pt x="556" y="648"/>
                </a:lnTo>
                <a:lnTo>
                  <a:pt x="557" y="649"/>
                </a:lnTo>
                <a:lnTo>
                  <a:pt x="558" y="649"/>
                </a:lnTo>
                <a:lnTo>
                  <a:pt x="559" y="649"/>
                </a:lnTo>
                <a:lnTo>
                  <a:pt x="560" y="648"/>
                </a:lnTo>
                <a:lnTo>
                  <a:pt x="561" y="648"/>
                </a:lnTo>
                <a:lnTo>
                  <a:pt x="561" y="649"/>
                </a:lnTo>
                <a:lnTo>
                  <a:pt x="561" y="650"/>
                </a:lnTo>
                <a:lnTo>
                  <a:pt x="560" y="650"/>
                </a:lnTo>
                <a:lnTo>
                  <a:pt x="559" y="650"/>
                </a:lnTo>
                <a:lnTo>
                  <a:pt x="558" y="652"/>
                </a:lnTo>
                <a:lnTo>
                  <a:pt x="557" y="653"/>
                </a:lnTo>
                <a:lnTo>
                  <a:pt x="556" y="653"/>
                </a:lnTo>
                <a:lnTo>
                  <a:pt x="556" y="654"/>
                </a:lnTo>
                <a:lnTo>
                  <a:pt x="556" y="655"/>
                </a:lnTo>
                <a:lnTo>
                  <a:pt x="556" y="658"/>
                </a:lnTo>
                <a:lnTo>
                  <a:pt x="555" y="658"/>
                </a:lnTo>
                <a:lnTo>
                  <a:pt x="555" y="659"/>
                </a:lnTo>
                <a:lnTo>
                  <a:pt x="556" y="660"/>
                </a:lnTo>
                <a:lnTo>
                  <a:pt x="556" y="661"/>
                </a:lnTo>
                <a:lnTo>
                  <a:pt x="556" y="662"/>
                </a:lnTo>
                <a:lnTo>
                  <a:pt x="556" y="663"/>
                </a:lnTo>
                <a:lnTo>
                  <a:pt x="555" y="664"/>
                </a:lnTo>
                <a:lnTo>
                  <a:pt x="555" y="665"/>
                </a:lnTo>
                <a:lnTo>
                  <a:pt x="554" y="666"/>
                </a:lnTo>
                <a:lnTo>
                  <a:pt x="554" y="667"/>
                </a:lnTo>
                <a:lnTo>
                  <a:pt x="553" y="667"/>
                </a:lnTo>
                <a:lnTo>
                  <a:pt x="553" y="668"/>
                </a:lnTo>
                <a:lnTo>
                  <a:pt x="552" y="668"/>
                </a:lnTo>
                <a:lnTo>
                  <a:pt x="551" y="669"/>
                </a:lnTo>
                <a:lnTo>
                  <a:pt x="552" y="670"/>
                </a:lnTo>
                <a:lnTo>
                  <a:pt x="551" y="670"/>
                </a:lnTo>
                <a:lnTo>
                  <a:pt x="551" y="671"/>
                </a:lnTo>
                <a:lnTo>
                  <a:pt x="550" y="671"/>
                </a:lnTo>
                <a:lnTo>
                  <a:pt x="549" y="672"/>
                </a:lnTo>
                <a:lnTo>
                  <a:pt x="548" y="672"/>
                </a:lnTo>
                <a:lnTo>
                  <a:pt x="547" y="674"/>
                </a:lnTo>
                <a:lnTo>
                  <a:pt x="546" y="674"/>
                </a:lnTo>
                <a:lnTo>
                  <a:pt x="546" y="675"/>
                </a:lnTo>
                <a:lnTo>
                  <a:pt x="545" y="675"/>
                </a:lnTo>
                <a:lnTo>
                  <a:pt x="544" y="675"/>
                </a:lnTo>
                <a:lnTo>
                  <a:pt x="543" y="676"/>
                </a:lnTo>
                <a:lnTo>
                  <a:pt x="543" y="677"/>
                </a:lnTo>
                <a:lnTo>
                  <a:pt x="542" y="677"/>
                </a:lnTo>
                <a:lnTo>
                  <a:pt x="542" y="678"/>
                </a:lnTo>
                <a:lnTo>
                  <a:pt x="542" y="679"/>
                </a:lnTo>
                <a:lnTo>
                  <a:pt x="541" y="679"/>
                </a:lnTo>
                <a:lnTo>
                  <a:pt x="540" y="679"/>
                </a:lnTo>
                <a:lnTo>
                  <a:pt x="540" y="680"/>
                </a:lnTo>
                <a:lnTo>
                  <a:pt x="539" y="681"/>
                </a:lnTo>
                <a:lnTo>
                  <a:pt x="537" y="682"/>
                </a:lnTo>
                <a:lnTo>
                  <a:pt x="537" y="683"/>
                </a:lnTo>
                <a:lnTo>
                  <a:pt x="536" y="683"/>
                </a:lnTo>
                <a:lnTo>
                  <a:pt x="535" y="683"/>
                </a:lnTo>
                <a:lnTo>
                  <a:pt x="535" y="684"/>
                </a:lnTo>
                <a:lnTo>
                  <a:pt x="536" y="685"/>
                </a:lnTo>
                <a:lnTo>
                  <a:pt x="537" y="686"/>
                </a:lnTo>
                <a:lnTo>
                  <a:pt x="537" y="687"/>
                </a:lnTo>
                <a:lnTo>
                  <a:pt x="537" y="688"/>
                </a:lnTo>
                <a:lnTo>
                  <a:pt x="537" y="689"/>
                </a:lnTo>
                <a:lnTo>
                  <a:pt x="537" y="690"/>
                </a:lnTo>
                <a:lnTo>
                  <a:pt x="536" y="690"/>
                </a:lnTo>
                <a:lnTo>
                  <a:pt x="535" y="690"/>
                </a:lnTo>
                <a:lnTo>
                  <a:pt x="534" y="690"/>
                </a:lnTo>
                <a:lnTo>
                  <a:pt x="533" y="690"/>
                </a:lnTo>
                <a:lnTo>
                  <a:pt x="532" y="690"/>
                </a:lnTo>
                <a:lnTo>
                  <a:pt x="531" y="690"/>
                </a:lnTo>
                <a:lnTo>
                  <a:pt x="530" y="690"/>
                </a:lnTo>
                <a:lnTo>
                  <a:pt x="530" y="692"/>
                </a:lnTo>
                <a:lnTo>
                  <a:pt x="530" y="693"/>
                </a:lnTo>
                <a:lnTo>
                  <a:pt x="529" y="694"/>
                </a:lnTo>
                <a:lnTo>
                  <a:pt x="529" y="695"/>
                </a:lnTo>
                <a:lnTo>
                  <a:pt x="528" y="695"/>
                </a:lnTo>
                <a:lnTo>
                  <a:pt x="527" y="695"/>
                </a:lnTo>
                <a:lnTo>
                  <a:pt x="527" y="696"/>
                </a:lnTo>
                <a:lnTo>
                  <a:pt x="527" y="697"/>
                </a:lnTo>
                <a:lnTo>
                  <a:pt x="526" y="697"/>
                </a:lnTo>
                <a:lnTo>
                  <a:pt x="526" y="698"/>
                </a:lnTo>
                <a:lnTo>
                  <a:pt x="525" y="699"/>
                </a:lnTo>
                <a:lnTo>
                  <a:pt x="525" y="700"/>
                </a:lnTo>
                <a:lnTo>
                  <a:pt x="524" y="702"/>
                </a:lnTo>
                <a:lnTo>
                  <a:pt x="523" y="703"/>
                </a:lnTo>
                <a:lnTo>
                  <a:pt x="523" y="704"/>
                </a:lnTo>
                <a:lnTo>
                  <a:pt x="523" y="705"/>
                </a:lnTo>
                <a:lnTo>
                  <a:pt x="523" y="706"/>
                </a:lnTo>
                <a:lnTo>
                  <a:pt x="522" y="706"/>
                </a:lnTo>
                <a:lnTo>
                  <a:pt x="522" y="707"/>
                </a:lnTo>
                <a:lnTo>
                  <a:pt x="521" y="707"/>
                </a:lnTo>
                <a:lnTo>
                  <a:pt x="520" y="708"/>
                </a:lnTo>
                <a:lnTo>
                  <a:pt x="519" y="708"/>
                </a:lnTo>
                <a:lnTo>
                  <a:pt x="518" y="708"/>
                </a:lnTo>
                <a:lnTo>
                  <a:pt x="517" y="708"/>
                </a:lnTo>
                <a:lnTo>
                  <a:pt x="517" y="707"/>
                </a:lnTo>
                <a:lnTo>
                  <a:pt x="516" y="707"/>
                </a:lnTo>
                <a:lnTo>
                  <a:pt x="515" y="707"/>
                </a:lnTo>
                <a:lnTo>
                  <a:pt x="515" y="708"/>
                </a:lnTo>
                <a:lnTo>
                  <a:pt x="514" y="709"/>
                </a:lnTo>
                <a:lnTo>
                  <a:pt x="513" y="709"/>
                </a:lnTo>
                <a:lnTo>
                  <a:pt x="513" y="710"/>
                </a:lnTo>
                <a:lnTo>
                  <a:pt x="512" y="710"/>
                </a:lnTo>
                <a:lnTo>
                  <a:pt x="511" y="710"/>
                </a:lnTo>
                <a:lnTo>
                  <a:pt x="511" y="711"/>
                </a:lnTo>
                <a:lnTo>
                  <a:pt x="510" y="711"/>
                </a:lnTo>
                <a:lnTo>
                  <a:pt x="509" y="711"/>
                </a:lnTo>
                <a:lnTo>
                  <a:pt x="508" y="711"/>
                </a:lnTo>
                <a:lnTo>
                  <a:pt x="508" y="710"/>
                </a:lnTo>
                <a:lnTo>
                  <a:pt x="507" y="709"/>
                </a:lnTo>
                <a:lnTo>
                  <a:pt x="507" y="708"/>
                </a:lnTo>
                <a:lnTo>
                  <a:pt x="507" y="707"/>
                </a:lnTo>
                <a:lnTo>
                  <a:pt x="506" y="707"/>
                </a:lnTo>
                <a:lnTo>
                  <a:pt x="505" y="707"/>
                </a:lnTo>
                <a:lnTo>
                  <a:pt x="505" y="708"/>
                </a:lnTo>
                <a:lnTo>
                  <a:pt x="505" y="709"/>
                </a:lnTo>
                <a:lnTo>
                  <a:pt x="504" y="710"/>
                </a:lnTo>
                <a:lnTo>
                  <a:pt x="503" y="711"/>
                </a:lnTo>
                <a:lnTo>
                  <a:pt x="503" y="712"/>
                </a:lnTo>
                <a:lnTo>
                  <a:pt x="502" y="713"/>
                </a:lnTo>
                <a:lnTo>
                  <a:pt x="502" y="714"/>
                </a:lnTo>
                <a:lnTo>
                  <a:pt x="502" y="715"/>
                </a:lnTo>
                <a:lnTo>
                  <a:pt x="502" y="716"/>
                </a:lnTo>
                <a:lnTo>
                  <a:pt x="501" y="717"/>
                </a:lnTo>
                <a:lnTo>
                  <a:pt x="501" y="718"/>
                </a:lnTo>
                <a:lnTo>
                  <a:pt x="500" y="718"/>
                </a:lnTo>
                <a:lnTo>
                  <a:pt x="500" y="719"/>
                </a:lnTo>
                <a:lnTo>
                  <a:pt x="500" y="720"/>
                </a:lnTo>
                <a:lnTo>
                  <a:pt x="500" y="721"/>
                </a:lnTo>
                <a:lnTo>
                  <a:pt x="500" y="722"/>
                </a:lnTo>
                <a:lnTo>
                  <a:pt x="500" y="723"/>
                </a:lnTo>
                <a:lnTo>
                  <a:pt x="500" y="724"/>
                </a:lnTo>
                <a:lnTo>
                  <a:pt x="501" y="724"/>
                </a:lnTo>
                <a:lnTo>
                  <a:pt x="501" y="725"/>
                </a:lnTo>
                <a:lnTo>
                  <a:pt x="502" y="725"/>
                </a:lnTo>
                <a:lnTo>
                  <a:pt x="502" y="726"/>
                </a:lnTo>
                <a:lnTo>
                  <a:pt x="502" y="728"/>
                </a:lnTo>
                <a:lnTo>
                  <a:pt x="502" y="729"/>
                </a:lnTo>
                <a:lnTo>
                  <a:pt x="502" y="730"/>
                </a:lnTo>
                <a:lnTo>
                  <a:pt x="502" y="731"/>
                </a:lnTo>
                <a:lnTo>
                  <a:pt x="502" y="732"/>
                </a:lnTo>
                <a:lnTo>
                  <a:pt x="502" y="733"/>
                </a:lnTo>
                <a:lnTo>
                  <a:pt x="503" y="735"/>
                </a:lnTo>
                <a:lnTo>
                  <a:pt x="502" y="736"/>
                </a:lnTo>
                <a:lnTo>
                  <a:pt x="502" y="737"/>
                </a:lnTo>
                <a:lnTo>
                  <a:pt x="502" y="738"/>
                </a:lnTo>
                <a:lnTo>
                  <a:pt x="502" y="739"/>
                </a:lnTo>
                <a:lnTo>
                  <a:pt x="501" y="739"/>
                </a:lnTo>
                <a:lnTo>
                  <a:pt x="501" y="740"/>
                </a:lnTo>
                <a:lnTo>
                  <a:pt x="501" y="741"/>
                </a:lnTo>
                <a:lnTo>
                  <a:pt x="501" y="742"/>
                </a:lnTo>
                <a:lnTo>
                  <a:pt x="500" y="742"/>
                </a:lnTo>
                <a:lnTo>
                  <a:pt x="500" y="743"/>
                </a:lnTo>
                <a:lnTo>
                  <a:pt x="500" y="744"/>
                </a:lnTo>
                <a:lnTo>
                  <a:pt x="500" y="745"/>
                </a:lnTo>
                <a:lnTo>
                  <a:pt x="499" y="746"/>
                </a:lnTo>
                <a:lnTo>
                  <a:pt x="500" y="747"/>
                </a:lnTo>
                <a:lnTo>
                  <a:pt x="501" y="748"/>
                </a:lnTo>
                <a:lnTo>
                  <a:pt x="501" y="749"/>
                </a:lnTo>
                <a:lnTo>
                  <a:pt x="501" y="750"/>
                </a:lnTo>
                <a:lnTo>
                  <a:pt x="501" y="751"/>
                </a:lnTo>
                <a:lnTo>
                  <a:pt x="501" y="752"/>
                </a:lnTo>
                <a:lnTo>
                  <a:pt x="501" y="753"/>
                </a:lnTo>
                <a:lnTo>
                  <a:pt x="500" y="753"/>
                </a:lnTo>
                <a:lnTo>
                  <a:pt x="500" y="755"/>
                </a:lnTo>
                <a:lnTo>
                  <a:pt x="501" y="755"/>
                </a:lnTo>
                <a:lnTo>
                  <a:pt x="501" y="756"/>
                </a:lnTo>
                <a:lnTo>
                  <a:pt x="501" y="757"/>
                </a:lnTo>
                <a:lnTo>
                  <a:pt x="501" y="758"/>
                </a:lnTo>
                <a:lnTo>
                  <a:pt x="502" y="759"/>
                </a:lnTo>
                <a:lnTo>
                  <a:pt x="502" y="760"/>
                </a:lnTo>
                <a:lnTo>
                  <a:pt x="503" y="760"/>
                </a:lnTo>
                <a:lnTo>
                  <a:pt x="503" y="761"/>
                </a:lnTo>
                <a:lnTo>
                  <a:pt x="503" y="762"/>
                </a:lnTo>
                <a:lnTo>
                  <a:pt x="504" y="762"/>
                </a:lnTo>
                <a:lnTo>
                  <a:pt x="505" y="763"/>
                </a:lnTo>
                <a:lnTo>
                  <a:pt x="505" y="764"/>
                </a:lnTo>
                <a:lnTo>
                  <a:pt x="506" y="765"/>
                </a:lnTo>
                <a:lnTo>
                  <a:pt x="507" y="765"/>
                </a:lnTo>
                <a:lnTo>
                  <a:pt x="507" y="766"/>
                </a:lnTo>
                <a:lnTo>
                  <a:pt x="508" y="766"/>
                </a:lnTo>
                <a:lnTo>
                  <a:pt x="508" y="767"/>
                </a:lnTo>
                <a:lnTo>
                  <a:pt x="507" y="767"/>
                </a:lnTo>
                <a:lnTo>
                  <a:pt x="508" y="768"/>
                </a:lnTo>
                <a:lnTo>
                  <a:pt x="509" y="769"/>
                </a:lnTo>
                <a:lnTo>
                  <a:pt x="509" y="770"/>
                </a:lnTo>
                <a:lnTo>
                  <a:pt x="509" y="771"/>
                </a:lnTo>
                <a:lnTo>
                  <a:pt x="510" y="772"/>
                </a:lnTo>
                <a:lnTo>
                  <a:pt x="509" y="773"/>
                </a:lnTo>
                <a:lnTo>
                  <a:pt x="509" y="774"/>
                </a:lnTo>
                <a:lnTo>
                  <a:pt x="510" y="774"/>
                </a:lnTo>
                <a:lnTo>
                  <a:pt x="510" y="775"/>
                </a:lnTo>
                <a:lnTo>
                  <a:pt x="510" y="776"/>
                </a:lnTo>
                <a:lnTo>
                  <a:pt x="511" y="776"/>
                </a:lnTo>
                <a:lnTo>
                  <a:pt x="511" y="777"/>
                </a:lnTo>
                <a:lnTo>
                  <a:pt x="510" y="777"/>
                </a:lnTo>
                <a:lnTo>
                  <a:pt x="510" y="778"/>
                </a:lnTo>
                <a:lnTo>
                  <a:pt x="511" y="778"/>
                </a:lnTo>
                <a:lnTo>
                  <a:pt x="511" y="779"/>
                </a:lnTo>
                <a:lnTo>
                  <a:pt x="511" y="780"/>
                </a:lnTo>
                <a:lnTo>
                  <a:pt x="511" y="782"/>
                </a:lnTo>
                <a:lnTo>
                  <a:pt x="512" y="783"/>
                </a:lnTo>
                <a:lnTo>
                  <a:pt x="513" y="783"/>
                </a:lnTo>
                <a:lnTo>
                  <a:pt x="513" y="784"/>
                </a:lnTo>
                <a:lnTo>
                  <a:pt x="513" y="785"/>
                </a:lnTo>
                <a:lnTo>
                  <a:pt x="513" y="786"/>
                </a:lnTo>
                <a:lnTo>
                  <a:pt x="513" y="787"/>
                </a:lnTo>
                <a:lnTo>
                  <a:pt x="513" y="788"/>
                </a:lnTo>
                <a:lnTo>
                  <a:pt x="513" y="789"/>
                </a:lnTo>
                <a:lnTo>
                  <a:pt x="513" y="790"/>
                </a:lnTo>
                <a:lnTo>
                  <a:pt x="512" y="790"/>
                </a:lnTo>
                <a:lnTo>
                  <a:pt x="512" y="791"/>
                </a:lnTo>
                <a:lnTo>
                  <a:pt x="513" y="792"/>
                </a:lnTo>
                <a:lnTo>
                  <a:pt x="513" y="793"/>
                </a:lnTo>
                <a:lnTo>
                  <a:pt x="513" y="794"/>
                </a:lnTo>
                <a:lnTo>
                  <a:pt x="514" y="794"/>
                </a:lnTo>
                <a:lnTo>
                  <a:pt x="515" y="794"/>
                </a:lnTo>
                <a:lnTo>
                  <a:pt x="515" y="795"/>
                </a:lnTo>
                <a:lnTo>
                  <a:pt x="515" y="796"/>
                </a:lnTo>
                <a:lnTo>
                  <a:pt x="515" y="797"/>
                </a:lnTo>
                <a:lnTo>
                  <a:pt x="515" y="798"/>
                </a:lnTo>
                <a:lnTo>
                  <a:pt x="515" y="799"/>
                </a:lnTo>
                <a:lnTo>
                  <a:pt x="514" y="799"/>
                </a:lnTo>
                <a:lnTo>
                  <a:pt x="514" y="800"/>
                </a:lnTo>
                <a:lnTo>
                  <a:pt x="513" y="801"/>
                </a:lnTo>
                <a:lnTo>
                  <a:pt x="512" y="802"/>
                </a:lnTo>
                <a:lnTo>
                  <a:pt x="511" y="802"/>
                </a:lnTo>
                <a:lnTo>
                  <a:pt x="510" y="802"/>
                </a:lnTo>
                <a:lnTo>
                  <a:pt x="509" y="802"/>
                </a:lnTo>
                <a:lnTo>
                  <a:pt x="510" y="803"/>
                </a:lnTo>
                <a:lnTo>
                  <a:pt x="510" y="804"/>
                </a:lnTo>
                <a:lnTo>
                  <a:pt x="510" y="805"/>
                </a:lnTo>
                <a:lnTo>
                  <a:pt x="510" y="806"/>
                </a:lnTo>
                <a:lnTo>
                  <a:pt x="510" y="807"/>
                </a:lnTo>
                <a:lnTo>
                  <a:pt x="509" y="809"/>
                </a:lnTo>
                <a:lnTo>
                  <a:pt x="509" y="810"/>
                </a:lnTo>
                <a:lnTo>
                  <a:pt x="510" y="811"/>
                </a:lnTo>
                <a:lnTo>
                  <a:pt x="510" y="812"/>
                </a:lnTo>
                <a:lnTo>
                  <a:pt x="510" y="813"/>
                </a:lnTo>
                <a:lnTo>
                  <a:pt x="510" y="814"/>
                </a:lnTo>
                <a:lnTo>
                  <a:pt x="510" y="815"/>
                </a:lnTo>
                <a:lnTo>
                  <a:pt x="509" y="815"/>
                </a:lnTo>
                <a:lnTo>
                  <a:pt x="509" y="816"/>
                </a:lnTo>
                <a:lnTo>
                  <a:pt x="508" y="816"/>
                </a:lnTo>
                <a:lnTo>
                  <a:pt x="505" y="816"/>
                </a:lnTo>
                <a:lnTo>
                  <a:pt x="505" y="817"/>
                </a:lnTo>
                <a:lnTo>
                  <a:pt x="504" y="817"/>
                </a:lnTo>
                <a:lnTo>
                  <a:pt x="503" y="816"/>
                </a:lnTo>
                <a:lnTo>
                  <a:pt x="502" y="816"/>
                </a:lnTo>
                <a:lnTo>
                  <a:pt x="501" y="816"/>
                </a:lnTo>
                <a:lnTo>
                  <a:pt x="501" y="817"/>
                </a:lnTo>
                <a:lnTo>
                  <a:pt x="501" y="816"/>
                </a:lnTo>
                <a:lnTo>
                  <a:pt x="500" y="816"/>
                </a:lnTo>
                <a:lnTo>
                  <a:pt x="500" y="815"/>
                </a:lnTo>
                <a:lnTo>
                  <a:pt x="501" y="815"/>
                </a:lnTo>
                <a:lnTo>
                  <a:pt x="500" y="814"/>
                </a:lnTo>
                <a:lnTo>
                  <a:pt x="499" y="814"/>
                </a:lnTo>
                <a:lnTo>
                  <a:pt x="499" y="815"/>
                </a:lnTo>
                <a:lnTo>
                  <a:pt x="499" y="816"/>
                </a:lnTo>
                <a:lnTo>
                  <a:pt x="498" y="816"/>
                </a:lnTo>
                <a:lnTo>
                  <a:pt x="498" y="817"/>
                </a:lnTo>
                <a:lnTo>
                  <a:pt x="497" y="818"/>
                </a:lnTo>
                <a:lnTo>
                  <a:pt x="497" y="819"/>
                </a:lnTo>
                <a:lnTo>
                  <a:pt x="496" y="819"/>
                </a:lnTo>
                <a:lnTo>
                  <a:pt x="496" y="820"/>
                </a:lnTo>
                <a:lnTo>
                  <a:pt x="495" y="820"/>
                </a:lnTo>
                <a:lnTo>
                  <a:pt x="494" y="820"/>
                </a:lnTo>
                <a:lnTo>
                  <a:pt x="493" y="820"/>
                </a:lnTo>
                <a:lnTo>
                  <a:pt x="492" y="820"/>
                </a:lnTo>
                <a:lnTo>
                  <a:pt x="491" y="821"/>
                </a:lnTo>
                <a:lnTo>
                  <a:pt x="490" y="821"/>
                </a:lnTo>
                <a:lnTo>
                  <a:pt x="490" y="822"/>
                </a:lnTo>
                <a:lnTo>
                  <a:pt x="489" y="823"/>
                </a:lnTo>
                <a:lnTo>
                  <a:pt x="488" y="823"/>
                </a:lnTo>
                <a:lnTo>
                  <a:pt x="487" y="824"/>
                </a:lnTo>
                <a:lnTo>
                  <a:pt x="486" y="825"/>
                </a:lnTo>
                <a:lnTo>
                  <a:pt x="486" y="826"/>
                </a:lnTo>
                <a:lnTo>
                  <a:pt x="485" y="826"/>
                </a:lnTo>
                <a:lnTo>
                  <a:pt x="485" y="828"/>
                </a:lnTo>
                <a:lnTo>
                  <a:pt x="485" y="829"/>
                </a:lnTo>
                <a:lnTo>
                  <a:pt x="484" y="830"/>
                </a:lnTo>
                <a:lnTo>
                  <a:pt x="483" y="829"/>
                </a:lnTo>
                <a:lnTo>
                  <a:pt x="482" y="830"/>
                </a:lnTo>
                <a:lnTo>
                  <a:pt x="481" y="830"/>
                </a:lnTo>
                <a:lnTo>
                  <a:pt x="480" y="830"/>
                </a:lnTo>
                <a:lnTo>
                  <a:pt x="480" y="829"/>
                </a:lnTo>
                <a:lnTo>
                  <a:pt x="479" y="828"/>
                </a:lnTo>
                <a:lnTo>
                  <a:pt x="478" y="828"/>
                </a:lnTo>
                <a:lnTo>
                  <a:pt x="478" y="827"/>
                </a:lnTo>
                <a:lnTo>
                  <a:pt x="477" y="827"/>
                </a:lnTo>
                <a:lnTo>
                  <a:pt x="476" y="827"/>
                </a:lnTo>
                <a:lnTo>
                  <a:pt x="476" y="826"/>
                </a:lnTo>
                <a:lnTo>
                  <a:pt x="475" y="826"/>
                </a:lnTo>
                <a:lnTo>
                  <a:pt x="475" y="825"/>
                </a:lnTo>
                <a:lnTo>
                  <a:pt x="475" y="824"/>
                </a:lnTo>
                <a:lnTo>
                  <a:pt x="475" y="823"/>
                </a:lnTo>
                <a:lnTo>
                  <a:pt x="476" y="822"/>
                </a:lnTo>
                <a:lnTo>
                  <a:pt x="477" y="821"/>
                </a:lnTo>
                <a:lnTo>
                  <a:pt x="477" y="820"/>
                </a:lnTo>
                <a:lnTo>
                  <a:pt x="478" y="820"/>
                </a:lnTo>
                <a:lnTo>
                  <a:pt x="478" y="819"/>
                </a:lnTo>
                <a:lnTo>
                  <a:pt x="477" y="817"/>
                </a:lnTo>
                <a:lnTo>
                  <a:pt x="477" y="816"/>
                </a:lnTo>
                <a:lnTo>
                  <a:pt x="476" y="816"/>
                </a:lnTo>
                <a:lnTo>
                  <a:pt x="475" y="816"/>
                </a:lnTo>
                <a:lnTo>
                  <a:pt x="474" y="816"/>
                </a:lnTo>
                <a:lnTo>
                  <a:pt x="474" y="815"/>
                </a:lnTo>
                <a:lnTo>
                  <a:pt x="473" y="815"/>
                </a:lnTo>
                <a:lnTo>
                  <a:pt x="472" y="814"/>
                </a:lnTo>
                <a:lnTo>
                  <a:pt x="470" y="814"/>
                </a:lnTo>
                <a:lnTo>
                  <a:pt x="469" y="815"/>
                </a:lnTo>
                <a:lnTo>
                  <a:pt x="469" y="816"/>
                </a:lnTo>
                <a:lnTo>
                  <a:pt x="469" y="817"/>
                </a:lnTo>
                <a:lnTo>
                  <a:pt x="468" y="817"/>
                </a:lnTo>
                <a:lnTo>
                  <a:pt x="466" y="818"/>
                </a:lnTo>
                <a:lnTo>
                  <a:pt x="465" y="818"/>
                </a:lnTo>
                <a:lnTo>
                  <a:pt x="463" y="819"/>
                </a:lnTo>
                <a:lnTo>
                  <a:pt x="461" y="820"/>
                </a:lnTo>
                <a:lnTo>
                  <a:pt x="460" y="820"/>
                </a:lnTo>
                <a:lnTo>
                  <a:pt x="459" y="821"/>
                </a:lnTo>
                <a:lnTo>
                  <a:pt x="458" y="820"/>
                </a:lnTo>
                <a:lnTo>
                  <a:pt x="456" y="821"/>
                </a:lnTo>
                <a:lnTo>
                  <a:pt x="455" y="822"/>
                </a:lnTo>
                <a:lnTo>
                  <a:pt x="454" y="823"/>
                </a:lnTo>
                <a:lnTo>
                  <a:pt x="453" y="824"/>
                </a:lnTo>
                <a:lnTo>
                  <a:pt x="453" y="825"/>
                </a:lnTo>
                <a:lnTo>
                  <a:pt x="452" y="826"/>
                </a:lnTo>
                <a:lnTo>
                  <a:pt x="451" y="826"/>
                </a:lnTo>
                <a:lnTo>
                  <a:pt x="451" y="827"/>
                </a:lnTo>
                <a:lnTo>
                  <a:pt x="450" y="827"/>
                </a:lnTo>
                <a:lnTo>
                  <a:pt x="449" y="827"/>
                </a:lnTo>
                <a:lnTo>
                  <a:pt x="449" y="828"/>
                </a:lnTo>
                <a:lnTo>
                  <a:pt x="448" y="828"/>
                </a:lnTo>
                <a:lnTo>
                  <a:pt x="447" y="828"/>
                </a:lnTo>
                <a:lnTo>
                  <a:pt x="446" y="829"/>
                </a:lnTo>
                <a:lnTo>
                  <a:pt x="444" y="829"/>
                </a:lnTo>
                <a:lnTo>
                  <a:pt x="443" y="829"/>
                </a:lnTo>
                <a:lnTo>
                  <a:pt x="442" y="829"/>
                </a:lnTo>
                <a:lnTo>
                  <a:pt x="442" y="830"/>
                </a:lnTo>
                <a:lnTo>
                  <a:pt x="442" y="831"/>
                </a:lnTo>
                <a:lnTo>
                  <a:pt x="442" y="832"/>
                </a:lnTo>
                <a:lnTo>
                  <a:pt x="441" y="833"/>
                </a:lnTo>
                <a:lnTo>
                  <a:pt x="440" y="834"/>
                </a:lnTo>
                <a:lnTo>
                  <a:pt x="439" y="835"/>
                </a:lnTo>
                <a:lnTo>
                  <a:pt x="438" y="835"/>
                </a:lnTo>
                <a:lnTo>
                  <a:pt x="437" y="835"/>
                </a:lnTo>
                <a:lnTo>
                  <a:pt x="436" y="836"/>
                </a:lnTo>
                <a:lnTo>
                  <a:pt x="435" y="837"/>
                </a:lnTo>
                <a:lnTo>
                  <a:pt x="435" y="838"/>
                </a:lnTo>
                <a:lnTo>
                  <a:pt x="434" y="839"/>
                </a:lnTo>
                <a:lnTo>
                  <a:pt x="434" y="840"/>
                </a:lnTo>
                <a:lnTo>
                  <a:pt x="433" y="840"/>
                </a:lnTo>
                <a:lnTo>
                  <a:pt x="432" y="841"/>
                </a:lnTo>
                <a:lnTo>
                  <a:pt x="432" y="842"/>
                </a:lnTo>
                <a:lnTo>
                  <a:pt x="432" y="843"/>
                </a:lnTo>
                <a:lnTo>
                  <a:pt x="432" y="842"/>
                </a:lnTo>
                <a:lnTo>
                  <a:pt x="431" y="842"/>
                </a:lnTo>
                <a:lnTo>
                  <a:pt x="431" y="843"/>
                </a:lnTo>
                <a:lnTo>
                  <a:pt x="430" y="843"/>
                </a:lnTo>
                <a:lnTo>
                  <a:pt x="430" y="844"/>
                </a:lnTo>
                <a:lnTo>
                  <a:pt x="429" y="844"/>
                </a:lnTo>
                <a:lnTo>
                  <a:pt x="429" y="845"/>
                </a:lnTo>
                <a:lnTo>
                  <a:pt x="428" y="845"/>
                </a:lnTo>
                <a:lnTo>
                  <a:pt x="428" y="844"/>
                </a:lnTo>
                <a:lnTo>
                  <a:pt x="427" y="845"/>
                </a:lnTo>
                <a:lnTo>
                  <a:pt x="426" y="844"/>
                </a:lnTo>
                <a:lnTo>
                  <a:pt x="424" y="843"/>
                </a:lnTo>
                <a:lnTo>
                  <a:pt x="423" y="843"/>
                </a:lnTo>
                <a:lnTo>
                  <a:pt x="423" y="842"/>
                </a:lnTo>
                <a:lnTo>
                  <a:pt x="423" y="841"/>
                </a:lnTo>
                <a:lnTo>
                  <a:pt x="422" y="841"/>
                </a:lnTo>
                <a:lnTo>
                  <a:pt x="422" y="842"/>
                </a:lnTo>
                <a:lnTo>
                  <a:pt x="421" y="842"/>
                </a:lnTo>
                <a:lnTo>
                  <a:pt x="420" y="842"/>
                </a:lnTo>
                <a:lnTo>
                  <a:pt x="419" y="842"/>
                </a:lnTo>
                <a:lnTo>
                  <a:pt x="417" y="843"/>
                </a:lnTo>
                <a:lnTo>
                  <a:pt x="416" y="843"/>
                </a:lnTo>
                <a:lnTo>
                  <a:pt x="416" y="842"/>
                </a:lnTo>
                <a:lnTo>
                  <a:pt x="415" y="841"/>
                </a:lnTo>
                <a:lnTo>
                  <a:pt x="414" y="841"/>
                </a:lnTo>
                <a:lnTo>
                  <a:pt x="413" y="840"/>
                </a:lnTo>
                <a:lnTo>
                  <a:pt x="411" y="841"/>
                </a:lnTo>
                <a:lnTo>
                  <a:pt x="410" y="842"/>
                </a:lnTo>
                <a:lnTo>
                  <a:pt x="409" y="844"/>
                </a:lnTo>
                <a:lnTo>
                  <a:pt x="408" y="846"/>
                </a:lnTo>
                <a:lnTo>
                  <a:pt x="407" y="846"/>
                </a:lnTo>
                <a:lnTo>
                  <a:pt x="406" y="846"/>
                </a:lnTo>
                <a:lnTo>
                  <a:pt x="405" y="847"/>
                </a:lnTo>
                <a:lnTo>
                  <a:pt x="405" y="846"/>
                </a:lnTo>
                <a:lnTo>
                  <a:pt x="405" y="845"/>
                </a:lnTo>
                <a:lnTo>
                  <a:pt x="406" y="845"/>
                </a:lnTo>
                <a:lnTo>
                  <a:pt x="406" y="844"/>
                </a:lnTo>
                <a:lnTo>
                  <a:pt x="406" y="843"/>
                </a:lnTo>
                <a:lnTo>
                  <a:pt x="405" y="843"/>
                </a:lnTo>
                <a:lnTo>
                  <a:pt x="404" y="843"/>
                </a:lnTo>
                <a:lnTo>
                  <a:pt x="404" y="842"/>
                </a:lnTo>
                <a:lnTo>
                  <a:pt x="403" y="841"/>
                </a:lnTo>
                <a:lnTo>
                  <a:pt x="402" y="840"/>
                </a:lnTo>
                <a:lnTo>
                  <a:pt x="402" y="837"/>
                </a:lnTo>
                <a:lnTo>
                  <a:pt x="402" y="836"/>
                </a:lnTo>
                <a:lnTo>
                  <a:pt x="403" y="836"/>
                </a:lnTo>
                <a:lnTo>
                  <a:pt x="403" y="835"/>
                </a:lnTo>
                <a:lnTo>
                  <a:pt x="403" y="834"/>
                </a:lnTo>
                <a:lnTo>
                  <a:pt x="403" y="835"/>
                </a:lnTo>
                <a:lnTo>
                  <a:pt x="402" y="834"/>
                </a:lnTo>
                <a:lnTo>
                  <a:pt x="400" y="833"/>
                </a:lnTo>
                <a:lnTo>
                  <a:pt x="399" y="832"/>
                </a:lnTo>
                <a:lnTo>
                  <a:pt x="398" y="831"/>
                </a:lnTo>
                <a:lnTo>
                  <a:pt x="398" y="830"/>
                </a:lnTo>
                <a:lnTo>
                  <a:pt x="397" y="829"/>
                </a:lnTo>
                <a:lnTo>
                  <a:pt x="396" y="828"/>
                </a:lnTo>
                <a:lnTo>
                  <a:pt x="395" y="828"/>
                </a:lnTo>
                <a:lnTo>
                  <a:pt x="393" y="828"/>
                </a:lnTo>
                <a:lnTo>
                  <a:pt x="393" y="827"/>
                </a:lnTo>
                <a:lnTo>
                  <a:pt x="393" y="826"/>
                </a:lnTo>
                <a:lnTo>
                  <a:pt x="392" y="827"/>
                </a:lnTo>
                <a:lnTo>
                  <a:pt x="391" y="827"/>
                </a:lnTo>
                <a:lnTo>
                  <a:pt x="390" y="828"/>
                </a:lnTo>
                <a:lnTo>
                  <a:pt x="390" y="827"/>
                </a:lnTo>
                <a:lnTo>
                  <a:pt x="389" y="827"/>
                </a:lnTo>
                <a:lnTo>
                  <a:pt x="388" y="827"/>
                </a:lnTo>
                <a:lnTo>
                  <a:pt x="388" y="828"/>
                </a:lnTo>
                <a:lnTo>
                  <a:pt x="387" y="828"/>
                </a:lnTo>
                <a:lnTo>
                  <a:pt x="386" y="827"/>
                </a:lnTo>
                <a:lnTo>
                  <a:pt x="386" y="826"/>
                </a:lnTo>
                <a:lnTo>
                  <a:pt x="385" y="825"/>
                </a:lnTo>
                <a:lnTo>
                  <a:pt x="384" y="824"/>
                </a:lnTo>
                <a:lnTo>
                  <a:pt x="384" y="823"/>
                </a:lnTo>
                <a:lnTo>
                  <a:pt x="383" y="823"/>
                </a:lnTo>
                <a:lnTo>
                  <a:pt x="383" y="822"/>
                </a:lnTo>
                <a:lnTo>
                  <a:pt x="384" y="822"/>
                </a:lnTo>
                <a:lnTo>
                  <a:pt x="384" y="820"/>
                </a:lnTo>
                <a:lnTo>
                  <a:pt x="385" y="820"/>
                </a:lnTo>
                <a:lnTo>
                  <a:pt x="386" y="819"/>
                </a:lnTo>
                <a:lnTo>
                  <a:pt x="387" y="819"/>
                </a:lnTo>
                <a:lnTo>
                  <a:pt x="387" y="820"/>
                </a:lnTo>
                <a:lnTo>
                  <a:pt x="389" y="820"/>
                </a:lnTo>
                <a:lnTo>
                  <a:pt x="390" y="820"/>
                </a:lnTo>
                <a:lnTo>
                  <a:pt x="390" y="819"/>
                </a:lnTo>
                <a:lnTo>
                  <a:pt x="389" y="819"/>
                </a:lnTo>
                <a:lnTo>
                  <a:pt x="388" y="819"/>
                </a:lnTo>
                <a:lnTo>
                  <a:pt x="388" y="818"/>
                </a:lnTo>
                <a:lnTo>
                  <a:pt x="389" y="817"/>
                </a:lnTo>
                <a:lnTo>
                  <a:pt x="390" y="817"/>
                </a:lnTo>
                <a:lnTo>
                  <a:pt x="390" y="816"/>
                </a:lnTo>
                <a:lnTo>
                  <a:pt x="390" y="815"/>
                </a:lnTo>
                <a:lnTo>
                  <a:pt x="389" y="815"/>
                </a:lnTo>
                <a:lnTo>
                  <a:pt x="388" y="815"/>
                </a:lnTo>
                <a:lnTo>
                  <a:pt x="387" y="815"/>
                </a:lnTo>
                <a:lnTo>
                  <a:pt x="387" y="814"/>
                </a:lnTo>
                <a:lnTo>
                  <a:pt x="387" y="813"/>
                </a:lnTo>
                <a:lnTo>
                  <a:pt x="387" y="812"/>
                </a:lnTo>
                <a:lnTo>
                  <a:pt x="388" y="812"/>
                </a:lnTo>
                <a:lnTo>
                  <a:pt x="388" y="811"/>
                </a:lnTo>
                <a:lnTo>
                  <a:pt x="387" y="811"/>
                </a:lnTo>
                <a:lnTo>
                  <a:pt x="385" y="809"/>
                </a:lnTo>
                <a:lnTo>
                  <a:pt x="384" y="808"/>
                </a:lnTo>
                <a:lnTo>
                  <a:pt x="383" y="807"/>
                </a:lnTo>
                <a:lnTo>
                  <a:pt x="382" y="806"/>
                </a:lnTo>
                <a:lnTo>
                  <a:pt x="381" y="805"/>
                </a:lnTo>
                <a:lnTo>
                  <a:pt x="380" y="805"/>
                </a:lnTo>
                <a:lnTo>
                  <a:pt x="380" y="804"/>
                </a:lnTo>
                <a:lnTo>
                  <a:pt x="379" y="804"/>
                </a:lnTo>
                <a:lnTo>
                  <a:pt x="378" y="803"/>
                </a:lnTo>
                <a:lnTo>
                  <a:pt x="377" y="802"/>
                </a:lnTo>
                <a:lnTo>
                  <a:pt x="376" y="800"/>
                </a:lnTo>
                <a:lnTo>
                  <a:pt x="375" y="800"/>
                </a:lnTo>
                <a:lnTo>
                  <a:pt x="374" y="800"/>
                </a:lnTo>
                <a:lnTo>
                  <a:pt x="371" y="801"/>
                </a:lnTo>
                <a:lnTo>
                  <a:pt x="371" y="800"/>
                </a:lnTo>
                <a:lnTo>
                  <a:pt x="370" y="799"/>
                </a:lnTo>
                <a:lnTo>
                  <a:pt x="370" y="798"/>
                </a:lnTo>
                <a:lnTo>
                  <a:pt x="370" y="797"/>
                </a:lnTo>
                <a:lnTo>
                  <a:pt x="370" y="796"/>
                </a:lnTo>
                <a:lnTo>
                  <a:pt x="369" y="796"/>
                </a:lnTo>
                <a:lnTo>
                  <a:pt x="369" y="797"/>
                </a:lnTo>
                <a:lnTo>
                  <a:pt x="368" y="797"/>
                </a:lnTo>
                <a:lnTo>
                  <a:pt x="368" y="796"/>
                </a:lnTo>
                <a:lnTo>
                  <a:pt x="368" y="795"/>
                </a:lnTo>
                <a:lnTo>
                  <a:pt x="367" y="795"/>
                </a:lnTo>
                <a:lnTo>
                  <a:pt x="366" y="796"/>
                </a:lnTo>
                <a:lnTo>
                  <a:pt x="366" y="795"/>
                </a:lnTo>
                <a:lnTo>
                  <a:pt x="366" y="794"/>
                </a:lnTo>
                <a:lnTo>
                  <a:pt x="366" y="792"/>
                </a:lnTo>
                <a:lnTo>
                  <a:pt x="366" y="791"/>
                </a:lnTo>
                <a:lnTo>
                  <a:pt x="366" y="790"/>
                </a:lnTo>
                <a:lnTo>
                  <a:pt x="366" y="789"/>
                </a:lnTo>
                <a:lnTo>
                  <a:pt x="367" y="789"/>
                </a:lnTo>
                <a:lnTo>
                  <a:pt x="368" y="790"/>
                </a:lnTo>
                <a:lnTo>
                  <a:pt x="369" y="790"/>
                </a:lnTo>
                <a:lnTo>
                  <a:pt x="369" y="789"/>
                </a:lnTo>
                <a:lnTo>
                  <a:pt x="370" y="789"/>
                </a:lnTo>
                <a:lnTo>
                  <a:pt x="370" y="790"/>
                </a:lnTo>
                <a:lnTo>
                  <a:pt x="371" y="790"/>
                </a:lnTo>
                <a:lnTo>
                  <a:pt x="371" y="789"/>
                </a:lnTo>
                <a:lnTo>
                  <a:pt x="372" y="789"/>
                </a:lnTo>
                <a:lnTo>
                  <a:pt x="372" y="788"/>
                </a:lnTo>
                <a:lnTo>
                  <a:pt x="372" y="787"/>
                </a:lnTo>
                <a:lnTo>
                  <a:pt x="372" y="786"/>
                </a:lnTo>
                <a:lnTo>
                  <a:pt x="373" y="784"/>
                </a:lnTo>
                <a:lnTo>
                  <a:pt x="373" y="782"/>
                </a:lnTo>
                <a:lnTo>
                  <a:pt x="373" y="781"/>
                </a:lnTo>
                <a:lnTo>
                  <a:pt x="372" y="781"/>
                </a:lnTo>
                <a:lnTo>
                  <a:pt x="371" y="781"/>
                </a:lnTo>
                <a:lnTo>
                  <a:pt x="371" y="780"/>
                </a:lnTo>
                <a:lnTo>
                  <a:pt x="371" y="779"/>
                </a:lnTo>
                <a:lnTo>
                  <a:pt x="372" y="779"/>
                </a:lnTo>
                <a:lnTo>
                  <a:pt x="373" y="778"/>
                </a:lnTo>
                <a:lnTo>
                  <a:pt x="373" y="777"/>
                </a:lnTo>
                <a:lnTo>
                  <a:pt x="374" y="777"/>
                </a:lnTo>
                <a:lnTo>
                  <a:pt x="375" y="777"/>
                </a:lnTo>
                <a:lnTo>
                  <a:pt x="375" y="776"/>
                </a:lnTo>
                <a:lnTo>
                  <a:pt x="375" y="775"/>
                </a:lnTo>
                <a:lnTo>
                  <a:pt x="374" y="775"/>
                </a:lnTo>
                <a:lnTo>
                  <a:pt x="375" y="774"/>
                </a:lnTo>
                <a:lnTo>
                  <a:pt x="376" y="774"/>
                </a:lnTo>
                <a:lnTo>
                  <a:pt x="376" y="772"/>
                </a:lnTo>
                <a:lnTo>
                  <a:pt x="375" y="772"/>
                </a:lnTo>
                <a:lnTo>
                  <a:pt x="375" y="773"/>
                </a:lnTo>
                <a:lnTo>
                  <a:pt x="374" y="772"/>
                </a:lnTo>
                <a:lnTo>
                  <a:pt x="373" y="771"/>
                </a:lnTo>
                <a:lnTo>
                  <a:pt x="372" y="771"/>
                </a:lnTo>
                <a:lnTo>
                  <a:pt x="371" y="771"/>
                </a:lnTo>
                <a:lnTo>
                  <a:pt x="370" y="772"/>
                </a:lnTo>
                <a:lnTo>
                  <a:pt x="370" y="773"/>
                </a:lnTo>
                <a:lnTo>
                  <a:pt x="371" y="773"/>
                </a:lnTo>
                <a:lnTo>
                  <a:pt x="371" y="774"/>
                </a:lnTo>
                <a:lnTo>
                  <a:pt x="372" y="775"/>
                </a:lnTo>
                <a:lnTo>
                  <a:pt x="371" y="776"/>
                </a:lnTo>
                <a:lnTo>
                  <a:pt x="371" y="777"/>
                </a:lnTo>
                <a:lnTo>
                  <a:pt x="371" y="776"/>
                </a:lnTo>
                <a:lnTo>
                  <a:pt x="370" y="776"/>
                </a:lnTo>
                <a:lnTo>
                  <a:pt x="369" y="776"/>
                </a:lnTo>
                <a:lnTo>
                  <a:pt x="369" y="775"/>
                </a:lnTo>
                <a:lnTo>
                  <a:pt x="369" y="776"/>
                </a:lnTo>
                <a:lnTo>
                  <a:pt x="368" y="776"/>
                </a:lnTo>
                <a:lnTo>
                  <a:pt x="368" y="777"/>
                </a:lnTo>
                <a:lnTo>
                  <a:pt x="368" y="778"/>
                </a:lnTo>
                <a:lnTo>
                  <a:pt x="366" y="778"/>
                </a:lnTo>
                <a:lnTo>
                  <a:pt x="365" y="777"/>
                </a:lnTo>
                <a:lnTo>
                  <a:pt x="366" y="777"/>
                </a:lnTo>
                <a:lnTo>
                  <a:pt x="366" y="776"/>
                </a:lnTo>
                <a:lnTo>
                  <a:pt x="365" y="775"/>
                </a:lnTo>
                <a:lnTo>
                  <a:pt x="365" y="774"/>
                </a:lnTo>
                <a:lnTo>
                  <a:pt x="364" y="774"/>
                </a:lnTo>
                <a:lnTo>
                  <a:pt x="364" y="775"/>
                </a:lnTo>
                <a:lnTo>
                  <a:pt x="364" y="774"/>
                </a:lnTo>
                <a:lnTo>
                  <a:pt x="364" y="773"/>
                </a:lnTo>
                <a:lnTo>
                  <a:pt x="363" y="773"/>
                </a:lnTo>
                <a:lnTo>
                  <a:pt x="362" y="773"/>
                </a:lnTo>
                <a:lnTo>
                  <a:pt x="362" y="772"/>
                </a:lnTo>
                <a:lnTo>
                  <a:pt x="363" y="772"/>
                </a:lnTo>
                <a:lnTo>
                  <a:pt x="364" y="772"/>
                </a:lnTo>
                <a:lnTo>
                  <a:pt x="364" y="771"/>
                </a:lnTo>
                <a:lnTo>
                  <a:pt x="364" y="770"/>
                </a:lnTo>
                <a:lnTo>
                  <a:pt x="365" y="770"/>
                </a:lnTo>
                <a:lnTo>
                  <a:pt x="364" y="770"/>
                </a:lnTo>
                <a:lnTo>
                  <a:pt x="364" y="769"/>
                </a:lnTo>
                <a:lnTo>
                  <a:pt x="365" y="769"/>
                </a:lnTo>
                <a:lnTo>
                  <a:pt x="365" y="768"/>
                </a:lnTo>
                <a:lnTo>
                  <a:pt x="366" y="767"/>
                </a:lnTo>
                <a:lnTo>
                  <a:pt x="366" y="766"/>
                </a:lnTo>
                <a:lnTo>
                  <a:pt x="366" y="765"/>
                </a:lnTo>
                <a:lnTo>
                  <a:pt x="365" y="764"/>
                </a:lnTo>
                <a:lnTo>
                  <a:pt x="364" y="763"/>
                </a:lnTo>
                <a:lnTo>
                  <a:pt x="363" y="762"/>
                </a:lnTo>
                <a:lnTo>
                  <a:pt x="363" y="761"/>
                </a:lnTo>
                <a:lnTo>
                  <a:pt x="362" y="761"/>
                </a:lnTo>
                <a:lnTo>
                  <a:pt x="361" y="761"/>
                </a:lnTo>
                <a:lnTo>
                  <a:pt x="359" y="761"/>
                </a:lnTo>
                <a:lnTo>
                  <a:pt x="359" y="760"/>
                </a:lnTo>
                <a:lnTo>
                  <a:pt x="358" y="759"/>
                </a:lnTo>
                <a:lnTo>
                  <a:pt x="357" y="759"/>
                </a:lnTo>
                <a:lnTo>
                  <a:pt x="357" y="760"/>
                </a:lnTo>
                <a:lnTo>
                  <a:pt x="356" y="760"/>
                </a:lnTo>
                <a:lnTo>
                  <a:pt x="356" y="759"/>
                </a:lnTo>
                <a:lnTo>
                  <a:pt x="355" y="759"/>
                </a:lnTo>
                <a:lnTo>
                  <a:pt x="354" y="759"/>
                </a:lnTo>
                <a:lnTo>
                  <a:pt x="354" y="758"/>
                </a:lnTo>
                <a:lnTo>
                  <a:pt x="353" y="757"/>
                </a:lnTo>
                <a:lnTo>
                  <a:pt x="353" y="756"/>
                </a:lnTo>
                <a:lnTo>
                  <a:pt x="354" y="755"/>
                </a:lnTo>
                <a:lnTo>
                  <a:pt x="354" y="754"/>
                </a:lnTo>
                <a:lnTo>
                  <a:pt x="353" y="754"/>
                </a:lnTo>
                <a:lnTo>
                  <a:pt x="351" y="754"/>
                </a:lnTo>
                <a:lnTo>
                  <a:pt x="351" y="753"/>
                </a:lnTo>
                <a:lnTo>
                  <a:pt x="350" y="753"/>
                </a:lnTo>
                <a:lnTo>
                  <a:pt x="350" y="752"/>
                </a:lnTo>
                <a:lnTo>
                  <a:pt x="351" y="751"/>
                </a:lnTo>
                <a:lnTo>
                  <a:pt x="351" y="750"/>
                </a:lnTo>
                <a:lnTo>
                  <a:pt x="350" y="750"/>
                </a:lnTo>
                <a:lnTo>
                  <a:pt x="349" y="750"/>
                </a:lnTo>
                <a:lnTo>
                  <a:pt x="348" y="750"/>
                </a:lnTo>
                <a:lnTo>
                  <a:pt x="347" y="749"/>
                </a:lnTo>
                <a:lnTo>
                  <a:pt x="347" y="748"/>
                </a:lnTo>
                <a:lnTo>
                  <a:pt x="346" y="748"/>
                </a:lnTo>
                <a:lnTo>
                  <a:pt x="345" y="748"/>
                </a:lnTo>
                <a:lnTo>
                  <a:pt x="344" y="748"/>
                </a:lnTo>
                <a:lnTo>
                  <a:pt x="342" y="747"/>
                </a:lnTo>
                <a:lnTo>
                  <a:pt x="342" y="746"/>
                </a:lnTo>
                <a:lnTo>
                  <a:pt x="343" y="745"/>
                </a:lnTo>
                <a:lnTo>
                  <a:pt x="343" y="744"/>
                </a:lnTo>
                <a:lnTo>
                  <a:pt x="343" y="743"/>
                </a:lnTo>
                <a:lnTo>
                  <a:pt x="343" y="742"/>
                </a:lnTo>
                <a:lnTo>
                  <a:pt x="343" y="741"/>
                </a:lnTo>
                <a:lnTo>
                  <a:pt x="344" y="741"/>
                </a:lnTo>
                <a:lnTo>
                  <a:pt x="344" y="740"/>
                </a:lnTo>
                <a:lnTo>
                  <a:pt x="344" y="739"/>
                </a:lnTo>
                <a:lnTo>
                  <a:pt x="343" y="739"/>
                </a:lnTo>
                <a:lnTo>
                  <a:pt x="343" y="738"/>
                </a:lnTo>
                <a:lnTo>
                  <a:pt x="344" y="736"/>
                </a:lnTo>
                <a:lnTo>
                  <a:pt x="345" y="735"/>
                </a:lnTo>
                <a:lnTo>
                  <a:pt x="345" y="733"/>
                </a:lnTo>
                <a:lnTo>
                  <a:pt x="345" y="732"/>
                </a:lnTo>
                <a:lnTo>
                  <a:pt x="346" y="731"/>
                </a:lnTo>
                <a:lnTo>
                  <a:pt x="346" y="729"/>
                </a:lnTo>
                <a:lnTo>
                  <a:pt x="345" y="729"/>
                </a:lnTo>
                <a:lnTo>
                  <a:pt x="343" y="729"/>
                </a:lnTo>
                <a:lnTo>
                  <a:pt x="343" y="728"/>
                </a:lnTo>
                <a:lnTo>
                  <a:pt x="341" y="728"/>
                </a:lnTo>
                <a:lnTo>
                  <a:pt x="340" y="728"/>
                </a:lnTo>
                <a:lnTo>
                  <a:pt x="339" y="728"/>
                </a:lnTo>
                <a:lnTo>
                  <a:pt x="337" y="728"/>
                </a:lnTo>
                <a:lnTo>
                  <a:pt x="337" y="729"/>
                </a:lnTo>
                <a:lnTo>
                  <a:pt x="336" y="729"/>
                </a:lnTo>
                <a:lnTo>
                  <a:pt x="334" y="729"/>
                </a:lnTo>
                <a:lnTo>
                  <a:pt x="334" y="728"/>
                </a:lnTo>
                <a:lnTo>
                  <a:pt x="334" y="727"/>
                </a:lnTo>
                <a:lnTo>
                  <a:pt x="333" y="727"/>
                </a:lnTo>
                <a:lnTo>
                  <a:pt x="333" y="726"/>
                </a:lnTo>
                <a:lnTo>
                  <a:pt x="333" y="725"/>
                </a:lnTo>
                <a:lnTo>
                  <a:pt x="333" y="724"/>
                </a:lnTo>
                <a:lnTo>
                  <a:pt x="333" y="723"/>
                </a:lnTo>
                <a:lnTo>
                  <a:pt x="332" y="723"/>
                </a:lnTo>
                <a:lnTo>
                  <a:pt x="331" y="721"/>
                </a:lnTo>
                <a:lnTo>
                  <a:pt x="332" y="721"/>
                </a:lnTo>
                <a:lnTo>
                  <a:pt x="332" y="720"/>
                </a:lnTo>
                <a:lnTo>
                  <a:pt x="332" y="719"/>
                </a:lnTo>
                <a:lnTo>
                  <a:pt x="331" y="718"/>
                </a:lnTo>
                <a:lnTo>
                  <a:pt x="330" y="717"/>
                </a:lnTo>
                <a:lnTo>
                  <a:pt x="330" y="716"/>
                </a:lnTo>
                <a:lnTo>
                  <a:pt x="331" y="716"/>
                </a:lnTo>
                <a:lnTo>
                  <a:pt x="331" y="715"/>
                </a:lnTo>
                <a:lnTo>
                  <a:pt x="331" y="714"/>
                </a:lnTo>
                <a:lnTo>
                  <a:pt x="330" y="714"/>
                </a:lnTo>
                <a:lnTo>
                  <a:pt x="330" y="713"/>
                </a:lnTo>
                <a:lnTo>
                  <a:pt x="329" y="713"/>
                </a:lnTo>
                <a:lnTo>
                  <a:pt x="329" y="712"/>
                </a:lnTo>
                <a:lnTo>
                  <a:pt x="329" y="711"/>
                </a:lnTo>
                <a:lnTo>
                  <a:pt x="328" y="711"/>
                </a:lnTo>
                <a:lnTo>
                  <a:pt x="328" y="710"/>
                </a:lnTo>
                <a:lnTo>
                  <a:pt x="326" y="708"/>
                </a:lnTo>
                <a:lnTo>
                  <a:pt x="325" y="705"/>
                </a:lnTo>
                <a:lnTo>
                  <a:pt x="325" y="704"/>
                </a:lnTo>
                <a:lnTo>
                  <a:pt x="325" y="703"/>
                </a:lnTo>
                <a:lnTo>
                  <a:pt x="324" y="702"/>
                </a:lnTo>
                <a:lnTo>
                  <a:pt x="323" y="701"/>
                </a:lnTo>
                <a:lnTo>
                  <a:pt x="322" y="701"/>
                </a:lnTo>
                <a:lnTo>
                  <a:pt x="321" y="702"/>
                </a:lnTo>
                <a:lnTo>
                  <a:pt x="320" y="703"/>
                </a:lnTo>
                <a:lnTo>
                  <a:pt x="320" y="702"/>
                </a:lnTo>
                <a:lnTo>
                  <a:pt x="321" y="700"/>
                </a:lnTo>
                <a:lnTo>
                  <a:pt x="321" y="699"/>
                </a:lnTo>
                <a:lnTo>
                  <a:pt x="321" y="698"/>
                </a:lnTo>
                <a:lnTo>
                  <a:pt x="321" y="696"/>
                </a:lnTo>
                <a:lnTo>
                  <a:pt x="321" y="695"/>
                </a:lnTo>
                <a:lnTo>
                  <a:pt x="320" y="694"/>
                </a:lnTo>
                <a:lnTo>
                  <a:pt x="319" y="692"/>
                </a:lnTo>
                <a:lnTo>
                  <a:pt x="319" y="690"/>
                </a:lnTo>
                <a:lnTo>
                  <a:pt x="319" y="689"/>
                </a:lnTo>
                <a:lnTo>
                  <a:pt x="318" y="689"/>
                </a:lnTo>
                <a:lnTo>
                  <a:pt x="317" y="687"/>
                </a:lnTo>
                <a:lnTo>
                  <a:pt x="316" y="687"/>
                </a:lnTo>
                <a:lnTo>
                  <a:pt x="316" y="686"/>
                </a:lnTo>
                <a:lnTo>
                  <a:pt x="316" y="684"/>
                </a:lnTo>
                <a:lnTo>
                  <a:pt x="315" y="684"/>
                </a:lnTo>
                <a:lnTo>
                  <a:pt x="315" y="685"/>
                </a:lnTo>
                <a:lnTo>
                  <a:pt x="314" y="685"/>
                </a:lnTo>
                <a:lnTo>
                  <a:pt x="314" y="684"/>
                </a:lnTo>
                <a:lnTo>
                  <a:pt x="315" y="683"/>
                </a:lnTo>
                <a:lnTo>
                  <a:pt x="316" y="682"/>
                </a:lnTo>
                <a:lnTo>
                  <a:pt x="315" y="682"/>
                </a:lnTo>
                <a:lnTo>
                  <a:pt x="314" y="682"/>
                </a:lnTo>
                <a:lnTo>
                  <a:pt x="314" y="681"/>
                </a:lnTo>
                <a:lnTo>
                  <a:pt x="314" y="680"/>
                </a:lnTo>
                <a:lnTo>
                  <a:pt x="315" y="680"/>
                </a:lnTo>
                <a:lnTo>
                  <a:pt x="316" y="679"/>
                </a:lnTo>
                <a:lnTo>
                  <a:pt x="315" y="678"/>
                </a:lnTo>
                <a:lnTo>
                  <a:pt x="314" y="678"/>
                </a:lnTo>
                <a:lnTo>
                  <a:pt x="313" y="678"/>
                </a:lnTo>
                <a:lnTo>
                  <a:pt x="312" y="678"/>
                </a:lnTo>
                <a:lnTo>
                  <a:pt x="310" y="678"/>
                </a:lnTo>
                <a:lnTo>
                  <a:pt x="310" y="677"/>
                </a:lnTo>
                <a:lnTo>
                  <a:pt x="309" y="677"/>
                </a:lnTo>
                <a:lnTo>
                  <a:pt x="309" y="675"/>
                </a:lnTo>
                <a:lnTo>
                  <a:pt x="309" y="673"/>
                </a:lnTo>
                <a:lnTo>
                  <a:pt x="309" y="672"/>
                </a:lnTo>
                <a:lnTo>
                  <a:pt x="309" y="671"/>
                </a:lnTo>
                <a:lnTo>
                  <a:pt x="307" y="670"/>
                </a:lnTo>
                <a:lnTo>
                  <a:pt x="307" y="669"/>
                </a:lnTo>
                <a:lnTo>
                  <a:pt x="306" y="669"/>
                </a:lnTo>
                <a:lnTo>
                  <a:pt x="305" y="668"/>
                </a:lnTo>
                <a:lnTo>
                  <a:pt x="305" y="667"/>
                </a:lnTo>
                <a:lnTo>
                  <a:pt x="304" y="667"/>
                </a:lnTo>
                <a:lnTo>
                  <a:pt x="303" y="666"/>
                </a:lnTo>
                <a:lnTo>
                  <a:pt x="302" y="665"/>
                </a:lnTo>
                <a:lnTo>
                  <a:pt x="302" y="664"/>
                </a:lnTo>
                <a:lnTo>
                  <a:pt x="303" y="664"/>
                </a:lnTo>
                <a:lnTo>
                  <a:pt x="303" y="663"/>
                </a:lnTo>
                <a:lnTo>
                  <a:pt x="303" y="662"/>
                </a:lnTo>
                <a:lnTo>
                  <a:pt x="304" y="661"/>
                </a:lnTo>
                <a:lnTo>
                  <a:pt x="304" y="660"/>
                </a:lnTo>
                <a:lnTo>
                  <a:pt x="303" y="660"/>
                </a:lnTo>
                <a:lnTo>
                  <a:pt x="302" y="659"/>
                </a:lnTo>
                <a:lnTo>
                  <a:pt x="302" y="658"/>
                </a:lnTo>
                <a:lnTo>
                  <a:pt x="303" y="658"/>
                </a:lnTo>
                <a:lnTo>
                  <a:pt x="302" y="657"/>
                </a:lnTo>
                <a:lnTo>
                  <a:pt x="302" y="656"/>
                </a:lnTo>
                <a:lnTo>
                  <a:pt x="301" y="655"/>
                </a:lnTo>
                <a:lnTo>
                  <a:pt x="300" y="654"/>
                </a:lnTo>
                <a:lnTo>
                  <a:pt x="299" y="654"/>
                </a:lnTo>
                <a:lnTo>
                  <a:pt x="298" y="654"/>
                </a:lnTo>
                <a:lnTo>
                  <a:pt x="298" y="655"/>
                </a:lnTo>
                <a:lnTo>
                  <a:pt x="297" y="654"/>
                </a:lnTo>
                <a:lnTo>
                  <a:pt x="296" y="654"/>
                </a:lnTo>
                <a:lnTo>
                  <a:pt x="296" y="655"/>
                </a:lnTo>
                <a:lnTo>
                  <a:pt x="296" y="656"/>
                </a:lnTo>
                <a:lnTo>
                  <a:pt x="295" y="656"/>
                </a:lnTo>
                <a:lnTo>
                  <a:pt x="294" y="658"/>
                </a:lnTo>
                <a:lnTo>
                  <a:pt x="294" y="659"/>
                </a:lnTo>
                <a:lnTo>
                  <a:pt x="294" y="660"/>
                </a:lnTo>
                <a:lnTo>
                  <a:pt x="294" y="661"/>
                </a:lnTo>
                <a:lnTo>
                  <a:pt x="293" y="661"/>
                </a:lnTo>
                <a:lnTo>
                  <a:pt x="292" y="662"/>
                </a:lnTo>
                <a:lnTo>
                  <a:pt x="291" y="663"/>
                </a:lnTo>
                <a:lnTo>
                  <a:pt x="290" y="664"/>
                </a:lnTo>
                <a:lnTo>
                  <a:pt x="289" y="664"/>
                </a:lnTo>
                <a:lnTo>
                  <a:pt x="289" y="665"/>
                </a:lnTo>
                <a:lnTo>
                  <a:pt x="288" y="665"/>
                </a:lnTo>
                <a:lnTo>
                  <a:pt x="288" y="664"/>
                </a:lnTo>
                <a:lnTo>
                  <a:pt x="287" y="664"/>
                </a:lnTo>
                <a:lnTo>
                  <a:pt x="286" y="664"/>
                </a:lnTo>
                <a:lnTo>
                  <a:pt x="285" y="663"/>
                </a:lnTo>
                <a:lnTo>
                  <a:pt x="285" y="662"/>
                </a:lnTo>
                <a:lnTo>
                  <a:pt x="285" y="661"/>
                </a:lnTo>
                <a:lnTo>
                  <a:pt x="284" y="661"/>
                </a:lnTo>
                <a:lnTo>
                  <a:pt x="284" y="662"/>
                </a:lnTo>
                <a:lnTo>
                  <a:pt x="284" y="661"/>
                </a:lnTo>
                <a:lnTo>
                  <a:pt x="283" y="661"/>
                </a:lnTo>
                <a:lnTo>
                  <a:pt x="283" y="660"/>
                </a:lnTo>
                <a:lnTo>
                  <a:pt x="282" y="660"/>
                </a:lnTo>
                <a:lnTo>
                  <a:pt x="281" y="660"/>
                </a:lnTo>
                <a:lnTo>
                  <a:pt x="280" y="659"/>
                </a:lnTo>
                <a:lnTo>
                  <a:pt x="279" y="659"/>
                </a:lnTo>
                <a:lnTo>
                  <a:pt x="278" y="659"/>
                </a:lnTo>
                <a:lnTo>
                  <a:pt x="278" y="660"/>
                </a:lnTo>
                <a:lnTo>
                  <a:pt x="278" y="661"/>
                </a:lnTo>
                <a:lnTo>
                  <a:pt x="277" y="662"/>
                </a:lnTo>
                <a:lnTo>
                  <a:pt x="276" y="662"/>
                </a:lnTo>
                <a:lnTo>
                  <a:pt x="276" y="663"/>
                </a:lnTo>
                <a:lnTo>
                  <a:pt x="276" y="664"/>
                </a:lnTo>
                <a:lnTo>
                  <a:pt x="276" y="665"/>
                </a:lnTo>
                <a:lnTo>
                  <a:pt x="276" y="666"/>
                </a:lnTo>
                <a:lnTo>
                  <a:pt x="275" y="667"/>
                </a:lnTo>
                <a:lnTo>
                  <a:pt x="274" y="668"/>
                </a:lnTo>
                <a:lnTo>
                  <a:pt x="273" y="669"/>
                </a:lnTo>
                <a:lnTo>
                  <a:pt x="273" y="670"/>
                </a:lnTo>
                <a:lnTo>
                  <a:pt x="273" y="671"/>
                </a:lnTo>
                <a:lnTo>
                  <a:pt x="272" y="671"/>
                </a:lnTo>
                <a:lnTo>
                  <a:pt x="272" y="670"/>
                </a:lnTo>
                <a:lnTo>
                  <a:pt x="271" y="670"/>
                </a:lnTo>
                <a:lnTo>
                  <a:pt x="271" y="671"/>
                </a:lnTo>
                <a:lnTo>
                  <a:pt x="270" y="672"/>
                </a:lnTo>
                <a:lnTo>
                  <a:pt x="270" y="673"/>
                </a:lnTo>
                <a:lnTo>
                  <a:pt x="269" y="674"/>
                </a:lnTo>
                <a:lnTo>
                  <a:pt x="268" y="674"/>
                </a:lnTo>
                <a:lnTo>
                  <a:pt x="267" y="674"/>
                </a:lnTo>
                <a:lnTo>
                  <a:pt x="266" y="673"/>
                </a:lnTo>
                <a:lnTo>
                  <a:pt x="267" y="672"/>
                </a:lnTo>
                <a:lnTo>
                  <a:pt x="267" y="671"/>
                </a:lnTo>
                <a:lnTo>
                  <a:pt x="267" y="670"/>
                </a:lnTo>
                <a:lnTo>
                  <a:pt x="267" y="669"/>
                </a:lnTo>
                <a:lnTo>
                  <a:pt x="267" y="668"/>
                </a:lnTo>
                <a:lnTo>
                  <a:pt x="267" y="667"/>
                </a:lnTo>
                <a:lnTo>
                  <a:pt x="266" y="667"/>
                </a:lnTo>
                <a:lnTo>
                  <a:pt x="265" y="666"/>
                </a:lnTo>
                <a:lnTo>
                  <a:pt x="265" y="665"/>
                </a:lnTo>
                <a:lnTo>
                  <a:pt x="265" y="664"/>
                </a:lnTo>
                <a:lnTo>
                  <a:pt x="266" y="664"/>
                </a:lnTo>
                <a:lnTo>
                  <a:pt x="267" y="663"/>
                </a:lnTo>
                <a:lnTo>
                  <a:pt x="267" y="662"/>
                </a:lnTo>
                <a:lnTo>
                  <a:pt x="266" y="661"/>
                </a:lnTo>
                <a:lnTo>
                  <a:pt x="267" y="661"/>
                </a:lnTo>
                <a:lnTo>
                  <a:pt x="267" y="660"/>
                </a:lnTo>
                <a:lnTo>
                  <a:pt x="266" y="659"/>
                </a:lnTo>
                <a:lnTo>
                  <a:pt x="265" y="659"/>
                </a:lnTo>
                <a:lnTo>
                  <a:pt x="264" y="659"/>
                </a:lnTo>
                <a:lnTo>
                  <a:pt x="263" y="659"/>
                </a:lnTo>
                <a:lnTo>
                  <a:pt x="261" y="659"/>
                </a:lnTo>
                <a:lnTo>
                  <a:pt x="260" y="659"/>
                </a:lnTo>
                <a:lnTo>
                  <a:pt x="260" y="658"/>
                </a:lnTo>
                <a:lnTo>
                  <a:pt x="259" y="658"/>
                </a:lnTo>
                <a:lnTo>
                  <a:pt x="258" y="658"/>
                </a:lnTo>
                <a:lnTo>
                  <a:pt x="257" y="657"/>
                </a:lnTo>
                <a:lnTo>
                  <a:pt x="255" y="656"/>
                </a:lnTo>
                <a:lnTo>
                  <a:pt x="254" y="656"/>
                </a:lnTo>
                <a:lnTo>
                  <a:pt x="255" y="655"/>
                </a:lnTo>
                <a:lnTo>
                  <a:pt x="256" y="652"/>
                </a:lnTo>
                <a:lnTo>
                  <a:pt x="257" y="652"/>
                </a:lnTo>
                <a:lnTo>
                  <a:pt x="256" y="651"/>
                </a:lnTo>
                <a:lnTo>
                  <a:pt x="256" y="650"/>
                </a:lnTo>
                <a:lnTo>
                  <a:pt x="255" y="650"/>
                </a:lnTo>
                <a:lnTo>
                  <a:pt x="254" y="649"/>
                </a:lnTo>
                <a:lnTo>
                  <a:pt x="253" y="647"/>
                </a:lnTo>
                <a:lnTo>
                  <a:pt x="252" y="647"/>
                </a:lnTo>
                <a:lnTo>
                  <a:pt x="252" y="646"/>
                </a:lnTo>
                <a:lnTo>
                  <a:pt x="251" y="644"/>
                </a:lnTo>
                <a:lnTo>
                  <a:pt x="250" y="644"/>
                </a:lnTo>
                <a:lnTo>
                  <a:pt x="249" y="644"/>
                </a:lnTo>
                <a:lnTo>
                  <a:pt x="247" y="643"/>
                </a:lnTo>
                <a:lnTo>
                  <a:pt x="246" y="641"/>
                </a:lnTo>
                <a:lnTo>
                  <a:pt x="246" y="640"/>
                </a:lnTo>
                <a:lnTo>
                  <a:pt x="245" y="640"/>
                </a:lnTo>
                <a:lnTo>
                  <a:pt x="245" y="638"/>
                </a:lnTo>
                <a:lnTo>
                  <a:pt x="245" y="637"/>
                </a:lnTo>
                <a:lnTo>
                  <a:pt x="244" y="637"/>
                </a:lnTo>
                <a:lnTo>
                  <a:pt x="244" y="635"/>
                </a:lnTo>
                <a:lnTo>
                  <a:pt x="243" y="634"/>
                </a:lnTo>
                <a:lnTo>
                  <a:pt x="243" y="633"/>
                </a:lnTo>
                <a:lnTo>
                  <a:pt x="243" y="632"/>
                </a:lnTo>
                <a:lnTo>
                  <a:pt x="242" y="632"/>
                </a:lnTo>
                <a:lnTo>
                  <a:pt x="241" y="631"/>
                </a:lnTo>
                <a:lnTo>
                  <a:pt x="241" y="629"/>
                </a:lnTo>
                <a:lnTo>
                  <a:pt x="242" y="629"/>
                </a:lnTo>
                <a:lnTo>
                  <a:pt x="242" y="627"/>
                </a:lnTo>
                <a:lnTo>
                  <a:pt x="243" y="627"/>
                </a:lnTo>
                <a:lnTo>
                  <a:pt x="244" y="627"/>
                </a:lnTo>
                <a:lnTo>
                  <a:pt x="244" y="626"/>
                </a:lnTo>
                <a:lnTo>
                  <a:pt x="245" y="626"/>
                </a:lnTo>
                <a:lnTo>
                  <a:pt x="246" y="627"/>
                </a:lnTo>
                <a:lnTo>
                  <a:pt x="247" y="627"/>
                </a:lnTo>
                <a:lnTo>
                  <a:pt x="248" y="626"/>
                </a:lnTo>
                <a:lnTo>
                  <a:pt x="248" y="625"/>
                </a:lnTo>
                <a:lnTo>
                  <a:pt x="249" y="625"/>
                </a:lnTo>
                <a:lnTo>
                  <a:pt x="250" y="625"/>
                </a:lnTo>
                <a:lnTo>
                  <a:pt x="251" y="625"/>
                </a:lnTo>
                <a:lnTo>
                  <a:pt x="252" y="625"/>
                </a:lnTo>
                <a:lnTo>
                  <a:pt x="253" y="624"/>
                </a:lnTo>
                <a:lnTo>
                  <a:pt x="254" y="624"/>
                </a:lnTo>
                <a:lnTo>
                  <a:pt x="254" y="623"/>
                </a:lnTo>
                <a:lnTo>
                  <a:pt x="254" y="622"/>
                </a:lnTo>
                <a:lnTo>
                  <a:pt x="254" y="621"/>
                </a:lnTo>
                <a:lnTo>
                  <a:pt x="255" y="621"/>
                </a:lnTo>
                <a:lnTo>
                  <a:pt x="256" y="620"/>
                </a:lnTo>
                <a:lnTo>
                  <a:pt x="256" y="619"/>
                </a:lnTo>
                <a:lnTo>
                  <a:pt x="254" y="618"/>
                </a:lnTo>
                <a:lnTo>
                  <a:pt x="253" y="618"/>
                </a:lnTo>
                <a:lnTo>
                  <a:pt x="253" y="617"/>
                </a:lnTo>
                <a:lnTo>
                  <a:pt x="252" y="617"/>
                </a:lnTo>
                <a:lnTo>
                  <a:pt x="252" y="616"/>
                </a:lnTo>
                <a:lnTo>
                  <a:pt x="253" y="616"/>
                </a:lnTo>
                <a:lnTo>
                  <a:pt x="254" y="616"/>
                </a:lnTo>
                <a:lnTo>
                  <a:pt x="254" y="615"/>
                </a:lnTo>
                <a:lnTo>
                  <a:pt x="254" y="614"/>
                </a:lnTo>
                <a:lnTo>
                  <a:pt x="255" y="613"/>
                </a:lnTo>
                <a:lnTo>
                  <a:pt x="254" y="612"/>
                </a:lnTo>
                <a:lnTo>
                  <a:pt x="253" y="612"/>
                </a:lnTo>
                <a:lnTo>
                  <a:pt x="251" y="610"/>
                </a:lnTo>
                <a:lnTo>
                  <a:pt x="250" y="609"/>
                </a:lnTo>
                <a:lnTo>
                  <a:pt x="248" y="609"/>
                </a:lnTo>
                <a:lnTo>
                  <a:pt x="248" y="608"/>
                </a:lnTo>
                <a:lnTo>
                  <a:pt x="245" y="608"/>
                </a:lnTo>
                <a:lnTo>
                  <a:pt x="244" y="608"/>
                </a:lnTo>
                <a:lnTo>
                  <a:pt x="244" y="607"/>
                </a:lnTo>
                <a:lnTo>
                  <a:pt x="245" y="606"/>
                </a:lnTo>
                <a:lnTo>
                  <a:pt x="245" y="605"/>
                </a:lnTo>
                <a:lnTo>
                  <a:pt x="245" y="604"/>
                </a:lnTo>
                <a:lnTo>
                  <a:pt x="245" y="603"/>
                </a:lnTo>
                <a:lnTo>
                  <a:pt x="246" y="602"/>
                </a:lnTo>
                <a:lnTo>
                  <a:pt x="245" y="601"/>
                </a:lnTo>
                <a:lnTo>
                  <a:pt x="244" y="600"/>
                </a:lnTo>
                <a:lnTo>
                  <a:pt x="243" y="600"/>
                </a:lnTo>
                <a:lnTo>
                  <a:pt x="242" y="600"/>
                </a:lnTo>
                <a:lnTo>
                  <a:pt x="241" y="599"/>
                </a:lnTo>
                <a:lnTo>
                  <a:pt x="240" y="598"/>
                </a:lnTo>
                <a:lnTo>
                  <a:pt x="239" y="598"/>
                </a:lnTo>
                <a:lnTo>
                  <a:pt x="238" y="597"/>
                </a:lnTo>
                <a:lnTo>
                  <a:pt x="238" y="594"/>
                </a:lnTo>
                <a:lnTo>
                  <a:pt x="238" y="593"/>
                </a:lnTo>
                <a:lnTo>
                  <a:pt x="238" y="592"/>
                </a:lnTo>
                <a:lnTo>
                  <a:pt x="237" y="591"/>
                </a:lnTo>
                <a:lnTo>
                  <a:pt x="236" y="591"/>
                </a:lnTo>
                <a:lnTo>
                  <a:pt x="236" y="590"/>
                </a:lnTo>
                <a:lnTo>
                  <a:pt x="236" y="589"/>
                </a:lnTo>
                <a:lnTo>
                  <a:pt x="236" y="588"/>
                </a:lnTo>
                <a:lnTo>
                  <a:pt x="235" y="587"/>
                </a:lnTo>
                <a:lnTo>
                  <a:pt x="234" y="586"/>
                </a:lnTo>
                <a:lnTo>
                  <a:pt x="233" y="586"/>
                </a:lnTo>
                <a:lnTo>
                  <a:pt x="232" y="585"/>
                </a:lnTo>
                <a:lnTo>
                  <a:pt x="232" y="584"/>
                </a:lnTo>
                <a:lnTo>
                  <a:pt x="231" y="584"/>
                </a:lnTo>
                <a:lnTo>
                  <a:pt x="228" y="584"/>
                </a:lnTo>
                <a:lnTo>
                  <a:pt x="228" y="583"/>
                </a:lnTo>
                <a:lnTo>
                  <a:pt x="228" y="582"/>
                </a:lnTo>
                <a:lnTo>
                  <a:pt x="228" y="581"/>
                </a:lnTo>
                <a:lnTo>
                  <a:pt x="227" y="581"/>
                </a:lnTo>
                <a:lnTo>
                  <a:pt x="226" y="581"/>
                </a:lnTo>
                <a:lnTo>
                  <a:pt x="225" y="581"/>
                </a:lnTo>
                <a:lnTo>
                  <a:pt x="224" y="581"/>
                </a:lnTo>
                <a:lnTo>
                  <a:pt x="224" y="580"/>
                </a:lnTo>
                <a:lnTo>
                  <a:pt x="224" y="579"/>
                </a:lnTo>
                <a:lnTo>
                  <a:pt x="225" y="579"/>
                </a:lnTo>
                <a:lnTo>
                  <a:pt x="225" y="578"/>
                </a:lnTo>
                <a:lnTo>
                  <a:pt x="224" y="578"/>
                </a:lnTo>
                <a:lnTo>
                  <a:pt x="224" y="577"/>
                </a:lnTo>
                <a:lnTo>
                  <a:pt x="223" y="577"/>
                </a:lnTo>
                <a:lnTo>
                  <a:pt x="222" y="575"/>
                </a:lnTo>
                <a:lnTo>
                  <a:pt x="221" y="574"/>
                </a:lnTo>
                <a:lnTo>
                  <a:pt x="219" y="574"/>
                </a:lnTo>
                <a:lnTo>
                  <a:pt x="218" y="574"/>
                </a:lnTo>
                <a:lnTo>
                  <a:pt x="217" y="574"/>
                </a:lnTo>
                <a:lnTo>
                  <a:pt x="217" y="573"/>
                </a:lnTo>
                <a:lnTo>
                  <a:pt x="215" y="572"/>
                </a:lnTo>
                <a:lnTo>
                  <a:pt x="215" y="571"/>
                </a:lnTo>
                <a:lnTo>
                  <a:pt x="215" y="570"/>
                </a:lnTo>
                <a:lnTo>
                  <a:pt x="215" y="569"/>
                </a:lnTo>
                <a:lnTo>
                  <a:pt x="214" y="568"/>
                </a:lnTo>
                <a:lnTo>
                  <a:pt x="214" y="567"/>
                </a:lnTo>
                <a:lnTo>
                  <a:pt x="214" y="565"/>
                </a:lnTo>
                <a:lnTo>
                  <a:pt x="214" y="563"/>
                </a:lnTo>
                <a:lnTo>
                  <a:pt x="214" y="562"/>
                </a:lnTo>
                <a:lnTo>
                  <a:pt x="214" y="561"/>
                </a:lnTo>
                <a:lnTo>
                  <a:pt x="214" y="560"/>
                </a:lnTo>
                <a:lnTo>
                  <a:pt x="214" y="559"/>
                </a:lnTo>
                <a:lnTo>
                  <a:pt x="213" y="560"/>
                </a:lnTo>
                <a:lnTo>
                  <a:pt x="212" y="560"/>
                </a:lnTo>
                <a:lnTo>
                  <a:pt x="212" y="561"/>
                </a:lnTo>
                <a:lnTo>
                  <a:pt x="212" y="562"/>
                </a:lnTo>
                <a:lnTo>
                  <a:pt x="211" y="562"/>
                </a:lnTo>
                <a:lnTo>
                  <a:pt x="211" y="563"/>
                </a:lnTo>
                <a:lnTo>
                  <a:pt x="209" y="563"/>
                </a:lnTo>
                <a:lnTo>
                  <a:pt x="208" y="562"/>
                </a:lnTo>
                <a:lnTo>
                  <a:pt x="205" y="562"/>
                </a:lnTo>
                <a:lnTo>
                  <a:pt x="205" y="563"/>
                </a:lnTo>
                <a:lnTo>
                  <a:pt x="205" y="564"/>
                </a:lnTo>
                <a:lnTo>
                  <a:pt x="205" y="565"/>
                </a:lnTo>
                <a:lnTo>
                  <a:pt x="204" y="565"/>
                </a:lnTo>
                <a:lnTo>
                  <a:pt x="204" y="566"/>
                </a:lnTo>
                <a:lnTo>
                  <a:pt x="204" y="567"/>
                </a:lnTo>
                <a:lnTo>
                  <a:pt x="204" y="569"/>
                </a:lnTo>
                <a:lnTo>
                  <a:pt x="205" y="570"/>
                </a:lnTo>
                <a:lnTo>
                  <a:pt x="204" y="570"/>
                </a:lnTo>
                <a:lnTo>
                  <a:pt x="203" y="570"/>
                </a:lnTo>
                <a:lnTo>
                  <a:pt x="203" y="571"/>
                </a:lnTo>
                <a:lnTo>
                  <a:pt x="204" y="571"/>
                </a:lnTo>
                <a:lnTo>
                  <a:pt x="203" y="571"/>
                </a:lnTo>
                <a:lnTo>
                  <a:pt x="201" y="572"/>
                </a:lnTo>
                <a:lnTo>
                  <a:pt x="200" y="573"/>
                </a:lnTo>
                <a:lnTo>
                  <a:pt x="200" y="572"/>
                </a:lnTo>
                <a:lnTo>
                  <a:pt x="199" y="573"/>
                </a:lnTo>
                <a:lnTo>
                  <a:pt x="199" y="574"/>
                </a:lnTo>
                <a:lnTo>
                  <a:pt x="198" y="575"/>
                </a:lnTo>
                <a:lnTo>
                  <a:pt x="197" y="576"/>
                </a:lnTo>
                <a:lnTo>
                  <a:pt x="198" y="577"/>
                </a:lnTo>
                <a:lnTo>
                  <a:pt x="198" y="578"/>
                </a:lnTo>
                <a:lnTo>
                  <a:pt x="198" y="579"/>
                </a:lnTo>
                <a:lnTo>
                  <a:pt x="198" y="581"/>
                </a:lnTo>
                <a:lnTo>
                  <a:pt x="198" y="582"/>
                </a:lnTo>
                <a:lnTo>
                  <a:pt x="197" y="583"/>
                </a:lnTo>
                <a:lnTo>
                  <a:pt x="196" y="583"/>
                </a:lnTo>
                <a:lnTo>
                  <a:pt x="195" y="582"/>
                </a:lnTo>
                <a:lnTo>
                  <a:pt x="194" y="582"/>
                </a:lnTo>
                <a:lnTo>
                  <a:pt x="194" y="583"/>
                </a:lnTo>
                <a:lnTo>
                  <a:pt x="194" y="584"/>
                </a:lnTo>
                <a:lnTo>
                  <a:pt x="193" y="585"/>
                </a:lnTo>
                <a:lnTo>
                  <a:pt x="192" y="585"/>
                </a:lnTo>
                <a:lnTo>
                  <a:pt x="192" y="586"/>
                </a:lnTo>
                <a:lnTo>
                  <a:pt x="191" y="586"/>
                </a:lnTo>
                <a:lnTo>
                  <a:pt x="191" y="587"/>
                </a:lnTo>
                <a:lnTo>
                  <a:pt x="191" y="588"/>
                </a:lnTo>
                <a:lnTo>
                  <a:pt x="191" y="589"/>
                </a:lnTo>
                <a:lnTo>
                  <a:pt x="190" y="589"/>
                </a:lnTo>
                <a:lnTo>
                  <a:pt x="189" y="589"/>
                </a:lnTo>
                <a:lnTo>
                  <a:pt x="187" y="589"/>
                </a:lnTo>
                <a:lnTo>
                  <a:pt x="186" y="589"/>
                </a:lnTo>
                <a:lnTo>
                  <a:pt x="185" y="590"/>
                </a:lnTo>
                <a:lnTo>
                  <a:pt x="186" y="591"/>
                </a:lnTo>
                <a:lnTo>
                  <a:pt x="185" y="592"/>
                </a:lnTo>
                <a:lnTo>
                  <a:pt x="185" y="594"/>
                </a:lnTo>
                <a:lnTo>
                  <a:pt x="185" y="595"/>
                </a:lnTo>
                <a:lnTo>
                  <a:pt x="185" y="596"/>
                </a:lnTo>
                <a:lnTo>
                  <a:pt x="186" y="596"/>
                </a:lnTo>
                <a:lnTo>
                  <a:pt x="186" y="597"/>
                </a:lnTo>
                <a:lnTo>
                  <a:pt x="187" y="599"/>
                </a:lnTo>
                <a:lnTo>
                  <a:pt x="186" y="600"/>
                </a:lnTo>
                <a:lnTo>
                  <a:pt x="185" y="600"/>
                </a:lnTo>
                <a:lnTo>
                  <a:pt x="185" y="601"/>
                </a:lnTo>
                <a:lnTo>
                  <a:pt x="186" y="602"/>
                </a:lnTo>
                <a:lnTo>
                  <a:pt x="186" y="603"/>
                </a:lnTo>
                <a:lnTo>
                  <a:pt x="187" y="603"/>
                </a:lnTo>
                <a:lnTo>
                  <a:pt x="188" y="603"/>
                </a:lnTo>
                <a:lnTo>
                  <a:pt x="188" y="604"/>
                </a:lnTo>
                <a:lnTo>
                  <a:pt x="189" y="605"/>
                </a:lnTo>
                <a:lnTo>
                  <a:pt x="188" y="605"/>
                </a:lnTo>
                <a:lnTo>
                  <a:pt x="188" y="606"/>
                </a:lnTo>
                <a:lnTo>
                  <a:pt x="187" y="606"/>
                </a:lnTo>
                <a:lnTo>
                  <a:pt x="187" y="607"/>
                </a:lnTo>
                <a:lnTo>
                  <a:pt x="187" y="608"/>
                </a:lnTo>
                <a:lnTo>
                  <a:pt x="187" y="609"/>
                </a:lnTo>
                <a:lnTo>
                  <a:pt x="186" y="609"/>
                </a:lnTo>
                <a:lnTo>
                  <a:pt x="186" y="610"/>
                </a:lnTo>
                <a:lnTo>
                  <a:pt x="186" y="611"/>
                </a:lnTo>
                <a:lnTo>
                  <a:pt x="186" y="612"/>
                </a:lnTo>
                <a:lnTo>
                  <a:pt x="185" y="613"/>
                </a:lnTo>
                <a:lnTo>
                  <a:pt x="184" y="613"/>
                </a:lnTo>
                <a:lnTo>
                  <a:pt x="185" y="615"/>
                </a:lnTo>
                <a:lnTo>
                  <a:pt x="186" y="615"/>
                </a:lnTo>
                <a:lnTo>
                  <a:pt x="186" y="616"/>
                </a:lnTo>
                <a:lnTo>
                  <a:pt x="187" y="617"/>
                </a:lnTo>
                <a:lnTo>
                  <a:pt x="187" y="618"/>
                </a:lnTo>
                <a:lnTo>
                  <a:pt x="186" y="618"/>
                </a:lnTo>
                <a:lnTo>
                  <a:pt x="186" y="619"/>
                </a:lnTo>
                <a:lnTo>
                  <a:pt x="185" y="620"/>
                </a:lnTo>
                <a:lnTo>
                  <a:pt x="185" y="622"/>
                </a:lnTo>
                <a:lnTo>
                  <a:pt x="184" y="624"/>
                </a:lnTo>
                <a:lnTo>
                  <a:pt x="184" y="625"/>
                </a:lnTo>
                <a:lnTo>
                  <a:pt x="184" y="627"/>
                </a:lnTo>
                <a:lnTo>
                  <a:pt x="185" y="628"/>
                </a:lnTo>
                <a:lnTo>
                  <a:pt x="185" y="629"/>
                </a:lnTo>
                <a:lnTo>
                  <a:pt x="185" y="630"/>
                </a:lnTo>
                <a:lnTo>
                  <a:pt x="184" y="629"/>
                </a:lnTo>
                <a:lnTo>
                  <a:pt x="183" y="627"/>
                </a:lnTo>
                <a:lnTo>
                  <a:pt x="182" y="627"/>
                </a:lnTo>
                <a:lnTo>
                  <a:pt x="181" y="626"/>
                </a:lnTo>
                <a:lnTo>
                  <a:pt x="180" y="625"/>
                </a:lnTo>
                <a:lnTo>
                  <a:pt x="180" y="624"/>
                </a:lnTo>
                <a:lnTo>
                  <a:pt x="178" y="624"/>
                </a:lnTo>
                <a:lnTo>
                  <a:pt x="177" y="622"/>
                </a:lnTo>
                <a:lnTo>
                  <a:pt x="177" y="621"/>
                </a:lnTo>
                <a:lnTo>
                  <a:pt x="176" y="619"/>
                </a:lnTo>
                <a:lnTo>
                  <a:pt x="175" y="619"/>
                </a:lnTo>
                <a:lnTo>
                  <a:pt x="174" y="619"/>
                </a:lnTo>
                <a:lnTo>
                  <a:pt x="174" y="618"/>
                </a:lnTo>
                <a:lnTo>
                  <a:pt x="175" y="618"/>
                </a:lnTo>
                <a:lnTo>
                  <a:pt x="175" y="616"/>
                </a:lnTo>
                <a:lnTo>
                  <a:pt x="174" y="615"/>
                </a:lnTo>
                <a:lnTo>
                  <a:pt x="173" y="615"/>
                </a:lnTo>
                <a:lnTo>
                  <a:pt x="172" y="615"/>
                </a:lnTo>
                <a:lnTo>
                  <a:pt x="172" y="614"/>
                </a:lnTo>
                <a:lnTo>
                  <a:pt x="171" y="613"/>
                </a:lnTo>
                <a:lnTo>
                  <a:pt x="170" y="613"/>
                </a:lnTo>
                <a:lnTo>
                  <a:pt x="170" y="611"/>
                </a:lnTo>
                <a:lnTo>
                  <a:pt x="170" y="610"/>
                </a:lnTo>
                <a:lnTo>
                  <a:pt x="169" y="610"/>
                </a:lnTo>
                <a:lnTo>
                  <a:pt x="168" y="609"/>
                </a:lnTo>
                <a:lnTo>
                  <a:pt x="167" y="607"/>
                </a:lnTo>
                <a:lnTo>
                  <a:pt x="166" y="605"/>
                </a:lnTo>
                <a:lnTo>
                  <a:pt x="165" y="605"/>
                </a:lnTo>
                <a:lnTo>
                  <a:pt x="165" y="604"/>
                </a:lnTo>
                <a:lnTo>
                  <a:pt x="165" y="603"/>
                </a:lnTo>
                <a:lnTo>
                  <a:pt x="164" y="602"/>
                </a:lnTo>
                <a:lnTo>
                  <a:pt x="165" y="601"/>
                </a:lnTo>
                <a:lnTo>
                  <a:pt x="166" y="601"/>
                </a:lnTo>
                <a:lnTo>
                  <a:pt x="166" y="600"/>
                </a:lnTo>
                <a:lnTo>
                  <a:pt x="166" y="598"/>
                </a:lnTo>
                <a:lnTo>
                  <a:pt x="166" y="597"/>
                </a:lnTo>
                <a:lnTo>
                  <a:pt x="166" y="596"/>
                </a:lnTo>
                <a:lnTo>
                  <a:pt x="166" y="595"/>
                </a:lnTo>
                <a:lnTo>
                  <a:pt x="166" y="594"/>
                </a:lnTo>
                <a:lnTo>
                  <a:pt x="165" y="592"/>
                </a:lnTo>
                <a:lnTo>
                  <a:pt x="165" y="590"/>
                </a:lnTo>
                <a:lnTo>
                  <a:pt x="165" y="589"/>
                </a:lnTo>
                <a:lnTo>
                  <a:pt x="164" y="589"/>
                </a:lnTo>
                <a:lnTo>
                  <a:pt x="164" y="588"/>
                </a:lnTo>
                <a:lnTo>
                  <a:pt x="165" y="587"/>
                </a:lnTo>
                <a:lnTo>
                  <a:pt x="165" y="586"/>
                </a:lnTo>
                <a:lnTo>
                  <a:pt x="166" y="585"/>
                </a:lnTo>
                <a:lnTo>
                  <a:pt x="165" y="585"/>
                </a:lnTo>
                <a:lnTo>
                  <a:pt x="164" y="585"/>
                </a:lnTo>
                <a:lnTo>
                  <a:pt x="164" y="584"/>
                </a:lnTo>
                <a:lnTo>
                  <a:pt x="165" y="584"/>
                </a:lnTo>
                <a:lnTo>
                  <a:pt x="165" y="583"/>
                </a:lnTo>
                <a:lnTo>
                  <a:pt x="164" y="582"/>
                </a:lnTo>
                <a:lnTo>
                  <a:pt x="163" y="582"/>
                </a:lnTo>
                <a:lnTo>
                  <a:pt x="164" y="581"/>
                </a:lnTo>
                <a:lnTo>
                  <a:pt x="163" y="580"/>
                </a:lnTo>
                <a:lnTo>
                  <a:pt x="162" y="580"/>
                </a:lnTo>
                <a:lnTo>
                  <a:pt x="162" y="579"/>
                </a:lnTo>
                <a:lnTo>
                  <a:pt x="162" y="578"/>
                </a:lnTo>
                <a:lnTo>
                  <a:pt x="162" y="577"/>
                </a:lnTo>
                <a:lnTo>
                  <a:pt x="162" y="576"/>
                </a:lnTo>
                <a:lnTo>
                  <a:pt x="161" y="575"/>
                </a:lnTo>
                <a:lnTo>
                  <a:pt x="160" y="574"/>
                </a:lnTo>
                <a:lnTo>
                  <a:pt x="161" y="574"/>
                </a:lnTo>
                <a:lnTo>
                  <a:pt x="161" y="573"/>
                </a:lnTo>
                <a:lnTo>
                  <a:pt x="161" y="572"/>
                </a:lnTo>
                <a:lnTo>
                  <a:pt x="161" y="571"/>
                </a:lnTo>
                <a:lnTo>
                  <a:pt x="160" y="569"/>
                </a:lnTo>
                <a:lnTo>
                  <a:pt x="159" y="568"/>
                </a:lnTo>
                <a:lnTo>
                  <a:pt x="159" y="567"/>
                </a:lnTo>
                <a:lnTo>
                  <a:pt x="160" y="566"/>
                </a:lnTo>
                <a:lnTo>
                  <a:pt x="159" y="565"/>
                </a:lnTo>
                <a:lnTo>
                  <a:pt x="159" y="564"/>
                </a:lnTo>
                <a:lnTo>
                  <a:pt x="158" y="562"/>
                </a:lnTo>
                <a:lnTo>
                  <a:pt x="159" y="561"/>
                </a:lnTo>
                <a:lnTo>
                  <a:pt x="159" y="560"/>
                </a:lnTo>
                <a:lnTo>
                  <a:pt x="158" y="560"/>
                </a:lnTo>
                <a:lnTo>
                  <a:pt x="158" y="559"/>
                </a:lnTo>
                <a:lnTo>
                  <a:pt x="159" y="558"/>
                </a:lnTo>
                <a:lnTo>
                  <a:pt x="159" y="557"/>
                </a:lnTo>
                <a:lnTo>
                  <a:pt x="159" y="556"/>
                </a:lnTo>
                <a:lnTo>
                  <a:pt x="159" y="555"/>
                </a:lnTo>
                <a:lnTo>
                  <a:pt x="160" y="555"/>
                </a:lnTo>
                <a:lnTo>
                  <a:pt x="160" y="554"/>
                </a:lnTo>
                <a:lnTo>
                  <a:pt x="161" y="553"/>
                </a:lnTo>
                <a:lnTo>
                  <a:pt x="161" y="552"/>
                </a:lnTo>
                <a:lnTo>
                  <a:pt x="160" y="551"/>
                </a:lnTo>
                <a:lnTo>
                  <a:pt x="160" y="550"/>
                </a:lnTo>
                <a:lnTo>
                  <a:pt x="161" y="549"/>
                </a:lnTo>
                <a:lnTo>
                  <a:pt x="161" y="548"/>
                </a:lnTo>
                <a:lnTo>
                  <a:pt x="160" y="548"/>
                </a:lnTo>
                <a:lnTo>
                  <a:pt x="160" y="547"/>
                </a:lnTo>
                <a:lnTo>
                  <a:pt x="161" y="546"/>
                </a:lnTo>
                <a:lnTo>
                  <a:pt x="160" y="545"/>
                </a:lnTo>
                <a:lnTo>
                  <a:pt x="160" y="544"/>
                </a:lnTo>
                <a:lnTo>
                  <a:pt x="160" y="542"/>
                </a:lnTo>
                <a:lnTo>
                  <a:pt x="161" y="542"/>
                </a:lnTo>
                <a:lnTo>
                  <a:pt x="160" y="541"/>
                </a:lnTo>
                <a:lnTo>
                  <a:pt x="160" y="540"/>
                </a:lnTo>
                <a:lnTo>
                  <a:pt x="160" y="538"/>
                </a:lnTo>
                <a:lnTo>
                  <a:pt x="159" y="537"/>
                </a:lnTo>
                <a:lnTo>
                  <a:pt x="159" y="536"/>
                </a:lnTo>
                <a:lnTo>
                  <a:pt x="159" y="534"/>
                </a:lnTo>
                <a:lnTo>
                  <a:pt x="160" y="533"/>
                </a:lnTo>
                <a:lnTo>
                  <a:pt x="159" y="532"/>
                </a:lnTo>
                <a:lnTo>
                  <a:pt x="159" y="531"/>
                </a:lnTo>
                <a:lnTo>
                  <a:pt x="159" y="530"/>
                </a:lnTo>
                <a:lnTo>
                  <a:pt x="159" y="529"/>
                </a:lnTo>
                <a:lnTo>
                  <a:pt x="159" y="528"/>
                </a:lnTo>
                <a:lnTo>
                  <a:pt x="159" y="525"/>
                </a:lnTo>
                <a:lnTo>
                  <a:pt x="159" y="524"/>
                </a:lnTo>
                <a:lnTo>
                  <a:pt x="160" y="523"/>
                </a:lnTo>
                <a:lnTo>
                  <a:pt x="159" y="522"/>
                </a:lnTo>
                <a:lnTo>
                  <a:pt x="159" y="521"/>
                </a:lnTo>
                <a:lnTo>
                  <a:pt x="159" y="519"/>
                </a:lnTo>
                <a:lnTo>
                  <a:pt x="159" y="518"/>
                </a:lnTo>
                <a:lnTo>
                  <a:pt x="158" y="518"/>
                </a:lnTo>
                <a:lnTo>
                  <a:pt x="158" y="516"/>
                </a:lnTo>
                <a:lnTo>
                  <a:pt x="158" y="515"/>
                </a:lnTo>
                <a:lnTo>
                  <a:pt x="157" y="514"/>
                </a:lnTo>
                <a:lnTo>
                  <a:pt x="156" y="513"/>
                </a:lnTo>
                <a:lnTo>
                  <a:pt x="155" y="513"/>
                </a:lnTo>
                <a:lnTo>
                  <a:pt x="156" y="511"/>
                </a:lnTo>
                <a:lnTo>
                  <a:pt x="156" y="510"/>
                </a:lnTo>
                <a:lnTo>
                  <a:pt x="155" y="510"/>
                </a:lnTo>
                <a:lnTo>
                  <a:pt x="155" y="509"/>
                </a:lnTo>
                <a:lnTo>
                  <a:pt x="155" y="505"/>
                </a:lnTo>
                <a:lnTo>
                  <a:pt x="155" y="504"/>
                </a:lnTo>
                <a:lnTo>
                  <a:pt x="155" y="503"/>
                </a:lnTo>
                <a:lnTo>
                  <a:pt x="154" y="501"/>
                </a:lnTo>
                <a:lnTo>
                  <a:pt x="155" y="500"/>
                </a:lnTo>
                <a:lnTo>
                  <a:pt x="154" y="499"/>
                </a:lnTo>
                <a:lnTo>
                  <a:pt x="155" y="498"/>
                </a:lnTo>
                <a:lnTo>
                  <a:pt x="155" y="497"/>
                </a:lnTo>
                <a:lnTo>
                  <a:pt x="154" y="497"/>
                </a:lnTo>
                <a:lnTo>
                  <a:pt x="154" y="496"/>
                </a:lnTo>
                <a:lnTo>
                  <a:pt x="155" y="495"/>
                </a:lnTo>
                <a:lnTo>
                  <a:pt x="154" y="494"/>
                </a:lnTo>
                <a:lnTo>
                  <a:pt x="154" y="493"/>
                </a:lnTo>
                <a:lnTo>
                  <a:pt x="154" y="492"/>
                </a:lnTo>
                <a:lnTo>
                  <a:pt x="153" y="490"/>
                </a:lnTo>
                <a:lnTo>
                  <a:pt x="153" y="489"/>
                </a:lnTo>
                <a:lnTo>
                  <a:pt x="154" y="488"/>
                </a:lnTo>
                <a:lnTo>
                  <a:pt x="154" y="486"/>
                </a:lnTo>
                <a:lnTo>
                  <a:pt x="153" y="485"/>
                </a:lnTo>
                <a:lnTo>
                  <a:pt x="152" y="484"/>
                </a:lnTo>
                <a:lnTo>
                  <a:pt x="152" y="483"/>
                </a:lnTo>
                <a:lnTo>
                  <a:pt x="151" y="482"/>
                </a:lnTo>
                <a:lnTo>
                  <a:pt x="150" y="481"/>
                </a:lnTo>
                <a:lnTo>
                  <a:pt x="150" y="480"/>
                </a:lnTo>
                <a:lnTo>
                  <a:pt x="150" y="479"/>
                </a:lnTo>
                <a:lnTo>
                  <a:pt x="149" y="478"/>
                </a:lnTo>
                <a:lnTo>
                  <a:pt x="149" y="477"/>
                </a:lnTo>
                <a:lnTo>
                  <a:pt x="149" y="476"/>
                </a:lnTo>
                <a:lnTo>
                  <a:pt x="148" y="476"/>
                </a:lnTo>
                <a:lnTo>
                  <a:pt x="148" y="474"/>
                </a:lnTo>
                <a:lnTo>
                  <a:pt x="149" y="473"/>
                </a:lnTo>
                <a:lnTo>
                  <a:pt x="149" y="472"/>
                </a:lnTo>
                <a:lnTo>
                  <a:pt x="149" y="469"/>
                </a:lnTo>
                <a:lnTo>
                  <a:pt x="149" y="468"/>
                </a:lnTo>
                <a:lnTo>
                  <a:pt x="150" y="467"/>
                </a:lnTo>
                <a:lnTo>
                  <a:pt x="150" y="466"/>
                </a:lnTo>
                <a:lnTo>
                  <a:pt x="150" y="464"/>
                </a:lnTo>
                <a:lnTo>
                  <a:pt x="151" y="463"/>
                </a:lnTo>
                <a:lnTo>
                  <a:pt x="151" y="462"/>
                </a:lnTo>
                <a:lnTo>
                  <a:pt x="150" y="460"/>
                </a:lnTo>
                <a:lnTo>
                  <a:pt x="151" y="459"/>
                </a:lnTo>
                <a:lnTo>
                  <a:pt x="151" y="458"/>
                </a:lnTo>
                <a:lnTo>
                  <a:pt x="151" y="457"/>
                </a:lnTo>
                <a:lnTo>
                  <a:pt x="152" y="456"/>
                </a:lnTo>
                <a:lnTo>
                  <a:pt x="152" y="455"/>
                </a:lnTo>
                <a:lnTo>
                  <a:pt x="152" y="454"/>
                </a:lnTo>
                <a:lnTo>
                  <a:pt x="153" y="453"/>
                </a:lnTo>
                <a:lnTo>
                  <a:pt x="154" y="452"/>
                </a:lnTo>
                <a:lnTo>
                  <a:pt x="154" y="451"/>
                </a:lnTo>
                <a:lnTo>
                  <a:pt x="154" y="450"/>
                </a:lnTo>
                <a:lnTo>
                  <a:pt x="154" y="449"/>
                </a:lnTo>
                <a:lnTo>
                  <a:pt x="155" y="449"/>
                </a:lnTo>
                <a:lnTo>
                  <a:pt x="155" y="448"/>
                </a:lnTo>
                <a:lnTo>
                  <a:pt x="154" y="448"/>
                </a:lnTo>
                <a:lnTo>
                  <a:pt x="154" y="447"/>
                </a:lnTo>
                <a:lnTo>
                  <a:pt x="154" y="446"/>
                </a:lnTo>
                <a:lnTo>
                  <a:pt x="154" y="445"/>
                </a:lnTo>
                <a:lnTo>
                  <a:pt x="153" y="441"/>
                </a:lnTo>
                <a:lnTo>
                  <a:pt x="153" y="437"/>
                </a:lnTo>
                <a:lnTo>
                  <a:pt x="152" y="436"/>
                </a:lnTo>
                <a:lnTo>
                  <a:pt x="152" y="435"/>
                </a:lnTo>
                <a:lnTo>
                  <a:pt x="153" y="434"/>
                </a:lnTo>
                <a:lnTo>
                  <a:pt x="153" y="433"/>
                </a:lnTo>
                <a:lnTo>
                  <a:pt x="152" y="432"/>
                </a:lnTo>
                <a:lnTo>
                  <a:pt x="152" y="431"/>
                </a:lnTo>
                <a:lnTo>
                  <a:pt x="151" y="430"/>
                </a:lnTo>
                <a:lnTo>
                  <a:pt x="150" y="429"/>
                </a:lnTo>
                <a:lnTo>
                  <a:pt x="150" y="428"/>
                </a:lnTo>
                <a:lnTo>
                  <a:pt x="150" y="427"/>
                </a:lnTo>
                <a:lnTo>
                  <a:pt x="149" y="426"/>
                </a:lnTo>
                <a:lnTo>
                  <a:pt x="148" y="426"/>
                </a:lnTo>
                <a:lnTo>
                  <a:pt x="148" y="425"/>
                </a:lnTo>
                <a:lnTo>
                  <a:pt x="148" y="424"/>
                </a:lnTo>
                <a:lnTo>
                  <a:pt x="148" y="423"/>
                </a:lnTo>
                <a:lnTo>
                  <a:pt x="147" y="423"/>
                </a:lnTo>
                <a:lnTo>
                  <a:pt x="147" y="422"/>
                </a:lnTo>
                <a:lnTo>
                  <a:pt x="148" y="422"/>
                </a:lnTo>
                <a:lnTo>
                  <a:pt x="148" y="421"/>
                </a:lnTo>
                <a:lnTo>
                  <a:pt x="148" y="420"/>
                </a:lnTo>
                <a:lnTo>
                  <a:pt x="148" y="419"/>
                </a:lnTo>
                <a:lnTo>
                  <a:pt x="147" y="418"/>
                </a:lnTo>
                <a:lnTo>
                  <a:pt x="147" y="417"/>
                </a:lnTo>
                <a:lnTo>
                  <a:pt x="146" y="415"/>
                </a:lnTo>
                <a:lnTo>
                  <a:pt x="146" y="414"/>
                </a:lnTo>
                <a:lnTo>
                  <a:pt x="147" y="414"/>
                </a:lnTo>
                <a:lnTo>
                  <a:pt x="148" y="413"/>
                </a:lnTo>
                <a:lnTo>
                  <a:pt x="148" y="412"/>
                </a:lnTo>
                <a:lnTo>
                  <a:pt x="147" y="412"/>
                </a:lnTo>
                <a:lnTo>
                  <a:pt x="147" y="411"/>
                </a:lnTo>
                <a:lnTo>
                  <a:pt x="147" y="410"/>
                </a:lnTo>
                <a:lnTo>
                  <a:pt x="147" y="408"/>
                </a:lnTo>
                <a:lnTo>
                  <a:pt x="146" y="407"/>
                </a:lnTo>
                <a:lnTo>
                  <a:pt x="146" y="406"/>
                </a:lnTo>
                <a:lnTo>
                  <a:pt x="147" y="406"/>
                </a:lnTo>
                <a:lnTo>
                  <a:pt x="147" y="405"/>
                </a:lnTo>
                <a:lnTo>
                  <a:pt x="146" y="405"/>
                </a:lnTo>
                <a:lnTo>
                  <a:pt x="146" y="404"/>
                </a:lnTo>
                <a:lnTo>
                  <a:pt x="146" y="403"/>
                </a:lnTo>
                <a:lnTo>
                  <a:pt x="146" y="402"/>
                </a:lnTo>
                <a:lnTo>
                  <a:pt x="147" y="402"/>
                </a:lnTo>
                <a:lnTo>
                  <a:pt x="147" y="401"/>
                </a:lnTo>
                <a:lnTo>
                  <a:pt x="147" y="400"/>
                </a:lnTo>
                <a:lnTo>
                  <a:pt x="146" y="399"/>
                </a:lnTo>
                <a:lnTo>
                  <a:pt x="146" y="398"/>
                </a:lnTo>
                <a:lnTo>
                  <a:pt x="146" y="397"/>
                </a:lnTo>
                <a:lnTo>
                  <a:pt x="146" y="395"/>
                </a:lnTo>
                <a:lnTo>
                  <a:pt x="144" y="392"/>
                </a:lnTo>
                <a:lnTo>
                  <a:pt x="144" y="391"/>
                </a:lnTo>
                <a:lnTo>
                  <a:pt x="144" y="390"/>
                </a:lnTo>
                <a:lnTo>
                  <a:pt x="144" y="389"/>
                </a:lnTo>
                <a:lnTo>
                  <a:pt x="143" y="389"/>
                </a:lnTo>
                <a:lnTo>
                  <a:pt x="143" y="388"/>
                </a:lnTo>
                <a:lnTo>
                  <a:pt x="143" y="387"/>
                </a:lnTo>
                <a:lnTo>
                  <a:pt x="143" y="386"/>
                </a:lnTo>
                <a:lnTo>
                  <a:pt x="143" y="385"/>
                </a:lnTo>
                <a:lnTo>
                  <a:pt x="143" y="384"/>
                </a:lnTo>
                <a:lnTo>
                  <a:pt x="143" y="383"/>
                </a:lnTo>
                <a:lnTo>
                  <a:pt x="142" y="383"/>
                </a:lnTo>
                <a:lnTo>
                  <a:pt x="143" y="383"/>
                </a:lnTo>
                <a:lnTo>
                  <a:pt x="143" y="382"/>
                </a:lnTo>
                <a:lnTo>
                  <a:pt x="144" y="381"/>
                </a:lnTo>
                <a:lnTo>
                  <a:pt x="144" y="380"/>
                </a:lnTo>
                <a:lnTo>
                  <a:pt x="143" y="380"/>
                </a:lnTo>
                <a:lnTo>
                  <a:pt x="142" y="379"/>
                </a:lnTo>
                <a:lnTo>
                  <a:pt x="142" y="378"/>
                </a:lnTo>
                <a:lnTo>
                  <a:pt x="142" y="377"/>
                </a:lnTo>
                <a:lnTo>
                  <a:pt x="142" y="376"/>
                </a:lnTo>
                <a:lnTo>
                  <a:pt x="141" y="375"/>
                </a:lnTo>
                <a:lnTo>
                  <a:pt x="141" y="374"/>
                </a:lnTo>
                <a:lnTo>
                  <a:pt x="141" y="373"/>
                </a:lnTo>
                <a:lnTo>
                  <a:pt x="141" y="371"/>
                </a:lnTo>
                <a:lnTo>
                  <a:pt x="140" y="371"/>
                </a:lnTo>
                <a:lnTo>
                  <a:pt x="140" y="370"/>
                </a:lnTo>
                <a:lnTo>
                  <a:pt x="141" y="370"/>
                </a:lnTo>
                <a:lnTo>
                  <a:pt x="142" y="369"/>
                </a:lnTo>
                <a:lnTo>
                  <a:pt x="143" y="369"/>
                </a:lnTo>
                <a:lnTo>
                  <a:pt x="143" y="368"/>
                </a:lnTo>
                <a:lnTo>
                  <a:pt x="144" y="367"/>
                </a:lnTo>
                <a:lnTo>
                  <a:pt x="145" y="367"/>
                </a:lnTo>
                <a:lnTo>
                  <a:pt x="146" y="367"/>
                </a:lnTo>
                <a:lnTo>
                  <a:pt x="146" y="366"/>
                </a:lnTo>
                <a:lnTo>
                  <a:pt x="145" y="365"/>
                </a:lnTo>
                <a:lnTo>
                  <a:pt x="145" y="364"/>
                </a:lnTo>
                <a:lnTo>
                  <a:pt x="145" y="363"/>
                </a:lnTo>
                <a:lnTo>
                  <a:pt x="143" y="362"/>
                </a:lnTo>
                <a:lnTo>
                  <a:pt x="142" y="362"/>
                </a:lnTo>
                <a:lnTo>
                  <a:pt x="141" y="361"/>
                </a:lnTo>
                <a:lnTo>
                  <a:pt x="140" y="361"/>
                </a:lnTo>
                <a:lnTo>
                  <a:pt x="140" y="360"/>
                </a:lnTo>
                <a:lnTo>
                  <a:pt x="139" y="359"/>
                </a:lnTo>
                <a:lnTo>
                  <a:pt x="138" y="359"/>
                </a:lnTo>
                <a:lnTo>
                  <a:pt x="138" y="358"/>
                </a:lnTo>
                <a:lnTo>
                  <a:pt x="138" y="357"/>
                </a:lnTo>
                <a:lnTo>
                  <a:pt x="138" y="356"/>
                </a:lnTo>
                <a:lnTo>
                  <a:pt x="137" y="356"/>
                </a:lnTo>
                <a:lnTo>
                  <a:pt x="136" y="356"/>
                </a:lnTo>
                <a:lnTo>
                  <a:pt x="136" y="355"/>
                </a:lnTo>
                <a:lnTo>
                  <a:pt x="136" y="354"/>
                </a:lnTo>
                <a:lnTo>
                  <a:pt x="135" y="354"/>
                </a:lnTo>
                <a:lnTo>
                  <a:pt x="134" y="353"/>
                </a:lnTo>
                <a:lnTo>
                  <a:pt x="132" y="352"/>
                </a:lnTo>
                <a:lnTo>
                  <a:pt x="131" y="352"/>
                </a:lnTo>
                <a:lnTo>
                  <a:pt x="131" y="351"/>
                </a:lnTo>
                <a:lnTo>
                  <a:pt x="130" y="351"/>
                </a:lnTo>
                <a:lnTo>
                  <a:pt x="129" y="350"/>
                </a:lnTo>
                <a:lnTo>
                  <a:pt x="129" y="349"/>
                </a:lnTo>
                <a:lnTo>
                  <a:pt x="129" y="348"/>
                </a:lnTo>
                <a:lnTo>
                  <a:pt x="129" y="347"/>
                </a:lnTo>
                <a:lnTo>
                  <a:pt x="129" y="346"/>
                </a:lnTo>
                <a:lnTo>
                  <a:pt x="130" y="346"/>
                </a:lnTo>
                <a:lnTo>
                  <a:pt x="130" y="345"/>
                </a:lnTo>
                <a:lnTo>
                  <a:pt x="131" y="344"/>
                </a:lnTo>
                <a:lnTo>
                  <a:pt x="131" y="343"/>
                </a:lnTo>
                <a:lnTo>
                  <a:pt x="131" y="342"/>
                </a:lnTo>
                <a:lnTo>
                  <a:pt x="131" y="341"/>
                </a:lnTo>
                <a:lnTo>
                  <a:pt x="132" y="341"/>
                </a:lnTo>
                <a:lnTo>
                  <a:pt x="132" y="340"/>
                </a:lnTo>
                <a:lnTo>
                  <a:pt x="131" y="338"/>
                </a:lnTo>
                <a:lnTo>
                  <a:pt x="130" y="337"/>
                </a:lnTo>
                <a:lnTo>
                  <a:pt x="129" y="336"/>
                </a:lnTo>
                <a:lnTo>
                  <a:pt x="128" y="336"/>
                </a:lnTo>
                <a:lnTo>
                  <a:pt x="128" y="335"/>
                </a:lnTo>
                <a:lnTo>
                  <a:pt x="127" y="336"/>
                </a:lnTo>
                <a:lnTo>
                  <a:pt x="125" y="334"/>
                </a:lnTo>
                <a:lnTo>
                  <a:pt x="125" y="333"/>
                </a:lnTo>
                <a:lnTo>
                  <a:pt x="125" y="332"/>
                </a:lnTo>
                <a:lnTo>
                  <a:pt x="124" y="332"/>
                </a:lnTo>
                <a:lnTo>
                  <a:pt x="123" y="331"/>
                </a:lnTo>
                <a:lnTo>
                  <a:pt x="123" y="330"/>
                </a:lnTo>
                <a:lnTo>
                  <a:pt x="123" y="327"/>
                </a:lnTo>
                <a:lnTo>
                  <a:pt x="122" y="326"/>
                </a:lnTo>
                <a:lnTo>
                  <a:pt x="121" y="325"/>
                </a:lnTo>
                <a:lnTo>
                  <a:pt x="120" y="324"/>
                </a:lnTo>
                <a:lnTo>
                  <a:pt x="119" y="323"/>
                </a:lnTo>
                <a:lnTo>
                  <a:pt x="119" y="322"/>
                </a:lnTo>
                <a:lnTo>
                  <a:pt x="118" y="322"/>
                </a:lnTo>
                <a:lnTo>
                  <a:pt x="117" y="322"/>
                </a:lnTo>
                <a:lnTo>
                  <a:pt x="117" y="321"/>
                </a:lnTo>
                <a:lnTo>
                  <a:pt x="116" y="321"/>
                </a:lnTo>
                <a:lnTo>
                  <a:pt x="115" y="321"/>
                </a:lnTo>
                <a:lnTo>
                  <a:pt x="114" y="321"/>
                </a:lnTo>
                <a:lnTo>
                  <a:pt x="113" y="320"/>
                </a:lnTo>
                <a:lnTo>
                  <a:pt x="113" y="319"/>
                </a:lnTo>
                <a:lnTo>
                  <a:pt x="114" y="319"/>
                </a:lnTo>
                <a:lnTo>
                  <a:pt x="115" y="318"/>
                </a:lnTo>
                <a:lnTo>
                  <a:pt x="115" y="317"/>
                </a:lnTo>
                <a:lnTo>
                  <a:pt x="115" y="316"/>
                </a:lnTo>
                <a:lnTo>
                  <a:pt x="114" y="316"/>
                </a:lnTo>
                <a:lnTo>
                  <a:pt x="114" y="315"/>
                </a:lnTo>
                <a:lnTo>
                  <a:pt x="113" y="315"/>
                </a:lnTo>
                <a:lnTo>
                  <a:pt x="113" y="313"/>
                </a:lnTo>
                <a:lnTo>
                  <a:pt x="114" y="312"/>
                </a:lnTo>
                <a:lnTo>
                  <a:pt x="114" y="311"/>
                </a:lnTo>
                <a:lnTo>
                  <a:pt x="114" y="309"/>
                </a:lnTo>
                <a:lnTo>
                  <a:pt x="115" y="308"/>
                </a:lnTo>
                <a:lnTo>
                  <a:pt x="115" y="307"/>
                </a:lnTo>
                <a:lnTo>
                  <a:pt x="115" y="306"/>
                </a:lnTo>
                <a:lnTo>
                  <a:pt x="116" y="305"/>
                </a:lnTo>
                <a:lnTo>
                  <a:pt x="117" y="304"/>
                </a:lnTo>
                <a:lnTo>
                  <a:pt x="118" y="304"/>
                </a:lnTo>
                <a:lnTo>
                  <a:pt x="119" y="304"/>
                </a:lnTo>
                <a:lnTo>
                  <a:pt x="120" y="305"/>
                </a:lnTo>
                <a:lnTo>
                  <a:pt x="121" y="305"/>
                </a:lnTo>
                <a:lnTo>
                  <a:pt x="122" y="306"/>
                </a:lnTo>
                <a:lnTo>
                  <a:pt x="123" y="307"/>
                </a:lnTo>
                <a:lnTo>
                  <a:pt x="123" y="308"/>
                </a:lnTo>
                <a:lnTo>
                  <a:pt x="124" y="309"/>
                </a:lnTo>
                <a:lnTo>
                  <a:pt x="125" y="309"/>
                </a:lnTo>
                <a:lnTo>
                  <a:pt x="125" y="310"/>
                </a:lnTo>
                <a:lnTo>
                  <a:pt x="125" y="311"/>
                </a:lnTo>
                <a:lnTo>
                  <a:pt x="126" y="312"/>
                </a:lnTo>
                <a:lnTo>
                  <a:pt x="127" y="312"/>
                </a:lnTo>
                <a:lnTo>
                  <a:pt x="128" y="312"/>
                </a:lnTo>
                <a:lnTo>
                  <a:pt x="129" y="313"/>
                </a:lnTo>
                <a:lnTo>
                  <a:pt x="129" y="312"/>
                </a:lnTo>
                <a:lnTo>
                  <a:pt x="131" y="310"/>
                </a:lnTo>
                <a:lnTo>
                  <a:pt x="132" y="310"/>
                </a:lnTo>
                <a:lnTo>
                  <a:pt x="132" y="309"/>
                </a:lnTo>
                <a:lnTo>
                  <a:pt x="132" y="308"/>
                </a:lnTo>
                <a:lnTo>
                  <a:pt x="132" y="307"/>
                </a:lnTo>
                <a:lnTo>
                  <a:pt x="133" y="306"/>
                </a:lnTo>
                <a:lnTo>
                  <a:pt x="134" y="306"/>
                </a:lnTo>
                <a:lnTo>
                  <a:pt x="134" y="305"/>
                </a:lnTo>
                <a:lnTo>
                  <a:pt x="135" y="304"/>
                </a:lnTo>
                <a:lnTo>
                  <a:pt x="136" y="304"/>
                </a:lnTo>
                <a:lnTo>
                  <a:pt x="137" y="304"/>
                </a:lnTo>
                <a:lnTo>
                  <a:pt x="137" y="303"/>
                </a:lnTo>
                <a:lnTo>
                  <a:pt x="137" y="302"/>
                </a:lnTo>
                <a:lnTo>
                  <a:pt x="138" y="301"/>
                </a:lnTo>
                <a:lnTo>
                  <a:pt x="139" y="301"/>
                </a:lnTo>
                <a:lnTo>
                  <a:pt x="139" y="300"/>
                </a:lnTo>
                <a:lnTo>
                  <a:pt x="138" y="300"/>
                </a:lnTo>
                <a:lnTo>
                  <a:pt x="137" y="298"/>
                </a:lnTo>
                <a:lnTo>
                  <a:pt x="136" y="297"/>
                </a:lnTo>
                <a:lnTo>
                  <a:pt x="135" y="297"/>
                </a:lnTo>
                <a:lnTo>
                  <a:pt x="135" y="296"/>
                </a:lnTo>
                <a:lnTo>
                  <a:pt x="135" y="295"/>
                </a:lnTo>
                <a:lnTo>
                  <a:pt x="134" y="294"/>
                </a:lnTo>
                <a:lnTo>
                  <a:pt x="133" y="294"/>
                </a:lnTo>
                <a:lnTo>
                  <a:pt x="132" y="293"/>
                </a:lnTo>
                <a:lnTo>
                  <a:pt x="131" y="292"/>
                </a:lnTo>
                <a:lnTo>
                  <a:pt x="131" y="291"/>
                </a:lnTo>
                <a:lnTo>
                  <a:pt x="130" y="290"/>
                </a:lnTo>
                <a:lnTo>
                  <a:pt x="128" y="289"/>
                </a:lnTo>
                <a:lnTo>
                  <a:pt x="126" y="289"/>
                </a:lnTo>
                <a:lnTo>
                  <a:pt x="123" y="286"/>
                </a:lnTo>
                <a:lnTo>
                  <a:pt x="122" y="285"/>
                </a:lnTo>
                <a:lnTo>
                  <a:pt x="122" y="284"/>
                </a:lnTo>
                <a:lnTo>
                  <a:pt x="121" y="283"/>
                </a:lnTo>
                <a:lnTo>
                  <a:pt x="119" y="281"/>
                </a:lnTo>
                <a:lnTo>
                  <a:pt x="118" y="281"/>
                </a:lnTo>
                <a:lnTo>
                  <a:pt x="118" y="280"/>
                </a:lnTo>
                <a:lnTo>
                  <a:pt x="117" y="279"/>
                </a:lnTo>
                <a:lnTo>
                  <a:pt x="116" y="278"/>
                </a:lnTo>
                <a:lnTo>
                  <a:pt x="115" y="279"/>
                </a:lnTo>
                <a:lnTo>
                  <a:pt x="115" y="278"/>
                </a:lnTo>
                <a:lnTo>
                  <a:pt x="114" y="278"/>
                </a:lnTo>
                <a:lnTo>
                  <a:pt x="114" y="277"/>
                </a:lnTo>
                <a:lnTo>
                  <a:pt x="113" y="276"/>
                </a:lnTo>
                <a:lnTo>
                  <a:pt x="112" y="275"/>
                </a:lnTo>
                <a:lnTo>
                  <a:pt x="112" y="274"/>
                </a:lnTo>
                <a:lnTo>
                  <a:pt x="111" y="274"/>
                </a:lnTo>
                <a:lnTo>
                  <a:pt x="110" y="273"/>
                </a:lnTo>
                <a:lnTo>
                  <a:pt x="109" y="272"/>
                </a:lnTo>
                <a:lnTo>
                  <a:pt x="109" y="271"/>
                </a:lnTo>
                <a:lnTo>
                  <a:pt x="109" y="270"/>
                </a:lnTo>
                <a:lnTo>
                  <a:pt x="108" y="269"/>
                </a:lnTo>
                <a:lnTo>
                  <a:pt x="109" y="269"/>
                </a:lnTo>
                <a:lnTo>
                  <a:pt x="109" y="268"/>
                </a:lnTo>
                <a:lnTo>
                  <a:pt x="108" y="268"/>
                </a:lnTo>
                <a:lnTo>
                  <a:pt x="108" y="267"/>
                </a:lnTo>
                <a:lnTo>
                  <a:pt x="108" y="266"/>
                </a:lnTo>
                <a:lnTo>
                  <a:pt x="108" y="265"/>
                </a:lnTo>
                <a:lnTo>
                  <a:pt x="108" y="266"/>
                </a:lnTo>
                <a:lnTo>
                  <a:pt x="107" y="266"/>
                </a:lnTo>
                <a:lnTo>
                  <a:pt x="106" y="266"/>
                </a:lnTo>
                <a:lnTo>
                  <a:pt x="106" y="265"/>
                </a:lnTo>
                <a:lnTo>
                  <a:pt x="105" y="263"/>
                </a:lnTo>
                <a:lnTo>
                  <a:pt x="104" y="261"/>
                </a:lnTo>
                <a:lnTo>
                  <a:pt x="103" y="260"/>
                </a:lnTo>
                <a:lnTo>
                  <a:pt x="102" y="259"/>
                </a:lnTo>
                <a:lnTo>
                  <a:pt x="101" y="259"/>
                </a:lnTo>
                <a:lnTo>
                  <a:pt x="100" y="259"/>
                </a:lnTo>
                <a:lnTo>
                  <a:pt x="100" y="258"/>
                </a:lnTo>
                <a:lnTo>
                  <a:pt x="101" y="258"/>
                </a:lnTo>
                <a:lnTo>
                  <a:pt x="101" y="257"/>
                </a:lnTo>
                <a:lnTo>
                  <a:pt x="100" y="257"/>
                </a:lnTo>
                <a:lnTo>
                  <a:pt x="99" y="257"/>
                </a:lnTo>
                <a:lnTo>
                  <a:pt x="99" y="256"/>
                </a:lnTo>
                <a:lnTo>
                  <a:pt x="98" y="255"/>
                </a:lnTo>
                <a:lnTo>
                  <a:pt x="99" y="255"/>
                </a:lnTo>
                <a:lnTo>
                  <a:pt x="99" y="254"/>
                </a:lnTo>
                <a:lnTo>
                  <a:pt x="97" y="254"/>
                </a:lnTo>
                <a:lnTo>
                  <a:pt x="96" y="254"/>
                </a:lnTo>
                <a:lnTo>
                  <a:pt x="96" y="253"/>
                </a:lnTo>
                <a:lnTo>
                  <a:pt x="97" y="252"/>
                </a:lnTo>
                <a:lnTo>
                  <a:pt x="97" y="251"/>
                </a:lnTo>
                <a:lnTo>
                  <a:pt x="96" y="251"/>
                </a:lnTo>
                <a:lnTo>
                  <a:pt x="96" y="250"/>
                </a:lnTo>
                <a:lnTo>
                  <a:pt x="96" y="249"/>
                </a:lnTo>
                <a:lnTo>
                  <a:pt x="96" y="248"/>
                </a:lnTo>
                <a:lnTo>
                  <a:pt x="95" y="247"/>
                </a:lnTo>
                <a:lnTo>
                  <a:pt x="95" y="246"/>
                </a:lnTo>
                <a:lnTo>
                  <a:pt x="96" y="246"/>
                </a:lnTo>
                <a:lnTo>
                  <a:pt x="97" y="245"/>
                </a:lnTo>
                <a:lnTo>
                  <a:pt x="98" y="245"/>
                </a:lnTo>
                <a:lnTo>
                  <a:pt x="98" y="244"/>
                </a:lnTo>
                <a:lnTo>
                  <a:pt x="98" y="243"/>
                </a:lnTo>
                <a:lnTo>
                  <a:pt x="97" y="243"/>
                </a:lnTo>
                <a:lnTo>
                  <a:pt x="97" y="242"/>
                </a:lnTo>
                <a:lnTo>
                  <a:pt x="98" y="241"/>
                </a:lnTo>
                <a:lnTo>
                  <a:pt x="98" y="239"/>
                </a:lnTo>
                <a:lnTo>
                  <a:pt x="97" y="239"/>
                </a:lnTo>
                <a:lnTo>
                  <a:pt x="98" y="239"/>
                </a:lnTo>
                <a:lnTo>
                  <a:pt x="98" y="238"/>
                </a:lnTo>
                <a:lnTo>
                  <a:pt x="98" y="237"/>
                </a:lnTo>
                <a:lnTo>
                  <a:pt x="97" y="237"/>
                </a:lnTo>
                <a:lnTo>
                  <a:pt x="98" y="237"/>
                </a:lnTo>
                <a:lnTo>
                  <a:pt x="98" y="236"/>
                </a:lnTo>
                <a:lnTo>
                  <a:pt x="98" y="235"/>
                </a:lnTo>
                <a:lnTo>
                  <a:pt x="97" y="235"/>
                </a:lnTo>
                <a:lnTo>
                  <a:pt x="97" y="234"/>
                </a:lnTo>
                <a:lnTo>
                  <a:pt x="96" y="234"/>
                </a:lnTo>
                <a:lnTo>
                  <a:pt x="95" y="234"/>
                </a:lnTo>
                <a:lnTo>
                  <a:pt x="95" y="233"/>
                </a:lnTo>
                <a:lnTo>
                  <a:pt x="96" y="232"/>
                </a:lnTo>
                <a:lnTo>
                  <a:pt x="95" y="231"/>
                </a:lnTo>
                <a:lnTo>
                  <a:pt x="94" y="231"/>
                </a:lnTo>
                <a:lnTo>
                  <a:pt x="92" y="229"/>
                </a:lnTo>
                <a:lnTo>
                  <a:pt x="92" y="228"/>
                </a:lnTo>
                <a:lnTo>
                  <a:pt x="91" y="228"/>
                </a:lnTo>
                <a:lnTo>
                  <a:pt x="90" y="228"/>
                </a:lnTo>
                <a:lnTo>
                  <a:pt x="90" y="227"/>
                </a:lnTo>
                <a:lnTo>
                  <a:pt x="88" y="226"/>
                </a:lnTo>
                <a:lnTo>
                  <a:pt x="88" y="225"/>
                </a:lnTo>
                <a:lnTo>
                  <a:pt x="87" y="225"/>
                </a:lnTo>
                <a:lnTo>
                  <a:pt x="87" y="224"/>
                </a:lnTo>
                <a:lnTo>
                  <a:pt x="86" y="224"/>
                </a:lnTo>
                <a:lnTo>
                  <a:pt x="86" y="223"/>
                </a:lnTo>
                <a:lnTo>
                  <a:pt x="86" y="222"/>
                </a:lnTo>
                <a:lnTo>
                  <a:pt x="86" y="221"/>
                </a:lnTo>
                <a:lnTo>
                  <a:pt x="85" y="221"/>
                </a:lnTo>
                <a:lnTo>
                  <a:pt x="85" y="220"/>
                </a:lnTo>
                <a:lnTo>
                  <a:pt x="84" y="220"/>
                </a:lnTo>
                <a:lnTo>
                  <a:pt x="84" y="219"/>
                </a:lnTo>
                <a:lnTo>
                  <a:pt x="84" y="218"/>
                </a:lnTo>
                <a:lnTo>
                  <a:pt x="83" y="218"/>
                </a:lnTo>
                <a:lnTo>
                  <a:pt x="83" y="217"/>
                </a:lnTo>
                <a:lnTo>
                  <a:pt x="82" y="215"/>
                </a:lnTo>
                <a:lnTo>
                  <a:pt x="81" y="215"/>
                </a:lnTo>
                <a:lnTo>
                  <a:pt x="81" y="214"/>
                </a:lnTo>
                <a:lnTo>
                  <a:pt x="81" y="213"/>
                </a:lnTo>
                <a:lnTo>
                  <a:pt x="80" y="213"/>
                </a:lnTo>
                <a:lnTo>
                  <a:pt x="79" y="213"/>
                </a:lnTo>
                <a:lnTo>
                  <a:pt x="79" y="212"/>
                </a:lnTo>
                <a:lnTo>
                  <a:pt x="79" y="211"/>
                </a:lnTo>
                <a:lnTo>
                  <a:pt x="79" y="210"/>
                </a:lnTo>
                <a:lnTo>
                  <a:pt x="80" y="210"/>
                </a:lnTo>
                <a:lnTo>
                  <a:pt x="80" y="209"/>
                </a:lnTo>
                <a:lnTo>
                  <a:pt x="79" y="209"/>
                </a:lnTo>
                <a:lnTo>
                  <a:pt x="79" y="208"/>
                </a:lnTo>
                <a:lnTo>
                  <a:pt x="78" y="204"/>
                </a:lnTo>
                <a:lnTo>
                  <a:pt x="78" y="203"/>
                </a:lnTo>
                <a:lnTo>
                  <a:pt x="78" y="202"/>
                </a:lnTo>
                <a:lnTo>
                  <a:pt x="79" y="202"/>
                </a:lnTo>
                <a:lnTo>
                  <a:pt x="78" y="201"/>
                </a:lnTo>
                <a:lnTo>
                  <a:pt x="77" y="201"/>
                </a:lnTo>
                <a:lnTo>
                  <a:pt x="77" y="200"/>
                </a:lnTo>
                <a:lnTo>
                  <a:pt x="76" y="200"/>
                </a:lnTo>
                <a:lnTo>
                  <a:pt x="75" y="199"/>
                </a:lnTo>
                <a:lnTo>
                  <a:pt x="74" y="198"/>
                </a:lnTo>
                <a:lnTo>
                  <a:pt x="73" y="198"/>
                </a:lnTo>
                <a:lnTo>
                  <a:pt x="72" y="198"/>
                </a:lnTo>
                <a:lnTo>
                  <a:pt x="72" y="197"/>
                </a:lnTo>
                <a:lnTo>
                  <a:pt x="71" y="197"/>
                </a:lnTo>
                <a:lnTo>
                  <a:pt x="70" y="197"/>
                </a:lnTo>
                <a:lnTo>
                  <a:pt x="70" y="196"/>
                </a:lnTo>
                <a:lnTo>
                  <a:pt x="69" y="197"/>
                </a:lnTo>
                <a:lnTo>
                  <a:pt x="68" y="197"/>
                </a:lnTo>
                <a:lnTo>
                  <a:pt x="68" y="196"/>
                </a:lnTo>
                <a:lnTo>
                  <a:pt x="68" y="195"/>
                </a:lnTo>
                <a:lnTo>
                  <a:pt x="68" y="196"/>
                </a:lnTo>
                <a:lnTo>
                  <a:pt x="67" y="196"/>
                </a:lnTo>
                <a:lnTo>
                  <a:pt x="66" y="196"/>
                </a:lnTo>
                <a:lnTo>
                  <a:pt x="66" y="195"/>
                </a:lnTo>
                <a:lnTo>
                  <a:pt x="66" y="194"/>
                </a:lnTo>
                <a:lnTo>
                  <a:pt x="65" y="194"/>
                </a:lnTo>
                <a:lnTo>
                  <a:pt x="64" y="194"/>
                </a:lnTo>
                <a:lnTo>
                  <a:pt x="64" y="193"/>
                </a:lnTo>
                <a:lnTo>
                  <a:pt x="63" y="193"/>
                </a:lnTo>
                <a:lnTo>
                  <a:pt x="62" y="193"/>
                </a:lnTo>
                <a:lnTo>
                  <a:pt x="62" y="192"/>
                </a:lnTo>
                <a:lnTo>
                  <a:pt x="61" y="191"/>
                </a:lnTo>
                <a:lnTo>
                  <a:pt x="61" y="190"/>
                </a:lnTo>
                <a:lnTo>
                  <a:pt x="60" y="191"/>
                </a:lnTo>
                <a:lnTo>
                  <a:pt x="60" y="190"/>
                </a:lnTo>
                <a:lnTo>
                  <a:pt x="59" y="190"/>
                </a:lnTo>
                <a:lnTo>
                  <a:pt x="58" y="190"/>
                </a:lnTo>
                <a:lnTo>
                  <a:pt x="58" y="189"/>
                </a:lnTo>
                <a:lnTo>
                  <a:pt x="57" y="189"/>
                </a:lnTo>
                <a:lnTo>
                  <a:pt x="57" y="188"/>
                </a:lnTo>
                <a:lnTo>
                  <a:pt x="56" y="188"/>
                </a:lnTo>
                <a:lnTo>
                  <a:pt x="55" y="189"/>
                </a:lnTo>
                <a:lnTo>
                  <a:pt x="55" y="188"/>
                </a:lnTo>
                <a:lnTo>
                  <a:pt x="54" y="188"/>
                </a:lnTo>
                <a:lnTo>
                  <a:pt x="53" y="187"/>
                </a:lnTo>
                <a:lnTo>
                  <a:pt x="52" y="187"/>
                </a:lnTo>
                <a:lnTo>
                  <a:pt x="51" y="187"/>
                </a:lnTo>
                <a:lnTo>
                  <a:pt x="50" y="186"/>
                </a:lnTo>
                <a:lnTo>
                  <a:pt x="50" y="187"/>
                </a:lnTo>
                <a:lnTo>
                  <a:pt x="49" y="187"/>
                </a:lnTo>
                <a:lnTo>
                  <a:pt x="48" y="187"/>
                </a:lnTo>
                <a:lnTo>
                  <a:pt x="47" y="186"/>
                </a:lnTo>
                <a:lnTo>
                  <a:pt x="46" y="186"/>
                </a:lnTo>
                <a:lnTo>
                  <a:pt x="45" y="186"/>
                </a:lnTo>
                <a:lnTo>
                  <a:pt x="45" y="185"/>
                </a:lnTo>
                <a:lnTo>
                  <a:pt x="44" y="185"/>
                </a:lnTo>
                <a:lnTo>
                  <a:pt x="43" y="185"/>
                </a:lnTo>
                <a:lnTo>
                  <a:pt x="42" y="185"/>
                </a:lnTo>
                <a:lnTo>
                  <a:pt x="42" y="186"/>
                </a:lnTo>
                <a:lnTo>
                  <a:pt x="42" y="185"/>
                </a:lnTo>
                <a:lnTo>
                  <a:pt x="41" y="185"/>
                </a:lnTo>
                <a:lnTo>
                  <a:pt x="41" y="184"/>
                </a:lnTo>
                <a:lnTo>
                  <a:pt x="41" y="183"/>
                </a:lnTo>
                <a:lnTo>
                  <a:pt x="40" y="183"/>
                </a:lnTo>
                <a:lnTo>
                  <a:pt x="40" y="184"/>
                </a:lnTo>
                <a:lnTo>
                  <a:pt x="39" y="183"/>
                </a:lnTo>
                <a:lnTo>
                  <a:pt x="39" y="184"/>
                </a:lnTo>
                <a:lnTo>
                  <a:pt x="38" y="184"/>
                </a:lnTo>
                <a:lnTo>
                  <a:pt x="38" y="183"/>
                </a:lnTo>
                <a:lnTo>
                  <a:pt x="37" y="182"/>
                </a:lnTo>
                <a:lnTo>
                  <a:pt x="36" y="182"/>
                </a:lnTo>
                <a:lnTo>
                  <a:pt x="35" y="183"/>
                </a:lnTo>
                <a:lnTo>
                  <a:pt x="34" y="183"/>
                </a:lnTo>
                <a:lnTo>
                  <a:pt x="34" y="182"/>
                </a:lnTo>
                <a:lnTo>
                  <a:pt x="33" y="182"/>
                </a:lnTo>
                <a:lnTo>
                  <a:pt x="32" y="182"/>
                </a:lnTo>
                <a:lnTo>
                  <a:pt x="32" y="181"/>
                </a:lnTo>
                <a:lnTo>
                  <a:pt x="31" y="181"/>
                </a:lnTo>
                <a:lnTo>
                  <a:pt x="30" y="181"/>
                </a:lnTo>
                <a:lnTo>
                  <a:pt x="29" y="180"/>
                </a:lnTo>
                <a:lnTo>
                  <a:pt x="29" y="179"/>
                </a:lnTo>
                <a:lnTo>
                  <a:pt x="28" y="179"/>
                </a:lnTo>
                <a:lnTo>
                  <a:pt x="27" y="179"/>
                </a:lnTo>
                <a:lnTo>
                  <a:pt x="27" y="178"/>
                </a:lnTo>
                <a:lnTo>
                  <a:pt x="26" y="178"/>
                </a:lnTo>
                <a:lnTo>
                  <a:pt x="25" y="177"/>
                </a:lnTo>
                <a:lnTo>
                  <a:pt x="24" y="176"/>
                </a:lnTo>
                <a:lnTo>
                  <a:pt x="24" y="175"/>
                </a:lnTo>
                <a:lnTo>
                  <a:pt x="24" y="174"/>
                </a:lnTo>
                <a:lnTo>
                  <a:pt x="23" y="174"/>
                </a:lnTo>
                <a:lnTo>
                  <a:pt x="22" y="174"/>
                </a:lnTo>
                <a:lnTo>
                  <a:pt x="21" y="174"/>
                </a:lnTo>
                <a:lnTo>
                  <a:pt x="21" y="173"/>
                </a:lnTo>
                <a:lnTo>
                  <a:pt x="20" y="173"/>
                </a:lnTo>
                <a:lnTo>
                  <a:pt x="19" y="173"/>
                </a:lnTo>
                <a:lnTo>
                  <a:pt x="18" y="173"/>
                </a:lnTo>
                <a:lnTo>
                  <a:pt x="18" y="172"/>
                </a:lnTo>
                <a:lnTo>
                  <a:pt x="17" y="171"/>
                </a:lnTo>
                <a:lnTo>
                  <a:pt x="16" y="171"/>
                </a:lnTo>
                <a:lnTo>
                  <a:pt x="16" y="172"/>
                </a:lnTo>
                <a:lnTo>
                  <a:pt x="16" y="171"/>
                </a:lnTo>
                <a:lnTo>
                  <a:pt x="15" y="171"/>
                </a:lnTo>
                <a:lnTo>
                  <a:pt x="15" y="170"/>
                </a:lnTo>
                <a:lnTo>
                  <a:pt x="14" y="170"/>
                </a:lnTo>
                <a:lnTo>
                  <a:pt x="13" y="170"/>
                </a:lnTo>
                <a:lnTo>
                  <a:pt x="12" y="170"/>
                </a:lnTo>
                <a:lnTo>
                  <a:pt x="12" y="169"/>
                </a:lnTo>
                <a:lnTo>
                  <a:pt x="11" y="169"/>
                </a:lnTo>
                <a:lnTo>
                  <a:pt x="11" y="168"/>
                </a:lnTo>
                <a:lnTo>
                  <a:pt x="10" y="168"/>
                </a:lnTo>
                <a:lnTo>
                  <a:pt x="10" y="167"/>
                </a:lnTo>
                <a:lnTo>
                  <a:pt x="9" y="166"/>
                </a:lnTo>
                <a:lnTo>
                  <a:pt x="8" y="165"/>
                </a:lnTo>
                <a:lnTo>
                  <a:pt x="7" y="165"/>
                </a:lnTo>
                <a:lnTo>
                  <a:pt x="7" y="164"/>
                </a:lnTo>
                <a:lnTo>
                  <a:pt x="7" y="163"/>
                </a:lnTo>
                <a:lnTo>
                  <a:pt x="7" y="162"/>
                </a:lnTo>
                <a:lnTo>
                  <a:pt x="6" y="161"/>
                </a:lnTo>
                <a:lnTo>
                  <a:pt x="5" y="159"/>
                </a:lnTo>
                <a:lnTo>
                  <a:pt x="4" y="157"/>
                </a:lnTo>
                <a:lnTo>
                  <a:pt x="4" y="156"/>
                </a:lnTo>
                <a:lnTo>
                  <a:pt x="3" y="156"/>
                </a:lnTo>
                <a:lnTo>
                  <a:pt x="3" y="154"/>
                </a:lnTo>
                <a:lnTo>
                  <a:pt x="3" y="153"/>
                </a:lnTo>
                <a:lnTo>
                  <a:pt x="3" y="152"/>
                </a:lnTo>
                <a:lnTo>
                  <a:pt x="4" y="152"/>
                </a:lnTo>
                <a:lnTo>
                  <a:pt x="4" y="151"/>
                </a:lnTo>
                <a:lnTo>
                  <a:pt x="4" y="150"/>
                </a:lnTo>
                <a:lnTo>
                  <a:pt x="3" y="149"/>
                </a:lnTo>
                <a:lnTo>
                  <a:pt x="4" y="148"/>
                </a:lnTo>
                <a:lnTo>
                  <a:pt x="3" y="148"/>
                </a:lnTo>
                <a:lnTo>
                  <a:pt x="2" y="147"/>
                </a:lnTo>
                <a:lnTo>
                  <a:pt x="3" y="147"/>
                </a:lnTo>
                <a:lnTo>
                  <a:pt x="3" y="146"/>
                </a:lnTo>
                <a:lnTo>
                  <a:pt x="1" y="146"/>
                </a:lnTo>
                <a:lnTo>
                  <a:pt x="0" y="145"/>
                </a:lnTo>
                <a:lnTo>
                  <a:pt x="0" y="144"/>
                </a:lnTo>
                <a:lnTo>
                  <a:pt x="1" y="144"/>
                </a:lnTo>
                <a:lnTo>
                  <a:pt x="1" y="143"/>
                </a:lnTo>
                <a:lnTo>
                  <a:pt x="1" y="142"/>
                </a:lnTo>
                <a:lnTo>
                  <a:pt x="2" y="142"/>
                </a:lnTo>
                <a:lnTo>
                  <a:pt x="2" y="141"/>
                </a:lnTo>
                <a:lnTo>
                  <a:pt x="1" y="140"/>
                </a:lnTo>
                <a:lnTo>
                  <a:pt x="2" y="139"/>
                </a:lnTo>
                <a:lnTo>
                  <a:pt x="3" y="139"/>
                </a:lnTo>
                <a:lnTo>
                  <a:pt x="4" y="139"/>
                </a:lnTo>
                <a:lnTo>
                  <a:pt x="5" y="138"/>
                </a:lnTo>
                <a:lnTo>
                  <a:pt x="5" y="139"/>
                </a:lnTo>
                <a:lnTo>
                  <a:pt x="5" y="138"/>
                </a:lnTo>
                <a:lnTo>
                  <a:pt x="6" y="138"/>
                </a:lnTo>
                <a:lnTo>
                  <a:pt x="6" y="137"/>
                </a:lnTo>
                <a:lnTo>
                  <a:pt x="7" y="137"/>
                </a:lnTo>
                <a:lnTo>
                  <a:pt x="8" y="137"/>
                </a:lnTo>
                <a:lnTo>
                  <a:pt x="9" y="137"/>
                </a:lnTo>
                <a:lnTo>
                  <a:pt x="10" y="137"/>
                </a:lnTo>
                <a:lnTo>
                  <a:pt x="11" y="137"/>
                </a:lnTo>
                <a:lnTo>
                  <a:pt x="12" y="136"/>
                </a:lnTo>
                <a:lnTo>
                  <a:pt x="13" y="137"/>
                </a:lnTo>
                <a:lnTo>
                  <a:pt x="14" y="137"/>
                </a:lnTo>
                <a:lnTo>
                  <a:pt x="14" y="136"/>
                </a:lnTo>
                <a:lnTo>
                  <a:pt x="15" y="136"/>
                </a:lnTo>
                <a:lnTo>
                  <a:pt x="16" y="136"/>
                </a:lnTo>
                <a:lnTo>
                  <a:pt x="16" y="135"/>
                </a:lnTo>
                <a:lnTo>
                  <a:pt x="15" y="135"/>
                </a:lnTo>
                <a:lnTo>
                  <a:pt x="14" y="133"/>
                </a:lnTo>
                <a:lnTo>
                  <a:pt x="14" y="132"/>
                </a:lnTo>
                <a:lnTo>
                  <a:pt x="15" y="132"/>
                </a:lnTo>
                <a:lnTo>
                  <a:pt x="16" y="132"/>
                </a:lnTo>
                <a:lnTo>
                  <a:pt x="16" y="131"/>
                </a:lnTo>
                <a:lnTo>
                  <a:pt x="17" y="131"/>
                </a:lnTo>
                <a:lnTo>
                  <a:pt x="18" y="131"/>
                </a:lnTo>
                <a:lnTo>
                  <a:pt x="18" y="130"/>
                </a:lnTo>
                <a:lnTo>
                  <a:pt x="17" y="130"/>
                </a:lnTo>
                <a:lnTo>
                  <a:pt x="17" y="129"/>
                </a:lnTo>
                <a:lnTo>
                  <a:pt x="17" y="128"/>
                </a:lnTo>
                <a:lnTo>
                  <a:pt x="17" y="127"/>
                </a:lnTo>
                <a:lnTo>
                  <a:pt x="16" y="127"/>
                </a:lnTo>
                <a:lnTo>
                  <a:pt x="15" y="125"/>
                </a:lnTo>
                <a:lnTo>
                  <a:pt x="14" y="125"/>
                </a:lnTo>
                <a:lnTo>
                  <a:pt x="14" y="124"/>
                </a:lnTo>
                <a:lnTo>
                  <a:pt x="13" y="124"/>
                </a:lnTo>
                <a:lnTo>
                  <a:pt x="13" y="123"/>
                </a:lnTo>
                <a:lnTo>
                  <a:pt x="13" y="122"/>
                </a:lnTo>
                <a:lnTo>
                  <a:pt x="14" y="121"/>
                </a:lnTo>
                <a:lnTo>
                  <a:pt x="14" y="120"/>
                </a:lnTo>
                <a:lnTo>
                  <a:pt x="13" y="120"/>
                </a:lnTo>
                <a:lnTo>
                  <a:pt x="13" y="119"/>
                </a:lnTo>
                <a:lnTo>
                  <a:pt x="13" y="118"/>
                </a:lnTo>
                <a:lnTo>
                  <a:pt x="13" y="117"/>
                </a:lnTo>
                <a:lnTo>
                  <a:pt x="14" y="117"/>
                </a:lnTo>
                <a:lnTo>
                  <a:pt x="15" y="117"/>
                </a:lnTo>
                <a:lnTo>
                  <a:pt x="15" y="116"/>
                </a:lnTo>
                <a:lnTo>
                  <a:pt x="15" y="115"/>
                </a:lnTo>
                <a:lnTo>
                  <a:pt x="16" y="115"/>
                </a:lnTo>
                <a:lnTo>
                  <a:pt x="16" y="114"/>
                </a:lnTo>
                <a:lnTo>
                  <a:pt x="17" y="113"/>
                </a:lnTo>
                <a:lnTo>
                  <a:pt x="18" y="113"/>
                </a:lnTo>
                <a:lnTo>
                  <a:pt x="18" y="114"/>
                </a:lnTo>
                <a:lnTo>
                  <a:pt x="18" y="113"/>
                </a:lnTo>
                <a:lnTo>
                  <a:pt x="19" y="113"/>
                </a:lnTo>
                <a:lnTo>
                  <a:pt x="20" y="112"/>
                </a:lnTo>
                <a:lnTo>
                  <a:pt x="21" y="112"/>
                </a:lnTo>
                <a:lnTo>
                  <a:pt x="21" y="111"/>
                </a:lnTo>
                <a:lnTo>
                  <a:pt x="22" y="110"/>
                </a:lnTo>
                <a:lnTo>
                  <a:pt x="22" y="109"/>
                </a:lnTo>
                <a:lnTo>
                  <a:pt x="23" y="108"/>
                </a:lnTo>
                <a:lnTo>
                  <a:pt x="24" y="108"/>
                </a:lnTo>
                <a:lnTo>
                  <a:pt x="24" y="107"/>
                </a:lnTo>
                <a:lnTo>
                  <a:pt x="24" y="106"/>
                </a:lnTo>
                <a:lnTo>
                  <a:pt x="23" y="106"/>
                </a:lnTo>
                <a:lnTo>
                  <a:pt x="23" y="105"/>
                </a:lnTo>
                <a:lnTo>
                  <a:pt x="24" y="105"/>
                </a:lnTo>
                <a:lnTo>
                  <a:pt x="24" y="104"/>
                </a:lnTo>
                <a:lnTo>
                  <a:pt x="24" y="103"/>
                </a:lnTo>
                <a:lnTo>
                  <a:pt x="25" y="102"/>
                </a:lnTo>
                <a:lnTo>
                  <a:pt x="25" y="101"/>
                </a:lnTo>
                <a:lnTo>
                  <a:pt x="25" y="100"/>
                </a:lnTo>
                <a:lnTo>
                  <a:pt x="26" y="99"/>
                </a:lnTo>
                <a:lnTo>
                  <a:pt x="27" y="99"/>
                </a:lnTo>
                <a:lnTo>
                  <a:pt x="28" y="99"/>
                </a:lnTo>
                <a:lnTo>
                  <a:pt x="29" y="100"/>
                </a:lnTo>
                <a:lnTo>
                  <a:pt x="29" y="99"/>
                </a:lnTo>
                <a:lnTo>
                  <a:pt x="30" y="99"/>
                </a:lnTo>
                <a:lnTo>
                  <a:pt x="30" y="98"/>
                </a:lnTo>
                <a:lnTo>
                  <a:pt x="31" y="97"/>
                </a:lnTo>
                <a:lnTo>
                  <a:pt x="31" y="98"/>
                </a:lnTo>
                <a:lnTo>
                  <a:pt x="32" y="98"/>
                </a:lnTo>
                <a:lnTo>
                  <a:pt x="32" y="97"/>
                </a:lnTo>
                <a:lnTo>
                  <a:pt x="33" y="96"/>
                </a:lnTo>
                <a:lnTo>
                  <a:pt x="34" y="95"/>
                </a:lnTo>
                <a:lnTo>
                  <a:pt x="35" y="95"/>
                </a:lnTo>
                <a:lnTo>
                  <a:pt x="35" y="94"/>
                </a:lnTo>
                <a:lnTo>
                  <a:pt x="36" y="94"/>
                </a:lnTo>
                <a:lnTo>
                  <a:pt x="36" y="93"/>
                </a:lnTo>
                <a:lnTo>
                  <a:pt x="37" y="93"/>
                </a:lnTo>
                <a:lnTo>
                  <a:pt x="37" y="92"/>
                </a:lnTo>
                <a:lnTo>
                  <a:pt x="36" y="92"/>
                </a:lnTo>
                <a:lnTo>
                  <a:pt x="35" y="92"/>
                </a:lnTo>
                <a:lnTo>
                  <a:pt x="34" y="91"/>
                </a:lnTo>
                <a:lnTo>
                  <a:pt x="33" y="91"/>
                </a:lnTo>
                <a:lnTo>
                  <a:pt x="32" y="90"/>
                </a:lnTo>
                <a:lnTo>
                  <a:pt x="31" y="90"/>
                </a:lnTo>
                <a:lnTo>
                  <a:pt x="30" y="90"/>
                </a:lnTo>
                <a:lnTo>
                  <a:pt x="29" y="90"/>
                </a:lnTo>
                <a:lnTo>
                  <a:pt x="29" y="89"/>
                </a:lnTo>
                <a:lnTo>
                  <a:pt x="30" y="89"/>
                </a:lnTo>
                <a:lnTo>
                  <a:pt x="29" y="89"/>
                </a:lnTo>
                <a:lnTo>
                  <a:pt x="27" y="89"/>
                </a:lnTo>
                <a:lnTo>
                  <a:pt x="27" y="88"/>
                </a:lnTo>
                <a:lnTo>
                  <a:pt x="26" y="88"/>
                </a:lnTo>
                <a:lnTo>
                  <a:pt x="26" y="87"/>
                </a:lnTo>
                <a:lnTo>
                  <a:pt x="25" y="87"/>
                </a:lnTo>
                <a:lnTo>
                  <a:pt x="24" y="87"/>
                </a:lnTo>
                <a:lnTo>
                  <a:pt x="24" y="88"/>
                </a:lnTo>
                <a:lnTo>
                  <a:pt x="23" y="88"/>
                </a:lnTo>
                <a:lnTo>
                  <a:pt x="22" y="87"/>
                </a:lnTo>
                <a:lnTo>
                  <a:pt x="21" y="87"/>
                </a:lnTo>
                <a:lnTo>
                  <a:pt x="21" y="86"/>
                </a:lnTo>
                <a:lnTo>
                  <a:pt x="21" y="87"/>
                </a:lnTo>
                <a:lnTo>
                  <a:pt x="20" y="87"/>
                </a:lnTo>
                <a:lnTo>
                  <a:pt x="19" y="87"/>
                </a:lnTo>
                <a:lnTo>
                  <a:pt x="18" y="87"/>
                </a:lnTo>
                <a:lnTo>
                  <a:pt x="19" y="86"/>
                </a:lnTo>
                <a:lnTo>
                  <a:pt x="18" y="86"/>
                </a:lnTo>
                <a:lnTo>
                  <a:pt x="18" y="85"/>
                </a:lnTo>
                <a:lnTo>
                  <a:pt x="18" y="84"/>
                </a:lnTo>
                <a:lnTo>
                  <a:pt x="17" y="84"/>
                </a:lnTo>
                <a:lnTo>
                  <a:pt x="17" y="83"/>
                </a:lnTo>
                <a:lnTo>
                  <a:pt x="16" y="83"/>
                </a:lnTo>
                <a:lnTo>
                  <a:pt x="16" y="82"/>
                </a:lnTo>
                <a:lnTo>
                  <a:pt x="15" y="81"/>
                </a:lnTo>
                <a:lnTo>
                  <a:pt x="15" y="80"/>
                </a:lnTo>
                <a:lnTo>
                  <a:pt x="15" y="79"/>
                </a:lnTo>
                <a:lnTo>
                  <a:pt x="16" y="78"/>
                </a:lnTo>
                <a:lnTo>
                  <a:pt x="16" y="76"/>
                </a:lnTo>
                <a:lnTo>
                  <a:pt x="16" y="75"/>
                </a:lnTo>
                <a:lnTo>
                  <a:pt x="15" y="75"/>
                </a:lnTo>
                <a:lnTo>
                  <a:pt x="14" y="75"/>
                </a:lnTo>
                <a:lnTo>
                  <a:pt x="13" y="75"/>
                </a:lnTo>
                <a:lnTo>
                  <a:pt x="13" y="74"/>
                </a:lnTo>
                <a:lnTo>
                  <a:pt x="12" y="74"/>
                </a:lnTo>
                <a:lnTo>
                  <a:pt x="11" y="74"/>
                </a:lnTo>
                <a:lnTo>
                  <a:pt x="11" y="75"/>
                </a:lnTo>
                <a:lnTo>
                  <a:pt x="10" y="75"/>
                </a:lnTo>
                <a:lnTo>
                  <a:pt x="9" y="75"/>
                </a:lnTo>
                <a:lnTo>
                  <a:pt x="9" y="74"/>
                </a:lnTo>
                <a:lnTo>
                  <a:pt x="8" y="73"/>
                </a:lnTo>
                <a:lnTo>
                  <a:pt x="7" y="73"/>
                </a:lnTo>
                <a:lnTo>
                  <a:pt x="6" y="72"/>
                </a:lnTo>
                <a:lnTo>
                  <a:pt x="6" y="71"/>
                </a:lnTo>
                <a:lnTo>
                  <a:pt x="5" y="70"/>
                </a:lnTo>
                <a:lnTo>
                  <a:pt x="6" y="69"/>
                </a:lnTo>
                <a:lnTo>
                  <a:pt x="7" y="68"/>
                </a:lnTo>
                <a:lnTo>
                  <a:pt x="7" y="67"/>
                </a:lnTo>
                <a:lnTo>
                  <a:pt x="7" y="66"/>
                </a:lnTo>
                <a:lnTo>
                  <a:pt x="8" y="66"/>
                </a:lnTo>
                <a:lnTo>
                  <a:pt x="7" y="66"/>
                </a:lnTo>
                <a:lnTo>
                  <a:pt x="7" y="65"/>
                </a:lnTo>
                <a:lnTo>
                  <a:pt x="8" y="65"/>
                </a:lnTo>
                <a:lnTo>
                  <a:pt x="8" y="63"/>
                </a:lnTo>
                <a:lnTo>
                  <a:pt x="7" y="63"/>
                </a:lnTo>
                <a:lnTo>
                  <a:pt x="7" y="62"/>
                </a:lnTo>
                <a:lnTo>
                  <a:pt x="7" y="61"/>
                </a:lnTo>
                <a:lnTo>
                  <a:pt x="7" y="60"/>
                </a:lnTo>
                <a:lnTo>
                  <a:pt x="6" y="60"/>
                </a:lnTo>
                <a:lnTo>
                  <a:pt x="6" y="58"/>
                </a:lnTo>
                <a:lnTo>
                  <a:pt x="7" y="58"/>
                </a:lnTo>
                <a:lnTo>
                  <a:pt x="7" y="57"/>
                </a:lnTo>
                <a:lnTo>
                  <a:pt x="7" y="56"/>
                </a:lnTo>
                <a:lnTo>
                  <a:pt x="6" y="56"/>
                </a:lnTo>
                <a:lnTo>
                  <a:pt x="6" y="55"/>
                </a:lnTo>
                <a:lnTo>
                  <a:pt x="6" y="54"/>
                </a:lnTo>
                <a:lnTo>
                  <a:pt x="5" y="53"/>
                </a:lnTo>
                <a:lnTo>
                  <a:pt x="5" y="52"/>
                </a:lnTo>
                <a:lnTo>
                  <a:pt x="3" y="52"/>
                </a:lnTo>
                <a:lnTo>
                  <a:pt x="4" y="52"/>
                </a:lnTo>
                <a:lnTo>
                  <a:pt x="4" y="51"/>
                </a:lnTo>
                <a:lnTo>
                  <a:pt x="3" y="51"/>
                </a:lnTo>
                <a:lnTo>
                  <a:pt x="2" y="51"/>
                </a:lnTo>
                <a:lnTo>
                  <a:pt x="2" y="50"/>
                </a:lnTo>
                <a:lnTo>
                  <a:pt x="2" y="49"/>
                </a:lnTo>
                <a:lnTo>
                  <a:pt x="2" y="48"/>
                </a:lnTo>
                <a:lnTo>
                  <a:pt x="3" y="48"/>
                </a:lnTo>
                <a:lnTo>
                  <a:pt x="4" y="48"/>
                </a:lnTo>
                <a:lnTo>
                  <a:pt x="5" y="48"/>
                </a:lnTo>
                <a:lnTo>
                  <a:pt x="5" y="47"/>
                </a:lnTo>
                <a:lnTo>
                  <a:pt x="4" y="46"/>
                </a:lnTo>
                <a:lnTo>
                  <a:pt x="5" y="46"/>
                </a:lnTo>
                <a:lnTo>
                  <a:pt x="5" y="45"/>
                </a:lnTo>
                <a:lnTo>
                  <a:pt x="4" y="45"/>
                </a:lnTo>
                <a:lnTo>
                  <a:pt x="4" y="44"/>
                </a:lnTo>
                <a:lnTo>
                  <a:pt x="4" y="43"/>
                </a:lnTo>
                <a:lnTo>
                  <a:pt x="5" y="44"/>
                </a:lnTo>
                <a:lnTo>
                  <a:pt x="6" y="44"/>
                </a:lnTo>
                <a:lnTo>
                  <a:pt x="7" y="44"/>
                </a:lnTo>
                <a:lnTo>
                  <a:pt x="8" y="44"/>
                </a:lnTo>
                <a:lnTo>
                  <a:pt x="9" y="44"/>
                </a:lnTo>
                <a:lnTo>
                  <a:pt x="10" y="44"/>
                </a:lnTo>
                <a:lnTo>
                  <a:pt x="10" y="43"/>
                </a:lnTo>
                <a:lnTo>
                  <a:pt x="10" y="42"/>
                </a:lnTo>
                <a:lnTo>
                  <a:pt x="11" y="42"/>
                </a:lnTo>
                <a:lnTo>
                  <a:pt x="12" y="42"/>
                </a:lnTo>
                <a:lnTo>
                  <a:pt x="12" y="43"/>
                </a:lnTo>
                <a:lnTo>
                  <a:pt x="13" y="42"/>
                </a:lnTo>
                <a:lnTo>
                  <a:pt x="14" y="42"/>
                </a:lnTo>
                <a:lnTo>
                  <a:pt x="14" y="41"/>
                </a:lnTo>
                <a:lnTo>
                  <a:pt x="15" y="41"/>
                </a:lnTo>
                <a:lnTo>
                  <a:pt x="15" y="42"/>
                </a:lnTo>
                <a:lnTo>
                  <a:pt x="16" y="42"/>
                </a:lnTo>
                <a:lnTo>
                  <a:pt x="17" y="42"/>
                </a:lnTo>
                <a:lnTo>
                  <a:pt x="18" y="41"/>
                </a:lnTo>
                <a:lnTo>
                  <a:pt x="19" y="41"/>
                </a:lnTo>
                <a:lnTo>
                  <a:pt x="20" y="40"/>
                </a:lnTo>
                <a:lnTo>
                  <a:pt x="21" y="40"/>
                </a:lnTo>
                <a:lnTo>
                  <a:pt x="22" y="40"/>
                </a:lnTo>
                <a:lnTo>
                  <a:pt x="23" y="39"/>
                </a:lnTo>
                <a:lnTo>
                  <a:pt x="24" y="39"/>
                </a:lnTo>
                <a:lnTo>
                  <a:pt x="24" y="40"/>
                </a:lnTo>
                <a:lnTo>
                  <a:pt x="25" y="40"/>
                </a:lnTo>
                <a:lnTo>
                  <a:pt x="26" y="40"/>
                </a:lnTo>
                <a:lnTo>
                  <a:pt x="27" y="40"/>
                </a:lnTo>
                <a:lnTo>
                  <a:pt x="27" y="39"/>
                </a:lnTo>
                <a:lnTo>
                  <a:pt x="27" y="38"/>
                </a:lnTo>
                <a:lnTo>
                  <a:pt x="27" y="37"/>
                </a:lnTo>
                <a:lnTo>
                  <a:pt x="28" y="37"/>
                </a:lnTo>
                <a:lnTo>
                  <a:pt x="28" y="38"/>
                </a:lnTo>
                <a:lnTo>
                  <a:pt x="28" y="37"/>
                </a:lnTo>
                <a:lnTo>
                  <a:pt x="28" y="36"/>
                </a:lnTo>
                <a:lnTo>
                  <a:pt x="28" y="35"/>
                </a:lnTo>
                <a:lnTo>
                  <a:pt x="28" y="34"/>
                </a:lnTo>
                <a:lnTo>
                  <a:pt x="28" y="33"/>
                </a:lnTo>
                <a:lnTo>
                  <a:pt x="28" y="32"/>
                </a:lnTo>
                <a:lnTo>
                  <a:pt x="28" y="31"/>
                </a:lnTo>
                <a:lnTo>
                  <a:pt x="29" y="31"/>
                </a:lnTo>
                <a:lnTo>
                  <a:pt x="30" y="31"/>
                </a:lnTo>
                <a:lnTo>
                  <a:pt x="31" y="30"/>
                </a:lnTo>
                <a:lnTo>
                  <a:pt x="31" y="29"/>
                </a:lnTo>
                <a:lnTo>
                  <a:pt x="32" y="29"/>
                </a:lnTo>
                <a:lnTo>
                  <a:pt x="32" y="28"/>
                </a:lnTo>
                <a:lnTo>
                  <a:pt x="32" y="27"/>
                </a:lnTo>
                <a:lnTo>
                  <a:pt x="32" y="26"/>
                </a:lnTo>
                <a:lnTo>
                  <a:pt x="32" y="25"/>
                </a:lnTo>
                <a:lnTo>
                  <a:pt x="31" y="24"/>
                </a:lnTo>
                <a:lnTo>
                  <a:pt x="32" y="24"/>
                </a:lnTo>
                <a:lnTo>
                  <a:pt x="31" y="24"/>
                </a:lnTo>
                <a:lnTo>
                  <a:pt x="30" y="24"/>
                </a:lnTo>
                <a:lnTo>
                  <a:pt x="30" y="23"/>
                </a:lnTo>
                <a:lnTo>
                  <a:pt x="30" y="22"/>
                </a:lnTo>
                <a:lnTo>
                  <a:pt x="29" y="21"/>
                </a:lnTo>
                <a:lnTo>
                  <a:pt x="29" y="20"/>
                </a:lnTo>
                <a:lnTo>
                  <a:pt x="29" y="19"/>
                </a:lnTo>
                <a:lnTo>
                  <a:pt x="30" y="19"/>
                </a:lnTo>
                <a:lnTo>
                  <a:pt x="31" y="19"/>
                </a:lnTo>
                <a:lnTo>
                  <a:pt x="32" y="18"/>
                </a:lnTo>
                <a:lnTo>
                  <a:pt x="33" y="18"/>
                </a:lnTo>
                <a:lnTo>
                  <a:pt x="35" y="17"/>
                </a:lnTo>
                <a:lnTo>
                  <a:pt x="36" y="16"/>
                </a:lnTo>
                <a:lnTo>
                  <a:pt x="38" y="16"/>
                </a:lnTo>
                <a:lnTo>
                  <a:pt x="39" y="16"/>
                </a:lnTo>
                <a:lnTo>
                  <a:pt x="39" y="15"/>
                </a:lnTo>
                <a:lnTo>
                  <a:pt x="40" y="15"/>
                </a:lnTo>
                <a:lnTo>
                  <a:pt x="40" y="14"/>
                </a:lnTo>
                <a:lnTo>
                  <a:pt x="41" y="12"/>
                </a:lnTo>
                <a:lnTo>
                  <a:pt x="42" y="11"/>
                </a:lnTo>
                <a:lnTo>
                  <a:pt x="43" y="11"/>
                </a:lnTo>
                <a:lnTo>
                  <a:pt x="45" y="11"/>
                </a:lnTo>
                <a:lnTo>
                  <a:pt x="47" y="11"/>
                </a:lnTo>
                <a:lnTo>
                  <a:pt x="48" y="11"/>
                </a:lnTo>
                <a:lnTo>
                  <a:pt x="49" y="11"/>
                </a:lnTo>
                <a:lnTo>
                  <a:pt x="50" y="11"/>
                </a:lnTo>
                <a:lnTo>
                  <a:pt x="52" y="12"/>
                </a:lnTo>
                <a:lnTo>
                  <a:pt x="53" y="12"/>
                </a:lnTo>
                <a:lnTo>
                  <a:pt x="54" y="12"/>
                </a:lnTo>
                <a:lnTo>
                  <a:pt x="55" y="13"/>
                </a:lnTo>
                <a:lnTo>
                  <a:pt x="56" y="14"/>
                </a:lnTo>
                <a:lnTo>
                  <a:pt x="57" y="15"/>
                </a:lnTo>
                <a:lnTo>
                  <a:pt x="58" y="16"/>
                </a:lnTo>
                <a:lnTo>
                  <a:pt x="59" y="16"/>
                </a:lnTo>
                <a:lnTo>
                  <a:pt x="59" y="17"/>
                </a:lnTo>
                <a:lnTo>
                  <a:pt x="60" y="17"/>
                </a:lnTo>
                <a:lnTo>
                  <a:pt x="61" y="19"/>
                </a:lnTo>
                <a:lnTo>
                  <a:pt x="63" y="20"/>
                </a:lnTo>
                <a:lnTo>
                  <a:pt x="64" y="20"/>
                </a:lnTo>
                <a:lnTo>
                  <a:pt x="65" y="20"/>
                </a:lnTo>
                <a:lnTo>
                  <a:pt x="66" y="20"/>
                </a:lnTo>
                <a:lnTo>
                  <a:pt x="66" y="19"/>
                </a:lnTo>
                <a:lnTo>
                  <a:pt x="67" y="19"/>
                </a:lnTo>
                <a:lnTo>
                  <a:pt x="68" y="20"/>
                </a:lnTo>
                <a:lnTo>
                  <a:pt x="69" y="20"/>
                </a:lnTo>
                <a:lnTo>
                  <a:pt x="70" y="21"/>
                </a:lnTo>
                <a:lnTo>
                  <a:pt x="71" y="21"/>
                </a:lnTo>
                <a:lnTo>
                  <a:pt x="72" y="21"/>
                </a:lnTo>
                <a:lnTo>
                  <a:pt x="73" y="21"/>
                </a:lnTo>
                <a:lnTo>
                  <a:pt x="74" y="21"/>
                </a:lnTo>
                <a:lnTo>
                  <a:pt x="74" y="22"/>
                </a:lnTo>
                <a:lnTo>
                  <a:pt x="75" y="22"/>
                </a:lnTo>
                <a:lnTo>
                  <a:pt x="76" y="23"/>
                </a:lnTo>
                <a:lnTo>
                  <a:pt x="77" y="23"/>
                </a:lnTo>
                <a:lnTo>
                  <a:pt x="77" y="24"/>
                </a:lnTo>
                <a:lnTo>
                  <a:pt x="78" y="24"/>
                </a:lnTo>
                <a:lnTo>
                  <a:pt x="79" y="24"/>
                </a:lnTo>
                <a:lnTo>
                  <a:pt x="80" y="23"/>
                </a:lnTo>
                <a:lnTo>
                  <a:pt x="80" y="24"/>
                </a:lnTo>
                <a:lnTo>
                  <a:pt x="82" y="24"/>
                </a:lnTo>
                <a:lnTo>
                  <a:pt x="83" y="23"/>
                </a:lnTo>
                <a:lnTo>
                  <a:pt x="84" y="23"/>
                </a:lnTo>
                <a:lnTo>
                  <a:pt x="87" y="23"/>
                </a:lnTo>
                <a:lnTo>
                  <a:pt x="88" y="23"/>
                </a:lnTo>
                <a:lnTo>
                  <a:pt x="88" y="22"/>
                </a:lnTo>
                <a:lnTo>
                  <a:pt x="89" y="22"/>
                </a:lnTo>
                <a:lnTo>
                  <a:pt x="90" y="22"/>
                </a:lnTo>
                <a:lnTo>
                  <a:pt x="91" y="23"/>
                </a:lnTo>
                <a:lnTo>
                  <a:pt x="92" y="23"/>
                </a:lnTo>
                <a:lnTo>
                  <a:pt x="95" y="23"/>
                </a:lnTo>
                <a:lnTo>
                  <a:pt x="95" y="24"/>
                </a:lnTo>
                <a:lnTo>
                  <a:pt x="95" y="25"/>
                </a:lnTo>
                <a:lnTo>
                  <a:pt x="94" y="26"/>
                </a:lnTo>
                <a:lnTo>
                  <a:pt x="95" y="27"/>
                </a:lnTo>
                <a:lnTo>
                  <a:pt x="96" y="27"/>
                </a:lnTo>
                <a:lnTo>
                  <a:pt x="96" y="28"/>
                </a:lnTo>
                <a:lnTo>
                  <a:pt x="97" y="28"/>
                </a:lnTo>
                <a:lnTo>
                  <a:pt x="97" y="29"/>
                </a:lnTo>
                <a:lnTo>
                  <a:pt x="98" y="30"/>
                </a:lnTo>
                <a:lnTo>
                  <a:pt x="99" y="31"/>
                </a:lnTo>
                <a:lnTo>
                  <a:pt x="98" y="32"/>
                </a:lnTo>
                <a:lnTo>
                  <a:pt x="98" y="33"/>
                </a:lnTo>
                <a:lnTo>
                  <a:pt x="99" y="34"/>
                </a:lnTo>
                <a:lnTo>
                  <a:pt x="99" y="35"/>
                </a:lnTo>
                <a:lnTo>
                  <a:pt x="98" y="35"/>
                </a:lnTo>
                <a:lnTo>
                  <a:pt x="98" y="36"/>
                </a:lnTo>
                <a:lnTo>
                  <a:pt x="97" y="36"/>
                </a:lnTo>
                <a:lnTo>
                  <a:pt x="96" y="37"/>
                </a:lnTo>
                <a:lnTo>
                  <a:pt x="96" y="38"/>
                </a:lnTo>
                <a:lnTo>
                  <a:pt x="96" y="39"/>
                </a:lnTo>
                <a:lnTo>
                  <a:pt x="96" y="40"/>
                </a:lnTo>
                <a:lnTo>
                  <a:pt x="97" y="40"/>
                </a:lnTo>
                <a:lnTo>
                  <a:pt x="97" y="41"/>
                </a:lnTo>
                <a:lnTo>
                  <a:pt x="98" y="42"/>
                </a:lnTo>
                <a:lnTo>
                  <a:pt x="98" y="43"/>
                </a:lnTo>
                <a:lnTo>
                  <a:pt x="97" y="43"/>
                </a:lnTo>
                <a:lnTo>
                  <a:pt x="97" y="44"/>
                </a:lnTo>
                <a:lnTo>
                  <a:pt x="96" y="44"/>
                </a:lnTo>
                <a:lnTo>
                  <a:pt x="96" y="45"/>
                </a:lnTo>
                <a:lnTo>
                  <a:pt x="96" y="46"/>
                </a:lnTo>
                <a:lnTo>
                  <a:pt x="97" y="46"/>
                </a:lnTo>
                <a:lnTo>
                  <a:pt x="97" y="47"/>
                </a:lnTo>
                <a:lnTo>
                  <a:pt x="98" y="48"/>
                </a:lnTo>
                <a:lnTo>
                  <a:pt x="99" y="48"/>
                </a:lnTo>
                <a:lnTo>
                  <a:pt x="100" y="48"/>
                </a:lnTo>
                <a:lnTo>
                  <a:pt x="100" y="47"/>
                </a:lnTo>
                <a:lnTo>
                  <a:pt x="101" y="48"/>
                </a:lnTo>
                <a:lnTo>
                  <a:pt x="102" y="49"/>
                </a:lnTo>
                <a:lnTo>
                  <a:pt x="102" y="50"/>
                </a:lnTo>
                <a:lnTo>
                  <a:pt x="103" y="51"/>
                </a:lnTo>
                <a:lnTo>
                  <a:pt x="103" y="52"/>
                </a:lnTo>
                <a:lnTo>
                  <a:pt x="103" y="53"/>
                </a:lnTo>
                <a:lnTo>
                  <a:pt x="103" y="54"/>
                </a:lnTo>
                <a:lnTo>
                  <a:pt x="103" y="55"/>
                </a:lnTo>
                <a:lnTo>
                  <a:pt x="103" y="56"/>
                </a:lnTo>
                <a:lnTo>
                  <a:pt x="104" y="56"/>
                </a:lnTo>
                <a:lnTo>
                  <a:pt x="105" y="55"/>
                </a:lnTo>
                <a:lnTo>
                  <a:pt x="106" y="55"/>
                </a:lnTo>
                <a:lnTo>
                  <a:pt x="106" y="56"/>
                </a:lnTo>
                <a:lnTo>
                  <a:pt x="107" y="56"/>
                </a:lnTo>
                <a:lnTo>
                  <a:pt x="107" y="57"/>
                </a:lnTo>
                <a:lnTo>
                  <a:pt x="107" y="58"/>
                </a:lnTo>
                <a:lnTo>
                  <a:pt x="108" y="58"/>
                </a:lnTo>
                <a:lnTo>
                  <a:pt x="109" y="58"/>
                </a:lnTo>
                <a:lnTo>
                  <a:pt x="109" y="59"/>
                </a:lnTo>
                <a:lnTo>
                  <a:pt x="110" y="59"/>
                </a:lnTo>
                <a:lnTo>
                  <a:pt x="111" y="59"/>
                </a:lnTo>
                <a:lnTo>
                  <a:pt x="112" y="60"/>
                </a:lnTo>
                <a:lnTo>
                  <a:pt x="113" y="61"/>
                </a:lnTo>
                <a:lnTo>
                  <a:pt x="113" y="62"/>
                </a:lnTo>
                <a:lnTo>
                  <a:pt x="112" y="62"/>
                </a:lnTo>
                <a:lnTo>
                  <a:pt x="112" y="63"/>
                </a:lnTo>
                <a:lnTo>
                  <a:pt x="113" y="63"/>
                </a:lnTo>
                <a:lnTo>
                  <a:pt x="114" y="64"/>
                </a:lnTo>
                <a:lnTo>
                  <a:pt x="114" y="65"/>
                </a:lnTo>
                <a:lnTo>
                  <a:pt x="115" y="65"/>
                </a:lnTo>
                <a:lnTo>
                  <a:pt x="115" y="66"/>
                </a:lnTo>
                <a:lnTo>
                  <a:pt x="116" y="66"/>
                </a:lnTo>
                <a:lnTo>
                  <a:pt x="117" y="66"/>
                </a:lnTo>
                <a:lnTo>
                  <a:pt x="117" y="67"/>
                </a:lnTo>
                <a:lnTo>
                  <a:pt x="117" y="68"/>
                </a:lnTo>
                <a:lnTo>
                  <a:pt x="117" y="69"/>
                </a:lnTo>
                <a:lnTo>
                  <a:pt x="116" y="69"/>
                </a:lnTo>
                <a:lnTo>
                  <a:pt x="115" y="69"/>
                </a:lnTo>
                <a:lnTo>
                  <a:pt x="114" y="69"/>
                </a:lnTo>
                <a:lnTo>
                  <a:pt x="114" y="70"/>
                </a:lnTo>
                <a:lnTo>
                  <a:pt x="115" y="70"/>
                </a:lnTo>
                <a:lnTo>
                  <a:pt x="115" y="71"/>
                </a:lnTo>
                <a:lnTo>
                  <a:pt x="115" y="72"/>
                </a:lnTo>
                <a:lnTo>
                  <a:pt x="116" y="72"/>
                </a:lnTo>
                <a:lnTo>
                  <a:pt x="117" y="73"/>
                </a:lnTo>
                <a:lnTo>
                  <a:pt x="118" y="73"/>
                </a:lnTo>
                <a:lnTo>
                  <a:pt x="118" y="74"/>
                </a:lnTo>
                <a:lnTo>
                  <a:pt x="119" y="74"/>
                </a:lnTo>
                <a:lnTo>
                  <a:pt x="118" y="75"/>
                </a:lnTo>
                <a:lnTo>
                  <a:pt x="118" y="76"/>
                </a:lnTo>
                <a:lnTo>
                  <a:pt x="117" y="77"/>
                </a:lnTo>
                <a:lnTo>
                  <a:pt x="117" y="78"/>
                </a:lnTo>
                <a:lnTo>
                  <a:pt x="118" y="79"/>
                </a:lnTo>
                <a:lnTo>
                  <a:pt x="119" y="79"/>
                </a:lnTo>
                <a:lnTo>
                  <a:pt x="119" y="78"/>
                </a:lnTo>
                <a:lnTo>
                  <a:pt x="120" y="79"/>
                </a:lnTo>
                <a:lnTo>
                  <a:pt x="120" y="80"/>
                </a:lnTo>
                <a:lnTo>
                  <a:pt x="120" y="81"/>
                </a:lnTo>
                <a:lnTo>
                  <a:pt x="121" y="81"/>
                </a:lnTo>
                <a:lnTo>
                  <a:pt x="123" y="82"/>
                </a:lnTo>
                <a:lnTo>
                  <a:pt x="123" y="83"/>
                </a:lnTo>
                <a:lnTo>
                  <a:pt x="124" y="83"/>
                </a:lnTo>
                <a:lnTo>
                  <a:pt x="124" y="82"/>
                </a:lnTo>
                <a:lnTo>
                  <a:pt x="124" y="83"/>
                </a:lnTo>
                <a:lnTo>
                  <a:pt x="124" y="84"/>
                </a:lnTo>
                <a:lnTo>
                  <a:pt x="124" y="85"/>
                </a:lnTo>
                <a:lnTo>
                  <a:pt x="125" y="85"/>
                </a:lnTo>
                <a:lnTo>
                  <a:pt x="125" y="86"/>
                </a:lnTo>
                <a:lnTo>
                  <a:pt x="126" y="85"/>
                </a:lnTo>
                <a:lnTo>
                  <a:pt x="126" y="87"/>
                </a:lnTo>
                <a:lnTo>
                  <a:pt x="126" y="88"/>
                </a:lnTo>
                <a:lnTo>
                  <a:pt x="126" y="89"/>
                </a:lnTo>
                <a:lnTo>
                  <a:pt x="125" y="90"/>
                </a:lnTo>
                <a:lnTo>
                  <a:pt x="125" y="91"/>
                </a:lnTo>
                <a:lnTo>
                  <a:pt x="125" y="92"/>
                </a:lnTo>
                <a:lnTo>
                  <a:pt x="125" y="93"/>
                </a:lnTo>
                <a:lnTo>
                  <a:pt x="126" y="93"/>
                </a:lnTo>
                <a:lnTo>
                  <a:pt x="127" y="93"/>
                </a:lnTo>
                <a:lnTo>
                  <a:pt x="127" y="94"/>
                </a:lnTo>
                <a:lnTo>
                  <a:pt x="127" y="95"/>
                </a:lnTo>
                <a:lnTo>
                  <a:pt x="127" y="96"/>
                </a:lnTo>
                <a:lnTo>
                  <a:pt x="128" y="96"/>
                </a:lnTo>
                <a:lnTo>
                  <a:pt x="129" y="96"/>
                </a:lnTo>
                <a:lnTo>
                  <a:pt x="129" y="99"/>
                </a:lnTo>
                <a:lnTo>
                  <a:pt x="129" y="100"/>
                </a:lnTo>
                <a:lnTo>
                  <a:pt x="128" y="100"/>
                </a:lnTo>
                <a:lnTo>
                  <a:pt x="129" y="101"/>
                </a:lnTo>
                <a:lnTo>
                  <a:pt x="128" y="101"/>
                </a:lnTo>
                <a:lnTo>
                  <a:pt x="128" y="102"/>
                </a:lnTo>
                <a:lnTo>
                  <a:pt x="129" y="103"/>
                </a:lnTo>
                <a:lnTo>
                  <a:pt x="129" y="104"/>
                </a:lnTo>
                <a:lnTo>
                  <a:pt x="128" y="104"/>
                </a:lnTo>
                <a:lnTo>
                  <a:pt x="128" y="105"/>
                </a:lnTo>
                <a:lnTo>
                  <a:pt x="127" y="105"/>
                </a:lnTo>
                <a:lnTo>
                  <a:pt x="127" y="106"/>
                </a:lnTo>
                <a:lnTo>
                  <a:pt x="128" y="106"/>
                </a:lnTo>
                <a:lnTo>
                  <a:pt x="129" y="106"/>
                </a:lnTo>
                <a:lnTo>
                  <a:pt x="130" y="106"/>
                </a:lnTo>
                <a:lnTo>
                  <a:pt x="131" y="106"/>
                </a:lnTo>
                <a:lnTo>
                  <a:pt x="131" y="107"/>
                </a:lnTo>
                <a:lnTo>
                  <a:pt x="132" y="107"/>
                </a:lnTo>
                <a:lnTo>
                  <a:pt x="132" y="108"/>
                </a:lnTo>
                <a:lnTo>
                  <a:pt x="132" y="109"/>
                </a:lnTo>
                <a:lnTo>
                  <a:pt x="132" y="110"/>
                </a:lnTo>
                <a:lnTo>
                  <a:pt x="132" y="111"/>
                </a:lnTo>
                <a:lnTo>
                  <a:pt x="131" y="112"/>
                </a:lnTo>
                <a:lnTo>
                  <a:pt x="132" y="113"/>
                </a:lnTo>
                <a:lnTo>
                  <a:pt x="133" y="114"/>
                </a:lnTo>
                <a:lnTo>
                  <a:pt x="134" y="114"/>
                </a:lnTo>
                <a:lnTo>
                  <a:pt x="134" y="115"/>
                </a:lnTo>
                <a:lnTo>
                  <a:pt x="134" y="116"/>
                </a:lnTo>
                <a:lnTo>
                  <a:pt x="134" y="117"/>
                </a:lnTo>
                <a:lnTo>
                  <a:pt x="135" y="117"/>
                </a:lnTo>
                <a:lnTo>
                  <a:pt x="136" y="118"/>
                </a:lnTo>
                <a:lnTo>
                  <a:pt x="136" y="119"/>
                </a:lnTo>
                <a:lnTo>
                  <a:pt x="137" y="119"/>
                </a:lnTo>
                <a:lnTo>
                  <a:pt x="138" y="119"/>
                </a:lnTo>
                <a:lnTo>
                  <a:pt x="138" y="120"/>
                </a:lnTo>
                <a:lnTo>
                  <a:pt x="139" y="120"/>
                </a:lnTo>
                <a:lnTo>
                  <a:pt x="140" y="121"/>
                </a:lnTo>
                <a:lnTo>
                  <a:pt x="141" y="122"/>
                </a:lnTo>
                <a:lnTo>
                  <a:pt x="142" y="122"/>
                </a:lnTo>
                <a:lnTo>
                  <a:pt x="143" y="123"/>
                </a:lnTo>
                <a:lnTo>
                  <a:pt x="144" y="123"/>
                </a:lnTo>
                <a:lnTo>
                  <a:pt x="144" y="122"/>
                </a:lnTo>
                <a:lnTo>
                  <a:pt x="145" y="122"/>
                </a:lnTo>
                <a:lnTo>
                  <a:pt x="146" y="122"/>
                </a:lnTo>
                <a:lnTo>
                  <a:pt x="146" y="123"/>
                </a:lnTo>
                <a:lnTo>
                  <a:pt x="146" y="124"/>
                </a:lnTo>
                <a:lnTo>
                  <a:pt x="147" y="124"/>
                </a:lnTo>
                <a:lnTo>
                  <a:pt x="147" y="125"/>
                </a:lnTo>
                <a:lnTo>
                  <a:pt x="148" y="125"/>
                </a:lnTo>
                <a:lnTo>
                  <a:pt x="149" y="125"/>
                </a:lnTo>
                <a:lnTo>
                  <a:pt x="149" y="126"/>
                </a:lnTo>
                <a:lnTo>
                  <a:pt x="150" y="126"/>
                </a:lnTo>
                <a:lnTo>
                  <a:pt x="151" y="126"/>
                </a:lnTo>
                <a:lnTo>
                  <a:pt x="151" y="125"/>
                </a:lnTo>
                <a:lnTo>
                  <a:pt x="152" y="125"/>
                </a:lnTo>
                <a:lnTo>
                  <a:pt x="152" y="126"/>
                </a:lnTo>
                <a:lnTo>
                  <a:pt x="153" y="126"/>
                </a:lnTo>
                <a:lnTo>
                  <a:pt x="154" y="126"/>
                </a:lnTo>
                <a:lnTo>
                  <a:pt x="154" y="125"/>
                </a:lnTo>
                <a:lnTo>
                  <a:pt x="155" y="125"/>
                </a:lnTo>
                <a:lnTo>
                  <a:pt x="154" y="126"/>
                </a:lnTo>
                <a:lnTo>
                  <a:pt x="155" y="126"/>
                </a:lnTo>
                <a:lnTo>
                  <a:pt x="155" y="127"/>
                </a:lnTo>
                <a:lnTo>
                  <a:pt x="156" y="127"/>
                </a:lnTo>
                <a:lnTo>
                  <a:pt x="156" y="126"/>
                </a:lnTo>
                <a:lnTo>
                  <a:pt x="157" y="126"/>
                </a:lnTo>
                <a:lnTo>
                  <a:pt x="158" y="126"/>
                </a:lnTo>
                <a:lnTo>
                  <a:pt x="158" y="127"/>
                </a:lnTo>
                <a:lnTo>
                  <a:pt x="158" y="128"/>
                </a:lnTo>
                <a:lnTo>
                  <a:pt x="159" y="128"/>
                </a:lnTo>
                <a:lnTo>
                  <a:pt x="160" y="128"/>
                </a:lnTo>
                <a:lnTo>
                  <a:pt x="160" y="129"/>
                </a:lnTo>
                <a:lnTo>
                  <a:pt x="160" y="130"/>
                </a:lnTo>
                <a:lnTo>
                  <a:pt x="161" y="130"/>
                </a:lnTo>
                <a:lnTo>
                  <a:pt x="161" y="129"/>
                </a:lnTo>
                <a:lnTo>
                  <a:pt x="163" y="129"/>
                </a:lnTo>
                <a:lnTo>
                  <a:pt x="164" y="130"/>
                </a:lnTo>
                <a:lnTo>
                  <a:pt x="165" y="130"/>
                </a:lnTo>
                <a:lnTo>
                  <a:pt x="166" y="130"/>
                </a:lnTo>
                <a:lnTo>
                  <a:pt x="166" y="131"/>
                </a:lnTo>
                <a:lnTo>
                  <a:pt x="167" y="131"/>
                </a:lnTo>
                <a:lnTo>
                  <a:pt x="167" y="132"/>
                </a:lnTo>
                <a:lnTo>
                  <a:pt x="168" y="132"/>
                </a:lnTo>
                <a:lnTo>
                  <a:pt x="168" y="133"/>
                </a:lnTo>
                <a:lnTo>
                  <a:pt x="168" y="134"/>
                </a:lnTo>
                <a:lnTo>
                  <a:pt x="168" y="135"/>
                </a:lnTo>
                <a:lnTo>
                  <a:pt x="169" y="135"/>
                </a:lnTo>
                <a:lnTo>
                  <a:pt x="170" y="136"/>
                </a:lnTo>
                <a:lnTo>
                  <a:pt x="170" y="137"/>
                </a:lnTo>
                <a:lnTo>
                  <a:pt x="170" y="138"/>
                </a:lnTo>
                <a:lnTo>
                  <a:pt x="170" y="139"/>
                </a:lnTo>
                <a:lnTo>
                  <a:pt x="171" y="139"/>
                </a:lnTo>
                <a:lnTo>
                  <a:pt x="172" y="139"/>
                </a:lnTo>
                <a:lnTo>
                  <a:pt x="172" y="140"/>
                </a:lnTo>
                <a:lnTo>
                  <a:pt x="171" y="140"/>
                </a:lnTo>
                <a:lnTo>
                  <a:pt x="171" y="141"/>
                </a:lnTo>
                <a:lnTo>
                  <a:pt x="171" y="142"/>
                </a:lnTo>
                <a:lnTo>
                  <a:pt x="172" y="144"/>
                </a:lnTo>
                <a:lnTo>
                  <a:pt x="173" y="145"/>
                </a:lnTo>
                <a:lnTo>
                  <a:pt x="173" y="146"/>
                </a:lnTo>
                <a:lnTo>
                  <a:pt x="173" y="147"/>
                </a:lnTo>
                <a:lnTo>
                  <a:pt x="174" y="146"/>
                </a:lnTo>
                <a:lnTo>
                  <a:pt x="175" y="146"/>
                </a:lnTo>
                <a:lnTo>
                  <a:pt x="176" y="146"/>
                </a:lnTo>
                <a:lnTo>
                  <a:pt x="177" y="147"/>
                </a:lnTo>
                <a:lnTo>
                  <a:pt x="178" y="146"/>
                </a:lnTo>
                <a:lnTo>
                  <a:pt x="179" y="146"/>
                </a:lnTo>
                <a:lnTo>
                  <a:pt x="179" y="145"/>
                </a:lnTo>
                <a:lnTo>
                  <a:pt x="180" y="145"/>
                </a:lnTo>
                <a:lnTo>
                  <a:pt x="180" y="146"/>
                </a:lnTo>
                <a:lnTo>
                  <a:pt x="181" y="146"/>
                </a:lnTo>
                <a:lnTo>
                  <a:pt x="182" y="146"/>
                </a:lnTo>
                <a:lnTo>
                  <a:pt x="182" y="145"/>
                </a:lnTo>
                <a:lnTo>
                  <a:pt x="183" y="145"/>
                </a:lnTo>
                <a:lnTo>
                  <a:pt x="184" y="145"/>
                </a:lnTo>
                <a:lnTo>
                  <a:pt x="185" y="146"/>
                </a:lnTo>
                <a:lnTo>
                  <a:pt x="186" y="146"/>
                </a:lnTo>
                <a:lnTo>
                  <a:pt x="187" y="147"/>
                </a:lnTo>
                <a:lnTo>
                  <a:pt x="188" y="147"/>
                </a:lnTo>
                <a:lnTo>
                  <a:pt x="189" y="148"/>
                </a:lnTo>
                <a:lnTo>
                  <a:pt x="190" y="149"/>
                </a:lnTo>
                <a:lnTo>
                  <a:pt x="191" y="149"/>
                </a:lnTo>
                <a:lnTo>
                  <a:pt x="192" y="149"/>
                </a:lnTo>
                <a:lnTo>
                  <a:pt x="193" y="149"/>
                </a:lnTo>
                <a:lnTo>
                  <a:pt x="193" y="150"/>
                </a:lnTo>
                <a:lnTo>
                  <a:pt x="194" y="149"/>
                </a:lnTo>
                <a:lnTo>
                  <a:pt x="195" y="150"/>
                </a:lnTo>
                <a:lnTo>
                  <a:pt x="196" y="150"/>
                </a:lnTo>
                <a:lnTo>
                  <a:pt x="197" y="150"/>
                </a:lnTo>
                <a:lnTo>
                  <a:pt x="198" y="150"/>
                </a:lnTo>
                <a:lnTo>
                  <a:pt x="199" y="150"/>
                </a:lnTo>
                <a:lnTo>
                  <a:pt x="200" y="151"/>
                </a:lnTo>
                <a:lnTo>
                  <a:pt x="200" y="152"/>
                </a:lnTo>
                <a:lnTo>
                  <a:pt x="201" y="153"/>
                </a:lnTo>
                <a:lnTo>
                  <a:pt x="201" y="154"/>
                </a:lnTo>
                <a:lnTo>
                  <a:pt x="202" y="154"/>
                </a:lnTo>
                <a:lnTo>
                  <a:pt x="202" y="155"/>
                </a:lnTo>
                <a:lnTo>
                  <a:pt x="202" y="156"/>
                </a:lnTo>
                <a:lnTo>
                  <a:pt x="203" y="156"/>
                </a:lnTo>
                <a:lnTo>
                  <a:pt x="203" y="157"/>
                </a:lnTo>
                <a:lnTo>
                  <a:pt x="204" y="157"/>
                </a:lnTo>
                <a:lnTo>
                  <a:pt x="204" y="156"/>
                </a:lnTo>
                <a:lnTo>
                  <a:pt x="205" y="156"/>
                </a:lnTo>
                <a:lnTo>
                  <a:pt x="206" y="156"/>
                </a:lnTo>
                <a:lnTo>
                  <a:pt x="207" y="156"/>
                </a:lnTo>
                <a:lnTo>
                  <a:pt x="207" y="157"/>
                </a:lnTo>
                <a:lnTo>
                  <a:pt x="208" y="158"/>
                </a:lnTo>
                <a:lnTo>
                  <a:pt x="208" y="157"/>
                </a:lnTo>
                <a:lnTo>
                  <a:pt x="209" y="157"/>
                </a:lnTo>
                <a:lnTo>
                  <a:pt x="209" y="158"/>
                </a:lnTo>
                <a:lnTo>
                  <a:pt x="210" y="158"/>
                </a:lnTo>
                <a:lnTo>
                  <a:pt x="211" y="158"/>
                </a:lnTo>
                <a:lnTo>
                  <a:pt x="212" y="158"/>
                </a:lnTo>
                <a:lnTo>
                  <a:pt x="213" y="159"/>
                </a:lnTo>
                <a:lnTo>
                  <a:pt x="213" y="160"/>
                </a:lnTo>
                <a:lnTo>
                  <a:pt x="213" y="161"/>
                </a:lnTo>
                <a:lnTo>
                  <a:pt x="214" y="162"/>
                </a:lnTo>
                <a:lnTo>
                  <a:pt x="215" y="162"/>
                </a:lnTo>
                <a:lnTo>
                  <a:pt x="216" y="162"/>
                </a:lnTo>
                <a:lnTo>
                  <a:pt x="216" y="161"/>
                </a:lnTo>
                <a:lnTo>
                  <a:pt x="216" y="160"/>
                </a:lnTo>
                <a:lnTo>
                  <a:pt x="216" y="159"/>
                </a:lnTo>
                <a:lnTo>
                  <a:pt x="217" y="159"/>
                </a:lnTo>
                <a:lnTo>
                  <a:pt x="217" y="158"/>
                </a:lnTo>
                <a:lnTo>
                  <a:pt x="218" y="158"/>
                </a:lnTo>
                <a:lnTo>
                  <a:pt x="218" y="157"/>
                </a:lnTo>
                <a:lnTo>
                  <a:pt x="218" y="156"/>
                </a:lnTo>
                <a:lnTo>
                  <a:pt x="218" y="155"/>
                </a:lnTo>
                <a:lnTo>
                  <a:pt x="218" y="154"/>
                </a:lnTo>
                <a:lnTo>
                  <a:pt x="218" y="153"/>
                </a:lnTo>
                <a:lnTo>
                  <a:pt x="218" y="152"/>
                </a:lnTo>
                <a:lnTo>
                  <a:pt x="219" y="151"/>
                </a:lnTo>
                <a:lnTo>
                  <a:pt x="219" y="150"/>
                </a:lnTo>
                <a:lnTo>
                  <a:pt x="219" y="149"/>
                </a:lnTo>
                <a:lnTo>
                  <a:pt x="220" y="149"/>
                </a:lnTo>
                <a:lnTo>
                  <a:pt x="220" y="148"/>
                </a:lnTo>
                <a:lnTo>
                  <a:pt x="220" y="147"/>
                </a:lnTo>
                <a:lnTo>
                  <a:pt x="220" y="146"/>
                </a:lnTo>
                <a:lnTo>
                  <a:pt x="220" y="145"/>
                </a:lnTo>
                <a:lnTo>
                  <a:pt x="220" y="144"/>
                </a:lnTo>
                <a:lnTo>
                  <a:pt x="219" y="144"/>
                </a:lnTo>
                <a:lnTo>
                  <a:pt x="219" y="142"/>
                </a:lnTo>
                <a:lnTo>
                  <a:pt x="218" y="142"/>
                </a:lnTo>
                <a:lnTo>
                  <a:pt x="218" y="141"/>
                </a:lnTo>
                <a:lnTo>
                  <a:pt x="218" y="140"/>
                </a:lnTo>
                <a:lnTo>
                  <a:pt x="219" y="139"/>
                </a:lnTo>
                <a:lnTo>
                  <a:pt x="220" y="139"/>
                </a:lnTo>
                <a:lnTo>
                  <a:pt x="221" y="140"/>
                </a:lnTo>
                <a:lnTo>
                  <a:pt x="221" y="141"/>
                </a:lnTo>
                <a:lnTo>
                  <a:pt x="222" y="141"/>
                </a:lnTo>
                <a:lnTo>
                  <a:pt x="222" y="140"/>
                </a:lnTo>
                <a:lnTo>
                  <a:pt x="223" y="140"/>
                </a:lnTo>
                <a:lnTo>
                  <a:pt x="223" y="139"/>
                </a:lnTo>
                <a:lnTo>
                  <a:pt x="224" y="139"/>
                </a:lnTo>
                <a:lnTo>
                  <a:pt x="224" y="140"/>
                </a:lnTo>
                <a:lnTo>
                  <a:pt x="225" y="140"/>
                </a:lnTo>
                <a:lnTo>
                  <a:pt x="226" y="140"/>
                </a:lnTo>
                <a:lnTo>
                  <a:pt x="226" y="139"/>
                </a:lnTo>
                <a:lnTo>
                  <a:pt x="226" y="138"/>
                </a:lnTo>
                <a:lnTo>
                  <a:pt x="227" y="138"/>
                </a:lnTo>
                <a:lnTo>
                  <a:pt x="227" y="137"/>
                </a:lnTo>
                <a:lnTo>
                  <a:pt x="227" y="136"/>
                </a:lnTo>
                <a:lnTo>
                  <a:pt x="228" y="136"/>
                </a:lnTo>
                <a:lnTo>
                  <a:pt x="228" y="135"/>
                </a:lnTo>
                <a:lnTo>
                  <a:pt x="228" y="134"/>
                </a:lnTo>
                <a:lnTo>
                  <a:pt x="228" y="133"/>
                </a:lnTo>
                <a:lnTo>
                  <a:pt x="228" y="132"/>
                </a:lnTo>
                <a:lnTo>
                  <a:pt x="228" y="131"/>
                </a:lnTo>
                <a:lnTo>
                  <a:pt x="228" y="130"/>
                </a:lnTo>
                <a:lnTo>
                  <a:pt x="229" y="130"/>
                </a:lnTo>
                <a:lnTo>
                  <a:pt x="230" y="130"/>
                </a:lnTo>
                <a:lnTo>
                  <a:pt x="231" y="130"/>
                </a:lnTo>
                <a:lnTo>
                  <a:pt x="231" y="132"/>
                </a:lnTo>
                <a:lnTo>
                  <a:pt x="231" y="133"/>
                </a:lnTo>
                <a:lnTo>
                  <a:pt x="232" y="133"/>
                </a:lnTo>
                <a:lnTo>
                  <a:pt x="232" y="134"/>
                </a:lnTo>
                <a:lnTo>
                  <a:pt x="233" y="134"/>
                </a:lnTo>
                <a:lnTo>
                  <a:pt x="233" y="135"/>
                </a:lnTo>
                <a:lnTo>
                  <a:pt x="234" y="135"/>
                </a:lnTo>
                <a:lnTo>
                  <a:pt x="234" y="136"/>
                </a:lnTo>
                <a:lnTo>
                  <a:pt x="235" y="136"/>
                </a:lnTo>
                <a:lnTo>
                  <a:pt x="235" y="137"/>
                </a:lnTo>
                <a:lnTo>
                  <a:pt x="234" y="137"/>
                </a:lnTo>
                <a:lnTo>
                  <a:pt x="235" y="137"/>
                </a:lnTo>
                <a:lnTo>
                  <a:pt x="235" y="138"/>
                </a:lnTo>
                <a:lnTo>
                  <a:pt x="235" y="139"/>
                </a:lnTo>
                <a:lnTo>
                  <a:pt x="235" y="140"/>
                </a:lnTo>
                <a:lnTo>
                  <a:pt x="236" y="140"/>
                </a:lnTo>
                <a:lnTo>
                  <a:pt x="237" y="141"/>
                </a:lnTo>
                <a:lnTo>
                  <a:pt x="238" y="140"/>
                </a:lnTo>
                <a:lnTo>
                  <a:pt x="239" y="141"/>
                </a:lnTo>
                <a:lnTo>
                  <a:pt x="239" y="140"/>
                </a:lnTo>
                <a:lnTo>
                  <a:pt x="240" y="141"/>
                </a:lnTo>
                <a:lnTo>
                  <a:pt x="241" y="141"/>
                </a:lnTo>
                <a:lnTo>
                  <a:pt x="241" y="142"/>
                </a:lnTo>
                <a:lnTo>
                  <a:pt x="241" y="141"/>
                </a:lnTo>
                <a:lnTo>
                  <a:pt x="242" y="141"/>
                </a:lnTo>
                <a:lnTo>
                  <a:pt x="243" y="142"/>
                </a:lnTo>
                <a:lnTo>
                  <a:pt x="242" y="142"/>
                </a:lnTo>
                <a:lnTo>
                  <a:pt x="243" y="142"/>
                </a:lnTo>
                <a:lnTo>
                  <a:pt x="243" y="143"/>
                </a:lnTo>
                <a:lnTo>
                  <a:pt x="242" y="143"/>
                </a:lnTo>
                <a:lnTo>
                  <a:pt x="242" y="144"/>
                </a:lnTo>
                <a:lnTo>
                  <a:pt x="242" y="145"/>
                </a:lnTo>
                <a:lnTo>
                  <a:pt x="243" y="145"/>
                </a:lnTo>
                <a:lnTo>
                  <a:pt x="244" y="145"/>
                </a:lnTo>
                <a:lnTo>
                  <a:pt x="245" y="145"/>
                </a:lnTo>
                <a:lnTo>
                  <a:pt x="246" y="145"/>
                </a:lnTo>
                <a:lnTo>
                  <a:pt x="246" y="146"/>
                </a:lnTo>
                <a:lnTo>
                  <a:pt x="246" y="147"/>
                </a:lnTo>
                <a:lnTo>
                  <a:pt x="247" y="147"/>
                </a:lnTo>
                <a:lnTo>
                  <a:pt x="247" y="148"/>
                </a:lnTo>
                <a:lnTo>
                  <a:pt x="248" y="148"/>
                </a:lnTo>
                <a:lnTo>
                  <a:pt x="249" y="148"/>
                </a:lnTo>
                <a:lnTo>
                  <a:pt x="249" y="149"/>
                </a:lnTo>
                <a:lnTo>
                  <a:pt x="249" y="150"/>
                </a:lnTo>
                <a:lnTo>
                  <a:pt x="250" y="151"/>
                </a:lnTo>
                <a:lnTo>
                  <a:pt x="250" y="152"/>
                </a:lnTo>
                <a:lnTo>
                  <a:pt x="250" y="153"/>
                </a:lnTo>
                <a:lnTo>
                  <a:pt x="250" y="154"/>
                </a:lnTo>
                <a:lnTo>
                  <a:pt x="249" y="155"/>
                </a:lnTo>
                <a:lnTo>
                  <a:pt x="250" y="155"/>
                </a:lnTo>
                <a:lnTo>
                  <a:pt x="250" y="156"/>
                </a:lnTo>
                <a:lnTo>
                  <a:pt x="250" y="157"/>
                </a:lnTo>
                <a:lnTo>
                  <a:pt x="251" y="159"/>
                </a:lnTo>
                <a:lnTo>
                  <a:pt x="251" y="160"/>
                </a:lnTo>
                <a:lnTo>
                  <a:pt x="251" y="161"/>
                </a:lnTo>
                <a:lnTo>
                  <a:pt x="251" y="162"/>
                </a:lnTo>
                <a:lnTo>
                  <a:pt x="252" y="163"/>
                </a:lnTo>
                <a:lnTo>
                  <a:pt x="251" y="163"/>
                </a:lnTo>
                <a:lnTo>
                  <a:pt x="251" y="164"/>
                </a:lnTo>
                <a:lnTo>
                  <a:pt x="250" y="164"/>
                </a:lnTo>
                <a:lnTo>
                  <a:pt x="250" y="165"/>
                </a:lnTo>
                <a:lnTo>
                  <a:pt x="249" y="165"/>
                </a:lnTo>
                <a:lnTo>
                  <a:pt x="250" y="165"/>
                </a:lnTo>
                <a:lnTo>
                  <a:pt x="249" y="165"/>
                </a:lnTo>
                <a:lnTo>
                  <a:pt x="249" y="166"/>
                </a:lnTo>
                <a:lnTo>
                  <a:pt x="248" y="166"/>
                </a:lnTo>
                <a:lnTo>
                  <a:pt x="249" y="166"/>
                </a:lnTo>
                <a:lnTo>
                  <a:pt x="248" y="167"/>
                </a:lnTo>
                <a:lnTo>
                  <a:pt x="247" y="167"/>
                </a:lnTo>
                <a:lnTo>
                  <a:pt x="247" y="168"/>
                </a:lnTo>
                <a:lnTo>
                  <a:pt x="248" y="169"/>
                </a:lnTo>
                <a:lnTo>
                  <a:pt x="249" y="170"/>
                </a:lnTo>
                <a:lnTo>
                  <a:pt x="249" y="171"/>
                </a:lnTo>
                <a:lnTo>
                  <a:pt x="250" y="171"/>
                </a:lnTo>
                <a:lnTo>
                  <a:pt x="251" y="172"/>
                </a:lnTo>
                <a:lnTo>
                  <a:pt x="252" y="172"/>
                </a:lnTo>
                <a:lnTo>
                  <a:pt x="253" y="172"/>
                </a:lnTo>
                <a:lnTo>
                  <a:pt x="254" y="172"/>
                </a:lnTo>
                <a:lnTo>
                  <a:pt x="255" y="172"/>
                </a:lnTo>
                <a:lnTo>
                  <a:pt x="256" y="172"/>
                </a:lnTo>
                <a:lnTo>
                  <a:pt x="257" y="172"/>
                </a:lnTo>
                <a:lnTo>
                  <a:pt x="256" y="173"/>
                </a:lnTo>
                <a:lnTo>
                  <a:pt x="257" y="174"/>
                </a:lnTo>
                <a:lnTo>
                  <a:pt x="258" y="175"/>
                </a:lnTo>
                <a:lnTo>
                  <a:pt x="259" y="175"/>
                </a:lnTo>
                <a:lnTo>
                  <a:pt x="259" y="174"/>
                </a:lnTo>
                <a:lnTo>
                  <a:pt x="258" y="174"/>
                </a:lnTo>
                <a:lnTo>
                  <a:pt x="259" y="173"/>
                </a:lnTo>
                <a:lnTo>
                  <a:pt x="259" y="172"/>
                </a:lnTo>
                <a:lnTo>
                  <a:pt x="259" y="171"/>
                </a:lnTo>
                <a:lnTo>
                  <a:pt x="260" y="170"/>
                </a:lnTo>
                <a:lnTo>
                  <a:pt x="260" y="168"/>
                </a:lnTo>
                <a:lnTo>
                  <a:pt x="260" y="167"/>
                </a:lnTo>
                <a:lnTo>
                  <a:pt x="260" y="166"/>
                </a:lnTo>
                <a:lnTo>
                  <a:pt x="260" y="165"/>
                </a:lnTo>
                <a:lnTo>
                  <a:pt x="260" y="164"/>
                </a:lnTo>
                <a:lnTo>
                  <a:pt x="261" y="163"/>
                </a:lnTo>
                <a:lnTo>
                  <a:pt x="262" y="163"/>
                </a:lnTo>
                <a:lnTo>
                  <a:pt x="263" y="162"/>
                </a:lnTo>
                <a:lnTo>
                  <a:pt x="263" y="161"/>
                </a:lnTo>
                <a:lnTo>
                  <a:pt x="262" y="161"/>
                </a:lnTo>
                <a:lnTo>
                  <a:pt x="263" y="161"/>
                </a:lnTo>
                <a:lnTo>
                  <a:pt x="264" y="161"/>
                </a:lnTo>
                <a:lnTo>
                  <a:pt x="265" y="162"/>
                </a:lnTo>
                <a:lnTo>
                  <a:pt x="266" y="162"/>
                </a:lnTo>
                <a:lnTo>
                  <a:pt x="267" y="162"/>
                </a:lnTo>
                <a:lnTo>
                  <a:pt x="267" y="163"/>
                </a:lnTo>
                <a:lnTo>
                  <a:pt x="268" y="163"/>
                </a:lnTo>
                <a:lnTo>
                  <a:pt x="268" y="162"/>
                </a:lnTo>
                <a:lnTo>
                  <a:pt x="269" y="163"/>
                </a:lnTo>
                <a:lnTo>
                  <a:pt x="270" y="163"/>
                </a:lnTo>
                <a:lnTo>
                  <a:pt x="270" y="162"/>
                </a:lnTo>
                <a:lnTo>
                  <a:pt x="271" y="162"/>
                </a:lnTo>
                <a:lnTo>
                  <a:pt x="272" y="161"/>
                </a:lnTo>
                <a:lnTo>
                  <a:pt x="273" y="161"/>
                </a:lnTo>
                <a:lnTo>
                  <a:pt x="273" y="160"/>
                </a:lnTo>
                <a:lnTo>
                  <a:pt x="274" y="160"/>
                </a:lnTo>
                <a:lnTo>
                  <a:pt x="275" y="160"/>
                </a:lnTo>
                <a:lnTo>
                  <a:pt x="275" y="159"/>
                </a:lnTo>
                <a:lnTo>
                  <a:pt x="275" y="160"/>
                </a:lnTo>
                <a:lnTo>
                  <a:pt x="276" y="161"/>
                </a:lnTo>
                <a:lnTo>
                  <a:pt x="275" y="161"/>
                </a:lnTo>
                <a:lnTo>
                  <a:pt x="275" y="162"/>
                </a:lnTo>
                <a:lnTo>
                  <a:pt x="275" y="163"/>
                </a:lnTo>
                <a:lnTo>
                  <a:pt x="274" y="163"/>
                </a:lnTo>
                <a:lnTo>
                  <a:pt x="274" y="164"/>
                </a:lnTo>
                <a:lnTo>
                  <a:pt x="273" y="165"/>
                </a:lnTo>
                <a:lnTo>
                  <a:pt x="274" y="165"/>
                </a:lnTo>
                <a:lnTo>
                  <a:pt x="274" y="166"/>
                </a:lnTo>
                <a:lnTo>
                  <a:pt x="274" y="165"/>
                </a:lnTo>
                <a:lnTo>
                  <a:pt x="275" y="165"/>
                </a:lnTo>
                <a:lnTo>
                  <a:pt x="275" y="164"/>
                </a:lnTo>
                <a:lnTo>
                  <a:pt x="276" y="163"/>
                </a:lnTo>
                <a:lnTo>
                  <a:pt x="276" y="162"/>
                </a:lnTo>
                <a:lnTo>
                  <a:pt x="277" y="162"/>
                </a:lnTo>
                <a:lnTo>
                  <a:pt x="278" y="162"/>
                </a:lnTo>
                <a:lnTo>
                  <a:pt x="278" y="163"/>
                </a:lnTo>
                <a:lnTo>
                  <a:pt x="278" y="164"/>
                </a:lnTo>
                <a:lnTo>
                  <a:pt x="279" y="164"/>
                </a:lnTo>
                <a:lnTo>
                  <a:pt x="279" y="165"/>
                </a:lnTo>
                <a:lnTo>
                  <a:pt x="280" y="166"/>
                </a:lnTo>
                <a:lnTo>
                  <a:pt x="280" y="165"/>
                </a:lnTo>
                <a:lnTo>
                  <a:pt x="281" y="165"/>
                </a:lnTo>
                <a:lnTo>
                  <a:pt x="282" y="166"/>
                </a:lnTo>
                <a:lnTo>
                  <a:pt x="282" y="167"/>
                </a:lnTo>
                <a:lnTo>
                  <a:pt x="282" y="168"/>
                </a:lnTo>
                <a:lnTo>
                  <a:pt x="283" y="168"/>
                </a:lnTo>
                <a:lnTo>
                  <a:pt x="283" y="169"/>
                </a:lnTo>
                <a:lnTo>
                  <a:pt x="284" y="169"/>
                </a:lnTo>
                <a:lnTo>
                  <a:pt x="284" y="170"/>
                </a:lnTo>
                <a:lnTo>
                  <a:pt x="284" y="171"/>
                </a:lnTo>
                <a:lnTo>
                  <a:pt x="285" y="171"/>
                </a:lnTo>
                <a:lnTo>
                  <a:pt x="285" y="172"/>
                </a:lnTo>
                <a:lnTo>
                  <a:pt x="286" y="172"/>
                </a:lnTo>
                <a:lnTo>
                  <a:pt x="285" y="172"/>
                </a:lnTo>
                <a:lnTo>
                  <a:pt x="285" y="173"/>
                </a:lnTo>
                <a:lnTo>
                  <a:pt x="286" y="173"/>
                </a:lnTo>
                <a:lnTo>
                  <a:pt x="286" y="174"/>
                </a:lnTo>
                <a:lnTo>
                  <a:pt x="285" y="174"/>
                </a:lnTo>
                <a:lnTo>
                  <a:pt x="286" y="174"/>
                </a:lnTo>
                <a:lnTo>
                  <a:pt x="287" y="174"/>
                </a:lnTo>
                <a:lnTo>
                  <a:pt x="287" y="175"/>
                </a:lnTo>
                <a:lnTo>
                  <a:pt x="286" y="176"/>
                </a:lnTo>
                <a:lnTo>
                  <a:pt x="287" y="176"/>
                </a:lnTo>
                <a:lnTo>
                  <a:pt x="288" y="176"/>
                </a:lnTo>
                <a:lnTo>
                  <a:pt x="287" y="176"/>
                </a:lnTo>
                <a:lnTo>
                  <a:pt x="287" y="177"/>
                </a:lnTo>
                <a:lnTo>
                  <a:pt x="288" y="177"/>
                </a:lnTo>
                <a:lnTo>
                  <a:pt x="288" y="178"/>
                </a:lnTo>
                <a:lnTo>
                  <a:pt x="289" y="178"/>
                </a:lnTo>
                <a:lnTo>
                  <a:pt x="289" y="179"/>
                </a:lnTo>
                <a:lnTo>
                  <a:pt x="290" y="178"/>
                </a:lnTo>
                <a:lnTo>
                  <a:pt x="290" y="179"/>
                </a:lnTo>
                <a:lnTo>
                  <a:pt x="291" y="179"/>
                </a:lnTo>
                <a:lnTo>
                  <a:pt x="291" y="180"/>
                </a:lnTo>
                <a:lnTo>
                  <a:pt x="292" y="180"/>
                </a:lnTo>
                <a:lnTo>
                  <a:pt x="292" y="179"/>
                </a:lnTo>
                <a:lnTo>
                  <a:pt x="292" y="180"/>
                </a:lnTo>
                <a:lnTo>
                  <a:pt x="293" y="180"/>
                </a:lnTo>
                <a:lnTo>
                  <a:pt x="293" y="181"/>
                </a:lnTo>
                <a:lnTo>
                  <a:pt x="294" y="181"/>
                </a:lnTo>
                <a:lnTo>
                  <a:pt x="295" y="181"/>
                </a:lnTo>
                <a:lnTo>
                  <a:pt x="294" y="181"/>
                </a:lnTo>
                <a:lnTo>
                  <a:pt x="295" y="181"/>
                </a:lnTo>
                <a:lnTo>
                  <a:pt x="295" y="182"/>
                </a:lnTo>
                <a:lnTo>
                  <a:pt x="295" y="181"/>
                </a:lnTo>
                <a:lnTo>
                  <a:pt x="296" y="182"/>
                </a:lnTo>
                <a:lnTo>
                  <a:pt x="297" y="182"/>
                </a:lnTo>
                <a:lnTo>
                  <a:pt x="297" y="183"/>
                </a:lnTo>
                <a:lnTo>
                  <a:pt x="299" y="183"/>
                </a:lnTo>
                <a:lnTo>
                  <a:pt x="299" y="182"/>
                </a:lnTo>
                <a:lnTo>
                  <a:pt x="299" y="181"/>
                </a:lnTo>
                <a:lnTo>
                  <a:pt x="298" y="181"/>
                </a:lnTo>
                <a:lnTo>
                  <a:pt x="298" y="180"/>
                </a:lnTo>
                <a:lnTo>
                  <a:pt x="299" y="180"/>
                </a:lnTo>
                <a:lnTo>
                  <a:pt x="299" y="179"/>
                </a:lnTo>
                <a:lnTo>
                  <a:pt x="299" y="176"/>
                </a:lnTo>
                <a:lnTo>
                  <a:pt x="298" y="176"/>
                </a:lnTo>
                <a:lnTo>
                  <a:pt x="299" y="175"/>
                </a:lnTo>
                <a:lnTo>
                  <a:pt x="299" y="174"/>
                </a:lnTo>
                <a:lnTo>
                  <a:pt x="299" y="173"/>
                </a:lnTo>
                <a:lnTo>
                  <a:pt x="300" y="172"/>
                </a:lnTo>
                <a:lnTo>
                  <a:pt x="301" y="173"/>
                </a:lnTo>
                <a:lnTo>
                  <a:pt x="302" y="173"/>
                </a:lnTo>
                <a:lnTo>
                  <a:pt x="302" y="174"/>
                </a:lnTo>
                <a:lnTo>
                  <a:pt x="303" y="174"/>
                </a:lnTo>
                <a:lnTo>
                  <a:pt x="304" y="174"/>
                </a:lnTo>
                <a:lnTo>
                  <a:pt x="304" y="173"/>
                </a:lnTo>
                <a:lnTo>
                  <a:pt x="304" y="172"/>
                </a:lnTo>
                <a:lnTo>
                  <a:pt x="303" y="172"/>
                </a:lnTo>
                <a:lnTo>
                  <a:pt x="303" y="171"/>
                </a:lnTo>
                <a:lnTo>
                  <a:pt x="303" y="170"/>
                </a:lnTo>
                <a:lnTo>
                  <a:pt x="302" y="169"/>
                </a:lnTo>
                <a:lnTo>
                  <a:pt x="301" y="168"/>
                </a:lnTo>
                <a:lnTo>
                  <a:pt x="301" y="167"/>
                </a:lnTo>
                <a:lnTo>
                  <a:pt x="302" y="167"/>
                </a:lnTo>
                <a:lnTo>
                  <a:pt x="302" y="168"/>
                </a:lnTo>
                <a:lnTo>
                  <a:pt x="302" y="167"/>
                </a:lnTo>
                <a:lnTo>
                  <a:pt x="303" y="168"/>
                </a:lnTo>
                <a:lnTo>
                  <a:pt x="304" y="169"/>
                </a:lnTo>
                <a:lnTo>
                  <a:pt x="305" y="169"/>
                </a:lnTo>
                <a:lnTo>
                  <a:pt x="306" y="169"/>
                </a:lnTo>
                <a:lnTo>
                  <a:pt x="306" y="170"/>
                </a:lnTo>
                <a:lnTo>
                  <a:pt x="307" y="170"/>
                </a:lnTo>
                <a:lnTo>
                  <a:pt x="308" y="170"/>
                </a:lnTo>
                <a:lnTo>
                  <a:pt x="308" y="169"/>
                </a:lnTo>
                <a:lnTo>
                  <a:pt x="308" y="170"/>
                </a:lnTo>
                <a:lnTo>
                  <a:pt x="309" y="171"/>
                </a:lnTo>
                <a:lnTo>
                  <a:pt x="310" y="171"/>
                </a:lnTo>
                <a:lnTo>
                  <a:pt x="310" y="170"/>
                </a:lnTo>
                <a:lnTo>
                  <a:pt x="311" y="170"/>
                </a:lnTo>
                <a:lnTo>
                  <a:pt x="311" y="169"/>
                </a:lnTo>
                <a:lnTo>
                  <a:pt x="311" y="170"/>
                </a:lnTo>
                <a:lnTo>
                  <a:pt x="312" y="170"/>
                </a:lnTo>
                <a:lnTo>
                  <a:pt x="313" y="171"/>
                </a:lnTo>
                <a:lnTo>
                  <a:pt x="314" y="171"/>
                </a:lnTo>
                <a:lnTo>
                  <a:pt x="314" y="170"/>
                </a:lnTo>
                <a:lnTo>
                  <a:pt x="315" y="170"/>
                </a:lnTo>
                <a:lnTo>
                  <a:pt x="315" y="171"/>
                </a:lnTo>
                <a:lnTo>
                  <a:pt x="316" y="171"/>
                </a:lnTo>
                <a:lnTo>
                  <a:pt x="317" y="171"/>
                </a:lnTo>
                <a:lnTo>
                  <a:pt x="317" y="172"/>
                </a:lnTo>
                <a:lnTo>
                  <a:pt x="317" y="171"/>
                </a:lnTo>
                <a:lnTo>
                  <a:pt x="318" y="171"/>
                </a:lnTo>
                <a:lnTo>
                  <a:pt x="318" y="172"/>
                </a:lnTo>
                <a:lnTo>
                  <a:pt x="319" y="172"/>
                </a:lnTo>
                <a:lnTo>
                  <a:pt x="319" y="173"/>
                </a:lnTo>
                <a:lnTo>
                  <a:pt x="320" y="173"/>
                </a:lnTo>
                <a:lnTo>
                  <a:pt x="320" y="174"/>
                </a:lnTo>
                <a:lnTo>
                  <a:pt x="321" y="174"/>
                </a:lnTo>
                <a:lnTo>
                  <a:pt x="321" y="173"/>
                </a:lnTo>
                <a:lnTo>
                  <a:pt x="322" y="174"/>
                </a:lnTo>
                <a:lnTo>
                  <a:pt x="322" y="175"/>
                </a:lnTo>
                <a:lnTo>
                  <a:pt x="323" y="175"/>
                </a:lnTo>
                <a:lnTo>
                  <a:pt x="325" y="174"/>
                </a:lnTo>
                <a:lnTo>
                  <a:pt x="325" y="173"/>
                </a:lnTo>
                <a:lnTo>
                  <a:pt x="326" y="173"/>
                </a:lnTo>
                <a:lnTo>
                  <a:pt x="327" y="173"/>
                </a:lnTo>
                <a:lnTo>
                  <a:pt x="328" y="172"/>
                </a:lnTo>
                <a:lnTo>
                  <a:pt x="328" y="173"/>
                </a:lnTo>
                <a:lnTo>
                  <a:pt x="328" y="172"/>
                </a:lnTo>
                <a:lnTo>
                  <a:pt x="329" y="172"/>
                </a:lnTo>
                <a:lnTo>
                  <a:pt x="330" y="172"/>
                </a:lnTo>
                <a:lnTo>
                  <a:pt x="330" y="171"/>
                </a:lnTo>
                <a:lnTo>
                  <a:pt x="331" y="171"/>
                </a:lnTo>
                <a:lnTo>
                  <a:pt x="331" y="170"/>
                </a:lnTo>
                <a:lnTo>
                  <a:pt x="332" y="169"/>
                </a:lnTo>
                <a:lnTo>
                  <a:pt x="333" y="168"/>
                </a:lnTo>
                <a:lnTo>
                  <a:pt x="334" y="168"/>
                </a:lnTo>
                <a:lnTo>
                  <a:pt x="335" y="167"/>
                </a:lnTo>
                <a:lnTo>
                  <a:pt x="336" y="167"/>
                </a:lnTo>
                <a:lnTo>
                  <a:pt x="337" y="168"/>
                </a:lnTo>
                <a:lnTo>
                  <a:pt x="339" y="168"/>
                </a:lnTo>
                <a:lnTo>
                  <a:pt x="340" y="168"/>
                </a:lnTo>
                <a:lnTo>
                  <a:pt x="340" y="169"/>
                </a:lnTo>
                <a:lnTo>
                  <a:pt x="340" y="170"/>
                </a:lnTo>
                <a:lnTo>
                  <a:pt x="340" y="171"/>
                </a:lnTo>
                <a:lnTo>
                  <a:pt x="340" y="172"/>
                </a:lnTo>
                <a:lnTo>
                  <a:pt x="341" y="172"/>
                </a:lnTo>
                <a:lnTo>
                  <a:pt x="341" y="171"/>
                </a:lnTo>
                <a:lnTo>
                  <a:pt x="341" y="170"/>
                </a:lnTo>
                <a:lnTo>
                  <a:pt x="342" y="169"/>
                </a:lnTo>
                <a:lnTo>
                  <a:pt x="343" y="169"/>
                </a:lnTo>
                <a:lnTo>
                  <a:pt x="344" y="169"/>
                </a:lnTo>
                <a:lnTo>
                  <a:pt x="345" y="168"/>
                </a:lnTo>
                <a:lnTo>
                  <a:pt x="346" y="168"/>
                </a:lnTo>
                <a:lnTo>
                  <a:pt x="346" y="167"/>
                </a:lnTo>
                <a:lnTo>
                  <a:pt x="347" y="167"/>
                </a:lnTo>
                <a:lnTo>
                  <a:pt x="348" y="166"/>
                </a:lnTo>
                <a:lnTo>
                  <a:pt x="348" y="165"/>
                </a:lnTo>
                <a:lnTo>
                  <a:pt x="349" y="165"/>
                </a:lnTo>
                <a:lnTo>
                  <a:pt x="349" y="164"/>
                </a:lnTo>
                <a:lnTo>
                  <a:pt x="350" y="163"/>
                </a:lnTo>
                <a:lnTo>
                  <a:pt x="350" y="162"/>
                </a:lnTo>
                <a:lnTo>
                  <a:pt x="350" y="161"/>
                </a:lnTo>
                <a:lnTo>
                  <a:pt x="351" y="161"/>
                </a:lnTo>
                <a:lnTo>
                  <a:pt x="350" y="161"/>
                </a:lnTo>
                <a:lnTo>
                  <a:pt x="350" y="160"/>
                </a:lnTo>
                <a:lnTo>
                  <a:pt x="351" y="159"/>
                </a:lnTo>
                <a:lnTo>
                  <a:pt x="351" y="158"/>
                </a:lnTo>
                <a:lnTo>
                  <a:pt x="350" y="158"/>
                </a:lnTo>
                <a:lnTo>
                  <a:pt x="351" y="157"/>
                </a:lnTo>
                <a:lnTo>
                  <a:pt x="351" y="156"/>
                </a:lnTo>
                <a:lnTo>
                  <a:pt x="351" y="155"/>
                </a:lnTo>
                <a:lnTo>
                  <a:pt x="351" y="154"/>
                </a:lnTo>
                <a:lnTo>
                  <a:pt x="351" y="153"/>
                </a:lnTo>
                <a:lnTo>
                  <a:pt x="352" y="152"/>
                </a:lnTo>
                <a:lnTo>
                  <a:pt x="351" y="152"/>
                </a:lnTo>
                <a:lnTo>
                  <a:pt x="351" y="151"/>
                </a:lnTo>
                <a:lnTo>
                  <a:pt x="350" y="151"/>
                </a:lnTo>
                <a:lnTo>
                  <a:pt x="350" y="150"/>
                </a:lnTo>
                <a:lnTo>
                  <a:pt x="350" y="149"/>
                </a:lnTo>
                <a:lnTo>
                  <a:pt x="350" y="148"/>
                </a:lnTo>
                <a:lnTo>
                  <a:pt x="349" y="148"/>
                </a:lnTo>
                <a:lnTo>
                  <a:pt x="348" y="148"/>
                </a:lnTo>
                <a:lnTo>
                  <a:pt x="349" y="148"/>
                </a:lnTo>
                <a:lnTo>
                  <a:pt x="348" y="148"/>
                </a:lnTo>
                <a:lnTo>
                  <a:pt x="348" y="147"/>
                </a:lnTo>
                <a:lnTo>
                  <a:pt x="347" y="147"/>
                </a:lnTo>
                <a:lnTo>
                  <a:pt x="347" y="146"/>
                </a:lnTo>
                <a:lnTo>
                  <a:pt x="346" y="145"/>
                </a:lnTo>
                <a:lnTo>
                  <a:pt x="345" y="145"/>
                </a:lnTo>
                <a:lnTo>
                  <a:pt x="345" y="144"/>
                </a:lnTo>
                <a:lnTo>
                  <a:pt x="344" y="144"/>
                </a:lnTo>
                <a:lnTo>
                  <a:pt x="343" y="144"/>
                </a:lnTo>
                <a:lnTo>
                  <a:pt x="342" y="144"/>
                </a:lnTo>
                <a:lnTo>
                  <a:pt x="341" y="143"/>
                </a:lnTo>
                <a:lnTo>
                  <a:pt x="342" y="142"/>
                </a:lnTo>
                <a:lnTo>
                  <a:pt x="342" y="141"/>
                </a:lnTo>
                <a:lnTo>
                  <a:pt x="342" y="140"/>
                </a:lnTo>
                <a:lnTo>
                  <a:pt x="342" y="139"/>
                </a:lnTo>
                <a:lnTo>
                  <a:pt x="342" y="137"/>
                </a:lnTo>
                <a:lnTo>
                  <a:pt x="342" y="136"/>
                </a:lnTo>
                <a:lnTo>
                  <a:pt x="342" y="135"/>
                </a:lnTo>
                <a:lnTo>
                  <a:pt x="343" y="136"/>
                </a:lnTo>
                <a:lnTo>
                  <a:pt x="345" y="136"/>
                </a:lnTo>
                <a:lnTo>
                  <a:pt x="346" y="136"/>
                </a:lnTo>
                <a:lnTo>
                  <a:pt x="347" y="136"/>
                </a:lnTo>
                <a:lnTo>
                  <a:pt x="346" y="135"/>
                </a:lnTo>
                <a:lnTo>
                  <a:pt x="346" y="134"/>
                </a:lnTo>
                <a:lnTo>
                  <a:pt x="346" y="133"/>
                </a:lnTo>
                <a:lnTo>
                  <a:pt x="346" y="132"/>
                </a:lnTo>
                <a:lnTo>
                  <a:pt x="347" y="132"/>
                </a:lnTo>
                <a:lnTo>
                  <a:pt x="347" y="131"/>
                </a:lnTo>
                <a:lnTo>
                  <a:pt x="346" y="131"/>
                </a:lnTo>
                <a:lnTo>
                  <a:pt x="346" y="130"/>
                </a:lnTo>
                <a:lnTo>
                  <a:pt x="347" y="130"/>
                </a:lnTo>
                <a:lnTo>
                  <a:pt x="346" y="130"/>
                </a:lnTo>
                <a:lnTo>
                  <a:pt x="346" y="129"/>
                </a:lnTo>
                <a:lnTo>
                  <a:pt x="345" y="129"/>
                </a:lnTo>
                <a:lnTo>
                  <a:pt x="343" y="129"/>
                </a:lnTo>
                <a:lnTo>
                  <a:pt x="343" y="128"/>
                </a:lnTo>
                <a:lnTo>
                  <a:pt x="343" y="127"/>
                </a:lnTo>
                <a:lnTo>
                  <a:pt x="343" y="126"/>
                </a:lnTo>
                <a:lnTo>
                  <a:pt x="343" y="125"/>
                </a:lnTo>
                <a:lnTo>
                  <a:pt x="344" y="125"/>
                </a:lnTo>
                <a:lnTo>
                  <a:pt x="345" y="125"/>
                </a:lnTo>
                <a:lnTo>
                  <a:pt x="345" y="124"/>
                </a:lnTo>
                <a:lnTo>
                  <a:pt x="345" y="123"/>
                </a:lnTo>
                <a:lnTo>
                  <a:pt x="345" y="122"/>
                </a:lnTo>
                <a:lnTo>
                  <a:pt x="344" y="122"/>
                </a:lnTo>
                <a:lnTo>
                  <a:pt x="344" y="121"/>
                </a:lnTo>
                <a:lnTo>
                  <a:pt x="344" y="120"/>
                </a:lnTo>
                <a:lnTo>
                  <a:pt x="345" y="119"/>
                </a:lnTo>
                <a:lnTo>
                  <a:pt x="344" y="119"/>
                </a:lnTo>
                <a:lnTo>
                  <a:pt x="343" y="119"/>
                </a:lnTo>
                <a:lnTo>
                  <a:pt x="343" y="118"/>
                </a:lnTo>
                <a:lnTo>
                  <a:pt x="342" y="118"/>
                </a:lnTo>
                <a:lnTo>
                  <a:pt x="342" y="117"/>
                </a:lnTo>
                <a:lnTo>
                  <a:pt x="342" y="116"/>
                </a:lnTo>
                <a:lnTo>
                  <a:pt x="343" y="116"/>
                </a:lnTo>
                <a:lnTo>
                  <a:pt x="343" y="115"/>
                </a:lnTo>
                <a:lnTo>
                  <a:pt x="342" y="115"/>
                </a:lnTo>
                <a:lnTo>
                  <a:pt x="341" y="115"/>
                </a:lnTo>
                <a:lnTo>
                  <a:pt x="341" y="114"/>
                </a:lnTo>
                <a:lnTo>
                  <a:pt x="341" y="112"/>
                </a:lnTo>
                <a:lnTo>
                  <a:pt x="342" y="112"/>
                </a:lnTo>
                <a:lnTo>
                  <a:pt x="342" y="111"/>
                </a:lnTo>
                <a:lnTo>
                  <a:pt x="343" y="111"/>
                </a:lnTo>
                <a:lnTo>
                  <a:pt x="343" y="110"/>
                </a:lnTo>
                <a:lnTo>
                  <a:pt x="344" y="110"/>
                </a:lnTo>
                <a:lnTo>
                  <a:pt x="344" y="109"/>
                </a:lnTo>
                <a:lnTo>
                  <a:pt x="345" y="109"/>
                </a:lnTo>
                <a:lnTo>
                  <a:pt x="346" y="109"/>
                </a:lnTo>
                <a:lnTo>
                  <a:pt x="346" y="108"/>
                </a:lnTo>
                <a:lnTo>
                  <a:pt x="346" y="107"/>
                </a:lnTo>
                <a:lnTo>
                  <a:pt x="347" y="107"/>
                </a:lnTo>
                <a:lnTo>
                  <a:pt x="349" y="107"/>
                </a:lnTo>
                <a:lnTo>
                  <a:pt x="349" y="108"/>
                </a:lnTo>
                <a:lnTo>
                  <a:pt x="350" y="108"/>
                </a:lnTo>
                <a:lnTo>
                  <a:pt x="350" y="107"/>
                </a:lnTo>
                <a:lnTo>
                  <a:pt x="351" y="106"/>
                </a:lnTo>
                <a:lnTo>
                  <a:pt x="351" y="107"/>
                </a:lnTo>
                <a:lnTo>
                  <a:pt x="352" y="107"/>
                </a:lnTo>
                <a:lnTo>
                  <a:pt x="353" y="107"/>
                </a:lnTo>
                <a:lnTo>
                  <a:pt x="354" y="107"/>
                </a:lnTo>
                <a:lnTo>
                  <a:pt x="355" y="107"/>
                </a:lnTo>
                <a:lnTo>
                  <a:pt x="356" y="107"/>
                </a:lnTo>
                <a:lnTo>
                  <a:pt x="357" y="108"/>
                </a:lnTo>
                <a:lnTo>
                  <a:pt x="358" y="109"/>
                </a:lnTo>
                <a:lnTo>
                  <a:pt x="359" y="110"/>
                </a:lnTo>
                <a:lnTo>
                  <a:pt x="360" y="110"/>
                </a:lnTo>
                <a:lnTo>
                  <a:pt x="360" y="111"/>
                </a:lnTo>
                <a:lnTo>
                  <a:pt x="360" y="112"/>
                </a:lnTo>
                <a:lnTo>
                  <a:pt x="361" y="112"/>
                </a:lnTo>
                <a:lnTo>
                  <a:pt x="361" y="113"/>
                </a:lnTo>
                <a:lnTo>
                  <a:pt x="361" y="114"/>
                </a:lnTo>
                <a:lnTo>
                  <a:pt x="362" y="114"/>
                </a:lnTo>
                <a:lnTo>
                  <a:pt x="362" y="115"/>
                </a:lnTo>
                <a:lnTo>
                  <a:pt x="362" y="116"/>
                </a:lnTo>
                <a:lnTo>
                  <a:pt x="363" y="116"/>
                </a:lnTo>
                <a:lnTo>
                  <a:pt x="363" y="117"/>
                </a:lnTo>
                <a:lnTo>
                  <a:pt x="364" y="117"/>
                </a:lnTo>
                <a:lnTo>
                  <a:pt x="364" y="118"/>
                </a:lnTo>
                <a:lnTo>
                  <a:pt x="365" y="119"/>
                </a:lnTo>
                <a:lnTo>
                  <a:pt x="366" y="118"/>
                </a:lnTo>
                <a:lnTo>
                  <a:pt x="366" y="117"/>
                </a:lnTo>
                <a:lnTo>
                  <a:pt x="365" y="117"/>
                </a:lnTo>
                <a:lnTo>
                  <a:pt x="366" y="116"/>
                </a:lnTo>
                <a:lnTo>
                  <a:pt x="366" y="115"/>
                </a:lnTo>
                <a:lnTo>
                  <a:pt x="366" y="114"/>
                </a:lnTo>
                <a:lnTo>
                  <a:pt x="366" y="113"/>
                </a:lnTo>
                <a:lnTo>
                  <a:pt x="365" y="113"/>
                </a:lnTo>
                <a:lnTo>
                  <a:pt x="366" y="113"/>
                </a:lnTo>
                <a:lnTo>
                  <a:pt x="366" y="112"/>
                </a:lnTo>
                <a:lnTo>
                  <a:pt x="366" y="111"/>
                </a:lnTo>
                <a:lnTo>
                  <a:pt x="367" y="111"/>
                </a:lnTo>
                <a:lnTo>
                  <a:pt x="368" y="111"/>
                </a:lnTo>
                <a:lnTo>
                  <a:pt x="369" y="111"/>
                </a:lnTo>
                <a:lnTo>
                  <a:pt x="370" y="111"/>
                </a:lnTo>
                <a:lnTo>
                  <a:pt x="371" y="111"/>
                </a:lnTo>
                <a:lnTo>
                  <a:pt x="372" y="111"/>
                </a:lnTo>
                <a:lnTo>
                  <a:pt x="373" y="111"/>
                </a:lnTo>
                <a:lnTo>
                  <a:pt x="374" y="111"/>
                </a:lnTo>
                <a:lnTo>
                  <a:pt x="375" y="112"/>
                </a:lnTo>
                <a:lnTo>
                  <a:pt x="375" y="113"/>
                </a:lnTo>
                <a:lnTo>
                  <a:pt x="376" y="113"/>
                </a:lnTo>
                <a:lnTo>
                  <a:pt x="376" y="114"/>
                </a:lnTo>
                <a:lnTo>
                  <a:pt x="377" y="114"/>
                </a:lnTo>
                <a:lnTo>
                  <a:pt x="377" y="115"/>
                </a:lnTo>
                <a:lnTo>
                  <a:pt x="378" y="115"/>
                </a:lnTo>
                <a:lnTo>
                  <a:pt x="378" y="116"/>
                </a:lnTo>
                <a:lnTo>
                  <a:pt x="379" y="116"/>
                </a:lnTo>
                <a:lnTo>
                  <a:pt x="379" y="117"/>
                </a:lnTo>
                <a:lnTo>
                  <a:pt x="380" y="117"/>
                </a:lnTo>
                <a:lnTo>
                  <a:pt x="381" y="117"/>
                </a:lnTo>
                <a:lnTo>
                  <a:pt x="381" y="118"/>
                </a:lnTo>
                <a:lnTo>
                  <a:pt x="382" y="119"/>
                </a:lnTo>
                <a:lnTo>
                  <a:pt x="383" y="119"/>
                </a:lnTo>
                <a:lnTo>
                  <a:pt x="383" y="120"/>
                </a:lnTo>
                <a:lnTo>
                  <a:pt x="384" y="121"/>
                </a:lnTo>
                <a:lnTo>
                  <a:pt x="384" y="122"/>
                </a:lnTo>
                <a:lnTo>
                  <a:pt x="385" y="122"/>
                </a:lnTo>
                <a:lnTo>
                  <a:pt x="385" y="123"/>
                </a:lnTo>
                <a:lnTo>
                  <a:pt x="386" y="123"/>
                </a:lnTo>
                <a:lnTo>
                  <a:pt x="386" y="124"/>
                </a:lnTo>
                <a:lnTo>
                  <a:pt x="387" y="124"/>
                </a:lnTo>
                <a:lnTo>
                  <a:pt x="388" y="123"/>
                </a:lnTo>
                <a:lnTo>
                  <a:pt x="388" y="122"/>
                </a:lnTo>
                <a:lnTo>
                  <a:pt x="389" y="122"/>
                </a:lnTo>
                <a:lnTo>
                  <a:pt x="389" y="121"/>
                </a:lnTo>
                <a:lnTo>
                  <a:pt x="390" y="120"/>
                </a:lnTo>
                <a:lnTo>
                  <a:pt x="390" y="119"/>
                </a:lnTo>
                <a:lnTo>
                  <a:pt x="389" y="118"/>
                </a:lnTo>
                <a:lnTo>
                  <a:pt x="390" y="117"/>
                </a:lnTo>
                <a:lnTo>
                  <a:pt x="391" y="117"/>
                </a:lnTo>
                <a:lnTo>
                  <a:pt x="392" y="116"/>
                </a:lnTo>
                <a:lnTo>
                  <a:pt x="392" y="115"/>
                </a:lnTo>
                <a:lnTo>
                  <a:pt x="392" y="114"/>
                </a:lnTo>
                <a:lnTo>
                  <a:pt x="391" y="114"/>
                </a:lnTo>
                <a:lnTo>
                  <a:pt x="392" y="114"/>
                </a:lnTo>
                <a:lnTo>
                  <a:pt x="393" y="113"/>
                </a:lnTo>
                <a:lnTo>
                  <a:pt x="394" y="113"/>
                </a:lnTo>
                <a:lnTo>
                  <a:pt x="395" y="112"/>
                </a:lnTo>
                <a:lnTo>
                  <a:pt x="395" y="111"/>
                </a:lnTo>
                <a:lnTo>
                  <a:pt x="396" y="110"/>
                </a:lnTo>
                <a:lnTo>
                  <a:pt x="396" y="109"/>
                </a:lnTo>
                <a:lnTo>
                  <a:pt x="396" y="108"/>
                </a:lnTo>
                <a:lnTo>
                  <a:pt x="397" y="107"/>
                </a:lnTo>
                <a:lnTo>
                  <a:pt x="397" y="106"/>
                </a:lnTo>
                <a:lnTo>
                  <a:pt x="396" y="105"/>
                </a:lnTo>
                <a:lnTo>
                  <a:pt x="395" y="105"/>
                </a:lnTo>
                <a:lnTo>
                  <a:pt x="395" y="104"/>
                </a:lnTo>
                <a:lnTo>
                  <a:pt x="394" y="104"/>
                </a:lnTo>
                <a:lnTo>
                  <a:pt x="393" y="104"/>
                </a:lnTo>
                <a:lnTo>
                  <a:pt x="392" y="104"/>
                </a:lnTo>
                <a:lnTo>
                  <a:pt x="391" y="104"/>
                </a:lnTo>
                <a:lnTo>
                  <a:pt x="391" y="103"/>
                </a:lnTo>
                <a:lnTo>
                  <a:pt x="390" y="103"/>
                </a:lnTo>
                <a:lnTo>
                  <a:pt x="389" y="102"/>
                </a:lnTo>
                <a:lnTo>
                  <a:pt x="389" y="101"/>
                </a:lnTo>
                <a:lnTo>
                  <a:pt x="389" y="100"/>
                </a:lnTo>
                <a:lnTo>
                  <a:pt x="389" y="99"/>
                </a:lnTo>
                <a:lnTo>
                  <a:pt x="389" y="98"/>
                </a:lnTo>
                <a:lnTo>
                  <a:pt x="390" y="97"/>
                </a:lnTo>
                <a:lnTo>
                  <a:pt x="390" y="96"/>
                </a:lnTo>
                <a:lnTo>
                  <a:pt x="390" y="95"/>
                </a:lnTo>
                <a:lnTo>
                  <a:pt x="391" y="94"/>
                </a:lnTo>
                <a:lnTo>
                  <a:pt x="391" y="93"/>
                </a:lnTo>
                <a:lnTo>
                  <a:pt x="392" y="93"/>
                </a:lnTo>
                <a:lnTo>
                  <a:pt x="392" y="91"/>
                </a:lnTo>
                <a:lnTo>
                  <a:pt x="393" y="91"/>
                </a:lnTo>
                <a:lnTo>
                  <a:pt x="393" y="90"/>
                </a:lnTo>
                <a:lnTo>
                  <a:pt x="394" y="89"/>
                </a:lnTo>
                <a:lnTo>
                  <a:pt x="395" y="89"/>
                </a:lnTo>
                <a:lnTo>
                  <a:pt x="396" y="89"/>
                </a:lnTo>
                <a:lnTo>
                  <a:pt x="397" y="89"/>
                </a:lnTo>
                <a:lnTo>
                  <a:pt x="399" y="89"/>
                </a:lnTo>
                <a:lnTo>
                  <a:pt x="400" y="89"/>
                </a:lnTo>
                <a:lnTo>
                  <a:pt x="400" y="88"/>
                </a:lnTo>
                <a:lnTo>
                  <a:pt x="399" y="88"/>
                </a:lnTo>
                <a:lnTo>
                  <a:pt x="399" y="87"/>
                </a:lnTo>
                <a:lnTo>
                  <a:pt x="400" y="86"/>
                </a:lnTo>
                <a:lnTo>
                  <a:pt x="400" y="85"/>
                </a:lnTo>
                <a:lnTo>
                  <a:pt x="400" y="84"/>
                </a:lnTo>
                <a:lnTo>
                  <a:pt x="400" y="83"/>
                </a:lnTo>
                <a:lnTo>
                  <a:pt x="400" y="82"/>
                </a:lnTo>
                <a:lnTo>
                  <a:pt x="400" y="81"/>
                </a:lnTo>
                <a:lnTo>
                  <a:pt x="400" y="80"/>
                </a:lnTo>
                <a:lnTo>
                  <a:pt x="400" y="79"/>
                </a:lnTo>
                <a:lnTo>
                  <a:pt x="399" y="79"/>
                </a:lnTo>
                <a:lnTo>
                  <a:pt x="400" y="78"/>
                </a:lnTo>
                <a:lnTo>
                  <a:pt x="401" y="77"/>
                </a:lnTo>
                <a:lnTo>
                  <a:pt x="401" y="78"/>
                </a:lnTo>
                <a:lnTo>
                  <a:pt x="402" y="77"/>
                </a:lnTo>
                <a:lnTo>
                  <a:pt x="402" y="78"/>
                </a:lnTo>
                <a:lnTo>
                  <a:pt x="403" y="78"/>
                </a:lnTo>
                <a:lnTo>
                  <a:pt x="404" y="78"/>
                </a:lnTo>
                <a:lnTo>
                  <a:pt x="405" y="78"/>
                </a:lnTo>
                <a:lnTo>
                  <a:pt x="405" y="77"/>
                </a:lnTo>
                <a:lnTo>
                  <a:pt x="405" y="76"/>
                </a:lnTo>
                <a:lnTo>
                  <a:pt x="405" y="75"/>
                </a:lnTo>
                <a:lnTo>
                  <a:pt x="405" y="74"/>
                </a:lnTo>
                <a:lnTo>
                  <a:pt x="406" y="74"/>
                </a:lnTo>
                <a:lnTo>
                  <a:pt x="406" y="73"/>
                </a:lnTo>
                <a:lnTo>
                  <a:pt x="407" y="73"/>
                </a:lnTo>
                <a:lnTo>
                  <a:pt x="407" y="74"/>
                </a:lnTo>
                <a:lnTo>
                  <a:pt x="408" y="74"/>
                </a:lnTo>
                <a:lnTo>
                  <a:pt x="409" y="75"/>
                </a:lnTo>
                <a:lnTo>
                  <a:pt x="410" y="75"/>
                </a:lnTo>
                <a:lnTo>
                  <a:pt x="410" y="76"/>
                </a:lnTo>
                <a:lnTo>
                  <a:pt x="410" y="77"/>
                </a:lnTo>
                <a:lnTo>
                  <a:pt x="411" y="77"/>
                </a:lnTo>
                <a:lnTo>
                  <a:pt x="412" y="78"/>
                </a:lnTo>
                <a:lnTo>
                  <a:pt x="412" y="79"/>
                </a:lnTo>
                <a:lnTo>
                  <a:pt x="412" y="80"/>
                </a:lnTo>
                <a:lnTo>
                  <a:pt x="411" y="81"/>
                </a:lnTo>
                <a:lnTo>
                  <a:pt x="411" y="82"/>
                </a:lnTo>
                <a:lnTo>
                  <a:pt x="412" y="82"/>
                </a:lnTo>
                <a:lnTo>
                  <a:pt x="412" y="83"/>
                </a:lnTo>
                <a:lnTo>
                  <a:pt x="411" y="83"/>
                </a:lnTo>
                <a:lnTo>
                  <a:pt x="411" y="84"/>
                </a:lnTo>
                <a:lnTo>
                  <a:pt x="412" y="84"/>
                </a:lnTo>
                <a:lnTo>
                  <a:pt x="412" y="85"/>
                </a:lnTo>
                <a:lnTo>
                  <a:pt x="412" y="86"/>
                </a:lnTo>
                <a:lnTo>
                  <a:pt x="414" y="86"/>
                </a:lnTo>
                <a:lnTo>
                  <a:pt x="414" y="87"/>
                </a:lnTo>
                <a:lnTo>
                  <a:pt x="414" y="88"/>
                </a:lnTo>
                <a:lnTo>
                  <a:pt x="413" y="88"/>
                </a:lnTo>
                <a:lnTo>
                  <a:pt x="414" y="89"/>
                </a:lnTo>
                <a:lnTo>
                  <a:pt x="415" y="89"/>
                </a:lnTo>
                <a:lnTo>
                  <a:pt x="416" y="89"/>
                </a:lnTo>
                <a:lnTo>
                  <a:pt x="415" y="89"/>
                </a:lnTo>
                <a:lnTo>
                  <a:pt x="415" y="90"/>
                </a:lnTo>
                <a:lnTo>
                  <a:pt x="414" y="90"/>
                </a:lnTo>
                <a:lnTo>
                  <a:pt x="413" y="91"/>
                </a:lnTo>
                <a:lnTo>
                  <a:pt x="413" y="93"/>
                </a:lnTo>
                <a:lnTo>
                  <a:pt x="412" y="93"/>
                </a:lnTo>
                <a:lnTo>
                  <a:pt x="412" y="94"/>
                </a:lnTo>
                <a:lnTo>
                  <a:pt x="411" y="94"/>
                </a:lnTo>
                <a:lnTo>
                  <a:pt x="410" y="95"/>
                </a:lnTo>
                <a:lnTo>
                  <a:pt x="410" y="96"/>
                </a:lnTo>
                <a:lnTo>
                  <a:pt x="410" y="97"/>
                </a:lnTo>
                <a:lnTo>
                  <a:pt x="410" y="98"/>
                </a:lnTo>
                <a:lnTo>
                  <a:pt x="409" y="98"/>
                </a:lnTo>
                <a:lnTo>
                  <a:pt x="409" y="99"/>
                </a:lnTo>
                <a:lnTo>
                  <a:pt x="409" y="100"/>
                </a:lnTo>
                <a:lnTo>
                  <a:pt x="409" y="101"/>
                </a:lnTo>
                <a:lnTo>
                  <a:pt x="409" y="102"/>
                </a:lnTo>
                <a:lnTo>
                  <a:pt x="408" y="102"/>
                </a:lnTo>
                <a:lnTo>
                  <a:pt x="407" y="103"/>
                </a:lnTo>
                <a:lnTo>
                  <a:pt x="407" y="104"/>
                </a:lnTo>
                <a:lnTo>
                  <a:pt x="406" y="104"/>
                </a:lnTo>
                <a:lnTo>
                  <a:pt x="405" y="104"/>
                </a:lnTo>
                <a:lnTo>
                  <a:pt x="405" y="105"/>
                </a:lnTo>
                <a:lnTo>
                  <a:pt x="405" y="104"/>
                </a:lnTo>
                <a:lnTo>
                  <a:pt x="405" y="105"/>
                </a:lnTo>
                <a:lnTo>
                  <a:pt x="405" y="106"/>
                </a:lnTo>
                <a:lnTo>
                  <a:pt x="404" y="106"/>
                </a:lnTo>
                <a:lnTo>
                  <a:pt x="404" y="107"/>
                </a:lnTo>
                <a:lnTo>
                  <a:pt x="404" y="106"/>
                </a:lnTo>
                <a:lnTo>
                  <a:pt x="404" y="105"/>
                </a:lnTo>
                <a:lnTo>
                  <a:pt x="403" y="105"/>
                </a:lnTo>
                <a:lnTo>
                  <a:pt x="403" y="106"/>
                </a:lnTo>
                <a:lnTo>
                  <a:pt x="402" y="106"/>
                </a:lnTo>
                <a:lnTo>
                  <a:pt x="401" y="106"/>
                </a:lnTo>
                <a:lnTo>
                  <a:pt x="400" y="107"/>
                </a:lnTo>
                <a:lnTo>
                  <a:pt x="399" y="107"/>
                </a:lnTo>
                <a:lnTo>
                  <a:pt x="400" y="107"/>
                </a:lnTo>
                <a:lnTo>
                  <a:pt x="400" y="108"/>
                </a:lnTo>
                <a:lnTo>
                  <a:pt x="400" y="109"/>
                </a:lnTo>
                <a:lnTo>
                  <a:pt x="401" y="110"/>
                </a:lnTo>
                <a:lnTo>
                  <a:pt x="401" y="111"/>
                </a:lnTo>
                <a:lnTo>
                  <a:pt x="402" y="111"/>
                </a:lnTo>
                <a:lnTo>
                  <a:pt x="402" y="110"/>
                </a:lnTo>
                <a:lnTo>
                  <a:pt x="403" y="111"/>
                </a:lnTo>
                <a:lnTo>
                  <a:pt x="403" y="112"/>
                </a:lnTo>
                <a:lnTo>
                  <a:pt x="404" y="112"/>
                </a:lnTo>
                <a:lnTo>
                  <a:pt x="405" y="112"/>
                </a:lnTo>
                <a:lnTo>
                  <a:pt x="405" y="113"/>
                </a:lnTo>
                <a:lnTo>
                  <a:pt x="405" y="114"/>
                </a:lnTo>
                <a:lnTo>
                  <a:pt x="406" y="114"/>
                </a:lnTo>
                <a:lnTo>
                  <a:pt x="406" y="115"/>
                </a:lnTo>
                <a:lnTo>
                  <a:pt x="406" y="116"/>
                </a:lnTo>
                <a:lnTo>
                  <a:pt x="406" y="118"/>
                </a:lnTo>
                <a:lnTo>
                  <a:pt x="406" y="119"/>
                </a:lnTo>
                <a:lnTo>
                  <a:pt x="405" y="120"/>
                </a:lnTo>
                <a:lnTo>
                  <a:pt x="404" y="121"/>
                </a:lnTo>
                <a:lnTo>
                  <a:pt x="404" y="122"/>
                </a:lnTo>
                <a:lnTo>
                  <a:pt x="405" y="122"/>
                </a:lnTo>
                <a:lnTo>
                  <a:pt x="406" y="122"/>
                </a:lnTo>
                <a:lnTo>
                  <a:pt x="406" y="123"/>
                </a:lnTo>
                <a:lnTo>
                  <a:pt x="407" y="123"/>
                </a:lnTo>
                <a:lnTo>
                  <a:pt x="408" y="123"/>
                </a:lnTo>
                <a:lnTo>
                  <a:pt x="408" y="124"/>
                </a:lnTo>
                <a:lnTo>
                  <a:pt x="409" y="123"/>
                </a:lnTo>
                <a:lnTo>
                  <a:pt x="409" y="122"/>
                </a:lnTo>
                <a:lnTo>
                  <a:pt x="410" y="121"/>
                </a:lnTo>
                <a:lnTo>
                  <a:pt x="410" y="120"/>
                </a:lnTo>
                <a:lnTo>
                  <a:pt x="411" y="120"/>
                </a:lnTo>
                <a:lnTo>
                  <a:pt x="412" y="119"/>
                </a:lnTo>
                <a:lnTo>
                  <a:pt x="413" y="119"/>
                </a:lnTo>
                <a:lnTo>
                  <a:pt x="414" y="118"/>
                </a:lnTo>
                <a:lnTo>
                  <a:pt x="414" y="117"/>
                </a:lnTo>
                <a:lnTo>
                  <a:pt x="414" y="115"/>
                </a:lnTo>
                <a:lnTo>
                  <a:pt x="415" y="115"/>
                </a:lnTo>
                <a:lnTo>
                  <a:pt x="416" y="115"/>
                </a:lnTo>
                <a:lnTo>
                  <a:pt x="417" y="115"/>
                </a:lnTo>
                <a:lnTo>
                  <a:pt x="418" y="115"/>
                </a:lnTo>
                <a:lnTo>
                  <a:pt x="418" y="114"/>
                </a:lnTo>
                <a:lnTo>
                  <a:pt x="419" y="114"/>
                </a:lnTo>
                <a:lnTo>
                  <a:pt x="420" y="114"/>
                </a:lnTo>
                <a:lnTo>
                  <a:pt x="421" y="114"/>
                </a:lnTo>
                <a:lnTo>
                  <a:pt x="422" y="114"/>
                </a:lnTo>
                <a:lnTo>
                  <a:pt x="423" y="114"/>
                </a:lnTo>
                <a:lnTo>
                  <a:pt x="424" y="114"/>
                </a:lnTo>
                <a:lnTo>
                  <a:pt x="425" y="114"/>
                </a:lnTo>
                <a:lnTo>
                  <a:pt x="426" y="114"/>
                </a:lnTo>
                <a:lnTo>
                  <a:pt x="427" y="114"/>
                </a:lnTo>
                <a:lnTo>
                  <a:pt x="428" y="115"/>
                </a:lnTo>
                <a:lnTo>
                  <a:pt x="428" y="114"/>
                </a:lnTo>
                <a:lnTo>
                  <a:pt x="428" y="113"/>
                </a:lnTo>
                <a:lnTo>
                  <a:pt x="428" y="114"/>
                </a:lnTo>
                <a:lnTo>
                  <a:pt x="428" y="113"/>
                </a:lnTo>
                <a:lnTo>
                  <a:pt x="429" y="112"/>
                </a:lnTo>
                <a:lnTo>
                  <a:pt x="428" y="112"/>
                </a:lnTo>
                <a:lnTo>
                  <a:pt x="428" y="111"/>
                </a:lnTo>
                <a:lnTo>
                  <a:pt x="429" y="111"/>
                </a:lnTo>
                <a:lnTo>
                  <a:pt x="429" y="110"/>
                </a:lnTo>
                <a:lnTo>
                  <a:pt x="429" y="109"/>
                </a:lnTo>
                <a:lnTo>
                  <a:pt x="430" y="108"/>
                </a:lnTo>
                <a:lnTo>
                  <a:pt x="430" y="107"/>
                </a:lnTo>
                <a:lnTo>
                  <a:pt x="430" y="106"/>
                </a:lnTo>
                <a:lnTo>
                  <a:pt x="430" y="105"/>
                </a:lnTo>
                <a:lnTo>
                  <a:pt x="430" y="104"/>
                </a:lnTo>
                <a:lnTo>
                  <a:pt x="431" y="104"/>
                </a:lnTo>
                <a:lnTo>
                  <a:pt x="431" y="105"/>
                </a:lnTo>
                <a:lnTo>
                  <a:pt x="431" y="106"/>
                </a:lnTo>
                <a:lnTo>
                  <a:pt x="432" y="106"/>
                </a:lnTo>
                <a:lnTo>
                  <a:pt x="433" y="106"/>
                </a:lnTo>
                <a:lnTo>
                  <a:pt x="433" y="107"/>
                </a:lnTo>
                <a:lnTo>
                  <a:pt x="434" y="107"/>
                </a:lnTo>
                <a:lnTo>
                  <a:pt x="434" y="108"/>
                </a:lnTo>
                <a:lnTo>
                  <a:pt x="434" y="109"/>
                </a:lnTo>
                <a:lnTo>
                  <a:pt x="435" y="110"/>
                </a:lnTo>
                <a:lnTo>
                  <a:pt x="436" y="110"/>
                </a:lnTo>
                <a:lnTo>
                  <a:pt x="437" y="111"/>
                </a:lnTo>
                <a:lnTo>
                  <a:pt x="438" y="111"/>
                </a:lnTo>
                <a:lnTo>
                  <a:pt x="439" y="112"/>
                </a:lnTo>
                <a:lnTo>
                  <a:pt x="439" y="111"/>
                </a:lnTo>
                <a:lnTo>
                  <a:pt x="440" y="111"/>
                </a:lnTo>
                <a:lnTo>
                  <a:pt x="440" y="110"/>
                </a:lnTo>
                <a:lnTo>
                  <a:pt x="440" y="109"/>
                </a:lnTo>
                <a:lnTo>
                  <a:pt x="440" y="108"/>
                </a:lnTo>
                <a:lnTo>
                  <a:pt x="439" y="107"/>
                </a:lnTo>
                <a:lnTo>
                  <a:pt x="440" y="107"/>
                </a:lnTo>
                <a:lnTo>
                  <a:pt x="439" y="106"/>
                </a:lnTo>
                <a:lnTo>
                  <a:pt x="439" y="105"/>
                </a:lnTo>
                <a:lnTo>
                  <a:pt x="439" y="104"/>
                </a:lnTo>
                <a:lnTo>
                  <a:pt x="438" y="104"/>
                </a:lnTo>
                <a:lnTo>
                  <a:pt x="439" y="103"/>
                </a:lnTo>
                <a:lnTo>
                  <a:pt x="439" y="102"/>
                </a:lnTo>
                <a:lnTo>
                  <a:pt x="437" y="101"/>
                </a:lnTo>
                <a:lnTo>
                  <a:pt x="437" y="100"/>
                </a:lnTo>
                <a:lnTo>
                  <a:pt x="438" y="100"/>
                </a:lnTo>
                <a:lnTo>
                  <a:pt x="439" y="99"/>
                </a:lnTo>
                <a:lnTo>
                  <a:pt x="440" y="99"/>
                </a:lnTo>
                <a:lnTo>
                  <a:pt x="440" y="98"/>
                </a:lnTo>
                <a:lnTo>
                  <a:pt x="440" y="97"/>
                </a:lnTo>
                <a:lnTo>
                  <a:pt x="441" y="97"/>
                </a:lnTo>
                <a:lnTo>
                  <a:pt x="441" y="96"/>
                </a:lnTo>
                <a:lnTo>
                  <a:pt x="441" y="95"/>
                </a:lnTo>
                <a:lnTo>
                  <a:pt x="442" y="94"/>
                </a:lnTo>
                <a:lnTo>
                  <a:pt x="443" y="94"/>
                </a:lnTo>
                <a:lnTo>
                  <a:pt x="444" y="94"/>
                </a:lnTo>
                <a:lnTo>
                  <a:pt x="444" y="93"/>
                </a:lnTo>
                <a:lnTo>
                  <a:pt x="443" y="93"/>
                </a:lnTo>
                <a:lnTo>
                  <a:pt x="444" y="92"/>
                </a:lnTo>
                <a:lnTo>
                  <a:pt x="444" y="91"/>
                </a:lnTo>
                <a:lnTo>
                  <a:pt x="445" y="91"/>
                </a:lnTo>
                <a:lnTo>
                  <a:pt x="445" y="92"/>
                </a:lnTo>
                <a:lnTo>
                  <a:pt x="445" y="93"/>
                </a:lnTo>
                <a:lnTo>
                  <a:pt x="446" y="93"/>
                </a:lnTo>
                <a:lnTo>
                  <a:pt x="446" y="92"/>
                </a:lnTo>
                <a:lnTo>
                  <a:pt x="447" y="92"/>
                </a:lnTo>
                <a:lnTo>
                  <a:pt x="448" y="93"/>
                </a:lnTo>
                <a:lnTo>
                  <a:pt x="448" y="94"/>
                </a:lnTo>
                <a:lnTo>
                  <a:pt x="449" y="94"/>
                </a:lnTo>
                <a:lnTo>
                  <a:pt x="450" y="94"/>
                </a:lnTo>
                <a:lnTo>
                  <a:pt x="450" y="93"/>
                </a:lnTo>
                <a:lnTo>
                  <a:pt x="451" y="93"/>
                </a:lnTo>
                <a:lnTo>
                  <a:pt x="451" y="92"/>
                </a:lnTo>
                <a:lnTo>
                  <a:pt x="452" y="92"/>
                </a:lnTo>
                <a:lnTo>
                  <a:pt x="452" y="93"/>
                </a:lnTo>
                <a:lnTo>
                  <a:pt x="452" y="94"/>
                </a:lnTo>
                <a:lnTo>
                  <a:pt x="453" y="94"/>
                </a:lnTo>
                <a:lnTo>
                  <a:pt x="454" y="94"/>
                </a:lnTo>
                <a:lnTo>
                  <a:pt x="453" y="93"/>
                </a:lnTo>
                <a:lnTo>
                  <a:pt x="453" y="92"/>
                </a:lnTo>
                <a:lnTo>
                  <a:pt x="454" y="92"/>
                </a:lnTo>
                <a:lnTo>
                  <a:pt x="455" y="93"/>
                </a:lnTo>
                <a:lnTo>
                  <a:pt x="456" y="93"/>
                </a:lnTo>
                <a:lnTo>
                  <a:pt x="456" y="92"/>
                </a:lnTo>
                <a:lnTo>
                  <a:pt x="457" y="92"/>
                </a:lnTo>
                <a:lnTo>
                  <a:pt x="457" y="91"/>
                </a:lnTo>
                <a:lnTo>
                  <a:pt x="457" y="90"/>
                </a:lnTo>
                <a:lnTo>
                  <a:pt x="458" y="90"/>
                </a:lnTo>
                <a:lnTo>
                  <a:pt x="459" y="90"/>
                </a:lnTo>
                <a:lnTo>
                  <a:pt x="459" y="89"/>
                </a:lnTo>
                <a:lnTo>
                  <a:pt x="460" y="89"/>
                </a:lnTo>
                <a:lnTo>
                  <a:pt x="460" y="88"/>
                </a:lnTo>
                <a:lnTo>
                  <a:pt x="461" y="88"/>
                </a:lnTo>
                <a:lnTo>
                  <a:pt x="462" y="88"/>
                </a:lnTo>
                <a:lnTo>
                  <a:pt x="463" y="88"/>
                </a:lnTo>
                <a:lnTo>
                  <a:pt x="462" y="87"/>
                </a:lnTo>
                <a:lnTo>
                  <a:pt x="461" y="87"/>
                </a:lnTo>
                <a:lnTo>
                  <a:pt x="461" y="86"/>
                </a:lnTo>
                <a:lnTo>
                  <a:pt x="462" y="86"/>
                </a:lnTo>
                <a:lnTo>
                  <a:pt x="462" y="87"/>
                </a:lnTo>
                <a:lnTo>
                  <a:pt x="463" y="87"/>
                </a:lnTo>
                <a:lnTo>
                  <a:pt x="463" y="88"/>
                </a:lnTo>
                <a:lnTo>
                  <a:pt x="464" y="88"/>
                </a:lnTo>
                <a:lnTo>
                  <a:pt x="464" y="87"/>
                </a:lnTo>
                <a:lnTo>
                  <a:pt x="463" y="87"/>
                </a:lnTo>
                <a:lnTo>
                  <a:pt x="463" y="86"/>
                </a:lnTo>
                <a:lnTo>
                  <a:pt x="462" y="86"/>
                </a:lnTo>
                <a:lnTo>
                  <a:pt x="462" y="85"/>
                </a:lnTo>
                <a:lnTo>
                  <a:pt x="461" y="85"/>
                </a:lnTo>
                <a:lnTo>
                  <a:pt x="461" y="84"/>
                </a:lnTo>
                <a:lnTo>
                  <a:pt x="462" y="83"/>
                </a:lnTo>
                <a:lnTo>
                  <a:pt x="462" y="82"/>
                </a:lnTo>
                <a:lnTo>
                  <a:pt x="461" y="82"/>
                </a:lnTo>
                <a:lnTo>
                  <a:pt x="461" y="81"/>
                </a:lnTo>
                <a:lnTo>
                  <a:pt x="460" y="80"/>
                </a:lnTo>
                <a:lnTo>
                  <a:pt x="461" y="80"/>
                </a:lnTo>
                <a:lnTo>
                  <a:pt x="462" y="80"/>
                </a:lnTo>
                <a:lnTo>
                  <a:pt x="463" y="80"/>
                </a:lnTo>
                <a:lnTo>
                  <a:pt x="463" y="79"/>
                </a:lnTo>
                <a:lnTo>
                  <a:pt x="463" y="78"/>
                </a:lnTo>
                <a:lnTo>
                  <a:pt x="462" y="78"/>
                </a:lnTo>
                <a:lnTo>
                  <a:pt x="461" y="78"/>
                </a:lnTo>
                <a:lnTo>
                  <a:pt x="461" y="77"/>
                </a:lnTo>
                <a:lnTo>
                  <a:pt x="461" y="76"/>
                </a:lnTo>
                <a:lnTo>
                  <a:pt x="460" y="76"/>
                </a:lnTo>
                <a:lnTo>
                  <a:pt x="459" y="75"/>
                </a:lnTo>
                <a:lnTo>
                  <a:pt x="458" y="75"/>
                </a:lnTo>
                <a:lnTo>
                  <a:pt x="457" y="75"/>
                </a:lnTo>
                <a:lnTo>
                  <a:pt x="456" y="74"/>
                </a:lnTo>
                <a:lnTo>
                  <a:pt x="455" y="74"/>
                </a:lnTo>
                <a:lnTo>
                  <a:pt x="454" y="73"/>
                </a:lnTo>
                <a:lnTo>
                  <a:pt x="453" y="73"/>
                </a:lnTo>
                <a:lnTo>
                  <a:pt x="452" y="73"/>
                </a:lnTo>
                <a:lnTo>
                  <a:pt x="451" y="72"/>
                </a:lnTo>
                <a:lnTo>
                  <a:pt x="451" y="71"/>
                </a:lnTo>
                <a:lnTo>
                  <a:pt x="451" y="70"/>
                </a:lnTo>
                <a:lnTo>
                  <a:pt x="451" y="69"/>
                </a:lnTo>
                <a:lnTo>
                  <a:pt x="450" y="69"/>
                </a:lnTo>
                <a:lnTo>
                  <a:pt x="450" y="68"/>
                </a:lnTo>
                <a:lnTo>
                  <a:pt x="449" y="67"/>
                </a:lnTo>
                <a:lnTo>
                  <a:pt x="449" y="66"/>
                </a:lnTo>
                <a:lnTo>
                  <a:pt x="449" y="65"/>
                </a:lnTo>
                <a:lnTo>
                  <a:pt x="449" y="64"/>
                </a:lnTo>
                <a:lnTo>
                  <a:pt x="450" y="63"/>
                </a:lnTo>
                <a:lnTo>
                  <a:pt x="451" y="61"/>
                </a:lnTo>
                <a:lnTo>
                  <a:pt x="451" y="60"/>
                </a:lnTo>
                <a:lnTo>
                  <a:pt x="451" y="59"/>
                </a:lnTo>
                <a:lnTo>
                  <a:pt x="450" y="59"/>
                </a:lnTo>
                <a:lnTo>
                  <a:pt x="449" y="60"/>
                </a:lnTo>
                <a:lnTo>
                  <a:pt x="449" y="61"/>
                </a:lnTo>
                <a:lnTo>
                  <a:pt x="448" y="62"/>
                </a:lnTo>
                <a:lnTo>
                  <a:pt x="447" y="62"/>
                </a:lnTo>
                <a:lnTo>
                  <a:pt x="447" y="61"/>
                </a:lnTo>
                <a:lnTo>
                  <a:pt x="446" y="61"/>
                </a:lnTo>
                <a:lnTo>
                  <a:pt x="446" y="60"/>
                </a:lnTo>
                <a:lnTo>
                  <a:pt x="446" y="59"/>
                </a:lnTo>
                <a:lnTo>
                  <a:pt x="447" y="59"/>
                </a:lnTo>
                <a:lnTo>
                  <a:pt x="448" y="59"/>
                </a:lnTo>
                <a:lnTo>
                  <a:pt x="449" y="58"/>
                </a:lnTo>
                <a:lnTo>
                  <a:pt x="449" y="57"/>
                </a:lnTo>
                <a:lnTo>
                  <a:pt x="449" y="56"/>
                </a:lnTo>
                <a:lnTo>
                  <a:pt x="448" y="55"/>
                </a:lnTo>
                <a:lnTo>
                  <a:pt x="447" y="55"/>
                </a:lnTo>
                <a:lnTo>
                  <a:pt x="446" y="55"/>
                </a:lnTo>
                <a:lnTo>
                  <a:pt x="446" y="54"/>
                </a:lnTo>
                <a:lnTo>
                  <a:pt x="445" y="54"/>
                </a:lnTo>
                <a:lnTo>
                  <a:pt x="442" y="54"/>
                </a:lnTo>
                <a:lnTo>
                  <a:pt x="442" y="53"/>
                </a:lnTo>
                <a:lnTo>
                  <a:pt x="442" y="52"/>
                </a:lnTo>
                <a:lnTo>
                  <a:pt x="443" y="52"/>
                </a:lnTo>
                <a:lnTo>
                  <a:pt x="443" y="51"/>
                </a:lnTo>
                <a:lnTo>
                  <a:pt x="444" y="51"/>
                </a:lnTo>
                <a:lnTo>
                  <a:pt x="444" y="50"/>
                </a:lnTo>
                <a:lnTo>
                  <a:pt x="444" y="49"/>
                </a:lnTo>
                <a:lnTo>
                  <a:pt x="444" y="48"/>
                </a:lnTo>
                <a:lnTo>
                  <a:pt x="443" y="47"/>
                </a:lnTo>
                <a:lnTo>
                  <a:pt x="443" y="46"/>
                </a:lnTo>
                <a:lnTo>
                  <a:pt x="442" y="46"/>
                </a:lnTo>
                <a:lnTo>
                  <a:pt x="441" y="45"/>
                </a:lnTo>
                <a:lnTo>
                  <a:pt x="440" y="44"/>
                </a:lnTo>
                <a:lnTo>
                  <a:pt x="440" y="43"/>
                </a:lnTo>
                <a:lnTo>
                  <a:pt x="439" y="42"/>
                </a:lnTo>
                <a:lnTo>
                  <a:pt x="438" y="41"/>
                </a:lnTo>
                <a:lnTo>
                  <a:pt x="438" y="40"/>
                </a:lnTo>
                <a:lnTo>
                  <a:pt x="437" y="40"/>
                </a:lnTo>
                <a:lnTo>
                  <a:pt x="437" y="39"/>
                </a:lnTo>
                <a:lnTo>
                  <a:pt x="436" y="39"/>
                </a:lnTo>
                <a:lnTo>
                  <a:pt x="436" y="38"/>
                </a:lnTo>
                <a:lnTo>
                  <a:pt x="435" y="38"/>
                </a:lnTo>
                <a:lnTo>
                  <a:pt x="435" y="37"/>
                </a:lnTo>
                <a:lnTo>
                  <a:pt x="434" y="36"/>
                </a:lnTo>
                <a:lnTo>
                  <a:pt x="433" y="36"/>
                </a:lnTo>
                <a:lnTo>
                  <a:pt x="432" y="36"/>
                </a:lnTo>
                <a:lnTo>
                  <a:pt x="433" y="36"/>
                </a:lnTo>
                <a:lnTo>
                  <a:pt x="433" y="35"/>
                </a:lnTo>
                <a:lnTo>
                  <a:pt x="434" y="34"/>
                </a:lnTo>
                <a:lnTo>
                  <a:pt x="435" y="34"/>
                </a:lnTo>
                <a:lnTo>
                  <a:pt x="436" y="34"/>
                </a:lnTo>
                <a:lnTo>
                  <a:pt x="436" y="35"/>
                </a:lnTo>
                <a:lnTo>
                  <a:pt x="437" y="35"/>
                </a:lnTo>
                <a:lnTo>
                  <a:pt x="437" y="34"/>
                </a:lnTo>
                <a:lnTo>
                  <a:pt x="438" y="34"/>
                </a:lnTo>
                <a:lnTo>
                  <a:pt x="438" y="35"/>
                </a:lnTo>
                <a:lnTo>
                  <a:pt x="439" y="36"/>
                </a:lnTo>
                <a:lnTo>
                  <a:pt x="439" y="35"/>
                </a:lnTo>
                <a:lnTo>
                  <a:pt x="440" y="35"/>
                </a:lnTo>
                <a:lnTo>
                  <a:pt x="440" y="36"/>
                </a:lnTo>
                <a:lnTo>
                  <a:pt x="439" y="36"/>
                </a:lnTo>
                <a:lnTo>
                  <a:pt x="440" y="36"/>
                </a:lnTo>
                <a:lnTo>
                  <a:pt x="442" y="36"/>
                </a:lnTo>
                <a:lnTo>
                  <a:pt x="441" y="36"/>
                </a:lnTo>
                <a:lnTo>
                  <a:pt x="441" y="35"/>
                </a:lnTo>
                <a:lnTo>
                  <a:pt x="442" y="35"/>
                </a:lnTo>
                <a:lnTo>
                  <a:pt x="442" y="34"/>
                </a:lnTo>
                <a:lnTo>
                  <a:pt x="443" y="33"/>
                </a:lnTo>
                <a:lnTo>
                  <a:pt x="443" y="34"/>
                </a:lnTo>
                <a:lnTo>
                  <a:pt x="443" y="35"/>
                </a:lnTo>
                <a:lnTo>
                  <a:pt x="443" y="36"/>
                </a:lnTo>
                <a:lnTo>
                  <a:pt x="444" y="36"/>
                </a:lnTo>
                <a:lnTo>
                  <a:pt x="444" y="35"/>
                </a:lnTo>
                <a:lnTo>
                  <a:pt x="444" y="34"/>
                </a:lnTo>
                <a:lnTo>
                  <a:pt x="444" y="33"/>
                </a:lnTo>
                <a:lnTo>
                  <a:pt x="445" y="33"/>
                </a:lnTo>
                <a:lnTo>
                  <a:pt x="446" y="34"/>
                </a:lnTo>
                <a:lnTo>
                  <a:pt x="447" y="34"/>
                </a:lnTo>
                <a:lnTo>
                  <a:pt x="448" y="33"/>
                </a:lnTo>
                <a:lnTo>
                  <a:pt x="449" y="33"/>
                </a:lnTo>
                <a:lnTo>
                  <a:pt x="449" y="34"/>
                </a:lnTo>
                <a:lnTo>
                  <a:pt x="448" y="34"/>
                </a:lnTo>
                <a:lnTo>
                  <a:pt x="448" y="35"/>
                </a:lnTo>
                <a:lnTo>
                  <a:pt x="448" y="36"/>
                </a:lnTo>
                <a:lnTo>
                  <a:pt x="449" y="35"/>
                </a:lnTo>
                <a:lnTo>
                  <a:pt x="449" y="34"/>
                </a:lnTo>
                <a:lnTo>
                  <a:pt x="450" y="34"/>
                </a:lnTo>
                <a:lnTo>
                  <a:pt x="451" y="35"/>
                </a:lnTo>
                <a:lnTo>
                  <a:pt x="452" y="35"/>
                </a:lnTo>
                <a:lnTo>
                  <a:pt x="452" y="34"/>
                </a:lnTo>
                <a:lnTo>
                  <a:pt x="453" y="35"/>
                </a:lnTo>
                <a:lnTo>
                  <a:pt x="454" y="35"/>
                </a:lnTo>
                <a:lnTo>
                  <a:pt x="455" y="35"/>
                </a:lnTo>
                <a:lnTo>
                  <a:pt x="456" y="35"/>
                </a:lnTo>
                <a:lnTo>
                  <a:pt x="456" y="32"/>
                </a:lnTo>
                <a:lnTo>
                  <a:pt x="456" y="31"/>
                </a:lnTo>
                <a:lnTo>
                  <a:pt x="456" y="30"/>
                </a:lnTo>
                <a:lnTo>
                  <a:pt x="457" y="29"/>
                </a:lnTo>
                <a:lnTo>
                  <a:pt x="457" y="28"/>
                </a:lnTo>
                <a:lnTo>
                  <a:pt x="458" y="28"/>
                </a:lnTo>
                <a:lnTo>
                  <a:pt x="458" y="27"/>
                </a:lnTo>
                <a:lnTo>
                  <a:pt x="458" y="26"/>
                </a:lnTo>
                <a:lnTo>
                  <a:pt x="459" y="26"/>
                </a:lnTo>
                <a:lnTo>
                  <a:pt x="459" y="25"/>
                </a:lnTo>
                <a:lnTo>
                  <a:pt x="459" y="24"/>
                </a:lnTo>
                <a:lnTo>
                  <a:pt x="460" y="24"/>
                </a:lnTo>
                <a:lnTo>
                  <a:pt x="460" y="23"/>
                </a:lnTo>
                <a:lnTo>
                  <a:pt x="461" y="24"/>
                </a:lnTo>
                <a:lnTo>
                  <a:pt x="462" y="24"/>
                </a:lnTo>
                <a:lnTo>
                  <a:pt x="462" y="25"/>
                </a:lnTo>
                <a:lnTo>
                  <a:pt x="463" y="25"/>
                </a:lnTo>
                <a:lnTo>
                  <a:pt x="463" y="24"/>
                </a:lnTo>
                <a:lnTo>
                  <a:pt x="464" y="24"/>
                </a:lnTo>
                <a:lnTo>
                  <a:pt x="465" y="24"/>
                </a:lnTo>
                <a:lnTo>
                  <a:pt x="466" y="24"/>
                </a:lnTo>
                <a:lnTo>
                  <a:pt x="467" y="24"/>
                </a:lnTo>
                <a:lnTo>
                  <a:pt x="468" y="23"/>
                </a:lnTo>
                <a:lnTo>
                  <a:pt x="469" y="23"/>
                </a:lnTo>
                <a:lnTo>
                  <a:pt x="470" y="23"/>
                </a:lnTo>
                <a:lnTo>
                  <a:pt x="471" y="23"/>
                </a:lnTo>
                <a:lnTo>
                  <a:pt x="471" y="22"/>
                </a:lnTo>
                <a:lnTo>
                  <a:pt x="472" y="22"/>
                </a:lnTo>
                <a:lnTo>
                  <a:pt x="473" y="22"/>
                </a:lnTo>
                <a:lnTo>
                  <a:pt x="474" y="22"/>
                </a:lnTo>
                <a:lnTo>
                  <a:pt x="475" y="22"/>
                </a:lnTo>
                <a:lnTo>
                  <a:pt x="476" y="22"/>
                </a:lnTo>
                <a:lnTo>
                  <a:pt x="476" y="23"/>
                </a:lnTo>
                <a:lnTo>
                  <a:pt x="477" y="23"/>
                </a:lnTo>
                <a:lnTo>
                  <a:pt x="478" y="23"/>
                </a:lnTo>
                <a:lnTo>
                  <a:pt x="479" y="24"/>
                </a:lnTo>
                <a:lnTo>
                  <a:pt x="480" y="24"/>
                </a:lnTo>
                <a:lnTo>
                  <a:pt x="479" y="24"/>
                </a:lnTo>
                <a:lnTo>
                  <a:pt x="479" y="23"/>
                </a:lnTo>
                <a:lnTo>
                  <a:pt x="480" y="23"/>
                </a:lnTo>
                <a:lnTo>
                  <a:pt x="480" y="22"/>
                </a:lnTo>
                <a:lnTo>
                  <a:pt x="480" y="21"/>
                </a:lnTo>
                <a:lnTo>
                  <a:pt x="479" y="20"/>
                </a:lnTo>
                <a:lnTo>
                  <a:pt x="478" y="21"/>
                </a:lnTo>
                <a:lnTo>
                  <a:pt x="478" y="20"/>
                </a:lnTo>
                <a:lnTo>
                  <a:pt x="477" y="19"/>
                </a:lnTo>
                <a:lnTo>
                  <a:pt x="476" y="18"/>
                </a:lnTo>
                <a:lnTo>
                  <a:pt x="475" y="18"/>
                </a:lnTo>
                <a:lnTo>
                  <a:pt x="475" y="17"/>
                </a:lnTo>
                <a:lnTo>
                  <a:pt x="474" y="17"/>
                </a:lnTo>
                <a:lnTo>
                  <a:pt x="475" y="16"/>
                </a:lnTo>
                <a:lnTo>
                  <a:pt x="475" y="17"/>
                </a:lnTo>
                <a:lnTo>
                  <a:pt x="475" y="16"/>
                </a:lnTo>
                <a:lnTo>
                  <a:pt x="476" y="16"/>
                </a:lnTo>
                <a:lnTo>
                  <a:pt x="476" y="15"/>
                </a:lnTo>
                <a:lnTo>
                  <a:pt x="476" y="16"/>
                </a:lnTo>
                <a:lnTo>
                  <a:pt x="477" y="16"/>
                </a:lnTo>
                <a:lnTo>
                  <a:pt x="477" y="15"/>
                </a:lnTo>
                <a:lnTo>
                  <a:pt x="478" y="15"/>
                </a:lnTo>
                <a:lnTo>
                  <a:pt x="479" y="15"/>
                </a:lnTo>
                <a:lnTo>
                  <a:pt x="479" y="14"/>
                </a:lnTo>
                <a:lnTo>
                  <a:pt x="478" y="14"/>
                </a:lnTo>
                <a:lnTo>
                  <a:pt x="479" y="14"/>
                </a:lnTo>
                <a:lnTo>
                  <a:pt x="479" y="13"/>
                </a:lnTo>
                <a:lnTo>
                  <a:pt x="479" y="14"/>
                </a:lnTo>
                <a:lnTo>
                  <a:pt x="479" y="13"/>
                </a:lnTo>
                <a:lnTo>
                  <a:pt x="480" y="13"/>
                </a:lnTo>
                <a:lnTo>
                  <a:pt x="480" y="12"/>
                </a:lnTo>
                <a:lnTo>
                  <a:pt x="481" y="12"/>
                </a:lnTo>
                <a:lnTo>
                  <a:pt x="481" y="13"/>
                </a:lnTo>
                <a:lnTo>
                  <a:pt x="482" y="12"/>
                </a:lnTo>
                <a:lnTo>
                  <a:pt x="483" y="12"/>
                </a:lnTo>
                <a:lnTo>
                  <a:pt x="483" y="10"/>
                </a:lnTo>
                <a:lnTo>
                  <a:pt x="484" y="10"/>
                </a:lnTo>
                <a:lnTo>
                  <a:pt x="485" y="10"/>
                </a:lnTo>
                <a:lnTo>
                  <a:pt x="485" y="9"/>
                </a:lnTo>
                <a:lnTo>
                  <a:pt x="486" y="9"/>
                </a:lnTo>
                <a:lnTo>
                  <a:pt x="486" y="8"/>
                </a:lnTo>
                <a:lnTo>
                  <a:pt x="487" y="8"/>
                </a:lnTo>
                <a:lnTo>
                  <a:pt x="488" y="8"/>
                </a:lnTo>
                <a:lnTo>
                  <a:pt x="490" y="8"/>
                </a:lnTo>
                <a:lnTo>
                  <a:pt x="491" y="7"/>
                </a:lnTo>
                <a:lnTo>
                  <a:pt x="491" y="6"/>
                </a:lnTo>
                <a:lnTo>
                  <a:pt x="492" y="5"/>
                </a:lnTo>
                <a:lnTo>
                  <a:pt x="492" y="4"/>
                </a:lnTo>
                <a:lnTo>
                  <a:pt x="494" y="4"/>
                </a:lnTo>
                <a:lnTo>
                  <a:pt x="495" y="4"/>
                </a:lnTo>
                <a:lnTo>
                  <a:pt x="496" y="4"/>
                </a:lnTo>
                <a:lnTo>
                  <a:pt x="496" y="5"/>
                </a:lnTo>
                <a:lnTo>
                  <a:pt x="497" y="4"/>
                </a:lnTo>
                <a:lnTo>
                  <a:pt x="498" y="4"/>
                </a:lnTo>
                <a:lnTo>
                  <a:pt x="498" y="3"/>
                </a:lnTo>
                <a:lnTo>
                  <a:pt x="498" y="2"/>
                </a:lnTo>
                <a:lnTo>
                  <a:pt x="498" y="1"/>
                </a:lnTo>
                <a:lnTo>
                  <a:pt x="499" y="0"/>
                </a:lnTo>
                <a:lnTo>
                  <a:pt x="500" y="0"/>
                </a:lnTo>
                <a:lnTo>
                  <a:pt x="502" y="0"/>
                </a:lnTo>
                <a:lnTo>
                  <a:pt x="503" y="0"/>
                </a:lnTo>
                <a:lnTo>
                  <a:pt x="505" y="1"/>
                </a:lnTo>
                <a:lnTo>
                  <a:pt x="506" y="1"/>
                </a:lnTo>
                <a:lnTo>
                  <a:pt x="506" y="2"/>
                </a:lnTo>
                <a:lnTo>
                  <a:pt x="507" y="2"/>
                </a:lnTo>
                <a:lnTo>
                  <a:pt x="506" y="2"/>
                </a:lnTo>
                <a:lnTo>
                  <a:pt x="506" y="3"/>
                </a:lnTo>
                <a:lnTo>
                  <a:pt x="507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08" name=""/>
          <p:cNvSpPr/>
          <p:nvPr/>
        </p:nvSpPr>
        <p:spPr>
          <a:xfrm>
            <a:off x="6431760" y="1916280"/>
            <a:ext cx="193320" cy="169920"/>
          </a:xfrm>
          <a:custGeom>
            <a:avLst/>
            <a:gdLst/>
            <a:ahLst/>
            <a:rect l="0" t="0" r="r" b="b"/>
            <a:pathLst>
              <a:path w="537" h="472">
                <a:moveTo>
                  <a:pt x="358" y="2"/>
                </a:moveTo>
                <a:lnTo>
                  <a:pt x="358" y="3"/>
                </a:lnTo>
                <a:lnTo>
                  <a:pt x="359" y="4"/>
                </a:lnTo>
                <a:lnTo>
                  <a:pt x="359" y="5"/>
                </a:lnTo>
                <a:lnTo>
                  <a:pt x="359" y="6"/>
                </a:lnTo>
                <a:lnTo>
                  <a:pt x="359" y="7"/>
                </a:lnTo>
                <a:lnTo>
                  <a:pt x="360" y="7"/>
                </a:lnTo>
                <a:lnTo>
                  <a:pt x="360" y="8"/>
                </a:lnTo>
                <a:lnTo>
                  <a:pt x="361" y="7"/>
                </a:lnTo>
                <a:lnTo>
                  <a:pt x="361" y="6"/>
                </a:lnTo>
                <a:lnTo>
                  <a:pt x="363" y="5"/>
                </a:lnTo>
                <a:lnTo>
                  <a:pt x="364" y="6"/>
                </a:lnTo>
                <a:lnTo>
                  <a:pt x="365" y="6"/>
                </a:lnTo>
                <a:lnTo>
                  <a:pt x="366" y="6"/>
                </a:lnTo>
                <a:lnTo>
                  <a:pt x="366" y="7"/>
                </a:lnTo>
                <a:lnTo>
                  <a:pt x="367" y="7"/>
                </a:lnTo>
                <a:lnTo>
                  <a:pt x="367" y="8"/>
                </a:lnTo>
                <a:lnTo>
                  <a:pt x="368" y="8"/>
                </a:lnTo>
                <a:lnTo>
                  <a:pt x="369" y="8"/>
                </a:lnTo>
                <a:lnTo>
                  <a:pt x="370" y="7"/>
                </a:lnTo>
                <a:lnTo>
                  <a:pt x="371" y="6"/>
                </a:lnTo>
                <a:lnTo>
                  <a:pt x="371" y="7"/>
                </a:lnTo>
                <a:lnTo>
                  <a:pt x="372" y="5"/>
                </a:lnTo>
                <a:lnTo>
                  <a:pt x="372" y="4"/>
                </a:lnTo>
                <a:lnTo>
                  <a:pt x="373" y="3"/>
                </a:lnTo>
                <a:lnTo>
                  <a:pt x="374" y="2"/>
                </a:lnTo>
                <a:lnTo>
                  <a:pt x="375" y="3"/>
                </a:lnTo>
                <a:lnTo>
                  <a:pt x="375" y="4"/>
                </a:lnTo>
                <a:lnTo>
                  <a:pt x="376" y="4"/>
                </a:lnTo>
                <a:lnTo>
                  <a:pt x="376" y="5"/>
                </a:lnTo>
                <a:lnTo>
                  <a:pt x="376" y="6"/>
                </a:lnTo>
                <a:lnTo>
                  <a:pt x="377" y="6"/>
                </a:lnTo>
                <a:lnTo>
                  <a:pt x="378" y="6"/>
                </a:lnTo>
                <a:lnTo>
                  <a:pt x="378" y="7"/>
                </a:lnTo>
                <a:lnTo>
                  <a:pt x="379" y="8"/>
                </a:lnTo>
                <a:lnTo>
                  <a:pt x="380" y="8"/>
                </a:lnTo>
                <a:lnTo>
                  <a:pt x="379" y="9"/>
                </a:lnTo>
                <a:lnTo>
                  <a:pt x="379" y="10"/>
                </a:lnTo>
                <a:lnTo>
                  <a:pt x="379" y="11"/>
                </a:lnTo>
                <a:lnTo>
                  <a:pt x="379" y="12"/>
                </a:lnTo>
                <a:lnTo>
                  <a:pt x="378" y="12"/>
                </a:lnTo>
                <a:lnTo>
                  <a:pt x="378" y="13"/>
                </a:lnTo>
                <a:lnTo>
                  <a:pt x="378" y="14"/>
                </a:lnTo>
                <a:lnTo>
                  <a:pt x="377" y="16"/>
                </a:lnTo>
                <a:lnTo>
                  <a:pt x="377" y="17"/>
                </a:lnTo>
                <a:lnTo>
                  <a:pt x="377" y="18"/>
                </a:lnTo>
                <a:lnTo>
                  <a:pt x="378" y="18"/>
                </a:lnTo>
                <a:lnTo>
                  <a:pt x="379" y="18"/>
                </a:lnTo>
                <a:lnTo>
                  <a:pt x="380" y="18"/>
                </a:lnTo>
                <a:lnTo>
                  <a:pt x="380" y="19"/>
                </a:lnTo>
                <a:lnTo>
                  <a:pt x="381" y="19"/>
                </a:lnTo>
                <a:lnTo>
                  <a:pt x="381" y="20"/>
                </a:lnTo>
                <a:lnTo>
                  <a:pt x="381" y="21"/>
                </a:lnTo>
                <a:lnTo>
                  <a:pt x="381" y="22"/>
                </a:lnTo>
                <a:lnTo>
                  <a:pt x="380" y="23"/>
                </a:lnTo>
                <a:lnTo>
                  <a:pt x="379" y="24"/>
                </a:lnTo>
                <a:lnTo>
                  <a:pt x="380" y="24"/>
                </a:lnTo>
                <a:lnTo>
                  <a:pt x="380" y="25"/>
                </a:lnTo>
                <a:lnTo>
                  <a:pt x="381" y="25"/>
                </a:lnTo>
                <a:lnTo>
                  <a:pt x="382" y="25"/>
                </a:lnTo>
                <a:lnTo>
                  <a:pt x="382" y="26"/>
                </a:lnTo>
                <a:lnTo>
                  <a:pt x="383" y="26"/>
                </a:lnTo>
                <a:lnTo>
                  <a:pt x="384" y="26"/>
                </a:lnTo>
                <a:lnTo>
                  <a:pt x="385" y="27"/>
                </a:lnTo>
                <a:lnTo>
                  <a:pt x="385" y="26"/>
                </a:lnTo>
                <a:lnTo>
                  <a:pt x="385" y="25"/>
                </a:lnTo>
                <a:lnTo>
                  <a:pt x="385" y="24"/>
                </a:lnTo>
                <a:lnTo>
                  <a:pt x="386" y="24"/>
                </a:lnTo>
                <a:lnTo>
                  <a:pt x="387" y="23"/>
                </a:lnTo>
                <a:lnTo>
                  <a:pt x="386" y="23"/>
                </a:lnTo>
                <a:lnTo>
                  <a:pt x="386" y="22"/>
                </a:lnTo>
                <a:lnTo>
                  <a:pt x="387" y="22"/>
                </a:lnTo>
                <a:lnTo>
                  <a:pt x="388" y="22"/>
                </a:lnTo>
                <a:lnTo>
                  <a:pt x="389" y="22"/>
                </a:lnTo>
                <a:lnTo>
                  <a:pt x="390" y="21"/>
                </a:lnTo>
                <a:lnTo>
                  <a:pt x="390" y="20"/>
                </a:lnTo>
                <a:lnTo>
                  <a:pt x="390" y="19"/>
                </a:lnTo>
                <a:lnTo>
                  <a:pt x="391" y="19"/>
                </a:lnTo>
                <a:lnTo>
                  <a:pt x="392" y="19"/>
                </a:lnTo>
                <a:lnTo>
                  <a:pt x="393" y="19"/>
                </a:lnTo>
                <a:lnTo>
                  <a:pt x="394" y="19"/>
                </a:lnTo>
                <a:lnTo>
                  <a:pt x="395" y="19"/>
                </a:lnTo>
                <a:lnTo>
                  <a:pt x="396" y="19"/>
                </a:lnTo>
                <a:lnTo>
                  <a:pt x="397" y="19"/>
                </a:lnTo>
                <a:lnTo>
                  <a:pt x="399" y="19"/>
                </a:lnTo>
                <a:lnTo>
                  <a:pt x="399" y="18"/>
                </a:lnTo>
                <a:lnTo>
                  <a:pt x="400" y="18"/>
                </a:lnTo>
                <a:lnTo>
                  <a:pt x="400" y="17"/>
                </a:lnTo>
                <a:lnTo>
                  <a:pt x="401" y="16"/>
                </a:lnTo>
                <a:lnTo>
                  <a:pt x="401" y="15"/>
                </a:lnTo>
                <a:lnTo>
                  <a:pt x="402" y="15"/>
                </a:lnTo>
                <a:lnTo>
                  <a:pt x="402" y="14"/>
                </a:lnTo>
                <a:lnTo>
                  <a:pt x="403" y="14"/>
                </a:lnTo>
                <a:lnTo>
                  <a:pt x="404" y="14"/>
                </a:lnTo>
                <a:lnTo>
                  <a:pt x="405" y="14"/>
                </a:lnTo>
                <a:lnTo>
                  <a:pt x="406" y="14"/>
                </a:lnTo>
                <a:lnTo>
                  <a:pt x="406" y="15"/>
                </a:lnTo>
                <a:lnTo>
                  <a:pt x="408" y="15"/>
                </a:lnTo>
                <a:lnTo>
                  <a:pt x="408" y="16"/>
                </a:lnTo>
                <a:lnTo>
                  <a:pt x="409" y="16"/>
                </a:lnTo>
                <a:lnTo>
                  <a:pt x="409" y="17"/>
                </a:lnTo>
                <a:lnTo>
                  <a:pt x="410" y="17"/>
                </a:lnTo>
                <a:lnTo>
                  <a:pt x="411" y="17"/>
                </a:lnTo>
                <a:lnTo>
                  <a:pt x="411" y="16"/>
                </a:lnTo>
                <a:lnTo>
                  <a:pt x="413" y="15"/>
                </a:lnTo>
                <a:lnTo>
                  <a:pt x="414" y="15"/>
                </a:lnTo>
                <a:lnTo>
                  <a:pt x="415" y="16"/>
                </a:lnTo>
                <a:lnTo>
                  <a:pt x="415" y="17"/>
                </a:lnTo>
                <a:lnTo>
                  <a:pt x="416" y="17"/>
                </a:lnTo>
                <a:lnTo>
                  <a:pt x="417" y="17"/>
                </a:lnTo>
                <a:lnTo>
                  <a:pt x="417" y="18"/>
                </a:lnTo>
                <a:lnTo>
                  <a:pt x="417" y="19"/>
                </a:lnTo>
                <a:lnTo>
                  <a:pt x="418" y="20"/>
                </a:lnTo>
                <a:lnTo>
                  <a:pt x="418" y="19"/>
                </a:lnTo>
                <a:lnTo>
                  <a:pt x="419" y="19"/>
                </a:lnTo>
                <a:lnTo>
                  <a:pt x="419" y="18"/>
                </a:lnTo>
                <a:lnTo>
                  <a:pt x="420" y="18"/>
                </a:lnTo>
                <a:lnTo>
                  <a:pt x="420" y="17"/>
                </a:lnTo>
                <a:lnTo>
                  <a:pt x="420" y="16"/>
                </a:lnTo>
                <a:lnTo>
                  <a:pt x="420" y="15"/>
                </a:lnTo>
                <a:lnTo>
                  <a:pt x="421" y="15"/>
                </a:lnTo>
                <a:lnTo>
                  <a:pt x="421" y="14"/>
                </a:lnTo>
                <a:lnTo>
                  <a:pt x="421" y="13"/>
                </a:lnTo>
                <a:lnTo>
                  <a:pt x="422" y="13"/>
                </a:lnTo>
                <a:lnTo>
                  <a:pt x="423" y="14"/>
                </a:lnTo>
                <a:lnTo>
                  <a:pt x="424" y="14"/>
                </a:lnTo>
                <a:lnTo>
                  <a:pt x="424" y="15"/>
                </a:lnTo>
                <a:lnTo>
                  <a:pt x="424" y="16"/>
                </a:lnTo>
                <a:lnTo>
                  <a:pt x="424" y="17"/>
                </a:lnTo>
                <a:lnTo>
                  <a:pt x="424" y="18"/>
                </a:lnTo>
                <a:lnTo>
                  <a:pt x="424" y="20"/>
                </a:lnTo>
                <a:lnTo>
                  <a:pt x="425" y="21"/>
                </a:lnTo>
                <a:lnTo>
                  <a:pt x="424" y="21"/>
                </a:lnTo>
                <a:lnTo>
                  <a:pt x="425" y="22"/>
                </a:lnTo>
                <a:lnTo>
                  <a:pt x="425" y="23"/>
                </a:lnTo>
                <a:lnTo>
                  <a:pt x="425" y="25"/>
                </a:lnTo>
                <a:lnTo>
                  <a:pt x="425" y="26"/>
                </a:lnTo>
                <a:lnTo>
                  <a:pt x="426" y="27"/>
                </a:lnTo>
                <a:lnTo>
                  <a:pt x="427" y="27"/>
                </a:lnTo>
                <a:lnTo>
                  <a:pt x="427" y="28"/>
                </a:lnTo>
                <a:lnTo>
                  <a:pt x="428" y="28"/>
                </a:lnTo>
                <a:lnTo>
                  <a:pt x="428" y="29"/>
                </a:lnTo>
                <a:lnTo>
                  <a:pt x="428" y="32"/>
                </a:lnTo>
                <a:lnTo>
                  <a:pt x="429" y="33"/>
                </a:lnTo>
                <a:lnTo>
                  <a:pt x="429" y="34"/>
                </a:lnTo>
                <a:lnTo>
                  <a:pt x="429" y="35"/>
                </a:lnTo>
                <a:lnTo>
                  <a:pt x="429" y="36"/>
                </a:lnTo>
                <a:lnTo>
                  <a:pt x="428" y="36"/>
                </a:lnTo>
                <a:lnTo>
                  <a:pt x="428" y="37"/>
                </a:lnTo>
                <a:lnTo>
                  <a:pt x="428" y="38"/>
                </a:lnTo>
                <a:lnTo>
                  <a:pt x="428" y="39"/>
                </a:lnTo>
                <a:lnTo>
                  <a:pt x="429" y="39"/>
                </a:lnTo>
                <a:lnTo>
                  <a:pt x="429" y="40"/>
                </a:lnTo>
                <a:lnTo>
                  <a:pt x="428" y="41"/>
                </a:lnTo>
                <a:lnTo>
                  <a:pt x="429" y="42"/>
                </a:lnTo>
                <a:lnTo>
                  <a:pt x="431" y="42"/>
                </a:lnTo>
                <a:lnTo>
                  <a:pt x="432" y="43"/>
                </a:lnTo>
                <a:lnTo>
                  <a:pt x="432" y="44"/>
                </a:lnTo>
                <a:lnTo>
                  <a:pt x="432" y="45"/>
                </a:lnTo>
                <a:lnTo>
                  <a:pt x="431" y="46"/>
                </a:lnTo>
                <a:lnTo>
                  <a:pt x="430" y="46"/>
                </a:lnTo>
                <a:lnTo>
                  <a:pt x="430" y="47"/>
                </a:lnTo>
                <a:lnTo>
                  <a:pt x="429" y="48"/>
                </a:lnTo>
                <a:lnTo>
                  <a:pt x="429" y="49"/>
                </a:lnTo>
                <a:lnTo>
                  <a:pt x="428" y="49"/>
                </a:lnTo>
                <a:lnTo>
                  <a:pt x="428" y="50"/>
                </a:lnTo>
                <a:lnTo>
                  <a:pt x="428" y="52"/>
                </a:lnTo>
                <a:lnTo>
                  <a:pt x="428" y="53"/>
                </a:lnTo>
                <a:lnTo>
                  <a:pt x="427" y="54"/>
                </a:lnTo>
                <a:lnTo>
                  <a:pt x="427" y="55"/>
                </a:lnTo>
                <a:lnTo>
                  <a:pt x="427" y="56"/>
                </a:lnTo>
                <a:lnTo>
                  <a:pt x="428" y="56"/>
                </a:lnTo>
                <a:lnTo>
                  <a:pt x="429" y="56"/>
                </a:lnTo>
                <a:lnTo>
                  <a:pt x="430" y="57"/>
                </a:lnTo>
                <a:lnTo>
                  <a:pt x="431" y="57"/>
                </a:lnTo>
                <a:lnTo>
                  <a:pt x="431" y="58"/>
                </a:lnTo>
                <a:lnTo>
                  <a:pt x="432" y="58"/>
                </a:lnTo>
                <a:lnTo>
                  <a:pt x="433" y="58"/>
                </a:lnTo>
                <a:lnTo>
                  <a:pt x="434" y="59"/>
                </a:lnTo>
                <a:lnTo>
                  <a:pt x="435" y="59"/>
                </a:lnTo>
                <a:lnTo>
                  <a:pt x="436" y="60"/>
                </a:lnTo>
                <a:lnTo>
                  <a:pt x="437" y="60"/>
                </a:lnTo>
                <a:lnTo>
                  <a:pt x="438" y="60"/>
                </a:lnTo>
                <a:lnTo>
                  <a:pt x="439" y="60"/>
                </a:lnTo>
                <a:lnTo>
                  <a:pt x="440" y="60"/>
                </a:lnTo>
                <a:lnTo>
                  <a:pt x="441" y="60"/>
                </a:lnTo>
                <a:lnTo>
                  <a:pt x="442" y="61"/>
                </a:lnTo>
                <a:lnTo>
                  <a:pt x="442" y="60"/>
                </a:lnTo>
                <a:lnTo>
                  <a:pt x="442" y="59"/>
                </a:lnTo>
                <a:lnTo>
                  <a:pt x="443" y="59"/>
                </a:lnTo>
                <a:lnTo>
                  <a:pt x="444" y="59"/>
                </a:lnTo>
                <a:lnTo>
                  <a:pt x="444" y="58"/>
                </a:lnTo>
                <a:lnTo>
                  <a:pt x="445" y="58"/>
                </a:lnTo>
                <a:lnTo>
                  <a:pt x="446" y="58"/>
                </a:lnTo>
                <a:lnTo>
                  <a:pt x="447" y="58"/>
                </a:lnTo>
                <a:lnTo>
                  <a:pt x="447" y="57"/>
                </a:lnTo>
                <a:lnTo>
                  <a:pt x="448" y="57"/>
                </a:lnTo>
                <a:lnTo>
                  <a:pt x="449" y="57"/>
                </a:lnTo>
                <a:lnTo>
                  <a:pt x="450" y="58"/>
                </a:lnTo>
                <a:lnTo>
                  <a:pt x="450" y="59"/>
                </a:lnTo>
                <a:lnTo>
                  <a:pt x="449" y="59"/>
                </a:lnTo>
                <a:lnTo>
                  <a:pt x="450" y="59"/>
                </a:lnTo>
                <a:lnTo>
                  <a:pt x="451" y="59"/>
                </a:lnTo>
                <a:lnTo>
                  <a:pt x="451" y="60"/>
                </a:lnTo>
                <a:lnTo>
                  <a:pt x="452" y="60"/>
                </a:lnTo>
                <a:lnTo>
                  <a:pt x="453" y="59"/>
                </a:lnTo>
                <a:lnTo>
                  <a:pt x="454" y="60"/>
                </a:lnTo>
                <a:lnTo>
                  <a:pt x="454" y="61"/>
                </a:lnTo>
                <a:lnTo>
                  <a:pt x="453" y="62"/>
                </a:lnTo>
                <a:lnTo>
                  <a:pt x="452" y="63"/>
                </a:lnTo>
                <a:lnTo>
                  <a:pt x="451" y="64"/>
                </a:lnTo>
                <a:lnTo>
                  <a:pt x="451" y="65"/>
                </a:lnTo>
                <a:lnTo>
                  <a:pt x="451" y="66"/>
                </a:lnTo>
                <a:lnTo>
                  <a:pt x="451" y="68"/>
                </a:lnTo>
                <a:lnTo>
                  <a:pt x="452" y="68"/>
                </a:lnTo>
                <a:lnTo>
                  <a:pt x="452" y="69"/>
                </a:lnTo>
                <a:lnTo>
                  <a:pt x="451" y="69"/>
                </a:lnTo>
                <a:lnTo>
                  <a:pt x="451" y="70"/>
                </a:lnTo>
                <a:lnTo>
                  <a:pt x="450" y="70"/>
                </a:lnTo>
                <a:lnTo>
                  <a:pt x="449" y="70"/>
                </a:lnTo>
                <a:lnTo>
                  <a:pt x="448" y="71"/>
                </a:lnTo>
                <a:lnTo>
                  <a:pt x="449" y="72"/>
                </a:lnTo>
                <a:lnTo>
                  <a:pt x="449" y="73"/>
                </a:lnTo>
                <a:lnTo>
                  <a:pt x="449" y="74"/>
                </a:lnTo>
                <a:lnTo>
                  <a:pt x="449" y="75"/>
                </a:lnTo>
                <a:lnTo>
                  <a:pt x="450" y="76"/>
                </a:lnTo>
                <a:lnTo>
                  <a:pt x="450" y="77"/>
                </a:lnTo>
                <a:lnTo>
                  <a:pt x="450" y="78"/>
                </a:lnTo>
                <a:lnTo>
                  <a:pt x="451" y="78"/>
                </a:lnTo>
                <a:lnTo>
                  <a:pt x="451" y="79"/>
                </a:lnTo>
                <a:lnTo>
                  <a:pt x="451" y="80"/>
                </a:lnTo>
                <a:lnTo>
                  <a:pt x="452" y="80"/>
                </a:lnTo>
                <a:lnTo>
                  <a:pt x="451" y="81"/>
                </a:lnTo>
                <a:lnTo>
                  <a:pt x="452" y="81"/>
                </a:lnTo>
                <a:lnTo>
                  <a:pt x="452" y="83"/>
                </a:lnTo>
                <a:lnTo>
                  <a:pt x="452" y="84"/>
                </a:lnTo>
                <a:lnTo>
                  <a:pt x="451" y="84"/>
                </a:lnTo>
                <a:lnTo>
                  <a:pt x="450" y="84"/>
                </a:lnTo>
                <a:lnTo>
                  <a:pt x="449" y="85"/>
                </a:lnTo>
                <a:lnTo>
                  <a:pt x="449" y="86"/>
                </a:lnTo>
                <a:lnTo>
                  <a:pt x="449" y="88"/>
                </a:lnTo>
                <a:lnTo>
                  <a:pt x="449" y="89"/>
                </a:lnTo>
                <a:lnTo>
                  <a:pt x="449" y="90"/>
                </a:lnTo>
                <a:lnTo>
                  <a:pt x="449" y="91"/>
                </a:lnTo>
                <a:lnTo>
                  <a:pt x="450" y="91"/>
                </a:lnTo>
                <a:lnTo>
                  <a:pt x="451" y="91"/>
                </a:lnTo>
                <a:lnTo>
                  <a:pt x="451" y="92"/>
                </a:lnTo>
                <a:lnTo>
                  <a:pt x="452" y="92"/>
                </a:lnTo>
                <a:lnTo>
                  <a:pt x="454" y="92"/>
                </a:lnTo>
                <a:lnTo>
                  <a:pt x="455" y="92"/>
                </a:lnTo>
                <a:lnTo>
                  <a:pt x="456" y="92"/>
                </a:lnTo>
                <a:lnTo>
                  <a:pt x="456" y="91"/>
                </a:lnTo>
                <a:lnTo>
                  <a:pt x="457" y="91"/>
                </a:lnTo>
                <a:lnTo>
                  <a:pt x="458" y="90"/>
                </a:lnTo>
                <a:lnTo>
                  <a:pt x="457" y="89"/>
                </a:lnTo>
                <a:lnTo>
                  <a:pt x="457" y="90"/>
                </a:lnTo>
                <a:lnTo>
                  <a:pt x="456" y="90"/>
                </a:lnTo>
                <a:lnTo>
                  <a:pt x="456" y="89"/>
                </a:lnTo>
                <a:lnTo>
                  <a:pt x="456" y="88"/>
                </a:lnTo>
                <a:lnTo>
                  <a:pt x="456" y="87"/>
                </a:lnTo>
                <a:lnTo>
                  <a:pt x="457" y="87"/>
                </a:lnTo>
                <a:lnTo>
                  <a:pt x="457" y="86"/>
                </a:lnTo>
                <a:lnTo>
                  <a:pt x="458" y="85"/>
                </a:lnTo>
                <a:lnTo>
                  <a:pt x="459" y="85"/>
                </a:lnTo>
                <a:lnTo>
                  <a:pt x="460" y="85"/>
                </a:lnTo>
                <a:lnTo>
                  <a:pt x="460" y="84"/>
                </a:lnTo>
                <a:lnTo>
                  <a:pt x="459" y="84"/>
                </a:lnTo>
                <a:lnTo>
                  <a:pt x="459" y="83"/>
                </a:lnTo>
                <a:lnTo>
                  <a:pt x="459" y="81"/>
                </a:lnTo>
                <a:lnTo>
                  <a:pt x="458" y="81"/>
                </a:lnTo>
                <a:lnTo>
                  <a:pt x="457" y="81"/>
                </a:lnTo>
                <a:lnTo>
                  <a:pt x="457" y="80"/>
                </a:lnTo>
                <a:lnTo>
                  <a:pt x="457" y="79"/>
                </a:lnTo>
                <a:lnTo>
                  <a:pt x="456" y="79"/>
                </a:lnTo>
                <a:lnTo>
                  <a:pt x="455" y="78"/>
                </a:lnTo>
                <a:lnTo>
                  <a:pt x="454" y="78"/>
                </a:lnTo>
                <a:lnTo>
                  <a:pt x="455" y="77"/>
                </a:lnTo>
                <a:lnTo>
                  <a:pt x="455" y="76"/>
                </a:lnTo>
                <a:lnTo>
                  <a:pt x="456" y="76"/>
                </a:lnTo>
                <a:lnTo>
                  <a:pt x="457" y="76"/>
                </a:lnTo>
                <a:lnTo>
                  <a:pt x="458" y="76"/>
                </a:lnTo>
                <a:lnTo>
                  <a:pt x="458" y="75"/>
                </a:lnTo>
                <a:lnTo>
                  <a:pt x="460" y="75"/>
                </a:lnTo>
                <a:lnTo>
                  <a:pt x="460" y="74"/>
                </a:lnTo>
                <a:lnTo>
                  <a:pt x="461" y="74"/>
                </a:lnTo>
                <a:lnTo>
                  <a:pt x="461" y="73"/>
                </a:lnTo>
                <a:lnTo>
                  <a:pt x="461" y="74"/>
                </a:lnTo>
                <a:lnTo>
                  <a:pt x="462" y="74"/>
                </a:lnTo>
                <a:lnTo>
                  <a:pt x="462" y="76"/>
                </a:lnTo>
                <a:lnTo>
                  <a:pt x="463" y="77"/>
                </a:lnTo>
                <a:lnTo>
                  <a:pt x="464" y="78"/>
                </a:lnTo>
                <a:lnTo>
                  <a:pt x="464" y="79"/>
                </a:lnTo>
                <a:lnTo>
                  <a:pt x="465" y="80"/>
                </a:lnTo>
                <a:lnTo>
                  <a:pt x="466" y="80"/>
                </a:lnTo>
                <a:lnTo>
                  <a:pt x="467" y="80"/>
                </a:lnTo>
                <a:lnTo>
                  <a:pt x="467" y="81"/>
                </a:lnTo>
                <a:lnTo>
                  <a:pt x="466" y="83"/>
                </a:lnTo>
                <a:lnTo>
                  <a:pt x="466" y="84"/>
                </a:lnTo>
                <a:lnTo>
                  <a:pt x="465" y="85"/>
                </a:lnTo>
                <a:lnTo>
                  <a:pt x="465" y="86"/>
                </a:lnTo>
                <a:lnTo>
                  <a:pt x="466" y="87"/>
                </a:lnTo>
                <a:lnTo>
                  <a:pt x="467" y="87"/>
                </a:lnTo>
                <a:lnTo>
                  <a:pt x="467" y="88"/>
                </a:lnTo>
                <a:lnTo>
                  <a:pt x="467" y="89"/>
                </a:lnTo>
                <a:lnTo>
                  <a:pt x="467" y="90"/>
                </a:lnTo>
                <a:lnTo>
                  <a:pt x="467" y="91"/>
                </a:lnTo>
                <a:lnTo>
                  <a:pt x="465" y="92"/>
                </a:lnTo>
                <a:lnTo>
                  <a:pt x="465" y="93"/>
                </a:lnTo>
                <a:lnTo>
                  <a:pt x="466" y="93"/>
                </a:lnTo>
                <a:lnTo>
                  <a:pt x="466" y="94"/>
                </a:lnTo>
                <a:lnTo>
                  <a:pt x="465" y="95"/>
                </a:lnTo>
                <a:lnTo>
                  <a:pt x="464" y="95"/>
                </a:lnTo>
                <a:lnTo>
                  <a:pt x="463" y="96"/>
                </a:lnTo>
                <a:lnTo>
                  <a:pt x="462" y="97"/>
                </a:lnTo>
                <a:lnTo>
                  <a:pt x="462" y="99"/>
                </a:lnTo>
                <a:lnTo>
                  <a:pt x="462" y="100"/>
                </a:lnTo>
                <a:lnTo>
                  <a:pt x="463" y="100"/>
                </a:lnTo>
                <a:lnTo>
                  <a:pt x="463" y="102"/>
                </a:lnTo>
                <a:lnTo>
                  <a:pt x="463" y="103"/>
                </a:lnTo>
                <a:lnTo>
                  <a:pt x="464" y="103"/>
                </a:lnTo>
                <a:lnTo>
                  <a:pt x="464" y="102"/>
                </a:lnTo>
                <a:lnTo>
                  <a:pt x="464" y="103"/>
                </a:lnTo>
                <a:lnTo>
                  <a:pt x="465" y="103"/>
                </a:lnTo>
                <a:lnTo>
                  <a:pt x="465" y="104"/>
                </a:lnTo>
                <a:lnTo>
                  <a:pt x="465" y="105"/>
                </a:lnTo>
                <a:lnTo>
                  <a:pt x="465" y="106"/>
                </a:lnTo>
                <a:lnTo>
                  <a:pt x="466" y="105"/>
                </a:lnTo>
                <a:lnTo>
                  <a:pt x="466" y="104"/>
                </a:lnTo>
                <a:lnTo>
                  <a:pt x="467" y="103"/>
                </a:lnTo>
                <a:lnTo>
                  <a:pt x="468" y="103"/>
                </a:lnTo>
                <a:lnTo>
                  <a:pt x="469" y="102"/>
                </a:lnTo>
                <a:lnTo>
                  <a:pt x="469" y="101"/>
                </a:lnTo>
                <a:lnTo>
                  <a:pt x="470" y="101"/>
                </a:lnTo>
                <a:lnTo>
                  <a:pt x="471" y="101"/>
                </a:lnTo>
                <a:lnTo>
                  <a:pt x="471" y="102"/>
                </a:lnTo>
                <a:lnTo>
                  <a:pt x="471" y="103"/>
                </a:lnTo>
                <a:lnTo>
                  <a:pt x="472" y="103"/>
                </a:lnTo>
                <a:lnTo>
                  <a:pt x="472" y="104"/>
                </a:lnTo>
                <a:lnTo>
                  <a:pt x="473" y="105"/>
                </a:lnTo>
                <a:lnTo>
                  <a:pt x="474" y="105"/>
                </a:lnTo>
                <a:lnTo>
                  <a:pt x="475" y="105"/>
                </a:lnTo>
                <a:lnTo>
                  <a:pt x="475" y="104"/>
                </a:lnTo>
                <a:lnTo>
                  <a:pt x="476" y="104"/>
                </a:lnTo>
                <a:lnTo>
                  <a:pt x="477" y="103"/>
                </a:lnTo>
                <a:lnTo>
                  <a:pt x="478" y="103"/>
                </a:lnTo>
                <a:lnTo>
                  <a:pt x="478" y="104"/>
                </a:lnTo>
                <a:lnTo>
                  <a:pt x="479" y="104"/>
                </a:lnTo>
                <a:lnTo>
                  <a:pt x="479" y="103"/>
                </a:lnTo>
                <a:lnTo>
                  <a:pt x="480" y="103"/>
                </a:lnTo>
                <a:lnTo>
                  <a:pt x="480" y="104"/>
                </a:lnTo>
                <a:lnTo>
                  <a:pt x="481" y="104"/>
                </a:lnTo>
                <a:lnTo>
                  <a:pt x="481" y="105"/>
                </a:lnTo>
                <a:lnTo>
                  <a:pt x="480" y="105"/>
                </a:lnTo>
                <a:lnTo>
                  <a:pt x="480" y="106"/>
                </a:lnTo>
                <a:lnTo>
                  <a:pt x="481" y="106"/>
                </a:lnTo>
                <a:lnTo>
                  <a:pt x="483" y="107"/>
                </a:lnTo>
                <a:lnTo>
                  <a:pt x="483" y="108"/>
                </a:lnTo>
                <a:lnTo>
                  <a:pt x="484" y="108"/>
                </a:lnTo>
                <a:lnTo>
                  <a:pt x="485" y="108"/>
                </a:lnTo>
                <a:lnTo>
                  <a:pt x="485" y="109"/>
                </a:lnTo>
                <a:lnTo>
                  <a:pt x="486" y="109"/>
                </a:lnTo>
                <a:lnTo>
                  <a:pt x="487" y="109"/>
                </a:lnTo>
                <a:lnTo>
                  <a:pt x="488" y="108"/>
                </a:lnTo>
                <a:lnTo>
                  <a:pt x="488" y="107"/>
                </a:lnTo>
                <a:lnTo>
                  <a:pt x="488" y="106"/>
                </a:lnTo>
                <a:lnTo>
                  <a:pt x="488" y="105"/>
                </a:lnTo>
                <a:lnTo>
                  <a:pt x="489" y="104"/>
                </a:lnTo>
                <a:lnTo>
                  <a:pt x="489" y="103"/>
                </a:lnTo>
                <a:lnTo>
                  <a:pt x="490" y="103"/>
                </a:lnTo>
                <a:lnTo>
                  <a:pt x="491" y="104"/>
                </a:lnTo>
                <a:lnTo>
                  <a:pt x="491" y="105"/>
                </a:lnTo>
                <a:lnTo>
                  <a:pt x="490" y="105"/>
                </a:lnTo>
                <a:lnTo>
                  <a:pt x="491" y="105"/>
                </a:lnTo>
                <a:lnTo>
                  <a:pt x="492" y="105"/>
                </a:lnTo>
                <a:lnTo>
                  <a:pt x="493" y="106"/>
                </a:lnTo>
                <a:lnTo>
                  <a:pt x="494" y="107"/>
                </a:lnTo>
                <a:lnTo>
                  <a:pt x="495" y="106"/>
                </a:lnTo>
                <a:lnTo>
                  <a:pt x="495" y="105"/>
                </a:lnTo>
                <a:lnTo>
                  <a:pt x="496" y="105"/>
                </a:lnTo>
                <a:lnTo>
                  <a:pt x="496" y="104"/>
                </a:lnTo>
                <a:lnTo>
                  <a:pt x="496" y="103"/>
                </a:lnTo>
                <a:lnTo>
                  <a:pt x="495" y="103"/>
                </a:lnTo>
                <a:lnTo>
                  <a:pt x="495" y="102"/>
                </a:lnTo>
                <a:lnTo>
                  <a:pt x="494" y="102"/>
                </a:lnTo>
                <a:lnTo>
                  <a:pt x="494" y="101"/>
                </a:lnTo>
                <a:lnTo>
                  <a:pt x="494" y="100"/>
                </a:lnTo>
                <a:lnTo>
                  <a:pt x="494" y="99"/>
                </a:lnTo>
                <a:lnTo>
                  <a:pt x="495" y="99"/>
                </a:lnTo>
                <a:lnTo>
                  <a:pt x="496" y="98"/>
                </a:lnTo>
                <a:lnTo>
                  <a:pt x="497" y="98"/>
                </a:lnTo>
                <a:lnTo>
                  <a:pt x="497" y="97"/>
                </a:lnTo>
                <a:lnTo>
                  <a:pt x="498" y="97"/>
                </a:lnTo>
                <a:lnTo>
                  <a:pt x="497" y="97"/>
                </a:lnTo>
                <a:lnTo>
                  <a:pt x="497" y="96"/>
                </a:lnTo>
                <a:lnTo>
                  <a:pt x="498" y="95"/>
                </a:lnTo>
                <a:lnTo>
                  <a:pt x="498" y="94"/>
                </a:lnTo>
                <a:lnTo>
                  <a:pt x="499" y="93"/>
                </a:lnTo>
                <a:lnTo>
                  <a:pt x="499" y="92"/>
                </a:lnTo>
                <a:lnTo>
                  <a:pt x="499" y="91"/>
                </a:lnTo>
                <a:lnTo>
                  <a:pt x="500" y="91"/>
                </a:lnTo>
                <a:lnTo>
                  <a:pt x="500" y="90"/>
                </a:lnTo>
                <a:lnTo>
                  <a:pt x="500" y="89"/>
                </a:lnTo>
                <a:lnTo>
                  <a:pt x="499" y="89"/>
                </a:lnTo>
                <a:lnTo>
                  <a:pt x="500" y="88"/>
                </a:lnTo>
                <a:lnTo>
                  <a:pt x="500" y="87"/>
                </a:lnTo>
                <a:lnTo>
                  <a:pt x="501" y="86"/>
                </a:lnTo>
                <a:lnTo>
                  <a:pt x="500" y="85"/>
                </a:lnTo>
                <a:lnTo>
                  <a:pt x="501" y="85"/>
                </a:lnTo>
                <a:lnTo>
                  <a:pt x="501" y="84"/>
                </a:lnTo>
                <a:lnTo>
                  <a:pt x="500" y="84"/>
                </a:lnTo>
                <a:lnTo>
                  <a:pt x="500" y="83"/>
                </a:lnTo>
                <a:lnTo>
                  <a:pt x="501" y="83"/>
                </a:lnTo>
                <a:lnTo>
                  <a:pt x="502" y="83"/>
                </a:lnTo>
                <a:lnTo>
                  <a:pt x="502" y="81"/>
                </a:lnTo>
                <a:lnTo>
                  <a:pt x="502" y="80"/>
                </a:lnTo>
                <a:lnTo>
                  <a:pt x="502" y="81"/>
                </a:lnTo>
                <a:lnTo>
                  <a:pt x="503" y="80"/>
                </a:lnTo>
                <a:lnTo>
                  <a:pt x="503" y="79"/>
                </a:lnTo>
                <a:lnTo>
                  <a:pt x="502" y="79"/>
                </a:lnTo>
                <a:lnTo>
                  <a:pt x="503" y="79"/>
                </a:lnTo>
                <a:lnTo>
                  <a:pt x="503" y="78"/>
                </a:lnTo>
                <a:lnTo>
                  <a:pt x="504" y="78"/>
                </a:lnTo>
                <a:lnTo>
                  <a:pt x="504" y="77"/>
                </a:lnTo>
                <a:lnTo>
                  <a:pt x="505" y="76"/>
                </a:lnTo>
                <a:lnTo>
                  <a:pt x="506" y="76"/>
                </a:lnTo>
                <a:lnTo>
                  <a:pt x="507" y="76"/>
                </a:lnTo>
                <a:lnTo>
                  <a:pt x="508" y="76"/>
                </a:lnTo>
                <a:lnTo>
                  <a:pt x="509" y="75"/>
                </a:lnTo>
                <a:lnTo>
                  <a:pt x="510" y="75"/>
                </a:lnTo>
                <a:lnTo>
                  <a:pt x="511" y="74"/>
                </a:lnTo>
                <a:lnTo>
                  <a:pt x="511" y="75"/>
                </a:lnTo>
                <a:lnTo>
                  <a:pt x="510" y="77"/>
                </a:lnTo>
                <a:lnTo>
                  <a:pt x="510" y="78"/>
                </a:lnTo>
                <a:lnTo>
                  <a:pt x="510" y="79"/>
                </a:lnTo>
                <a:lnTo>
                  <a:pt x="510" y="80"/>
                </a:lnTo>
                <a:lnTo>
                  <a:pt x="510" y="81"/>
                </a:lnTo>
                <a:lnTo>
                  <a:pt x="510" y="84"/>
                </a:lnTo>
                <a:lnTo>
                  <a:pt x="511" y="84"/>
                </a:lnTo>
                <a:lnTo>
                  <a:pt x="511" y="85"/>
                </a:lnTo>
                <a:lnTo>
                  <a:pt x="511" y="86"/>
                </a:lnTo>
                <a:lnTo>
                  <a:pt x="512" y="86"/>
                </a:lnTo>
                <a:lnTo>
                  <a:pt x="512" y="87"/>
                </a:lnTo>
                <a:lnTo>
                  <a:pt x="513" y="87"/>
                </a:lnTo>
                <a:lnTo>
                  <a:pt x="513" y="88"/>
                </a:lnTo>
                <a:lnTo>
                  <a:pt x="512" y="89"/>
                </a:lnTo>
                <a:lnTo>
                  <a:pt x="512" y="90"/>
                </a:lnTo>
                <a:lnTo>
                  <a:pt x="511" y="90"/>
                </a:lnTo>
                <a:lnTo>
                  <a:pt x="511" y="91"/>
                </a:lnTo>
                <a:lnTo>
                  <a:pt x="511" y="92"/>
                </a:lnTo>
                <a:lnTo>
                  <a:pt x="511" y="93"/>
                </a:lnTo>
                <a:lnTo>
                  <a:pt x="511" y="94"/>
                </a:lnTo>
                <a:lnTo>
                  <a:pt x="512" y="94"/>
                </a:lnTo>
                <a:lnTo>
                  <a:pt x="513" y="94"/>
                </a:lnTo>
                <a:lnTo>
                  <a:pt x="513" y="95"/>
                </a:lnTo>
                <a:lnTo>
                  <a:pt x="514" y="96"/>
                </a:lnTo>
                <a:lnTo>
                  <a:pt x="514" y="97"/>
                </a:lnTo>
                <a:lnTo>
                  <a:pt x="513" y="97"/>
                </a:lnTo>
                <a:lnTo>
                  <a:pt x="514" y="98"/>
                </a:lnTo>
                <a:lnTo>
                  <a:pt x="515" y="98"/>
                </a:lnTo>
                <a:lnTo>
                  <a:pt x="515" y="97"/>
                </a:lnTo>
                <a:lnTo>
                  <a:pt x="516" y="97"/>
                </a:lnTo>
                <a:lnTo>
                  <a:pt x="516" y="96"/>
                </a:lnTo>
                <a:lnTo>
                  <a:pt x="517" y="96"/>
                </a:lnTo>
                <a:lnTo>
                  <a:pt x="518" y="96"/>
                </a:lnTo>
                <a:lnTo>
                  <a:pt x="519" y="96"/>
                </a:lnTo>
                <a:lnTo>
                  <a:pt x="519" y="97"/>
                </a:lnTo>
                <a:lnTo>
                  <a:pt x="519" y="98"/>
                </a:lnTo>
                <a:lnTo>
                  <a:pt x="518" y="99"/>
                </a:lnTo>
                <a:lnTo>
                  <a:pt x="519" y="99"/>
                </a:lnTo>
                <a:lnTo>
                  <a:pt x="519" y="98"/>
                </a:lnTo>
                <a:lnTo>
                  <a:pt x="520" y="98"/>
                </a:lnTo>
                <a:lnTo>
                  <a:pt x="520" y="97"/>
                </a:lnTo>
                <a:lnTo>
                  <a:pt x="521" y="97"/>
                </a:lnTo>
                <a:lnTo>
                  <a:pt x="521" y="98"/>
                </a:lnTo>
                <a:lnTo>
                  <a:pt x="522" y="98"/>
                </a:lnTo>
                <a:lnTo>
                  <a:pt x="523" y="98"/>
                </a:lnTo>
                <a:lnTo>
                  <a:pt x="522" y="98"/>
                </a:lnTo>
                <a:lnTo>
                  <a:pt x="522" y="99"/>
                </a:lnTo>
                <a:lnTo>
                  <a:pt x="521" y="99"/>
                </a:lnTo>
                <a:lnTo>
                  <a:pt x="520" y="100"/>
                </a:lnTo>
                <a:lnTo>
                  <a:pt x="520" y="101"/>
                </a:lnTo>
                <a:lnTo>
                  <a:pt x="520" y="102"/>
                </a:lnTo>
                <a:lnTo>
                  <a:pt x="519" y="102"/>
                </a:lnTo>
                <a:lnTo>
                  <a:pt x="519" y="103"/>
                </a:lnTo>
                <a:lnTo>
                  <a:pt x="518" y="104"/>
                </a:lnTo>
                <a:lnTo>
                  <a:pt x="518" y="106"/>
                </a:lnTo>
                <a:lnTo>
                  <a:pt x="517" y="107"/>
                </a:lnTo>
                <a:lnTo>
                  <a:pt x="518" y="108"/>
                </a:lnTo>
                <a:lnTo>
                  <a:pt x="518" y="109"/>
                </a:lnTo>
                <a:lnTo>
                  <a:pt x="517" y="109"/>
                </a:lnTo>
                <a:lnTo>
                  <a:pt x="517" y="110"/>
                </a:lnTo>
                <a:lnTo>
                  <a:pt x="517" y="111"/>
                </a:lnTo>
                <a:lnTo>
                  <a:pt x="517" y="112"/>
                </a:lnTo>
                <a:lnTo>
                  <a:pt x="516" y="113"/>
                </a:lnTo>
                <a:lnTo>
                  <a:pt x="516" y="114"/>
                </a:lnTo>
                <a:lnTo>
                  <a:pt x="515" y="115"/>
                </a:lnTo>
                <a:lnTo>
                  <a:pt x="515" y="116"/>
                </a:lnTo>
                <a:lnTo>
                  <a:pt x="515" y="117"/>
                </a:lnTo>
                <a:lnTo>
                  <a:pt x="514" y="118"/>
                </a:lnTo>
                <a:lnTo>
                  <a:pt x="514" y="119"/>
                </a:lnTo>
                <a:lnTo>
                  <a:pt x="514" y="120"/>
                </a:lnTo>
                <a:lnTo>
                  <a:pt x="514" y="121"/>
                </a:lnTo>
                <a:lnTo>
                  <a:pt x="514" y="122"/>
                </a:lnTo>
                <a:lnTo>
                  <a:pt x="514" y="123"/>
                </a:lnTo>
                <a:lnTo>
                  <a:pt x="515" y="123"/>
                </a:lnTo>
                <a:lnTo>
                  <a:pt x="515" y="122"/>
                </a:lnTo>
                <a:lnTo>
                  <a:pt x="516" y="122"/>
                </a:lnTo>
                <a:lnTo>
                  <a:pt x="516" y="121"/>
                </a:lnTo>
                <a:lnTo>
                  <a:pt x="516" y="120"/>
                </a:lnTo>
                <a:lnTo>
                  <a:pt x="517" y="120"/>
                </a:lnTo>
                <a:lnTo>
                  <a:pt x="517" y="119"/>
                </a:lnTo>
                <a:lnTo>
                  <a:pt x="518" y="119"/>
                </a:lnTo>
                <a:lnTo>
                  <a:pt x="518" y="120"/>
                </a:lnTo>
                <a:lnTo>
                  <a:pt x="519" y="120"/>
                </a:lnTo>
                <a:lnTo>
                  <a:pt x="520" y="121"/>
                </a:lnTo>
                <a:lnTo>
                  <a:pt x="520" y="122"/>
                </a:lnTo>
                <a:lnTo>
                  <a:pt x="521" y="122"/>
                </a:lnTo>
                <a:lnTo>
                  <a:pt x="521" y="123"/>
                </a:lnTo>
                <a:lnTo>
                  <a:pt x="520" y="124"/>
                </a:lnTo>
                <a:lnTo>
                  <a:pt x="519" y="125"/>
                </a:lnTo>
                <a:lnTo>
                  <a:pt x="518" y="125"/>
                </a:lnTo>
                <a:lnTo>
                  <a:pt x="517" y="125"/>
                </a:lnTo>
                <a:lnTo>
                  <a:pt x="517" y="126"/>
                </a:lnTo>
                <a:lnTo>
                  <a:pt x="516" y="126"/>
                </a:lnTo>
                <a:lnTo>
                  <a:pt x="516" y="127"/>
                </a:lnTo>
                <a:lnTo>
                  <a:pt x="515" y="127"/>
                </a:lnTo>
                <a:lnTo>
                  <a:pt x="516" y="127"/>
                </a:lnTo>
                <a:lnTo>
                  <a:pt x="516" y="129"/>
                </a:lnTo>
                <a:lnTo>
                  <a:pt x="515" y="129"/>
                </a:lnTo>
                <a:lnTo>
                  <a:pt x="514" y="129"/>
                </a:lnTo>
                <a:lnTo>
                  <a:pt x="514" y="130"/>
                </a:lnTo>
                <a:lnTo>
                  <a:pt x="514" y="132"/>
                </a:lnTo>
                <a:lnTo>
                  <a:pt x="515" y="132"/>
                </a:lnTo>
                <a:lnTo>
                  <a:pt x="515" y="134"/>
                </a:lnTo>
                <a:lnTo>
                  <a:pt x="515" y="135"/>
                </a:lnTo>
                <a:lnTo>
                  <a:pt x="515" y="136"/>
                </a:lnTo>
                <a:lnTo>
                  <a:pt x="515" y="137"/>
                </a:lnTo>
                <a:lnTo>
                  <a:pt x="515" y="138"/>
                </a:lnTo>
                <a:lnTo>
                  <a:pt x="516" y="139"/>
                </a:lnTo>
                <a:lnTo>
                  <a:pt x="517" y="139"/>
                </a:lnTo>
                <a:lnTo>
                  <a:pt x="517" y="140"/>
                </a:lnTo>
                <a:lnTo>
                  <a:pt x="516" y="140"/>
                </a:lnTo>
                <a:lnTo>
                  <a:pt x="517" y="141"/>
                </a:lnTo>
                <a:lnTo>
                  <a:pt x="518" y="141"/>
                </a:lnTo>
                <a:lnTo>
                  <a:pt x="518" y="142"/>
                </a:lnTo>
                <a:lnTo>
                  <a:pt x="517" y="143"/>
                </a:lnTo>
                <a:lnTo>
                  <a:pt x="517" y="144"/>
                </a:lnTo>
                <a:lnTo>
                  <a:pt x="518" y="145"/>
                </a:lnTo>
                <a:lnTo>
                  <a:pt x="517" y="146"/>
                </a:lnTo>
                <a:lnTo>
                  <a:pt x="517" y="147"/>
                </a:lnTo>
                <a:lnTo>
                  <a:pt x="517" y="148"/>
                </a:lnTo>
                <a:lnTo>
                  <a:pt x="517" y="149"/>
                </a:lnTo>
                <a:lnTo>
                  <a:pt x="518" y="149"/>
                </a:lnTo>
                <a:lnTo>
                  <a:pt x="519" y="151"/>
                </a:lnTo>
                <a:lnTo>
                  <a:pt x="520" y="152"/>
                </a:lnTo>
                <a:lnTo>
                  <a:pt x="521" y="152"/>
                </a:lnTo>
                <a:lnTo>
                  <a:pt x="521" y="153"/>
                </a:lnTo>
                <a:lnTo>
                  <a:pt x="520" y="153"/>
                </a:lnTo>
                <a:lnTo>
                  <a:pt x="520" y="154"/>
                </a:lnTo>
                <a:lnTo>
                  <a:pt x="521" y="154"/>
                </a:lnTo>
                <a:lnTo>
                  <a:pt x="522" y="154"/>
                </a:lnTo>
                <a:lnTo>
                  <a:pt x="523" y="154"/>
                </a:lnTo>
                <a:lnTo>
                  <a:pt x="524" y="154"/>
                </a:lnTo>
                <a:lnTo>
                  <a:pt x="524" y="155"/>
                </a:lnTo>
                <a:lnTo>
                  <a:pt x="525" y="156"/>
                </a:lnTo>
                <a:lnTo>
                  <a:pt x="526" y="156"/>
                </a:lnTo>
                <a:lnTo>
                  <a:pt x="527" y="157"/>
                </a:lnTo>
                <a:lnTo>
                  <a:pt x="528" y="157"/>
                </a:lnTo>
                <a:lnTo>
                  <a:pt x="529" y="158"/>
                </a:lnTo>
                <a:lnTo>
                  <a:pt x="529" y="159"/>
                </a:lnTo>
                <a:lnTo>
                  <a:pt x="528" y="159"/>
                </a:lnTo>
                <a:lnTo>
                  <a:pt x="528" y="160"/>
                </a:lnTo>
                <a:lnTo>
                  <a:pt x="528" y="161"/>
                </a:lnTo>
                <a:lnTo>
                  <a:pt x="529" y="162"/>
                </a:lnTo>
                <a:lnTo>
                  <a:pt x="530" y="162"/>
                </a:lnTo>
                <a:lnTo>
                  <a:pt x="530" y="163"/>
                </a:lnTo>
                <a:lnTo>
                  <a:pt x="529" y="165"/>
                </a:lnTo>
                <a:lnTo>
                  <a:pt x="529" y="166"/>
                </a:lnTo>
                <a:lnTo>
                  <a:pt x="528" y="166"/>
                </a:lnTo>
                <a:lnTo>
                  <a:pt x="528" y="167"/>
                </a:lnTo>
                <a:lnTo>
                  <a:pt x="527" y="168"/>
                </a:lnTo>
                <a:lnTo>
                  <a:pt x="528" y="169"/>
                </a:lnTo>
                <a:lnTo>
                  <a:pt x="528" y="170"/>
                </a:lnTo>
                <a:lnTo>
                  <a:pt x="528" y="171"/>
                </a:lnTo>
                <a:lnTo>
                  <a:pt x="527" y="170"/>
                </a:lnTo>
                <a:lnTo>
                  <a:pt x="526" y="171"/>
                </a:lnTo>
                <a:lnTo>
                  <a:pt x="526" y="172"/>
                </a:lnTo>
                <a:lnTo>
                  <a:pt x="525" y="172"/>
                </a:lnTo>
                <a:lnTo>
                  <a:pt x="525" y="171"/>
                </a:lnTo>
                <a:lnTo>
                  <a:pt x="524" y="171"/>
                </a:lnTo>
                <a:lnTo>
                  <a:pt x="523" y="172"/>
                </a:lnTo>
                <a:lnTo>
                  <a:pt x="522" y="173"/>
                </a:lnTo>
                <a:lnTo>
                  <a:pt x="521" y="173"/>
                </a:lnTo>
                <a:lnTo>
                  <a:pt x="520" y="173"/>
                </a:lnTo>
                <a:lnTo>
                  <a:pt x="520" y="174"/>
                </a:lnTo>
                <a:lnTo>
                  <a:pt x="519" y="175"/>
                </a:lnTo>
                <a:lnTo>
                  <a:pt x="518" y="176"/>
                </a:lnTo>
                <a:lnTo>
                  <a:pt x="518" y="177"/>
                </a:lnTo>
                <a:lnTo>
                  <a:pt x="517" y="177"/>
                </a:lnTo>
                <a:lnTo>
                  <a:pt x="516" y="178"/>
                </a:lnTo>
                <a:lnTo>
                  <a:pt x="515" y="178"/>
                </a:lnTo>
                <a:lnTo>
                  <a:pt x="515" y="179"/>
                </a:lnTo>
                <a:lnTo>
                  <a:pt x="514" y="179"/>
                </a:lnTo>
                <a:lnTo>
                  <a:pt x="514" y="180"/>
                </a:lnTo>
                <a:lnTo>
                  <a:pt x="514" y="181"/>
                </a:lnTo>
                <a:lnTo>
                  <a:pt x="515" y="182"/>
                </a:lnTo>
                <a:lnTo>
                  <a:pt x="514" y="182"/>
                </a:lnTo>
                <a:lnTo>
                  <a:pt x="514" y="183"/>
                </a:lnTo>
                <a:lnTo>
                  <a:pt x="514" y="184"/>
                </a:lnTo>
                <a:lnTo>
                  <a:pt x="514" y="185"/>
                </a:lnTo>
                <a:lnTo>
                  <a:pt x="513" y="185"/>
                </a:lnTo>
                <a:lnTo>
                  <a:pt x="512" y="185"/>
                </a:lnTo>
                <a:lnTo>
                  <a:pt x="511" y="184"/>
                </a:lnTo>
                <a:lnTo>
                  <a:pt x="510" y="184"/>
                </a:lnTo>
                <a:lnTo>
                  <a:pt x="510" y="185"/>
                </a:lnTo>
                <a:lnTo>
                  <a:pt x="509" y="185"/>
                </a:lnTo>
                <a:lnTo>
                  <a:pt x="509" y="184"/>
                </a:lnTo>
                <a:lnTo>
                  <a:pt x="507" y="183"/>
                </a:lnTo>
                <a:lnTo>
                  <a:pt x="507" y="182"/>
                </a:lnTo>
                <a:lnTo>
                  <a:pt x="506" y="181"/>
                </a:lnTo>
                <a:lnTo>
                  <a:pt x="505" y="182"/>
                </a:lnTo>
                <a:lnTo>
                  <a:pt x="505" y="183"/>
                </a:lnTo>
                <a:lnTo>
                  <a:pt x="504" y="184"/>
                </a:lnTo>
                <a:lnTo>
                  <a:pt x="503" y="184"/>
                </a:lnTo>
                <a:lnTo>
                  <a:pt x="502" y="185"/>
                </a:lnTo>
                <a:lnTo>
                  <a:pt x="501" y="186"/>
                </a:lnTo>
                <a:lnTo>
                  <a:pt x="501" y="185"/>
                </a:lnTo>
                <a:lnTo>
                  <a:pt x="501" y="184"/>
                </a:lnTo>
                <a:lnTo>
                  <a:pt x="501" y="183"/>
                </a:lnTo>
                <a:lnTo>
                  <a:pt x="501" y="182"/>
                </a:lnTo>
                <a:lnTo>
                  <a:pt x="500" y="182"/>
                </a:lnTo>
                <a:lnTo>
                  <a:pt x="499" y="182"/>
                </a:lnTo>
                <a:lnTo>
                  <a:pt x="499" y="184"/>
                </a:lnTo>
                <a:lnTo>
                  <a:pt x="498" y="184"/>
                </a:lnTo>
                <a:lnTo>
                  <a:pt x="497" y="185"/>
                </a:lnTo>
                <a:lnTo>
                  <a:pt x="497" y="184"/>
                </a:lnTo>
                <a:lnTo>
                  <a:pt x="497" y="185"/>
                </a:lnTo>
                <a:lnTo>
                  <a:pt x="496" y="185"/>
                </a:lnTo>
                <a:lnTo>
                  <a:pt x="497" y="186"/>
                </a:lnTo>
                <a:lnTo>
                  <a:pt x="498" y="186"/>
                </a:lnTo>
                <a:lnTo>
                  <a:pt x="498" y="185"/>
                </a:lnTo>
                <a:lnTo>
                  <a:pt x="499" y="184"/>
                </a:lnTo>
                <a:lnTo>
                  <a:pt x="500" y="184"/>
                </a:lnTo>
                <a:lnTo>
                  <a:pt x="500" y="185"/>
                </a:lnTo>
                <a:lnTo>
                  <a:pt x="499" y="186"/>
                </a:lnTo>
                <a:lnTo>
                  <a:pt x="498" y="187"/>
                </a:lnTo>
                <a:lnTo>
                  <a:pt x="497" y="187"/>
                </a:lnTo>
                <a:lnTo>
                  <a:pt x="498" y="188"/>
                </a:lnTo>
                <a:lnTo>
                  <a:pt x="497" y="189"/>
                </a:lnTo>
                <a:lnTo>
                  <a:pt x="497" y="190"/>
                </a:lnTo>
                <a:lnTo>
                  <a:pt x="497" y="191"/>
                </a:lnTo>
                <a:lnTo>
                  <a:pt x="498" y="191"/>
                </a:lnTo>
                <a:lnTo>
                  <a:pt x="497" y="192"/>
                </a:lnTo>
                <a:lnTo>
                  <a:pt x="496" y="192"/>
                </a:lnTo>
                <a:lnTo>
                  <a:pt x="496" y="193"/>
                </a:lnTo>
                <a:lnTo>
                  <a:pt x="495" y="194"/>
                </a:lnTo>
                <a:lnTo>
                  <a:pt x="494" y="194"/>
                </a:lnTo>
                <a:lnTo>
                  <a:pt x="493" y="194"/>
                </a:lnTo>
                <a:lnTo>
                  <a:pt x="493" y="195"/>
                </a:lnTo>
                <a:lnTo>
                  <a:pt x="492" y="194"/>
                </a:lnTo>
                <a:lnTo>
                  <a:pt x="491" y="193"/>
                </a:lnTo>
                <a:lnTo>
                  <a:pt x="491" y="194"/>
                </a:lnTo>
                <a:lnTo>
                  <a:pt x="491" y="195"/>
                </a:lnTo>
                <a:lnTo>
                  <a:pt x="491" y="196"/>
                </a:lnTo>
                <a:lnTo>
                  <a:pt x="492" y="197"/>
                </a:lnTo>
                <a:lnTo>
                  <a:pt x="492" y="198"/>
                </a:lnTo>
                <a:lnTo>
                  <a:pt x="491" y="198"/>
                </a:lnTo>
                <a:lnTo>
                  <a:pt x="491" y="200"/>
                </a:lnTo>
                <a:lnTo>
                  <a:pt x="490" y="200"/>
                </a:lnTo>
                <a:lnTo>
                  <a:pt x="490" y="199"/>
                </a:lnTo>
                <a:lnTo>
                  <a:pt x="489" y="199"/>
                </a:lnTo>
                <a:lnTo>
                  <a:pt x="488" y="200"/>
                </a:lnTo>
                <a:lnTo>
                  <a:pt x="487" y="201"/>
                </a:lnTo>
                <a:lnTo>
                  <a:pt x="486" y="201"/>
                </a:lnTo>
                <a:lnTo>
                  <a:pt x="486" y="200"/>
                </a:lnTo>
                <a:lnTo>
                  <a:pt x="485" y="201"/>
                </a:lnTo>
                <a:lnTo>
                  <a:pt x="485" y="202"/>
                </a:lnTo>
                <a:lnTo>
                  <a:pt x="484" y="202"/>
                </a:lnTo>
                <a:lnTo>
                  <a:pt x="484" y="203"/>
                </a:lnTo>
                <a:lnTo>
                  <a:pt x="484" y="204"/>
                </a:lnTo>
                <a:lnTo>
                  <a:pt x="483" y="204"/>
                </a:lnTo>
                <a:lnTo>
                  <a:pt x="482" y="204"/>
                </a:lnTo>
                <a:lnTo>
                  <a:pt x="482" y="205"/>
                </a:lnTo>
                <a:lnTo>
                  <a:pt x="481" y="205"/>
                </a:lnTo>
                <a:lnTo>
                  <a:pt x="480" y="205"/>
                </a:lnTo>
                <a:lnTo>
                  <a:pt x="478" y="206"/>
                </a:lnTo>
                <a:lnTo>
                  <a:pt x="478" y="207"/>
                </a:lnTo>
                <a:lnTo>
                  <a:pt x="479" y="207"/>
                </a:lnTo>
                <a:lnTo>
                  <a:pt x="480" y="207"/>
                </a:lnTo>
                <a:lnTo>
                  <a:pt x="480" y="208"/>
                </a:lnTo>
                <a:lnTo>
                  <a:pt x="480" y="209"/>
                </a:lnTo>
                <a:lnTo>
                  <a:pt x="480" y="211"/>
                </a:lnTo>
                <a:lnTo>
                  <a:pt x="480" y="212"/>
                </a:lnTo>
                <a:lnTo>
                  <a:pt x="479" y="212"/>
                </a:lnTo>
                <a:lnTo>
                  <a:pt x="478" y="214"/>
                </a:lnTo>
                <a:lnTo>
                  <a:pt x="477" y="215"/>
                </a:lnTo>
                <a:lnTo>
                  <a:pt x="477" y="216"/>
                </a:lnTo>
                <a:lnTo>
                  <a:pt x="476" y="217"/>
                </a:lnTo>
                <a:lnTo>
                  <a:pt x="475" y="216"/>
                </a:lnTo>
                <a:lnTo>
                  <a:pt x="474" y="216"/>
                </a:lnTo>
                <a:lnTo>
                  <a:pt x="474" y="217"/>
                </a:lnTo>
                <a:lnTo>
                  <a:pt x="473" y="218"/>
                </a:lnTo>
                <a:lnTo>
                  <a:pt x="472" y="218"/>
                </a:lnTo>
                <a:lnTo>
                  <a:pt x="471" y="219"/>
                </a:lnTo>
                <a:lnTo>
                  <a:pt x="470" y="219"/>
                </a:lnTo>
                <a:lnTo>
                  <a:pt x="470" y="218"/>
                </a:lnTo>
                <a:lnTo>
                  <a:pt x="468" y="219"/>
                </a:lnTo>
                <a:lnTo>
                  <a:pt x="469" y="220"/>
                </a:lnTo>
                <a:lnTo>
                  <a:pt x="470" y="221"/>
                </a:lnTo>
                <a:lnTo>
                  <a:pt x="471" y="222"/>
                </a:lnTo>
                <a:lnTo>
                  <a:pt x="472" y="222"/>
                </a:lnTo>
                <a:lnTo>
                  <a:pt x="473" y="222"/>
                </a:lnTo>
                <a:lnTo>
                  <a:pt x="473" y="223"/>
                </a:lnTo>
                <a:lnTo>
                  <a:pt x="473" y="224"/>
                </a:lnTo>
                <a:lnTo>
                  <a:pt x="474" y="225"/>
                </a:lnTo>
                <a:lnTo>
                  <a:pt x="475" y="225"/>
                </a:lnTo>
                <a:lnTo>
                  <a:pt x="475" y="226"/>
                </a:lnTo>
                <a:lnTo>
                  <a:pt x="476" y="226"/>
                </a:lnTo>
                <a:lnTo>
                  <a:pt x="476" y="227"/>
                </a:lnTo>
                <a:lnTo>
                  <a:pt x="475" y="227"/>
                </a:lnTo>
                <a:lnTo>
                  <a:pt x="475" y="228"/>
                </a:lnTo>
                <a:lnTo>
                  <a:pt x="476" y="228"/>
                </a:lnTo>
                <a:lnTo>
                  <a:pt x="477" y="228"/>
                </a:lnTo>
                <a:lnTo>
                  <a:pt x="477" y="227"/>
                </a:lnTo>
                <a:lnTo>
                  <a:pt x="478" y="226"/>
                </a:lnTo>
                <a:lnTo>
                  <a:pt x="479" y="226"/>
                </a:lnTo>
                <a:lnTo>
                  <a:pt x="480" y="226"/>
                </a:lnTo>
                <a:lnTo>
                  <a:pt x="479" y="226"/>
                </a:lnTo>
                <a:lnTo>
                  <a:pt x="479" y="225"/>
                </a:lnTo>
                <a:lnTo>
                  <a:pt x="480" y="225"/>
                </a:lnTo>
                <a:lnTo>
                  <a:pt x="480" y="226"/>
                </a:lnTo>
                <a:lnTo>
                  <a:pt x="480" y="227"/>
                </a:lnTo>
                <a:lnTo>
                  <a:pt x="482" y="226"/>
                </a:lnTo>
                <a:lnTo>
                  <a:pt x="483" y="226"/>
                </a:lnTo>
                <a:lnTo>
                  <a:pt x="483" y="224"/>
                </a:lnTo>
                <a:lnTo>
                  <a:pt x="482" y="224"/>
                </a:lnTo>
                <a:lnTo>
                  <a:pt x="481" y="223"/>
                </a:lnTo>
                <a:lnTo>
                  <a:pt x="482" y="223"/>
                </a:lnTo>
                <a:lnTo>
                  <a:pt x="483" y="223"/>
                </a:lnTo>
                <a:lnTo>
                  <a:pt x="484" y="223"/>
                </a:lnTo>
                <a:lnTo>
                  <a:pt x="485" y="222"/>
                </a:lnTo>
                <a:lnTo>
                  <a:pt x="485" y="221"/>
                </a:lnTo>
                <a:lnTo>
                  <a:pt x="486" y="221"/>
                </a:lnTo>
                <a:lnTo>
                  <a:pt x="486" y="220"/>
                </a:lnTo>
                <a:lnTo>
                  <a:pt x="487" y="220"/>
                </a:lnTo>
                <a:lnTo>
                  <a:pt x="488" y="220"/>
                </a:lnTo>
                <a:lnTo>
                  <a:pt x="488" y="219"/>
                </a:lnTo>
                <a:lnTo>
                  <a:pt x="489" y="217"/>
                </a:lnTo>
                <a:lnTo>
                  <a:pt x="490" y="217"/>
                </a:lnTo>
                <a:lnTo>
                  <a:pt x="490" y="218"/>
                </a:lnTo>
                <a:lnTo>
                  <a:pt x="491" y="218"/>
                </a:lnTo>
                <a:lnTo>
                  <a:pt x="492" y="217"/>
                </a:lnTo>
                <a:lnTo>
                  <a:pt x="494" y="216"/>
                </a:lnTo>
                <a:lnTo>
                  <a:pt x="495" y="216"/>
                </a:lnTo>
                <a:lnTo>
                  <a:pt x="497" y="215"/>
                </a:lnTo>
                <a:lnTo>
                  <a:pt x="498" y="215"/>
                </a:lnTo>
                <a:lnTo>
                  <a:pt x="499" y="215"/>
                </a:lnTo>
                <a:lnTo>
                  <a:pt x="499" y="216"/>
                </a:lnTo>
                <a:lnTo>
                  <a:pt x="499" y="217"/>
                </a:lnTo>
                <a:lnTo>
                  <a:pt x="498" y="217"/>
                </a:lnTo>
                <a:lnTo>
                  <a:pt x="497" y="217"/>
                </a:lnTo>
                <a:lnTo>
                  <a:pt x="497" y="218"/>
                </a:lnTo>
                <a:lnTo>
                  <a:pt x="497" y="219"/>
                </a:lnTo>
                <a:lnTo>
                  <a:pt x="496" y="220"/>
                </a:lnTo>
                <a:lnTo>
                  <a:pt x="496" y="221"/>
                </a:lnTo>
                <a:lnTo>
                  <a:pt x="498" y="221"/>
                </a:lnTo>
                <a:lnTo>
                  <a:pt x="499" y="221"/>
                </a:lnTo>
                <a:lnTo>
                  <a:pt x="501" y="221"/>
                </a:lnTo>
                <a:lnTo>
                  <a:pt x="502" y="221"/>
                </a:lnTo>
                <a:lnTo>
                  <a:pt x="502" y="220"/>
                </a:lnTo>
                <a:lnTo>
                  <a:pt x="503" y="219"/>
                </a:lnTo>
                <a:lnTo>
                  <a:pt x="503" y="220"/>
                </a:lnTo>
                <a:lnTo>
                  <a:pt x="504" y="220"/>
                </a:lnTo>
                <a:lnTo>
                  <a:pt x="504" y="219"/>
                </a:lnTo>
                <a:lnTo>
                  <a:pt x="505" y="218"/>
                </a:lnTo>
                <a:lnTo>
                  <a:pt x="506" y="217"/>
                </a:lnTo>
                <a:lnTo>
                  <a:pt x="506" y="216"/>
                </a:lnTo>
                <a:lnTo>
                  <a:pt x="507" y="216"/>
                </a:lnTo>
                <a:lnTo>
                  <a:pt x="507" y="215"/>
                </a:lnTo>
                <a:lnTo>
                  <a:pt x="507" y="214"/>
                </a:lnTo>
                <a:lnTo>
                  <a:pt x="508" y="214"/>
                </a:lnTo>
                <a:lnTo>
                  <a:pt x="509" y="213"/>
                </a:lnTo>
                <a:lnTo>
                  <a:pt x="509" y="212"/>
                </a:lnTo>
                <a:lnTo>
                  <a:pt x="510" y="213"/>
                </a:lnTo>
                <a:lnTo>
                  <a:pt x="510" y="214"/>
                </a:lnTo>
                <a:lnTo>
                  <a:pt x="510" y="215"/>
                </a:lnTo>
                <a:lnTo>
                  <a:pt x="511" y="215"/>
                </a:lnTo>
                <a:lnTo>
                  <a:pt x="512" y="215"/>
                </a:lnTo>
                <a:lnTo>
                  <a:pt x="512" y="214"/>
                </a:lnTo>
                <a:lnTo>
                  <a:pt x="513" y="214"/>
                </a:lnTo>
                <a:lnTo>
                  <a:pt x="514" y="214"/>
                </a:lnTo>
                <a:lnTo>
                  <a:pt x="515" y="214"/>
                </a:lnTo>
                <a:lnTo>
                  <a:pt x="516" y="214"/>
                </a:lnTo>
                <a:lnTo>
                  <a:pt x="517" y="214"/>
                </a:lnTo>
                <a:lnTo>
                  <a:pt x="517" y="213"/>
                </a:lnTo>
                <a:lnTo>
                  <a:pt x="519" y="212"/>
                </a:lnTo>
                <a:lnTo>
                  <a:pt x="520" y="213"/>
                </a:lnTo>
                <a:lnTo>
                  <a:pt x="521" y="213"/>
                </a:lnTo>
                <a:lnTo>
                  <a:pt x="521" y="212"/>
                </a:lnTo>
                <a:lnTo>
                  <a:pt x="521" y="213"/>
                </a:lnTo>
                <a:lnTo>
                  <a:pt x="522" y="213"/>
                </a:lnTo>
                <a:lnTo>
                  <a:pt x="521" y="213"/>
                </a:lnTo>
                <a:lnTo>
                  <a:pt x="522" y="213"/>
                </a:lnTo>
                <a:lnTo>
                  <a:pt x="522" y="212"/>
                </a:lnTo>
                <a:lnTo>
                  <a:pt x="523" y="212"/>
                </a:lnTo>
                <a:lnTo>
                  <a:pt x="524" y="212"/>
                </a:lnTo>
                <a:lnTo>
                  <a:pt x="524" y="213"/>
                </a:lnTo>
                <a:lnTo>
                  <a:pt x="526" y="215"/>
                </a:lnTo>
                <a:lnTo>
                  <a:pt x="527" y="215"/>
                </a:lnTo>
                <a:lnTo>
                  <a:pt x="528" y="215"/>
                </a:lnTo>
                <a:lnTo>
                  <a:pt x="528" y="214"/>
                </a:lnTo>
                <a:lnTo>
                  <a:pt x="529" y="214"/>
                </a:lnTo>
                <a:lnTo>
                  <a:pt x="530" y="214"/>
                </a:lnTo>
                <a:lnTo>
                  <a:pt x="530" y="215"/>
                </a:lnTo>
                <a:lnTo>
                  <a:pt x="529" y="216"/>
                </a:lnTo>
                <a:lnTo>
                  <a:pt x="529" y="217"/>
                </a:lnTo>
                <a:lnTo>
                  <a:pt x="528" y="218"/>
                </a:lnTo>
                <a:lnTo>
                  <a:pt x="528" y="220"/>
                </a:lnTo>
                <a:lnTo>
                  <a:pt x="529" y="220"/>
                </a:lnTo>
                <a:lnTo>
                  <a:pt x="530" y="220"/>
                </a:lnTo>
                <a:lnTo>
                  <a:pt x="530" y="221"/>
                </a:lnTo>
                <a:lnTo>
                  <a:pt x="529" y="221"/>
                </a:lnTo>
                <a:lnTo>
                  <a:pt x="528" y="221"/>
                </a:lnTo>
                <a:lnTo>
                  <a:pt x="529" y="221"/>
                </a:lnTo>
                <a:lnTo>
                  <a:pt x="530" y="222"/>
                </a:lnTo>
                <a:lnTo>
                  <a:pt x="531" y="222"/>
                </a:lnTo>
                <a:lnTo>
                  <a:pt x="531" y="221"/>
                </a:lnTo>
                <a:lnTo>
                  <a:pt x="530" y="221"/>
                </a:lnTo>
                <a:lnTo>
                  <a:pt x="531" y="221"/>
                </a:lnTo>
                <a:lnTo>
                  <a:pt x="531" y="220"/>
                </a:lnTo>
                <a:lnTo>
                  <a:pt x="532" y="220"/>
                </a:lnTo>
                <a:lnTo>
                  <a:pt x="534" y="221"/>
                </a:lnTo>
                <a:lnTo>
                  <a:pt x="533" y="222"/>
                </a:lnTo>
                <a:lnTo>
                  <a:pt x="533" y="223"/>
                </a:lnTo>
                <a:lnTo>
                  <a:pt x="534" y="225"/>
                </a:lnTo>
                <a:lnTo>
                  <a:pt x="534" y="226"/>
                </a:lnTo>
                <a:lnTo>
                  <a:pt x="535" y="226"/>
                </a:lnTo>
                <a:lnTo>
                  <a:pt x="536" y="227"/>
                </a:lnTo>
                <a:lnTo>
                  <a:pt x="536" y="228"/>
                </a:lnTo>
                <a:lnTo>
                  <a:pt x="536" y="229"/>
                </a:lnTo>
                <a:lnTo>
                  <a:pt x="535" y="229"/>
                </a:lnTo>
                <a:lnTo>
                  <a:pt x="534" y="229"/>
                </a:lnTo>
                <a:lnTo>
                  <a:pt x="534" y="230"/>
                </a:lnTo>
                <a:lnTo>
                  <a:pt x="535" y="230"/>
                </a:lnTo>
                <a:lnTo>
                  <a:pt x="536" y="230"/>
                </a:lnTo>
                <a:lnTo>
                  <a:pt x="536" y="231"/>
                </a:lnTo>
                <a:lnTo>
                  <a:pt x="537" y="232"/>
                </a:lnTo>
                <a:lnTo>
                  <a:pt x="537" y="233"/>
                </a:lnTo>
                <a:lnTo>
                  <a:pt x="537" y="234"/>
                </a:lnTo>
                <a:lnTo>
                  <a:pt x="536" y="234"/>
                </a:lnTo>
                <a:lnTo>
                  <a:pt x="535" y="234"/>
                </a:lnTo>
                <a:lnTo>
                  <a:pt x="535" y="235"/>
                </a:lnTo>
                <a:lnTo>
                  <a:pt x="535" y="236"/>
                </a:lnTo>
                <a:lnTo>
                  <a:pt x="534" y="236"/>
                </a:lnTo>
                <a:lnTo>
                  <a:pt x="534" y="235"/>
                </a:lnTo>
                <a:lnTo>
                  <a:pt x="533" y="235"/>
                </a:lnTo>
                <a:lnTo>
                  <a:pt x="532" y="235"/>
                </a:lnTo>
                <a:lnTo>
                  <a:pt x="531" y="236"/>
                </a:lnTo>
                <a:lnTo>
                  <a:pt x="531" y="237"/>
                </a:lnTo>
                <a:lnTo>
                  <a:pt x="529" y="237"/>
                </a:lnTo>
                <a:lnTo>
                  <a:pt x="528" y="238"/>
                </a:lnTo>
                <a:lnTo>
                  <a:pt x="527" y="239"/>
                </a:lnTo>
                <a:lnTo>
                  <a:pt x="526" y="239"/>
                </a:lnTo>
                <a:lnTo>
                  <a:pt x="526" y="240"/>
                </a:lnTo>
                <a:lnTo>
                  <a:pt x="526" y="242"/>
                </a:lnTo>
                <a:lnTo>
                  <a:pt x="527" y="242"/>
                </a:lnTo>
                <a:lnTo>
                  <a:pt x="528" y="242"/>
                </a:lnTo>
                <a:lnTo>
                  <a:pt x="528" y="241"/>
                </a:lnTo>
                <a:lnTo>
                  <a:pt x="528" y="240"/>
                </a:lnTo>
                <a:lnTo>
                  <a:pt x="529" y="240"/>
                </a:lnTo>
                <a:lnTo>
                  <a:pt x="529" y="239"/>
                </a:lnTo>
                <a:lnTo>
                  <a:pt x="530" y="238"/>
                </a:lnTo>
                <a:lnTo>
                  <a:pt x="531" y="239"/>
                </a:lnTo>
                <a:lnTo>
                  <a:pt x="531" y="240"/>
                </a:lnTo>
                <a:lnTo>
                  <a:pt x="532" y="240"/>
                </a:lnTo>
                <a:lnTo>
                  <a:pt x="533" y="240"/>
                </a:lnTo>
                <a:lnTo>
                  <a:pt x="534" y="241"/>
                </a:lnTo>
                <a:lnTo>
                  <a:pt x="533" y="241"/>
                </a:lnTo>
                <a:lnTo>
                  <a:pt x="533" y="242"/>
                </a:lnTo>
                <a:lnTo>
                  <a:pt x="533" y="243"/>
                </a:lnTo>
                <a:lnTo>
                  <a:pt x="533" y="244"/>
                </a:lnTo>
                <a:lnTo>
                  <a:pt x="532" y="245"/>
                </a:lnTo>
                <a:lnTo>
                  <a:pt x="532" y="246"/>
                </a:lnTo>
                <a:lnTo>
                  <a:pt x="532" y="247"/>
                </a:lnTo>
                <a:lnTo>
                  <a:pt x="532" y="248"/>
                </a:lnTo>
                <a:lnTo>
                  <a:pt x="533" y="249"/>
                </a:lnTo>
                <a:lnTo>
                  <a:pt x="534" y="250"/>
                </a:lnTo>
                <a:lnTo>
                  <a:pt x="534" y="251"/>
                </a:lnTo>
                <a:lnTo>
                  <a:pt x="533" y="252"/>
                </a:lnTo>
                <a:lnTo>
                  <a:pt x="534" y="253"/>
                </a:lnTo>
                <a:lnTo>
                  <a:pt x="534" y="254"/>
                </a:lnTo>
                <a:lnTo>
                  <a:pt x="533" y="254"/>
                </a:lnTo>
                <a:lnTo>
                  <a:pt x="532" y="254"/>
                </a:lnTo>
                <a:lnTo>
                  <a:pt x="532" y="253"/>
                </a:lnTo>
                <a:lnTo>
                  <a:pt x="532" y="252"/>
                </a:lnTo>
                <a:lnTo>
                  <a:pt x="533" y="252"/>
                </a:lnTo>
                <a:lnTo>
                  <a:pt x="531" y="252"/>
                </a:lnTo>
                <a:lnTo>
                  <a:pt x="530" y="252"/>
                </a:lnTo>
                <a:lnTo>
                  <a:pt x="529" y="252"/>
                </a:lnTo>
                <a:lnTo>
                  <a:pt x="528" y="252"/>
                </a:lnTo>
                <a:lnTo>
                  <a:pt x="527" y="252"/>
                </a:lnTo>
                <a:lnTo>
                  <a:pt x="526" y="254"/>
                </a:lnTo>
                <a:lnTo>
                  <a:pt x="525" y="254"/>
                </a:lnTo>
                <a:lnTo>
                  <a:pt x="524" y="254"/>
                </a:lnTo>
                <a:lnTo>
                  <a:pt x="524" y="255"/>
                </a:lnTo>
                <a:lnTo>
                  <a:pt x="525" y="255"/>
                </a:lnTo>
                <a:lnTo>
                  <a:pt x="525" y="256"/>
                </a:lnTo>
                <a:lnTo>
                  <a:pt x="524" y="257"/>
                </a:lnTo>
                <a:lnTo>
                  <a:pt x="523" y="257"/>
                </a:lnTo>
                <a:lnTo>
                  <a:pt x="523" y="256"/>
                </a:lnTo>
                <a:lnTo>
                  <a:pt x="521" y="256"/>
                </a:lnTo>
                <a:lnTo>
                  <a:pt x="522" y="257"/>
                </a:lnTo>
                <a:lnTo>
                  <a:pt x="520" y="258"/>
                </a:lnTo>
                <a:lnTo>
                  <a:pt x="518" y="259"/>
                </a:lnTo>
                <a:lnTo>
                  <a:pt x="517" y="259"/>
                </a:lnTo>
                <a:lnTo>
                  <a:pt x="516" y="258"/>
                </a:lnTo>
                <a:lnTo>
                  <a:pt x="515" y="258"/>
                </a:lnTo>
                <a:lnTo>
                  <a:pt x="515" y="257"/>
                </a:lnTo>
                <a:lnTo>
                  <a:pt x="515" y="258"/>
                </a:lnTo>
                <a:lnTo>
                  <a:pt x="514" y="258"/>
                </a:lnTo>
                <a:lnTo>
                  <a:pt x="513" y="258"/>
                </a:lnTo>
                <a:lnTo>
                  <a:pt x="513" y="259"/>
                </a:lnTo>
                <a:lnTo>
                  <a:pt x="513" y="260"/>
                </a:lnTo>
                <a:lnTo>
                  <a:pt x="514" y="261"/>
                </a:lnTo>
                <a:lnTo>
                  <a:pt x="514" y="262"/>
                </a:lnTo>
                <a:lnTo>
                  <a:pt x="514" y="263"/>
                </a:lnTo>
                <a:lnTo>
                  <a:pt x="515" y="263"/>
                </a:lnTo>
                <a:lnTo>
                  <a:pt x="516" y="263"/>
                </a:lnTo>
                <a:lnTo>
                  <a:pt x="517" y="264"/>
                </a:lnTo>
                <a:lnTo>
                  <a:pt x="518" y="263"/>
                </a:lnTo>
                <a:lnTo>
                  <a:pt x="519" y="264"/>
                </a:lnTo>
                <a:lnTo>
                  <a:pt x="519" y="265"/>
                </a:lnTo>
                <a:lnTo>
                  <a:pt x="521" y="266"/>
                </a:lnTo>
                <a:lnTo>
                  <a:pt x="521" y="267"/>
                </a:lnTo>
                <a:lnTo>
                  <a:pt x="521" y="268"/>
                </a:lnTo>
                <a:lnTo>
                  <a:pt x="522" y="269"/>
                </a:lnTo>
                <a:lnTo>
                  <a:pt x="522" y="270"/>
                </a:lnTo>
                <a:lnTo>
                  <a:pt x="522" y="272"/>
                </a:lnTo>
                <a:lnTo>
                  <a:pt x="523" y="272"/>
                </a:lnTo>
                <a:lnTo>
                  <a:pt x="523" y="273"/>
                </a:lnTo>
                <a:lnTo>
                  <a:pt x="523" y="274"/>
                </a:lnTo>
                <a:lnTo>
                  <a:pt x="524" y="275"/>
                </a:lnTo>
                <a:lnTo>
                  <a:pt x="524" y="276"/>
                </a:lnTo>
                <a:lnTo>
                  <a:pt x="523" y="276"/>
                </a:lnTo>
                <a:lnTo>
                  <a:pt x="522" y="276"/>
                </a:lnTo>
                <a:lnTo>
                  <a:pt x="521" y="277"/>
                </a:lnTo>
                <a:lnTo>
                  <a:pt x="521" y="278"/>
                </a:lnTo>
                <a:lnTo>
                  <a:pt x="522" y="278"/>
                </a:lnTo>
                <a:lnTo>
                  <a:pt x="522" y="279"/>
                </a:lnTo>
                <a:lnTo>
                  <a:pt x="521" y="280"/>
                </a:lnTo>
                <a:lnTo>
                  <a:pt x="520" y="281"/>
                </a:lnTo>
                <a:lnTo>
                  <a:pt x="519" y="281"/>
                </a:lnTo>
                <a:lnTo>
                  <a:pt x="519" y="282"/>
                </a:lnTo>
                <a:lnTo>
                  <a:pt x="520" y="282"/>
                </a:lnTo>
                <a:lnTo>
                  <a:pt x="520" y="283"/>
                </a:lnTo>
                <a:lnTo>
                  <a:pt x="520" y="282"/>
                </a:lnTo>
                <a:lnTo>
                  <a:pt x="521" y="282"/>
                </a:lnTo>
                <a:lnTo>
                  <a:pt x="521" y="283"/>
                </a:lnTo>
                <a:lnTo>
                  <a:pt x="519" y="284"/>
                </a:lnTo>
                <a:lnTo>
                  <a:pt x="518" y="285"/>
                </a:lnTo>
                <a:lnTo>
                  <a:pt x="518" y="286"/>
                </a:lnTo>
                <a:lnTo>
                  <a:pt x="517" y="286"/>
                </a:lnTo>
                <a:lnTo>
                  <a:pt x="516" y="286"/>
                </a:lnTo>
                <a:lnTo>
                  <a:pt x="516" y="287"/>
                </a:lnTo>
                <a:lnTo>
                  <a:pt x="516" y="288"/>
                </a:lnTo>
                <a:lnTo>
                  <a:pt x="515" y="288"/>
                </a:lnTo>
                <a:lnTo>
                  <a:pt x="515" y="289"/>
                </a:lnTo>
                <a:lnTo>
                  <a:pt x="515" y="290"/>
                </a:lnTo>
                <a:lnTo>
                  <a:pt x="515" y="291"/>
                </a:lnTo>
                <a:lnTo>
                  <a:pt x="514" y="291"/>
                </a:lnTo>
                <a:lnTo>
                  <a:pt x="513" y="292"/>
                </a:lnTo>
                <a:lnTo>
                  <a:pt x="514" y="293"/>
                </a:lnTo>
                <a:lnTo>
                  <a:pt x="514" y="294"/>
                </a:lnTo>
                <a:lnTo>
                  <a:pt x="513" y="295"/>
                </a:lnTo>
                <a:lnTo>
                  <a:pt x="512" y="295"/>
                </a:lnTo>
                <a:lnTo>
                  <a:pt x="511" y="296"/>
                </a:lnTo>
                <a:lnTo>
                  <a:pt x="511" y="297"/>
                </a:lnTo>
                <a:lnTo>
                  <a:pt x="512" y="297"/>
                </a:lnTo>
                <a:lnTo>
                  <a:pt x="512" y="298"/>
                </a:lnTo>
                <a:lnTo>
                  <a:pt x="512" y="300"/>
                </a:lnTo>
                <a:lnTo>
                  <a:pt x="513" y="300"/>
                </a:lnTo>
                <a:lnTo>
                  <a:pt x="514" y="300"/>
                </a:lnTo>
                <a:lnTo>
                  <a:pt x="516" y="300"/>
                </a:lnTo>
                <a:lnTo>
                  <a:pt x="516" y="301"/>
                </a:lnTo>
                <a:lnTo>
                  <a:pt x="517" y="302"/>
                </a:lnTo>
                <a:lnTo>
                  <a:pt x="517" y="303"/>
                </a:lnTo>
                <a:lnTo>
                  <a:pt x="518" y="303"/>
                </a:lnTo>
                <a:lnTo>
                  <a:pt x="519" y="303"/>
                </a:lnTo>
                <a:lnTo>
                  <a:pt x="519" y="302"/>
                </a:lnTo>
                <a:lnTo>
                  <a:pt x="520" y="302"/>
                </a:lnTo>
                <a:lnTo>
                  <a:pt x="522" y="301"/>
                </a:lnTo>
                <a:lnTo>
                  <a:pt x="524" y="301"/>
                </a:lnTo>
                <a:lnTo>
                  <a:pt x="526" y="301"/>
                </a:lnTo>
                <a:lnTo>
                  <a:pt x="527" y="300"/>
                </a:lnTo>
                <a:lnTo>
                  <a:pt x="527" y="299"/>
                </a:lnTo>
                <a:lnTo>
                  <a:pt x="528" y="299"/>
                </a:lnTo>
                <a:lnTo>
                  <a:pt x="528" y="298"/>
                </a:lnTo>
                <a:lnTo>
                  <a:pt x="529" y="298"/>
                </a:lnTo>
                <a:lnTo>
                  <a:pt x="529" y="299"/>
                </a:lnTo>
                <a:lnTo>
                  <a:pt x="530" y="299"/>
                </a:lnTo>
                <a:lnTo>
                  <a:pt x="530" y="300"/>
                </a:lnTo>
                <a:lnTo>
                  <a:pt x="529" y="300"/>
                </a:lnTo>
                <a:lnTo>
                  <a:pt x="528" y="301"/>
                </a:lnTo>
                <a:lnTo>
                  <a:pt x="528" y="302"/>
                </a:lnTo>
                <a:lnTo>
                  <a:pt x="528" y="303"/>
                </a:lnTo>
                <a:lnTo>
                  <a:pt x="527" y="303"/>
                </a:lnTo>
                <a:lnTo>
                  <a:pt x="527" y="304"/>
                </a:lnTo>
                <a:lnTo>
                  <a:pt x="526" y="305"/>
                </a:lnTo>
                <a:lnTo>
                  <a:pt x="526" y="306"/>
                </a:lnTo>
                <a:lnTo>
                  <a:pt x="527" y="306"/>
                </a:lnTo>
                <a:lnTo>
                  <a:pt x="528" y="307"/>
                </a:lnTo>
                <a:lnTo>
                  <a:pt x="528" y="308"/>
                </a:lnTo>
                <a:lnTo>
                  <a:pt x="527" y="308"/>
                </a:lnTo>
                <a:lnTo>
                  <a:pt x="528" y="309"/>
                </a:lnTo>
                <a:lnTo>
                  <a:pt x="529" y="309"/>
                </a:lnTo>
                <a:lnTo>
                  <a:pt x="530" y="310"/>
                </a:lnTo>
                <a:lnTo>
                  <a:pt x="529" y="310"/>
                </a:lnTo>
                <a:lnTo>
                  <a:pt x="528" y="310"/>
                </a:lnTo>
                <a:lnTo>
                  <a:pt x="528" y="311"/>
                </a:lnTo>
                <a:lnTo>
                  <a:pt x="529" y="311"/>
                </a:lnTo>
                <a:lnTo>
                  <a:pt x="529" y="312"/>
                </a:lnTo>
                <a:lnTo>
                  <a:pt x="529" y="313"/>
                </a:lnTo>
                <a:lnTo>
                  <a:pt x="529" y="314"/>
                </a:lnTo>
                <a:lnTo>
                  <a:pt x="530" y="315"/>
                </a:lnTo>
                <a:lnTo>
                  <a:pt x="531" y="315"/>
                </a:lnTo>
                <a:lnTo>
                  <a:pt x="532" y="317"/>
                </a:lnTo>
                <a:lnTo>
                  <a:pt x="533" y="317"/>
                </a:lnTo>
                <a:lnTo>
                  <a:pt x="533" y="318"/>
                </a:lnTo>
                <a:lnTo>
                  <a:pt x="533" y="319"/>
                </a:lnTo>
                <a:lnTo>
                  <a:pt x="532" y="320"/>
                </a:lnTo>
                <a:lnTo>
                  <a:pt x="531" y="320"/>
                </a:lnTo>
                <a:lnTo>
                  <a:pt x="530" y="320"/>
                </a:lnTo>
                <a:lnTo>
                  <a:pt x="529" y="320"/>
                </a:lnTo>
                <a:lnTo>
                  <a:pt x="529" y="321"/>
                </a:lnTo>
                <a:lnTo>
                  <a:pt x="528" y="321"/>
                </a:lnTo>
                <a:lnTo>
                  <a:pt x="528" y="320"/>
                </a:lnTo>
                <a:lnTo>
                  <a:pt x="527" y="320"/>
                </a:lnTo>
                <a:lnTo>
                  <a:pt x="527" y="321"/>
                </a:lnTo>
                <a:lnTo>
                  <a:pt x="527" y="323"/>
                </a:lnTo>
                <a:lnTo>
                  <a:pt x="528" y="324"/>
                </a:lnTo>
                <a:lnTo>
                  <a:pt x="527" y="325"/>
                </a:lnTo>
                <a:lnTo>
                  <a:pt x="528" y="325"/>
                </a:lnTo>
                <a:lnTo>
                  <a:pt x="529" y="325"/>
                </a:lnTo>
                <a:lnTo>
                  <a:pt x="530" y="325"/>
                </a:lnTo>
                <a:lnTo>
                  <a:pt x="530" y="326"/>
                </a:lnTo>
                <a:lnTo>
                  <a:pt x="530" y="327"/>
                </a:lnTo>
                <a:lnTo>
                  <a:pt x="530" y="328"/>
                </a:lnTo>
                <a:lnTo>
                  <a:pt x="530" y="329"/>
                </a:lnTo>
                <a:lnTo>
                  <a:pt x="529" y="330"/>
                </a:lnTo>
                <a:lnTo>
                  <a:pt x="528" y="330"/>
                </a:lnTo>
                <a:lnTo>
                  <a:pt x="528" y="331"/>
                </a:lnTo>
                <a:lnTo>
                  <a:pt x="527" y="331"/>
                </a:lnTo>
                <a:lnTo>
                  <a:pt x="527" y="332"/>
                </a:lnTo>
                <a:lnTo>
                  <a:pt x="526" y="332"/>
                </a:lnTo>
                <a:lnTo>
                  <a:pt x="526" y="333"/>
                </a:lnTo>
                <a:lnTo>
                  <a:pt x="525" y="333"/>
                </a:lnTo>
                <a:lnTo>
                  <a:pt x="524" y="333"/>
                </a:lnTo>
                <a:lnTo>
                  <a:pt x="524" y="334"/>
                </a:lnTo>
                <a:lnTo>
                  <a:pt x="523" y="334"/>
                </a:lnTo>
                <a:lnTo>
                  <a:pt x="524" y="334"/>
                </a:lnTo>
                <a:lnTo>
                  <a:pt x="525" y="334"/>
                </a:lnTo>
                <a:lnTo>
                  <a:pt x="526" y="335"/>
                </a:lnTo>
                <a:lnTo>
                  <a:pt x="526" y="338"/>
                </a:lnTo>
                <a:lnTo>
                  <a:pt x="525" y="339"/>
                </a:lnTo>
                <a:lnTo>
                  <a:pt x="523" y="340"/>
                </a:lnTo>
                <a:lnTo>
                  <a:pt x="522" y="340"/>
                </a:lnTo>
                <a:lnTo>
                  <a:pt x="522" y="341"/>
                </a:lnTo>
                <a:lnTo>
                  <a:pt x="522" y="342"/>
                </a:lnTo>
                <a:lnTo>
                  <a:pt x="522" y="343"/>
                </a:lnTo>
                <a:lnTo>
                  <a:pt x="522" y="344"/>
                </a:lnTo>
                <a:lnTo>
                  <a:pt x="520" y="345"/>
                </a:lnTo>
                <a:lnTo>
                  <a:pt x="520" y="346"/>
                </a:lnTo>
                <a:lnTo>
                  <a:pt x="519" y="346"/>
                </a:lnTo>
                <a:lnTo>
                  <a:pt x="518" y="347"/>
                </a:lnTo>
                <a:lnTo>
                  <a:pt x="517" y="347"/>
                </a:lnTo>
                <a:lnTo>
                  <a:pt x="517" y="349"/>
                </a:lnTo>
                <a:lnTo>
                  <a:pt x="517" y="350"/>
                </a:lnTo>
                <a:lnTo>
                  <a:pt x="517" y="351"/>
                </a:lnTo>
                <a:lnTo>
                  <a:pt x="517" y="352"/>
                </a:lnTo>
                <a:lnTo>
                  <a:pt x="517" y="353"/>
                </a:lnTo>
                <a:lnTo>
                  <a:pt x="517" y="354"/>
                </a:lnTo>
                <a:lnTo>
                  <a:pt x="516" y="354"/>
                </a:lnTo>
                <a:lnTo>
                  <a:pt x="516" y="355"/>
                </a:lnTo>
                <a:lnTo>
                  <a:pt x="517" y="355"/>
                </a:lnTo>
                <a:lnTo>
                  <a:pt x="517" y="356"/>
                </a:lnTo>
                <a:lnTo>
                  <a:pt x="518" y="358"/>
                </a:lnTo>
                <a:lnTo>
                  <a:pt x="517" y="358"/>
                </a:lnTo>
                <a:lnTo>
                  <a:pt x="516" y="358"/>
                </a:lnTo>
                <a:lnTo>
                  <a:pt x="515" y="358"/>
                </a:lnTo>
                <a:lnTo>
                  <a:pt x="515" y="359"/>
                </a:lnTo>
                <a:lnTo>
                  <a:pt x="513" y="359"/>
                </a:lnTo>
                <a:lnTo>
                  <a:pt x="512" y="359"/>
                </a:lnTo>
                <a:lnTo>
                  <a:pt x="511" y="359"/>
                </a:lnTo>
                <a:lnTo>
                  <a:pt x="510" y="359"/>
                </a:lnTo>
                <a:lnTo>
                  <a:pt x="509" y="358"/>
                </a:lnTo>
                <a:lnTo>
                  <a:pt x="508" y="357"/>
                </a:lnTo>
                <a:lnTo>
                  <a:pt x="507" y="357"/>
                </a:lnTo>
                <a:lnTo>
                  <a:pt x="506" y="357"/>
                </a:lnTo>
                <a:lnTo>
                  <a:pt x="505" y="357"/>
                </a:lnTo>
                <a:lnTo>
                  <a:pt x="506" y="357"/>
                </a:lnTo>
                <a:lnTo>
                  <a:pt x="506" y="355"/>
                </a:lnTo>
                <a:lnTo>
                  <a:pt x="505" y="355"/>
                </a:lnTo>
                <a:lnTo>
                  <a:pt x="505" y="354"/>
                </a:lnTo>
                <a:lnTo>
                  <a:pt x="505" y="355"/>
                </a:lnTo>
                <a:lnTo>
                  <a:pt x="505" y="354"/>
                </a:lnTo>
                <a:lnTo>
                  <a:pt x="504" y="354"/>
                </a:lnTo>
                <a:lnTo>
                  <a:pt x="505" y="354"/>
                </a:lnTo>
                <a:lnTo>
                  <a:pt x="505" y="353"/>
                </a:lnTo>
                <a:lnTo>
                  <a:pt x="505" y="352"/>
                </a:lnTo>
                <a:lnTo>
                  <a:pt x="505" y="351"/>
                </a:lnTo>
                <a:lnTo>
                  <a:pt x="504" y="351"/>
                </a:lnTo>
                <a:lnTo>
                  <a:pt x="504" y="350"/>
                </a:lnTo>
                <a:lnTo>
                  <a:pt x="503" y="350"/>
                </a:lnTo>
                <a:lnTo>
                  <a:pt x="502" y="350"/>
                </a:lnTo>
                <a:lnTo>
                  <a:pt x="502" y="351"/>
                </a:lnTo>
                <a:lnTo>
                  <a:pt x="503" y="353"/>
                </a:lnTo>
                <a:lnTo>
                  <a:pt x="504" y="353"/>
                </a:lnTo>
                <a:lnTo>
                  <a:pt x="504" y="354"/>
                </a:lnTo>
                <a:lnTo>
                  <a:pt x="503" y="355"/>
                </a:lnTo>
                <a:lnTo>
                  <a:pt x="502" y="355"/>
                </a:lnTo>
                <a:lnTo>
                  <a:pt x="501" y="355"/>
                </a:lnTo>
                <a:lnTo>
                  <a:pt x="501" y="356"/>
                </a:lnTo>
                <a:lnTo>
                  <a:pt x="501" y="357"/>
                </a:lnTo>
                <a:lnTo>
                  <a:pt x="500" y="357"/>
                </a:lnTo>
                <a:lnTo>
                  <a:pt x="499" y="356"/>
                </a:lnTo>
                <a:lnTo>
                  <a:pt x="499" y="355"/>
                </a:lnTo>
                <a:lnTo>
                  <a:pt x="499" y="354"/>
                </a:lnTo>
                <a:lnTo>
                  <a:pt x="500" y="353"/>
                </a:lnTo>
                <a:lnTo>
                  <a:pt x="500" y="351"/>
                </a:lnTo>
                <a:lnTo>
                  <a:pt x="499" y="350"/>
                </a:lnTo>
                <a:lnTo>
                  <a:pt x="498" y="350"/>
                </a:lnTo>
                <a:lnTo>
                  <a:pt x="497" y="350"/>
                </a:lnTo>
                <a:lnTo>
                  <a:pt x="496" y="350"/>
                </a:lnTo>
                <a:lnTo>
                  <a:pt x="495" y="350"/>
                </a:lnTo>
                <a:lnTo>
                  <a:pt x="494" y="352"/>
                </a:lnTo>
                <a:lnTo>
                  <a:pt x="494" y="353"/>
                </a:lnTo>
                <a:lnTo>
                  <a:pt x="493" y="353"/>
                </a:lnTo>
                <a:lnTo>
                  <a:pt x="492" y="352"/>
                </a:lnTo>
                <a:lnTo>
                  <a:pt x="491" y="352"/>
                </a:lnTo>
                <a:lnTo>
                  <a:pt x="490" y="352"/>
                </a:lnTo>
                <a:lnTo>
                  <a:pt x="489" y="352"/>
                </a:lnTo>
                <a:lnTo>
                  <a:pt x="488" y="352"/>
                </a:lnTo>
                <a:lnTo>
                  <a:pt x="486" y="353"/>
                </a:lnTo>
                <a:lnTo>
                  <a:pt x="486" y="354"/>
                </a:lnTo>
                <a:lnTo>
                  <a:pt x="487" y="354"/>
                </a:lnTo>
                <a:lnTo>
                  <a:pt x="487" y="355"/>
                </a:lnTo>
                <a:lnTo>
                  <a:pt x="486" y="355"/>
                </a:lnTo>
                <a:lnTo>
                  <a:pt x="485" y="355"/>
                </a:lnTo>
                <a:lnTo>
                  <a:pt x="485" y="356"/>
                </a:lnTo>
                <a:lnTo>
                  <a:pt x="485" y="357"/>
                </a:lnTo>
                <a:lnTo>
                  <a:pt x="484" y="357"/>
                </a:lnTo>
                <a:lnTo>
                  <a:pt x="484" y="356"/>
                </a:lnTo>
                <a:lnTo>
                  <a:pt x="483" y="356"/>
                </a:lnTo>
                <a:lnTo>
                  <a:pt x="483" y="357"/>
                </a:lnTo>
                <a:lnTo>
                  <a:pt x="483" y="358"/>
                </a:lnTo>
                <a:lnTo>
                  <a:pt x="482" y="358"/>
                </a:lnTo>
                <a:lnTo>
                  <a:pt x="482" y="357"/>
                </a:lnTo>
                <a:lnTo>
                  <a:pt x="481" y="357"/>
                </a:lnTo>
                <a:lnTo>
                  <a:pt x="480" y="358"/>
                </a:lnTo>
                <a:lnTo>
                  <a:pt x="479" y="358"/>
                </a:lnTo>
                <a:lnTo>
                  <a:pt x="478" y="359"/>
                </a:lnTo>
                <a:lnTo>
                  <a:pt x="477" y="360"/>
                </a:lnTo>
                <a:lnTo>
                  <a:pt x="477" y="361"/>
                </a:lnTo>
                <a:lnTo>
                  <a:pt x="477" y="362"/>
                </a:lnTo>
                <a:lnTo>
                  <a:pt x="478" y="363"/>
                </a:lnTo>
                <a:lnTo>
                  <a:pt x="479" y="363"/>
                </a:lnTo>
                <a:lnTo>
                  <a:pt x="480" y="363"/>
                </a:lnTo>
                <a:lnTo>
                  <a:pt x="481" y="363"/>
                </a:lnTo>
                <a:lnTo>
                  <a:pt x="482" y="363"/>
                </a:lnTo>
                <a:lnTo>
                  <a:pt x="483" y="362"/>
                </a:lnTo>
                <a:lnTo>
                  <a:pt x="484" y="362"/>
                </a:lnTo>
                <a:lnTo>
                  <a:pt x="484" y="361"/>
                </a:lnTo>
                <a:lnTo>
                  <a:pt x="485" y="360"/>
                </a:lnTo>
                <a:lnTo>
                  <a:pt x="485" y="359"/>
                </a:lnTo>
                <a:lnTo>
                  <a:pt x="486" y="359"/>
                </a:lnTo>
                <a:lnTo>
                  <a:pt x="487" y="359"/>
                </a:lnTo>
                <a:lnTo>
                  <a:pt x="487" y="358"/>
                </a:lnTo>
                <a:lnTo>
                  <a:pt x="487" y="357"/>
                </a:lnTo>
                <a:lnTo>
                  <a:pt x="489" y="358"/>
                </a:lnTo>
                <a:lnTo>
                  <a:pt x="490" y="359"/>
                </a:lnTo>
                <a:lnTo>
                  <a:pt x="490" y="358"/>
                </a:lnTo>
                <a:lnTo>
                  <a:pt x="491" y="357"/>
                </a:lnTo>
                <a:lnTo>
                  <a:pt x="491" y="356"/>
                </a:lnTo>
                <a:lnTo>
                  <a:pt x="492" y="357"/>
                </a:lnTo>
                <a:lnTo>
                  <a:pt x="491" y="358"/>
                </a:lnTo>
                <a:lnTo>
                  <a:pt x="492" y="358"/>
                </a:lnTo>
                <a:lnTo>
                  <a:pt x="493" y="359"/>
                </a:lnTo>
                <a:lnTo>
                  <a:pt x="494" y="359"/>
                </a:lnTo>
                <a:lnTo>
                  <a:pt x="494" y="360"/>
                </a:lnTo>
                <a:lnTo>
                  <a:pt x="493" y="360"/>
                </a:lnTo>
                <a:lnTo>
                  <a:pt x="493" y="361"/>
                </a:lnTo>
                <a:lnTo>
                  <a:pt x="493" y="362"/>
                </a:lnTo>
                <a:lnTo>
                  <a:pt x="492" y="363"/>
                </a:lnTo>
                <a:lnTo>
                  <a:pt x="490" y="366"/>
                </a:lnTo>
                <a:lnTo>
                  <a:pt x="490" y="368"/>
                </a:lnTo>
                <a:lnTo>
                  <a:pt x="490" y="369"/>
                </a:lnTo>
                <a:lnTo>
                  <a:pt x="491" y="370"/>
                </a:lnTo>
                <a:lnTo>
                  <a:pt x="491" y="369"/>
                </a:lnTo>
                <a:lnTo>
                  <a:pt x="491" y="370"/>
                </a:lnTo>
                <a:lnTo>
                  <a:pt x="491" y="371"/>
                </a:lnTo>
                <a:lnTo>
                  <a:pt x="491" y="372"/>
                </a:lnTo>
                <a:lnTo>
                  <a:pt x="491" y="374"/>
                </a:lnTo>
                <a:lnTo>
                  <a:pt x="491" y="375"/>
                </a:lnTo>
                <a:lnTo>
                  <a:pt x="492" y="375"/>
                </a:lnTo>
                <a:lnTo>
                  <a:pt x="493" y="375"/>
                </a:lnTo>
                <a:lnTo>
                  <a:pt x="494" y="376"/>
                </a:lnTo>
                <a:lnTo>
                  <a:pt x="495" y="376"/>
                </a:lnTo>
                <a:lnTo>
                  <a:pt x="495" y="377"/>
                </a:lnTo>
                <a:lnTo>
                  <a:pt x="494" y="377"/>
                </a:lnTo>
                <a:lnTo>
                  <a:pt x="494" y="378"/>
                </a:lnTo>
                <a:lnTo>
                  <a:pt x="493" y="378"/>
                </a:lnTo>
                <a:lnTo>
                  <a:pt x="493" y="377"/>
                </a:lnTo>
                <a:lnTo>
                  <a:pt x="492" y="378"/>
                </a:lnTo>
                <a:lnTo>
                  <a:pt x="492" y="379"/>
                </a:lnTo>
                <a:lnTo>
                  <a:pt x="491" y="379"/>
                </a:lnTo>
                <a:lnTo>
                  <a:pt x="490" y="380"/>
                </a:lnTo>
                <a:lnTo>
                  <a:pt x="489" y="380"/>
                </a:lnTo>
                <a:lnTo>
                  <a:pt x="488" y="380"/>
                </a:lnTo>
                <a:lnTo>
                  <a:pt x="487" y="379"/>
                </a:lnTo>
                <a:lnTo>
                  <a:pt x="486" y="378"/>
                </a:lnTo>
                <a:lnTo>
                  <a:pt x="485" y="378"/>
                </a:lnTo>
                <a:lnTo>
                  <a:pt x="484" y="378"/>
                </a:lnTo>
                <a:lnTo>
                  <a:pt x="484" y="377"/>
                </a:lnTo>
                <a:lnTo>
                  <a:pt x="482" y="376"/>
                </a:lnTo>
                <a:lnTo>
                  <a:pt x="481" y="376"/>
                </a:lnTo>
                <a:lnTo>
                  <a:pt x="480" y="377"/>
                </a:lnTo>
                <a:lnTo>
                  <a:pt x="479" y="377"/>
                </a:lnTo>
                <a:lnTo>
                  <a:pt x="478" y="377"/>
                </a:lnTo>
                <a:lnTo>
                  <a:pt x="477" y="377"/>
                </a:lnTo>
                <a:lnTo>
                  <a:pt x="477" y="376"/>
                </a:lnTo>
                <a:lnTo>
                  <a:pt x="476" y="376"/>
                </a:lnTo>
                <a:lnTo>
                  <a:pt x="475" y="376"/>
                </a:lnTo>
                <a:lnTo>
                  <a:pt x="474" y="376"/>
                </a:lnTo>
                <a:lnTo>
                  <a:pt x="473" y="376"/>
                </a:lnTo>
                <a:lnTo>
                  <a:pt x="473" y="377"/>
                </a:lnTo>
                <a:lnTo>
                  <a:pt x="472" y="377"/>
                </a:lnTo>
                <a:lnTo>
                  <a:pt x="471" y="377"/>
                </a:lnTo>
                <a:lnTo>
                  <a:pt x="470" y="378"/>
                </a:lnTo>
                <a:lnTo>
                  <a:pt x="470" y="379"/>
                </a:lnTo>
                <a:lnTo>
                  <a:pt x="469" y="378"/>
                </a:lnTo>
                <a:lnTo>
                  <a:pt x="469" y="377"/>
                </a:lnTo>
                <a:lnTo>
                  <a:pt x="468" y="376"/>
                </a:lnTo>
                <a:lnTo>
                  <a:pt x="467" y="376"/>
                </a:lnTo>
                <a:lnTo>
                  <a:pt x="468" y="374"/>
                </a:lnTo>
                <a:lnTo>
                  <a:pt x="468" y="373"/>
                </a:lnTo>
                <a:lnTo>
                  <a:pt x="468" y="372"/>
                </a:lnTo>
                <a:lnTo>
                  <a:pt x="467" y="371"/>
                </a:lnTo>
                <a:lnTo>
                  <a:pt x="467" y="370"/>
                </a:lnTo>
                <a:lnTo>
                  <a:pt x="468" y="369"/>
                </a:lnTo>
                <a:lnTo>
                  <a:pt x="467" y="369"/>
                </a:lnTo>
                <a:lnTo>
                  <a:pt x="466" y="368"/>
                </a:lnTo>
                <a:lnTo>
                  <a:pt x="465" y="368"/>
                </a:lnTo>
                <a:lnTo>
                  <a:pt x="464" y="367"/>
                </a:lnTo>
                <a:lnTo>
                  <a:pt x="464" y="368"/>
                </a:lnTo>
                <a:lnTo>
                  <a:pt x="463" y="368"/>
                </a:lnTo>
                <a:lnTo>
                  <a:pt x="462" y="368"/>
                </a:lnTo>
                <a:lnTo>
                  <a:pt x="461" y="368"/>
                </a:lnTo>
                <a:lnTo>
                  <a:pt x="460" y="369"/>
                </a:lnTo>
                <a:lnTo>
                  <a:pt x="459" y="369"/>
                </a:lnTo>
                <a:lnTo>
                  <a:pt x="458" y="370"/>
                </a:lnTo>
                <a:lnTo>
                  <a:pt x="458" y="371"/>
                </a:lnTo>
                <a:lnTo>
                  <a:pt x="459" y="371"/>
                </a:lnTo>
                <a:lnTo>
                  <a:pt x="459" y="372"/>
                </a:lnTo>
                <a:lnTo>
                  <a:pt x="459" y="373"/>
                </a:lnTo>
                <a:lnTo>
                  <a:pt x="458" y="373"/>
                </a:lnTo>
                <a:lnTo>
                  <a:pt x="458" y="372"/>
                </a:lnTo>
                <a:lnTo>
                  <a:pt x="457" y="372"/>
                </a:lnTo>
                <a:lnTo>
                  <a:pt x="456" y="373"/>
                </a:lnTo>
                <a:lnTo>
                  <a:pt x="456" y="374"/>
                </a:lnTo>
                <a:lnTo>
                  <a:pt x="456" y="375"/>
                </a:lnTo>
                <a:lnTo>
                  <a:pt x="456" y="376"/>
                </a:lnTo>
                <a:lnTo>
                  <a:pt x="457" y="376"/>
                </a:lnTo>
                <a:lnTo>
                  <a:pt x="457" y="377"/>
                </a:lnTo>
                <a:lnTo>
                  <a:pt x="458" y="378"/>
                </a:lnTo>
                <a:lnTo>
                  <a:pt x="459" y="378"/>
                </a:lnTo>
                <a:lnTo>
                  <a:pt x="459" y="379"/>
                </a:lnTo>
                <a:lnTo>
                  <a:pt x="459" y="380"/>
                </a:lnTo>
                <a:lnTo>
                  <a:pt x="458" y="379"/>
                </a:lnTo>
                <a:lnTo>
                  <a:pt x="457" y="378"/>
                </a:lnTo>
                <a:lnTo>
                  <a:pt x="456" y="379"/>
                </a:lnTo>
                <a:lnTo>
                  <a:pt x="455" y="379"/>
                </a:lnTo>
                <a:lnTo>
                  <a:pt x="454" y="379"/>
                </a:lnTo>
                <a:lnTo>
                  <a:pt x="454" y="380"/>
                </a:lnTo>
                <a:lnTo>
                  <a:pt x="453" y="381"/>
                </a:lnTo>
                <a:lnTo>
                  <a:pt x="453" y="382"/>
                </a:lnTo>
                <a:lnTo>
                  <a:pt x="452" y="382"/>
                </a:lnTo>
                <a:lnTo>
                  <a:pt x="452" y="383"/>
                </a:lnTo>
                <a:lnTo>
                  <a:pt x="453" y="384"/>
                </a:lnTo>
                <a:lnTo>
                  <a:pt x="454" y="384"/>
                </a:lnTo>
                <a:lnTo>
                  <a:pt x="454" y="385"/>
                </a:lnTo>
                <a:lnTo>
                  <a:pt x="453" y="385"/>
                </a:lnTo>
                <a:lnTo>
                  <a:pt x="452" y="384"/>
                </a:lnTo>
                <a:lnTo>
                  <a:pt x="451" y="386"/>
                </a:lnTo>
                <a:lnTo>
                  <a:pt x="450" y="387"/>
                </a:lnTo>
                <a:lnTo>
                  <a:pt x="450" y="388"/>
                </a:lnTo>
                <a:lnTo>
                  <a:pt x="451" y="388"/>
                </a:lnTo>
                <a:lnTo>
                  <a:pt x="450" y="389"/>
                </a:lnTo>
                <a:lnTo>
                  <a:pt x="450" y="390"/>
                </a:lnTo>
                <a:lnTo>
                  <a:pt x="450" y="391"/>
                </a:lnTo>
                <a:lnTo>
                  <a:pt x="451" y="391"/>
                </a:lnTo>
                <a:lnTo>
                  <a:pt x="452" y="391"/>
                </a:lnTo>
                <a:lnTo>
                  <a:pt x="452" y="392"/>
                </a:lnTo>
                <a:lnTo>
                  <a:pt x="452" y="393"/>
                </a:lnTo>
                <a:lnTo>
                  <a:pt x="453" y="394"/>
                </a:lnTo>
                <a:lnTo>
                  <a:pt x="453" y="395"/>
                </a:lnTo>
                <a:lnTo>
                  <a:pt x="452" y="395"/>
                </a:lnTo>
                <a:lnTo>
                  <a:pt x="452" y="396"/>
                </a:lnTo>
                <a:lnTo>
                  <a:pt x="453" y="397"/>
                </a:lnTo>
                <a:lnTo>
                  <a:pt x="453" y="398"/>
                </a:lnTo>
                <a:lnTo>
                  <a:pt x="453" y="399"/>
                </a:lnTo>
                <a:lnTo>
                  <a:pt x="453" y="401"/>
                </a:lnTo>
                <a:lnTo>
                  <a:pt x="452" y="401"/>
                </a:lnTo>
                <a:lnTo>
                  <a:pt x="451" y="400"/>
                </a:lnTo>
                <a:lnTo>
                  <a:pt x="450" y="399"/>
                </a:lnTo>
                <a:lnTo>
                  <a:pt x="450" y="398"/>
                </a:lnTo>
                <a:lnTo>
                  <a:pt x="450" y="397"/>
                </a:lnTo>
                <a:lnTo>
                  <a:pt x="449" y="395"/>
                </a:lnTo>
                <a:lnTo>
                  <a:pt x="448" y="395"/>
                </a:lnTo>
                <a:lnTo>
                  <a:pt x="447" y="394"/>
                </a:lnTo>
                <a:lnTo>
                  <a:pt x="448" y="394"/>
                </a:lnTo>
                <a:lnTo>
                  <a:pt x="448" y="393"/>
                </a:lnTo>
                <a:lnTo>
                  <a:pt x="447" y="392"/>
                </a:lnTo>
                <a:lnTo>
                  <a:pt x="446" y="391"/>
                </a:lnTo>
                <a:lnTo>
                  <a:pt x="445" y="391"/>
                </a:lnTo>
                <a:lnTo>
                  <a:pt x="444" y="390"/>
                </a:lnTo>
                <a:lnTo>
                  <a:pt x="443" y="390"/>
                </a:lnTo>
                <a:lnTo>
                  <a:pt x="443" y="389"/>
                </a:lnTo>
                <a:lnTo>
                  <a:pt x="442" y="387"/>
                </a:lnTo>
                <a:lnTo>
                  <a:pt x="441" y="387"/>
                </a:lnTo>
                <a:lnTo>
                  <a:pt x="441" y="386"/>
                </a:lnTo>
                <a:lnTo>
                  <a:pt x="440" y="386"/>
                </a:lnTo>
                <a:lnTo>
                  <a:pt x="439" y="386"/>
                </a:lnTo>
                <a:lnTo>
                  <a:pt x="437" y="386"/>
                </a:lnTo>
                <a:lnTo>
                  <a:pt x="437" y="387"/>
                </a:lnTo>
                <a:lnTo>
                  <a:pt x="436" y="387"/>
                </a:lnTo>
                <a:lnTo>
                  <a:pt x="436" y="388"/>
                </a:lnTo>
                <a:lnTo>
                  <a:pt x="435" y="388"/>
                </a:lnTo>
                <a:lnTo>
                  <a:pt x="434" y="387"/>
                </a:lnTo>
                <a:lnTo>
                  <a:pt x="434" y="385"/>
                </a:lnTo>
                <a:lnTo>
                  <a:pt x="434" y="384"/>
                </a:lnTo>
                <a:lnTo>
                  <a:pt x="433" y="383"/>
                </a:lnTo>
                <a:lnTo>
                  <a:pt x="433" y="382"/>
                </a:lnTo>
                <a:lnTo>
                  <a:pt x="432" y="382"/>
                </a:lnTo>
                <a:lnTo>
                  <a:pt x="430" y="381"/>
                </a:lnTo>
                <a:lnTo>
                  <a:pt x="429" y="380"/>
                </a:lnTo>
                <a:lnTo>
                  <a:pt x="428" y="379"/>
                </a:lnTo>
                <a:lnTo>
                  <a:pt x="428" y="378"/>
                </a:lnTo>
                <a:lnTo>
                  <a:pt x="427" y="378"/>
                </a:lnTo>
                <a:lnTo>
                  <a:pt x="425" y="379"/>
                </a:lnTo>
                <a:lnTo>
                  <a:pt x="424" y="379"/>
                </a:lnTo>
                <a:lnTo>
                  <a:pt x="424" y="380"/>
                </a:lnTo>
                <a:lnTo>
                  <a:pt x="424" y="381"/>
                </a:lnTo>
                <a:lnTo>
                  <a:pt x="423" y="382"/>
                </a:lnTo>
                <a:lnTo>
                  <a:pt x="423" y="383"/>
                </a:lnTo>
                <a:lnTo>
                  <a:pt x="424" y="383"/>
                </a:lnTo>
                <a:lnTo>
                  <a:pt x="423" y="383"/>
                </a:lnTo>
                <a:lnTo>
                  <a:pt x="423" y="384"/>
                </a:lnTo>
                <a:lnTo>
                  <a:pt x="422" y="384"/>
                </a:lnTo>
                <a:lnTo>
                  <a:pt x="420" y="384"/>
                </a:lnTo>
                <a:lnTo>
                  <a:pt x="420" y="385"/>
                </a:lnTo>
                <a:lnTo>
                  <a:pt x="419" y="385"/>
                </a:lnTo>
                <a:lnTo>
                  <a:pt x="418" y="385"/>
                </a:lnTo>
                <a:lnTo>
                  <a:pt x="418" y="386"/>
                </a:lnTo>
                <a:lnTo>
                  <a:pt x="418" y="387"/>
                </a:lnTo>
                <a:lnTo>
                  <a:pt x="419" y="387"/>
                </a:lnTo>
                <a:lnTo>
                  <a:pt x="419" y="388"/>
                </a:lnTo>
                <a:lnTo>
                  <a:pt x="419" y="389"/>
                </a:lnTo>
                <a:lnTo>
                  <a:pt x="418" y="389"/>
                </a:lnTo>
                <a:lnTo>
                  <a:pt x="417" y="389"/>
                </a:lnTo>
                <a:lnTo>
                  <a:pt x="417" y="388"/>
                </a:lnTo>
                <a:lnTo>
                  <a:pt x="417" y="387"/>
                </a:lnTo>
                <a:lnTo>
                  <a:pt x="417" y="386"/>
                </a:lnTo>
                <a:lnTo>
                  <a:pt x="416" y="386"/>
                </a:lnTo>
                <a:lnTo>
                  <a:pt x="416" y="387"/>
                </a:lnTo>
                <a:lnTo>
                  <a:pt x="414" y="386"/>
                </a:lnTo>
                <a:lnTo>
                  <a:pt x="413" y="386"/>
                </a:lnTo>
                <a:lnTo>
                  <a:pt x="412" y="387"/>
                </a:lnTo>
                <a:lnTo>
                  <a:pt x="411" y="388"/>
                </a:lnTo>
                <a:lnTo>
                  <a:pt x="411" y="389"/>
                </a:lnTo>
                <a:lnTo>
                  <a:pt x="412" y="389"/>
                </a:lnTo>
                <a:lnTo>
                  <a:pt x="413" y="389"/>
                </a:lnTo>
                <a:lnTo>
                  <a:pt x="414" y="390"/>
                </a:lnTo>
                <a:lnTo>
                  <a:pt x="413" y="390"/>
                </a:lnTo>
                <a:lnTo>
                  <a:pt x="414" y="391"/>
                </a:lnTo>
                <a:lnTo>
                  <a:pt x="414" y="392"/>
                </a:lnTo>
                <a:lnTo>
                  <a:pt x="413" y="393"/>
                </a:lnTo>
                <a:lnTo>
                  <a:pt x="411" y="392"/>
                </a:lnTo>
                <a:lnTo>
                  <a:pt x="410" y="392"/>
                </a:lnTo>
                <a:lnTo>
                  <a:pt x="409" y="393"/>
                </a:lnTo>
                <a:lnTo>
                  <a:pt x="410" y="393"/>
                </a:lnTo>
                <a:lnTo>
                  <a:pt x="410" y="394"/>
                </a:lnTo>
                <a:lnTo>
                  <a:pt x="411" y="394"/>
                </a:lnTo>
                <a:lnTo>
                  <a:pt x="411" y="395"/>
                </a:lnTo>
                <a:lnTo>
                  <a:pt x="410" y="396"/>
                </a:lnTo>
                <a:lnTo>
                  <a:pt x="410" y="397"/>
                </a:lnTo>
                <a:lnTo>
                  <a:pt x="410" y="398"/>
                </a:lnTo>
                <a:lnTo>
                  <a:pt x="411" y="399"/>
                </a:lnTo>
                <a:lnTo>
                  <a:pt x="411" y="400"/>
                </a:lnTo>
                <a:lnTo>
                  <a:pt x="410" y="400"/>
                </a:lnTo>
                <a:lnTo>
                  <a:pt x="410" y="401"/>
                </a:lnTo>
                <a:lnTo>
                  <a:pt x="410" y="402"/>
                </a:lnTo>
                <a:lnTo>
                  <a:pt x="409" y="403"/>
                </a:lnTo>
                <a:lnTo>
                  <a:pt x="409" y="404"/>
                </a:lnTo>
                <a:lnTo>
                  <a:pt x="410" y="404"/>
                </a:lnTo>
                <a:lnTo>
                  <a:pt x="410" y="405"/>
                </a:lnTo>
                <a:lnTo>
                  <a:pt x="409" y="405"/>
                </a:lnTo>
                <a:lnTo>
                  <a:pt x="409" y="406"/>
                </a:lnTo>
                <a:lnTo>
                  <a:pt x="409" y="407"/>
                </a:lnTo>
                <a:lnTo>
                  <a:pt x="409" y="408"/>
                </a:lnTo>
                <a:lnTo>
                  <a:pt x="409" y="409"/>
                </a:lnTo>
                <a:lnTo>
                  <a:pt x="408" y="409"/>
                </a:lnTo>
                <a:lnTo>
                  <a:pt x="408" y="410"/>
                </a:lnTo>
                <a:lnTo>
                  <a:pt x="407" y="410"/>
                </a:lnTo>
                <a:lnTo>
                  <a:pt x="407" y="411"/>
                </a:lnTo>
                <a:lnTo>
                  <a:pt x="406" y="411"/>
                </a:lnTo>
                <a:lnTo>
                  <a:pt x="406" y="412"/>
                </a:lnTo>
                <a:lnTo>
                  <a:pt x="405" y="412"/>
                </a:lnTo>
                <a:lnTo>
                  <a:pt x="404" y="413"/>
                </a:lnTo>
                <a:lnTo>
                  <a:pt x="403" y="412"/>
                </a:lnTo>
                <a:lnTo>
                  <a:pt x="402" y="412"/>
                </a:lnTo>
                <a:lnTo>
                  <a:pt x="400" y="412"/>
                </a:lnTo>
                <a:lnTo>
                  <a:pt x="399" y="412"/>
                </a:lnTo>
                <a:lnTo>
                  <a:pt x="399" y="413"/>
                </a:lnTo>
                <a:lnTo>
                  <a:pt x="398" y="413"/>
                </a:lnTo>
                <a:lnTo>
                  <a:pt x="397" y="413"/>
                </a:lnTo>
                <a:lnTo>
                  <a:pt x="397" y="412"/>
                </a:lnTo>
                <a:lnTo>
                  <a:pt x="397" y="413"/>
                </a:lnTo>
                <a:lnTo>
                  <a:pt x="396" y="413"/>
                </a:lnTo>
                <a:lnTo>
                  <a:pt x="396" y="414"/>
                </a:lnTo>
                <a:lnTo>
                  <a:pt x="395" y="414"/>
                </a:lnTo>
                <a:lnTo>
                  <a:pt x="394" y="414"/>
                </a:lnTo>
                <a:lnTo>
                  <a:pt x="394" y="415"/>
                </a:lnTo>
                <a:lnTo>
                  <a:pt x="393" y="414"/>
                </a:lnTo>
                <a:lnTo>
                  <a:pt x="393" y="415"/>
                </a:lnTo>
                <a:lnTo>
                  <a:pt x="392" y="415"/>
                </a:lnTo>
                <a:lnTo>
                  <a:pt x="391" y="416"/>
                </a:lnTo>
                <a:lnTo>
                  <a:pt x="390" y="416"/>
                </a:lnTo>
                <a:lnTo>
                  <a:pt x="389" y="417"/>
                </a:lnTo>
                <a:lnTo>
                  <a:pt x="388" y="417"/>
                </a:lnTo>
                <a:lnTo>
                  <a:pt x="387" y="418"/>
                </a:lnTo>
                <a:lnTo>
                  <a:pt x="386" y="418"/>
                </a:lnTo>
                <a:lnTo>
                  <a:pt x="385" y="418"/>
                </a:lnTo>
                <a:lnTo>
                  <a:pt x="385" y="419"/>
                </a:lnTo>
                <a:lnTo>
                  <a:pt x="385" y="420"/>
                </a:lnTo>
                <a:lnTo>
                  <a:pt x="384" y="420"/>
                </a:lnTo>
                <a:lnTo>
                  <a:pt x="383" y="420"/>
                </a:lnTo>
                <a:lnTo>
                  <a:pt x="382" y="421"/>
                </a:lnTo>
                <a:lnTo>
                  <a:pt x="382" y="420"/>
                </a:lnTo>
                <a:lnTo>
                  <a:pt x="381" y="420"/>
                </a:lnTo>
                <a:lnTo>
                  <a:pt x="380" y="420"/>
                </a:lnTo>
                <a:lnTo>
                  <a:pt x="379" y="420"/>
                </a:lnTo>
                <a:lnTo>
                  <a:pt x="378" y="421"/>
                </a:lnTo>
                <a:lnTo>
                  <a:pt x="377" y="421"/>
                </a:lnTo>
                <a:lnTo>
                  <a:pt x="377" y="420"/>
                </a:lnTo>
                <a:lnTo>
                  <a:pt x="376" y="420"/>
                </a:lnTo>
                <a:lnTo>
                  <a:pt x="376" y="421"/>
                </a:lnTo>
                <a:lnTo>
                  <a:pt x="375" y="421"/>
                </a:lnTo>
                <a:lnTo>
                  <a:pt x="375" y="420"/>
                </a:lnTo>
                <a:lnTo>
                  <a:pt x="376" y="420"/>
                </a:lnTo>
                <a:lnTo>
                  <a:pt x="376" y="419"/>
                </a:lnTo>
                <a:lnTo>
                  <a:pt x="377" y="418"/>
                </a:lnTo>
                <a:lnTo>
                  <a:pt x="378" y="418"/>
                </a:lnTo>
                <a:lnTo>
                  <a:pt x="378" y="417"/>
                </a:lnTo>
                <a:lnTo>
                  <a:pt x="377" y="417"/>
                </a:lnTo>
                <a:lnTo>
                  <a:pt x="377" y="416"/>
                </a:lnTo>
                <a:lnTo>
                  <a:pt x="377" y="415"/>
                </a:lnTo>
                <a:lnTo>
                  <a:pt x="376" y="414"/>
                </a:lnTo>
                <a:lnTo>
                  <a:pt x="375" y="413"/>
                </a:lnTo>
                <a:lnTo>
                  <a:pt x="375" y="412"/>
                </a:lnTo>
                <a:lnTo>
                  <a:pt x="375" y="411"/>
                </a:lnTo>
                <a:lnTo>
                  <a:pt x="375" y="410"/>
                </a:lnTo>
                <a:lnTo>
                  <a:pt x="376" y="410"/>
                </a:lnTo>
                <a:lnTo>
                  <a:pt x="375" y="409"/>
                </a:lnTo>
                <a:lnTo>
                  <a:pt x="375" y="408"/>
                </a:lnTo>
                <a:lnTo>
                  <a:pt x="374" y="408"/>
                </a:lnTo>
                <a:lnTo>
                  <a:pt x="373" y="408"/>
                </a:lnTo>
                <a:lnTo>
                  <a:pt x="373" y="409"/>
                </a:lnTo>
                <a:lnTo>
                  <a:pt x="372" y="410"/>
                </a:lnTo>
                <a:lnTo>
                  <a:pt x="371" y="410"/>
                </a:lnTo>
                <a:lnTo>
                  <a:pt x="371" y="411"/>
                </a:lnTo>
                <a:lnTo>
                  <a:pt x="370" y="411"/>
                </a:lnTo>
                <a:lnTo>
                  <a:pt x="370" y="412"/>
                </a:lnTo>
                <a:lnTo>
                  <a:pt x="369" y="412"/>
                </a:lnTo>
                <a:lnTo>
                  <a:pt x="369" y="413"/>
                </a:lnTo>
                <a:lnTo>
                  <a:pt x="368" y="413"/>
                </a:lnTo>
                <a:lnTo>
                  <a:pt x="368" y="412"/>
                </a:lnTo>
                <a:lnTo>
                  <a:pt x="369" y="412"/>
                </a:lnTo>
                <a:lnTo>
                  <a:pt x="369" y="411"/>
                </a:lnTo>
                <a:lnTo>
                  <a:pt x="370" y="411"/>
                </a:lnTo>
                <a:lnTo>
                  <a:pt x="369" y="411"/>
                </a:lnTo>
                <a:lnTo>
                  <a:pt x="369" y="410"/>
                </a:lnTo>
                <a:lnTo>
                  <a:pt x="370" y="410"/>
                </a:lnTo>
                <a:lnTo>
                  <a:pt x="369" y="410"/>
                </a:lnTo>
                <a:lnTo>
                  <a:pt x="368" y="410"/>
                </a:lnTo>
                <a:lnTo>
                  <a:pt x="368" y="409"/>
                </a:lnTo>
                <a:lnTo>
                  <a:pt x="368" y="408"/>
                </a:lnTo>
                <a:lnTo>
                  <a:pt x="367" y="408"/>
                </a:lnTo>
                <a:lnTo>
                  <a:pt x="366" y="408"/>
                </a:lnTo>
                <a:lnTo>
                  <a:pt x="366" y="407"/>
                </a:lnTo>
                <a:lnTo>
                  <a:pt x="367" y="407"/>
                </a:lnTo>
                <a:lnTo>
                  <a:pt x="366" y="407"/>
                </a:lnTo>
                <a:lnTo>
                  <a:pt x="366" y="406"/>
                </a:lnTo>
                <a:lnTo>
                  <a:pt x="367" y="406"/>
                </a:lnTo>
                <a:lnTo>
                  <a:pt x="367" y="405"/>
                </a:lnTo>
                <a:lnTo>
                  <a:pt x="367" y="404"/>
                </a:lnTo>
                <a:lnTo>
                  <a:pt x="366" y="403"/>
                </a:lnTo>
                <a:lnTo>
                  <a:pt x="366" y="402"/>
                </a:lnTo>
                <a:lnTo>
                  <a:pt x="365" y="402"/>
                </a:lnTo>
                <a:lnTo>
                  <a:pt x="366" y="402"/>
                </a:lnTo>
                <a:lnTo>
                  <a:pt x="367" y="401"/>
                </a:lnTo>
                <a:lnTo>
                  <a:pt x="367" y="400"/>
                </a:lnTo>
                <a:lnTo>
                  <a:pt x="366" y="400"/>
                </a:lnTo>
                <a:lnTo>
                  <a:pt x="365" y="400"/>
                </a:lnTo>
                <a:lnTo>
                  <a:pt x="365" y="401"/>
                </a:lnTo>
                <a:lnTo>
                  <a:pt x="364" y="401"/>
                </a:lnTo>
                <a:lnTo>
                  <a:pt x="363" y="401"/>
                </a:lnTo>
                <a:lnTo>
                  <a:pt x="363" y="402"/>
                </a:lnTo>
                <a:lnTo>
                  <a:pt x="362" y="403"/>
                </a:lnTo>
                <a:lnTo>
                  <a:pt x="363" y="403"/>
                </a:lnTo>
                <a:lnTo>
                  <a:pt x="362" y="403"/>
                </a:lnTo>
                <a:lnTo>
                  <a:pt x="362" y="404"/>
                </a:lnTo>
                <a:lnTo>
                  <a:pt x="362" y="405"/>
                </a:lnTo>
                <a:lnTo>
                  <a:pt x="362" y="406"/>
                </a:lnTo>
                <a:lnTo>
                  <a:pt x="361" y="406"/>
                </a:lnTo>
                <a:lnTo>
                  <a:pt x="360" y="406"/>
                </a:lnTo>
                <a:lnTo>
                  <a:pt x="360" y="407"/>
                </a:lnTo>
                <a:lnTo>
                  <a:pt x="359" y="407"/>
                </a:lnTo>
                <a:lnTo>
                  <a:pt x="358" y="407"/>
                </a:lnTo>
                <a:lnTo>
                  <a:pt x="355" y="409"/>
                </a:lnTo>
                <a:lnTo>
                  <a:pt x="355" y="410"/>
                </a:lnTo>
                <a:lnTo>
                  <a:pt x="354" y="410"/>
                </a:lnTo>
                <a:lnTo>
                  <a:pt x="353" y="411"/>
                </a:lnTo>
                <a:lnTo>
                  <a:pt x="352" y="411"/>
                </a:lnTo>
                <a:lnTo>
                  <a:pt x="351" y="411"/>
                </a:lnTo>
                <a:lnTo>
                  <a:pt x="349" y="411"/>
                </a:lnTo>
                <a:lnTo>
                  <a:pt x="349" y="409"/>
                </a:lnTo>
                <a:lnTo>
                  <a:pt x="349" y="408"/>
                </a:lnTo>
                <a:lnTo>
                  <a:pt x="350" y="407"/>
                </a:lnTo>
                <a:lnTo>
                  <a:pt x="350" y="406"/>
                </a:lnTo>
                <a:lnTo>
                  <a:pt x="350" y="405"/>
                </a:lnTo>
                <a:lnTo>
                  <a:pt x="350" y="404"/>
                </a:lnTo>
                <a:lnTo>
                  <a:pt x="350" y="403"/>
                </a:lnTo>
                <a:lnTo>
                  <a:pt x="350" y="402"/>
                </a:lnTo>
                <a:lnTo>
                  <a:pt x="349" y="402"/>
                </a:lnTo>
                <a:lnTo>
                  <a:pt x="349" y="403"/>
                </a:lnTo>
                <a:lnTo>
                  <a:pt x="348" y="403"/>
                </a:lnTo>
                <a:lnTo>
                  <a:pt x="347" y="404"/>
                </a:lnTo>
                <a:lnTo>
                  <a:pt x="346" y="404"/>
                </a:lnTo>
                <a:lnTo>
                  <a:pt x="345" y="404"/>
                </a:lnTo>
                <a:lnTo>
                  <a:pt x="345" y="403"/>
                </a:lnTo>
                <a:lnTo>
                  <a:pt x="345" y="402"/>
                </a:lnTo>
                <a:lnTo>
                  <a:pt x="344" y="401"/>
                </a:lnTo>
                <a:lnTo>
                  <a:pt x="344" y="400"/>
                </a:lnTo>
                <a:lnTo>
                  <a:pt x="344" y="399"/>
                </a:lnTo>
                <a:lnTo>
                  <a:pt x="345" y="399"/>
                </a:lnTo>
                <a:lnTo>
                  <a:pt x="344" y="398"/>
                </a:lnTo>
                <a:lnTo>
                  <a:pt x="343" y="398"/>
                </a:lnTo>
                <a:lnTo>
                  <a:pt x="343" y="397"/>
                </a:lnTo>
                <a:lnTo>
                  <a:pt x="343" y="396"/>
                </a:lnTo>
                <a:lnTo>
                  <a:pt x="344" y="395"/>
                </a:lnTo>
                <a:lnTo>
                  <a:pt x="344" y="393"/>
                </a:lnTo>
                <a:lnTo>
                  <a:pt x="345" y="393"/>
                </a:lnTo>
                <a:lnTo>
                  <a:pt x="344" y="393"/>
                </a:lnTo>
                <a:lnTo>
                  <a:pt x="343" y="393"/>
                </a:lnTo>
                <a:lnTo>
                  <a:pt x="342" y="393"/>
                </a:lnTo>
                <a:lnTo>
                  <a:pt x="342" y="392"/>
                </a:lnTo>
                <a:lnTo>
                  <a:pt x="342" y="391"/>
                </a:lnTo>
                <a:lnTo>
                  <a:pt x="341" y="391"/>
                </a:lnTo>
                <a:lnTo>
                  <a:pt x="340" y="391"/>
                </a:lnTo>
                <a:lnTo>
                  <a:pt x="340" y="392"/>
                </a:lnTo>
                <a:lnTo>
                  <a:pt x="339" y="392"/>
                </a:lnTo>
                <a:lnTo>
                  <a:pt x="338" y="392"/>
                </a:lnTo>
                <a:lnTo>
                  <a:pt x="338" y="391"/>
                </a:lnTo>
                <a:lnTo>
                  <a:pt x="336" y="391"/>
                </a:lnTo>
                <a:lnTo>
                  <a:pt x="335" y="391"/>
                </a:lnTo>
                <a:lnTo>
                  <a:pt x="334" y="391"/>
                </a:lnTo>
                <a:lnTo>
                  <a:pt x="334" y="390"/>
                </a:lnTo>
                <a:lnTo>
                  <a:pt x="334" y="389"/>
                </a:lnTo>
                <a:lnTo>
                  <a:pt x="334" y="388"/>
                </a:lnTo>
                <a:lnTo>
                  <a:pt x="335" y="388"/>
                </a:lnTo>
                <a:lnTo>
                  <a:pt x="336" y="388"/>
                </a:lnTo>
                <a:lnTo>
                  <a:pt x="336" y="387"/>
                </a:lnTo>
                <a:lnTo>
                  <a:pt x="336" y="386"/>
                </a:lnTo>
                <a:lnTo>
                  <a:pt x="337" y="386"/>
                </a:lnTo>
                <a:lnTo>
                  <a:pt x="337" y="385"/>
                </a:lnTo>
                <a:lnTo>
                  <a:pt x="336" y="385"/>
                </a:lnTo>
                <a:lnTo>
                  <a:pt x="336" y="384"/>
                </a:lnTo>
                <a:lnTo>
                  <a:pt x="336" y="383"/>
                </a:lnTo>
                <a:lnTo>
                  <a:pt x="336" y="382"/>
                </a:lnTo>
                <a:lnTo>
                  <a:pt x="336" y="381"/>
                </a:lnTo>
                <a:lnTo>
                  <a:pt x="336" y="382"/>
                </a:lnTo>
                <a:lnTo>
                  <a:pt x="336" y="381"/>
                </a:lnTo>
                <a:lnTo>
                  <a:pt x="335" y="381"/>
                </a:lnTo>
                <a:lnTo>
                  <a:pt x="334" y="381"/>
                </a:lnTo>
                <a:lnTo>
                  <a:pt x="334" y="380"/>
                </a:lnTo>
                <a:lnTo>
                  <a:pt x="333" y="380"/>
                </a:lnTo>
                <a:lnTo>
                  <a:pt x="333" y="379"/>
                </a:lnTo>
                <a:lnTo>
                  <a:pt x="332" y="378"/>
                </a:lnTo>
                <a:lnTo>
                  <a:pt x="330" y="377"/>
                </a:lnTo>
                <a:lnTo>
                  <a:pt x="329" y="377"/>
                </a:lnTo>
                <a:lnTo>
                  <a:pt x="328" y="377"/>
                </a:lnTo>
                <a:lnTo>
                  <a:pt x="327" y="376"/>
                </a:lnTo>
                <a:lnTo>
                  <a:pt x="327" y="375"/>
                </a:lnTo>
                <a:lnTo>
                  <a:pt x="327" y="374"/>
                </a:lnTo>
                <a:lnTo>
                  <a:pt x="327" y="373"/>
                </a:lnTo>
                <a:lnTo>
                  <a:pt x="328" y="372"/>
                </a:lnTo>
                <a:lnTo>
                  <a:pt x="328" y="371"/>
                </a:lnTo>
                <a:lnTo>
                  <a:pt x="327" y="371"/>
                </a:lnTo>
                <a:lnTo>
                  <a:pt x="327" y="372"/>
                </a:lnTo>
                <a:lnTo>
                  <a:pt x="327" y="371"/>
                </a:lnTo>
                <a:lnTo>
                  <a:pt x="326" y="371"/>
                </a:lnTo>
                <a:lnTo>
                  <a:pt x="326" y="370"/>
                </a:lnTo>
                <a:lnTo>
                  <a:pt x="325" y="370"/>
                </a:lnTo>
                <a:lnTo>
                  <a:pt x="325" y="371"/>
                </a:lnTo>
                <a:lnTo>
                  <a:pt x="324" y="371"/>
                </a:lnTo>
                <a:lnTo>
                  <a:pt x="324" y="372"/>
                </a:lnTo>
                <a:lnTo>
                  <a:pt x="324" y="371"/>
                </a:lnTo>
                <a:lnTo>
                  <a:pt x="324" y="372"/>
                </a:lnTo>
                <a:lnTo>
                  <a:pt x="323" y="373"/>
                </a:lnTo>
                <a:lnTo>
                  <a:pt x="322" y="374"/>
                </a:lnTo>
                <a:lnTo>
                  <a:pt x="320" y="374"/>
                </a:lnTo>
                <a:lnTo>
                  <a:pt x="319" y="375"/>
                </a:lnTo>
                <a:lnTo>
                  <a:pt x="318" y="375"/>
                </a:lnTo>
                <a:lnTo>
                  <a:pt x="317" y="375"/>
                </a:lnTo>
                <a:lnTo>
                  <a:pt x="316" y="375"/>
                </a:lnTo>
                <a:lnTo>
                  <a:pt x="316" y="374"/>
                </a:lnTo>
                <a:lnTo>
                  <a:pt x="315" y="374"/>
                </a:lnTo>
                <a:lnTo>
                  <a:pt x="314" y="375"/>
                </a:lnTo>
                <a:lnTo>
                  <a:pt x="313" y="375"/>
                </a:lnTo>
                <a:lnTo>
                  <a:pt x="313" y="376"/>
                </a:lnTo>
                <a:lnTo>
                  <a:pt x="312" y="376"/>
                </a:lnTo>
                <a:lnTo>
                  <a:pt x="313" y="376"/>
                </a:lnTo>
                <a:lnTo>
                  <a:pt x="313" y="377"/>
                </a:lnTo>
                <a:lnTo>
                  <a:pt x="312" y="377"/>
                </a:lnTo>
                <a:lnTo>
                  <a:pt x="313" y="378"/>
                </a:lnTo>
                <a:lnTo>
                  <a:pt x="313" y="379"/>
                </a:lnTo>
                <a:lnTo>
                  <a:pt x="313" y="380"/>
                </a:lnTo>
                <a:lnTo>
                  <a:pt x="312" y="381"/>
                </a:lnTo>
                <a:lnTo>
                  <a:pt x="310" y="381"/>
                </a:lnTo>
                <a:lnTo>
                  <a:pt x="309" y="381"/>
                </a:lnTo>
                <a:lnTo>
                  <a:pt x="308" y="382"/>
                </a:lnTo>
                <a:lnTo>
                  <a:pt x="308" y="383"/>
                </a:lnTo>
                <a:lnTo>
                  <a:pt x="307" y="384"/>
                </a:lnTo>
                <a:lnTo>
                  <a:pt x="307" y="385"/>
                </a:lnTo>
                <a:lnTo>
                  <a:pt x="307" y="386"/>
                </a:lnTo>
                <a:lnTo>
                  <a:pt x="306" y="386"/>
                </a:lnTo>
                <a:lnTo>
                  <a:pt x="307" y="387"/>
                </a:lnTo>
                <a:lnTo>
                  <a:pt x="306" y="387"/>
                </a:lnTo>
                <a:lnTo>
                  <a:pt x="305" y="387"/>
                </a:lnTo>
                <a:lnTo>
                  <a:pt x="304" y="387"/>
                </a:lnTo>
                <a:lnTo>
                  <a:pt x="304" y="388"/>
                </a:lnTo>
                <a:lnTo>
                  <a:pt x="303" y="388"/>
                </a:lnTo>
                <a:lnTo>
                  <a:pt x="304" y="389"/>
                </a:lnTo>
                <a:lnTo>
                  <a:pt x="304" y="390"/>
                </a:lnTo>
                <a:lnTo>
                  <a:pt x="304" y="391"/>
                </a:lnTo>
                <a:lnTo>
                  <a:pt x="304" y="392"/>
                </a:lnTo>
                <a:lnTo>
                  <a:pt x="305" y="393"/>
                </a:lnTo>
                <a:lnTo>
                  <a:pt x="305" y="394"/>
                </a:lnTo>
                <a:lnTo>
                  <a:pt x="305" y="395"/>
                </a:lnTo>
                <a:lnTo>
                  <a:pt x="305" y="396"/>
                </a:lnTo>
                <a:lnTo>
                  <a:pt x="306" y="396"/>
                </a:lnTo>
                <a:lnTo>
                  <a:pt x="307" y="396"/>
                </a:lnTo>
                <a:lnTo>
                  <a:pt x="308" y="396"/>
                </a:lnTo>
                <a:lnTo>
                  <a:pt x="308" y="397"/>
                </a:lnTo>
                <a:lnTo>
                  <a:pt x="308" y="398"/>
                </a:lnTo>
                <a:lnTo>
                  <a:pt x="308" y="399"/>
                </a:lnTo>
                <a:lnTo>
                  <a:pt x="308" y="400"/>
                </a:lnTo>
                <a:lnTo>
                  <a:pt x="307" y="400"/>
                </a:lnTo>
                <a:lnTo>
                  <a:pt x="307" y="401"/>
                </a:lnTo>
                <a:lnTo>
                  <a:pt x="308" y="402"/>
                </a:lnTo>
                <a:lnTo>
                  <a:pt x="308" y="403"/>
                </a:lnTo>
                <a:lnTo>
                  <a:pt x="308" y="404"/>
                </a:lnTo>
                <a:lnTo>
                  <a:pt x="308" y="405"/>
                </a:lnTo>
                <a:lnTo>
                  <a:pt x="307" y="405"/>
                </a:lnTo>
                <a:lnTo>
                  <a:pt x="306" y="405"/>
                </a:lnTo>
                <a:lnTo>
                  <a:pt x="306" y="406"/>
                </a:lnTo>
                <a:lnTo>
                  <a:pt x="305" y="406"/>
                </a:lnTo>
                <a:lnTo>
                  <a:pt x="306" y="407"/>
                </a:lnTo>
                <a:lnTo>
                  <a:pt x="306" y="408"/>
                </a:lnTo>
                <a:lnTo>
                  <a:pt x="305" y="408"/>
                </a:lnTo>
                <a:lnTo>
                  <a:pt x="304" y="409"/>
                </a:lnTo>
                <a:lnTo>
                  <a:pt x="304" y="408"/>
                </a:lnTo>
                <a:lnTo>
                  <a:pt x="303" y="408"/>
                </a:lnTo>
                <a:lnTo>
                  <a:pt x="303" y="407"/>
                </a:lnTo>
                <a:lnTo>
                  <a:pt x="302" y="407"/>
                </a:lnTo>
                <a:lnTo>
                  <a:pt x="301" y="407"/>
                </a:lnTo>
                <a:lnTo>
                  <a:pt x="300" y="407"/>
                </a:lnTo>
                <a:lnTo>
                  <a:pt x="299" y="407"/>
                </a:lnTo>
                <a:lnTo>
                  <a:pt x="298" y="408"/>
                </a:lnTo>
                <a:lnTo>
                  <a:pt x="298" y="409"/>
                </a:lnTo>
                <a:lnTo>
                  <a:pt x="298" y="412"/>
                </a:lnTo>
                <a:lnTo>
                  <a:pt x="298" y="413"/>
                </a:lnTo>
                <a:lnTo>
                  <a:pt x="297" y="413"/>
                </a:lnTo>
                <a:lnTo>
                  <a:pt x="297" y="414"/>
                </a:lnTo>
                <a:lnTo>
                  <a:pt x="296" y="414"/>
                </a:lnTo>
                <a:lnTo>
                  <a:pt x="295" y="414"/>
                </a:lnTo>
                <a:lnTo>
                  <a:pt x="294" y="414"/>
                </a:lnTo>
                <a:lnTo>
                  <a:pt x="294" y="413"/>
                </a:lnTo>
                <a:lnTo>
                  <a:pt x="293" y="413"/>
                </a:lnTo>
                <a:lnTo>
                  <a:pt x="293" y="414"/>
                </a:lnTo>
                <a:lnTo>
                  <a:pt x="292" y="414"/>
                </a:lnTo>
                <a:lnTo>
                  <a:pt x="291" y="414"/>
                </a:lnTo>
                <a:lnTo>
                  <a:pt x="291" y="415"/>
                </a:lnTo>
                <a:lnTo>
                  <a:pt x="290" y="415"/>
                </a:lnTo>
                <a:lnTo>
                  <a:pt x="289" y="415"/>
                </a:lnTo>
                <a:lnTo>
                  <a:pt x="288" y="415"/>
                </a:lnTo>
                <a:lnTo>
                  <a:pt x="287" y="415"/>
                </a:lnTo>
                <a:lnTo>
                  <a:pt x="286" y="414"/>
                </a:lnTo>
                <a:lnTo>
                  <a:pt x="285" y="414"/>
                </a:lnTo>
                <a:lnTo>
                  <a:pt x="284" y="415"/>
                </a:lnTo>
                <a:lnTo>
                  <a:pt x="283" y="416"/>
                </a:lnTo>
                <a:lnTo>
                  <a:pt x="282" y="416"/>
                </a:lnTo>
                <a:lnTo>
                  <a:pt x="281" y="416"/>
                </a:lnTo>
                <a:lnTo>
                  <a:pt x="281" y="415"/>
                </a:lnTo>
                <a:lnTo>
                  <a:pt x="280" y="415"/>
                </a:lnTo>
                <a:lnTo>
                  <a:pt x="280" y="414"/>
                </a:lnTo>
                <a:lnTo>
                  <a:pt x="279" y="414"/>
                </a:lnTo>
                <a:lnTo>
                  <a:pt x="278" y="414"/>
                </a:lnTo>
                <a:lnTo>
                  <a:pt x="278" y="415"/>
                </a:lnTo>
                <a:lnTo>
                  <a:pt x="277" y="415"/>
                </a:lnTo>
                <a:lnTo>
                  <a:pt x="276" y="415"/>
                </a:lnTo>
                <a:lnTo>
                  <a:pt x="275" y="416"/>
                </a:lnTo>
                <a:lnTo>
                  <a:pt x="274" y="416"/>
                </a:lnTo>
                <a:lnTo>
                  <a:pt x="274" y="417"/>
                </a:lnTo>
                <a:lnTo>
                  <a:pt x="274" y="418"/>
                </a:lnTo>
                <a:lnTo>
                  <a:pt x="274" y="419"/>
                </a:lnTo>
                <a:lnTo>
                  <a:pt x="273" y="420"/>
                </a:lnTo>
                <a:lnTo>
                  <a:pt x="272" y="420"/>
                </a:lnTo>
                <a:lnTo>
                  <a:pt x="272" y="421"/>
                </a:lnTo>
                <a:lnTo>
                  <a:pt x="271" y="421"/>
                </a:lnTo>
                <a:lnTo>
                  <a:pt x="270" y="422"/>
                </a:lnTo>
                <a:lnTo>
                  <a:pt x="270" y="423"/>
                </a:lnTo>
                <a:lnTo>
                  <a:pt x="270" y="424"/>
                </a:lnTo>
                <a:lnTo>
                  <a:pt x="269" y="424"/>
                </a:lnTo>
                <a:lnTo>
                  <a:pt x="267" y="424"/>
                </a:lnTo>
                <a:lnTo>
                  <a:pt x="266" y="424"/>
                </a:lnTo>
                <a:lnTo>
                  <a:pt x="265" y="424"/>
                </a:lnTo>
                <a:lnTo>
                  <a:pt x="265" y="425"/>
                </a:lnTo>
                <a:lnTo>
                  <a:pt x="264" y="425"/>
                </a:lnTo>
                <a:lnTo>
                  <a:pt x="264" y="426"/>
                </a:lnTo>
                <a:lnTo>
                  <a:pt x="263" y="427"/>
                </a:lnTo>
                <a:lnTo>
                  <a:pt x="262" y="427"/>
                </a:lnTo>
                <a:lnTo>
                  <a:pt x="261" y="427"/>
                </a:lnTo>
                <a:lnTo>
                  <a:pt x="261" y="428"/>
                </a:lnTo>
                <a:lnTo>
                  <a:pt x="260" y="428"/>
                </a:lnTo>
                <a:lnTo>
                  <a:pt x="259" y="428"/>
                </a:lnTo>
                <a:lnTo>
                  <a:pt x="258" y="428"/>
                </a:lnTo>
                <a:lnTo>
                  <a:pt x="258" y="429"/>
                </a:lnTo>
                <a:lnTo>
                  <a:pt x="257" y="429"/>
                </a:lnTo>
                <a:lnTo>
                  <a:pt x="257" y="430"/>
                </a:lnTo>
                <a:lnTo>
                  <a:pt x="256" y="431"/>
                </a:lnTo>
                <a:lnTo>
                  <a:pt x="255" y="431"/>
                </a:lnTo>
                <a:lnTo>
                  <a:pt x="254" y="431"/>
                </a:lnTo>
                <a:lnTo>
                  <a:pt x="253" y="431"/>
                </a:lnTo>
                <a:lnTo>
                  <a:pt x="253" y="432"/>
                </a:lnTo>
                <a:lnTo>
                  <a:pt x="251" y="432"/>
                </a:lnTo>
                <a:lnTo>
                  <a:pt x="250" y="433"/>
                </a:lnTo>
                <a:lnTo>
                  <a:pt x="249" y="433"/>
                </a:lnTo>
                <a:lnTo>
                  <a:pt x="249" y="434"/>
                </a:lnTo>
                <a:lnTo>
                  <a:pt x="248" y="434"/>
                </a:lnTo>
                <a:lnTo>
                  <a:pt x="247" y="434"/>
                </a:lnTo>
                <a:lnTo>
                  <a:pt x="246" y="434"/>
                </a:lnTo>
                <a:lnTo>
                  <a:pt x="245" y="434"/>
                </a:lnTo>
                <a:lnTo>
                  <a:pt x="245" y="435"/>
                </a:lnTo>
                <a:lnTo>
                  <a:pt x="244" y="435"/>
                </a:lnTo>
                <a:lnTo>
                  <a:pt x="243" y="435"/>
                </a:lnTo>
                <a:lnTo>
                  <a:pt x="242" y="435"/>
                </a:lnTo>
                <a:lnTo>
                  <a:pt x="241" y="435"/>
                </a:lnTo>
                <a:lnTo>
                  <a:pt x="240" y="435"/>
                </a:lnTo>
                <a:lnTo>
                  <a:pt x="239" y="436"/>
                </a:lnTo>
                <a:lnTo>
                  <a:pt x="238" y="435"/>
                </a:lnTo>
                <a:lnTo>
                  <a:pt x="237" y="435"/>
                </a:lnTo>
                <a:lnTo>
                  <a:pt x="237" y="434"/>
                </a:lnTo>
                <a:lnTo>
                  <a:pt x="236" y="434"/>
                </a:lnTo>
                <a:lnTo>
                  <a:pt x="236" y="435"/>
                </a:lnTo>
                <a:lnTo>
                  <a:pt x="235" y="435"/>
                </a:lnTo>
                <a:lnTo>
                  <a:pt x="235" y="436"/>
                </a:lnTo>
                <a:lnTo>
                  <a:pt x="234" y="436"/>
                </a:lnTo>
                <a:lnTo>
                  <a:pt x="234" y="437"/>
                </a:lnTo>
                <a:lnTo>
                  <a:pt x="233" y="438"/>
                </a:lnTo>
                <a:lnTo>
                  <a:pt x="233" y="437"/>
                </a:lnTo>
                <a:lnTo>
                  <a:pt x="232" y="437"/>
                </a:lnTo>
                <a:lnTo>
                  <a:pt x="231" y="437"/>
                </a:lnTo>
                <a:lnTo>
                  <a:pt x="230" y="437"/>
                </a:lnTo>
                <a:lnTo>
                  <a:pt x="230" y="438"/>
                </a:lnTo>
                <a:lnTo>
                  <a:pt x="230" y="439"/>
                </a:lnTo>
                <a:lnTo>
                  <a:pt x="231" y="439"/>
                </a:lnTo>
                <a:lnTo>
                  <a:pt x="231" y="440"/>
                </a:lnTo>
                <a:lnTo>
                  <a:pt x="232" y="440"/>
                </a:lnTo>
                <a:lnTo>
                  <a:pt x="232" y="441"/>
                </a:lnTo>
                <a:lnTo>
                  <a:pt x="233" y="442"/>
                </a:lnTo>
                <a:lnTo>
                  <a:pt x="233" y="443"/>
                </a:lnTo>
                <a:lnTo>
                  <a:pt x="234" y="443"/>
                </a:lnTo>
                <a:lnTo>
                  <a:pt x="234" y="444"/>
                </a:lnTo>
                <a:lnTo>
                  <a:pt x="234" y="445"/>
                </a:lnTo>
                <a:lnTo>
                  <a:pt x="234" y="446"/>
                </a:lnTo>
                <a:lnTo>
                  <a:pt x="235" y="446"/>
                </a:lnTo>
                <a:lnTo>
                  <a:pt x="235" y="447"/>
                </a:lnTo>
                <a:lnTo>
                  <a:pt x="235" y="448"/>
                </a:lnTo>
                <a:lnTo>
                  <a:pt x="235" y="449"/>
                </a:lnTo>
                <a:lnTo>
                  <a:pt x="234" y="449"/>
                </a:lnTo>
                <a:lnTo>
                  <a:pt x="234" y="450"/>
                </a:lnTo>
                <a:lnTo>
                  <a:pt x="235" y="450"/>
                </a:lnTo>
                <a:lnTo>
                  <a:pt x="234" y="451"/>
                </a:lnTo>
                <a:lnTo>
                  <a:pt x="234" y="452"/>
                </a:lnTo>
                <a:lnTo>
                  <a:pt x="234" y="453"/>
                </a:lnTo>
                <a:lnTo>
                  <a:pt x="233" y="453"/>
                </a:lnTo>
                <a:lnTo>
                  <a:pt x="233" y="454"/>
                </a:lnTo>
                <a:lnTo>
                  <a:pt x="233" y="455"/>
                </a:lnTo>
                <a:lnTo>
                  <a:pt x="233" y="456"/>
                </a:lnTo>
                <a:lnTo>
                  <a:pt x="232" y="456"/>
                </a:lnTo>
                <a:lnTo>
                  <a:pt x="232" y="457"/>
                </a:lnTo>
                <a:lnTo>
                  <a:pt x="231" y="457"/>
                </a:lnTo>
                <a:lnTo>
                  <a:pt x="230" y="457"/>
                </a:lnTo>
                <a:lnTo>
                  <a:pt x="229" y="458"/>
                </a:lnTo>
                <a:lnTo>
                  <a:pt x="229" y="459"/>
                </a:lnTo>
                <a:lnTo>
                  <a:pt x="229" y="460"/>
                </a:lnTo>
                <a:lnTo>
                  <a:pt x="228" y="460"/>
                </a:lnTo>
                <a:lnTo>
                  <a:pt x="228" y="461"/>
                </a:lnTo>
                <a:lnTo>
                  <a:pt x="227" y="461"/>
                </a:lnTo>
                <a:lnTo>
                  <a:pt x="227" y="462"/>
                </a:lnTo>
                <a:lnTo>
                  <a:pt x="226" y="462"/>
                </a:lnTo>
                <a:lnTo>
                  <a:pt x="225" y="463"/>
                </a:lnTo>
                <a:lnTo>
                  <a:pt x="224" y="463"/>
                </a:lnTo>
                <a:lnTo>
                  <a:pt x="223" y="463"/>
                </a:lnTo>
                <a:lnTo>
                  <a:pt x="222" y="463"/>
                </a:lnTo>
                <a:lnTo>
                  <a:pt x="222" y="464"/>
                </a:lnTo>
                <a:lnTo>
                  <a:pt x="221" y="465"/>
                </a:lnTo>
                <a:lnTo>
                  <a:pt x="221" y="466"/>
                </a:lnTo>
                <a:lnTo>
                  <a:pt x="220" y="467"/>
                </a:lnTo>
                <a:lnTo>
                  <a:pt x="220" y="468"/>
                </a:lnTo>
                <a:lnTo>
                  <a:pt x="219" y="468"/>
                </a:lnTo>
                <a:lnTo>
                  <a:pt x="219" y="469"/>
                </a:lnTo>
                <a:lnTo>
                  <a:pt x="219" y="470"/>
                </a:lnTo>
                <a:lnTo>
                  <a:pt x="218" y="470"/>
                </a:lnTo>
                <a:lnTo>
                  <a:pt x="217" y="469"/>
                </a:lnTo>
                <a:lnTo>
                  <a:pt x="216" y="468"/>
                </a:lnTo>
                <a:lnTo>
                  <a:pt x="215" y="467"/>
                </a:lnTo>
                <a:lnTo>
                  <a:pt x="215" y="466"/>
                </a:lnTo>
                <a:lnTo>
                  <a:pt x="214" y="466"/>
                </a:lnTo>
                <a:lnTo>
                  <a:pt x="213" y="466"/>
                </a:lnTo>
                <a:lnTo>
                  <a:pt x="213" y="465"/>
                </a:lnTo>
                <a:lnTo>
                  <a:pt x="212" y="465"/>
                </a:lnTo>
                <a:lnTo>
                  <a:pt x="212" y="464"/>
                </a:lnTo>
                <a:lnTo>
                  <a:pt x="212" y="463"/>
                </a:lnTo>
                <a:lnTo>
                  <a:pt x="212" y="462"/>
                </a:lnTo>
                <a:lnTo>
                  <a:pt x="211" y="461"/>
                </a:lnTo>
                <a:lnTo>
                  <a:pt x="211" y="460"/>
                </a:lnTo>
                <a:lnTo>
                  <a:pt x="211" y="461"/>
                </a:lnTo>
                <a:lnTo>
                  <a:pt x="210" y="461"/>
                </a:lnTo>
                <a:lnTo>
                  <a:pt x="207" y="461"/>
                </a:lnTo>
                <a:lnTo>
                  <a:pt x="206" y="461"/>
                </a:lnTo>
                <a:lnTo>
                  <a:pt x="206" y="460"/>
                </a:lnTo>
                <a:lnTo>
                  <a:pt x="205" y="460"/>
                </a:lnTo>
                <a:lnTo>
                  <a:pt x="204" y="460"/>
                </a:lnTo>
                <a:lnTo>
                  <a:pt x="204" y="461"/>
                </a:lnTo>
                <a:lnTo>
                  <a:pt x="204" y="462"/>
                </a:lnTo>
                <a:lnTo>
                  <a:pt x="203" y="462"/>
                </a:lnTo>
                <a:lnTo>
                  <a:pt x="202" y="462"/>
                </a:lnTo>
                <a:lnTo>
                  <a:pt x="202" y="463"/>
                </a:lnTo>
                <a:lnTo>
                  <a:pt x="201" y="463"/>
                </a:lnTo>
                <a:lnTo>
                  <a:pt x="200" y="463"/>
                </a:lnTo>
                <a:lnTo>
                  <a:pt x="199" y="463"/>
                </a:lnTo>
                <a:lnTo>
                  <a:pt x="198" y="463"/>
                </a:lnTo>
                <a:lnTo>
                  <a:pt x="198" y="462"/>
                </a:lnTo>
                <a:lnTo>
                  <a:pt x="197" y="462"/>
                </a:lnTo>
                <a:lnTo>
                  <a:pt x="196" y="462"/>
                </a:lnTo>
                <a:lnTo>
                  <a:pt x="196" y="461"/>
                </a:lnTo>
                <a:lnTo>
                  <a:pt x="195" y="461"/>
                </a:lnTo>
                <a:lnTo>
                  <a:pt x="195" y="460"/>
                </a:lnTo>
                <a:lnTo>
                  <a:pt x="194" y="460"/>
                </a:lnTo>
                <a:lnTo>
                  <a:pt x="194" y="459"/>
                </a:lnTo>
                <a:lnTo>
                  <a:pt x="193" y="459"/>
                </a:lnTo>
                <a:lnTo>
                  <a:pt x="192" y="459"/>
                </a:lnTo>
                <a:lnTo>
                  <a:pt x="192" y="458"/>
                </a:lnTo>
                <a:lnTo>
                  <a:pt x="192" y="457"/>
                </a:lnTo>
                <a:lnTo>
                  <a:pt x="191" y="457"/>
                </a:lnTo>
                <a:lnTo>
                  <a:pt x="190" y="457"/>
                </a:lnTo>
                <a:lnTo>
                  <a:pt x="190" y="456"/>
                </a:lnTo>
                <a:lnTo>
                  <a:pt x="189" y="456"/>
                </a:lnTo>
                <a:lnTo>
                  <a:pt x="188" y="456"/>
                </a:lnTo>
                <a:lnTo>
                  <a:pt x="188" y="455"/>
                </a:lnTo>
                <a:lnTo>
                  <a:pt x="187" y="455"/>
                </a:lnTo>
                <a:lnTo>
                  <a:pt x="187" y="456"/>
                </a:lnTo>
                <a:lnTo>
                  <a:pt x="186" y="456"/>
                </a:lnTo>
                <a:lnTo>
                  <a:pt x="185" y="456"/>
                </a:lnTo>
                <a:lnTo>
                  <a:pt x="184" y="456"/>
                </a:lnTo>
                <a:lnTo>
                  <a:pt x="184" y="455"/>
                </a:lnTo>
                <a:lnTo>
                  <a:pt x="183" y="455"/>
                </a:lnTo>
                <a:lnTo>
                  <a:pt x="182" y="455"/>
                </a:lnTo>
                <a:lnTo>
                  <a:pt x="182" y="454"/>
                </a:lnTo>
                <a:lnTo>
                  <a:pt x="182" y="453"/>
                </a:lnTo>
                <a:lnTo>
                  <a:pt x="181" y="453"/>
                </a:lnTo>
                <a:lnTo>
                  <a:pt x="181" y="452"/>
                </a:lnTo>
                <a:lnTo>
                  <a:pt x="180" y="452"/>
                </a:lnTo>
                <a:lnTo>
                  <a:pt x="179" y="452"/>
                </a:lnTo>
                <a:lnTo>
                  <a:pt x="179" y="453"/>
                </a:lnTo>
                <a:lnTo>
                  <a:pt x="178" y="453"/>
                </a:lnTo>
                <a:lnTo>
                  <a:pt x="176" y="453"/>
                </a:lnTo>
                <a:lnTo>
                  <a:pt x="175" y="453"/>
                </a:lnTo>
                <a:lnTo>
                  <a:pt x="174" y="453"/>
                </a:lnTo>
                <a:lnTo>
                  <a:pt x="173" y="453"/>
                </a:lnTo>
                <a:lnTo>
                  <a:pt x="173" y="452"/>
                </a:lnTo>
                <a:lnTo>
                  <a:pt x="172" y="452"/>
                </a:lnTo>
                <a:lnTo>
                  <a:pt x="171" y="452"/>
                </a:lnTo>
                <a:lnTo>
                  <a:pt x="171" y="451"/>
                </a:lnTo>
                <a:lnTo>
                  <a:pt x="171" y="449"/>
                </a:lnTo>
                <a:lnTo>
                  <a:pt x="170" y="449"/>
                </a:lnTo>
                <a:lnTo>
                  <a:pt x="170" y="448"/>
                </a:lnTo>
                <a:lnTo>
                  <a:pt x="169" y="448"/>
                </a:lnTo>
                <a:lnTo>
                  <a:pt x="169" y="447"/>
                </a:lnTo>
                <a:lnTo>
                  <a:pt x="168" y="447"/>
                </a:lnTo>
                <a:lnTo>
                  <a:pt x="168" y="446"/>
                </a:lnTo>
                <a:lnTo>
                  <a:pt x="168" y="444"/>
                </a:lnTo>
                <a:lnTo>
                  <a:pt x="167" y="444"/>
                </a:lnTo>
                <a:lnTo>
                  <a:pt x="167" y="443"/>
                </a:lnTo>
                <a:lnTo>
                  <a:pt x="167" y="442"/>
                </a:lnTo>
                <a:lnTo>
                  <a:pt x="167" y="441"/>
                </a:lnTo>
                <a:lnTo>
                  <a:pt x="166" y="441"/>
                </a:lnTo>
                <a:lnTo>
                  <a:pt x="166" y="440"/>
                </a:lnTo>
                <a:lnTo>
                  <a:pt x="165" y="440"/>
                </a:lnTo>
                <a:lnTo>
                  <a:pt x="165" y="439"/>
                </a:lnTo>
                <a:lnTo>
                  <a:pt x="164" y="439"/>
                </a:lnTo>
                <a:lnTo>
                  <a:pt x="163" y="439"/>
                </a:lnTo>
                <a:lnTo>
                  <a:pt x="162" y="439"/>
                </a:lnTo>
                <a:lnTo>
                  <a:pt x="161" y="439"/>
                </a:lnTo>
                <a:lnTo>
                  <a:pt x="160" y="438"/>
                </a:lnTo>
                <a:lnTo>
                  <a:pt x="159" y="438"/>
                </a:lnTo>
                <a:lnTo>
                  <a:pt x="159" y="439"/>
                </a:lnTo>
                <a:lnTo>
                  <a:pt x="158" y="439"/>
                </a:lnTo>
                <a:lnTo>
                  <a:pt x="157" y="439"/>
                </a:lnTo>
                <a:lnTo>
                  <a:pt x="157" y="440"/>
                </a:lnTo>
                <a:lnTo>
                  <a:pt x="156" y="440"/>
                </a:lnTo>
                <a:lnTo>
                  <a:pt x="154" y="440"/>
                </a:lnTo>
                <a:lnTo>
                  <a:pt x="153" y="440"/>
                </a:lnTo>
                <a:lnTo>
                  <a:pt x="152" y="440"/>
                </a:lnTo>
                <a:lnTo>
                  <a:pt x="150" y="440"/>
                </a:lnTo>
                <a:lnTo>
                  <a:pt x="150" y="439"/>
                </a:lnTo>
                <a:lnTo>
                  <a:pt x="150" y="438"/>
                </a:lnTo>
                <a:lnTo>
                  <a:pt x="150" y="437"/>
                </a:lnTo>
                <a:lnTo>
                  <a:pt x="150" y="436"/>
                </a:lnTo>
                <a:lnTo>
                  <a:pt x="149" y="436"/>
                </a:lnTo>
                <a:lnTo>
                  <a:pt x="148" y="436"/>
                </a:lnTo>
                <a:lnTo>
                  <a:pt x="148" y="435"/>
                </a:lnTo>
                <a:lnTo>
                  <a:pt x="147" y="435"/>
                </a:lnTo>
                <a:lnTo>
                  <a:pt x="146" y="435"/>
                </a:lnTo>
                <a:lnTo>
                  <a:pt x="146" y="434"/>
                </a:lnTo>
                <a:lnTo>
                  <a:pt x="146" y="433"/>
                </a:lnTo>
                <a:lnTo>
                  <a:pt x="145" y="433"/>
                </a:lnTo>
                <a:lnTo>
                  <a:pt x="144" y="433"/>
                </a:lnTo>
                <a:lnTo>
                  <a:pt x="143" y="434"/>
                </a:lnTo>
                <a:lnTo>
                  <a:pt x="142" y="435"/>
                </a:lnTo>
                <a:lnTo>
                  <a:pt x="141" y="436"/>
                </a:lnTo>
                <a:lnTo>
                  <a:pt x="141" y="437"/>
                </a:lnTo>
                <a:lnTo>
                  <a:pt x="140" y="437"/>
                </a:lnTo>
                <a:lnTo>
                  <a:pt x="140" y="436"/>
                </a:lnTo>
                <a:lnTo>
                  <a:pt x="139" y="436"/>
                </a:lnTo>
                <a:lnTo>
                  <a:pt x="138" y="436"/>
                </a:lnTo>
                <a:lnTo>
                  <a:pt x="138" y="437"/>
                </a:lnTo>
                <a:lnTo>
                  <a:pt x="138" y="438"/>
                </a:lnTo>
                <a:lnTo>
                  <a:pt x="137" y="438"/>
                </a:lnTo>
                <a:lnTo>
                  <a:pt x="137" y="439"/>
                </a:lnTo>
                <a:lnTo>
                  <a:pt x="136" y="439"/>
                </a:lnTo>
                <a:lnTo>
                  <a:pt x="135" y="439"/>
                </a:lnTo>
                <a:lnTo>
                  <a:pt x="135" y="440"/>
                </a:lnTo>
                <a:lnTo>
                  <a:pt x="134" y="440"/>
                </a:lnTo>
                <a:lnTo>
                  <a:pt x="134" y="441"/>
                </a:lnTo>
                <a:lnTo>
                  <a:pt x="133" y="442"/>
                </a:lnTo>
                <a:lnTo>
                  <a:pt x="133" y="443"/>
                </a:lnTo>
                <a:lnTo>
                  <a:pt x="132" y="444"/>
                </a:lnTo>
                <a:lnTo>
                  <a:pt x="132" y="445"/>
                </a:lnTo>
                <a:lnTo>
                  <a:pt x="131" y="445"/>
                </a:lnTo>
                <a:lnTo>
                  <a:pt x="130" y="445"/>
                </a:lnTo>
                <a:lnTo>
                  <a:pt x="130" y="446"/>
                </a:lnTo>
                <a:lnTo>
                  <a:pt x="130" y="447"/>
                </a:lnTo>
                <a:lnTo>
                  <a:pt x="130" y="448"/>
                </a:lnTo>
                <a:lnTo>
                  <a:pt x="130" y="449"/>
                </a:lnTo>
                <a:lnTo>
                  <a:pt x="130" y="450"/>
                </a:lnTo>
                <a:lnTo>
                  <a:pt x="129" y="450"/>
                </a:lnTo>
                <a:lnTo>
                  <a:pt x="129" y="451"/>
                </a:lnTo>
                <a:lnTo>
                  <a:pt x="129" y="452"/>
                </a:lnTo>
                <a:lnTo>
                  <a:pt x="129" y="453"/>
                </a:lnTo>
                <a:lnTo>
                  <a:pt x="129" y="454"/>
                </a:lnTo>
                <a:lnTo>
                  <a:pt x="130" y="454"/>
                </a:lnTo>
                <a:lnTo>
                  <a:pt x="129" y="454"/>
                </a:lnTo>
                <a:lnTo>
                  <a:pt x="128" y="454"/>
                </a:lnTo>
                <a:lnTo>
                  <a:pt x="128" y="455"/>
                </a:lnTo>
                <a:lnTo>
                  <a:pt x="127" y="455"/>
                </a:lnTo>
                <a:lnTo>
                  <a:pt x="126" y="455"/>
                </a:lnTo>
                <a:lnTo>
                  <a:pt x="126" y="456"/>
                </a:lnTo>
                <a:lnTo>
                  <a:pt x="125" y="456"/>
                </a:lnTo>
                <a:lnTo>
                  <a:pt x="124" y="456"/>
                </a:lnTo>
                <a:lnTo>
                  <a:pt x="123" y="456"/>
                </a:lnTo>
                <a:lnTo>
                  <a:pt x="123" y="457"/>
                </a:lnTo>
                <a:lnTo>
                  <a:pt x="122" y="457"/>
                </a:lnTo>
                <a:lnTo>
                  <a:pt x="121" y="457"/>
                </a:lnTo>
                <a:lnTo>
                  <a:pt x="120" y="457"/>
                </a:lnTo>
                <a:lnTo>
                  <a:pt x="118" y="457"/>
                </a:lnTo>
                <a:lnTo>
                  <a:pt x="118" y="458"/>
                </a:lnTo>
                <a:lnTo>
                  <a:pt x="117" y="458"/>
                </a:lnTo>
                <a:lnTo>
                  <a:pt x="116" y="459"/>
                </a:lnTo>
                <a:lnTo>
                  <a:pt x="115" y="459"/>
                </a:lnTo>
                <a:lnTo>
                  <a:pt x="115" y="460"/>
                </a:lnTo>
                <a:lnTo>
                  <a:pt x="114" y="460"/>
                </a:lnTo>
                <a:lnTo>
                  <a:pt x="114" y="461"/>
                </a:lnTo>
                <a:lnTo>
                  <a:pt x="114" y="463"/>
                </a:lnTo>
                <a:lnTo>
                  <a:pt x="114" y="464"/>
                </a:lnTo>
                <a:lnTo>
                  <a:pt x="113" y="464"/>
                </a:lnTo>
                <a:lnTo>
                  <a:pt x="113" y="465"/>
                </a:lnTo>
                <a:lnTo>
                  <a:pt x="112" y="466"/>
                </a:lnTo>
                <a:lnTo>
                  <a:pt x="111" y="466"/>
                </a:lnTo>
                <a:lnTo>
                  <a:pt x="110" y="466"/>
                </a:lnTo>
                <a:lnTo>
                  <a:pt x="109" y="466"/>
                </a:lnTo>
                <a:lnTo>
                  <a:pt x="109" y="467"/>
                </a:lnTo>
                <a:lnTo>
                  <a:pt x="108" y="467"/>
                </a:lnTo>
                <a:lnTo>
                  <a:pt x="107" y="467"/>
                </a:lnTo>
                <a:lnTo>
                  <a:pt x="106" y="467"/>
                </a:lnTo>
                <a:lnTo>
                  <a:pt x="105" y="468"/>
                </a:lnTo>
                <a:lnTo>
                  <a:pt x="104" y="468"/>
                </a:lnTo>
                <a:lnTo>
                  <a:pt x="104" y="469"/>
                </a:lnTo>
                <a:lnTo>
                  <a:pt x="104" y="470"/>
                </a:lnTo>
                <a:lnTo>
                  <a:pt x="103" y="471"/>
                </a:lnTo>
                <a:lnTo>
                  <a:pt x="103" y="472"/>
                </a:lnTo>
                <a:lnTo>
                  <a:pt x="102" y="472"/>
                </a:lnTo>
                <a:lnTo>
                  <a:pt x="101" y="471"/>
                </a:lnTo>
                <a:lnTo>
                  <a:pt x="100" y="471"/>
                </a:lnTo>
                <a:lnTo>
                  <a:pt x="100" y="470"/>
                </a:lnTo>
                <a:lnTo>
                  <a:pt x="99" y="470"/>
                </a:lnTo>
                <a:lnTo>
                  <a:pt x="100" y="469"/>
                </a:lnTo>
                <a:lnTo>
                  <a:pt x="99" y="468"/>
                </a:lnTo>
                <a:lnTo>
                  <a:pt x="98" y="468"/>
                </a:lnTo>
                <a:lnTo>
                  <a:pt x="97" y="468"/>
                </a:lnTo>
                <a:lnTo>
                  <a:pt x="96" y="468"/>
                </a:lnTo>
                <a:lnTo>
                  <a:pt x="96" y="467"/>
                </a:lnTo>
                <a:lnTo>
                  <a:pt x="93" y="467"/>
                </a:lnTo>
                <a:lnTo>
                  <a:pt x="92" y="466"/>
                </a:lnTo>
                <a:lnTo>
                  <a:pt x="91" y="464"/>
                </a:lnTo>
                <a:lnTo>
                  <a:pt x="89" y="463"/>
                </a:lnTo>
                <a:lnTo>
                  <a:pt x="89" y="462"/>
                </a:lnTo>
                <a:lnTo>
                  <a:pt x="88" y="462"/>
                </a:lnTo>
                <a:lnTo>
                  <a:pt x="87" y="462"/>
                </a:lnTo>
                <a:lnTo>
                  <a:pt x="87" y="461"/>
                </a:lnTo>
                <a:lnTo>
                  <a:pt x="86" y="461"/>
                </a:lnTo>
                <a:lnTo>
                  <a:pt x="86" y="460"/>
                </a:lnTo>
                <a:lnTo>
                  <a:pt x="85" y="460"/>
                </a:lnTo>
                <a:lnTo>
                  <a:pt x="84" y="460"/>
                </a:lnTo>
                <a:lnTo>
                  <a:pt x="83" y="460"/>
                </a:lnTo>
                <a:lnTo>
                  <a:pt x="83" y="459"/>
                </a:lnTo>
                <a:lnTo>
                  <a:pt x="84" y="458"/>
                </a:lnTo>
                <a:lnTo>
                  <a:pt x="84" y="457"/>
                </a:lnTo>
                <a:lnTo>
                  <a:pt x="84" y="456"/>
                </a:lnTo>
                <a:lnTo>
                  <a:pt x="85" y="455"/>
                </a:lnTo>
                <a:lnTo>
                  <a:pt x="84" y="454"/>
                </a:lnTo>
                <a:lnTo>
                  <a:pt x="84" y="453"/>
                </a:lnTo>
                <a:lnTo>
                  <a:pt x="84" y="452"/>
                </a:lnTo>
                <a:lnTo>
                  <a:pt x="85" y="451"/>
                </a:lnTo>
                <a:lnTo>
                  <a:pt x="85" y="450"/>
                </a:lnTo>
                <a:lnTo>
                  <a:pt x="86" y="449"/>
                </a:lnTo>
                <a:lnTo>
                  <a:pt x="87" y="448"/>
                </a:lnTo>
                <a:lnTo>
                  <a:pt x="88" y="447"/>
                </a:lnTo>
                <a:lnTo>
                  <a:pt x="88" y="446"/>
                </a:lnTo>
                <a:lnTo>
                  <a:pt x="89" y="444"/>
                </a:lnTo>
                <a:lnTo>
                  <a:pt x="91" y="444"/>
                </a:lnTo>
                <a:lnTo>
                  <a:pt x="91" y="443"/>
                </a:lnTo>
                <a:lnTo>
                  <a:pt x="92" y="443"/>
                </a:lnTo>
                <a:lnTo>
                  <a:pt x="93" y="443"/>
                </a:lnTo>
                <a:lnTo>
                  <a:pt x="94" y="442"/>
                </a:lnTo>
                <a:lnTo>
                  <a:pt x="94" y="441"/>
                </a:lnTo>
                <a:lnTo>
                  <a:pt x="94" y="440"/>
                </a:lnTo>
                <a:lnTo>
                  <a:pt x="95" y="440"/>
                </a:lnTo>
                <a:lnTo>
                  <a:pt x="95" y="439"/>
                </a:lnTo>
                <a:lnTo>
                  <a:pt x="95" y="438"/>
                </a:lnTo>
                <a:lnTo>
                  <a:pt x="96" y="438"/>
                </a:lnTo>
                <a:lnTo>
                  <a:pt x="96" y="437"/>
                </a:lnTo>
                <a:lnTo>
                  <a:pt x="96" y="436"/>
                </a:lnTo>
                <a:lnTo>
                  <a:pt x="97" y="436"/>
                </a:lnTo>
                <a:lnTo>
                  <a:pt x="98" y="435"/>
                </a:lnTo>
                <a:lnTo>
                  <a:pt x="98" y="434"/>
                </a:lnTo>
                <a:lnTo>
                  <a:pt x="99" y="434"/>
                </a:lnTo>
                <a:lnTo>
                  <a:pt x="100" y="433"/>
                </a:lnTo>
                <a:lnTo>
                  <a:pt x="101" y="433"/>
                </a:lnTo>
                <a:lnTo>
                  <a:pt x="101" y="432"/>
                </a:lnTo>
                <a:lnTo>
                  <a:pt x="100" y="431"/>
                </a:lnTo>
                <a:lnTo>
                  <a:pt x="100" y="430"/>
                </a:lnTo>
                <a:lnTo>
                  <a:pt x="100" y="429"/>
                </a:lnTo>
                <a:lnTo>
                  <a:pt x="99" y="429"/>
                </a:lnTo>
                <a:lnTo>
                  <a:pt x="100" y="429"/>
                </a:lnTo>
                <a:lnTo>
                  <a:pt x="99" y="429"/>
                </a:lnTo>
                <a:lnTo>
                  <a:pt x="99" y="428"/>
                </a:lnTo>
                <a:lnTo>
                  <a:pt x="98" y="428"/>
                </a:lnTo>
                <a:lnTo>
                  <a:pt x="98" y="427"/>
                </a:lnTo>
                <a:lnTo>
                  <a:pt x="97" y="427"/>
                </a:lnTo>
                <a:lnTo>
                  <a:pt x="95" y="427"/>
                </a:lnTo>
                <a:lnTo>
                  <a:pt x="94" y="427"/>
                </a:lnTo>
                <a:lnTo>
                  <a:pt x="93" y="427"/>
                </a:lnTo>
                <a:lnTo>
                  <a:pt x="92" y="427"/>
                </a:lnTo>
                <a:lnTo>
                  <a:pt x="92" y="426"/>
                </a:lnTo>
                <a:lnTo>
                  <a:pt x="93" y="426"/>
                </a:lnTo>
                <a:lnTo>
                  <a:pt x="94" y="426"/>
                </a:lnTo>
                <a:lnTo>
                  <a:pt x="96" y="426"/>
                </a:lnTo>
                <a:lnTo>
                  <a:pt x="97" y="426"/>
                </a:lnTo>
                <a:lnTo>
                  <a:pt x="97" y="425"/>
                </a:lnTo>
                <a:lnTo>
                  <a:pt x="98" y="425"/>
                </a:lnTo>
                <a:lnTo>
                  <a:pt x="98" y="423"/>
                </a:lnTo>
                <a:lnTo>
                  <a:pt x="99" y="422"/>
                </a:lnTo>
                <a:lnTo>
                  <a:pt x="99" y="421"/>
                </a:lnTo>
                <a:lnTo>
                  <a:pt x="99" y="420"/>
                </a:lnTo>
                <a:lnTo>
                  <a:pt x="100" y="419"/>
                </a:lnTo>
                <a:lnTo>
                  <a:pt x="101" y="419"/>
                </a:lnTo>
                <a:lnTo>
                  <a:pt x="101" y="418"/>
                </a:lnTo>
                <a:lnTo>
                  <a:pt x="101" y="417"/>
                </a:lnTo>
                <a:lnTo>
                  <a:pt x="102" y="416"/>
                </a:lnTo>
                <a:lnTo>
                  <a:pt x="102" y="415"/>
                </a:lnTo>
                <a:lnTo>
                  <a:pt x="103" y="415"/>
                </a:lnTo>
                <a:lnTo>
                  <a:pt x="103" y="414"/>
                </a:lnTo>
                <a:lnTo>
                  <a:pt x="102" y="414"/>
                </a:lnTo>
                <a:lnTo>
                  <a:pt x="102" y="413"/>
                </a:lnTo>
                <a:lnTo>
                  <a:pt x="102" y="412"/>
                </a:lnTo>
                <a:lnTo>
                  <a:pt x="103" y="412"/>
                </a:lnTo>
                <a:lnTo>
                  <a:pt x="103" y="411"/>
                </a:lnTo>
                <a:lnTo>
                  <a:pt x="104" y="411"/>
                </a:lnTo>
                <a:lnTo>
                  <a:pt x="105" y="411"/>
                </a:lnTo>
                <a:lnTo>
                  <a:pt x="106" y="412"/>
                </a:lnTo>
                <a:lnTo>
                  <a:pt x="106" y="413"/>
                </a:lnTo>
                <a:lnTo>
                  <a:pt x="107" y="414"/>
                </a:lnTo>
                <a:lnTo>
                  <a:pt x="108" y="416"/>
                </a:lnTo>
                <a:lnTo>
                  <a:pt x="109" y="416"/>
                </a:lnTo>
                <a:lnTo>
                  <a:pt x="110" y="416"/>
                </a:lnTo>
                <a:lnTo>
                  <a:pt x="110" y="415"/>
                </a:lnTo>
                <a:lnTo>
                  <a:pt x="110" y="414"/>
                </a:lnTo>
                <a:lnTo>
                  <a:pt x="109" y="414"/>
                </a:lnTo>
                <a:lnTo>
                  <a:pt x="109" y="413"/>
                </a:lnTo>
                <a:lnTo>
                  <a:pt x="110" y="412"/>
                </a:lnTo>
                <a:lnTo>
                  <a:pt x="109" y="411"/>
                </a:lnTo>
                <a:lnTo>
                  <a:pt x="109" y="410"/>
                </a:lnTo>
                <a:lnTo>
                  <a:pt x="109" y="409"/>
                </a:lnTo>
                <a:lnTo>
                  <a:pt x="110" y="409"/>
                </a:lnTo>
                <a:lnTo>
                  <a:pt x="111" y="409"/>
                </a:lnTo>
                <a:lnTo>
                  <a:pt x="111" y="408"/>
                </a:lnTo>
                <a:lnTo>
                  <a:pt x="110" y="407"/>
                </a:lnTo>
                <a:lnTo>
                  <a:pt x="110" y="406"/>
                </a:lnTo>
                <a:lnTo>
                  <a:pt x="110" y="405"/>
                </a:lnTo>
                <a:lnTo>
                  <a:pt x="109" y="406"/>
                </a:lnTo>
                <a:lnTo>
                  <a:pt x="108" y="407"/>
                </a:lnTo>
                <a:lnTo>
                  <a:pt x="108" y="406"/>
                </a:lnTo>
                <a:lnTo>
                  <a:pt x="107" y="406"/>
                </a:lnTo>
                <a:lnTo>
                  <a:pt x="107" y="405"/>
                </a:lnTo>
                <a:lnTo>
                  <a:pt x="106" y="405"/>
                </a:lnTo>
                <a:lnTo>
                  <a:pt x="106" y="404"/>
                </a:lnTo>
                <a:lnTo>
                  <a:pt x="105" y="404"/>
                </a:lnTo>
                <a:lnTo>
                  <a:pt x="105" y="405"/>
                </a:lnTo>
                <a:lnTo>
                  <a:pt x="104" y="405"/>
                </a:lnTo>
                <a:lnTo>
                  <a:pt x="105" y="406"/>
                </a:lnTo>
                <a:lnTo>
                  <a:pt x="104" y="406"/>
                </a:lnTo>
                <a:lnTo>
                  <a:pt x="103" y="405"/>
                </a:lnTo>
                <a:lnTo>
                  <a:pt x="102" y="405"/>
                </a:lnTo>
                <a:lnTo>
                  <a:pt x="102" y="404"/>
                </a:lnTo>
                <a:lnTo>
                  <a:pt x="101" y="404"/>
                </a:lnTo>
                <a:lnTo>
                  <a:pt x="100" y="404"/>
                </a:lnTo>
                <a:lnTo>
                  <a:pt x="100" y="403"/>
                </a:lnTo>
                <a:lnTo>
                  <a:pt x="100" y="402"/>
                </a:lnTo>
                <a:lnTo>
                  <a:pt x="99" y="403"/>
                </a:lnTo>
                <a:lnTo>
                  <a:pt x="99" y="402"/>
                </a:lnTo>
                <a:lnTo>
                  <a:pt x="98" y="402"/>
                </a:lnTo>
                <a:lnTo>
                  <a:pt x="98" y="403"/>
                </a:lnTo>
                <a:lnTo>
                  <a:pt x="97" y="403"/>
                </a:lnTo>
                <a:lnTo>
                  <a:pt x="96" y="404"/>
                </a:lnTo>
                <a:lnTo>
                  <a:pt x="95" y="403"/>
                </a:lnTo>
                <a:lnTo>
                  <a:pt x="94" y="403"/>
                </a:lnTo>
                <a:lnTo>
                  <a:pt x="94" y="402"/>
                </a:lnTo>
                <a:lnTo>
                  <a:pt x="95" y="402"/>
                </a:lnTo>
                <a:lnTo>
                  <a:pt x="95" y="401"/>
                </a:lnTo>
                <a:lnTo>
                  <a:pt x="95" y="400"/>
                </a:lnTo>
                <a:lnTo>
                  <a:pt x="95" y="399"/>
                </a:lnTo>
                <a:lnTo>
                  <a:pt x="95" y="398"/>
                </a:lnTo>
                <a:lnTo>
                  <a:pt x="95" y="397"/>
                </a:lnTo>
                <a:lnTo>
                  <a:pt x="94" y="396"/>
                </a:lnTo>
                <a:lnTo>
                  <a:pt x="95" y="396"/>
                </a:lnTo>
                <a:lnTo>
                  <a:pt x="94" y="396"/>
                </a:lnTo>
                <a:lnTo>
                  <a:pt x="94" y="395"/>
                </a:lnTo>
                <a:lnTo>
                  <a:pt x="92" y="395"/>
                </a:lnTo>
                <a:lnTo>
                  <a:pt x="91" y="395"/>
                </a:lnTo>
                <a:lnTo>
                  <a:pt x="91" y="394"/>
                </a:lnTo>
                <a:lnTo>
                  <a:pt x="89" y="394"/>
                </a:lnTo>
                <a:lnTo>
                  <a:pt x="89" y="393"/>
                </a:lnTo>
                <a:lnTo>
                  <a:pt x="88" y="392"/>
                </a:lnTo>
                <a:lnTo>
                  <a:pt x="87" y="391"/>
                </a:lnTo>
                <a:lnTo>
                  <a:pt x="86" y="392"/>
                </a:lnTo>
                <a:lnTo>
                  <a:pt x="85" y="392"/>
                </a:lnTo>
                <a:lnTo>
                  <a:pt x="84" y="392"/>
                </a:lnTo>
                <a:lnTo>
                  <a:pt x="84" y="391"/>
                </a:lnTo>
                <a:lnTo>
                  <a:pt x="84" y="390"/>
                </a:lnTo>
                <a:lnTo>
                  <a:pt x="85" y="390"/>
                </a:lnTo>
                <a:lnTo>
                  <a:pt x="84" y="389"/>
                </a:lnTo>
                <a:lnTo>
                  <a:pt x="85" y="389"/>
                </a:lnTo>
                <a:lnTo>
                  <a:pt x="85" y="388"/>
                </a:lnTo>
                <a:lnTo>
                  <a:pt x="85" y="387"/>
                </a:lnTo>
                <a:lnTo>
                  <a:pt x="85" y="386"/>
                </a:lnTo>
                <a:lnTo>
                  <a:pt x="84" y="386"/>
                </a:lnTo>
                <a:lnTo>
                  <a:pt x="84" y="385"/>
                </a:lnTo>
                <a:lnTo>
                  <a:pt x="85" y="385"/>
                </a:lnTo>
                <a:lnTo>
                  <a:pt x="85" y="384"/>
                </a:lnTo>
                <a:lnTo>
                  <a:pt x="85" y="383"/>
                </a:lnTo>
                <a:lnTo>
                  <a:pt x="85" y="381"/>
                </a:lnTo>
                <a:lnTo>
                  <a:pt x="85" y="380"/>
                </a:lnTo>
                <a:lnTo>
                  <a:pt x="85" y="379"/>
                </a:lnTo>
                <a:lnTo>
                  <a:pt x="85" y="378"/>
                </a:lnTo>
                <a:lnTo>
                  <a:pt x="85" y="379"/>
                </a:lnTo>
                <a:lnTo>
                  <a:pt x="84" y="379"/>
                </a:lnTo>
                <a:lnTo>
                  <a:pt x="85" y="379"/>
                </a:lnTo>
                <a:lnTo>
                  <a:pt x="85" y="380"/>
                </a:lnTo>
                <a:lnTo>
                  <a:pt x="84" y="380"/>
                </a:lnTo>
                <a:lnTo>
                  <a:pt x="84" y="379"/>
                </a:lnTo>
                <a:lnTo>
                  <a:pt x="83" y="379"/>
                </a:lnTo>
                <a:lnTo>
                  <a:pt x="82" y="379"/>
                </a:lnTo>
                <a:lnTo>
                  <a:pt x="81" y="380"/>
                </a:lnTo>
                <a:lnTo>
                  <a:pt x="81" y="381"/>
                </a:lnTo>
                <a:lnTo>
                  <a:pt x="80" y="381"/>
                </a:lnTo>
                <a:lnTo>
                  <a:pt x="79" y="382"/>
                </a:lnTo>
                <a:lnTo>
                  <a:pt x="78" y="382"/>
                </a:lnTo>
                <a:lnTo>
                  <a:pt x="77" y="382"/>
                </a:lnTo>
                <a:lnTo>
                  <a:pt x="76" y="382"/>
                </a:lnTo>
                <a:lnTo>
                  <a:pt x="76" y="384"/>
                </a:lnTo>
                <a:lnTo>
                  <a:pt x="75" y="384"/>
                </a:lnTo>
                <a:lnTo>
                  <a:pt x="74" y="383"/>
                </a:lnTo>
                <a:lnTo>
                  <a:pt x="73" y="382"/>
                </a:lnTo>
                <a:lnTo>
                  <a:pt x="73" y="381"/>
                </a:lnTo>
                <a:lnTo>
                  <a:pt x="74" y="381"/>
                </a:lnTo>
                <a:lnTo>
                  <a:pt x="75" y="380"/>
                </a:lnTo>
                <a:lnTo>
                  <a:pt x="75" y="379"/>
                </a:lnTo>
                <a:lnTo>
                  <a:pt x="75" y="378"/>
                </a:lnTo>
                <a:lnTo>
                  <a:pt x="74" y="378"/>
                </a:lnTo>
                <a:lnTo>
                  <a:pt x="75" y="378"/>
                </a:lnTo>
                <a:lnTo>
                  <a:pt x="74" y="377"/>
                </a:lnTo>
                <a:lnTo>
                  <a:pt x="75" y="377"/>
                </a:lnTo>
                <a:lnTo>
                  <a:pt x="74" y="377"/>
                </a:lnTo>
                <a:lnTo>
                  <a:pt x="74" y="376"/>
                </a:lnTo>
                <a:lnTo>
                  <a:pt x="75" y="376"/>
                </a:lnTo>
                <a:lnTo>
                  <a:pt x="74" y="376"/>
                </a:lnTo>
                <a:lnTo>
                  <a:pt x="74" y="375"/>
                </a:lnTo>
                <a:lnTo>
                  <a:pt x="74" y="374"/>
                </a:lnTo>
                <a:lnTo>
                  <a:pt x="74" y="373"/>
                </a:lnTo>
                <a:lnTo>
                  <a:pt x="73" y="373"/>
                </a:lnTo>
                <a:lnTo>
                  <a:pt x="72" y="373"/>
                </a:lnTo>
                <a:lnTo>
                  <a:pt x="72" y="372"/>
                </a:lnTo>
                <a:lnTo>
                  <a:pt x="70" y="372"/>
                </a:lnTo>
                <a:lnTo>
                  <a:pt x="70" y="373"/>
                </a:lnTo>
                <a:lnTo>
                  <a:pt x="69" y="373"/>
                </a:lnTo>
                <a:lnTo>
                  <a:pt x="68" y="374"/>
                </a:lnTo>
                <a:lnTo>
                  <a:pt x="68" y="373"/>
                </a:lnTo>
                <a:lnTo>
                  <a:pt x="69" y="373"/>
                </a:lnTo>
                <a:lnTo>
                  <a:pt x="69" y="372"/>
                </a:lnTo>
                <a:lnTo>
                  <a:pt x="68" y="372"/>
                </a:lnTo>
                <a:lnTo>
                  <a:pt x="68" y="371"/>
                </a:lnTo>
                <a:lnTo>
                  <a:pt x="67" y="371"/>
                </a:lnTo>
                <a:lnTo>
                  <a:pt x="66" y="371"/>
                </a:lnTo>
                <a:lnTo>
                  <a:pt x="65" y="369"/>
                </a:lnTo>
                <a:lnTo>
                  <a:pt x="64" y="369"/>
                </a:lnTo>
                <a:lnTo>
                  <a:pt x="64" y="368"/>
                </a:lnTo>
                <a:lnTo>
                  <a:pt x="65" y="367"/>
                </a:lnTo>
                <a:lnTo>
                  <a:pt x="64" y="366"/>
                </a:lnTo>
                <a:lnTo>
                  <a:pt x="63" y="365"/>
                </a:lnTo>
                <a:lnTo>
                  <a:pt x="64" y="364"/>
                </a:lnTo>
                <a:lnTo>
                  <a:pt x="64" y="362"/>
                </a:lnTo>
                <a:lnTo>
                  <a:pt x="64" y="361"/>
                </a:lnTo>
                <a:lnTo>
                  <a:pt x="65" y="360"/>
                </a:lnTo>
                <a:lnTo>
                  <a:pt x="64" y="360"/>
                </a:lnTo>
                <a:lnTo>
                  <a:pt x="64" y="359"/>
                </a:lnTo>
                <a:lnTo>
                  <a:pt x="65" y="358"/>
                </a:lnTo>
                <a:lnTo>
                  <a:pt x="64" y="358"/>
                </a:lnTo>
                <a:lnTo>
                  <a:pt x="65" y="358"/>
                </a:lnTo>
                <a:lnTo>
                  <a:pt x="65" y="357"/>
                </a:lnTo>
                <a:lnTo>
                  <a:pt x="65" y="356"/>
                </a:lnTo>
                <a:lnTo>
                  <a:pt x="65" y="355"/>
                </a:lnTo>
                <a:lnTo>
                  <a:pt x="65" y="354"/>
                </a:lnTo>
                <a:lnTo>
                  <a:pt x="66" y="355"/>
                </a:lnTo>
                <a:lnTo>
                  <a:pt x="66" y="356"/>
                </a:lnTo>
                <a:lnTo>
                  <a:pt x="67" y="356"/>
                </a:lnTo>
                <a:lnTo>
                  <a:pt x="67" y="357"/>
                </a:lnTo>
                <a:lnTo>
                  <a:pt x="68" y="358"/>
                </a:lnTo>
                <a:lnTo>
                  <a:pt x="69" y="358"/>
                </a:lnTo>
                <a:lnTo>
                  <a:pt x="69" y="357"/>
                </a:lnTo>
                <a:lnTo>
                  <a:pt x="70" y="357"/>
                </a:lnTo>
                <a:lnTo>
                  <a:pt x="70" y="356"/>
                </a:lnTo>
                <a:lnTo>
                  <a:pt x="70" y="355"/>
                </a:lnTo>
                <a:lnTo>
                  <a:pt x="71" y="355"/>
                </a:lnTo>
                <a:lnTo>
                  <a:pt x="71" y="354"/>
                </a:lnTo>
                <a:lnTo>
                  <a:pt x="71" y="355"/>
                </a:lnTo>
                <a:lnTo>
                  <a:pt x="71" y="353"/>
                </a:lnTo>
                <a:lnTo>
                  <a:pt x="72" y="352"/>
                </a:lnTo>
                <a:lnTo>
                  <a:pt x="72" y="351"/>
                </a:lnTo>
                <a:lnTo>
                  <a:pt x="73" y="351"/>
                </a:lnTo>
                <a:lnTo>
                  <a:pt x="73" y="350"/>
                </a:lnTo>
                <a:lnTo>
                  <a:pt x="73" y="349"/>
                </a:lnTo>
                <a:lnTo>
                  <a:pt x="74" y="349"/>
                </a:lnTo>
                <a:lnTo>
                  <a:pt x="74" y="348"/>
                </a:lnTo>
                <a:lnTo>
                  <a:pt x="74" y="347"/>
                </a:lnTo>
                <a:lnTo>
                  <a:pt x="74" y="346"/>
                </a:lnTo>
                <a:lnTo>
                  <a:pt x="74" y="345"/>
                </a:lnTo>
                <a:lnTo>
                  <a:pt x="75" y="344"/>
                </a:lnTo>
                <a:lnTo>
                  <a:pt x="75" y="343"/>
                </a:lnTo>
                <a:lnTo>
                  <a:pt x="75" y="342"/>
                </a:lnTo>
                <a:lnTo>
                  <a:pt x="75" y="341"/>
                </a:lnTo>
                <a:lnTo>
                  <a:pt x="74" y="341"/>
                </a:lnTo>
                <a:lnTo>
                  <a:pt x="73" y="341"/>
                </a:lnTo>
                <a:lnTo>
                  <a:pt x="73" y="340"/>
                </a:lnTo>
                <a:lnTo>
                  <a:pt x="73" y="339"/>
                </a:lnTo>
                <a:lnTo>
                  <a:pt x="73" y="338"/>
                </a:lnTo>
                <a:lnTo>
                  <a:pt x="74" y="338"/>
                </a:lnTo>
                <a:lnTo>
                  <a:pt x="75" y="338"/>
                </a:lnTo>
                <a:lnTo>
                  <a:pt x="75" y="337"/>
                </a:lnTo>
                <a:lnTo>
                  <a:pt x="76" y="336"/>
                </a:lnTo>
                <a:lnTo>
                  <a:pt x="75" y="336"/>
                </a:lnTo>
                <a:lnTo>
                  <a:pt x="75" y="335"/>
                </a:lnTo>
                <a:lnTo>
                  <a:pt x="75" y="334"/>
                </a:lnTo>
                <a:lnTo>
                  <a:pt x="76" y="334"/>
                </a:lnTo>
                <a:lnTo>
                  <a:pt x="76" y="333"/>
                </a:lnTo>
                <a:lnTo>
                  <a:pt x="76" y="334"/>
                </a:lnTo>
                <a:lnTo>
                  <a:pt x="76" y="333"/>
                </a:lnTo>
                <a:lnTo>
                  <a:pt x="77" y="333"/>
                </a:lnTo>
                <a:lnTo>
                  <a:pt x="77" y="332"/>
                </a:lnTo>
                <a:lnTo>
                  <a:pt x="77" y="331"/>
                </a:lnTo>
                <a:lnTo>
                  <a:pt x="77" y="330"/>
                </a:lnTo>
                <a:lnTo>
                  <a:pt x="77" y="329"/>
                </a:lnTo>
                <a:lnTo>
                  <a:pt x="78" y="329"/>
                </a:lnTo>
                <a:lnTo>
                  <a:pt x="77" y="329"/>
                </a:lnTo>
                <a:lnTo>
                  <a:pt x="77" y="328"/>
                </a:lnTo>
                <a:lnTo>
                  <a:pt x="77" y="327"/>
                </a:lnTo>
                <a:lnTo>
                  <a:pt x="78" y="327"/>
                </a:lnTo>
                <a:lnTo>
                  <a:pt x="78" y="325"/>
                </a:lnTo>
                <a:lnTo>
                  <a:pt x="78" y="324"/>
                </a:lnTo>
                <a:lnTo>
                  <a:pt x="77" y="323"/>
                </a:lnTo>
                <a:lnTo>
                  <a:pt x="77" y="322"/>
                </a:lnTo>
                <a:lnTo>
                  <a:pt x="77" y="321"/>
                </a:lnTo>
                <a:lnTo>
                  <a:pt x="78" y="321"/>
                </a:lnTo>
                <a:lnTo>
                  <a:pt x="78" y="322"/>
                </a:lnTo>
                <a:lnTo>
                  <a:pt x="79" y="323"/>
                </a:lnTo>
                <a:lnTo>
                  <a:pt x="80" y="323"/>
                </a:lnTo>
                <a:lnTo>
                  <a:pt x="81" y="323"/>
                </a:lnTo>
                <a:lnTo>
                  <a:pt x="81" y="322"/>
                </a:lnTo>
                <a:lnTo>
                  <a:pt x="82" y="322"/>
                </a:lnTo>
                <a:lnTo>
                  <a:pt x="82" y="321"/>
                </a:lnTo>
                <a:lnTo>
                  <a:pt x="83" y="320"/>
                </a:lnTo>
                <a:lnTo>
                  <a:pt x="83" y="319"/>
                </a:lnTo>
                <a:lnTo>
                  <a:pt x="83" y="318"/>
                </a:lnTo>
                <a:lnTo>
                  <a:pt x="83" y="317"/>
                </a:lnTo>
                <a:lnTo>
                  <a:pt x="82" y="317"/>
                </a:lnTo>
                <a:lnTo>
                  <a:pt x="82" y="316"/>
                </a:lnTo>
                <a:lnTo>
                  <a:pt x="82" y="315"/>
                </a:lnTo>
                <a:lnTo>
                  <a:pt x="82" y="313"/>
                </a:lnTo>
                <a:lnTo>
                  <a:pt x="83" y="313"/>
                </a:lnTo>
                <a:lnTo>
                  <a:pt x="83" y="312"/>
                </a:lnTo>
                <a:lnTo>
                  <a:pt x="83" y="311"/>
                </a:lnTo>
                <a:lnTo>
                  <a:pt x="84" y="311"/>
                </a:lnTo>
                <a:lnTo>
                  <a:pt x="84" y="310"/>
                </a:lnTo>
                <a:lnTo>
                  <a:pt x="84" y="309"/>
                </a:lnTo>
                <a:lnTo>
                  <a:pt x="84" y="308"/>
                </a:lnTo>
                <a:lnTo>
                  <a:pt x="85" y="308"/>
                </a:lnTo>
                <a:lnTo>
                  <a:pt x="85" y="307"/>
                </a:lnTo>
                <a:lnTo>
                  <a:pt x="85" y="306"/>
                </a:lnTo>
                <a:lnTo>
                  <a:pt x="84" y="305"/>
                </a:lnTo>
                <a:lnTo>
                  <a:pt x="84" y="304"/>
                </a:lnTo>
                <a:lnTo>
                  <a:pt x="85" y="304"/>
                </a:lnTo>
                <a:lnTo>
                  <a:pt x="85" y="303"/>
                </a:lnTo>
                <a:lnTo>
                  <a:pt x="86" y="302"/>
                </a:lnTo>
                <a:lnTo>
                  <a:pt x="87" y="301"/>
                </a:lnTo>
                <a:lnTo>
                  <a:pt x="87" y="300"/>
                </a:lnTo>
                <a:lnTo>
                  <a:pt x="88" y="300"/>
                </a:lnTo>
                <a:lnTo>
                  <a:pt x="88" y="299"/>
                </a:lnTo>
                <a:lnTo>
                  <a:pt x="89" y="298"/>
                </a:lnTo>
                <a:lnTo>
                  <a:pt x="91" y="297"/>
                </a:lnTo>
                <a:lnTo>
                  <a:pt x="92" y="297"/>
                </a:lnTo>
                <a:lnTo>
                  <a:pt x="93" y="297"/>
                </a:lnTo>
                <a:lnTo>
                  <a:pt x="95" y="296"/>
                </a:lnTo>
                <a:lnTo>
                  <a:pt x="96" y="296"/>
                </a:lnTo>
                <a:lnTo>
                  <a:pt x="96" y="295"/>
                </a:lnTo>
                <a:lnTo>
                  <a:pt x="96" y="294"/>
                </a:lnTo>
                <a:lnTo>
                  <a:pt x="96" y="293"/>
                </a:lnTo>
                <a:lnTo>
                  <a:pt x="97" y="293"/>
                </a:lnTo>
                <a:lnTo>
                  <a:pt x="98" y="293"/>
                </a:lnTo>
                <a:lnTo>
                  <a:pt x="98" y="292"/>
                </a:lnTo>
                <a:lnTo>
                  <a:pt x="98" y="291"/>
                </a:lnTo>
                <a:lnTo>
                  <a:pt x="97" y="291"/>
                </a:lnTo>
                <a:lnTo>
                  <a:pt x="96" y="290"/>
                </a:lnTo>
                <a:lnTo>
                  <a:pt x="96" y="289"/>
                </a:lnTo>
                <a:lnTo>
                  <a:pt x="97" y="289"/>
                </a:lnTo>
                <a:lnTo>
                  <a:pt x="97" y="288"/>
                </a:lnTo>
                <a:lnTo>
                  <a:pt x="96" y="287"/>
                </a:lnTo>
                <a:lnTo>
                  <a:pt x="96" y="286"/>
                </a:lnTo>
                <a:lnTo>
                  <a:pt x="95" y="285"/>
                </a:lnTo>
                <a:lnTo>
                  <a:pt x="94" y="285"/>
                </a:lnTo>
                <a:lnTo>
                  <a:pt x="93" y="284"/>
                </a:lnTo>
                <a:lnTo>
                  <a:pt x="93" y="283"/>
                </a:lnTo>
                <a:lnTo>
                  <a:pt x="94" y="283"/>
                </a:lnTo>
                <a:lnTo>
                  <a:pt x="94" y="282"/>
                </a:lnTo>
                <a:lnTo>
                  <a:pt x="94" y="281"/>
                </a:lnTo>
                <a:lnTo>
                  <a:pt x="93" y="280"/>
                </a:lnTo>
                <a:lnTo>
                  <a:pt x="92" y="279"/>
                </a:lnTo>
                <a:lnTo>
                  <a:pt x="92" y="278"/>
                </a:lnTo>
                <a:lnTo>
                  <a:pt x="91" y="278"/>
                </a:lnTo>
                <a:lnTo>
                  <a:pt x="91" y="277"/>
                </a:lnTo>
                <a:lnTo>
                  <a:pt x="89" y="277"/>
                </a:lnTo>
                <a:lnTo>
                  <a:pt x="88" y="276"/>
                </a:lnTo>
                <a:lnTo>
                  <a:pt x="87" y="276"/>
                </a:lnTo>
                <a:lnTo>
                  <a:pt x="87" y="275"/>
                </a:lnTo>
                <a:lnTo>
                  <a:pt x="87" y="274"/>
                </a:lnTo>
                <a:lnTo>
                  <a:pt x="88" y="274"/>
                </a:lnTo>
                <a:lnTo>
                  <a:pt x="88" y="273"/>
                </a:lnTo>
                <a:lnTo>
                  <a:pt x="88" y="272"/>
                </a:lnTo>
                <a:lnTo>
                  <a:pt x="87" y="272"/>
                </a:lnTo>
                <a:lnTo>
                  <a:pt x="87" y="271"/>
                </a:lnTo>
                <a:lnTo>
                  <a:pt x="86" y="270"/>
                </a:lnTo>
                <a:lnTo>
                  <a:pt x="85" y="270"/>
                </a:lnTo>
                <a:lnTo>
                  <a:pt x="84" y="270"/>
                </a:lnTo>
                <a:lnTo>
                  <a:pt x="83" y="270"/>
                </a:lnTo>
                <a:lnTo>
                  <a:pt x="82" y="270"/>
                </a:lnTo>
                <a:lnTo>
                  <a:pt x="81" y="270"/>
                </a:lnTo>
                <a:lnTo>
                  <a:pt x="80" y="270"/>
                </a:lnTo>
                <a:lnTo>
                  <a:pt x="79" y="271"/>
                </a:lnTo>
                <a:lnTo>
                  <a:pt x="78" y="270"/>
                </a:lnTo>
                <a:lnTo>
                  <a:pt x="77" y="269"/>
                </a:lnTo>
                <a:lnTo>
                  <a:pt x="77" y="268"/>
                </a:lnTo>
                <a:lnTo>
                  <a:pt x="77" y="266"/>
                </a:lnTo>
                <a:lnTo>
                  <a:pt x="77" y="265"/>
                </a:lnTo>
                <a:lnTo>
                  <a:pt x="77" y="264"/>
                </a:lnTo>
                <a:lnTo>
                  <a:pt x="78" y="264"/>
                </a:lnTo>
                <a:lnTo>
                  <a:pt x="77" y="264"/>
                </a:lnTo>
                <a:lnTo>
                  <a:pt x="77" y="263"/>
                </a:lnTo>
                <a:lnTo>
                  <a:pt x="77" y="262"/>
                </a:lnTo>
                <a:lnTo>
                  <a:pt x="76" y="262"/>
                </a:lnTo>
                <a:lnTo>
                  <a:pt x="75" y="261"/>
                </a:lnTo>
                <a:lnTo>
                  <a:pt x="75" y="260"/>
                </a:lnTo>
                <a:lnTo>
                  <a:pt x="74" y="259"/>
                </a:lnTo>
                <a:lnTo>
                  <a:pt x="73" y="258"/>
                </a:lnTo>
                <a:lnTo>
                  <a:pt x="74" y="258"/>
                </a:lnTo>
                <a:lnTo>
                  <a:pt x="73" y="258"/>
                </a:lnTo>
                <a:lnTo>
                  <a:pt x="73" y="257"/>
                </a:lnTo>
                <a:lnTo>
                  <a:pt x="73" y="258"/>
                </a:lnTo>
                <a:lnTo>
                  <a:pt x="72" y="257"/>
                </a:lnTo>
                <a:lnTo>
                  <a:pt x="72" y="258"/>
                </a:lnTo>
                <a:lnTo>
                  <a:pt x="71" y="258"/>
                </a:lnTo>
                <a:lnTo>
                  <a:pt x="71" y="260"/>
                </a:lnTo>
                <a:lnTo>
                  <a:pt x="71" y="261"/>
                </a:lnTo>
                <a:lnTo>
                  <a:pt x="70" y="262"/>
                </a:lnTo>
                <a:lnTo>
                  <a:pt x="70" y="263"/>
                </a:lnTo>
                <a:lnTo>
                  <a:pt x="70" y="264"/>
                </a:lnTo>
                <a:lnTo>
                  <a:pt x="69" y="264"/>
                </a:lnTo>
                <a:lnTo>
                  <a:pt x="68" y="264"/>
                </a:lnTo>
                <a:lnTo>
                  <a:pt x="68" y="265"/>
                </a:lnTo>
                <a:lnTo>
                  <a:pt x="68" y="266"/>
                </a:lnTo>
                <a:lnTo>
                  <a:pt x="67" y="267"/>
                </a:lnTo>
                <a:lnTo>
                  <a:pt x="66" y="267"/>
                </a:lnTo>
                <a:lnTo>
                  <a:pt x="65" y="267"/>
                </a:lnTo>
                <a:lnTo>
                  <a:pt x="64" y="267"/>
                </a:lnTo>
                <a:lnTo>
                  <a:pt x="64" y="268"/>
                </a:lnTo>
                <a:lnTo>
                  <a:pt x="63" y="268"/>
                </a:lnTo>
                <a:lnTo>
                  <a:pt x="63" y="267"/>
                </a:lnTo>
                <a:lnTo>
                  <a:pt x="63" y="266"/>
                </a:lnTo>
                <a:lnTo>
                  <a:pt x="62" y="266"/>
                </a:lnTo>
                <a:lnTo>
                  <a:pt x="62" y="265"/>
                </a:lnTo>
                <a:lnTo>
                  <a:pt x="60" y="265"/>
                </a:lnTo>
                <a:lnTo>
                  <a:pt x="60" y="266"/>
                </a:lnTo>
                <a:lnTo>
                  <a:pt x="60" y="267"/>
                </a:lnTo>
                <a:lnTo>
                  <a:pt x="59" y="267"/>
                </a:lnTo>
                <a:lnTo>
                  <a:pt x="58" y="267"/>
                </a:lnTo>
                <a:lnTo>
                  <a:pt x="58" y="266"/>
                </a:lnTo>
                <a:lnTo>
                  <a:pt x="57" y="266"/>
                </a:lnTo>
                <a:lnTo>
                  <a:pt x="56" y="266"/>
                </a:lnTo>
                <a:lnTo>
                  <a:pt x="56" y="267"/>
                </a:lnTo>
                <a:lnTo>
                  <a:pt x="55" y="266"/>
                </a:lnTo>
                <a:lnTo>
                  <a:pt x="54" y="266"/>
                </a:lnTo>
                <a:lnTo>
                  <a:pt x="53" y="265"/>
                </a:lnTo>
                <a:lnTo>
                  <a:pt x="52" y="265"/>
                </a:lnTo>
                <a:lnTo>
                  <a:pt x="51" y="265"/>
                </a:lnTo>
                <a:lnTo>
                  <a:pt x="50" y="264"/>
                </a:lnTo>
                <a:lnTo>
                  <a:pt x="49" y="264"/>
                </a:lnTo>
                <a:lnTo>
                  <a:pt x="48" y="265"/>
                </a:lnTo>
                <a:lnTo>
                  <a:pt x="47" y="264"/>
                </a:lnTo>
                <a:lnTo>
                  <a:pt x="46" y="265"/>
                </a:lnTo>
                <a:lnTo>
                  <a:pt x="46" y="266"/>
                </a:lnTo>
                <a:lnTo>
                  <a:pt x="45" y="267"/>
                </a:lnTo>
                <a:lnTo>
                  <a:pt x="45" y="268"/>
                </a:lnTo>
                <a:lnTo>
                  <a:pt x="44" y="269"/>
                </a:lnTo>
                <a:lnTo>
                  <a:pt x="43" y="270"/>
                </a:lnTo>
                <a:lnTo>
                  <a:pt x="43" y="271"/>
                </a:lnTo>
                <a:lnTo>
                  <a:pt x="42" y="271"/>
                </a:lnTo>
                <a:lnTo>
                  <a:pt x="41" y="273"/>
                </a:lnTo>
                <a:lnTo>
                  <a:pt x="41" y="274"/>
                </a:lnTo>
                <a:lnTo>
                  <a:pt x="42" y="274"/>
                </a:lnTo>
                <a:lnTo>
                  <a:pt x="42" y="275"/>
                </a:lnTo>
                <a:lnTo>
                  <a:pt x="42" y="276"/>
                </a:lnTo>
                <a:lnTo>
                  <a:pt x="42" y="277"/>
                </a:lnTo>
                <a:lnTo>
                  <a:pt x="41" y="278"/>
                </a:lnTo>
                <a:lnTo>
                  <a:pt x="40" y="278"/>
                </a:lnTo>
                <a:lnTo>
                  <a:pt x="40" y="279"/>
                </a:lnTo>
                <a:lnTo>
                  <a:pt x="40" y="278"/>
                </a:lnTo>
                <a:lnTo>
                  <a:pt x="39" y="278"/>
                </a:lnTo>
                <a:lnTo>
                  <a:pt x="38" y="278"/>
                </a:lnTo>
                <a:lnTo>
                  <a:pt x="38" y="277"/>
                </a:lnTo>
                <a:lnTo>
                  <a:pt x="38" y="278"/>
                </a:lnTo>
                <a:lnTo>
                  <a:pt x="37" y="278"/>
                </a:lnTo>
                <a:lnTo>
                  <a:pt x="36" y="278"/>
                </a:lnTo>
                <a:lnTo>
                  <a:pt x="36" y="277"/>
                </a:lnTo>
                <a:lnTo>
                  <a:pt x="35" y="277"/>
                </a:lnTo>
                <a:lnTo>
                  <a:pt x="34" y="277"/>
                </a:lnTo>
                <a:lnTo>
                  <a:pt x="33" y="277"/>
                </a:lnTo>
                <a:lnTo>
                  <a:pt x="32" y="277"/>
                </a:lnTo>
                <a:lnTo>
                  <a:pt x="31" y="277"/>
                </a:lnTo>
                <a:lnTo>
                  <a:pt x="30" y="277"/>
                </a:lnTo>
                <a:lnTo>
                  <a:pt x="28" y="278"/>
                </a:lnTo>
                <a:lnTo>
                  <a:pt x="27" y="278"/>
                </a:lnTo>
                <a:lnTo>
                  <a:pt x="26" y="277"/>
                </a:lnTo>
                <a:lnTo>
                  <a:pt x="24" y="277"/>
                </a:lnTo>
                <a:lnTo>
                  <a:pt x="24" y="278"/>
                </a:lnTo>
                <a:lnTo>
                  <a:pt x="23" y="278"/>
                </a:lnTo>
                <a:lnTo>
                  <a:pt x="23" y="277"/>
                </a:lnTo>
                <a:lnTo>
                  <a:pt x="22" y="277"/>
                </a:lnTo>
                <a:lnTo>
                  <a:pt x="22" y="276"/>
                </a:lnTo>
                <a:lnTo>
                  <a:pt x="21" y="276"/>
                </a:lnTo>
                <a:lnTo>
                  <a:pt x="20" y="276"/>
                </a:lnTo>
                <a:lnTo>
                  <a:pt x="19" y="276"/>
                </a:lnTo>
                <a:lnTo>
                  <a:pt x="19" y="275"/>
                </a:lnTo>
                <a:lnTo>
                  <a:pt x="19" y="274"/>
                </a:lnTo>
                <a:lnTo>
                  <a:pt x="19" y="273"/>
                </a:lnTo>
                <a:lnTo>
                  <a:pt x="18" y="273"/>
                </a:lnTo>
                <a:lnTo>
                  <a:pt x="18" y="272"/>
                </a:lnTo>
                <a:lnTo>
                  <a:pt x="17" y="272"/>
                </a:lnTo>
                <a:lnTo>
                  <a:pt x="16" y="272"/>
                </a:lnTo>
                <a:lnTo>
                  <a:pt x="15" y="271"/>
                </a:lnTo>
                <a:lnTo>
                  <a:pt x="14" y="270"/>
                </a:lnTo>
                <a:lnTo>
                  <a:pt x="15" y="270"/>
                </a:lnTo>
                <a:lnTo>
                  <a:pt x="15" y="269"/>
                </a:lnTo>
                <a:lnTo>
                  <a:pt x="15" y="268"/>
                </a:lnTo>
                <a:lnTo>
                  <a:pt x="14" y="268"/>
                </a:lnTo>
                <a:lnTo>
                  <a:pt x="14" y="267"/>
                </a:lnTo>
                <a:lnTo>
                  <a:pt x="13" y="267"/>
                </a:lnTo>
                <a:lnTo>
                  <a:pt x="13" y="266"/>
                </a:lnTo>
                <a:lnTo>
                  <a:pt x="13" y="265"/>
                </a:lnTo>
                <a:lnTo>
                  <a:pt x="14" y="264"/>
                </a:lnTo>
                <a:lnTo>
                  <a:pt x="14" y="263"/>
                </a:lnTo>
                <a:lnTo>
                  <a:pt x="14" y="262"/>
                </a:lnTo>
                <a:lnTo>
                  <a:pt x="14" y="261"/>
                </a:lnTo>
                <a:lnTo>
                  <a:pt x="14" y="260"/>
                </a:lnTo>
                <a:lnTo>
                  <a:pt x="14" y="259"/>
                </a:lnTo>
                <a:lnTo>
                  <a:pt x="15" y="259"/>
                </a:lnTo>
                <a:lnTo>
                  <a:pt x="15" y="258"/>
                </a:lnTo>
                <a:lnTo>
                  <a:pt x="15" y="257"/>
                </a:lnTo>
                <a:lnTo>
                  <a:pt x="15" y="256"/>
                </a:lnTo>
                <a:lnTo>
                  <a:pt x="15" y="255"/>
                </a:lnTo>
                <a:lnTo>
                  <a:pt x="14" y="255"/>
                </a:lnTo>
                <a:lnTo>
                  <a:pt x="13" y="255"/>
                </a:lnTo>
                <a:lnTo>
                  <a:pt x="13" y="256"/>
                </a:lnTo>
                <a:lnTo>
                  <a:pt x="12" y="256"/>
                </a:lnTo>
                <a:lnTo>
                  <a:pt x="12" y="255"/>
                </a:lnTo>
                <a:lnTo>
                  <a:pt x="11" y="255"/>
                </a:lnTo>
                <a:lnTo>
                  <a:pt x="11" y="254"/>
                </a:lnTo>
                <a:lnTo>
                  <a:pt x="11" y="253"/>
                </a:lnTo>
                <a:lnTo>
                  <a:pt x="10" y="253"/>
                </a:lnTo>
                <a:lnTo>
                  <a:pt x="10" y="252"/>
                </a:lnTo>
                <a:lnTo>
                  <a:pt x="10" y="251"/>
                </a:lnTo>
                <a:lnTo>
                  <a:pt x="10" y="250"/>
                </a:lnTo>
                <a:lnTo>
                  <a:pt x="9" y="249"/>
                </a:lnTo>
                <a:lnTo>
                  <a:pt x="9" y="248"/>
                </a:lnTo>
                <a:lnTo>
                  <a:pt x="9" y="247"/>
                </a:lnTo>
                <a:lnTo>
                  <a:pt x="9" y="245"/>
                </a:lnTo>
                <a:lnTo>
                  <a:pt x="10" y="245"/>
                </a:lnTo>
                <a:lnTo>
                  <a:pt x="11" y="244"/>
                </a:lnTo>
                <a:lnTo>
                  <a:pt x="10" y="243"/>
                </a:lnTo>
                <a:lnTo>
                  <a:pt x="11" y="243"/>
                </a:lnTo>
                <a:lnTo>
                  <a:pt x="12" y="243"/>
                </a:lnTo>
                <a:lnTo>
                  <a:pt x="13" y="242"/>
                </a:lnTo>
                <a:lnTo>
                  <a:pt x="14" y="242"/>
                </a:lnTo>
                <a:lnTo>
                  <a:pt x="15" y="242"/>
                </a:lnTo>
                <a:lnTo>
                  <a:pt x="15" y="241"/>
                </a:lnTo>
                <a:lnTo>
                  <a:pt x="16" y="241"/>
                </a:lnTo>
                <a:lnTo>
                  <a:pt x="15" y="240"/>
                </a:lnTo>
                <a:lnTo>
                  <a:pt x="15" y="239"/>
                </a:lnTo>
                <a:lnTo>
                  <a:pt x="14" y="238"/>
                </a:lnTo>
                <a:lnTo>
                  <a:pt x="14" y="237"/>
                </a:lnTo>
                <a:lnTo>
                  <a:pt x="14" y="236"/>
                </a:lnTo>
                <a:lnTo>
                  <a:pt x="15" y="236"/>
                </a:lnTo>
                <a:lnTo>
                  <a:pt x="15" y="235"/>
                </a:lnTo>
                <a:lnTo>
                  <a:pt x="15" y="234"/>
                </a:lnTo>
                <a:lnTo>
                  <a:pt x="15" y="233"/>
                </a:lnTo>
                <a:lnTo>
                  <a:pt x="14" y="232"/>
                </a:lnTo>
                <a:lnTo>
                  <a:pt x="13" y="232"/>
                </a:lnTo>
                <a:lnTo>
                  <a:pt x="13" y="231"/>
                </a:lnTo>
                <a:lnTo>
                  <a:pt x="13" y="230"/>
                </a:lnTo>
                <a:lnTo>
                  <a:pt x="13" y="229"/>
                </a:lnTo>
                <a:lnTo>
                  <a:pt x="12" y="229"/>
                </a:lnTo>
                <a:lnTo>
                  <a:pt x="12" y="228"/>
                </a:lnTo>
                <a:lnTo>
                  <a:pt x="11" y="227"/>
                </a:lnTo>
                <a:lnTo>
                  <a:pt x="11" y="226"/>
                </a:lnTo>
                <a:lnTo>
                  <a:pt x="11" y="225"/>
                </a:lnTo>
                <a:lnTo>
                  <a:pt x="10" y="225"/>
                </a:lnTo>
                <a:lnTo>
                  <a:pt x="10" y="224"/>
                </a:lnTo>
                <a:lnTo>
                  <a:pt x="9" y="224"/>
                </a:lnTo>
                <a:lnTo>
                  <a:pt x="9" y="223"/>
                </a:lnTo>
                <a:lnTo>
                  <a:pt x="8" y="223"/>
                </a:lnTo>
                <a:lnTo>
                  <a:pt x="7" y="223"/>
                </a:lnTo>
                <a:lnTo>
                  <a:pt x="6" y="223"/>
                </a:lnTo>
                <a:lnTo>
                  <a:pt x="5" y="224"/>
                </a:lnTo>
                <a:lnTo>
                  <a:pt x="4" y="225"/>
                </a:lnTo>
                <a:lnTo>
                  <a:pt x="4" y="226"/>
                </a:lnTo>
                <a:lnTo>
                  <a:pt x="2" y="227"/>
                </a:lnTo>
                <a:lnTo>
                  <a:pt x="1" y="227"/>
                </a:lnTo>
                <a:lnTo>
                  <a:pt x="2" y="226"/>
                </a:lnTo>
                <a:lnTo>
                  <a:pt x="2" y="225"/>
                </a:lnTo>
                <a:lnTo>
                  <a:pt x="2" y="224"/>
                </a:lnTo>
                <a:lnTo>
                  <a:pt x="1" y="224"/>
                </a:lnTo>
                <a:lnTo>
                  <a:pt x="0" y="224"/>
                </a:lnTo>
                <a:lnTo>
                  <a:pt x="0" y="223"/>
                </a:lnTo>
                <a:lnTo>
                  <a:pt x="0" y="222"/>
                </a:lnTo>
                <a:lnTo>
                  <a:pt x="0" y="221"/>
                </a:lnTo>
                <a:lnTo>
                  <a:pt x="0" y="220"/>
                </a:lnTo>
                <a:lnTo>
                  <a:pt x="1" y="220"/>
                </a:lnTo>
                <a:lnTo>
                  <a:pt x="2" y="221"/>
                </a:lnTo>
                <a:lnTo>
                  <a:pt x="3" y="221"/>
                </a:lnTo>
                <a:lnTo>
                  <a:pt x="4" y="221"/>
                </a:lnTo>
                <a:lnTo>
                  <a:pt x="5" y="221"/>
                </a:lnTo>
                <a:lnTo>
                  <a:pt x="5" y="220"/>
                </a:lnTo>
                <a:lnTo>
                  <a:pt x="4" y="220"/>
                </a:lnTo>
                <a:lnTo>
                  <a:pt x="4" y="219"/>
                </a:lnTo>
                <a:lnTo>
                  <a:pt x="4" y="218"/>
                </a:lnTo>
                <a:lnTo>
                  <a:pt x="4" y="219"/>
                </a:lnTo>
                <a:lnTo>
                  <a:pt x="3" y="219"/>
                </a:lnTo>
                <a:lnTo>
                  <a:pt x="2" y="218"/>
                </a:lnTo>
                <a:lnTo>
                  <a:pt x="1" y="218"/>
                </a:lnTo>
                <a:lnTo>
                  <a:pt x="2" y="217"/>
                </a:lnTo>
                <a:lnTo>
                  <a:pt x="2" y="216"/>
                </a:lnTo>
                <a:lnTo>
                  <a:pt x="3" y="216"/>
                </a:lnTo>
                <a:lnTo>
                  <a:pt x="3" y="215"/>
                </a:lnTo>
                <a:lnTo>
                  <a:pt x="3" y="216"/>
                </a:lnTo>
                <a:lnTo>
                  <a:pt x="3" y="215"/>
                </a:lnTo>
                <a:lnTo>
                  <a:pt x="4" y="215"/>
                </a:lnTo>
                <a:lnTo>
                  <a:pt x="5" y="215"/>
                </a:lnTo>
                <a:lnTo>
                  <a:pt x="6" y="215"/>
                </a:lnTo>
                <a:lnTo>
                  <a:pt x="6" y="214"/>
                </a:lnTo>
                <a:lnTo>
                  <a:pt x="6" y="215"/>
                </a:lnTo>
                <a:lnTo>
                  <a:pt x="7" y="214"/>
                </a:lnTo>
                <a:lnTo>
                  <a:pt x="7" y="215"/>
                </a:lnTo>
                <a:lnTo>
                  <a:pt x="8" y="215"/>
                </a:lnTo>
                <a:lnTo>
                  <a:pt x="8" y="214"/>
                </a:lnTo>
                <a:lnTo>
                  <a:pt x="9" y="214"/>
                </a:lnTo>
                <a:lnTo>
                  <a:pt x="10" y="214"/>
                </a:lnTo>
                <a:lnTo>
                  <a:pt x="10" y="213"/>
                </a:lnTo>
                <a:lnTo>
                  <a:pt x="9" y="213"/>
                </a:lnTo>
                <a:lnTo>
                  <a:pt x="9" y="212"/>
                </a:lnTo>
                <a:lnTo>
                  <a:pt x="9" y="211"/>
                </a:lnTo>
                <a:lnTo>
                  <a:pt x="10" y="212"/>
                </a:lnTo>
                <a:lnTo>
                  <a:pt x="10" y="211"/>
                </a:lnTo>
                <a:lnTo>
                  <a:pt x="11" y="211"/>
                </a:lnTo>
                <a:lnTo>
                  <a:pt x="11" y="210"/>
                </a:lnTo>
                <a:lnTo>
                  <a:pt x="11" y="209"/>
                </a:lnTo>
                <a:lnTo>
                  <a:pt x="12" y="209"/>
                </a:lnTo>
                <a:lnTo>
                  <a:pt x="12" y="208"/>
                </a:lnTo>
                <a:lnTo>
                  <a:pt x="13" y="208"/>
                </a:lnTo>
                <a:lnTo>
                  <a:pt x="13" y="206"/>
                </a:lnTo>
                <a:lnTo>
                  <a:pt x="14" y="206"/>
                </a:lnTo>
                <a:lnTo>
                  <a:pt x="15" y="205"/>
                </a:lnTo>
                <a:lnTo>
                  <a:pt x="15" y="204"/>
                </a:lnTo>
                <a:lnTo>
                  <a:pt x="16" y="204"/>
                </a:lnTo>
                <a:lnTo>
                  <a:pt x="16" y="203"/>
                </a:lnTo>
                <a:lnTo>
                  <a:pt x="17" y="203"/>
                </a:lnTo>
                <a:lnTo>
                  <a:pt x="16" y="202"/>
                </a:lnTo>
                <a:lnTo>
                  <a:pt x="17" y="202"/>
                </a:lnTo>
                <a:lnTo>
                  <a:pt x="17" y="203"/>
                </a:lnTo>
                <a:lnTo>
                  <a:pt x="18" y="203"/>
                </a:lnTo>
                <a:lnTo>
                  <a:pt x="18" y="202"/>
                </a:lnTo>
                <a:lnTo>
                  <a:pt x="17" y="201"/>
                </a:lnTo>
                <a:lnTo>
                  <a:pt x="18" y="201"/>
                </a:lnTo>
                <a:lnTo>
                  <a:pt x="19" y="201"/>
                </a:lnTo>
                <a:lnTo>
                  <a:pt x="21" y="201"/>
                </a:lnTo>
                <a:lnTo>
                  <a:pt x="21" y="200"/>
                </a:lnTo>
                <a:lnTo>
                  <a:pt x="21" y="199"/>
                </a:lnTo>
                <a:lnTo>
                  <a:pt x="22" y="199"/>
                </a:lnTo>
                <a:lnTo>
                  <a:pt x="23" y="199"/>
                </a:lnTo>
                <a:lnTo>
                  <a:pt x="23" y="198"/>
                </a:lnTo>
                <a:lnTo>
                  <a:pt x="23" y="197"/>
                </a:lnTo>
                <a:lnTo>
                  <a:pt x="24" y="196"/>
                </a:lnTo>
                <a:lnTo>
                  <a:pt x="24" y="195"/>
                </a:lnTo>
                <a:lnTo>
                  <a:pt x="24" y="194"/>
                </a:lnTo>
                <a:lnTo>
                  <a:pt x="25" y="194"/>
                </a:lnTo>
                <a:lnTo>
                  <a:pt x="25" y="193"/>
                </a:lnTo>
                <a:lnTo>
                  <a:pt x="26" y="193"/>
                </a:lnTo>
                <a:lnTo>
                  <a:pt x="27" y="193"/>
                </a:lnTo>
                <a:lnTo>
                  <a:pt x="27" y="192"/>
                </a:lnTo>
                <a:lnTo>
                  <a:pt x="27" y="190"/>
                </a:lnTo>
                <a:lnTo>
                  <a:pt x="27" y="189"/>
                </a:lnTo>
                <a:lnTo>
                  <a:pt x="27" y="188"/>
                </a:lnTo>
                <a:lnTo>
                  <a:pt x="28" y="188"/>
                </a:lnTo>
                <a:lnTo>
                  <a:pt x="28" y="187"/>
                </a:lnTo>
                <a:lnTo>
                  <a:pt x="28" y="186"/>
                </a:lnTo>
                <a:lnTo>
                  <a:pt x="29" y="186"/>
                </a:lnTo>
                <a:lnTo>
                  <a:pt x="29" y="184"/>
                </a:lnTo>
                <a:lnTo>
                  <a:pt x="29" y="183"/>
                </a:lnTo>
                <a:lnTo>
                  <a:pt x="29" y="182"/>
                </a:lnTo>
                <a:lnTo>
                  <a:pt x="30" y="182"/>
                </a:lnTo>
                <a:lnTo>
                  <a:pt x="30" y="183"/>
                </a:lnTo>
                <a:lnTo>
                  <a:pt x="31" y="184"/>
                </a:lnTo>
                <a:lnTo>
                  <a:pt x="32" y="184"/>
                </a:lnTo>
                <a:lnTo>
                  <a:pt x="31" y="184"/>
                </a:lnTo>
                <a:lnTo>
                  <a:pt x="32" y="184"/>
                </a:lnTo>
                <a:lnTo>
                  <a:pt x="32" y="185"/>
                </a:lnTo>
                <a:lnTo>
                  <a:pt x="33" y="185"/>
                </a:lnTo>
                <a:lnTo>
                  <a:pt x="34" y="185"/>
                </a:lnTo>
                <a:lnTo>
                  <a:pt x="35" y="184"/>
                </a:lnTo>
                <a:lnTo>
                  <a:pt x="36" y="184"/>
                </a:lnTo>
                <a:lnTo>
                  <a:pt x="37" y="184"/>
                </a:lnTo>
                <a:lnTo>
                  <a:pt x="37" y="185"/>
                </a:lnTo>
                <a:lnTo>
                  <a:pt x="37" y="186"/>
                </a:lnTo>
                <a:lnTo>
                  <a:pt x="37" y="188"/>
                </a:lnTo>
                <a:lnTo>
                  <a:pt x="37" y="189"/>
                </a:lnTo>
                <a:lnTo>
                  <a:pt x="37" y="190"/>
                </a:lnTo>
                <a:lnTo>
                  <a:pt x="38" y="190"/>
                </a:lnTo>
                <a:lnTo>
                  <a:pt x="39" y="191"/>
                </a:lnTo>
                <a:lnTo>
                  <a:pt x="40" y="191"/>
                </a:lnTo>
                <a:lnTo>
                  <a:pt x="41" y="192"/>
                </a:lnTo>
                <a:lnTo>
                  <a:pt x="42" y="193"/>
                </a:lnTo>
                <a:lnTo>
                  <a:pt x="43" y="193"/>
                </a:lnTo>
                <a:lnTo>
                  <a:pt x="43" y="194"/>
                </a:lnTo>
                <a:lnTo>
                  <a:pt x="44" y="194"/>
                </a:lnTo>
                <a:lnTo>
                  <a:pt x="45" y="193"/>
                </a:lnTo>
                <a:lnTo>
                  <a:pt x="46" y="193"/>
                </a:lnTo>
                <a:lnTo>
                  <a:pt x="46" y="194"/>
                </a:lnTo>
                <a:lnTo>
                  <a:pt x="47" y="194"/>
                </a:lnTo>
                <a:lnTo>
                  <a:pt x="47" y="195"/>
                </a:lnTo>
                <a:lnTo>
                  <a:pt x="47" y="196"/>
                </a:lnTo>
                <a:lnTo>
                  <a:pt x="47" y="197"/>
                </a:lnTo>
                <a:lnTo>
                  <a:pt x="48" y="197"/>
                </a:lnTo>
                <a:lnTo>
                  <a:pt x="48" y="198"/>
                </a:lnTo>
                <a:lnTo>
                  <a:pt x="49" y="199"/>
                </a:lnTo>
                <a:lnTo>
                  <a:pt x="50" y="200"/>
                </a:lnTo>
                <a:lnTo>
                  <a:pt x="51" y="201"/>
                </a:lnTo>
                <a:lnTo>
                  <a:pt x="52" y="200"/>
                </a:lnTo>
                <a:lnTo>
                  <a:pt x="53" y="199"/>
                </a:lnTo>
                <a:lnTo>
                  <a:pt x="53" y="198"/>
                </a:lnTo>
                <a:lnTo>
                  <a:pt x="54" y="199"/>
                </a:lnTo>
                <a:lnTo>
                  <a:pt x="55" y="199"/>
                </a:lnTo>
                <a:lnTo>
                  <a:pt x="55" y="198"/>
                </a:lnTo>
                <a:lnTo>
                  <a:pt x="55" y="197"/>
                </a:lnTo>
                <a:lnTo>
                  <a:pt x="56" y="198"/>
                </a:lnTo>
                <a:lnTo>
                  <a:pt x="57" y="198"/>
                </a:lnTo>
                <a:lnTo>
                  <a:pt x="58" y="197"/>
                </a:lnTo>
                <a:lnTo>
                  <a:pt x="59" y="196"/>
                </a:lnTo>
                <a:lnTo>
                  <a:pt x="58" y="195"/>
                </a:lnTo>
                <a:lnTo>
                  <a:pt x="58" y="194"/>
                </a:lnTo>
                <a:lnTo>
                  <a:pt x="58" y="193"/>
                </a:lnTo>
                <a:lnTo>
                  <a:pt x="59" y="192"/>
                </a:lnTo>
                <a:lnTo>
                  <a:pt x="60" y="191"/>
                </a:lnTo>
                <a:lnTo>
                  <a:pt x="61" y="190"/>
                </a:lnTo>
                <a:lnTo>
                  <a:pt x="63" y="188"/>
                </a:lnTo>
                <a:lnTo>
                  <a:pt x="63" y="187"/>
                </a:lnTo>
                <a:lnTo>
                  <a:pt x="64" y="186"/>
                </a:lnTo>
                <a:lnTo>
                  <a:pt x="65" y="186"/>
                </a:lnTo>
                <a:lnTo>
                  <a:pt x="66" y="184"/>
                </a:lnTo>
                <a:lnTo>
                  <a:pt x="66" y="183"/>
                </a:lnTo>
                <a:lnTo>
                  <a:pt x="66" y="182"/>
                </a:lnTo>
                <a:lnTo>
                  <a:pt x="66" y="181"/>
                </a:lnTo>
                <a:lnTo>
                  <a:pt x="67" y="180"/>
                </a:lnTo>
                <a:lnTo>
                  <a:pt x="68" y="180"/>
                </a:lnTo>
                <a:lnTo>
                  <a:pt x="69" y="181"/>
                </a:lnTo>
                <a:lnTo>
                  <a:pt x="69" y="180"/>
                </a:lnTo>
                <a:lnTo>
                  <a:pt x="70" y="181"/>
                </a:lnTo>
                <a:lnTo>
                  <a:pt x="71" y="181"/>
                </a:lnTo>
                <a:lnTo>
                  <a:pt x="72" y="181"/>
                </a:lnTo>
                <a:lnTo>
                  <a:pt x="73" y="181"/>
                </a:lnTo>
                <a:lnTo>
                  <a:pt x="73" y="182"/>
                </a:lnTo>
                <a:lnTo>
                  <a:pt x="72" y="182"/>
                </a:lnTo>
                <a:lnTo>
                  <a:pt x="73" y="183"/>
                </a:lnTo>
                <a:lnTo>
                  <a:pt x="74" y="183"/>
                </a:lnTo>
                <a:lnTo>
                  <a:pt x="74" y="184"/>
                </a:lnTo>
                <a:lnTo>
                  <a:pt x="77" y="185"/>
                </a:lnTo>
                <a:lnTo>
                  <a:pt x="79" y="186"/>
                </a:lnTo>
                <a:lnTo>
                  <a:pt x="80" y="186"/>
                </a:lnTo>
                <a:lnTo>
                  <a:pt x="80" y="187"/>
                </a:lnTo>
                <a:lnTo>
                  <a:pt x="81" y="187"/>
                </a:lnTo>
                <a:lnTo>
                  <a:pt x="82" y="187"/>
                </a:lnTo>
                <a:lnTo>
                  <a:pt x="82" y="188"/>
                </a:lnTo>
                <a:lnTo>
                  <a:pt x="81" y="188"/>
                </a:lnTo>
                <a:lnTo>
                  <a:pt x="81" y="189"/>
                </a:lnTo>
                <a:lnTo>
                  <a:pt x="83" y="192"/>
                </a:lnTo>
                <a:lnTo>
                  <a:pt x="84" y="193"/>
                </a:lnTo>
                <a:lnTo>
                  <a:pt x="84" y="194"/>
                </a:lnTo>
                <a:lnTo>
                  <a:pt x="84" y="195"/>
                </a:lnTo>
                <a:lnTo>
                  <a:pt x="85" y="194"/>
                </a:lnTo>
                <a:lnTo>
                  <a:pt x="86" y="194"/>
                </a:lnTo>
                <a:lnTo>
                  <a:pt x="87" y="194"/>
                </a:lnTo>
                <a:lnTo>
                  <a:pt x="88" y="195"/>
                </a:lnTo>
                <a:lnTo>
                  <a:pt x="89" y="195"/>
                </a:lnTo>
                <a:lnTo>
                  <a:pt x="91" y="196"/>
                </a:lnTo>
                <a:lnTo>
                  <a:pt x="91" y="197"/>
                </a:lnTo>
                <a:lnTo>
                  <a:pt x="92" y="197"/>
                </a:lnTo>
                <a:lnTo>
                  <a:pt x="93" y="195"/>
                </a:lnTo>
                <a:lnTo>
                  <a:pt x="95" y="195"/>
                </a:lnTo>
                <a:lnTo>
                  <a:pt x="96" y="195"/>
                </a:lnTo>
                <a:lnTo>
                  <a:pt x="97" y="195"/>
                </a:lnTo>
                <a:lnTo>
                  <a:pt x="98" y="194"/>
                </a:lnTo>
                <a:lnTo>
                  <a:pt x="100" y="193"/>
                </a:lnTo>
                <a:lnTo>
                  <a:pt x="102" y="193"/>
                </a:lnTo>
                <a:lnTo>
                  <a:pt x="103" y="193"/>
                </a:lnTo>
                <a:lnTo>
                  <a:pt x="104" y="193"/>
                </a:lnTo>
                <a:lnTo>
                  <a:pt x="105" y="194"/>
                </a:lnTo>
                <a:lnTo>
                  <a:pt x="106" y="195"/>
                </a:lnTo>
                <a:lnTo>
                  <a:pt x="107" y="195"/>
                </a:lnTo>
                <a:lnTo>
                  <a:pt x="109" y="193"/>
                </a:lnTo>
                <a:lnTo>
                  <a:pt x="109" y="192"/>
                </a:lnTo>
                <a:lnTo>
                  <a:pt x="111" y="192"/>
                </a:lnTo>
                <a:lnTo>
                  <a:pt x="111" y="193"/>
                </a:lnTo>
                <a:lnTo>
                  <a:pt x="113" y="193"/>
                </a:lnTo>
                <a:lnTo>
                  <a:pt x="113" y="194"/>
                </a:lnTo>
                <a:lnTo>
                  <a:pt x="113" y="197"/>
                </a:lnTo>
                <a:lnTo>
                  <a:pt x="115" y="198"/>
                </a:lnTo>
                <a:lnTo>
                  <a:pt x="116" y="198"/>
                </a:lnTo>
                <a:lnTo>
                  <a:pt x="116" y="197"/>
                </a:lnTo>
                <a:lnTo>
                  <a:pt x="116" y="198"/>
                </a:lnTo>
                <a:lnTo>
                  <a:pt x="117" y="197"/>
                </a:lnTo>
                <a:lnTo>
                  <a:pt x="118" y="197"/>
                </a:lnTo>
                <a:lnTo>
                  <a:pt x="118" y="196"/>
                </a:lnTo>
                <a:lnTo>
                  <a:pt x="118" y="195"/>
                </a:lnTo>
                <a:lnTo>
                  <a:pt x="119" y="195"/>
                </a:lnTo>
                <a:lnTo>
                  <a:pt x="119" y="194"/>
                </a:lnTo>
                <a:lnTo>
                  <a:pt x="120" y="194"/>
                </a:lnTo>
                <a:lnTo>
                  <a:pt x="121" y="194"/>
                </a:lnTo>
                <a:lnTo>
                  <a:pt x="121" y="193"/>
                </a:lnTo>
                <a:lnTo>
                  <a:pt x="122" y="192"/>
                </a:lnTo>
                <a:lnTo>
                  <a:pt x="123" y="192"/>
                </a:lnTo>
                <a:lnTo>
                  <a:pt x="123" y="191"/>
                </a:lnTo>
                <a:lnTo>
                  <a:pt x="124" y="191"/>
                </a:lnTo>
                <a:lnTo>
                  <a:pt x="126" y="190"/>
                </a:lnTo>
                <a:lnTo>
                  <a:pt x="127" y="190"/>
                </a:lnTo>
                <a:lnTo>
                  <a:pt x="127" y="189"/>
                </a:lnTo>
                <a:lnTo>
                  <a:pt x="129" y="187"/>
                </a:lnTo>
                <a:lnTo>
                  <a:pt x="130" y="187"/>
                </a:lnTo>
                <a:lnTo>
                  <a:pt x="130" y="188"/>
                </a:lnTo>
                <a:lnTo>
                  <a:pt x="131" y="187"/>
                </a:lnTo>
                <a:lnTo>
                  <a:pt x="131" y="186"/>
                </a:lnTo>
                <a:lnTo>
                  <a:pt x="132" y="186"/>
                </a:lnTo>
                <a:lnTo>
                  <a:pt x="133" y="185"/>
                </a:lnTo>
                <a:lnTo>
                  <a:pt x="134" y="185"/>
                </a:lnTo>
                <a:lnTo>
                  <a:pt x="135" y="186"/>
                </a:lnTo>
                <a:lnTo>
                  <a:pt x="136" y="186"/>
                </a:lnTo>
                <a:lnTo>
                  <a:pt x="136" y="185"/>
                </a:lnTo>
                <a:lnTo>
                  <a:pt x="137" y="185"/>
                </a:lnTo>
                <a:lnTo>
                  <a:pt x="139" y="185"/>
                </a:lnTo>
                <a:lnTo>
                  <a:pt x="140" y="186"/>
                </a:lnTo>
                <a:lnTo>
                  <a:pt x="140" y="187"/>
                </a:lnTo>
                <a:lnTo>
                  <a:pt x="141" y="187"/>
                </a:lnTo>
                <a:lnTo>
                  <a:pt x="141" y="186"/>
                </a:lnTo>
                <a:lnTo>
                  <a:pt x="142" y="186"/>
                </a:lnTo>
                <a:lnTo>
                  <a:pt x="142" y="187"/>
                </a:lnTo>
                <a:lnTo>
                  <a:pt x="143" y="187"/>
                </a:lnTo>
                <a:lnTo>
                  <a:pt x="143" y="188"/>
                </a:lnTo>
                <a:lnTo>
                  <a:pt x="143" y="189"/>
                </a:lnTo>
                <a:lnTo>
                  <a:pt x="143" y="190"/>
                </a:lnTo>
                <a:lnTo>
                  <a:pt x="144" y="190"/>
                </a:lnTo>
                <a:lnTo>
                  <a:pt x="144" y="189"/>
                </a:lnTo>
                <a:lnTo>
                  <a:pt x="145" y="188"/>
                </a:lnTo>
                <a:lnTo>
                  <a:pt x="146" y="187"/>
                </a:lnTo>
                <a:lnTo>
                  <a:pt x="146" y="186"/>
                </a:lnTo>
                <a:lnTo>
                  <a:pt x="147" y="185"/>
                </a:lnTo>
                <a:lnTo>
                  <a:pt x="147" y="184"/>
                </a:lnTo>
                <a:lnTo>
                  <a:pt x="148" y="183"/>
                </a:lnTo>
                <a:lnTo>
                  <a:pt x="147" y="183"/>
                </a:lnTo>
                <a:lnTo>
                  <a:pt x="147" y="182"/>
                </a:lnTo>
                <a:lnTo>
                  <a:pt x="148" y="180"/>
                </a:lnTo>
                <a:lnTo>
                  <a:pt x="148" y="179"/>
                </a:lnTo>
                <a:lnTo>
                  <a:pt x="148" y="178"/>
                </a:lnTo>
                <a:lnTo>
                  <a:pt x="149" y="178"/>
                </a:lnTo>
                <a:lnTo>
                  <a:pt x="149" y="176"/>
                </a:lnTo>
                <a:lnTo>
                  <a:pt x="150" y="176"/>
                </a:lnTo>
                <a:lnTo>
                  <a:pt x="150" y="175"/>
                </a:lnTo>
                <a:lnTo>
                  <a:pt x="150" y="174"/>
                </a:lnTo>
                <a:lnTo>
                  <a:pt x="149" y="173"/>
                </a:lnTo>
                <a:lnTo>
                  <a:pt x="149" y="172"/>
                </a:lnTo>
                <a:lnTo>
                  <a:pt x="148" y="173"/>
                </a:lnTo>
                <a:lnTo>
                  <a:pt x="148" y="172"/>
                </a:lnTo>
                <a:lnTo>
                  <a:pt x="147" y="172"/>
                </a:lnTo>
                <a:lnTo>
                  <a:pt x="148" y="172"/>
                </a:lnTo>
                <a:lnTo>
                  <a:pt x="148" y="171"/>
                </a:lnTo>
                <a:lnTo>
                  <a:pt x="149" y="170"/>
                </a:lnTo>
                <a:lnTo>
                  <a:pt x="148" y="169"/>
                </a:lnTo>
                <a:lnTo>
                  <a:pt x="149" y="169"/>
                </a:lnTo>
                <a:lnTo>
                  <a:pt x="150" y="168"/>
                </a:lnTo>
                <a:lnTo>
                  <a:pt x="151" y="168"/>
                </a:lnTo>
                <a:lnTo>
                  <a:pt x="152" y="167"/>
                </a:lnTo>
                <a:lnTo>
                  <a:pt x="153" y="166"/>
                </a:lnTo>
                <a:lnTo>
                  <a:pt x="154" y="166"/>
                </a:lnTo>
                <a:lnTo>
                  <a:pt x="154" y="165"/>
                </a:lnTo>
                <a:lnTo>
                  <a:pt x="154" y="164"/>
                </a:lnTo>
                <a:lnTo>
                  <a:pt x="153" y="163"/>
                </a:lnTo>
                <a:lnTo>
                  <a:pt x="154" y="162"/>
                </a:lnTo>
                <a:lnTo>
                  <a:pt x="154" y="161"/>
                </a:lnTo>
                <a:lnTo>
                  <a:pt x="154" y="160"/>
                </a:lnTo>
                <a:lnTo>
                  <a:pt x="154" y="159"/>
                </a:lnTo>
                <a:lnTo>
                  <a:pt x="153" y="158"/>
                </a:lnTo>
                <a:lnTo>
                  <a:pt x="154" y="157"/>
                </a:lnTo>
                <a:lnTo>
                  <a:pt x="154" y="156"/>
                </a:lnTo>
                <a:lnTo>
                  <a:pt x="155" y="155"/>
                </a:lnTo>
                <a:lnTo>
                  <a:pt x="156" y="154"/>
                </a:lnTo>
                <a:lnTo>
                  <a:pt x="157" y="154"/>
                </a:lnTo>
                <a:lnTo>
                  <a:pt x="157" y="153"/>
                </a:lnTo>
                <a:lnTo>
                  <a:pt x="158" y="152"/>
                </a:lnTo>
                <a:lnTo>
                  <a:pt x="158" y="151"/>
                </a:lnTo>
                <a:lnTo>
                  <a:pt x="160" y="151"/>
                </a:lnTo>
                <a:lnTo>
                  <a:pt x="161" y="151"/>
                </a:lnTo>
                <a:lnTo>
                  <a:pt x="162" y="151"/>
                </a:lnTo>
                <a:lnTo>
                  <a:pt x="162" y="150"/>
                </a:lnTo>
                <a:lnTo>
                  <a:pt x="163" y="150"/>
                </a:lnTo>
                <a:lnTo>
                  <a:pt x="164" y="150"/>
                </a:lnTo>
                <a:lnTo>
                  <a:pt x="165" y="150"/>
                </a:lnTo>
                <a:lnTo>
                  <a:pt x="166" y="149"/>
                </a:lnTo>
                <a:lnTo>
                  <a:pt x="167" y="149"/>
                </a:lnTo>
                <a:lnTo>
                  <a:pt x="168" y="149"/>
                </a:lnTo>
                <a:lnTo>
                  <a:pt x="169" y="149"/>
                </a:lnTo>
                <a:lnTo>
                  <a:pt x="170" y="149"/>
                </a:lnTo>
                <a:lnTo>
                  <a:pt x="171" y="149"/>
                </a:lnTo>
                <a:lnTo>
                  <a:pt x="172" y="149"/>
                </a:lnTo>
                <a:lnTo>
                  <a:pt x="173" y="150"/>
                </a:lnTo>
                <a:lnTo>
                  <a:pt x="174" y="150"/>
                </a:lnTo>
                <a:lnTo>
                  <a:pt x="175" y="151"/>
                </a:lnTo>
                <a:lnTo>
                  <a:pt x="175" y="152"/>
                </a:lnTo>
                <a:lnTo>
                  <a:pt x="175" y="153"/>
                </a:lnTo>
                <a:lnTo>
                  <a:pt x="176" y="153"/>
                </a:lnTo>
                <a:lnTo>
                  <a:pt x="176" y="154"/>
                </a:lnTo>
                <a:lnTo>
                  <a:pt x="177" y="154"/>
                </a:lnTo>
                <a:lnTo>
                  <a:pt x="178" y="154"/>
                </a:lnTo>
                <a:lnTo>
                  <a:pt x="179" y="154"/>
                </a:lnTo>
                <a:lnTo>
                  <a:pt x="180" y="154"/>
                </a:lnTo>
                <a:lnTo>
                  <a:pt x="181" y="155"/>
                </a:lnTo>
                <a:lnTo>
                  <a:pt x="181" y="156"/>
                </a:lnTo>
                <a:lnTo>
                  <a:pt x="181" y="157"/>
                </a:lnTo>
                <a:lnTo>
                  <a:pt x="182" y="157"/>
                </a:lnTo>
                <a:lnTo>
                  <a:pt x="182" y="158"/>
                </a:lnTo>
                <a:lnTo>
                  <a:pt x="183" y="158"/>
                </a:lnTo>
                <a:lnTo>
                  <a:pt x="182" y="159"/>
                </a:lnTo>
                <a:lnTo>
                  <a:pt x="183" y="160"/>
                </a:lnTo>
                <a:lnTo>
                  <a:pt x="184" y="161"/>
                </a:lnTo>
                <a:lnTo>
                  <a:pt x="185" y="160"/>
                </a:lnTo>
                <a:lnTo>
                  <a:pt x="185" y="159"/>
                </a:lnTo>
                <a:lnTo>
                  <a:pt x="186" y="158"/>
                </a:lnTo>
                <a:lnTo>
                  <a:pt x="187" y="158"/>
                </a:lnTo>
                <a:lnTo>
                  <a:pt x="188" y="158"/>
                </a:lnTo>
                <a:lnTo>
                  <a:pt x="188" y="159"/>
                </a:lnTo>
                <a:lnTo>
                  <a:pt x="190" y="159"/>
                </a:lnTo>
                <a:lnTo>
                  <a:pt x="191" y="158"/>
                </a:lnTo>
                <a:lnTo>
                  <a:pt x="191" y="157"/>
                </a:lnTo>
                <a:lnTo>
                  <a:pt x="191" y="156"/>
                </a:lnTo>
                <a:lnTo>
                  <a:pt x="192" y="156"/>
                </a:lnTo>
                <a:lnTo>
                  <a:pt x="192" y="155"/>
                </a:lnTo>
                <a:lnTo>
                  <a:pt x="193" y="155"/>
                </a:lnTo>
                <a:lnTo>
                  <a:pt x="194" y="155"/>
                </a:lnTo>
                <a:lnTo>
                  <a:pt x="195" y="155"/>
                </a:lnTo>
                <a:lnTo>
                  <a:pt x="196" y="155"/>
                </a:lnTo>
                <a:lnTo>
                  <a:pt x="197" y="154"/>
                </a:lnTo>
                <a:lnTo>
                  <a:pt x="198" y="155"/>
                </a:lnTo>
                <a:lnTo>
                  <a:pt x="199" y="155"/>
                </a:lnTo>
                <a:lnTo>
                  <a:pt x="200" y="155"/>
                </a:lnTo>
                <a:lnTo>
                  <a:pt x="201" y="155"/>
                </a:lnTo>
                <a:lnTo>
                  <a:pt x="202" y="156"/>
                </a:lnTo>
                <a:lnTo>
                  <a:pt x="203" y="156"/>
                </a:lnTo>
                <a:lnTo>
                  <a:pt x="204" y="155"/>
                </a:lnTo>
                <a:lnTo>
                  <a:pt x="205" y="154"/>
                </a:lnTo>
                <a:lnTo>
                  <a:pt x="205" y="153"/>
                </a:lnTo>
                <a:lnTo>
                  <a:pt x="206" y="152"/>
                </a:lnTo>
                <a:lnTo>
                  <a:pt x="206" y="153"/>
                </a:lnTo>
                <a:lnTo>
                  <a:pt x="207" y="153"/>
                </a:lnTo>
                <a:lnTo>
                  <a:pt x="208" y="152"/>
                </a:lnTo>
                <a:lnTo>
                  <a:pt x="209" y="152"/>
                </a:lnTo>
                <a:lnTo>
                  <a:pt x="210" y="151"/>
                </a:lnTo>
                <a:lnTo>
                  <a:pt x="210" y="152"/>
                </a:lnTo>
                <a:lnTo>
                  <a:pt x="210" y="153"/>
                </a:lnTo>
                <a:lnTo>
                  <a:pt x="210" y="154"/>
                </a:lnTo>
                <a:lnTo>
                  <a:pt x="211" y="153"/>
                </a:lnTo>
                <a:lnTo>
                  <a:pt x="212" y="153"/>
                </a:lnTo>
                <a:lnTo>
                  <a:pt x="214" y="152"/>
                </a:lnTo>
                <a:lnTo>
                  <a:pt x="215" y="152"/>
                </a:lnTo>
                <a:lnTo>
                  <a:pt x="215" y="151"/>
                </a:lnTo>
                <a:lnTo>
                  <a:pt x="216" y="151"/>
                </a:lnTo>
                <a:lnTo>
                  <a:pt x="217" y="152"/>
                </a:lnTo>
                <a:lnTo>
                  <a:pt x="218" y="152"/>
                </a:lnTo>
                <a:lnTo>
                  <a:pt x="219" y="151"/>
                </a:lnTo>
                <a:lnTo>
                  <a:pt x="220" y="151"/>
                </a:lnTo>
                <a:lnTo>
                  <a:pt x="221" y="150"/>
                </a:lnTo>
                <a:lnTo>
                  <a:pt x="222" y="150"/>
                </a:lnTo>
                <a:lnTo>
                  <a:pt x="222" y="149"/>
                </a:lnTo>
                <a:lnTo>
                  <a:pt x="222" y="148"/>
                </a:lnTo>
                <a:lnTo>
                  <a:pt x="223" y="148"/>
                </a:lnTo>
                <a:lnTo>
                  <a:pt x="223" y="149"/>
                </a:lnTo>
                <a:lnTo>
                  <a:pt x="224" y="149"/>
                </a:lnTo>
                <a:lnTo>
                  <a:pt x="224" y="148"/>
                </a:lnTo>
                <a:lnTo>
                  <a:pt x="225" y="148"/>
                </a:lnTo>
                <a:lnTo>
                  <a:pt x="226" y="148"/>
                </a:lnTo>
                <a:lnTo>
                  <a:pt x="227" y="148"/>
                </a:lnTo>
                <a:lnTo>
                  <a:pt x="228" y="148"/>
                </a:lnTo>
                <a:lnTo>
                  <a:pt x="230" y="149"/>
                </a:lnTo>
                <a:lnTo>
                  <a:pt x="231" y="150"/>
                </a:lnTo>
                <a:lnTo>
                  <a:pt x="233" y="150"/>
                </a:lnTo>
                <a:lnTo>
                  <a:pt x="234" y="151"/>
                </a:lnTo>
                <a:lnTo>
                  <a:pt x="235" y="150"/>
                </a:lnTo>
                <a:lnTo>
                  <a:pt x="236" y="150"/>
                </a:lnTo>
                <a:lnTo>
                  <a:pt x="237" y="150"/>
                </a:lnTo>
                <a:lnTo>
                  <a:pt x="237" y="149"/>
                </a:lnTo>
                <a:lnTo>
                  <a:pt x="238" y="149"/>
                </a:lnTo>
                <a:lnTo>
                  <a:pt x="239" y="149"/>
                </a:lnTo>
                <a:lnTo>
                  <a:pt x="240" y="148"/>
                </a:lnTo>
                <a:lnTo>
                  <a:pt x="241" y="147"/>
                </a:lnTo>
                <a:lnTo>
                  <a:pt x="242" y="147"/>
                </a:lnTo>
                <a:lnTo>
                  <a:pt x="243" y="146"/>
                </a:lnTo>
                <a:lnTo>
                  <a:pt x="245" y="145"/>
                </a:lnTo>
                <a:lnTo>
                  <a:pt x="246" y="145"/>
                </a:lnTo>
                <a:lnTo>
                  <a:pt x="247" y="144"/>
                </a:lnTo>
                <a:lnTo>
                  <a:pt x="247" y="143"/>
                </a:lnTo>
                <a:lnTo>
                  <a:pt x="246" y="144"/>
                </a:lnTo>
                <a:lnTo>
                  <a:pt x="246" y="143"/>
                </a:lnTo>
                <a:lnTo>
                  <a:pt x="245" y="143"/>
                </a:lnTo>
                <a:lnTo>
                  <a:pt x="245" y="142"/>
                </a:lnTo>
                <a:lnTo>
                  <a:pt x="246" y="142"/>
                </a:lnTo>
                <a:lnTo>
                  <a:pt x="246" y="141"/>
                </a:lnTo>
                <a:lnTo>
                  <a:pt x="247" y="140"/>
                </a:lnTo>
                <a:lnTo>
                  <a:pt x="247" y="139"/>
                </a:lnTo>
                <a:lnTo>
                  <a:pt x="247" y="138"/>
                </a:lnTo>
                <a:lnTo>
                  <a:pt x="246" y="138"/>
                </a:lnTo>
                <a:lnTo>
                  <a:pt x="246" y="137"/>
                </a:lnTo>
                <a:lnTo>
                  <a:pt x="246" y="136"/>
                </a:lnTo>
                <a:lnTo>
                  <a:pt x="245" y="136"/>
                </a:lnTo>
                <a:lnTo>
                  <a:pt x="244" y="136"/>
                </a:lnTo>
                <a:lnTo>
                  <a:pt x="244" y="135"/>
                </a:lnTo>
                <a:lnTo>
                  <a:pt x="244" y="134"/>
                </a:lnTo>
                <a:lnTo>
                  <a:pt x="244" y="133"/>
                </a:lnTo>
                <a:lnTo>
                  <a:pt x="244" y="132"/>
                </a:lnTo>
                <a:lnTo>
                  <a:pt x="245" y="132"/>
                </a:lnTo>
                <a:lnTo>
                  <a:pt x="245" y="131"/>
                </a:lnTo>
                <a:lnTo>
                  <a:pt x="246" y="131"/>
                </a:lnTo>
                <a:lnTo>
                  <a:pt x="246" y="130"/>
                </a:lnTo>
                <a:lnTo>
                  <a:pt x="245" y="130"/>
                </a:lnTo>
                <a:lnTo>
                  <a:pt x="245" y="129"/>
                </a:lnTo>
                <a:lnTo>
                  <a:pt x="245" y="128"/>
                </a:lnTo>
                <a:lnTo>
                  <a:pt x="244" y="127"/>
                </a:lnTo>
                <a:lnTo>
                  <a:pt x="243" y="126"/>
                </a:lnTo>
                <a:lnTo>
                  <a:pt x="243" y="125"/>
                </a:lnTo>
                <a:lnTo>
                  <a:pt x="242" y="125"/>
                </a:lnTo>
                <a:lnTo>
                  <a:pt x="241" y="125"/>
                </a:lnTo>
                <a:lnTo>
                  <a:pt x="240" y="125"/>
                </a:lnTo>
                <a:lnTo>
                  <a:pt x="239" y="125"/>
                </a:lnTo>
                <a:lnTo>
                  <a:pt x="238" y="124"/>
                </a:lnTo>
                <a:lnTo>
                  <a:pt x="238" y="123"/>
                </a:lnTo>
                <a:lnTo>
                  <a:pt x="239" y="122"/>
                </a:lnTo>
                <a:lnTo>
                  <a:pt x="239" y="121"/>
                </a:lnTo>
                <a:lnTo>
                  <a:pt x="240" y="121"/>
                </a:lnTo>
                <a:lnTo>
                  <a:pt x="240" y="120"/>
                </a:lnTo>
                <a:lnTo>
                  <a:pt x="241" y="119"/>
                </a:lnTo>
                <a:lnTo>
                  <a:pt x="240" y="119"/>
                </a:lnTo>
                <a:lnTo>
                  <a:pt x="240" y="118"/>
                </a:lnTo>
                <a:lnTo>
                  <a:pt x="239" y="117"/>
                </a:lnTo>
                <a:lnTo>
                  <a:pt x="239" y="116"/>
                </a:lnTo>
                <a:lnTo>
                  <a:pt x="238" y="116"/>
                </a:lnTo>
                <a:lnTo>
                  <a:pt x="237" y="116"/>
                </a:lnTo>
                <a:lnTo>
                  <a:pt x="237" y="115"/>
                </a:lnTo>
                <a:lnTo>
                  <a:pt x="237" y="114"/>
                </a:lnTo>
                <a:lnTo>
                  <a:pt x="236" y="114"/>
                </a:lnTo>
                <a:lnTo>
                  <a:pt x="236" y="113"/>
                </a:lnTo>
                <a:lnTo>
                  <a:pt x="235" y="113"/>
                </a:lnTo>
                <a:lnTo>
                  <a:pt x="235" y="112"/>
                </a:lnTo>
                <a:lnTo>
                  <a:pt x="234" y="112"/>
                </a:lnTo>
                <a:lnTo>
                  <a:pt x="233" y="111"/>
                </a:lnTo>
                <a:lnTo>
                  <a:pt x="232" y="110"/>
                </a:lnTo>
                <a:lnTo>
                  <a:pt x="231" y="110"/>
                </a:lnTo>
                <a:lnTo>
                  <a:pt x="230" y="109"/>
                </a:lnTo>
                <a:lnTo>
                  <a:pt x="229" y="109"/>
                </a:lnTo>
                <a:lnTo>
                  <a:pt x="228" y="109"/>
                </a:lnTo>
                <a:lnTo>
                  <a:pt x="227" y="109"/>
                </a:lnTo>
                <a:lnTo>
                  <a:pt x="226" y="109"/>
                </a:lnTo>
                <a:lnTo>
                  <a:pt x="225" y="109"/>
                </a:lnTo>
                <a:lnTo>
                  <a:pt x="224" y="109"/>
                </a:lnTo>
                <a:lnTo>
                  <a:pt x="223" y="110"/>
                </a:lnTo>
                <a:lnTo>
                  <a:pt x="223" y="111"/>
                </a:lnTo>
                <a:lnTo>
                  <a:pt x="222" y="111"/>
                </a:lnTo>
                <a:lnTo>
                  <a:pt x="221" y="112"/>
                </a:lnTo>
                <a:lnTo>
                  <a:pt x="220" y="112"/>
                </a:lnTo>
                <a:lnTo>
                  <a:pt x="219" y="112"/>
                </a:lnTo>
                <a:lnTo>
                  <a:pt x="219" y="113"/>
                </a:lnTo>
                <a:lnTo>
                  <a:pt x="219" y="114"/>
                </a:lnTo>
                <a:lnTo>
                  <a:pt x="220" y="114"/>
                </a:lnTo>
                <a:lnTo>
                  <a:pt x="220" y="115"/>
                </a:lnTo>
                <a:lnTo>
                  <a:pt x="219" y="115"/>
                </a:lnTo>
                <a:lnTo>
                  <a:pt x="218" y="115"/>
                </a:lnTo>
                <a:lnTo>
                  <a:pt x="218" y="114"/>
                </a:lnTo>
                <a:lnTo>
                  <a:pt x="218" y="113"/>
                </a:lnTo>
                <a:lnTo>
                  <a:pt x="217" y="114"/>
                </a:lnTo>
                <a:lnTo>
                  <a:pt x="216" y="114"/>
                </a:lnTo>
                <a:lnTo>
                  <a:pt x="215" y="114"/>
                </a:lnTo>
                <a:lnTo>
                  <a:pt x="215" y="115"/>
                </a:lnTo>
                <a:lnTo>
                  <a:pt x="214" y="114"/>
                </a:lnTo>
                <a:lnTo>
                  <a:pt x="214" y="113"/>
                </a:lnTo>
                <a:lnTo>
                  <a:pt x="214" y="112"/>
                </a:lnTo>
                <a:lnTo>
                  <a:pt x="213" y="112"/>
                </a:lnTo>
                <a:lnTo>
                  <a:pt x="213" y="111"/>
                </a:lnTo>
                <a:lnTo>
                  <a:pt x="212" y="111"/>
                </a:lnTo>
                <a:lnTo>
                  <a:pt x="211" y="111"/>
                </a:lnTo>
                <a:lnTo>
                  <a:pt x="211" y="112"/>
                </a:lnTo>
                <a:lnTo>
                  <a:pt x="210" y="112"/>
                </a:lnTo>
                <a:lnTo>
                  <a:pt x="209" y="112"/>
                </a:lnTo>
                <a:lnTo>
                  <a:pt x="208" y="112"/>
                </a:lnTo>
                <a:lnTo>
                  <a:pt x="208" y="113"/>
                </a:lnTo>
                <a:lnTo>
                  <a:pt x="207" y="113"/>
                </a:lnTo>
                <a:lnTo>
                  <a:pt x="206" y="113"/>
                </a:lnTo>
                <a:lnTo>
                  <a:pt x="205" y="113"/>
                </a:lnTo>
                <a:lnTo>
                  <a:pt x="205" y="112"/>
                </a:lnTo>
                <a:lnTo>
                  <a:pt x="206" y="112"/>
                </a:lnTo>
                <a:lnTo>
                  <a:pt x="206" y="111"/>
                </a:lnTo>
                <a:lnTo>
                  <a:pt x="205" y="111"/>
                </a:lnTo>
                <a:lnTo>
                  <a:pt x="204" y="110"/>
                </a:lnTo>
                <a:lnTo>
                  <a:pt x="204" y="109"/>
                </a:lnTo>
                <a:lnTo>
                  <a:pt x="204" y="108"/>
                </a:lnTo>
                <a:lnTo>
                  <a:pt x="204" y="107"/>
                </a:lnTo>
                <a:lnTo>
                  <a:pt x="205" y="106"/>
                </a:lnTo>
                <a:lnTo>
                  <a:pt x="205" y="105"/>
                </a:lnTo>
                <a:lnTo>
                  <a:pt x="206" y="104"/>
                </a:lnTo>
                <a:lnTo>
                  <a:pt x="206" y="103"/>
                </a:lnTo>
                <a:lnTo>
                  <a:pt x="206" y="102"/>
                </a:lnTo>
                <a:lnTo>
                  <a:pt x="207" y="102"/>
                </a:lnTo>
                <a:lnTo>
                  <a:pt x="207" y="101"/>
                </a:lnTo>
                <a:lnTo>
                  <a:pt x="206" y="101"/>
                </a:lnTo>
                <a:lnTo>
                  <a:pt x="205" y="101"/>
                </a:lnTo>
                <a:lnTo>
                  <a:pt x="205" y="100"/>
                </a:lnTo>
                <a:lnTo>
                  <a:pt x="204" y="100"/>
                </a:lnTo>
                <a:lnTo>
                  <a:pt x="203" y="100"/>
                </a:lnTo>
                <a:lnTo>
                  <a:pt x="203" y="99"/>
                </a:lnTo>
                <a:lnTo>
                  <a:pt x="202" y="98"/>
                </a:lnTo>
                <a:lnTo>
                  <a:pt x="202" y="97"/>
                </a:lnTo>
                <a:lnTo>
                  <a:pt x="201" y="96"/>
                </a:lnTo>
                <a:lnTo>
                  <a:pt x="201" y="95"/>
                </a:lnTo>
                <a:lnTo>
                  <a:pt x="201" y="94"/>
                </a:lnTo>
                <a:lnTo>
                  <a:pt x="200" y="94"/>
                </a:lnTo>
                <a:lnTo>
                  <a:pt x="199" y="94"/>
                </a:lnTo>
                <a:lnTo>
                  <a:pt x="198" y="94"/>
                </a:lnTo>
                <a:lnTo>
                  <a:pt x="198" y="93"/>
                </a:lnTo>
                <a:lnTo>
                  <a:pt x="198" y="92"/>
                </a:lnTo>
                <a:lnTo>
                  <a:pt x="198" y="91"/>
                </a:lnTo>
                <a:lnTo>
                  <a:pt x="197" y="91"/>
                </a:lnTo>
                <a:lnTo>
                  <a:pt x="196" y="91"/>
                </a:lnTo>
                <a:lnTo>
                  <a:pt x="196" y="92"/>
                </a:lnTo>
                <a:lnTo>
                  <a:pt x="196" y="93"/>
                </a:lnTo>
                <a:lnTo>
                  <a:pt x="197" y="93"/>
                </a:lnTo>
                <a:lnTo>
                  <a:pt x="197" y="94"/>
                </a:lnTo>
                <a:lnTo>
                  <a:pt x="195" y="94"/>
                </a:lnTo>
                <a:lnTo>
                  <a:pt x="194" y="94"/>
                </a:lnTo>
                <a:lnTo>
                  <a:pt x="193" y="94"/>
                </a:lnTo>
                <a:lnTo>
                  <a:pt x="193" y="95"/>
                </a:lnTo>
                <a:lnTo>
                  <a:pt x="193" y="96"/>
                </a:lnTo>
                <a:lnTo>
                  <a:pt x="193" y="97"/>
                </a:lnTo>
                <a:lnTo>
                  <a:pt x="193" y="98"/>
                </a:lnTo>
                <a:lnTo>
                  <a:pt x="192" y="98"/>
                </a:lnTo>
                <a:lnTo>
                  <a:pt x="190" y="97"/>
                </a:lnTo>
                <a:lnTo>
                  <a:pt x="189" y="97"/>
                </a:lnTo>
                <a:lnTo>
                  <a:pt x="188" y="97"/>
                </a:lnTo>
                <a:lnTo>
                  <a:pt x="188" y="96"/>
                </a:lnTo>
                <a:lnTo>
                  <a:pt x="188" y="95"/>
                </a:lnTo>
                <a:lnTo>
                  <a:pt x="187" y="95"/>
                </a:lnTo>
                <a:lnTo>
                  <a:pt x="187" y="94"/>
                </a:lnTo>
                <a:lnTo>
                  <a:pt x="186" y="94"/>
                </a:lnTo>
                <a:lnTo>
                  <a:pt x="186" y="93"/>
                </a:lnTo>
                <a:lnTo>
                  <a:pt x="185" y="93"/>
                </a:lnTo>
                <a:lnTo>
                  <a:pt x="185" y="94"/>
                </a:lnTo>
                <a:lnTo>
                  <a:pt x="184" y="94"/>
                </a:lnTo>
                <a:lnTo>
                  <a:pt x="184" y="93"/>
                </a:lnTo>
                <a:lnTo>
                  <a:pt x="184" y="92"/>
                </a:lnTo>
                <a:lnTo>
                  <a:pt x="185" y="91"/>
                </a:lnTo>
                <a:lnTo>
                  <a:pt x="185" y="90"/>
                </a:lnTo>
                <a:lnTo>
                  <a:pt x="185" y="89"/>
                </a:lnTo>
                <a:lnTo>
                  <a:pt x="185" y="88"/>
                </a:lnTo>
                <a:lnTo>
                  <a:pt x="185" y="87"/>
                </a:lnTo>
                <a:lnTo>
                  <a:pt x="185" y="86"/>
                </a:lnTo>
                <a:lnTo>
                  <a:pt x="185" y="85"/>
                </a:lnTo>
                <a:lnTo>
                  <a:pt x="184" y="85"/>
                </a:lnTo>
                <a:lnTo>
                  <a:pt x="184" y="84"/>
                </a:lnTo>
                <a:lnTo>
                  <a:pt x="185" y="84"/>
                </a:lnTo>
                <a:lnTo>
                  <a:pt x="185" y="83"/>
                </a:lnTo>
                <a:lnTo>
                  <a:pt x="185" y="81"/>
                </a:lnTo>
                <a:lnTo>
                  <a:pt x="184" y="81"/>
                </a:lnTo>
                <a:lnTo>
                  <a:pt x="184" y="80"/>
                </a:lnTo>
                <a:lnTo>
                  <a:pt x="183" y="80"/>
                </a:lnTo>
                <a:lnTo>
                  <a:pt x="182" y="80"/>
                </a:lnTo>
                <a:lnTo>
                  <a:pt x="181" y="79"/>
                </a:lnTo>
                <a:lnTo>
                  <a:pt x="182" y="79"/>
                </a:lnTo>
                <a:lnTo>
                  <a:pt x="182" y="78"/>
                </a:lnTo>
                <a:lnTo>
                  <a:pt x="182" y="77"/>
                </a:lnTo>
                <a:lnTo>
                  <a:pt x="182" y="76"/>
                </a:lnTo>
                <a:lnTo>
                  <a:pt x="181" y="76"/>
                </a:lnTo>
                <a:lnTo>
                  <a:pt x="182" y="76"/>
                </a:lnTo>
                <a:lnTo>
                  <a:pt x="182" y="75"/>
                </a:lnTo>
                <a:lnTo>
                  <a:pt x="183" y="74"/>
                </a:lnTo>
                <a:lnTo>
                  <a:pt x="183" y="73"/>
                </a:lnTo>
                <a:lnTo>
                  <a:pt x="183" y="72"/>
                </a:lnTo>
                <a:lnTo>
                  <a:pt x="183" y="71"/>
                </a:lnTo>
                <a:lnTo>
                  <a:pt x="183" y="72"/>
                </a:lnTo>
                <a:lnTo>
                  <a:pt x="184" y="72"/>
                </a:lnTo>
                <a:lnTo>
                  <a:pt x="185" y="72"/>
                </a:lnTo>
                <a:lnTo>
                  <a:pt x="185" y="71"/>
                </a:lnTo>
                <a:lnTo>
                  <a:pt x="186" y="71"/>
                </a:lnTo>
                <a:lnTo>
                  <a:pt x="187" y="71"/>
                </a:lnTo>
                <a:lnTo>
                  <a:pt x="187" y="70"/>
                </a:lnTo>
                <a:lnTo>
                  <a:pt x="188" y="70"/>
                </a:lnTo>
                <a:lnTo>
                  <a:pt x="188" y="69"/>
                </a:lnTo>
                <a:lnTo>
                  <a:pt x="188" y="68"/>
                </a:lnTo>
                <a:lnTo>
                  <a:pt x="188" y="67"/>
                </a:lnTo>
                <a:lnTo>
                  <a:pt x="189" y="67"/>
                </a:lnTo>
                <a:lnTo>
                  <a:pt x="189" y="66"/>
                </a:lnTo>
                <a:lnTo>
                  <a:pt x="189" y="65"/>
                </a:lnTo>
                <a:lnTo>
                  <a:pt x="189" y="64"/>
                </a:lnTo>
                <a:lnTo>
                  <a:pt x="190" y="64"/>
                </a:lnTo>
                <a:lnTo>
                  <a:pt x="190" y="65"/>
                </a:lnTo>
                <a:lnTo>
                  <a:pt x="191" y="65"/>
                </a:lnTo>
                <a:lnTo>
                  <a:pt x="191" y="64"/>
                </a:lnTo>
                <a:lnTo>
                  <a:pt x="192" y="64"/>
                </a:lnTo>
                <a:lnTo>
                  <a:pt x="192" y="63"/>
                </a:lnTo>
                <a:lnTo>
                  <a:pt x="193" y="62"/>
                </a:lnTo>
                <a:lnTo>
                  <a:pt x="194" y="62"/>
                </a:lnTo>
                <a:lnTo>
                  <a:pt x="195" y="63"/>
                </a:lnTo>
                <a:lnTo>
                  <a:pt x="195" y="64"/>
                </a:lnTo>
                <a:lnTo>
                  <a:pt x="196" y="64"/>
                </a:lnTo>
                <a:lnTo>
                  <a:pt x="197" y="63"/>
                </a:lnTo>
                <a:lnTo>
                  <a:pt x="197" y="62"/>
                </a:lnTo>
                <a:lnTo>
                  <a:pt x="198" y="63"/>
                </a:lnTo>
                <a:lnTo>
                  <a:pt x="199" y="63"/>
                </a:lnTo>
                <a:lnTo>
                  <a:pt x="200" y="63"/>
                </a:lnTo>
                <a:lnTo>
                  <a:pt x="201" y="63"/>
                </a:lnTo>
                <a:lnTo>
                  <a:pt x="202" y="63"/>
                </a:lnTo>
                <a:lnTo>
                  <a:pt x="203" y="63"/>
                </a:lnTo>
                <a:lnTo>
                  <a:pt x="204" y="63"/>
                </a:lnTo>
                <a:lnTo>
                  <a:pt x="205" y="63"/>
                </a:lnTo>
                <a:lnTo>
                  <a:pt x="206" y="64"/>
                </a:lnTo>
                <a:lnTo>
                  <a:pt x="206" y="63"/>
                </a:lnTo>
                <a:lnTo>
                  <a:pt x="207" y="63"/>
                </a:lnTo>
                <a:lnTo>
                  <a:pt x="208" y="63"/>
                </a:lnTo>
                <a:lnTo>
                  <a:pt x="208" y="62"/>
                </a:lnTo>
                <a:lnTo>
                  <a:pt x="207" y="61"/>
                </a:lnTo>
                <a:lnTo>
                  <a:pt x="207" y="59"/>
                </a:lnTo>
                <a:lnTo>
                  <a:pt x="207" y="58"/>
                </a:lnTo>
                <a:lnTo>
                  <a:pt x="206" y="58"/>
                </a:lnTo>
                <a:lnTo>
                  <a:pt x="206" y="57"/>
                </a:lnTo>
                <a:lnTo>
                  <a:pt x="207" y="56"/>
                </a:lnTo>
                <a:lnTo>
                  <a:pt x="208" y="56"/>
                </a:lnTo>
                <a:lnTo>
                  <a:pt x="210" y="55"/>
                </a:lnTo>
                <a:lnTo>
                  <a:pt x="211" y="55"/>
                </a:lnTo>
                <a:lnTo>
                  <a:pt x="211" y="54"/>
                </a:lnTo>
                <a:lnTo>
                  <a:pt x="211" y="53"/>
                </a:lnTo>
                <a:lnTo>
                  <a:pt x="210" y="53"/>
                </a:lnTo>
                <a:lnTo>
                  <a:pt x="211" y="53"/>
                </a:lnTo>
                <a:lnTo>
                  <a:pt x="211" y="52"/>
                </a:lnTo>
                <a:lnTo>
                  <a:pt x="212" y="52"/>
                </a:lnTo>
                <a:lnTo>
                  <a:pt x="213" y="52"/>
                </a:lnTo>
                <a:lnTo>
                  <a:pt x="212" y="51"/>
                </a:lnTo>
                <a:lnTo>
                  <a:pt x="212" y="50"/>
                </a:lnTo>
                <a:lnTo>
                  <a:pt x="213" y="49"/>
                </a:lnTo>
                <a:lnTo>
                  <a:pt x="213" y="47"/>
                </a:lnTo>
                <a:lnTo>
                  <a:pt x="214" y="47"/>
                </a:lnTo>
                <a:lnTo>
                  <a:pt x="214" y="48"/>
                </a:lnTo>
                <a:lnTo>
                  <a:pt x="215" y="48"/>
                </a:lnTo>
                <a:lnTo>
                  <a:pt x="216" y="49"/>
                </a:lnTo>
                <a:lnTo>
                  <a:pt x="216" y="48"/>
                </a:lnTo>
                <a:lnTo>
                  <a:pt x="217" y="48"/>
                </a:lnTo>
                <a:lnTo>
                  <a:pt x="217" y="49"/>
                </a:lnTo>
                <a:lnTo>
                  <a:pt x="218" y="49"/>
                </a:lnTo>
                <a:lnTo>
                  <a:pt x="218" y="50"/>
                </a:lnTo>
                <a:lnTo>
                  <a:pt x="219" y="51"/>
                </a:lnTo>
                <a:lnTo>
                  <a:pt x="219" y="52"/>
                </a:lnTo>
                <a:lnTo>
                  <a:pt x="218" y="52"/>
                </a:lnTo>
                <a:lnTo>
                  <a:pt x="220" y="52"/>
                </a:lnTo>
                <a:lnTo>
                  <a:pt x="220" y="53"/>
                </a:lnTo>
                <a:lnTo>
                  <a:pt x="219" y="53"/>
                </a:lnTo>
                <a:lnTo>
                  <a:pt x="219" y="54"/>
                </a:lnTo>
                <a:lnTo>
                  <a:pt x="220" y="54"/>
                </a:lnTo>
                <a:lnTo>
                  <a:pt x="221" y="54"/>
                </a:lnTo>
                <a:lnTo>
                  <a:pt x="222" y="54"/>
                </a:lnTo>
                <a:lnTo>
                  <a:pt x="222" y="55"/>
                </a:lnTo>
                <a:lnTo>
                  <a:pt x="222" y="54"/>
                </a:lnTo>
                <a:lnTo>
                  <a:pt x="223" y="54"/>
                </a:lnTo>
                <a:lnTo>
                  <a:pt x="224" y="54"/>
                </a:lnTo>
                <a:lnTo>
                  <a:pt x="224" y="55"/>
                </a:lnTo>
                <a:lnTo>
                  <a:pt x="224" y="56"/>
                </a:lnTo>
                <a:lnTo>
                  <a:pt x="225" y="56"/>
                </a:lnTo>
                <a:lnTo>
                  <a:pt x="225" y="57"/>
                </a:lnTo>
                <a:lnTo>
                  <a:pt x="224" y="57"/>
                </a:lnTo>
                <a:lnTo>
                  <a:pt x="224" y="58"/>
                </a:lnTo>
                <a:lnTo>
                  <a:pt x="225" y="58"/>
                </a:lnTo>
                <a:lnTo>
                  <a:pt x="225" y="59"/>
                </a:lnTo>
                <a:lnTo>
                  <a:pt x="226" y="60"/>
                </a:lnTo>
                <a:lnTo>
                  <a:pt x="227" y="60"/>
                </a:lnTo>
                <a:lnTo>
                  <a:pt x="228" y="60"/>
                </a:lnTo>
                <a:lnTo>
                  <a:pt x="228" y="59"/>
                </a:lnTo>
                <a:lnTo>
                  <a:pt x="227" y="59"/>
                </a:lnTo>
                <a:lnTo>
                  <a:pt x="228" y="59"/>
                </a:lnTo>
                <a:lnTo>
                  <a:pt x="229" y="59"/>
                </a:lnTo>
                <a:lnTo>
                  <a:pt x="230" y="59"/>
                </a:lnTo>
                <a:lnTo>
                  <a:pt x="231" y="59"/>
                </a:lnTo>
                <a:lnTo>
                  <a:pt x="231" y="60"/>
                </a:lnTo>
                <a:lnTo>
                  <a:pt x="232" y="60"/>
                </a:lnTo>
                <a:lnTo>
                  <a:pt x="232" y="61"/>
                </a:lnTo>
                <a:lnTo>
                  <a:pt x="232" y="62"/>
                </a:lnTo>
                <a:lnTo>
                  <a:pt x="233" y="63"/>
                </a:lnTo>
                <a:lnTo>
                  <a:pt x="233" y="65"/>
                </a:lnTo>
                <a:lnTo>
                  <a:pt x="234" y="65"/>
                </a:lnTo>
                <a:lnTo>
                  <a:pt x="234" y="66"/>
                </a:lnTo>
                <a:lnTo>
                  <a:pt x="235" y="66"/>
                </a:lnTo>
                <a:lnTo>
                  <a:pt x="236" y="66"/>
                </a:lnTo>
                <a:lnTo>
                  <a:pt x="237" y="66"/>
                </a:lnTo>
                <a:lnTo>
                  <a:pt x="236" y="66"/>
                </a:lnTo>
                <a:lnTo>
                  <a:pt x="236" y="67"/>
                </a:lnTo>
                <a:lnTo>
                  <a:pt x="237" y="67"/>
                </a:lnTo>
                <a:lnTo>
                  <a:pt x="238" y="68"/>
                </a:lnTo>
                <a:lnTo>
                  <a:pt x="239" y="69"/>
                </a:lnTo>
                <a:lnTo>
                  <a:pt x="240" y="69"/>
                </a:lnTo>
                <a:lnTo>
                  <a:pt x="241" y="70"/>
                </a:lnTo>
                <a:lnTo>
                  <a:pt x="242" y="70"/>
                </a:lnTo>
                <a:lnTo>
                  <a:pt x="241" y="70"/>
                </a:lnTo>
                <a:lnTo>
                  <a:pt x="243" y="70"/>
                </a:lnTo>
                <a:lnTo>
                  <a:pt x="243" y="71"/>
                </a:lnTo>
                <a:lnTo>
                  <a:pt x="243" y="72"/>
                </a:lnTo>
                <a:lnTo>
                  <a:pt x="244" y="72"/>
                </a:lnTo>
                <a:lnTo>
                  <a:pt x="244" y="73"/>
                </a:lnTo>
                <a:lnTo>
                  <a:pt x="245" y="74"/>
                </a:lnTo>
                <a:lnTo>
                  <a:pt x="246" y="75"/>
                </a:lnTo>
                <a:lnTo>
                  <a:pt x="246" y="76"/>
                </a:lnTo>
                <a:lnTo>
                  <a:pt x="247" y="76"/>
                </a:lnTo>
                <a:lnTo>
                  <a:pt x="248" y="76"/>
                </a:lnTo>
                <a:lnTo>
                  <a:pt x="250" y="76"/>
                </a:lnTo>
                <a:lnTo>
                  <a:pt x="251" y="76"/>
                </a:lnTo>
                <a:lnTo>
                  <a:pt x="250" y="75"/>
                </a:lnTo>
                <a:lnTo>
                  <a:pt x="250" y="74"/>
                </a:lnTo>
                <a:lnTo>
                  <a:pt x="250" y="73"/>
                </a:lnTo>
                <a:lnTo>
                  <a:pt x="250" y="72"/>
                </a:lnTo>
                <a:lnTo>
                  <a:pt x="250" y="71"/>
                </a:lnTo>
                <a:lnTo>
                  <a:pt x="251" y="70"/>
                </a:lnTo>
                <a:lnTo>
                  <a:pt x="251" y="69"/>
                </a:lnTo>
                <a:lnTo>
                  <a:pt x="251" y="68"/>
                </a:lnTo>
                <a:lnTo>
                  <a:pt x="252" y="68"/>
                </a:lnTo>
                <a:lnTo>
                  <a:pt x="251" y="68"/>
                </a:lnTo>
                <a:lnTo>
                  <a:pt x="251" y="67"/>
                </a:lnTo>
                <a:lnTo>
                  <a:pt x="252" y="67"/>
                </a:lnTo>
                <a:lnTo>
                  <a:pt x="252" y="66"/>
                </a:lnTo>
                <a:lnTo>
                  <a:pt x="253" y="66"/>
                </a:lnTo>
                <a:lnTo>
                  <a:pt x="253" y="67"/>
                </a:lnTo>
                <a:lnTo>
                  <a:pt x="254" y="67"/>
                </a:lnTo>
                <a:lnTo>
                  <a:pt x="255" y="68"/>
                </a:lnTo>
                <a:lnTo>
                  <a:pt x="256" y="68"/>
                </a:lnTo>
                <a:lnTo>
                  <a:pt x="258" y="69"/>
                </a:lnTo>
                <a:lnTo>
                  <a:pt x="259" y="69"/>
                </a:lnTo>
                <a:lnTo>
                  <a:pt x="259" y="70"/>
                </a:lnTo>
                <a:lnTo>
                  <a:pt x="258" y="70"/>
                </a:lnTo>
                <a:lnTo>
                  <a:pt x="259" y="70"/>
                </a:lnTo>
                <a:lnTo>
                  <a:pt x="260" y="70"/>
                </a:lnTo>
                <a:lnTo>
                  <a:pt x="261" y="70"/>
                </a:lnTo>
                <a:lnTo>
                  <a:pt x="262" y="70"/>
                </a:lnTo>
                <a:lnTo>
                  <a:pt x="262" y="69"/>
                </a:lnTo>
                <a:lnTo>
                  <a:pt x="261" y="68"/>
                </a:lnTo>
                <a:lnTo>
                  <a:pt x="260" y="68"/>
                </a:lnTo>
                <a:lnTo>
                  <a:pt x="260" y="67"/>
                </a:lnTo>
                <a:lnTo>
                  <a:pt x="260" y="66"/>
                </a:lnTo>
                <a:lnTo>
                  <a:pt x="259" y="65"/>
                </a:lnTo>
                <a:lnTo>
                  <a:pt x="258" y="65"/>
                </a:lnTo>
                <a:lnTo>
                  <a:pt x="258" y="64"/>
                </a:lnTo>
                <a:lnTo>
                  <a:pt x="259" y="64"/>
                </a:lnTo>
                <a:lnTo>
                  <a:pt x="259" y="63"/>
                </a:lnTo>
                <a:lnTo>
                  <a:pt x="259" y="64"/>
                </a:lnTo>
                <a:lnTo>
                  <a:pt x="260" y="64"/>
                </a:lnTo>
                <a:lnTo>
                  <a:pt x="261" y="64"/>
                </a:lnTo>
                <a:lnTo>
                  <a:pt x="261" y="65"/>
                </a:lnTo>
                <a:lnTo>
                  <a:pt x="262" y="65"/>
                </a:lnTo>
                <a:lnTo>
                  <a:pt x="262" y="66"/>
                </a:lnTo>
                <a:lnTo>
                  <a:pt x="262" y="67"/>
                </a:lnTo>
                <a:lnTo>
                  <a:pt x="263" y="67"/>
                </a:lnTo>
                <a:lnTo>
                  <a:pt x="264" y="66"/>
                </a:lnTo>
                <a:lnTo>
                  <a:pt x="263" y="66"/>
                </a:lnTo>
                <a:lnTo>
                  <a:pt x="262" y="65"/>
                </a:lnTo>
                <a:lnTo>
                  <a:pt x="262" y="64"/>
                </a:lnTo>
                <a:lnTo>
                  <a:pt x="261" y="64"/>
                </a:lnTo>
                <a:lnTo>
                  <a:pt x="261" y="63"/>
                </a:lnTo>
                <a:lnTo>
                  <a:pt x="261" y="62"/>
                </a:lnTo>
                <a:lnTo>
                  <a:pt x="261" y="61"/>
                </a:lnTo>
                <a:lnTo>
                  <a:pt x="262" y="61"/>
                </a:lnTo>
                <a:lnTo>
                  <a:pt x="262" y="60"/>
                </a:lnTo>
                <a:lnTo>
                  <a:pt x="262" y="59"/>
                </a:lnTo>
                <a:lnTo>
                  <a:pt x="262" y="58"/>
                </a:lnTo>
                <a:lnTo>
                  <a:pt x="262" y="57"/>
                </a:lnTo>
                <a:lnTo>
                  <a:pt x="263" y="57"/>
                </a:lnTo>
                <a:lnTo>
                  <a:pt x="264" y="57"/>
                </a:lnTo>
                <a:lnTo>
                  <a:pt x="264" y="56"/>
                </a:lnTo>
                <a:lnTo>
                  <a:pt x="264" y="55"/>
                </a:lnTo>
                <a:lnTo>
                  <a:pt x="263" y="54"/>
                </a:lnTo>
                <a:lnTo>
                  <a:pt x="263" y="53"/>
                </a:lnTo>
                <a:lnTo>
                  <a:pt x="263" y="52"/>
                </a:lnTo>
                <a:lnTo>
                  <a:pt x="262" y="52"/>
                </a:lnTo>
                <a:lnTo>
                  <a:pt x="261" y="51"/>
                </a:lnTo>
                <a:lnTo>
                  <a:pt x="261" y="50"/>
                </a:lnTo>
                <a:lnTo>
                  <a:pt x="261" y="49"/>
                </a:lnTo>
                <a:lnTo>
                  <a:pt x="260" y="48"/>
                </a:lnTo>
                <a:lnTo>
                  <a:pt x="259" y="47"/>
                </a:lnTo>
                <a:lnTo>
                  <a:pt x="258" y="47"/>
                </a:lnTo>
                <a:lnTo>
                  <a:pt x="258" y="46"/>
                </a:lnTo>
                <a:lnTo>
                  <a:pt x="258" y="45"/>
                </a:lnTo>
                <a:lnTo>
                  <a:pt x="257" y="45"/>
                </a:lnTo>
                <a:lnTo>
                  <a:pt x="257" y="44"/>
                </a:lnTo>
                <a:lnTo>
                  <a:pt x="258" y="43"/>
                </a:lnTo>
                <a:lnTo>
                  <a:pt x="258" y="44"/>
                </a:lnTo>
                <a:lnTo>
                  <a:pt x="258" y="43"/>
                </a:lnTo>
                <a:lnTo>
                  <a:pt x="258" y="42"/>
                </a:lnTo>
                <a:lnTo>
                  <a:pt x="257" y="42"/>
                </a:lnTo>
                <a:lnTo>
                  <a:pt x="257" y="41"/>
                </a:lnTo>
                <a:lnTo>
                  <a:pt x="258" y="41"/>
                </a:lnTo>
                <a:lnTo>
                  <a:pt x="259" y="40"/>
                </a:lnTo>
                <a:lnTo>
                  <a:pt x="258" y="40"/>
                </a:lnTo>
                <a:lnTo>
                  <a:pt x="259" y="39"/>
                </a:lnTo>
                <a:lnTo>
                  <a:pt x="259" y="40"/>
                </a:lnTo>
                <a:lnTo>
                  <a:pt x="260" y="41"/>
                </a:lnTo>
                <a:lnTo>
                  <a:pt x="261" y="42"/>
                </a:lnTo>
                <a:lnTo>
                  <a:pt x="262" y="43"/>
                </a:lnTo>
                <a:lnTo>
                  <a:pt x="263" y="43"/>
                </a:lnTo>
                <a:lnTo>
                  <a:pt x="264" y="44"/>
                </a:lnTo>
                <a:lnTo>
                  <a:pt x="263" y="44"/>
                </a:lnTo>
                <a:lnTo>
                  <a:pt x="264" y="45"/>
                </a:lnTo>
                <a:lnTo>
                  <a:pt x="265" y="45"/>
                </a:lnTo>
                <a:lnTo>
                  <a:pt x="265" y="46"/>
                </a:lnTo>
                <a:lnTo>
                  <a:pt x="266" y="46"/>
                </a:lnTo>
                <a:lnTo>
                  <a:pt x="267" y="47"/>
                </a:lnTo>
                <a:lnTo>
                  <a:pt x="267" y="48"/>
                </a:lnTo>
                <a:lnTo>
                  <a:pt x="267" y="49"/>
                </a:lnTo>
                <a:lnTo>
                  <a:pt x="267" y="50"/>
                </a:lnTo>
                <a:lnTo>
                  <a:pt x="267" y="51"/>
                </a:lnTo>
                <a:lnTo>
                  <a:pt x="268" y="53"/>
                </a:lnTo>
                <a:lnTo>
                  <a:pt x="269" y="53"/>
                </a:lnTo>
                <a:lnTo>
                  <a:pt x="270" y="54"/>
                </a:lnTo>
                <a:lnTo>
                  <a:pt x="272" y="54"/>
                </a:lnTo>
                <a:lnTo>
                  <a:pt x="272" y="55"/>
                </a:lnTo>
                <a:lnTo>
                  <a:pt x="272" y="57"/>
                </a:lnTo>
                <a:lnTo>
                  <a:pt x="273" y="57"/>
                </a:lnTo>
                <a:lnTo>
                  <a:pt x="274" y="57"/>
                </a:lnTo>
                <a:lnTo>
                  <a:pt x="275" y="57"/>
                </a:lnTo>
                <a:lnTo>
                  <a:pt x="275" y="58"/>
                </a:lnTo>
                <a:lnTo>
                  <a:pt x="275" y="59"/>
                </a:lnTo>
                <a:lnTo>
                  <a:pt x="274" y="59"/>
                </a:lnTo>
                <a:lnTo>
                  <a:pt x="273" y="59"/>
                </a:lnTo>
                <a:lnTo>
                  <a:pt x="272" y="59"/>
                </a:lnTo>
                <a:lnTo>
                  <a:pt x="273" y="60"/>
                </a:lnTo>
                <a:lnTo>
                  <a:pt x="274" y="61"/>
                </a:lnTo>
                <a:lnTo>
                  <a:pt x="274" y="62"/>
                </a:lnTo>
                <a:lnTo>
                  <a:pt x="273" y="63"/>
                </a:lnTo>
                <a:lnTo>
                  <a:pt x="272" y="63"/>
                </a:lnTo>
                <a:lnTo>
                  <a:pt x="272" y="62"/>
                </a:lnTo>
                <a:lnTo>
                  <a:pt x="271" y="63"/>
                </a:lnTo>
                <a:lnTo>
                  <a:pt x="271" y="64"/>
                </a:lnTo>
                <a:lnTo>
                  <a:pt x="271" y="65"/>
                </a:lnTo>
                <a:lnTo>
                  <a:pt x="272" y="65"/>
                </a:lnTo>
                <a:lnTo>
                  <a:pt x="272" y="67"/>
                </a:lnTo>
                <a:lnTo>
                  <a:pt x="272" y="68"/>
                </a:lnTo>
                <a:lnTo>
                  <a:pt x="271" y="69"/>
                </a:lnTo>
                <a:lnTo>
                  <a:pt x="270" y="70"/>
                </a:lnTo>
                <a:lnTo>
                  <a:pt x="270" y="71"/>
                </a:lnTo>
                <a:lnTo>
                  <a:pt x="269" y="71"/>
                </a:lnTo>
                <a:lnTo>
                  <a:pt x="268" y="71"/>
                </a:lnTo>
                <a:lnTo>
                  <a:pt x="267" y="71"/>
                </a:lnTo>
                <a:lnTo>
                  <a:pt x="267" y="72"/>
                </a:lnTo>
                <a:lnTo>
                  <a:pt x="267" y="74"/>
                </a:lnTo>
                <a:lnTo>
                  <a:pt x="267" y="75"/>
                </a:lnTo>
                <a:lnTo>
                  <a:pt x="268" y="75"/>
                </a:lnTo>
                <a:lnTo>
                  <a:pt x="269" y="75"/>
                </a:lnTo>
                <a:lnTo>
                  <a:pt x="270" y="75"/>
                </a:lnTo>
                <a:lnTo>
                  <a:pt x="270" y="74"/>
                </a:lnTo>
                <a:lnTo>
                  <a:pt x="270" y="73"/>
                </a:lnTo>
                <a:lnTo>
                  <a:pt x="269" y="73"/>
                </a:lnTo>
                <a:lnTo>
                  <a:pt x="269" y="72"/>
                </a:lnTo>
                <a:lnTo>
                  <a:pt x="270" y="72"/>
                </a:lnTo>
                <a:lnTo>
                  <a:pt x="271" y="73"/>
                </a:lnTo>
                <a:lnTo>
                  <a:pt x="272" y="73"/>
                </a:lnTo>
                <a:lnTo>
                  <a:pt x="273" y="73"/>
                </a:lnTo>
                <a:lnTo>
                  <a:pt x="273" y="74"/>
                </a:lnTo>
                <a:lnTo>
                  <a:pt x="273" y="75"/>
                </a:lnTo>
                <a:lnTo>
                  <a:pt x="274" y="75"/>
                </a:lnTo>
                <a:lnTo>
                  <a:pt x="275" y="76"/>
                </a:lnTo>
                <a:lnTo>
                  <a:pt x="276" y="75"/>
                </a:lnTo>
                <a:lnTo>
                  <a:pt x="276" y="74"/>
                </a:lnTo>
                <a:lnTo>
                  <a:pt x="277" y="75"/>
                </a:lnTo>
                <a:lnTo>
                  <a:pt x="278" y="75"/>
                </a:lnTo>
                <a:lnTo>
                  <a:pt x="279" y="75"/>
                </a:lnTo>
                <a:lnTo>
                  <a:pt x="279" y="76"/>
                </a:lnTo>
                <a:lnTo>
                  <a:pt x="279" y="77"/>
                </a:lnTo>
                <a:lnTo>
                  <a:pt x="279" y="78"/>
                </a:lnTo>
                <a:lnTo>
                  <a:pt x="280" y="78"/>
                </a:lnTo>
                <a:lnTo>
                  <a:pt x="280" y="79"/>
                </a:lnTo>
                <a:lnTo>
                  <a:pt x="281" y="78"/>
                </a:lnTo>
                <a:lnTo>
                  <a:pt x="282" y="78"/>
                </a:lnTo>
                <a:lnTo>
                  <a:pt x="282" y="77"/>
                </a:lnTo>
                <a:lnTo>
                  <a:pt x="283" y="77"/>
                </a:lnTo>
                <a:lnTo>
                  <a:pt x="284" y="77"/>
                </a:lnTo>
                <a:lnTo>
                  <a:pt x="284" y="75"/>
                </a:lnTo>
                <a:lnTo>
                  <a:pt x="284" y="74"/>
                </a:lnTo>
                <a:lnTo>
                  <a:pt x="283" y="74"/>
                </a:lnTo>
                <a:lnTo>
                  <a:pt x="283" y="73"/>
                </a:lnTo>
                <a:lnTo>
                  <a:pt x="282" y="72"/>
                </a:lnTo>
                <a:lnTo>
                  <a:pt x="282" y="71"/>
                </a:lnTo>
                <a:lnTo>
                  <a:pt x="282" y="70"/>
                </a:lnTo>
                <a:lnTo>
                  <a:pt x="282" y="69"/>
                </a:lnTo>
                <a:lnTo>
                  <a:pt x="283" y="68"/>
                </a:lnTo>
                <a:lnTo>
                  <a:pt x="285" y="68"/>
                </a:lnTo>
                <a:lnTo>
                  <a:pt x="286" y="67"/>
                </a:lnTo>
                <a:lnTo>
                  <a:pt x="287" y="67"/>
                </a:lnTo>
                <a:lnTo>
                  <a:pt x="287" y="66"/>
                </a:lnTo>
                <a:lnTo>
                  <a:pt x="286" y="66"/>
                </a:lnTo>
                <a:lnTo>
                  <a:pt x="286" y="65"/>
                </a:lnTo>
                <a:lnTo>
                  <a:pt x="285" y="65"/>
                </a:lnTo>
                <a:lnTo>
                  <a:pt x="285" y="64"/>
                </a:lnTo>
                <a:lnTo>
                  <a:pt x="285" y="63"/>
                </a:lnTo>
                <a:lnTo>
                  <a:pt x="285" y="62"/>
                </a:lnTo>
                <a:lnTo>
                  <a:pt x="286" y="62"/>
                </a:lnTo>
                <a:lnTo>
                  <a:pt x="287" y="61"/>
                </a:lnTo>
                <a:lnTo>
                  <a:pt x="288" y="61"/>
                </a:lnTo>
                <a:lnTo>
                  <a:pt x="288" y="62"/>
                </a:lnTo>
                <a:lnTo>
                  <a:pt x="288" y="63"/>
                </a:lnTo>
                <a:lnTo>
                  <a:pt x="288" y="64"/>
                </a:lnTo>
                <a:lnTo>
                  <a:pt x="289" y="64"/>
                </a:lnTo>
                <a:lnTo>
                  <a:pt x="290" y="64"/>
                </a:lnTo>
                <a:lnTo>
                  <a:pt x="290" y="63"/>
                </a:lnTo>
                <a:lnTo>
                  <a:pt x="291" y="63"/>
                </a:lnTo>
                <a:lnTo>
                  <a:pt x="292" y="62"/>
                </a:lnTo>
                <a:lnTo>
                  <a:pt x="291" y="62"/>
                </a:lnTo>
                <a:lnTo>
                  <a:pt x="291" y="61"/>
                </a:lnTo>
                <a:lnTo>
                  <a:pt x="294" y="61"/>
                </a:lnTo>
                <a:lnTo>
                  <a:pt x="295" y="61"/>
                </a:lnTo>
                <a:lnTo>
                  <a:pt x="295" y="60"/>
                </a:lnTo>
                <a:lnTo>
                  <a:pt x="295" y="59"/>
                </a:lnTo>
                <a:lnTo>
                  <a:pt x="295" y="58"/>
                </a:lnTo>
                <a:lnTo>
                  <a:pt x="294" y="58"/>
                </a:lnTo>
                <a:lnTo>
                  <a:pt x="295" y="57"/>
                </a:lnTo>
                <a:lnTo>
                  <a:pt x="295" y="56"/>
                </a:lnTo>
                <a:lnTo>
                  <a:pt x="296" y="54"/>
                </a:lnTo>
                <a:lnTo>
                  <a:pt x="295" y="54"/>
                </a:lnTo>
                <a:lnTo>
                  <a:pt x="294" y="54"/>
                </a:lnTo>
                <a:lnTo>
                  <a:pt x="293" y="53"/>
                </a:lnTo>
                <a:lnTo>
                  <a:pt x="294" y="52"/>
                </a:lnTo>
                <a:lnTo>
                  <a:pt x="294" y="51"/>
                </a:lnTo>
                <a:lnTo>
                  <a:pt x="293" y="51"/>
                </a:lnTo>
                <a:lnTo>
                  <a:pt x="293" y="50"/>
                </a:lnTo>
                <a:lnTo>
                  <a:pt x="291" y="50"/>
                </a:lnTo>
                <a:lnTo>
                  <a:pt x="291" y="49"/>
                </a:lnTo>
                <a:lnTo>
                  <a:pt x="291" y="48"/>
                </a:lnTo>
                <a:lnTo>
                  <a:pt x="291" y="47"/>
                </a:lnTo>
                <a:lnTo>
                  <a:pt x="291" y="46"/>
                </a:lnTo>
                <a:lnTo>
                  <a:pt x="292" y="45"/>
                </a:lnTo>
                <a:lnTo>
                  <a:pt x="293" y="45"/>
                </a:lnTo>
                <a:lnTo>
                  <a:pt x="294" y="45"/>
                </a:lnTo>
                <a:lnTo>
                  <a:pt x="295" y="45"/>
                </a:lnTo>
                <a:lnTo>
                  <a:pt x="295" y="44"/>
                </a:lnTo>
                <a:lnTo>
                  <a:pt x="296" y="44"/>
                </a:lnTo>
                <a:lnTo>
                  <a:pt x="296" y="43"/>
                </a:lnTo>
                <a:lnTo>
                  <a:pt x="297" y="43"/>
                </a:lnTo>
                <a:lnTo>
                  <a:pt x="298" y="43"/>
                </a:lnTo>
                <a:lnTo>
                  <a:pt x="299" y="43"/>
                </a:lnTo>
                <a:lnTo>
                  <a:pt x="299" y="42"/>
                </a:lnTo>
                <a:lnTo>
                  <a:pt x="300" y="42"/>
                </a:lnTo>
                <a:lnTo>
                  <a:pt x="301" y="43"/>
                </a:lnTo>
                <a:lnTo>
                  <a:pt x="301" y="44"/>
                </a:lnTo>
                <a:lnTo>
                  <a:pt x="301" y="45"/>
                </a:lnTo>
                <a:lnTo>
                  <a:pt x="302" y="45"/>
                </a:lnTo>
                <a:lnTo>
                  <a:pt x="302" y="46"/>
                </a:lnTo>
                <a:lnTo>
                  <a:pt x="303" y="46"/>
                </a:lnTo>
                <a:lnTo>
                  <a:pt x="304" y="46"/>
                </a:lnTo>
                <a:lnTo>
                  <a:pt x="304" y="45"/>
                </a:lnTo>
                <a:lnTo>
                  <a:pt x="304" y="46"/>
                </a:lnTo>
                <a:lnTo>
                  <a:pt x="305" y="46"/>
                </a:lnTo>
                <a:lnTo>
                  <a:pt x="306" y="46"/>
                </a:lnTo>
                <a:lnTo>
                  <a:pt x="306" y="45"/>
                </a:lnTo>
                <a:lnTo>
                  <a:pt x="306" y="44"/>
                </a:lnTo>
                <a:lnTo>
                  <a:pt x="305" y="44"/>
                </a:lnTo>
                <a:lnTo>
                  <a:pt x="305" y="43"/>
                </a:lnTo>
                <a:lnTo>
                  <a:pt x="305" y="42"/>
                </a:lnTo>
                <a:lnTo>
                  <a:pt x="305" y="41"/>
                </a:lnTo>
                <a:lnTo>
                  <a:pt x="306" y="40"/>
                </a:lnTo>
                <a:lnTo>
                  <a:pt x="305" y="39"/>
                </a:lnTo>
                <a:lnTo>
                  <a:pt x="305" y="38"/>
                </a:lnTo>
                <a:lnTo>
                  <a:pt x="305" y="37"/>
                </a:lnTo>
                <a:lnTo>
                  <a:pt x="307" y="37"/>
                </a:lnTo>
                <a:lnTo>
                  <a:pt x="308" y="37"/>
                </a:lnTo>
                <a:lnTo>
                  <a:pt x="308" y="36"/>
                </a:lnTo>
                <a:lnTo>
                  <a:pt x="308" y="35"/>
                </a:lnTo>
                <a:lnTo>
                  <a:pt x="308" y="34"/>
                </a:lnTo>
                <a:lnTo>
                  <a:pt x="310" y="34"/>
                </a:lnTo>
                <a:lnTo>
                  <a:pt x="310" y="35"/>
                </a:lnTo>
                <a:lnTo>
                  <a:pt x="310" y="36"/>
                </a:lnTo>
                <a:lnTo>
                  <a:pt x="311" y="36"/>
                </a:lnTo>
                <a:lnTo>
                  <a:pt x="312" y="36"/>
                </a:lnTo>
                <a:lnTo>
                  <a:pt x="311" y="35"/>
                </a:lnTo>
                <a:lnTo>
                  <a:pt x="311" y="34"/>
                </a:lnTo>
                <a:lnTo>
                  <a:pt x="312" y="33"/>
                </a:lnTo>
                <a:lnTo>
                  <a:pt x="313" y="33"/>
                </a:lnTo>
                <a:lnTo>
                  <a:pt x="313" y="34"/>
                </a:lnTo>
                <a:lnTo>
                  <a:pt x="313" y="35"/>
                </a:lnTo>
                <a:lnTo>
                  <a:pt x="312" y="35"/>
                </a:lnTo>
                <a:lnTo>
                  <a:pt x="312" y="36"/>
                </a:lnTo>
                <a:lnTo>
                  <a:pt x="313" y="36"/>
                </a:lnTo>
                <a:lnTo>
                  <a:pt x="314" y="36"/>
                </a:lnTo>
                <a:lnTo>
                  <a:pt x="314" y="35"/>
                </a:lnTo>
                <a:lnTo>
                  <a:pt x="315" y="34"/>
                </a:lnTo>
                <a:lnTo>
                  <a:pt x="317" y="34"/>
                </a:lnTo>
                <a:lnTo>
                  <a:pt x="318" y="34"/>
                </a:lnTo>
                <a:lnTo>
                  <a:pt x="319" y="34"/>
                </a:lnTo>
                <a:lnTo>
                  <a:pt x="320" y="34"/>
                </a:lnTo>
                <a:lnTo>
                  <a:pt x="319" y="35"/>
                </a:lnTo>
                <a:lnTo>
                  <a:pt x="320" y="35"/>
                </a:lnTo>
                <a:lnTo>
                  <a:pt x="320" y="34"/>
                </a:lnTo>
                <a:lnTo>
                  <a:pt x="321" y="34"/>
                </a:lnTo>
                <a:lnTo>
                  <a:pt x="321" y="35"/>
                </a:lnTo>
                <a:lnTo>
                  <a:pt x="322" y="35"/>
                </a:lnTo>
                <a:lnTo>
                  <a:pt x="322" y="34"/>
                </a:lnTo>
                <a:lnTo>
                  <a:pt x="323" y="34"/>
                </a:lnTo>
                <a:lnTo>
                  <a:pt x="324" y="34"/>
                </a:lnTo>
                <a:lnTo>
                  <a:pt x="324" y="35"/>
                </a:lnTo>
                <a:lnTo>
                  <a:pt x="325" y="36"/>
                </a:lnTo>
                <a:lnTo>
                  <a:pt x="325" y="37"/>
                </a:lnTo>
                <a:lnTo>
                  <a:pt x="324" y="37"/>
                </a:lnTo>
                <a:lnTo>
                  <a:pt x="324" y="38"/>
                </a:lnTo>
                <a:lnTo>
                  <a:pt x="324" y="39"/>
                </a:lnTo>
                <a:lnTo>
                  <a:pt x="325" y="39"/>
                </a:lnTo>
                <a:lnTo>
                  <a:pt x="327" y="39"/>
                </a:lnTo>
                <a:lnTo>
                  <a:pt x="327" y="40"/>
                </a:lnTo>
                <a:lnTo>
                  <a:pt x="326" y="40"/>
                </a:lnTo>
                <a:lnTo>
                  <a:pt x="326" y="41"/>
                </a:lnTo>
                <a:lnTo>
                  <a:pt x="326" y="42"/>
                </a:lnTo>
                <a:lnTo>
                  <a:pt x="326" y="43"/>
                </a:lnTo>
                <a:lnTo>
                  <a:pt x="326" y="44"/>
                </a:lnTo>
                <a:lnTo>
                  <a:pt x="326" y="45"/>
                </a:lnTo>
                <a:lnTo>
                  <a:pt x="326" y="46"/>
                </a:lnTo>
                <a:lnTo>
                  <a:pt x="327" y="46"/>
                </a:lnTo>
                <a:lnTo>
                  <a:pt x="328" y="47"/>
                </a:lnTo>
                <a:lnTo>
                  <a:pt x="329" y="47"/>
                </a:lnTo>
                <a:lnTo>
                  <a:pt x="329" y="46"/>
                </a:lnTo>
                <a:lnTo>
                  <a:pt x="329" y="45"/>
                </a:lnTo>
                <a:lnTo>
                  <a:pt x="329" y="44"/>
                </a:lnTo>
                <a:lnTo>
                  <a:pt x="330" y="44"/>
                </a:lnTo>
                <a:lnTo>
                  <a:pt x="331" y="43"/>
                </a:lnTo>
                <a:lnTo>
                  <a:pt x="332" y="43"/>
                </a:lnTo>
                <a:lnTo>
                  <a:pt x="333" y="43"/>
                </a:lnTo>
                <a:lnTo>
                  <a:pt x="333" y="42"/>
                </a:lnTo>
                <a:lnTo>
                  <a:pt x="334" y="42"/>
                </a:lnTo>
                <a:lnTo>
                  <a:pt x="335" y="42"/>
                </a:lnTo>
                <a:lnTo>
                  <a:pt x="336" y="42"/>
                </a:lnTo>
                <a:lnTo>
                  <a:pt x="337" y="42"/>
                </a:lnTo>
                <a:lnTo>
                  <a:pt x="337" y="41"/>
                </a:lnTo>
                <a:lnTo>
                  <a:pt x="336" y="41"/>
                </a:lnTo>
                <a:lnTo>
                  <a:pt x="337" y="41"/>
                </a:lnTo>
                <a:lnTo>
                  <a:pt x="337" y="40"/>
                </a:lnTo>
                <a:lnTo>
                  <a:pt x="338" y="40"/>
                </a:lnTo>
                <a:lnTo>
                  <a:pt x="337" y="39"/>
                </a:lnTo>
                <a:lnTo>
                  <a:pt x="336" y="39"/>
                </a:lnTo>
                <a:lnTo>
                  <a:pt x="336" y="38"/>
                </a:lnTo>
                <a:lnTo>
                  <a:pt x="337" y="38"/>
                </a:lnTo>
                <a:lnTo>
                  <a:pt x="339" y="38"/>
                </a:lnTo>
                <a:lnTo>
                  <a:pt x="340" y="38"/>
                </a:lnTo>
                <a:lnTo>
                  <a:pt x="341" y="38"/>
                </a:lnTo>
                <a:lnTo>
                  <a:pt x="341" y="37"/>
                </a:lnTo>
                <a:lnTo>
                  <a:pt x="342" y="37"/>
                </a:lnTo>
                <a:lnTo>
                  <a:pt x="342" y="36"/>
                </a:lnTo>
                <a:lnTo>
                  <a:pt x="342" y="35"/>
                </a:lnTo>
                <a:lnTo>
                  <a:pt x="343" y="34"/>
                </a:lnTo>
                <a:lnTo>
                  <a:pt x="344" y="34"/>
                </a:lnTo>
                <a:lnTo>
                  <a:pt x="344" y="33"/>
                </a:lnTo>
                <a:lnTo>
                  <a:pt x="344" y="32"/>
                </a:lnTo>
                <a:lnTo>
                  <a:pt x="344" y="31"/>
                </a:lnTo>
                <a:lnTo>
                  <a:pt x="344" y="30"/>
                </a:lnTo>
                <a:lnTo>
                  <a:pt x="345" y="30"/>
                </a:lnTo>
                <a:lnTo>
                  <a:pt x="345" y="29"/>
                </a:lnTo>
                <a:lnTo>
                  <a:pt x="346" y="28"/>
                </a:lnTo>
                <a:lnTo>
                  <a:pt x="346" y="27"/>
                </a:lnTo>
                <a:lnTo>
                  <a:pt x="345" y="27"/>
                </a:lnTo>
                <a:lnTo>
                  <a:pt x="344" y="27"/>
                </a:lnTo>
                <a:lnTo>
                  <a:pt x="344" y="26"/>
                </a:lnTo>
                <a:lnTo>
                  <a:pt x="343" y="26"/>
                </a:lnTo>
                <a:lnTo>
                  <a:pt x="343" y="25"/>
                </a:lnTo>
                <a:lnTo>
                  <a:pt x="343" y="24"/>
                </a:lnTo>
                <a:lnTo>
                  <a:pt x="342" y="23"/>
                </a:lnTo>
                <a:lnTo>
                  <a:pt x="341" y="23"/>
                </a:lnTo>
                <a:lnTo>
                  <a:pt x="340" y="23"/>
                </a:lnTo>
                <a:lnTo>
                  <a:pt x="340" y="22"/>
                </a:lnTo>
                <a:lnTo>
                  <a:pt x="339" y="22"/>
                </a:lnTo>
                <a:lnTo>
                  <a:pt x="339" y="21"/>
                </a:lnTo>
                <a:lnTo>
                  <a:pt x="341" y="20"/>
                </a:lnTo>
                <a:lnTo>
                  <a:pt x="341" y="19"/>
                </a:lnTo>
                <a:lnTo>
                  <a:pt x="342" y="19"/>
                </a:lnTo>
                <a:lnTo>
                  <a:pt x="342" y="17"/>
                </a:lnTo>
                <a:lnTo>
                  <a:pt x="342" y="16"/>
                </a:lnTo>
                <a:lnTo>
                  <a:pt x="341" y="16"/>
                </a:lnTo>
                <a:lnTo>
                  <a:pt x="340" y="15"/>
                </a:lnTo>
                <a:lnTo>
                  <a:pt x="340" y="14"/>
                </a:lnTo>
                <a:lnTo>
                  <a:pt x="340" y="13"/>
                </a:lnTo>
                <a:lnTo>
                  <a:pt x="340" y="12"/>
                </a:lnTo>
                <a:lnTo>
                  <a:pt x="341" y="13"/>
                </a:lnTo>
                <a:lnTo>
                  <a:pt x="342" y="13"/>
                </a:lnTo>
                <a:lnTo>
                  <a:pt x="343" y="13"/>
                </a:lnTo>
                <a:lnTo>
                  <a:pt x="344" y="13"/>
                </a:lnTo>
                <a:lnTo>
                  <a:pt x="344" y="12"/>
                </a:lnTo>
                <a:lnTo>
                  <a:pt x="344" y="11"/>
                </a:lnTo>
                <a:lnTo>
                  <a:pt x="345" y="10"/>
                </a:lnTo>
                <a:lnTo>
                  <a:pt x="345" y="9"/>
                </a:lnTo>
                <a:lnTo>
                  <a:pt x="344" y="9"/>
                </a:lnTo>
                <a:lnTo>
                  <a:pt x="343" y="8"/>
                </a:lnTo>
                <a:lnTo>
                  <a:pt x="343" y="7"/>
                </a:lnTo>
                <a:lnTo>
                  <a:pt x="344" y="6"/>
                </a:lnTo>
                <a:lnTo>
                  <a:pt x="343" y="5"/>
                </a:lnTo>
                <a:lnTo>
                  <a:pt x="343" y="4"/>
                </a:lnTo>
                <a:lnTo>
                  <a:pt x="343" y="3"/>
                </a:lnTo>
                <a:lnTo>
                  <a:pt x="344" y="3"/>
                </a:lnTo>
                <a:lnTo>
                  <a:pt x="345" y="3"/>
                </a:lnTo>
                <a:lnTo>
                  <a:pt x="346" y="2"/>
                </a:lnTo>
                <a:lnTo>
                  <a:pt x="347" y="2"/>
                </a:lnTo>
                <a:lnTo>
                  <a:pt x="348" y="2"/>
                </a:lnTo>
                <a:lnTo>
                  <a:pt x="348" y="3"/>
                </a:lnTo>
                <a:lnTo>
                  <a:pt x="348" y="4"/>
                </a:lnTo>
                <a:lnTo>
                  <a:pt x="349" y="5"/>
                </a:lnTo>
                <a:lnTo>
                  <a:pt x="350" y="5"/>
                </a:lnTo>
                <a:lnTo>
                  <a:pt x="351" y="4"/>
                </a:lnTo>
                <a:lnTo>
                  <a:pt x="352" y="4"/>
                </a:lnTo>
                <a:lnTo>
                  <a:pt x="353" y="2"/>
                </a:lnTo>
                <a:lnTo>
                  <a:pt x="354" y="2"/>
                </a:lnTo>
                <a:lnTo>
                  <a:pt x="356" y="2"/>
                </a:lnTo>
                <a:lnTo>
                  <a:pt x="356" y="1"/>
                </a:lnTo>
                <a:lnTo>
                  <a:pt x="356" y="0"/>
                </a:lnTo>
                <a:lnTo>
                  <a:pt x="357" y="0"/>
                </a:lnTo>
                <a:lnTo>
                  <a:pt x="358" y="0"/>
                </a:lnTo>
                <a:lnTo>
                  <a:pt x="358" y="1"/>
                </a:lnTo>
                <a:lnTo>
                  <a:pt x="358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09" name=""/>
          <p:cNvSpPr/>
          <p:nvPr/>
        </p:nvSpPr>
        <p:spPr>
          <a:xfrm>
            <a:off x="6234480" y="1916280"/>
            <a:ext cx="281880" cy="297720"/>
          </a:xfrm>
          <a:custGeom>
            <a:avLst/>
            <a:gdLst/>
            <a:ahLst/>
            <a:rect l="0" t="0" r="r" b="b"/>
            <a:pathLst>
              <a:path w="783" h="827">
                <a:moveTo>
                  <a:pt x="143" y="0"/>
                </a:moveTo>
                <a:lnTo>
                  <a:pt x="143" y="1"/>
                </a:lnTo>
                <a:lnTo>
                  <a:pt x="144" y="2"/>
                </a:lnTo>
                <a:lnTo>
                  <a:pt x="143" y="3"/>
                </a:lnTo>
                <a:lnTo>
                  <a:pt x="143" y="4"/>
                </a:lnTo>
                <a:lnTo>
                  <a:pt x="143" y="7"/>
                </a:lnTo>
                <a:lnTo>
                  <a:pt x="143" y="8"/>
                </a:lnTo>
                <a:lnTo>
                  <a:pt x="143" y="9"/>
                </a:lnTo>
                <a:lnTo>
                  <a:pt x="143" y="10"/>
                </a:lnTo>
                <a:lnTo>
                  <a:pt x="143" y="11"/>
                </a:lnTo>
                <a:lnTo>
                  <a:pt x="144" y="12"/>
                </a:lnTo>
                <a:lnTo>
                  <a:pt x="143" y="13"/>
                </a:lnTo>
                <a:lnTo>
                  <a:pt x="143" y="15"/>
                </a:lnTo>
                <a:lnTo>
                  <a:pt x="143" y="16"/>
                </a:lnTo>
                <a:lnTo>
                  <a:pt x="144" y="17"/>
                </a:lnTo>
                <a:lnTo>
                  <a:pt x="144" y="19"/>
                </a:lnTo>
                <a:lnTo>
                  <a:pt x="144" y="20"/>
                </a:lnTo>
                <a:lnTo>
                  <a:pt x="145" y="21"/>
                </a:lnTo>
                <a:lnTo>
                  <a:pt x="144" y="21"/>
                </a:lnTo>
                <a:lnTo>
                  <a:pt x="144" y="23"/>
                </a:lnTo>
                <a:lnTo>
                  <a:pt x="144" y="24"/>
                </a:lnTo>
                <a:lnTo>
                  <a:pt x="145" y="25"/>
                </a:lnTo>
                <a:lnTo>
                  <a:pt x="144" y="26"/>
                </a:lnTo>
                <a:lnTo>
                  <a:pt x="144" y="27"/>
                </a:lnTo>
                <a:lnTo>
                  <a:pt x="145" y="27"/>
                </a:lnTo>
                <a:lnTo>
                  <a:pt x="145" y="28"/>
                </a:lnTo>
                <a:lnTo>
                  <a:pt x="144" y="29"/>
                </a:lnTo>
                <a:lnTo>
                  <a:pt x="144" y="30"/>
                </a:lnTo>
                <a:lnTo>
                  <a:pt x="145" y="31"/>
                </a:lnTo>
                <a:lnTo>
                  <a:pt x="145" y="32"/>
                </a:lnTo>
                <a:lnTo>
                  <a:pt x="144" y="33"/>
                </a:lnTo>
                <a:lnTo>
                  <a:pt x="144" y="34"/>
                </a:lnTo>
                <a:lnTo>
                  <a:pt x="143" y="34"/>
                </a:lnTo>
                <a:lnTo>
                  <a:pt x="143" y="35"/>
                </a:lnTo>
                <a:lnTo>
                  <a:pt x="143" y="36"/>
                </a:lnTo>
                <a:lnTo>
                  <a:pt x="143" y="37"/>
                </a:lnTo>
                <a:lnTo>
                  <a:pt x="142" y="38"/>
                </a:lnTo>
                <a:lnTo>
                  <a:pt x="142" y="39"/>
                </a:lnTo>
                <a:lnTo>
                  <a:pt x="143" y="39"/>
                </a:lnTo>
                <a:lnTo>
                  <a:pt x="143" y="40"/>
                </a:lnTo>
                <a:lnTo>
                  <a:pt x="142" y="41"/>
                </a:lnTo>
                <a:lnTo>
                  <a:pt x="143" y="43"/>
                </a:lnTo>
                <a:lnTo>
                  <a:pt x="143" y="44"/>
                </a:lnTo>
                <a:lnTo>
                  <a:pt x="144" y="45"/>
                </a:lnTo>
                <a:lnTo>
                  <a:pt x="143" y="46"/>
                </a:lnTo>
                <a:lnTo>
                  <a:pt x="143" y="48"/>
                </a:lnTo>
                <a:lnTo>
                  <a:pt x="144" y="49"/>
                </a:lnTo>
                <a:lnTo>
                  <a:pt x="145" y="51"/>
                </a:lnTo>
                <a:lnTo>
                  <a:pt x="145" y="52"/>
                </a:lnTo>
                <a:lnTo>
                  <a:pt x="145" y="53"/>
                </a:lnTo>
                <a:lnTo>
                  <a:pt x="145" y="54"/>
                </a:lnTo>
                <a:lnTo>
                  <a:pt x="144" y="54"/>
                </a:lnTo>
                <a:lnTo>
                  <a:pt x="145" y="55"/>
                </a:lnTo>
                <a:lnTo>
                  <a:pt x="146" y="56"/>
                </a:lnTo>
                <a:lnTo>
                  <a:pt x="146" y="57"/>
                </a:lnTo>
                <a:lnTo>
                  <a:pt x="146" y="58"/>
                </a:lnTo>
                <a:lnTo>
                  <a:pt x="146" y="59"/>
                </a:lnTo>
                <a:lnTo>
                  <a:pt x="146" y="60"/>
                </a:lnTo>
                <a:lnTo>
                  <a:pt x="147" y="60"/>
                </a:lnTo>
                <a:lnTo>
                  <a:pt x="148" y="61"/>
                </a:lnTo>
                <a:lnTo>
                  <a:pt x="147" y="62"/>
                </a:lnTo>
                <a:lnTo>
                  <a:pt x="148" y="62"/>
                </a:lnTo>
                <a:lnTo>
                  <a:pt x="149" y="63"/>
                </a:lnTo>
                <a:lnTo>
                  <a:pt x="149" y="64"/>
                </a:lnTo>
                <a:lnTo>
                  <a:pt x="148" y="64"/>
                </a:lnTo>
                <a:lnTo>
                  <a:pt x="148" y="65"/>
                </a:lnTo>
                <a:lnTo>
                  <a:pt x="149" y="65"/>
                </a:lnTo>
                <a:lnTo>
                  <a:pt x="150" y="65"/>
                </a:lnTo>
                <a:lnTo>
                  <a:pt x="149" y="66"/>
                </a:lnTo>
                <a:lnTo>
                  <a:pt x="149" y="67"/>
                </a:lnTo>
                <a:lnTo>
                  <a:pt x="148" y="68"/>
                </a:lnTo>
                <a:lnTo>
                  <a:pt x="148" y="69"/>
                </a:lnTo>
                <a:lnTo>
                  <a:pt x="149" y="69"/>
                </a:lnTo>
                <a:lnTo>
                  <a:pt x="149" y="70"/>
                </a:lnTo>
                <a:lnTo>
                  <a:pt x="149" y="72"/>
                </a:lnTo>
                <a:lnTo>
                  <a:pt x="150" y="74"/>
                </a:lnTo>
                <a:lnTo>
                  <a:pt x="150" y="75"/>
                </a:lnTo>
                <a:lnTo>
                  <a:pt x="150" y="76"/>
                </a:lnTo>
                <a:lnTo>
                  <a:pt x="150" y="77"/>
                </a:lnTo>
                <a:lnTo>
                  <a:pt x="150" y="78"/>
                </a:lnTo>
                <a:lnTo>
                  <a:pt x="150" y="80"/>
                </a:lnTo>
                <a:lnTo>
                  <a:pt x="150" y="81"/>
                </a:lnTo>
                <a:lnTo>
                  <a:pt x="149" y="81"/>
                </a:lnTo>
                <a:lnTo>
                  <a:pt x="148" y="82"/>
                </a:lnTo>
                <a:lnTo>
                  <a:pt x="149" y="83"/>
                </a:lnTo>
                <a:lnTo>
                  <a:pt x="149" y="84"/>
                </a:lnTo>
                <a:lnTo>
                  <a:pt x="149" y="85"/>
                </a:lnTo>
                <a:lnTo>
                  <a:pt x="150" y="85"/>
                </a:lnTo>
                <a:lnTo>
                  <a:pt x="151" y="87"/>
                </a:lnTo>
                <a:lnTo>
                  <a:pt x="152" y="89"/>
                </a:lnTo>
                <a:lnTo>
                  <a:pt x="153" y="90"/>
                </a:lnTo>
                <a:lnTo>
                  <a:pt x="154" y="90"/>
                </a:lnTo>
                <a:lnTo>
                  <a:pt x="154" y="91"/>
                </a:lnTo>
                <a:lnTo>
                  <a:pt x="154" y="93"/>
                </a:lnTo>
                <a:lnTo>
                  <a:pt x="155" y="93"/>
                </a:lnTo>
                <a:lnTo>
                  <a:pt x="156" y="94"/>
                </a:lnTo>
                <a:lnTo>
                  <a:pt x="156" y="95"/>
                </a:lnTo>
                <a:lnTo>
                  <a:pt x="157" y="95"/>
                </a:lnTo>
                <a:lnTo>
                  <a:pt x="158" y="95"/>
                </a:lnTo>
                <a:lnTo>
                  <a:pt x="159" y="96"/>
                </a:lnTo>
                <a:lnTo>
                  <a:pt x="159" y="98"/>
                </a:lnTo>
                <a:lnTo>
                  <a:pt x="158" y="98"/>
                </a:lnTo>
                <a:lnTo>
                  <a:pt x="158" y="99"/>
                </a:lnTo>
                <a:lnTo>
                  <a:pt x="159" y="99"/>
                </a:lnTo>
                <a:lnTo>
                  <a:pt x="160" y="99"/>
                </a:lnTo>
                <a:lnTo>
                  <a:pt x="161" y="101"/>
                </a:lnTo>
                <a:lnTo>
                  <a:pt x="161" y="102"/>
                </a:lnTo>
                <a:lnTo>
                  <a:pt x="162" y="104"/>
                </a:lnTo>
                <a:lnTo>
                  <a:pt x="164" y="104"/>
                </a:lnTo>
                <a:lnTo>
                  <a:pt x="164" y="105"/>
                </a:lnTo>
                <a:lnTo>
                  <a:pt x="165" y="106"/>
                </a:lnTo>
                <a:lnTo>
                  <a:pt x="166" y="107"/>
                </a:lnTo>
                <a:lnTo>
                  <a:pt x="167" y="107"/>
                </a:lnTo>
                <a:lnTo>
                  <a:pt x="168" y="109"/>
                </a:lnTo>
                <a:lnTo>
                  <a:pt x="169" y="110"/>
                </a:lnTo>
                <a:lnTo>
                  <a:pt x="169" y="109"/>
                </a:lnTo>
                <a:lnTo>
                  <a:pt x="169" y="108"/>
                </a:lnTo>
                <a:lnTo>
                  <a:pt x="168" y="107"/>
                </a:lnTo>
                <a:lnTo>
                  <a:pt x="168" y="105"/>
                </a:lnTo>
                <a:lnTo>
                  <a:pt x="168" y="104"/>
                </a:lnTo>
                <a:lnTo>
                  <a:pt x="169" y="102"/>
                </a:lnTo>
                <a:lnTo>
                  <a:pt x="169" y="100"/>
                </a:lnTo>
                <a:lnTo>
                  <a:pt x="170" y="99"/>
                </a:lnTo>
                <a:lnTo>
                  <a:pt x="170" y="98"/>
                </a:lnTo>
                <a:lnTo>
                  <a:pt x="171" y="98"/>
                </a:lnTo>
                <a:lnTo>
                  <a:pt x="171" y="97"/>
                </a:lnTo>
                <a:lnTo>
                  <a:pt x="170" y="96"/>
                </a:lnTo>
                <a:lnTo>
                  <a:pt x="170" y="95"/>
                </a:lnTo>
                <a:lnTo>
                  <a:pt x="169" y="95"/>
                </a:lnTo>
                <a:lnTo>
                  <a:pt x="168" y="93"/>
                </a:lnTo>
                <a:lnTo>
                  <a:pt x="169" y="93"/>
                </a:lnTo>
                <a:lnTo>
                  <a:pt x="170" y="92"/>
                </a:lnTo>
                <a:lnTo>
                  <a:pt x="170" y="91"/>
                </a:lnTo>
                <a:lnTo>
                  <a:pt x="170" y="90"/>
                </a:lnTo>
                <a:lnTo>
                  <a:pt x="170" y="89"/>
                </a:lnTo>
                <a:lnTo>
                  <a:pt x="171" y="89"/>
                </a:lnTo>
                <a:lnTo>
                  <a:pt x="171" y="88"/>
                </a:lnTo>
                <a:lnTo>
                  <a:pt x="171" y="87"/>
                </a:lnTo>
                <a:lnTo>
                  <a:pt x="171" y="86"/>
                </a:lnTo>
                <a:lnTo>
                  <a:pt x="172" y="86"/>
                </a:lnTo>
                <a:lnTo>
                  <a:pt x="172" y="85"/>
                </a:lnTo>
                <a:lnTo>
                  <a:pt x="173" y="85"/>
                </a:lnTo>
                <a:lnTo>
                  <a:pt x="172" y="84"/>
                </a:lnTo>
                <a:lnTo>
                  <a:pt x="172" y="83"/>
                </a:lnTo>
                <a:lnTo>
                  <a:pt x="171" y="83"/>
                </a:lnTo>
                <a:lnTo>
                  <a:pt x="170" y="83"/>
                </a:lnTo>
                <a:lnTo>
                  <a:pt x="170" y="82"/>
                </a:lnTo>
                <a:lnTo>
                  <a:pt x="169" y="81"/>
                </a:lnTo>
                <a:lnTo>
                  <a:pt x="169" y="80"/>
                </a:lnTo>
                <a:lnTo>
                  <a:pt x="170" y="80"/>
                </a:lnTo>
                <a:lnTo>
                  <a:pt x="171" y="79"/>
                </a:lnTo>
                <a:lnTo>
                  <a:pt x="170" y="77"/>
                </a:lnTo>
                <a:lnTo>
                  <a:pt x="170" y="76"/>
                </a:lnTo>
                <a:lnTo>
                  <a:pt x="169" y="76"/>
                </a:lnTo>
                <a:lnTo>
                  <a:pt x="169" y="75"/>
                </a:lnTo>
                <a:lnTo>
                  <a:pt x="169" y="74"/>
                </a:lnTo>
                <a:lnTo>
                  <a:pt x="169" y="72"/>
                </a:lnTo>
                <a:lnTo>
                  <a:pt x="170" y="71"/>
                </a:lnTo>
                <a:lnTo>
                  <a:pt x="169" y="70"/>
                </a:lnTo>
                <a:lnTo>
                  <a:pt x="170" y="69"/>
                </a:lnTo>
                <a:lnTo>
                  <a:pt x="171" y="69"/>
                </a:lnTo>
                <a:lnTo>
                  <a:pt x="173" y="69"/>
                </a:lnTo>
                <a:lnTo>
                  <a:pt x="174" y="69"/>
                </a:lnTo>
                <a:lnTo>
                  <a:pt x="175" y="69"/>
                </a:lnTo>
                <a:lnTo>
                  <a:pt x="175" y="68"/>
                </a:lnTo>
                <a:lnTo>
                  <a:pt x="175" y="67"/>
                </a:lnTo>
                <a:lnTo>
                  <a:pt x="175" y="66"/>
                </a:lnTo>
                <a:lnTo>
                  <a:pt x="176" y="66"/>
                </a:lnTo>
                <a:lnTo>
                  <a:pt x="176" y="65"/>
                </a:lnTo>
                <a:lnTo>
                  <a:pt x="177" y="65"/>
                </a:lnTo>
                <a:lnTo>
                  <a:pt x="178" y="64"/>
                </a:lnTo>
                <a:lnTo>
                  <a:pt x="178" y="63"/>
                </a:lnTo>
                <a:lnTo>
                  <a:pt x="178" y="62"/>
                </a:lnTo>
                <a:lnTo>
                  <a:pt x="179" y="62"/>
                </a:lnTo>
                <a:lnTo>
                  <a:pt x="180" y="63"/>
                </a:lnTo>
                <a:lnTo>
                  <a:pt x="181" y="63"/>
                </a:lnTo>
                <a:lnTo>
                  <a:pt x="182" y="62"/>
                </a:lnTo>
                <a:lnTo>
                  <a:pt x="182" y="61"/>
                </a:lnTo>
                <a:lnTo>
                  <a:pt x="182" y="59"/>
                </a:lnTo>
                <a:lnTo>
                  <a:pt x="182" y="58"/>
                </a:lnTo>
                <a:lnTo>
                  <a:pt x="182" y="57"/>
                </a:lnTo>
                <a:lnTo>
                  <a:pt x="181" y="56"/>
                </a:lnTo>
                <a:lnTo>
                  <a:pt x="182" y="55"/>
                </a:lnTo>
                <a:lnTo>
                  <a:pt x="183" y="54"/>
                </a:lnTo>
                <a:lnTo>
                  <a:pt x="183" y="53"/>
                </a:lnTo>
                <a:lnTo>
                  <a:pt x="184" y="52"/>
                </a:lnTo>
                <a:lnTo>
                  <a:pt x="184" y="53"/>
                </a:lnTo>
                <a:lnTo>
                  <a:pt x="185" y="52"/>
                </a:lnTo>
                <a:lnTo>
                  <a:pt x="187" y="51"/>
                </a:lnTo>
                <a:lnTo>
                  <a:pt x="188" y="51"/>
                </a:lnTo>
                <a:lnTo>
                  <a:pt x="187" y="51"/>
                </a:lnTo>
                <a:lnTo>
                  <a:pt x="187" y="50"/>
                </a:lnTo>
                <a:lnTo>
                  <a:pt x="188" y="50"/>
                </a:lnTo>
                <a:lnTo>
                  <a:pt x="189" y="50"/>
                </a:lnTo>
                <a:lnTo>
                  <a:pt x="188" y="49"/>
                </a:lnTo>
                <a:lnTo>
                  <a:pt x="188" y="46"/>
                </a:lnTo>
                <a:lnTo>
                  <a:pt x="188" y="45"/>
                </a:lnTo>
                <a:lnTo>
                  <a:pt x="188" y="44"/>
                </a:lnTo>
                <a:lnTo>
                  <a:pt x="189" y="44"/>
                </a:lnTo>
                <a:lnTo>
                  <a:pt x="189" y="43"/>
                </a:lnTo>
                <a:lnTo>
                  <a:pt x="189" y="42"/>
                </a:lnTo>
                <a:lnTo>
                  <a:pt x="189" y="41"/>
                </a:lnTo>
                <a:lnTo>
                  <a:pt x="192" y="41"/>
                </a:lnTo>
                <a:lnTo>
                  <a:pt x="193" y="42"/>
                </a:lnTo>
                <a:lnTo>
                  <a:pt x="195" y="42"/>
                </a:lnTo>
                <a:lnTo>
                  <a:pt x="195" y="41"/>
                </a:lnTo>
                <a:lnTo>
                  <a:pt x="196" y="41"/>
                </a:lnTo>
                <a:lnTo>
                  <a:pt x="196" y="40"/>
                </a:lnTo>
                <a:lnTo>
                  <a:pt x="196" y="39"/>
                </a:lnTo>
                <a:lnTo>
                  <a:pt x="197" y="39"/>
                </a:lnTo>
                <a:lnTo>
                  <a:pt x="198" y="38"/>
                </a:lnTo>
                <a:lnTo>
                  <a:pt x="198" y="39"/>
                </a:lnTo>
                <a:lnTo>
                  <a:pt x="198" y="40"/>
                </a:lnTo>
                <a:lnTo>
                  <a:pt x="198" y="41"/>
                </a:lnTo>
                <a:lnTo>
                  <a:pt x="198" y="42"/>
                </a:lnTo>
                <a:lnTo>
                  <a:pt x="198" y="44"/>
                </a:lnTo>
                <a:lnTo>
                  <a:pt x="198" y="46"/>
                </a:lnTo>
                <a:lnTo>
                  <a:pt x="198" y="48"/>
                </a:lnTo>
                <a:lnTo>
                  <a:pt x="199" y="49"/>
                </a:lnTo>
                <a:lnTo>
                  <a:pt x="199" y="50"/>
                </a:lnTo>
                <a:lnTo>
                  <a:pt x="199" y="51"/>
                </a:lnTo>
                <a:lnTo>
                  <a:pt x="199" y="52"/>
                </a:lnTo>
                <a:lnTo>
                  <a:pt x="201" y="53"/>
                </a:lnTo>
                <a:lnTo>
                  <a:pt x="201" y="54"/>
                </a:lnTo>
                <a:lnTo>
                  <a:pt x="202" y="54"/>
                </a:lnTo>
                <a:lnTo>
                  <a:pt x="203" y="54"/>
                </a:lnTo>
                <a:lnTo>
                  <a:pt x="205" y="54"/>
                </a:lnTo>
                <a:lnTo>
                  <a:pt x="206" y="55"/>
                </a:lnTo>
                <a:lnTo>
                  <a:pt x="207" y="57"/>
                </a:lnTo>
                <a:lnTo>
                  <a:pt x="208" y="57"/>
                </a:lnTo>
                <a:lnTo>
                  <a:pt x="208" y="58"/>
                </a:lnTo>
                <a:lnTo>
                  <a:pt x="209" y="58"/>
                </a:lnTo>
                <a:lnTo>
                  <a:pt x="209" y="59"/>
                </a:lnTo>
                <a:lnTo>
                  <a:pt x="208" y="59"/>
                </a:lnTo>
                <a:lnTo>
                  <a:pt x="208" y="60"/>
                </a:lnTo>
                <a:lnTo>
                  <a:pt x="208" y="61"/>
                </a:lnTo>
                <a:lnTo>
                  <a:pt x="209" y="61"/>
                </a:lnTo>
                <a:lnTo>
                  <a:pt x="210" y="61"/>
                </a:lnTo>
                <a:lnTo>
                  <a:pt x="211" y="61"/>
                </a:lnTo>
                <a:lnTo>
                  <a:pt x="212" y="61"/>
                </a:lnTo>
                <a:lnTo>
                  <a:pt x="212" y="62"/>
                </a:lnTo>
                <a:lnTo>
                  <a:pt x="212" y="63"/>
                </a:lnTo>
                <a:lnTo>
                  <a:pt x="212" y="64"/>
                </a:lnTo>
                <a:lnTo>
                  <a:pt x="215" y="64"/>
                </a:lnTo>
                <a:lnTo>
                  <a:pt x="216" y="64"/>
                </a:lnTo>
                <a:lnTo>
                  <a:pt x="216" y="65"/>
                </a:lnTo>
                <a:lnTo>
                  <a:pt x="217" y="66"/>
                </a:lnTo>
                <a:lnTo>
                  <a:pt x="218" y="66"/>
                </a:lnTo>
                <a:lnTo>
                  <a:pt x="219" y="67"/>
                </a:lnTo>
                <a:lnTo>
                  <a:pt x="220" y="68"/>
                </a:lnTo>
                <a:lnTo>
                  <a:pt x="220" y="69"/>
                </a:lnTo>
                <a:lnTo>
                  <a:pt x="220" y="70"/>
                </a:lnTo>
                <a:lnTo>
                  <a:pt x="220" y="71"/>
                </a:lnTo>
                <a:lnTo>
                  <a:pt x="221" y="71"/>
                </a:lnTo>
                <a:lnTo>
                  <a:pt x="222" y="72"/>
                </a:lnTo>
                <a:lnTo>
                  <a:pt x="222" y="73"/>
                </a:lnTo>
                <a:lnTo>
                  <a:pt x="222" y="74"/>
                </a:lnTo>
                <a:lnTo>
                  <a:pt x="222" y="77"/>
                </a:lnTo>
                <a:lnTo>
                  <a:pt x="223" y="78"/>
                </a:lnTo>
                <a:lnTo>
                  <a:pt x="224" y="78"/>
                </a:lnTo>
                <a:lnTo>
                  <a:pt x="225" y="79"/>
                </a:lnTo>
                <a:lnTo>
                  <a:pt x="226" y="80"/>
                </a:lnTo>
                <a:lnTo>
                  <a:pt x="227" y="80"/>
                </a:lnTo>
                <a:lnTo>
                  <a:pt x="228" y="80"/>
                </a:lnTo>
                <a:lnTo>
                  <a:pt x="229" y="81"/>
                </a:lnTo>
                <a:lnTo>
                  <a:pt x="230" y="82"/>
                </a:lnTo>
                <a:lnTo>
                  <a:pt x="229" y="83"/>
                </a:lnTo>
                <a:lnTo>
                  <a:pt x="229" y="84"/>
                </a:lnTo>
                <a:lnTo>
                  <a:pt x="229" y="85"/>
                </a:lnTo>
                <a:lnTo>
                  <a:pt x="229" y="86"/>
                </a:lnTo>
                <a:lnTo>
                  <a:pt x="228" y="87"/>
                </a:lnTo>
                <a:lnTo>
                  <a:pt x="228" y="88"/>
                </a:lnTo>
                <a:lnTo>
                  <a:pt x="229" y="88"/>
                </a:lnTo>
                <a:lnTo>
                  <a:pt x="232" y="88"/>
                </a:lnTo>
                <a:lnTo>
                  <a:pt x="232" y="89"/>
                </a:lnTo>
                <a:lnTo>
                  <a:pt x="234" y="89"/>
                </a:lnTo>
                <a:lnTo>
                  <a:pt x="235" y="90"/>
                </a:lnTo>
                <a:lnTo>
                  <a:pt x="237" y="92"/>
                </a:lnTo>
                <a:lnTo>
                  <a:pt x="238" y="92"/>
                </a:lnTo>
                <a:lnTo>
                  <a:pt x="239" y="93"/>
                </a:lnTo>
                <a:lnTo>
                  <a:pt x="238" y="94"/>
                </a:lnTo>
                <a:lnTo>
                  <a:pt x="238" y="95"/>
                </a:lnTo>
                <a:lnTo>
                  <a:pt x="238" y="96"/>
                </a:lnTo>
                <a:lnTo>
                  <a:pt x="237" y="96"/>
                </a:lnTo>
                <a:lnTo>
                  <a:pt x="236" y="96"/>
                </a:lnTo>
                <a:lnTo>
                  <a:pt x="236" y="97"/>
                </a:lnTo>
                <a:lnTo>
                  <a:pt x="237" y="97"/>
                </a:lnTo>
                <a:lnTo>
                  <a:pt x="237" y="98"/>
                </a:lnTo>
                <a:lnTo>
                  <a:pt x="238" y="98"/>
                </a:lnTo>
                <a:lnTo>
                  <a:pt x="240" y="99"/>
                </a:lnTo>
                <a:lnTo>
                  <a:pt x="240" y="100"/>
                </a:lnTo>
                <a:lnTo>
                  <a:pt x="239" y="101"/>
                </a:lnTo>
                <a:lnTo>
                  <a:pt x="238" y="101"/>
                </a:lnTo>
                <a:lnTo>
                  <a:pt x="238" y="102"/>
                </a:lnTo>
                <a:lnTo>
                  <a:pt x="238" y="103"/>
                </a:lnTo>
                <a:lnTo>
                  <a:pt x="238" y="104"/>
                </a:lnTo>
                <a:lnTo>
                  <a:pt x="237" y="104"/>
                </a:lnTo>
                <a:lnTo>
                  <a:pt x="236" y="105"/>
                </a:lnTo>
                <a:lnTo>
                  <a:pt x="235" y="105"/>
                </a:lnTo>
                <a:lnTo>
                  <a:pt x="234" y="105"/>
                </a:lnTo>
                <a:lnTo>
                  <a:pt x="233" y="105"/>
                </a:lnTo>
                <a:lnTo>
                  <a:pt x="232" y="105"/>
                </a:lnTo>
                <a:lnTo>
                  <a:pt x="232" y="106"/>
                </a:lnTo>
                <a:lnTo>
                  <a:pt x="231" y="107"/>
                </a:lnTo>
                <a:lnTo>
                  <a:pt x="230" y="107"/>
                </a:lnTo>
                <a:lnTo>
                  <a:pt x="229" y="106"/>
                </a:lnTo>
                <a:lnTo>
                  <a:pt x="228" y="106"/>
                </a:lnTo>
                <a:lnTo>
                  <a:pt x="228" y="107"/>
                </a:lnTo>
                <a:lnTo>
                  <a:pt x="227" y="107"/>
                </a:lnTo>
                <a:lnTo>
                  <a:pt x="226" y="107"/>
                </a:lnTo>
                <a:lnTo>
                  <a:pt x="226" y="109"/>
                </a:lnTo>
                <a:lnTo>
                  <a:pt x="225" y="109"/>
                </a:lnTo>
                <a:lnTo>
                  <a:pt x="225" y="111"/>
                </a:lnTo>
                <a:lnTo>
                  <a:pt x="226" y="112"/>
                </a:lnTo>
                <a:lnTo>
                  <a:pt x="227" y="112"/>
                </a:lnTo>
                <a:lnTo>
                  <a:pt x="227" y="113"/>
                </a:lnTo>
                <a:lnTo>
                  <a:pt x="227" y="114"/>
                </a:lnTo>
                <a:lnTo>
                  <a:pt x="228" y="115"/>
                </a:lnTo>
                <a:lnTo>
                  <a:pt x="228" y="117"/>
                </a:lnTo>
                <a:lnTo>
                  <a:pt x="229" y="117"/>
                </a:lnTo>
                <a:lnTo>
                  <a:pt x="229" y="118"/>
                </a:lnTo>
                <a:lnTo>
                  <a:pt x="229" y="120"/>
                </a:lnTo>
                <a:lnTo>
                  <a:pt x="230" y="120"/>
                </a:lnTo>
                <a:lnTo>
                  <a:pt x="230" y="121"/>
                </a:lnTo>
                <a:lnTo>
                  <a:pt x="231" y="123"/>
                </a:lnTo>
                <a:lnTo>
                  <a:pt x="233" y="124"/>
                </a:lnTo>
                <a:lnTo>
                  <a:pt x="234" y="124"/>
                </a:lnTo>
                <a:lnTo>
                  <a:pt x="235" y="124"/>
                </a:lnTo>
                <a:lnTo>
                  <a:pt x="236" y="126"/>
                </a:lnTo>
                <a:lnTo>
                  <a:pt x="236" y="127"/>
                </a:lnTo>
                <a:lnTo>
                  <a:pt x="237" y="127"/>
                </a:lnTo>
                <a:lnTo>
                  <a:pt x="238" y="129"/>
                </a:lnTo>
                <a:lnTo>
                  <a:pt x="239" y="130"/>
                </a:lnTo>
                <a:lnTo>
                  <a:pt x="240" y="130"/>
                </a:lnTo>
                <a:lnTo>
                  <a:pt x="240" y="131"/>
                </a:lnTo>
                <a:lnTo>
                  <a:pt x="241" y="132"/>
                </a:lnTo>
                <a:lnTo>
                  <a:pt x="240" y="132"/>
                </a:lnTo>
                <a:lnTo>
                  <a:pt x="239" y="135"/>
                </a:lnTo>
                <a:lnTo>
                  <a:pt x="238" y="136"/>
                </a:lnTo>
                <a:lnTo>
                  <a:pt x="239" y="136"/>
                </a:lnTo>
                <a:lnTo>
                  <a:pt x="241" y="137"/>
                </a:lnTo>
                <a:lnTo>
                  <a:pt x="242" y="138"/>
                </a:lnTo>
                <a:lnTo>
                  <a:pt x="243" y="138"/>
                </a:lnTo>
                <a:lnTo>
                  <a:pt x="244" y="138"/>
                </a:lnTo>
                <a:lnTo>
                  <a:pt x="244" y="139"/>
                </a:lnTo>
                <a:lnTo>
                  <a:pt x="245" y="139"/>
                </a:lnTo>
                <a:lnTo>
                  <a:pt x="247" y="139"/>
                </a:lnTo>
                <a:lnTo>
                  <a:pt x="248" y="139"/>
                </a:lnTo>
                <a:lnTo>
                  <a:pt x="249" y="139"/>
                </a:lnTo>
                <a:lnTo>
                  <a:pt x="250" y="139"/>
                </a:lnTo>
                <a:lnTo>
                  <a:pt x="251" y="140"/>
                </a:lnTo>
                <a:lnTo>
                  <a:pt x="251" y="141"/>
                </a:lnTo>
                <a:lnTo>
                  <a:pt x="250" y="141"/>
                </a:lnTo>
                <a:lnTo>
                  <a:pt x="251" y="142"/>
                </a:lnTo>
                <a:lnTo>
                  <a:pt x="251" y="143"/>
                </a:lnTo>
                <a:lnTo>
                  <a:pt x="250" y="144"/>
                </a:lnTo>
                <a:lnTo>
                  <a:pt x="249" y="144"/>
                </a:lnTo>
                <a:lnTo>
                  <a:pt x="249" y="145"/>
                </a:lnTo>
                <a:lnTo>
                  <a:pt x="249" y="146"/>
                </a:lnTo>
                <a:lnTo>
                  <a:pt x="250" y="147"/>
                </a:lnTo>
                <a:lnTo>
                  <a:pt x="251" y="147"/>
                </a:lnTo>
                <a:lnTo>
                  <a:pt x="251" y="148"/>
                </a:lnTo>
                <a:lnTo>
                  <a:pt x="251" y="149"/>
                </a:lnTo>
                <a:lnTo>
                  <a:pt x="251" y="150"/>
                </a:lnTo>
                <a:lnTo>
                  <a:pt x="251" y="151"/>
                </a:lnTo>
                <a:lnTo>
                  <a:pt x="251" y="152"/>
                </a:lnTo>
                <a:lnTo>
                  <a:pt x="250" y="153"/>
                </a:lnTo>
                <a:lnTo>
                  <a:pt x="251" y="154"/>
                </a:lnTo>
                <a:lnTo>
                  <a:pt x="252" y="154"/>
                </a:lnTo>
                <a:lnTo>
                  <a:pt x="253" y="154"/>
                </a:lnTo>
                <a:lnTo>
                  <a:pt x="254" y="153"/>
                </a:lnTo>
                <a:lnTo>
                  <a:pt x="254" y="152"/>
                </a:lnTo>
                <a:lnTo>
                  <a:pt x="256" y="151"/>
                </a:lnTo>
                <a:lnTo>
                  <a:pt x="256" y="150"/>
                </a:lnTo>
                <a:lnTo>
                  <a:pt x="257" y="150"/>
                </a:lnTo>
                <a:lnTo>
                  <a:pt x="257" y="151"/>
                </a:lnTo>
                <a:lnTo>
                  <a:pt x="258" y="151"/>
                </a:lnTo>
                <a:lnTo>
                  <a:pt x="258" y="150"/>
                </a:lnTo>
                <a:lnTo>
                  <a:pt x="258" y="149"/>
                </a:lnTo>
                <a:lnTo>
                  <a:pt x="259" y="148"/>
                </a:lnTo>
                <a:lnTo>
                  <a:pt x="260" y="147"/>
                </a:lnTo>
                <a:lnTo>
                  <a:pt x="261" y="146"/>
                </a:lnTo>
                <a:lnTo>
                  <a:pt x="261" y="145"/>
                </a:lnTo>
                <a:lnTo>
                  <a:pt x="261" y="144"/>
                </a:lnTo>
                <a:lnTo>
                  <a:pt x="261" y="143"/>
                </a:lnTo>
                <a:lnTo>
                  <a:pt x="261" y="142"/>
                </a:lnTo>
                <a:lnTo>
                  <a:pt x="262" y="142"/>
                </a:lnTo>
                <a:lnTo>
                  <a:pt x="263" y="141"/>
                </a:lnTo>
                <a:lnTo>
                  <a:pt x="263" y="140"/>
                </a:lnTo>
                <a:lnTo>
                  <a:pt x="263" y="139"/>
                </a:lnTo>
                <a:lnTo>
                  <a:pt x="264" y="139"/>
                </a:lnTo>
                <a:lnTo>
                  <a:pt x="265" y="139"/>
                </a:lnTo>
                <a:lnTo>
                  <a:pt x="266" y="140"/>
                </a:lnTo>
                <a:lnTo>
                  <a:pt x="267" y="140"/>
                </a:lnTo>
                <a:lnTo>
                  <a:pt x="268" y="140"/>
                </a:lnTo>
                <a:lnTo>
                  <a:pt x="268" y="141"/>
                </a:lnTo>
                <a:lnTo>
                  <a:pt x="269" y="141"/>
                </a:lnTo>
                <a:lnTo>
                  <a:pt x="269" y="142"/>
                </a:lnTo>
                <a:lnTo>
                  <a:pt x="269" y="141"/>
                </a:lnTo>
                <a:lnTo>
                  <a:pt x="270" y="141"/>
                </a:lnTo>
                <a:lnTo>
                  <a:pt x="270" y="142"/>
                </a:lnTo>
                <a:lnTo>
                  <a:pt x="270" y="143"/>
                </a:lnTo>
                <a:lnTo>
                  <a:pt x="271" y="144"/>
                </a:lnTo>
                <a:lnTo>
                  <a:pt x="272" y="144"/>
                </a:lnTo>
                <a:lnTo>
                  <a:pt x="273" y="144"/>
                </a:lnTo>
                <a:lnTo>
                  <a:pt x="273" y="145"/>
                </a:lnTo>
                <a:lnTo>
                  <a:pt x="274" y="145"/>
                </a:lnTo>
                <a:lnTo>
                  <a:pt x="274" y="144"/>
                </a:lnTo>
                <a:lnTo>
                  <a:pt x="275" y="144"/>
                </a:lnTo>
                <a:lnTo>
                  <a:pt x="276" y="143"/>
                </a:lnTo>
                <a:lnTo>
                  <a:pt x="277" y="142"/>
                </a:lnTo>
                <a:lnTo>
                  <a:pt x="278" y="141"/>
                </a:lnTo>
                <a:lnTo>
                  <a:pt x="279" y="141"/>
                </a:lnTo>
                <a:lnTo>
                  <a:pt x="279" y="140"/>
                </a:lnTo>
                <a:lnTo>
                  <a:pt x="279" y="139"/>
                </a:lnTo>
                <a:lnTo>
                  <a:pt x="279" y="138"/>
                </a:lnTo>
                <a:lnTo>
                  <a:pt x="280" y="136"/>
                </a:lnTo>
                <a:lnTo>
                  <a:pt x="281" y="136"/>
                </a:lnTo>
                <a:lnTo>
                  <a:pt x="281" y="135"/>
                </a:lnTo>
                <a:lnTo>
                  <a:pt x="281" y="134"/>
                </a:lnTo>
                <a:lnTo>
                  <a:pt x="282" y="134"/>
                </a:lnTo>
                <a:lnTo>
                  <a:pt x="283" y="135"/>
                </a:lnTo>
                <a:lnTo>
                  <a:pt x="283" y="134"/>
                </a:lnTo>
                <a:lnTo>
                  <a:pt x="284" y="134"/>
                </a:lnTo>
                <a:lnTo>
                  <a:pt x="285" y="134"/>
                </a:lnTo>
                <a:lnTo>
                  <a:pt x="286" y="135"/>
                </a:lnTo>
                <a:lnTo>
                  <a:pt x="287" y="136"/>
                </a:lnTo>
                <a:lnTo>
                  <a:pt x="287" y="137"/>
                </a:lnTo>
                <a:lnTo>
                  <a:pt x="288" y="138"/>
                </a:lnTo>
                <a:lnTo>
                  <a:pt x="287" y="138"/>
                </a:lnTo>
                <a:lnTo>
                  <a:pt x="287" y="139"/>
                </a:lnTo>
                <a:lnTo>
                  <a:pt x="288" y="140"/>
                </a:lnTo>
                <a:lnTo>
                  <a:pt x="289" y="140"/>
                </a:lnTo>
                <a:lnTo>
                  <a:pt x="289" y="141"/>
                </a:lnTo>
                <a:lnTo>
                  <a:pt x="288" y="142"/>
                </a:lnTo>
                <a:lnTo>
                  <a:pt x="288" y="143"/>
                </a:lnTo>
                <a:lnTo>
                  <a:pt x="288" y="144"/>
                </a:lnTo>
                <a:lnTo>
                  <a:pt x="287" y="144"/>
                </a:lnTo>
                <a:lnTo>
                  <a:pt x="287" y="145"/>
                </a:lnTo>
                <a:lnTo>
                  <a:pt x="288" y="146"/>
                </a:lnTo>
                <a:lnTo>
                  <a:pt x="289" y="147"/>
                </a:lnTo>
                <a:lnTo>
                  <a:pt x="290" y="147"/>
                </a:lnTo>
                <a:lnTo>
                  <a:pt x="290" y="148"/>
                </a:lnTo>
                <a:lnTo>
                  <a:pt x="291" y="149"/>
                </a:lnTo>
                <a:lnTo>
                  <a:pt x="292" y="149"/>
                </a:lnTo>
                <a:lnTo>
                  <a:pt x="292" y="150"/>
                </a:lnTo>
                <a:lnTo>
                  <a:pt x="294" y="151"/>
                </a:lnTo>
                <a:lnTo>
                  <a:pt x="294" y="152"/>
                </a:lnTo>
                <a:lnTo>
                  <a:pt x="294" y="153"/>
                </a:lnTo>
                <a:lnTo>
                  <a:pt x="294" y="155"/>
                </a:lnTo>
                <a:lnTo>
                  <a:pt x="294" y="157"/>
                </a:lnTo>
                <a:lnTo>
                  <a:pt x="295" y="157"/>
                </a:lnTo>
                <a:lnTo>
                  <a:pt x="295" y="158"/>
                </a:lnTo>
                <a:lnTo>
                  <a:pt x="297" y="158"/>
                </a:lnTo>
                <a:lnTo>
                  <a:pt x="298" y="158"/>
                </a:lnTo>
                <a:lnTo>
                  <a:pt x="299" y="158"/>
                </a:lnTo>
                <a:lnTo>
                  <a:pt x="300" y="158"/>
                </a:lnTo>
                <a:lnTo>
                  <a:pt x="301" y="159"/>
                </a:lnTo>
                <a:lnTo>
                  <a:pt x="300" y="160"/>
                </a:lnTo>
                <a:lnTo>
                  <a:pt x="299" y="160"/>
                </a:lnTo>
                <a:lnTo>
                  <a:pt x="299" y="161"/>
                </a:lnTo>
                <a:lnTo>
                  <a:pt x="299" y="162"/>
                </a:lnTo>
                <a:lnTo>
                  <a:pt x="300" y="162"/>
                </a:lnTo>
                <a:lnTo>
                  <a:pt x="301" y="162"/>
                </a:lnTo>
                <a:lnTo>
                  <a:pt x="300" y="163"/>
                </a:lnTo>
                <a:lnTo>
                  <a:pt x="299" y="164"/>
                </a:lnTo>
                <a:lnTo>
                  <a:pt x="299" y="165"/>
                </a:lnTo>
                <a:lnTo>
                  <a:pt x="300" y="165"/>
                </a:lnTo>
                <a:lnTo>
                  <a:pt x="300" y="164"/>
                </a:lnTo>
                <a:lnTo>
                  <a:pt x="301" y="164"/>
                </a:lnTo>
                <a:lnTo>
                  <a:pt x="301" y="166"/>
                </a:lnTo>
                <a:lnTo>
                  <a:pt x="301" y="167"/>
                </a:lnTo>
                <a:lnTo>
                  <a:pt x="302" y="167"/>
                </a:lnTo>
                <a:lnTo>
                  <a:pt x="303" y="169"/>
                </a:lnTo>
                <a:lnTo>
                  <a:pt x="304" y="169"/>
                </a:lnTo>
                <a:lnTo>
                  <a:pt x="304" y="170"/>
                </a:lnTo>
                <a:lnTo>
                  <a:pt x="304" y="171"/>
                </a:lnTo>
                <a:lnTo>
                  <a:pt x="305" y="173"/>
                </a:lnTo>
                <a:lnTo>
                  <a:pt x="306" y="174"/>
                </a:lnTo>
                <a:lnTo>
                  <a:pt x="306" y="175"/>
                </a:lnTo>
                <a:lnTo>
                  <a:pt x="306" y="177"/>
                </a:lnTo>
                <a:lnTo>
                  <a:pt x="306" y="178"/>
                </a:lnTo>
                <a:lnTo>
                  <a:pt x="306" y="179"/>
                </a:lnTo>
                <a:lnTo>
                  <a:pt x="305" y="181"/>
                </a:lnTo>
                <a:lnTo>
                  <a:pt x="305" y="182"/>
                </a:lnTo>
                <a:lnTo>
                  <a:pt x="306" y="181"/>
                </a:lnTo>
                <a:lnTo>
                  <a:pt x="307" y="180"/>
                </a:lnTo>
                <a:lnTo>
                  <a:pt x="308" y="180"/>
                </a:lnTo>
                <a:lnTo>
                  <a:pt x="309" y="181"/>
                </a:lnTo>
                <a:lnTo>
                  <a:pt x="310" y="182"/>
                </a:lnTo>
                <a:lnTo>
                  <a:pt x="310" y="183"/>
                </a:lnTo>
                <a:lnTo>
                  <a:pt x="310" y="184"/>
                </a:lnTo>
                <a:lnTo>
                  <a:pt x="311" y="187"/>
                </a:lnTo>
                <a:lnTo>
                  <a:pt x="313" y="189"/>
                </a:lnTo>
                <a:lnTo>
                  <a:pt x="313" y="190"/>
                </a:lnTo>
                <a:lnTo>
                  <a:pt x="314" y="190"/>
                </a:lnTo>
                <a:lnTo>
                  <a:pt x="314" y="191"/>
                </a:lnTo>
                <a:lnTo>
                  <a:pt x="314" y="192"/>
                </a:lnTo>
                <a:lnTo>
                  <a:pt x="315" y="192"/>
                </a:lnTo>
                <a:lnTo>
                  <a:pt x="315" y="193"/>
                </a:lnTo>
                <a:lnTo>
                  <a:pt x="316" y="193"/>
                </a:lnTo>
                <a:lnTo>
                  <a:pt x="316" y="194"/>
                </a:lnTo>
                <a:lnTo>
                  <a:pt x="316" y="195"/>
                </a:lnTo>
                <a:lnTo>
                  <a:pt x="315" y="195"/>
                </a:lnTo>
                <a:lnTo>
                  <a:pt x="315" y="196"/>
                </a:lnTo>
                <a:lnTo>
                  <a:pt x="316" y="197"/>
                </a:lnTo>
                <a:lnTo>
                  <a:pt x="317" y="198"/>
                </a:lnTo>
                <a:lnTo>
                  <a:pt x="317" y="199"/>
                </a:lnTo>
                <a:lnTo>
                  <a:pt x="317" y="200"/>
                </a:lnTo>
                <a:lnTo>
                  <a:pt x="316" y="200"/>
                </a:lnTo>
                <a:lnTo>
                  <a:pt x="317" y="202"/>
                </a:lnTo>
                <a:lnTo>
                  <a:pt x="318" y="202"/>
                </a:lnTo>
                <a:lnTo>
                  <a:pt x="318" y="203"/>
                </a:lnTo>
                <a:lnTo>
                  <a:pt x="318" y="204"/>
                </a:lnTo>
                <a:lnTo>
                  <a:pt x="318" y="205"/>
                </a:lnTo>
                <a:lnTo>
                  <a:pt x="318" y="206"/>
                </a:lnTo>
                <a:lnTo>
                  <a:pt x="319" y="206"/>
                </a:lnTo>
                <a:lnTo>
                  <a:pt x="319" y="207"/>
                </a:lnTo>
                <a:lnTo>
                  <a:pt x="319" y="208"/>
                </a:lnTo>
                <a:lnTo>
                  <a:pt x="321" y="208"/>
                </a:lnTo>
                <a:lnTo>
                  <a:pt x="322" y="208"/>
                </a:lnTo>
                <a:lnTo>
                  <a:pt x="322" y="207"/>
                </a:lnTo>
                <a:lnTo>
                  <a:pt x="323" y="207"/>
                </a:lnTo>
                <a:lnTo>
                  <a:pt x="324" y="207"/>
                </a:lnTo>
                <a:lnTo>
                  <a:pt x="325" y="207"/>
                </a:lnTo>
                <a:lnTo>
                  <a:pt x="327" y="207"/>
                </a:lnTo>
                <a:lnTo>
                  <a:pt x="327" y="208"/>
                </a:lnTo>
                <a:lnTo>
                  <a:pt x="329" y="208"/>
                </a:lnTo>
                <a:lnTo>
                  <a:pt x="330" y="208"/>
                </a:lnTo>
                <a:lnTo>
                  <a:pt x="330" y="210"/>
                </a:lnTo>
                <a:lnTo>
                  <a:pt x="329" y="211"/>
                </a:lnTo>
                <a:lnTo>
                  <a:pt x="329" y="212"/>
                </a:lnTo>
                <a:lnTo>
                  <a:pt x="329" y="214"/>
                </a:lnTo>
                <a:lnTo>
                  <a:pt x="328" y="215"/>
                </a:lnTo>
                <a:lnTo>
                  <a:pt x="327" y="217"/>
                </a:lnTo>
                <a:lnTo>
                  <a:pt x="327" y="218"/>
                </a:lnTo>
                <a:lnTo>
                  <a:pt x="328" y="218"/>
                </a:lnTo>
                <a:lnTo>
                  <a:pt x="328" y="219"/>
                </a:lnTo>
                <a:lnTo>
                  <a:pt x="328" y="220"/>
                </a:lnTo>
                <a:lnTo>
                  <a:pt x="327" y="220"/>
                </a:lnTo>
                <a:lnTo>
                  <a:pt x="327" y="221"/>
                </a:lnTo>
                <a:lnTo>
                  <a:pt x="327" y="222"/>
                </a:lnTo>
                <a:lnTo>
                  <a:pt x="327" y="223"/>
                </a:lnTo>
                <a:lnTo>
                  <a:pt x="327" y="224"/>
                </a:lnTo>
                <a:lnTo>
                  <a:pt x="326" y="225"/>
                </a:lnTo>
                <a:lnTo>
                  <a:pt x="326" y="226"/>
                </a:lnTo>
                <a:lnTo>
                  <a:pt x="328" y="227"/>
                </a:lnTo>
                <a:lnTo>
                  <a:pt x="329" y="227"/>
                </a:lnTo>
                <a:lnTo>
                  <a:pt x="330" y="227"/>
                </a:lnTo>
                <a:lnTo>
                  <a:pt x="331" y="227"/>
                </a:lnTo>
                <a:lnTo>
                  <a:pt x="331" y="228"/>
                </a:lnTo>
                <a:lnTo>
                  <a:pt x="332" y="229"/>
                </a:lnTo>
                <a:lnTo>
                  <a:pt x="333" y="229"/>
                </a:lnTo>
                <a:lnTo>
                  <a:pt x="334" y="229"/>
                </a:lnTo>
                <a:lnTo>
                  <a:pt x="335" y="229"/>
                </a:lnTo>
                <a:lnTo>
                  <a:pt x="335" y="230"/>
                </a:lnTo>
                <a:lnTo>
                  <a:pt x="334" y="231"/>
                </a:lnTo>
                <a:lnTo>
                  <a:pt x="334" y="232"/>
                </a:lnTo>
                <a:lnTo>
                  <a:pt x="335" y="232"/>
                </a:lnTo>
                <a:lnTo>
                  <a:pt x="335" y="233"/>
                </a:lnTo>
                <a:lnTo>
                  <a:pt x="337" y="233"/>
                </a:lnTo>
                <a:lnTo>
                  <a:pt x="338" y="233"/>
                </a:lnTo>
                <a:lnTo>
                  <a:pt x="338" y="234"/>
                </a:lnTo>
                <a:lnTo>
                  <a:pt x="337" y="235"/>
                </a:lnTo>
                <a:lnTo>
                  <a:pt x="337" y="236"/>
                </a:lnTo>
                <a:lnTo>
                  <a:pt x="338" y="237"/>
                </a:lnTo>
                <a:lnTo>
                  <a:pt x="338" y="238"/>
                </a:lnTo>
                <a:lnTo>
                  <a:pt x="339" y="238"/>
                </a:lnTo>
                <a:lnTo>
                  <a:pt x="340" y="238"/>
                </a:lnTo>
                <a:lnTo>
                  <a:pt x="340" y="239"/>
                </a:lnTo>
                <a:lnTo>
                  <a:pt x="341" y="239"/>
                </a:lnTo>
                <a:lnTo>
                  <a:pt x="341" y="238"/>
                </a:lnTo>
                <a:lnTo>
                  <a:pt x="342" y="238"/>
                </a:lnTo>
                <a:lnTo>
                  <a:pt x="343" y="239"/>
                </a:lnTo>
                <a:lnTo>
                  <a:pt x="343" y="240"/>
                </a:lnTo>
                <a:lnTo>
                  <a:pt x="345" y="240"/>
                </a:lnTo>
                <a:lnTo>
                  <a:pt x="346" y="240"/>
                </a:lnTo>
                <a:lnTo>
                  <a:pt x="347" y="240"/>
                </a:lnTo>
                <a:lnTo>
                  <a:pt x="347" y="241"/>
                </a:lnTo>
                <a:lnTo>
                  <a:pt x="348" y="242"/>
                </a:lnTo>
                <a:lnTo>
                  <a:pt x="349" y="243"/>
                </a:lnTo>
                <a:lnTo>
                  <a:pt x="350" y="244"/>
                </a:lnTo>
                <a:lnTo>
                  <a:pt x="350" y="245"/>
                </a:lnTo>
                <a:lnTo>
                  <a:pt x="350" y="246"/>
                </a:lnTo>
                <a:lnTo>
                  <a:pt x="349" y="247"/>
                </a:lnTo>
                <a:lnTo>
                  <a:pt x="349" y="248"/>
                </a:lnTo>
                <a:lnTo>
                  <a:pt x="348" y="248"/>
                </a:lnTo>
                <a:lnTo>
                  <a:pt x="348" y="249"/>
                </a:lnTo>
                <a:lnTo>
                  <a:pt x="349" y="249"/>
                </a:lnTo>
                <a:lnTo>
                  <a:pt x="348" y="249"/>
                </a:lnTo>
                <a:lnTo>
                  <a:pt x="348" y="250"/>
                </a:lnTo>
                <a:lnTo>
                  <a:pt x="348" y="251"/>
                </a:lnTo>
                <a:lnTo>
                  <a:pt x="347" y="251"/>
                </a:lnTo>
                <a:lnTo>
                  <a:pt x="346" y="251"/>
                </a:lnTo>
                <a:lnTo>
                  <a:pt x="346" y="252"/>
                </a:lnTo>
                <a:lnTo>
                  <a:pt x="347" y="252"/>
                </a:lnTo>
                <a:lnTo>
                  <a:pt x="348" y="252"/>
                </a:lnTo>
                <a:lnTo>
                  <a:pt x="348" y="253"/>
                </a:lnTo>
                <a:lnTo>
                  <a:pt x="348" y="254"/>
                </a:lnTo>
                <a:lnTo>
                  <a:pt x="348" y="253"/>
                </a:lnTo>
                <a:lnTo>
                  <a:pt x="349" y="253"/>
                </a:lnTo>
                <a:lnTo>
                  <a:pt x="349" y="254"/>
                </a:lnTo>
                <a:lnTo>
                  <a:pt x="350" y="255"/>
                </a:lnTo>
                <a:lnTo>
                  <a:pt x="350" y="256"/>
                </a:lnTo>
                <a:lnTo>
                  <a:pt x="349" y="256"/>
                </a:lnTo>
                <a:lnTo>
                  <a:pt x="350" y="257"/>
                </a:lnTo>
                <a:lnTo>
                  <a:pt x="352" y="257"/>
                </a:lnTo>
                <a:lnTo>
                  <a:pt x="352" y="256"/>
                </a:lnTo>
                <a:lnTo>
                  <a:pt x="352" y="255"/>
                </a:lnTo>
                <a:lnTo>
                  <a:pt x="353" y="255"/>
                </a:lnTo>
                <a:lnTo>
                  <a:pt x="353" y="254"/>
                </a:lnTo>
                <a:lnTo>
                  <a:pt x="353" y="255"/>
                </a:lnTo>
                <a:lnTo>
                  <a:pt x="354" y="255"/>
                </a:lnTo>
                <a:lnTo>
                  <a:pt x="355" y="255"/>
                </a:lnTo>
                <a:lnTo>
                  <a:pt x="355" y="256"/>
                </a:lnTo>
                <a:lnTo>
                  <a:pt x="355" y="255"/>
                </a:lnTo>
                <a:lnTo>
                  <a:pt x="356" y="254"/>
                </a:lnTo>
                <a:lnTo>
                  <a:pt x="355" y="253"/>
                </a:lnTo>
                <a:lnTo>
                  <a:pt x="355" y="252"/>
                </a:lnTo>
                <a:lnTo>
                  <a:pt x="354" y="252"/>
                </a:lnTo>
                <a:lnTo>
                  <a:pt x="354" y="251"/>
                </a:lnTo>
                <a:lnTo>
                  <a:pt x="355" y="250"/>
                </a:lnTo>
                <a:lnTo>
                  <a:pt x="356" y="250"/>
                </a:lnTo>
                <a:lnTo>
                  <a:pt x="357" y="250"/>
                </a:lnTo>
                <a:lnTo>
                  <a:pt x="358" y="251"/>
                </a:lnTo>
                <a:lnTo>
                  <a:pt x="359" y="252"/>
                </a:lnTo>
                <a:lnTo>
                  <a:pt x="359" y="251"/>
                </a:lnTo>
                <a:lnTo>
                  <a:pt x="360" y="251"/>
                </a:lnTo>
                <a:lnTo>
                  <a:pt x="360" y="253"/>
                </a:lnTo>
                <a:lnTo>
                  <a:pt x="359" y="253"/>
                </a:lnTo>
                <a:lnTo>
                  <a:pt x="358" y="254"/>
                </a:lnTo>
                <a:lnTo>
                  <a:pt x="359" y="254"/>
                </a:lnTo>
                <a:lnTo>
                  <a:pt x="359" y="255"/>
                </a:lnTo>
                <a:lnTo>
                  <a:pt x="359" y="256"/>
                </a:lnTo>
                <a:lnTo>
                  <a:pt x="358" y="256"/>
                </a:lnTo>
                <a:lnTo>
                  <a:pt x="357" y="256"/>
                </a:lnTo>
                <a:lnTo>
                  <a:pt x="357" y="257"/>
                </a:lnTo>
                <a:lnTo>
                  <a:pt x="356" y="258"/>
                </a:lnTo>
                <a:lnTo>
                  <a:pt x="355" y="258"/>
                </a:lnTo>
                <a:lnTo>
                  <a:pt x="355" y="259"/>
                </a:lnTo>
                <a:lnTo>
                  <a:pt x="355" y="260"/>
                </a:lnTo>
                <a:lnTo>
                  <a:pt x="356" y="260"/>
                </a:lnTo>
                <a:lnTo>
                  <a:pt x="357" y="260"/>
                </a:lnTo>
                <a:lnTo>
                  <a:pt x="357" y="261"/>
                </a:lnTo>
                <a:lnTo>
                  <a:pt x="357" y="263"/>
                </a:lnTo>
                <a:lnTo>
                  <a:pt x="356" y="265"/>
                </a:lnTo>
                <a:lnTo>
                  <a:pt x="356" y="266"/>
                </a:lnTo>
                <a:lnTo>
                  <a:pt x="356" y="267"/>
                </a:lnTo>
                <a:lnTo>
                  <a:pt x="356" y="268"/>
                </a:lnTo>
                <a:lnTo>
                  <a:pt x="355" y="268"/>
                </a:lnTo>
                <a:lnTo>
                  <a:pt x="355" y="269"/>
                </a:lnTo>
                <a:lnTo>
                  <a:pt x="354" y="269"/>
                </a:lnTo>
                <a:lnTo>
                  <a:pt x="354" y="268"/>
                </a:lnTo>
                <a:lnTo>
                  <a:pt x="353" y="268"/>
                </a:lnTo>
                <a:lnTo>
                  <a:pt x="353" y="269"/>
                </a:lnTo>
                <a:lnTo>
                  <a:pt x="352" y="269"/>
                </a:lnTo>
                <a:lnTo>
                  <a:pt x="351" y="268"/>
                </a:lnTo>
                <a:lnTo>
                  <a:pt x="350" y="268"/>
                </a:lnTo>
                <a:lnTo>
                  <a:pt x="350" y="269"/>
                </a:lnTo>
                <a:lnTo>
                  <a:pt x="350" y="270"/>
                </a:lnTo>
                <a:lnTo>
                  <a:pt x="350" y="271"/>
                </a:lnTo>
                <a:lnTo>
                  <a:pt x="350" y="273"/>
                </a:lnTo>
                <a:lnTo>
                  <a:pt x="350" y="274"/>
                </a:lnTo>
                <a:lnTo>
                  <a:pt x="350" y="275"/>
                </a:lnTo>
                <a:lnTo>
                  <a:pt x="351" y="274"/>
                </a:lnTo>
                <a:lnTo>
                  <a:pt x="352" y="274"/>
                </a:lnTo>
                <a:lnTo>
                  <a:pt x="352" y="275"/>
                </a:lnTo>
                <a:lnTo>
                  <a:pt x="352" y="276"/>
                </a:lnTo>
                <a:lnTo>
                  <a:pt x="353" y="276"/>
                </a:lnTo>
                <a:lnTo>
                  <a:pt x="353" y="275"/>
                </a:lnTo>
                <a:lnTo>
                  <a:pt x="354" y="275"/>
                </a:lnTo>
                <a:lnTo>
                  <a:pt x="354" y="276"/>
                </a:lnTo>
                <a:lnTo>
                  <a:pt x="354" y="277"/>
                </a:lnTo>
                <a:lnTo>
                  <a:pt x="354" y="278"/>
                </a:lnTo>
                <a:lnTo>
                  <a:pt x="355" y="279"/>
                </a:lnTo>
                <a:lnTo>
                  <a:pt x="355" y="280"/>
                </a:lnTo>
                <a:lnTo>
                  <a:pt x="358" y="279"/>
                </a:lnTo>
                <a:lnTo>
                  <a:pt x="359" y="279"/>
                </a:lnTo>
                <a:lnTo>
                  <a:pt x="360" y="279"/>
                </a:lnTo>
                <a:lnTo>
                  <a:pt x="361" y="281"/>
                </a:lnTo>
                <a:lnTo>
                  <a:pt x="362" y="282"/>
                </a:lnTo>
                <a:lnTo>
                  <a:pt x="363" y="283"/>
                </a:lnTo>
                <a:lnTo>
                  <a:pt x="364" y="283"/>
                </a:lnTo>
                <a:lnTo>
                  <a:pt x="364" y="284"/>
                </a:lnTo>
                <a:lnTo>
                  <a:pt x="365" y="284"/>
                </a:lnTo>
                <a:lnTo>
                  <a:pt x="366" y="285"/>
                </a:lnTo>
                <a:lnTo>
                  <a:pt x="367" y="286"/>
                </a:lnTo>
                <a:lnTo>
                  <a:pt x="368" y="287"/>
                </a:lnTo>
                <a:lnTo>
                  <a:pt x="369" y="288"/>
                </a:lnTo>
                <a:lnTo>
                  <a:pt x="371" y="290"/>
                </a:lnTo>
                <a:lnTo>
                  <a:pt x="372" y="290"/>
                </a:lnTo>
                <a:lnTo>
                  <a:pt x="372" y="291"/>
                </a:lnTo>
                <a:lnTo>
                  <a:pt x="371" y="291"/>
                </a:lnTo>
                <a:lnTo>
                  <a:pt x="371" y="292"/>
                </a:lnTo>
                <a:lnTo>
                  <a:pt x="371" y="293"/>
                </a:lnTo>
                <a:lnTo>
                  <a:pt x="371" y="294"/>
                </a:lnTo>
                <a:lnTo>
                  <a:pt x="372" y="294"/>
                </a:lnTo>
                <a:lnTo>
                  <a:pt x="373" y="294"/>
                </a:lnTo>
                <a:lnTo>
                  <a:pt x="374" y="294"/>
                </a:lnTo>
                <a:lnTo>
                  <a:pt x="374" y="295"/>
                </a:lnTo>
                <a:lnTo>
                  <a:pt x="374" y="296"/>
                </a:lnTo>
                <a:lnTo>
                  <a:pt x="373" y="296"/>
                </a:lnTo>
                <a:lnTo>
                  <a:pt x="372" y="297"/>
                </a:lnTo>
                <a:lnTo>
                  <a:pt x="372" y="298"/>
                </a:lnTo>
                <a:lnTo>
                  <a:pt x="373" y="298"/>
                </a:lnTo>
                <a:lnTo>
                  <a:pt x="374" y="298"/>
                </a:lnTo>
                <a:lnTo>
                  <a:pt x="374" y="299"/>
                </a:lnTo>
                <a:lnTo>
                  <a:pt x="373" y="299"/>
                </a:lnTo>
                <a:lnTo>
                  <a:pt x="371" y="299"/>
                </a:lnTo>
                <a:lnTo>
                  <a:pt x="371" y="298"/>
                </a:lnTo>
                <a:lnTo>
                  <a:pt x="370" y="298"/>
                </a:lnTo>
                <a:lnTo>
                  <a:pt x="369" y="299"/>
                </a:lnTo>
                <a:lnTo>
                  <a:pt x="368" y="299"/>
                </a:lnTo>
                <a:lnTo>
                  <a:pt x="368" y="301"/>
                </a:lnTo>
                <a:lnTo>
                  <a:pt x="367" y="301"/>
                </a:lnTo>
                <a:lnTo>
                  <a:pt x="367" y="302"/>
                </a:lnTo>
                <a:lnTo>
                  <a:pt x="368" y="302"/>
                </a:lnTo>
                <a:lnTo>
                  <a:pt x="368" y="303"/>
                </a:lnTo>
                <a:lnTo>
                  <a:pt x="369" y="304"/>
                </a:lnTo>
                <a:lnTo>
                  <a:pt x="370" y="305"/>
                </a:lnTo>
                <a:lnTo>
                  <a:pt x="370" y="306"/>
                </a:lnTo>
                <a:lnTo>
                  <a:pt x="371" y="307"/>
                </a:lnTo>
                <a:lnTo>
                  <a:pt x="372" y="307"/>
                </a:lnTo>
                <a:lnTo>
                  <a:pt x="372" y="306"/>
                </a:lnTo>
                <a:lnTo>
                  <a:pt x="373" y="306"/>
                </a:lnTo>
                <a:lnTo>
                  <a:pt x="374" y="306"/>
                </a:lnTo>
                <a:lnTo>
                  <a:pt x="374" y="307"/>
                </a:lnTo>
                <a:lnTo>
                  <a:pt x="375" y="306"/>
                </a:lnTo>
                <a:lnTo>
                  <a:pt x="376" y="306"/>
                </a:lnTo>
                <a:lnTo>
                  <a:pt x="377" y="305"/>
                </a:lnTo>
                <a:lnTo>
                  <a:pt x="377" y="306"/>
                </a:lnTo>
                <a:lnTo>
                  <a:pt x="377" y="307"/>
                </a:lnTo>
                <a:lnTo>
                  <a:pt x="379" y="307"/>
                </a:lnTo>
                <a:lnTo>
                  <a:pt x="380" y="307"/>
                </a:lnTo>
                <a:lnTo>
                  <a:pt x="381" y="308"/>
                </a:lnTo>
                <a:lnTo>
                  <a:pt x="382" y="309"/>
                </a:lnTo>
                <a:lnTo>
                  <a:pt x="382" y="310"/>
                </a:lnTo>
                <a:lnTo>
                  <a:pt x="383" y="311"/>
                </a:lnTo>
                <a:lnTo>
                  <a:pt x="384" y="312"/>
                </a:lnTo>
                <a:lnTo>
                  <a:pt x="386" y="313"/>
                </a:lnTo>
                <a:lnTo>
                  <a:pt x="387" y="314"/>
                </a:lnTo>
                <a:lnTo>
                  <a:pt x="387" y="313"/>
                </a:lnTo>
                <a:lnTo>
                  <a:pt x="387" y="314"/>
                </a:lnTo>
                <a:lnTo>
                  <a:pt x="387" y="315"/>
                </a:lnTo>
                <a:lnTo>
                  <a:pt x="386" y="315"/>
                </a:lnTo>
                <a:lnTo>
                  <a:pt x="386" y="316"/>
                </a:lnTo>
                <a:lnTo>
                  <a:pt x="386" y="319"/>
                </a:lnTo>
                <a:lnTo>
                  <a:pt x="387" y="320"/>
                </a:lnTo>
                <a:lnTo>
                  <a:pt x="388" y="321"/>
                </a:lnTo>
                <a:lnTo>
                  <a:pt x="388" y="322"/>
                </a:lnTo>
                <a:lnTo>
                  <a:pt x="389" y="322"/>
                </a:lnTo>
                <a:lnTo>
                  <a:pt x="390" y="322"/>
                </a:lnTo>
                <a:lnTo>
                  <a:pt x="390" y="323"/>
                </a:lnTo>
                <a:lnTo>
                  <a:pt x="390" y="324"/>
                </a:lnTo>
                <a:lnTo>
                  <a:pt x="389" y="324"/>
                </a:lnTo>
                <a:lnTo>
                  <a:pt x="389" y="325"/>
                </a:lnTo>
                <a:lnTo>
                  <a:pt x="389" y="326"/>
                </a:lnTo>
                <a:lnTo>
                  <a:pt x="390" y="325"/>
                </a:lnTo>
                <a:lnTo>
                  <a:pt x="391" y="325"/>
                </a:lnTo>
                <a:lnTo>
                  <a:pt x="392" y="325"/>
                </a:lnTo>
                <a:lnTo>
                  <a:pt x="393" y="323"/>
                </a:lnTo>
                <a:lnTo>
                  <a:pt x="394" y="321"/>
                </a:lnTo>
                <a:lnTo>
                  <a:pt x="395" y="320"/>
                </a:lnTo>
                <a:lnTo>
                  <a:pt x="397" y="319"/>
                </a:lnTo>
                <a:lnTo>
                  <a:pt x="398" y="320"/>
                </a:lnTo>
                <a:lnTo>
                  <a:pt x="399" y="320"/>
                </a:lnTo>
                <a:lnTo>
                  <a:pt x="400" y="321"/>
                </a:lnTo>
                <a:lnTo>
                  <a:pt x="400" y="322"/>
                </a:lnTo>
                <a:lnTo>
                  <a:pt x="401" y="322"/>
                </a:lnTo>
                <a:lnTo>
                  <a:pt x="403" y="321"/>
                </a:lnTo>
                <a:lnTo>
                  <a:pt x="404" y="321"/>
                </a:lnTo>
                <a:lnTo>
                  <a:pt x="405" y="321"/>
                </a:lnTo>
                <a:lnTo>
                  <a:pt x="406" y="321"/>
                </a:lnTo>
                <a:lnTo>
                  <a:pt x="406" y="320"/>
                </a:lnTo>
                <a:lnTo>
                  <a:pt x="407" y="320"/>
                </a:lnTo>
                <a:lnTo>
                  <a:pt x="407" y="321"/>
                </a:lnTo>
                <a:lnTo>
                  <a:pt x="407" y="322"/>
                </a:lnTo>
                <a:lnTo>
                  <a:pt x="408" y="322"/>
                </a:lnTo>
                <a:lnTo>
                  <a:pt x="410" y="323"/>
                </a:lnTo>
                <a:lnTo>
                  <a:pt x="411" y="324"/>
                </a:lnTo>
                <a:lnTo>
                  <a:pt x="412" y="323"/>
                </a:lnTo>
                <a:lnTo>
                  <a:pt x="412" y="324"/>
                </a:lnTo>
                <a:lnTo>
                  <a:pt x="413" y="324"/>
                </a:lnTo>
                <a:lnTo>
                  <a:pt x="413" y="323"/>
                </a:lnTo>
                <a:lnTo>
                  <a:pt x="414" y="323"/>
                </a:lnTo>
                <a:lnTo>
                  <a:pt x="414" y="322"/>
                </a:lnTo>
                <a:lnTo>
                  <a:pt x="415" y="322"/>
                </a:lnTo>
                <a:lnTo>
                  <a:pt x="415" y="321"/>
                </a:lnTo>
                <a:lnTo>
                  <a:pt x="416" y="321"/>
                </a:lnTo>
                <a:lnTo>
                  <a:pt x="416" y="322"/>
                </a:lnTo>
                <a:lnTo>
                  <a:pt x="416" y="321"/>
                </a:lnTo>
                <a:lnTo>
                  <a:pt x="416" y="320"/>
                </a:lnTo>
                <a:lnTo>
                  <a:pt x="417" y="319"/>
                </a:lnTo>
                <a:lnTo>
                  <a:pt x="418" y="319"/>
                </a:lnTo>
                <a:lnTo>
                  <a:pt x="418" y="318"/>
                </a:lnTo>
                <a:lnTo>
                  <a:pt x="419" y="317"/>
                </a:lnTo>
                <a:lnTo>
                  <a:pt x="419" y="316"/>
                </a:lnTo>
                <a:lnTo>
                  <a:pt x="420" y="315"/>
                </a:lnTo>
                <a:lnTo>
                  <a:pt x="421" y="314"/>
                </a:lnTo>
                <a:lnTo>
                  <a:pt x="422" y="314"/>
                </a:lnTo>
                <a:lnTo>
                  <a:pt x="423" y="314"/>
                </a:lnTo>
                <a:lnTo>
                  <a:pt x="424" y="313"/>
                </a:lnTo>
                <a:lnTo>
                  <a:pt x="425" y="312"/>
                </a:lnTo>
                <a:lnTo>
                  <a:pt x="426" y="311"/>
                </a:lnTo>
                <a:lnTo>
                  <a:pt x="426" y="310"/>
                </a:lnTo>
                <a:lnTo>
                  <a:pt x="426" y="309"/>
                </a:lnTo>
                <a:lnTo>
                  <a:pt x="426" y="308"/>
                </a:lnTo>
                <a:lnTo>
                  <a:pt x="427" y="308"/>
                </a:lnTo>
                <a:lnTo>
                  <a:pt x="428" y="308"/>
                </a:lnTo>
                <a:lnTo>
                  <a:pt x="430" y="308"/>
                </a:lnTo>
                <a:lnTo>
                  <a:pt x="431" y="307"/>
                </a:lnTo>
                <a:lnTo>
                  <a:pt x="432" y="307"/>
                </a:lnTo>
                <a:lnTo>
                  <a:pt x="433" y="307"/>
                </a:lnTo>
                <a:lnTo>
                  <a:pt x="433" y="306"/>
                </a:lnTo>
                <a:lnTo>
                  <a:pt x="434" y="306"/>
                </a:lnTo>
                <a:lnTo>
                  <a:pt x="435" y="306"/>
                </a:lnTo>
                <a:lnTo>
                  <a:pt x="435" y="305"/>
                </a:lnTo>
                <a:lnTo>
                  <a:pt x="436" y="305"/>
                </a:lnTo>
                <a:lnTo>
                  <a:pt x="437" y="304"/>
                </a:lnTo>
                <a:lnTo>
                  <a:pt x="437" y="303"/>
                </a:lnTo>
                <a:lnTo>
                  <a:pt x="438" y="302"/>
                </a:lnTo>
                <a:lnTo>
                  <a:pt x="439" y="301"/>
                </a:lnTo>
                <a:lnTo>
                  <a:pt x="440" y="300"/>
                </a:lnTo>
                <a:lnTo>
                  <a:pt x="442" y="299"/>
                </a:lnTo>
                <a:lnTo>
                  <a:pt x="443" y="300"/>
                </a:lnTo>
                <a:lnTo>
                  <a:pt x="444" y="299"/>
                </a:lnTo>
                <a:lnTo>
                  <a:pt x="445" y="299"/>
                </a:lnTo>
                <a:lnTo>
                  <a:pt x="447" y="298"/>
                </a:lnTo>
                <a:lnTo>
                  <a:pt x="449" y="297"/>
                </a:lnTo>
                <a:lnTo>
                  <a:pt x="450" y="297"/>
                </a:lnTo>
                <a:lnTo>
                  <a:pt x="452" y="296"/>
                </a:lnTo>
                <a:lnTo>
                  <a:pt x="453" y="296"/>
                </a:lnTo>
                <a:lnTo>
                  <a:pt x="453" y="295"/>
                </a:lnTo>
                <a:lnTo>
                  <a:pt x="453" y="294"/>
                </a:lnTo>
                <a:lnTo>
                  <a:pt x="454" y="293"/>
                </a:lnTo>
                <a:lnTo>
                  <a:pt x="456" y="293"/>
                </a:lnTo>
                <a:lnTo>
                  <a:pt x="457" y="294"/>
                </a:lnTo>
                <a:lnTo>
                  <a:pt x="458" y="294"/>
                </a:lnTo>
                <a:lnTo>
                  <a:pt x="458" y="295"/>
                </a:lnTo>
                <a:lnTo>
                  <a:pt x="459" y="295"/>
                </a:lnTo>
                <a:lnTo>
                  <a:pt x="460" y="295"/>
                </a:lnTo>
                <a:lnTo>
                  <a:pt x="461" y="295"/>
                </a:lnTo>
                <a:lnTo>
                  <a:pt x="461" y="296"/>
                </a:lnTo>
                <a:lnTo>
                  <a:pt x="462" y="298"/>
                </a:lnTo>
                <a:lnTo>
                  <a:pt x="462" y="299"/>
                </a:lnTo>
                <a:lnTo>
                  <a:pt x="461" y="299"/>
                </a:lnTo>
                <a:lnTo>
                  <a:pt x="461" y="300"/>
                </a:lnTo>
                <a:lnTo>
                  <a:pt x="460" y="301"/>
                </a:lnTo>
                <a:lnTo>
                  <a:pt x="459" y="302"/>
                </a:lnTo>
                <a:lnTo>
                  <a:pt x="459" y="303"/>
                </a:lnTo>
                <a:lnTo>
                  <a:pt x="459" y="304"/>
                </a:lnTo>
                <a:lnTo>
                  <a:pt x="459" y="305"/>
                </a:lnTo>
                <a:lnTo>
                  <a:pt x="460" y="305"/>
                </a:lnTo>
                <a:lnTo>
                  <a:pt x="460" y="306"/>
                </a:lnTo>
                <a:lnTo>
                  <a:pt x="461" y="306"/>
                </a:lnTo>
                <a:lnTo>
                  <a:pt x="462" y="306"/>
                </a:lnTo>
                <a:lnTo>
                  <a:pt x="462" y="307"/>
                </a:lnTo>
                <a:lnTo>
                  <a:pt x="463" y="307"/>
                </a:lnTo>
                <a:lnTo>
                  <a:pt x="464" y="308"/>
                </a:lnTo>
                <a:lnTo>
                  <a:pt x="464" y="309"/>
                </a:lnTo>
                <a:lnTo>
                  <a:pt x="465" y="309"/>
                </a:lnTo>
                <a:lnTo>
                  <a:pt x="466" y="309"/>
                </a:lnTo>
                <a:lnTo>
                  <a:pt x="467" y="308"/>
                </a:lnTo>
                <a:lnTo>
                  <a:pt x="468" y="309"/>
                </a:lnTo>
                <a:lnTo>
                  <a:pt x="469" y="308"/>
                </a:lnTo>
                <a:lnTo>
                  <a:pt x="469" y="307"/>
                </a:lnTo>
                <a:lnTo>
                  <a:pt x="469" y="305"/>
                </a:lnTo>
                <a:lnTo>
                  <a:pt x="470" y="305"/>
                </a:lnTo>
                <a:lnTo>
                  <a:pt x="470" y="304"/>
                </a:lnTo>
                <a:lnTo>
                  <a:pt x="471" y="303"/>
                </a:lnTo>
                <a:lnTo>
                  <a:pt x="472" y="302"/>
                </a:lnTo>
                <a:lnTo>
                  <a:pt x="473" y="302"/>
                </a:lnTo>
                <a:lnTo>
                  <a:pt x="474" y="301"/>
                </a:lnTo>
                <a:lnTo>
                  <a:pt x="474" y="300"/>
                </a:lnTo>
                <a:lnTo>
                  <a:pt x="475" y="300"/>
                </a:lnTo>
                <a:lnTo>
                  <a:pt x="476" y="299"/>
                </a:lnTo>
                <a:lnTo>
                  <a:pt x="477" y="299"/>
                </a:lnTo>
                <a:lnTo>
                  <a:pt x="478" y="299"/>
                </a:lnTo>
                <a:lnTo>
                  <a:pt x="479" y="299"/>
                </a:lnTo>
                <a:lnTo>
                  <a:pt x="480" y="299"/>
                </a:lnTo>
                <a:lnTo>
                  <a:pt x="480" y="298"/>
                </a:lnTo>
                <a:lnTo>
                  <a:pt x="481" y="298"/>
                </a:lnTo>
                <a:lnTo>
                  <a:pt x="481" y="297"/>
                </a:lnTo>
                <a:lnTo>
                  <a:pt x="482" y="296"/>
                </a:lnTo>
                <a:lnTo>
                  <a:pt x="482" y="295"/>
                </a:lnTo>
                <a:lnTo>
                  <a:pt x="483" y="295"/>
                </a:lnTo>
                <a:lnTo>
                  <a:pt x="483" y="294"/>
                </a:lnTo>
                <a:lnTo>
                  <a:pt x="483" y="293"/>
                </a:lnTo>
                <a:lnTo>
                  <a:pt x="484" y="293"/>
                </a:lnTo>
                <a:lnTo>
                  <a:pt x="485" y="294"/>
                </a:lnTo>
                <a:lnTo>
                  <a:pt x="484" y="294"/>
                </a:lnTo>
                <a:lnTo>
                  <a:pt x="484" y="295"/>
                </a:lnTo>
                <a:lnTo>
                  <a:pt x="485" y="295"/>
                </a:lnTo>
                <a:lnTo>
                  <a:pt x="485" y="296"/>
                </a:lnTo>
                <a:lnTo>
                  <a:pt x="485" y="295"/>
                </a:lnTo>
                <a:lnTo>
                  <a:pt x="486" y="295"/>
                </a:lnTo>
                <a:lnTo>
                  <a:pt x="487" y="295"/>
                </a:lnTo>
                <a:lnTo>
                  <a:pt x="488" y="296"/>
                </a:lnTo>
                <a:lnTo>
                  <a:pt x="489" y="296"/>
                </a:lnTo>
                <a:lnTo>
                  <a:pt x="489" y="295"/>
                </a:lnTo>
                <a:lnTo>
                  <a:pt x="492" y="295"/>
                </a:lnTo>
                <a:lnTo>
                  <a:pt x="493" y="295"/>
                </a:lnTo>
                <a:lnTo>
                  <a:pt x="493" y="294"/>
                </a:lnTo>
                <a:lnTo>
                  <a:pt x="494" y="294"/>
                </a:lnTo>
                <a:lnTo>
                  <a:pt x="494" y="293"/>
                </a:lnTo>
                <a:lnTo>
                  <a:pt x="494" y="292"/>
                </a:lnTo>
                <a:lnTo>
                  <a:pt x="494" y="291"/>
                </a:lnTo>
                <a:lnTo>
                  <a:pt x="494" y="290"/>
                </a:lnTo>
                <a:lnTo>
                  <a:pt x="493" y="289"/>
                </a:lnTo>
                <a:lnTo>
                  <a:pt x="493" y="288"/>
                </a:lnTo>
                <a:lnTo>
                  <a:pt x="494" y="286"/>
                </a:lnTo>
                <a:lnTo>
                  <a:pt x="494" y="285"/>
                </a:lnTo>
                <a:lnTo>
                  <a:pt x="494" y="284"/>
                </a:lnTo>
                <a:lnTo>
                  <a:pt x="494" y="283"/>
                </a:lnTo>
                <a:lnTo>
                  <a:pt x="494" y="282"/>
                </a:lnTo>
                <a:lnTo>
                  <a:pt x="493" y="281"/>
                </a:lnTo>
                <a:lnTo>
                  <a:pt x="494" y="281"/>
                </a:lnTo>
                <a:lnTo>
                  <a:pt x="495" y="281"/>
                </a:lnTo>
                <a:lnTo>
                  <a:pt x="496" y="281"/>
                </a:lnTo>
                <a:lnTo>
                  <a:pt x="497" y="280"/>
                </a:lnTo>
                <a:lnTo>
                  <a:pt x="498" y="279"/>
                </a:lnTo>
                <a:lnTo>
                  <a:pt x="498" y="278"/>
                </a:lnTo>
                <a:lnTo>
                  <a:pt x="499" y="278"/>
                </a:lnTo>
                <a:lnTo>
                  <a:pt x="499" y="277"/>
                </a:lnTo>
                <a:lnTo>
                  <a:pt x="499" y="276"/>
                </a:lnTo>
                <a:lnTo>
                  <a:pt x="499" y="275"/>
                </a:lnTo>
                <a:lnTo>
                  <a:pt x="499" y="274"/>
                </a:lnTo>
                <a:lnTo>
                  <a:pt x="499" y="273"/>
                </a:lnTo>
                <a:lnTo>
                  <a:pt x="498" y="273"/>
                </a:lnTo>
                <a:lnTo>
                  <a:pt x="497" y="273"/>
                </a:lnTo>
                <a:lnTo>
                  <a:pt x="497" y="272"/>
                </a:lnTo>
                <a:lnTo>
                  <a:pt x="497" y="271"/>
                </a:lnTo>
                <a:lnTo>
                  <a:pt x="496" y="270"/>
                </a:lnTo>
                <a:lnTo>
                  <a:pt x="496" y="269"/>
                </a:lnTo>
                <a:lnTo>
                  <a:pt x="497" y="269"/>
                </a:lnTo>
                <a:lnTo>
                  <a:pt x="497" y="268"/>
                </a:lnTo>
                <a:lnTo>
                  <a:pt x="497" y="267"/>
                </a:lnTo>
                <a:lnTo>
                  <a:pt x="497" y="266"/>
                </a:lnTo>
                <a:lnTo>
                  <a:pt x="497" y="265"/>
                </a:lnTo>
                <a:lnTo>
                  <a:pt x="497" y="264"/>
                </a:lnTo>
                <a:lnTo>
                  <a:pt x="497" y="263"/>
                </a:lnTo>
                <a:lnTo>
                  <a:pt x="497" y="262"/>
                </a:lnTo>
                <a:lnTo>
                  <a:pt x="496" y="262"/>
                </a:lnTo>
                <a:lnTo>
                  <a:pt x="495" y="261"/>
                </a:lnTo>
                <a:lnTo>
                  <a:pt x="495" y="259"/>
                </a:lnTo>
                <a:lnTo>
                  <a:pt x="495" y="258"/>
                </a:lnTo>
                <a:lnTo>
                  <a:pt x="495" y="257"/>
                </a:lnTo>
                <a:lnTo>
                  <a:pt x="494" y="257"/>
                </a:lnTo>
                <a:lnTo>
                  <a:pt x="494" y="256"/>
                </a:lnTo>
                <a:lnTo>
                  <a:pt x="495" y="256"/>
                </a:lnTo>
                <a:lnTo>
                  <a:pt x="495" y="255"/>
                </a:lnTo>
                <a:lnTo>
                  <a:pt x="494" y="255"/>
                </a:lnTo>
                <a:lnTo>
                  <a:pt x="494" y="254"/>
                </a:lnTo>
                <a:lnTo>
                  <a:pt x="494" y="253"/>
                </a:lnTo>
                <a:lnTo>
                  <a:pt x="493" y="253"/>
                </a:lnTo>
                <a:lnTo>
                  <a:pt x="493" y="252"/>
                </a:lnTo>
                <a:lnTo>
                  <a:pt x="494" y="251"/>
                </a:lnTo>
                <a:lnTo>
                  <a:pt x="493" y="250"/>
                </a:lnTo>
                <a:lnTo>
                  <a:pt x="493" y="249"/>
                </a:lnTo>
                <a:lnTo>
                  <a:pt x="493" y="248"/>
                </a:lnTo>
                <a:lnTo>
                  <a:pt x="492" y="247"/>
                </a:lnTo>
                <a:lnTo>
                  <a:pt x="491" y="246"/>
                </a:lnTo>
                <a:lnTo>
                  <a:pt x="492" y="246"/>
                </a:lnTo>
                <a:lnTo>
                  <a:pt x="492" y="245"/>
                </a:lnTo>
                <a:lnTo>
                  <a:pt x="491" y="245"/>
                </a:lnTo>
                <a:lnTo>
                  <a:pt x="491" y="244"/>
                </a:lnTo>
                <a:lnTo>
                  <a:pt x="490" y="244"/>
                </a:lnTo>
                <a:lnTo>
                  <a:pt x="489" y="243"/>
                </a:lnTo>
                <a:lnTo>
                  <a:pt x="489" y="242"/>
                </a:lnTo>
                <a:lnTo>
                  <a:pt x="488" y="241"/>
                </a:lnTo>
                <a:lnTo>
                  <a:pt x="487" y="241"/>
                </a:lnTo>
                <a:lnTo>
                  <a:pt x="487" y="240"/>
                </a:lnTo>
                <a:lnTo>
                  <a:pt x="487" y="239"/>
                </a:lnTo>
                <a:lnTo>
                  <a:pt x="486" y="239"/>
                </a:lnTo>
                <a:lnTo>
                  <a:pt x="486" y="238"/>
                </a:lnTo>
                <a:lnTo>
                  <a:pt x="485" y="237"/>
                </a:lnTo>
                <a:lnTo>
                  <a:pt x="485" y="236"/>
                </a:lnTo>
                <a:lnTo>
                  <a:pt x="485" y="235"/>
                </a:lnTo>
                <a:lnTo>
                  <a:pt x="485" y="234"/>
                </a:lnTo>
                <a:lnTo>
                  <a:pt x="484" y="234"/>
                </a:lnTo>
                <a:lnTo>
                  <a:pt x="484" y="232"/>
                </a:lnTo>
                <a:lnTo>
                  <a:pt x="485" y="232"/>
                </a:lnTo>
                <a:lnTo>
                  <a:pt x="485" y="231"/>
                </a:lnTo>
                <a:lnTo>
                  <a:pt x="485" y="230"/>
                </a:lnTo>
                <a:lnTo>
                  <a:pt x="485" y="229"/>
                </a:lnTo>
                <a:lnTo>
                  <a:pt x="485" y="228"/>
                </a:lnTo>
                <a:lnTo>
                  <a:pt x="485" y="227"/>
                </a:lnTo>
                <a:lnTo>
                  <a:pt x="484" y="226"/>
                </a:lnTo>
                <a:lnTo>
                  <a:pt x="483" y="225"/>
                </a:lnTo>
                <a:lnTo>
                  <a:pt x="484" y="224"/>
                </a:lnTo>
                <a:lnTo>
                  <a:pt x="484" y="223"/>
                </a:lnTo>
                <a:lnTo>
                  <a:pt x="484" y="222"/>
                </a:lnTo>
                <a:lnTo>
                  <a:pt x="484" y="221"/>
                </a:lnTo>
                <a:lnTo>
                  <a:pt x="485" y="221"/>
                </a:lnTo>
                <a:lnTo>
                  <a:pt x="485" y="220"/>
                </a:lnTo>
                <a:lnTo>
                  <a:pt x="485" y="219"/>
                </a:lnTo>
                <a:lnTo>
                  <a:pt x="485" y="218"/>
                </a:lnTo>
                <a:lnTo>
                  <a:pt x="486" y="218"/>
                </a:lnTo>
                <a:lnTo>
                  <a:pt x="486" y="217"/>
                </a:lnTo>
                <a:lnTo>
                  <a:pt x="486" y="216"/>
                </a:lnTo>
                <a:lnTo>
                  <a:pt x="486" y="215"/>
                </a:lnTo>
                <a:lnTo>
                  <a:pt x="487" y="214"/>
                </a:lnTo>
                <a:lnTo>
                  <a:pt x="486" y="212"/>
                </a:lnTo>
                <a:lnTo>
                  <a:pt x="486" y="211"/>
                </a:lnTo>
                <a:lnTo>
                  <a:pt x="486" y="210"/>
                </a:lnTo>
                <a:lnTo>
                  <a:pt x="486" y="209"/>
                </a:lnTo>
                <a:lnTo>
                  <a:pt x="486" y="208"/>
                </a:lnTo>
                <a:lnTo>
                  <a:pt x="486" y="207"/>
                </a:lnTo>
                <a:lnTo>
                  <a:pt x="486" y="205"/>
                </a:lnTo>
                <a:lnTo>
                  <a:pt x="486" y="204"/>
                </a:lnTo>
                <a:lnTo>
                  <a:pt x="485" y="204"/>
                </a:lnTo>
                <a:lnTo>
                  <a:pt x="485" y="203"/>
                </a:lnTo>
                <a:lnTo>
                  <a:pt x="484" y="203"/>
                </a:lnTo>
                <a:lnTo>
                  <a:pt x="484" y="202"/>
                </a:lnTo>
                <a:lnTo>
                  <a:pt x="484" y="201"/>
                </a:lnTo>
                <a:lnTo>
                  <a:pt x="484" y="200"/>
                </a:lnTo>
                <a:lnTo>
                  <a:pt x="484" y="199"/>
                </a:lnTo>
                <a:lnTo>
                  <a:pt x="484" y="198"/>
                </a:lnTo>
                <a:lnTo>
                  <a:pt x="484" y="197"/>
                </a:lnTo>
                <a:lnTo>
                  <a:pt x="485" y="197"/>
                </a:lnTo>
                <a:lnTo>
                  <a:pt x="485" y="196"/>
                </a:lnTo>
                <a:lnTo>
                  <a:pt x="486" y="195"/>
                </a:lnTo>
                <a:lnTo>
                  <a:pt x="486" y="194"/>
                </a:lnTo>
                <a:lnTo>
                  <a:pt x="486" y="193"/>
                </a:lnTo>
                <a:lnTo>
                  <a:pt x="486" y="192"/>
                </a:lnTo>
                <a:lnTo>
                  <a:pt x="487" y="191"/>
                </a:lnTo>
                <a:lnTo>
                  <a:pt x="487" y="190"/>
                </a:lnTo>
                <a:lnTo>
                  <a:pt x="488" y="189"/>
                </a:lnTo>
                <a:lnTo>
                  <a:pt x="489" y="188"/>
                </a:lnTo>
                <a:lnTo>
                  <a:pt x="489" y="187"/>
                </a:lnTo>
                <a:lnTo>
                  <a:pt x="489" y="186"/>
                </a:lnTo>
                <a:lnTo>
                  <a:pt x="490" y="186"/>
                </a:lnTo>
                <a:lnTo>
                  <a:pt x="491" y="186"/>
                </a:lnTo>
                <a:lnTo>
                  <a:pt x="491" y="187"/>
                </a:lnTo>
                <a:lnTo>
                  <a:pt x="491" y="188"/>
                </a:lnTo>
                <a:lnTo>
                  <a:pt x="492" y="189"/>
                </a:lnTo>
                <a:lnTo>
                  <a:pt x="492" y="190"/>
                </a:lnTo>
                <a:lnTo>
                  <a:pt x="493" y="190"/>
                </a:lnTo>
                <a:lnTo>
                  <a:pt x="494" y="190"/>
                </a:lnTo>
                <a:lnTo>
                  <a:pt x="495" y="190"/>
                </a:lnTo>
                <a:lnTo>
                  <a:pt x="495" y="189"/>
                </a:lnTo>
                <a:lnTo>
                  <a:pt x="496" y="189"/>
                </a:lnTo>
                <a:lnTo>
                  <a:pt x="497" y="189"/>
                </a:lnTo>
                <a:lnTo>
                  <a:pt x="497" y="188"/>
                </a:lnTo>
                <a:lnTo>
                  <a:pt x="498" y="188"/>
                </a:lnTo>
                <a:lnTo>
                  <a:pt x="499" y="187"/>
                </a:lnTo>
                <a:lnTo>
                  <a:pt x="499" y="186"/>
                </a:lnTo>
                <a:lnTo>
                  <a:pt x="500" y="186"/>
                </a:lnTo>
                <a:lnTo>
                  <a:pt x="501" y="186"/>
                </a:lnTo>
                <a:lnTo>
                  <a:pt x="501" y="187"/>
                </a:lnTo>
                <a:lnTo>
                  <a:pt x="502" y="187"/>
                </a:lnTo>
                <a:lnTo>
                  <a:pt x="503" y="187"/>
                </a:lnTo>
                <a:lnTo>
                  <a:pt x="504" y="187"/>
                </a:lnTo>
                <a:lnTo>
                  <a:pt x="505" y="186"/>
                </a:lnTo>
                <a:lnTo>
                  <a:pt x="506" y="186"/>
                </a:lnTo>
                <a:lnTo>
                  <a:pt x="506" y="185"/>
                </a:lnTo>
                <a:lnTo>
                  <a:pt x="507" y="185"/>
                </a:lnTo>
                <a:lnTo>
                  <a:pt x="507" y="184"/>
                </a:lnTo>
                <a:lnTo>
                  <a:pt x="507" y="183"/>
                </a:lnTo>
                <a:lnTo>
                  <a:pt x="507" y="182"/>
                </a:lnTo>
                <a:lnTo>
                  <a:pt x="508" y="181"/>
                </a:lnTo>
                <a:lnTo>
                  <a:pt x="509" y="179"/>
                </a:lnTo>
                <a:lnTo>
                  <a:pt x="509" y="178"/>
                </a:lnTo>
                <a:lnTo>
                  <a:pt x="510" y="177"/>
                </a:lnTo>
                <a:lnTo>
                  <a:pt x="510" y="176"/>
                </a:lnTo>
                <a:lnTo>
                  <a:pt x="511" y="176"/>
                </a:lnTo>
                <a:lnTo>
                  <a:pt x="511" y="175"/>
                </a:lnTo>
                <a:lnTo>
                  <a:pt x="511" y="174"/>
                </a:lnTo>
                <a:lnTo>
                  <a:pt x="512" y="174"/>
                </a:lnTo>
                <a:lnTo>
                  <a:pt x="513" y="174"/>
                </a:lnTo>
                <a:lnTo>
                  <a:pt x="513" y="173"/>
                </a:lnTo>
                <a:lnTo>
                  <a:pt x="514" y="172"/>
                </a:lnTo>
                <a:lnTo>
                  <a:pt x="514" y="171"/>
                </a:lnTo>
                <a:lnTo>
                  <a:pt x="514" y="170"/>
                </a:lnTo>
                <a:lnTo>
                  <a:pt x="515" y="170"/>
                </a:lnTo>
                <a:lnTo>
                  <a:pt x="516" y="170"/>
                </a:lnTo>
                <a:lnTo>
                  <a:pt x="517" y="170"/>
                </a:lnTo>
                <a:lnTo>
                  <a:pt x="518" y="170"/>
                </a:lnTo>
                <a:lnTo>
                  <a:pt x="519" y="170"/>
                </a:lnTo>
                <a:lnTo>
                  <a:pt x="520" y="170"/>
                </a:lnTo>
                <a:lnTo>
                  <a:pt x="521" y="170"/>
                </a:lnTo>
                <a:lnTo>
                  <a:pt x="521" y="169"/>
                </a:lnTo>
                <a:lnTo>
                  <a:pt x="521" y="168"/>
                </a:lnTo>
                <a:lnTo>
                  <a:pt x="521" y="167"/>
                </a:lnTo>
                <a:lnTo>
                  <a:pt x="521" y="166"/>
                </a:lnTo>
                <a:lnTo>
                  <a:pt x="520" y="165"/>
                </a:lnTo>
                <a:lnTo>
                  <a:pt x="519" y="164"/>
                </a:lnTo>
                <a:lnTo>
                  <a:pt x="519" y="163"/>
                </a:lnTo>
                <a:lnTo>
                  <a:pt x="520" y="163"/>
                </a:lnTo>
                <a:lnTo>
                  <a:pt x="521" y="163"/>
                </a:lnTo>
                <a:lnTo>
                  <a:pt x="521" y="162"/>
                </a:lnTo>
                <a:lnTo>
                  <a:pt x="523" y="161"/>
                </a:lnTo>
                <a:lnTo>
                  <a:pt x="524" y="160"/>
                </a:lnTo>
                <a:lnTo>
                  <a:pt x="524" y="159"/>
                </a:lnTo>
                <a:lnTo>
                  <a:pt x="525" y="159"/>
                </a:lnTo>
                <a:lnTo>
                  <a:pt x="526" y="159"/>
                </a:lnTo>
                <a:lnTo>
                  <a:pt x="526" y="158"/>
                </a:lnTo>
                <a:lnTo>
                  <a:pt x="526" y="157"/>
                </a:lnTo>
                <a:lnTo>
                  <a:pt x="527" y="157"/>
                </a:lnTo>
                <a:lnTo>
                  <a:pt x="527" y="156"/>
                </a:lnTo>
                <a:lnTo>
                  <a:pt x="528" y="155"/>
                </a:lnTo>
                <a:lnTo>
                  <a:pt x="529" y="155"/>
                </a:lnTo>
                <a:lnTo>
                  <a:pt x="530" y="155"/>
                </a:lnTo>
                <a:lnTo>
                  <a:pt x="530" y="154"/>
                </a:lnTo>
                <a:lnTo>
                  <a:pt x="531" y="154"/>
                </a:lnTo>
                <a:lnTo>
                  <a:pt x="532" y="152"/>
                </a:lnTo>
                <a:lnTo>
                  <a:pt x="533" y="152"/>
                </a:lnTo>
                <a:lnTo>
                  <a:pt x="534" y="151"/>
                </a:lnTo>
                <a:lnTo>
                  <a:pt x="535" y="151"/>
                </a:lnTo>
                <a:lnTo>
                  <a:pt x="535" y="150"/>
                </a:lnTo>
                <a:lnTo>
                  <a:pt x="536" y="150"/>
                </a:lnTo>
                <a:lnTo>
                  <a:pt x="535" y="149"/>
                </a:lnTo>
                <a:lnTo>
                  <a:pt x="536" y="148"/>
                </a:lnTo>
                <a:lnTo>
                  <a:pt x="537" y="148"/>
                </a:lnTo>
                <a:lnTo>
                  <a:pt x="537" y="147"/>
                </a:lnTo>
                <a:lnTo>
                  <a:pt x="538" y="147"/>
                </a:lnTo>
                <a:lnTo>
                  <a:pt x="538" y="146"/>
                </a:lnTo>
                <a:lnTo>
                  <a:pt x="539" y="145"/>
                </a:lnTo>
                <a:lnTo>
                  <a:pt x="539" y="144"/>
                </a:lnTo>
                <a:lnTo>
                  <a:pt x="540" y="143"/>
                </a:lnTo>
                <a:lnTo>
                  <a:pt x="540" y="142"/>
                </a:lnTo>
                <a:lnTo>
                  <a:pt x="540" y="141"/>
                </a:lnTo>
                <a:lnTo>
                  <a:pt x="540" y="140"/>
                </a:lnTo>
                <a:lnTo>
                  <a:pt x="539" y="139"/>
                </a:lnTo>
                <a:lnTo>
                  <a:pt x="539" y="138"/>
                </a:lnTo>
                <a:lnTo>
                  <a:pt x="540" y="138"/>
                </a:lnTo>
                <a:lnTo>
                  <a:pt x="540" y="135"/>
                </a:lnTo>
                <a:lnTo>
                  <a:pt x="540" y="134"/>
                </a:lnTo>
                <a:lnTo>
                  <a:pt x="540" y="133"/>
                </a:lnTo>
                <a:lnTo>
                  <a:pt x="541" y="133"/>
                </a:lnTo>
                <a:lnTo>
                  <a:pt x="542" y="132"/>
                </a:lnTo>
                <a:lnTo>
                  <a:pt x="543" y="130"/>
                </a:lnTo>
                <a:lnTo>
                  <a:pt x="544" y="130"/>
                </a:lnTo>
                <a:lnTo>
                  <a:pt x="545" y="130"/>
                </a:lnTo>
                <a:lnTo>
                  <a:pt x="545" y="129"/>
                </a:lnTo>
                <a:lnTo>
                  <a:pt x="545" y="128"/>
                </a:lnTo>
                <a:lnTo>
                  <a:pt x="544" y="128"/>
                </a:lnTo>
                <a:lnTo>
                  <a:pt x="543" y="129"/>
                </a:lnTo>
                <a:lnTo>
                  <a:pt x="542" y="129"/>
                </a:lnTo>
                <a:lnTo>
                  <a:pt x="541" y="129"/>
                </a:lnTo>
                <a:lnTo>
                  <a:pt x="540" y="128"/>
                </a:lnTo>
                <a:lnTo>
                  <a:pt x="539" y="127"/>
                </a:lnTo>
                <a:lnTo>
                  <a:pt x="539" y="126"/>
                </a:lnTo>
                <a:lnTo>
                  <a:pt x="539" y="125"/>
                </a:lnTo>
                <a:lnTo>
                  <a:pt x="539" y="124"/>
                </a:lnTo>
                <a:lnTo>
                  <a:pt x="539" y="123"/>
                </a:lnTo>
                <a:lnTo>
                  <a:pt x="538" y="122"/>
                </a:lnTo>
                <a:lnTo>
                  <a:pt x="537" y="122"/>
                </a:lnTo>
                <a:lnTo>
                  <a:pt x="537" y="123"/>
                </a:lnTo>
                <a:lnTo>
                  <a:pt x="536" y="123"/>
                </a:lnTo>
                <a:lnTo>
                  <a:pt x="536" y="124"/>
                </a:lnTo>
                <a:lnTo>
                  <a:pt x="535" y="124"/>
                </a:lnTo>
                <a:lnTo>
                  <a:pt x="535" y="123"/>
                </a:lnTo>
                <a:lnTo>
                  <a:pt x="534" y="123"/>
                </a:lnTo>
                <a:lnTo>
                  <a:pt x="534" y="122"/>
                </a:lnTo>
                <a:lnTo>
                  <a:pt x="533" y="122"/>
                </a:lnTo>
                <a:lnTo>
                  <a:pt x="533" y="121"/>
                </a:lnTo>
                <a:lnTo>
                  <a:pt x="533" y="119"/>
                </a:lnTo>
                <a:lnTo>
                  <a:pt x="533" y="118"/>
                </a:lnTo>
                <a:lnTo>
                  <a:pt x="534" y="118"/>
                </a:lnTo>
                <a:lnTo>
                  <a:pt x="535" y="117"/>
                </a:lnTo>
                <a:lnTo>
                  <a:pt x="536" y="116"/>
                </a:lnTo>
                <a:lnTo>
                  <a:pt x="536" y="115"/>
                </a:lnTo>
                <a:lnTo>
                  <a:pt x="535" y="115"/>
                </a:lnTo>
                <a:lnTo>
                  <a:pt x="535" y="114"/>
                </a:lnTo>
                <a:lnTo>
                  <a:pt x="535" y="113"/>
                </a:lnTo>
                <a:lnTo>
                  <a:pt x="536" y="113"/>
                </a:lnTo>
                <a:lnTo>
                  <a:pt x="537" y="113"/>
                </a:lnTo>
                <a:lnTo>
                  <a:pt x="538" y="112"/>
                </a:lnTo>
                <a:lnTo>
                  <a:pt x="539" y="111"/>
                </a:lnTo>
                <a:lnTo>
                  <a:pt x="540" y="111"/>
                </a:lnTo>
                <a:lnTo>
                  <a:pt x="540" y="110"/>
                </a:lnTo>
                <a:lnTo>
                  <a:pt x="541" y="110"/>
                </a:lnTo>
                <a:lnTo>
                  <a:pt x="541" y="109"/>
                </a:lnTo>
                <a:lnTo>
                  <a:pt x="542" y="109"/>
                </a:lnTo>
                <a:lnTo>
                  <a:pt x="542" y="108"/>
                </a:lnTo>
                <a:lnTo>
                  <a:pt x="543" y="108"/>
                </a:lnTo>
                <a:lnTo>
                  <a:pt x="543" y="107"/>
                </a:lnTo>
                <a:lnTo>
                  <a:pt x="544" y="107"/>
                </a:lnTo>
                <a:lnTo>
                  <a:pt x="544" y="106"/>
                </a:lnTo>
                <a:lnTo>
                  <a:pt x="544" y="105"/>
                </a:lnTo>
                <a:lnTo>
                  <a:pt x="545" y="104"/>
                </a:lnTo>
                <a:lnTo>
                  <a:pt x="545" y="103"/>
                </a:lnTo>
                <a:lnTo>
                  <a:pt x="546" y="102"/>
                </a:lnTo>
                <a:lnTo>
                  <a:pt x="547" y="102"/>
                </a:lnTo>
                <a:lnTo>
                  <a:pt x="549" y="101"/>
                </a:lnTo>
                <a:lnTo>
                  <a:pt x="550" y="101"/>
                </a:lnTo>
                <a:lnTo>
                  <a:pt x="550" y="100"/>
                </a:lnTo>
                <a:lnTo>
                  <a:pt x="551" y="100"/>
                </a:lnTo>
                <a:lnTo>
                  <a:pt x="551" y="99"/>
                </a:lnTo>
                <a:lnTo>
                  <a:pt x="552" y="99"/>
                </a:lnTo>
                <a:lnTo>
                  <a:pt x="553" y="99"/>
                </a:lnTo>
                <a:lnTo>
                  <a:pt x="554" y="100"/>
                </a:lnTo>
                <a:lnTo>
                  <a:pt x="555" y="101"/>
                </a:lnTo>
                <a:lnTo>
                  <a:pt x="556" y="101"/>
                </a:lnTo>
                <a:lnTo>
                  <a:pt x="556" y="102"/>
                </a:lnTo>
                <a:lnTo>
                  <a:pt x="557" y="102"/>
                </a:lnTo>
                <a:lnTo>
                  <a:pt x="557" y="104"/>
                </a:lnTo>
                <a:lnTo>
                  <a:pt x="557" y="105"/>
                </a:lnTo>
                <a:lnTo>
                  <a:pt x="558" y="105"/>
                </a:lnTo>
                <a:lnTo>
                  <a:pt x="559" y="105"/>
                </a:lnTo>
                <a:lnTo>
                  <a:pt x="560" y="104"/>
                </a:lnTo>
                <a:lnTo>
                  <a:pt x="560" y="103"/>
                </a:lnTo>
                <a:lnTo>
                  <a:pt x="560" y="102"/>
                </a:lnTo>
                <a:lnTo>
                  <a:pt x="561" y="102"/>
                </a:lnTo>
                <a:lnTo>
                  <a:pt x="561" y="101"/>
                </a:lnTo>
                <a:lnTo>
                  <a:pt x="562" y="101"/>
                </a:lnTo>
                <a:lnTo>
                  <a:pt x="562" y="102"/>
                </a:lnTo>
                <a:lnTo>
                  <a:pt x="563" y="102"/>
                </a:lnTo>
                <a:lnTo>
                  <a:pt x="564" y="102"/>
                </a:lnTo>
                <a:lnTo>
                  <a:pt x="564" y="101"/>
                </a:lnTo>
                <a:lnTo>
                  <a:pt x="565" y="101"/>
                </a:lnTo>
                <a:lnTo>
                  <a:pt x="565" y="100"/>
                </a:lnTo>
                <a:lnTo>
                  <a:pt x="566" y="99"/>
                </a:lnTo>
                <a:lnTo>
                  <a:pt x="567" y="99"/>
                </a:lnTo>
                <a:lnTo>
                  <a:pt x="568" y="99"/>
                </a:lnTo>
                <a:lnTo>
                  <a:pt x="568" y="98"/>
                </a:lnTo>
                <a:lnTo>
                  <a:pt x="569" y="97"/>
                </a:lnTo>
                <a:lnTo>
                  <a:pt x="569" y="96"/>
                </a:lnTo>
                <a:lnTo>
                  <a:pt x="570" y="96"/>
                </a:lnTo>
                <a:lnTo>
                  <a:pt x="571" y="96"/>
                </a:lnTo>
                <a:lnTo>
                  <a:pt x="572" y="95"/>
                </a:lnTo>
                <a:lnTo>
                  <a:pt x="573" y="95"/>
                </a:lnTo>
                <a:lnTo>
                  <a:pt x="573" y="94"/>
                </a:lnTo>
                <a:lnTo>
                  <a:pt x="573" y="93"/>
                </a:lnTo>
                <a:lnTo>
                  <a:pt x="573" y="92"/>
                </a:lnTo>
                <a:lnTo>
                  <a:pt x="572" y="91"/>
                </a:lnTo>
                <a:lnTo>
                  <a:pt x="572" y="90"/>
                </a:lnTo>
                <a:lnTo>
                  <a:pt x="571" y="90"/>
                </a:lnTo>
                <a:lnTo>
                  <a:pt x="571" y="89"/>
                </a:lnTo>
                <a:lnTo>
                  <a:pt x="572" y="88"/>
                </a:lnTo>
                <a:lnTo>
                  <a:pt x="572" y="86"/>
                </a:lnTo>
                <a:lnTo>
                  <a:pt x="572" y="85"/>
                </a:lnTo>
                <a:lnTo>
                  <a:pt x="571" y="85"/>
                </a:lnTo>
                <a:lnTo>
                  <a:pt x="571" y="84"/>
                </a:lnTo>
                <a:lnTo>
                  <a:pt x="570" y="83"/>
                </a:lnTo>
                <a:lnTo>
                  <a:pt x="569" y="81"/>
                </a:lnTo>
                <a:lnTo>
                  <a:pt x="569" y="80"/>
                </a:lnTo>
                <a:lnTo>
                  <a:pt x="569" y="79"/>
                </a:lnTo>
                <a:lnTo>
                  <a:pt x="569" y="78"/>
                </a:lnTo>
                <a:lnTo>
                  <a:pt x="568" y="77"/>
                </a:lnTo>
                <a:lnTo>
                  <a:pt x="568" y="76"/>
                </a:lnTo>
                <a:lnTo>
                  <a:pt x="568" y="75"/>
                </a:lnTo>
                <a:lnTo>
                  <a:pt x="567" y="75"/>
                </a:lnTo>
                <a:lnTo>
                  <a:pt x="566" y="74"/>
                </a:lnTo>
                <a:lnTo>
                  <a:pt x="566" y="73"/>
                </a:lnTo>
                <a:lnTo>
                  <a:pt x="565" y="72"/>
                </a:lnTo>
                <a:lnTo>
                  <a:pt x="566" y="71"/>
                </a:lnTo>
                <a:lnTo>
                  <a:pt x="567" y="71"/>
                </a:lnTo>
                <a:lnTo>
                  <a:pt x="567" y="70"/>
                </a:lnTo>
                <a:lnTo>
                  <a:pt x="567" y="69"/>
                </a:lnTo>
                <a:lnTo>
                  <a:pt x="566" y="69"/>
                </a:lnTo>
                <a:lnTo>
                  <a:pt x="566" y="68"/>
                </a:lnTo>
                <a:lnTo>
                  <a:pt x="567" y="68"/>
                </a:lnTo>
                <a:lnTo>
                  <a:pt x="568" y="68"/>
                </a:lnTo>
                <a:lnTo>
                  <a:pt x="568" y="67"/>
                </a:lnTo>
                <a:lnTo>
                  <a:pt x="569" y="67"/>
                </a:lnTo>
                <a:lnTo>
                  <a:pt x="569" y="66"/>
                </a:lnTo>
                <a:lnTo>
                  <a:pt x="570" y="66"/>
                </a:lnTo>
                <a:lnTo>
                  <a:pt x="570" y="65"/>
                </a:lnTo>
                <a:lnTo>
                  <a:pt x="570" y="64"/>
                </a:lnTo>
                <a:lnTo>
                  <a:pt x="569" y="64"/>
                </a:lnTo>
                <a:lnTo>
                  <a:pt x="569" y="63"/>
                </a:lnTo>
                <a:lnTo>
                  <a:pt x="570" y="62"/>
                </a:lnTo>
                <a:lnTo>
                  <a:pt x="570" y="61"/>
                </a:lnTo>
                <a:lnTo>
                  <a:pt x="570" y="60"/>
                </a:lnTo>
                <a:lnTo>
                  <a:pt x="570" y="59"/>
                </a:lnTo>
                <a:lnTo>
                  <a:pt x="570" y="58"/>
                </a:lnTo>
                <a:lnTo>
                  <a:pt x="571" y="58"/>
                </a:lnTo>
                <a:lnTo>
                  <a:pt x="571" y="57"/>
                </a:lnTo>
                <a:lnTo>
                  <a:pt x="572" y="57"/>
                </a:lnTo>
                <a:lnTo>
                  <a:pt x="572" y="58"/>
                </a:lnTo>
                <a:lnTo>
                  <a:pt x="573" y="59"/>
                </a:lnTo>
                <a:lnTo>
                  <a:pt x="573" y="60"/>
                </a:lnTo>
                <a:lnTo>
                  <a:pt x="573" y="61"/>
                </a:lnTo>
                <a:lnTo>
                  <a:pt x="573" y="62"/>
                </a:lnTo>
                <a:lnTo>
                  <a:pt x="574" y="62"/>
                </a:lnTo>
                <a:lnTo>
                  <a:pt x="575" y="62"/>
                </a:lnTo>
                <a:lnTo>
                  <a:pt x="576" y="62"/>
                </a:lnTo>
                <a:lnTo>
                  <a:pt x="576" y="61"/>
                </a:lnTo>
                <a:lnTo>
                  <a:pt x="577" y="61"/>
                </a:lnTo>
                <a:lnTo>
                  <a:pt x="578" y="61"/>
                </a:lnTo>
                <a:lnTo>
                  <a:pt x="578" y="62"/>
                </a:lnTo>
                <a:lnTo>
                  <a:pt x="579" y="62"/>
                </a:lnTo>
                <a:lnTo>
                  <a:pt x="579" y="63"/>
                </a:lnTo>
                <a:lnTo>
                  <a:pt x="579" y="64"/>
                </a:lnTo>
                <a:lnTo>
                  <a:pt x="581" y="64"/>
                </a:lnTo>
                <a:lnTo>
                  <a:pt x="583" y="63"/>
                </a:lnTo>
                <a:lnTo>
                  <a:pt x="584" y="63"/>
                </a:lnTo>
                <a:lnTo>
                  <a:pt x="585" y="63"/>
                </a:lnTo>
                <a:lnTo>
                  <a:pt x="585" y="62"/>
                </a:lnTo>
                <a:lnTo>
                  <a:pt x="586" y="62"/>
                </a:lnTo>
                <a:lnTo>
                  <a:pt x="587" y="62"/>
                </a:lnTo>
                <a:lnTo>
                  <a:pt x="588" y="62"/>
                </a:lnTo>
                <a:lnTo>
                  <a:pt x="589" y="61"/>
                </a:lnTo>
                <a:lnTo>
                  <a:pt x="589" y="62"/>
                </a:lnTo>
                <a:lnTo>
                  <a:pt x="590" y="61"/>
                </a:lnTo>
                <a:lnTo>
                  <a:pt x="590" y="62"/>
                </a:lnTo>
                <a:lnTo>
                  <a:pt x="591" y="62"/>
                </a:lnTo>
                <a:lnTo>
                  <a:pt x="592" y="63"/>
                </a:lnTo>
                <a:lnTo>
                  <a:pt x="593" y="64"/>
                </a:lnTo>
                <a:lnTo>
                  <a:pt x="594" y="64"/>
                </a:lnTo>
                <a:lnTo>
                  <a:pt x="594" y="63"/>
                </a:lnTo>
                <a:lnTo>
                  <a:pt x="594" y="62"/>
                </a:lnTo>
                <a:lnTo>
                  <a:pt x="595" y="62"/>
                </a:lnTo>
                <a:lnTo>
                  <a:pt x="595" y="61"/>
                </a:lnTo>
                <a:lnTo>
                  <a:pt x="596" y="61"/>
                </a:lnTo>
                <a:lnTo>
                  <a:pt x="596" y="60"/>
                </a:lnTo>
                <a:lnTo>
                  <a:pt x="597" y="61"/>
                </a:lnTo>
                <a:lnTo>
                  <a:pt x="597" y="60"/>
                </a:lnTo>
                <a:lnTo>
                  <a:pt x="598" y="60"/>
                </a:lnTo>
                <a:lnTo>
                  <a:pt x="599" y="60"/>
                </a:lnTo>
                <a:lnTo>
                  <a:pt x="600" y="60"/>
                </a:lnTo>
                <a:lnTo>
                  <a:pt x="601" y="60"/>
                </a:lnTo>
                <a:lnTo>
                  <a:pt x="601" y="61"/>
                </a:lnTo>
                <a:lnTo>
                  <a:pt x="602" y="61"/>
                </a:lnTo>
                <a:lnTo>
                  <a:pt x="603" y="61"/>
                </a:lnTo>
                <a:lnTo>
                  <a:pt x="604" y="60"/>
                </a:lnTo>
                <a:lnTo>
                  <a:pt x="604" y="61"/>
                </a:lnTo>
                <a:lnTo>
                  <a:pt x="605" y="61"/>
                </a:lnTo>
                <a:lnTo>
                  <a:pt x="606" y="60"/>
                </a:lnTo>
                <a:lnTo>
                  <a:pt x="606" y="59"/>
                </a:lnTo>
                <a:lnTo>
                  <a:pt x="606" y="58"/>
                </a:lnTo>
                <a:lnTo>
                  <a:pt x="607" y="58"/>
                </a:lnTo>
                <a:lnTo>
                  <a:pt x="608" y="58"/>
                </a:lnTo>
                <a:lnTo>
                  <a:pt x="608" y="59"/>
                </a:lnTo>
                <a:lnTo>
                  <a:pt x="607" y="59"/>
                </a:lnTo>
                <a:lnTo>
                  <a:pt x="608" y="59"/>
                </a:lnTo>
                <a:lnTo>
                  <a:pt x="608" y="60"/>
                </a:lnTo>
                <a:lnTo>
                  <a:pt x="609" y="61"/>
                </a:lnTo>
                <a:lnTo>
                  <a:pt x="610" y="61"/>
                </a:lnTo>
                <a:lnTo>
                  <a:pt x="611" y="61"/>
                </a:lnTo>
                <a:lnTo>
                  <a:pt x="612" y="61"/>
                </a:lnTo>
                <a:lnTo>
                  <a:pt x="612" y="62"/>
                </a:lnTo>
                <a:lnTo>
                  <a:pt x="612" y="63"/>
                </a:lnTo>
                <a:lnTo>
                  <a:pt x="613" y="63"/>
                </a:lnTo>
                <a:lnTo>
                  <a:pt x="613" y="62"/>
                </a:lnTo>
                <a:lnTo>
                  <a:pt x="614" y="62"/>
                </a:lnTo>
                <a:lnTo>
                  <a:pt x="614" y="61"/>
                </a:lnTo>
                <a:lnTo>
                  <a:pt x="615" y="61"/>
                </a:lnTo>
                <a:lnTo>
                  <a:pt x="615" y="60"/>
                </a:lnTo>
                <a:lnTo>
                  <a:pt x="616" y="60"/>
                </a:lnTo>
                <a:lnTo>
                  <a:pt x="617" y="60"/>
                </a:lnTo>
                <a:lnTo>
                  <a:pt x="617" y="59"/>
                </a:lnTo>
                <a:lnTo>
                  <a:pt x="618" y="59"/>
                </a:lnTo>
                <a:lnTo>
                  <a:pt x="619" y="59"/>
                </a:lnTo>
                <a:lnTo>
                  <a:pt x="619" y="60"/>
                </a:lnTo>
                <a:lnTo>
                  <a:pt x="620" y="60"/>
                </a:lnTo>
                <a:lnTo>
                  <a:pt x="621" y="60"/>
                </a:lnTo>
                <a:lnTo>
                  <a:pt x="622" y="61"/>
                </a:lnTo>
                <a:lnTo>
                  <a:pt x="623" y="61"/>
                </a:lnTo>
                <a:lnTo>
                  <a:pt x="623" y="62"/>
                </a:lnTo>
                <a:lnTo>
                  <a:pt x="622" y="62"/>
                </a:lnTo>
                <a:lnTo>
                  <a:pt x="622" y="63"/>
                </a:lnTo>
                <a:lnTo>
                  <a:pt x="622" y="64"/>
                </a:lnTo>
                <a:lnTo>
                  <a:pt x="622" y="65"/>
                </a:lnTo>
                <a:lnTo>
                  <a:pt x="621" y="65"/>
                </a:lnTo>
                <a:lnTo>
                  <a:pt x="620" y="65"/>
                </a:lnTo>
                <a:lnTo>
                  <a:pt x="620" y="64"/>
                </a:lnTo>
                <a:lnTo>
                  <a:pt x="619" y="64"/>
                </a:lnTo>
                <a:lnTo>
                  <a:pt x="619" y="65"/>
                </a:lnTo>
                <a:lnTo>
                  <a:pt x="618" y="65"/>
                </a:lnTo>
                <a:lnTo>
                  <a:pt x="618" y="66"/>
                </a:lnTo>
                <a:lnTo>
                  <a:pt x="617" y="67"/>
                </a:lnTo>
                <a:lnTo>
                  <a:pt x="617" y="68"/>
                </a:lnTo>
                <a:lnTo>
                  <a:pt x="617" y="69"/>
                </a:lnTo>
                <a:lnTo>
                  <a:pt x="615" y="69"/>
                </a:lnTo>
                <a:lnTo>
                  <a:pt x="615" y="68"/>
                </a:lnTo>
                <a:lnTo>
                  <a:pt x="614" y="68"/>
                </a:lnTo>
                <a:lnTo>
                  <a:pt x="614" y="69"/>
                </a:lnTo>
                <a:lnTo>
                  <a:pt x="614" y="70"/>
                </a:lnTo>
                <a:lnTo>
                  <a:pt x="613" y="70"/>
                </a:lnTo>
                <a:lnTo>
                  <a:pt x="613" y="71"/>
                </a:lnTo>
                <a:lnTo>
                  <a:pt x="612" y="70"/>
                </a:lnTo>
                <a:lnTo>
                  <a:pt x="611" y="70"/>
                </a:lnTo>
                <a:lnTo>
                  <a:pt x="611" y="71"/>
                </a:lnTo>
                <a:lnTo>
                  <a:pt x="610" y="71"/>
                </a:lnTo>
                <a:lnTo>
                  <a:pt x="609" y="71"/>
                </a:lnTo>
                <a:lnTo>
                  <a:pt x="608" y="71"/>
                </a:lnTo>
                <a:lnTo>
                  <a:pt x="607" y="71"/>
                </a:lnTo>
                <a:lnTo>
                  <a:pt x="607" y="72"/>
                </a:lnTo>
                <a:lnTo>
                  <a:pt x="607" y="73"/>
                </a:lnTo>
                <a:lnTo>
                  <a:pt x="607" y="74"/>
                </a:lnTo>
                <a:lnTo>
                  <a:pt x="608" y="74"/>
                </a:lnTo>
                <a:lnTo>
                  <a:pt x="609" y="74"/>
                </a:lnTo>
                <a:lnTo>
                  <a:pt x="609" y="75"/>
                </a:lnTo>
                <a:lnTo>
                  <a:pt x="608" y="75"/>
                </a:lnTo>
                <a:lnTo>
                  <a:pt x="608" y="76"/>
                </a:lnTo>
                <a:lnTo>
                  <a:pt x="608" y="77"/>
                </a:lnTo>
                <a:lnTo>
                  <a:pt x="609" y="77"/>
                </a:lnTo>
                <a:lnTo>
                  <a:pt x="609" y="78"/>
                </a:lnTo>
                <a:lnTo>
                  <a:pt x="608" y="79"/>
                </a:lnTo>
                <a:lnTo>
                  <a:pt x="608" y="80"/>
                </a:lnTo>
                <a:lnTo>
                  <a:pt x="608" y="81"/>
                </a:lnTo>
                <a:lnTo>
                  <a:pt x="608" y="82"/>
                </a:lnTo>
                <a:lnTo>
                  <a:pt x="609" y="82"/>
                </a:lnTo>
                <a:lnTo>
                  <a:pt x="609" y="83"/>
                </a:lnTo>
                <a:lnTo>
                  <a:pt x="608" y="83"/>
                </a:lnTo>
                <a:lnTo>
                  <a:pt x="608" y="84"/>
                </a:lnTo>
                <a:lnTo>
                  <a:pt x="607" y="84"/>
                </a:lnTo>
                <a:lnTo>
                  <a:pt x="607" y="85"/>
                </a:lnTo>
                <a:lnTo>
                  <a:pt x="608" y="85"/>
                </a:lnTo>
                <a:lnTo>
                  <a:pt x="608" y="86"/>
                </a:lnTo>
                <a:lnTo>
                  <a:pt x="609" y="86"/>
                </a:lnTo>
                <a:lnTo>
                  <a:pt x="609" y="87"/>
                </a:lnTo>
                <a:lnTo>
                  <a:pt x="609" y="88"/>
                </a:lnTo>
                <a:lnTo>
                  <a:pt x="609" y="89"/>
                </a:lnTo>
                <a:lnTo>
                  <a:pt x="610" y="91"/>
                </a:lnTo>
                <a:lnTo>
                  <a:pt x="611" y="92"/>
                </a:lnTo>
                <a:lnTo>
                  <a:pt x="612" y="92"/>
                </a:lnTo>
                <a:lnTo>
                  <a:pt x="611" y="92"/>
                </a:lnTo>
                <a:lnTo>
                  <a:pt x="611" y="93"/>
                </a:lnTo>
                <a:lnTo>
                  <a:pt x="610" y="93"/>
                </a:lnTo>
                <a:lnTo>
                  <a:pt x="610" y="94"/>
                </a:lnTo>
                <a:lnTo>
                  <a:pt x="611" y="94"/>
                </a:lnTo>
                <a:lnTo>
                  <a:pt x="612" y="94"/>
                </a:lnTo>
                <a:lnTo>
                  <a:pt x="613" y="94"/>
                </a:lnTo>
                <a:lnTo>
                  <a:pt x="614" y="94"/>
                </a:lnTo>
                <a:lnTo>
                  <a:pt x="614" y="93"/>
                </a:lnTo>
                <a:lnTo>
                  <a:pt x="614" y="92"/>
                </a:lnTo>
                <a:lnTo>
                  <a:pt x="615" y="92"/>
                </a:lnTo>
                <a:lnTo>
                  <a:pt x="616" y="91"/>
                </a:lnTo>
                <a:lnTo>
                  <a:pt x="617" y="91"/>
                </a:lnTo>
                <a:lnTo>
                  <a:pt x="618" y="91"/>
                </a:lnTo>
                <a:lnTo>
                  <a:pt x="619" y="92"/>
                </a:lnTo>
                <a:lnTo>
                  <a:pt x="619" y="93"/>
                </a:lnTo>
                <a:lnTo>
                  <a:pt x="620" y="93"/>
                </a:lnTo>
                <a:lnTo>
                  <a:pt x="619" y="94"/>
                </a:lnTo>
                <a:lnTo>
                  <a:pt x="620" y="95"/>
                </a:lnTo>
                <a:lnTo>
                  <a:pt x="620" y="96"/>
                </a:lnTo>
                <a:lnTo>
                  <a:pt x="621" y="97"/>
                </a:lnTo>
                <a:lnTo>
                  <a:pt x="621" y="98"/>
                </a:lnTo>
                <a:lnTo>
                  <a:pt x="622" y="98"/>
                </a:lnTo>
                <a:lnTo>
                  <a:pt x="623" y="98"/>
                </a:lnTo>
                <a:lnTo>
                  <a:pt x="625" y="98"/>
                </a:lnTo>
                <a:lnTo>
                  <a:pt x="624" y="99"/>
                </a:lnTo>
                <a:lnTo>
                  <a:pt x="624" y="100"/>
                </a:lnTo>
                <a:lnTo>
                  <a:pt x="625" y="100"/>
                </a:lnTo>
                <a:lnTo>
                  <a:pt x="626" y="101"/>
                </a:lnTo>
                <a:lnTo>
                  <a:pt x="625" y="102"/>
                </a:lnTo>
                <a:lnTo>
                  <a:pt x="625" y="103"/>
                </a:lnTo>
                <a:lnTo>
                  <a:pt x="625" y="104"/>
                </a:lnTo>
                <a:lnTo>
                  <a:pt x="624" y="104"/>
                </a:lnTo>
                <a:lnTo>
                  <a:pt x="623" y="104"/>
                </a:lnTo>
                <a:lnTo>
                  <a:pt x="622" y="104"/>
                </a:lnTo>
                <a:lnTo>
                  <a:pt x="622" y="105"/>
                </a:lnTo>
                <a:lnTo>
                  <a:pt x="621" y="105"/>
                </a:lnTo>
                <a:lnTo>
                  <a:pt x="620" y="105"/>
                </a:lnTo>
                <a:lnTo>
                  <a:pt x="621" y="106"/>
                </a:lnTo>
                <a:lnTo>
                  <a:pt x="621" y="107"/>
                </a:lnTo>
                <a:lnTo>
                  <a:pt x="621" y="108"/>
                </a:lnTo>
                <a:lnTo>
                  <a:pt x="622" y="108"/>
                </a:lnTo>
                <a:lnTo>
                  <a:pt x="623" y="108"/>
                </a:lnTo>
                <a:lnTo>
                  <a:pt x="624" y="108"/>
                </a:lnTo>
                <a:lnTo>
                  <a:pt x="625" y="108"/>
                </a:lnTo>
                <a:lnTo>
                  <a:pt x="626" y="108"/>
                </a:lnTo>
                <a:lnTo>
                  <a:pt x="625" y="109"/>
                </a:lnTo>
                <a:lnTo>
                  <a:pt x="625" y="110"/>
                </a:lnTo>
                <a:lnTo>
                  <a:pt x="625" y="111"/>
                </a:lnTo>
                <a:lnTo>
                  <a:pt x="624" y="111"/>
                </a:lnTo>
                <a:lnTo>
                  <a:pt x="624" y="112"/>
                </a:lnTo>
                <a:lnTo>
                  <a:pt x="625" y="112"/>
                </a:lnTo>
                <a:lnTo>
                  <a:pt x="625" y="114"/>
                </a:lnTo>
                <a:lnTo>
                  <a:pt x="624" y="114"/>
                </a:lnTo>
                <a:lnTo>
                  <a:pt x="623" y="114"/>
                </a:lnTo>
                <a:lnTo>
                  <a:pt x="624" y="115"/>
                </a:lnTo>
                <a:lnTo>
                  <a:pt x="623" y="115"/>
                </a:lnTo>
                <a:lnTo>
                  <a:pt x="622" y="116"/>
                </a:lnTo>
                <a:lnTo>
                  <a:pt x="621" y="116"/>
                </a:lnTo>
                <a:lnTo>
                  <a:pt x="620" y="116"/>
                </a:lnTo>
                <a:lnTo>
                  <a:pt x="620" y="117"/>
                </a:lnTo>
                <a:lnTo>
                  <a:pt x="620" y="118"/>
                </a:lnTo>
                <a:lnTo>
                  <a:pt x="620" y="119"/>
                </a:lnTo>
                <a:lnTo>
                  <a:pt x="619" y="119"/>
                </a:lnTo>
                <a:lnTo>
                  <a:pt x="619" y="120"/>
                </a:lnTo>
                <a:lnTo>
                  <a:pt x="618" y="120"/>
                </a:lnTo>
                <a:lnTo>
                  <a:pt x="617" y="120"/>
                </a:lnTo>
                <a:lnTo>
                  <a:pt x="615" y="120"/>
                </a:lnTo>
                <a:lnTo>
                  <a:pt x="614" y="120"/>
                </a:lnTo>
                <a:lnTo>
                  <a:pt x="613" y="120"/>
                </a:lnTo>
                <a:lnTo>
                  <a:pt x="612" y="120"/>
                </a:lnTo>
                <a:lnTo>
                  <a:pt x="611" y="121"/>
                </a:lnTo>
                <a:lnTo>
                  <a:pt x="612" y="121"/>
                </a:lnTo>
                <a:lnTo>
                  <a:pt x="612" y="122"/>
                </a:lnTo>
                <a:lnTo>
                  <a:pt x="613" y="122"/>
                </a:lnTo>
                <a:lnTo>
                  <a:pt x="613" y="123"/>
                </a:lnTo>
                <a:lnTo>
                  <a:pt x="614" y="123"/>
                </a:lnTo>
                <a:lnTo>
                  <a:pt x="615" y="123"/>
                </a:lnTo>
                <a:lnTo>
                  <a:pt x="616" y="124"/>
                </a:lnTo>
                <a:lnTo>
                  <a:pt x="617" y="124"/>
                </a:lnTo>
                <a:lnTo>
                  <a:pt x="617" y="125"/>
                </a:lnTo>
                <a:lnTo>
                  <a:pt x="619" y="126"/>
                </a:lnTo>
                <a:lnTo>
                  <a:pt x="618" y="126"/>
                </a:lnTo>
                <a:lnTo>
                  <a:pt x="618" y="127"/>
                </a:lnTo>
                <a:lnTo>
                  <a:pt x="619" y="127"/>
                </a:lnTo>
                <a:lnTo>
                  <a:pt x="619" y="128"/>
                </a:lnTo>
                <a:lnTo>
                  <a:pt x="619" y="129"/>
                </a:lnTo>
                <a:lnTo>
                  <a:pt x="620" y="129"/>
                </a:lnTo>
                <a:lnTo>
                  <a:pt x="620" y="130"/>
                </a:lnTo>
                <a:lnTo>
                  <a:pt x="620" y="131"/>
                </a:lnTo>
                <a:lnTo>
                  <a:pt x="622" y="131"/>
                </a:lnTo>
                <a:lnTo>
                  <a:pt x="622" y="132"/>
                </a:lnTo>
                <a:lnTo>
                  <a:pt x="623" y="132"/>
                </a:lnTo>
                <a:lnTo>
                  <a:pt x="624" y="132"/>
                </a:lnTo>
                <a:lnTo>
                  <a:pt x="624" y="133"/>
                </a:lnTo>
                <a:lnTo>
                  <a:pt x="625" y="133"/>
                </a:lnTo>
                <a:lnTo>
                  <a:pt x="625" y="134"/>
                </a:lnTo>
                <a:lnTo>
                  <a:pt x="626" y="134"/>
                </a:lnTo>
                <a:lnTo>
                  <a:pt x="626" y="135"/>
                </a:lnTo>
                <a:lnTo>
                  <a:pt x="627" y="135"/>
                </a:lnTo>
                <a:lnTo>
                  <a:pt x="627" y="136"/>
                </a:lnTo>
                <a:lnTo>
                  <a:pt x="628" y="136"/>
                </a:lnTo>
                <a:lnTo>
                  <a:pt x="629" y="136"/>
                </a:lnTo>
                <a:lnTo>
                  <a:pt x="629" y="137"/>
                </a:lnTo>
                <a:lnTo>
                  <a:pt x="630" y="137"/>
                </a:lnTo>
                <a:lnTo>
                  <a:pt x="630" y="138"/>
                </a:lnTo>
                <a:lnTo>
                  <a:pt x="631" y="138"/>
                </a:lnTo>
                <a:lnTo>
                  <a:pt x="632" y="137"/>
                </a:lnTo>
                <a:lnTo>
                  <a:pt x="633" y="137"/>
                </a:lnTo>
                <a:lnTo>
                  <a:pt x="633" y="138"/>
                </a:lnTo>
                <a:lnTo>
                  <a:pt x="634" y="138"/>
                </a:lnTo>
                <a:lnTo>
                  <a:pt x="634" y="139"/>
                </a:lnTo>
                <a:lnTo>
                  <a:pt x="634" y="138"/>
                </a:lnTo>
                <a:lnTo>
                  <a:pt x="634" y="139"/>
                </a:lnTo>
                <a:lnTo>
                  <a:pt x="635" y="139"/>
                </a:lnTo>
                <a:lnTo>
                  <a:pt x="635" y="140"/>
                </a:lnTo>
                <a:lnTo>
                  <a:pt x="635" y="141"/>
                </a:lnTo>
                <a:lnTo>
                  <a:pt x="636" y="141"/>
                </a:lnTo>
                <a:lnTo>
                  <a:pt x="636" y="142"/>
                </a:lnTo>
                <a:lnTo>
                  <a:pt x="637" y="142"/>
                </a:lnTo>
                <a:lnTo>
                  <a:pt x="637" y="141"/>
                </a:lnTo>
                <a:lnTo>
                  <a:pt x="638" y="141"/>
                </a:lnTo>
                <a:lnTo>
                  <a:pt x="639" y="141"/>
                </a:lnTo>
                <a:lnTo>
                  <a:pt x="639" y="140"/>
                </a:lnTo>
                <a:lnTo>
                  <a:pt x="640" y="140"/>
                </a:lnTo>
                <a:lnTo>
                  <a:pt x="641" y="140"/>
                </a:lnTo>
                <a:lnTo>
                  <a:pt x="641" y="141"/>
                </a:lnTo>
                <a:lnTo>
                  <a:pt x="642" y="141"/>
                </a:lnTo>
                <a:lnTo>
                  <a:pt x="642" y="140"/>
                </a:lnTo>
                <a:lnTo>
                  <a:pt x="643" y="140"/>
                </a:lnTo>
                <a:lnTo>
                  <a:pt x="644" y="139"/>
                </a:lnTo>
                <a:lnTo>
                  <a:pt x="645" y="138"/>
                </a:lnTo>
                <a:lnTo>
                  <a:pt x="646" y="138"/>
                </a:lnTo>
                <a:lnTo>
                  <a:pt x="646" y="137"/>
                </a:lnTo>
                <a:lnTo>
                  <a:pt x="647" y="138"/>
                </a:lnTo>
                <a:lnTo>
                  <a:pt x="647" y="137"/>
                </a:lnTo>
                <a:lnTo>
                  <a:pt x="648" y="137"/>
                </a:lnTo>
                <a:lnTo>
                  <a:pt x="649" y="136"/>
                </a:lnTo>
                <a:lnTo>
                  <a:pt x="650" y="136"/>
                </a:lnTo>
                <a:lnTo>
                  <a:pt x="651" y="136"/>
                </a:lnTo>
                <a:lnTo>
                  <a:pt x="652" y="136"/>
                </a:lnTo>
                <a:lnTo>
                  <a:pt x="652" y="137"/>
                </a:lnTo>
                <a:lnTo>
                  <a:pt x="653" y="138"/>
                </a:lnTo>
                <a:lnTo>
                  <a:pt x="654" y="137"/>
                </a:lnTo>
                <a:lnTo>
                  <a:pt x="655" y="137"/>
                </a:lnTo>
                <a:lnTo>
                  <a:pt x="656" y="136"/>
                </a:lnTo>
                <a:lnTo>
                  <a:pt x="657" y="136"/>
                </a:lnTo>
                <a:lnTo>
                  <a:pt x="658" y="136"/>
                </a:lnTo>
                <a:lnTo>
                  <a:pt x="659" y="136"/>
                </a:lnTo>
                <a:lnTo>
                  <a:pt x="659" y="135"/>
                </a:lnTo>
                <a:lnTo>
                  <a:pt x="660" y="135"/>
                </a:lnTo>
                <a:lnTo>
                  <a:pt x="660" y="136"/>
                </a:lnTo>
                <a:lnTo>
                  <a:pt x="661" y="136"/>
                </a:lnTo>
                <a:lnTo>
                  <a:pt x="662" y="136"/>
                </a:lnTo>
                <a:lnTo>
                  <a:pt x="662" y="135"/>
                </a:lnTo>
                <a:lnTo>
                  <a:pt x="663" y="135"/>
                </a:lnTo>
                <a:lnTo>
                  <a:pt x="664" y="135"/>
                </a:lnTo>
                <a:lnTo>
                  <a:pt x="664" y="133"/>
                </a:lnTo>
                <a:lnTo>
                  <a:pt x="665" y="133"/>
                </a:lnTo>
                <a:lnTo>
                  <a:pt x="665" y="132"/>
                </a:lnTo>
                <a:lnTo>
                  <a:pt x="666" y="132"/>
                </a:lnTo>
                <a:lnTo>
                  <a:pt x="667" y="132"/>
                </a:lnTo>
                <a:lnTo>
                  <a:pt x="667" y="131"/>
                </a:lnTo>
                <a:lnTo>
                  <a:pt x="666" y="131"/>
                </a:lnTo>
                <a:lnTo>
                  <a:pt x="666" y="129"/>
                </a:lnTo>
                <a:lnTo>
                  <a:pt x="667" y="129"/>
                </a:lnTo>
                <a:lnTo>
                  <a:pt x="667" y="128"/>
                </a:lnTo>
                <a:lnTo>
                  <a:pt x="668" y="128"/>
                </a:lnTo>
                <a:lnTo>
                  <a:pt x="668" y="127"/>
                </a:lnTo>
                <a:lnTo>
                  <a:pt x="669" y="128"/>
                </a:lnTo>
                <a:lnTo>
                  <a:pt x="669" y="127"/>
                </a:lnTo>
                <a:lnTo>
                  <a:pt x="669" y="128"/>
                </a:lnTo>
                <a:lnTo>
                  <a:pt x="670" y="128"/>
                </a:lnTo>
                <a:lnTo>
                  <a:pt x="670" y="127"/>
                </a:lnTo>
                <a:lnTo>
                  <a:pt x="669" y="127"/>
                </a:lnTo>
                <a:lnTo>
                  <a:pt x="670" y="126"/>
                </a:lnTo>
                <a:lnTo>
                  <a:pt x="671" y="125"/>
                </a:lnTo>
                <a:lnTo>
                  <a:pt x="671" y="124"/>
                </a:lnTo>
                <a:lnTo>
                  <a:pt x="672" y="124"/>
                </a:lnTo>
                <a:lnTo>
                  <a:pt x="672" y="123"/>
                </a:lnTo>
                <a:lnTo>
                  <a:pt x="672" y="122"/>
                </a:lnTo>
                <a:lnTo>
                  <a:pt x="672" y="121"/>
                </a:lnTo>
                <a:lnTo>
                  <a:pt x="672" y="120"/>
                </a:lnTo>
                <a:lnTo>
                  <a:pt x="672" y="119"/>
                </a:lnTo>
                <a:lnTo>
                  <a:pt x="673" y="119"/>
                </a:lnTo>
                <a:lnTo>
                  <a:pt x="674" y="119"/>
                </a:lnTo>
                <a:lnTo>
                  <a:pt x="675" y="119"/>
                </a:lnTo>
                <a:lnTo>
                  <a:pt x="676" y="119"/>
                </a:lnTo>
                <a:lnTo>
                  <a:pt x="676" y="118"/>
                </a:lnTo>
                <a:lnTo>
                  <a:pt x="677" y="118"/>
                </a:lnTo>
                <a:lnTo>
                  <a:pt x="677" y="117"/>
                </a:lnTo>
                <a:lnTo>
                  <a:pt x="678" y="117"/>
                </a:lnTo>
                <a:lnTo>
                  <a:pt x="678" y="116"/>
                </a:lnTo>
                <a:lnTo>
                  <a:pt x="679" y="116"/>
                </a:lnTo>
                <a:lnTo>
                  <a:pt x="679" y="115"/>
                </a:lnTo>
                <a:lnTo>
                  <a:pt x="679" y="116"/>
                </a:lnTo>
                <a:lnTo>
                  <a:pt x="680" y="116"/>
                </a:lnTo>
                <a:lnTo>
                  <a:pt x="681" y="116"/>
                </a:lnTo>
                <a:lnTo>
                  <a:pt x="681" y="117"/>
                </a:lnTo>
                <a:lnTo>
                  <a:pt x="681" y="116"/>
                </a:lnTo>
                <a:lnTo>
                  <a:pt x="681" y="117"/>
                </a:lnTo>
                <a:lnTo>
                  <a:pt x="682" y="117"/>
                </a:lnTo>
                <a:lnTo>
                  <a:pt x="683" y="117"/>
                </a:lnTo>
                <a:lnTo>
                  <a:pt x="684" y="117"/>
                </a:lnTo>
                <a:lnTo>
                  <a:pt x="684" y="118"/>
                </a:lnTo>
                <a:lnTo>
                  <a:pt x="685" y="118"/>
                </a:lnTo>
                <a:lnTo>
                  <a:pt x="685" y="119"/>
                </a:lnTo>
                <a:lnTo>
                  <a:pt x="686" y="119"/>
                </a:lnTo>
                <a:lnTo>
                  <a:pt x="688" y="119"/>
                </a:lnTo>
                <a:lnTo>
                  <a:pt x="689" y="119"/>
                </a:lnTo>
                <a:lnTo>
                  <a:pt x="689" y="118"/>
                </a:lnTo>
                <a:lnTo>
                  <a:pt x="690" y="119"/>
                </a:lnTo>
                <a:lnTo>
                  <a:pt x="691" y="119"/>
                </a:lnTo>
                <a:lnTo>
                  <a:pt x="691" y="120"/>
                </a:lnTo>
                <a:lnTo>
                  <a:pt x="691" y="121"/>
                </a:lnTo>
                <a:lnTo>
                  <a:pt x="691" y="122"/>
                </a:lnTo>
                <a:lnTo>
                  <a:pt x="690" y="122"/>
                </a:lnTo>
                <a:lnTo>
                  <a:pt x="690" y="123"/>
                </a:lnTo>
                <a:lnTo>
                  <a:pt x="690" y="124"/>
                </a:lnTo>
                <a:lnTo>
                  <a:pt x="690" y="125"/>
                </a:lnTo>
                <a:lnTo>
                  <a:pt x="691" y="125"/>
                </a:lnTo>
                <a:lnTo>
                  <a:pt x="691" y="126"/>
                </a:lnTo>
                <a:lnTo>
                  <a:pt x="692" y="126"/>
                </a:lnTo>
                <a:lnTo>
                  <a:pt x="693" y="126"/>
                </a:lnTo>
                <a:lnTo>
                  <a:pt x="694" y="127"/>
                </a:lnTo>
                <a:lnTo>
                  <a:pt x="695" y="126"/>
                </a:lnTo>
                <a:lnTo>
                  <a:pt x="696" y="125"/>
                </a:lnTo>
                <a:lnTo>
                  <a:pt x="697" y="125"/>
                </a:lnTo>
                <a:lnTo>
                  <a:pt x="697" y="126"/>
                </a:lnTo>
                <a:lnTo>
                  <a:pt x="697" y="125"/>
                </a:lnTo>
                <a:lnTo>
                  <a:pt x="697" y="126"/>
                </a:lnTo>
                <a:lnTo>
                  <a:pt x="697" y="125"/>
                </a:lnTo>
                <a:lnTo>
                  <a:pt x="698" y="126"/>
                </a:lnTo>
                <a:lnTo>
                  <a:pt x="699" y="126"/>
                </a:lnTo>
                <a:lnTo>
                  <a:pt x="699" y="127"/>
                </a:lnTo>
                <a:lnTo>
                  <a:pt x="699" y="128"/>
                </a:lnTo>
                <a:lnTo>
                  <a:pt x="699" y="129"/>
                </a:lnTo>
                <a:lnTo>
                  <a:pt x="700" y="129"/>
                </a:lnTo>
                <a:lnTo>
                  <a:pt x="700" y="130"/>
                </a:lnTo>
                <a:lnTo>
                  <a:pt x="700" y="131"/>
                </a:lnTo>
                <a:lnTo>
                  <a:pt x="700" y="132"/>
                </a:lnTo>
                <a:lnTo>
                  <a:pt x="700" y="133"/>
                </a:lnTo>
                <a:lnTo>
                  <a:pt x="699" y="133"/>
                </a:lnTo>
                <a:lnTo>
                  <a:pt x="699" y="134"/>
                </a:lnTo>
                <a:lnTo>
                  <a:pt x="699" y="135"/>
                </a:lnTo>
                <a:lnTo>
                  <a:pt x="698" y="135"/>
                </a:lnTo>
                <a:lnTo>
                  <a:pt x="697" y="135"/>
                </a:lnTo>
                <a:lnTo>
                  <a:pt x="696" y="135"/>
                </a:lnTo>
                <a:lnTo>
                  <a:pt x="696" y="136"/>
                </a:lnTo>
                <a:lnTo>
                  <a:pt x="695" y="137"/>
                </a:lnTo>
                <a:lnTo>
                  <a:pt x="696" y="137"/>
                </a:lnTo>
                <a:lnTo>
                  <a:pt x="696" y="138"/>
                </a:lnTo>
                <a:lnTo>
                  <a:pt x="696" y="139"/>
                </a:lnTo>
                <a:lnTo>
                  <a:pt x="697" y="140"/>
                </a:lnTo>
                <a:lnTo>
                  <a:pt x="696" y="141"/>
                </a:lnTo>
                <a:lnTo>
                  <a:pt x="697" y="141"/>
                </a:lnTo>
                <a:lnTo>
                  <a:pt x="697" y="142"/>
                </a:lnTo>
                <a:lnTo>
                  <a:pt x="697" y="143"/>
                </a:lnTo>
                <a:lnTo>
                  <a:pt x="696" y="143"/>
                </a:lnTo>
                <a:lnTo>
                  <a:pt x="696" y="144"/>
                </a:lnTo>
                <a:lnTo>
                  <a:pt x="697" y="144"/>
                </a:lnTo>
                <a:lnTo>
                  <a:pt x="697" y="143"/>
                </a:lnTo>
                <a:lnTo>
                  <a:pt x="698" y="143"/>
                </a:lnTo>
                <a:lnTo>
                  <a:pt x="698" y="144"/>
                </a:lnTo>
                <a:lnTo>
                  <a:pt x="699" y="144"/>
                </a:lnTo>
                <a:lnTo>
                  <a:pt x="700" y="144"/>
                </a:lnTo>
                <a:lnTo>
                  <a:pt x="701" y="144"/>
                </a:lnTo>
                <a:lnTo>
                  <a:pt x="702" y="144"/>
                </a:lnTo>
                <a:lnTo>
                  <a:pt x="703" y="144"/>
                </a:lnTo>
                <a:lnTo>
                  <a:pt x="703" y="145"/>
                </a:lnTo>
                <a:lnTo>
                  <a:pt x="702" y="145"/>
                </a:lnTo>
                <a:lnTo>
                  <a:pt x="701" y="145"/>
                </a:lnTo>
                <a:lnTo>
                  <a:pt x="700" y="145"/>
                </a:lnTo>
                <a:lnTo>
                  <a:pt x="700" y="146"/>
                </a:lnTo>
                <a:lnTo>
                  <a:pt x="700" y="147"/>
                </a:lnTo>
                <a:lnTo>
                  <a:pt x="700" y="146"/>
                </a:lnTo>
                <a:lnTo>
                  <a:pt x="699" y="147"/>
                </a:lnTo>
                <a:lnTo>
                  <a:pt x="699" y="148"/>
                </a:lnTo>
                <a:lnTo>
                  <a:pt x="700" y="149"/>
                </a:lnTo>
                <a:lnTo>
                  <a:pt x="701" y="149"/>
                </a:lnTo>
                <a:lnTo>
                  <a:pt x="701" y="150"/>
                </a:lnTo>
                <a:lnTo>
                  <a:pt x="700" y="150"/>
                </a:lnTo>
                <a:lnTo>
                  <a:pt x="701" y="150"/>
                </a:lnTo>
                <a:lnTo>
                  <a:pt x="701" y="151"/>
                </a:lnTo>
                <a:lnTo>
                  <a:pt x="700" y="152"/>
                </a:lnTo>
                <a:lnTo>
                  <a:pt x="700" y="153"/>
                </a:lnTo>
                <a:lnTo>
                  <a:pt x="701" y="153"/>
                </a:lnTo>
                <a:lnTo>
                  <a:pt x="701" y="154"/>
                </a:lnTo>
                <a:lnTo>
                  <a:pt x="701" y="155"/>
                </a:lnTo>
                <a:lnTo>
                  <a:pt x="702" y="155"/>
                </a:lnTo>
                <a:lnTo>
                  <a:pt x="702" y="156"/>
                </a:lnTo>
                <a:lnTo>
                  <a:pt x="702" y="157"/>
                </a:lnTo>
                <a:lnTo>
                  <a:pt x="701" y="158"/>
                </a:lnTo>
                <a:lnTo>
                  <a:pt x="702" y="159"/>
                </a:lnTo>
                <a:lnTo>
                  <a:pt x="702" y="160"/>
                </a:lnTo>
                <a:lnTo>
                  <a:pt x="702" y="161"/>
                </a:lnTo>
                <a:lnTo>
                  <a:pt x="702" y="162"/>
                </a:lnTo>
                <a:lnTo>
                  <a:pt x="701" y="163"/>
                </a:lnTo>
                <a:lnTo>
                  <a:pt x="702" y="164"/>
                </a:lnTo>
                <a:lnTo>
                  <a:pt x="702" y="165"/>
                </a:lnTo>
                <a:lnTo>
                  <a:pt x="702" y="166"/>
                </a:lnTo>
                <a:lnTo>
                  <a:pt x="701" y="166"/>
                </a:lnTo>
                <a:lnTo>
                  <a:pt x="700" y="167"/>
                </a:lnTo>
                <a:lnTo>
                  <a:pt x="699" y="168"/>
                </a:lnTo>
                <a:lnTo>
                  <a:pt x="698" y="168"/>
                </a:lnTo>
                <a:lnTo>
                  <a:pt x="697" y="169"/>
                </a:lnTo>
                <a:lnTo>
                  <a:pt x="696" y="169"/>
                </a:lnTo>
                <a:lnTo>
                  <a:pt x="697" y="170"/>
                </a:lnTo>
                <a:lnTo>
                  <a:pt x="696" y="171"/>
                </a:lnTo>
                <a:lnTo>
                  <a:pt x="696" y="172"/>
                </a:lnTo>
                <a:lnTo>
                  <a:pt x="695" y="172"/>
                </a:lnTo>
                <a:lnTo>
                  <a:pt x="696" y="172"/>
                </a:lnTo>
                <a:lnTo>
                  <a:pt x="696" y="173"/>
                </a:lnTo>
                <a:lnTo>
                  <a:pt x="697" y="172"/>
                </a:lnTo>
                <a:lnTo>
                  <a:pt x="697" y="173"/>
                </a:lnTo>
                <a:lnTo>
                  <a:pt x="698" y="174"/>
                </a:lnTo>
                <a:lnTo>
                  <a:pt x="698" y="175"/>
                </a:lnTo>
                <a:lnTo>
                  <a:pt x="698" y="176"/>
                </a:lnTo>
                <a:lnTo>
                  <a:pt x="697" y="176"/>
                </a:lnTo>
                <a:lnTo>
                  <a:pt x="697" y="178"/>
                </a:lnTo>
                <a:lnTo>
                  <a:pt x="696" y="178"/>
                </a:lnTo>
                <a:lnTo>
                  <a:pt x="696" y="179"/>
                </a:lnTo>
                <a:lnTo>
                  <a:pt x="696" y="180"/>
                </a:lnTo>
                <a:lnTo>
                  <a:pt x="695" y="182"/>
                </a:lnTo>
                <a:lnTo>
                  <a:pt x="695" y="183"/>
                </a:lnTo>
                <a:lnTo>
                  <a:pt x="696" y="183"/>
                </a:lnTo>
                <a:lnTo>
                  <a:pt x="695" y="184"/>
                </a:lnTo>
                <a:lnTo>
                  <a:pt x="695" y="185"/>
                </a:lnTo>
                <a:lnTo>
                  <a:pt x="694" y="186"/>
                </a:lnTo>
                <a:lnTo>
                  <a:pt x="694" y="187"/>
                </a:lnTo>
                <a:lnTo>
                  <a:pt x="693" y="188"/>
                </a:lnTo>
                <a:lnTo>
                  <a:pt x="692" y="189"/>
                </a:lnTo>
                <a:lnTo>
                  <a:pt x="692" y="190"/>
                </a:lnTo>
                <a:lnTo>
                  <a:pt x="691" y="190"/>
                </a:lnTo>
                <a:lnTo>
                  <a:pt x="691" y="189"/>
                </a:lnTo>
                <a:lnTo>
                  <a:pt x="691" y="188"/>
                </a:lnTo>
                <a:lnTo>
                  <a:pt x="691" y="187"/>
                </a:lnTo>
                <a:lnTo>
                  <a:pt x="690" y="187"/>
                </a:lnTo>
                <a:lnTo>
                  <a:pt x="690" y="186"/>
                </a:lnTo>
                <a:lnTo>
                  <a:pt x="689" y="186"/>
                </a:lnTo>
                <a:lnTo>
                  <a:pt x="689" y="187"/>
                </a:lnTo>
                <a:lnTo>
                  <a:pt x="688" y="187"/>
                </a:lnTo>
                <a:lnTo>
                  <a:pt x="688" y="186"/>
                </a:lnTo>
                <a:lnTo>
                  <a:pt x="687" y="185"/>
                </a:lnTo>
                <a:lnTo>
                  <a:pt x="685" y="185"/>
                </a:lnTo>
                <a:lnTo>
                  <a:pt x="684" y="185"/>
                </a:lnTo>
                <a:lnTo>
                  <a:pt x="684" y="186"/>
                </a:lnTo>
                <a:lnTo>
                  <a:pt x="683" y="186"/>
                </a:lnTo>
                <a:lnTo>
                  <a:pt x="682" y="185"/>
                </a:lnTo>
                <a:lnTo>
                  <a:pt x="681" y="185"/>
                </a:lnTo>
                <a:lnTo>
                  <a:pt x="680" y="186"/>
                </a:lnTo>
                <a:lnTo>
                  <a:pt x="679" y="186"/>
                </a:lnTo>
                <a:lnTo>
                  <a:pt x="679" y="187"/>
                </a:lnTo>
                <a:lnTo>
                  <a:pt x="678" y="188"/>
                </a:lnTo>
                <a:lnTo>
                  <a:pt x="678" y="187"/>
                </a:lnTo>
                <a:lnTo>
                  <a:pt x="677" y="187"/>
                </a:lnTo>
                <a:lnTo>
                  <a:pt x="675" y="189"/>
                </a:lnTo>
                <a:lnTo>
                  <a:pt x="675" y="190"/>
                </a:lnTo>
                <a:lnTo>
                  <a:pt x="674" y="190"/>
                </a:lnTo>
                <a:lnTo>
                  <a:pt x="672" y="191"/>
                </a:lnTo>
                <a:lnTo>
                  <a:pt x="671" y="191"/>
                </a:lnTo>
                <a:lnTo>
                  <a:pt x="671" y="192"/>
                </a:lnTo>
                <a:lnTo>
                  <a:pt x="670" y="192"/>
                </a:lnTo>
                <a:lnTo>
                  <a:pt x="669" y="193"/>
                </a:lnTo>
                <a:lnTo>
                  <a:pt x="669" y="194"/>
                </a:lnTo>
                <a:lnTo>
                  <a:pt x="668" y="194"/>
                </a:lnTo>
                <a:lnTo>
                  <a:pt x="667" y="194"/>
                </a:lnTo>
                <a:lnTo>
                  <a:pt x="667" y="195"/>
                </a:lnTo>
                <a:lnTo>
                  <a:pt x="666" y="195"/>
                </a:lnTo>
                <a:lnTo>
                  <a:pt x="666" y="196"/>
                </a:lnTo>
                <a:lnTo>
                  <a:pt x="666" y="197"/>
                </a:lnTo>
                <a:lnTo>
                  <a:pt x="665" y="197"/>
                </a:lnTo>
                <a:lnTo>
                  <a:pt x="664" y="198"/>
                </a:lnTo>
                <a:lnTo>
                  <a:pt x="664" y="197"/>
                </a:lnTo>
                <a:lnTo>
                  <a:pt x="664" y="198"/>
                </a:lnTo>
                <a:lnTo>
                  <a:pt x="663" y="198"/>
                </a:lnTo>
                <a:lnTo>
                  <a:pt x="661" y="197"/>
                </a:lnTo>
                <a:lnTo>
                  <a:pt x="661" y="194"/>
                </a:lnTo>
                <a:lnTo>
                  <a:pt x="661" y="193"/>
                </a:lnTo>
                <a:lnTo>
                  <a:pt x="659" y="193"/>
                </a:lnTo>
                <a:lnTo>
                  <a:pt x="659" y="192"/>
                </a:lnTo>
                <a:lnTo>
                  <a:pt x="657" y="192"/>
                </a:lnTo>
                <a:lnTo>
                  <a:pt x="657" y="193"/>
                </a:lnTo>
                <a:lnTo>
                  <a:pt x="655" y="195"/>
                </a:lnTo>
                <a:lnTo>
                  <a:pt x="654" y="195"/>
                </a:lnTo>
                <a:lnTo>
                  <a:pt x="653" y="194"/>
                </a:lnTo>
                <a:lnTo>
                  <a:pt x="652" y="193"/>
                </a:lnTo>
                <a:lnTo>
                  <a:pt x="651" y="193"/>
                </a:lnTo>
                <a:lnTo>
                  <a:pt x="650" y="193"/>
                </a:lnTo>
                <a:lnTo>
                  <a:pt x="648" y="193"/>
                </a:lnTo>
                <a:lnTo>
                  <a:pt x="646" y="194"/>
                </a:lnTo>
                <a:lnTo>
                  <a:pt x="645" y="195"/>
                </a:lnTo>
                <a:lnTo>
                  <a:pt x="644" y="195"/>
                </a:lnTo>
                <a:lnTo>
                  <a:pt x="643" y="195"/>
                </a:lnTo>
                <a:lnTo>
                  <a:pt x="641" y="195"/>
                </a:lnTo>
                <a:lnTo>
                  <a:pt x="640" y="197"/>
                </a:lnTo>
                <a:lnTo>
                  <a:pt x="639" y="197"/>
                </a:lnTo>
                <a:lnTo>
                  <a:pt x="639" y="196"/>
                </a:lnTo>
                <a:lnTo>
                  <a:pt x="638" y="195"/>
                </a:lnTo>
                <a:lnTo>
                  <a:pt x="637" y="195"/>
                </a:lnTo>
                <a:lnTo>
                  <a:pt x="636" y="194"/>
                </a:lnTo>
                <a:lnTo>
                  <a:pt x="635" y="194"/>
                </a:lnTo>
                <a:lnTo>
                  <a:pt x="634" y="194"/>
                </a:lnTo>
                <a:lnTo>
                  <a:pt x="633" y="195"/>
                </a:lnTo>
                <a:lnTo>
                  <a:pt x="633" y="194"/>
                </a:lnTo>
                <a:lnTo>
                  <a:pt x="633" y="193"/>
                </a:lnTo>
                <a:lnTo>
                  <a:pt x="632" y="192"/>
                </a:lnTo>
                <a:lnTo>
                  <a:pt x="630" y="189"/>
                </a:lnTo>
                <a:lnTo>
                  <a:pt x="630" y="188"/>
                </a:lnTo>
                <a:lnTo>
                  <a:pt x="631" y="188"/>
                </a:lnTo>
                <a:lnTo>
                  <a:pt x="631" y="187"/>
                </a:lnTo>
                <a:lnTo>
                  <a:pt x="630" y="187"/>
                </a:lnTo>
                <a:lnTo>
                  <a:pt x="629" y="187"/>
                </a:lnTo>
                <a:lnTo>
                  <a:pt x="629" y="186"/>
                </a:lnTo>
                <a:lnTo>
                  <a:pt x="628" y="186"/>
                </a:lnTo>
                <a:lnTo>
                  <a:pt x="626" y="185"/>
                </a:lnTo>
                <a:lnTo>
                  <a:pt x="623" y="184"/>
                </a:lnTo>
                <a:lnTo>
                  <a:pt x="623" y="183"/>
                </a:lnTo>
                <a:lnTo>
                  <a:pt x="622" y="183"/>
                </a:lnTo>
                <a:lnTo>
                  <a:pt x="621" y="182"/>
                </a:lnTo>
                <a:lnTo>
                  <a:pt x="622" y="182"/>
                </a:lnTo>
                <a:lnTo>
                  <a:pt x="622" y="181"/>
                </a:lnTo>
                <a:lnTo>
                  <a:pt x="621" y="181"/>
                </a:lnTo>
                <a:lnTo>
                  <a:pt x="620" y="181"/>
                </a:lnTo>
                <a:lnTo>
                  <a:pt x="619" y="181"/>
                </a:lnTo>
                <a:lnTo>
                  <a:pt x="618" y="180"/>
                </a:lnTo>
                <a:lnTo>
                  <a:pt x="618" y="181"/>
                </a:lnTo>
                <a:lnTo>
                  <a:pt x="617" y="180"/>
                </a:lnTo>
                <a:lnTo>
                  <a:pt x="616" y="180"/>
                </a:lnTo>
                <a:lnTo>
                  <a:pt x="615" y="181"/>
                </a:lnTo>
                <a:lnTo>
                  <a:pt x="615" y="182"/>
                </a:lnTo>
                <a:lnTo>
                  <a:pt x="615" y="183"/>
                </a:lnTo>
                <a:lnTo>
                  <a:pt x="615" y="184"/>
                </a:lnTo>
                <a:lnTo>
                  <a:pt x="614" y="186"/>
                </a:lnTo>
                <a:lnTo>
                  <a:pt x="613" y="186"/>
                </a:lnTo>
                <a:lnTo>
                  <a:pt x="612" y="187"/>
                </a:lnTo>
                <a:lnTo>
                  <a:pt x="612" y="188"/>
                </a:lnTo>
                <a:lnTo>
                  <a:pt x="610" y="190"/>
                </a:lnTo>
                <a:lnTo>
                  <a:pt x="609" y="191"/>
                </a:lnTo>
                <a:lnTo>
                  <a:pt x="608" y="192"/>
                </a:lnTo>
                <a:lnTo>
                  <a:pt x="607" y="193"/>
                </a:lnTo>
                <a:lnTo>
                  <a:pt x="607" y="194"/>
                </a:lnTo>
                <a:lnTo>
                  <a:pt x="607" y="195"/>
                </a:lnTo>
                <a:lnTo>
                  <a:pt x="608" y="196"/>
                </a:lnTo>
                <a:lnTo>
                  <a:pt x="607" y="197"/>
                </a:lnTo>
                <a:lnTo>
                  <a:pt x="606" y="198"/>
                </a:lnTo>
                <a:lnTo>
                  <a:pt x="605" y="198"/>
                </a:lnTo>
                <a:lnTo>
                  <a:pt x="604" y="197"/>
                </a:lnTo>
                <a:lnTo>
                  <a:pt x="604" y="198"/>
                </a:lnTo>
                <a:lnTo>
                  <a:pt x="604" y="199"/>
                </a:lnTo>
                <a:lnTo>
                  <a:pt x="603" y="199"/>
                </a:lnTo>
                <a:lnTo>
                  <a:pt x="602" y="198"/>
                </a:lnTo>
                <a:lnTo>
                  <a:pt x="602" y="199"/>
                </a:lnTo>
                <a:lnTo>
                  <a:pt x="601" y="200"/>
                </a:lnTo>
                <a:lnTo>
                  <a:pt x="600" y="201"/>
                </a:lnTo>
                <a:lnTo>
                  <a:pt x="599" y="200"/>
                </a:lnTo>
                <a:lnTo>
                  <a:pt x="598" y="199"/>
                </a:lnTo>
                <a:lnTo>
                  <a:pt x="597" y="198"/>
                </a:lnTo>
                <a:lnTo>
                  <a:pt x="597" y="197"/>
                </a:lnTo>
                <a:lnTo>
                  <a:pt x="596" y="197"/>
                </a:lnTo>
                <a:lnTo>
                  <a:pt x="596" y="196"/>
                </a:lnTo>
                <a:lnTo>
                  <a:pt x="596" y="195"/>
                </a:lnTo>
                <a:lnTo>
                  <a:pt x="596" y="194"/>
                </a:lnTo>
                <a:lnTo>
                  <a:pt x="595" y="194"/>
                </a:lnTo>
                <a:lnTo>
                  <a:pt x="595" y="193"/>
                </a:lnTo>
                <a:lnTo>
                  <a:pt x="594" y="193"/>
                </a:lnTo>
                <a:lnTo>
                  <a:pt x="593" y="194"/>
                </a:lnTo>
                <a:lnTo>
                  <a:pt x="592" y="194"/>
                </a:lnTo>
                <a:lnTo>
                  <a:pt x="592" y="193"/>
                </a:lnTo>
                <a:lnTo>
                  <a:pt x="591" y="193"/>
                </a:lnTo>
                <a:lnTo>
                  <a:pt x="590" y="192"/>
                </a:lnTo>
                <a:lnTo>
                  <a:pt x="589" y="191"/>
                </a:lnTo>
                <a:lnTo>
                  <a:pt x="588" y="191"/>
                </a:lnTo>
                <a:lnTo>
                  <a:pt x="587" y="190"/>
                </a:lnTo>
                <a:lnTo>
                  <a:pt x="586" y="190"/>
                </a:lnTo>
                <a:lnTo>
                  <a:pt x="586" y="189"/>
                </a:lnTo>
                <a:lnTo>
                  <a:pt x="586" y="188"/>
                </a:lnTo>
                <a:lnTo>
                  <a:pt x="586" y="186"/>
                </a:lnTo>
                <a:lnTo>
                  <a:pt x="586" y="185"/>
                </a:lnTo>
                <a:lnTo>
                  <a:pt x="586" y="184"/>
                </a:lnTo>
                <a:lnTo>
                  <a:pt x="585" y="184"/>
                </a:lnTo>
                <a:lnTo>
                  <a:pt x="584" y="184"/>
                </a:lnTo>
                <a:lnTo>
                  <a:pt x="583" y="185"/>
                </a:lnTo>
                <a:lnTo>
                  <a:pt x="582" y="185"/>
                </a:lnTo>
                <a:lnTo>
                  <a:pt x="581" y="185"/>
                </a:lnTo>
                <a:lnTo>
                  <a:pt x="581" y="184"/>
                </a:lnTo>
                <a:lnTo>
                  <a:pt x="580" y="184"/>
                </a:lnTo>
                <a:lnTo>
                  <a:pt x="581" y="184"/>
                </a:lnTo>
                <a:lnTo>
                  <a:pt x="580" y="184"/>
                </a:lnTo>
                <a:lnTo>
                  <a:pt x="579" y="183"/>
                </a:lnTo>
                <a:lnTo>
                  <a:pt x="579" y="182"/>
                </a:lnTo>
                <a:lnTo>
                  <a:pt x="578" y="182"/>
                </a:lnTo>
                <a:lnTo>
                  <a:pt x="578" y="183"/>
                </a:lnTo>
                <a:lnTo>
                  <a:pt x="578" y="184"/>
                </a:lnTo>
                <a:lnTo>
                  <a:pt x="578" y="186"/>
                </a:lnTo>
                <a:lnTo>
                  <a:pt x="577" y="186"/>
                </a:lnTo>
                <a:lnTo>
                  <a:pt x="577" y="187"/>
                </a:lnTo>
                <a:lnTo>
                  <a:pt x="577" y="188"/>
                </a:lnTo>
                <a:lnTo>
                  <a:pt x="576" y="188"/>
                </a:lnTo>
                <a:lnTo>
                  <a:pt x="576" y="189"/>
                </a:lnTo>
                <a:lnTo>
                  <a:pt x="576" y="190"/>
                </a:lnTo>
                <a:lnTo>
                  <a:pt x="576" y="192"/>
                </a:lnTo>
                <a:lnTo>
                  <a:pt x="576" y="193"/>
                </a:lnTo>
                <a:lnTo>
                  <a:pt x="575" y="193"/>
                </a:lnTo>
                <a:lnTo>
                  <a:pt x="574" y="193"/>
                </a:lnTo>
                <a:lnTo>
                  <a:pt x="574" y="194"/>
                </a:lnTo>
                <a:lnTo>
                  <a:pt x="573" y="194"/>
                </a:lnTo>
                <a:lnTo>
                  <a:pt x="573" y="195"/>
                </a:lnTo>
                <a:lnTo>
                  <a:pt x="573" y="196"/>
                </a:lnTo>
                <a:lnTo>
                  <a:pt x="572" y="197"/>
                </a:lnTo>
                <a:lnTo>
                  <a:pt x="572" y="198"/>
                </a:lnTo>
                <a:lnTo>
                  <a:pt x="572" y="199"/>
                </a:lnTo>
                <a:lnTo>
                  <a:pt x="571" y="199"/>
                </a:lnTo>
                <a:lnTo>
                  <a:pt x="570" y="199"/>
                </a:lnTo>
                <a:lnTo>
                  <a:pt x="570" y="200"/>
                </a:lnTo>
                <a:lnTo>
                  <a:pt x="570" y="201"/>
                </a:lnTo>
                <a:lnTo>
                  <a:pt x="568" y="201"/>
                </a:lnTo>
                <a:lnTo>
                  <a:pt x="567" y="201"/>
                </a:lnTo>
                <a:lnTo>
                  <a:pt x="566" y="201"/>
                </a:lnTo>
                <a:lnTo>
                  <a:pt x="567" y="202"/>
                </a:lnTo>
                <a:lnTo>
                  <a:pt x="567" y="203"/>
                </a:lnTo>
                <a:lnTo>
                  <a:pt x="566" y="203"/>
                </a:lnTo>
                <a:lnTo>
                  <a:pt x="566" y="202"/>
                </a:lnTo>
                <a:lnTo>
                  <a:pt x="565" y="202"/>
                </a:lnTo>
                <a:lnTo>
                  <a:pt x="566" y="203"/>
                </a:lnTo>
                <a:lnTo>
                  <a:pt x="565" y="203"/>
                </a:lnTo>
                <a:lnTo>
                  <a:pt x="565" y="204"/>
                </a:lnTo>
                <a:lnTo>
                  <a:pt x="564" y="204"/>
                </a:lnTo>
                <a:lnTo>
                  <a:pt x="564" y="205"/>
                </a:lnTo>
                <a:lnTo>
                  <a:pt x="563" y="206"/>
                </a:lnTo>
                <a:lnTo>
                  <a:pt x="562" y="206"/>
                </a:lnTo>
                <a:lnTo>
                  <a:pt x="562" y="208"/>
                </a:lnTo>
                <a:lnTo>
                  <a:pt x="561" y="208"/>
                </a:lnTo>
                <a:lnTo>
                  <a:pt x="561" y="209"/>
                </a:lnTo>
                <a:lnTo>
                  <a:pt x="560" y="209"/>
                </a:lnTo>
                <a:lnTo>
                  <a:pt x="560" y="210"/>
                </a:lnTo>
                <a:lnTo>
                  <a:pt x="560" y="211"/>
                </a:lnTo>
                <a:lnTo>
                  <a:pt x="559" y="211"/>
                </a:lnTo>
                <a:lnTo>
                  <a:pt x="559" y="212"/>
                </a:lnTo>
                <a:lnTo>
                  <a:pt x="558" y="211"/>
                </a:lnTo>
                <a:lnTo>
                  <a:pt x="558" y="212"/>
                </a:lnTo>
                <a:lnTo>
                  <a:pt x="558" y="213"/>
                </a:lnTo>
                <a:lnTo>
                  <a:pt x="559" y="213"/>
                </a:lnTo>
                <a:lnTo>
                  <a:pt x="559" y="214"/>
                </a:lnTo>
                <a:lnTo>
                  <a:pt x="558" y="214"/>
                </a:lnTo>
                <a:lnTo>
                  <a:pt x="557" y="214"/>
                </a:lnTo>
                <a:lnTo>
                  <a:pt x="557" y="215"/>
                </a:lnTo>
                <a:lnTo>
                  <a:pt x="556" y="215"/>
                </a:lnTo>
                <a:lnTo>
                  <a:pt x="556" y="214"/>
                </a:lnTo>
                <a:lnTo>
                  <a:pt x="555" y="215"/>
                </a:lnTo>
                <a:lnTo>
                  <a:pt x="555" y="214"/>
                </a:lnTo>
                <a:lnTo>
                  <a:pt x="555" y="215"/>
                </a:lnTo>
                <a:lnTo>
                  <a:pt x="554" y="215"/>
                </a:lnTo>
                <a:lnTo>
                  <a:pt x="553" y="215"/>
                </a:lnTo>
                <a:lnTo>
                  <a:pt x="552" y="215"/>
                </a:lnTo>
                <a:lnTo>
                  <a:pt x="552" y="216"/>
                </a:lnTo>
                <a:lnTo>
                  <a:pt x="552" y="215"/>
                </a:lnTo>
                <a:lnTo>
                  <a:pt x="552" y="216"/>
                </a:lnTo>
                <a:lnTo>
                  <a:pt x="551" y="216"/>
                </a:lnTo>
                <a:lnTo>
                  <a:pt x="551" y="217"/>
                </a:lnTo>
                <a:lnTo>
                  <a:pt x="550" y="218"/>
                </a:lnTo>
                <a:lnTo>
                  <a:pt x="551" y="218"/>
                </a:lnTo>
                <a:lnTo>
                  <a:pt x="552" y="219"/>
                </a:lnTo>
                <a:lnTo>
                  <a:pt x="553" y="219"/>
                </a:lnTo>
                <a:lnTo>
                  <a:pt x="553" y="218"/>
                </a:lnTo>
                <a:lnTo>
                  <a:pt x="553" y="219"/>
                </a:lnTo>
                <a:lnTo>
                  <a:pt x="553" y="220"/>
                </a:lnTo>
                <a:lnTo>
                  <a:pt x="554" y="220"/>
                </a:lnTo>
                <a:lnTo>
                  <a:pt x="554" y="221"/>
                </a:lnTo>
                <a:lnTo>
                  <a:pt x="553" y="221"/>
                </a:lnTo>
                <a:lnTo>
                  <a:pt x="552" y="221"/>
                </a:lnTo>
                <a:lnTo>
                  <a:pt x="551" y="221"/>
                </a:lnTo>
                <a:lnTo>
                  <a:pt x="550" y="220"/>
                </a:lnTo>
                <a:lnTo>
                  <a:pt x="549" y="220"/>
                </a:lnTo>
                <a:lnTo>
                  <a:pt x="549" y="221"/>
                </a:lnTo>
                <a:lnTo>
                  <a:pt x="549" y="222"/>
                </a:lnTo>
                <a:lnTo>
                  <a:pt x="549" y="223"/>
                </a:lnTo>
                <a:lnTo>
                  <a:pt x="549" y="224"/>
                </a:lnTo>
                <a:lnTo>
                  <a:pt x="550" y="224"/>
                </a:lnTo>
                <a:lnTo>
                  <a:pt x="551" y="224"/>
                </a:lnTo>
                <a:lnTo>
                  <a:pt x="551" y="225"/>
                </a:lnTo>
                <a:lnTo>
                  <a:pt x="551" y="226"/>
                </a:lnTo>
                <a:lnTo>
                  <a:pt x="550" y="227"/>
                </a:lnTo>
                <a:lnTo>
                  <a:pt x="551" y="227"/>
                </a:lnTo>
                <a:lnTo>
                  <a:pt x="553" y="226"/>
                </a:lnTo>
                <a:lnTo>
                  <a:pt x="553" y="225"/>
                </a:lnTo>
                <a:lnTo>
                  <a:pt x="554" y="224"/>
                </a:lnTo>
                <a:lnTo>
                  <a:pt x="555" y="223"/>
                </a:lnTo>
                <a:lnTo>
                  <a:pt x="556" y="223"/>
                </a:lnTo>
                <a:lnTo>
                  <a:pt x="557" y="223"/>
                </a:lnTo>
                <a:lnTo>
                  <a:pt x="558" y="223"/>
                </a:lnTo>
                <a:lnTo>
                  <a:pt x="558" y="224"/>
                </a:lnTo>
                <a:lnTo>
                  <a:pt x="559" y="224"/>
                </a:lnTo>
                <a:lnTo>
                  <a:pt x="559" y="225"/>
                </a:lnTo>
                <a:lnTo>
                  <a:pt x="560" y="225"/>
                </a:lnTo>
                <a:lnTo>
                  <a:pt x="560" y="226"/>
                </a:lnTo>
                <a:lnTo>
                  <a:pt x="560" y="227"/>
                </a:lnTo>
                <a:lnTo>
                  <a:pt x="561" y="228"/>
                </a:lnTo>
                <a:lnTo>
                  <a:pt x="561" y="229"/>
                </a:lnTo>
                <a:lnTo>
                  <a:pt x="562" y="229"/>
                </a:lnTo>
                <a:lnTo>
                  <a:pt x="562" y="230"/>
                </a:lnTo>
                <a:lnTo>
                  <a:pt x="562" y="231"/>
                </a:lnTo>
                <a:lnTo>
                  <a:pt x="562" y="232"/>
                </a:lnTo>
                <a:lnTo>
                  <a:pt x="563" y="232"/>
                </a:lnTo>
                <a:lnTo>
                  <a:pt x="564" y="233"/>
                </a:lnTo>
                <a:lnTo>
                  <a:pt x="564" y="234"/>
                </a:lnTo>
                <a:lnTo>
                  <a:pt x="564" y="235"/>
                </a:lnTo>
                <a:lnTo>
                  <a:pt x="564" y="236"/>
                </a:lnTo>
                <a:lnTo>
                  <a:pt x="563" y="236"/>
                </a:lnTo>
                <a:lnTo>
                  <a:pt x="563" y="237"/>
                </a:lnTo>
                <a:lnTo>
                  <a:pt x="563" y="238"/>
                </a:lnTo>
                <a:lnTo>
                  <a:pt x="564" y="239"/>
                </a:lnTo>
                <a:lnTo>
                  <a:pt x="564" y="240"/>
                </a:lnTo>
                <a:lnTo>
                  <a:pt x="565" y="241"/>
                </a:lnTo>
                <a:lnTo>
                  <a:pt x="564" y="241"/>
                </a:lnTo>
                <a:lnTo>
                  <a:pt x="564" y="242"/>
                </a:lnTo>
                <a:lnTo>
                  <a:pt x="563" y="242"/>
                </a:lnTo>
                <a:lnTo>
                  <a:pt x="562" y="242"/>
                </a:lnTo>
                <a:lnTo>
                  <a:pt x="561" y="243"/>
                </a:lnTo>
                <a:lnTo>
                  <a:pt x="560" y="243"/>
                </a:lnTo>
                <a:lnTo>
                  <a:pt x="559" y="243"/>
                </a:lnTo>
                <a:lnTo>
                  <a:pt x="560" y="244"/>
                </a:lnTo>
                <a:lnTo>
                  <a:pt x="559" y="245"/>
                </a:lnTo>
                <a:lnTo>
                  <a:pt x="558" y="245"/>
                </a:lnTo>
                <a:lnTo>
                  <a:pt x="558" y="247"/>
                </a:lnTo>
                <a:lnTo>
                  <a:pt x="558" y="248"/>
                </a:lnTo>
                <a:lnTo>
                  <a:pt x="558" y="249"/>
                </a:lnTo>
                <a:lnTo>
                  <a:pt x="559" y="250"/>
                </a:lnTo>
                <a:lnTo>
                  <a:pt x="559" y="251"/>
                </a:lnTo>
                <a:lnTo>
                  <a:pt x="559" y="252"/>
                </a:lnTo>
                <a:lnTo>
                  <a:pt x="559" y="253"/>
                </a:lnTo>
                <a:lnTo>
                  <a:pt x="560" y="253"/>
                </a:lnTo>
                <a:lnTo>
                  <a:pt x="560" y="254"/>
                </a:lnTo>
                <a:lnTo>
                  <a:pt x="560" y="255"/>
                </a:lnTo>
                <a:lnTo>
                  <a:pt x="561" y="255"/>
                </a:lnTo>
                <a:lnTo>
                  <a:pt x="561" y="256"/>
                </a:lnTo>
                <a:lnTo>
                  <a:pt x="562" y="256"/>
                </a:lnTo>
                <a:lnTo>
                  <a:pt x="562" y="255"/>
                </a:lnTo>
                <a:lnTo>
                  <a:pt x="563" y="255"/>
                </a:lnTo>
                <a:lnTo>
                  <a:pt x="564" y="255"/>
                </a:lnTo>
                <a:lnTo>
                  <a:pt x="564" y="256"/>
                </a:lnTo>
                <a:lnTo>
                  <a:pt x="564" y="257"/>
                </a:lnTo>
                <a:lnTo>
                  <a:pt x="564" y="258"/>
                </a:lnTo>
                <a:lnTo>
                  <a:pt x="564" y="259"/>
                </a:lnTo>
                <a:lnTo>
                  <a:pt x="563" y="259"/>
                </a:lnTo>
                <a:lnTo>
                  <a:pt x="563" y="260"/>
                </a:lnTo>
                <a:lnTo>
                  <a:pt x="563" y="261"/>
                </a:lnTo>
                <a:lnTo>
                  <a:pt x="563" y="262"/>
                </a:lnTo>
                <a:lnTo>
                  <a:pt x="563" y="263"/>
                </a:lnTo>
                <a:lnTo>
                  <a:pt x="563" y="264"/>
                </a:lnTo>
                <a:lnTo>
                  <a:pt x="562" y="265"/>
                </a:lnTo>
                <a:lnTo>
                  <a:pt x="562" y="266"/>
                </a:lnTo>
                <a:lnTo>
                  <a:pt x="562" y="267"/>
                </a:lnTo>
                <a:lnTo>
                  <a:pt x="563" y="267"/>
                </a:lnTo>
                <a:lnTo>
                  <a:pt x="563" y="268"/>
                </a:lnTo>
                <a:lnTo>
                  <a:pt x="564" y="268"/>
                </a:lnTo>
                <a:lnTo>
                  <a:pt x="564" y="269"/>
                </a:lnTo>
                <a:lnTo>
                  <a:pt x="564" y="270"/>
                </a:lnTo>
                <a:lnTo>
                  <a:pt x="563" y="270"/>
                </a:lnTo>
                <a:lnTo>
                  <a:pt x="564" y="271"/>
                </a:lnTo>
                <a:lnTo>
                  <a:pt x="565" y="272"/>
                </a:lnTo>
                <a:lnTo>
                  <a:pt x="566" y="272"/>
                </a:lnTo>
                <a:lnTo>
                  <a:pt x="567" y="272"/>
                </a:lnTo>
                <a:lnTo>
                  <a:pt x="567" y="273"/>
                </a:lnTo>
                <a:lnTo>
                  <a:pt x="568" y="273"/>
                </a:lnTo>
                <a:lnTo>
                  <a:pt x="568" y="274"/>
                </a:lnTo>
                <a:lnTo>
                  <a:pt x="568" y="275"/>
                </a:lnTo>
                <a:lnTo>
                  <a:pt x="568" y="276"/>
                </a:lnTo>
                <a:lnTo>
                  <a:pt x="569" y="276"/>
                </a:lnTo>
                <a:lnTo>
                  <a:pt x="570" y="276"/>
                </a:lnTo>
                <a:lnTo>
                  <a:pt x="571" y="276"/>
                </a:lnTo>
                <a:lnTo>
                  <a:pt x="571" y="277"/>
                </a:lnTo>
                <a:lnTo>
                  <a:pt x="572" y="277"/>
                </a:lnTo>
                <a:lnTo>
                  <a:pt x="572" y="278"/>
                </a:lnTo>
                <a:lnTo>
                  <a:pt x="573" y="278"/>
                </a:lnTo>
                <a:lnTo>
                  <a:pt x="573" y="277"/>
                </a:lnTo>
                <a:lnTo>
                  <a:pt x="575" y="277"/>
                </a:lnTo>
                <a:lnTo>
                  <a:pt x="576" y="278"/>
                </a:lnTo>
                <a:lnTo>
                  <a:pt x="577" y="278"/>
                </a:lnTo>
                <a:lnTo>
                  <a:pt x="579" y="277"/>
                </a:lnTo>
                <a:lnTo>
                  <a:pt x="580" y="277"/>
                </a:lnTo>
                <a:lnTo>
                  <a:pt x="581" y="277"/>
                </a:lnTo>
                <a:lnTo>
                  <a:pt x="582" y="277"/>
                </a:lnTo>
                <a:lnTo>
                  <a:pt x="583" y="277"/>
                </a:lnTo>
                <a:lnTo>
                  <a:pt x="584" y="277"/>
                </a:lnTo>
                <a:lnTo>
                  <a:pt x="585" y="277"/>
                </a:lnTo>
                <a:lnTo>
                  <a:pt x="585" y="278"/>
                </a:lnTo>
                <a:lnTo>
                  <a:pt x="586" y="278"/>
                </a:lnTo>
                <a:lnTo>
                  <a:pt x="587" y="278"/>
                </a:lnTo>
                <a:lnTo>
                  <a:pt x="587" y="277"/>
                </a:lnTo>
                <a:lnTo>
                  <a:pt x="587" y="278"/>
                </a:lnTo>
                <a:lnTo>
                  <a:pt x="588" y="278"/>
                </a:lnTo>
                <a:lnTo>
                  <a:pt x="589" y="278"/>
                </a:lnTo>
                <a:lnTo>
                  <a:pt x="589" y="279"/>
                </a:lnTo>
                <a:lnTo>
                  <a:pt x="589" y="278"/>
                </a:lnTo>
                <a:lnTo>
                  <a:pt x="590" y="278"/>
                </a:lnTo>
                <a:lnTo>
                  <a:pt x="591" y="277"/>
                </a:lnTo>
                <a:lnTo>
                  <a:pt x="591" y="276"/>
                </a:lnTo>
                <a:lnTo>
                  <a:pt x="591" y="275"/>
                </a:lnTo>
                <a:lnTo>
                  <a:pt x="591" y="274"/>
                </a:lnTo>
                <a:lnTo>
                  <a:pt x="590" y="274"/>
                </a:lnTo>
                <a:lnTo>
                  <a:pt x="590" y="273"/>
                </a:lnTo>
                <a:lnTo>
                  <a:pt x="591" y="271"/>
                </a:lnTo>
                <a:lnTo>
                  <a:pt x="592" y="271"/>
                </a:lnTo>
                <a:lnTo>
                  <a:pt x="592" y="270"/>
                </a:lnTo>
                <a:lnTo>
                  <a:pt x="593" y="269"/>
                </a:lnTo>
                <a:lnTo>
                  <a:pt x="594" y="268"/>
                </a:lnTo>
                <a:lnTo>
                  <a:pt x="594" y="267"/>
                </a:lnTo>
                <a:lnTo>
                  <a:pt x="595" y="266"/>
                </a:lnTo>
                <a:lnTo>
                  <a:pt x="595" y="265"/>
                </a:lnTo>
                <a:lnTo>
                  <a:pt x="596" y="264"/>
                </a:lnTo>
                <a:lnTo>
                  <a:pt x="597" y="265"/>
                </a:lnTo>
                <a:lnTo>
                  <a:pt x="598" y="264"/>
                </a:lnTo>
                <a:lnTo>
                  <a:pt x="599" y="264"/>
                </a:lnTo>
                <a:lnTo>
                  <a:pt x="600" y="265"/>
                </a:lnTo>
                <a:lnTo>
                  <a:pt x="601" y="265"/>
                </a:lnTo>
                <a:lnTo>
                  <a:pt x="602" y="265"/>
                </a:lnTo>
                <a:lnTo>
                  <a:pt x="603" y="266"/>
                </a:lnTo>
                <a:lnTo>
                  <a:pt x="604" y="266"/>
                </a:lnTo>
                <a:lnTo>
                  <a:pt x="605" y="267"/>
                </a:lnTo>
                <a:lnTo>
                  <a:pt x="605" y="266"/>
                </a:lnTo>
                <a:lnTo>
                  <a:pt x="606" y="266"/>
                </a:lnTo>
                <a:lnTo>
                  <a:pt x="607" y="266"/>
                </a:lnTo>
                <a:lnTo>
                  <a:pt x="607" y="267"/>
                </a:lnTo>
                <a:lnTo>
                  <a:pt x="608" y="267"/>
                </a:lnTo>
                <a:lnTo>
                  <a:pt x="609" y="267"/>
                </a:lnTo>
                <a:lnTo>
                  <a:pt x="609" y="266"/>
                </a:lnTo>
                <a:lnTo>
                  <a:pt x="609" y="265"/>
                </a:lnTo>
                <a:lnTo>
                  <a:pt x="611" y="265"/>
                </a:lnTo>
                <a:lnTo>
                  <a:pt x="611" y="266"/>
                </a:lnTo>
                <a:lnTo>
                  <a:pt x="612" y="266"/>
                </a:lnTo>
                <a:lnTo>
                  <a:pt x="612" y="267"/>
                </a:lnTo>
                <a:lnTo>
                  <a:pt x="612" y="268"/>
                </a:lnTo>
                <a:lnTo>
                  <a:pt x="613" y="268"/>
                </a:lnTo>
                <a:lnTo>
                  <a:pt x="613" y="267"/>
                </a:lnTo>
                <a:lnTo>
                  <a:pt x="614" y="267"/>
                </a:lnTo>
                <a:lnTo>
                  <a:pt x="615" y="267"/>
                </a:lnTo>
                <a:lnTo>
                  <a:pt x="616" y="267"/>
                </a:lnTo>
                <a:lnTo>
                  <a:pt x="617" y="266"/>
                </a:lnTo>
                <a:lnTo>
                  <a:pt x="617" y="265"/>
                </a:lnTo>
                <a:lnTo>
                  <a:pt x="617" y="264"/>
                </a:lnTo>
                <a:lnTo>
                  <a:pt x="618" y="264"/>
                </a:lnTo>
                <a:lnTo>
                  <a:pt x="619" y="264"/>
                </a:lnTo>
                <a:lnTo>
                  <a:pt x="619" y="263"/>
                </a:lnTo>
                <a:lnTo>
                  <a:pt x="619" y="262"/>
                </a:lnTo>
                <a:lnTo>
                  <a:pt x="620" y="261"/>
                </a:lnTo>
                <a:lnTo>
                  <a:pt x="620" y="260"/>
                </a:lnTo>
                <a:lnTo>
                  <a:pt x="620" y="258"/>
                </a:lnTo>
                <a:lnTo>
                  <a:pt x="621" y="258"/>
                </a:lnTo>
                <a:lnTo>
                  <a:pt x="621" y="257"/>
                </a:lnTo>
                <a:lnTo>
                  <a:pt x="622" y="258"/>
                </a:lnTo>
                <a:lnTo>
                  <a:pt x="622" y="257"/>
                </a:lnTo>
                <a:lnTo>
                  <a:pt x="622" y="258"/>
                </a:lnTo>
                <a:lnTo>
                  <a:pt x="623" y="258"/>
                </a:lnTo>
                <a:lnTo>
                  <a:pt x="622" y="258"/>
                </a:lnTo>
                <a:lnTo>
                  <a:pt x="623" y="259"/>
                </a:lnTo>
                <a:lnTo>
                  <a:pt x="624" y="260"/>
                </a:lnTo>
                <a:lnTo>
                  <a:pt x="624" y="261"/>
                </a:lnTo>
                <a:lnTo>
                  <a:pt x="625" y="262"/>
                </a:lnTo>
                <a:lnTo>
                  <a:pt x="626" y="262"/>
                </a:lnTo>
                <a:lnTo>
                  <a:pt x="626" y="263"/>
                </a:lnTo>
                <a:lnTo>
                  <a:pt x="626" y="264"/>
                </a:lnTo>
                <a:lnTo>
                  <a:pt x="627" y="264"/>
                </a:lnTo>
                <a:lnTo>
                  <a:pt x="626" y="264"/>
                </a:lnTo>
                <a:lnTo>
                  <a:pt x="626" y="265"/>
                </a:lnTo>
                <a:lnTo>
                  <a:pt x="626" y="266"/>
                </a:lnTo>
                <a:lnTo>
                  <a:pt x="626" y="268"/>
                </a:lnTo>
                <a:lnTo>
                  <a:pt x="626" y="269"/>
                </a:lnTo>
                <a:lnTo>
                  <a:pt x="627" y="270"/>
                </a:lnTo>
                <a:lnTo>
                  <a:pt x="628" y="271"/>
                </a:lnTo>
                <a:lnTo>
                  <a:pt x="629" y="270"/>
                </a:lnTo>
                <a:lnTo>
                  <a:pt x="630" y="270"/>
                </a:lnTo>
                <a:lnTo>
                  <a:pt x="631" y="270"/>
                </a:lnTo>
                <a:lnTo>
                  <a:pt x="632" y="270"/>
                </a:lnTo>
                <a:lnTo>
                  <a:pt x="633" y="270"/>
                </a:lnTo>
                <a:lnTo>
                  <a:pt x="634" y="270"/>
                </a:lnTo>
                <a:lnTo>
                  <a:pt x="635" y="270"/>
                </a:lnTo>
                <a:lnTo>
                  <a:pt x="636" y="271"/>
                </a:lnTo>
                <a:lnTo>
                  <a:pt x="636" y="272"/>
                </a:lnTo>
                <a:lnTo>
                  <a:pt x="637" y="272"/>
                </a:lnTo>
                <a:lnTo>
                  <a:pt x="637" y="273"/>
                </a:lnTo>
                <a:lnTo>
                  <a:pt x="637" y="274"/>
                </a:lnTo>
                <a:lnTo>
                  <a:pt x="636" y="274"/>
                </a:lnTo>
                <a:lnTo>
                  <a:pt x="636" y="275"/>
                </a:lnTo>
                <a:lnTo>
                  <a:pt x="636" y="276"/>
                </a:lnTo>
                <a:lnTo>
                  <a:pt x="637" y="276"/>
                </a:lnTo>
                <a:lnTo>
                  <a:pt x="638" y="277"/>
                </a:lnTo>
                <a:lnTo>
                  <a:pt x="639" y="277"/>
                </a:lnTo>
                <a:lnTo>
                  <a:pt x="639" y="278"/>
                </a:lnTo>
                <a:lnTo>
                  <a:pt x="640" y="278"/>
                </a:lnTo>
                <a:lnTo>
                  <a:pt x="640" y="279"/>
                </a:lnTo>
                <a:lnTo>
                  <a:pt x="641" y="280"/>
                </a:lnTo>
                <a:lnTo>
                  <a:pt x="642" y="281"/>
                </a:lnTo>
                <a:lnTo>
                  <a:pt x="642" y="282"/>
                </a:lnTo>
                <a:lnTo>
                  <a:pt x="642" y="283"/>
                </a:lnTo>
                <a:lnTo>
                  <a:pt x="641" y="283"/>
                </a:lnTo>
                <a:lnTo>
                  <a:pt x="641" y="284"/>
                </a:lnTo>
                <a:lnTo>
                  <a:pt x="642" y="285"/>
                </a:lnTo>
                <a:lnTo>
                  <a:pt x="643" y="285"/>
                </a:lnTo>
                <a:lnTo>
                  <a:pt x="644" y="286"/>
                </a:lnTo>
                <a:lnTo>
                  <a:pt x="644" y="287"/>
                </a:lnTo>
                <a:lnTo>
                  <a:pt x="645" y="288"/>
                </a:lnTo>
                <a:lnTo>
                  <a:pt x="645" y="289"/>
                </a:lnTo>
                <a:lnTo>
                  <a:pt x="644" y="289"/>
                </a:lnTo>
                <a:lnTo>
                  <a:pt x="644" y="290"/>
                </a:lnTo>
                <a:lnTo>
                  <a:pt x="645" y="291"/>
                </a:lnTo>
                <a:lnTo>
                  <a:pt x="646" y="291"/>
                </a:lnTo>
                <a:lnTo>
                  <a:pt x="646" y="292"/>
                </a:lnTo>
                <a:lnTo>
                  <a:pt x="646" y="293"/>
                </a:lnTo>
                <a:lnTo>
                  <a:pt x="645" y="293"/>
                </a:lnTo>
                <a:lnTo>
                  <a:pt x="644" y="293"/>
                </a:lnTo>
                <a:lnTo>
                  <a:pt x="644" y="294"/>
                </a:lnTo>
                <a:lnTo>
                  <a:pt x="644" y="295"/>
                </a:lnTo>
                <a:lnTo>
                  <a:pt x="644" y="296"/>
                </a:lnTo>
                <a:lnTo>
                  <a:pt x="643" y="296"/>
                </a:lnTo>
                <a:lnTo>
                  <a:pt x="641" y="297"/>
                </a:lnTo>
                <a:lnTo>
                  <a:pt x="640" y="297"/>
                </a:lnTo>
                <a:lnTo>
                  <a:pt x="639" y="297"/>
                </a:lnTo>
                <a:lnTo>
                  <a:pt x="638" y="298"/>
                </a:lnTo>
                <a:lnTo>
                  <a:pt x="637" y="299"/>
                </a:lnTo>
                <a:lnTo>
                  <a:pt x="637" y="300"/>
                </a:lnTo>
                <a:lnTo>
                  <a:pt x="636" y="300"/>
                </a:lnTo>
                <a:lnTo>
                  <a:pt x="636" y="301"/>
                </a:lnTo>
                <a:lnTo>
                  <a:pt x="635" y="302"/>
                </a:lnTo>
                <a:lnTo>
                  <a:pt x="634" y="303"/>
                </a:lnTo>
                <a:lnTo>
                  <a:pt x="634" y="304"/>
                </a:lnTo>
                <a:lnTo>
                  <a:pt x="633" y="304"/>
                </a:lnTo>
                <a:lnTo>
                  <a:pt x="633" y="305"/>
                </a:lnTo>
                <a:lnTo>
                  <a:pt x="634" y="306"/>
                </a:lnTo>
                <a:lnTo>
                  <a:pt x="634" y="307"/>
                </a:lnTo>
                <a:lnTo>
                  <a:pt x="634" y="308"/>
                </a:lnTo>
                <a:lnTo>
                  <a:pt x="633" y="308"/>
                </a:lnTo>
                <a:lnTo>
                  <a:pt x="633" y="309"/>
                </a:lnTo>
                <a:lnTo>
                  <a:pt x="633" y="310"/>
                </a:lnTo>
                <a:lnTo>
                  <a:pt x="633" y="311"/>
                </a:lnTo>
                <a:lnTo>
                  <a:pt x="632" y="311"/>
                </a:lnTo>
                <a:lnTo>
                  <a:pt x="632" y="312"/>
                </a:lnTo>
                <a:lnTo>
                  <a:pt x="632" y="313"/>
                </a:lnTo>
                <a:lnTo>
                  <a:pt x="631" y="313"/>
                </a:lnTo>
                <a:lnTo>
                  <a:pt x="631" y="315"/>
                </a:lnTo>
                <a:lnTo>
                  <a:pt x="631" y="316"/>
                </a:lnTo>
                <a:lnTo>
                  <a:pt x="631" y="317"/>
                </a:lnTo>
                <a:lnTo>
                  <a:pt x="632" y="317"/>
                </a:lnTo>
                <a:lnTo>
                  <a:pt x="632" y="318"/>
                </a:lnTo>
                <a:lnTo>
                  <a:pt x="632" y="319"/>
                </a:lnTo>
                <a:lnTo>
                  <a:pt x="632" y="320"/>
                </a:lnTo>
                <a:lnTo>
                  <a:pt x="631" y="321"/>
                </a:lnTo>
                <a:lnTo>
                  <a:pt x="631" y="322"/>
                </a:lnTo>
                <a:lnTo>
                  <a:pt x="630" y="322"/>
                </a:lnTo>
                <a:lnTo>
                  <a:pt x="630" y="323"/>
                </a:lnTo>
                <a:lnTo>
                  <a:pt x="629" y="323"/>
                </a:lnTo>
                <a:lnTo>
                  <a:pt x="628" y="323"/>
                </a:lnTo>
                <a:lnTo>
                  <a:pt x="627" y="322"/>
                </a:lnTo>
                <a:lnTo>
                  <a:pt x="627" y="321"/>
                </a:lnTo>
                <a:lnTo>
                  <a:pt x="626" y="321"/>
                </a:lnTo>
                <a:lnTo>
                  <a:pt x="626" y="322"/>
                </a:lnTo>
                <a:lnTo>
                  <a:pt x="626" y="323"/>
                </a:lnTo>
                <a:lnTo>
                  <a:pt x="627" y="324"/>
                </a:lnTo>
                <a:lnTo>
                  <a:pt x="627" y="325"/>
                </a:lnTo>
                <a:lnTo>
                  <a:pt x="627" y="327"/>
                </a:lnTo>
                <a:lnTo>
                  <a:pt x="626" y="327"/>
                </a:lnTo>
                <a:lnTo>
                  <a:pt x="626" y="328"/>
                </a:lnTo>
                <a:lnTo>
                  <a:pt x="626" y="329"/>
                </a:lnTo>
                <a:lnTo>
                  <a:pt x="627" y="329"/>
                </a:lnTo>
                <a:lnTo>
                  <a:pt x="626" y="329"/>
                </a:lnTo>
                <a:lnTo>
                  <a:pt x="626" y="330"/>
                </a:lnTo>
                <a:lnTo>
                  <a:pt x="626" y="331"/>
                </a:lnTo>
                <a:lnTo>
                  <a:pt x="626" y="332"/>
                </a:lnTo>
                <a:lnTo>
                  <a:pt x="626" y="333"/>
                </a:lnTo>
                <a:lnTo>
                  <a:pt x="625" y="333"/>
                </a:lnTo>
                <a:lnTo>
                  <a:pt x="625" y="334"/>
                </a:lnTo>
                <a:lnTo>
                  <a:pt x="625" y="333"/>
                </a:lnTo>
                <a:lnTo>
                  <a:pt x="625" y="334"/>
                </a:lnTo>
                <a:lnTo>
                  <a:pt x="624" y="334"/>
                </a:lnTo>
                <a:lnTo>
                  <a:pt x="624" y="335"/>
                </a:lnTo>
                <a:lnTo>
                  <a:pt x="624" y="336"/>
                </a:lnTo>
                <a:lnTo>
                  <a:pt x="625" y="336"/>
                </a:lnTo>
                <a:lnTo>
                  <a:pt x="624" y="337"/>
                </a:lnTo>
                <a:lnTo>
                  <a:pt x="624" y="338"/>
                </a:lnTo>
                <a:lnTo>
                  <a:pt x="623" y="338"/>
                </a:lnTo>
                <a:lnTo>
                  <a:pt x="622" y="338"/>
                </a:lnTo>
                <a:lnTo>
                  <a:pt x="622" y="339"/>
                </a:lnTo>
                <a:lnTo>
                  <a:pt x="622" y="340"/>
                </a:lnTo>
                <a:lnTo>
                  <a:pt x="622" y="341"/>
                </a:lnTo>
                <a:lnTo>
                  <a:pt x="623" y="341"/>
                </a:lnTo>
                <a:lnTo>
                  <a:pt x="624" y="341"/>
                </a:lnTo>
                <a:lnTo>
                  <a:pt x="624" y="342"/>
                </a:lnTo>
                <a:lnTo>
                  <a:pt x="624" y="343"/>
                </a:lnTo>
                <a:lnTo>
                  <a:pt x="624" y="344"/>
                </a:lnTo>
                <a:lnTo>
                  <a:pt x="623" y="345"/>
                </a:lnTo>
                <a:lnTo>
                  <a:pt x="623" y="346"/>
                </a:lnTo>
                <a:lnTo>
                  <a:pt x="623" y="347"/>
                </a:lnTo>
                <a:lnTo>
                  <a:pt x="623" y="348"/>
                </a:lnTo>
                <a:lnTo>
                  <a:pt x="623" y="349"/>
                </a:lnTo>
                <a:lnTo>
                  <a:pt x="622" y="349"/>
                </a:lnTo>
                <a:lnTo>
                  <a:pt x="622" y="350"/>
                </a:lnTo>
                <a:lnTo>
                  <a:pt x="622" y="351"/>
                </a:lnTo>
                <a:lnTo>
                  <a:pt x="621" y="351"/>
                </a:lnTo>
                <a:lnTo>
                  <a:pt x="621" y="352"/>
                </a:lnTo>
                <a:lnTo>
                  <a:pt x="620" y="353"/>
                </a:lnTo>
                <a:lnTo>
                  <a:pt x="620" y="355"/>
                </a:lnTo>
                <a:lnTo>
                  <a:pt x="620" y="354"/>
                </a:lnTo>
                <a:lnTo>
                  <a:pt x="620" y="355"/>
                </a:lnTo>
                <a:lnTo>
                  <a:pt x="619" y="355"/>
                </a:lnTo>
                <a:lnTo>
                  <a:pt x="619" y="356"/>
                </a:lnTo>
                <a:lnTo>
                  <a:pt x="619" y="357"/>
                </a:lnTo>
                <a:lnTo>
                  <a:pt x="618" y="357"/>
                </a:lnTo>
                <a:lnTo>
                  <a:pt x="618" y="358"/>
                </a:lnTo>
                <a:lnTo>
                  <a:pt x="617" y="358"/>
                </a:lnTo>
                <a:lnTo>
                  <a:pt x="616" y="357"/>
                </a:lnTo>
                <a:lnTo>
                  <a:pt x="616" y="356"/>
                </a:lnTo>
                <a:lnTo>
                  <a:pt x="615" y="356"/>
                </a:lnTo>
                <a:lnTo>
                  <a:pt x="615" y="355"/>
                </a:lnTo>
                <a:lnTo>
                  <a:pt x="614" y="354"/>
                </a:lnTo>
                <a:lnTo>
                  <a:pt x="614" y="355"/>
                </a:lnTo>
                <a:lnTo>
                  <a:pt x="614" y="356"/>
                </a:lnTo>
                <a:lnTo>
                  <a:pt x="614" y="357"/>
                </a:lnTo>
                <a:lnTo>
                  <a:pt x="614" y="358"/>
                </a:lnTo>
                <a:lnTo>
                  <a:pt x="613" y="358"/>
                </a:lnTo>
                <a:lnTo>
                  <a:pt x="614" y="358"/>
                </a:lnTo>
                <a:lnTo>
                  <a:pt x="613" y="359"/>
                </a:lnTo>
                <a:lnTo>
                  <a:pt x="613" y="360"/>
                </a:lnTo>
                <a:lnTo>
                  <a:pt x="614" y="360"/>
                </a:lnTo>
                <a:lnTo>
                  <a:pt x="613" y="361"/>
                </a:lnTo>
                <a:lnTo>
                  <a:pt x="613" y="362"/>
                </a:lnTo>
                <a:lnTo>
                  <a:pt x="613" y="364"/>
                </a:lnTo>
                <a:lnTo>
                  <a:pt x="612" y="365"/>
                </a:lnTo>
                <a:lnTo>
                  <a:pt x="613" y="366"/>
                </a:lnTo>
                <a:lnTo>
                  <a:pt x="614" y="367"/>
                </a:lnTo>
                <a:lnTo>
                  <a:pt x="613" y="368"/>
                </a:lnTo>
                <a:lnTo>
                  <a:pt x="613" y="369"/>
                </a:lnTo>
                <a:lnTo>
                  <a:pt x="614" y="369"/>
                </a:lnTo>
                <a:lnTo>
                  <a:pt x="615" y="371"/>
                </a:lnTo>
                <a:lnTo>
                  <a:pt x="616" y="371"/>
                </a:lnTo>
                <a:lnTo>
                  <a:pt x="617" y="371"/>
                </a:lnTo>
                <a:lnTo>
                  <a:pt x="617" y="372"/>
                </a:lnTo>
                <a:lnTo>
                  <a:pt x="618" y="372"/>
                </a:lnTo>
                <a:lnTo>
                  <a:pt x="618" y="373"/>
                </a:lnTo>
                <a:lnTo>
                  <a:pt x="617" y="373"/>
                </a:lnTo>
                <a:lnTo>
                  <a:pt x="617" y="374"/>
                </a:lnTo>
                <a:lnTo>
                  <a:pt x="618" y="373"/>
                </a:lnTo>
                <a:lnTo>
                  <a:pt x="619" y="373"/>
                </a:lnTo>
                <a:lnTo>
                  <a:pt x="619" y="372"/>
                </a:lnTo>
                <a:lnTo>
                  <a:pt x="621" y="372"/>
                </a:lnTo>
                <a:lnTo>
                  <a:pt x="621" y="373"/>
                </a:lnTo>
                <a:lnTo>
                  <a:pt x="622" y="373"/>
                </a:lnTo>
                <a:lnTo>
                  <a:pt x="623" y="373"/>
                </a:lnTo>
                <a:lnTo>
                  <a:pt x="623" y="374"/>
                </a:lnTo>
                <a:lnTo>
                  <a:pt x="623" y="375"/>
                </a:lnTo>
                <a:lnTo>
                  <a:pt x="623" y="376"/>
                </a:lnTo>
                <a:lnTo>
                  <a:pt x="624" y="376"/>
                </a:lnTo>
                <a:lnTo>
                  <a:pt x="623" y="376"/>
                </a:lnTo>
                <a:lnTo>
                  <a:pt x="623" y="377"/>
                </a:lnTo>
                <a:lnTo>
                  <a:pt x="624" y="377"/>
                </a:lnTo>
                <a:lnTo>
                  <a:pt x="623" y="377"/>
                </a:lnTo>
                <a:lnTo>
                  <a:pt x="624" y="378"/>
                </a:lnTo>
                <a:lnTo>
                  <a:pt x="623" y="378"/>
                </a:lnTo>
                <a:lnTo>
                  <a:pt x="624" y="378"/>
                </a:lnTo>
                <a:lnTo>
                  <a:pt x="624" y="379"/>
                </a:lnTo>
                <a:lnTo>
                  <a:pt x="624" y="380"/>
                </a:lnTo>
                <a:lnTo>
                  <a:pt x="623" y="381"/>
                </a:lnTo>
                <a:lnTo>
                  <a:pt x="622" y="381"/>
                </a:lnTo>
                <a:lnTo>
                  <a:pt x="622" y="382"/>
                </a:lnTo>
                <a:lnTo>
                  <a:pt x="623" y="383"/>
                </a:lnTo>
                <a:lnTo>
                  <a:pt x="624" y="384"/>
                </a:lnTo>
                <a:lnTo>
                  <a:pt x="625" y="384"/>
                </a:lnTo>
                <a:lnTo>
                  <a:pt x="625" y="382"/>
                </a:lnTo>
                <a:lnTo>
                  <a:pt x="626" y="382"/>
                </a:lnTo>
                <a:lnTo>
                  <a:pt x="627" y="382"/>
                </a:lnTo>
                <a:lnTo>
                  <a:pt x="628" y="382"/>
                </a:lnTo>
                <a:lnTo>
                  <a:pt x="629" y="381"/>
                </a:lnTo>
                <a:lnTo>
                  <a:pt x="630" y="381"/>
                </a:lnTo>
                <a:lnTo>
                  <a:pt x="630" y="380"/>
                </a:lnTo>
                <a:lnTo>
                  <a:pt x="631" y="379"/>
                </a:lnTo>
                <a:lnTo>
                  <a:pt x="632" y="379"/>
                </a:lnTo>
                <a:lnTo>
                  <a:pt x="633" y="379"/>
                </a:lnTo>
                <a:lnTo>
                  <a:pt x="633" y="380"/>
                </a:lnTo>
                <a:lnTo>
                  <a:pt x="634" y="380"/>
                </a:lnTo>
                <a:lnTo>
                  <a:pt x="634" y="379"/>
                </a:lnTo>
                <a:lnTo>
                  <a:pt x="633" y="379"/>
                </a:lnTo>
                <a:lnTo>
                  <a:pt x="634" y="379"/>
                </a:lnTo>
                <a:lnTo>
                  <a:pt x="634" y="378"/>
                </a:lnTo>
                <a:lnTo>
                  <a:pt x="634" y="379"/>
                </a:lnTo>
                <a:lnTo>
                  <a:pt x="634" y="380"/>
                </a:lnTo>
                <a:lnTo>
                  <a:pt x="634" y="381"/>
                </a:lnTo>
                <a:lnTo>
                  <a:pt x="634" y="383"/>
                </a:lnTo>
                <a:lnTo>
                  <a:pt x="634" y="384"/>
                </a:lnTo>
                <a:lnTo>
                  <a:pt x="634" y="385"/>
                </a:lnTo>
                <a:lnTo>
                  <a:pt x="633" y="385"/>
                </a:lnTo>
                <a:lnTo>
                  <a:pt x="633" y="386"/>
                </a:lnTo>
                <a:lnTo>
                  <a:pt x="634" y="386"/>
                </a:lnTo>
                <a:lnTo>
                  <a:pt x="634" y="387"/>
                </a:lnTo>
                <a:lnTo>
                  <a:pt x="634" y="388"/>
                </a:lnTo>
                <a:lnTo>
                  <a:pt x="634" y="389"/>
                </a:lnTo>
                <a:lnTo>
                  <a:pt x="633" y="389"/>
                </a:lnTo>
                <a:lnTo>
                  <a:pt x="634" y="390"/>
                </a:lnTo>
                <a:lnTo>
                  <a:pt x="633" y="390"/>
                </a:lnTo>
                <a:lnTo>
                  <a:pt x="633" y="391"/>
                </a:lnTo>
                <a:lnTo>
                  <a:pt x="633" y="392"/>
                </a:lnTo>
                <a:lnTo>
                  <a:pt x="634" y="392"/>
                </a:lnTo>
                <a:lnTo>
                  <a:pt x="635" y="392"/>
                </a:lnTo>
                <a:lnTo>
                  <a:pt x="636" y="391"/>
                </a:lnTo>
                <a:lnTo>
                  <a:pt x="637" y="392"/>
                </a:lnTo>
                <a:lnTo>
                  <a:pt x="638" y="393"/>
                </a:lnTo>
                <a:lnTo>
                  <a:pt x="638" y="394"/>
                </a:lnTo>
                <a:lnTo>
                  <a:pt x="639" y="394"/>
                </a:lnTo>
                <a:lnTo>
                  <a:pt x="639" y="395"/>
                </a:lnTo>
                <a:lnTo>
                  <a:pt x="640" y="395"/>
                </a:lnTo>
                <a:lnTo>
                  <a:pt x="642" y="395"/>
                </a:lnTo>
                <a:lnTo>
                  <a:pt x="642" y="396"/>
                </a:lnTo>
                <a:lnTo>
                  <a:pt x="643" y="396"/>
                </a:lnTo>
                <a:lnTo>
                  <a:pt x="642" y="396"/>
                </a:lnTo>
                <a:lnTo>
                  <a:pt x="643" y="397"/>
                </a:lnTo>
                <a:lnTo>
                  <a:pt x="643" y="398"/>
                </a:lnTo>
                <a:lnTo>
                  <a:pt x="643" y="399"/>
                </a:lnTo>
                <a:lnTo>
                  <a:pt x="643" y="400"/>
                </a:lnTo>
                <a:lnTo>
                  <a:pt x="643" y="401"/>
                </a:lnTo>
                <a:lnTo>
                  <a:pt x="643" y="402"/>
                </a:lnTo>
                <a:lnTo>
                  <a:pt x="642" y="402"/>
                </a:lnTo>
                <a:lnTo>
                  <a:pt x="642" y="403"/>
                </a:lnTo>
                <a:lnTo>
                  <a:pt x="643" y="403"/>
                </a:lnTo>
                <a:lnTo>
                  <a:pt x="644" y="404"/>
                </a:lnTo>
                <a:lnTo>
                  <a:pt x="645" y="403"/>
                </a:lnTo>
                <a:lnTo>
                  <a:pt x="646" y="403"/>
                </a:lnTo>
                <a:lnTo>
                  <a:pt x="646" y="402"/>
                </a:lnTo>
                <a:lnTo>
                  <a:pt x="647" y="402"/>
                </a:lnTo>
                <a:lnTo>
                  <a:pt x="647" y="403"/>
                </a:lnTo>
                <a:lnTo>
                  <a:pt x="648" y="402"/>
                </a:lnTo>
                <a:lnTo>
                  <a:pt x="648" y="403"/>
                </a:lnTo>
                <a:lnTo>
                  <a:pt x="648" y="404"/>
                </a:lnTo>
                <a:lnTo>
                  <a:pt x="649" y="404"/>
                </a:lnTo>
                <a:lnTo>
                  <a:pt x="650" y="404"/>
                </a:lnTo>
                <a:lnTo>
                  <a:pt x="650" y="405"/>
                </a:lnTo>
                <a:lnTo>
                  <a:pt x="651" y="405"/>
                </a:lnTo>
                <a:lnTo>
                  <a:pt x="652" y="406"/>
                </a:lnTo>
                <a:lnTo>
                  <a:pt x="653" y="406"/>
                </a:lnTo>
                <a:lnTo>
                  <a:pt x="652" y="405"/>
                </a:lnTo>
                <a:lnTo>
                  <a:pt x="653" y="405"/>
                </a:lnTo>
                <a:lnTo>
                  <a:pt x="653" y="404"/>
                </a:lnTo>
                <a:lnTo>
                  <a:pt x="654" y="404"/>
                </a:lnTo>
                <a:lnTo>
                  <a:pt x="654" y="405"/>
                </a:lnTo>
                <a:lnTo>
                  <a:pt x="655" y="405"/>
                </a:lnTo>
                <a:lnTo>
                  <a:pt x="655" y="406"/>
                </a:lnTo>
                <a:lnTo>
                  <a:pt x="656" y="406"/>
                </a:lnTo>
                <a:lnTo>
                  <a:pt x="656" y="407"/>
                </a:lnTo>
                <a:lnTo>
                  <a:pt x="657" y="406"/>
                </a:lnTo>
                <a:lnTo>
                  <a:pt x="658" y="405"/>
                </a:lnTo>
                <a:lnTo>
                  <a:pt x="658" y="406"/>
                </a:lnTo>
                <a:lnTo>
                  <a:pt x="658" y="407"/>
                </a:lnTo>
                <a:lnTo>
                  <a:pt x="659" y="408"/>
                </a:lnTo>
                <a:lnTo>
                  <a:pt x="659" y="409"/>
                </a:lnTo>
                <a:lnTo>
                  <a:pt x="658" y="409"/>
                </a:lnTo>
                <a:lnTo>
                  <a:pt x="657" y="409"/>
                </a:lnTo>
                <a:lnTo>
                  <a:pt x="657" y="410"/>
                </a:lnTo>
                <a:lnTo>
                  <a:pt x="657" y="411"/>
                </a:lnTo>
                <a:lnTo>
                  <a:pt x="658" y="412"/>
                </a:lnTo>
                <a:lnTo>
                  <a:pt x="657" y="413"/>
                </a:lnTo>
                <a:lnTo>
                  <a:pt x="657" y="414"/>
                </a:lnTo>
                <a:lnTo>
                  <a:pt x="658" y="414"/>
                </a:lnTo>
                <a:lnTo>
                  <a:pt x="658" y="415"/>
                </a:lnTo>
                <a:lnTo>
                  <a:pt x="658" y="416"/>
                </a:lnTo>
                <a:lnTo>
                  <a:pt x="657" y="416"/>
                </a:lnTo>
                <a:lnTo>
                  <a:pt x="656" y="416"/>
                </a:lnTo>
                <a:lnTo>
                  <a:pt x="655" y="414"/>
                </a:lnTo>
                <a:lnTo>
                  <a:pt x="654" y="413"/>
                </a:lnTo>
                <a:lnTo>
                  <a:pt x="654" y="412"/>
                </a:lnTo>
                <a:lnTo>
                  <a:pt x="653" y="411"/>
                </a:lnTo>
                <a:lnTo>
                  <a:pt x="652" y="411"/>
                </a:lnTo>
                <a:lnTo>
                  <a:pt x="651" y="411"/>
                </a:lnTo>
                <a:lnTo>
                  <a:pt x="651" y="412"/>
                </a:lnTo>
                <a:lnTo>
                  <a:pt x="650" y="412"/>
                </a:lnTo>
                <a:lnTo>
                  <a:pt x="650" y="413"/>
                </a:lnTo>
                <a:lnTo>
                  <a:pt x="650" y="414"/>
                </a:lnTo>
                <a:lnTo>
                  <a:pt x="651" y="414"/>
                </a:lnTo>
                <a:lnTo>
                  <a:pt x="651" y="415"/>
                </a:lnTo>
                <a:lnTo>
                  <a:pt x="650" y="415"/>
                </a:lnTo>
                <a:lnTo>
                  <a:pt x="650" y="416"/>
                </a:lnTo>
                <a:lnTo>
                  <a:pt x="649" y="417"/>
                </a:lnTo>
                <a:lnTo>
                  <a:pt x="649" y="418"/>
                </a:lnTo>
                <a:lnTo>
                  <a:pt x="649" y="419"/>
                </a:lnTo>
                <a:lnTo>
                  <a:pt x="648" y="419"/>
                </a:lnTo>
                <a:lnTo>
                  <a:pt x="647" y="420"/>
                </a:lnTo>
                <a:lnTo>
                  <a:pt x="647" y="421"/>
                </a:lnTo>
                <a:lnTo>
                  <a:pt x="647" y="422"/>
                </a:lnTo>
                <a:lnTo>
                  <a:pt x="646" y="423"/>
                </a:lnTo>
                <a:lnTo>
                  <a:pt x="646" y="425"/>
                </a:lnTo>
                <a:lnTo>
                  <a:pt x="645" y="425"/>
                </a:lnTo>
                <a:lnTo>
                  <a:pt x="645" y="426"/>
                </a:lnTo>
                <a:lnTo>
                  <a:pt x="644" y="426"/>
                </a:lnTo>
                <a:lnTo>
                  <a:pt x="642" y="426"/>
                </a:lnTo>
                <a:lnTo>
                  <a:pt x="641" y="426"/>
                </a:lnTo>
                <a:lnTo>
                  <a:pt x="640" y="426"/>
                </a:lnTo>
                <a:lnTo>
                  <a:pt x="640" y="427"/>
                </a:lnTo>
                <a:lnTo>
                  <a:pt x="641" y="427"/>
                </a:lnTo>
                <a:lnTo>
                  <a:pt x="642" y="427"/>
                </a:lnTo>
                <a:lnTo>
                  <a:pt x="643" y="427"/>
                </a:lnTo>
                <a:lnTo>
                  <a:pt x="645" y="427"/>
                </a:lnTo>
                <a:lnTo>
                  <a:pt x="646" y="427"/>
                </a:lnTo>
                <a:lnTo>
                  <a:pt x="646" y="428"/>
                </a:lnTo>
                <a:lnTo>
                  <a:pt x="647" y="428"/>
                </a:lnTo>
                <a:lnTo>
                  <a:pt x="647" y="429"/>
                </a:lnTo>
                <a:lnTo>
                  <a:pt x="648" y="429"/>
                </a:lnTo>
                <a:lnTo>
                  <a:pt x="647" y="429"/>
                </a:lnTo>
                <a:lnTo>
                  <a:pt x="648" y="429"/>
                </a:lnTo>
                <a:lnTo>
                  <a:pt x="648" y="430"/>
                </a:lnTo>
                <a:lnTo>
                  <a:pt x="648" y="431"/>
                </a:lnTo>
                <a:lnTo>
                  <a:pt x="649" y="432"/>
                </a:lnTo>
                <a:lnTo>
                  <a:pt x="649" y="433"/>
                </a:lnTo>
                <a:lnTo>
                  <a:pt x="648" y="433"/>
                </a:lnTo>
                <a:lnTo>
                  <a:pt x="647" y="434"/>
                </a:lnTo>
                <a:lnTo>
                  <a:pt x="646" y="434"/>
                </a:lnTo>
                <a:lnTo>
                  <a:pt x="646" y="435"/>
                </a:lnTo>
                <a:lnTo>
                  <a:pt x="645" y="436"/>
                </a:lnTo>
                <a:lnTo>
                  <a:pt x="644" y="436"/>
                </a:lnTo>
                <a:lnTo>
                  <a:pt x="644" y="437"/>
                </a:lnTo>
                <a:lnTo>
                  <a:pt x="644" y="438"/>
                </a:lnTo>
                <a:lnTo>
                  <a:pt x="643" y="438"/>
                </a:lnTo>
                <a:lnTo>
                  <a:pt x="643" y="439"/>
                </a:lnTo>
                <a:lnTo>
                  <a:pt x="643" y="440"/>
                </a:lnTo>
                <a:lnTo>
                  <a:pt x="642" y="440"/>
                </a:lnTo>
                <a:lnTo>
                  <a:pt x="642" y="441"/>
                </a:lnTo>
                <a:lnTo>
                  <a:pt x="642" y="442"/>
                </a:lnTo>
                <a:lnTo>
                  <a:pt x="641" y="443"/>
                </a:lnTo>
                <a:lnTo>
                  <a:pt x="640" y="443"/>
                </a:lnTo>
                <a:lnTo>
                  <a:pt x="639" y="443"/>
                </a:lnTo>
                <a:lnTo>
                  <a:pt x="639" y="444"/>
                </a:lnTo>
                <a:lnTo>
                  <a:pt x="638" y="444"/>
                </a:lnTo>
                <a:lnTo>
                  <a:pt x="637" y="446"/>
                </a:lnTo>
                <a:lnTo>
                  <a:pt x="637" y="447"/>
                </a:lnTo>
                <a:lnTo>
                  <a:pt x="636" y="448"/>
                </a:lnTo>
                <a:lnTo>
                  <a:pt x="635" y="449"/>
                </a:lnTo>
                <a:lnTo>
                  <a:pt x="634" y="450"/>
                </a:lnTo>
                <a:lnTo>
                  <a:pt x="634" y="451"/>
                </a:lnTo>
                <a:lnTo>
                  <a:pt x="633" y="452"/>
                </a:lnTo>
                <a:lnTo>
                  <a:pt x="633" y="453"/>
                </a:lnTo>
                <a:lnTo>
                  <a:pt x="633" y="454"/>
                </a:lnTo>
                <a:lnTo>
                  <a:pt x="634" y="455"/>
                </a:lnTo>
                <a:lnTo>
                  <a:pt x="633" y="456"/>
                </a:lnTo>
                <a:lnTo>
                  <a:pt x="633" y="457"/>
                </a:lnTo>
                <a:lnTo>
                  <a:pt x="633" y="458"/>
                </a:lnTo>
                <a:lnTo>
                  <a:pt x="632" y="459"/>
                </a:lnTo>
                <a:lnTo>
                  <a:pt x="632" y="460"/>
                </a:lnTo>
                <a:lnTo>
                  <a:pt x="631" y="460"/>
                </a:lnTo>
                <a:lnTo>
                  <a:pt x="631" y="461"/>
                </a:lnTo>
                <a:lnTo>
                  <a:pt x="631" y="462"/>
                </a:lnTo>
                <a:lnTo>
                  <a:pt x="631" y="463"/>
                </a:lnTo>
                <a:lnTo>
                  <a:pt x="630" y="464"/>
                </a:lnTo>
                <a:lnTo>
                  <a:pt x="630" y="465"/>
                </a:lnTo>
                <a:lnTo>
                  <a:pt x="630" y="466"/>
                </a:lnTo>
                <a:lnTo>
                  <a:pt x="629" y="467"/>
                </a:lnTo>
                <a:lnTo>
                  <a:pt x="629" y="468"/>
                </a:lnTo>
                <a:lnTo>
                  <a:pt x="628" y="468"/>
                </a:lnTo>
                <a:lnTo>
                  <a:pt x="627" y="469"/>
                </a:lnTo>
                <a:lnTo>
                  <a:pt x="626" y="469"/>
                </a:lnTo>
                <a:lnTo>
                  <a:pt x="625" y="469"/>
                </a:lnTo>
                <a:lnTo>
                  <a:pt x="625" y="470"/>
                </a:lnTo>
                <a:lnTo>
                  <a:pt x="625" y="469"/>
                </a:lnTo>
                <a:lnTo>
                  <a:pt x="625" y="470"/>
                </a:lnTo>
                <a:lnTo>
                  <a:pt x="626" y="470"/>
                </a:lnTo>
                <a:lnTo>
                  <a:pt x="627" y="470"/>
                </a:lnTo>
                <a:lnTo>
                  <a:pt x="627" y="469"/>
                </a:lnTo>
                <a:lnTo>
                  <a:pt x="628" y="469"/>
                </a:lnTo>
                <a:lnTo>
                  <a:pt x="628" y="470"/>
                </a:lnTo>
                <a:lnTo>
                  <a:pt x="629" y="470"/>
                </a:lnTo>
                <a:lnTo>
                  <a:pt x="630" y="470"/>
                </a:lnTo>
                <a:lnTo>
                  <a:pt x="630" y="471"/>
                </a:lnTo>
                <a:lnTo>
                  <a:pt x="630" y="472"/>
                </a:lnTo>
                <a:lnTo>
                  <a:pt x="630" y="474"/>
                </a:lnTo>
                <a:lnTo>
                  <a:pt x="630" y="475"/>
                </a:lnTo>
                <a:lnTo>
                  <a:pt x="630" y="476"/>
                </a:lnTo>
                <a:lnTo>
                  <a:pt x="631" y="477"/>
                </a:lnTo>
                <a:lnTo>
                  <a:pt x="631" y="478"/>
                </a:lnTo>
                <a:lnTo>
                  <a:pt x="631" y="479"/>
                </a:lnTo>
                <a:lnTo>
                  <a:pt x="631" y="480"/>
                </a:lnTo>
                <a:lnTo>
                  <a:pt x="632" y="480"/>
                </a:lnTo>
                <a:lnTo>
                  <a:pt x="632" y="481"/>
                </a:lnTo>
                <a:lnTo>
                  <a:pt x="633" y="480"/>
                </a:lnTo>
                <a:lnTo>
                  <a:pt x="633" y="481"/>
                </a:lnTo>
                <a:lnTo>
                  <a:pt x="634" y="482"/>
                </a:lnTo>
                <a:lnTo>
                  <a:pt x="634" y="483"/>
                </a:lnTo>
                <a:lnTo>
                  <a:pt x="633" y="483"/>
                </a:lnTo>
                <a:lnTo>
                  <a:pt x="634" y="483"/>
                </a:lnTo>
                <a:lnTo>
                  <a:pt x="634" y="484"/>
                </a:lnTo>
                <a:lnTo>
                  <a:pt x="634" y="485"/>
                </a:lnTo>
                <a:lnTo>
                  <a:pt x="634" y="486"/>
                </a:lnTo>
                <a:lnTo>
                  <a:pt x="635" y="486"/>
                </a:lnTo>
                <a:lnTo>
                  <a:pt x="636" y="486"/>
                </a:lnTo>
                <a:lnTo>
                  <a:pt x="636" y="487"/>
                </a:lnTo>
                <a:lnTo>
                  <a:pt x="635" y="487"/>
                </a:lnTo>
                <a:lnTo>
                  <a:pt x="635" y="488"/>
                </a:lnTo>
                <a:lnTo>
                  <a:pt x="636" y="488"/>
                </a:lnTo>
                <a:lnTo>
                  <a:pt x="636" y="489"/>
                </a:lnTo>
                <a:lnTo>
                  <a:pt x="636" y="490"/>
                </a:lnTo>
                <a:lnTo>
                  <a:pt x="636" y="491"/>
                </a:lnTo>
                <a:lnTo>
                  <a:pt x="636" y="492"/>
                </a:lnTo>
                <a:lnTo>
                  <a:pt x="637" y="492"/>
                </a:lnTo>
                <a:lnTo>
                  <a:pt x="638" y="492"/>
                </a:lnTo>
                <a:lnTo>
                  <a:pt x="639" y="492"/>
                </a:lnTo>
                <a:lnTo>
                  <a:pt x="640" y="492"/>
                </a:lnTo>
                <a:lnTo>
                  <a:pt x="641" y="493"/>
                </a:lnTo>
                <a:lnTo>
                  <a:pt x="641" y="494"/>
                </a:lnTo>
                <a:lnTo>
                  <a:pt x="640" y="494"/>
                </a:lnTo>
                <a:lnTo>
                  <a:pt x="640" y="495"/>
                </a:lnTo>
                <a:lnTo>
                  <a:pt x="640" y="496"/>
                </a:lnTo>
                <a:lnTo>
                  <a:pt x="639" y="496"/>
                </a:lnTo>
                <a:lnTo>
                  <a:pt x="639" y="497"/>
                </a:lnTo>
                <a:lnTo>
                  <a:pt x="640" y="496"/>
                </a:lnTo>
                <a:lnTo>
                  <a:pt x="641" y="497"/>
                </a:lnTo>
                <a:lnTo>
                  <a:pt x="642" y="497"/>
                </a:lnTo>
                <a:lnTo>
                  <a:pt x="643" y="498"/>
                </a:lnTo>
                <a:lnTo>
                  <a:pt x="644" y="498"/>
                </a:lnTo>
                <a:lnTo>
                  <a:pt x="644" y="499"/>
                </a:lnTo>
                <a:lnTo>
                  <a:pt x="645" y="500"/>
                </a:lnTo>
                <a:lnTo>
                  <a:pt x="646" y="501"/>
                </a:lnTo>
                <a:lnTo>
                  <a:pt x="646" y="502"/>
                </a:lnTo>
                <a:lnTo>
                  <a:pt x="647" y="502"/>
                </a:lnTo>
                <a:lnTo>
                  <a:pt x="648" y="502"/>
                </a:lnTo>
                <a:lnTo>
                  <a:pt x="649" y="502"/>
                </a:lnTo>
                <a:lnTo>
                  <a:pt x="649" y="501"/>
                </a:lnTo>
                <a:lnTo>
                  <a:pt x="650" y="501"/>
                </a:lnTo>
                <a:lnTo>
                  <a:pt x="650" y="500"/>
                </a:lnTo>
                <a:lnTo>
                  <a:pt x="650" y="499"/>
                </a:lnTo>
                <a:lnTo>
                  <a:pt x="649" y="499"/>
                </a:lnTo>
                <a:lnTo>
                  <a:pt x="649" y="498"/>
                </a:lnTo>
                <a:lnTo>
                  <a:pt x="649" y="497"/>
                </a:lnTo>
                <a:lnTo>
                  <a:pt x="649" y="496"/>
                </a:lnTo>
                <a:lnTo>
                  <a:pt x="649" y="495"/>
                </a:lnTo>
                <a:lnTo>
                  <a:pt x="648" y="495"/>
                </a:lnTo>
                <a:lnTo>
                  <a:pt x="648" y="494"/>
                </a:lnTo>
                <a:lnTo>
                  <a:pt x="648" y="493"/>
                </a:lnTo>
                <a:lnTo>
                  <a:pt x="648" y="492"/>
                </a:lnTo>
                <a:lnTo>
                  <a:pt x="648" y="491"/>
                </a:lnTo>
                <a:lnTo>
                  <a:pt x="649" y="490"/>
                </a:lnTo>
                <a:lnTo>
                  <a:pt x="650" y="490"/>
                </a:lnTo>
                <a:lnTo>
                  <a:pt x="650" y="489"/>
                </a:lnTo>
                <a:lnTo>
                  <a:pt x="650" y="490"/>
                </a:lnTo>
                <a:lnTo>
                  <a:pt x="651" y="490"/>
                </a:lnTo>
                <a:lnTo>
                  <a:pt x="652" y="490"/>
                </a:lnTo>
                <a:lnTo>
                  <a:pt x="652" y="488"/>
                </a:lnTo>
                <a:lnTo>
                  <a:pt x="653" y="488"/>
                </a:lnTo>
                <a:lnTo>
                  <a:pt x="654" y="488"/>
                </a:lnTo>
                <a:lnTo>
                  <a:pt x="654" y="489"/>
                </a:lnTo>
                <a:lnTo>
                  <a:pt x="654" y="490"/>
                </a:lnTo>
                <a:lnTo>
                  <a:pt x="655" y="490"/>
                </a:lnTo>
                <a:lnTo>
                  <a:pt x="656" y="490"/>
                </a:lnTo>
                <a:lnTo>
                  <a:pt x="657" y="490"/>
                </a:lnTo>
                <a:lnTo>
                  <a:pt x="658" y="490"/>
                </a:lnTo>
                <a:lnTo>
                  <a:pt x="659" y="490"/>
                </a:lnTo>
                <a:lnTo>
                  <a:pt x="660" y="489"/>
                </a:lnTo>
                <a:lnTo>
                  <a:pt x="661" y="489"/>
                </a:lnTo>
                <a:lnTo>
                  <a:pt x="661" y="490"/>
                </a:lnTo>
                <a:lnTo>
                  <a:pt x="662" y="490"/>
                </a:lnTo>
                <a:lnTo>
                  <a:pt x="662" y="491"/>
                </a:lnTo>
                <a:lnTo>
                  <a:pt x="663" y="491"/>
                </a:lnTo>
                <a:lnTo>
                  <a:pt x="664" y="491"/>
                </a:lnTo>
                <a:lnTo>
                  <a:pt x="665" y="491"/>
                </a:lnTo>
                <a:lnTo>
                  <a:pt x="666" y="491"/>
                </a:lnTo>
                <a:lnTo>
                  <a:pt x="667" y="492"/>
                </a:lnTo>
                <a:lnTo>
                  <a:pt x="668" y="492"/>
                </a:lnTo>
                <a:lnTo>
                  <a:pt x="668" y="493"/>
                </a:lnTo>
                <a:lnTo>
                  <a:pt x="669" y="493"/>
                </a:lnTo>
                <a:lnTo>
                  <a:pt x="671" y="493"/>
                </a:lnTo>
                <a:lnTo>
                  <a:pt x="672" y="493"/>
                </a:lnTo>
                <a:lnTo>
                  <a:pt x="673" y="492"/>
                </a:lnTo>
                <a:lnTo>
                  <a:pt x="673" y="491"/>
                </a:lnTo>
                <a:lnTo>
                  <a:pt x="674" y="491"/>
                </a:lnTo>
                <a:lnTo>
                  <a:pt x="675" y="491"/>
                </a:lnTo>
                <a:lnTo>
                  <a:pt x="676" y="491"/>
                </a:lnTo>
                <a:lnTo>
                  <a:pt x="677" y="490"/>
                </a:lnTo>
                <a:lnTo>
                  <a:pt x="678" y="490"/>
                </a:lnTo>
                <a:lnTo>
                  <a:pt x="679" y="490"/>
                </a:lnTo>
                <a:lnTo>
                  <a:pt x="679" y="491"/>
                </a:lnTo>
                <a:lnTo>
                  <a:pt x="680" y="491"/>
                </a:lnTo>
                <a:lnTo>
                  <a:pt x="681" y="491"/>
                </a:lnTo>
                <a:lnTo>
                  <a:pt x="682" y="492"/>
                </a:lnTo>
                <a:lnTo>
                  <a:pt x="683" y="492"/>
                </a:lnTo>
                <a:lnTo>
                  <a:pt x="684" y="492"/>
                </a:lnTo>
                <a:lnTo>
                  <a:pt x="684" y="493"/>
                </a:lnTo>
                <a:lnTo>
                  <a:pt x="685" y="493"/>
                </a:lnTo>
                <a:lnTo>
                  <a:pt x="684" y="493"/>
                </a:lnTo>
                <a:lnTo>
                  <a:pt x="684" y="494"/>
                </a:lnTo>
                <a:lnTo>
                  <a:pt x="685" y="494"/>
                </a:lnTo>
                <a:lnTo>
                  <a:pt x="684" y="495"/>
                </a:lnTo>
                <a:lnTo>
                  <a:pt x="683" y="495"/>
                </a:lnTo>
                <a:lnTo>
                  <a:pt x="684" y="496"/>
                </a:lnTo>
                <a:lnTo>
                  <a:pt x="684" y="497"/>
                </a:lnTo>
                <a:lnTo>
                  <a:pt x="685" y="497"/>
                </a:lnTo>
                <a:lnTo>
                  <a:pt x="685" y="498"/>
                </a:lnTo>
                <a:lnTo>
                  <a:pt x="685" y="497"/>
                </a:lnTo>
                <a:lnTo>
                  <a:pt x="686" y="497"/>
                </a:lnTo>
                <a:lnTo>
                  <a:pt x="687" y="497"/>
                </a:lnTo>
                <a:lnTo>
                  <a:pt x="688" y="498"/>
                </a:lnTo>
                <a:lnTo>
                  <a:pt x="689" y="499"/>
                </a:lnTo>
                <a:lnTo>
                  <a:pt x="690" y="499"/>
                </a:lnTo>
                <a:lnTo>
                  <a:pt x="690" y="500"/>
                </a:lnTo>
                <a:lnTo>
                  <a:pt x="691" y="500"/>
                </a:lnTo>
                <a:lnTo>
                  <a:pt x="692" y="500"/>
                </a:lnTo>
                <a:lnTo>
                  <a:pt x="692" y="501"/>
                </a:lnTo>
                <a:lnTo>
                  <a:pt x="692" y="502"/>
                </a:lnTo>
                <a:lnTo>
                  <a:pt x="691" y="503"/>
                </a:lnTo>
                <a:lnTo>
                  <a:pt x="690" y="503"/>
                </a:lnTo>
                <a:lnTo>
                  <a:pt x="690" y="504"/>
                </a:lnTo>
                <a:lnTo>
                  <a:pt x="691" y="505"/>
                </a:lnTo>
                <a:lnTo>
                  <a:pt x="690" y="506"/>
                </a:lnTo>
                <a:lnTo>
                  <a:pt x="690" y="505"/>
                </a:lnTo>
                <a:lnTo>
                  <a:pt x="689" y="505"/>
                </a:lnTo>
                <a:lnTo>
                  <a:pt x="689" y="506"/>
                </a:lnTo>
                <a:lnTo>
                  <a:pt x="690" y="506"/>
                </a:lnTo>
                <a:lnTo>
                  <a:pt x="690" y="507"/>
                </a:lnTo>
                <a:lnTo>
                  <a:pt x="690" y="508"/>
                </a:lnTo>
                <a:lnTo>
                  <a:pt x="691" y="508"/>
                </a:lnTo>
                <a:lnTo>
                  <a:pt x="690" y="509"/>
                </a:lnTo>
                <a:lnTo>
                  <a:pt x="692" y="509"/>
                </a:lnTo>
                <a:lnTo>
                  <a:pt x="693" y="509"/>
                </a:lnTo>
                <a:lnTo>
                  <a:pt x="693" y="510"/>
                </a:lnTo>
                <a:lnTo>
                  <a:pt x="693" y="511"/>
                </a:lnTo>
                <a:lnTo>
                  <a:pt x="693" y="512"/>
                </a:lnTo>
                <a:lnTo>
                  <a:pt x="694" y="513"/>
                </a:lnTo>
                <a:lnTo>
                  <a:pt x="695" y="513"/>
                </a:lnTo>
                <a:lnTo>
                  <a:pt x="695" y="512"/>
                </a:lnTo>
                <a:lnTo>
                  <a:pt x="696" y="512"/>
                </a:lnTo>
                <a:lnTo>
                  <a:pt x="696" y="513"/>
                </a:lnTo>
                <a:lnTo>
                  <a:pt x="695" y="513"/>
                </a:lnTo>
                <a:lnTo>
                  <a:pt x="696" y="514"/>
                </a:lnTo>
                <a:lnTo>
                  <a:pt x="696" y="513"/>
                </a:lnTo>
                <a:lnTo>
                  <a:pt x="696" y="514"/>
                </a:lnTo>
                <a:lnTo>
                  <a:pt x="696" y="515"/>
                </a:lnTo>
                <a:lnTo>
                  <a:pt x="696" y="517"/>
                </a:lnTo>
                <a:lnTo>
                  <a:pt x="695" y="517"/>
                </a:lnTo>
                <a:lnTo>
                  <a:pt x="695" y="518"/>
                </a:lnTo>
                <a:lnTo>
                  <a:pt x="694" y="518"/>
                </a:lnTo>
                <a:lnTo>
                  <a:pt x="694" y="519"/>
                </a:lnTo>
                <a:lnTo>
                  <a:pt x="693" y="519"/>
                </a:lnTo>
                <a:lnTo>
                  <a:pt x="693" y="518"/>
                </a:lnTo>
                <a:lnTo>
                  <a:pt x="692" y="518"/>
                </a:lnTo>
                <a:lnTo>
                  <a:pt x="691" y="518"/>
                </a:lnTo>
                <a:lnTo>
                  <a:pt x="691" y="519"/>
                </a:lnTo>
                <a:lnTo>
                  <a:pt x="690" y="519"/>
                </a:lnTo>
                <a:lnTo>
                  <a:pt x="691" y="519"/>
                </a:lnTo>
                <a:lnTo>
                  <a:pt x="691" y="520"/>
                </a:lnTo>
                <a:lnTo>
                  <a:pt x="691" y="521"/>
                </a:lnTo>
                <a:lnTo>
                  <a:pt x="691" y="522"/>
                </a:lnTo>
                <a:lnTo>
                  <a:pt x="692" y="522"/>
                </a:lnTo>
                <a:lnTo>
                  <a:pt x="692" y="523"/>
                </a:lnTo>
                <a:lnTo>
                  <a:pt x="693" y="524"/>
                </a:lnTo>
                <a:lnTo>
                  <a:pt x="694" y="525"/>
                </a:lnTo>
                <a:lnTo>
                  <a:pt x="695" y="526"/>
                </a:lnTo>
                <a:lnTo>
                  <a:pt x="695" y="527"/>
                </a:lnTo>
                <a:lnTo>
                  <a:pt x="696" y="527"/>
                </a:lnTo>
                <a:lnTo>
                  <a:pt x="697" y="527"/>
                </a:lnTo>
                <a:lnTo>
                  <a:pt x="697" y="528"/>
                </a:lnTo>
                <a:lnTo>
                  <a:pt x="698" y="528"/>
                </a:lnTo>
                <a:lnTo>
                  <a:pt x="698" y="529"/>
                </a:lnTo>
                <a:lnTo>
                  <a:pt x="698" y="528"/>
                </a:lnTo>
                <a:lnTo>
                  <a:pt x="699" y="528"/>
                </a:lnTo>
                <a:lnTo>
                  <a:pt x="700" y="528"/>
                </a:lnTo>
                <a:lnTo>
                  <a:pt x="701" y="527"/>
                </a:lnTo>
                <a:lnTo>
                  <a:pt x="700" y="526"/>
                </a:lnTo>
                <a:lnTo>
                  <a:pt x="699" y="525"/>
                </a:lnTo>
                <a:lnTo>
                  <a:pt x="700" y="525"/>
                </a:lnTo>
                <a:lnTo>
                  <a:pt x="700" y="524"/>
                </a:lnTo>
                <a:lnTo>
                  <a:pt x="701" y="524"/>
                </a:lnTo>
                <a:lnTo>
                  <a:pt x="701" y="523"/>
                </a:lnTo>
                <a:lnTo>
                  <a:pt x="702" y="523"/>
                </a:lnTo>
                <a:lnTo>
                  <a:pt x="702" y="524"/>
                </a:lnTo>
                <a:lnTo>
                  <a:pt x="702" y="523"/>
                </a:lnTo>
                <a:lnTo>
                  <a:pt x="703" y="523"/>
                </a:lnTo>
                <a:lnTo>
                  <a:pt x="704" y="523"/>
                </a:lnTo>
                <a:lnTo>
                  <a:pt x="704" y="524"/>
                </a:lnTo>
                <a:lnTo>
                  <a:pt x="704" y="525"/>
                </a:lnTo>
                <a:lnTo>
                  <a:pt x="705" y="525"/>
                </a:lnTo>
                <a:lnTo>
                  <a:pt x="706" y="525"/>
                </a:lnTo>
                <a:lnTo>
                  <a:pt x="706" y="526"/>
                </a:lnTo>
                <a:lnTo>
                  <a:pt x="707" y="526"/>
                </a:lnTo>
                <a:lnTo>
                  <a:pt x="707" y="527"/>
                </a:lnTo>
                <a:lnTo>
                  <a:pt x="708" y="527"/>
                </a:lnTo>
                <a:lnTo>
                  <a:pt x="708" y="528"/>
                </a:lnTo>
                <a:lnTo>
                  <a:pt x="709" y="528"/>
                </a:lnTo>
                <a:lnTo>
                  <a:pt x="710" y="528"/>
                </a:lnTo>
                <a:lnTo>
                  <a:pt x="710" y="529"/>
                </a:lnTo>
                <a:lnTo>
                  <a:pt x="711" y="529"/>
                </a:lnTo>
                <a:lnTo>
                  <a:pt x="710" y="529"/>
                </a:lnTo>
                <a:lnTo>
                  <a:pt x="711" y="530"/>
                </a:lnTo>
                <a:lnTo>
                  <a:pt x="711" y="531"/>
                </a:lnTo>
                <a:lnTo>
                  <a:pt x="712" y="531"/>
                </a:lnTo>
                <a:lnTo>
                  <a:pt x="712" y="532"/>
                </a:lnTo>
                <a:lnTo>
                  <a:pt x="713" y="532"/>
                </a:lnTo>
                <a:lnTo>
                  <a:pt x="714" y="532"/>
                </a:lnTo>
                <a:lnTo>
                  <a:pt x="714" y="531"/>
                </a:lnTo>
                <a:lnTo>
                  <a:pt x="715" y="532"/>
                </a:lnTo>
                <a:lnTo>
                  <a:pt x="716" y="532"/>
                </a:lnTo>
                <a:lnTo>
                  <a:pt x="717" y="533"/>
                </a:lnTo>
                <a:lnTo>
                  <a:pt x="718" y="533"/>
                </a:lnTo>
                <a:lnTo>
                  <a:pt x="719" y="533"/>
                </a:lnTo>
                <a:lnTo>
                  <a:pt x="719" y="532"/>
                </a:lnTo>
                <a:lnTo>
                  <a:pt x="720" y="532"/>
                </a:lnTo>
                <a:lnTo>
                  <a:pt x="720" y="531"/>
                </a:lnTo>
                <a:lnTo>
                  <a:pt x="720" y="530"/>
                </a:lnTo>
                <a:lnTo>
                  <a:pt x="720" y="529"/>
                </a:lnTo>
                <a:lnTo>
                  <a:pt x="721" y="528"/>
                </a:lnTo>
                <a:lnTo>
                  <a:pt x="721" y="527"/>
                </a:lnTo>
                <a:lnTo>
                  <a:pt x="721" y="526"/>
                </a:lnTo>
                <a:lnTo>
                  <a:pt x="721" y="525"/>
                </a:lnTo>
                <a:lnTo>
                  <a:pt x="721" y="524"/>
                </a:lnTo>
                <a:lnTo>
                  <a:pt x="722" y="524"/>
                </a:lnTo>
                <a:lnTo>
                  <a:pt x="722" y="523"/>
                </a:lnTo>
                <a:lnTo>
                  <a:pt x="722" y="522"/>
                </a:lnTo>
                <a:lnTo>
                  <a:pt x="723" y="522"/>
                </a:lnTo>
                <a:lnTo>
                  <a:pt x="724" y="522"/>
                </a:lnTo>
                <a:lnTo>
                  <a:pt x="725" y="522"/>
                </a:lnTo>
                <a:lnTo>
                  <a:pt x="725" y="521"/>
                </a:lnTo>
                <a:lnTo>
                  <a:pt x="726" y="521"/>
                </a:lnTo>
                <a:lnTo>
                  <a:pt x="727" y="521"/>
                </a:lnTo>
                <a:lnTo>
                  <a:pt x="727" y="522"/>
                </a:lnTo>
                <a:lnTo>
                  <a:pt x="727" y="521"/>
                </a:lnTo>
                <a:lnTo>
                  <a:pt x="728" y="521"/>
                </a:lnTo>
                <a:lnTo>
                  <a:pt x="729" y="521"/>
                </a:lnTo>
                <a:lnTo>
                  <a:pt x="730" y="521"/>
                </a:lnTo>
                <a:lnTo>
                  <a:pt x="731" y="522"/>
                </a:lnTo>
                <a:lnTo>
                  <a:pt x="731" y="523"/>
                </a:lnTo>
                <a:lnTo>
                  <a:pt x="731" y="524"/>
                </a:lnTo>
                <a:lnTo>
                  <a:pt x="732" y="524"/>
                </a:lnTo>
                <a:lnTo>
                  <a:pt x="732" y="525"/>
                </a:lnTo>
                <a:lnTo>
                  <a:pt x="731" y="525"/>
                </a:lnTo>
                <a:lnTo>
                  <a:pt x="731" y="526"/>
                </a:lnTo>
                <a:lnTo>
                  <a:pt x="732" y="526"/>
                </a:lnTo>
                <a:lnTo>
                  <a:pt x="733" y="526"/>
                </a:lnTo>
                <a:lnTo>
                  <a:pt x="733" y="527"/>
                </a:lnTo>
                <a:lnTo>
                  <a:pt x="732" y="527"/>
                </a:lnTo>
                <a:lnTo>
                  <a:pt x="732" y="528"/>
                </a:lnTo>
                <a:lnTo>
                  <a:pt x="732" y="529"/>
                </a:lnTo>
                <a:lnTo>
                  <a:pt x="732" y="530"/>
                </a:lnTo>
                <a:lnTo>
                  <a:pt x="732" y="531"/>
                </a:lnTo>
                <a:lnTo>
                  <a:pt x="733" y="532"/>
                </a:lnTo>
                <a:lnTo>
                  <a:pt x="734" y="532"/>
                </a:lnTo>
                <a:lnTo>
                  <a:pt x="734" y="531"/>
                </a:lnTo>
                <a:lnTo>
                  <a:pt x="735" y="531"/>
                </a:lnTo>
                <a:lnTo>
                  <a:pt x="736" y="530"/>
                </a:lnTo>
                <a:lnTo>
                  <a:pt x="737" y="530"/>
                </a:lnTo>
                <a:lnTo>
                  <a:pt x="737" y="529"/>
                </a:lnTo>
                <a:lnTo>
                  <a:pt x="738" y="529"/>
                </a:lnTo>
                <a:lnTo>
                  <a:pt x="738" y="528"/>
                </a:lnTo>
                <a:lnTo>
                  <a:pt x="739" y="529"/>
                </a:lnTo>
                <a:lnTo>
                  <a:pt x="740" y="529"/>
                </a:lnTo>
                <a:lnTo>
                  <a:pt x="741" y="529"/>
                </a:lnTo>
                <a:lnTo>
                  <a:pt x="742" y="529"/>
                </a:lnTo>
                <a:lnTo>
                  <a:pt x="742" y="528"/>
                </a:lnTo>
                <a:lnTo>
                  <a:pt x="743" y="528"/>
                </a:lnTo>
                <a:lnTo>
                  <a:pt x="744" y="528"/>
                </a:lnTo>
                <a:lnTo>
                  <a:pt x="745" y="528"/>
                </a:lnTo>
                <a:lnTo>
                  <a:pt x="746" y="528"/>
                </a:lnTo>
                <a:lnTo>
                  <a:pt x="746" y="529"/>
                </a:lnTo>
                <a:lnTo>
                  <a:pt x="747" y="529"/>
                </a:lnTo>
                <a:lnTo>
                  <a:pt x="747" y="530"/>
                </a:lnTo>
                <a:lnTo>
                  <a:pt x="746" y="530"/>
                </a:lnTo>
                <a:lnTo>
                  <a:pt x="746" y="531"/>
                </a:lnTo>
                <a:lnTo>
                  <a:pt x="745" y="531"/>
                </a:lnTo>
                <a:lnTo>
                  <a:pt x="745" y="532"/>
                </a:lnTo>
                <a:lnTo>
                  <a:pt x="746" y="532"/>
                </a:lnTo>
                <a:lnTo>
                  <a:pt x="746" y="533"/>
                </a:lnTo>
                <a:lnTo>
                  <a:pt x="747" y="532"/>
                </a:lnTo>
                <a:lnTo>
                  <a:pt x="749" y="532"/>
                </a:lnTo>
                <a:lnTo>
                  <a:pt x="750" y="532"/>
                </a:lnTo>
                <a:lnTo>
                  <a:pt x="751" y="531"/>
                </a:lnTo>
                <a:lnTo>
                  <a:pt x="751" y="530"/>
                </a:lnTo>
                <a:lnTo>
                  <a:pt x="751" y="529"/>
                </a:lnTo>
                <a:lnTo>
                  <a:pt x="752" y="529"/>
                </a:lnTo>
                <a:lnTo>
                  <a:pt x="753" y="530"/>
                </a:lnTo>
                <a:lnTo>
                  <a:pt x="754" y="530"/>
                </a:lnTo>
                <a:lnTo>
                  <a:pt x="754" y="531"/>
                </a:lnTo>
                <a:lnTo>
                  <a:pt x="755" y="531"/>
                </a:lnTo>
                <a:lnTo>
                  <a:pt x="755" y="530"/>
                </a:lnTo>
                <a:lnTo>
                  <a:pt x="756" y="529"/>
                </a:lnTo>
                <a:lnTo>
                  <a:pt x="756" y="528"/>
                </a:lnTo>
                <a:lnTo>
                  <a:pt x="756" y="527"/>
                </a:lnTo>
                <a:lnTo>
                  <a:pt x="755" y="526"/>
                </a:lnTo>
                <a:lnTo>
                  <a:pt x="755" y="525"/>
                </a:lnTo>
                <a:lnTo>
                  <a:pt x="756" y="524"/>
                </a:lnTo>
                <a:lnTo>
                  <a:pt x="758" y="522"/>
                </a:lnTo>
                <a:lnTo>
                  <a:pt x="759" y="523"/>
                </a:lnTo>
                <a:lnTo>
                  <a:pt x="760" y="523"/>
                </a:lnTo>
                <a:lnTo>
                  <a:pt x="761" y="523"/>
                </a:lnTo>
                <a:lnTo>
                  <a:pt x="762" y="523"/>
                </a:lnTo>
                <a:lnTo>
                  <a:pt x="763" y="523"/>
                </a:lnTo>
                <a:lnTo>
                  <a:pt x="764" y="523"/>
                </a:lnTo>
                <a:lnTo>
                  <a:pt x="765" y="523"/>
                </a:lnTo>
                <a:lnTo>
                  <a:pt x="765" y="524"/>
                </a:lnTo>
                <a:lnTo>
                  <a:pt x="766" y="525"/>
                </a:lnTo>
                <a:lnTo>
                  <a:pt x="767" y="524"/>
                </a:lnTo>
                <a:lnTo>
                  <a:pt x="767" y="525"/>
                </a:lnTo>
                <a:lnTo>
                  <a:pt x="768" y="525"/>
                </a:lnTo>
                <a:lnTo>
                  <a:pt x="769" y="526"/>
                </a:lnTo>
                <a:lnTo>
                  <a:pt x="769" y="528"/>
                </a:lnTo>
                <a:lnTo>
                  <a:pt x="770" y="528"/>
                </a:lnTo>
                <a:lnTo>
                  <a:pt x="769" y="528"/>
                </a:lnTo>
                <a:lnTo>
                  <a:pt x="769" y="529"/>
                </a:lnTo>
                <a:lnTo>
                  <a:pt x="769" y="530"/>
                </a:lnTo>
                <a:lnTo>
                  <a:pt x="770" y="530"/>
                </a:lnTo>
                <a:lnTo>
                  <a:pt x="770" y="531"/>
                </a:lnTo>
                <a:lnTo>
                  <a:pt x="771" y="531"/>
                </a:lnTo>
                <a:lnTo>
                  <a:pt x="771" y="532"/>
                </a:lnTo>
                <a:lnTo>
                  <a:pt x="772" y="532"/>
                </a:lnTo>
                <a:lnTo>
                  <a:pt x="772" y="531"/>
                </a:lnTo>
                <a:lnTo>
                  <a:pt x="772" y="532"/>
                </a:lnTo>
                <a:lnTo>
                  <a:pt x="773" y="532"/>
                </a:lnTo>
                <a:lnTo>
                  <a:pt x="773" y="533"/>
                </a:lnTo>
                <a:lnTo>
                  <a:pt x="773" y="535"/>
                </a:lnTo>
                <a:lnTo>
                  <a:pt x="772" y="535"/>
                </a:lnTo>
                <a:lnTo>
                  <a:pt x="772" y="536"/>
                </a:lnTo>
                <a:lnTo>
                  <a:pt x="773" y="536"/>
                </a:lnTo>
                <a:lnTo>
                  <a:pt x="774" y="536"/>
                </a:lnTo>
                <a:lnTo>
                  <a:pt x="774" y="537"/>
                </a:lnTo>
                <a:lnTo>
                  <a:pt x="774" y="538"/>
                </a:lnTo>
                <a:lnTo>
                  <a:pt x="775" y="539"/>
                </a:lnTo>
                <a:lnTo>
                  <a:pt x="776" y="539"/>
                </a:lnTo>
                <a:lnTo>
                  <a:pt x="777" y="539"/>
                </a:lnTo>
                <a:lnTo>
                  <a:pt x="777" y="540"/>
                </a:lnTo>
                <a:lnTo>
                  <a:pt x="777" y="541"/>
                </a:lnTo>
                <a:lnTo>
                  <a:pt x="777" y="543"/>
                </a:lnTo>
                <a:lnTo>
                  <a:pt x="778" y="543"/>
                </a:lnTo>
                <a:lnTo>
                  <a:pt x="778" y="544"/>
                </a:lnTo>
                <a:lnTo>
                  <a:pt x="779" y="545"/>
                </a:lnTo>
                <a:lnTo>
                  <a:pt x="779" y="546"/>
                </a:lnTo>
                <a:lnTo>
                  <a:pt x="779" y="547"/>
                </a:lnTo>
                <a:lnTo>
                  <a:pt x="780" y="547"/>
                </a:lnTo>
                <a:lnTo>
                  <a:pt x="781" y="547"/>
                </a:lnTo>
                <a:lnTo>
                  <a:pt x="782" y="547"/>
                </a:lnTo>
                <a:lnTo>
                  <a:pt x="783" y="548"/>
                </a:lnTo>
                <a:lnTo>
                  <a:pt x="782" y="548"/>
                </a:lnTo>
                <a:lnTo>
                  <a:pt x="782" y="549"/>
                </a:lnTo>
                <a:lnTo>
                  <a:pt x="781" y="549"/>
                </a:lnTo>
                <a:lnTo>
                  <a:pt x="780" y="549"/>
                </a:lnTo>
                <a:lnTo>
                  <a:pt x="780" y="550"/>
                </a:lnTo>
                <a:lnTo>
                  <a:pt x="781" y="550"/>
                </a:lnTo>
                <a:lnTo>
                  <a:pt x="781" y="551"/>
                </a:lnTo>
                <a:lnTo>
                  <a:pt x="782" y="552"/>
                </a:lnTo>
                <a:lnTo>
                  <a:pt x="782" y="553"/>
                </a:lnTo>
                <a:lnTo>
                  <a:pt x="781" y="554"/>
                </a:lnTo>
                <a:lnTo>
                  <a:pt x="780" y="554"/>
                </a:lnTo>
                <a:lnTo>
                  <a:pt x="779" y="554"/>
                </a:lnTo>
                <a:lnTo>
                  <a:pt x="778" y="555"/>
                </a:lnTo>
                <a:lnTo>
                  <a:pt x="778" y="554"/>
                </a:lnTo>
                <a:lnTo>
                  <a:pt x="777" y="554"/>
                </a:lnTo>
                <a:lnTo>
                  <a:pt x="777" y="555"/>
                </a:lnTo>
                <a:lnTo>
                  <a:pt x="777" y="556"/>
                </a:lnTo>
                <a:lnTo>
                  <a:pt x="777" y="558"/>
                </a:lnTo>
                <a:lnTo>
                  <a:pt x="778" y="558"/>
                </a:lnTo>
                <a:lnTo>
                  <a:pt x="778" y="559"/>
                </a:lnTo>
                <a:lnTo>
                  <a:pt x="778" y="560"/>
                </a:lnTo>
                <a:lnTo>
                  <a:pt x="778" y="561"/>
                </a:lnTo>
                <a:lnTo>
                  <a:pt x="778" y="562"/>
                </a:lnTo>
                <a:lnTo>
                  <a:pt x="779" y="563"/>
                </a:lnTo>
                <a:lnTo>
                  <a:pt x="779" y="564"/>
                </a:lnTo>
                <a:lnTo>
                  <a:pt x="779" y="565"/>
                </a:lnTo>
                <a:lnTo>
                  <a:pt x="779" y="566"/>
                </a:lnTo>
                <a:lnTo>
                  <a:pt x="778" y="567"/>
                </a:lnTo>
                <a:lnTo>
                  <a:pt x="778" y="568"/>
                </a:lnTo>
                <a:lnTo>
                  <a:pt x="778" y="569"/>
                </a:lnTo>
                <a:lnTo>
                  <a:pt x="778" y="570"/>
                </a:lnTo>
                <a:lnTo>
                  <a:pt x="778" y="571"/>
                </a:lnTo>
                <a:lnTo>
                  <a:pt x="777" y="572"/>
                </a:lnTo>
                <a:lnTo>
                  <a:pt x="777" y="573"/>
                </a:lnTo>
                <a:lnTo>
                  <a:pt x="777" y="574"/>
                </a:lnTo>
                <a:lnTo>
                  <a:pt x="776" y="574"/>
                </a:lnTo>
                <a:lnTo>
                  <a:pt x="776" y="575"/>
                </a:lnTo>
                <a:lnTo>
                  <a:pt x="775" y="576"/>
                </a:lnTo>
                <a:lnTo>
                  <a:pt x="775" y="577"/>
                </a:lnTo>
                <a:lnTo>
                  <a:pt x="776" y="577"/>
                </a:lnTo>
                <a:lnTo>
                  <a:pt x="776" y="578"/>
                </a:lnTo>
                <a:lnTo>
                  <a:pt x="777" y="578"/>
                </a:lnTo>
                <a:lnTo>
                  <a:pt x="777" y="579"/>
                </a:lnTo>
                <a:lnTo>
                  <a:pt x="777" y="580"/>
                </a:lnTo>
                <a:lnTo>
                  <a:pt x="776" y="580"/>
                </a:lnTo>
                <a:lnTo>
                  <a:pt x="776" y="581"/>
                </a:lnTo>
                <a:lnTo>
                  <a:pt x="776" y="582"/>
                </a:lnTo>
                <a:lnTo>
                  <a:pt x="775" y="582"/>
                </a:lnTo>
                <a:lnTo>
                  <a:pt x="774" y="583"/>
                </a:lnTo>
                <a:lnTo>
                  <a:pt x="773" y="583"/>
                </a:lnTo>
                <a:lnTo>
                  <a:pt x="772" y="583"/>
                </a:lnTo>
                <a:lnTo>
                  <a:pt x="772" y="584"/>
                </a:lnTo>
                <a:lnTo>
                  <a:pt x="772" y="585"/>
                </a:lnTo>
                <a:lnTo>
                  <a:pt x="771" y="585"/>
                </a:lnTo>
                <a:lnTo>
                  <a:pt x="771" y="586"/>
                </a:lnTo>
                <a:lnTo>
                  <a:pt x="772" y="586"/>
                </a:lnTo>
                <a:lnTo>
                  <a:pt x="771" y="586"/>
                </a:lnTo>
                <a:lnTo>
                  <a:pt x="771" y="587"/>
                </a:lnTo>
                <a:lnTo>
                  <a:pt x="770" y="587"/>
                </a:lnTo>
                <a:lnTo>
                  <a:pt x="770" y="588"/>
                </a:lnTo>
                <a:lnTo>
                  <a:pt x="769" y="588"/>
                </a:lnTo>
                <a:lnTo>
                  <a:pt x="768" y="588"/>
                </a:lnTo>
                <a:lnTo>
                  <a:pt x="768" y="587"/>
                </a:lnTo>
                <a:lnTo>
                  <a:pt x="768" y="588"/>
                </a:lnTo>
                <a:lnTo>
                  <a:pt x="767" y="589"/>
                </a:lnTo>
                <a:lnTo>
                  <a:pt x="767" y="590"/>
                </a:lnTo>
                <a:lnTo>
                  <a:pt x="766" y="590"/>
                </a:lnTo>
                <a:lnTo>
                  <a:pt x="766" y="591"/>
                </a:lnTo>
                <a:lnTo>
                  <a:pt x="765" y="591"/>
                </a:lnTo>
                <a:lnTo>
                  <a:pt x="764" y="592"/>
                </a:lnTo>
                <a:lnTo>
                  <a:pt x="764" y="591"/>
                </a:lnTo>
                <a:lnTo>
                  <a:pt x="763" y="591"/>
                </a:lnTo>
                <a:lnTo>
                  <a:pt x="763" y="590"/>
                </a:lnTo>
                <a:lnTo>
                  <a:pt x="764" y="590"/>
                </a:lnTo>
                <a:lnTo>
                  <a:pt x="764" y="589"/>
                </a:lnTo>
                <a:lnTo>
                  <a:pt x="764" y="588"/>
                </a:lnTo>
                <a:lnTo>
                  <a:pt x="764" y="587"/>
                </a:lnTo>
                <a:lnTo>
                  <a:pt x="763" y="587"/>
                </a:lnTo>
                <a:lnTo>
                  <a:pt x="762" y="587"/>
                </a:lnTo>
                <a:lnTo>
                  <a:pt x="761" y="586"/>
                </a:lnTo>
                <a:lnTo>
                  <a:pt x="761" y="587"/>
                </a:lnTo>
                <a:lnTo>
                  <a:pt x="760" y="587"/>
                </a:lnTo>
                <a:lnTo>
                  <a:pt x="759" y="586"/>
                </a:lnTo>
                <a:lnTo>
                  <a:pt x="758" y="585"/>
                </a:lnTo>
                <a:lnTo>
                  <a:pt x="757" y="586"/>
                </a:lnTo>
                <a:lnTo>
                  <a:pt x="756" y="586"/>
                </a:lnTo>
                <a:lnTo>
                  <a:pt x="756" y="585"/>
                </a:lnTo>
                <a:lnTo>
                  <a:pt x="756" y="584"/>
                </a:lnTo>
                <a:lnTo>
                  <a:pt x="755" y="583"/>
                </a:lnTo>
                <a:lnTo>
                  <a:pt x="754" y="583"/>
                </a:lnTo>
                <a:lnTo>
                  <a:pt x="753" y="583"/>
                </a:lnTo>
                <a:lnTo>
                  <a:pt x="752" y="583"/>
                </a:lnTo>
                <a:lnTo>
                  <a:pt x="751" y="583"/>
                </a:lnTo>
                <a:lnTo>
                  <a:pt x="750" y="583"/>
                </a:lnTo>
                <a:lnTo>
                  <a:pt x="749" y="584"/>
                </a:lnTo>
                <a:lnTo>
                  <a:pt x="749" y="585"/>
                </a:lnTo>
                <a:lnTo>
                  <a:pt x="748" y="585"/>
                </a:lnTo>
                <a:lnTo>
                  <a:pt x="748" y="586"/>
                </a:lnTo>
                <a:lnTo>
                  <a:pt x="748" y="587"/>
                </a:lnTo>
                <a:lnTo>
                  <a:pt x="748" y="588"/>
                </a:lnTo>
                <a:lnTo>
                  <a:pt x="748" y="589"/>
                </a:lnTo>
                <a:lnTo>
                  <a:pt x="748" y="590"/>
                </a:lnTo>
                <a:lnTo>
                  <a:pt x="747" y="590"/>
                </a:lnTo>
                <a:lnTo>
                  <a:pt x="747" y="589"/>
                </a:lnTo>
                <a:lnTo>
                  <a:pt x="746" y="589"/>
                </a:lnTo>
                <a:lnTo>
                  <a:pt x="745" y="589"/>
                </a:lnTo>
                <a:lnTo>
                  <a:pt x="745" y="590"/>
                </a:lnTo>
                <a:lnTo>
                  <a:pt x="744" y="590"/>
                </a:lnTo>
                <a:lnTo>
                  <a:pt x="743" y="590"/>
                </a:lnTo>
                <a:lnTo>
                  <a:pt x="742" y="591"/>
                </a:lnTo>
                <a:lnTo>
                  <a:pt x="742" y="592"/>
                </a:lnTo>
                <a:lnTo>
                  <a:pt x="742" y="593"/>
                </a:lnTo>
                <a:lnTo>
                  <a:pt x="741" y="593"/>
                </a:lnTo>
                <a:lnTo>
                  <a:pt x="740" y="593"/>
                </a:lnTo>
                <a:lnTo>
                  <a:pt x="740" y="594"/>
                </a:lnTo>
                <a:lnTo>
                  <a:pt x="739" y="595"/>
                </a:lnTo>
                <a:lnTo>
                  <a:pt x="738" y="596"/>
                </a:lnTo>
                <a:lnTo>
                  <a:pt x="737" y="596"/>
                </a:lnTo>
                <a:lnTo>
                  <a:pt x="737" y="597"/>
                </a:lnTo>
                <a:lnTo>
                  <a:pt x="736" y="597"/>
                </a:lnTo>
                <a:lnTo>
                  <a:pt x="736" y="596"/>
                </a:lnTo>
                <a:lnTo>
                  <a:pt x="735" y="595"/>
                </a:lnTo>
                <a:lnTo>
                  <a:pt x="735" y="596"/>
                </a:lnTo>
                <a:lnTo>
                  <a:pt x="734" y="596"/>
                </a:lnTo>
                <a:lnTo>
                  <a:pt x="732" y="596"/>
                </a:lnTo>
                <a:lnTo>
                  <a:pt x="731" y="596"/>
                </a:lnTo>
                <a:lnTo>
                  <a:pt x="732" y="596"/>
                </a:lnTo>
                <a:lnTo>
                  <a:pt x="732" y="597"/>
                </a:lnTo>
                <a:lnTo>
                  <a:pt x="732" y="596"/>
                </a:lnTo>
                <a:lnTo>
                  <a:pt x="733" y="596"/>
                </a:lnTo>
                <a:lnTo>
                  <a:pt x="733" y="597"/>
                </a:lnTo>
                <a:lnTo>
                  <a:pt x="734" y="597"/>
                </a:lnTo>
                <a:lnTo>
                  <a:pt x="735" y="597"/>
                </a:lnTo>
                <a:lnTo>
                  <a:pt x="735" y="598"/>
                </a:lnTo>
                <a:lnTo>
                  <a:pt x="735" y="599"/>
                </a:lnTo>
                <a:lnTo>
                  <a:pt x="736" y="599"/>
                </a:lnTo>
                <a:lnTo>
                  <a:pt x="737" y="599"/>
                </a:lnTo>
                <a:lnTo>
                  <a:pt x="737" y="600"/>
                </a:lnTo>
                <a:lnTo>
                  <a:pt x="736" y="601"/>
                </a:lnTo>
                <a:lnTo>
                  <a:pt x="735" y="601"/>
                </a:lnTo>
                <a:lnTo>
                  <a:pt x="735" y="602"/>
                </a:lnTo>
                <a:lnTo>
                  <a:pt x="735" y="601"/>
                </a:lnTo>
                <a:lnTo>
                  <a:pt x="736" y="601"/>
                </a:lnTo>
                <a:lnTo>
                  <a:pt x="736" y="602"/>
                </a:lnTo>
                <a:lnTo>
                  <a:pt x="737" y="603"/>
                </a:lnTo>
                <a:lnTo>
                  <a:pt x="738" y="603"/>
                </a:lnTo>
                <a:lnTo>
                  <a:pt x="738" y="604"/>
                </a:lnTo>
                <a:lnTo>
                  <a:pt x="737" y="604"/>
                </a:lnTo>
                <a:lnTo>
                  <a:pt x="736" y="604"/>
                </a:lnTo>
                <a:lnTo>
                  <a:pt x="735" y="604"/>
                </a:lnTo>
                <a:lnTo>
                  <a:pt x="735" y="603"/>
                </a:lnTo>
                <a:lnTo>
                  <a:pt x="735" y="602"/>
                </a:lnTo>
                <a:lnTo>
                  <a:pt x="734" y="602"/>
                </a:lnTo>
                <a:lnTo>
                  <a:pt x="733" y="602"/>
                </a:lnTo>
                <a:lnTo>
                  <a:pt x="733" y="603"/>
                </a:lnTo>
                <a:lnTo>
                  <a:pt x="732" y="603"/>
                </a:lnTo>
                <a:lnTo>
                  <a:pt x="731" y="603"/>
                </a:lnTo>
                <a:lnTo>
                  <a:pt x="731" y="604"/>
                </a:lnTo>
                <a:lnTo>
                  <a:pt x="730" y="604"/>
                </a:lnTo>
                <a:lnTo>
                  <a:pt x="729" y="605"/>
                </a:lnTo>
                <a:lnTo>
                  <a:pt x="728" y="605"/>
                </a:lnTo>
                <a:lnTo>
                  <a:pt x="727" y="606"/>
                </a:lnTo>
                <a:lnTo>
                  <a:pt x="728" y="607"/>
                </a:lnTo>
                <a:lnTo>
                  <a:pt x="727" y="608"/>
                </a:lnTo>
                <a:lnTo>
                  <a:pt x="726" y="608"/>
                </a:lnTo>
                <a:lnTo>
                  <a:pt x="726" y="609"/>
                </a:lnTo>
                <a:lnTo>
                  <a:pt x="726" y="610"/>
                </a:lnTo>
                <a:lnTo>
                  <a:pt x="725" y="611"/>
                </a:lnTo>
                <a:lnTo>
                  <a:pt x="724" y="612"/>
                </a:lnTo>
                <a:lnTo>
                  <a:pt x="723" y="612"/>
                </a:lnTo>
                <a:lnTo>
                  <a:pt x="722" y="613"/>
                </a:lnTo>
                <a:lnTo>
                  <a:pt x="723" y="613"/>
                </a:lnTo>
                <a:lnTo>
                  <a:pt x="723" y="614"/>
                </a:lnTo>
                <a:lnTo>
                  <a:pt x="722" y="614"/>
                </a:lnTo>
                <a:lnTo>
                  <a:pt x="722" y="615"/>
                </a:lnTo>
                <a:lnTo>
                  <a:pt x="723" y="615"/>
                </a:lnTo>
                <a:lnTo>
                  <a:pt x="723" y="616"/>
                </a:lnTo>
                <a:lnTo>
                  <a:pt x="724" y="617"/>
                </a:lnTo>
                <a:lnTo>
                  <a:pt x="723" y="617"/>
                </a:lnTo>
                <a:lnTo>
                  <a:pt x="723" y="618"/>
                </a:lnTo>
                <a:lnTo>
                  <a:pt x="722" y="618"/>
                </a:lnTo>
                <a:lnTo>
                  <a:pt x="721" y="618"/>
                </a:lnTo>
                <a:lnTo>
                  <a:pt x="721" y="617"/>
                </a:lnTo>
                <a:lnTo>
                  <a:pt x="720" y="617"/>
                </a:lnTo>
                <a:lnTo>
                  <a:pt x="719" y="617"/>
                </a:lnTo>
                <a:lnTo>
                  <a:pt x="719" y="616"/>
                </a:lnTo>
                <a:lnTo>
                  <a:pt x="720" y="616"/>
                </a:lnTo>
                <a:lnTo>
                  <a:pt x="719" y="616"/>
                </a:lnTo>
                <a:lnTo>
                  <a:pt x="719" y="615"/>
                </a:lnTo>
                <a:lnTo>
                  <a:pt x="719" y="614"/>
                </a:lnTo>
                <a:lnTo>
                  <a:pt x="719" y="613"/>
                </a:lnTo>
                <a:lnTo>
                  <a:pt x="718" y="613"/>
                </a:lnTo>
                <a:lnTo>
                  <a:pt x="718" y="612"/>
                </a:lnTo>
                <a:lnTo>
                  <a:pt x="717" y="612"/>
                </a:lnTo>
                <a:lnTo>
                  <a:pt x="717" y="611"/>
                </a:lnTo>
                <a:lnTo>
                  <a:pt x="717" y="610"/>
                </a:lnTo>
                <a:lnTo>
                  <a:pt x="716" y="610"/>
                </a:lnTo>
                <a:lnTo>
                  <a:pt x="716" y="609"/>
                </a:lnTo>
                <a:lnTo>
                  <a:pt x="715" y="609"/>
                </a:lnTo>
                <a:lnTo>
                  <a:pt x="715" y="608"/>
                </a:lnTo>
                <a:lnTo>
                  <a:pt x="715" y="607"/>
                </a:lnTo>
                <a:lnTo>
                  <a:pt x="714" y="607"/>
                </a:lnTo>
                <a:lnTo>
                  <a:pt x="715" y="607"/>
                </a:lnTo>
                <a:lnTo>
                  <a:pt x="714" y="607"/>
                </a:lnTo>
                <a:lnTo>
                  <a:pt x="714" y="606"/>
                </a:lnTo>
                <a:lnTo>
                  <a:pt x="713" y="606"/>
                </a:lnTo>
                <a:lnTo>
                  <a:pt x="713" y="607"/>
                </a:lnTo>
                <a:lnTo>
                  <a:pt x="713" y="608"/>
                </a:lnTo>
                <a:lnTo>
                  <a:pt x="712" y="608"/>
                </a:lnTo>
                <a:lnTo>
                  <a:pt x="711" y="608"/>
                </a:lnTo>
                <a:lnTo>
                  <a:pt x="711" y="607"/>
                </a:lnTo>
                <a:lnTo>
                  <a:pt x="711" y="606"/>
                </a:lnTo>
                <a:lnTo>
                  <a:pt x="710" y="606"/>
                </a:lnTo>
                <a:lnTo>
                  <a:pt x="710" y="605"/>
                </a:lnTo>
                <a:lnTo>
                  <a:pt x="709" y="605"/>
                </a:lnTo>
                <a:lnTo>
                  <a:pt x="709" y="606"/>
                </a:lnTo>
                <a:lnTo>
                  <a:pt x="709" y="605"/>
                </a:lnTo>
                <a:lnTo>
                  <a:pt x="708" y="605"/>
                </a:lnTo>
                <a:lnTo>
                  <a:pt x="708" y="604"/>
                </a:lnTo>
                <a:lnTo>
                  <a:pt x="707" y="604"/>
                </a:lnTo>
                <a:lnTo>
                  <a:pt x="707" y="603"/>
                </a:lnTo>
                <a:lnTo>
                  <a:pt x="706" y="602"/>
                </a:lnTo>
                <a:lnTo>
                  <a:pt x="706" y="600"/>
                </a:lnTo>
                <a:lnTo>
                  <a:pt x="706" y="599"/>
                </a:lnTo>
                <a:lnTo>
                  <a:pt x="705" y="599"/>
                </a:lnTo>
                <a:lnTo>
                  <a:pt x="705" y="598"/>
                </a:lnTo>
                <a:lnTo>
                  <a:pt x="704" y="598"/>
                </a:lnTo>
                <a:lnTo>
                  <a:pt x="704" y="597"/>
                </a:lnTo>
                <a:lnTo>
                  <a:pt x="703" y="598"/>
                </a:lnTo>
                <a:lnTo>
                  <a:pt x="702" y="598"/>
                </a:lnTo>
                <a:lnTo>
                  <a:pt x="702" y="599"/>
                </a:lnTo>
                <a:lnTo>
                  <a:pt x="702" y="600"/>
                </a:lnTo>
                <a:lnTo>
                  <a:pt x="701" y="600"/>
                </a:lnTo>
                <a:lnTo>
                  <a:pt x="701" y="601"/>
                </a:lnTo>
                <a:lnTo>
                  <a:pt x="701" y="602"/>
                </a:lnTo>
                <a:lnTo>
                  <a:pt x="700" y="602"/>
                </a:lnTo>
                <a:lnTo>
                  <a:pt x="700" y="603"/>
                </a:lnTo>
                <a:lnTo>
                  <a:pt x="699" y="603"/>
                </a:lnTo>
                <a:lnTo>
                  <a:pt x="699" y="602"/>
                </a:lnTo>
                <a:lnTo>
                  <a:pt x="698" y="602"/>
                </a:lnTo>
                <a:lnTo>
                  <a:pt x="698" y="603"/>
                </a:lnTo>
                <a:lnTo>
                  <a:pt x="697" y="603"/>
                </a:lnTo>
                <a:lnTo>
                  <a:pt x="697" y="604"/>
                </a:lnTo>
                <a:lnTo>
                  <a:pt x="698" y="604"/>
                </a:lnTo>
                <a:lnTo>
                  <a:pt x="698" y="605"/>
                </a:lnTo>
                <a:lnTo>
                  <a:pt x="698" y="606"/>
                </a:lnTo>
                <a:lnTo>
                  <a:pt x="697" y="606"/>
                </a:lnTo>
                <a:lnTo>
                  <a:pt x="697" y="607"/>
                </a:lnTo>
                <a:lnTo>
                  <a:pt x="697" y="608"/>
                </a:lnTo>
                <a:lnTo>
                  <a:pt x="696" y="608"/>
                </a:lnTo>
                <a:lnTo>
                  <a:pt x="696" y="609"/>
                </a:lnTo>
                <a:lnTo>
                  <a:pt x="696" y="608"/>
                </a:lnTo>
                <a:lnTo>
                  <a:pt x="696" y="609"/>
                </a:lnTo>
                <a:lnTo>
                  <a:pt x="696" y="610"/>
                </a:lnTo>
                <a:lnTo>
                  <a:pt x="696" y="611"/>
                </a:lnTo>
                <a:lnTo>
                  <a:pt x="695" y="611"/>
                </a:lnTo>
                <a:lnTo>
                  <a:pt x="695" y="610"/>
                </a:lnTo>
                <a:lnTo>
                  <a:pt x="694" y="610"/>
                </a:lnTo>
                <a:lnTo>
                  <a:pt x="693" y="610"/>
                </a:lnTo>
                <a:lnTo>
                  <a:pt x="693" y="609"/>
                </a:lnTo>
                <a:lnTo>
                  <a:pt x="692" y="609"/>
                </a:lnTo>
                <a:lnTo>
                  <a:pt x="691" y="609"/>
                </a:lnTo>
                <a:lnTo>
                  <a:pt x="691" y="608"/>
                </a:lnTo>
                <a:lnTo>
                  <a:pt x="690" y="608"/>
                </a:lnTo>
                <a:lnTo>
                  <a:pt x="690" y="609"/>
                </a:lnTo>
                <a:lnTo>
                  <a:pt x="689" y="609"/>
                </a:lnTo>
                <a:lnTo>
                  <a:pt x="689" y="610"/>
                </a:lnTo>
                <a:lnTo>
                  <a:pt x="688" y="610"/>
                </a:lnTo>
                <a:lnTo>
                  <a:pt x="688" y="611"/>
                </a:lnTo>
                <a:lnTo>
                  <a:pt x="687" y="611"/>
                </a:lnTo>
                <a:lnTo>
                  <a:pt x="686" y="611"/>
                </a:lnTo>
                <a:lnTo>
                  <a:pt x="686" y="612"/>
                </a:lnTo>
                <a:lnTo>
                  <a:pt x="685" y="612"/>
                </a:lnTo>
                <a:lnTo>
                  <a:pt x="684" y="612"/>
                </a:lnTo>
                <a:lnTo>
                  <a:pt x="684" y="611"/>
                </a:lnTo>
                <a:lnTo>
                  <a:pt x="683" y="611"/>
                </a:lnTo>
                <a:lnTo>
                  <a:pt x="683" y="610"/>
                </a:lnTo>
                <a:lnTo>
                  <a:pt x="682" y="610"/>
                </a:lnTo>
                <a:lnTo>
                  <a:pt x="682" y="611"/>
                </a:lnTo>
                <a:lnTo>
                  <a:pt x="681" y="611"/>
                </a:lnTo>
                <a:lnTo>
                  <a:pt x="680" y="611"/>
                </a:lnTo>
                <a:lnTo>
                  <a:pt x="680" y="612"/>
                </a:lnTo>
                <a:lnTo>
                  <a:pt x="679" y="612"/>
                </a:lnTo>
                <a:lnTo>
                  <a:pt x="679" y="613"/>
                </a:lnTo>
                <a:lnTo>
                  <a:pt x="679" y="612"/>
                </a:lnTo>
                <a:lnTo>
                  <a:pt x="679" y="613"/>
                </a:lnTo>
                <a:lnTo>
                  <a:pt x="678" y="614"/>
                </a:lnTo>
                <a:lnTo>
                  <a:pt x="677" y="614"/>
                </a:lnTo>
                <a:lnTo>
                  <a:pt x="677" y="615"/>
                </a:lnTo>
                <a:lnTo>
                  <a:pt x="676" y="615"/>
                </a:lnTo>
                <a:lnTo>
                  <a:pt x="675" y="615"/>
                </a:lnTo>
                <a:lnTo>
                  <a:pt x="675" y="616"/>
                </a:lnTo>
                <a:lnTo>
                  <a:pt x="674" y="616"/>
                </a:lnTo>
                <a:lnTo>
                  <a:pt x="674" y="617"/>
                </a:lnTo>
                <a:lnTo>
                  <a:pt x="673" y="617"/>
                </a:lnTo>
                <a:lnTo>
                  <a:pt x="673" y="616"/>
                </a:lnTo>
                <a:lnTo>
                  <a:pt x="673" y="617"/>
                </a:lnTo>
                <a:lnTo>
                  <a:pt x="672" y="617"/>
                </a:lnTo>
                <a:lnTo>
                  <a:pt x="671" y="617"/>
                </a:lnTo>
                <a:lnTo>
                  <a:pt x="671" y="618"/>
                </a:lnTo>
                <a:lnTo>
                  <a:pt x="671" y="619"/>
                </a:lnTo>
                <a:lnTo>
                  <a:pt x="670" y="619"/>
                </a:lnTo>
                <a:lnTo>
                  <a:pt x="670" y="620"/>
                </a:lnTo>
                <a:lnTo>
                  <a:pt x="670" y="621"/>
                </a:lnTo>
                <a:lnTo>
                  <a:pt x="670" y="622"/>
                </a:lnTo>
                <a:lnTo>
                  <a:pt x="669" y="622"/>
                </a:lnTo>
                <a:lnTo>
                  <a:pt x="669" y="621"/>
                </a:lnTo>
                <a:lnTo>
                  <a:pt x="668" y="621"/>
                </a:lnTo>
                <a:lnTo>
                  <a:pt x="668" y="620"/>
                </a:lnTo>
                <a:lnTo>
                  <a:pt x="667" y="620"/>
                </a:lnTo>
                <a:lnTo>
                  <a:pt x="667" y="619"/>
                </a:lnTo>
                <a:lnTo>
                  <a:pt x="666" y="619"/>
                </a:lnTo>
                <a:lnTo>
                  <a:pt x="665" y="619"/>
                </a:lnTo>
                <a:lnTo>
                  <a:pt x="665" y="620"/>
                </a:lnTo>
                <a:lnTo>
                  <a:pt x="664" y="620"/>
                </a:lnTo>
                <a:lnTo>
                  <a:pt x="664" y="621"/>
                </a:lnTo>
                <a:lnTo>
                  <a:pt x="664" y="622"/>
                </a:lnTo>
                <a:lnTo>
                  <a:pt x="664" y="623"/>
                </a:lnTo>
                <a:lnTo>
                  <a:pt x="664" y="624"/>
                </a:lnTo>
                <a:lnTo>
                  <a:pt x="664" y="625"/>
                </a:lnTo>
                <a:lnTo>
                  <a:pt x="663" y="625"/>
                </a:lnTo>
                <a:lnTo>
                  <a:pt x="662" y="625"/>
                </a:lnTo>
                <a:lnTo>
                  <a:pt x="662" y="624"/>
                </a:lnTo>
                <a:lnTo>
                  <a:pt x="662" y="625"/>
                </a:lnTo>
                <a:lnTo>
                  <a:pt x="661" y="625"/>
                </a:lnTo>
                <a:lnTo>
                  <a:pt x="660" y="625"/>
                </a:lnTo>
                <a:lnTo>
                  <a:pt x="660" y="626"/>
                </a:lnTo>
                <a:lnTo>
                  <a:pt x="659" y="626"/>
                </a:lnTo>
                <a:lnTo>
                  <a:pt x="659" y="625"/>
                </a:lnTo>
                <a:lnTo>
                  <a:pt x="658" y="625"/>
                </a:lnTo>
                <a:lnTo>
                  <a:pt x="658" y="626"/>
                </a:lnTo>
                <a:lnTo>
                  <a:pt x="657" y="626"/>
                </a:lnTo>
                <a:lnTo>
                  <a:pt x="657" y="625"/>
                </a:lnTo>
                <a:lnTo>
                  <a:pt x="657" y="626"/>
                </a:lnTo>
                <a:lnTo>
                  <a:pt x="657" y="627"/>
                </a:lnTo>
                <a:lnTo>
                  <a:pt x="657" y="628"/>
                </a:lnTo>
                <a:lnTo>
                  <a:pt x="657" y="629"/>
                </a:lnTo>
                <a:lnTo>
                  <a:pt x="658" y="629"/>
                </a:lnTo>
                <a:lnTo>
                  <a:pt x="658" y="630"/>
                </a:lnTo>
                <a:lnTo>
                  <a:pt x="658" y="631"/>
                </a:lnTo>
                <a:lnTo>
                  <a:pt x="658" y="632"/>
                </a:lnTo>
                <a:lnTo>
                  <a:pt x="659" y="632"/>
                </a:lnTo>
                <a:lnTo>
                  <a:pt x="659" y="633"/>
                </a:lnTo>
                <a:lnTo>
                  <a:pt x="658" y="634"/>
                </a:lnTo>
                <a:lnTo>
                  <a:pt x="659" y="634"/>
                </a:lnTo>
                <a:lnTo>
                  <a:pt x="659" y="635"/>
                </a:lnTo>
                <a:lnTo>
                  <a:pt x="659" y="636"/>
                </a:lnTo>
                <a:lnTo>
                  <a:pt x="659" y="637"/>
                </a:lnTo>
                <a:lnTo>
                  <a:pt x="660" y="637"/>
                </a:lnTo>
                <a:lnTo>
                  <a:pt x="659" y="637"/>
                </a:lnTo>
                <a:lnTo>
                  <a:pt x="659" y="638"/>
                </a:lnTo>
                <a:lnTo>
                  <a:pt x="660" y="638"/>
                </a:lnTo>
                <a:lnTo>
                  <a:pt x="660" y="639"/>
                </a:lnTo>
                <a:lnTo>
                  <a:pt x="661" y="639"/>
                </a:lnTo>
                <a:lnTo>
                  <a:pt x="661" y="640"/>
                </a:lnTo>
                <a:lnTo>
                  <a:pt x="662" y="640"/>
                </a:lnTo>
                <a:lnTo>
                  <a:pt x="662" y="641"/>
                </a:lnTo>
                <a:lnTo>
                  <a:pt x="663" y="641"/>
                </a:lnTo>
                <a:lnTo>
                  <a:pt x="663" y="642"/>
                </a:lnTo>
                <a:lnTo>
                  <a:pt x="662" y="642"/>
                </a:lnTo>
                <a:lnTo>
                  <a:pt x="662" y="643"/>
                </a:lnTo>
                <a:lnTo>
                  <a:pt x="662" y="644"/>
                </a:lnTo>
                <a:lnTo>
                  <a:pt x="661" y="644"/>
                </a:lnTo>
                <a:lnTo>
                  <a:pt x="661" y="645"/>
                </a:lnTo>
                <a:lnTo>
                  <a:pt x="660" y="645"/>
                </a:lnTo>
                <a:lnTo>
                  <a:pt x="660" y="646"/>
                </a:lnTo>
                <a:lnTo>
                  <a:pt x="660" y="645"/>
                </a:lnTo>
                <a:lnTo>
                  <a:pt x="659" y="645"/>
                </a:lnTo>
                <a:lnTo>
                  <a:pt x="658" y="645"/>
                </a:lnTo>
                <a:lnTo>
                  <a:pt x="658" y="646"/>
                </a:lnTo>
                <a:lnTo>
                  <a:pt x="657" y="646"/>
                </a:lnTo>
                <a:lnTo>
                  <a:pt x="657" y="647"/>
                </a:lnTo>
                <a:lnTo>
                  <a:pt x="657" y="646"/>
                </a:lnTo>
                <a:lnTo>
                  <a:pt x="656" y="646"/>
                </a:lnTo>
                <a:lnTo>
                  <a:pt x="656" y="647"/>
                </a:lnTo>
                <a:lnTo>
                  <a:pt x="655" y="647"/>
                </a:lnTo>
                <a:lnTo>
                  <a:pt x="654" y="647"/>
                </a:lnTo>
                <a:lnTo>
                  <a:pt x="654" y="648"/>
                </a:lnTo>
                <a:lnTo>
                  <a:pt x="654" y="649"/>
                </a:lnTo>
                <a:lnTo>
                  <a:pt x="653" y="649"/>
                </a:lnTo>
                <a:lnTo>
                  <a:pt x="654" y="649"/>
                </a:lnTo>
                <a:lnTo>
                  <a:pt x="654" y="650"/>
                </a:lnTo>
                <a:lnTo>
                  <a:pt x="653" y="650"/>
                </a:lnTo>
                <a:lnTo>
                  <a:pt x="653" y="651"/>
                </a:lnTo>
                <a:lnTo>
                  <a:pt x="653" y="652"/>
                </a:lnTo>
                <a:lnTo>
                  <a:pt x="652" y="652"/>
                </a:lnTo>
                <a:lnTo>
                  <a:pt x="651" y="652"/>
                </a:lnTo>
                <a:lnTo>
                  <a:pt x="650" y="652"/>
                </a:lnTo>
                <a:lnTo>
                  <a:pt x="650" y="653"/>
                </a:lnTo>
                <a:lnTo>
                  <a:pt x="651" y="653"/>
                </a:lnTo>
                <a:lnTo>
                  <a:pt x="651" y="654"/>
                </a:lnTo>
                <a:lnTo>
                  <a:pt x="651" y="655"/>
                </a:lnTo>
                <a:lnTo>
                  <a:pt x="651" y="656"/>
                </a:lnTo>
                <a:lnTo>
                  <a:pt x="650" y="656"/>
                </a:lnTo>
                <a:lnTo>
                  <a:pt x="649" y="656"/>
                </a:lnTo>
                <a:lnTo>
                  <a:pt x="649" y="655"/>
                </a:lnTo>
                <a:lnTo>
                  <a:pt x="648" y="655"/>
                </a:lnTo>
                <a:lnTo>
                  <a:pt x="647" y="655"/>
                </a:lnTo>
                <a:lnTo>
                  <a:pt x="647" y="656"/>
                </a:lnTo>
                <a:lnTo>
                  <a:pt x="646" y="656"/>
                </a:lnTo>
                <a:lnTo>
                  <a:pt x="645" y="656"/>
                </a:lnTo>
                <a:lnTo>
                  <a:pt x="645" y="655"/>
                </a:lnTo>
                <a:lnTo>
                  <a:pt x="644" y="655"/>
                </a:lnTo>
                <a:lnTo>
                  <a:pt x="644" y="654"/>
                </a:lnTo>
                <a:lnTo>
                  <a:pt x="643" y="654"/>
                </a:lnTo>
                <a:lnTo>
                  <a:pt x="642" y="654"/>
                </a:lnTo>
                <a:lnTo>
                  <a:pt x="641" y="654"/>
                </a:lnTo>
                <a:lnTo>
                  <a:pt x="641" y="653"/>
                </a:lnTo>
                <a:lnTo>
                  <a:pt x="640" y="653"/>
                </a:lnTo>
                <a:lnTo>
                  <a:pt x="641" y="654"/>
                </a:lnTo>
                <a:lnTo>
                  <a:pt x="640" y="654"/>
                </a:lnTo>
                <a:lnTo>
                  <a:pt x="641" y="654"/>
                </a:lnTo>
                <a:lnTo>
                  <a:pt x="641" y="655"/>
                </a:lnTo>
                <a:lnTo>
                  <a:pt x="641" y="656"/>
                </a:lnTo>
                <a:lnTo>
                  <a:pt x="640" y="656"/>
                </a:lnTo>
                <a:lnTo>
                  <a:pt x="640" y="655"/>
                </a:lnTo>
                <a:lnTo>
                  <a:pt x="640" y="656"/>
                </a:lnTo>
                <a:lnTo>
                  <a:pt x="639" y="656"/>
                </a:lnTo>
                <a:lnTo>
                  <a:pt x="638" y="656"/>
                </a:lnTo>
                <a:lnTo>
                  <a:pt x="639" y="656"/>
                </a:lnTo>
                <a:lnTo>
                  <a:pt x="638" y="656"/>
                </a:lnTo>
                <a:lnTo>
                  <a:pt x="638" y="655"/>
                </a:lnTo>
                <a:lnTo>
                  <a:pt x="639" y="655"/>
                </a:lnTo>
                <a:lnTo>
                  <a:pt x="639" y="654"/>
                </a:lnTo>
                <a:lnTo>
                  <a:pt x="639" y="655"/>
                </a:lnTo>
                <a:lnTo>
                  <a:pt x="639" y="654"/>
                </a:lnTo>
                <a:lnTo>
                  <a:pt x="639" y="653"/>
                </a:lnTo>
                <a:lnTo>
                  <a:pt x="638" y="653"/>
                </a:lnTo>
                <a:lnTo>
                  <a:pt x="637" y="653"/>
                </a:lnTo>
                <a:lnTo>
                  <a:pt x="637" y="652"/>
                </a:lnTo>
                <a:lnTo>
                  <a:pt x="637" y="653"/>
                </a:lnTo>
                <a:lnTo>
                  <a:pt x="636" y="653"/>
                </a:lnTo>
                <a:lnTo>
                  <a:pt x="635" y="653"/>
                </a:lnTo>
                <a:lnTo>
                  <a:pt x="635" y="654"/>
                </a:lnTo>
                <a:lnTo>
                  <a:pt x="635" y="653"/>
                </a:lnTo>
                <a:lnTo>
                  <a:pt x="635" y="654"/>
                </a:lnTo>
                <a:lnTo>
                  <a:pt x="634" y="654"/>
                </a:lnTo>
                <a:lnTo>
                  <a:pt x="635" y="654"/>
                </a:lnTo>
                <a:lnTo>
                  <a:pt x="634" y="654"/>
                </a:lnTo>
                <a:lnTo>
                  <a:pt x="634" y="655"/>
                </a:lnTo>
                <a:lnTo>
                  <a:pt x="633" y="655"/>
                </a:lnTo>
                <a:lnTo>
                  <a:pt x="633" y="656"/>
                </a:lnTo>
                <a:lnTo>
                  <a:pt x="632" y="656"/>
                </a:lnTo>
                <a:lnTo>
                  <a:pt x="632" y="657"/>
                </a:lnTo>
                <a:lnTo>
                  <a:pt x="631" y="657"/>
                </a:lnTo>
                <a:lnTo>
                  <a:pt x="631" y="658"/>
                </a:lnTo>
                <a:lnTo>
                  <a:pt x="631" y="659"/>
                </a:lnTo>
                <a:lnTo>
                  <a:pt x="630" y="659"/>
                </a:lnTo>
                <a:lnTo>
                  <a:pt x="630" y="660"/>
                </a:lnTo>
                <a:lnTo>
                  <a:pt x="629" y="660"/>
                </a:lnTo>
                <a:lnTo>
                  <a:pt x="629" y="661"/>
                </a:lnTo>
                <a:lnTo>
                  <a:pt x="628" y="661"/>
                </a:lnTo>
                <a:lnTo>
                  <a:pt x="628" y="662"/>
                </a:lnTo>
                <a:lnTo>
                  <a:pt x="627" y="662"/>
                </a:lnTo>
                <a:lnTo>
                  <a:pt x="626" y="662"/>
                </a:lnTo>
                <a:lnTo>
                  <a:pt x="626" y="663"/>
                </a:lnTo>
                <a:lnTo>
                  <a:pt x="625" y="663"/>
                </a:lnTo>
                <a:lnTo>
                  <a:pt x="624" y="664"/>
                </a:lnTo>
                <a:lnTo>
                  <a:pt x="623" y="664"/>
                </a:lnTo>
                <a:lnTo>
                  <a:pt x="622" y="665"/>
                </a:lnTo>
                <a:lnTo>
                  <a:pt x="621" y="665"/>
                </a:lnTo>
                <a:lnTo>
                  <a:pt x="621" y="666"/>
                </a:lnTo>
                <a:lnTo>
                  <a:pt x="621" y="667"/>
                </a:lnTo>
                <a:lnTo>
                  <a:pt x="621" y="668"/>
                </a:lnTo>
                <a:lnTo>
                  <a:pt x="620" y="668"/>
                </a:lnTo>
                <a:lnTo>
                  <a:pt x="619" y="668"/>
                </a:lnTo>
                <a:lnTo>
                  <a:pt x="619" y="669"/>
                </a:lnTo>
                <a:lnTo>
                  <a:pt x="618" y="669"/>
                </a:lnTo>
                <a:lnTo>
                  <a:pt x="616" y="669"/>
                </a:lnTo>
                <a:lnTo>
                  <a:pt x="616" y="668"/>
                </a:lnTo>
                <a:lnTo>
                  <a:pt x="616" y="667"/>
                </a:lnTo>
                <a:lnTo>
                  <a:pt x="615" y="667"/>
                </a:lnTo>
                <a:lnTo>
                  <a:pt x="615" y="666"/>
                </a:lnTo>
                <a:lnTo>
                  <a:pt x="615" y="665"/>
                </a:lnTo>
                <a:lnTo>
                  <a:pt x="614" y="665"/>
                </a:lnTo>
                <a:lnTo>
                  <a:pt x="613" y="665"/>
                </a:lnTo>
                <a:lnTo>
                  <a:pt x="612" y="665"/>
                </a:lnTo>
                <a:lnTo>
                  <a:pt x="611" y="665"/>
                </a:lnTo>
                <a:lnTo>
                  <a:pt x="611" y="664"/>
                </a:lnTo>
                <a:lnTo>
                  <a:pt x="610" y="664"/>
                </a:lnTo>
                <a:lnTo>
                  <a:pt x="609" y="664"/>
                </a:lnTo>
                <a:lnTo>
                  <a:pt x="609" y="663"/>
                </a:lnTo>
                <a:lnTo>
                  <a:pt x="609" y="662"/>
                </a:lnTo>
                <a:lnTo>
                  <a:pt x="608" y="662"/>
                </a:lnTo>
                <a:lnTo>
                  <a:pt x="608" y="661"/>
                </a:lnTo>
                <a:lnTo>
                  <a:pt x="608" y="660"/>
                </a:lnTo>
                <a:lnTo>
                  <a:pt x="608" y="659"/>
                </a:lnTo>
                <a:lnTo>
                  <a:pt x="608" y="658"/>
                </a:lnTo>
                <a:lnTo>
                  <a:pt x="608" y="657"/>
                </a:lnTo>
                <a:lnTo>
                  <a:pt x="609" y="657"/>
                </a:lnTo>
                <a:lnTo>
                  <a:pt x="609" y="656"/>
                </a:lnTo>
                <a:lnTo>
                  <a:pt x="609" y="655"/>
                </a:lnTo>
                <a:lnTo>
                  <a:pt x="609" y="654"/>
                </a:lnTo>
                <a:lnTo>
                  <a:pt x="608" y="654"/>
                </a:lnTo>
                <a:lnTo>
                  <a:pt x="608" y="653"/>
                </a:lnTo>
                <a:lnTo>
                  <a:pt x="607" y="653"/>
                </a:lnTo>
                <a:lnTo>
                  <a:pt x="607" y="654"/>
                </a:lnTo>
                <a:lnTo>
                  <a:pt x="607" y="653"/>
                </a:lnTo>
                <a:lnTo>
                  <a:pt x="606" y="653"/>
                </a:lnTo>
                <a:lnTo>
                  <a:pt x="606" y="654"/>
                </a:lnTo>
                <a:lnTo>
                  <a:pt x="605" y="654"/>
                </a:lnTo>
                <a:lnTo>
                  <a:pt x="605" y="655"/>
                </a:lnTo>
                <a:lnTo>
                  <a:pt x="604" y="655"/>
                </a:lnTo>
                <a:lnTo>
                  <a:pt x="603" y="655"/>
                </a:lnTo>
                <a:lnTo>
                  <a:pt x="602" y="655"/>
                </a:lnTo>
                <a:lnTo>
                  <a:pt x="602" y="656"/>
                </a:lnTo>
                <a:lnTo>
                  <a:pt x="602" y="655"/>
                </a:lnTo>
                <a:lnTo>
                  <a:pt x="602" y="656"/>
                </a:lnTo>
                <a:lnTo>
                  <a:pt x="601" y="656"/>
                </a:lnTo>
                <a:lnTo>
                  <a:pt x="601" y="655"/>
                </a:lnTo>
                <a:lnTo>
                  <a:pt x="601" y="656"/>
                </a:lnTo>
                <a:lnTo>
                  <a:pt x="600" y="656"/>
                </a:lnTo>
                <a:lnTo>
                  <a:pt x="599" y="656"/>
                </a:lnTo>
                <a:lnTo>
                  <a:pt x="598" y="657"/>
                </a:lnTo>
                <a:lnTo>
                  <a:pt x="597" y="657"/>
                </a:lnTo>
                <a:lnTo>
                  <a:pt x="596" y="657"/>
                </a:lnTo>
                <a:lnTo>
                  <a:pt x="595" y="657"/>
                </a:lnTo>
                <a:lnTo>
                  <a:pt x="595" y="658"/>
                </a:lnTo>
                <a:lnTo>
                  <a:pt x="594" y="658"/>
                </a:lnTo>
                <a:lnTo>
                  <a:pt x="594" y="659"/>
                </a:lnTo>
                <a:lnTo>
                  <a:pt x="593" y="659"/>
                </a:lnTo>
                <a:lnTo>
                  <a:pt x="593" y="660"/>
                </a:lnTo>
                <a:lnTo>
                  <a:pt x="593" y="661"/>
                </a:lnTo>
                <a:lnTo>
                  <a:pt x="592" y="661"/>
                </a:lnTo>
                <a:lnTo>
                  <a:pt x="592" y="662"/>
                </a:lnTo>
                <a:lnTo>
                  <a:pt x="591" y="662"/>
                </a:lnTo>
                <a:lnTo>
                  <a:pt x="590" y="662"/>
                </a:lnTo>
                <a:lnTo>
                  <a:pt x="590" y="663"/>
                </a:lnTo>
                <a:lnTo>
                  <a:pt x="590" y="664"/>
                </a:lnTo>
                <a:lnTo>
                  <a:pt x="589" y="664"/>
                </a:lnTo>
                <a:lnTo>
                  <a:pt x="589" y="665"/>
                </a:lnTo>
                <a:lnTo>
                  <a:pt x="588" y="665"/>
                </a:lnTo>
                <a:lnTo>
                  <a:pt x="588" y="666"/>
                </a:lnTo>
                <a:lnTo>
                  <a:pt x="588" y="667"/>
                </a:lnTo>
                <a:lnTo>
                  <a:pt x="588" y="668"/>
                </a:lnTo>
                <a:lnTo>
                  <a:pt x="587" y="668"/>
                </a:lnTo>
                <a:lnTo>
                  <a:pt x="587" y="669"/>
                </a:lnTo>
                <a:lnTo>
                  <a:pt x="587" y="670"/>
                </a:lnTo>
                <a:lnTo>
                  <a:pt x="588" y="670"/>
                </a:lnTo>
                <a:lnTo>
                  <a:pt x="588" y="671"/>
                </a:lnTo>
                <a:lnTo>
                  <a:pt x="588" y="672"/>
                </a:lnTo>
                <a:lnTo>
                  <a:pt x="587" y="672"/>
                </a:lnTo>
                <a:lnTo>
                  <a:pt x="588" y="672"/>
                </a:lnTo>
                <a:lnTo>
                  <a:pt x="587" y="672"/>
                </a:lnTo>
                <a:lnTo>
                  <a:pt x="587" y="673"/>
                </a:lnTo>
                <a:lnTo>
                  <a:pt x="587" y="674"/>
                </a:lnTo>
                <a:lnTo>
                  <a:pt x="587" y="675"/>
                </a:lnTo>
                <a:lnTo>
                  <a:pt x="587" y="676"/>
                </a:lnTo>
                <a:lnTo>
                  <a:pt x="587" y="677"/>
                </a:lnTo>
                <a:lnTo>
                  <a:pt x="587" y="678"/>
                </a:lnTo>
                <a:lnTo>
                  <a:pt x="586" y="678"/>
                </a:lnTo>
                <a:lnTo>
                  <a:pt x="586" y="679"/>
                </a:lnTo>
                <a:lnTo>
                  <a:pt x="586" y="680"/>
                </a:lnTo>
                <a:lnTo>
                  <a:pt x="586" y="681"/>
                </a:lnTo>
                <a:lnTo>
                  <a:pt x="585" y="681"/>
                </a:lnTo>
                <a:lnTo>
                  <a:pt x="586" y="681"/>
                </a:lnTo>
                <a:lnTo>
                  <a:pt x="586" y="682"/>
                </a:lnTo>
                <a:lnTo>
                  <a:pt x="586" y="683"/>
                </a:lnTo>
                <a:lnTo>
                  <a:pt x="586" y="684"/>
                </a:lnTo>
                <a:lnTo>
                  <a:pt x="585" y="684"/>
                </a:lnTo>
                <a:lnTo>
                  <a:pt x="585" y="685"/>
                </a:lnTo>
                <a:lnTo>
                  <a:pt x="586" y="685"/>
                </a:lnTo>
                <a:lnTo>
                  <a:pt x="585" y="685"/>
                </a:lnTo>
                <a:lnTo>
                  <a:pt x="585" y="686"/>
                </a:lnTo>
                <a:lnTo>
                  <a:pt x="586" y="686"/>
                </a:lnTo>
                <a:lnTo>
                  <a:pt x="585" y="686"/>
                </a:lnTo>
                <a:lnTo>
                  <a:pt x="585" y="687"/>
                </a:lnTo>
                <a:lnTo>
                  <a:pt x="584" y="687"/>
                </a:lnTo>
                <a:lnTo>
                  <a:pt x="583" y="687"/>
                </a:lnTo>
                <a:lnTo>
                  <a:pt x="583" y="688"/>
                </a:lnTo>
                <a:lnTo>
                  <a:pt x="582" y="688"/>
                </a:lnTo>
                <a:lnTo>
                  <a:pt x="582" y="687"/>
                </a:lnTo>
                <a:lnTo>
                  <a:pt x="581" y="688"/>
                </a:lnTo>
                <a:lnTo>
                  <a:pt x="580" y="687"/>
                </a:lnTo>
                <a:lnTo>
                  <a:pt x="580" y="686"/>
                </a:lnTo>
                <a:lnTo>
                  <a:pt x="579" y="686"/>
                </a:lnTo>
                <a:lnTo>
                  <a:pt x="578" y="686"/>
                </a:lnTo>
                <a:lnTo>
                  <a:pt x="578" y="685"/>
                </a:lnTo>
                <a:lnTo>
                  <a:pt x="578" y="684"/>
                </a:lnTo>
                <a:lnTo>
                  <a:pt x="578" y="685"/>
                </a:lnTo>
                <a:lnTo>
                  <a:pt x="577" y="685"/>
                </a:lnTo>
                <a:lnTo>
                  <a:pt x="577" y="684"/>
                </a:lnTo>
                <a:lnTo>
                  <a:pt x="576" y="684"/>
                </a:lnTo>
                <a:lnTo>
                  <a:pt x="576" y="683"/>
                </a:lnTo>
                <a:lnTo>
                  <a:pt x="575" y="682"/>
                </a:lnTo>
                <a:lnTo>
                  <a:pt x="575" y="681"/>
                </a:lnTo>
                <a:lnTo>
                  <a:pt x="574" y="681"/>
                </a:lnTo>
                <a:lnTo>
                  <a:pt x="574" y="682"/>
                </a:lnTo>
                <a:lnTo>
                  <a:pt x="573" y="682"/>
                </a:lnTo>
                <a:lnTo>
                  <a:pt x="573" y="681"/>
                </a:lnTo>
                <a:lnTo>
                  <a:pt x="572" y="680"/>
                </a:lnTo>
                <a:lnTo>
                  <a:pt x="572" y="679"/>
                </a:lnTo>
                <a:lnTo>
                  <a:pt x="571" y="679"/>
                </a:lnTo>
                <a:lnTo>
                  <a:pt x="571" y="678"/>
                </a:lnTo>
                <a:lnTo>
                  <a:pt x="570" y="678"/>
                </a:lnTo>
                <a:lnTo>
                  <a:pt x="569" y="677"/>
                </a:lnTo>
                <a:lnTo>
                  <a:pt x="569" y="676"/>
                </a:lnTo>
                <a:lnTo>
                  <a:pt x="568" y="676"/>
                </a:lnTo>
                <a:lnTo>
                  <a:pt x="568" y="675"/>
                </a:lnTo>
                <a:lnTo>
                  <a:pt x="568" y="674"/>
                </a:lnTo>
                <a:lnTo>
                  <a:pt x="567" y="674"/>
                </a:lnTo>
                <a:lnTo>
                  <a:pt x="567" y="673"/>
                </a:lnTo>
                <a:lnTo>
                  <a:pt x="566" y="673"/>
                </a:lnTo>
                <a:lnTo>
                  <a:pt x="566" y="672"/>
                </a:lnTo>
                <a:lnTo>
                  <a:pt x="565" y="671"/>
                </a:lnTo>
                <a:lnTo>
                  <a:pt x="565" y="670"/>
                </a:lnTo>
                <a:lnTo>
                  <a:pt x="564" y="670"/>
                </a:lnTo>
                <a:lnTo>
                  <a:pt x="564" y="669"/>
                </a:lnTo>
                <a:lnTo>
                  <a:pt x="563" y="669"/>
                </a:lnTo>
                <a:lnTo>
                  <a:pt x="562" y="669"/>
                </a:lnTo>
                <a:lnTo>
                  <a:pt x="562" y="668"/>
                </a:lnTo>
                <a:lnTo>
                  <a:pt x="561" y="668"/>
                </a:lnTo>
                <a:lnTo>
                  <a:pt x="561" y="667"/>
                </a:lnTo>
                <a:lnTo>
                  <a:pt x="561" y="666"/>
                </a:lnTo>
                <a:lnTo>
                  <a:pt x="560" y="666"/>
                </a:lnTo>
                <a:lnTo>
                  <a:pt x="560" y="665"/>
                </a:lnTo>
                <a:lnTo>
                  <a:pt x="559" y="665"/>
                </a:lnTo>
                <a:lnTo>
                  <a:pt x="559" y="664"/>
                </a:lnTo>
                <a:lnTo>
                  <a:pt x="558" y="664"/>
                </a:lnTo>
                <a:lnTo>
                  <a:pt x="558" y="663"/>
                </a:lnTo>
                <a:lnTo>
                  <a:pt x="557" y="663"/>
                </a:lnTo>
                <a:lnTo>
                  <a:pt x="556" y="663"/>
                </a:lnTo>
                <a:lnTo>
                  <a:pt x="556" y="662"/>
                </a:lnTo>
                <a:lnTo>
                  <a:pt x="556" y="661"/>
                </a:lnTo>
                <a:lnTo>
                  <a:pt x="555" y="661"/>
                </a:lnTo>
                <a:lnTo>
                  <a:pt x="555" y="660"/>
                </a:lnTo>
                <a:lnTo>
                  <a:pt x="554" y="660"/>
                </a:lnTo>
                <a:lnTo>
                  <a:pt x="554" y="659"/>
                </a:lnTo>
                <a:lnTo>
                  <a:pt x="553" y="659"/>
                </a:lnTo>
                <a:lnTo>
                  <a:pt x="553" y="658"/>
                </a:lnTo>
                <a:lnTo>
                  <a:pt x="552" y="659"/>
                </a:lnTo>
                <a:lnTo>
                  <a:pt x="552" y="658"/>
                </a:lnTo>
                <a:lnTo>
                  <a:pt x="552" y="659"/>
                </a:lnTo>
                <a:lnTo>
                  <a:pt x="551" y="659"/>
                </a:lnTo>
                <a:lnTo>
                  <a:pt x="550" y="659"/>
                </a:lnTo>
                <a:lnTo>
                  <a:pt x="550" y="660"/>
                </a:lnTo>
                <a:lnTo>
                  <a:pt x="550" y="661"/>
                </a:lnTo>
                <a:lnTo>
                  <a:pt x="549" y="661"/>
                </a:lnTo>
                <a:lnTo>
                  <a:pt x="549" y="662"/>
                </a:lnTo>
                <a:lnTo>
                  <a:pt x="549" y="663"/>
                </a:lnTo>
                <a:lnTo>
                  <a:pt x="548" y="663"/>
                </a:lnTo>
                <a:lnTo>
                  <a:pt x="548" y="664"/>
                </a:lnTo>
                <a:lnTo>
                  <a:pt x="548" y="665"/>
                </a:lnTo>
                <a:lnTo>
                  <a:pt x="547" y="665"/>
                </a:lnTo>
                <a:lnTo>
                  <a:pt x="547" y="666"/>
                </a:lnTo>
                <a:lnTo>
                  <a:pt x="546" y="666"/>
                </a:lnTo>
                <a:lnTo>
                  <a:pt x="546" y="667"/>
                </a:lnTo>
                <a:lnTo>
                  <a:pt x="545" y="667"/>
                </a:lnTo>
                <a:lnTo>
                  <a:pt x="545" y="668"/>
                </a:lnTo>
                <a:lnTo>
                  <a:pt x="545" y="669"/>
                </a:lnTo>
                <a:lnTo>
                  <a:pt x="545" y="670"/>
                </a:lnTo>
                <a:lnTo>
                  <a:pt x="546" y="670"/>
                </a:lnTo>
                <a:lnTo>
                  <a:pt x="546" y="671"/>
                </a:lnTo>
                <a:lnTo>
                  <a:pt x="547" y="671"/>
                </a:lnTo>
                <a:lnTo>
                  <a:pt x="547" y="672"/>
                </a:lnTo>
                <a:lnTo>
                  <a:pt x="547" y="673"/>
                </a:lnTo>
                <a:lnTo>
                  <a:pt x="546" y="673"/>
                </a:lnTo>
                <a:lnTo>
                  <a:pt x="546" y="674"/>
                </a:lnTo>
                <a:lnTo>
                  <a:pt x="545" y="674"/>
                </a:lnTo>
                <a:lnTo>
                  <a:pt x="544" y="674"/>
                </a:lnTo>
                <a:lnTo>
                  <a:pt x="544" y="675"/>
                </a:lnTo>
                <a:lnTo>
                  <a:pt x="544" y="676"/>
                </a:lnTo>
                <a:lnTo>
                  <a:pt x="544" y="677"/>
                </a:lnTo>
                <a:lnTo>
                  <a:pt x="543" y="677"/>
                </a:lnTo>
                <a:lnTo>
                  <a:pt x="543" y="678"/>
                </a:lnTo>
                <a:lnTo>
                  <a:pt x="543" y="679"/>
                </a:lnTo>
                <a:lnTo>
                  <a:pt x="542" y="679"/>
                </a:lnTo>
                <a:lnTo>
                  <a:pt x="541" y="678"/>
                </a:lnTo>
                <a:lnTo>
                  <a:pt x="541" y="679"/>
                </a:lnTo>
                <a:lnTo>
                  <a:pt x="541" y="678"/>
                </a:lnTo>
                <a:lnTo>
                  <a:pt x="540" y="678"/>
                </a:lnTo>
                <a:lnTo>
                  <a:pt x="540" y="677"/>
                </a:lnTo>
                <a:lnTo>
                  <a:pt x="539" y="677"/>
                </a:lnTo>
                <a:lnTo>
                  <a:pt x="539" y="676"/>
                </a:lnTo>
                <a:lnTo>
                  <a:pt x="538" y="676"/>
                </a:lnTo>
                <a:lnTo>
                  <a:pt x="538" y="675"/>
                </a:lnTo>
                <a:lnTo>
                  <a:pt x="537" y="675"/>
                </a:lnTo>
                <a:lnTo>
                  <a:pt x="538" y="675"/>
                </a:lnTo>
                <a:lnTo>
                  <a:pt x="537" y="675"/>
                </a:lnTo>
                <a:lnTo>
                  <a:pt x="537" y="674"/>
                </a:lnTo>
                <a:lnTo>
                  <a:pt x="537" y="673"/>
                </a:lnTo>
                <a:lnTo>
                  <a:pt x="536" y="673"/>
                </a:lnTo>
                <a:lnTo>
                  <a:pt x="536" y="672"/>
                </a:lnTo>
                <a:lnTo>
                  <a:pt x="536" y="671"/>
                </a:lnTo>
                <a:lnTo>
                  <a:pt x="536" y="670"/>
                </a:lnTo>
                <a:lnTo>
                  <a:pt x="535" y="670"/>
                </a:lnTo>
                <a:lnTo>
                  <a:pt x="535" y="669"/>
                </a:lnTo>
                <a:lnTo>
                  <a:pt x="534" y="669"/>
                </a:lnTo>
                <a:lnTo>
                  <a:pt x="534" y="668"/>
                </a:lnTo>
                <a:lnTo>
                  <a:pt x="533" y="668"/>
                </a:lnTo>
                <a:lnTo>
                  <a:pt x="534" y="668"/>
                </a:lnTo>
                <a:lnTo>
                  <a:pt x="534" y="667"/>
                </a:lnTo>
                <a:lnTo>
                  <a:pt x="533" y="667"/>
                </a:lnTo>
                <a:lnTo>
                  <a:pt x="534" y="667"/>
                </a:lnTo>
                <a:lnTo>
                  <a:pt x="533" y="667"/>
                </a:lnTo>
                <a:lnTo>
                  <a:pt x="533" y="666"/>
                </a:lnTo>
                <a:lnTo>
                  <a:pt x="533" y="665"/>
                </a:lnTo>
                <a:lnTo>
                  <a:pt x="533" y="664"/>
                </a:lnTo>
                <a:lnTo>
                  <a:pt x="534" y="664"/>
                </a:lnTo>
                <a:lnTo>
                  <a:pt x="534" y="663"/>
                </a:lnTo>
                <a:lnTo>
                  <a:pt x="534" y="662"/>
                </a:lnTo>
                <a:lnTo>
                  <a:pt x="533" y="662"/>
                </a:lnTo>
                <a:lnTo>
                  <a:pt x="532" y="662"/>
                </a:lnTo>
                <a:lnTo>
                  <a:pt x="532" y="661"/>
                </a:lnTo>
                <a:lnTo>
                  <a:pt x="532" y="660"/>
                </a:lnTo>
                <a:lnTo>
                  <a:pt x="531" y="660"/>
                </a:lnTo>
                <a:lnTo>
                  <a:pt x="530" y="660"/>
                </a:lnTo>
                <a:lnTo>
                  <a:pt x="529" y="660"/>
                </a:lnTo>
                <a:lnTo>
                  <a:pt x="529" y="659"/>
                </a:lnTo>
                <a:lnTo>
                  <a:pt x="529" y="658"/>
                </a:lnTo>
                <a:lnTo>
                  <a:pt x="528" y="658"/>
                </a:lnTo>
                <a:lnTo>
                  <a:pt x="529" y="658"/>
                </a:lnTo>
                <a:lnTo>
                  <a:pt x="528" y="658"/>
                </a:lnTo>
                <a:lnTo>
                  <a:pt x="527" y="658"/>
                </a:lnTo>
                <a:lnTo>
                  <a:pt x="526" y="658"/>
                </a:lnTo>
                <a:lnTo>
                  <a:pt x="526" y="657"/>
                </a:lnTo>
                <a:lnTo>
                  <a:pt x="525" y="657"/>
                </a:lnTo>
                <a:lnTo>
                  <a:pt x="524" y="657"/>
                </a:lnTo>
                <a:lnTo>
                  <a:pt x="523" y="657"/>
                </a:lnTo>
                <a:lnTo>
                  <a:pt x="523" y="658"/>
                </a:lnTo>
                <a:lnTo>
                  <a:pt x="523" y="659"/>
                </a:lnTo>
                <a:lnTo>
                  <a:pt x="523" y="660"/>
                </a:lnTo>
                <a:lnTo>
                  <a:pt x="523" y="661"/>
                </a:lnTo>
                <a:lnTo>
                  <a:pt x="522" y="661"/>
                </a:lnTo>
                <a:lnTo>
                  <a:pt x="523" y="661"/>
                </a:lnTo>
                <a:lnTo>
                  <a:pt x="522" y="661"/>
                </a:lnTo>
                <a:lnTo>
                  <a:pt x="522" y="662"/>
                </a:lnTo>
                <a:lnTo>
                  <a:pt x="522" y="663"/>
                </a:lnTo>
                <a:lnTo>
                  <a:pt x="521" y="663"/>
                </a:lnTo>
                <a:lnTo>
                  <a:pt x="521" y="664"/>
                </a:lnTo>
                <a:lnTo>
                  <a:pt x="520" y="664"/>
                </a:lnTo>
                <a:lnTo>
                  <a:pt x="520" y="665"/>
                </a:lnTo>
                <a:lnTo>
                  <a:pt x="520" y="666"/>
                </a:lnTo>
                <a:lnTo>
                  <a:pt x="521" y="666"/>
                </a:lnTo>
                <a:lnTo>
                  <a:pt x="520" y="666"/>
                </a:lnTo>
                <a:lnTo>
                  <a:pt x="520" y="667"/>
                </a:lnTo>
                <a:lnTo>
                  <a:pt x="521" y="667"/>
                </a:lnTo>
                <a:lnTo>
                  <a:pt x="520" y="667"/>
                </a:lnTo>
                <a:lnTo>
                  <a:pt x="521" y="667"/>
                </a:lnTo>
                <a:lnTo>
                  <a:pt x="520" y="667"/>
                </a:lnTo>
                <a:lnTo>
                  <a:pt x="520" y="668"/>
                </a:lnTo>
                <a:lnTo>
                  <a:pt x="520" y="669"/>
                </a:lnTo>
                <a:lnTo>
                  <a:pt x="520" y="670"/>
                </a:lnTo>
                <a:lnTo>
                  <a:pt x="519" y="670"/>
                </a:lnTo>
                <a:lnTo>
                  <a:pt x="519" y="671"/>
                </a:lnTo>
                <a:lnTo>
                  <a:pt x="518" y="671"/>
                </a:lnTo>
                <a:lnTo>
                  <a:pt x="517" y="671"/>
                </a:lnTo>
                <a:lnTo>
                  <a:pt x="517" y="672"/>
                </a:lnTo>
                <a:lnTo>
                  <a:pt x="516" y="672"/>
                </a:lnTo>
                <a:lnTo>
                  <a:pt x="515" y="672"/>
                </a:lnTo>
                <a:lnTo>
                  <a:pt x="515" y="673"/>
                </a:lnTo>
                <a:lnTo>
                  <a:pt x="515" y="674"/>
                </a:lnTo>
                <a:lnTo>
                  <a:pt x="515" y="673"/>
                </a:lnTo>
                <a:lnTo>
                  <a:pt x="515" y="674"/>
                </a:lnTo>
                <a:lnTo>
                  <a:pt x="514" y="674"/>
                </a:lnTo>
                <a:lnTo>
                  <a:pt x="514" y="673"/>
                </a:lnTo>
                <a:lnTo>
                  <a:pt x="514" y="674"/>
                </a:lnTo>
                <a:lnTo>
                  <a:pt x="513" y="674"/>
                </a:lnTo>
                <a:lnTo>
                  <a:pt x="513" y="673"/>
                </a:lnTo>
                <a:lnTo>
                  <a:pt x="513" y="674"/>
                </a:lnTo>
                <a:lnTo>
                  <a:pt x="513" y="673"/>
                </a:lnTo>
                <a:lnTo>
                  <a:pt x="512" y="673"/>
                </a:lnTo>
                <a:lnTo>
                  <a:pt x="512" y="674"/>
                </a:lnTo>
                <a:lnTo>
                  <a:pt x="511" y="674"/>
                </a:lnTo>
                <a:lnTo>
                  <a:pt x="511" y="675"/>
                </a:lnTo>
                <a:lnTo>
                  <a:pt x="510" y="675"/>
                </a:lnTo>
                <a:lnTo>
                  <a:pt x="510" y="676"/>
                </a:lnTo>
                <a:lnTo>
                  <a:pt x="510" y="677"/>
                </a:lnTo>
                <a:lnTo>
                  <a:pt x="509" y="677"/>
                </a:lnTo>
                <a:lnTo>
                  <a:pt x="509" y="678"/>
                </a:lnTo>
                <a:lnTo>
                  <a:pt x="509" y="679"/>
                </a:lnTo>
                <a:lnTo>
                  <a:pt x="509" y="680"/>
                </a:lnTo>
                <a:lnTo>
                  <a:pt x="509" y="681"/>
                </a:lnTo>
                <a:lnTo>
                  <a:pt x="510" y="681"/>
                </a:lnTo>
                <a:lnTo>
                  <a:pt x="510" y="682"/>
                </a:lnTo>
                <a:lnTo>
                  <a:pt x="511" y="682"/>
                </a:lnTo>
                <a:lnTo>
                  <a:pt x="511" y="683"/>
                </a:lnTo>
                <a:lnTo>
                  <a:pt x="510" y="683"/>
                </a:lnTo>
                <a:lnTo>
                  <a:pt x="510" y="684"/>
                </a:lnTo>
                <a:lnTo>
                  <a:pt x="509" y="684"/>
                </a:lnTo>
                <a:lnTo>
                  <a:pt x="508" y="684"/>
                </a:lnTo>
                <a:lnTo>
                  <a:pt x="507" y="684"/>
                </a:lnTo>
                <a:lnTo>
                  <a:pt x="507" y="685"/>
                </a:lnTo>
                <a:lnTo>
                  <a:pt x="506" y="685"/>
                </a:lnTo>
                <a:lnTo>
                  <a:pt x="506" y="686"/>
                </a:lnTo>
                <a:lnTo>
                  <a:pt x="505" y="686"/>
                </a:lnTo>
                <a:lnTo>
                  <a:pt x="505" y="687"/>
                </a:lnTo>
                <a:lnTo>
                  <a:pt x="504" y="687"/>
                </a:lnTo>
                <a:lnTo>
                  <a:pt x="503" y="687"/>
                </a:lnTo>
                <a:lnTo>
                  <a:pt x="502" y="687"/>
                </a:lnTo>
                <a:lnTo>
                  <a:pt x="502" y="688"/>
                </a:lnTo>
                <a:lnTo>
                  <a:pt x="501" y="688"/>
                </a:lnTo>
                <a:lnTo>
                  <a:pt x="501" y="689"/>
                </a:lnTo>
                <a:lnTo>
                  <a:pt x="501" y="690"/>
                </a:lnTo>
                <a:lnTo>
                  <a:pt x="501" y="691"/>
                </a:lnTo>
                <a:lnTo>
                  <a:pt x="501" y="692"/>
                </a:lnTo>
                <a:lnTo>
                  <a:pt x="502" y="692"/>
                </a:lnTo>
                <a:lnTo>
                  <a:pt x="502" y="693"/>
                </a:lnTo>
                <a:lnTo>
                  <a:pt x="502" y="694"/>
                </a:lnTo>
                <a:lnTo>
                  <a:pt x="501" y="694"/>
                </a:lnTo>
                <a:lnTo>
                  <a:pt x="500" y="694"/>
                </a:lnTo>
                <a:lnTo>
                  <a:pt x="500" y="693"/>
                </a:lnTo>
                <a:lnTo>
                  <a:pt x="499" y="694"/>
                </a:lnTo>
                <a:lnTo>
                  <a:pt x="498" y="694"/>
                </a:lnTo>
                <a:lnTo>
                  <a:pt x="497" y="694"/>
                </a:lnTo>
                <a:lnTo>
                  <a:pt x="496" y="694"/>
                </a:lnTo>
                <a:lnTo>
                  <a:pt x="496" y="693"/>
                </a:lnTo>
                <a:lnTo>
                  <a:pt x="495" y="693"/>
                </a:lnTo>
                <a:lnTo>
                  <a:pt x="494" y="693"/>
                </a:lnTo>
                <a:lnTo>
                  <a:pt x="494" y="692"/>
                </a:lnTo>
                <a:lnTo>
                  <a:pt x="494" y="693"/>
                </a:lnTo>
                <a:lnTo>
                  <a:pt x="494" y="692"/>
                </a:lnTo>
                <a:lnTo>
                  <a:pt x="494" y="691"/>
                </a:lnTo>
                <a:lnTo>
                  <a:pt x="493" y="691"/>
                </a:lnTo>
                <a:lnTo>
                  <a:pt x="493" y="690"/>
                </a:lnTo>
                <a:lnTo>
                  <a:pt x="493" y="691"/>
                </a:lnTo>
                <a:lnTo>
                  <a:pt x="492" y="691"/>
                </a:lnTo>
                <a:lnTo>
                  <a:pt x="491" y="691"/>
                </a:lnTo>
                <a:lnTo>
                  <a:pt x="491" y="690"/>
                </a:lnTo>
                <a:lnTo>
                  <a:pt x="490" y="690"/>
                </a:lnTo>
                <a:lnTo>
                  <a:pt x="489" y="690"/>
                </a:lnTo>
                <a:lnTo>
                  <a:pt x="488" y="690"/>
                </a:lnTo>
                <a:lnTo>
                  <a:pt x="488" y="689"/>
                </a:lnTo>
                <a:lnTo>
                  <a:pt x="487" y="689"/>
                </a:lnTo>
                <a:lnTo>
                  <a:pt x="487" y="688"/>
                </a:lnTo>
                <a:lnTo>
                  <a:pt x="488" y="688"/>
                </a:lnTo>
                <a:lnTo>
                  <a:pt x="487" y="688"/>
                </a:lnTo>
                <a:lnTo>
                  <a:pt x="488" y="688"/>
                </a:lnTo>
                <a:lnTo>
                  <a:pt x="487" y="688"/>
                </a:lnTo>
                <a:lnTo>
                  <a:pt x="486" y="688"/>
                </a:lnTo>
                <a:lnTo>
                  <a:pt x="486" y="687"/>
                </a:lnTo>
                <a:lnTo>
                  <a:pt x="486" y="686"/>
                </a:lnTo>
                <a:lnTo>
                  <a:pt x="485" y="686"/>
                </a:lnTo>
                <a:lnTo>
                  <a:pt x="485" y="685"/>
                </a:lnTo>
                <a:lnTo>
                  <a:pt x="484" y="685"/>
                </a:lnTo>
                <a:lnTo>
                  <a:pt x="485" y="685"/>
                </a:lnTo>
                <a:lnTo>
                  <a:pt x="485" y="684"/>
                </a:lnTo>
                <a:lnTo>
                  <a:pt x="485" y="683"/>
                </a:lnTo>
                <a:lnTo>
                  <a:pt x="485" y="684"/>
                </a:lnTo>
                <a:lnTo>
                  <a:pt x="485" y="683"/>
                </a:lnTo>
                <a:lnTo>
                  <a:pt x="484" y="683"/>
                </a:lnTo>
                <a:lnTo>
                  <a:pt x="483" y="683"/>
                </a:lnTo>
                <a:lnTo>
                  <a:pt x="483" y="682"/>
                </a:lnTo>
                <a:lnTo>
                  <a:pt x="484" y="682"/>
                </a:lnTo>
                <a:lnTo>
                  <a:pt x="484" y="681"/>
                </a:lnTo>
                <a:lnTo>
                  <a:pt x="483" y="681"/>
                </a:lnTo>
                <a:lnTo>
                  <a:pt x="483" y="680"/>
                </a:lnTo>
                <a:lnTo>
                  <a:pt x="484" y="680"/>
                </a:lnTo>
                <a:lnTo>
                  <a:pt x="483" y="680"/>
                </a:lnTo>
                <a:lnTo>
                  <a:pt x="483" y="679"/>
                </a:lnTo>
                <a:lnTo>
                  <a:pt x="482" y="679"/>
                </a:lnTo>
                <a:lnTo>
                  <a:pt x="483" y="678"/>
                </a:lnTo>
                <a:lnTo>
                  <a:pt x="482" y="678"/>
                </a:lnTo>
                <a:lnTo>
                  <a:pt x="482" y="677"/>
                </a:lnTo>
                <a:lnTo>
                  <a:pt x="482" y="678"/>
                </a:lnTo>
                <a:lnTo>
                  <a:pt x="482" y="677"/>
                </a:lnTo>
                <a:lnTo>
                  <a:pt x="481" y="677"/>
                </a:lnTo>
                <a:lnTo>
                  <a:pt x="480" y="677"/>
                </a:lnTo>
                <a:lnTo>
                  <a:pt x="480" y="676"/>
                </a:lnTo>
                <a:lnTo>
                  <a:pt x="479" y="676"/>
                </a:lnTo>
                <a:lnTo>
                  <a:pt x="478" y="676"/>
                </a:lnTo>
                <a:lnTo>
                  <a:pt x="477" y="676"/>
                </a:lnTo>
                <a:lnTo>
                  <a:pt x="476" y="676"/>
                </a:lnTo>
                <a:lnTo>
                  <a:pt x="475" y="676"/>
                </a:lnTo>
                <a:lnTo>
                  <a:pt x="475" y="675"/>
                </a:lnTo>
                <a:lnTo>
                  <a:pt x="475" y="674"/>
                </a:lnTo>
                <a:lnTo>
                  <a:pt x="474" y="674"/>
                </a:lnTo>
                <a:lnTo>
                  <a:pt x="474" y="673"/>
                </a:lnTo>
                <a:lnTo>
                  <a:pt x="473" y="673"/>
                </a:lnTo>
                <a:lnTo>
                  <a:pt x="472" y="673"/>
                </a:lnTo>
                <a:lnTo>
                  <a:pt x="472" y="672"/>
                </a:lnTo>
                <a:lnTo>
                  <a:pt x="472" y="671"/>
                </a:lnTo>
                <a:lnTo>
                  <a:pt x="471" y="671"/>
                </a:lnTo>
                <a:lnTo>
                  <a:pt x="471" y="672"/>
                </a:lnTo>
                <a:lnTo>
                  <a:pt x="471" y="671"/>
                </a:lnTo>
                <a:lnTo>
                  <a:pt x="470" y="671"/>
                </a:lnTo>
                <a:lnTo>
                  <a:pt x="470" y="670"/>
                </a:lnTo>
                <a:lnTo>
                  <a:pt x="469" y="670"/>
                </a:lnTo>
                <a:lnTo>
                  <a:pt x="468" y="670"/>
                </a:lnTo>
                <a:lnTo>
                  <a:pt x="468" y="669"/>
                </a:lnTo>
                <a:lnTo>
                  <a:pt x="468" y="668"/>
                </a:lnTo>
                <a:lnTo>
                  <a:pt x="467" y="668"/>
                </a:lnTo>
                <a:lnTo>
                  <a:pt x="466" y="668"/>
                </a:lnTo>
                <a:lnTo>
                  <a:pt x="465" y="668"/>
                </a:lnTo>
                <a:lnTo>
                  <a:pt x="465" y="669"/>
                </a:lnTo>
                <a:lnTo>
                  <a:pt x="464" y="669"/>
                </a:lnTo>
                <a:lnTo>
                  <a:pt x="463" y="669"/>
                </a:lnTo>
                <a:lnTo>
                  <a:pt x="463" y="668"/>
                </a:lnTo>
                <a:lnTo>
                  <a:pt x="462" y="668"/>
                </a:lnTo>
                <a:lnTo>
                  <a:pt x="462" y="667"/>
                </a:lnTo>
                <a:lnTo>
                  <a:pt x="461" y="667"/>
                </a:lnTo>
                <a:lnTo>
                  <a:pt x="461" y="666"/>
                </a:lnTo>
                <a:lnTo>
                  <a:pt x="460" y="666"/>
                </a:lnTo>
                <a:lnTo>
                  <a:pt x="460" y="665"/>
                </a:lnTo>
                <a:lnTo>
                  <a:pt x="459" y="665"/>
                </a:lnTo>
                <a:lnTo>
                  <a:pt x="460" y="665"/>
                </a:lnTo>
                <a:lnTo>
                  <a:pt x="459" y="665"/>
                </a:lnTo>
                <a:lnTo>
                  <a:pt x="458" y="665"/>
                </a:lnTo>
                <a:lnTo>
                  <a:pt x="458" y="666"/>
                </a:lnTo>
                <a:lnTo>
                  <a:pt x="457" y="666"/>
                </a:lnTo>
                <a:lnTo>
                  <a:pt x="457" y="667"/>
                </a:lnTo>
                <a:lnTo>
                  <a:pt x="457" y="668"/>
                </a:lnTo>
                <a:lnTo>
                  <a:pt x="456" y="668"/>
                </a:lnTo>
                <a:lnTo>
                  <a:pt x="456" y="667"/>
                </a:lnTo>
                <a:lnTo>
                  <a:pt x="455" y="667"/>
                </a:lnTo>
                <a:lnTo>
                  <a:pt x="455" y="666"/>
                </a:lnTo>
                <a:lnTo>
                  <a:pt x="455" y="665"/>
                </a:lnTo>
                <a:lnTo>
                  <a:pt x="454" y="665"/>
                </a:lnTo>
                <a:lnTo>
                  <a:pt x="454" y="664"/>
                </a:lnTo>
                <a:lnTo>
                  <a:pt x="454" y="663"/>
                </a:lnTo>
                <a:lnTo>
                  <a:pt x="453" y="663"/>
                </a:lnTo>
                <a:lnTo>
                  <a:pt x="453" y="662"/>
                </a:lnTo>
                <a:lnTo>
                  <a:pt x="452" y="662"/>
                </a:lnTo>
                <a:lnTo>
                  <a:pt x="452" y="661"/>
                </a:lnTo>
                <a:lnTo>
                  <a:pt x="451" y="661"/>
                </a:lnTo>
                <a:lnTo>
                  <a:pt x="451" y="660"/>
                </a:lnTo>
                <a:lnTo>
                  <a:pt x="450" y="660"/>
                </a:lnTo>
                <a:lnTo>
                  <a:pt x="449" y="660"/>
                </a:lnTo>
                <a:lnTo>
                  <a:pt x="448" y="660"/>
                </a:lnTo>
                <a:lnTo>
                  <a:pt x="448" y="661"/>
                </a:lnTo>
                <a:lnTo>
                  <a:pt x="447" y="661"/>
                </a:lnTo>
                <a:lnTo>
                  <a:pt x="446" y="661"/>
                </a:lnTo>
                <a:lnTo>
                  <a:pt x="446" y="662"/>
                </a:lnTo>
                <a:lnTo>
                  <a:pt x="445" y="662"/>
                </a:lnTo>
                <a:lnTo>
                  <a:pt x="445" y="663"/>
                </a:lnTo>
                <a:lnTo>
                  <a:pt x="445" y="664"/>
                </a:lnTo>
                <a:lnTo>
                  <a:pt x="445" y="665"/>
                </a:lnTo>
                <a:lnTo>
                  <a:pt x="446" y="665"/>
                </a:lnTo>
                <a:lnTo>
                  <a:pt x="445" y="665"/>
                </a:lnTo>
                <a:lnTo>
                  <a:pt x="444" y="665"/>
                </a:lnTo>
                <a:lnTo>
                  <a:pt x="444" y="666"/>
                </a:lnTo>
                <a:lnTo>
                  <a:pt x="444" y="667"/>
                </a:lnTo>
                <a:lnTo>
                  <a:pt x="444" y="668"/>
                </a:lnTo>
                <a:lnTo>
                  <a:pt x="443" y="668"/>
                </a:lnTo>
                <a:lnTo>
                  <a:pt x="443" y="669"/>
                </a:lnTo>
                <a:lnTo>
                  <a:pt x="442" y="669"/>
                </a:lnTo>
                <a:lnTo>
                  <a:pt x="442" y="670"/>
                </a:lnTo>
                <a:lnTo>
                  <a:pt x="441" y="670"/>
                </a:lnTo>
                <a:lnTo>
                  <a:pt x="440" y="670"/>
                </a:lnTo>
                <a:lnTo>
                  <a:pt x="440" y="669"/>
                </a:lnTo>
                <a:lnTo>
                  <a:pt x="439" y="669"/>
                </a:lnTo>
                <a:lnTo>
                  <a:pt x="439" y="670"/>
                </a:lnTo>
                <a:lnTo>
                  <a:pt x="439" y="671"/>
                </a:lnTo>
                <a:lnTo>
                  <a:pt x="439" y="672"/>
                </a:lnTo>
                <a:lnTo>
                  <a:pt x="440" y="672"/>
                </a:lnTo>
                <a:lnTo>
                  <a:pt x="440" y="673"/>
                </a:lnTo>
                <a:lnTo>
                  <a:pt x="440" y="674"/>
                </a:lnTo>
                <a:lnTo>
                  <a:pt x="441" y="674"/>
                </a:lnTo>
                <a:lnTo>
                  <a:pt x="442" y="674"/>
                </a:lnTo>
                <a:lnTo>
                  <a:pt x="442" y="675"/>
                </a:lnTo>
                <a:lnTo>
                  <a:pt x="441" y="675"/>
                </a:lnTo>
                <a:lnTo>
                  <a:pt x="440" y="675"/>
                </a:lnTo>
                <a:lnTo>
                  <a:pt x="440" y="676"/>
                </a:lnTo>
                <a:lnTo>
                  <a:pt x="439" y="677"/>
                </a:lnTo>
                <a:lnTo>
                  <a:pt x="439" y="678"/>
                </a:lnTo>
                <a:lnTo>
                  <a:pt x="438" y="678"/>
                </a:lnTo>
                <a:lnTo>
                  <a:pt x="438" y="679"/>
                </a:lnTo>
                <a:lnTo>
                  <a:pt x="437" y="679"/>
                </a:lnTo>
                <a:lnTo>
                  <a:pt x="436" y="679"/>
                </a:lnTo>
                <a:lnTo>
                  <a:pt x="436" y="680"/>
                </a:lnTo>
                <a:lnTo>
                  <a:pt x="436" y="681"/>
                </a:lnTo>
                <a:lnTo>
                  <a:pt x="436" y="682"/>
                </a:lnTo>
                <a:lnTo>
                  <a:pt x="435" y="682"/>
                </a:lnTo>
                <a:lnTo>
                  <a:pt x="435" y="683"/>
                </a:lnTo>
                <a:lnTo>
                  <a:pt x="434" y="683"/>
                </a:lnTo>
                <a:lnTo>
                  <a:pt x="433" y="683"/>
                </a:lnTo>
                <a:lnTo>
                  <a:pt x="433" y="684"/>
                </a:lnTo>
                <a:lnTo>
                  <a:pt x="434" y="684"/>
                </a:lnTo>
                <a:lnTo>
                  <a:pt x="433" y="684"/>
                </a:lnTo>
                <a:lnTo>
                  <a:pt x="432" y="684"/>
                </a:lnTo>
                <a:lnTo>
                  <a:pt x="432" y="685"/>
                </a:lnTo>
                <a:lnTo>
                  <a:pt x="431" y="685"/>
                </a:lnTo>
                <a:lnTo>
                  <a:pt x="431" y="686"/>
                </a:lnTo>
                <a:lnTo>
                  <a:pt x="431" y="687"/>
                </a:lnTo>
                <a:lnTo>
                  <a:pt x="431" y="688"/>
                </a:lnTo>
                <a:lnTo>
                  <a:pt x="430" y="688"/>
                </a:lnTo>
                <a:lnTo>
                  <a:pt x="430" y="689"/>
                </a:lnTo>
                <a:lnTo>
                  <a:pt x="429" y="689"/>
                </a:lnTo>
                <a:lnTo>
                  <a:pt x="429" y="690"/>
                </a:lnTo>
                <a:lnTo>
                  <a:pt x="429" y="691"/>
                </a:lnTo>
                <a:lnTo>
                  <a:pt x="428" y="691"/>
                </a:lnTo>
                <a:lnTo>
                  <a:pt x="428" y="692"/>
                </a:lnTo>
                <a:lnTo>
                  <a:pt x="427" y="692"/>
                </a:lnTo>
                <a:lnTo>
                  <a:pt x="427" y="693"/>
                </a:lnTo>
                <a:lnTo>
                  <a:pt x="427" y="692"/>
                </a:lnTo>
                <a:lnTo>
                  <a:pt x="427" y="693"/>
                </a:lnTo>
                <a:lnTo>
                  <a:pt x="427" y="694"/>
                </a:lnTo>
                <a:lnTo>
                  <a:pt x="428" y="694"/>
                </a:lnTo>
                <a:lnTo>
                  <a:pt x="428" y="695"/>
                </a:lnTo>
                <a:lnTo>
                  <a:pt x="428" y="696"/>
                </a:lnTo>
                <a:lnTo>
                  <a:pt x="429" y="696"/>
                </a:lnTo>
                <a:lnTo>
                  <a:pt x="428" y="697"/>
                </a:lnTo>
                <a:lnTo>
                  <a:pt x="427" y="697"/>
                </a:lnTo>
                <a:lnTo>
                  <a:pt x="426" y="696"/>
                </a:lnTo>
                <a:lnTo>
                  <a:pt x="425" y="696"/>
                </a:lnTo>
                <a:lnTo>
                  <a:pt x="424" y="696"/>
                </a:lnTo>
                <a:lnTo>
                  <a:pt x="423" y="696"/>
                </a:lnTo>
                <a:lnTo>
                  <a:pt x="422" y="696"/>
                </a:lnTo>
                <a:lnTo>
                  <a:pt x="422" y="695"/>
                </a:lnTo>
                <a:lnTo>
                  <a:pt x="421" y="695"/>
                </a:lnTo>
                <a:lnTo>
                  <a:pt x="421" y="696"/>
                </a:lnTo>
                <a:lnTo>
                  <a:pt x="420" y="696"/>
                </a:lnTo>
                <a:lnTo>
                  <a:pt x="419" y="696"/>
                </a:lnTo>
                <a:lnTo>
                  <a:pt x="418" y="696"/>
                </a:lnTo>
                <a:lnTo>
                  <a:pt x="418" y="697"/>
                </a:lnTo>
                <a:lnTo>
                  <a:pt x="418" y="698"/>
                </a:lnTo>
                <a:lnTo>
                  <a:pt x="417" y="698"/>
                </a:lnTo>
                <a:lnTo>
                  <a:pt x="418" y="698"/>
                </a:lnTo>
                <a:lnTo>
                  <a:pt x="418" y="699"/>
                </a:lnTo>
                <a:lnTo>
                  <a:pt x="417" y="699"/>
                </a:lnTo>
                <a:lnTo>
                  <a:pt x="417" y="698"/>
                </a:lnTo>
                <a:lnTo>
                  <a:pt x="416" y="698"/>
                </a:lnTo>
                <a:lnTo>
                  <a:pt x="416" y="697"/>
                </a:lnTo>
                <a:lnTo>
                  <a:pt x="416" y="696"/>
                </a:lnTo>
                <a:lnTo>
                  <a:pt x="416" y="695"/>
                </a:lnTo>
                <a:lnTo>
                  <a:pt x="415" y="695"/>
                </a:lnTo>
                <a:lnTo>
                  <a:pt x="414" y="695"/>
                </a:lnTo>
                <a:lnTo>
                  <a:pt x="414" y="694"/>
                </a:lnTo>
                <a:lnTo>
                  <a:pt x="413" y="694"/>
                </a:lnTo>
                <a:lnTo>
                  <a:pt x="412" y="694"/>
                </a:lnTo>
                <a:lnTo>
                  <a:pt x="412" y="695"/>
                </a:lnTo>
                <a:lnTo>
                  <a:pt x="412" y="694"/>
                </a:lnTo>
                <a:lnTo>
                  <a:pt x="411" y="694"/>
                </a:lnTo>
                <a:lnTo>
                  <a:pt x="410" y="694"/>
                </a:lnTo>
                <a:lnTo>
                  <a:pt x="409" y="694"/>
                </a:lnTo>
                <a:lnTo>
                  <a:pt x="409" y="693"/>
                </a:lnTo>
                <a:lnTo>
                  <a:pt x="408" y="693"/>
                </a:lnTo>
                <a:lnTo>
                  <a:pt x="406" y="693"/>
                </a:lnTo>
                <a:lnTo>
                  <a:pt x="406" y="694"/>
                </a:lnTo>
                <a:lnTo>
                  <a:pt x="405" y="694"/>
                </a:lnTo>
                <a:lnTo>
                  <a:pt x="405" y="695"/>
                </a:lnTo>
                <a:lnTo>
                  <a:pt x="405" y="694"/>
                </a:lnTo>
                <a:lnTo>
                  <a:pt x="404" y="694"/>
                </a:lnTo>
                <a:lnTo>
                  <a:pt x="404" y="695"/>
                </a:lnTo>
                <a:lnTo>
                  <a:pt x="404" y="696"/>
                </a:lnTo>
                <a:lnTo>
                  <a:pt x="403" y="696"/>
                </a:lnTo>
                <a:lnTo>
                  <a:pt x="402" y="696"/>
                </a:lnTo>
                <a:lnTo>
                  <a:pt x="401" y="696"/>
                </a:lnTo>
                <a:lnTo>
                  <a:pt x="401" y="695"/>
                </a:lnTo>
                <a:lnTo>
                  <a:pt x="400" y="695"/>
                </a:lnTo>
                <a:lnTo>
                  <a:pt x="400" y="694"/>
                </a:lnTo>
                <a:lnTo>
                  <a:pt x="400" y="695"/>
                </a:lnTo>
                <a:lnTo>
                  <a:pt x="399" y="695"/>
                </a:lnTo>
                <a:lnTo>
                  <a:pt x="398" y="695"/>
                </a:lnTo>
                <a:lnTo>
                  <a:pt x="397" y="695"/>
                </a:lnTo>
                <a:lnTo>
                  <a:pt x="396" y="695"/>
                </a:lnTo>
                <a:lnTo>
                  <a:pt x="396" y="696"/>
                </a:lnTo>
                <a:lnTo>
                  <a:pt x="397" y="696"/>
                </a:lnTo>
                <a:lnTo>
                  <a:pt x="397" y="697"/>
                </a:lnTo>
                <a:lnTo>
                  <a:pt x="396" y="697"/>
                </a:lnTo>
                <a:lnTo>
                  <a:pt x="396" y="698"/>
                </a:lnTo>
                <a:lnTo>
                  <a:pt x="396" y="699"/>
                </a:lnTo>
                <a:lnTo>
                  <a:pt x="396" y="700"/>
                </a:lnTo>
                <a:lnTo>
                  <a:pt x="395" y="700"/>
                </a:lnTo>
                <a:lnTo>
                  <a:pt x="395" y="701"/>
                </a:lnTo>
                <a:lnTo>
                  <a:pt x="395" y="700"/>
                </a:lnTo>
                <a:lnTo>
                  <a:pt x="394" y="700"/>
                </a:lnTo>
                <a:lnTo>
                  <a:pt x="393" y="700"/>
                </a:lnTo>
                <a:lnTo>
                  <a:pt x="392" y="700"/>
                </a:lnTo>
                <a:lnTo>
                  <a:pt x="392" y="699"/>
                </a:lnTo>
                <a:lnTo>
                  <a:pt x="391" y="699"/>
                </a:lnTo>
                <a:lnTo>
                  <a:pt x="391" y="698"/>
                </a:lnTo>
                <a:lnTo>
                  <a:pt x="390" y="698"/>
                </a:lnTo>
                <a:lnTo>
                  <a:pt x="390" y="697"/>
                </a:lnTo>
                <a:lnTo>
                  <a:pt x="389" y="697"/>
                </a:lnTo>
                <a:lnTo>
                  <a:pt x="389" y="696"/>
                </a:lnTo>
                <a:lnTo>
                  <a:pt x="389" y="695"/>
                </a:lnTo>
                <a:lnTo>
                  <a:pt x="388" y="695"/>
                </a:lnTo>
                <a:lnTo>
                  <a:pt x="389" y="695"/>
                </a:lnTo>
                <a:lnTo>
                  <a:pt x="389" y="694"/>
                </a:lnTo>
                <a:lnTo>
                  <a:pt x="389" y="693"/>
                </a:lnTo>
                <a:lnTo>
                  <a:pt x="388" y="693"/>
                </a:lnTo>
                <a:lnTo>
                  <a:pt x="388" y="692"/>
                </a:lnTo>
                <a:lnTo>
                  <a:pt x="387" y="692"/>
                </a:lnTo>
                <a:lnTo>
                  <a:pt x="387" y="691"/>
                </a:lnTo>
                <a:lnTo>
                  <a:pt x="387" y="690"/>
                </a:lnTo>
                <a:lnTo>
                  <a:pt x="386" y="690"/>
                </a:lnTo>
                <a:lnTo>
                  <a:pt x="385" y="690"/>
                </a:lnTo>
                <a:lnTo>
                  <a:pt x="385" y="689"/>
                </a:lnTo>
                <a:lnTo>
                  <a:pt x="385" y="688"/>
                </a:lnTo>
                <a:lnTo>
                  <a:pt x="384" y="688"/>
                </a:lnTo>
                <a:lnTo>
                  <a:pt x="383" y="688"/>
                </a:lnTo>
                <a:lnTo>
                  <a:pt x="382" y="688"/>
                </a:lnTo>
                <a:lnTo>
                  <a:pt x="382" y="689"/>
                </a:lnTo>
                <a:lnTo>
                  <a:pt x="381" y="689"/>
                </a:lnTo>
                <a:lnTo>
                  <a:pt x="380" y="689"/>
                </a:lnTo>
                <a:lnTo>
                  <a:pt x="380" y="690"/>
                </a:lnTo>
                <a:lnTo>
                  <a:pt x="380" y="691"/>
                </a:lnTo>
                <a:lnTo>
                  <a:pt x="379" y="691"/>
                </a:lnTo>
                <a:lnTo>
                  <a:pt x="379" y="690"/>
                </a:lnTo>
                <a:lnTo>
                  <a:pt x="379" y="691"/>
                </a:lnTo>
                <a:lnTo>
                  <a:pt x="378" y="691"/>
                </a:lnTo>
                <a:lnTo>
                  <a:pt x="377" y="691"/>
                </a:lnTo>
                <a:lnTo>
                  <a:pt x="377" y="692"/>
                </a:lnTo>
                <a:lnTo>
                  <a:pt x="377" y="691"/>
                </a:lnTo>
                <a:lnTo>
                  <a:pt x="376" y="691"/>
                </a:lnTo>
                <a:lnTo>
                  <a:pt x="375" y="691"/>
                </a:lnTo>
                <a:lnTo>
                  <a:pt x="375" y="692"/>
                </a:lnTo>
                <a:lnTo>
                  <a:pt x="375" y="693"/>
                </a:lnTo>
                <a:lnTo>
                  <a:pt x="375" y="694"/>
                </a:lnTo>
                <a:lnTo>
                  <a:pt x="374" y="694"/>
                </a:lnTo>
                <a:lnTo>
                  <a:pt x="375" y="694"/>
                </a:lnTo>
                <a:lnTo>
                  <a:pt x="375" y="695"/>
                </a:lnTo>
                <a:lnTo>
                  <a:pt x="374" y="695"/>
                </a:lnTo>
                <a:lnTo>
                  <a:pt x="374" y="696"/>
                </a:lnTo>
                <a:lnTo>
                  <a:pt x="374" y="697"/>
                </a:lnTo>
                <a:lnTo>
                  <a:pt x="373" y="697"/>
                </a:lnTo>
                <a:lnTo>
                  <a:pt x="373" y="698"/>
                </a:lnTo>
                <a:lnTo>
                  <a:pt x="373" y="699"/>
                </a:lnTo>
                <a:lnTo>
                  <a:pt x="373" y="700"/>
                </a:lnTo>
                <a:lnTo>
                  <a:pt x="374" y="700"/>
                </a:lnTo>
                <a:lnTo>
                  <a:pt x="375" y="700"/>
                </a:lnTo>
                <a:lnTo>
                  <a:pt x="375" y="701"/>
                </a:lnTo>
                <a:lnTo>
                  <a:pt x="375" y="702"/>
                </a:lnTo>
                <a:lnTo>
                  <a:pt x="374" y="702"/>
                </a:lnTo>
                <a:lnTo>
                  <a:pt x="373" y="702"/>
                </a:lnTo>
                <a:lnTo>
                  <a:pt x="373" y="703"/>
                </a:lnTo>
                <a:lnTo>
                  <a:pt x="372" y="703"/>
                </a:lnTo>
                <a:lnTo>
                  <a:pt x="373" y="703"/>
                </a:lnTo>
                <a:lnTo>
                  <a:pt x="373" y="704"/>
                </a:lnTo>
                <a:lnTo>
                  <a:pt x="373" y="705"/>
                </a:lnTo>
                <a:lnTo>
                  <a:pt x="373" y="706"/>
                </a:lnTo>
                <a:lnTo>
                  <a:pt x="373" y="707"/>
                </a:lnTo>
                <a:lnTo>
                  <a:pt x="372" y="707"/>
                </a:lnTo>
                <a:lnTo>
                  <a:pt x="371" y="707"/>
                </a:lnTo>
                <a:lnTo>
                  <a:pt x="371" y="708"/>
                </a:lnTo>
                <a:lnTo>
                  <a:pt x="371" y="709"/>
                </a:lnTo>
                <a:lnTo>
                  <a:pt x="371" y="710"/>
                </a:lnTo>
                <a:lnTo>
                  <a:pt x="371" y="711"/>
                </a:lnTo>
                <a:lnTo>
                  <a:pt x="371" y="712"/>
                </a:lnTo>
                <a:lnTo>
                  <a:pt x="370" y="712"/>
                </a:lnTo>
                <a:lnTo>
                  <a:pt x="370" y="711"/>
                </a:lnTo>
                <a:lnTo>
                  <a:pt x="369" y="711"/>
                </a:lnTo>
                <a:lnTo>
                  <a:pt x="369" y="712"/>
                </a:lnTo>
                <a:lnTo>
                  <a:pt x="368" y="712"/>
                </a:lnTo>
                <a:lnTo>
                  <a:pt x="367" y="712"/>
                </a:lnTo>
                <a:lnTo>
                  <a:pt x="366" y="712"/>
                </a:lnTo>
                <a:lnTo>
                  <a:pt x="365" y="712"/>
                </a:lnTo>
                <a:lnTo>
                  <a:pt x="365" y="713"/>
                </a:lnTo>
                <a:lnTo>
                  <a:pt x="365" y="714"/>
                </a:lnTo>
                <a:lnTo>
                  <a:pt x="365" y="713"/>
                </a:lnTo>
                <a:lnTo>
                  <a:pt x="364" y="714"/>
                </a:lnTo>
                <a:lnTo>
                  <a:pt x="364" y="715"/>
                </a:lnTo>
                <a:lnTo>
                  <a:pt x="364" y="716"/>
                </a:lnTo>
                <a:lnTo>
                  <a:pt x="364" y="717"/>
                </a:lnTo>
                <a:lnTo>
                  <a:pt x="365" y="717"/>
                </a:lnTo>
                <a:lnTo>
                  <a:pt x="365" y="718"/>
                </a:lnTo>
                <a:lnTo>
                  <a:pt x="366" y="718"/>
                </a:lnTo>
                <a:lnTo>
                  <a:pt x="366" y="719"/>
                </a:lnTo>
                <a:lnTo>
                  <a:pt x="366" y="720"/>
                </a:lnTo>
                <a:lnTo>
                  <a:pt x="366" y="721"/>
                </a:lnTo>
                <a:lnTo>
                  <a:pt x="367" y="721"/>
                </a:lnTo>
                <a:lnTo>
                  <a:pt x="368" y="721"/>
                </a:lnTo>
                <a:lnTo>
                  <a:pt x="367" y="721"/>
                </a:lnTo>
                <a:lnTo>
                  <a:pt x="367" y="722"/>
                </a:lnTo>
                <a:lnTo>
                  <a:pt x="368" y="722"/>
                </a:lnTo>
                <a:lnTo>
                  <a:pt x="367" y="722"/>
                </a:lnTo>
                <a:lnTo>
                  <a:pt x="367" y="723"/>
                </a:lnTo>
                <a:lnTo>
                  <a:pt x="368" y="723"/>
                </a:lnTo>
                <a:lnTo>
                  <a:pt x="369" y="723"/>
                </a:lnTo>
                <a:lnTo>
                  <a:pt x="369" y="724"/>
                </a:lnTo>
                <a:lnTo>
                  <a:pt x="368" y="724"/>
                </a:lnTo>
                <a:lnTo>
                  <a:pt x="368" y="725"/>
                </a:lnTo>
                <a:lnTo>
                  <a:pt x="368" y="726"/>
                </a:lnTo>
                <a:lnTo>
                  <a:pt x="369" y="726"/>
                </a:lnTo>
                <a:lnTo>
                  <a:pt x="369" y="727"/>
                </a:lnTo>
                <a:lnTo>
                  <a:pt x="369" y="726"/>
                </a:lnTo>
                <a:lnTo>
                  <a:pt x="368" y="726"/>
                </a:lnTo>
                <a:lnTo>
                  <a:pt x="368" y="727"/>
                </a:lnTo>
                <a:lnTo>
                  <a:pt x="368" y="726"/>
                </a:lnTo>
                <a:lnTo>
                  <a:pt x="367" y="726"/>
                </a:lnTo>
                <a:lnTo>
                  <a:pt x="367" y="727"/>
                </a:lnTo>
                <a:lnTo>
                  <a:pt x="366" y="727"/>
                </a:lnTo>
                <a:lnTo>
                  <a:pt x="366" y="728"/>
                </a:lnTo>
                <a:lnTo>
                  <a:pt x="366" y="729"/>
                </a:lnTo>
                <a:lnTo>
                  <a:pt x="367" y="729"/>
                </a:lnTo>
                <a:lnTo>
                  <a:pt x="367" y="730"/>
                </a:lnTo>
                <a:lnTo>
                  <a:pt x="367" y="731"/>
                </a:lnTo>
                <a:lnTo>
                  <a:pt x="368" y="731"/>
                </a:lnTo>
                <a:lnTo>
                  <a:pt x="368" y="732"/>
                </a:lnTo>
                <a:lnTo>
                  <a:pt x="368" y="733"/>
                </a:lnTo>
                <a:lnTo>
                  <a:pt x="369" y="733"/>
                </a:lnTo>
                <a:lnTo>
                  <a:pt x="369" y="734"/>
                </a:lnTo>
                <a:lnTo>
                  <a:pt x="369" y="735"/>
                </a:lnTo>
                <a:lnTo>
                  <a:pt x="370" y="735"/>
                </a:lnTo>
                <a:lnTo>
                  <a:pt x="370" y="736"/>
                </a:lnTo>
                <a:lnTo>
                  <a:pt x="369" y="736"/>
                </a:lnTo>
                <a:lnTo>
                  <a:pt x="370" y="736"/>
                </a:lnTo>
                <a:lnTo>
                  <a:pt x="370" y="737"/>
                </a:lnTo>
                <a:lnTo>
                  <a:pt x="370" y="738"/>
                </a:lnTo>
                <a:lnTo>
                  <a:pt x="371" y="738"/>
                </a:lnTo>
                <a:lnTo>
                  <a:pt x="371" y="739"/>
                </a:lnTo>
                <a:lnTo>
                  <a:pt x="370" y="739"/>
                </a:lnTo>
                <a:lnTo>
                  <a:pt x="370" y="740"/>
                </a:lnTo>
                <a:lnTo>
                  <a:pt x="370" y="741"/>
                </a:lnTo>
                <a:lnTo>
                  <a:pt x="370" y="742"/>
                </a:lnTo>
                <a:lnTo>
                  <a:pt x="369" y="742"/>
                </a:lnTo>
                <a:lnTo>
                  <a:pt x="369" y="743"/>
                </a:lnTo>
                <a:lnTo>
                  <a:pt x="370" y="743"/>
                </a:lnTo>
                <a:lnTo>
                  <a:pt x="371" y="743"/>
                </a:lnTo>
                <a:lnTo>
                  <a:pt x="371" y="744"/>
                </a:lnTo>
                <a:lnTo>
                  <a:pt x="372" y="744"/>
                </a:lnTo>
                <a:lnTo>
                  <a:pt x="373" y="744"/>
                </a:lnTo>
                <a:lnTo>
                  <a:pt x="373" y="745"/>
                </a:lnTo>
                <a:lnTo>
                  <a:pt x="373" y="746"/>
                </a:lnTo>
                <a:lnTo>
                  <a:pt x="374" y="746"/>
                </a:lnTo>
                <a:lnTo>
                  <a:pt x="374" y="747"/>
                </a:lnTo>
                <a:lnTo>
                  <a:pt x="375" y="747"/>
                </a:lnTo>
                <a:lnTo>
                  <a:pt x="375" y="746"/>
                </a:lnTo>
                <a:lnTo>
                  <a:pt x="376" y="746"/>
                </a:lnTo>
                <a:lnTo>
                  <a:pt x="376" y="745"/>
                </a:lnTo>
                <a:lnTo>
                  <a:pt x="377" y="745"/>
                </a:lnTo>
                <a:lnTo>
                  <a:pt x="377" y="746"/>
                </a:lnTo>
                <a:lnTo>
                  <a:pt x="377" y="747"/>
                </a:lnTo>
                <a:lnTo>
                  <a:pt x="378" y="747"/>
                </a:lnTo>
                <a:lnTo>
                  <a:pt x="378" y="748"/>
                </a:lnTo>
                <a:lnTo>
                  <a:pt x="377" y="748"/>
                </a:lnTo>
                <a:lnTo>
                  <a:pt x="377" y="749"/>
                </a:lnTo>
                <a:lnTo>
                  <a:pt x="378" y="749"/>
                </a:lnTo>
                <a:lnTo>
                  <a:pt x="377" y="749"/>
                </a:lnTo>
                <a:lnTo>
                  <a:pt x="377" y="750"/>
                </a:lnTo>
                <a:lnTo>
                  <a:pt x="378" y="750"/>
                </a:lnTo>
                <a:lnTo>
                  <a:pt x="378" y="751"/>
                </a:lnTo>
                <a:lnTo>
                  <a:pt x="379" y="752"/>
                </a:lnTo>
                <a:lnTo>
                  <a:pt x="379" y="751"/>
                </a:lnTo>
                <a:lnTo>
                  <a:pt x="380" y="751"/>
                </a:lnTo>
                <a:lnTo>
                  <a:pt x="380" y="752"/>
                </a:lnTo>
                <a:lnTo>
                  <a:pt x="381" y="752"/>
                </a:lnTo>
                <a:lnTo>
                  <a:pt x="381" y="753"/>
                </a:lnTo>
                <a:lnTo>
                  <a:pt x="381" y="754"/>
                </a:lnTo>
                <a:lnTo>
                  <a:pt x="381" y="755"/>
                </a:lnTo>
                <a:lnTo>
                  <a:pt x="381" y="756"/>
                </a:lnTo>
                <a:lnTo>
                  <a:pt x="382" y="756"/>
                </a:lnTo>
                <a:lnTo>
                  <a:pt x="383" y="756"/>
                </a:lnTo>
                <a:lnTo>
                  <a:pt x="383" y="757"/>
                </a:lnTo>
                <a:lnTo>
                  <a:pt x="383" y="756"/>
                </a:lnTo>
                <a:lnTo>
                  <a:pt x="384" y="756"/>
                </a:lnTo>
                <a:lnTo>
                  <a:pt x="384" y="757"/>
                </a:lnTo>
                <a:lnTo>
                  <a:pt x="385" y="757"/>
                </a:lnTo>
                <a:lnTo>
                  <a:pt x="385" y="758"/>
                </a:lnTo>
                <a:lnTo>
                  <a:pt x="384" y="758"/>
                </a:lnTo>
                <a:lnTo>
                  <a:pt x="384" y="759"/>
                </a:lnTo>
                <a:lnTo>
                  <a:pt x="384" y="760"/>
                </a:lnTo>
                <a:lnTo>
                  <a:pt x="384" y="761"/>
                </a:lnTo>
                <a:lnTo>
                  <a:pt x="383" y="761"/>
                </a:lnTo>
                <a:lnTo>
                  <a:pt x="383" y="762"/>
                </a:lnTo>
                <a:lnTo>
                  <a:pt x="383" y="763"/>
                </a:lnTo>
                <a:lnTo>
                  <a:pt x="383" y="764"/>
                </a:lnTo>
                <a:lnTo>
                  <a:pt x="382" y="765"/>
                </a:lnTo>
                <a:lnTo>
                  <a:pt x="381" y="765"/>
                </a:lnTo>
                <a:lnTo>
                  <a:pt x="381" y="766"/>
                </a:lnTo>
                <a:lnTo>
                  <a:pt x="382" y="766"/>
                </a:lnTo>
                <a:lnTo>
                  <a:pt x="381" y="766"/>
                </a:lnTo>
                <a:lnTo>
                  <a:pt x="381" y="767"/>
                </a:lnTo>
                <a:lnTo>
                  <a:pt x="382" y="767"/>
                </a:lnTo>
                <a:lnTo>
                  <a:pt x="381" y="767"/>
                </a:lnTo>
                <a:lnTo>
                  <a:pt x="381" y="768"/>
                </a:lnTo>
                <a:lnTo>
                  <a:pt x="382" y="768"/>
                </a:lnTo>
                <a:lnTo>
                  <a:pt x="383" y="768"/>
                </a:lnTo>
                <a:lnTo>
                  <a:pt x="383" y="769"/>
                </a:lnTo>
                <a:lnTo>
                  <a:pt x="383" y="768"/>
                </a:lnTo>
                <a:lnTo>
                  <a:pt x="383" y="769"/>
                </a:lnTo>
                <a:lnTo>
                  <a:pt x="384" y="769"/>
                </a:lnTo>
                <a:lnTo>
                  <a:pt x="384" y="770"/>
                </a:lnTo>
                <a:lnTo>
                  <a:pt x="384" y="771"/>
                </a:lnTo>
                <a:lnTo>
                  <a:pt x="384" y="772"/>
                </a:lnTo>
                <a:lnTo>
                  <a:pt x="384" y="773"/>
                </a:lnTo>
                <a:lnTo>
                  <a:pt x="384" y="774"/>
                </a:lnTo>
                <a:lnTo>
                  <a:pt x="384" y="775"/>
                </a:lnTo>
                <a:lnTo>
                  <a:pt x="385" y="775"/>
                </a:lnTo>
                <a:lnTo>
                  <a:pt x="385" y="776"/>
                </a:lnTo>
                <a:lnTo>
                  <a:pt x="385" y="777"/>
                </a:lnTo>
                <a:lnTo>
                  <a:pt x="385" y="776"/>
                </a:lnTo>
                <a:lnTo>
                  <a:pt x="386" y="776"/>
                </a:lnTo>
                <a:lnTo>
                  <a:pt x="387" y="776"/>
                </a:lnTo>
                <a:lnTo>
                  <a:pt x="387" y="777"/>
                </a:lnTo>
                <a:lnTo>
                  <a:pt x="387" y="778"/>
                </a:lnTo>
                <a:lnTo>
                  <a:pt x="388" y="778"/>
                </a:lnTo>
                <a:lnTo>
                  <a:pt x="389" y="778"/>
                </a:lnTo>
                <a:lnTo>
                  <a:pt x="389" y="777"/>
                </a:lnTo>
                <a:lnTo>
                  <a:pt x="389" y="778"/>
                </a:lnTo>
                <a:lnTo>
                  <a:pt x="390" y="778"/>
                </a:lnTo>
                <a:lnTo>
                  <a:pt x="389" y="778"/>
                </a:lnTo>
                <a:lnTo>
                  <a:pt x="389" y="779"/>
                </a:lnTo>
                <a:lnTo>
                  <a:pt x="389" y="780"/>
                </a:lnTo>
                <a:lnTo>
                  <a:pt x="389" y="781"/>
                </a:lnTo>
                <a:lnTo>
                  <a:pt x="389" y="782"/>
                </a:lnTo>
                <a:lnTo>
                  <a:pt x="388" y="782"/>
                </a:lnTo>
                <a:lnTo>
                  <a:pt x="387" y="782"/>
                </a:lnTo>
                <a:lnTo>
                  <a:pt x="387" y="783"/>
                </a:lnTo>
                <a:lnTo>
                  <a:pt x="386" y="783"/>
                </a:lnTo>
                <a:lnTo>
                  <a:pt x="385" y="783"/>
                </a:lnTo>
                <a:lnTo>
                  <a:pt x="384" y="783"/>
                </a:lnTo>
                <a:lnTo>
                  <a:pt x="384" y="782"/>
                </a:lnTo>
                <a:lnTo>
                  <a:pt x="383" y="782"/>
                </a:lnTo>
                <a:lnTo>
                  <a:pt x="382" y="782"/>
                </a:lnTo>
                <a:lnTo>
                  <a:pt x="382" y="783"/>
                </a:lnTo>
                <a:lnTo>
                  <a:pt x="382" y="784"/>
                </a:lnTo>
                <a:lnTo>
                  <a:pt x="382" y="785"/>
                </a:lnTo>
                <a:lnTo>
                  <a:pt x="383" y="785"/>
                </a:lnTo>
                <a:lnTo>
                  <a:pt x="383" y="784"/>
                </a:lnTo>
                <a:lnTo>
                  <a:pt x="383" y="785"/>
                </a:lnTo>
                <a:lnTo>
                  <a:pt x="382" y="786"/>
                </a:lnTo>
                <a:lnTo>
                  <a:pt x="382" y="787"/>
                </a:lnTo>
                <a:lnTo>
                  <a:pt x="383" y="787"/>
                </a:lnTo>
                <a:lnTo>
                  <a:pt x="383" y="788"/>
                </a:lnTo>
                <a:lnTo>
                  <a:pt x="384" y="788"/>
                </a:lnTo>
                <a:lnTo>
                  <a:pt x="384" y="789"/>
                </a:lnTo>
                <a:lnTo>
                  <a:pt x="384" y="790"/>
                </a:lnTo>
                <a:lnTo>
                  <a:pt x="383" y="790"/>
                </a:lnTo>
                <a:lnTo>
                  <a:pt x="383" y="791"/>
                </a:lnTo>
                <a:lnTo>
                  <a:pt x="382" y="791"/>
                </a:lnTo>
                <a:lnTo>
                  <a:pt x="382" y="792"/>
                </a:lnTo>
                <a:lnTo>
                  <a:pt x="381" y="792"/>
                </a:lnTo>
                <a:lnTo>
                  <a:pt x="381" y="793"/>
                </a:lnTo>
                <a:lnTo>
                  <a:pt x="381" y="794"/>
                </a:lnTo>
                <a:lnTo>
                  <a:pt x="382" y="794"/>
                </a:lnTo>
                <a:lnTo>
                  <a:pt x="381" y="794"/>
                </a:lnTo>
                <a:lnTo>
                  <a:pt x="381" y="795"/>
                </a:lnTo>
                <a:lnTo>
                  <a:pt x="382" y="795"/>
                </a:lnTo>
                <a:lnTo>
                  <a:pt x="382" y="796"/>
                </a:lnTo>
                <a:lnTo>
                  <a:pt x="382" y="797"/>
                </a:lnTo>
                <a:lnTo>
                  <a:pt x="382" y="798"/>
                </a:lnTo>
                <a:lnTo>
                  <a:pt x="381" y="798"/>
                </a:lnTo>
                <a:lnTo>
                  <a:pt x="382" y="798"/>
                </a:lnTo>
                <a:lnTo>
                  <a:pt x="382" y="799"/>
                </a:lnTo>
                <a:lnTo>
                  <a:pt x="382" y="800"/>
                </a:lnTo>
                <a:lnTo>
                  <a:pt x="382" y="801"/>
                </a:lnTo>
                <a:lnTo>
                  <a:pt x="382" y="800"/>
                </a:lnTo>
                <a:lnTo>
                  <a:pt x="381" y="800"/>
                </a:lnTo>
                <a:lnTo>
                  <a:pt x="381" y="801"/>
                </a:lnTo>
                <a:lnTo>
                  <a:pt x="381" y="802"/>
                </a:lnTo>
                <a:lnTo>
                  <a:pt x="381" y="803"/>
                </a:lnTo>
                <a:lnTo>
                  <a:pt x="381" y="804"/>
                </a:lnTo>
                <a:lnTo>
                  <a:pt x="381" y="805"/>
                </a:lnTo>
                <a:lnTo>
                  <a:pt x="380" y="805"/>
                </a:lnTo>
                <a:lnTo>
                  <a:pt x="380" y="806"/>
                </a:lnTo>
                <a:lnTo>
                  <a:pt x="380" y="807"/>
                </a:lnTo>
                <a:lnTo>
                  <a:pt x="380" y="808"/>
                </a:lnTo>
                <a:lnTo>
                  <a:pt x="380" y="809"/>
                </a:lnTo>
                <a:lnTo>
                  <a:pt x="381" y="809"/>
                </a:lnTo>
                <a:lnTo>
                  <a:pt x="381" y="810"/>
                </a:lnTo>
                <a:lnTo>
                  <a:pt x="381" y="811"/>
                </a:lnTo>
                <a:lnTo>
                  <a:pt x="382" y="811"/>
                </a:lnTo>
                <a:lnTo>
                  <a:pt x="382" y="812"/>
                </a:lnTo>
                <a:lnTo>
                  <a:pt x="383" y="812"/>
                </a:lnTo>
                <a:lnTo>
                  <a:pt x="383" y="813"/>
                </a:lnTo>
                <a:lnTo>
                  <a:pt x="384" y="812"/>
                </a:lnTo>
                <a:lnTo>
                  <a:pt x="385" y="812"/>
                </a:lnTo>
                <a:lnTo>
                  <a:pt x="385" y="813"/>
                </a:lnTo>
                <a:lnTo>
                  <a:pt x="385" y="812"/>
                </a:lnTo>
                <a:lnTo>
                  <a:pt x="385" y="813"/>
                </a:lnTo>
                <a:lnTo>
                  <a:pt x="385" y="812"/>
                </a:lnTo>
                <a:lnTo>
                  <a:pt x="386" y="812"/>
                </a:lnTo>
                <a:lnTo>
                  <a:pt x="386" y="813"/>
                </a:lnTo>
                <a:lnTo>
                  <a:pt x="386" y="814"/>
                </a:lnTo>
                <a:lnTo>
                  <a:pt x="387" y="814"/>
                </a:lnTo>
                <a:lnTo>
                  <a:pt x="387" y="815"/>
                </a:lnTo>
                <a:lnTo>
                  <a:pt x="388" y="815"/>
                </a:lnTo>
                <a:lnTo>
                  <a:pt x="388" y="816"/>
                </a:lnTo>
                <a:lnTo>
                  <a:pt x="388" y="815"/>
                </a:lnTo>
                <a:lnTo>
                  <a:pt x="389" y="815"/>
                </a:lnTo>
                <a:lnTo>
                  <a:pt x="389" y="816"/>
                </a:lnTo>
                <a:lnTo>
                  <a:pt x="390" y="816"/>
                </a:lnTo>
                <a:lnTo>
                  <a:pt x="390" y="817"/>
                </a:lnTo>
                <a:lnTo>
                  <a:pt x="390" y="818"/>
                </a:lnTo>
                <a:lnTo>
                  <a:pt x="389" y="818"/>
                </a:lnTo>
                <a:lnTo>
                  <a:pt x="389" y="819"/>
                </a:lnTo>
                <a:lnTo>
                  <a:pt x="390" y="819"/>
                </a:lnTo>
                <a:lnTo>
                  <a:pt x="389" y="819"/>
                </a:lnTo>
                <a:lnTo>
                  <a:pt x="390" y="819"/>
                </a:lnTo>
                <a:lnTo>
                  <a:pt x="390" y="820"/>
                </a:lnTo>
                <a:lnTo>
                  <a:pt x="390" y="821"/>
                </a:lnTo>
                <a:lnTo>
                  <a:pt x="389" y="821"/>
                </a:lnTo>
                <a:lnTo>
                  <a:pt x="389" y="820"/>
                </a:lnTo>
                <a:lnTo>
                  <a:pt x="387" y="820"/>
                </a:lnTo>
                <a:lnTo>
                  <a:pt x="387" y="821"/>
                </a:lnTo>
                <a:lnTo>
                  <a:pt x="386" y="821"/>
                </a:lnTo>
                <a:lnTo>
                  <a:pt x="385" y="821"/>
                </a:lnTo>
                <a:lnTo>
                  <a:pt x="385" y="822"/>
                </a:lnTo>
                <a:lnTo>
                  <a:pt x="385" y="823"/>
                </a:lnTo>
                <a:lnTo>
                  <a:pt x="385" y="824"/>
                </a:lnTo>
                <a:lnTo>
                  <a:pt x="385" y="825"/>
                </a:lnTo>
                <a:lnTo>
                  <a:pt x="384" y="825"/>
                </a:lnTo>
                <a:lnTo>
                  <a:pt x="384" y="826"/>
                </a:lnTo>
                <a:lnTo>
                  <a:pt x="383" y="826"/>
                </a:lnTo>
                <a:lnTo>
                  <a:pt x="383" y="827"/>
                </a:lnTo>
                <a:lnTo>
                  <a:pt x="382" y="827"/>
                </a:lnTo>
                <a:lnTo>
                  <a:pt x="381" y="827"/>
                </a:lnTo>
                <a:lnTo>
                  <a:pt x="380" y="827"/>
                </a:lnTo>
                <a:lnTo>
                  <a:pt x="379" y="827"/>
                </a:lnTo>
                <a:lnTo>
                  <a:pt x="378" y="827"/>
                </a:lnTo>
                <a:lnTo>
                  <a:pt x="377" y="827"/>
                </a:lnTo>
                <a:lnTo>
                  <a:pt x="377" y="826"/>
                </a:lnTo>
                <a:lnTo>
                  <a:pt x="377" y="825"/>
                </a:lnTo>
                <a:lnTo>
                  <a:pt x="377" y="824"/>
                </a:lnTo>
                <a:lnTo>
                  <a:pt x="376" y="824"/>
                </a:lnTo>
                <a:lnTo>
                  <a:pt x="376" y="823"/>
                </a:lnTo>
                <a:lnTo>
                  <a:pt x="375" y="823"/>
                </a:lnTo>
                <a:lnTo>
                  <a:pt x="375" y="822"/>
                </a:lnTo>
                <a:lnTo>
                  <a:pt x="375" y="821"/>
                </a:lnTo>
                <a:lnTo>
                  <a:pt x="374" y="821"/>
                </a:lnTo>
                <a:lnTo>
                  <a:pt x="374" y="822"/>
                </a:lnTo>
                <a:lnTo>
                  <a:pt x="373" y="822"/>
                </a:lnTo>
                <a:lnTo>
                  <a:pt x="372" y="822"/>
                </a:lnTo>
                <a:lnTo>
                  <a:pt x="371" y="822"/>
                </a:lnTo>
                <a:lnTo>
                  <a:pt x="371" y="823"/>
                </a:lnTo>
                <a:lnTo>
                  <a:pt x="370" y="823"/>
                </a:lnTo>
                <a:lnTo>
                  <a:pt x="370" y="824"/>
                </a:lnTo>
                <a:lnTo>
                  <a:pt x="369" y="824"/>
                </a:lnTo>
                <a:lnTo>
                  <a:pt x="368" y="824"/>
                </a:lnTo>
                <a:lnTo>
                  <a:pt x="368" y="823"/>
                </a:lnTo>
                <a:lnTo>
                  <a:pt x="367" y="823"/>
                </a:lnTo>
                <a:lnTo>
                  <a:pt x="367" y="822"/>
                </a:lnTo>
                <a:lnTo>
                  <a:pt x="368" y="822"/>
                </a:lnTo>
                <a:lnTo>
                  <a:pt x="368" y="821"/>
                </a:lnTo>
                <a:lnTo>
                  <a:pt x="369" y="821"/>
                </a:lnTo>
                <a:lnTo>
                  <a:pt x="369" y="820"/>
                </a:lnTo>
                <a:lnTo>
                  <a:pt x="368" y="820"/>
                </a:lnTo>
                <a:lnTo>
                  <a:pt x="369" y="820"/>
                </a:lnTo>
                <a:lnTo>
                  <a:pt x="369" y="819"/>
                </a:lnTo>
                <a:lnTo>
                  <a:pt x="370" y="819"/>
                </a:lnTo>
                <a:lnTo>
                  <a:pt x="369" y="819"/>
                </a:lnTo>
                <a:lnTo>
                  <a:pt x="369" y="818"/>
                </a:lnTo>
                <a:lnTo>
                  <a:pt x="369" y="817"/>
                </a:lnTo>
                <a:lnTo>
                  <a:pt x="368" y="817"/>
                </a:lnTo>
                <a:lnTo>
                  <a:pt x="368" y="818"/>
                </a:lnTo>
                <a:lnTo>
                  <a:pt x="367" y="818"/>
                </a:lnTo>
                <a:lnTo>
                  <a:pt x="367" y="817"/>
                </a:lnTo>
                <a:lnTo>
                  <a:pt x="366" y="817"/>
                </a:lnTo>
                <a:lnTo>
                  <a:pt x="365" y="817"/>
                </a:lnTo>
                <a:lnTo>
                  <a:pt x="364" y="817"/>
                </a:lnTo>
                <a:lnTo>
                  <a:pt x="364" y="816"/>
                </a:lnTo>
                <a:lnTo>
                  <a:pt x="364" y="817"/>
                </a:lnTo>
                <a:lnTo>
                  <a:pt x="364" y="816"/>
                </a:lnTo>
                <a:lnTo>
                  <a:pt x="363" y="816"/>
                </a:lnTo>
                <a:lnTo>
                  <a:pt x="362" y="816"/>
                </a:lnTo>
                <a:lnTo>
                  <a:pt x="362" y="817"/>
                </a:lnTo>
                <a:lnTo>
                  <a:pt x="361" y="817"/>
                </a:lnTo>
                <a:lnTo>
                  <a:pt x="361" y="816"/>
                </a:lnTo>
                <a:lnTo>
                  <a:pt x="360" y="816"/>
                </a:lnTo>
                <a:lnTo>
                  <a:pt x="360" y="817"/>
                </a:lnTo>
                <a:lnTo>
                  <a:pt x="359" y="817"/>
                </a:lnTo>
                <a:lnTo>
                  <a:pt x="358" y="817"/>
                </a:lnTo>
                <a:lnTo>
                  <a:pt x="357" y="817"/>
                </a:lnTo>
                <a:lnTo>
                  <a:pt x="358" y="817"/>
                </a:lnTo>
                <a:lnTo>
                  <a:pt x="357" y="817"/>
                </a:lnTo>
                <a:lnTo>
                  <a:pt x="357" y="818"/>
                </a:lnTo>
                <a:lnTo>
                  <a:pt x="356" y="818"/>
                </a:lnTo>
                <a:lnTo>
                  <a:pt x="355" y="819"/>
                </a:lnTo>
                <a:lnTo>
                  <a:pt x="355" y="818"/>
                </a:lnTo>
                <a:lnTo>
                  <a:pt x="353" y="818"/>
                </a:lnTo>
                <a:lnTo>
                  <a:pt x="352" y="818"/>
                </a:lnTo>
                <a:lnTo>
                  <a:pt x="352" y="819"/>
                </a:lnTo>
                <a:lnTo>
                  <a:pt x="351" y="819"/>
                </a:lnTo>
                <a:lnTo>
                  <a:pt x="350" y="819"/>
                </a:lnTo>
                <a:lnTo>
                  <a:pt x="350" y="818"/>
                </a:lnTo>
                <a:lnTo>
                  <a:pt x="350" y="819"/>
                </a:lnTo>
                <a:lnTo>
                  <a:pt x="349" y="819"/>
                </a:lnTo>
                <a:lnTo>
                  <a:pt x="348" y="819"/>
                </a:lnTo>
                <a:lnTo>
                  <a:pt x="348" y="820"/>
                </a:lnTo>
                <a:lnTo>
                  <a:pt x="347" y="820"/>
                </a:lnTo>
                <a:lnTo>
                  <a:pt x="347" y="821"/>
                </a:lnTo>
                <a:lnTo>
                  <a:pt x="346" y="821"/>
                </a:lnTo>
                <a:lnTo>
                  <a:pt x="345" y="821"/>
                </a:lnTo>
                <a:lnTo>
                  <a:pt x="345" y="822"/>
                </a:lnTo>
                <a:lnTo>
                  <a:pt x="345" y="821"/>
                </a:lnTo>
                <a:lnTo>
                  <a:pt x="345" y="822"/>
                </a:lnTo>
                <a:lnTo>
                  <a:pt x="344" y="822"/>
                </a:lnTo>
                <a:lnTo>
                  <a:pt x="344" y="823"/>
                </a:lnTo>
                <a:lnTo>
                  <a:pt x="344" y="822"/>
                </a:lnTo>
                <a:lnTo>
                  <a:pt x="343" y="822"/>
                </a:lnTo>
                <a:lnTo>
                  <a:pt x="342" y="822"/>
                </a:lnTo>
                <a:lnTo>
                  <a:pt x="342" y="823"/>
                </a:lnTo>
                <a:lnTo>
                  <a:pt x="341" y="823"/>
                </a:lnTo>
                <a:lnTo>
                  <a:pt x="341" y="824"/>
                </a:lnTo>
                <a:lnTo>
                  <a:pt x="340" y="824"/>
                </a:lnTo>
                <a:lnTo>
                  <a:pt x="340" y="823"/>
                </a:lnTo>
                <a:lnTo>
                  <a:pt x="339" y="823"/>
                </a:lnTo>
                <a:lnTo>
                  <a:pt x="339" y="822"/>
                </a:lnTo>
                <a:lnTo>
                  <a:pt x="338" y="822"/>
                </a:lnTo>
                <a:lnTo>
                  <a:pt x="337" y="822"/>
                </a:lnTo>
                <a:lnTo>
                  <a:pt x="337" y="821"/>
                </a:lnTo>
                <a:lnTo>
                  <a:pt x="336" y="821"/>
                </a:lnTo>
                <a:lnTo>
                  <a:pt x="337" y="821"/>
                </a:lnTo>
                <a:lnTo>
                  <a:pt x="337" y="819"/>
                </a:lnTo>
                <a:lnTo>
                  <a:pt x="336" y="819"/>
                </a:lnTo>
                <a:lnTo>
                  <a:pt x="335" y="819"/>
                </a:lnTo>
                <a:lnTo>
                  <a:pt x="335" y="818"/>
                </a:lnTo>
                <a:lnTo>
                  <a:pt x="334" y="818"/>
                </a:lnTo>
                <a:lnTo>
                  <a:pt x="334" y="817"/>
                </a:lnTo>
                <a:lnTo>
                  <a:pt x="335" y="817"/>
                </a:lnTo>
                <a:lnTo>
                  <a:pt x="335" y="816"/>
                </a:lnTo>
                <a:lnTo>
                  <a:pt x="334" y="816"/>
                </a:lnTo>
                <a:lnTo>
                  <a:pt x="335" y="816"/>
                </a:lnTo>
                <a:lnTo>
                  <a:pt x="335" y="815"/>
                </a:lnTo>
                <a:lnTo>
                  <a:pt x="336" y="815"/>
                </a:lnTo>
                <a:lnTo>
                  <a:pt x="336" y="814"/>
                </a:lnTo>
                <a:lnTo>
                  <a:pt x="337" y="814"/>
                </a:lnTo>
                <a:lnTo>
                  <a:pt x="337" y="813"/>
                </a:lnTo>
                <a:lnTo>
                  <a:pt x="337" y="812"/>
                </a:lnTo>
                <a:lnTo>
                  <a:pt x="337" y="811"/>
                </a:lnTo>
                <a:lnTo>
                  <a:pt x="336" y="811"/>
                </a:lnTo>
                <a:lnTo>
                  <a:pt x="336" y="810"/>
                </a:lnTo>
                <a:lnTo>
                  <a:pt x="335" y="810"/>
                </a:lnTo>
                <a:lnTo>
                  <a:pt x="334" y="810"/>
                </a:lnTo>
                <a:lnTo>
                  <a:pt x="334" y="809"/>
                </a:lnTo>
                <a:lnTo>
                  <a:pt x="333" y="809"/>
                </a:lnTo>
                <a:lnTo>
                  <a:pt x="332" y="809"/>
                </a:lnTo>
                <a:lnTo>
                  <a:pt x="331" y="809"/>
                </a:lnTo>
                <a:lnTo>
                  <a:pt x="331" y="808"/>
                </a:lnTo>
                <a:lnTo>
                  <a:pt x="331" y="807"/>
                </a:lnTo>
                <a:lnTo>
                  <a:pt x="330" y="807"/>
                </a:lnTo>
                <a:lnTo>
                  <a:pt x="331" y="807"/>
                </a:lnTo>
                <a:lnTo>
                  <a:pt x="331" y="806"/>
                </a:lnTo>
                <a:lnTo>
                  <a:pt x="330" y="806"/>
                </a:lnTo>
                <a:lnTo>
                  <a:pt x="330" y="805"/>
                </a:lnTo>
                <a:lnTo>
                  <a:pt x="329" y="805"/>
                </a:lnTo>
                <a:lnTo>
                  <a:pt x="329" y="804"/>
                </a:lnTo>
                <a:lnTo>
                  <a:pt x="329" y="803"/>
                </a:lnTo>
                <a:lnTo>
                  <a:pt x="328" y="803"/>
                </a:lnTo>
                <a:lnTo>
                  <a:pt x="328" y="802"/>
                </a:lnTo>
                <a:lnTo>
                  <a:pt x="328" y="801"/>
                </a:lnTo>
                <a:lnTo>
                  <a:pt x="327" y="801"/>
                </a:lnTo>
                <a:lnTo>
                  <a:pt x="327" y="800"/>
                </a:lnTo>
                <a:lnTo>
                  <a:pt x="328" y="800"/>
                </a:lnTo>
                <a:lnTo>
                  <a:pt x="328" y="799"/>
                </a:lnTo>
                <a:lnTo>
                  <a:pt x="329" y="799"/>
                </a:lnTo>
                <a:lnTo>
                  <a:pt x="330" y="799"/>
                </a:lnTo>
                <a:lnTo>
                  <a:pt x="330" y="800"/>
                </a:lnTo>
                <a:lnTo>
                  <a:pt x="330" y="799"/>
                </a:lnTo>
                <a:lnTo>
                  <a:pt x="331" y="799"/>
                </a:lnTo>
                <a:lnTo>
                  <a:pt x="332" y="799"/>
                </a:lnTo>
                <a:lnTo>
                  <a:pt x="332" y="798"/>
                </a:lnTo>
                <a:lnTo>
                  <a:pt x="332" y="797"/>
                </a:lnTo>
                <a:lnTo>
                  <a:pt x="332" y="796"/>
                </a:lnTo>
                <a:lnTo>
                  <a:pt x="332" y="795"/>
                </a:lnTo>
                <a:lnTo>
                  <a:pt x="332" y="794"/>
                </a:lnTo>
                <a:lnTo>
                  <a:pt x="331" y="794"/>
                </a:lnTo>
                <a:lnTo>
                  <a:pt x="332" y="793"/>
                </a:lnTo>
                <a:lnTo>
                  <a:pt x="333" y="793"/>
                </a:lnTo>
                <a:lnTo>
                  <a:pt x="333" y="792"/>
                </a:lnTo>
                <a:lnTo>
                  <a:pt x="334" y="792"/>
                </a:lnTo>
                <a:lnTo>
                  <a:pt x="334" y="791"/>
                </a:lnTo>
                <a:lnTo>
                  <a:pt x="333" y="791"/>
                </a:lnTo>
                <a:lnTo>
                  <a:pt x="333" y="790"/>
                </a:lnTo>
                <a:lnTo>
                  <a:pt x="333" y="789"/>
                </a:lnTo>
                <a:lnTo>
                  <a:pt x="333" y="788"/>
                </a:lnTo>
                <a:lnTo>
                  <a:pt x="333" y="787"/>
                </a:lnTo>
                <a:lnTo>
                  <a:pt x="334" y="787"/>
                </a:lnTo>
                <a:lnTo>
                  <a:pt x="333" y="787"/>
                </a:lnTo>
                <a:lnTo>
                  <a:pt x="333" y="786"/>
                </a:lnTo>
                <a:lnTo>
                  <a:pt x="334" y="786"/>
                </a:lnTo>
                <a:lnTo>
                  <a:pt x="333" y="786"/>
                </a:lnTo>
                <a:lnTo>
                  <a:pt x="333" y="785"/>
                </a:lnTo>
                <a:lnTo>
                  <a:pt x="332" y="785"/>
                </a:lnTo>
                <a:lnTo>
                  <a:pt x="331" y="785"/>
                </a:lnTo>
                <a:lnTo>
                  <a:pt x="330" y="785"/>
                </a:lnTo>
                <a:lnTo>
                  <a:pt x="330" y="784"/>
                </a:lnTo>
                <a:lnTo>
                  <a:pt x="330" y="785"/>
                </a:lnTo>
                <a:lnTo>
                  <a:pt x="329" y="785"/>
                </a:lnTo>
                <a:lnTo>
                  <a:pt x="329" y="784"/>
                </a:lnTo>
                <a:lnTo>
                  <a:pt x="328" y="784"/>
                </a:lnTo>
                <a:lnTo>
                  <a:pt x="327" y="784"/>
                </a:lnTo>
                <a:lnTo>
                  <a:pt x="327" y="783"/>
                </a:lnTo>
                <a:lnTo>
                  <a:pt x="327" y="782"/>
                </a:lnTo>
                <a:lnTo>
                  <a:pt x="328" y="782"/>
                </a:lnTo>
                <a:lnTo>
                  <a:pt x="329" y="782"/>
                </a:lnTo>
                <a:lnTo>
                  <a:pt x="329" y="781"/>
                </a:lnTo>
                <a:lnTo>
                  <a:pt x="329" y="782"/>
                </a:lnTo>
                <a:lnTo>
                  <a:pt x="330" y="781"/>
                </a:lnTo>
                <a:lnTo>
                  <a:pt x="330" y="780"/>
                </a:lnTo>
                <a:lnTo>
                  <a:pt x="329" y="780"/>
                </a:lnTo>
                <a:lnTo>
                  <a:pt x="329" y="779"/>
                </a:lnTo>
                <a:lnTo>
                  <a:pt x="329" y="778"/>
                </a:lnTo>
                <a:lnTo>
                  <a:pt x="329" y="777"/>
                </a:lnTo>
                <a:lnTo>
                  <a:pt x="329" y="776"/>
                </a:lnTo>
                <a:lnTo>
                  <a:pt x="328" y="776"/>
                </a:lnTo>
                <a:lnTo>
                  <a:pt x="328" y="775"/>
                </a:lnTo>
                <a:lnTo>
                  <a:pt x="328" y="774"/>
                </a:lnTo>
                <a:lnTo>
                  <a:pt x="328" y="773"/>
                </a:lnTo>
                <a:lnTo>
                  <a:pt x="327" y="773"/>
                </a:lnTo>
                <a:lnTo>
                  <a:pt x="326" y="773"/>
                </a:lnTo>
                <a:lnTo>
                  <a:pt x="326" y="772"/>
                </a:lnTo>
                <a:lnTo>
                  <a:pt x="326" y="771"/>
                </a:lnTo>
                <a:lnTo>
                  <a:pt x="325" y="771"/>
                </a:lnTo>
                <a:lnTo>
                  <a:pt x="325" y="772"/>
                </a:lnTo>
                <a:lnTo>
                  <a:pt x="325" y="771"/>
                </a:lnTo>
                <a:lnTo>
                  <a:pt x="325" y="770"/>
                </a:lnTo>
                <a:lnTo>
                  <a:pt x="325" y="768"/>
                </a:lnTo>
                <a:lnTo>
                  <a:pt x="325" y="767"/>
                </a:lnTo>
                <a:lnTo>
                  <a:pt x="324" y="767"/>
                </a:lnTo>
                <a:lnTo>
                  <a:pt x="324" y="766"/>
                </a:lnTo>
                <a:lnTo>
                  <a:pt x="324" y="765"/>
                </a:lnTo>
                <a:lnTo>
                  <a:pt x="324" y="764"/>
                </a:lnTo>
                <a:lnTo>
                  <a:pt x="325" y="764"/>
                </a:lnTo>
                <a:lnTo>
                  <a:pt x="325" y="763"/>
                </a:lnTo>
                <a:lnTo>
                  <a:pt x="325" y="762"/>
                </a:lnTo>
                <a:lnTo>
                  <a:pt x="325" y="763"/>
                </a:lnTo>
                <a:lnTo>
                  <a:pt x="324" y="763"/>
                </a:lnTo>
                <a:lnTo>
                  <a:pt x="323" y="762"/>
                </a:lnTo>
                <a:lnTo>
                  <a:pt x="323" y="763"/>
                </a:lnTo>
                <a:lnTo>
                  <a:pt x="322" y="763"/>
                </a:lnTo>
                <a:lnTo>
                  <a:pt x="322" y="764"/>
                </a:lnTo>
                <a:lnTo>
                  <a:pt x="321" y="764"/>
                </a:lnTo>
                <a:lnTo>
                  <a:pt x="320" y="764"/>
                </a:lnTo>
                <a:lnTo>
                  <a:pt x="320" y="765"/>
                </a:lnTo>
                <a:lnTo>
                  <a:pt x="319" y="765"/>
                </a:lnTo>
                <a:lnTo>
                  <a:pt x="319" y="766"/>
                </a:lnTo>
                <a:lnTo>
                  <a:pt x="318" y="766"/>
                </a:lnTo>
                <a:lnTo>
                  <a:pt x="318" y="767"/>
                </a:lnTo>
                <a:lnTo>
                  <a:pt x="317" y="767"/>
                </a:lnTo>
                <a:lnTo>
                  <a:pt x="317" y="768"/>
                </a:lnTo>
                <a:lnTo>
                  <a:pt x="316" y="768"/>
                </a:lnTo>
                <a:lnTo>
                  <a:pt x="316" y="769"/>
                </a:lnTo>
                <a:lnTo>
                  <a:pt x="315" y="769"/>
                </a:lnTo>
                <a:lnTo>
                  <a:pt x="316" y="769"/>
                </a:lnTo>
                <a:lnTo>
                  <a:pt x="315" y="769"/>
                </a:lnTo>
                <a:lnTo>
                  <a:pt x="315" y="770"/>
                </a:lnTo>
                <a:lnTo>
                  <a:pt x="314" y="770"/>
                </a:lnTo>
                <a:lnTo>
                  <a:pt x="313" y="770"/>
                </a:lnTo>
                <a:lnTo>
                  <a:pt x="312" y="770"/>
                </a:lnTo>
                <a:lnTo>
                  <a:pt x="312" y="771"/>
                </a:lnTo>
                <a:lnTo>
                  <a:pt x="312" y="770"/>
                </a:lnTo>
                <a:lnTo>
                  <a:pt x="312" y="771"/>
                </a:lnTo>
                <a:lnTo>
                  <a:pt x="311" y="771"/>
                </a:lnTo>
                <a:lnTo>
                  <a:pt x="311" y="770"/>
                </a:lnTo>
                <a:lnTo>
                  <a:pt x="311" y="771"/>
                </a:lnTo>
                <a:lnTo>
                  <a:pt x="310" y="771"/>
                </a:lnTo>
                <a:lnTo>
                  <a:pt x="310" y="770"/>
                </a:lnTo>
                <a:lnTo>
                  <a:pt x="310" y="771"/>
                </a:lnTo>
                <a:lnTo>
                  <a:pt x="310" y="770"/>
                </a:lnTo>
                <a:lnTo>
                  <a:pt x="309" y="770"/>
                </a:lnTo>
                <a:lnTo>
                  <a:pt x="309" y="771"/>
                </a:lnTo>
                <a:lnTo>
                  <a:pt x="308" y="771"/>
                </a:lnTo>
                <a:lnTo>
                  <a:pt x="308" y="772"/>
                </a:lnTo>
                <a:lnTo>
                  <a:pt x="307" y="772"/>
                </a:lnTo>
                <a:lnTo>
                  <a:pt x="307" y="771"/>
                </a:lnTo>
                <a:lnTo>
                  <a:pt x="307" y="772"/>
                </a:lnTo>
                <a:lnTo>
                  <a:pt x="307" y="771"/>
                </a:lnTo>
                <a:lnTo>
                  <a:pt x="306" y="771"/>
                </a:lnTo>
                <a:lnTo>
                  <a:pt x="306" y="772"/>
                </a:lnTo>
                <a:lnTo>
                  <a:pt x="307" y="772"/>
                </a:lnTo>
                <a:lnTo>
                  <a:pt x="306" y="772"/>
                </a:lnTo>
                <a:lnTo>
                  <a:pt x="305" y="772"/>
                </a:lnTo>
                <a:lnTo>
                  <a:pt x="304" y="772"/>
                </a:lnTo>
                <a:lnTo>
                  <a:pt x="303" y="772"/>
                </a:lnTo>
                <a:lnTo>
                  <a:pt x="303" y="773"/>
                </a:lnTo>
                <a:lnTo>
                  <a:pt x="302" y="773"/>
                </a:lnTo>
                <a:lnTo>
                  <a:pt x="303" y="773"/>
                </a:lnTo>
                <a:lnTo>
                  <a:pt x="302" y="773"/>
                </a:lnTo>
                <a:lnTo>
                  <a:pt x="302" y="774"/>
                </a:lnTo>
                <a:lnTo>
                  <a:pt x="302" y="775"/>
                </a:lnTo>
                <a:lnTo>
                  <a:pt x="301" y="775"/>
                </a:lnTo>
                <a:lnTo>
                  <a:pt x="302" y="775"/>
                </a:lnTo>
                <a:lnTo>
                  <a:pt x="301" y="775"/>
                </a:lnTo>
                <a:lnTo>
                  <a:pt x="301" y="776"/>
                </a:lnTo>
                <a:lnTo>
                  <a:pt x="301" y="777"/>
                </a:lnTo>
                <a:lnTo>
                  <a:pt x="300" y="777"/>
                </a:lnTo>
                <a:lnTo>
                  <a:pt x="300" y="776"/>
                </a:lnTo>
                <a:lnTo>
                  <a:pt x="300" y="777"/>
                </a:lnTo>
                <a:lnTo>
                  <a:pt x="299" y="777"/>
                </a:lnTo>
                <a:lnTo>
                  <a:pt x="299" y="778"/>
                </a:lnTo>
                <a:lnTo>
                  <a:pt x="298" y="778"/>
                </a:lnTo>
                <a:lnTo>
                  <a:pt x="298" y="779"/>
                </a:lnTo>
                <a:lnTo>
                  <a:pt x="297" y="779"/>
                </a:lnTo>
                <a:lnTo>
                  <a:pt x="297" y="780"/>
                </a:lnTo>
                <a:lnTo>
                  <a:pt x="296" y="780"/>
                </a:lnTo>
                <a:lnTo>
                  <a:pt x="296" y="782"/>
                </a:lnTo>
                <a:lnTo>
                  <a:pt x="296" y="784"/>
                </a:lnTo>
                <a:lnTo>
                  <a:pt x="295" y="784"/>
                </a:lnTo>
                <a:lnTo>
                  <a:pt x="294" y="784"/>
                </a:lnTo>
                <a:lnTo>
                  <a:pt x="293" y="784"/>
                </a:lnTo>
                <a:lnTo>
                  <a:pt x="293" y="785"/>
                </a:lnTo>
                <a:lnTo>
                  <a:pt x="294" y="785"/>
                </a:lnTo>
                <a:lnTo>
                  <a:pt x="293" y="785"/>
                </a:lnTo>
                <a:lnTo>
                  <a:pt x="292" y="785"/>
                </a:lnTo>
                <a:lnTo>
                  <a:pt x="292" y="786"/>
                </a:lnTo>
                <a:lnTo>
                  <a:pt x="291" y="786"/>
                </a:lnTo>
                <a:lnTo>
                  <a:pt x="291" y="787"/>
                </a:lnTo>
                <a:lnTo>
                  <a:pt x="291" y="788"/>
                </a:lnTo>
                <a:lnTo>
                  <a:pt x="290" y="788"/>
                </a:lnTo>
                <a:lnTo>
                  <a:pt x="290" y="789"/>
                </a:lnTo>
                <a:lnTo>
                  <a:pt x="289" y="790"/>
                </a:lnTo>
                <a:lnTo>
                  <a:pt x="288" y="790"/>
                </a:lnTo>
                <a:lnTo>
                  <a:pt x="288" y="789"/>
                </a:lnTo>
                <a:lnTo>
                  <a:pt x="287" y="789"/>
                </a:lnTo>
                <a:lnTo>
                  <a:pt x="287" y="790"/>
                </a:lnTo>
                <a:lnTo>
                  <a:pt x="286" y="790"/>
                </a:lnTo>
                <a:lnTo>
                  <a:pt x="286" y="791"/>
                </a:lnTo>
                <a:lnTo>
                  <a:pt x="286" y="792"/>
                </a:lnTo>
                <a:lnTo>
                  <a:pt x="285" y="792"/>
                </a:lnTo>
                <a:lnTo>
                  <a:pt x="285" y="793"/>
                </a:lnTo>
                <a:lnTo>
                  <a:pt x="284" y="793"/>
                </a:lnTo>
                <a:lnTo>
                  <a:pt x="283" y="793"/>
                </a:lnTo>
                <a:lnTo>
                  <a:pt x="282" y="793"/>
                </a:lnTo>
                <a:lnTo>
                  <a:pt x="281" y="793"/>
                </a:lnTo>
                <a:lnTo>
                  <a:pt x="281" y="794"/>
                </a:lnTo>
                <a:lnTo>
                  <a:pt x="280" y="794"/>
                </a:lnTo>
                <a:lnTo>
                  <a:pt x="279" y="794"/>
                </a:lnTo>
                <a:lnTo>
                  <a:pt x="279" y="795"/>
                </a:lnTo>
                <a:lnTo>
                  <a:pt x="279" y="794"/>
                </a:lnTo>
                <a:lnTo>
                  <a:pt x="279" y="795"/>
                </a:lnTo>
                <a:lnTo>
                  <a:pt x="279" y="794"/>
                </a:lnTo>
                <a:lnTo>
                  <a:pt x="279" y="795"/>
                </a:lnTo>
                <a:lnTo>
                  <a:pt x="278" y="795"/>
                </a:lnTo>
                <a:lnTo>
                  <a:pt x="277" y="795"/>
                </a:lnTo>
                <a:lnTo>
                  <a:pt x="277" y="796"/>
                </a:lnTo>
                <a:lnTo>
                  <a:pt x="276" y="796"/>
                </a:lnTo>
                <a:lnTo>
                  <a:pt x="275" y="796"/>
                </a:lnTo>
                <a:lnTo>
                  <a:pt x="275" y="795"/>
                </a:lnTo>
                <a:lnTo>
                  <a:pt x="274" y="795"/>
                </a:lnTo>
                <a:lnTo>
                  <a:pt x="273" y="795"/>
                </a:lnTo>
                <a:lnTo>
                  <a:pt x="273" y="794"/>
                </a:lnTo>
                <a:lnTo>
                  <a:pt x="272" y="794"/>
                </a:lnTo>
                <a:lnTo>
                  <a:pt x="271" y="794"/>
                </a:lnTo>
                <a:lnTo>
                  <a:pt x="270" y="794"/>
                </a:lnTo>
                <a:lnTo>
                  <a:pt x="269" y="794"/>
                </a:lnTo>
                <a:lnTo>
                  <a:pt x="269" y="795"/>
                </a:lnTo>
                <a:lnTo>
                  <a:pt x="268" y="795"/>
                </a:lnTo>
                <a:lnTo>
                  <a:pt x="267" y="795"/>
                </a:lnTo>
                <a:lnTo>
                  <a:pt x="267" y="794"/>
                </a:lnTo>
                <a:lnTo>
                  <a:pt x="266" y="794"/>
                </a:lnTo>
                <a:lnTo>
                  <a:pt x="267" y="794"/>
                </a:lnTo>
                <a:lnTo>
                  <a:pt x="267" y="793"/>
                </a:lnTo>
                <a:lnTo>
                  <a:pt x="266" y="793"/>
                </a:lnTo>
                <a:lnTo>
                  <a:pt x="266" y="792"/>
                </a:lnTo>
                <a:lnTo>
                  <a:pt x="265" y="792"/>
                </a:lnTo>
                <a:lnTo>
                  <a:pt x="266" y="792"/>
                </a:lnTo>
                <a:lnTo>
                  <a:pt x="266" y="791"/>
                </a:lnTo>
                <a:lnTo>
                  <a:pt x="266" y="790"/>
                </a:lnTo>
                <a:lnTo>
                  <a:pt x="265" y="790"/>
                </a:lnTo>
                <a:lnTo>
                  <a:pt x="264" y="789"/>
                </a:lnTo>
                <a:lnTo>
                  <a:pt x="264" y="790"/>
                </a:lnTo>
                <a:lnTo>
                  <a:pt x="264" y="789"/>
                </a:lnTo>
                <a:lnTo>
                  <a:pt x="264" y="788"/>
                </a:lnTo>
                <a:lnTo>
                  <a:pt x="263" y="788"/>
                </a:lnTo>
                <a:lnTo>
                  <a:pt x="263" y="787"/>
                </a:lnTo>
                <a:lnTo>
                  <a:pt x="262" y="787"/>
                </a:lnTo>
                <a:lnTo>
                  <a:pt x="261" y="787"/>
                </a:lnTo>
                <a:lnTo>
                  <a:pt x="261" y="788"/>
                </a:lnTo>
                <a:lnTo>
                  <a:pt x="260" y="788"/>
                </a:lnTo>
                <a:lnTo>
                  <a:pt x="259" y="788"/>
                </a:lnTo>
                <a:lnTo>
                  <a:pt x="258" y="788"/>
                </a:lnTo>
                <a:lnTo>
                  <a:pt x="257" y="788"/>
                </a:lnTo>
                <a:lnTo>
                  <a:pt x="256" y="788"/>
                </a:lnTo>
                <a:lnTo>
                  <a:pt x="254" y="788"/>
                </a:lnTo>
                <a:lnTo>
                  <a:pt x="254" y="789"/>
                </a:lnTo>
                <a:lnTo>
                  <a:pt x="253" y="789"/>
                </a:lnTo>
                <a:lnTo>
                  <a:pt x="253" y="790"/>
                </a:lnTo>
                <a:lnTo>
                  <a:pt x="252" y="790"/>
                </a:lnTo>
                <a:lnTo>
                  <a:pt x="252" y="791"/>
                </a:lnTo>
                <a:lnTo>
                  <a:pt x="251" y="791"/>
                </a:lnTo>
                <a:lnTo>
                  <a:pt x="251" y="792"/>
                </a:lnTo>
                <a:lnTo>
                  <a:pt x="252" y="792"/>
                </a:lnTo>
                <a:lnTo>
                  <a:pt x="251" y="792"/>
                </a:lnTo>
                <a:lnTo>
                  <a:pt x="250" y="792"/>
                </a:lnTo>
                <a:lnTo>
                  <a:pt x="250" y="793"/>
                </a:lnTo>
                <a:lnTo>
                  <a:pt x="249" y="793"/>
                </a:lnTo>
                <a:lnTo>
                  <a:pt x="249" y="792"/>
                </a:lnTo>
                <a:lnTo>
                  <a:pt x="248" y="792"/>
                </a:lnTo>
                <a:lnTo>
                  <a:pt x="248" y="793"/>
                </a:lnTo>
                <a:lnTo>
                  <a:pt x="248" y="794"/>
                </a:lnTo>
                <a:lnTo>
                  <a:pt x="247" y="794"/>
                </a:lnTo>
                <a:lnTo>
                  <a:pt x="246" y="794"/>
                </a:lnTo>
                <a:lnTo>
                  <a:pt x="245" y="794"/>
                </a:lnTo>
                <a:lnTo>
                  <a:pt x="244" y="794"/>
                </a:lnTo>
                <a:lnTo>
                  <a:pt x="244" y="793"/>
                </a:lnTo>
                <a:lnTo>
                  <a:pt x="243" y="792"/>
                </a:lnTo>
                <a:lnTo>
                  <a:pt x="243" y="791"/>
                </a:lnTo>
                <a:lnTo>
                  <a:pt x="242" y="791"/>
                </a:lnTo>
                <a:lnTo>
                  <a:pt x="243" y="791"/>
                </a:lnTo>
                <a:lnTo>
                  <a:pt x="242" y="791"/>
                </a:lnTo>
                <a:lnTo>
                  <a:pt x="242" y="790"/>
                </a:lnTo>
                <a:lnTo>
                  <a:pt x="241" y="790"/>
                </a:lnTo>
                <a:lnTo>
                  <a:pt x="241" y="789"/>
                </a:lnTo>
                <a:lnTo>
                  <a:pt x="240" y="789"/>
                </a:lnTo>
                <a:lnTo>
                  <a:pt x="239" y="789"/>
                </a:lnTo>
                <a:lnTo>
                  <a:pt x="239" y="790"/>
                </a:lnTo>
                <a:lnTo>
                  <a:pt x="239" y="791"/>
                </a:lnTo>
                <a:lnTo>
                  <a:pt x="239" y="792"/>
                </a:lnTo>
                <a:lnTo>
                  <a:pt x="238" y="792"/>
                </a:lnTo>
                <a:lnTo>
                  <a:pt x="237" y="792"/>
                </a:lnTo>
                <a:lnTo>
                  <a:pt x="237" y="791"/>
                </a:lnTo>
                <a:lnTo>
                  <a:pt x="236" y="791"/>
                </a:lnTo>
                <a:lnTo>
                  <a:pt x="236" y="790"/>
                </a:lnTo>
                <a:lnTo>
                  <a:pt x="235" y="790"/>
                </a:lnTo>
                <a:lnTo>
                  <a:pt x="234" y="790"/>
                </a:lnTo>
                <a:lnTo>
                  <a:pt x="234" y="789"/>
                </a:lnTo>
                <a:lnTo>
                  <a:pt x="234" y="788"/>
                </a:lnTo>
                <a:lnTo>
                  <a:pt x="234" y="787"/>
                </a:lnTo>
                <a:lnTo>
                  <a:pt x="234" y="786"/>
                </a:lnTo>
                <a:lnTo>
                  <a:pt x="234" y="785"/>
                </a:lnTo>
                <a:lnTo>
                  <a:pt x="234" y="784"/>
                </a:lnTo>
                <a:lnTo>
                  <a:pt x="234" y="783"/>
                </a:lnTo>
                <a:lnTo>
                  <a:pt x="233" y="783"/>
                </a:lnTo>
                <a:lnTo>
                  <a:pt x="233" y="782"/>
                </a:lnTo>
                <a:lnTo>
                  <a:pt x="233" y="781"/>
                </a:lnTo>
                <a:lnTo>
                  <a:pt x="233" y="780"/>
                </a:lnTo>
                <a:lnTo>
                  <a:pt x="234" y="780"/>
                </a:lnTo>
                <a:lnTo>
                  <a:pt x="234" y="779"/>
                </a:lnTo>
                <a:lnTo>
                  <a:pt x="235" y="779"/>
                </a:lnTo>
                <a:lnTo>
                  <a:pt x="235" y="778"/>
                </a:lnTo>
                <a:lnTo>
                  <a:pt x="236" y="778"/>
                </a:lnTo>
                <a:lnTo>
                  <a:pt x="236" y="777"/>
                </a:lnTo>
                <a:lnTo>
                  <a:pt x="236" y="776"/>
                </a:lnTo>
                <a:lnTo>
                  <a:pt x="237" y="776"/>
                </a:lnTo>
                <a:lnTo>
                  <a:pt x="237" y="775"/>
                </a:lnTo>
                <a:lnTo>
                  <a:pt x="238" y="775"/>
                </a:lnTo>
                <a:lnTo>
                  <a:pt x="238" y="776"/>
                </a:lnTo>
                <a:lnTo>
                  <a:pt x="239" y="776"/>
                </a:lnTo>
                <a:lnTo>
                  <a:pt x="239" y="775"/>
                </a:lnTo>
                <a:lnTo>
                  <a:pt x="239" y="774"/>
                </a:lnTo>
                <a:lnTo>
                  <a:pt x="238" y="774"/>
                </a:lnTo>
                <a:lnTo>
                  <a:pt x="238" y="773"/>
                </a:lnTo>
                <a:lnTo>
                  <a:pt x="237" y="773"/>
                </a:lnTo>
                <a:lnTo>
                  <a:pt x="237" y="772"/>
                </a:lnTo>
                <a:lnTo>
                  <a:pt x="236" y="772"/>
                </a:lnTo>
                <a:lnTo>
                  <a:pt x="236" y="771"/>
                </a:lnTo>
                <a:lnTo>
                  <a:pt x="235" y="771"/>
                </a:lnTo>
                <a:lnTo>
                  <a:pt x="236" y="771"/>
                </a:lnTo>
                <a:lnTo>
                  <a:pt x="235" y="771"/>
                </a:lnTo>
                <a:lnTo>
                  <a:pt x="235" y="770"/>
                </a:lnTo>
                <a:lnTo>
                  <a:pt x="234" y="770"/>
                </a:lnTo>
                <a:lnTo>
                  <a:pt x="233" y="770"/>
                </a:lnTo>
                <a:lnTo>
                  <a:pt x="233" y="771"/>
                </a:lnTo>
                <a:lnTo>
                  <a:pt x="233" y="770"/>
                </a:lnTo>
                <a:lnTo>
                  <a:pt x="232" y="770"/>
                </a:lnTo>
                <a:lnTo>
                  <a:pt x="231" y="770"/>
                </a:lnTo>
                <a:lnTo>
                  <a:pt x="231" y="771"/>
                </a:lnTo>
                <a:lnTo>
                  <a:pt x="230" y="771"/>
                </a:lnTo>
                <a:lnTo>
                  <a:pt x="229" y="771"/>
                </a:lnTo>
                <a:lnTo>
                  <a:pt x="229" y="772"/>
                </a:lnTo>
                <a:lnTo>
                  <a:pt x="228" y="772"/>
                </a:lnTo>
                <a:lnTo>
                  <a:pt x="228" y="773"/>
                </a:lnTo>
                <a:lnTo>
                  <a:pt x="228" y="774"/>
                </a:lnTo>
                <a:lnTo>
                  <a:pt x="227" y="774"/>
                </a:lnTo>
                <a:lnTo>
                  <a:pt x="227" y="773"/>
                </a:lnTo>
                <a:lnTo>
                  <a:pt x="226" y="773"/>
                </a:lnTo>
                <a:lnTo>
                  <a:pt x="226" y="772"/>
                </a:lnTo>
                <a:lnTo>
                  <a:pt x="226" y="771"/>
                </a:lnTo>
                <a:lnTo>
                  <a:pt x="225" y="771"/>
                </a:lnTo>
                <a:lnTo>
                  <a:pt x="224" y="771"/>
                </a:lnTo>
                <a:lnTo>
                  <a:pt x="224" y="770"/>
                </a:lnTo>
                <a:lnTo>
                  <a:pt x="224" y="771"/>
                </a:lnTo>
                <a:lnTo>
                  <a:pt x="223" y="771"/>
                </a:lnTo>
                <a:lnTo>
                  <a:pt x="223" y="770"/>
                </a:lnTo>
                <a:lnTo>
                  <a:pt x="222" y="770"/>
                </a:lnTo>
                <a:lnTo>
                  <a:pt x="222" y="769"/>
                </a:lnTo>
                <a:lnTo>
                  <a:pt x="222" y="768"/>
                </a:lnTo>
                <a:lnTo>
                  <a:pt x="222" y="767"/>
                </a:lnTo>
                <a:lnTo>
                  <a:pt x="221" y="767"/>
                </a:lnTo>
                <a:lnTo>
                  <a:pt x="221" y="766"/>
                </a:lnTo>
                <a:lnTo>
                  <a:pt x="221" y="765"/>
                </a:lnTo>
                <a:lnTo>
                  <a:pt x="221" y="764"/>
                </a:lnTo>
                <a:lnTo>
                  <a:pt x="220" y="764"/>
                </a:lnTo>
                <a:lnTo>
                  <a:pt x="220" y="763"/>
                </a:lnTo>
                <a:lnTo>
                  <a:pt x="220" y="761"/>
                </a:lnTo>
                <a:lnTo>
                  <a:pt x="220" y="760"/>
                </a:lnTo>
                <a:lnTo>
                  <a:pt x="219" y="760"/>
                </a:lnTo>
                <a:lnTo>
                  <a:pt x="219" y="759"/>
                </a:lnTo>
                <a:lnTo>
                  <a:pt x="218" y="759"/>
                </a:lnTo>
                <a:lnTo>
                  <a:pt x="218" y="758"/>
                </a:lnTo>
                <a:lnTo>
                  <a:pt x="218" y="757"/>
                </a:lnTo>
                <a:lnTo>
                  <a:pt x="218" y="756"/>
                </a:lnTo>
                <a:lnTo>
                  <a:pt x="218" y="755"/>
                </a:lnTo>
                <a:lnTo>
                  <a:pt x="218" y="754"/>
                </a:lnTo>
                <a:lnTo>
                  <a:pt x="218" y="753"/>
                </a:lnTo>
                <a:lnTo>
                  <a:pt x="219" y="753"/>
                </a:lnTo>
                <a:lnTo>
                  <a:pt x="220" y="752"/>
                </a:lnTo>
                <a:lnTo>
                  <a:pt x="220" y="751"/>
                </a:lnTo>
                <a:lnTo>
                  <a:pt x="220" y="749"/>
                </a:lnTo>
                <a:lnTo>
                  <a:pt x="221" y="749"/>
                </a:lnTo>
                <a:lnTo>
                  <a:pt x="221" y="748"/>
                </a:lnTo>
                <a:lnTo>
                  <a:pt x="222" y="748"/>
                </a:lnTo>
                <a:lnTo>
                  <a:pt x="222" y="747"/>
                </a:lnTo>
                <a:lnTo>
                  <a:pt x="221" y="747"/>
                </a:lnTo>
                <a:lnTo>
                  <a:pt x="221" y="746"/>
                </a:lnTo>
                <a:lnTo>
                  <a:pt x="222" y="746"/>
                </a:lnTo>
                <a:lnTo>
                  <a:pt x="222" y="745"/>
                </a:lnTo>
                <a:lnTo>
                  <a:pt x="222" y="744"/>
                </a:lnTo>
                <a:lnTo>
                  <a:pt x="222" y="743"/>
                </a:lnTo>
                <a:lnTo>
                  <a:pt x="223" y="743"/>
                </a:lnTo>
                <a:lnTo>
                  <a:pt x="223" y="742"/>
                </a:lnTo>
                <a:lnTo>
                  <a:pt x="223" y="741"/>
                </a:lnTo>
                <a:lnTo>
                  <a:pt x="222" y="741"/>
                </a:lnTo>
                <a:lnTo>
                  <a:pt x="222" y="740"/>
                </a:lnTo>
                <a:lnTo>
                  <a:pt x="221" y="740"/>
                </a:lnTo>
                <a:lnTo>
                  <a:pt x="221" y="739"/>
                </a:lnTo>
                <a:lnTo>
                  <a:pt x="220" y="739"/>
                </a:lnTo>
                <a:lnTo>
                  <a:pt x="220" y="738"/>
                </a:lnTo>
                <a:lnTo>
                  <a:pt x="220" y="737"/>
                </a:lnTo>
                <a:lnTo>
                  <a:pt x="220" y="736"/>
                </a:lnTo>
                <a:lnTo>
                  <a:pt x="219" y="736"/>
                </a:lnTo>
                <a:lnTo>
                  <a:pt x="220" y="735"/>
                </a:lnTo>
                <a:lnTo>
                  <a:pt x="220" y="734"/>
                </a:lnTo>
                <a:lnTo>
                  <a:pt x="221" y="734"/>
                </a:lnTo>
                <a:lnTo>
                  <a:pt x="220" y="734"/>
                </a:lnTo>
                <a:lnTo>
                  <a:pt x="219" y="734"/>
                </a:lnTo>
                <a:lnTo>
                  <a:pt x="218" y="734"/>
                </a:lnTo>
                <a:lnTo>
                  <a:pt x="218" y="733"/>
                </a:lnTo>
                <a:lnTo>
                  <a:pt x="217" y="733"/>
                </a:lnTo>
                <a:lnTo>
                  <a:pt x="217" y="734"/>
                </a:lnTo>
                <a:lnTo>
                  <a:pt x="217" y="733"/>
                </a:lnTo>
                <a:lnTo>
                  <a:pt x="217" y="734"/>
                </a:lnTo>
                <a:lnTo>
                  <a:pt x="216" y="734"/>
                </a:lnTo>
                <a:lnTo>
                  <a:pt x="215" y="734"/>
                </a:lnTo>
                <a:lnTo>
                  <a:pt x="215" y="733"/>
                </a:lnTo>
                <a:lnTo>
                  <a:pt x="214" y="733"/>
                </a:lnTo>
                <a:lnTo>
                  <a:pt x="213" y="733"/>
                </a:lnTo>
                <a:lnTo>
                  <a:pt x="213" y="732"/>
                </a:lnTo>
                <a:lnTo>
                  <a:pt x="213" y="733"/>
                </a:lnTo>
                <a:lnTo>
                  <a:pt x="212" y="733"/>
                </a:lnTo>
                <a:lnTo>
                  <a:pt x="212" y="732"/>
                </a:lnTo>
                <a:lnTo>
                  <a:pt x="212" y="733"/>
                </a:lnTo>
                <a:lnTo>
                  <a:pt x="211" y="733"/>
                </a:lnTo>
                <a:lnTo>
                  <a:pt x="211" y="734"/>
                </a:lnTo>
                <a:lnTo>
                  <a:pt x="211" y="735"/>
                </a:lnTo>
                <a:lnTo>
                  <a:pt x="212" y="735"/>
                </a:lnTo>
                <a:lnTo>
                  <a:pt x="212" y="736"/>
                </a:lnTo>
                <a:lnTo>
                  <a:pt x="211" y="736"/>
                </a:lnTo>
                <a:lnTo>
                  <a:pt x="211" y="737"/>
                </a:lnTo>
                <a:lnTo>
                  <a:pt x="210" y="737"/>
                </a:lnTo>
                <a:lnTo>
                  <a:pt x="209" y="737"/>
                </a:lnTo>
                <a:lnTo>
                  <a:pt x="208" y="737"/>
                </a:lnTo>
                <a:lnTo>
                  <a:pt x="208" y="736"/>
                </a:lnTo>
                <a:lnTo>
                  <a:pt x="208" y="735"/>
                </a:lnTo>
                <a:lnTo>
                  <a:pt x="207" y="735"/>
                </a:lnTo>
                <a:lnTo>
                  <a:pt x="206" y="735"/>
                </a:lnTo>
                <a:lnTo>
                  <a:pt x="206" y="734"/>
                </a:lnTo>
                <a:lnTo>
                  <a:pt x="205" y="734"/>
                </a:lnTo>
                <a:lnTo>
                  <a:pt x="204" y="734"/>
                </a:lnTo>
                <a:lnTo>
                  <a:pt x="203" y="734"/>
                </a:lnTo>
                <a:lnTo>
                  <a:pt x="203" y="733"/>
                </a:lnTo>
                <a:lnTo>
                  <a:pt x="202" y="733"/>
                </a:lnTo>
                <a:lnTo>
                  <a:pt x="202" y="732"/>
                </a:lnTo>
                <a:lnTo>
                  <a:pt x="202" y="733"/>
                </a:lnTo>
                <a:lnTo>
                  <a:pt x="202" y="732"/>
                </a:lnTo>
                <a:lnTo>
                  <a:pt x="201" y="732"/>
                </a:lnTo>
                <a:lnTo>
                  <a:pt x="200" y="732"/>
                </a:lnTo>
                <a:lnTo>
                  <a:pt x="199" y="733"/>
                </a:lnTo>
                <a:lnTo>
                  <a:pt x="198" y="733"/>
                </a:lnTo>
                <a:lnTo>
                  <a:pt x="198" y="734"/>
                </a:lnTo>
                <a:lnTo>
                  <a:pt x="198" y="735"/>
                </a:lnTo>
                <a:lnTo>
                  <a:pt x="197" y="735"/>
                </a:lnTo>
                <a:lnTo>
                  <a:pt x="197" y="736"/>
                </a:lnTo>
                <a:lnTo>
                  <a:pt x="197" y="735"/>
                </a:lnTo>
                <a:lnTo>
                  <a:pt x="196" y="735"/>
                </a:lnTo>
                <a:lnTo>
                  <a:pt x="196" y="736"/>
                </a:lnTo>
                <a:lnTo>
                  <a:pt x="196" y="735"/>
                </a:lnTo>
                <a:lnTo>
                  <a:pt x="196" y="736"/>
                </a:lnTo>
                <a:lnTo>
                  <a:pt x="196" y="735"/>
                </a:lnTo>
                <a:lnTo>
                  <a:pt x="195" y="735"/>
                </a:lnTo>
                <a:lnTo>
                  <a:pt x="195" y="734"/>
                </a:lnTo>
                <a:lnTo>
                  <a:pt x="196" y="734"/>
                </a:lnTo>
                <a:lnTo>
                  <a:pt x="196" y="733"/>
                </a:lnTo>
                <a:lnTo>
                  <a:pt x="196" y="732"/>
                </a:lnTo>
                <a:lnTo>
                  <a:pt x="195" y="732"/>
                </a:lnTo>
                <a:lnTo>
                  <a:pt x="194" y="732"/>
                </a:lnTo>
                <a:lnTo>
                  <a:pt x="193" y="732"/>
                </a:lnTo>
                <a:lnTo>
                  <a:pt x="193" y="731"/>
                </a:lnTo>
                <a:lnTo>
                  <a:pt x="193" y="730"/>
                </a:lnTo>
                <a:lnTo>
                  <a:pt x="192" y="730"/>
                </a:lnTo>
                <a:lnTo>
                  <a:pt x="192" y="729"/>
                </a:lnTo>
                <a:lnTo>
                  <a:pt x="191" y="729"/>
                </a:lnTo>
                <a:lnTo>
                  <a:pt x="190" y="729"/>
                </a:lnTo>
                <a:lnTo>
                  <a:pt x="189" y="729"/>
                </a:lnTo>
                <a:lnTo>
                  <a:pt x="189" y="730"/>
                </a:lnTo>
                <a:lnTo>
                  <a:pt x="188" y="730"/>
                </a:lnTo>
                <a:lnTo>
                  <a:pt x="188" y="729"/>
                </a:lnTo>
                <a:lnTo>
                  <a:pt x="187" y="729"/>
                </a:lnTo>
                <a:lnTo>
                  <a:pt x="187" y="728"/>
                </a:lnTo>
                <a:lnTo>
                  <a:pt x="186" y="728"/>
                </a:lnTo>
                <a:lnTo>
                  <a:pt x="186" y="729"/>
                </a:lnTo>
                <a:lnTo>
                  <a:pt x="185" y="729"/>
                </a:lnTo>
                <a:lnTo>
                  <a:pt x="184" y="729"/>
                </a:lnTo>
                <a:lnTo>
                  <a:pt x="184" y="728"/>
                </a:lnTo>
                <a:lnTo>
                  <a:pt x="183" y="728"/>
                </a:lnTo>
                <a:lnTo>
                  <a:pt x="183" y="729"/>
                </a:lnTo>
                <a:lnTo>
                  <a:pt x="183" y="728"/>
                </a:lnTo>
                <a:lnTo>
                  <a:pt x="182" y="728"/>
                </a:lnTo>
                <a:lnTo>
                  <a:pt x="181" y="728"/>
                </a:lnTo>
                <a:lnTo>
                  <a:pt x="181" y="729"/>
                </a:lnTo>
                <a:lnTo>
                  <a:pt x="180" y="730"/>
                </a:lnTo>
                <a:lnTo>
                  <a:pt x="181" y="730"/>
                </a:lnTo>
                <a:lnTo>
                  <a:pt x="180" y="730"/>
                </a:lnTo>
                <a:lnTo>
                  <a:pt x="180" y="729"/>
                </a:lnTo>
                <a:lnTo>
                  <a:pt x="179" y="729"/>
                </a:lnTo>
                <a:lnTo>
                  <a:pt x="179" y="728"/>
                </a:lnTo>
                <a:lnTo>
                  <a:pt x="178" y="728"/>
                </a:lnTo>
                <a:lnTo>
                  <a:pt x="178" y="727"/>
                </a:lnTo>
                <a:lnTo>
                  <a:pt x="177" y="727"/>
                </a:lnTo>
                <a:lnTo>
                  <a:pt x="177" y="726"/>
                </a:lnTo>
                <a:lnTo>
                  <a:pt x="176" y="726"/>
                </a:lnTo>
                <a:lnTo>
                  <a:pt x="175" y="726"/>
                </a:lnTo>
                <a:lnTo>
                  <a:pt x="175" y="727"/>
                </a:lnTo>
                <a:lnTo>
                  <a:pt x="174" y="727"/>
                </a:lnTo>
                <a:lnTo>
                  <a:pt x="174" y="728"/>
                </a:lnTo>
                <a:lnTo>
                  <a:pt x="173" y="728"/>
                </a:lnTo>
                <a:lnTo>
                  <a:pt x="172" y="728"/>
                </a:lnTo>
                <a:lnTo>
                  <a:pt x="172" y="729"/>
                </a:lnTo>
                <a:lnTo>
                  <a:pt x="171" y="729"/>
                </a:lnTo>
                <a:lnTo>
                  <a:pt x="171" y="728"/>
                </a:lnTo>
                <a:lnTo>
                  <a:pt x="171" y="729"/>
                </a:lnTo>
                <a:lnTo>
                  <a:pt x="170" y="729"/>
                </a:lnTo>
                <a:lnTo>
                  <a:pt x="170" y="730"/>
                </a:lnTo>
                <a:lnTo>
                  <a:pt x="170" y="729"/>
                </a:lnTo>
                <a:lnTo>
                  <a:pt x="169" y="729"/>
                </a:lnTo>
                <a:lnTo>
                  <a:pt x="169" y="730"/>
                </a:lnTo>
                <a:lnTo>
                  <a:pt x="168" y="730"/>
                </a:lnTo>
                <a:lnTo>
                  <a:pt x="168" y="729"/>
                </a:lnTo>
                <a:lnTo>
                  <a:pt x="167" y="729"/>
                </a:lnTo>
                <a:lnTo>
                  <a:pt x="166" y="729"/>
                </a:lnTo>
                <a:lnTo>
                  <a:pt x="166" y="730"/>
                </a:lnTo>
                <a:lnTo>
                  <a:pt x="165" y="730"/>
                </a:lnTo>
                <a:lnTo>
                  <a:pt x="164" y="730"/>
                </a:lnTo>
                <a:lnTo>
                  <a:pt x="164" y="729"/>
                </a:lnTo>
                <a:lnTo>
                  <a:pt x="164" y="730"/>
                </a:lnTo>
                <a:lnTo>
                  <a:pt x="163" y="730"/>
                </a:lnTo>
                <a:lnTo>
                  <a:pt x="162" y="730"/>
                </a:lnTo>
                <a:lnTo>
                  <a:pt x="162" y="729"/>
                </a:lnTo>
                <a:lnTo>
                  <a:pt x="161" y="729"/>
                </a:lnTo>
                <a:lnTo>
                  <a:pt x="160" y="729"/>
                </a:lnTo>
                <a:lnTo>
                  <a:pt x="160" y="728"/>
                </a:lnTo>
                <a:lnTo>
                  <a:pt x="159" y="728"/>
                </a:lnTo>
                <a:lnTo>
                  <a:pt x="158" y="728"/>
                </a:lnTo>
                <a:lnTo>
                  <a:pt x="158" y="729"/>
                </a:lnTo>
                <a:lnTo>
                  <a:pt x="157" y="729"/>
                </a:lnTo>
                <a:lnTo>
                  <a:pt x="157" y="728"/>
                </a:lnTo>
                <a:lnTo>
                  <a:pt x="156" y="728"/>
                </a:lnTo>
                <a:lnTo>
                  <a:pt x="155" y="728"/>
                </a:lnTo>
                <a:lnTo>
                  <a:pt x="154" y="728"/>
                </a:lnTo>
                <a:lnTo>
                  <a:pt x="154" y="727"/>
                </a:lnTo>
                <a:lnTo>
                  <a:pt x="154" y="728"/>
                </a:lnTo>
                <a:lnTo>
                  <a:pt x="153" y="728"/>
                </a:lnTo>
                <a:lnTo>
                  <a:pt x="153" y="727"/>
                </a:lnTo>
                <a:lnTo>
                  <a:pt x="152" y="727"/>
                </a:lnTo>
                <a:lnTo>
                  <a:pt x="152" y="726"/>
                </a:lnTo>
                <a:lnTo>
                  <a:pt x="152" y="727"/>
                </a:lnTo>
                <a:lnTo>
                  <a:pt x="151" y="727"/>
                </a:lnTo>
                <a:lnTo>
                  <a:pt x="151" y="726"/>
                </a:lnTo>
                <a:lnTo>
                  <a:pt x="150" y="726"/>
                </a:lnTo>
                <a:lnTo>
                  <a:pt x="150" y="725"/>
                </a:lnTo>
                <a:lnTo>
                  <a:pt x="149" y="725"/>
                </a:lnTo>
                <a:lnTo>
                  <a:pt x="149" y="724"/>
                </a:lnTo>
                <a:lnTo>
                  <a:pt x="148" y="724"/>
                </a:lnTo>
                <a:lnTo>
                  <a:pt x="147" y="724"/>
                </a:lnTo>
                <a:lnTo>
                  <a:pt x="147" y="723"/>
                </a:lnTo>
                <a:lnTo>
                  <a:pt x="147" y="722"/>
                </a:lnTo>
                <a:lnTo>
                  <a:pt x="148" y="722"/>
                </a:lnTo>
                <a:lnTo>
                  <a:pt x="148" y="723"/>
                </a:lnTo>
                <a:lnTo>
                  <a:pt x="148" y="722"/>
                </a:lnTo>
                <a:lnTo>
                  <a:pt x="149" y="722"/>
                </a:lnTo>
                <a:lnTo>
                  <a:pt x="149" y="723"/>
                </a:lnTo>
                <a:lnTo>
                  <a:pt x="150" y="723"/>
                </a:lnTo>
                <a:lnTo>
                  <a:pt x="151" y="723"/>
                </a:lnTo>
                <a:lnTo>
                  <a:pt x="151" y="722"/>
                </a:lnTo>
                <a:lnTo>
                  <a:pt x="150" y="722"/>
                </a:lnTo>
                <a:lnTo>
                  <a:pt x="149" y="722"/>
                </a:lnTo>
                <a:lnTo>
                  <a:pt x="149" y="721"/>
                </a:lnTo>
                <a:lnTo>
                  <a:pt x="149" y="720"/>
                </a:lnTo>
                <a:lnTo>
                  <a:pt x="150" y="719"/>
                </a:lnTo>
                <a:lnTo>
                  <a:pt x="150" y="718"/>
                </a:lnTo>
                <a:lnTo>
                  <a:pt x="151" y="718"/>
                </a:lnTo>
                <a:lnTo>
                  <a:pt x="151" y="719"/>
                </a:lnTo>
                <a:lnTo>
                  <a:pt x="151" y="718"/>
                </a:lnTo>
                <a:lnTo>
                  <a:pt x="151" y="717"/>
                </a:lnTo>
                <a:lnTo>
                  <a:pt x="152" y="717"/>
                </a:lnTo>
                <a:lnTo>
                  <a:pt x="151" y="717"/>
                </a:lnTo>
                <a:lnTo>
                  <a:pt x="151" y="716"/>
                </a:lnTo>
                <a:lnTo>
                  <a:pt x="152" y="716"/>
                </a:lnTo>
                <a:lnTo>
                  <a:pt x="153" y="716"/>
                </a:lnTo>
                <a:lnTo>
                  <a:pt x="153" y="715"/>
                </a:lnTo>
                <a:lnTo>
                  <a:pt x="154" y="715"/>
                </a:lnTo>
                <a:lnTo>
                  <a:pt x="154" y="714"/>
                </a:lnTo>
                <a:lnTo>
                  <a:pt x="154" y="713"/>
                </a:lnTo>
                <a:lnTo>
                  <a:pt x="154" y="712"/>
                </a:lnTo>
                <a:lnTo>
                  <a:pt x="154" y="711"/>
                </a:lnTo>
                <a:lnTo>
                  <a:pt x="154" y="710"/>
                </a:lnTo>
                <a:lnTo>
                  <a:pt x="154" y="709"/>
                </a:lnTo>
                <a:lnTo>
                  <a:pt x="154" y="708"/>
                </a:lnTo>
                <a:lnTo>
                  <a:pt x="155" y="708"/>
                </a:lnTo>
                <a:lnTo>
                  <a:pt x="155" y="707"/>
                </a:lnTo>
                <a:lnTo>
                  <a:pt x="156" y="707"/>
                </a:lnTo>
                <a:lnTo>
                  <a:pt x="156" y="706"/>
                </a:lnTo>
                <a:lnTo>
                  <a:pt x="156" y="705"/>
                </a:lnTo>
                <a:lnTo>
                  <a:pt x="157" y="705"/>
                </a:lnTo>
                <a:lnTo>
                  <a:pt x="157" y="704"/>
                </a:lnTo>
                <a:lnTo>
                  <a:pt x="158" y="704"/>
                </a:lnTo>
                <a:lnTo>
                  <a:pt x="158" y="703"/>
                </a:lnTo>
                <a:lnTo>
                  <a:pt x="158" y="702"/>
                </a:lnTo>
                <a:lnTo>
                  <a:pt x="157" y="702"/>
                </a:lnTo>
                <a:lnTo>
                  <a:pt x="157" y="701"/>
                </a:lnTo>
                <a:lnTo>
                  <a:pt x="156" y="701"/>
                </a:lnTo>
                <a:lnTo>
                  <a:pt x="156" y="700"/>
                </a:lnTo>
                <a:lnTo>
                  <a:pt x="155" y="700"/>
                </a:lnTo>
                <a:lnTo>
                  <a:pt x="156" y="700"/>
                </a:lnTo>
                <a:lnTo>
                  <a:pt x="156" y="699"/>
                </a:lnTo>
                <a:lnTo>
                  <a:pt x="157" y="699"/>
                </a:lnTo>
                <a:lnTo>
                  <a:pt x="158" y="699"/>
                </a:lnTo>
                <a:lnTo>
                  <a:pt x="158" y="698"/>
                </a:lnTo>
                <a:lnTo>
                  <a:pt x="159" y="698"/>
                </a:lnTo>
                <a:lnTo>
                  <a:pt x="159" y="697"/>
                </a:lnTo>
                <a:lnTo>
                  <a:pt x="160" y="697"/>
                </a:lnTo>
                <a:lnTo>
                  <a:pt x="160" y="696"/>
                </a:lnTo>
                <a:lnTo>
                  <a:pt x="161" y="696"/>
                </a:lnTo>
                <a:lnTo>
                  <a:pt x="161" y="695"/>
                </a:lnTo>
                <a:lnTo>
                  <a:pt x="161" y="694"/>
                </a:lnTo>
                <a:lnTo>
                  <a:pt x="162" y="694"/>
                </a:lnTo>
                <a:lnTo>
                  <a:pt x="163" y="694"/>
                </a:lnTo>
                <a:lnTo>
                  <a:pt x="163" y="693"/>
                </a:lnTo>
                <a:lnTo>
                  <a:pt x="164" y="693"/>
                </a:lnTo>
                <a:lnTo>
                  <a:pt x="164" y="692"/>
                </a:lnTo>
                <a:lnTo>
                  <a:pt x="165" y="692"/>
                </a:lnTo>
                <a:lnTo>
                  <a:pt x="165" y="691"/>
                </a:lnTo>
                <a:lnTo>
                  <a:pt x="166" y="691"/>
                </a:lnTo>
                <a:lnTo>
                  <a:pt x="166" y="690"/>
                </a:lnTo>
                <a:lnTo>
                  <a:pt x="167" y="690"/>
                </a:lnTo>
                <a:lnTo>
                  <a:pt x="167" y="689"/>
                </a:lnTo>
                <a:lnTo>
                  <a:pt x="167" y="688"/>
                </a:lnTo>
                <a:lnTo>
                  <a:pt x="167" y="687"/>
                </a:lnTo>
                <a:lnTo>
                  <a:pt x="166" y="687"/>
                </a:lnTo>
                <a:lnTo>
                  <a:pt x="166" y="686"/>
                </a:lnTo>
                <a:lnTo>
                  <a:pt x="165" y="686"/>
                </a:lnTo>
                <a:lnTo>
                  <a:pt x="165" y="685"/>
                </a:lnTo>
                <a:lnTo>
                  <a:pt x="165" y="684"/>
                </a:lnTo>
                <a:lnTo>
                  <a:pt x="166" y="684"/>
                </a:lnTo>
                <a:lnTo>
                  <a:pt x="166" y="683"/>
                </a:lnTo>
                <a:lnTo>
                  <a:pt x="167" y="683"/>
                </a:lnTo>
                <a:lnTo>
                  <a:pt x="167" y="682"/>
                </a:lnTo>
                <a:lnTo>
                  <a:pt x="167" y="681"/>
                </a:lnTo>
                <a:lnTo>
                  <a:pt x="168" y="681"/>
                </a:lnTo>
                <a:lnTo>
                  <a:pt x="168" y="680"/>
                </a:lnTo>
                <a:lnTo>
                  <a:pt x="168" y="679"/>
                </a:lnTo>
                <a:lnTo>
                  <a:pt x="167" y="679"/>
                </a:lnTo>
                <a:lnTo>
                  <a:pt x="167" y="678"/>
                </a:lnTo>
                <a:lnTo>
                  <a:pt x="166" y="678"/>
                </a:lnTo>
                <a:lnTo>
                  <a:pt x="166" y="677"/>
                </a:lnTo>
                <a:lnTo>
                  <a:pt x="167" y="677"/>
                </a:lnTo>
                <a:lnTo>
                  <a:pt x="166" y="677"/>
                </a:lnTo>
                <a:lnTo>
                  <a:pt x="166" y="676"/>
                </a:lnTo>
                <a:lnTo>
                  <a:pt x="166" y="675"/>
                </a:lnTo>
                <a:lnTo>
                  <a:pt x="166" y="674"/>
                </a:lnTo>
                <a:lnTo>
                  <a:pt x="165" y="674"/>
                </a:lnTo>
                <a:lnTo>
                  <a:pt x="165" y="673"/>
                </a:lnTo>
                <a:lnTo>
                  <a:pt x="165" y="672"/>
                </a:lnTo>
                <a:lnTo>
                  <a:pt x="165" y="671"/>
                </a:lnTo>
                <a:lnTo>
                  <a:pt x="164" y="671"/>
                </a:lnTo>
                <a:lnTo>
                  <a:pt x="165" y="671"/>
                </a:lnTo>
                <a:lnTo>
                  <a:pt x="165" y="670"/>
                </a:lnTo>
                <a:lnTo>
                  <a:pt x="164" y="670"/>
                </a:lnTo>
                <a:lnTo>
                  <a:pt x="164" y="669"/>
                </a:lnTo>
                <a:lnTo>
                  <a:pt x="164" y="668"/>
                </a:lnTo>
                <a:lnTo>
                  <a:pt x="164" y="667"/>
                </a:lnTo>
                <a:lnTo>
                  <a:pt x="163" y="667"/>
                </a:lnTo>
                <a:lnTo>
                  <a:pt x="163" y="666"/>
                </a:lnTo>
                <a:lnTo>
                  <a:pt x="162" y="666"/>
                </a:lnTo>
                <a:lnTo>
                  <a:pt x="162" y="665"/>
                </a:lnTo>
                <a:lnTo>
                  <a:pt x="161" y="665"/>
                </a:lnTo>
                <a:lnTo>
                  <a:pt x="161" y="664"/>
                </a:lnTo>
                <a:lnTo>
                  <a:pt x="162" y="664"/>
                </a:lnTo>
                <a:lnTo>
                  <a:pt x="162" y="663"/>
                </a:lnTo>
                <a:lnTo>
                  <a:pt x="163" y="663"/>
                </a:lnTo>
                <a:lnTo>
                  <a:pt x="163" y="662"/>
                </a:lnTo>
                <a:lnTo>
                  <a:pt x="164" y="662"/>
                </a:lnTo>
                <a:lnTo>
                  <a:pt x="164" y="663"/>
                </a:lnTo>
                <a:lnTo>
                  <a:pt x="164" y="662"/>
                </a:lnTo>
                <a:lnTo>
                  <a:pt x="165" y="662"/>
                </a:lnTo>
                <a:lnTo>
                  <a:pt x="166" y="662"/>
                </a:lnTo>
                <a:lnTo>
                  <a:pt x="166" y="661"/>
                </a:lnTo>
                <a:lnTo>
                  <a:pt x="167" y="661"/>
                </a:lnTo>
                <a:lnTo>
                  <a:pt x="168" y="661"/>
                </a:lnTo>
                <a:lnTo>
                  <a:pt x="168" y="660"/>
                </a:lnTo>
                <a:lnTo>
                  <a:pt x="168" y="659"/>
                </a:lnTo>
                <a:lnTo>
                  <a:pt x="168" y="658"/>
                </a:lnTo>
                <a:lnTo>
                  <a:pt x="168" y="657"/>
                </a:lnTo>
                <a:lnTo>
                  <a:pt x="168" y="656"/>
                </a:lnTo>
                <a:lnTo>
                  <a:pt x="169" y="656"/>
                </a:lnTo>
                <a:lnTo>
                  <a:pt x="169" y="655"/>
                </a:lnTo>
                <a:lnTo>
                  <a:pt x="170" y="655"/>
                </a:lnTo>
                <a:lnTo>
                  <a:pt x="171" y="655"/>
                </a:lnTo>
                <a:lnTo>
                  <a:pt x="171" y="654"/>
                </a:lnTo>
                <a:lnTo>
                  <a:pt x="172" y="654"/>
                </a:lnTo>
                <a:lnTo>
                  <a:pt x="172" y="653"/>
                </a:lnTo>
                <a:lnTo>
                  <a:pt x="173" y="653"/>
                </a:lnTo>
                <a:lnTo>
                  <a:pt x="174" y="653"/>
                </a:lnTo>
                <a:lnTo>
                  <a:pt x="175" y="653"/>
                </a:lnTo>
                <a:lnTo>
                  <a:pt x="174" y="653"/>
                </a:lnTo>
                <a:lnTo>
                  <a:pt x="174" y="652"/>
                </a:lnTo>
                <a:lnTo>
                  <a:pt x="174" y="651"/>
                </a:lnTo>
                <a:lnTo>
                  <a:pt x="174" y="650"/>
                </a:lnTo>
                <a:lnTo>
                  <a:pt x="173" y="650"/>
                </a:lnTo>
                <a:lnTo>
                  <a:pt x="173" y="649"/>
                </a:lnTo>
                <a:lnTo>
                  <a:pt x="173" y="648"/>
                </a:lnTo>
                <a:lnTo>
                  <a:pt x="173" y="647"/>
                </a:lnTo>
                <a:lnTo>
                  <a:pt x="173" y="646"/>
                </a:lnTo>
                <a:lnTo>
                  <a:pt x="172" y="646"/>
                </a:lnTo>
                <a:lnTo>
                  <a:pt x="173" y="646"/>
                </a:lnTo>
                <a:lnTo>
                  <a:pt x="173" y="645"/>
                </a:lnTo>
                <a:lnTo>
                  <a:pt x="172" y="645"/>
                </a:lnTo>
                <a:lnTo>
                  <a:pt x="173" y="645"/>
                </a:lnTo>
                <a:lnTo>
                  <a:pt x="172" y="645"/>
                </a:lnTo>
                <a:lnTo>
                  <a:pt x="173" y="645"/>
                </a:lnTo>
                <a:lnTo>
                  <a:pt x="172" y="645"/>
                </a:lnTo>
                <a:lnTo>
                  <a:pt x="173" y="645"/>
                </a:lnTo>
                <a:lnTo>
                  <a:pt x="173" y="644"/>
                </a:lnTo>
                <a:lnTo>
                  <a:pt x="173" y="643"/>
                </a:lnTo>
                <a:lnTo>
                  <a:pt x="173" y="644"/>
                </a:lnTo>
                <a:lnTo>
                  <a:pt x="174" y="644"/>
                </a:lnTo>
                <a:lnTo>
                  <a:pt x="175" y="644"/>
                </a:lnTo>
                <a:lnTo>
                  <a:pt x="175" y="645"/>
                </a:lnTo>
                <a:lnTo>
                  <a:pt x="176" y="645"/>
                </a:lnTo>
                <a:lnTo>
                  <a:pt x="176" y="646"/>
                </a:lnTo>
                <a:lnTo>
                  <a:pt x="177" y="646"/>
                </a:lnTo>
                <a:lnTo>
                  <a:pt x="178" y="646"/>
                </a:lnTo>
                <a:lnTo>
                  <a:pt x="178" y="647"/>
                </a:lnTo>
                <a:lnTo>
                  <a:pt x="179" y="647"/>
                </a:lnTo>
                <a:lnTo>
                  <a:pt x="180" y="647"/>
                </a:lnTo>
                <a:lnTo>
                  <a:pt x="181" y="647"/>
                </a:lnTo>
                <a:lnTo>
                  <a:pt x="181" y="648"/>
                </a:lnTo>
                <a:lnTo>
                  <a:pt x="181" y="647"/>
                </a:lnTo>
                <a:lnTo>
                  <a:pt x="182" y="647"/>
                </a:lnTo>
                <a:lnTo>
                  <a:pt x="183" y="647"/>
                </a:lnTo>
                <a:lnTo>
                  <a:pt x="183" y="646"/>
                </a:lnTo>
                <a:lnTo>
                  <a:pt x="184" y="646"/>
                </a:lnTo>
                <a:lnTo>
                  <a:pt x="184" y="645"/>
                </a:lnTo>
                <a:lnTo>
                  <a:pt x="184" y="644"/>
                </a:lnTo>
                <a:lnTo>
                  <a:pt x="184" y="643"/>
                </a:lnTo>
                <a:lnTo>
                  <a:pt x="184" y="642"/>
                </a:lnTo>
                <a:lnTo>
                  <a:pt x="183" y="642"/>
                </a:lnTo>
                <a:lnTo>
                  <a:pt x="183" y="641"/>
                </a:lnTo>
                <a:lnTo>
                  <a:pt x="182" y="641"/>
                </a:lnTo>
                <a:lnTo>
                  <a:pt x="181" y="641"/>
                </a:lnTo>
                <a:lnTo>
                  <a:pt x="181" y="640"/>
                </a:lnTo>
                <a:lnTo>
                  <a:pt x="181" y="639"/>
                </a:lnTo>
                <a:lnTo>
                  <a:pt x="180" y="639"/>
                </a:lnTo>
                <a:lnTo>
                  <a:pt x="180" y="638"/>
                </a:lnTo>
                <a:lnTo>
                  <a:pt x="180" y="637"/>
                </a:lnTo>
                <a:lnTo>
                  <a:pt x="180" y="636"/>
                </a:lnTo>
                <a:lnTo>
                  <a:pt x="180" y="635"/>
                </a:lnTo>
                <a:lnTo>
                  <a:pt x="180" y="634"/>
                </a:lnTo>
                <a:lnTo>
                  <a:pt x="180" y="633"/>
                </a:lnTo>
                <a:lnTo>
                  <a:pt x="181" y="633"/>
                </a:lnTo>
                <a:lnTo>
                  <a:pt x="180" y="633"/>
                </a:lnTo>
                <a:lnTo>
                  <a:pt x="180" y="632"/>
                </a:lnTo>
                <a:lnTo>
                  <a:pt x="181" y="632"/>
                </a:lnTo>
                <a:lnTo>
                  <a:pt x="181" y="631"/>
                </a:lnTo>
                <a:lnTo>
                  <a:pt x="181" y="630"/>
                </a:lnTo>
                <a:lnTo>
                  <a:pt x="180" y="630"/>
                </a:lnTo>
                <a:lnTo>
                  <a:pt x="180" y="629"/>
                </a:lnTo>
                <a:lnTo>
                  <a:pt x="179" y="629"/>
                </a:lnTo>
                <a:lnTo>
                  <a:pt x="178" y="629"/>
                </a:lnTo>
                <a:lnTo>
                  <a:pt x="177" y="629"/>
                </a:lnTo>
                <a:lnTo>
                  <a:pt x="176" y="629"/>
                </a:lnTo>
                <a:lnTo>
                  <a:pt x="175" y="629"/>
                </a:lnTo>
                <a:lnTo>
                  <a:pt x="174" y="629"/>
                </a:lnTo>
                <a:lnTo>
                  <a:pt x="173" y="629"/>
                </a:lnTo>
                <a:lnTo>
                  <a:pt x="172" y="629"/>
                </a:lnTo>
                <a:lnTo>
                  <a:pt x="172" y="628"/>
                </a:lnTo>
                <a:lnTo>
                  <a:pt x="171" y="628"/>
                </a:lnTo>
                <a:lnTo>
                  <a:pt x="170" y="628"/>
                </a:lnTo>
                <a:lnTo>
                  <a:pt x="170" y="627"/>
                </a:lnTo>
                <a:lnTo>
                  <a:pt x="170" y="628"/>
                </a:lnTo>
                <a:lnTo>
                  <a:pt x="169" y="628"/>
                </a:lnTo>
                <a:lnTo>
                  <a:pt x="169" y="627"/>
                </a:lnTo>
                <a:lnTo>
                  <a:pt x="168" y="627"/>
                </a:lnTo>
                <a:lnTo>
                  <a:pt x="168" y="626"/>
                </a:lnTo>
                <a:lnTo>
                  <a:pt x="167" y="626"/>
                </a:lnTo>
                <a:lnTo>
                  <a:pt x="166" y="626"/>
                </a:lnTo>
                <a:lnTo>
                  <a:pt x="166" y="625"/>
                </a:lnTo>
                <a:lnTo>
                  <a:pt x="166" y="624"/>
                </a:lnTo>
                <a:lnTo>
                  <a:pt x="165" y="624"/>
                </a:lnTo>
                <a:lnTo>
                  <a:pt x="165" y="623"/>
                </a:lnTo>
                <a:lnTo>
                  <a:pt x="164" y="623"/>
                </a:lnTo>
                <a:lnTo>
                  <a:pt x="164" y="624"/>
                </a:lnTo>
                <a:lnTo>
                  <a:pt x="163" y="624"/>
                </a:lnTo>
                <a:lnTo>
                  <a:pt x="163" y="623"/>
                </a:lnTo>
                <a:lnTo>
                  <a:pt x="163" y="624"/>
                </a:lnTo>
                <a:lnTo>
                  <a:pt x="162" y="624"/>
                </a:lnTo>
                <a:lnTo>
                  <a:pt x="162" y="625"/>
                </a:lnTo>
                <a:lnTo>
                  <a:pt x="162" y="626"/>
                </a:lnTo>
                <a:lnTo>
                  <a:pt x="161" y="626"/>
                </a:lnTo>
                <a:lnTo>
                  <a:pt x="161" y="627"/>
                </a:lnTo>
                <a:lnTo>
                  <a:pt x="160" y="627"/>
                </a:lnTo>
                <a:lnTo>
                  <a:pt x="160" y="626"/>
                </a:lnTo>
                <a:lnTo>
                  <a:pt x="159" y="626"/>
                </a:lnTo>
                <a:lnTo>
                  <a:pt x="158" y="626"/>
                </a:lnTo>
                <a:lnTo>
                  <a:pt x="158" y="627"/>
                </a:lnTo>
                <a:lnTo>
                  <a:pt x="157" y="627"/>
                </a:lnTo>
                <a:lnTo>
                  <a:pt x="157" y="628"/>
                </a:lnTo>
                <a:lnTo>
                  <a:pt x="157" y="629"/>
                </a:lnTo>
                <a:lnTo>
                  <a:pt x="156" y="629"/>
                </a:lnTo>
                <a:lnTo>
                  <a:pt x="155" y="629"/>
                </a:lnTo>
                <a:lnTo>
                  <a:pt x="155" y="628"/>
                </a:lnTo>
                <a:lnTo>
                  <a:pt x="154" y="628"/>
                </a:lnTo>
                <a:lnTo>
                  <a:pt x="153" y="628"/>
                </a:lnTo>
                <a:lnTo>
                  <a:pt x="152" y="628"/>
                </a:lnTo>
                <a:lnTo>
                  <a:pt x="152" y="627"/>
                </a:lnTo>
                <a:lnTo>
                  <a:pt x="152" y="626"/>
                </a:lnTo>
                <a:lnTo>
                  <a:pt x="151" y="626"/>
                </a:lnTo>
                <a:lnTo>
                  <a:pt x="150" y="626"/>
                </a:lnTo>
                <a:lnTo>
                  <a:pt x="150" y="627"/>
                </a:lnTo>
                <a:lnTo>
                  <a:pt x="150" y="626"/>
                </a:lnTo>
                <a:lnTo>
                  <a:pt x="148" y="626"/>
                </a:lnTo>
                <a:lnTo>
                  <a:pt x="148" y="627"/>
                </a:lnTo>
                <a:lnTo>
                  <a:pt x="147" y="627"/>
                </a:lnTo>
                <a:lnTo>
                  <a:pt x="147" y="626"/>
                </a:lnTo>
                <a:lnTo>
                  <a:pt x="146" y="626"/>
                </a:lnTo>
                <a:lnTo>
                  <a:pt x="146" y="627"/>
                </a:lnTo>
                <a:lnTo>
                  <a:pt x="146" y="626"/>
                </a:lnTo>
                <a:lnTo>
                  <a:pt x="145" y="627"/>
                </a:lnTo>
                <a:lnTo>
                  <a:pt x="144" y="627"/>
                </a:lnTo>
                <a:lnTo>
                  <a:pt x="143" y="627"/>
                </a:lnTo>
                <a:lnTo>
                  <a:pt x="143" y="628"/>
                </a:lnTo>
                <a:lnTo>
                  <a:pt x="142" y="628"/>
                </a:lnTo>
                <a:lnTo>
                  <a:pt x="142" y="627"/>
                </a:lnTo>
                <a:lnTo>
                  <a:pt x="141" y="627"/>
                </a:lnTo>
                <a:lnTo>
                  <a:pt x="141" y="626"/>
                </a:lnTo>
                <a:lnTo>
                  <a:pt x="140" y="626"/>
                </a:lnTo>
                <a:lnTo>
                  <a:pt x="139" y="626"/>
                </a:lnTo>
                <a:lnTo>
                  <a:pt x="138" y="626"/>
                </a:lnTo>
                <a:lnTo>
                  <a:pt x="138" y="625"/>
                </a:lnTo>
                <a:lnTo>
                  <a:pt x="137" y="625"/>
                </a:lnTo>
                <a:lnTo>
                  <a:pt x="137" y="624"/>
                </a:lnTo>
                <a:lnTo>
                  <a:pt x="138" y="624"/>
                </a:lnTo>
                <a:lnTo>
                  <a:pt x="137" y="624"/>
                </a:lnTo>
                <a:lnTo>
                  <a:pt x="138" y="624"/>
                </a:lnTo>
                <a:lnTo>
                  <a:pt x="138" y="623"/>
                </a:lnTo>
                <a:lnTo>
                  <a:pt x="137" y="623"/>
                </a:lnTo>
                <a:lnTo>
                  <a:pt x="138" y="623"/>
                </a:lnTo>
                <a:lnTo>
                  <a:pt x="138" y="622"/>
                </a:lnTo>
                <a:lnTo>
                  <a:pt x="138" y="621"/>
                </a:lnTo>
                <a:lnTo>
                  <a:pt x="138" y="620"/>
                </a:lnTo>
                <a:lnTo>
                  <a:pt x="139" y="620"/>
                </a:lnTo>
                <a:lnTo>
                  <a:pt x="138" y="620"/>
                </a:lnTo>
                <a:lnTo>
                  <a:pt x="138" y="621"/>
                </a:lnTo>
                <a:lnTo>
                  <a:pt x="137" y="621"/>
                </a:lnTo>
                <a:lnTo>
                  <a:pt x="137" y="620"/>
                </a:lnTo>
                <a:lnTo>
                  <a:pt x="137" y="621"/>
                </a:lnTo>
                <a:lnTo>
                  <a:pt x="136" y="621"/>
                </a:lnTo>
                <a:lnTo>
                  <a:pt x="135" y="621"/>
                </a:lnTo>
                <a:lnTo>
                  <a:pt x="134" y="621"/>
                </a:lnTo>
                <a:lnTo>
                  <a:pt x="133" y="621"/>
                </a:lnTo>
                <a:lnTo>
                  <a:pt x="133" y="620"/>
                </a:lnTo>
                <a:lnTo>
                  <a:pt x="132" y="620"/>
                </a:lnTo>
                <a:lnTo>
                  <a:pt x="131" y="620"/>
                </a:lnTo>
                <a:lnTo>
                  <a:pt x="130" y="620"/>
                </a:lnTo>
                <a:lnTo>
                  <a:pt x="129" y="620"/>
                </a:lnTo>
                <a:lnTo>
                  <a:pt x="129" y="619"/>
                </a:lnTo>
                <a:lnTo>
                  <a:pt x="128" y="619"/>
                </a:lnTo>
                <a:lnTo>
                  <a:pt x="127" y="619"/>
                </a:lnTo>
                <a:lnTo>
                  <a:pt x="127" y="618"/>
                </a:lnTo>
                <a:lnTo>
                  <a:pt x="126" y="618"/>
                </a:lnTo>
                <a:lnTo>
                  <a:pt x="125" y="618"/>
                </a:lnTo>
                <a:lnTo>
                  <a:pt x="124" y="618"/>
                </a:lnTo>
                <a:lnTo>
                  <a:pt x="124" y="619"/>
                </a:lnTo>
                <a:lnTo>
                  <a:pt x="123" y="619"/>
                </a:lnTo>
                <a:lnTo>
                  <a:pt x="123" y="618"/>
                </a:lnTo>
                <a:lnTo>
                  <a:pt x="123" y="617"/>
                </a:lnTo>
                <a:lnTo>
                  <a:pt x="124" y="616"/>
                </a:lnTo>
                <a:lnTo>
                  <a:pt x="123" y="616"/>
                </a:lnTo>
                <a:lnTo>
                  <a:pt x="123" y="615"/>
                </a:lnTo>
                <a:lnTo>
                  <a:pt x="124" y="615"/>
                </a:lnTo>
                <a:lnTo>
                  <a:pt x="125" y="615"/>
                </a:lnTo>
                <a:lnTo>
                  <a:pt x="125" y="614"/>
                </a:lnTo>
                <a:lnTo>
                  <a:pt x="125" y="613"/>
                </a:lnTo>
                <a:lnTo>
                  <a:pt x="125" y="612"/>
                </a:lnTo>
                <a:lnTo>
                  <a:pt x="125" y="611"/>
                </a:lnTo>
                <a:lnTo>
                  <a:pt x="126" y="611"/>
                </a:lnTo>
                <a:lnTo>
                  <a:pt x="126" y="610"/>
                </a:lnTo>
                <a:lnTo>
                  <a:pt x="127" y="610"/>
                </a:lnTo>
                <a:lnTo>
                  <a:pt x="127" y="609"/>
                </a:lnTo>
                <a:lnTo>
                  <a:pt x="126" y="609"/>
                </a:lnTo>
                <a:lnTo>
                  <a:pt x="126" y="608"/>
                </a:lnTo>
                <a:lnTo>
                  <a:pt x="126" y="607"/>
                </a:lnTo>
                <a:lnTo>
                  <a:pt x="127" y="607"/>
                </a:lnTo>
                <a:lnTo>
                  <a:pt x="127" y="606"/>
                </a:lnTo>
                <a:lnTo>
                  <a:pt x="128" y="606"/>
                </a:lnTo>
                <a:lnTo>
                  <a:pt x="128" y="605"/>
                </a:lnTo>
                <a:lnTo>
                  <a:pt x="127" y="605"/>
                </a:lnTo>
                <a:lnTo>
                  <a:pt x="127" y="604"/>
                </a:lnTo>
                <a:lnTo>
                  <a:pt x="126" y="604"/>
                </a:lnTo>
                <a:lnTo>
                  <a:pt x="125" y="604"/>
                </a:lnTo>
                <a:lnTo>
                  <a:pt x="125" y="603"/>
                </a:lnTo>
                <a:lnTo>
                  <a:pt x="124" y="603"/>
                </a:lnTo>
                <a:lnTo>
                  <a:pt x="123" y="603"/>
                </a:lnTo>
                <a:lnTo>
                  <a:pt x="123" y="604"/>
                </a:lnTo>
                <a:lnTo>
                  <a:pt x="122" y="604"/>
                </a:lnTo>
                <a:lnTo>
                  <a:pt x="122" y="603"/>
                </a:lnTo>
                <a:lnTo>
                  <a:pt x="123" y="603"/>
                </a:lnTo>
                <a:lnTo>
                  <a:pt x="123" y="602"/>
                </a:lnTo>
                <a:lnTo>
                  <a:pt x="124" y="602"/>
                </a:lnTo>
                <a:lnTo>
                  <a:pt x="124" y="601"/>
                </a:lnTo>
                <a:lnTo>
                  <a:pt x="125" y="601"/>
                </a:lnTo>
                <a:lnTo>
                  <a:pt x="126" y="601"/>
                </a:lnTo>
                <a:lnTo>
                  <a:pt x="126" y="600"/>
                </a:lnTo>
                <a:lnTo>
                  <a:pt x="126" y="599"/>
                </a:lnTo>
                <a:lnTo>
                  <a:pt x="126" y="598"/>
                </a:lnTo>
                <a:lnTo>
                  <a:pt x="125" y="598"/>
                </a:lnTo>
                <a:lnTo>
                  <a:pt x="125" y="597"/>
                </a:lnTo>
                <a:lnTo>
                  <a:pt x="125" y="596"/>
                </a:lnTo>
                <a:lnTo>
                  <a:pt x="125" y="595"/>
                </a:lnTo>
                <a:lnTo>
                  <a:pt x="126" y="595"/>
                </a:lnTo>
                <a:lnTo>
                  <a:pt x="126" y="594"/>
                </a:lnTo>
                <a:lnTo>
                  <a:pt x="125" y="594"/>
                </a:lnTo>
                <a:lnTo>
                  <a:pt x="125" y="593"/>
                </a:lnTo>
                <a:lnTo>
                  <a:pt x="124" y="593"/>
                </a:lnTo>
                <a:lnTo>
                  <a:pt x="124" y="592"/>
                </a:lnTo>
                <a:lnTo>
                  <a:pt x="124" y="591"/>
                </a:lnTo>
                <a:lnTo>
                  <a:pt x="124" y="590"/>
                </a:lnTo>
                <a:lnTo>
                  <a:pt x="123" y="590"/>
                </a:lnTo>
                <a:lnTo>
                  <a:pt x="123" y="589"/>
                </a:lnTo>
                <a:lnTo>
                  <a:pt x="122" y="589"/>
                </a:lnTo>
                <a:lnTo>
                  <a:pt x="122" y="588"/>
                </a:lnTo>
                <a:lnTo>
                  <a:pt x="122" y="587"/>
                </a:lnTo>
                <a:lnTo>
                  <a:pt x="121" y="588"/>
                </a:lnTo>
                <a:lnTo>
                  <a:pt x="120" y="588"/>
                </a:lnTo>
                <a:lnTo>
                  <a:pt x="119" y="588"/>
                </a:lnTo>
                <a:lnTo>
                  <a:pt x="118" y="588"/>
                </a:lnTo>
                <a:lnTo>
                  <a:pt x="117" y="588"/>
                </a:lnTo>
                <a:lnTo>
                  <a:pt x="117" y="587"/>
                </a:lnTo>
                <a:lnTo>
                  <a:pt x="117" y="586"/>
                </a:lnTo>
                <a:lnTo>
                  <a:pt x="116" y="586"/>
                </a:lnTo>
                <a:lnTo>
                  <a:pt x="116" y="585"/>
                </a:lnTo>
                <a:lnTo>
                  <a:pt x="116" y="584"/>
                </a:lnTo>
                <a:lnTo>
                  <a:pt x="116" y="583"/>
                </a:lnTo>
                <a:lnTo>
                  <a:pt x="115" y="583"/>
                </a:lnTo>
                <a:lnTo>
                  <a:pt x="115" y="582"/>
                </a:lnTo>
                <a:lnTo>
                  <a:pt x="116" y="582"/>
                </a:lnTo>
                <a:lnTo>
                  <a:pt x="116" y="581"/>
                </a:lnTo>
                <a:lnTo>
                  <a:pt x="117" y="581"/>
                </a:lnTo>
                <a:lnTo>
                  <a:pt x="117" y="580"/>
                </a:lnTo>
                <a:lnTo>
                  <a:pt x="118" y="580"/>
                </a:lnTo>
                <a:lnTo>
                  <a:pt x="118" y="579"/>
                </a:lnTo>
                <a:lnTo>
                  <a:pt x="119" y="579"/>
                </a:lnTo>
                <a:lnTo>
                  <a:pt x="119" y="578"/>
                </a:lnTo>
                <a:lnTo>
                  <a:pt x="120" y="578"/>
                </a:lnTo>
                <a:lnTo>
                  <a:pt x="121" y="578"/>
                </a:lnTo>
                <a:lnTo>
                  <a:pt x="121" y="577"/>
                </a:lnTo>
                <a:lnTo>
                  <a:pt x="122" y="577"/>
                </a:lnTo>
                <a:lnTo>
                  <a:pt x="123" y="577"/>
                </a:lnTo>
                <a:lnTo>
                  <a:pt x="123" y="576"/>
                </a:lnTo>
                <a:lnTo>
                  <a:pt x="123" y="575"/>
                </a:lnTo>
                <a:lnTo>
                  <a:pt x="123" y="574"/>
                </a:lnTo>
                <a:lnTo>
                  <a:pt x="122" y="574"/>
                </a:lnTo>
                <a:lnTo>
                  <a:pt x="122" y="573"/>
                </a:lnTo>
                <a:lnTo>
                  <a:pt x="121" y="573"/>
                </a:lnTo>
                <a:lnTo>
                  <a:pt x="120" y="573"/>
                </a:lnTo>
                <a:lnTo>
                  <a:pt x="120" y="572"/>
                </a:lnTo>
                <a:lnTo>
                  <a:pt x="119" y="572"/>
                </a:lnTo>
                <a:lnTo>
                  <a:pt x="119" y="571"/>
                </a:lnTo>
                <a:lnTo>
                  <a:pt x="119" y="570"/>
                </a:lnTo>
                <a:lnTo>
                  <a:pt x="119" y="569"/>
                </a:lnTo>
                <a:lnTo>
                  <a:pt x="118" y="569"/>
                </a:lnTo>
                <a:lnTo>
                  <a:pt x="119" y="568"/>
                </a:lnTo>
                <a:lnTo>
                  <a:pt x="118" y="568"/>
                </a:lnTo>
                <a:lnTo>
                  <a:pt x="119" y="568"/>
                </a:lnTo>
                <a:lnTo>
                  <a:pt x="119" y="567"/>
                </a:lnTo>
                <a:lnTo>
                  <a:pt x="118" y="567"/>
                </a:lnTo>
                <a:lnTo>
                  <a:pt x="118" y="566"/>
                </a:lnTo>
                <a:lnTo>
                  <a:pt x="118" y="567"/>
                </a:lnTo>
                <a:lnTo>
                  <a:pt x="117" y="567"/>
                </a:lnTo>
                <a:lnTo>
                  <a:pt x="117" y="566"/>
                </a:lnTo>
                <a:lnTo>
                  <a:pt x="117" y="565"/>
                </a:lnTo>
                <a:lnTo>
                  <a:pt x="117" y="564"/>
                </a:lnTo>
                <a:lnTo>
                  <a:pt x="117" y="563"/>
                </a:lnTo>
                <a:lnTo>
                  <a:pt x="118" y="563"/>
                </a:lnTo>
                <a:lnTo>
                  <a:pt x="117" y="563"/>
                </a:lnTo>
                <a:lnTo>
                  <a:pt x="117" y="562"/>
                </a:lnTo>
                <a:lnTo>
                  <a:pt x="117" y="561"/>
                </a:lnTo>
                <a:lnTo>
                  <a:pt x="116" y="561"/>
                </a:lnTo>
                <a:lnTo>
                  <a:pt x="116" y="560"/>
                </a:lnTo>
                <a:lnTo>
                  <a:pt x="115" y="560"/>
                </a:lnTo>
                <a:lnTo>
                  <a:pt x="115" y="559"/>
                </a:lnTo>
                <a:lnTo>
                  <a:pt x="116" y="559"/>
                </a:lnTo>
                <a:lnTo>
                  <a:pt x="115" y="559"/>
                </a:lnTo>
                <a:lnTo>
                  <a:pt x="116" y="559"/>
                </a:lnTo>
                <a:lnTo>
                  <a:pt x="115" y="558"/>
                </a:lnTo>
                <a:lnTo>
                  <a:pt x="115" y="559"/>
                </a:lnTo>
                <a:lnTo>
                  <a:pt x="115" y="558"/>
                </a:lnTo>
                <a:lnTo>
                  <a:pt x="114" y="558"/>
                </a:lnTo>
                <a:lnTo>
                  <a:pt x="114" y="557"/>
                </a:lnTo>
                <a:lnTo>
                  <a:pt x="113" y="557"/>
                </a:lnTo>
                <a:lnTo>
                  <a:pt x="113" y="558"/>
                </a:lnTo>
                <a:lnTo>
                  <a:pt x="112" y="558"/>
                </a:lnTo>
                <a:lnTo>
                  <a:pt x="111" y="558"/>
                </a:lnTo>
                <a:lnTo>
                  <a:pt x="110" y="558"/>
                </a:lnTo>
                <a:lnTo>
                  <a:pt x="110" y="557"/>
                </a:lnTo>
                <a:lnTo>
                  <a:pt x="109" y="557"/>
                </a:lnTo>
                <a:lnTo>
                  <a:pt x="108" y="557"/>
                </a:lnTo>
                <a:lnTo>
                  <a:pt x="108" y="556"/>
                </a:lnTo>
                <a:lnTo>
                  <a:pt x="107" y="556"/>
                </a:lnTo>
                <a:lnTo>
                  <a:pt x="107" y="557"/>
                </a:lnTo>
                <a:lnTo>
                  <a:pt x="106" y="557"/>
                </a:lnTo>
                <a:lnTo>
                  <a:pt x="105" y="557"/>
                </a:lnTo>
                <a:lnTo>
                  <a:pt x="105" y="556"/>
                </a:lnTo>
                <a:lnTo>
                  <a:pt x="105" y="555"/>
                </a:lnTo>
                <a:lnTo>
                  <a:pt x="104" y="555"/>
                </a:lnTo>
                <a:lnTo>
                  <a:pt x="104" y="554"/>
                </a:lnTo>
                <a:lnTo>
                  <a:pt x="105" y="554"/>
                </a:lnTo>
                <a:lnTo>
                  <a:pt x="106" y="554"/>
                </a:lnTo>
                <a:lnTo>
                  <a:pt x="106" y="553"/>
                </a:lnTo>
                <a:lnTo>
                  <a:pt x="106" y="552"/>
                </a:lnTo>
                <a:lnTo>
                  <a:pt x="106" y="551"/>
                </a:lnTo>
                <a:lnTo>
                  <a:pt x="105" y="551"/>
                </a:lnTo>
                <a:lnTo>
                  <a:pt x="105" y="550"/>
                </a:lnTo>
                <a:lnTo>
                  <a:pt x="106" y="550"/>
                </a:lnTo>
                <a:lnTo>
                  <a:pt x="106" y="549"/>
                </a:lnTo>
                <a:lnTo>
                  <a:pt x="106" y="548"/>
                </a:lnTo>
                <a:lnTo>
                  <a:pt x="106" y="547"/>
                </a:lnTo>
                <a:lnTo>
                  <a:pt x="105" y="547"/>
                </a:lnTo>
                <a:lnTo>
                  <a:pt x="105" y="546"/>
                </a:lnTo>
                <a:lnTo>
                  <a:pt x="105" y="545"/>
                </a:lnTo>
                <a:lnTo>
                  <a:pt x="104" y="545"/>
                </a:lnTo>
                <a:lnTo>
                  <a:pt x="104" y="544"/>
                </a:lnTo>
                <a:lnTo>
                  <a:pt x="105" y="544"/>
                </a:lnTo>
                <a:lnTo>
                  <a:pt x="105" y="543"/>
                </a:lnTo>
                <a:lnTo>
                  <a:pt x="105" y="542"/>
                </a:lnTo>
                <a:lnTo>
                  <a:pt x="106" y="542"/>
                </a:lnTo>
                <a:lnTo>
                  <a:pt x="106" y="541"/>
                </a:lnTo>
                <a:lnTo>
                  <a:pt x="106" y="542"/>
                </a:lnTo>
                <a:lnTo>
                  <a:pt x="106" y="541"/>
                </a:lnTo>
                <a:lnTo>
                  <a:pt x="106" y="542"/>
                </a:lnTo>
                <a:lnTo>
                  <a:pt x="107" y="542"/>
                </a:lnTo>
                <a:lnTo>
                  <a:pt x="107" y="541"/>
                </a:lnTo>
                <a:lnTo>
                  <a:pt x="106" y="541"/>
                </a:lnTo>
                <a:lnTo>
                  <a:pt x="106" y="540"/>
                </a:lnTo>
                <a:lnTo>
                  <a:pt x="105" y="540"/>
                </a:lnTo>
                <a:lnTo>
                  <a:pt x="104" y="540"/>
                </a:lnTo>
                <a:lnTo>
                  <a:pt x="104" y="539"/>
                </a:lnTo>
                <a:lnTo>
                  <a:pt x="104" y="538"/>
                </a:lnTo>
                <a:lnTo>
                  <a:pt x="105" y="538"/>
                </a:lnTo>
                <a:lnTo>
                  <a:pt x="105" y="537"/>
                </a:lnTo>
                <a:lnTo>
                  <a:pt x="106" y="537"/>
                </a:lnTo>
                <a:lnTo>
                  <a:pt x="107" y="537"/>
                </a:lnTo>
                <a:lnTo>
                  <a:pt x="108" y="537"/>
                </a:lnTo>
                <a:lnTo>
                  <a:pt x="107" y="538"/>
                </a:lnTo>
                <a:lnTo>
                  <a:pt x="108" y="538"/>
                </a:lnTo>
                <a:lnTo>
                  <a:pt x="109" y="538"/>
                </a:lnTo>
                <a:lnTo>
                  <a:pt x="110" y="538"/>
                </a:lnTo>
                <a:lnTo>
                  <a:pt x="110" y="537"/>
                </a:lnTo>
                <a:lnTo>
                  <a:pt x="111" y="537"/>
                </a:lnTo>
                <a:lnTo>
                  <a:pt x="111" y="536"/>
                </a:lnTo>
                <a:lnTo>
                  <a:pt x="111" y="535"/>
                </a:lnTo>
                <a:lnTo>
                  <a:pt x="111" y="536"/>
                </a:lnTo>
                <a:lnTo>
                  <a:pt x="111" y="535"/>
                </a:lnTo>
                <a:lnTo>
                  <a:pt x="112" y="535"/>
                </a:lnTo>
                <a:lnTo>
                  <a:pt x="112" y="534"/>
                </a:lnTo>
                <a:lnTo>
                  <a:pt x="112" y="533"/>
                </a:lnTo>
                <a:lnTo>
                  <a:pt x="113" y="533"/>
                </a:lnTo>
                <a:lnTo>
                  <a:pt x="113" y="532"/>
                </a:lnTo>
                <a:lnTo>
                  <a:pt x="114" y="532"/>
                </a:lnTo>
                <a:lnTo>
                  <a:pt x="114" y="533"/>
                </a:lnTo>
                <a:lnTo>
                  <a:pt x="114" y="532"/>
                </a:lnTo>
                <a:lnTo>
                  <a:pt x="115" y="532"/>
                </a:lnTo>
                <a:lnTo>
                  <a:pt x="115" y="533"/>
                </a:lnTo>
                <a:lnTo>
                  <a:pt x="116" y="533"/>
                </a:lnTo>
                <a:lnTo>
                  <a:pt x="116" y="532"/>
                </a:lnTo>
                <a:lnTo>
                  <a:pt x="115" y="532"/>
                </a:lnTo>
                <a:lnTo>
                  <a:pt x="116" y="532"/>
                </a:lnTo>
                <a:lnTo>
                  <a:pt x="116" y="531"/>
                </a:lnTo>
                <a:lnTo>
                  <a:pt x="117" y="531"/>
                </a:lnTo>
                <a:lnTo>
                  <a:pt x="117" y="530"/>
                </a:lnTo>
                <a:lnTo>
                  <a:pt x="118" y="530"/>
                </a:lnTo>
                <a:lnTo>
                  <a:pt x="119" y="530"/>
                </a:lnTo>
                <a:lnTo>
                  <a:pt x="119" y="529"/>
                </a:lnTo>
                <a:lnTo>
                  <a:pt x="120" y="529"/>
                </a:lnTo>
                <a:lnTo>
                  <a:pt x="120" y="528"/>
                </a:lnTo>
                <a:lnTo>
                  <a:pt x="121" y="528"/>
                </a:lnTo>
                <a:lnTo>
                  <a:pt x="121" y="527"/>
                </a:lnTo>
                <a:lnTo>
                  <a:pt x="121" y="526"/>
                </a:lnTo>
                <a:lnTo>
                  <a:pt x="122" y="526"/>
                </a:lnTo>
                <a:lnTo>
                  <a:pt x="123" y="526"/>
                </a:lnTo>
                <a:lnTo>
                  <a:pt x="123" y="525"/>
                </a:lnTo>
                <a:lnTo>
                  <a:pt x="124" y="525"/>
                </a:lnTo>
                <a:lnTo>
                  <a:pt x="124" y="524"/>
                </a:lnTo>
                <a:lnTo>
                  <a:pt x="124" y="523"/>
                </a:lnTo>
                <a:lnTo>
                  <a:pt x="123" y="523"/>
                </a:lnTo>
                <a:lnTo>
                  <a:pt x="123" y="522"/>
                </a:lnTo>
                <a:lnTo>
                  <a:pt x="123" y="521"/>
                </a:lnTo>
                <a:lnTo>
                  <a:pt x="123" y="520"/>
                </a:lnTo>
                <a:lnTo>
                  <a:pt x="122" y="520"/>
                </a:lnTo>
                <a:lnTo>
                  <a:pt x="122" y="519"/>
                </a:lnTo>
                <a:lnTo>
                  <a:pt x="122" y="520"/>
                </a:lnTo>
                <a:lnTo>
                  <a:pt x="121" y="520"/>
                </a:lnTo>
                <a:lnTo>
                  <a:pt x="121" y="521"/>
                </a:lnTo>
                <a:lnTo>
                  <a:pt x="120" y="521"/>
                </a:lnTo>
                <a:lnTo>
                  <a:pt x="120" y="522"/>
                </a:lnTo>
                <a:lnTo>
                  <a:pt x="119" y="522"/>
                </a:lnTo>
                <a:lnTo>
                  <a:pt x="118" y="522"/>
                </a:lnTo>
                <a:lnTo>
                  <a:pt x="118" y="521"/>
                </a:lnTo>
                <a:lnTo>
                  <a:pt x="117" y="521"/>
                </a:lnTo>
                <a:lnTo>
                  <a:pt x="116" y="521"/>
                </a:lnTo>
                <a:lnTo>
                  <a:pt x="115" y="521"/>
                </a:lnTo>
                <a:lnTo>
                  <a:pt x="114" y="521"/>
                </a:lnTo>
                <a:lnTo>
                  <a:pt x="114" y="522"/>
                </a:lnTo>
                <a:lnTo>
                  <a:pt x="114" y="521"/>
                </a:lnTo>
                <a:lnTo>
                  <a:pt x="113" y="521"/>
                </a:lnTo>
                <a:lnTo>
                  <a:pt x="113" y="522"/>
                </a:lnTo>
                <a:lnTo>
                  <a:pt x="112" y="522"/>
                </a:lnTo>
                <a:lnTo>
                  <a:pt x="111" y="522"/>
                </a:lnTo>
                <a:lnTo>
                  <a:pt x="110" y="522"/>
                </a:lnTo>
                <a:lnTo>
                  <a:pt x="109" y="522"/>
                </a:lnTo>
                <a:lnTo>
                  <a:pt x="108" y="522"/>
                </a:lnTo>
                <a:lnTo>
                  <a:pt x="107" y="522"/>
                </a:lnTo>
                <a:lnTo>
                  <a:pt x="107" y="523"/>
                </a:lnTo>
                <a:lnTo>
                  <a:pt x="106" y="523"/>
                </a:lnTo>
                <a:lnTo>
                  <a:pt x="106" y="524"/>
                </a:lnTo>
                <a:lnTo>
                  <a:pt x="105" y="524"/>
                </a:lnTo>
                <a:lnTo>
                  <a:pt x="104" y="525"/>
                </a:lnTo>
                <a:lnTo>
                  <a:pt x="103" y="525"/>
                </a:lnTo>
                <a:lnTo>
                  <a:pt x="103" y="524"/>
                </a:lnTo>
                <a:lnTo>
                  <a:pt x="102" y="524"/>
                </a:lnTo>
                <a:lnTo>
                  <a:pt x="101" y="524"/>
                </a:lnTo>
                <a:lnTo>
                  <a:pt x="100" y="525"/>
                </a:lnTo>
                <a:lnTo>
                  <a:pt x="99" y="525"/>
                </a:lnTo>
                <a:lnTo>
                  <a:pt x="99" y="526"/>
                </a:lnTo>
                <a:lnTo>
                  <a:pt x="98" y="526"/>
                </a:lnTo>
                <a:lnTo>
                  <a:pt x="97" y="526"/>
                </a:lnTo>
                <a:lnTo>
                  <a:pt x="96" y="527"/>
                </a:lnTo>
                <a:lnTo>
                  <a:pt x="96" y="526"/>
                </a:lnTo>
                <a:lnTo>
                  <a:pt x="96" y="525"/>
                </a:lnTo>
                <a:lnTo>
                  <a:pt x="95" y="525"/>
                </a:lnTo>
                <a:lnTo>
                  <a:pt x="94" y="525"/>
                </a:lnTo>
                <a:lnTo>
                  <a:pt x="94" y="524"/>
                </a:lnTo>
                <a:lnTo>
                  <a:pt x="93" y="524"/>
                </a:lnTo>
                <a:lnTo>
                  <a:pt x="93" y="523"/>
                </a:lnTo>
                <a:lnTo>
                  <a:pt x="93" y="522"/>
                </a:lnTo>
                <a:lnTo>
                  <a:pt x="92" y="522"/>
                </a:lnTo>
                <a:lnTo>
                  <a:pt x="91" y="522"/>
                </a:lnTo>
                <a:lnTo>
                  <a:pt x="90" y="522"/>
                </a:lnTo>
                <a:lnTo>
                  <a:pt x="88" y="522"/>
                </a:lnTo>
                <a:lnTo>
                  <a:pt x="87" y="522"/>
                </a:lnTo>
                <a:lnTo>
                  <a:pt x="87" y="523"/>
                </a:lnTo>
                <a:lnTo>
                  <a:pt x="86" y="522"/>
                </a:lnTo>
                <a:lnTo>
                  <a:pt x="85" y="522"/>
                </a:lnTo>
                <a:lnTo>
                  <a:pt x="84" y="522"/>
                </a:lnTo>
                <a:lnTo>
                  <a:pt x="83" y="522"/>
                </a:lnTo>
                <a:lnTo>
                  <a:pt x="82" y="522"/>
                </a:lnTo>
                <a:lnTo>
                  <a:pt x="82" y="523"/>
                </a:lnTo>
                <a:lnTo>
                  <a:pt x="82" y="522"/>
                </a:lnTo>
                <a:lnTo>
                  <a:pt x="82" y="523"/>
                </a:lnTo>
                <a:lnTo>
                  <a:pt x="81" y="523"/>
                </a:lnTo>
                <a:lnTo>
                  <a:pt x="80" y="523"/>
                </a:lnTo>
                <a:lnTo>
                  <a:pt x="79" y="523"/>
                </a:lnTo>
                <a:lnTo>
                  <a:pt x="78" y="523"/>
                </a:lnTo>
                <a:lnTo>
                  <a:pt x="77" y="523"/>
                </a:lnTo>
                <a:lnTo>
                  <a:pt x="76" y="523"/>
                </a:lnTo>
                <a:lnTo>
                  <a:pt x="76" y="524"/>
                </a:lnTo>
                <a:lnTo>
                  <a:pt x="75" y="524"/>
                </a:lnTo>
                <a:lnTo>
                  <a:pt x="76" y="524"/>
                </a:lnTo>
                <a:lnTo>
                  <a:pt x="75" y="524"/>
                </a:lnTo>
                <a:lnTo>
                  <a:pt x="75" y="525"/>
                </a:lnTo>
                <a:lnTo>
                  <a:pt x="76" y="525"/>
                </a:lnTo>
                <a:lnTo>
                  <a:pt x="75" y="525"/>
                </a:lnTo>
                <a:lnTo>
                  <a:pt x="75" y="524"/>
                </a:lnTo>
                <a:lnTo>
                  <a:pt x="74" y="525"/>
                </a:lnTo>
                <a:lnTo>
                  <a:pt x="73" y="525"/>
                </a:lnTo>
                <a:lnTo>
                  <a:pt x="73" y="524"/>
                </a:lnTo>
                <a:lnTo>
                  <a:pt x="72" y="524"/>
                </a:lnTo>
                <a:lnTo>
                  <a:pt x="72" y="525"/>
                </a:lnTo>
                <a:lnTo>
                  <a:pt x="71" y="525"/>
                </a:lnTo>
                <a:lnTo>
                  <a:pt x="71" y="524"/>
                </a:lnTo>
                <a:lnTo>
                  <a:pt x="71" y="525"/>
                </a:lnTo>
                <a:lnTo>
                  <a:pt x="71" y="524"/>
                </a:lnTo>
                <a:lnTo>
                  <a:pt x="71" y="525"/>
                </a:lnTo>
                <a:lnTo>
                  <a:pt x="70" y="525"/>
                </a:lnTo>
                <a:lnTo>
                  <a:pt x="69" y="525"/>
                </a:lnTo>
                <a:lnTo>
                  <a:pt x="69" y="524"/>
                </a:lnTo>
                <a:lnTo>
                  <a:pt x="68" y="524"/>
                </a:lnTo>
                <a:lnTo>
                  <a:pt x="66" y="524"/>
                </a:lnTo>
                <a:lnTo>
                  <a:pt x="65" y="524"/>
                </a:lnTo>
                <a:lnTo>
                  <a:pt x="64" y="524"/>
                </a:lnTo>
                <a:lnTo>
                  <a:pt x="64" y="523"/>
                </a:lnTo>
                <a:lnTo>
                  <a:pt x="63" y="523"/>
                </a:lnTo>
                <a:lnTo>
                  <a:pt x="62" y="523"/>
                </a:lnTo>
                <a:lnTo>
                  <a:pt x="62" y="524"/>
                </a:lnTo>
                <a:lnTo>
                  <a:pt x="61" y="524"/>
                </a:lnTo>
                <a:lnTo>
                  <a:pt x="61" y="525"/>
                </a:lnTo>
                <a:lnTo>
                  <a:pt x="60" y="525"/>
                </a:lnTo>
                <a:lnTo>
                  <a:pt x="59" y="525"/>
                </a:lnTo>
                <a:lnTo>
                  <a:pt x="59" y="524"/>
                </a:lnTo>
                <a:lnTo>
                  <a:pt x="58" y="524"/>
                </a:lnTo>
                <a:lnTo>
                  <a:pt x="58" y="525"/>
                </a:lnTo>
                <a:lnTo>
                  <a:pt x="57" y="525"/>
                </a:lnTo>
                <a:lnTo>
                  <a:pt x="56" y="525"/>
                </a:lnTo>
                <a:lnTo>
                  <a:pt x="54" y="525"/>
                </a:lnTo>
                <a:lnTo>
                  <a:pt x="53" y="525"/>
                </a:lnTo>
                <a:lnTo>
                  <a:pt x="53" y="526"/>
                </a:lnTo>
                <a:lnTo>
                  <a:pt x="52" y="526"/>
                </a:lnTo>
                <a:lnTo>
                  <a:pt x="51" y="526"/>
                </a:lnTo>
                <a:lnTo>
                  <a:pt x="51" y="527"/>
                </a:lnTo>
                <a:lnTo>
                  <a:pt x="50" y="527"/>
                </a:lnTo>
                <a:lnTo>
                  <a:pt x="49" y="527"/>
                </a:lnTo>
                <a:lnTo>
                  <a:pt x="48" y="527"/>
                </a:lnTo>
                <a:lnTo>
                  <a:pt x="48" y="528"/>
                </a:lnTo>
                <a:lnTo>
                  <a:pt x="47" y="528"/>
                </a:lnTo>
                <a:lnTo>
                  <a:pt x="47" y="527"/>
                </a:lnTo>
                <a:lnTo>
                  <a:pt x="47" y="528"/>
                </a:lnTo>
                <a:lnTo>
                  <a:pt x="46" y="528"/>
                </a:lnTo>
                <a:lnTo>
                  <a:pt x="45" y="528"/>
                </a:lnTo>
                <a:lnTo>
                  <a:pt x="45" y="529"/>
                </a:lnTo>
                <a:lnTo>
                  <a:pt x="44" y="529"/>
                </a:lnTo>
                <a:lnTo>
                  <a:pt x="44" y="530"/>
                </a:lnTo>
                <a:lnTo>
                  <a:pt x="43" y="530"/>
                </a:lnTo>
                <a:lnTo>
                  <a:pt x="42" y="530"/>
                </a:lnTo>
                <a:lnTo>
                  <a:pt x="43" y="530"/>
                </a:lnTo>
                <a:lnTo>
                  <a:pt x="42" y="530"/>
                </a:lnTo>
                <a:lnTo>
                  <a:pt x="42" y="531"/>
                </a:lnTo>
                <a:lnTo>
                  <a:pt x="42" y="532"/>
                </a:lnTo>
                <a:lnTo>
                  <a:pt x="41" y="532"/>
                </a:lnTo>
                <a:lnTo>
                  <a:pt x="40" y="532"/>
                </a:lnTo>
                <a:lnTo>
                  <a:pt x="39" y="532"/>
                </a:lnTo>
                <a:lnTo>
                  <a:pt x="39" y="533"/>
                </a:lnTo>
                <a:lnTo>
                  <a:pt x="38" y="533"/>
                </a:lnTo>
                <a:lnTo>
                  <a:pt x="37" y="533"/>
                </a:lnTo>
                <a:lnTo>
                  <a:pt x="36" y="533"/>
                </a:lnTo>
                <a:lnTo>
                  <a:pt x="35" y="533"/>
                </a:lnTo>
                <a:lnTo>
                  <a:pt x="34" y="533"/>
                </a:lnTo>
                <a:lnTo>
                  <a:pt x="34" y="534"/>
                </a:lnTo>
                <a:lnTo>
                  <a:pt x="33" y="534"/>
                </a:lnTo>
                <a:lnTo>
                  <a:pt x="33" y="535"/>
                </a:lnTo>
                <a:lnTo>
                  <a:pt x="32" y="535"/>
                </a:lnTo>
                <a:lnTo>
                  <a:pt x="32" y="536"/>
                </a:lnTo>
                <a:lnTo>
                  <a:pt x="33" y="536"/>
                </a:lnTo>
                <a:lnTo>
                  <a:pt x="33" y="537"/>
                </a:lnTo>
                <a:lnTo>
                  <a:pt x="34" y="537"/>
                </a:lnTo>
                <a:lnTo>
                  <a:pt x="33" y="537"/>
                </a:lnTo>
                <a:lnTo>
                  <a:pt x="33" y="538"/>
                </a:lnTo>
                <a:lnTo>
                  <a:pt x="32" y="538"/>
                </a:lnTo>
                <a:lnTo>
                  <a:pt x="32" y="537"/>
                </a:lnTo>
                <a:lnTo>
                  <a:pt x="31" y="537"/>
                </a:lnTo>
                <a:lnTo>
                  <a:pt x="30" y="537"/>
                </a:lnTo>
                <a:lnTo>
                  <a:pt x="29" y="538"/>
                </a:lnTo>
                <a:lnTo>
                  <a:pt x="28" y="538"/>
                </a:lnTo>
                <a:lnTo>
                  <a:pt x="29" y="538"/>
                </a:lnTo>
                <a:lnTo>
                  <a:pt x="29" y="539"/>
                </a:lnTo>
                <a:lnTo>
                  <a:pt x="28" y="539"/>
                </a:lnTo>
                <a:lnTo>
                  <a:pt x="28" y="538"/>
                </a:lnTo>
                <a:lnTo>
                  <a:pt x="27" y="538"/>
                </a:lnTo>
                <a:lnTo>
                  <a:pt x="27" y="539"/>
                </a:lnTo>
                <a:lnTo>
                  <a:pt x="27" y="540"/>
                </a:lnTo>
                <a:lnTo>
                  <a:pt x="26" y="540"/>
                </a:lnTo>
                <a:lnTo>
                  <a:pt x="26" y="541"/>
                </a:lnTo>
                <a:lnTo>
                  <a:pt x="26" y="540"/>
                </a:lnTo>
                <a:lnTo>
                  <a:pt x="26" y="539"/>
                </a:lnTo>
                <a:lnTo>
                  <a:pt x="26" y="540"/>
                </a:lnTo>
                <a:lnTo>
                  <a:pt x="25" y="540"/>
                </a:lnTo>
                <a:lnTo>
                  <a:pt x="24" y="540"/>
                </a:lnTo>
                <a:lnTo>
                  <a:pt x="25" y="540"/>
                </a:lnTo>
                <a:lnTo>
                  <a:pt x="24" y="540"/>
                </a:lnTo>
                <a:lnTo>
                  <a:pt x="24" y="541"/>
                </a:lnTo>
                <a:lnTo>
                  <a:pt x="23" y="541"/>
                </a:lnTo>
                <a:lnTo>
                  <a:pt x="22" y="541"/>
                </a:lnTo>
                <a:lnTo>
                  <a:pt x="22" y="542"/>
                </a:lnTo>
                <a:lnTo>
                  <a:pt x="22" y="543"/>
                </a:lnTo>
                <a:lnTo>
                  <a:pt x="21" y="543"/>
                </a:lnTo>
                <a:lnTo>
                  <a:pt x="22" y="544"/>
                </a:lnTo>
                <a:lnTo>
                  <a:pt x="21" y="544"/>
                </a:lnTo>
                <a:lnTo>
                  <a:pt x="20" y="544"/>
                </a:lnTo>
                <a:lnTo>
                  <a:pt x="20" y="545"/>
                </a:lnTo>
                <a:lnTo>
                  <a:pt x="19" y="545"/>
                </a:lnTo>
                <a:lnTo>
                  <a:pt x="18" y="545"/>
                </a:lnTo>
                <a:lnTo>
                  <a:pt x="18" y="546"/>
                </a:lnTo>
                <a:lnTo>
                  <a:pt x="18" y="547"/>
                </a:lnTo>
                <a:lnTo>
                  <a:pt x="17" y="547"/>
                </a:lnTo>
                <a:lnTo>
                  <a:pt x="16" y="547"/>
                </a:lnTo>
                <a:lnTo>
                  <a:pt x="16" y="548"/>
                </a:lnTo>
                <a:lnTo>
                  <a:pt x="17" y="548"/>
                </a:lnTo>
                <a:lnTo>
                  <a:pt x="17" y="549"/>
                </a:lnTo>
                <a:lnTo>
                  <a:pt x="16" y="549"/>
                </a:lnTo>
                <a:lnTo>
                  <a:pt x="16" y="548"/>
                </a:lnTo>
                <a:lnTo>
                  <a:pt x="15" y="548"/>
                </a:lnTo>
                <a:lnTo>
                  <a:pt x="15" y="547"/>
                </a:lnTo>
                <a:lnTo>
                  <a:pt x="14" y="547"/>
                </a:lnTo>
                <a:lnTo>
                  <a:pt x="14" y="548"/>
                </a:lnTo>
                <a:lnTo>
                  <a:pt x="14" y="549"/>
                </a:lnTo>
                <a:lnTo>
                  <a:pt x="13" y="549"/>
                </a:lnTo>
                <a:lnTo>
                  <a:pt x="13" y="550"/>
                </a:lnTo>
                <a:lnTo>
                  <a:pt x="13" y="549"/>
                </a:lnTo>
                <a:lnTo>
                  <a:pt x="12" y="549"/>
                </a:lnTo>
                <a:lnTo>
                  <a:pt x="13" y="549"/>
                </a:lnTo>
                <a:lnTo>
                  <a:pt x="12" y="548"/>
                </a:lnTo>
                <a:lnTo>
                  <a:pt x="12" y="549"/>
                </a:lnTo>
                <a:lnTo>
                  <a:pt x="12" y="550"/>
                </a:lnTo>
                <a:lnTo>
                  <a:pt x="11" y="550"/>
                </a:lnTo>
                <a:lnTo>
                  <a:pt x="11" y="551"/>
                </a:lnTo>
                <a:lnTo>
                  <a:pt x="11" y="550"/>
                </a:lnTo>
                <a:lnTo>
                  <a:pt x="10" y="550"/>
                </a:lnTo>
                <a:lnTo>
                  <a:pt x="11" y="550"/>
                </a:lnTo>
                <a:lnTo>
                  <a:pt x="11" y="549"/>
                </a:lnTo>
                <a:lnTo>
                  <a:pt x="10" y="549"/>
                </a:lnTo>
                <a:lnTo>
                  <a:pt x="10" y="548"/>
                </a:lnTo>
                <a:lnTo>
                  <a:pt x="10" y="547"/>
                </a:lnTo>
                <a:lnTo>
                  <a:pt x="9" y="547"/>
                </a:lnTo>
                <a:lnTo>
                  <a:pt x="9" y="546"/>
                </a:lnTo>
                <a:lnTo>
                  <a:pt x="8" y="546"/>
                </a:lnTo>
                <a:lnTo>
                  <a:pt x="7" y="546"/>
                </a:lnTo>
                <a:lnTo>
                  <a:pt x="7" y="545"/>
                </a:lnTo>
                <a:lnTo>
                  <a:pt x="6" y="545"/>
                </a:lnTo>
                <a:lnTo>
                  <a:pt x="5" y="545"/>
                </a:lnTo>
                <a:lnTo>
                  <a:pt x="5" y="544"/>
                </a:lnTo>
                <a:lnTo>
                  <a:pt x="4" y="544"/>
                </a:lnTo>
                <a:lnTo>
                  <a:pt x="3" y="544"/>
                </a:lnTo>
                <a:lnTo>
                  <a:pt x="3" y="543"/>
                </a:lnTo>
                <a:lnTo>
                  <a:pt x="2" y="543"/>
                </a:lnTo>
                <a:lnTo>
                  <a:pt x="1" y="543"/>
                </a:lnTo>
                <a:lnTo>
                  <a:pt x="1" y="542"/>
                </a:lnTo>
                <a:lnTo>
                  <a:pt x="0" y="542"/>
                </a:lnTo>
                <a:lnTo>
                  <a:pt x="0" y="541"/>
                </a:lnTo>
                <a:lnTo>
                  <a:pt x="1" y="541"/>
                </a:lnTo>
                <a:lnTo>
                  <a:pt x="1" y="540"/>
                </a:lnTo>
                <a:lnTo>
                  <a:pt x="2" y="540"/>
                </a:lnTo>
                <a:lnTo>
                  <a:pt x="2" y="539"/>
                </a:lnTo>
                <a:lnTo>
                  <a:pt x="3" y="539"/>
                </a:lnTo>
                <a:lnTo>
                  <a:pt x="4" y="539"/>
                </a:lnTo>
                <a:lnTo>
                  <a:pt x="4" y="538"/>
                </a:lnTo>
                <a:lnTo>
                  <a:pt x="4" y="537"/>
                </a:lnTo>
                <a:lnTo>
                  <a:pt x="5" y="536"/>
                </a:lnTo>
                <a:lnTo>
                  <a:pt x="6" y="536"/>
                </a:lnTo>
                <a:lnTo>
                  <a:pt x="7" y="536"/>
                </a:lnTo>
                <a:lnTo>
                  <a:pt x="7" y="535"/>
                </a:lnTo>
                <a:lnTo>
                  <a:pt x="8" y="535"/>
                </a:lnTo>
                <a:lnTo>
                  <a:pt x="9" y="535"/>
                </a:lnTo>
                <a:lnTo>
                  <a:pt x="10" y="535"/>
                </a:lnTo>
                <a:lnTo>
                  <a:pt x="10" y="534"/>
                </a:lnTo>
                <a:lnTo>
                  <a:pt x="9" y="534"/>
                </a:lnTo>
                <a:lnTo>
                  <a:pt x="9" y="533"/>
                </a:lnTo>
                <a:lnTo>
                  <a:pt x="10" y="533"/>
                </a:lnTo>
                <a:lnTo>
                  <a:pt x="10" y="532"/>
                </a:lnTo>
                <a:lnTo>
                  <a:pt x="10" y="531"/>
                </a:lnTo>
                <a:lnTo>
                  <a:pt x="10" y="530"/>
                </a:lnTo>
                <a:lnTo>
                  <a:pt x="11" y="530"/>
                </a:lnTo>
                <a:lnTo>
                  <a:pt x="11" y="529"/>
                </a:lnTo>
                <a:lnTo>
                  <a:pt x="12" y="529"/>
                </a:lnTo>
                <a:lnTo>
                  <a:pt x="11" y="529"/>
                </a:lnTo>
                <a:lnTo>
                  <a:pt x="12" y="529"/>
                </a:lnTo>
                <a:lnTo>
                  <a:pt x="12" y="528"/>
                </a:lnTo>
                <a:lnTo>
                  <a:pt x="13" y="528"/>
                </a:lnTo>
                <a:lnTo>
                  <a:pt x="14" y="528"/>
                </a:lnTo>
                <a:lnTo>
                  <a:pt x="14" y="527"/>
                </a:lnTo>
                <a:lnTo>
                  <a:pt x="15" y="527"/>
                </a:lnTo>
                <a:lnTo>
                  <a:pt x="14" y="527"/>
                </a:lnTo>
                <a:lnTo>
                  <a:pt x="14" y="526"/>
                </a:lnTo>
                <a:lnTo>
                  <a:pt x="15" y="526"/>
                </a:lnTo>
                <a:lnTo>
                  <a:pt x="15" y="525"/>
                </a:lnTo>
                <a:lnTo>
                  <a:pt x="16" y="525"/>
                </a:lnTo>
                <a:lnTo>
                  <a:pt x="17" y="525"/>
                </a:lnTo>
                <a:lnTo>
                  <a:pt x="17" y="524"/>
                </a:lnTo>
                <a:lnTo>
                  <a:pt x="18" y="524"/>
                </a:lnTo>
                <a:lnTo>
                  <a:pt x="18" y="523"/>
                </a:lnTo>
                <a:lnTo>
                  <a:pt x="19" y="523"/>
                </a:lnTo>
                <a:lnTo>
                  <a:pt x="18" y="523"/>
                </a:lnTo>
                <a:lnTo>
                  <a:pt x="19" y="523"/>
                </a:lnTo>
                <a:lnTo>
                  <a:pt x="19" y="522"/>
                </a:lnTo>
                <a:lnTo>
                  <a:pt x="19" y="521"/>
                </a:lnTo>
                <a:lnTo>
                  <a:pt x="19" y="520"/>
                </a:lnTo>
                <a:lnTo>
                  <a:pt x="20" y="520"/>
                </a:lnTo>
                <a:lnTo>
                  <a:pt x="20" y="519"/>
                </a:lnTo>
                <a:lnTo>
                  <a:pt x="19" y="519"/>
                </a:lnTo>
                <a:lnTo>
                  <a:pt x="20" y="519"/>
                </a:lnTo>
                <a:lnTo>
                  <a:pt x="20" y="518"/>
                </a:lnTo>
                <a:lnTo>
                  <a:pt x="21" y="518"/>
                </a:lnTo>
                <a:lnTo>
                  <a:pt x="21" y="517"/>
                </a:lnTo>
                <a:lnTo>
                  <a:pt x="20" y="517"/>
                </a:lnTo>
                <a:lnTo>
                  <a:pt x="20" y="516"/>
                </a:lnTo>
                <a:lnTo>
                  <a:pt x="19" y="516"/>
                </a:lnTo>
                <a:lnTo>
                  <a:pt x="18" y="516"/>
                </a:lnTo>
                <a:lnTo>
                  <a:pt x="18" y="515"/>
                </a:lnTo>
                <a:lnTo>
                  <a:pt x="18" y="514"/>
                </a:lnTo>
                <a:lnTo>
                  <a:pt x="18" y="513"/>
                </a:lnTo>
                <a:lnTo>
                  <a:pt x="19" y="512"/>
                </a:lnTo>
                <a:lnTo>
                  <a:pt x="19" y="511"/>
                </a:lnTo>
                <a:lnTo>
                  <a:pt x="20" y="510"/>
                </a:lnTo>
                <a:lnTo>
                  <a:pt x="21" y="509"/>
                </a:lnTo>
                <a:lnTo>
                  <a:pt x="22" y="508"/>
                </a:lnTo>
                <a:lnTo>
                  <a:pt x="21" y="508"/>
                </a:lnTo>
                <a:lnTo>
                  <a:pt x="21" y="507"/>
                </a:lnTo>
                <a:lnTo>
                  <a:pt x="20" y="507"/>
                </a:lnTo>
                <a:lnTo>
                  <a:pt x="20" y="506"/>
                </a:lnTo>
                <a:lnTo>
                  <a:pt x="21" y="506"/>
                </a:lnTo>
                <a:lnTo>
                  <a:pt x="20" y="506"/>
                </a:lnTo>
                <a:lnTo>
                  <a:pt x="19" y="506"/>
                </a:lnTo>
                <a:lnTo>
                  <a:pt x="19" y="505"/>
                </a:lnTo>
                <a:lnTo>
                  <a:pt x="18" y="505"/>
                </a:lnTo>
                <a:lnTo>
                  <a:pt x="18" y="504"/>
                </a:lnTo>
                <a:lnTo>
                  <a:pt x="18" y="505"/>
                </a:lnTo>
                <a:lnTo>
                  <a:pt x="17" y="505"/>
                </a:lnTo>
                <a:lnTo>
                  <a:pt x="17" y="504"/>
                </a:lnTo>
                <a:lnTo>
                  <a:pt x="17" y="505"/>
                </a:lnTo>
                <a:lnTo>
                  <a:pt x="16" y="505"/>
                </a:lnTo>
                <a:lnTo>
                  <a:pt x="15" y="505"/>
                </a:lnTo>
                <a:lnTo>
                  <a:pt x="14" y="505"/>
                </a:lnTo>
                <a:lnTo>
                  <a:pt x="13" y="505"/>
                </a:lnTo>
                <a:lnTo>
                  <a:pt x="13" y="504"/>
                </a:lnTo>
                <a:lnTo>
                  <a:pt x="13" y="503"/>
                </a:lnTo>
                <a:lnTo>
                  <a:pt x="12" y="503"/>
                </a:lnTo>
                <a:lnTo>
                  <a:pt x="12" y="502"/>
                </a:lnTo>
                <a:lnTo>
                  <a:pt x="13" y="502"/>
                </a:lnTo>
                <a:lnTo>
                  <a:pt x="12" y="502"/>
                </a:lnTo>
                <a:lnTo>
                  <a:pt x="12" y="501"/>
                </a:lnTo>
                <a:lnTo>
                  <a:pt x="12" y="500"/>
                </a:lnTo>
                <a:lnTo>
                  <a:pt x="13" y="500"/>
                </a:lnTo>
                <a:lnTo>
                  <a:pt x="13" y="499"/>
                </a:lnTo>
                <a:lnTo>
                  <a:pt x="14" y="500"/>
                </a:lnTo>
                <a:lnTo>
                  <a:pt x="15" y="500"/>
                </a:lnTo>
                <a:lnTo>
                  <a:pt x="16" y="500"/>
                </a:lnTo>
                <a:lnTo>
                  <a:pt x="16" y="499"/>
                </a:lnTo>
                <a:lnTo>
                  <a:pt x="17" y="499"/>
                </a:lnTo>
                <a:lnTo>
                  <a:pt x="17" y="498"/>
                </a:lnTo>
                <a:lnTo>
                  <a:pt x="17" y="497"/>
                </a:lnTo>
                <a:lnTo>
                  <a:pt x="17" y="496"/>
                </a:lnTo>
                <a:lnTo>
                  <a:pt x="16" y="496"/>
                </a:lnTo>
                <a:lnTo>
                  <a:pt x="15" y="496"/>
                </a:lnTo>
                <a:lnTo>
                  <a:pt x="15" y="495"/>
                </a:lnTo>
                <a:lnTo>
                  <a:pt x="15" y="494"/>
                </a:lnTo>
                <a:lnTo>
                  <a:pt x="14" y="494"/>
                </a:lnTo>
                <a:lnTo>
                  <a:pt x="14" y="493"/>
                </a:lnTo>
                <a:lnTo>
                  <a:pt x="15" y="493"/>
                </a:lnTo>
                <a:lnTo>
                  <a:pt x="14" y="493"/>
                </a:lnTo>
                <a:lnTo>
                  <a:pt x="14" y="492"/>
                </a:lnTo>
                <a:lnTo>
                  <a:pt x="14" y="491"/>
                </a:lnTo>
                <a:lnTo>
                  <a:pt x="14" y="490"/>
                </a:lnTo>
                <a:lnTo>
                  <a:pt x="14" y="489"/>
                </a:lnTo>
                <a:lnTo>
                  <a:pt x="13" y="489"/>
                </a:lnTo>
                <a:lnTo>
                  <a:pt x="13" y="488"/>
                </a:lnTo>
                <a:lnTo>
                  <a:pt x="13" y="489"/>
                </a:lnTo>
                <a:lnTo>
                  <a:pt x="12" y="489"/>
                </a:lnTo>
                <a:lnTo>
                  <a:pt x="11" y="489"/>
                </a:lnTo>
                <a:lnTo>
                  <a:pt x="10" y="489"/>
                </a:lnTo>
                <a:lnTo>
                  <a:pt x="10" y="490"/>
                </a:lnTo>
                <a:lnTo>
                  <a:pt x="9" y="490"/>
                </a:lnTo>
                <a:lnTo>
                  <a:pt x="8" y="490"/>
                </a:lnTo>
                <a:lnTo>
                  <a:pt x="7" y="490"/>
                </a:lnTo>
                <a:lnTo>
                  <a:pt x="6" y="490"/>
                </a:lnTo>
                <a:lnTo>
                  <a:pt x="5" y="490"/>
                </a:lnTo>
                <a:lnTo>
                  <a:pt x="4" y="490"/>
                </a:lnTo>
                <a:lnTo>
                  <a:pt x="3" y="490"/>
                </a:lnTo>
                <a:lnTo>
                  <a:pt x="2" y="490"/>
                </a:lnTo>
                <a:lnTo>
                  <a:pt x="1" y="490"/>
                </a:lnTo>
                <a:lnTo>
                  <a:pt x="1" y="491"/>
                </a:lnTo>
                <a:lnTo>
                  <a:pt x="1" y="490"/>
                </a:lnTo>
                <a:lnTo>
                  <a:pt x="0" y="490"/>
                </a:lnTo>
                <a:lnTo>
                  <a:pt x="1" y="490"/>
                </a:lnTo>
                <a:lnTo>
                  <a:pt x="1" y="489"/>
                </a:lnTo>
                <a:lnTo>
                  <a:pt x="1" y="488"/>
                </a:lnTo>
                <a:lnTo>
                  <a:pt x="2" y="488"/>
                </a:lnTo>
                <a:lnTo>
                  <a:pt x="2" y="487"/>
                </a:lnTo>
                <a:lnTo>
                  <a:pt x="2" y="486"/>
                </a:lnTo>
                <a:lnTo>
                  <a:pt x="3" y="486"/>
                </a:lnTo>
                <a:lnTo>
                  <a:pt x="3" y="485"/>
                </a:lnTo>
                <a:lnTo>
                  <a:pt x="3" y="484"/>
                </a:lnTo>
                <a:lnTo>
                  <a:pt x="3" y="483"/>
                </a:lnTo>
                <a:lnTo>
                  <a:pt x="3" y="482"/>
                </a:lnTo>
                <a:lnTo>
                  <a:pt x="3" y="481"/>
                </a:lnTo>
                <a:lnTo>
                  <a:pt x="3" y="480"/>
                </a:lnTo>
                <a:lnTo>
                  <a:pt x="3" y="479"/>
                </a:lnTo>
                <a:lnTo>
                  <a:pt x="3" y="478"/>
                </a:lnTo>
                <a:lnTo>
                  <a:pt x="4" y="478"/>
                </a:lnTo>
                <a:lnTo>
                  <a:pt x="4" y="477"/>
                </a:lnTo>
                <a:lnTo>
                  <a:pt x="3" y="477"/>
                </a:lnTo>
                <a:lnTo>
                  <a:pt x="3" y="476"/>
                </a:lnTo>
                <a:lnTo>
                  <a:pt x="4" y="476"/>
                </a:lnTo>
                <a:lnTo>
                  <a:pt x="3" y="476"/>
                </a:lnTo>
                <a:lnTo>
                  <a:pt x="4" y="476"/>
                </a:lnTo>
                <a:lnTo>
                  <a:pt x="4" y="475"/>
                </a:lnTo>
                <a:lnTo>
                  <a:pt x="4" y="474"/>
                </a:lnTo>
                <a:lnTo>
                  <a:pt x="4" y="473"/>
                </a:lnTo>
                <a:lnTo>
                  <a:pt x="4" y="472"/>
                </a:lnTo>
                <a:lnTo>
                  <a:pt x="4" y="471"/>
                </a:lnTo>
                <a:lnTo>
                  <a:pt x="4" y="470"/>
                </a:lnTo>
                <a:lnTo>
                  <a:pt x="4" y="469"/>
                </a:lnTo>
                <a:lnTo>
                  <a:pt x="4" y="468"/>
                </a:lnTo>
                <a:lnTo>
                  <a:pt x="5" y="468"/>
                </a:lnTo>
                <a:lnTo>
                  <a:pt x="5" y="467"/>
                </a:lnTo>
                <a:lnTo>
                  <a:pt x="4" y="467"/>
                </a:lnTo>
                <a:lnTo>
                  <a:pt x="4" y="466"/>
                </a:lnTo>
                <a:lnTo>
                  <a:pt x="4" y="465"/>
                </a:lnTo>
                <a:lnTo>
                  <a:pt x="4" y="464"/>
                </a:lnTo>
                <a:lnTo>
                  <a:pt x="4" y="463"/>
                </a:lnTo>
                <a:lnTo>
                  <a:pt x="4" y="462"/>
                </a:lnTo>
                <a:lnTo>
                  <a:pt x="4" y="461"/>
                </a:lnTo>
                <a:lnTo>
                  <a:pt x="3" y="461"/>
                </a:lnTo>
                <a:lnTo>
                  <a:pt x="3" y="460"/>
                </a:lnTo>
                <a:lnTo>
                  <a:pt x="2" y="460"/>
                </a:lnTo>
                <a:lnTo>
                  <a:pt x="2" y="459"/>
                </a:lnTo>
                <a:lnTo>
                  <a:pt x="3" y="459"/>
                </a:lnTo>
                <a:lnTo>
                  <a:pt x="3" y="458"/>
                </a:lnTo>
                <a:lnTo>
                  <a:pt x="4" y="458"/>
                </a:lnTo>
                <a:lnTo>
                  <a:pt x="4" y="457"/>
                </a:lnTo>
                <a:lnTo>
                  <a:pt x="4" y="456"/>
                </a:lnTo>
                <a:lnTo>
                  <a:pt x="5" y="456"/>
                </a:lnTo>
                <a:lnTo>
                  <a:pt x="6" y="456"/>
                </a:lnTo>
                <a:lnTo>
                  <a:pt x="5" y="456"/>
                </a:lnTo>
                <a:lnTo>
                  <a:pt x="6" y="456"/>
                </a:lnTo>
                <a:lnTo>
                  <a:pt x="7" y="456"/>
                </a:lnTo>
                <a:lnTo>
                  <a:pt x="8" y="456"/>
                </a:lnTo>
                <a:lnTo>
                  <a:pt x="8" y="455"/>
                </a:lnTo>
                <a:lnTo>
                  <a:pt x="9" y="455"/>
                </a:lnTo>
                <a:lnTo>
                  <a:pt x="10" y="455"/>
                </a:lnTo>
                <a:lnTo>
                  <a:pt x="10" y="454"/>
                </a:lnTo>
                <a:lnTo>
                  <a:pt x="11" y="454"/>
                </a:lnTo>
                <a:lnTo>
                  <a:pt x="12" y="454"/>
                </a:lnTo>
                <a:lnTo>
                  <a:pt x="12" y="453"/>
                </a:lnTo>
                <a:lnTo>
                  <a:pt x="12" y="452"/>
                </a:lnTo>
                <a:lnTo>
                  <a:pt x="13" y="452"/>
                </a:lnTo>
                <a:lnTo>
                  <a:pt x="13" y="451"/>
                </a:lnTo>
                <a:lnTo>
                  <a:pt x="14" y="451"/>
                </a:lnTo>
                <a:lnTo>
                  <a:pt x="14" y="450"/>
                </a:lnTo>
                <a:lnTo>
                  <a:pt x="15" y="450"/>
                </a:lnTo>
                <a:lnTo>
                  <a:pt x="16" y="450"/>
                </a:lnTo>
                <a:lnTo>
                  <a:pt x="16" y="449"/>
                </a:lnTo>
                <a:lnTo>
                  <a:pt x="17" y="449"/>
                </a:lnTo>
                <a:lnTo>
                  <a:pt x="17" y="450"/>
                </a:lnTo>
                <a:lnTo>
                  <a:pt x="18" y="450"/>
                </a:lnTo>
                <a:lnTo>
                  <a:pt x="19" y="450"/>
                </a:lnTo>
                <a:lnTo>
                  <a:pt x="19" y="451"/>
                </a:lnTo>
                <a:lnTo>
                  <a:pt x="19" y="450"/>
                </a:lnTo>
                <a:lnTo>
                  <a:pt x="20" y="450"/>
                </a:lnTo>
                <a:lnTo>
                  <a:pt x="20" y="451"/>
                </a:lnTo>
                <a:lnTo>
                  <a:pt x="20" y="450"/>
                </a:lnTo>
                <a:lnTo>
                  <a:pt x="21" y="450"/>
                </a:lnTo>
                <a:lnTo>
                  <a:pt x="21" y="451"/>
                </a:lnTo>
                <a:lnTo>
                  <a:pt x="21" y="450"/>
                </a:lnTo>
                <a:lnTo>
                  <a:pt x="22" y="450"/>
                </a:lnTo>
                <a:lnTo>
                  <a:pt x="22" y="451"/>
                </a:lnTo>
                <a:lnTo>
                  <a:pt x="22" y="450"/>
                </a:lnTo>
                <a:lnTo>
                  <a:pt x="23" y="450"/>
                </a:lnTo>
                <a:lnTo>
                  <a:pt x="23" y="449"/>
                </a:lnTo>
                <a:lnTo>
                  <a:pt x="24" y="449"/>
                </a:lnTo>
                <a:lnTo>
                  <a:pt x="24" y="448"/>
                </a:lnTo>
                <a:lnTo>
                  <a:pt x="25" y="448"/>
                </a:lnTo>
                <a:lnTo>
                  <a:pt x="25" y="447"/>
                </a:lnTo>
                <a:lnTo>
                  <a:pt x="24" y="447"/>
                </a:lnTo>
                <a:lnTo>
                  <a:pt x="24" y="446"/>
                </a:lnTo>
                <a:lnTo>
                  <a:pt x="24" y="445"/>
                </a:lnTo>
                <a:lnTo>
                  <a:pt x="23" y="445"/>
                </a:lnTo>
                <a:lnTo>
                  <a:pt x="23" y="444"/>
                </a:lnTo>
                <a:lnTo>
                  <a:pt x="22" y="444"/>
                </a:lnTo>
                <a:lnTo>
                  <a:pt x="22" y="445"/>
                </a:lnTo>
                <a:lnTo>
                  <a:pt x="21" y="445"/>
                </a:lnTo>
                <a:lnTo>
                  <a:pt x="21" y="444"/>
                </a:lnTo>
                <a:lnTo>
                  <a:pt x="20" y="444"/>
                </a:lnTo>
                <a:lnTo>
                  <a:pt x="20" y="443"/>
                </a:lnTo>
                <a:lnTo>
                  <a:pt x="19" y="442"/>
                </a:lnTo>
                <a:lnTo>
                  <a:pt x="19" y="441"/>
                </a:lnTo>
                <a:lnTo>
                  <a:pt x="18" y="440"/>
                </a:lnTo>
                <a:lnTo>
                  <a:pt x="19" y="440"/>
                </a:lnTo>
                <a:lnTo>
                  <a:pt x="19" y="439"/>
                </a:lnTo>
                <a:lnTo>
                  <a:pt x="19" y="438"/>
                </a:lnTo>
                <a:lnTo>
                  <a:pt x="19" y="437"/>
                </a:lnTo>
                <a:lnTo>
                  <a:pt x="18" y="437"/>
                </a:lnTo>
                <a:lnTo>
                  <a:pt x="18" y="436"/>
                </a:lnTo>
                <a:lnTo>
                  <a:pt x="18" y="435"/>
                </a:lnTo>
                <a:lnTo>
                  <a:pt x="17" y="435"/>
                </a:lnTo>
                <a:lnTo>
                  <a:pt x="17" y="434"/>
                </a:lnTo>
                <a:lnTo>
                  <a:pt x="18" y="434"/>
                </a:lnTo>
                <a:lnTo>
                  <a:pt x="17" y="434"/>
                </a:lnTo>
                <a:lnTo>
                  <a:pt x="18" y="434"/>
                </a:lnTo>
                <a:lnTo>
                  <a:pt x="18" y="433"/>
                </a:lnTo>
                <a:lnTo>
                  <a:pt x="17" y="433"/>
                </a:lnTo>
                <a:lnTo>
                  <a:pt x="18" y="433"/>
                </a:lnTo>
                <a:lnTo>
                  <a:pt x="18" y="432"/>
                </a:lnTo>
                <a:lnTo>
                  <a:pt x="18" y="431"/>
                </a:lnTo>
                <a:lnTo>
                  <a:pt x="17" y="431"/>
                </a:lnTo>
                <a:lnTo>
                  <a:pt x="18" y="431"/>
                </a:lnTo>
                <a:lnTo>
                  <a:pt x="18" y="430"/>
                </a:lnTo>
                <a:lnTo>
                  <a:pt x="18" y="429"/>
                </a:lnTo>
                <a:lnTo>
                  <a:pt x="18" y="428"/>
                </a:lnTo>
                <a:lnTo>
                  <a:pt x="18" y="427"/>
                </a:lnTo>
                <a:lnTo>
                  <a:pt x="18" y="426"/>
                </a:lnTo>
                <a:lnTo>
                  <a:pt x="18" y="425"/>
                </a:lnTo>
                <a:lnTo>
                  <a:pt x="18" y="424"/>
                </a:lnTo>
                <a:lnTo>
                  <a:pt x="19" y="424"/>
                </a:lnTo>
                <a:lnTo>
                  <a:pt x="19" y="425"/>
                </a:lnTo>
                <a:lnTo>
                  <a:pt x="20" y="425"/>
                </a:lnTo>
                <a:lnTo>
                  <a:pt x="20" y="424"/>
                </a:lnTo>
                <a:lnTo>
                  <a:pt x="20" y="423"/>
                </a:lnTo>
                <a:lnTo>
                  <a:pt x="21" y="423"/>
                </a:lnTo>
                <a:lnTo>
                  <a:pt x="21" y="422"/>
                </a:lnTo>
                <a:lnTo>
                  <a:pt x="22" y="422"/>
                </a:lnTo>
                <a:lnTo>
                  <a:pt x="22" y="421"/>
                </a:lnTo>
                <a:lnTo>
                  <a:pt x="23" y="421"/>
                </a:lnTo>
                <a:lnTo>
                  <a:pt x="23" y="420"/>
                </a:lnTo>
                <a:lnTo>
                  <a:pt x="23" y="419"/>
                </a:lnTo>
                <a:lnTo>
                  <a:pt x="23" y="418"/>
                </a:lnTo>
                <a:lnTo>
                  <a:pt x="24" y="418"/>
                </a:lnTo>
                <a:lnTo>
                  <a:pt x="24" y="417"/>
                </a:lnTo>
                <a:lnTo>
                  <a:pt x="25" y="416"/>
                </a:lnTo>
                <a:lnTo>
                  <a:pt x="25" y="415"/>
                </a:lnTo>
                <a:lnTo>
                  <a:pt x="25" y="414"/>
                </a:lnTo>
                <a:lnTo>
                  <a:pt x="25" y="413"/>
                </a:lnTo>
                <a:lnTo>
                  <a:pt x="26" y="413"/>
                </a:lnTo>
                <a:lnTo>
                  <a:pt x="26" y="412"/>
                </a:lnTo>
                <a:lnTo>
                  <a:pt x="26" y="411"/>
                </a:lnTo>
                <a:lnTo>
                  <a:pt x="26" y="410"/>
                </a:lnTo>
                <a:lnTo>
                  <a:pt x="26" y="409"/>
                </a:lnTo>
                <a:lnTo>
                  <a:pt x="27" y="409"/>
                </a:lnTo>
                <a:lnTo>
                  <a:pt x="27" y="408"/>
                </a:lnTo>
                <a:lnTo>
                  <a:pt x="27" y="407"/>
                </a:lnTo>
                <a:lnTo>
                  <a:pt x="28" y="407"/>
                </a:lnTo>
                <a:lnTo>
                  <a:pt x="27" y="407"/>
                </a:lnTo>
                <a:lnTo>
                  <a:pt x="28" y="407"/>
                </a:lnTo>
                <a:lnTo>
                  <a:pt x="28" y="406"/>
                </a:lnTo>
                <a:lnTo>
                  <a:pt x="28" y="405"/>
                </a:lnTo>
                <a:lnTo>
                  <a:pt x="29" y="405"/>
                </a:lnTo>
                <a:lnTo>
                  <a:pt x="30" y="405"/>
                </a:lnTo>
                <a:lnTo>
                  <a:pt x="30" y="406"/>
                </a:lnTo>
                <a:lnTo>
                  <a:pt x="31" y="406"/>
                </a:lnTo>
                <a:lnTo>
                  <a:pt x="31" y="405"/>
                </a:lnTo>
                <a:lnTo>
                  <a:pt x="31" y="406"/>
                </a:lnTo>
                <a:lnTo>
                  <a:pt x="32" y="406"/>
                </a:lnTo>
                <a:lnTo>
                  <a:pt x="32" y="407"/>
                </a:lnTo>
                <a:lnTo>
                  <a:pt x="32" y="408"/>
                </a:lnTo>
                <a:lnTo>
                  <a:pt x="33" y="408"/>
                </a:lnTo>
                <a:lnTo>
                  <a:pt x="33" y="409"/>
                </a:lnTo>
                <a:lnTo>
                  <a:pt x="34" y="409"/>
                </a:lnTo>
                <a:lnTo>
                  <a:pt x="34" y="410"/>
                </a:lnTo>
                <a:lnTo>
                  <a:pt x="34" y="411"/>
                </a:lnTo>
                <a:lnTo>
                  <a:pt x="35" y="411"/>
                </a:lnTo>
                <a:lnTo>
                  <a:pt x="36" y="411"/>
                </a:lnTo>
                <a:lnTo>
                  <a:pt x="37" y="411"/>
                </a:lnTo>
                <a:lnTo>
                  <a:pt x="38" y="411"/>
                </a:lnTo>
                <a:lnTo>
                  <a:pt x="38" y="410"/>
                </a:lnTo>
                <a:lnTo>
                  <a:pt x="39" y="410"/>
                </a:lnTo>
                <a:lnTo>
                  <a:pt x="39" y="409"/>
                </a:lnTo>
                <a:lnTo>
                  <a:pt x="39" y="408"/>
                </a:lnTo>
                <a:lnTo>
                  <a:pt x="40" y="408"/>
                </a:lnTo>
                <a:lnTo>
                  <a:pt x="41" y="408"/>
                </a:lnTo>
                <a:lnTo>
                  <a:pt x="41" y="407"/>
                </a:lnTo>
                <a:lnTo>
                  <a:pt x="42" y="407"/>
                </a:lnTo>
                <a:lnTo>
                  <a:pt x="42" y="406"/>
                </a:lnTo>
                <a:lnTo>
                  <a:pt x="42" y="405"/>
                </a:lnTo>
                <a:lnTo>
                  <a:pt x="43" y="405"/>
                </a:lnTo>
                <a:lnTo>
                  <a:pt x="43" y="404"/>
                </a:lnTo>
                <a:lnTo>
                  <a:pt x="44" y="404"/>
                </a:lnTo>
                <a:lnTo>
                  <a:pt x="43" y="404"/>
                </a:lnTo>
                <a:lnTo>
                  <a:pt x="43" y="403"/>
                </a:lnTo>
                <a:lnTo>
                  <a:pt x="43" y="402"/>
                </a:lnTo>
                <a:lnTo>
                  <a:pt x="44" y="402"/>
                </a:lnTo>
                <a:lnTo>
                  <a:pt x="44" y="401"/>
                </a:lnTo>
                <a:lnTo>
                  <a:pt x="45" y="401"/>
                </a:lnTo>
                <a:lnTo>
                  <a:pt x="46" y="401"/>
                </a:lnTo>
                <a:lnTo>
                  <a:pt x="46" y="402"/>
                </a:lnTo>
                <a:lnTo>
                  <a:pt x="46" y="401"/>
                </a:lnTo>
                <a:lnTo>
                  <a:pt x="46" y="402"/>
                </a:lnTo>
                <a:lnTo>
                  <a:pt x="47" y="402"/>
                </a:lnTo>
                <a:lnTo>
                  <a:pt x="47" y="401"/>
                </a:lnTo>
                <a:lnTo>
                  <a:pt x="47" y="402"/>
                </a:lnTo>
                <a:lnTo>
                  <a:pt x="47" y="401"/>
                </a:lnTo>
                <a:lnTo>
                  <a:pt x="48" y="401"/>
                </a:lnTo>
                <a:lnTo>
                  <a:pt x="49" y="401"/>
                </a:lnTo>
                <a:lnTo>
                  <a:pt x="49" y="400"/>
                </a:lnTo>
                <a:lnTo>
                  <a:pt x="49" y="399"/>
                </a:lnTo>
                <a:lnTo>
                  <a:pt x="50" y="399"/>
                </a:lnTo>
                <a:lnTo>
                  <a:pt x="50" y="398"/>
                </a:lnTo>
                <a:lnTo>
                  <a:pt x="50" y="399"/>
                </a:lnTo>
                <a:lnTo>
                  <a:pt x="50" y="398"/>
                </a:lnTo>
                <a:lnTo>
                  <a:pt x="51" y="398"/>
                </a:lnTo>
                <a:lnTo>
                  <a:pt x="51" y="397"/>
                </a:lnTo>
                <a:lnTo>
                  <a:pt x="52" y="397"/>
                </a:lnTo>
                <a:lnTo>
                  <a:pt x="52" y="396"/>
                </a:lnTo>
                <a:lnTo>
                  <a:pt x="52" y="395"/>
                </a:lnTo>
                <a:lnTo>
                  <a:pt x="52" y="394"/>
                </a:lnTo>
                <a:lnTo>
                  <a:pt x="52" y="393"/>
                </a:lnTo>
                <a:lnTo>
                  <a:pt x="52" y="392"/>
                </a:lnTo>
                <a:lnTo>
                  <a:pt x="53" y="392"/>
                </a:lnTo>
                <a:lnTo>
                  <a:pt x="53" y="393"/>
                </a:lnTo>
                <a:lnTo>
                  <a:pt x="54" y="393"/>
                </a:lnTo>
                <a:lnTo>
                  <a:pt x="55" y="393"/>
                </a:lnTo>
                <a:lnTo>
                  <a:pt x="56" y="393"/>
                </a:lnTo>
                <a:lnTo>
                  <a:pt x="56" y="392"/>
                </a:lnTo>
                <a:lnTo>
                  <a:pt x="56" y="391"/>
                </a:lnTo>
                <a:lnTo>
                  <a:pt x="56" y="390"/>
                </a:lnTo>
                <a:lnTo>
                  <a:pt x="57" y="390"/>
                </a:lnTo>
                <a:lnTo>
                  <a:pt x="57" y="389"/>
                </a:lnTo>
                <a:lnTo>
                  <a:pt x="56" y="389"/>
                </a:lnTo>
                <a:lnTo>
                  <a:pt x="56" y="388"/>
                </a:lnTo>
                <a:lnTo>
                  <a:pt x="57" y="388"/>
                </a:lnTo>
                <a:lnTo>
                  <a:pt x="57" y="387"/>
                </a:lnTo>
                <a:lnTo>
                  <a:pt x="57" y="386"/>
                </a:lnTo>
                <a:lnTo>
                  <a:pt x="57" y="385"/>
                </a:lnTo>
                <a:lnTo>
                  <a:pt x="57" y="384"/>
                </a:lnTo>
                <a:lnTo>
                  <a:pt x="56" y="384"/>
                </a:lnTo>
                <a:lnTo>
                  <a:pt x="56" y="383"/>
                </a:lnTo>
                <a:lnTo>
                  <a:pt x="55" y="383"/>
                </a:lnTo>
                <a:lnTo>
                  <a:pt x="55" y="382"/>
                </a:lnTo>
                <a:lnTo>
                  <a:pt x="55" y="381"/>
                </a:lnTo>
                <a:lnTo>
                  <a:pt x="54" y="381"/>
                </a:lnTo>
                <a:lnTo>
                  <a:pt x="54" y="380"/>
                </a:lnTo>
                <a:lnTo>
                  <a:pt x="55" y="380"/>
                </a:lnTo>
                <a:lnTo>
                  <a:pt x="55" y="379"/>
                </a:lnTo>
                <a:lnTo>
                  <a:pt x="55" y="380"/>
                </a:lnTo>
                <a:lnTo>
                  <a:pt x="56" y="380"/>
                </a:lnTo>
                <a:lnTo>
                  <a:pt x="56" y="379"/>
                </a:lnTo>
                <a:lnTo>
                  <a:pt x="56" y="380"/>
                </a:lnTo>
                <a:lnTo>
                  <a:pt x="56" y="379"/>
                </a:lnTo>
                <a:lnTo>
                  <a:pt x="57" y="379"/>
                </a:lnTo>
                <a:lnTo>
                  <a:pt x="57" y="378"/>
                </a:lnTo>
                <a:lnTo>
                  <a:pt x="58" y="377"/>
                </a:lnTo>
                <a:lnTo>
                  <a:pt x="57" y="377"/>
                </a:lnTo>
                <a:lnTo>
                  <a:pt x="58" y="377"/>
                </a:lnTo>
                <a:lnTo>
                  <a:pt x="59" y="377"/>
                </a:lnTo>
                <a:lnTo>
                  <a:pt x="59" y="376"/>
                </a:lnTo>
                <a:lnTo>
                  <a:pt x="60" y="376"/>
                </a:lnTo>
                <a:lnTo>
                  <a:pt x="60" y="375"/>
                </a:lnTo>
                <a:lnTo>
                  <a:pt x="59" y="375"/>
                </a:lnTo>
                <a:lnTo>
                  <a:pt x="60" y="375"/>
                </a:lnTo>
                <a:lnTo>
                  <a:pt x="60" y="374"/>
                </a:lnTo>
                <a:lnTo>
                  <a:pt x="60" y="373"/>
                </a:lnTo>
                <a:lnTo>
                  <a:pt x="59" y="373"/>
                </a:lnTo>
                <a:lnTo>
                  <a:pt x="59" y="372"/>
                </a:lnTo>
                <a:lnTo>
                  <a:pt x="59" y="371"/>
                </a:lnTo>
                <a:lnTo>
                  <a:pt x="59" y="370"/>
                </a:lnTo>
                <a:lnTo>
                  <a:pt x="58" y="370"/>
                </a:lnTo>
                <a:lnTo>
                  <a:pt x="58" y="369"/>
                </a:lnTo>
                <a:lnTo>
                  <a:pt x="59" y="369"/>
                </a:lnTo>
                <a:lnTo>
                  <a:pt x="60" y="369"/>
                </a:lnTo>
                <a:lnTo>
                  <a:pt x="60" y="370"/>
                </a:lnTo>
                <a:lnTo>
                  <a:pt x="61" y="370"/>
                </a:lnTo>
                <a:lnTo>
                  <a:pt x="61" y="369"/>
                </a:lnTo>
                <a:lnTo>
                  <a:pt x="62" y="369"/>
                </a:lnTo>
                <a:lnTo>
                  <a:pt x="62" y="370"/>
                </a:lnTo>
                <a:lnTo>
                  <a:pt x="63" y="370"/>
                </a:lnTo>
                <a:lnTo>
                  <a:pt x="64" y="370"/>
                </a:lnTo>
                <a:lnTo>
                  <a:pt x="64" y="371"/>
                </a:lnTo>
                <a:lnTo>
                  <a:pt x="64" y="370"/>
                </a:lnTo>
                <a:lnTo>
                  <a:pt x="65" y="370"/>
                </a:lnTo>
                <a:lnTo>
                  <a:pt x="65" y="371"/>
                </a:lnTo>
                <a:lnTo>
                  <a:pt x="66" y="371"/>
                </a:lnTo>
                <a:lnTo>
                  <a:pt x="67" y="371"/>
                </a:lnTo>
                <a:lnTo>
                  <a:pt x="67" y="372"/>
                </a:lnTo>
                <a:lnTo>
                  <a:pt x="68" y="372"/>
                </a:lnTo>
                <a:lnTo>
                  <a:pt x="68" y="373"/>
                </a:lnTo>
                <a:lnTo>
                  <a:pt x="69" y="373"/>
                </a:lnTo>
                <a:lnTo>
                  <a:pt x="69" y="374"/>
                </a:lnTo>
                <a:lnTo>
                  <a:pt x="70" y="374"/>
                </a:lnTo>
                <a:lnTo>
                  <a:pt x="70" y="375"/>
                </a:lnTo>
                <a:lnTo>
                  <a:pt x="70" y="376"/>
                </a:lnTo>
                <a:lnTo>
                  <a:pt x="70" y="377"/>
                </a:lnTo>
                <a:lnTo>
                  <a:pt x="71" y="377"/>
                </a:lnTo>
                <a:lnTo>
                  <a:pt x="72" y="377"/>
                </a:lnTo>
                <a:lnTo>
                  <a:pt x="72" y="376"/>
                </a:lnTo>
                <a:lnTo>
                  <a:pt x="72" y="375"/>
                </a:lnTo>
                <a:lnTo>
                  <a:pt x="73" y="375"/>
                </a:lnTo>
                <a:lnTo>
                  <a:pt x="73" y="374"/>
                </a:lnTo>
                <a:lnTo>
                  <a:pt x="74" y="374"/>
                </a:lnTo>
                <a:lnTo>
                  <a:pt x="75" y="374"/>
                </a:lnTo>
                <a:lnTo>
                  <a:pt x="76" y="374"/>
                </a:lnTo>
                <a:lnTo>
                  <a:pt x="76" y="373"/>
                </a:lnTo>
                <a:lnTo>
                  <a:pt x="77" y="373"/>
                </a:lnTo>
                <a:lnTo>
                  <a:pt x="77" y="372"/>
                </a:lnTo>
                <a:lnTo>
                  <a:pt x="79" y="372"/>
                </a:lnTo>
                <a:lnTo>
                  <a:pt x="79" y="371"/>
                </a:lnTo>
                <a:lnTo>
                  <a:pt x="80" y="371"/>
                </a:lnTo>
                <a:lnTo>
                  <a:pt x="80" y="370"/>
                </a:lnTo>
                <a:lnTo>
                  <a:pt x="80" y="369"/>
                </a:lnTo>
                <a:lnTo>
                  <a:pt x="80" y="368"/>
                </a:lnTo>
                <a:lnTo>
                  <a:pt x="79" y="368"/>
                </a:lnTo>
                <a:lnTo>
                  <a:pt x="80" y="368"/>
                </a:lnTo>
                <a:lnTo>
                  <a:pt x="80" y="367"/>
                </a:lnTo>
                <a:lnTo>
                  <a:pt x="80" y="366"/>
                </a:lnTo>
                <a:lnTo>
                  <a:pt x="80" y="365"/>
                </a:lnTo>
                <a:lnTo>
                  <a:pt x="80" y="364"/>
                </a:lnTo>
                <a:lnTo>
                  <a:pt x="81" y="364"/>
                </a:lnTo>
                <a:lnTo>
                  <a:pt x="82" y="364"/>
                </a:lnTo>
                <a:lnTo>
                  <a:pt x="82" y="363"/>
                </a:lnTo>
                <a:lnTo>
                  <a:pt x="83" y="363"/>
                </a:lnTo>
                <a:lnTo>
                  <a:pt x="84" y="363"/>
                </a:lnTo>
                <a:lnTo>
                  <a:pt x="84" y="362"/>
                </a:lnTo>
                <a:lnTo>
                  <a:pt x="85" y="362"/>
                </a:lnTo>
                <a:lnTo>
                  <a:pt x="85" y="361"/>
                </a:lnTo>
                <a:lnTo>
                  <a:pt x="85" y="360"/>
                </a:lnTo>
                <a:lnTo>
                  <a:pt x="85" y="359"/>
                </a:lnTo>
                <a:lnTo>
                  <a:pt x="84" y="359"/>
                </a:lnTo>
                <a:lnTo>
                  <a:pt x="84" y="358"/>
                </a:lnTo>
                <a:lnTo>
                  <a:pt x="84" y="357"/>
                </a:lnTo>
                <a:lnTo>
                  <a:pt x="85" y="357"/>
                </a:lnTo>
                <a:lnTo>
                  <a:pt x="85" y="356"/>
                </a:lnTo>
                <a:lnTo>
                  <a:pt x="86" y="356"/>
                </a:lnTo>
                <a:lnTo>
                  <a:pt x="86" y="355"/>
                </a:lnTo>
                <a:lnTo>
                  <a:pt x="86" y="354"/>
                </a:lnTo>
                <a:lnTo>
                  <a:pt x="86" y="353"/>
                </a:lnTo>
                <a:lnTo>
                  <a:pt x="86" y="352"/>
                </a:lnTo>
                <a:lnTo>
                  <a:pt x="87" y="352"/>
                </a:lnTo>
                <a:lnTo>
                  <a:pt x="87" y="351"/>
                </a:lnTo>
                <a:lnTo>
                  <a:pt x="87" y="350"/>
                </a:lnTo>
                <a:lnTo>
                  <a:pt x="88" y="350"/>
                </a:lnTo>
                <a:lnTo>
                  <a:pt x="88" y="349"/>
                </a:lnTo>
                <a:lnTo>
                  <a:pt x="89" y="349"/>
                </a:lnTo>
                <a:lnTo>
                  <a:pt x="90" y="349"/>
                </a:lnTo>
                <a:lnTo>
                  <a:pt x="90" y="348"/>
                </a:lnTo>
                <a:lnTo>
                  <a:pt x="90" y="347"/>
                </a:lnTo>
                <a:lnTo>
                  <a:pt x="91" y="347"/>
                </a:lnTo>
                <a:lnTo>
                  <a:pt x="91" y="346"/>
                </a:lnTo>
                <a:lnTo>
                  <a:pt x="92" y="346"/>
                </a:lnTo>
                <a:lnTo>
                  <a:pt x="92" y="347"/>
                </a:lnTo>
                <a:lnTo>
                  <a:pt x="93" y="347"/>
                </a:lnTo>
                <a:lnTo>
                  <a:pt x="93" y="346"/>
                </a:lnTo>
                <a:lnTo>
                  <a:pt x="94" y="346"/>
                </a:lnTo>
                <a:lnTo>
                  <a:pt x="94" y="347"/>
                </a:lnTo>
                <a:lnTo>
                  <a:pt x="95" y="347"/>
                </a:lnTo>
                <a:lnTo>
                  <a:pt x="95" y="348"/>
                </a:lnTo>
                <a:lnTo>
                  <a:pt x="96" y="348"/>
                </a:lnTo>
                <a:lnTo>
                  <a:pt x="96" y="349"/>
                </a:lnTo>
                <a:lnTo>
                  <a:pt x="97" y="349"/>
                </a:lnTo>
                <a:lnTo>
                  <a:pt x="97" y="350"/>
                </a:lnTo>
                <a:lnTo>
                  <a:pt x="98" y="350"/>
                </a:lnTo>
                <a:lnTo>
                  <a:pt x="98" y="349"/>
                </a:lnTo>
                <a:lnTo>
                  <a:pt x="98" y="350"/>
                </a:lnTo>
                <a:lnTo>
                  <a:pt x="99" y="350"/>
                </a:lnTo>
                <a:lnTo>
                  <a:pt x="100" y="350"/>
                </a:lnTo>
                <a:lnTo>
                  <a:pt x="100" y="351"/>
                </a:lnTo>
                <a:lnTo>
                  <a:pt x="101" y="351"/>
                </a:lnTo>
                <a:lnTo>
                  <a:pt x="101" y="350"/>
                </a:lnTo>
                <a:lnTo>
                  <a:pt x="102" y="350"/>
                </a:lnTo>
                <a:lnTo>
                  <a:pt x="102" y="349"/>
                </a:lnTo>
                <a:lnTo>
                  <a:pt x="103" y="349"/>
                </a:lnTo>
                <a:lnTo>
                  <a:pt x="104" y="349"/>
                </a:lnTo>
                <a:lnTo>
                  <a:pt x="104" y="348"/>
                </a:lnTo>
                <a:lnTo>
                  <a:pt x="104" y="347"/>
                </a:lnTo>
                <a:lnTo>
                  <a:pt x="105" y="347"/>
                </a:lnTo>
                <a:lnTo>
                  <a:pt x="105" y="346"/>
                </a:lnTo>
                <a:lnTo>
                  <a:pt x="106" y="346"/>
                </a:lnTo>
                <a:lnTo>
                  <a:pt x="107" y="346"/>
                </a:lnTo>
                <a:lnTo>
                  <a:pt x="107" y="345"/>
                </a:lnTo>
                <a:lnTo>
                  <a:pt x="107" y="344"/>
                </a:lnTo>
                <a:lnTo>
                  <a:pt x="107" y="343"/>
                </a:lnTo>
                <a:lnTo>
                  <a:pt x="107" y="342"/>
                </a:lnTo>
                <a:lnTo>
                  <a:pt x="106" y="342"/>
                </a:lnTo>
                <a:lnTo>
                  <a:pt x="107" y="342"/>
                </a:lnTo>
                <a:lnTo>
                  <a:pt x="107" y="341"/>
                </a:lnTo>
                <a:lnTo>
                  <a:pt x="106" y="341"/>
                </a:lnTo>
                <a:lnTo>
                  <a:pt x="106" y="340"/>
                </a:lnTo>
                <a:lnTo>
                  <a:pt x="105" y="340"/>
                </a:lnTo>
                <a:lnTo>
                  <a:pt x="105" y="339"/>
                </a:lnTo>
                <a:lnTo>
                  <a:pt x="105" y="338"/>
                </a:lnTo>
                <a:lnTo>
                  <a:pt x="105" y="337"/>
                </a:lnTo>
                <a:lnTo>
                  <a:pt x="104" y="337"/>
                </a:lnTo>
                <a:lnTo>
                  <a:pt x="104" y="336"/>
                </a:lnTo>
                <a:lnTo>
                  <a:pt x="103" y="336"/>
                </a:lnTo>
                <a:lnTo>
                  <a:pt x="103" y="335"/>
                </a:lnTo>
                <a:lnTo>
                  <a:pt x="102" y="335"/>
                </a:lnTo>
                <a:lnTo>
                  <a:pt x="103" y="335"/>
                </a:lnTo>
                <a:lnTo>
                  <a:pt x="103" y="334"/>
                </a:lnTo>
                <a:lnTo>
                  <a:pt x="102" y="334"/>
                </a:lnTo>
                <a:lnTo>
                  <a:pt x="102" y="335"/>
                </a:lnTo>
                <a:lnTo>
                  <a:pt x="102" y="334"/>
                </a:lnTo>
                <a:lnTo>
                  <a:pt x="101" y="334"/>
                </a:lnTo>
                <a:lnTo>
                  <a:pt x="101" y="333"/>
                </a:lnTo>
                <a:lnTo>
                  <a:pt x="100" y="333"/>
                </a:lnTo>
                <a:lnTo>
                  <a:pt x="99" y="333"/>
                </a:lnTo>
                <a:lnTo>
                  <a:pt x="98" y="333"/>
                </a:lnTo>
                <a:lnTo>
                  <a:pt x="99" y="333"/>
                </a:lnTo>
                <a:lnTo>
                  <a:pt x="99" y="332"/>
                </a:lnTo>
                <a:lnTo>
                  <a:pt x="98" y="332"/>
                </a:lnTo>
                <a:lnTo>
                  <a:pt x="99" y="332"/>
                </a:lnTo>
                <a:lnTo>
                  <a:pt x="98" y="332"/>
                </a:lnTo>
                <a:lnTo>
                  <a:pt x="98" y="331"/>
                </a:lnTo>
                <a:lnTo>
                  <a:pt x="98" y="330"/>
                </a:lnTo>
                <a:lnTo>
                  <a:pt x="98" y="329"/>
                </a:lnTo>
                <a:lnTo>
                  <a:pt x="98" y="328"/>
                </a:lnTo>
                <a:lnTo>
                  <a:pt x="97" y="328"/>
                </a:lnTo>
                <a:lnTo>
                  <a:pt x="97" y="327"/>
                </a:lnTo>
                <a:lnTo>
                  <a:pt x="97" y="326"/>
                </a:lnTo>
                <a:lnTo>
                  <a:pt x="97" y="325"/>
                </a:lnTo>
                <a:lnTo>
                  <a:pt x="97" y="324"/>
                </a:lnTo>
                <a:lnTo>
                  <a:pt x="97" y="323"/>
                </a:lnTo>
                <a:lnTo>
                  <a:pt x="96" y="323"/>
                </a:lnTo>
                <a:lnTo>
                  <a:pt x="95" y="323"/>
                </a:lnTo>
                <a:lnTo>
                  <a:pt x="95" y="322"/>
                </a:lnTo>
                <a:lnTo>
                  <a:pt x="96" y="322"/>
                </a:lnTo>
                <a:lnTo>
                  <a:pt x="96" y="321"/>
                </a:lnTo>
                <a:lnTo>
                  <a:pt x="96" y="320"/>
                </a:lnTo>
                <a:lnTo>
                  <a:pt x="95" y="320"/>
                </a:lnTo>
                <a:lnTo>
                  <a:pt x="95" y="319"/>
                </a:lnTo>
                <a:lnTo>
                  <a:pt x="95" y="318"/>
                </a:lnTo>
                <a:lnTo>
                  <a:pt x="95" y="317"/>
                </a:lnTo>
                <a:lnTo>
                  <a:pt x="96" y="317"/>
                </a:lnTo>
                <a:lnTo>
                  <a:pt x="95" y="317"/>
                </a:lnTo>
                <a:lnTo>
                  <a:pt x="96" y="317"/>
                </a:lnTo>
                <a:lnTo>
                  <a:pt x="96" y="316"/>
                </a:lnTo>
                <a:lnTo>
                  <a:pt x="95" y="316"/>
                </a:lnTo>
                <a:lnTo>
                  <a:pt x="96" y="316"/>
                </a:lnTo>
                <a:lnTo>
                  <a:pt x="97" y="316"/>
                </a:lnTo>
                <a:lnTo>
                  <a:pt x="97" y="317"/>
                </a:lnTo>
                <a:lnTo>
                  <a:pt x="98" y="317"/>
                </a:lnTo>
                <a:lnTo>
                  <a:pt x="98" y="316"/>
                </a:lnTo>
                <a:lnTo>
                  <a:pt x="99" y="316"/>
                </a:lnTo>
                <a:lnTo>
                  <a:pt x="99" y="315"/>
                </a:lnTo>
                <a:lnTo>
                  <a:pt x="100" y="315"/>
                </a:lnTo>
                <a:lnTo>
                  <a:pt x="101" y="315"/>
                </a:lnTo>
                <a:lnTo>
                  <a:pt x="101" y="316"/>
                </a:lnTo>
                <a:lnTo>
                  <a:pt x="102" y="316"/>
                </a:lnTo>
                <a:lnTo>
                  <a:pt x="102" y="317"/>
                </a:lnTo>
                <a:lnTo>
                  <a:pt x="103" y="317"/>
                </a:lnTo>
                <a:lnTo>
                  <a:pt x="103" y="318"/>
                </a:lnTo>
                <a:lnTo>
                  <a:pt x="103" y="319"/>
                </a:lnTo>
                <a:lnTo>
                  <a:pt x="102" y="319"/>
                </a:lnTo>
                <a:lnTo>
                  <a:pt x="102" y="320"/>
                </a:lnTo>
                <a:lnTo>
                  <a:pt x="102" y="321"/>
                </a:lnTo>
                <a:lnTo>
                  <a:pt x="103" y="321"/>
                </a:lnTo>
                <a:lnTo>
                  <a:pt x="104" y="321"/>
                </a:lnTo>
                <a:lnTo>
                  <a:pt x="104" y="320"/>
                </a:lnTo>
                <a:lnTo>
                  <a:pt x="105" y="320"/>
                </a:lnTo>
                <a:lnTo>
                  <a:pt x="105" y="319"/>
                </a:lnTo>
                <a:lnTo>
                  <a:pt x="106" y="319"/>
                </a:lnTo>
                <a:lnTo>
                  <a:pt x="106" y="318"/>
                </a:lnTo>
                <a:lnTo>
                  <a:pt x="107" y="318"/>
                </a:lnTo>
                <a:lnTo>
                  <a:pt x="107" y="317"/>
                </a:lnTo>
                <a:lnTo>
                  <a:pt x="108" y="317"/>
                </a:lnTo>
                <a:lnTo>
                  <a:pt x="108" y="316"/>
                </a:lnTo>
                <a:lnTo>
                  <a:pt x="107" y="316"/>
                </a:lnTo>
                <a:lnTo>
                  <a:pt x="107" y="315"/>
                </a:lnTo>
                <a:lnTo>
                  <a:pt x="107" y="314"/>
                </a:lnTo>
                <a:lnTo>
                  <a:pt x="108" y="314"/>
                </a:lnTo>
                <a:lnTo>
                  <a:pt x="109" y="314"/>
                </a:lnTo>
                <a:lnTo>
                  <a:pt x="109" y="313"/>
                </a:lnTo>
                <a:lnTo>
                  <a:pt x="109" y="312"/>
                </a:lnTo>
                <a:lnTo>
                  <a:pt x="109" y="311"/>
                </a:lnTo>
                <a:lnTo>
                  <a:pt x="109" y="310"/>
                </a:lnTo>
                <a:lnTo>
                  <a:pt x="108" y="310"/>
                </a:lnTo>
                <a:lnTo>
                  <a:pt x="108" y="309"/>
                </a:lnTo>
                <a:lnTo>
                  <a:pt x="108" y="308"/>
                </a:lnTo>
                <a:lnTo>
                  <a:pt x="107" y="308"/>
                </a:lnTo>
                <a:lnTo>
                  <a:pt x="107" y="307"/>
                </a:lnTo>
                <a:lnTo>
                  <a:pt x="107" y="306"/>
                </a:lnTo>
                <a:lnTo>
                  <a:pt x="106" y="306"/>
                </a:lnTo>
                <a:lnTo>
                  <a:pt x="105" y="306"/>
                </a:lnTo>
                <a:lnTo>
                  <a:pt x="104" y="306"/>
                </a:lnTo>
                <a:lnTo>
                  <a:pt x="104" y="305"/>
                </a:lnTo>
                <a:lnTo>
                  <a:pt x="104" y="304"/>
                </a:lnTo>
                <a:lnTo>
                  <a:pt x="104" y="303"/>
                </a:lnTo>
                <a:lnTo>
                  <a:pt x="104" y="302"/>
                </a:lnTo>
                <a:lnTo>
                  <a:pt x="104" y="301"/>
                </a:lnTo>
                <a:lnTo>
                  <a:pt x="105" y="301"/>
                </a:lnTo>
                <a:lnTo>
                  <a:pt x="105" y="300"/>
                </a:lnTo>
                <a:lnTo>
                  <a:pt x="105" y="299"/>
                </a:lnTo>
                <a:lnTo>
                  <a:pt x="104" y="299"/>
                </a:lnTo>
                <a:lnTo>
                  <a:pt x="105" y="299"/>
                </a:lnTo>
                <a:lnTo>
                  <a:pt x="105" y="298"/>
                </a:lnTo>
                <a:lnTo>
                  <a:pt x="106" y="298"/>
                </a:lnTo>
                <a:lnTo>
                  <a:pt x="106" y="297"/>
                </a:lnTo>
                <a:lnTo>
                  <a:pt x="107" y="297"/>
                </a:lnTo>
                <a:lnTo>
                  <a:pt x="107" y="296"/>
                </a:lnTo>
                <a:lnTo>
                  <a:pt x="108" y="296"/>
                </a:lnTo>
                <a:lnTo>
                  <a:pt x="108" y="295"/>
                </a:lnTo>
                <a:lnTo>
                  <a:pt x="109" y="295"/>
                </a:lnTo>
                <a:lnTo>
                  <a:pt x="109" y="294"/>
                </a:lnTo>
                <a:lnTo>
                  <a:pt x="109" y="293"/>
                </a:lnTo>
                <a:lnTo>
                  <a:pt x="108" y="293"/>
                </a:lnTo>
                <a:lnTo>
                  <a:pt x="108" y="292"/>
                </a:lnTo>
                <a:lnTo>
                  <a:pt x="109" y="292"/>
                </a:lnTo>
                <a:lnTo>
                  <a:pt x="109" y="291"/>
                </a:lnTo>
                <a:lnTo>
                  <a:pt x="110" y="291"/>
                </a:lnTo>
                <a:lnTo>
                  <a:pt x="110" y="290"/>
                </a:lnTo>
                <a:lnTo>
                  <a:pt x="110" y="289"/>
                </a:lnTo>
                <a:lnTo>
                  <a:pt x="110" y="288"/>
                </a:lnTo>
                <a:lnTo>
                  <a:pt x="110" y="287"/>
                </a:lnTo>
                <a:lnTo>
                  <a:pt x="111" y="287"/>
                </a:lnTo>
                <a:lnTo>
                  <a:pt x="110" y="287"/>
                </a:lnTo>
                <a:lnTo>
                  <a:pt x="110" y="286"/>
                </a:lnTo>
                <a:lnTo>
                  <a:pt x="110" y="285"/>
                </a:lnTo>
                <a:lnTo>
                  <a:pt x="110" y="284"/>
                </a:lnTo>
                <a:lnTo>
                  <a:pt x="110" y="283"/>
                </a:lnTo>
                <a:lnTo>
                  <a:pt x="111" y="283"/>
                </a:lnTo>
                <a:lnTo>
                  <a:pt x="111" y="282"/>
                </a:lnTo>
                <a:lnTo>
                  <a:pt x="111" y="281"/>
                </a:lnTo>
                <a:lnTo>
                  <a:pt x="111" y="280"/>
                </a:lnTo>
                <a:lnTo>
                  <a:pt x="111" y="279"/>
                </a:lnTo>
                <a:lnTo>
                  <a:pt x="110" y="279"/>
                </a:lnTo>
                <a:lnTo>
                  <a:pt x="110" y="278"/>
                </a:lnTo>
                <a:lnTo>
                  <a:pt x="111" y="278"/>
                </a:lnTo>
                <a:lnTo>
                  <a:pt x="111" y="277"/>
                </a:lnTo>
                <a:lnTo>
                  <a:pt x="111" y="276"/>
                </a:lnTo>
                <a:lnTo>
                  <a:pt x="111" y="275"/>
                </a:lnTo>
                <a:lnTo>
                  <a:pt x="111" y="273"/>
                </a:lnTo>
                <a:lnTo>
                  <a:pt x="111" y="272"/>
                </a:lnTo>
                <a:lnTo>
                  <a:pt x="112" y="272"/>
                </a:lnTo>
                <a:lnTo>
                  <a:pt x="112" y="271"/>
                </a:lnTo>
                <a:lnTo>
                  <a:pt x="113" y="271"/>
                </a:lnTo>
                <a:lnTo>
                  <a:pt x="113" y="270"/>
                </a:lnTo>
                <a:lnTo>
                  <a:pt x="113" y="269"/>
                </a:lnTo>
                <a:lnTo>
                  <a:pt x="113" y="268"/>
                </a:lnTo>
                <a:lnTo>
                  <a:pt x="113" y="267"/>
                </a:lnTo>
                <a:lnTo>
                  <a:pt x="113" y="266"/>
                </a:lnTo>
                <a:lnTo>
                  <a:pt x="113" y="265"/>
                </a:lnTo>
                <a:lnTo>
                  <a:pt x="112" y="265"/>
                </a:lnTo>
                <a:lnTo>
                  <a:pt x="112" y="264"/>
                </a:lnTo>
                <a:lnTo>
                  <a:pt x="112" y="263"/>
                </a:lnTo>
                <a:lnTo>
                  <a:pt x="112" y="262"/>
                </a:lnTo>
                <a:lnTo>
                  <a:pt x="112" y="261"/>
                </a:lnTo>
                <a:lnTo>
                  <a:pt x="112" y="260"/>
                </a:lnTo>
                <a:lnTo>
                  <a:pt x="111" y="260"/>
                </a:lnTo>
                <a:lnTo>
                  <a:pt x="111" y="259"/>
                </a:lnTo>
                <a:lnTo>
                  <a:pt x="110" y="259"/>
                </a:lnTo>
                <a:lnTo>
                  <a:pt x="110" y="258"/>
                </a:lnTo>
                <a:lnTo>
                  <a:pt x="110" y="257"/>
                </a:lnTo>
                <a:lnTo>
                  <a:pt x="110" y="256"/>
                </a:lnTo>
                <a:lnTo>
                  <a:pt x="111" y="256"/>
                </a:lnTo>
                <a:lnTo>
                  <a:pt x="111" y="255"/>
                </a:lnTo>
                <a:lnTo>
                  <a:pt x="111" y="254"/>
                </a:lnTo>
                <a:lnTo>
                  <a:pt x="111" y="252"/>
                </a:lnTo>
                <a:lnTo>
                  <a:pt x="111" y="251"/>
                </a:lnTo>
                <a:lnTo>
                  <a:pt x="111" y="250"/>
                </a:lnTo>
                <a:lnTo>
                  <a:pt x="111" y="249"/>
                </a:lnTo>
                <a:lnTo>
                  <a:pt x="112" y="249"/>
                </a:lnTo>
                <a:lnTo>
                  <a:pt x="112" y="248"/>
                </a:lnTo>
                <a:lnTo>
                  <a:pt x="111" y="248"/>
                </a:lnTo>
                <a:lnTo>
                  <a:pt x="111" y="247"/>
                </a:lnTo>
                <a:lnTo>
                  <a:pt x="111" y="246"/>
                </a:lnTo>
                <a:lnTo>
                  <a:pt x="110" y="246"/>
                </a:lnTo>
                <a:lnTo>
                  <a:pt x="110" y="245"/>
                </a:lnTo>
                <a:lnTo>
                  <a:pt x="109" y="245"/>
                </a:lnTo>
                <a:lnTo>
                  <a:pt x="109" y="244"/>
                </a:lnTo>
                <a:lnTo>
                  <a:pt x="109" y="243"/>
                </a:lnTo>
                <a:lnTo>
                  <a:pt x="109" y="242"/>
                </a:lnTo>
                <a:lnTo>
                  <a:pt x="110" y="242"/>
                </a:lnTo>
                <a:lnTo>
                  <a:pt x="110" y="241"/>
                </a:lnTo>
                <a:lnTo>
                  <a:pt x="111" y="241"/>
                </a:lnTo>
                <a:lnTo>
                  <a:pt x="111" y="240"/>
                </a:lnTo>
                <a:lnTo>
                  <a:pt x="111" y="238"/>
                </a:lnTo>
                <a:lnTo>
                  <a:pt x="111" y="237"/>
                </a:lnTo>
                <a:lnTo>
                  <a:pt x="111" y="236"/>
                </a:lnTo>
                <a:lnTo>
                  <a:pt x="110" y="235"/>
                </a:lnTo>
                <a:lnTo>
                  <a:pt x="110" y="234"/>
                </a:lnTo>
                <a:lnTo>
                  <a:pt x="110" y="233"/>
                </a:lnTo>
                <a:lnTo>
                  <a:pt x="110" y="232"/>
                </a:lnTo>
                <a:lnTo>
                  <a:pt x="109" y="232"/>
                </a:lnTo>
                <a:lnTo>
                  <a:pt x="109" y="231"/>
                </a:lnTo>
                <a:lnTo>
                  <a:pt x="110" y="231"/>
                </a:lnTo>
                <a:lnTo>
                  <a:pt x="110" y="230"/>
                </a:lnTo>
                <a:lnTo>
                  <a:pt x="110" y="229"/>
                </a:lnTo>
                <a:lnTo>
                  <a:pt x="110" y="228"/>
                </a:lnTo>
                <a:lnTo>
                  <a:pt x="109" y="228"/>
                </a:lnTo>
                <a:lnTo>
                  <a:pt x="109" y="227"/>
                </a:lnTo>
                <a:lnTo>
                  <a:pt x="110" y="227"/>
                </a:lnTo>
                <a:lnTo>
                  <a:pt x="110" y="226"/>
                </a:lnTo>
                <a:lnTo>
                  <a:pt x="111" y="226"/>
                </a:lnTo>
                <a:lnTo>
                  <a:pt x="112" y="226"/>
                </a:lnTo>
                <a:lnTo>
                  <a:pt x="112" y="225"/>
                </a:lnTo>
                <a:lnTo>
                  <a:pt x="112" y="224"/>
                </a:lnTo>
                <a:lnTo>
                  <a:pt x="112" y="223"/>
                </a:lnTo>
                <a:lnTo>
                  <a:pt x="111" y="223"/>
                </a:lnTo>
                <a:lnTo>
                  <a:pt x="111" y="222"/>
                </a:lnTo>
                <a:lnTo>
                  <a:pt x="111" y="221"/>
                </a:lnTo>
                <a:lnTo>
                  <a:pt x="110" y="221"/>
                </a:lnTo>
                <a:lnTo>
                  <a:pt x="109" y="221"/>
                </a:lnTo>
                <a:lnTo>
                  <a:pt x="108" y="221"/>
                </a:lnTo>
                <a:lnTo>
                  <a:pt x="107" y="220"/>
                </a:lnTo>
                <a:lnTo>
                  <a:pt x="107" y="219"/>
                </a:lnTo>
                <a:lnTo>
                  <a:pt x="107" y="218"/>
                </a:lnTo>
                <a:lnTo>
                  <a:pt x="107" y="217"/>
                </a:lnTo>
                <a:lnTo>
                  <a:pt x="107" y="216"/>
                </a:lnTo>
                <a:lnTo>
                  <a:pt x="107" y="215"/>
                </a:lnTo>
                <a:lnTo>
                  <a:pt x="107" y="214"/>
                </a:lnTo>
                <a:lnTo>
                  <a:pt x="107" y="213"/>
                </a:lnTo>
                <a:lnTo>
                  <a:pt x="107" y="212"/>
                </a:lnTo>
                <a:lnTo>
                  <a:pt x="107" y="211"/>
                </a:lnTo>
                <a:lnTo>
                  <a:pt x="107" y="210"/>
                </a:lnTo>
                <a:lnTo>
                  <a:pt x="106" y="210"/>
                </a:lnTo>
                <a:lnTo>
                  <a:pt x="106" y="209"/>
                </a:lnTo>
                <a:lnTo>
                  <a:pt x="106" y="208"/>
                </a:lnTo>
                <a:lnTo>
                  <a:pt x="105" y="208"/>
                </a:lnTo>
                <a:lnTo>
                  <a:pt x="105" y="207"/>
                </a:lnTo>
                <a:lnTo>
                  <a:pt x="106" y="207"/>
                </a:lnTo>
                <a:lnTo>
                  <a:pt x="106" y="206"/>
                </a:lnTo>
                <a:lnTo>
                  <a:pt x="107" y="206"/>
                </a:lnTo>
                <a:lnTo>
                  <a:pt x="108" y="206"/>
                </a:lnTo>
                <a:lnTo>
                  <a:pt x="108" y="205"/>
                </a:lnTo>
                <a:lnTo>
                  <a:pt x="108" y="204"/>
                </a:lnTo>
                <a:lnTo>
                  <a:pt x="108" y="203"/>
                </a:lnTo>
                <a:lnTo>
                  <a:pt x="109" y="203"/>
                </a:lnTo>
                <a:lnTo>
                  <a:pt x="108" y="203"/>
                </a:lnTo>
                <a:lnTo>
                  <a:pt x="108" y="202"/>
                </a:lnTo>
                <a:lnTo>
                  <a:pt x="107" y="202"/>
                </a:lnTo>
                <a:lnTo>
                  <a:pt x="107" y="201"/>
                </a:lnTo>
                <a:lnTo>
                  <a:pt x="108" y="201"/>
                </a:lnTo>
                <a:lnTo>
                  <a:pt x="108" y="200"/>
                </a:lnTo>
                <a:lnTo>
                  <a:pt x="108" y="199"/>
                </a:lnTo>
                <a:lnTo>
                  <a:pt x="109" y="199"/>
                </a:lnTo>
                <a:lnTo>
                  <a:pt x="109" y="198"/>
                </a:lnTo>
                <a:lnTo>
                  <a:pt x="109" y="197"/>
                </a:lnTo>
                <a:lnTo>
                  <a:pt x="109" y="196"/>
                </a:lnTo>
                <a:lnTo>
                  <a:pt x="110" y="196"/>
                </a:lnTo>
                <a:lnTo>
                  <a:pt x="110" y="195"/>
                </a:lnTo>
                <a:lnTo>
                  <a:pt x="110" y="194"/>
                </a:lnTo>
                <a:lnTo>
                  <a:pt x="109" y="194"/>
                </a:lnTo>
                <a:lnTo>
                  <a:pt x="109" y="193"/>
                </a:lnTo>
                <a:lnTo>
                  <a:pt x="109" y="192"/>
                </a:lnTo>
                <a:lnTo>
                  <a:pt x="108" y="192"/>
                </a:lnTo>
                <a:lnTo>
                  <a:pt x="107" y="192"/>
                </a:lnTo>
                <a:lnTo>
                  <a:pt x="107" y="191"/>
                </a:lnTo>
                <a:lnTo>
                  <a:pt x="106" y="191"/>
                </a:lnTo>
                <a:lnTo>
                  <a:pt x="106" y="190"/>
                </a:lnTo>
                <a:lnTo>
                  <a:pt x="106" y="189"/>
                </a:lnTo>
                <a:lnTo>
                  <a:pt x="106" y="187"/>
                </a:lnTo>
                <a:lnTo>
                  <a:pt x="106" y="186"/>
                </a:lnTo>
                <a:lnTo>
                  <a:pt x="106" y="185"/>
                </a:lnTo>
                <a:lnTo>
                  <a:pt x="105" y="185"/>
                </a:lnTo>
                <a:lnTo>
                  <a:pt x="105" y="184"/>
                </a:lnTo>
                <a:lnTo>
                  <a:pt x="105" y="183"/>
                </a:lnTo>
                <a:lnTo>
                  <a:pt x="105" y="182"/>
                </a:lnTo>
                <a:lnTo>
                  <a:pt x="106" y="182"/>
                </a:lnTo>
                <a:lnTo>
                  <a:pt x="106" y="181"/>
                </a:lnTo>
                <a:lnTo>
                  <a:pt x="106" y="180"/>
                </a:lnTo>
                <a:lnTo>
                  <a:pt x="106" y="179"/>
                </a:lnTo>
                <a:lnTo>
                  <a:pt x="105" y="179"/>
                </a:lnTo>
                <a:lnTo>
                  <a:pt x="105" y="178"/>
                </a:lnTo>
                <a:lnTo>
                  <a:pt x="105" y="177"/>
                </a:lnTo>
                <a:lnTo>
                  <a:pt x="105" y="176"/>
                </a:lnTo>
                <a:lnTo>
                  <a:pt x="105" y="175"/>
                </a:lnTo>
                <a:lnTo>
                  <a:pt x="106" y="175"/>
                </a:lnTo>
                <a:lnTo>
                  <a:pt x="107" y="175"/>
                </a:lnTo>
                <a:lnTo>
                  <a:pt x="106" y="175"/>
                </a:lnTo>
                <a:lnTo>
                  <a:pt x="106" y="174"/>
                </a:lnTo>
                <a:lnTo>
                  <a:pt x="106" y="173"/>
                </a:lnTo>
                <a:lnTo>
                  <a:pt x="106" y="172"/>
                </a:lnTo>
                <a:lnTo>
                  <a:pt x="107" y="172"/>
                </a:lnTo>
                <a:lnTo>
                  <a:pt x="107" y="171"/>
                </a:lnTo>
                <a:lnTo>
                  <a:pt x="106" y="171"/>
                </a:lnTo>
                <a:lnTo>
                  <a:pt x="106" y="170"/>
                </a:lnTo>
                <a:lnTo>
                  <a:pt x="106" y="171"/>
                </a:lnTo>
                <a:lnTo>
                  <a:pt x="105" y="171"/>
                </a:lnTo>
                <a:lnTo>
                  <a:pt x="105" y="170"/>
                </a:lnTo>
                <a:lnTo>
                  <a:pt x="104" y="170"/>
                </a:lnTo>
                <a:lnTo>
                  <a:pt x="104" y="169"/>
                </a:lnTo>
                <a:lnTo>
                  <a:pt x="104" y="168"/>
                </a:lnTo>
                <a:lnTo>
                  <a:pt x="103" y="168"/>
                </a:lnTo>
                <a:lnTo>
                  <a:pt x="102" y="168"/>
                </a:lnTo>
                <a:lnTo>
                  <a:pt x="102" y="169"/>
                </a:lnTo>
                <a:lnTo>
                  <a:pt x="102" y="170"/>
                </a:lnTo>
                <a:lnTo>
                  <a:pt x="101" y="170"/>
                </a:lnTo>
                <a:lnTo>
                  <a:pt x="100" y="170"/>
                </a:lnTo>
                <a:lnTo>
                  <a:pt x="100" y="169"/>
                </a:lnTo>
                <a:lnTo>
                  <a:pt x="99" y="169"/>
                </a:lnTo>
                <a:lnTo>
                  <a:pt x="98" y="169"/>
                </a:lnTo>
                <a:lnTo>
                  <a:pt x="97" y="169"/>
                </a:lnTo>
                <a:lnTo>
                  <a:pt x="97" y="170"/>
                </a:lnTo>
                <a:lnTo>
                  <a:pt x="96" y="170"/>
                </a:lnTo>
                <a:lnTo>
                  <a:pt x="95" y="170"/>
                </a:lnTo>
                <a:lnTo>
                  <a:pt x="95" y="169"/>
                </a:lnTo>
                <a:lnTo>
                  <a:pt x="96" y="169"/>
                </a:lnTo>
                <a:lnTo>
                  <a:pt x="96" y="168"/>
                </a:lnTo>
                <a:lnTo>
                  <a:pt x="96" y="167"/>
                </a:lnTo>
                <a:lnTo>
                  <a:pt x="95" y="167"/>
                </a:lnTo>
                <a:lnTo>
                  <a:pt x="95" y="166"/>
                </a:lnTo>
                <a:lnTo>
                  <a:pt x="95" y="165"/>
                </a:lnTo>
                <a:lnTo>
                  <a:pt x="94" y="165"/>
                </a:lnTo>
                <a:lnTo>
                  <a:pt x="94" y="164"/>
                </a:lnTo>
                <a:lnTo>
                  <a:pt x="94" y="163"/>
                </a:lnTo>
                <a:lnTo>
                  <a:pt x="94" y="162"/>
                </a:lnTo>
                <a:lnTo>
                  <a:pt x="93" y="162"/>
                </a:lnTo>
                <a:lnTo>
                  <a:pt x="92" y="162"/>
                </a:lnTo>
                <a:lnTo>
                  <a:pt x="92" y="163"/>
                </a:lnTo>
                <a:lnTo>
                  <a:pt x="91" y="163"/>
                </a:lnTo>
                <a:lnTo>
                  <a:pt x="91" y="164"/>
                </a:lnTo>
                <a:lnTo>
                  <a:pt x="91" y="165"/>
                </a:lnTo>
                <a:lnTo>
                  <a:pt x="90" y="165"/>
                </a:lnTo>
                <a:lnTo>
                  <a:pt x="90" y="164"/>
                </a:lnTo>
                <a:lnTo>
                  <a:pt x="89" y="164"/>
                </a:lnTo>
                <a:lnTo>
                  <a:pt x="89" y="163"/>
                </a:lnTo>
                <a:lnTo>
                  <a:pt x="87" y="163"/>
                </a:lnTo>
                <a:lnTo>
                  <a:pt x="86" y="163"/>
                </a:lnTo>
                <a:lnTo>
                  <a:pt x="85" y="163"/>
                </a:lnTo>
                <a:lnTo>
                  <a:pt x="85" y="162"/>
                </a:lnTo>
                <a:lnTo>
                  <a:pt x="84" y="162"/>
                </a:lnTo>
                <a:lnTo>
                  <a:pt x="84" y="161"/>
                </a:lnTo>
                <a:lnTo>
                  <a:pt x="83" y="161"/>
                </a:lnTo>
                <a:lnTo>
                  <a:pt x="83" y="160"/>
                </a:lnTo>
                <a:lnTo>
                  <a:pt x="82" y="160"/>
                </a:lnTo>
                <a:lnTo>
                  <a:pt x="82" y="161"/>
                </a:lnTo>
                <a:lnTo>
                  <a:pt x="82" y="162"/>
                </a:lnTo>
                <a:lnTo>
                  <a:pt x="82" y="163"/>
                </a:lnTo>
                <a:lnTo>
                  <a:pt x="83" y="163"/>
                </a:lnTo>
                <a:lnTo>
                  <a:pt x="83" y="164"/>
                </a:lnTo>
                <a:lnTo>
                  <a:pt x="82" y="164"/>
                </a:lnTo>
                <a:lnTo>
                  <a:pt x="82" y="165"/>
                </a:lnTo>
                <a:lnTo>
                  <a:pt x="82" y="166"/>
                </a:lnTo>
                <a:lnTo>
                  <a:pt x="82" y="167"/>
                </a:lnTo>
                <a:lnTo>
                  <a:pt x="82" y="168"/>
                </a:lnTo>
                <a:lnTo>
                  <a:pt x="82" y="170"/>
                </a:lnTo>
                <a:lnTo>
                  <a:pt x="82" y="171"/>
                </a:lnTo>
                <a:lnTo>
                  <a:pt x="82" y="172"/>
                </a:lnTo>
                <a:lnTo>
                  <a:pt x="81" y="172"/>
                </a:lnTo>
                <a:lnTo>
                  <a:pt x="80" y="172"/>
                </a:lnTo>
                <a:lnTo>
                  <a:pt x="80" y="173"/>
                </a:lnTo>
                <a:lnTo>
                  <a:pt x="79" y="173"/>
                </a:lnTo>
                <a:lnTo>
                  <a:pt x="79" y="174"/>
                </a:lnTo>
                <a:lnTo>
                  <a:pt x="78" y="174"/>
                </a:lnTo>
                <a:lnTo>
                  <a:pt x="78" y="175"/>
                </a:lnTo>
                <a:lnTo>
                  <a:pt x="77" y="176"/>
                </a:lnTo>
                <a:lnTo>
                  <a:pt x="76" y="176"/>
                </a:lnTo>
                <a:lnTo>
                  <a:pt x="75" y="176"/>
                </a:lnTo>
                <a:lnTo>
                  <a:pt x="75" y="175"/>
                </a:lnTo>
                <a:lnTo>
                  <a:pt x="74" y="175"/>
                </a:lnTo>
                <a:lnTo>
                  <a:pt x="74" y="176"/>
                </a:lnTo>
                <a:lnTo>
                  <a:pt x="73" y="176"/>
                </a:lnTo>
                <a:lnTo>
                  <a:pt x="73" y="175"/>
                </a:lnTo>
                <a:lnTo>
                  <a:pt x="72" y="175"/>
                </a:lnTo>
                <a:lnTo>
                  <a:pt x="72" y="174"/>
                </a:lnTo>
                <a:lnTo>
                  <a:pt x="72" y="173"/>
                </a:lnTo>
                <a:lnTo>
                  <a:pt x="71" y="173"/>
                </a:lnTo>
                <a:lnTo>
                  <a:pt x="71" y="172"/>
                </a:lnTo>
                <a:lnTo>
                  <a:pt x="71" y="171"/>
                </a:lnTo>
                <a:lnTo>
                  <a:pt x="71" y="170"/>
                </a:lnTo>
                <a:lnTo>
                  <a:pt x="71" y="169"/>
                </a:lnTo>
                <a:lnTo>
                  <a:pt x="71" y="168"/>
                </a:lnTo>
                <a:lnTo>
                  <a:pt x="70" y="168"/>
                </a:lnTo>
                <a:lnTo>
                  <a:pt x="70" y="167"/>
                </a:lnTo>
                <a:lnTo>
                  <a:pt x="70" y="166"/>
                </a:lnTo>
                <a:lnTo>
                  <a:pt x="70" y="165"/>
                </a:lnTo>
                <a:lnTo>
                  <a:pt x="70" y="164"/>
                </a:lnTo>
                <a:lnTo>
                  <a:pt x="70" y="163"/>
                </a:lnTo>
                <a:lnTo>
                  <a:pt x="69" y="163"/>
                </a:lnTo>
                <a:lnTo>
                  <a:pt x="69" y="161"/>
                </a:lnTo>
                <a:lnTo>
                  <a:pt x="68" y="161"/>
                </a:lnTo>
                <a:lnTo>
                  <a:pt x="68" y="160"/>
                </a:lnTo>
                <a:lnTo>
                  <a:pt x="68" y="161"/>
                </a:lnTo>
                <a:lnTo>
                  <a:pt x="67" y="161"/>
                </a:lnTo>
                <a:lnTo>
                  <a:pt x="67" y="160"/>
                </a:lnTo>
                <a:lnTo>
                  <a:pt x="67" y="159"/>
                </a:lnTo>
                <a:lnTo>
                  <a:pt x="66" y="159"/>
                </a:lnTo>
                <a:lnTo>
                  <a:pt x="65" y="158"/>
                </a:lnTo>
                <a:lnTo>
                  <a:pt x="64" y="158"/>
                </a:lnTo>
                <a:lnTo>
                  <a:pt x="64" y="157"/>
                </a:lnTo>
                <a:lnTo>
                  <a:pt x="64" y="156"/>
                </a:lnTo>
                <a:lnTo>
                  <a:pt x="63" y="155"/>
                </a:lnTo>
                <a:lnTo>
                  <a:pt x="63" y="154"/>
                </a:lnTo>
                <a:lnTo>
                  <a:pt x="64" y="154"/>
                </a:lnTo>
                <a:lnTo>
                  <a:pt x="64" y="153"/>
                </a:lnTo>
                <a:lnTo>
                  <a:pt x="65" y="153"/>
                </a:lnTo>
                <a:lnTo>
                  <a:pt x="65" y="152"/>
                </a:lnTo>
                <a:lnTo>
                  <a:pt x="65" y="151"/>
                </a:lnTo>
                <a:lnTo>
                  <a:pt x="64" y="151"/>
                </a:lnTo>
                <a:lnTo>
                  <a:pt x="63" y="151"/>
                </a:lnTo>
                <a:lnTo>
                  <a:pt x="63" y="150"/>
                </a:lnTo>
                <a:lnTo>
                  <a:pt x="63" y="149"/>
                </a:lnTo>
                <a:lnTo>
                  <a:pt x="63" y="148"/>
                </a:lnTo>
                <a:lnTo>
                  <a:pt x="63" y="147"/>
                </a:lnTo>
                <a:lnTo>
                  <a:pt x="63" y="145"/>
                </a:lnTo>
                <a:lnTo>
                  <a:pt x="62" y="145"/>
                </a:lnTo>
                <a:lnTo>
                  <a:pt x="61" y="145"/>
                </a:lnTo>
                <a:lnTo>
                  <a:pt x="61" y="144"/>
                </a:lnTo>
                <a:lnTo>
                  <a:pt x="60" y="144"/>
                </a:lnTo>
                <a:lnTo>
                  <a:pt x="60" y="143"/>
                </a:lnTo>
                <a:lnTo>
                  <a:pt x="59" y="143"/>
                </a:lnTo>
                <a:lnTo>
                  <a:pt x="59" y="142"/>
                </a:lnTo>
                <a:lnTo>
                  <a:pt x="59" y="141"/>
                </a:lnTo>
                <a:lnTo>
                  <a:pt x="58" y="141"/>
                </a:lnTo>
                <a:lnTo>
                  <a:pt x="59" y="141"/>
                </a:lnTo>
                <a:lnTo>
                  <a:pt x="59" y="140"/>
                </a:lnTo>
                <a:lnTo>
                  <a:pt x="59" y="139"/>
                </a:lnTo>
                <a:lnTo>
                  <a:pt x="61" y="139"/>
                </a:lnTo>
                <a:lnTo>
                  <a:pt x="61" y="138"/>
                </a:lnTo>
                <a:lnTo>
                  <a:pt x="61" y="137"/>
                </a:lnTo>
                <a:lnTo>
                  <a:pt x="61" y="136"/>
                </a:lnTo>
                <a:lnTo>
                  <a:pt x="61" y="135"/>
                </a:lnTo>
                <a:lnTo>
                  <a:pt x="61" y="134"/>
                </a:lnTo>
                <a:lnTo>
                  <a:pt x="60" y="134"/>
                </a:lnTo>
                <a:lnTo>
                  <a:pt x="60" y="133"/>
                </a:lnTo>
                <a:lnTo>
                  <a:pt x="60" y="132"/>
                </a:lnTo>
                <a:lnTo>
                  <a:pt x="58" y="132"/>
                </a:lnTo>
                <a:lnTo>
                  <a:pt x="57" y="132"/>
                </a:lnTo>
                <a:lnTo>
                  <a:pt x="56" y="131"/>
                </a:lnTo>
                <a:lnTo>
                  <a:pt x="56" y="130"/>
                </a:lnTo>
                <a:lnTo>
                  <a:pt x="55" y="130"/>
                </a:lnTo>
                <a:lnTo>
                  <a:pt x="55" y="129"/>
                </a:lnTo>
                <a:lnTo>
                  <a:pt x="55" y="128"/>
                </a:lnTo>
                <a:lnTo>
                  <a:pt x="55" y="127"/>
                </a:lnTo>
                <a:lnTo>
                  <a:pt x="55" y="126"/>
                </a:lnTo>
                <a:lnTo>
                  <a:pt x="56" y="126"/>
                </a:lnTo>
                <a:lnTo>
                  <a:pt x="55" y="126"/>
                </a:lnTo>
                <a:lnTo>
                  <a:pt x="56" y="125"/>
                </a:lnTo>
                <a:lnTo>
                  <a:pt x="56" y="124"/>
                </a:lnTo>
                <a:lnTo>
                  <a:pt x="56" y="123"/>
                </a:lnTo>
                <a:lnTo>
                  <a:pt x="56" y="121"/>
                </a:lnTo>
                <a:lnTo>
                  <a:pt x="56" y="120"/>
                </a:lnTo>
                <a:lnTo>
                  <a:pt x="57" y="120"/>
                </a:lnTo>
                <a:lnTo>
                  <a:pt x="57" y="119"/>
                </a:lnTo>
                <a:lnTo>
                  <a:pt x="57" y="118"/>
                </a:lnTo>
                <a:lnTo>
                  <a:pt x="57" y="117"/>
                </a:lnTo>
                <a:lnTo>
                  <a:pt x="57" y="116"/>
                </a:lnTo>
                <a:lnTo>
                  <a:pt x="57" y="115"/>
                </a:lnTo>
                <a:lnTo>
                  <a:pt x="56" y="114"/>
                </a:lnTo>
                <a:lnTo>
                  <a:pt x="56" y="113"/>
                </a:lnTo>
                <a:lnTo>
                  <a:pt x="56" y="112"/>
                </a:lnTo>
                <a:lnTo>
                  <a:pt x="55" y="111"/>
                </a:lnTo>
                <a:lnTo>
                  <a:pt x="56" y="111"/>
                </a:lnTo>
                <a:lnTo>
                  <a:pt x="57" y="109"/>
                </a:lnTo>
                <a:lnTo>
                  <a:pt x="58" y="109"/>
                </a:lnTo>
                <a:lnTo>
                  <a:pt x="58" y="108"/>
                </a:lnTo>
                <a:lnTo>
                  <a:pt x="58" y="107"/>
                </a:lnTo>
                <a:lnTo>
                  <a:pt x="58" y="104"/>
                </a:lnTo>
                <a:lnTo>
                  <a:pt x="59" y="104"/>
                </a:lnTo>
                <a:lnTo>
                  <a:pt x="59" y="103"/>
                </a:lnTo>
                <a:lnTo>
                  <a:pt x="61" y="103"/>
                </a:lnTo>
                <a:lnTo>
                  <a:pt x="62" y="103"/>
                </a:lnTo>
                <a:lnTo>
                  <a:pt x="62" y="104"/>
                </a:lnTo>
                <a:lnTo>
                  <a:pt x="64" y="103"/>
                </a:lnTo>
                <a:lnTo>
                  <a:pt x="65" y="102"/>
                </a:lnTo>
                <a:lnTo>
                  <a:pt x="66" y="101"/>
                </a:lnTo>
                <a:lnTo>
                  <a:pt x="67" y="101"/>
                </a:lnTo>
                <a:lnTo>
                  <a:pt x="67" y="100"/>
                </a:lnTo>
                <a:lnTo>
                  <a:pt x="66" y="98"/>
                </a:lnTo>
                <a:lnTo>
                  <a:pt x="65" y="97"/>
                </a:lnTo>
                <a:lnTo>
                  <a:pt x="65" y="96"/>
                </a:lnTo>
                <a:lnTo>
                  <a:pt x="64" y="95"/>
                </a:lnTo>
                <a:lnTo>
                  <a:pt x="63" y="93"/>
                </a:lnTo>
                <a:lnTo>
                  <a:pt x="62" y="92"/>
                </a:lnTo>
                <a:lnTo>
                  <a:pt x="61" y="91"/>
                </a:lnTo>
                <a:lnTo>
                  <a:pt x="61" y="90"/>
                </a:lnTo>
                <a:lnTo>
                  <a:pt x="61" y="89"/>
                </a:lnTo>
                <a:lnTo>
                  <a:pt x="62" y="89"/>
                </a:lnTo>
                <a:lnTo>
                  <a:pt x="63" y="89"/>
                </a:lnTo>
                <a:lnTo>
                  <a:pt x="64" y="90"/>
                </a:lnTo>
                <a:lnTo>
                  <a:pt x="64" y="88"/>
                </a:lnTo>
                <a:lnTo>
                  <a:pt x="65" y="87"/>
                </a:lnTo>
                <a:lnTo>
                  <a:pt x="66" y="87"/>
                </a:lnTo>
                <a:lnTo>
                  <a:pt x="67" y="87"/>
                </a:lnTo>
                <a:lnTo>
                  <a:pt x="68" y="87"/>
                </a:lnTo>
                <a:lnTo>
                  <a:pt x="68" y="86"/>
                </a:lnTo>
                <a:lnTo>
                  <a:pt x="68" y="85"/>
                </a:lnTo>
                <a:lnTo>
                  <a:pt x="69" y="85"/>
                </a:lnTo>
                <a:lnTo>
                  <a:pt x="69" y="86"/>
                </a:lnTo>
                <a:lnTo>
                  <a:pt x="70" y="86"/>
                </a:lnTo>
                <a:lnTo>
                  <a:pt x="70" y="87"/>
                </a:lnTo>
                <a:lnTo>
                  <a:pt x="70" y="88"/>
                </a:lnTo>
                <a:lnTo>
                  <a:pt x="70" y="89"/>
                </a:lnTo>
                <a:lnTo>
                  <a:pt x="71" y="89"/>
                </a:lnTo>
                <a:lnTo>
                  <a:pt x="72" y="90"/>
                </a:lnTo>
                <a:lnTo>
                  <a:pt x="72" y="91"/>
                </a:lnTo>
                <a:lnTo>
                  <a:pt x="72" y="92"/>
                </a:lnTo>
                <a:lnTo>
                  <a:pt x="72" y="93"/>
                </a:lnTo>
                <a:lnTo>
                  <a:pt x="75" y="96"/>
                </a:lnTo>
                <a:lnTo>
                  <a:pt x="76" y="99"/>
                </a:lnTo>
                <a:lnTo>
                  <a:pt x="77" y="101"/>
                </a:lnTo>
                <a:lnTo>
                  <a:pt x="77" y="102"/>
                </a:lnTo>
                <a:lnTo>
                  <a:pt x="77" y="104"/>
                </a:lnTo>
                <a:lnTo>
                  <a:pt x="77" y="105"/>
                </a:lnTo>
                <a:lnTo>
                  <a:pt x="76" y="106"/>
                </a:lnTo>
                <a:lnTo>
                  <a:pt x="76" y="107"/>
                </a:lnTo>
                <a:lnTo>
                  <a:pt x="77" y="107"/>
                </a:lnTo>
                <a:lnTo>
                  <a:pt x="78" y="109"/>
                </a:lnTo>
                <a:lnTo>
                  <a:pt x="78" y="110"/>
                </a:lnTo>
                <a:lnTo>
                  <a:pt x="78" y="113"/>
                </a:lnTo>
                <a:lnTo>
                  <a:pt x="78" y="114"/>
                </a:lnTo>
                <a:lnTo>
                  <a:pt x="79" y="115"/>
                </a:lnTo>
                <a:lnTo>
                  <a:pt x="82" y="115"/>
                </a:lnTo>
                <a:lnTo>
                  <a:pt x="82" y="114"/>
                </a:lnTo>
                <a:lnTo>
                  <a:pt x="84" y="113"/>
                </a:lnTo>
                <a:lnTo>
                  <a:pt x="84" y="112"/>
                </a:lnTo>
                <a:lnTo>
                  <a:pt x="84" y="111"/>
                </a:lnTo>
                <a:lnTo>
                  <a:pt x="85" y="110"/>
                </a:lnTo>
                <a:lnTo>
                  <a:pt x="86" y="110"/>
                </a:lnTo>
                <a:lnTo>
                  <a:pt x="87" y="111"/>
                </a:lnTo>
                <a:lnTo>
                  <a:pt x="88" y="111"/>
                </a:lnTo>
                <a:lnTo>
                  <a:pt x="89" y="111"/>
                </a:lnTo>
                <a:lnTo>
                  <a:pt x="90" y="109"/>
                </a:lnTo>
                <a:lnTo>
                  <a:pt x="90" y="108"/>
                </a:lnTo>
                <a:lnTo>
                  <a:pt x="91" y="108"/>
                </a:lnTo>
                <a:lnTo>
                  <a:pt x="93" y="107"/>
                </a:lnTo>
                <a:lnTo>
                  <a:pt x="95" y="107"/>
                </a:lnTo>
                <a:lnTo>
                  <a:pt x="97" y="108"/>
                </a:lnTo>
                <a:lnTo>
                  <a:pt x="98" y="108"/>
                </a:lnTo>
                <a:lnTo>
                  <a:pt x="99" y="109"/>
                </a:lnTo>
                <a:lnTo>
                  <a:pt x="100" y="108"/>
                </a:lnTo>
                <a:lnTo>
                  <a:pt x="100" y="107"/>
                </a:lnTo>
                <a:lnTo>
                  <a:pt x="101" y="106"/>
                </a:lnTo>
                <a:lnTo>
                  <a:pt x="101" y="105"/>
                </a:lnTo>
                <a:lnTo>
                  <a:pt x="103" y="104"/>
                </a:lnTo>
                <a:lnTo>
                  <a:pt x="104" y="104"/>
                </a:lnTo>
                <a:lnTo>
                  <a:pt x="105" y="104"/>
                </a:lnTo>
                <a:lnTo>
                  <a:pt x="106" y="104"/>
                </a:lnTo>
                <a:lnTo>
                  <a:pt x="107" y="102"/>
                </a:lnTo>
                <a:lnTo>
                  <a:pt x="107" y="101"/>
                </a:lnTo>
                <a:lnTo>
                  <a:pt x="107" y="99"/>
                </a:lnTo>
                <a:lnTo>
                  <a:pt x="107" y="97"/>
                </a:lnTo>
                <a:lnTo>
                  <a:pt x="107" y="96"/>
                </a:lnTo>
                <a:lnTo>
                  <a:pt x="107" y="94"/>
                </a:lnTo>
                <a:lnTo>
                  <a:pt x="108" y="94"/>
                </a:lnTo>
                <a:lnTo>
                  <a:pt x="109" y="93"/>
                </a:lnTo>
                <a:lnTo>
                  <a:pt x="110" y="93"/>
                </a:lnTo>
                <a:lnTo>
                  <a:pt x="111" y="92"/>
                </a:lnTo>
                <a:lnTo>
                  <a:pt x="111" y="91"/>
                </a:lnTo>
                <a:lnTo>
                  <a:pt x="110" y="90"/>
                </a:lnTo>
                <a:lnTo>
                  <a:pt x="109" y="89"/>
                </a:lnTo>
                <a:lnTo>
                  <a:pt x="109" y="88"/>
                </a:lnTo>
                <a:lnTo>
                  <a:pt x="109" y="87"/>
                </a:lnTo>
                <a:lnTo>
                  <a:pt x="108" y="87"/>
                </a:lnTo>
                <a:lnTo>
                  <a:pt x="108" y="86"/>
                </a:lnTo>
                <a:lnTo>
                  <a:pt x="107" y="85"/>
                </a:lnTo>
                <a:lnTo>
                  <a:pt x="107" y="84"/>
                </a:lnTo>
                <a:lnTo>
                  <a:pt x="107" y="83"/>
                </a:lnTo>
                <a:lnTo>
                  <a:pt x="106" y="82"/>
                </a:lnTo>
                <a:lnTo>
                  <a:pt x="105" y="81"/>
                </a:lnTo>
                <a:lnTo>
                  <a:pt x="105" y="80"/>
                </a:lnTo>
                <a:lnTo>
                  <a:pt x="104" y="79"/>
                </a:lnTo>
                <a:lnTo>
                  <a:pt x="104" y="78"/>
                </a:lnTo>
                <a:lnTo>
                  <a:pt x="104" y="77"/>
                </a:lnTo>
                <a:lnTo>
                  <a:pt x="101" y="76"/>
                </a:lnTo>
                <a:lnTo>
                  <a:pt x="100" y="76"/>
                </a:lnTo>
                <a:lnTo>
                  <a:pt x="99" y="75"/>
                </a:lnTo>
                <a:lnTo>
                  <a:pt x="99" y="73"/>
                </a:lnTo>
                <a:lnTo>
                  <a:pt x="100" y="71"/>
                </a:lnTo>
                <a:lnTo>
                  <a:pt x="100" y="69"/>
                </a:lnTo>
                <a:lnTo>
                  <a:pt x="99" y="67"/>
                </a:lnTo>
                <a:lnTo>
                  <a:pt x="99" y="66"/>
                </a:lnTo>
                <a:lnTo>
                  <a:pt x="99" y="63"/>
                </a:lnTo>
                <a:lnTo>
                  <a:pt x="99" y="62"/>
                </a:lnTo>
                <a:lnTo>
                  <a:pt x="98" y="61"/>
                </a:lnTo>
                <a:lnTo>
                  <a:pt x="97" y="58"/>
                </a:lnTo>
                <a:lnTo>
                  <a:pt x="97" y="57"/>
                </a:lnTo>
                <a:lnTo>
                  <a:pt x="97" y="56"/>
                </a:lnTo>
                <a:lnTo>
                  <a:pt x="98" y="56"/>
                </a:lnTo>
                <a:lnTo>
                  <a:pt x="100" y="56"/>
                </a:lnTo>
                <a:lnTo>
                  <a:pt x="100" y="55"/>
                </a:lnTo>
                <a:lnTo>
                  <a:pt x="101" y="54"/>
                </a:lnTo>
                <a:lnTo>
                  <a:pt x="102" y="54"/>
                </a:lnTo>
                <a:lnTo>
                  <a:pt x="103" y="53"/>
                </a:lnTo>
                <a:lnTo>
                  <a:pt x="104" y="52"/>
                </a:lnTo>
                <a:lnTo>
                  <a:pt x="104" y="51"/>
                </a:lnTo>
                <a:lnTo>
                  <a:pt x="104" y="50"/>
                </a:lnTo>
                <a:lnTo>
                  <a:pt x="105" y="50"/>
                </a:lnTo>
                <a:lnTo>
                  <a:pt x="104" y="50"/>
                </a:lnTo>
                <a:lnTo>
                  <a:pt x="104" y="49"/>
                </a:lnTo>
                <a:lnTo>
                  <a:pt x="104" y="48"/>
                </a:lnTo>
                <a:lnTo>
                  <a:pt x="104" y="46"/>
                </a:lnTo>
                <a:lnTo>
                  <a:pt x="104" y="45"/>
                </a:lnTo>
                <a:lnTo>
                  <a:pt x="103" y="45"/>
                </a:lnTo>
                <a:lnTo>
                  <a:pt x="103" y="44"/>
                </a:lnTo>
                <a:lnTo>
                  <a:pt x="102" y="43"/>
                </a:lnTo>
                <a:lnTo>
                  <a:pt x="102" y="42"/>
                </a:lnTo>
                <a:lnTo>
                  <a:pt x="102" y="41"/>
                </a:lnTo>
                <a:lnTo>
                  <a:pt x="102" y="40"/>
                </a:lnTo>
                <a:lnTo>
                  <a:pt x="103" y="39"/>
                </a:lnTo>
                <a:lnTo>
                  <a:pt x="102" y="37"/>
                </a:lnTo>
                <a:lnTo>
                  <a:pt x="101" y="34"/>
                </a:lnTo>
                <a:lnTo>
                  <a:pt x="101" y="33"/>
                </a:lnTo>
                <a:lnTo>
                  <a:pt x="101" y="31"/>
                </a:lnTo>
                <a:lnTo>
                  <a:pt x="102" y="31"/>
                </a:lnTo>
                <a:lnTo>
                  <a:pt x="102" y="30"/>
                </a:lnTo>
                <a:lnTo>
                  <a:pt x="102" y="29"/>
                </a:lnTo>
                <a:lnTo>
                  <a:pt x="101" y="29"/>
                </a:lnTo>
                <a:lnTo>
                  <a:pt x="100" y="27"/>
                </a:lnTo>
                <a:lnTo>
                  <a:pt x="100" y="26"/>
                </a:lnTo>
                <a:lnTo>
                  <a:pt x="100" y="25"/>
                </a:lnTo>
                <a:lnTo>
                  <a:pt x="101" y="25"/>
                </a:lnTo>
                <a:lnTo>
                  <a:pt x="102" y="25"/>
                </a:lnTo>
                <a:lnTo>
                  <a:pt x="105" y="25"/>
                </a:lnTo>
                <a:lnTo>
                  <a:pt x="105" y="26"/>
                </a:lnTo>
                <a:lnTo>
                  <a:pt x="106" y="26"/>
                </a:lnTo>
                <a:lnTo>
                  <a:pt x="107" y="26"/>
                </a:lnTo>
                <a:lnTo>
                  <a:pt x="107" y="25"/>
                </a:lnTo>
                <a:lnTo>
                  <a:pt x="108" y="25"/>
                </a:lnTo>
                <a:lnTo>
                  <a:pt x="108" y="24"/>
                </a:lnTo>
                <a:lnTo>
                  <a:pt x="109" y="24"/>
                </a:lnTo>
                <a:lnTo>
                  <a:pt x="110" y="23"/>
                </a:lnTo>
                <a:lnTo>
                  <a:pt x="111" y="22"/>
                </a:lnTo>
                <a:lnTo>
                  <a:pt x="112" y="22"/>
                </a:lnTo>
                <a:lnTo>
                  <a:pt x="114" y="22"/>
                </a:lnTo>
                <a:lnTo>
                  <a:pt x="114" y="23"/>
                </a:lnTo>
                <a:lnTo>
                  <a:pt x="115" y="25"/>
                </a:lnTo>
                <a:lnTo>
                  <a:pt x="116" y="28"/>
                </a:lnTo>
                <a:lnTo>
                  <a:pt x="116" y="29"/>
                </a:lnTo>
                <a:lnTo>
                  <a:pt x="116" y="30"/>
                </a:lnTo>
                <a:lnTo>
                  <a:pt x="117" y="32"/>
                </a:lnTo>
                <a:lnTo>
                  <a:pt x="117" y="34"/>
                </a:lnTo>
                <a:lnTo>
                  <a:pt x="117" y="36"/>
                </a:lnTo>
                <a:lnTo>
                  <a:pt x="118" y="38"/>
                </a:lnTo>
                <a:lnTo>
                  <a:pt x="118" y="39"/>
                </a:lnTo>
                <a:lnTo>
                  <a:pt x="117" y="41"/>
                </a:lnTo>
                <a:lnTo>
                  <a:pt x="119" y="43"/>
                </a:lnTo>
                <a:lnTo>
                  <a:pt x="120" y="43"/>
                </a:lnTo>
                <a:lnTo>
                  <a:pt x="121" y="42"/>
                </a:lnTo>
                <a:lnTo>
                  <a:pt x="122" y="42"/>
                </a:lnTo>
                <a:lnTo>
                  <a:pt x="123" y="42"/>
                </a:lnTo>
                <a:lnTo>
                  <a:pt x="124" y="43"/>
                </a:lnTo>
                <a:lnTo>
                  <a:pt x="125" y="43"/>
                </a:lnTo>
                <a:lnTo>
                  <a:pt x="126" y="42"/>
                </a:lnTo>
                <a:lnTo>
                  <a:pt x="126" y="41"/>
                </a:lnTo>
                <a:lnTo>
                  <a:pt x="127" y="41"/>
                </a:lnTo>
                <a:lnTo>
                  <a:pt x="127" y="40"/>
                </a:lnTo>
                <a:lnTo>
                  <a:pt x="128" y="40"/>
                </a:lnTo>
                <a:lnTo>
                  <a:pt x="130" y="40"/>
                </a:lnTo>
                <a:lnTo>
                  <a:pt x="131" y="40"/>
                </a:lnTo>
                <a:lnTo>
                  <a:pt x="131" y="39"/>
                </a:lnTo>
                <a:lnTo>
                  <a:pt x="130" y="39"/>
                </a:lnTo>
                <a:lnTo>
                  <a:pt x="130" y="38"/>
                </a:lnTo>
                <a:lnTo>
                  <a:pt x="130" y="37"/>
                </a:lnTo>
                <a:lnTo>
                  <a:pt x="131" y="37"/>
                </a:lnTo>
                <a:lnTo>
                  <a:pt x="131" y="36"/>
                </a:lnTo>
                <a:lnTo>
                  <a:pt x="130" y="35"/>
                </a:lnTo>
                <a:lnTo>
                  <a:pt x="129" y="36"/>
                </a:lnTo>
                <a:lnTo>
                  <a:pt x="126" y="34"/>
                </a:lnTo>
                <a:lnTo>
                  <a:pt x="125" y="32"/>
                </a:lnTo>
                <a:lnTo>
                  <a:pt x="126" y="31"/>
                </a:lnTo>
                <a:lnTo>
                  <a:pt x="126" y="29"/>
                </a:lnTo>
                <a:lnTo>
                  <a:pt x="126" y="28"/>
                </a:lnTo>
                <a:lnTo>
                  <a:pt x="126" y="25"/>
                </a:lnTo>
                <a:lnTo>
                  <a:pt x="127" y="24"/>
                </a:lnTo>
                <a:lnTo>
                  <a:pt x="128" y="24"/>
                </a:lnTo>
                <a:lnTo>
                  <a:pt x="129" y="23"/>
                </a:lnTo>
                <a:lnTo>
                  <a:pt x="130" y="22"/>
                </a:lnTo>
                <a:lnTo>
                  <a:pt x="133" y="20"/>
                </a:lnTo>
                <a:lnTo>
                  <a:pt x="133" y="19"/>
                </a:lnTo>
                <a:lnTo>
                  <a:pt x="134" y="19"/>
                </a:lnTo>
                <a:lnTo>
                  <a:pt x="134" y="18"/>
                </a:lnTo>
                <a:lnTo>
                  <a:pt x="134" y="17"/>
                </a:lnTo>
                <a:lnTo>
                  <a:pt x="134" y="16"/>
                </a:lnTo>
                <a:lnTo>
                  <a:pt x="134" y="14"/>
                </a:lnTo>
                <a:lnTo>
                  <a:pt x="133" y="12"/>
                </a:lnTo>
                <a:lnTo>
                  <a:pt x="132" y="12"/>
                </a:lnTo>
                <a:lnTo>
                  <a:pt x="131" y="10"/>
                </a:lnTo>
                <a:lnTo>
                  <a:pt x="130" y="9"/>
                </a:lnTo>
                <a:lnTo>
                  <a:pt x="130" y="7"/>
                </a:lnTo>
                <a:lnTo>
                  <a:pt x="130" y="5"/>
                </a:lnTo>
                <a:lnTo>
                  <a:pt x="130" y="4"/>
                </a:lnTo>
                <a:lnTo>
                  <a:pt x="131" y="4"/>
                </a:lnTo>
                <a:lnTo>
                  <a:pt x="131" y="2"/>
                </a:lnTo>
                <a:lnTo>
                  <a:pt x="132" y="2"/>
                </a:lnTo>
                <a:lnTo>
                  <a:pt x="134" y="2"/>
                </a:lnTo>
                <a:lnTo>
                  <a:pt x="135" y="2"/>
                </a:lnTo>
                <a:lnTo>
                  <a:pt x="136" y="1"/>
                </a:lnTo>
                <a:lnTo>
                  <a:pt x="137" y="1"/>
                </a:lnTo>
                <a:lnTo>
                  <a:pt x="140" y="1"/>
                </a:lnTo>
                <a:lnTo>
                  <a:pt x="141" y="0"/>
                </a:lnTo>
                <a:lnTo>
                  <a:pt x="14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10" name=""/>
          <p:cNvSpPr/>
          <p:nvPr/>
        </p:nvSpPr>
        <p:spPr>
          <a:xfrm>
            <a:off x="5613840" y="1648800"/>
            <a:ext cx="672480" cy="354960"/>
          </a:xfrm>
          <a:custGeom>
            <a:avLst/>
            <a:gdLst/>
            <a:ahLst/>
            <a:rect l="0" t="0" r="r" b="b"/>
            <a:pathLst>
              <a:path w="1868" h="986">
                <a:moveTo>
                  <a:pt x="902" y="1"/>
                </a:moveTo>
                <a:lnTo>
                  <a:pt x="903" y="1"/>
                </a:lnTo>
                <a:lnTo>
                  <a:pt x="904" y="1"/>
                </a:lnTo>
                <a:lnTo>
                  <a:pt x="905" y="1"/>
                </a:lnTo>
                <a:lnTo>
                  <a:pt x="906" y="1"/>
                </a:lnTo>
                <a:lnTo>
                  <a:pt x="907" y="1"/>
                </a:lnTo>
                <a:lnTo>
                  <a:pt x="908" y="1"/>
                </a:lnTo>
                <a:lnTo>
                  <a:pt x="909" y="1"/>
                </a:lnTo>
                <a:lnTo>
                  <a:pt x="909" y="0"/>
                </a:lnTo>
                <a:lnTo>
                  <a:pt x="910" y="0"/>
                </a:lnTo>
                <a:lnTo>
                  <a:pt x="910" y="1"/>
                </a:lnTo>
                <a:lnTo>
                  <a:pt x="910" y="2"/>
                </a:lnTo>
                <a:lnTo>
                  <a:pt x="910" y="3"/>
                </a:lnTo>
                <a:lnTo>
                  <a:pt x="911" y="3"/>
                </a:lnTo>
                <a:lnTo>
                  <a:pt x="912" y="3"/>
                </a:lnTo>
                <a:lnTo>
                  <a:pt x="912" y="4"/>
                </a:lnTo>
                <a:lnTo>
                  <a:pt x="913" y="4"/>
                </a:lnTo>
                <a:lnTo>
                  <a:pt x="913" y="3"/>
                </a:lnTo>
                <a:lnTo>
                  <a:pt x="914" y="3"/>
                </a:lnTo>
                <a:lnTo>
                  <a:pt x="915" y="4"/>
                </a:lnTo>
                <a:lnTo>
                  <a:pt x="916" y="4"/>
                </a:lnTo>
                <a:lnTo>
                  <a:pt x="917" y="4"/>
                </a:lnTo>
                <a:lnTo>
                  <a:pt x="917" y="3"/>
                </a:lnTo>
                <a:lnTo>
                  <a:pt x="918" y="2"/>
                </a:lnTo>
                <a:lnTo>
                  <a:pt x="919" y="2"/>
                </a:lnTo>
                <a:lnTo>
                  <a:pt x="919" y="3"/>
                </a:lnTo>
                <a:lnTo>
                  <a:pt x="920" y="3"/>
                </a:lnTo>
                <a:lnTo>
                  <a:pt x="920" y="4"/>
                </a:lnTo>
                <a:lnTo>
                  <a:pt x="920" y="5"/>
                </a:lnTo>
                <a:lnTo>
                  <a:pt x="921" y="5"/>
                </a:lnTo>
                <a:lnTo>
                  <a:pt x="922" y="5"/>
                </a:lnTo>
                <a:lnTo>
                  <a:pt x="922" y="6"/>
                </a:lnTo>
                <a:lnTo>
                  <a:pt x="922" y="7"/>
                </a:lnTo>
                <a:lnTo>
                  <a:pt x="922" y="8"/>
                </a:lnTo>
                <a:lnTo>
                  <a:pt x="922" y="10"/>
                </a:lnTo>
                <a:lnTo>
                  <a:pt x="923" y="10"/>
                </a:lnTo>
                <a:lnTo>
                  <a:pt x="924" y="10"/>
                </a:lnTo>
                <a:lnTo>
                  <a:pt x="925" y="10"/>
                </a:lnTo>
                <a:lnTo>
                  <a:pt x="925" y="11"/>
                </a:lnTo>
                <a:lnTo>
                  <a:pt x="925" y="10"/>
                </a:lnTo>
                <a:lnTo>
                  <a:pt x="926" y="11"/>
                </a:lnTo>
                <a:lnTo>
                  <a:pt x="926" y="12"/>
                </a:lnTo>
                <a:lnTo>
                  <a:pt x="927" y="12"/>
                </a:lnTo>
                <a:lnTo>
                  <a:pt x="928" y="12"/>
                </a:lnTo>
                <a:lnTo>
                  <a:pt x="930" y="13"/>
                </a:lnTo>
                <a:lnTo>
                  <a:pt x="931" y="13"/>
                </a:lnTo>
                <a:lnTo>
                  <a:pt x="931" y="14"/>
                </a:lnTo>
                <a:lnTo>
                  <a:pt x="931" y="15"/>
                </a:lnTo>
                <a:lnTo>
                  <a:pt x="932" y="15"/>
                </a:lnTo>
                <a:lnTo>
                  <a:pt x="932" y="16"/>
                </a:lnTo>
                <a:lnTo>
                  <a:pt x="932" y="17"/>
                </a:lnTo>
                <a:lnTo>
                  <a:pt x="933" y="18"/>
                </a:lnTo>
                <a:lnTo>
                  <a:pt x="934" y="18"/>
                </a:lnTo>
                <a:lnTo>
                  <a:pt x="935" y="19"/>
                </a:lnTo>
                <a:lnTo>
                  <a:pt x="936" y="20"/>
                </a:lnTo>
                <a:lnTo>
                  <a:pt x="937" y="20"/>
                </a:lnTo>
                <a:lnTo>
                  <a:pt x="938" y="19"/>
                </a:lnTo>
                <a:lnTo>
                  <a:pt x="938" y="18"/>
                </a:lnTo>
                <a:lnTo>
                  <a:pt x="938" y="17"/>
                </a:lnTo>
                <a:lnTo>
                  <a:pt x="938" y="16"/>
                </a:lnTo>
                <a:lnTo>
                  <a:pt x="939" y="16"/>
                </a:lnTo>
                <a:lnTo>
                  <a:pt x="939" y="15"/>
                </a:lnTo>
                <a:lnTo>
                  <a:pt x="940" y="15"/>
                </a:lnTo>
                <a:lnTo>
                  <a:pt x="941" y="14"/>
                </a:lnTo>
                <a:lnTo>
                  <a:pt x="942" y="14"/>
                </a:lnTo>
                <a:lnTo>
                  <a:pt x="942" y="13"/>
                </a:lnTo>
                <a:lnTo>
                  <a:pt x="943" y="13"/>
                </a:lnTo>
                <a:lnTo>
                  <a:pt x="944" y="13"/>
                </a:lnTo>
                <a:lnTo>
                  <a:pt x="944" y="14"/>
                </a:lnTo>
                <a:lnTo>
                  <a:pt x="945" y="14"/>
                </a:lnTo>
                <a:lnTo>
                  <a:pt x="946" y="14"/>
                </a:lnTo>
                <a:lnTo>
                  <a:pt x="947" y="13"/>
                </a:lnTo>
                <a:lnTo>
                  <a:pt x="948" y="13"/>
                </a:lnTo>
                <a:lnTo>
                  <a:pt x="949" y="13"/>
                </a:lnTo>
                <a:lnTo>
                  <a:pt x="950" y="13"/>
                </a:lnTo>
                <a:lnTo>
                  <a:pt x="950" y="12"/>
                </a:lnTo>
                <a:lnTo>
                  <a:pt x="950" y="13"/>
                </a:lnTo>
                <a:lnTo>
                  <a:pt x="951" y="13"/>
                </a:lnTo>
                <a:lnTo>
                  <a:pt x="951" y="14"/>
                </a:lnTo>
                <a:lnTo>
                  <a:pt x="951" y="15"/>
                </a:lnTo>
                <a:lnTo>
                  <a:pt x="952" y="15"/>
                </a:lnTo>
                <a:lnTo>
                  <a:pt x="952" y="16"/>
                </a:lnTo>
                <a:lnTo>
                  <a:pt x="953" y="16"/>
                </a:lnTo>
                <a:lnTo>
                  <a:pt x="953" y="17"/>
                </a:lnTo>
                <a:lnTo>
                  <a:pt x="954" y="17"/>
                </a:lnTo>
                <a:lnTo>
                  <a:pt x="954" y="18"/>
                </a:lnTo>
                <a:lnTo>
                  <a:pt x="954" y="17"/>
                </a:lnTo>
                <a:lnTo>
                  <a:pt x="955" y="17"/>
                </a:lnTo>
                <a:lnTo>
                  <a:pt x="955" y="18"/>
                </a:lnTo>
                <a:lnTo>
                  <a:pt x="956" y="18"/>
                </a:lnTo>
                <a:lnTo>
                  <a:pt x="956" y="17"/>
                </a:lnTo>
                <a:lnTo>
                  <a:pt x="957" y="17"/>
                </a:lnTo>
                <a:lnTo>
                  <a:pt x="958" y="17"/>
                </a:lnTo>
                <a:lnTo>
                  <a:pt x="958" y="18"/>
                </a:lnTo>
                <a:lnTo>
                  <a:pt x="959" y="18"/>
                </a:lnTo>
                <a:lnTo>
                  <a:pt x="960" y="18"/>
                </a:lnTo>
                <a:lnTo>
                  <a:pt x="961" y="18"/>
                </a:lnTo>
                <a:lnTo>
                  <a:pt x="961" y="19"/>
                </a:lnTo>
                <a:lnTo>
                  <a:pt x="961" y="20"/>
                </a:lnTo>
                <a:lnTo>
                  <a:pt x="962" y="20"/>
                </a:lnTo>
                <a:lnTo>
                  <a:pt x="963" y="20"/>
                </a:lnTo>
                <a:lnTo>
                  <a:pt x="964" y="20"/>
                </a:lnTo>
                <a:lnTo>
                  <a:pt x="964" y="21"/>
                </a:lnTo>
                <a:lnTo>
                  <a:pt x="965" y="21"/>
                </a:lnTo>
                <a:lnTo>
                  <a:pt x="966" y="21"/>
                </a:lnTo>
                <a:lnTo>
                  <a:pt x="966" y="22"/>
                </a:lnTo>
                <a:lnTo>
                  <a:pt x="967" y="22"/>
                </a:lnTo>
                <a:lnTo>
                  <a:pt x="967" y="23"/>
                </a:lnTo>
                <a:lnTo>
                  <a:pt x="968" y="24"/>
                </a:lnTo>
                <a:lnTo>
                  <a:pt x="969" y="24"/>
                </a:lnTo>
                <a:lnTo>
                  <a:pt x="970" y="24"/>
                </a:lnTo>
                <a:lnTo>
                  <a:pt x="970" y="23"/>
                </a:lnTo>
                <a:lnTo>
                  <a:pt x="971" y="23"/>
                </a:lnTo>
                <a:lnTo>
                  <a:pt x="972" y="23"/>
                </a:lnTo>
                <a:lnTo>
                  <a:pt x="973" y="23"/>
                </a:lnTo>
                <a:lnTo>
                  <a:pt x="974" y="23"/>
                </a:lnTo>
                <a:lnTo>
                  <a:pt x="975" y="23"/>
                </a:lnTo>
                <a:lnTo>
                  <a:pt x="975" y="22"/>
                </a:lnTo>
                <a:lnTo>
                  <a:pt x="976" y="22"/>
                </a:lnTo>
                <a:lnTo>
                  <a:pt x="976" y="21"/>
                </a:lnTo>
                <a:lnTo>
                  <a:pt x="977" y="21"/>
                </a:lnTo>
                <a:lnTo>
                  <a:pt x="977" y="20"/>
                </a:lnTo>
                <a:lnTo>
                  <a:pt x="978" y="20"/>
                </a:lnTo>
                <a:lnTo>
                  <a:pt x="979" y="20"/>
                </a:lnTo>
                <a:lnTo>
                  <a:pt x="980" y="20"/>
                </a:lnTo>
                <a:lnTo>
                  <a:pt x="979" y="21"/>
                </a:lnTo>
                <a:lnTo>
                  <a:pt x="980" y="21"/>
                </a:lnTo>
                <a:lnTo>
                  <a:pt x="980" y="22"/>
                </a:lnTo>
                <a:lnTo>
                  <a:pt x="980" y="23"/>
                </a:lnTo>
                <a:lnTo>
                  <a:pt x="981" y="23"/>
                </a:lnTo>
                <a:lnTo>
                  <a:pt x="982" y="23"/>
                </a:lnTo>
                <a:lnTo>
                  <a:pt x="981" y="23"/>
                </a:lnTo>
                <a:lnTo>
                  <a:pt x="981" y="24"/>
                </a:lnTo>
                <a:lnTo>
                  <a:pt x="982" y="24"/>
                </a:lnTo>
                <a:lnTo>
                  <a:pt x="982" y="25"/>
                </a:lnTo>
                <a:lnTo>
                  <a:pt x="983" y="25"/>
                </a:lnTo>
                <a:lnTo>
                  <a:pt x="983" y="26"/>
                </a:lnTo>
                <a:lnTo>
                  <a:pt x="984" y="26"/>
                </a:lnTo>
                <a:lnTo>
                  <a:pt x="985" y="26"/>
                </a:lnTo>
                <a:lnTo>
                  <a:pt x="986" y="26"/>
                </a:lnTo>
                <a:lnTo>
                  <a:pt x="986" y="25"/>
                </a:lnTo>
                <a:lnTo>
                  <a:pt x="987" y="25"/>
                </a:lnTo>
                <a:lnTo>
                  <a:pt x="987" y="26"/>
                </a:lnTo>
                <a:lnTo>
                  <a:pt x="988" y="26"/>
                </a:lnTo>
                <a:lnTo>
                  <a:pt x="989" y="26"/>
                </a:lnTo>
                <a:lnTo>
                  <a:pt x="990" y="26"/>
                </a:lnTo>
                <a:lnTo>
                  <a:pt x="990" y="27"/>
                </a:lnTo>
                <a:lnTo>
                  <a:pt x="991" y="27"/>
                </a:lnTo>
                <a:lnTo>
                  <a:pt x="991" y="28"/>
                </a:lnTo>
                <a:lnTo>
                  <a:pt x="992" y="28"/>
                </a:lnTo>
                <a:lnTo>
                  <a:pt x="993" y="28"/>
                </a:lnTo>
                <a:lnTo>
                  <a:pt x="994" y="28"/>
                </a:lnTo>
                <a:lnTo>
                  <a:pt x="995" y="29"/>
                </a:lnTo>
                <a:lnTo>
                  <a:pt x="995" y="30"/>
                </a:lnTo>
                <a:lnTo>
                  <a:pt x="996" y="30"/>
                </a:lnTo>
                <a:lnTo>
                  <a:pt x="996" y="31"/>
                </a:lnTo>
                <a:lnTo>
                  <a:pt x="997" y="31"/>
                </a:lnTo>
                <a:lnTo>
                  <a:pt x="997" y="32"/>
                </a:lnTo>
                <a:lnTo>
                  <a:pt x="998" y="32"/>
                </a:lnTo>
                <a:lnTo>
                  <a:pt x="998" y="31"/>
                </a:lnTo>
                <a:lnTo>
                  <a:pt x="998" y="32"/>
                </a:lnTo>
                <a:lnTo>
                  <a:pt x="999" y="32"/>
                </a:lnTo>
                <a:lnTo>
                  <a:pt x="1000" y="32"/>
                </a:lnTo>
                <a:lnTo>
                  <a:pt x="1000" y="33"/>
                </a:lnTo>
                <a:lnTo>
                  <a:pt x="1000" y="34"/>
                </a:lnTo>
                <a:lnTo>
                  <a:pt x="1001" y="34"/>
                </a:lnTo>
                <a:lnTo>
                  <a:pt x="1002" y="34"/>
                </a:lnTo>
                <a:lnTo>
                  <a:pt x="1003" y="34"/>
                </a:lnTo>
                <a:lnTo>
                  <a:pt x="1003" y="35"/>
                </a:lnTo>
                <a:lnTo>
                  <a:pt x="1004" y="35"/>
                </a:lnTo>
                <a:lnTo>
                  <a:pt x="1004" y="36"/>
                </a:lnTo>
                <a:lnTo>
                  <a:pt x="1005" y="36"/>
                </a:lnTo>
                <a:lnTo>
                  <a:pt x="1006" y="36"/>
                </a:lnTo>
                <a:lnTo>
                  <a:pt x="1007" y="36"/>
                </a:lnTo>
                <a:lnTo>
                  <a:pt x="1007" y="35"/>
                </a:lnTo>
                <a:lnTo>
                  <a:pt x="1008" y="35"/>
                </a:lnTo>
                <a:lnTo>
                  <a:pt x="1008" y="36"/>
                </a:lnTo>
                <a:lnTo>
                  <a:pt x="1009" y="36"/>
                </a:lnTo>
                <a:lnTo>
                  <a:pt x="1010" y="36"/>
                </a:lnTo>
                <a:lnTo>
                  <a:pt x="1010" y="37"/>
                </a:lnTo>
                <a:lnTo>
                  <a:pt x="1011" y="37"/>
                </a:lnTo>
                <a:lnTo>
                  <a:pt x="1011" y="38"/>
                </a:lnTo>
                <a:lnTo>
                  <a:pt x="1012" y="38"/>
                </a:lnTo>
                <a:lnTo>
                  <a:pt x="1013" y="39"/>
                </a:lnTo>
                <a:lnTo>
                  <a:pt x="1014" y="39"/>
                </a:lnTo>
                <a:lnTo>
                  <a:pt x="1015" y="39"/>
                </a:lnTo>
                <a:lnTo>
                  <a:pt x="1015" y="40"/>
                </a:lnTo>
                <a:lnTo>
                  <a:pt x="1016" y="40"/>
                </a:lnTo>
                <a:lnTo>
                  <a:pt x="1016" y="39"/>
                </a:lnTo>
                <a:lnTo>
                  <a:pt x="1017" y="39"/>
                </a:lnTo>
                <a:lnTo>
                  <a:pt x="1017" y="40"/>
                </a:lnTo>
                <a:lnTo>
                  <a:pt x="1018" y="40"/>
                </a:lnTo>
                <a:lnTo>
                  <a:pt x="1019" y="40"/>
                </a:lnTo>
                <a:lnTo>
                  <a:pt x="1020" y="40"/>
                </a:lnTo>
                <a:lnTo>
                  <a:pt x="1021" y="40"/>
                </a:lnTo>
                <a:lnTo>
                  <a:pt x="1020" y="40"/>
                </a:lnTo>
                <a:lnTo>
                  <a:pt x="1019" y="40"/>
                </a:lnTo>
                <a:lnTo>
                  <a:pt x="1019" y="41"/>
                </a:lnTo>
                <a:lnTo>
                  <a:pt x="1018" y="41"/>
                </a:lnTo>
                <a:lnTo>
                  <a:pt x="1018" y="42"/>
                </a:lnTo>
                <a:lnTo>
                  <a:pt x="1017" y="42"/>
                </a:lnTo>
                <a:lnTo>
                  <a:pt x="1016" y="42"/>
                </a:lnTo>
                <a:lnTo>
                  <a:pt x="1016" y="43"/>
                </a:lnTo>
                <a:lnTo>
                  <a:pt x="1015" y="43"/>
                </a:lnTo>
                <a:lnTo>
                  <a:pt x="1015" y="44"/>
                </a:lnTo>
                <a:lnTo>
                  <a:pt x="1014" y="44"/>
                </a:lnTo>
                <a:lnTo>
                  <a:pt x="1014" y="45"/>
                </a:lnTo>
                <a:lnTo>
                  <a:pt x="1013" y="45"/>
                </a:lnTo>
                <a:lnTo>
                  <a:pt x="1012" y="45"/>
                </a:lnTo>
                <a:lnTo>
                  <a:pt x="1011" y="46"/>
                </a:lnTo>
                <a:lnTo>
                  <a:pt x="1009" y="46"/>
                </a:lnTo>
                <a:lnTo>
                  <a:pt x="1008" y="46"/>
                </a:lnTo>
                <a:lnTo>
                  <a:pt x="1007" y="46"/>
                </a:lnTo>
                <a:lnTo>
                  <a:pt x="1007" y="47"/>
                </a:lnTo>
                <a:lnTo>
                  <a:pt x="1006" y="47"/>
                </a:lnTo>
                <a:lnTo>
                  <a:pt x="1005" y="47"/>
                </a:lnTo>
                <a:lnTo>
                  <a:pt x="1004" y="47"/>
                </a:lnTo>
                <a:lnTo>
                  <a:pt x="1003" y="47"/>
                </a:lnTo>
                <a:lnTo>
                  <a:pt x="1002" y="47"/>
                </a:lnTo>
                <a:lnTo>
                  <a:pt x="1001" y="47"/>
                </a:lnTo>
                <a:lnTo>
                  <a:pt x="1000" y="47"/>
                </a:lnTo>
                <a:lnTo>
                  <a:pt x="999" y="47"/>
                </a:lnTo>
                <a:lnTo>
                  <a:pt x="998" y="47"/>
                </a:lnTo>
                <a:lnTo>
                  <a:pt x="997" y="47"/>
                </a:lnTo>
                <a:lnTo>
                  <a:pt x="997" y="46"/>
                </a:lnTo>
                <a:lnTo>
                  <a:pt x="996" y="46"/>
                </a:lnTo>
                <a:lnTo>
                  <a:pt x="996" y="45"/>
                </a:lnTo>
                <a:lnTo>
                  <a:pt x="995" y="45"/>
                </a:lnTo>
                <a:lnTo>
                  <a:pt x="994" y="45"/>
                </a:lnTo>
                <a:lnTo>
                  <a:pt x="994" y="46"/>
                </a:lnTo>
                <a:lnTo>
                  <a:pt x="994" y="47"/>
                </a:lnTo>
                <a:lnTo>
                  <a:pt x="993" y="47"/>
                </a:lnTo>
                <a:lnTo>
                  <a:pt x="993" y="48"/>
                </a:lnTo>
                <a:lnTo>
                  <a:pt x="994" y="48"/>
                </a:lnTo>
                <a:lnTo>
                  <a:pt x="994" y="49"/>
                </a:lnTo>
                <a:lnTo>
                  <a:pt x="995" y="49"/>
                </a:lnTo>
                <a:lnTo>
                  <a:pt x="996" y="50"/>
                </a:lnTo>
                <a:lnTo>
                  <a:pt x="996" y="51"/>
                </a:lnTo>
                <a:lnTo>
                  <a:pt x="995" y="51"/>
                </a:lnTo>
                <a:lnTo>
                  <a:pt x="995" y="52"/>
                </a:lnTo>
                <a:lnTo>
                  <a:pt x="995" y="53"/>
                </a:lnTo>
                <a:lnTo>
                  <a:pt x="996" y="54"/>
                </a:lnTo>
                <a:lnTo>
                  <a:pt x="996" y="55"/>
                </a:lnTo>
                <a:lnTo>
                  <a:pt x="996" y="56"/>
                </a:lnTo>
                <a:lnTo>
                  <a:pt x="995" y="56"/>
                </a:lnTo>
                <a:lnTo>
                  <a:pt x="995" y="57"/>
                </a:lnTo>
                <a:lnTo>
                  <a:pt x="995" y="58"/>
                </a:lnTo>
                <a:lnTo>
                  <a:pt x="996" y="58"/>
                </a:lnTo>
                <a:lnTo>
                  <a:pt x="996" y="59"/>
                </a:lnTo>
                <a:lnTo>
                  <a:pt x="997" y="59"/>
                </a:lnTo>
                <a:lnTo>
                  <a:pt x="998" y="59"/>
                </a:lnTo>
                <a:lnTo>
                  <a:pt x="998" y="60"/>
                </a:lnTo>
                <a:lnTo>
                  <a:pt x="999" y="60"/>
                </a:lnTo>
                <a:lnTo>
                  <a:pt x="1000" y="60"/>
                </a:lnTo>
                <a:lnTo>
                  <a:pt x="1000" y="59"/>
                </a:lnTo>
                <a:lnTo>
                  <a:pt x="1001" y="59"/>
                </a:lnTo>
                <a:lnTo>
                  <a:pt x="1001" y="60"/>
                </a:lnTo>
                <a:lnTo>
                  <a:pt x="1002" y="60"/>
                </a:lnTo>
                <a:lnTo>
                  <a:pt x="1003" y="60"/>
                </a:lnTo>
                <a:lnTo>
                  <a:pt x="1003" y="61"/>
                </a:lnTo>
                <a:lnTo>
                  <a:pt x="1004" y="61"/>
                </a:lnTo>
                <a:lnTo>
                  <a:pt x="1005" y="61"/>
                </a:lnTo>
                <a:lnTo>
                  <a:pt x="1005" y="62"/>
                </a:lnTo>
                <a:lnTo>
                  <a:pt x="1006" y="62"/>
                </a:lnTo>
                <a:lnTo>
                  <a:pt x="1007" y="62"/>
                </a:lnTo>
                <a:lnTo>
                  <a:pt x="1007" y="63"/>
                </a:lnTo>
                <a:lnTo>
                  <a:pt x="1006" y="63"/>
                </a:lnTo>
                <a:lnTo>
                  <a:pt x="1005" y="63"/>
                </a:lnTo>
                <a:lnTo>
                  <a:pt x="1005" y="62"/>
                </a:lnTo>
                <a:lnTo>
                  <a:pt x="1005" y="63"/>
                </a:lnTo>
                <a:lnTo>
                  <a:pt x="1006" y="63"/>
                </a:lnTo>
                <a:lnTo>
                  <a:pt x="1006" y="64"/>
                </a:lnTo>
                <a:lnTo>
                  <a:pt x="1007" y="64"/>
                </a:lnTo>
                <a:lnTo>
                  <a:pt x="1008" y="64"/>
                </a:lnTo>
                <a:lnTo>
                  <a:pt x="1009" y="64"/>
                </a:lnTo>
                <a:lnTo>
                  <a:pt x="1010" y="64"/>
                </a:lnTo>
                <a:lnTo>
                  <a:pt x="1011" y="64"/>
                </a:lnTo>
                <a:lnTo>
                  <a:pt x="1012" y="64"/>
                </a:lnTo>
                <a:lnTo>
                  <a:pt x="1013" y="64"/>
                </a:lnTo>
                <a:lnTo>
                  <a:pt x="1014" y="64"/>
                </a:lnTo>
                <a:lnTo>
                  <a:pt x="1015" y="64"/>
                </a:lnTo>
                <a:lnTo>
                  <a:pt x="1015" y="65"/>
                </a:lnTo>
                <a:lnTo>
                  <a:pt x="1016" y="65"/>
                </a:lnTo>
                <a:lnTo>
                  <a:pt x="1017" y="65"/>
                </a:lnTo>
                <a:lnTo>
                  <a:pt x="1018" y="65"/>
                </a:lnTo>
                <a:lnTo>
                  <a:pt x="1019" y="65"/>
                </a:lnTo>
                <a:lnTo>
                  <a:pt x="1020" y="65"/>
                </a:lnTo>
                <a:lnTo>
                  <a:pt x="1021" y="65"/>
                </a:lnTo>
                <a:lnTo>
                  <a:pt x="1022" y="65"/>
                </a:lnTo>
                <a:lnTo>
                  <a:pt x="1022" y="64"/>
                </a:lnTo>
                <a:lnTo>
                  <a:pt x="1023" y="64"/>
                </a:lnTo>
                <a:lnTo>
                  <a:pt x="1024" y="64"/>
                </a:lnTo>
                <a:lnTo>
                  <a:pt x="1024" y="65"/>
                </a:lnTo>
                <a:lnTo>
                  <a:pt x="1024" y="64"/>
                </a:lnTo>
                <a:lnTo>
                  <a:pt x="1025" y="64"/>
                </a:lnTo>
                <a:lnTo>
                  <a:pt x="1026" y="64"/>
                </a:lnTo>
                <a:lnTo>
                  <a:pt x="1027" y="64"/>
                </a:lnTo>
                <a:lnTo>
                  <a:pt x="1028" y="64"/>
                </a:lnTo>
                <a:lnTo>
                  <a:pt x="1029" y="65"/>
                </a:lnTo>
                <a:lnTo>
                  <a:pt x="1029" y="66"/>
                </a:lnTo>
                <a:lnTo>
                  <a:pt x="1027" y="67"/>
                </a:lnTo>
                <a:lnTo>
                  <a:pt x="1027" y="68"/>
                </a:lnTo>
                <a:lnTo>
                  <a:pt x="1028" y="68"/>
                </a:lnTo>
                <a:lnTo>
                  <a:pt x="1027" y="68"/>
                </a:lnTo>
                <a:lnTo>
                  <a:pt x="1027" y="69"/>
                </a:lnTo>
                <a:lnTo>
                  <a:pt x="1027" y="70"/>
                </a:lnTo>
                <a:lnTo>
                  <a:pt x="1026" y="70"/>
                </a:lnTo>
                <a:lnTo>
                  <a:pt x="1026" y="71"/>
                </a:lnTo>
                <a:lnTo>
                  <a:pt x="1027" y="72"/>
                </a:lnTo>
                <a:lnTo>
                  <a:pt x="1027" y="73"/>
                </a:lnTo>
                <a:lnTo>
                  <a:pt x="1027" y="74"/>
                </a:lnTo>
                <a:lnTo>
                  <a:pt x="1026" y="74"/>
                </a:lnTo>
                <a:lnTo>
                  <a:pt x="1025" y="74"/>
                </a:lnTo>
                <a:lnTo>
                  <a:pt x="1024" y="75"/>
                </a:lnTo>
                <a:lnTo>
                  <a:pt x="1024" y="76"/>
                </a:lnTo>
                <a:lnTo>
                  <a:pt x="1025" y="76"/>
                </a:lnTo>
                <a:lnTo>
                  <a:pt x="1025" y="77"/>
                </a:lnTo>
                <a:lnTo>
                  <a:pt x="1025" y="78"/>
                </a:lnTo>
                <a:lnTo>
                  <a:pt x="1024" y="78"/>
                </a:lnTo>
                <a:lnTo>
                  <a:pt x="1024" y="79"/>
                </a:lnTo>
                <a:lnTo>
                  <a:pt x="1025" y="79"/>
                </a:lnTo>
                <a:lnTo>
                  <a:pt x="1025" y="80"/>
                </a:lnTo>
                <a:lnTo>
                  <a:pt x="1024" y="80"/>
                </a:lnTo>
                <a:lnTo>
                  <a:pt x="1024" y="81"/>
                </a:lnTo>
                <a:lnTo>
                  <a:pt x="1024" y="82"/>
                </a:lnTo>
                <a:lnTo>
                  <a:pt x="1024" y="84"/>
                </a:lnTo>
                <a:lnTo>
                  <a:pt x="1024" y="85"/>
                </a:lnTo>
                <a:lnTo>
                  <a:pt x="1023" y="85"/>
                </a:lnTo>
                <a:lnTo>
                  <a:pt x="1022" y="85"/>
                </a:lnTo>
                <a:lnTo>
                  <a:pt x="1022" y="86"/>
                </a:lnTo>
                <a:lnTo>
                  <a:pt x="1023" y="86"/>
                </a:lnTo>
                <a:lnTo>
                  <a:pt x="1023" y="87"/>
                </a:lnTo>
                <a:lnTo>
                  <a:pt x="1024" y="88"/>
                </a:lnTo>
                <a:lnTo>
                  <a:pt x="1024" y="89"/>
                </a:lnTo>
                <a:lnTo>
                  <a:pt x="1025" y="89"/>
                </a:lnTo>
                <a:lnTo>
                  <a:pt x="1025" y="90"/>
                </a:lnTo>
                <a:lnTo>
                  <a:pt x="1026" y="90"/>
                </a:lnTo>
                <a:lnTo>
                  <a:pt x="1026" y="92"/>
                </a:lnTo>
                <a:lnTo>
                  <a:pt x="1025" y="92"/>
                </a:lnTo>
                <a:lnTo>
                  <a:pt x="1024" y="93"/>
                </a:lnTo>
                <a:lnTo>
                  <a:pt x="1023" y="93"/>
                </a:lnTo>
                <a:lnTo>
                  <a:pt x="1023" y="92"/>
                </a:lnTo>
                <a:lnTo>
                  <a:pt x="1022" y="92"/>
                </a:lnTo>
                <a:lnTo>
                  <a:pt x="1021" y="92"/>
                </a:lnTo>
                <a:lnTo>
                  <a:pt x="1021" y="93"/>
                </a:lnTo>
                <a:lnTo>
                  <a:pt x="1021" y="94"/>
                </a:lnTo>
                <a:lnTo>
                  <a:pt x="1020" y="95"/>
                </a:lnTo>
                <a:lnTo>
                  <a:pt x="1020" y="96"/>
                </a:lnTo>
                <a:lnTo>
                  <a:pt x="1020" y="97"/>
                </a:lnTo>
                <a:lnTo>
                  <a:pt x="1020" y="98"/>
                </a:lnTo>
                <a:lnTo>
                  <a:pt x="1020" y="99"/>
                </a:lnTo>
                <a:lnTo>
                  <a:pt x="1021" y="99"/>
                </a:lnTo>
                <a:lnTo>
                  <a:pt x="1021" y="100"/>
                </a:lnTo>
                <a:lnTo>
                  <a:pt x="1020" y="100"/>
                </a:lnTo>
                <a:lnTo>
                  <a:pt x="1022" y="100"/>
                </a:lnTo>
                <a:lnTo>
                  <a:pt x="1023" y="100"/>
                </a:lnTo>
                <a:lnTo>
                  <a:pt x="1024" y="100"/>
                </a:lnTo>
                <a:lnTo>
                  <a:pt x="1024" y="101"/>
                </a:lnTo>
                <a:lnTo>
                  <a:pt x="1025" y="101"/>
                </a:lnTo>
                <a:lnTo>
                  <a:pt x="1025" y="102"/>
                </a:lnTo>
                <a:lnTo>
                  <a:pt x="1026" y="102"/>
                </a:lnTo>
                <a:lnTo>
                  <a:pt x="1026" y="103"/>
                </a:lnTo>
                <a:lnTo>
                  <a:pt x="1025" y="103"/>
                </a:lnTo>
                <a:lnTo>
                  <a:pt x="1024" y="103"/>
                </a:lnTo>
                <a:lnTo>
                  <a:pt x="1024" y="104"/>
                </a:lnTo>
                <a:lnTo>
                  <a:pt x="1023" y="104"/>
                </a:lnTo>
                <a:lnTo>
                  <a:pt x="1022" y="104"/>
                </a:lnTo>
                <a:lnTo>
                  <a:pt x="1023" y="104"/>
                </a:lnTo>
                <a:lnTo>
                  <a:pt x="1023" y="105"/>
                </a:lnTo>
                <a:lnTo>
                  <a:pt x="1022" y="106"/>
                </a:lnTo>
                <a:lnTo>
                  <a:pt x="1021" y="106"/>
                </a:lnTo>
                <a:lnTo>
                  <a:pt x="1021" y="107"/>
                </a:lnTo>
                <a:lnTo>
                  <a:pt x="1020" y="107"/>
                </a:lnTo>
                <a:lnTo>
                  <a:pt x="1020" y="108"/>
                </a:lnTo>
                <a:lnTo>
                  <a:pt x="1019" y="108"/>
                </a:lnTo>
                <a:lnTo>
                  <a:pt x="1019" y="109"/>
                </a:lnTo>
                <a:lnTo>
                  <a:pt x="1018" y="109"/>
                </a:lnTo>
                <a:lnTo>
                  <a:pt x="1017" y="109"/>
                </a:lnTo>
                <a:lnTo>
                  <a:pt x="1016" y="108"/>
                </a:lnTo>
                <a:lnTo>
                  <a:pt x="1015" y="109"/>
                </a:lnTo>
                <a:lnTo>
                  <a:pt x="1014" y="109"/>
                </a:lnTo>
                <a:lnTo>
                  <a:pt x="1013" y="109"/>
                </a:lnTo>
                <a:lnTo>
                  <a:pt x="1013" y="110"/>
                </a:lnTo>
                <a:lnTo>
                  <a:pt x="1012" y="110"/>
                </a:lnTo>
                <a:lnTo>
                  <a:pt x="1011" y="111"/>
                </a:lnTo>
                <a:lnTo>
                  <a:pt x="1011" y="112"/>
                </a:lnTo>
                <a:lnTo>
                  <a:pt x="1010" y="113"/>
                </a:lnTo>
                <a:lnTo>
                  <a:pt x="1009" y="113"/>
                </a:lnTo>
                <a:lnTo>
                  <a:pt x="1008" y="113"/>
                </a:lnTo>
                <a:lnTo>
                  <a:pt x="1007" y="113"/>
                </a:lnTo>
                <a:lnTo>
                  <a:pt x="1006" y="113"/>
                </a:lnTo>
                <a:lnTo>
                  <a:pt x="1006" y="114"/>
                </a:lnTo>
                <a:lnTo>
                  <a:pt x="1005" y="114"/>
                </a:lnTo>
                <a:lnTo>
                  <a:pt x="1004" y="114"/>
                </a:lnTo>
                <a:lnTo>
                  <a:pt x="1003" y="114"/>
                </a:lnTo>
                <a:lnTo>
                  <a:pt x="1002" y="114"/>
                </a:lnTo>
                <a:lnTo>
                  <a:pt x="1002" y="115"/>
                </a:lnTo>
                <a:lnTo>
                  <a:pt x="1002" y="116"/>
                </a:lnTo>
                <a:lnTo>
                  <a:pt x="1003" y="116"/>
                </a:lnTo>
                <a:lnTo>
                  <a:pt x="1003" y="117"/>
                </a:lnTo>
                <a:lnTo>
                  <a:pt x="1003" y="118"/>
                </a:lnTo>
                <a:lnTo>
                  <a:pt x="1003" y="119"/>
                </a:lnTo>
                <a:lnTo>
                  <a:pt x="1002" y="119"/>
                </a:lnTo>
                <a:lnTo>
                  <a:pt x="1002" y="120"/>
                </a:lnTo>
                <a:lnTo>
                  <a:pt x="1002" y="121"/>
                </a:lnTo>
                <a:lnTo>
                  <a:pt x="1002" y="122"/>
                </a:lnTo>
                <a:lnTo>
                  <a:pt x="1002" y="123"/>
                </a:lnTo>
                <a:lnTo>
                  <a:pt x="1003" y="123"/>
                </a:lnTo>
                <a:lnTo>
                  <a:pt x="1004" y="123"/>
                </a:lnTo>
                <a:lnTo>
                  <a:pt x="1005" y="123"/>
                </a:lnTo>
                <a:lnTo>
                  <a:pt x="1005" y="124"/>
                </a:lnTo>
                <a:lnTo>
                  <a:pt x="1004" y="124"/>
                </a:lnTo>
                <a:lnTo>
                  <a:pt x="1003" y="125"/>
                </a:lnTo>
                <a:lnTo>
                  <a:pt x="1002" y="125"/>
                </a:lnTo>
                <a:lnTo>
                  <a:pt x="1001" y="125"/>
                </a:lnTo>
                <a:lnTo>
                  <a:pt x="1001" y="126"/>
                </a:lnTo>
                <a:lnTo>
                  <a:pt x="1000" y="126"/>
                </a:lnTo>
                <a:lnTo>
                  <a:pt x="1000" y="127"/>
                </a:lnTo>
                <a:lnTo>
                  <a:pt x="999" y="127"/>
                </a:lnTo>
                <a:lnTo>
                  <a:pt x="998" y="127"/>
                </a:lnTo>
                <a:lnTo>
                  <a:pt x="998" y="128"/>
                </a:lnTo>
                <a:lnTo>
                  <a:pt x="997" y="129"/>
                </a:lnTo>
                <a:lnTo>
                  <a:pt x="998" y="129"/>
                </a:lnTo>
                <a:lnTo>
                  <a:pt x="998" y="130"/>
                </a:lnTo>
                <a:lnTo>
                  <a:pt x="999" y="130"/>
                </a:lnTo>
                <a:lnTo>
                  <a:pt x="1000" y="130"/>
                </a:lnTo>
                <a:lnTo>
                  <a:pt x="1000" y="131"/>
                </a:lnTo>
                <a:lnTo>
                  <a:pt x="1000" y="132"/>
                </a:lnTo>
                <a:lnTo>
                  <a:pt x="1000" y="133"/>
                </a:lnTo>
                <a:lnTo>
                  <a:pt x="1001" y="133"/>
                </a:lnTo>
                <a:lnTo>
                  <a:pt x="1001" y="134"/>
                </a:lnTo>
                <a:lnTo>
                  <a:pt x="1002" y="134"/>
                </a:lnTo>
                <a:lnTo>
                  <a:pt x="1002" y="135"/>
                </a:lnTo>
                <a:lnTo>
                  <a:pt x="1003" y="136"/>
                </a:lnTo>
                <a:lnTo>
                  <a:pt x="1003" y="137"/>
                </a:lnTo>
                <a:lnTo>
                  <a:pt x="1003" y="138"/>
                </a:lnTo>
                <a:lnTo>
                  <a:pt x="1004" y="138"/>
                </a:lnTo>
                <a:lnTo>
                  <a:pt x="1004" y="139"/>
                </a:lnTo>
                <a:lnTo>
                  <a:pt x="1005" y="139"/>
                </a:lnTo>
                <a:lnTo>
                  <a:pt x="1007" y="140"/>
                </a:lnTo>
                <a:lnTo>
                  <a:pt x="1008" y="139"/>
                </a:lnTo>
                <a:lnTo>
                  <a:pt x="1009" y="140"/>
                </a:lnTo>
                <a:lnTo>
                  <a:pt x="1010" y="140"/>
                </a:lnTo>
                <a:lnTo>
                  <a:pt x="1010" y="141"/>
                </a:lnTo>
                <a:lnTo>
                  <a:pt x="1010" y="142"/>
                </a:lnTo>
                <a:lnTo>
                  <a:pt x="1010" y="143"/>
                </a:lnTo>
                <a:lnTo>
                  <a:pt x="1010" y="144"/>
                </a:lnTo>
                <a:lnTo>
                  <a:pt x="1010" y="145"/>
                </a:lnTo>
                <a:lnTo>
                  <a:pt x="1010" y="146"/>
                </a:lnTo>
                <a:lnTo>
                  <a:pt x="1009" y="146"/>
                </a:lnTo>
                <a:lnTo>
                  <a:pt x="1009" y="147"/>
                </a:lnTo>
                <a:lnTo>
                  <a:pt x="1010" y="147"/>
                </a:lnTo>
                <a:lnTo>
                  <a:pt x="1010" y="148"/>
                </a:lnTo>
                <a:lnTo>
                  <a:pt x="1010" y="149"/>
                </a:lnTo>
                <a:lnTo>
                  <a:pt x="1009" y="150"/>
                </a:lnTo>
                <a:lnTo>
                  <a:pt x="1008" y="150"/>
                </a:lnTo>
                <a:lnTo>
                  <a:pt x="1008" y="151"/>
                </a:lnTo>
                <a:lnTo>
                  <a:pt x="1009" y="152"/>
                </a:lnTo>
                <a:lnTo>
                  <a:pt x="1009" y="153"/>
                </a:lnTo>
                <a:lnTo>
                  <a:pt x="1008" y="154"/>
                </a:lnTo>
                <a:lnTo>
                  <a:pt x="1008" y="155"/>
                </a:lnTo>
                <a:lnTo>
                  <a:pt x="1008" y="156"/>
                </a:lnTo>
                <a:lnTo>
                  <a:pt x="1008" y="157"/>
                </a:lnTo>
                <a:lnTo>
                  <a:pt x="1007" y="158"/>
                </a:lnTo>
                <a:lnTo>
                  <a:pt x="1007" y="159"/>
                </a:lnTo>
                <a:lnTo>
                  <a:pt x="1008" y="160"/>
                </a:lnTo>
                <a:lnTo>
                  <a:pt x="1008" y="161"/>
                </a:lnTo>
                <a:lnTo>
                  <a:pt x="1009" y="161"/>
                </a:lnTo>
                <a:lnTo>
                  <a:pt x="1010" y="161"/>
                </a:lnTo>
                <a:lnTo>
                  <a:pt x="1009" y="162"/>
                </a:lnTo>
                <a:lnTo>
                  <a:pt x="1009" y="163"/>
                </a:lnTo>
                <a:lnTo>
                  <a:pt x="1010" y="163"/>
                </a:lnTo>
                <a:lnTo>
                  <a:pt x="1012" y="163"/>
                </a:lnTo>
                <a:lnTo>
                  <a:pt x="1013" y="163"/>
                </a:lnTo>
                <a:lnTo>
                  <a:pt x="1013" y="164"/>
                </a:lnTo>
                <a:lnTo>
                  <a:pt x="1014" y="164"/>
                </a:lnTo>
                <a:lnTo>
                  <a:pt x="1015" y="164"/>
                </a:lnTo>
                <a:lnTo>
                  <a:pt x="1016" y="164"/>
                </a:lnTo>
                <a:lnTo>
                  <a:pt x="1016" y="163"/>
                </a:lnTo>
                <a:lnTo>
                  <a:pt x="1017" y="163"/>
                </a:lnTo>
                <a:lnTo>
                  <a:pt x="1018" y="163"/>
                </a:lnTo>
                <a:lnTo>
                  <a:pt x="1018" y="162"/>
                </a:lnTo>
                <a:lnTo>
                  <a:pt x="1019" y="162"/>
                </a:lnTo>
                <a:lnTo>
                  <a:pt x="1020" y="162"/>
                </a:lnTo>
                <a:lnTo>
                  <a:pt x="1020" y="161"/>
                </a:lnTo>
                <a:lnTo>
                  <a:pt x="1020" y="160"/>
                </a:lnTo>
                <a:lnTo>
                  <a:pt x="1021" y="160"/>
                </a:lnTo>
                <a:lnTo>
                  <a:pt x="1022" y="161"/>
                </a:lnTo>
                <a:lnTo>
                  <a:pt x="1023" y="161"/>
                </a:lnTo>
                <a:lnTo>
                  <a:pt x="1024" y="161"/>
                </a:lnTo>
                <a:lnTo>
                  <a:pt x="1024" y="162"/>
                </a:lnTo>
                <a:lnTo>
                  <a:pt x="1025" y="161"/>
                </a:lnTo>
                <a:lnTo>
                  <a:pt x="1026" y="161"/>
                </a:lnTo>
                <a:lnTo>
                  <a:pt x="1026" y="160"/>
                </a:lnTo>
                <a:lnTo>
                  <a:pt x="1026" y="161"/>
                </a:lnTo>
                <a:lnTo>
                  <a:pt x="1027" y="161"/>
                </a:lnTo>
                <a:lnTo>
                  <a:pt x="1027" y="160"/>
                </a:lnTo>
                <a:lnTo>
                  <a:pt x="1028" y="160"/>
                </a:lnTo>
                <a:lnTo>
                  <a:pt x="1029" y="160"/>
                </a:lnTo>
                <a:lnTo>
                  <a:pt x="1030" y="161"/>
                </a:lnTo>
                <a:lnTo>
                  <a:pt x="1030" y="162"/>
                </a:lnTo>
                <a:lnTo>
                  <a:pt x="1031" y="162"/>
                </a:lnTo>
                <a:lnTo>
                  <a:pt x="1030" y="162"/>
                </a:lnTo>
                <a:lnTo>
                  <a:pt x="1030" y="163"/>
                </a:lnTo>
                <a:lnTo>
                  <a:pt x="1031" y="163"/>
                </a:lnTo>
                <a:lnTo>
                  <a:pt x="1031" y="164"/>
                </a:lnTo>
                <a:lnTo>
                  <a:pt x="1030" y="164"/>
                </a:lnTo>
                <a:lnTo>
                  <a:pt x="1030" y="165"/>
                </a:lnTo>
                <a:lnTo>
                  <a:pt x="1031" y="165"/>
                </a:lnTo>
                <a:lnTo>
                  <a:pt x="1032" y="166"/>
                </a:lnTo>
                <a:lnTo>
                  <a:pt x="1033" y="166"/>
                </a:lnTo>
                <a:lnTo>
                  <a:pt x="1033" y="167"/>
                </a:lnTo>
                <a:lnTo>
                  <a:pt x="1033" y="168"/>
                </a:lnTo>
                <a:lnTo>
                  <a:pt x="1033" y="170"/>
                </a:lnTo>
                <a:lnTo>
                  <a:pt x="1034" y="170"/>
                </a:lnTo>
                <a:lnTo>
                  <a:pt x="1035" y="171"/>
                </a:lnTo>
                <a:lnTo>
                  <a:pt x="1034" y="171"/>
                </a:lnTo>
                <a:lnTo>
                  <a:pt x="1034" y="172"/>
                </a:lnTo>
                <a:lnTo>
                  <a:pt x="1033" y="172"/>
                </a:lnTo>
                <a:lnTo>
                  <a:pt x="1032" y="172"/>
                </a:lnTo>
                <a:lnTo>
                  <a:pt x="1031" y="172"/>
                </a:lnTo>
                <a:lnTo>
                  <a:pt x="1031" y="173"/>
                </a:lnTo>
                <a:lnTo>
                  <a:pt x="1032" y="174"/>
                </a:lnTo>
                <a:lnTo>
                  <a:pt x="1031" y="174"/>
                </a:lnTo>
                <a:lnTo>
                  <a:pt x="1031" y="175"/>
                </a:lnTo>
                <a:lnTo>
                  <a:pt x="1030" y="175"/>
                </a:lnTo>
                <a:lnTo>
                  <a:pt x="1030" y="176"/>
                </a:lnTo>
                <a:lnTo>
                  <a:pt x="1029" y="176"/>
                </a:lnTo>
                <a:lnTo>
                  <a:pt x="1030" y="176"/>
                </a:lnTo>
                <a:lnTo>
                  <a:pt x="1030" y="177"/>
                </a:lnTo>
                <a:lnTo>
                  <a:pt x="1029" y="178"/>
                </a:lnTo>
                <a:lnTo>
                  <a:pt x="1028" y="178"/>
                </a:lnTo>
                <a:lnTo>
                  <a:pt x="1027" y="178"/>
                </a:lnTo>
                <a:lnTo>
                  <a:pt x="1026" y="177"/>
                </a:lnTo>
                <a:lnTo>
                  <a:pt x="1026" y="178"/>
                </a:lnTo>
                <a:lnTo>
                  <a:pt x="1025" y="179"/>
                </a:lnTo>
                <a:lnTo>
                  <a:pt x="1024" y="179"/>
                </a:lnTo>
                <a:lnTo>
                  <a:pt x="1023" y="179"/>
                </a:lnTo>
                <a:lnTo>
                  <a:pt x="1023" y="180"/>
                </a:lnTo>
                <a:lnTo>
                  <a:pt x="1022" y="180"/>
                </a:lnTo>
                <a:lnTo>
                  <a:pt x="1023" y="181"/>
                </a:lnTo>
                <a:lnTo>
                  <a:pt x="1022" y="182"/>
                </a:lnTo>
                <a:lnTo>
                  <a:pt x="1022" y="183"/>
                </a:lnTo>
                <a:lnTo>
                  <a:pt x="1023" y="183"/>
                </a:lnTo>
                <a:lnTo>
                  <a:pt x="1023" y="184"/>
                </a:lnTo>
                <a:lnTo>
                  <a:pt x="1023" y="185"/>
                </a:lnTo>
                <a:lnTo>
                  <a:pt x="1023" y="186"/>
                </a:lnTo>
                <a:lnTo>
                  <a:pt x="1022" y="186"/>
                </a:lnTo>
                <a:lnTo>
                  <a:pt x="1022" y="187"/>
                </a:lnTo>
                <a:lnTo>
                  <a:pt x="1023" y="187"/>
                </a:lnTo>
                <a:lnTo>
                  <a:pt x="1023" y="188"/>
                </a:lnTo>
                <a:lnTo>
                  <a:pt x="1024" y="188"/>
                </a:lnTo>
                <a:lnTo>
                  <a:pt x="1025" y="188"/>
                </a:lnTo>
                <a:lnTo>
                  <a:pt x="1025" y="189"/>
                </a:lnTo>
                <a:lnTo>
                  <a:pt x="1026" y="189"/>
                </a:lnTo>
                <a:lnTo>
                  <a:pt x="1027" y="189"/>
                </a:lnTo>
                <a:lnTo>
                  <a:pt x="1027" y="188"/>
                </a:lnTo>
                <a:lnTo>
                  <a:pt x="1028" y="188"/>
                </a:lnTo>
                <a:lnTo>
                  <a:pt x="1028" y="189"/>
                </a:lnTo>
                <a:lnTo>
                  <a:pt x="1028" y="190"/>
                </a:lnTo>
                <a:lnTo>
                  <a:pt x="1029" y="190"/>
                </a:lnTo>
                <a:lnTo>
                  <a:pt x="1029" y="191"/>
                </a:lnTo>
                <a:lnTo>
                  <a:pt x="1028" y="191"/>
                </a:lnTo>
                <a:lnTo>
                  <a:pt x="1028" y="192"/>
                </a:lnTo>
                <a:lnTo>
                  <a:pt x="1029" y="192"/>
                </a:lnTo>
                <a:lnTo>
                  <a:pt x="1028" y="192"/>
                </a:lnTo>
                <a:lnTo>
                  <a:pt x="1028" y="193"/>
                </a:lnTo>
                <a:lnTo>
                  <a:pt x="1027" y="193"/>
                </a:lnTo>
                <a:lnTo>
                  <a:pt x="1027" y="194"/>
                </a:lnTo>
                <a:lnTo>
                  <a:pt x="1027" y="195"/>
                </a:lnTo>
                <a:lnTo>
                  <a:pt x="1028" y="196"/>
                </a:lnTo>
                <a:lnTo>
                  <a:pt x="1029" y="197"/>
                </a:lnTo>
                <a:lnTo>
                  <a:pt x="1030" y="197"/>
                </a:lnTo>
                <a:lnTo>
                  <a:pt x="1030" y="198"/>
                </a:lnTo>
                <a:lnTo>
                  <a:pt x="1030" y="199"/>
                </a:lnTo>
                <a:lnTo>
                  <a:pt x="1031" y="199"/>
                </a:lnTo>
                <a:lnTo>
                  <a:pt x="1031" y="200"/>
                </a:lnTo>
                <a:lnTo>
                  <a:pt x="1030" y="200"/>
                </a:lnTo>
                <a:lnTo>
                  <a:pt x="1030" y="201"/>
                </a:lnTo>
                <a:lnTo>
                  <a:pt x="1031" y="201"/>
                </a:lnTo>
                <a:lnTo>
                  <a:pt x="1030" y="202"/>
                </a:lnTo>
                <a:lnTo>
                  <a:pt x="1030" y="203"/>
                </a:lnTo>
                <a:lnTo>
                  <a:pt x="1030" y="204"/>
                </a:lnTo>
                <a:lnTo>
                  <a:pt x="1031" y="204"/>
                </a:lnTo>
                <a:lnTo>
                  <a:pt x="1031" y="205"/>
                </a:lnTo>
                <a:lnTo>
                  <a:pt x="1030" y="205"/>
                </a:lnTo>
                <a:lnTo>
                  <a:pt x="1030" y="206"/>
                </a:lnTo>
                <a:lnTo>
                  <a:pt x="1030" y="207"/>
                </a:lnTo>
                <a:lnTo>
                  <a:pt x="1031" y="207"/>
                </a:lnTo>
                <a:lnTo>
                  <a:pt x="1031" y="208"/>
                </a:lnTo>
                <a:lnTo>
                  <a:pt x="1031" y="209"/>
                </a:lnTo>
                <a:lnTo>
                  <a:pt x="1031" y="210"/>
                </a:lnTo>
                <a:lnTo>
                  <a:pt x="1031" y="211"/>
                </a:lnTo>
                <a:lnTo>
                  <a:pt x="1030" y="212"/>
                </a:lnTo>
                <a:lnTo>
                  <a:pt x="1030" y="213"/>
                </a:lnTo>
                <a:lnTo>
                  <a:pt x="1029" y="213"/>
                </a:lnTo>
                <a:lnTo>
                  <a:pt x="1029" y="214"/>
                </a:lnTo>
                <a:lnTo>
                  <a:pt x="1030" y="215"/>
                </a:lnTo>
                <a:lnTo>
                  <a:pt x="1031" y="215"/>
                </a:lnTo>
                <a:lnTo>
                  <a:pt x="1031" y="216"/>
                </a:lnTo>
                <a:lnTo>
                  <a:pt x="1031" y="217"/>
                </a:lnTo>
                <a:lnTo>
                  <a:pt x="1032" y="217"/>
                </a:lnTo>
                <a:lnTo>
                  <a:pt x="1033" y="218"/>
                </a:lnTo>
                <a:lnTo>
                  <a:pt x="1033" y="217"/>
                </a:lnTo>
                <a:lnTo>
                  <a:pt x="1034" y="217"/>
                </a:lnTo>
                <a:lnTo>
                  <a:pt x="1034" y="218"/>
                </a:lnTo>
                <a:lnTo>
                  <a:pt x="1035" y="218"/>
                </a:lnTo>
                <a:lnTo>
                  <a:pt x="1035" y="219"/>
                </a:lnTo>
                <a:lnTo>
                  <a:pt x="1034" y="219"/>
                </a:lnTo>
                <a:lnTo>
                  <a:pt x="1035" y="219"/>
                </a:lnTo>
                <a:lnTo>
                  <a:pt x="1035" y="220"/>
                </a:lnTo>
                <a:lnTo>
                  <a:pt x="1035" y="221"/>
                </a:lnTo>
                <a:lnTo>
                  <a:pt x="1034" y="221"/>
                </a:lnTo>
                <a:lnTo>
                  <a:pt x="1034" y="222"/>
                </a:lnTo>
                <a:lnTo>
                  <a:pt x="1033" y="222"/>
                </a:lnTo>
                <a:lnTo>
                  <a:pt x="1033" y="223"/>
                </a:lnTo>
                <a:lnTo>
                  <a:pt x="1032" y="223"/>
                </a:lnTo>
                <a:lnTo>
                  <a:pt x="1032" y="224"/>
                </a:lnTo>
                <a:lnTo>
                  <a:pt x="1031" y="224"/>
                </a:lnTo>
                <a:lnTo>
                  <a:pt x="1031" y="225"/>
                </a:lnTo>
                <a:lnTo>
                  <a:pt x="1031" y="226"/>
                </a:lnTo>
                <a:lnTo>
                  <a:pt x="1032" y="226"/>
                </a:lnTo>
                <a:lnTo>
                  <a:pt x="1032" y="227"/>
                </a:lnTo>
                <a:lnTo>
                  <a:pt x="1032" y="228"/>
                </a:lnTo>
                <a:lnTo>
                  <a:pt x="1032" y="229"/>
                </a:lnTo>
                <a:lnTo>
                  <a:pt x="1032" y="230"/>
                </a:lnTo>
                <a:lnTo>
                  <a:pt x="1031" y="230"/>
                </a:lnTo>
                <a:lnTo>
                  <a:pt x="1031" y="231"/>
                </a:lnTo>
                <a:lnTo>
                  <a:pt x="1031" y="232"/>
                </a:lnTo>
                <a:lnTo>
                  <a:pt x="1031" y="233"/>
                </a:lnTo>
                <a:lnTo>
                  <a:pt x="1030" y="234"/>
                </a:lnTo>
                <a:lnTo>
                  <a:pt x="1029" y="235"/>
                </a:lnTo>
                <a:lnTo>
                  <a:pt x="1030" y="235"/>
                </a:lnTo>
                <a:lnTo>
                  <a:pt x="1030" y="236"/>
                </a:lnTo>
                <a:lnTo>
                  <a:pt x="1031" y="236"/>
                </a:lnTo>
                <a:lnTo>
                  <a:pt x="1030" y="237"/>
                </a:lnTo>
                <a:lnTo>
                  <a:pt x="1029" y="238"/>
                </a:lnTo>
                <a:lnTo>
                  <a:pt x="1028" y="239"/>
                </a:lnTo>
                <a:lnTo>
                  <a:pt x="1027" y="239"/>
                </a:lnTo>
                <a:lnTo>
                  <a:pt x="1026" y="239"/>
                </a:lnTo>
                <a:lnTo>
                  <a:pt x="1025" y="239"/>
                </a:lnTo>
                <a:lnTo>
                  <a:pt x="1025" y="240"/>
                </a:lnTo>
                <a:lnTo>
                  <a:pt x="1025" y="241"/>
                </a:lnTo>
                <a:lnTo>
                  <a:pt x="1025" y="242"/>
                </a:lnTo>
                <a:lnTo>
                  <a:pt x="1024" y="241"/>
                </a:lnTo>
                <a:lnTo>
                  <a:pt x="1022" y="241"/>
                </a:lnTo>
                <a:lnTo>
                  <a:pt x="1021" y="241"/>
                </a:lnTo>
                <a:lnTo>
                  <a:pt x="1019" y="241"/>
                </a:lnTo>
                <a:lnTo>
                  <a:pt x="1019" y="242"/>
                </a:lnTo>
                <a:lnTo>
                  <a:pt x="1018" y="243"/>
                </a:lnTo>
                <a:lnTo>
                  <a:pt x="1018" y="244"/>
                </a:lnTo>
                <a:lnTo>
                  <a:pt x="1017" y="244"/>
                </a:lnTo>
                <a:lnTo>
                  <a:pt x="1016" y="244"/>
                </a:lnTo>
                <a:lnTo>
                  <a:pt x="1016" y="245"/>
                </a:lnTo>
                <a:lnTo>
                  <a:pt x="1015" y="246"/>
                </a:lnTo>
                <a:lnTo>
                  <a:pt x="1016" y="246"/>
                </a:lnTo>
                <a:lnTo>
                  <a:pt x="1016" y="248"/>
                </a:lnTo>
                <a:lnTo>
                  <a:pt x="1015" y="249"/>
                </a:lnTo>
                <a:lnTo>
                  <a:pt x="1014" y="249"/>
                </a:lnTo>
                <a:lnTo>
                  <a:pt x="1014" y="250"/>
                </a:lnTo>
                <a:lnTo>
                  <a:pt x="1015" y="250"/>
                </a:lnTo>
                <a:lnTo>
                  <a:pt x="1016" y="250"/>
                </a:lnTo>
                <a:lnTo>
                  <a:pt x="1016" y="251"/>
                </a:lnTo>
                <a:lnTo>
                  <a:pt x="1016" y="252"/>
                </a:lnTo>
                <a:lnTo>
                  <a:pt x="1017" y="252"/>
                </a:lnTo>
                <a:lnTo>
                  <a:pt x="1017" y="253"/>
                </a:lnTo>
                <a:lnTo>
                  <a:pt x="1018" y="253"/>
                </a:lnTo>
                <a:lnTo>
                  <a:pt x="1018" y="254"/>
                </a:lnTo>
                <a:lnTo>
                  <a:pt x="1019" y="255"/>
                </a:lnTo>
                <a:lnTo>
                  <a:pt x="1018" y="255"/>
                </a:lnTo>
                <a:lnTo>
                  <a:pt x="1018" y="256"/>
                </a:lnTo>
                <a:lnTo>
                  <a:pt x="1019" y="256"/>
                </a:lnTo>
                <a:lnTo>
                  <a:pt x="1019" y="257"/>
                </a:lnTo>
                <a:lnTo>
                  <a:pt x="1019" y="258"/>
                </a:lnTo>
                <a:lnTo>
                  <a:pt x="1020" y="258"/>
                </a:lnTo>
                <a:lnTo>
                  <a:pt x="1021" y="259"/>
                </a:lnTo>
                <a:lnTo>
                  <a:pt x="1022" y="259"/>
                </a:lnTo>
                <a:lnTo>
                  <a:pt x="1022" y="260"/>
                </a:lnTo>
                <a:lnTo>
                  <a:pt x="1022" y="261"/>
                </a:lnTo>
                <a:lnTo>
                  <a:pt x="1022" y="262"/>
                </a:lnTo>
                <a:lnTo>
                  <a:pt x="1023" y="262"/>
                </a:lnTo>
                <a:lnTo>
                  <a:pt x="1024" y="263"/>
                </a:lnTo>
                <a:lnTo>
                  <a:pt x="1025" y="263"/>
                </a:lnTo>
                <a:lnTo>
                  <a:pt x="1026" y="263"/>
                </a:lnTo>
                <a:lnTo>
                  <a:pt x="1026" y="264"/>
                </a:lnTo>
                <a:lnTo>
                  <a:pt x="1026" y="265"/>
                </a:lnTo>
                <a:lnTo>
                  <a:pt x="1027" y="266"/>
                </a:lnTo>
                <a:lnTo>
                  <a:pt x="1027" y="267"/>
                </a:lnTo>
                <a:lnTo>
                  <a:pt x="1028" y="267"/>
                </a:lnTo>
                <a:lnTo>
                  <a:pt x="1028" y="268"/>
                </a:lnTo>
                <a:lnTo>
                  <a:pt x="1029" y="268"/>
                </a:lnTo>
                <a:lnTo>
                  <a:pt x="1030" y="268"/>
                </a:lnTo>
                <a:lnTo>
                  <a:pt x="1031" y="268"/>
                </a:lnTo>
                <a:lnTo>
                  <a:pt x="1032" y="268"/>
                </a:lnTo>
                <a:lnTo>
                  <a:pt x="1032" y="267"/>
                </a:lnTo>
                <a:lnTo>
                  <a:pt x="1032" y="268"/>
                </a:lnTo>
                <a:lnTo>
                  <a:pt x="1033" y="268"/>
                </a:lnTo>
                <a:lnTo>
                  <a:pt x="1034" y="269"/>
                </a:lnTo>
                <a:lnTo>
                  <a:pt x="1034" y="270"/>
                </a:lnTo>
                <a:lnTo>
                  <a:pt x="1035" y="270"/>
                </a:lnTo>
                <a:lnTo>
                  <a:pt x="1035" y="271"/>
                </a:lnTo>
                <a:lnTo>
                  <a:pt x="1036" y="272"/>
                </a:lnTo>
                <a:lnTo>
                  <a:pt x="1037" y="272"/>
                </a:lnTo>
                <a:lnTo>
                  <a:pt x="1038" y="272"/>
                </a:lnTo>
                <a:lnTo>
                  <a:pt x="1038" y="274"/>
                </a:lnTo>
                <a:lnTo>
                  <a:pt x="1039" y="274"/>
                </a:lnTo>
                <a:lnTo>
                  <a:pt x="1040" y="274"/>
                </a:lnTo>
                <a:lnTo>
                  <a:pt x="1041" y="274"/>
                </a:lnTo>
                <a:lnTo>
                  <a:pt x="1042" y="274"/>
                </a:lnTo>
                <a:lnTo>
                  <a:pt x="1041" y="274"/>
                </a:lnTo>
                <a:lnTo>
                  <a:pt x="1041" y="275"/>
                </a:lnTo>
                <a:lnTo>
                  <a:pt x="1040" y="276"/>
                </a:lnTo>
                <a:lnTo>
                  <a:pt x="1040" y="277"/>
                </a:lnTo>
                <a:lnTo>
                  <a:pt x="1039" y="278"/>
                </a:lnTo>
                <a:lnTo>
                  <a:pt x="1038" y="279"/>
                </a:lnTo>
                <a:lnTo>
                  <a:pt x="1039" y="280"/>
                </a:lnTo>
                <a:lnTo>
                  <a:pt x="1039" y="281"/>
                </a:lnTo>
                <a:lnTo>
                  <a:pt x="1040" y="281"/>
                </a:lnTo>
                <a:lnTo>
                  <a:pt x="1042" y="281"/>
                </a:lnTo>
                <a:lnTo>
                  <a:pt x="1043" y="281"/>
                </a:lnTo>
                <a:lnTo>
                  <a:pt x="1044" y="282"/>
                </a:lnTo>
                <a:lnTo>
                  <a:pt x="1045" y="282"/>
                </a:lnTo>
                <a:lnTo>
                  <a:pt x="1045" y="283"/>
                </a:lnTo>
                <a:lnTo>
                  <a:pt x="1045" y="284"/>
                </a:lnTo>
                <a:lnTo>
                  <a:pt x="1046" y="284"/>
                </a:lnTo>
                <a:lnTo>
                  <a:pt x="1046" y="285"/>
                </a:lnTo>
                <a:lnTo>
                  <a:pt x="1047" y="285"/>
                </a:lnTo>
                <a:lnTo>
                  <a:pt x="1048" y="286"/>
                </a:lnTo>
                <a:lnTo>
                  <a:pt x="1047" y="286"/>
                </a:lnTo>
                <a:lnTo>
                  <a:pt x="1047" y="287"/>
                </a:lnTo>
                <a:lnTo>
                  <a:pt x="1047" y="288"/>
                </a:lnTo>
                <a:lnTo>
                  <a:pt x="1046" y="288"/>
                </a:lnTo>
                <a:lnTo>
                  <a:pt x="1047" y="289"/>
                </a:lnTo>
                <a:lnTo>
                  <a:pt x="1047" y="290"/>
                </a:lnTo>
                <a:lnTo>
                  <a:pt x="1046" y="290"/>
                </a:lnTo>
                <a:lnTo>
                  <a:pt x="1046" y="291"/>
                </a:lnTo>
                <a:lnTo>
                  <a:pt x="1046" y="292"/>
                </a:lnTo>
                <a:lnTo>
                  <a:pt x="1046" y="293"/>
                </a:lnTo>
                <a:lnTo>
                  <a:pt x="1045" y="294"/>
                </a:lnTo>
                <a:lnTo>
                  <a:pt x="1046" y="294"/>
                </a:lnTo>
                <a:lnTo>
                  <a:pt x="1046" y="295"/>
                </a:lnTo>
                <a:lnTo>
                  <a:pt x="1046" y="296"/>
                </a:lnTo>
                <a:lnTo>
                  <a:pt x="1046" y="297"/>
                </a:lnTo>
                <a:lnTo>
                  <a:pt x="1047" y="297"/>
                </a:lnTo>
                <a:lnTo>
                  <a:pt x="1047" y="298"/>
                </a:lnTo>
                <a:lnTo>
                  <a:pt x="1047" y="299"/>
                </a:lnTo>
                <a:lnTo>
                  <a:pt x="1048" y="299"/>
                </a:lnTo>
                <a:lnTo>
                  <a:pt x="1048" y="300"/>
                </a:lnTo>
                <a:lnTo>
                  <a:pt x="1049" y="300"/>
                </a:lnTo>
                <a:lnTo>
                  <a:pt x="1050" y="300"/>
                </a:lnTo>
                <a:lnTo>
                  <a:pt x="1050" y="301"/>
                </a:lnTo>
                <a:lnTo>
                  <a:pt x="1051" y="301"/>
                </a:lnTo>
                <a:lnTo>
                  <a:pt x="1052" y="301"/>
                </a:lnTo>
                <a:lnTo>
                  <a:pt x="1052" y="302"/>
                </a:lnTo>
                <a:lnTo>
                  <a:pt x="1053" y="302"/>
                </a:lnTo>
                <a:lnTo>
                  <a:pt x="1054" y="302"/>
                </a:lnTo>
                <a:lnTo>
                  <a:pt x="1055" y="302"/>
                </a:lnTo>
                <a:lnTo>
                  <a:pt x="1055" y="303"/>
                </a:lnTo>
                <a:lnTo>
                  <a:pt x="1054" y="303"/>
                </a:lnTo>
                <a:lnTo>
                  <a:pt x="1055" y="303"/>
                </a:lnTo>
                <a:lnTo>
                  <a:pt x="1055" y="304"/>
                </a:lnTo>
                <a:lnTo>
                  <a:pt x="1055" y="305"/>
                </a:lnTo>
                <a:lnTo>
                  <a:pt x="1055" y="306"/>
                </a:lnTo>
                <a:lnTo>
                  <a:pt x="1055" y="307"/>
                </a:lnTo>
                <a:lnTo>
                  <a:pt x="1055" y="308"/>
                </a:lnTo>
                <a:lnTo>
                  <a:pt x="1055" y="309"/>
                </a:lnTo>
                <a:lnTo>
                  <a:pt x="1056" y="309"/>
                </a:lnTo>
                <a:lnTo>
                  <a:pt x="1057" y="309"/>
                </a:lnTo>
                <a:lnTo>
                  <a:pt x="1058" y="309"/>
                </a:lnTo>
                <a:lnTo>
                  <a:pt x="1059" y="310"/>
                </a:lnTo>
                <a:lnTo>
                  <a:pt x="1060" y="310"/>
                </a:lnTo>
                <a:lnTo>
                  <a:pt x="1061" y="310"/>
                </a:lnTo>
                <a:lnTo>
                  <a:pt x="1062" y="311"/>
                </a:lnTo>
                <a:lnTo>
                  <a:pt x="1063" y="311"/>
                </a:lnTo>
                <a:lnTo>
                  <a:pt x="1064" y="311"/>
                </a:lnTo>
                <a:lnTo>
                  <a:pt x="1064" y="312"/>
                </a:lnTo>
                <a:lnTo>
                  <a:pt x="1066" y="312"/>
                </a:lnTo>
                <a:lnTo>
                  <a:pt x="1067" y="312"/>
                </a:lnTo>
                <a:lnTo>
                  <a:pt x="1067" y="311"/>
                </a:lnTo>
                <a:lnTo>
                  <a:pt x="1067" y="312"/>
                </a:lnTo>
                <a:lnTo>
                  <a:pt x="1068" y="312"/>
                </a:lnTo>
                <a:lnTo>
                  <a:pt x="1069" y="312"/>
                </a:lnTo>
                <a:lnTo>
                  <a:pt x="1069" y="313"/>
                </a:lnTo>
                <a:lnTo>
                  <a:pt x="1070" y="314"/>
                </a:lnTo>
                <a:lnTo>
                  <a:pt x="1070" y="315"/>
                </a:lnTo>
                <a:lnTo>
                  <a:pt x="1071" y="315"/>
                </a:lnTo>
                <a:lnTo>
                  <a:pt x="1071" y="316"/>
                </a:lnTo>
                <a:lnTo>
                  <a:pt x="1072" y="317"/>
                </a:lnTo>
                <a:lnTo>
                  <a:pt x="1072" y="318"/>
                </a:lnTo>
                <a:lnTo>
                  <a:pt x="1073" y="318"/>
                </a:lnTo>
                <a:lnTo>
                  <a:pt x="1073" y="319"/>
                </a:lnTo>
                <a:lnTo>
                  <a:pt x="1074" y="320"/>
                </a:lnTo>
                <a:lnTo>
                  <a:pt x="1074" y="321"/>
                </a:lnTo>
                <a:lnTo>
                  <a:pt x="1075" y="321"/>
                </a:lnTo>
                <a:lnTo>
                  <a:pt x="1075" y="322"/>
                </a:lnTo>
                <a:lnTo>
                  <a:pt x="1076" y="322"/>
                </a:lnTo>
                <a:lnTo>
                  <a:pt x="1076" y="323"/>
                </a:lnTo>
                <a:lnTo>
                  <a:pt x="1076" y="324"/>
                </a:lnTo>
                <a:lnTo>
                  <a:pt x="1077" y="324"/>
                </a:lnTo>
                <a:lnTo>
                  <a:pt x="1076" y="324"/>
                </a:lnTo>
                <a:lnTo>
                  <a:pt x="1076" y="325"/>
                </a:lnTo>
                <a:lnTo>
                  <a:pt x="1077" y="326"/>
                </a:lnTo>
                <a:lnTo>
                  <a:pt x="1078" y="326"/>
                </a:lnTo>
                <a:lnTo>
                  <a:pt x="1078" y="327"/>
                </a:lnTo>
                <a:lnTo>
                  <a:pt x="1079" y="327"/>
                </a:lnTo>
                <a:lnTo>
                  <a:pt x="1080" y="327"/>
                </a:lnTo>
                <a:lnTo>
                  <a:pt x="1080" y="328"/>
                </a:lnTo>
                <a:lnTo>
                  <a:pt x="1081" y="328"/>
                </a:lnTo>
                <a:lnTo>
                  <a:pt x="1081" y="329"/>
                </a:lnTo>
                <a:lnTo>
                  <a:pt x="1082" y="329"/>
                </a:lnTo>
                <a:lnTo>
                  <a:pt x="1082" y="330"/>
                </a:lnTo>
                <a:lnTo>
                  <a:pt x="1084" y="330"/>
                </a:lnTo>
                <a:lnTo>
                  <a:pt x="1085" y="330"/>
                </a:lnTo>
                <a:lnTo>
                  <a:pt x="1087" y="329"/>
                </a:lnTo>
                <a:lnTo>
                  <a:pt x="1088" y="329"/>
                </a:lnTo>
                <a:lnTo>
                  <a:pt x="1089" y="329"/>
                </a:lnTo>
                <a:lnTo>
                  <a:pt x="1090" y="329"/>
                </a:lnTo>
                <a:lnTo>
                  <a:pt x="1091" y="329"/>
                </a:lnTo>
                <a:lnTo>
                  <a:pt x="1091" y="330"/>
                </a:lnTo>
                <a:lnTo>
                  <a:pt x="1092" y="330"/>
                </a:lnTo>
                <a:lnTo>
                  <a:pt x="1092" y="331"/>
                </a:lnTo>
                <a:lnTo>
                  <a:pt x="1093" y="331"/>
                </a:lnTo>
                <a:lnTo>
                  <a:pt x="1094" y="331"/>
                </a:lnTo>
                <a:lnTo>
                  <a:pt x="1094" y="332"/>
                </a:lnTo>
                <a:lnTo>
                  <a:pt x="1095" y="332"/>
                </a:lnTo>
                <a:lnTo>
                  <a:pt x="1096" y="332"/>
                </a:lnTo>
                <a:lnTo>
                  <a:pt x="1097" y="332"/>
                </a:lnTo>
                <a:lnTo>
                  <a:pt x="1097" y="333"/>
                </a:lnTo>
                <a:lnTo>
                  <a:pt x="1098" y="333"/>
                </a:lnTo>
                <a:lnTo>
                  <a:pt x="1098" y="334"/>
                </a:lnTo>
                <a:lnTo>
                  <a:pt x="1099" y="334"/>
                </a:lnTo>
                <a:lnTo>
                  <a:pt x="1100" y="335"/>
                </a:lnTo>
                <a:lnTo>
                  <a:pt x="1101" y="335"/>
                </a:lnTo>
                <a:lnTo>
                  <a:pt x="1102" y="336"/>
                </a:lnTo>
                <a:lnTo>
                  <a:pt x="1102" y="337"/>
                </a:lnTo>
                <a:lnTo>
                  <a:pt x="1103" y="337"/>
                </a:lnTo>
                <a:lnTo>
                  <a:pt x="1103" y="338"/>
                </a:lnTo>
                <a:lnTo>
                  <a:pt x="1104" y="338"/>
                </a:lnTo>
                <a:lnTo>
                  <a:pt x="1105" y="339"/>
                </a:lnTo>
                <a:lnTo>
                  <a:pt x="1106" y="339"/>
                </a:lnTo>
                <a:lnTo>
                  <a:pt x="1106" y="340"/>
                </a:lnTo>
                <a:lnTo>
                  <a:pt x="1107" y="340"/>
                </a:lnTo>
                <a:lnTo>
                  <a:pt x="1109" y="341"/>
                </a:lnTo>
                <a:lnTo>
                  <a:pt x="1110" y="342"/>
                </a:lnTo>
                <a:lnTo>
                  <a:pt x="1111" y="342"/>
                </a:lnTo>
                <a:lnTo>
                  <a:pt x="1112" y="342"/>
                </a:lnTo>
                <a:lnTo>
                  <a:pt x="1113" y="342"/>
                </a:lnTo>
                <a:lnTo>
                  <a:pt x="1114" y="342"/>
                </a:lnTo>
                <a:lnTo>
                  <a:pt x="1116" y="342"/>
                </a:lnTo>
                <a:lnTo>
                  <a:pt x="1116" y="343"/>
                </a:lnTo>
                <a:lnTo>
                  <a:pt x="1117" y="343"/>
                </a:lnTo>
                <a:lnTo>
                  <a:pt x="1117" y="344"/>
                </a:lnTo>
                <a:lnTo>
                  <a:pt x="1118" y="344"/>
                </a:lnTo>
                <a:lnTo>
                  <a:pt x="1119" y="344"/>
                </a:lnTo>
                <a:lnTo>
                  <a:pt x="1119" y="345"/>
                </a:lnTo>
                <a:lnTo>
                  <a:pt x="1120" y="345"/>
                </a:lnTo>
                <a:lnTo>
                  <a:pt x="1120" y="344"/>
                </a:lnTo>
                <a:lnTo>
                  <a:pt x="1121" y="344"/>
                </a:lnTo>
                <a:lnTo>
                  <a:pt x="1122" y="344"/>
                </a:lnTo>
                <a:lnTo>
                  <a:pt x="1123" y="345"/>
                </a:lnTo>
                <a:lnTo>
                  <a:pt x="1124" y="345"/>
                </a:lnTo>
                <a:lnTo>
                  <a:pt x="1124" y="344"/>
                </a:lnTo>
                <a:lnTo>
                  <a:pt x="1125" y="344"/>
                </a:lnTo>
                <a:lnTo>
                  <a:pt x="1126" y="344"/>
                </a:lnTo>
                <a:lnTo>
                  <a:pt x="1127" y="344"/>
                </a:lnTo>
                <a:lnTo>
                  <a:pt x="1127" y="345"/>
                </a:lnTo>
                <a:lnTo>
                  <a:pt x="1127" y="346"/>
                </a:lnTo>
                <a:lnTo>
                  <a:pt x="1128" y="346"/>
                </a:lnTo>
                <a:lnTo>
                  <a:pt x="1128" y="347"/>
                </a:lnTo>
                <a:lnTo>
                  <a:pt x="1129" y="347"/>
                </a:lnTo>
                <a:lnTo>
                  <a:pt x="1129" y="346"/>
                </a:lnTo>
                <a:lnTo>
                  <a:pt x="1129" y="345"/>
                </a:lnTo>
                <a:lnTo>
                  <a:pt x="1130" y="344"/>
                </a:lnTo>
                <a:lnTo>
                  <a:pt x="1131" y="344"/>
                </a:lnTo>
                <a:lnTo>
                  <a:pt x="1132" y="344"/>
                </a:lnTo>
                <a:lnTo>
                  <a:pt x="1132" y="345"/>
                </a:lnTo>
                <a:lnTo>
                  <a:pt x="1132" y="344"/>
                </a:lnTo>
                <a:lnTo>
                  <a:pt x="1133" y="344"/>
                </a:lnTo>
                <a:lnTo>
                  <a:pt x="1134" y="344"/>
                </a:lnTo>
                <a:lnTo>
                  <a:pt x="1135" y="344"/>
                </a:lnTo>
                <a:lnTo>
                  <a:pt x="1136" y="344"/>
                </a:lnTo>
                <a:lnTo>
                  <a:pt x="1137" y="344"/>
                </a:lnTo>
                <a:lnTo>
                  <a:pt x="1138" y="344"/>
                </a:lnTo>
                <a:lnTo>
                  <a:pt x="1139" y="344"/>
                </a:lnTo>
                <a:lnTo>
                  <a:pt x="1139" y="345"/>
                </a:lnTo>
                <a:lnTo>
                  <a:pt x="1140" y="345"/>
                </a:lnTo>
                <a:lnTo>
                  <a:pt x="1140" y="346"/>
                </a:lnTo>
                <a:lnTo>
                  <a:pt x="1141" y="346"/>
                </a:lnTo>
                <a:lnTo>
                  <a:pt x="1142" y="346"/>
                </a:lnTo>
                <a:lnTo>
                  <a:pt x="1142" y="345"/>
                </a:lnTo>
                <a:lnTo>
                  <a:pt x="1143" y="345"/>
                </a:lnTo>
                <a:lnTo>
                  <a:pt x="1144" y="345"/>
                </a:lnTo>
                <a:lnTo>
                  <a:pt x="1144" y="346"/>
                </a:lnTo>
                <a:lnTo>
                  <a:pt x="1145" y="346"/>
                </a:lnTo>
                <a:lnTo>
                  <a:pt x="1146" y="347"/>
                </a:lnTo>
                <a:lnTo>
                  <a:pt x="1147" y="347"/>
                </a:lnTo>
                <a:lnTo>
                  <a:pt x="1148" y="347"/>
                </a:lnTo>
                <a:lnTo>
                  <a:pt x="1148" y="348"/>
                </a:lnTo>
                <a:lnTo>
                  <a:pt x="1149" y="348"/>
                </a:lnTo>
                <a:lnTo>
                  <a:pt x="1149" y="349"/>
                </a:lnTo>
                <a:lnTo>
                  <a:pt x="1150" y="349"/>
                </a:lnTo>
                <a:lnTo>
                  <a:pt x="1150" y="348"/>
                </a:lnTo>
                <a:lnTo>
                  <a:pt x="1150" y="347"/>
                </a:lnTo>
                <a:lnTo>
                  <a:pt x="1151" y="347"/>
                </a:lnTo>
                <a:lnTo>
                  <a:pt x="1151" y="346"/>
                </a:lnTo>
                <a:lnTo>
                  <a:pt x="1152" y="346"/>
                </a:lnTo>
                <a:lnTo>
                  <a:pt x="1152" y="345"/>
                </a:lnTo>
                <a:lnTo>
                  <a:pt x="1153" y="345"/>
                </a:lnTo>
                <a:lnTo>
                  <a:pt x="1154" y="345"/>
                </a:lnTo>
                <a:lnTo>
                  <a:pt x="1155" y="345"/>
                </a:lnTo>
                <a:lnTo>
                  <a:pt x="1155" y="344"/>
                </a:lnTo>
                <a:lnTo>
                  <a:pt x="1155" y="343"/>
                </a:lnTo>
                <a:lnTo>
                  <a:pt x="1156" y="343"/>
                </a:lnTo>
                <a:lnTo>
                  <a:pt x="1157" y="343"/>
                </a:lnTo>
                <a:lnTo>
                  <a:pt x="1157" y="342"/>
                </a:lnTo>
                <a:lnTo>
                  <a:pt x="1158" y="342"/>
                </a:lnTo>
                <a:lnTo>
                  <a:pt x="1159" y="342"/>
                </a:lnTo>
                <a:lnTo>
                  <a:pt x="1160" y="342"/>
                </a:lnTo>
                <a:lnTo>
                  <a:pt x="1161" y="342"/>
                </a:lnTo>
                <a:lnTo>
                  <a:pt x="1161" y="343"/>
                </a:lnTo>
                <a:lnTo>
                  <a:pt x="1162" y="343"/>
                </a:lnTo>
                <a:lnTo>
                  <a:pt x="1163" y="343"/>
                </a:lnTo>
                <a:lnTo>
                  <a:pt x="1163" y="344"/>
                </a:lnTo>
                <a:lnTo>
                  <a:pt x="1164" y="344"/>
                </a:lnTo>
                <a:lnTo>
                  <a:pt x="1164" y="345"/>
                </a:lnTo>
                <a:lnTo>
                  <a:pt x="1165" y="345"/>
                </a:lnTo>
                <a:lnTo>
                  <a:pt x="1166" y="345"/>
                </a:lnTo>
                <a:lnTo>
                  <a:pt x="1167" y="345"/>
                </a:lnTo>
                <a:lnTo>
                  <a:pt x="1167" y="346"/>
                </a:lnTo>
                <a:lnTo>
                  <a:pt x="1168" y="346"/>
                </a:lnTo>
                <a:lnTo>
                  <a:pt x="1168" y="345"/>
                </a:lnTo>
                <a:lnTo>
                  <a:pt x="1168" y="346"/>
                </a:lnTo>
                <a:lnTo>
                  <a:pt x="1169" y="346"/>
                </a:lnTo>
                <a:lnTo>
                  <a:pt x="1170" y="346"/>
                </a:lnTo>
                <a:lnTo>
                  <a:pt x="1171" y="346"/>
                </a:lnTo>
                <a:lnTo>
                  <a:pt x="1172" y="347"/>
                </a:lnTo>
                <a:lnTo>
                  <a:pt x="1173" y="347"/>
                </a:lnTo>
                <a:lnTo>
                  <a:pt x="1173" y="348"/>
                </a:lnTo>
                <a:lnTo>
                  <a:pt x="1175" y="348"/>
                </a:lnTo>
                <a:lnTo>
                  <a:pt x="1176" y="348"/>
                </a:lnTo>
                <a:lnTo>
                  <a:pt x="1176" y="349"/>
                </a:lnTo>
                <a:lnTo>
                  <a:pt x="1176" y="350"/>
                </a:lnTo>
                <a:lnTo>
                  <a:pt x="1177" y="350"/>
                </a:lnTo>
                <a:lnTo>
                  <a:pt x="1177" y="349"/>
                </a:lnTo>
                <a:lnTo>
                  <a:pt x="1178" y="349"/>
                </a:lnTo>
                <a:lnTo>
                  <a:pt x="1178" y="348"/>
                </a:lnTo>
                <a:lnTo>
                  <a:pt x="1179" y="348"/>
                </a:lnTo>
                <a:lnTo>
                  <a:pt x="1179" y="347"/>
                </a:lnTo>
                <a:lnTo>
                  <a:pt x="1180" y="347"/>
                </a:lnTo>
                <a:lnTo>
                  <a:pt x="1180" y="346"/>
                </a:lnTo>
                <a:lnTo>
                  <a:pt x="1181" y="346"/>
                </a:lnTo>
                <a:lnTo>
                  <a:pt x="1181" y="345"/>
                </a:lnTo>
                <a:lnTo>
                  <a:pt x="1182" y="345"/>
                </a:lnTo>
                <a:lnTo>
                  <a:pt x="1182" y="346"/>
                </a:lnTo>
                <a:lnTo>
                  <a:pt x="1183" y="346"/>
                </a:lnTo>
                <a:lnTo>
                  <a:pt x="1184" y="346"/>
                </a:lnTo>
                <a:lnTo>
                  <a:pt x="1185" y="346"/>
                </a:lnTo>
                <a:lnTo>
                  <a:pt x="1186" y="347"/>
                </a:lnTo>
                <a:lnTo>
                  <a:pt x="1187" y="347"/>
                </a:lnTo>
                <a:lnTo>
                  <a:pt x="1187" y="348"/>
                </a:lnTo>
                <a:lnTo>
                  <a:pt x="1188" y="348"/>
                </a:lnTo>
                <a:lnTo>
                  <a:pt x="1188" y="349"/>
                </a:lnTo>
                <a:lnTo>
                  <a:pt x="1187" y="349"/>
                </a:lnTo>
                <a:lnTo>
                  <a:pt x="1187" y="350"/>
                </a:lnTo>
                <a:lnTo>
                  <a:pt x="1188" y="350"/>
                </a:lnTo>
                <a:lnTo>
                  <a:pt x="1188" y="351"/>
                </a:lnTo>
                <a:lnTo>
                  <a:pt x="1189" y="351"/>
                </a:lnTo>
                <a:lnTo>
                  <a:pt x="1189" y="352"/>
                </a:lnTo>
                <a:lnTo>
                  <a:pt x="1190" y="352"/>
                </a:lnTo>
                <a:lnTo>
                  <a:pt x="1191" y="353"/>
                </a:lnTo>
                <a:lnTo>
                  <a:pt x="1192" y="353"/>
                </a:lnTo>
                <a:lnTo>
                  <a:pt x="1193" y="353"/>
                </a:lnTo>
                <a:lnTo>
                  <a:pt x="1194" y="354"/>
                </a:lnTo>
                <a:lnTo>
                  <a:pt x="1195" y="354"/>
                </a:lnTo>
                <a:lnTo>
                  <a:pt x="1195" y="355"/>
                </a:lnTo>
                <a:lnTo>
                  <a:pt x="1196" y="355"/>
                </a:lnTo>
                <a:lnTo>
                  <a:pt x="1197" y="355"/>
                </a:lnTo>
                <a:lnTo>
                  <a:pt x="1197" y="356"/>
                </a:lnTo>
                <a:lnTo>
                  <a:pt x="1198" y="357"/>
                </a:lnTo>
                <a:lnTo>
                  <a:pt x="1199" y="357"/>
                </a:lnTo>
                <a:lnTo>
                  <a:pt x="1200" y="358"/>
                </a:lnTo>
                <a:lnTo>
                  <a:pt x="1201" y="358"/>
                </a:lnTo>
                <a:lnTo>
                  <a:pt x="1202" y="358"/>
                </a:lnTo>
                <a:lnTo>
                  <a:pt x="1203" y="359"/>
                </a:lnTo>
                <a:lnTo>
                  <a:pt x="1204" y="360"/>
                </a:lnTo>
                <a:lnTo>
                  <a:pt x="1205" y="360"/>
                </a:lnTo>
                <a:lnTo>
                  <a:pt x="1205" y="359"/>
                </a:lnTo>
                <a:lnTo>
                  <a:pt x="1205" y="360"/>
                </a:lnTo>
                <a:lnTo>
                  <a:pt x="1206" y="360"/>
                </a:lnTo>
                <a:lnTo>
                  <a:pt x="1206" y="361"/>
                </a:lnTo>
                <a:lnTo>
                  <a:pt x="1207" y="361"/>
                </a:lnTo>
                <a:lnTo>
                  <a:pt x="1208" y="362"/>
                </a:lnTo>
                <a:lnTo>
                  <a:pt x="1209" y="362"/>
                </a:lnTo>
                <a:lnTo>
                  <a:pt x="1210" y="361"/>
                </a:lnTo>
                <a:lnTo>
                  <a:pt x="1211" y="361"/>
                </a:lnTo>
                <a:lnTo>
                  <a:pt x="1211" y="362"/>
                </a:lnTo>
                <a:lnTo>
                  <a:pt x="1212" y="362"/>
                </a:lnTo>
                <a:lnTo>
                  <a:pt x="1213" y="362"/>
                </a:lnTo>
                <a:lnTo>
                  <a:pt x="1213" y="363"/>
                </a:lnTo>
                <a:lnTo>
                  <a:pt x="1213" y="364"/>
                </a:lnTo>
                <a:lnTo>
                  <a:pt x="1214" y="364"/>
                </a:lnTo>
                <a:lnTo>
                  <a:pt x="1215" y="365"/>
                </a:lnTo>
                <a:lnTo>
                  <a:pt x="1215" y="366"/>
                </a:lnTo>
                <a:lnTo>
                  <a:pt x="1214" y="366"/>
                </a:lnTo>
                <a:lnTo>
                  <a:pt x="1215" y="366"/>
                </a:lnTo>
                <a:lnTo>
                  <a:pt x="1216" y="366"/>
                </a:lnTo>
                <a:lnTo>
                  <a:pt x="1218" y="366"/>
                </a:lnTo>
                <a:lnTo>
                  <a:pt x="1218" y="367"/>
                </a:lnTo>
                <a:lnTo>
                  <a:pt x="1218" y="368"/>
                </a:lnTo>
                <a:lnTo>
                  <a:pt x="1218" y="369"/>
                </a:lnTo>
                <a:lnTo>
                  <a:pt x="1219" y="369"/>
                </a:lnTo>
                <a:lnTo>
                  <a:pt x="1220" y="369"/>
                </a:lnTo>
                <a:lnTo>
                  <a:pt x="1220" y="370"/>
                </a:lnTo>
                <a:lnTo>
                  <a:pt x="1221" y="370"/>
                </a:lnTo>
                <a:lnTo>
                  <a:pt x="1221" y="371"/>
                </a:lnTo>
                <a:lnTo>
                  <a:pt x="1221" y="372"/>
                </a:lnTo>
                <a:lnTo>
                  <a:pt x="1222" y="373"/>
                </a:lnTo>
                <a:lnTo>
                  <a:pt x="1223" y="373"/>
                </a:lnTo>
                <a:lnTo>
                  <a:pt x="1223" y="374"/>
                </a:lnTo>
                <a:lnTo>
                  <a:pt x="1223" y="375"/>
                </a:lnTo>
                <a:lnTo>
                  <a:pt x="1224" y="375"/>
                </a:lnTo>
                <a:lnTo>
                  <a:pt x="1225" y="375"/>
                </a:lnTo>
                <a:lnTo>
                  <a:pt x="1225" y="374"/>
                </a:lnTo>
                <a:lnTo>
                  <a:pt x="1226" y="374"/>
                </a:lnTo>
                <a:lnTo>
                  <a:pt x="1227" y="374"/>
                </a:lnTo>
                <a:lnTo>
                  <a:pt x="1227" y="373"/>
                </a:lnTo>
                <a:lnTo>
                  <a:pt x="1228" y="373"/>
                </a:lnTo>
                <a:lnTo>
                  <a:pt x="1228" y="374"/>
                </a:lnTo>
                <a:lnTo>
                  <a:pt x="1229" y="374"/>
                </a:lnTo>
                <a:lnTo>
                  <a:pt x="1230" y="374"/>
                </a:lnTo>
                <a:lnTo>
                  <a:pt x="1230" y="373"/>
                </a:lnTo>
                <a:lnTo>
                  <a:pt x="1230" y="372"/>
                </a:lnTo>
                <a:lnTo>
                  <a:pt x="1229" y="372"/>
                </a:lnTo>
                <a:lnTo>
                  <a:pt x="1230" y="372"/>
                </a:lnTo>
                <a:lnTo>
                  <a:pt x="1230" y="371"/>
                </a:lnTo>
                <a:lnTo>
                  <a:pt x="1231" y="371"/>
                </a:lnTo>
                <a:lnTo>
                  <a:pt x="1232" y="371"/>
                </a:lnTo>
                <a:lnTo>
                  <a:pt x="1233" y="371"/>
                </a:lnTo>
                <a:lnTo>
                  <a:pt x="1234" y="371"/>
                </a:lnTo>
                <a:lnTo>
                  <a:pt x="1235" y="371"/>
                </a:lnTo>
                <a:lnTo>
                  <a:pt x="1236" y="371"/>
                </a:lnTo>
                <a:lnTo>
                  <a:pt x="1237" y="370"/>
                </a:lnTo>
                <a:lnTo>
                  <a:pt x="1238" y="370"/>
                </a:lnTo>
                <a:lnTo>
                  <a:pt x="1238" y="369"/>
                </a:lnTo>
                <a:lnTo>
                  <a:pt x="1239" y="369"/>
                </a:lnTo>
                <a:lnTo>
                  <a:pt x="1240" y="368"/>
                </a:lnTo>
                <a:lnTo>
                  <a:pt x="1241" y="368"/>
                </a:lnTo>
                <a:lnTo>
                  <a:pt x="1241" y="369"/>
                </a:lnTo>
                <a:lnTo>
                  <a:pt x="1241" y="370"/>
                </a:lnTo>
                <a:lnTo>
                  <a:pt x="1241" y="369"/>
                </a:lnTo>
                <a:lnTo>
                  <a:pt x="1242" y="369"/>
                </a:lnTo>
                <a:lnTo>
                  <a:pt x="1243" y="370"/>
                </a:lnTo>
                <a:lnTo>
                  <a:pt x="1244" y="370"/>
                </a:lnTo>
                <a:lnTo>
                  <a:pt x="1245" y="370"/>
                </a:lnTo>
                <a:lnTo>
                  <a:pt x="1246" y="370"/>
                </a:lnTo>
                <a:lnTo>
                  <a:pt x="1246" y="371"/>
                </a:lnTo>
                <a:lnTo>
                  <a:pt x="1248" y="372"/>
                </a:lnTo>
                <a:lnTo>
                  <a:pt x="1248" y="373"/>
                </a:lnTo>
                <a:lnTo>
                  <a:pt x="1248" y="374"/>
                </a:lnTo>
                <a:lnTo>
                  <a:pt x="1248" y="375"/>
                </a:lnTo>
                <a:lnTo>
                  <a:pt x="1247" y="375"/>
                </a:lnTo>
                <a:lnTo>
                  <a:pt x="1245" y="376"/>
                </a:lnTo>
                <a:lnTo>
                  <a:pt x="1245" y="377"/>
                </a:lnTo>
                <a:lnTo>
                  <a:pt x="1246" y="377"/>
                </a:lnTo>
                <a:lnTo>
                  <a:pt x="1246" y="378"/>
                </a:lnTo>
                <a:lnTo>
                  <a:pt x="1246" y="379"/>
                </a:lnTo>
                <a:lnTo>
                  <a:pt x="1246" y="380"/>
                </a:lnTo>
                <a:lnTo>
                  <a:pt x="1246" y="381"/>
                </a:lnTo>
                <a:lnTo>
                  <a:pt x="1245" y="381"/>
                </a:lnTo>
                <a:lnTo>
                  <a:pt x="1245" y="382"/>
                </a:lnTo>
                <a:lnTo>
                  <a:pt x="1246" y="382"/>
                </a:lnTo>
                <a:lnTo>
                  <a:pt x="1246" y="383"/>
                </a:lnTo>
                <a:lnTo>
                  <a:pt x="1247" y="383"/>
                </a:lnTo>
                <a:lnTo>
                  <a:pt x="1247" y="384"/>
                </a:lnTo>
                <a:lnTo>
                  <a:pt x="1248" y="383"/>
                </a:lnTo>
                <a:lnTo>
                  <a:pt x="1249" y="384"/>
                </a:lnTo>
                <a:lnTo>
                  <a:pt x="1250" y="384"/>
                </a:lnTo>
                <a:lnTo>
                  <a:pt x="1250" y="385"/>
                </a:lnTo>
                <a:lnTo>
                  <a:pt x="1251" y="385"/>
                </a:lnTo>
                <a:lnTo>
                  <a:pt x="1252" y="385"/>
                </a:lnTo>
                <a:lnTo>
                  <a:pt x="1252" y="384"/>
                </a:lnTo>
                <a:lnTo>
                  <a:pt x="1253" y="384"/>
                </a:lnTo>
                <a:lnTo>
                  <a:pt x="1253" y="383"/>
                </a:lnTo>
                <a:lnTo>
                  <a:pt x="1254" y="383"/>
                </a:lnTo>
                <a:lnTo>
                  <a:pt x="1254" y="382"/>
                </a:lnTo>
                <a:lnTo>
                  <a:pt x="1255" y="382"/>
                </a:lnTo>
                <a:lnTo>
                  <a:pt x="1256" y="382"/>
                </a:lnTo>
                <a:lnTo>
                  <a:pt x="1257" y="382"/>
                </a:lnTo>
                <a:lnTo>
                  <a:pt x="1257" y="383"/>
                </a:lnTo>
                <a:lnTo>
                  <a:pt x="1258" y="383"/>
                </a:lnTo>
                <a:lnTo>
                  <a:pt x="1259" y="383"/>
                </a:lnTo>
                <a:lnTo>
                  <a:pt x="1260" y="382"/>
                </a:lnTo>
                <a:lnTo>
                  <a:pt x="1259" y="382"/>
                </a:lnTo>
                <a:lnTo>
                  <a:pt x="1259" y="381"/>
                </a:lnTo>
                <a:lnTo>
                  <a:pt x="1261" y="381"/>
                </a:lnTo>
                <a:lnTo>
                  <a:pt x="1262" y="381"/>
                </a:lnTo>
                <a:lnTo>
                  <a:pt x="1262" y="382"/>
                </a:lnTo>
                <a:lnTo>
                  <a:pt x="1263" y="382"/>
                </a:lnTo>
                <a:lnTo>
                  <a:pt x="1264" y="382"/>
                </a:lnTo>
                <a:lnTo>
                  <a:pt x="1265" y="382"/>
                </a:lnTo>
                <a:lnTo>
                  <a:pt x="1265" y="381"/>
                </a:lnTo>
                <a:lnTo>
                  <a:pt x="1266" y="381"/>
                </a:lnTo>
                <a:lnTo>
                  <a:pt x="1267" y="381"/>
                </a:lnTo>
                <a:lnTo>
                  <a:pt x="1268" y="381"/>
                </a:lnTo>
                <a:lnTo>
                  <a:pt x="1268" y="380"/>
                </a:lnTo>
                <a:lnTo>
                  <a:pt x="1269" y="380"/>
                </a:lnTo>
                <a:lnTo>
                  <a:pt x="1269" y="381"/>
                </a:lnTo>
                <a:lnTo>
                  <a:pt x="1269" y="382"/>
                </a:lnTo>
                <a:lnTo>
                  <a:pt x="1270" y="382"/>
                </a:lnTo>
                <a:lnTo>
                  <a:pt x="1271" y="382"/>
                </a:lnTo>
                <a:lnTo>
                  <a:pt x="1271" y="383"/>
                </a:lnTo>
                <a:lnTo>
                  <a:pt x="1272" y="383"/>
                </a:lnTo>
                <a:lnTo>
                  <a:pt x="1273" y="383"/>
                </a:lnTo>
                <a:lnTo>
                  <a:pt x="1273" y="382"/>
                </a:lnTo>
                <a:lnTo>
                  <a:pt x="1274" y="383"/>
                </a:lnTo>
                <a:lnTo>
                  <a:pt x="1274" y="384"/>
                </a:lnTo>
                <a:lnTo>
                  <a:pt x="1275" y="384"/>
                </a:lnTo>
                <a:lnTo>
                  <a:pt x="1275" y="383"/>
                </a:lnTo>
                <a:lnTo>
                  <a:pt x="1276" y="383"/>
                </a:lnTo>
                <a:lnTo>
                  <a:pt x="1277" y="383"/>
                </a:lnTo>
                <a:lnTo>
                  <a:pt x="1277" y="384"/>
                </a:lnTo>
                <a:lnTo>
                  <a:pt x="1278" y="384"/>
                </a:lnTo>
                <a:lnTo>
                  <a:pt x="1279" y="384"/>
                </a:lnTo>
                <a:lnTo>
                  <a:pt x="1279" y="383"/>
                </a:lnTo>
                <a:lnTo>
                  <a:pt x="1280" y="383"/>
                </a:lnTo>
                <a:lnTo>
                  <a:pt x="1281" y="383"/>
                </a:lnTo>
                <a:lnTo>
                  <a:pt x="1282" y="384"/>
                </a:lnTo>
                <a:lnTo>
                  <a:pt x="1283" y="384"/>
                </a:lnTo>
                <a:lnTo>
                  <a:pt x="1284" y="384"/>
                </a:lnTo>
                <a:lnTo>
                  <a:pt x="1284" y="385"/>
                </a:lnTo>
                <a:lnTo>
                  <a:pt x="1285" y="385"/>
                </a:lnTo>
                <a:lnTo>
                  <a:pt x="1286" y="385"/>
                </a:lnTo>
                <a:lnTo>
                  <a:pt x="1287" y="384"/>
                </a:lnTo>
                <a:lnTo>
                  <a:pt x="1288" y="383"/>
                </a:lnTo>
                <a:lnTo>
                  <a:pt x="1288" y="382"/>
                </a:lnTo>
                <a:lnTo>
                  <a:pt x="1289" y="382"/>
                </a:lnTo>
                <a:lnTo>
                  <a:pt x="1289" y="381"/>
                </a:lnTo>
                <a:lnTo>
                  <a:pt x="1289" y="380"/>
                </a:lnTo>
                <a:lnTo>
                  <a:pt x="1290" y="381"/>
                </a:lnTo>
                <a:lnTo>
                  <a:pt x="1291" y="381"/>
                </a:lnTo>
                <a:lnTo>
                  <a:pt x="1291" y="382"/>
                </a:lnTo>
                <a:lnTo>
                  <a:pt x="1292" y="382"/>
                </a:lnTo>
                <a:lnTo>
                  <a:pt x="1293" y="382"/>
                </a:lnTo>
                <a:lnTo>
                  <a:pt x="1294" y="382"/>
                </a:lnTo>
                <a:lnTo>
                  <a:pt x="1294" y="383"/>
                </a:lnTo>
                <a:lnTo>
                  <a:pt x="1295" y="383"/>
                </a:lnTo>
                <a:lnTo>
                  <a:pt x="1296" y="384"/>
                </a:lnTo>
                <a:lnTo>
                  <a:pt x="1297" y="384"/>
                </a:lnTo>
                <a:lnTo>
                  <a:pt x="1297" y="385"/>
                </a:lnTo>
                <a:lnTo>
                  <a:pt x="1298" y="385"/>
                </a:lnTo>
                <a:lnTo>
                  <a:pt x="1299" y="385"/>
                </a:lnTo>
                <a:lnTo>
                  <a:pt x="1299" y="384"/>
                </a:lnTo>
                <a:lnTo>
                  <a:pt x="1300" y="384"/>
                </a:lnTo>
                <a:lnTo>
                  <a:pt x="1301" y="384"/>
                </a:lnTo>
                <a:lnTo>
                  <a:pt x="1302" y="384"/>
                </a:lnTo>
                <a:lnTo>
                  <a:pt x="1302" y="385"/>
                </a:lnTo>
                <a:lnTo>
                  <a:pt x="1303" y="385"/>
                </a:lnTo>
                <a:lnTo>
                  <a:pt x="1303" y="386"/>
                </a:lnTo>
                <a:lnTo>
                  <a:pt x="1304" y="386"/>
                </a:lnTo>
                <a:lnTo>
                  <a:pt x="1305" y="386"/>
                </a:lnTo>
                <a:lnTo>
                  <a:pt x="1305" y="387"/>
                </a:lnTo>
                <a:lnTo>
                  <a:pt x="1306" y="387"/>
                </a:lnTo>
                <a:lnTo>
                  <a:pt x="1306" y="386"/>
                </a:lnTo>
                <a:lnTo>
                  <a:pt x="1307" y="386"/>
                </a:lnTo>
                <a:lnTo>
                  <a:pt x="1308" y="386"/>
                </a:lnTo>
                <a:lnTo>
                  <a:pt x="1309" y="386"/>
                </a:lnTo>
                <a:lnTo>
                  <a:pt x="1310" y="387"/>
                </a:lnTo>
                <a:lnTo>
                  <a:pt x="1310" y="386"/>
                </a:lnTo>
                <a:lnTo>
                  <a:pt x="1311" y="386"/>
                </a:lnTo>
                <a:lnTo>
                  <a:pt x="1311" y="385"/>
                </a:lnTo>
                <a:lnTo>
                  <a:pt x="1312" y="385"/>
                </a:lnTo>
                <a:lnTo>
                  <a:pt x="1312" y="386"/>
                </a:lnTo>
                <a:lnTo>
                  <a:pt x="1313" y="386"/>
                </a:lnTo>
                <a:lnTo>
                  <a:pt x="1313" y="385"/>
                </a:lnTo>
                <a:lnTo>
                  <a:pt x="1314" y="385"/>
                </a:lnTo>
                <a:lnTo>
                  <a:pt x="1314" y="386"/>
                </a:lnTo>
                <a:lnTo>
                  <a:pt x="1314" y="385"/>
                </a:lnTo>
                <a:lnTo>
                  <a:pt x="1315" y="385"/>
                </a:lnTo>
                <a:lnTo>
                  <a:pt x="1316" y="385"/>
                </a:lnTo>
                <a:lnTo>
                  <a:pt x="1316" y="384"/>
                </a:lnTo>
                <a:lnTo>
                  <a:pt x="1317" y="384"/>
                </a:lnTo>
                <a:lnTo>
                  <a:pt x="1317" y="383"/>
                </a:lnTo>
                <a:lnTo>
                  <a:pt x="1318" y="383"/>
                </a:lnTo>
                <a:lnTo>
                  <a:pt x="1319" y="383"/>
                </a:lnTo>
                <a:lnTo>
                  <a:pt x="1319" y="384"/>
                </a:lnTo>
                <a:lnTo>
                  <a:pt x="1319" y="385"/>
                </a:lnTo>
                <a:lnTo>
                  <a:pt x="1320" y="386"/>
                </a:lnTo>
                <a:lnTo>
                  <a:pt x="1320" y="387"/>
                </a:lnTo>
                <a:lnTo>
                  <a:pt x="1319" y="387"/>
                </a:lnTo>
                <a:lnTo>
                  <a:pt x="1320" y="387"/>
                </a:lnTo>
                <a:lnTo>
                  <a:pt x="1321" y="387"/>
                </a:lnTo>
                <a:lnTo>
                  <a:pt x="1321" y="388"/>
                </a:lnTo>
                <a:lnTo>
                  <a:pt x="1321" y="389"/>
                </a:lnTo>
                <a:lnTo>
                  <a:pt x="1321" y="390"/>
                </a:lnTo>
                <a:lnTo>
                  <a:pt x="1322" y="390"/>
                </a:lnTo>
                <a:lnTo>
                  <a:pt x="1322" y="392"/>
                </a:lnTo>
                <a:lnTo>
                  <a:pt x="1322" y="393"/>
                </a:lnTo>
                <a:lnTo>
                  <a:pt x="1323" y="393"/>
                </a:lnTo>
                <a:lnTo>
                  <a:pt x="1323" y="394"/>
                </a:lnTo>
                <a:lnTo>
                  <a:pt x="1323" y="395"/>
                </a:lnTo>
                <a:lnTo>
                  <a:pt x="1324" y="395"/>
                </a:lnTo>
                <a:lnTo>
                  <a:pt x="1324" y="394"/>
                </a:lnTo>
                <a:lnTo>
                  <a:pt x="1325" y="394"/>
                </a:lnTo>
                <a:lnTo>
                  <a:pt x="1326" y="394"/>
                </a:lnTo>
                <a:lnTo>
                  <a:pt x="1327" y="393"/>
                </a:lnTo>
                <a:lnTo>
                  <a:pt x="1328" y="393"/>
                </a:lnTo>
                <a:lnTo>
                  <a:pt x="1328" y="392"/>
                </a:lnTo>
                <a:lnTo>
                  <a:pt x="1328" y="393"/>
                </a:lnTo>
                <a:lnTo>
                  <a:pt x="1329" y="393"/>
                </a:lnTo>
                <a:lnTo>
                  <a:pt x="1330" y="393"/>
                </a:lnTo>
                <a:lnTo>
                  <a:pt x="1331" y="393"/>
                </a:lnTo>
                <a:lnTo>
                  <a:pt x="1332" y="393"/>
                </a:lnTo>
                <a:lnTo>
                  <a:pt x="1332" y="392"/>
                </a:lnTo>
                <a:lnTo>
                  <a:pt x="1332" y="391"/>
                </a:lnTo>
                <a:lnTo>
                  <a:pt x="1332" y="390"/>
                </a:lnTo>
                <a:lnTo>
                  <a:pt x="1333" y="390"/>
                </a:lnTo>
                <a:lnTo>
                  <a:pt x="1334" y="390"/>
                </a:lnTo>
                <a:lnTo>
                  <a:pt x="1335" y="390"/>
                </a:lnTo>
                <a:lnTo>
                  <a:pt x="1335" y="391"/>
                </a:lnTo>
                <a:lnTo>
                  <a:pt x="1336" y="391"/>
                </a:lnTo>
                <a:lnTo>
                  <a:pt x="1337" y="391"/>
                </a:lnTo>
                <a:lnTo>
                  <a:pt x="1337" y="392"/>
                </a:lnTo>
                <a:lnTo>
                  <a:pt x="1338" y="392"/>
                </a:lnTo>
                <a:lnTo>
                  <a:pt x="1338" y="391"/>
                </a:lnTo>
                <a:lnTo>
                  <a:pt x="1339" y="391"/>
                </a:lnTo>
                <a:lnTo>
                  <a:pt x="1340" y="391"/>
                </a:lnTo>
                <a:lnTo>
                  <a:pt x="1340" y="392"/>
                </a:lnTo>
                <a:lnTo>
                  <a:pt x="1340" y="393"/>
                </a:lnTo>
                <a:lnTo>
                  <a:pt x="1340" y="394"/>
                </a:lnTo>
                <a:lnTo>
                  <a:pt x="1341" y="394"/>
                </a:lnTo>
                <a:lnTo>
                  <a:pt x="1341" y="395"/>
                </a:lnTo>
                <a:lnTo>
                  <a:pt x="1342" y="395"/>
                </a:lnTo>
                <a:lnTo>
                  <a:pt x="1343" y="395"/>
                </a:lnTo>
                <a:lnTo>
                  <a:pt x="1344" y="395"/>
                </a:lnTo>
                <a:lnTo>
                  <a:pt x="1345" y="396"/>
                </a:lnTo>
                <a:lnTo>
                  <a:pt x="1344" y="396"/>
                </a:lnTo>
                <a:lnTo>
                  <a:pt x="1344" y="397"/>
                </a:lnTo>
                <a:lnTo>
                  <a:pt x="1345" y="397"/>
                </a:lnTo>
                <a:lnTo>
                  <a:pt x="1346" y="397"/>
                </a:lnTo>
                <a:lnTo>
                  <a:pt x="1346" y="398"/>
                </a:lnTo>
                <a:lnTo>
                  <a:pt x="1345" y="399"/>
                </a:lnTo>
                <a:lnTo>
                  <a:pt x="1345" y="400"/>
                </a:lnTo>
                <a:lnTo>
                  <a:pt x="1346" y="400"/>
                </a:lnTo>
                <a:lnTo>
                  <a:pt x="1347" y="400"/>
                </a:lnTo>
                <a:lnTo>
                  <a:pt x="1348" y="400"/>
                </a:lnTo>
                <a:lnTo>
                  <a:pt x="1349" y="401"/>
                </a:lnTo>
                <a:lnTo>
                  <a:pt x="1349" y="402"/>
                </a:lnTo>
                <a:lnTo>
                  <a:pt x="1350" y="402"/>
                </a:lnTo>
                <a:lnTo>
                  <a:pt x="1350" y="403"/>
                </a:lnTo>
                <a:lnTo>
                  <a:pt x="1351" y="403"/>
                </a:lnTo>
                <a:lnTo>
                  <a:pt x="1351" y="404"/>
                </a:lnTo>
                <a:lnTo>
                  <a:pt x="1351" y="405"/>
                </a:lnTo>
                <a:lnTo>
                  <a:pt x="1352" y="405"/>
                </a:lnTo>
                <a:lnTo>
                  <a:pt x="1352" y="404"/>
                </a:lnTo>
                <a:lnTo>
                  <a:pt x="1353" y="404"/>
                </a:lnTo>
                <a:lnTo>
                  <a:pt x="1353" y="403"/>
                </a:lnTo>
                <a:lnTo>
                  <a:pt x="1354" y="403"/>
                </a:lnTo>
                <a:lnTo>
                  <a:pt x="1354" y="402"/>
                </a:lnTo>
                <a:lnTo>
                  <a:pt x="1355" y="402"/>
                </a:lnTo>
                <a:lnTo>
                  <a:pt x="1356" y="402"/>
                </a:lnTo>
                <a:lnTo>
                  <a:pt x="1357" y="402"/>
                </a:lnTo>
                <a:lnTo>
                  <a:pt x="1357" y="401"/>
                </a:lnTo>
                <a:lnTo>
                  <a:pt x="1358" y="401"/>
                </a:lnTo>
                <a:lnTo>
                  <a:pt x="1358" y="402"/>
                </a:lnTo>
                <a:lnTo>
                  <a:pt x="1359" y="402"/>
                </a:lnTo>
                <a:lnTo>
                  <a:pt x="1359" y="403"/>
                </a:lnTo>
                <a:lnTo>
                  <a:pt x="1359" y="404"/>
                </a:lnTo>
                <a:lnTo>
                  <a:pt x="1360" y="404"/>
                </a:lnTo>
                <a:lnTo>
                  <a:pt x="1360" y="405"/>
                </a:lnTo>
                <a:lnTo>
                  <a:pt x="1360" y="406"/>
                </a:lnTo>
                <a:lnTo>
                  <a:pt x="1360" y="407"/>
                </a:lnTo>
                <a:lnTo>
                  <a:pt x="1361" y="407"/>
                </a:lnTo>
                <a:lnTo>
                  <a:pt x="1361" y="408"/>
                </a:lnTo>
                <a:lnTo>
                  <a:pt x="1361" y="407"/>
                </a:lnTo>
                <a:lnTo>
                  <a:pt x="1362" y="407"/>
                </a:lnTo>
                <a:lnTo>
                  <a:pt x="1363" y="407"/>
                </a:lnTo>
                <a:lnTo>
                  <a:pt x="1363" y="408"/>
                </a:lnTo>
                <a:lnTo>
                  <a:pt x="1363" y="409"/>
                </a:lnTo>
                <a:lnTo>
                  <a:pt x="1364" y="409"/>
                </a:lnTo>
                <a:lnTo>
                  <a:pt x="1364" y="410"/>
                </a:lnTo>
                <a:lnTo>
                  <a:pt x="1365" y="410"/>
                </a:lnTo>
                <a:lnTo>
                  <a:pt x="1365" y="409"/>
                </a:lnTo>
                <a:lnTo>
                  <a:pt x="1366" y="409"/>
                </a:lnTo>
                <a:lnTo>
                  <a:pt x="1367" y="409"/>
                </a:lnTo>
                <a:lnTo>
                  <a:pt x="1368" y="409"/>
                </a:lnTo>
                <a:lnTo>
                  <a:pt x="1368" y="408"/>
                </a:lnTo>
                <a:lnTo>
                  <a:pt x="1368" y="407"/>
                </a:lnTo>
                <a:lnTo>
                  <a:pt x="1369" y="407"/>
                </a:lnTo>
                <a:lnTo>
                  <a:pt x="1370" y="407"/>
                </a:lnTo>
                <a:lnTo>
                  <a:pt x="1370" y="406"/>
                </a:lnTo>
                <a:lnTo>
                  <a:pt x="1371" y="406"/>
                </a:lnTo>
                <a:lnTo>
                  <a:pt x="1372" y="406"/>
                </a:lnTo>
                <a:lnTo>
                  <a:pt x="1372" y="405"/>
                </a:lnTo>
                <a:lnTo>
                  <a:pt x="1373" y="405"/>
                </a:lnTo>
                <a:lnTo>
                  <a:pt x="1373" y="404"/>
                </a:lnTo>
                <a:lnTo>
                  <a:pt x="1374" y="404"/>
                </a:lnTo>
                <a:lnTo>
                  <a:pt x="1374" y="403"/>
                </a:lnTo>
                <a:lnTo>
                  <a:pt x="1374" y="402"/>
                </a:lnTo>
                <a:lnTo>
                  <a:pt x="1375" y="402"/>
                </a:lnTo>
                <a:lnTo>
                  <a:pt x="1376" y="400"/>
                </a:lnTo>
                <a:lnTo>
                  <a:pt x="1377" y="400"/>
                </a:lnTo>
                <a:lnTo>
                  <a:pt x="1378" y="400"/>
                </a:lnTo>
                <a:lnTo>
                  <a:pt x="1378" y="401"/>
                </a:lnTo>
                <a:lnTo>
                  <a:pt x="1379" y="401"/>
                </a:lnTo>
                <a:lnTo>
                  <a:pt x="1379" y="400"/>
                </a:lnTo>
                <a:lnTo>
                  <a:pt x="1380" y="400"/>
                </a:lnTo>
                <a:lnTo>
                  <a:pt x="1381" y="400"/>
                </a:lnTo>
                <a:lnTo>
                  <a:pt x="1382" y="399"/>
                </a:lnTo>
                <a:lnTo>
                  <a:pt x="1383" y="400"/>
                </a:lnTo>
                <a:lnTo>
                  <a:pt x="1384" y="400"/>
                </a:lnTo>
                <a:lnTo>
                  <a:pt x="1385" y="401"/>
                </a:lnTo>
                <a:lnTo>
                  <a:pt x="1386" y="401"/>
                </a:lnTo>
                <a:lnTo>
                  <a:pt x="1387" y="401"/>
                </a:lnTo>
                <a:lnTo>
                  <a:pt x="1387" y="402"/>
                </a:lnTo>
                <a:lnTo>
                  <a:pt x="1388" y="402"/>
                </a:lnTo>
                <a:lnTo>
                  <a:pt x="1389" y="402"/>
                </a:lnTo>
                <a:lnTo>
                  <a:pt x="1390" y="402"/>
                </a:lnTo>
                <a:lnTo>
                  <a:pt x="1391" y="402"/>
                </a:lnTo>
                <a:lnTo>
                  <a:pt x="1392" y="403"/>
                </a:lnTo>
                <a:lnTo>
                  <a:pt x="1392" y="404"/>
                </a:lnTo>
                <a:lnTo>
                  <a:pt x="1392" y="405"/>
                </a:lnTo>
                <a:lnTo>
                  <a:pt x="1392" y="406"/>
                </a:lnTo>
                <a:lnTo>
                  <a:pt x="1393" y="406"/>
                </a:lnTo>
                <a:lnTo>
                  <a:pt x="1394" y="406"/>
                </a:lnTo>
                <a:lnTo>
                  <a:pt x="1394" y="407"/>
                </a:lnTo>
                <a:lnTo>
                  <a:pt x="1394" y="408"/>
                </a:lnTo>
                <a:lnTo>
                  <a:pt x="1395" y="408"/>
                </a:lnTo>
                <a:lnTo>
                  <a:pt x="1395" y="409"/>
                </a:lnTo>
                <a:lnTo>
                  <a:pt x="1395" y="410"/>
                </a:lnTo>
                <a:lnTo>
                  <a:pt x="1394" y="410"/>
                </a:lnTo>
                <a:lnTo>
                  <a:pt x="1395" y="411"/>
                </a:lnTo>
                <a:lnTo>
                  <a:pt x="1395" y="410"/>
                </a:lnTo>
                <a:lnTo>
                  <a:pt x="1396" y="410"/>
                </a:lnTo>
                <a:lnTo>
                  <a:pt x="1397" y="410"/>
                </a:lnTo>
                <a:lnTo>
                  <a:pt x="1398" y="410"/>
                </a:lnTo>
                <a:lnTo>
                  <a:pt x="1399" y="411"/>
                </a:lnTo>
                <a:lnTo>
                  <a:pt x="1400" y="411"/>
                </a:lnTo>
                <a:lnTo>
                  <a:pt x="1400" y="410"/>
                </a:lnTo>
                <a:lnTo>
                  <a:pt x="1402" y="410"/>
                </a:lnTo>
                <a:lnTo>
                  <a:pt x="1403" y="410"/>
                </a:lnTo>
                <a:lnTo>
                  <a:pt x="1403" y="409"/>
                </a:lnTo>
                <a:lnTo>
                  <a:pt x="1404" y="409"/>
                </a:lnTo>
                <a:lnTo>
                  <a:pt x="1404" y="410"/>
                </a:lnTo>
                <a:lnTo>
                  <a:pt x="1405" y="410"/>
                </a:lnTo>
                <a:lnTo>
                  <a:pt x="1405" y="411"/>
                </a:lnTo>
                <a:lnTo>
                  <a:pt x="1405" y="412"/>
                </a:lnTo>
                <a:lnTo>
                  <a:pt x="1406" y="412"/>
                </a:lnTo>
                <a:lnTo>
                  <a:pt x="1406" y="411"/>
                </a:lnTo>
                <a:lnTo>
                  <a:pt x="1407" y="411"/>
                </a:lnTo>
                <a:lnTo>
                  <a:pt x="1407" y="412"/>
                </a:lnTo>
                <a:lnTo>
                  <a:pt x="1408" y="412"/>
                </a:lnTo>
                <a:lnTo>
                  <a:pt x="1408" y="413"/>
                </a:lnTo>
                <a:lnTo>
                  <a:pt x="1409" y="413"/>
                </a:lnTo>
                <a:lnTo>
                  <a:pt x="1410" y="413"/>
                </a:lnTo>
                <a:lnTo>
                  <a:pt x="1410" y="412"/>
                </a:lnTo>
                <a:lnTo>
                  <a:pt x="1411" y="412"/>
                </a:lnTo>
                <a:lnTo>
                  <a:pt x="1411" y="411"/>
                </a:lnTo>
                <a:lnTo>
                  <a:pt x="1412" y="411"/>
                </a:lnTo>
                <a:lnTo>
                  <a:pt x="1412" y="410"/>
                </a:lnTo>
                <a:lnTo>
                  <a:pt x="1412" y="411"/>
                </a:lnTo>
                <a:lnTo>
                  <a:pt x="1413" y="411"/>
                </a:lnTo>
                <a:lnTo>
                  <a:pt x="1414" y="411"/>
                </a:lnTo>
                <a:lnTo>
                  <a:pt x="1415" y="411"/>
                </a:lnTo>
                <a:lnTo>
                  <a:pt x="1416" y="411"/>
                </a:lnTo>
                <a:lnTo>
                  <a:pt x="1416" y="412"/>
                </a:lnTo>
                <a:lnTo>
                  <a:pt x="1416" y="413"/>
                </a:lnTo>
                <a:lnTo>
                  <a:pt x="1417" y="413"/>
                </a:lnTo>
                <a:lnTo>
                  <a:pt x="1418" y="413"/>
                </a:lnTo>
                <a:lnTo>
                  <a:pt x="1419" y="414"/>
                </a:lnTo>
                <a:lnTo>
                  <a:pt x="1420" y="414"/>
                </a:lnTo>
                <a:lnTo>
                  <a:pt x="1421" y="414"/>
                </a:lnTo>
                <a:lnTo>
                  <a:pt x="1421" y="413"/>
                </a:lnTo>
                <a:lnTo>
                  <a:pt x="1421" y="412"/>
                </a:lnTo>
                <a:lnTo>
                  <a:pt x="1422" y="412"/>
                </a:lnTo>
                <a:lnTo>
                  <a:pt x="1423" y="412"/>
                </a:lnTo>
                <a:lnTo>
                  <a:pt x="1424" y="412"/>
                </a:lnTo>
                <a:lnTo>
                  <a:pt x="1424" y="411"/>
                </a:lnTo>
                <a:lnTo>
                  <a:pt x="1424" y="410"/>
                </a:lnTo>
                <a:lnTo>
                  <a:pt x="1423" y="410"/>
                </a:lnTo>
                <a:lnTo>
                  <a:pt x="1423" y="409"/>
                </a:lnTo>
                <a:lnTo>
                  <a:pt x="1424" y="408"/>
                </a:lnTo>
                <a:lnTo>
                  <a:pt x="1424" y="407"/>
                </a:lnTo>
                <a:lnTo>
                  <a:pt x="1425" y="407"/>
                </a:lnTo>
                <a:lnTo>
                  <a:pt x="1425" y="406"/>
                </a:lnTo>
                <a:lnTo>
                  <a:pt x="1426" y="406"/>
                </a:lnTo>
                <a:lnTo>
                  <a:pt x="1427" y="406"/>
                </a:lnTo>
                <a:lnTo>
                  <a:pt x="1429" y="406"/>
                </a:lnTo>
                <a:lnTo>
                  <a:pt x="1430" y="406"/>
                </a:lnTo>
                <a:lnTo>
                  <a:pt x="1431" y="406"/>
                </a:lnTo>
                <a:lnTo>
                  <a:pt x="1432" y="407"/>
                </a:lnTo>
                <a:lnTo>
                  <a:pt x="1433" y="407"/>
                </a:lnTo>
                <a:lnTo>
                  <a:pt x="1434" y="407"/>
                </a:lnTo>
                <a:lnTo>
                  <a:pt x="1434" y="406"/>
                </a:lnTo>
                <a:lnTo>
                  <a:pt x="1435" y="405"/>
                </a:lnTo>
                <a:lnTo>
                  <a:pt x="1436" y="405"/>
                </a:lnTo>
                <a:lnTo>
                  <a:pt x="1436" y="404"/>
                </a:lnTo>
                <a:lnTo>
                  <a:pt x="1437" y="404"/>
                </a:lnTo>
                <a:lnTo>
                  <a:pt x="1438" y="405"/>
                </a:lnTo>
                <a:lnTo>
                  <a:pt x="1438" y="404"/>
                </a:lnTo>
                <a:lnTo>
                  <a:pt x="1439" y="404"/>
                </a:lnTo>
                <a:lnTo>
                  <a:pt x="1439" y="405"/>
                </a:lnTo>
                <a:lnTo>
                  <a:pt x="1440" y="406"/>
                </a:lnTo>
                <a:lnTo>
                  <a:pt x="1441" y="405"/>
                </a:lnTo>
                <a:lnTo>
                  <a:pt x="1441" y="404"/>
                </a:lnTo>
                <a:lnTo>
                  <a:pt x="1442" y="404"/>
                </a:lnTo>
                <a:lnTo>
                  <a:pt x="1442" y="403"/>
                </a:lnTo>
                <a:lnTo>
                  <a:pt x="1442" y="402"/>
                </a:lnTo>
                <a:lnTo>
                  <a:pt x="1442" y="401"/>
                </a:lnTo>
                <a:lnTo>
                  <a:pt x="1441" y="401"/>
                </a:lnTo>
                <a:lnTo>
                  <a:pt x="1442" y="401"/>
                </a:lnTo>
                <a:lnTo>
                  <a:pt x="1442" y="400"/>
                </a:lnTo>
                <a:lnTo>
                  <a:pt x="1442" y="399"/>
                </a:lnTo>
                <a:lnTo>
                  <a:pt x="1443" y="399"/>
                </a:lnTo>
                <a:lnTo>
                  <a:pt x="1443" y="398"/>
                </a:lnTo>
                <a:lnTo>
                  <a:pt x="1443" y="397"/>
                </a:lnTo>
                <a:lnTo>
                  <a:pt x="1444" y="397"/>
                </a:lnTo>
                <a:lnTo>
                  <a:pt x="1444" y="398"/>
                </a:lnTo>
                <a:lnTo>
                  <a:pt x="1444" y="399"/>
                </a:lnTo>
                <a:lnTo>
                  <a:pt x="1445" y="399"/>
                </a:lnTo>
                <a:lnTo>
                  <a:pt x="1445" y="400"/>
                </a:lnTo>
                <a:lnTo>
                  <a:pt x="1446" y="400"/>
                </a:lnTo>
                <a:lnTo>
                  <a:pt x="1446" y="401"/>
                </a:lnTo>
                <a:lnTo>
                  <a:pt x="1447" y="401"/>
                </a:lnTo>
                <a:lnTo>
                  <a:pt x="1448" y="400"/>
                </a:lnTo>
                <a:lnTo>
                  <a:pt x="1449" y="400"/>
                </a:lnTo>
                <a:lnTo>
                  <a:pt x="1449" y="399"/>
                </a:lnTo>
                <a:lnTo>
                  <a:pt x="1449" y="398"/>
                </a:lnTo>
                <a:lnTo>
                  <a:pt x="1449" y="397"/>
                </a:lnTo>
                <a:lnTo>
                  <a:pt x="1450" y="396"/>
                </a:lnTo>
                <a:lnTo>
                  <a:pt x="1451" y="396"/>
                </a:lnTo>
                <a:lnTo>
                  <a:pt x="1451" y="397"/>
                </a:lnTo>
                <a:lnTo>
                  <a:pt x="1452" y="398"/>
                </a:lnTo>
                <a:lnTo>
                  <a:pt x="1452" y="397"/>
                </a:lnTo>
                <a:lnTo>
                  <a:pt x="1453" y="397"/>
                </a:lnTo>
                <a:lnTo>
                  <a:pt x="1454" y="397"/>
                </a:lnTo>
                <a:lnTo>
                  <a:pt x="1455" y="397"/>
                </a:lnTo>
                <a:lnTo>
                  <a:pt x="1455" y="398"/>
                </a:lnTo>
                <a:lnTo>
                  <a:pt x="1456" y="397"/>
                </a:lnTo>
                <a:lnTo>
                  <a:pt x="1457" y="397"/>
                </a:lnTo>
                <a:lnTo>
                  <a:pt x="1457" y="396"/>
                </a:lnTo>
                <a:lnTo>
                  <a:pt x="1458" y="396"/>
                </a:lnTo>
                <a:lnTo>
                  <a:pt x="1458" y="395"/>
                </a:lnTo>
                <a:lnTo>
                  <a:pt x="1458" y="394"/>
                </a:lnTo>
                <a:lnTo>
                  <a:pt x="1459" y="394"/>
                </a:lnTo>
                <a:lnTo>
                  <a:pt x="1460" y="394"/>
                </a:lnTo>
                <a:lnTo>
                  <a:pt x="1461" y="394"/>
                </a:lnTo>
                <a:lnTo>
                  <a:pt x="1461" y="393"/>
                </a:lnTo>
                <a:lnTo>
                  <a:pt x="1461" y="392"/>
                </a:lnTo>
                <a:lnTo>
                  <a:pt x="1462" y="392"/>
                </a:lnTo>
                <a:lnTo>
                  <a:pt x="1462" y="391"/>
                </a:lnTo>
                <a:lnTo>
                  <a:pt x="1462" y="390"/>
                </a:lnTo>
                <a:lnTo>
                  <a:pt x="1463" y="390"/>
                </a:lnTo>
                <a:lnTo>
                  <a:pt x="1464" y="391"/>
                </a:lnTo>
                <a:lnTo>
                  <a:pt x="1465" y="392"/>
                </a:lnTo>
                <a:lnTo>
                  <a:pt x="1465" y="393"/>
                </a:lnTo>
                <a:lnTo>
                  <a:pt x="1466" y="393"/>
                </a:lnTo>
                <a:lnTo>
                  <a:pt x="1466" y="394"/>
                </a:lnTo>
                <a:lnTo>
                  <a:pt x="1467" y="394"/>
                </a:lnTo>
                <a:lnTo>
                  <a:pt x="1468" y="395"/>
                </a:lnTo>
                <a:lnTo>
                  <a:pt x="1469" y="395"/>
                </a:lnTo>
                <a:lnTo>
                  <a:pt x="1469" y="396"/>
                </a:lnTo>
                <a:lnTo>
                  <a:pt x="1470" y="396"/>
                </a:lnTo>
                <a:lnTo>
                  <a:pt x="1469" y="396"/>
                </a:lnTo>
                <a:lnTo>
                  <a:pt x="1469" y="397"/>
                </a:lnTo>
                <a:lnTo>
                  <a:pt x="1470" y="397"/>
                </a:lnTo>
                <a:lnTo>
                  <a:pt x="1471" y="397"/>
                </a:lnTo>
                <a:lnTo>
                  <a:pt x="1471" y="398"/>
                </a:lnTo>
                <a:lnTo>
                  <a:pt x="1471" y="397"/>
                </a:lnTo>
                <a:lnTo>
                  <a:pt x="1472" y="397"/>
                </a:lnTo>
                <a:lnTo>
                  <a:pt x="1473" y="397"/>
                </a:lnTo>
                <a:lnTo>
                  <a:pt x="1473" y="398"/>
                </a:lnTo>
                <a:lnTo>
                  <a:pt x="1474" y="398"/>
                </a:lnTo>
                <a:lnTo>
                  <a:pt x="1474" y="399"/>
                </a:lnTo>
                <a:lnTo>
                  <a:pt x="1474" y="400"/>
                </a:lnTo>
                <a:lnTo>
                  <a:pt x="1475" y="400"/>
                </a:lnTo>
                <a:lnTo>
                  <a:pt x="1475" y="401"/>
                </a:lnTo>
                <a:lnTo>
                  <a:pt x="1474" y="401"/>
                </a:lnTo>
                <a:lnTo>
                  <a:pt x="1475" y="402"/>
                </a:lnTo>
                <a:lnTo>
                  <a:pt x="1476" y="402"/>
                </a:lnTo>
                <a:lnTo>
                  <a:pt x="1477" y="402"/>
                </a:lnTo>
                <a:lnTo>
                  <a:pt x="1478" y="402"/>
                </a:lnTo>
                <a:lnTo>
                  <a:pt x="1478" y="403"/>
                </a:lnTo>
                <a:lnTo>
                  <a:pt x="1479" y="403"/>
                </a:lnTo>
                <a:lnTo>
                  <a:pt x="1478" y="404"/>
                </a:lnTo>
                <a:lnTo>
                  <a:pt x="1479" y="404"/>
                </a:lnTo>
                <a:lnTo>
                  <a:pt x="1478" y="404"/>
                </a:lnTo>
                <a:lnTo>
                  <a:pt x="1476" y="404"/>
                </a:lnTo>
                <a:lnTo>
                  <a:pt x="1476" y="405"/>
                </a:lnTo>
                <a:lnTo>
                  <a:pt x="1477" y="405"/>
                </a:lnTo>
                <a:lnTo>
                  <a:pt x="1478" y="405"/>
                </a:lnTo>
                <a:lnTo>
                  <a:pt x="1478" y="406"/>
                </a:lnTo>
                <a:lnTo>
                  <a:pt x="1479" y="406"/>
                </a:lnTo>
                <a:lnTo>
                  <a:pt x="1479" y="407"/>
                </a:lnTo>
                <a:lnTo>
                  <a:pt x="1479" y="408"/>
                </a:lnTo>
                <a:lnTo>
                  <a:pt x="1480" y="409"/>
                </a:lnTo>
                <a:lnTo>
                  <a:pt x="1481" y="409"/>
                </a:lnTo>
                <a:lnTo>
                  <a:pt x="1482" y="409"/>
                </a:lnTo>
                <a:lnTo>
                  <a:pt x="1483" y="410"/>
                </a:lnTo>
                <a:lnTo>
                  <a:pt x="1484" y="411"/>
                </a:lnTo>
                <a:lnTo>
                  <a:pt x="1485" y="411"/>
                </a:lnTo>
                <a:lnTo>
                  <a:pt x="1486" y="411"/>
                </a:lnTo>
                <a:lnTo>
                  <a:pt x="1487" y="411"/>
                </a:lnTo>
                <a:lnTo>
                  <a:pt x="1488" y="410"/>
                </a:lnTo>
                <a:lnTo>
                  <a:pt x="1489" y="411"/>
                </a:lnTo>
                <a:lnTo>
                  <a:pt x="1489" y="412"/>
                </a:lnTo>
                <a:lnTo>
                  <a:pt x="1489" y="413"/>
                </a:lnTo>
                <a:lnTo>
                  <a:pt x="1489" y="414"/>
                </a:lnTo>
                <a:lnTo>
                  <a:pt x="1489" y="415"/>
                </a:lnTo>
                <a:lnTo>
                  <a:pt x="1490" y="416"/>
                </a:lnTo>
                <a:lnTo>
                  <a:pt x="1490" y="417"/>
                </a:lnTo>
                <a:lnTo>
                  <a:pt x="1491" y="417"/>
                </a:lnTo>
                <a:lnTo>
                  <a:pt x="1492" y="417"/>
                </a:lnTo>
                <a:lnTo>
                  <a:pt x="1493" y="417"/>
                </a:lnTo>
                <a:lnTo>
                  <a:pt x="1493" y="416"/>
                </a:lnTo>
                <a:lnTo>
                  <a:pt x="1494" y="416"/>
                </a:lnTo>
                <a:lnTo>
                  <a:pt x="1494" y="417"/>
                </a:lnTo>
                <a:lnTo>
                  <a:pt x="1495" y="417"/>
                </a:lnTo>
                <a:lnTo>
                  <a:pt x="1496" y="417"/>
                </a:lnTo>
                <a:lnTo>
                  <a:pt x="1497" y="416"/>
                </a:lnTo>
                <a:lnTo>
                  <a:pt x="1496" y="416"/>
                </a:lnTo>
                <a:lnTo>
                  <a:pt x="1496" y="415"/>
                </a:lnTo>
                <a:lnTo>
                  <a:pt x="1497" y="415"/>
                </a:lnTo>
                <a:lnTo>
                  <a:pt x="1497" y="416"/>
                </a:lnTo>
                <a:lnTo>
                  <a:pt x="1498" y="416"/>
                </a:lnTo>
                <a:lnTo>
                  <a:pt x="1498" y="417"/>
                </a:lnTo>
                <a:lnTo>
                  <a:pt x="1499" y="417"/>
                </a:lnTo>
                <a:lnTo>
                  <a:pt x="1500" y="417"/>
                </a:lnTo>
                <a:lnTo>
                  <a:pt x="1501" y="418"/>
                </a:lnTo>
                <a:lnTo>
                  <a:pt x="1502" y="418"/>
                </a:lnTo>
                <a:lnTo>
                  <a:pt x="1503" y="418"/>
                </a:lnTo>
                <a:lnTo>
                  <a:pt x="1503" y="419"/>
                </a:lnTo>
                <a:lnTo>
                  <a:pt x="1504" y="420"/>
                </a:lnTo>
                <a:lnTo>
                  <a:pt x="1505" y="420"/>
                </a:lnTo>
                <a:lnTo>
                  <a:pt x="1505" y="419"/>
                </a:lnTo>
                <a:lnTo>
                  <a:pt x="1506" y="419"/>
                </a:lnTo>
                <a:lnTo>
                  <a:pt x="1507" y="419"/>
                </a:lnTo>
                <a:lnTo>
                  <a:pt x="1508" y="419"/>
                </a:lnTo>
                <a:lnTo>
                  <a:pt x="1509" y="419"/>
                </a:lnTo>
                <a:lnTo>
                  <a:pt x="1509" y="418"/>
                </a:lnTo>
                <a:lnTo>
                  <a:pt x="1510" y="418"/>
                </a:lnTo>
                <a:lnTo>
                  <a:pt x="1511" y="418"/>
                </a:lnTo>
                <a:lnTo>
                  <a:pt x="1512" y="418"/>
                </a:lnTo>
                <a:lnTo>
                  <a:pt x="1511" y="418"/>
                </a:lnTo>
                <a:lnTo>
                  <a:pt x="1511" y="419"/>
                </a:lnTo>
                <a:lnTo>
                  <a:pt x="1512" y="419"/>
                </a:lnTo>
                <a:lnTo>
                  <a:pt x="1513" y="419"/>
                </a:lnTo>
                <a:lnTo>
                  <a:pt x="1513" y="418"/>
                </a:lnTo>
                <a:lnTo>
                  <a:pt x="1514" y="418"/>
                </a:lnTo>
                <a:lnTo>
                  <a:pt x="1514" y="419"/>
                </a:lnTo>
                <a:lnTo>
                  <a:pt x="1515" y="419"/>
                </a:lnTo>
                <a:lnTo>
                  <a:pt x="1516" y="419"/>
                </a:lnTo>
                <a:lnTo>
                  <a:pt x="1517" y="419"/>
                </a:lnTo>
                <a:lnTo>
                  <a:pt x="1517" y="418"/>
                </a:lnTo>
                <a:lnTo>
                  <a:pt x="1518" y="419"/>
                </a:lnTo>
                <a:lnTo>
                  <a:pt x="1518" y="420"/>
                </a:lnTo>
                <a:lnTo>
                  <a:pt x="1518" y="421"/>
                </a:lnTo>
                <a:lnTo>
                  <a:pt x="1519" y="421"/>
                </a:lnTo>
                <a:lnTo>
                  <a:pt x="1520" y="421"/>
                </a:lnTo>
                <a:lnTo>
                  <a:pt x="1520" y="422"/>
                </a:lnTo>
                <a:lnTo>
                  <a:pt x="1521" y="423"/>
                </a:lnTo>
                <a:lnTo>
                  <a:pt x="1520" y="423"/>
                </a:lnTo>
                <a:lnTo>
                  <a:pt x="1519" y="423"/>
                </a:lnTo>
                <a:lnTo>
                  <a:pt x="1518" y="424"/>
                </a:lnTo>
                <a:lnTo>
                  <a:pt x="1517" y="424"/>
                </a:lnTo>
                <a:lnTo>
                  <a:pt x="1516" y="424"/>
                </a:lnTo>
                <a:lnTo>
                  <a:pt x="1516" y="425"/>
                </a:lnTo>
                <a:lnTo>
                  <a:pt x="1515" y="425"/>
                </a:lnTo>
                <a:lnTo>
                  <a:pt x="1514" y="425"/>
                </a:lnTo>
                <a:lnTo>
                  <a:pt x="1513" y="425"/>
                </a:lnTo>
                <a:lnTo>
                  <a:pt x="1511" y="425"/>
                </a:lnTo>
                <a:lnTo>
                  <a:pt x="1510" y="425"/>
                </a:lnTo>
                <a:lnTo>
                  <a:pt x="1509" y="425"/>
                </a:lnTo>
                <a:lnTo>
                  <a:pt x="1508" y="425"/>
                </a:lnTo>
                <a:lnTo>
                  <a:pt x="1507" y="426"/>
                </a:lnTo>
                <a:lnTo>
                  <a:pt x="1506" y="426"/>
                </a:lnTo>
                <a:lnTo>
                  <a:pt x="1506" y="427"/>
                </a:lnTo>
                <a:lnTo>
                  <a:pt x="1505" y="428"/>
                </a:lnTo>
                <a:lnTo>
                  <a:pt x="1505" y="429"/>
                </a:lnTo>
                <a:lnTo>
                  <a:pt x="1505" y="430"/>
                </a:lnTo>
                <a:lnTo>
                  <a:pt x="1505" y="431"/>
                </a:lnTo>
                <a:lnTo>
                  <a:pt x="1506" y="431"/>
                </a:lnTo>
                <a:lnTo>
                  <a:pt x="1507" y="432"/>
                </a:lnTo>
                <a:lnTo>
                  <a:pt x="1508" y="432"/>
                </a:lnTo>
                <a:lnTo>
                  <a:pt x="1508" y="431"/>
                </a:lnTo>
                <a:lnTo>
                  <a:pt x="1509" y="431"/>
                </a:lnTo>
                <a:lnTo>
                  <a:pt x="1510" y="431"/>
                </a:lnTo>
                <a:lnTo>
                  <a:pt x="1512" y="430"/>
                </a:lnTo>
                <a:lnTo>
                  <a:pt x="1513" y="430"/>
                </a:lnTo>
                <a:lnTo>
                  <a:pt x="1514" y="430"/>
                </a:lnTo>
                <a:lnTo>
                  <a:pt x="1515" y="429"/>
                </a:lnTo>
                <a:lnTo>
                  <a:pt x="1516" y="429"/>
                </a:lnTo>
                <a:lnTo>
                  <a:pt x="1516" y="428"/>
                </a:lnTo>
                <a:lnTo>
                  <a:pt x="1516" y="427"/>
                </a:lnTo>
                <a:lnTo>
                  <a:pt x="1517" y="427"/>
                </a:lnTo>
                <a:lnTo>
                  <a:pt x="1517" y="426"/>
                </a:lnTo>
                <a:lnTo>
                  <a:pt x="1517" y="425"/>
                </a:lnTo>
                <a:lnTo>
                  <a:pt x="1517" y="426"/>
                </a:lnTo>
                <a:lnTo>
                  <a:pt x="1518" y="426"/>
                </a:lnTo>
                <a:lnTo>
                  <a:pt x="1519" y="426"/>
                </a:lnTo>
                <a:lnTo>
                  <a:pt x="1519" y="428"/>
                </a:lnTo>
                <a:lnTo>
                  <a:pt x="1520" y="428"/>
                </a:lnTo>
                <a:lnTo>
                  <a:pt x="1520" y="429"/>
                </a:lnTo>
                <a:lnTo>
                  <a:pt x="1519" y="429"/>
                </a:lnTo>
                <a:lnTo>
                  <a:pt x="1519" y="430"/>
                </a:lnTo>
                <a:lnTo>
                  <a:pt x="1520" y="430"/>
                </a:lnTo>
                <a:lnTo>
                  <a:pt x="1520" y="431"/>
                </a:lnTo>
                <a:lnTo>
                  <a:pt x="1520" y="432"/>
                </a:lnTo>
                <a:lnTo>
                  <a:pt x="1521" y="433"/>
                </a:lnTo>
                <a:lnTo>
                  <a:pt x="1520" y="433"/>
                </a:lnTo>
                <a:lnTo>
                  <a:pt x="1521" y="433"/>
                </a:lnTo>
                <a:lnTo>
                  <a:pt x="1521" y="434"/>
                </a:lnTo>
                <a:lnTo>
                  <a:pt x="1521" y="435"/>
                </a:lnTo>
                <a:lnTo>
                  <a:pt x="1521" y="436"/>
                </a:lnTo>
                <a:lnTo>
                  <a:pt x="1521" y="437"/>
                </a:lnTo>
                <a:lnTo>
                  <a:pt x="1522" y="437"/>
                </a:lnTo>
                <a:lnTo>
                  <a:pt x="1523" y="437"/>
                </a:lnTo>
                <a:lnTo>
                  <a:pt x="1523" y="438"/>
                </a:lnTo>
                <a:lnTo>
                  <a:pt x="1522" y="438"/>
                </a:lnTo>
                <a:lnTo>
                  <a:pt x="1522" y="439"/>
                </a:lnTo>
                <a:lnTo>
                  <a:pt x="1523" y="440"/>
                </a:lnTo>
                <a:lnTo>
                  <a:pt x="1523" y="441"/>
                </a:lnTo>
                <a:lnTo>
                  <a:pt x="1524" y="441"/>
                </a:lnTo>
                <a:lnTo>
                  <a:pt x="1524" y="442"/>
                </a:lnTo>
                <a:lnTo>
                  <a:pt x="1525" y="442"/>
                </a:lnTo>
                <a:lnTo>
                  <a:pt x="1525" y="443"/>
                </a:lnTo>
                <a:lnTo>
                  <a:pt x="1526" y="443"/>
                </a:lnTo>
                <a:lnTo>
                  <a:pt x="1527" y="443"/>
                </a:lnTo>
                <a:lnTo>
                  <a:pt x="1528" y="443"/>
                </a:lnTo>
                <a:lnTo>
                  <a:pt x="1529" y="443"/>
                </a:lnTo>
                <a:lnTo>
                  <a:pt x="1529" y="444"/>
                </a:lnTo>
                <a:lnTo>
                  <a:pt x="1530" y="444"/>
                </a:lnTo>
                <a:lnTo>
                  <a:pt x="1531" y="443"/>
                </a:lnTo>
                <a:lnTo>
                  <a:pt x="1530" y="443"/>
                </a:lnTo>
                <a:lnTo>
                  <a:pt x="1530" y="442"/>
                </a:lnTo>
                <a:lnTo>
                  <a:pt x="1531" y="441"/>
                </a:lnTo>
                <a:lnTo>
                  <a:pt x="1531" y="440"/>
                </a:lnTo>
                <a:lnTo>
                  <a:pt x="1532" y="440"/>
                </a:lnTo>
                <a:lnTo>
                  <a:pt x="1533" y="440"/>
                </a:lnTo>
                <a:lnTo>
                  <a:pt x="1534" y="440"/>
                </a:lnTo>
                <a:lnTo>
                  <a:pt x="1535" y="441"/>
                </a:lnTo>
                <a:lnTo>
                  <a:pt x="1536" y="441"/>
                </a:lnTo>
                <a:lnTo>
                  <a:pt x="1536" y="442"/>
                </a:lnTo>
                <a:lnTo>
                  <a:pt x="1537" y="442"/>
                </a:lnTo>
                <a:lnTo>
                  <a:pt x="1537" y="443"/>
                </a:lnTo>
                <a:lnTo>
                  <a:pt x="1537" y="444"/>
                </a:lnTo>
                <a:lnTo>
                  <a:pt x="1537" y="445"/>
                </a:lnTo>
                <a:lnTo>
                  <a:pt x="1537" y="446"/>
                </a:lnTo>
                <a:lnTo>
                  <a:pt x="1536" y="446"/>
                </a:lnTo>
                <a:lnTo>
                  <a:pt x="1537" y="446"/>
                </a:lnTo>
                <a:lnTo>
                  <a:pt x="1538" y="447"/>
                </a:lnTo>
                <a:lnTo>
                  <a:pt x="1538" y="448"/>
                </a:lnTo>
                <a:lnTo>
                  <a:pt x="1538" y="450"/>
                </a:lnTo>
                <a:lnTo>
                  <a:pt x="1538" y="451"/>
                </a:lnTo>
                <a:lnTo>
                  <a:pt x="1538" y="452"/>
                </a:lnTo>
                <a:lnTo>
                  <a:pt x="1539" y="452"/>
                </a:lnTo>
                <a:lnTo>
                  <a:pt x="1538" y="452"/>
                </a:lnTo>
                <a:lnTo>
                  <a:pt x="1538" y="453"/>
                </a:lnTo>
                <a:lnTo>
                  <a:pt x="1537" y="453"/>
                </a:lnTo>
                <a:lnTo>
                  <a:pt x="1536" y="453"/>
                </a:lnTo>
                <a:lnTo>
                  <a:pt x="1535" y="454"/>
                </a:lnTo>
                <a:lnTo>
                  <a:pt x="1536" y="455"/>
                </a:lnTo>
                <a:lnTo>
                  <a:pt x="1536" y="456"/>
                </a:lnTo>
                <a:lnTo>
                  <a:pt x="1537" y="457"/>
                </a:lnTo>
                <a:lnTo>
                  <a:pt x="1538" y="457"/>
                </a:lnTo>
                <a:lnTo>
                  <a:pt x="1538" y="458"/>
                </a:lnTo>
                <a:lnTo>
                  <a:pt x="1539" y="458"/>
                </a:lnTo>
                <a:lnTo>
                  <a:pt x="1538" y="458"/>
                </a:lnTo>
                <a:lnTo>
                  <a:pt x="1537" y="458"/>
                </a:lnTo>
                <a:lnTo>
                  <a:pt x="1537" y="459"/>
                </a:lnTo>
                <a:lnTo>
                  <a:pt x="1536" y="459"/>
                </a:lnTo>
                <a:lnTo>
                  <a:pt x="1536" y="458"/>
                </a:lnTo>
                <a:lnTo>
                  <a:pt x="1535" y="458"/>
                </a:lnTo>
                <a:lnTo>
                  <a:pt x="1536" y="458"/>
                </a:lnTo>
                <a:lnTo>
                  <a:pt x="1535" y="458"/>
                </a:lnTo>
                <a:lnTo>
                  <a:pt x="1535" y="459"/>
                </a:lnTo>
                <a:lnTo>
                  <a:pt x="1535" y="458"/>
                </a:lnTo>
                <a:lnTo>
                  <a:pt x="1534" y="458"/>
                </a:lnTo>
                <a:lnTo>
                  <a:pt x="1533" y="458"/>
                </a:lnTo>
                <a:lnTo>
                  <a:pt x="1533" y="459"/>
                </a:lnTo>
                <a:lnTo>
                  <a:pt x="1532" y="460"/>
                </a:lnTo>
                <a:lnTo>
                  <a:pt x="1532" y="461"/>
                </a:lnTo>
                <a:lnTo>
                  <a:pt x="1531" y="461"/>
                </a:lnTo>
                <a:lnTo>
                  <a:pt x="1531" y="462"/>
                </a:lnTo>
                <a:lnTo>
                  <a:pt x="1531" y="463"/>
                </a:lnTo>
                <a:lnTo>
                  <a:pt x="1531" y="464"/>
                </a:lnTo>
                <a:lnTo>
                  <a:pt x="1531" y="465"/>
                </a:lnTo>
                <a:lnTo>
                  <a:pt x="1530" y="465"/>
                </a:lnTo>
                <a:lnTo>
                  <a:pt x="1531" y="466"/>
                </a:lnTo>
                <a:lnTo>
                  <a:pt x="1532" y="466"/>
                </a:lnTo>
                <a:lnTo>
                  <a:pt x="1533" y="467"/>
                </a:lnTo>
                <a:lnTo>
                  <a:pt x="1534" y="467"/>
                </a:lnTo>
                <a:lnTo>
                  <a:pt x="1535" y="467"/>
                </a:lnTo>
                <a:lnTo>
                  <a:pt x="1534" y="468"/>
                </a:lnTo>
                <a:lnTo>
                  <a:pt x="1534" y="469"/>
                </a:lnTo>
                <a:lnTo>
                  <a:pt x="1535" y="470"/>
                </a:lnTo>
                <a:lnTo>
                  <a:pt x="1536" y="471"/>
                </a:lnTo>
                <a:lnTo>
                  <a:pt x="1535" y="472"/>
                </a:lnTo>
                <a:lnTo>
                  <a:pt x="1536" y="473"/>
                </a:lnTo>
                <a:lnTo>
                  <a:pt x="1537" y="475"/>
                </a:lnTo>
                <a:lnTo>
                  <a:pt x="1537" y="476"/>
                </a:lnTo>
                <a:lnTo>
                  <a:pt x="1538" y="476"/>
                </a:lnTo>
                <a:lnTo>
                  <a:pt x="1539" y="477"/>
                </a:lnTo>
                <a:lnTo>
                  <a:pt x="1539" y="478"/>
                </a:lnTo>
                <a:lnTo>
                  <a:pt x="1539" y="479"/>
                </a:lnTo>
                <a:lnTo>
                  <a:pt x="1540" y="480"/>
                </a:lnTo>
                <a:lnTo>
                  <a:pt x="1541" y="480"/>
                </a:lnTo>
                <a:lnTo>
                  <a:pt x="1542" y="480"/>
                </a:lnTo>
                <a:lnTo>
                  <a:pt x="1542" y="481"/>
                </a:lnTo>
                <a:lnTo>
                  <a:pt x="1543" y="483"/>
                </a:lnTo>
                <a:lnTo>
                  <a:pt x="1544" y="484"/>
                </a:lnTo>
                <a:lnTo>
                  <a:pt x="1546" y="485"/>
                </a:lnTo>
                <a:lnTo>
                  <a:pt x="1548" y="485"/>
                </a:lnTo>
                <a:lnTo>
                  <a:pt x="1549" y="485"/>
                </a:lnTo>
                <a:lnTo>
                  <a:pt x="1550" y="484"/>
                </a:lnTo>
                <a:lnTo>
                  <a:pt x="1550" y="482"/>
                </a:lnTo>
                <a:lnTo>
                  <a:pt x="1551" y="482"/>
                </a:lnTo>
                <a:lnTo>
                  <a:pt x="1552" y="482"/>
                </a:lnTo>
                <a:lnTo>
                  <a:pt x="1553" y="482"/>
                </a:lnTo>
                <a:lnTo>
                  <a:pt x="1553" y="481"/>
                </a:lnTo>
                <a:lnTo>
                  <a:pt x="1563" y="483"/>
                </a:lnTo>
                <a:lnTo>
                  <a:pt x="1564" y="483"/>
                </a:lnTo>
                <a:lnTo>
                  <a:pt x="1567" y="484"/>
                </a:lnTo>
                <a:lnTo>
                  <a:pt x="1568" y="484"/>
                </a:lnTo>
                <a:lnTo>
                  <a:pt x="1569" y="486"/>
                </a:lnTo>
                <a:lnTo>
                  <a:pt x="1569" y="487"/>
                </a:lnTo>
                <a:lnTo>
                  <a:pt x="1570" y="489"/>
                </a:lnTo>
                <a:lnTo>
                  <a:pt x="1570" y="490"/>
                </a:lnTo>
                <a:lnTo>
                  <a:pt x="1571" y="491"/>
                </a:lnTo>
                <a:lnTo>
                  <a:pt x="1572" y="491"/>
                </a:lnTo>
                <a:lnTo>
                  <a:pt x="1573" y="491"/>
                </a:lnTo>
                <a:lnTo>
                  <a:pt x="1574" y="489"/>
                </a:lnTo>
                <a:lnTo>
                  <a:pt x="1574" y="488"/>
                </a:lnTo>
                <a:lnTo>
                  <a:pt x="1575" y="488"/>
                </a:lnTo>
                <a:lnTo>
                  <a:pt x="1575" y="487"/>
                </a:lnTo>
                <a:lnTo>
                  <a:pt x="1574" y="486"/>
                </a:lnTo>
                <a:lnTo>
                  <a:pt x="1574" y="485"/>
                </a:lnTo>
                <a:lnTo>
                  <a:pt x="1575" y="483"/>
                </a:lnTo>
                <a:lnTo>
                  <a:pt x="1576" y="482"/>
                </a:lnTo>
                <a:lnTo>
                  <a:pt x="1577" y="481"/>
                </a:lnTo>
                <a:lnTo>
                  <a:pt x="1579" y="477"/>
                </a:lnTo>
                <a:lnTo>
                  <a:pt x="1580" y="477"/>
                </a:lnTo>
                <a:lnTo>
                  <a:pt x="1581" y="477"/>
                </a:lnTo>
                <a:lnTo>
                  <a:pt x="1583" y="477"/>
                </a:lnTo>
                <a:lnTo>
                  <a:pt x="1585" y="477"/>
                </a:lnTo>
                <a:lnTo>
                  <a:pt x="1586" y="477"/>
                </a:lnTo>
                <a:lnTo>
                  <a:pt x="1587" y="478"/>
                </a:lnTo>
                <a:lnTo>
                  <a:pt x="1587" y="479"/>
                </a:lnTo>
                <a:lnTo>
                  <a:pt x="1587" y="480"/>
                </a:lnTo>
                <a:lnTo>
                  <a:pt x="1587" y="481"/>
                </a:lnTo>
                <a:lnTo>
                  <a:pt x="1587" y="482"/>
                </a:lnTo>
                <a:lnTo>
                  <a:pt x="1588" y="482"/>
                </a:lnTo>
                <a:lnTo>
                  <a:pt x="1590" y="485"/>
                </a:lnTo>
                <a:lnTo>
                  <a:pt x="1591" y="486"/>
                </a:lnTo>
                <a:lnTo>
                  <a:pt x="1592" y="486"/>
                </a:lnTo>
                <a:lnTo>
                  <a:pt x="1593" y="486"/>
                </a:lnTo>
                <a:lnTo>
                  <a:pt x="1594" y="487"/>
                </a:lnTo>
                <a:lnTo>
                  <a:pt x="1597" y="488"/>
                </a:lnTo>
                <a:lnTo>
                  <a:pt x="1597" y="489"/>
                </a:lnTo>
                <a:lnTo>
                  <a:pt x="1598" y="490"/>
                </a:lnTo>
                <a:lnTo>
                  <a:pt x="1599" y="490"/>
                </a:lnTo>
                <a:lnTo>
                  <a:pt x="1600" y="490"/>
                </a:lnTo>
                <a:lnTo>
                  <a:pt x="1601" y="490"/>
                </a:lnTo>
                <a:lnTo>
                  <a:pt x="1601" y="491"/>
                </a:lnTo>
                <a:lnTo>
                  <a:pt x="1601" y="492"/>
                </a:lnTo>
                <a:lnTo>
                  <a:pt x="1601" y="494"/>
                </a:lnTo>
                <a:lnTo>
                  <a:pt x="1602" y="494"/>
                </a:lnTo>
                <a:lnTo>
                  <a:pt x="1601" y="496"/>
                </a:lnTo>
                <a:lnTo>
                  <a:pt x="1601" y="498"/>
                </a:lnTo>
                <a:lnTo>
                  <a:pt x="1601" y="499"/>
                </a:lnTo>
                <a:lnTo>
                  <a:pt x="1602" y="499"/>
                </a:lnTo>
                <a:lnTo>
                  <a:pt x="1603" y="499"/>
                </a:lnTo>
                <a:lnTo>
                  <a:pt x="1604" y="499"/>
                </a:lnTo>
                <a:lnTo>
                  <a:pt x="1605" y="499"/>
                </a:lnTo>
                <a:lnTo>
                  <a:pt x="1606" y="499"/>
                </a:lnTo>
                <a:lnTo>
                  <a:pt x="1606" y="500"/>
                </a:lnTo>
                <a:lnTo>
                  <a:pt x="1607" y="499"/>
                </a:lnTo>
                <a:lnTo>
                  <a:pt x="1607" y="498"/>
                </a:lnTo>
                <a:lnTo>
                  <a:pt x="1608" y="497"/>
                </a:lnTo>
                <a:lnTo>
                  <a:pt x="1608" y="496"/>
                </a:lnTo>
                <a:lnTo>
                  <a:pt x="1608" y="495"/>
                </a:lnTo>
                <a:lnTo>
                  <a:pt x="1608" y="494"/>
                </a:lnTo>
                <a:lnTo>
                  <a:pt x="1609" y="494"/>
                </a:lnTo>
                <a:lnTo>
                  <a:pt x="1610" y="494"/>
                </a:lnTo>
                <a:lnTo>
                  <a:pt x="1610" y="493"/>
                </a:lnTo>
                <a:lnTo>
                  <a:pt x="1610" y="491"/>
                </a:lnTo>
                <a:lnTo>
                  <a:pt x="1610" y="490"/>
                </a:lnTo>
                <a:lnTo>
                  <a:pt x="1610" y="488"/>
                </a:lnTo>
                <a:lnTo>
                  <a:pt x="1609" y="488"/>
                </a:lnTo>
                <a:lnTo>
                  <a:pt x="1609" y="487"/>
                </a:lnTo>
                <a:lnTo>
                  <a:pt x="1608" y="486"/>
                </a:lnTo>
                <a:lnTo>
                  <a:pt x="1608" y="485"/>
                </a:lnTo>
                <a:lnTo>
                  <a:pt x="1609" y="484"/>
                </a:lnTo>
                <a:lnTo>
                  <a:pt x="1607" y="483"/>
                </a:lnTo>
                <a:lnTo>
                  <a:pt x="1605" y="482"/>
                </a:lnTo>
                <a:lnTo>
                  <a:pt x="1604" y="482"/>
                </a:lnTo>
                <a:lnTo>
                  <a:pt x="1604" y="481"/>
                </a:lnTo>
                <a:lnTo>
                  <a:pt x="1604" y="480"/>
                </a:lnTo>
                <a:lnTo>
                  <a:pt x="1604" y="478"/>
                </a:lnTo>
                <a:lnTo>
                  <a:pt x="1604" y="477"/>
                </a:lnTo>
                <a:lnTo>
                  <a:pt x="1604" y="475"/>
                </a:lnTo>
                <a:lnTo>
                  <a:pt x="1605" y="475"/>
                </a:lnTo>
                <a:lnTo>
                  <a:pt x="1606" y="475"/>
                </a:lnTo>
                <a:lnTo>
                  <a:pt x="1606" y="474"/>
                </a:lnTo>
                <a:lnTo>
                  <a:pt x="1606" y="473"/>
                </a:lnTo>
                <a:lnTo>
                  <a:pt x="1607" y="472"/>
                </a:lnTo>
                <a:lnTo>
                  <a:pt x="1607" y="471"/>
                </a:lnTo>
                <a:lnTo>
                  <a:pt x="1606" y="471"/>
                </a:lnTo>
                <a:lnTo>
                  <a:pt x="1605" y="468"/>
                </a:lnTo>
                <a:lnTo>
                  <a:pt x="1606" y="468"/>
                </a:lnTo>
                <a:lnTo>
                  <a:pt x="1607" y="468"/>
                </a:lnTo>
                <a:lnTo>
                  <a:pt x="1609" y="467"/>
                </a:lnTo>
                <a:lnTo>
                  <a:pt x="1609" y="466"/>
                </a:lnTo>
                <a:lnTo>
                  <a:pt x="1610" y="466"/>
                </a:lnTo>
                <a:lnTo>
                  <a:pt x="1611" y="466"/>
                </a:lnTo>
                <a:lnTo>
                  <a:pt x="1612" y="467"/>
                </a:lnTo>
                <a:lnTo>
                  <a:pt x="1613" y="467"/>
                </a:lnTo>
                <a:lnTo>
                  <a:pt x="1614" y="467"/>
                </a:lnTo>
                <a:lnTo>
                  <a:pt x="1620" y="467"/>
                </a:lnTo>
                <a:lnTo>
                  <a:pt x="1621" y="467"/>
                </a:lnTo>
                <a:lnTo>
                  <a:pt x="1621" y="466"/>
                </a:lnTo>
                <a:lnTo>
                  <a:pt x="1623" y="466"/>
                </a:lnTo>
                <a:lnTo>
                  <a:pt x="1623" y="467"/>
                </a:lnTo>
                <a:lnTo>
                  <a:pt x="1624" y="470"/>
                </a:lnTo>
                <a:lnTo>
                  <a:pt x="1624" y="471"/>
                </a:lnTo>
                <a:lnTo>
                  <a:pt x="1624" y="472"/>
                </a:lnTo>
                <a:lnTo>
                  <a:pt x="1624" y="474"/>
                </a:lnTo>
                <a:lnTo>
                  <a:pt x="1625" y="474"/>
                </a:lnTo>
                <a:lnTo>
                  <a:pt x="1625" y="476"/>
                </a:lnTo>
                <a:lnTo>
                  <a:pt x="1626" y="476"/>
                </a:lnTo>
                <a:lnTo>
                  <a:pt x="1627" y="477"/>
                </a:lnTo>
                <a:lnTo>
                  <a:pt x="1627" y="478"/>
                </a:lnTo>
                <a:lnTo>
                  <a:pt x="1627" y="479"/>
                </a:lnTo>
                <a:lnTo>
                  <a:pt x="1627" y="480"/>
                </a:lnTo>
                <a:lnTo>
                  <a:pt x="1629" y="481"/>
                </a:lnTo>
                <a:lnTo>
                  <a:pt x="1630" y="482"/>
                </a:lnTo>
                <a:lnTo>
                  <a:pt x="1631" y="482"/>
                </a:lnTo>
                <a:lnTo>
                  <a:pt x="1632" y="483"/>
                </a:lnTo>
                <a:lnTo>
                  <a:pt x="1633" y="484"/>
                </a:lnTo>
                <a:lnTo>
                  <a:pt x="1634" y="484"/>
                </a:lnTo>
                <a:lnTo>
                  <a:pt x="1635" y="485"/>
                </a:lnTo>
                <a:lnTo>
                  <a:pt x="1635" y="486"/>
                </a:lnTo>
                <a:lnTo>
                  <a:pt x="1636" y="486"/>
                </a:lnTo>
                <a:lnTo>
                  <a:pt x="1637" y="486"/>
                </a:lnTo>
                <a:lnTo>
                  <a:pt x="1637" y="487"/>
                </a:lnTo>
                <a:lnTo>
                  <a:pt x="1638" y="487"/>
                </a:lnTo>
                <a:lnTo>
                  <a:pt x="1639" y="488"/>
                </a:lnTo>
                <a:lnTo>
                  <a:pt x="1642" y="487"/>
                </a:lnTo>
                <a:lnTo>
                  <a:pt x="1643" y="486"/>
                </a:lnTo>
                <a:lnTo>
                  <a:pt x="1643" y="485"/>
                </a:lnTo>
                <a:lnTo>
                  <a:pt x="1644" y="486"/>
                </a:lnTo>
                <a:lnTo>
                  <a:pt x="1644" y="487"/>
                </a:lnTo>
                <a:lnTo>
                  <a:pt x="1645" y="488"/>
                </a:lnTo>
                <a:lnTo>
                  <a:pt x="1646" y="488"/>
                </a:lnTo>
                <a:lnTo>
                  <a:pt x="1647" y="489"/>
                </a:lnTo>
                <a:lnTo>
                  <a:pt x="1648" y="488"/>
                </a:lnTo>
                <a:lnTo>
                  <a:pt x="1648" y="487"/>
                </a:lnTo>
                <a:lnTo>
                  <a:pt x="1649" y="486"/>
                </a:lnTo>
                <a:lnTo>
                  <a:pt x="1649" y="487"/>
                </a:lnTo>
                <a:lnTo>
                  <a:pt x="1650" y="487"/>
                </a:lnTo>
                <a:lnTo>
                  <a:pt x="1651" y="488"/>
                </a:lnTo>
                <a:lnTo>
                  <a:pt x="1651" y="489"/>
                </a:lnTo>
                <a:lnTo>
                  <a:pt x="1652" y="489"/>
                </a:lnTo>
                <a:lnTo>
                  <a:pt x="1653" y="491"/>
                </a:lnTo>
                <a:lnTo>
                  <a:pt x="1654" y="491"/>
                </a:lnTo>
                <a:lnTo>
                  <a:pt x="1654" y="492"/>
                </a:lnTo>
                <a:lnTo>
                  <a:pt x="1655" y="492"/>
                </a:lnTo>
                <a:lnTo>
                  <a:pt x="1656" y="492"/>
                </a:lnTo>
                <a:lnTo>
                  <a:pt x="1657" y="492"/>
                </a:lnTo>
                <a:lnTo>
                  <a:pt x="1658" y="491"/>
                </a:lnTo>
                <a:lnTo>
                  <a:pt x="1658" y="490"/>
                </a:lnTo>
                <a:lnTo>
                  <a:pt x="1659" y="489"/>
                </a:lnTo>
                <a:lnTo>
                  <a:pt x="1660" y="489"/>
                </a:lnTo>
                <a:lnTo>
                  <a:pt x="1661" y="489"/>
                </a:lnTo>
                <a:lnTo>
                  <a:pt x="1662" y="489"/>
                </a:lnTo>
                <a:lnTo>
                  <a:pt x="1663" y="488"/>
                </a:lnTo>
                <a:lnTo>
                  <a:pt x="1663" y="487"/>
                </a:lnTo>
                <a:lnTo>
                  <a:pt x="1664" y="487"/>
                </a:lnTo>
                <a:lnTo>
                  <a:pt x="1663" y="485"/>
                </a:lnTo>
                <a:lnTo>
                  <a:pt x="1662" y="485"/>
                </a:lnTo>
                <a:lnTo>
                  <a:pt x="1661" y="483"/>
                </a:lnTo>
                <a:lnTo>
                  <a:pt x="1660" y="482"/>
                </a:lnTo>
                <a:lnTo>
                  <a:pt x="1660" y="481"/>
                </a:lnTo>
                <a:lnTo>
                  <a:pt x="1660" y="480"/>
                </a:lnTo>
                <a:lnTo>
                  <a:pt x="1659" y="479"/>
                </a:lnTo>
                <a:lnTo>
                  <a:pt x="1657" y="478"/>
                </a:lnTo>
                <a:lnTo>
                  <a:pt x="1657" y="477"/>
                </a:lnTo>
                <a:lnTo>
                  <a:pt x="1656" y="475"/>
                </a:lnTo>
                <a:lnTo>
                  <a:pt x="1656" y="473"/>
                </a:lnTo>
                <a:lnTo>
                  <a:pt x="1656" y="472"/>
                </a:lnTo>
                <a:lnTo>
                  <a:pt x="1657" y="472"/>
                </a:lnTo>
                <a:lnTo>
                  <a:pt x="1659" y="472"/>
                </a:lnTo>
                <a:lnTo>
                  <a:pt x="1660" y="471"/>
                </a:lnTo>
                <a:lnTo>
                  <a:pt x="1661" y="470"/>
                </a:lnTo>
                <a:lnTo>
                  <a:pt x="1661" y="469"/>
                </a:lnTo>
                <a:lnTo>
                  <a:pt x="1660" y="468"/>
                </a:lnTo>
                <a:lnTo>
                  <a:pt x="1659" y="468"/>
                </a:lnTo>
                <a:lnTo>
                  <a:pt x="1658" y="468"/>
                </a:lnTo>
                <a:lnTo>
                  <a:pt x="1658" y="466"/>
                </a:lnTo>
                <a:lnTo>
                  <a:pt x="1658" y="465"/>
                </a:lnTo>
                <a:lnTo>
                  <a:pt x="1657" y="465"/>
                </a:lnTo>
                <a:lnTo>
                  <a:pt x="1656" y="464"/>
                </a:lnTo>
                <a:lnTo>
                  <a:pt x="1656" y="463"/>
                </a:lnTo>
                <a:lnTo>
                  <a:pt x="1655" y="462"/>
                </a:lnTo>
                <a:lnTo>
                  <a:pt x="1654" y="461"/>
                </a:lnTo>
                <a:lnTo>
                  <a:pt x="1654" y="460"/>
                </a:lnTo>
                <a:lnTo>
                  <a:pt x="1655" y="459"/>
                </a:lnTo>
                <a:lnTo>
                  <a:pt x="1655" y="458"/>
                </a:lnTo>
                <a:lnTo>
                  <a:pt x="1654" y="458"/>
                </a:lnTo>
                <a:lnTo>
                  <a:pt x="1653" y="457"/>
                </a:lnTo>
                <a:lnTo>
                  <a:pt x="1653" y="456"/>
                </a:lnTo>
                <a:lnTo>
                  <a:pt x="1654" y="456"/>
                </a:lnTo>
                <a:lnTo>
                  <a:pt x="1654" y="457"/>
                </a:lnTo>
                <a:lnTo>
                  <a:pt x="1655" y="457"/>
                </a:lnTo>
                <a:lnTo>
                  <a:pt x="1656" y="457"/>
                </a:lnTo>
                <a:lnTo>
                  <a:pt x="1657" y="457"/>
                </a:lnTo>
                <a:lnTo>
                  <a:pt x="1658" y="457"/>
                </a:lnTo>
                <a:lnTo>
                  <a:pt x="1659" y="457"/>
                </a:lnTo>
                <a:lnTo>
                  <a:pt x="1659" y="456"/>
                </a:lnTo>
                <a:lnTo>
                  <a:pt x="1660" y="457"/>
                </a:lnTo>
                <a:lnTo>
                  <a:pt x="1661" y="457"/>
                </a:lnTo>
                <a:lnTo>
                  <a:pt x="1662" y="458"/>
                </a:lnTo>
                <a:lnTo>
                  <a:pt x="1662" y="459"/>
                </a:lnTo>
                <a:lnTo>
                  <a:pt x="1663" y="459"/>
                </a:lnTo>
                <a:lnTo>
                  <a:pt x="1664" y="459"/>
                </a:lnTo>
                <a:lnTo>
                  <a:pt x="1664" y="460"/>
                </a:lnTo>
                <a:lnTo>
                  <a:pt x="1664" y="461"/>
                </a:lnTo>
                <a:lnTo>
                  <a:pt x="1665" y="461"/>
                </a:lnTo>
                <a:lnTo>
                  <a:pt x="1665" y="462"/>
                </a:lnTo>
                <a:lnTo>
                  <a:pt x="1666" y="462"/>
                </a:lnTo>
                <a:lnTo>
                  <a:pt x="1666" y="461"/>
                </a:lnTo>
                <a:lnTo>
                  <a:pt x="1666" y="460"/>
                </a:lnTo>
                <a:lnTo>
                  <a:pt x="1666" y="459"/>
                </a:lnTo>
                <a:lnTo>
                  <a:pt x="1667" y="459"/>
                </a:lnTo>
                <a:lnTo>
                  <a:pt x="1667" y="458"/>
                </a:lnTo>
                <a:lnTo>
                  <a:pt x="1668" y="458"/>
                </a:lnTo>
                <a:lnTo>
                  <a:pt x="1668" y="457"/>
                </a:lnTo>
                <a:lnTo>
                  <a:pt x="1669" y="457"/>
                </a:lnTo>
                <a:lnTo>
                  <a:pt x="1669" y="458"/>
                </a:lnTo>
                <a:lnTo>
                  <a:pt x="1670" y="458"/>
                </a:lnTo>
                <a:lnTo>
                  <a:pt x="1671" y="459"/>
                </a:lnTo>
                <a:lnTo>
                  <a:pt x="1673" y="460"/>
                </a:lnTo>
                <a:lnTo>
                  <a:pt x="1674" y="459"/>
                </a:lnTo>
                <a:lnTo>
                  <a:pt x="1674" y="458"/>
                </a:lnTo>
                <a:lnTo>
                  <a:pt x="1675" y="458"/>
                </a:lnTo>
                <a:lnTo>
                  <a:pt x="1675" y="457"/>
                </a:lnTo>
                <a:lnTo>
                  <a:pt x="1674" y="457"/>
                </a:lnTo>
                <a:lnTo>
                  <a:pt x="1674" y="456"/>
                </a:lnTo>
                <a:lnTo>
                  <a:pt x="1673" y="456"/>
                </a:lnTo>
                <a:lnTo>
                  <a:pt x="1673" y="455"/>
                </a:lnTo>
                <a:lnTo>
                  <a:pt x="1672" y="455"/>
                </a:lnTo>
                <a:lnTo>
                  <a:pt x="1672" y="454"/>
                </a:lnTo>
                <a:lnTo>
                  <a:pt x="1672" y="453"/>
                </a:lnTo>
                <a:lnTo>
                  <a:pt x="1673" y="453"/>
                </a:lnTo>
                <a:lnTo>
                  <a:pt x="1673" y="452"/>
                </a:lnTo>
                <a:lnTo>
                  <a:pt x="1674" y="452"/>
                </a:lnTo>
                <a:lnTo>
                  <a:pt x="1675" y="452"/>
                </a:lnTo>
                <a:lnTo>
                  <a:pt x="1676" y="452"/>
                </a:lnTo>
                <a:lnTo>
                  <a:pt x="1677" y="452"/>
                </a:lnTo>
                <a:lnTo>
                  <a:pt x="1678" y="452"/>
                </a:lnTo>
                <a:lnTo>
                  <a:pt x="1679" y="452"/>
                </a:lnTo>
                <a:lnTo>
                  <a:pt x="1679" y="453"/>
                </a:lnTo>
                <a:lnTo>
                  <a:pt x="1680" y="453"/>
                </a:lnTo>
                <a:lnTo>
                  <a:pt x="1680" y="454"/>
                </a:lnTo>
                <a:lnTo>
                  <a:pt x="1682" y="454"/>
                </a:lnTo>
                <a:lnTo>
                  <a:pt x="1683" y="454"/>
                </a:lnTo>
                <a:lnTo>
                  <a:pt x="1684" y="454"/>
                </a:lnTo>
                <a:lnTo>
                  <a:pt x="1685" y="454"/>
                </a:lnTo>
                <a:lnTo>
                  <a:pt x="1687" y="455"/>
                </a:lnTo>
                <a:lnTo>
                  <a:pt x="1688" y="454"/>
                </a:lnTo>
                <a:lnTo>
                  <a:pt x="1689" y="454"/>
                </a:lnTo>
                <a:lnTo>
                  <a:pt x="1690" y="454"/>
                </a:lnTo>
                <a:lnTo>
                  <a:pt x="1690" y="455"/>
                </a:lnTo>
                <a:lnTo>
                  <a:pt x="1691" y="455"/>
                </a:lnTo>
                <a:lnTo>
                  <a:pt x="1691" y="454"/>
                </a:lnTo>
                <a:lnTo>
                  <a:pt x="1691" y="455"/>
                </a:lnTo>
                <a:lnTo>
                  <a:pt x="1692" y="455"/>
                </a:lnTo>
                <a:lnTo>
                  <a:pt x="1692" y="456"/>
                </a:lnTo>
                <a:lnTo>
                  <a:pt x="1693" y="456"/>
                </a:lnTo>
                <a:lnTo>
                  <a:pt x="1693" y="455"/>
                </a:lnTo>
                <a:lnTo>
                  <a:pt x="1694" y="454"/>
                </a:lnTo>
                <a:lnTo>
                  <a:pt x="1695" y="453"/>
                </a:lnTo>
                <a:lnTo>
                  <a:pt x="1696" y="453"/>
                </a:lnTo>
                <a:lnTo>
                  <a:pt x="1696" y="454"/>
                </a:lnTo>
                <a:lnTo>
                  <a:pt x="1697" y="454"/>
                </a:lnTo>
                <a:lnTo>
                  <a:pt x="1698" y="454"/>
                </a:lnTo>
                <a:lnTo>
                  <a:pt x="1699" y="454"/>
                </a:lnTo>
                <a:lnTo>
                  <a:pt x="1699" y="452"/>
                </a:lnTo>
                <a:lnTo>
                  <a:pt x="1698" y="451"/>
                </a:lnTo>
                <a:lnTo>
                  <a:pt x="1697" y="450"/>
                </a:lnTo>
                <a:lnTo>
                  <a:pt x="1696" y="449"/>
                </a:lnTo>
                <a:lnTo>
                  <a:pt x="1697" y="449"/>
                </a:lnTo>
                <a:lnTo>
                  <a:pt x="1697" y="448"/>
                </a:lnTo>
                <a:lnTo>
                  <a:pt x="1698" y="448"/>
                </a:lnTo>
                <a:lnTo>
                  <a:pt x="1699" y="448"/>
                </a:lnTo>
                <a:lnTo>
                  <a:pt x="1699" y="449"/>
                </a:lnTo>
                <a:lnTo>
                  <a:pt x="1699" y="450"/>
                </a:lnTo>
                <a:lnTo>
                  <a:pt x="1700" y="450"/>
                </a:lnTo>
                <a:lnTo>
                  <a:pt x="1700" y="451"/>
                </a:lnTo>
                <a:lnTo>
                  <a:pt x="1701" y="451"/>
                </a:lnTo>
                <a:lnTo>
                  <a:pt x="1702" y="451"/>
                </a:lnTo>
                <a:lnTo>
                  <a:pt x="1703" y="451"/>
                </a:lnTo>
                <a:lnTo>
                  <a:pt x="1704" y="451"/>
                </a:lnTo>
                <a:lnTo>
                  <a:pt x="1705" y="451"/>
                </a:lnTo>
                <a:lnTo>
                  <a:pt x="1706" y="451"/>
                </a:lnTo>
                <a:lnTo>
                  <a:pt x="1705" y="450"/>
                </a:lnTo>
                <a:lnTo>
                  <a:pt x="1705" y="449"/>
                </a:lnTo>
                <a:lnTo>
                  <a:pt x="1704" y="449"/>
                </a:lnTo>
                <a:lnTo>
                  <a:pt x="1704" y="448"/>
                </a:lnTo>
                <a:lnTo>
                  <a:pt x="1705" y="448"/>
                </a:lnTo>
                <a:lnTo>
                  <a:pt x="1705" y="447"/>
                </a:lnTo>
                <a:lnTo>
                  <a:pt x="1705" y="446"/>
                </a:lnTo>
                <a:lnTo>
                  <a:pt x="1706" y="446"/>
                </a:lnTo>
                <a:lnTo>
                  <a:pt x="1706" y="445"/>
                </a:lnTo>
                <a:lnTo>
                  <a:pt x="1705" y="445"/>
                </a:lnTo>
                <a:lnTo>
                  <a:pt x="1704" y="445"/>
                </a:lnTo>
                <a:lnTo>
                  <a:pt x="1703" y="445"/>
                </a:lnTo>
                <a:lnTo>
                  <a:pt x="1703" y="444"/>
                </a:lnTo>
                <a:lnTo>
                  <a:pt x="1702" y="444"/>
                </a:lnTo>
                <a:lnTo>
                  <a:pt x="1702" y="443"/>
                </a:lnTo>
                <a:lnTo>
                  <a:pt x="1703" y="443"/>
                </a:lnTo>
                <a:lnTo>
                  <a:pt x="1702" y="443"/>
                </a:lnTo>
                <a:lnTo>
                  <a:pt x="1702" y="442"/>
                </a:lnTo>
                <a:lnTo>
                  <a:pt x="1702" y="441"/>
                </a:lnTo>
                <a:lnTo>
                  <a:pt x="1702" y="440"/>
                </a:lnTo>
                <a:lnTo>
                  <a:pt x="1702" y="439"/>
                </a:lnTo>
                <a:lnTo>
                  <a:pt x="1702" y="438"/>
                </a:lnTo>
                <a:lnTo>
                  <a:pt x="1703" y="437"/>
                </a:lnTo>
                <a:lnTo>
                  <a:pt x="1703" y="436"/>
                </a:lnTo>
                <a:lnTo>
                  <a:pt x="1703" y="435"/>
                </a:lnTo>
                <a:lnTo>
                  <a:pt x="1703" y="434"/>
                </a:lnTo>
                <a:lnTo>
                  <a:pt x="1703" y="433"/>
                </a:lnTo>
                <a:lnTo>
                  <a:pt x="1704" y="433"/>
                </a:lnTo>
                <a:lnTo>
                  <a:pt x="1704" y="432"/>
                </a:lnTo>
                <a:lnTo>
                  <a:pt x="1704" y="431"/>
                </a:lnTo>
                <a:lnTo>
                  <a:pt x="1704" y="430"/>
                </a:lnTo>
                <a:lnTo>
                  <a:pt x="1704" y="429"/>
                </a:lnTo>
                <a:lnTo>
                  <a:pt x="1705" y="429"/>
                </a:lnTo>
                <a:lnTo>
                  <a:pt x="1705" y="428"/>
                </a:lnTo>
                <a:lnTo>
                  <a:pt x="1706" y="428"/>
                </a:lnTo>
                <a:lnTo>
                  <a:pt x="1707" y="428"/>
                </a:lnTo>
                <a:lnTo>
                  <a:pt x="1708" y="428"/>
                </a:lnTo>
                <a:lnTo>
                  <a:pt x="1709" y="428"/>
                </a:lnTo>
                <a:lnTo>
                  <a:pt x="1709" y="429"/>
                </a:lnTo>
                <a:lnTo>
                  <a:pt x="1709" y="430"/>
                </a:lnTo>
                <a:lnTo>
                  <a:pt x="1708" y="430"/>
                </a:lnTo>
                <a:lnTo>
                  <a:pt x="1709" y="430"/>
                </a:lnTo>
                <a:lnTo>
                  <a:pt x="1710" y="430"/>
                </a:lnTo>
                <a:lnTo>
                  <a:pt x="1711" y="431"/>
                </a:lnTo>
                <a:lnTo>
                  <a:pt x="1712" y="430"/>
                </a:lnTo>
                <a:lnTo>
                  <a:pt x="1713" y="430"/>
                </a:lnTo>
                <a:lnTo>
                  <a:pt x="1713" y="429"/>
                </a:lnTo>
                <a:lnTo>
                  <a:pt x="1714" y="429"/>
                </a:lnTo>
                <a:lnTo>
                  <a:pt x="1714" y="428"/>
                </a:lnTo>
                <a:lnTo>
                  <a:pt x="1715" y="428"/>
                </a:lnTo>
                <a:lnTo>
                  <a:pt x="1715" y="429"/>
                </a:lnTo>
                <a:lnTo>
                  <a:pt x="1715" y="428"/>
                </a:lnTo>
                <a:lnTo>
                  <a:pt x="1715" y="427"/>
                </a:lnTo>
                <a:lnTo>
                  <a:pt x="1715" y="426"/>
                </a:lnTo>
                <a:lnTo>
                  <a:pt x="1716" y="426"/>
                </a:lnTo>
                <a:lnTo>
                  <a:pt x="1716" y="425"/>
                </a:lnTo>
                <a:lnTo>
                  <a:pt x="1715" y="425"/>
                </a:lnTo>
                <a:lnTo>
                  <a:pt x="1715" y="424"/>
                </a:lnTo>
                <a:lnTo>
                  <a:pt x="1715" y="423"/>
                </a:lnTo>
                <a:lnTo>
                  <a:pt x="1715" y="422"/>
                </a:lnTo>
                <a:lnTo>
                  <a:pt x="1715" y="421"/>
                </a:lnTo>
                <a:lnTo>
                  <a:pt x="1715" y="420"/>
                </a:lnTo>
                <a:lnTo>
                  <a:pt x="1715" y="419"/>
                </a:lnTo>
                <a:lnTo>
                  <a:pt x="1714" y="419"/>
                </a:lnTo>
                <a:lnTo>
                  <a:pt x="1714" y="418"/>
                </a:lnTo>
                <a:lnTo>
                  <a:pt x="1714" y="417"/>
                </a:lnTo>
                <a:lnTo>
                  <a:pt x="1713" y="417"/>
                </a:lnTo>
                <a:lnTo>
                  <a:pt x="1713" y="416"/>
                </a:lnTo>
                <a:lnTo>
                  <a:pt x="1713" y="415"/>
                </a:lnTo>
                <a:lnTo>
                  <a:pt x="1712" y="415"/>
                </a:lnTo>
                <a:lnTo>
                  <a:pt x="1711" y="415"/>
                </a:lnTo>
                <a:lnTo>
                  <a:pt x="1711" y="414"/>
                </a:lnTo>
                <a:lnTo>
                  <a:pt x="1710" y="414"/>
                </a:lnTo>
                <a:lnTo>
                  <a:pt x="1709" y="414"/>
                </a:lnTo>
                <a:lnTo>
                  <a:pt x="1708" y="413"/>
                </a:lnTo>
                <a:lnTo>
                  <a:pt x="1709" y="413"/>
                </a:lnTo>
                <a:lnTo>
                  <a:pt x="1709" y="412"/>
                </a:lnTo>
                <a:lnTo>
                  <a:pt x="1709" y="411"/>
                </a:lnTo>
                <a:lnTo>
                  <a:pt x="1710" y="411"/>
                </a:lnTo>
                <a:lnTo>
                  <a:pt x="1710" y="410"/>
                </a:lnTo>
                <a:lnTo>
                  <a:pt x="1711" y="410"/>
                </a:lnTo>
                <a:lnTo>
                  <a:pt x="1712" y="409"/>
                </a:lnTo>
                <a:lnTo>
                  <a:pt x="1712" y="408"/>
                </a:lnTo>
                <a:lnTo>
                  <a:pt x="1713" y="408"/>
                </a:lnTo>
                <a:lnTo>
                  <a:pt x="1713" y="407"/>
                </a:lnTo>
                <a:lnTo>
                  <a:pt x="1712" y="407"/>
                </a:lnTo>
                <a:lnTo>
                  <a:pt x="1711" y="407"/>
                </a:lnTo>
                <a:lnTo>
                  <a:pt x="1711" y="406"/>
                </a:lnTo>
                <a:lnTo>
                  <a:pt x="1710" y="406"/>
                </a:lnTo>
                <a:lnTo>
                  <a:pt x="1709" y="406"/>
                </a:lnTo>
                <a:lnTo>
                  <a:pt x="1708" y="406"/>
                </a:lnTo>
                <a:lnTo>
                  <a:pt x="1707" y="406"/>
                </a:lnTo>
                <a:lnTo>
                  <a:pt x="1707" y="405"/>
                </a:lnTo>
                <a:lnTo>
                  <a:pt x="1708" y="405"/>
                </a:lnTo>
                <a:lnTo>
                  <a:pt x="1708" y="404"/>
                </a:lnTo>
                <a:lnTo>
                  <a:pt x="1709" y="402"/>
                </a:lnTo>
                <a:lnTo>
                  <a:pt x="1709" y="401"/>
                </a:lnTo>
                <a:lnTo>
                  <a:pt x="1710" y="401"/>
                </a:lnTo>
                <a:lnTo>
                  <a:pt x="1711" y="402"/>
                </a:lnTo>
                <a:lnTo>
                  <a:pt x="1711" y="403"/>
                </a:lnTo>
                <a:lnTo>
                  <a:pt x="1712" y="403"/>
                </a:lnTo>
                <a:lnTo>
                  <a:pt x="1713" y="402"/>
                </a:lnTo>
                <a:lnTo>
                  <a:pt x="1714" y="402"/>
                </a:lnTo>
                <a:lnTo>
                  <a:pt x="1714" y="401"/>
                </a:lnTo>
                <a:lnTo>
                  <a:pt x="1715" y="401"/>
                </a:lnTo>
                <a:lnTo>
                  <a:pt x="1715" y="400"/>
                </a:lnTo>
                <a:lnTo>
                  <a:pt x="1716" y="399"/>
                </a:lnTo>
                <a:lnTo>
                  <a:pt x="1717" y="399"/>
                </a:lnTo>
                <a:lnTo>
                  <a:pt x="1718" y="399"/>
                </a:lnTo>
                <a:lnTo>
                  <a:pt x="1719" y="400"/>
                </a:lnTo>
                <a:lnTo>
                  <a:pt x="1719" y="401"/>
                </a:lnTo>
                <a:lnTo>
                  <a:pt x="1720" y="401"/>
                </a:lnTo>
                <a:lnTo>
                  <a:pt x="1720" y="402"/>
                </a:lnTo>
                <a:lnTo>
                  <a:pt x="1720" y="403"/>
                </a:lnTo>
                <a:lnTo>
                  <a:pt x="1721" y="403"/>
                </a:lnTo>
                <a:lnTo>
                  <a:pt x="1722" y="403"/>
                </a:lnTo>
                <a:lnTo>
                  <a:pt x="1723" y="404"/>
                </a:lnTo>
                <a:lnTo>
                  <a:pt x="1724" y="404"/>
                </a:lnTo>
                <a:lnTo>
                  <a:pt x="1724" y="405"/>
                </a:lnTo>
                <a:lnTo>
                  <a:pt x="1725" y="405"/>
                </a:lnTo>
                <a:lnTo>
                  <a:pt x="1726" y="405"/>
                </a:lnTo>
                <a:lnTo>
                  <a:pt x="1726" y="404"/>
                </a:lnTo>
                <a:lnTo>
                  <a:pt x="1727" y="404"/>
                </a:lnTo>
                <a:lnTo>
                  <a:pt x="1728" y="404"/>
                </a:lnTo>
                <a:lnTo>
                  <a:pt x="1729" y="405"/>
                </a:lnTo>
                <a:lnTo>
                  <a:pt x="1730" y="405"/>
                </a:lnTo>
                <a:lnTo>
                  <a:pt x="1731" y="405"/>
                </a:lnTo>
                <a:lnTo>
                  <a:pt x="1731" y="404"/>
                </a:lnTo>
                <a:lnTo>
                  <a:pt x="1731" y="405"/>
                </a:lnTo>
                <a:lnTo>
                  <a:pt x="1732" y="405"/>
                </a:lnTo>
                <a:lnTo>
                  <a:pt x="1733" y="405"/>
                </a:lnTo>
                <a:lnTo>
                  <a:pt x="1734" y="405"/>
                </a:lnTo>
                <a:lnTo>
                  <a:pt x="1734" y="406"/>
                </a:lnTo>
                <a:lnTo>
                  <a:pt x="1734" y="405"/>
                </a:lnTo>
                <a:lnTo>
                  <a:pt x="1735" y="405"/>
                </a:lnTo>
                <a:lnTo>
                  <a:pt x="1736" y="405"/>
                </a:lnTo>
                <a:lnTo>
                  <a:pt x="1737" y="405"/>
                </a:lnTo>
                <a:lnTo>
                  <a:pt x="1738" y="406"/>
                </a:lnTo>
                <a:lnTo>
                  <a:pt x="1739" y="405"/>
                </a:lnTo>
                <a:lnTo>
                  <a:pt x="1739" y="404"/>
                </a:lnTo>
                <a:lnTo>
                  <a:pt x="1740" y="404"/>
                </a:lnTo>
                <a:lnTo>
                  <a:pt x="1740" y="405"/>
                </a:lnTo>
                <a:lnTo>
                  <a:pt x="1741" y="405"/>
                </a:lnTo>
                <a:lnTo>
                  <a:pt x="1742" y="405"/>
                </a:lnTo>
                <a:lnTo>
                  <a:pt x="1743" y="405"/>
                </a:lnTo>
                <a:lnTo>
                  <a:pt x="1744" y="405"/>
                </a:lnTo>
                <a:lnTo>
                  <a:pt x="1745" y="404"/>
                </a:lnTo>
                <a:lnTo>
                  <a:pt x="1746" y="404"/>
                </a:lnTo>
                <a:lnTo>
                  <a:pt x="1747" y="405"/>
                </a:lnTo>
                <a:lnTo>
                  <a:pt x="1747" y="406"/>
                </a:lnTo>
                <a:lnTo>
                  <a:pt x="1748" y="406"/>
                </a:lnTo>
                <a:lnTo>
                  <a:pt x="1748" y="405"/>
                </a:lnTo>
                <a:lnTo>
                  <a:pt x="1749" y="406"/>
                </a:lnTo>
                <a:lnTo>
                  <a:pt x="1749" y="405"/>
                </a:lnTo>
                <a:lnTo>
                  <a:pt x="1750" y="405"/>
                </a:lnTo>
                <a:lnTo>
                  <a:pt x="1750" y="406"/>
                </a:lnTo>
                <a:lnTo>
                  <a:pt x="1750" y="407"/>
                </a:lnTo>
                <a:lnTo>
                  <a:pt x="1751" y="407"/>
                </a:lnTo>
                <a:lnTo>
                  <a:pt x="1751" y="408"/>
                </a:lnTo>
                <a:lnTo>
                  <a:pt x="1751" y="407"/>
                </a:lnTo>
                <a:lnTo>
                  <a:pt x="1752" y="407"/>
                </a:lnTo>
                <a:lnTo>
                  <a:pt x="1753" y="407"/>
                </a:lnTo>
                <a:lnTo>
                  <a:pt x="1754" y="407"/>
                </a:lnTo>
                <a:lnTo>
                  <a:pt x="1754" y="408"/>
                </a:lnTo>
                <a:lnTo>
                  <a:pt x="1755" y="408"/>
                </a:lnTo>
                <a:lnTo>
                  <a:pt x="1756" y="408"/>
                </a:lnTo>
                <a:lnTo>
                  <a:pt x="1757" y="409"/>
                </a:lnTo>
                <a:lnTo>
                  <a:pt x="1758" y="409"/>
                </a:lnTo>
                <a:lnTo>
                  <a:pt x="1759" y="409"/>
                </a:lnTo>
                <a:lnTo>
                  <a:pt x="1759" y="408"/>
                </a:lnTo>
                <a:lnTo>
                  <a:pt x="1760" y="409"/>
                </a:lnTo>
                <a:lnTo>
                  <a:pt x="1761" y="409"/>
                </a:lnTo>
                <a:lnTo>
                  <a:pt x="1762" y="409"/>
                </a:lnTo>
                <a:lnTo>
                  <a:pt x="1763" y="410"/>
                </a:lnTo>
                <a:lnTo>
                  <a:pt x="1764" y="410"/>
                </a:lnTo>
                <a:lnTo>
                  <a:pt x="1764" y="411"/>
                </a:lnTo>
                <a:lnTo>
                  <a:pt x="1765" y="410"/>
                </a:lnTo>
                <a:lnTo>
                  <a:pt x="1766" y="410"/>
                </a:lnTo>
                <a:lnTo>
                  <a:pt x="1766" y="411"/>
                </a:lnTo>
                <a:lnTo>
                  <a:pt x="1767" y="411"/>
                </a:lnTo>
                <a:lnTo>
                  <a:pt x="1767" y="412"/>
                </a:lnTo>
                <a:lnTo>
                  <a:pt x="1768" y="412"/>
                </a:lnTo>
                <a:lnTo>
                  <a:pt x="1769" y="412"/>
                </a:lnTo>
                <a:lnTo>
                  <a:pt x="1769" y="413"/>
                </a:lnTo>
                <a:lnTo>
                  <a:pt x="1770" y="412"/>
                </a:lnTo>
                <a:lnTo>
                  <a:pt x="1770" y="413"/>
                </a:lnTo>
                <a:lnTo>
                  <a:pt x="1771" y="414"/>
                </a:lnTo>
                <a:lnTo>
                  <a:pt x="1771" y="415"/>
                </a:lnTo>
                <a:lnTo>
                  <a:pt x="1772" y="415"/>
                </a:lnTo>
                <a:lnTo>
                  <a:pt x="1773" y="415"/>
                </a:lnTo>
                <a:lnTo>
                  <a:pt x="1773" y="416"/>
                </a:lnTo>
                <a:lnTo>
                  <a:pt x="1774" y="416"/>
                </a:lnTo>
                <a:lnTo>
                  <a:pt x="1775" y="416"/>
                </a:lnTo>
                <a:lnTo>
                  <a:pt x="1775" y="417"/>
                </a:lnTo>
                <a:lnTo>
                  <a:pt x="1775" y="418"/>
                </a:lnTo>
                <a:lnTo>
                  <a:pt x="1776" y="418"/>
                </a:lnTo>
                <a:lnTo>
                  <a:pt x="1777" y="418"/>
                </a:lnTo>
                <a:lnTo>
                  <a:pt x="1777" y="417"/>
                </a:lnTo>
                <a:lnTo>
                  <a:pt x="1777" y="418"/>
                </a:lnTo>
                <a:lnTo>
                  <a:pt x="1777" y="419"/>
                </a:lnTo>
                <a:lnTo>
                  <a:pt x="1778" y="419"/>
                </a:lnTo>
                <a:lnTo>
                  <a:pt x="1779" y="418"/>
                </a:lnTo>
                <a:lnTo>
                  <a:pt x="1779" y="419"/>
                </a:lnTo>
                <a:lnTo>
                  <a:pt x="1780" y="419"/>
                </a:lnTo>
                <a:lnTo>
                  <a:pt x="1781" y="419"/>
                </a:lnTo>
                <a:lnTo>
                  <a:pt x="1781" y="420"/>
                </a:lnTo>
                <a:lnTo>
                  <a:pt x="1782" y="420"/>
                </a:lnTo>
                <a:lnTo>
                  <a:pt x="1783" y="420"/>
                </a:lnTo>
                <a:lnTo>
                  <a:pt x="1784" y="421"/>
                </a:lnTo>
                <a:lnTo>
                  <a:pt x="1785" y="422"/>
                </a:lnTo>
                <a:lnTo>
                  <a:pt x="1786" y="422"/>
                </a:lnTo>
                <a:lnTo>
                  <a:pt x="1786" y="423"/>
                </a:lnTo>
                <a:lnTo>
                  <a:pt x="1787" y="423"/>
                </a:lnTo>
                <a:lnTo>
                  <a:pt x="1788" y="424"/>
                </a:lnTo>
                <a:lnTo>
                  <a:pt x="1787" y="424"/>
                </a:lnTo>
                <a:lnTo>
                  <a:pt x="1787" y="425"/>
                </a:lnTo>
                <a:lnTo>
                  <a:pt x="1787" y="426"/>
                </a:lnTo>
                <a:lnTo>
                  <a:pt x="1788" y="430"/>
                </a:lnTo>
                <a:lnTo>
                  <a:pt x="1788" y="431"/>
                </a:lnTo>
                <a:lnTo>
                  <a:pt x="1789" y="431"/>
                </a:lnTo>
                <a:lnTo>
                  <a:pt x="1789" y="432"/>
                </a:lnTo>
                <a:lnTo>
                  <a:pt x="1788" y="432"/>
                </a:lnTo>
                <a:lnTo>
                  <a:pt x="1788" y="433"/>
                </a:lnTo>
                <a:lnTo>
                  <a:pt x="1788" y="434"/>
                </a:lnTo>
                <a:lnTo>
                  <a:pt x="1788" y="435"/>
                </a:lnTo>
                <a:lnTo>
                  <a:pt x="1789" y="435"/>
                </a:lnTo>
                <a:lnTo>
                  <a:pt x="1790" y="435"/>
                </a:lnTo>
                <a:lnTo>
                  <a:pt x="1790" y="436"/>
                </a:lnTo>
                <a:lnTo>
                  <a:pt x="1790" y="437"/>
                </a:lnTo>
                <a:lnTo>
                  <a:pt x="1791" y="437"/>
                </a:lnTo>
                <a:lnTo>
                  <a:pt x="1792" y="439"/>
                </a:lnTo>
                <a:lnTo>
                  <a:pt x="1792" y="440"/>
                </a:lnTo>
                <a:lnTo>
                  <a:pt x="1793" y="440"/>
                </a:lnTo>
                <a:lnTo>
                  <a:pt x="1793" y="441"/>
                </a:lnTo>
                <a:lnTo>
                  <a:pt x="1793" y="442"/>
                </a:lnTo>
                <a:lnTo>
                  <a:pt x="1794" y="442"/>
                </a:lnTo>
                <a:lnTo>
                  <a:pt x="1794" y="443"/>
                </a:lnTo>
                <a:lnTo>
                  <a:pt x="1795" y="443"/>
                </a:lnTo>
                <a:lnTo>
                  <a:pt x="1795" y="444"/>
                </a:lnTo>
                <a:lnTo>
                  <a:pt x="1795" y="445"/>
                </a:lnTo>
                <a:lnTo>
                  <a:pt x="1795" y="446"/>
                </a:lnTo>
                <a:lnTo>
                  <a:pt x="1796" y="446"/>
                </a:lnTo>
                <a:lnTo>
                  <a:pt x="1796" y="447"/>
                </a:lnTo>
                <a:lnTo>
                  <a:pt x="1797" y="447"/>
                </a:lnTo>
                <a:lnTo>
                  <a:pt x="1797" y="448"/>
                </a:lnTo>
                <a:lnTo>
                  <a:pt x="1799" y="449"/>
                </a:lnTo>
                <a:lnTo>
                  <a:pt x="1799" y="450"/>
                </a:lnTo>
                <a:lnTo>
                  <a:pt x="1800" y="450"/>
                </a:lnTo>
                <a:lnTo>
                  <a:pt x="1801" y="450"/>
                </a:lnTo>
                <a:lnTo>
                  <a:pt x="1801" y="451"/>
                </a:lnTo>
                <a:lnTo>
                  <a:pt x="1803" y="453"/>
                </a:lnTo>
                <a:lnTo>
                  <a:pt x="1804" y="453"/>
                </a:lnTo>
                <a:lnTo>
                  <a:pt x="1805" y="454"/>
                </a:lnTo>
                <a:lnTo>
                  <a:pt x="1804" y="455"/>
                </a:lnTo>
                <a:lnTo>
                  <a:pt x="1804" y="456"/>
                </a:lnTo>
                <a:lnTo>
                  <a:pt x="1805" y="456"/>
                </a:lnTo>
                <a:lnTo>
                  <a:pt x="1806" y="456"/>
                </a:lnTo>
                <a:lnTo>
                  <a:pt x="1806" y="457"/>
                </a:lnTo>
                <a:lnTo>
                  <a:pt x="1807" y="457"/>
                </a:lnTo>
                <a:lnTo>
                  <a:pt x="1807" y="458"/>
                </a:lnTo>
                <a:lnTo>
                  <a:pt x="1807" y="459"/>
                </a:lnTo>
                <a:lnTo>
                  <a:pt x="1806" y="459"/>
                </a:lnTo>
                <a:lnTo>
                  <a:pt x="1807" y="459"/>
                </a:lnTo>
                <a:lnTo>
                  <a:pt x="1807" y="460"/>
                </a:lnTo>
                <a:lnTo>
                  <a:pt x="1807" y="461"/>
                </a:lnTo>
                <a:lnTo>
                  <a:pt x="1806" y="461"/>
                </a:lnTo>
                <a:lnTo>
                  <a:pt x="1807" y="461"/>
                </a:lnTo>
                <a:lnTo>
                  <a:pt x="1807" y="463"/>
                </a:lnTo>
                <a:lnTo>
                  <a:pt x="1806" y="464"/>
                </a:lnTo>
                <a:lnTo>
                  <a:pt x="1806" y="465"/>
                </a:lnTo>
                <a:lnTo>
                  <a:pt x="1807" y="465"/>
                </a:lnTo>
                <a:lnTo>
                  <a:pt x="1807" y="466"/>
                </a:lnTo>
                <a:lnTo>
                  <a:pt x="1807" y="467"/>
                </a:lnTo>
                <a:lnTo>
                  <a:pt x="1806" y="467"/>
                </a:lnTo>
                <a:lnTo>
                  <a:pt x="1805" y="468"/>
                </a:lnTo>
                <a:lnTo>
                  <a:pt x="1804" y="468"/>
                </a:lnTo>
                <a:lnTo>
                  <a:pt x="1804" y="469"/>
                </a:lnTo>
                <a:lnTo>
                  <a:pt x="1805" y="470"/>
                </a:lnTo>
                <a:lnTo>
                  <a:pt x="1805" y="471"/>
                </a:lnTo>
                <a:lnTo>
                  <a:pt x="1805" y="472"/>
                </a:lnTo>
                <a:lnTo>
                  <a:pt x="1805" y="473"/>
                </a:lnTo>
                <a:lnTo>
                  <a:pt x="1806" y="473"/>
                </a:lnTo>
                <a:lnTo>
                  <a:pt x="1806" y="474"/>
                </a:lnTo>
                <a:lnTo>
                  <a:pt x="1805" y="475"/>
                </a:lnTo>
                <a:lnTo>
                  <a:pt x="1805" y="476"/>
                </a:lnTo>
                <a:lnTo>
                  <a:pt x="1806" y="476"/>
                </a:lnTo>
                <a:lnTo>
                  <a:pt x="1808" y="476"/>
                </a:lnTo>
                <a:lnTo>
                  <a:pt x="1808" y="477"/>
                </a:lnTo>
                <a:lnTo>
                  <a:pt x="1807" y="477"/>
                </a:lnTo>
                <a:lnTo>
                  <a:pt x="1808" y="478"/>
                </a:lnTo>
                <a:lnTo>
                  <a:pt x="1808" y="479"/>
                </a:lnTo>
                <a:lnTo>
                  <a:pt x="1809" y="479"/>
                </a:lnTo>
                <a:lnTo>
                  <a:pt x="1810" y="479"/>
                </a:lnTo>
                <a:lnTo>
                  <a:pt x="1810" y="480"/>
                </a:lnTo>
                <a:lnTo>
                  <a:pt x="1809" y="480"/>
                </a:lnTo>
                <a:lnTo>
                  <a:pt x="1809" y="481"/>
                </a:lnTo>
                <a:lnTo>
                  <a:pt x="1810" y="481"/>
                </a:lnTo>
                <a:lnTo>
                  <a:pt x="1811" y="481"/>
                </a:lnTo>
                <a:lnTo>
                  <a:pt x="1812" y="482"/>
                </a:lnTo>
                <a:lnTo>
                  <a:pt x="1813" y="483"/>
                </a:lnTo>
                <a:lnTo>
                  <a:pt x="1814" y="485"/>
                </a:lnTo>
                <a:lnTo>
                  <a:pt x="1815" y="487"/>
                </a:lnTo>
                <a:lnTo>
                  <a:pt x="1815" y="488"/>
                </a:lnTo>
                <a:lnTo>
                  <a:pt x="1816" y="488"/>
                </a:lnTo>
                <a:lnTo>
                  <a:pt x="1817" y="488"/>
                </a:lnTo>
                <a:lnTo>
                  <a:pt x="1817" y="487"/>
                </a:lnTo>
                <a:lnTo>
                  <a:pt x="1817" y="488"/>
                </a:lnTo>
                <a:lnTo>
                  <a:pt x="1817" y="489"/>
                </a:lnTo>
                <a:lnTo>
                  <a:pt x="1817" y="490"/>
                </a:lnTo>
                <a:lnTo>
                  <a:pt x="1818" y="490"/>
                </a:lnTo>
                <a:lnTo>
                  <a:pt x="1818" y="491"/>
                </a:lnTo>
                <a:lnTo>
                  <a:pt x="1817" y="491"/>
                </a:lnTo>
                <a:lnTo>
                  <a:pt x="1818" y="492"/>
                </a:lnTo>
                <a:lnTo>
                  <a:pt x="1818" y="493"/>
                </a:lnTo>
                <a:lnTo>
                  <a:pt x="1818" y="494"/>
                </a:lnTo>
                <a:lnTo>
                  <a:pt x="1819" y="495"/>
                </a:lnTo>
                <a:lnTo>
                  <a:pt x="1820" y="496"/>
                </a:lnTo>
                <a:lnTo>
                  <a:pt x="1821" y="496"/>
                </a:lnTo>
                <a:lnTo>
                  <a:pt x="1821" y="497"/>
                </a:lnTo>
                <a:lnTo>
                  <a:pt x="1822" y="498"/>
                </a:lnTo>
                <a:lnTo>
                  <a:pt x="1823" y="499"/>
                </a:lnTo>
                <a:lnTo>
                  <a:pt x="1823" y="500"/>
                </a:lnTo>
                <a:lnTo>
                  <a:pt x="1824" y="500"/>
                </a:lnTo>
                <a:lnTo>
                  <a:pt x="1824" y="501"/>
                </a:lnTo>
                <a:lnTo>
                  <a:pt x="1825" y="500"/>
                </a:lnTo>
                <a:lnTo>
                  <a:pt x="1826" y="501"/>
                </a:lnTo>
                <a:lnTo>
                  <a:pt x="1827" y="502"/>
                </a:lnTo>
                <a:lnTo>
                  <a:pt x="1827" y="503"/>
                </a:lnTo>
                <a:lnTo>
                  <a:pt x="1828" y="503"/>
                </a:lnTo>
                <a:lnTo>
                  <a:pt x="1830" y="505"/>
                </a:lnTo>
                <a:lnTo>
                  <a:pt x="1831" y="506"/>
                </a:lnTo>
                <a:lnTo>
                  <a:pt x="1831" y="507"/>
                </a:lnTo>
                <a:lnTo>
                  <a:pt x="1832" y="508"/>
                </a:lnTo>
                <a:lnTo>
                  <a:pt x="1835" y="511"/>
                </a:lnTo>
                <a:lnTo>
                  <a:pt x="1837" y="511"/>
                </a:lnTo>
                <a:lnTo>
                  <a:pt x="1839" y="512"/>
                </a:lnTo>
                <a:lnTo>
                  <a:pt x="1840" y="513"/>
                </a:lnTo>
                <a:lnTo>
                  <a:pt x="1840" y="514"/>
                </a:lnTo>
                <a:lnTo>
                  <a:pt x="1841" y="515"/>
                </a:lnTo>
                <a:lnTo>
                  <a:pt x="1842" y="516"/>
                </a:lnTo>
                <a:lnTo>
                  <a:pt x="1843" y="516"/>
                </a:lnTo>
                <a:lnTo>
                  <a:pt x="1844" y="517"/>
                </a:lnTo>
                <a:lnTo>
                  <a:pt x="1844" y="518"/>
                </a:lnTo>
                <a:lnTo>
                  <a:pt x="1844" y="519"/>
                </a:lnTo>
                <a:lnTo>
                  <a:pt x="1845" y="519"/>
                </a:lnTo>
                <a:lnTo>
                  <a:pt x="1846" y="520"/>
                </a:lnTo>
                <a:lnTo>
                  <a:pt x="1847" y="522"/>
                </a:lnTo>
                <a:lnTo>
                  <a:pt x="1848" y="522"/>
                </a:lnTo>
                <a:lnTo>
                  <a:pt x="1848" y="523"/>
                </a:lnTo>
                <a:lnTo>
                  <a:pt x="1847" y="523"/>
                </a:lnTo>
                <a:lnTo>
                  <a:pt x="1846" y="524"/>
                </a:lnTo>
                <a:lnTo>
                  <a:pt x="1846" y="525"/>
                </a:lnTo>
                <a:lnTo>
                  <a:pt x="1846" y="526"/>
                </a:lnTo>
                <a:lnTo>
                  <a:pt x="1845" y="526"/>
                </a:lnTo>
                <a:lnTo>
                  <a:pt x="1844" y="526"/>
                </a:lnTo>
                <a:lnTo>
                  <a:pt x="1843" y="527"/>
                </a:lnTo>
                <a:lnTo>
                  <a:pt x="1843" y="528"/>
                </a:lnTo>
                <a:lnTo>
                  <a:pt x="1842" y="528"/>
                </a:lnTo>
                <a:lnTo>
                  <a:pt x="1841" y="529"/>
                </a:lnTo>
                <a:lnTo>
                  <a:pt x="1841" y="530"/>
                </a:lnTo>
                <a:lnTo>
                  <a:pt x="1841" y="531"/>
                </a:lnTo>
                <a:lnTo>
                  <a:pt x="1841" y="532"/>
                </a:lnTo>
                <a:lnTo>
                  <a:pt x="1840" y="532"/>
                </a:lnTo>
                <a:lnTo>
                  <a:pt x="1838" y="534"/>
                </a:lnTo>
                <a:lnTo>
                  <a:pt x="1838" y="535"/>
                </a:lnTo>
                <a:lnTo>
                  <a:pt x="1837" y="534"/>
                </a:lnTo>
                <a:lnTo>
                  <a:pt x="1836" y="534"/>
                </a:lnTo>
                <a:lnTo>
                  <a:pt x="1835" y="534"/>
                </a:lnTo>
                <a:lnTo>
                  <a:pt x="1834" y="533"/>
                </a:lnTo>
                <a:lnTo>
                  <a:pt x="1834" y="532"/>
                </a:lnTo>
                <a:lnTo>
                  <a:pt x="1834" y="531"/>
                </a:lnTo>
                <a:lnTo>
                  <a:pt x="1833" y="531"/>
                </a:lnTo>
                <a:lnTo>
                  <a:pt x="1832" y="530"/>
                </a:lnTo>
                <a:lnTo>
                  <a:pt x="1832" y="529"/>
                </a:lnTo>
                <a:lnTo>
                  <a:pt x="1831" y="528"/>
                </a:lnTo>
                <a:lnTo>
                  <a:pt x="1830" y="527"/>
                </a:lnTo>
                <a:lnTo>
                  <a:pt x="1829" y="527"/>
                </a:lnTo>
                <a:lnTo>
                  <a:pt x="1828" y="526"/>
                </a:lnTo>
                <a:lnTo>
                  <a:pt x="1827" y="526"/>
                </a:lnTo>
                <a:lnTo>
                  <a:pt x="1826" y="526"/>
                </a:lnTo>
                <a:lnTo>
                  <a:pt x="1825" y="527"/>
                </a:lnTo>
                <a:lnTo>
                  <a:pt x="1824" y="528"/>
                </a:lnTo>
                <a:lnTo>
                  <a:pt x="1824" y="529"/>
                </a:lnTo>
                <a:lnTo>
                  <a:pt x="1824" y="530"/>
                </a:lnTo>
                <a:lnTo>
                  <a:pt x="1823" y="531"/>
                </a:lnTo>
                <a:lnTo>
                  <a:pt x="1823" y="533"/>
                </a:lnTo>
                <a:lnTo>
                  <a:pt x="1823" y="534"/>
                </a:lnTo>
                <a:lnTo>
                  <a:pt x="1822" y="535"/>
                </a:lnTo>
                <a:lnTo>
                  <a:pt x="1822" y="537"/>
                </a:lnTo>
                <a:lnTo>
                  <a:pt x="1823" y="537"/>
                </a:lnTo>
                <a:lnTo>
                  <a:pt x="1823" y="538"/>
                </a:lnTo>
                <a:lnTo>
                  <a:pt x="1824" y="538"/>
                </a:lnTo>
                <a:lnTo>
                  <a:pt x="1824" y="539"/>
                </a:lnTo>
                <a:lnTo>
                  <a:pt x="1824" y="540"/>
                </a:lnTo>
                <a:lnTo>
                  <a:pt x="1823" y="541"/>
                </a:lnTo>
                <a:lnTo>
                  <a:pt x="1822" y="541"/>
                </a:lnTo>
                <a:lnTo>
                  <a:pt x="1822" y="542"/>
                </a:lnTo>
                <a:lnTo>
                  <a:pt x="1823" y="543"/>
                </a:lnTo>
                <a:lnTo>
                  <a:pt x="1824" y="543"/>
                </a:lnTo>
                <a:lnTo>
                  <a:pt x="1825" y="543"/>
                </a:lnTo>
                <a:lnTo>
                  <a:pt x="1826" y="543"/>
                </a:lnTo>
                <a:lnTo>
                  <a:pt x="1826" y="544"/>
                </a:lnTo>
                <a:lnTo>
                  <a:pt x="1827" y="544"/>
                </a:lnTo>
                <a:lnTo>
                  <a:pt x="1828" y="544"/>
                </a:lnTo>
                <a:lnTo>
                  <a:pt x="1828" y="545"/>
                </a:lnTo>
                <a:lnTo>
                  <a:pt x="1829" y="546"/>
                </a:lnTo>
                <a:lnTo>
                  <a:pt x="1830" y="547"/>
                </a:lnTo>
                <a:lnTo>
                  <a:pt x="1831" y="548"/>
                </a:lnTo>
                <a:lnTo>
                  <a:pt x="1832" y="549"/>
                </a:lnTo>
                <a:lnTo>
                  <a:pt x="1832" y="552"/>
                </a:lnTo>
                <a:lnTo>
                  <a:pt x="1832" y="553"/>
                </a:lnTo>
                <a:lnTo>
                  <a:pt x="1833" y="554"/>
                </a:lnTo>
                <a:lnTo>
                  <a:pt x="1834" y="554"/>
                </a:lnTo>
                <a:lnTo>
                  <a:pt x="1834" y="555"/>
                </a:lnTo>
                <a:lnTo>
                  <a:pt x="1834" y="556"/>
                </a:lnTo>
                <a:lnTo>
                  <a:pt x="1836" y="558"/>
                </a:lnTo>
                <a:lnTo>
                  <a:pt x="1837" y="557"/>
                </a:lnTo>
                <a:lnTo>
                  <a:pt x="1837" y="558"/>
                </a:lnTo>
                <a:lnTo>
                  <a:pt x="1838" y="558"/>
                </a:lnTo>
                <a:lnTo>
                  <a:pt x="1839" y="559"/>
                </a:lnTo>
                <a:lnTo>
                  <a:pt x="1840" y="560"/>
                </a:lnTo>
                <a:lnTo>
                  <a:pt x="1841" y="562"/>
                </a:lnTo>
                <a:lnTo>
                  <a:pt x="1841" y="563"/>
                </a:lnTo>
                <a:lnTo>
                  <a:pt x="1840" y="563"/>
                </a:lnTo>
                <a:lnTo>
                  <a:pt x="1840" y="564"/>
                </a:lnTo>
                <a:lnTo>
                  <a:pt x="1840" y="565"/>
                </a:lnTo>
                <a:lnTo>
                  <a:pt x="1840" y="566"/>
                </a:lnTo>
                <a:lnTo>
                  <a:pt x="1839" y="567"/>
                </a:lnTo>
                <a:lnTo>
                  <a:pt x="1839" y="568"/>
                </a:lnTo>
                <a:lnTo>
                  <a:pt x="1838" y="568"/>
                </a:lnTo>
                <a:lnTo>
                  <a:pt x="1838" y="569"/>
                </a:lnTo>
                <a:lnTo>
                  <a:pt x="1838" y="570"/>
                </a:lnTo>
                <a:lnTo>
                  <a:pt x="1838" y="571"/>
                </a:lnTo>
                <a:lnTo>
                  <a:pt x="1838" y="572"/>
                </a:lnTo>
                <a:lnTo>
                  <a:pt x="1839" y="573"/>
                </a:lnTo>
                <a:lnTo>
                  <a:pt x="1840" y="573"/>
                </a:lnTo>
                <a:lnTo>
                  <a:pt x="1840" y="574"/>
                </a:lnTo>
                <a:lnTo>
                  <a:pt x="1841" y="574"/>
                </a:lnTo>
                <a:lnTo>
                  <a:pt x="1843" y="575"/>
                </a:lnTo>
                <a:lnTo>
                  <a:pt x="1844" y="576"/>
                </a:lnTo>
                <a:lnTo>
                  <a:pt x="1845" y="576"/>
                </a:lnTo>
                <a:lnTo>
                  <a:pt x="1845" y="577"/>
                </a:lnTo>
                <a:lnTo>
                  <a:pt x="1845" y="578"/>
                </a:lnTo>
                <a:lnTo>
                  <a:pt x="1846" y="578"/>
                </a:lnTo>
                <a:lnTo>
                  <a:pt x="1847" y="578"/>
                </a:lnTo>
                <a:lnTo>
                  <a:pt x="1847" y="579"/>
                </a:lnTo>
                <a:lnTo>
                  <a:pt x="1847" y="580"/>
                </a:lnTo>
                <a:lnTo>
                  <a:pt x="1847" y="581"/>
                </a:lnTo>
                <a:lnTo>
                  <a:pt x="1848" y="581"/>
                </a:lnTo>
                <a:lnTo>
                  <a:pt x="1849" y="582"/>
                </a:lnTo>
                <a:lnTo>
                  <a:pt x="1849" y="583"/>
                </a:lnTo>
                <a:lnTo>
                  <a:pt x="1850" y="583"/>
                </a:lnTo>
                <a:lnTo>
                  <a:pt x="1851" y="584"/>
                </a:lnTo>
                <a:lnTo>
                  <a:pt x="1852" y="584"/>
                </a:lnTo>
                <a:lnTo>
                  <a:pt x="1854" y="585"/>
                </a:lnTo>
                <a:lnTo>
                  <a:pt x="1854" y="586"/>
                </a:lnTo>
                <a:lnTo>
                  <a:pt x="1854" y="587"/>
                </a:lnTo>
                <a:lnTo>
                  <a:pt x="1855" y="588"/>
                </a:lnTo>
                <a:lnTo>
                  <a:pt x="1855" y="589"/>
                </a:lnTo>
                <a:lnTo>
                  <a:pt x="1854" y="589"/>
                </a:lnTo>
                <a:lnTo>
                  <a:pt x="1853" y="589"/>
                </a:lnTo>
                <a:lnTo>
                  <a:pt x="1852" y="590"/>
                </a:lnTo>
                <a:lnTo>
                  <a:pt x="1852" y="591"/>
                </a:lnTo>
                <a:lnTo>
                  <a:pt x="1851" y="591"/>
                </a:lnTo>
                <a:lnTo>
                  <a:pt x="1850" y="592"/>
                </a:lnTo>
                <a:lnTo>
                  <a:pt x="1849" y="592"/>
                </a:lnTo>
                <a:lnTo>
                  <a:pt x="1849" y="593"/>
                </a:lnTo>
                <a:lnTo>
                  <a:pt x="1850" y="593"/>
                </a:lnTo>
                <a:lnTo>
                  <a:pt x="1850" y="595"/>
                </a:lnTo>
                <a:lnTo>
                  <a:pt x="1850" y="596"/>
                </a:lnTo>
                <a:lnTo>
                  <a:pt x="1850" y="597"/>
                </a:lnTo>
                <a:lnTo>
                  <a:pt x="1851" y="598"/>
                </a:lnTo>
                <a:lnTo>
                  <a:pt x="1851" y="599"/>
                </a:lnTo>
                <a:lnTo>
                  <a:pt x="1851" y="600"/>
                </a:lnTo>
                <a:lnTo>
                  <a:pt x="1851" y="601"/>
                </a:lnTo>
                <a:lnTo>
                  <a:pt x="1852" y="602"/>
                </a:lnTo>
                <a:lnTo>
                  <a:pt x="1853" y="602"/>
                </a:lnTo>
                <a:lnTo>
                  <a:pt x="1853" y="603"/>
                </a:lnTo>
                <a:lnTo>
                  <a:pt x="1852" y="604"/>
                </a:lnTo>
                <a:lnTo>
                  <a:pt x="1852" y="605"/>
                </a:lnTo>
                <a:lnTo>
                  <a:pt x="1851" y="605"/>
                </a:lnTo>
                <a:lnTo>
                  <a:pt x="1852" y="605"/>
                </a:lnTo>
                <a:lnTo>
                  <a:pt x="1852" y="606"/>
                </a:lnTo>
                <a:lnTo>
                  <a:pt x="1852" y="607"/>
                </a:lnTo>
                <a:lnTo>
                  <a:pt x="1852" y="608"/>
                </a:lnTo>
                <a:lnTo>
                  <a:pt x="1852" y="609"/>
                </a:lnTo>
                <a:lnTo>
                  <a:pt x="1852" y="610"/>
                </a:lnTo>
                <a:lnTo>
                  <a:pt x="1852" y="611"/>
                </a:lnTo>
                <a:lnTo>
                  <a:pt x="1853" y="611"/>
                </a:lnTo>
                <a:lnTo>
                  <a:pt x="1853" y="612"/>
                </a:lnTo>
                <a:lnTo>
                  <a:pt x="1853" y="613"/>
                </a:lnTo>
                <a:lnTo>
                  <a:pt x="1853" y="614"/>
                </a:lnTo>
                <a:lnTo>
                  <a:pt x="1855" y="617"/>
                </a:lnTo>
                <a:lnTo>
                  <a:pt x="1855" y="619"/>
                </a:lnTo>
                <a:lnTo>
                  <a:pt x="1855" y="620"/>
                </a:lnTo>
                <a:lnTo>
                  <a:pt x="1855" y="621"/>
                </a:lnTo>
                <a:lnTo>
                  <a:pt x="1856" y="622"/>
                </a:lnTo>
                <a:lnTo>
                  <a:pt x="1856" y="623"/>
                </a:lnTo>
                <a:lnTo>
                  <a:pt x="1856" y="624"/>
                </a:lnTo>
                <a:lnTo>
                  <a:pt x="1855" y="624"/>
                </a:lnTo>
                <a:lnTo>
                  <a:pt x="1855" y="625"/>
                </a:lnTo>
                <a:lnTo>
                  <a:pt x="1855" y="626"/>
                </a:lnTo>
                <a:lnTo>
                  <a:pt x="1855" y="627"/>
                </a:lnTo>
                <a:lnTo>
                  <a:pt x="1856" y="627"/>
                </a:lnTo>
                <a:lnTo>
                  <a:pt x="1856" y="628"/>
                </a:lnTo>
                <a:lnTo>
                  <a:pt x="1855" y="628"/>
                </a:lnTo>
                <a:lnTo>
                  <a:pt x="1855" y="629"/>
                </a:lnTo>
                <a:lnTo>
                  <a:pt x="1856" y="630"/>
                </a:lnTo>
                <a:lnTo>
                  <a:pt x="1856" y="632"/>
                </a:lnTo>
                <a:lnTo>
                  <a:pt x="1856" y="633"/>
                </a:lnTo>
                <a:lnTo>
                  <a:pt x="1856" y="634"/>
                </a:lnTo>
                <a:lnTo>
                  <a:pt x="1857" y="634"/>
                </a:lnTo>
                <a:lnTo>
                  <a:pt x="1857" y="635"/>
                </a:lnTo>
                <a:lnTo>
                  <a:pt x="1856" y="636"/>
                </a:lnTo>
                <a:lnTo>
                  <a:pt x="1855" y="636"/>
                </a:lnTo>
                <a:lnTo>
                  <a:pt x="1855" y="637"/>
                </a:lnTo>
                <a:lnTo>
                  <a:pt x="1856" y="639"/>
                </a:lnTo>
                <a:lnTo>
                  <a:pt x="1856" y="640"/>
                </a:lnTo>
                <a:lnTo>
                  <a:pt x="1857" y="641"/>
                </a:lnTo>
                <a:lnTo>
                  <a:pt x="1857" y="642"/>
                </a:lnTo>
                <a:lnTo>
                  <a:pt x="1857" y="643"/>
                </a:lnTo>
                <a:lnTo>
                  <a:pt x="1857" y="644"/>
                </a:lnTo>
                <a:lnTo>
                  <a:pt x="1856" y="644"/>
                </a:lnTo>
                <a:lnTo>
                  <a:pt x="1856" y="645"/>
                </a:lnTo>
                <a:lnTo>
                  <a:pt x="1857" y="645"/>
                </a:lnTo>
                <a:lnTo>
                  <a:pt x="1857" y="646"/>
                </a:lnTo>
                <a:lnTo>
                  <a:pt x="1857" y="647"/>
                </a:lnTo>
                <a:lnTo>
                  <a:pt x="1857" y="648"/>
                </a:lnTo>
                <a:lnTo>
                  <a:pt x="1858" y="648"/>
                </a:lnTo>
                <a:lnTo>
                  <a:pt x="1859" y="649"/>
                </a:lnTo>
                <a:lnTo>
                  <a:pt x="1859" y="650"/>
                </a:lnTo>
                <a:lnTo>
                  <a:pt x="1859" y="651"/>
                </a:lnTo>
                <a:lnTo>
                  <a:pt x="1860" y="652"/>
                </a:lnTo>
                <a:lnTo>
                  <a:pt x="1861" y="653"/>
                </a:lnTo>
                <a:lnTo>
                  <a:pt x="1861" y="654"/>
                </a:lnTo>
                <a:lnTo>
                  <a:pt x="1862" y="655"/>
                </a:lnTo>
                <a:lnTo>
                  <a:pt x="1862" y="656"/>
                </a:lnTo>
                <a:lnTo>
                  <a:pt x="1861" y="657"/>
                </a:lnTo>
                <a:lnTo>
                  <a:pt x="1861" y="658"/>
                </a:lnTo>
                <a:lnTo>
                  <a:pt x="1862" y="659"/>
                </a:lnTo>
                <a:lnTo>
                  <a:pt x="1862" y="663"/>
                </a:lnTo>
                <a:lnTo>
                  <a:pt x="1863" y="667"/>
                </a:lnTo>
                <a:lnTo>
                  <a:pt x="1863" y="668"/>
                </a:lnTo>
                <a:lnTo>
                  <a:pt x="1863" y="669"/>
                </a:lnTo>
                <a:lnTo>
                  <a:pt x="1863" y="670"/>
                </a:lnTo>
                <a:lnTo>
                  <a:pt x="1864" y="670"/>
                </a:lnTo>
                <a:lnTo>
                  <a:pt x="1864" y="671"/>
                </a:lnTo>
                <a:lnTo>
                  <a:pt x="1863" y="671"/>
                </a:lnTo>
                <a:lnTo>
                  <a:pt x="1863" y="672"/>
                </a:lnTo>
                <a:lnTo>
                  <a:pt x="1863" y="673"/>
                </a:lnTo>
                <a:lnTo>
                  <a:pt x="1863" y="674"/>
                </a:lnTo>
                <a:lnTo>
                  <a:pt x="1862" y="675"/>
                </a:lnTo>
                <a:lnTo>
                  <a:pt x="1861" y="676"/>
                </a:lnTo>
                <a:lnTo>
                  <a:pt x="1861" y="677"/>
                </a:lnTo>
                <a:lnTo>
                  <a:pt x="1861" y="678"/>
                </a:lnTo>
                <a:lnTo>
                  <a:pt x="1860" y="679"/>
                </a:lnTo>
                <a:lnTo>
                  <a:pt x="1860" y="680"/>
                </a:lnTo>
                <a:lnTo>
                  <a:pt x="1860" y="681"/>
                </a:lnTo>
                <a:lnTo>
                  <a:pt x="1859" y="682"/>
                </a:lnTo>
                <a:lnTo>
                  <a:pt x="1860" y="684"/>
                </a:lnTo>
                <a:lnTo>
                  <a:pt x="1860" y="685"/>
                </a:lnTo>
                <a:lnTo>
                  <a:pt x="1859" y="686"/>
                </a:lnTo>
                <a:lnTo>
                  <a:pt x="1859" y="688"/>
                </a:lnTo>
                <a:lnTo>
                  <a:pt x="1859" y="689"/>
                </a:lnTo>
                <a:lnTo>
                  <a:pt x="1858" y="690"/>
                </a:lnTo>
                <a:lnTo>
                  <a:pt x="1858" y="691"/>
                </a:lnTo>
                <a:lnTo>
                  <a:pt x="1858" y="694"/>
                </a:lnTo>
                <a:lnTo>
                  <a:pt x="1858" y="695"/>
                </a:lnTo>
                <a:lnTo>
                  <a:pt x="1857" y="696"/>
                </a:lnTo>
                <a:lnTo>
                  <a:pt x="1857" y="698"/>
                </a:lnTo>
                <a:lnTo>
                  <a:pt x="1858" y="698"/>
                </a:lnTo>
                <a:lnTo>
                  <a:pt x="1858" y="699"/>
                </a:lnTo>
                <a:lnTo>
                  <a:pt x="1858" y="700"/>
                </a:lnTo>
                <a:lnTo>
                  <a:pt x="1859" y="701"/>
                </a:lnTo>
                <a:lnTo>
                  <a:pt x="1859" y="702"/>
                </a:lnTo>
                <a:lnTo>
                  <a:pt x="1859" y="703"/>
                </a:lnTo>
                <a:lnTo>
                  <a:pt x="1860" y="704"/>
                </a:lnTo>
                <a:lnTo>
                  <a:pt x="1861" y="705"/>
                </a:lnTo>
                <a:lnTo>
                  <a:pt x="1861" y="706"/>
                </a:lnTo>
                <a:lnTo>
                  <a:pt x="1862" y="707"/>
                </a:lnTo>
                <a:lnTo>
                  <a:pt x="1863" y="708"/>
                </a:lnTo>
                <a:lnTo>
                  <a:pt x="1863" y="710"/>
                </a:lnTo>
                <a:lnTo>
                  <a:pt x="1862" y="711"/>
                </a:lnTo>
                <a:lnTo>
                  <a:pt x="1862" y="712"/>
                </a:lnTo>
                <a:lnTo>
                  <a:pt x="1863" y="714"/>
                </a:lnTo>
                <a:lnTo>
                  <a:pt x="1863" y="715"/>
                </a:lnTo>
                <a:lnTo>
                  <a:pt x="1863" y="716"/>
                </a:lnTo>
                <a:lnTo>
                  <a:pt x="1864" y="717"/>
                </a:lnTo>
                <a:lnTo>
                  <a:pt x="1863" y="718"/>
                </a:lnTo>
                <a:lnTo>
                  <a:pt x="1863" y="719"/>
                </a:lnTo>
                <a:lnTo>
                  <a:pt x="1864" y="719"/>
                </a:lnTo>
                <a:lnTo>
                  <a:pt x="1864" y="720"/>
                </a:lnTo>
                <a:lnTo>
                  <a:pt x="1863" y="721"/>
                </a:lnTo>
                <a:lnTo>
                  <a:pt x="1864" y="722"/>
                </a:lnTo>
                <a:lnTo>
                  <a:pt x="1863" y="723"/>
                </a:lnTo>
                <a:lnTo>
                  <a:pt x="1864" y="725"/>
                </a:lnTo>
                <a:lnTo>
                  <a:pt x="1864" y="726"/>
                </a:lnTo>
                <a:lnTo>
                  <a:pt x="1864" y="727"/>
                </a:lnTo>
                <a:lnTo>
                  <a:pt x="1864" y="731"/>
                </a:lnTo>
                <a:lnTo>
                  <a:pt x="1864" y="732"/>
                </a:lnTo>
                <a:lnTo>
                  <a:pt x="1865" y="732"/>
                </a:lnTo>
                <a:lnTo>
                  <a:pt x="1865" y="733"/>
                </a:lnTo>
                <a:lnTo>
                  <a:pt x="1864" y="735"/>
                </a:lnTo>
                <a:lnTo>
                  <a:pt x="1865" y="735"/>
                </a:lnTo>
                <a:lnTo>
                  <a:pt x="1866" y="736"/>
                </a:lnTo>
                <a:lnTo>
                  <a:pt x="1867" y="737"/>
                </a:lnTo>
                <a:lnTo>
                  <a:pt x="1867" y="738"/>
                </a:lnTo>
                <a:lnTo>
                  <a:pt x="1867" y="740"/>
                </a:lnTo>
                <a:lnTo>
                  <a:pt x="1868" y="740"/>
                </a:lnTo>
                <a:lnTo>
                  <a:pt x="1868" y="741"/>
                </a:lnTo>
                <a:lnTo>
                  <a:pt x="1868" y="743"/>
                </a:lnTo>
                <a:lnTo>
                  <a:pt x="1866" y="743"/>
                </a:lnTo>
                <a:lnTo>
                  <a:pt x="1865" y="744"/>
                </a:lnTo>
                <a:lnTo>
                  <a:pt x="1862" y="744"/>
                </a:lnTo>
                <a:lnTo>
                  <a:pt x="1861" y="744"/>
                </a:lnTo>
                <a:lnTo>
                  <a:pt x="1860" y="745"/>
                </a:lnTo>
                <a:lnTo>
                  <a:pt x="1859" y="745"/>
                </a:lnTo>
                <a:lnTo>
                  <a:pt x="1857" y="745"/>
                </a:lnTo>
                <a:lnTo>
                  <a:pt x="1856" y="745"/>
                </a:lnTo>
                <a:lnTo>
                  <a:pt x="1856" y="747"/>
                </a:lnTo>
                <a:lnTo>
                  <a:pt x="1855" y="747"/>
                </a:lnTo>
                <a:lnTo>
                  <a:pt x="1855" y="748"/>
                </a:lnTo>
                <a:lnTo>
                  <a:pt x="1855" y="750"/>
                </a:lnTo>
                <a:lnTo>
                  <a:pt x="1855" y="752"/>
                </a:lnTo>
                <a:lnTo>
                  <a:pt x="1856" y="753"/>
                </a:lnTo>
                <a:lnTo>
                  <a:pt x="1857" y="755"/>
                </a:lnTo>
                <a:lnTo>
                  <a:pt x="1858" y="755"/>
                </a:lnTo>
                <a:lnTo>
                  <a:pt x="1859" y="757"/>
                </a:lnTo>
                <a:lnTo>
                  <a:pt x="1859" y="759"/>
                </a:lnTo>
                <a:lnTo>
                  <a:pt x="1859" y="760"/>
                </a:lnTo>
                <a:lnTo>
                  <a:pt x="1859" y="761"/>
                </a:lnTo>
                <a:lnTo>
                  <a:pt x="1859" y="762"/>
                </a:lnTo>
                <a:lnTo>
                  <a:pt x="1858" y="762"/>
                </a:lnTo>
                <a:lnTo>
                  <a:pt x="1858" y="763"/>
                </a:lnTo>
                <a:lnTo>
                  <a:pt x="1855" y="765"/>
                </a:lnTo>
                <a:lnTo>
                  <a:pt x="1854" y="766"/>
                </a:lnTo>
                <a:lnTo>
                  <a:pt x="1853" y="767"/>
                </a:lnTo>
                <a:lnTo>
                  <a:pt x="1852" y="767"/>
                </a:lnTo>
                <a:lnTo>
                  <a:pt x="1851" y="768"/>
                </a:lnTo>
                <a:lnTo>
                  <a:pt x="1851" y="771"/>
                </a:lnTo>
                <a:lnTo>
                  <a:pt x="1851" y="772"/>
                </a:lnTo>
                <a:lnTo>
                  <a:pt x="1851" y="774"/>
                </a:lnTo>
                <a:lnTo>
                  <a:pt x="1850" y="775"/>
                </a:lnTo>
                <a:lnTo>
                  <a:pt x="1851" y="777"/>
                </a:lnTo>
                <a:lnTo>
                  <a:pt x="1854" y="779"/>
                </a:lnTo>
                <a:lnTo>
                  <a:pt x="1855" y="778"/>
                </a:lnTo>
                <a:lnTo>
                  <a:pt x="1856" y="779"/>
                </a:lnTo>
                <a:lnTo>
                  <a:pt x="1856" y="780"/>
                </a:lnTo>
                <a:lnTo>
                  <a:pt x="1855" y="780"/>
                </a:lnTo>
                <a:lnTo>
                  <a:pt x="1855" y="781"/>
                </a:lnTo>
                <a:lnTo>
                  <a:pt x="1855" y="782"/>
                </a:lnTo>
                <a:lnTo>
                  <a:pt x="1856" y="782"/>
                </a:lnTo>
                <a:lnTo>
                  <a:pt x="1856" y="783"/>
                </a:lnTo>
                <a:lnTo>
                  <a:pt x="1855" y="783"/>
                </a:lnTo>
                <a:lnTo>
                  <a:pt x="1853" y="783"/>
                </a:lnTo>
                <a:lnTo>
                  <a:pt x="1852" y="783"/>
                </a:lnTo>
                <a:lnTo>
                  <a:pt x="1852" y="784"/>
                </a:lnTo>
                <a:lnTo>
                  <a:pt x="1851" y="784"/>
                </a:lnTo>
                <a:lnTo>
                  <a:pt x="1851" y="785"/>
                </a:lnTo>
                <a:lnTo>
                  <a:pt x="1850" y="786"/>
                </a:lnTo>
                <a:lnTo>
                  <a:pt x="1849" y="786"/>
                </a:lnTo>
                <a:lnTo>
                  <a:pt x="1848" y="785"/>
                </a:lnTo>
                <a:lnTo>
                  <a:pt x="1847" y="785"/>
                </a:lnTo>
                <a:lnTo>
                  <a:pt x="1846" y="785"/>
                </a:lnTo>
                <a:lnTo>
                  <a:pt x="1845" y="786"/>
                </a:lnTo>
                <a:lnTo>
                  <a:pt x="1844" y="786"/>
                </a:lnTo>
                <a:lnTo>
                  <a:pt x="1842" y="784"/>
                </a:lnTo>
                <a:lnTo>
                  <a:pt x="1843" y="782"/>
                </a:lnTo>
                <a:lnTo>
                  <a:pt x="1843" y="781"/>
                </a:lnTo>
                <a:lnTo>
                  <a:pt x="1842" y="779"/>
                </a:lnTo>
                <a:lnTo>
                  <a:pt x="1842" y="777"/>
                </a:lnTo>
                <a:lnTo>
                  <a:pt x="1842" y="775"/>
                </a:lnTo>
                <a:lnTo>
                  <a:pt x="1841" y="773"/>
                </a:lnTo>
                <a:lnTo>
                  <a:pt x="1841" y="772"/>
                </a:lnTo>
                <a:lnTo>
                  <a:pt x="1841" y="771"/>
                </a:lnTo>
                <a:lnTo>
                  <a:pt x="1840" y="768"/>
                </a:lnTo>
                <a:lnTo>
                  <a:pt x="1839" y="766"/>
                </a:lnTo>
                <a:lnTo>
                  <a:pt x="1839" y="765"/>
                </a:lnTo>
                <a:lnTo>
                  <a:pt x="1837" y="765"/>
                </a:lnTo>
                <a:lnTo>
                  <a:pt x="1836" y="765"/>
                </a:lnTo>
                <a:lnTo>
                  <a:pt x="1835" y="766"/>
                </a:lnTo>
                <a:lnTo>
                  <a:pt x="1834" y="767"/>
                </a:lnTo>
                <a:lnTo>
                  <a:pt x="1833" y="767"/>
                </a:lnTo>
                <a:lnTo>
                  <a:pt x="1833" y="768"/>
                </a:lnTo>
                <a:lnTo>
                  <a:pt x="1832" y="768"/>
                </a:lnTo>
                <a:lnTo>
                  <a:pt x="1832" y="769"/>
                </a:lnTo>
                <a:lnTo>
                  <a:pt x="1831" y="769"/>
                </a:lnTo>
                <a:lnTo>
                  <a:pt x="1830" y="769"/>
                </a:lnTo>
                <a:lnTo>
                  <a:pt x="1830" y="768"/>
                </a:lnTo>
                <a:lnTo>
                  <a:pt x="1827" y="768"/>
                </a:lnTo>
                <a:lnTo>
                  <a:pt x="1826" y="768"/>
                </a:lnTo>
                <a:lnTo>
                  <a:pt x="1825" y="768"/>
                </a:lnTo>
                <a:lnTo>
                  <a:pt x="1825" y="769"/>
                </a:lnTo>
                <a:lnTo>
                  <a:pt x="1825" y="770"/>
                </a:lnTo>
                <a:lnTo>
                  <a:pt x="1826" y="772"/>
                </a:lnTo>
                <a:lnTo>
                  <a:pt x="1827" y="772"/>
                </a:lnTo>
                <a:lnTo>
                  <a:pt x="1827" y="773"/>
                </a:lnTo>
                <a:lnTo>
                  <a:pt x="1827" y="774"/>
                </a:lnTo>
                <a:lnTo>
                  <a:pt x="1826" y="774"/>
                </a:lnTo>
                <a:lnTo>
                  <a:pt x="1826" y="776"/>
                </a:lnTo>
                <a:lnTo>
                  <a:pt x="1826" y="777"/>
                </a:lnTo>
                <a:lnTo>
                  <a:pt x="1827" y="780"/>
                </a:lnTo>
                <a:lnTo>
                  <a:pt x="1828" y="782"/>
                </a:lnTo>
                <a:lnTo>
                  <a:pt x="1827" y="783"/>
                </a:lnTo>
                <a:lnTo>
                  <a:pt x="1827" y="784"/>
                </a:lnTo>
                <a:lnTo>
                  <a:pt x="1827" y="785"/>
                </a:lnTo>
                <a:lnTo>
                  <a:pt x="1827" y="786"/>
                </a:lnTo>
                <a:lnTo>
                  <a:pt x="1828" y="787"/>
                </a:lnTo>
                <a:lnTo>
                  <a:pt x="1828" y="788"/>
                </a:lnTo>
                <a:lnTo>
                  <a:pt x="1829" y="788"/>
                </a:lnTo>
                <a:lnTo>
                  <a:pt x="1829" y="789"/>
                </a:lnTo>
                <a:lnTo>
                  <a:pt x="1829" y="790"/>
                </a:lnTo>
                <a:lnTo>
                  <a:pt x="1829" y="791"/>
                </a:lnTo>
                <a:lnTo>
                  <a:pt x="1829" y="792"/>
                </a:lnTo>
                <a:lnTo>
                  <a:pt x="1830" y="792"/>
                </a:lnTo>
                <a:lnTo>
                  <a:pt x="1829" y="792"/>
                </a:lnTo>
                <a:lnTo>
                  <a:pt x="1829" y="793"/>
                </a:lnTo>
                <a:lnTo>
                  <a:pt x="1829" y="794"/>
                </a:lnTo>
                <a:lnTo>
                  <a:pt x="1828" y="795"/>
                </a:lnTo>
                <a:lnTo>
                  <a:pt x="1827" y="796"/>
                </a:lnTo>
                <a:lnTo>
                  <a:pt x="1826" y="796"/>
                </a:lnTo>
                <a:lnTo>
                  <a:pt x="1825" y="797"/>
                </a:lnTo>
                <a:lnTo>
                  <a:pt x="1825" y="798"/>
                </a:lnTo>
                <a:lnTo>
                  <a:pt x="1823" y="798"/>
                </a:lnTo>
                <a:lnTo>
                  <a:pt x="1822" y="798"/>
                </a:lnTo>
                <a:lnTo>
                  <a:pt x="1822" y="799"/>
                </a:lnTo>
                <a:lnTo>
                  <a:pt x="1822" y="800"/>
                </a:lnTo>
                <a:lnTo>
                  <a:pt x="1823" y="803"/>
                </a:lnTo>
                <a:lnTo>
                  <a:pt x="1824" y="804"/>
                </a:lnTo>
                <a:lnTo>
                  <a:pt x="1824" y="805"/>
                </a:lnTo>
                <a:lnTo>
                  <a:pt x="1824" y="808"/>
                </a:lnTo>
                <a:lnTo>
                  <a:pt x="1824" y="809"/>
                </a:lnTo>
                <a:lnTo>
                  <a:pt x="1825" y="811"/>
                </a:lnTo>
                <a:lnTo>
                  <a:pt x="1825" y="813"/>
                </a:lnTo>
                <a:lnTo>
                  <a:pt x="1824" y="815"/>
                </a:lnTo>
                <a:lnTo>
                  <a:pt x="1824" y="817"/>
                </a:lnTo>
                <a:lnTo>
                  <a:pt x="1825" y="818"/>
                </a:lnTo>
                <a:lnTo>
                  <a:pt x="1826" y="818"/>
                </a:lnTo>
                <a:lnTo>
                  <a:pt x="1829" y="819"/>
                </a:lnTo>
                <a:lnTo>
                  <a:pt x="1829" y="820"/>
                </a:lnTo>
                <a:lnTo>
                  <a:pt x="1829" y="821"/>
                </a:lnTo>
                <a:lnTo>
                  <a:pt x="1830" y="822"/>
                </a:lnTo>
                <a:lnTo>
                  <a:pt x="1830" y="823"/>
                </a:lnTo>
                <a:lnTo>
                  <a:pt x="1831" y="824"/>
                </a:lnTo>
                <a:lnTo>
                  <a:pt x="1832" y="825"/>
                </a:lnTo>
                <a:lnTo>
                  <a:pt x="1832" y="826"/>
                </a:lnTo>
                <a:lnTo>
                  <a:pt x="1832" y="827"/>
                </a:lnTo>
                <a:lnTo>
                  <a:pt x="1833" y="828"/>
                </a:lnTo>
                <a:lnTo>
                  <a:pt x="1833" y="829"/>
                </a:lnTo>
                <a:lnTo>
                  <a:pt x="1834" y="829"/>
                </a:lnTo>
                <a:lnTo>
                  <a:pt x="1834" y="830"/>
                </a:lnTo>
                <a:lnTo>
                  <a:pt x="1834" y="831"/>
                </a:lnTo>
                <a:lnTo>
                  <a:pt x="1835" y="832"/>
                </a:lnTo>
                <a:lnTo>
                  <a:pt x="1836" y="833"/>
                </a:lnTo>
                <a:lnTo>
                  <a:pt x="1836" y="834"/>
                </a:lnTo>
                <a:lnTo>
                  <a:pt x="1835" y="835"/>
                </a:lnTo>
                <a:lnTo>
                  <a:pt x="1834" y="835"/>
                </a:lnTo>
                <a:lnTo>
                  <a:pt x="1833" y="836"/>
                </a:lnTo>
                <a:lnTo>
                  <a:pt x="1832" y="836"/>
                </a:lnTo>
                <a:lnTo>
                  <a:pt x="1832" y="839"/>
                </a:lnTo>
                <a:lnTo>
                  <a:pt x="1832" y="840"/>
                </a:lnTo>
                <a:lnTo>
                  <a:pt x="1832" y="842"/>
                </a:lnTo>
                <a:lnTo>
                  <a:pt x="1832" y="844"/>
                </a:lnTo>
                <a:lnTo>
                  <a:pt x="1832" y="845"/>
                </a:lnTo>
                <a:lnTo>
                  <a:pt x="1831" y="847"/>
                </a:lnTo>
                <a:lnTo>
                  <a:pt x="1830" y="847"/>
                </a:lnTo>
                <a:lnTo>
                  <a:pt x="1829" y="847"/>
                </a:lnTo>
                <a:lnTo>
                  <a:pt x="1828" y="847"/>
                </a:lnTo>
                <a:lnTo>
                  <a:pt x="1826" y="848"/>
                </a:lnTo>
                <a:lnTo>
                  <a:pt x="1826" y="849"/>
                </a:lnTo>
                <a:lnTo>
                  <a:pt x="1825" y="850"/>
                </a:lnTo>
                <a:lnTo>
                  <a:pt x="1825" y="851"/>
                </a:lnTo>
                <a:lnTo>
                  <a:pt x="1824" y="852"/>
                </a:lnTo>
                <a:lnTo>
                  <a:pt x="1823" y="851"/>
                </a:lnTo>
                <a:lnTo>
                  <a:pt x="1822" y="851"/>
                </a:lnTo>
                <a:lnTo>
                  <a:pt x="1820" y="850"/>
                </a:lnTo>
                <a:lnTo>
                  <a:pt x="1818" y="850"/>
                </a:lnTo>
                <a:lnTo>
                  <a:pt x="1816" y="851"/>
                </a:lnTo>
                <a:lnTo>
                  <a:pt x="1815" y="851"/>
                </a:lnTo>
                <a:lnTo>
                  <a:pt x="1815" y="852"/>
                </a:lnTo>
                <a:lnTo>
                  <a:pt x="1814" y="854"/>
                </a:lnTo>
                <a:lnTo>
                  <a:pt x="1813" y="854"/>
                </a:lnTo>
                <a:lnTo>
                  <a:pt x="1812" y="854"/>
                </a:lnTo>
                <a:lnTo>
                  <a:pt x="1811" y="853"/>
                </a:lnTo>
                <a:lnTo>
                  <a:pt x="1810" y="853"/>
                </a:lnTo>
                <a:lnTo>
                  <a:pt x="1809" y="854"/>
                </a:lnTo>
                <a:lnTo>
                  <a:pt x="1809" y="855"/>
                </a:lnTo>
                <a:lnTo>
                  <a:pt x="1809" y="856"/>
                </a:lnTo>
                <a:lnTo>
                  <a:pt x="1807" y="857"/>
                </a:lnTo>
                <a:lnTo>
                  <a:pt x="1807" y="858"/>
                </a:lnTo>
                <a:lnTo>
                  <a:pt x="1804" y="858"/>
                </a:lnTo>
                <a:lnTo>
                  <a:pt x="1803" y="857"/>
                </a:lnTo>
                <a:lnTo>
                  <a:pt x="1803" y="856"/>
                </a:lnTo>
                <a:lnTo>
                  <a:pt x="1803" y="853"/>
                </a:lnTo>
                <a:lnTo>
                  <a:pt x="1803" y="852"/>
                </a:lnTo>
                <a:lnTo>
                  <a:pt x="1802" y="850"/>
                </a:lnTo>
                <a:lnTo>
                  <a:pt x="1801" y="850"/>
                </a:lnTo>
                <a:lnTo>
                  <a:pt x="1801" y="849"/>
                </a:lnTo>
                <a:lnTo>
                  <a:pt x="1802" y="848"/>
                </a:lnTo>
                <a:lnTo>
                  <a:pt x="1802" y="847"/>
                </a:lnTo>
                <a:lnTo>
                  <a:pt x="1802" y="845"/>
                </a:lnTo>
                <a:lnTo>
                  <a:pt x="1802" y="844"/>
                </a:lnTo>
                <a:lnTo>
                  <a:pt x="1801" y="842"/>
                </a:lnTo>
                <a:lnTo>
                  <a:pt x="1800" y="839"/>
                </a:lnTo>
                <a:lnTo>
                  <a:pt x="1797" y="835"/>
                </a:lnTo>
                <a:lnTo>
                  <a:pt x="1797" y="834"/>
                </a:lnTo>
                <a:lnTo>
                  <a:pt x="1797" y="833"/>
                </a:lnTo>
                <a:lnTo>
                  <a:pt x="1797" y="832"/>
                </a:lnTo>
                <a:lnTo>
                  <a:pt x="1796" y="831"/>
                </a:lnTo>
                <a:lnTo>
                  <a:pt x="1795" y="831"/>
                </a:lnTo>
                <a:lnTo>
                  <a:pt x="1795" y="830"/>
                </a:lnTo>
                <a:lnTo>
                  <a:pt x="1795" y="829"/>
                </a:lnTo>
                <a:lnTo>
                  <a:pt x="1795" y="828"/>
                </a:lnTo>
                <a:lnTo>
                  <a:pt x="1794" y="828"/>
                </a:lnTo>
                <a:lnTo>
                  <a:pt x="1794" y="827"/>
                </a:lnTo>
                <a:lnTo>
                  <a:pt x="1793" y="827"/>
                </a:lnTo>
                <a:lnTo>
                  <a:pt x="1793" y="828"/>
                </a:lnTo>
                <a:lnTo>
                  <a:pt x="1793" y="829"/>
                </a:lnTo>
                <a:lnTo>
                  <a:pt x="1792" y="829"/>
                </a:lnTo>
                <a:lnTo>
                  <a:pt x="1791" y="829"/>
                </a:lnTo>
                <a:lnTo>
                  <a:pt x="1790" y="829"/>
                </a:lnTo>
                <a:lnTo>
                  <a:pt x="1789" y="830"/>
                </a:lnTo>
                <a:lnTo>
                  <a:pt x="1789" y="832"/>
                </a:lnTo>
                <a:lnTo>
                  <a:pt x="1788" y="831"/>
                </a:lnTo>
                <a:lnTo>
                  <a:pt x="1787" y="831"/>
                </a:lnTo>
                <a:lnTo>
                  <a:pt x="1786" y="831"/>
                </a:lnTo>
                <a:lnTo>
                  <a:pt x="1786" y="832"/>
                </a:lnTo>
                <a:lnTo>
                  <a:pt x="1786" y="833"/>
                </a:lnTo>
                <a:lnTo>
                  <a:pt x="1787" y="834"/>
                </a:lnTo>
                <a:lnTo>
                  <a:pt x="1788" y="835"/>
                </a:lnTo>
                <a:lnTo>
                  <a:pt x="1789" y="837"/>
                </a:lnTo>
                <a:lnTo>
                  <a:pt x="1790" y="839"/>
                </a:lnTo>
                <a:lnTo>
                  <a:pt x="1790" y="840"/>
                </a:lnTo>
                <a:lnTo>
                  <a:pt x="1791" y="841"/>
                </a:lnTo>
                <a:lnTo>
                  <a:pt x="1792" y="843"/>
                </a:lnTo>
                <a:lnTo>
                  <a:pt x="1792" y="844"/>
                </a:lnTo>
                <a:lnTo>
                  <a:pt x="1791" y="844"/>
                </a:lnTo>
                <a:lnTo>
                  <a:pt x="1790" y="845"/>
                </a:lnTo>
                <a:lnTo>
                  <a:pt x="1789" y="846"/>
                </a:lnTo>
                <a:lnTo>
                  <a:pt x="1787" y="847"/>
                </a:lnTo>
                <a:lnTo>
                  <a:pt x="1787" y="846"/>
                </a:lnTo>
                <a:lnTo>
                  <a:pt x="1786" y="846"/>
                </a:lnTo>
                <a:lnTo>
                  <a:pt x="1784" y="846"/>
                </a:lnTo>
                <a:lnTo>
                  <a:pt x="1784" y="847"/>
                </a:lnTo>
                <a:lnTo>
                  <a:pt x="1783" y="847"/>
                </a:lnTo>
                <a:lnTo>
                  <a:pt x="1783" y="850"/>
                </a:lnTo>
                <a:lnTo>
                  <a:pt x="1783" y="851"/>
                </a:lnTo>
                <a:lnTo>
                  <a:pt x="1783" y="852"/>
                </a:lnTo>
                <a:lnTo>
                  <a:pt x="1782" y="852"/>
                </a:lnTo>
                <a:lnTo>
                  <a:pt x="1781" y="854"/>
                </a:lnTo>
                <a:lnTo>
                  <a:pt x="1780" y="854"/>
                </a:lnTo>
                <a:lnTo>
                  <a:pt x="1780" y="853"/>
                </a:lnTo>
                <a:lnTo>
                  <a:pt x="1779" y="853"/>
                </a:lnTo>
                <a:lnTo>
                  <a:pt x="1778" y="852"/>
                </a:lnTo>
                <a:lnTo>
                  <a:pt x="1777" y="852"/>
                </a:lnTo>
                <a:lnTo>
                  <a:pt x="1777" y="851"/>
                </a:lnTo>
                <a:lnTo>
                  <a:pt x="1776" y="850"/>
                </a:lnTo>
                <a:lnTo>
                  <a:pt x="1776" y="849"/>
                </a:lnTo>
                <a:lnTo>
                  <a:pt x="1776" y="848"/>
                </a:lnTo>
                <a:lnTo>
                  <a:pt x="1775" y="848"/>
                </a:lnTo>
                <a:lnTo>
                  <a:pt x="1774" y="848"/>
                </a:lnTo>
                <a:lnTo>
                  <a:pt x="1773" y="848"/>
                </a:lnTo>
                <a:lnTo>
                  <a:pt x="1773" y="849"/>
                </a:lnTo>
                <a:lnTo>
                  <a:pt x="1772" y="850"/>
                </a:lnTo>
                <a:lnTo>
                  <a:pt x="1771" y="850"/>
                </a:lnTo>
                <a:lnTo>
                  <a:pt x="1770" y="849"/>
                </a:lnTo>
                <a:lnTo>
                  <a:pt x="1769" y="848"/>
                </a:lnTo>
                <a:lnTo>
                  <a:pt x="1769" y="847"/>
                </a:lnTo>
                <a:lnTo>
                  <a:pt x="1769" y="846"/>
                </a:lnTo>
                <a:lnTo>
                  <a:pt x="1769" y="845"/>
                </a:lnTo>
                <a:lnTo>
                  <a:pt x="1770" y="844"/>
                </a:lnTo>
                <a:lnTo>
                  <a:pt x="1770" y="843"/>
                </a:lnTo>
                <a:lnTo>
                  <a:pt x="1770" y="842"/>
                </a:lnTo>
                <a:lnTo>
                  <a:pt x="1769" y="842"/>
                </a:lnTo>
                <a:lnTo>
                  <a:pt x="1768" y="840"/>
                </a:lnTo>
                <a:lnTo>
                  <a:pt x="1767" y="839"/>
                </a:lnTo>
                <a:lnTo>
                  <a:pt x="1766" y="839"/>
                </a:lnTo>
                <a:lnTo>
                  <a:pt x="1765" y="839"/>
                </a:lnTo>
                <a:lnTo>
                  <a:pt x="1764" y="837"/>
                </a:lnTo>
                <a:lnTo>
                  <a:pt x="1764" y="836"/>
                </a:lnTo>
                <a:lnTo>
                  <a:pt x="1765" y="836"/>
                </a:lnTo>
                <a:lnTo>
                  <a:pt x="1765" y="835"/>
                </a:lnTo>
                <a:lnTo>
                  <a:pt x="1764" y="835"/>
                </a:lnTo>
                <a:lnTo>
                  <a:pt x="1763" y="835"/>
                </a:lnTo>
                <a:lnTo>
                  <a:pt x="1763" y="834"/>
                </a:lnTo>
                <a:lnTo>
                  <a:pt x="1762" y="833"/>
                </a:lnTo>
                <a:lnTo>
                  <a:pt x="1761" y="832"/>
                </a:lnTo>
                <a:lnTo>
                  <a:pt x="1760" y="831"/>
                </a:lnTo>
                <a:lnTo>
                  <a:pt x="1758" y="831"/>
                </a:lnTo>
                <a:lnTo>
                  <a:pt x="1757" y="831"/>
                </a:lnTo>
                <a:lnTo>
                  <a:pt x="1756" y="831"/>
                </a:lnTo>
                <a:lnTo>
                  <a:pt x="1755" y="832"/>
                </a:lnTo>
                <a:lnTo>
                  <a:pt x="1754" y="832"/>
                </a:lnTo>
                <a:lnTo>
                  <a:pt x="1754" y="833"/>
                </a:lnTo>
                <a:lnTo>
                  <a:pt x="1754" y="834"/>
                </a:lnTo>
                <a:lnTo>
                  <a:pt x="1753" y="834"/>
                </a:lnTo>
                <a:lnTo>
                  <a:pt x="1752" y="834"/>
                </a:lnTo>
                <a:lnTo>
                  <a:pt x="1751" y="834"/>
                </a:lnTo>
                <a:lnTo>
                  <a:pt x="1750" y="834"/>
                </a:lnTo>
                <a:lnTo>
                  <a:pt x="1749" y="832"/>
                </a:lnTo>
                <a:lnTo>
                  <a:pt x="1749" y="831"/>
                </a:lnTo>
                <a:lnTo>
                  <a:pt x="1748" y="831"/>
                </a:lnTo>
                <a:lnTo>
                  <a:pt x="1747" y="830"/>
                </a:lnTo>
                <a:lnTo>
                  <a:pt x="1747" y="829"/>
                </a:lnTo>
                <a:lnTo>
                  <a:pt x="1746" y="829"/>
                </a:lnTo>
                <a:lnTo>
                  <a:pt x="1745" y="829"/>
                </a:lnTo>
                <a:lnTo>
                  <a:pt x="1745" y="828"/>
                </a:lnTo>
                <a:lnTo>
                  <a:pt x="1745" y="827"/>
                </a:lnTo>
                <a:lnTo>
                  <a:pt x="1745" y="826"/>
                </a:lnTo>
                <a:lnTo>
                  <a:pt x="1745" y="825"/>
                </a:lnTo>
                <a:lnTo>
                  <a:pt x="1744" y="825"/>
                </a:lnTo>
                <a:lnTo>
                  <a:pt x="1744" y="824"/>
                </a:lnTo>
                <a:lnTo>
                  <a:pt x="1745" y="823"/>
                </a:lnTo>
                <a:lnTo>
                  <a:pt x="1745" y="822"/>
                </a:lnTo>
                <a:lnTo>
                  <a:pt x="1744" y="822"/>
                </a:lnTo>
                <a:lnTo>
                  <a:pt x="1744" y="820"/>
                </a:lnTo>
                <a:lnTo>
                  <a:pt x="1744" y="819"/>
                </a:lnTo>
                <a:lnTo>
                  <a:pt x="1743" y="818"/>
                </a:lnTo>
                <a:lnTo>
                  <a:pt x="1743" y="817"/>
                </a:lnTo>
                <a:lnTo>
                  <a:pt x="1742" y="817"/>
                </a:lnTo>
                <a:lnTo>
                  <a:pt x="1741" y="817"/>
                </a:lnTo>
                <a:lnTo>
                  <a:pt x="1740" y="816"/>
                </a:lnTo>
                <a:lnTo>
                  <a:pt x="1740" y="815"/>
                </a:lnTo>
                <a:lnTo>
                  <a:pt x="1739" y="815"/>
                </a:lnTo>
                <a:lnTo>
                  <a:pt x="1738" y="815"/>
                </a:lnTo>
                <a:lnTo>
                  <a:pt x="1738" y="814"/>
                </a:lnTo>
                <a:lnTo>
                  <a:pt x="1738" y="813"/>
                </a:lnTo>
                <a:lnTo>
                  <a:pt x="1737" y="813"/>
                </a:lnTo>
                <a:lnTo>
                  <a:pt x="1736" y="813"/>
                </a:lnTo>
                <a:lnTo>
                  <a:pt x="1735" y="813"/>
                </a:lnTo>
                <a:lnTo>
                  <a:pt x="1735" y="814"/>
                </a:lnTo>
                <a:lnTo>
                  <a:pt x="1734" y="815"/>
                </a:lnTo>
                <a:lnTo>
                  <a:pt x="1733" y="815"/>
                </a:lnTo>
                <a:lnTo>
                  <a:pt x="1732" y="815"/>
                </a:lnTo>
                <a:lnTo>
                  <a:pt x="1732" y="814"/>
                </a:lnTo>
                <a:lnTo>
                  <a:pt x="1731" y="813"/>
                </a:lnTo>
                <a:lnTo>
                  <a:pt x="1731" y="812"/>
                </a:lnTo>
                <a:lnTo>
                  <a:pt x="1730" y="812"/>
                </a:lnTo>
                <a:lnTo>
                  <a:pt x="1729" y="812"/>
                </a:lnTo>
                <a:lnTo>
                  <a:pt x="1729" y="813"/>
                </a:lnTo>
                <a:lnTo>
                  <a:pt x="1728" y="814"/>
                </a:lnTo>
                <a:lnTo>
                  <a:pt x="1727" y="815"/>
                </a:lnTo>
                <a:lnTo>
                  <a:pt x="1726" y="816"/>
                </a:lnTo>
                <a:lnTo>
                  <a:pt x="1725" y="816"/>
                </a:lnTo>
                <a:lnTo>
                  <a:pt x="1725" y="817"/>
                </a:lnTo>
                <a:lnTo>
                  <a:pt x="1724" y="817"/>
                </a:lnTo>
                <a:lnTo>
                  <a:pt x="1724" y="820"/>
                </a:lnTo>
                <a:lnTo>
                  <a:pt x="1724" y="821"/>
                </a:lnTo>
                <a:lnTo>
                  <a:pt x="1725" y="822"/>
                </a:lnTo>
                <a:lnTo>
                  <a:pt x="1725" y="823"/>
                </a:lnTo>
                <a:lnTo>
                  <a:pt x="1724" y="823"/>
                </a:lnTo>
                <a:lnTo>
                  <a:pt x="1723" y="824"/>
                </a:lnTo>
                <a:lnTo>
                  <a:pt x="1723" y="825"/>
                </a:lnTo>
                <a:lnTo>
                  <a:pt x="1723" y="826"/>
                </a:lnTo>
                <a:lnTo>
                  <a:pt x="1723" y="827"/>
                </a:lnTo>
                <a:lnTo>
                  <a:pt x="1722" y="828"/>
                </a:lnTo>
                <a:lnTo>
                  <a:pt x="1721" y="828"/>
                </a:lnTo>
                <a:lnTo>
                  <a:pt x="1721" y="829"/>
                </a:lnTo>
                <a:lnTo>
                  <a:pt x="1722" y="830"/>
                </a:lnTo>
                <a:lnTo>
                  <a:pt x="1722" y="831"/>
                </a:lnTo>
                <a:lnTo>
                  <a:pt x="1722" y="832"/>
                </a:lnTo>
                <a:lnTo>
                  <a:pt x="1722" y="833"/>
                </a:lnTo>
                <a:lnTo>
                  <a:pt x="1723" y="833"/>
                </a:lnTo>
                <a:lnTo>
                  <a:pt x="1724" y="833"/>
                </a:lnTo>
                <a:lnTo>
                  <a:pt x="1724" y="834"/>
                </a:lnTo>
                <a:lnTo>
                  <a:pt x="1725" y="834"/>
                </a:lnTo>
                <a:lnTo>
                  <a:pt x="1724" y="835"/>
                </a:lnTo>
                <a:lnTo>
                  <a:pt x="1723" y="836"/>
                </a:lnTo>
                <a:lnTo>
                  <a:pt x="1722" y="836"/>
                </a:lnTo>
                <a:lnTo>
                  <a:pt x="1721" y="836"/>
                </a:lnTo>
                <a:lnTo>
                  <a:pt x="1720" y="837"/>
                </a:lnTo>
                <a:lnTo>
                  <a:pt x="1721" y="840"/>
                </a:lnTo>
                <a:lnTo>
                  <a:pt x="1720" y="841"/>
                </a:lnTo>
                <a:lnTo>
                  <a:pt x="1719" y="841"/>
                </a:lnTo>
                <a:lnTo>
                  <a:pt x="1718" y="841"/>
                </a:lnTo>
                <a:lnTo>
                  <a:pt x="1717" y="839"/>
                </a:lnTo>
                <a:lnTo>
                  <a:pt x="1716" y="839"/>
                </a:lnTo>
                <a:lnTo>
                  <a:pt x="1715" y="839"/>
                </a:lnTo>
                <a:lnTo>
                  <a:pt x="1714" y="840"/>
                </a:lnTo>
                <a:lnTo>
                  <a:pt x="1714" y="841"/>
                </a:lnTo>
                <a:lnTo>
                  <a:pt x="1715" y="842"/>
                </a:lnTo>
                <a:lnTo>
                  <a:pt x="1715" y="843"/>
                </a:lnTo>
                <a:lnTo>
                  <a:pt x="1715" y="844"/>
                </a:lnTo>
                <a:lnTo>
                  <a:pt x="1713" y="844"/>
                </a:lnTo>
                <a:lnTo>
                  <a:pt x="1712" y="845"/>
                </a:lnTo>
                <a:lnTo>
                  <a:pt x="1711" y="844"/>
                </a:lnTo>
                <a:lnTo>
                  <a:pt x="1710" y="844"/>
                </a:lnTo>
                <a:lnTo>
                  <a:pt x="1709" y="845"/>
                </a:lnTo>
                <a:lnTo>
                  <a:pt x="1709" y="847"/>
                </a:lnTo>
                <a:lnTo>
                  <a:pt x="1710" y="848"/>
                </a:lnTo>
                <a:lnTo>
                  <a:pt x="1710" y="849"/>
                </a:lnTo>
                <a:lnTo>
                  <a:pt x="1710" y="850"/>
                </a:lnTo>
                <a:lnTo>
                  <a:pt x="1710" y="851"/>
                </a:lnTo>
                <a:lnTo>
                  <a:pt x="1710" y="852"/>
                </a:lnTo>
                <a:lnTo>
                  <a:pt x="1710" y="853"/>
                </a:lnTo>
                <a:lnTo>
                  <a:pt x="1709" y="854"/>
                </a:lnTo>
                <a:lnTo>
                  <a:pt x="1708" y="854"/>
                </a:lnTo>
                <a:lnTo>
                  <a:pt x="1707" y="855"/>
                </a:lnTo>
                <a:lnTo>
                  <a:pt x="1708" y="855"/>
                </a:lnTo>
                <a:lnTo>
                  <a:pt x="1708" y="856"/>
                </a:lnTo>
                <a:lnTo>
                  <a:pt x="1709" y="856"/>
                </a:lnTo>
                <a:lnTo>
                  <a:pt x="1709" y="857"/>
                </a:lnTo>
                <a:lnTo>
                  <a:pt x="1708" y="858"/>
                </a:lnTo>
                <a:lnTo>
                  <a:pt x="1706" y="859"/>
                </a:lnTo>
                <a:lnTo>
                  <a:pt x="1706" y="860"/>
                </a:lnTo>
                <a:lnTo>
                  <a:pt x="1705" y="861"/>
                </a:lnTo>
                <a:lnTo>
                  <a:pt x="1706" y="862"/>
                </a:lnTo>
                <a:lnTo>
                  <a:pt x="1706" y="863"/>
                </a:lnTo>
                <a:lnTo>
                  <a:pt x="1707" y="863"/>
                </a:lnTo>
                <a:lnTo>
                  <a:pt x="1708" y="863"/>
                </a:lnTo>
                <a:lnTo>
                  <a:pt x="1709" y="863"/>
                </a:lnTo>
                <a:lnTo>
                  <a:pt x="1710" y="862"/>
                </a:lnTo>
                <a:lnTo>
                  <a:pt x="1711" y="862"/>
                </a:lnTo>
                <a:lnTo>
                  <a:pt x="1712" y="862"/>
                </a:lnTo>
                <a:lnTo>
                  <a:pt x="1712" y="863"/>
                </a:lnTo>
                <a:lnTo>
                  <a:pt x="1711" y="864"/>
                </a:lnTo>
                <a:lnTo>
                  <a:pt x="1712" y="865"/>
                </a:lnTo>
                <a:lnTo>
                  <a:pt x="1712" y="866"/>
                </a:lnTo>
                <a:lnTo>
                  <a:pt x="1713" y="866"/>
                </a:lnTo>
                <a:lnTo>
                  <a:pt x="1714" y="866"/>
                </a:lnTo>
                <a:lnTo>
                  <a:pt x="1714" y="867"/>
                </a:lnTo>
                <a:lnTo>
                  <a:pt x="1715" y="867"/>
                </a:lnTo>
                <a:lnTo>
                  <a:pt x="1715" y="868"/>
                </a:lnTo>
                <a:lnTo>
                  <a:pt x="1714" y="869"/>
                </a:lnTo>
                <a:lnTo>
                  <a:pt x="1713" y="869"/>
                </a:lnTo>
                <a:lnTo>
                  <a:pt x="1713" y="870"/>
                </a:lnTo>
                <a:lnTo>
                  <a:pt x="1713" y="871"/>
                </a:lnTo>
                <a:lnTo>
                  <a:pt x="1712" y="871"/>
                </a:lnTo>
                <a:lnTo>
                  <a:pt x="1712" y="872"/>
                </a:lnTo>
                <a:lnTo>
                  <a:pt x="1712" y="875"/>
                </a:lnTo>
                <a:lnTo>
                  <a:pt x="1711" y="875"/>
                </a:lnTo>
                <a:lnTo>
                  <a:pt x="1711" y="876"/>
                </a:lnTo>
                <a:lnTo>
                  <a:pt x="1712" y="876"/>
                </a:lnTo>
                <a:lnTo>
                  <a:pt x="1713" y="877"/>
                </a:lnTo>
                <a:lnTo>
                  <a:pt x="1712" y="878"/>
                </a:lnTo>
                <a:lnTo>
                  <a:pt x="1711" y="878"/>
                </a:lnTo>
                <a:lnTo>
                  <a:pt x="1711" y="879"/>
                </a:lnTo>
                <a:lnTo>
                  <a:pt x="1712" y="879"/>
                </a:lnTo>
                <a:lnTo>
                  <a:pt x="1712" y="880"/>
                </a:lnTo>
                <a:lnTo>
                  <a:pt x="1713" y="880"/>
                </a:lnTo>
                <a:lnTo>
                  <a:pt x="1713" y="881"/>
                </a:lnTo>
                <a:lnTo>
                  <a:pt x="1712" y="881"/>
                </a:lnTo>
                <a:lnTo>
                  <a:pt x="1711" y="882"/>
                </a:lnTo>
                <a:lnTo>
                  <a:pt x="1710" y="882"/>
                </a:lnTo>
                <a:lnTo>
                  <a:pt x="1710" y="881"/>
                </a:lnTo>
                <a:lnTo>
                  <a:pt x="1709" y="881"/>
                </a:lnTo>
                <a:lnTo>
                  <a:pt x="1708" y="881"/>
                </a:lnTo>
                <a:lnTo>
                  <a:pt x="1707" y="881"/>
                </a:lnTo>
                <a:lnTo>
                  <a:pt x="1707" y="879"/>
                </a:lnTo>
                <a:lnTo>
                  <a:pt x="1706" y="879"/>
                </a:lnTo>
                <a:lnTo>
                  <a:pt x="1706" y="878"/>
                </a:lnTo>
                <a:lnTo>
                  <a:pt x="1705" y="878"/>
                </a:lnTo>
                <a:lnTo>
                  <a:pt x="1704" y="878"/>
                </a:lnTo>
                <a:lnTo>
                  <a:pt x="1703" y="879"/>
                </a:lnTo>
                <a:lnTo>
                  <a:pt x="1702" y="879"/>
                </a:lnTo>
                <a:lnTo>
                  <a:pt x="1701" y="879"/>
                </a:lnTo>
                <a:lnTo>
                  <a:pt x="1701" y="880"/>
                </a:lnTo>
                <a:lnTo>
                  <a:pt x="1699" y="881"/>
                </a:lnTo>
                <a:lnTo>
                  <a:pt x="1699" y="882"/>
                </a:lnTo>
                <a:lnTo>
                  <a:pt x="1698" y="883"/>
                </a:lnTo>
                <a:lnTo>
                  <a:pt x="1697" y="883"/>
                </a:lnTo>
                <a:lnTo>
                  <a:pt x="1697" y="884"/>
                </a:lnTo>
                <a:lnTo>
                  <a:pt x="1696" y="884"/>
                </a:lnTo>
                <a:lnTo>
                  <a:pt x="1696" y="885"/>
                </a:lnTo>
                <a:lnTo>
                  <a:pt x="1695" y="885"/>
                </a:lnTo>
                <a:lnTo>
                  <a:pt x="1695" y="886"/>
                </a:lnTo>
                <a:lnTo>
                  <a:pt x="1694" y="886"/>
                </a:lnTo>
                <a:lnTo>
                  <a:pt x="1694" y="887"/>
                </a:lnTo>
                <a:lnTo>
                  <a:pt x="1693" y="887"/>
                </a:lnTo>
                <a:lnTo>
                  <a:pt x="1693" y="888"/>
                </a:lnTo>
                <a:lnTo>
                  <a:pt x="1692" y="889"/>
                </a:lnTo>
                <a:lnTo>
                  <a:pt x="1691" y="889"/>
                </a:lnTo>
                <a:lnTo>
                  <a:pt x="1690" y="889"/>
                </a:lnTo>
                <a:lnTo>
                  <a:pt x="1690" y="890"/>
                </a:lnTo>
                <a:lnTo>
                  <a:pt x="1689" y="890"/>
                </a:lnTo>
                <a:lnTo>
                  <a:pt x="1689" y="891"/>
                </a:lnTo>
                <a:lnTo>
                  <a:pt x="1688" y="891"/>
                </a:lnTo>
                <a:lnTo>
                  <a:pt x="1687" y="891"/>
                </a:lnTo>
                <a:lnTo>
                  <a:pt x="1687" y="892"/>
                </a:lnTo>
                <a:lnTo>
                  <a:pt x="1687" y="893"/>
                </a:lnTo>
                <a:lnTo>
                  <a:pt x="1687" y="895"/>
                </a:lnTo>
                <a:lnTo>
                  <a:pt x="1686" y="896"/>
                </a:lnTo>
                <a:lnTo>
                  <a:pt x="1686" y="895"/>
                </a:lnTo>
                <a:lnTo>
                  <a:pt x="1686" y="894"/>
                </a:lnTo>
                <a:lnTo>
                  <a:pt x="1686" y="893"/>
                </a:lnTo>
                <a:lnTo>
                  <a:pt x="1685" y="893"/>
                </a:lnTo>
                <a:lnTo>
                  <a:pt x="1685" y="892"/>
                </a:lnTo>
                <a:lnTo>
                  <a:pt x="1685" y="891"/>
                </a:lnTo>
                <a:lnTo>
                  <a:pt x="1684" y="890"/>
                </a:lnTo>
                <a:lnTo>
                  <a:pt x="1684" y="889"/>
                </a:lnTo>
                <a:lnTo>
                  <a:pt x="1683" y="889"/>
                </a:lnTo>
                <a:lnTo>
                  <a:pt x="1682" y="888"/>
                </a:lnTo>
                <a:lnTo>
                  <a:pt x="1682" y="887"/>
                </a:lnTo>
                <a:lnTo>
                  <a:pt x="1681" y="887"/>
                </a:lnTo>
                <a:lnTo>
                  <a:pt x="1681" y="888"/>
                </a:lnTo>
                <a:lnTo>
                  <a:pt x="1680" y="888"/>
                </a:lnTo>
                <a:lnTo>
                  <a:pt x="1679" y="888"/>
                </a:lnTo>
                <a:lnTo>
                  <a:pt x="1678" y="889"/>
                </a:lnTo>
                <a:lnTo>
                  <a:pt x="1677" y="888"/>
                </a:lnTo>
                <a:lnTo>
                  <a:pt x="1677" y="887"/>
                </a:lnTo>
                <a:lnTo>
                  <a:pt x="1676" y="886"/>
                </a:lnTo>
                <a:lnTo>
                  <a:pt x="1676" y="885"/>
                </a:lnTo>
                <a:lnTo>
                  <a:pt x="1675" y="884"/>
                </a:lnTo>
                <a:lnTo>
                  <a:pt x="1675" y="883"/>
                </a:lnTo>
                <a:lnTo>
                  <a:pt x="1674" y="883"/>
                </a:lnTo>
                <a:lnTo>
                  <a:pt x="1673" y="883"/>
                </a:lnTo>
                <a:lnTo>
                  <a:pt x="1673" y="882"/>
                </a:lnTo>
                <a:lnTo>
                  <a:pt x="1672" y="882"/>
                </a:lnTo>
                <a:lnTo>
                  <a:pt x="1672" y="881"/>
                </a:lnTo>
                <a:lnTo>
                  <a:pt x="1671" y="881"/>
                </a:lnTo>
                <a:lnTo>
                  <a:pt x="1670" y="881"/>
                </a:lnTo>
                <a:lnTo>
                  <a:pt x="1669" y="881"/>
                </a:lnTo>
                <a:lnTo>
                  <a:pt x="1668" y="881"/>
                </a:lnTo>
                <a:lnTo>
                  <a:pt x="1668" y="882"/>
                </a:lnTo>
                <a:lnTo>
                  <a:pt x="1667" y="882"/>
                </a:lnTo>
                <a:lnTo>
                  <a:pt x="1666" y="882"/>
                </a:lnTo>
                <a:lnTo>
                  <a:pt x="1665" y="882"/>
                </a:lnTo>
                <a:lnTo>
                  <a:pt x="1664" y="881"/>
                </a:lnTo>
                <a:lnTo>
                  <a:pt x="1663" y="880"/>
                </a:lnTo>
                <a:lnTo>
                  <a:pt x="1662" y="880"/>
                </a:lnTo>
                <a:lnTo>
                  <a:pt x="1661" y="880"/>
                </a:lnTo>
                <a:lnTo>
                  <a:pt x="1661" y="879"/>
                </a:lnTo>
                <a:lnTo>
                  <a:pt x="1661" y="878"/>
                </a:lnTo>
                <a:lnTo>
                  <a:pt x="1660" y="878"/>
                </a:lnTo>
                <a:lnTo>
                  <a:pt x="1660" y="877"/>
                </a:lnTo>
                <a:lnTo>
                  <a:pt x="1660" y="876"/>
                </a:lnTo>
                <a:lnTo>
                  <a:pt x="1659" y="876"/>
                </a:lnTo>
                <a:lnTo>
                  <a:pt x="1658" y="876"/>
                </a:lnTo>
                <a:lnTo>
                  <a:pt x="1657" y="876"/>
                </a:lnTo>
                <a:lnTo>
                  <a:pt x="1656" y="875"/>
                </a:lnTo>
                <a:lnTo>
                  <a:pt x="1655" y="875"/>
                </a:lnTo>
                <a:lnTo>
                  <a:pt x="1655" y="874"/>
                </a:lnTo>
                <a:lnTo>
                  <a:pt x="1654" y="874"/>
                </a:lnTo>
                <a:lnTo>
                  <a:pt x="1653" y="874"/>
                </a:lnTo>
                <a:lnTo>
                  <a:pt x="1653" y="873"/>
                </a:lnTo>
                <a:lnTo>
                  <a:pt x="1652" y="873"/>
                </a:lnTo>
                <a:lnTo>
                  <a:pt x="1651" y="874"/>
                </a:lnTo>
                <a:lnTo>
                  <a:pt x="1650" y="874"/>
                </a:lnTo>
                <a:lnTo>
                  <a:pt x="1649" y="874"/>
                </a:lnTo>
                <a:lnTo>
                  <a:pt x="1649" y="873"/>
                </a:lnTo>
                <a:lnTo>
                  <a:pt x="1648" y="873"/>
                </a:lnTo>
                <a:lnTo>
                  <a:pt x="1648" y="872"/>
                </a:lnTo>
                <a:lnTo>
                  <a:pt x="1647" y="872"/>
                </a:lnTo>
                <a:lnTo>
                  <a:pt x="1647" y="871"/>
                </a:lnTo>
                <a:lnTo>
                  <a:pt x="1646" y="871"/>
                </a:lnTo>
                <a:lnTo>
                  <a:pt x="1646" y="870"/>
                </a:lnTo>
                <a:lnTo>
                  <a:pt x="1645" y="870"/>
                </a:lnTo>
                <a:lnTo>
                  <a:pt x="1645" y="869"/>
                </a:lnTo>
                <a:lnTo>
                  <a:pt x="1645" y="868"/>
                </a:lnTo>
                <a:lnTo>
                  <a:pt x="1645" y="867"/>
                </a:lnTo>
                <a:lnTo>
                  <a:pt x="1644" y="866"/>
                </a:lnTo>
                <a:lnTo>
                  <a:pt x="1642" y="864"/>
                </a:lnTo>
                <a:lnTo>
                  <a:pt x="1641" y="864"/>
                </a:lnTo>
                <a:lnTo>
                  <a:pt x="1640" y="864"/>
                </a:lnTo>
                <a:lnTo>
                  <a:pt x="1640" y="863"/>
                </a:lnTo>
                <a:lnTo>
                  <a:pt x="1639" y="862"/>
                </a:lnTo>
                <a:lnTo>
                  <a:pt x="1637" y="862"/>
                </a:lnTo>
                <a:lnTo>
                  <a:pt x="1637" y="861"/>
                </a:lnTo>
                <a:lnTo>
                  <a:pt x="1636" y="861"/>
                </a:lnTo>
                <a:lnTo>
                  <a:pt x="1635" y="861"/>
                </a:lnTo>
                <a:lnTo>
                  <a:pt x="1634" y="861"/>
                </a:lnTo>
                <a:lnTo>
                  <a:pt x="1633" y="862"/>
                </a:lnTo>
                <a:lnTo>
                  <a:pt x="1633" y="861"/>
                </a:lnTo>
                <a:lnTo>
                  <a:pt x="1632" y="861"/>
                </a:lnTo>
                <a:lnTo>
                  <a:pt x="1632" y="859"/>
                </a:lnTo>
                <a:lnTo>
                  <a:pt x="1632" y="858"/>
                </a:lnTo>
                <a:lnTo>
                  <a:pt x="1631" y="857"/>
                </a:lnTo>
                <a:lnTo>
                  <a:pt x="1631" y="856"/>
                </a:lnTo>
                <a:lnTo>
                  <a:pt x="1630" y="855"/>
                </a:lnTo>
                <a:lnTo>
                  <a:pt x="1629" y="853"/>
                </a:lnTo>
                <a:lnTo>
                  <a:pt x="1628" y="853"/>
                </a:lnTo>
                <a:lnTo>
                  <a:pt x="1627" y="852"/>
                </a:lnTo>
                <a:lnTo>
                  <a:pt x="1626" y="852"/>
                </a:lnTo>
                <a:lnTo>
                  <a:pt x="1625" y="853"/>
                </a:lnTo>
                <a:lnTo>
                  <a:pt x="1624" y="853"/>
                </a:lnTo>
                <a:lnTo>
                  <a:pt x="1623" y="854"/>
                </a:lnTo>
                <a:lnTo>
                  <a:pt x="1624" y="855"/>
                </a:lnTo>
                <a:lnTo>
                  <a:pt x="1624" y="856"/>
                </a:lnTo>
                <a:lnTo>
                  <a:pt x="1623" y="856"/>
                </a:lnTo>
                <a:lnTo>
                  <a:pt x="1621" y="856"/>
                </a:lnTo>
                <a:lnTo>
                  <a:pt x="1620" y="856"/>
                </a:lnTo>
                <a:lnTo>
                  <a:pt x="1619" y="856"/>
                </a:lnTo>
                <a:lnTo>
                  <a:pt x="1618" y="855"/>
                </a:lnTo>
                <a:lnTo>
                  <a:pt x="1618" y="856"/>
                </a:lnTo>
                <a:lnTo>
                  <a:pt x="1617" y="855"/>
                </a:lnTo>
                <a:lnTo>
                  <a:pt x="1616" y="855"/>
                </a:lnTo>
                <a:lnTo>
                  <a:pt x="1615" y="855"/>
                </a:lnTo>
                <a:lnTo>
                  <a:pt x="1615" y="854"/>
                </a:lnTo>
                <a:lnTo>
                  <a:pt x="1614" y="854"/>
                </a:lnTo>
                <a:lnTo>
                  <a:pt x="1614" y="853"/>
                </a:lnTo>
                <a:lnTo>
                  <a:pt x="1614" y="852"/>
                </a:lnTo>
                <a:lnTo>
                  <a:pt x="1614" y="851"/>
                </a:lnTo>
                <a:lnTo>
                  <a:pt x="1613" y="850"/>
                </a:lnTo>
                <a:lnTo>
                  <a:pt x="1613" y="848"/>
                </a:lnTo>
                <a:lnTo>
                  <a:pt x="1613" y="847"/>
                </a:lnTo>
                <a:lnTo>
                  <a:pt x="1613" y="846"/>
                </a:lnTo>
                <a:lnTo>
                  <a:pt x="1612" y="845"/>
                </a:lnTo>
                <a:lnTo>
                  <a:pt x="1610" y="845"/>
                </a:lnTo>
                <a:lnTo>
                  <a:pt x="1608" y="845"/>
                </a:lnTo>
                <a:lnTo>
                  <a:pt x="1607" y="846"/>
                </a:lnTo>
                <a:lnTo>
                  <a:pt x="1606" y="846"/>
                </a:lnTo>
                <a:lnTo>
                  <a:pt x="1605" y="847"/>
                </a:lnTo>
                <a:lnTo>
                  <a:pt x="1603" y="847"/>
                </a:lnTo>
                <a:lnTo>
                  <a:pt x="1602" y="847"/>
                </a:lnTo>
                <a:lnTo>
                  <a:pt x="1600" y="847"/>
                </a:lnTo>
                <a:lnTo>
                  <a:pt x="1599" y="847"/>
                </a:lnTo>
                <a:lnTo>
                  <a:pt x="1598" y="847"/>
                </a:lnTo>
                <a:lnTo>
                  <a:pt x="1597" y="847"/>
                </a:lnTo>
                <a:lnTo>
                  <a:pt x="1596" y="847"/>
                </a:lnTo>
                <a:lnTo>
                  <a:pt x="1595" y="847"/>
                </a:lnTo>
                <a:lnTo>
                  <a:pt x="1595" y="848"/>
                </a:lnTo>
                <a:lnTo>
                  <a:pt x="1594" y="849"/>
                </a:lnTo>
                <a:lnTo>
                  <a:pt x="1593" y="849"/>
                </a:lnTo>
                <a:lnTo>
                  <a:pt x="1592" y="849"/>
                </a:lnTo>
                <a:lnTo>
                  <a:pt x="1590" y="849"/>
                </a:lnTo>
                <a:lnTo>
                  <a:pt x="1588" y="849"/>
                </a:lnTo>
                <a:lnTo>
                  <a:pt x="1587" y="849"/>
                </a:lnTo>
                <a:lnTo>
                  <a:pt x="1586" y="849"/>
                </a:lnTo>
                <a:lnTo>
                  <a:pt x="1586" y="848"/>
                </a:lnTo>
                <a:lnTo>
                  <a:pt x="1585" y="848"/>
                </a:lnTo>
                <a:lnTo>
                  <a:pt x="1585" y="847"/>
                </a:lnTo>
                <a:lnTo>
                  <a:pt x="1584" y="847"/>
                </a:lnTo>
                <a:lnTo>
                  <a:pt x="1584" y="846"/>
                </a:lnTo>
                <a:lnTo>
                  <a:pt x="1583" y="845"/>
                </a:lnTo>
                <a:lnTo>
                  <a:pt x="1582" y="844"/>
                </a:lnTo>
                <a:lnTo>
                  <a:pt x="1581" y="844"/>
                </a:lnTo>
                <a:lnTo>
                  <a:pt x="1580" y="844"/>
                </a:lnTo>
                <a:lnTo>
                  <a:pt x="1579" y="844"/>
                </a:lnTo>
                <a:lnTo>
                  <a:pt x="1579" y="843"/>
                </a:lnTo>
                <a:lnTo>
                  <a:pt x="1579" y="842"/>
                </a:lnTo>
                <a:lnTo>
                  <a:pt x="1579" y="841"/>
                </a:lnTo>
                <a:lnTo>
                  <a:pt x="1579" y="840"/>
                </a:lnTo>
                <a:lnTo>
                  <a:pt x="1578" y="840"/>
                </a:lnTo>
                <a:lnTo>
                  <a:pt x="1577" y="839"/>
                </a:lnTo>
                <a:lnTo>
                  <a:pt x="1576" y="837"/>
                </a:lnTo>
                <a:lnTo>
                  <a:pt x="1575" y="839"/>
                </a:lnTo>
                <a:lnTo>
                  <a:pt x="1574" y="839"/>
                </a:lnTo>
                <a:lnTo>
                  <a:pt x="1573" y="839"/>
                </a:lnTo>
                <a:lnTo>
                  <a:pt x="1572" y="839"/>
                </a:lnTo>
                <a:lnTo>
                  <a:pt x="1571" y="839"/>
                </a:lnTo>
                <a:lnTo>
                  <a:pt x="1571" y="840"/>
                </a:lnTo>
                <a:lnTo>
                  <a:pt x="1570" y="840"/>
                </a:lnTo>
                <a:lnTo>
                  <a:pt x="1569" y="841"/>
                </a:lnTo>
                <a:lnTo>
                  <a:pt x="1568" y="841"/>
                </a:lnTo>
                <a:lnTo>
                  <a:pt x="1567" y="841"/>
                </a:lnTo>
                <a:lnTo>
                  <a:pt x="1567" y="840"/>
                </a:lnTo>
                <a:lnTo>
                  <a:pt x="1566" y="840"/>
                </a:lnTo>
                <a:lnTo>
                  <a:pt x="1565" y="841"/>
                </a:lnTo>
                <a:lnTo>
                  <a:pt x="1564" y="841"/>
                </a:lnTo>
                <a:lnTo>
                  <a:pt x="1563" y="841"/>
                </a:lnTo>
                <a:lnTo>
                  <a:pt x="1562" y="841"/>
                </a:lnTo>
                <a:lnTo>
                  <a:pt x="1562" y="842"/>
                </a:lnTo>
                <a:lnTo>
                  <a:pt x="1561" y="842"/>
                </a:lnTo>
                <a:lnTo>
                  <a:pt x="1560" y="842"/>
                </a:lnTo>
                <a:lnTo>
                  <a:pt x="1559" y="842"/>
                </a:lnTo>
                <a:lnTo>
                  <a:pt x="1559" y="843"/>
                </a:lnTo>
                <a:lnTo>
                  <a:pt x="1558" y="843"/>
                </a:lnTo>
                <a:lnTo>
                  <a:pt x="1557" y="843"/>
                </a:lnTo>
                <a:lnTo>
                  <a:pt x="1557" y="844"/>
                </a:lnTo>
                <a:lnTo>
                  <a:pt x="1556" y="844"/>
                </a:lnTo>
                <a:lnTo>
                  <a:pt x="1555" y="844"/>
                </a:lnTo>
                <a:lnTo>
                  <a:pt x="1555" y="845"/>
                </a:lnTo>
                <a:lnTo>
                  <a:pt x="1554" y="845"/>
                </a:lnTo>
                <a:lnTo>
                  <a:pt x="1554" y="846"/>
                </a:lnTo>
                <a:lnTo>
                  <a:pt x="1553" y="846"/>
                </a:lnTo>
                <a:lnTo>
                  <a:pt x="1552" y="846"/>
                </a:lnTo>
                <a:lnTo>
                  <a:pt x="1552" y="847"/>
                </a:lnTo>
                <a:lnTo>
                  <a:pt x="1551" y="847"/>
                </a:lnTo>
                <a:lnTo>
                  <a:pt x="1550" y="847"/>
                </a:lnTo>
                <a:lnTo>
                  <a:pt x="1550" y="848"/>
                </a:lnTo>
                <a:lnTo>
                  <a:pt x="1549" y="848"/>
                </a:lnTo>
                <a:lnTo>
                  <a:pt x="1548" y="848"/>
                </a:lnTo>
                <a:lnTo>
                  <a:pt x="1548" y="849"/>
                </a:lnTo>
                <a:lnTo>
                  <a:pt x="1547" y="849"/>
                </a:lnTo>
                <a:lnTo>
                  <a:pt x="1546" y="850"/>
                </a:lnTo>
                <a:lnTo>
                  <a:pt x="1545" y="850"/>
                </a:lnTo>
                <a:lnTo>
                  <a:pt x="1544" y="850"/>
                </a:lnTo>
                <a:lnTo>
                  <a:pt x="1544" y="851"/>
                </a:lnTo>
                <a:lnTo>
                  <a:pt x="1543" y="851"/>
                </a:lnTo>
                <a:lnTo>
                  <a:pt x="1542" y="851"/>
                </a:lnTo>
                <a:lnTo>
                  <a:pt x="1541" y="851"/>
                </a:lnTo>
                <a:lnTo>
                  <a:pt x="1540" y="851"/>
                </a:lnTo>
                <a:lnTo>
                  <a:pt x="1540" y="852"/>
                </a:lnTo>
                <a:lnTo>
                  <a:pt x="1539" y="852"/>
                </a:lnTo>
                <a:lnTo>
                  <a:pt x="1538" y="852"/>
                </a:lnTo>
                <a:lnTo>
                  <a:pt x="1537" y="852"/>
                </a:lnTo>
                <a:lnTo>
                  <a:pt x="1536" y="852"/>
                </a:lnTo>
                <a:lnTo>
                  <a:pt x="1536" y="853"/>
                </a:lnTo>
                <a:lnTo>
                  <a:pt x="1535" y="853"/>
                </a:lnTo>
                <a:lnTo>
                  <a:pt x="1534" y="854"/>
                </a:lnTo>
                <a:lnTo>
                  <a:pt x="1533" y="854"/>
                </a:lnTo>
                <a:lnTo>
                  <a:pt x="1533" y="855"/>
                </a:lnTo>
                <a:lnTo>
                  <a:pt x="1532" y="855"/>
                </a:lnTo>
                <a:lnTo>
                  <a:pt x="1532" y="856"/>
                </a:lnTo>
                <a:lnTo>
                  <a:pt x="1531" y="857"/>
                </a:lnTo>
                <a:lnTo>
                  <a:pt x="1531" y="858"/>
                </a:lnTo>
                <a:lnTo>
                  <a:pt x="1531" y="859"/>
                </a:lnTo>
                <a:lnTo>
                  <a:pt x="1531" y="860"/>
                </a:lnTo>
                <a:lnTo>
                  <a:pt x="1530" y="860"/>
                </a:lnTo>
                <a:lnTo>
                  <a:pt x="1530" y="861"/>
                </a:lnTo>
                <a:lnTo>
                  <a:pt x="1530" y="862"/>
                </a:lnTo>
                <a:lnTo>
                  <a:pt x="1529" y="862"/>
                </a:lnTo>
                <a:lnTo>
                  <a:pt x="1530" y="863"/>
                </a:lnTo>
                <a:lnTo>
                  <a:pt x="1529" y="864"/>
                </a:lnTo>
                <a:lnTo>
                  <a:pt x="1529" y="865"/>
                </a:lnTo>
                <a:lnTo>
                  <a:pt x="1528" y="866"/>
                </a:lnTo>
                <a:lnTo>
                  <a:pt x="1527" y="867"/>
                </a:lnTo>
                <a:lnTo>
                  <a:pt x="1526" y="867"/>
                </a:lnTo>
                <a:lnTo>
                  <a:pt x="1526" y="868"/>
                </a:lnTo>
                <a:lnTo>
                  <a:pt x="1525" y="869"/>
                </a:lnTo>
                <a:lnTo>
                  <a:pt x="1524" y="870"/>
                </a:lnTo>
                <a:lnTo>
                  <a:pt x="1524" y="871"/>
                </a:lnTo>
                <a:lnTo>
                  <a:pt x="1523" y="871"/>
                </a:lnTo>
                <a:lnTo>
                  <a:pt x="1523" y="872"/>
                </a:lnTo>
                <a:lnTo>
                  <a:pt x="1522" y="873"/>
                </a:lnTo>
                <a:lnTo>
                  <a:pt x="1522" y="874"/>
                </a:lnTo>
                <a:lnTo>
                  <a:pt x="1521" y="875"/>
                </a:lnTo>
                <a:lnTo>
                  <a:pt x="1520" y="876"/>
                </a:lnTo>
                <a:lnTo>
                  <a:pt x="1520" y="877"/>
                </a:lnTo>
                <a:lnTo>
                  <a:pt x="1519" y="877"/>
                </a:lnTo>
                <a:lnTo>
                  <a:pt x="1518" y="878"/>
                </a:lnTo>
                <a:lnTo>
                  <a:pt x="1517" y="878"/>
                </a:lnTo>
                <a:lnTo>
                  <a:pt x="1516" y="879"/>
                </a:lnTo>
                <a:lnTo>
                  <a:pt x="1515" y="879"/>
                </a:lnTo>
                <a:lnTo>
                  <a:pt x="1514" y="879"/>
                </a:lnTo>
                <a:lnTo>
                  <a:pt x="1514" y="880"/>
                </a:lnTo>
                <a:lnTo>
                  <a:pt x="1513" y="880"/>
                </a:lnTo>
                <a:lnTo>
                  <a:pt x="1512" y="880"/>
                </a:lnTo>
                <a:lnTo>
                  <a:pt x="1512" y="881"/>
                </a:lnTo>
                <a:lnTo>
                  <a:pt x="1511" y="881"/>
                </a:lnTo>
                <a:lnTo>
                  <a:pt x="1510" y="881"/>
                </a:lnTo>
                <a:lnTo>
                  <a:pt x="1510" y="882"/>
                </a:lnTo>
                <a:lnTo>
                  <a:pt x="1509" y="882"/>
                </a:lnTo>
                <a:lnTo>
                  <a:pt x="1508" y="883"/>
                </a:lnTo>
                <a:lnTo>
                  <a:pt x="1507" y="883"/>
                </a:lnTo>
                <a:lnTo>
                  <a:pt x="1506" y="884"/>
                </a:lnTo>
                <a:lnTo>
                  <a:pt x="1505" y="884"/>
                </a:lnTo>
                <a:lnTo>
                  <a:pt x="1505" y="885"/>
                </a:lnTo>
                <a:lnTo>
                  <a:pt x="1504" y="885"/>
                </a:lnTo>
                <a:lnTo>
                  <a:pt x="1503" y="886"/>
                </a:lnTo>
                <a:lnTo>
                  <a:pt x="1502" y="886"/>
                </a:lnTo>
                <a:lnTo>
                  <a:pt x="1501" y="886"/>
                </a:lnTo>
                <a:lnTo>
                  <a:pt x="1500" y="886"/>
                </a:lnTo>
                <a:lnTo>
                  <a:pt x="1499" y="886"/>
                </a:lnTo>
                <a:lnTo>
                  <a:pt x="1498" y="886"/>
                </a:lnTo>
                <a:lnTo>
                  <a:pt x="1498" y="887"/>
                </a:lnTo>
                <a:lnTo>
                  <a:pt x="1497" y="887"/>
                </a:lnTo>
                <a:lnTo>
                  <a:pt x="1497" y="888"/>
                </a:lnTo>
                <a:lnTo>
                  <a:pt x="1496" y="888"/>
                </a:lnTo>
                <a:lnTo>
                  <a:pt x="1495" y="889"/>
                </a:lnTo>
                <a:lnTo>
                  <a:pt x="1494" y="889"/>
                </a:lnTo>
                <a:lnTo>
                  <a:pt x="1493" y="889"/>
                </a:lnTo>
                <a:lnTo>
                  <a:pt x="1492" y="889"/>
                </a:lnTo>
                <a:lnTo>
                  <a:pt x="1491" y="889"/>
                </a:lnTo>
                <a:lnTo>
                  <a:pt x="1490" y="890"/>
                </a:lnTo>
                <a:lnTo>
                  <a:pt x="1490" y="891"/>
                </a:lnTo>
                <a:lnTo>
                  <a:pt x="1489" y="891"/>
                </a:lnTo>
                <a:lnTo>
                  <a:pt x="1488" y="891"/>
                </a:lnTo>
                <a:lnTo>
                  <a:pt x="1487" y="891"/>
                </a:lnTo>
                <a:lnTo>
                  <a:pt x="1486" y="891"/>
                </a:lnTo>
                <a:lnTo>
                  <a:pt x="1485" y="891"/>
                </a:lnTo>
                <a:lnTo>
                  <a:pt x="1482" y="891"/>
                </a:lnTo>
                <a:lnTo>
                  <a:pt x="1481" y="891"/>
                </a:lnTo>
                <a:lnTo>
                  <a:pt x="1480" y="891"/>
                </a:lnTo>
                <a:lnTo>
                  <a:pt x="1479" y="891"/>
                </a:lnTo>
                <a:lnTo>
                  <a:pt x="1479" y="892"/>
                </a:lnTo>
                <a:lnTo>
                  <a:pt x="1478" y="892"/>
                </a:lnTo>
                <a:lnTo>
                  <a:pt x="1477" y="892"/>
                </a:lnTo>
                <a:lnTo>
                  <a:pt x="1476" y="892"/>
                </a:lnTo>
                <a:lnTo>
                  <a:pt x="1476" y="891"/>
                </a:lnTo>
                <a:lnTo>
                  <a:pt x="1475" y="891"/>
                </a:lnTo>
                <a:lnTo>
                  <a:pt x="1475" y="890"/>
                </a:lnTo>
                <a:lnTo>
                  <a:pt x="1474" y="890"/>
                </a:lnTo>
                <a:lnTo>
                  <a:pt x="1474" y="889"/>
                </a:lnTo>
                <a:lnTo>
                  <a:pt x="1473" y="889"/>
                </a:lnTo>
                <a:lnTo>
                  <a:pt x="1472" y="889"/>
                </a:lnTo>
                <a:lnTo>
                  <a:pt x="1471" y="889"/>
                </a:lnTo>
                <a:lnTo>
                  <a:pt x="1471" y="890"/>
                </a:lnTo>
                <a:lnTo>
                  <a:pt x="1470" y="890"/>
                </a:lnTo>
                <a:lnTo>
                  <a:pt x="1470" y="891"/>
                </a:lnTo>
                <a:lnTo>
                  <a:pt x="1469" y="892"/>
                </a:lnTo>
                <a:lnTo>
                  <a:pt x="1468" y="892"/>
                </a:lnTo>
                <a:lnTo>
                  <a:pt x="1467" y="893"/>
                </a:lnTo>
                <a:lnTo>
                  <a:pt x="1465" y="893"/>
                </a:lnTo>
                <a:lnTo>
                  <a:pt x="1464" y="893"/>
                </a:lnTo>
                <a:lnTo>
                  <a:pt x="1463" y="894"/>
                </a:lnTo>
                <a:lnTo>
                  <a:pt x="1462" y="894"/>
                </a:lnTo>
                <a:lnTo>
                  <a:pt x="1462" y="895"/>
                </a:lnTo>
                <a:lnTo>
                  <a:pt x="1461" y="895"/>
                </a:lnTo>
                <a:lnTo>
                  <a:pt x="1460" y="895"/>
                </a:lnTo>
                <a:lnTo>
                  <a:pt x="1459" y="896"/>
                </a:lnTo>
                <a:lnTo>
                  <a:pt x="1458" y="897"/>
                </a:lnTo>
                <a:lnTo>
                  <a:pt x="1457" y="897"/>
                </a:lnTo>
                <a:lnTo>
                  <a:pt x="1456" y="898"/>
                </a:lnTo>
                <a:lnTo>
                  <a:pt x="1455" y="898"/>
                </a:lnTo>
                <a:lnTo>
                  <a:pt x="1454" y="898"/>
                </a:lnTo>
                <a:lnTo>
                  <a:pt x="1453" y="898"/>
                </a:lnTo>
                <a:lnTo>
                  <a:pt x="1452" y="898"/>
                </a:lnTo>
                <a:lnTo>
                  <a:pt x="1451" y="899"/>
                </a:lnTo>
                <a:lnTo>
                  <a:pt x="1450" y="899"/>
                </a:lnTo>
                <a:lnTo>
                  <a:pt x="1450" y="900"/>
                </a:lnTo>
                <a:lnTo>
                  <a:pt x="1451" y="900"/>
                </a:lnTo>
                <a:lnTo>
                  <a:pt x="1451" y="901"/>
                </a:lnTo>
                <a:lnTo>
                  <a:pt x="1450" y="901"/>
                </a:lnTo>
                <a:lnTo>
                  <a:pt x="1450" y="902"/>
                </a:lnTo>
                <a:lnTo>
                  <a:pt x="1449" y="902"/>
                </a:lnTo>
                <a:lnTo>
                  <a:pt x="1449" y="903"/>
                </a:lnTo>
                <a:lnTo>
                  <a:pt x="1448" y="903"/>
                </a:lnTo>
                <a:lnTo>
                  <a:pt x="1447" y="903"/>
                </a:lnTo>
                <a:lnTo>
                  <a:pt x="1447" y="904"/>
                </a:lnTo>
                <a:lnTo>
                  <a:pt x="1447" y="905"/>
                </a:lnTo>
                <a:lnTo>
                  <a:pt x="1446" y="905"/>
                </a:lnTo>
                <a:lnTo>
                  <a:pt x="1446" y="906"/>
                </a:lnTo>
                <a:lnTo>
                  <a:pt x="1445" y="906"/>
                </a:lnTo>
                <a:lnTo>
                  <a:pt x="1445" y="907"/>
                </a:lnTo>
                <a:lnTo>
                  <a:pt x="1444" y="907"/>
                </a:lnTo>
                <a:lnTo>
                  <a:pt x="1444" y="908"/>
                </a:lnTo>
                <a:lnTo>
                  <a:pt x="1443" y="908"/>
                </a:lnTo>
                <a:lnTo>
                  <a:pt x="1443" y="909"/>
                </a:lnTo>
                <a:lnTo>
                  <a:pt x="1442" y="909"/>
                </a:lnTo>
                <a:lnTo>
                  <a:pt x="1441" y="909"/>
                </a:lnTo>
                <a:lnTo>
                  <a:pt x="1440" y="909"/>
                </a:lnTo>
                <a:lnTo>
                  <a:pt x="1439" y="910"/>
                </a:lnTo>
                <a:lnTo>
                  <a:pt x="1438" y="910"/>
                </a:lnTo>
                <a:lnTo>
                  <a:pt x="1437" y="911"/>
                </a:lnTo>
                <a:lnTo>
                  <a:pt x="1436" y="911"/>
                </a:lnTo>
                <a:lnTo>
                  <a:pt x="1435" y="911"/>
                </a:lnTo>
                <a:lnTo>
                  <a:pt x="1434" y="912"/>
                </a:lnTo>
                <a:lnTo>
                  <a:pt x="1433" y="912"/>
                </a:lnTo>
                <a:lnTo>
                  <a:pt x="1433" y="913"/>
                </a:lnTo>
                <a:lnTo>
                  <a:pt x="1432" y="913"/>
                </a:lnTo>
                <a:lnTo>
                  <a:pt x="1431" y="914"/>
                </a:lnTo>
                <a:lnTo>
                  <a:pt x="1430" y="915"/>
                </a:lnTo>
                <a:lnTo>
                  <a:pt x="1430" y="916"/>
                </a:lnTo>
                <a:lnTo>
                  <a:pt x="1429" y="916"/>
                </a:lnTo>
                <a:lnTo>
                  <a:pt x="1428" y="917"/>
                </a:lnTo>
                <a:lnTo>
                  <a:pt x="1427" y="917"/>
                </a:lnTo>
                <a:lnTo>
                  <a:pt x="1426" y="918"/>
                </a:lnTo>
                <a:lnTo>
                  <a:pt x="1425" y="919"/>
                </a:lnTo>
                <a:lnTo>
                  <a:pt x="1423" y="921"/>
                </a:lnTo>
                <a:lnTo>
                  <a:pt x="1423" y="922"/>
                </a:lnTo>
                <a:lnTo>
                  <a:pt x="1422" y="922"/>
                </a:lnTo>
                <a:lnTo>
                  <a:pt x="1422" y="923"/>
                </a:lnTo>
                <a:lnTo>
                  <a:pt x="1421" y="923"/>
                </a:lnTo>
                <a:lnTo>
                  <a:pt x="1420" y="924"/>
                </a:lnTo>
                <a:lnTo>
                  <a:pt x="1419" y="925"/>
                </a:lnTo>
                <a:lnTo>
                  <a:pt x="1418" y="925"/>
                </a:lnTo>
                <a:lnTo>
                  <a:pt x="1418" y="926"/>
                </a:lnTo>
                <a:lnTo>
                  <a:pt x="1417" y="927"/>
                </a:lnTo>
                <a:lnTo>
                  <a:pt x="1416" y="927"/>
                </a:lnTo>
                <a:lnTo>
                  <a:pt x="1416" y="928"/>
                </a:lnTo>
                <a:lnTo>
                  <a:pt x="1414" y="929"/>
                </a:lnTo>
                <a:lnTo>
                  <a:pt x="1414" y="930"/>
                </a:lnTo>
                <a:lnTo>
                  <a:pt x="1413" y="930"/>
                </a:lnTo>
                <a:lnTo>
                  <a:pt x="1413" y="931"/>
                </a:lnTo>
                <a:lnTo>
                  <a:pt x="1412" y="932"/>
                </a:lnTo>
                <a:lnTo>
                  <a:pt x="1412" y="933"/>
                </a:lnTo>
                <a:lnTo>
                  <a:pt x="1411" y="933"/>
                </a:lnTo>
                <a:lnTo>
                  <a:pt x="1410" y="934"/>
                </a:lnTo>
                <a:lnTo>
                  <a:pt x="1409" y="935"/>
                </a:lnTo>
                <a:lnTo>
                  <a:pt x="1408" y="936"/>
                </a:lnTo>
                <a:lnTo>
                  <a:pt x="1408" y="937"/>
                </a:lnTo>
                <a:lnTo>
                  <a:pt x="1407" y="937"/>
                </a:lnTo>
                <a:lnTo>
                  <a:pt x="1407" y="938"/>
                </a:lnTo>
                <a:lnTo>
                  <a:pt x="1406" y="939"/>
                </a:lnTo>
                <a:lnTo>
                  <a:pt x="1406" y="940"/>
                </a:lnTo>
                <a:lnTo>
                  <a:pt x="1405" y="940"/>
                </a:lnTo>
                <a:lnTo>
                  <a:pt x="1405" y="941"/>
                </a:lnTo>
                <a:lnTo>
                  <a:pt x="1404" y="941"/>
                </a:lnTo>
                <a:lnTo>
                  <a:pt x="1404" y="942"/>
                </a:lnTo>
                <a:lnTo>
                  <a:pt x="1400" y="945"/>
                </a:lnTo>
                <a:lnTo>
                  <a:pt x="1400" y="946"/>
                </a:lnTo>
                <a:lnTo>
                  <a:pt x="1399" y="947"/>
                </a:lnTo>
                <a:lnTo>
                  <a:pt x="1399" y="948"/>
                </a:lnTo>
                <a:lnTo>
                  <a:pt x="1398" y="948"/>
                </a:lnTo>
                <a:lnTo>
                  <a:pt x="1398" y="949"/>
                </a:lnTo>
                <a:lnTo>
                  <a:pt x="1397" y="950"/>
                </a:lnTo>
                <a:lnTo>
                  <a:pt x="1396" y="951"/>
                </a:lnTo>
                <a:lnTo>
                  <a:pt x="1395" y="953"/>
                </a:lnTo>
                <a:lnTo>
                  <a:pt x="1394" y="954"/>
                </a:lnTo>
                <a:lnTo>
                  <a:pt x="1394" y="955"/>
                </a:lnTo>
                <a:lnTo>
                  <a:pt x="1393" y="956"/>
                </a:lnTo>
                <a:lnTo>
                  <a:pt x="1393" y="957"/>
                </a:lnTo>
                <a:lnTo>
                  <a:pt x="1393" y="958"/>
                </a:lnTo>
                <a:lnTo>
                  <a:pt x="1394" y="958"/>
                </a:lnTo>
                <a:lnTo>
                  <a:pt x="1394" y="959"/>
                </a:lnTo>
                <a:lnTo>
                  <a:pt x="1394" y="960"/>
                </a:lnTo>
                <a:lnTo>
                  <a:pt x="1394" y="961"/>
                </a:lnTo>
                <a:lnTo>
                  <a:pt x="1394" y="962"/>
                </a:lnTo>
                <a:lnTo>
                  <a:pt x="1394" y="963"/>
                </a:lnTo>
                <a:lnTo>
                  <a:pt x="1393" y="964"/>
                </a:lnTo>
                <a:lnTo>
                  <a:pt x="1393" y="965"/>
                </a:lnTo>
                <a:lnTo>
                  <a:pt x="1393" y="967"/>
                </a:lnTo>
                <a:lnTo>
                  <a:pt x="1392" y="968"/>
                </a:lnTo>
                <a:lnTo>
                  <a:pt x="1392" y="969"/>
                </a:lnTo>
                <a:lnTo>
                  <a:pt x="1391" y="969"/>
                </a:lnTo>
                <a:lnTo>
                  <a:pt x="1390" y="969"/>
                </a:lnTo>
                <a:lnTo>
                  <a:pt x="1389" y="969"/>
                </a:lnTo>
                <a:lnTo>
                  <a:pt x="1388" y="969"/>
                </a:lnTo>
                <a:lnTo>
                  <a:pt x="1387" y="970"/>
                </a:lnTo>
                <a:lnTo>
                  <a:pt x="1386" y="970"/>
                </a:lnTo>
                <a:lnTo>
                  <a:pt x="1385" y="970"/>
                </a:lnTo>
                <a:lnTo>
                  <a:pt x="1384" y="970"/>
                </a:lnTo>
                <a:lnTo>
                  <a:pt x="1383" y="970"/>
                </a:lnTo>
                <a:lnTo>
                  <a:pt x="1383" y="971"/>
                </a:lnTo>
                <a:lnTo>
                  <a:pt x="1382" y="971"/>
                </a:lnTo>
                <a:lnTo>
                  <a:pt x="1381" y="972"/>
                </a:lnTo>
                <a:lnTo>
                  <a:pt x="1380" y="972"/>
                </a:lnTo>
                <a:lnTo>
                  <a:pt x="1380" y="973"/>
                </a:lnTo>
                <a:lnTo>
                  <a:pt x="1379" y="973"/>
                </a:lnTo>
                <a:lnTo>
                  <a:pt x="1378" y="973"/>
                </a:lnTo>
                <a:lnTo>
                  <a:pt x="1378" y="974"/>
                </a:lnTo>
                <a:lnTo>
                  <a:pt x="1377" y="974"/>
                </a:lnTo>
                <a:lnTo>
                  <a:pt x="1376" y="975"/>
                </a:lnTo>
                <a:lnTo>
                  <a:pt x="1375" y="975"/>
                </a:lnTo>
                <a:lnTo>
                  <a:pt x="1374" y="976"/>
                </a:lnTo>
                <a:lnTo>
                  <a:pt x="1373" y="976"/>
                </a:lnTo>
                <a:lnTo>
                  <a:pt x="1372" y="976"/>
                </a:lnTo>
                <a:lnTo>
                  <a:pt x="1371" y="977"/>
                </a:lnTo>
                <a:lnTo>
                  <a:pt x="1370" y="977"/>
                </a:lnTo>
                <a:lnTo>
                  <a:pt x="1369" y="977"/>
                </a:lnTo>
                <a:lnTo>
                  <a:pt x="1368" y="977"/>
                </a:lnTo>
                <a:lnTo>
                  <a:pt x="1367" y="977"/>
                </a:lnTo>
                <a:lnTo>
                  <a:pt x="1366" y="978"/>
                </a:lnTo>
                <a:lnTo>
                  <a:pt x="1365" y="978"/>
                </a:lnTo>
                <a:lnTo>
                  <a:pt x="1364" y="978"/>
                </a:lnTo>
                <a:lnTo>
                  <a:pt x="1363" y="978"/>
                </a:lnTo>
                <a:lnTo>
                  <a:pt x="1362" y="978"/>
                </a:lnTo>
                <a:lnTo>
                  <a:pt x="1360" y="978"/>
                </a:lnTo>
                <a:lnTo>
                  <a:pt x="1360" y="979"/>
                </a:lnTo>
                <a:lnTo>
                  <a:pt x="1359" y="979"/>
                </a:lnTo>
                <a:lnTo>
                  <a:pt x="1357" y="979"/>
                </a:lnTo>
                <a:lnTo>
                  <a:pt x="1356" y="979"/>
                </a:lnTo>
                <a:lnTo>
                  <a:pt x="1355" y="979"/>
                </a:lnTo>
                <a:lnTo>
                  <a:pt x="1354" y="979"/>
                </a:lnTo>
                <a:lnTo>
                  <a:pt x="1353" y="979"/>
                </a:lnTo>
                <a:lnTo>
                  <a:pt x="1349" y="979"/>
                </a:lnTo>
                <a:lnTo>
                  <a:pt x="1348" y="979"/>
                </a:lnTo>
                <a:lnTo>
                  <a:pt x="1347" y="979"/>
                </a:lnTo>
                <a:lnTo>
                  <a:pt x="1346" y="979"/>
                </a:lnTo>
                <a:lnTo>
                  <a:pt x="1345" y="979"/>
                </a:lnTo>
                <a:lnTo>
                  <a:pt x="1344" y="980"/>
                </a:lnTo>
                <a:lnTo>
                  <a:pt x="1343" y="980"/>
                </a:lnTo>
                <a:lnTo>
                  <a:pt x="1342" y="980"/>
                </a:lnTo>
                <a:lnTo>
                  <a:pt x="1340" y="980"/>
                </a:lnTo>
                <a:lnTo>
                  <a:pt x="1339" y="980"/>
                </a:lnTo>
                <a:lnTo>
                  <a:pt x="1338" y="980"/>
                </a:lnTo>
                <a:lnTo>
                  <a:pt x="1337" y="980"/>
                </a:lnTo>
                <a:lnTo>
                  <a:pt x="1337" y="981"/>
                </a:lnTo>
                <a:lnTo>
                  <a:pt x="1336" y="981"/>
                </a:lnTo>
                <a:lnTo>
                  <a:pt x="1335" y="981"/>
                </a:lnTo>
                <a:lnTo>
                  <a:pt x="1334" y="981"/>
                </a:lnTo>
                <a:lnTo>
                  <a:pt x="1333" y="981"/>
                </a:lnTo>
                <a:lnTo>
                  <a:pt x="1332" y="981"/>
                </a:lnTo>
                <a:lnTo>
                  <a:pt x="1331" y="981"/>
                </a:lnTo>
                <a:lnTo>
                  <a:pt x="1331" y="982"/>
                </a:lnTo>
                <a:lnTo>
                  <a:pt x="1330" y="982"/>
                </a:lnTo>
                <a:lnTo>
                  <a:pt x="1329" y="982"/>
                </a:lnTo>
                <a:lnTo>
                  <a:pt x="1328" y="982"/>
                </a:lnTo>
                <a:lnTo>
                  <a:pt x="1327" y="982"/>
                </a:lnTo>
                <a:lnTo>
                  <a:pt x="1326" y="982"/>
                </a:lnTo>
                <a:lnTo>
                  <a:pt x="1325" y="983"/>
                </a:lnTo>
                <a:lnTo>
                  <a:pt x="1324" y="983"/>
                </a:lnTo>
                <a:lnTo>
                  <a:pt x="1323" y="983"/>
                </a:lnTo>
                <a:lnTo>
                  <a:pt x="1322" y="983"/>
                </a:lnTo>
                <a:lnTo>
                  <a:pt x="1322" y="982"/>
                </a:lnTo>
                <a:lnTo>
                  <a:pt x="1321" y="982"/>
                </a:lnTo>
                <a:lnTo>
                  <a:pt x="1320" y="982"/>
                </a:lnTo>
                <a:lnTo>
                  <a:pt x="1319" y="981"/>
                </a:lnTo>
                <a:lnTo>
                  <a:pt x="1318" y="981"/>
                </a:lnTo>
                <a:lnTo>
                  <a:pt x="1317" y="981"/>
                </a:lnTo>
                <a:lnTo>
                  <a:pt x="1316" y="980"/>
                </a:lnTo>
                <a:lnTo>
                  <a:pt x="1315" y="980"/>
                </a:lnTo>
                <a:lnTo>
                  <a:pt x="1314" y="980"/>
                </a:lnTo>
                <a:lnTo>
                  <a:pt x="1312" y="980"/>
                </a:lnTo>
                <a:lnTo>
                  <a:pt x="1312" y="979"/>
                </a:lnTo>
                <a:lnTo>
                  <a:pt x="1311" y="979"/>
                </a:lnTo>
                <a:lnTo>
                  <a:pt x="1310" y="979"/>
                </a:lnTo>
                <a:lnTo>
                  <a:pt x="1309" y="979"/>
                </a:lnTo>
                <a:lnTo>
                  <a:pt x="1306" y="979"/>
                </a:lnTo>
                <a:lnTo>
                  <a:pt x="1305" y="979"/>
                </a:lnTo>
                <a:lnTo>
                  <a:pt x="1305" y="980"/>
                </a:lnTo>
                <a:lnTo>
                  <a:pt x="1304" y="980"/>
                </a:lnTo>
                <a:lnTo>
                  <a:pt x="1303" y="980"/>
                </a:lnTo>
                <a:lnTo>
                  <a:pt x="1302" y="980"/>
                </a:lnTo>
                <a:lnTo>
                  <a:pt x="1302" y="981"/>
                </a:lnTo>
                <a:lnTo>
                  <a:pt x="1301" y="981"/>
                </a:lnTo>
                <a:lnTo>
                  <a:pt x="1300" y="981"/>
                </a:lnTo>
                <a:lnTo>
                  <a:pt x="1300" y="982"/>
                </a:lnTo>
                <a:lnTo>
                  <a:pt x="1298" y="982"/>
                </a:lnTo>
                <a:lnTo>
                  <a:pt x="1298" y="981"/>
                </a:lnTo>
                <a:lnTo>
                  <a:pt x="1297" y="981"/>
                </a:lnTo>
                <a:lnTo>
                  <a:pt x="1296" y="980"/>
                </a:lnTo>
                <a:lnTo>
                  <a:pt x="1295" y="980"/>
                </a:lnTo>
                <a:lnTo>
                  <a:pt x="1294" y="979"/>
                </a:lnTo>
                <a:lnTo>
                  <a:pt x="1293" y="979"/>
                </a:lnTo>
                <a:lnTo>
                  <a:pt x="1292" y="979"/>
                </a:lnTo>
                <a:lnTo>
                  <a:pt x="1292" y="978"/>
                </a:lnTo>
                <a:lnTo>
                  <a:pt x="1291" y="978"/>
                </a:lnTo>
                <a:lnTo>
                  <a:pt x="1290" y="977"/>
                </a:lnTo>
                <a:lnTo>
                  <a:pt x="1289" y="977"/>
                </a:lnTo>
                <a:lnTo>
                  <a:pt x="1288" y="976"/>
                </a:lnTo>
                <a:lnTo>
                  <a:pt x="1287" y="976"/>
                </a:lnTo>
                <a:lnTo>
                  <a:pt x="1286" y="976"/>
                </a:lnTo>
                <a:lnTo>
                  <a:pt x="1285" y="976"/>
                </a:lnTo>
                <a:lnTo>
                  <a:pt x="1284" y="976"/>
                </a:lnTo>
                <a:lnTo>
                  <a:pt x="1283" y="976"/>
                </a:lnTo>
                <a:lnTo>
                  <a:pt x="1282" y="976"/>
                </a:lnTo>
                <a:lnTo>
                  <a:pt x="1281" y="976"/>
                </a:lnTo>
                <a:lnTo>
                  <a:pt x="1280" y="976"/>
                </a:lnTo>
                <a:lnTo>
                  <a:pt x="1279" y="976"/>
                </a:lnTo>
                <a:lnTo>
                  <a:pt x="1278" y="977"/>
                </a:lnTo>
                <a:lnTo>
                  <a:pt x="1277" y="977"/>
                </a:lnTo>
                <a:lnTo>
                  <a:pt x="1276" y="977"/>
                </a:lnTo>
                <a:lnTo>
                  <a:pt x="1275" y="977"/>
                </a:lnTo>
                <a:lnTo>
                  <a:pt x="1275" y="978"/>
                </a:lnTo>
                <a:lnTo>
                  <a:pt x="1274" y="978"/>
                </a:lnTo>
                <a:lnTo>
                  <a:pt x="1273" y="978"/>
                </a:lnTo>
                <a:lnTo>
                  <a:pt x="1273" y="979"/>
                </a:lnTo>
                <a:lnTo>
                  <a:pt x="1272" y="979"/>
                </a:lnTo>
                <a:lnTo>
                  <a:pt x="1271" y="979"/>
                </a:lnTo>
                <a:lnTo>
                  <a:pt x="1270" y="979"/>
                </a:lnTo>
                <a:lnTo>
                  <a:pt x="1270" y="980"/>
                </a:lnTo>
                <a:lnTo>
                  <a:pt x="1269" y="980"/>
                </a:lnTo>
                <a:lnTo>
                  <a:pt x="1268" y="980"/>
                </a:lnTo>
                <a:lnTo>
                  <a:pt x="1267" y="980"/>
                </a:lnTo>
                <a:lnTo>
                  <a:pt x="1266" y="980"/>
                </a:lnTo>
                <a:lnTo>
                  <a:pt x="1266" y="981"/>
                </a:lnTo>
                <a:lnTo>
                  <a:pt x="1265" y="981"/>
                </a:lnTo>
                <a:lnTo>
                  <a:pt x="1264" y="981"/>
                </a:lnTo>
                <a:lnTo>
                  <a:pt x="1263" y="981"/>
                </a:lnTo>
                <a:lnTo>
                  <a:pt x="1262" y="981"/>
                </a:lnTo>
                <a:lnTo>
                  <a:pt x="1261" y="981"/>
                </a:lnTo>
                <a:lnTo>
                  <a:pt x="1260" y="982"/>
                </a:lnTo>
                <a:lnTo>
                  <a:pt x="1259" y="982"/>
                </a:lnTo>
                <a:lnTo>
                  <a:pt x="1258" y="982"/>
                </a:lnTo>
                <a:lnTo>
                  <a:pt x="1257" y="982"/>
                </a:lnTo>
                <a:lnTo>
                  <a:pt x="1256" y="983"/>
                </a:lnTo>
                <a:lnTo>
                  <a:pt x="1255" y="983"/>
                </a:lnTo>
                <a:lnTo>
                  <a:pt x="1254" y="983"/>
                </a:lnTo>
                <a:lnTo>
                  <a:pt x="1253" y="983"/>
                </a:lnTo>
                <a:lnTo>
                  <a:pt x="1252" y="983"/>
                </a:lnTo>
                <a:lnTo>
                  <a:pt x="1251" y="983"/>
                </a:lnTo>
                <a:lnTo>
                  <a:pt x="1251" y="984"/>
                </a:lnTo>
                <a:lnTo>
                  <a:pt x="1250" y="984"/>
                </a:lnTo>
                <a:lnTo>
                  <a:pt x="1249" y="984"/>
                </a:lnTo>
                <a:lnTo>
                  <a:pt x="1248" y="985"/>
                </a:lnTo>
                <a:lnTo>
                  <a:pt x="1247" y="985"/>
                </a:lnTo>
                <a:lnTo>
                  <a:pt x="1246" y="985"/>
                </a:lnTo>
                <a:lnTo>
                  <a:pt x="1245" y="985"/>
                </a:lnTo>
                <a:lnTo>
                  <a:pt x="1245" y="986"/>
                </a:lnTo>
                <a:lnTo>
                  <a:pt x="1244" y="986"/>
                </a:lnTo>
                <a:lnTo>
                  <a:pt x="1243" y="986"/>
                </a:lnTo>
                <a:lnTo>
                  <a:pt x="1242" y="986"/>
                </a:lnTo>
                <a:lnTo>
                  <a:pt x="1240" y="986"/>
                </a:lnTo>
                <a:lnTo>
                  <a:pt x="1236" y="986"/>
                </a:lnTo>
                <a:lnTo>
                  <a:pt x="1235" y="986"/>
                </a:lnTo>
                <a:lnTo>
                  <a:pt x="1236" y="985"/>
                </a:lnTo>
                <a:lnTo>
                  <a:pt x="1236" y="984"/>
                </a:lnTo>
                <a:lnTo>
                  <a:pt x="1237" y="984"/>
                </a:lnTo>
                <a:lnTo>
                  <a:pt x="1237" y="983"/>
                </a:lnTo>
                <a:lnTo>
                  <a:pt x="1237" y="982"/>
                </a:lnTo>
                <a:lnTo>
                  <a:pt x="1237" y="981"/>
                </a:lnTo>
                <a:lnTo>
                  <a:pt x="1238" y="981"/>
                </a:lnTo>
                <a:lnTo>
                  <a:pt x="1238" y="980"/>
                </a:lnTo>
                <a:lnTo>
                  <a:pt x="1238" y="979"/>
                </a:lnTo>
                <a:lnTo>
                  <a:pt x="1238" y="978"/>
                </a:lnTo>
                <a:lnTo>
                  <a:pt x="1238" y="977"/>
                </a:lnTo>
                <a:lnTo>
                  <a:pt x="1238" y="976"/>
                </a:lnTo>
                <a:lnTo>
                  <a:pt x="1238" y="975"/>
                </a:lnTo>
                <a:lnTo>
                  <a:pt x="1238" y="974"/>
                </a:lnTo>
                <a:lnTo>
                  <a:pt x="1238" y="973"/>
                </a:lnTo>
                <a:lnTo>
                  <a:pt x="1237" y="973"/>
                </a:lnTo>
                <a:lnTo>
                  <a:pt x="1237" y="972"/>
                </a:lnTo>
                <a:lnTo>
                  <a:pt x="1237" y="971"/>
                </a:lnTo>
                <a:lnTo>
                  <a:pt x="1236" y="970"/>
                </a:lnTo>
                <a:lnTo>
                  <a:pt x="1235" y="970"/>
                </a:lnTo>
                <a:lnTo>
                  <a:pt x="1235" y="969"/>
                </a:lnTo>
                <a:lnTo>
                  <a:pt x="1234" y="969"/>
                </a:lnTo>
                <a:lnTo>
                  <a:pt x="1234" y="968"/>
                </a:lnTo>
                <a:lnTo>
                  <a:pt x="1235" y="968"/>
                </a:lnTo>
                <a:lnTo>
                  <a:pt x="1235" y="967"/>
                </a:lnTo>
                <a:lnTo>
                  <a:pt x="1234" y="967"/>
                </a:lnTo>
                <a:lnTo>
                  <a:pt x="1233" y="966"/>
                </a:lnTo>
                <a:lnTo>
                  <a:pt x="1232" y="966"/>
                </a:lnTo>
                <a:lnTo>
                  <a:pt x="1231" y="966"/>
                </a:lnTo>
                <a:lnTo>
                  <a:pt x="1231" y="965"/>
                </a:lnTo>
                <a:lnTo>
                  <a:pt x="1231" y="964"/>
                </a:lnTo>
                <a:lnTo>
                  <a:pt x="1230" y="963"/>
                </a:lnTo>
                <a:lnTo>
                  <a:pt x="1230" y="962"/>
                </a:lnTo>
                <a:lnTo>
                  <a:pt x="1230" y="961"/>
                </a:lnTo>
                <a:lnTo>
                  <a:pt x="1230" y="960"/>
                </a:lnTo>
                <a:lnTo>
                  <a:pt x="1229" y="960"/>
                </a:lnTo>
                <a:lnTo>
                  <a:pt x="1230" y="959"/>
                </a:lnTo>
                <a:lnTo>
                  <a:pt x="1230" y="958"/>
                </a:lnTo>
                <a:lnTo>
                  <a:pt x="1231" y="958"/>
                </a:lnTo>
                <a:lnTo>
                  <a:pt x="1231" y="957"/>
                </a:lnTo>
                <a:lnTo>
                  <a:pt x="1230" y="956"/>
                </a:lnTo>
                <a:lnTo>
                  <a:pt x="1231" y="955"/>
                </a:lnTo>
                <a:lnTo>
                  <a:pt x="1230" y="955"/>
                </a:lnTo>
                <a:lnTo>
                  <a:pt x="1230" y="954"/>
                </a:lnTo>
                <a:lnTo>
                  <a:pt x="1231" y="953"/>
                </a:lnTo>
                <a:lnTo>
                  <a:pt x="1231" y="952"/>
                </a:lnTo>
                <a:lnTo>
                  <a:pt x="1232" y="952"/>
                </a:lnTo>
                <a:lnTo>
                  <a:pt x="1233" y="952"/>
                </a:lnTo>
                <a:lnTo>
                  <a:pt x="1233" y="951"/>
                </a:lnTo>
                <a:lnTo>
                  <a:pt x="1233" y="950"/>
                </a:lnTo>
                <a:lnTo>
                  <a:pt x="1233" y="949"/>
                </a:lnTo>
                <a:lnTo>
                  <a:pt x="1234" y="949"/>
                </a:lnTo>
                <a:lnTo>
                  <a:pt x="1234" y="948"/>
                </a:lnTo>
                <a:lnTo>
                  <a:pt x="1234" y="947"/>
                </a:lnTo>
                <a:lnTo>
                  <a:pt x="1233" y="946"/>
                </a:lnTo>
                <a:lnTo>
                  <a:pt x="1233" y="945"/>
                </a:lnTo>
                <a:lnTo>
                  <a:pt x="1232" y="945"/>
                </a:lnTo>
                <a:lnTo>
                  <a:pt x="1231" y="945"/>
                </a:lnTo>
                <a:lnTo>
                  <a:pt x="1232" y="944"/>
                </a:lnTo>
                <a:lnTo>
                  <a:pt x="1232" y="943"/>
                </a:lnTo>
                <a:lnTo>
                  <a:pt x="1233" y="943"/>
                </a:lnTo>
                <a:lnTo>
                  <a:pt x="1234" y="943"/>
                </a:lnTo>
                <a:lnTo>
                  <a:pt x="1235" y="943"/>
                </a:lnTo>
                <a:lnTo>
                  <a:pt x="1235" y="944"/>
                </a:lnTo>
                <a:lnTo>
                  <a:pt x="1236" y="944"/>
                </a:lnTo>
                <a:lnTo>
                  <a:pt x="1237" y="944"/>
                </a:lnTo>
                <a:lnTo>
                  <a:pt x="1238" y="944"/>
                </a:lnTo>
                <a:lnTo>
                  <a:pt x="1238" y="943"/>
                </a:lnTo>
                <a:lnTo>
                  <a:pt x="1239" y="943"/>
                </a:lnTo>
                <a:lnTo>
                  <a:pt x="1239" y="942"/>
                </a:lnTo>
                <a:lnTo>
                  <a:pt x="1238" y="942"/>
                </a:lnTo>
                <a:lnTo>
                  <a:pt x="1238" y="941"/>
                </a:lnTo>
                <a:lnTo>
                  <a:pt x="1238" y="940"/>
                </a:lnTo>
                <a:lnTo>
                  <a:pt x="1237" y="940"/>
                </a:lnTo>
                <a:lnTo>
                  <a:pt x="1237" y="939"/>
                </a:lnTo>
                <a:lnTo>
                  <a:pt x="1236" y="938"/>
                </a:lnTo>
                <a:lnTo>
                  <a:pt x="1236" y="937"/>
                </a:lnTo>
                <a:lnTo>
                  <a:pt x="1236" y="936"/>
                </a:lnTo>
                <a:lnTo>
                  <a:pt x="1235" y="936"/>
                </a:lnTo>
                <a:lnTo>
                  <a:pt x="1235" y="935"/>
                </a:lnTo>
                <a:lnTo>
                  <a:pt x="1235" y="934"/>
                </a:lnTo>
                <a:lnTo>
                  <a:pt x="1234" y="934"/>
                </a:lnTo>
                <a:lnTo>
                  <a:pt x="1234" y="933"/>
                </a:lnTo>
                <a:lnTo>
                  <a:pt x="1234" y="932"/>
                </a:lnTo>
                <a:lnTo>
                  <a:pt x="1233" y="932"/>
                </a:lnTo>
                <a:lnTo>
                  <a:pt x="1233" y="931"/>
                </a:lnTo>
                <a:lnTo>
                  <a:pt x="1233" y="930"/>
                </a:lnTo>
                <a:lnTo>
                  <a:pt x="1232" y="930"/>
                </a:lnTo>
                <a:lnTo>
                  <a:pt x="1232" y="929"/>
                </a:lnTo>
                <a:lnTo>
                  <a:pt x="1232" y="928"/>
                </a:lnTo>
                <a:lnTo>
                  <a:pt x="1231" y="928"/>
                </a:lnTo>
                <a:lnTo>
                  <a:pt x="1231" y="927"/>
                </a:lnTo>
                <a:lnTo>
                  <a:pt x="1230" y="926"/>
                </a:lnTo>
                <a:lnTo>
                  <a:pt x="1229" y="926"/>
                </a:lnTo>
                <a:lnTo>
                  <a:pt x="1229" y="925"/>
                </a:lnTo>
                <a:lnTo>
                  <a:pt x="1229" y="924"/>
                </a:lnTo>
                <a:lnTo>
                  <a:pt x="1229" y="923"/>
                </a:lnTo>
                <a:lnTo>
                  <a:pt x="1229" y="922"/>
                </a:lnTo>
                <a:lnTo>
                  <a:pt x="1228" y="922"/>
                </a:lnTo>
                <a:lnTo>
                  <a:pt x="1228" y="923"/>
                </a:lnTo>
                <a:lnTo>
                  <a:pt x="1227" y="923"/>
                </a:lnTo>
                <a:lnTo>
                  <a:pt x="1227" y="924"/>
                </a:lnTo>
                <a:lnTo>
                  <a:pt x="1226" y="924"/>
                </a:lnTo>
                <a:lnTo>
                  <a:pt x="1225" y="925"/>
                </a:lnTo>
                <a:lnTo>
                  <a:pt x="1224" y="925"/>
                </a:lnTo>
                <a:lnTo>
                  <a:pt x="1222" y="926"/>
                </a:lnTo>
                <a:lnTo>
                  <a:pt x="1221" y="926"/>
                </a:lnTo>
                <a:lnTo>
                  <a:pt x="1220" y="926"/>
                </a:lnTo>
                <a:lnTo>
                  <a:pt x="1219" y="925"/>
                </a:lnTo>
                <a:lnTo>
                  <a:pt x="1218" y="925"/>
                </a:lnTo>
                <a:lnTo>
                  <a:pt x="1217" y="926"/>
                </a:lnTo>
                <a:lnTo>
                  <a:pt x="1215" y="927"/>
                </a:lnTo>
                <a:lnTo>
                  <a:pt x="1214" y="927"/>
                </a:lnTo>
                <a:lnTo>
                  <a:pt x="1213" y="927"/>
                </a:lnTo>
                <a:lnTo>
                  <a:pt x="1211" y="928"/>
                </a:lnTo>
                <a:lnTo>
                  <a:pt x="1211" y="929"/>
                </a:lnTo>
                <a:lnTo>
                  <a:pt x="1210" y="929"/>
                </a:lnTo>
                <a:lnTo>
                  <a:pt x="1209" y="929"/>
                </a:lnTo>
                <a:lnTo>
                  <a:pt x="1208" y="929"/>
                </a:lnTo>
                <a:lnTo>
                  <a:pt x="1207" y="929"/>
                </a:lnTo>
                <a:lnTo>
                  <a:pt x="1206" y="929"/>
                </a:lnTo>
                <a:lnTo>
                  <a:pt x="1206" y="928"/>
                </a:lnTo>
                <a:lnTo>
                  <a:pt x="1207" y="928"/>
                </a:lnTo>
                <a:lnTo>
                  <a:pt x="1208" y="928"/>
                </a:lnTo>
                <a:lnTo>
                  <a:pt x="1208" y="927"/>
                </a:lnTo>
                <a:lnTo>
                  <a:pt x="1209" y="926"/>
                </a:lnTo>
                <a:lnTo>
                  <a:pt x="1208" y="926"/>
                </a:lnTo>
                <a:lnTo>
                  <a:pt x="1206" y="925"/>
                </a:lnTo>
                <a:lnTo>
                  <a:pt x="1205" y="924"/>
                </a:lnTo>
                <a:lnTo>
                  <a:pt x="1204" y="924"/>
                </a:lnTo>
                <a:lnTo>
                  <a:pt x="1203" y="923"/>
                </a:lnTo>
                <a:lnTo>
                  <a:pt x="1202" y="923"/>
                </a:lnTo>
                <a:lnTo>
                  <a:pt x="1200" y="923"/>
                </a:lnTo>
                <a:lnTo>
                  <a:pt x="1199" y="922"/>
                </a:lnTo>
                <a:lnTo>
                  <a:pt x="1198" y="922"/>
                </a:lnTo>
                <a:lnTo>
                  <a:pt x="1197" y="921"/>
                </a:lnTo>
                <a:lnTo>
                  <a:pt x="1197" y="920"/>
                </a:lnTo>
                <a:lnTo>
                  <a:pt x="1196" y="920"/>
                </a:lnTo>
                <a:lnTo>
                  <a:pt x="1195" y="919"/>
                </a:lnTo>
                <a:lnTo>
                  <a:pt x="1194" y="919"/>
                </a:lnTo>
                <a:lnTo>
                  <a:pt x="1193" y="918"/>
                </a:lnTo>
                <a:lnTo>
                  <a:pt x="1193" y="917"/>
                </a:lnTo>
                <a:lnTo>
                  <a:pt x="1192" y="916"/>
                </a:lnTo>
                <a:lnTo>
                  <a:pt x="1191" y="916"/>
                </a:lnTo>
                <a:lnTo>
                  <a:pt x="1190" y="915"/>
                </a:lnTo>
                <a:lnTo>
                  <a:pt x="1190" y="914"/>
                </a:lnTo>
                <a:lnTo>
                  <a:pt x="1190" y="913"/>
                </a:lnTo>
                <a:lnTo>
                  <a:pt x="1189" y="913"/>
                </a:lnTo>
                <a:lnTo>
                  <a:pt x="1189" y="912"/>
                </a:lnTo>
                <a:lnTo>
                  <a:pt x="1188" y="912"/>
                </a:lnTo>
                <a:lnTo>
                  <a:pt x="1189" y="911"/>
                </a:lnTo>
                <a:lnTo>
                  <a:pt x="1189" y="910"/>
                </a:lnTo>
                <a:lnTo>
                  <a:pt x="1190" y="910"/>
                </a:lnTo>
                <a:lnTo>
                  <a:pt x="1190" y="909"/>
                </a:lnTo>
                <a:lnTo>
                  <a:pt x="1189" y="909"/>
                </a:lnTo>
                <a:lnTo>
                  <a:pt x="1189" y="908"/>
                </a:lnTo>
                <a:lnTo>
                  <a:pt x="1188" y="908"/>
                </a:lnTo>
                <a:lnTo>
                  <a:pt x="1188" y="907"/>
                </a:lnTo>
                <a:lnTo>
                  <a:pt x="1188" y="906"/>
                </a:lnTo>
                <a:lnTo>
                  <a:pt x="1189" y="905"/>
                </a:lnTo>
                <a:lnTo>
                  <a:pt x="1189" y="904"/>
                </a:lnTo>
                <a:lnTo>
                  <a:pt x="1190" y="904"/>
                </a:lnTo>
                <a:lnTo>
                  <a:pt x="1190" y="903"/>
                </a:lnTo>
                <a:lnTo>
                  <a:pt x="1191" y="903"/>
                </a:lnTo>
                <a:lnTo>
                  <a:pt x="1191" y="902"/>
                </a:lnTo>
                <a:lnTo>
                  <a:pt x="1192" y="902"/>
                </a:lnTo>
                <a:lnTo>
                  <a:pt x="1192" y="901"/>
                </a:lnTo>
                <a:lnTo>
                  <a:pt x="1193" y="901"/>
                </a:lnTo>
                <a:lnTo>
                  <a:pt x="1193" y="900"/>
                </a:lnTo>
                <a:lnTo>
                  <a:pt x="1194" y="900"/>
                </a:lnTo>
                <a:lnTo>
                  <a:pt x="1194" y="899"/>
                </a:lnTo>
                <a:lnTo>
                  <a:pt x="1194" y="898"/>
                </a:lnTo>
                <a:lnTo>
                  <a:pt x="1194" y="897"/>
                </a:lnTo>
                <a:lnTo>
                  <a:pt x="1195" y="897"/>
                </a:lnTo>
                <a:lnTo>
                  <a:pt x="1195" y="896"/>
                </a:lnTo>
                <a:lnTo>
                  <a:pt x="1195" y="895"/>
                </a:lnTo>
                <a:lnTo>
                  <a:pt x="1194" y="895"/>
                </a:lnTo>
                <a:lnTo>
                  <a:pt x="1195" y="895"/>
                </a:lnTo>
                <a:lnTo>
                  <a:pt x="1195" y="894"/>
                </a:lnTo>
                <a:lnTo>
                  <a:pt x="1195" y="893"/>
                </a:lnTo>
                <a:lnTo>
                  <a:pt x="1195" y="892"/>
                </a:lnTo>
                <a:lnTo>
                  <a:pt x="1195" y="891"/>
                </a:lnTo>
                <a:lnTo>
                  <a:pt x="1195" y="890"/>
                </a:lnTo>
                <a:lnTo>
                  <a:pt x="1194" y="890"/>
                </a:lnTo>
                <a:lnTo>
                  <a:pt x="1194" y="889"/>
                </a:lnTo>
                <a:lnTo>
                  <a:pt x="1194" y="888"/>
                </a:lnTo>
                <a:lnTo>
                  <a:pt x="1193" y="888"/>
                </a:lnTo>
                <a:lnTo>
                  <a:pt x="1193" y="887"/>
                </a:lnTo>
                <a:lnTo>
                  <a:pt x="1192" y="887"/>
                </a:lnTo>
                <a:lnTo>
                  <a:pt x="1191" y="887"/>
                </a:lnTo>
                <a:lnTo>
                  <a:pt x="1191" y="888"/>
                </a:lnTo>
                <a:lnTo>
                  <a:pt x="1190" y="888"/>
                </a:lnTo>
                <a:lnTo>
                  <a:pt x="1189" y="888"/>
                </a:lnTo>
                <a:lnTo>
                  <a:pt x="1188" y="888"/>
                </a:lnTo>
                <a:lnTo>
                  <a:pt x="1187" y="888"/>
                </a:lnTo>
                <a:lnTo>
                  <a:pt x="1187" y="887"/>
                </a:lnTo>
                <a:lnTo>
                  <a:pt x="1186" y="887"/>
                </a:lnTo>
                <a:lnTo>
                  <a:pt x="1186" y="886"/>
                </a:lnTo>
                <a:lnTo>
                  <a:pt x="1187" y="885"/>
                </a:lnTo>
                <a:lnTo>
                  <a:pt x="1187" y="884"/>
                </a:lnTo>
                <a:lnTo>
                  <a:pt x="1188" y="884"/>
                </a:lnTo>
                <a:lnTo>
                  <a:pt x="1188" y="883"/>
                </a:lnTo>
                <a:lnTo>
                  <a:pt x="1189" y="883"/>
                </a:lnTo>
                <a:lnTo>
                  <a:pt x="1190" y="883"/>
                </a:lnTo>
                <a:lnTo>
                  <a:pt x="1190" y="884"/>
                </a:lnTo>
                <a:lnTo>
                  <a:pt x="1191" y="884"/>
                </a:lnTo>
                <a:lnTo>
                  <a:pt x="1191" y="883"/>
                </a:lnTo>
                <a:lnTo>
                  <a:pt x="1192" y="883"/>
                </a:lnTo>
                <a:lnTo>
                  <a:pt x="1193" y="883"/>
                </a:lnTo>
                <a:lnTo>
                  <a:pt x="1193" y="882"/>
                </a:lnTo>
                <a:lnTo>
                  <a:pt x="1193" y="881"/>
                </a:lnTo>
                <a:lnTo>
                  <a:pt x="1193" y="880"/>
                </a:lnTo>
                <a:lnTo>
                  <a:pt x="1192" y="880"/>
                </a:lnTo>
                <a:lnTo>
                  <a:pt x="1192" y="879"/>
                </a:lnTo>
                <a:lnTo>
                  <a:pt x="1191" y="879"/>
                </a:lnTo>
                <a:lnTo>
                  <a:pt x="1190" y="879"/>
                </a:lnTo>
                <a:lnTo>
                  <a:pt x="1189" y="879"/>
                </a:lnTo>
                <a:lnTo>
                  <a:pt x="1189" y="880"/>
                </a:lnTo>
                <a:lnTo>
                  <a:pt x="1188" y="880"/>
                </a:lnTo>
                <a:lnTo>
                  <a:pt x="1188" y="879"/>
                </a:lnTo>
                <a:lnTo>
                  <a:pt x="1187" y="879"/>
                </a:lnTo>
                <a:lnTo>
                  <a:pt x="1187" y="878"/>
                </a:lnTo>
                <a:lnTo>
                  <a:pt x="1187" y="877"/>
                </a:lnTo>
                <a:lnTo>
                  <a:pt x="1186" y="877"/>
                </a:lnTo>
                <a:lnTo>
                  <a:pt x="1185" y="877"/>
                </a:lnTo>
                <a:lnTo>
                  <a:pt x="1184" y="877"/>
                </a:lnTo>
                <a:lnTo>
                  <a:pt x="1184" y="876"/>
                </a:lnTo>
                <a:lnTo>
                  <a:pt x="1183" y="876"/>
                </a:lnTo>
                <a:lnTo>
                  <a:pt x="1183" y="875"/>
                </a:lnTo>
                <a:lnTo>
                  <a:pt x="1183" y="876"/>
                </a:lnTo>
                <a:lnTo>
                  <a:pt x="1182" y="876"/>
                </a:lnTo>
                <a:lnTo>
                  <a:pt x="1182" y="875"/>
                </a:lnTo>
                <a:lnTo>
                  <a:pt x="1181" y="875"/>
                </a:lnTo>
                <a:lnTo>
                  <a:pt x="1181" y="874"/>
                </a:lnTo>
                <a:lnTo>
                  <a:pt x="1181" y="873"/>
                </a:lnTo>
                <a:lnTo>
                  <a:pt x="1182" y="873"/>
                </a:lnTo>
                <a:lnTo>
                  <a:pt x="1182" y="872"/>
                </a:lnTo>
                <a:lnTo>
                  <a:pt x="1181" y="872"/>
                </a:lnTo>
                <a:lnTo>
                  <a:pt x="1181" y="871"/>
                </a:lnTo>
                <a:lnTo>
                  <a:pt x="1180" y="871"/>
                </a:lnTo>
                <a:lnTo>
                  <a:pt x="1180" y="870"/>
                </a:lnTo>
                <a:lnTo>
                  <a:pt x="1179" y="870"/>
                </a:lnTo>
                <a:lnTo>
                  <a:pt x="1179" y="869"/>
                </a:lnTo>
                <a:lnTo>
                  <a:pt x="1179" y="868"/>
                </a:lnTo>
                <a:lnTo>
                  <a:pt x="1178" y="868"/>
                </a:lnTo>
                <a:lnTo>
                  <a:pt x="1177" y="868"/>
                </a:lnTo>
                <a:lnTo>
                  <a:pt x="1177" y="869"/>
                </a:lnTo>
                <a:lnTo>
                  <a:pt x="1176" y="869"/>
                </a:lnTo>
                <a:lnTo>
                  <a:pt x="1176" y="868"/>
                </a:lnTo>
                <a:lnTo>
                  <a:pt x="1176" y="867"/>
                </a:lnTo>
                <a:lnTo>
                  <a:pt x="1175" y="867"/>
                </a:lnTo>
                <a:lnTo>
                  <a:pt x="1174" y="867"/>
                </a:lnTo>
                <a:lnTo>
                  <a:pt x="1174" y="866"/>
                </a:lnTo>
                <a:lnTo>
                  <a:pt x="1173" y="866"/>
                </a:lnTo>
                <a:lnTo>
                  <a:pt x="1172" y="866"/>
                </a:lnTo>
                <a:lnTo>
                  <a:pt x="1171" y="865"/>
                </a:lnTo>
                <a:lnTo>
                  <a:pt x="1170" y="865"/>
                </a:lnTo>
                <a:lnTo>
                  <a:pt x="1170" y="864"/>
                </a:lnTo>
                <a:lnTo>
                  <a:pt x="1169" y="864"/>
                </a:lnTo>
                <a:lnTo>
                  <a:pt x="1168" y="864"/>
                </a:lnTo>
                <a:lnTo>
                  <a:pt x="1168" y="863"/>
                </a:lnTo>
                <a:lnTo>
                  <a:pt x="1168" y="862"/>
                </a:lnTo>
                <a:lnTo>
                  <a:pt x="1167" y="862"/>
                </a:lnTo>
                <a:lnTo>
                  <a:pt x="1167" y="863"/>
                </a:lnTo>
                <a:lnTo>
                  <a:pt x="1166" y="863"/>
                </a:lnTo>
                <a:lnTo>
                  <a:pt x="1165" y="863"/>
                </a:lnTo>
                <a:lnTo>
                  <a:pt x="1165" y="864"/>
                </a:lnTo>
                <a:lnTo>
                  <a:pt x="1165" y="865"/>
                </a:lnTo>
                <a:lnTo>
                  <a:pt x="1165" y="866"/>
                </a:lnTo>
                <a:lnTo>
                  <a:pt x="1164" y="866"/>
                </a:lnTo>
                <a:lnTo>
                  <a:pt x="1163" y="866"/>
                </a:lnTo>
                <a:lnTo>
                  <a:pt x="1163" y="867"/>
                </a:lnTo>
                <a:lnTo>
                  <a:pt x="1162" y="868"/>
                </a:lnTo>
                <a:lnTo>
                  <a:pt x="1162" y="869"/>
                </a:lnTo>
                <a:lnTo>
                  <a:pt x="1162" y="870"/>
                </a:lnTo>
                <a:lnTo>
                  <a:pt x="1161" y="870"/>
                </a:lnTo>
                <a:lnTo>
                  <a:pt x="1161" y="871"/>
                </a:lnTo>
                <a:lnTo>
                  <a:pt x="1160" y="872"/>
                </a:lnTo>
                <a:lnTo>
                  <a:pt x="1159" y="872"/>
                </a:lnTo>
                <a:lnTo>
                  <a:pt x="1159" y="871"/>
                </a:lnTo>
                <a:lnTo>
                  <a:pt x="1158" y="871"/>
                </a:lnTo>
                <a:lnTo>
                  <a:pt x="1158" y="870"/>
                </a:lnTo>
                <a:lnTo>
                  <a:pt x="1157" y="870"/>
                </a:lnTo>
                <a:lnTo>
                  <a:pt x="1156" y="870"/>
                </a:lnTo>
                <a:lnTo>
                  <a:pt x="1155" y="870"/>
                </a:lnTo>
                <a:lnTo>
                  <a:pt x="1154" y="870"/>
                </a:lnTo>
                <a:lnTo>
                  <a:pt x="1154" y="871"/>
                </a:lnTo>
                <a:lnTo>
                  <a:pt x="1153" y="871"/>
                </a:lnTo>
                <a:lnTo>
                  <a:pt x="1153" y="872"/>
                </a:lnTo>
                <a:lnTo>
                  <a:pt x="1152" y="872"/>
                </a:lnTo>
                <a:lnTo>
                  <a:pt x="1152" y="873"/>
                </a:lnTo>
                <a:lnTo>
                  <a:pt x="1152" y="874"/>
                </a:lnTo>
                <a:lnTo>
                  <a:pt x="1152" y="875"/>
                </a:lnTo>
                <a:lnTo>
                  <a:pt x="1151" y="875"/>
                </a:lnTo>
                <a:lnTo>
                  <a:pt x="1151" y="876"/>
                </a:lnTo>
                <a:lnTo>
                  <a:pt x="1150" y="876"/>
                </a:lnTo>
                <a:lnTo>
                  <a:pt x="1149" y="877"/>
                </a:lnTo>
                <a:lnTo>
                  <a:pt x="1149" y="878"/>
                </a:lnTo>
                <a:lnTo>
                  <a:pt x="1148" y="878"/>
                </a:lnTo>
                <a:lnTo>
                  <a:pt x="1148" y="879"/>
                </a:lnTo>
                <a:lnTo>
                  <a:pt x="1147" y="879"/>
                </a:lnTo>
                <a:lnTo>
                  <a:pt x="1146" y="879"/>
                </a:lnTo>
                <a:lnTo>
                  <a:pt x="1145" y="880"/>
                </a:lnTo>
                <a:lnTo>
                  <a:pt x="1144" y="880"/>
                </a:lnTo>
                <a:lnTo>
                  <a:pt x="1144" y="881"/>
                </a:lnTo>
                <a:lnTo>
                  <a:pt x="1144" y="882"/>
                </a:lnTo>
                <a:lnTo>
                  <a:pt x="1144" y="883"/>
                </a:lnTo>
                <a:lnTo>
                  <a:pt x="1143" y="883"/>
                </a:lnTo>
                <a:lnTo>
                  <a:pt x="1143" y="884"/>
                </a:lnTo>
                <a:lnTo>
                  <a:pt x="1142" y="884"/>
                </a:lnTo>
                <a:lnTo>
                  <a:pt x="1140" y="883"/>
                </a:lnTo>
                <a:lnTo>
                  <a:pt x="1140" y="884"/>
                </a:lnTo>
                <a:lnTo>
                  <a:pt x="1139" y="884"/>
                </a:lnTo>
                <a:lnTo>
                  <a:pt x="1139" y="885"/>
                </a:lnTo>
                <a:lnTo>
                  <a:pt x="1138" y="885"/>
                </a:lnTo>
                <a:lnTo>
                  <a:pt x="1137" y="886"/>
                </a:lnTo>
                <a:lnTo>
                  <a:pt x="1135" y="886"/>
                </a:lnTo>
                <a:lnTo>
                  <a:pt x="1134" y="886"/>
                </a:lnTo>
                <a:lnTo>
                  <a:pt x="1133" y="886"/>
                </a:lnTo>
                <a:lnTo>
                  <a:pt x="1132" y="886"/>
                </a:lnTo>
                <a:lnTo>
                  <a:pt x="1131" y="886"/>
                </a:lnTo>
                <a:lnTo>
                  <a:pt x="1131" y="885"/>
                </a:lnTo>
                <a:lnTo>
                  <a:pt x="1130" y="885"/>
                </a:lnTo>
                <a:lnTo>
                  <a:pt x="1129" y="885"/>
                </a:lnTo>
                <a:lnTo>
                  <a:pt x="1128" y="885"/>
                </a:lnTo>
                <a:lnTo>
                  <a:pt x="1128" y="884"/>
                </a:lnTo>
                <a:lnTo>
                  <a:pt x="1127" y="884"/>
                </a:lnTo>
                <a:lnTo>
                  <a:pt x="1126" y="884"/>
                </a:lnTo>
                <a:lnTo>
                  <a:pt x="1125" y="884"/>
                </a:lnTo>
                <a:lnTo>
                  <a:pt x="1125" y="883"/>
                </a:lnTo>
                <a:lnTo>
                  <a:pt x="1124" y="882"/>
                </a:lnTo>
                <a:lnTo>
                  <a:pt x="1124" y="881"/>
                </a:lnTo>
                <a:lnTo>
                  <a:pt x="1124" y="880"/>
                </a:lnTo>
                <a:lnTo>
                  <a:pt x="1123" y="880"/>
                </a:lnTo>
                <a:lnTo>
                  <a:pt x="1122" y="881"/>
                </a:lnTo>
                <a:lnTo>
                  <a:pt x="1122" y="880"/>
                </a:lnTo>
                <a:lnTo>
                  <a:pt x="1121" y="880"/>
                </a:lnTo>
                <a:lnTo>
                  <a:pt x="1121" y="879"/>
                </a:lnTo>
                <a:lnTo>
                  <a:pt x="1121" y="878"/>
                </a:lnTo>
                <a:lnTo>
                  <a:pt x="1120" y="878"/>
                </a:lnTo>
                <a:lnTo>
                  <a:pt x="1120" y="877"/>
                </a:lnTo>
                <a:lnTo>
                  <a:pt x="1120" y="876"/>
                </a:lnTo>
                <a:lnTo>
                  <a:pt x="1119" y="876"/>
                </a:lnTo>
                <a:lnTo>
                  <a:pt x="1119" y="875"/>
                </a:lnTo>
                <a:lnTo>
                  <a:pt x="1119" y="874"/>
                </a:lnTo>
                <a:lnTo>
                  <a:pt x="1119" y="873"/>
                </a:lnTo>
                <a:lnTo>
                  <a:pt x="1119" y="872"/>
                </a:lnTo>
                <a:lnTo>
                  <a:pt x="1119" y="871"/>
                </a:lnTo>
                <a:lnTo>
                  <a:pt x="1119" y="870"/>
                </a:lnTo>
                <a:lnTo>
                  <a:pt x="1119" y="869"/>
                </a:lnTo>
                <a:lnTo>
                  <a:pt x="1120" y="869"/>
                </a:lnTo>
                <a:lnTo>
                  <a:pt x="1120" y="868"/>
                </a:lnTo>
                <a:lnTo>
                  <a:pt x="1119" y="868"/>
                </a:lnTo>
                <a:lnTo>
                  <a:pt x="1119" y="867"/>
                </a:lnTo>
                <a:lnTo>
                  <a:pt x="1119" y="866"/>
                </a:lnTo>
                <a:lnTo>
                  <a:pt x="1120" y="865"/>
                </a:lnTo>
                <a:lnTo>
                  <a:pt x="1119" y="865"/>
                </a:lnTo>
                <a:lnTo>
                  <a:pt x="1119" y="864"/>
                </a:lnTo>
                <a:lnTo>
                  <a:pt x="1118" y="864"/>
                </a:lnTo>
                <a:lnTo>
                  <a:pt x="1118" y="865"/>
                </a:lnTo>
                <a:lnTo>
                  <a:pt x="1117" y="865"/>
                </a:lnTo>
                <a:lnTo>
                  <a:pt x="1117" y="864"/>
                </a:lnTo>
                <a:lnTo>
                  <a:pt x="1116" y="864"/>
                </a:lnTo>
                <a:lnTo>
                  <a:pt x="1115" y="864"/>
                </a:lnTo>
                <a:lnTo>
                  <a:pt x="1114" y="864"/>
                </a:lnTo>
                <a:lnTo>
                  <a:pt x="1114" y="863"/>
                </a:lnTo>
                <a:lnTo>
                  <a:pt x="1113" y="863"/>
                </a:lnTo>
                <a:lnTo>
                  <a:pt x="1112" y="863"/>
                </a:lnTo>
                <a:lnTo>
                  <a:pt x="1112" y="862"/>
                </a:lnTo>
                <a:lnTo>
                  <a:pt x="1111" y="862"/>
                </a:lnTo>
                <a:lnTo>
                  <a:pt x="1110" y="862"/>
                </a:lnTo>
                <a:lnTo>
                  <a:pt x="1110" y="861"/>
                </a:lnTo>
                <a:lnTo>
                  <a:pt x="1109" y="861"/>
                </a:lnTo>
                <a:lnTo>
                  <a:pt x="1109" y="862"/>
                </a:lnTo>
                <a:lnTo>
                  <a:pt x="1108" y="862"/>
                </a:lnTo>
                <a:lnTo>
                  <a:pt x="1107" y="862"/>
                </a:lnTo>
                <a:lnTo>
                  <a:pt x="1107" y="863"/>
                </a:lnTo>
                <a:lnTo>
                  <a:pt x="1106" y="863"/>
                </a:lnTo>
                <a:lnTo>
                  <a:pt x="1106" y="864"/>
                </a:lnTo>
                <a:lnTo>
                  <a:pt x="1105" y="864"/>
                </a:lnTo>
                <a:lnTo>
                  <a:pt x="1104" y="864"/>
                </a:lnTo>
                <a:lnTo>
                  <a:pt x="1103" y="864"/>
                </a:lnTo>
                <a:lnTo>
                  <a:pt x="1102" y="864"/>
                </a:lnTo>
                <a:lnTo>
                  <a:pt x="1102" y="865"/>
                </a:lnTo>
                <a:lnTo>
                  <a:pt x="1101" y="866"/>
                </a:lnTo>
                <a:lnTo>
                  <a:pt x="1100" y="867"/>
                </a:lnTo>
                <a:lnTo>
                  <a:pt x="1100" y="866"/>
                </a:lnTo>
                <a:lnTo>
                  <a:pt x="1099" y="866"/>
                </a:lnTo>
                <a:lnTo>
                  <a:pt x="1099" y="865"/>
                </a:lnTo>
                <a:lnTo>
                  <a:pt x="1098" y="865"/>
                </a:lnTo>
                <a:lnTo>
                  <a:pt x="1098" y="864"/>
                </a:lnTo>
                <a:lnTo>
                  <a:pt x="1097" y="864"/>
                </a:lnTo>
                <a:lnTo>
                  <a:pt x="1096" y="864"/>
                </a:lnTo>
                <a:lnTo>
                  <a:pt x="1095" y="864"/>
                </a:lnTo>
                <a:lnTo>
                  <a:pt x="1095" y="863"/>
                </a:lnTo>
                <a:lnTo>
                  <a:pt x="1094" y="863"/>
                </a:lnTo>
                <a:lnTo>
                  <a:pt x="1093" y="863"/>
                </a:lnTo>
                <a:lnTo>
                  <a:pt x="1093" y="862"/>
                </a:lnTo>
                <a:lnTo>
                  <a:pt x="1092" y="863"/>
                </a:lnTo>
                <a:lnTo>
                  <a:pt x="1091" y="863"/>
                </a:lnTo>
                <a:lnTo>
                  <a:pt x="1091" y="864"/>
                </a:lnTo>
                <a:lnTo>
                  <a:pt x="1090" y="864"/>
                </a:lnTo>
                <a:lnTo>
                  <a:pt x="1089" y="864"/>
                </a:lnTo>
                <a:lnTo>
                  <a:pt x="1088" y="864"/>
                </a:lnTo>
                <a:lnTo>
                  <a:pt x="1087" y="863"/>
                </a:lnTo>
                <a:lnTo>
                  <a:pt x="1086" y="863"/>
                </a:lnTo>
                <a:lnTo>
                  <a:pt x="1086" y="862"/>
                </a:lnTo>
                <a:lnTo>
                  <a:pt x="1085" y="862"/>
                </a:lnTo>
                <a:lnTo>
                  <a:pt x="1084" y="862"/>
                </a:lnTo>
                <a:lnTo>
                  <a:pt x="1083" y="862"/>
                </a:lnTo>
                <a:lnTo>
                  <a:pt x="1083" y="863"/>
                </a:lnTo>
                <a:lnTo>
                  <a:pt x="1082" y="863"/>
                </a:lnTo>
                <a:lnTo>
                  <a:pt x="1081" y="863"/>
                </a:lnTo>
                <a:lnTo>
                  <a:pt x="1081" y="862"/>
                </a:lnTo>
                <a:lnTo>
                  <a:pt x="1080" y="862"/>
                </a:lnTo>
                <a:lnTo>
                  <a:pt x="1080" y="861"/>
                </a:lnTo>
                <a:lnTo>
                  <a:pt x="1080" y="860"/>
                </a:lnTo>
                <a:lnTo>
                  <a:pt x="1080" y="859"/>
                </a:lnTo>
                <a:lnTo>
                  <a:pt x="1079" y="859"/>
                </a:lnTo>
                <a:lnTo>
                  <a:pt x="1079" y="858"/>
                </a:lnTo>
                <a:lnTo>
                  <a:pt x="1078" y="858"/>
                </a:lnTo>
                <a:lnTo>
                  <a:pt x="1078" y="857"/>
                </a:lnTo>
                <a:lnTo>
                  <a:pt x="1077" y="857"/>
                </a:lnTo>
                <a:lnTo>
                  <a:pt x="1077" y="856"/>
                </a:lnTo>
                <a:lnTo>
                  <a:pt x="1076" y="855"/>
                </a:lnTo>
                <a:lnTo>
                  <a:pt x="1075" y="855"/>
                </a:lnTo>
                <a:lnTo>
                  <a:pt x="1074" y="855"/>
                </a:lnTo>
                <a:lnTo>
                  <a:pt x="1074" y="854"/>
                </a:lnTo>
                <a:lnTo>
                  <a:pt x="1074" y="853"/>
                </a:lnTo>
                <a:lnTo>
                  <a:pt x="1073" y="853"/>
                </a:lnTo>
                <a:lnTo>
                  <a:pt x="1072" y="853"/>
                </a:lnTo>
                <a:lnTo>
                  <a:pt x="1072" y="854"/>
                </a:lnTo>
                <a:lnTo>
                  <a:pt x="1071" y="854"/>
                </a:lnTo>
                <a:lnTo>
                  <a:pt x="1070" y="854"/>
                </a:lnTo>
                <a:lnTo>
                  <a:pt x="1069" y="854"/>
                </a:lnTo>
                <a:lnTo>
                  <a:pt x="1068" y="854"/>
                </a:lnTo>
                <a:lnTo>
                  <a:pt x="1067" y="854"/>
                </a:lnTo>
                <a:lnTo>
                  <a:pt x="1066" y="854"/>
                </a:lnTo>
                <a:lnTo>
                  <a:pt x="1066" y="853"/>
                </a:lnTo>
                <a:lnTo>
                  <a:pt x="1065" y="853"/>
                </a:lnTo>
                <a:lnTo>
                  <a:pt x="1064" y="853"/>
                </a:lnTo>
                <a:lnTo>
                  <a:pt x="1064" y="852"/>
                </a:lnTo>
                <a:lnTo>
                  <a:pt x="1064" y="851"/>
                </a:lnTo>
                <a:lnTo>
                  <a:pt x="1063" y="851"/>
                </a:lnTo>
                <a:lnTo>
                  <a:pt x="1063" y="850"/>
                </a:lnTo>
                <a:lnTo>
                  <a:pt x="1062" y="850"/>
                </a:lnTo>
                <a:lnTo>
                  <a:pt x="1062" y="849"/>
                </a:lnTo>
                <a:lnTo>
                  <a:pt x="1061" y="849"/>
                </a:lnTo>
                <a:lnTo>
                  <a:pt x="1060" y="849"/>
                </a:lnTo>
                <a:lnTo>
                  <a:pt x="1059" y="849"/>
                </a:lnTo>
                <a:lnTo>
                  <a:pt x="1058" y="849"/>
                </a:lnTo>
                <a:lnTo>
                  <a:pt x="1058" y="850"/>
                </a:lnTo>
                <a:lnTo>
                  <a:pt x="1058" y="851"/>
                </a:lnTo>
                <a:lnTo>
                  <a:pt x="1058" y="852"/>
                </a:lnTo>
                <a:lnTo>
                  <a:pt x="1057" y="852"/>
                </a:lnTo>
                <a:lnTo>
                  <a:pt x="1057" y="853"/>
                </a:lnTo>
                <a:lnTo>
                  <a:pt x="1057" y="854"/>
                </a:lnTo>
                <a:lnTo>
                  <a:pt x="1056" y="854"/>
                </a:lnTo>
                <a:lnTo>
                  <a:pt x="1056" y="855"/>
                </a:lnTo>
                <a:lnTo>
                  <a:pt x="1056" y="854"/>
                </a:lnTo>
                <a:lnTo>
                  <a:pt x="1055" y="854"/>
                </a:lnTo>
                <a:lnTo>
                  <a:pt x="1055" y="853"/>
                </a:lnTo>
                <a:lnTo>
                  <a:pt x="1054" y="853"/>
                </a:lnTo>
                <a:lnTo>
                  <a:pt x="1053" y="853"/>
                </a:lnTo>
                <a:lnTo>
                  <a:pt x="1052" y="854"/>
                </a:lnTo>
                <a:lnTo>
                  <a:pt x="1051" y="855"/>
                </a:lnTo>
                <a:lnTo>
                  <a:pt x="1050" y="855"/>
                </a:lnTo>
                <a:lnTo>
                  <a:pt x="1050" y="854"/>
                </a:lnTo>
                <a:lnTo>
                  <a:pt x="1049" y="854"/>
                </a:lnTo>
                <a:lnTo>
                  <a:pt x="1049" y="853"/>
                </a:lnTo>
                <a:lnTo>
                  <a:pt x="1049" y="852"/>
                </a:lnTo>
                <a:lnTo>
                  <a:pt x="1048" y="852"/>
                </a:lnTo>
                <a:lnTo>
                  <a:pt x="1047" y="852"/>
                </a:lnTo>
                <a:lnTo>
                  <a:pt x="1047" y="851"/>
                </a:lnTo>
                <a:lnTo>
                  <a:pt x="1046" y="850"/>
                </a:lnTo>
                <a:lnTo>
                  <a:pt x="1045" y="850"/>
                </a:lnTo>
                <a:lnTo>
                  <a:pt x="1045" y="849"/>
                </a:lnTo>
                <a:lnTo>
                  <a:pt x="1044" y="849"/>
                </a:lnTo>
                <a:lnTo>
                  <a:pt x="1044" y="850"/>
                </a:lnTo>
                <a:lnTo>
                  <a:pt x="1043" y="850"/>
                </a:lnTo>
                <a:lnTo>
                  <a:pt x="1043" y="849"/>
                </a:lnTo>
                <a:lnTo>
                  <a:pt x="1042" y="849"/>
                </a:lnTo>
                <a:lnTo>
                  <a:pt x="1042" y="850"/>
                </a:lnTo>
                <a:lnTo>
                  <a:pt x="1041" y="850"/>
                </a:lnTo>
                <a:lnTo>
                  <a:pt x="1040" y="850"/>
                </a:lnTo>
                <a:lnTo>
                  <a:pt x="1039" y="850"/>
                </a:lnTo>
                <a:lnTo>
                  <a:pt x="1039" y="851"/>
                </a:lnTo>
                <a:lnTo>
                  <a:pt x="1039" y="850"/>
                </a:lnTo>
                <a:lnTo>
                  <a:pt x="1038" y="850"/>
                </a:lnTo>
                <a:lnTo>
                  <a:pt x="1038" y="849"/>
                </a:lnTo>
                <a:lnTo>
                  <a:pt x="1037" y="849"/>
                </a:lnTo>
                <a:lnTo>
                  <a:pt x="1037" y="848"/>
                </a:lnTo>
                <a:lnTo>
                  <a:pt x="1036" y="848"/>
                </a:lnTo>
                <a:lnTo>
                  <a:pt x="1036" y="847"/>
                </a:lnTo>
                <a:lnTo>
                  <a:pt x="1035" y="847"/>
                </a:lnTo>
                <a:lnTo>
                  <a:pt x="1036" y="847"/>
                </a:lnTo>
                <a:lnTo>
                  <a:pt x="1035" y="847"/>
                </a:lnTo>
                <a:lnTo>
                  <a:pt x="1036" y="847"/>
                </a:lnTo>
                <a:lnTo>
                  <a:pt x="1035" y="847"/>
                </a:lnTo>
                <a:lnTo>
                  <a:pt x="1035" y="846"/>
                </a:lnTo>
                <a:lnTo>
                  <a:pt x="1035" y="845"/>
                </a:lnTo>
                <a:lnTo>
                  <a:pt x="1034" y="845"/>
                </a:lnTo>
                <a:lnTo>
                  <a:pt x="1034" y="846"/>
                </a:lnTo>
                <a:lnTo>
                  <a:pt x="1033" y="846"/>
                </a:lnTo>
                <a:lnTo>
                  <a:pt x="1032" y="846"/>
                </a:lnTo>
                <a:lnTo>
                  <a:pt x="1032" y="845"/>
                </a:lnTo>
                <a:lnTo>
                  <a:pt x="1032" y="844"/>
                </a:lnTo>
                <a:lnTo>
                  <a:pt x="1031" y="844"/>
                </a:lnTo>
                <a:lnTo>
                  <a:pt x="1030" y="844"/>
                </a:lnTo>
                <a:lnTo>
                  <a:pt x="1030" y="845"/>
                </a:lnTo>
                <a:lnTo>
                  <a:pt x="1029" y="845"/>
                </a:lnTo>
                <a:lnTo>
                  <a:pt x="1029" y="844"/>
                </a:lnTo>
                <a:lnTo>
                  <a:pt x="1028" y="844"/>
                </a:lnTo>
                <a:lnTo>
                  <a:pt x="1028" y="845"/>
                </a:lnTo>
                <a:lnTo>
                  <a:pt x="1028" y="846"/>
                </a:lnTo>
                <a:lnTo>
                  <a:pt x="1027" y="846"/>
                </a:lnTo>
                <a:lnTo>
                  <a:pt x="1026" y="846"/>
                </a:lnTo>
                <a:lnTo>
                  <a:pt x="1027" y="847"/>
                </a:lnTo>
                <a:lnTo>
                  <a:pt x="1027" y="848"/>
                </a:lnTo>
                <a:lnTo>
                  <a:pt x="1028" y="848"/>
                </a:lnTo>
                <a:lnTo>
                  <a:pt x="1027" y="848"/>
                </a:lnTo>
                <a:lnTo>
                  <a:pt x="1027" y="849"/>
                </a:lnTo>
                <a:lnTo>
                  <a:pt x="1026" y="849"/>
                </a:lnTo>
                <a:lnTo>
                  <a:pt x="1026" y="850"/>
                </a:lnTo>
                <a:lnTo>
                  <a:pt x="1025" y="850"/>
                </a:lnTo>
                <a:lnTo>
                  <a:pt x="1024" y="850"/>
                </a:lnTo>
                <a:lnTo>
                  <a:pt x="1023" y="850"/>
                </a:lnTo>
                <a:lnTo>
                  <a:pt x="1023" y="851"/>
                </a:lnTo>
                <a:lnTo>
                  <a:pt x="1022" y="851"/>
                </a:lnTo>
                <a:lnTo>
                  <a:pt x="1021" y="851"/>
                </a:lnTo>
                <a:lnTo>
                  <a:pt x="1020" y="851"/>
                </a:lnTo>
                <a:lnTo>
                  <a:pt x="1020" y="850"/>
                </a:lnTo>
                <a:lnTo>
                  <a:pt x="1019" y="850"/>
                </a:lnTo>
                <a:lnTo>
                  <a:pt x="1019" y="851"/>
                </a:lnTo>
                <a:lnTo>
                  <a:pt x="1019" y="850"/>
                </a:lnTo>
                <a:lnTo>
                  <a:pt x="1018" y="850"/>
                </a:lnTo>
                <a:lnTo>
                  <a:pt x="1018" y="851"/>
                </a:lnTo>
                <a:lnTo>
                  <a:pt x="1017" y="851"/>
                </a:lnTo>
                <a:lnTo>
                  <a:pt x="1016" y="851"/>
                </a:lnTo>
                <a:lnTo>
                  <a:pt x="1016" y="852"/>
                </a:lnTo>
                <a:lnTo>
                  <a:pt x="1014" y="852"/>
                </a:lnTo>
                <a:lnTo>
                  <a:pt x="1013" y="852"/>
                </a:lnTo>
                <a:lnTo>
                  <a:pt x="1012" y="852"/>
                </a:lnTo>
                <a:lnTo>
                  <a:pt x="1011" y="852"/>
                </a:lnTo>
                <a:lnTo>
                  <a:pt x="1011" y="853"/>
                </a:lnTo>
                <a:lnTo>
                  <a:pt x="1011" y="854"/>
                </a:lnTo>
                <a:lnTo>
                  <a:pt x="1010" y="854"/>
                </a:lnTo>
                <a:lnTo>
                  <a:pt x="1009" y="855"/>
                </a:lnTo>
                <a:lnTo>
                  <a:pt x="1009" y="856"/>
                </a:lnTo>
                <a:lnTo>
                  <a:pt x="1009" y="857"/>
                </a:lnTo>
                <a:lnTo>
                  <a:pt x="1008" y="857"/>
                </a:lnTo>
                <a:lnTo>
                  <a:pt x="1007" y="857"/>
                </a:lnTo>
                <a:lnTo>
                  <a:pt x="1007" y="858"/>
                </a:lnTo>
                <a:lnTo>
                  <a:pt x="1006" y="858"/>
                </a:lnTo>
                <a:lnTo>
                  <a:pt x="1006" y="859"/>
                </a:lnTo>
                <a:lnTo>
                  <a:pt x="1005" y="860"/>
                </a:lnTo>
                <a:lnTo>
                  <a:pt x="1004" y="860"/>
                </a:lnTo>
                <a:lnTo>
                  <a:pt x="1004" y="859"/>
                </a:lnTo>
                <a:lnTo>
                  <a:pt x="1003" y="859"/>
                </a:lnTo>
                <a:lnTo>
                  <a:pt x="1003" y="860"/>
                </a:lnTo>
                <a:lnTo>
                  <a:pt x="1003" y="861"/>
                </a:lnTo>
                <a:lnTo>
                  <a:pt x="1002" y="861"/>
                </a:lnTo>
                <a:lnTo>
                  <a:pt x="1002" y="862"/>
                </a:lnTo>
                <a:lnTo>
                  <a:pt x="1001" y="862"/>
                </a:lnTo>
                <a:lnTo>
                  <a:pt x="1001" y="863"/>
                </a:lnTo>
                <a:lnTo>
                  <a:pt x="1000" y="863"/>
                </a:lnTo>
                <a:lnTo>
                  <a:pt x="1001" y="863"/>
                </a:lnTo>
                <a:lnTo>
                  <a:pt x="1000" y="863"/>
                </a:lnTo>
                <a:lnTo>
                  <a:pt x="1000" y="864"/>
                </a:lnTo>
                <a:lnTo>
                  <a:pt x="1000" y="865"/>
                </a:lnTo>
                <a:lnTo>
                  <a:pt x="1000" y="864"/>
                </a:lnTo>
                <a:lnTo>
                  <a:pt x="1000" y="865"/>
                </a:lnTo>
                <a:lnTo>
                  <a:pt x="999" y="865"/>
                </a:lnTo>
                <a:lnTo>
                  <a:pt x="999" y="866"/>
                </a:lnTo>
                <a:lnTo>
                  <a:pt x="998" y="866"/>
                </a:lnTo>
                <a:lnTo>
                  <a:pt x="999" y="866"/>
                </a:lnTo>
                <a:lnTo>
                  <a:pt x="999" y="867"/>
                </a:lnTo>
                <a:lnTo>
                  <a:pt x="1000" y="867"/>
                </a:lnTo>
                <a:lnTo>
                  <a:pt x="999" y="867"/>
                </a:lnTo>
                <a:lnTo>
                  <a:pt x="999" y="868"/>
                </a:lnTo>
                <a:lnTo>
                  <a:pt x="998" y="868"/>
                </a:lnTo>
                <a:lnTo>
                  <a:pt x="998" y="869"/>
                </a:lnTo>
                <a:lnTo>
                  <a:pt x="998" y="870"/>
                </a:lnTo>
                <a:lnTo>
                  <a:pt x="998" y="871"/>
                </a:lnTo>
                <a:lnTo>
                  <a:pt x="998" y="872"/>
                </a:lnTo>
                <a:lnTo>
                  <a:pt x="997" y="872"/>
                </a:lnTo>
                <a:lnTo>
                  <a:pt x="997" y="873"/>
                </a:lnTo>
                <a:lnTo>
                  <a:pt x="997" y="874"/>
                </a:lnTo>
                <a:lnTo>
                  <a:pt x="996" y="874"/>
                </a:lnTo>
                <a:lnTo>
                  <a:pt x="996" y="875"/>
                </a:lnTo>
                <a:lnTo>
                  <a:pt x="995" y="875"/>
                </a:lnTo>
                <a:lnTo>
                  <a:pt x="994" y="875"/>
                </a:lnTo>
                <a:lnTo>
                  <a:pt x="994" y="876"/>
                </a:lnTo>
                <a:lnTo>
                  <a:pt x="994" y="877"/>
                </a:lnTo>
                <a:lnTo>
                  <a:pt x="993" y="877"/>
                </a:lnTo>
                <a:lnTo>
                  <a:pt x="993" y="878"/>
                </a:lnTo>
                <a:lnTo>
                  <a:pt x="993" y="879"/>
                </a:lnTo>
                <a:lnTo>
                  <a:pt x="992" y="879"/>
                </a:lnTo>
                <a:lnTo>
                  <a:pt x="992" y="880"/>
                </a:lnTo>
                <a:lnTo>
                  <a:pt x="991" y="880"/>
                </a:lnTo>
                <a:lnTo>
                  <a:pt x="991" y="881"/>
                </a:lnTo>
                <a:lnTo>
                  <a:pt x="991" y="882"/>
                </a:lnTo>
                <a:lnTo>
                  <a:pt x="990" y="882"/>
                </a:lnTo>
                <a:lnTo>
                  <a:pt x="989" y="882"/>
                </a:lnTo>
                <a:lnTo>
                  <a:pt x="989" y="883"/>
                </a:lnTo>
                <a:lnTo>
                  <a:pt x="988" y="883"/>
                </a:lnTo>
                <a:lnTo>
                  <a:pt x="987" y="883"/>
                </a:lnTo>
                <a:lnTo>
                  <a:pt x="987" y="884"/>
                </a:lnTo>
                <a:lnTo>
                  <a:pt x="986" y="884"/>
                </a:lnTo>
                <a:lnTo>
                  <a:pt x="984" y="884"/>
                </a:lnTo>
                <a:lnTo>
                  <a:pt x="983" y="885"/>
                </a:lnTo>
                <a:lnTo>
                  <a:pt x="983" y="886"/>
                </a:lnTo>
                <a:lnTo>
                  <a:pt x="982" y="886"/>
                </a:lnTo>
                <a:lnTo>
                  <a:pt x="982" y="887"/>
                </a:lnTo>
                <a:lnTo>
                  <a:pt x="982" y="888"/>
                </a:lnTo>
                <a:lnTo>
                  <a:pt x="981" y="888"/>
                </a:lnTo>
                <a:lnTo>
                  <a:pt x="981" y="889"/>
                </a:lnTo>
                <a:lnTo>
                  <a:pt x="980" y="889"/>
                </a:lnTo>
                <a:lnTo>
                  <a:pt x="979" y="889"/>
                </a:lnTo>
                <a:lnTo>
                  <a:pt x="978" y="889"/>
                </a:lnTo>
                <a:lnTo>
                  <a:pt x="978" y="890"/>
                </a:lnTo>
                <a:lnTo>
                  <a:pt x="978" y="891"/>
                </a:lnTo>
                <a:lnTo>
                  <a:pt x="977" y="891"/>
                </a:lnTo>
                <a:lnTo>
                  <a:pt x="977" y="892"/>
                </a:lnTo>
                <a:lnTo>
                  <a:pt x="977" y="893"/>
                </a:lnTo>
                <a:lnTo>
                  <a:pt x="977" y="894"/>
                </a:lnTo>
                <a:lnTo>
                  <a:pt x="977" y="895"/>
                </a:lnTo>
                <a:lnTo>
                  <a:pt x="977" y="896"/>
                </a:lnTo>
                <a:lnTo>
                  <a:pt x="978" y="896"/>
                </a:lnTo>
                <a:lnTo>
                  <a:pt x="978" y="897"/>
                </a:lnTo>
                <a:lnTo>
                  <a:pt x="977" y="897"/>
                </a:lnTo>
                <a:lnTo>
                  <a:pt x="976" y="897"/>
                </a:lnTo>
                <a:lnTo>
                  <a:pt x="976" y="898"/>
                </a:lnTo>
                <a:lnTo>
                  <a:pt x="975" y="898"/>
                </a:lnTo>
                <a:lnTo>
                  <a:pt x="975" y="899"/>
                </a:lnTo>
                <a:lnTo>
                  <a:pt x="974" y="899"/>
                </a:lnTo>
                <a:lnTo>
                  <a:pt x="975" y="899"/>
                </a:lnTo>
                <a:lnTo>
                  <a:pt x="975" y="900"/>
                </a:lnTo>
                <a:lnTo>
                  <a:pt x="974" y="900"/>
                </a:lnTo>
                <a:lnTo>
                  <a:pt x="974" y="901"/>
                </a:lnTo>
                <a:lnTo>
                  <a:pt x="973" y="901"/>
                </a:lnTo>
                <a:lnTo>
                  <a:pt x="973" y="902"/>
                </a:lnTo>
                <a:lnTo>
                  <a:pt x="973" y="903"/>
                </a:lnTo>
                <a:lnTo>
                  <a:pt x="972" y="903"/>
                </a:lnTo>
                <a:lnTo>
                  <a:pt x="972" y="904"/>
                </a:lnTo>
                <a:lnTo>
                  <a:pt x="971" y="904"/>
                </a:lnTo>
                <a:lnTo>
                  <a:pt x="970" y="904"/>
                </a:lnTo>
                <a:lnTo>
                  <a:pt x="970" y="905"/>
                </a:lnTo>
                <a:lnTo>
                  <a:pt x="970" y="906"/>
                </a:lnTo>
                <a:lnTo>
                  <a:pt x="969" y="906"/>
                </a:lnTo>
                <a:lnTo>
                  <a:pt x="969" y="907"/>
                </a:lnTo>
                <a:lnTo>
                  <a:pt x="969" y="908"/>
                </a:lnTo>
                <a:lnTo>
                  <a:pt x="968" y="908"/>
                </a:lnTo>
                <a:lnTo>
                  <a:pt x="968" y="909"/>
                </a:lnTo>
                <a:lnTo>
                  <a:pt x="969" y="909"/>
                </a:lnTo>
                <a:lnTo>
                  <a:pt x="970" y="909"/>
                </a:lnTo>
                <a:lnTo>
                  <a:pt x="970" y="910"/>
                </a:lnTo>
                <a:lnTo>
                  <a:pt x="971" y="910"/>
                </a:lnTo>
                <a:lnTo>
                  <a:pt x="970" y="910"/>
                </a:lnTo>
                <a:lnTo>
                  <a:pt x="971" y="910"/>
                </a:lnTo>
                <a:lnTo>
                  <a:pt x="971" y="911"/>
                </a:lnTo>
                <a:lnTo>
                  <a:pt x="971" y="912"/>
                </a:lnTo>
                <a:lnTo>
                  <a:pt x="972" y="912"/>
                </a:lnTo>
                <a:lnTo>
                  <a:pt x="972" y="913"/>
                </a:lnTo>
                <a:lnTo>
                  <a:pt x="971" y="913"/>
                </a:lnTo>
                <a:lnTo>
                  <a:pt x="971" y="914"/>
                </a:lnTo>
                <a:lnTo>
                  <a:pt x="970" y="914"/>
                </a:lnTo>
                <a:lnTo>
                  <a:pt x="970" y="915"/>
                </a:lnTo>
                <a:lnTo>
                  <a:pt x="969" y="915"/>
                </a:lnTo>
                <a:lnTo>
                  <a:pt x="969" y="916"/>
                </a:lnTo>
                <a:lnTo>
                  <a:pt x="968" y="916"/>
                </a:lnTo>
                <a:lnTo>
                  <a:pt x="967" y="916"/>
                </a:lnTo>
                <a:lnTo>
                  <a:pt x="967" y="917"/>
                </a:lnTo>
                <a:lnTo>
                  <a:pt x="966" y="917"/>
                </a:lnTo>
                <a:lnTo>
                  <a:pt x="966" y="918"/>
                </a:lnTo>
                <a:lnTo>
                  <a:pt x="967" y="918"/>
                </a:lnTo>
                <a:lnTo>
                  <a:pt x="967" y="919"/>
                </a:lnTo>
                <a:lnTo>
                  <a:pt x="966" y="920"/>
                </a:lnTo>
                <a:lnTo>
                  <a:pt x="967" y="920"/>
                </a:lnTo>
                <a:lnTo>
                  <a:pt x="967" y="921"/>
                </a:lnTo>
                <a:lnTo>
                  <a:pt x="967" y="922"/>
                </a:lnTo>
                <a:lnTo>
                  <a:pt x="968" y="923"/>
                </a:lnTo>
                <a:lnTo>
                  <a:pt x="968" y="924"/>
                </a:lnTo>
                <a:lnTo>
                  <a:pt x="968" y="925"/>
                </a:lnTo>
                <a:lnTo>
                  <a:pt x="968" y="926"/>
                </a:lnTo>
                <a:lnTo>
                  <a:pt x="968" y="927"/>
                </a:lnTo>
                <a:lnTo>
                  <a:pt x="969" y="927"/>
                </a:lnTo>
                <a:lnTo>
                  <a:pt x="969" y="928"/>
                </a:lnTo>
                <a:lnTo>
                  <a:pt x="970" y="928"/>
                </a:lnTo>
                <a:lnTo>
                  <a:pt x="970" y="929"/>
                </a:lnTo>
                <a:lnTo>
                  <a:pt x="970" y="930"/>
                </a:lnTo>
                <a:lnTo>
                  <a:pt x="970" y="931"/>
                </a:lnTo>
                <a:lnTo>
                  <a:pt x="969" y="931"/>
                </a:lnTo>
                <a:lnTo>
                  <a:pt x="969" y="932"/>
                </a:lnTo>
                <a:lnTo>
                  <a:pt x="969" y="933"/>
                </a:lnTo>
                <a:lnTo>
                  <a:pt x="968" y="934"/>
                </a:lnTo>
                <a:lnTo>
                  <a:pt x="968" y="935"/>
                </a:lnTo>
                <a:lnTo>
                  <a:pt x="967" y="935"/>
                </a:lnTo>
                <a:lnTo>
                  <a:pt x="967" y="936"/>
                </a:lnTo>
                <a:lnTo>
                  <a:pt x="967" y="937"/>
                </a:lnTo>
                <a:lnTo>
                  <a:pt x="967" y="938"/>
                </a:lnTo>
                <a:lnTo>
                  <a:pt x="966" y="938"/>
                </a:lnTo>
                <a:lnTo>
                  <a:pt x="966" y="939"/>
                </a:lnTo>
                <a:lnTo>
                  <a:pt x="965" y="940"/>
                </a:lnTo>
                <a:lnTo>
                  <a:pt x="965" y="941"/>
                </a:lnTo>
                <a:lnTo>
                  <a:pt x="964" y="941"/>
                </a:lnTo>
                <a:lnTo>
                  <a:pt x="964" y="942"/>
                </a:lnTo>
                <a:lnTo>
                  <a:pt x="963" y="942"/>
                </a:lnTo>
                <a:lnTo>
                  <a:pt x="962" y="943"/>
                </a:lnTo>
                <a:lnTo>
                  <a:pt x="961" y="944"/>
                </a:lnTo>
                <a:lnTo>
                  <a:pt x="960" y="944"/>
                </a:lnTo>
                <a:lnTo>
                  <a:pt x="960" y="945"/>
                </a:lnTo>
                <a:lnTo>
                  <a:pt x="959" y="945"/>
                </a:lnTo>
                <a:lnTo>
                  <a:pt x="959" y="946"/>
                </a:lnTo>
                <a:lnTo>
                  <a:pt x="959" y="947"/>
                </a:lnTo>
                <a:lnTo>
                  <a:pt x="959" y="948"/>
                </a:lnTo>
                <a:lnTo>
                  <a:pt x="959" y="949"/>
                </a:lnTo>
                <a:lnTo>
                  <a:pt x="958" y="949"/>
                </a:lnTo>
                <a:lnTo>
                  <a:pt x="958" y="950"/>
                </a:lnTo>
                <a:lnTo>
                  <a:pt x="957" y="950"/>
                </a:lnTo>
                <a:lnTo>
                  <a:pt x="956" y="950"/>
                </a:lnTo>
                <a:lnTo>
                  <a:pt x="956" y="949"/>
                </a:lnTo>
                <a:lnTo>
                  <a:pt x="956" y="948"/>
                </a:lnTo>
                <a:lnTo>
                  <a:pt x="955" y="948"/>
                </a:lnTo>
                <a:lnTo>
                  <a:pt x="955" y="947"/>
                </a:lnTo>
                <a:lnTo>
                  <a:pt x="954" y="947"/>
                </a:lnTo>
                <a:lnTo>
                  <a:pt x="954" y="946"/>
                </a:lnTo>
                <a:lnTo>
                  <a:pt x="952" y="945"/>
                </a:lnTo>
                <a:lnTo>
                  <a:pt x="952" y="944"/>
                </a:lnTo>
                <a:lnTo>
                  <a:pt x="951" y="944"/>
                </a:lnTo>
                <a:lnTo>
                  <a:pt x="950" y="944"/>
                </a:lnTo>
                <a:lnTo>
                  <a:pt x="949" y="943"/>
                </a:lnTo>
                <a:lnTo>
                  <a:pt x="949" y="942"/>
                </a:lnTo>
                <a:lnTo>
                  <a:pt x="950" y="942"/>
                </a:lnTo>
                <a:lnTo>
                  <a:pt x="950" y="941"/>
                </a:lnTo>
                <a:lnTo>
                  <a:pt x="950" y="940"/>
                </a:lnTo>
                <a:lnTo>
                  <a:pt x="950" y="939"/>
                </a:lnTo>
                <a:lnTo>
                  <a:pt x="950" y="938"/>
                </a:lnTo>
                <a:lnTo>
                  <a:pt x="949" y="938"/>
                </a:lnTo>
                <a:lnTo>
                  <a:pt x="949" y="937"/>
                </a:lnTo>
                <a:lnTo>
                  <a:pt x="948" y="937"/>
                </a:lnTo>
                <a:lnTo>
                  <a:pt x="947" y="937"/>
                </a:lnTo>
                <a:lnTo>
                  <a:pt x="947" y="936"/>
                </a:lnTo>
                <a:lnTo>
                  <a:pt x="946" y="936"/>
                </a:lnTo>
                <a:lnTo>
                  <a:pt x="947" y="936"/>
                </a:lnTo>
                <a:lnTo>
                  <a:pt x="947" y="935"/>
                </a:lnTo>
                <a:lnTo>
                  <a:pt x="946" y="935"/>
                </a:lnTo>
                <a:lnTo>
                  <a:pt x="946" y="934"/>
                </a:lnTo>
                <a:lnTo>
                  <a:pt x="945" y="934"/>
                </a:lnTo>
                <a:lnTo>
                  <a:pt x="945" y="933"/>
                </a:lnTo>
                <a:lnTo>
                  <a:pt x="945" y="932"/>
                </a:lnTo>
                <a:lnTo>
                  <a:pt x="944" y="932"/>
                </a:lnTo>
                <a:lnTo>
                  <a:pt x="943" y="932"/>
                </a:lnTo>
                <a:lnTo>
                  <a:pt x="942" y="933"/>
                </a:lnTo>
                <a:lnTo>
                  <a:pt x="942" y="932"/>
                </a:lnTo>
                <a:lnTo>
                  <a:pt x="942" y="931"/>
                </a:lnTo>
                <a:lnTo>
                  <a:pt x="941" y="931"/>
                </a:lnTo>
                <a:lnTo>
                  <a:pt x="941" y="930"/>
                </a:lnTo>
                <a:lnTo>
                  <a:pt x="940" y="930"/>
                </a:lnTo>
                <a:lnTo>
                  <a:pt x="940" y="929"/>
                </a:lnTo>
                <a:lnTo>
                  <a:pt x="939" y="929"/>
                </a:lnTo>
                <a:lnTo>
                  <a:pt x="940" y="929"/>
                </a:lnTo>
                <a:lnTo>
                  <a:pt x="940" y="928"/>
                </a:lnTo>
                <a:lnTo>
                  <a:pt x="939" y="928"/>
                </a:lnTo>
                <a:lnTo>
                  <a:pt x="939" y="927"/>
                </a:lnTo>
                <a:lnTo>
                  <a:pt x="938" y="927"/>
                </a:lnTo>
                <a:lnTo>
                  <a:pt x="938" y="926"/>
                </a:lnTo>
                <a:lnTo>
                  <a:pt x="938" y="925"/>
                </a:lnTo>
                <a:lnTo>
                  <a:pt x="937" y="925"/>
                </a:lnTo>
                <a:lnTo>
                  <a:pt x="938" y="925"/>
                </a:lnTo>
                <a:lnTo>
                  <a:pt x="938" y="924"/>
                </a:lnTo>
                <a:lnTo>
                  <a:pt x="937" y="924"/>
                </a:lnTo>
                <a:lnTo>
                  <a:pt x="937" y="923"/>
                </a:lnTo>
                <a:lnTo>
                  <a:pt x="937" y="922"/>
                </a:lnTo>
                <a:lnTo>
                  <a:pt x="938" y="922"/>
                </a:lnTo>
                <a:lnTo>
                  <a:pt x="938" y="921"/>
                </a:lnTo>
                <a:lnTo>
                  <a:pt x="937" y="921"/>
                </a:lnTo>
                <a:lnTo>
                  <a:pt x="937" y="920"/>
                </a:lnTo>
                <a:lnTo>
                  <a:pt x="938" y="920"/>
                </a:lnTo>
                <a:lnTo>
                  <a:pt x="938" y="919"/>
                </a:lnTo>
                <a:lnTo>
                  <a:pt x="938" y="918"/>
                </a:lnTo>
                <a:lnTo>
                  <a:pt x="938" y="917"/>
                </a:lnTo>
                <a:lnTo>
                  <a:pt x="937" y="917"/>
                </a:lnTo>
                <a:lnTo>
                  <a:pt x="937" y="916"/>
                </a:lnTo>
                <a:lnTo>
                  <a:pt x="937" y="915"/>
                </a:lnTo>
                <a:lnTo>
                  <a:pt x="936" y="915"/>
                </a:lnTo>
                <a:lnTo>
                  <a:pt x="937" y="915"/>
                </a:lnTo>
                <a:lnTo>
                  <a:pt x="937" y="914"/>
                </a:lnTo>
                <a:lnTo>
                  <a:pt x="936" y="914"/>
                </a:lnTo>
                <a:lnTo>
                  <a:pt x="936" y="913"/>
                </a:lnTo>
                <a:lnTo>
                  <a:pt x="937" y="913"/>
                </a:lnTo>
                <a:lnTo>
                  <a:pt x="938" y="913"/>
                </a:lnTo>
                <a:lnTo>
                  <a:pt x="938" y="912"/>
                </a:lnTo>
                <a:lnTo>
                  <a:pt x="938" y="913"/>
                </a:lnTo>
                <a:lnTo>
                  <a:pt x="938" y="912"/>
                </a:lnTo>
                <a:lnTo>
                  <a:pt x="938" y="911"/>
                </a:lnTo>
                <a:lnTo>
                  <a:pt x="939" y="911"/>
                </a:lnTo>
                <a:lnTo>
                  <a:pt x="940" y="910"/>
                </a:lnTo>
                <a:lnTo>
                  <a:pt x="940" y="909"/>
                </a:lnTo>
                <a:lnTo>
                  <a:pt x="940" y="908"/>
                </a:lnTo>
                <a:lnTo>
                  <a:pt x="939" y="907"/>
                </a:lnTo>
                <a:lnTo>
                  <a:pt x="940" y="907"/>
                </a:lnTo>
                <a:lnTo>
                  <a:pt x="940" y="906"/>
                </a:lnTo>
                <a:lnTo>
                  <a:pt x="940" y="905"/>
                </a:lnTo>
                <a:lnTo>
                  <a:pt x="941" y="905"/>
                </a:lnTo>
                <a:lnTo>
                  <a:pt x="942" y="905"/>
                </a:lnTo>
                <a:lnTo>
                  <a:pt x="942" y="904"/>
                </a:lnTo>
                <a:lnTo>
                  <a:pt x="943" y="904"/>
                </a:lnTo>
                <a:lnTo>
                  <a:pt x="943" y="903"/>
                </a:lnTo>
                <a:lnTo>
                  <a:pt x="943" y="902"/>
                </a:lnTo>
                <a:lnTo>
                  <a:pt x="943" y="901"/>
                </a:lnTo>
                <a:lnTo>
                  <a:pt x="943" y="900"/>
                </a:lnTo>
                <a:lnTo>
                  <a:pt x="943" y="899"/>
                </a:lnTo>
                <a:lnTo>
                  <a:pt x="943" y="898"/>
                </a:lnTo>
                <a:lnTo>
                  <a:pt x="944" y="898"/>
                </a:lnTo>
                <a:lnTo>
                  <a:pt x="944" y="897"/>
                </a:lnTo>
                <a:lnTo>
                  <a:pt x="944" y="896"/>
                </a:lnTo>
                <a:lnTo>
                  <a:pt x="945" y="895"/>
                </a:lnTo>
                <a:lnTo>
                  <a:pt x="945" y="894"/>
                </a:lnTo>
                <a:lnTo>
                  <a:pt x="944" y="894"/>
                </a:lnTo>
                <a:lnTo>
                  <a:pt x="944" y="893"/>
                </a:lnTo>
                <a:lnTo>
                  <a:pt x="944" y="892"/>
                </a:lnTo>
                <a:lnTo>
                  <a:pt x="944" y="891"/>
                </a:lnTo>
                <a:lnTo>
                  <a:pt x="944" y="890"/>
                </a:lnTo>
                <a:lnTo>
                  <a:pt x="945" y="890"/>
                </a:lnTo>
                <a:lnTo>
                  <a:pt x="945" y="889"/>
                </a:lnTo>
                <a:lnTo>
                  <a:pt x="944" y="889"/>
                </a:lnTo>
                <a:lnTo>
                  <a:pt x="944" y="888"/>
                </a:lnTo>
                <a:lnTo>
                  <a:pt x="945" y="888"/>
                </a:lnTo>
                <a:lnTo>
                  <a:pt x="945" y="887"/>
                </a:lnTo>
                <a:lnTo>
                  <a:pt x="946" y="887"/>
                </a:lnTo>
                <a:lnTo>
                  <a:pt x="946" y="886"/>
                </a:lnTo>
                <a:lnTo>
                  <a:pt x="947" y="886"/>
                </a:lnTo>
                <a:lnTo>
                  <a:pt x="946" y="886"/>
                </a:lnTo>
                <a:lnTo>
                  <a:pt x="946" y="885"/>
                </a:lnTo>
                <a:lnTo>
                  <a:pt x="946" y="884"/>
                </a:lnTo>
                <a:lnTo>
                  <a:pt x="947" y="884"/>
                </a:lnTo>
                <a:lnTo>
                  <a:pt x="947" y="883"/>
                </a:lnTo>
                <a:lnTo>
                  <a:pt x="946" y="883"/>
                </a:lnTo>
                <a:lnTo>
                  <a:pt x="946" y="882"/>
                </a:lnTo>
                <a:lnTo>
                  <a:pt x="946" y="881"/>
                </a:lnTo>
                <a:lnTo>
                  <a:pt x="946" y="880"/>
                </a:lnTo>
                <a:lnTo>
                  <a:pt x="946" y="879"/>
                </a:lnTo>
                <a:lnTo>
                  <a:pt x="945" y="879"/>
                </a:lnTo>
                <a:lnTo>
                  <a:pt x="946" y="879"/>
                </a:lnTo>
                <a:lnTo>
                  <a:pt x="945" y="879"/>
                </a:lnTo>
                <a:lnTo>
                  <a:pt x="945" y="878"/>
                </a:lnTo>
                <a:lnTo>
                  <a:pt x="945" y="877"/>
                </a:lnTo>
                <a:lnTo>
                  <a:pt x="944" y="877"/>
                </a:lnTo>
                <a:lnTo>
                  <a:pt x="944" y="876"/>
                </a:lnTo>
                <a:lnTo>
                  <a:pt x="944" y="877"/>
                </a:lnTo>
                <a:lnTo>
                  <a:pt x="944" y="876"/>
                </a:lnTo>
                <a:lnTo>
                  <a:pt x="943" y="876"/>
                </a:lnTo>
                <a:lnTo>
                  <a:pt x="942" y="876"/>
                </a:lnTo>
                <a:lnTo>
                  <a:pt x="942" y="875"/>
                </a:lnTo>
                <a:lnTo>
                  <a:pt x="943" y="875"/>
                </a:lnTo>
                <a:lnTo>
                  <a:pt x="943" y="874"/>
                </a:lnTo>
                <a:lnTo>
                  <a:pt x="943" y="872"/>
                </a:lnTo>
                <a:lnTo>
                  <a:pt x="943" y="871"/>
                </a:lnTo>
                <a:lnTo>
                  <a:pt x="943" y="870"/>
                </a:lnTo>
                <a:lnTo>
                  <a:pt x="943" y="869"/>
                </a:lnTo>
                <a:lnTo>
                  <a:pt x="942" y="869"/>
                </a:lnTo>
                <a:lnTo>
                  <a:pt x="942" y="868"/>
                </a:lnTo>
                <a:lnTo>
                  <a:pt x="942" y="867"/>
                </a:lnTo>
                <a:lnTo>
                  <a:pt x="941" y="867"/>
                </a:lnTo>
                <a:lnTo>
                  <a:pt x="940" y="867"/>
                </a:lnTo>
                <a:lnTo>
                  <a:pt x="940" y="866"/>
                </a:lnTo>
                <a:lnTo>
                  <a:pt x="939" y="866"/>
                </a:lnTo>
                <a:lnTo>
                  <a:pt x="939" y="865"/>
                </a:lnTo>
                <a:lnTo>
                  <a:pt x="938" y="865"/>
                </a:lnTo>
                <a:lnTo>
                  <a:pt x="938" y="864"/>
                </a:lnTo>
                <a:lnTo>
                  <a:pt x="937" y="864"/>
                </a:lnTo>
                <a:lnTo>
                  <a:pt x="937" y="863"/>
                </a:lnTo>
                <a:lnTo>
                  <a:pt x="936" y="863"/>
                </a:lnTo>
                <a:lnTo>
                  <a:pt x="936" y="862"/>
                </a:lnTo>
                <a:lnTo>
                  <a:pt x="935" y="862"/>
                </a:lnTo>
                <a:lnTo>
                  <a:pt x="935" y="861"/>
                </a:lnTo>
                <a:lnTo>
                  <a:pt x="934" y="861"/>
                </a:lnTo>
                <a:lnTo>
                  <a:pt x="933" y="861"/>
                </a:lnTo>
                <a:lnTo>
                  <a:pt x="933" y="862"/>
                </a:lnTo>
                <a:lnTo>
                  <a:pt x="932" y="861"/>
                </a:lnTo>
                <a:lnTo>
                  <a:pt x="931" y="861"/>
                </a:lnTo>
                <a:lnTo>
                  <a:pt x="930" y="861"/>
                </a:lnTo>
                <a:lnTo>
                  <a:pt x="929" y="861"/>
                </a:lnTo>
                <a:lnTo>
                  <a:pt x="928" y="861"/>
                </a:lnTo>
                <a:lnTo>
                  <a:pt x="928" y="862"/>
                </a:lnTo>
                <a:lnTo>
                  <a:pt x="927" y="862"/>
                </a:lnTo>
                <a:lnTo>
                  <a:pt x="927" y="861"/>
                </a:lnTo>
                <a:lnTo>
                  <a:pt x="927" y="860"/>
                </a:lnTo>
                <a:lnTo>
                  <a:pt x="926" y="860"/>
                </a:lnTo>
                <a:lnTo>
                  <a:pt x="926" y="859"/>
                </a:lnTo>
                <a:lnTo>
                  <a:pt x="925" y="859"/>
                </a:lnTo>
                <a:lnTo>
                  <a:pt x="925" y="858"/>
                </a:lnTo>
                <a:lnTo>
                  <a:pt x="925" y="857"/>
                </a:lnTo>
                <a:lnTo>
                  <a:pt x="924" y="857"/>
                </a:lnTo>
                <a:lnTo>
                  <a:pt x="923" y="858"/>
                </a:lnTo>
                <a:lnTo>
                  <a:pt x="923" y="859"/>
                </a:lnTo>
                <a:lnTo>
                  <a:pt x="922" y="859"/>
                </a:lnTo>
                <a:lnTo>
                  <a:pt x="921" y="859"/>
                </a:lnTo>
                <a:lnTo>
                  <a:pt x="921" y="860"/>
                </a:lnTo>
                <a:lnTo>
                  <a:pt x="920" y="860"/>
                </a:lnTo>
                <a:lnTo>
                  <a:pt x="919" y="860"/>
                </a:lnTo>
                <a:lnTo>
                  <a:pt x="918" y="860"/>
                </a:lnTo>
                <a:lnTo>
                  <a:pt x="917" y="860"/>
                </a:lnTo>
                <a:lnTo>
                  <a:pt x="917" y="861"/>
                </a:lnTo>
                <a:lnTo>
                  <a:pt x="917" y="862"/>
                </a:lnTo>
                <a:lnTo>
                  <a:pt x="917" y="863"/>
                </a:lnTo>
                <a:lnTo>
                  <a:pt x="917" y="864"/>
                </a:lnTo>
                <a:lnTo>
                  <a:pt x="917" y="865"/>
                </a:lnTo>
                <a:lnTo>
                  <a:pt x="916" y="866"/>
                </a:lnTo>
                <a:lnTo>
                  <a:pt x="915" y="866"/>
                </a:lnTo>
                <a:lnTo>
                  <a:pt x="915" y="865"/>
                </a:lnTo>
                <a:lnTo>
                  <a:pt x="914" y="865"/>
                </a:lnTo>
                <a:lnTo>
                  <a:pt x="913" y="865"/>
                </a:lnTo>
                <a:lnTo>
                  <a:pt x="913" y="864"/>
                </a:lnTo>
                <a:lnTo>
                  <a:pt x="912" y="864"/>
                </a:lnTo>
                <a:lnTo>
                  <a:pt x="911" y="864"/>
                </a:lnTo>
                <a:lnTo>
                  <a:pt x="910" y="865"/>
                </a:lnTo>
                <a:lnTo>
                  <a:pt x="909" y="865"/>
                </a:lnTo>
                <a:lnTo>
                  <a:pt x="910" y="866"/>
                </a:lnTo>
                <a:lnTo>
                  <a:pt x="909" y="867"/>
                </a:lnTo>
                <a:lnTo>
                  <a:pt x="908" y="867"/>
                </a:lnTo>
                <a:lnTo>
                  <a:pt x="908" y="868"/>
                </a:lnTo>
                <a:lnTo>
                  <a:pt x="907" y="868"/>
                </a:lnTo>
                <a:lnTo>
                  <a:pt x="906" y="868"/>
                </a:lnTo>
                <a:lnTo>
                  <a:pt x="905" y="869"/>
                </a:lnTo>
                <a:lnTo>
                  <a:pt x="904" y="869"/>
                </a:lnTo>
                <a:lnTo>
                  <a:pt x="904" y="870"/>
                </a:lnTo>
                <a:lnTo>
                  <a:pt x="904" y="871"/>
                </a:lnTo>
                <a:lnTo>
                  <a:pt x="903" y="871"/>
                </a:lnTo>
                <a:lnTo>
                  <a:pt x="902" y="871"/>
                </a:lnTo>
                <a:lnTo>
                  <a:pt x="901" y="871"/>
                </a:lnTo>
                <a:lnTo>
                  <a:pt x="901" y="870"/>
                </a:lnTo>
                <a:lnTo>
                  <a:pt x="900" y="870"/>
                </a:lnTo>
                <a:lnTo>
                  <a:pt x="899" y="870"/>
                </a:lnTo>
                <a:lnTo>
                  <a:pt x="898" y="870"/>
                </a:lnTo>
                <a:lnTo>
                  <a:pt x="897" y="871"/>
                </a:lnTo>
                <a:lnTo>
                  <a:pt x="896" y="871"/>
                </a:lnTo>
                <a:lnTo>
                  <a:pt x="895" y="871"/>
                </a:lnTo>
                <a:lnTo>
                  <a:pt x="895" y="872"/>
                </a:lnTo>
                <a:lnTo>
                  <a:pt x="894" y="872"/>
                </a:lnTo>
                <a:lnTo>
                  <a:pt x="894" y="873"/>
                </a:lnTo>
                <a:lnTo>
                  <a:pt x="894" y="872"/>
                </a:lnTo>
                <a:lnTo>
                  <a:pt x="893" y="872"/>
                </a:lnTo>
                <a:lnTo>
                  <a:pt x="893" y="873"/>
                </a:lnTo>
                <a:lnTo>
                  <a:pt x="893" y="872"/>
                </a:lnTo>
                <a:lnTo>
                  <a:pt x="893" y="873"/>
                </a:lnTo>
                <a:lnTo>
                  <a:pt x="893" y="872"/>
                </a:lnTo>
                <a:lnTo>
                  <a:pt x="893" y="873"/>
                </a:lnTo>
                <a:lnTo>
                  <a:pt x="892" y="873"/>
                </a:lnTo>
                <a:lnTo>
                  <a:pt x="892" y="874"/>
                </a:lnTo>
                <a:lnTo>
                  <a:pt x="891" y="874"/>
                </a:lnTo>
                <a:lnTo>
                  <a:pt x="891" y="873"/>
                </a:lnTo>
                <a:lnTo>
                  <a:pt x="891" y="874"/>
                </a:lnTo>
                <a:lnTo>
                  <a:pt x="890" y="874"/>
                </a:lnTo>
                <a:lnTo>
                  <a:pt x="890" y="875"/>
                </a:lnTo>
                <a:lnTo>
                  <a:pt x="889" y="875"/>
                </a:lnTo>
                <a:lnTo>
                  <a:pt x="889" y="874"/>
                </a:lnTo>
                <a:lnTo>
                  <a:pt x="889" y="873"/>
                </a:lnTo>
                <a:lnTo>
                  <a:pt x="889" y="872"/>
                </a:lnTo>
                <a:lnTo>
                  <a:pt x="888" y="872"/>
                </a:lnTo>
                <a:lnTo>
                  <a:pt x="888" y="873"/>
                </a:lnTo>
                <a:lnTo>
                  <a:pt x="887" y="873"/>
                </a:lnTo>
                <a:lnTo>
                  <a:pt x="886" y="873"/>
                </a:lnTo>
                <a:lnTo>
                  <a:pt x="886" y="874"/>
                </a:lnTo>
                <a:lnTo>
                  <a:pt x="885" y="875"/>
                </a:lnTo>
                <a:lnTo>
                  <a:pt x="884" y="875"/>
                </a:lnTo>
                <a:lnTo>
                  <a:pt x="883" y="875"/>
                </a:lnTo>
                <a:lnTo>
                  <a:pt x="883" y="874"/>
                </a:lnTo>
                <a:lnTo>
                  <a:pt x="882" y="874"/>
                </a:lnTo>
                <a:lnTo>
                  <a:pt x="882" y="873"/>
                </a:lnTo>
                <a:lnTo>
                  <a:pt x="881" y="873"/>
                </a:lnTo>
                <a:lnTo>
                  <a:pt x="880" y="873"/>
                </a:lnTo>
                <a:lnTo>
                  <a:pt x="879" y="873"/>
                </a:lnTo>
                <a:lnTo>
                  <a:pt x="879" y="874"/>
                </a:lnTo>
                <a:lnTo>
                  <a:pt x="879" y="875"/>
                </a:lnTo>
                <a:lnTo>
                  <a:pt x="879" y="876"/>
                </a:lnTo>
                <a:lnTo>
                  <a:pt x="879" y="877"/>
                </a:lnTo>
                <a:lnTo>
                  <a:pt x="878" y="877"/>
                </a:lnTo>
                <a:lnTo>
                  <a:pt x="878" y="878"/>
                </a:lnTo>
                <a:lnTo>
                  <a:pt x="878" y="879"/>
                </a:lnTo>
                <a:lnTo>
                  <a:pt x="879" y="879"/>
                </a:lnTo>
                <a:lnTo>
                  <a:pt x="879" y="880"/>
                </a:lnTo>
                <a:lnTo>
                  <a:pt x="879" y="881"/>
                </a:lnTo>
                <a:lnTo>
                  <a:pt x="878" y="881"/>
                </a:lnTo>
                <a:lnTo>
                  <a:pt x="878" y="882"/>
                </a:lnTo>
                <a:lnTo>
                  <a:pt x="877" y="882"/>
                </a:lnTo>
                <a:lnTo>
                  <a:pt x="877" y="883"/>
                </a:lnTo>
                <a:lnTo>
                  <a:pt x="876" y="883"/>
                </a:lnTo>
                <a:lnTo>
                  <a:pt x="876" y="882"/>
                </a:lnTo>
                <a:lnTo>
                  <a:pt x="875" y="882"/>
                </a:lnTo>
                <a:lnTo>
                  <a:pt x="875" y="880"/>
                </a:lnTo>
                <a:lnTo>
                  <a:pt x="874" y="880"/>
                </a:lnTo>
                <a:lnTo>
                  <a:pt x="873" y="880"/>
                </a:lnTo>
                <a:lnTo>
                  <a:pt x="873" y="881"/>
                </a:lnTo>
                <a:lnTo>
                  <a:pt x="872" y="881"/>
                </a:lnTo>
                <a:lnTo>
                  <a:pt x="872" y="880"/>
                </a:lnTo>
                <a:lnTo>
                  <a:pt x="871" y="879"/>
                </a:lnTo>
                <a:lnTo>
                  <a:pt x="870" y="879"/>
                </a:lnTo>
                <a:lnTo>
                  <a:pt x="869" y="879"/>
                </a:lnTo>
                <a:lnTo>
                  <a:pt x="869" y="880"/>
                </a:lnTo>
                <a:lnTo>
                  <a:pt x="869" y="879"/>
                </a:lnTo>
                <a:lnTo>
                  <a:pt x="868" y="879"/>
                </a:lnTo>
                <a:lnTo>
                  <a:pt x="867" y="879"/>
                </a:lnTo>
                <a:lnTo>
                  <a:pt x="867" y="880"/>
                </a:lnTo>
                <a:lnTo>
                  <a:pt x="866" y="880"/>
                </a:lnTo>
                <a:lnTo>
                  <a:pt x="866" y="881"/>
                </a:lnTo>
                <a:lnTo>
                  <a:pt x="865" y="881"/>
                </a:lnTo>
                <a:lnTo>
                  <a:pt x="865" y="880"/>
                </a:lnTo>
                <a:lnTo>
                  <a:pt x="864" y="880"/>
                </a:lnTo>
                <a:lnTo>
                  <a:pt x="864" y="879"/>
                </a:lnTo>
                <a:lnTo>
                  <a:pt x="863" y="879"/>
                </a:lnTo>
                <a:lnTo>
                  <a:pt x="863" y="878"/>
                </a:lnTo>
                <a:lnTo>
                  <a:pt x="861" y="878"/>
                </a:lnTo>
                <a:lnTo>
                  <a:pt x="861" y="877"/>
                </a:lnTo>
                <a:lnTo>
                  <a:pt x="860" y="877"/>
                </a:lnTo>
                <a:lnTo>
                  <a:pt x="860" y="878"/>
                </a:lnTo>
                <a:lnTo>
                  <a:pt x="859" y="878"/>
                </a:lnTo>
                <a:lnTo>
                  <a:pt x="858" y="878"/>
                </a:lnTo>
                <a:lnTo>
                  <a:pt x="857" y="878"/>
                </a:lnTo>
                <a:lnTo>
                  <a:pt x="856" y="878"/>
                </a:lnTo>
                <a:lnTo>
                  <a:pt x="855" y="878"/>
                </a:lnTo>
                <a:lnTo>
                  <a:pt x="855" y="877"/>
                </a:lnTo>
                <a:lnTo>
                  <a:pt x="854" y="877"/>
                </a:lnTo>
                <a:lnTo>
                  <a:pt x="854" y="876"/>
                </a:lnTo>
                <a:lnTo>
                  <a:pt x="854" y="875"/>
                </a:lnTo>
                <a:lnTo>
                  <a:pt x="854" y="874"/>
                </a:lnTo>
                <a:lnTo>
                  <a:pt x="853" y="874"/>
                </a:lnTo>
                <a:lnTo>
                  <a:pt x="853" y="875"/>
                </a:lnTo>
                <a:lnTo>
                  <a:pt x="853" y="874"/>
                </a:lnTo>
                <a:lnTo>
                  <a:pt x="852" y="874"/>
                </a:lnTo>
                <a:lnTo>
                  <a:pt x="852" y="875"/>
                </a:lnTo>
                <a:lnTo>
                  <a:pt x="851" y="875"/>
                </a:lnTo>
                <a:lnTo>
                  <a:pt x="851" y="876"/>
                </a:lnTo>
                <a:lnTo>
                  <a:pt x="851" y="877"/>
                </a:lnTo>
                <a:lnTo>
                  <a:pt x="850" y="877"/>
                </a:lnTo>
                <a:lnTo>
                  <a:pt x="850" y="878"/>
                </a:lnTo>
                <a:lnTo>
                  <a:pt x="849" y="878"/>
                </a:lnTo>
                <a:lnTo>
                  <a:pt x="850" y="878"/>
                </a:lnTo>
                <a:lnTo>
                  <a:pt x="849" y="878"/>
                </a:lnTo>
                <a:lnTo>
                  <a:pt x="849" y="879"/>
                </a:lnTo>
                <a:lnTo>
                  <a:pt x="848" y="879"/>
                </a:lnTo>
                <a:lnTo>
                  <a:pt x="847" y="879"/>
                </a:lnTo>
                <a:lnTo>
                  <a:pt x="847" y="880"/>
                </a:lnTo>
                <a:lnTo>
                  <a:pt x="847" y="881"/>
                </a:lnTo>
                <a:lnTo>
                  <a:pt x="847" y="882"/>
                </a:lnTo>
                <a:lnTo>
                  <a:pt x="847" y="883"/>
                </a:lnTo>
                <a:lnTo>
                  <a:pt x="846" y="883"/>
                </a:lnTo>
                <a:lnTo>
                  <a:pt x="846" y="884"/>
                </a:lnTo>
                <a:lnTo>
                  <a:pt x="845" y="884"/>
                </a:lnTo>
                <a:lnTo>
                  <a:pt x="845" y="885"/>
                </a:lnTo>
                <a:lnTo>
                  <a:pt x="845" y="886"/>
                </a:lnTo>
                <a:lnTo>
                  <a:pt x="844" y="886"/>
                </a:lnTo>
                <a:lnTo>
                  <a:pt x="844" y="887"/>
                </a:lnTo>
                <a:lnTo>
                  <a:pt x="843" y="887"/>
                </a:lnTo>
                <a:lnTo>
                  <a:pt x="843" y="888"/>
                </a:lnTo>
                <a:lnTo>
                  <a:pt x="843" y="889"/>
                </a:lnTo>
                <a:lnTo>
                  <a:pt x="842" y="889"/>
                </a:lnTo>
                <a:lnTo>
                  <a:pt x="841" y="889"/>
                </a:lnTo>
                <a:lnTo>
                  <a:pt x="841" y="888"/>
                </a:lnTo>
                <a:lnTo>
                  <a:pt x="840" y="888"/>
                </a:lnTo>
                <a:lnTo>
                  <a:pt x="839" y="888"/>
                </a:lnTo>
                <a:lnTo>
                  <a:pt x="838" y="888"/>
                </a:lnTo>
                <a:lnTo>
                  <a:pt x="838" y="889"/>
                </a:lnTo>
                <a:lnTo>
                  <a:pt x="838" y="888"/>
                </a:lnTo>
                <a:lnTo>
                  <a:pt x="838" y="889"/>
                </a:lnTo>
                <a:lnTo>
                  <a:pt x="837" y="889"/>
                </a:lnTo>
                <a:lnTo>
                  <a:pt x="837" y="888"/>
                </a:lnTo>
                <a:lnTo>
                  <a:pt x="837" y="887"/>
                </a:lnTo>
                <a:lnTo>
                  <a:pt x="837" y="886"/>
                </a:lnTo>
                <a:lnTo>
                  <a:pt x="835" y="886"/>
                </a:lnTo>
                <a:lnTo>
                  <a:pt x="834" y="886"/>
                </a:lnTo>
                <a:lnTo>
                  <a:pt x="834" y="887"/>
                </a:lnTo>
                <a:lnTo>
                  <a:pt x="833" y="887"/>
                </a:lnTo>
                <a:lnTo>
                  <a:pt x="832" y="887"/>
                </a:lnTo>
                <a:lnTo>
                  <a:pt x="832" y="888"/>
                </a:lnTo>
                <a:lnTo>
                  <a:pt x="831" y="888"/>
                </a:lnTo>
                <a:lnTo>
                  <a:pt x="831" y="887"/>
                </a:lnTo>
                <a:lnTo>
                  <a:pt x="830" y="887"/>
                </a:lnTo>
                <a:lnTo>
                  <a:pt x="830" y="886"/>
                </a:lnTo>
                <a:lnTo>
                  <a:pt x="830" y="885"/>
                </a:lnTo>
                <a:lnTo>
                  <a:pt x="830" y="884"/>
                </a:lnTo>
                <a:lnTo>
                  <a:pt x="829" y="884"/>
                </a:lnTo>
                <a:lnTo>
                  <a:pt x="829" y="883"/>
                </a:lnTo>
                <a:lnTo>
                  <a:pt x="828" y="883"/>
                </a:lnTo>
                <a:lnTo>
                  <a:pt x="827" y="883"/>
                </a:lnTo>
                <a:lnTo>
                  <a:pt x="826" y="884"/>
                </a:lnTo>
                <a:lnTo>
                  <a:pt x="826" y="885"/>
                </a:lnTo>
                <a:lnTo>
                  <a:pt x="825" y="885"/>
                </a:lnTo>
                <a:lnTo>
                  <a:pt x="824" y="885"/>
                </a:lnTo>
                <a:lnTo>
                  <a:pt x="823" y="885"/>
                </a:lnTo>
                <a:lnTo>
                  <a:pt x="822" y="885"/>
                </a:lnTo>
                <a:lnTo>
                  <a:pt x="821" y="885"/>
                </a:lnTo>
                <a:lnTo>
                  <a:pt x="820" y="885"/>
                </a:lnTo>
                <a:lnTo>
                  <a:pt x="820" y="886"/>
                </a:lnTo>
                <a:lnTo>
                  <a:pt x="819" y="886"/>
                </a:lnTo>
                <a:lnTo>
                  <a:pt x="818" y="886"/>
                </a:lnTo>
                <a:lnTo>
                  <a:pt x="818" y="887"/>
                </a:lnTo>
                <a:lnTo>
                  <a:pt x="817" y="887"/>
                </a:lnTo>
                <a:lnTo>
                  <a:pt x="816" y="887"/>
                </a:lnTo>
                <a:lnTo>
                  <a:pt x="816" y="886"/>
                </a:lnTo>
                <a:lnTo>
                  <a:pt x="815" y="886"/>
                </a:lnTo>
                <a:lnTo>
                  <a:pt x="814" y="886"/>
                </a:lnTo>
                <a:lnTo>
                  <a:pt x="813" y="886"/>
                </a:lnTo>
                <a:lnTo>
                  <a:pt x="814" y="886"/>
                </a:lnTo>
                <a:lnTo>
                  <a:pt x="814" y="885"/>
                </a:lnTo>
                <a:lnTo>
                  <a:pt x="815" y="885"/>
                </a:lnTo>
                <a:lnTo>
                  <a:pt x="816" y="885"/>
                </a:lnTo>
                <a:lnTo>
                  <a:pt x="816" y="884"/>
                </a:lnTo>
                <a:lnTo>
                  <a:pt x="815" y="884"/>
                </a:lnTo>
                <a:lnTo>
                  <a:pt x="815" y="883"/>
                </a:lnTo>
                <a:lnTo>
                  <a:pt x="814" y="883"/>
                </a:lnTo>
                <a:lnTo>
                  <a:pt x="814" y="884"/>
                </a:lnTo>
                <a:lnTo>
                  <a:pt x="813" y="884"/>
                </a:lnTo>
                <a:lnTo>
                  <a:pt x="812" y="884"/>
                </a:lnTo>
                <a:lnTo>
                  <a:pt x="812" y="885"/>
                </a:lnTo>
                <a:lnTo>
                  <a:pt x="812" y="884"/>
                </a:lnTo>
                <a:lnTo>
                  <a:pt x="812" y="885"/>
                </a:lnTo>
                <a:lnTo>
                  <a:pt x="811" y="885"/>
                </a:lnTo>
                <a:lnTo>
                  <a:pt x="810" y="885"/>
                </a:lnTo>
                <a:lnTo>
                  <a:pt x="810" y="886"/>
                </a:lnTo>
                <a:lnTo>
                  <a:pt x="809" y="886"/>
                </a:lnTo>
                <a:lnTo>
                  <a:pt x="809" y="887"/>
                </a:lnTo>
                <a:lnTo>
                  <a:pt x="808" y="887"/>
                </a:lnTo>
                <a:lnTo>
                  <a:pt x="808" y="886"/>
                </a:lnTo>
                <a:lnTo>
                  <a:pt x="808" y="887"/>
                </a:lnTo>
                <a:lnTo>
                  <a:pt x="808" y="886"/>
                </a:lnTo>
                <a:lnTo>
                  <a:pt x="807" y="886"/>
                </a:lnTo>
                <a:lnTo>
                  <a:pt x="807" y="887"/>
                </a:lnTo>
                <a:lnTo>
                  <a:pt x="806" y="887"/>
                </a:lnTo>
                <a:lnTo>
                  <a:pt x="805" y="887"/>
                </a:lnTo>
                <a:lnTo>
                  <a:pt x="805" y="886"/>
                </a:lnTo>
                <a:lnTo>
                  <a:pt x="804" y="886"/>
                </a:lnTo>
                <a:lnTo>
                  <a:pt x="804" y="885"/>
                </a:lnTo>
                <a:lnTo>
                  <a:pt x="803" y="885"/>
                </a:lnTo>
                <a:lnTo>
                  <a:pt x="802" y="885"/>
                </a:lnTo>
                <a:lnTo>
                  <a:pt x="801" y="885"/>
                </a:lnTo>
                <a:lnTo>
                  <a:pt x="801" y="884"/>
                </a:lnTo>
                <a:lnTo>
                  <a:pt x="800" y="884"/>
                </a:lnTo>
                <a:lnTo>
                  <a:pt x="800" y="885"/>
                </a:lnTo>
                <a:lnTo>
                  <a:pt x="799" y="885"/>
                </a:lnTo>
                <a:lnTo>
                  <a:pt x="798" y="885"/>
                </a:lnTo>
                <a:lnTo>
                  <a:pt x="798" y="886"/>
                </a:lnTo>
                <a:lnTo>
                  <a:pt x="798" y="887"/>
                </a:lnTo>
                <a:lnTo>
                  <a:pt x="797" y="887"/>
                </a:lnTo>
                <a:lnTo>
                  <a:pt x="796" y="887"/>
                </a:lnTo>
                <a:lnTo>
                  <a:pt x="795" y="887"/>
                </a:lnTo>
                <a:lnTo>
                  <a:pt x="794" y="887"/>
                </a:lnTo>
                <a:lnTo>
                  <a:pt x="793" y="887"/>
                </a:lnTo>
                <a:lnTo>
                  <a:pt x="792" y="887"/>
                </a:lnTo>
                <a:lnTo>
                  <a:pt x="791" y="887"/>
                </a:lnTo>
                <a:lnTo>
                  <a:pt x="791" y="886"/>
                </a:lnTo>
                <a:lnTo>
                  <a:pt x="790" y="886"/>
                </a:lnTo>
                <a:lnTo>
                  <a:pt x="789" y="886"/>
                </a:lnTo>
                <a:lnTo>
                  <a:pt x="788" y="886"/>
                </a:lnTo>
                <a:lnTo>
                  <a:pt x="788" y="885"/>
                </a:lnTo>
                <a:lnTo>
                  <a:pt x="787" y="885"/>
                </a:lnTo>
                <a:lnTo>
                  <a:pt x="787" y="884"/>
                </a:lnTo>
                <a:lnTo>
                  <a:pt x="787" y="883"/>
                </a:lnTo>
                <a:lnTo>
                  <a:pt x="787" y="882"/>
                </a:lnTo>
                <a:lnTo>
                  <a:pt x="786" y="882"/>
                </a:lnTo>
                <a:lnTo>
                  <a:pt x="786" y="881"/>
                </a:lnTo>
                <a:lnTo>
                  <a:pt x="785" y="881"/>
                </a:lnTo>
                <a:lnTo>
                  <a:pt x="785" y="880"/>
                </a:lnTo>
                <a:lnTo>
                  <a:pt x="784" y="880"/>
                </a:lnTo>
                <a:lnTo>
                  <a:pt x="784" y="879"/>
                </a:lnTo>
                <a:lnTo>
                  <a:pt x="784" y="878"/>
                </a:lnTo>
                <a:lnTo>
                  <a:pt x="784" y="877"/>
                </a:lnTo>
                <a:lnTo>
                  <a:pt x="783" y="877"/>
                </a:lnTo>
                <a:lnTo>
                  <a:pt x="782" y="877"/>
                </a:lnTo>
                <a:lnTo>
                  <a:pt x="782" y="876"/>
                </a:lnTo>
                <a:lnTo>
                  <a:pt x="781" y="876"/>
                </a:lnTo>
                <a:lnTo>
                  <a:pt x="781" y="875"/>
                </a:lnTo>
                <a:lnTo>
                  <a:pt x="781" y="874"/>
                </a:lnTo>
                <a:lnTo>
                  <a:pt x="780" y="874"/>
                </a:lnTo>
                <a:lnTo>
                  <a:pt x="779" y="874"/>
                </a:lnTo>
                <a:lnTo>
                  <a:pt x="778" y="874"/>
                </a:lnTo>
                <a:lnTo>
                  <a:pt x="778" y="873"/>
                </a:lnTo>
                <a:lnTo>
                  <a:pt x="778" y="874"/>
                </a:lnTo>
                <a:lnTo>
                  <a:pt x="777" y="874"/>
                </a:lnTo>
                <a:lnTo>
                  <a:pt x="776" y="874"/>
                </a:lnTo>
                <a:lnTo>
                  <a:pt x="775" y="874"/>
                </a:lnTo>
                <a:lnTo>
                  <a:pt x="774" y="874"/>
                </a:lnTo>
                <a:lnTo>
                  <a:pt x="773" y="874"/>
                </a:lnTo>
                <a:lnTo>
                  <a:pt x="773" y="873"/>
                </a:lnTo>
                <a:lnTo>
                  <a:pt x="772" y="873"/>
                </a:lnTo>
                <a:lnTo>
                  <a:pt x="771" y="873"/>
                </a:lnTo>
                <a:lnTo>
                  <a:pt x="771" y="872"/>
                </a:lnTo>
                <a:lnTo>
                  <a:pt x="771" y="871"/>
                </a:lnTo>
                <a:lnTo>
                  <a:pt x="770" y="871"/>
                </a:lnTo>
                <a:lnTo>
                  <a:pt x="770" y="870"/>
                </a:lnTo>
                <a:lnTo>
                  <a:pt x="769" y="870"/>
                </a:lnTo>
                <a:lnTo>
                  <a:pt x="768" y="870"/>
                </a:lnTo>
                <a:lnTo>
                  <a:pt x="767" y="869"/>
                </a:lnTo>
                <a:lnTo>
                  <a:pt x="766" y="869"/>
                </a:lnTo>
                <a:lnTo>
                  <a:pt x="766" y="868"/>
                </a:lnTo>
                <a:lnTo>
                  <a:pt x="765" y="868"/>
                </a:lnTo>
                <a:lnTo>
                  <a:pt x="765" y="867"/>
                </a:lnTo>
                <a:lnTo>
                  <a:pt x="765" y="866"/>
                </a:lnTo>
                <a:lnTo>
                  <a:pt x="764" y="866"/>
                </a:lnTo>
                <a:lnTo>
                  <a:pt x="763" y="866"/>
                </a:lnTo>
                <a:lnTo>
                  <a:pt x="763" y="867"/>
                </a:lnTo>
                <a:lnTo>
                  <a:pt x="762" y="867"/>
                </a:lnTo>
                <a:lnTo>
                  <a:pt x="761" y="867"/>
                </a:lnTo>
                <a:lnTo>
                  <a:pt x="760" y="867"/>
                </a:lnTo>
                <a:lnTo>
                  <a:pt x="759" y="867"/>
                </a:lnTo>
                <a:lnTo>
                  <a:pt x="758" y="867"/>
                </a:lnTo>
                <a:lnTo>
                  <a:pt x="757" y="867"/>
                </a:lnTo>
                <a:lnTo>
                  <a:pt x="757" y="866"/>
                </a:lnTo>
                <a:lnTo>
                  <a:pt x="757" y="865"/>
                </a:lnTo>
                <a:lnTo>
                  <a:pt x="756" y="865"/>
                </a:lnTo>
                <a:lnTo>
                  <a:pt x="755" y="865"/>
                </a:lnTo>
                <a:lnTo>
                  <a:pt x="754" y="865"/>
                </a:lnTo>
                <a:lnTo>
                  <a:pt x="754" y="864"/>
                </a:lnTo>
                <a:lnTo>
                  <a:pt x="754" y="863"/>
                </a:lnTo>
                <a:lnTo>
                  <a:pt x="755" y="863"/>
                </a:lnTo>
                <a:lnTo>
                  <a:pt x="755" y="862"/>
                </a:lnTo>
                <a:lnTo>
                  <a:pt x="756" y="862"/>
                </a:lnTo>
                <a:lnTo>
                  <a:pt x="756" y="861"/>
                </a:lnTo>
                <a:lnTo>
                  <a:pt x="755" y="861"/>
                </a:lnTo>
                <a:lnTo>
                  <a:pt x="754" y="861"/>
                </a:lnTo>
                <a:lnTo>
                  <a:pt x="754" y="860"/>
                </a:lnTo>
                <a:lnTo>
                  <a:pt x="754" y="859"/>
                </a:lnTo>
                <a:lnTo>
                  <a:pt x="753" y="859"/>
                </a:lnTo>
                <a:lnTo>
                  <a:pt x="753" y="858"/>
                </a:lnTo>
                <a:lnTo>
                  <a:pt x="752" y="858"/>
                </a:lnTo>
                <a:lnTo>
                  <a:pt x="751" y="858"/>
                </a:lnTo>
                <a:lnTo>
                  <a:pt x="750" y="858"/>
                </a:lnTo>
                <a:lnTo>
                  <a:pt x="749" y="858"/>
                </a:lnTo>
                <a:lnTo>
                  <a:pt x="748" y="858"/>
                </a:lnTo>
                <a:lnTo>
                  <a:pt x="747" y="858"/>
                </a:lnTo>
                <a:lnTo>
                  <a:pt x="747" y="859"/>
                </a:lnTo>
                <a:lnTo>
                  <a:pt x="746" y="859"/>
                </a:lnTo>
                <a:lnTo>
                  <a:pt x="746" y="860"/>
                </a:lnTo>
                <a:lnTo>
                  <a:pt x="746" y="861"/>
                </a:lnTo>
                <a:lnTo>
                  <a:pt x="745" y="861"/>
                </a:lnTo>
                <a:lnTo>
                  <a:pt x="744" y="861"/>
                </a:lnTo>
                <a:lnTo>
                  <a:pt x="744" y="862"/>
                </a:lnTo>
                <a:lnTo>
                  <a:pt x="743" y="862"/>
                </a:lnTo>
                <a:lnTo>
                  <a:pt x="743" y="861"/>
                </a:lnTo>
                <a:lnTo>
                  <a:pt x="742" y="861"/>
                </a:lnTo>
                <a:lnTo>
                  <a:pt x="742" y="862"/>
                </a:lnTo>
                <a:lnTo>
                  <a:pt x="742" y="861"/>
                </a:lnTo>
                <a:lnTo>
                  <a:pt x="741" y="861"/>
                </a:lnTo>
                <a:lnTo>
                  <a:pt x="741" y="860"/>
                </a:lnTo>
                <a:lnTo>
                  <a:pt x="741" y="859"/>
                </a:lnTo>
                <a:lnTo>
                  <a:pt x="741" y="858"/>
                </a:lnTo>
                <a:lnTo>
                  <a:pt x="740" y="858"/>
                </a:lnTo>
                <a:lnTo>
                  <a:pt x="739" y="858"/>
                </a:lnTo>
                <a:lnTo>
                  <a:pt x="739" y="857"/>
                </a:lnTo>
                <a:lnTo>
                  <a:pt x="738" y="857"/>
                </a:lnTo>
                <a:lnTo>
                  <a:pt x="738" y="858"/>
                </a:lnTo>
                <a:lnTo>
                  <a:pt x="737" y="858"/>
                </a:lnTo>
                <a:lnTo>
                  <a:pt x="738" y="858"/>
                </a:lnTo>
                <a:lnTo>
                  <a:pt x="737" y="858"/>
                </a:lnTo>
                <a:lnTo>
                  <a:pt x="737" y="859"/>
                </a:lnTo>
                <a:lnTo>
                  <a:pt x="738" y="859"/>
                </a:lnTo>
                <a:lnTo>
                  <a:pt x="738" y="860"/>
                </a:lnTo>
                <a:lnTo>
                  <a:pt x="737" y="860"/>
                </a:lnTo>
                <a:lnTo>
                  <a:pt x="737" y="861"/>
                </a:lnTo>
                <a:lnTo>
                  <a:pt x="737" y="862"/>
                </a:lnTo>
                <a:lnTo>
                  <a:pt x="738" y="862"/>
                </a:lnTo>
                <a:lnTo>
                  <a:pt x="737" y="862"/>
                </a:lnTo>
                <a:lnTo>
                  <a:pt x="737" y="863"/>
                </a:lnTo>
                <a:lnTo>
                  <a:pt x="736" y="863"/>
                </a:lnTo>
                <a:lnTo>
                  <a:pt x="736" y="864"/>
                </a:lnTo>
                <a:lnTo>
                  <a:pt x="735" y="864"/>
                </a:lnTo>
                <a:lnTo>
                  <a:pt x="735" y="865"/>
                </a:lnTo>
                <a:lnTo>
                  <a:pt x="735" y="866"/>
                </a:lnTo>
                <a:lnTo>
                  <a:pt x="734" y="866"/>
                </a:lnTo>
                <a:lnTo>
                  <a:pt x="735" y="866"/>
                </a:lnTo>
                <a:lnTo>
                  <a:pt x="734" y="866"/>
                </a:lnTo>
                <a:lnTo>
                  <a:pt x="734" y="867"/>
                </a:lnTo>
                <a:lnTo>
                  <a:pt x="734" y="868"/>
                </a:lnTo>
                <a:lnTo>
                  <a:pt x="733" y="868"/>
                </a:lnTo>
                <a:lnTo>
                  <a:pt x="733" y="869"/>
                </a:lnTo>
                <a:lnTo>
                  <a:pt x="733" y="870"/>
                </a:lnTo>
                <a:lnTo>
                  <a:pt x="733" y="871"/>
                </a:lnTo>
                <a:lnTo>
                  <a:pt x="733" y="872"/>
                </a:lnTo>
                <a:lnTo>
                  <a:pt x="734" y="872"/>
                </a:lnTo>
                <a:lnTo>
                  <a:pt x="733" y="872"/>
                </a:lnTo>
                <a:lnTo>
                  <a:pt x="733" y="873"/>
                </a:lnTo>
                <a:lnTo>
                  <a:pt x="732" y="873"/>
                </a:lnTo>
                <a:lnTo>
                  <a:pt x="731" y="874"/>
                </a:lnTo>
                <a:lnTo>
                  <a:pt x="730" y="874"/>
                </a:lnTo>
                <a:lnTo>
                  <a:pt x="729" y="874"/>
                </a:lnTo>
                <a:lnTo>
                  <a:pt x="729" y="875"/>
                </a:lnTo>
                <a:lnTo>
                  <a:pt x="729" y="876"/>
                </a:lnTo>
                <a:lnTo>
                  <a:pt x="728" y="877"/>
                </a:lnTo>
                <a:lnTo>
                  <a:pt x="728" y="878"/>
                </a:lnTo>
                <a:lnTo>
                  <a:pt x="727" y="878"/>
                </a:lnTo>
                <a:lnTo>
                  <a:pt x="727" y="879"/>
                </a:lnTo>
                <a:lnTo>
                  <a:pt x="726" y="879"/>
                </a:lnTo>
                <a:lnTo>
                  <a:pt x="726" y="878"/>
                </a:lnTo>
                <a:lnTo>
                  <a:pt x="725" y="878"/>
                </a:lnTo>
                <a:lnTo>
                  <a:pt x="724" y="878"/>
                </a:lnTo>
                <a:lnTo>
                  <a:pt x="724" y="879"/>
                </a:lnTo>
                <a:lnTo>
                  <a:pt x="724" y="878"/>
                </a:lnTo>
                <a:lnTo>
                  <a:pt x="723" y="878"/>
                </a:lnTo>
                <a:lnTo>
                  <a:pt x="723" y="877"/>
                </a:lnTo>
                <a:lnTo>
                  <a:pt x="722" y="877"/>
                </a:lnTo>
                <a:lnTo>
                  <a:pt x="722" y="876"/>
                </a:lnTo>
                <a:lnTo>
                  <a:pt x="721" y="876"/>
                </a:lnTo>
                <a:lnTo>
                  <a:pt x="721" y="875"/>
                </a:lnTo>
                <a:lnTo>
                  <a:pt x="720" y="875"/>
                </a:lnTo>
                <a:lnTo>
                  <a:pt x="719" y="875"/>
                </a:lnTo>
                <a:lnTo>
                  <a:pt x="718" y="875"/>
                </a:lnTo>
                <a:lnTo>
                  <a:pt x="717" y="875"/>
                </a:lnTo>
                <a:lnTo>
                  <a:pt x="717" y="874"/>
                </a:lnTo>
                <a:lnTo>
                  <a:pt x="717" y="873"/>
                </a:lnTo>
                <a:lnTo>
                  <a:pt x="716" y="873"/>
                </a:lnTo>
                <a:lnTo>
                  <a:pt x="716" y="874"/>
                </a:lnTo>
                <a:lnTo>
                  <a:pt x="715" y="874"/>
                </a:lnTo>
                <a:lnTo>
                  <a:pt x="714" y="874"/>
                </a:lnTo>
                <a:lnTo>
                  <a:pt x="714" y="873"/>
                </a:lnTo>
                <a:lnTo>
                  <a:pt x="714" y="872"/>
                </a:lnTo>
                <a:lnTo>
                  <a:pt x="713" y="872"/>
                </a:lnTo>
                <a:lnTo>
                  <a:pt x="713" y="871"/>
                </a:lnTo>
                <a:lnTo>
                  <a:pt x="712" y="871"/>
                </a:lnTo>
                <a:lnTo>
                  <a:pt x="711" y="871"/>
                </a:lnTo>
                <a:lnTo>
                  <a:pt x="710" y="871"/>
                </a:lnTo>
                <a:lnTo>
                  <a:pt x="709" y="871"/>
                </a:lnTo>
                <a:lnTo>
                  <a:pt x="709" y="872"/>
                </a:lnTo>
                <a:lnTo>
                  <a:pt x="708" y="872"/>
                </a:lnTo>
                <a:lnTo>
                  <a:pt x="708" y="871"/>
                </a:lnTo>
                <a:lnTo>
                  <a:pt x="707" y="871"/>
                </a:lnTo>
                <a:lnTo>
                  <a:pt x="707" y="870"/>
                </a:lnTo>
                <a:lnTo>
                  <a:pt x="707" y="868"/>
                </a:lnTo>
                <a:lnTo>
                  <a:pt x="706" y="868"/>
                </a:lnTo>
                <a:lnTo>
                  <a:pt x="707" y="868"/>
                </a:lnTo>
                <a:lnTo>
                  <a:pt x="707" y="867"/>
                </a:lnTo>
                <a:lnTo>
                  <a:pt x="707" y="866"/>
                </a:lnTo>
                <a:lnTo>
                  <a:pt x="707" y="865"/>
                </a:lnTo>
                <a:lnTo>
                  <a:pt x="706" y="865"/>
                </a:lnTo>
                <a:lnTo>
                  <a:pt x="706" y="864"/>
                </a:lnTo>
                <a:lnTo>
                  <a:pt x="706" y="863"/>
                </a:lnTo>
                <a:lnTo>
                  <a:pt x="706" y="862"/>
                </a:lnTo>
                <a:lnTo>
                  <a:pt x="706" y="861"/>
                </a:lnTo>
                <a:lnTo>
                  <a:pt x="705" y="861"/>
                </a:lnTo>
                <a:lnTo>
                  <a:pt x="705" y="860"/>
                </a:lnTo>
                <a:lnTo>
                  <a:pt x="706" y="860"/>
                </a:lnTo>
                <a:lnTo>
                  <a:pt x="705" y="860"/>
                </a:lnTo>
                <a:lnTo>
                  <a:pt x="705" y="859"/>
                </a:lnTo>
                <a:lnTo>
                  <a:pt x="706" y="859"/>
                </a:lnTo>
                <a:lnTo>
                  <a:pt x="707" y="859"/>
                </a:lnTo>
                <a:lnTo>
                  <a:pt x="707" y="858"/>
                </a:lnTo>
                <a:lnTo>
                  <a:pt x="706" y="858"/>
                </a:lnTo>
                <a:lnTo>
                  <a:pt x="706" y="857"/>
                </a:lnTo>
                <a:lnTo>
                  <a:pt x="706" y="856"/>
                </a:lnTo>
                <a:lnTo>
                  <a:pt x="705" y="856"/>
                </a:lnTo>
                <a:lnTo>
                  <a:pt x="705" y="855"/>
                </a:lnTo>
                <a:lnTo>
                  <a:pt x="704" y="855"/>
                </a:lnTo>
                <a:lnTo>
                  <a:pt x="705" y="855"/>
                </a:lnTo>
                <a:lnTo>
                  <a:pt x="705" y="854"/>
                </a:lnTo>
                <a:lnTo>
                  <a:pt x="704" y="854"/>
                </a:lnTo>
                <a:lnTo>
                  <a:pt x="704" y="853"/>
                </a:lnTo>
                <a:lnTo>
                  <a:pt x="705" y="853"/>
                </a:lnTo>
                <a:lnTo>
                  <a:pt x="704" y="853"/>
                </a:lnTo>
                <a:lnTo>
                  <a:pt x="704" y="852"/>
                </a:lnTo>
                <a:lnTo>
                  <a:pt x="704" y="851"/>
                </a:lnTo>
                <a:lnTo>
                  <a:pt x="703" y="851"/>
                </a:lnTo>
                <a:lnTo>
                  <a:pt x="703" y="852"/>
                </a:lnTo>
                <a:lnTo>
                  <a:pt x="703" y="853"/>
                </a:lnTo>
                <a:lnTo>
                  <a:pt x="703" y="854"/>
                </a:lnTo>
                <a:lnTo>
                  <a:pt x="703" y="855"/>
                </a:lnTo>
                <a:lnTo>
                  <a:pt x="702" y="855"/>
                </a:lnTo>
                <a:lnTo>
                  <a:pt x="701" y="855"/>
                </a:lnTo>
                <a:lnTo>
                  <a:pt x="701" y="856"/>
                </a:lnTo>
                <a:lnTo>
                  <a:pt x="700" y="856"/>
                </a:lnTo>
                <a:lnTo>
                  <a:pt x="699" y="856"/>
                </a:lnTo>
                <a:lnTo>
                  <a:pt x="700" y="856"/>
                </a:lnTo>
                <a:lnTo>
                  <a:pt x="700" y="857"/>
                </a:lnTo>
                <a:lnTo>
                  <a:pt x="699" y="857"/>
                </a:lnTo>
                <a:lnTo>
                  <a:pt x="699" y="858"/>
                </a:lnTo>
                <a:lnTo>
                  <a:pt x="698" y="858"/>
                </a:lnTo>
                <a:lnTo>
                  <a:pt x="698" y="859"/>
                </a:lnTo>
                <a:lnTo>
                  <a:pt x="698" y="860"/>
                </a:lnTo>
                <a:lnTo>
                  <a:pt x="697" y="860"/>
                </a:lnTo>
                <a:lnTo>
                  <a:pt x="697" y="859"/>
                </a:lnTo>
                <a:lnTo>
                  <a:pt x="696" y="859"/>
                </a:lnTo>
                <a:lnTo>
                  <a:pt x="695" y="859"/>
                </a:lnTo>
                <a:lnTo>
                  <a:pt x="694" y="859"/>
                </a:lnTo>
                <a:lnTo>
                  <a:pt x="694" y="860"/>
                </a:lnTo>
                <a:lnTo>
                  <a:pt x="694" y="861"/>
                </a:lnTo>
                <a:lnTo>
                  <a:pt x="695" y="861"/>
                </a:lnTo>
                <a:lnTo>
                  <a:pt x="695" y="862"/>
                </a:lnTo>
                <a:lnTo>
                  <a:pt x="695" y="863"/>
                </a:lnTo>
                <a:lnTo>
                  <a:pt x="695" y="864"/>
                </a:lnTo>
                <a:lnTo>
                  <a:pt x="695" y="865"/>
                </a:lnTo>
                <a:lnTo>
                  <a:pt x="695" y="866"/>
                </a:lnTo>
                <a:lnTo>
                  <a:pt x="694" y="866"/>
                </a:lnTo>
                <a:lnTo>
                  <a:pt x="694" y="867"/>
                </a:lnTo>
                <a:lnTo>
                  <a:pt x="694" y="868"/>
                </a:lnTo>
                <a:lnTo>
                  <a:pt x="695" y="868"/>
                </a:lnTo>
                <a:lnTo>
                  <a:pt x="695" y="869"/>
                </a:lnTo>
                <a:lnTo>
                  <a:pt x="695" y="870"/>
                </a:lnTo>
                <a:lnTo>
                  <a:pt x="696" y="870"/>
                </a:lnTo>
                <a:lnTo>
                  <a:pt x="696" y="871"/>
                </a:lnTo>
                <a:lnTo>
                  <a:pt x="696" y="872"/>
                </a:lnTo>
                <a:lnTo>
                  <a:pt x="696" y="873"/>
                </a:lnTo>
                <a:lnTo>
                  <a:pt x="697" y="873"/>
                </a:lnTo>
                <a:lnTo>
                  <a:pt x="696" y="873"/>
                </a:lnTo>
                <a:lnTo>
                  <a:pt x="697" y="873"/>
                </a:lnTo>
                <a:lnTo>
                  <a:pt x="696" y="873"/>
                </a:lnTo>
                <a:lnTo>
                  <a:pt x="696" y="874"/>
                </a:lnTo>
                <a:lnTo>
                  <a:pt x="697" y="874"/>
                </a:lnTo>
                <a:lnTo>
                  <a:pt x="697" y="875"/>
                </a:lnTo>
                <a:lnTo>
                  <a:pt x="698" y="875"/>
                </a:lnTo>
                <a:lnTo>
                  <a:pt x="698" y="876"/>
                </a:lnTo>
                <a:lnTo>
                  <a:pt x="697" y="876"/>
                </a:lnTo>
                <a:lnTo>
                  <a:pt x="697" y="877"/>
                </a:lnTo>
                <a:lnTo>
                  <a:pt x="696" y="877"/>
                </a:lnTo>
                <a:lnTo>
                  <a:pt x="695" y="877"/>
                </a:lnTo>
                <a:lnTo>
                  <a:pt x="695" y="878"/>
                </a:lnTo>
                <a:lnTo>
                  <a:pt x="694" y="878"/>
                </a:lnTo>
                <a:lnTo>
                  <a:pt x="693" y="878"/>
                </a:lnTo>
                <a:lnTo>
                  <a:pt x="693" y="879"/>
                </a:lnTo>
                <a:lnTo>
                  <a:pt x="692" y="879"/>
                </a:lnTo>
                <a:lnTo>
                  <a:pt x="691" y="879"/>
                </a:lnTo>
                <a:lnTo>
                  <a:pt x="690" y="879"/>
                </a:lnTo>
                <a:lnTo>
                  <a:pt x="689" y="879"/>
                </a:lnTo>
                <a:lnTo>
                  <a:pt x="689" y="878"/>
                </a:lnTo>
                <a:lnTo>
                  <a:pt x="689" y="879"/>
                </a:lnTo>
                <a:lnTo>
                  <a:pt x="689" y="878"/>
                </a:lnTo>
                <a:lnTo>
                  <a:pt x="688" y="878"/>
                </a:lnTo>
                <a:lnTo>
                  <a:pt x="687" y="878"/>
                </a:lnTo>
                <a:lnTo>
                  <a:pt x="686" y="878"/>
                </a:lnTo>
                <a:lnTo>
                  <a:pt x="686" y="877"/>
                </a:lnTo>
                <a:lnTo>
                  <a:pt x="685" y="877"/>
                </a:lnTo>
                <a:lnTo>
                  <a:pt x="684" y="877"/>
                </a:lnTo>
                <a:lnTo>
                  <a:pt x="684" y="876"/>
                </a:lnTo>
                <a:lnTo>
                  <a:pt x="683" y="876"/>
                </a:lnTo>
                <a:lnTo>
                  <a:pt x="683" y="875"/>
                </a:lnTo>
                <a:lnTo>
                  <a:pt x="682" y="875"/>
                </a:lnTo>
                <a:lnTo>
                  <a:pt x="682" y="874"/>
                </a:lnTo>
                <a:lnTo>
                  <a:pt x="683" y="874"/>
                </a:lnTo>
                <a:lnTo>
                  <a:pt x="683" y="872"/>
                </a:lnTo>
                <a:lnTo>
                  <a:pt x="684" y="872"/>
                </a:lnTo>
                <a:lnTo>
                  <a:pt x="684" y="871"/>
                </a:lnTo>
                <a:lnTo>
                  <a:pt x="684" y="870"/>
                </a:lnTo>
                <a:lnTo>
                  <a:pt x="685" y="870"/>
                </a:lnTo>
                <a:lnTo>
                  <a:pt x="685" y="869"/>
                </a:lnTo>
                <a:lnTo>
                  <a:pt x="684" y="869"/>
                </a:lnTo>
                <a:lnTo>
                  <a:pt x="683" y="869"/>
                </a:lnTo>
                <a:lnTo>
                  <a:pt x="683" y="868"/>
                </a:lnTo>
                <a:lnTo>
                  <a:pt x="683" y="867"/>
                </a:lnTo>
                <a:lnTo>
                  <a:pt x="682" y="867"/>
                </a:lnTo>
                <a:lnTo>
                  <a:pt x="681" y="867"/>
                </a:lnTo>
                <a:lnTo>
                  <a:pt x="681" y="866"/>
                </a:lnTo>
                <a:lnTo>
                  <a:pt x="680" y="866"/>
                </a:lnTo>
                <a:lnTo>
                  <a:pt x="680" y="865"/>
                </a:lnTo>
                <a:lnTo>
                  <a:pt x="679" y="864"/>
                </a:lnTo>
                <a:lnTo>
                  <a:pt x="678" y="864"/>
                </a:lnTo>
                <a:lnTo>
                  <a:pt x="678" y="863"/>
                </a:lnTo>
                <a:lnTo>
                  <a:pt x="678" y="862"/>
                </a:lnTo>
                <a:lnTo>
                  <a:pt x="677" y="862"/>
                </a:lnTo>
                <a:lnTo>
                  <a:pt x="677" y="861"/>
                </a:lnTo>
                <a:lnTo>
                  <a:pt x="678" y="861"/>
                </a:lnTo>
                <a:lnTo>
                  <a:pt x="678" y="860"/>
                </a:lnTo>
                <a:lnTo>
                  <a:pt x="678" y="859"/>
                </a:lnTo>
                <a:lnTo>
                  <a:pt x="678" y="858"/>
                </a:lnTo>
                <a:lnTo>
                  <a:pt x="677" y="858"/>
                </a:lnTo>
                <a:lnTo>
                  <a:pt x="677" y="857"/>
                </a:lnTo>
                <a:lnTo>
                  <a:pt x="676" y="857"/>
                </a:lnTo>
                <a:lnTo>
                  <a:pt x="675" y="857"/>
                </a:lnTo>
                <a:lnTo>
                  <a:pt x="675" y="856"/>
                </a:lnTo>
                <a:lnTo>
                  <a:pt x="675" y="855"/>
                </a:lnTo>
                <a:lnTo>
                  <a:pt x="675" y="854"/>
                </a:lnTo>
                <a:lnTo>
                  <a:pt x="674" y="854"/>
                </a:lnTo>
                <a:lnTo>
                  <a:pt x="674" y="853"/>
                </a:lnTo>
                <a:lnTo>
                  <a:pt x="674" y="852"/>
                </a:lnTo>
                <a:lnTo>
                  <a:pt x="673" y="852"/>
                </a:lnTo>
                <a:lnTo>
                  <a:pt x="673" y="850"/>
                </a:lnTo>
                <a:lnTo>
                  <a:pt x="672" y="850"/>
                </a:lnTo>
                <a:lnTo>
                  <a:pt x="671" y="850"/>
                </a:lnTo>
                <a:lnTo>
                  <a:pt x="671" y="849"/>
                </a:lnTo>
                <a:lnTo>
                  <a:pt x="670" y="849"/>
                </a:lnTo>
                <a:lnTo>
                  <a:pt x="670" y="848"/>
                </a:lnTo>
                <a:lnTo>
                  <a:pt x="670" y="849"/>
                </a:lnTo>
                <a:lnTo>
                  <a:pt x="669" y="849"/>
                </a:lnTo>
                <a:lnTo>
                  <a:pt x="668" y="849"/>
                </a:lnTo>
                <a:lnTo>
                  <a:pt x="668" y="848"/>
                </a:lnTo>
                <a:lnTo>
                  <a:pt x="667" y="848"/>
                </a:lnTo>
                <a:lnTo>
                  <a:pt x="667" y="847"/>
                </a:lnTo>
                <a:lnTo>
                  <a:pt x="666" y="847"/>
                </a:lnTo>
                <a:lnTo>
                  <a:pt x="667" y="847"/>
                </a:lnTo>
                <a:lnTo>
                  <a:pt x="666" y="847"/>
                </a:lnTo>
                <a:lnTo>
                  <a:pt x="666" y="846"/>
                </a:lnTo>
                <a:lnTo>
                  <a:pt x="665" y="846"/>
                </a:lnTo>
                <a:lnTo>
                  <a:pt x="665" y="845"/>
                </a:lnTo>
                <a:lnTo>
                  <a:pt x="664" y="845"/>
                </a:lnTo>
                <a:lnTo>
                  <a:pt x="664" y="844"/>
                </a:lnTo>
                <a:lnTo>
                  <a:pt x="664" y="843"/>
                </a:lnTo>
                <a:lnTo>
                  <a:pt x="663" y="843"/>
                </a:lnTo>
                <a:lnTo>
                  <a:pt x="663" y="841"/>
                </a:lnTo>
                <a:lnTo>
                  <a:pt x="663" y="840"/>
                </a:lnTo>
                <a:lnTo>
                  <a:pt x="663" y="839"/>
                </a:lnTo>
                <a:lnTo>
                  <a:pt x="663" y="837"/>
                </a:lnTo>
                <a:lnTo>
                  <a:pt x="663" y="835"/>
                </a:lnTo>
                <a:lnTo>
                  <a:pt x="662" y="835"/>
                </a:lnTo>
                <a:lnTo>
                  <a:pt x="662" y="834"/>
                </a:lnTo>
                <a:lnTo>
                  <a:pt x="663" y="834"/>
                </a:lnTo>
                <a:lnTo>
                  <a:pt x="663" y="833"/>
                </a:lnTo>
                <a:lnTo>
                  <a:pt x="662" y="833"/>
                </a:lnTo>
                <a:lnTo>
                  <a:pt x="662" y="832"/>
                </a:lnTo>
                <a:lnTo>
                  <a:pt x="662" y="831"/>
                </a:lnTo>
                <a:lnTo>
                  <a:pt x="661" y="831"/>
                </a:lnTo>
                <a:lnTo>
                  <a:pt x="661" y="830"/>
                </a:lnTo>
                <a:lnTo>
                  <a:pt x="662" y="830"/>
                </a:lnTo>
                <a:lnTo>
                  <a:pt x="661" y="830"/>
                </a:lnTo>
                <a:lnTo>
                  <a:pt x="661" y="829"/>
                </a:lnTo>
                <a:lnTo>
                  <a:pt x="660" y="829"/>
                </a:lnTo>
                <a:lnTo>
                  <a:pt x="659" y="829"/>
                </a:lnTo>
                <a:lnTo>
                  <a:pt x="658" y="829"/>
                </a:lnTo>
                <a:lnTo>
                  <a:pt x="658" y="833"/>
                </a:lnTo>
                <a:lnTo>
                  <a:pt x="658" y="832"/>
                </a:lnTo>
                <a:lnTo>
                  <a:pt x="657" y="832"/>
                </a:lnTo>
                <a:lnTo>
                  <a:pt x="657" y="833"/>
                </a:lnTo>
                <a:lnTo>
                  <a:pt x="657" y="834"/>
                </a:lnTo>
                <a:lnTo>
                  <a:pt x="656" y="834"/>
                </a:lnTo>
                <a:lnTo>
                  <a:pt x="657" y="834"/>
                </a:lnTo>
                <a:lnTo>
                  <a:pt x="656" y="834"/>
                </a:lnTo>
                <a:lnTo>
                  <a:pt x="656" y="835"/>
                </a:lnTo>
                <a:lnTo>
                  <a:pt x="656" y="836"/>
                </a:lnTo>
                <a:lnTo>
                  <a:pt x="656" y="837"/>
                </a:lnTo>
                <a:lnTo>
                  <a:pt x="656" y="839"/>
                </a:lnTo>
                <a:lnTo>
                  <a:pt x="655" y="839"/>
                </a:lnTo>
                <a:lnTo>
                  <a:pt x="655" y="840"/>
                </a:lnTo>
                <a:lnTo>
                  <a:pt x="654" y="840"/>
                </a:lnTo>
                <a:lnTo>
                  <a:pt x="654" y="841"/>
                </a:lnTo>
                <a:lnTo>
                  <a:pt x="653" y="841"/>
                </a:lnTo>
                <a:lnTo>
                  <a:pt x="653" y="842"/>
                </a:lnTo>
                <a:lnTo>
                  <a:pt x="652" y="842"/>
                </a:lnTo>
                <a:lnTo>
                  <a:pt x="652" y="843"/>
                </a:lnTo>
                <a:lnTo>
                  <a:pt x="651" y="843"/>
                </a:lnTo>
                <a:lnTo>
                  <a:pt x="651" y="842"/>
                </a:lnTo>
                <a:lnTo>
                  <a:pt x="651" y="841"/>
                </a:lnTo>
                <a:lnTo>
                  <a:pt x="651" y="839"/>
                </a:lnTo>
                <a:lnTo>
                  <a:pt x="650" y="839"/>
                </a:lnTo>
                <a:lnTo>
                  <a:pt x="650" y="837"/>
                </a:lnTo>
                <a:lnTo>
                  <a:pt x="651" y="837"/>
                </a:lnTo>
                <a:lnTo>
                  <a:pt x="650" y="837"/>
                </a:lnTo>
                <a:lnTo>
                  <a:pt x="649" y="837"/>
                </a:lnTo>
                <a:lnTo>
                  <a:pt x="649" y="836"/>
                </a:lnTo>
                <a:lnTo>
                  <a:pt x="648" y="836"/>
                </a:lnTo>
                <a:lnTo>
                  <a:pt x="647" y="836"/>
                </a:lnTo>
                <a:lnTo>
                  <a:pt x="646" y="836"/>
                </a:lnTo>
                <a:lnTo>
                  <a:pt x="646" y="835"/>
                </a:lnTo>
                <a:lnTo>
                  <a:pt x="645" y="835"/>
                </a:lnTo>
                <a:lnTo>
                  <a:pt x="644" y="835"/>
                </a:lnTo>
                <a:lnTo>
                  <a:pt x="644" y="834"/>
                </a:lnTo>
                <a:lnTo>
                  <a:pt x="643" y="834"/>
                </a:lnTo>
                <a:lnTo>
                  <a:pt x="642" y="834"/>
                </a:lnTo>
                <a:lnTo>
                  <a:pt x="641" y="834"/>
                </a:lnTo>
                <a:lnTo>
                  <a:pt x="640" y="834"/>
                </a:lnTo>
                <a:lnTo>
                  <a:pt x="639" y="834"/>
                </a:lnTo>
                <a:lnTo>
                  <a:pt x="638" y="834"/>
                </a:lnTo>
                <a:lnTo>
                  <a:pt x="637" y="834"/>
                </a:lnTo>
                <a:lnTo>
                  <a:pt x="636" y="834"/>
                </a:lnTo>
                <a:lnTo>
                  <a:pt x="635" y="834"/>
                </a:lnTo>
                <a:lnTo>
                  <a:pt x="634" y="834"/>
                </a:lnTo>
                <a:lnTo>
                  <a:pt x="634" y="835"/>
                </a:lnTo>
                <a:lnTo>
                  <a:pt x="634" y="836"/>
                </a:lnTo>
                <a:lnTo>
                  <a:pt x="634" y="837"/>
                </a:lnTo>
                <a:lnTo>
                  <a:pt x="633" y="837"/>
                </a:lnTo>
                <a:lnTo>
                  <a:pt x="632" y="837"/>
                </a:lnTo>
                <a:lnTo>
                  <a:pt x="632" y="839"/>
                </a:lnTo>
                <a:lnTo>
                  <a:pt x="632" y="840"/>
                </a:lnTo>
                <a:lnTo>
                  <a:pt x="631" y="840"/>
                </a:lnTo>
                <a:lnTo>
                  <a:pt x="631" y="841"/>
                </a:lnTo>
                <a:lnTo>
                  <a:pt x="631" y="840"/>
                </a:lnTo>
                <a:lnTo>
                  <a:pt x="630" y="840"/>
                </a:lnTo>
                <a:lnTo>
                  <a:pt x="629" y="840"/>
                </a:lnTo>
                <a:lnTo>
                  <a:pt x="628" y="840"/>
                </a:lnTo>
                <a:lnTo>
                  <a:pt x="628" y="839"/>
                </a:lnTo>
                <a:lnTo>
                  <a:pt x="628" y="837"/>
                </a:lnTo>
                <a:lnTo>
                  <a:pt x="627" y="837"/>
                </a:lnTo>
                <a:lnTo>
                  <a:pt x="626" y="837"/>
                </a:lnTo>
                <a:lnTo>
                  <a:pt x="626" y="839"/>
                </a:lnTo>
                <a:lnTo>
                  <a:pt x="625" y="839"/>
                </a:lnTo>
                <a:lnTo>
                  <a:pt x="624" y="839"/>
                </a:lnTo>
                <a:lnTo>
                  <a:pt x="623" y="839"/>
                </a:lnTo>
                <a:lnTo>
                  <a:pt x="623" y="840"/>
                </a:lnTo>
                <a:lnTo>
                  <a:pt x="621" y="840"/>
                </a:lnTo>
                <a:lnTo>
                  <a:pt x="621" y="839"/>
                </a:lnTo>
                <a:lnTo>
                  <a:pt x="620" y="839"/>
                </a:lnTo>
                <a:lnTo>
                  <a:pt x="619" y="839"/>
                </a:lnTo>
                <a:lnTo>
                  <a:pt x="619" y="837"/>
                </a:lnTo>
                <a:lnTo>
                  <a:pt x="619" y="836"/>
                </a:lnTo>
                <a:lnTo>
                  <a:pt x="618" y="836"/>
                </a:lnTo>
                <a:lnTo>
                  <a:pt x="618" y="835"/>
                </a:lnTo>
                <a:lnTo>
                  <a:pt x="617" y="835"/>
                </a:lnTo>
                <a:lnTo>
                  <a:pt x="617" y="834"/>
                </a:lnTo>
                <a:lnTo>
                  <a:pt x="616" y="834"/>
                </a:lnTo>
                <a:lnTo>
                  <a:pt x="615" y="834"/>
                </a:lnTo>
                <a:lnTo>
                  <a:pt x="615" y="833"/>
                </a:lnTo>
                <a:lnTo>
                  <a:pt x="614" y="833"/>
                </a:lnTo>
                <a:lnTo>
                  <a:pt x="614" y="834"/>
                </a:lnTo>
                <a:lnTo>
                  <a:pt x="613" y="834"/>
                </a:lnTo>
                <a:lnTo>
                  <a:pt x="613" y="835"/>
                </a:lnTo>
                <a:lnTo>
                  <a:pt x="612" y="835"/>
                </a:lnTo>
                <a:lnTo>
                  <a:pt x="612" y="834"/>
                </a:lnTo>
                <a:lnTo>
                  <a:pt x="611" y="834"/>
                </a:lnTo>
                <a:lnTo>
                  <a:pt x="610" y="834"/>
                </a:lnTo>
                <a:lnTo>
                  <a:pt x="609" y="834"/>
                </a:lnTo>
                <a:lnTo>
                  <a:pt x="608" y="834"/>
                </a:lnTo>
                <a:lnTo>
                  <a:pt x="608" y="833"/>
                </a:lnTo>
                <a:lnTo>
                  <a:pt x="608" y="834"/>
                </a:lnTo>
                <a:lnTo>
                  <a:pt x="607" y="834"/>
                </a:lnTo>
                <a:lnTo>
                  <a:pt x="607" y="833"/>
                </a:lnTo>
                <a:lnTo>
                  <a:pt x="606" y="833"/>
                </a:lnTo>
                <a:lnTo>
                  <a:pt x="606" y="832"/>
                </a:lnTo>
                <a:lnTo>
                  <a:pt x="607" y="832"/>
                </a:lnTo>
                <a:lnTo>
                  <a:pt x="607" y="831"/>
                </a:lnTo>
                <a:lnTo>
                  <a:pt x="607" y="830"/>
                </a:lnTo>
                <a:lnTo>
                  <a:pt x="608" y="830"/>
                </a:lnTo>
                <a:lnTo>
                  <a:pt x="608" y="829"/>
                </a:lnTo>
                <a:lnTo>
                  <a:pt x="608" y="828"/>
                </a:lnTo>
                <a:lnTo>
                  <a:pt x="608" y="827"/>
                </a:lnTo>
                <a:lnTo>
                  <a:pt x="607" y="827"/>
                </a:lnTo>
                <a:lnTo>
                  <a:pt x="607" y="826"/>
                </a:lnTo>
                <a:lnTo>
                  <a:pt x="607" y="825"/>
                </a:lnTo>
                <a:lnTo>
                  <a:pt x="607" y="824"/>
                </a:lnTo>
                <a:lnTo>
                  <a:pt x="607" y="823"/>
                </a:lnTo>
                <a:lnTo>
                  <a:pt x="606" y="823"/>
                </a:lnTo>
                <a:lnTo>
                  <a:pt x="606" y="822"/>
                </a:lnTo>
                <a:lnTo>
                  <a:pt x="606" y="821"/>
                </a:lnTo>
                <a:lnTo>
                  <a:pt x="606" y="820"/>
                </a:lnTo>
                <a:lnTo>
                  <a:pt x="607" y="820"/>
                </a:lnTo>
                <a:lnTo>
                  <a:pt x="607" y="819"/>
                </a:lnTo>
                <a:lnTo>
                  <a:pt x="607" y="818"/>
                </a:lnTo>
                <a:lnTo>
                  <a:pt x="608" y="818"/>
                </a:lnTo>
                <a:lnTo>
                  <a:pt x="609" y="818"/>
                </a:lnTo>
                <a:lnTo>
                  <a:pt x="610" y="818"/>
                </a:lnTo>
                <a:lnTo>
                  <a:pt x="611" y="818"/>
                </a:lnTo>
                <a:lnTo>
                  <a:pt x="611" y="817"/>
                </a:lnTo>
                <a:lnTo>
                  <a:pt x="611" y="816"/>
                </a:lnTo>
                <a:lnTo>
                  <a:pt x="611" y="815"/>
                </a:lnTo>
                <a:lnTo>
                  <a:pt x="612" y="815"/>
                </a:lnTo>
                <a:lnTo>
                  <a:pt x="612" y="814"/>
                </a:lnTo>
                <a:lnTo>
                  <a:pt x="611" y="814"/>
                </a:lnTo>
                <a:lnTo>
                  <a:pt x="612" y="814"/>
                </a:lnTo>
                <a:lnTo>
                  <a:pt x="612" y="813"/>
                </a:lnTo>
                <a:lnTo>
                  <a:pt x="612" y="814"/>
                </a:lnTo>
                <a:lnTo>
                  <a:pt x="613" y="814"/>
                </a:lnTo>
                <a:lnTo>
                  <a:pt x="613" y="813"/>
                </a:lnTo>
                <a:lnTo>
                  <a:pt x="613" y="814"/>
                </a:lnTo>
                <a:lnTo>
                  <a:pt x="613" y="813"/>
                </a:lnTo>
                <a:lnTo>
                  <a:pt x="613" y="812"/>
                </a:lnTo>
                <a:lnTo>
                  <a:pt x="614" y="812"/>
                </a:lnTo>
                <a:lnTo>
                  <a:pt x="613" y="811"/>
                </a:lnTo>
                <a:lnTo>
                  <a:pt x="614" y="811"/>
                </a:lnTo>
                <a:lnTo>
                  <a:pt x="613" y="811"/>
                </a:lnTo>
                <a:lnTo>
                  <a:pt x="613" y="810"/>
                </a:lnTo>
                <a:lnTo>
                  <a:pt x="614" y="810"/>
                </a:lnTo>
                <a:lnTo>
                  <a:pt x="614" y="809"/>
                </a:lnTo>
                <a:lnTo>
                  <a:pt x="613" y="809"/>
                </a:lnTo>
                <a:lnTo>
                  <a:pt x="613" y="808"/>
                </a:lnTo>
                <a:lnTo>
                  <a:pt x="613" y="807"/>
                </a:lnTo>
                <a:lnTo>
                  <a:pt x="612" y="807"/>
                </a:lnTo>
                <a:lnTo>
                  <a:pt x="613" y="807"/>
                </a:lnTo>
                <a:lnTo>
                  <a:pt x="613" y="806"/>
                </a:lnTo>
                <a:lnTo>
                  <a:pt x="614" y="806"/>
                </a:lnTo>
                <a:lnTo>
                  <a:pt x="614" y="805"/>
                </a:lnTo>
                <a:lnTo>
                  <a:pt x="614" y="804"/>
                </a:lnTo>
                <a:lnTo>
                  <a:pt x="615" y="804"/>
                </a:lnTo>
                <a:lnTo>
                  <a:pt x="614" y="804"/>
                </a:lnTo>
                <a:lnTo>
                  <a:pt x="614" y="803"/>
                </a:lnTo>
                <a:lnTo>
                  <a:pt x="613" y="803"/>
                </a:lnTo>
                <a:lnTo>
                  <a:pt x="614" y="803"/>
                </a:lnTo>
                <a:lnTo>
                  <a:pt x="614" y="802"/>
                </a:lnTo>
                <a:lnTo>
                  <a:pt x="613" y="802"/>
                </a:lnTo>
                <a:lnTo>
                  <a:pt x="612" y="802"/>
                </a:lnTo>
                <a:lnTo>
                  <a:pt x="611" y="802"/>
                </a:lnTo>
                <a:lnTo>
                  <a:pt x="610" y="802"/>
                </a:lnTo>
                <a:lnTo>
                  <a:pt x="610" y="801"/>
                </a:lnTo>
                <a:lnTo>
                  <a:pt x="610" y="800"/>
                </a:lnTo>
                <a:lnTo>
                  <a:pt x="609" y="800"/>
                </a:lnTo>
                <a:lnTo>
                  <a:pt x="609" y="799"/>
                </a:lnTo>
                <a:lnTo>
                  <a:pt x="608" y="799"/>
                </a:lnTo>
                <a:lnTo>
                  <a:pt x="608" y="798"/>
                </a:lnTo>
                <a:lnTo>
                  <a:pt x="607" y="798"/>
                </a:lnTo>
                <a:lnTo>
                  <a:pt x="606" y="798"/>
                </a:lnTo>
                <a:lnTo>
                  <a:pt x="605" y="798"/>
                </a:lnTo>
                <a:lnTo>
                  <a:pt x="605" y="799"/>
                </a:lnTo>
                <a:lnTo>
                  <a:pt x="604" y="799"/>
                </a:lnTo>
                <a:lnTo>
                  <a:pt x="603" y="799"/>
                </a:lnTo>
                <a:lnTo>
                  <a:pt x="603" y="798"/>
                </a:lnTo>
                <a:lnTo>
                  <a:pt x="602" y="798"/>
                </a:lnTo>
                <a:lnTo>
                  <a:pt x="601" y="798"/>
                </a:lnTo>
                <a:lnTo>
                  <a:pt x="601" y="799"/>
                </a:lnTo>
                <a:lnTo>
                  <a:pt x="601" y="800"/>
                </a:lnTo>
                <a:lnTo>
                  <a:pt x="600" y="800"/>
                </a:lnTo>
                <a:lnTo>
                  <a:pt x="600" y="801"/>
                </a:lnTo>
                <a:lnTo>
                  <a:pt x="599" y="801"/>
                </a:lnTo>
                <a:lnTo>
                  <a:pt x="599" y="802"/>
                </a:lnTo>
                <a:lnTo>
                  <a:pt x="598" y="802"/>
                </a:lnTo>
                <a:lnTo>
                  <a:pt x="598" y="803"/>
                </a:lnTo>
                <a:lnTo>
                  <a:pt x="597" y="803"/>
                </a:lnTo>
                <a:lnTo>
                  <a:pt x="597" y="804"/>
                </a:lnTo>
                <a:lnTo>
                  <a:pt x="597" y="803"/>
                </a:lnTo>
                <a:lnTo>
                  <a:pt x="597" y="804"/>
                </a:lnTo>
                <a:lnTo>
                  <a:pt x="596" y="804"/>
                </a:lnTo>
                <a:lnTo>
                  <a:pt x="596" y="805"/>
                </a:lnTo>
                <a:lnTo>
                  <a:pt x="596" y="806"/>
                </a:lnTo>
                <a:lnTo>
                  <a:pt x="595" y="806"/>
                </a:lnTo>
                <a:lnTo>
                  <a:pt x="596" y="806"/>
                </a:lnTo>
                <a:lnTo>
                  <a:pt x="596" y="807"/>
                </a:lnTo>
                <a:lnTo>
                  <a:pt x="595" y="807"/>
                </a:lnTo>
                <a:lnTo>
                  <a:pt x="595" y="808"/>
                </a:lnTo>
                <a:lnTo>
                  <a:pt x="594" y="808"/>
                </a:lnTo>
                <a:lnTo>
                  <a:pt x="593" y="808"/>
                </a:lnTo>
                <a:lnTo>
                  <a:pt x="592" y="808"/>
                </a:lnTo>
                <a:lnTo>
                  <a:pt x="592" y="809"/>
                </a:lnTo>
                <a:lnTo>
                  <a:pt x="592" y="808"/>
                </a:lnTo>
                <a:lnTo>
                  <a:pt x="592" y="807"/>
                </a:lnTo>
                <a:lnTo>
                  <a:pt x="591" y="807"/>
                </a:lnTo>
                <a:lnTo>
                  <a:pt x="590" y="807"/>
                </a:lnTo>
                <a:lnTo>
                  <a:pt x="589" y="807"/>
                </a:lnTo>
                <a:lnTo>
                  <a:pt x="589" y="808"/>
                </a:lnTo>
                <a:lnTo>
                  <a:pt x="588" y="808"/>
                </a:lnTo>
                <a:lnTo>
                  <a:pt x="588" y="807"/>
                </a:lnTo>
                <a:lnTo>
                  <a:pt x="588" y="808"/>
                </a:lnTo>
                <a:lnTo>
                  <a:pt x="587" y="808"/>
                </a:lnTo>
                <a:lnTo>
                  <a:pt x="586" y="808"/>
                </a:lnTo>
                <a:lnTo>
                  <a:pt x="585" y="809"/>
                </a:lnTo>
                <a:lnTo>
                  <a:pt x="585" y="808"/>
                </a:lnTo>
                <a:lnTo>
                  <a:pt x="585" y="809"/>
                </a:lnTo>
                <a:lnTo>
                  <a:pt x="584" y="809"/>
                </a:lnTo>
                <a:lnTo>
                  <a:pt x="584" y="810"/>
                </a:lnTo>
                <a:lnTo>
                  <a:pt x="584" y="809"/>
                </a:lnTo>
                <a:lnTo>
                  <a:pt x="583" y="809"/>
                </a:lnTo>
                <a:lnTo>
                  <a:pt x="582" y="809"/>
                </a:lnTo>
                <a:lnTo>
                  <a:pt x="582" y="808"/>
                </a:lnTo>
                <a:lnTo>
                  <a:pt x="581" y="808"/>
                </a:lnTo>
                <a:lnTo>
                  <a:pt x="580" y="808"/>
                </a:lnTo>
                <a:lnTo>
                  <a:pt x="580" y="807"/>
                </a:lnTo>
                <a:lnTo>
                  <a:pt x="579" y="807"/>
                </a:lnTo>
                <a:lnTo>
                  <a:pt x="578" y="807"/>
                </a:lnTo>
                <a:lnTo>
                  <a:pt x="578" y="806"/>
                </a:lnTo>
                <a:lnTo>
                  <a:pt x="577" y="806"/>
                </a:lnTo>
                <a:lnTo>
                  <a:pt x="576" y="806"/>
                </a:lnTo>
                <a:lnTo>
                  <a:pt x="575" y="805"/>
                </a:lnTo>
                <a:lnTo>
                  <a:pt x="574" y="805"/>
                </a:lnTo>
                <a:lnTo>
                  <a:pt x="573" y="805"/>
                </a:lnTo>
                <a:lnTo>
                  <a:pt x="572" y="805"/>
                </a:lnTo>
                <a:lnTo>
                  <a:pt x="572" y="804"/>
                </a:lnTo>
                <a:lnTo>
                  <a:pt x="571" y="804"/>
                </a:lnTo>
                <a:lnTo>
                  <a:pt x="571" y="803"/>
                </a:lnTo>
                <a:lnTo>
                  <a:pt x="570" y="803"/>
                </a:lnTo>
                <a:lnTo>
                  <a:pt x="569" y="803"/>
                </a:lnTo>
                <a:lnTo>
                  <a:pt x="569" y="802"/>
                </a:lnTo>
                <a:lnTo>
                  <a:pt x="570" y="802"/>
                </a:lnTo>
                <a:lnTo>
                  <a:pt x="570" y="801"/>
                </a:lnTo>
                <a:lnTo>
                  <a:pt x="569" y="801"/>
                </a:lnTo>
                <a:lnTo>
                  <a:pt x="570" y="801"/>
                </a:lnTo>
                <a:lnTo>
                  <a:pt x="570" y="800"/>
                </a:lnTo>
                <a:lnTo>
                  <a:pt x="570" y="799"/>
                </a:lnTo>
                <a:lnTo>
                  <a:pt x="569" y="799"/>
                </a:lnTo>
                <a:lnTo>
                  <a:pt x="568" y="799"/>
                </a:lnTo>
                <a:lnTo>
                  <a:pt x="567" y="799"/>
                </a:lnTo>
                <a:lnTo>
                  <a:pt x="567" y="798"/>
                </a:lnTo>
                <a:lnTo>
                  <a:pt x="567" y="797"/>
                </a:lnTo>
                <a:lnTo>
                  <a:pt x="566" y="797"/>
                </a:lnTo>
                <a:lnTo>
                  <a:pt x="566" y="796"/>
                </a:lnTo>
                <a:lnTo>
                  <a:pt x="565" y="796"/>
                </a:lnTo>
                <a:lnTo>
                  <a:pt x="565" y="795"/>
                </a:lnTo>
                <a:lnTo>
                  <a:pt x="565" y="794"/>
                </a:lnTo>
                <a:lnTo>
                  <a:pt x="564" y="794"/>
                </a:lnTo>
                <a:lnTo>
                  <a:pt x="564" y="793"/>
                </a:lnTo>
                <a:lnTo>
                  <a:pt x="563" y="793"/>
                </a:lnTo>
                <a:lnTo>
                  <a:pt x="562" y="793"/>
                </a:lnTo>
                <a:lnTo>
                  <a:pt x="561" y="793"/>
                </a:lnTo>
                <a:lnTo>
                  <a:pt x="560" y="793"/>
                </a:lnTo>
                <a:lnTo>
                  <a:pt x="559" y="793"/>
                </a:lnTo>
                <a:lnTo>
                  <a:pt x="558" y="793"/>
                </a:lnTo>
                <a:lnTo>
                  <a:pt x="558" y="792"/>
                </a:lnTo>
                <a:lnTo>
                  <a:pt x="557" y="792"/>
                </a:lnTo>
                <a:lnTo>
                  <a:pt x="557" y="791"/>
                </a:lnTo>
                <a:lnTo>
                  <a:pt x="556" y="791"/>
                </a:lnTo>
                <a:lnTo>
                  <a:pt x="556" y="792"/>
                </a:lnTo>
                <a:lnTo>
                  <a:pt x="555" y="792"/>
                </a:lnTo>
                <a:lnTo>
                  <a:pt x="554" y="792"/>
                </a:lnTo>
                <a:lnTo>
                  <a:pt x="553" y="792"/>
                </a:lnTo>
                <a:lnTo>
                  <a:pt x="553" y="791"/>
                </a:lnTo>
                <a:lnTo>
                  <a:pt x="553" y="792"/>
                </a:lnTo>
                <a:lnTo>
                  <a:pt x="552" y="792"/>
                </a:lnTo>
                <a:lnTo>
                  <a:pt x="551" y="792"/>
                </a:lnTo>
                <a:lnTo>
                  <a:pt x="551" y="793"/>
                </a:lnTo>
                <a:lnTo>
                  <a:pt x="550" y="793"/>
                </a:lnTo>
                <a:lnTo>
                  <a:pt x="550" y="792"/>
                </a:lnTo>
                <a:lnTo>
                  <a:pt x="550" y="791"/>
                </a:lnTo>
                <a:lnTo>
                  <a:pt x="549" y="791"/>
                </a:lnTo>
                <a:lnTo>
                  <a:pt x="549" y="792"/>
                </a:lnTo>
                <a:lnTo>
                  <a:pt x="549" y="791"/>
                </a:lnTo>
                <a:lnTo>
                  <a:pt x="548" y="791"/>
                </a:lnTo>
                <a:lnTo>
                  <a:pt x="548" y="790"/>
                </a:lnTo>
                <a:lnTo>
                  <a:pt x="547" y="790"/>
                </a:lnTo>
                <a:lnTo>
                  <a:pt x="546" y="790"/>
                </a:lnTo>
                <a:lnTo>
                  <a:pt x="546" y="789"/>
                </a:lnTo>
                <a:lnTo>
                  <a:pt x="546" y="788"/>
                </a:lnTo>
                <a:lnTo>
                  <a:pt x="547" y="788"/>
                </a:lnTo>
                <a:lnTo>
                  <a:pt x="547" y="787"/>
                </a:lnTo>
                <a:lnTo>
                  <a:pt x="546" y="787"/>
                </a:lnTo>
                <a:lnTo>
                  <a:pt x="546" y="786"/>
                </a:lnTo>
                <a:lnTo>
                  <a:pt x="545" y="786"/>
                </a:lnTo>
                <a:lnTo>
                  <a:pt x="546" y="786"/>
                </a:lnTo>
                <a:lnTo>
                  <a:pt x="546" y="785"/>
                </a:lnTo>
                <a:lnTo>
                  <a:pt x="545" y="785"/>
                </a:lnTo>
                <a:lnTo>
                  <a:pt x="545" y="784"/>
                </a:lnTo>
                <a:lnTo>
                  <a:pt x="546" y="784"/>
                </a:lnTo>
                <a:lnTo>
                  <a:pt x="545" y="784"/>
                </a:lnTo>
                <a:lnTo>
                  <a:pt x="545" y="783"/>
                </a:lnTo>
                <a:lnTo>
                  <a:pt x="544" y="783"/>
                </a:lnTo>
                <a:lnTo>
                  <a:pt x="543" y="783"/>
                </a:lnTo>
                <a:lnTo>
                  <a:pt x="542" y="782"/>
                </a:lnTo>
                <a:lnTo>
                  <a:pt x="543" y="782"/>
                </a:lnTo>
                <a:lnTo>
                  <a:pt x="543" y="781"/>
                </a:lnTo>
                <a:lnTo>
                  <a:pt x="543" y="780"/>
                </a:lnTo>
                <a:lnTo>
                  <a:pt x="542" y="780"/>
                </a:lnTo>
                <a:lnTo>
                  <a:pt x="541" y="780"/>
                </a:lnTo>
                <a:lnTo>
                  <a:pt x="540" y="780"/>
                </a:lnTo>
                <a:lnTo>
                  <a:pt x="539" y="780"/>
                </a:lnTo>
                <a:lnTo>
                  <a:pt x="538" y="780"/>
                </a:lnTo>
                <a:lnTo>
                  <a:pt x="538" y="779"/>
                </a:lnTo>
                <a:lnTo>
                  <a:pt x="537" y="779"/>
                </a:lnTo>
                <a:lnTo>
                  <a:pt x="537" y="780"/>
                </a:lnTo>
                <a:lnTo>
                  <a:pt x="536" y="780"/>
                </a:lnTo>
                <a:lnTo>
                  <a:pt x="535" y="780"/>
                </a:lnTo>
                <a:lnTo>
                  <a:pt x="535" y="779"/>
                </a:lnTo>
                <a:lnTo>
                  <a:pt x="534" y="779"/>
                </a:lnTo>
                <a:lnTo>
                  <a:pt x="533" y="779"/>
                </a:lnTo>
                <a:lnTo>
                  <a:pt x="533" y="778"/>
                </a:lnTo>
                <a:lnTo>
                  <a:pt x="532" y="778"/>
                </a:lnTo>
                <a:lnTo>
                  <a:pt x="532" y="777"/>
                </a:lnTo>
                <a:lnTo>
                  <a:pt x="531" y="777"/>
                </a:lnTo>
                <a:lnTo>
                  <a:pt x="531" y="776"/>
                </a:lnTo>
                <a:lnTo>
                  <a:pt x="530" y="776"/>
                </a:lnTo>
                <a:lnTo>
                  <a:pt x="530" y="777"/>
                </a:lnTo>
                <a:lnTo>
                  <a:pt x="528" y="777"/>
                </a:lnTo>
                <a:lnTo>
                  <a:pt x="527" y="777"/>
                </a:lnTo>
                <a:lnTo>
                  <a:pt x="527" y="776"/>
                </a:lnTo>
                <a:lnTo>
                  <a:pt x="527" y="775"/>
                </a:lnTo>
                <a:lnTo>
                  <a:pt x="526" y="775"/>
                </a:lnTo>
                <a:lnTo>
                  <a:pt x="526" y="774"/>
                </a:lnTo>
                <a:lnTo>
                  <a:pt x="527" y="774"/>
                </a:lnTo>
                <a:lnTo>
                  <a:pt x="527" y="773"/>
                </a:lnTo>
                <a:lnTo>
                  <a:pt x="527" y="772"/>
                </a:lnTo>
                <a:lnTo>
                  <a:pt x="527" y="771"/>
                </a:lnTo>
                <a:lnTo>
                  <a:pt x="527" y="770"/>
                </a:lnTo>
                <a:lnTo>
                  <a:pt x="528" y="770"/>
                </a:lnTo>
                <a:lnTo>
                  <a:pt x="528" y="769"/>
                </a:lnTo>
                <a:lnTo>
                  <a:pt x="528" y="768"/>
                </a:lnTo>
                <a:lnTo>
                  <a:pt x="528" y="767"/>
                </a:lnTo>
                <a:lnTo>
                  <a:pt x="528" y="766"/>
                </a:lnTo>
                <a:lnTo>
                  <a:pt x="528" y="765"/>
                </a:lnTo>
                <a:lnTo>
                  <a:pt x="529" y="765"/>
                </a:lnTo>
                <a:lnTo>
                  <a:pt x="529" y="764"/>
                </a:lnTo>
                <a:lnTo>
                  <a:pt x="529" y="763"/>
                </a:lnTo>
                <a:lnTo>
                  <a:pt x="529" y="762"/>
                </a:lnTo>
                <a:lnTo>
                  <a:pt x="529" y="761"/>
                </a:lnTo>
                <a:lnTo>
                  <a:pt x="528" y="761"/>
                </a:lnTo>
                <a:lnTo>
                  <a:pt x="527" y="761"/>
                </a:lnTo>
                <a:lnTo>
                  <a:pt x="527" y="760"/>
                </a:lnTo>
                <a:lnTo>
                  <a:pt x="525" y="760"/>
                </a:lnTo>
                <a:lnTo>
                  <a:pt x="525" y="761"/>
                </a:lnTo>
                <a:lnTo>
                  <a:pt x="524" y="761"/>
                </a:lnTo>
                <a:lnTo>
                  <a:pt x="524" y="760"/>
                </a:lnTo>
                <a:lnTo>
                  <a:pt x="523" y="760"/>
                </a:lnTo>
                <a:lnTo>
                  <a:pt x="523" y="759"/>
                </a:lnTo>
                <a:lnTo>
                  <a:pt x="523" y="758"/>
                </a:lnTo>
                <a:lnTo>
                  <a:pt x="523" y="757"/>
                </a:lnTo>
                <a:lnTo>
                  <a:pt x="524" y="757"/>
                </a:lnTo>
                <a:lnTo>
                  <a:pt x="524" y="756"/>
                </a:lnTo>
                <a:lnTo>
                  <a:pt x="524" y="755"/>
                </a:lnTo>
                <a:lnTo>
                  <a:pt x="525" y="755"/>
                </a:lnTo>
                <a:lnTo>
                  <a:pt x="525" y="754"/>
                </a:lnTo>
                <a:lnTo>
                  <a:pt x="524" y="754"/>
                </a:lnTo>
                <a:lnTo>
                  <a:pt x="525" y="754"/>
                </a:lnTo>
                <a:lnTo>
                  <a:pt x="525" y="753"/>
                </a:lnTo>
                <a:lnTo>
                  <a:pt x="523" y="753"/>
                </a:lnTo>
                <a:lnTo>
                  <a:pt x="522" y="753"/>
                </a:lnTo>
                <a:lnTo>
                  <a:pt x="522" y="752"/>
                </a:lnTo>
                <a:lnTo>
                  <a:pt x="522" y="750"/>
                </a:lnTo>
                <a:lnTo>
                  <a:pt x="522" y="749"/>
                </a:lnTo>
                <a:lnTo>
                  <a:pt x="521" y="749"/>
                </a:lnTo>
                <a:lnTo>
                  <a:pt x="522" y="749"/>
                </a:lnTo>
                <a:lnTo>
                  <a:pt x="522" y="748"/>
                </a:lnTo>
                <a:lnTo>
                  <a:pt x="521" y="748"/>
                </a:lnTo>
                <a:lnTo>
                  <a:pt x="521" y="747"/>
                </a:lnTo>
                <a:lnTo>
                  <a:pt x="521" y="746"/>
                </a:lnTo>
                <a:lnTo>
                  <a:pt x="522" y="746"/>
                </a:lnTo>
                <a:lnTo>
                  <a:pt x="521" y="746"/>
                </a:lnTo>
                <a:lnTo>
                  <a:pt x="521" y="745"/>
                </a:lnTo>
                <a:lnTo>
                  <a:pt x="522" y="745"/>
                </a:lnTo>
                <a:lnTo>
                  <a:pt x="523" y="745"/>
                </a:lnTo>
                <a:lnTo>
                  <a:pt x="523" y="744"/>
                </a:lnTo>
                <a:lnTo>
                  <a:pt x="523" y="745"/>
                </a:lnTo>
                <a:lnTo>
                  <a:pt x="524" y="745"/>
                </a:lnTo>
                <a:lnTo>
                  <a:pt x="524" y="744"/>
                </a:lnTo>
                <a:lnTo>
                  <a:pt x="524" y="743"/>
                </a:lnTo>
                <a:lnTo>
                  <a:pt x="524" y="742"/>
                </a:lnTo>
                <a:lnTo>
                  <a:pt x="525" y="742"/>
                </a:lnTo>
                <a:lnTo>
                  <a:pt x="525" y="741"/>
                </a:lnTo>
                <a:lnTo>
                  <a:pt x="524" y="741"/>
                </a:lnTo>
                <a:lnTo>
                  <a:pt x="523" y="741"/>
                </a:lnTo>
                <a:lnTo>
                  <a:pt x="522" y="741"/>
                </a:lnTo>
                <a:lnTo>
                  <a:pt x="520" y="741"/>
                </a:lnTo>
                <a:lnTo>
                  <a:pt x="519" y="741"/>
                </a:lnTo>
                <a:lnTo>
                  <a:pt x="518" y="741"/>
                </a:lnTo>
                <a:lnTo>
                  <a:pt x="517" y="741"/>
                </a:lnTo>
                <a:lnTo>
                  <a:pt x="517" y="740"/>
                </a:lnTo>
                <a:lnTo>
                  <a:pt x="517" y="739"/>
                </a:lnTo>
                <a:lnTo>
                  <a:pt x="517" y="738"/>
                </a:lnTo>
                <a:lnTo>
                  <a:pt x="518" y="738"/>
                </a:lnTo>
                <a:lnTo>
                  <a:pt x="517" y="738"/>
                </a:lnTo>
                <a:lnTo>
                  <a:pt x="517" y="737"/>
                </a:lnTo>
                <a:lnTo>
                  <a:pt x="516" y="737"/>
                </a:lnTo>
                <a:lnTo>
                  <a:pt x="516" y="736"/>
                </a:lnTo>
                <a:lnTo>
                  <a:pt x="515" y="736"/>
                </a:lnTo>
                <a:lnTo>
                  <a:pt x="514" y="736"/>
                </a:lnTo>
                <a:lnTo>
                  <a:pt x="513" y="736"/>
                </a:lnTo>
                <a:lnTo>
                  <a:pt x="513" y="737"/>
                </a:lnTo>
                <a:lnTo>
                  <a:pt x="513" y="736"/>
                </a:lnTo>
                <a:lnTo>
                  <a:pt x="512" y="736"/>
                </a:lnTo>
                <a:lnTo>
                  <a:pt x="511" y="736"/>
                </a:lnTo>
                <a:lnTo>
                  <a:pt x="511" y="735"/>
                </a:lnTo>
                <a:lnTo>
                  <a:pt x="510" y="735"/>
                </a:lnTo>
                <a:lnTo>
                  <a:pt x="510" y="736"/>
                </a:lnTo>
                <a:lnTo>
                  <a:pt x="509" y="736"/>
                </a:lnTo>
                <a:lnTo>
                  <a:pt x="509" y="737"/>
                </a:lnTo>
                <a:lnTo>
                  <a:pt x="509" y="736"/>
                </a:lnTo>
                <a:lnTo>
                  <a:pt x="508" y="736"/>
                </a:lnTo>
                <a:lnTo>
                  <a:pt x="507" y="736"/>
                </a:lnTo>
                <a:lnTo>
                  <a:pt x="507" y="735"/>
                </a:lnTo>
                <a:lnTo>
                  <a:pt x="507" y="736"/>
                </a:lnTo>
                <a:lnTo>
                  <a:pt x="506" y="736"/>
                </a:lnTo>
                <a:lnTo>
                  <a:pt x="506" y="735"/>
                </a:lnTo>
                <a:lnTo>
                  <a:pt x="505" y="735"/>
                </a:lnTo>
                <a:lnTo>
                  <a:pt x="506" y="735"/>
                </a:lnTo>
                <a:lnTo>
                  <a:pt x="506" y="734"/>
                </a:lnTo>
                <a:lnTo>
                  <a:pt x="507" y="734"/>
                </a:lnTo>
                <a:lnTo>
                  <a:pt x="506" y="734"/>
                </a:lnTo>
                <a:lnTo>
                  <a:pt x="506" y="733"/>
                </a:lnTo>
                <a:lnTo>
                  <a:pt x="505" y="733"/>
                </a:lnTo>
                <a:lnTo>
                  <a:pt x="504" y="732"/>
                </a:lnTo>
                <a:lnTo>
                  <a:pt x="503" y="732"/>
                </a:lnTo>
                <a:lnTo>
                  <a:pt x="502" y="733"/>
                </a:lnTo>
                <a:lnTo>
                  <a:pt x="501" y="733"/>
                </a:lnTo>
                <a:lnTo>
                  <a:pt x="500" y="733"/>
                </a:lnTo>
                <a:lnTo>
                  <a:pt x="499" y="733"/>
                </a:lnTo>
                <a:lnTo>
                  <a:pt x="498" y="733"/>
                </a:lnTo>
                <a:lnTo>
                  <a:pt x="498" y="732"/>
                </a:lnTo>
                <a:lnTo>
                  <a:pt x="498" y="733"/>
                </a:lnTo>
                <a:lnTo>
                  <a:pt x="497" y="733"/>
                </a:lnTo>
                <a:lnTo>
                  <a:pt x="496" y="733"/>
                </a:lnTo>
                <a:lnTo>
                  <a:pt x="495" y="733"/>
                </a:lnTo>
                <a:lnTo>
                  <a:pt x="495" y="734"/>
                </a:lnTo>
                <a:lnTo>
                  <a:pt x="494" y="734"/>
                </a:lnTo>
                <a:lnTo>
                  <a:pt x="493" y="734"/>
                </a:lnTo>
                <a:lnTo>
                  <a:pt x="493" y="735"/>
                </a:lnTo>
                <a:lnTo>
                  <a:pt x="492" y="735"/>
                </a:lnTo>
                <a:lnTo>
                  <a:pt x="491" y="735"/>
                </a:lnTo>
                <a:lnTo>
                  <a:pt x="490" y="735"/>
                </a:lnTo>
                <a:lnTo>
                  <a:pt x="489" y="735"/>
                </a:lnTo>
                <a:lnTo>
                  <a:pt x="489" y="736"/>
                </a:lnTo>
                <a:lnTo>
                  <a:pt x="489" y="737"/>
                </a:lnTo>
                <a:lnTo>
                  <a:pt x="488" y="737"/>
                </a:lnTo>
                <a:lnTo>
                  <a:pt x="488" y="738"/>
                </a:lnTo>
                <a:lnTo>
                  <a:pt x="488" y="739"/>
                </a:lnTo>
                <a:lnTo>
                  <a:pt x="489" y="739"/>
                </a:lnTo>
                <a:lnTo>
                  <a:pt x="489" y="740"/>
                </a:lnTo>
                <a:lnTo>
                  <a:pt x="488" y="740"/>
                </a:lnTo>
                <a:lnTo>
                  <a:pt x="487" y="740"/>
                </a:lnTo>
                <a:lnTo>
                  <a:pt x="487" y="741"/>
                </a:lnTo>
                <a:lnTo>
                  <a:pt x="487" y="740"/>
                </a:lnTo>
                <a:lnTo>
                  <a:pt x="486" y="740"/>
                </a:lnTo>
                <a:lnTo>
                  <a:pt x="486" y="741"/>
                </a:lnTo>
                <a:lnTo>
                  <a:pt x="485" y="741"/>
                </a:lnTo>
                <a:lnTo>
                  <a:pt x="484" y="741"/>
                </a:lnTo>
                <a:lnTo>
                  <a:pt x="483" y="741"/>
                </a:lnTo>
                <a:lnTo>
                  <a:pt x="482" y="741"/>
                </a:lnTo>
                <a:lnTo>
                  <a:pt x="481" y="741"/>
                </a:lnTo>
                <a:lnTo>
                  <a:pt x="480" y="741"/>
                </a:lnTo>
                <a:lnTo>
                  <a:pt x="480" y="742"/>
                </a:lnTo>
                <a:lnTo>
                  <a:pt x="479" y="742"/>
                </a:lnTo>
                <a:lnTo>
                  <a:pt x="479" y="743"/>
                </a:lnTo>
                <a:lnTo>
                  <a:pt x="478" y="743"/>
                </a:lnTo>
                <a:lnTo>
                  <a:pt x="478" y="744"/>
                </a:lnTo>
                <a:lnTo>
                  <a:pt x="477" y="744"/>
                </a:lnTo>
                <a:lnTo>
                  <a:pt x="477" y="745"/>
                </a:lnTo>
                <a:lnTo>
                  <a:pt x="476" y="745"/>
                </a:lnTo>
                <a:lnTo>
                  <a:pt x="475" y="745"/>
                </a:lnTo>
                <a:lnTo>
                  <a:pt x="476" y="745"/>
                </a:lnTo>
                <a:lnTo>
                  <a:pt x="476" y="746"/>
                </a:lnTo>
                <a:lnTo>
                  <a:pt x="476" y="747"/>
                </a:lnTo>
                <a:lnTo>
                  <a:pt x="476" y="748"/>
                </a:lnTo>
                <a:lnTo>
                  <a:pt x="475" y="748"/>
                </a:lnTo>
                <a:lnTo>
                  <a:pt x="475" y="749"/>
                </a:lnTo>
                <a:lnTo>
                  <a:pt x="475" y="748"/>
                </a:lnTo>
                <a:lnTo>
                  <a:pt x="475" y="749"/>
                </a:lnTo>
                <a:lnTo>
                  <a:pt x="474" y="749"/>
                </a:lnTo>
                <a:lnTo>
                  <a:pt x="473" y="749"/>
                </a:lnTo>
                <a:lnTo>
                  <a:pt x="472" y="749"/>
                </a:lnTo>
                <a:lnTo>
                  <a:pt x="472" y="748"/>
                </a:lnTo>
                <a:lnTo>
                  <a:pt x="472" y="747"/>
                </a:lnTo>
                <a:lnTo>
                  <a:pt x="471" y="747"/>
                </a:lnTo>
                <a:lnTo>
                  <a:pt x="471" y="748"/>
                </a:lnTo>
                <a:lnTo>
                  <a:pt x="470" y="748"/>
                </a:lnTo>
                <a:lnTo>
                  <a:pt x="469" y="748"/>
                </a:lnTo>
                <a:lnTo>
                  <a:pt x="469" y="747"/>
                </a:lnTo>
                <a:lnTo>
                  <a:pt x="468" y="747"/>
                </a:lnTo>
                <a:lnTo>
                  <a:pt x="468" y="746"/>
                </a:lnTo>
                <a:lnTo>
                  <a:pt x="468" y="745"/>
                </a:lnTo>
                <a:lnTo>
                  <a:pt x="467" y="745"/>
                </a:lnTo>
                <a:lnTo>
                  <a:pt x="466" y="745"/>
                </a:lnTo>
                <a:lnTo>
                  <a:pt x="465" y="745"/>
                </a:lnTo>
                <a:lnTo>
                  <a:pt x="464" y="745"/>
                </a:lnTo>
                <a:lnTo>
                  <a:pt x="464" y="744"/>
                </a:lnTo>
                <a:lnTo>
                  <a:pt x="463" y="744"/>
                </a:lnTo>
                <a:lnTo>
                  <a:pt x="463" y="743"/>
                </a:lnTo>
                <a:lnTo>
                  <a:pt x="463" y="742"/>
                </a:lnTo>
                <a:lnTo>
                  <a:pt x="463" y="741"/>
                </a:lnTo>
                <a:lnTo>
                  <a:pt x="464" y="741"/>
                </a:lnTo>
                <a:lnTo>
                  <a:pt x="463" y="741"/>
                </a:lnTo>
                <a:lnTo>
                  <a:pt x="463" y="740"/>
                </a:lnTo>
                <a:lnTo>
                  <a:pt x="462" y="740"/>
                </a:lnTo>
                <a:lnTo>
                  <a:pt x="462" y="739"/>
                </a:lnTo>
                <a:lnTo>
                  <a:pt x="462" y="740"/>
                </a:lnTo>
                <a:lnTo>
                  <a:pt x="462" y="739"/>
                </a:lnTo>
                <a:lnTo>
                  <a:pt x="461" y="739"/>
                </a:lnTo>
                <a:lnTo>
                  <a:pt x="461" y="738"/>
                </a:lnTo>
                <a:lnTo>
                  <a:pt x="460" y="738"/>
                </a:lnTo>
                <a:lnTo>
                  <a:pt x="460" y="737"/>
                </a:lnTo>
                <a:lnTo>
                  <a:pt x="459" y="737"/>
                </a:lnTo>
                <a:lnTo>
                  <a:pt x="459" y="738"/>
                </a:lnTo>
                <a:lnTo>
                  <a:pt x="458" y="738"/>
                </a:lnTo>
                <a:lnTo>
                  <a:pt x="458" y="737"/>
                </a:lnTo>
                <a:lnTo>
                  <a:pt x="458" y="736"/>
                </a:lnTo>
                <a:lnTo>
                  <a:pt x="457" y="736"/>
                </a:lnTo>
                <a:lnTo>
                  <a:pt x="457" y="735"/>
                </a:lnTo>
                <a:lnTo>
                  <a:pt x="456" y="735"/>
                </a:lnTo>
                <a:lnTo>
                  <a:pt x="457" y="735"/>
                </a:lnTo>
                <a:lnTo>
                  <a:pt x="456" y="735"/>
                </a:lnTo>
                <a:lnTo>
                  <a:pt x="456" y="734"/>
                </a:lnTo>
                <a:lnTo>
                  <a:pt x="456" y="733"/>
                </a:lnTo>
                <a:lnTo>
                  <a:pt x="456" y="732"/>
                </a:lnTo>
                <a:lnTo>
                  <a:pt x="457" y="732"/>
                </a:lnTo>
                <a:lnTo>
                  <a:pt x="456" y="732"/>
                </a:lnTo>
                <a:lnTo>
                  <a:pt x="456" y="731"/>
                </a:lnTo>
                <a:lnTo>
                  <a:pt x="457" y="731"/>
                </a:lnTo>
                <a:lnTo>
                  <a:pt x="456" y="731"/>
                </a:lnTo>
                <a:lnTo>
                  <a:pt x="456" y="730"/>
                </a:lnTo>
                <a:lnTo>
                  <a:pt x="455" y="730"/>
                </a:lnTo>
                <a:lnTo>
                  <a:pt x="455" y="729"/>
                </a:lnTo>
                <a:lnTo>
                  <a:pt x="454" y="729"/>
                </a:lnTo>
                <a:lnTo>
                  <a:pt x="454" y="728"/>
                </a:lnTo>
                <a:lnTo>
                  <a:pt x="454" y="727"/>
                </a:lnTo>
                <a:lnTo>
                  <a:pt x="453" y="727"/>
                </a:lnTo>
                <a:lnTo>
                  <a:pt x="454" y="727"/>
                </a:lnTo>
                <a:lnTo>
                  <a:pt x="454" y="726"/>
                </a:lnTo>
                <a:lnTo>
                  <a:pt x="455" y="726"/>
                </a:lnTo>
                <a:lnTo>
                  <a:pt x="454" y="726"/>
                </a:lnTo>
                <a:lnTo>
                  <a:pt x="454" y="725"/>
                </a:lnTo>
                <a:lnTo>
                  <a:pt x="455" y="725"/>
                </a:lnTo>
                <a:lnTo>
                  <a:pt x="455" y="724"/>
                </a:lnTo>
                <a:lnTo>
                  <a:pt x="454" y="724"/>
                </a:lnTo>
                <a:lnTo>
                  <a:pt x="454" y="723"/>
                </a:lnTo>
                <a:lnTo>
                  <a:pt x="453" y="723"/>
                </a:lnTo>
                <a:lnTo>
                  <a:pt x="453" y="722"/>
                </a:lnTo>
                <a:lnTo>
                  <a:pt x="453" y="723"/>
                </a:lnTo>
                <a:lnTo>
                  <a:pt x="452" y="723"/>
                </a:lnTo>
                <a:lnTo>
                  <a:pt x="452" y="722"/>
                </a:lnTo>
                <a:lnTo>
                  <a:pt x="451" y="722"/>
                </a:lnTo>
                <a:lnTo>
                  <a:pt x="450" y="722"/>
                </a:lnTo>
                <a:lnTo>
                  <a:pt x="450" y="721"/>
                </a:lnTo>
                <a:lnTo>
                  <a:pt x="449" y="721"/>
                </a:lnTo>
                <a:lnTo>
                  <a:pt x="449" y="720"/>
                </a:lnTo>
                <a:lnTo>
                  <a:pt x="448" y="720"/>
                </a:lnTo>
                <a:lnTo>
                  <a:pt x="448" y="719"/>
                </a:lnTo>
                <a:lnTo>
                  <a:pt x="448" y="718"/>
                </a:lnTo>
                <a:lnTo>
                  <a:pt x="447" y="718"/>
                </a:lnTo>
                <a:lnTo>
                  <a:pt x="447" y="717"/>
                </a:lnTo>
                <a:lnTo>
                  <a:pt x="448" y="717"/>
                </a:lnTo>
                <a:lnTo>
                  <a:pt x="448" y="716"/>
                </a:lnTo>
                <a:lnTo>
                  <a:pt x="448" y="715"/>
                </a:lnTo>
                <a:lnTo>
                  <a:pt x="447" y="715"/>
                </a:lnTo>
                <a:lnTo>
                  <a:pt x="446" y="715"/>
                </a:lnTo>
                <a:lnTo>
                  <a:pt x="446" y="714"/>
                </a:lnTo>
                <a:lnTo>
                  <a:pt x="445" y="714"/>
                </a:lnTo>
                <a:lnTo>
                  <a:pt x="444" y="714"/>
                </a:lnTo>
                <a:lnTo>
                  <a:pt x="444" y="715"/>
                </a:lnTo>
                <a:lnTo>
                  <a:pt x="444" y="714"/>
                </a:lnTo>
                <a:lnTo>
                  <a:pt x="443" y="714"/>
                </a:lnTo>
                <a:lnTo>
                  <a:pt x="442" y="714"/>
                </a:lnTo>
                <a:lnTo>
                  <a:pt x="442" y="715"/>
                </a:lnTo>
                <a:lnTo>
                  <a:pt x="442" y="714"/>
                </a:lnTo>
                <a:lnTo>
                  <a:pt x="441" y="714"/>
                </a:lnTo>
                <a:lnTo>
                  <a:pt x="441" y="713"/>
                </a:lnTo>
                <a:lnTo>
                  <a:pt x="440" y="713"/>
                </a:lnTo>
                <a:lnTo>
                  <a:pt x="441" y="713"/>
                </a:lnTo>
                <a:lnTo>
                  <a:pt x="441" y="712"/>
                </a:lnTo>
                <a:lnTo>
                  <a:pt x="440" y="712"/>
                </a:lnTo>
                <a:lnTo>
                  <a:pt x="440" y="711"/>
                </a:lnTo>
                <a:lnTo>
                  <a:pt x="439" y="711"/>
                </a:lnTo>
                <a:lnTo>
                  <a:pt x="439" y="710"/>
                </a:lnTo>
                <a:lnTo>
                  <a:pt x="440" y="710"/>
                </a:lnTo>
                <a:lnTo>
                  <a:pt x="440" y="709"/>
                </a:lnTo>
                <a:lnTo>
                  <a:pt x="439" y="709"/>
                </a:lnTo>
                <a:lnTo>
                  <a:pt x="440" y="709"/>
                </a:lnTo>
                <a:lnTo>
                  <a:pt x="441" y="709"/>
                </a:lnTo>
                <a:lnTo>
                  <a:pt x="442" y="709"/>
                </a:lnTo>
                <a:lnTo>
                  <a:pt x="442" y="708"/>
                </a:lnTo>
                <a:lnTo>
                  <a:pt x="441" y="708"/>
                </a:lnTo>
                <a:lnTo>
                  <a:pt x="441" y="707"/>
                </a:lnTo>
                <a:lnTo>
                  <a:pt x="441" y="708"/>
                </a:lnTo>
                <a:lnTo>
                  <a:pt x="441" y="707"/>
                </a:lnTo>
                <a:lnTo>
                  <a:pt x="440" y="707"/>
                </a:lnTo>
                <a:lnTo>
                  <a:pt x="439" y="707"/>
                </a:lnTo>
                <a:lnTo>
                  <a:pt x="438" y="707"/>
                </a:lnTo>
                <a:lnTo>
                  <a:pt x="437" y="707"/>
                </a:lnTo>
                <a:lnTo>
                  <a:pt x="437" y="706"/>
                </a:lnTo>
                <a:lnTo>
                  <a:pt x="436" y="706"/>
                </a:lnTo>
                <a:lnTo>
                  <a:pt x="436" y="705"/>
                </a:lnTo>
                <a:lnTo>
                  <a:pt x="436" y="704"/>
                </a:lnTo>
                <a:lnTo>
                  <a:pt x="435" y="704"/>
                </a:lnTo>
                <a:lnTo>
                  <a:pt x="434" y="704"/>
                </a:lnTo>
                <a:lnTo>
                  <a:pt x="434" y="703"/>
                </a:lnTo>
                <a:lnTo>
                  <a:pt x="434" y="704"/>
                </a:lnTo>
                <a:lnTo>
                  <a:pt x="434" y="703"/>
                </a:lnTo>
                <a:lnTo>
                  <a:pt x="433" y="703"/>
                </a:lnTo>
                <a:lnTo>
                  <a:pt x="433" y="704"/>
                </a:lnTo>
                <a:lnTo>
                  <a:pt x="433" y="705"/>
                </a:lnTo>
                <a:lnTo>
                  <a:pt x="432" y="705"/>
                </a:lnTo>
                <a:lnTo>
                  <a:pt x="431" y="705"/>
                </a:lnTo>
                <a:lnTo>
                  <a:pt x="431" y="704"/>
                </a:lnTo>
                <a:lnTo>
                  <a:pt x="431" y="703"/>
                </a:lnTo>
                <a:lnTo>
                  <a:pt x="431" y="702"/>
                </a:lnTo>
                <a:lnTo>
                  <a:pt x="430" y="702"/>
                </a:lnTo>
                <a:lnTo>
                  <a:pt x="429" y="702"/>
                </a:lnTo>
                <a:lnTo>
                  <a:pt x="428" y="702"/>
                </a:lnTo>
                <a:lnTo>
                  <a:pt x="427" y="702"/>
                </a:lnTo>
                <a:lnTo>
                  <a:pt x="427" y="701"/>
                </a:lnTo>
                <a:lnTo>
                  <a:pt x="427" y="702"/>
                </a:lnTo>
                <a:lnTo>
                  <a:pt x="427" y="703"/>
                </a:lnTo>
                <a:lnTo>
                  <a:pt x="426" y="703"/>
                </a:lnTo>
                <a:lnTo>
                  <a:pt x="426" y="702"/>
                </a:lnTo>
                <a:lnTo>
                  <a:pt x="426" y="703"/>
                </a:lnTo>
                <a:lnTo>
                  <a:pt x="425" y="703"/>
                </a:lnTo>
                <a:lnTo>
                  <a:pt x="424" y="703"/>
                </a:lnTo>
                <a:lnTo>
                  <a:pt x="425" y="703"/>
                </a:lnTo>
                <a:lnTo>
                  <a:pt x="425" y="704"/>
                </a:lnTo>
                <a:lnTo>
                  <a:pt x="424" y="704"/>
                </a:lnTo>
                <a:lnTo>
                  <a:pt x="423" y="704"/>
                </a:lnTo>
                <a:lnTo>
                  <a:pt x="423" y="703"/>
                </a:lnTo>
                <a:lnTo>
                  <a:pt x="422" y="703"/>
                </a:lnTo>
                <a:lnTo>
                  <a:pt x="422" y="702"/>
                </a:lnTo>
                <a:lnTo>
                  <a:pt x="421" y="702"/>
                </a:lnTo>
                <a:lnTo>
                  <a:pt x="421" y="701"/>
                </a:lnTo>
                <a:lnTo>
                  <a:pt x="420" y="701"/>
                </a:lnTo>
                <a:lnTo>
                  <a:pt x="420" y="700"/>
                </a:lnTo>
                <a:lnTo>
                  <a:pt x="420" y="699"/>
                </a:lnTo>
                <a:lnTo>
                  <a:pt x="419" y="699"/>
                </a:lnTo>
                <a:lnTo>
                  <a:pt x="418" y="699"/>
                </a:lnTo>
                <a:lnTo>
                  <a:pt x="418" y="698"/>
                </a:lnTo>
                <a:lnTo>
                  <a:pt x="417" y="698"/>
                </a:lnTo>
                <a:lnTo>
                  <a:pt x="417" y="697"/>
                </a:lnTo>
                <a:lnTo>
                  <a:pt x="417" y="698"/>
                </a:lnTo>
                <a:lnTo>
                  <a:pt x="416" y="698"/>
                </a:lnTo>
                <a:lnTo>
                  <a:pt x="415" y="698"/>
                </a:lnTo>
                <a:lnTo>
                  <a:pt x="415" y="697"/>
                </a:lnTo>
                <a:lnTo>
                  <a:pt x="415" y="698"/>
                </a:lnTo>
                <a:lnTo>
                  <a:pt x="414" y="698"/>
                </a:lnTo>
                <a:lnTo>
                  <a:pt x="412" y="698"/>
                </a:lnTo>
                <a:lnTo>
                  <a:pt x="412" y="697"/>
                </a:lnTo>
                <a:lnTo>
                  <a:pt x="411" y="697"/>
                </a:lnTo>
                <a:lnTo>
                  <a:pt x="411" y="696"/>
                </a:lnTo>
                <a:lnTo>
                  <a:pt x="412" y="696"/>
                </a:lnTo>
                <a:lnTo>
                  <a:pt x="412" y="695"/>
                </a:lnTo>
                <a:lnTo>
                  <a:pt x="411" y="695"/>
                </a:lnTo>
                <a:lnTo>
                  <a:pt x="411" y="694"/>
                </a:lnTo>
                <a:lnTo>
                  <a:pt x="410" y="694"/>
                </a:lnTo>
                <a:lnTo>
                  <a:pt x="409" y="694"/>
                </a:lnTo>
                <a:lnTo>
                  <a:pt x="408" y="694"/>
                </a:lnTo>
                <a:lnTo>
                  <a:pt x="407" y="694"/>
                </a:lnTo>
                <a:lnTo>
                  <a:pt x="406" y="694"/>
                </a:lnTo>
                <a:lnTo>
                  <a:pt x="406" y="695"/>
                </a:lnTo>
                <a:lnTo>
                  <a:pt x="405" y="695"/>
                </a:lnTo>
                <a:lnTo>
                  <a:pt x="405" y="696"/>
                </a:lnTo>
                <a:lnTo>
                  <a:pt x="404" y="696"/>
                </a:lnTo>
                <a:lnTo>
                  <a:pt x="403" y="696"/>
                </a:lnTo>
                <a:lnTo>
                  <a:pt x="403" y="695"/>
                </a:lnTo>
                <a:lnTo>
                  <a:pt x="402" y="695"/>
                </a:lnTo>
                <a:lnTo>
                  <a:pt x="401" y="695"/>
                </a:lnTo>
                <a:lnTo>
                  <a:pt x="400" y="695"/>
                </a:lnTo>
                <a:lnTo>
                  <a:pt x="400" y="694"/>
                </a:lnTo>
                <a:lnTo>
                  <a:pt x="400" y="693"/>
                </a:lnTo>
                <a:lnTo>
                  <a:pt x="400" y="692"/>
                </a:lnTo>
                <a:lnTo>
                  <a:pt x="399" y="692"/>
                </a:lnTo>
                <a:lnTo>
                  <a:pt x="398" y="692"/>
                </a:lnTo>
                <a:lnTo>
                  <a:pt x="397" y="692"/>
                </a:lnTo>
                <a:lnTo>
                  <a:pt x="397" y="691"/>
                </a:lnTo>
                <a:lnTo>
                  <a:pt x="396" y="691"/>
                </a:lnTo>
                <a:lnTo>
                  <a:pt x="395" y="691"/>
                </a:lnTo>
                <a:lnTo>
                  <a:pt x="395" y="690"/>
                </a:lnTo>
                <a:lnTo>
                  <a:pt x="395" y="689"/>
                </a:lnTo>
                <a:lnTo>
                  <a:pt x="395" y="688"/>
                </a:lnTo>
                <a:lnTo>
                  <a:pt x="394" y="688"/>
                </a:lnTo>
                <a:lnTo>
                  <a:pt x="394" y="687"/>
                </a:lnTo>
                <a:lnTo>
                  <a:pt x="393" y="687"/>
                </a:lnTo>
                <a:lnTo>
                  <a:pt x="392" y="687"/>
                </a:lnTo>
                <a:lnTo>
                  <a:pt x="391" y="687"/>
                </a:lnTo>
                <a:lnTo>
                  <a:pt x="390" y="687"/>
                </a:lnTo>
                <a:lnTo>
                  <a:pt x="390" y="688"/>
                </a:lnTo>
                <a:lnTo>
                  <a:pt x="389" y="688"/>
                </a:lnTo>
                <a:lnTo>
                  <a:pt x="388" y="688"/>
                </a:lnTo>
                <a:lnTo>
                  <a:pt x="388" y="687"/>
                </a:lnTo>
                <a:lnTo>
                  <a:pt x="388" y="686"/>
                </a:lnTo>
                <a:lnTo>
                  <a:pt x="389" y="686"/>
                </a:lnTo>
                <a:lnTo>
                  <a:pt x="389" y="685"/>
                </a:lnTo>
                <a:lnTo>
                  <a:pt x="389" y="684"/>
                </a:lnTo>
                <a:lnTo>
                  <a:pt x="390" y="684"/>
                </a:lnTo>
                <a:lnTo>
                  <a:pt x="390" y="685"/>
                </a:lnTo>
                <a:lnTo>
                  <a:pt x="391" y="685"/>
                </a:lnTo>
                <a:lnTo>
                  <a:pt x="391" y="684"/>
                </a:lnTo>
                <a:lnTo>
                  <a:pt x="392" y="684"/>
                </a:lnTo>
                <a:lnTo>
                  <a:pt x="392" y="683"/>
                </a:lnTo>
                <a:lnTo>
                  <a:pt x="393" y="683"/>
                </a:lnTo>
                <a:lnTo>
                  <a:pt x="393" y="682"/>
                </a:lnTo>
                <a:lnTo>
                  <a:pt x="392" y="682"/>
                </a:lnTo>
                <a:lnTo>
                  <a:pt x="392" y="681"/>
                </a:lnTo>
                <a:lnTo>
                  <a:pt x="392" y="680"/>
                </a:lnTo>
                <a:lnTo>
                  <a:pt x="391" y="680"/>
                </a:lnTo>
                <a:lnTo>
                  <a:pt x="390" y="680"/>
                </a:lnTo>
                <a:lnTo>
                  <a:pt x="390" y="679"/>
                </a:lnTo>
                <a:lnTo>
                  <a:pt x="389" y="678"/>
                </a:lnTo>
                <a:lnTo>
                  <a:pt x="388" y="678"/>
                </a:lnTo>
                <a:lnTo>
                  <a:pt x="388" y="679"/>
                </a:lnTo>
                <a:lnTo>
                  <a:pt x="387" y="679"/>
                </a:lnTo>
                <a:lnTo>
                  <a:pt x="386" y="679"/>
                </a:lnTo>
                <a:lnTo>
                  <a:pt x="386" y="680"/>
                </a:lnTo>
                <a:lnTo>
                  <a:pt x="386" y="679"/>
                </a:lnTo>
                <a:lnTo>
                  <a:pt x="386" y="680"/>
                </a:lnTo>
                <a:lnTo>
                  <a:pt x="385" y="680"/>
                </a:lnTo>
                <a:lnTo>
                  <a:pt x="384" y="680"/>
                </a:lnTo>
                <a:lnTo>
                  <a:pt x="383" y="680"/>
                </a:lnTo>
                <a:lnTo>
                  <a:pt x="382" y="680"/>
                </a:lnTo>
                <a:lnTo>
                  <a:pt x="382" y="679"/>
                </a:lnTo>
                <a:lnTo>
                  <a:pt x="383" y="679"/>
                </a:lnTo>
                <a:lnTo>
                  <a:pt x="383" y="678"/>
                </a:lnTo>
                <a:lnTo>
                  <a:pt x="384" y="678"/>
                </a:lnTo>
                <a:lnTo>
                  <a:pt x="384" y="677"/>
                </a:lnTo>
                <a:lnTo>
                  <a:pt x="384" y="676"/>
                </a:lnTo>
                <a:lnTo>
                  <a:pt x="383" y="676"/>
                </a:lnTo>
                <a:lnTo>
                  <a:pt x="382" y="676"/>
                </a:lnTo>
                <a:lnTo>
                  <a:pt x="382" y="675"/>
                </a:lnTo>
                <a:lnTo>
                  <a:pt x="381" y="675"/>
                </a:lnTo>
                <a:lnTo>
                  <a:pt x="380" y="675"/>
                </a:lnTo>
                <a:lnTo>
                  <a:pt x="380" y="674"/>
                </a:lnTo>
                <a:lnTo>
                  <a:pt x="380" y="673"/>
                </a:lnTo>
                <a:lnTo>
                  <a:pt x="379" y="673"/>
                </a:lnTo>
                <a:lnTo>
                  <a:pt x="379" y="672"/>
                </a:lnTo>
                <a:lnTo>
                  <a:pt x="379" y="671"/>
                </a:lnTo>
                <a:lnTo>
                  <a:pt x="378" y="671"/>
                </a:lnTo>
                <a:lnTo>
                  <a:pt x="378" y="670"/>
                </a:lnTo>
                <a:lnTo>
                  <a:pt x="377" y="670"/>
                </a:lnTo>
                <a:lnTo>
                  <a:pt x="377" y="669"/>
                </a:lnTo>
                <a:lnTo>
                  <a:pt x="377" y="668"/>
                </a:lnTo>
                <a:lnTo>
                  <a:pt x="376" y="668"/>
                </a:lnTo>
                <a:lnTo>
                  <a:pt x="376" y="667"/>
                </a:lnTo>
                <a:lnTo>
                  <a:pt x="375" y="667"/>
                </a:lnTo>
                <a:lnTo>
                  <a:pt x="374" y="667"/>
                </a:lnTo>
                <a:lnTo>
                  <a:pt x="374" y="666"/>
                </a:lnTo>
                <a:lnTo>
                  <a:pt x="374" y="667"/>
                </a:lnTo>
                <a:lnTo>
                  <a:pt x="373" y="667"/>
                </a:lnTo>
                <a:lnTo>
                  <a:pt x="373" y="668"/>
                </a:lnTo>
                <a:lnTo>
                  <a:pt x="372" y="668"/>
                </a:lnTo>
                <a:lnTo>
                  <a:pt x="372" y="669"/>
                </a:lnTo>
                <a:lnTo>
                  <a:pt x="371" y="669"/>
                </a:lnTo>
                <a:lnTo>
                  <a:pt x="371" y="668"/>
                </a:lnTo>
                <a:lnTo>
                  <a:pt x="370" y="668"/>
                </a:lnTo>
                <a:lnTo>
                  <a:pt x="370" y="667"/>
                </a:lnTo>
                <a:lnTo>
                  <a:pt x="369" y="667"/>
                </a:lnTo>
                <a:lnTo>
                  <a:pt x="369" y="666"/>
                </a:lnTo>
                <a:lnTo>
                  <a:pt x="368" y="666"/>
                </a:lnTo>
                <a:lnTo>
                  <a:pt x="368" y="665"/>
                </a:lnTo>
                <a:lnTo>
                  <a:pt x="368" y="666"/>
                </a:lnTo>
                <a:lnTo>
                  <a:pt x="367" y="666"/>
                </a:lnTo>
                <a:lnTo>
                  <a:pt x="367" y="665"/>
                </a:lnTo>
                <a:lnTo>
                  <a:pt x="366" y="665"/>
                </a:lnTo>
                <a:lnTo>
                  <a:pt x="366" y="664"/>
                </a:lnTo>
                <a:lnTo>
                  <a:pt x="365" y="664"/>
                </a:lnTo>
                <a:lnTo>
                  <a:pt x="365" y="665"/>
                </a:lnTo>
                <a:lnTo>
                  <a:pt x="365" y="664"/>
                </a:lnTo>
                <a:lnTo>
                  <a:pt x="364" y="664"/>
                </a:lnTo>
                <a:lnTo>
                  <a:pt x="364" y="663"/>
                </a:lnTo>
                <a:lnTo>
                  <a:pt x="363" y="663"/>
                </a:lnTo>
                <a:lnTo>
                  <a:pt x="363" y="662"/>
                </a:lnTo>
                <a:lnTo>
                  <a:pt x="362" y="662"/>
                </a:lnTo>
                <a:lnTo>
                  <a:pt x="362" y="661"/>
                </a:lnTo>
                <a:lnTo>
                  <a:pt x="361" y="661"/>
                </a:lnTo>
                <a:lnTo>
                  <a:pt x="360" y="661"/>
                </a:lnTo>
                <a:lnTo>
                  <a:pt x="360" y="662"/>
                </a:lnTo>
                <a:lnTo>
                  <a:pt x="359" y="662"/>
                </a:lnTo>
                <a:lnTo>
                  <a:pt x="359" y="661"/>
                </a:lnTo>
                <a:lnTo>
                  <a:pt x="358" y="661"/>
                </a:lnTo>
                <a:lnTo>
                  <a:pt x="357" y="661"/>
                </a:lnTo>
                <a:lnTo>
                  <a:pt x="357" y="660"/>
                </a:lnTo>
                <a:lnTo>
                  <a:pt x="357" y="659"/>
                </a:lnTo>
                <a:lnTo>
                  <a:pt x="356" y="659"/>
                </a:lnTo>
                <a:lnTo>
                  <a:pt x="355" y="659"/>
                </a:lnTo>
                <a:lnTo>
                  <a:pt x="355" y="658"/>
                </a:lnTo>
                <a:lnTo>
                  <a:pt x="355" y="659"/>
                </a:lnTo>
                <a:lnTo>
                  <a:pt x="354" y="659"/>
                </a:lnTo>
                <a:lnTo>
                  <a:pt x="354" y="660"/>
                </a:lnTo>
                <a:lnTo>
                  <a:pt x="354" y="659"/>
                </a:lnTo>
                <a:lnTo>
                  <a:pt x="353" y="659"/>
                </a:lnTo>
                <a:lnTo>
                  <a:pt x="352" y="659"/>
                </a:lnTo>
                <a:lnTo>
                  <a:pt x="352" y="658"/>
                </a:lnTo>
                <a:lnTo>
                  <a:pt x="352" y="657"/>
                </a:lnTo>
                <a:lnTo>
                  <a:pt x="351" y="657"/>
                </a:lnTo>
                <a:lnTo>
                  <a:pt x="350" y="657"/>
                </a:lnTo>
                <a:lnTo>
                  <a:pt x="349" y="657"/>
                </a:lnTo>
                <a:lnTo>
                  <a:pt x="349" y="656"/>
                </a:lnTo>
                <a:lnTo>
                  <a:pt x="348" y="656"/>
                </a:lnTo>
                <a:lnTo>
                  <a:pt x="347" y="656"/>
                </a:lnTo>
                <a:lnTo>
                  <a:pt x="347" y="657"/>
                </a:lnTo>
                <a:lnTo>
                  <a:pt x="346" y="657"/>
                </a:lnTo>
                <a:lnTo>
                  <a:pt x="346" y="656"/>
                </a:lnTo>
                <a:lnTo>
                  <a:pt x="346" y="657"/>
                </a:lnTo>
                <a:lnTo>
                  <a:pt x="345" y="657"/>
                </a:lnTo>
                <a:lnTo>
                  <a:pt x="344" y="657"/>
                </a:lnTo>
                <a:lnTo>
                  <a:pt x="344" y="656"/>
                </a:lnTo>
                <a:lnTo>
                  <a:pt x="343" y="656"/>
                </a:lnTo>
                <a:lnTo>
                  <a:pt x="343" y="657"/>
                </a:lnTo>
                <a:lnTo>
                  <a:pt x="342" y="657"/>
                </a:lnTo>
                <a:lnTo>
                  <a:pt x="342" y="656"/>
                </a:lnTo>
                <a:lnTo>
                  <a:pt x="341" y="656"/>
                </a:lnTo>
                <a:lnTo>
                  <a:pt x="341" y="655"/>
                </a:lnTo>
                <a:lnTo>
                  <a:pt x="342" y="655"/>
                </a:lnTo>
                <a:lnTo>
                  <a:pt x="342" y="654"/>
                </a:lnTo>
                <a:lnTo>
                  <a:pt x="343" y="654"/>
                </a:lnTo>
                <a:lnTo>
                  <a:pt x="343" y="653"/>
                </a:lnTo>
                <a:lnTo>
                  <a:pt x="342" y="653"/>
                </a:lnTo>
                <a:lnTo>
                  <a:pt x="343" y="653"/>
                </a:lnTo>
                <a:lnTo>
                  <a:pt x="343" y="652"/>
                </a:lnTo>
                <a:lnTo>
                  <a:pt x="342" y="652"/>
                </a:lnTo>
                <a:lnTo>
                  <a:pt x="342" y="651"/>
                </a:lnTo>
                <a:lnTo>
                  <a:pt x="342" y="650"/>
                </a:lnTo>
                <a:lnTo>
                  <a:pt x="343" y="650"/>
                </a:lnTo>
                <a:lnTo>
                  <a:pt x="344" y="650"/>
                </a:lnTo>
                <a:lnTo>
                  <a:pt x="344" y="649"/>
                </a:lnTo>
                <a:lnTo>
                  <a:pt x="344" y="650"/>
                </a:lnTo>
                <a:lnTo>
                  <a:pt x="344" y="649"/>
                </a:lnTo>
                <a:lnTo>
                  <a:pt x="344" y="648"/>
                </a:lnTo>
                <a:lnTo>
                  <a:pt x="345" y="648"/>
                </a:lnTo>
                <a:lnTo>
                  <a:pt x="345" y="647"/>
                </a:lnTo>
                <a:lnTo>
                  <a:pt x="344" y="647"/>
                </a:lnTo>
                <a:lnTo>
                  <a:pt x="343" y="647"/>
                </a:lnTo>
                <a:lnTo>
                  <a:pt x="343" y="646"/>
                </a:lnTo>
                <a:lnTo>
                  <a:pt x="343" y="645"/>
                </a:lnTo>
                <a:lnTo>
                  <a:pt x="343" y="644"/>
                </a:lnTo>
                <a:lnTo>
                  <a:pt x="342" y="644"/>
                </a:lnTo>
                <a:lnTo>
                  <a:pt x="341" y="644"/>
                </a:lnTo>
                <a:lnTo>
                  <a:pt x="340" y="644"/>
                </a:lnTo>
                <a:lnTo>
                  <a:pt x="340" y="643"/>
                </a:lnTo>
                <a:lnTo>
                  <a:pt x="339" y="643"/>
                </a:lnTo>
                <a:lnTo>
                  <a:pt x="338" y="642"/>
                </a:lnTo>
                <a:lnTo>
                  <a:pt x="338" y="641"/>
                </a:lnTo>
                <a:lnTo>
                  <a:pt x="338" y="640"/>
                </a:lnTo>
                <a:lnTo>
                  <a:pt x="337" y="640"/>
                </a:lnTo>
                <a:lnTo>
                  <a:pt x="336" y="640"/>
                </a:lnTo>
                <a:lnTo>
                  <a:pt x="336" y="639"/>
                </a:lnTo>
                <a:lnTo>
                  <a:pt x="335" y="639"/>
                </a:lnTo>
                <a:lnTo>
                  <a:pt x="336" y="639"/>
                </a:lnTo>
                <a:lnTo>
                  <a:pt x="336" y="638"/>
                </a:lnTo>
                <a:lnTo>
                  <a:pt x="336" y="637"/>
                </a:lnTo>
                <a:lnTo>
                  <a:pt x="337" y="637"/>
                </a:lnTo>
                <a:lnTo>
                  <a:pt x="337" y="636"/>
                </a:lnTo>
                <a:lnTo>
                  <a:pt x="337" y="635"/>
                </a:lnTo>
                <a:lnTo>
                  <a:pt x="336" y="635"/>
                </a:lnTo>
                <a:lnTo>
                  <a:pt x="336" y="634"/>
                </a:lnTo>
                <a:lnTo>
                  <a:pt x="337" y="634"/>
                </a:lnTo>
                <a:lnTo>
                  <a:pt x="337" y="633"/>
                </a:lnTo>
                <a:lnTo>
                  <a:pt x="338" y="633"/>
                </a:lnTo>
                <a:lnTo>
                  <a:pt x="338" y="632"/>
                </a:lnTo>
                <a:lnTo>
                  <a:pt x="337" y="632"/>
                </a:lnTo>
                <a:lnTo>
                  <a:pt x="337" y="631"/>
                </a:lnTo>
                <a:lnTo>
                  <a:pt x="337" y="630"/>
                </a:lnTo>
                <a:lnTo>
                  <a:pt x="336" y="630"/>
                </a:lnTo>
                <a:lnTo>
                  <a:pt x="336" y="629"/>
                </a:lnTo>
                <a:lnTo>
                  <a:pt x="336" y="628"/>
                </a:lnTo>
                <a:lnTo>
                  <a:pt x="335" y="628"/>
                </a:lnTo>
                <a:lnTo>
                  <a:pt x="335" y="627"/>
                </a:lnTo>
                <a:lnTo>
                  <a:pt x="334" y="627"/>
                </a:lnTo>
                <a:lnTo>
                  <a:pt x="333" y="627"/>
                </a:lnTo>
                <a:lnTo>
                  <a:pt x="332" y="627"/>
                </a:lnTo>
                <a:lnTo>
                  <a:pt x="332" y="628"/>
                </a:lnTo>
                <a:lnTo>
                  <a:pt x="332" y="629"/>
                </a:lnTo>
                <a:lnTo>
                  <a:pt x="331" y="629"/>
                </a:lnTo>
                <a:lnTo>
                  <a:pt x="330" y="629"/>
                </a:lnTo>
                <a:lnTo>
                  <a:pt x="329" y="629"/>
                </a:lnTo>
                <a:lnTo>
                  <a:pt x="328" y="628"/>
                </a:lnTo>
                <a:lnTo>
                  <a:pt x="327" y="628"/>
                </a:lnTo>
                <a:lnTo>
                  <a:pt x="327" y="629"/>
                </a:lnTo>
                <a:lnTo>
                  <a:pt x="327" y="630"/>
                </a:lnTo>
                <a:lnTo>
                  <a:pt x="326" y="630"/>
                </a:lnTo>
                <a:lnTo>
                  <a:pt x="326" y="631"/>
                </a:lnTo>
                <a:lnTo>
                  <a:pt x="326" y="630"/>
                </a:lnTo>
                <a:lnTo>
                  <a:pt x="326" y="631"/>
                </a:lnTo>
                <a:lnTo>
                  <a:pt x="325" y="631"/>
                </a:lnTo>
                <a:lnTo>
                  <a:pt x="325" y="630"/>
                </a:lnTo>
                <a:lnTo>
                  <a:pt x="324" y="630"/>
                </a:lnTo>
                <a:lnTo>
                  <a:pt x="324" y="629"/>
                </a:lnTo>
                <a:lnTo>
                  <a:pt x="323" y="629"/>
                </a:lnTo>
                <a:lnTo>
                  <a:pt x="322" y="628"/>
                </a:lnTo>
                <a:lnTo>
                  <a:pt x="323" y="628"/>
                </a:lnTo>
                <a:lnTo>
                  <a:pt x="323" y="627"/>
                </a:lnTo>
                <a:lnTo>
                  <a:pt x="322" y="627"/>
                </a:lnTo>
                <a:lnTo>
                  <a:pt x="321" y="627"/>
                </a:lnTo>
                <a:lnTo>
                  <a:pt x="321" y="628"/>
                </a:lnTo>
                <a:lnTo>
                  <a:pt x="320" y="628"/>
                </a:lnTo>
                <a:lnTo>
                  <a:pt x="319" y="628"/>
                </a:lnTo>
                <a:lnTo>
                  <a:pt x="318" y="628"/>
                </a:lnTo>
                <a:lnTo>
                  <a:pt x="318" y="627"/>
                </a:lnTo>
                <a:lnTo>
                  <a:pt x="317" y="627"/>
                </a:lnTo>
                <a:lnTo>
                  <a:pt x="316" y="627"/>
                </a:lnTo>
                <a:lnTo>
                  <a:pt x="316" y="626"/>
                </a:lnTo>
                <a:lnTo>
                  <a:pt x="316" y="627"/>
                </a:lnTo>
                <a:lnTo>
                  <a:pt x="316" y="626"/>
                </a:lnTo>
                <a:lnTo>
                  <a:pt x="315" y="626"/>
                </a:lnTo>
                <a:lnTo>
                  <a:pt x="315" y="625"/>
                </a:lnTo>
                <a:lnTo>
                  <a:pt x="314" y="625"/>
                </a:lnTo>
                <a:lnTo>
                  <a:pt x="313" y="625"/>
                </a:lnTo>
                <a:lnTo>
                  <a:pt x="312" y="625"/>
                </a:lnTo>
                <a:lnTo>
                  <a:pt x="310" y="625"/>
                </a:lnTo>
                <a:lnTo>
                  <a:pt x="310" y="624"/>
                </a:lnTo>
                <a:lnTo>
                  <a:pt x="309" y="624"/>
                </a:lnTo>
                <a:lnTo>
                  <a:pt x="308" y="624"/>
                </a:lnTo>
                <a:lnTo>
                  <a:pt x="307" y="624"/>
                </a:lnTo>
                <a:lnTo>
                  <a:pt x="306" y="624"/>
                </a:lnTo>
                <a:lnTo>
                  <a:pt x="305" y="624"/>
                </a:lnTo>
                <a:lnTo>
                  <a:pt x="304" y="624"/>
                </a:lnTo>
                <a:lnTo>
                  <a:pt x="304" y="623"/>
                </a:lnTo>
                <a:lnTo>
                  <a:pt x="303" y="623"/>
                </a:lnTo>
                <a:lnTo>
                  <a:pt x="302" y="623"/>
                </a:lnTo>
                <a:lnTo>
                  <a:pt x="302" y="622"/>
                </a:lnTo>
                <a:lnTo>
                  <a:pt x="302" y="621"/>
                </a:lnTo>
                <a:lnTo>
                  <a:pt x="300" y="621"/>
                </a:lnTo>
                <a:lnTo>
                  <a:pt x="299" y="621"/>
                </a:lnTo>
                <a:lnTo>
                  <a:pt x="299" y="620"/>
                </a:lnTo>
                <a:lnTo>
                  <a:pt x="298" y="620"/>
                </a:lnTo>
                <a:lnTo>
                  <a:pt x="297" y="620"/>
                </a:lnTo>
                <a:lnTo>
                  <a:pt x="296" y="620"/>
                </a:lnTo>
                <a:lnTo>
                  <a:pt x="296" y="619"/>
                </a:lnTo>
                <a:lnTo>
                  <a:pt x="295" y="619"/>
                </a:lnTo>
                <a:lnTo>
                  <a:pt x="294" y="619"/>
                </a:lnTo>
                <a:lnTo>
                  <a:pt x="294" y="618"/>
                </a:lnTo>
                <a:lnTo>
                  <a:pt x="293" y="618"/>
                </a:lnTo>
                <a:lnTo>
                  <a:pt x="292" y="618"/>
                </a:lnTo>
                <a:lnTo>
                  <a:pt x="292" y="619"/>
                </a:lnTo>
                <a:lnTo>
                  <a:pt x="292" y="620"/>
                </a:lnTo>
                <a:lnTo>
                  <a:pt x="292" y="621"/>
                </a:lnTo>
                <a:lnTo>
                  <a:pt x="291" y="621"/>
                </a:lnTo>
                <a:lnTo>
                  <a:pt x="290" y="621"/>
                </a:lnTo>
                <a:lnTo>
                  <a:pt x="289" y="621"/>
                </a:lnTo>
                <a:lnTo>
                  <a:pt x="289" y="620"/>
                </a:lnTo>
                <a:lnTo>
                  <a:pt x="288" y="620"/>
                </a:lnTo>
                <a:lnTo>
                  <a:pt x="287" y="620"/>
                </a:lnTo>
                <a:lnTo>
                  <a:pt x="286" y="620"/>
                </a:lnTo>
                <a:lnTo>
                  <a:pt x="286" y="621"/>
                </a:lnTo>
                <a:lnTo>
                  <a:pt x="287" y="621"/>
                </a:lnTo>
                <a:lnTo>
                  <a:pt x="287" y="622"/>
                </a:lnTo>
                <a:lnTo>
                  <a:pt x="286" y="622"/>
                </a:lnTo>
                <a:lnTo>
                  <a:pt x="286" y="625"/>
                </a:lnTo>
                <a:lnTo>
                  <a:pt x="286" y="626"/>
                </a:lnTo>
                <a:lnTo>
                  <a:pt x="286" y="625"/>
                </a:lnTo>
                <a:lnTo>
                  <a:pt x="285" y="625"/>
                </a:lnTo>
                <a:lnTo>
                  <a:pt x="284" y="625"/>
                </a:lnTo>
                <a:lnTo>
                  <a:pt x="283" y="625"/>
                </a:lnTo>
                <a:lnTo>
                  <a:pt x="282" y="625"/>
                </a:lnTo>
                <a:lnTo>
                  <a:pt x="282" y="624"/>
                </a:lnTo>
                <a:lnTo>
                  <a:pt x="281" y="624"/>
                </a:lnTo>
                <a:lnTo>
                  <a:pt x="280" y="624"/>
                </a:lnTo>
                <a:lnTo>
                  <a:pt x="279" y="624"/>
                </a:lnTo>
                <a:lnTo>
                  <a:pt x="279" y="623"/>
                </a:lnTo>
                <a:lnTo>
                  <a:pt x="278" y="622"/>
                </a:lnTo>
                <a:lnTo>
                  <a:pt x="277" y="622"/>
                </a:lnTo>
                <a:lnTo>
                  <a:pt x="277" y="621"/>
                </a:lnTo>
                <a:lnTo>
                  <a:pt x="275" y="621"/>
                </a:lnTo>
                <a:lnTo>
                  <a:pt x="274" y="621"/>
                </a:lnTo>
                <a:lnTo>
                  <a:pt x="274" y="620"/>
                </a:lnTo>
                <a:lnTo>
                  <a:pt x="273" y="620"/>
                </a:lnTo>
                <a:lnTo>
                  <a:pt x="273" y="621"/>
                </a:lnTo>
                <a:lnTo>
                  <a:pt x="273" y="620"/>
                </a:lnTo>
                <a:lnTo>
                  <a:pt x="273" y="621"/>
                </a:lnTo>
                <a:lnTo>
                  <a:pt x="272" y="621"/>
                </a:lnTo>
                <a:lnTo>
                  <a:pt x="272" y="620"/>
                </a:lnTo>
                <a:lnTo>
                  <a:pt x="272" y="621"/>
                </a:lnTo>
                <a:lnTo>
                  <a:pt x="272" y="622"/>
                </a:lnTo>
                <a:lnTo>
                  <a:pt x="271" y="622"/>
                </a:lnTo>
                <a:lnTo>
                  <a:pt x="271" y="623"/>
                </a:lnTo>
                <a:lnTo>
                  <a:pt x="272" y="623"/>
                </a:lnTo>
                <a:lnTo>
                  <a:pt x="272" y="624"/>
                </a:lnTo>
                <a:lnTo>
                  <a:pt x="273" y="624"/>
                </a:lnTo>
                <a:lnTo>
                  <a:pt x="274" y="624"/>
                </a:lnTo>
                <a:lnTo>
                  <a:pt x="273" y="625"/>
                </a:lnTo>
                <a:lnTo>
                  <a:pt x="273" y="626"/>
                </a:lnTo>
                <a:lnTo>
                  <a:pt x="272" y="626"/>
                </a:lnTo>
                <a:lnTo>
                  <a:pt x="272" y="625"/>
                </a:lnTo>
                <a:lnTo>
                  <a:pt x="272" y="626"/>
                </a:lnTo>
                <a:lnTo>
                  <a:pt x="272" y="625"/>
                </a:lnTo>
                <a:lnTo>
                  <a:pt x="272" y="626"/>
                </a:lnTo>
                <a:lnTo>
                  <a:pt x="271" y="626"/>
                </a:lnTo>
                <a:lnTo>
                  <a:pt x="271" y="625"/>
                </a:lnTo>
                <a:lnTo>
                  <a:pt x="271" y="626"/>
                </a:lnTo>
                <a:lnTo>
                  <a:pt x="271" y="627"/>
                </a:lnTo>
                <a:lnTo>
                  <a:pt x="272" y="627"/>
                </a:lnTo>
                <a:lnTo>
                  <a:pt x="272" y="628"/>
                </a:lnTo>
                <a:lnTo>
                  <a:pt x="271" y="628"/>
                </a:lnTo>
                <a:lnTo>
                  <a:pt x="272" y="629"/>
                </a:lnTo>
                <a:lnTo>
                  <a:pt x="271" y="630"/>
                </a:lnTo>
                <a:lnTo>
                  <a:pt x="271" y="631"/>
                </a:lnTo>
                <a:lnTo>
                  <a:pt x="272" y="631"/>
                </a:lnTo>
                <a:lnTo>
                  <a:pt x="273" y="632"/>
                </a:lnTo>
                <a:lnTo>
                  <a:pt x="273" y="633"/>
                </a:lnTo>
                <a:lnTo>
                  <a:pt x="272" y="633"/>
                </a:lnTo>
                <a:lnTo>
                  <a:pt x="271" y="633"/>
                </a:lnTo>
                <a:lnTo>
                  <a:pt x="271" y="634"/>
                </a:lnTo>
                <a:lnTo>
                  <a:pt x="272" y="634"/>
                </a:lnTo>
                <a:lnTo>
                  <a:pt x="271" y="634"/>
                </a:lnTo>
                <a:lnTo>
                  <a:pt x="271" y="635"/>
                </a:lnTo>
                <a:lnTo>
                  <a:pt x="272" y="635"/>
                </a:lnTo>
                <a:lnTo>
                  <a:pt x="272" y="634"/>
                </a:lnTo>
                <a:lnTo>
                  <a:pt x="273" y="634"/>
                </a:lnTo>
                <a:lnTo>
                  <a:pt x="273" y="635"/>
                </a:lnTo>
                <a:lnTo>
                  <a:pt x="272" y="635"/>
                </a:lnTo>
                <a:lnTo>
                  <a:pt x="272" y="636"/>
                </a:lnTo>
                <a:lnTo>
                  <a:pt x="272" y="637"/>
                </a:lnTo>
                <a:lnTo>
                  <a:pt x="271" y="637"/>
                </a:lnTo>
                <a:lnTo>
                  <a:pt x="271" y="638"/>
                </a:lnTo>
                <a:lnTo>
                  <a:pt x="270" y="638"/>
                </a:lnTo>
                <a:lnTo>
                  <a:pt x="271" y="638"/>
                </a:lnTo>
                <a:lnTo>
                  <a:pt x="271" y="639"/>
                </a:lnTo>
                <a:lnTo>
                  <a:pt x="270" y="639"/>
                </a:lnTo>
                <a:lnTo>
                  <a:pt x="270" y="640"/>
                </a:lnTo>
                <a:lnTo>
                  <a:pt x="271" y="640"/>
                </a:lnTo>
                <a:lnTo>
                  <a:pt x="271" y="641"/>
                </a:lnTo>
                <a:lnTo>
                  <a:pt x="271" y="642"/>
                </a:lnTo>
                <a:lnTo>
                  <a:pt x="270" y="642"/>
                </a:lnTo>
                <a:lnTo>
                  <a:pt x="270" y="643"/>
                </a:lnTo>
                <a:lnTo>
                  <a:pt x="269" y="643"/>
                </a:lnTo>
                <a:lnTo>
                  <a:pt x="269" y="644"/>
                </a:lnTo>
                <a:lnTo>
                  <a:pt x="268" y="644"/>
                </a:lnTo>
                <a:lnTo>
                  <a:pt x="268" y="645"/>
                </a:lnTo>
                <a:lnTo>
                  <a:pt x="267" y="645"/>
                </a:lnTo>
                <a:lnTo>
                  <a:pt x="267" y="646"/>
                </a:lnTo>
                <a:lnTo>
                  <a:pt x="266" y="646"/>
                </a:lnTo>
                <a:lnTo>
                  <a:pt x="266" y="647"/>
                </a:lnTo>
                <a:lnTo>
                  <a:pt x="265" y="647"/>
                </a:lnTo>
                <a:lnTo>
                  <a:pt x="265" y="648"/>
                </a:lnTo>
                <a:lnTo>
                  <a:pt x="264" y="648"/>
                </a:lnTo>
                <a:lnTo>
                  <a:pt x="263" y="648"/>
                </a:lnTo>
                <a:lnTo>
                  <a:pt x="263" y="647"/>
                </a:lnTo>
                <a:lnTo>
                  <a:pt x="262" y="647"/>
                </a:lnTo>
                <a:lnTo>
                  <a:pt x="263" y="647"/>
                </a:lnTo>
                <a:lnTo>
                  <a:pt x="261" y="647"/>
                </a:lnTo>
                <a:lnTo>
                  <a:pt x="261" y="648"/>
                </a:lnTo>
                <a:lnTo>
                  <a:pt x="260" y="648"/>
                </a:lnTo>
                <a:lnTo>
                  <a:pt x="259" y="648"/>
                </a:lnTo>
                <a:lnTo>
                  <a:pt x="258" y="648"/>
                </a:lnTo>
                <a:lnTo>
                  <a:pt x="258" y="649"/>
                </a:lnTo>
                <a:lnTo>
                  <a:pt x="259" y="649"/>
                </a:lnTo>
                <a:lnTo>
                  <a:pt x="259" y="650"/>
                </a:lnTo>
                <a:lnTo>
                  <a:pt x="260" y="650"/>
                </a:lnTo>
                <a:lnTo>
                  <a:pt x="260" y="651"/>
                </a:lnTo>
                <a:lnTo>
                  <a:pt x="261" y="651"/>
                </a:lnTo>
                <a:lnTo>
                  <a:pt x="261" y="652"/>
                </a:lnTo>
                <a:lnTo>
                  <a:pt x="261" y="653"/>
                </a:lnTo>
                <a:lnTo>
                  <a:pt x="261" y="654"/>
                </a:lnTo>
                <a:lnTo>
                  <a:pt x="261" y="655"/>
                </a:lnTo>
                <a:lnTo>
                  <a:pt x="261" y="656"/>
                </a:lnTo>
                <a:lnTo>
                  <a:pt x="261" y="657"/>
                </a:lnTo>
                <a:lnTo>
                  <a:pt x="260" y="657"/>
                </a:lnTo>
                <a:lnTo>
                  <a:pt x="260" y="658"/>
                </a:lnTo>
                <a:lnTo>
                  <a:pt x="260" y="659"/>
                </a:lnTo>
                <a:lnTo>
                  <a:pt x="259" y="659"/>
                </a:lnTo>
                <a:lnTo>
                  <a:pt x="258" y="659"/>
                </a:lnTo>
                <a:lnTo>
                  <a:pt x="258" y="660"/>
                </a:lnTo>
                <a:lnTo>
                  <a:pt x="257" y="660"/>
                </a:lnTo>
                <a:lnTo>
                  <a:pt x="257" y="661"/>
                </a:lnTo>
                <a:lnTo>
                  <a:pt x="258" y="661"/>
                </a:lnTo>
                <a:lnTo>
                  <a:pt x="258" y="662"/>
                </a:lnTo>
                <a:lnTo>
                  <a:pt x="257" y="662"/>
                </a:lnTo>
                <a:lnTo>
                  <a:pt x="256" y="662"/>
                </a:lnTo>
                <a:lnTo>
                  <a:pt x="256" y="663"/>
                </a:lnTo>
                <a:lnTo>
                  <a:pt x="255" y="663"/>
                </a:lnTo>
                <a:lnTo>
                  <a:pt x="255" y="662"/>
                </a:lnTo>
                <a:lnTo>
                  <a:pt x="254" y="662"/>
                </a:lnTo>
                <a:lnTo>
                  <a:pt x="254" y="661"/>
                </a:lnTo>
                <a:lnTo>
                  <a:pt x="253" y="661"/>
                </a:lnTo>
                <a:lnTo>
                  <a:pt x="252" y="662"/>
                </a:lnTo>
                <a:lnTo>
                  <a:pt x="251" y="662"/>
                </a:lnTo>
                <a:lnTo>
                  <a:pt x="250" y="662"/>
                </a:lnTo>
                <a:lnTo>
                  <a:pt x="249" y="662"/>
                </a:lnTo>
                <a:lnTo>
                  <a:pt x="248" y="662"/>
                </a:lnTo>
                <a:lnTo>
                  <a:pt x="247" y="662"/>
                </a:lnTo>
                <a:lnTo>
                  <a:pt x="246" y="662"/>
                </a:lnTo>
                <a:lnTo>
                  <a:pt x="246" y="661"/>
                </a:lnTo>
                <a:lnTo>
                  <a:pt x="246" y="660"/>
                </a:lnTo>
                <a:lnTo>
                  <a:pt x="245" y="660"/>
                </a:lnTo>
                <a:lnTo>
                  <a:pt x="245" y="659"/>
                </a:lnTo>
                <a:lnTo>
                  <a:pt x="244" y="659"/>
                </a:lnTo>
                <a:lnTo>
                  <a:pt x="244" y="658"/>
                </a:lnTo>
                <a:lnTo>
                  <a:pt x="243" y="658"/>
                </a:lnTo>
                <a:lnTo>
                  <a:pt x="244" y="658"/>
                </a:lnTo>
                <a:lnTo>
                  <a:pt x="244" y="657"/>
                </a:lnTo>
                <a:lnTo>
                  <a:pt x="244" y="656"/>
                </a:lnTo>
                <a:lnTo>
                  <a:pt x="245" y="656"/>
                </a:lnTo>
                <a:lnTo>
                  <a:pt x="245" y="655"/>
                </a:lnTo>
                <a:lnTo>
                  <a:pt x="245" y="654"/>
                </a:lnTo>
                <a:lnTo>
                  <a:pt x="244" y="654"/>
                </a:lnTo>
                <a:lnTo>
                  <a:pt x="244" y="653"/>
                </a:lnTo>
                <a:lnTo>
                  <a:pt x="243" y="653"/>
                </a:lnTo>
                <a:lnTo>
                  <a:pt x="242" y="653"/>
                </a:lnTo>
                <a:lnTo>
                  <a:pt x="243" y="653"/>
                </a:lnTo>
                <a:lnTo>
                  <a:pt x="243" y="652"/>
                </a:lnTo>
                <a:lnTo>
                  <a:pt x="243" y="651"/>
                </a:lnTo>
                <a:lnTo>
                  <a:pt x="242" y="651"/>
                </a:lnTo>
                <a:lnTo>
                  <a:pt x="242" y="650"/>
                </a:lnTo>
                <a:lnTo>
                  <a:pt x="243" y="650"/>
                </a:lnTo>
                <a:lnTo>
                  <a:pt x="243" y="648"/>
                </a:lnTo>
                <a:lnTo>
                  <a:pt x="242" y="648"/>
                </a:lnTo>
                <a:lnTo>
                  <a:pt x="242" y="647"/>
                </a:lnTo>
                <a:lnTo>
                  <a:pt x="241" y="647"/>
                </a:lnTo>
                <a:lnTo>
                  <a:pt x="241" y="646"/>
                </a:lnTo>
                <a:lnTo>
                  <a:pt x="240" y="646"/>
                </a:lnTo>
                <a:lnTo>
                  <a:pt x="240" y="645"/>
                </a:lnTo>
                <a:lnTo>
                  <a:pt x="239" y="645"/>
                </a:lnTo>
                <a:lnTo>
                  <a:pt x="239" y="644"/>
                </a:lnTo>
                <a:lnTo>
                  <a:pt x="239" y="643"/>
                </a:lnTo>
                <a:lnTo>
                  <a:pt x="238" y="643"/>
                </a:lnTo>
                <a:lnTo>
                  <a:pt x="239" y="643"/>
                </a:lnTo>
                <a:lnTo>
                  <a:pt x="239" y="642"/>
                </a:lnTo>
                <a:lnTo>
                  <a:pt x="239" y="641"/>
                </a:lnTo>
                <a:lnTo>
                  <a:pt x="238" y="641"/>
                </a:lnTo>
                <a:lnTo>
                  <a:pt x="238" y="640"/>
                </a:lnTo>
                <a:lnTo>
                  <a:pt x="237" y="640"/>
                </a:lnTo>
                <a:lnTo>
                  <a:pt x="238" y="640"/>
                </a:lnTo>
                <a:lnTo>
                  <a:pt x="238" y="639"/>
                </a:lnTo>
                <a:lnTo>
                  <a:pt x="238" y="638"/>
                </a:lnTo>
                <a:lnTo>
                  <a:pt x="237" y="638"/>
                </a:lnTo>
                <a:lnTo>
                  <a:pt x="236" y="638"/>
                </a:lnTo>
                <a:lnTo>
                  <a:pt x="236" y="637"/>
                </a:lnTo>
                <a:lnTo>
                  <a:pt x="236" y="636"/>
                </a:lnTo>
                <a:lnTo>
                  <a:pt x="235" y="636"/>
                </a:lnTo>
                <a:lnTo>
                  <a:pt x="234" y="636"/>
                </a:lnTo>
                <a:lnTo>
                  <a:pt x="233" y="636"/>
                </a:lnTo>
                <a:lnTo>
                  <a:pt x="232" y="636"/>
                </a:lnTo>
                <a:lnTo>
                  <a:pt x="231" y="636"/>
                </a:lnTo>
                <a:lnTo>
                  <a:pt x="230" y="636"/>
                </a:lnTo>
                <a:lnTo>
                  <a:pt x="229" y="636"/>
                </a:lnTo>
                <a:lnTo>
                  <a:pt x="229" y="635"/>
                </a:lnTo>
                <a:lnTo>
                  <a:pt x="229" y="634"/>
                </a:lnTo>
                <a:lnTo>
                  <a:pt x="228" y="634"/>
                </a:lnTo>
                <a:lnTo>
                  <a:pt x="227" y="634"/>
                </a:lnTo>
                <a:lnTo>
                  <a:pt x="227" y="633"/>
                </a:lnTo>
                <a:lnTo>
                  <a:pt x="227" y="632"/>
                </a:lnTo>
                <a:lnTo>
                  <a:pt x="226" y="632"/>
                </a:lnTo>
                <a:lnTo>
                  <a:pt x="225" y="632"/>
                </a:lnTo>
                <a:lnTo>
                  <a:pt x="225" y="633"/>
                </a:lnTo>
                <a:lnTo>
                  <a:pt x="224" y="633"/>
                </a:lnTo>
                <a:lnTo>
                  <a:pt x="224" y="632"/>
                </a:lnTo>
                <a:lnTo>
                  <a:pt x="223" y="632"/>
                </a:lnTo>
                <a:lnTo>
                  <a:pt x="223" y="631"/>
                </a:lnTo>
                <a:lnTo>
                  <a:pt x="222" y="631"/>
                </a:lnTo>
                <a:lnTo>
                  <a:pt x="221" y="631"/>
                </a:lnTo>
                <a:lnTo>
                  <a:pt x="220" y="631"/>
                </a:lnTo>
                <a:lnTo>
                  <a:pt x="219" y="631"/>
                </a:lnTo>
                <a:lnTo>
                  <a:pt x="219" y="630"/>
                </a:lnTo>
                <a:lnTo>
                  <a:pt x="218" y="630"/>
                </a:lnTo>
                <a:lnTo>
                  <a:pt x="217" y="630"/>
                </a:lnTo>
                <a:lnTo>
                  <a:pt x="217" y="629"/>
                </a:lnTo>
                <a:lnTo>
                  <a:pt x="216" y="629"/>
                </a:lnTo>
                <a:lnTo>
                  <a:pt x="216" y="628"/>
                </a:lnTo>
                <a:lnTo>
                  <a:pt x="216" y="627"/>
                </a:lnTo>
                <a:lnTo>
                  <a:pt x="215" y="627"/>
                </a:lnTo>
                <a:lnTo>
                  <a:pt x="215" y="626"/>
                </a:lnTo>
                <a:lnTo>
                  <a:pt x="214" y="626"/>
                </a:lnTo>
                <a:lnTo>
                  <a:pt x="214" y="625"/>
                </a:lnTo>
                <a:lnTo>
                  <a:pt x="213" y="625"/>
                </a:lnTo>
                <a:lnTo>
                  <a:pt x="213" y="624"/>
                </a:lnTo>
                <a:lnTo>
                  <a:pt x="212" y="624"/>
                </a:lnTo>
                <a:lnTo>
                  <a:pt x="212" y="623"/>
                </a:lnTo>
                <a:lnTo>
                  <a:pt x="211" y="623"/>
                </a:lnTo>
                <a:lnTo>
                  <a:pt x="211" y="622"/>
                </a:lnTo>
                <a:lnTo>
                  <a:pt x="210" y="622"/>
                </a:lnTo>
                <a:lnTo>
                  <a:pt x="210" y="621"/>
                </a:lnTo>
                <a:lnTo>
                  <a:pt x="209" y="621"/>
                </a:lnTo>
                <a:lnTo>
                  <a:pt x="208" y="621"/>
                </a:lnTo>
                <a:lnTo>
                  <a:pt x="207" y="621"/>
                </a:lnTo>
                <a:lnTo>
                  <a:pt x="207" y="620"/>
                </a:lnTo>
                <a:lnTo>
                  <a:pt x="206" y="620"/>
                </a:lnTo>
                <a:lnTo>
                  <a:pt x="206" y="619"/>
                </a:lnTo>
                <a:lnTo>
                  <a:pt x="205" y="619"/>
                </a:lnTo>
                <a:lnTo>
                  <a:pt x="204" y="618"/>
                </a:lnTo>
                <a:lnTo>
                  <a:pt x="203" y="618"/>
                </a:lnTo>
                <a:lnTo>
                  <a:pt x="203" y="617"/>
                </a:lnTo>
                <a:lnTo>
                  <a:pt x="202" y="617"/>
                </a:lnTo>
                <a:lnTo>
                  <a:pt x="201" y="616"/>
                </a:lnTo>
                <a:lnTo>
                  <a:pt x="200" y="616"/>
                </a:lnTo>
                <a:lnTo>
                  <a:pt x="200" y="615"/>
                </a:lnTo>
                <a:lnTo>
                  <a:pt x="199" y="615"/>
                </a:lnTo>
                <a:lnTo>
                  <a:pt x="199" y="616"/>
                </a:lnTo>
                <a:lnTo>
                  <a:pt x="197" y="616"/>
                </a:lnTo>
                <a:lnTo>
                  <a:pt x="196" y="616"/>
                </a:lnTo>
                <a:lnTo>
                  <a:pt x="196" y="617"/>
                </a:lnTo>
                <a:lnTo>
                  <a:pt x="195" y="617"/>
                </a:lnTo>
                <a:lnTo>
                  <a:pt x="196" y="617"/>
                </a:lnTo>
                <a:lnTo>
                  <a:pt x="195" y="617"/>
                </a:lnTo>
                <a:lnTo>
                  <a:pt x="194" y="618"/>
                </a:lnTo>
                <a:lnTo>
                  <a:pt x="194" y="617"/>
                </a:lnTo>
                <a:lnTo>
                  <a:pt x="193" y="617"/>
                </a:lnTo>
                <a:lnTo>
                  <a:pt x="193" y="616"/>
                </a:lnTo>
                <a:lnTo>
                  <a:pt x="192" y="616"/>
                </a:lnTo>
                <a:lnTo>
                  <a:pt x="192" y="615"/>
                </a:lnTo>
                <a:lnTo>
                  <a:pt x="191" y="615"/>
                </a:lnTo>
                <a:lnTo>
                  <a:pt x="191" y="614"/>
                </a:lnTo>
                <a:lnTo>
                  <a:pt x="190" y="614"/>
                </a:lnTo>
                <a:lnTo>
                  <a:pt x="190" y="613"/>
                </a:lnTo>
                <a:lnTo>
                  <a:pt x="190" y="614"/>
                </a:lnTo>
                <a:lnTo>
                  <a:pt x="189" y="614"/>
                </a:lnTo>
                <a:lnTo>
                  <a:pt x="189" y="613"/>
                </a:lnTo>
                <a:lnTo>
                  <a:pt x="188" y="613"/>
                </a:lnTo>
                <a:lnTo>
                  <a:pt x="187" y="613"/>
                </a:lnTo>
                <a:lnTo>
                  <a:pt x="186" y="613"/>
                </a:lnTo>
                <a:lnTo>
                  <a:pt x="185" y="613"/>
                </a:lnTo>
                <a:lnTo>
                  <a:pt x="185" y="612"/>
                </a:lnTo>
                <a:lnTo>
                  <a:pt x="184" y="612"/>
                </a:lnTo>
                <a:lnTo>
                  <a:pt x="184" y="611"/>
                </a:lnTo>
                <a:lnTo>
                  <a:pt x="183" y="611"/>
                </a:lnTo>
                <a:lnTo>
                  <a:pt x="183" y="610"/>
                </a:lnTo>
                <a:lnTo>
                  <a:pt x="182" y="610"/>
                </a:lnTo>
                <a:lnTo>
                  <a:pt x="181" y="610"/>
                </a:lnTo>
                <a:lnTo>
                  <a:pt x="180" y="610"/>
                </a:lnTo>
                <a:lnTo>
                  <a:pt x="179" y="610"/>
                </a:lnTo>
                <a:lnTo>
                  <a:pt x="178" y="610"/>
                </a:lnTo>
                <a:lnTo>
                  <a:pt x="178" y="609"/>
                </a:lnTo>
                <a:lnTo>
                  <a:pt x="178" y="610"/>
                </a:lnTo>
                <a:lnTo>
                  <a:pt x="177" y="610"/>
                </a:lnTo>
                <a:lnTo>
                  <a:pt x="176" y="610"/>
                </a:lnTo>
                <a:lnTo>
                  <a:pt x="175" y="609"/>
                </a:lnTo>
                <a:lnTo>
                  <a:pt x="175" y="608"/>
                </a:lnTo>
                <a:lnTo>
                  <a:pt x="174" y="608"/>
                </a:lnTo>
                <a:lnTo>
                  <a:pt x="174" y="607"/>
                </a:lnTo>
                <a:lnTo>
                  <a:pt x="174" y="606"/>
                </a:lnTo>
                <a:lnTo>
                  <a:pt x="173" y="606"/>
                </a:lnTo>
                <a:lnTo>
                  <a:pt x="173" y="605"/>
                </a:lnTo>
                <a:lnTo>
                  <a:pt x="172" y="605"/>
                </a:lnTo>
                <a:lnTo>
                  <a:pt x="171" y="605"/>
                </a:lnTo>
                <a:lnTo>
                  <a:pt x="170" y="605"/>
                </a:lnTo>
                <a:lnTo>
                  <a:pt x="169" y="605"/>
                </a:lnTo>
                <a:lnTo>
                  <a:pt x="168" y="606"/>
                </a:lnTo>
                <a:lnTo>
                  <a:pt x="168" y="605"/>
                </a:lnTo>
                <a:lnTo>
                  <a:pt x="167" y="605"/>
                </a:lnTo>
                <a:lnTo>
                  <a:pt x="167" y="604"/>
                </a:lnTo>
                <a:lnTo>
                  <a:pt x="165" y="604"/>
                </a:lnTo>
                <a:lnTo>
                  <a:pt x="164" y="604"/>
                </a:lnTo>
                <a:lnTo>
                  <a:pt x="164" y="603"/>
                </a:lnTo>
                <a:lnTo>
                  <a:pt x="163" y="603"/>
                </a:lnTo>
                <a:lnTo>
                  <a:pt x="163" y="604"/>
                </a:lnTo>
                <a:lnTo>
                  <a:pt x="162" y="604"/>
                </a:lnTo>
                <a:lnTo>
                  <a:pt x="161" y="604"/>
                </a:lnTo>
                <a:lnTo>
                  <a:pt x="161" y="605"/>
                </a:lnTo>
                <a:lnTo>
                  <a:pt x="160" y="605"/>
                </a:lnTo>
                <a:lnTo>
                  <a:pt x="159" y="605"/>
                </a:lnTo>
                <a:lnTo>
                  <a:pt x="158" y="605"/>
                </a:lnTo>
                <a:lnTo>
                  <a:pt x="157" y="606"/>
                </a:lnTo>
                <a:lnTo>
                  <a:pt x="156" y="606"/>
                </a:lnTo>
                <a:lnTo>
                  <a:pt x="155" y="606"/>
                </a:lnTo>
                <a:lnTo>
                  <a:pt x="155" y="605"/>
                </a:lnTo>
                <a:lnTo>
                  <a:pt x="154" y="605"/>
                </a:lnTo>
                <a:lnTo>
                  <a:pt x="153" y="605"/>
                </a:lnTo>
                <a:lnTo>
                  <a:pt x="153" y="604"/>
                </a:lnTo>
                <a:lnTo>
                  <a:pt x="153" y="603"/>
                </a:lnTo>
                <a:lnTo>
                  <a:pt x="152" y="603"/>
                </a:lnTo>
                <a:lnTo>
                  <a:pt x="152" y="602"/>
                </a:lnTo>
                <a:lnTo>
                  <a:pt x="151" y="602"/>
                </a:lnTo>
                <a:lnTo>
                  <a:pt x="150" y="602"/>
                </a:lnTo>
                <a:lnTo>
                  <a:pt x="149" y="602"/>
                </a:lnTo>
                <a:lnTo>
                  <a:pt x="149" y="601"/>
                </a:lnTo>
                <a:lnTo>
                  <a:pt x="148" y="601"/>
                </a:lnTo>
                <a:lnTo>
                  <a:pt x="148" y="600"/>
                </a:lnTo>
                <a:lnTo>
                  <a:pt x="148" y="599"/>
                </a:lnTo>
                <a:lnTo>
                  <a:pt x="148" y="598"/>
                </a:lnTo>
                <a:lnTo>
                  <a:pt x="148" y="597"/>
                </a:lnTo>
                <a:lnTo>
                  <a:pt x="147" y="597"/>
                </a:lnTo>
                <a:lnTo>
                  <a:pt x="147" y="596"/>
                </a:lnTo>
                <a:lnTo>
                  <a:pt x="147" y="595"/>
                </a:lnTo>
                <a:lnTo>
                  <a:pt x="146" y="595"/>
                </a:lnTo>
                <a:lnTo>
                  <a:pt x="145" y="595"/>
                </a:lnTo>
                <a:lnTo>
                  <a:pt x="145" y="594"/>
                </a:lnTo>
                <a:lnTo>
                  <a:pt x="144" y="594"/>
                </a:lnTo>
                <a:lnTo>
                  <a:pt x="143" y="594"/>
                </a:lnTo>
                <a:lnTo>
                  <a:pt x="143" y="593"/>
                </a:lnTo>
                <a:lnTo>
                  <a:pt x="142" y="593"/>
                </a:lnTo>
                <a:lnTo>
                  <a:pt x="141" y="592"/>
                </a:lnTo>
                <a:lnTo>
                  <a:pt x="142" y="592"/>
                </a:lnTo>
                <a:lnTo>
                  <a:pt x="141" y="592"/>
                </a:lnTo>
                <a:lnTo>
                  <a:pt x="142" y="592"/>
                </a:lnTo>
                <a:lnTo>
                  <a:pt x="142" y="591"/>
                </a:lnTo>
                <a:lnTo>
                  <a:pt x="143" y="591"/>
                </a:lnTo>
                <a:lnTo>
                  <a:pt x="143" y="590"/>
                </a:lnTo>
                <a:lnTo>
                  <a:pt x="142" y="590"/>
                </a:lnTo>
                <a:lnTo>
                  <a:pt x="142" y="589"/>
                </a:lnTo>
                <a:lnTo>
                  <a:pt x="142" y="588"/>
                </a:lnTo>
                <a:lnTo>
                  <a:pt x="141" y="588"/>
                </a:lnTo>
                <a:lnTo>
                  <a:pt x="141" y="587"/>
                </a:lnTo>
                <a:lnTo>
                  <a:pt x="140" y="587"/>
                </a:lnTo>
                <a:lnTo>
                  <a:pt x="141" y="587"/>
                </a:lnTo>
                <a:lnTo>
                  <a:pt x="141" y="586"/>
                </a:lnTo>
                <a:lnTo>
                  <a:pt x="141" y="585"/>
                </a:lnTo>
                <a:lnTo>
                  <a:pt x="141" y="584"/>
                </a:lnTo>
                <a:lnTo>
                  <a:pt x="140" y="584"/>
                </a:lnTo>
                <a:lnTo>
                  <a:pt x="140" y="583"/>
                </a:lnTo>
                <a:lnTo>
                  <a:pt x="140" y="582"/>
                </a:lnTo>
                <a:lnTo>
                  <a:pt x="139" y="582"/>
                </a:lnTo>
                <a:lnTo>
                  <a:pt x="138" y="582"/>
                </a:lnTo>
                <a:lnTo>
                  <a:pt x="137" y="582"/>
                </a:lnTo>
                <a:lnTo>
                  <a:pt x="137" y="581"/>
                </a:lnTo>
                <a:lnTo>
                  <a:pt x="136" y="581"/>
                </a:lnTo>
                <a:lnTo>
                  <a:pt x="136" y="582"/>
                </a:lnTo>
                <a:lnTo>
                  <a:pt x="136" y="581"/>
                </a:lnTo>
                <a:lnTo>
                  <a:pt x="135" y="581"/>
                </a:lnTo>
                <a:lnTo>
                  <a:pt x="135" y="580"/>
                </a:lnTo>
                <a:lnTo>
                  <a:pt x="137" y="580"/>
                </a:lnTo>
                <a:lnTo>
                  <a:pt x="137" y="579"/>
                </a:lnTo>
                <a:lnTo>
                  <a:pt x="137" y="578"/>
                </a:lnTo>
                <a:lnTo>
                  <a:pt x="137" y="577"/>
                </a:lnTo>
                <a:lnTo>
                  <a:pt x="136" y="577"/>
                </a:lnTo>
                <a:lnTo>
                  <a:pt x="135" y="577"/>
                </a:lnTo>
                <a:lnTo>
                  <a:pt x="135" y="576"/>
                </a:lnTo>
                <a:lnTo>
                  <a:pt x="135" y="575"/>
                </a:lnTo>
                <a:lnTo>
                  <a:pt x="134" y="575"/>
                </a:lnTo>
                <a:lnTo>
                  <a:pt x="133" y="575"/>
                </a:lnTo>
                <a:lnTo>
                  <a:pt x="132" y="576"/>
                </a:lnTo>
                <a:lnTo>
                  <a:pt x="131" y="576"/>
                </a:lnTo>
                <a:lnTo>
                  <a:pt x="130" y="576"/>
                </a:lnTo>
                <a:lnTo>
                  <a:pt x="130" y="577"/>
                </a:lnTo>
                <a:lnTo>
                  <a:pt x="129" y="577"/>
                </a:lnTo>
                <a:lnTo>
                  <a:pt x="129" y="576"/>
                </a:lnTo>
                <a:lnTo>
                  <a:pt x="129" y="575"/>
                </a:lnTo>
                <a:lnTo>
                  <a:pt x="129" y="574"/>
                </a:lnTo>
                <a:lnTo>
                  <a:pt x="128" y="574"/>
                </a:lnTo>
                <a:lnTo>
                  <a:pt x="128" y="573"/>
                </a:lnTo>
                <a:lnTo>
                  <a:pt x="127" y="573"/>
                </a:lnTo>
                <a:lnTo>
                  <a:pt x="127" y="572"/>
                </a:lnTo>
                <a:lnTo>
                  <a:pt x="127" y="571"/>
                </a:lnTo>
                <a:lnTo>
                  <a:pt x="126" y="571"/>
                </a:lnTo>
                <a:lnTo>
                  <a:pt x="126" y="570"/>
                </a:lnTo>
                <a:lnTo>
                  <a:pt x="125" y="570"/>
                </a:lnTo>
                <a:lnTo>
                  <a:pt x="125" y="569"/>
                </a:lnTo>
                <a:lnTo>
                  <a:pt x="124" y="569"/>
                </a:lnTo>
                <a:lnTo>
                  <a:pt x="124" y="568"/>
                </a:lnTo>
                <a:lnTo>
                  <a:pt x="124" y="567"/>
                </a:lnTo>
                <a:lnTo>
                  <a:pt x="123" y="567"/>
                </a:lnTo>
                <a:lnTo>
                  <a:pt x="122" y="567"/>
                </a:lnTo>
                <a:lnTo>
                  <a:pt x="121" y="567"/>
                </a:lnTo>
                <a:lnTo>
                  <a:pt x="120" y="567"/>
                </a:lnTo>
                <a:lnTo>
                  <a:pt x="120" y="566"/>
                </a:lnTo>
                <a:lnTo>
                  <a:pt x="119" y="566"/>
                </a:lnTo>
                <a:lnTo>
                  <a:pt x="118" y="565"/>
                </a:lnTo>
                <a:lnTo>
                  <a:pt x="118" y="564"/>
                </a:lnTo>
                <a:lnTo>
                  <a:pt x="117" y="564"/>
                </a:lnTo>
                <a:lnTo>
                  <a:pt x="117" y="563"/>
                </a:lnTo>
                <a:lnTo>
                  <a:pt x="116" y="563"/>
                </a:lnTo>
                <a:lnTo>
                  <a:pt x="115" y="563"/>
                </a:lnTo>
                <a:lnTo>
                  <a:pt x="115" y="564"/>
                </a:lnTo>
                <a:lnTo>
                  <a:pt x="115" y="565"/>
                </a:lnTo>
                <a:lnTo>
                  <a:pt x="114" y="565"/>
                </a:lnTo>
                <a:lnTo>
                  <a:pt x="113" y="565"/>
                </a:lnTo>
                <a:lnTo>
                  <a:pt x="113" y="566"/>
                </a:lnTo>
                <a:lnTo>
                  <a:pt x="112" y="566"/>
                </a:lnTo>
                <a:lnTo>
                  <a:pt x="111" y="566"/>
                </a:lnTo>
                <a:lnTo>
                  <a:pt x="111" y="567"/>
                </a:lnTo>
                <a:lnTo>
                  <a:pt x="110" y="567"/>
                </a:lnTo>
                <a:lnTo>
                  <a:pt x="109" y="567"/>
                </a:lnTo>
                <a:lnTo>
                  <a:pt x="109" y="568"/>
                </a:lnTo>
                <a:lnTo>
                  <a:pt x="109" y="567"/>
                </a:lnTo>
                <a:lnTo>
                  <a:pt x="108" y="567"/>
                </a:lnTo>
                <a:lnTo>
                  <a:pt x="107" y="566"/>
                </a:lnTo>
                <a:lnTo>
                  <a:pt x="106" y="566"/>
                </a:lnTo>
                <a:lnTo>
                  <a:pt x="105" y="566"/>
                </a:lnTo>
                <a:lnTo>
                  <a:pt x="105" y="565"/>
                </a:lnTo>
                <a:lnTo>
                  <a:pt x="104" y="565"/>
                </a:lnTo>
                <a:lnTo>
                  <a:pt x="104" y="564"/>
                </a:lnTo>
                <a:lnTo>
                  <a:pt x="104" y="563"/>
                </a:lnTo>
                <a:lnTo>
                  <a:pt x="103" y="563"/>
                </a:lnTo>
                <a:lnTo>
                  <a:pt x="102" y="563"/>
                </a:lnTo>
                <a:lnTo>
                  <a:pt x="102" y="562"/>
                </a:lnTo>
                <a:lnTo>
                  <a:pt x="102" y="561"/>
                </a:lnTo>
                <a:lnTo>
                  <a:pt x="102" y="560"/>
                </a:lnTo>
                <a:lnTo>
                  <a:pt x="101" y="560"/>
                </a:lnTo>
                <a:lnTo>
                  <a:pt x="101" y="559"/>
                </a:lnTo>
                <a:lnTo>
                  <a:pt x="101" y="558"/>
                </a:lnTo>
                <a:lnTo>
                  <a:pt x="100" y="558"/>
                </a:lnTo>
                <a:lnTo>
                  <a:pt x="99" y="558"/>
                </a:lnTo>
                <a:lnTo>
                  <a:pt x="98" y="558"/>
                </a:lnTo>
                <a:lnTo>
                  <a:pt x="97" y="558"/>
                </a:lnTo>
                <a:lnTo>
                  <a:pt x="96" y="558"/>
                </a:lnTo>
                <a:lnTo>
                  <a:pt x="95" y="558"/>
                </a:lnTo>
                <a:lnTo>
                  <a:pt x="95" y="559"/>
                </a:lnTo>
                <a:lnTo>
                  <a:pt x="94" y="559"/>
                </a:lnTo>
                <a:lnTo>
                  <a:pt x="93" y="559"/>
                </a:lnTo>
                <a:lnTo>
                  <a:pt x="93" y="558"/>
                </a:lnTo>
                <a:lnTo>
                  <a:pt x="93" y="557"/>
                </a:lnTo>
                <a:lnTo>
                  <a:pt x="93" y="556"/>
                </a:lnTo>
                <a:lnTo>
                  <a:pt x="93" y="555"/>
                </a:lnTo>
                <a:lnTo>
                  <a:pt x="93" y="554"/>
                </a:lnTo>
                <a:lnTo>
                  <a:pt x="92" y="554"/>
                </a:lnTo>
                <a:lnTo>
                  <a:pt x="91" y="554"/>
                </a:lnTo>
                <a:lnTo>
                  <a:pt x="90" y="554"/>
                </a:lnTo>
                <a:lnTo>
                  <a:pt x="90" y="555"/>
                </a:lnTo>
                <a:lnTo>
                  <a:pt x="89" y="555"/>
                </a:lnTo>
                <a:lnTo>
                  <a:pt x="89" y="556"/>
                </a:lnTo>
                <a:lnTo>
                  <a:pt x="88" y="556"/>
                </a:lnTo>
                <a:lnTo>
                  <a:pt x="88" y="557"/>
                </a:lnTo>
                <a:lnTo>
                  <a:pt x="88" y="558"/>
                </a:lnTo>
                <a:lnTo>
                  <a:pt x="88" y="557"/>
                </a:lnTo>
                <a:lnTo>
                  <a:pt x="87" y="557"/>
                </a:lnTo>
                <a:lnTo>
                  <a:pt x="87" y="558"/>
                </a:lnTo>
                <a:lnTo>
                  <a:pt x="86" y="558"/>
                </a:lnTo>
                <a:lnTo>
                  <a:pt x="85" y="558"/>
                </a:lnTo>
                <a:lnTo>
                  <a:pt x="84" y="558"/>
                </a:lnTo>
                <a:lnTo>
                  <a:pt x="84" y="559"/>
                </a:lnTo>
                <a:lnTo>
                  <a:pt x="83" y="559"/>
                </a:lnTo>
                <a:lnTo>
                  <a:pt x="83" y="560"/>
                </a:lnTo>
                <a:lnTo>
                  <a:pt x="83" y="561"/>
                </a:lnTo>
                <a:lnTo>
                  <a:pt x="84" y="561"/>
                </a:lnTo>
                <a:lnTo>
                  <a:pt x="85" y="561"/>
                </a:lnTo>
                <a:lnTo>
                  <a:pt x="85" y="562"/>
                </a:lnTo>
                <a:lnTo>
                  <a:pt x="84" y="562"/>
                </a:lnTo>
                <a:lnTo>
                  <a:pt x="84" y="563"/>
                </a:lnTo>
                <a:lnTo>
                  <a:pt x="85" y="563"/>
                </a:lnTo>
                <a:lnTo>
                  <a:pt x="85" y="564"/>
                </a:lnTo>
                <a:lnTo>
                  <a:pt x="84" y="565"/>
                </a:lnTo>
                <a:lnTo>
                  <a:pt x="83" y="565"/>
                </a:lnTo>
                <a:lnTo>
                  <a:pt x="82" y="565"/>
                </a:lnTo>
                <a:lnTo>
                  <a:pt x="82" y="564"/>
                </a:lnTo>
                <a:lnTo>
                  <a:pt x="81" y="564"/>
                </a:lnTo>
                <a:lnTo>
                  <a:pt x="81" y="565"/>
                </a:lnTo>
                <a:lnTo>
                  <a:pt x="80" y="565"/>
                </a:lnTo>
                <a:lnTo>
                  <a:pt x="79" y="565"/>
                </a:lnTo>
                <a:lnTo>
                  <a:pt x="79" y="566"/>
                </a:lnTo>
                <a:lnTo>
                  <a:pt x="78" y="566"/>
                </a:lnTo>
                <a:lnTo>
                  <a:pt x="77" y="566"/>
                </a:lnTo>
                <a:lnTo>
                  <a:pt x="76" y="566"/>
                </a:lnTo>
                <a:lnTo>
                  <a:pt x="75" y="566"/>
                </a:lnTo>
                <a:lnTo>
                  <a:pt x="75" y="565"/>
                </a:lnTo>
                <a:lnTo>
                  <a:pt x="74" y="565"/>
                </a:lnTo>
                <a:lnTo>
                  <a:pt x="74" y="564"/>
                </a:lnTo>
                <a:lnTo>
                  <a:pt x="74" y="563"/>
                </a:lnTo>
                <a:lnTo>
                  <a:pt x="74" y="562"/>
                </a:lnTo>
                <a:lnTo>
                  <a:pt x="73" y="562"/>
                </a:lnTo>
                <a:lnTo>
                  <a:pt x="74" y="562"/>
                </a:lnTo>
                <a:lnTo>
                  <a:pt x="74" y="561"/>
                </a:lnTo>
                <a:lnTo>
                  <a:pt x="73" y="561"/>
                </a:lnTo>
                <a:lnTo>
                  <a:pt x="73" y="560"/>
                </a:lnTo>
                <a:lnTo>
                  <a:pt x="72" y="560"/>
                </a:lnTo>
                <a:lnTo>
                  <a:pt x="71" y="559"/>
                </a:lnTo>
                <a:lnTo>
                  <a:pt x="70" y="559"/>
                </a:lnTo>
                <a:lnTo>
                  <a:pt x="70" y="560"/>
                </a:lnTo>
                <a:lnTo>
                  <a:pt x="69" y="561"/>
                </a:lnTo>
                <a:lnTo>
                  <a:pt x="68" y="561"/>
                </a:lnTo>
                <a:lnTo>
                  <a:pt x="67" y="561"/>
                </a:lnTo>
                <a:lnTo>
                  <a:pt x="67" y="560"/>
                </a:lnTo>
                <a:lnTo>
                  <a:pt x="66" y="561"/>
                </a:lnTo>
                <a:lnTo>
                  <a:pt x="65" y="561"/>
                </a:lnTo>
                <a:lnTo>
                  <a:pt x="65" y="562"/>
                </a:lnTo>
                <a:lnTo>
                  <a:pt x="64" y="562"/>
                </a:lnTo>
                <a:lnTo>
                  <a:pt x="63" y="562"/>
                </a:lnTo>
                <a:lnTo>
                  <a:pt x="63" y="561"/>
                </a:lnTo>
                <a:lnTo>
                  <a:pt x="63" y="560"/>
                </a:lnTo>
                <a:lnTo>
                  <a:pt x="62" y="560"/>
                </a:lnTo>
                <a:lnTo>
                  <a:pt x="61" y="560"/>
                </a:lnTo>
                <a:lnTo>
                  <a:pt x="62" y="560"/>
                </a:lnTo>
                <a:lnTo>
                  <a:pt x="62" y="559"/>
                </a:lnTo>
                <a:lnTo>
                  <a:pt x="61" y="559"/>
                </a:lnTo>
                <a:lnTo>
                  <a:pt x="61" y="558"/>
                </a:lnTo>
                <a:lnTo>
                  <a:pt x="60" y="558"/>
                </a:lnTo>
                <a:lnTo>
                  <a:pt x="59" y="558"/>
                </a:lnTo>
                <a:lnTo>
                  <a:pt x="59" y="557"/>
                </a:lnTo>
                <a:lnTo>
                  <a:pt x="58" y="557"/>
                </a:lnTo>
                <a:lnTo>
                  <a:pt x="57" y="557"/>
                </a:lnTo>
                <a:lnTo>
                  <a:pt x="56" y="557"/>
                </a:lnTo>
                <a:lnTo>
                  <a:pt x="55" y="557"/>
                </a:lnTo>
                <a:lnTo>
                  <a:pt x="55" y="556"/>
                </a:lnTo>
                <a:lnTo>
                  <a:pt x="55" y="555"/>
                </a:lnTo>
                <a:lnTo>
                  <a:pt x="54" y="555"/>
                </a:lnTo>
                <a:lnTo>
                  <a:pt x="55" y="555"/>
                </a:lnTo>
                <a:lnTo>
                  <a:pt x="55" y="554"/>
                </a:lnTo>
                <a:lnTo>
                  <a:pt x="54" y="554"/>
                </a:lnTo>
                <a:lnTo>
                  <a:pt x="54" y="553"/>
                </a:lnTo>
                <a:lnTo>
                  <a:pt x="54" y="552"/>
                </a:lnTo>
                <a:lnTo>
                  <a:pt x="54" y="551"/>
                </a:lnTo>
                <a:lnTo>
                  <a:pt x="53" y="551"/>
                </a:lnTo>
                <a:lnTo>
                  <a:pt x="53" y="550"/>
                </a:lnTo>
                <a:lnTo>
                  <a:pt x="52" y="550"/>
                </a:lnTo>
                <a:lnTo>
                  <a:pt x="52" y="549"/>
                </a:lnTo>
                <a:lnTo>
                  <a:pt x="53" y="549"/>
                </a:lnTo>
                <a:lnTo>
                  <a:pt x="53" y="548"/>
                </a:lnTo>
                <a:lnTo>
                  <a:pt x="53" y="547"/>
                </a:lnTo>
                <a:lnTo>
                  <a:pt x="53" y="546"/>
                </a:lnTo>
                <a:lnTo>
                  <a:pt x="54" y="546"/>
                </a:lnTo>
                <a:lnTo>
                  <a:pt x="54" y="545"/>
                </a:lnTo>
                <a:lnTo>
                  <a:pt x="54" y="544"/>
                </a:lnTo>
                <a:lnTo>
                  <a:pt x="54" y="543"/>
                </a:lnTo>
                <a:lnTo>
                  <a:pt x="53" y="543"/>
                </a:lnTo>
                <a:lnTo>
                  <a:pt x="52" y="543"/>
                </a:lnTo>
                <a:lnTo>
                  <a:pt x="52" y="542"/>
                </a:lnTo>
                <a:lnTo>
                  <a:pt x="51" y="542"/>
                </a:lnTo>
                <a:lnTo>
                  <a:pt x="51" y="541"/>
                </a:lnTo>
                <a:lnTo>
                  <a:pt x="50" y="541"/>
                </a:lnTo>
                <a:lnTo>
                  <a:pt x="50" y="540"/>
                </a:lnTo>
                <a:lnTo>
                  <a:pt x="50" y="539"/>
                </a:lnTo>
                <a:lnTo>
                  <a:pt x="49" y="539"/>
                </a:lnTo>
                <a:lnTo>
                  <a:pt x="49" y="538"/>
                </a:lnTo>
                <a:lnTo>
                  <a:pt x="48" y="538"/>
                </a:lnTo>
                <a:lnTo>
                  <a:pt x="48" y="537"/>
                </a:lnTo>
                <a:lnTo>
                  <a:pt x="48" y="536"/>
                </a:lnTo>
                <a:lnTo>
                  <a:pt x="47" y="535"/>
                </a:lnTo>
                <a:lnTo>
                  <a:pt x="46" y="535"/>
                </a:lnTo>
                <a:lnTo>
                  <a:pt x="46" y="534"/>
                </a:lnTo>
                <a:lnTo>
                  <a:pt x="45" y="534"/>
                </a:lnTo>
                <a:lnTo>
                  <a:pt x="45" y="533"/>
                </a:lnTo>
                <a:lnTo>
                  <a:pt x="45" y="532"/>
                </a:lnTo>
                <a:lnTo>
                  <a:pt x="44" y="532"/>
                </a:lnTo>
                <a:lnTo>
                  <a:pt x="45" y="532"/>
                </a:lnTo>
                <a:lnTo>
                  <a:pt x="44" y="532"/>
                </a:lnTo>
                <a:lnTo>
                  <a:pt x="44" y="531"/>
                </a:lnTo>
                <a:lnTo>
                  <a:pt x="44" y="530"/>
                </a:lnTo>
                <a:lnTo>
                  <a:pt x="43" y="530"/>
                </a:lnTo>
                <a:lnTo>
                  <a:pt x="43" y="529"/>
                </a:lnTo>
                <a:lnTo>
                  <a:pt x="42" y="529"/>
                </a:lnTo>
                <a:lnTo>
                  <a:pt x="42" y="530"/>
                </a:lnTo>
                <a:lnTo>
                  <a:pt x="42" y="531"/>
                </a:lnTo>
                <a:lnTo>
                  <a:pt x="41" y="531"/>
                </a:lnTo>
                <a:lnTo>
                  <a:pt x="40" y="531"/>
                </a:lnTo>
                <a:lnTo>
                  <a:pt x="39" y="531"/>
                </a:lnTo>
                <a:lnTo>
                  <a:pt x="38" y="530"/>
                </a:lnTo>
                <a:lnTo>
                  <a:pt x="37" y="530"/>
                </a:lnTo>
                <a:lnTo>
                  <a:pt x="36" y="530"/>
                </a:lnTo>
                <a:lnTo>
                  <a:pt x="35" y="530"/>
                </a:lnTo>
                <a:lnTo>
                  <a:pt x="35" y="529"/>
                </a:lnTo>
                <a:lnTo>
                  <a:pt x="35" y="528"/>
                </a:lnTo>
                <a:lnTo>
                  <a:pt x="34" y="528"/>
                </a:lnTo>
                <a:lnTo>
                  <a:pt x="34" y="527"/>
                </a:lnTo>
                <a:lnTo>
                  <a:pt x="35" y="527"/>
                </a:lnTo>
                <a:lnTo>
                  <a:pt x="34" y="527"/>
                </a:lnTo>
                <a:lnTo>
                  <a:pt x="34" y="526"/>
                </a:lnTo>
                <a:lnTo>
                  <a:pt x="34" y="525"/>
                </a:lnTo>
                <a:lnTo>
                  <a:pt x="33" y="525"/>
                </a:lnTo>
                <a:lnTo>
                  <a:pt x="33" y="524"/>
                </a:lnTo>
                <a:lnTo>
                  <a:pt x="32" y="524"/>
                </a:lnTo>
                <a:lnTo>
                  <a:pt x="32" y="523"/>
                </a:lnTo>
                <a:lnTo>
                  <a:pt x="33" y="523"/>
                </a:lnTo>
                <a:lnTo>
                  <a:pt x="33" y="522"/>
                </a:lnTo>
                <a:lnTo>
                  <a:pt x="33" y="521"/>
                </a:lnTo>
                <a:lnTo>
                  <a:pt x="34" y="521"/>
                </a:lnTo>
                <a:lnTo>
                  <a:pt x="34" y="520"/>
                </a:lnTo>
                <a:lnTo>
                  <a:pt x="33" y="520"/>
                </a:lnTo>
                <a:lnTo>
                  <a:pt x="34" y="520"/>
                </a:lnTo>
                <a:lnTo>
                  <a:pt x="34" y="519"/>
                </a:lnTo>
                <a:lnTo>
                  <a:pt x="35" y="519"/>
                </a:lnTo>
                <a:lnTo>
                  <a:pt x="35" y="518"/>
                </a:lnTo>
                <a:lnTo>
                  <a:pt x="35" y="517"/>
                </a:lnTo>
                <a:lnTo>
                  <a:pt x="36" y="517"/>
                </a:lnTo>
                <a:lnTo>
                  <a:pt x="36" y="516"/>
                </a:lnTo>
                <a:lnTo>
                  <a:pt x="37" y="516"/>
                </a:lnTo>
                <a:lnTo>
                  <a:pt x="36" y="516"/>
                </a:lnTo>
                <a:lnTo>
                  <a:pt x="36" y="515"/>
                </a:lnTo>
                <a:lnTo>
                  <a:pt x="35" y="515"/>
                </a:lnTo>
                <a:lnTo>
                  <a:pt x="35" y="514"/>
                </a:lnTo>
                <a:lnTo>
                  <a:pt x="34" y="514"/>
                </a:lnTo>
                <a:lnTo>
                  <a:pt x="34" y="513"/>
                </a:lnTo>
                <a:lnTo>
                  <a:pt x="34" y="512"/>
                </a:lnTo>
                <a:lnTo>
                  <a:pt x="33" y="512"/>
                </a:lnTo>
                <a:lnTo>
                  <a:pt x="32" y="512"/>
                </a:lnTo>
                <a:lnTo>
                  <a:pt x="32" y="511"/>
                </a:lnTo>
                <a:lnTo>
                  <a:pt x="32" y="512"/>
                </a:lnTo>
                <a:lnTo>
                  <a:pt x="31" y="512"/>
                </a:lnTo>
                <a:lnTo>
                  <a:pt x="30" y="512"/>
                </a:lnTo>
                <a:lnTo>
                  <a:pt x="30" y="511"/>
                </a:lnTo>
                <a:lnTo>
                  <a:pt x="30" y="510"/>
                </a:lnTo>
                <a:lnTo>
                  <a:pt x="30" y="509"/>
                </a:lnTo>
                <a:lnTo>
                  <a:pt x="30" y="508"/>
                </a:lnTo>
                <a:lnTo>
                  <a:pt x="31" y="508"/>
                </a:lnTo>
                <a:lnTo>
                  <a:pt x="31" y="507"/>
                </a:lnTo>
                <a:lnTo>
                  <a:pt x="31" y="506"/>
                </a:lnTo>
                <a:lnTo>
                  <a:pt x="32" y="506"/>
                </a:lnTo>
                <a:lnTo>
                  <a:pt x="33" y="506"/>
                </a:lnTo>
                <a:lnTo>
                  <a:pt x="33" y="505"/>
                </a:lnTo>
                <a:lnTo>
                  <a:pt x="34" y="505"/>
                </a:lnTo>
                <a:lnTo>
                  <a:pt x="34" y="506"/>
                </a:lnTo>
                <a:lnTo>
                  <a:pt x="35" y="506"/>
                </a:lnTo>
                <a:lnTo>
                  <a:pt x="35" y="505"/>
                </a:lnTo>
                <a:lnTo>
                  <a:pt x="35" y="504"/>
                </a:lnTo>
                <a:lnTo>
                  <a:pt x="36" y="504"/>
                </a:lnTo>
                <a:lnTo>
                  <a:pt x="37" y="504"/>
                </a:lnTo>
                <a:lnTo>
                  <a:pt x="37" y="503"/>
                </a:lnTo>
                <a:lnTo>
                  <a:pt x="38" y="503"/>
                </a:lnTo>
                <a:lnTo>
                  <a:pt x="38" y="502"/>
                </a:lnTo>
                <a:lnTo>
                  <a:pt x="39" y="502"/>
                </a:lnTo>
                <a:lnTo>
                  <a:pt x="39" y="501"/>
                </a:lnTo>
                <a:lnTo>
                  <a:pt x="40" y="501"/>
                </a:lnTo>
                <a:lnTo>
                  <a:pt x="40" y="500"/>
                </a:lnTo>
                <a:lnTo>
                  <a:pt x="41" y="500"/>
                </a:lnTo>
                <a:lnTo>
                  <a:pt x="41" y="499"/>
                </a:lnTo>
                <a:lnTo>
                  <a:pt x="41" y="498"/>
                </a:lnTo>
                <a:lnTo>
                  <a:pt x="41" y="497"/>
                </a:lnTo>
                <a:lnTo>
                  <a:pt x="40" y="497"/>
                </a:lnTo>
                <a:lnTo>
                  <a:pt x="39" y="497"/>
                </a:lnTo>
                <a:lnTo>
                  <a:pt x="39" y="496"/>
                </a:lnTo>
                <a:lnTo>
                  <a:pt x="38" y="496"/>
                </a:lnTo>
                <a:lnTo>
                  <a:pt x="38" y="495"/>
                </a:lnTo>
                <a:lnTo>
                  <a:pt x="37" y="495"/>
                </a:lnTo>
                <a:lnTo>
                  <a:pt x="37" y="494"/>
                </a:lnTo>
                <a:lnTo>
                  <a:pt x="37" y="493"/>
                </a:lnTo>
                <a:lnTo>
                  <a:pt x="37" y="492"/>
                </a:lnTo>
                <a:lnTo>
                  <a:pt x="37" y="491"/>
                </a:lnTo>
                <a:lnTo>
                  <a:pt x="36" y="491"/>
                </a:lnTo>
                <a:lnTo>
                  <a:pt x="36" y="492"/>
                </a:lnTo>
                <a:lnTo>
                  <a:pt x="35" y="492"/>
                </a:lnTo>
                <a:lnTo>
                  <a:pt x="34" y="492"/>
                </a:lnTo>
                <a:lnTo>
                  <a:pt x="33" y="492"/>
                </a:lnTo>
                <a:lnTo>
                  <a:pt x="33" y="491"/>
                </a:lnTo>
                <a:lnTo>
                  <a:pt x="32" y="491"/>
                </a:lnTo>
                <a:lnTo>
                  <a:pt x="33" y="491"/>
                </a:lnTo>
                <a:lnTo>
                  <a:pt x="33" y="490"/>
                </a:lnTo>
                <a:lnTo>
                  <a:pt x="32" y="490"/>
                </a:lnTo>
                <a:lnTo>
                  <a:pt x="32" y="489"/>
                </a:lnTo>
                <a:lnTo>
                  <a:pt x="32" y="488"/>
                </a:lnTo>
                <a:lnTo>
                  <a:pt x="31" y="488"/>
                </a:lnTo>
                <a:lnTo>
                  <a:pt x="31" y="487"/>
                </a:lnTo>
                <a:lnTo>
                  <a:pt x="31" y="486"/>
                </a:lnTo>
                <a:lnTo>
                  <a:pt x="31" y="485"/>
                </a:lnTo>
                <a:lnTo>
                  <a:pt x="30" y="484"/>
                </a:lnTo>
                <a:lnTo>
                  <a:pt x="30" y="483"/>
                </a:lnTo>
                <a:lnTo>
                  <a:pt x="29" y="483"/>
                </a:lnTo>
                <a:lnTo>
                  <a:pt x="29" y="482"/>
                </a:lnTo>
                <a:lnTo>
                  <a:pt x="28" y="482"/>
                </a:lnTo>
                <a:lnTo>
                  <a:pt x="28" y="481"/>
                </a:lnTo>
                <a:lnTo>
                  <a:pt x="27" y="481"/>
                </a:lnTo>
                <a:lnTo>
                  <a:pt x="27" y="480"/>
                </a:lnTo>
                <a:lnTo>
                  <a:pt x="26" y="480"/>
                </a:lnTo>
                <a:lnTo>
                  <a:pt x="25" y="480"/>
                </a:lnTo>
                <a:lnTo>
                  <a:pt x="25" y="479"/>
                </a:lnTo>
                <a:lnTo>
                  <a:pt x="24" y="479"/>
                </a:lnTo>
                <a:lnTo>
                  <a:pt x="24" y="478"/>
                </a:lnTo>
                <a:lnTo>
                  <a:pt x="24" y="477"/>
                </a:lnTo>
                <a:lnTo>
                  <a:pt x="24" y="476"/>
                </a:lnTo>
                <a:lnTo>
                  <a:pt x="24" y="475"/>
                </a:lnTo>
                <a:lnTo>
                  <a:pt x="24" y="474"/>
                </a:lnTo>
                <a:lnTo>
                  <a:pt x="25" y="474"/>
                </a:lnTo>
                <a:lnTo>
                  <a:pt x="25" y="473"/>
                </a:lnTo>
                <a:lnTo>
                  <a:pt x="26" y="473"/>
                </a:lnTo>
                <a:lnTo>
                  <a:pt x="26" y="472"/>
                </a:lnTo>
                <a:lnTo>
                  <a:pt x="27" y="472"/>
                </a:lnTo>
                <a:lnTo>
                  <a:pt x="28" y="472"/>
                </a:lnTo>
                <a:lnTo>
                  <a:pt x="28" y="471"/>
                </a:lnTo>
                <a:lnTo>
                  <a:pt x="29" y="471"/>
                </a:lnTo>
                <a:lnTo>
                  <a:pt x="30" y="471"/>
                </a:lnTo>
                <a:lnTo>
                  <a:pt x="31" y="471"/>
                </a:lnTo>
                <a:lnTo>
                  <a:pt x="32" y="471"/>
                </a:lnTo>
                <a:lnTo>
                  <a:pt x="32" y="470"/>
                </a:lnTo>
                <a:lnTo>
                  <a:pt x="32" y="469"/>
                </a:lnTo>
                <a:lnTo>
                  <a:pt x="32" y="468"/>
                </a:lnTo>
                <a:lnTo>
                  <a:pt x="33" y="468"/>
                </a:lnTo>
                <a:lnTo>
                  <a:pt x="33" y="467"/>
                </a:lnTo>
                <a:lnTo>
                  <a:pt x="34" y="467"/>
                </a:lnTo>
                <a:lnTo>
                  <a:pt x="34" y="466"/>
                </a:lnTo>
                <a:lnTo>
                  <a:pt x="34" y="465"/>
                </a:lnTo>
                <a:lnTo>
                  <a:pt x="34" y="464"/>
                </a:lnTo>
                <a:lnTo>
                  <a:pt x="33" y="464"/>
                </a:lnTo>
                <a:lnTo>
                  <a:pt x="32" y="464"/>
                </a:lnTo>
                <a:lnTo>
                  <a:pt x="31" y="464"/>
                </a:lnTo>
                <a:lnTo>
                  <a:pt x="31" y="463"/>
                </a:lnTo>
                <a:lnTo>
                  <a:pt x="31" y="462"/>
                </a:lnTo>
                <a:lnTo>
                  <a:pt x="30" y="462"/>
                </a:lnTo>
                <a:lnTo>
                  <a:pt x="30" y="461"/>
                </a:lnTo>
                <a:lnTo>
                  <a:pt x="29" y="461"/>
                </a:lnTo>
                <a:lnTo>
                  <a:pt x="29" y="460"/>
                </a:lnTo>
                <a:lnTo>
                  <a:pt x="28" y="460"/>
                </a:lnTo>
                <a:lnTo>
                  <a:pt x="27" y="460"/>
                </a:lnTo>
                <a:lnTo>
                  <a:pt x="27" y="459"/>
                </a:lnTo>
                <a:lnTo>
                  <a:pt x="26" y="459"/>
                </a:lnTo>
                <a:lnTo>
                  <a:pt x="25" y="459"/>
                </a:lnTo>
                <a:lnTo>
                  <a:pt x="24" y="459"/>
                </a:lnTo>
                <a:lnTo>
                  <a:pt x="24" y="458"/>
                </a:lnTo>
                <a:lnTo>
                  <a:pt x="23" y="458"/>
                </a:lnTo>
                <a:lnTo>
                  <a:pt x="23" y="457"/>
                </a:lnTo>
                <a:lnTo>
                  <a:pt x="22" y="457"/>
                </a:lnTo>
                <a:lnTo>
                  <a:pt x="21" y="457"/>
                </a:lnTo>
                <a:lnTo>
                  <a:pt x="20" y="457"/>
                </a:lnTo>
                <a:lnTo>
                  <a:pt x="20" y="456"/>
                </a:lnTo>
                <a:lnTo>
                  <a:pt x="20" y="457"/>
                </a:lnTo>
                <a:lnTo>
                  <a:pt x="20" y="456"/>
                </a:lnTo>
                <a:lnTo>
                  <a:pt x="19" y="456"/>
                </a:lnTo>
                <a:lnTo>
                  <a:pt x="18" y="456"/>
                </a:lnTo>
                <a:lnTo>
                  <a:pt x="19" y="456"/>
                </a:lnTo>
                <a:lnTo>
                  <a:pt x="19" y="455"/>
                </a:lnTo>
                <a:lnTo>
                  <a:pt x="18" y="455"/>
                </a:lnTo>
                <a:lnTo>
                  <a:pt x="18" y="454"/>
                </a:lnTo>
                <a:lnTo>
                  <a:pt x="19" y="454"/>
                </a:lnTo>
                <a:lnTo>
                  <a:pt x="19" y="455"/>
                </a:lnTo>
                <a:lnTo>
                  <a:pt x="19" y="454"/>
                </a:lnTo>
                <a:lnTo>
                  <a:pt x="20" y="454"/>
                </a:lnTo>
                <a:lnTo>
                  <a:pt x="20" y="453"/>
                </a:lnTo>
                <a:lnTo>
                  <a:pt x="19" y="453"/>
                </a:lnTo>
                <a:lnTo>
                  <a:pt x="19" y="452"/>
                </a:lnTo>
                <a:lnTo>
                  <a:pt x="18" y="452"/>
                </a:lnTo>
                <a:lnTo>
                  <a:pt x="18" y="453"/>
                </a:lnTo>
                <a:lnTo>
                  <a:pt x="17" y="452"/>
                </a:lnTo>
                <a:lnTo>
                  <a:pt x="17" y="453"/>
                </a:lnTo>
                <a:lnTo>
                  <a:pt x="16" y="453"/>
                </a:lnTo>
                <a:lnTo>
                  <a:pt x="15" y="453"/>
                </a:lnTo>
                <a:lnTo>
                  <a:pt x="14" y="452"/>
                </a:lnTo>
                <a:lnTo>
                  <a:pt x="14" y="453"/>
                </a:lnTo>
                <a:lnTo>
                  <a:pt x="13" y="453"/>
                </a:lnTo>
                <a:lnTo>
                  <a:pt x="13" y="452"/>
                </a:lnTo>
                <a:lnTo>
                  <a:pt x="14" y="452"/>
                </a:lnTo>
                <a:lnTo>
                  <a:pt x="14" y="451"/>
                </a:lnTo>
                <a:lnTo>
                  <a:pt x="14" y="450"/>
                </a:lnTo>
                <a:lnTo>
                  <a:pt x="14" y="449"/>
                </a:lnTo>
                <a:lnTo>
                  <a:pt x="14" y="448"/>
                </a:lnTo>
                <a:lnTo>
                  <a:pt x="13" y="448"/>
                </a:lnTo>
                <a:lnTo>
                  <a:pt x="13" y="447"/>
                </a:lnTo>
                <a:lnTo>
                  <a:pt x="12" y="447"/>
                </a:lnTo>
                <a:lnTo>
                  <a:pt x="12" y="446"/>
                </a:lnTo>
                <a:lnTo>
                  <a:pt x="12" y="445"/>
                </a:lnTo>
                <a:lnTo>
                  <a:pt x="11" y="445"/>
                </a:lnTo>
                <a:lnTo>
                  <a:pt x="11" y="444"/>
                </a:lnTo>
                <a:lnTo>
                  <a:pt x="10" y="444"/>
                </a:lnTo>
                <a:lnTo>
                  <a:pt x="9" y="444"/>
                </a:lnTo>
                <a:lnTo>
                  <a:pt x="9" y="445"/>
                </a:lnTo>
                <a:lnTo>
                  <a:pt x="8" y="445"/>
                </a:lnTo>
                <a:lnTo>
                  <a:pt x="7" y="445"/>
                </a:lnTo>
                <a:lnTo>
                  <a:pt x="6" y="445"/>
                </a:lnTo>
                <a:lnTo>
                  <a:pt x="6" y="444"/>
                </a:lnTo>
                <a:lnTo>
                  <a:pt x="5" y="444"/>
                </a:lnTo>
                <a:lnTo>
                  <a:pt x="5" y="443"/>
                </a:lnTo>
                <a:lnTo>
                  <a:pt x="5" y="442"/>
                </a:lnTo>
                <a:lnTo>
                  <a:pt x="5" y="441"/>
                </a:lnTo>
                <a:lnTo>
                  <a:pt x="5" y="440"/>
                </a:lnTo>
                <a:lnTo>
                  <a:pt x="5" y="439"/>
                </a:lnTo>
                <a:lnTo>
                  <a:pt x="4" y="439"/>
                </a:lnTo>
                <a:lnTo>
                  <a:pt x="4" y="438"/>
                </a:lnTo>
                <a:lnTo>
                  <a:pt x="3" y="438"/>
                </a:lnTo>
                <a:lnTo>
                  <a:pt x="3" y="437"/>
                </a:lnTo>
                <a:lnTo>
                  <a:pt x="4" y="437"/>
                </a:lnTo>
                <a:lnTo>
                  <a:pt x="5" y="437"/>
                </a:lnTo>
                <a:lnTo>
                  <a:pt x="5" y="436"/>
                </a:lnTo>
                <a:lnTo>
                  <a:pt x="6" y="435"/>
                </a:lnTo>
                <a:lnTo>
                  <a:pt x="7" y="435"/>
                </a:lnTo>
                <a:lnTo>
                  <a:pt x="8" y="435"/>
                </a:lnTo>
                <a:lnTo>
                  <a:pt x="8" y="434"/>
                </a:lnTo>
                <a:lnTo>
                  <a:pt x="8" y="433"/>
                </a:lnTo>
                <a:lnTo>
                  <a:pt x="9" y="433"/>
                </a:lnTo>
                <a:lnTo>
                  <a:pt x="9" y="432"/>
                </a:lnTo>
                <a:lnTo>
                  <a:pt x="9" y="431"/>
                </a:lnTo>
                <a:lnTo>
                  <a:pt x="9" y="430"/>
                </a:lnTo>
                <a:lnTo>
                  <a:pt x="10" y="430"/>
                </a:lnTo>
                <a:lnTo>
                  <a:pt x="10" y="429"/>
                </a:lnTo>
                <a:lnTo>
                  <a:pt x="10" y="428"/>
                </a:lnTo>
                <a:lnTo>
                  <a:pt x="11" y="428"/>
                </a:lnTo>
                <a:lnTo>
                  <a:pt x="10" y="427"/>
                </a:lnTo>
                <a:lnTo>
                  <a:pt x="10" y="426"/>
                </a:lnTo>
                <a:lnTo>
                  <a:pt x="9" y="426"/>
                </a:lnTo>
                <a:lnTo>
                  <a:pt x="9" y="425"/>
                </a:lnTo>
                <a:lnTo>
                  <a:pt x="8" y="425"/>
                </a:lnTo>
                <a:lnTo>
                  <a:pt x="8" y="424"/>
                </a:lnTo>
                <a:lnTo>
                  <a:pt x="8" y="423"/>
                </a:lnTo>
                <a:lnTo>
                  <a:pt x="9" y="423"/>
                </a:lnTo>
                <a:lnTo>
                  <a:pt x="9" y="422"/>
                </a:lnTo>
                <a:lnTo>
                  <a:pt x="8" y="422"/>
                </a:lnTo>
                <a:lnTo>
                  <a:pt x="8" y="421"/>
                </a:lnTo>
                <a:lnTo>
                  <a:pt x="8" y="422"/>
                </a:lnTo>
                <a:lnTo>
                  <a:pt x="7" y="422"/>
                </a:lnTo>
                <a:lnTo>
                  <a:pt x="7" y="421"/>
                </a:lnTo>
                <a:lnTo>
                  <a:pt x="7" y="420"/>
                </a:lnTo>
                <a:lnTo>
                  <a:pt x="6" y="420"/>
                </a:lnTo>
                <a:lnTo>
                  <a:pt x="6" y="419"/>
                </a:lnTo>
                <a:lnTo>
                  <a:pt x="7" y="419"/>
                </a:lnTo>
                <a:lnTo>
                  <a:pt x="7" y="418"/>
                </a:lnTo>
                <a:lnTo>
                  <a:pt x="7" y="417"/>
                </a:lnTo>
                <a:lnTo>
                  <a:pt x="8" y="417"/>
                </a:lnTo>
                <a:lnTo>
                  <a:pt x="7" y="416"/>
                </a:lnTo>
                <a:lnTo>
                  <a:pt x="7" y="415"/>
                </a:lnTo>
                <a:lnTo>
                  <a:pt x="8" y="415"/>
                </a:lnTo>
                <a:lnTo>
                  <a:pt x="8" y="414"/>
                </a:lnTo>
                <a:lnTo>
                  <a:pt x="7" y="414"/>
                </a:lnTo>
                <a:lnTo>
                  <a:pt x="8" y="414"/>
                </a:lnTo>
                <a:lnTo>
                  <a:pt x="8" y="413"/>
                </a:lnTo>
                <a:lnTo>
                  <a:pt x="7" y="413"/>
                </a:lnTo>
                <a:lnTo>
                  <a:pt x="7" y="412"/>
                </a:lnTo>
                <a:lnTo>
                  <a:pt x="6" y="412"/>
                </a:lnTo>
                <a:lnTo>
                  <a:pt x="6" y="411"/>
                </a:lnTo>
                <a:lnTo>
                  <a:pt x="6" y="410"/>
                </a:lnTo>
                <a:lnTo>
                  <a:pt x="5" y="410"/>
                </a:lnTo>
                <a:lnTo>
                  <a:pt x="4" y="410"/>
                </a:lnTo>
                <a:lnTo>
                  <a:pt x="4" y="409"/>
                </a:lnTo>
                <a:lnTo>
                  <a:pt x="4" y="408"/>
                </a:lnTo>
                <a:lnTo>
                  <a:pt x="3" y="408"/>
                </a:lnTo>
                <a:lnTo>
                  <a:pt x="3" y="407"/>
                </a:lnTo>
                <a:lnTo>
                  <a:pt x="3" y="406"/>
                </a:lnTo>
                <a:lnTo>
                  <a:pt x="2" y="406"/>
                </a:lnTo>
                <a:lnTo>
                  <a:pt x="2" y="405"/>
                </a:lnTo>
                <a:lnTo>
                  <a:pt x="1" y="405"/>
                </a:lnTo>
                <a:lnTo>
                  <a:pt x="0" y="405"/>
                </a:lnTo>
                <a:lnTo>
                  <a:pt x="0" y="404"/>
                </a:lnTo>
                <a:lnTo>
                  <a:pt x="1" y="404"/>
                </a:lnTo>
                <a:lnTo>
                  <a:pt x="1" y="403"/>
                </a:lnTo>
                <a:lnTo>
                  <a:pt x="2" y="403"/>
                </a:lnTo>
                <a:lnTo>
                  <a:pt x="2" y="402"/>
                </a:lnTo>
                <a:lnTo>
                  <a:pt x="2" y="401"/>
                </a:lnTo>
                <a:lnTo>
                  <a:pt x="3" y="401"/>
                </a:lnTo>
                <a:lnTo>
                  <a:pt x="4" y="401"/>
                </a:lnTo>
                <a:lnTo>
                  <a:pt x="4" y="400"/>
                </a:lnTo>
                <a:lnTo>
                  <a:pt x="5" y="400"/>
                </a:lnTo>
                <a:lnTo>
                  <a:pt x="6" y="400"/>
                </a:lnTo>
                <a:lnTo>
                  <a:pt x="6" y="399"/>
                </a:lnTo>
                <a:lnTo>
                  <a:pt x="6" y="400"/>
                </a:lnTo>
                <a:lnTo>
                  <a:pt x="7" y="400"/>
                </a:lnTo>
                <a:lnTo>
                  <a:pt x="8" y="400"/>
                </a:lnTo>
                <a:lnTo>
                  <a:pt x="9" y="400"/>
                </a:lnTo>
                <a:lnTo>
                  <a:pt x="9" y="399"/>
                </a:lnTo>
                <a:lnTo>
                  <a:pt x="10" y="399"/>
                </a:lnTo>
                <a:lnTo>
                  <a:pt x="10" y="398"/>
                </a:lnTo>
                <a:lnTo>
                  <a:pt x="11" y="398"/>
                </a:lnTo>
                <a:lnTo>
                  <a:pt x="11" y="397"/>
                </a:lnTo>
                <a:lnTo>
                  <a:pt x="11" y="396"/>
                </a:lnTo>
                <a:lnTo>
                  <a:pt x="12" y="396"/>
                </a:lnTo>
                <a:lnTo>
                  <a:pt x="12" y="395"/>
                </a:lnTo>
                <a:lnTo>
                  <a:pt x="12" y="396"/>
                </a:lnTo>
                <a:lnTo>
                  <a:pt x="13" y="396"/>
                </a:lnTo>
                <a:lnTo>
                  <a:pt x="14" y="396"/>
                </a:lnTo>
                <a:lnTo>
                  <a:pt x="15" y="396"/>
                </a:lnTo>
                <a:lnTo>
                  <a:pt x="15" y="395"/>
                </a:lnTo>
                <a:lnTo>
                  <a:pt x="15" y="396"/>
                </a:lnTo>
                <a:lnTo>
                  <a:pt x="16" y="396"/>
                </a:lnTo>
                <a:lnTo>
                  <a:pt x="16" y="395"/>
                </a:lnTo>
                <a:lnTo>
                  <a:pt x="17" y="395"/>
                </a:lnTo>
                <a:lnTo>
                  <a:pt x="17" y="394"/>
                </a:lnTo>
                <a:lnTo>
                  <a:pt x="18" y="393"/>
                </a:lnTo>
                <a:lnTo>
                  <a:pt x="18" y="394"/>
                </a:lnTo>
                <a:lnTo>
                  <a:pt x="19" y="394"/>
                </a:lnTo>
                <a:lnTo>
                  <a:pt x="20" y="394"/>
                </a:lnTo>
                <a:lnTo>
                  <a:pt x="21" y="394"/>
                </a:lnTo>
                <a:lnTo>
                  <a:pt x="22" y="394"/>
                </a:lnTo>
                <a:lnTo>
                  <a:pt x="22" y="393"/>
                </a:lnTo>
                <a:lnTo>
                  <a:pt x="23" y="393"/>
                </a:lnTo>
                <a:lnTo>
                  <a:pt x="23" y="392"/>
                </a:lnTo>
                <a:lnTo>
                  <a:pt x="24" y="392"/>
                </a:lnTo>
                <a:lnTo>
                  <a:pt x="24" y="391"/>
                </a:lnTo>
                <a:lnTo>
                  <a:pt x="25" y="391"/>
                </a:lnTo>
                <a:lnTo>
                  <a:pt x="26" y="391"/>
                </a:lnTo>
                <a:lnTo>
                  <a:pt x="26" y="390"/>
                </a:lnTo>
                <a:lnTo>
                  <a:pt x="26" y="389"/>
                </a:lnTo>
                <a:lnTo>
                  <a:pt x="27" y="389"/>
                </a:lnTo>
                <a:lnTo>
                  <a:pt x="28" y="389"/>
                </a:lnTo>
                <a:lnTo>
                  <a:pt x="28" y="388"/>
                </a:lnTo>
                <a:lnTo>
                  <a:pt x="29" y="389"/>
                </a:lnTo>
                <a:lnTo>
                  <a:pt x="29" y="388"/>
                </a:lnTo>
                <a:lnTo>
                  <a:pt x="29" y="387"/>
                </a:lnTo>
                <a:lnTo>
                  <a:pt x="30" y="387"/>
                </a:lnTo>
                <a:lnTo>
                  <a:pt x="30" y="386"/>
                </a:lnTo>
                <a:lnTo>
                  <a:pt x="31" y="386"/>
                </a:lnTo>
                <a:lnTo>
                  <a:pt x="31" y="387"/>
                </a:lnTo>
                <a:lnTo>
                  <a:pt x="32" y="386"/>
                </a:lnTo>
                <a:lnTo>
                  <a:pt x="32" y="387"/>
                </a:lnTo>
                <a:lnTo>
                  <a:pt x="32" y="388"/>
                </a:lnTo>
                <a:lnTo>
                  <a:pt x="31" y="388"/>
                </a:lnTo>
                <a:lnTo>
                  <a:pt x="32" y="388"/>
                </a:lnTo>
                <a:lnTo>
                  <a:pt x="32" y="389"/>
                </a:lnTo>
                <a:lnTo>
                  <a:pt x="32" y="390"/>
                </a:lnTo>
                <a:lnTo>
                  <a:pt x="32" y="391"/>
                </a:lnTo>
                <a:lnTo>
                  <a:pt x="32" y="392"/>
                </a:lnTo>
                <a:lnTo>
                  <a:pt x="32" y="393"/>
                </a:lnTo>
                <a:lnTo>
                  <a:pt x="33" y="393"/>
                </a:lnTo>
                <a:lnTo>
                  <a:pt x="33" y="394"/>
                </a:lnTo>
                <a:lnTo>
                  <a:pt x="34" y="394"/>
                </a:lnTo>
                <a:lnTo>
                  <a:pt x="34" y="395"/>
                </a:lnTo>
                <a:lnTo>
                  <a:pt x="35" y="395"/>
                </a:lnTo>
                <a:lnTo>
                  <a:pt x="35" y="396"/>
                </a:lnTo>
                <a:lnTo>
                  <a:pt x="35" y="397"/>
                </a:lnTo>
                <a:lnTo>
                  <a:pt x="35" y="398"/>
                </a:lnTo>
                <a:lnTo>
                  <a:pt x="35" y="399"/>
                </a:lnTo>
                <a:lnTo>
                  <a:pt x="34" y="399"/>
                </a:lnTo>
                <a:lnTo>
                  <a:pt x="34" y="400"/>
                </a:lnTo>
                <a:lnTo>
                  <a:pt x="33" y="400"/>
                </a:lnTo>
                <a:lnTo>
                  <a:pt x="33" y="399"/>
                </a:lnTo>
                <a:lnTo>
                  <a:pt x="33" y="400"/>
                </a:lnTo>
                <a:lnTo>
                  <a:pt x="33" y="401"/>
                </a:lnTo>
                <a:lnTo>
                  <a:pt x="33" y="402"/>
                </a:lnTo>
                <a:lnTo>
                  <a:pt x="34" y="402"/>
                </a:lnTo>
                <a:lnTo>
                  <a:pt x="33" y="402"/>
                </a:lnTo>
                <a:lnTo>
                  <a:pt x="34" y="402"/>
                </a:lnTo>
                <a:lnTo>
                  <a:pt x="34" y="403"/>
                </a:lnTo>
                <a:lnTo>
                  <a:pt x="34" y="404"/>
                </a:lnTo>
                <a:lnTo>
                  <a:pt x="34" y="405"/>
                </a:lnTo>
                <a:lnTo>
                  <a:pt x="35" y="406"/>
                </a:lnTo>
                <a:lnTo>
                  <a:pt x="35" y="407"/>
                </a:lnTo>
                <a:lnTo>
                  <a:pt x="35" y="408"/>
                </a:lnTo>
                <a:lnTo>
                  <a:pt x="35" y="409"/>
                </a:lnTo>
                <a:lnTo>
                  <a:pt x="35" y="410"/>
                </a:lnTo>
                <a:lnTo>
                  <a:pt x="36" y="410"/>
                </a:lnTo>
                <a:lnTo>
                  <a:pt x="37" y="410"/>
                </a:lnTo>
                <a:lnTo>
                  <a:pt x="37" y="411"/>
                </a:lnTo>
                <a:lnTo>
                  <a:pt x="37" y="412"/>
                </a:lnTo>
                <a:lnTo>
                  <a:pt x="37" y="413"/>
                </a:lnTo>
                <a:lnTo>
                  <a:pt x="38" y="413"/>
                </a:lnTo>
                <a:lnTo>
                  <a:pt x="38" y="414"/>
                </a:lnTo>
                <a:lnTo>
                  <a:pt x="38" y="415"/>
                </a:lnTo>
                <a:lnTo>
                  <a:pt x="39" y="415"/>
                </a:lnTo>
                <a:lnTo>
                  <a:pt x="40" y="415"/>
                </a:lnTo>
                <a:lnTo>
                  <a:pt x="40" y="416"/>
                </a:lnTo>
                <a:lnTo>
                  <a:pt x="40" y="417"/>
                </a:lnTo>
                <a:lnTo>
                  <a:pt x="41" y="417"/>
                </a:lnTo>
                <a:lnTo>
                  <a:pt x="42" y="417"/>
                </a:lnTo>
                <a:lnTo>
                  <a:pt x="42" y="416"/>
                </a:lnTo>
                <a:lnTo>
                  <a:pt x="42" y="417"/>
                </a:lnTo>
                <a:lnTo>
                  <a:pt x="43" y="417"/>
                </a:lnTo>
                <a:lnTo>
                  <a:pt x="44" y="417"/>
                </a:lnTo>
                <a:lnTo>
                  <a:pt x="44" y="418"/>
                </a:lnTo>
                <a:lnTo>
                  <a:pt x="45" y="418"/>
                </a:lnTo>
                <a:lnTo>
                  <a:pt x="46" y="418"/>
                </a:lnTo>
                <a:lnTo>
                  <a:pt x="46" y="419"/>
                </a:lnTo>
                <a:lnTo>
                  <a:pt x="47" y="419"/>
                </a:lnTo>
                <a:lnTo>
                  <a:pt x="46" y="419"/>
                </a:lnTo>
                <a:lnTo>
                  <a:pt x="46" y="420"/>
                </a:lnTo>
                <a:lnTo>
                  <a:pt x="47" y="420"/>
                </a:lnTo>
                <a:lnTo>
                  <a:pt x="47" y="421"/>
                </a:lnTo>
                <a:lnTo>
                  <a:pt x="48" y="421"/>
                </a:lnTo>
                <a:lnTo>
                  <a:pt x="48" y="422"/>
                </a:lnTo>
                <a:lnTo>
                  <a:pt x="49" y="422"/>
                </a:lnTo>
                <a:lnTo>
                  <a:pt x="50" y="422"/>
                </a:lnTo>
                <a:lnTo>
                  <a:pt x="50" y="423"/>
                </a:lnTo>
                <a:lnTo>
                  <a:pt x="51" y="423"/>
                </a:lnTo>
                <a:lnTo>
                  <a:pt x="51" y="424"/>
                </a:lnTo>
                <a:lnTo>
                  <a:pt x="52" y="424"/>
                </a:lnTo>
                <a:lnTo>
                  <a:pt x="52" y="425"/>
                </a:lnTo>
                <a:lnTo>
                  <a:pt x="52" y="424"/>
                </a:lnTo>
                <a:lnTo>
                  <a:pt x="53" y="424"/>
                </a:lnTo>
                <a:lnTo>
                  <a:pt x="53" y="423"/>
                </a:lnTo>
                <a:lnTo>
                  <a:pt x="53" y="422"/>
                </a:lnTo>
                <a:lnTo>
                  <a:pt x="54" y="422"/>
                </a:lnTo>
                <a:lnTo>
                  <a:pt x="54" y="421"/>
                </a:lnTo>
                <a:lnTo>
                  <a:pt x="55" y="421"/>
                </a:lnTo>
                <a:lnTo>
                  <a:pt x="55" y="420"/>
                </a:lnTo>
                <a:lnTo>
                  <a:pt x="56" y="420"/>
                </a:lnTo>
                <a:lnTo>
                  <a:pt x="57" y="420"/>
                </a:lnTo>
                <a:lnTo>
                  <a:pt x="58" y="420"/>
                </a:lnTo>
                <a:lnTo>
                  <a:pt x="59" y="420"/>
                </a:lnTo>
                <a:lnTo>
                  <a:pt x="60" y="419"/>
                </a:lnTo>
                <a:lnTo>
                  <a:pt x="61" y="419"/>
                </a:lnTo>
                <a:lnTo>
                  <a:pt x="61" y="420"/>
                </a:lnTo>
                <a:lnTo>
                  <a:pt x="62" y="420"/>
                </a:lnTo>
                <a:lnTo>
                  <a:pt x="63" y="420"/>
                </a:lnTo>
                <a:lnTo>
                  <a:pt x="63" y="421"/>
                </a:lnTo>
                <a:lnTo>
                  <a:pt x="64" y="421"/>
                </a:lnTo>
                <a:lnTo>
                  <a:pt x="64" y="420"/>
                </a:lnTo>
                <a:lnTo>
                  <a:pt x="64" y="419"/>
                </a:lnTo>
                <a:lnTo>
                  <a:pt x="64" y="418"/>
                </a:lnTo>
                <a:lnTo>
                  <a:pt x="65" y="418"/>
                </a:lnTo>
                <a:lnTo>
                  <a:pt x="65" y="417"/>
                </a:lnTo>
                <a:lnTo>
                  <a:pt x="64" y="417"/>
                </a:lnTo>
                <a:lnTo>
                  <a:pt x="65" y="417"/>
                </a:lnTo>
                <a:lnTo>
                  <a:pt x="65" y="416"/>
                </a:lnTo>
                <a:lnTo>
                  <a:pt x="66" y="416"/>
                </a:lnTo>
                <a:lnTo>
                  <a:pt x="66" y="415"/>
                </a:lnTo>
                <a:lnTo>
                  <a:pt x="66" y="414"/>
                </a:lnTo>
                <a:lnTo>
                  <a:pt x="66" y="413"/>
                </a:lnTo>
                <a:lnTo>
                  <a:pt x="66" y="412"/>
                </a:lnTo>
                <a:lnTo>
                  <a:pt x="67" y="412"/>
                </a:lnTo>
                <a:lnTo>
                  <a:pt x="67" y="411"/>
                </a:lnTo>
                <a:lnTo>
                  <a:pt x="67" y="410"/>
                </a:lnTo>
                <a:lnTo>
                  <a:pt x="68" y="410"/>
                </a:lnTo>
                <a:lnTo>
                  <a:pt x="69" y="410"/>
                </a:lnTo>
                <a:lnTo>
                  <a:pt x="69" y="409"/>
                </a:lnTo>
                <a:lnTo>
                  <a:pt x="69" y="408"/>
                </a:lnTo>
                <a:lnTo>
                  <a:pt x="70" y="408"/>
                </a:lnTo>
                <a:lnTo>
                  <a:pt x="71" y="408"/>
                </a:lnTo>
                <a:lnTo>
                  <a:pt x="72" y="408"/>
                </a:lnTo>
                <a:lnTo>
                  <a:pt x="71" y="408"/>
                </a:lnTo>
                <a:lnTo>
                  <a:pt x="71" y="407"/>
                </a:lnTo>
                <a:lnTo>
                  <a:pt x="71" y="406"/>
                </a:lnTo>
                <a:lnTo>
                  <a:pt x="72" y="406"/>
                </a:lnTo>
                <a:lnTo>
                  <a:pt x="73" y="406"/>
                </a:lnTo>
                <a:lnTo>
                  <a:pt x="73" y="407"/>
                </a:lnTo>
                <a:lnTo>
                  <a:pt x="73" y="406"/>
                </a:lnTo>
                <a:lnTo>
                  <a:pt x="73" y="407"/>
                </a:lnTo>
                <a:lnTo>
                  <a:pt x="74" y="407"/>
                </a:lnTo>
                <a:lnTo>
                  <a:pt x="74" y="406"/>
                </a:lnTo>
                <a:lnTo>
                  <a:pt x="74" y="407"/>
                </a:lnTo>
                <a:lnTo>
                  <a:pt x="75" y="407"/>
                </a:lnTo>
                <a:lnTo>
                  <a:pt x="75" y="406"/>
                </a:lnTo>
                <a:lnTo>
                  <a:pt x="75" y="405"/>
                </a:lnTo>
                <a:lnTo>
                  <a:pt x="75" y="406"/>
                </a:lnTo>
                <a:lnTo>
                  <a:pt x="76" y="406"/>
                </a:lnTo>
                <a:lnTo>
                  <a:pt x="77" y="406"/>
                </a:lnTo>
                <a:lnTo>
                  <a:pt x="78" y="406"/>
                </a:lnTo>
                <a:lnTo>
                  <a:pt x="78" y="405"/>
                </a:lnTo>
                <a:lnTo>
                  <a:pt x="78" y="404"/>
                </a:lnTo>
                <a:lnTo>
                  <a:pt x="79" y="404"/>
                </a:lnTo>
                <a:lnTo>
                  <a:pt x="79" y="403"/>
                </a:lnTo>
                <a:lnTo>
                  <a:pt x="80" y="403"/>
                </a:lnTo>
                <a:lnTo>
                  <a:pt x="80" y="402"/>
                </a:lnTo>
                <a:lnTo>
                  <a:pt x="79" y="402"/>
                </a:lnTo>
                <a:lnTo>
                  <a:pt x="79" y="401"/>
                </a:lnTo>
                <a:lnTo>
                  <a:pt x="80" y="401"/>
                </a:lnTo>
                <a:lnTo>
                  <a:pt x="80" y="400"/>
                </a:lnTo>
                <a:lnTo>
                  <a:pt x="80" y="399"/>
                </a:lnTo>
                <a:lnTo>
                  <a:pt x="81" y="399"/>
                </a:lnTo>
                <a:lnTo>
                  <a:pt x="81" y="398"/>
                </a:lnTo>
                <a:lnTo>
                  <a:pt x="82" y="398"/>
                </a:lnTo>
                <a:lnTo>
                  <a:pt x="82" y="397"/>
                </a:lnTo>
                <a:lnTo>
                  <a:pt x="83" y="397"/>
                </a:lnTo>
                <a:lnTo>
                  <a:pt x="82" y="397"/>
                </a:lnTo>
                <a:lnTo>
                  <a:pt x="82" y="396"/>
                </a:lnTo>
                <a:lnTo>
                  <a:pt x="82" y="395"/>
                </a:lnTo>
                <a:lnTo>
                  <a:pt x="81" y="395"/>
                </a:lnTo>
                <a:lnTo>
                  <a:pt x="81" y="394"/>
                </a:lnTo>
                <a:lnTo>
                  <a:pt x="82" y="394"/>
                </a:lnTo>
                <a:lnTo>
                  <a:pt x="82" y="393"/>
                </a:lnTo>
                <a:lnTo>
                  <a:pt x="81" y="393"/>
                </a:lnTo>
                <a:lnTo>
                  <a:pt x="81" y="392"/>
                </a:lnTo>
                <a:lnTo>
                  <a:pt x="80" y="392"/>
                </a:lnTo>
                <a:lnTo>
                  <a:pt x="80" y="391"/>
                </a:lnTo>
                <a:lnTo>
                  <a:pt x="80" y="390"/>
                </a:lnTo>
                <a:lnTo>
                  <a:pt x="79" y="390"/>
                </a:lnTo>
                <a:lnTo>
                  <a:pt x="79" y="389"/>
                </a:lnTo>
                <a:lnTo>
                  <a:pt x="80" y="389"/>
                </a:lnTo>
                <a:lnTo>
                  <a:pt x="80" y="388"/>
                </a:lnTo>
                <a:lnTo>
                  <a:pt x="80" y="389"/>
                </a:lnTo>
                <a:lnTo>
                  <a:pt x="80" y="388"/>
                </a:lnTo>
                <a:lnTo>
                  <a:pt x="81" y="388"/>
                </a:lnTo>
                <a:lnTo>
                  <a:pt x="81" y="387"/>
                </a:lnTo>
                <a:lnTo>
                  <a:pt x="80" y="387"/>
                </a:lnTo>
                <a:lnTo>
                  <a:pt x="80" y="386"/>
                </a:lnTo>
                <a:lnTo>
                  <a:pt x="81" y="386"/>
                </a:lnTo>
                <a:lnTo>
                  <a:pt x="81" y="385"/>
                </a:lnTo>
                <a:lnTo>
                  <a:pt x="82" y="385"/>
                </a:lnTo>
                <a:lnTo>
                  <a:pt x="82" y="384"/>
                </a:lnTo>
                <a:lnTo>
                  <a:pt x="81" y="384"/>
                </a:lnTo>
                <a:lnTo>
                  <a:pt x="81" y="383"/>
                </a:lnTo>
                <a:lnTo>
                  <a:pt x="81" y="382"/>
                </a:lnTo>
                <a:lnTo>
                  <a:pt x="80" y="382"/>
                </a:lnTo>
                <a:lnTo>
                  <a:pt x="81" y="382"/>
                </a:lnTo>
                <a:lnTo>
                  <a:pt x="80" y="382"/>
                </a:lnTo>
                <a:lnTo>
                  <a:pt x="80" y="381"/>
                </a:lnTo>
                <a:lnTo>
                  <a:pt x="80" y="380"/>
                </a:lnTo>
                <a:lnTo>
                  <a:pt x="80" y="379"/>
                </a:lnTo>
                <a:lnTo>
                  <a:pt x="79" y="379"/>
                </a:lnTo>
                <a:lnTo>
                  <a:pt x="79" y="378"/>
                </a:lnTo>
                <a:lnTo>
                  <a:pt x="78" y="378"/>
                </a:lnTo>
                <a:lnTo>
                  <a:pt x="77" y="378"/>
                </a:lnTo>
                <a:lnTo>
                  <a:pt x="76" y="378"/>
                </a:lnTo>
                <a:lnTo>
                  <a:pt x="76" y="379"/>
                </a:lnTo>
                <a:lnTo>
                  <a:pt x="76" y="378"/>
                </a:lnTo>
                <a:lnTo>
                  <a:pt x="75" y="378"/>
                </a:lnTo>
                <a:lnTo>
                  <a:pt x="75" y="377"/>
                </a:lnTo>
                <a:lnTo>
                  <a:pt x="75" y="376"/>
                </a:lnTo>
                <a:lnTo>
                  <a:pt x="76" y="375"/>
                </a:lnTo>
                <a:lnTo>
                  <a:pt x="76" y="374"/>
                </a:lnTo>
                <a:lnTo>
                  <a:pt x="75" y="374"/>
                </a:lnTo>
                <a:lnTo>
                  <a:pt x="76" y="373"/>
                </a:lnTo>
                <a:lnTo>
                  <a:pt x="76" y="372"/>
                </a:lnTo>
                <a:lnTo>
                  <a:pt x="76" y="370"/>
                </a:lnTo>
                <a:lnTo>
                  <a:pt x="76" y="369"/>
                </a:lnTo>
                <a:lnTo>
                  <a:pt x="76" y="368"/>
                </a:lnTo>
                <a:lnTo>
                  <a:pt x="75" y="368"/>
                </a:lnTo>
                <a:lnTo>
                  <a:pt x="75" y="367"/>
                </a:lnTo>
                <a:lnTo>
                  <a:pt x="76" y="367"/>
                </a:lnTo>
                <a:lnTo>
                  <a:pt x="76" y="366"/>
                </a:lnTo>
                <a:lnTo>
                  <a:pt x="76" y="365"/>
                </a:lnTo>
                <a:lnTo>
                  <a:pt x="76" y="364"/>
                </a:lnTo>
                <a:lnTo>
                  <a:pt x="77" y="364"/>
                </a:lnTo>
                <a:lnTo>
                  <a:pt x="77" y="363"/>
                </a:lnTo>
                <a:lnTo>
                  <a:pt x="78" y="363"/>
                </a:lnTo>
                <a:lnTo>
                  <a:pt x="78" y="362"/>
                </a:lnTo>
                <a:lnTo>
                  <a:pt x="77" y="362"/>
                </a:lnTo>
                <a:lnTo>
                  <a:pt x="77" y="361"/>
                </a:lnTo>
                <a:lnTo>
                  <a:pt x="76" y="361"/>
                </a:lnTo>
                <a:lnTo>
                  <a:pt x="75" y="360"/>
                </a:lnTo>
                <a:lnTo>
                  <a:pt x="75" y="361"/>
                </a:lnTo>
                <a:lnTo>
                  <a:pt x="74" y="361"/>
                </a:lnTo>
                <a:lnTo>
                  <a:pt x="74" y="360"/>
                </a:lnTo>
                <a:lnTo>
                  <a:pt x="73" y="360"/>
                </a:lnTo>
                <a:lnTo>
                  <a:pt x="73" y="359"/>
                </a:lnTo>
                <a:lnTo>
                  <a:pt x="73" y="358"/>
                </a:lnTo>
                <a:lnTo>
                  <a:pt x="72" y="358"/>
                </a:lnTo>
                <a:lnTo>
                  <a:pt x="71" y="358"/>
                </a:lnTo>
                <a:lnTo>
                  <a:pt x="71" y="357"/>
                </a:lnTo>
                <a:lnTo>
                  <a:pt x="70" y="357"/>
                </a:lnTo>
                <a:lnTo>
                  <a:pt x="70" y="356"/>
                </a:lnTo>
                <a:lnTo>
                  <a:pt x="70" y="355"/>
                </a:lnTo>
                <a:lnTo>
                  <a:pt x="69" y="354"/>
                </a:lnTo>
                <a:lnTo>
                  <a:pt x="69" y="353"/>
                </a:lnTo>
                <a:lnTo>
                  <a:pt x="69" y="352"/>
                </a:lnTo>
                <a:lnTo>
                  <a:pt x="69" y="351"/>
                </a:lnTo>
                <a:lnTo>
                  <a:pt x="69" y="350"/>
                </a:lnTo>
                <a:lnTo>
                  <a:pt x="68" y="349"/>
                </a:lnTo>
                <a:lnTo>
                  <a:pt x="68" y="348"/>
                </a:lnTo>
                <a:lnTo>
                  <a:pt x="68" y="347"/>
                </a:lnTo>
                <a:lnTo>
                  <a:pt x="68" y="346"/>
                </a:lnTo>
                <a:lnTo>
                  <a:pt x="68" y="344"/>
                </a:lnTo>
                <a:lnTo>
                  <a:pt x="68" y="343"/>
                </a:lnTo>
                <a:lnTo>
                  <a:pt x="68" y="342"/>
                </a:lnTo>
                <a:lnTo>
                  <a:pt x="68" y="341"/>
                </a:lnTo>
                <a:lnTo>
                  <a:pt x="69" y="341"/>
                </a:lnTo>
                <a:lnTo>
                  <a:pt x="69" y="340"/>
                </a:lnTo>
                <a:lnTo>
                  <a:pt x="70" y="340"/>
                </a:lnTo>
                <a:lnTo>
                  <a:pt x="70" y="339"/>
                </a:lnTo>
                <a:lnTo>
                  <a:pt x="69" y="339"/>
                </a:lnTo>
                <a:lnTo>
                  <a:pt x="69" y="338"/>
                </a:lnTo>
                <a:lnTo>
                  <a:pt x="68" y="338"/>
                </a:lnTo>
                <a:lnTo>
                  <a:pt x="68" y="337"/>
                </a:lnTo>
                <a:lnTo>
                  <a:pt x="67" y="337"/>
                </a:lnTo>
                <a:lnTo>
                  <a:pt x="67" y="336"/>
                </a:lnTo>
                <a:lnTo>
                  <a:pt x="66" y="336"/>
                </a:lnTo>
                <a:lnTo>
                  <a:pt x="65" y="336"/>
                </a:lnTo>
                <a:lnTo>
                  <a:pt x="64" y="336"/>
                </a:lnTo>
                <a:lnTo>
                  <a:pt x="64" y="335"/>
                </a:lnTo>
                <a:lnTo>
                  <a:pt x="63" y="335"/>
                </a:lnTo>
                <a:lnTo>
                  <a:pt x="63" y="334"/>
                </a:lnTo>
                <a:lnTo>
                  <a:pt x="62" y="334"/>
                </a:lnTo>
                <a:lnTo>
                  <a:pt x="61" y="334"/>
                </a:lnTo>
                <a:lnTo>
                  <a:pt x="61" y="333"/>
                </a:lnTo>
                <a:lnTo>
                  <a:pt x="61" y="332"/>
                </a:lnTo>
                <a:lnTo>
                  <a:pt x="62" y="332"/>
                </a:lnTo>
                <a:lnTo>
                  <a:pt x="62" y="331"/>
                </a:lnTo>
                <a:lnTo>
                  <a:pt x="61" y="331"/>
                </a:lnTo>
                <a:lnTo>
                  <a:pt x="60" y="330"/>
                </a:lnTo>
                <a:lnTo>
                  <a:pt x="59" y="330"/>
                </a:lnTo>
                <a:lnTo>
                  <a:pt x="59" y="329"/>
                </a:lnTo>
                <a:lnTo>
                  <a:pt x="58" y="329"/>
                </a:lnTo>
                <a:lnTo>
                  <a:pt x="58" y="328"/>
                </a:lnTo>
                <a:lnTo>
                  <a:pt x="58" y="327"/>
                </a:lnTo>
                <a:lnTo>
                  <a:pt x="58" y="326"/>
                </a:lnTo>
                <a:lnTo>
                  <a:pt x="58" y="325"/>
                </a:lnTo>
                <a:lnTo>
                  <a:pt x="57" y="325"/>
                </a:lnTo>
                <a:lnTo>
                  <a:pt x="57" y="324"/>
                </a:lnTo>
                <a:lnTo>
                  <a:pt x="57" y="323"/>
                </a:lnTo>
                <a:lnTo>
                  <a:pt x="57" y="324"/>
                </a:lnTo>
                <a:lnTo>
                  <a:pt x="56" y="324"/>
                </a:lnTo>
                <a:lnTo>
                  <a:pt x="56" y="323"/>
                </a:lnTo>
                <a:lnTo>
                  <a:pt x="55" y="323"/>
                </a:lnTo>
                <a:lnTo>
                  <a:pt x="54" y="323"/>
                </a:lnTo>
                <a:lnTo>
                  <a:pt x="53" y="323"/>
                </a:lnTo>
                <a:lnTo>
                  <a:pt x="53" y="322"/>
                </a:lnTo>
                <a:lnTo>
                  <a:pt x="52" y="322"/>
                </a:lnTo>
                <a:lnTo>
                  <a:pt x="51" y="322"/>
                </a:lnTo>
                <a:lnTo>
                  <a:pt x="51" y="321"/>
                </a:lnTo>
                <a:lnTo>
                  <a:pt x="51" y="320"/>
                </a:lnTo>
                <a:lnTo>
                  <a:pt x="51" y="319"/>
                </a:lnTo>
                <a:lnTo>
                  <a:pt x="50" y="319"/>
                </a:lnTo>
                <a:lnTo>
                  <a:pt x="51" y="319"/>
                </a:lnTo>
                <a:lnTo>
                  <a:pt x="51" y="318"/>
                </a:lnTo>
                <a:lnTo>
                  <a:pt x="50" y="318"/>
                </a:lnTo>
                <a:lnTo>
                  <a:pt x="50" y="317"/>
                </a:lnTo>
                <a:lnTo>
                  <a:pt x="49" y="317"/>
                </a:lnTo>
                <a:lnTo>
                  <a:pt x="48" y="317"/>
                </a:lnTo>
                <a:lnTo>
                  <a:pt x="48" y="316"/>
                </a:lnTo>
                <a:lnTo>
                  <a:pt x="47" y="316"/>
                </a:lnTo>
                <a:lnTo>
                  <a:pt x="47" y="315"/>
                </a:lnTo>
                <a:lnTo>
                  <a:pt x="46" y="315"/>
                </a:lnTo>
                <a:lnTo>
                  <a:pt x="46" y="314"/>
                </a:lnTo>
                <a:lnTo>
                  <a:pt x="45" y="314"/>
                </a:lnTo>
                <a:lnTo>
                  <a:pt x="43" y="314"/>
                </a:lnTo>
                <a:lnTo>
                  <a:pt x="42" y="314"/>
                </a:lnTo>
                <a:lnTo>
                  <a:pt x="41" y="314"/>
                </a:lnTo>
                <a:lnTo>
                  <a:pt x="41" y="313"/>
                </a:lnTo>
                <a:lnTo>
                  <a:pt x="40" y="313"/>
                </a:lnTo>
                <a:lnTo>
                  <a:pt x="40" y="312"/>
                </a:lnTo>
                <a:lnTo>
                  <a:pt x="41" y="312"/>
                </a:lnTo>
                <a:lnTo>
                  <a:pt x="40" y="312"/>
                </a:lnTo>
                <a:lnTo>
                  <a:pt x="40" y="311"/>
                </a:lnTo>
                <a:lnTo>
                  <a:pt x="39" y="311"/>
                </a:lnTo>
                <a:lnTo>
                  <a:pt x="39" y="310"/>
                </a:lnTo>
                <a:lnTo>
                  <a:pt x="38" y="310"/>
                </a:lnTo>
                <a:lnTo>
                  <a:pt x="38" y="309"/>
                </a:lnTo>
                <a:lnTo>
                  <a:pt x="38" y="308"/>
                </a:lnTo>
                <a:lnTo>
                  <a:pt x="38" y="307"/>
                </a:lnTo>
                <a:lnTo>
                  <a:pt x="37" y="307"/>
                </a:lnTo>
                <a:lnTo>
                  <a:pt x="37" y="306"/>
                </a:lnTo>
                <a:lnTo>
                  <a:pt x="36" y="306"/>
                </a:lnTo>
                <a:lnTo>
                  <a:pt x="36" y="305"/>
                </a:lnTo>
                <a:lnTo>
                  <a:pt x="35" y="305"/>
                </a:lnTo>
                <a:lnTo>
                  <a:pt x="35" y="304"/>
                </a:lnTo>
                <a:lnTo>
                  <a:pt x="35" y="303"/>
                </a:lnTo>
                <a:lnTo>
                  <a:pt x="34" y="303"/>
                </a:lnTo>
                <a:lnTo>
                  <a:pt x="35" y="303"/>
                </a:lnTo>
                <a:lnTo>
                  <a:pt x="34" y="303"/>
                </a:lnTo>
                <a:lnTo>
                  <a:pt x="34" y="302"/>
                </a:lnTo>
                <a:lnTo>
                  <a:pt x="34" y="303"/>
                </a:lnTo>
                <a:lnTo>
                  <a:pt x="34" y="302"/>
                </a:lnTo>
                <a:lnTo>
                  <a:pt x="33" y="302"/>
                </a:lnTo>
                <a:lnTo>
                  <a:pt x="33" y="301"/>
                </a:lnTo>
                <a:lnTo>
                  <a:pt x="32" y="301"/>
                </a:lnTo>
                <a:lnTo>
                  <a:pt x="32" y="300"/>
                </a:lnTo>
                <a:lnTo>
                  <a:pt x="31" y="300"/>
                </a:lnTo>
                <a:lnTo>
                  <a:pt x="31" y="299"/>
                </a:lnTo>
                <a:lnTo>
                  <a:pt x="31" y="298"/>
                </a:lnTo>
                <a:lnTo>
                  <a:pt x="32" y="297"/>
                </a:lnTo>
                <a:lnTo>
                  <a:pt x="32" y="295"/>
                </a:lnTo>
                <a:lnTo>
                  <a:pt x="32" y="294"/>
                </a:lnTo>
                <a:lnTo>
                  <a:pt x="33" y="294"/>
                </a:lnTo>
                <a:lnTo>
                  <a:pt x="33" y="293"/>
                </a:lnTo>
                <a:lnTo>
                  <a:pt x="32" y="293"/>
                </a:lnTo>
                <a:lnTo>
                  <a:pt x="31" y="293"/>
                </a:lnTo>
                <a:lnTo>
                  <a:pt x="30" y="293"/>
                </a:lnTo>
                <a:lnTo>
                  <a:pt x="29" y="293"/>
                </a:lnTo>
                <a:lnTo>
                  <a:pt x="29" y="292"/>
                </a:lnTo>
                <a:lnTo>
                  <a:pt x="28" y="292"/>
                </a:lnTo>
                <a:lnTo>
                  <a:pt x="28" y="291"/>
                </a:lnTo>
                <a:lnTo>
                  <a:pt x="28" y="290"/>
                </a:lnTo>
                <a:lnTo>
                  <a:pt x="27" y="290"/>
                </a:lnTo>
                <a:lnTo>
                  <a:pt x="26" y="290"/>
                </a:lnTo>
                <a:lnTo>
                  <a:pt x="26" y="289"/>
                </a:lnTo>
                <a:lnTo>
                  <a:pt x="26" y="288"/>
                </a:lnTo>
                <a:lnTo>
                  <a:pt x="27" y="288"/>
                </a:lnTo>
                <a:lnTo>
                  <a:pt x="28" y="288"/>
                </a:lnTo>
                <a:lnTo>
                  <a:pt x="29" y="288"/>
                </a:lnTo>
                <a:lnTo>
                  <a:pt x="29" y="287"/>
                </a:lnTo>
                <a:lnTo>
                  <a:pt x="30" y="287"/>
                </a:lnTo>
                <a:lnTo>
                  <a:pt x="31" y="287"/>
                </a:lnTo>
                <a:lnTo>
                  <a:pt x="31" y="286"/>
                </a:lnTo>
                <a:lnTo>
                  <a:pt x="32" y="286"/>
                </a:lnTo>
                <a:lnTo>
                  <a:pt x="33" y="286"/>
                </a:lnTo>
                <a:lnTo>
                  <a:pt x="33" y="285"/>
                </a:lnTo>
                <a:lnTo>
                  <a:pt x="34" y="284"/>
                </a:lnTo>
                <a:lnTo>
                  <a:pt x="35" y="284"/>
                </a:lnTo>
                <a:lnTo>
                  <a:pt x="35" y="283"/>
                </a:lnTo>
                <a:lnTo>
                  <a:pt x="36" y="283"/>
                </a:lnTo>
                <a:lnTo>
                  <a:pt x="36" y="282"/>
                </a:lnTo>
                <a:lnTo>
                  <a:pt x="35" y="282"/>
                </a:lnTo>
                <a:lnTo>
                  <a:pt x="35" y="281"/>
                </a:lnTo>
                <a:lnTo>
                  <a:pt x="35" y="280"/>
                </a:lnTo>
                <a:lnTo>
                  <a:pt x="34" y="280"/>
                </a:lnTo>
                <a:lnTo>
                  <a:pt x="34" y="279"/>
                </a:lnTo>
                <a:lnTo>
                  <a:pt x="34" y="278"/>
                </a:lnTo>
                <a:lnTo>
                  <a:pt x="34" y="277"/>
                </a:lnTo>
                <a:lnTo>
                  <a:pt x="33" y="277"/>
                </a:lnTo>
                <a:lnTo>
                  <a:pt x="33" y="276"/>
                </a:lnTo>
                <a:lnTo>
                  <a:pt x="33" y="275"/>
                </a:lnTo>
                <a:lnTo>
                  <a:pt x="33" y="274"/>
                </a:lnTo>
                <a:lnTo>
                  <a:pt x="33" y="273"/>
                </a:lnTo>
                <a:lnTo>
                  <a:pt x="34" y="273"/>
                </a:lnTo>
                <a:lnTo>
                  <a:pt x="33" y="273"/>
                </a:lnTo>
                <a:lnTo>
                  <a:pt x="33" y="272"/>
                </a:lnTo>
                <a:lnTo>
                  <a:pt x="34" y="272"/>
                </a:lnTo>
                <a:lnTo>
                  <a:pt x="34" y="271"/>
                </a:lnTo>
                <a:lnTo>
                  <a:pt x="34" y="270"/>
                </a:lnTo>
                <a:lnTo>
                  <a:pt x="33" y="270"/>
                </a:lnTo>
                <a:lnTo>
                  <a:pt x="33" y="269"/>
                </a:lnTo>
                <a:lnTo>
                  <a:pt x="33" y="268"/>
                </a:lnTo>
                <a:lnTo>
                  <a:pt x="33" y="267"/>
                </a:lnTo>
                <a:lnTo>
                  <a:pt x="33" y="266"/>
                </a:lnTo>
                <a:lnTo>
                  <a:pt x="34" y="266"/>
                </a:lnTo>
                <a:lnTo>
                  <a:pt x="34" y="265"/>
                </a:lnTo>
                <a:lnTo>
                  <a:pt x="33" y="265"/>
                </a:lnTo>
                <a:lnTo>
                  <a:pt x="33" y="264"/>
                </a:lnTo>
                <a:lnTo>
                  <a:pt x="34" y="264"/>
                </a:lnTo>
                <a:lnTo>
                  <a:pt x="34" y="263"/>
                </a:lnTo>
                <a:lnTo>
                  <a:pt x="33" y="263"/>
                </a:lnTo>
                <a:lnTo>
                  <a:pt x="32" y="263"/>
                </a:lnTo>
                <a:lnTo>
                  <a:pt x="32" y="262"/>
                </a:lnTo>
                <a:lnTo>
                  <a:pt x="31" y="262"/>
                </a:lnTo>
                <a:lnTo>
                  <a:pt x="31" y="260"/>
                </a:lnTo>
                <a:lnTo>
                  <a:pt x="31" y="259"/>
                </a:lnTo>
                <a:lnTo>
                  <a:pt x="31" y="258"/>
                </a:lnTo>
                <a:lnTo>
                  <a:pt x="31" y="257"/>
                </a:lnTo>
                <a:lnTo>
                  <a:pt x="32" y="257"/>
                </a:lnTo>
                <a:lnTo>
                  <a:pt x="31" y="257"/>
                </a:lnTo>
                <a:lnTo>
                  <a:pt x="31" y="256"/>
                </a:lnTo>
                <a:lnTo>
                  <a:pt x="32" y="256"/>
                </a:lnTo>
                <a:lnTo>
                  <a:pt x="32" y="255"/>
                </a:lnTo>
                <a:lnTo>
                  <a:pt x="31" y="255"/>
                </a:lnTo>
                <a:lnTo>
                  <a:pt x="32" y="255"/>
                </a:lnTo>
                <a:lnTo>
                  <a:pt x="32" y="254"/>
                </a:lnTo>
                <a:lnTo>
                  <a:pt x="31" y="254"/>
                </a:lnTo>
                <a:lnTo>
                  <a:pt x="30" y="253"/>
                </a:lnTo>
                <a:lnTo>
                  <a:pt x="29" y="253"/>
                </a:lnTo>
                <a:lnTo>
                  <a:pt x="29" y="252"/>
                </a:lnTo>
                <a:lnTo>
                  <a:pt x="28" y="252"/>
                </a:lnTo>
                <a:lnTo>
                  <a:pt x="28" y="251"/>
                </a:lnTo>
                <a:lnTo>
                  <a:pt x="28" y="252"/>
                </a:lnTo>
                <a:lnTo>
                  <a:pt x="27" y="252"/>
                </a:lnTo>
                <a:lnTo>
                  <a:pt x="26" y="252"/>
                </a:lnTo>
                <a:lnTo>
                  <a:pt x="25" y="252"/>
                </a:lnTo>
                <a:lnTo>
                  <a:pt x="25" y="251"/>
                </a:lnTo>
                <a:lnTo>
                  <a:pt x="24" y="251"/>
                </a:lnTo>
                <a:lnTo>
                  <a:pt x="24" y="250"/>
                </a:lnTo>
                <a:lnTo>
                  <a:pt x="24" y="249"/>
                </a:lnTo>
                <a:lnTo>
                  <a:pt x="24" y="248"/>
                </a:lnTo>
                <a:lnTo>
                  <a:pt x="25" y="248"/>
                </a:lnTo>
                <a:lnTo>
                  <a:pt x="25" y="247"/>
                </a:lnTo>
                <a:lnTo>
                  <a:pt x="24" y="247"/>
                </a:lnTo>
                <a:lnTo>
                  <a:pt x="24" y="246"/>
                </a:lnTo>
                <a:lnTo>
                  <a:pt x="25" y="246"/>
                </a:lnTo>
                <a:lnTo>
                  <a:pt x="25" y="245"/>
                </a:lnTo>
                <a:lnTo>
                  <a:pt x="26" y="245"/>
                </a:lnTo>
                <a:lnTo>
                  <a:pt x="26" y="246"/>
                </a:lnTo>
                <a:lnTo>
                  <a:pt x="27" y="246"/>
                </a:lnTo>
                <a:lnTo>
                  <a:pt x="28" y="246"/>
                </a:lnTo>
                <a:lnTo>
                  <a:pt x="27" y="246"/>
                </a:lnTo>
                <a:lnTo>
                  <a:pt x="27" y="245"/>
                </a:lnTo>
                <a:lnTo>
                  <a:pt x="28" y="245"/>
                </a:lnTo>
                <a:lnTo>
                  <a:pt x="29" y="245"/>
                </a:lnTo>
                <a:lnTo>
                  <a:pt x="30" y="245"/>
                </a:lnTo>
                <a:lnTo>
                  <a:pt x="31" y="245"/>
                </a:lnTo>
                <a:lnTo>
                  <a:pt x="32" y="245"/>
                </a:lnTo>
                <a:lnTo>
                  <a:pt x="32" y="244"/>
                </a:lnTo>
                <a:lnTo>
                  <a:pt x="33" y="244"/>
                </a:lnTo>
                <a:lnTo>
                  <a:pt x="33" y="243"/>
                </a:lnTo>
                <a:lnTo>
                  <a:pt x="34" y="243"/>
                </a:lnTo>
                <a:lnTo>
                  <a:pt x="35" y="243"/>
                </a:lnTo>
                <a:lnTo>
                  <a:pt x="35" y="242"/>
                </a:lnTo>
                <a:lnTo>
                  <a:pt x="36" y="242"/>
                </a:lnTo>
                <a:lnTo>
                  <a:pt x="36" y="241"/>
                </a:lnTo>
                <a:lnTo>
                  <a:pt x="36" y="240"/>
                </a:lnTo>
                <a:lnTo>
                  <a:pt x="37" y="240"/>
                </a:lnTo>
                <a:lnTo>
                  <a:pt x="37" y="241"/>
                </a:lnTo>
                <a:lnTo>
                  <a:pt x="38" y="241"/>
                </a:lnTo>
                <a:lnTo>
                  <a:pt x="39" y="241"/>
                </a:lnTo>
                <a:lnTo>
                  <a:pt x="39" y="242"/>
                </a:lnTo>
                <a:lnTo>
                  <a:pt x="40" y="241"/>
                </a:lnTo>
                <a:lnTo>
                  <a:pt x="40" y="240"/>
                </a:lnTo>
                <a:lnTo>
                  <a:pt x="41" y="240"/>
                </a:lnTo>
                <a:lnTo>
                  <a:pt x="42" y="240"/>
                </a:lnTo>
                <a:lnTo>
                  <a:pt x="42" y="239"/>
                </a:lnTo>
                <a:lnTo>
                  <a:pt x="42" y="238"/>
                </a:lnTo>
                <a:lnTo>
                  <a:pt x="43" y="238"/>
                </a:lnTo>
                <a:lnTo>
                  <a:pt x="43" y="237"/>
                </a:lnTo>
                <a:lnTo>
                  <a:pt x="44" y="237"/>
                </a:lnTo>
                <a:lnTo>
                  <a:pt x="44" y="238"/>
                </a:lnTo>
                <a:lnTo>
                  <a:pt x="44" y="239"/>
                </a:lnTo>
                <a:lnTo>
                  <a:pt x="45" y="239"/>
                </a:lnTo>
                <a:lnTo>
                  <a:pt x="46" y="239"/>
                </a:lnTo>
                <a:lnTo>
                  <a:pt x="46" y="240"/>
                </a:lnTo>
                <a:lnTo>
                  <a:pt x="47" y="240"/>
                </a:lnTo>
                <a:lnTo>
                  <a:pt x="47" y="239"/>
                </a:lnTo>
                <a:lnTo>
                  <a:pt x="48" y="239"/>
                </a:lnTo>
                <a:lnTo>
                  <a:pt x="48" y="238"/>
                </a:lnTo>
                <a:lnTo>
                  <a:pt x="48" y="237"/>
                </a:lnTo>
                <a:lnTo>
                  <a:pt x="49" y="237"/>
                </a:lnTo>
                <a:lnTo>
                  <a:pt x="48" y="237"/>
                </a:lnTo>
                <a:lnTo>
                  <a:pt x="48" y="236"/>
                </a:lnTo>
                <a:lnTo>
                  <a:pt x="49" y="235"/>
                </a:lnTo>
                <a:lnTo>
                  <a:pt x="49" y="234"/>
                </a:lnTo>
                <a:lnTo>
                  <a:pt x="49" y="233"/>
                </a:lnTo>
                <a:lnTo>
                  <a:pt x="50" y="233"/>
                </a:lnTo>
                <a:lnTo>
                  <a:pt x="50" y="232"/>
                </a:lnTo>
                <a:lnTo>
                  <a:pt x="50" y="231"/>
                </a:lnTo>
                <a:lnTo>
                  <a:pt x="51" y="231"/>
                </a:lnTo>
                <a:lnTo>
                  <a:pt x="51" y="230"/>
                </a:lnTo>
                <a:lnTo>
                  <a:pt x="51" y="229"/>
                </a:lnTo>
                <a:lnTo>
                  <a:pt x="52" y="229"/>
                </a:lnTo>
                <a:lnTo>
                  <a:pt x="52" y="228"/>
                </a:lnTo>
                <a:lnTo>
                  <a:pt x="52" y="227"/>
                </a:lnTo>
                <a:lnTo>
                  <a:pt x="52" y="226"/>
                </a:lnTo>
                <a:lnTo>
                  <a:pt x="53" y="226"/>
                </a:lnTo>
                <a:lnTo>
                  <a:pt x="53" y="225"/>
                </a:lnTo>
                <a:lnTo>
                  <a:pt x="53" y="224"/>
                </a:lnTo>
                <a:lnTo>
                  <a:pt x="53" y="223"/>
                </a:lnTo>
                <a:lnTo>
                  <a:pt x="53" y="222"/>
                </a:lnTo>
                <a:lnTo>
                  <a:pt x="55" y="222"/>
                </a:lnTo>
                <a:lnTo>
                  <a:pt x="56" y="222"/>
                </a:lnTo>
                <a:lnTo>
                  <a:pt x="57" y="222"/>
                </a:lnTo>
                <a:lnTo>
                  <a:pt x="58" y="222"/>
                </a:lnTo>
                <a:lnTo>
                  <a:pt x="58" y="221"/>
                </a:lnTo>
                <a:lnTo>
                  <a:pt x="59" y="221"/>
                </a:lnTo>
                <a:lnTo>
                  <a:pt x="59" y="220"/>
                </a:lnTo>
                <a:lnTo>
                  <a:pt x="58" y="220"/>
                </a:lnTo>
                <a:lnTo>
                  <a:pt x="59" y="220"/>
                </a:lnTo>
                <a:lnTo>
                  <a:pt x="59" y="219"/>
                </a:lnTo>
                <a:lnTo>
                  <a:pt x="60" y="218"/>
                </a:lnTo>
                <a:lnTo>
                  <a:pt x="60" y="217"/>
                </a:lnTo>
                <a:lnTo>
                  <a:pt x="60" y="215"/>
                </a:lnTo>
                <a:lnTo>
                  <a:pt x="60" y="214"/>
                </a:lnTo>
                <a:lnTo>
                  <a:pt x="61" y="212"/>
                </a:lnTo>
                <a:lnTo>
                  <a:pt x="62" y="212"/>
                </a:lnTo>
                <a:lnTo>
                  <a:pt x="64" y="211"/>
                </a:lnTo>
                <a:lnTo>
                  <a:pt x="64" y="210"/>
                </a:lnTo>
                <a:lnTo>
                  <a:pt x="66" y="210"/>
                </a:lnTo>
                <a:lnTo>
                  <a:pt x="68" y="210"/>
                </a:lnTo>
                <a:lnTo>
                  <a:pt x="68" y="209"/>
                </a:lnTo>
                <a:lnTo>
                  <a:pt x="69" y="208"/>
                </a:lnTo>
                <a:lnTo>
                  <a:pt x="70" y="209"/>
                </a:lnTo>
                <a:lnTo>
                  <a:pt x="70" y="210"/>
                </a:lnTo>
                <a:lnTo>
                  <a:pt x="71" y="210"/>
                </a:lnTo>
                <a:lnTo>
                  <a:pt x="72" y="210"/>
                </a:lnTo>
                <a:lnTo>
                  <a:pt x="72" y="211"/>
                </a:lnTo>
                <a:lnTo>
                  <a:pt x="73" y="211"/>
                </a:lnTo>
                <a:lnTo>
                  <a:pt x="74" y="212"/>
                </a:lnTo>
                <a:lnTo>
                  <a:pt x="74" y="211"/>
                </a:lnTo>
                <a:lnTo>
                  <a:pt x="75" y="211"/>
                </a:lnTo>
                <a:lnTo>
                  <a:pt x="76" y="211"/>
                </a:lnTo>
                <a:lnTo>
                  <a:pt x="77" y="211"/>
                </a:lnTo>
                <a:lnTo>
                  <a:pt x="79" y="211"/>
                </a:lnTo>
                <a:lnTo>
                  <a:pt x="79" y="210"/>
                </a:lnTo>
                <a:lnTo>
                  <a:pt x="79" y="209"/>
                </a:lnTo>
                <a:lnTo>
                  <a:pt x="80" y="209"/>
                </a:lnTo>
                <a:lnTo>
                  <a:pt x="83" y="209"/>
                </a:lnTo>
                <a:lnTo>
                  <a:pt x="84" y="209"/>
                </a:lnTo>
                <a:lnTo>
                  <a:pt x="85" y="209"/>
                </a:lnTo>
                <a:lnTo>
                  <a:pt x="86" y="209"/>
                </a:lnTo>
                <a:lnTo>
                  <a:pt x="86" y="210"/>
                </a:lnTo>
                <a:lnTo>
                  <a:pt x="87" y="210"/>
                </a:lnTo>
                <a:lnTo>
                  <a:pt x="88" y="210"/>
                </a:lnTo>
                <a:lnTo>
                  <a:pt x="89" y="210"/>
                </a:lnTo>
                <a:lnTo>
                  <a:pt x="90" y="210"/>
                </a:lnTo>
                <a:lnTo>
                  <a:pt x="91" y="209"/>
                </a:lnTo>
                <a:lnTo>
                  <a:pt x="92" y="208"/>
                </a:lnTo>
                <a:lnTo>
                  <a:pt x="93" y="208"/>
                </a:lnTo>
                <a:lnTo>
                  <a:pt x="94" y="208"/>
                </a:lnTo>
                <a:lnTo>
                  <a:pt x="95" y="209"/>
                </a:lnTo>
                <a:lnTo>
                  <a:pt x="96" y="209"/>
                </a:lnTo>
                <a:lnTo>
                  <a:pt x="96" y="208"/>
                </a:lnTo>
                <a:lnTo>
                  <a:pt x="97" y="208"/>
                </a:lnTo>
                <a:lnTo>
                  <a:pt x="98" y="208"/>
                </a:lnTo>
                <a:lnTo>
                  <a:pt x="98" y="209"/>
                </a:lnTo>
                <a:lnTo>
                  <a:pt x="99" y="209"/>
                </a:lnTo>
                <a:lnTo>
                  <a:pt x="102" y="207"/>
                </a:lnTo>
                <a:lnTo>
                  <a:pt x="103" y="206"/>
                </a:lnTo>
                <a:lnTo>
                  <a:pt x="103" y="205"/>
                </a:lnTo>
                <a:lnTo>
                  <a:pt x="104" y="205"/>
                </a:lnTo>
                <a:lnTo>
                  <a:pt x="104" y="206"/>
                </a:lnTo>
                <a:lnTo>
                  <a:pt x="105" y="206"/>
                </a:lnTo>
                <a:lnTo>
                  <a:pt x="105" y="207"/>
                </a:lnTo>
                <a:lnTo>
                  <a:pt x="106" y="208"/>
                </a:lnTo>
                <a:lnTo>
                  <a:pt x="107" y="207"/>
                </a:lnTo>
                <a:lnTo>
                  <a:pt x="108" y="207"/>
                </a:lnTo>
                <a:lnTo>
                  <a:pt x="109" y="207"/>
                </a:lnTo>
                <a:lnTo>
                  <a:pt x="110" y="207"/>
                </a:lnTo>
                <a:lnTo>
                  <a:pt x="110" y="208"/>
                </a:lnTo>
                <a:lnTo>
                  <a:pt x="111" y="208"/>
                </a:lnTo>
                <a:lnTo>
                  <a:pt x="112" y="208"/>
                </a:lnTo>
                <a:lnTo>
                  <a:pt x="113" y="208"/>
                </a:lnTo>
                <a:lnTo>
                  <a:pt x="114" y="208"/>
                </a:lnTo>
                <a:lnTo>
                  <a:pt x="116" y="208"/>
                </a:lnTo>
                <a:lnTo>
                  <a:pt x="116" y="207"/>
                </a:lnTo>
                <a:lnTo>
                  <a:pt x="117" y="207"/>
                </a:lnTo>
                <a:lnTo>
                  <a:pt x="117" y="206"/>
                </a:lnTo>
                <a:lnTo>
                  <a:pt x="118" y="205"/>
                </a:lnTo>
                <a:lnTo>
                  <a:pt x="119" y="205"/>
                </a:lnTo>
                <a:lnTo>
                  <a:pt x="120" y="206"/>
                </a:lnTo>
                <a:lnTo>
                  <a:pt x="121" y="206"/>
                </a:lnTo>
                <a:lnTo>
                  <a:pt x="122" y="205"/>
                </a:lnTo>
                <a:lnTo>
                  <a:pt x="125" y="205"/>
                </a:lnTo>
                <a:lnTo>
                  <a:pt x="126" y="205"/>
                </a:lnTo>
                <a:lnTo>
                  <a:pt x="127" y="205"/>
                </a:lnTo>
                <a:lnTo>
                  <a:pt x="127" y="204"/>
                </a:lnTo>
                <a:lnTo>
                  <a:pt x="128" y="204"/>
                </a:lnTo>
                <a:lnTo>
                  <a:pt x="129" y="204"/>
                </a:lnTo>
                <a:lnTo>
                  <a:pt x="129" y="203"/>
                </a:lnTo>
                <a:lnTo>
                  <a:pt x="129" y="201"/>
                </a:lnTo>
                <a:lnTo>
                  <a:pt x="130" y="201"/>
                </a:lnTo>
                <a:lnTo>
                  <a:pt x="131" y="201"/>
                </a:lnTo>
                <a:lnTo>
                  <a:pt x="131" y="200"/>
                </a:lnTo>
                <a:lnTo>
                  <a:pt x="131" y="199"/>
                </a:lnTo>
                <a:lnTo>
                  <a:pt x="132" y="199"/>
                </a:lnTo>
                <a:lnTo>
                  <a:pt x="132" y="200"/>
                </a:lnTo>
                <a:lnTo>
                  <a:pt x="133" y="199"/>
                </a:lnTo>
                <a:lnTo>
                  <a:pt x="132" y="199"/>
                </a:lnTo>
                <a:lnTo>
                  <a:pt x="131" y="198"/>
                </a:lnTo>
                <a:lnTo>
                  <a:pt x="131" y="197"/>
                </a:lnTo>
                <a:lnTo>
                  <a:pt x="131" y="196"/>
                </a:lnTo>
                <a:lnTo>
                  <a:pt x="132" y="196"/>
                </a:lnTo>
                <a:lnTo>
                  <a:pt x="133" y="195"/>
                </a:lnTo>
                <a:lnTo>
                  <a:pt x="133" y="194"/>
                </a:lnTo>
                <a:lnTo>
                  <a:pt x="132" y="194"/>
                </a:lnTo>
                <a:lnTo>
                  <a:pt x="132" y="193"/>
                </a:lnTo>
                <a:lnTo>
                  <a:pt x="133" y="193"/>
                </a:lnTo>
                <a:lnTo>
                  <a:pt x="133" y="192"/>
                </a:lnTo>
                <a:lnTo>
                  <a:pt x="133" y="191"/>
                </a:lnTo>
                <a:lnTo>
                  <a:pt x="134" y="191"/>
                </a:lnTo>
                <a:lnTo>
                  <a:pt x="135" y="190"/>
                </a:lnTo>
                <a:lnTo>
                  <a:pt x="135" y="189"/>
                </a:lnTo>
                <a:lnTo>
                  <a:pt x="135" y="188"/>
                </a:lnTo>
                <a:lnTo>
                  <a:pt x="134" y="187"/>
                </a:lnTo>
                <a:lnTo>
                  <a:pt x="133" y="187"/>
                </a:lnTo>
                <a:lnTo>
                  <a:pt x="133" y="185"/>
                </a:lnTo>
                <a:lnTo>
                  <a:pt x="134" y="185"/>
                </a:lnTo>
                <a:lnTo>
                  <a:pt x="135" y="185"/>
                </a:lnTo>
                <a:lnTo>
                  <a:pt x="136" y="184"/>
                </a:lnTo>
                <a:lnTo>
                  <a:pt x="137" y="184"/>
                </a:lnTo>
                <a:lnTo>
                  <a:pt x="136" y="183"/>
                </a:lnTo>
                <a:lnTo>
                  <a:pt x="136" y="182"/>
                </a:lnTo>
                <a:lnTo>
                  <a:pt x="136" y="181"/>
                </a:lnTo>
                <a:lnTo>
                  <a:pt x="136" y="180"/>
                </a:lnTo>
                <a:lnTo>
                  <a:pt x="136" y="179"/>
                </a:lnTo>
                <a:lnTo>
                  <a:pt x="137" y="177"/>
                </a:lnTo>
                <a:lnTo>
                  <a:pt x="138" y="176"/>
                </a:lnTo>
                <a:lnTo>
                  <a:pt x="138" y="175"/>
                </a:lnTo>
                <a:lnTo>
                  <a:pt x="139" y="174"/>
                </a:lnTo>
                <a:lnTo>
                  <a:pt x="139" y="173"/>
                </a:lnTo>
                <a:lnTo>
                  <a:pt x="139" y="172"/>
                </a:lnTo>
                <a:lnTo>
                  <a:pt x="140" y="172"/>
                </a:lnTo>
                <a:lnTo>
                  <a:pt x="140" y="171"/>
                </a:lnTo>
                <a:lnTo>
                  <a:pt x="140" y="170"/>
                </a:lnTo>
                <a:lnTo>
                  <a:pt x="139" y="170"/>
                </a:lnTo>
                <a:lnTo>
                  <a:pt x="139" y="169"/>
                </a:lnTo>
                <a:lnTo>
                  <a:pt x="138" y="167"/>
                </a:lnTo>
                <a:lnTo>
                  <a:pt x="139" y="167"/>
                </a:lnTo>
                <a:lnTo>
                  <a:pt x="139" y="166"/>
                </a:lnTo>
                <a:lnTo>
                  <a:pt x="141" y="166"/>
                </a:lnTo>
                <a:lnTo>
                  <a:pt x="142" y="166"/>
                </a:lnTo>
                <a:lnTo>
                  <a:pt x="143" y="166"/>
                </a:lnTo>
                <a:lnTo>
                  <a:pt x="144" y="166"/>
                </a:lnTo>
                <a:lnTo>
                  <a:pt x="145" y="166"/>
                </a:lnTo>
                <a:lnTo>
                  <a:pt x="145" y="164"/>
                </a:lnTo>
                <a:lnTo>
                  <a:pt x="145" y="163"/>
                </a:lnTo>
                <a:lnTo>
                  <a:pt x="146" y="162"/>
                </a:lnTo>
                <a:lnTo>
                  <a:pt x="147" y="162"/>
                </a:lnTo>
                <a:lnTo>
                  <a:pt x="148" y="162"/>
                </a:lnTo>
                <a:lnTo>
                  <a:pt x="148" y="160"/>
                </a:lnTo>
                <a:lnTo>
                  <a:pt x="148" y="159"/>
                </a:lnTo>
                <a:lnTo>
                  <a:pt x="149" y="158"/>
                </a:lnTo>
                <a:lnTo>
                  <a:pt x="148" y="157"/>
                </a:lnTo>
                <a:lnTo>
                  <a:pt x="147" y="157"/>
                </a:lnTo>
                <a:lnTo>
                  <a:pt x="147" y="155"/>
                </a:lnTo>
                <a:lnTo>
                  <a:pt x="148" y="154"/>
                </a:lnTo>
                <a:lnTo>
                  <a:pt x="149" y="154"/>
                </a:lnTo>
                <a:lnTo>
                  <a:pt x="149" y="153"/>
                </a:lnTo>
                <a:lnTo>
                  <a:pt x="148" y="153"/>
                </a:lnTo>
                <a:lnTo>
                  <a:pt x="148" y="152"/>
                </a:lnTo>
                <a:lnTo>
                  <a:pt x="148" y="151"/>
                </a:lnTo>
                <a:lnTo>
                  <a:pt x="149" y="150"/>
                </a:lnTo>
                <a:lnTo>
                  <a:pt x="149" y="149"/>
                </a:lnTo>
                <a:lnTo>
                  <a:pt x="148" y="149"/>
                </a:lnTo>
                <a:lnTo>
                  <a:pt x="148" y="148"/>
                </a:lnTo>
                <a:lnTo>
                  <a:pt x="152" y="144"/>
                </a:lnTo>
                <a:lnTo>
                  <a:pt x="153" y="145"/>
                </a:lnTo>
                <a:lnTo>
                  <a:pt x="154" y="145"/>
                </a:lnTo>
                <a:lnTo>
                  <a:pt x="155" y="145"/>
                </a:lnTo>
                <a:lnTo>
                  <a:pt x="156" y="145"/>
                </a:lnTo>
                <a:lnTo>
                  <a:pt x="158" y="143"/>
                </a:lnTo>
                <a:lnTo>
                  <a:pt x="162" y="140"/>
                </a:lnTo>
                <a:lnTo>
                  <a:pt x="164" y="139"/>
                </a:lnTo>
                <a:lnTo>
                  <a:pt x="164" y="138"/>
                </a:lnTo>
                <a:lnTo>
                  <a:pt x="165" y="138"/>
                </a:lnTo>
                <a:lnTo>
                  <a:pt x="165" y="137"/>
                </a:lnTo>
                <a:lnTo>
                  <a:pt x="166" y="137"/>
                </a:lnTo>
                <a:lnTo>
                  <a:pt x="166" y="136"/>
                </a:lnTo>
                <a:lnTo>
                  <a:pt x="166" y="135"/>
                </a:lnTo>
                <a:lnTo>
                  <a:pt x="165" y="135"/>
                </a:lnTo>
                <a:lnTo>
                  <a:pt x="165" y="134"/>
                </a:lnTo>
                <a:lnTo>
                  <a:pt x="166" y="133"/>
                </a:lnTo>
                <a:lnTo>
                  <a:pt x="167" y="133"/>
                </a:lnTo>
                <a:lnTo>
                  <a:pt x="168" y="133"/>
                </a:lnTo>
                <a:lnTo>
                  <a:pt x="168" y="132"/>
                </a:lnTo>
                <a:lnTo>
                  <a:pt x="168" y="131"/>
                </a:lnTo>
                <a:lnTo>
                  <a:pt x="169" y="131"/>
                </a:lnTo>
                <a:lnTo>
                  <a:pt x="170" y="131"/>
                </a:lnTo>
                <a:lnTo>
                  <a:pt x="171" y="131"/>
                </a:lnTo>
                <a:lnTo>
                  <a:pt x="171" y="130"/>
                </a:lnTo>
                <a:lnTo>
                  <a:pt x="172" y="131"/>
                </a:lnTo>
                <a:lnTo>
                  <a:pt x="173" y="131"/>
                </a:lnTo>
                <a:lnTo>
                  <a:pt x="174" y="131"/>
                </a:lnTo>
                <a:lnTo>
                  <a:pt x="175" y="131"/>
                </a:lnTo>
                <a:lnTo>
                  <a:pt x="176" y="131"/>
                </a:lnTo>
                <a:lnTo>
                  <a:pt x="177" y="131"/>
                </a:lnTo>
                <a:lnTo>
                  <a:pt x="178" y="131"/>
                </a:lnTo>
                <a:lnTo>
                  <a:pt x="178" y="130"/>
                </a:lnTo>
                <a:lnTo>
                  <a:pt x="177" y="130"/>
                </a:lnTo>
                <a:lnTo>
                  <a:pt x="176" y="130"/>
                </a:lnTo>
                <a:lnTo>
                  <a:pt x="175" y="129"/>
                </a:lnTo>
                <a:lnTo>
                  <a:pt x="175" y="127"/>
                </a:lnTo>
                <a:lnTo>
                  <a:pt x="173" y="125"/>
                </a:lnTo>
                <a:lnTo>
                  <a:pt x="172" y="125"/>
                </a:lnTo>
                <a:lnTo>
                  <a:pt x="170" y="123"/>
                </a:lnTo>
                <a:lnTo>
                  <a:pt x="169" y="122"/>
                </a:lnTo>
                <a:lnTo>
                  <a:pt x="170" y="120"/>
                </a:lnTo>
                <a:lnTo>
                  <a:pt x="170" y="118"/>
                </a:lnTo>
                <a:lnTo>
                  <a:pt x="171" y="117"/>
                </a:lnTo>
                <a:lnTo>
                  <a:pt x="171" y="116"/>
                </a:lnTo>
                <a:lnTo>
                  <a:pt x="171" y="115"/>
                </a:lnTo>
                <a:lnTo>
                  <a:pt x="172" y="115"/>
                </a:lnTo>
                <a:lnTo>
                  <a:pt x="172" y="114"/>
                </a:lnTo>
                <a:lnTo>
                  <a:pt x="172" y="113"/>
                </a:lnTo>
                <a:lnTo>
                  <a:pt x="173" y="113"/>
                </a:lnTo>
                <a:lnTo>
                  <a:pt x="173" y="112"/>
                </a:lnTo>
                <a:lnTo>
                  <a:pt x="177" y="112"/>
                </a:lnTo>
                <a:lnTo>
                  <a:pt x="178" y="112"/>
                </a:lnTo>
                <a:lnTo>
                  <a:pt x="179" y="112"/>
                </a:lnTo>
                <a:lnTo>
                  <a:pt x="179" y="111"/>
                </a:lnTo>
                <a:lnTo>
                  <a:pt x="180" y="111"/>
                </a:lnTo>
                <a:lnTo>
                  <a:pt x="180" y="110"/>
                </a:lnTo>
                <a:lnTo>
                  <a:pt x="181" y="109"/>
                </a:lnTo>
                <a:lnTo>
                  <a:pt x="182" y="109"/>
                </a:lnTo>
                <a:lnTo>
                  <a:pt x="182" y="107"/>
                </a:lnTo>
                <a:lnTo>
                  <a:pt x="183" y="107"/>
                </a:lnTo>
                <a:lnTo>
                  <a:pt x="183" y="106"/>
                </a:lnTo>
                <a:lnTo>
                  <a:pt x="184" y="106"/>
                </a:lnTo>
                <a:lnTo>
                  <a:pt x="185" y="106"/>
                </a:lnTo>
                <a:lnTo>
                  <a:pt x="185" y="107"/>
                </a:lnTo>
                <a:lnTo>
                  <a:pt x="184" y="108"/>
                </a:lnTo>
                <a:lnTo>
                  <a:pt x="185" y="109"/>
                </a:lnTo>
                <a:lnTo>
                  <a:pt x="186" y="109"/>
                </a:lnTo>
                <a:lnTo>
                  <a:pt x="187" y="110"/>
                </a:lnTo>
                <a:lnTo>
                  <a:pt x="188" y="110"/>
                </a:lnTo>
                <a:lnTo>
                  <a:pt x="189" y="110"/>
                </a:lnTo>
                <a:lnTo>
                  <a:pt x="190" y="111"/>
                </a:lnTo>
                <a:lnTo>
                  <a:pt x="191" y="112"/>
                </a:lnTo>
                <a:lnTo>
                  <a:pt x="192" y="111"/>
                </a:lnTo>
                <a:lnTo>
                  <a:pt x="193" y="111"/>
                </a:lnTo>
                <a:lnTo>
                  <a:pt x="193" y="110"/>
                </a:lnTo>
                <a:lnTo>
                  <a:pt x="194" y="110"/>
                </a:lnTo>
                <a:lnTo>
                  <a:pt x="194" y="111"/>
                </a:lnTo>
                <a:lnTo>
                  <a:pt x="195" y="111"/>
                </a:lnTo>
                <a:lnTo>
                  <a:pt x="195" y="112"/>
                </a:lnTo>
                <a:lnTo>
                  <a:pt x="196" y="112"/>
                </a:lnTo>
                <a:lnTo>
                  <a:pt x="198" y="111"/>
                </a:lnTo>
                <a:lnTo>
                  <a:pt x="199" y="110"/>
                </a:lnTo>
                <a:lnTo>
                  <a:pt x="200" y="111"/>
                </a:lnTo>
                <a:lnTo>
                  <a:pt x="201" y="111"/>
                </a:lnTo>
                <a:lnTo>
                  <a:pt x="201" y="112"/>
                </a:lnTo>
                <a:lnTo>
                  <a:pt x="202" y="112"/>
                </a:lnTo>
                <a:lnTo>
                  <a:pt x="204" y="111"/>
                </a:lnTo>
                <a:lnTo>
                  <a:pt x="205" y="112"/>
                </a:lnTo>
                <a:lnTo>
                  <a:pt x="205" y="113"/>
                </a:lnTo>
                <a:lnTo>
                  <a:pt x="204" y="113"/>
                </a:lnTo>
                <a:lnTo>
                  <a:pt x="204" y="114"/>
                </a:lnTo>
                <a:lnTo>
                  <a:pt x="205" y="114"/>
                </a:lnTo>
                <a:lnTo>
                  <a:pt x="206" y="114"/>
                </a:lnTo>
                <a:lnTo>
                  <a:pt x="207" y="115"/>
                </a:lnTo>
                <a:lnTo>
                  <a:pt x="207" y="116"/>
                </a:lnTo>
                <a:lnTo>
                  <a:pt x="207" y="117"/>
                </a:lnTo>
                <a:lnTo>
                  <a:pt x="206" y="117"/>
                </a:lnTo>
                <a:lnTo>
                  <a:pt x="207" y="117"/>
                </a:lnTo>
                <a:lnTo>
                  <a:pt x="208" y="117"/>
                </a:lnTo>
                <a:lnTo>
                  <a:pt x="210" y="118"/>
                </a:lnTo>
                <a:lnTo>
                  <a:pt x="211" y="118"/>
                </a:lnTo>
                <a:lnTo>
                  <a:pt x="213" y="118"/>
                </a:lnTo>
                <a:lnTo>
                  <a:pt x="214" y="118"/>
                </a:lnTo>
                <a:lnTo>
                  <a:pt x="216" y="117"/>
                </a:lnTo>
                <a:lnTo>
                  <a:pt x="219" y="117"/>
                </a:lnTo>
                <a:lnTo>
                  <a:pt x="220" y="117"/>
                </a:lnTo>
                <a:lnTo>
                  <a:pt x="222" y="117"/>
                </a:lnTo>
                <a:lnTo>
                  <a:pt x="223" y="117"/>
                </a:lnTo>
                <a:lnTo>
                  <a:pt x="224" y="118"/>
                </a:lnTo>
                <a:lnTo>
                  <a:pt x="225" y="119"/>
                </a:lnTo>
                <a:lnTo>
                  <a:pt x="227" y="119"/>
                </a:lnTo>
                <a:lnTo>
                  <a:pt x="227" y="118"/>
                </a:lnTo>
                <a:lnTo>
                  <a:pt x="228" y="118"/>
                </a:lnTo>
                <a:lnTo>
                  <a:pt x="229" y="118"/>
                </a:lnTo>
                <a:lnTo>
                  <a:pt x="229" y="119"/>
                </a:lnTo>
                <a:lnTo>
                  <a:pt x="230" y="119"/>
                </a:lnTo>
                <a:lnTo>
                  <a:pt x="230" y="120"/>
                </a:lnTo>
                <a:lnTo>
                  <a:pt x="232" y="120"/>
                </a:lnTo>
                <a:lnTo>
                  <a:pt x="234" y="120"/>
                </a:lnTo>
                <a:lnTo>
                  <a:pt x="236" y="120"/>
                </a:lnTo>
                <a:lnTo>
                  <a:pt x="237" y="120"/>
                </a:lnTo>
                <a:lnTo>
                  <a:pt x="236" y="118"/>
                </a:lnTo>
                <a:lnTo>
                  <a:pt x="235" y="118"/>
                </a:lnTo>
                <a:lnTo>
                  <a:pt x="236" y="118"/>
                </a:lnTo>
                <a:lnTo>
                  <a:pt x="237" y="118"/>
                </a:lnTo>
                <a:lnTo>
                  <a:pt x="238" y="117"/>
                </a:lnTo>
                <a:lnTo>
                  <a:pt x="238" y="116"/>
                </a:lnTo>
                <a:lnTo>
                  <a:pt x="238" y="115"/>
                </a:lnTo>
                <a:lnTo>
                  <a:pt x="239" y="114"/>
                </a:lnTo>
                <a:lnTo>
                  <a:pt x="238" y="114"/>
                </a:lnTo>
                <a:lnTo>
                  <a:pt x="238" y="113"/>
                </a:lnTo>
                <a:lnTo>
                  <a:pt x="239" y="111"/>
                </a:lnTo>
                <a:lnTo>
                  <a:pt x="240" y="111"/>
                </a:lnTo>
                <a:lnTo>
                  <a:pt x="241" y="111"/>
                </a:lnTo>
                <a:lnTo>
                  <a:pt x="242" y="111"/>
                </a:lnTo>
                <a:lnTo>
                  <a:pt x="243" y="110"/>
                </a:lnTo>
                <a:lnTo>
                  <a:pt x="244" y="110"/>
                </a:lnTo>
                <a:lnTo>
                  <a:pt x="244" y="111"/>
                </a:lnTo>
                <a:lnTo>
                  <a:pt x="244" y="112"/>
                </a:lnTo>
                <a:lnTo>
                  <a:pt x="244" y="113"/>
                </a:lnTo>
                <a:lnTo>
                  <a:pt x="245" y="113"/>
                </a:lnTo>
                <a:lnTo>
                  <a:pt x="245" y="112"/>
                </a:lnTo>
                <a:lnTo>
                  <a:pt x="246" y="112"/>
                </a:lnTo>
                <a:lnTo>
                  <a:pt x="246" y="113"/>
                </a:lnTo>
                <a:lnTo>
                  <a:pt x="246" y="114"/>
                </a:lnTo>
                <a:lnTo>
                  <a:pt x="247" y="114"/>
                </a:lnTo>
                <a:lnTo>
                  <a:pt x="249" y="115"/>
                </a:lnTo>
                <a:lnTo>
                  <a:pt x="251" y="114"/>
                </a:lnTo>
                <a:lnTo>
                  <a:pt x="252" y="114"/>
                </a:lnTo>
                <a:lnTo>
                  <a:pt x="253" y="114"/>
                </a:lnTo>
                <a:lnTo>
                  <a:pt x="253" y="115"/>
                </a:lnTo>
                <a:lnTo>
                  <a:pt x="253" y="116"/>
                </a:lnTo>
                <a:lnTo>
                  <a:pt x="253" y="117"/>
                </a:lnTo>
                <a:lnTo>
                  <a:pt x="254" y="119"/>
                </a:lnTo>
                <a:lnTo>
                  <a:pt x="255" y="119"/>
                </a:lnTo>
                <a:lnTo>
                  <a:pt x="256" y="118"/>
                </a:lnTo>
                <a:lnTo>
                  <a:pt x="257" y="118"/>
                </a:lnTo>
                <a:lnTo>
                  <a:pt x="258" y="118"/>
                </a:lnTo>
                <a:lnTo>
                  <a:pt x="258" y="119"/>
                </a:lnTo>
                <a:lnTo>
                  <a:pt x="259" y="119"/>
                </a:lnTo>
                <a:lnTo>
                  <a:pt x="259" y="118"/>
                </a:lnTo>
                <a:lnTo>
                  <a:pt x="259" y="117"/>
                </a:lnTo>
                <a:lnTo>
                  <a:pt x="260" y="116"/>
                </a:lnTo>
                <a:lnTo>
                  <a:pt x="262" y="117"/>
                </a:lnTo>
                <a:lnTo>
                  <a:pt x="263" y="117"/>
                </a:lnTo>
                <a:lnTo>
                  <a:pt x="264" y="117"/>
                </a:lnTo>
                <a:lnTo>
                  <a:pt x="265" y="117"/>
                </a:lnTo>
                <a:lnTo>
                  <a:pt x="265" y="116"/>
                </a:lnTo>
                <a:lnTo>
                  <a:pt x="266" y="116"/>
                </a:lnTo>
                <a:lnTo>
                  <a:pt x="266" y="117"/>
                </a:lnTo>
                <a:lnTo>
                  <a:pt x="267" y="117"/>
                </a:lnTo>
                <a:lnTo>
                  <a:pt x="267" y="116"/>
                </a:lnTo>
                <a:lnTo>
                  <a:pt x="268" y="116"/>
                </a:lnTo>
                <a:lnTo>
                  <a:pt x="269" y="117"/>
                </a:lnTo>
                <a:lnTo>
                  <a:pt x="270" y="117"/>
                </a:lnTo>
                <a:lnTo>
                  <a:pt x="271" y="117"/>
                </a:lnTo>
                <a:lnTo>
                  <a:pt x="272" y="117"/>
                </a:lnTo>
                <a:lnTo>
                  <a:pt x="272" y="118"/>
                </a:lnTo>
                <a:lnTo>
                  <a:pt x="273" y="118"/>
                </a:lnTo>
                <a:lnTo>
                  <a:pt x="275" y="118"/>
                </a:lnTo>
                <a:lnTo>
                  <a:pt x="275" y="119"/>
                </a:lnTo>
                <a:lnTo>
                  <a:pt x="275" y="120"/>
                </a:lnTo>
                <a:lnTo>
                  <a:pt x="277" y="120"/>
                </a:lnTo>
                <a:lnTo>
                  <a:pt x="279" y="122"/>
                </a:lnTo>
                <a:lnTo>
                  <a:pt x="280" y="122"/>
                </a:lnTo>
                <a:lnTo>
                  <a:pt x="281" y="122"/>
                </a:lnTo>
                <a:lnTo>
                  <a:pt x="281" y="123"/>
                </a:lnTo>
                <a:lnTo>
                  <a:pt x="281" y="124"/>
                </a:lnTo>
                <a:lnTo>
                  <a:pt x="281" y="125"/>
                </a:lnTo>
                <a:lnTo>
                  <a:pt x="281" y="126"/>
                </a:lnTo>
                <a:lnTo>
                  <a:pt x="281" y="127"/>
                </a:lnTo>
                <a:lnTo>
                  <a:pt x="282" y="127"/>
                </a:lnTo>
                <a:lnTo>
                  <a:pt x="282" y="128"/>
                </a:lnTo>
                <a:lnTo>
                  <a:pt x="283" y="128"/>
                </a:lnTo>
                <a:lnTo>
                  <a:pt x="285" y="127"/>
                </a:lnTo>
                <a:lnTo>
                  <a:pt x="286" y="127"/>
                </a:lnTo>
                <a:lnTo>
                  <a:pt x="286" y="128"/>
                </a:lnTo>
                <a:lnTo>
                  <a:pt x="287" y="128"/>
                </a:lnTo>
                <a:lnTo>
                  <a:pt x="288" y="128"/>
                </a:lnTo>
                <a:lnTo>
                  <a:pt x="289" y="128"/>
                </a:lnTo>
                <a:lnTo>
                  <a:pt x="291" y="128"/>
                </a:lnTo>
                <a:lnTo>
                  <a:pt x="292" y="128"/>
                </a:lnTo>
                <a:lnTo>
                  <a:pt x="293" y="128"/>
                </a:lnTo>
                <a:lnTo>
                  <a:pt x="295" y="128"/>
                </a:lnTo>
                <a:lnTo>
                  <a:pt x="297" y="128"/>
                </a:lnTo>
                <a:lnTo>
                  <a:pt x="298" y="128"/>
                </a:lnTo>
                <a:lnTo>
                  <a:pt x="299" y="127"/>
                </a:lnTo>
                <a:lnTo>
                  <a:pt x="300" y="126"/>
                </a:lnTo>
                <a:lnTo>
                  <a:pt x="301" y="126"/>
                </a:lnTo>
                <a:lnTo>
                  <a:pt x="301" y="125"/>
                </a:lnTo>
                <a:lnTo>
                  <a:pt x="302" y="125"/>
                </a:lnTo>
                <a:lnTo>
                  <a:pt x="303" y="125"/>
                </a:lnTo>
                <a:lnTo>
                  <a:pt x="304" y="125"/>
                </a:lnTo>
                <a:lnTo>
                  <a:pt x="305" y="125"/>
                </a:lnTo>
                <a:lnTo>
                  <a:pt x="307" y="124"/>
                </a:lnTo>
                <a:lnTo>
                  <a:pt x="308" y="124"/>
                </a:lnTo>
                <a:lnTo>
                  <a:pt x="309" y="124"/>
                </a:lnTo>
                <a:lnTo>
                  <a:pt x="310" y="125"/>
                </a:lnTo>
                <a:lnTo>
                  <a:pt x="311" y="125"/>
                </a:lnTo>
                <a:lnTo>
                  <a:pt x="313" y="125"/>
                </a:lnTo>
                <a:lnTo>
                  <a:pt x="314" y="125"/>
                </a:lnTo>
                <a:lnTo>
                  <a:pt x="315" y="125"/>
                </a:lnTo>
                <a:lnTo>
                  <a:pt x="317" y="124"/>
                </a:lnTo>
                <a:lnTo>
                  <a:pt x="318" y="124"/>
                </a:lnTo>
                <a:lnTo>
                  <a:pt x="319" y="124"/>
                </a:lnTo>
                <a:lnTo>
                  <a:pt x="320" y="124"/>
                </a:lnTo>
                <a:lnTo>
                  <a:pt x="320" y="123"/>
                </a:lnTo>
                <a:lnTo>
                  <a:pt x="321" y="123"/>
                </a:lnTo>
                <a:lnTo>
                  <a:pt x="321" y="122"/>
                </a:lnTo>
                <a:lnTo>
                  <a:pt x="321" y="121"/>
                </a:lnTo>
                <a:lnTo>
                  <a:pt x="322" y="121"/>
                </a:lnTo>
                <a:lnTo>
                  <a:pt x="322" y="120"/>
                </a:lnTo>
                <a:lnTo>
                  <a:pt x="323" y="120"/>
                </a:lnTo>
                <a:lnTo>
                  <a:pt x="324" y="120"/>
                </a:lnTo>
                <a:lnTo>
                  <a:pt x="325" y="121"/>
                </a:lnTo>
                <a:lnTo>
                  <a:pt x="327" y="120"/>
                </a:lnTo>
                <a:lnTo>
                  <a:pt x="328" y="120"/>
                </a:lnTo>
                <a:lnTo>
                  <a:pt x="328" y="119"/>
                </a:lnTo>
                <a:lnTo>
                  <a:pt x="329" y="118"/>
                </a:lnTo>
                <a:lnTo>
                  <a:pt x="330" y="118"/>
                </a:lnTo>
                <a:lnTo>
                  <a:pt x="330" y="117"/>
                </a:lnTo>
                <a:lnTo>
                  <a:pt x="331" y="116"/>
                </a:lnTo>
                <a:lnTo>
                  <a:pt x="331" y="115"/>
                </a:lnTo>
                <a:lnTo>
                  <a:pt x="330" y="114"/>
                </a:lnTo>
                <a:lnTo>
                  <a:pt x="330" y="113"/>
                </a:lnTo>
                <a:lnTo>
                  <a:pt x="329" y="110"/>
                </a:lnTo>
                <a:lnTo>
                  <a:pt x="329" y="109"/>
                </a:lnTo>
                <a:lnTo>
                  <a:pt x="329" y="108"/>
                </a:lnTo>
                <a:lnTo>
                  <a:pt x="329" y="106"/>
                </a:lnTo>
                <a:lnTo>
                  <a:pt x="329" y="105"/>
                </a:lnTo>
                <a:lnTo>
                  <a:pt x="330" y="106"/>
                </a:lnTo>
                <a:lnTo>
                  <a:pt x="331" y="106"/>
                </a:lnTo>
                <a:lnTo>
                  <a:pt x="333" y="106"/>
                </a:lnTo>
                <a:lnTo>
                  <a:pt x="334" y="105"/>
                </a:lnTo>
                <a:lnTo>
                  <a:pt x="334" y="104"/>
                </a:lnTo>
                <a:lnTo>
                  <a:pt x="335" y="104"/>
                </a:lnTo>
                <a:lnTo>
                  <a:pt x="336" y="103"/>
                </a:lnTo>
                <a:lnTo>
                  <a:pt x="338" y="103"/>
                </a:lnTo>
                <a:lnTo>
                  <a:pt x="339" y="103"/>
                </a:lnTo>
                <a:lnTo>
                  <a:pt x="339" y="102"/>
                </a:lnTo>
                <a:lnTo>
                  <a:pt x="340" y="102"/>
                </a:lnTo>
                <a:lnTo>
                  <a:pt x="340" y="101"/>
                </a:lnTo>
                <a:lnTo>
                  <a:pt x="341" y="101"/>
                </a:lnTo>
                <a:lnTo>
                  <a:pt x="341" y="102"/>
                </a:lnTo>
                <a:lnTo>
                  <a:pt x="342" y="102"/>
                </a:lnTo>
                <a:lnTo>
                  <a:pt x="343" y="102"/>
                </a:lnTo>
                <a:lnTo>
                  <a:pt x="343" y="100"/>
                </a:lnTo>
                <a:lnTo>
                  <a:pt x="343" y="99"/>
                </a:lnTo>
                <a:lnTo>
                  <a:pt x="344" y="99"/>
                </a:lnTo>
                <a:lnTo>
                  <a:pt x="345" y="99"/>
                </a:lnTo>
                <a:lnTo>
                  <a:pt x="346" y="99"/>
                </a:lnTo>
                <a:lnTo>
                  <a:pt x="348" y="99"/>
                </a:lnTo>
                <a:lnTo>
                  <a:pt x="348" y="98"/>
                </a:lnTo>
                <a:lnTo>
                  <a:pt x="349" y="98"/>
                </a:lnTo>
                <a:lnTo>
                  <a:pt x="349" y="97"/>
                </a:lnTo>
                <a:lnTo>
                  <a:pt x="350" y="96"/>
                </a:lnTo>
                <a:lnTo>
                  <a:pt x="350" y="95"/>
                </a:lnTo>
                <a:lnTo>
                  <a:pt x="351" y="95"/>
                </a:lnTo>
                <a:lnTo>
                  <a:pt x="351" y="96"/>
                </a:lnTo>
                <a:lnTo>
                  <a:pt x="351" y="97"/>
                </a:lnTo>
                <a:lnTo>
                  <a:pt x="352" y="97"/>
                </a:lnTo>
                <a:lnTo>
                  <a:pt x="354" y="97"/>
                </a:lnTo>
                <a:lnTo>
                  <a:pt x="354" y="96"/>
                </a:lnTo>
                <a:lnTo>
                  <a:pt x="355" y="96"/>
                </a:lnTo>
                <a:lnTo>
                  <a:pt x="355" y="95"/>
                </a:lnTo>
                <a:lnTo>
                  <a:pt x="356" y="95"/>
                </a:lnTo>
                <a:lnTo>
                  <a:pt x="357" y="93"/>
                </a:lnTo>
                <a:lnTo>
                  <a:pt x="356" y="93"/>
                </a:lnTo>
                <a:lnTo>
                  <a:pt x="356" y="91"/>
                </a:lnTo>
                <a:lnTo>
                  <a:pt x="357" y="91"/>
                </a:lnTo>
                <a:lnTo>
                  <a:pt x="358" y="90"/>
                </a:lnTo>
                <a:lnTo>
                  <a:pt x="358" y="89"/>
                </a:lnTo>
                <a:lnTo>
                  <a:pt x="357" y="87"/>
                </a:lnTo>
                <a:lnTo>
                  <a:pt x="356" y="87"/>
                </a:lnTo>
                <a:lnTo>
                  <a:pt x="356" y="85"/>
                </a:lnTo>
                <a:lnTo>
                  <a:pt x="358" y="85"/>
                </a:lnTo>
                <a:lnTo>
                  <a:pt x="359" y="85"/>
                </a:lnTo>
                <a:lnTo>
                  <a:pt x="362" y="85"/>
                </a:lnTo>
                <a:lnTo>
                  <a:pt x="362" y="84"/>
                </a:lnTo>
                <a:lnTo>
                  <a:pt x="363" y="84"/>
                </a:lnTo>
                <a:lnTo>
                  <a:pt x="363" y="82"/>
                </a:lnTo>
                <a:lnTo>
                  <a:pt x="362" y="82"/>
                </a:lnTo>
                <a:lnTo>
                  <a:pt x="363" y="81"/>
                </a:lnTo>
                <a:lnTo>
                  <a:pt x="363" y="80"/>
                </a:lnTo>
                <a:lnTo>
                  <a:pt x="363" y="79"/>
                </a:lnTo>
                <a:lnTo>
                  <a:pt x="365" y="79"/>
                </a:lnTo>
                <a:lnTo>
                  <a:pt x="367" y="79"/>
                </a:lnTo>
                <a:lnTo>
                  <a:pt x="368" y="79"/>
                </a:lnTo>
                <a:lnTo>
                  <a:pt x="369" y="79"/>
                </a:lnTo>
                <a:lnTo>
                  <a:pt x="371" y="80"/>
                </a:lnTo>
                <a:lnTo>
                  <a:pt x="372" y="80"/>
                </a:lnTo>
                <a:lnTo>
                  <a:pt x="372" y="81"/>
                </a:lnTo>
                <a:lnTo>
                  <a:pt x="373" y="81"/>
                </a:lnTo>
                <a:lnTo>
                  <a:pt x="374" y="80"/>
                </a:lnTo>
                <a:lnTo>
                  <a:pt x="375" y="80"/>
                </a:lnTo>
                <a:lnTo>
                  <a:pt x="375" y="79"/>
                </a:lnTo>
                <a:lnTo>
                  <a:pt x="376" y="80"/>
                </a:lnTo>
                <a:lnTo>
                  <a:pt x="377" y="80"/>
                </a:lnTo>
                <a:lnTo>
                  <a:pt x="378" y="81"/>
                </a:lnTo>
                <a:lnTo>
                  <a:pt x="379" y="81"/>
                </a:lnTo>
                <a:lnTo>
                  <a:pt x="381" y="81"/>
                </a:lnTo>
                <a:lnTo>
                  <a:pt x="382" y="81"/>
                </a:lnTo>
                <a:lnTo>
                  <a:pt x="383" y="81"/>
                </a:lnTo>
                <a:lnTo>
                  <a:pt x="383" y="82"/>
                </a:lnTo>
                <a:lnTo>
                  <a:pt x="384" y="82"/>
                </a:lnTo>
                <a:lnTo>
                  <a:pt x="385" y="82"/>
                </a:lnTo>
                <a:lnTo>
                  <a:pt x="385" y="83"/>
                </a:lnTo>
                <a:lnTo>
                  <a:pt x="387" y="84"/>
                </a:lnTo>
                <a:lnTo>
                  <a:pt x="387" y="83"/>
                </a:lnTo>
                <a:lnTo>
                  <a:pt x="388" y="84"/>
                </a:lnTo>
                <a:lnTo>
                  <a:pt x="389" y="84"/>
                </a:lnTo>
                <a:lnTo>
                  <a:pt x="389" y="85"/>
                </a:lnTo>
                <a:lnTo>
                  <a:pt x="390" y="85"/>
                </a:lnTo>
                <a:lnTo>
                  <a:pt x="391" y="86"/>
                </a:lnTo>
                <a:lnTo>
                  <a:pt x="391" y="87"/>
                </a:lnTo>
                <a:lnTo>
                  <a:pt x="392" y="87"/>
                </a:lnTo>
                <a:lnTo>
                  <a:pt x="393" y="87"/>
                </a:lnTo>
                <a:lnTo>
                  <a:pt x="393" y="86"/>
                </a:lnTo>
                <a:lnTo>
                  <a:pt x="394" y="85"/>
                </a:lnTo>
                <a:lnTo>
                  <a:pt x="395" y="85"/>
                </a:lnTo>
                <a:lnTo>
                  <a:pt x="396" y="85"/>
                </a:lnTo>
                <a:lnTo>
                  <a:pt x="396" y="84"/>
                </a:lnTo>
                <a:lnTo>
                  <a:pt x="396" y="83"/>
                </a:lnTo>
                <a:lnTo>
                  <a:pt x="397" y="82"/>
                </a:lnTo>
                <a:lnTo>
                  <a:pt x="398" y="81"/>
                </a:lnTo>
                <a:lnTo>
                  <a:pt x="398" y="82"/>
                </a:lnTo>
                <a:lnTo>
                  <a:pt x="399" y="82"/>
                </a:lnTo>
                <a:lnTo>
                  <a:pt x="401" y="83"/>
                </a:lnTo>
                <a:lnTo>
                  <a:pt x="402" y="83"/>
                </a:lnTo>
                <a:lnTo>
                  <a:pt x="404" y="81"/>
                </a:lnTo>
                <a:lnTo>
                  <a:pt x="405" y="81"/>
                </a:lnTo>
                <a:lnTo>
                  <a:pt x="405" y="82"/>
                </a:lnTo>
                <a:lnTo>
                  <a:pt x="406" y="83"/>
                </a:lnTo>
                <a:lnTo>
                  <a:pt x="407" y="83"/>
                </a:lnTo>
                <a:lnTo>
                  <a:pt x="412" y="83"/>
                </a:lnTo>
                <a:lnTo>
                  <a:pt x="413" y="83"/>
                </a:lnTo>
                <a:lnTo>
                  <a:pt x="413" y="84"/>
                </a:lnTo>
                <a:lnTo>
                  <a:pt x="413" y="85"/>
                </a:lnTo>
                <a:lnTo>
                  <a:pt x="412" y="85"/>
                </a:lnTo>
                <a:lnTo>
                  <a:pt x="412" y="86"/>
                </a:lnTo>
                <a:lnTo>
                  <a:pt x="413" y="86"/>
                </a:lnTo>
                <a:lnTo>
                  <a:pt x="413" y="87"/>
                </a:lnTo>
                <a:lnTo>
                  <a:pt x="412" y="87"/>
                </a:lnTo>
                <a:lnTo>
                  <a:pt x="413" y="88"/>
                </a:lnTo>
                <a:lnTo>
                  <a:pt x="414" y="89"/>
                </a:lnTo>
                <a:lnTo>
                  <a:pt x="415" y="90"/>
                </a:lnTo>
                <a:lnTo>
                  <a:pt x="414" y="91"/>
                </a:lnTo>
                <a:lnTo>
                  <a:pt x="415" y="92"/>
                </a:lnTo>
                <a:lnTo>
                  <a:pt x="415" y="93"/>
                </a:lnTo>
                <a:lnTo>
                  <a:pt x="414" y="93"/>
                </a:lnTo>
                <a:lnTo>
                  <a:pt x="414" y="94"/>
                </a:lnTo>
                <a:lnTo>
                  <a:pt x="415" y="95"/>
                </a:lnTo>
                <a:lnTo>
                  <a:pt x="415" y="96"/>
                </a:lnTo>
                <a:lnTo>
                  <a:pt x="414" y="96"/>
                </a:lnTo>
                <a:lnTo>
                  <a:pt x="414" y="97"/>
                </a:lnTo>
                <a:lnTo>
                  <a:pt x="415" y="98"/>
                </a:lnTo>
                <a:lnTo>
                  <a:pt x="415" y="99"/>
                </a:lnTo>
                <a:lnTo>
                  <a:pt x="415" y="100"/>
                </a:lnTo>
                <a:lnTo>
                  <a:pt x="416" y="101"/>
                </a:lnTo>
                <a:lnTo>
                  <a:pt x="416" y="102"/>
                </a:lnTo>
                <a:lnTo>
                  <a:pt x="417" y="103"/>
                </a:lnTo>
                <a:lnTo>
                  <a:pt x="419" y="103"/>
                </a:lnTo>
                <a:lnTo>
                  <a:pt x="420" y="103"/>
                </a:lnTo>
                <a:lnTo>
                  <a:pt x="421" y="103"/>
                </a:lnTo>
                <a:lnTo>
                  <a:pt x="422" y="105"/>
                </a:lnTo>
                <a:lnTo>
                  <a:pt x="423" y="106"/>
                </a:lnTo>
                <a:lnTo>
                  <a:pt x="423" y="107"/>
                </a:lnTo>
                <a:lnTo>
                  <a:pt x="423" y="108"/>
                </a:lnTo>
                <a:lnTo>
                  <a:pt x="424" y="108"/>
                </a:lnTo>
                <a:lnTo>
                  <a:pt x="425" y="108"/>
                </a:lnTo>
                <a:lnTo>
                  <a:pt x="425" y="109"/>
                </a:lnTo>
                <a:lnTo>
                  <a:pt x="425" y="110"/>
                </a:lnTo>
                <a:lnTo>
                  <a:pt x="426" y="110"/>
                </a:lnTo>
                <a:lnTo>
                  <a:pt x="427" y="111"/>
                </a:lnTo>
                <a:lnTo>
                  <a:pt x="428" y="111"/>
                </a:lnTo>
                <a:lnTo>
                  <a:pt x="430" y="111"/>
                </a:lnTo>
                <a:lnTo>
                  <a:pt x="431" y="112"/>
                </a:lnTo>
                <a:lnTo>
                  <a:pt x="432" y="112"/>
                </a:lnTo>
                <a:lnTo>
                  <a:pt x="434" y="111"/>
                </a:lnTo>
                <a:lnTo>
                  <a:pt x="435" y="111"/>
                </a:lnTo>
                <a:lnTo>
                  <a:pt x="437" y="110"/>
                </a:lnTo>
                <a:lnTo>
                  <a:pt x="437" y="109"/>
                </a:lnTo>
                <a:lnTo>
                  <a:pt x="438" y="109"/>
                </a:lnTo>
                <a:lnTo>
                  <a:pt x="439" y="110"/>
                </a:lnTo>
                <a:lnTo>
                  <a:pt x="440" y="110"/>
                </a:lnTo>
                <a:lnTo>
                  <a:pt x="441" y="110"/>
                </a:lnTo>
                <a:lnTo>
                  <a:pt x="442" y="110"/>
                </a:lnTo>
                <a:lnTo>
                  <a:pt x="442" y="111"/>
                </a:lnTo>
                <a:lnTo>
                  <a:pt x="443" y="111"/>
                </a:lnTo>
                <a:lnTo>
                  <a:pt x="445" y="112"/>
                </a:lnTo>
                <a:lnTo>
                  <a:pt x="445" y="111"/>
                </a:lnTo>
                <a:lnTo>
                  <a:pt x="446" y="111"/>
                </a:lnTo>
                <a:lnTo>
                  <a:pt x="448" y="111"/>
                </a:lnTo>
                <a:lnTo>
                  <a:pt x="449" y="111"/>
                </a:lnTo>
                <a:lnTo>
                  <a:pt x="449" y="112"/>
                </a:lnTo>
                <a:lnTo>
                  <a:pt x="449" y="113"/>
                </a:lnTo>
                <a:lnTo>
                  <a:pt x="450" y="114"/>
                </a:lnTo>
                <a:lnTo>
                  <a:pt x="450" y="113"/>
                </a:lnTo>
                <a:lnTo>
                  <a:pt x="452" y="113"/>
                </a:lnTo>
                <a:lnTo>
                  <a:pt x="453" y="113"/>
                </a:lnTo>
                <a:lnTo>
                  <a:pt x="454" y="113"/>
                </a:lnTo>
                <a:lnTo>
                  <a:pt x="455" y="113"/>
                </a:lnTo>
                <a:lnTo>
                  <a:pt x="456" y="113"/>
                </a:lnTo>
                <a:lnTo>
                  <a:pt x="457" y="113"/>
                </a:lnTo>
                <a:lnTo>
                  <a:pt x="457" y="114"/>
                </a:lnTo>
                <a:lnTo>
                  <a:pt x="458" y="114"/>
                </a:lnTo>
                <a:lnTo>
                  <a:pt x="459" y="114"/>
                </a:lnTo>
                <a:lnTo>
                  <a:pt x="460" y="114"/>
                </a:lnTo>
                <a:lnTo>
                  <a:pt x="460" y="115"/>
                </a:lnTo>
                <a:lnTo>
                  <a:pt x="461" y="115"/>
                </a:lnTo>
                <a:lnTo>
                  <a:pt x="462" y="115"/>
                </a:lnTo>
                <a:lnTo>
                  <a:pt x="463" y="114"/>
                </a:lnTo>
                <a:lnTo>
                  <a:pt x="464" y="114"/>
                </a:lnTo>
                <a:lnTo>
                  <a:pt x="465" y="115"/>
                </a:lnTo>
                <a:lnTo>
                  <a:pt x="465" y="116"/>
                </a:lnTo>
                <a:lnTo>
                  <a:pt x="464" y="116"/>
                </a:lnTo>
                <a:lnTo>
                  <a:pt x="464" y="117"/>
                </a:lnTo>
                <a:lnTo>
                  <a:pt x="465" y="117"/>
                </a:lnTo>
                <a:lnTo>
                  <a:pt x="465" y="116"/>
                </a:lnTo>
                <a:lnTo>
                  <a:pt x="466" y="116"/>
                </a:lnTo>
                <a:lnTo>
                  <a:pt x="468" y="116"/>
                </a:lnTo>
                <a:lnTo>
                  <a:pt x="471" y="116"/>
                </a:lnTo>
                <a:lnTo>
                  <a:pt x="471" y="117"/>
                </a:lnTo>
                <a:lnTo>
                  <a:pt x="471" y="118"/>
                </a:lnTo>
                <a:lnTo>
                  <a:pt x="472" y="118"/>
                </a:lnTo>
                <a:lnTo>
                  <a:pt x="473" y="117"/>
                </a:lnTo>
                <a:lnTo>
                  <a:pt x="474" y="117"/>
                </a:lnTo>
                <a:lnTo>
                  <a:pt x="476" y="116"/>
                </a:lnTo>
                <a:lnTo>
                  <a:pt x="478" y="115"/>
                </a:lnTo>
                <a:lnTo>
                  <a:pt x="479" y="115"/>
                </a:lnTo>
                <a:lnTo>
                  <a:pt x="482" y="114"/>
                </a:lnTo>
                <a:lnTo>
                  <a:pt x="483" y="114"/>
                </a:lnTo>
                <a:lnTo>
                  <a:pt x="484" y="115"/>
                </a:lnTo>
                <a:lnTo>
                  <a:pt x="486" y="115"/>
                </a:lnTo>
                <a:lnTo>
                  <a:pt x="486" y="114"/>
                </a:lnTo>
                <a:lnTo>
                  <a:pt x="487" y="114"/>
                </a:lnTo>
                <a:lnTo>
                  <a:pt x="487" y="115"/>
                </a:lnTo>
                <a:lnTo>
                  <a:pt x="488" y="116"/>
                </a:lnTo>
                <a:lnTo>
                  <a:pt x="489" y="116"/>
                </a:lnTo>
                <a:lnTo>
                  <a:pt x="490" y="115"/>
                </a:lnTo>
                <a:lnTo>
                  <a:pt x="492" y="115"/>
                </a:lnTo>
                <a:lnTo>
                  <a:pt x="493" y="115"/>
                </a:lnTo>
                <a:lnTo>
                  <a:pt x="495" y="115"/>
                </a:lnTo>
                <a:lnTo>
                  <a:pt x="496" y="114"/>
                </a:lnTo>
                <a:lnTo>
                  <a:pt x="496" y="113"/>
                </a:lnTo>
                <a:lnTo>
                  <a:pt x="497" y="113"/>
                </a:lnTo>
                <a:lnTo>
                  <a:pt x="496" y="113"/>
                </a:lnTo>
                <a:lnTo>
                  <a:pt x="496" y="112"/>
                </a:lnTo>
                <a:lnTo>
                  <a:pt x="497" y="112"/>
                </a:lnTo>
                <a:lnTo>
                  <a:pt x="498" y="111"/>
                </a:lnTo>
                <a:lnTo>
                  <a:pt x="498" y="110"/>
                </a:lnTo>
                <a:lnTo>
                  <a:pt x="499" y="110"/>
                </a:lnTo>
                <a:lnTo>
                  <a:pt x="500" y="110"/>
                </a:lnTo>
                <a:lnTo>
                  <a:pt x="501" y="110"/>
                </a:lnTo>
                <a:lnTo>
                  <a:pt x="502" y="110"/>
                </a:lnTo>
                <a:lnTo>
                  <a:pt x="503" y="110"/>
                </a:lnTo>
                <a:lnTo>
                  <a:pt x="506" y="109"/>
                </a:lnTo>
                <a:lnTo>
                  <a:pt x="507" y="109"/>
                </a:lnTo>
                <a:lnTo>
                  <a:pt x="507" y="110"/>
                </a:lnTo>
                <a:lnTo>
                  <a:pt x="508" y="110"/>
                </a:lnTo>
                <a:lnTo>
                  <a:pt x="509" y="110"/>
                </a:lnTo>
                <a:lnTo>
                  <a:pt x="510" y="110"/>
                </a:lnTo>
                <a:lnTo>
                  <a:pt x="511" y="109"/>
                </a:lnTo>
                <a:lnTo>
                  <a:pt x="511" y="110"/>
                </a:lnTo>
                <a:lnTo>
                  <a:pt x="512" y="110"/>
                </a:lnTo>
                <a:lnTo>
                  <a:pt x="513" y="110"/>
                </a:lnTo>
                <a:lnTo>
                  <a:pt x="513" y="111"/>
                </a:lnTo>
                <a:lnTo>
                  <a:pt x="513" y="112"/>
                </a:lnTo>
                <a:lnTo>
                  <a:pt x="514" y="112"/>
                </a:lnTo>
                <a:lnTo>
                  <a:pt x="514" y="113"/>
                </a:lnTo>
                <a:lnTo>
                  <a:pt x="515" y="114"/>
                </a:lnTo>
                <a:lnTo>
                  <a:pt x="515" y="115"/>
                </a:lnTo>
                <a:lnTo>
                  <a:pt x="516" y="114"/>
                </a:lnTo>
                <a:lnTo>
                  <a:pt x="517" y="114"/>
                </a:lnTo>
                <a:lnTo>
                  <a:pt x="518" y="114"/>
                </a:lnTo>
                <a:lnTo>
                  <a:pt x="519" y="113"/>
                </a:lnTo>
                <a:lnTo>
                  <a:pt x="519" y="114"/>
                </a:lnTo>
                <a:lnTo>
                  <a:pt x="521" y="115"/>
                </a:lnTo>
                <a:lnTo>
                  <a:pt x="522" y="115"/>
                </a:lnTo>
                <a:lnTo>
                  <a:pt x="523" y="115"/>
                </a:lnTo>
                <a:lnTo>
                  <a:pt x="524" y="114"/>
                </a:lnTo>
                <a:lnTo>
                  <a:pt x="524" y="113"/>
                </a:lnTo>
                <a:lnTo>
                  <a:pt x="525" y="113"/>
                </a:lnTo>
                <a:lnTo>
                  <a:pt x="526" y="112"/>
                </a:lnTo>
                <a:lnTo>
                  <a:pt x="527" y="112"/>
                </a:lnTo>
                <a:lnTo>
                  <a:pt x="527" y="111"/>
                </a:lnTo>
                <a:lnTo>
                  <a:pt x="528" y="111"/>
                </a:lnTo>
                <a:lnTo>
                  <a:pt x="528" y="112"/>
                </a:lnTo>
                <a:lnTo>
                  <a:pt x="528" y="111"/>
                </a:lnTo>
                <a:lnTo>
                  <a:pt x="529" y="111"/>
                </a:lnTo>
                <a:lnTo>
                  <a:pt x="531" y="110"/>
                </a:lnTo>
                <a:lnTo>
                  <a:pt x="532" y="110"/>
                </a:lnTo>
                <a:lnTo>
                  <a:pt x="533" y="110"/>
                </a:lnTo>
                <a:lnTo>
                  <a:pt x="534" y="110"/>
                </a:lnTo>
                <a:lnTo>
                  <a:pt x="535" y="110"/>
                </a:lnTo>
                <a:lnTo>
                  <a:pt x="536" y="110"/>
                </a:lnTo>
                <a:lnTo>
                  <a:pt x="537" y="109"/>
                </a:lnTo>
                <a:lnTo>
                  <a:pt x="538" y="108"/>
                </a:lnTo>
                <a:lnTo>
                  <a:pt x="539" y="107"/>
                </a:lnTo>
                <a:lnTo>
                  <a:pt x="540" y="107"/>
                </a:lnTo>
                <a:lnTo>
                  <a:pt x="541" y="107"/>
                </a:lnTo>
                <a:lnTo>
                  <a:pt x="541" y="106"/>
                </a:lnTo>
                <a:lnTo>
                  <a:pt x="542" y="106"/>
                </a:lnTo>
                <a:lnTo>
                  <a:pt x="543" y="105"/>
                </a:lnTo>
                <a:lnTo>
                  <a:pt x="544" y="105"/>
                </a:lnTo>
                <a:lnTo>
                  <a:pt x="545" y="104"/>
                </a:lnTo>
                <a:lnTo>
                  <a:pt x="546" y="104"/>
                </a:lnTo>
                <a:lnTo>
                  <a:pt x="547" y="103"/>
                </a:lnTo>
                <a:lnTo>
                  <a:pt x="547" y="102"/>
                </a:lnTo>
                <a:lnTo>
                  <a:pt x="548" y="101"/>
                </a:lnTo>
                <a:lnTo>
                  <a:pt x="548" y="100"/>
                </a:lnTo>
                <a:lnTo>
                  <a:pt x="549" y="99"/>
                </a:lnTo>
                <a:lnTo>
                  <a:pt x="549" y="98"/>
                </a:lnTo>
                <a:lnTo>
                  <a:pt x="548" y="98"/>
                </a:lnTo>
                <a:lnTo>
                  <a:pt x="547" y="98"/>
                </a:lnTo>
                <a:lnTo>
                  <a:pt x="547" y="97"/>
                </a:lnTo>
                <a:lnTo>
                  <a:pt x="547" y="96"/>
                </a:lnTo>
                <a:lnTo>
                  <a:pt x="547" y="95"/>
                </a:lnTo>
                <a:lnTo>
                  <a:pt x="548" y="95"/>
                </a:lnTo>
                <a:lnTo>
                  <a:pt x="549" y="95"/>
                </a:lnTo>
                <a:lnTo>
                  <a:pt x="550" y="95"/>
                </a:lnTo>
                <a:lnTo>
                  <a:pt x="550" y="94"/>
                </a:lnTo>
                <a:lnTo>
                  <a:pt x="551" y="94"/>
                </a:lnTo>
                <a:lnTo>
                  <a:pt x="552" y="94"/>
                </a:lnTo>
                <a:lnTo>
                  <a:pt x="553" y="94"/>
                </a:lnTo>
                <a:lnTo>
                  <a:pt x="554" y="94"/>
                </a:lnTo>
                <a:lnTo>
                  <a:pt x="554" y="93"/>
                </a:lnTo>
                <a:lnTo>
                  <a:pt x="556" y="93"/>
                </a:lnTo>
                <a:lnTo>
                  <a:pt x="556" y="92"/>
                </a:lnTo>
                <a:lnTo>
                  <a:pt x="557" y="92"/>
                </a:lnTo>
                <a:lnTo>
                  <a:pt x="558" y="92"/>
                </a:lnTo>
                <a:lnTo>
                  <a:pt x="561" y="92"/>
                </a:lnTo>
                <a:lnTo>
                  <a:pt x="561" y="91"/>
                </a:lnTo>
                <a:lnTo>
                  <a:pt x="562" y="91"/>
                </a:lnTo>
                <a:lnTo>
                  <a:pt x="563" y="91"/>
                </a:lnTo>
                <a:lnTo>
                  <a:pt x="564" y="91"/>
                </a:lnTo>
                <a:lnTo>
                  <a:pt x="565" y="90"/>
                </a:lnTo>
                <a:lnTo>
                  <a:pt x="566" y="90"/>
                </a:lnTo>
                <a:lnTo>
                  <a:pt x="567" y="90"/>
                </a:lnTo>
                <a:lnTo>
                  <a:pt x="567" y="89"/>
                </a:lnTo>
                <a:lnTo>
                  <a:pt x="568" y="89"/>
                </a:lnTo>
                <a:lnTo>
                  <a:pt x="569" y="89"/>
                </a:lnTo>
                <a:lnTo>
                  <a:pt x="570" y="89"/>
                </a:lnTo>
                <a:lnTo>
                  <a:pt x="572" y="89"/>
                </a:lnTo>
                <a:lnTo>
                  <a:pt x="573" y="89"/>
                </a:lnTo>
                <a:lnTo>
                  <a:pt x="574" y="88"/>
                </a:lnTo>
                <a:lnTo>
                  <a:pt x="575" y="88"/>
                </a:lnTo>
                <a:lnTo>
                  <a:pt x="576" y="87"/>
                </a:lnTo>
                <a:lnTo>
                  <a:pt x="577" y="87"/>
                </a:lnTo>
                <a:lnTo>
                  <a:pt x="577" y="86"/>
                </a:lnTo>
                <a:lnTo>
                  <a:pt x="578" y="86"/>
                </a:lnTo>
                <a:lnTo>
                  <a:pt x="579" y="86"/>
                </a:lnTo>
                <a:lnTo>
                  <a:pt x="580" y="86"/>
                </a:lnTo>
                <a:lnTo>
                  <a:pt x="580" y="85"/>
                </a:lnTo>
                <a:lnTo>
                  <a:pt x="581" y="85"/>
                </a:lnTo>
                <a:lnTo>
                  <a:pt x="582" y="85"/>
                </a:lnTo>
                <a:lnTo>
                  <a:pt x="582" y="84"/>
                </a:lnTo>
                <a:lnTo>
                  <a:pt x="584" y="84"/>
                </a:lnTo>
                <a:lnTo>
                  <a:pt x="584" y="83"/>
                </a:lnTo>
                <a:lnTo>
                  <a:pt x="585" y="82"/>
                </a:lnTo>
                <a:lnTo>
                  <a:pt x="586" y="82"/>
                </a:lnTo>
                <a:lnTo>
                  <a:pt x="587" y="82"/>
                </a:lnTo>
                <a:lnTo>
                  <a:pt x="589" y="81"/>
                </a:lnTo>
                <a:lnTo>
                  <a:pt x="591" y="81"/>
                </a:lnTo>
                <a:lnTo>
                  <a:pt x="592" y="80"/>
                </a:lnTo>
                <a:lnTo>
                  <a:pt x="593" y="80"/>
                </a:lnTo>
                <a:lnTo>
                  <a:pt x="594" y="80"/>
                </a:lnTo>
                <a:lnTo>
                  <a:pt x="594" y="79"/>
                </a:lnTo>
                <a:lnTo>
                  <a:pt x="595" y="78"/>
                </a:lnTo>
                <a:lnTo>
                  <a:pt x="596" y="76"/>
                </a:lnTo>
                <a:lnTo>
                  <a:pt x="597" y="76"/>
                </a:lnTo>
                <a:lnTo>
                  <a:pt x="598" y="76"/>
                </a:lnTo>
                <a:lnTo>
                  <a:pt x="599" y="75"/>
                </a:lnTo>
                <a:lnTo>
                  <a:pt x="600" y="75"/>
                </a:lnTo>
                <a:lnTo>
                  <a:pt x="601" y="75"/>
                </a:lnTo>
                <a:lnTo>
                  <a:pt x="602" y="75"/>
                </a:lnTo>
                <a:lnTo>
                  <a:pt x="603" y="75"/>
                </a:lnTo>
                <a:lnTo>
                  <a:pt x="604" y="75"/>
                </a:lnTo>
                <a:lnTo>
                  <a:pt x="604" y="76"/>
                </a:lnTo>
                <a:lnTo>
                  <a:pt x="605" y="76"/>
                </a:lnTo>
                <a:lnTo>
                  <a:pt x="607" y="76"/>
                </a:lnTo>
                <a:lnTo>
                  <a:pt x="608" y="76"/>
                </a:lnTo>
                <a:lnTo>
                  <a:pt x="609" y="76"/>
                </a:lnTo>
                <a:lnTo>
                  <a:pt x="610" y="76"/>
                </a:lnTo>
                <a:lnTo>
                  <a:pt x="611" y="75"/>
                </a:lnTo>
                <a:lnTo>
                  <a:pt x="612" y="75"/>
                </a:lnTo>
                <a:lnTo>
                  <a:pt x="613" y="75"/>
                </a:lnTo>
                <a:lnTo>
                  <a:pt x="614" y="74"/>
                </a:lnTo>
                <a:lnTo>
                  <a:pt x="615" y="74"/>
                </a:lnTo>
                <a:lnTo>
                  <a:pt x="616" y="74"/>
                </a:lnTo>
                <a:lnTo>
                  <a:pt x="617" y="73"/>
                </a:lnTo>
                <a:lnTo>
                  <a:pt x="616" y="73"/>
                </a:lnTo>
                <a:lnTo>
                  <a:pt x="616" y="72"/>
                </a:lnTo>
                <a:lnTo>
                  <a:pt x="617" y="72"/>
                </a:lnTo>
                <a:lnTo>
                  <a:pt x="618" y="72"/>
                </a:lnTo>
                <a:lnTo>
                  <a:pt x="619" y="72"/>
                </a:lnTo>
                <a:lnTo>
                  <a:pt x="620" y="72"/>
                </a:lnTo>
                <a:lnTo>
                  <a:pt x="620" y="71"/>
                </a:lnTo>
                <a:lnTo>
                  <a:pt x="621" y="71"/>
                </a:lnTo>
                <a:lnTo>
                  <a:pt x="622" y="71"/>
                </a:lnTo>
                <a:lnTo>
                  <a:pt x="622" y="72"/>
                </a:lnTo>
                <a:lnTo>
                  <a:pt x="622" y="73"/>
                </a:lnTo>
                <a:lnTo>
                  <a:pt x="624" y="73"/>
                </a:lnTo>
                <a:lnTo>
                  <a:pt x="625" y="74"/>
                </a:lnTo>
                <a:lnTo>
                  <a:pt x="626" y="74"/>
                </a:lnTo>
                <a:lnTo>
                  <a:pt x="627" y="75"/>
                </a:lnTo>
                <a:lnTo>
                  <a:pt x="628" y="75"/>
                </a:lnTo>
                <a:lnTo>
                  <a:pt x="628" y="76"/>
                </a:lnTo>
                <a:lnTo>
                  <a:pt x="629" y="76"/>
                </a:lnTo>
                <a:lnTo>
                  <a:pt x="629" y="77"/>
                </a:lnTo>
                <a:lnTo>
                  <a:pt x="629" y="78"/>
                </a:lnTo>
                <a:lnTo>
                  <a:pt x="630" y="79"/>
                </a:lnTo>
                <a:lnTo>
                  <a:pt x="630" y="80"/>
                </a:lnTo>
                <a:lnTo>
                  <a:pt x="631" y="80"/>
                </a:lnTo>
                <a:lnTo>
                  <a:pt x="632" y="80"/>
                </a:lnTo>
                <a:lnTo>
                  <a:pt x="632" y="81"/>
                </a:lnTo>
                <a:lnTo>
                  <a:pt x="633" y="81"/>
                </a:lnTo>
                <a:lnTo>
                  <a:pt x="634" y="81"/>
                </a:lnTo>
                <a:lnTo>
                  <a:pt x="635" y="81"/>
                </a:lnTo>
                <a:lnTo>
                  <a:pt x="636" y="81"/>
                </a:lnTo>
                <a:lnTo>
                  <a:pt x="636" y="82"/>
                </a:lnTo>
                <a:lnTo>
                  <a:pt x="637" y="82"/>
                </a:lnTo>
                <a:lnTo>
                  <a:pt x="638" y="82"/>
                </a:lnTo>
                <a:lnTo>
                  <a:pt x="639" y="82"/>
                </a:lnTo>
                <a:lnTo>
                  <a:pt x="640" y="82"/>
                </a:lnTo>
                <a:lnTo>
                  <a:pt x="641" y="82"/>
                </a:lnTo>
                <a:lnTo>
                  <a:pt x="642" y="82"/>
                </a:lnTo>
                <a:lnTo>
                  <a:pt x="643" y="82"/>
                </a:lnTo>
                <a:lnTo>
                  <a:pt x="643" y="83"/>
                </a:lnTo>
                <a:lnTo>
                  <a:pt x="644" y="84"/>
                </a:lnTo>
                <a:lnTo>
                  <a:pt x="645" y="85"/>
                </a:lnTo>
                <a:lnTo>
                  <a:pt x="646" y="85"/>
                </a:lnTo>
                <a:lnTo>
                  <a:pt x="646" y="86"/>
                </a:lnTo>
                <a:lnTo>
                  <a:pt x="647" y="86"/>
                </a:lnTo>
                <a:lnTo>
                  <a:pt x="648" y="86"/>
                </a:lnTo>
                <a:lnTo>
                  <a:pt x="648" y="87"/>
                </a:lnTo>
                <a:lnTo>
                  <a:pt x="648" y="86"/>
                </a:lnTo>
                <a:lnTo>
                  <a:pt x="649" y="86"/>
                </a:lnTo>
                <a:lnTo>
                  <a:pt x="650" y="86"/>
                </a:lnTo>
                <a:lnTo>
                  <a:pt x="651" y="86"/>
                </a:lnTo>
                <a:lnTo>
                  <a:pt x="651" y="85"/>
                </a:lnTo>
                <a:lnTo>
                  <a:pt x="652" y="85"/>
                </a:lnTo>
                <a:lnTo>
                  <a:pt x="652" y="84"/>
                </a:lnTo>
                <a:lnTo>
                  <a:pt x="652" y="83"/>
                </a:lnTo>
                <a:lnTo>
                  <a:pt x="653" y="83"/>
                </a:lnTo>
                <a:lnTo>
                  <a:pt x="653" y="82"/>
                </a:lnTo>
                <a:lnTo>
                  <a:pt x="653" y="81"/>
                </a:lnTo>
                <a:lnTo>
                  <a:pt x="653" y="80"/>
                </a:lnTo>
                <a:lnTo>
                  <a:pt x="654" y="80"/>
                </a:lnTo>
                <a:lnTo>
                  <a:pt x="654" y="79"/>
                </a:lnTo>
                <a:lnTo>
                  <a:pt x="655" y="79"/>
                </a:lnTo>
                <a:lnTo>
                  <a:pt x="655" y="78"/>
                </a:lnTo>
                <a:lnTo>
                  <a:pt x="655" y="77"/>
                </a:lnTo>
                <a:lnTo>
                  <a:pt x="656" y="77"/>
                </a:lnTo>
                <a:lnTo>
                  <a:pt x="657" y="77"/>
                </a:lnTo>
                <a:lnTo>
                  <a:pt x="657" y="76"/>
                </a:lnTo>
                <a:lnTo>
                  <a:pt x="658" y="76"/>
                </a:lnTo>
                <a:lnTo>
                  <a:pt x="659" y="75"/>
                </a:lnTo>
                <a:lnTo>
                  <a:pt x="660" y="75"/>
                </a:lnTo>
                <a:lnTo>
                  <a:pt x="662" y="75"/>
                </a:lnTo>
                <a:lnTo>
                  <a:pt x="663" y="74"/>
                </a:lnTo>
                <a:lnTo>
                  <a:pt x="664" y="74"/>
                </a:lnTo>
                <a:lnTo>
                  <a:pt x="664" y="73"/>
                </a:lnTo>
                <a:lnTo>
                  <a:pt x="665" y="73"/>
                </a:lnTo>
                <a:lnTo>
                  <a:pt x="666" y="73"/>
                </a:lnTo>
                <a:lnTo>
                  <a:pt x="667" y="73"/>
                </a:lnTo>
                <a:lnTo>
                  <a:pt x="668" y="73"/>
                </a:lnTo>
                <a:lnTo>
                  <a:pt x="668" y="72"/>
                </a:lnTo>
                <a:lnTo>
                  <a:pt x="669" y="72"/>
                </a:lnTo>
                <a:lnTo>
                  <a:pt x="670" y="72"/>
                </a:lnTo>
                <a:lnTo>
                  <a:pt x="671" y="73"/>
                </a:lnTo>
                <a:lnTo>
                  <a:pt x="672" y="73"/>
                </a:lnTo>
                <a:lnTo>
                  <a:pt x="673" y="73"/>
                </a:lnTo>
                <a:lnTo>
                  <a:pt x="673" y="72"/>
                </a:lnTo>
                <a:lnTo>
                  <a:pt x="674" y="72"/>
                </a:lnTo>
                <a:lnTo>
                  <a:pt x="675" y="72"/>
                </a:lnTo>
                <a:lnTo>
                  <a:pt x="676" y="72"/>
                </a:lnTo>
                <a:lnTo>
                  <a:pt x="677" y="72"/>
                </a:lnTo>
                <a:lnTo>
                  <a:pt x="678" y="71"/>
                </a:lnTo>
                <a:lnTo>
                  <a:pt x="678" y="72"/>
                </a:lnTo>
                <a:lnTo>
                  <a:pt x="679" y="72"/>
                </a:lnTo>
                <a:lnTo>
                  <a:pt x="680" y="72"/>
                </a:lnTo>
                <a:lnTo>
                  <a:pt x="681" y="72"/>
                </a:lnTo>
                <a:lnTo>
                  <a:pt x="682" y="72"/>
                </a:lnTo>
                <a:lnTo>
                  <a:pt x="683" y="71"/>
                </a:lnTo>
                <a:lnTo>
                  <a:pt x="684" y="71"/>
                </a:lnTo>
                <a:lnTo>
                  <a:pt x="684" y="70"/>
                </a:lnTo>
                <a:lnTo>
                  <a:pt x="685" y="70"/>
                </a:lnTo>
                <a:lnTo>
                  <a:pt x="686" y="69"/>
                </a:lnTo>
                <a:lnTo>
                  <a:pt x="686" y="68"/>
                </a:lnTo>
                <a:lnTo>
                  <a:pt x="687" y="68"/>
                </a:lnTo>
                <a:lnTo>
                  <a:pt x="687" y="67"/>
                </a:lnTo>
                <a:lnTo>
                  <a:pt x="688" y="67"/>
                </a:lnTo>
                <a:lnTo>
                  <a:pt x="689" y="66"/>
                </a:lnTo>
                <a:lnTo>
                  <a:pt x="690" y="65"/>
                </a:lnTo>
                <a:lnTo>
                  <a:pt x="691" y="65"/>
                </a:lnTo>
                <a:lnTo>
                  <a:pt x="691" y="66"/>
                </a:lnTo>
                <a:lnTo>
                  <a:pt x="692" y="65"/>
                </a:lnTo>
                <a:lnTo>
                  <a:pt x="692" y="64"/>
                </a:lnTo>
                <a:lnTo>
                  <a:pt x="693" y="64"/>
                </a:lnTo>
                <a:lnTo>
                  <a:pt x="694" y="64"/>
                </a:lnTo>
                <a:lnTo>
                  <a:pt x="694" y="63"/>
                </a:lnTo>
                <a:lnTo>
                  <a:pt x="694" y="62"/>
                </a:lnTo>
                <a:lnTo>
                  <a:pt x="695" y="61"/>
                </a:lnTo>
                <a:lnTo>
                  <a:pt x="695" y="60"/>
                </a:lnTo>
                <a:lnTo>
                  <a:pt x="695" y="59"/>
                </a:lnTo>
                <a:lnTo>
                  <a:pt x="696" y="58"/>
                </a:lnTo>
                <a:lnTo>
                  <a:pt x="696" y="57"/>
                </a:lnTo>
                <a:lnTo>
                  <a:pt x="697" y="57"/>
                </a:lnTo>
                <a:lnTo>
                  <a:pt x="698" y="56"/>
                </a:lnTo>
                <a:lnTo>
                  <a:pt x="698" y="54"/>
                </a:lnTo>
                <a:lnTo>
                  <a:pt x="698" y="53"/>
                </a:lnTo>
                <a:lnTo>
                  <a:pt x="698" y="52"/>
                </a:lnTo>
                <a:lnTo>
                  <a:pt x="699" y="51"/>
                </a:lnTo>
                <a:lnTo>
                  <a:pt x="699" y="50"/>
                </a:lnTo>
                <a:lnTo>
                  <a:pt x="700" y="50"/>
                </a:lnTo>
                <a:lnTo>
                  <a:pt x="700" y="49"/>
                </a:lnTo>
                <a:lnTo>
                  <a:pt x="701" y="49"/>
                </a:lnTo>
                <a:lnTo>
                  <a:pt x="702" y="49"/>
                </a:lnTo>
                <a:lnTo>
                  <a:pt x="702" y="48"/>
                </a:lnTo>
                <a:lnTo>
                  <a:pt x="703" y="47"/>
                </a:lnTo>
                <a:lnTo>
                  <a:pt x="704" y="47"/>
                </a:lnTo>
                <a:lnTo>
                  <a:pt x="704" y="46"/>
                </a:lnTo>
                <a:lnTo>
                  <a:pt x="705" y="46"/>
                </a:lnTo>
                <a:lnTo>
                  <a:pt x="704" y="46"/>
                </a:lnTo>
                <a:lnTo>
                  <a:pt x="704" y="45"/>
                </a:lnTo>
                <a:lnTo>
                  <a:pt x="705" y="45"/>
                </a:lnTo>
                <a:lnTo>
                  <a:pt x="704" y="44"/>
                </a:lnTo>
                <a:lnTo>
                  <a:pt x="703" y="44"/>
                </a:lnTo>
                <a:lnTo>
                  <a:pt x="703" y="43"/>
                </a:lnTo>
                <a:lnTo>
                  <a:pt x="703" y="42"/>
                </a:lnTo>
                <a:lnTo>
                  <a:pt x="703" y="41"/>
                </a:lnTo>
                <a:lnTo>
                  <a:pt x="703" y="40"/>
                </a:lnTo>
                <a:lnTo>
                  <a:pt x="703" y="39"/>
                </a:lnTo>
                <a:lnTo>
                  <a:pt x="703" y="36"/>
                </a:lnTo>
                <a:lnTo>
                  <a:pt x="704" y="36"/>
                </a:lnTo>
                <a:lnTo>
                  <a:pt x="705" y="36"/>
                </a:lnTo>
                <a:lnTo>
                  <a:pt x="706" y="36"/>
                </a:lnTo>
                <a:lnTo>
                  <a:pt x="707" y="35"/>
                </a:lnTo>
                <a:lnTo>
                  <a:pt x="708" y="35"/>
                </a:lnTo>
                <a:lnTo>
                  <a:pt x="709" y="35"/>
                </a:lnTo>
                <a:lnTo>
                  <a:pt x="709" y="34"/>
                </a:lnTo>
                <a:lnTo>
                  <a:pt x="710" y="34"/>
                </a:lnTo>
                <a:lnTo>
                  <a:pt x="711" y="34"/>
                </a:lnTo>
                <a:lnTo>
                  <a:pt x="711" y="33"/>
                </a:lnTo>
                <a:lnTo>
                  <a:pt x="712" y="33"/>
                </a:lnTo>
                <a:lnTo>
                  <a:pt x="712" y="32"/>
                </a:lnTo>
                <a:lnTo>
                  <a:pt x="713" y="32"/>
                </a:lnTo>
                <a:lnTo>
                  <a:pt x="714" y="32"/>
                </a:lnTo>
                <a:lnTo>
                  <a:pt x="714" y="33"/>
                </a:lnTo>
                <a:lnTo>
                  <a:pt x="715" y="33"/>
                </a:lnTo>
                <a:lnTo>
                  <a:pt x="716" y="33"/>
                </a:lnTo>
                <a:lnTo>
                  <a:pt x="717" y="33"/>
                </a:lnTo>
                <a:lnTo>
                  <a:pt x="718" y="33"/>
                </a:lnTo>
                <a:lnTo>
                  <a:pt x="719" y="33"/>
                </a:lnTo>
                <a:lnTo>
                  <a:pt x="719" y="32"/>
                </a:lnTo>
                <a:lnTo>
                  <a:pt x="720" y="32"/>
                </a:lnTo>
                <a:lnTo>
                  <a:pt x="720" y="31"/>
                </a:lnTo>
                <a:lnTo>
                  <a:pt x="720" y="30"/>
                </a:lnTo>
                <a:lnTo>
                  <a:pt x="721" y="30"/>
                </a:lnTo>
                <a:lnTo>
                  <a:pt x="722" y="30"/>
                </a:lnTo>
                <a:lnTo>
                  <a:pt x="722" y="29"/>
                </a:lnTo>
                <a:lnTo>
                  <a:pt x="722" y="28"/>
                </a:lnTo>
                <a:lnTo>
                  <a:pt x="723" y="29"/>
                </a:lnTo>
                <a:lnTo>
                  <a:pt x="724" y="29"/>
                </a:lnTo>
                <a:lnTo>
                  <a:pt x="724" y="28"/>
                </a:lnTo>
                <a:lnTo>
                  <a:pt x="724" y="29"/>
                </a:lnTo>
                <a:lnTo>
                  <a:pt x="725" y="29"/>
                </a:lnTo>
                <a:lnTo>
                  <a:pt x="725" y="28"/>
                </a:lnTo>
                <a:lnTo>
                  <a:pt x="726" y="28"/>
                </a:lnTo>
                <a:lnTo>
                  <a:pt x="726" y="27"/>
                </a:lnTo>
                <a:lnTo>
                  <a:pt x="726" y="26"/>
                </a:lnTo>
                <a:lnTo>
                  <a:pt x="726" y="27"/>
                </a:lnTo>
                <a:lnTo>
                  <a:pt x="727" y="27"/>
                </a:lnTo>
                <a:lnTo>
                  <a:pt x="728" y="27"/>
                </a:lnTo>
                <a:lnTo>
                  <a:pt x="728" y="28"/>
                </a:lnTo>
                <a:lnTo>
                  <a:pt x="729" y="28"/>
                </a:lnTo>
                <a:lnTo>
                  <a:pt x="730" y="28"/>
                </a:lnTo>
                <a:lnTo>
                  <a:pt x="730" y="29"/>
                </a:lnTo>
                <a:lnTo>
                  <a:pt x="731" y="29"/>
                </a:lnTo>
                <a:lnTo>
                  <a:pt x="732" y="29"/>
                </a:lnTo>
                <a:lnTo>
                  <a:pt x="733" y="29"/>
                </a:lnTo>
                <a:lnTo>
                  <a:pt x="734" y="29"/>
                </a:lnTo>
                <a:lnTo>
                  <a:pt x="733" y="29"/>
                </a:lnTo>
                <a:lnTo>
                  <a:pt x="733" y="28"/>
                </a:lnTo>
                <a:lnTo>
                  <a:pt x="734" y="28"/>
                </a:lnTo>
                <a:lnTo>
                  <a:pt x="734" y="27"/>
                </a:lnTo>
                <a:lnTo>
                  <a:pt x="734" y="26"/>
                </a:lnTo>
                <a:lnTo>
                  <a:pt x="735" y="26"/>
                </a:lnTo>
                <a:lnTo>
                  <a:pt x="735" y="27"/>
                </a:lnTo>
                <a:lnTo>
                  <a:pt x="736" y="27"/>
                </a:lnTo>
                <a:lnTo>
                  <a:pt x="737" y="27"/>
                </a:lnTo>
                <a:lnTo>
                  <a:pt x="738" y="27"/>
                </a:lnTo>
                <a:lnTo>
                  <a:pt x="739" y="27"/>
                </a:lnTo>
                <a:lnTo>
                  <a:pt x="740" y="27"/>
                </a:lnTo>
                <a:lnTo>
                  <a:pt x="741" y="27"/>
                </a:lnTo>
                <a:lnTo>
                  <a:pt x="742" y="27"/>
                </a:lnTo>
                <a:lnTo>
                  <a:pt x="743" y="27"/>
                </a:lnTo>
                <a:lnTo>
                  <a:pt x="743" y="26"/>
                </a:lnTo>
                <a:lnTo>
                  <a:pt x="744" y="26"/>
                </a:lnTo>
                <a:lnTo>
                  <a:pt x="745" y="26"/>
                </a:lnTo>
                <a:lnTo>
                  <a:pt x="746" y="26"/>
                </a:lnTo>
                <a:lnTo>
                  <a:pt x="746" y="25"/>
                </a:lnTo>
                <a:lnTo>
                  <a:pt x="745" y="25"/>
                </a:lnTo>
                <a:lnTo>
                  <a:pt x="746" y="25"/>
                </a:lnTo>
                <a:lnTo>
                  <a:pt x="746" y="24"/>
                </a:lnTo>
                <a:lnTo>
                  <a:pt x="747" y="25"/>
                </a:lnTo>
                <a:lnTo>
                  <a:pt x="748" y="25"/>
                </a:lnTo>
                <a:lnTo>
                  <a:pt x="748" y="24"/>
                </a:lnTo>
                <a:lnTo>
                  <a:pt x="749" y="24"/>
                </a:lnTo>
                <a:lnTo>
                  <a:pt x="749" y="25"/>
                </a:lnTo>
                <a:lnTo>
                  <a:pt x="750" y="25"/>
                </a:lnTo>
                <a:lnTo>
                  <a:pt x="750" y="24"/>
                </a:lnTo>
                <a:lnTo>
                  <a:pt x="750" y="23"/>
                </a:lnTo>
                <a:lnTo>
                  <a:pt x="751" y="23"/>
                </a:lnTo>
                <a:lnTo>
                  <a:pt x="752" y="23"/>
                </a:lnTo>
                <a:lnTo>
                  <a:pt x="752" y="22"/>
                </a:lnTo>
                <a:lnTo>
                  <a:pt x="753" y="22"/>
                </a:lnTo>
                <a:lnTo>
                  <a:pt x="753" y="21"/>
                </a:lnTo>
                <a:lnTo>
                  <a:pt x="753" y="20"/>
                </a:lnTo>
                <a:lnTo>
                  <a:pt x="754" y="20"/>
                </a:lnTo>
                <a:lnTo>
                  <a:pt x="755" y="20"/>
                </a:lnTo>
                <a:lnTo>
                  <a:pt x="755" y="19"/>
                </a:lnTo>
                <a:lnTo>
                  <a:pt x="756" y="19"/>
                </a:lnTo>
                <a:lnTo>
                  <a:pt x="757" y="19"/>
                </a:lnTo>
                <a:lnTo>
                  <a:pt x="758" y="19"/>
                </a:lnTo>
                <a:lnTo>
                  <a:pt x="758" y="20"/>
                </a:lnTo>
                <a:lnTo>
                  <a:pt x="759" y="20"/>
                </a:lnTo>
                <a:lnTo>
                  <a:pt x="760" y="20"/>
                </a:lnTo>
                <a:lnTo>
                  <a:pt x="761" y="20"/>
                </a:lnTo>
                <a:lnTo>
                  <a:pt x="762" y="20"/>
                </a:lnTo>
                <a:lnTo>
                  <a:pt x="763" y="20"/>
                </a:lnTo>
                <a:lnTo>
                  <a:pt x="763" y="19"/>
                </a:lnTo>
                <a:lnTo>
                  <a:pt x="764" y="19"/>
                </a:lnTo>
                <a:lnTo>
                  <a:pt x="764" y="20"/>
                </a:lnTo>
                <a:lnTo>
                  <a:pt x="765" y="20"/>
                </a:lnTo>
                <a:lnTo>
                  <a:pt x="765" y="21"/>
                </a:lnTo>
                <a:lnTo>
                  <a:pt x="766" y="22"/>
                </a:lnTo>
                <a:lnTo>
                  <a:pt x="767" y="23"/>
                </a:lnTo>
                <a:lnTo>
                  <a:pt x="768" y="23"/>
                </a:lnTo>
                <a:lnTo>
                  <a:pt x="768" y="22"/>
                </a:lnTo>
                <a:lnTo>
                  <a:pt x="769" y="22"/>
                </a:lnTo>
                <a:lnTo>
                  <a:pt x="770" y="22"/>
                </a:lnTo>
                <a:lnTo>
                  <a:pt x="770" y="23"/>
                </a:lnTo>
                <a:lnTo>
                  <a:pt x="770" y="22"/>
                </a:lnTo>
                <a:lnTo>
                  <a:pt x="770" y="23"/>
                </a:lnTo>
                <a:lnTo>
                  <a:pt x="771" y="22"/>
                </a:lnTo>
                <a:lnTo>
                  <a:pt x="771" y="21"/>
                </a:lnTo>
                <a:lnTo>
                  <a:pt x="772" y="20"/>
                </a:lnTo>
                <a:lnTo>
                  <a:pt x="773" y="20"/>
                </a:lnTo>
                <a:lnTo>
                  <a:pt x="774" y="20"/>
                </a:lnTo>
                <a:lnTo>
                  <a:pt x="775" y="19"/>
                </a:lnTo>
                <a:lnTo>
                  <a:pt x="775" y="20"/>
                </a:lnTo>
                <a:lnTo>
                  <a:pt x="776" y="20"/>
                </a:lnTo>
                <a:lnTo>
                  <a:pt x="776" y="19"/>
                </a:lnTo>
                <a:lnTo>
                  <a:pt x="777" y="19"/>
                </a:lnTo>
                <a:lnTo>
                  <a:pt x="778" y="19"/>
                </a:lnTo>
                <a:lnTo>
                  <a:pt x="779" y="19"/>
                </a:lnTo>
                <a:lnTo>
                  <a:pt x="779" y="20"/>
                </a:lnTo>
                <a:lnTo>
                  <a:pt x="779" y="19"/>
                </a:lnTo>
                <a:lnTo>
                  <a:pt x="780" y="19"/>
                </a:lnTo>
                <a:lnTo>
                  <a:pt x="780" y="20"/>
                </a:lnTo>
                <a:lnTo>
                  <a:pt x="781" y="20"/>
                </a:lnTo>
                <a:lnTo>
                  <a:pt x="781" y="19"/>
                </a:lnTo>
                <a:lnTo>
                  <a:pt x="782" y="19"/>
                </a:lnTo>
                <a:lnTo>
                  <a:pt x="783" y="19"/>
                </a:lnTo>
                <a:lnTo>
                  <a:pt x="784" y="19"/>
                </a:lnTo>
                <a:lnTo>
                  <a:pt x="784" y="18"/>
                </a:lnTo>
                <a:lnTo>
                  <a:pt x="785" y="19"/>
                </a:lnTo>
                <a:lnTo>
                  <a:pt x="786" y="19"/>
                </a:lnTo>
                <a:lnTo>
                  <a:pt x="788" y="19"/>
                </a:lnTo>
                <a:lnTo>
                  <a:pt x="788" y="20"/>
                </a:lnTo>
                <a:lnTo>
                  <a:pt x="788" y="19"/>
                </a:lnTo>
                <a:lnTo>
                  <a:pt x="789" y="19"/>
                </a:lnTo>
                <a:lnTo>
                  <a:pt x="789" y="20"/>
                </a:lnTo>
                <a:lnTo>
                  <a:pt x="790" y="20"/>
                </a:lnTo>
                <a:lnTo>
                  <a:pt x="790" y="19"/>
                </a:lnTo>
                <a:lnTo>
                  <a:pt x="791" y="19"/>
                </a:lnTo>
                <a:lnTo>
                  <a:pt x="791" y="18"/>
                </a:lnTo>
                <a:lnTo>
                  <a:pt x="790" y="18"/>
                </a:lnTo>
                <a:lnTo>
                  <a:pt x="791" y="17"/>
                </a:lnTo>
                <a:lnTo>
                  <a:pt x="792" y="17"/>
                </a:lnTo>
                <a:lnTo>
                  <a:pt x="792" y="16"/>
                </a:lnTo>
                <a:lnTo>
                  <a:pt x="793" y="16"/>
                </a:lnTo>
                <a:lnTo>
                  <a:pt x="793" y="15"/>
                </a:lnTo>
                <a:lnTo>
                  <a:pt x="794" y="14"/>
                </a:lnTo>
                <a:lnTo>
                  <a:pt x="795" y="14"/>
                </a:lnTo>
                <a:lnTo>
                  <a:pt x="796" y="13"/>
                </a:lnTo>
                <a:lnTo>
                  <a:pt x="796" y="14"/>
                </a:lnTo>
                <a:lnTo>
                  <a:pt x="797" y="14"/>
                </a:lnTo>
                <a:lnTo>
                  <a:pt x="797" y="13"/>
                </a:lnTo>
                <a:lnTo>
                  <a:pt x="798" y="13"/>
                </a:lnTo>
                <a:lnTo>
                  <a:pt x="799" y="12"/>
                </a:lnTo>
                <a:lnTo>
                  <a:pt x="799" y="13"/>
                </a:lnTo>
                <a:lnTo>
                  <a:pt x="800" y="13"/>
                </a:lnTo>
                <a:lnTo>
                  <a:pt x="801" y="13"/>
                </a:lnTo>
                <a:lnTo>
                  <a:pt x="802" y="13"/>
                </a:lnTo>
                <a:lnTo>
                  <a:pt x="802" y="12"/>
                </a:lnTo>
                <a:lnTo>
                  <a:pt x="803" y="13"/>
                </a:lnTo>
                <a:lnTo>
                  <a:pt x="804" y="13"/>
                </a:lnTo>
                <a:lnTo>
                  <a:pt x="805" y="12"/>
                </a:lnTo>
                <a:lnTo>
                  <a:pt x="806" y="11"/>
                </a:lnTo>
                <a:lnTo>
                  <a:pt x="806" y="10"/>
                </a:lnTo>
                <a:lnTo>
                  <a:pt x="807" y="10"/>
                </a:lnTo>
                <a:lnTo>
                  <a:pt x="808" y="10"/>
                </a:lnTo>
                <a:lnTo>
                  <a:pt x="808" y="9"/>
                </a:lnTo>
                <a:lnTo>
                  <a:pt x="808" y="8"/>
                </a:lnTo>
                <a:lnTo>
                  <a:pt x="809" y="8"/>
                </a:lnTo>
                <a:lnTo>
                  <a:pt x="809" y="7"/>
                </a:lnTo>
                <a:lnTo>
                  <a:pt x="810" y="7"/>
                </a:lnTo>
                <a:lnTo>
                  <a:pt x="811" y="7"/>
                </a:lnTo>
                <a:lnTo>
                  <a:pt x="812" y="7"/>
                </a:lnTo>
                <a:lnTo>
                  <a:pt x="813" y="7"/>
                </a:lnTo>
                <a:lnTo>
                  <a:pt x="814" y="7"/>
                </a:lnTo>
                <a:lnTo>
                  <a:pt x="814" y="6"/>
                </a:lnTo>
                <a:lnTo>
                  <a:pt x="815" y="6"/>
                </a:lnTo>
                <a:lnTo>
                  <a:pt x="815" y="7"/>
                </a:lnTo>
                <a:lnTo>
                  <a:pt x="816" y="7"/>
                </a:lnTo>
                <a:lnTo>
                  <a:pt x="817" y="7"/>
                </a:lnTo>
                <a:lnTo>
                  <a:pt x="818" y="7"/>
                </a:lnTo>
                <a:lnTo>
                  <a:pt x="818" y="8"/>
                </a:lnTo>
                <a:lnTo>
                  <a:pt x="818" y="10"/>
                </a:lnTo>
                <a:lnTo>
                  <a:pt x="818" y="11"/>
                </a:lnTo>
                <a:lnTo>
                  <a:pt x="818" y="12"/>
                </a:lnTo>
                <a:lnTo>
                  <a:pt x="819" y="13"/>
                </a:lnTo>
                <a:lnTo>
                  <a:pt x="819" y="14"/>
                </a:lnTo>
                <a:lnTo>
                  <a:pt x="820" y="14"/>
                </a:lnTo>
                <a:lnTo>
                  <a:pt x="821" y="13"/>
                </a:lnTo>
                <a:lnTo>
                  <a:pt x="821" y="14"/>
                </a:lnTo>
                <a:lnTo>
                  <a:pt x="821" y="13"/>
                </a:lnTo>
                <a:lnTo>
                  <a:pt x="822" y="13"/>
                </a:lnTo>
                <a:lnTo>
                  <a:pt x="823" y="13"/>
                </a:lnTo>
                <a:lnTo>
                  <a:pt x="823" y="14"/>
                </a:lnTo>
                <a:lnTo>
                  <a:pt x="824" y="14"/>
                </a:lnTo>
                <a:lnTo>
                  <a:pt x="825" y="14"/>
                </a:lnTo>
                <a:lnTo>
                  <a:pt x="827" y="15"/>
                </a:lnTo>
                <a:lnTo>
                  <a:pt x="828" y="15"/>
                </a:lnTo>
                <a:lnTo>
                  <a:pt x="828" y="14"/>
                </a:lnTo>
                <a:lnTo>
                  <a:pt x="829" y="14"/>
                </a:lnTo>
                <a:lnTo>
                  <a:pt x="830" y="14"/>
                </a:lnTo>
                <a:lnTo>
                  <a:pt x="830" y="13"/>
                </a:lnTo>
                <a:lnTo>
                  <a:pt x="831" y="13"/>
                </a:lnTo>
                <a:lnTo>
                  <a:pt x="832" y="13"/>
                </a:lnTo>
                <a:lnTo>
                  <a:pt x="833" y="13"/>
                </a:lnTo>
                <a:lnTo>
                  <a:pt x="834" y="13"/>
                </a:lnTo>
                <a:lnTo>
                  <a:pt x="835" y="12"/>
                </a:lnTo>
                <a:lnTo>
                  <a:pt x="836" y="12"/>
                </a:lnTo>
                <a:lnTo>
                  <a:pt x="837" y="12"/>
                </a:lnTo>
                <a:lnTo>
                  <a:pt x="838" y="12"/>
                </a:lnTo>
                <a:lnTo>
                  <a:pt x="839" y="12"/>
                </a:lnTo>
                <a:lnTo>
                  <a:pt x="840" y="11"/>
                </a:lnTo>
                <a:lnTo>
                  <a:pt x="841" y="11"/>
                </a:lnTo>
                <a:lnTo>
                  <a:pt x="841" y="10"/>
                </a:lnTo>
                <a:lnTo>
                  <a:pt x="842" y="10"/>
                </a:lnTo>
                <a:lnTo>
                  <a:pt x="843" y="10"/>
                </a:lnTo>
                <a:lnTo>
                  <a:pt x="843" y="11"/>
                </a:lnTo>
                <a:lnTo>
                  <a:pt x="844" y="11"/>
                </a:lnTo>
                <a:lnTo>
                  <a:pt x="845" y="11"/>
                </a:lnTo>
                <a:lnTo>
                  <a:pt x="846" y="11"/>
                </a:lnTo>
                <a:lnTo>
                  <a:pt x="847" y="11"/>
                </a:lnTo>
                <a:lnTo>
                  <a:pt x="848" y="11"/>
                </a:lnTo>
                <a:lnTo>
                  <a:pt x="849" y="11"/>
                </a:lnTo>
                <a:lnTo>
                  <a:pt x="849" y="10"/>
                </a:lnTo>
                <a:lnTo>
                  <a:pt x="850" y="10"/>
                </a:lnTo>
                <a:lnTo>
                  <a:pt x="851" y="10"/>
                </a:lnTo>
                <a:lnTo>
                  <a:pt x="852" y="10"/>
                </a:lnTo>
                <a:lnTo>
                  <a:pt x="853" y="10"/>
                </a:lnTo>
                <a:lnTo>
                  <a:pt x="854" y="10"/>
                </a:lnTo>
                <a:lnTo>
                  <a:pt x="854" y="9"/>
                </a:lnTo>
                <a:lnTo>
                  <a:pt x="855" y="9"/>
                </a:lnTo>
                <a:lnTo>
                  <a:pt x="855" y="10"/>
                </a:lnTo>
                <a:lnTo>
                  <a:pt x="856" y="10"/>
                </a:lnTo>
                <a:lnTo>
                  <a:pt x="857" y="10"/>
                </a:lnTo>
                <a:lnTo>
                  <a:pt x="859" y="9"/>
                </a:lnTo>
                <a:lnTo>
                  <a:pt x="860" y="9"/>
                </a:lnTo>
                <a:lnTo>
                  <a:pt x="861" y="8"/>
                </a:lnTo>
                <a:lnTo>
                  <a:pt x="861" y="9"/>
                </a:lnTo>
                <a:lnTo>
                  <a:pt x="862" y="9"/>
                </a:lnTo>
                <a:lnTo>
                  <a:pt x="863" y="9"/>
                </a:lnTo>
                <a:lnTo>
                  <a:pt x="863" y="8"/>
                </a:lnTo>
                <a:lnTo>
                  <a:pt x="864" y="8"/>
                </a:lnTo>
                <a:lnTo>
                  <a:pt x="864" y="6"/>
                </a:lnTo>
                <a:lnTo>
                  <a:pt x="864" y="5"/>
                </a:lnTo>
                <a:lnTo>
                  <a:pt x="864" y="6"/>
                </a:lnTo>
                <a:lnTo>
                  <a:pt x="866" y="6"/>
                </a:lnTo>
                <a:lnTo>
                  <a:pt x="867" y="6"/>
                </a:lnTo>
                <a:lnTo>
                  <a:pt x="868" y="6"/>
                </a:lnTo>
                <a:lnTo>
                  <a:pt x="872" y="6"/>
                </a:lnTo>
                <a:lnTo>
                  <a:pt x="872" y="5"/>
                </a:lnTo>
                <a:lnTo>
                  <a:pt x="872" y="6"/>
                </a:lnTo>
                <a:lnTo>
                  <a:pt x="873" y="5"/>
                </a:lnTo>
                <a:lnTo>
                  <a:pt x="874" y="5"/>
                </a:lnTo>
                <a:lnTo>
                  <a:pt x="874" y="6"/>
                </a:lnTo>
                <a:lnTo>
                  <a:pt x="875" y="6"/>
                </a:lnTo>
                <a:lnTo>
                  <a:pt x="876" y="6"/>
                </a:lnTo>
                <a:lnTo>
                  <a:pt x="878" y="6"/>
                </a:lnTo>
                <a:lnTo>
                  <a:pt x="879" y="6"/>
                </a:lnTo>
                <a:lnTo>
                  <a:pt x="881" y="5"/>
                </a:lnTo>
                <a:lnTo>
                  <a:pt x="882" y="5"/>
                </a:lnTo>
                <a:lnTo>
                  <a:pt x="882" y="4"/>
                </a:lnTo>
                <a:lnTo>
                  <a:pt x="883" y="4"/>
                </a:lnTo>
                <a:lnTo>
                  <a:pt x="883" y="3"/>
                </a:lnTo>
                <a:lnTo>
                  <a:pt x="884" y="3"/>
                </a:lnTo>
                <a:lnTo>
                  <a:pt x="884" y="4"/>
                </a:lnTo>
                <a:lnTo>
                  <a:pt x="885" y="4"/>
                </a:lnTo>
                <a:lnTo>
                  <a:pt x="885" y="3"/>
                </a:lnTo>
                <a:lnTo>
                  <a:pt x="885" y="4"/>
                </a:lnTo>
                <a:lnTo>
                  <a:pt x="886" y="4"/>
                </a:lnTo>
                <a:lnTo>
                  <a:pt x="887" y="4"/>
                </a:lnTo>
                <a:lnTo>
                  <a:pt x="887" y="3"/>
                </a:lnTo>
                <a:lnTo>
                  <a:pt x="888" y="3"/>
                </a:lnTo>
                <a:lnTo>
                  <a:pt x="888" y="2"/>
                </a:lnTo>
                <a:lnTo>
                  <a:pt x="889" y="2"/>
                </a:lnTo>
                <a:lnTo>
                  <a:pt x="889" y="1"/>
                </a:lnTo>
                <a:lnTo>
                  <a:pt x="889" y="2"/>
                </a:lnTo>
                <a:lnTo>
                  <a:pt x="890" y="2"/>
                </a:lnTo>
                <a:lnTo>
                  <a:pt x="890" y="1"/>
                </a:lnTo>
                <a:lnTo>
                  <a:pt x="891" y="1"/>
                </a:lnTo>
                <a:lnTo>
                  <a:pt x="891" y="2"/>
                </a:lnTo>
                <a:lnTo>
                  <a:pt x="892" y="2"/>
                </a:lnTo>
                <a:lnTo>
                  <a:pt x="893" y="2"/>
                </a:lnTo>
                <a:lnTo>
                  <a:pt x="895" y="2"/>
                </a:lnTo>
                <a:lnTo>
                  <a:pt x="896" y="2"/>
                </a:lnTo>
                <a:lnTo>
                  <a:pt x="897" y="2"/>
                </a:lnTo>
                <a:lnTo>
                  <a:pt x="897" y="3"/>
                </a:lnTo>
                <a:lnTo>
                  <a:pt x="898" y="3"/>
                </a:lnTo>
                <a:lnTo>
                  <a:pt x="900" y="3"/>
                </a:lnTo>
                <a:lnTo>
                  <a:pt x="900" y="2"/>
                </a:lnTo>
                <a:lnTo>
                  <a:pt x="899" y="2"/>
                </a:lnTo>
                <a:lnTo>
                  <a:pt x="899" y="1"/>
                </a:lnTo>
                <a:lnTo>
                  <a:pt x="899" y="0"/>
                </a:lnTo>
                <a:lnTo>
                  <a:pt x="900" y="0"/>
                </a:lnTo>
                <a:lnTo>
                  <a:pt x="900" y="1"/>
                </a:lnTo>
                <a:lnTo>
                  <a:pt x="900" y="0"/>
                </a:lnTo>
                <a:lnTo>
                  <a:pt x="901" y="0"/>
                </a:lnTo>
                <a:lnTo>
                  <a:pt x="902" y="0"/>
                </a:lnTo>
                <a:lnTo>
                  <a:pt x="90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11" name=""/>
          <p:cNvSpPr/>
          <p:nvPr/>
        </p:nvSpPr>
        <p:spPr>
          <a:xfrm>
            <a:off x="6492960" y="1534680"/>
            <a:ext cx="186840" cy="290520"/>
          </a:xfrm>
          <a:custGeom>
            <a:avLst/>
            <a:gdLst/>
            <a:ahLst/>
            <a:rect l="0" t="0" r="r" b="b"/>
            <a:pathLst>
              <a:path w="519" h="807">
                <a:moveTo>
                  <a:pt x="511" y="2"/>
                </a:moveTo>
                <a:lnTo>
                  <a:pt x="510" y="5"/>
                </a:lnTo>
                <a:lnTo>
                  <a:pt x="510" y="6"/>
                </a:lnTo>
                <a:lnTo>
                  <a:pt x="509" y="6"/>
                </a:lnTo>
                <a:lnTo>
                  <a:pt x="508" y="7"/>
                </a:lnTo>
                <a:lnTo>
                  <a:pt x="506" y="9"/>
                </a:lnTo>
                <a:lnTo>
                  <a:pt x="506" y="10"/>
                </a:lnTo>
                <a:lnTo>
                  <a:pt x="505" y="11"/>
                </a:lnTo>
                <a:lnTo>
                  <a:pt x="505" y="13"/>
                </a:lnTo>
                <a:lnTo>
                  <a:pt x="503" y="13"/>
                </a:lnTo>
                <a:lnTo>
                  <a:pt x="503" y="14"/>
                </a:lnTo>
                <a:lnTo>
                  <a:pt x="502" y="14"/>
                </a:lnTo>
                <a:lnTo>
                  <a:pt x="502" y="16"/>
                </a:lnTo>
                <a:lnTo>
                  <a:pt x="502" y="18"/>
                </a:lnTo>
                <a:lnTo>
                  <a:pt x="502" y="19"/>
                </a:lnTo>
                <a:lnTo>
                  <a:pt x="503" y="19"/>
                </a:lnTo>
                <a:lnTo>
                  <a:pt x="504" y="18"/>
                </a:lnTo>
                <a:lnTo>
                  <a:pt x="505" y="18"/>
                </a:lnTo>
                <a:lnTo>
                  <a:pt x="506" y="19"/>
                </a:lnTo>
                <a:lnTo>
                  <a:pt x="505" y="21"/>
                </a:lnTo>
                <a:lnTo>
                  <a:pt x="504" y="21"/>
                </a:lnTo>
                <a:lnTo>
                  <a:pt x="505" y="22"/>
                </a:lnTo>
                <a:lnTo>
                  <a:pt x="506" y="23"/>
                </a:lnTo>
                <a:lnTo>
                  <a:pt x="507" y="23"/>
                </a:lnTo>
                <a:lnTo>
                  <a:pt x="508" y="23"/>
                </a:lnTo>
                <a:lnTo>
                  <a:pt x="508" y="22"/>
                </a:lnTo>
                <a:lnTo>
                  <a:pt x="509" y="22"/>
                </a:lnTo>
                <a:lnTo>
                  <a:pt x="510" y="22"/>
                </a:lnTo>
                <a:lnTo>
                  <a:pt x="511" y="22"/>
                </a:lnTo>
                <a:lnTo>
                  <a:pt x="511" y="23"/>
                </a:lnTo>
                <a:lnTo>
                  <a:pt x="511" y="24"/>
                </a:lnTo>
                <a:lnTo>
                  <a:pt x="511" y="25"/>
                </a:lnTo>
                <a:lnTo>
                  <a:pt x="511" y="26"/>
                </a:lnTo>
                <a:lnTo>
                  <a:pt x="512" y="26"/>
                </a:lnTo>
                <a:lnTo>
                  <a:pt x="512" y="25"/>
                </a:lnTo>
                <a:lnTo>
                  <a:pt x="513" y="24"/>
                </a:lnTo>
                <a:lnTo>
                  <a:pt x="514" y="24"/>
                </a:lnTo>
                <a:lnTo>
                  <a:pt x="514" y="25"/>
                </a:lnTo>
                <a:lnTo>
                  <a:pt x="514" y="26"/>
                </a:lnTo>
                <a:lnTo>
                  <a:pt x="513" y="26"/>
                </a:lnTo>
                <a:lnTo>
                  <a:pt x="513" y="27"/>
                </a:lnTo>
                <a:lnTo>
                  <a:pt x="514" y="28"/>
                </a:lnTo>
                <a:lnTo>
                  <a:pt x="515" y="28"/>
                </a:lnTo>
                <a:lnTo>
                  <a:pt x="515" y="29"/>
                </a:lnTo>
                <a:lnTo>
                  <a:pt x="516" y="29"/>
                </a:lnTo>
                <a:lnTo>
                  <a:pt x="517" y="29"/>
                </a:lnTo>
                <a:lnTo>
                  <a:pt x="519" y="29"/>
                </a:lnTo>
                <a:lnTo>
                  <a:pt x="518" y="30"/>
                </a:lnTo>
                <a:lnTo>
                  <a:pt x="518" y="31"/>
                </a:lnTo>
                <a:lnTo>
                  <a:pt x="517" y="31"/>
                </a:lnTo>
                <a:lnTo>
                  <a:pt x="516" y="32"/>
                </a:lnTo>
                <a:lnTo>
                  <a:pt x="516" y="33"/>
                </a:lnTo>
                <a:lnTo>
                  <a:pt x="516" y="34"/>
                </a:lnTo>
                <a:lnTo>
                  <a:pt x="516" y="35"/>
                </a:lnTo>
                <a:lnTo>
                  <a:pt x="517" y="35"/>
                </a:lnTo>
                <a:lnTo>
                  <a:pt x="516" y="35"/>
                </a:lnTo>
                <a:lnTo>
                  <a:pt x="516" y="36"/>
                </a:lnTo>
                <a:lnTo>
                  <a:pt x="516" y="37"/>
                </a:lnTo>
                <a:lnTo>
                  <a:pt x="515" y="37"/>
                </a:lnTo>
                <a:lnTo>
                  <a:pt x="515" y="38"/>
                </a:lnTo>
                <a:lnTo>
                  <a:pt x="514" y="39"/>
                </a:lnTo>
                <a:lnTo>
                  <a:pt x="514" y="40"/>
                </a:lnTo>
                <a:lnTo>
                  <a:pt x="514" y="41"/>
                </a:lnTo>
                <a:lnTo>
                  <a:pt x="513" y="41"/>
                </a:lnTo>
                <a:lnTo>
                  <a:pt x="513" y="42"/>
                </a:lnTo>
                <a:lnTo>
                  <a:pt x="512" y="43"/>
                </a:lnTo>
                <a:lnTo>
                  <a:pt x="512" y="44"/>
                </a:lnTo>
                <a:lnTo>
                  <a:pt x="511" y="44"/>
                </a:lnTo>
                <a:lnTo>
                  <a:pt x="512" y="45"/>
                </a:lnTo>
                <a:lnTo>
                  <a:pt x="512" y="46"/>
                </a:lnTo>
                <a:lnTo>
                  <a:pt x="512" y="47"/>
                </a:lnTo>
                <a:lnTo>
                  <a:pt x="512" y="48"/>
                </a:lnTo>
                <a:lnTo>
                  <a:pt x="512" y="49"/>
                </a:lnTo>
                <a:lnTo>
                  <a:pt x="511" y="49"/>
                </a:lnTo>
                <a:lnTo>
                  <a:pt x="510" y="49"/>
                </a:lnTo>
                <a:lnTo>
                  <a:pt x="510" y="50"/>
                </a:lnTo>
                <a:lnTo>
                  <a:pt x="510" y="51"/>
                </a:lnTo>
                <a:lnTo>
                  <a:pt x="510" y="52"/>
                </a:lnTo>
                <a:lnTo>
                  <a:pt x="510" y="53"/>
                </a:lnTo>
                <a:lnTo>
                  <a:pt x="509" y="53"/>
                </a:lnTo>
                <a:lnTo>
                  <a:pt x="507" y="55"/>
                </a:lnTo>
                <a:lnTo>
                  <a:pt x="507" y="56"/>
                </a:lnTo>
                <a:lnTo>
                  <a:pt x="506" y="56"/>
                </a:lnTo>
                <a:lnTo>
                  <a:pt x="505" y="57"/>
                </a:lnTo>
                <a:lnTo>
                  <a:pt x="504" y="57"/>
                </a:lnTo>
                <a:lnTo>
                  <a:pt x="504" y="58"/>
                </a:lnTo>
                <a:lnTo>
                  <a:pt x="503" y="58"/>
                </a:lnTo>
                <a:lnTo>
                  <a:pt x="502" y="58"/>
                </a:lnTo>
                <a:lnTo>
                  <a:pt x="501" y="58"/>
                </a:lnTo>
                <a:lnTo>
                  <a:pt x="500" y="58"/>
                </a:lnTo>
                <a:lnTo>
                  <a:pt x="497" y="60"/>
                </a:lnTo>
                <a:lnTo>
                  <a:pt x="496" y="60"/>
                </a:lnTo>
                <a:lnTo>
                  <a:pt x="496" y="61"/>
                </a:lnTo>
                <a:lnTo>
                  <a:pt x="496" y="62"/>
                </a:lnTo>
                <a:lnTo>
                  <a:pt x="495" y="62"/>
                </a:lnTo>
                <a:lnTo>
                  <a:pt x="495" y="63"/>
                </a:lnTo>
                <a:lnTo>
                  <a:pt x="496" y="64"/>
                </a:lnTo>
                <a:lnTo>
                  <a:pt x="497" y="64"/>
                </a:lnTo>
                <a:lnTo>
                  <a:pt x="497" y="65"/>
                </a:lnTo>
                <a:lnTo>
                  <a:pt x="498" y="67"/>
                </a:lnTo>
                <a:lnTo>
                  <a:pt x="498" y="68"/>
                </a:lnTo>
                <a:lnTo>
                  <a:pt x="498" y="69"/>
                </a:lnTo>
                <a:lnTo>
                  <a:pt x="498" y="71"/>
                </a:lnTo>
                <a:lnTo>
                  <a:pt x="498" y="72"/>
                </a:lnTo>
                <a:lnTo>
                  <a:pt x="497" y="73"/>
                </a:lnTo>
                <a:lnTo>
                  <a:pt x="496" y="73"/>
                </a:lnTo>
                <a:lnTo>
                  <a:pt x="496" y="74"/>
                </a:lnTo>
                <a:lnTo>
                  <a:pt x="497" y="74"/>
                </a:lnTo>
                <a:lnTo>
                  <a:pt x="497" y="75"/>
                </a:lnTo>
                <a:lnTo>
                  <a:pt x="497" y="76"/>
                </a:lnTo>
                <a:lnTo>
                  <a:pt x="497" y="77"/>
                </a:lnTo>
                <a:lnTo>
                  <a:pt x="497" y="78"/>
                </a:lnTo>
                <a:lnTo>
                  <a:pt x="496" y="78"/>
                </a:lnTo>
                <a:lnTo>
                  <a:pt x="496" y="79"/>
                </a:lnTo>
                <a:lnTo>
                  <a:pt x="496" y="80"/>
                </a:lnTo>
                <a:lnTo>
                  <a:pt x="496" y="81"/>
                </a:lnTo>
                <a:lnTo>
                  <a:pt x="495" y="81"/>
                </a:lnTo>
                <a:lnTo>
                  <a:pt x="495" y="82"/>
                </a:lnTo>
                <a:lnTo>
                  <a:pt x="494" y="82"/>
                </a:lnTo>
                <a:lnTo>
                  <a:pt x="493" y="82"/>
                </a:lnTo>
                <a:lnTo>
                  <a:pt x="493" y="83"/>
                </a:lnTo>
                <a:lnTo>
                  <a:pt x="493" y="84"/>
                </a:lnTo>
                <a:lnTo>
                  <a:pt x="494" y="84"/>
                </a:lnTo>
                <a:lnTo>
                  <a:pt x="494" y="85"/>
                </a:lnTo>
                <a:lnTo>
                  <a:pt x="493" y="86"/>
                </a:lnTo>
                <a:lnTo>
                  <a:pt x="492" y="87"/>
                </a:lnTo>
                <a:lnTo>
                  <a:pt x="492" y="88"/>
                </a:lnTo>
                <a:lnTo>
                  <a:pt x="491" y="88"/>
                </a:lnTo>
                <a:lnTo>
                  <a:pt x="491" y="89"/>
                </a:lnTo>
                <a:lnTo>
                  <a:pt x="490" y="89"/>
                </a:lnTo>
                <a:lnTo>
                  <a:pt x="490" y="90"/>
                </a:lnTo>
                <a:lnTo>
                  <a:pt x="489" y="90"/>
                </a:lnTo>
                <a:lnTo>
                  <a:pt x="489" y="91"/>
                </a:lnTo>
                <a:lnTo>
                  <a:pt x="489" y="92"/>
                </a:lnTo>
                <a:lnTo>
                  <a:pt x="489" y="93"/>
                </a:lnTo>
                <a:lnTo>
                  <a:pt x="489" y="94"/>
                </a:lnTo>
                <a:lnTo>
                  <a:pt x="488" y="94"/>
                </a:lnTo>
                <a:lnTo>
                  <a:pt x="488" y="95"/>
                </a:lnTo>
                <a:lnTo>
                  <a:pt x="487" y="95"/>
                </a:lnTo>
                <a:lnTo>
                  <a:pt x="487" y="96"/>
                </a:lnTo>
                <a:lnTo>
                  <a:pt x="487" y="97"/>
                </a:lnTo>
                <a:lnTo>
                  <a:pt x="486" y="98"/>
                </a:lnTo>
                <a:lnTo>
                  <a:pt x="486" y="99"/>
                </a:lnTo>
                <a:lnTo>
                  <a:pt x="486" y="100"/>
                </a:lnTo>
                <a:lnTo>
                  <a:pt x="487" y="101"/>
                </a:lnTo>
                <a:lnTo>
                  <a:pt x="487" y="102"/>
                </a:lnTo>
                <a:lnTo>
                  <a:pt x="488" y="102"/>
                </a:lnTo>
                <a:lnTo>
                  <a:pt x="489" y="102"/>
                </a:lnTo>
                <a:lnTo>
                  <a:pt x="489" y="103"/>
                </a:lnTo>
                <a:lnTo>
                  <a:pt x="490" y="103"/>
                </a:lnTo>
                <a:lnTo>
                  <a:pt x="490" y="104"/>
                </a:lnTo>
                <a:lnTo>
                  <a:pt x="489" y="104"/>
                </a:lnTo>
                <a:lnTo>
                  <a:pt x="489" y="105"/>
                </a:lnTo>
                <a:lnTo>
                  <a:pt x="489" y="106"/>
                </a:lnTo>
                <a:lnTo>
                  <a:pt x="489" y="107"/>
                </a:lnTo>
                <a:lnTo>
                  <a:pt x="489" y="108"/>
                </a:lnTo>
                <a:lnTo>
                  <a:pt x="489" y="109"/>
                </a:lnTo>
                <a:lnTo>
                  <a:pt x="488" y="109"/>
                </a:lnTo>
                <a:lnTo>
                  <a:pt x="488" y="110"/>
                </a:lnTo>
                <a:lnTo>
                  <a:pt x="487" y="110"/>
                </a:lnTo>
                <a:lnTo>
                  <a:pt x="486" y="109"/>
                </a:lnTo>
                <a:lnTo>
                  <a:pt x="485" y="110"/>
                </a:lnTo>
                <a:lnTo>
                  <a:pt x="485" y="111"/>
                </a:lnTo>
                <a:lnTo>
                  <a:pt x="486" y="112"/>
                </a:lnTo>
                <a:lnTo>
                  <a:pt x="485" y="113"/>
                </a:lnTo>
                <a:lnTo>
                  <a:pt x="485" y="114"/>
                </a:lnTo>
                <a:lnTo>
                  <a:pt x="486" y="115"/>
                </a:lnTo>
                <a:lnTo>
                  <a:pt x="486" y="116"/>
                </a:lnTo>
                <a:lnTo>
                  <a:pt x="485" y="116"/>
                </a:lnTo>
                <a:lnTo>
                  <a:pt x="483" y="117"/>
                </a:lnTo>
                <a:lnTo>
                  <a:pt x="482" y="117"/>
                </a:lnTo>
                <a:lnTo>
                  <a:pt x="481" y="116"/>
                </a:lnTo>
                <a:lnTo>
                  <a:pt x="480" y="116"/>
                </a:lnTo>
                <a:lnTo>
                  <a:pt x="479" y="116"/>
                </a:lnTo>
                <a:lnTo>
                  <a:pt x="478" y="116"/>
                </a:lnTo>
                <a:lnTo>
                  <a:pt x="477" y="116"/>
                </a:lnTo>
                <a:lnTo>
                  <a:pt x="477" y="117"/>
                </a:lnTo>
                <a:lnTo>
                  <a:pt x="476" y="119"/>
                </a:lnTo>
                <a:lnTo>
                  <a:pt x="475" y="122"/>
                </a:lnTo>
                <a:lnTo>
                  <a:pt x="475" y="123"/>
                </a:lnTo>
                <a:lnTo>
                  <a:pt x="475" y="124"/>
                </a:lnTo>
                <a:lnTo>
                  <a:pt x="474" y="124"/>
                </a:lnTo>
                <a:lnTo>
                  <a:pt x="474" y="125"/>
                </a:lnTo>
                <a:lnTo>
                  <a:pt x="473" y="125"/>
                </a:lnTo>
                <a:lnTo>
                  <a:pt x="473" y="126"/>
                </a:lnTo>
                <a:lnTo>
                  <a:pt x="472" y="126"/>
                </a:lnTo>
                <a:lnTo>
                  <a:pt x="471" y="126"/>
                </a:lnTo>
                <a:lnTo>
                  <a:pt x="470" y="127"/>
                </a:lnTo>
                <a:lnTo>
                  <a:pt x="469" y="127"/>
                </a:lnTo>
                <a:lnTo>
                  <a:pt x="468" y="128"/>
                </a:lnTo>
                <a:lnTo>
                  <a:pt x="468" y="129"/>
                </a:lnTo>
                <a:lnTo>
                  <a:pt x="467" y="130"/>
                </a:lnTo>
                <a:lnTo>
                  <a:pt x="466" y="131"/>
                </a:lnTo>
                <a:lnTo>
                  <a:pt x="465" y="131"/>
                </a:lnTo>
                <a:lnTo>
                  <a:pt x="464" y="131"/>
                </a:lnTo>
                <a:lnTo>
                  <a:pt x="463" y="131"/>
                </a:lnTo>
                <a:lnTo>
                  <a:pt x="462" y="131"/>
                </a:lnTo>
                <a:lnTo>
                  <a:pt x="461" y="131"/>
                </a:lnTo>
                <a:lnTo>
                  <a:pt x="460" y="131"/>
                </a:lnTo>
                <a:lnTo>
                  <a:pt x="459" y="131"/>
                </a:lnTo>
                <a:lnTo>
                  <a:pt x="459" y="132"/>
                </a:lnTo>
                <a:lnTo>
                  <a:pt x="458" y="132"/>
                </a:lnTo>
                <a:lnTo>
                  <a:pt x="458" y="133"/>
                </a:lnTo>
                <a:lnTo>
                  <a:pt x="458" y="134"/>
                </a:lnTo>
                <a:lnTo>
                  <a:pt x="458" y="135"/>
                </a:lnTo>
                <a:lnTo>
                  <a:pt x="458" y="136"/>
                </a:lnTo>
                <a:lnTo>
                  <a:pt x="458" y="137"/>
                </a:lnTo>
                <a:lnTo>
                  <a:pt x="458" y="138"/>
                </a:lnTo>
                <a:lnTo>
                  <a:pt x="458" y="139"/>
                </a:lnTo>
                <a:lnTo>
                  <a:pt x="458" y="140"/>
                </a:lnTo>
                <a:lnTo>
                  <a:pt x="457" y="140"/>
                </a:lnTo>
                <a:lnTo>
                  <a:pt x="457" y="141"/>
                </a:lnTo>
                <a:lnTo>
                  <a:pt x="456" y="141"/>
                </a:lnTo>
                <a:lnTo>
                  <a:pt x="455" y="141"/>
                </a:lnTo>
                <a:lnTo>
                  <a:pt x="455" y="140"/>
                </a:lnTo>
                <a:lnTo>
                  <a:pt x="455" y="141"/>
                </a:lnTo>
                <a:lnTo>
                  <a:pt x="454" y="141"/>
                </a:lnTo>
                <a:lnTo>
                  <a:pt x="453" y="141"/>
                </a:lnTo>
                <a:lnTo>
                  <a:pt x="453" y="142"/>
                </a:lnTo>
                <a:lnTo>
                  <a:pt x="453" y="143"/>
                </a:lnTo>
                <a:lnTo>
                  <a:pt x="452" y="143"/>
                </a:lnTo>
                <a:lnTo>
                  <a:pt x="452" y="146"/>
                </a:lnTo>
                <a:lnTo>
                  <a:pt x="453" y="147"/>
                </a:lnTo>
                <a:lnTo>
                  <a:pt x="453" y="148"/>
                </a:lnTo>
                <a:lnTo>
                  <a:pt x="454" y="149"/>
                </a:lnTo>
                <a:lnTo>
                  <a:pt x="454" y="150"/>
                </a:lnTo>
                <a:lnTo>
                  <a:pt x="453" y="150"/>
                </a:lnTo>
                <a:lnTo>
                  <a:pt x="453" y="151"/>
                </a:lnTo>
                <a:lnTo>
                  <a:pt x="452" y="152"/>
                </a:lnTo>
                <a:lnTo>
                  <a:pt x="452" y="153"/>
                </a:lnTo>
                <a:lnTo>
                  <a:pt x="452" y="154"/>
                </a:lnTo>
                <a:lnTo>
                  <a:pt x="453" y="155"/>
                </a:lnTo>
                <a:lnTo>
                  <a:pt x="453" y="156"/>
                </a:lnTo>
                <a:lnTo>
                  <a:pt x="452" y="157"/>
                </a:lnTo>
                <a:lnTo>
                  <a:pt x="452" y="158"/>
                </a:lnTo>
                <a:lnTo>
                  <a:pt x="452" y="159"/>
                </a:lnTo>
                <a:lnTo>
                  <a:pt x="452" y="160"/>
                </a:lnTo>
                <a:lnTo>
                  <a:pt x="452" y="161"/>
                </a:lnTo>
                <a:lnTo>
                  <a:pt x="453" y="161"/>
                </a:lnTo>
                <a:lnTo>
                  <a:pt x="454" y="161"/>
                </a:lnTo>
                <a:lnTo>
                  <a:pt x="454" y="162"/>
                </a:lnTo>
                <a:lnTo>
                  <a:pt x="454" y="163"/>
                </a:lnTo>
                <a:lnTo>
                  <a:pt x="454" y="164"/>
                </a:lnTo>
                <a:lnTo>
                  <a:pt x="453" y="166"/>
                </a:lnTo>
                <a:lnTo>
                  <a:pt x="453" y="167"/>
                </a:lnTo>
                <a:lnTo>
                  <a:pt x="454" y="168"/>
                </a:lnTo>
                <a:lnTo>
                  <a:pt x="455" y="168"/>
                </a:lnTo>
                <a:lnTo>
                  <a:pt x="455" y="169"/>
                </a:lnTo>
                <a:lnTo>
                  <a:pt x="456" y="169"/>
                </a:lnTo>
                <a:lnTo>
                  <a:pt x="457" y="169"/>
                </a:lnTo>
                <a:lnTo>
                  <a:pt x="459" y="170"/>
                </a:lnTo>
                <a:lnTo>
                  <a:pt x="460" y="171"/>
                </a:lnTo>
                <a:lnTo>
                  <a:pt x="461" y="172"/>
                </a:lnTo>
                <a:lnTo>
                  <a:pt x="462" y="174"/>
                </a:lnTo>
                <a:lnTo>
                  <a:pt x="462" y="175"/>
                </a:lnTo>
                <a:lnTo>
                  <a:pt x="463" y="175"/>
                </a:lnTo>
                <a:lnTo>
                  <a:pt x="463" y="176"/>
                </a:lnTo>
                <a:lnTo>
                  <a:pt x="463" y="177"/>
                </a:lnTo>
                <a:lnTo>
                  <a:pt x="465" y="179"/>
                </a:lnTo>
                <a:lnTo>
                  <a:pt x="466" y="181"/>
                </a:lnTo>
                <a:lnTo>
                  <a:pt x="467" y="183"/>
                </a:lnTo>
                <a:lnTo>
                  <a:pt x="467" y="184"/>
                </a:lnTo>
                <a:lnTo>
                  <a:pt x="468" y="185"/>
                </a:lnTo>
                <a:lnTo>
                  <a:pt x="469" y="185"/>
                </a:lnTo>
                <a:lnTo>
                  <a:pt x="470" y="185"/>
                </a:lnTo>
                <a:lnTo>
                  <a:pt x="471" y="186"/>
                </a:lnTo>
                <a:lnTo>
                  <a:pt x="473" y="187"/>
                </a:lnTo>
                <a:lnTo>
                  <a:pt x="474" y="188"/>
                </a:lnTo>
                <a:lnTo>
                  <a:pt x="475" y="188"/>
                </a:lnTo>
                <a:lnTo>
                  <a:pt x="475" y="189"/>
                </a:lnTo>
                <a:lnTo>
                  <a:pt x="475" y="190"/>
                </a:lnTo>
                <a:lnTo>
                  <a:pt x="473" y="191"/>
                </a:lnTo>
                <a:lnTo>
                  <a:pt x="472" y="191"/>
                </a:lnTo>
                <a:lnTo>
                  <a:pt x="471" y="191"/>
                </a:lnTo>
                <a:lnTo>
                  <a:pt x="470" y="192"/>
                </a:lnTo>
                <a:lnTo>
                  <a:pt x="470" y="193"/>
                </a:lnTo>
                <a:lnTo>
                  <a:pt x="471" y="194"/>
                </a:lnTo>
                <a:lnTo>
                  <a:pt x="472" y="194"/>
                </a:lnTo>
                <a:lnTo>
                  <a:pt x="473" y="195"/>
                </a:lnTo>
                <a:lnTo>
                  <a:pt x="474" y="195"/>
                </a:lnTo>
                <a:lnTo>
                  <a:pt x="475" y="195"/>
                </a:lnTo>
                <a:lnTo>
                  <a:pt x="476" y="195"/>
                </a:lnTo>
                <a:lnTo>
                  <a:pt x="476" y="196"/>
                </a:lnTo>
                <a:lnTo>
                  <a:pt x="477" y="196"/>
                </a:lnTo>
                <a:lnTo>
                  <a:pt x="478" y="198"/>
                </a:lnTo>
                <a:lnTo>
                  <a:pt x="479" y="198"/>
                </a:lnTo>
                <a:lnTo>
                  <a:pt x="478" y="198"/>
                </a:lnTo>
                <a:lnTo>
                  <a:pt x="478" y="199"/>
                </a:lnTo>
                <a:lnTo>
                  <a:pt x="477" y="199"/>
                </a:lnTo>
                <a:lnTo>
                  <a:pt x="476" y="199"/>
                </a:lnTo>
                <a:lnTo>
                  <a:pt x="476" y="200"/>
                </a:lnTo>
                <a:lnTo>
                  <a:pt x="476" y="201"/>
                </a:lnTo>
                <a:lnTo>
                  <a:pt x="476" y="202"/>
                </a:lnTo>
                <a:lnTo>
                  <a:pt x="476" y="203"/>
                </a:lnTo>
                <a:lnTo>
                  <a:pt x="476" y="205"/>
                </a:lnTo>
                <a:lnTo>
                  <a:pt x="477" y="205"/>
                </a:lnTo>
                <a:lnTo>
                  <a:pt x="477" y="206"/>
                </a:lnTo>
                <a:lnTo>
                  <a:pt x="478" y="206"/>
                </a:lnTo>
                <a:lnTo>
                  <a:pt x="478" y="207"/>
                </a:lnTo>
                <a:lnTo>
                  <a:pt x="478" y="208"/>
                </a:lnTo>
                <a:lnTo>
                  <a:pt x="478" y="209"/>
                </a:lnTo>
                <a:lnTo>
                  <a:pt x="477" y="210"/>
                </a:lnTo>
                <a:lnTo>
                  <a:pt x="476" y="210"/>
                </a:lnTo>
                <a:lnTo>
                  <a:pt x="476" y="211"/>
                </a:lnTo>
                <a:lnTo>
                  <a:pt x="476" y="212"/>
                </a:lnTo>
                <a:lnTo>
                  <a:pt x="476" y="213"/>
                </a:lnTo>
                <a:lnTo>
                  <a:pt x="475" y="213"/>
                </a:lnTo>
                <a:lnTo>
                  <a:pt x="475" y="214"/>
                </a:lnTo>
                <a:lnTo>
                  <a:pt x="475" y="216"/>
                </a:lnTo>
                <a:lnTo>
                  <a:pt x="475" y="217"/>
                </a:lnTo>
                <a:lnTo>
                  <a:pt x="474" y="219"/>
                </a:lnTo>
                <a:lnTo>
                  <a:pt x="473" y="219"/>
                </a:lnTo>
                <a:lnTo>
                  <a:pt x="473" y="220"/>
                </a:lnTo>
                <a:lnTo>
                  <a:pt x="471" y="220"/>
                </a:lnTo>
                <a:lnTo>
                  <a:pt x="469" y="220"/>
                </a:lnTo>
                <a:lnTo>
                  <a:pt x="468" y="220"/>
                </a:lnTo>
                <a:lnTo>
                  <a:pt x="466" y="220"/>
                </a:lnTo>
                <a:lnTo>
                  <a:pt x="465" y="220"/>
                </a:lnTo>
                <a:lnTo>
                  <a:pt x="465" y="221"/>
                </a:lnTo>
                <a:lnTo>
                  <a:pt x="465" y="222"/>
                </a:lnTo>
                <a:lnTo>
                  <a:pt x="464" y="222"/>
                </a:lnTo>
                <a:lnTo>
                  <a:pt x="464" y="224"/>
                </a:lnTo>
                <a:lnTo>
                  <a:pt x="464" y="225"/>
                </a:lnTo>
                <a:lnTo>
                  <a:pt x="464" y="227"/>
                </a:lnTo>
                <a:lnTo>
                  <a:pt x="464" y="228"/>
                </a:lnTo>
                <a:lnTo>
                  <a:pt x="465" y="229"/>
                </a:lnTo>
                <a:lnTo>
                  <a:pt x="466" y="229"/>
                </a:lnTo>
                <a:lnTo>
                  <a:pt x="467" y="229"/>
                </a:lnTo>
                <a:lnTo>
                  <a:pt x="468" y="229"/>
                </a:lnTo>
                <a:lnTo>
                  <a:pt x="469" y="229"/>
                </a:lnTo>
                <a:lnTo>
                  <a:pt x="470" y="230"/>
                </a:lnTo>
                <a:lnTo>
                  <a:pt x="470" y="231"/>
                </a:lnTo>
                <a:lnTo>
                  <a:pt x="470" y="232"/>
                </a:lnTo>
                <a:lnTo>
                  <a:pt x="469" y="232"/>
                </a:lnTo>
                <a:lnTo>
                  <a:pt x="469" y="233"/>
                </a:lnTo>
                <a:lnTo>
                  <a:pt x="468" y="233"/>
                </a:lnTo>
                <a:lnTo>
                  <a:pt x="468" y="234"/>
                </a:lnTo>
                <a:lnTo>
                  <a:pt x="469" y="235"/>
                </a:lnTo>
                <a:lnTo>
                  <a:pt x="469" y="236"/>
                </a:lnTo>
                <a:lnTo>
                  <a:pt x="469" y="237"/>
                </a:lnTo>
                <a:lnTo>
                  <a:pt x="467" y="237"/>
                </a:lnTo>
                <a:lnTo>
                  <a:pt x="466" y="237"/>
                </a:lnTo>
                <a:lnTo>
                  <a:pt x="466" y="238"/>
                </a:lnTo>
                <a:lnTo>
                  <a:pt x="466" y="239"/>
                </a:lnTo>
                <a:lnTo>
                  <a:pt x="465" y="239"/>
                </a:lnTo>
                <a:lnTo>
                  <a:pt x="465" y="240"/>
                </a:lnTo>
                <a:lnTo>
                  <a:pt x="464" y="240"/>
                </a:lnTo>
                <a:lnTo>
                  <a:pt x="464" y="241"/>
                </a:lnTo>
                <a:lnTo>
                  <a:pt x="464" y="242"/>
                </a:lnTo>
                <a:lnTo>
                  <a:pt x="463" y="242"/>
                </a:lnTo>
                <a:lnTo>
                  <a:pt x="462" y="244"/>
                </a:lnTo>
                <a:lnTo>
                  <a:pt x="461" y="244"/>
                </a:lnTo>
                <a:lnTo>
                  <a:pt x="461" y="245"/>
                </a:lnTo>
                <a:lnTo>
                  <a:pt x="460" y="246"/>
                </a:lnTo>
                <a:lnTo>
                  <a:pt x="460" y="247"/>
                </a:lnTo>
                <a:lnTo>
                  <a:pt x="459" y="247"/>
                </a:lnTo>
                <a:lnTo>
                  <a:pt x="459" y="248"/>
                </a:lnTo>
                <a:lnTo>
                  <a:pt x="458" y="248"/>
                </a:lnTo>
                <a:lnTo>
                  <a:pt x="458" y="249"/>
                </a:lnTo>
                <a:lnTo>
                  <a:pt x="457" y="249"/>
                </a:lnTo>
                <a:lnTo>
                  <a:pt x="456" y="250"/>
                </a:lnTo>
                <a:lnTo>
                  <a:pt x="455" y="251"/>
                </a:lnTo>
                <a:lnTo>
                  <a:pt x="455" y="252"/>
                </a:lnTo>
                <a:lnTo>
                  <a:pt x="455" y="253"/>
                </a:lnTo>
                <a:lnTo>
                  <a:pt x="455" y="254"/>
                </a:lnTo>
                <a:lnTo>
                  <a:pt x="454" y="255"/>
                </a:lnTo>
                <a:lnTo>
                  <a:pt x="452" y="256"/>
                </a:lnTo>
                <a:lnTo>
                  <a:pt x="452" y="257"/>
                </a:lnTo>
                <a:lnTo>
                  <a:pt x="451" y="257"/>
                </a:lnTo>
                <a:lnTo>
                  <a:pt x="451" y="258"/>
                </a:lnTo>
                <a:lnTo>
                  <a:pt x="450" y="258"/>
                </a:lnTo>
                <a:lnTo>
                  <a:pt x="450" y="259"/>
                </a:lnTo>
                <a:lnTo>
                  <a:pt x="449" y="259"/>
                </a:lnTo>
                <a:lnTo>
                  <a:pt x="449" y="260"/>
                </a:lnTo>
                <a:lnTo>
                  <a:pt x="449" y="261"/>
                </a:lnTo>
                <a:lnTo>
                  <a:pt x="448" y="261"/>
                </a:lnTo>
                <a:lnTo>
                  <a:pt x="447" y="261"/>
                </a:lnTo>
                <a:lnTo>
                  <a:pt x="446" y="261"/>
                </a:lnTo>
                <a:lnTo>
                  <a:pt x="445" y="261"/>
                </a:lnTo>
                <a:lnTo>
                  <a:pt x="444" y="262"/>
                </a:lnTo>
                <a:lnTo>
                  <a:pt x="444" y="263"/>
                </a:lnTo>
                <a:lnTo>
                  <a:pt x="445" y="263"/>
                </a:lnTo>
                <a:lnTo>
                  <a:pt x="446" y="263"/>
                </a:lnTo>
                <a:lnTo>
                  <a:pt x="447" y="263"/>
                </a:lnTo>
                <a:lnTo>
                  <a:pt x="447" y="264"/>
                </a:lnTo>
                <a:lnTo>
                  <a:pt x="447" y="265"/>
                </a:lnTo>
                <a:lnTo>
                  <a:pt x="446" y="265"/>
                </a:lnTo>
                <a:lnTo>
                  <a:pt x="445" y="265"/>
                </a:lnTo>
                <a:lnTo>
                  <a:pt x="444" y="263"/>
                </a:lnTo>
                <a:lnTo>
                  <a:pt x="443" y="263"/>
                </a:lnTo>
                <a:lnTo>
                  <a:pt x="442" y="263"/>
                </a:lnTo>
                <a:lnTo>
                  <a:pt x="441" y="263"/>
                </a:lnTo>
                <a:lnTo>
                  <a:pt x="441" y="264"/>
                </a:lnTo>
                <a:lnTo>
                  <a:pt x="441" y="265"/>
                </a:lnTo>
                <a:lnTo>
                  <a:pt x="442" y="265"/>
                </a:lnTo>
                <a:lnTo>
                  <a:pt x="442" y="266"/>
                </a:lnTo>
                <a:lnTo>
                  <a:pt x="443" y="266"/>
                </a:lnTo>
                <a:lnTo>
                  <a:pt x="444" y="267"/>
                </a:lnTo>
                <a:lnTo>
                  <a:pt x="444" y="268"/>
                </a:lnTo>
                <a:lnTo>
                  <a:pt x="445" y="268"/>
                </a:lnTo>
                <a:lnTo>
                  <a:pt x="445" y="269"/>
                </a:lnTo>
                <a:lnTo>
                  <a:pt x="445" y="270"/>
                </a:lnTo>
                <a:lnTo>
                  <a:pt x="444" y="272"/>
                </a:lnTo>
                <a:lnTo>
                  <a:pt x="444" y="273"/>
                </a:lnTo>
                <a:lnTo>
                  <a:pt x="444" y="274"/>
                </a:lnTo>
                <a:lnTo>
                  <a:pt x="444" y="275"/>
                </a:lnTo>
                <a:lnTo>
                  <a:pt x="444" y="276"/>
                </a:lnTo>
                <a:lnTo>
                  <a:pt x="443" y="276"/>
                </a:lnTo>
                <a:lnTo>
                  <a:pt x="443" y="277"/>
                </a:lnTo>
                <a:lnTo>
                  <a:pt x="442" y="277"/>
                </a:lnTo>
                <a:lnTo>
                  <a:pt x="441" y="277"/>
                </a:lnTo>
                <a:lnTo>
                  <a:pt x="441" y="278"/>
                </a:lnTo>
                <a:lnTo>
                  <a:pt x="441" y="279"/>
                </a:lnTo>
                <a:lnTo>
                  <a:pt x="442" y="279"/>
                </a:lnTo>
                <a:lnTo>
                  <a:pt x="443" y="279"/>
                </a:lnTo>
                <a:lnTo>
                  <a:pt x="444" y="279"/>
                </a:lnTo>
                <a:lnTo>
                  <a:pt x="445" y="280"/>
                </a:lnTo>
                <a:lnTo>
                  <a:pt x="445" y="281"/>
                </a:lnTo>
                <a:lnTo>
                  <a:pt x="445" y="282"/>
                </a:lnTo>
                <a:lnTo>
                  <a:pt x="444" y="283"/>
                </a:lnTo>
                <a:lnTo>
                  <a:pt x="443" y="283"/>
                </a:lnTo>
                <a:lnTo>
                  <a:pt x="444" y="284"/>
                </a:lnTo>
                <a:lnTo>
                  <a:pt x="445" y="284"/>
                </a:lnTo>
                <a:lnTo>
                  <a:pt x="445" y="285"/>
                </a:lnTo>
                <a:lnTo>
                  <a:pt x="445" y="286"/>
                </a:lnTo>
                <a:lnTo>
                  <a:pt x="444" y="286"/>
                </a:lnTo>
                <a:lnTo>
                  <a:pt x="444" y="288"/>
                </a:lnTo>
                <a:lnTo>
                  <a:pt x="443" y="288"/>
                </a:lnTo>
                <a:lnTo>
                  <a:pt x="443" y="289"/>
                </a:lnTo>
                <a:lnTo>
                  <a:pt x="442" y="289"/>
                </a:lnTo>
                <a:lnTo>
                  <a:pt x="442" y="288"/>
                </a:lnTo>
                <a:lnTo>
                  <a:pt x="441" y="289"/>
                </a:lnTo>
                <a:lnTo>
                  <a:pt x="442" y="289"/>
                </a:lnTo>
                <a:lnTo>
                  <a:pt x="442" y="290"/>
                </a:lnTo>
                <a:lnTo>
                  <a:pt x="443" y="290"/>
                </a:lnTo>
                <a:lnTo>
                  <a:pt x="444" y="290"/>
                </a:lnTo>
                <a:lnTo>
                  <a:pt x="445" y="290"/>
                </a:lnTo>
                <a:lnTo>
                  <a:pt x="445" y="291"/>
                </a:lnTo>
                <a:lnTo>
                  <a:pt x="446" y="291"/>
                </a:lnTo>
                <a:lnTo>
                  <a:pt x="446" y="292"/>
                </a:lnTo>
                <a:lnTo>
                  <a:pt x="445" y="292"/>
                </a:lnTo>
                <a:lnTo>
                  <a:pt x="444" y="293"/>
                </a:lnTo>
                <a:lnTo>
                  <a:pt x="444" y="294"/>
                </a:lnTo>
                <a:lnTo>
                  <a:pt x="445" y="294"/>
                </a:lnTo>
                <a:lnTo>
                  <a:pt x="446" y="293"/>
                </a:lnTo>
                <a:lnTo>
                  <a:pt x="446" y="292"/>
                </a:lnTo>
                <a:lnTo>
                  <a:pt x="447" y="292"/>
                </a:lnTo>
                <a:lnTo>
                  <a:pt x="447" y="293"/>
                </a:lnTo>
                <a:lnTo>
                  <a:pt x="448" y="293"/>
                </a:lnTo>
                <a:lnTo>
                  <a:pt x="447" y="294"/>
                </a:lnTo>
                <a:lnTo>
                  <a:pt x="446" y="295"/>
                </a:lnTo>
                <a:lnTo>
                  <a:pt x="446" y="296"/>
                </a:lnTo>
                <a:lnTo>
                  <a:pt x="446" y="297"/>
                </a:lnTo>
                <a:lnTo>
                  <a:pt x="446" y="298"/>
                </a:lnTo>
                <a:lnTo>
                  <a:pt x="445" y="298"/>
                </a:lnTo>
                <a:lnTo>
                  <a:pt x="444" y="298"/>
                </a:lnTo>
                <a:lnTo>
                  <a:pt x="444" y="297"/>
                </a:lnTo>
                <a:lnTo>
                  <a:pt x="444" y="296"/>
                </a:lnTo>
                <a:lnTo>
                  <a:pt x="443" y="296"/>
                </a:lnTo>
                <a:lnTo>
                  <a:pt x="442" y="297"/>
                </a:lnTo>
                <a:lnTo>
                  <a:pt x="442" y="298"/>
                </a:lnTo>
                <a:lnTo>
                  <a:pt x="442" y="299"/>
                </a:lnTo>
                <a:lnTo>
                  <a:pt x="443" y="299"/>
                </a:lnTo>
                <a:lnTo>
                  <a:pt x="444" y="299"/>
                </a:lnTo>
                <a:lnTo>
                  <a:pt x="444" y="300"/>
                </a:lnTo>
                <a:lnTo>
                  <a:pt x="445" y="300"/>
                </a:lnTo>
                <a:lnTo>
                  <a:pt x="445" y="301"/>
                </a:lnTo>
                <a:lnTo>
                  <a:pt x="446" y="301"/>
                </a:lnTo>
                <a:lnTo>
                  <a:pt x="446" y="302"/>
                </a:lnTo>
                <a:lnTo>
                  <a:pt x="446" y="303"/>
                </a:lnTo>
                <a:lnTo>
                  <a:pt x="447" y="304"/>
                </a:lnTo>
                <a:lnTo>
                  <a:pt x="447" y="305"/>
                </a:lnTo>
                <a:lnTo>
                  <a:pt x="449" y="306"/>
                </a:lnTo>
                <a:lnTo>
                  <a:pt x="449" y="307"/>
                </a:lnTo>
                <a:lnTo>
                  <a:pt x="450" y="307"/>
                </a:lnTo>
                <a:lnTo>
                  <a:pt x="451" y="308"/>
                </a:lnTo>
                <a:lnTo>
                  <a:pt x="452" y="308"/>
                </a:lnTo>
                <a:lnTo>
                  <a:pt x="452" y="309"/>
                </a:lnTo>
                <a:lnTo>
                  <a:pt x="451" y="309"/>
                </a:lnTo>
                <a:lnTo>
                  <a:pt x="451" y="310"/>
                </a:lnTo>
                <a:lnTo>
                  <a:pt x="451" y="311"/>
                </a:lnTo>
                <a:lnTo>
                  <a:pt x="451" y="312"/>
                </a:lnTo>
                <a:lnTo>
                  <a:pt x="452" y="312"/>
                </a:lnTo>
                <a:lnTo>
                  <a:pt x="452" y="313"/>
                </a:lnTo>
                <a:lnTo>
                  <a:pt x="452" y="314"/>
                </a:lnTo>
                <a:lnTo>
                  <a:pt x="452" y="315"/>
                </a:lnTo>
                <a:lnTo>
                  <a:pt x="452" y="316"/>
                </a:lnTo>
                <a:lnTo>
                  <a:pt x="452" y="317"/>
                </a:lnTo>
                <a:lnTo>
                  <a:pt x="452" y="318"/>
                </a:lnTo>
                <a:lnTo>
                  <a:pt x="452" y="319"/>
                </a:lnTo>
                <a:lnTo>
                  <a:pt x="451" y="319"/>
                </a:lnTo>
                <a:lnTo>
                  <a:pt x="451" y="320"/>
                </a:lnTo>
                <a:lnTo>
                  <a:pt x="450" y="320"/>
                </a:lnTo>
                <a:lnTo>
                  <a:pt x="449" y="321"/>
                </a:lnTo>
                <a:lnTo>
                  <a:pt x="449" y="322"/>
                </a:lnTo>
                <a:lnTo>
                  <a:pt x="450" y="322"/>
                </a:lnTo>
                <a:lnTo>
                  <a:pt x="450" y="323"/>
                </a:lnTo>
                <a:lnTo>
                  <a:pt x="451" y="323"/>
                </a:lnTo>
                <a:lnTo>
                  <a:pt x="451" y="324"/>
                </a:lnTo>
                <a:lnTo>
                  <a:pt x="451" y="325"/>
                </a:lnTo>
                <a:lnTo>
                  <a:pt x="451" y="326"/>
                </a:lnTo>
                <a:lnTo>
                  <a:pt x="451" y="327"/>
                </a:lnTo>
                <a:lnTo>
                  <a:pt x="450" y="329"/>
                </a:lnTo>
                <a:lnTo>
                  <a:pt x="449" y="329"/>
                </a:lnTo>
                <a:lnTo>
                  <a:pt x="449" y="330"/>
                </a:lnTo>
                <a:lnTo>
                  <a:pt x="449" y="331"/>
                </a:lnTo>
                <a:lnTo>
                  <a:pt x="449" y="332"/>
                </a:lnTo>
                <a:lnTo>
                  <a:pt x="449" y="333"/>
                </a:lnTo>
                <a:lnTo>
                  <a:pt x="448" y="333"/>
                </a:lnTo>
                <a:lnTo>
                  <a:pt x="448" y="334"/>
                </a:lnTo>
                <a:lnTo>
                  <a:pt x="448" y="335"/>
                </a:lnTo>
                <a:lnTo>
                  <a:pt x="449" y="335"/>
                </a:lnTo>
                <a:lnTo>
                  <a:pt x="449" y="336"/>
                </a:lnTo>
                <a:lnTo>
                  <a:pt x="449" y="337"/>
                </a:lnTo>
                <a:lnTo>
                  <a:pt x="449" y="338"/>
                </a:lnTo>
                <a:lnTo>
                  <a:pt x="450" y="339"/>
                </a:lnTo>
                <a:lnTo>
                  <a:pt x="449" y="340"/>
                </a:lnTo>
                <a:lnTo>
                  <a:pt x="450" y="341"/>
                </a:lnTo>
                <a:lnTo>
                  <a:pt x="450" y="342"/>
                </a:lnTo>
                <a:lnTo>
                  <a:pt x="449" y="342"/>
                </a:lnTo>
                <a:lnTo>
                  <a:pt x="449" y="343"/>
                </a:lnTo>
                <a:lnTo>
                  <a:pt x="449" y="344"/>
                </a:lnTo>
                <a:lnTo>
                  <a:pt x="448" y="344"/>
                </a:lnTo>
                <a:lnTo>
                  <a:pt x="448" y="345"/>
                </a:lnTo>
                <a:lnTo>
                  <a:pt x="448" y="346"/>
                </a:lnTo>
                <a:lnTo>
                  <a:pt x="448" y="347"/>
                </a:lnTo>
                <a:lnTo>
                  <a:pt x="448" y="348"/>
                </a:lnTo>
                <a:lnTo>
                  <a:pt x="448" y="349"/>
                </a:lnTo>
                <a:lnTo>
                  <a:pt x="447" y="349"/>
                </a:lnTo>
                <a:lnTo>
                  <a:pt x="447" y="350"/>
                </a:lnTo>
                <a:lnTo>
                  <a:pt x="447" y="351"/>
                </a:lnTo>
                <a:lnTo>
                  <a:pt x="447" y="352"/>
                </a:lnTo>
                <a:lnTo>
                  <a:pt x="447" y="354"/>
                </a:lnTo>
                <a:lnTo>
                  <a:pt x="448" y="355"/>
                </a:lnTo>
                <a:lnTo>
                  <a:pt x="448" y="356"/>
                </a:lnTo>
                <a:lnTo>
                  <a:pt x="448" y="357"/>
                </a:lnTo>
                <a:lnTo>
                  <a:pt x="449" y="358"/>
                </a:lnTo>
                <a:lnTo>
                  <a:pt x="449" y="359"/>
                </a:lnTo>
                <a:lnTo>
                  <a:pt x="449" y="360"/>
                </a:lnTo>
                <a:lnTo>
                  <a:pt x="449" y="361"/>
                </a:lnTo>
                <a:lnTo>
                  <a:pt x="450" y="361"/>
                </a:lnTo>
                <a:lnTo>
                  <a:pt x="450" y="362"/>
                </a:lnTo>
                <a:lnTo>
                  <a:pt x="450" y="363"/>
                </a:lnTo>
                <a:lnTo>
                  <a:pt x="451" y="363"/>
                </a:lnTo>
                <a:lnTo>
                  <a:pt x="451" y="364"/>
                </a:lnTo>
                <a:lnTo>
                  <a:pt x="451" y="365"/>
                </a:lnTo>
                <a:lnTo>
                  <a:pt x="451" y="366"/>
                </a:lnTo>
                <a:lnTo>
                  <a:pt x="452" y="366"/>
                </a:lnTo>
                <a:lnTo>
                  <a:pt x="452" y="367"/>
                </a:lnTo>
                <a:lnTo>
                  <a:pt x="451" y="368"/>
                </a:lnTo>
                <a:lnTo>
                  <a:pt x="451" y="369"/>
                </a:lnTo>
                <a:lnTo>
                  <a:pt x="452" y="369"/>
                </a:lnTo>
                <a:lnTo>
                  <a:pt x="452" y="370"/>
                </a:lnTo>
                <a:lnTo>
                  <a:pt x="453" y="370"/>
                </a:lnTo>
                <a:lnTo>
                  <a:pt x="453" y="371"/>
                </a:lnTo>
                <a:lnTo>
                  <a:pt x="453" y="372"/>
                </a:lnTo>
                <a:lnTo>
                  <a:pt x="452" y="373"/>
                </a:lnTo>
                <a:lnTo>
                  <a:pt x="452" y="374"/>
                </a:lnTo>
                <a:lnTo>
                  <a:pt x="453" y="375"/>
                </a:lnTo>
                <a:lnTo>
                  <a:pt x="453" y="376"/>
                </a:lnTo>
                <a:lnTo>
                  <a:pt x="453" y="377"/>
                </a:lnTo>
                <a:lnTo>
                  <a:pt x="453" y="378"/>
                </a:lnTo>
                <a:lnTo>
                  <a:pt x="453" y="379"/>
                </a:lnTo>
                <a:lnTo>
                  <a:pt x="453" y="380"/>
                </a:lnTo>
                <a:lnTo>
                  <a:pt x="454" y="380"/>
                </a:lnTo>
                <a:lnTo>
                  <a:pt x="455" y="380"/>
                </a:lnTo>
                <a:lnTo>
                  <a:pt x="456" y="380"/>
                </a:lnTo>
                <a:lnTo>
                  <a:pt x="456" y="381"/>
                </a:lnTo>
                <a:lnTo>
                  <a:pt x="456" y="382"/>
                </a:lnTo>
                <a:lnTo>
                  <a:pt x="456" y="384"/>
                </a:lnTo>
                <a:lnTo>
                  <a:pt x="457" y="385"/>
                </a:lnTo>
                <a:lnTo>
                  <a:pt x="458" y="386"/>
                </a:lnTo>
                <a:lnTo>
                  <a:pt x="458" y="388"/>
                </a:lnTo>
                <a:lnTo>
                  <a:pt x="458" y="389"/>
                </a:lnTo>
                <a:lnTo>
                  <a:pt x="458" y="390"/>
                </a:lnTo>
                <a:lnTo>
                  <a:pt x="458" y="391"/>
                </a:lnTo>
                <a:lnTo>
                  <a:pt x="459" y="391"/>
                </a:lnTo>
                <a:lnTo>
                  <a:pt x="459" y="393"/>
                </a:lnTo>
                <a:lnTo>
                  <a:pt x="458" y="393"/>
                </a:lnTo>
                <a:lnTo>
                  <a:pt x="459" y="393"/>
                </a:lnTo>
                <a:lnTo>
                  <a:pt x="459" y="394"/>
                </a:lnTo>
                <a:lnTo>
                  <a:pt x="459" y="395"/>
                </a:lnTo>
                <a:lnTo>
                  <a:pt x="459" y="396"/>
                </a:lnTo>
                <a:lnTo>
                  <a:pt x="459" y="397"/>
                </a:lnTo>
                <a:lnTo>
                  <a:pt x="459" y="398"/>
                </a:lnTo>
                <a:lnTo>
                  <a:pt x="459" y="399"/>
                </a:lnTo>
                <a:lnTo>
                  <a:pt x="460" y="400"/>
                </a:lnTo>
                <a:lnTo>
                  <a:pt x="460" y="401"/>
                </a:lnTo>
                <a:lnTo>
                  <a:pt x="460" y="402"/>
                </a:lnTo>
                <a:lnTo>
                  <a:pt x="461" y="402"/>
                </a:lnTo>
                <a:lnTo>
                  <a:pt x="461" y="403"/>
                </a:lnTo>
                <a:lnTo>
                  <a:pt x="462" y="403"/>
                </a:lnTo>
                <a:lnTo>
                  <a:pt x="462" y="404"/>
                </a:lnTo>
                <a:lnTo>
                  <a:pt x="462" y="406"/>
                </a:lnTo>
                <a:lnTo>
                  <a:pt x="462" y="407"/>
                </a:lnTo>
                <a:lnTo>
                  <a:pt x="462" y="408"/>
                </a:lnTo>
                <a:lnTo>
                  <a:pt x="462" y="409"/>
                </a:lnTo>
                <a:lnTo>
                  <a:pt x="462" y="410"/>
                </a:lnTo>
                <a:lnTo>
                  <a:pt x="461" y="412"/>
                </a:lnTo>
                <a:lnTo>
                  <a:pt x="460" y="412"/>
                </a:lnTo>
                <a:lnTo>
                  <a:pt x="459" y="413"/>
                </a:lnTo>
                <a:lnTo>
                  <a:pt x="458" y="414"/>
                </a:lnTo>
                <a:lnTo>
                  <a:pt x="458" y="415"/>
                </a:lnTo>
                <a:lnTo>
                  <a:pt x="458" y="416"/>
                </a:lnTo>
                <a:lnTo>
                  <a:pt x="457" y="417"/>
                </a:lnTo>
                <a:lnTo>
                  <a:pt x="457" y="418"/>
                </a:lnTo>
                <a:lnTo>
                  <a:pt x="456" y="419"/>
                </a:lnTo>
                <a:lnTo>
                  <a:pt x="456" y="420"/>
                </a:lnTo>
                <a:lnTo>
                  <a:pt x="456" y="421"/>
                </a:lnTo>
                <a:lnTo>
                  <a:pt x="455" y="422"/>
                </a:lnTo>
                <a:lnTo>
                  <a:pt x="455" y="423"/>
                </a:lnTo>
                <a:lnTo>
                  <a:pt x="454" y="423"/>
                </a:lnTo>
                <a:lnTo>
                  <a:pt x="453" y="425"/>
                </a:lnTo>
                <a:lnTo>
                  <a:pt x="452" y="425"/>
                </a:lnTo>
                <a:lnTo>
                  <a:pt x="452" y="426"/>
                </a:lnTo>
                <a:lnTo>
                  <a:pt x="451" y="426"/>
                </a:lnTo>
                <a:lnTo>
                  <a:pt x="450" y="426"/>
                </a:lnTo>
                <a:lnTo>
                  <a:pt x="450" y="427"/>
                </a:lnTo>
                <a:lnTo>
                  <a:pt x="449" y="427"/>
                </a:lnTo>
                <a:lnTo>
                  <a:pt x="449" y="428"/>
                </a:lnTo>
                <a:lnTo>
                  <a:pt x="449" y="429"/>
                </a:lnTo>
                <a:lnTo>
                  <a:pt x="448" y="429"/>
                </a:lnTo>
                <a:lnTo>
                  <a:pt x="447" y="430"/>
                </a:lnTo>
                <a:lnTo>
                  <a:pt x="447" y="431"/>
                </a:lnTo>
                <a:lnTo>
                  <a:pt x="446" y="432"/>
                </a:lnTo>
                <a:lnTo>
                  <a:pt x="446" y="433"/>
                </a:lnTo>
                <a:lnTo>
                  <a:pt x="445" y="434"/>
                </a:lnTo>
                <a:lnTo>
                  <a:pt x="445" y="435"/>
                </a:lnTo>
                <a:lnTo>
                  <a:pt x="444" y="435"/>
                </a:lnTo>
                <a:lnTo>
                  <a:pt x="444" y="436"/>
                </a:lnTo>
                <a:lnTo>
                  <a:pt x="445" y="436"/>
                </a:lnTo>
                <a:lnTo>
                  <a:pt x="444" y="437"/>
                </a:lnTo>
                <a:lnTo>
                  <a:pt x="444" y="438"/>
                </a:lnTo>
                <a:lnTo>
                  <a:pt x="444" y="439"/>
                </a:lnTo>
                <a:lnTo>
                  <a:pt x="444" y="440"/>
                </a:lnTo>
                <a:lnTo>
                  <a:pt x="443" y="440"/>
                </a:lnTo>
                <a:lnTo>
                  <a:pt x="443" y="441"/>
                </a:lnTo>
                <a:lnTo>
                  <a:pt x="442" y="441"/>
                </a:lnTo>
                <a:lnTo>
                  <a:pt x="441" y="442"/>
                </a:lnTo>
                <a:lnTo>
                  <a:pt x="441" y="443"/>
                </a:lnTo>
                <a:lnTo>
                  <a:pt x="440" y="443"/>
                </a:lnTo>
                <a:lnTo>
                  <a:pt x="440" y="444"/>
                </a:lnTo>
                <a:lnTo>
                  <a:pt x="440" y="445"/>
                </a:lnTo>
                <a:lnTo>
                  <a:pt x="440" y="447"/>
                </a:lnTo>
                <a:lnTo>
                  <a:pt x="440" y="448"/>
                </a:lnTo>
                <a:lnTo>
                  <a:pt x="439" y="449"/>
                </a:lnTo>
                <a:lnTo>
                  <a:pt x="439" y="450"/>
                </a:lnTo>
                <a:lnTo>
                  <a:pt x="439" y="452"/>
                </a:lnTo>
                <a:lnTo>
                  <a:pt x="439" y="453"/>
                </a:lnTo>
                <a:lnTo>
                  <a:pt x="440" y="454"/>
                </a:lnTo>
                <a:lnTo>
                  <a:pt x="440" y="455"/>
                </a:lnTo>
                <a:lnTo>
                  <a:pt x="441" y="456"/>
                </a:lnTo>
                <a:lnTo>
                  <a:pt x="440" y="456"/>
                </a:lnTo>
                <a:lnTo>
                  <a:pt x="440" y="458"/>
                </a:lnTo>
                <a:lnTo>
                  <a:pt x="439" y="459"/>
                </a:lnTo>
                <a:lnTo>
                  <a:pt x="439" y="460"/>
                </a:lnTo>
                <a:lnTo>
                  <a:pt x="438" y="461"/>
                </a:lnTo>
                <a:lnTo>
                  <a:pt x="437" y="461"/>
                </a:lnTo>
                <a:lnTo>
                  <a:pt x="436" y="461"/>
                </a:lnTo>
                <a:lnTo>
                  <a:pt x="436" y="462"/>
                </a:lnTo>
                <a:lnTo>
                  <a:pt x="437" y="462"/>
                </a:lnTo>
                <a:lnTo>
                  <a:pt x="438" y="463"/>
                </a:lnTo>
                <a:lnTo>
                  <a:pt x="438" y="464"/>
                </a:lnTo>
                <a:lnTo>
                  <a:pt x="437" y="465"/>
                </a:lnTo>
                <a:lnTo>
                  <a:pt x="437" y="466"/>
                </a:lnTo>
                <a:lnTo>
                  <a:pt x="436" y="467"/>
                </a:lnTo>
                <a:lnTo>
                  <a:pt x="435" y="467"/>
                </a:lnTo>
                <a:lnTo>
                  <a:pt x="434" y="467"/>
                </a:lnTo>
                <a:lnTo>
                  <a:pt x="434" y="468"/>
                </a:lnTo>
                <a:lnTo>
                  <a:pt x="434" y="469"/>
                </a:lnTo>
                <a:lnTo>
                  <a:pt x="434" y="470"/>
                </a:lnTo>
                <a:lnTo>
                  <a:pt x="434" y="471"/>
                </a:lnTo>
                <a:lnTo>
                  <a:pt x="433" y="471"/>
                </a:lnTo>
                <a:lnTo>
                  <a:pt x="432" y="472"/>
                </a:lnTo>
                <a:lnTo>
                  <a:pt x="431" y="473"/>
                </a:lnTo>
                <a:lnTo>
                  <a:pt x="431" y="474"/>
                </a:lnTo>
                <a:lnTo>
                  <a:pt x="430" y="475"/>
                </a:lnTo>
                <a:lnTo>
                  <a:pt x="429" y="475"/>
                </a:lnTo>
                <a:lnTo>
                  <a:pt x="429" y="476"/>
                </a:lnTo>
                <a:lnTo>
                  <a:pt x="428" y="476"/>
                </a:lnTo>
                <a:lnTo>
                  <a:pt x="428" y="477"/>
                </a:lnTo>
                <a:lnTo>
                  <a:pt x="428" y="478"/>
                </a:lnTo>
                <a:lnTo>
                  <a:pt x="428" y="481"/>
                </a:lnTo>
                <a:lnTo>
                  <a:pt x="428" y="482"/>
                </a:lnTo>
                <a:lnTo>
                  <a:pt x="428" y="483"/>
                </a:lnTo>
                <a:lnTo>
                  <a:pt x="429" y="483"/>
                </a:lnTo>
                <a:lnTo>
                  <a:pt x="429" y="484"/>
                </a:lnTo>
                <a:lnTo>
                  <a:pt x="429" y="485"/>
                </a:lnTo>
                <a:lnTo>
                  <a:pt x="429" y="486"/>
                </a:lnTo>
                <a:lnTo>
                  <a:pt x="429" y="487"/>
                </a:lnTo>
                <a:lnTo>
                  <a:pt x="429" y="488"/>
                </a:lnTo>
                <a:lnTo>
                  <a:pt x="429" y="489"/>
                </a:lnTo>
                <a:lnTo>
                  <a:pt x="429" y="490"/>
                </a:lnTo>
                <a:lnTo>
                  <a:pt x="430" y="490"/>
                </a:lnTo>
                <a:lnTo>
                  <a:pt x="430" y="491"/>
                </a:lnTo>
                <a:lnTo>
                  <a:pt x="430" y="492"/>
                </a:lnTo>
                <a:lnTo>
                  <a:pt x="430" y="493"/>
                </a:lnTo>
                <a:lnTo>
                  <a:pt x="430" y="496"/>
                </a:lnTo>
                <a:lnTo>
                  <a:pt x="430" y="497"/>
                </a:lnTo>
                <a:lnTo>
                  <a:pt x="430" y="498"/>
                </a:lnTo>
                <a:lnTo>
                  <a:pt x="430" y="499"/>
                </a:lnTo>
                <a:lnTo>
                  <a:pt x="429" y="499"/>
                </a:lnTo>
                <a:lnTo>
                  <a:pt x="429" y="500"/>
                </a:lnTo>
                <a:lnTo>
                  <a:pt x="429" y="501"/>
                </a:lnTo>
                <a:lnTo>
                  <a:pt x="429" y="502"/>
                </a:lnTo>
                <a:lnTo>
                  <a:pt x="429" y="503"/>
                </a:lnTo>
                <a:lnTo>
                  <a:pt x="428" y="503"/>
                </a:lnTo>
                <a:lnTo>
                  <a:pt x="429" y="504"/>
                </a:lnTo>
                <a:lnTo>
                  <a:pt x="428" y="504"/>
                </a:lnTo>
                <a:lnTo>
                  <a:pt x="428" y="505"/>
                </a:lnTo>
                <a:lnTo>
                  <a:pt x="429" y="505"/>
                </a:lnTo>
                <a:lnTo>
                  <a:pt x="429" y="506"/>
                </a:lnTo>
                <a:lnTo>
                  <a:pt x="429" y="507"/>
                </a:lnTo>
                <a:lnTo>
                  <a:pt x="430" y="507"/>
                </a:lnTo>
                <a:lnTo>
                  <a:pt x="430" y="508"/>
                </a:lnTo>
                <a:lnTo>
                  <a:pt x="431" y="508"/>
                </a:lnTo>
                <a:lnTo>
                  <a:pt x="431" y="509"/>
                </a:lnTo>
                <a:lnTo>
                  <a:pt x="432" y="509"/>
                </a:lnTo>
                <a:lnTo>
                  <a:pt x="433" y="509"/>
                </a:lnTo>
                <a:lnTo>
                  <a:pt x="433" y="510"/>
                </a:lnTo>
                <a:lnTo>
                  <a:pt x="434" y="510"/>
                </a:lnTo>
                <a:lnTo>
                  <a:pt x="439" y="510"/>
                </a:lnTo>
                <a:lnTo>
                  <a:pt x="440" y="510"/>
                </a:lnTo>
                <a:lnTo>
                  <a:pt x="441" y="511"/>
                </a:lnTo>
                <a:lnTo>
                  <a:pt x="440" y="511"/>
                </a:lnTo>
                <a:lnTo>
                  <a:pt x="440" y="512"/>
                </a:lnTo>
                <a:lnTo>
                  <a:pt x="440" y="513"/>
                </a:lnTo>
                <a:lnTo>
                  <a:pt x="440" y="514"/>
                </a:lnTo>
                <a:lnTo>
                  <a:pt x="441" y="515"/>
                </a:lnTo>
                <a:lnTo>
                  <a:pt x="442" y="515"/>
                </a:lnTo>
                <a:lnTo>
                  <a:pt x="443" y="515"/>
                </a:lnTo>
                <a:lnTo>
                  <a:pt x="443" y="514"/>
                </a:lnTo>
                <a:lnTo>
                  <a:pt x="443" y="515"/>
                </a:lnTo>
                <a:lnTo>
                  <a:pt x="442" y="516"/>
                </a:lnTo>
                <a:lnTo>
                  <a:pt x="442" y="515"/>
                </a:lnTo>
                <a:lnTo>
                  <a:pt x="441" y="515"/>
                </a:lnTo>
                <a:lnTo>
                  <a:pt x="441" y="516"/>
                </a:lnTo>
                <a:lnTo>
                  <a:pt x="440" y="517"/>
                </a:lnTo>
                <a:lnTo>
                  <a:pt x="439" y="517"/>
                </a:lnTo>
                <a:lnTo>
                  <a:pt x="439" y="518"/>
                </a:lnTo>
                <a:lnTo>
                  <a:pt x="439" y="519"/>
                </a:lnTo>
                <a:lnTo>
                  <a:pt x="440" y="520"/>
                </a:lnTo>
                <a:lnTo>
                  <a:pt x="440" y="521"/>
                </a:lnTo>
                <a:lnTo>
                  <a:pt x="440" y="522"/>
                </a:lnTo>
                <a:lnTo>
                  <a:pt x="441" y="522"/>
                </a:lnTo>
                <a:lnTo>
                  <a:pt x="441" y="523"/>
                </a:lnTo>
                <a:lnTo>
                  <a:pt x="442" y="524"/>
                </a:lnTo>
                <a:lnTo>
                  <a:pt x="442" y="525"/>
                </a:lnTo>
                <a:lnTo>
                  <a:pt x="442" y="526"/>
                </a:lnTo>
                <a:lnTo>
                  <a:pt x="443" y="526"/>
                </a:lnTo>
                <a:lnTo>
                  <a:pt x="443" y="527"/>
                </a:lnTo>
                <a:lnTo>
                  <a:pt x="443" y="528"/>
                </a:lnTo>
                <a:lnTo>
                  <a:pt x="444" y="528"/>
                </a:lnTo>
                <a:lnTo>
                  <a:pt x="444" y="529"/>
                </a:lnTo>
                <a:lnTo>
                  <a:pt x="445" y="530"/>
                </a:lnTo>
                <a:lnTo>
                  <a:pt x="446" y="530"/>
                </a:lnTo>
                <a:lnTo>
                  <a:pt x="446" y="531"/>
                </a:lnTo>
                <a:lnTo>
                  <a:pt x="447" y="531"/>
                </a:lnTo>
                <a:lnTo>
                  <a:pt x="448" y="531"/>
                </a:lnTo>
                <a:lnTo>
                  <a:pt x="448" y="530"/>
                </a:lnTo>
                <a:lnTo>
                  <a:pt x="449" y="530"/>
                </a:lnTo>
                <a:lnTo>
                  <a:pt x="450" y="530"/>
                </a:lnTo>
                <a:lnTo>
                  <a:pt x="450" y="531"/>
                </a:lnTo>
                <a:lnTo>
                  <a:pt x="449" y="531"/>
                </a:lnTo>
                <a:lnTo>
                  <a:pt x="449" y="532"/>
                </a:lnTo>
                <a:lnTo>
                  <a:pt x="450" y="532"/>
                </a:lnTo>
                <a:lnTo>
                  <a:pt x="450" y="533"/>
                </a:lnTo>
                <a:lnTo>
                  <a:pt x="450" y="534"/>
                </a:lnTo>
                <a:lnTo>
                  <a:pt x="451" y="534"/>
                </a:lnTo>
                <a:lnTo>
                  <a:pt x="451" y="536"/>
                </a:lnTo>
                <a:lnTo>
                  <a:pt x="452" y="536"/>
                </a:lnTo>
                <a:lnTo>
                  <a:pt x="452" y="537"/>
                </a:lnTo>
                <a:lnTo>
                  <a:pt x="452" y="538"/>
                </a:lnTo>
                <a:lnTo>
                  <a:pt x="452" y="539"/>
                </a:lnTo>
                <a:lnTo>
                  <a:pt x="451" y="540"/>
                </a:lnTo>
                <a:lnTo>
                  <a:pt x="450" y="539"/>
                </a:lnTo>
                <a:lnTo>
                  <a:pt x="449" y="539"/>
                </a:lnTo>
                <a:lnTo>
                  <a:pt x="449" y="540"/>
                </a:lnTo>
                <a:lnTo>
                  <a:pt x="449" y="541"/>
                </a:lnTo>
                <a:lnTo>
                  <a:pt x="448" y="541"/>
                </a:lnTo>
                <a:lnTo>
                  <a:pt x="448" y="542"/>
                </a:lnTo>
                <a:lnTo>
                  <a:pt x="447" y="542"/>
                </a:lnTo>
                <a:lnTo>
                  <a:pt x="446" y="542"/>
                </a:lnTo>
                <a:lnTo>
                  <a:pt x="446" y="543"/>
                </a:lnTo>
                <a:lnTo>
                  <a:pt x="445" y="543"/>
                </a:lnTo>
                <a:lnTo>
                  <a:pt x="445" y="544"/>
                </a:lnTo>
                <a:lnTo>
                  <a:pt x="446" y="544"/>
                </a:lnTo>
                <a:lnTo>
                  <a:pt x="447" y="546"/>
                </a:lnTo>
                <a:lnTo>
                  <a:pt x="446" y="546"/>
                </a:lnTo>
                <a:lnTo>
                  <a:pt x="446" y="547"/>
                </a:lnTo>
                <a:lnTo>
                  <a:pt x="447" y="548"/>
                </a:lnTo>
                <a:lnTo>
                  <a:pt x="448" y="548"/>
                </a:lnTo>
                <a:lnTo>
                  <a:pt x="449" y="548"/>
                </a:lnTo>
                <a:lnTo>
                  <a:pt x="450" y="548"/>
                </a:lnTo>
                <a:lnTo>
                  <a:pt x="451" y="548"/>
                </a:lnTo>
                <a:lnTo>
                  <a:pt x="451" y="549"/>
                </a:lnTo>
                <a:lnTo>
                  <a:pt x="452" y="549"/>
                </a:lnTo>
                <a:lnTo>
                  <a:pt x="452" y="550"/>
                </a:lnTo>
                <a:lnTo>
                  <a:pt x="453" y="550"/>
                </a:lnTo>
                <a:lnTo>
                  <a:pt x="454" y="550"/>
                </a:lnTo>
                <a:lnTo>
                  <a:pt x="455" y="550"/>
                </a:lnTo>
                <a:lnTo>
                  <a:pt x="456" y="550"/>
                </a:lnTo>
                <a:lnTo>
                  <a:pt x="457" y="551"/>
                </a:lnTo>
                <a:lnTo>
                  <a:pt x="457" y="552"/>
                </a:lnTo>
                <a:lnTo>
                  <a:pt x="458" y="553"/>
                </a:lnTo>
                <a:lnTo>
                  <a:pt x="459" y="552"/>
                </a:lnTo>
                <a:lnTo>
                  <a:pt x="460" y="553"/>
                </a:lnTo>
                <a:lnTo>
                  <a:pt x="460" y="554"/>
                </a:lnTo>
                <a:lnTo>
                  <a:pt x="461" y="554"/>
                </a:lnTo>
                <a:lnTo>
                  <a:pt x="462" y="554"/>
                </a:lnTo>
                <a:lnTo>
                  <a:pt x="463" y="554"/>
                </a:lnTo>
                <a:lnTo>
                  <a:pt x="464" y="555"/>
                </a:lnTo>
                <a:lnTo>
                  <a:pt x="465" y="556"/>
                </a:lnTo>
                <a:lnTo>
                  <a:pt x="465" y="557"/>
                </a:lnTo>
                <a:lnTo>
                  <a:pt x="464" y="557"/>
                </a:lnTo>
                <a:lnTo>
                  <a:pt x="463" y="558"/>
                </a:lnTo>
                <a:lnTo>
                  <a:pt x="463" y="559"/>
                </a:lnTo>
                <a:lnTo>
                  <a:pt x="462" y="560"/>
                </a:lnTo>
                <a:lnTo>
                  <a:pt x="462" y="561"/>
                </a:lnTo>
                <a:lnTo>
                  <a:pt x="461" y="561"/>
                </a:lnTo>
                <a:lnTo>
                  <a:pt x="460" y="561"/>
                </a:lnTo>
                <a:lnTo>
                  <a:pt x="460" y="562"/>
                </a:lnTo>
                <a:lnTo>
                  <a:pt x="460" y="563"/>
                </a:lnTo>
                <a:lnTo>
                  <a:pt x="460" y="564"/>
                </a:lnTo>
                <a:lnTo>
                  <a:pt x="460" y="565"/>
                </a:lnTo>
                <a:lnTo>
                  <a:pt x="460" y="566"/>
                </a:lnTo>
                <a:lnTo>
                  <a:pt x="460" y="567"/>
                </a:lnTo>
                <a:lnTo>
                  <a:pt x="460" y="568"/>
                </a:lnTo>
                <a:lnTo>
                  <a:pt x="460" y="569"/>
                </a:lnTo>
                <a:lnTo>
                  <a:pt x="460" y="570"/>
                </a:lnTo>
                <a:lnTo>
                  <a:pt x="461" y="570"/>
                </a:lnTo>
                <a:lnTo>
                  <a:pt x="462" y="570"/>
                </a:lnTo>
                <a:lnTo>
                  <a:pt x="462" y="569"/>
                </a:lnTo>
                <a:lnTo>
                  <a:pt x="462" y="568"/>
                </a:lnTo>
                <a:lnTo>
                  <a:pt x="463" y="568"/>
                </a:lnTo>
                <a:lnTo>
                  <a:pt x="463" y="569"/>
                </a:lnTo>
                <a:lnTo>
                  <a:pt x="464" y="569"/>
                </a:lnTo>
                <a:lnTo>
                  <a:pt x="463" y="570"/>
                </a:lnTo>
                <a:lnTo>
                  <a:pt x="464" y="570"/>
                </a:lnTo>
                <a:lnTo>
                  <a:pt x="464" y="571"/>
                </a:lnTo>
                <a:lnTo>
                  <a:pt x="465" y="572"/>
                </a:lnTo>
                <a:lnTo>
                  <a:pt x="465" y="573"/>
                </a:lnTo>
                <a:lnTo>
                  <a:pt x="465" y="574"/>
                </a:lnTo>
                <a:lnTo>
                  <a:pt x="466" y="574"/>
                </a:lnTo>
                <a:lnTo>
                  <a:pt x="465" y="574"/>
                </a:lnTo>
                <a:lnTo>
                  <a:pt x="465" y="575"/>
                </a:lnTo>
                <a:lnTo>
                  <a:pt x="466" y="575"/>
                </a:lnTo>
                <a:lnTo>
                  <a:pt x="467" y="576"/>
                </a:lnTo>
                <a:lnTo>
                  <a:pt x="467" y="577"/>
                </a:lnTo>
                <a:lnTo>
                  <a:pt x="468" y="577"/>
                </a:lnTo>
                <a:lnTo>
                  <a:pt x="467" y="578"/>
                </a:lnTo>
                <a:lnTo>
                  <a:pt x="466" y="578"/>
                </a:lnTo>
                <a:lnTo>
                  <a:pt x="465" y="578"/>
                </a:lnTo>
                <a:lnTo>
                  <a:pt x="465" y="579"/>
                </a:lnTo>
                <a:lnTo>
                  <a:pt x="464" y="580"/>
                </a:lnTo>
                <a:lnTo>
                  <a:pt x="463" y="580"/>
                </a:lnTo>
                <a:lnTo>
                  <a:pt x="463" y="581"/>
                </a:lnTo>
                <a:lnTo>
                  <a:pt x="463" y="582"/>
                </a:lnTo>
                <a:lnTo>
                  <a:pt x="462" y="582"/>
                </a:lnTo>
                <a:lnTo>
                  <a:pt x="462" y="581"/>
                </a:lnTo>
                <a:lnTo>
                  <a:pt x="462" y="582"/>
                </a:lnTo>
                <a:lnTo>
                  <a:pt x="461" y="582"/>
                </a:lnTo>
                <a:lnTo>
                  <a:pt x="460" y="582"/>
                </a:lnTo>
                <a:lnTo>
                  <a:pt x="460" y="584"/>
                </a:lnTo>
                <a:lnTo>
                  <a:pt x="461" y="585"/>
                </a:lnTo>
                <a:lnTo>
                  <a:pt x="462" y="585"/>
                </a:lnTo>
                <a:lnTo>
                  <a:pt x="462" y="586"/>
                </a:lnTo>
                <a:lnTo>
                  <a:pt x="462" y="587"/>
                </a:lnTo>
                <a:lnTo>
                  <a:pt x="463" y="588"/>
                </a:lnTo>
                <a:lnTo>
                  <a:pt x="464" y="588"/>
                </a:lnTo>
                <a:lnTo>
                  <a:pt x="465" y="588"/>
                </a:lnTo>
                <a:lnTo>
                  <a:pt x="466" y="587"/>
                </a:lnTo>
                <a:lnTo>
                  <a:pt x="467" y="587"/>
                </a:lnTo>
                <a:lnTo>
                  <a:pt x="467" y="588"/>
                </a:lnTo>
                <a:lnTo>
                  <a:pt x="468" y="588"/>
                </a:lnTo>
                <a:lnTo>
                  <a:pt x="469" y="589"/>
                </a:lnTo>
                <a:lnTo>
                  <a:pt x="470" y="589"/>
                </a:lnTo>
                <a:lnTo>
                  <a:pt x="471" y="589"/>
                </a:lnTo>
                <a:lnTo>
                  <a:pt x="472" y="590"/>
                </a:lnTo>
                <a:lnTo>
                  <a:pt x="472" y="591"/>
                </a:lnTo>
                <a:lnTo>
                  <a:pt x="472" y="592"/>
                </a:lnTo>
                <a:lnTo>
                  <a:pt x="473" y="592"/>
                </a:lnTo>
                <a:lnTo>
                  <a:pt x="473" y="593"/>
                </a:lnTo>
                <a:lnTo>
                  <a:pt x="474" y="593"/>
                </a:lnTo>
                <a:lnTo>
                  <a:pt x="476" y="593"/>
                </a:lnTo>
                <a:lnTo>
                  <a:pt x="477" y="593"/>
                </a:lnTo>
                <a:lnTo>
                  <a:pt x="477" y="594"/>
                </a:lnTo>
                <a:lnTo>
                  <a:pt x="477" y="595"/>
                </a:lnTo>
                <a:lnTo>
                  <a:pt x="478" y="595"/>
                </a:lnTo>
                <a:lnTo>
                  <a:pt x="479" y="595"/>
                </a:lnTo>
                <a:lnTo>
                  <a:pt x="479" y="596"/>
                </a:lnTo>
                <a:lnTo>
                  <a:pt x="480" y="597"/>
                </a:lnTo>
                <a:lnTo>
                  <a:pt x="480" y="599"/>
                </a:lnTo>
                <a:lnTo>
                  <a:pt x="481" y="599"/>
                </a:lnTo>
                <a:lnTo>
                  <a:pt x="481" y="600"/>
                </a:lnTo>
                <a:lnTo>
                  <a:pt x="481" y="601"/>
                </a:lnTo>
                <a:lnTo>
                  <a:pt x="482" y="601"/>
                </a:lnTo>
                <a:lnTo>
                  <a:pt x="482" y="602"/>
                </a:lnTo>
                <a:lnTo>
                  <a:pt x="481" y="602"/>
                </a:lnTo>
                <a:lnTo>
                  <a:pt x="481" y="603"/>
                </a:lnTo>
                <a:lnTo>
                  <a:pt x="481" y="604"/>
                </a:lnTo>
                <a:lnTo>
                  <a:pt x="481" y="605"/>
                </a:lnTo>
                <a:lnTo>
                  <a:pt x="482" y="605"/>
                </a:lnTo>
                <a:lnTo>
                  <a:pt x="482" y="606"/>
                </a:lnTo>
                <a:lnTo>
                  <a:pt x="483" y="607"/>
                </a:lnTo>
                <a:lnTo>
                  <a:pt x="484" y="607"/>
                </a:lnTo>
                <a:lnTo>
                  <a:pt x="485" y="608"/>
                </a:lnTo>
                <a:lnTo>
                  <a:pt x="485" y="609"/>
                </a:lnTo>
                <a:lnTo>
                  <a:pt x="486" y="610"/>
                </a:lnTo>
                <a:lnTo>
                  <a:pt x="487" y="610"/>
                </a:lnTo>
                <a:lnTo>
                  <a:pt x="488" y="610"/>
                </a:lnTo>
                <a:lnTo>
                  <a:pt x="489" y="610"/>
                </a:lnTo>
                <a:lnTo>
                  <a:pt x="490" y="611"/>
                </a:lnTo>
                <a:lnTo>
                  <a:pt x="491" y="611"/>
                </a:lnTo>
                <a:lnTo>
                  <a:pt x="492" y="611"/>
                </a:lnTo>
                <a:lnTo>
                  <a:pt x="492" y="612"/>
                </a:lnTo>
                <a:lnTo>
                  <a:pt x="493" y="612"/>
                </a:lnTo>
                <a:lnTo>
                  <a:pt x="494" y="612"/>
                </a:lnTo>
                <a:lnTo>
                  <a:pt x="494" y="613"/>
                </a:lnTo>
                <a:lnTo>
                  <a:pt x="495" y="613"/>
                </a:lnTo>
                <a:lnTo>
                  <a:pt x="496" y="614"/>
                </a:lnTo>
                <a:lnTo>
                  <a:pt x="496" y="615"/>
                </a:lnTo>
                <a:lnTo>
                  <a:pt x="497" y="615"/>
                </a:lnTo>
                <a:lnTo>
                  <a:pt x="497" y="616"/>
                </a:lnTo>
                <a:lnTo>
                  <a:pt x="497" y="617"/>
                </a:lnTo>
                <a:lnTo>
                  <a:pt x="498" y="617"/>
                </a:lnTo>
                <a:lnTo>
                  <a:pt x="498" y="618"/>
                </a:lnTo>
                <a:lnTo>
                  <a:pt x="497" y="618"/>
                </a:lnTo>
                <a:lnTo>
                  <a:pt x="497" y="619"/>
                </a:lnTo>
                <a:lnTo>
                  <a:pt x="497" y="620"/>
                </a:lnTo>
                <a:lnTo>
                  <a:pt x="498" y="620"/>
                </a:lnTo>
                <a:lnTo>
                  <a:pt x="498" y="621"/>
                </a:lnTo>
                <a:lnTo>
                  <a:pt x="499" y="621"/>
                </a:lnTo>
                <a:lnTo>
                  <a:pt x="499" y="622"/>
                </a:lnTo>
                <a:lnTo>
                  <a:pt x="499" y="623"/>
                </a:lnTo>
                <a:lnTo>
                  <a:pt x="500" y="625"/>
                </a:lnTo>
                <a:lnTo>
                  <a:pt x="499" y="626"/>
                </a:lnTo>
                <a:lnTo>
                  <a:pt x="499" y="627"/>
                </a:lnTo>
                <a:lnTo>
                  <a:pt x="499" y="628"/>
                </a:lnTo>
                <a:lnTo>
                  <a:pt x="499" y="629"/>
                </a:lnTo>
                <a:lnTo>
                  <a:pt x="498" y="629"/>
                </a:lnTo>
                <a:lnTo>
                  <a:pt x="498" y="630"/>
                </a:lnTo>
                <a:lnTo>
                  <a:pt x="497" y="630"/>
                </a:lnTo>
                <a:lnTo>
                  <a:pt x="497" y="629"/>
                </a:lnTo>
                <a:lnTo>
                  <a:pt x="496" y="630"/>
                </a:lnTo>
                <a:lnTo>
                  <a:pt x="497" y="630"/>
                </a:lnTo>
                <a:lnTo>
                  <a:pt x="497" y="631"/>
                </a:lnTo>
                <a:lnTo>
                  <a:pt x="498" y="631"/>
                </a:lnTo>
                <a:lnTo>
                  <a:pt x="498" y="632"/>
                </a:lnTo>
                <a:lnTo>
                  <a:pt x="498" y="633"/>
                </a:lnTo>
                <a:lnTo>
                  <a:pt x="498" y="634"/>
                </a:lnTo>
                <a:lnTo>
                  <a:pt x="499" y="635"/>
                </a:lnTo>
                <a:lnTo>
                  <a:pt x="499" y="636"/>
                </a:lnTo>
                <a:lnTo>
                  <a:pt x="500" y="636"/>
                </a:lnTo>
                <a:lnTo>
                  <a:pt x="500" y="637"/>
                </a:lnTo>
                <a:lnTo>
                  <a:pt x="500" y="638"/>
                </a:lnTo>
                <a:lnTo>
                  <a:pt x="499" y="638"/>
                </a:lnTo>
                <a:lnTo>
                  <a:pt x="499" y="639"/>
                </a:lnTo>
                <a:lnTo>
                  <a:pt x="500" y="639"/>
                </a:lnTo>
                <a:lnTo>
                  <a:pt x="500" y="640"/>
                </a:lnTo>
                <a:lnTo>
                  <a:pt x="500" y="641"/>
                </a:lnTo>
                <a:lnTo>
                  <a:pt x="499" y="641"/>
                </a:lnTo>
                <a:lnTo>
                  <a:pt x="498" y="641"/>
                </a:lnTo>
                <a:lnTo>
                  <a:pt x="497" y="642"/>
                </a:lnTo>
                <a:lnTo>
                  <a:pt x="497" y="643"/>
                </a:lnTo>
                <a:lnTo>
                  <a:pt x="497" y="644"/>
                </a:lnTo>
                <a:lnTo>
                  <a:pt x="497" y="643"/>
                </a:lnTo>
                <a:lnTo>
                  <a:pt x="497" y="644"/>
                </a:lnTo>
                <a:lnTo>
                  <a:pt x="496" y="644"/>
                </a:lnTo>
                <a:lnTo>
                  <a:pt x="496" y="645"/>
                </a:lnTo>
                <a:lnTo>
                  <a:pt x="497" y="645"/>
                </a:lnTo>
                <a:lnTo>
                  <a:pt x="496" y="646"/>
                </a:lnTo>
                <a:lnTo>
                  <a:pt x="495" y="647"/>
                </a:lnTo>
                <a:lnTo>
                  <a:pt x="496" y="648"/>
                </a:lnTo>
                <a:lnTo>
                  <a:pt x="496" y="649"/>
                </a:lnTo>
                <a:lnTo>
                  <a:pt x="496" y="648"/>
                </a:lnTo>
                <a:lnTo>
                  <a:pt x="495" y="648"/>
                </a:lnTo>
                <a:lnTo>
                  <a:pt x="494" y="648"/>
                </a:lnTo>
                <a:lnTo>
                  <a:pt x="493" y="649"/>
                </a:lnTo>
                <a:lnTo>
                  <a:pt x="493" y="650"/>
                </a:lnTo>
                <a:lnTo>
                  <a:pt x="492" y="650"/>
                </a:lnTo>
                <a:lnTo>
                  <a:pt x="492" y="651"/>
                </a:lnTo>
                <a:lnTo>
                  <a:pt x="492" y="652"/>
                </a:lnTo>
                <a:lnTo>
                  <a:pt x="490" y="653"/>
                </a:lnTo>
                <a:lnTo>
                  <a:pt x="490" y="654"/>
                </a:lnTo>
                <a:lnTo>
                  <a:pt x="489" y="654"/>
                </a:lnTo>
                <a:lnTo>
                  <a:pt x="489" y="653"/>
                </a:lnTo>
                <a:lnTo>
                  <a:pt x="488" y="653"/>
                </a:lnTo>
                <a:lnTo>
                  <a:pt x="488" y="654"/>
                </a:lnTo>
                <a:lnTo>
                  <a:pt x="488" y="653"/>
                </a:lnTo>
                <a:lnTo>
                  <a:pt x="487" y="653"/>
                </a:lnTo>
                <a:lnTo>
                  <a:pt x="486" y="653"/>
                </a:lnTo>
                <a:lnTo>
                  <a:pt x="486" y="652"/>
                </a:lnTo>
                <a:lnTo>
                  <a:pt x="485" y="652"/>
                </a:lnTo>
                <a:lnTo>
                  <a:pt x="485" y="653"/>
                </a:lnTo>
                <a:lnTo>
                  <a:pt x="484" y="653"/>
                </a:lnTo>
                <a:lnTo>
                  <a:pt x="483" y="653"/>
                </a:lnTo>
                <a:lnTo>
                  <a:pt x="482" y="653"/>
                </a:lnTo>
                <a:lnTo>
                  <a:pt x="482" y="654"/>
                </a:lnTo>
                <a:lnTo>
                  <a:pt x="481" y="654"/>
                </a:lnTo>
                <a:lnTo>
                  <a:pt x="481" y="655"/>
                </a:lnTo>
                <a:lnTo>
                  <a:pt x="480" y="656"/>
                </a:lnTo>
                <a:lnTo>
                  <a:pt x="480" y="657"/>
                </a:lnTo>
                <a:lnTo>
                  <a:pt x="481" y="657"/>
                </a:lnTo>
                <a:lnTo>
                  <a:pt x="481" y="658"/>
                </a:lnTo>
                <a:lnTo>
                  <a:pt x="481" y="659"/>
                </a:lnTo>
                <a:lnTo>
                  <a:pt x="480" y="659"/>
                </a:lnTo>
                <a:lnTo>
                  <a:pt x="480" y="658"/>
                </a:lnTo>
                <a:lnTo>
                  <a:pt x="479" y="658"/>
                </a:lnTo>
                <a:lnTo>
                  <a:pt x="479" y="659"/>
                </a:lnTo>
                <a:lnTo>
                  <a:pt x="478" y="659"/>
                </a:lnTo>
                <a:lnTo>
                  <a:pt x="477" y="659"/>
                </a:lnTo>
                <a:lnTo>
                  <a:pt x="476" y="659"/>
                </a:lnTo>
                <a:lnTo>
                  <a:pt x="475" y="659"/>
                </a:lnTo>
                <a:lnTo>
                  <a:pt x="475" y="660"/>
                </a:lnTo>
                <a:lnTo>
                  <a:pt x="474" y="660"/>
                </a:lnTo>
                <a:lnTo>
                  <a:pt x="473" y="660"/>
                </a:lnTo>
                <a:lnTo>
                  <a:pt x="473" y="661"/>
                </a:lnTo>
                <a:lnTo>
                  <a:pt x="472" y="661"/>
                </a:lnTo>
                <a:lnTo>
                  <a:pt x="472" y="662"/>
                </a:lnTo>
                <a:lnTo>
                  <a:pt x="472" y="664"/>
                </a:lnTo>
                <a:lnTo>
                  <a:pt x="471" y="665"/>
                </a:lnTo>
                <a:lnTo>
                  <a:pt x="469" y="663"/>
                </a:lnTo>
                <a:lnTo>
                  <a:pt x="468" y="662"/>
                </a:lnTo>
                <a:lnTo>
                  <a:pt x="468" y="661"/>
                </a:lnTo>
                <a:lnTo>
                  <a:pt x="467" y="661"/>
                </a:lnTo>
                <a:lnTo>
                  <a:pt x="467" y="660"/>
                </a:lnTo>
                <a:lnTo>
                  <a:pt x="467" y="661"/>
                </a:lnTo>
                <a:lnTo>
                  <a:pt x="467" y="660"/>
                </a:lnTo>
                <a:lnTo>
                  <a:pt x="466" y="660"/>
                </a:lnTo>
                <a:lnTo>
                  <a:pt x="466" y="659"/>
                </a:lnTo>
                <a:lnTo>
                  <a:pt x="466" y="658"/>
                </a:lnTo>
                <a:lnTo>
                  <a:pt x="465" y="658"/>
                </a:lnTo>
                <a:lnTo>
                  <a:pt x="465" y="659"/>
                </a:lnTo>
                <a:lnTo>
                  <a:pt x="465" y="660"/>
                </a:lnTo>
                <a:lnTo>
                  <a:pt x="464" y="660"/>
                </a:lnTo>
                <a:lnTo>
                  <a:pt x="463" y="660"/>
                </a:lnTo>
                <a:lnTo>
                  <a:pt x="462" y="659"/>
                </a:lnTo>
                <a:lnTo>
                  <a:pt x="461" y="659"/>
                </a:lnTo>
                <a:lnTo>
                  <a:pt x="460" y="658"/>
                </a:lnTo>
                <a:lnTo>
                  <a:pt x="461" y="658"/>
                </a:lnTo>
                <a:lnTo>
                  <a:pt x="461" y="657"/>
                </a:lnTo>
                <a:lnTo>
                  <a:pt x="461" y="656"/>
                </a:lnTo>
                <a:lnTo>
                  <a:pt x="461" y="653"/>
                </a:lnTo>
                <a:lnTo>
                  <a:pt x="460" y="653"/>
                </a:lnTo>
                <a:lnTo>
                  <a:pt x="460" y="652"/>
                </a:lnTo>
                <a:lnTo>
                  <a:pt x="459" y="652"/>
                </a:lnTo>
                <a:lnTo>
                  <a:pt x="459" y="651"/>
                </a:lnTo>
                <a:lnTo>
                  <a:pt x="460" y="651"/>
                </a:lnTo>
                <a:lnTo>
                  <a:pt x="460" y="650"/>
                </a:lnTo>
                <a:lnTo>
                  <a:pt x="459" y="650"/>
                </a:lnTo>
                <a:lnTo>
                  <a:pt x="459" y="649"/>
                </a:lnTo>
                <a:lnTo>
                  <a:pt x="458" y="649"/>
                </a:lnTo>
                <a:lnTo>
                  <a:pt x="458" y="650"/>
                </a:lnTo>
                <a:lnTo>
                  <a:pt x="458" y="649"/>
                </a:lnTo>
                <a:lnTo>
                  <a:pt x="457" y="649"/>
                </a:lnTo>
                <a:lnTo>
                  <a:pt x="456" y="648"/>
                </a:lnTo>
                <a:lnTo>
                  <a:pt x="455" y="648"/>
                </a:lnTo>
                <a:lnTo>
                  <a:pt x="455" y="649"/>
                </a:lnTo>
                <a:lnTo>
                  <a:pt x="455" y="650"/>
                </a:lnTo>
                <a:lnTo>
                  <a:pt x="455" y="651"/>
                </a:lnTo>
                <a:lnTo>
                  <a:pt x="454" y="651"/>
                </a:lnTo>
                <a:lnTo>
                  <a:pt x="453" y="650"/>
                </a:lnTo>
                <a:lnTo>
                  <a:pt x="453" y="651"/>
                </a:lnTo>
                <a:lnTo>
                  <a:pt x="453" y="652"/>
                </a:lnTo>
                <a:lnTo>
                  <a:pt x="452" y="652"/>
                </a:lnTo>
                <a:lnTo>
                  <a:pt x="451" y="653"/>
                </a:lnTo>
                <a:lnTo>
                  <a:pt x="451" y="654"/>
                </a:lnTo>
                <a:lnTo>
                  <a:pt x="450" y="655"/>
                </a:lnTo>
                <a:lnTo>
                  <a:pt x="449" y="655"/>
                </a:lnTo>
                <a:lnTo>
                  <a:pt x="449" y="656"/>
                </a:lnTo>
                <a:lnTo>
                  <a:pt x="449" y="657"/>
                </a:lnTo>
                <a:lnTo>
                  <a:pt x="448" y="657"/>
                </a:lnTo>
                <a:lnTo>
                  <a:pt x="448" y="656"/>
                </a:lnTo>
                <a:lnTo>
                  <a:pt x="447" y="656"/>
                </a:lnTo>
                <a:lnTo>
                  <a:pt x="446" y="656"/>
                </a:lnTo>
                <a:lnTo>
                  <a:pt x="446" y="657"/>
                </a:lnTo>
                <a:lnTo>
                  <a:pt x="445" y="657"/>
                </a:lnTo>
                <a:lnTo>
                  <a:pt x="444" y="657"/>
                </a:lnTo>
                <a:lnTo>
                  <a:pt x="443" y="656"/>
                </a:lnTo>
                <a:lnTo>
                  <a:pt x="441" y="656"/>
                </a:lnTo>
                <a:lnTo>
                  <a:pt x="440" y="656"/>
                </a:lnTo>
                <a:lnTo>
                  <a:pt x="441" y="656"/>
                </a:lnTo>
                <a:lnTo>
                  <a:pt x="441" y="655"/>
                </a:lnTo>
                <a:lnTo>
                  <a:pt x="440" y="655"/>
                </a:lnTo>
                <a:lnTo>
                  <a:pt x="440" y="656"/>
                </a:lnTo>
                <a:lnTo>
                  <a:pt x="439" y="656"/>
                </a:lnTo>
                <a:lnTo>
                  <a:pt x="439" y="657"/>
                </a:lnTo>
                <a:lnTo>
                  <a:pt x="438" y="657"/>
                </a:lnTo>
                <a:lnTo>
                  <a:pt x="437" y="657"/>
                </a:lnTo>
                <a:lnTo>
                  <a:pt x="437" y="658"/>
                </a:lnTo>
                <a:lnTo>
                  <a:pt x="438" y="658"/>
                </a:lnTo>
                <a:lnTo>
                  <a:pt x="437" y="658"/>
                </a:lnTo>
                <a:lnTo>
                  <a:pt x="436" y="658"/>
                </a:lnTo>
                <a:lnTo>
                  <a:pt x="435" y="657"/>
                </a:lnTo>
                <a:lnTo>
                  <a:pt x="434" y="657"/>
                </a:lnTo>
                <a:lnTo>
                  <a:pt x="433" y="657"/>
                </a:lnTo>
                <a:lnTo>
                  <a:pt x="431" y="657"/>
                </a:lnTo>
                <a:lnTo>
                  <a:pt x="430" y="658"/>
                </a:lnTo>
                <a:lnTo>
                  <a:pt x="429" y="658"/>
                </a:lnTo>
                <a:lnTo>
                  <a:pt x="428" y="658"/>
                </a:lnTo>
                <a:lnTo>
                  <a:pt x="427" y="658"/>
                </a:lnTo>
                <a:lnTo>
                  <a:pt x="426" y="658"/>
                </a:lnTo>
                <a:lnTo>
                  <a:pt x="426" y="657"/>
                </a:lnTo>
                <a:lnTo>
                  <a:pt x="425" y="657"/>
                </a:lnTo>
                <a:lnTo>
                  <a:pt x="425" y="656"/>
                </a:lnTo>
                <a:lnTo>
                  <a:pt x="424" y="656"/>
                </a:lnTo>
                <a:lnTo>
                  <a:pt x="424" y="655"/>
                </a:lnTo>
                <a:lnTo>
                  <a:pt x="423" y="655"/>
                </a:lnTo>
                <a:lnTo>
                  <a:pt x="422" y="654"/>
                </a:lnTo>
                <a:lnTo>
                  <a:pt x="422" y="653"/>
                </a:lnTo>
                <a:lnTo>
                  <a:pt x="421" y="653"/>
                </a:lnTo>
                <a:lnTo>
                  <a:pt x="420" y="653"/>
                </a:lnTo>
                <a:lnTo>
                  <a:pt x="419" y="654"/>
                </a:lnTo>
                <a:lnTo>
                  <a:pt x="418" y="654"/>
                </a:lnTo>
                <a:lnTo>
                  <a:pt x="417" y="654"/>
                </a:lnTo>
                <a:lnTo>
                  <a:pt x="416" y="654"/>
                </a:lnTo>
                <a:lnTo>
                  <a:pt x="416" y="653"/>
                </a:lnTo>
                <a:lnTo>
                  <a:pt x="415" y="653"/>
                </a:lnTo>
                <a:lnTo>
                  <a:pt x="415" y="654"/>
                </a:lnTo>
                <a:lnTo>
                  <a:pt x="414" y="654"/>
                </a:lnTo>
                <a:lnTo>
                  <a:pt x="414" y="653"/>
                </a:lnTo>
                <a:lnTo>
                  <a:pt x="413" y="653"/>
                </a:lnTo>
                <a:lnTo>
                  <a:pt x="413" y="654"/>
                </a:lnTo>
                <a:lnTo>
                  <a:pt x="412" y="655"/>
                </a:lnTo>
                <a:lnTo>
                  <a:pt x="411" y="655"/>
                </a:lnTo>
                <a:lnTo>
                  <a:pt x="411" y="654"/>
                </a:lnTo>
                <a:lnTo>
                  <a:pt x="410" y="654"/>
                </a:lnTo>
                <a:lnTo>
                  <a:pt x="410" y="655"/>
                </a:lnTo>
                <a:lnTo>
                  <a:pt x="410" y="654"/>
                </a:lnTo>
                <a:lnTo>
                  <a:pt x="409" y="654"/>
                </a:lnTo>
                <a:lnTo>
                  <a:pt x="408" y="653"/>
                </a:lnTo>
                <a:lnTo>
                  <a:pt x="407" y="653"/>
                </a:lnTo>
                <a:lnTo>
                  <a:pt x="406" y="654"/>
                </a:lnTo>
                <a:lnTo>
                  <a:pt x="405" y="654"/>
                </a:lnTo>
                <a:lnTo>
                  <a:pt x="404" y="654"/>
                </a:lnTo>
                <a:lnTo>
                  <a:pt x="404" y="653"/>
                </a:lnTo>
                <a:lnTo>
                  <a:pt x="403" y="653"/>
                </a:lnTo>
                <a:lnTo>
                  <a:pt x="402" y="653"/>
                </a:lnTo>
                <a:lnTo>
                  <a:pt x="402" y="652"/>
                </a:lnTo>
                <a:lnTo>
                  <a:pt x="401" y="651"/>
                </a:lnTo>
                <a:lnTo>
                  <a:pt x="400" y="651"/>
                </a:lnTo>
                <a:lnTo>
                  <a:pt x="399" y="651"/>
                </a:lnTo>
                <a:lnTo>
                  <a:pt x="398" y="650"/>
                </a:lnTo>
                <a:lnTo>
                  <a:pt x="397" y="650"/>
                </a:lnTo>
                <a:lnTo>
                  <a:pt x="396" y="650"/>
                </a:lnTo>
                <a:lnTo>
                  <a:pt x="395" y="649"/>
                </a:lnTo>
                <a:lnTo>
                  <a:pt x="394" y="649"/>
                </a:lnTo>
                <a:lnTo>
                  <a:pt x="393" y="649"/>
                </a:lnTo>
                <a:lnTo>
                  <a:pt x="393" y="650"/>
                </a:lnTo>
                <a:lnTo>
                  <a:pt x="392" y="650"/>
                </a:lnTo>
                <a:lnTo>
                  <a:pt x="391" y="650"/>
                </a:lnTo>
                <a:lnTo>
                  <a:pt x="390" y="650"/>
                </a:lnTo>
                <a:lnTo>
                  <a:pt x="389" y="650"/>
                </a:lnTo>
                <a:lnTo>
                  <a:pt x="388" y="650"/>
                </a:lnTo>
                <a:lnTo>
                  <a:pt x="387" y="650"/>
                </a:lnTo>
                <a:lnTo>
                  <a:pt x="386" y="650"/>
                </a:lnTo>
                <a:lnTo>
                  <a:pt x="385" y="650"/>
                </a:lnTo>
                <a:lnTo>
                  <a:pt x="383" y="651"/>
                </a:lnTo>
                <a:lnTo>
                  <a:pt x="383" y="650"/>
                </a:lnTo>
                <a:lnTo>
                  <a:pt x="382" y="650"/>
                </a:lnTo>
                <a:lnTo>
                  <a:pt x="381" y="650"/>
                </a:lnTo>
                <a:lnTo>
                  <a:pt x="381" y="651"/>
                </a:lnTo>
                <a:lnTo>
                  <a:pt x="381" y="650"/>
                </a:lnTo>
                <a:lnTo>
                  <a:pt x="380" y="650"/>
                </a:lnTo>
                <a:lnTo>
                  <a:pt x="380" y="649"/>
                </a:lnTo>
                <a:lnTo>
                  <a:pt x="380" y="648"/>
                </a:lnTo>
                <a:lnTo>
                  <a:pt x="378" y="648"/>
                </a:lnTo>
                <a:lnTo>
                  <a:pt x="377" y="648"/>
                </a:lnTo>
                <a:lnTo>
                  <a:pt x="376" y="648"/>
                </a:lnTo>
                <a:lnTo>
                  <a:pt x="376" y="649"/>
                </a:lnTo>
                <a:lnTo>
                  <a:pt x="375" y="648"/>
                </a:lnTo>
                <a:lnTo>
                  <a:pt x="375" y="647"/>
                </a:lnTo>
                <a:lnTo>
                  <a:pt x="373" y="647"/>
                </a:lnTo>
                <a:lnTo>
                  <a:pt x="372" y="647"/>
                </a:lnTo>
                <a:lnTo>
                  <a:pt x="372" y="648"/>
                </a:lnTo>
                <a:lnTo>
                  <a:pt x="371" y="649"/>
                </a:lnTo>
                <a:lnTo>
                  <a:pt x="372" y="649"/>
                </a:lnTo>
                <a:lnTo>
                  <a:pt x="372" y="650"/>
                </a:lnTo>
                <a:lnTo>
                  <a:pt x="372" y="651"/>
                </a:lnTo>
                <a:lnTo>
                  <a:pt x="371" y="651"/>
                </a:lnTo>
                <a:lnTo>
                  <a:pt x="370" y="651"/>
                </a:lnTo>
                <a:lnTo>
                  <a:pt x="369" y="651"/>
                </a:lnTo>
                <a:lnTo>
                  <a:pt x="368" y="650"/>
                </a:lnTo>
                <a:lnTo>
                  <a:pt x="367" y="650"/>
                </a:lnTo>
                <a:lnTo>
                  <a:pt x="366" y="650"/>
                </a:lnTo>
                <a:lnTo>
                  <a:pt x="365" y="650"/>
                </a:lnTo>
                <a:lnTo>
                  <a:pt x="364" y="650"/>
                </a:lnTo>
                <a:lnTo>
                  <a:pt x="363" y="650"/>
                </a:lnTo>
                <a:lnTo>
                  <a:pt x="364" y="650"/>
                </a:lnTo>
                <a:lnTo>
                  <a:pt x="363" y="651"/>
                </a:lnTo>
                <a:lnTo>
                  <a:pt x="362" y="651"/>
                </a:lnTo>
                <a:lnTo>
                  <a:pt x="362" y="652"/>
                </a:lnTo>
                <a:lnTo>
                  <a:pt x="363" y="652"/>
                </a:lnTo>
                <a:lnTo>
                  <a:pt x="363" y="653"/>
                </a:lnTo>
                <a:lnTo>
                  <a:pt x="362" y="653"/>
                </a:lnTo>
                <a:lnTo>
                  <a:pt x="361" y="653"/>
                </a:lnTo>
                <a:lnTo>
                  <a:pt x="361" y="654"/>
                </a:lnTo>
                <a:lnTo>
                  <a:pt x="360" y="654"/>
                </a:lnTo>
                <a:lnTo>
                  <a:pt x="360" y="655"/>
                </a:lnTo>
                <a:lnTo>
                  <a:pt x="360" y="656"/>
                </a:lnTo>
                <a:lnTo>
                  <a:pt x="359" y="656"/>
                </a:lnTo>
                <a:lnTo>
                  <a:pt x="358" y="657"/>
                </a:lnTo>
                <a:lnTo>
                  <a:pt x="358" y="658"/>
                </a:lnTo>
                <a:lnTo>
                  <a:pt x="357" y="658"/>
                </a:lnTo>
                <a:lnTo>
                  <a:pt x="357" y="659"/>
                </a:lnTo>
                <a:lnTo>
                  <a:pt x="356" y="659"/>
                </a:lnTo>
                <a:lnTo>
                  <a:pt x="357" y="659"/>
                </a:lnTo>
                <a:lnTo>
                  <a:pt x="357" y="660"/>
                </a:lnTo>
                <a:lnTo>
                  <a:pt x="358" y="660"/>
                </a:lnTo>
                <a:lnTo>
                  <a:pt x="359" y="660"/>
                </a:lnTo>
                <a:lnTo>
                  <a:pt x="360" y="660"/>
                </a:lnTo>
                <a:lnTo>
                  <a:pt x="361" y="660"/>
                </a:lnTo>
                <a:lnTo>
                  <a:pt x="362" y="660"/>
                </a:lnTo>
                <a:lnTo>
                  <a:pt x="363" y="660"/>
                </a:lnTo>
                <a:lnTo>
                  <a:pt x="363" y="661"/>
                </a:lnTo>
                <a:lnTo>
                  <a:pt x="364" y="661"/>
                </a:lnTo>
                <a:lnTo>
                  <a:pt x="366" y="661"/>
                </a:lnTo>
                <a:lnTo>
                  <a:pt x="367" y="661"/>
                </a:lnTo>
                <a:lnTo>
                  <a:pt x="366" y="661"/>
                </a:lnTo>
                <a:lnTo>
                  <a:pt x="366" y="662"/>
                </a:lnTo>
                <a:lnTo>
                  <a:pt x="367" y="662"/>
                </a:lnTo>
                <a:lnTo>
                  <a:pt x="368" y="662"/>
                </a:lnTo>
                <a:lnTo>
                  <a:pt x="368" y="663"/>
                </a:lnTo>
                <a:lnTo>
                  <a:pt x="369" y="662"/>
                </a:lnTo>
                <a:lnTo>
                  <a:pt x="370" y="662"/>
                </a:lnTo>
                <a:lnTo>
                  <a:pt x="371" y="663"/>
                </a:lnTo>
                <a:lnTo>
                  <a:pt x="371" y="664"/>
                </a:lnTo>
                <a:lnTo>
                  <a:pt x="372" y="664"/>
                </a:lnTo>
                <a:lnTo>
                  <a:pt x="372" y="663"/>
                </a:lnTo>
                <a:lnTo>
                  <a:pt x="373" y="663"/>
                </a:lnTo>
                <a:lnTo>
                  <a:pt x="374" y="663"/>
                </a:lnTo>
                <a:lnTo>
                  <a:pt x="376" y="663"/>
                </a:lnTo>
                <a:lnTo>
                  <a:pt x="377" y="663"/>
                </a:lnTo>
                <a:lnTo>
                  <a:pt x="378" y="663"/>
                </a:lnTo>
                <a:lnTo>
                  <a:pt x="379" y="662"/>
                </a:lnTo>
                <a:lnTo>
                  <a:pt x="380" y="663"/>
                </a:lnTo>
                <a:lnTo>
                  <a:pt x="380" y="664"/>
                </a:lnTo>
                <a:lnTo>
                  <a:pt x="381" y="664"/>
                </a:lnTo>
                <a:lnTo>
                  <a:pt x="381" y="665"/>
                </a:lnTo>
                <a:lnTo>
                  <a:pt x="382" y="665"/>
                </a:lnTo>
                <a:lnTo>
                  <a:pt x="383" y="665"/>
                </a:lnTo>
                <a:lnTo>
                  <a:pt x="384" y="665"/>
                </a:lnTo>
                <a:lnTo>
                  <a:pt x="384" y="666"/>
                </a:lnTo>
                <a:lnTo>
                  <a:pt x="385" y="667"/>
                </a:lnTo>
                <a:lnTo>
                  <a:pt x="386" y="667"/>
                </a:lnTo>
                <a:lnTo>
                  <a:pt x="387" y="667"/>
                </a:lnTo>
                <a:lnTo>
                  <a:pt x="389" y="667"/>
                </a:lnTo>
                <a:lnTo>
                  <a:pt x="389" y="668"/>
                </a:lnTo>
                <a:lnTo>
                  <a:pt x="389" y="669"/>
                </a:lnTo>
                <a:lnTo>
                  <a:pt x="388" y="669"/>
                </a:lnTo>
                <a:lnTo>
                  <a:pt x="388" y="670"/>
                </a:lnTo>
                <a:lnTo>
                  <a:pt x="388" y="671"/>
                </a:lnTo>
                <a:lnTo>
                  <a:pt x="388" y="672"/>
                </a:lnTo>
                <a:lnTo>
                  <a:pt x="388" y="673"/>
                </a:lnTo>
                <a:lnTo>
                  <a:pt x="388" y="674"/>
                </a:lnTo>
                <a:lnTo>
                  <a:pt x="388" y="675"/>
                </a:lnTo>
                <a:lnTo>
                  <a:pt x="388" y="676"/>
                </a:lnTo>
                <a:lnTo>
                  <a:pt x="387" y="676"/>
                </a:lnTo>
                <a:lnTo>
                  <a:pt x="387" y="677"/>
                </a:lnTo>
                <a:lnTo>
                  <a:pt x="388" y="678"/>
                </a:lnTo>
                <a:lnTo>
                  <a:pt x="387" y="678"/>
                </a:lnTo>
                <a:lnTo>
                  <a:pt x="387" y="679"/>
                </a:lnTo>
                <a:lnTo>
                  <a:pt x="387" y="680"/>
                </a:lnTo>
                <a:lnTo>
                  <a:pt x="387" y="681"/>
                </a:lnTo>
                <a:lnTo>
                  <a:pt x="386" y="681"/>
                </a:lnTo>
                <a:lnTo>
                  <a:pt x="386" y="682"/>
                </a:lnTo>
                <a:lnTo>
                  <a:pt x="386" y="684"/>
                </a:lnTo>
                <a:lnTo>
                  <a:pt x="387" y="685"/>
                </a:lnTo>
                <a:lnTo>
                  <a:pt x="388" y="686"/>
                </a:lnTo>
                <a:lnTo>
                  <a:pt x="388" y="687"/>
                </a:lnTo>
                <a:lnTo>
                  <a:pt x="389" y="687"/>
                </a:lnTo>
                <a:lnTo>
                  <a:pt x="390" y="687"/>
                </a:lnTo>
                <a:lnTo>
                  <a:pt x="390" y="686"/>
                </a:lnTo>
                <a:lnTo>
                  <a:pt x="391" y="686"/>
                </a:lnTo>
                <a:lnTo>
                  <a:pt x="391" y="685"/>
                </a:lnTo>
                <a:lnTo>
                  <a:pt x="393" y="685"/>
                </a:lnTo>
                <a:lnTo>
                  <a:pt x="394" y="684"/>
                </a:lnTo>
                <a:lnTo>
                  <a:pt x="394" y="683"/>
                </a:lnTo>
                <a:lnTo>
                  <a:pt x="395" y="683"/>
                </a:lnTo>
                <a:lnTo>
                  <a:pt x="396" y="685"/>
                </a:lnTo>
                <a:lnTo>
                  <a:pt x="397" y="685"/>
                </a:lnTo>
                <a:lnTo>
                  <a:pt x="397" y="684"/>
                </a:lnTo>
                <a:lnTo>
                  <a:pt x="399" y="684"/>
                </a:lnTo>
                <a:lnTo>
                  <a:pt x="399" y="685"/>
                </a:lnTo>
                <a:lnTo>
                  <a:pt x="400" y="685"/>
                </a:lnTo>
                <a:lnTo>
                  <a:pt x="400" y="686"/>
                </a:lnTo>
                <a:lnTo>
                  <a:pt x="402" y="686"/>
                </a:lnTo>
                <a:lnTo>
                  <a:pt x="403" y="686"/>
                </a:lnTo>
                <a:lnTo>
                  <a:pt x="404" y="686"/>
                </a:lnTo>
                <a:lnTo>
                  <a:pt x="405" y="686"/>
                </a:lnTo>
                <a:lnTo>
                  <a:pt x="406" y="686"/>
                </a:lnTo>
                <a:lnTo>
                  <a:pt x="406" y="687"/>
                </a:lnTo>
                <a:lnTo>
                  <a:pt x="407" y="687"/>
                </a:lnTo>
                <a:lnTo>
                  <a:pt x="408" y="687"/>
                </a:lnTo>
                <a:lnTo>
                  <a:pt x="408" y="688"/>
                </a:lnTo>
                <a:lnTo>
                  <a:pt x="409" y="688"/>
                </a:lnTo>
                <a:lnTo>
                  <a:pt x="409" y="687"/>
                </a:lnTo>
                <a:lnTo>
                  <a:pt x="410" y="687"/>
                </a:lnTo>
                <a:lnTo>
                  <a:pt x="410" y="688"/>
                </a:lnTo>
                <a:lnTo>
                  <a:pt x="410" y="689"/>
                </a:lnTo>
                <a:lnTo>
                  <a:pt x="411" y="690"/>
                </a:lnTo>
                <a:lnTo>
                  <a:pt x="412" y="690"/>
                </a:lnTo>
                <a:lnTo>
                  <a:pt x="413" y="690"/>
                </a:lnTo>
                <a:lnTo>
                  <a:pt x="414" y="690"/>
                </a:lnTo>
                <a:lnTo>
                  <a:pt x="415" y="691"/>
                </a:lnTo>
                <a:lnTo>
                  <a:pt x="416" y="691"/>
                </a:lnTo>
                <a:lnTo>
                  <a:pt x="416" y="692"/>
                </a:lnTo>
                <a:lnTo>
                  <a:pt x="417" y="692"/>
                </a:lnTo>
                <a:lnTo>
                  <a:pt x="417" y="693"/>
                </a:lnTo>
                <a:lnTo>
                  <a:pt x="418" y="694"/>
                </a:lnTo>
                <a:lnTo>
                  <a:pt x="419" y="694"/>
                </a:lnTo>
                <a:lnTo>
                  <a:pt x="420" y="694"/>
                </a:lnTo>
                <a:lnTo>
                  <a:pt x="420" y="695"/>
                </a:lnTo>
                <a:lnTo>
                  <a:pt x="419" y="696"/>
                </a:lnTo>
                <a:lnTo>
                  <a:pt x="418" y="696"/>
                </a:lnTo>
                <a:lnTo>
                  <a:pt x="418" y="697"/>
                </a:lnTo>
                <a:lnTo>
                  <a:pt x="418" y="698"/>
                </a:lnTo>
                <a:lnTo>
                  <a:pt x="419" y="698"/>
                </a:lnTo>
                <a:lnTo>
                  <a:pt x="419" y="699"/>
                </a:lnTo>
                <a:lnTo>
                  <a:pt x="420" y="698"/>
                </a:lnTo>
                <a:lnTo>
                  <a:pt x="421" y="698"/>
                </a:lnTo>
                <a:lnTo>
                  <a:pt x="422" y="699"/>
                </a:lnTo>
                <a:lnTo>
                  <a:pt x="422" y="700"/>
                </a:lnTo>
                <a:lnTo>
                  <a:pt x="421" y="700"/>
                </a:lnTo>
                <a:lnTo>
                  <a:pt x="422" y="701"/>
                </a:lnTo>
                <a:lnTo>
                  <a:pt x="422" y="702"/>
                </a:lnTo>
                <a:lnTo>
                  <a:pt x="422" y="703"/>
                </a:lnTo>
                <a:lnTo>
                  <a:pt x="422" y="704"/>
                </a:lnTo>
                <a:lnTo>
                  <a:pt x="421" y="704"/>
                </a:lnTo>
                <a:lnTo>
                  <a:pt x="421" y="706"/>
                </a:lnTo>
                <a:lnTo>
                  <a:pt x="421" y="707"/>
                </a:lnTo>
                <a:lnTo>
                  <a:pt x="422" y="709"/>
                </a:lnTo>
                <a:lnTo>
                  <a:pt x="423" y="709"/>
                </a:lnTo>
                <a:lnTo>
                  <a:pt x="423" y="710"/>
                </a:lnTo>
                <a:lnTo>
                  <a:pt x="424" y="710"/>
                </a:lnTo>
                <a:lnTo>
                  <a:pt x="424" y="711"/>
                </a:lnTo>
                <a:lnTo>
                  <a:pt x="425" y="711"/>
                </a:lnTo>
                <a:lnTo>
                  <a:pt x="425" y="712"/>
                </a:lnTo>
                <a:lnTo>
                  <a:pt x="425" y="713"/>
                </a:lnTo>
                <a:lnTo>
                  <a:pt x="424" y="713"/>
                </a:lnTo>
                <a:lnTo>
                  <a:pt x="424" y="714"/>
                </a:lnTo>
                <a:lnTo>
                  <a:pt x="423" y="714"/>
                </a:lnTo>
                <a:lnTo>
                  <a:pt x="422" y="715"/>
                </a:lnTo>
                <a:lnTo>
                  <a:pt x="422" y="716"/>
                </a:lnTo>
                <a:lnTo>
                  <a:pt x="421" y="716"/>
                </a:lnTo>
                <a:lnTo>
                  <a:pt x="420" y="716"/>
                </a:lnTo>
                <a:lnTo>
                  <a:pt x="420" y="715"/>
                </a:lnTo>
                <a:lnTo>
                  <a:pt x="419" y="715"/>
                </a:lnTo>
                <a:lnTo>
                  <a:pt x="419" y="714"/>
                </a:lnTo>
                <a:lnTo>
                  <a:pt x="418" y="714"/>
                </a:lnTo>
                <a:lnTo>
                  <a:pt x="419" y="714"/>
                </a:lnTo>
                <a:lnTo>
                  <a:pt x="418" y="714"/>
                </a:lnTo>
                <a:lnTo>
                  <a:pt x="418" y="713"/>
                </a:lnTo>
                <a:lnTo>
                  <a:pt x="417" y="713"/>
                </a:lnTo>
                <a:lnTo>
                  <a:pt x="416" y="713"/>
                </a:lnTo>
                <a:lnTo>
                  <a:pt x="415" y="713"/>
                </a:lnTo>
                <a:lnTo>
                  <a:pt x="415" y="714"/>
                </a:lnTo>
                <a:lnTo>
                  <a:pt x="414" y="714"/>
                </a:lnTo>
                <a:lnTo>
                  <a:pt x="414" y="715"/>
                </a:lnTo>
                <a:lnTo>
                  <a:pt x="415" y="716"/>
                </a:lnTo>
                <a:lnTo>
                  <a:pt x="415" y="717"/>
                </a:lnTo>
                <a:lnTo>
                  <a:pt x="414" y="717"/>
                </a:lnTo>
                <a:lnTo>
                  <a:pt x="413" y="717"/>
                </a:lnTo>
                <a:lnTo>
                  <a:pt x="413" y="718"/>
                </a:lnTo>
                <a:lnTo>
                  <a:pt x="412" y="719"/>
                </a:lnTo>
                <a:lnTo>
                  <a:pt x="411" y="720"/>
                </a:lnTo>
                <a:lnTo>
                  <a:pt x="410" y="720"/>
                </a:lnTo>
                <a:lnTo>
                  <a:pt x="410" y="721"/>
                </a:lnTo>
                <a:lnTo>
                  <a:pt x="409" y="721"/>
                </a:lnTo>
                <a:lnTo>
                  <a:pt x="408" y="721"/>
                </a:lnTo>
                <a:lnTo>
                  <a:pt x="407" y="721"/>
                </a:lnTo>
                <a:lnTo>
                  <a:pt x="407" y="720"/>
                </a:lnTo>
                <a:lnTo>
                  <a:pt x="406" y="720"/>
                </a:lnTo>
                <a:lnTo>
                  <a:pt x="405" y="720"/>
                </a:lnTo>
                <a:lnTo>
                  <a:pt x="405" y="719"/>
                </a:lnTo>
                <a:lnTo>
                  <a:pt x="404" y="718"/>
                </a:lnTo>
                <a:lnTo>
                  <a:pt x="403" y="718"/>
                </a:lnTo>
                <a:lnTo>
                  <a:pt x="402" y="718"/>
                </a:lnTo>
                <a:lnTo>
                  <a:pt x="401" y="717"/>
                </a:lnTo>
                <a:lnTo>
                  <a:pt x="400" y="716"/>
                </a:lnTo>
                <a:lnTo>
                  <a:pt x="399" y="716"/>
                </a:lnTo>
                <a:lnTo>
                  <a:pt x="399" y="717"/>
                </a:lnTo>
                <a:lnTo>
                  <a:pt x="399" y="716"/>
                </a:lnTo>
                <a:lnTo>
                  <a:pt x="398" y="716"/>
                </a:lnTo>
                <a:lnTo>
                  <a:pt x="397" y="716"/>
                </a:lnTo>
                <a:lnTo>
                  <a:pt x="396" y="716"/>
                </a:lnTo>
                <a:lnTo>
                  <a:pt x="395" y="717"/>
                </a:lnTo>
                <a:lnTo>
                  <a:pt x="394" y="717"/>
                </a:lnTo>
                <a:lnTo>
                  <a:pt x="393" y="717"/>
                </a:lnTo>
                <a:lnTo>
                  <a:pt x="392" y="717"/>
                </a:lnTo>
                <a:lnTo>
                  <a:pt x="392" y="718"/>
                </a:lnTo>
                <a:lnTo>
                  <a:pt x="391" y="718"/>
                </a:lnTo>
                <a:lnTo>
                  <a:pt x="390" y="718"/>
                </a:lnTo>
                <a:lnTo>
                  <a:pt x="389" y="718"/>
                </a:lnTo>
                <a:lnTo>
                  <a:pt x="389" y="717"/>
                </a:lnTo>
                <a:lnTo>
                  <a:pt x="388" y="717"/>
                </a:lnTo>
                <a:lnTo>
                  <a:pt x="387" y="717"/>
                </a:lnTo>
                <a:lnTo>
                  <a:pt x="386" y="717"/>
                </a:lnTo>
                <a:lnTo>
                  <a:pt x="385" y="717"/>
                </a:lnTo>
                <a:lnTo>
                  <a:pt x="384" y="717"/>
                </a:lnTo>
                <a:lnTo>
                  <a:pt x="384" y="716"/>
                </a:lnTo>
                <a:lnTo>
                  <a:pt x="383" y="715"/>
                </a:lnTo>
                <a:lnTo>
                  <a:pt x="382" y="715"/>
                </a:lnTo>
                <a:lnTo>
                  <a:pt x="381" y="715"/>
                </a:lnTo>
                <a:lnTo>
                  <a:pt x="380" y="715"/>
                </a:lnTo>
                <a:lnTo>
                  <a:pt x="380" y="716"/>
                </a:lnTo>
                <a:lnTo>
                  <a:pt x="379" y="716"/>
                </a:lnTo>
                <a:lnTo>
                  <a:pt x="378" y="715"/>
                </a:lnTo>
                <a:lnTo>
                  <a:pt x="377" y="716"/>
                </a:lnTo>
                <a:lnTo>
                  <a:pt x="374" y="716"/>
                </a:lnTo>
                <a:lnTo>
                  <a:pt x="373" y="716"/>
                </a:lnTo>
                <a:lnTo>
                  <a:pt x="372" y="717"/>
                </a:lnTo>
                <a:lnTo>
                  <a:pt x="373" y="717"/>
                </a:lnTo>
                <a:lnTo>
                  <a:pt x="373" y="718"/>
                </a:lnTo>
                <a:lnTo>
                  <a:pt x="373" y="719"/>
                </a:lnTo>
                <a:lnTo>
                  <a:pt x="372" y="719"/>
                </a:lnTo>
                <a:lnTo>
                  <a:pt x="372" y="720"/>
                </a:lnTo>
                <a:lnTo>
                  <a:pt x="373" y="720"/>
                </a:lnTo>
                <a:lnTo>
                  <a:pt x="374" y="720"/>
                </a:lnTo>
                <a:lnTo>
                  <a:pt x="374" y="721"/>
                </a:lnTo>
                <a:lnTo>
                  <a:pt x="374" y="722"/>
                </a:lnTo>
                <a:lnTo>
                  <a:pt x="373" y="722"/>
                </a:lnTo>
                <a:lnTo>
                  <a:pt x="373" y="723"/>
                </a:lnTo>
                <a:lnTo>
                  <a:pt x="372" y="723"/>
                </a:lnTo>
                <a:lnTo>
                  <a:pt x="372" y="724"/>
                </a:lnTo>
                <a:lnTo>
                  <a:pt x="371" y="723"/>
                </a:lnTo>
                <a:lnTo>
                  <a:pt x="369" y="724"/>
                </a:lnTo>
                <a:lnTo>
                  <a:pt x="369" y="725"/>
                </a:lnTo>
                <a:lnTo>
                  <a:pt x="368" y="726"/>
                </a:lnTo>
                <a:lnTo>
                  <a:pt x="368" y="727"/>
                </a:lnTo>
                <a:lnTo>
                  <a:pt x="368" y="728"/>
                </a:lnTo>
                <a:lnTo>
                  <a:pt x="366" y="728"/>
                </a:lnTo>
                <a:lnTo>
                  <a:pt x="367" y="728"/>
                </a:lnTo>
                <a:lnTo>
                  <a:pt x="367" y="729"/>
                </a:lnTo>
                <a:lnTo>
                  <a:pt x="366" y="729"/>
                </a:lnTo>
                <a:lnTo>
                  <a:pt x="366" y="730"/>
                </a:lnTo>
                <a:lnTo>
                  <a:pt x="366" y="731"/>
                </a:lnTo>
                <a:lnTo>
                  <a:pt x="365" y="731"/>
                </a:lnTo>
                <a:lnTo>
                  <a:pt x="365" y="732"/>
                </a:lnTo>
                <a:lnTo>
                  <a:pt x="364" y="732"/>
                </a:lnTo>
                <a:lnTo>
                  <a:pt x="364" y="733"/>
                </a:lnTo>
                <a:lnTo>
                  <a:pt x="364" y="734"/>
                </a:lnTo>
                <a:lnTo>
                  <a:pt x="365" y="735"/>
                </a:lnTo>
                <a:lnTo>
                  <a:pt x="365" y="736"/>
                </a:lnTo>
                <a:lnTo>
                  <a:pt x="364" y="736"/>
                </a:lnTo>
                <a:lnTo>
                  <a:pt x="363" y="736"/>
                </a:lnTo>
                <a:lnTo>
                  <a:pt x="362" y="736"/>
                </a:lnTo>
                <a:lnTo>
                  <a:pt x="362" y="737"/>
                </a:lnTo>
                <a:lnTo>
                  <a:pt x="362" y="739"/>
                </a:lnTo>
                <a:lnTo>
                  <a:pt x="363" y="740"/>
                </a:lnTo>
                <a:lnTo>
                  <a:pt x="363" y="741"/>
                </a:lnTo>
                <a:lnTo>
                  <a:pt x="363" y="742"/>
                </a:lnTo>
                <a:lnTo>
                  <a:pt x="363" y="743"/>
                </a:lnTo>
                <a:lnTo>
                  <a:pt x="363" y="744"/>
                </a:lnTo>
                <a:lnTo>
                  <a:pt x="362" y="744"/>
                </a:lnTo>
                <a:lnTo>
                  <a:pt x="362" y="745"/>
                </a:lnTo>
                <a:lnTo>
                  <a:pt x="361" y="746"/>
                </a:lnTo>
                <a:lnTo>
                  <a:pt x="361" y="747"/>
                </a:lnTo>
                <a:lnTo>
                  <a:pt x="362" y="748"/>
                </a:lnTo>
                <a:lnTo>
                  <a:pt x="363" y="748"/>
                </a:lnTo>
                <a:lnTo>
                  <a:pt x="364" y="748"/>
                </a:lnTo>
                <a:lnTo>
                  <a:pt x="363" y="748"/>
                </a:lnTo>
                <a:lnTo>
                  <a:pt x="363" y="749"/>
                </a:lnTo>
                <a:lnTo>
                  <a:pt x="364" y="749"/>
                </a:lnTo>
                <a:lnTo>
                  <a:pt x="364" y="750"/>
                </a:lnTo>
                <a:lnTo>
                  <a:pt x="365" y="750"/>
                </a:lnTo>
                <a:lnTo>
                  <a:pt x="365" y="751"/>
                </a:lnTo>
                <a:lnTo>
                  <a:pt x="365" y="752"/>
                </a:lnTo>
                <a:lnTo>
                  <a:pt x="366" y="753"/>
                </a:lnTo>
                <a:lnTo>
                  <a:pt x="367" y="753"/>
                </a:lnTo>
                <a:lnTo>
                  <a:pt x="367" y="754"/>
                </a:lnTo>
                <a:lnTo>
                  <a:pt x="368" y="754"/>
                </a:lnTo>
                <a:lnTo>
                  <a:pt x="370" y="755"/>
                </a:lnTo>
                <a:lnTo>
                  <a:pt x="371" y="755"/>
                </a:lnTo>
                <a:lnTo>
                  <a:pt x="371" y="756"/>
                </a:lnTo>
                <a:lnTo>
                  <a:pt x="371" y="757"/>
                </a:lnTo>
                <a:lnTo>
                  <a:pt x="371" y="758"/>
                </a:lnTo>
                <a:lnTo>
                  <a:pt x="370" y="758"/>
                </a:lnTo>
                <a:lnTo>
                  <a:pt x="370" y="759"/>
                </a:lnTo>
                <a:lnTo>
                  <a:pt x="370" y="761"/>
                </a:lnTo>
                <a:lnTo>
                  <a:pt x="370" y="762"/>
                </a:lnTo>
                <a:lnTo>
                  <a:pt x="370" y="763"/>
                </a:lnTo>
                <a:lnTo>
                  <a:pt x="371" y="764"/>
                </a:lnTo>
                <a:lnTo>
                  <a:pt x="372" y="764"/>
                </a:lnTo>
                <a:lnTo>
                  <a:pt x="372" y="765"/>
                </a:lnTo>
                <a:lnTo>
                  <a:pt x="373" y="766"/>
                </a:lnTo>
                <a:lnTo>
                  <a:pt x="373" y="767"/>
                </a:lnTo>
                <a:lnTo>
                  <a:pt x="372" y="767"/>
                </a:lnTo>
                <a:lnTo>
                  <a:pt x="372" y="768"/>
                </a:lnTo>
                <a:lnTo>
                  <a:pt x="372" y="769"/>
                </a:lnTo>
                <a:lnTo>
                  <a:pt x="371" y="769"/>
                </a:lnTo>
                <a:lnTo>
                  <a:pt x="371" y="770"/>
                </a:lnTo>
                <a:lnTo>
                  <a:pt x="370" y="772"/>
                </a:lnTo>
                <a:lnTo>
                  <a:pt x="370" y="773"/>
                </a:lnTo>
                <a:lnTo>
                  <a:pt x="370" y="774"/>
                </a:lnTo>
                <a:lnTo>
                  <a:pt x="370" y="776"/>
                </a:lnTo>
                <a:lnTo>
                  <a:pt x="370" y="777"/>
                </a:lnTo>
                <a:lnTo>
                  <a:pt x="371" y="777"/>
                </a:lnTo>
                <a:lnTo>
                  <a:pt x="371" y="778"/>
                </a:lnTo>
                <a:lnTo>
                  <a:pt x="372" y="778"/>
                </a:lnTo>
                <a:lnTo>
                  <a:pt x="373" y="779"/>
                </a:lnTo>
                <a:lnTo>
                  <a:pt x="373" y="780"/>
                </a:lnTo>
                <a:lnTo>
                  <a:pt x="373" y="781"/>
                </a:lnTo>
                <a:lnTo>
                  <a:pt x="373" y="782"/>
                </a:lnTo>
                <a:lnTo>
                  <a:pt x="374" y="783"/>
                </a:lnTo>
                <a:lnTo>
                  <a:pt x="373" y="783"/>
                </a:lnTo>
                <a:lnTo>
                  <a:pt x="373" y="784"/>
                </a:lnTo>
                <a:lnTo>
                  <a:pt x="373" y="785"/>
                </a:lnTo>
                <a:lnTo>
                  <a:pt x="371" y="785"/>
                </a:lnTo>
                <a:lnTo>
                  <a:pt x="370" y="785"/>
                </a:lnTo>
                <a:lnTo>
                  <a:pt x="370" y="786"/>
                </a:lnTo>
                <a:lnTo>
                  <a:pt x="370" y="787"/>
                </a:lnTo>
                <a:lnTo>
                  <a:pt x="369" y="787"/>
                </a:lnTo>
                <a:lnTo>
                  <a:pt x="369" y="788"/>
                </a:lnTo>
                <a:lnTo>
                  <a:pt x="370" y="788"/>
                </a:lnTo>
                <a:lnTo>
                  <a:pt x="371" y="789"/>
                </a:lnTo>
                <a:lnTo>
                  <a:pt x="372" y="789"/>
                </a:lnTo>
                <a:lnTo>
                  <a:pt x="372" y="790"/>
                </a:lnTo>
                <a:lnTo>
                  <a:pt x="372" y="791"/>
                </a:lnTo>
                <a:lnTo>
                  <a:pt x="372" y="792"/>
                </a:lnTo>
                <a:lnTo>
                  <a:pt x="373" y="793"/>
                </a:lnTo>
                <a:lnTo>
                  <a:pt x="373" y="794"/>
                </a:lnTo>
                <a:lnTo>
                  <a:pt x="374" y="794"/>
                </a:lnTo>
                <a:lnTo>
                  <a:pt x="374" y="795"/>
                </a:lnTo>
                <a:lnTo>
                  <a:pt x="374" y="796"/>
                </a:lnTo>
                <a:lnTo>
                  <a:pt x="374" y="797"/>
                </a:lnTo>
                <a:lnTo>
                  <a:pt x="373" y="797"/>
                </a:lnTo>
                <a:lnTo>
                  <a:pt x="372" y="797"/>
                </a:lnTo>
                <a:lnTo>
                  <a:pt x="371" y="797"/>
                </a:lnTo>
                <a:lnTo>
                  <a:pt x="371" y="798"/>
                </a:lnTo>
                <a:lnTo>
                  <a:pt x="371" y="799"/>
                </a:lnTo>
                <a:lnTo>
                  <a:pt x="370" y="799"/>
                </a:lnTo>
                <a:lnTo>
                  <a:pt x="370" y="800"/>
                </a:lnTo>
                <a:lnTo>
                  <a:pt x="370" y="801"/>
                </a:lnTo>
                <a:lnTo>
                  <a:pt x="370" y="802"/>
                </a:lnTo>
                <a:lnTo>
                  <a:pt x="371" y="802"/>
                </a:lnTo>
                <a:lnTo>
                  <a:pt x="371" y="803"/>
                </a:lnTo>
                <a:lnTo>
                  <a:pt x="371" y="804"/>
                </a:lnTo>
                <a:lnTo>
                  <a:pt x="370" y="804"/>
                </a:lnTo>
                <a:lnTo>
                  <a:pt x="369" y="804"/>
                </a:lnTo>
                <a:lnTo>
                  <a:pt x="369" y="805"/>
                </a:lnTo>
                <a:lnTo>
                  <a:pt x="369" y="804"/>
                </a:lnTo>
                <a:lnTo>
                  <a:pt x="368" y="805"/>
                </a:lnTo>
                <a:lnTo>
                  <a:pt x="367" y="805"/>
                </a:lnTo>
                <a:lnTo>
                  <a:pt x="366" y="805"/>
                </a:lnTo>
                <a:lnTo>
                  <a:pt x="366" y="804"/>
                </a:lnTo>
                <a:lnTo>
                  <a:pt x="365" y="805"/>
                </a:lnTo>
                <a:lnTo>
                  <a:pt x="364" y="805"/>
                </a:lnTo>
                <a:lnTo>
                  <a:pt x="363" y="805"/>
                </a:lnTo>
                <a:lnTo>
                  <a:pt x="362" y="806"/>
                </a:lnTo>
                <a:lnTo>
                  <a:pt x="362" y="805"/>
                </a:lnTo>
                <a:lnTo>
                  <a:pt x="361" y="805"/>
                </a:lnTo>
                <a:lnTo>
                  <a:pt x="360" y="805"/>
                </a:lnTo>
                <a:lnTo>
                  <a:pt x="360" y="806"/>
                </a:lnTo>
                <a:lnTo>
                  <a:pt x="359" y="806"/>
                </a:lnTo>
                <a:lnTo>
                  <a:pt x="358" y="806"/>
                </a:lnTo>
                <a:lnTo>
                  <a:pt x="358" y="805"/>
                </a:lnTo>
                <a:lnTo>
                  <a:pt x="357" y="805"/>
                </a:lnTo>
                <a:lnTo>
                  <a:pt x="356" y="805"/>
                </a:lnTo>
                <a:lnTo>
                  <a:pt x="355" y="805"/>
                </a:lnTo>
                <a:lnTo>
                  <a:pt x="354" y="806"/>
                </a:lnTo>
                <a:lnTo>
                  <a:pt x="352" y="806"/>
                </a:lnTo>
                <a:lnTo>
                  <a:pt x="352" y="807"/>
                </a:lnTo>
                <a:lnTo>
                  <a:pt x="352" y="806"/>
                </a:lnTo>
                <a:lnTo>
                  <a:pt x="351" y="806"/>
                </a:lnTo>
                <a:lnTo>
                  <a:pt x="351" y="807"/>
                </a:lnTo>
                <a:lnTo>
                  <a:pt x="350" y="807"/>
                </a:lnTo>
                <a:lnTo>
                  <a:pt x="349" y="807"/>
                </a:lnTo>
                <a:lnTo>
                  <a:pt x="349" y="806"/>
                </a:lnTo>
                <a:lnTo>
                  <a:pt x="345" y="806"/>
                </a:lnTo>
                <a:lnTo>
                  <a:pt x="344" y="806"/>
                </a:lnTo>
                <a:lnTo>
                  <a:pt x="343" y="806"/>
                </a:lnTo>
                <a:lnTo>
                  <a:pt x="342" y="806"/>
                </a:lnTo>
                <a:lnTo>
                  <a:pt x="341" y="806"/>
                </a:lnTo>
                <a:lnTo>
                  <a:pt x="341" y="804"/>
                </a:lnTo>
                <a:lnTo>
                  <a:pt x="341" y="803"/>
                </a:lnTo>
                <a:lnTo>
                  <a:pt x="341" y="802"/>
                </a:lnTo>
                <a:lnTo>
                  <a:pt x="340" y="802"/>
                </a:lnTo>
                <a:lnTo>
                  <a:pt x="340" y="801"/>
                </a:lnTo>
                <a:lnTo>
                  <a:pt x="339" y="801"/>
                </a:lnTo>
                <a:lnTo>
                  <a:pt x="339" y="800"/>
                </a:lnTo>
                <a:lnTo>
                  <a:pt x="340" y="800"/>
                </a:lnTo>
                <a:lnTo>
                  <a:pt x="341" y="800"/>
                </a:lnTo>
                <a:lnTo>
                  <a:pt x="341" y="799"/>
                </a:lnTo>
                <a:lnTo>
                  <a:pt x="340" y="799"/>
                </a:lnTo>
                <a:lnTo>
                  <a:pt x="340" y="797"/>
                </a:lnTo>
                <a:lnTo>
                  <a:pt x="339" y="797"/>
                </a:lnTo>
                <a:lnTo>
                  <a:pt x="338" y="796"/>
                </a:lnTo>
                <a:lnTo>
                  <a:pt x="337" y="796"/>
                </a:lnTo>
                <a:lnTo>
                  <a:pt x="336" y="796"/>
                </a:lnTo>
                <a:lnTo>
                  <a:pt x="335" y="795"/>
                </a:lnTo>
                <a:lnTo>
                  <a:pt x="334" y="795"/>
                </a:lnTo>
                <a:lnTo>
                  <a:pt x="333" y="795"/>
                </a:lnTo>
                <a:lnTo>
                  <a:pt x="333" y="794"/>
                </a:lnTo>
                <a:lnTo>
                  <a:pt x="334" y="793"/>
                </a:lnTo>
                <a:lnTo>
                  <a:pt x="333" y="792"/>
                </a:lnTo>
                <a:lnTo>
                  <a:pt x="332" y="791"/>
                </a:lnTo>
                <a:lnTo>
                  <a:pt x="331" y="790"/>
                </a:lnTo>
                <a:lnTo>
                  <a:pt x="331" y="789"/>
                </a:lnTo>
                <a:lnTo>
                  <a:pt x="330" y="789"/>
                </a:lnTo>
                <a:lnTo>
                  <a:pt x="329" y="789"/>
                </a:lnTo>
                <a:lnTo>
                  <a:pt x="328" y="788"/>
                </a:lnTo>
                <a:lnTo>
                  <a:pt x="327" y="788"/>
                </a:lnTo>
                <a:lnTo>
                  <a:pt x="327" y="787"/>
                </a:lnTo>
                <a:lnTo>
                  <a:pt x="326" y="787"/>
                </a:lnTo>
                <a:lnTo>
                  <a:pt x="326" y="786"/>
                </a:lnTo>
                <a:lnTo>
                  <a:pt x="325" y="786"/>
                </a:lnTo>
                <a:lnTo>
                  <a:pt x="325" y="785"/>
                </a:lnTo>
                <a:lnTo>
                  <a:pt x="324" y="785"/>
                </a:lnTo>
                <a:lnTo>
                  <a:pt x="324" y="784"/>
                </a:lnTo>
                <a:lnTo>
                  <a:pt x="323" y="784"/>
                </a:lnTo>
                <a:lnTo>
                  <a:pt x="323" y="783"/>
                </a:lnTo>
                <a:lnTo>
                  <a:pt x="323" y="784"/>
                </a:lnTo>
                <a:lnTo>
                  <a:pt x="323" y="783"/>
                </a:lnTo>
                <a:lnTo>
                  <a:pt x="322" y="783"/>
                </a:lnTo>
                <a:lnTo>
                  <a:pt x="321" y="783"/>
                </a:lnTo>
                <a:lnTo>
                  <a:pt x="321" y="782"/>
                </a:lnTo>
                <a:lnTo>
                  <a:pt x="320" y="782"/>
                </a:lnTo>
                <a:lnTo>
                  <a:pt x="320" y="781"/>
                </a:lnTo>
                <a:lnTo>
                  <a:pt x="319" y="781"/>
                </a:lnTo>
                <a:lnTo>
                  <a:pt x="318" y="780"/>
                </a:lnTo>
                <a:lnTo>
                  <a:pt x="317" y="780"/>
                </a:lnTo>
                <a:lnTo>
                  <a:pt x="316" y="780"/>
                </a:lnTo>
                <a:lnTo>
                  <a:pt x="316" y="779"/>
                </a:lnTo>
                <a:lnTo>
                  <a:pt x="315" y="779"/>
                </a:lnTo>
                <a:lnTo>
                  <a:pt x="314" y="779"/>
                </a:lnTo>
                <a:lnTo>
                  <a:pt x="313" y="778"/>
                </a:lnTo>
                <a:lnTo>
                  <a:pt x="312" y="778"/>
                </a:lnTo>
                <a:lnTo>
                  <a:pt x="312" y="779"/>
                </a:lnTo>
                <a:lnTo>
                  <a:pt x="311" y="779"/>
                </a:lnTo>
                <a:lnTo>
                  <a:pt x="311" y="778"/>
                </a:lnTo>
                <a:lnTo>
                  <a:pt x="310" y="778"/>
                </a:lnTo>
                <a:lnTo>
                  <a:pt x="309" y="778"/>
                </a:lnTo>
                <a:lnTo>
                  <a:pt x="308" y="778"/>
                </a:lnTo>
                <a:lnTo>
                  <a:pt x="307" y="778"/>
                </a:lnTo>
                <a:lnTo>
                  <a:pt x="306" y="778"/>
                </a:lnTo>
                <a:lnTo>
                  <a:pt x="305" y="777"/>
                </a:lnTo>
                <a:lnTo>
                  <a:pt x="304" y="777"/>
                </a:lnTo>
                <a:lnTo>
                  <a:pt x="304" y="776"/>
                </a:lnTo>
                <a:lnTo>
                  <a:pt x="303" y="776"/>
                </a:lnTo>
                <a:lnTo>
                  <a:pt x="303" y="775"/>
                </a:lnTo>
                <a:lnTo>
                  <a:pt x="302" y="774"/>
                </a:lnTo>
                <a:lnTo>
                  <a:pt x="302" y="773"/>
                </a:lnTo>
                <a:lnTo>
                  <a:pt x="301" y="773"/>
                </a:lnTo>
                <a:lnTo>
                  <a:pt x="300" y="773"/>
                </a:lnTo>
                <a:lnTo>
                  <a:pt x="300" y="772"/>
                </a:lnTo>
                <a:lnTo>
                  <a:pt x="299" y="772"/>
                </a:lnTo>
                <a:lnTo>
                  <a:pt x="298" y="772"/>
                </a:lnTo>
                <a:lnTo>
                  <a:pt x="297" y="772"/>
                </a:lnTo>
                <a:lnTo>
                  <a:pt x="296" y="771"/>
                </a:lnTo>
                <a:lnTo>
                  <a:pt x="295" y="771"/>
                </a:lnTo>
                <a:lnTo>
                  <a:pt x="295" y="770"/>
                </a:lnTo>
                <a:lnTo>
                  <a:pt x="294" y="770"/>
                </a:lnTo>
                <a:lnTo>
                  <a:pt x="294" y="769"/>
                </a:lnTo>
                <a:lnTo>
                  <a:pt x="293" y="769"/>
                </a:lnTo>
                <a:lnTo>
                  <a:pt x="293" y="768"/>
                </a:lnTo>
                <a:lnTo>
                  <a:pt x="293" y="767"/>
                </a:lnTo>
                <a:lnTo>
                  <a:pt x="293" y="766"/>
                </a:lnTo>
                <a:lnTo>
                  <a:pt x="292" y="766"/>
                </a:lnTo>
                <a:lnTo>
                  <a:pt x="291" y="766"/>
                </a:lnTo>
                <a:lnTo>
                  <a:pt x="290" y="766"/>
                </a:lnTo>
                <a:lnTo>
                  <a:pt x="289" y="766"/>
                </a:lnTo>
                <a:lnTo>
                  <a:pt x="288" y="766"/>
                </a:lnTo>
                <a:lnTo>
                  <a:pt x="286" y="766"/>
                </a:lnTo>
                <a:lnTo>
                  <a:pt x="286" y="765"/>
                </a:lnTo>
                <a:lnTo>
                  <a:pt x="285" y="765"/>
                </a:lnTo>
                <a:lnTo>
                  <a:pt x="285" y="764"/>
                </a:lnTo>
                <a:lnTo>
                  <a:pt x="284" y="764"/>
                </a:lnTo>
                <a:lnTo>
                  <a:pt x="284" y="763"/>
                </a:lnTo>
                <a:lnTo>
                  <a:pt x="283" y="763"/>
                </a:lnTo>
                <a:lnTo>
                  <a:pt x="282" y="763"/>
                </a:lnTo>
                <a:lnTo>
                  <a:pt x="282" y="762"/>
                </a:lnTo>
                <a:lnTo>
                  <a:pt x="281" y="761"/>
                </a:lnTo>
                <a:lnTo>
                  <a:pt x="280" y="761"/>
                </a:lnTo>
                <a:lnTo>
                  <a:pt x="279" y="761"/>
                </a:lnTo>
                <a:lnTo>
                  <a:pt x="279" y="760"/>
                </a:lnTo>
                <a:lnTo>
                  <a:pt x="278" y="759"/>
                </a:lnTo>
                <a:lnTo>
                  <a:pt x="277" y="759"/>
                </a:lnTo>
                <a:lnTo>
                  <a:pt x="276" y="759"/>
                </a:lnTo>
                <a:lnTo>
                  <a:pt x="276" y="758"/>
                </a:lnTo>
                <a:lnTo>
                  <a:pt x="276" y="759"/>
                </a:lnTo>
                <a:lnTo>
                  <a:pt x="275" y="759"/>
                </a:lnTo>
                <a:lnTo>
                  <a:pt x="275" y="758"/>
                </a:lnTo>
                <a:lnTo>
                  <a:pt x="274" y="758"/>
                </a:lnTo>
                <a:lnTo>
                  <a:pt x="273" y="757"/>
                </a:lnTo>
                <a:lnTo>
                  <a:pt x="272" y="756"/>
                </a:lnTo>
                <a:lnTo>
                  <a:pt x="271" y="756"/>
                </a:lnTo>
                <a:lnTo>
                  <a:pt x="271" y="755"/>
                </a:lnTo>
                <a:lnTo>
                  <a:pt x="272" y="755"/>
                </a:lnTo>
                <a:lnTo>
                  <a:pt x="272" y="754"/>
                </a:lnTo>
                <a:lnTo>
                  <a:pt x="272" y="753"/>
                </a:lnTo>
                <a:lnTo>
                  <a:pt x="271" y="752"/>
                </a:lnTo>
                <a:lnTo>
                  <a:pt x="271" y="751"/>
                </a:lnTo>
                <a:lnTo>
                  <a:pt x="270" y="751"/>
                </a:lnTo>
                <a:lnTo>
                  <a:pt x="270" y="752"/>
                </a:lnTo>
                <a:lnTo>
                  <a:pt x="270" y="751"/>
                </a:lnTo>
                <a:lnTo>
                  <a:pt x="269" y="751"/>
                </a:lnTo>
                <a:lnTo>
                  <a:pt x="269" y="750"/>
                </a:lnTo>
                <a:lnTo>
                  <a:pt x="269" y="749"/>
                </a:lnTo>
                <a:lnTo>
                  <a:pt x="268" y="749"/>
                </a:lnTo>
                <a:lnTo>
                  <a:pt x="268" y="750"/>
                </a:lnTo>
                <a:lnTo>
                  <a:pt x="267" y="750"/>
                </a:lnTo>
                <a:lnTo>
                  <a:pt x="266" y="750"/>
                </a:lnTo>
                <a:lnTo>
                  <a:pt x="265" y="750"/>
                </a:lnTo>
                <a:lnTo>
                  <a:pt x="264" y="750"/>
                </a:lnTo>
                <a:lnTo>
                  <a:pt x="263" y="750"/>
                </a:lnTo>
                <a:lnTo>
                  <a:pt x="263" y="751"/>
                </a:lnTo>
                <a:lnTo>
                  <a:pt x="262" y="750"/>
                </a:lnTo>
                <a:lnTo>
                  <a:pt x="261" y="750"/>
                </a:lnTo>
                <a:lnTo>
                  <a:pt x="260" y="750"/>
                </a:lnTo>
                <a:lnTo>
                  <a:pt x="259" y="751"/>
                </a:lnTo>
                <a:lnTo>
                  <a:pt x="258" y="751"/>
                </a:lnTo>
                <a:lnTo>
                  <a:pt x="257" y="751"/>
                </a:lnTo>
                <a:lnTo>
                  <a:pt x="256" y="752"/>
                </a:lnTo>
                <a:lnTo>
                  <a:pt x="255" y="753"/>
                </a:lnTo>
                <a:lnTo>
                  <a:pt x="254" y="753"/>
                </a:lnTo>
                <a:lnTo>
                  <a:pt x="253" y="752"/>
                </a:lnTo>
                <a:lnTo>
                  <a:pt x="252" y="751"/>
                </a:lnTo>
                <a:lnTo>
                  <a:pt x="251" y="751"/>
                </a:lnTo>
                <a:lnTo>
                  <a:pt x="250" y="751"/>
                </a:lnTo>
                <a:lnTo>
                  <a:pt x="250" y="750"/>
                </a:lnTo>
                <a:lnTo>
                  <a:pt x="249" y="750"/>
                </a:lnTo>
                <a:lnTo>
                  <a:pt x="249" y="749"/>
                </a:lnTo>
                <a:lnTo>
                  <a:pt x="248" y="749"/>
                </a:lnTo>
                <a:lnTo>
                  <a:pt x="247" y="749"/>
                </a:lnTo>
                <a:lnTo>
                  <a:pt x="246" y="749"/>
                </a:lnTo>
                <a:lnTo>
                  <a:pt x="246" y="750"/>
                </a:lnTo>
                <a:lnTo>
                  <a:pt x="245" y="750"/>
                </a:lnTo>
                <a:lnTo>
                  <a:pt x="245" y="751"/>
                </a:lnTo>
                <a:lnTo>
                  <a:pt x="245" y="752"/>
                </a:lnTo>
                <a:lnTo>
                  <a:pt x="244" y="752"/>
                </a:lnTo>
                <a:lnTo>
                  <a:pt x="243" y="752"/>
                </a:lnTo>
                <a:lnTo>
                  <a:pt x="243" y="753"/>
                </a:lnTo>
                <a:lnTo>
                  <a:pt x="243" y="754"/>
                </a:lnTo>
                <a:lnTo>
                  <a:pt x="242" y="754"/>
                </a:lnTo>
                <a:lnTo>
                  <a:pt x="241" y="753"/>
                </a:lnTo>
                <a:lnTo>
                  <a:pt x="240" y="753"/>
                </a:lnTo>
                <a:lnTo>
                  <a:pt x="240" y="752"/>
                </a:lnTo>
                <a:lnTo>
                  <a:pt x="239" y="752"/>
                </a:lnTo>
                <a:lnTo>
                  <a:pt x="239" y="753"/>
                </a:lnTo>
                <a:lnTo>
                  <a:pt x="239" y="754"/>
                </a:lnTo>
                <a:lnTo>
                  <a:pt x="238" y="754"/>
                </a:lnTo>
                <a:lnTo>
                  <a:pt x="237" y="754"/>
                </a:lnTo>
                <a:lnTo>
                  <a:pt x="236" y="754"/>
                </a:lnTo>
                <a:lnTo>
                  <a:pt x="235" y="754"/>
                </a:lnTo>
                <a:lnTo>
                  <a:pt x="235" y="753"/>
                </a:lnTo>
                <a:lnTo>
                  <a:pt x="234" y="753"/>
                </a:lnTo>
                <a:lnTo>
                  <a:pt x="233" y="753"/>
                </a:lnTo>
                <a:lnTo>
                  <a:pt x="232" y="753"/>
                </a:lnTo>
                <a:lnTo>
                  <a:pt x="231" y="753"/>
                </a:lnTo>
                <a:lnTo>
                  <a:pt x="231" y="754"/>
                </a:lnTo>
                <a:lnTo>
                  <a:pt x="232" y="754"/>
                </a:lnTo>
                <a:lnTo>
                  <a:pt x="231" y="754"/>
                </a:lnTo>
                <a:lnTo>
                  <a:pt x="230" y="755"/>
                </a:lnTo>
                <a:lnTo>
                  <a:pt x="229" y="755"/>
                </a:lnTo>
                <a:lnTo>
                  <a:pt x="229" y="754"/>
                </a:lnTo>
                <a:lnTo>
                  <a:pt x="228" y="754"/>
                </a:lnTo>
                <a:lnTo>
                  <a:pt x="228" y="755"/>
                </a:lnTo>
                <a:lnTo>
                  <a:pt x="228" y="756"/>
                </a:lnTo>
                <a:lnTo>
                  <a:pt x="227" y="757"/>
                </a:lnTo>
                <a:lnTo>
                  <a:pt x="227" y="758"/>
                </a:lnTo>
                <a:lnTo>
                  <a:pt x="228" y="758"/>
                </a:lnTo>
                <a:lnTo>
                  <a:pt x="228" y="759"/>
                </a:lnTo>
                <a:lnTo>
                  <a:pt x="227" y="759"/>
                </a:lnTo>
                <a:lnTo>
                  <a:pt x="226" y="760"/>
                </a:lnTo>
                <a:lnTo>
                  <a:pt x="226" y="761"/>
                </a:lnTo>
                <a:lnTo>
                  <a:pt x="225" y="762"/>
                </a:lnTo>
                <a:lnTo>
                  <a:pt x="224" y="762"/>
                </a:lnTo>
                <a:lnTo>
                  <a:pt x="223" y="762"/>
                </a:lnTo>
                <a:lnTo>
                  <a:pt x="223" y="761"/>
                </a:lnTo>
                <a:lnTo>
                  <a:pt x="222" y="760"/>
                </a:lnTo>
                <a:lnTo>
                  <a:pt x="220" y="758"/>
                </a:lnTo>
                <a:lnTo>
                  <a:pt x="219" y="757"/>
                </a:lnTo>
                <a:lnTo>
                  <a:pt x="219" y="756"/>
                </a:lnTo>
                <a:lnTo>
                  <a:pt x="218" y="756"/>
                </a:lnTo>
                <a:lnTo>
                  <a:pt x="217" y="755"/>
                </a:lnTo>
                <a:lnTo>
                  <a:pt x="216" y="755"/>
                </a:lnTo>
                <a:lnTo>
                  <a:pt x="215" y="755"/>
                </a:lnTo>
                <a:lnTo>
                  <a:pt x="215" y="756"/>
                </a:lnTo>
                <a:lnTo>
                  <a:pt x="214" y="756"/>
                </a:lnTo>
                <a:lnTo>
                  <a:pt x="213" y="756"/>
                </a:lnTo>
                <a:lnTo>
                  <a:pt x="213" y="755"/>
                </a:lnTo>
                <a:lnTo>
                  <a:pt x="212" y="755"/>
                </a:lnTo>
                <a:lnTo>
                  <a:pt x="212" y="754"/>
                </a:lnTo>
                <a:lnTo>
                  <a:pt x="211" y="754"/>
                </a:lnTo>
                <a:lnTo>
                  <a:pt x="210" y="754"/>
                </a:lnTo>
                <a:lnTo>
                  <a:pt x="210" y="753"/>
                </a:lnTo>
                <a:lnTo>
                  <a:pt x="210" y="752"/>
                </a:lnTo>
                <a:lnTo>
                  <a:pt x="209" y="752"/>
                </a:lnTo>
                <a:lnTo>
                  <a:pt x="209" y="751"/>
                </a:lnTo>
                <a:lnTo>
                  <a:pt x="208" y="751"/>
                </a:lnTo>
                <a:lnTo>
                  <a:pt x="208" y="750"/>
                </a:lnTo>
                <a:lnTo>
                  <a:pt x="208" y="749"/>
                </a:lnTo>
                <a:lnTo>
                  <a:pt x="207" y="748"/>
                </a:lnTo>
                <a:lnTo>
                  <a:pt x="206" y="747"/>
                </a:lnTo>
                <a:lnTo>
                  <a:pt x="206" y="746"/>
                </a:lnTo>
                <a:lnTo>
                  <a:pt x="205" y="745"/>
                </a:lnTo>
                <a:lnTo>
                  <a:pt x="205" y="744"/>
                </a:lnTo>
                <a:lnTo>
                  <a:pt x="204" y="744"/>
                </a:lnTo>
                <a:lnTo>
                  <a:pt x="204" y="743"/>
                </a:lnTo>
                <a:lnTo>
                  <a:pt x="204" y="742"/>
                </a:lnTo>
                <a:lnTo>
                  <a:pt x="203" y="742"/>
                </a:lnTo>
                <a:lnTo>
                  <a:pt x="202" y="742"/>
                </a:lnTo>
                <a:lnTo>
                  <a:pt x="202" y="743"/>
                </a:lnTo>
                <a:lnTo>
                  <a:pt x="201" y="743"/>
                </a:lnTo>
                <a:lnTo>
                  <a:pt x="200" y="743"/>
                </a:lnTo>
                <a:lnTo>
                  <a:pt x="199" y="743"/>
                </a:lnTo>
                <a:lnTo>
                  <a:pt x="199" y="741"/>
                </a:lnTo>
                <a:lnTo>
                  <a:pt x="198" y="740"/>
                </a:lnTo>
                <a:lnTo>
                  <a:pt x="198" y="739"/>
                </a:lnTo>
                <a:lnTo>
                  <a:pt x="198" y="738"/>
                </a:lnTo>
                <a:lnTo>
                  <a:pt x="197" y="736"/>
                </a:lnTo>
                <a:lnTo>
                  <a:pt x="196" y="736"/>
                </a:lnTo>
                <a:lnTo>
                  <a:pt x="195" y="735"/>
                </a:lnTo>
                <a:lnTo>
                  <a:pt x="194" y="735"/>
                </a:lnTo>
                <a:lnTo>
                  <a:pt x="194" y="734"/>
                </a:lnTo>
                <a:lnTo>
                  <a:pt x="193" y="735"/>
                </a:lnTo>
                <a:lnTo>
                  <a:pt x="192" y="735"/>
                </a:lnTo>
                <a:lnTo>
                  <a:pt x="191" y="735"/>
                </a:lnTo>
                <a:lnTo>
                  <a:pt x="190" y="734"/>
                </a:lnTo>
                <a:lnTo>
                  <a:pt x="189" y="735"/>
                </a:lnTo>
                <a:lnTo>
                  <a:pt x="188" y="735"/>
                </a:lnTo>
                <a:lnTo>
                  <a:pt x="187" y="736"/>
                </a:lnTo>
                <a:lnTo>
                  <a:pt x="186" y="736"/>
                </a:lnTo>
                <a:lnTo>
                  <a:pt x="185" y="736"/>
                </a:lnTo>
                <a:lnTo>
                  <a:pt x="184" y="736"/>
                </a:lnTo>
                <a:lnTo>
                  <a:pt x="184" y="737"/>
                </a:lnTo>
                <a:lnTo>
                  <a:pt x="183" y="737"/>
                </a:lnTo>
                <a:lnTo>
                  <a:pt x="182" y="737"/>
                </a:lnTo>
                <a:lnTo>
                  <a:pt x="181" y="736"/>
                </a:lnTo>
                <a:lnTo>
                  <a:pt x="180" y="736"/>
                </a:lnTo>
                <a:lnTo>
                  <a:pt x="180" y="735"/>
                </a:lnTo>
                <a:lnTo>
                  <a:pt x="180" y="734"/>
                </a:lnTo>
                <a:lnTo>
                  <a:pt x="179" y="734"/>
                </a:lnTo>
                <a:lnTo>
                  <a:pt x="179" y="733"/>
                </a:lnTo>
                <a:lnTo>
                  <a:pt x="178" y="733"/>
                </a:lnTo>
                <a:lnTo>
                  <a:pt x="178" y="734"/>
                </a:lnTo>
                <a:lnTo>
                  <a:pt x="177" y="734"/>
                </a:lnTo>
                <a:lnTo>
                  <a:pt x="176" y="733"/>
                </a:lnTo>
                <a:lnTo>
                  <a:pt x="176" y="732"/>
                </a:lnTo>
                <a:lnTo>
                  <a:pt x="177" y="732"/>
                </a:lnTo>
                <a:lnTo>
                  <a:pt x="177" y="731"/>
                </a:lnTo>
                <a:lnTo>
                  <a:pt x="177" y="730"/>
                </a:lnTo>
                <a:lnTo>
                  <a:pt x="176" y="729"/>
                </a:lnTo>
                <a:lnTo>
                  <a:pt x="175" y="729"/>
                </a:lnTo>
                <a:lnTo>
                  <a:pt x="175" y="728"/>
                </a:lnTo>
                <a:lnTo>
                  <a:pt x="175" y="726"/>
                </a:lnTo>
                <a:lnTo>
                  <a:pt x="174" y="726"/>
                </a:lnTo>
                <a:lnTo>
                  <a:pt x="174" y="725"/>
                </a:lnTo>
                <a:lnTo>
                  <a:pt x="175" y="724"/>
                </a:lnTo>
                <a:lnTo>
                  <a:pt x="175" y="722"/>
                </a:lnTo>
                <a:lnTo>
                  <a:pt x="174" y="722"/>
                </a:lnTo>
                <a:lnTo>
                  <a:pt x="173" y="722"/>
                </a:lnTo>
                <a:lnTo>
                  <a:pt x="172" y="721"/>
                </a:lnTo>
                <a:lnTo>
                  <a:pt x="171" y="721"/>
                </a:lnTo>
                <a:lnTo>
                  <a:pt x="170" y="721"/>
                </a:lnTo>
                <a:lnTo>
                  <a:pt x="169" y="721"/>
                </a:lnTo>
                <a:lnTo>
                  <a:pt x="169" y="722"/>
                </a:lnTo>
                <a:lnTo>
                  <a:pt x="169" y="723"/>
                </a:lnTo>
                <a:lnTo>
                  <a:pt x="168" y="723"/>
                </a:lnTo>
                <a:lnTo>
                  <a:pt x="168" y="724"/>
                </a:lnTo>
                <a:lnTo>
                  <a:pt x="167" y="724"/>
                </a:lnTo>
                <a:lnTo>
                  <a:pt x="167" y="725"/>
                </a:lnTo>
                <a:lnTo>
                  <a:pt x="166" y="725"/>
                </a:lnTo>
                <a:lnTo>
                  <a:pt x="165" y="725"/>
                </a:lnTo>
                <a:lnTo>
                  <a:pt x="164" y="726"/>
                </a:lnTo>
                <a:lnTo>
                  <a:pt x="163" y="726"/>
                </a:lnTo>
                <a:lnTo>
                  <a:pt x="163" y="727"/>
                </a:lnTo>
                <a:lnTo>
                  <a:pt x="162" y="727"/>
                </a:lnTo>
                <a:lnTo>
                  <a:pt x="162" y="728"/>
                </a:lnTo>
                <a:lnTo>
                  <a:pt x="162" y="729"/>
                </a:lnTo>
                <a:lnTo>
                  <a:pt x="161" y="729"/>
                </a:lnTo>
                <a:lnTo>
                  <a:pt x="161" y="730"/>
                </a:lnTo>
                <a:lnTo>
                  <a:pt x="161" y="731"/>
                </a:lnTo>
                <a:lnTo>
                  <a:pt x="161" y="732"/>
                </a:lnTo>
                <a:lnTo>
                  <a:pt x="161" y="733"/>
                </a:lnTo>
                <a:lnTo>
                  <a:pt x="160" y="733"/>
                </a:lnTo>
                <a:lnTo>
                  <a:pt x="159" y="734"/>
                </a:lnTo>
                <a:lnTo>
                  <a:pt x="160" y="734"/>
                </a:lnTo>
                <a:lnTo>
                  <a:pt x="160" y="735"/>
                </a:lnTo>
                <a:lnTo>
                  <a:pt x="159" y="735"/>
                </a:lnTo>
                <a:lnTo>
                  <a:pt x="158" y="734"/>
                </a:lnTo>
                <a:lnTo>
                  <a:pt x="157" y="735"/>
                </a:lnTo>
                <a:lnTo>
                  <a:pt x="157" y="734"/>
                </a:lnTo>
                <a:lnTo>
                  <a:pt x="157" y="733"/>
                </a:lnTo>
                <a:lnTo>
                  <a:pt x="156" y="733"/>
                </a:lnTo>
                <a:lnTo>
                  <a:pt x="155" y="732"/>
                </a:lnTo>
                <a:lnTo>
                  <a:pt x="154" y="732"/>
                </a:lnTo>
                <a:lnTo>
                  <a:pt x="154" y="731"/>
                </a:lnTo>
                <a:lnTo>
                  <a:pt x="153" y="731"/>
                </a:lnTo>
                <a:lnTo>
                  <a:pt x="153" y="730"/>
                </a:lnTo>
                <a:lnTo>
                  <a:pt x="154" y="730"/>
                </a:lnTo>
                <a:lnTo>
                  <a:pt x="154" y="729"/>
                </a:lnTo>
                <a:lnTo>
                  <a:pt x="153" y="729"/>
                </a:lnTo>
                <a:lnTo>
                  <a:pt x="152" y="729"/>
                </a:lnTo>
                <a:lnTo>
                  <a:pt x="152" y="728"/>
                </a:lnTo>
                <a:lnTo>
                  <a:pt x="151" y="728"/>
                </a:lnTo>
                <a:lnTo>
                  <a:pt x="150" y="728"/>
                </a:lnTo>
                <a:lnTo>
                  <a:pt x="149" y="728"/>
                </a:lnTo>
                <a:lnTo>
                  <a:pt x="148" y="728"/>
                </a:lnTo>
                <a:lnTo>
                  <a:pt x="147" y="728"/>
                </a:lnTo>
                <a:lnTo>
                  <a:pt x="147" y="727"/>
                </a:lnTo>
                <a:lnTo>
                  <a:pt x="146" y="727"/>
                </a:lnTo>
                <a:lnTo>
                  <a:pt x="147" y="726"/>
                </a:lnTo>
                <a:lnTo>
                  <a:pt x="146" y="726"/>
                </a:lnTo>
                <a:lnTo>
                  <a:pt x="146" y="725"/>
                </a:lnTo>
                <a:lnTo>
                  <a:pt x="146" y="724"/>
                </a:lnTo>
                <a:lnTo>
                  <a:pt x="145" y="724"/>
                </a:lnTo>
                <a:lnTo>
                  <a:pt x="144" y="724"/>
                </a:lnTo>
                <a:lnTo>
                  <a:pt x="144" y="723"/>
                </a:lnTo>
                <a:lnTo>
                  <a:pt x="143" y="723"/>
                </a:lnTo>
                <a:lnTo>
                  <a:pt x="143" y="722"/>
                </a:lnTo>
                <a:lnTo>
                  <a:pt x="142" y="723"/>
                </a:lnTo>
                <a:lnTo>
                  <a:pt x="142" y="722"/>
                </a:lnTo>
                <a:lnTo>
                  <a:pt x="143" y="721"/>
                </a:lnTo>
                <a:lnTo>
                  <a:pt x="144" y="720"/>
                </a:lnTo>
                <a:lnTo>
                  <a:pt x="143" y="719"/>
                </a:lnTo>
                <a:lnTo>
                  <a:pt x="144" y="719"/>
                </a:lnTo>
                <a:lnTo>
                  <a:pt x="144" y="718"/>
                </a:lnTo>
                <a:lnTo>
                  <a:pt x="144" y="717"/>
                </a:lnTo>
                <a:lnTo>
                  <a:pt x="145" y="717"/>
                </a:lnTo>
                <a:lnTo>
                  <a:pt x="145" y="716"/>
                </a:lnTo>
                <a:lnTo>
                  <a:pt x="145" y="715"/>
                </a:lnTo>
                <a:lnTo>
                  <a:pt x="145" y="714"/>
                </a:lnTo>
                <a:lnTo>
                  <a:pt x="144" y="713"/>
                </a:lnTo>
                <a:lnTo>
                  <a:pt x="144" y="712"/>
                </a:lnTo>
                <a:lnTo>
                  <a:pt x="144" y="711"/>
                </a:lnTo>
                <a:lnTo>
                  <a:pt x="144" y="710"/>
                </a:lnTo>
                <a:lnTo>
                  <a:pt x="144" y="709"/>
                </a:lnTo>
                <a:lnTo>
                  <a:pt x="144" y="708"/>
                </a:lnTo>
                <a:lnTo>
                  <a:pt x="143" y="708"/>
                </a:lnTo>
                <a:lnTo>
                  <a:pt x="142" y="708"/>
                </a:lnTo>
                <a:lnTo>
                  <a:pt x="141" y="708"/>
                </a:lnTo>
                <a:lnTo>
                  <a:pt x="141" y="707"/>
                </a:lnTo>
                <a:lnTo>
                  <a:pt x="141" y="706"/>
                </a:lnTo>
                <a:lnTo>
                  <a:pt x="141" y="705"/>
                </a:lnTo>
                <a:lnTo>
                  <a:pt x="142" y="705"/>
                </a:lnTo>
                <a:lnTo>
                  <a:pt x="142" y="704"/>
                </a:lnTo>
                <a:lnTo>
                  <a:pt x="141" y="704"/>
                </a:lnTo>
                <a:lnTo>
                  <a:pt x="140" y="704"/>
                </a:lnTo>
                <a:lnTo>
                  <a:pt x="140" y="703"/>
                </a:lnTo>
                <a:lnTo>
                  <a:pt x="140" y="704"/>
                </a:lnTo>
                <a:lnTo>
                  <a:pt x="139" y="704"/>
                </a:lnTo>
                <a:lnTo>
                  <a:pt x="138" y="704"/>
                </a:lnTo>
                <a:lnTo>
                  <a:pt x="138" y="703"/>
                </a:lnTo>
                <a:lnTo>
                  <a:pt x="137" y="703"/>
                </a:lnTo>
                <a:lnTo>
                  <a:pt x="136" y="702"/>
                </a:lnTo>
                <a:lnTo>
                  <a:pt x="136" y="703"/>
                </a:lnTo>
                <a:lnTo>
                  <a:pt x="135" y="704"/>
                </a:lnTo>
                <a:lnTo>
                  <a:pt x="134" y="704"/>
                </a:lnTo>
                <a:lnTo>
                  <a:pt x="132" y="703"/>
                </a:lnTo>
                <a:lnTo>
                  <a:pt x="131" y="703"/>
                </a:lnTo>
                <a:lnTo>
                  <a:pt x="131" y="704"/>
                </a:lnTo>
                <a:lnTo>
                  <a:pt x="130" y="704"/>
                </a:lnTo>
                <a:lnTo>
                  <a:pt x="128" y="705"/>
                </a:lnTo>
                <a:lnTo>
                  <a:pt x="127" y="704"/>
                </a:lnTo>
                <a:lnTo>
                  <a:pt x="127" y="703"/>
                </a:lnTo>
                <a:lnTo>
                  <a:pt x="126" y="703"/>
                </a:lnTo>
                <a:lnTo>
                  <a:pt x="125" y="703"/>
                </a:lnTo>
                <a:lnTo>
                  <a:pt x="124" y="702"/>
                </a:lnTo>
                <a:lnTo>
                  <a:pt x="123" y="702"/>
                </a:lnTo>
                <a:lnTo>
                  <a:pt x="123" y="703"/>
                </a:lnTo>
                <a:lnTo>
                  <a:pt x="122" y="703"/>
                </a:lnTo>
                <a:lnTo>
                  <a:pt x="121" y="704"/>
                </a:lnTo>
                <a:lnTo>
                  <a:pt x="120" y="705"/>
                </a:lnTo>
                <a:lnTo>
                  <a:pt x="119" y="705"/>
                </a:lnTo>
                <a:lnTo>
                  <a:pt x="119" y="704"/>
                </a:lnTo>
                <a:lnTo>
                  <a:pt x="118" y="704"/>
                </a:lnTo>
                <a:lnTo>
                  <a:pt x="117" y="704"/>
                </a:lnTo>
                <a:lnTo>
                  <a:pt x="117" y="705"/>
                </a:lnTo>
                <a:lnTo>
                  <a:pt x="116" y="705"/>
                </a:lnTo>
                <a:lnTo>
                  <a:pt x="116" y="704"/>
                </a:lnTo>
                <a:lnTo>
                  <a:pt x="116" y="703"/>
                </a:lnTo>
                <a:lnTo>
                  <a:pt x="116" y="702"/>
                </a:lnTo>
                <a:lnTo>
                  <a:pt x="116" y="701"/>
                </a:lnTo>
                <a:lnTo>
                  <a:pt x="115" y="701"/>
                </a:lnTo>
                <a:lnTo>
                  <a:pt x="114" y="701"/>
                </a:lnTo>
                <a:lnTo>
                  <a:pt x="113" y="701"/>
                </a:lnTo>
                <a:lnTo>
                  <a:pt x="112" y="701"/>
                </a:lnTo>
                <a:lnTo>
                  <a:pt x="111" y="701"/>
                </a:lnTo>
                <a:lnTo>
                  <a:pt x="111" y="702"/>
                </a:lnTo>
                <a:lnTo>
                  <a:pt x="110" y="702"/>
                </a:lnTo>
                <a:lnTo>
                  <a:pt x="109" y="703"/>
                </a:lnTo>
                <a:lnTo>
                  <a:pt x="108" y="704"/>
                </a:lnTo>
                <a:lnTo>
                  <a:pt x="107" y="704"/>
                </a:lnTo>
                <a:lnTo>
                  <a:pt x="106" y="705"/>
                </a:lnTo>
                <a:lnTo>
                  <a:pt x="105" y="706"/>
                </a:lnTo>
                <a:lnTo>
                  <a:pt x="104" y="706"/>
                </a:lnTo>
                <a:lnTo>
                  <a:pt x="103" y="706"/>
                </a:lnTo>
                <a:lnTo>
                  <a:pt x="103" y="707"/>
                </a:lnTo>
                <a:lnTo>
                  <a:pt x="102" y="707"/>
                </a:lnTo>
                <a:lnTo>
                  <a:pt x="101" y="707"/>
                </a:lnTo>
                <a:lnTo>
                  <a:pt x="100" y="707"/>
                </a:lnTo>
                <a:lnTo>
                  <a:pt x="99" y="706"/>
                </a:lnTo>
                <a:lnTo>
                  <a:pt x="98" y="706"/>
                </a:lnTo>
                <a:lnTo>
                  <a:pt x="98" y="707"/>
                </a:lnTo>
                <a:lnTo>
                  <a:pt x="97" y="707"/>
                </a:lnTo>
                <a:lnTo>
                  <a:pt x="96" y="708"/>
                </a:lnTo>
                <a:lnTo>
                  <a:pt x="95" y="708"/>
                </a:lnTo>
                <a:lnTo>
                  <a:pt x="95" y="707"/>
                </a:lnTo>
                <a:lnTo>
                  <a:pt x="94" y="708"/>
                </a:lnTo>
                <a:lnTo>
                  <a:pt x="93" y="708"/>
                </a:lnTo>
                <a:lnTo>
                  <a:pt x="92" y="708"/>
                </a:lnTo>
                <a:lnTo>
                  <a:pt x="91" y="709"/>
                </a:lnTo>
                <a:lnTo>
                  <a:pt x="90" y="710"/>
                </a:lnTo>
                <a:lnTo>
                  <a:pt x="88" y="710"/>
                </a:lnTo>
                <a:lnTo>
                  <a:pt x="87" y="710"/>
                </a:lnTo>
                <a:lnTo>
                  <a:pt x="86" y="710"/>
                </a:lnTo>
                <a:lnTo>
                  <a:pt x="86" y="711"/>
                </a:lnTo>
                <a:lnTo>
                  <a:pt x="86" y="712"/>
                </a:lnTo>
                <a:lnTo>
                  <a:pt x="84" y="713"/>
                </a:lnTo>
                <a:lnTo>
                  <a:pt x="83" y="713"/>
                </a:lnTo>
                <a:lnTo>
                  <a:pt x="82" y="713"/>
                </a:lnTo>
                <a:lnTo>
                  <a:pt x="82" y="714"/>
                </a:lnTo>
                <a:lnTo>
                  <a:pt x="81" y="713"/>
                </a:lnTo>
                <a:lnTo>
                  <a:pt x="80" y="712"/>
                </a:lnTo>
                <a:lnTo>
                  <a:pt x="80" y="711"/>
                </a:lnTo>
                <a:lnTo>
                  <a:pt x="80" y="710"/>
                </a:lnTo>
                <a:lnTo>
                  <a:pt x="79" y="709"/>
                </a:lnTo>
                <a:lnTo>
                  <a:pt x="78" y="709"/>
                </a:lnTo>
                <a:lnTo>
                  <a:pt x="77" y="708"/>
                </a:lnTo>
                <a:lnTo>
                  <a:pt x="76" y="708"/>
                </a:lnTo>
                <a:lnTo>
                  <a:pt x="75" y="708"/>
                </a:lnTo>
                <a:lnTo>
                  <a:pt x="74" y="708"/>
                </a:lnTo>
                <a:lnTo>
                  <a:pt x="73" y="707"/>
                </a:lnTo>
                <a:lnTo>
                  <a:pt x="72" y="707"/>
                </a:lnTo>
                <a:lnTo>
                  <a:pt x="72" y="708"/>
                </a:lnTo>
                <a:lnTo>
                  <a:pt x="70" y="708"/>
                </a:lnTo>
                <a:lnTo>
                  <a:pt x="70" y="707"/>
                </a:lnTo>
                <a:lnTo>
                  <a:pt x="69" y="707"/>
                </a:lnTo>
                <a:lnTo>
                  <a:pt x="69" y="706"/>
                </a:lnTo>
                <a:lnTo>
                  <a:pt x="68" y="705"/>
                </a:lnTo>
                <a:lnTo>
                  <a:pt x="67" y="706"/>
                </a:lnTo>
                <a:lnTo>
                  <a:pt x="66" y="706"/>
                </a:lnTo>
                <a:lnTo>
                  <a:pt x="65" y="706"/>
                </a:lnTo>
                <a:lnTo>
                  <a:pt x="65" y="705"/>
                </a:lnTo>
                <a:lnTo>
                  <a:pt x="64" y="705"/>
                </a:lnTo>
                <a:lnTo>
                  <a:pt x="64" y="706"/>
                </a:lnTo>
                <a:lnTo>
                  <a:pt x="62" y="706"/>
                </a:lnTo>
                <a:lnTo>
                  <a:pt x="61" y="705"/>
                </a:lnTo>
                <a:lnTo>
                  <a:pt x="61" y="704"/>
                </a:lnTo>
                <a:lnTo>
                  <a:pt x="60" y="704"/>
                </a:lnTo>
                <a:lnTo>
                  <a:pt x="59" y="705"/>
                </a:lnTo>
                <a:lnTo>
                  <a:pt x="59" y="704"/>
                </a:lnTo>
                <a:lnTo>
                  <a:pt x="59" y="703"/>
                </a:lnTo>
                <a:lnTo>
                  <a:pt x="58" y="703"/>
                </a:lnTo>
                <a:lnTo>
                  <a:pt x="57" y="703"/>
                </a:lnTo>
                <a:lnTo>
                  <a:pt x="56" y="703"/>
                </a:lnTo>
                <a:lnTo>
                  <a:pt x="55" y="702"/>
                </a:lnTo>
                <a:lnTo>
                  <a:pt x="55" y="701"/>
                </a:lnTo>
                <a:lnTo>
                  <a:pt x="54" y="701"/>
                </a:lnTo>
                <a:lnTo>
                  <a:pt x="53" y="700"/>
                </a:lnTo>
                <a:lnTo>
                  <a:pt x="52" y="700"/>
                </a:lnTo>
                <a:lnTo>
                  <a:pt x="52" y="699"/>
                </a:lnTo>
                <a:lnTo>
                  <a:pt x="52" y="698"/>
                </a:lnTo>
                <a:lnTo>
                  <a:pt x="51" y="698"/>
                </a:lnTo>
                <a:lnTo>
                  <a:pt x="51" y="697"/>
                </a:lnTo>
                <a:lnTo>
                  <a:pt x="52" y="696"/>
                </a:lnTo>
                <a:lnTo>
                  <a:pt x="53" y="696"/>
                </a:lnTo>
                <a:lnTo>
                  <a:pt x="54" y="696"/>
                </a:lnTo>
                <a:lnTo>
                  <a:pt x="55" y="696"/>
                </a:lnTo>
                <a:lnTo>
                  <a:pt x="55" y="695"/>
                </a:lnTo>
                <a:lnTo>
                  <a:pt x="54" y="695"/>
                </a:lnTo>
                <a:lnTo>
                  <a:pt x="54" y="694"/>
                </a:lnTo>
                <a:lnTo>
                  <a:pt x="54" y="693"/>
                </a:lnTo>
                <a:lnTo>
                  <a:pt x="54" y="692"/>
                </a:lnTo>
                <a:lnTo>
                  <a:pt x="53" y="692"/>
                </a:lnTo>
                <a:lnTo>
                  <a:pt x="52" y="692"/>
                </a:lnTo>
                <a:lnTo>
                  <a:pt x="51" y="691"/>
                </a:lnTo>
                <a:lnTo>
                  <a:pt x="50" y="690"/>
                </a:lnTo>
                <a:lnTo>
                  <a:pt x="50" y="689"/>
                </a:lnTo>
                <a:lnTo>
                  <a:pt x="49" y="688"/>
                </a:lnTo>
                <a:lnTo>
                  <a:pt x="49" y="689"/>
                </a:lnTo>
                <a:lnTo>
                  <a:pt x="48" y="689"/>
                </a:lnTo>
                <a:lnTo>
                  <a:pt x="47" y="689"/>
                </a:lnTo>
                <a:lnTo>
                  <a:pt x="47" y="690"/>
                </a:lnTo>
                <a:lnTo>
                  <a:pt x="47" y="691"/>
                </a:lnTo>
                <a:lnTo>
                  <a:pt x="47" y="692"/>
                </a:lnTo>
                <a:lnTo>
                  <a:pt x="46" y="692"/>
                </a:lnTo>
                <a:lnTo>
                  <a:pt x="45" y="692"/>
                </a:lnTo>
                <a:lnTo>
                  <a:pt x="44" y="691"/>
                </a:lnTo>
                <a:lnTo>
                  <a:pt x="43" y="690"/>
                </a:lnTo>
                <a:lnTo>
                  <a:pt x="42" y="690"/>
                </a:lnTo>
                <a:lnTo>
                  <a:pt x="42" y="691"/>
                </a:lnTo>
                <a:lnTo>
                  <a:pt x="41" y="691"/>
                </a:lnTo>
                <a:lnTo>
                  <a:pt x="40" y="692"/>
                </a:lnTo>
                <a:lnTo>
                  <a:pt x="39" y="692"/>
                </a:lnTo>
                <a:lnTo>
                  <a:pt x="38" y="692"/>
                </a:lnTo>
                <a:lnTo>
                  <a:pt x="37" y="691"/>
                </a:lnTo>
                <a:lnTo>
                  <a:pt x="36" y="691"/>
                </a:lnTo>
                <a:lnTo>
                  <a:pt x="35" y="691"/>
                </a:lnTo>
                <a:lnTo>
                  <a:pt x="34" y="692"/>
                </a:lnTo>
                <a:lnTo>
                  <a:pt x="33" y="692"/>
                </a:lnTo>
                <a:lnTo>
                  <a:pt x="32" y="693"/>
                </a:lnTo>
                <a:lnTo>
                  <a:pt x="31" y="693"/>
                </a:lnTo>
                <a:lnTo>
                  <a:pt x="31" y="692"/>
                </a:lnTo>
                <a:lnTo>
                  <a:pt x="30" y="692"/>
                </a:lnTo>
                <a:lnTo>
                  <a:pt x="29" y="693"/>
                </a:lnTo>
                <a:lnTo>
                  <a:pt x="29" y="694"/>
                </a:lnTo>
                <a:lnTo>
                  <a:pt x="30" y="694"/>
                </a:lnTo>
                <a:lnTo>
                  <a:pt x="30" y="695"/>
                </a:lnTo>
                <a:lnTo>
                  <a:pt x="29" y="696"/>
                </a:lnTo>
                <a:lnTo>
                  <a:pt x="29" y="697"/>
                </a:lnTo>
                <a:lnTo>
                  <a:pt x="30" y="698"/>
                </a:lnTo>
                <a:lnTo>
                  <a:pt x="29" y="698"/>
                </a:lnTo>
                <a:lnTo>
                  <a:pt x="28" y="698"/>
                </a:lnTo>
                <a:lnTo>
                  <a:pt x="28" y="699"/>
                </a:lnTo>
                <a:lnTo>
                  <a:pt x="27" y="700"/>
                </a:lnTo>
                <a:lnTo>
                  <a:pt x="27" y="699"/>
                </a:lnTo>
                <a:lnTo>
                  <a:pt x="26" y="700"/>
                </a:lnTo>
                <a:lnTo>
                  <a:pt x="25" y="699"/>
                </a:lnTo>
                <a:lnTo>
                  <a:pt x="25" y="698"/>
                </a:lnTo>
                <a:lnTo>
                  <a:pt x="24" y="698"/>
                </a:lnTo>
                <a:lnTo>
                  <a:pt x="24" y="699"/>
                </a:lnTo>
                <a:lnTo>
                  <a:pt x="23" y="698"/>
                </a:lnTo>
                <a:lnTo>
                  <a:pt x="22" y="699"/>
                </a:lnTo>
                <a:lnTo>
                  <a:pt x="22" y="700"/>
                </a:lnTo>
                <a:lnTo>
                  <a:pt x="21" y="699"/>
                </a:lnTo>
                <a:lnTo>
                  <a:pt x="20" y="699"/>
                </a:lnTo>
                <a:lnTo>
                  <a:pt x="19" y="700"/>
                </a:lnTo>
                <a:lnTo>
                  <a:pt x="19" y="701"/>
                </a:lnTo>
                <a:lnTo>
                  <a:pt x="18" y="701"/>
                </a:lnTo>
                <a:lnTo>
                  <a:pt x="17" y="701"/>
                </a:lnTo>
                <a:lnTo>
                  <a:pt x="17" y="702"/>
                </a:lnTo>
                <a:lnTo>
                  <a:pt x="16" y="702"/>
                </a:lnTo>
                <a:lnTo>
                  <a:pt x="15" y="703"/>
                </a:lnTo>
                <a:lnTo>
                  <a:pt x="14" y="703"/>
                </a:lnTo>
                <a:lnTo>
                  <a:pt x="14" y="704"/>
                </a:lnTo>
                <a:lnTo>
                  <a:pt x="13" y="704"/>
                </a:lnTo>
                <a:lnTo>
                  <a:pt x="12" y="704"/>
                </a:lnTo>
                <a:lnTo>
                  <a:pt x="12" y="705"/>
                </a:lnTo>
                <a:lnTo>
                  <a:pt x="11" y="705"/>
                </a:lnTo>
                <a:lnTo>
                  <a:pt x="9" y="705"/>
                </a:lnTo>
                <a:lnTo>
                  <a:pt x="9" y="703"/>
                </a:lnTo>
                <a:lnTo>
                  <a:pt x="9" y="702"/>
                </a:lnTo>
                <a:lnTo>
                  <a:pt x="8" y="702"/>
                </a:lnTo>
                <a:lnTo>
                  <a:pt x="7" y="702"/>
                </a:lnTo>
                <a:lnTo>
                  <a:pt x="6" y="702"/>
                </a:lnTo>
                <a:lnTo>
                  <a:pt x="6" y="701"/>
                </a:lnTo>
                <a:lnTo>
                  <a:pt x="5" y="700"/>
                </a:lnTo>
                <a:lnTo>
                  <a:pt x="6" y="700"/>
                </a:lnTo>
                <a:lnTo>
                  <a:pt x="6" y="699"/>
                </a:lnTo>
                <a:lnTo>
                  <a:pt x="7" y="699"/>
                </a:lnTo>
                <a:lnTo>
                  <a:pt x="6" y="698"/>
                </a:lnTo>
                <a:lnTo>
                  <a:pt x="5" y="697"/>
                </a:lnTo>
                <a:lnTo>
                  <a:pt x="5" y="696"/>
                </a:lnTo>
                <a:lnTo>
                  <a:pt x="6" y="696"/>
                </a:lnTo>
                <a:lnTo>
                  <a:pt x="5" y="695"/>
                </a:lnTo>
                <a:lnTo>
                  <a:pt x="4" y="696"/>
                </a:lnTo>
                <a:lnTo>
                  <a:pt x="3" y="695"/>
                </a:lnTo>
                <a:lnTo>
                  <a:pt x="3" y="694"/>
                </a:lnTo>
                <a:lnTo>
                  <a:pt x="4" y="693"/>
                </a:lnTo>
                <a:lnTo>
                  <a:pt x="3" y="692"/>
                </a:lnTo>
                <a:lnTo>
                  <a:pt x="3" y="691"/>
                </a:lnTo>
                <a:lnTo>
                  <a:pt x="3" y="690"/>
                </a:lnTo>
                <a:lnTo>
                  <a:pt x="2" y="689"/>
                </a:lnTo>
                <a:lnTo>
                  <a:pt x="1" y="688"/>
                </a:lnTo>
                <a:lnTo>
                  <a:pt x="0" y="688"/>
                </a:lnTo>
                <a:lnTo>
                  <a:pt x="0" y="687"/>
                </a:lnTo>
                <a:lnTo>
                  <a:pt x="0" y="686"/>
                </a:lnTo>
                <a:lnTo>
                  <a:pt x="0" y="685"/>
                </a:lnTo>
                <a:lnTo>
                  <a:pt x="0" y="684"/>
                </a:lnTo>
                <a:lnTo>
                  <a:pt x="0" y="683"/>
                </a:lnTo>
                <a:lnTo>
                  <a:pt x="1" y="683"/>
                </a:lnTo>
                <a:lnTo>
                  <a:pt x="3" y="682"/>
                </a:lnTo>
                <a:lnTo>
                  <a:pt x="3" y="683"/>
                </a:lnTo>
                <a:lnTo>
                  <a:pt x="3" y="684"/>
                </a:lnTo>
                <a:lnTo>
                  <a:pt x="4" y="684"/>
                </a:lnTo>
                <a:lnTo>
                  <a:pt x="5" y="684"/>
                </a:lnTo>
                <a:lnTo>
                  <a:pt x="6" y="684"/>
                </a:lnTo>
                <a:lnTo>
                  <a:pt x="7" y="685"/>
                </a:lnTo>
                <a:lnTo>
                  <a:pt x="8" y="686"/>
                </a:lnTo>
                <a:lnTo>
                  <a:pt x="7" y="686"/>
                </a:lnTo>
                <a:lnTo>
                  <a:pt x="8" y="686"/>
                </a:lnTo>
                <a:lnTo>
                  <a:pt x="9" y="687"/>
                </a:lnTo>
                <a:lnTo>
                  <a:pt x="10" y="686"/>
                </a:lnTo>
                <a:lnTo>
                  <a:pt x="11" y="686"/>
                </a:lnTo>
                <a:lnTo>
                  <a:pt x="12" y="686"/>
                </a:lnTo>
                <a:lnTo>
                  <a:pt x="13" y="686"/>
                </a:lnTo>
                <a:lnTo>
                  <a:pt x="14" y="686"/>
                </a:lnTo>
                <a:lnTo>
                  <a:pt x="14" y="685"/>
                </a:lnTo>
                <a:lnTo>
                  <a:pt x="15" y="684"/>
                </a:lnTo>
                <a:lnTo>
                  <a:pt x="16" y="684"/>
                </a:lnTo>
                <a:lnTo>
                  <a:pt x="17" y="684"/>
                </a:lnTo>
                <a:lnTo>
                  <a:pt x="18" y="684"/>
                </a:lnTo>
                <a:lnTo>
                  <a:pt x="19" y="684"/>
                </a:lnTo>
                <a:lnTo>
                  <a:pt x="19" y="683"/>
                </a:lnTo>
                <a:lnTo>
                  <a:pt x="20" y="683"/>
                </a:lnTo>
                <a:lnTo>
                  <a:pt x="20" y="684"/>
                </a:lnTo>
                <a:lnTo>
                  <a:pt x="21" y="684"/>
                </a:lnTo>
                <a:lnTo>
                  <a:pt x="22" y="684"/>
                </a:lnTo>
                <a:lnTo>
                  <a:pt x="22" y="683"/>
                </a:lnTo>
                <a:lnTo>
                  <a:pt x="23" y="683"/>
                </a:lnTo>
                <a:lnTo>
                  <a:pt x="24" y="682"/>
                </a:lnTo>
                <a:lnTo>
                  <a:pt x="25" y="682"/>
                </a:lnTo>
                <a:lnTo>
                  <a:pt x="25" y="681"/>
                </a:lnTo>
                <a:lnTo>
                  <a:pt x="26" y="681"/>
                </a:lnTo>
                <a:lnTo>
                  <a:pt x="27" y="681"/>
                </a:lnTo>
                <a:lnTo>
                  <a:pt x="28" y="681"/>
                </a:lnTo>
                <a:lnTo>
                  <a:pt x="29" y="680"/>
                </a:lnTo>
                <a:lnTo>
                  <a:pt x="29" y="679"/>
                </a:lnTo>
                <a:lnTo>
                  <a:pt x="30" y="679"/>
                </a:lnTo>
                <a:lnTo>
                  <a:pt x="31" y="679"/>
                </a:lnTo>
                <a:lnTo>
                  <a:pt x="31" y="680"/>
                </a:lnTo>
                <a:lnTo>
                  <a:pt x="32" y="680"/>
                </a:lnTo>
                <a:lnTo>
                  <a:pt x="33" y="680"/>
                </a:lnTo>
                <a:lnTo>
                  <a:pt x="34" y="680"/>
                </a:lnTo>
                <a:lnTo>
                  <a:pt x="34" y="679"/>
                </a:lnTo>
                <a:lnTo>
                  <a:pt x="34" y="678"/>
                </a:lnTo>
                <a:lnTo>
                  <a:pt x="35" y="678"/>
                </a:lnTo>
                <a:lnTo>
                  <a:pt x="35" y="677"/>
                </a:lnTo>
                <a:lnTo>
                  <a:pt x="36" y="677"/>
                </a:lnTo>
                <a:lnTo>
                  <a:pt x="36" y="676"/>
                </a:lnTo>
                <a:lnTo>
                  <a:pt x="37" y="676"/>
                </a:lnTo>
                <a:lnTo>
                  <a:pt x="37" y="675"/>
                </a:lnTo>
                <a:lnTo>
                  <a:pt x="38" y="675"/>
                </a:lnTo>
                <a:lnTo>
                  <a:pt x="39" y="674"/>
                </a:lnTo>
                <a:lnTo>
                  <a:pt x="39" y="673"/>
                </a:lnTo>
                <a:lnTo>
                  <a:pt x="38" y="673"/>
                </a:lnTo>
                <a:lnTo>
                  <a:pt x="39" y="672"/>
                </a:lnTo>
                <a:lnTo>
                  <a:pt x="39" y="670"/>
                </a:lnTo>
                <a:lnTo>
                  <a:pt x="38" y="670"/>
                </a:lnTo>
                <a:lnTo>
                  <a:pt x="38" y="669"/>
                </a:lnTo>
                <a:lnTo>
                  <a:pt x="38" y="668"/>
                </a:lnTo>
                <a:lnTo>
                  <a:pt x="38" y="667"/>
                </a:lnTo>
                <a:lnTo>
                  <a:pt x="39" y="667"/>
                </a:lnTo>
                <a:lnTo>
                  <a:pt x="39" y="666"/>
                </a:lnTo>
                <a:lnTo>
                  <a:pt x="38" y="665"/>
                </a:lnTo>
                <a:lnTo>
                  <a:pt x="38" y="663"/>
                </a:lnTo>
                <a:lnTo>
                  <a:pt x="39" y="663"/>
                </a:lnTo>
                <a:lnTo>
                  <a:pt x="40" y="663"/>
                </a:lnTo>
                <a:lnTo>
                  <a:pt x="40" y="662"/>
                </a:lnTo>
                <a:lnTo>
                  <a:pt x="39" y="662"/>
                </a:lnTo>
                <a:lnTo>
                  <a:pt x="38" y="662"/>
                </a:lnTo>
                <a:lnTo>
                  <a:pt x="38" y="661"/>
                </a:lnTo>
                <a:lnTo>
                  <a:pt x="37" y="661"/>
                </a:lnTo>
                <a:lnTo>
                  <a:pt x="38" y="661"/>
                </a:lnTo>
                <a:lnTo>
                  <a:pt x="39" y="661"/>
                </a:lnTo>
                <a:lnTo>
                  <a:pt x="39" y="660"/>
                </a:lnTo>
                <a:lnTo>
                  <a:pt x="39" y="659"/>
                </a:lnTo>
                <a:lnTo>
                  <a:pt x="38" y="659"/>
                </a:lnTo>
                <a:lnTo>
                  <a:pt x="38" y="660"/>
                </a:lnTo>
                <a:lnTo>
                  <a:pt x="37" y="660"/>
                </a:lnTo>
                <a:lnTo>
                  <a:pt x="36" y="659"/>
                </a:lnTo>
                <a:lnTo>
                  <a:pt x="37" y="658"/>
                </a:lnTo>
                <a:lnTo>
                  <a:pt x="38" y="658"/>
                </a:lnTo>
                <a:lnTo>
                  <a:pt x="39" y="657"/>
                </a:lnTo>
                <a:lnTo>
                  <a:pt x="38" y="657"/>
                </a:lnTo>
                <a:lnTo>
                  <a:pt x="38" y="656"/>
                </a:lnTo>
                <a:lnTo>
                  <a:pt x="39" y="656"/>
                </a:lnTo>
                <a:lnTo>
                  <a:pt x="39" y="655"/>
                </a:lnTo>
                <a:lnTo>
                  <a:pt x="39" y="654"/>
                </a:lnTo>
                <a:lnTo>
                  <a:pt x="40" y="654"/>
                </a:lnTo>
                <a:lnTo>
                  <a:pt x="40" y="655"/>
                </a:lnTo>
                <a:lnTo>
                  <a:pt x="39" y="656"/>
                </a:lnTo>
                <a:lnTo>
                  <a:pt x="40" y="657"/>
                </a:lnTo>
                <a:lnTo>
                  <a:pt x="40" y="656"/>
                </a:lnTo>
                <a:lnTo>
                  <a:pt x="41" y="656"/>
                </a:lnTo>
                <a:lnTo>
                  <a:pt x="41" y="657"/>
                </a:lnTo>
                <a:lnTo>
                  <a:pt x="40" y="657"/>
                </a:lnTo>
                <a:lnTo>
                  <a:pt x="40" y="658"/>
                </a:lnTo>
                <a:lnTo>
                  <a:pt x="41" y="659"/>
                </a:lnTo>
                <a:lnTo>
                  <a:pt x="42" y="659"/>
                </a:lnTo>
                <a:lnTo>
                  <a:pt x="43" y="659"/>
                </a:lnTo>
                <a:lnTo>
                  <a:pt x="43" y="658"/>
                </a:lnTo>
                <a:lnTo>
                  <a:pt x="43" y="657"/>
                </a:lnTo>
                <a:lnTo>
                  <a:pt x="43" y="656"/>
                </a:lnTo>
                <a:lnTo>
                  <a:pt x="42" y="656"/>
                </a:lnTo>
                <a:lnTo>
                  <a:pt x="42" y="655"/>
                </a:lnTo>
                <a:lnTo>
                  <a:pt x="42" y="654"/>
                </a:lnTo>
                <a:lnTo>
                  <a:pt x="42" y="653"/>
                </a:lnTo>
                <a:lnTo>
                  <a:pt x="42" y="652"/>
                </a:lnTo>
                <a:lnTo>
                  <a:pt x="42" y="653"/>
                </a:lnTo>
                <a:lnTo>
                  <a:pt x="41" y="653"/>
                </a:lnTo>
                <a:lnTo>
                  <a:pt x="40" y="653"/>
                </a:lnTo>
                <a:lnTo>
                  <a:pt x="40" y="652"/>
                </a:lnTo>
                <a:lnTo>
                  <a:pt x="41" y="652"/>
                </a:lnTo>
                <a:lnTo>
                  <a:pt x="40" y="652"/>
                </a:lnTo>
                <a:lnTo>
                  <a:pt x="40" y="651"/>
                </a:lnTo>
                <a:lnTo>
                  <a:pt x="39" y="650"/>
                </a:lnTo>
                <a:lnTo>
                  <a:pt x="38" y="650"/>
                </a:lnTo>
                <a:lnTo>
                  <a:pt x="37" y="649"/>
                </a:lnTo>
                <a:lnTo>
                  <a:pt x="36" y="649"/>
                </a:lnTo>
                <a:lnTo>
                  <a:pt x="36" y="650"/>
                </a:lnTo>
                <a:lnTo>
                  <a:pt x="35" y="650"/>
                </a:lnTo>
                <a:lnTo>
                  <a:pt x="34" y="650"/>
                </a:lnTo>
                <a:lnTo>
                  <a:pt x="33" y="651"/>
                </a:lnTo>
                <a:lnTo>
                  <a:pt x="33" y="650"/>
                </a:lnTo>
                <a:lnTo>
                  <a:pt x="32" y="650"/>
                </a:lnTo>
                <a:lnTo>
                  <a:pt x="32" y="649"/>
                </a:lnTo>
                <a:lnTo>
                  <a:pt x="31" y="649"/>
                </a:lnTo>
                <a:lnTo>
                  <a:pt x="31" y="648"/>
                </a:lnTo>
                <a:lnTo>
                  <a:pt x="30" y="648"/>
                </a:lnTo>
                <a:lnTo>
                  <a:pt x="29" y="648"/>
                </a:lnTo>
                <a:lnTo>
                  <a:pt x="28" y="648"/>
                </a:lnTo>
                <a:lnTo>
                  <a:pt x="27" y="647"/>
                </a:lnTo>
                <a:lnTo>
                  <a:pt x="27" y="646"/>
                </a:lnTo>
                <a:lnTo>
                  <a:pt x="26" y="645"/>
                </a:lnTo>
                <a:lnTo>
                  <a:pt x="25" y="645"/>
                </a:lnTo>
                <a:lnTo>
                  <a:pt x="24" y="645"/>
                </a:lnTo>
                <a:lnTo>
                  <a:pt x="23" y="645"/>
                </a:lnTo>
                <a:lnTo>
                  <a:pt x="23" y="644"/>
                </a:lnTo>
                <a:lnTo>
                  <a:pt x="22" y="643"/>
                </a:lnTo>
                <a:lnTo>
                  <a:pt x="22" y="642"/>
                </a:lnTo>
                <a:lnTo>
                  <a:pt x="23" y="642"/>
                </a:lnTo>
                <a:lnTo>
                  <a:pt x="24" y="642"/>
                </a:lnTo>
                <a:lnTo>
                  <a:pt x="23" y="640"/>
                </a:lnTo>
                <a:lnTo>
                  <a:pt x="23" y="639"/>
                </a:lnTo>
                <a:lnTo>
                  <a:pt x="22" y="639"/>
                </a:lnTo>
                <a:lnTo>
                  <a:pt x="21" y="639"/>
                </a:lnTo>
                <a:lnTo>
                  <a:pt x="21" y="638"/>
                </a:lnTo>
                <a:lnTo>
                  <a:pt x="21" y="637"/>
                </a:lnTo>
                <a:lnTo>
                  <a:pt x="20" y="637"/>
                </a:lnTo>
                <a:lnTo>
                  <a:pt x="20" y="636"/>
                </a:lnTo>
                <a:lnTo>
                  <a:pt x="19" y="636"/>
                </a:lnTo>
                <a:lnTo>
                  <a:pt x="19" y="635"/>
                </a:lnTo>
                <a:lnTo>
                  <a:pt x="19" y="634"/>
                </a:lnTo>
                <a:lnTo>
                  <a:pt x="20" y="634"/>
                </a:lnTo>
                <a:lnTo>
                  <a:pt x="21" y="634"/>
                </a:lnTo>
                <a:lnTo>
                  <a:pt x="22" y="634"/>
                </a:lnTo>
                <a:lnTo>
                  <a:pt x="22" y="635"/>
                </a:lnTo>
                <a:lnTo>
                  <a:pt x="23" y="635"/>
                </a:lnTo>
                <a:lnTo>
                  <a:pt x="23" y="636"/>
                </a:lnTo>
                <a:lnTo>
                  <a:pt x="24" y="636"/>
                </a:lnTo>
                <a:lnTo>
                  <a:pt x="25" y="636"/>
                </a:lnTo>
                <a:lnTo>
                  <a:pt x="25" y="635"/>
                </a:lnTo>
                <a:lnTo>
                  <a:pt x="25" y="634"/>
                </a:lnTo>
                <a:lnTo>
                  <a:pt x="26" y="634"/>
                </a:lnTo>
                <a:lnTo>
                  <a:pt x="26" y="635"/>
                </a:lnTo>
                <a:lnTo>
                  <a:pt x="27" y="635"/>
                </a:lnTo>
                <a:lnTo>
                  <a:pt x="28" y="635"/>
                </a:lnTo>
                <a:lnTo>
                  <a:pt x="29" y="635"/>
                </a:lnTo>
                <a:lnTo>
                  <a:pt x="30" y="635"/>
                </a:lnTo>
                <a:lnTo>
                  <a:pt x="30" y="634"/>
                </a:lnTo>
                <a:lnTo>
                  <a:pt x="30" y="633"/>
                </a:lnTo>
                <a:lnTo>
                  <a:pt x="31" y="631"/>
                </a:lnTo>
                <a:lnTo>
                  <a:pt x="31" y="630"/>
                </a:lnTo>
                <a:lnTo>
                  <a:pt x="31" y="629"/>
                </a:lnTo>
                <a:lnTo>
                  <a:pt x="30" y="628"/>
                </a:lnTo>
                <a:lnTo>
                  <a:pt x="30" y="627"/>
                </a:lnTo>
                <a:lnTo>
                  <a:pt x="31" y="627"/>
                </a:lnTo>
                <a:lnTo>
                  <a:pt x="31" y="626"/>
                </a:lnTo>
                <a:lnTo>
                  <a:pt x="32" y="626"/>
                </a:lnTo>
                <a:lnTo>
                  <a:pt x="31" y="626"/>
                </a:lnTo>
                <a:lnTo>
                  <a:pt x="31" y="625"/>
                </a:lnTo>
                <a:lnTo>
                  <a:pt x="31" y="624"/>
                </a:lnTo>
                <a:lnTo>
                  <a:pt x="32" y="623"/>
                </a:lnTo>
                <a:lnTo>
                  <a:pt x="33" y="622"/>
                </a:lnTo>
                <a:lnTo>
                  <a:pt x="34" y="622"/>
                </a:lnTo>
                <a:lnTo>
                  <a:pt x="34" y="621"/>
                </a:lnTo>
                <a:lnTo>
                  <a:pt x="35" y="620"/>
                </a:lnTo>
                <a:lnTo>
                  <a:pt x="35" y="619"/>
                </a:lnTo>
                <a:lnTo>
                  <a:pt x="36" y="619"/>
                </a:lnTo>
                <a:lnTo>
                  <a:pt x="36" y="618"/>
                </a:lnTo>
                <a:lnTo>
                  <a:pt x="36" y="617"/>
                </a:lnTo>
                <a:lnTo>
                  <a:pt x="37" y="617"/>
                </a:lnTo>
                <a:lnTo>
                  <a:pt x="38" y="617"/>
                </a:lnTo>
                <a:lnTo>
                  <a:pt x="38" y="618"/>
                </a:lnTo>
                <a:lnTo>
                  <a:pt x="38" y="617"/>
                </a:lnTo>
                <a:lnTo>
                  <a:pt x="39" y="617"/>
                </a:lnTo>
                <a:lnTo>
                  <a:pt x="39" y="616"/>
                </a:lnTo>
                <a:lnTo>
                  <a:pt x="40" y="616"/>
                </a:lnTo>
                <a:lnTo>
                  <a:pt x="40" y="615"/>
                </a:lnTo>
                <a:lnTo>
                  <a:pt x="41" y="615"/>
                </a:lnTo>
                <a:lnTo>
                  <a:pt x="41" y="614"/>
                </a:lnTo>
                <a:lnTo>
                  <a:pt x="42" y="614"/>
                </a:lnTo>
                <a:lnTo>
                  <a:pt x="42" y="613"/>
                </a:lnTo>
                <a:lnTo>
                  <a:pt x="42" y="612"/>
                </a:lnTo>
                <a:lnTo>
                  <a:pt x="43" y="612"/>
                </a:lnTo>
                <a:lnTo>
                  <a:pt x="44" y="612"/>
                </a:lnTo>
                <a:lnTo>
                  <a:pt x="45" y="612"/>
                </a:lnTo>
                <a:lnTo>
                  <a:pt x="45" y="613"/>
                </a:lnTo>
                <a:lnTo>
                  <a:pt x="46" y="612"/>
                </a:lnTo>
                <a:lnTo>
                  <a:pt x="47" y="612"/>
                </a:lnTo>
                <a:lnTo>
                  <a:pt x="47" y="613"/>
                </a:lnTo>
                <a:lnTo>
                  <a:pt x="48" y="613"/>
                </a:lnTo>
                <a:lnTo>
                  <a:pt x="48" y="614"/>
                </a:lnTo>
                <a:lnTo>
                  <a:pt x="48" y="613"/>
                </a:lnTo>
                <a:lnTo>
                  <a:pt x="49" y="613"/>
                </a:lnTo>
                <a:lnTo>
                  <a:pt x="49" y="612"/>
                </a:lnTo>
                <a:lnTo>
                  <a:pt x="50" y="612"/>
                </a:lnTo>
                <a:lnTo>
                  <a:pt x="51" y="612"/>
                </a:lnTo>
                <a:lnTo>
                  <a:pt x="51" y="613"/>
                </a:lnTo>
                <a:lnTo>
                  <a:pt x="52" y="612"/>
                </a:lnTo>
                <a:lnTo>
                  <a:pt x="53" y="612"/>
                </a:lnTo>
                <a:lnTo>
                  <a:pt x="53" y="611"/>
                </a:lnTo>
                <a:lnTo>
                  <a:pt x="54" y="612"/>
                </a:lnTo>
                <a:lnTo>
                  <a:pt x="55" y="612"/>
                </a:lnTo>
                <a:lnTo>
                  <a:pt x="56" y="612"/>
                </a:lnTo>
                <a:lnTo>
                  <a:pt x="56" y="613"/>
                </a:lnTo>
                <a:lnTo>
                  <a:pt x="57" y="613"/>
                </a:lnTo>
                <a:lnTo>
                  <a:pt x="57" y="614"/>
                </a:lnTo>
                <a:lnTo>
                  <a:pt x="56" y="614"/>
                </a:lnTo>
                <a:lnTo>
                  <a:pt x="55" y="614"/>
                </a:lnTo>
                <a:lnTo>
                  <a:pt x="55" y="615"/>
                </a:lnTo>
                <a:lnTo>
                  <a:pt x="55" y="616"/>
                </a:lnTo>
                <a:lnTo>
                  <a:pt x="56" y="616"/>
                </a:lnTo>
                <a:lnTo>
                  <a:pt x="57" y="616"/>
                </a:lnTo>
                <a:lnTo>
                  <a:pt x="57" y="615"/>
                </a:lnTo>
                <a:lnTo>
                  <a:pt x="58" y="615"/>
                </a:lnTo>
                <a:lnTo>
                  <a:pt x="59" y="615"/>
                </a:lnTo>
                <a:lnTo>
                  <a:pt x="58" y="615"/>
                </a:lnTo>
                <a:lnTo>
                  <a:pt x="58" y="616"/>
                </a:lnTo>
                <a:lnTo>
                  <a:pt x="59" y="617"/>
                </a:lnTo>
                <a:lnTo>
                  <a:pt x="60" y="617"/>
                </a:lnTo>
                <a:lnTo>
                  <a:pt x="60" y="618"/>
                </a:lnTo>
                <a:lnTo>
                  <a:pt x="61" y="618"/>
                </a:lnTo>
                <a:lnTo>
                  <a:pt x="62" y="619"/>
                </a:lnTo>
                <a:lnTo>
                  <a:pt x="63" y="618"/>
                </a:lnTo>
                <a:lnTo>
                  <a:pt x="64" y="618"/>
                </a:lnTo>
                <a:lnTo>
                  <a:pt x="64" y="617"/>
                </a:lnTo>
                <a:lnTo>
                  <a:pt x="65" y="617"/>
                </a:lnTo>
                <a:lnTo>
                  <a:pt x="66" y="617"/>
                </a:lnTo>
                <a:lnTo>
                  <a:pt x="67" y="617"/>
                </a:lnTo>
                <a:lnTo>
                  <a:pt x="67" y="616"/>
                </a:lnTo>
                <a:lnTo>
                  <a:pt x="67" y="615"/>
                </a:lnTo>
                <a:lnTo>
                  <a:pt x="68" y="615"/>
                </a:lnTo>
                <a:lnTo>
                  <a:pt x="69" y="614"/>
                </a:lnTo>
                <a:lnTo>
                  <a:pt x="70" y="613"/>
                </a:lnTo>
                <a:lnTo>
                  <a:pt x="71" y="613"/>
                </a:lnTo>
                <a:lnTo>
                  <a:pt x="71" y="612"/>
                </a:lnTo>
                <a:lnTo>
                  <a:pt x="72" y="612"/>
                </a:lnTo>
                <a:lnTo>
                  <a:pt x="74" y="612"/>
                </a:lnTo>
                <a:lnTo>
                  <a:pt x="74" y="613"/>
                </a:lnTo>
                <a:lnTo>
                  <a:pt x="74" y="614"/>
                </a:lnTo>
                <a:lnTo>
                  <a:pt x="75" y="614"/>
                </a:lnTo>
                <a:lnTo>
                  <a:pt x="76" y="614"/>
                </a:lnTo>
                <a:lnTo>
                  <a:pt x="76" y="615"/>
                </a:lnTo>
                <a:lnTo>
                  <a:pt x="77" y="615"/>
                </a:lnTo>
                <a:lnTo>
                  <a:pt x="77" y="614"/>
                </a:lnTo>
                <a:lnTo>
                  <a:pt x="77" y="613"/>
                </a:lnTo>
                <a:lnTo>
                  <a:pt x="78" y="613"/>
                </a:lnTo>
                <a:lnTo>
                  <a:pt x="79" y="613"/>
                </a:lnTo>
                <a:lnTo>
                  <a:pt x="79" y="612"/>
                </a:lnTo>
                <a:lnTo>
                  <a:pt x="79" y="611"/>
                </a:lnTo>
                <a:lnTo>
                  <a:pt x="81" y="611"/>
                </a:lnTo>
                <a:lnTo>
                  <a:pt x="82" y="611"/>
                </a:lnTo>
                <a:lnTo>
                  <a:pt x="83" y="611"/>
                </a:lnTo>
                <a:lnTo>
                  <a:pt x="85" y="611"/>
                </a:lnTo>
                <a:lnTo>
                  <a:pt x="86" y="611"/>
                </a:lnTo>
                <a:lnTo>
                  <a:pt x="86" y="613"/>
                </a:lnTo>
                <a:lnTo>
                  <a:pt x="86" y="614"/>
                </a:lnTo>
                <a:lnTo>
                  <a:pt x="86" y="615"/>
                </a:lnTo>
                <a:lnTo>
                  <a:pt x="87" y="615"/>
                </a:lnTo>
                <a:lnTo>
                  <a:pt x="86" y="616"/>
                </a:lnTo>
                <a:lnTo>
                  <a:pt x="86" y="617"/>
                </a:lnTo>
                <a:lnTo>
                  <a:pt x="86" y="618"/>
                </a:lnTo>
                <a:lnTo>
                  <a:pt x="87" y="618"/>
                </a:lnTo>
                <a:lnTo>
                  <a:pt x="87" y="619"/>
                </a:lnTo>
                <a:lnTo>
                  <a:pt x="88" y="620"/>
                </a:lnTo>
                <a:lnTo>
                  <a:pt x="88" y="621"/>
                </a:lnTo>
                <a:lnTo>
                  <a:pt x="88" y="620"/>
                </a:lnTo>
                <a:lnTo>
                  <a:pt x="89" y="620"/>
                </a:lnTo>
                <a:lnTo>
                  <a:pt x="90" y="619"/>
                </a:lnTo>
                <a:lnTo>
                  <a:pt x="91" y="620"/>
                </a:lnTo>
                <a:lnTo>
                  <a:pt x="91" y="621"/>
                </a:lnTo>
                <a:lnTo>
                  <a:pt x="91" y="622"/>
                </a:lnTo>
                <a:lnTo>
                  <a:pt x="92" y="622"/>
                </a:lnTo>
                <a:lnTo>
                  <a:pt x="93" y="622"/>
                </a:lnTo>
                <a:lnTo>
                  <a:pt x="94" y="622"/>
                </a:lnTo>
                <a:lnTo>
                  <a:pt x="94" y="621"/>
                </a:lnTo>
                <a:lnTo>
                  <a:pt x="95" y="621"/>
                </a:lnTo>
                <a:lnTo>
                  <a:pt x="96" y="620"/>
                </a:lnTo>
                <a:lnTo>
                  <a:pt x="96" y="619"/>
                </a:lnTo>
                <a:lnTo>
                  <a:pt x="96" y="618"/>
                </a:lnTo>
                <a:lnTo>
                  <a:pt x="95" y="617"/>
                </a:lnTo>
                <a:lnTo>
                  <a:pt x="95" y="615"/>
                </a:lnTo>
                <a:lnTo>
                  <a:pt x="96" y="615"/>
                </a:lnTo>
                <a:lnTo>
                  <a:pt x="97" y="615"/>
                </a:lnTo>
                <a:lnTo>
                  <a:pt x="97" y="616"/>
                </a:lnTo>
                <a:lnTo>
                  <a:pt x="98" y="615"/>
                </a:lnTo>
                <a:lnTo>
                  <a:pt x="97" y="615"/>
                </a:lnTo>
                <a:lnTo>
                  <a:pt x="98" y="614"/>
                </a:lnTo>
                <a:lnTo>
                  <a:pt x="98" y="613"/>
                </a:lnTo>
                <a:lnTo>
                  <a:pt x="98" y="612"/>
                </a:lnTo>
                <a:lnTo>
                  <a:pt x="98" y="611"/>
                </a:lnTo>
                <a:lnTo>
                  <a:pt x="98" y="610"/>
                </a:lnTo>
                <a:lnTo>
                  <a:pt x="97" y="609"/>
                </a:lnTo>
                <a:lnTo>
                  <a:pt x="96" y="609"/>
                </a:lnTo>
                <a:lnTo>
                  <a:pt x="96" y="608"/>
                </a:lnTo>
                <a:lnTo>
                  <a:pt x="96" y="607"/>
                </a:lnTo>
                <a:lnTo>
                  <a:pt x="95" y="607"/>
                </a:lnTo>
                <a:lnTo>
                  <a:pt x="95" y="606"/>
                </a:lnTo>
                <a:lnTo>
                  <a:pt x="95" y="605"/>
                </a:lnTo>
                <a:lnTo>
                  <a:pt x="94" y="605"/>
                </a:lnTo>
                <a:lnTo>
                  <a:pt x="93" y="604"/>
                </a:lnTo>
                <a:lnTo>
                  <a:pt x="93" y="603"/>
                </a:lnTo>
                <a:lnTo>
                  <a:pt x="92" y="603"/>
                </a:lnTo>
                <a:lnTo>
                  <a:pt x="92" y="602"/>
                </a:lnTo>
                <a:lnTo>
                  <a:pt x="92" y="603"/>
                </a:lnTo>
                <a:lnTo>
                  <a:pt x="91" y="603"/>
                </a:lnTo>
                <a:lnTo>
                  <a:pt x="90" y="602"/>
                </a:lnTo>
                <a:lnTo>
                  <a:pt x="89" y="602"/>
                </a:lnTo>
                <a:lnTo>
                  <a:pt x="89" y="601"/>
                </a:lnTo>
                <a:lnTo>
                  <a:pt x="89" y="600"/>
                </a:lnTo>
                <a:lnTo>
                  <a:pt x="89" y="599"/>
                </a:lnTo>
                <a:lnTo>
                  <a:pt x="90" y="598"/>
                </a:lnTo>
                <a:lnTo>
                  <a:pt x="89" y="598"/>
                </a:lnTo>
                <a:lnTo>
                  <a:pt x="89" y="597"/>
                </a:lnTo>
                <a:lnTo>
                  <a:pt x="89" y="595"/>
                </a:lnTo>
                <a:lnTo>
                  <a:pt x="89" y="594"/>
                </a:lnTo>
                <a:lnTo>
                  <a:pt x="88" y="594"/>
                </a:lnTo>
                <a:lnTo>
                  <a:pt x="87" y="594"/>
                </a:lnTo>
                <a:lnTo>
                  <a:pt x="87" y="593"/>
                </a:lnTo>
                <a:lnTo>
                  <a:pt x="87" y="592"/>
                </a:lnTo>
                <a:lnTo>
                  <a:pt x="87" y="591"/>
                </a:lnTo>
                <a:lnTo>
                  <a:pt x="87" y="590"/>
                </a:lnTo>
                <a:lnTo>
                  <a:pt x="88" y="589"/>
                </a:lnTo>
                <a:lnTo>
                  <a:pt x="89" y="589"/>
                </a:lnTo>
                <a:lnTo>
                  <a:pt x="90" y="588"/>
                </a:lnTo>
                <a:lnTo>
                  <a:pt x="90" y="587"/>
                </a:lnTo>
                <a:lnTo>
                  <a:pt x="89" y="586"/>
                </a:lnTo>
                <a:lnTo>
                  <a:pt x="88" y="586"/>
                </a:lnTo>
                <a:lnTo>
                  <a:pt x="88" y="585"/>
                </a:lnTo>
                <a:lnTo>
                  <a:pt x="87" y="584"/>
                </a:lnTo>
                <a:lnTo>
                  <a:pt x="87" y="585"/>
                </a:lnTo>
                <a:lnTo>
                  <a:pt x="86" y="586"/>
                </a:lnTo>
                <a:lnTo>
                  <a:pt x="86" y="585"/>
                </a:lnTo>
                <a:lnTo>
                  <a:pt x="85" y="585"/>
                </a:lnTo>
                <a:lnTo>
                  <a:pt x="84" y="586"/>
                </a:lnTo>
                <a:lnTo>
                  <a:pt x="83" y="585"/>
                </a:lnTo>
                <a:lnTo>
                  <a:pt x="83" y="584"/>
                </a:lnTo>
                <a:lnTo>
                  <a:pt x="83" y="583"/>
                </a:lnTo>
                <a:lnTo>
                  <a:pt x="83" y="582"/>
                </a:lnTo>
                <a:lnTo>
                  <a:pt x="82" y="582"/>
                </a:lnTo>
                <a:lnTo>
                  <a:pt x="82" y="581"/>
                </a:lnTo>
                <a:lnTo>
                  <a:pt x="83" y="581"/>
                </a:lnTo>
                <a:lnTo>
                  <a:pt x="84" y="581"/>
                </a:lnTo>
                <a:lnTo>
                  <a:pt x="84" y="580"/>
                </a:lnTo>
                <a:lnTo>
                  <a:pt x="85" y="580"/>
                </a:lnTo>
                <a:lnTo>
                  <a:pt x="85" y="579"/>
                </a:lnTo>
                <a:lnTo>
                  <a:pt x="86" y="579"/>
                </a:lnTo>
                <a:lnTo>
                  <a:pt x="86" y="578"/>
                </a:lnTo>
                <a:lnTo>
                  <a:pt x="86" y="577"/>
                </a:lnTo>
                <a:lnTo>
                  <a:pt x="87" y="576"/>
                </a:lnTo>
                <a:lnTo>
                  <a:pt x="88" y="576"/>
                </a:lnTo>
                <a:lnTo>
                  <a:pt x="88" y="575"/>
                </a:lnTo>
                <a:lnTo>
                  <a:pt x="88" y="573"/>
                </a:lnTo>
                <a:lnTo>
                  <a:pt x="89" y="573"/>
                </a:lnTo>
                <a:lnTo>
                  <a:pt x="89" y="572"/>
                </a:lnTo>
                <a:lnTo>
                  <a:pt x="88" y="571"/>
                </a:lnTo>
                <a:lnTo>
                  <a:pt x="88" y="569"/>
                </a:lnTo>
                <a:lnTo>
                  <a:pt x="88" y="568"/>
                </a:lnTo>
                <a:lnTo>
                  <a:pt x="89" y="568"/>
                </a:lnTo>
                <a:lnTo>
                  <a:pt x="89" y="569"/>
                </a:lnTo>
                <a:lnTo>
                  <a:pt x="89" y="568"/>
                </a:lnTo>
                <a:lnTo>
                  <a:pt x="89" y="567"/>
                </a:lnTo>
                <a:lnTo>
                  <a:pt x="90" y="566"/>
                </a:lnTo>
                <a:lnTo>
                  <a:pt x="91" y="566"/>
                </a:lnTo>
                <a:lnTo>
                  <a:pt x="91" y="565"/>
                </a:lnTo>
                <a:lnTo>
                  <a:pt x="91" y="564"/>
                </a:lnTo>
                <a:lnTo>
                  <a:pt x="91" y="563"/>
                </a:lnTo>
                <a:lnTo>
                  <a:pt x="90" y="563"/>
                </a:lnTo>
                <a:lnTo>
                  <a:pt x="90" y="562"/>
                </a:lnTo>
                <a:lnTo>
                  <a:pt x="90" y="561"/>
                </a:lnTo>
                <a:lnTo>
                  <a:pt x="91" y="561"/>
                </a:lnTo>
                <a:lnTo>
                  <a:pt x="92" y="561"/>
                </a:lnTo>
                <a:lnTo>
                  <a:pt x="93" y="561"/>
                </a:lnTo>
                <a:lnTo>
                  <a:pt x="94" y="561"/>
                </a:lnTo>
                <a:lnTo>
                  <a:pt x="95" y="561"/>
                </a:lnTo>
                <a:lnTo>
                  <a:pt x="96" y="561"/>
                </a:lnTo>
                <a:lnTo>
                  <a:pt x="97" y="559"/>
                </a:lnTo>
                <a:lnTo>
                  <a:pt x="98" y="558"/>
                </a:lnTo>
                <a:lnTo>
                  <a:pt x="98" y="557"/>
                </a:lnTo>
                <a:lnTo>
                  <a:pt x="98" y="556"/>
                </a:lnTo>
                <a:lnTo>
                  <a:pt x="97" y="556"/>
                </a:lnTo>
                <a:lnTo>
                  <a:pt x="97" y="555"/>
                </a:lnTo>
                <a:lnTo>
                  <a:pt x="97" y="554"/>
                </a:lnTo>
                <a:lnTo>
                  <a:pt x="96" y="554"/>
                </a:lnTo>
                <a:lnTo>
                  <a:pt x="96" y="553"/>
                </a:lnTo>
                <a:lnTo>
                  <a:pt x="96" y="552"/>
                </a:lnTo>
                <a:lnTo>
                  <a:pt x="96" y="551"/>
                </a:lnTo>
                <a:lnTo>
                  <a:pt x="96" y="549"/>
                </a:lnTo>
                <a:lnTo>
                  <a:pt x="95" y="549"/>
                </a:lnTo>
                <a:lnTo>
                  <a:pt x="94" y="547"/>
                </a:lnTo>
                <a:lnTo>
                  <a:pt x="93" y="546"/>
                </a:lnTo>
                <a:lnTo>
                  <a:pt x="93" y="547"/>
                </a:lnTo>
                <a:lnTo>
                  <a:pt x="92" y="547"/>
                </a:lnTo>
                <a:lnTo>
                  <a:pt x="91" y="547"/>
                </a:lnTo>
                <a:lnTo>
                  <a:pt x="90" y="547"/>
                </a:lnTo>
                <a:lnTo>
                  <a:pt x="89" y="547"/>
                </a:lnTo>
                <a:lnTo>
                  <a:pt x="89" y="546"/>
                </a:lnTo>
                <a:lnTo>
                  <a:pt x="90" y="546"/>
                </a:lnTo>
                <a:lnTo>
                  <a:pt x="91" y="545"/>
                </a:lnTo>
                <a:lnTo>
                  <a:pt x="91" y="544"/>
                </a:lnTo>
                <a:lnTo>
                  <a:pt x="91" y="543"/>
                </a:lnTo>
                <a:lnTo>
                  <a:pt x="92" y="543"/>
                </a:lnTo>
                <a:lnTo>
                  <a:pt x="93" y="543"/>
                </a:lnTo>
                <a:lnTo>
                  <a:pt x="93" y="542"/>
                </a:lnTo>
                <a:lnTo>
                  <a:pt x="94" y="542"/>
                </a:lnTo>
                <a:lnTo>
                  <a:pt x="94" y="543"/>
                </a:lnTo>
                <a:lnTo>
                  <a:pt x="95" y="543"/>
                </a:lnTo>
                <a:lnTo>
                  <a:pt x="96" y="543"/>
                </a:lnTo>
                <a:lnTo>
                  <a:pt x="97" y="543"/>
                </a:lnTo>
                <a:lnTo>
                  <a:pt x="98" y="544"/>
                </a:lnTo>
                <a:lnTo>
                  <a:pt x="98" y="545"/>
                </a:lnTo>
                <a:lnTo>
                  <a:pt x="98" y="546"/>
                </a:lnTo>
                <a:lnTo>
                  <a:pt x="99" y="547"/>
                </a:lnTo>
                <a:lnTo>
                  <a:pt x="99" y="546"/>
                </a:lnTo>
                <a:lnTo>
                  <a:pt x="100" y="545"/>
                </a:lnTo>
                <a:lnTo>
                  <a:pt x="101" y="545"/>
                </a:lnTo>
                <a:lnTo>
                  <a:pt x="102" y="545"/>
                </a:lnTo>
                <a:lnTo>
                  <a:pt x="102" y="546"/>
                </a:lnTo>
                <a:lnTo>
                  <a:pt x="103" y="546"/>
                </a:lnTo>
                <a:lnTo>
                  <a:pt x="103" y="547"/>
                </a:lnTo>
                <a:lnTo>
                  <a:pt x="104" y="547"/>
                </a:lnTo>
                <a:lnTo>
                  <a:pt x="105" y="547"/>
                </a:lnTo>
                <a:lnTo>
                  <a:pt x="106" y="546"/>
                </a:lnTo>
                <a:lnTo>
                  <a:pt x="107" y="546"/>
                </a:lnTo>
                <a:lnTo>
                  <a:pt x="107" y="545"/>
                </a:lnTo>
                <a:lnTo>
                  <a:pt x="107" y="544"/>
                </a:lnTo>
                <a:lnTo>
                  <a:pt x="108" y="544"/>
                </a:lnTo>
                <a:lnTo>
                  <a:pt x="109" y="544"/>
                </a:lnTo>
                <a:lnTo>
                  <a:pt x="109" y="543"/>
                </a:lnTo>
                <a:lnTo>
                  <a:pt x="108" y="543"/>
                </a:lnTo>
                <a:lnTo>
                  <a:pt x="108" y="542"/>
                </a:lnTo>
                <a:lnTo>
                  <a:pt x="109" y="542"/>
                </a:lnTo>
                <a:lnTo>
                  <a:pt x="109" y="541"/>
                </a:lnTo>
                <a:lnTo>
                  <a:pt x="109" y="540"/>
                </a:lnTo>
                <a:lnTo>
                  <a:pt x="109" y="539"/>
                </a:lnTo>
                <a:lnTo>
                  <a:pt x="108" y="539"/>
                </a:lnTo>
                <a:lnTo>
                  <a:pt x="107" y="538"/>
                </a:lnTo>
                <a:lnTo>
                  <a:pt x="108" y="537"/>
                </a:lnTo>
                <a:lnTo>
                  <a:pt x="109" y="537"/>
                </a:lnTo>
                <a:lnTo>
                  <a:pt x="110" y="537"/>
                </a:lnTo>
                <a:lnTo>
                  <a:pt x="110" y="536"/>
                </a:lnTo>
                <a:lnTo>
                  <a:pt x="110" y="534"/>
                </a:lnTo>
                <a:lnTo>
                  <a:pt x="109" y="534"/>
                </a:lnTo>
                <a:lnTo>
                  <a:pt x="108" y="534"/>
                </a:lnTo>
                <a:lnTo>
                  <a:pt x="108" y="533"/>
                </a:lnTo>
                <a:lnTo>
                  <a:pt x="107" y="533"/>
                </a:lnTo>
                <a:lnTo>
                  <a:pt x="107" y="534"/>
                </a:lnTo>
                <a:lnTo>
                  <a:pt x="107" y="533"/>
                </a:lnTo>
                <a:lnTo>
                  <a:pt x="106" y="533"/>
                </a:lnTo>
                <a:lnTo>
                  <a:pt x="105" y="533"/>
                </a:lnTo>
                <a:lnTo>
                  <a:pt x="104" y="532"/>
                </a:lnTo>
                <a:lnTo>
                  <a:pt x="103" y="532"/>
                </a:lnTo>
                <a:lnTo>
                  <a:pt x="103" y="531"/>
                </a:lnTo>
                <a:lnTo>
                  <a:pt x="102" y="531"/>
                </a:lnTo>
                <a:lnTo>
                  <a:pt x="102" y="530"/>
                </a:lnTo>
                <a:lnTo>
                  <a:pt x="102" y="529"/>
                </a:lnTo>
                <a:lnTo>
                  <a:pt x="102" y="528"/>
                </a:lnTo>
                <a:lnTo>
                  <a:pt x="101" y="528"/>
                </a:lnTo>
                <a:lnTo>
                  <a:pt x="101" y="527"/>
                </a:lnTo>
                <a:lnTo>
                  <a:pt x="101" y="526"/>
                </a:lnTo>
                <a:lnTo>
                  <a:pt x="100" y="526"/>
                </a:lnTo>
                <a:lnTo>
                  <a:pt x="99" y="526"/>
                </a:lnTo>
                <a:lnTo>
                  <a:pt x="99" y="525"/>
                </a:lnTo>
                <a:lnTo>
                  <a:pt x="100" y="525"/>
                </a:lnTo>
                <a:lnTo>
                  <a:pt x="100" y="524"/>
                </a:lnTo>
                <a:lnTo>
                  <a:pt x="99" y="524"/>
                </a:lnTo>
                <a:lnTo>
                  <a:pt x="99" y="525"/>
                </a:lnTo>
                <a:lnTo>
                  <a:pt x="98" y="525"/>
                </a:lnTo>
                <a:lnTo>
                  <a:pt x="98" y="524"/>
                </a:lnTo>
                <a:lnTo>
                  <a:pt x="97" y="524"/>
                </a:lnTo>
                <a:lnTo>
                  <a:pt x="97" y="523"/>
                </a:lnTo>
                <a:lnTo>
                  <a:pt x="96" y="522"/>
                </a:lnTo>
                <a:lnTo>
                  <a:pt x="95" y="522"/>
                </a:lnTo>
                <a:lnTo>
                  <a:pt x="95" y="523"/>
                </a:lnTo>
                <a:lnTo>
                  <a:pt x="94" y="522"/>
                </a:lnTo>
                <a:lnTo>
                  <a:pt x="93" y="522"/>
                </a:lnTo>
                <a:lnTo>
                  <a:pt x="93" y="521"/>
                </a:lnTo>
                <a:lnTo>
                  <a:pt x="92" y="521"/>
                </a:lnTo>
                <a:lnTo>
                  <a:pt x="92" y="520"/>
                </a:lnTo>
                <a:lnTo>
                  <a:pt x="91" y="520"/>
                </a:lnTo>
                <a:lnTo>
                  <a:pt x="90" y="520"/>
                </a:lnTo>
                <a:lnTo>
                  <a:pt x="90" y="519"/>
                </a:lnTo>
                <a:lnTo>
                  <a:pt x="89" y="519"/>
                </a:lnTo>
                <a:lnTo>
                  <a:pt x="89" y="518"/>
                </a:lnTo>
                <a:lnTo>
                  <a:pt x="89" y="519"/>
                </a:lnTo>
                <a:lnTo>
                  <a:pt x="88" y="519"/>
                </a:lnTo>
                <a:lnTo>
                  <a:pt x="88" y="518"/>
                </a:lnTo>
                <a:lnTo>
                  <a:pt x="87" y="518"/>
                </a:lnTo>
                <a:lnTo>
                  <a:pt x="86" y="518"/>
                </a:lnTo>
                <a:lnTo>
                  <a:pt x="86" y="519"/>
                </a:lnTo>
                <a:lnTo>
                  <a:pt x="85" y="519"/>
                </a:lnTo>
                <a:lnTo>
                  <a:pt x="85" y="518"/>
                </a:lnTo>
                <a:lnTo>
                  <a:pt x="84" y="518"/>
                </a:lnTo>
                <a:lnTo>
                  <a:pt x="84" y="519"/>
                </a:lnTo>
                <a:lnTo>
                  <a:pt x="83" y="519"/>
                </a:lnTo>
                <a:lnTo>
                  <a:pt x="83" y="518"/>
                </a:lnTo>
                <a:lnTo>
                  <a:pt x="82" y="519"/>
                </a:lnTo>
                <a:lnTo>
                  <a:pt x="82" y="520"/>
                </a:lnTo>
                <a:lnTo>
                  <a:pt x="80" y="520"/>
                </a:lnTo>
                <a:lnTo>
                  <a:pt x="80" y="519"/>
                </a:lnTo>
                <a:lnTo>
                  <a:pt x="79" y="520"/>
                </a:lnTo>
                <a:lnTo>
                  <a:pt x="78" y="520"/>
                </a:lnTo>
                <a:lnTo>
                  <a:pt x="77" y="519"/>
                </a:lnTo>
                <a:lnTo>
                  <a:pt x="76" y="519"/>
                </a:lnTo>
                <a:lnTo>
                  <a:pt x="75" y="519"/>
                </a:lnTo>
                <a:lnTo>
                  <a:pt x="76" y="519"/>
                </a:lnTo>
                <a:lnTo>
                  <a:pt x="76" y="518"/>
                </a:lnTo>
                <a:lnTo>
                  <a:pt x="76" y="517"/>
                </a:lnTo>
                <a:lnTo>
                  <a:pt x="76" y="516"/>
                </a:lnTo>
                <a:lnTo>
                  <a:pt x="76" y="515"/>
                </a:lnTo>
                <a:lnTo>
                  <a:pt x="76" y="514"/>
                </a:lnTo>
                <a:lnTo>
                  <a:pt x="75" y="514"/>
                </a:lnTo>
                <a:lnTo>
                  <a:pt x="75" y="513"/>
                </a:lnTo>
                <a:lnTo>
                  <a:pt x="74" y="513"/>
                </a:lnTo>
                <a:lnTo>
                  <a:pt x="74" y="512"/>
                </a:lnTo>
                <a:lnTo>
                  <a:pt x="75" y="512"/>
                </a:lnTo>
                <a:lnTo>
                  <a:pt x="75" y="511"/>
                </a:lnTo>
                <a:lnTo>
                  <a:pt x="76" y="511"/>
                </a:lnTo>
                <a:lnTo>
                  <a:pt x="77" y="510"/>
                </a:lnTo>
                <a:lnTo>
                  <a:pt x="78" y="509"/>
                </a:lnTo>
                <a:lnTo>
                  <a:pt x="78" y="510"/>
                </a:lnTo>
                <a:lnTo>
                  <a:pt x="79" y="510"/>
                </a:lnTo>
                <a:lnTo>
                  <a:pt x="79" y="509"/>
                </a:lnTo>
                <a:lnTo>
                  <a:pt x="80" y="508"/>
                </a:lnTo>
                <a:lnTo>
                  <a:pt x="80" y="509"/>
                </a:lnTo>
                <a:lnTo>
                  <a:pt x="81" y="508"/>
                </a:lnTo>
                <a:lnTo>
                  <a:pt x="82" y="507"/>
                </a:lnTo>
                <a:lnTo>
                  <a:pt x="83" y="506"/>
                </a:lnTo>
                <a:lnTo>
                  <a:pt x="83" y="505"/>
                </a:lnTo>
                <a:lnTo>
                  <a:pt x="84" y="505"/>
                </a:lnTo>
                <a:lnTo>
                  <a:pt x="85" y="507"/>
                </a:lnTo>
                <a:lnTo>
                  <a:pt x="86" y="507"/>
                </a:lnTo>
                <a:lnTo>
                  <a:pt x="87" y="507"/>
                </a:lnTo>
                <a:lnTo>
                  <a:pt x="88" y="506"/>
                </a:lnTo>
                <a:lnTo>
                  <a:pt x="88" y="505"/>
                </a:lnTo>
                <a:lnTo>
                  <a:pt x="87" y="505"/>
                </a:lnTo>
                <a:lnTo>
                  <a:pt x="86" y="504"/>
                </a:lnTo>
                <a:lnTo>
                  <a:pt x="86" y="503"/>
                </a:lnTo>
                <a:lnTo>
                  <a:pt x="87" y="502"/>
                </a:lnTo>
                <a:lnTo>
                  <a:pt x="86" y="502"/>
                </a:lnTo>
                <a:lnTo>
                  <a:pt x="86" y="501"/>
                </a:lnTo>
                <a:lnTo>
                  <a:pt x="86" y="500"/>
                </a:lnTo>
                <a:lnTo>
                  <a:pt x="87" y="499"/>
                </a:lnTo>
                <a:lnTo>
                  <a:pt x="88" y="499"/>
                </a:lnTo>
                <a:lnTo>
                  <a:pt x="87" y="499"/>
                </a:lnTo>
                <a:lnTo>
                  <a:pt x="87" y="500"/>
                </a:lnTo>
                <a:lnTo>
                  <a:pt x="88" y="500"/>
                </a:lnTo>
                <a:lnTo>
                  <a:pt x="88" y="499"/>
                </a:lnTo>
                <a:lnTo>
                  <a:pt x="89" y="499"/>
                </a:lnTo>
                <a:lnTo>
                  <a:pt x="90" y="498"/>
                </a:lnTo>
                <a:lnTo>
                  <a:pt x="90" y="497"/>
                </a:lnTo>
                <a:lnTo>
                  <a:pt x="90" y="496"/>
                </a:lnTo>
                <a:lnTo>
                  <a:pt x="91" y="496"/>
                </a:lnTo>
                <a:lnTo>
                  <a:pt x="92" y="496"/>
                </a:lnTo>
                <a:lnTo>
                  <a:pt x="93" y="496"/>
                </a:lnTo>
                <a:lnTo>
                  <a:pt x="95" y="496"/>
                </a:lnTo>
                <a:lnTo>
                  <a:pt x="95" y="495"/>
                </a:lnTo>
                <a:lnTo>
                  <a:pt x="95" y="494"/>
                </a:lnTo>
                <a:lnTo>
                  <a:pt x="96" y="494"/>
                </a:lnTo>
                <a:lnTo>
                  <a:pt x="97" y="494"/>
                </a:lnTo>
                <a:lnTo>
                  <a:pt x="97" y="493"/>
                </a:lnTo>
                <a:lnTo>
                  <a:pt x="98" y="492"/>
                </a:lnTo>
                <a:lnTo>
                  <a:pt x="97" y="491"/>
                </a:lnTo>
                <a:lnTo>
                  <a:pt x="96" y="490"/>
                </a:lnTo>
                <a:lnTo>
                  <a:pt x="96" y="489"/>
                </a:lnTo>
                <a:lnTo>
                  <a:pt x="95" y="489"/>
                </a:lnTo>
                <a:lnTo>
                  <a:pt x="95" y="488"/>
                </a:lnTo>
                <a:lnTo>
                  <a:pt x="95" y="487"/>
                </a:lnTo>
                <a:lnTo>
                  <a:pt x="96" y="487"/>
                </a:lnTo>
                <a:lnTo>
                  <a:pt x="96" y="486"/>
                </a:lnTo>
                <a:lnTo>
                  <a:pt x="96" y="485"/>
                </a:lnTo>
                <a:lnTo>
                  <a:pt x="96" y="484"/>
                </a:lnTo>
                <a:lnTo>
                  <a:pt x="95" y="484"/>
                </a:lnTo>
                <a:lnTo>
                  <a:pt x="95" y="483"/>
                </a:lnTo>
                <a:lnTo>
                  <a:pt x="94" y="483"/>
                </a:lnTo>
                <a:lnTo>
                  <a:pt x="94" y="482"/>
                </a:lnTo>
                <a:lnTo>
                  <a:pt x="93" y="482"/>
                </a:lnTo>
                <a:lnTo>
                  <a:pt x="92" y="481"/>
                </a:lnTo>
                <a:lnTo>
                  <a:pt x="91" y="481"/>
                </a:lnTo>
                <a:lnTo>
                  <a:pt x="92" y="480"/>
                </a:lnTo>
                <a:lnTo>
                  <a:pt x="92" y="479"/>
                </a:lnTo>
                <a:lnTo>
                  <a:pt x="92" y="478"/>
                </a:lnTo>
                <a:lnTo>
                  <a:pt x="91" y="478"/>
                </a:lnTo>
                <a:lnTo>
                  <a:pt x="91" y="477"/>
                </a:lnTo>
                <a:lnTo>
                  <a:pt x="91" y="476"/>
                </a:lnTo>
                <a:lnTo>
                  <a:pt x="90" y="476"/>
                </a:lnTo>
                <a:lnTo>
                  <a:pt x="90" y="475"/>
                </a:lnTo>
                <a:lnTo>
                  <a:pt x="90" y="474"/>
                </a:lnTo>
                <a:lnTo>
                  <a:pt x="90" y="473"/>
                </a:lnTo>
                <a:lnTo>
                  <a:pt x="89" y="473"/>
                </a:lnTo>
                <a:lnTo>
                  <a:pt x="89" y="472"/>
                </a:lnTo>
                <a:lnTo>
                  <a:pt x="89" y="471"/>
                </a:lnTo>
                <a:lnTo>
                  <a:pt x="90" y="471"/>
                </a:lnTo>
                <a:lnTo>
                  <a:pt x="91" y="471"/>
                </a:lnTo>
                <a:lnTo>
                  <a:pt x="91" y="470"/>
                </a:lnTo>
                <a:lnTo>
                  <a:pt x="90" y="470"/>
                </a:lnTo>
                <a:lnTo>
                  <a:pt x="90" y="469"/>
                </a:lnTo>
                <a:lnTo>
                  <a:pt x="90" y="468"/>
                </a:lnTo>
                <a:lnTo>
                  <a:pt x="90" y="467"/>
                </a:lnTo>
                <a:lnTo>
                  <a:pt x="91" y="467"/>
                </a:lnTo>
                <a:lnTo>
                  <a:pt x="91" y="466"/>
                </a:lnTo>
                <a:lnTo>
                  <a:pt x="91" y="467"/>
                </a:lnTo>
                <a:lnTo>
                  <a:pt x="92" y="467"/>
                </a:lnTo>
                <a:lnTo>
                  <a:pt x="93" y="467"/>
                </a:lnTo>
                <a:lnTo>
                  <a:pt x="93" y="466"/>
                </a:lnTo>
                <a:lnTo>
                  <a:pt x="93" y="465"/>
                </a:lnTo>
                <a:lnTo>
                  <a:pt x="94" y="464"/>
                </a:lnTo>
                <a:lnTo>
                  <a:pt x="94" y="463"/>
                </a:lnTo>
                <a:lnTo>
                  <a:pt x="95" y="463"/>
                </a:lnTo>
                <a:lnTo>
                  <a:pt x="94" y="462"/>
                </a:lnTo>
                <a:lnTo>
                  <a:pt x="94" y="461"/>
                </a:lnTo>
                <a:lnTo>
                  <a:pt x="96" y="461"/>
                </a:lnTo>
                <a:lnTo>
                  <a:pt x="97" y="461"/>
                </a:lnTo>
                <a:lnTo>
                  <a:pt x="97" y="462"/>
                </a:lnTo>
                <a:lnTo>
                  <a:pt x="97" y="461"/>
                </a:lnTo>
                <a:lnTo>
                  <a:pt x="98" y="461"/>
                </a:lnTo>
                <a:lnTo>
                  <a:pt x="99" y="461"/>
                </a:lnTo>
                <a:lnTo>
                  <a:pt x="100" y="461"/>
                </a:lnTo>
                <a:lnTo>
                  <a:pt x="100" y="462"/>
                </a:lnTo>
                <a:lnTo>
                  <a:pt x="101" y="462"/>
                </a:lnTo>
                <a:lnTo>
                  <a:pt x="101" y="463"/>
                </a:lnTo>
                <a:lnTo>
                  <a:pt x="102" y="463"/>
                </a:lnTo>
                <a:lnTo>
                  <a:pt x="103" y="463"/>
                </a:lnTo>
                <a:lnTo>
                  <a:pt x="104" y="462"/>
                </a:lnTo>
                <a:lnTo>
                  <a:pt x="103" y="462"/>
                </a:lnTo>
                <a:lnTo>
                  <a:pt x="104" y="462"/>
                </a:lnTo>
                <a:lnTo>
                  <a:pt x="105" y="462"/>
                </a:lnTo>
                <a:lnTo>
                  <a:pt x="105" y="463"/>
                </a:lnTo>
                <a:lnTo>
                  <a:pt x="105" y="462"/>
                </a:lnTo>
                <a:lnTo>
                  <a:pt x="106" y="462"/>
                </a:lnTo>
                <a:lnTo>
                  <a:pt x="107" y="462"/>
                </a:lnTo>
                <a:lnTo>
                  <a:pt x="108" y="462"/>
                </a:lnTo>
                <a:lnTo>
                  <a:pt x="109" y="462"/>
                </a:lnTo>
                <a:lnTo>
                  <a:pt x="109" y="461"/>
                </a:lnTo>
                <a:lnTo>
                  <a:pt x="110" y="461"/>
                </a:lnTo>
                <a:lnTo>
                  <a:pt x="110" y="460"/>
                </a:lnTo>
                <a:lnTo>
                  <a:pt x="112" y="459"/>
                </a:lnTo>
                <a:lnTo>
                  <a:pt x="112" y="460"/>
                </a:lnTo>
                <a:lnTo>
                  <a:pt x="113" y="460"/>
                </a:lnTo>
                <a:lnTo>
                  <a:pt x="114" y="460"/>
                </a:lnTo>
                <a:lnTo>
                  <a:pt x="115" y="460"/>
                </a:lnTo>
                <a:lnTo>
                  <a:pt x="115" y="461"/>
                </a:lnTo>
                <a:lnTo>
                  <a:pt x="116" y="460"/>
                </a:lnTo>
                <a:lnTo>
                  <a:pt x="116" y="461"/>
                </a:lnTo>
                <a:lnTo>
                  <a:pt x="117" y="461"/>
                </a:lnTo>
                <a:lnTo>
                  <a:pt x="119" y="461"/>
                </a:lnTo>
                <a:lnTo>
                  <a:pt x="119" y="462"/>
                </a:lnTo>
                <a:lnTo>
                  <a:pt x="120" y="462"/>
                </a:lnTo>
                <a:lnTo>
                  <a:pt x="122" y="462"/>
                </a:lnTo>
                <a:lnTo>
                  <a:pt x="122" y="461"/>
                </a:lnTo>
                <a:lnTo>
                  <a:pt x="123" y="460"/>
                </a:lnTo>
                <a:lnTo>
                  <a:pt x="124" y="460"/>
                </a:lnTo>
                <a:lnTo>
                  <a:pt x="125" y="460"/>
                </a:lnTo>
                <a:lnTo>
                  <a:pt x="127" y="460"/>
                </a:lnTo>
                <a:lnTo>
                  <a:pt x="127" y="461"/>
                </a:lnTo>
                <a:lnTo>
                  <a:pt x="128" y="461"/>
                </a:lnTo>
                <a:lnTo>
                  <a:pt x="128" y="462"/>
                </a:lnTo>
                <a:lnTo>
                  <a:pt x="129" y="462"/>
                </a:lnTo>
                <a:lnTo>
                  <a:pt x="129" y="461"/>
                </a:lnTo>
                <a:lnTo>
                  <a:pt x="130" y="461"/>
                </a:lnTo>
                <a:lnTo>
                  <a:pt x="131" y="462"/>
                </a:lnTo>
                <a:lnTo>
                  <a:pt x="132" y="463"/>
                </a:lnTo>
                <a:lnTo>
                  <a:pt x="133" y="463"/>
                </a:lnTo>
                <a:lnTo>
                  <a:pt x="134" y="463"/>
                </a:lnTo>
                <a:lnTo>
                  <a:pt x="135" y="463"/>
                </a:lnTo>
                <a:lnTo>
                  <a:pt x="134" y="463"/>
                </a:lnTo>
                <a:lnTo>
                  <a:pt x="134" y="464"/>
                </a:lnTo>
                <a:lnTo>
                  <a:pt x="135" y="464"/>
                </a:lnTo>
                <a:lnTo>
                  <a:pt x="136" y="465"/>
                </a:lnTo>
                <a:lnTo>
                  <a:pt x="137" y="466"/>
                </a:lnTo>
                <a:lnTo>
                  <a:pt x="136" y="467"/>
                </a:lnTo>
                <a:lnTo>
                  <a:pt x="137" y="467"/>
                </a:lnTo>
                <a:lnTo>
                  <a:pt x="138" y="467"/>
                </a:lnTo>
                <a:lnTo>
                  <a:pt x="139" y="467"/>
                </a:lnTo>
                <a:lnTo>
                  <a:pt x="139" y="466"/>
                </a:lnTo>
                <a:lnTo>
                  <a:pt x="140" y="466"/>
                </a:lnTo>
                <a:lnTo>
                  <a:pt x="140" y="467"/>
                </a:lnTo>
                <a:lnTo>
                  <a:pt x="141" y="467"/>
                </a:lnTo>
                <a:lnTo>
                  <a:pt x="141" y="468"/>
                </a:lnTo>
                <a:lnTo>
                  <a:pt x="142" y="468"/>
                </a:lnTo>
                <a:lnTo>
                  <a:pt x="143" y="468"/>
                </a:lnTo>
                <a:lnTo>
                  <a:pt x="144" y="469"/>
                </a:lnTo>
                <a:lnTo>
                  <a:pt x="144" y="470"/>
                </a:lnTo>
                <a:lnTo>
                  <a:pt x="144" y="471"/>
                </a:lnTo>
                <a:lnTo>
                  <a:pt x="144" y="472"/>
                </a:lnTo>
                <a:lnTo>
                  <a:pt x="143" y="472"/>
                </a:lnTo>
                <a:lnTo>
                  <a:pt x="144" y="473"/>
                </a:lnTo>
                <a:lnTo>
                  <a:pt x="145" y="474"/>
                </a:lnTo>
                <a:lnTo>
                  <a:pt x="146" y="474"/>
                </a:lnTo>
                <a:lnTo>
                  <a:pt x="146" y="475"/>
                </a:lnTo>
                <a:lnTo>
                  <a:pt x="147" y="475"/>
                </a:lnTo>
                <a:lnTo>
                  <a:pt x="148" y="475"/>
                </a:lnTo>
                <a:lnTo>
                  <a:pt x="149" y="476"/>
                </a:lnTo>
                <a:lnTo>
                  <a:pt x="150" y="476"/>
                </a:lnTo>
                <a:lnTo>
                  <a:pt x="151" y="476"/>
                </a:lnTo>
                <a:lnTo>
                  <a:pt x="151" y="477"/>
                </a:lnTo>
                <a:lnTo>
                  <a:pt x="152" y="477"/>
                </a:lnTo>
                <a:lnTo>
                  <a:pt x="152" y="478"/>
                </a:lnTo>
                <a:lnTo>
                  <a:pt x="152" y="479"/>
                </a:lnTo>
                <a:lnTo>
                  <a:pt x="153" y="480"/>
                </a:lnTo>
                <a:lnTo>
                  <a:pt x="152" y="480"/>
                </a:lnTo>
                <a:lnTo>
                  <a:pt x="152" y="481"/>
                </a:lnTo>
                <a:lnTo>
                  <a:pt x="153" y="482"/>
                </a:lnTo>
                <a:lnTo>
                  <a:pt x="154" y="482"/>
                </a:lnTo>
                <a:lnTo>
                  <a:pt x="155" y="482"/>
                </a:lnTo>
                <a:lnTo>
                  <a:pt x="156" y="482"/>
                </a:lnTo>
                <a:lnTo>
                  <a:pt x="156" y="481"/>
                </a:lnTo>
                <a:lnTo>
                  <a:pt x="157" y="481"/>
                </a:lnTo>
                <a:lnTo>
                  <a:pt x="157" y="482"/>
                </a:lnTo>
                <a:lnTo>
                  <a:pt x="158" y="482"/>
                </a:lnTo>
                <a:lnTo>
                  <a:pt x="159" y="481"/>
                </a:lnTo>
                <a:lnTo>
                  <a:pt x="159" y="480"/>
                </a:lnTo>
                <a:lnTo>
                  <a:pt x="159" y="479"/>
                </a:lnTo>
                <a:lnTo>
                  <a:pt x="160" y="479"/>
                </a:lnTo>
                <a:lnTo>
                  <a:pt x="161" y="479"/>
                </a:lnTo>
                <a:lnTo>
                  <a:pt x="161" y="478"/>
                </a:lnTo>
                <a:lnTo>
                  <a:pt x="162" y="477"/>
                </a:lnTo>
                <a:lnTo>
                  <a:pt x="162" y="476"/>
                </a:lnTo>
                <a:lnTo>
                  <a:pt x="163" y="476"/>
                </a:lnTo>
                <a:lnTo>
                  <a:pt x="164" y="476"/>
                </a:lnTo>
                <a:lnTo>
                  <a:pt x="165" y="476"/>
                </a:lnTo>
                <a:lnTo>
                  <a:pt x="166" y="476"/>
                </a:lnTo>
                <a:lnTo>
                  <a:pt x="167" y="476"/>
                </a:lnTo>
                <a:lnTo>
                  <a:pt x="167" y="477"/>
                </a:lnTo>
                <a:lnTo>
                  <a:pt x="168" y="477"/>
                </a:lnTo>
                <a:lnTo>
                  <a:pt x="168" y="478"/>
                </a:lnTo>
                <a:lnTo>
                  <a:pt x="168" y="479"/>
                </a:lnTo>
                <a:lnTo>
                  <a:pt x="169" y="479"/>
                </a:lnTo>
                <a:lnTo>
                  <a:pt x="169" y="478"/>
                </a:lnTo>
                <a:lnTo>
                  <a:pt x="169" y="477"/>
                </a:lnTo>
                <a:lnTo>
                  <a:pt x="170" y="477"/>
                </a:lnTo>
                <a:lnTo>
                  <a:pt x="171" y="477"/>
                </a:lnTo>
                <a:lnTo>
                  <a:pt x="171" y="476"/>
                </a:lnTo>
                <a:lnTo>
                  <a:pt x="171" y="477"/>
                </a:lnTo>
                <a:lnTo>
                  <a:pt x="172" y="477"/>
                </a:lnTo>
                <a:lnTo>
                  <a:pt x="173" y="477"/>
                </a:lnTo>
                <a:lnTo>
                  <a:pt x="174" y="477"/>
                </a:lnTo>
                <a:lnTo>
                  <a:pt x="175" y="478"/>
                </a:lnTo>
                <a:lnTo>
                  <a:pt x="176" y="478"/>
                </a:lnTo>
                <a:lnTo>
                  <a:pt x="176" y="479"/>
                </a:lnTo>
                <a:lnTo>
                  <a:pt x="177" y="479"/>
                </a:lnTo>
                <a:lnTo>
                  <a:pt x="178" y="479"/>
                </a:lnTo>
                <a:lnTo>
                  <a:pt x="178" y="478"/>
                </a:lnTo>
                <a:lnTo>
                  <a:pt x="179" y="478"/>
                </a:lnTo>
                <a:lnTo>
                  <a:pt x="180" y="479"/>
                </a:lnTo>
                <a:lnTo>
                  <a:pt x="181" y="479"/>
                </a:lnTo>
                <a:lnTo>
                  <a:pt x="183" y="479"/>
                </a:lnTo>
                <a:lnTo>
                  <a:pt x="183" y="478"/>
                </a:lnTo>
                <a:lnTo>
                  <a:pt x="183" y="477"/>
                </a:lnTo>
                <a:lnTo>
                  <a:pt x="184" y="477"/>
                </a:lnTo>
                <a:lnTo>
                  <a:pt x="185" y="476"/>
                </a:lnTo>
                <a:lnTo>
                  <a:pt x="185" y="475"/>
                </a:lnTo>
                <a:lnTo>
                  <a:pt x="186" y="475"/>
                </a:lnTo>
                <a:lnTo>
                  <a:pt x="186" y="474"/>
                </a:lnTo>
                <a:lnTo>
                  <a:pt x="187" y="473"/>
                </a:lnTo>
                <a:lnTo>
                  <a:pt x="188" y="473"/>
                </a:lnTo>
                <a:lnTo>
                  <a:pt x="188" y="474"/>
                </a:lnTo>
                <a:lnTo>
                  <a:pt x="189" y="474"/>
                </a:lnTo>
                <a:lnTo>
                  <a:pt x="189" y="475"/>
                </a:lnTo>
                <a:lnTo>
                  <a:pt x="190" y="475"/>
                </a:lnTo>
                <a:lnTo>
                  <a:pt x="190" y="474"/>
                </a:lnTo>
                <a:lnTo>
                  <a:pt x="190" y="473"/>
                </a:lnTo>
                <a:lnTo>
                  <a:pt x="191" y="473"/>
                </a:lnTo>
                <a:lnTo>
                  <a:pt x="192" y="474"/>
                </a:lnTo>
                <a:lnTo>
                  <a:pt x="193" y="474"/>
                </a:lnTo>
                <a:lnTo>
                  <a:pt x="193" y="475"/>
                </a:lnTo>
                <a:lnTo>
                  <a:pt x="192" y="475"/>
                </a:lnTo>
                <a:lnTo>
                  <a:pt x="192" y="476"/>
                </a:lnTo>
                <a:lnTo>
                  <a:pt x="192" y="477"/>
                </a:lnTo>
                <a:lnTo>
                  <a:pt x="192" y="478"/>
                </a:lnTo>
                <a:lnTo>
                  <a:pt x="193" y="478"/>
                </a:lnTo>
                <a:lnTo>
                  <a:pt x="193" y="477"/>
                </a:lnTo>
                <a:lnTo>
                  <a:pt x="193" y="476"/>
                </a:lnTo>
                <a:lnTo>
                  <a:pt x="194" y="477"/>
                </a:lnTo>
                <a:lnTo>
                  <a:pt x="195" y="477"/>
                </a:lnTo>
                <a:lnTo>
                  <a:pt x="195" y="476"/>
                </a:lnTo>
                <a:lnTo>
                  <a:pt x="195" y="475"/>
                </a:lnTo>
                <a:lnTo>
                  <a:pt x="196" y="475"/>
                </a:lnTo>
                <a:lnTo>
                  <a:pt x="199" y="475"/>
                </a:lnTo>
                <a:lnTo>
                  <a:pt x="200" y="474"/>
                </a:lnTo>
                <a:lnTo>
                  <a:pt x="200" y="475"/>
                </a:lnTo>
                <a:lnTo>
                  <a:pt x="201" y="475"/>
                </a:lnTo>
                <a:lnTo>
                  <a:pt x="202" y="474"/>
                </a:lnTo>
                <a:lnTo>
                  <a:pt x="202" y="475"/>
                </a:lnTo>
                <a:lnTo>
                  <a:pt x="203" y="475"/>
                </a:lnTo>
                <a:lnTo>
                  <a:pt x="203" y="474"/>
                </a:lnTo>
                <a:lnTo>
                  <a:pt x="204" y="474"/>
                </a:lnTo>
                <a:lnTo>
                  <a:pt x="205" y="474"/>
                </a:lnTo>
                <a:lnTo>
                  <a:pt x="206" y="474"/>
                </a:lnTo>
                <a:lnTo>
                  <a:pt x="207" y="474"/>
                </a:lnTo>
                <a:lnTo>
                  <a:pt x="208" y="474"/>
                </a:lnTo>
                <a:lnTo>
                  <a:pt x="208" y="473"/>
                </a:lnTo>
                <a:lnTo>
                  <a:pt x="209" y="472"/>
                </a:lnTo>
                <a:lnTo>
                  <a:pt x="209" y="473"/>
                </a:lnTo>
                <a:lnTo>
                  <a:pt x="210" y="472"/>
                </a:lnTo>
                <a:lnTo>
                  <a:pt x="211" y="472"/>
                </a:lnTo>
                <a:lnTo>
                  <a:pt x="212" y="472"/>
                </a:lnTo>
                <a:lnTo>
                  <a:pt x="213" y="471"/>
                </a:lnTo>
                <a:lnTo>
                  <a:pt x="213" y="470"/>
                </a:lnTo>
                <a:lnTo>
                  <a:pt x="212" y="470"/>
                </a:lnTo>
                <a:lnTo>
                  <a:pt x="211" y="470"/>
                </a:lnTo>
                <a:lnTo>
                  <a:pt x="211" y="469"/>
                </a:lnTo>
                <a:lnTo>
                  <a:pt x="211" y="468"/>
                </a:lnTo>
                <a:lnTo>
                  <a:pt x="212" y="467"/>
                </a:lnTo>
                <a:lnTo>
                  <a:pt x="211" y="467"/>
                </a:lnTo>
                <a:lnTo>
                  <a:pt x="210" y="467"/>
                </a:lnTo>
                <a:lnTo>
                  <a:pt x="209" y="467"/>
                </a:lnTo>
                <a:lnTo>
                  <a:pt x="208" y="467"/>
                </a:lnTo>
                <a:lnTo>
                  <a:pt x="207" y="466"/>
                </a:lnTo>
                <a:lnTo>
                  <a:pt x="207" y="465"/>
                </a:lnTo>
                <a:lnTo>
                  <a:pt x="206" y="465"/>
                </a:lnTo>
                <a:lnTo>
                  <a:pt x="206" y="464"/>
                </a:lnTo>
                <a:lnTo>
                  <a:pt x="205" y="464"/>
                </a:lnTo>
                <a:lnTo>
                  <a:pt x="205" y="463"/>
                </a:lnTo>
                <a:lnTo>
                  <a:pt x="204" y="463"/>
                </a:lnTo>
                <a:lnTo>
                  <a:pt x="204" y="462"/>
                </a:lnTo>
                <a:lnTo>
                  <a:pt x="205" y="461"/>
                </a:lnTo>
                <a:lnTo>
                  <a:pt x="204" y="461"/>
                </a:lnTo>
                <a:lnTo>
                  <a:pt x="203" y="460"/>
                </a:lnTo>
                <a:lnTo>
                  <a:pt x="202" y="460"/>
                </a:lnTo>
                <a:lnTo>
                  <a:pt x="202" y="459"/>
                </a:lnTo>
                <a:lnTo>
                  <a:pt x="201" y="459"/>
                </a:lnTo>
                <a:lnTo>
                  <a:pt x="201" y="458"/>
                </a:lnTo>
                <a:lnTo>
                  <a:pt x="200" y="458"/>
                </a:lnTo>
                <a:lnTo>
                  <a:pt x="201" y="458"/>
                </a:lnTo>
                <a:lnTo>
                  <a:pt x="201" y="457"/>
                </a:lnTo>
                <a:lnTo>
                  <a:pt x="201" y="455"/>
                </a:lnTo>
                <a:lnTo>
                  <a:pt x="200" y="455"/>
                </a:lnTo>
                <a:lnTo>
                  <a:pt x="200" y="454"/>
                </a:lnTo>
                <a:lnTo>
                  <a:pt x="200" y="452"/>
                </a:lnTo>
                <a:lnTo>
                  <a:pt x="200" y="451"/>
                </a:lnTo>
                <a:lnTo>
                  <a:pt x="199" y="451"/>
                </a:lnTo>
                <a:lnTo>
                  <a:pt x="199" y="450"/>
                </a:lnTo>
                <a:lnTo>
                  <a:pt x="198" y="450"/>
                </a:lnTo>
                <a:lnTo>
                  <a:pt x="198" y="449"/>
                </a:lnTo>
                <a:lnTo>
                  <a:pt x="197" y="448"/>
                </a:lnTo>
                <a:lnTo>
                  <a:pt x="196" y="448"/>
                </a:lnTo>
                <a:lnTo>
                  <a:pt x="195" y="447"/>
                </a:lnTo>
                <a:lnTo>
                  <a:pt x="195" y="446"/>
                </a:lnTo>
                <a:lnTo>
                  <a:pt x="195" y="445"/>
                </a:lnTo>
                <a:lnTo>
                  <a:pt x="194" y="445"/>
                </a:lnTo>
                <a:lnTo>
                  <a:pt x="195" y="445"/>
                </a:lnTo>
                <a:lnTo>
                  <a:pt x="195" y="444"/>
                </a:lnTo>
                <a:lnTo>
                  <a:pt x="196" y="444"/>
                </a:lnTo>
                <a:lnTo>
                  <a:pt x="197" y="444"/>
                </a:lnTo>
                <a:lnTo>
                  <a:pt x="198" y="444"/>
                </a:lnTo>
                <a:lnTo>
                  <a:pt x="199" y="444"/>
                </a:lnTo>
                <a:lnTo>
                  <a:pt x="200" y="445"/>
                </a:lnTo>
                <a:lnTo>
                  <a:pt x="201" y="445"/>
                </a:lnTo>
                <a:lnTo>
                  <a:pt x="201" y="444"/>
                </a:lnTo>
                <a:lnTo>
                  <a:pt x="200" y="444"/>
                </a:lnTo>
                <a:lnTo>
                  <a:pt x="200" y="443"/>
                </a:lnTo>
                <a:lnTo>
                  <a:pt x="201" y="443"/>
                </a:lnTo>
                <a:lnTo>
                  <a:pt x="200" y="443"/>
                </a:lnTo>
                <a:lnTo>
                  <a:pt x="200" y="442"/>
                </a:lnTo>
                <a:lnTo>
                  <a:pt x="201" y="442"/>
                </a:lnTo>
                <a:lnTo>
                  <a:pt x="201" y="443"/>
                </a:lnTo>
                <a:lnTo>
                  <a:pt x="202" y="443"/>
                </a:lnTo>
                <a:lnTo>
                  <a:pt x="202" y="442"/>
                </a:lnTo>
                <a:lnTo>
                  <a:pt x="202" y="441"/>
                </a:lnTo>
                <a:lnTo>
                  <a:pt x="202" y="442"/>
                </a:lnTo>
                <a:lnTo>
                  <a:pt x="202" y="441"/>
                </a:lnTo>
                <a:lnTo>
                  <a:pt x="202" y="440"/>
                </a:lnTo>
                <a:lnTo>
                  <a:pt x="201" y="439"/>
                </a:lnTo>
                <a:lnTo>
                  <a:pt x="200" y="439"/>
                </a:lnTo>
                <a:lnTo>
                  <a:pt x="200" y="440"/>
                </a:lnTo>
                <a:lnTo>
                  <a:pt x="199" y="440"/>
                </a:lnTo>
                <a:lnTo>
                  <a:pt x="199" y="439"/>
                </a:lnTo>
                <a:lnTo>
                  <a:pt x="200" y="439"/>
                </a:lnTo>
                <a:lnTo>
                  <a:pt x="201" y="439"/>
                </a:lnTo>
                <a:lnTo>
                  <a:pt x="202" y="438"/>
                </a:lnTo>
                <a:lnTo>
                  <a:pt x="203" y="438"/>
                </a:lnTo>
                <a:lnTo>
                  <a:pt x="203" y="439"/>
                </a:lnTo>
                <a:lnTo>
                  <a:pt x="205" y="439"/>
                </a:lnTo>
                <a:lnTo>
                  <a:pt x="206" y="439"/>
                </a:lnTo>
                <a:lnTo>
                  <a:pt x="206" y="440"/>
                </a:lnTo>
                <a:lnTo>
                  <a:pt x="207" y="440"/>
                </a:lnTo>
                <a:lnTo>
                  <a:pt x="207" y="441"/>
                </a:lnTo>
                <a:lnTo>
                  <a:pt x="208" y="441"/>
                </a:lnTo>
                <a:lnTo>
                  <a:pt x="209" y="441"/>
                </a:lnTo>
                <a:lnTo>
                  <a:pt x="209" y="442"/>
                </a:lnTo>
                <a:lnTo>
                  <a:pt x="211" y="442"/>
                </a:lnTo>
                <a:lnTo>
                  <a:pt x="212" y="442"/>
                </a:lnTo>
                <a:lnTo>
                  <a:pt x="213" y="443"/>
                </a:lnTo>
                <a:lnTo>
                  <a:pt x="214" y="444"/>
                </a:lnTo>
                <a:lnTo>
                  <a:pt x="214" y="443"/>
                </a:lnTo>
                <a:lnTo>
                  <a:pt x="215" y="443"/>
                </a:lnTo>
                <a:lnTo>
                  <a:pt x="216" y="443"/>
                </a:lnTo>
                <a:lnTo>
                  <a:pt x="217" y="443"/>
                </a:lnTo>
                <a:lnTo>
                  <a:pt x="218" y="443"/>
                </a:lnTo>
                <a:lnTo>
                  <a:pt x="218" y="444"/>
                </a:lnTo>
                <a:lnTo>
                  <a:pt x="219" y="444"/>
                </a:lnTo>
                <a:lnTo>
                  <a:pt x="218" y="444"/>
                </a:lnTo>
                <a:lnTo>
                  <a:pt x="219" y="444"/>
                </a:lnTo>
                <a:lnTo>
                  <a:pt x="220" y="444"/>
                </a:lnTo>
                <a:lnTo>
                  <a:pt x="220" y="443"/>
                </a:lnTo>
                <a:lnTo>
                  <a:pt x="222" y="443"/>
                </a:lnTo>
                <a:lnTo>
                  <a:pt x="222" y="444"/>
                </a:lnTo>
                <a:lnTo>
                  <a:pt x="221" y="444"/>
                </a:lnTo>
                <a:lnTo>
                  <a:pt x="221" y="445"/>
                </a:lnTo>
                <a:lnTo>
                  <a:pt x="222" y="445"/>
                </a:lnTo>
                <a:lnTo>
                  <a:pt x="223" y="445"/>
                </a:lnTo>
                <a:lnTo>
                  <a:pt x="224" y="445"/>
                </a:lnTo>
                <a:lnTo>
                  <a:pt x="225" y="445"/>
                </a:lnTo>
                <a:lnTo>
                  <a:pt x="226" y="445"/>
                </a:lnTo>
                <a:lnTo>
                  <a:pt x="226" y="444"/>
                </a:lnTo>
                <a:lnTo>
                  <a:pt x="227" y="444"/>
                </a:lnTo>
                <a:lnTo>
                  <a:pt x="228" y="444"/>
                </a:lnTo>
                <a:lnTo>
                  <a:pt x="229" y="444"/>
                </a:lnTo>
                <a:lnTo>
                  <a:pt x="230" y="444"/>
                </a:lnTo>
                <a:lnTo>
                  <a:pt x="231" y="444"/>
                </a:lnTo>
                <a:lnTo>
                  <a:pt x="232" y="443"/>
                </a:lnTo>
                <a:lnTo>
                  <a:pt x="233" y="443"/>
                </a:lnTo>
                <a:lnTo>
                  <a:pt x="233" y="442"/>
                </a:lnTo>
                <a:lnTo>
                  <a:pt x="234" y="442"/>
                </a:lnTo>
                <a:lnTo>
                  <a:pt x="234" y="441"/>
                </a:lnTo>
                <a:lnTo>
                  <a:pt x="234" y="442"/>
                </a:lnTo>
                <a:lnTo>
                  <a:pt x="235" y="442"/>
                </a:lnTo>
                <a:lnTo>
                  <a:pt x="235" y="441"/>
                </a:lnTo>
                <a:lnTo>
                  <a:pt x="236" y="441"/>
                </a:lnTo>
                <a:lnTo>
                  <a:pt x="237" y="441"/>
                </a:lnTo>
                <a:lnTo>
                  <a:pt x="238" y="441"/>
                </a:lnTo>
                <a:lnTo>
                  <a:pt x="238" y="440"/>
                </a:lnTo>
                <a:lnTo>
                  <a:pt x="237" y="440"/>
                </a:lnTo>
                <a:lnTo>
                  <a:pt x="238" y="440"/>
                </a:lnTo>
                <a:lnTo>
                  <a:pt x="239" y="441"/>
                </a:lnTo>
                <a:lnTo>
                  <a:pt x="239" y="440"/>
                </a:lnTo>
                <a:lnTo>
                  <a:pt x="240" y="439"/>
                </a:lnTo>
                <a:lnTo>
                  <a:pt x="241" y="439"/>
                </a:lnTo>
                <a:lnTo>
                  <a:pt x="242" y="439"/>
                </a:lnTo>
                <a:lnTo>
                  <a:pt x="243" y="439"/>
                </a:lnTo>
                <a:lnTo>
                  <a:pt x="244" y="439"/>
                </a:lnTo>
                <a:lnTo>
                  <a:pt x="245" y="439"/>
                </a:lnTo>
                <a:lnTo>
                  <a:pt x="246" y="439"/>
                </a:lnTo>
                <a:lnTo>
                  <a:pt x="246" y="440"/>
                </a:lnTo>
                <a:lnTo>
                  <a:pt x="246" y="441"/>
                </a:lnTo>
                <a:lnTo>
                  <a:pt x="246" y="440"/>
                </a:lnTo>
                <a:lnTo>
                  <a:pt x="247" y="441"/>
                </a:lnTo>
                <a:lnTo>
                  <a:pt x="246" y="441"/>
                </a:lnTo>
                <a:lnTo>
                  <a:pt x="246" y="442"/>
                </a:lnTo>
                <a:lnTo>
                  <a:pt x="247" y="442"/>
                </a:lnTo>
                <a:lnTo>
                  <a:pt x="247" y="443"/>
                </a:lnTo>
                <a:lnTo>
                  <a:pt x="248" y="443"/>
                </a:lnTo>
                <a:lnTo>
                  <a:pt x="248" y="444"/>
                </a:lnTo>
                <a:lnTo>
                  <a:pt x="249" y="444"/>
                </a:lnTo>
                <a:lnTo>
                  <a:pt x="249" y="443"/>
                </a:lnTo>
                <a:lnTo>
                  <a:pt x="249" y="442"/>
                </a:lnTo>
                <a:lnTo>
                  <a:pt x="250" y="442"/>
                </a:lnTo>
                <a:lnTo>
                  <a:pt x="250" y="443"/>
                </a:lnTo>
                <a:lnTo>
                  <a:pt x="249" y="443"/>
                </a:lnTo>
                <a:lnTo>
                  <a:pt x="250" y="443"/>
                </a:lnTo>
                <a:lnTo>
                  <a:pt x="251" y="443"/>
                </a:lnTo>
                <a:lnTo>
                  <a:pt x="252" y="443"/>
                </a:lnTo>
                <a:lnTo>
                  <a:pt x="254" y="441"/>
                </a:lnTo>
                <a:lnTo>
                  <a:pt x="253" y="441"/>
                </a:lnTo>
                <a:lnTo>
                  <a:pt x="253" y="440"/>
                </a:lnTo>
                <a:lnTo>
                  <a:pt x="253" y="439"/>
                </a:lnTo>
                <a:lnTo>
                  <a:pt x="253" y="440"/>
                </a:lnTo>
                <a:lnTo>
                  <a:pt x="254" y="440"/>
                </a:lnTo>
                <a:lnTo>
                  <a:pt x="254" y="441"/>
                </a:lnTo>
                <a:lnTo>
                  <a:pt x="255" y="441"/>
                </a:lnTo>
                <a:lnTo>
                  <a:pt x="255" y="440"/>
                </a:lnTo>
                <a:lnTo>
                  <a:pt x="256" y="440"/>
                </a:lnTo>
                <a:lnTo>
                  <a:pt x="256" y="439"/>
                </a:lnTo>
                <a:lnTo>
                  <a:pt x="257" y="439"/>
                </a:lnTo>
                <a:lnTo>
                  <a:pt x="258" y="440"/>
                </a:lnTo>
                <a:lnTo>
                  <a:pt x="257" y="440"/>
                </a:lnTo>
                <a:lnTo>
                  <a:pt x="257" y="441"/>
                </a:lnTo>
                <a:lnTo>
                  <a:pt x="258" y="441"/>
                </a:lnTo>
                <a:lnTo>
                  <a:pt x="258" y="442"/>
                </a:lnTo>
                <a:lnTo>
                  <a:pt x="258" y="441"/>
                </a:lnTo>
                <a:lnTo>
                  <a:pt x="259" y="441"/>
                </a:lnTo>
                <a:lnTo>
                  <a:pt x="259" y="440"/>
                </a:lnTo>
                <a:lnTo>
                  <a:pt x="260" y="440"/>
                </a:lnTo>
                <a:lnTo>
                  <a:pt x="261" y="441"/>
                </a:lnTo>
                <a:lnTo>
                  <a:pt x="262" y="441"/>
                </a:lnTo>
                <a:lnTo>
                  <a:pt x="262" y="442"/>
                </a:lnTo>
                <a:lnTo>
                  <a:pt x="263" y="442"/>
                </a:lnTo>
                <a:lnTo>
                  <a:pt x="264" y="442"/>
                </a:lnTo>
                <a:lnTo>
                  <a:pt x="265" y="442"/>
                </a:lnTo>
                <a:lnTo>
                  <a:pt x="266" y="442"/>
                </a:lnTo>
                <a:lnTo>
                  <a:pt x="267" y="442"/>
                </a:lnTo>
                <a:lnTo>
                  <a:pt x="268" y="442"/>
                </a:lnTo>
                <a:lnTo>
                  <a:pt x="269" y="442"/>
                </a:lnTo>
                <a:lnTo>
                  <a:pt x="269" y="441"/>
                </a:lnTo>
                <a:lnTo>
                  <a:pt x="270" y="441"/>
                </a:lnTo>
                <a:lnTo>
                  <a:pt x="272" y="441"/>
                </a:lnTo>
                <a:lnTo>
                  <a:pt x="273" y="441"/>
                </a:lnTo>
                <a:lnTo>
                  <a:pt x="273" y="440"/>
                </a:lnTo>
                <a:lnTo>
                  <a:pt x="274" y="439"/>
                </a:lnTo>
                <a:lnTo>
                  <a:pt x="275" y="439"/>
                </a:lnTo>
                <a:lnTo>
                  <a:pt x="276" y="440"/>
                </a:lnTo>
                <a:lnTo>
                  <a:pt x="277" y="440"/>
                </a:lnTo>
                <a:lnTo>
                  <a:pt x="278" y="440"/>
                </a:lnTo>
                <a:lnTo>
                  <a:pt x="278" y="439"/>
                </a:lnTo>
                <a:lnTo>
                  <a:pt x="279" y="438"/>
                </a:lnTo>
                <a:lnTo>
                  <a:pt x="280" y="438"/>
                </a:lnTo>
                <a:lnTo>
                  <a:pt x="280" y="437"/>
                </a:lnTo>
                <a:lnTo>
                  <a:pt x="281" y="437"/>
                </a:lnTo>
                <a:lnTo>
                  <a:pt x="281" y="436"/>
                </a:lnTo>
                <a:lnTo>
                  <a:pt x="281" y="435"/>
                </a:lnTo>
                <a:lnTo>
                  <a:pt x="281" y="434"/>
                </a:lnTo>
                <a:lnTo>
                  <a:pt x="281" y="433"/>
                </a:lnTo>
                <a:lnTo>
                  <a:pt x="281" y="432"/>
                </a:lnTo>
                <a:lnTo>
                  <a:pt x="281" y="431"/>
                </a:lnTo>
                <a:lnTo>
                  <a:pt x="282" y="430"/>
                </a:lnTo>
                <a:lnTo>
                  <a:pt x="283" y="429"/>
                </a:lnTo>
                <a:lnTo>
                  <a:pt x="283" y="428"/>
                </a:lnTo>
                <a:lnTo>
                  <a:pt x="283" y="427"/>
                </a:lnTo>
                <a:lnTo>
                  <a:pt x="282" y="427"/>
                </a:lnTo>
                <a:lnTo>
                  <a:pt x="282" y="426"/>
                </a:lnTo>
                <a:lnTo>
                  <a:pt x="282" y="424"/>
                </a:lnTo>
                <a:lnTo>
                  <a:pt x="281" y="422"/>
                </a:lnTo>
                <a:lnTo>
                  <a:pt x="281" y="421"/>
                </a:lnTo>
                <a:lnTo>
                  <a:pt x="281" y="420"/>
                </a:lnTo>
                <a:lnTo>
                  <a:pt x="280" y="420"/>
                </a:lnTo>
                <a:lnTo>
                  <a:pt x="280" y="419"/>
                </a:lnTo>
                <a:lnTo>
                  <a:pt x="280" y="418"/>
                </a:lnTo>
                <a:lnTo>
                  <a:pt x="280" y="417"/>
                </a:lnTo>
                <a:lnTo>
                  <a:pt x="281" y="417"/>
                </a:lnTo>
                <a:lnTo>
                  <a:pt x="281" y="416"/>
                </a:lnTo>
                <a:lnTo>
                  <a:pt x="282" y="416"/>
                </a:lnTo>
                <a:lnTo>
                  <a:pt x="282" y="415"/>
                </a:lnTo>
                <a:lnTo>
                  <a:pt x="281" y="415"/>
                </a:lnTo>
                <a:lnTo>
                  <a:pt x="281" y="414"/>
                </a:lnTo>
                <a:lnTo>
                  <a:pt x="282" y="414"/>
                </a:lnTo>
                <a:lnTo>
                  <a:pt x="281" y="413"/>
                </a:lnTo>
                <a:lnTo>
                  <a:pt x="280" y="412"/>
                </a:lnTo>
                <a:lnTo>
                  <a:pt x="279" y="412"/>
                </a:lnTo>
                <a:lnTo>
                  <a:pt x="278" y="411"/>
                </a:lnTo>
                <a:lnTo>
                  <a:pt x="278" y="410"/>
                </a:lnTo>
                <a:lnTo>
                  <a:pt x="277" y="410"/>
                </a:lnTo>
                <a:lnTo>
                  <a:pt x="277" y="409"/>
                </a:lnTo>
                <a:lnTo>
                  <a:pt x="276" y="409"/>
                </a:lnTo>
                <a:lnTo>
                  <a:pt x="275" y="409"/>
                </a:lnTo>
                <a:lnTo>
                  <a:pt x="275" y="408"/>
                </a:lnTo>
                <a:lnTo>
                  <a:pt x="274" y="408"/>
                </a:lnTo>
                <a:lnTo>
                  <a:pt x="274" y="407"/>
                </a:lnTo>
                <a:lnTo>
                  <a:pt x="274" y="406"/>
                </a:lnTo>
                <a:lnTo>
                  <a:pt x="274" y="405"/>
                </a:lnTo>
                <a:lnTo>
                  <a:pt x="273" y="405"/>
                </a:lnTo>
                <a:lnTo>
                  <a:pt x="273" y="404"/>
                </a:lnTo>
                <a:lnTo>
                  <a:pt x="272" y="404"/>
                </a:lnTo>
                <a:lnTo>
                  <a:pt x="272" y="403"/>
                </a:lnTo>
                <a:lnTo>
                  <a:pt x="273" y="402"/>
                </a:lnTo>
                <a:lnTo>
                  <a:pt x="273" y="401"/>
                </a:lnTo>
                <a:lnTo>
                  <a:pt x="273" y="400"/>
                </a:lnTo>
                <a:lnTo>
                  <a:pt x="272" y="399"/>
                </a:lnTo>
                <a:lnTo>
                  <a:pt x="272" y="398"/>
                </a:lnTo>
                <a:lnTo>
                  <a:pt x="273" y="398"/>
                </a:lnTo>
                <a:lnTo>
                  <a:pt x="273" y="397"/>
                </a:lnTo>
                <a:lnTo>
                  <a:pt x="272" y="397"/>
                </a:lnTo>
                <a:lnTo>
                  <a:pt x="272" y="396"/>
                </a:lnTo>
                <a:lnTo>
                  <a:pt x="273" y="396"/>
                </a:lnTo>
                <a:lnTo>
                  <a:pt x="273" y="395"/>
                </a:lnTo>
                <a:lnTo>
                  <a:pt x="273" y="393"/>
                </a:lnTo>
                <a:lnTo>
                  <a:pt x="273" y="392"/>
                </a:lnTo>
                <a:lnTo>
                  <a:pt x="273" y="391"/>
                </a:lnTo>
                <a:lnTo>
                  <a:pt x="273" y="390"/>
                </a:lnTo>
                <a:lnTo>
                  <a:pt x="273" y="389"/>
                </a:lnTo>
                <a:lnTo>
                  <a:pt x="273" y="388"/>
                </a:lnTo>
                <a:lnTo>
                  <a:pt x="273" y="386"/>
                </a:lnTo>
                <a:lnTo>
                  <a:pt x="273" y="385"/>
                </a:lnTo>
                <a:lnTo>
                  <a:pt x="272" y="384"/>
                </a:lnTo>
                <a:lnTo>
                  <a:pt x="272" y="383"/>
                </a:lnTo>
                <a:lnTo>
                  <a:pt x="271" y="383"/>
                </a:lnTo>
                <a:lnTo>
                  <a:pt x="271" y="382"/>
                </a:lnTo>
                <a:lnTo>
                  <a:pt x="271" y="381"/>
                </a:lnTo>
                <a:lnTo>
                  <a:pt x="270" y="381"/>
                </a:lnTo>
                <a:lnTo>
                  <a:pt x="270" y="380"/>
                </a:lnTo>
                <a:lnTo>
                  <a:pt x="271" y="379"/>
                </a:lnTo>
                <a:lnTo>
                  <a:pt x="272" y="379"/>
                </a:lnTo>
                <a:lnTo>
                  <a:pt x="272" y="378"/>
                </a:lnTo>
                <a:lnTo>
                  <a:pt x="273" y="377"/>
                </a:lnTo>
                <a:lnTo>
                  <a:pt x="274" y="377"/>
                </a:lnTo>
                <a:lnTo>
                  <a:pt x="275" y="377"/>
                </a:lnTo>
                <a:lnTo>
                  <a:pt x="276" y="376"/>
                </a:lnTo>
                <a:lnTo>
                  <a:pt x="277" y="375"/>
                </a:lnTo>
                <a:lnTo>
                  <a:pt x="276" y="375"/>
                </a:lnTo>
                <a:lnTo>
                  <a:pt x="277" y="374"/>
                </a:lnTo>
                <a:lnTo>
                  <a:pt x="278" y="374"/>
                </a:lnTo>
                <a:lnTo>
                  <a:pt x="278" y="373"/>
                </a:lnTo>
                <a:lnTo>
                  <a:pt x="279" y="373"/>
                </a:lnTo>
                <a:lnTo>
                  <a:pt x="280" y="373"/>
                </a:lnTo>
                <a:lnTo>
                  <a:pt x="280" y="374"/>
                </a:lnTo>
                <a:lnTo>
                  <a:pt x="281" y="373"/>
                </a:lnTo>
                <a:lnTo>
                  <a:pt x="282" y="373"/>
                </a:lnTo>
                <a:lnTo>
                  <a:pt x="282" y="374"/>
                </a:lnTo>
                <a:lnTo>
                  <a:pt x="283" y="374"/>
                </a:lnTo>
                <a:lnTo>
                  <a:pt x="283" y="373"/>
                </a:lnTo>
                <a:lnTo>
                  <a:pt x="284" y="373"/>
                </a:lnTo>
                <a:lnTo>
                  <a:pt x="285" y="373"/>
                </a:lnTo>
                <a:lnTo>
                  <a:pt x="285" y="372"/>
                </a:lnTo>
                <a:lnTo>
                  <a:pt x="285" y="370"/>
                </a:lnTo>
                <a:lnTo>
                  <a:pt x="285" y="369"/>
                </a:lnTo>
                <a:lnTo>
                  <a:pt x="286" y="368"/>
                </a:lnTo>
                <a:lnTo>
                  <a:pt x="287" y="367"/>
                </a:lnTo>
                <a:lnTo>
                  <a:pt x="287" y="366"/>
                </a:lnTo>
                <a:lnTo>
                  <a:pt x="288" y="366"/>
                </a:lnTo>
                <a:lnTo>
                  <a:pt x="287" y="365"/>
                </a:lnTo>
                <a:lnTo>
                  <a:pt x="287" y="364"/>
                </a:lnTo>
                <a:lnTo>
                  <a:pt x="287" y="363"/>
                </a:lnTo>
                <a:lnTo>
                  <a:pt x="287" y="362"/>
                </a:lnTo>
                <a:lnTo>
                  <a:pt x="287" y="359"/>
                </a:lnTo>
                <a:lnTo>
                  <a:pt x="288" y="359"/>
                </a:lnTo>
                <a:lnTo>
                  <a:pt x="288" y="358"/>
                </a:lnTo>
                <a:lnTo>
                  <a:pt x="289" y="358"/>
                </a:lnTo>
                <a:lnTo>
                  <a:pt x="289" y="357"/>
                </a:lnTo>
                <a:lnTo>
                  <a:pt x="289" y="356"/>
                </a:lnTo>
                <a:lnTo>
                  <a:pt x="288" y="356"/>
                </a:lnTo>
                <a:lnTo>
                  <a:pt x="289" y="354"/>
                </a:lnTo>
                <a:lnTo>
                  <a:pt x="290" y="354"/>
                </a:lnTo>
                <a:lnTo>
                  <a:pt x="290" y="353"/>
                </a:lnTo>
                <a:lnTo>
                  <a:pt x="290" y="352"/>
                </a:lnTo>
                <a:lnTo>
                  <a:pt x="289" y="351"/>
                </a:lnTo>
                <a:lnTo>
                  <a:pt x="287" y="349"/>
                </a:lnTo>
                <a:lnTo>
                  <a:pt x="286" y="347"/>
                </a:lnTo>
                <a:lnTo>
                  <a:pt x="285" y="346"/>
                </a:lnTo>
                <a:lnTo>
                  <a:pt x="285" y="345"/>
                </a:lnTo>
                <a:lnTo>
                  <a:pt x="284" y="343"/>
                </a:lnTo>
                <a:lnTo>
                  <a:pt x="284" y="341"/>
                </a:lnTo>
                <a:lnTo>
                  <a:pt x="285" y="340"/>
                </a:lnTo>
                <a:lnTo>
                  <a:pt x="284" y="338"/>
                </a:lnTo>
                <a:lnTo>
                  <a:pt x="283" y="336"/>
                </a:lnTo>
                <a:lnTo>
                  <a:pt x="284" y="335"/>
                </a:lnTo>
                <a:lnTo>
                  <a:pt x="283" y="331"/>
                </a:lnTo>
                <a:lnTo>
                  <a:pt x="284" y="329"/>
                </a:lnTo>
                <a:lnTo>
                  <a:pt x="284" y="328"/>
                </a:lnTo>
                <a:lnTo>
                  <a:pt x="283" y="327"/>
                </a:lnTo>
                <a:lnTo>
                  <a:pt x="283" y="325"/>
                </a:lnTo>
                <a:lnTo>
                  <a:pt x="282" y="325"/>
                </a:lnTo>
                <a:lnTo>
                  <a:pt x="282" y="324"/>
                </a:lnTo>
                <a:lnTo>
                  <a:pt x="281" y="323"/>
                </a:lnTo>
                <a:lnTo>
                  <a:pt x="280" y="323"/>
                </a:lnTo>
                <a:lnTo>
                  <a:pt x="280" y="324"/>
                </a:lnTo>
                <a:lnTo>
                  <a:pt x="279" y="324"/>
                </a:lnTo>
                <a:lnTo>
                  <a:pt x="278" y="323"/>
                </a:lnTo>
                <a:lnTo>
                  <a:pt x="277" y="323"/>
                </a:lnTo>
                <a:lnTo>
                  <a:pt x="276" y="323"/>
                </a:lnTo>
                <a:lnTo>
                  <a:pt x="275" y="322"/>
                </a:lnTo>
                <a:lnTo>
                  <a:pt x="273" y="320"/>
                </a:lnTo>
                <a:lnTo>
                  <a:pt x="272" y="320"/>
                </a:lnTo>
                <a:lnTo>
                  <a:pt x="272" y="319"/>
                </a:lnTo>
                <a:lnTo>
                  <a:pt x="271" y="319"/>
                </a:lnTo>
                <a:lnTo>
                  <a:pt x="271" y="320"/>
                </a:lnTo>
                <a:lnTo>
                  <a:pt x="271" y="321"/>
                </a:lnTo>
                <a:lnTo>
                  <a:pt x="272" y="321"/>
                </a:lnTo>
                <a:lnTo>
                  <a:pt x="272" y="322"/>
                </a:lnTo>
                <a:lnTo>
                  <a:pt x="271" y="323"/>
                </a:lnTo>
                <a:lnTo>
                  <a:pt x="271" y="324"/>
                </a:lnTo>
                <a:lnTo>
                  <a:pt x="270" y="324"/>
                </a:lnTo>
                <a:lnTo>
                  <a:pt x="270" y="325"/>
                </a:lnTo>
                <a:lnTo>
                  <a:pt x="268" y="324"/>
                </a:lnTo>
                <a:lnTo>
                  <a:pt x="265" y="323"/>
                </a:lnTo>
                <a:lnTo>
                  <a:pt x="264" y="323"/>
                </a:lnTo>
                <a:lnTo>
                  <a:pt x="262" y="322"/>
                </a:lnTo>
                <a:lnTo>
                  <a:pt x="262" y="320"/>
                </a:lnTo>
                <a:lnTo>
                  <a:pt x="262" y="319"/>
                </a:lnTo>
                <a:lnTo>
                  <a:pt x="261" y="317"/>
                </a:lnTo>
                <a:lnTo>
                  <a:pt x="260" y="315"/>
                </a:lnTo>
                <a:lnTo>
                  <a:pt x="259" y="315"/>
                </a:lnTo>
                <a:lnTo>
                  <a:pt x="258" y="314"/>
                </a:lnTo>
                <a:lnTo>
                  <a:pt x="258" y="312"/>
                </a:lnTo>
                <a:lnTo>
                  <a:pt x="257" y="311"/>
                </a:lnTo>
                <a:lnTo>
                  <a:pt x="255" y="311"/>
                </a:lnTo>
                <a:lnTo>
                  <a:pt x="252" y="310"/>
                </a:lnTo>
                <a:lnTo>
                  <a:pt x="252" y="311"/>
                </a:lnTo>
                <a:lnTo>
                  <a:pt x="251" y="311"/>
                </a:lnTo>
                <a:lnTo>
                  <a:pt x="251" y="310"/>
                </a:lnTo>
                <a:lnTo>
                  <a:pt x="250" y="310"/>
                </a:lnTo>
                <a:lnTo>
                  <a:pt x="249" y="310"/>
                </a:lnTo>
                <a:lnTo>
                  <a:pt x="249" y="311"/>
                </a:lnTo>
                <a:lnTo>
                  <a:pt x="249" y="312"/>
                </a:lnTo>
                <a:lnTo>
                  <a:pt x="248" y="311"/>
                </a:lnTo>
                <a:lnTo>
                  <a:pt x="248" y="310"/>
                </a:lnTo>
                <a:lnTo>
                  <a:pt x="248" y="309"/>
                </a:lnTo>
                <a:lnTo>
                  <a:pt x="247" y="309"/>
                </a:lnTo>
                <a:lnTo>
                  <a:pt x="246" y="309"/>
                </a:lnTo>
                <a:lnTo>
                  <a:pt x="245" y="309"/>
                </a:lnTo>
                <a:lnTo>
                  <a:pt x="244" y="309"/>
                </a:lnTo>
                <a:lnTo>
                  <a:pt x="244" y="307"/>
                </a:lnTo>
                <a:lnTo>
                  <a:pt x="244" y="306"/>
                </a:lnTo>
                <a:lnTo>
                  <a:pt x="245" y="304"/>
                </a:lnTo>
                <a:lnTo>
                  <a:pt x="246" y="303"/>
                </a:lnTo>
                <a:lnTo>
                  <a:pt x="245" y="303"/>
                </a:lnTo>
                <a:lnTo>
                  <a:pt x="244" y="303"/>
                </a:lnTo>
                <a:lnTo>
                  <a:pt x="243" y="305"/>
                </a:lnTo>
                <a:lnTo>
                  <a:pt x="242" y="306"/>
                </a:lnTo>
                <a:lnTo>
                  <a:pt x="242" y="307"/>
                </a:lnTo>
                <a:lnTo>
                  <a:pt x="241" y="309"/>
                </a:lnTo>
                <a:lnTo>
                  <a:pt x="240" y="310"/>
                </a:lnTo>
                <a:lnTo>
                  <a:pt x="239" y="310"/>
                </a:lnTo>
                <a:lnTo>
                  <a:pt x="238" y="310"/>
                </a:lnTo>
                <a:lnTo>
                  <a:pt x="238" y="309"/>
                </a:lnTo>
                <a:lnTo>
                  <a:pt x="238" y="308"/>
                </a:lnTo>
                <a:lnTo>
                  <a:pt x="236" y="307"/>
                </a:lnTo>
                <a:lnTo>
                  <a:pt x="235" y="307"/>
                </a:lnTo>
                <a:lnTo>
                  <a:pt x="234" y="308"/>
                </a:lnTo>
                <a:lnTo>
                  <a:pt x="234" y="307"/>
                </a:lnTo>
                <a:lnTo>
                  <a:pt x="234" y="306"/>
                </a:lnTo>
                <a:lnTo>
                  <a:pt x="233" y="305"/>
                </a:lnTo>
                <a:lnTo>
                  <a:pt x="232" y="306"/>
                </a:lnTo>
                <a:lnTo>
                  <a:pt x="231" y="307"/>
                </a:lnTo>
                <a:lnTo>
                  <a:pt x="229" y="306"/>
                </a:lnTo>
                <a:lnTo>
                  <a:pt x="228" y="305"/>
                </a:lnTo>
                <a:lnTo>
                  <a:pt x="227" y="303"/>
                </a:lnTo>
                <a:lnTo>
                  <a:pt x="226" y="303"/>
                </a:lnTo>
                <a:lnTo>
                  <a:pt x="226" y="302"/>
                </a:lnTo>
                <a:lnTo>
                  <a:pt x="226" y="301"/>
                </a:lnTo>
                <a:lnTo>
                  <a:pt x="226" y="302"/>
                </a:lnTo>
                <a:lnTo>
                  <a:pt x="227" y="302"/>
                </a:lnTo>
                <a:lnTo>
                  <a:pt x="228" y="302"/>
                </a:lnTo>
                <a:lnTo>
                  <a:pt x="228" y="301"/>
                </a:lnTo>
                <a:lnTo>
                  <a:pt x="228" y="300"/>
                </a:lnTo>
                <a:lnTo>
                  <a:pt x="228" y="299"/>
                </a:lnTo>
                <a:lnTo>
                  <a:pt x="227" y="298"/>
                </a:lnTo>
                <a:lnTo>
                  <a:pt x="226" y="298"/>
                </a:lnTo>
                <a:lnTo>
                  <a:pt x="225" y="298"/>
                </a:lnTo>
                <a:lnTo>
                  <a:pt x="224" y="299"/>
                </a:lnTo>
                <a:lnTo>
                  <a:pt x="225" y="300"/>
                </a:lnTo>
                <a:lnTo>
                  <a:pt x="224" y="301"/>
                </a:lnTo>
                <a:lnTo>
                  <a:pt x="223" y="300"/>
                </a:lnTo>
                <a:lnTo>
                  <a:pt x="224" y="300"/>
                </a:lnTo>
                <a:lnTo>
                  <a:pt x="223" y="299"/>
                </a:lnTo>
                <a:lnTo>
                  <a:pt x="223" y="300"/>
                </a:lnTo>
                <a:lnTo>
                  <a:pt x="221" y="300"/>
                </a:lnTo>
                <a:lnTo>
                  <a:pt x="221" y="301"/>
                </a:lnTo>
                <a:lnTo>
                  <a:pt x="220" y="301"/>
                </a:lnTo>
                <a:lnTo>
                  <a:pt x="220" y="300"/>
                </a:lnTo>
                <a:lnTo>
                  <a:pt x="220" y="299"/>
                </a:lnTo>
                <a:lnTo>
                  <a:pt x="220" y="298"/>
                </a:lnTo>
                <a:lnTo>
                  <a:pt x="220" y="296"/>
                </a:lnTo>
                <a:lnTo>
                  <a:pt x="220" y="295"/>
                </a:lnTo>
                <a:lnTo>
                  <a:pt x="219" y="295"/>
                </a:lnTo>
                <a:lnTo>
                  <a:pt x="219" y="294"/>
                </a:lnTo>
                <a:lnTo>
                  <a:pt x="218" y="293"/>
                </a:lnTo>
                <a:lnTo>
                  <a:pt x="218" y="292"/>
                </a:lnTo>
                <a:lnTo>
                  <a:pt x="217" y="292"/>
                </a:lnTo>
                <a:lnTo>
                  <a:pt x="217" y="291"/>
                </a:lnTo>
                <a:lnTo>
                  <a:pt x="215" y="291"/>
                </a:lnTo>
                <a:lnTo>
                  <a:pt x="214" y="290"/>
                </a:lnTo>
                <a:lnTo>
                  <a:pt x="213" y="289"/>
                </a:lnTo>
                <a:lnTo>
                  <a:pt x="212" y="289"/>
                </a:lnTo>
                <a:lnTo>
                  <a:pt x="212" y="288"/>
                </a:lnTo>
                <a:lnTo>
                  <a:pt x="211" y="288"/>
                </a:lnTo>
                <a:lnTo>
                  <a:pt x="211" y="287"/>
                </a:lnTo>
                <a:lnTo>
                  <a:pt x="210" y="287"/>
                </a:lnTo>
                <a:lnTo>
                  <a:pt x="210" y="288"/>
                </a:lnTo>
                <a:lnTo>
                  <a:pt x="209" y="288"/>
                </a:lnTo>
                <a:lnTo>
                  <a:pt x="208" y="288"/>
                </a:lnTo>
                <a:lnTo>
                  <a:pt x="206" y="287"/>
                </a:lnTo>
                <a:lnTo>
                  <a:pt x="205" y="286"/>
                </a:lnTo>
                <a:lnTo>
                  <a:pt x="205" y="287"/>
                </a:lnTo>
                <a:lnTo>
                  <a:pt x="203" y="285"/>
                </a:lnTo>
                <a:lnTo>
                  <a:pt x="202" y="285"/>
                </a:lnTo>
                <a:lnTo>
                  <a:pt x="201" y="284"/>
                </a:lnTo>
                <a:lnTo>
                  <a:pt x="201" y="285"/>
                </a:lnTo>
                <a:lnTo>
                  <a:pt x="200" y="286"/>
                </a:lnTo>
                <a:lnTo>
                  <a:pt x="199" y="285"/>
                </a:lnTo>
                <a:lnTo>
                  <a:pt x="198" y="285"/>
                </a:lnTo>
                <a:lnTo>
                  <a:pt x="198" y="284"/>
                </a:lnTo>
                <a:lnTo>
                  <a:pt x="198" y="283"/>
                </a:lnTo>
                <a:lnTo>
                  <a:pt x="196" y="283"/>
                </a:lnTo>
                <a:lnTo>
                  <a:pt x="195" y="283"/>
                </a:lnTo>
                <a:lnTo>
                  <a:pt x="194" y="284"/>
                </a:lnTo>
                <a:lnTo>
                  <a:pt x="193" y="284"/>
                </a:lnTo>
                <a:lnTo>
                  <a:pt x="192" y="284"/>
                </a:lnTo>
                <a:lnTo>
                  <a:pt x="190" y="283"/>
                </a:lnTo>
                <a:lnTo>
                  <a:pt x="189" y="282"/>
                </a:lnTo>
                <a:lnTo>
                  <a:pt x="188" y="282"/>
                </a:lnTo>
                <a:lnTo>
                  <a:pt x="187" y="282"/>
                </a:lnTo>
                <a:lnTo>
                  <a:pt x="187" y="283"/>
                </a:lnTo>
                <a:lnTo>
                  <a:pt x="186" y="283"/>
                </a:lnTo>
                <a:lnTo>
                  <a:pt x="185" y="283"/>
                </a:lnTo>
                <a:lnTo>
                  <a:pt x="185" y="282"/>
                </a:lnTo>
                <a:lnTo>
                  <a:pt x="185" y="283"/>
                </a:lnTo>
                <a:lnTo>
                  <a:pt x="184" y="283"/>
                </a:lnTo>
                <a:lnTo>
                  <a:pt x="183" y="282"/>
                </a:lnTo>
                <a:lnTo>
                  <a:pt x="184" y="281"/>
                </a:lnTo>
                <a:lnTo>
                  <a:pt x="183" y="281"/>
                </a:lnTo>
                <a:lnTo>
                  <a:pt x="183" y="280"/>
                </a:lnTo>
                <a:lnTo>
                  <a:pt x="184" y="280"/>
                </a:lnTo>
                <a:lnTo>
                  <a:pt x="184" y="279"/>
                </a:lnTo>
                <a:lnTo>
                  <a:pt x="183" y="279"/>
                </a:lnTo>
                <a:lnTo>
                  <a:pt x="182" y="278"/>
                </a:lnTo>
                <a:lnTo>
                  <a:pt x="181" y="278"/>
                </a:lnTo>
                <a:lnTo>
                  <a:pt x="181" y="277"/>
                </a:lnTo>
                <a:lnTo>
                  <a:pt x="179" y="276"/>
                </a:lnTo>
                <a:lnTo>
                  <a:pt x="179" y="275"/>
                </a:lnTo>
                <a:lnTo>
                  <a:pt x="180" y="275"/>
                </a:lnTo>
                <a:lnTo>
                  <a:pt x="179" y="274"/>
                </a:lnTo>
                <a:lnTo>
                  <a:pt x="177" y="275"/>
                </a:lnTo>
                <a:lnTo>
                  <a:pt x="176" y="276"/>
                </a:lnTo>
                <a:lnTo>
                  <a:pt x="176" y="277"/>
                </a:lnTo>
                <a:lnTo>
                  <a:pt x="175" y="277"/>
                </a:lnTo>
                <a:lnTo>
                  <a:pt x="175" y="275"/>
                </a:lnTo>
                <a:lnTo>
                  <a:pt x="174" y="275"/>
                </a:lnTo>
                <a:lnTo>
                  <a:pt x="173" y="276"/>
                </a:lnTo>
                <a:lnTo>
                  <a:pt x="171" y="275"/>
                </a:lnTo>
                <a:lnTo>
                  <a:pt x="170" y="275"/>
                </a:lnTo>
                <a:lnTo>
                  <a:pt x="168" y="275"/>
                </a:lnTo>
                <a:lnTo>
                  <a:pt x="167" y="274"/>
                </a:lnTo>
                <a:lnTo>
                  <a:pt x="166" y="274"/>
                </a:lnTo>
                <a:lnTo>
                  <a:pt x="166" y="273"/>
                </a:lnTo>
                <a:lnTo>
                  <a:pt x="165" y="273"/>
                </a:lnTo>
                <a:lnTo>
                  <a:pt x="164" y="274"/>
                </a:lnTo>
                <a:lnTo>
                  <a:pt x="163" y="274"/>
                </a:lnTo>
                <a:lnTo>
                  <a:pt x="163" y="272"/>
                </a:lnTo>
                <a:lnTo>
                  <a:pt x="162" y="272"/>
                </a:lnTo>
                <a:lnTo>
                  <a:pt x="163" y="271"/>
                </a:lnTo>
                <a:lnTo>
                  <a:pt x="163" y="270"/>
                </a:lnTo>
                <a:lnTo>
                  <a:pt x="162" y="269"/>
                </a:lnTo>
                <a:lnTo>
                  <a:pt x="162" y="268"/>
                </a:lnTo>
                <a:lnTo>
                  <a:pt x="161" y="266"/>
                </a:lnTo>
                <a:lnTo>
                  <a:pt x="161" y="264"/>
                </a:lnTo>
                <a:lnTo>
                  <a:pt x="161" y="263"/>
                </a:lnTo>
                <a:lnTo>
                  <a:pt x="161" y="262"/>
                </a:lnTo>
                <a:lnTo>
                  <a:pt x="161" y="261"/>
                </a:lnTo>
                <a:lnTo>
                  <a:pt x="160" y="261"/>
                </a:lnTo>
                <a:lnTo>
                  <a:pt x="161" y="261"/>
                </a:lnTo>
                <a:lnTo>
                  <a:pt x="161" y="260"/>
                </a:lnTo>
                <a:lnTo>
                  <a:pt x="161" y="259"/>
                </a:lnTo>
                <a:lnTo>
                  <a:pt x="161" y="258"/>
                </a:lnTo>
                <a:lnTo>
                  <a:pt x="161" y="257"/>
                </a:lnTo>
                <a:lnTo>
                  <a:pt x="160" y="256"/>
                </a:lnTo>
                <a:lnTo>
                  <a:pt x="160" y="255"/>
                </a:lnTo>
                <a:lnTo>
                  <a:pt x="161" y="255"/>
                </a:lnTo>
                <a:lnTo>
                  <a:pt x="160" y="255"/>
                </a:lnTo>
                <a:lnTo>
                  <a:pt x="160" y="254"/>
                </a:lnTo>
                <a:lnTo>
                  <a:pt x="160" y="253"/>
                </a:lnTo>
                <a:lnTo>
                  <a:pt x="160" y="252"/>
                </a:lnTo>
                <a:lnTo>
                  <a:pt x="161" y="252"/>
                </a:lnTo>
                <a:lnTo>
                  <a:pt x="163" y="255"/>
                </a:lnTo>
                <a:lnTo>
                  <a:pt x="165" y="253"/>
                </a:lnTo>
                <a:lnTo>
                  <a:pt x="165" y="252"/>
                </a:lnTo>
                <a:lnTo>
                  <a:pt x="165" y="251"/>
                </a:lnTo>
                <a:lnTo>
                  <a:pt x="166" y="251"/>
                </a:lnTo>
                <a:lnTo>
                  <a:pt x="166" y="250"/>
                </a:lnTo>
                <a:lnTo>
                  <a:pt x="166" y="249"/>
                </a:lnTo>
                <a:lnTo>
                  <a:pt x="166" y="248"/>
                </a:lnTo>
                <a:lnTo>
                  <a:pt x="165" y="247"/>
                </a:lnTo>
                <a:lnTo>
                  <a:pt x="164" y="246"/>
                </a:lnTo>
                <a:lnTo>
                  <a:pt x="164" y="245"/>
                </a:lnTo>
                <a:lnTo>
                  <a:pt x="163" y="244"/>
                </a:lnTo>
                <a:lnTo>
                  <a:pt x="161" y="243"/>
                </a:lnTo>
                <a:lnTo>
                  <a:pt x="160" y="243"/>
                </a:lnTo>
                <a:lnTo>
                  <a:pt x="160" y="242"/>
                </a:lnTo>
                <a:lnTo>
                  <a:pt x="159" y="242"/>
                </a:lnTo>
                <a:lnTo>
                  <a:pt x="159" y="241"/>
                </a:lnTo>
                <a:lnTo>
                  <a:pt x="161" y="241"/>
                </a:lnTo>
                <a:lnTo>
                  <a:pt x="162" y="241"/>
                </a:lnTo>
                <a:lnTo>
                  <a:pt x="163" y="241"/>
                </a:lnTo>
                <a:lnTo>
                  <a:pt x="163" y="240"/>
                </a:lnTo>
                <a:lnTo>
                  <a:pt x="163" y="239"/>
                </a:lnTo>
                <a:lnTo>
                  <a:pt x="163" y="238"/>
                </a:lnTo>
                <a:lnTo>
                  <a:pt x="162" y="237"/>
                </a:lnTo>
                <a:lnTo>
                  <a:pt x="160" y="235"/>
                </a:lnTo>
                <a:lnTo>
                  <a:pt x="159" y="233"/>
                </a:lnTo>
                <a:lnTo>
                  <a:pt x="159" y="231"/>
                </a:lnTo>
                <a:lnTo>
                  <a:pt x="159" y="230"/>
                </a:lnTo>
                <a:lnTo>
                  <a:pt x="159" y="227"/>
                </a:lnTo>
                <a:lnTo>
                  <a:pt x="159" y="226"/>
                </a:lnTo>
                <a:lnTo>
                  <a:pt x="159" y="225"/>
                </a:lnTo>
                <a:lnTo>
                  <a:pt x="160" y="225"/>
                </a:lnTo>
                <a:lnTo>
                  <a:pt x="161" y="225"/>
                </a:lnTo>
                <a:lnTo>
                  <a:pt x="161" y="224"/>
                </a:lnTo>
                <a:lnTo>
                  <a:pt x="161" y="223"/>
                </a:lnTo>
                <a:lnTo>
                  <a:pt x="160" y="223"/>
                </a:lnTo>
                <a:lnTo>
                  <a:pt x="160" y="222"/>
                </a:lnTo>
                <a:lnTo>
                  <a:pt x="161" y="221"/>
                </a:lnTo>
                <a:lnTo>
                  <a:pt x="161" y="220"/>
                </a:lnTo>
                <a:lnTo>
                  <a:pt x="161" y="219"/>
                </a:lnTo>
                <a:lnTo>
                  <a:pt x="161" y="218"/>
                </a:lnTo>
                <a:lnTo>
                  <a:pt x="161" y="216"/>
                </a:lnTo>
                <a:lnTo>
                  <a:pt x="162" y="215"/>
                </a:lnTo>
                <a:lnTo>
                  <a:pt x="164" y="214"/>
                </a:lnTo>
                <a:lnTo>
                  <a:pt x="165" y="215"/>
                </a:lnTo>
                <a:lnTo>
                  <a:pt x="165" y="214"/>
                </a:lnTo>
                <a:lnTo>
                  <a:pt x="165" y="213"/>
                </a:lnTo>
                <a:lnTo>
                  <a:pt x="166" y="212"/>
                </a:lnTo>
                <a:lnTo>
                  <a:pt x="167" y="212"/>
                </a:lnTo>
                <a:lnTo>
                  <a:pt x="167" y="211"/>
                </a:lnTo>
                <a:lnTo>
                  <a:pt x="167" y="210"/>
                </a:lnTo>
                <a:lnTo>
                  <a:pt x="168" y="208"/>
                </a:lnTo>
                <a:lnTo>
                  <a:pt x="169" y="206"/>
                </a:lnTo>
                <a:lnTo>
                  <a:pt x="169" y="205"/>
                </a:lnTo>
                <a:lnTo>
                  <a:pt x="167" y="206"/>
                </a:lnTo>
                <a:lnTo>
                  <a:pt x="166" y="206"/>
                </a:lnTo>
                <a:lnTo>
                  <a:pt x="165" y="206"/>
                </a:lnTo>
                <a:lnTo>
                  <a:pt x="164" y="203"/>
                </a:lnTo>
                <a:lnTo>
                  <a:pt x="165" y="203"/>
                </a:lnTo>
                <a:lnTo>
                  <a:pt x="167" y="203"/>
                </a:lnTo>
                <a:lnTo>
                  <a:pt x="168" y="203"/>
                </a:lnTo>
                <a:lnTo>
                  <a:pt x="168" y="202"/>
                </a:lnTo>
                <a:lnTo>
                  <a:pt x="170" y="200"/>
                </a:lnTo>
                <a:lnTo>
                  <a:pt x="171" y="199"/>
                </a:lnTo>
                <a:lnTo>
                  <a:pt x="173" y="199"/>
                </a:lnTo>
                <a:lnTo>
                  <a:pt x="174" y="198"/>
                </a:lnTo>
                <a:lnTo>
                  <a:pt x="173" y="197"/>
                </a:lnTo>
                <a:lnTo>
                  <a:pt x="170" y="197"/>
                </a:lnTo>
                <a:lnTo>
                  <a:pt x="171" y="196"/>
                </a:lnTo>
                <a:lnTo>
                  <a:pt x="170" y="195"/>
                </a:lnTo>
                <a:lnTo>
                  <a:pt x="172" y="195"/>
                </a:lnTo>
                <a:lnTo>
                  <a:pt x="173" y="195"/>
                </a:lnTo>
                <a:lnTo>
                  <a:pt x="173" y="196"/>
                </a:lnTo>
                <a:lnTo>
                  <a:pt x="174" y="196"/>
                </a:lnTo>
                <a:lnTo>
                  <a:pt x="175" y="195"/>
                </a:lnTo>
                <a:lnTo>
                  <a:pt x="178" y="195"/>
                </a:lnTo>
                <a:lnTo>
                  <a:pt x="178" y="194"/>
                </a:lnTo>
                <a:lnTo>
                  <a:pt x="178" y="193"/>
                </a:lnTo>
                <a:lnTo>
                  <a:pt x="179" y="192"/>
                </a:lnTo>
                <a:lnTo>
                  <a:pt x="180" y="191"/>
                </a:lnTo>
                <a:lnTo>
                  <a:pt x="181" y="191"/>
                </a:lnTo>
                <a:lnTo>
                  <a:pt x="181" y="190"/>
                </a:lnTo>
                <a:lnTo>
                  <a:pt x="180" y="190"/>
                </a:lnTo>
                <a:lnTo>
                  <a:pt x="180" y="189"/>
                </a:lnTo>
                <a:lnTo>
                  <a:pt x="180" y="188"/>
                </a:lnTo>
                <a:lnTo>
                  <a:pt x="180" y="187"/>
                </a:lnTo>
                <a:lnTo>
                  <a:pt x="184" y="186"/>
                </a:lnTo>
                <a:lnTo>
                  <a:pt x="185" y="187"/>
                </a:lnTo>
                <a:lnTo>
                  <a:pt x="186" y="186"/>
                </a:lnTo>
                <a:lnTo>
                  <a:pt x="188" y="186"/>
                </a:lnTo>
                <a:lnTo>
                  <a:pt x="189" y="186"/>
                </a:lnTo>
                <a:lnTo>
                  <a:pt x="189" y="185"/>
                </a:lnTo>
                <a:lnTo>
                  <a:pt x="188" y="185"/>
                </a:lnTo>
                <a:lnTo>
                  <a:pt x="187" y="185"/>
                </a:lnTo>
                <a:lnTo>
                  <a:pt x="188" y="184"/>
                </a:lnTo>
                <a:lnTo>
                  <a:pt x="189" y="184"/>
                </a:lnTo>
                <a:lnTo>
                  <a:pt x="188" y="185"/>
                </a:lnTo>
                <a:lnTo>
                  <a:pt x="189" y="185"/>
                </a:lnTo>
                <a:lnTo>
                  <a:pt x="190" y="185"/>
                </a:lnTo>
                <a:lnTo>
                  <a:pt x="191" y="186"/>
                </a:lnTo>
                <a:lnTo>
                  <a:pt x="191" y="187"/>
                </a:lnTo>
                <a:lnTo>
                  <a:pt x="192" y="187"/>
                </a:lnTo>
                <a:lnTo>
                  <a:pt x="192" y="186"/>
                </a:lnTo>
                <a:lnTo>
                  <a:pt x="192" y="185"/>
                </a:lnTo>
                <a:lnTo>
                  <a:pt x="193" y="183"/>
                </a:lnTo>
                <a:lnTo>
                  <a:pt x="195" y="183"/>
                </a:lnTo>
                <a:lnTo>
                  <a:pt x="194" y="183"/>
                </a:lnTo>
                <a:lnTo>
                  <a:pt x="194" y="181"/>
                </a:lnTo>
                <a:lnTo>
                  <a:pt x="194" y="180"/>
                </a:lnTo>
                <a:lnTo>
                  <a:pt x="195" y="180"/>
                </a:lnTo>
                <a:lnTo>
                  <a:pt x="195" y="178"/>
                </a:lnTo>
                <a:lnTo>
                  <a:pt x="194" y="177"/>
                </a:lnTo>
                <a:lnTo>
                  <a:pt x="196" y="176"/>
                </a:lnTo>
                <a:lnTo>
                  <a:pt x="197" y="175"/>
                </a:lnTo>
                <a:lnTo>
                  <a:pt x="198" y="175"/>
                </a:lnTo>
                <a:lnTo>
                  <a:pt x="198" y="176"/>
                </a:lnTo>
                <a:lnTo>
                  <a:pt x="200" y="177"/>
                </a:lnTo>
                <a:lnTo>
                  <a:pt x="201" y="179"/>
                </a:lnTo>
                <a:lnTo>
                  <a:pt x="202" y="179"/>
                </a:lnTo>
                <a:lnTo>
                  <a:pt x="203" y="179"/>
                </a:lnTo>
                <a:lnTo>
                  <a:pt x="205" y="180"/>
                </a:lnTo>
                <a:lnTo>
                  <a:pt x="207" y="180"/>
                </a:lnTo>
                <a:lnTo>
                  <a:pt x="209" y="181"/>
                </a:lnTo>
                <a:lnTo>
                  <a:pt x="210" y="180"/>
                </a:lnTo>
                <a:lnTo>
                  <a:pt x="211" y="180"/>
                </a:lnTo>
                <a:lnTo>
                  <a:pt x="211" y="181"/>
                </a:lnTo>
                <a:lnTo>
                  <a:pt x="212" y="181"/>
                </a:lnTo>
                <a:lnTo>
                  <a:pt x="215" y="183"/>
                </a:lnTo>
                <a:lnTo>
                  <a:pt x="216" y="182"/>
                </a:lnTo>
                <a:lnTo>
                  <a:pt x="217" y="182"/>
                </a:lnTo>
                <a:lnTo>
                  <a:pt x="218" y="183"/>
                </a:lnTo>
                <a:lnTo>
                  <a:pt x="219" y="183"/>
                </a:lnTo>
                <a:lnTo>
                  <a:pt x="220" y="184"/>
                </a:lnTo>
                <a:lnTo>
                  <a:pt x="224" y="185"/>
                </a:lnTo>
                <a:lnTo>
                  <a:pt x="224" y="187"/>
                </a:lnTo>
                <a:lnTo>
                  <a:pt x="225" y="189"/>
                </a:lnTo>
                <a:lnTo>
                  <a:pt x="225" y="190"/>
                </a:lnTo>
                <a:lnTo>
                  <a:pt x="226" y="190"/>
                </a:lnTo>
                <a:lnTo>
                  <a:pt x="226" y="191"/>
                </a:lnTo>
                <a:lnTo>
                  <a:pt x="227" y="191"/>
                </a:lnTo>
                <a:lnTo>
                  <a:pt x="228" y="194"/>
                </a:lnTo>
                <a:lnTo>
                  <a:pt x="228" y="195"/>
                </a:lnTo>
                <a:lnTo>
                  <a:pt x="228" y="196"/>
                </a:lnTo>
                <a:lnTo>
                  <a:pt x="227" y="197"/>
                </a:lnTo>
                <a:lnTo>
                  <a:pt x="227" y="198"/>
                </a:lnTo>
                <a:lnTo>
                  <a:pt x="228" y="199"/>
                </a:lnTo>
                <a:lnTo>
                  <a:pt x="231" y="199"/>
                </a:lnTo>
                <a:lnTo>
                  <a:pt x="233" y="200"/>
                </a:lnTo>
                <a:lnTo>
                  <a:pt x="234" y="200"/>
                </a:lnTo>
                <a:lnTo>
                  <a:pt x="235" y="200"/>
                </a:lnTo>
                <a:lnTo>
                  <a:pt x="237" y="201"/>
                </a:lnTo>
                <a:lnTo>
                  <a:pt x="238" y="202"/>
                </a:lnTo>
                <a:lnTo>
                  <a:pt x="239" y="202"/>
                </a:lnTo>
                <a:lnTo>
                  <a:pt x="240" y="202"/>
                </a:lnTo>
                <a:lnTo>
                  <a:pt x="242" y="201"/>
                </a:lnTo>
                <a:lnTo>
                  <a:pt x="244" y="199"/>
                </a:lnTo>
                <a:lnTo>
                  <a:pt x="245" y="198"/>
                </a:lnTo>
                <a:lnTo>
                  <a:pt x="247" y="197"/>
                </a:lnTo>
                <a:lnTo>
                  <a:pt x="250" y="198"/>
                </a:lnTo>
                <a:lnTo>
                  <a:pt x="251" y="198"/>
                </a:lnTo>
                <a:lnTo>
                  <a:pt x="252" y="198"/>
                </a:lnTo>
                <a:lnTo>
                  <a:pt x="252" y="199"/>
                </a:lnTo>
                <a:lnTo>
                  <a:pt x="253" y="200"/>
                </a:lnTo>
                <a:lnTo>
                  <a:pt x="254" y="200"/>
                </a:lnTo>
                <a:lnTo>
                  <a:pt x="255" y="201"/>
                </a:lnTo>
                <a:lnTo>
                  <a:pt x="256" y="201"/>
                </a:lnTo>
                <a:lnTo>
                  <a:pt x="259" y="200"/>
                </a:lnTo>
                <a:lnTo>
                  <a:pt x="262" y="199"/>
                </a:lnTo>
                <a:lnTo>
                  <a:pt x="263" y="199"/>
                </a:lnTo>
                <a:lnTo>
                  <a:pt x="264" y="199"/>
                </a:lnTo>
                <a:lnTo>
                  <a:pt x="265" y="199"/>
                </a:lnTo>
                <a:lnTo>
                  <a:pt x="266" y="198"/>
                </a:lnTo>
                <a:lnTo>
                  <a:pt x="267" y="197"/>
                </a:lnTo>
                <a:lnTo>
                  <a:pt x="268" y="197"/>
                </a:lnTo>
                <a:lnTo>
                  <a:pt x="269" y="196"/>
                </a:lnTo>
                <a:lnTo>
                  <a:pt x="274" y="195"/>
                </a:lnTo>
                <a:lnTo>
                  <a:pt x="276" y="195"/>
                </a:lnTo>
                <a:lnTo>
                  <a:pt x="276" y="196"/>
                </a:lnTo>
                <a:lnTo>
                  <a:pt x="277" y="196"/>
                </a:lnTo>
                <a:lnTo>
                  <a:pt x="278" y="197"/>
                </a:lnTo>
                <a:lnTo>
                  <a:pt x="280" y="198"/>
                </a:lnTo>
                <a:lnTo>
                  <a:pt x="283" y="199"/>
                </a:lnTo>
                <a:lnTo>
                  <a:pt x="285" y="198"/>
                </a:lnTo>
                <a:lnTo>
                  <a:pt x="287" y="198"/>
                </a:lnTo>
                <a:lnTo>
                  <a:pt x="287" y="197"/>
                </a:lnTo>
                <a:lnTo>
                  <a:pt x="289" y="197"/>
                </a:lnTo>
                <a:lnTo>
                  <a:pt x="290" y="195"/>
                </a:lnTo>
                <a:lnTo>
                  <a:pt x="291" y="195"/>
                </a:lnTo>
                <a:lnTo>
                  <a:pt x="292" y="195"/>
                </a:lnTo>
                <a:lnTo>
                  <a:pt x="293" y="195"/>
                </a:lnTo>
                <a:lnTo>
                  <a:pt x="294" y="196"/>
                </a:lnTo>
                <a:lnTo>
                  <a:pt x="295" y="196"/>
                </a:lnTo>
                <a:lnTo>
                  <a:pt x="296" y="195"/>
                </a:lnTo>
                <a:lnTo>
                  <a:pt x="297" y="194"/>
                </a:lnTo>
                <a:lnTo>
                  <a:pt x="297" y="193"/>
                </a:lnTo>
                <a:lnTo>
                  <a:pt x="297" y="192"/>
                </a:lnTo>
                <a:lnTo>
                  <a:pt x="297" y="191"/>
                </a:lnTo>
                <a:lnTo>
                  <a:pt x="296" y="191"/>
                </a:lnTo>
                <a:lnTo>
                  <a:pt x="296" y="190"/>
                </a:lnTo>
                <a:lnTo>
                  <a:pt x="296" y="188"/>
                </a:lnTo>
                <a:lnTo>
                  <a:pt x="296" y="187"/>
                </a:lnTo>
                <a:lnTo>
                  <a:pt x="297" y="186"/>
                </a:lnTo>
                <a:lnTo>
                  <a:pt x="298" y="186"/>
                </a:lnTo>
                <a:lnTo>
                  <a:pt x="298" y="185"/>
                </a:lnTo>
                <a:lnTo>
                  <a:pt x="298" y="184"/>
                </a:lnTo>
                <a:lnTo>
                  <a:pt x="297" y="183"/>
                </a:lnTo>
                <a:lnTo>
                  <a:pt x="297" y="180"/>
                </a:lnTo>
                <a:lnTo>
                  <a:pt x="297" y="177"/>
                </a:lnTo>
                <a:lnTo>
                  <a:pt x="297" y="175"/>
                </a:lnTo>
                <a:lnTo>
                  <a:pt x="297" y="171"/>
                </a:lnTo>
                <a:lnTo>
                  <a:pt x="298" y="169"/>
                </a:lnTo>
                <a:lnTo>
                  <a:pt x="300" y="164"/>
                </a:lnTo>
                <a:lnTo>
                  <a:pt x="300" y="161"/>
                </a:lnTo>
                <a:lnTo>
                  <a:pt x="299" y="160"/>
                </a:lnTo>
                <a:lnTo>
                  <a:pt x="299" y="159"/>
                </a:lnTo>
                <a:lnTo>
                  <a:pt x="297" y="157"/>
                </a:lnTo>
                <a:lnTo>
                  <a:pt x="301" y="157"/>
                </a:lnTo>
                <a:lnTo>
                  <a:pt x="302" y="157"/>
                </a:lnTo>
                <a:lnTo>
                  <a:pt x="304" y="159"/>
                </a:lnTo>
                <a:lnTo>
                  <a:pt x="306" y="162"/>
                </a:lnTo>
                <a:lnTo>
                  <a:pt x="306" y="163"/>
                </a:lnTo>
                <a:lnTo>
                  <a:pt x="306" y="164"/>
                </a:lnTo>
                <a:lnTo>
                  <a:pt x="306" y="166"/>
                </a:lnTo>
                <a:lnTo>
                  <a:pt x="307" y="166"/>
                </a:lnTo>
                <a:lnTo>
                  <a:pt x="309" y="169"/>
                </a:lnTo>
                <a:lnTo>
                  <a:pt x="309" y="170"/>
                </a:lnTo>
                <a:lnTo>
                  <a:pt x="310" y="171"/>
                </a:lnTo>
                <a:lnTo>
                  <a:pt x="311" y="171"/>
                </a:lnTo>
                <a:lnTo>
                  <a:pt x="313" y="170"/>
                </a:lnTo>
                <a:lnTo>
                  <a:pt x="314" y="169"/>
                </a:lnTo>
                <a:lnTo>
                  <a:pt x="314" y="168"/>
                </a:lnTo>
                <a:lnTo>
                  <a:pt x="314" y="167"/>
                </a:lnTo>
                <a:lnTo>
                  <a:pt x="316" y="167"/>
                </a:lnTo>
                <a:lnTo>
                  <a:pt x="317" y="164"/>
                </a:lnTo>
                <a:lnTo>
                  <a:pt x="318" y="163"/>
                </a:lnTo>
                <a:lnTo>
                  <a:pt x="320" y="162"/>
                </a:lnTo>
                <a:lnTo>
                  <a:pt x="322" y="160"/>
                </a:lnTo>
                <a:lnTo>
                  <a:pt x="322" y="159"/>
                </a:lnTo>
                <a:lnTo>
                  <a:pt x="321" y="159"/>
                </a:lnTo>
                <a:lnTo>
                  <a:pt x="321" y="158"/>
                </a:lnTo>
                <a:lnTo>
                  <a:pt x="320" y="157"/>
                </a:lnTo>
                <a:lnTo>
                  <a:pt x="320" y="155"/>
                </a:lnTo>
                <a:lnTo>
                  <a:pt x="321" y="155"/>
                </a:lnTo>
                <a:lnTo>
                  <a:pt x="321" y="154"/>
                </a:lnTo>
                <a:lnTo>
                  <a:pt x="322" y="153"/>
                </a:lnTo>
                <a:lnTo>
                  <a:pt x="321" y="152"/>
                </a:lnTo>
                <a:lnTo>
                  <a:pt x="320" y="151"/>
                </a:lnTo>
                <a:lnTo>
                  <a:pt x="318" y="149"/>
                </a:lnTo>
                <a:lnTo>
                  <a:pt x="316" y="148"/>
                </a:lnTo>
                <a:lnTo>
                  <a:pt x="314" y="147"/>
                </a:lnTo>
                <a:lnTo>
                  <a:pt x="312" y="146"/>
                </a:lnTo>
                <a:lnTo>
                  <a:pt x="312" y="145"/>
                </a:lnTo>
                <a:lnTo>
                  <a:pt x="311" y="145"/>
                </a:lnTo>
                <a:lnTo>
                  <a:pt x="311" y="144"/>
                </a:lnTo>
                <a:lnTo>
                  <a:pt x="311" y="140"/>
                </a:lnTo>
                <a:lnTo>
                  <a:pt x="312" y="139"/>
                </a:lnTo>
                <a:lnTo>
                  <a:pt x="312" y="138"/>
                </a:lnTo>
                <a:lnTo>
                  <a:pt x="313" y="137"/>
                </a:lnTo>
                <a:lnTo>
                  <a:pt x="313" y="136"/>
                </a:lnTo>
                <a:lnTo>
                  <a:pt x="313" y="135"/>
                </a:lnTo>
                <a:lnTo>
                  <a:pt x="313" y="134"/>
                </a:lnTo>
                <a:lnTo>
                  <a:pt x="313" y="132"/>
                </a:lnTo>
                <a:lnTo>
                  <a:pt x="314" y="132"/>
                </a:lnTo>
                <a:lnTo>
                  <a:pt x="314" y="131"/>
                </a:lnTo>
                <a:lnTo>
                  <a:pt x="315" y="131"/>
                </a:lnTo>
                <a:lnTo>
                  <a:pt x="317" y="125"/>
                </a:lnTo>
                <a:lnTo>
                  <a:pt x="318" y="125"/>
                </a:lnTo>
                <a:lnTo>
                  <a:pt x="319" y="125"/>
                </a:lnTo>
                <a:lnTo>
                  <a:pt x="319" y="124"/>
                </a:lnTo>
                <a:lnTo>
                  <a:pt x="321" y="121"/>
                </a:lnTo>
                <a:lnTo>
                  <a:pt x="321" y="120"/>
                </a:lnTo>
                <a:lnTo>
                  <a:pt x="321" y="119"/>
                </a:lnTo>
                <a:lnTo>
                  <a:pt x="320" y="118"/>
                </a:lnTo>
                <a:lnTo>
                  <a:pt x="324" y="115"/>
                </a:lnTo>
                <a:lnTo>
                  <a:pt x="326" y="114"/>
                </a:lnTo>
                <a:lnTo>
                  <a:pt x="327" y="114"/>
                </a:lnTo>
                <a:lnTo>
                  <a:pt x="327" y="113"/>
                </a:lnTo>
                <a:lnTo>
                  <a:pt x="329" y="110"/>
                </a:lnTo>
                <a:lnTo>
                  <a:pt x="332" y="108"/>
                </a:lnTo>
                <a:lnTo>
                  <a:pt x="335" y="105"/>
                </a:lnTo>
                <a:lnTo>
                  <a:pt x="338" y="101"/>
                </a:lnTo>
                <a:lnTo>
                  <a:pt x="339" y="100"/>
                </a:lnTo>
                <a:lnTo>
                  <a:pt x="340" y="99"/>
                </a:lnTo>
                <a:lnTo>
                  <a:pt x="341" y="99"/>
                </a:lnTo>
                <a:lnTo>
                  <a:pt x="342" y="99"/>
                </a:lnTo>
                <a:lnTo>
                  <a:pt x="344" y="99"/>
                </a:lnTo>
                <a:lnTo>
                  <a:pt x="344" y="100"/>
                </a:lnTo>
                <a:lnTo>
                  <a:pt x="345" y="100"/>
                </a:lnTo>
                <a:lnTo>
                  <a:pt x="347" y="99"/>
                </a:lnTo>
                <a:lnTo>
                  <a:pt x="347" y="98"/>
                </a:lnTo>
                <a:lnTo>
                  <a:pt x="346" y="95"/>
                </a:lnTo>
                <a:lnTo>
                  <a:pt x="345" y="94"/>
                </a:lnTo>
                <a:lnTo>
                  <a:pt x="346" y="92"/>
                </a:lnTo>
                <a:lnTo>
                  <a:pt x="346" y="91"/>
                </a:lnTo>
                <a:lnTo>
                  <a:pt x="347" y="91"/>
                </a:lnTo>
                <a:lnTo>
                  <a:pt x="347" y="90"/>
                </a:lnTo>
                <a:lnTo>
                  <a:pt x="348" y="90"/>
                </a:lnTo>
                <a:lnTo>
                  <a:pt x="349" y="90"/>
                </a:lnTo>
                <a:lnTo>
                  <a:pt x="350" y="89"/>
                </a:lnTo>
                <a:lnTo>
                  <a:pt x="352" y="88"/>
                </a:lnTo>
                <a:lnTo>
                  <a:pt x="354" y="86"/>
                </a:lnTo>
                <a:lnTo>
                  <a:pt x="357" y="82"/>
                </a:lnTo>
                <a:lnTo>
                  <a:pt x="360" y="80"/>
                </a:lnTo>
                <a:lnTo>
                  <a:pt x="363" y="77"/>
                </a:lnTo>
                <a:lnTo>
                  <a:pt x="366" y="80"/>
                </a:lnTo>
                <a:lnTo>
                  <a:pt x="367" y="80"/>
                </a:lnTo>
                <a:lnTo>
                  <a:pt x="370" y="77"/>
                </a:lnTo>
                <a:lnTo>
                  <a:pt x="372" y="75"/>
                </a:lnTo>
                <a:lnTo>
                  <a:pt x="373" y="74"/>
                </a:lnTo>
                <a:lnTo>
                  <a:pt x="375" y="72"/>
                </a:lnTo>
                <a:lnTo>
                  <a:pt x="376" y="69"/>
                </a:lnTo>
                <a:lnTo>
                  <a:pt x="377" y="68"/>
                </a:lnTo>
                <a:lnTo>
                  <a:pt x="379" y="66"/>
                </a:lnTo>
                <a:lnTo>
                  <a:pt x="379" y="63"/>
                </a:lnTo>
                <a:lnTo>
                  <a:pt x="379" y="60"/>
                </a:lnTo>
                <a:lnTo>
                  <a:pt x="380" y="58"/>
                </a:lnTo>
                <a:lnTo>
                  <a:pt x="382" y="58"/>
                </a:lnTo>
                <a:lnTo>
                  <a:pt x="384" y="55"/>
                </a:lnTo>
                <a:lnTo>
                  <a:pt x="385" y="55"/>
                </a:lnTo>
                <a:lnTo>
                  <a:pt x="386" y="54"/>
                </a:lnTo>
                <a:lnTo>
                  <a:pt x="386" y="53"/>
                </a:lnTo>
                <a:lnTo>
                  <a:pt x="387" y="53"/>
                </a:lnTo>
                <a:lnTo>
                  <a:pt x="391" y="52"/>
                </a:lnTo>
                <a:lnTo>
                  <a:pt x="392" y="52"/>
                </a:lnTo>
                <a:lnTo>
                  <a:pt x="392" y="51"/>
                </a:lnTo>
                <a:lnTo>
                  <a:pt x="393" y="51"/>
                </a:lnTo>
                <a:lnTo>
                  <a:pt x="394" y="50"/>
                </a:lnTo>
                <a:lnTo>
                  <a:pt x="395" y="50"/>
                </a:lnTo>
                <a:lnTo>
                  <a:pt x="395" y="51"/>
                </a:lnTo>
                <a:lnTo>
                  <a:pt x="396" y="51"/>
                </a:lnTo>
                <a:lnTo>
                  <a:pt x="397" y="50"/>
                </a:lnTo>
                <a:lnTo>
                  <a:pt x="398" y="50"/>
                </a:lnTo>
                <a:lnTo>
                  <a:pt x="398" y="49"/>
                </a:lnTo>
                <a:lnTo>
                  <a:pt x="399" y="49"/>
                </a:lnTo>
                <a:lnTo>
                  <a:pt x="399" y="48"/>
                </a:lnTo>
                <a:lnTo>
                  <a:pt x="398" y="47"/>
                </a:lnTo>
                <a:lnTo>
                  <a:pt x="398" y="46"/>
                </a:lnTo>
                <a:lnTo>
                  <a:pt x="398" y="45"/>
                </a:lnTo>
                <a:lnTo>
                  <a:pt x="401" y="43"/>
                </a:lnTo>
                <a:lnTo>
                  <a:pt x="401" y="42"/>
                </a:lnTo>
                <a:lnTo>
                  <a:pt x="402" y="42"/>
                </a:lnTo>
                <a:lnTo>
                  <a:pt x="403" y="41"/>
                </a:lnTo>
                <a:lnTo>
                  <a:pt x="403" y="40"/>
                </a:lnTo>
                <a:lnTo>
                  <a:pt x="399" y="38"/>
                </a:lnTo>
                <a:lnTo>
                  <a:pt x="398" y="37"/>
                </a:lnTo>
                <a:lnTo>
                  <a:pt x="396" y="36"/>
                </a:lnTo>
                <a:lnTo>
                  <a:pt x="395" y="35"/>
                </a:lnTo>
                <a:lnTo>
                  <a:pt x="395" y="34"/>
                </a:lnTo>
                <a:lnTo>
                  <a:pt x="396" y="33"/>
                </a:lnTo>
                <a:lnTo>
                  <a:pt x="398" y="32"/>
                </a:lnTo>
                <a:lnTo>
                  <a:pt x="400" y="34"/>
                </a:lnTo>
                <a:lnTo>
                  <a:pt x="401" y="35"/>
                </a:lnTo>
                <a:lnTo>
                  <a:pt x="402" y="36"/>
                </a:lnTo>
                <a:lnTo>
                  <a:pt x="402" y="37"/>
                </a:lnTo>
                <a:lnTo>
                  <a:pt x="403" y="38"/>
                </a:lnTo>
                <a:lnTo>
                  <a:pt x="404" y="38"/>
                </a:lnTo>
                <a:lnTo>
                  <a:pt x="406" y="38"/>
                </a:lnTo>
                <a:lnTo>
                  <a:pt x="406" y="39"/>
                </a:lnTo>
                <a:lnTo>
                  <a:pt x="407" y="39"/>
                </a:lnTo>
                <a:lnTo>
                  <a:pt x="408" y="38"/>
                </a:lnTo>
                <a:lnTo>
                  <a:pt x="410" y="38"/>
                </a:lnTo>
                <a:lnTo>
                  <a:pt x="411" y="38"/>
                </a:lnTo>
                <a:lnTo>
                  <a:pt x="411" y="37"/>
                </a:lnTo>
                <a:lnTo>
                  <a:pt x="413" y="37"/>
                </a:lnTo>
                <a:lnTo>
                  <a:pt x="414" y="37"/>
                </a:lnTo>
                <a:lnTo>
                  <a:pt x="414" y="36"/>
                </a:lnTo>
                <a:lnTo>
                  <a:pt x="415" y="36"/>
                </a:lnTo>
                <a:lnTo>
                  <a:pt x="416" y="35"/>
                </a:lnTo>
                <a:lnTo>
                  <a:pt x="417" y="34"/>
                </a:lnTo>
                <a:lnTo>
                  <a:pt x="419" y="33"/>
                </a:lnTo>
                <a:lnTo>
                  <a:pt x="424" y="31"/>
                </a:lnTo>
                <a:lnTo>
                  <a:pt x="426" y="31"/>
                </a:lnTo>
                <a:lnTo>
                  <a:pt x="426" y="30"/>
                </a:lnTo>
                <a:lnTo>
                  <a:pt x="425" y="30"/>
                </a:lnTo>
                <a:lnTo>
                  <a:pt x="425" y="29"/>
                </a:lnTo>
                <a:lnTo>
                  <a:pt x="425" y="27"/>
                </a:lnTo>
                <a:lnTo>
                  <a:pt x="424" y="26"/>
                </a:lnTo>
                <a:lnTo>
                  <a:pt x="423" y="24"/>
                </a:lnTo>
                <a:lnTo>
                  <a:pt x="423" y="23"/>
                </a:lnTo>
                <a:lnTo>
                  <a:pt x="423" y="22"/>
                </a:lnTo>
                <a:lnTo>
                  <a:pt x="422" y="22"/>
                </a:lnTo>
                <a:lnTo>
                  <a:pt x="422" y="21"/>
                </a:lnTo>
                <a:lnTo>
                  <a:pt x="421" y="20"/>
                </a:lnTo>
                <a:lnTo>
                  <a:pt x="420" y="20"/>
                </a:lnTo>
                <a:lnTo>
                  <a:pt x="419" y="20"/>
                </a:lnTo>
                <a:lnTo>
                  <a:pt x="418" y="18"/>
                </a:lnTo>
                <a:lnTo>
                  <a:pt x="418" y="16"/>
                </a:lnTo>
                <a:lnTo>
                  <a:pt x="418" y="14"/>
                </a:lnTo>
                <a:lnTo>
                  <a:pt x="419" y="14"/>
                </a:lnTo>
                <a:lnTo>
                  <a:pt x="420" y="13"/>
                </a:lnTo>
                <a:lnTo>
                  <a:pt x="425" y="15"/>
                </a:lnTo>
                <a:lnTo>
                  <a:pt x="426" y="15"/>
                </a:lnTo>
                <a:lnTo>
                  <a:pt x="427" y="15"/>
                </a:lnTo>
                <a:lnTo>
                  <a:pt x="428" y="15"/>
                </a:lnTo>
                <a:lnTo>
                  <a:pt x="428" y="16"/>
                </a:lnTo>
                <a:lnTo>
                  <a:pt x="428" y="17"/>
                </a:lnTo>
                <a:lnTo>
                  <a:pt x="430" y="16"/>
                </a:lnTo>
                <a:lnTo>
                  <a:pt x="432" y="16"/>
                </a:lnTo>
                <a:lnTo>
                  <a:pt x="432" y="17"/>
                </a:lnTo>
                <a:lnTo>
                  <a:pt x="431" y="18"/>
                </a:lnTo>
                <a:lnTo>
                  <a:pt x="431" y="19"/>
                </a:lnTo>
                <a:lnTo>
                  <a:pt x="432" y="20"/>
                </a:lnTo>
                <a:lnTo>
                  <a:pt x="433" y="21"/>
                </a:lnTo>
                <a:lnTo>
                  <a:pt x="433" y="22"/>
                </a:lnTo>
                <a:lnTo>
                  <a:pt x="435" y="22"/>
                </a:lnTo>
                <a:lnTo>
                  <a:pt x="435" y="23"/>
                </a:lnTo>
                <a:lnTo>
                  <a:pt x="436" y="24"/>
                </a:lnTo>
                <a:lnTo>
                  <a:pt x="437" y="25"/>
                </a:lnTo>
                <a:lnTo>
                  <a:pt x="439" y="26"/>
                </a:lnTo>
                <a:lnTo>
                  <a:pt x="440" y="26"/>
                </a:lnTo>
                <a:lnTo>
                  <a:pt x="441" y="27"/>
                </a:lnTo>
                <a:lnTo>
                  <a:pt x="442" y="28"/>
                </a:lnTo>
                <a:lnTo>
                  <a:pt x="443" y="27"/>
                </a:lnTo>
                <a:lnTo>
                  <a:pt x="445" y="25"/>
                </a:lnTo>
                <a:lnTo>
                  <a:pt x="445" y="24"/>
                </a:lnTo>
                <a:lnTo>
                  <a:pt x="444" y="24"/>
                </a:lnTo>
                <a:lnTo>
                  <a:pt x="445" y="23"/>
                </a:lnTo>
                <a:lnTo>
                  <a:pt x="445" y="21"/>
                </a:lnTo>
                <a:lnTo>
                  <a:pt x="446" y="21"/>
                </a:lnTo>
                <a:lnTo>
                  <a:pt x="447" y="21"/>
                </a:lnTo>
                <a:lnTo>
                  <a:pt x="449" y="21"/>
                </a:lnTo>
                <a:lnTo>
                  <a:pt x="449" y="22"/>
                </a:lnTo>
                <a:lnTo>
                  <a:pt x="450" y="23"/>
                </a:lnTo>
                <a:lnTo>
                  <a:pt x="451" y="23"/>
                </a:lnTo>
                <a:lnTo>
                  <a:pt x="452" y="23"/>
                </a:lnTo>
                <a:lnTo>
                  <a:pt x="453" y="22"/>
                </a:lnTo>
                <a:lnTo>
                  <a:pt x="453" y="21"/>
                </a:lnTo>
                <a:lnTo>
                  <a:pt x="454" y="21"/>
                </a:lnTo>
                <a:lnTo>
                  <a:pt x="455" y="22"/>
                </a:lnTo>
                <a:lnTo>
                  <a:pt x="456" y="22"/>
                </a:lnTo>
                <a:lnTo>
                  <a:pt x="457" y="24"/>
                </a:lnTo>
                <a:lnTo>
                  <a:pt x="458" y="26"/>
                </a:lnTo>
                <a:lnTo>
                  <a:pt x="458" y="27"/>
                </a:lnTo>
                <a:lnTo>
                  <a:pt x="458" y="28"/>
                </a:lnTo>
                <a:lnTo>
                  <a:pt x="459" y="29"/>
                </a:lnTo>
                <a:lnTo>
                  <a:pt x="460" y="31"/>
                </a:lnTo>
                <a:lnTo>
                  <a:pt x="461" y="31"/>
                </a:lnTo>
                <a:lnTo>
                  <a:pt x="463" y="32"/>
                </a:lnTo>
                <a:lnTo>
                  <a:pt x="463" y="33"/>
                </a:lnTo>
                <a:lnTo>
                  <a:pt x="464" y="33"/>
                </a:lnTo>
                <a:lnTo>
                  <a:pt x="469" y="32"/>
                </a:lnTo>
                <a:lnTo>
                  <a:pt x="470" y="32"/>
                </a:lnTo>
                <a:lnTo>
                  <a:pt x="471" y="32"/>
                </a:lnTo>
                <a:lnTo>
                  <a:pt x="472" y="29"/>
                </a:lnTo>
                <a:lnTo>
                  <a:pt x="473" y="24"/>
                </a:lnTo>
                <a:lnTo>
                  <a:pt x="474" y="24"/>
                </a:lnTo>
                <a:lnTo>
                  <a:pt x="474" y="23"/>
                </a:lnTo>
                <a:lnTo>
                  <a:pt x="476" y="21"/>
                </a:lnTo>
                <a:lnTo>
                  <a:pt x="477" y="20"/>
                </a:lnTo>
                <a:lnTo>
                  <a:pt x="478" y="20"/>
                </a:lnTo>
                <a:lnTo>
                  <a:pt x="478" y="19"/>
                </a:lnTo>
                <a:lnTo>
                  <a:pt x="478" y="18"/>
                </a:lnTo>
                <a:lnTo>
                  <a:pt x="480" y="17"/>
                </a:lnTo>
                <a:lnTo>
                  <a:pt x="481" y="15"/>
                </a:lnTo>
                <a:lnTo>
                  <a:pt x="483" y="13"/>
                </a:lnTo>
                <a:lnTo>
                  <a:pt x="485" y="10"/>
                </a:lnTo>
                <a:lnTo>
                  <a:pt x="486" y="8"/>
                </a:lnTo>
                <a:lnTo>
                  <a:pt x="488" y="8"/>
                </a:lnTo>
                <a:lnTo>
                  <a:pt x="489" y="8"/>
                </a:lnTo>
                <a:lnTo>
                  <a:pt x="490" y="8"/>
                </a:lnTo>
                <a:lnTo>
                  <a:pt x="493" y="7"/>
                </a:lnTo>
                <a:lnTo>
                  <a:pt x="495" y="6"/>
                </a:lnTo>
                <a:lnTo>
                  <a:pt x="496" y="5"/>
                </a:lnTo>
                <a:lnTo>
                  <a:pt x="497" y="4"/>
                </a:lnTo>
                <a:lnTo>
                  <a:pt x="498" y="3"/>
                </a:lnTo>
                <a:lnTo>
                  <a:pt x="500" y="3"/>
                </a:lnTo>
                <a:lnTo>
                  <a:pt x="501" y="3"/>
                </a:lnTo>
                <a:lnTo>
                  <a:pt x="505" y="3"/>
                </a:lnTo>
                <a:lnTo>
                  <a:pt x="506" y="3"/>
                </a:lnTo>
                <a:lnTo>
                  <a:pt x="507" y="2"/>
                </a:lnTo>
                <a:lnTo>
                  <a:pt x="508" y="2"/>
                </a:lnTo>
                <a:lnTo>
                  <a:pt x="508" y="1"/>
                </a:lnTo>
                <a:lnTo>
                  <a:pt x="508" y="0"/>
                </a:lnTo>
                <a:lnTo>
                  <a:pt x="509" y="0"/>
                </a:lnTo>
                <a:lnTo>
                  <a:pt x="510" y="1"/>
                </a:lnTo>
                <a:lnTo>
                  <a:pt x="510" y="2"/>
                </a:lnTo>
                <a:lnTo>
                  <a:pt x="51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12" name=""/>
          <p:cNvSpPr/>
          <p:nvPr/>
        </p:nvSpPr>
        <p:spPr>
          <a:xfrm>
            <a:off x="6066360" y="1416600"/>
            <a:ext cx="531360" cy="375840"/>
          </a:xfrm>
          <a:custGeom>
            <a:avLst/>
            <a:gdLst/>
            <a:ahLst/>
            <a:rect l="0" t="0" r="r" b="b"/>
            <a:pathLst>
              <a:path w="1476" h="1044">
                <a:moveTo>
                  <a:pt x="442" y="12"/>
                </a:moveTo>
                <a:lnTo>
                  <a:pt x="442" y="13"/>
                </a:lnTo>
                <a:lnTo>
                  <a:pt x="443" y="15"/>
                </a:lnTo>
                <a:lnTo>
                  <a:pt x="452" y="30"/>
                </a:lnTo>
                <a:lnTo>
                  <a:pt x="461" y="46"/>
                </a:lnTo>
                <a:lnTo>
                  <a:pt x="461" y="47"/>
                </a:lnTo>
                <a:lnTo>
                  <a:pt x="462" y="48"/>
                </a:lnTo>
                <a:lnTo>
                  <a:pt x="462" y="49"/>
                </a:lnTo>
                <a:lnTo>
                  <a:pt x="463" y="50"/>
                </a:lnTo>
                <a:lnTo>
                  <a:pt x="463" y="51"/>
                </a:lnTo>
                <a:lnTo>
                  <a:pt x="465" y="54"/>
                </a:lnTo>
                <a:lnTo>
                  <a:pt x="466" y="56"/>
                </a:lnTo>
                <a:lnTo>
                  <a:pt x="467" y="58"/>
                </a:lnTo>
                <a:lnTo>
                  <a:pt x="469" y="62"/>
                </a:lnTo>
                <a:lnTo>
                  <a:pt x="470" y="64"/>
                </a:lnTo>
                <a:lnTo>
                  <a:pt x="472" y="68"/>
                </a:lnTo>
                <a:lnTo>
                  <a:pt x="475" y="73"/>
                </a:lnTo>
                <a:lnTo>
                  <a:pt x="475" y="74"/>
                </a:lnTo>
                <a:lnTo>
                  <a:pt x="477" y="78"/>
                </a:lnTo>
                <a:lnTo>
                  <a:pt x="478" y="79"/>
                </a:lnTo>
                <a:lnTo>
                  <a:pt x="478" y="80"/>
                </a:lnTo>
                <a:lnTo>
                  <a:pt x="479" y="81"/>
                </a:lnTo>
                <a:lnTo>
                  <a:pt x="479" y="82"/>
                </a:lnTo>
                <a:lnTo>
                  <a:pt x="480" y="82"/>
                </a:lnTo>
                <a:lnTo>
                  <a:pt x="480" y="83"/>
                </a:lnTo>
                <a:lnTo>
                  <a:pt x="481" y="84"/>
                </a:lnTo>
                <a:lnTo>
                  <a:pt x="481" y="85"/>
                </a:lnTo>
                <a:lnTo>
                  <a:pt x="482" y="86"/>
                </a:lnTo>
                <a:lnTo>
                  <a:pt x="482" y="87"/>
                </a:lnTo>
                <a:lnTo>
                  <a:pt x="482" y="88"/>
                </a:lnTo>
                <a:lnTo>
                  <a:pt x="483" y="89"/>
                </a:lnTo>
                <a:lnTo>
                  <a:pt x="483" y="90"/>
                </a:lnTo>
                <a:lnTo>
                  <a:pt x="484" y="91"/>
                </a:lnTo>
                <a:lnTo>
                  <a:pt x="484" y="92"/>
                </a:lnTo>
                <a:lnTo>
                  <a:pt x="485" y="92"/>
                </a:lnTo>
                <a:lnTo>
                  <a:pt x="485" y="93"/>
                </a:lnTo>
                <a:lnTo>
                  <a:pt x="486" y="94"/>
                </a:lnTo>
                <a:lnTo>
                  <a:pt x="486" y="95"/>
                </a:lnTo>
                <a:lnTo>
                  <a:pt x="487" y="96"/>
                </a:lnTo>
                <a:lnTo>
                  <a:pt x="487" y="97"/>
                </a:lnTo>
                <a:lnTo>
                  <a:pt x="488" y="98"/>
                </a:lnTo>
                <a:lnTo>
                  <a:pt x="488" y="99"/>
                </a:lnTo>
                <a:lnTo>
                  <a:pt x="489" y="100"/>
                </a:lnTo>
                <a:lnTo>
                  <a:pt x="490" y="102"/>
                </a:lnTo>
                <a:lnTo>
                  <a:pt x="490" y="103"/>
                </a:lnTo>
                <a:lnTo>
                  <a:pt x="491" y="104"/>
                </a:lnTo>
                <a:lnTo>
                  <a:pt x="491" y="105"/>
                </a:lnTo>
                <a:lnTo>
                  <a:pt x="492" y="106"/>
                </a:lnTo>
                <a:lnTo>
                  <a:pt x="492" y="107"/>
                </a:lnTo>
                <a:lnTo>
                  <a:pt x="493" y="108"/>
                </a:lnTo>
                <a:lnTo>
                  <a:pt x="493" y="109"/>
                </a:lnTo>
                <a:lnTo>
                  <a:pt x="494" y="110"/>
                </a:lnTo>
                <a:lnTo>
                  <a:pt x="495" y="111"/>
                </a:lnTo>
                <a:lnTo>
                  <a:pt x="495" y="112"/>
                </a:lnTo>
                <a:lnTo>
                  <a:pt x="496" y="113"/>
                </a:lnTo>
                <a:lnTo>
                  <a:pt x="496" y="114"/>
                </a:lnTo>
                <a:lnTo>
                  <a:pt x="496" y="115"/>
                </a:lnTo>
                <a:lnTo>
                  <a:pt x="497" y="115"/>
                </a:lnTo>
                <a:lnTo>
                  <a:pt x="497" y="116"/>
                </a:lnTo>
                <a:lnTo>
                  <a:pt x="496" y="117"/>
                </a:lnTo>
                <a:lnTo>
                  <a:pt x="495" y="118"/>
                </a:lnTo>
                <a:lnTo>
                  <a:pt x="494" y="119"/>
                </a:lnTo>
                <a:lnTo>
                  <a:pt x="493" y="120"/>
                </a:lnTo>
                <a:lnTo>
                  <a:pt x="492" y="121"/>
                </a:lnTo>
                <a:lnTo>
                  <a:pt x="491" y="121"/>
                </a:lnTo>
                <a:lnTo>
                  <a:pt x="491" y="122"/>
                </a:lnTo>
                <a:lnTo>
                  <a:pt x="490" y="122"/>
                </a:lnTo>
                <a:lnTo>
                  <a:pt x="489" y="124"/>
                </a:lnTo>
                <a:lnTo>
                  <a:pt x="487" y="125"/>
                </a:lnTo>
                <a:lnTo>
                  <a:pt x="486" y="126"/>
                </a:lnTo>
                <a:lnTo>
                  <a:pt x="485" y="127"/>
                </a:lnTo>
                <a:lnTo>
                  <a:pt x="484" y="127"/>
                </a:lnTo>
                <a:lnTo>
                  <a:pt x="484" y="128"/>
                </a:lnTo>
                <a:lnTo>
                  <a:pt x="483" y="128"/>
                </a:lnTo>
                <a:lnTo>
                  <a:pt x="482" y="129"/>
                </a:lnTo>
                <a:lnTo>
                  <a:pt x="482" y="130"/>
                </a:lnTo>
                <a:lnTo>
                  <a:pt x="481" y="130"/>
                </a:lnTo>
                <a:lnTo>
                  <a:pt x="480" y="131"/>
                </a:lnTo>
                <a:lnTo>
                  <a:pt x="479" y="132"/>
                </a:lnTo>
                <a:lnTo>
                  <a:pt x="478" y="132"/>
                </a:lnTo>
                <a:lnTo>
                  <a:pt x="478" y="133"/>
                </a:lnTo>
                <a:lnTo>
                  <a:pt x="477" y="133"/>
                </a:lnTo>
                <a:lnTo>
                  <a:pt x="476" y="135"/>
                </a:lnTo>
                <a:lnTo>
                  <a:pt x="476" y="136"/>
                </a:lnTo>
                <a:lnTo>
                  <a:pt x="477" y="136"/>
                </a:lnTo>
                <a:lnTo>
                  <a:pt x="478" y="137"/>
                </a:lnTo>
                <a:lnTo>
                  <a:pt x="478" y="138"/>
                </a:lnTo>
                <a:lnTo>
                  <a:pt x="487" y="149"/>
                </a:lnTo>
                <a:lnTo>
                  <a:pt x="489" y="151"/>
                </a:lnTo>
                <a:lnTo>
                  <a:pt x="502" y="166"/>
                </a:lnTo>
                <a:lnTo>
                  <a:pt x="503" y="167"/>
                </a:lnTo>
                <a:lnTo>
                  <a:pt x="508" y="173"/>
                </a:lnTo>
                <a:lnTo>
                  <a:pt x="511" y="175"/>
                </a:lnTo>
                <a:lnTo>
                  <a:pt x="515" y="178"/>
                </a:lnTo>
                <a:lnTo>
                  <a:pt x="516" y="178"/>
                </a:lnTo>
                <a:lnTo>
                  <a:pt x="520" y="180"/>
                </a:lnTo>
                <a:lnTo>
                  <a:pt x="521" y="181"/>
                </a:lnTo>
                <a:lnTo>
                  <a:pt x="521" y="182"/>
                </a:lnTo>
                <a:lnTo>
                  <a:pt x="522" y="182"/>
                </a:lnTo>
                <a:lnTo>
                  <a:pt x="524" y="183"/>
                </a:lnTo>
                <a:lnTo>
                  <a:pt x="525" y="184"/>
                </a:lnTo>
                <a:lnTo>
                  <a:pt x="526" y="184"/>
                </a:lnTo>
                <a:lnTo>
                  <a:pt x="527" y="185"/>
                </a:lnTo>
                <a:lnTo>
                  <a:pt x="528" y="185"/>
                </a:lnTo>
                <a:lnTo>
                  <a:pt x="529" y="186"/>
                </a:lnTo>
                <a:lnTo>
                  <a:pt x="530" y="186"/>
                </a:lnTo>
                <a:lnTo>
                  <a:pt x="530" y="187"/>
                </a:lnTo>
                <a:lnTo>
                  <a:pt x="531" y="187"/>
                </a:lnTo>
                <a:lnTo>
                  <a:pt x="532" y="188"/>
                </a:lnTo>
                <a:lnTo>
                  <a:pt x="532" y="189"/>
                </a:lnTo>
                <a:lnTo>
                  <a:pt x="533" y="190"/>
                </a:lnTo>
                <a:lnTo>
                  <a:pt x="534" y="190"/>
                </a:lnTo>
                <a:lnTo>
                  <a:pt x="535" y="190"/>
                </a:lnTo>
                <a:lnTo>
                  <a:pt x="537" y="190"/>
                </a:lnTo>
                <a:lnTo>
                  <a:pt x="538" y="190"/>
                </a:lnTo>
                <a:lnTo>
                  <a:pt x="539" y="191"/>
                </a:lnTo>
                <a:lnTo>
                  <a:pt x="541" y="192"/>
                </a:lnTo>
                <a:lnTo>
                  <a:pt x="541" y="193"/>
                </a:lnTo>
                <a:lnTo>
                  <a:pt x="541" y="194"/>
                </a:lnTo>
                <a:lnTo>
                  <a:pt x="541" y="198"/>
                </a:lnTo>
                <a:lnTo>
                  <a:pt x="541" y="203"/>
                </a:lnTo>
                <a:lnTo>
                  <a:pt x="541" y="204"/>
                </a:lnTo>
                <a:lnTo>
                  <a:pt x="541" y="207"/>
                </a:lnTo>
                <a:lnTo>
                  <a:pt x="541" y="208"/>
                </a:lnTo>
                <a:lnTo>
                  <a:pt x="541" y="211"/>
                </a:lnTo>
                <a:lnTo>
                  <a:pt x="542" y="215"/>
                </a:lnTo>
                <a:lnTo>
                  <a:pt x="542" y="217"/>
                </a:lnTo>
                <a:lnTo>
                  <a:pt x="542" y="218"/>
                </a:lnTo>
                <a:lnTo>
                  <a:pt x="542" y="221"/>
                </a:lnTo>
                <a:lnTo>
                  <a:pt x="542" y="225"/>
                </a:lnTo>
                <a:lnTo>
                  <a:pt x="542" y="228"/>
                </a:lnTo>
                <a:lnTo>
                  <a:pt x="549" y="224"/>
                </a:lnTo>
                <a:lnTo>
                  <a:pt x="556" y="221"/>
                </a:lnTo>
                <a:lnTo>
                  <a:pt x="558" y="221"/>
                </a:lnTo>
                <a:lnTo>
                  <a:pt x="559" y="220"/>
                </a:lnTo>
                <a:lnTo>
                  <a:pt x="561" y="219"/>
                </a:lnTo>
                <a:lnTo>
                  <a:pt x="563" y="218"/>
                </a:lnTo>
                <a:lnTo>
                  <a:pt x="564" y="218"/>
                </a:lnTo>
                <a:lnTo>
                  <a:pt x="565" y="217"/>
                </a:lnTo>
                <a:lnTo>
                  <a:pt x="567" y="217"/>
                </a:lnTo>
                <a:lnTo>
                  <a:pt x="567" y="216"/>
                </a:lnTo>
                <a:lnTo>
                  <a:pt x="567" y="215"/>
                </a:lnTo>
                <a:lnTo>
                  <a:pt x="566" y="214"/>
                </a:lnTo>
                <a:lnTo>
                  <a:pt x="565" y="213"/>
                </a:lnTo>
                <a:lnTo>
                  <a:pt x="565" y="212"/>
                </a:lnTo>
                <a:lnTo>
                  <a:pt x="564" y="211"/>
                </a:lnTo>
                <a:lnTo>
                  <a:pt x="563" y="210"/>
                </a:lnTo>
                <a:lnTo>
                  <a:pt x="562" y="209"/>
                </a:lnTo>
                <a:lnTo>
                  <a:pt x="564" y="209"/>
                </a:lnTo>
                <a:lnTo>
                  <a:pt x="567" y="208"/>
                </a:lnTo>
                <a:lnTo>
                  <a:pt x="568" y="208"/>
                </a:lnTo>
                <a:lnTo>
                  <a:pt x="568" y="207"/>
                </a:lnTo>
                <a:lnTo>
                  <a:pt x="569" y="207"/>
                </a:lnTo>
                <a:lnTo>
                  <a:pt x="570" y="207"/>
                </a:lnTo>
                <a:lnTo>
                  <a:pt x="571" y="207"/>
                </a:lnTo>
                <a:lnTo>
                  <a:pt x="572" y="208"/>
                </a:lnTo>
                <a:lnTo>
                  <a:pt x="572" y="209"/>
                </a:lnTo>
                <a:lnTo>
                  <a:pt x="572" y="210"/>
                </a:lnTo>
                <a:lnTo>
                  <a:pt x="572" y="211"/>
                </a:lnTo>
                <a:lnTo>
                  <a:pt x="573" y="213"/>
                </a:lnTo>
                <a:lnTo>
                  <a:pt x="573" y="214"/>
                </a:lnTo>
                <a:lnTo>
                  <a:pt x="573" y="215"/>
                </a:lnTo>
                <a:lnTo>
                  <a:pt x="574" y="216"/>
                </a:lnTo>
                <a:lnTo>
                  <a:pt x="574" y="217"/>
                </a:lnTo>
                <a:lnTo>
                  <a:pt x="575" y="218"/>
                </a:lnTo>
                <a:lnTo>
                  <a:pt x="576" y="218"/>
                </a:lnTo>
                <a:lnTo>
                  <a:pt x="577" y="219"/>
                </a:lnTo>
                <a:lnTo>
                  <a:pt x="579" y="220"/>
                </a:lnTo>
                <a:lnTo>
                  <a:pt x="580" y="220"/>
                </a:lnTo>
                <a:lnTo>
                  <a:pt x="580" y="221"/>
                </a:lnTo>
                <a:lnTo>
                  <a:pt x="581" y="222"/>
                </a:lnTo>
                <a:lnTo>
                  <a:pt x="582" y="223"/>
                </a:lnTo>
                <a:lnTo>
                  <a:pt x="583" y="223"/>
                </a:lnTo>
                <a:lnTo>
                  <a:pt x="583" y="224"/>
                </a:lnTo>
                <a:lnTo>
                  <a:pt x="583" y="223"/>
                </a:lnTo>
                <a:lnTo>
                  <a:pt x="583" y="222"/>
                </a:lnTo>
                <a:lnTo>
                  <a:pt x="583" y="221"/>
                </a:lnTo>
                <a:lnTo>
                  <a:pt x="583" y="220"/>
                </a:lnTo>
                <a:lnTo>
                  <a:pt x="583" y="219"/>
                </a:lnTo>
                <a:lnTo>
                  <a:pt x="583" y="218"/>
                </a:lnTo>
                <a:lnTo>
                  <a:pt x="584" y="218"/>
                </a:lnTo>
                <a:lnTo>
                  <a:pt x="583" y="218"/>
                </a:lnTo>
                <a:lnTo>
                  <a:pt x="583" y="217"/>
                </a:lnTo>
                <a:lnTo>
                  <a:pt x="582" y="217"/>
                </a:lnTo>
                <a:lnTo>
                  <a:pt x="582" y="216"/>
                </a:lnTo>
                <a:lnTo>
                  <a:pt x="582" y="215"/>
                </a:lnTo>
                <a:lnTo>
                  <a:pt x="582" y="213"/>
                </a:lnTo>
                <a:lnTo>
                  <a:pt x="583" y="213"/>
                </a:lnTo>
                <a:lnTo>
                  <a:pt x="584" y="213"/>
                </a:lnTo>
                <a:lnTo>
                  <a:pt x="586" y="212"/>
                </a:lnTo>
                <a:lnTo>
                  <a:pt x="587" y="211"/>
                </a:lnTo>
                <a:lnTo>
                  <a:pt x="589" y="210"/>
                </a:lnTo>
                <a:lnTo>
                  <a:pt x="591" y="209"/>
                </a:lnTo>
                <a:lnTo>
                  <a:pt x="592" y="209"/>
                </a:lnTo>
                <a:lnTo>
                  <a:pt x="593" y="209"/>
                </a:lnTo>
                <a:lnTo>
                  <a:pt x="593" y="208"/>
                </a:lnTo>
                <a:lnTo>
                  <a:pt x="594" y="208"/>
                </a:lnTo>
                <a:lnTo>
                  <a:pt x="596" y="207"/>
                </a:lnTo>
                <a:lnTo>
                  <a:pt x="598" y="206"/>
                </a:lnTo>
                <a:lnTo>
                  <a:pt x="600" y="206"/>
                </a:lnTo>
                <a:lnTo>
                  <a:pt x="600" y="207"/>
                </a:lnTo>
                <a:lnTo>
                  <a:pt x="601" y="208"/>
                </a:lnTo>
                <a:lnTo>
                  <a:pt x="602" y="210"/>
                </a:lnTo>
                <a:lnTo>
                  <a:pt x="603" y="211"/>
                </a:lnTo>
                <a:lnTo>
                  <a:pt x="604" y="213"/>
                </a:lnTo>
                <a:lnTo>
                  <a:pt x="604" y="214"/>
                </a:lnTo>
                <a:lnTo>
                  <a:pt x="605" y="215"/>
                </a:lnTo>
                <a:lnTo>
                  <a:pt x="606" y="215"/>
                </a:lnTo>
                <a:lnTo>
                  <a:pt x="607" y="216"/>
                </a:lnTo>
                <a:lnTo>
                  <a:pt x="608" y="216"/>
                </a:lnTo>
                <a:lnTo>
                  <a:pt x="609" y="216"/>
                </a:lnTo>
                <a:lnTo>
                  <a:pt x="610" y="216"/>
                </a:lnTo>
                <a:lnTo>
                  <a:pt x="610" y="217"/>
                </a:lnTo>
                <a:lnTo>
                  <a:pt x="611" y="216"/>
                </a:lnTo>
                <a:lnTo>
                  <a:pt x="611" y="215"/>
                </a:lnTo>
                <a:lnTo>
                  <a:pt x="612" y="213"/>
                </a:lnTo>
                <a:lnTo>
                  <a:pt x="616" y="209"/>
                </a:lnTo>
                <a:lnTo>
                  <a:pt x="617" y="209"/>
                </a:lnTo>
                <a:lnTo>
                  <a:pt x="617" y="200"/>
                </a:lnTo>
                <a:lnTo>
                  <a:pt x="617" y="198"/>
                </a:lnTo>
                <a:lnTo>
                  <a:pt x="624" y="198"/>
                </a:lnTo>
                <a:lnTo>
                  <a:pt x="626" y="198"/>
                </a:lnTo>
                <a:lnTo>
                  <a:pt x="634" y="198"/>
                </a:lnTo>
                <a:lnTo>
                  <a:pt x="641" y="199"/>
                </a:lnTo>
                <a:lnTo>
                  <a:pt x="646" y="199"/>
                </a:lnTo>
                <a:lnTo>
                  <a:pt x="652" y="199"/>
                </a:lnTo>
                <a:lnTo>
                  <a:pt x="662" y="190"/>
                </a:lnTo>
                <a:lnTo>
                  <a:pt x="669" y="191"/>
                </a:lnTo>
                <a:lnTo>
                  <a:pt x="676" y="191"/>
                </a:lnTo>
                <a:lnTo>
                  <a:pt x="690" y="193"/>
                </a:lnTo>
                <a:lnTo>
                  <a:pt x="691" y="193"/>
                </a:lnTo>
                <a:lnTo>
                  <a:pt x="696" y="193"/>
                </a:lnTo>
                <a:lnTo>
                  <a:pt x="701" y="196"/>
                </a:lnTo>
                <a:lnTo>
                  <a:pt x="704" y="200"/>
                </a:lnTo>
                <a:lnTo>
                  <a:pt x="705" y="202"/>
                </a:lnTo>
                <a:lnTo>
                  <a:pt x="711" y="211"/>
                </a:lnTo>
                <a:lnTo>
                  <a:pt x="712" y="212"/>
                </a:lnTo>
                <a:lnTo>
                  <a:pt x="713" y="217"/>
                </a:lnTo>
                <a:lnTo>
                  <a:pt x="713" y="222"/>
                </a:lnTo>
                <a:lnTo>
                  <a:pt x="706" y="230"/>
                </a:lnTo>
                <a:lnTo>
                  <a:pt x="706" y="257"/>
                </a:lnTo>
                <a:lnTo>
                  <a:pt x="705" y="258"/>
                </a:lnTo>
                <a:lnTo>
                  <a:pt x="704" y="258"/>
                </a:lnTo>
                <a:lnTo>
                  <a:pt x="703" y="259"/>
                </a:lnTo>
                <a:lnTo>
                  <a:pt x="701" y="260"/>
                </a:lnTo>
                <a:lnTo>
                  <a:pt x="699" y="261"/>
                </a:lnTo>
                <a:lnTo>
                  <a:pt x="697" y="262"/>
                </a:lnTo>
                <a:lnTo>
                  <a:pt x="696" y="263"/>
                </a:lnTo>
                <a:lnTo>
                  <a:pt x="695" y="264"/>
                </a:lnTo>
                <a:lnTo>
                  <a:pt x="693" y="264"/>
                </a:lnTo>
                <a:lnTo>
                  <a:pt x="693" y="265"/>
                </a:lnTo>
                <a:lnTo>
                  <a:pt x="692" y="265"/>
                </a:lnTo>
                <a:lnTo>
                  <a:pt x="691" y="265"/>
                </a:lnTo>
                <a:lnTo>
                  <a:pt x="691" y="266"/>
                </a:lnTo>
                <a:lnTo>
                  <a:pt x="690" y="266"/>
                </a:lnTo>
                <a:lnTo>
                  <a:pt x="690" y="267"/>
                </a:lnTo>
                <a:lnTo>
                  <a:pt x="688" y="268"/>
                </a:lnTo>
                <a:lnTo>
                  <a:pt x="687" y="269"/>
                </a:lnTo>
                <a:lnTo>
                  <a:pt x="687" y="270"/>
                </a:lnTo>
                <a:lnTo>
                  <a:pt x="687" y="271"/>
                </a:lnTo>
                <a:lnTo>
                  <a:pt x="687" y="272"/>
                </a:lnTo>
                <a:lnTo>
                  <a:pt x="686" y="273"/>
                </a:lnTo>
                <a:lnTo>
                  <a:pt x="686" y="274"/>
                </a:lnTo>
                <a:lnTo>
                  <a:pt x="686" y="275"/>
                </a:lnTo>
                <a:lnTo>
                  <a:pt x="685" y="276"/>
                </a:lnTo>
                <a:lnTo>
                  <a:pt x="685" y="277"/>
                </a:lnTo>
                <a:lnTo>
                  <a:pt x="685" y="278"/>
                </a:lnTo>
                <a:lnTo>
                  <a:pt x="685" y="279"/>
                </a:lnTo>
                <a:lnTo>
                  <a:pt x="684" y="279"/>
                </a:lnTo>
                <a:lnTo>
                  <a:pt x="684" y="280"/>
                </a:lnTo>
                <a:lnTo>
                  <a:pt x="683" y="280"/>
                </a:lnTo>
                <a:lnTo>
                  <a:pt x="682" y="281"/>
                </a:lnTo>
                <a:lnTo>
                  <a:pt x="681" y="282"/>
                </a:lnTo>
                <a:lnTo>
                  <a:pt x="680" y="282"/>
                </a:lnTo>
                <a:lnTo>
                  <a:pt x="680" y="283"/>
                </a:lnTo>
                <a:lnTo>
                  <a:pt x="679" y="283"/>
                </a:lnTo>
                <a:lnTo>
                  <a:pt x="679" y="284"/>
                </a:lnTo>
                <a:lnTo>
                  <a:pt x="678" y="284"/>
                </a:lnTo>
                <a:lnTo>
                  <a:pt x="677" y="284"/>
                </a:lnTo>
                <a:lnTo>
                  <a:pt x="676" y="284"/>
                </a:lnTo>
                <a:lnTo>
                  <a:pt x="674" y="284"/>
                </a:lnTo>
                <a:lnTo>
                  <a:pt x="674" y="285"/>
                </a:lnTo>
                <a:lnTo>
                  <a:pt x="672" y="285"/>
                </a:lnTo>
                <a:lnTo>
                  <a:pt x="671" y="285"/>
                </a:lnTo>
                <a:lnTo>
                  <a:pt x="670" y="285"/>
                </a:lnTo>
                <a:lnTo>
                  <a:pt x="669" y="285"/>
                </a:lnTo>
                <a:lnTo>
                  <a:pt x="668" y="286"/>
                </a:lnTo>
                <a:lnTo>
                  <a:pt x="667" y="287"/>
                </a:lnTo>
                <a:lnTo>
                  <a:pt x="666" y="288"/>
                </a:lnTo>
                <a:lnTo>
                  <a:pt x="665" y="288"/>
                </a:lnTo>
                <a:lnTo>
                  <a:pt x="664" y="289"/>
                </a:lnTo>
                <a:lnTo>
                  <a:pt x="664" y="290"/>
                </a:lnTo>
                <a:lnTo>
                  <a:pt x="662" y="290"/>
                </a:lnTo>
                <a:lnTo>
                  <a:pt x="662" y="291"/>
                </a:lnTo>
                <a:lnTo>
                  <a:pt x="661" y="291"/>
                </a:lnTo>
                <a:lnTo>
                  <a:pt x="658" y="292"/>
                </a:lnTo>
                <a:lnTo>
                  <a:pt x="657" y="293"/>
                </a:lnTo>
                <a:lnTo>
                  <a:pt x="656" y="293"/>
                </a:lnTo>
                <a:lnTo>
                  <a:pt x="655" y="294"/>
                </a:lnTo>
                <a:lnTo>
                  <a:pt x="654" y="294"/>
                </a:lnTo>
                <a:lnTo>
                  <a:pt x="652" y="295"/>
                </a:lnTo>
                <a:lnTo>
                  <a:pt x="651" y="295"/>
                </a:lnTo>
                <a:lnTo>
                  <a:pt x="651" y="296"/>
                </a:lnTo>
                <a:lnTo>
                  <a:pt x="650" y="296"/>
                </a:lnTo>
                <a:lnTo>
                  <a:pt x="649" y="297"/>
                </a:lnTo>
                <a:lnTo>
                  <a:pt x="648" y="297"/>
                </a:lnTo>
                <a:lnTo>
                  <a:pt x="647" y="298"/>
                </a:lnTo>
                <a:lnTo>
                  <a:pt x="645" y="298"/>
                </a:lnTo>
                <a:lnTo>
                  <a:pt x="645" y="297"/>
                </a:lnTo>
                <a:lnTo>
                  <a:pt x="644" y="297"/>
                </a:lnTo>
                <a:lnTo>
                  <a:pt x="643" y="296"/>
                </a:lnTo>
                <a:lnTo>
                  <a:pt x="642" y="296"/>
                </a:lnTo>
                <a:lnTo>
                  <a:pt x="641" y="296"/>
                </a:lnTo>
                <a:lnTo>
                  <a:pt x="641" y="297"/>
                </a:lnTo>
                <a:lnTo>
                  <a:pt x="641" y="298"/>
                </a:lnTo>
                <a:lnTo>
                  <a:pt x="642" y="298"/>
                </a:lnTo>
                <a:lnTo>
                  <a:pt x="660" y="297"/>
                </a:lnTo>
                <a:lnTo>
                  <a:pt x="661" y="297"/>
                </a:lnTo>
                <a:lnTo>
                  <a:pt x="662" y="297"/>
                </a:lnTo>
                <a:lnTo>
                  <a:pt x="663" y="297"/>
                </a:lnTo>
                <a:lnTo>
                  <a:pt x="664" y="297"/>
                </a:lnTo>
                <a:lnTo>
                  <a:pt x="665" y="298"/>
                </a:lnTo>
                <a:lnTo>
                  <a:pt x="666" y="298"/>
                </a:lnTo>
                <a:lnTo>
                  <a:pt x="668" y="298"/>
                </a:lnTo>
                <a:lnTo>
                  <a:pt x="669" y="299"/>
                </a:lnTo>
                <a:lnTo>
                  <a:pt x="671" y="299"/>
                </a:lnTo>
                <a:lnTo>
                  <a:pt x="673" y="299"/>
                </a:lnTo>
                <a:lnTo>
                  <a:pt x="674" y="299"/>
                </a:lnTo>
                <a:lnTo>
                  <a:pt x="675" y="300"/>
                </a:lnTo>
                <a:lnTo>
                  <a:pt x="681" y="306"/>
                </a:lnTo>
                <a:lnTo>
                  <a:pt x="683" y="307"/>
                </a:lnTo>
                <a:lnTo>
                  <a:pt x="688" y="309"/>
                </a:lnTo>
                <a:lnTo>
                  <a:pt x="694" y="310"/>
                </a:lnTo>
                <a:lnTo>
                  <a:pt x="701" y="316"/>
                </a:lnTo>
                <a:lnTo>
                  <a:pt x="702" y="316"/>
                </a:lnTo>
                <a:lnTo>
                  <a:pt x="713" y="318"/>
                </a:lnTo>
                <a:lnTo>
                  <a:pt x="714" y="319"/>
                </a:lnTo>
                <a:lnTo>
                  <a:pt x="715" y="320"/>
                </a:lnTo>
                <a:lnTo>
                  <a:pt x="719" y="326"/>
                </a:lnTo>
                <a:lnTo>
                  <a:pt x="718" y="329"/>
                </a:lnTo>
                <a:lnTo>
                  <a:pt x="720" y="336"/>
                </a:lnTo>
                <a:lnTo>
                  <a:pt x="731" y="338"/>
                </a:lnTo>
                <a:lnTo>
                  <a:pt x="736" y="339"/>
                </a:lnTo>
                <a:lnTo>
                  <a:pt x="736" y="347"/>
                </a:lnTo>
                <a:lnTo>
                  <a:pt x="738" y="347"/>
                </a:lnTo>
                <a:lnTo>
                  <a:pt x="739" y="347"/>
                </a:lnTo>
                <a:lnTo>
                  <a:pt x="740" y="347"/>
                </a:lnTo>
                <a:lnTo>
                  <a:pt x="741" y="347"/>
                </a:lnTo>
                <a:lnTo>
                  <a:pt x="742" y="347"/>
                </a:lnTo>
                <a:lnTo>
                  <a:pt x="742" y="348"/>
                </a:lnTo>
                <a:lnTo>
                  <a:pt x="743" y="348"/>
                </a:lnTo>
                <a:lnTo>
                  <a:pt x="744" y="348"/>
                </a:lnTo>
                <a:lnTo>
                  <a:pt x="745" y="348"/>
                </a:lnTo>
                <a:lnTo>
                  <a:pt x="747" y="348"/>
                </a:lnTo>
                <a:lnTo>
                  <a:pt x="748" y="348"/>
                </a:lnTo>
                <a:lnTo>
                  <a:pt x="749" y="348"/>
                </a:lnTo>
                <a:lnTo>
                  <a:pt x="750" y="348"/>
                </a:lnTo>
                <a:lnTo>
                  <a:pt x="751" y="348"/>
                </a:lnTo>
                <a:lnTo>
                  <a:pt x="752" y="347"/>
                </a:lnTo>
                <a:lnTo>
                  <a:pt x="753" y="347"/>
                </a:lnTo>
                <a:lnTo>
                  <a:pt x="754" y="347"/>
                </a:lnTo>
                <a:lnTo>
                  <a:pt x="755" y="346"/>
                </a:lnTo>
                <a:lnTo>
                  <a:pt x="757" y="347"/>
                </a:lnTo>
                <a:lnTo>
                  <a:pt x="758" y="347"/>
                </a:lnTo>
                <a:lnTo>
                  <a:pt x="759" y="346"/>
                </a:lnTo>
                <a:lnTo>
                  <a:pt x="766" y="346"/>
                </a:lnTo>
                <a:lnTo>
                  <a:pt x="766" y="352"/>
                </a:lnTo>
                <a:lnTo>
                  <a:pt x="766" y="358"/>
                </a:lnTo>
                <a:lnTo>
                  <a:pt x="767" y="362"/>
                </a:lnTo>
                <a:lnTo>
                  <a:pt x="766" y="362"/>
                </a:lnTo>
                <a:lnTo>
                  <a:pt x="767" y="362"/>
                </a:lnTo>
                <a:lnTo>
                  <a:pt x="767" y="363"/>
                </a:lnTo>
                <a:lnTo>
                  <a:pt x="767" y="367"/>
                </a:lnTo>
                <a:lnTo>
                  <a:pt x="767" y="368"/>
                </a:lnTo>
                <a:lnTo>
                  <a:pt x="767" y="369"/>
                </a:lnTo>
                <a:lnTo>
                  <a:pt x="767" y="370"/>
                </a:lnTo>
                <a:lnTo>
                  <a:pt x="768" y="371"/>
                </a:lnTo>
                <a:lnTo>
                  <a:pt x="768" y="372"/>
                </a:lnTo>
                <a:lnTo>
                  <a:pt x="768" y="373"/>
                </a:lnTo>
                <a:lnTo>
                  <a:pt x="769" y="374"/>
                </a:lnTo>
                <a:lnTo>
                  <a:pt x="769" y="375"/>
                </a:lnTo>
                <a:lnTo>
                  <a:pt x="769" y="376"/>
                </a:lnTo>
                <a:lnTo>
                  <a:pt x="769" y="377"/>
                </a:lnTo>
                <a:lnTo>
                  <a:pt x="766" y="380"/>
                </a:lnTo>
                <a:lnTo>
                  <a:pt x="766" y="381"/>
                </a:lnTo>
                <a:lnTo>
                  <a:pt x="766" y="384"/>
                </a:lnTo>
                <a:lnTo>
                  <a:pt x="766" y="385"/>
                </a:lnTo>
                <a:lnTo>
                  <a:pt x="767" y="385"/>
                </a:lnTo>
                <a:lnTo>
                  <a:pt x="767" y="386"/>
                </a:lnTo>
                <a:lnTo>
                  <a:pt x="769" y="387"/>
                </a:lnTo>
                <a:lnTo>
                  <a:pt x="770" y="388"/>
                </a:lnTo>
                <a:lnTo>
                  <a:pt x="771" y="388"/>
                </a:lnTo>
                <a:lnTo>
                  <a:pt x="772" y="385"/>
                </a:lnTo>
                <a:lnTo>
                  <a:pt x="775" y="386"/>
                </a:lnTo>
                <a:lnTo>
                  <a:pt x="777" y="387"/>
                </a:lnTo>
                <a:lnTo>
                  <a:pt x="778" y="388"/>
                </a:lnTo>
                <a:lnTo>
                  <a:pt x="778" y="389"/>
                </a:lnTo>
                <a:lnTo>
                  <a:pt x="778" y="390"/>
                </a:lnTo>
                <a:lnTo>
                  <a:pt x="778" y="391"/>
                </a:lnTo>
                <a:lnTo>
                  <a:pt x="778" y="392"/>
                </a:lnTo>
                <a:lnTo>
                  <a:pt x="778" y="393"/>
                </a:lnTo>
                <a:lnTo>
                  <a:pt x="778" y="394"/>
                </a:lnTo>
                <a:lnTo>
                  <a:pt x="779" y="393"/>
                </a:lnTo>
                <a:lnTo>
                  <a:pt x="784" y="392"/>
                </a:lnTo>
                <a:lnTo>
                  <a:pt x="792" y="390"/>
                </a:lnTo>
                <a:lnTo>
                  <a:pt x="793" y="390"/>
                </a:lnTo>
                <a:lnTo>
                  <a:pt x="796" y="388"/>
                </a:lnTo>
                <a:lnTo>
                  <a:pt x="797" y="388"/>
                </a:lnTo>
                <a:lnTo>
                  <a:pt x="802" y="386"/>
                </a:lnTo>
                <a:lnTo>
                  <a:pt x="801" y="388"/>
                </a:lnTo>
                <a:lnTo>
                  <a:pt x="801" y="389"/>
                </a:lnTo>
                <a:lnTo>
                  <a:pt x="800" y="391"/>
                </a:lnTo>
                <a:lnTo>
                  <a:pt x="799" y="392"/>
                </a:lnTo>
                <a:lnTo>
                  <a:pt x="799" y="393"/>
                </a:lnTo>
                <a:lnTo>
                  <a:pt x="801" y="396"/>
                </a:lnTo>
                <a:lnTo>
                  <a:pt x="802" y="397"/>
                </a:lnTo>
                <a:lnTo>
                  <a:pt x="802" y="398"/>
                </a:lnTo>
                <a:lnTo>
                  <a:pt x="803" y="399"/>
                </a:lnTo>
                <a:lnTo>
                  <a:pt x="802" y="399"/>
                </a:lnTo>
                <a:lnTo>
                  <a:pt x="803" y="399"/>
                </a:lnTo>
                <a:lnTo>
                  <a:pt x="803" y="402"/>
                </a:lnTo>
                <a:lnTo>
                  <a:pt x="805" y="402"/>
                </a:lnTo>
                <a:lnTo>
                  <a:pt x="806" y="403"/>
                </a:lnTo>
                <a:lnTo>
                  <a:pt x="808" y="403"/>
                </a:lnTo>
                <a:lnTo>
                  <a:pt x="811" y="403"/>
                </a:lnTo>
                <a:lnTo>
                  <a:pt x="811" y="404"/>
                </a:lnTo>
                <a:lnTo>
                  <a:pt x="812" y="404"/>
                </a:lnTo>
                <a:lnTo>
                  <a:pt x="812" y="405"/>
                </a:lnTo>
                <a:lnTo>
                  <a:pt x="812" y="406"/>
                </a:lnTo>
                <a:lnTo>
                  <a:pt x="812" y="407"/>
                </a:lnTo>
                <a:lnTo>
                  <a:pt x="811" y="407"/>
                </a:lnTo>
                <a:lnTo>
                  <a:pt x="811" y="408"/>
                </a:lnTo>
                <a:lnTo>
                  <a:pt x="811" y="407"/>
                </a:lnTo>
                <a:lnTo>
                  <a:pt x="811" y="408"/>
                </a:lnTo>
                <a:lnTo>
                  <a:pt x="810" y="408"/>
                </a:lnTo>
                <a:lnTo>
                  <a:pt x="809" y="408"/>
                </a:lnTo>
                <a:lnTo>
                  <a:pt x="809" y="409"/>
                </a:lnTo>
                <a:lnTo>
                  <a:pt x="809" y="410"/>
                </a:lnTo>
                <a:lnTo>
                  <a:pt x="810" y="410"/>
                </a:lnTo>
                <a:lnTo>
                  <a:pt x="811" y="411"/>
                </a:lnTo>
                <a:lnTo>
                  <a:pt x="812" y="411"/>
                </a:lnTo>
                <a:lnTo>
                  <a:pt x="813" y="411"/>
                </a:lnTo>
                <a:lnTo>
                  <a:pt x="814" y="411"/>
                </a:lnTo>
                <a:lnTo>
                  <a:pt x="815" y="411"/>
                </a:lnTo>
                <a:lnTo>
                  <a:pt x="815" y="412"/>
                </a:lnTo>
                <a:lnTo>
                  <a:pt x="816" y="411"/>
                </a:lnTo>
                <a:lnTo>
                  <a:pt x="817" y="411"/>
                </a:lnTo>
                <a:lnTo>
                  <a:pt x="818" y="412"/>
                </a:lnTo>
                <a:lnTo>
                  <a:pt x="819" y="412"/>
                </a:lnTo>
                <a:lnTo>
                  <a:pt x="820" y="412"/>
                </a:lnTo>
                <a:lnTo>
                  <a:pt x="820" y="413"/>
                </a:lnTo>
                <a:lnTo>
                  <a:pt x="821" y="413"/>
                </a:lnTo>
                <a:lnTo>
                  <a:pt x="822" y="413"/>
                </a:lnTo>
                <a:lnTo>
                  <a:pt x="822" y="414"/>
                </a:lnTo>
                <a:lnTo>
                  <a:pt x="823" y="414"/>
                </a:lnTo>
                <a:lnTo>
                  <a:pt x="823" y="415"/>
                </a:lnTo>
                <a:lnTo>
                  <a:pt x="824" y="415"/>
                </a:lnTo>
                <a:lnTo>
                  <a:pt x="825" y="415"/>
                </a:lnTo>
                <a:lnTo>
                  <a:pt x="826" y="415"/>
                </a:lnTo>
                <a:lnTo>
                  <a:pt x="826" y="416"/>
                </a:lnTo>
                <a:lnTo>
                  <a:pt x="832" y="417"/>
                </a:lnTo>
                <a:lnTo>
                  <a:pt x="832" y="419"/>
                </a:lnTo>
                <a:lnTo>
                  <a:pt x="833" y="419"/>
                </a:lnTo>
                <a:lnTo>
                  <a:pt x="834" y="422"/>
                </a:lnTo>
                <a:lnTo>
                  <a:pt x="836" y="424"/>
                </a:lnTo>
                <a:lnTo>
                  <a:pt x="836" y="423"/>
                </a:lnTo>
                <a:lnTo>
                  <a:pt x="837" y="423"/>
                </a:lnTo>
                <a:lnTo>
                  <a:pt x="837" y="422"/>
                </a:lnTo>
                <a:lnTo>
                  <a:pt x="838" y="422"/>
                </a:lnTo>
                <a:lnTo>
                  <a:pt x="839" y="422"/>
                </a:lnTo>
                <a:lnTo>
                  <a:pt x="839" y="421"/>
                </a:lnTo>
                <a:lnTo>
                  <a:pt x="839" y="420"/>
                </a:lnTo>
                <a:lnTo>
                  <a:pt x="840" y="420"/>
                </a:lnTo>
                <a:lnTo>
                  <a:pt x="841" y="420"/>
                </a:lnTo>
                <a:lnTo>
                  <a:pt x="842" y="420"/>
                </a:lnTo>
                <a:lnTo>
                  <a:pt x="843" y="420"/>
                </a:lnTo>
                <a:lnTo>
                  <a:pt x="844" y="420"/>
                </a:lnTo>
                <a:lnTo>
                  <a:pt x="845" y="420"/>
                </a:lnTo>
                <a:lnTo>
                  <a:pt x="846" y="421"/>
                </a:lnTo>
                <a:lnTo>
                  <a:pt x="848" y="421"/>
                </a:lnTo>
                <a:lnTo>
                  <a:pt x="849" y="421"/>
                </a:lnTo>
                <a:lnTo>
                  <a:pt x="850" y="422"/>
                </a:lnTo>
                <a:lnTo>
                  <a:pt x="851" y="423"/>
                </a:lnTo>
                <a:lnTo>
                  <a:pt x="852" y="422"/>
                </a:lnTo>
                <a:lnTo>
                  <a:pt x="853" y="421"/>
                </a:lnTo>
                <a:lnTo>
                  <a:pt x="858" y="417"/>
                </a:lnTo>
                <a:lnTo>
                  <a:pt x="866" y="407"/>
                </a:lnTo>
                <a:lnTo>
                  <a:pt x="871" y="403"/>
                </a:lnTo>
                <a:lnTo>
                  <a:pt x="878" y="399"/>
                </a:lnTo>
                <a:lnTo>
                  <a:pt x="871" y="393"/>
                </a:lnTo>
                <a:lnTo>
                  <a:pt x="869" y="391"/>
                </a:lnTo>
                <a:lnTo>
                  <a:pt x="866" y="388"/>
                </a:lnTo>
                <a:lnTo>
                  <a:pt x="865" y="387"/>
                </a:lnTo>
                <a:lnTo>
                  <a:pt x="856" y="378"/>
                </a:lnTo>
                <a:lnTo>
                  <a:pt x="858" y="378"/>
                </a:lnTo>
                <a:lnTo>
                  <a:pt x="871" y="374"/>
                </a:lnTo>
                <a:lnTo>
                  <a:pt x="885" y="371"/>
                </a:lnTo>
                <a:lnTo>
                  <a:pt x="897" y="368"/>
                </a:lnTo>
                <a:lnTo>
                  <a:pt x="903" y="364"/>
                </a:lnTo>
                <a:lnTo>
                  <a:pt x="912" y="362"/>
                </a:lnTo>
                <a:lnTo>
                  <a:pt x="914" y="363"/>
                </a:lnTo>
                <a:lnTo>
                  <a:pt x="917" y="365"/>
                </a:lnTo>
                <a:lnTo>
                  <a:pt x="926" y="370"/>
                </a:lnTo>
                <a:lnTo>
                  <a:pt x="944" y="374"/>
                </a:lnTo>
                <a:lnTo>
                  <a:pt x="952" y="375"/>
                </a:lnTo>
                <a:lnTo>
                  <a:pt x="961" y="378"/>
                </a:lnTo>
                <a:lnTo>
                  <a:pt x="962" y="378"/>
                </a:lnTo>
                <a:lnTo>
                  <a:pt x="974" y="368"/>
                </a:lnTo>
                <a:lnTo>
                  <a:pt x="977" y="367"/>
                </a:lnTo>
                <a:lnTo>
                  <a:pt x="981" y="363"/>
                </a:lnTo>
                <a:lnTo>
                  <a:pt x="985" y="361"/>
                </a:lnTo>
                <a:lnTo>
                  <a:pt x="987" y="358"/>
                </a:lnTo>
                <a:lnTo>
                  <a:pt x="992" y="354"/>
                </a:lnTo>
                <a:lnTo>
                  <a:pt x="994" y="354"/>
                </a:lnTo>
                <a:lnTo>
                  <a:pt x="1005" y="350"/>
                </a:lnTo>
                <a:lnTo>
                  <a:pt x="1038" y="341"/>
                </a:lnTo>
                <a:lnTo>
                  <a:pt x="1046" y="341"/>
                </a:lnTo>
                <a:lnTo>
                  <a:pt x="1052" y="342"/>
                </a:lnTo>
                <a:lnTo>
                  <a:pt x="1059" y="345"/>
                </a:lnTo>
                <a:lnTo>
                  <a:pt x="1057" y="354"/>
                </a:lnTo>
                <a:lnTo>
                  <a:pt x="1056" y="357"/>
                </a:lnTo>
                <a:lnTo>
                  <a:pt x="1060" y="363"/>
                </a:lnTo>
                <a:lnTo>
                  <a:pt x="1067" y="372"/>
                </a:lnTo>
                <a:lnTo>
                  <a:pt x="1070" y="379"/>
                </a:lnTo>
                <a:lnTo>
                  <a:pt x="1069" y="381"/>
                </a:lnTo>
                <a:lnTo>
                  <a:pt x="1069" y="382"/>
                </a:lnTo>
                <a:lnTo>
                  <a:pt x="1069" y="383"/>
                </a:lnTo>
                <a:lnTo>
                  <a:pt x="1069" y="387"/>
                </a:lnTo>
                <a:lnTo>
                  <a:pt x="1069" y="388"/>
                </a:lnTo>
                <a:lnTo>
                  <a:pt x="1069" y="389"/>
                </a:lnTo>
                <a:lnTo>
                  <a:pt x="1067" y="394"/>
                </a:lnTo>
                <a:lnTo>
                  <a:pt x="1054" y="399"/>
                </a:lnTo>
                <a:lnTo>
                  <a:pt x="1052" y="404"/>
                </a:lnTo>
                <a:lnTo>
                  <a:pt x="1045" y="414"/>
                </a:lnTo>
                <a:lnTo>
                  <a:pt x="1044" y="416"/>
                </a:lnTo>
                <a:lnTo>
                  <a:pt x="1042" y="419"/>
                </a:lnTo>
                <a:lnTo>
                  <a:pt x="1039" y="424"/>
                </a:lnTo>
                <a:lnTo>
                  <a:pt x="1014" y="440"/>
                </a:lnTo>
                <a:lnTo>
                  <a:pt x="1007" y="444"/>
                </a:lnTo>
                <a:lnTo>
                  <a:pt x="1006" y="444"/>
                </a:lnTo>
                <a:lnTo>
                  <a:pt x="999" y="449"/>
                </a:lnTo>
                <a:lnTo>
                  <a:pt x="1000" y="450"/>
                </a:lnTo>
                <a:lnTo>
                  <a:pt x="1001" y="451"/>
                </a:lnTo>
                <a:lnTo>
                  <a:pt x="1003" y="454"/>
                </a:lnTo>
                <a:lnTo>
                  <a:pt x="1004" y="456"/>
                </a:lnTo>
                <a:lnTo>
                  <a:pt x="1011" y="474"/>
                </a:lnTo>
                <a:lnTo>
                  <a:pt x="1006" y="476"/>
                </a:lnTo>
                <a:lnTo>
                  <a:pt x="995" y="481"/>
                </a:lnTo>
                <a:lnTo>
                  <a:pt x="994" y="483"/>
                </a:lnTo>
                <a:lnTo>
                  <a:pt x="994" y="485"/>
                </a:lnTo>
                <a:lnTo>
                  <a:pt x="994" y="486"/>
                </a:lnTo>
                <a:lnTo>
                  <a:pt x="993" y="487"/>
                </a:lnTo>
                <a:lnTo>
                  <a:pt x="994" y="488"/>
                </a:lnTo>
                <a:lnTo>
                  <a:pt x="994" y="490"/>
                </a:lnTo>
                <a:lnTo>
                  <a:pt x="994" y="492"/>
                </a:lnTo>
                <a:lnTo>
                  <a:pt x="995" y="493"/>
                </a:lnTo>
                <a:lnTo>
                  <a:pt x="995" y="494"/>
                </a:lnTo>
                <a:lnTo>
                  <a:pt x="996" y="494"/>
                </a:lnTo>
                <a:lnTo>
                  <a:pt x="996" y="497"/>
                </a:lnTo>
                <a:lnTo>
                  <a:pt x="996" y="498"/>
                </a:lnTo>
                <a:lnTo>
                  <a:pt x="996" y="499"/>
                </a:lnTo>
                <a:lnTo>
                  <a:pt x="997" y="500"/>
                </a:lnTo>
                <a:lnTo>
                  <a:pt x="997" y="501"/>
                </a:lnTo>
                <a:lnTo>
                  <a:pt x="997" y="502"/>
                </a:lnTo>
                <a:lnTo>
                  <a:pt x="997" y="504"/>
                </a:lnTo>
                <a:lnTo>
                  <a:pt x="998" y="505"/>
                </a:lnTo>
                <a:lnTo>
                  <a:pt x="1007" y="507"/>
                </a:lnTo>
                <a:lnTo>
                  <a:pt x="1022" y="512"/>
                </a:lnTo>
                <a:lnTo>
                  <a:pt x="1035" y="524"/>
                </a:lnTo>
                <a:lnTo>
                  <a:pt x="1037" y="526"/>
                </a:lnTo>
                <a:lnTo>
                  <a:pt x="1040" y="530"/>
                </a:lnTo>
                <a:lnTo>
                  <a:pt x="1046" y="534"/>
                </a:lnTo>
                <a:lnTo>
                  <a:pt x="1052" y="539"/>
                </a:lnTo>
                <a:lnTo>
                  <a:pt x="1058" y="544"/>
                </a:lnTo>
                <a:lnTo>
                  <a:pt x="1068" y="551"/>
                </a:lnTo>
                <a:lnTo>
                  <a:pt x="1073" y="550"/>
                </a:lnTo>
                <a:lnTo>
                  <a:pt x="1077" y="548"/>
                </a:lnTo>
                <a:lnTo>
                  <a:pt x="1077" y="549"/>
                </a:lnTo>
                <a:lnTo>
                  <a:pt x="1078" y="550"/>
                </a:lnTo>
                <a:lnTo>
                  <a:pt x="1079" y="550"/>
                </a:lnTo>
                <a:lnTo>
                  <a:pt x="1080" y="550"/>
                </a:lnTo>
                <a:lnTo>
                  <a:pt x="1083" y="549"/>
                </a:lnTo>
                <a:lnTo>
                  <a:pt x="1083" y="550"/>
                </a:lnTo>
                <a:lnTo>
                  <a:pt x="1084" y="550"/>
                </a:lnTo>
                <a:lnTo>
                  <a:pt x="1085" y="549"/>
                </a:lnTo>
                <a:lnTo>
                  <a:pt x="1088" y="548"/>
                </a:lnTo>
                <a:lnTo>
                  <a:pt x="1090" y="547"/>
                </a:lnTo>
                <a:lnTo>
                  <a:pt x="1091" y="547"/>
                </a:lnTo>
                <a:lnTo>
                  <a:pt x="1092" y="548"/>
                </a:lnTo>
                <a:lnTo>
                  <a:pt x="1092" y="549"/>
                </a:lnTo>
                <a:lnTo>
                  <a:pt x="1093" y="549"/>
                </a:lnTo>
                <a:lnTo>
                  <a:pt x="1093" y="550"/>
                </a:lnTo>
                <a:lnTo>
                  <a:pt x="1096" y="549"/>
                </a:lnTo>
                <a:lnTo>
                  <a:pt x="1097" y="549"/>
                </a:lnTo>
                <a:lnTo>
                  <a:pt x="1098" y="548"/>
                </a:lnTo>
                <a:lnTo>
                  <a:pt x="1099" y="548"/>
                </a:lnTo>
                <a:lnTo>
                  <a:pt x="1100" y="548"/>
                </a:lnTo>
                <a:lnTo>
                  <a:pt x="1100" y="549"/>
                </a:lnTo>
                <a:lnTo>
                  <a:pt x="1102" y="549"/>
                </a:lnTo>
                <a:lnTo>
                  <a:pt x="1103" y="549"/>
                </a:lnTo>
                <a:lnTo>
                  <a:pt x="1104" y="549"/>
                </a:lnTo>
                <a:lnTo>
                  <a:pt x="1105" y="549"/>
                </a:lnTo>
                <a:lnTo>
                  <a:pt x="1106" y="550"/>
                </a:lnTo>
                <a:lnTo>
                  <a:pt x="1107" y="550"/>
                </a:lnTo>
                <a:lnTo>
                  <a:pt x="1108" y="550"/>
                </a:lnTo>
                <a:lnTo>
                  <a:pt x="1109" y="550"/>
                </a:lnTo>
                <a:lnTo>
                  <a:pt x="1109" y="549"/>
                </a:lnTo>
                <a:lnTo>
                  <a:pt x="1110" y="550"/>
                </a:lnTo>
                <a:lnTo>
                  <a:pt x="1112" y="550"/>
                </a:lnTo>
                <a:lnTo>
                  <a:pt x="1113" y="551"/>
                </a:lnTo>
                <a:lnTo>
                  <a:pt x="1112" y="551"/>
                </a:lnTo>
                <a:lnTo>
                  <a:pt x="1112" y="552"/>
                </a:lnTo>
                <a:lnTo>
                  <a:pt x="1112" y="553"/>
                </a:lnTo>
                <a:lnTo>
                  <a:pt x="1111" y="554"/>
                </a:lnTo>
                <a:lnTo>
                  <a:pt x="1111" y="555"/>
                </a:lnTo>
                <a:lnTo>
                  <a:pt x="1112" y="556"/>
                </a:lnTo>
                <a:lnTo>
                  <a:pt x="1114" y="557"/>
                </a:lnTo>
                <a:lnTo>
                  <a:pt x="1115" y="557"/>
                </a:lnTo>
                <a:lnTo>
                  <a:pt x="1116" y="557"/>
                </a:lnTo>
                <a:lnTo>
                  <a:pt x="1116" y="558"/>
                </a:lnTo>
                <a:lnTo>
                  <a:pt x="1116" y="559"/>
                </a:lnTo>
                <a:lnTo>
                  <a:pt x="1115" y="559"/>
                </a:lnTo>
                <a:lnTo>
                  <a:pt x="1114" y="559"/>
                </a:lnTo>
                <a:lnTo>
                  <a:pt x="1114" y="560"/>
                </a:lnTo>
                <a:lnTo>
                  <a:pt x="1113" y="560"/>
                </a:lnTo>
                <a:lnTo>
                  <a:pt x="1112" y="560"/>
                </a:lnTo>
                <a:lnTo>
                  <a:pt x="1111" y="560"/>
                </a:lnTo>
                <a:lnTo>
                  <a:pt x="1111" y="561"/>
                </a:lnTo>
                <a:lnTo>
                  <a:pt x="1111" y="562"/>
                </a:lnTo>
                <a:lnTo>
                  <a:pt x="1110" y="562"/>
                </a:lnTo>
                <a:lnTo>
                  <a:pt x="1110" y="563"/>
                </a:lnTo>
                <a:lnTo>
                  <a:pt x="1109" y="563"/>
                </a:lnTo>
                <a:lnTo>
                  <a:pt x="1109" y="562"/>
                </a:lnTo>
                <a:lnTo>
                  <a:pt x="1108" y="562"/>
                </a:lnTo>
                <a:lnTo>
                  <a:pt x="1107" y="562"/>
                </a:lnTo>
                <a:lnTo>
                  <a:pt x="1107" y="563"/>
                </a:lnTo>
                <a:lnTo>
                  <a:pt x="1108" y="563"/>
                </a:lnTo>
                <a:lnTo>
                  <a:pt x="1108" y="564"/>
                </a:lnTo>
                <a:lnTo>
                  <a:pt x="1107" y="564"/>
                </a:lnTo>
                <a:lnTo>
                  <a:pt x="1106" y="564"/>
                </a:lnTo>
                <a:lnTo>
                  <a:pt x="1106" y="565"/>
                </a:lnTo>
                <a:lnTo>
                  <a:pt x="1105" y="566"/>
                </a:lnTo>
                <a:lnTo>
                  <a:pt x="1105" y="567"/>
                </a:lnTo>
                <a:lnTo>
                  <a:pt x="1105" y="568"/>
                </a:lnTo>
                <a:lnTo>
                  <a:pt x="1106" y="569"/>
                </a:lnTo>
                <a:lnTo>
                  <a:pt x="1107" y="570"/>
                </a:lnTo>
                <a:lnTo>
                  <a:pt x="1108" y="571"/>
                </a:lnTo>
                <a:lnTo>
                  <a:pt x="1108" y="572"/>
                </a:lnTo>
                <a:lnTo>
                  <a:pt x="1109" y="572"/>
                </a:lnTo>
                <a:lnTo>
                  <a:pt x="1110" y="572"/>
                </a:lnTo>
                <a:lnTo>
                  <a:pt x="1113" y="572"/>
                </a:lnTo>
                <a:lnTo>
                  <a:pt x="1114" y="572"/>
                </a:lnTo>
                <a:lnTo>
                  <a:pt x="1116" y="571"/>
                </a:lnTo>
                <a:lnTo>
                  <a:pt x="1117" y="571"/>
                </a:lnTo>
                <a:lnTo>
                  <a:pt x="1118" y="570"/>
                </a:lnTo>
                <a:lnTo>
                  <a:pt x="1119" y="569"/>
                </a:lnTo>
                <a:lnTo>
                  <a:pt x="1119" y="568"/>
                </a:lnTo>
                <a:lnTo>
                  <a:pt x="1120" y="568"/>
                </a:lnTo>
                <a:lnTo>
                  <a:pt x="1121" y="567"/>
                </a:lnTo>
                <a:lnTo>
                  <a:pt x="1122" y="568"/>
                </a:lnTo>
                <a:lnTo>
                  <a:pt x="1123" y="568"/>
                </a:lnTo>
                <a:lnTo>
                  <a:pt x="1123" y="569"/>
                </a:lnTo>
                <a:lnTo>
                  <a:pt x="1124" y="569"/>
                </a:lnTo>
                <a:lnTo>
                  <a:pt x="1125" y="569"/>
                </a:lnTo>
                <a:lnTo>
                  <a:pt x="1126" y="569"/>
                </a:lnTo>
                <a:lnTo>
                  <a:pt x="1126" y="570"/>
                </a:lnTo>
                <a:lnTo>
                  <a:pt x="1127" y="570"/>
                </a:lnTo>
                <a:lnTo>
                  <a:pt x="1128" y="570"/>
                </a:lnTo>
                <a:lnTo>
                  <a:pt x="1128" y="571"/>
                </a:lnTo>
                <a:lnTo>
                  <a:pt x="1129" y="571"/>
                </a:lnTo>
                <a:lnTo>
                  <a:pt x="1129" y="572"/>
                </a:lnTo>
                <a:lnTo>
                  <a:pt x="1129" y="573"/>
                </a:lnTo>
                <a:lnTo>
                  <a:pt x="1129" y="574"/>
                </a:lnTo>
                <a:lnTo>
                  <a:pt x="1129" y="575"/>
                </a:lnTo>
                <a:lnTo>
                  <a:pt x="1130" y="575"/>
                </a:lnTo>
                <a:lnTo>
                  <a:pt x="1131" y="576"/>
                </a:lnTo>
                <a:lnTo>
                  <a:pt x="1132" y="577"/>
                </a:lnTo>
                <a:lnTo>
                  <a:pt x="1132" y="578"/>
                </a:lnTo>
                <a:lnTo>
                  <a:pt x="1132" y="579"/>
                </a:lnTo>
                <a:lnTo>
                  <a:pt x="1133" y="580"/>
                </a:lnTo>
                <a:lnTo>
                  <a:pt x="1133" y="579"/>
                </a:lnTo>
                <a:lnTo>
                  <a:pt x="1133" y="580"/>
                </a:lnTo>
                <a:lnTo>
                  <a:pt x="1134" y="581"/>
                </a:lnTo>
                <a:lnTo>
                  <a:pt x="1134" y="582"/>
                </a:lnTo>
                <a:lnTo>
                  <a:pt x="1134" y="583"/>
                </a:lnTo>
                <a:lnTo>
                  <a:pt x="1135" y="584"/>
                </a:lnTo>
                <a:lnTo>
                  <a:pt x="1137" y="584"/>
                </a:lnTo>
                <a:lnTo>
                  <a:pt x="1137" y="588"/>
                </a:lnTo>
                <a:lnTo>
                  <a:pt x="1138" y="589"/>
                </a:lnTo>
                <a:lnTo>
                  <a:pt x="1139" y="589"/>
                </a:lnTo>
                <a:lnTo>
                  <a:pt x="1140" y="589"/>
                </a:lnTo>
                <a:lnTo>
                  <a:pt x="1141" y="589"/>
                </a:lnTo>
                <a:lnTo>
                  <a:pt x="1142" y="589"/>
                </a:lnTo>
                <a:lnTo>
                  <a:pt x="1143" y="589"/>
                </a:lnTo>
                <a:lnTo>
                  <a:pt x="1142" y="591"/>
                </a:lnTo>
                <a:lnTo>
                  <a:pt x="1143" y="591"/>
                </a:lnTo>
                <a:lnTo>
                  <a:pt x="1144" y="591"/>
                </a:lnTo>
                <a:lnTo>
                  <a:pt x="1144" y="592"/>
                </a:lnTo>
                <a:lnTo>
                  <a:pt x="1145" y="592"/>
                </a:lnTo>
                <a:lnTo>
                  <a:pt x="1145" y="591"/>
                </a:lnTo>
                <a:lnTo>
                  <a:pt x="1146" y="590"/>
                </a:lnTo>
                <a:lnTo>
                  <a:pt x="1147" y="590"/>
                </a:lnTo>
                <a:lnTo>
                  <a:pt x="1147" y="591"/>
                </a:lnTo>
                <a:lnTo>
                  <a:pt x="1148" y="591"/>
                </a:lnTo>
                <a:lnTo>
                  <a:pt x="1151" y="592"/>
                </a:lnTo>
                <a:lnTo>
                  <a:pt x="1153" y="593"/>
                </a:lnTo>
                <a:lnTo>
                  <a:pt x="1154" y="593"/>
                </a:lnTo>
                <a:lnTo>
                  <a:pt x="1155" y="593"/>
                </a:lnTo>
                <a:lnTo>
                  <a:pt x="1156" y="593"/>
                </a:lnTo>
                <a:lnTo>
                  <a:pt x="1156" y="594"/>
                </a:lnTo>
                <a:lnTo>
                  <a:pt x="1156" y="595"/>
                </a:lnTo>
                <a:lnTo>
                  <a:pt x="1157" y="596"/>
                </a:lnTo>
                <a:lnTo>
                  <a:pt x="1157" y="597"/>
                </a:lnTo>
                <a:lnTo>
                  <a:pt x="1158" y="598"/>
                </a:lnTo>
                <a:lnTo>
                  <a:pt x="1158" y="599"/>
                </a:lnTo>
                <a:lnTo>
                  <a:pt x="1158" y="600"/>
                </a:lnTo>
                <a:lnTo>
                  <a:pt x="1157" y="600"/>
                </a:lnTo>
                <a:lnTo>
                  <a:pt x="1158" y="601"/>
                </a:lnTo>
                <a:lnTo>
                  <a:pt x="1158" y="602"/>
                </a:lnTo>
                <a:lnTo>
                  <a:pt x="1158" y="603"/>
                </a:lnTo>
                <a:lnTo>
                  <a:pt x="1158" y="604"/>
                </a:lnTo>
                <a:lnTo>
                  <a:pt x="1159" y="604"/>
                </a:lnTo>
                <a:lnTo>
                  <a:pt x="1159" y="603"/>
                </a:lnTo>
                <a:lnTo>
                  <a:pt x="1160" y="603"/>
                </a:lnTo>
                <a:lnTo>
                  <a:pt x="1161" y="603"/>
                </a:lnTo>
                <a:lnTo>
                  <a:pt x="1162" y="604"/>
                </a:lnTo>
                <a:lnTo>
                  <a:pt x="1163" y="603"/>
                </a:lnTo>
                <a:lnTo>
                  <a:pt x="1165" y="605"/>
                </a:lnTo>
                <a:lnTo>
                  <a:pt x="1166" y="606"/>
                </a:lnTo>
                <a:lnTo>
                  <a:pt x="1167" y="606"/>
                </a:lnTo>
                <a:lnTo>
                  <a:pt x="1167" y="607"/>
                </a:lnTo>
                <a:lnTo>
                  <a:pt x="1168" y="608"/>
                </a:lnTo>
                <a:lnTo>
                  <a:pt x="1168" y="609"/>
                </a:lnTo>
                <a:lnTo>
                  <a:pt x="1168" y="610"/>
                </a:lnTo>
                <a:lnTo>
                  <a:pt x="1168" y="611"/>
                </a:lnTo>
                <a:lnTo>
                  <a:pt x="1169" y="611"/>
                </a:lnTo>
                <a:lnTo>
                  <a:pt x="1170" y="612"/>
                </a:lnTo>
                <a:lnTo>
                  <a:pt x="1171" y="612"/>
                </a:lnTo>
                <a:lnTo>
                  <a:pt x="1171" y="613"/>
                </a:lnTo>
                <a:lnTo>
                  <a:pt x="1172" y="614"/>
                </a:lnTo>
                <a:lnTo>
                  <a:pt x="1172" y="615"/>
                </a:lnTo>
                <a:lnTo>
                  <a:pt x="1172" y="616"/>
                </a:lnTo>
                <a:lnTo>
                  <a:pt x="1172" y="617"/>
                </a:lnTo>
                <a:lnTo>
                  <a:pt x="1171" y="617"/>
                </a:lnTo>
                <a:lnTo>
                  <a:pt x="1171" y="618"/>
                </a:lnTo>
                <a:lnTo>
                  <a:pt x="1171" y="619"/>
                </a:lnTo>
                <a:lnTo>
                  <a:pt x="1170" y="619"/>
                </a:lnTo>
                <a:lnTo>
                  <a:pt x="1169" y="619"/>
                </a:lnTo>
                <a:lnTo>
                  <a:pt x="1169" y="618"/>
                </a:lnTo>
                <a:lnTo>
                  <a:pt x="1168" y="618"/>
                </a:lnTo>
                <a:lnTo>
                  <a:pt x="1167" y="618"/>
                </a:lnTo>
                <a:lnTo>
                  <a:pt x="1166" y="618"/>
                </a:lnTo>
                <a:lnTo>
                  <a:pt x="1166" y="619"/>
                </a:lnTo>
                <a:lnTo>
                  <a:pt x="1165" y="619"/>
                </a:lnTo>
                <a:lnTo>
                  <a:pt x="1163" y="619"/>
                </a:lnTo>
                <a:lnTo>
                  <a:pt x="1163" y="620"/>
                </a:lnTo>
                <a:lnTo>
                  <a:pt x="1162" y="620"/>
                </a:lnTo>
                <a:lnTo>
                  <a:pt x="1161" y="620"/>
                </a:lnTo>
                <a:lnTo>
                  <a:pt x="1160" y="622"/>
                </a:lnTo>
                <a:lnTo>
                  <a:pt x="1160" y="623"/>
                </a:lnTo>
                <a:lnTo>
                  <a:pt x="1160" y="624"/>
                </a:lnTo>
                <a:lnTo>
                  <a:pt x="1160" y="625"/>
                </a:lnTo>
                <a:lnTo>
                  <a:pt x="1161" y="626"/>
                </a:lnTo>
                <a:lnTo>
                  <a:pt x="1162" y="627"/>
                </a:lnTo>
                <a:lnTo>
                  <a:pt x="1162" y="628"/>
                </a:lnTo>
                <a:lnTo>
                  <a:pt x="1161" y="630"/>
                </a:lnTo>
                <a:lnTo>
                  <a:pt x="1162" y="630"/>
                </a:lnTo>
                <a:lnTo>
                  <a:pt x="1163" y="631"/>
                </a:lnTo>
                <a:lnTo>
                  <a:pt x="1163" y="632"/>
                </a:lnTo>
                <a:lnTo>
                  <a:pt x="1164" y="633"/>
                </a:lnTo>
                <a:lnTo>
                  <a:pt x="1165" y="633"/>
                </a:lnTo>
                <a:lnTo>
                  <a:pt x="1166" y="634"/>
                </a:lnTo>
                <a:lnTo>
                  <a:pt x="1165" y="634"/>
                </a:lnTo>
                <a:lnTo>
                  <a:pt x="1165" y="635"/>
                </a:lnTo>
                <a:lnTo>
                  <a:pt x="1166" y="636"/>
                </a:lnTo>
                <a:lnTo>
                  <a:pt x="1166" y="637"/>
                </a:lnTo>
                <a:lnTo>
                  <a:pt x="1165" y="638"/>
                </a:lnTo>
                <a:lnTo>
                  <a:pt x="1164" y="638"/>
                </a:lnTo>
                <a:lnTo>
                  <a:pt x="1164" y="639"/>
                </a:lnTo>
                <a:lnTo>
                  <a:pt x="1165" y="640"/>
                </a:lnTo>
                <a:lnTo>
                  <a:pt x="1167" y="641"/>
                </a:lnTo>
                <a:lnTo>
                  <a:pt x="1168" y="641"/>
                </a:lnTo>
                <a:lnTo>
                  <a:pt x="1169" y="640"/>
                </a:lnTo>
                <a:lnTo>
                  <a:pt x="1170" y="640"/>
                </a:lnTo>
                <a:lnTo>
                  <a:pt x="1171" y="640"/>
                </a:lnTo>
                <a:lnTo>
                  <a:pt x="1171" y="641"/>
                </a:lnTo>
                <a:lnTo>
                  <a:pt x="1172" y="642"/>
                </a:lnTo>
                <a:lnTo>
                  <a:pt x="1174" y="643"/>
                </a:lnTo>
                <a:lnTo>
                  <a:pt x="1174" y="644"/>
                </a:lnTo>
                <a:lnTo>
                  <a:pt x="1175" y="645"/>
                </a:lnTo>
                <a:lnTo>
                  <a:pt x="1175" y="648"/>
                </a:lnTo>
                <a:lnTo>
                  <a:pt x="1174" y="649"/>
                </a:lnTo>
                <a:lnTo>
                  <a:pt x="1174" y="650"/>
                </a:lnTo>
                <a:lnTo>
                  <a:pt x="1175" y="650"/>
                </a:lnTo>
                <a:lnTo>
                  <a:pt x="1175" y="651"/>
                </a:lnTo>
                <a:lnTo>
                  <a:pt x="1175" y="650"/>
                </a:lnTo>
                <a:lnTo>
                  <a:pt x="1176" y="650"/>
                </a:lnTo>
                <a:lnTo>
                  <a:pt x="1177" y="651"/>
                </a:lnTo>
                <a:lnTo>
                  <a:pt x="1177" y="652"/>
                </a:lnTo>
                <a:lnTo>
                  <a:pt x="1177" y="653"/>
                </a:lnTo>
                <a:lnTo>
                  <a:pt x="1178" y="655"/>
                </a:lnTo>
                <a:lnTo>
                  <a:pt x="1179" y="655"/>
                </a:lnTo>
                <a:lnTo>
                  <a:pt x="1179" y="656"/>
                </a:lnTo>
                <a:lnTo>
                  <a:pt x="1179" y="657"/>
                </a:lnTo>
                <a:lnTo>
                  <a:pt x="1178" y="657"/>
                </a:lnTo>
                <a:lnTo>
                  <a:pt x="1177" y="657"/>
                </a:lnTo>
                <a:lnTo>
                  <a:pt x="1178" y="657"/>
                </a:lnTo>
                <a:lnTo>
                  <a:pt x="1178" y="658"/>
                </a:lnTo>
                <a:lnTo>
                  <a:pt x="1178" y="659"/>
                </a:lnTo>
                <a:lnTo>
                  <a:pt x="1179" y="659"/>
                </a:lnTo>
                <a:lnTo>
                  <a:pt x="1179" y="660"/>
                </a:lnTo>
                <a:lnTo>
                  <a:pt x="1180" y="660"/>
                </a:lnTo>
                <a:lnTo>
                  <a:pt x="1180" y="661"/>
                </a:lnTo>
                <a:lnTo>
                  <a:pt x="1181" y="661"/>
                </a:lnTo>
                <a:lnTo>
                  <a:pt x="1181" y="662"/>
                </a:lnTo>
                <a:lnTo>
                  <a:pt x="1181" y="661"/>
                </a:lnTo>
                <a:lnTo>
                  <a:pt x="1182" y="661"/>
                </a:lnTo>
                <a:lnTo>
                  <a:pt x="1182" y="662"/>
                </a:lnTo>
                <a:lnTo>
                  <a:pt x="1183" y="662"/>
                </a:lnTo>
                <a:lnTo>
                  <a:pt x="1182" y="662"/>
                </a:lnTo>
                <a:lnTo>
                  <a:pt x="1183" y="662"/>
                </a:lnTo>
                <a:lnTo>
                  <a:pt x="1183" y="663"/>
                </a:lnTo>
                <a:lnTo>
                  <a:pt x="1183" y="664"/>
                </a:lnTo>
                <a:lnTo>
                  <a:pt x="1184" y="664"/>
                </a:lnTo>
                <a:lnTo>
                  <a:pt x="1184" y="665"/>
                </a:lnTo>
                <a:lnTo>
                  <a:pt x="1184" y="666"/>
                </a:lnTo>
                <a:lnTo>
                  <a:pt x="1183" y="666"/>
                </a:lnTo>
                <a:lnTo>
                  <a:pt x="1183" y="667"/>
                </a:lnTo>
                <a:lnTo>
                  <a:pt x="1183" y="668"/>
                </a:lnTo>
                <a:lnTo>
                  <a:pt x="1183" y="669"/>
                </a:lnTo>
                <a:lnTo>
                  <a:pt x="1183" y="670"/>
                </a:lnTo>
                <a:lnTo>
                  <a:pt x="1183" y="671"/>
                </a:lnTo>
                <a:lnTo>
                  <a:pt x="1183" y="672"/>
                </a:lnTo>
                <a:lnTo>
                  <a:pt x="1184" y="672"/>
                </a:lnTo>
                <a:lnTo>
                  <a:pt x="1185" y="673"/>
                </a:lnTo>
                <a:lnTo>
                  <a:pt x="1185" y="675"/>
                </a:lnTo>
                <a:lnTo>
                  <a:pt x="1185" y="676"/>
                </a:lnTo>
                <a:lnTo>
                  <a:pt x="1186" y="677"/>
                </a:lnTo>
                <a:lnTo>
                  <a:pt x="1186" y="678"/>
                </a:lnTo>
                <a:lnTo>
                  <a:pt x="1187" y="679"/>
                </a:lnTo>
                <a:lnTo>
                  <a:pt x="1188" y="679"/>
                </a:lnTo>
                <a:lnTo>
                  <a:pt x="1188" y="680"/>
                </a:lnTo>
                <a:lnTo>
                  <a:pt x="1187" y="680"/>
                </a:lnTo>
                <a:lnTo>
                  <a:pt x="1187" y="681"/>
                </a:lnTo>
                <a:lnTo>
                  <a:pt x="1186" y="682"/>
                </a:lnTo>
                <a:lnTo>
                  <a:pt x="1186" y="683"/>
                </a:lnTo>
                <a:lnTo>
                  <a:pt x="1186" y="684"/>
                </a:lnTo>
                <a:lnTo>
                  <a:pt x="1185" y="685"/>
                </a:lnTo>
                <a:lnTo>
                  <a:pt x="1184" y="685"/>
                </a:lnTo>
                <a:lnTo>
                  <a:pt x="1183" y="684"/>
                </a:lnTo>
                <a:lnTo>
                  <a:pt x="1182" y="684"/>
                </a:lnTo>
                <a:lnTo>
                  <a:pt x="1180" y="684"/>
                </a:lnTo>
                <a:lnTo>
                  <a:pt x="1180" y="685"/>
                </a:lnTo>
                <a:lnTo>
                  <a:pt x="1178" y="687"/>
                </a:lnTo>
                <a:lnTo>
                  <a:pt x="1177" y="687"/>
                </a:lnTo>
                <a:lnTo>
                  <a:pt x="1177" y="688"/>
                </a:lnTo>
                <a:lnTo>
                  <a:pt x="1176" y="688"/>
                </a:lnTo>
                <a:lnTo>
                  <a:pt x="1175" y="688"/>
                </a:lnTo>
                <a:lnTo>
                  <a:pt x="1174" y="690"/>
                </a:lnTo>
                <a:lnTo>
                  <a:pt x="1174" y="691"/>
                </a:lnTo>
                <a:lnTo>
                  <a:pt x="1173" y="691"/>
                </a:lnTo>
                <a:lnTo>
                  <a:pt x="1172" y="691"/>
                </a:lnTo>
                <a:lnTo>
                  <a:pt x="1172" y="693"/>
                </a:lnTo>
                <a:lnTo>
                  <a:pt x="1172" y="694"/>
                </a:lnTo>
                <a:lnTo>
                  <a:pt x="1171" y="695"/>
                </a:lnTo>
                <a:lnTo>
                  <a:pt x="1172" y="696"/>
                </a:lnTo>
                <a:lnTo>
                  <a:pt x="1171" y="697"/>
                </a:lnTo>
                <a:lnTo>
                  <a:pt x="1171" y="698"/>
                </a:lnTo>
                <a:lnTo>
                  <a:pt x="1171" y="700"/>
                </a:lnTo>
                <a:lnTo>
                  <a:pt x="1171" y="701"/>
                </a:lnTo>
                <a:lnTo>
                  <a:pt x="1171" y="702"/>
                </a:lnTo>
                <a:lnTo>
                  <a:pt x="1172" y="702"/>
                </a:lnTo>
                <a:lnTo>
                  <a:pt x="1172" y="703"/>
                </a:lnTo>
                <a:lnTo>
                  <a:pt x="1172" y="704"/>
                </a:lnTo>
                <a:lnTo>
                  <a:pt x="1171" y="704"/>
                </a:lnTo>
                <a:lnTo>
                  <a:pt x="1171" y="705"/>
                </a:lnTo>
                <a:lnTo>
                  <a:pt x="1171" y="706"/>
                </a:lnTo>
                <a:lnTo>
                  <a:pt x="1172" y="706"/>
                </a:lnTo>
                <a:lnTo>
                  <a:pt x="1172" y="707"/>
                </a:lnTo>
                <a:lnTo>
                  <a:pt x="1173" y="707"/>
                </a:lnTo>
                <a:lnTo>
                  <a:pt x="1174" y="707"/>
                </a:lnTo>
                <a:lnTo>
                  <a:pt x="1174" y="708"/>
                </a:lnTo>
                <a:lnTo>
                  <a:pt x="1175" y="708"/>
                </a:lnTo>
                <a:lnTo>
                  <a:pt x="1176" y="708"/>
                </a:lnTo>
                <a:lnTo>
                  <a:pt x="1177" y="708"/>
                </a:lnTo>
                <a:lnTo>
                  <a:pt x="1177" y="709"/>
                </a:lnTo>
                <a:lnTo>
                  <a:pt x="1177" y="710"/>
                </a:lnTo>
                <a:lnTo>
                  <a:pt x="1176" y="710"/>
                </a:lnTo>
                <a:lnTo>
                  <a:pt x="1175" y="710"/>
                </a:lnTo>
                <a:lnTo>
                  <a:pt x="1175" y="711"/>
                </a:lnTo>
                <a:lnTo>
                  <a:pt x="1175" y="712"/>
                </a:lnTo>
                <a:lnTo>
                  <a:pt x="1176" y="714"/>
                </a:lnTo>
                <a:lnTo>
                  <a:pt x="1175" y="714"/>
                </a:lnTo>
                <a:lnTo>
                  <a:pt x="1175" y="715"/>
                </a:lnTo>
                <a:lnTo>
                  <a:pt x="1175" y="716"/>
                </a:lnTo>
                <a:lnTo>
                  <a:pt x="1176" y="716"/>
                </a:lnTo>
                <a:lnTo>
                  <a:pt x="1176" y="715"/>
                </a:lnTo>
                <a:lnTo>
                  <a:pt x="1177" y="715"/>
                </a:lnTo>
                <a:lnTo>
                  <a:pt x="1177" y="714"/>
                </a:lnTo>
                <a:lnTo>
                  <a:pt x="1178" y="713"/>
                </a:lnTo>
                <a:lnTo>
                  <a:pt x="1179" y="713"/>
                </a:lnTo>
                <a:lnTo>
                  <a:pt x="1179" y="714"/>
                </a:lnTo>
                <a:lnTo>
                  <a:pt x="1180" y="713"/>
                </a:lnTo>
                <a:lnTo>
                  <a:pt x="1180" y="716"/>
                </a:lnTo>
                <a:lnTo>
                  <a:pt x="1181" y="717"/>
                </a:lnTo>
                <a:lnTo>
                  <a:pt x="1182" y="717"/>
                </a:lnTo>
                <a:lnTo>
                  <a:pt x="1182" y="718"/>
                </a:lnTo>
                <a:lnTo>
                  <a:pt x="1183" y="718"/>
                </a:lnTo>
                <a:lnTo>
                  <a:pt x="1182" y="719"/>
                </a:lnTo>
                <a:lnTo>
                  <a:pt x="1182" y="720"/>
                </a:lnTo>
                <a:lnTo>
                  <a:pt x="1184" y="720"/>
                </a:lnTo>
                <a:lnTo>
                  <a:pt x="1184" y="721"/>
                </a:lnTo>
                <a:lnTo>
                  <a:pt x="1184" y="722"/>
                </a:lnTo>
                <a:lnTo>
                  <a:pt x="1185" y="723"/>
                </a:lnTo>
                <a:lnTo>
                  <a:pt x="1186" y="723"/>
                </a:lnTo>
                <a:lnTo>
                  <a:pt x="1187" y="723"/>
                </a:lnTo>
                <a:lnTo>
                  <a:pt x="1188" y="723"/>
                </a:lnTo>
                <a:lnTo>
                  <a:pt x="1189" y="723"/>
                </a:lnTo>
                <a:lnTo>
                  <a:pt x="1190" y="723"/>
                </a:lnTo>
                <a:lnTo>
                  <a:pt x="1190" y="722"/>
                </a:lnTo>
                <a:lnTo>
                  <a:pt x="1191" y="722"/>
                </a:lnTo>
                <a:lnTo>
                  <a:pt x="1191" y="723"/>
                </a:lnTo>
                <a:lnTo>
                  <a:pt x="1192" y="723"/>
                </a:lnTo>
                <a:lnTo>
                  <a:pt x="1193" y="724"/>
                </a:lnTo>
                <a:lnTo>
                  <a:pt x="1192" y="724"/>
                </a:lnTo>
                <a:lnTo>
                  <a:pt x="1192" y="725"/>
                </a:lnTo>
                <a:lnTo>
                  <a:pt x="1192" y="726"/>
                </a:lnTo>
                <a:lnTo>
                  <a:pt x="1192" y="727"/>
                </a:lnTo>
                <a:lnTo>
                  <a:pt x="1193" y="726"/>
                </a:lnTo>
                <a:lnTo>
                  <a:pt x="1193" y="725"/>
                </a:lnTo>
                <a:lnTo>
                  <a:pt x="1194" y="725"/>
                </a:lnTo>
                <a:lnTo>
                  <a:pt x="1193" y="724"/>
                </a:lnTo>
                <a:lnTo>
                  <a:pt x="1194" y="724"/>
                </a:lnTo>
                <a:lnTo>
                  <a:pt x="1195" y="724"/>
                </a:lnTo>
                <a:lnTo>
                  <a:pt x="1195" y="723"/>
                </a:lnTo>
                <a:lnTo>
                  <a:pt x="1196" y="723"/>
                </a:lnTo>
                <a:lnTo>
                  <a:pt x="1197" y="722"/>
                </a:lnTo>
                <a:lnTo>
                  <a:pt x="1198" y="722"/>
                </a:lnTo>
                <a:lnTo>
                  <a:pt x="1199" y="722"/>
                </a:lnTo>
                <a:lnTo>
                  <a:pt x="1199" y="721"/>
                </a:lnTo>
                <a:lnTo>
                  <a:pt x="1200" y="721"/>
                </a:lnTo>
                <a:lnTo>
                  <a:pt x="1202" y="720"/>
                </a:lnTo>
                <a:lnTo>
                  <a:pt x="1202" y="721"/>
                </a:lnTo>
                <a:lnTo>
                  <a:pt x="1203" y="721"/>
                </a:lnTo>
                <a:lnTo>
                  <a:pt x="1203" y="720"/>
                </a:lnTo>
                <a:lnTo>
                  <a:pt x="1204" y="720"/>
                </a:lnTo>
                <a:lnTo>
                  <a:pt x="1204" y="721"/>
                </a:lnTo>
                <a:lnTo>
                  <a:pt x="1203" y="721"/>
                </a:lnTo>
                <a:lnTo>
                  <a:pt x="1204" y="722"/>
                </a:lnTo>
                <a:lnTo>
                  <a:pt x="1205" y="722"/>
                </a:lnTo>
                <a:lnTo>
                  <a:pt x="1205" y="721"/>
                </a:lnTo>
                <a:lnTo>
                  <a:pt x="1206" y="721"/>
                </a:lnTo>
                <a:lnTo>
                  <a:pt x="1207" y="722"/>
                </a:lnTo>
                <a:lnTo>
                  <a:pt x="1208" y="723"/>
                </a:lnTo>
                <a:lnTo>
                  <a:pt x="1208" y="722"/>
                </a:lnTo>
                <a:lnTo>
                  <a:pt x="1209" y="722"/>
                </a:lnTo>
                <a:lnTo>
                  <a:pt x="1210" y="722"/>
                </a:lnTo>
                <a:lnTo>
                  <a:pt x="1210" y="723"/>
                </a:lnTo>
                <a:lnTo>
                  <a:pt x="1210" y="724"/>
                </a:lnTo>
                <a:lnTo>
                  <a:pt x="1209" y="724"/>
                </a:lnTo>
                <a:lnTo>
                  <a:pt x="1209" y="725"/>
                </a:lnTo>
                <a:lnTo>
                  <a:pt x="1208" y="725"/>
                </a:lnTo>
                <a:lnTo>
                  <a:pt x="1207" y="725"/>
                </a:lnTo>
                <a:lnTo>
                  <a:pt x="1207" y="724"/>
                </a:lnTo>
                <a:lnTo>
                  <a:pt x="1207" y="723"/>
                </a:lnTo>
                <a:lnTo>
                  <a:pt x="1206" y="723"/>
                </a:lnTo>
                <a:lnTo>
                  <a:pt x="1206" y="724"/>
                </a:lnTo>
                <a:lnTo>
                  <a:pt x="1205" y="724"/>
                </a:lnTo>
                <a:lnTo>
                  <a:pt x="1205" y="725"/>
                </a:lnTo>
                <a:lnTo>
                  <a:pt x="1204" y="725"/>
                </a:lnTo>
                <a:lnTo>
                  <a:pt x="1204" y="727"/>
                </a:lnTo>
                <a:lnTo>
                  <a:pt x="1205" y="727"/>
                </a:lnTo>
                <a:lnTo>
                  <a:pt x="1205" y="728"/>
                </a:lnTo>
                <a:lnTo>
                  <a:pt x="1206" y="728"/>
                </a:lnTo>
                <a:lnTo>
                  <a:pt x="1206" y="727"/>
                </a:lnTo>
                <a:lnTo>
                  <a:pt x="1207" y="728"/>
                </a:lnTo>
                <a:lnTo>
                  <a:pt x="1206" y="729"/>
                </a:lnTo>
                <a:lnTo>
                  <a:pt x="1206" y="730"/>
                </a:lnTo>
                <a:lnTo>
                  <a:pt x="1206" y="731"/>
                </a:lnTo>
                <a:lnTo>
                  <a:pt x="1207" y="731"/>
                </a:lnTo>
                <a:lnTo>
                  <a:pt x="1207" y="732"/>
                </a:lnTo>
                <a:lnTo>
                  <a:pt x="1208" y="732"/>
                </a:lnTo>
                <a:lnTo>
                  <a:pt x="1208" y="733"/>
                </a:lnTo>
                <a:lnTo>
                  <a:pt x="1209" y="733"/>
                </a:lnTo>
                <a:lnTo>
                  <a:pt x="1210" y="733"/>
                </a:lnTo>
                <a:lnTo>
                  <a:pt x="1210" y="732"/>
                </a:lnTo>
                <a:lnTo>
                  <a:pt x="1210" y="734"/>
                </a:lnTo>
                <a:lnTo>
                  <a:pt x="1209" y="734"/>
                </a:lnTo>
                <a:lnTo>
                  <a:pt x="1209" y="735"/>
                </a:lnTo>
                <a:lnTo>
                  <a:pt x="1210" y="735"/>
                </a:lnTo>
                <a:lnTo>
                  <a:pt x="1211" y="735"/>
                </a:lnTo>
                <a:lnTo>
                  <a:pt x="1212" y="736"/>
                </a:lnTo>
                <a:lnTo>
                  <a:pt x="1212" y="737"/>
                </a:lnTo>
                <a:lnTo>
                  <a:pt x="1211" y="737"/>
                </a:lnTo>
                <a:lnTo>
                  <a:pt x="1212" y="737"/>
                </a:lnTo>
                <a:lnTo>
                  <a:pt x="1212" y="738"/>
                </a:lnTo>
                <a:lnTo>
                  <a:pt x="1213" y="738"/>
                </a:lnTo>
                <a:lnTo>
                  <a:pt x="1214" y="739"/>
                </a:lnTo>
                <a:lnTo>
                  <a:pt x="1215" y="738"/>
                </a:lnTo>
                <a:lnTo>
                  <a:pt x="1215" y="739"/>
                </a:lnTo>
                <a:lnTo>
                  <a:pt x="1216" y="740"/>
                </a:lnTo>
                <a:lnTo>
                  <a:pt x="1215" y="740"/>
                </a:lnTo>
                <a:lnTo>
                  <a:pt x="1216" y="741"/>
                </a:lnTo>
                <a:lnTo>
                  <a:pt x="1216" y="742"/>
                </a:lnTo>
                <a:lnTo>
                  <a:pt x="1217" y="742"/>
                </a:lnTo>
                <a:lnTo>
                  <a:pt x="1217" y="743"/>
                </a:lnTo>
                <a:lnTo>
                  <a:pt x="1217" y="744"/>
                </a:lnTo>
                <a:lnTo>
                  <a:pt x="1216" y="744"/>
                </a:lnTo>
                <a:lnTo>
                  <a:pt x="1217" y="745"/>
                </a:lnTo>
                <a:lnTo>
                  <a:pt x="1217" y="746"/>
                </a:lnTo>
                <a:lnTo>
                  <a:pt x="1217" y="747"/>
                </a:lnTo>
                <a:lnTo>
                  <a:pt x="1218" y="747"/>
                </a:lnTo>
                <a:lnTo>
                  <a:pt x="1218" y="746"/>
                </a:lnTo>
                <a:lnTo>
                  <a:pt x="1218" y="745"/>
                </a:lnTo>
                <a:lnTo>
                  <a:pt x="1219" y="744"/>
                </a:lnTo>
                <a:lnTo>
                  <a:pt x="1219" y="743"/>
                </a:lnTo>
                <a:lnTo>
                  <a:pt x="1220" y="741"/>
                </a:lnTo>
                <a:lnTo>
                  <a:pt x="1220" y="742"/>
                </a:lnTo>
                <a:lnTo>
                  <a:pt x="1221" y="742"/>
                </a:lnTo>
                <a:lnTo>
                  <a:pt x="1221" y="741"/>
                </a:lnTo>
                <a:lnTo>
                  <a:pt x="1223" y="741"/>
                </a:lnTo>
                <a:lnTo>
                  <a:pt x="1224" y="742"/>
                </a:lnTo>
                <a:lnTo>
                  <a:pt x="1225" y="742"/>
                </a:lnTo>
                <a:lnTo>
                  <a:pt x="1226" y="742"/>
                </a:lnTo>
                <a:lnTo>
                  <a:pt x="1228" y="742"/>
                </a:lnTo>
                <a:lnTo>
                  <a:pt x="1229" y="742"/>
                </a:lnTo>
                <a:lnTo>
                  <a:pt x="1229" y="743"/>
                </a:lnTo>
                <a:lnTo>
                  <a:pt x="1230" y="743"/>
                </a:lnTo>
                <a:lnTo>
                  <a:pt x="1231" y="743"/>
                </a:lnTo>
                <a:lnTo>
                  <a:pt x="1232" y="743"/>
                </a:lnTo>
                <a:lnTo>
                  <a:pt x="1233" y="743"/>
                </a:lnTo>
                <a:lnTo>
                  <a:pt x="1233" y="744"/>
                </a:lnTo>
                <a:lnTo>
                  <a:pt x="1233" y="745"/>
                </a:lnTo>
                <a:lnTo>
                  <a:pt x="1232" y="745"/>
                </a:lnTo>
                <a:lnTo>
                  <a:pt x="1232" y="746"/>
                </a:lnTo>
                <a:lnTo>
                  <a:pt x="1233" y="746"/>
                </a:lnTo>
                <a:lnTo>
                  <a:pt x="1235" y="746"/>
                </a:lnTo>
                <a:lnTo>
                  <a:pt x="1236" y="746"/>
                </a:lnTo>
                <a:lnTo>
                  <a:pt x="1237" y="746"/>
                </a:lnTo>
                <a:lnTo>
                  <a:pt x="1237" y="745"/>
                </a:lnTo>
                <a:lnTo>
                  <a:pt x="1238" y="745"/>
                </a:lnTo>
                <a:lnTo>
                  <a:pt x="1238" y="746"/>
                </a:lnTo>
                <a:lnTo>
                  <a:pt x="1238" y="747"/>
                </a:lnTo>
                <a:lnTo>
                  <a:pt x="1238" y="746"/>
                </a:lnTo>
                <a:lnTo>
                  <a:pt x="1239" y="746"/>
                </a:lnTo>
                <a:lnTo>
                  <a:pt x="1238" y="745"/>
                </a:lnTo>
                <a:lnTo>
                  <a:pt x="1239" y="745"/>
                </a:lnTo>
                <a:lnTo>
                  <a:pt x="1240" y="745"/>
                </a:lnTo>
                <a:lnTo>
                  <a:pt x="1241" y="746"/>
                </a:lnTo>
                <a:lnTo>
                  <a:pt x="1240" y="746"/>
                </a:lnTo>
                <a:lnTo>
                  <a:pt x="1239" y="747"/>
                </a:lnTo>
                <a:lnTo>
                  <a:pt x="1238" y="747"/>
                </a:lnTo>
                <a:lnTo>
                  <a:pt x="1237" y="747"/>
                </a:lnTo>
                <a:lnTo>
                  <a:pt x="1238" y="748"/>
                </a:lnTo>
                <a:lnTo>
                  <a:pt x="1238" y="749"/>
                </a:lnTo>
                <a:lnTo>
                  <a:pt x="1238" y="750"/>
                </a:lnTo>
                <a:lnTo>
                  <a:pt x="1238" y="751"/>
                </a:lnTo>
                <a:lnTo>
                  <a:pt x="1239" y="752"/>
                </a:lnTo>
                <a:lnTo>
                  <a:pt x="1239" y="753"/>
                </a:lnTo>
                <a:lnTo>
                  <a:pt x="1239" y="754"/>
                </a:lnTo>
                <a:lnTo>
                  <a:pt x="1239" y="755"/>
                </a:lnTo>
                <a:lnTo>
                  <a:pt x="1239" y="756"/>
                </a:lnTo>
                <a:lnTo>
                  <a:pt x="1241" y="756"/>
                </a:lnTo>
                <a:lnTo>
                  <a:pt x="1240" y="757"/>
                </a:lnTo>
                <a:lnTo>
                  <a:pt x="1241" y="757"/>
                </a:lnTo>
                <a:lnTo>
                  <a:pt x="1241" y="758"/>
                </a:lnTo>
                <a:lnTo>
                  <a:pt x="1241" y="760"/>
                </a:lnTo>
                <a:lnTo>
                  <a:pt x="1241" y="761"/>
                </a:lnTo>
                <a:lnTo>
                  <a:pt x="1242" y="761"/>
                </a:lnTo>
                <a:lnTo>
                  <a:pt x="1242" y="760"/>
                </a:lnTo>
                <a:lnTo>
                  <a:pt x="1243" y="760"/>
                </a:lnTo>
                <a:lnTo>
                  <a:pt x="1243" y="758"/>
                </a:lnTo>
                <a:lnTo>
                  <a:pt x="1243" y="757"/>
                </a:lnTo>
                <a:lnTo>
                  <a:pt x="1243" y="756"/>
                </a:lnTo>
                <a:lnTo>
                  <a:pt x="1244" y="756"/>
                </a:lnTo>
                <a:lnTo>
                  <a:pt x="1245" y="755"/>
                </a:lnTo>
                <a:lnTo>
                  <a:pt x="1246" y="754"/>
                </a:lnTo>
                <a:lnTo>
                  <a:pt x="1247" y="753"/>
                </a:lnTo>
                <a:lnTo>
                  <a:pt x="1247" y="752"/>
                </a:lnTo>
                <a:lnTo>
                  <a:pt x="1248" y="752"/>
                </a:lnTo>
                <a:lnTo>
                  <a:pt x="1248" y="753"/>
                </a:lnTo>
                <a:lnTo>
                  <a:pt x="1248" y="754"/>
                </a:lnTo>
                <a:lnTo>
                  <a:pt x="1248" y="753"/>
                </a:lnTo>
                <a:lnTo>
                  <a:pt x="1248" y="754"/>
                </a:lnTo>
                <a:lnTo>
                  <a:pt x="1249" y="754"/>
                </a:lnTo>
                <a:lnTo>
                  <a:pt x="1249" y="755"/>
                </a:lnTo>
                <a:lnTo>
                  <a:pt x="1251" y="755"/>
                </a:lnTo>
                <a:lnTo>
                  <a:pt x="1252" y="755"/>
                </a:lnTo>
                <a:lnTo>
                  <a:pt x="1253" y="755"/>
                </a:lnTo>
                <a:lnTo>
                  <a:pt x="1253" y="757"/>
                </a:lnTo>
                <a:lnTo>
                  <a:pt x="1253" y="758"/>
                </a:lnTo>
                <a:lnTo>
                  <a:pt x="1254" y="760"/>
                </a:lnTo>
                <a:lnTo>
                  <a:pt x="1254" y="761"/>
                </a:lnTo>
                <a:lnTo>
                  <a:pt x="1253" y="761"/>
                </a:lnTo>
                <a:lnTo>
                  <a:pt x="1253" y="762"/>
                </a:lnTo>
                <a:lnTo>
                  <a:pt x="1254" y="762"/>
                </a:lnTo>
                <a:lnTo>
                  <a:pt x="1254" y="763"/>
                </a:lnTo>
                <a:lnTo>
                  <a:pt x="1254" y="764"/>
                </a:lnTo>
                <a:lnTo>
                  <a:pt x="1255" y="764"/>
                </a:lnTo>
                <a:lnTo>
                  <a:pt x="1256" y="764"/>
                </a:lnTo>
                <a:lnTo>
                  <a:pt x="1257" y="766"/>
                </a:lnTo>
                <a:lnTo>
                  <a:pt x="1257" y="767"/>
                </a:lnTo>
                <a:lnTo>
                  <a:pt x="1259" y="768"/>
                </a:lnTo>
                <a:lnTo>
                  <a:pt x="1260" y="769"/>
                </a:lnTo>
                <a:lnTo>
                  <a:pt x="1260" y="770"/>
                </a:lnTo>
                <a:lnTo>
                  <a:pt x="1260" y="771"/>
                </a:lnTo>
                <a:lnTo>
                  <a:pt x="1261" y="771"/>
                </a:lnTo>
                <a:lnTo>
                  <a:pt x="1261" y="772"/>
                </a:lnTo>
                <a:lnTo>
                  <a:pt x="1262" y="772"/>
                </a:lnTo>
                <a:lnTo>
                  <a:pt x="1263" y="772"/>
                </a:lnTo>
                <a:lnTo>
                  <a:pt x="1263" y="773"/>
                </a:lnTo>
                <a:lnTo>
                  <a:pt x="1264" y="773"/>
                </a:lnTo>
                <a:lnTo>
                  <a:pt x="1264" y="774"/>
                </a:lnTo>
                <a:lnTo>
                  <a:pt x="1265" y="773"/>
                </a:lnTo>
                <a:lnTo>
                  <a:pt x="1265" y="772"/>
                </a:lnTo>
                <a:lnTo>
                  <a:pt x="1265" y="771"/>
                </a:lnTo>
                <a:lnTo>
                  <a:pt x="1264" y="771"/>
                </a:lnTo>
                <a:lnTo>
                  <a:pt x="1264" y="770"/>
                </a:lnTo>
                <a:lnTo>
                  <a:pt x="1265" y="770"/>
                </a:lnTo>
                <a:lnTo>
                  <a:pt x="1266" y="770"/>
                </a:lnTo>
                <a:lnTo>
                  <a:pt x="1267" y="770"/>
                </a:lnTo>
                <a:lnTo>
                  <a:pt x="1268" y="770"/>
                </a:lnTo>
                <a:lnTo>
                  <a:pt x="1269" y="769"/>
                </a:lnTo>
                <a:lnTo>
                  <a:pt x="1270" y="769"/>
                </a:lnTo>
                <a:lnTo>
                  <a:pt x="1270" y="768"/>
                </a:lnTo>
                <a:lnTo>
                  <a:pt x="1271" y="767"/>
                </a:lnTo>
                <a:lnTo>
                  <a:pt x="1272" y="767"/>
                </a:lnTo>
                <a:lnTo>
                  <a:pt x="1273" y="767"/>
                </a:lnTo>
                <a:lnTo>
                  <a:pt x="1273" y="766"/>
                </a:lnTo>
                <a:lnTo>
                  <a:pt x="1274" y="766"/>
                </a:lnTo>
                <a:lnTo>
                  <a:pt x="1276" y="764"/>
                </a:lnTo>
                <a:lnTo>
                  <a:pt x="1275" y="763"/>
                </a:lnTo>
                <a:lnTo>
                  <a:pt x="1276" y="762"/>
                </a:lnTo>
                <a:lnTo>
                  <a:pt x="1277" y="762"/>
                </a:lnTo>
                <a:lnTo>
                  <a:pt x="1277" y="761"/>
                </a:lnTo>
                <a:lnTo>
                  <a:pt x="1276" y="760"/>
                </a:lnTo>
                <a:lnTo>
                  <a:pt x="1277" y="760"/>
                </a:lnTo>
                <a:lnTo>
                  <a:pt x="1276" y="758"/>
                </a:lnTo>
                <a:lnTo>
                  <a:pt x="1276" y="757"/>
                </a:lnTo>
                <a:lnTo>
                  <a:pt x="1276" y="756"/>
                </a:lnTo>
                <a:lnTo>
                  <a:pt x="1276" y="755"/>
                </a:lnTo>
                <a:lnTo>
                  <a:pt x="1277" y="755"/>
                </a:lnTo>
                <a:lnTo>
                  <a:pt x="1277" y="754"/>
                </a:lnTo>
                <a:lnTo>
                  <a:pt x="1276" y="754"/>
                </a:lnTo>
                <a:lnTo>
                  <a:pt x="1276" y="753"/>
                </a:lnTo>
                <a:lnTo>
                  <a:pt x="1276" y="752"/>
                </a:lnTo>
                <a:lnTo>
                  <a:pt x="1275" y="752"/>
                </a:lnTo>
                <a:lnTo>
                  <a:pt x="1275" y="751"/>
                </a:lnTo>
                <a:lnTo>
                  <a:pt x="1275" y="750"/>
                </a:lnTo>
                <a:lnTo>
                  <a:pt x="1275" y="749"/>
                </a:lnTo>
                <a:lnTo>
                  <a:pt x="1276" y="748"/>
                </a:lnTo>
                <a:lnTo>
                  <a:pt x="1276" y="747"/>
                </a:lnTo>
                <a:lnTo>
                  <a:pt x="1275" y="747"/>
                </a:lnTo>
                <a:lnTo>
                  <a:pt x="1275" y="748"/>
                </a:lnTo>
                <a:lnTo>
                  <a:pt x="1274" y="748"/>
                </a:lnTo>
                <a:lnTo>
                  <a:pt x="1273" y="748"/>
                </a:lnTo>
                <a:lnTo>
                  <a:pt x="1273" y="747"/>
                </a:lnTo>
                <a:lnTo>
                  <a:pt x="1273" y="746"/>
                </a:lnTo>
                <a:lnTo>
                  <a:pt x="1273" y="745"/>
                </a:lnTo>
                <a:lnTo>
                  <a:pt x="1272" y="745"/>
                </a:lnTo>
                <a:lnTo>
                  <a:pt x="1272" y="744"/>
                </a:lnTo>
                <a:lnTo>
                  <a:pt x="1271" y="744"/>
                </a:lnTo>
                <a:lnTo>
                  <a:pt x="1271" y="743"/>
                </a:lnTo>
                <a:lnTo>
                  <a:pt x="1272" y="743"/>
                </a:lnTo>
                <a:lnTo>
                  <a:pt x="1272" y="742"/>
                </a:lnTo>
                <a:lnTo>
                  <a:pt x="1272" y="741"/>
                </a:lnTo>
                <a:lnTo>
                  <a:pt x="1272" y="740"/>
                </a:lnTo>
                <a:lnTo>
                  <a:pt x="1272" y="739"/>
                </a:lnTo>
                <a:lnTo>
                  <a:pt x="1273" y="739"/>
                </a:lnTo>
                <a:lnTo>
                  <a:pt x="1273" y="738"/>
                </a:lnTo>
                <a:lnTo>
                  <a:pt x="1274" y="738"/>
                </a:lnTo>
                <a:lnTo>
                  <a:pt x="1275" y="738"/>
                </a:lnTo>
                <a:lnTo>
                  <a:pt x="1274" y="737"/>
                </a:lnTo>
                <a:lnTo>
                  <a:pt x="1274" y="736"/>
                </a:lnTo>
                <a:lnTo>
                  <a:pt x="1274" y="735"/>
                </a:lnTo>
                <a:lnTo>
                  <a:pt x="1273" y="735"/>
                </a:lnTo>
                <a:lnTo>
                  <a:pt x="1273" y="734"/>
                </a:lnTo>
                <a:lnTo>
                  <a:pt x="1273" y="733"/>
                </a:lnTo>
                <a:lnTo>
                  <a:pt x="1272" y="733"/>
                </a:lnTo>
                <a:lnTo>
                  <a:pt x="1272" y="732"/>
                </a:lnTo>
                <a:lnTo>
                  <a:pt x="1273" y="732"/>
                </a:lnTo>
                <a:lnTo>
                  <a:pt x="1273" y="731"/>
                </a:lnTo>
                <a:lnTo>
                  <a:pt x="1272" y="730"/>
                </a:lnTo>
                <a:lnTo>
                  <a:pt x="1271" y="729"/>
                </a:lnTo>
                <a:lnTo>
                  <a:pt x="1271" y="728"/>
                </a:lnTo>
                <a:lnTo>
                  <a:pt x="1271" y="727"/>
                </a:lnTo>
                <a:lnTo>
                  <a:pt x="1271" y="726"/>
                </a:lnTo>
                <a:lnTo>
                  <a:pt x="1272" y="726"/>
                </a:lnTo>
                <a:lnTo>
                  <a:pt x="1272" y="725"/>
                </a:lnTo>
                <a:lnTo>
                  <a:pt x="1273" y="724"/>
                </a:lnTo>
                <a:lnTo>
                  <a:pt x="1273" y="723"/>
                </a:lnTo>
                <a:lnTo>
                  <a:pt x="1274" y="723"/>
                </a:lnTo>
                <a:lnTo>
                  <a:pt x="1275" y="723"/>
                </a:lnTo>
                <a:lnTo>
                  <a:pt x="1275" y="722"/>
                </a:lnTo>
                <a:lnTo>
                  <a:pt x="1276" y="722"/>
                </a:lnTo>
                <a:lnTo>
                  <a:pt x="1276" y="721"/>
                </a:lnTo>
                <a:lnTo>
                  <a:pt x="1277" y="721"/>
                </a:lnTo>
                <a:lnTo>
                  <a:pt x="1278" y="722"/>
                </a:lnTo>
                <a:lnTo>
                  <a:pt x="1278" y="723"/>
                </a:lnTo>
                <a:lnTo>
                  <a:pt x="1279" y="723"/>
                </a:lnTo>
                <a:lnTo>
                  <a:pt x="1279" y="721"/>
                </a:lnTo>
                <a:lnTo>
                  <a:pt x="1280" y="721"/>
                </a:lnTo>
                <a:lnTo>
                  <a:pt x="1281" y="721"/>
                </a:lnTo>
                <a:lnTo>
                  <a:pt x="1282" y="721"/>
                </a:lnTo>
                <a:lnTo>
                  <a:pt x="1283" y="721"/>
                </a:lnTo>
                <a:lnTo>
                  <a:pt x="1283" y="722"/>
                </a:lnTo>
                <a:lnTo>
                  <a:pt x="1284" y="722"/>
                </a:lnTo>
                <a:lnTo>
                  <a:pt x="1284" y="723"/>
                </a:lnTo>
                <a:lnTo>
                  <a:pt x="1285" y="723"/>
                </a:lnTo>
                <a:lnTo>
                  <a:pt x="1286" y="722"/>
                </a:lnTo>
                <a:lnTo>
                  <a:pt x="1285" y="721"/>
                </a:lnTo>
                <a:lnTo>
                  <a:pt x="1286" y="720"/>
                </a:lnTo>
                <a:lnTo>
                  <a:pt x="1286" y="721"/>
                </a:lnTo>
                <a:lnTo>
                  <a:pt x="1287" y="721"/>
                </a:lnTo>
                <a:lnTo>
                  <a:pt x="1287" y="722"/>
                </a:lnTo>
                <a:lnTo>
                  <a:pt x="1287" y="723"/>
                </a:lnTo>
                <a:lnTo>
                  <a:pt x="1288" y="724"/>
                </a:lnTo>
                <a:lnTo>
                  <a:pt x="1289" y="724"/>
                </a:lnTo>
                <a:lnTo>
                  <a:pt x="1290" y="724"/>
                </a:lnTo>
                <a:lnTo>
                  <a:pt x="1291" y="724"/>
                </a:lnTo>
                <a:lnTo>
                  <a:pt x="1291" y="725"/>
                </a:lnTo>
                <a:lnTo>
                  <a:pt x="1292" y="725"/>
                </a:lnTo>
                <a:lnTo>
                  <a:pt x="1292" y="724"/>
                </a:lnTo>
                <a:lnTo>
                  <a:pt x="1292" y="723"/>
                </a:lnTo>
                <a:lnTo>
                  <a:pt x="1293" y="722"/>
                </a:lnTo>
                <a:lnTo>
                  <a:pt x="1294" y="723"/>
                </a:lnTo>
                <a:lnTo>
                  <a:pt x="1294" y="724"/>
                </a:lnTo>
                <a:lnTo>
                  <a:pt x="1295" y="724"/>
                </a:lnTo>
                <a:lnTo>
                  <a:pt x="1296" y="725"/>
                </a:lnTo>
                <a:lnTo>
                  <a:pt x="1296" y="726"/>
                </a:lnTo>
                <a:lnTo>
                  <a:pt x="1297" y="726"/>
                </a:lnTo>
                <a:lnTo>
                  <a:pt x="1297" y="727"/>
                </a:lnTo>
                <a:lnTo>
                  <a:pt x="1298" y="727"/>
                </a:lnTo>
                <a:lnTo>
                  <a:pt x="1298" y="726"/>
                </a:lnTo>
                <a:lnTo>
                  <a:pt x="1299" y="726"/>
                </a:lnTo>
                <a:lnTo>
                  <a:pt x="1299" y="727"/>
                </a:lnTo>
                <a:lnTo>
                  <a:pt x="1299" y="726"/>
                </a:lnTo>
                <a:lnTo>
                  <a:pt x="1298" y="726"/>
                </a:lnTo>
                <a:lnTo>
                  <a:pt x="1298" y="725"/>
                </a:lnTo>
                <a:lnTo>
                  <a:pt x="1299" y="724"/>
                </a:lnTo>
                <a:lnTo>
                  <a:pt x="1299" y="723"/>
                </a:lnTo>
                <a:lnTo>
                  <a:pt x="1300" y="723"/>
                </a:lnTo>
                <a:lnTo>
                  <a:pt x="1300" y="722"/>
                </a:lnTo>
                <a:lnTo>
                  <a:pt x="1301" y="722"/>
                </a:lnTo>
                <a:lnTo>
                  <a:pt x="1301" y="723"/>
                </a:lnTo>
                <a:lnTo>
                  <a:pt x="1302" y="723"/>
                </a:lnTo>
                <a:lnTo>
                  <a:pt x="1303" y="723"/>
                </a:lnTo>
                <a:lnTo>
                  <a:pt x="1303" y="724"/>
                </a:lnTo>
                <a:lnTo>
                  <a:pt x="1304" y="724"/>
                </a:lnTo>
                <a:lnTo>
                  <a:pt x="1305" y="724"/>
                </a:lnTo>
                <a:lnTo>
                  <a:pt x="1305" y="723"/>
                </a:lnTo>
                <a:lnTo>
                  <a:pt x="1305" y="722"/>
                </a:lnTo>
                <a:lnTo>
                  <a:pt x="1305" y="721"/>
                </a:lnTo>
                <a:lnTo>
                  <a:pt x="1306" y="721"/>
                </a:lnTo>
                <a:lnTo>
                  <a:pt x="1308" y="721"/>
                </a:lnTo>
                <a:lnTo>
                  <a:pt x="1309" y="721"/>
                </a:lnTo>
                <a:lnTo>
                  <a:pt x="1309" y="722"/>
                </a:lnTo>
                <a:lnTo>
                  <a:pt x="1310" y="721"/>
                </a:lnTo>
                <a:lnTo>
                  <a:pt x="1310" y="720"/>
                </a:lnTo>
                <a:lnTo>
                  <a:pt x="1309" y="720"/>
                </a:lnTo>
                <a:lnTo>
                  <a:pt x="1310" y="718"/>
                </a:lnTo>
                <a:lnTo>
                  <a:pt x="1310" y="717"/>
                </a:lnTo>
                <a:lnTo>
                  <a:pt x="1311" y="718"/>
                </a:lnTo>
                <a:lnTo>
                  <a:pt x="1311" y="719"/>
                </a:lnTo>
                <a:lnTo>
                  <a:pt x="1312" y="719"/>
                </a:lnTo>
                <a:lnTo>
                  <a:pt x="1312" y="718"/>
                </a:lnTo>
                <a:lnTo>
                  <a:pt x="1313" y="718"/>
                </a:lnTo>
                <a:lnTo>
                  <a:pt x="1314" y="718"/>
                </a:lnTo>
                <a:lnTo>
                  <a:pt x="1314" y="717"/>
                </a:lnTo>
                <a:lnTo>
                  <a:pt x="1314" y="716"/>
                </a:lnTo>
                <a:lnTo>
                  <a:pt x="1313" y="716"/>
                </a:lnTo>
                <a:lnTo>
                  <a:pt x="1313" y="715"/>
                </a:lnTo>
                <a:lnTo>
                  <a:pt x="1312" y="714"/>
                </a:lnTo>
                <a:lnTo>
                  <a:pt x="1314" y="715"/>
                </a:lnTo>
                <a:lnTo>
                  <a:pt x="1315" y="715"/>
                </a:lnTo>
                <a:lnTo>
                  <a:pt x="1315" y="714"/>
                </a:lnTo>
                <a:lnTo>
                  <a:pt x="1314" y="712"/>
                </a:lnTo>
                <a:lnTo>
                  <a:pt x="1313" y="712"/>
                </a:lnTo>
                <a:lnTo>
                  <a:pt x="1312" y="712"/>
                </a:lnTo>
                <a:lnTo>
                  <a:pt x="1312" y="711"/>
                </a:lnTo>
                <a:lnTo>
                  <a:pt x="1311" y="711"/>
                </a:lnTo>
                <a:lnTo>
                  <a:pt x="1311" y="710"/>
                </a:lnTo>
                <a:lnTo>
                  <a:pt x="1310" y="710"/>
                </a:lnTo>
                <a:lnTo>
                  <a:pt x="1310" y="709"/>
                </a:lnTo>
                <a:lnTo>
                  <a:pt x="1310" y="708"/>
                </a:lnTo>
                <a:lnTo>
                  <a:pt x="1310" y="707"/>
                </a:lnTo>
                <a:lnTo>
                  <a:pt x="1310" y="708"/>
                </a:lnTo>
                <a:lnTo>
                  <a:pt x="1311" y="708"/>
                </a:lnTo>
                <a:lnTo>
                  <a:pt x="1311" y="707"/>
                </a:lnTo>
                <a:lnTo>
                  <a:pt x="1310" y="707"/>
                </a:lnTo>
                <a:lnTo>
                  <a:pt x="1309" y="707"/>
                </a:lnTo>
                <a:lnTo>
                  <a:pt x="1308" y="707"/>
                </a:lnTo>
                <a:lnTo>
                  <a:pt x="1308" y="706"/>
                </a:lnTo>
                <a:lnTo>
                  <a:pt x="1309" y="706"/>
                </a:lnTo>
                <a:lnTo>
                  <a:pt x="1309" y="705"/>
                </a:lnTo>
                <a:lnTo>
                  <a:pt x="1310" y="705"/>
                </a:lnTo>
                <a:lnTo>
                  <a:pt x="1310" y="704"/>
                </a:lnTo>
                <a:lnTo>
                  <a:pt x="1311" y="704"/>
                </a:lnTo>
                <a:lnTo>
                  <a:pt x="1311" y="703"/>
                </a:lnTo>
                <a:lnTo>
                  <a:pt x="1312" y="703"/>
                </a:lnTo>
                <a:lnTo>
                  <a:pt x="1313" y="704"/>
                </a:lnTo>
                <a:lnTo>
                  <a:pt x="1313" y="703"/>
                </a:lnTo>
                <a:lnTo>
                  <a:pt x="1313" y="702"/>
                </a:lnTo>
                <a:lnTo>
                  <a:pt x="1314" y="702"/>
                </a:lnTo>
                <a:lnTo>
                  <a:pt x="1315" y="702"/>
                </a:lnTo>
                <a:lnTo>
                  <a:pt x="1316" y="702"/>
                </a:lnTo>
                <a:lnTo>
                  <a:pt x="1317" y="701"/>
                </a:lnTo>
                <a:lnTo>
                  <a:pt x="1316" y="700"/>
                </a:lnTo>
                <a:lnTo>
                  <a:pt x="1315" y="700"/>
                </a:lnTo>
                <a:lnTo>
                  <a:pt x="1314" y="700"/>
                </a:lnTo>
                <a:lnTo>
                  <a:pt x="1314" y="701"/>
                </a:lnTo>
                <a:lnTo>
                  <a:pt x="1313" y="701"/>
                </a:lnTo>
                <a:lnTo>
                  <a:pt x="1312" y="699"/>
                </a:lnTo>
                <a:lnTo>
                  <a:pt x="1312" y="698"/>
                </a:lnTo>
                <a:lnTo>
                  <a:pt x="1312" y="697"/>
                </a:lnTo>
                <a:lnTo>
                  <a:pt x="1312" y="698"/>
                </a:lnTo>
                <a:lnTo>
                  <a:pt x="1313" y="698"/>
                </a:lnTo>
                <a:lnTo>
                  <a:pt x="1314" y="698"/>
                </a:lnTo>
                <a:lnTo>
                  <a:pt x="1314" y="699"/>
                </a:lnTo>
                <a:lnTo>
                  <a:pt x="1313" y="699"/>
                </a:lnTo>
                <a:lnTo>
                  <a:pt x="1313" y="700"/>
                </a:lnTo>
                <a:lnTo>
                  <a:pt x="1313" y="701"/>
                </a:lnTo>
                <a:lnTo>
                  <a:pt x="1314" y="701"/>
                </a:lnTo>
                <a:lnTo>
                  <a:pt x="1314" y="700"/>
                </a:lnTo>
                <a:lnTo>
                  <a:pt x="1314" y="698"/>
                </a:lnTo>
                <a:lnTo>
                  <a:pt x="1315" y="698"/>
                </a:lnTo>
                <a:lnTo>
                  <a:pt x="1315" y="697"/>
                </a:lnTo>
                <a:lnTo>
                  <a:pt x="1316" y="697"/>
                </a:lnTo>
                <a:lnTo>
                  <a:pt x="1317" y="696"/>
                </a:lnTo>
                <a:lnTo>
                  <a:pt x="1317" y="694"/>
                </a:lnTo>
                <a:lnTo>
                  <a:pt x="1316" y="694"/>
                </a:lnTo>
                <a:lnTo>
                  <a:pt x="1315" y="694"/>
                </a:lnTo>
                <a:lnTo>
                  <a:pt x="1315" y="693"/>
                </a:lnTo>
                <a:lnTo>
                  <a:pt x="1315" y="692"/>
                </a:lnTo>
                <a:lnTo>
                  <a:pt x="1316" y="692"/>
                </a:lnTo>
                <a:lnTo>
                  <a:pt x="1316" y="691"/>
                </a:lnTo>
                <a:lnTo>
                  <a:pt x="1316" y="690"/>
                </a:lnTo>
                <a:lnTo>
                  <a:pt x="1316" y="689"/>
                </a:lnTo>
                <a:lnTo>
                  <a:pt x="1316" y="688"/>
                </a:lnTo>
                <a:lnTo>
                  <a:pt x="1317" y="688"/>
                </a:lnTo>
                <a:lnTo>
                  <a:pt x="1318" y="687"/>
                </a:lnTo>
                <a:lnTo>
                  <a:pt x="1318" y="685"/>
                </a:lnTo>
                <a:lnTo>
                  <a:pt x="1317" y="685"/>
                </a:lnTo>
                <a:lnTo>
                  <a:pt x="1316" y="684"/>
                </a:lnTo>
                <a:lnTo>
                  <a:pt x="1317" y="682"/>
                </a:lnTo>
                <a:lnTo>
                  <a:pt x="1316" y="682"/>
                </a:lnTo>
                <a:lnTo>
                  <a:pt x="1316" y="683"/>
                </a:lnTo>
                <a:lnTo>
                  <a:pt x="1315" y="683"/>
                </a:lnTo>
                <a:lnTo>
                  <a:pt x="1315" y="682"/>
                </a:lnTo>
                <a:lnTo>
                  <a:pt x="1315" y="681"/>
                </a:lnTo>
                <a:lnTo>
                  <a:pt x="1314" y="681"/>
                </a:lnTo>
                <a:lnTo>
                  <a:pt x="1313" y="681"/>
                </a:lnTo>
                <a:lnTo>
                  <a:pt x="1313" y="680"/>
                </a:lnTo>
                <a:lnTo>
                  <a:pt x="1313" y="679"/>
                </a:lnTo>
                <a:lnTo>
                  <a:pt x="1312" y="677"/>
                </a:lnTo>
                <a:lnTo>
                  <a:pt x="1312" y="678"/>
                </a:lnTo>
                <a:lnTo>
                  <a:pt x="1311" y="678"/>
                </a:lnTo>
                <a:lnTo>
                  <a:pt x="1311" y="677"/>
                </a:lnTo>
                <a:lnTo>
                  <a:pt x="1311" y="676"/>
                </a:lnTo>
                <a:lnTo>
                  <a:pt x="1310" y="676"/>
                </a:lnTo>
                <a:lnTo>
                  <a:pt x="1310" y="675"/>
                </a:lnTo>
                <a:lnTo>
                  <a:pt x="1309" y="675"/>
                </a:lnTo>
                <a:lnTo>
                  <a:pt x="1309" y="673"/>
                </a:lnTo>
                <a:lnTo>
                  <a:pt x="1308" y="673"/>
                </a:lnTo>
                <a:lnTo>
                  <a:pt x="1308" y="674"/>
                </a:lnTo>
                <a:lnTo>
                  <a:pt x="1307" y="674"/>
                </a:lnTo>
                <a:lnTo>
                  <a:pt x="1307" y="673"/>
                </a:lnTo>
                <a:lnTo>
                  <a:pt x="1307" y="672"/>
                </a:lnTo>
                <a:lnTo>
                  <a:pt x="1307" y="671"/>
                </a:lnTo>
                <a:lnTo>
                  <a:pt x="1306" y="671"/>
                </a:lnTo>
                <a:lnTo>
                  <a:pt x="1306" y="672"/>
                </a:lnTo>
                <a:lnTo>
                  <a:pt x="1306" y="673"/>
                </a:lnTo>
                <a:lnTo>
                  <a:pt x="1306" y="672"/>
                </a:lnTo>
                <a:lnTo>
                  <a:pt x="1305" y="672"/>
                </a:lnTo>
                <a:lnTo>
                  <a:pt x="1304" y="672"/>
                </a:lnTo>
                <a:lnTo>
                  <a:pt x="1304" y="673"/>
                </a:lnTo>
                <a:lnTo>
                  <a:pt x="1303" y="672"/>
                </a:lnTo>
                <a:lnTo>
                  <a:pt x="1301" y="672"/>
                </a:lnTo>
                <a:lnTo>
                  <a:pt x="1301" y="673"/>
                </a:lnTo>
                <a:lnTo>
                  <a:pt x="1300" y="673"/>
                </a:lnTo>
                <a:lnTo>
                  <a:pt x="1299" y="672"/>
                </a:lnTo>
                <a:lnTo>
                  <a:pt x="1298" y="670"/>
                </a:lnTo>
                <a:lnTo>
                  <a:pt x="1297" y="671"/>
                </a:lnTo>
                <a:lnTo>
                  <a:pt x="1296" y="671"/>
                </a:lnTo>
                <a:lnTo>
                  <a:pt x="1295" y="670"/>
                </a:lnTo>
                <a:lnTo>
                  <a:pt x="1294" y="670"/>
                </a:lnTo>
                <a:lnTo>
                  <a:pt x="1294" y="669"/>
                </a:lnTo>
                <a:lnTo>
                  <a:pt x="1293" y="667"/>
                </a:lnTo>
                <a:lnTo>
                  <a:pt x="1292" y="667"/>
                </a:lnTo>
                <a:lnTo>
                  <a:pt x="1291" y="667"/>
                </a:lnTo>
                <a:lnTo>
                  <a:pt x="1291" y="668"/>
                </a:lnTo>
                <a:lnTo>
                  <a:pt x="1290" y="668"/>
                </a:lnTo>
                <a:lnTo>
                  <a:pt x="1290" y="666"/>
                </a:lnTo>
                <a:lnTo>
                  <a:pt x="1289" y="665"/>
                </a:lnTo>
                <a:lnTo>
                  <a:pt x="1289" y="666"/>
                </a:lnTo>
                <a:lnTo>
                  <a:pt x="1289" y="667"/>
                </a:lnTo>
                <a:lnTo>
                  <a:pt x="1289" y="668"/>
                </a:lnTo>
                <a:lnTo>
                  <a:pt x="1287" y="667"/>
                </a:lnTo>
                <a:lnTo>
                  <a:pt x="1286" y="667"/>
                </a:lnTo>
                <a:lnTo>
                  <a:pt x="1286" y="666"/>
                </a:lnTo>
                <a:lnTo>
                  <a:pt x="1286" y="665"/>
                </a:lnTo>
                <a:lnTo>
                  <a:pt x="1286" y="664"/>
                </a:lnTo>
                <a:lnTo>
                  <a:pt x="1286" y="665"/>
                </a:lnTo>
                <a:lnTo>
                  <a:pt x="1285" y="665"/>
                </a:lnTo>
                <a:lnTo>
                  <a:pt x="1285" y="666"/>
                </a:lnTo>
                <a:lnTo>
                  <a:pt x="1285" y="667"/>
                </a:lnTo>
                <a:lnTo>
                  <a:pt x="1284" y="666"/>
                </a:lnTo>
                <a:lnTo>
                  <a:pt x="1283" y="665"/>
                </a:lnTo>
                <a:lnTo>
                  <a:pt x="1282" y="665"/>
                </a:lnTo>
                <a:lnTo>
                  <a:pt x="1282" y="666"/>
                </a:lnTo>
                <a:lnTo>
                  <a:pt x="1282" y="667"/>
                </a:lnTo>
                <a:lnTo>
                  <a:pt x="1282" y="668"/>
                </a:lnTo>
                <a:lnTo>
                  <a:pt x="1281" y="668"/>
                </a:lnTo>
                <a:lnTo>
                  <a:pt x="1280" y="669"/>
                </a:lnTo>
                <a:lnTo>
                  <a:pt x="1280" y="668"/>
                </a:lnTo>
                <a:lnTo>
                  <a:pt x="1278" y="667"/>
                </a:lnTo>
                <a:lnTo>
                  <a:pt x="1277" y="667"/>
                </a:lnTo>
                <a:lnTo>
                  <a:pt x="1276" y="667"/>
                </a:lnTo>
                <a:lnTo>
                  <a:pt x="1275" y="666"/>
                </a:lnTo>
                <a:lnTo>
                  <a:pt x="1275" y="665"/>
                </a:lnTo>
                <a:lnTo>
                  <a:pt x="1274" y="664"/>
                </a:lnTo>
                <a:lnTo>
                  <a:pt x="1274" y="663"/>
                </a:lnTo>
                <a:lnTo>
                  <a:pt x="1275" y="662"/>
                </a:lnTo>
                <a:lnTo>
                  <a:pt x="1275" y="663"/>
                </a:lnTo>
                <a:lnTo>
                  <a:pt x="1276" y="663"/>
                </a:lnTo>
                <a:lnTo>
                  <a:pt x="1277" y="663"/>
                </a:lnTo>
                <a:lnTo>
                  <a:pt x="1277" y="662"/>
                </a:lnTo>
                <a:lnTo>
                  <a:pt x="1276" y="662"/>
                </a:lnTo>
                <a:lnTo>
                  <a:pt x="1277" y="662"/>
                </a:lnTo>
                <a:lnTo>
                  <a:pt x="1277" y="661"/>
                </a:lnTo>
                <a:lnTo>
                  <a:pt x="1277" y="660"/>
                </a:lnTo>
                <a:lnTo>
                  <a:pt x="1277" y="659"/>
                </a:lnTo>
                <a:lnTo>
                  <a:pt x="1277" y="657"/>
                </a:lnTo>
                <a:lnTo>
                  <a:pt x="1278" y="657"/>
                </a:lnTo>
                <a:lnTo>
                  <a:pt x="1279" y="657"/>
                </a:lnTo>
                <a:lnTo>
                  <a:pt x="1279" y="656"/>
                </a:lnTo>
                <a:lnTo>
                  <a:pt x="1279" y="655"/>
                </a:lnTo>
                <a:lnTo>
                  <a:pt x="1278" y="654"/>
                </a:lnTo>
                <a:lnTo>
                  <a:pt x="1277" y="654"/>
                </a:lnTo>
                <a:lnTo>
                  <a:pt x="1276" y="654"/>
                </a:lnTo>
                <a:lnTo>
                  <a:pt x="1275" y="654"/>
                </a:lnTo>
                <a:lnTo>
                  <a:pt x="1276" y="653"/>
                </a:lnTo>
                <a:lnTo>
                  <a:pt x="1276" y="651"/>
                </a:lnTo>
                <a:lnTo>
                  <a:pt x="1276" y="652"/>
                </a:lnTo>
                <a:lnTo>
                  <a:pt x="1277" y="652"/>
                </a:lnTo>
                <a:lnTo>
                  <a:pt x="1278" y="651"/>
                </a:lnTo>
                <a:lnTo>
                  <a:pt x="1277" y="651"/>
                </a:lnTo>
                <a:lnTo>
                  <a:pt x="1277" y="650"/>
                </a:lnTo>
                <a:lnTo>
                  <a:pt x="1276" y="650"/>
                </a:lnTo>
                <a:lnTo>
                  <a:pt x="1277" y="650"/>
                </a:lnTo>
                <a:lnTo>
                  <a:pt x="1277" y="649"/>
                </a:lnTo>
                <a:lnTo>
                  <a:pt x="1278" y="649"/>
                </a:lnTo>
                <a:lnTo>
                  <a:pt x="1278" y="648"/>
                </a:lnTo>
                <a:lnTo>
                  <a:pt x="1279" y="647"/>
                </a:lnTo>
                <a:lnTo>
                  <a:pt x="1279" y="646"/>
                </a:lnTo>
                <a:lnTo>
                  <a:pt x="1278" y="646"/>
                </a:lnTo>
                <a:lnTo>
                  <a:pt x="1278" y="645"/>
                </a:lnTo>
                <a:lnTo>
                  <a:pt x="1277" y="645"/>
                </a:lnTo>
                <a:lnTo>
                  <a:pt x="1276" y="645"/>
                </a:lnTo>
                <a:lnTo>
                  <a:pt x="1276" y="644"/>
                </a:lnTo>
                <a:lnTo>
                  <a:pt x="1276" y="645"/>
                </a:lnTo>
                <a:lnTo>
                  <a:pt x="1275" y="645"/>
                </a:lnTo>
                <a:lnTo>
                  <a:pt x="1274" y="645"/>
                </a:lnTo>
                <a:lnTo>
                  <a:pt x="1274" y="644"/>
                </a:lnTo>
                <a:lnTo>
                  <a:pt x="1273" y="644"/>
                </a:lnTo>
                <a:lnTo>
                  <a:pt x="1272" y="644"/>
                </a:lnTo>
                <a:lnTo>
                  <a:pt x="1272" y="643"/>
                </a:lnTo>
                <a:lnTo>
                  <a:pt x="1271" y="642"/>
                </a:lnTo>
                <a:lnTo>
                  <a:pt x="1270" y="642"/>
                </a:lnTo>
                <a:lnTo>
                  <a:pt x="1269" y="642"/>
                </a:lnTo>
                <a:lnTo>
                  <a:pt x="1268" y="642"/>
                </a:lnTo>
                <a:lnTo>
                  <a:pt x="1269" y="641"/>
                </a:lnTo>
                <a:lnTo>
                  <a:pt x="1269" y="640"/>
                </a:lnTo>
                <a:lnTo>
                  <a:pt x="1268" y="639"/>
                </a:lnTo>
                <a:lnTo>
                  <a:pt x="1267" y="639"/>
                </a:lnTo>
                <a:lnTo>
                  <a:pt x="1266" y="639"/>
                </a:lnTo>
                <a:lnTo>
                  <a:pt x="1265" y="639"/>
                </a:lnTo>
                <a:lnTo>
                  <a:pt x="1265" y="638"/>
                </a:lnTo>
                <a:lnTo>
                  <a:pt x="1264" y="637"/>
                </a:lnTo>
                <a:lnTo>
                  <a:pt x="1264" y="636"/>
                </a:lnTo>
                <a:lnTo>
                  <a:pt x="1265" y="636"/>
                </a:lnTo>
                <a:lnTo>
                  <a:pt x="1265" y="637"/>
                </a:lnTo>
                <a:lnTo>
                  <a:pt x="1266" y="637"/>
                </a:lnTo>
                <a:lnTo>
                  <a:pt x="1266" y="638"/>
                </a:lnTo>
                <a:lnTo>
                  <a:pt x="1267" y="638"/>
                </a:lnTo>
                <a:lnTo>
                  <a:pt x="1267" y="637"/>
                </a:lnTo>
                <a:lnTo>
                  <a:pt x="1267" y="636"/>
                </a:lnTo>
                <a:lnTo>
                  <a:pt x="1268" y="636"/>
                </a:lnTo>
                <a:lnTo>
                  <a:pt x="1269" y="637"/>
                </a:lnTo>
                <a:lnTo>
                  <a:pt x="1270" y="638"/>
                </a:lnTo>
                <a:lnTo>
                  <a:pt x="1272" y="638"/>
                </a:lnTo>
                <a:lnTo>
                  <a:pt x="1273" y="637"/>
                </a:lnTo>
                <a:lnTo>
                  <a:pt x="1273" y="636"/>
                </a:lnTo>
                <a:lnTo>
                  <a:pt x="1273" y="635"/>
                </a:lnTo>
                <a:lnTo>
                  <a:pt x="1274" y="635"/>
                </a:lnTo>
                <a:lnTo>
                  <a:pt x="1273" y="634"/>
                </a:lnTo>
                <a:lnTo>
                  <a:pt x="1272" y="634"/>
                </a:lnTo>
                <a:lnTo>
                  <a:pt x="1271" y="633"/>
                </a:lnTo>
                <a:lnTo>
                  <a:pt x="1272" y="632"/>
                </a:lnTo>
                <a:lnTo>
                  <a:pt x="1272" y="631"/>
                </a:lnTo>
                <a:lnTo>
                  <a:pt x="1273" y="631"/>
                </a:lnTo>
                <a:lnTo>
                  <a:pt x="1274" y="631"/>
                </a:lnTo>
                <a:lnTo>
                  <a:pt x="1275" y="631"/>
                </a:lnTo>
                <a:lnTo>
                  <a:pt x="1276" y="631"/>
                </a:lnTo>
                <a:lnTo>
                  <a:pt x="1276" y="630"/>
                </a:lnTo>
                <a:lnTo>
                  <a:pt x="1276" y="629"/>
                </a:lnTo>
                <a:lnTo>
                  <a:pt x="1276" y="626"/>
                </a:lnTo>
                <a:lnTo>
                  <a:pt x="1276" y="625"/>
                </a:lnTo>
                <a:lnTo>
                  <a:pt x="1277" y="624"/>
                </a:lnTo>
                <a:lnTo>
                  <a:pt x="1278" y="624"/>
                </a:lnTo>
                <a:lnTo>
                  <a:pt x="1279" y="624"/>
                </a:lnTo>
                <a:lnTo>
                  <a:pt x="1279" y="623"/>
                </a:lnTo>
                <a:lnTo>
                  <a:pt x="1279" y="622"/>
                </a:lnTo>
                <a:lnTo>
                  <a:pt x="1278" y="622"/>
                </a:lnTo>
                <a:lnTo>
                  <a:pt x="1278" y="621"/>
                </a:lnTo>
                <a:lnTo>
                  <a:pt x="1279" y="621"/>
                </a:lnTo>
                <a:lnTo>
                  <a:pt x="1280" y="620"/>
                </a:lnTo>
                <a:lnTo>
                  <a:pt x="1281" y="620"/>
                </a:lnTo>
                <a:lnTo>
                  <a:pt x="1281" y="619"/>
                </a:lnTo>
                <a:lnTo>
                  <a:pt x="1282" y="619"/>
                </a:lnTo>
                <a:lnTo>
                  <a:pt x="1283" y="620"/>
                </a:lnTo>
                <a:lnTo>
                  <a:pt x="1283" y="619"/>
                </a:lnTo>
                <a:lnTo>
                  <a:pt x="1283" y="618"/>
                </a:lnTo>
                <a:lnTo>
                  <a:pt x="1285" y="618"/>
                </a:lnTo>
                <a:lnTo>
                  <a:pt x="1286" y="619"/>
                </a:lnTo>
                <a:lnTo>
                  <a:pt x="1287" y="620"/>
                </a:lnTo>
                <a:lnTo>
                  <a:pt x="1287" y="619"/>
                </a:lnTo>
                <a:lnTo>
                  <a:pt x="1287" y="620"/>
                </a:lnTo>
                <a:lnTo>
                  <a:pt x="1288" y="621"/>
                </a:lnTo>
                <a:lnTo>
                  <a:pt x="1289" y="621"/>
                </a:lnTo>
                <a:lnTo>
                  <a:pt x="1290" y="621"/>
                </a:lnTo>
                <a:lnTo>
                  <a:pt x="1289" y="620"/>
                </a:lnTo>
                <a:lnTo>
                  <a:pt x="1288" y="619"/>
                </a:lnTo>
                <a:lnTo>
                  <a:pt x="1288" y="618"/>
                </a:lnTo>
                <a:lnTo>
                  <a:pt x="1289" y="618"/>
                </a:lnTo>
                <a:lnTo>
                  <a:pt x="1289" y="617"/>
                </a:lnTo>
                <a:lnTo>
                  <a:pt x="1289" y="616"/>
                </a:lnTo>
                <a:lnTo>
                  <a:pt x="1289" y="614"/>
                </a:lnTo>
                <a:lnTo>
                  <a:pt x="1290" y="613"/>
                </a:lnTo>
                <a:lnTo>
                  <a:pt x="1289" y="613"/>
                </a:lnTo>
                <a:lnTo>
                  <a:pt x="1290" y="612"/>
                </a:lnTo>
                <a:lnTo>
                  <a:pt x="1291" y="612"/>
                </a:lnTo>
                <a:lnTo>
                  <a:pt x="1291" y="611"/>
                </a:lnTo>
                <a:lnTo>
                  <a:pt x="1290" y="610"/>
                </a:lnTo>
                <a:lnTo>
                  <a:pt x="1289" y="609"/>
                </a:lnTo>
                <a:lnTo>
                  <a:pt x="1289" y="607"/>
                </a:lnTo>
                <a:lnTo>
                  <a:pt x="1288" y="607"/>
                </a:lnTo>
                <a:lnTo>
                  <a:pt x="1289" y="606"/>
                </a:lnTo>
                <a:lnTo>
                  <a:pt x="1289" y="605"/>
                </a:lnTo>
                <a:lnTo>
                  <a:pt x="1289" y="604"/>
                </a:lnTo>
                <a:lnTo>
                  <a:pt x="1288" y="604"/>
                </a:lnTo>
                <a:lnTo>
                  <a:pt x="1288" y="603"/>
                </a:lnTo>
                <a:lnTo>
                  <a:pt x="1287" y="604"/>
                </a:lnTo>
                <a:lnTo>
                  <a:pt x="1286" y="605"/>
                </a:lnTo>
                <a:lnTo>
                  <a:pt x="1286" y="604"/>
                </a:lnTo>
                <a:lnTo>
                  <a:pt x="1286" y="603"/>
                </a:lnTo>
                <a:lnTo>
                  <a:pt x="1286" y="602"/>
                </a:lnTo>
                <a:lnTo>
                  <a:pt x="1286" y="601"/>
                </a:lnTo>
                <a:lnTo>
                  <a:pt x="1284" y="599"/>
                </a:lnTo>
                <a:lnTo>
                  <a:pt x="1283" y="599"/>
                </a:lnTo>
                <a:lnTo>
                  <a:pt x="1282" y="599"/>
                </a:lnTo>
                <a:lnTo>
                  <a:pt x="1281" y="599"/>
                </a:lnTo>
                <a:lnTo>
                  <a:pt x="1281" y="598"/>
                </a:lnTo>
                <a:lnTo>
                  <a:pt x="1281" y="597"/>
                </a:lnTo>
                <a:lnTo>
                  <a:pt x="1281" y="596"/>
                </a:lnTo>
                <a:lnTo>
                  <a:pt x="1280" y="596"/>
                </a:lnTo>
                <a:lnTo>
                  <a:pt x="1280" y="595"/>
                </a:lnTo>
                <a:lnTo>
                  <a:pt x="1280" y="594"/>
                </a:lnTo>
                <a:lnTo>
                  <a:pt x="1281" y="595"/>
                </a:lnTo>
                <a:lnTo>
                  <a:pt x="1282" y="596"/>
                </a:lnTo>
                <a:lnTo>
                  <a:pt x="1283" y="597"/>
                </a:lnTo>
                <a:lnTo>
                  <a:pt x="1283" y="598"/>
                </a:lnTo>
                <a:lnTo>
                  <a:pt x="1283" y="599"/>
                </a:lnTo>
                <a:lnTo>
                  <a:pt x="1284" y="599"/>
                </a:lnTo>
                <a:lnTo>
                  <a:pt x="1285" y="599"/>
                </a:lnTo>
                <a:lnTo>
                  <a:pt x="1285" y="598"/>
                </a:lnTo>
                <a:lnTo>
                  <a:pt x="1285" y="597"/>
                </a:lnTo>
                <a:lnTo>
                  <a:pt x="1285" y="596"/>
                </a:lnTo>
                <a:lnTo>
                  <a:pt x="1286" y="596"/>
                </a:lnTo>
                <a:lnTo>
                  <a:pt x="1287" y="597"/>
                </a:lnTo>
                <a:lnTo>
                  <a:pt x="1289" y="596"/>
                </a:lnTo>
                <a:lnTo>
                  <a:pt x="1289" y="595"/>
                </a:lnTo>
                <a:lnTo>
                  <a:pt x="1289" y="594"/>
                </a:lnTo>
                <a:lnTo>
                  <a:pt x="1289" y="593"/>
                </a:lnTo>
                <a:lnTo>
                  <a:pt x="1289" y="592"/>
                </a:lnTo>
                <a:lnTo>
                  <a:pt x="1289" y="591"/>
                </a:lnTo>
                <a:lnTo>
                  <a:pt x="1290" y="591"/>
                </a:lnTo>
                <a:lnTo>
                  <a:pt x="1291" y="592"/>
                </a:lnTo>
                <a:lnTo>
                  <a:pt x="1291" y="591"/>
                </a:lnTo>
                <a:lnTo>
                  <a:pt x="1292" y="591"/>
                </a:lnTo>
                <a:lnTo>
                  <a:pt x="1291" y="590"/>
                </a:lnTo>
                <a:lnTo>
                  <a:pt x="1290" y="589"/>
                </a:lnTo>
                <a:lnTo>
                  <a:pt x="1290" y="587"/>
                </a:lnTo>
                <a:lnTo>
                  <a:pt x="1290" y="586"/>
                </a:lnTo>
                <a:lnTo>
                  <a:pt x="1289" y="585"/>
                </a:lnTo>
                <a:lnTo>
                  <a:pt x="1289" y="584"/>
                </a:lnTo>
                <a:lnTo>
                  <a:pt x="1288" y="584"/>
                </a:lnTo>
                <a:lnTo>
                  <a:pt x="1288" y="583"/>
                </a:lnTo>
                <a:lnTo>
                  <a:pt x="1287" y="583"/>
                </a:lnTo>
                <a:lnTo>
                  <a:pt x="1287" y="582"/>
                </a:lnTo>
                <a:lnTo>
                  <a:pt x="1287" y="580"/>
                </a:lnTo>
                <a:lnTo>
                  <a:pt x="1286" y="580"/>
                </a:lnTo>
                <a:lnTo>
                  <a:pt x="1286" y="579"/>
                </a:lnTo>
                <a:lnTo>
                  <a:pt x="1287" y="579"/>
                </a:lnTo>
                <a:lnTo>
                  <a:pt x="1288" y="579"/>
                </a:lnTo>
                <a:lnTo>
                  <a:pt x="1289" y="579"/>
                </a:lnTo>
                <a:lnTo>
                  <a:pt x="1289" y="580"/>
                </a:lnTo>
                <a:lnTo>
                  <a:pt x="1290" y="580"/>
                </a:lnTo>
                <a:lnTo>
                  <a:pt x="1291" y="579"/>
                </a:lnTo>
                <a:lnTo>
                  <a:pt x="1292" y="580"/>
                </a:lnTo>
                <a:lnTo>
                  <a:pt x="1292" y="581"/>
                </a:lnTo>
                <a:lnTo>
                  <a:pt x="1292" y="580"/>
                </a:lnTo>
                <a:lnTo>
                  <a:pt x="1293" y="580"/>
                </a:lnTo>
                <a:lnTo>
                  <a:pt x="1293" y="579"/>
                </a:lnTo>
                <a:lnTo>
                  <a:pt x="1294" y="579"/>
                </a:lnTo>
                <a:lnTo>
                  <a:pt x="1294" y="580"/>
                </a:lnTo>
                <a:lnTo>
                  <a:pt x="1295" y="580"/>
                </a:lnTo>
                <a:lnTo>
                  <a:pt x="1297" y="580"/>
                </a:lnTo>
                <a:lnTo>
                  <a:pt x="1297" y="581"/>
                </a:lnTo>
                <a:lnTo>
                  <a:pt x="1298" y="582"/>
                </a:lnTo>
                <a:lnTo>
                  <a:pt x="1299" y="582"/>
                </a:lnTo>
                <a:lnTo>
                  <a:pt x="1299" y="583"/>
                </a:lnTo>
                <a:lnTo>
                  <a:pt x="1300" y="584"/>
                </a:lnTo>
                <a:lnTo>
                  <a:pt x="1300" y="583"/>
                </a:lnTo>
                <a:lnTo>
                  <a:pt x="1300" y="582"/>
                </a:lnTo>
                <a:lnTo>
                  <a:pt x="1300" y="581"/>
                </a:lnTo>
                <a:lnTo>
                  <a:pt x="1301" y="580"/>
                </a:lnTo>
                <a:lnTo>
                  <a:pt x="1301" y="579"/>
                </a:lnTo>
                <a:lnTo>
                  <a:pt x="1300" y="579"/>
                </a:lnTo>
                <a:lnTo>
                  <a:pt x="1301" y="576"/>
                </a:lnTo>
                <a:lnTo>
                  <a:pt x="1302" y="576"/>
                </a:lnTo>
                <a:lnTo>
                  <a:pt x="1303" y="576"/>
                </a:lnTo>
                <a:lnTo>
                  <a:pt x="1303" y="577"/>
                </a:lnTo>
                <a:lnTo>
                  <a:pt x="1304" y="578"/>
                </a:lnTo>
                <a:lnTo>
                  <a:pt x="1305" y="578"/>
                </a:lnTo>
                <a:lnTo>
                  <a:pt x="1306" y="579"/>
                </a:lnTo>
                <a:lnTo>
                  <a:pt x="1307" y="579"/>
                </a:lnTo>
                <a:lnTo>
                  <a:pt x="1308" y="581"/>
                </a:lnTo>
                <a:lnTo>
                  <a:pt x="1309" y="581"/>
                </a:lnTo>
                <a:lnTo>
                  <a:pt x="1310" y="581"/>
                </a:lnTo>
                <a:lnTo>
                  <a:pt x="1311" y="581"/>
                </a:lnTo>
                <a:lnTo>
                  <a:pt x="1311" y="582"/>
                </a:lnTo>
                <a:lnTo>
                  <a:pt x="1312" y="582"/>
                </a:lnTo>
                <a:lnTo>
                  <a:pt x="1313" y="581"/>
                </a:lnTo>
                <a:lnTo>
                  <a:pt x="1314" y="580"/>
                </a:lnTo>
                <a:lnTo>
                  <a:pt x="1314" y="579"/>
                </a:lnTo>
                <a:lnTo>
                  <a:pt x="1313" y="579"/>
                </a:lnTo>
                <a:lnTo>
                  <a:pt x="1312" y="578"/>
                </a:lnTo>
                <a:lnTo>
                  <a:pt x="1312" y="577"/>
                </a:lnTo>
                <a:lnTo>
                  <a:pt x="1313" y="577"/>
                </a:lnTo>
                <a:lnTo>
                  <a:pt x="1314" y="577"/>
                </a:lnTo>
                <a:lnTo>
                  <a:pt x="1316" y="579"/>
                </a:lnTo>
                <a:lnTo>
                  <a:pt x="1317" y="579"/>
                </a:lnTo>
                <a:lnTo>
                  <a:pt x="1318" y="580"/>
                </a:lnTo>
                <a:lnTo>
                  <a:pt x="1318" y="581"/>
                </a:lnTo>
                <a:lnTo>
                  <a:pt x="1319" y="581"/>
                </a:lnTo>
                <a:lnTo>
                  <a:pt x="1320" y="581"/>
                </a:lnTo>
                <a:lnTo>
                  <a:pt x="1321" y="582"/>
                </a:lnTo>
                <a:lnTo>
                  <a:pt x="1322" y="581"/>
                </a:lnTo>
                <a:lnTo>
                  <a:pt x="1321" y="581"/>
                </a:lnTo>
                <a:lnTo>
                  <a:pt x="1321" y="580"/>
                </a:lnTo>
                <a:lnTo>
                  <a:pt x="1323" y="581"/>
                </a:lnTo>
                <a:lnTo>
                  <a:pt x="1324" y="581"/>
                </a:lnTo>
                <a:lnTo>
                  <a:pt x="1324" y="582"/>
                </a:lnTo>
                <a:lnTo>
                  <a:pt x="1324" y="581"/>
                </a:lnTo>
                <a:lnTo>
                  <a:pt x="1324" y="580"/>
                </a:lnTo>
                <a:lnTo>
                  <a:pt x="1324" y="579"/>
                </a:lnTo>
                <a:lnTo>
                  <a:pt x="1324" y="578"/>
                </a:lnTo>
                <a:lnTo>
                  <a:pt x="1325" y="578"/>
                </a:lnTo>
                <a:lnTo>
                  <a:pt x="1325" y="579"/>
                </a:lnTo>
                <a:lnTo>
                  <a:pt x="1326" y="579"/>
                </a:lnTo>
                <a:lnTo>
                  <a:pt x="1327" y="580"/>
                </a:lnTo>
                <a:lnTo>
                  <a:pt x="1327" y="579"/>
                </a:lnTo>
                <a:lnTo>
                  <a:pt x="1328" y="579"/>
                </a:lnTo>
                <a:lnTo>
                  <a:pt x="1329" y="579"/>
                </a:lnTo>
                <a:lnTo>
                  <a:pt x="1330" y="580"/>
                </a:lnTo>
                <a:lnTo>
                  <a:pt x="1331" y="580"/>
                </a:lnTo>
                <a:lnTo>
                  <a:pt x="1331" y="579"/>
                </a:lnTo>
                <a:lnTo>
                  <a:pt x="1334" y="579"/>
                </a:lnTo>
                <a:lnTo>
                  <a:pt x="1336" y="578"/>
                </a:lnTo>
                <a:lnTo>
                  <a:pt x="1338" y="578"/>
                </a:lnTo>
                <a:lnTo>
                  <a:pt x="1340" y="580"/>
                </a:lnTo>
                <a:lnTo>
                  <a:pt x="1341" y="581"/>
                </a:lnTo>
                <a:lnTo>
                  <a:pt x="1343" y="582"/>
                </a:lnTo>
                <a:lnTo>
                  <a:pt x="1343" y="583"/>
                </a:lnTo>
                <a:lnTo>
                  <a:pt x="1343" y="582"/>
                </a:lnTo>
                <a:lnTo>
                  <a:pt x="1344" y="582"/>
                </a:lnTo>
                <a:lnTo>
                  <a:pt x="1346" y="582"/>
                </a:lnTo>
                <a:lnTo>
                  <a:pt x="1346" y="583"/>
                </a:lnTo>
                <a:lnTo>
                  <a:pt x="1347" y="584"/>
                </a:lnTo>
                <a:lnTo>
                  <a:pt x="1347" y="585"/>
                </a:lnTo>
                <a:lnTo>
                  <a:pt x="1347" y="586"/>
                </a:lnTo>
                <a:lnTo>
                  <a:pt x="1347" y="587"/>
                </a:lnTo>
                <a:lnTo>
                  <a:pt x="1347" y="588"/>
                </a:lnTo>
                <a:lnTo>
                  <a:pt x="1346" y="588"/>
                </a:lnTo>
                <a:lnTo>
                  <a:pt x="1347" y="588"/>
                </a:lnTo>
                <a:lnTo>
                  <a:pt x="1347" y="589"/>
                </a:lnTo>
                <a:lnTo>
                  <a:pt x="1347" y="590"/>
                </a:lnTo>
                <a:lnTo>
                  <a:pt x="1347" y="591"/>
                </a:lnTo>
                <a:lnTo>
                  <a:pt x="1347" y="593"/>
                </a:lnTo>
                <a:lnTo>
                  <a:pt x="1348" y="595"/>
                </a:lnTo>
                <a:lnTo>
                  <a:pt x="1348" y="596"/>
                </a:lnTo>
                <a:lnTo>
                  <a:pt x="1349" y="597"/>
                </a:lnTo>
                <a:lnTo>
                  <a:pt x="1349" y="598"/>
                </a:lnTo>
                <a:lnTo>
                  <a:pt x="1348" y="599"/>
                </a:lnTo>
                <a:lnTo>
                  <a:pt x="1349" y="599"/>
                </a:lnTo>
                <a:lnTo>
                  <a:pt x="1349" y="601"/>
                </a:lnTo>
                <a:lnTo>
                  <a:pt x="1350" y="601"/>
                </a:lnTo>
                <a:lnTo>
                  <a:pt x="1351" y="600"/>
                </a:lnTo>
                <a:lnTo>
                  <a:pt x="1352" y="600"/>
                </a:lnTo>
                <a:lnTo>
                  <a:pt x="1352" y="601"/>
                </a:lnTo>
                <a:lnTo>
                  <a:pt x="1353" y="601"/>
                </a:lnTo>
                <a:lnTo>
                  <a:pt x="1354" y="602"/>
                </a:lnTo>
                <a:lnTo>
                  <a:pt x="1356" y="602"/>
                </a:lnTo>
                <a:lnTo>
                  <a:pt x="1357" y="602"/>
                </a:lnTo>
                <a:lnTo>
                  <a:pt x="1359" y="603"/>
                </a:lnTo>
                <a:lnTo>
                  <a:pt x="1360" y="602"/>
                </a:lnTo>
                <a:lnTo>
                  <a:pt x="1361" y="602"/>
                </a:lnTo>
                <a:lnTo>
                  <a:pt x="1361" y="604"/>
                </a:lnTo>
                <a:lnTo>
                  <a:pt x="1362" y="604"/>
                </a:lnTo>
                <a:lnTo>
                  <a:pt x="1362" y="603"/>
                </a:lnTo>
                <a:lnTo>
                  <a:pt x="1363" y="602"/>
                </a:lnTo>
                <a:lnTo>
                  <a:pt x="1365" y="601"/>
                </a:lnTo>
                <a:lnTo>
                  <a:pt x="1366" y="602"/>
                </a:lnTo>
                <a:lnTo>
                  <a:pt x="1365" y="602"/>
                </a:lnTo>
                <a:lnTo>
                  <a:pt x="1365" y="603"/>
                </a:lnTo>
                <a:lnTo>
                  <a:pt x="1367" y="604"/>
                </a:lnTo>
                <a:lnTo>
                  <a:pt x="1367" y="605"/>
                </a:lnTo>
                <a:lnTo>
                  <a:pt x="1368" y="605"/>
                </a:lnTo>
                <a:lnTo>
                  <a:pt x="1369" y="606"/>
                </a:lnTo>
                <a:lnTo>
                  <a:pt x="1370" y="606"/>
                </a:lnTo>
                <a:lnTo>
                  <a:pt x="1370" y="607"/>
                </a:lnTo>
                <a:lnTo>
                  <a:pt x="1369" y="607"/>
                </a:lnTo>
                <a:lnTo>
                  <a:pt x="1369" y="608"/>
                </a:lnTo>
                <a:lnTo>
                  <a:pt x="1370" y="608"/>
                </a:lnTo>
                <a:lnTo>
                  <a:pt x="1369" y="609"/>
                </a:lnTo>
                <a:lnTo>
                  <a:pt x="1370" y="610"/>
                </a:lnTo>
                <a:lnTo>
                  <a:pt x="1371" y="610"/>
                </a:lnTo>
                <a:lnTo>
                  <a:pt x="1371" y="609"/>
                </a:lnTo>
                <a:lnTo>
                  <a:pt x="1371" y="610"/>
                </a:lnTo>
                <a:lnTo>
                  <a:pt x="1372" y="610"/>
                </a:lnTo>
                <a:lnTo>
                  <a:pt x="1373" y="610"/>
                </a:lnTo>
                <a:lnTo>
                  <a:pt x="1373" y="609"/>
                </a:lnTo>
                <a:lnTo>
                  <a:pt x="1374" y="609"/>
                </a:lnTo>
                <a:lnTo>
                  <a:pt x="1375" y="609"/>
                </a:lnTo>
                <a:lnTo>
                  <a:pt x="1376" y="610"/>
                </a:lnTo>
                <a:lnTo>
                  <a:pt x="1378" y="611"/>
                </a:lnTo>
                <a:lnTo>
                  <a:pt x="1379" y="611"/>
                </a:lnTo>
                <a:lnTo>
                  <a:pt x="1380" y="611"/>
                </a:lnTo>
                <a:lnTo>
                  <a:pt x="1381" y="610"/>
                </a:lnTo>
                <a:lnTo>
                  <a:pt x="1382" y="610"/>
                </a:lnTo>
                <a:lnTo>
                  <a:pt x="1384" y="610"/>
                </a:lnTo>
                <a:lnTo>
                  <a:pt x="1384" y="611"/>
                </a:lnTo>
                <a:lnTo>
                  <a:pt x="1384" y="612"/>
                </a:lnTo>
                <a:lnTo>
                  <a:pt x="1385" y="612"/>
                </a:lnTo>
                <a:lnTo>
                  <a:pt x="1386" y="613"/>
                </a:lnTo>
                <a:lnTo>
                  <a:pt x="1387" y="612"/>
                </a:lnTo>
                <a:lnTo>
                  <a:pt x="1387" y="611"/>
                </a:lnTo>
                <a:lnTo>
                  <a:pt x="1388" y="612"/>
                </a:lnTo>
                <a:lnTo>
                  <a:pt x="1389" y="612"/>
                </a:lnTo>
                <a:lnTo>
                  <a:pt x="1391" y="614"/>
                </a:lnTo>
                <a:lnTo>
                  <a:pt x="1391" y="613"/>
                </a:lnTo>
                <a:lnTo>
                  <a:pt x="1392" y="614"/>
                </a:lnTo>
                <a:lnTo>
                  <a:pt x="1394" y="615"/>
                </a:lnTo>
                <a:lnTo>
                  <a:pt x="1395" y="615"/>
                </a:lnTo>
                <a:lnTo>
                  <a:pt x="1396" y="615"/>
                </a:lnTo>
                <a:lnTo>
                  <a:pt x="1396" y="614"/>
                </a:lnTo>
                <a:lnTo>
                  <a:pt x="1397" y="614"/>
                </a:lnTo>
                <a:lnTo>
                  <a:pt x="1397" y="615"/>
                </a:lnTo>
                <a:lnTo>
                  <a:pt x="1398" y="615"/>
                </a:lnTo>
                <a:lnTo>
                  <a:pt x="1398" y="616"/>
                </a:lnTo>
                <a:lnTo>
                  <a:pt x="1399" y="616"/>
                </a:lnTo>
                <a:lnTo>
                  <a:pt x="1400" y="617"/>
                </a:lnTo>
                <a:lnTo>
                  <a:pt x="1401" y="618"/>
                </a:lnTo>
                <a:lnTo>
                  <a:pt x="1403" y="618"/>
                </a:lnTo>
                <a:lnTo>
                  <a:pt x="1403" y="619"/>
                </a:lnTo>
                <a:lnTo>
                  <a:pt x="1404" y="619"/>
                </a:lnTo>
                <a:lnTo>
                  <a:pt x="1404" y="620"/>
                </a:lnTo>
                <a:lnTo>
                  <a:pt x="1405" y="621"/>
                </a:lnTo>
                <a:lnTo>
                  <a:pt x="1405" y="622"/>
                </a:lnTo>
                <a:lnTo>
                  <a:pt x="1406" y="622"/>
                </a:lnTo>
                <a:lnTo>
                  <a:pt x="1406" y="623"/>
                </a:lnTo>
                <a:lnTo>
                  <a:pt x="1406" y="625"/>
                </a:lnTo>
                <a:lnTo>
                  <a:pt x="1406" y="626"/>
                </a:lnTo>
                <a:lnTo>
                  <a:pt x="1406" y="627"/>
                </a:lnTo>
                <a:lnTo>
                  <a:pt x="1406" y="628"/>
                </a:lnTo>
                <a:lnTo>
                  <a:pt x="1407" y="628"/>
                </a:lnTo>
                <a:lnTo>
                  <a:pt x="1407" y="627"/>
                </a:lnTo>
                <a:lnTo>
                  <a:pt x="1409" y="627"/>
                </a:lnTo>
                <a:lnTo>
                  <a:pt x="1409" y="626"/>
                </a:lnTo>
                <a:lnTo>
                  <a:pt x="1410" y="627"/>
                </a:lnTo>
                <a:lnTo>
                  <a:pt x="1409" y="627"/>
                </a:lnTo>
                <a:lnTo>
                  <a:pt x="1410" y="628"/>
                </a:lnTo>
                <a:lnTo>
                  <a:pt x="1411" y="627"/>
                </a:lnTo>
                <a:lnTo>
                  <a:pt x="1410" y="626"/>
                </a:lnTo>
                <a:lnTo>
                  <a:pt x="1411" y="625"/>
                </a:lnTo>
                <a:lnTo>
                  <a:pt x="1412" y="625"/>
                </a:lnTo>
                <a:lnTo>
                  <a:pt x="1413" y="625"/>
                </a:lnTo>
                <a:lnTo>
                  <a:pt x="1414" y="626"/>
                </a:lnTo>
                <a:lnTo>
                  <a:pt x="1414" y="627"/>
                </a:lnTo>
                <a:lnTo>
                  <a:pt x="1414" y="628"/>
                </a:lnTo>
                <a:lnTo>
                  <a:pt x="1414" y="629"/>
                </a:lnTo>
                <a:lnTo>
                  <a:pt x="1413" y="629"/>
                </a:lnTo>
                <a:lnTo>
                  <a:pt x="1412" y="629"/>
                </a:lnTo>
                <a:lnTo>
                  <a:pt x="1412" y="628"/>
                </a:lnTo>
                <a:lnTo>
                  <a:pt x="1412" y="629"/>
                </a:lnTo>
                <a:lnTo>
                  <a:pt x="1412" y="630"/>
                </a:lnTo>
                <a:lnTo>
                  <a:pt x="1413" y="630"/>
                </a:lnTo>
                <a:lnTo>
                  <a:pt x="1414" y="632"/>
                </a:lnTo>
                <a:lnTo>
                  <a:pt x="1415" y="633"/>
                </a:lnTo>
                <a:lnTo>
                  <a:pt x="1417" y="634"/>
                </a:lnTo>
                <a:lnTo>
                  <a:pt x="1418" y="633"/>
                </a:lnTo>
                <a:lnTo>
                  <a:pt x="1419" y="632"/>
                </a:lnTo>
                <a:lnTo>
                  <a:pt x="1420" y="633"/>
                </a:lnTo>
                <a:lnTo>
                  <a:pt x="1420" y="634"/>
                </a:lnTo>
                <a:lnTo>
                  <a:pt x="1420" y="635"/>
                </a:lnTo>
                <a:lnTo>
                  <a:pt x="1421" y="634"/>
                </a:lnTo>
                <a:lnTo>
                  <a:pt x="1422" y="634"/>
                </a:lnTo>
                <a:lnTo>
                  <a:pt x="1424" y="635"/>
                </a:lnTo>
                <a:lnTo>
                  <a:pt x="1424" y="636"/>
                </a:lnTo>
                <a:lnTo>
                  <a:pt x="1424" y="637"/>
                </a:lnTo>
                <a:lnTo>
                  <a:pt x="1425" y="637"/>
                </a:lnTo>
                <a:lnTo>
                  <a:pt x="1426" y="637"/>
                </a:lnTo>
                <a:lnTo>
                  <a:pt x="1427" y="636"/>
                </a:lnTo>
                <a:lnTo>
                  <a:pt x="1428" y="634"/>
                </a:lnTo>
                <a:lnTo>
                  <a:pt x="1428" y="633"/>
                </a:lnTo>
                <a:lnTo>
                  <a:pt x="1429" y="632"/>
                </a:lnTo>
                <a:lnTo>
                  <a:pt x="1430" y="630"/>
                </a:lnTo>
                <a:lnTo>
                  <a:pt x="1431" y="630"/>
                </a:lnTo>
                <a:lnTo>
                  <a:pt x="1432" y="630"/>
                </a:lnTo>
                <a:lnTo>
                  <a:pt x="1431" y="631"/>
                </a:lnTo>
                <a:lnTo>
                  <a:pt x="1430" y="633"/>
                </a:lnTo>
                <a:lnTo>
                  <a:pt x="1430" y="634"/>
                </a:lnTo>
                <a:lnTo>
                  <a:pt x="1430" y="636"/>
                </a:lnTo>
                <a:lnTo>
                  <a:pt x="1431" y="636"/>
                </a:lnTo>
                <a:lnTo>
                  <a:pt x="1432" y="636"/>
                </a:lnTo>
                <a:lnTo>
                  <a:pt x="1433" y="636"/>
                </a:lnTo>
                <a:lnTo>
                  <a:pt x="1434" y="636"/>
                </a:lnTo>
                <a:lnTo>
                  <a:pt x="1434" y="637"/>
                </a:lnTo>
                <a:lnTo>
                  <a:pt x="1434" y="638"/>
                </a:lnTo>
                <a:lnTo>
                  <a:pt x="1435" y="639"/>
                </a:lnTo>
                <a:lnTo>
                  <a:pt x="1435" y="638"/>
                </a:lnTo>
                <a:lnTo>
                  <a:pt x="1435" y="637"/>
                </a:lnTo>
                <a:lnTo>
                  <a:pt x="1436" y="637"/>
                </a:lnTo>
                <a:lnTo>
                  <a:pt x="1437" y="637"/>
                </a:lnTo>
                <a:lnTo>
                  <a:pt x="1437" y="638"/>
                </a:lnTo>
                <a:lnTo>
                  <a:pt x="1438" y="638"/>
                </a:lnTo>
                <a:lnTo>
                  <a:pt x="1438" y="637"/>
                </a:lnTo>
                <a:lnTo>
                  <a:pt x="1441" y="638"/>
                </a:lnTo>
                <a:lnTo>
                  <a:pt x="1443" y="638"/>
                </a:lnTo>
                <a:lnTo>
                  <a:pt x="1444" y="639"/>
                </a:lnTo>
                <a:lnTo>
                  <a:pt x="1444" y="641"/>
                </a:lnTo>
                <a:lnTo>
                  <a:pt x="1445" y="642"/>
                </a:lnTo>
                <a:lnTo>
                  <a:pt x="1446" y="642"/>
                </a:lnTo>
                <a:lnTo>
                  <a:pt x="1447" y="644"/>
                </a:lnTo>
                <a:lnTo>
                  <a:pt x="1448" y="646"/>
                </a:lnTo>
                <a:lnTo>
                  <a:pt x="1448" y="647"/>
                </a:lnTo>
                <a:lnTo>
                  <a:pt x="1448" y="649"/>
                </a:lnTo>
                <a:lnTo>
                  <a:pt x="1450" y="650"/>
                </a:lnTo>
                <a:lnTo>
                  <a:pt x="1451" y="650"/>
                </a:lnTo>
                <a:lnTo>
                  <a:pt x="1454" y="651"/>
                </a:lnTo>
                <a:lnTo>
                  <a:pt x="1456" y="652"/>
                </a:lnTo>
                <a:lnTo>
                  <a:pt x="1456" y="651"/>
                </a:lnTo>
                <a:lnTo>
                  <a:pt x="1457" y="651"/>
                </a:lnTo>
                <a:lnTo>
                  <a:pt x="1457" y="650"/>
                </a:lnTo>
                <a:lnTo>
                  <a:pt x="1458" y="649"/>
                </a:lnTo>
                <a:lnTo>
                  <a:pt x="1458" y="648"/>
                </a:lnTo>
                <a:lnTo>
                  <a:pt x="1457" y="648"/>
                </a:lnTo>
                <a:lnTo>
                  <a:pt x="1457" y="647"/>
                </a:lnTo>
                <a:lnTo>
                  <a:pt x="1457" y="646"/>
                </a:lnTo>
                <a:lnTo>
                  <a:pt x="1458" y="646"/>
                </a:lnTo>
                <a:lnTo>
                  <a:pt x="1458" y="647"/>
                </a:lnTo>
                <a:lnTo>
                  <a:pt x="1459" y="647"/>
                </a:lnTo>
                <a:lnTo>
                  <a:pt x="1461" y="649"/>
                </a:lnTo>
                <a:lnTo>
                  <a:pt x="1462" y="650"/>
                </a:lnTo>
                <a:lnTo>
                  <a:pt x="1463" y="650"/>
                </a:lnTo>
                <a:lnTo>
                  <a:pt x="1464" y="650"/>
                </a:lnTo>
                <a:lnTo>
                  <a:pt x="1465" y="651"/>
                </a:lnTo>
                <a:lnTo>
                  <a:pt x="1466" y="651"/>
                </a:lnTo>
                <a:lnTo>
                  <a:pt x="1466" y="650"/>
                </a:lnTo>
                <a:lnTo>
                  <a:pt x="1467" y="650"/>
                </a:lnTo>
                <a:lnTo>
                  <a:pt x="1468" y="651"/>
                </a:lnTo>
                <a:lnTo>
                  <a:pt x="1468" y="652"/>
                </a:lnTo>
                <a:lnTo>
                  <a:pt x="1469" y="652"/>
                </a:lnTo>
                <a:lnTo>
                  <a:pt x="1469" y="654"/>
                </a:lnTo>
                <a:lnTo>
                  <a:pt x="1470" y="655"/>
                </a:lnTo>
                <a:lnTo>
                  <a:pt x="1470" y="656"/>
                </a:lnTo>
                <a:lnTo>
                  <a:pt x="1469" y="658"/>
                </a:lnTo>
                <a:lnTo>
                  <a:pt x="1470" y="662"/>
                </a:lnTo>
                <a:lnTo>
                  <a:pt x="1469" y="663"/>
                </a:lnTo>
                <a:lnTo>
                  <a:pt x="1470" y="665"/>
                </a:lnTo>
                <a:lnTo>
                  <a:pt x="1471" y="667"/>
                </a:lnTo>
                <a:lnTo>
                  <a:pt x="1470" y="668"/>
                </a:lnTo>
                <a:lnTo>
                  <a:pt x="1470" y="670"/>
                </a:lnTo>
                <a:lnTo>
                  <a:pt x="1471" y="672"/>
                </a:lnTo>
                <a:lnTo>
                  <a:pt x="1471" y="673"/>
                </a:lnTo>
                <a:lnTo>
                  <a:pt x="1472" y="674"/>
                </a:lnTo>
                <a:lnTo>
                  <a:pt x="1473" y="676"/>
                </a:lnTo>
                <a:lnTo>
                  <a:pt x="1475" y="678"/>
                </a:lnTo>
                <a:lnTo>
                  <a:pt x="1476" y="679"/>
                </a:lnTo>
                <a:lnTo>
                  <a:pt x="1476" y="680"/>
                </a:lnTo>
                <a:lnTo>
                  <a:pt x="1476" y="681"/>
                </a:lnTo>
                <a:lnTo>
                  <a:pt x="1475" y="681"/>
                </a:lnTo>
                <a:lnTo>
                  <a:pt x="1474" y="683"/>
                </a:lnTo>
                <a:lnTo>
                  <a:pt x="1475" y="683"/>
                </a:lnTo>
                <a:lnTo>
                  <a:pt x="1475" y="684"/>
                </a:lnTo>
                <a:lnTo>
                  <a:pt x="1475" y="685"/>
                </a:lnTo>
                <a:lnTo>
                  <a:pt x="1474" y="685"/>
                </a:lnTo>
                <a:lnTo>
                  <a:pt x="1474" y="686"/>
                </a:lnTo>
                <a:lnTo>
                  <a:pt x="1473" y="686"/>
                </a:lnTo>
                <a:lnTo>
                  <a:pt x="1473" y="689"/>
                </a:lnTo>
                <a:lnTo>
                  <a:pt x="1473" y="690"/>
                </a:lnTo>
                <a:lnTo>
                  <a:pt x="1473" y="691"/>
                </a:lnTo>
                <a:lnTo>
                  <a:pt x="1473" y="692"/>
                </a:lnTo>
                <a:lnTo>
                  <a:pt x="1474" y="693"/>
                </a:lnTo>
                <a:lnTo>
                  <a:pt x="1473" y="693"/>
                </a:lnTo>
                <a:lnTo>
                  <a:pt x="1473" y="694"/>
                </a:lnTo>
                <a:lnTo>
                  <a:pt x="1472" y="695"/>
                </a:lnTo>
                <a:lnTo>
                  <a:pt x="1471" y="696"/>
                </a:lnTo>
                <a:lnTo>
                  <a:pt x="1471" y="697"/>
                </a:lnTo>
                <a:lnTo>
                  <a:pt x="1471" y="699"/>
                </a:lnTo>
                <a:lnTo>
                  <a:pt x="1471" y="700"/>
                </a:lnTo>
                <a:lnTo>
                  <a:pt x="1470" y="700"/>
                </a:lnTo>
                <a:lnTo>
                  <a:pt x="1469" y="700"/>
                </a:lnTo>
                <a:lnTo>
                  <a:pt x="1469" y="701"/>
                </a:lnTo>
                <a:lnTo>
                  <a:pt x="1468" y="701"/>
                </a:lnTo>
                <a:lnTo>
                  <a:pt x="1468" y="700"/>
                </a:lnTo>
                <a:lnTo>
                  <a:pt x="1467" y="700"/>
                </a:lnTo>
                <a:lnTo>
                  <a:pt x="1466" y="701"/>
                </a:lnTo>
                <a:lnTo>
                  <a:pt x="1466" y="700"/>
                </a:lnTo>
                <a:lnTo>
                  <a:pt x="1465" y="700"/>
                </a:lnTo>
                <a:lnTo>
                  <a:pt x="1464" y="700"/>
                </a:lnTo>
                <a:lnTo>
                  <a:pt x="1464" y="701"/>
                </a:lnTo>
                <a:lnTo>
                  <a:pt x="1463" y="701"/>
                </a:lnTo>
                <a:lnTo>
                  <a:pt x="1462" y="702"/>
                </a:lnTo>
                <a:lnTo>
                  <a:pt x="1463" y="702"/>
                </a:lnTo>
                <a:lnTo>
                  <a:pt x="1462" y="703"/>
                </a:lnTo>
                <a:lnTo>
                  <a:pt x="1461" y="704"/>
                </a:lnTo>
                <a:lnTo>
                  <a:pt x="1460" y="704"/>
                </a:lnTo>
                <a:lnTo>
                  <a:pt x="1459" y="704"/>
                </a:lnTo>
                <a:lnTo>
                  <a:pt x="1458" y="705"/>
                </a:lnTo>
                <a:lnTo>
                  <a:pt x="1458" y="706"/>
                </a:lnTo>
                <a:lnTo>
                  <a:pt x="1457" y="706"/>
                </a:lnTo>
                <a:lnTo>
                  <a:pt x="1456" y="707"/>
                </a:lnTo>
                <a:lnTo>
                  <a:pt x="1456" y="708"/>
                </a:lnTo>
                <a:lnTo>
                  <a:pt x="1457" y="708"/>
                </a:lnTo>
                <a:lnTo>
                  <a:pt x="1457" y="709"/>
                </a:lnTo>
                <a:lnTo>
                  <a:pt x="1457" y="710"/>
                </a:lnTo>
                <a:lnTo>
                  <a:pt x="1458" y="710"/>
                </a:lnTo>
                <a:lnTo>
                  <a:pt x="1458" y="711"/>
                </a:lnTo>
                <a:lnTo>
                  <a:pt x="1459" y="712"/>
                </a:lnTo>
                <a:lnTo>
                  <a:pt x="1459" y="713"/>
                </a:lnTo>
                <a:lnTo>
                  <a:pt x="1459" y="715"/>
                </a:lnTo>
                <a:lnTo>
                  <a:pt x="1459" y="716"/>
                </a:lnTo>
                <a:lnTo>
                  <a:pt x="1459" y="717"/>
                </a:lnTo>
                <a:lnTo>
                  <a:pt x="1459" y="718"/>
                </a:lnTo>
                <a:lnTo>
                  <a:pt x="1459" y="719"/>
                </a:lnTo>
                <a:lnTo>
                  <a:pt x="1459" y="720"/>
                </a:lnTo>
                <a:lnTo>
                  <a:pt x="1459" y="722"/>
                </a:lnTo>
                <a:lnTo>
                  <a:pt x="1459" y="723"/>
                </a:lnTo>
                <a:lnTo>
                  <a:pt x="1458" y="723"/>
                </a:lnTo>
                <a:lnTo>
                  <a:pt x="1458" y="724"/>
                </a:lnTo>
                <a:lnTo>
                  <a:pt x="1459" y="724"/>
                </a:lnTo>
                <a:lnTo>
                  <a:pt x="1459" y="725"/>
                </a:lnTo>
                <a:lnTo>
                  <a:pt x="1458" y="725"/>
                </a:lnTo>
                <a:lnTo>
                  <a:pt x="1458" y="726"/>
                </a:lnTo>
                <a:lnTo>
                  <a:pt x="1459" y="727"/>
                </a:lnTo>
                <a:lnTo>
                  <a:pt x="1459" y="728"/>
                </a:lnTo>
                <a:lnTo>
                  <a:pt x="1459" y="729"/>
                </a:lnTo>
                <a:lnTo>
                  <a:pt x="1458" y="730"/>
                </a:lnTo>
                <a:lnTo>
                  <a:pt x="1458" y="731"/>
                </a:lnTo>
                <a:lnTo>
                  <a:pt x="1459" y="731"/>
                </a:lnTo>
                <a:lnTo>
                  <a:pt x="1459" y="732"/>
                </a:lnTo>
                <a:lnTo>
                  <a:pt x="1460" y="732"/>
                </a:lnTo>
                <a:lnTo>
                  <a:pt x="1460" y="733"/>
                </a:lnTo>
                <a:lnTo>
                  <a:pt x="1460" y="734"/>
                </a:lnTo>
                <a:lnTo>
                  <a:pt x="1460" y="735"/>
                </a:lnTo>
                <a:lnTo>
                  <a:pt x="1461" y="735"/>
                </a:lnTo>
                <a:lnTo>
                  <a:pt x="1461" y="736"/>
                </a:lnTo>
                <a:lnTo>
                  <a:pt x="1462" y="736"/>
                </a:lnTo>
                <a:lnTo>
                  <a:pt x="1463" y="736"/>
                </a:lnTo>
                <a:lnTo>
                  <a:pt x="1463" y="737"/>
                </a:lnTo>
                <a:lnTo>
                  <a:pt x="1464" y="737"/>
                </a:lnTo>
                <a:lnTo>
                  <a:pt x="1464" y="738"/>
                </a:lnTo>
                <a:lnTo>
                  <a:pt x="1465" y="739"/>
                </a:lnTo>
                <a:lnTo>
                  <a:pt x="1466" y="739"/>
                </a:lnTo>
                <a:lnTo>
                  <a:pt x="1467" y="740"/>
                </a:lnTo>
                <a:lnTo>
                  <a:pt x="1468" y="741"/>
                </a:lnTo>
                <a:lnTo>
                  <a:pt x="1467" y="741"/>
                </a:lnTo>
                <a:lnTo>
                  <a:pt x="1467" y="742"/>
                </a:lnTo>
                <a:lnTo>
                  <a:pt x="1468" y="742"/>
                </a:lnTo>
                <a:lnTo>
                  <a:pt x="1468" y="743"/>
                </a:lnTo>
                <a:lnTo>
                  <a:pt x="1467" y="743"/>
                </a:lnTo>
                <a:lnTo>
                  <a:pt x="1467" y="744"/>
                </a:lnTo>
                <a:lnTo>
                  <a:pt x="1466" y="744"/>
                </a:lnTo>
                <a:lnTo>
                  <a:pt x="1466" y="745"/>
                </a:lnTo>
                <a:lnTo>
                  <a:pt x="1466" y="746"/>
                </a:lnTo>
                <a:lnTo>
                  <a:pt x="1466" y="747"/>
                </a:lnTo>
                <a:lnTo>
                  <a:pt x="1467" y="747"/>
                </a:lnTo>
                <a:lnTo>
                  <a:pt x="1467" y="748"/>
                </a:lnTo>
                <a:lnTo>
                  <a:pt x="1467" y="749"/>
                </a:lnTo>
                <a:lnTo>
                  <a:pt x="1468" y="751"/>
                </a:lnTo>
                <a:lnTo>
                  <a:pt x="1468" y="753"/>
                </a:lnTo>
                <a:lnTo>
                  <a:pt x="1468" y="754"/>
                </a:lnTo>
                <a:lnTo>
                  <a:pt x="1469" y="754"/>
                </a:lnTo>
                <a:lnTo>
                  <a:pt x="1469" y="755"/>
                </a:lnTo>
                <a:lnTo>
                  <a:pt x="1469" y="756"/>
                </a:lnTo>
                <a:lnTo>
                  <a:pt x="1468" y="757"/>
                </a:lnTo>
                <a:lnTo>
                  <a:pt x="1467" y="758"/>
                </a:lnTo>
                <a:lnTo>
                  <a:pt x="1467" y="760"/>
                </a:lnTo>
                <a:lnTo>
                  <a:pt x="1467" y="761"/>
                </a:lnTo>
                <a:lnTo>
                  <a:pt x="1467" y="762"/>
                </a:lnTo>
                <a:lnTo>
                  <a:pt x="1467" y="763"/>
                </a:lnTo>
                <a:lnTo>
                  <a:pt x="1467" y="764"/>
                </a:lnTo>
                <a:lnTo>
                  <a:pt x="1467" y="765"/>
                </a:lnTo>
                <a:lnTo>
                  <a:pt x="1466" y="765"/>
                </a:lnTo>
                <a:lnTo>
                  <a:pt x="1466" y="766"/>
                </a:lnTo>
                <a:lnTo>
                  <a:pt x="1465" y="766"/>
                </a:lnTo>
                <a:lnTo>
                  <a:pt x="1464" y="767"/>
                </a:lnTo>
                <a:lnTo>
                  <a:pt x="1464" y="768"/>
                </a:lnTo>
                <a:lnTo>
                  <a:pt x="1463" y="768"/>
                </a:lnTo>
                <a:lnTo>
                  <a:pt x="1462" y="768"/>
                </a:lnTo>
                <a:lnTo>
                  <a:pt x="1461" y="767"/>
                </a:lnTo>
                <a:lnTo>
                  <a:pt x="1460" y="767"/>
                </a:lnTo>
                <a:lnTo>
                  <a:pt x="1459" y="768"/>
                </a:lnTo>
                <a:lnTo>
                  <a:pt x="1459" y="769"/>
                </a:lnTo>
                <a:lnTo>
                  <a:pt x="1458" y="769"/>
                </a:lnTo>
                <a:lnTo>
                  <a:pt x="1456" y="769"/>
                </a:lnTo>
                <a:lnTo>
                  <a:pt x="1455" y="769"/>
                </a:lnTo>
                <a:lnTo>
                  <a:pt x="1455" y="770"/>
                </a:lnTo>
                <a:lnTo>
                  <a:pt x="1454" y="770"/>
                </a:lnTo>
                <a:lnTo>
                  <a:pt x="1453" y="770"/>
                </a:lnTo>
                <a:lnTo>
                  <a:pt x="1452" y="770"/>
                </a:lnTo>
                <a:lnTo>
                  <a:pt x="1451" y="770"/>
                </a:lnTo>
                <a:lnTo>
                  <a:pt x="1450" y="770"/>
                </a:lnTo>
                <a:lnTo>
                  <a:pt x="1449" y="770"/>
                </a:lnTo>
                <a:lnTo>
                  <a:pt x="1448" y="770"/>
                </a:lnTo>
                <a:lnTo>
                  <a:pt x="1448" y="769"/>
                </a:lnTo>
                <a:lnTo>
                  <a:pt x="1447" y="769"/>
                </a:lnTo>
                <a:lnTo>
                  <a:pt x="1446" y="768"/>
                </a:lnTo>
                <a:lnTo>
                  <a:pt x="1445" y="768"/>
                </a:lnTo>
                <a:lnTo>
                  <a:pt x="1445" y="769"/>
                </a:lnTo>
                <a:lnTo>
                  <a:pt x="1444" y="769"/>
                </a:lnTo>
                <a:lnTo>
                  <a:pt x="1444" y="770"/>
                </a:lnTo>
                <a:lnTo>
                  <a:pt x="1444" y="769"/>
                </a:lnTo>
                <a:lnTo>
                  <a:pt x="1443" y="769"/>
                </a:lnTo>
                <a:lnTo>
                  <a:pt x="1443" y="768"/>
                </a:lnTo>
                <a:lnTo>
                  <a:pt x="1444" y="768"/>
                </a:lnTo>
                <a:lnTo>
                  <a:pt x="1443" y="767"/>
                </a:lnTo>
                <a:lnTo>
                  <a:pt x="1442" y="767"/>
                </a:lnTo>
                <a:lnTo>
                  <a:pt x="1442" y="768"/>
                </a:lnTo>
                <a:lnTo>
                  <a:pt x="1441" y="768"/>
                </a:lnTo>
                <a:lnTo>
                  <a:pt x="1441" y="769"/>
                </a:lnTo>
                <a:lnTo>
                  <a:pt x="1440" y="769"/>
                </a:lnTo>
                <a:lnTo>
                  <a:pt x="1440" y="768"/>
                </a:lnTo>
                <a:lnTo>
                  <a:pt x="1439" y="768"/>
                </a:lnTo>
                <a:lnTo>
                  <a:pt x="1439" y="767"/>
                </a:lnTo>
                <a:lnTo>
                  <a:pt x="1439" y="768"/>
                </a:lnTo>
                <a:lnTo>
                  <a:pt x="1439" y="769"/>
                </a:lnTo>
                <a:lnTo>
                  <a:pt x="1440" y="769"/>
                </a:lnTo>
                <a:lnTo>
                  <a:pt x="1438" y="771"/>
                </a:lnTo>
                <a:lnTo>
                  <a:pt x="1437" y="771"/>
                </a:lnTo>
                <a:lnTo>
                  <a:pt x="1436" y="771"/>
                </a:lnTo>
                <a:lnTo>
                  <a:pt x="1435" y="771"/>
                </a:lnTo>
                <a:lnTo>
                  <a:pt x="1436" y="771"/>
                </a:lnTo>
                <a:lnTo>
                  <a:pt x="1436" y="770"/>
                </a:lnTo>
                <a:lnTo>
                  <a:pt x="1435" y="770"/>
                </a:lnTo>
                <a:lnTo>
                  <a:pt x="1435" y="771"/>
                </a:lnTo>
                <a:lnTo>
                  <a:pt x="1435" y="772"/>
                </a:lnTo>
                <a:lnTo>
                  <a:pt x="1434" y="772"/>
                </a:lnTo>
                <a:lnTo>
                  <a:pt x="1434" y="771"/>
                </a:lnTo>
                <a:lnTo>
                  <a:pt x="1433" y="771"/>
                </a:lnTo>
                <a:lnTo>
                  <a:pt x="1433" y="770"/>
                </a:lnTo>
                <a:lnTo>
                  <a:pt x="1432" y="770"/>
                </a:lnTo>
                <a:lnTo>
                  <a:pt x="1432" y="769"/>
                </a:lnTo>
                <a:lnTo>
                  <a:pt x="1433" y="769"/>
                </a:lnTo>
                <a:lnTo>
                  <a:pt x="1432" y="768"/>
                </a:lnTo>
                <a:lnTo>
                  <a:pt x="1432" y="769"/>
                </a:lnTo>
                <a:lnTo>
                  <a:pt x="1432" y="768"/>
                </a:lnTo>
                <a:lnTo>
                  <a:pt x="1432" y="767"/>
                </a:lnTo>
                <a:lnTo>
                  <a:pt x="1431" y="767"/>
                </a:lnTo>
                <a:lnTo>
                  <a:pt x="1430" y="767"/>
                </a:lnTo>
                <a:lnTo>
                  <a:pt x="1429" y="767"/>
                </a:lnTo>
                <a:lnTo>
                  <a:pt x="1428" y="767"/>
                </a:lnTo>
                <a:lnTo>
                  <a:pt x="1427" y="767"/>
                </a:lnTo>
                <a:lnTo>
                  <a:pt x="1426" y="767"/>
                </a:lnTo>
                <a:lnTo>
                  <a:pt x="1425" y="768"/>
                </a:lnTo>
                <a:lnTo>
                  <a:pt x="1425" y="769"/>
                </a:lnTo>
                <a:lnTo>
                  <a:pt x="1424" y="768"/>
                </a:lnTo>
                <a:lnTo>
                  <a:pt x="1423" y="768"/>
                </a:lnTo>
                <a:lnTo>
                  <a:pt x="1424" y="768"/>
                </a:lnTo>
                <a:lnTo>
                  <a:pt x="1424" y="769"/>
                </a:lnTo>
                <a:lnTo>
                  <a:pt x="1423" y="769"/>
                </a:lnTo>
                <a:lnTo>
                  <a:pt x="1422" y="769"/>
                </a:lnTo>
                <a:lnTo>
                  <a:pt x="1421" y="769"/>
                </a:lnTo>
                <a:lnTo>
                  <a:pt x="1421" y="770"/>
                </a:lnTo>
                <a:lnTo>
                  <a:pt x="1420" y="770"/>
                </a:lnTo>
                <a:lnTo>
                  <a:pt x="1420" y="769"/>
                </a:lnTo>
                <a:lnTo>
                  <a:pt x="1420" y="770"/>
                </a:lnTo>
                <a:lnTo>
                  <a:pt x="1419" y="770"/>
                </a:lnTo>
                <a:lnTo>
                  <a:pt x="1419" y="771"/>
                </a:lnTo>
                <a:lnTo>
                  <a:pt x="1418" y="771"/>
                </a:lnTo>
                <a:lnTo>
                  <a:pt x="1417" y="772"/>
                </a:lnTo>
                <a:lnTo>
                  <a:pt x="1416" y="772"/>
                </a:lnTo>
                <a:lnTo>
                  <a:pt x="1415" y="772"/>
                </a:lnTo>
                <a:lnTo>
                  <a:pt x="1414" y="772"/>
                </a:lnTo>
                <a:lnTo>
                  <a:pt x="1413" y="772"/>
                </a:lnTo>
                <a:lnTo>
                  <a:pt x="1412" y="772"/>
                </a:lnTo>
                <a:lnTo>
                  <a:pt x="1412" y="773"/>
                </a:lnTo>
                <a:lnTo>
                  <a:pt x="1411" y="773"/>
                </a:lnTo>
                <a:lnTo>
                  <a:pt x="1410" y="773"/>
                </a:lnTo>
                <a:lnTo>
                  <a:pt x="1409" y="773"/>
                </a:lnTo>
                <a:lnTo>
                  <a:pt x="1408" y="773"/>
                </a:lnTo>
                <a:lnTo>
                  <a:pt x="1407" y="773"/>
                </a:lnTo>
                <a:lnTo>
                  <a:pt x="1407" y="772"/>
                </a:lnTo>
                <a:lnTo>
                  <a:pt x="1408" y="772"/>
                </a:lnTo>
                <a:lnTo>
                  <a:pt x="1408" y="771"/>
                </a:lnTo>
                <a:lnTo>
                  <a:pt x="1406" y="771"/>
                </a:lnTo>
                <a:lnTo>
                  <a:pt x="1406" y="772"/>
                </a:lnTo>
                <a:lnTo>
                  <a:pt x="1405" y="772"/>
                </a:lnTo>
                <a:lnTo>
                  <a:pt x="1404" y="772"/>
                </a:lnTo>
                <a:lnTo>
                  <a:pt x="1405" y="772"/>
                </a:lnTo>
                <a:lnTo>
                  <a:pt x="1404" y="772"/>
                </a:lnTo>
                <a:lnTo>
                  <a:pt x="1404" y="771"/>
                </a:lnTo>
                <a:lnTo>
                  <a:pt x="1403" y="771"/>
                </a:lnTo>
                <a:lnTo>
                  <a:pt x="1402" y="771"/>
                </a:lnTo>
                <a:lnTo>
                  <a:pt x="1401" y="771"/>
                </a:lnTo>
                <a:lnTo>
                  <a:pt x="1400" y="771"/>
                </a:lnTo>
                <a:lnTo>
                  <a:pt x="1400" y="772"/>
                </a:lnTo>
                <a:lnTo>
                  <a:pt x="1399" y="771"/>
                </a:lnTo>
                <a:lnTo>
                  <a:pt x="1398" y="770"/>
                </a:lnTo>
                <a:lnTo>
                  <a:pt x="1397" y="770"/>
                </a:lnTo>
                <a:lnTo>
                  <a:pt x="1395" y="770"/>
                </a:lnTo>
                <a:lnTo>
                  <a:pt x="1395" y="769"/>
                </a:lnTo>
                <a:lnTo>
                  <a:pt x="1394" y="769"/>
                </a:lnTo>
                <a:lnTo>
                  <a:pt x="1393" y="769"/>
                </a:lnTo>
                <a:lnTo>
                  <a:pt x="1393" y="768"/>
                </a:lnTo>
                <a:lnTo>
                  <a:pt x="1392" y="768"/>
                </a:lnTo>
                <a:lnTo>
                  <a:pt x="1392" y="767"/>
                </a:lnTo>
                <a:lnTo>
                  <a:pt x="1391" y="767"/>
                </a:lnTo>
                <a:lnTo>
                  <a:pt x="1389" y="767"/>
                </a:lnTo>
                <a:lnTo>
                  <a:pt x="1389" y="766"/>
                </a:lnTo>
                <a:lnTo>
                  <a:pt x="1388" y="766"/>
                </a:lnTo>
                <a:lnTo>
                  <a:pt x="1387" y="767"/>
                </a:lnTo>
                <a:lnTo>
                  <a:pt x="1386" y="767"/>
                </a:lnTo>
                <a:lnTo>
                  <a:pt x="1385" y="767"/>
                </a:lnTo>
                <a:lnTo>
                  <a:pt x="1385" y="768"/>
                </a:lnTo>
                <a:lnTo>
                  <a:pt x="1386" y="768"/>
                </a:lnTo>
                <a:lnTo>
                  <a:pt x="1386" y="767"/>
                </a:lnTo>
                <a:lnTo>
                  <a:pt x="1387" y="767"/>
                </a:lnTo>
                <a:lnTo>
                  <a:pt x="1388" y="768"/>
                </a:lnTo>
                <a:lnTo>
                  <a:pt x="1388" y="769"/>
                </a:lnTo>
                <a:lnTo>
                  <a:pt x="1388" y="770"/>
                </a:lnTo>
                <a:lnTo>
                  <a:pt x="1388" y="769"/>
                </a:lnTo>
                <a:lnTo>
                  <a:pt x="1388" y="770"/>
                </a:lnTo>
                <a:lnTo>
                  <a:pt x="1388" y="771"/>
                </a:lnTo>
                <a:lnTo>
                  <a:pt x="1387" y="771"/>
                </a:lnTo>
                <a:lnTo>
                  <a:pt x="1387" y="770"/>
                </a:lnTo>
                <a:lnTo>
                  <a:pt x="1386" y="770"/>
                </a:lnTo>
                <a:lnTo>
                  <a:pt x="1386" y="771"/>
                </a:lnTo>
                <a:lnTo>
                  <a:pt x="1387" y="771"/>
                </a:lnTo>
                <a:lnTo>
                  <a:pt x="1386" y="771"/>
                </a:lnTo>
                <a:lnTo>
                  <a:pt x="1386" y="772"/>
                </a:lnTo>
                <a:lnTo>
                  <a:pt x="1387" y="772"/>
                </a:lnTo>
                <a:lnTo>
                  <a:pt x="1387" y="773"/>
                </a:lnTo>
                <a:lnTo>
                  <a:pt x="1386" y="773"/>
                </a:lnTo>
                <a:lnTo>
                  <a:pt x="1385" y="772"/>
                </a:lnTo>
                <a:lnTo>
                  <a:pt x="1384" y="772"/>
                </a:lnTo>
                <a:lnTo>
                  <a:pt x="1383" y="772"/>
                </a:lnTo>
                <a:lnTo>
                  <a:pt x="1382" y="772"/>
                </a:lnTo>
                <a:lnTo>
                  <a:pt x="1381" y="772"/>
                </a:lnTo>
                <a:lnTo>
                  <a:pt x="1381" y="773"/>
                </a:lnTo>
                <a:lnTo>
                  <a:pt x="1380" y="773"/>
                </a:lnTo>
                <a:lnTo>
                  <a:pt x="1381" y="773"/>
                </a:lnTo>
                <a:lnTo>
                  <a:pt x="1381" y="774"/>
                </a:lnTo>
                <a:lnTo>
                  <a:pt x="1381" y="775"/>
                </a:lnTo>
                <a:lnTo>
                  <a:pt x="1382" y="776"/>
                </a:lnTo>
                <a:lnTo>
                  <a:pt x="1383" y="776"/>
                </a:lnTo>
                <a:lnTo>
                  <a:pt x="1384" y="777"/>
                </a:lnTo>
                <a:lnTo>
                  <a:pt x="1384" y="778"/>
                </a:lnTo>
                <a:lnTo>
                  <a:pt x="1385" y="778"/>
                </a:lnTo>
                <a:lnTo>
                  <a:pt x="1385" y="779"/>
                </a:lnTo>
                <a:lnTo>
                  <a:pt x="1386" y="779"/>
                </a:lnTo>
                <a:lnTo>
                  <a:pt x="1386" y="780"/>
                </a:lnTo>
                <a:lnTo>
                  <a:pt x="1386" y="782"/>
                </a:lnTo>
                <a:lnTo>
                  <a:pt x="1386" y="783"/>
                </a:lnTo>
                <a:lnTo>
                  <a:pt x="1387" y="783"/>
                </a:lnTo>
                <a:lnTo>
                  <a:pt x="1387" y="785"/>
                </a:lnTo>
                <a:lnTo>
                  <a:pt x="1387" y="786"/>
                </a:lnTo>
                <a:lnTo>
                  <a:pt x="1386" y="786"/>
                </a:lnTo>
                <a:lnTo>
                  <a:pt x="1387" y="786"/>
                </a:lnTo>
                <a:lnTo>
                  <a:pt x="1387" y="787"/>
                </a:lnTo>
                <a:lnTo>
                  <a:pt x="1388" y="787"/>
                </a:lnTo>
                <a:lnTo>
                  <a:pt x="1388" y="788"/>
                </a:lnTo>
                <a:lnTo>
                  <a:pt x="1389" y="788"/>
                </a:lnTo>
                <a:lnTo>
                  <a:pt x="1390" y="789"/>
                </a:lnTo>
                <a:lnTo>
                  <a:pt x="1391" y="789"/>
                </a:lnTo>
                <a:lnTo>
                  <a:pt x="1390" y="790"/>
                </a:lnTo>
                <a:lnTo>
                  <a:pt x="1390" y="791"/>
                </a:lnTo>
                <a:lnTo>
                  <a:pt x="1391" y="791"/>
                </a:lnTo>
                <a:lnTo>
                  <a:pt x="1391" y="792"/>
                </a:lnTo>
                <a:lnTo>
                  <a:pt x="1392" y="792"/>
                </a:lnTo>
                <a:lnTo>
                  <a:pt x="1392" y="793"/>
                </a:lnTo>
                <a:lnTo>
                  <a:pt x="1393" y="793"/>
                </a:lnTo>
                <a:lnTo>
                  <a:pt x="1393" y="794"/>
                </a:lnTo>
                <a:lnTo>
                  <a:pt x="1394" y="795"/>
                </a:lnTo>
                <a:lnTo>
                  <a:pt x="1395" y="795"/>
                </a:lnTo>
                <a:lnTo>
                  <a:pt x="1396" y="795"/>
                </a:lnTo>
                <a:lnTo>
                  <a:pt x="1397" y="795"/>
                </a:lnTo>
                <a:lnTo>
                  <a:pt x="1398" y="795"/>
                </a:lnTo>
                <a:lnTo>
                  <a:pt x="1397" y="796"/>
                </a:lnTo>
                <a:lnTo>
                  <a:pt x="1397" y="797"/>
                </a:lnTo>
                <a:lnTo>
                  <a:pt x="1397" y="798"/>
                </a:lnTo>
                <a:lnTo>
                  <a:pt x="1398" y="798"/>
                </a:lnTo>
                <a:lnTo>
                  <a:pt x="1399" y="798"/>
                </a:lnTo>
                <a:lnTo>
                  <a:pt x="1399" y="799"/>
                </a:lnTo>
                <a:lnTo>
                  <a:pt x="1398" y="800"/>
                </a:lnTo>
                <a:lnTo>
                  <a:pt x="1397" y="800"/>
                </a:lnTo>
                <a:lnTo>
                  <a:pt x="1396" y="800"/>
                </a:lnTo>
                <a:lnTo>
                  <a:pt x="1395" y="801"/>
                </a:lnTo>
                <a:lnTo>
                  <a:pt x="1395" y="800"/>
                </a:lnTo>
                <a:lnTo>
                  <a:pt x="1394" y="801"/>
                </a:lnTo>
                <a:lnTo>
                  <a:pt x="1394" y="802"/>
                </a:lnTo>
                <a:lnTo>
                  <a:pt x="1393" y="802"/>
                </a:lnTo>
                <a:lnTo>
                  <a:pt x="1392" y="802"/>
                </a:lnTo>
                <a:lnTo>
                  <a:pt x="1391" y="802"/>
                </a:lnTo>
                <a:lnTo>
                  <a:pt x="1390" y="802"/>
                </a:lnTo>
                <a:lnTo>
                  <a:pt x="1389" y="802"/>
                </a:lnTo>
                <a:lnTo>
                  <a:pt x="1389" y="803"/>
                </a:lnTo>
                <a:lnTo>
                  <a:pt x="1388" y="803"/>
                </a:lnTo>
                <a:lnTo>
                  <a:pt x="1388" y="802"/>
                </a:lnTo>
                <a:lnTo>
                  <a:pt x="1387" y="803"/>
                </a:lnTo>
                <a:lnTo>
                  <a:pt x="1386" y="803"/>
                </a:lnTo>
                <a:lnTo>
                  <a:pt x="1386" y="802"/>
                </a:lnTo>
                <a:lnTo>
                  <a:pt x="1385" y="803"/>
                </a:lnTo>
                <a:lnTo>
                  <a:pt x="1382" y="803"/>
                </a:lnTo>
                <a:lnTo>
                  <a:pt x="1381" y="803"/>
                </a:lnTo>
                <a:lnTo>
                  <a:pt x="1381" y="804"/>
                </a:lnTo>
                <a:lnTo>
                  <a:pt x="1381" y="805"/>
                </a:lnTo>
                <a:lnTo>
                  <a:pt x="1380" y="805"/>
                </a:lnTo>
                <a:lnTo>
                  <a:pt x="1379" y="804"/>
                </a:lnTo>
                <a:lnTo>
                  <a:pt x="1379" y="805"/>
                </a:lnTo>
                <a:lnTo>
                  <a:pt x="1379" y="806"/>
                </a:lnTo>
                <a:lnTo>
                  <a:pt x="1378" y="806"/>
                </a:lnTo>
                <a:lnTo>
                  <a:pt x="1378" y="805"/>
                </a:lnTo>
                <a:lnTo>
                  <a:pt x="1378" y="804"/>
                </a:lnTo>
                <a:lnTo>
                  <a:pt x="1378" y="803"/>
                </a:lnTo>
                <a:lnTo>
                  <a:pt x="1379" y="803"/>
                </a:lnTo>
                <a:lnTo>
                  <a:pt x="1379" y="802"/>
                </a:lnTo>
                <a:lnTo>
                  <a:pt x="1378" y="802"/>
                </a:lnTo>
                <a:lnTo>
                  <a:pt x="1377" y="801"/>
                </a:lnTo>
                <a:lnTo>
                  <a:pt x="1376" y="801"/>
                </a:lnTo>
                <a:lnTo>
                  <a:pt x="1376" y="802"/>
                </a:lnTo>
                <a:lnTo>
                  <a:pt x="1376" y="803"/>
                </a:lnTo>
                <a:lnTo>
                  <a:pt x="1375" y="803"/>
                </a:lnTo>
                <a:lnTo>
                  <a:pt x="1375" y="802"/>
                </a:lnTo>
                <a:lnTo>
                  <a:pt x="1374" y="802"/>
                </a:lnTo>
                <a:lnTo>
                  <a:pt x="1374" y="801"/>
                </a:lnTo>
                <a:lnTo>
                  <a:pt x="1373" y="801"/>
                </a:lnTo>
                <a:lnTo>
                  <a:pt x="1372" y="802"/>
                </a:lnTo>
                <a:lnTo>
                  <a:pt x="1372" y="803"/>
                </a:lnTo>
                <a:lnTo>
                  <a:pt x="1371" y="803"/>
                </a:lnTo>
                <a:lnTo>
                  <a:pt x="1371" y="804"/>
                </a:lnTo>
                <a:lnTo>
                  <a:pt x="1370" y="805"/>
                </a:lnTo>
                <a:lnTo>
                  <a:pt x="1369" y="805"/>
                </a:lnTo>
                <a:lnTo>
                  <a:pt x="1369" y="806"/>
                </a:lnTo>
                <a:lnTo>
                  <a:pt x="1369" y="807"/>
                </a:lnTo>
                <a:lnTo>
                  <a:pt x="1367" y="807"/>
                </a:lnTo>
                <a:lnTo>
                  <a:pt x="1366" y="807"/>
                </a:lnTo>
                <a:lnTo>
                  <a:pt x="1365" y="806"/>
                </a:lnTo>
                <a:lnTo>
                  <a:pt x="1364" y="806"/>
                </a:lnTo>
                <a:lnTo>
                  <a:pt x="1364" y="807"/>
                </a:lnTo>
                <a:lnTo>
                  <a:pt x="1363" y="807"/>
                </a:lnTo>
                <a:lnTo>
                  <a:pt x="1362" y="807"/>
                </a:lnTo>
                <a:lnTo>
                  <a:pt x="1362" y="806"/>
                </a:lnTo>
                <a:lnTo>
                  <a:pt x="1361" y="806"/>
                </a:lnTo>
                <a:lnTo>
                  <a:pt x="1360" y="805"/>
                </a:lnTo>
                <a:lnTo>
                  <a:pt x="1359" y="805"/>
                </a:lnTo>
                <a:lnTo>
                  <a:pt x="1358" y="805"/>
                </a:lnTo>
                <a:lnTo>
                  <a:pt x="1357" y="805"/>
                </a:lnTo>
                <a:lnTo>
                  <a:pt x="1357" y="804"/>
                </a:lnTo>
                <a:lnTo>
                  <a:pt x="1357" y="805"/>
                </a:lnTo>
                <a:lnTo>
                  <a:pt x="1356" y="805"/>
                </a:lnTo>
                <a:lnTo>
                  <a:pt x="1355" y="805"/>
                </a:lnTo>
                <a:lnTo>
                  <a:pt x="1355" y="806"/>
                </a:lnTo>
                <a:lnTo>
                  <a:pt x="1355" y="807"/>
                </a:lnTo>
                <a:lnTo>
                  <a:pt x="1354" y="807"/>
                </a:lnTo>
                <a:lnTo>
                  <a:pt x="1354" y="806"/>
                </a:lnTo>
                <a:lnTo>
                  <a:pt x="1354" y="805"/>
                </a:lnTo>
                <a:lnTo>
                  <a:pt x="1353" y="805"/>
                </a:lnTo>
                <a:lnTo>
                  <a:pt x="1353" y="804"/>
                </a:lnTo>
                <a:lnTo>
                  <a:pt x="1352" y="804"/>
                </a:lnTo>
                <a:lnTo>
                  <a:pt x="1351" y="804"/>
                </a:lnTo>
                <a:lnTo>
                  <a:pt x="1350" y="804"/>
                </a:lnTo>
                <a:lnTo>
                  <a:pt x="1349" y="804"/>
                </a:lnTo>
                <a:lnTo>
                  <a:pt x="1348" y="804"/>
                </a:lnTo>
                <a:lnTo>
                  <a:pt x="1348" y="805"/>
                </a:lnTo>
                <a:lnTo>
                  <a:pt x="1347" y="806"/>
                </a:lnTo>
                <a:lnTo>
                  <a:pt x="1347" y="807"/>
                </a:lnTo>
                <a:lnTo>
                  <a:pt x="1346" y="807"/>
                </a:lnTo>
                <a:lnTo>
                  <a:pt x="1345" y="807"/>
                </a:lnTo>
                <a:lnTo>
                  <a:pt x="1345" y="808"/>
                </a:lnTo>
                <a:lnTo>
                  <a:pt x="1345" y="809"/>
                </a:lnTo>
                <a:lnTo>
                  <a:pt x="1344" y="810"/>
                </a:lnTo>
                <a:lnTo>
                  <a:pt x="1343" y="810"/>
                </a:lnTo>
                <a:lnTo>
                  <a:pt x="1343" y="809"/>
                </a:lnTo>
                <a:lnTo>
                  <a:pt x="1342" y="809"/>
                </a:lnTo>
                <a:lnTo>
                  <a:pt x="1342" y="810"/>
                </a:lnTo>
                <a:lnTo>
                  <a:pt x="1341" y="810"/>
                </a:lnTo>
                <a:lnTo>
                  <a:pt x="1340" y="810"/>
                </a:lnTo>
                <a:lnTo>
                  <a:pt x="1339" y="810"/>
                </a:lnTo>
                <a:lnTo>
                  <a:pt x="1338" y="809"/>
                </a:lnTo>
                <a:lnTo>
                  <a:pt x="1338" y="808"/>
                </a:lnTo>
                <a:lnTo>
                  <a:pt x="1339" y="808"/>
                </a:lnTo>
                <a:lnTo>
                  <a:pt x="1338" y="807"/>
                </a:lnTo>
                <a:lnTo>
                  <a:pt x="1338" y="806"/>
                </a:lnTo>
                <a:lnTo>
                  <a:pt x="1338" y="805"/>
                </a:lnTo>
                <a:lnTo>
                  <a:pt x="1337" y="805"/>
                </a:lnTo>
                <a:lnTo>
                  <a:pt x="1337" y="804"/>
                </a:lnTo>
                <a:lnTo>
                  <a:pt x="1336" y="804"/>
                </a:lnTo>
                <a:lnTo>
                  <a:pt x="1335" y="804"/>
                </a:lnTo>
                <a:lnTo>
                  <a:pt x="1334" y="803"/>
                </a:lnTo>
                <a:lnTo>
                  <a:pt x="1333" y="803"/>
                </a:lnTo>
                <a:lnTo>
                  <a:pt x="1332" y="803"/>
                </a:lnTo>
                <a:lnTo>
                  <a:pt x="1332" y="802"/>
                </a:lnTo>
                <a:lnTo>
                  <a:pt x="1331" y="802"/>
                </a:lnTo>
                <a:lnTo>
                  <a:pt x="1330" y="801"/>
                </a:lnTo>
                <a:lnTo>
                  <a:pt x="1329" y="800"/>
                </a:lnTo>
                <a:lnTo>
                  <a:pt x="1330" y="800"/>
                </a:lnTo>
                <a:lnTo>
                  <a:pt x="1330" y="799"/>
                </a:lnTo>
                <a:lnTo>
                  <a:pt x="1330" y="798"/>
                </a:lnTo>
                <a:lnTo>
                  <a:pt x="1330" y="797"/>
                </a:lnTo>
                <a:lnTo>
                  <a:pt x="1329" y="796"/>
                </a:lnTo>
                <a:lnTo>
                  <a:pt x="1328" y="796"/>
                </a:lnTo>
                <a:lnTo>
                  <a:pt x="1327" y="796"/>
                </a:lnTo>
                <a:lnTo>
                  <a:pt x="1327" y="795"/>
                </a:lnTo>
                <a:lnTo>
                  <a:pt x="1326" y="795"/>
                </a:lnTo>
                <a:lnTo>
                  <a:pt x="1326" y="794"/>
                </a:lnTo>
                <a:lnTo>
                  <a:pt x="1325" y="794"/>
                </a:lnTo>
                <a:lnTo>
                  <a:pt x="1325" y="795"/>
                </a:lnTo>
                <a:lnTo>
                  <a:pt x="1324" y="795"/>
                </a:lnTo>
                <a:lnTo>
                  <a:pt x="1323" y="795"/>
                </a:lnTo>
                <a:lnTo>
                  <a:pt x="1322" y="795"/>
                </a:lnTo>
                <a:lnTo>
                  <a:pt x="1323" y="794"/>
                </a:lnTo>
                <a:lnTo>
                  <a:pt x="1322" y="793"/>
                </a:lnTo>
                <a:lnTo>
                  <a:pt x="1321" y="792"/>
                </a:lnTo>
                <a:lnTo>
                  <a:pt x="1320" y="792"/>
                </a:lnTo>
                <a:lnTo>
                  <a:pt x="1320" y="791"/>
                </a:lnTo>
                <a:lnTo>
                  <a:pt x="1321" y="791"/>
                </a:lnTo>
                <a:lnTo>
                  <a:pt x="1320" y="791"/>
                </a:lnTo>
                <a:lnTo>
                  <a:pt x="1319" y="791"/>
                </a:lnTo>
                <a:lnTo>
                  <a:pt x="1318" y="791"/>
                </a:lnTo>
                <a:lnTo>
                  <a:pt x="1317" y="790"/>
                </a:lnTo>
                <a:lnTo>
                  <a:pt x="1316" y="789"/>
                </a:lnTo>
                <a:lnTo>
                  <a:pt x="1315" y="789"/>
                </a:lnTo>
                <a:lnTo>
                  <a:pt x="1315" y="790"/>
                </a:lnTo>
                <a:lnTo>
                  <a:pt x="1314" y="790"/>
                </a:lnTo>
                <a:lnTo>
                  <a:pt x="1314" y="789"/>
                </a:lnTo>
                <a:lnTo>
                  <a:pt x="1313" y="789"/>
                </a:lnTo>
                <a:lnTo>
                  <a:pt x="1313" y="788"/>
                </a:lnTo>
                <a:lnTo>
                  <a:pt x="1311" y="788"/>
                </a:lnTo>
                <a:lnTo>
                  <a:pt x="1310" y="788"/>
                </a:lnTo>
                <a:lnTo>
                  <a:pt x="1309" y="788"/>
                </a:lnTo>
                <a:lnTo>
                  <a:pt x="1308" y="789"/>
                </a:lnTo>
                <a:lnTo>
                  <a:pt x="1308" y="790"/>
                </a:lnTo>
                <a:lnTo>
                  <a:pt x="1306" y="790"/>
                </a:lnTo>
                <a:lnTo>
                  <a:pt x="1305" y="790"/>
                </a:lnTo>
                <a:lnTo>
                  <a:pt x="1305" y="789"/>
                </a:lnTo>
                <a:lnTo>
                  <a:pt x="1303" y="789"/>
                </a:lnTo>
                <a:lnTo>
                  <a:pt x="1302" y="789"/>
                </a:lnTo>
                <a:lnTo>
                  <a:pt x="1302" y="788"/>
                </a:lnTo>
                <a:lnTo>
                  <a:pt x="1301" y="789"/>
                </a:lnTo>
                <a:lnTo>
                  <a:pt x="1301" y="788"/>
                </a:lnTo>
                <a:lnTo>
                  <a:pt x="1300" y="788"/>
                </a:lnTo>
                <a:lnTo>
                  <a:pt x="1299" y="788"/>
                </a:lnTo>
                <a:lnTo>
                  <a:pt x="1298" y="788"/>
                </a:lnTo>
                <a:lnTo>
                  <a:pt x="1298" y="787"/>
                </a:lnTo>
                <a:lnTo>
                  <a:pt x="1296" y="788"/>
                </a:lnTo>
                <a:lnTo>
                  <a:pt x="1296" y="789"/>
                </a:lnTo>
                <a:lnTo>
                  <a:pt x="1295" y="789"/>
                </a:lnTo>
                <a:lnTo>
                  <a:pt x="1295" y="790"/>
                </a:lnTo>
                <a:lnTo>
                  <a:pt x="1294" y="790"/>
                </a:lnTo>
                <a:lnTo>
                  <a:pt x="1293" y="790"/>
                </a:lnTo>
                <a:lnTo>
                  <a:pt x="1292" y="790"/>
                </a:lnTo>
                <a:lnTo>
                  <a:pt x="1291" y="790"/>
                </a:lnTo>
                <a:lnTo>
                  <a:pt x="1291" y="791"/>
                </a:lnTo>
                <a:lnTo>
                  <a:pt x="1291" y="790"/>
                </a:lnTo>
                <a:lnTo>
                  <a:pt x="1290" y="790"/>
                </a:lnTo>
                <a:lnTo>
                  <a:pt x="1289" y="790"/>
                </a:lnTo>
                <a:lnTo>
                  <a:pt x="1290" y="790"/>
                </a:lnTo>
                <a:lnTo>
                  <a:pt x="1289" y="791"/>
                </a:lnTo>
                <a:lnTo>
                  <a:pt x="1288" y="791"/>
                </a:lnTo>
                <a:lnTo>
                  <a:pt x="1287" y="791"/>
                </a:lnTo>
                <a:lnTo>
                  <a:pt x="1287" y="790"/>
                </a:lnTo>
                <a:lnTo>
                  <a:pt x="1286" y="790"/>
                </a:lnTo>
                <a:lnTo>
                  <a:pt x="1286" y="789"/>
                </a:lnTo>
                <a:lnTo>
                  <a:pt x="1285" y="789"/>
                </a:lnTo>
                <a:lnTo>
                  <a:pt x="1284" y="789"/>
                </a:lnTo>
                <a:lnTo>
                  <a:pt x="1283" y="789"/>
                </a:lnTo>
                <a:lnTo>
                  <a:pt x="1283" y="790"/>
                </a:lnTo>
                <a:lnTo>
                  <a:pt x="1283" y="789"/>
                </a:lnTo>
                <a:lnTo>
                  <a:pt x="1282" y="789"/>
                </a:lnTo>
                <a:lnTo>
                  <a:pt x="1280" y="789"/>
                </a:lnTo>
                <a:lnTo>
                  <a:pt x="1280" y="790"/>
                </a:lnTo>
                <a:lnTo>
                  <a:pt x="1281" y="791"/>
                </a:lnTo>
                <a:lnTo>
                  <a:pt x="1280" y="791"/>
                </a:lnTo>
                <a:lnTo>
                  <a:pt x="1280" y="792"/>
                </a:lnTo>
                <a:lnTo>
                  <a:pt x="1279" y="793"/>
                </a:lnTo>
                <a:lnTo>
                  <a:pt x="1279" y="794"/>
                </a:lnTo>
                <a:lnTo>
                  <a:pt x="1279" y="795"/>
                </a:lnTo>
                <a:lnTo>
                  <a:pt x="1278" y="795"/>
                </a:lnTo>
                <a:lnTo>
                  <a:pt x="1277" y="795"/>
                </a:lnTo>
                <a:lnTo>
                  <a:pt x="1277" y="794"/>
                </a:lnTo>
                <a:lnTo>
                  <a:pt x="1277" y="795"/>
                </a:lnTo>
                <a:lnTo>
                  <a:pt x="1276" y="795"/>
                </a:lnTo>
                <a:lnTo>
                  <a:pt x="1276" y="796"/>
                </a:lnTo>
                <a:lnTo>
                  <a:pt x="1276" y="797"/>
                </a:lnTo>
                <a:lnTo>
                  <a:pt x="1276" y="798"/>
                </a:lnTo>
                <a:lnTo>
                  <a:pt x="1277" y="798"/>
                </a:lnTo>
                <a:lnTo>
                  <a:pt x="1277" y="799"/>
                </a:lnTo>
                <a:lnTo>
                  <a:pt x="1276" y="799"/>
                </a:lnTo>
                <a:lnTo>
                  <a:pt x="1275" y="799"/>
                </a:lnTo>
                <a:lnTo>
                  <a:pt x="1275" y="800"/>
                </a:lnTo>
                <a:lnTo>
                  <a:pt x="1275" y="801"/>
                </a:lnTo>
                <a:lnTo>
                  <a:pt x="1276" y="801"/>
                </a:lnTo>
                <a:lnTo>
                  <a:pt x="1276" y="802"/>
                </a:lnTo>
                <a:lnTo>
                  <a:pt x="1276" y="803"/>
                </a:lnTo>
                <a:lnTo>
                  <a:pt x="1276" y="804"/>
                </a:lnTo>
                <a:lnTo>
                  <a:pt x="1277" y="804"/>
                </a:lnTo>
                <a:lnTo>
                  <a:pt x="1277" y="805"/>
                </a:lnTo>
                <a:lnTo>
                  <a:pt x="1277" y="806"/>
                </a:lnTo>
                <a:lnTo>
                  <a:pt x="1278" y="806"/>
                </a:lnTo>
                <a:lnTo>
                  <a:pt x="1278" y="807"/>
                </a:lnTo>
                <a:lnTo>
                  <a:pt x="1278" y="808"/>
                </a:lnTo>
                <a:lnTo>
                  <a:pt x="1277" y="809"/>
                </a:lnTo>
                <a:lnTo>
                  <a:pt x="1278" y="809"/>
                </a:lnTo>
                <a:lnTo>
                  <a:pt x="1279" y="810"/>
                </a:lnTo>
                <a:lnTo>
                  <a:pt x="1280" y="810"/>
                </a:lnTo>
                <a:lnTo>
                  <a:pt x="1280" y="811"/>
                </a:lnTo>
                <a:lnTo>
                  <a:pt x="1281" y="811"/>
                </a:lnTo>
                <a:lnTo>
                  <a:pt x="1281" y="812"/>
                </a:lnTo>
                <a:lnTo>
                  <a:pt x="1282" y="812"/>
                </a:lnTo>
                <a:lnTo>
                  <a:pt x="1282" y="813"/>
                </a:lnTo>
                <a:lnTo>
                  <a:pt x="1282" y="814"/>
                </a:lnTo>
                <a:lnTo>
                  <a:pt x="1282" y="815"/>
                </a:lnTo>
                <a:lnTo>
                  <a:pt x="1281" y="815"/>
                </a:lnTo>
                <a:lnTo>
                  <a:pt x="1281" y="816"/>
                </a:lnTo>
                <a:lnTo>
                  <a:pt x="1281" y="817"/>
                </a:lnTo>
                <a:lnTo>
                  <a:pt x="1282" y="817"/>
                </a:lnTo>
                <a:lnTo>
                  <a:pt x="1282" y="818"/>
                </a:lnTo>
                <a:lnTo>
                  <a:pt x="1283" y="819"/>
                </a:lnTo>
                <a:lnTo>
                  <a:pt x="1284" y="820"/>
                </a:lnTo>
                <a:lnTo>
                  <a:pt x="1283" y="821"/>
                </a:lnTo>
                <a:lnTo>
                  <a:pt x="1283" y="822"/>
                </a:lnTo>
                <a:lnTo>
                  <a:pt x="1282" y="822"/>
                </a:lnTo>
                <a:lnTo>
                  <a:pt x="1281" y="822"/>
                </a:lnTo>
                <a:lnTo>
                  <a:pt x="1281" y="823"/>
                </a:lnTo>
                <a:lnTo>
                  <a:pt x="1281" y="824"/>
                </a:lnTo>
                <a:lnTo>
                  <a:pt x="1279" y="824"/>
                </a:lnTo>
                <a:lnTo>
                  <a:pt x="1278" y="824"/>
                </a:lnTo>
                <a:lnTo>
                  <a:pt x="1277" y="824"/>
                </a:lnTo>
                <a:lnTo>
                  <a:pt x="1276" y="824"/>
                </a:lnTo>
                <a:lnTo>
                  <a:pt x="1276" y="825"/>
                </a:lnTo>
                <a:lnTo>
                  <a:pt x="1276" y="826"/>
                </a:lnTo>
                <a:lnTo>
                  <a:pt x="1275" y="827"/>
                </a:lnTo>
                <a:lnTo>
                  <a:pt x="1274" y="827"/>
                </a:lnTo>
                <a:lnTo>
                  <a:pt x="1274" y="828"/>
                </a:lnTo>
                <a:lnTo>
                  <a:pt x="1273" y="828"/>
                </a:lnTo>
                <a:lnTo>
                  <a:pt x="1273" y="827"/>
                </a:lnTo>
                <a:lnTo>
                  <a:pt x="1274" y="827"/>
                </a:lnTo>
                <a:lnTo>
                  <a:pt x="1273" y="827"/>
                </a:lnTo>
                <a:lnTo>
                  <a:pt x="1272" y="828"/>
                </a:lnTo>
                <a:lnTo>
                  <a:pt x="1272" y="829"/>
                </a:lnTo>
                <a:lnTo>
                  <a:pt x="1272" y="830"/>
                </a:lnTo>
                <a:lnTo>
                  <a:pt x="1273" y="830"/>
                </a:lnTo>
                <a:lnTo>
                  <a:pt x="1272" y="831"/>
                </a:lnTo>
                <a:lnTo>
                  <a:pt x="1272" y="832"/>
                </a:lnTo>
                <a:lnTo>
                  <a:pt x="1273" y="833"/>
                </a:lnTo>
                <a:lnTo>
                  <a:pt x="1274" y="833"/>
                </a:lnTo>
                <a:lnTo>
                  <a:pt x="1274" y="834"/>
                </a:lnTo>
                <a:lnTo>
                  <a:pt x="1273" y="835"/>
                </a:lnTo>
                <a:lnTo>
                  <a:pt x="1272" y="835"/>
                </a:lnTo>
                <a:lnTo>
                  <a:pt x="1271" y="835"/>
                </a:lnTo>
                <a:lnTo>
                  <a:pt x="1270" y="833"/>
                </a:lnTo>
                <a:lnTo>
                  <a:pt x="1269" y="833"/>
                </a:lnTo>
                <a:lnTo>
                  <a:pt x="1269" y="834"/>
                </a:lnTo>
                <a:lnTo>
                  <a:pt x="1268" y="835"/>
                </a:lnTo>
                <a:lnTo>
                  <a:pt x="1267" y="836"/>
                </a:lnTo>
                <a:lnTo>
                  <a:pt x="1266" y="837"/>
                </a:lnTo>
                <a:lnTo>
                  <a:pt x="1266" y="836"/>
                </a:lnTo>
                <a:lnTo>
                  <a:pt x="1265" y="837"/>
                </a:lnTo>
                <a:lnTo>
                  <a:pt x="1265" y="838"/>
                </a:lnTo>
                <a:lnTo>
                  <a:pt x="1264" y="838"/>
                </a:lnTo>
                <a:lnTo>
                  <a:pt x="1264" y="837"/>
                </a:lnTo>
                <a:lnTo>
                  <a:pt x="1263" y="838"/>
                </a:lnTo>
                <a:lnTo>
                  <a:pt x="1262" y="839"/>
                </a:lnTo>
                <a:lnTo>
                  <a:pt x="1261" y="839"/>
                </a:lnTo>
                <a:lnTo>
                  <a:pt x="1261" y="840"/>
                </a:lnTo>
                <a:lnTo>
                  <a:pt x="1260" y="840"/>
                </a:lnTo>
                <a:lnTo>
                  <a:pt x="1260" y="841"/>
                </a:lnTo>
                <a:lnTo>
                  <a:pt x="1261" y="841"/>
                </a:lnTo>
                <a:lnTo>
                  <a:pt x="1261" y="842"/>
                </a:lnTo>
                <a:lnTo>
                  <a:pt x="1262" y="842"/>
                </a:lnTo>
                <a:lnTo>
                  <a:pt x="1262" y="843"/>
                </a:lnTo>
                <a:lnTo>
                  <a:pt x="1262" y="844"/>
                </a:lnTo>
                <a:lnTo>
                  <a:pt x="1262" y="845"/>
                </a:lnTo>
                <a:lnTo>
                  <a:pt x="1262" y="846"/>
                </a:lnTo>
                <a:lnTo>
                  <a:pt x="1262" y="847"/>
                </a:lnTo>
                <a:lnTo>
                  <a:pt x="1261" y="847"/>
                </a:lnTo>
                <a:lnTo>
                  <a:pt x="1262" y="847"/>
                </a:lnTo>
                <a:lnTo>
                  <a:pt x="1263" y="847"/>
                </a:lnTo>
                <a:lnTo>
                  <a:pt x="1264" y="848"/>
                </a:lnTo>
                <a:lnTo>
                  <a:pt x="1265" y="848"/>
                </a:lnTo>
                <a:lnTo>
                  <a:pt x="1266" y="847"/>
                </a:lnTo>
                <a:lnTo>
                  <a:pt x="1266" y="848"/>
                </a:lnTo>
                <a:lnTo>
                  <a:pt x="1268" y="848"/>
                </a:lnTo>
                <a:lnTo>
                  <a:pt x="1268" y="847"/>
                </a:lnTo>
                <a:lnTo>
                  <a:pt x="1269" y="846"/>
                </a:lnTo>
                <a:lnTo>
                  <a:pt x="1269" y="847"/>
                </a:lnTo>
                <a:lnTo>
                  <a:pt x="1270" y="847"/>
                </a:lnTo>
                <a:lnTo>
                  <a:pt x="1270" y="846"/>
                </a:lnTo>
                <a:lnTo>
                  <a:pt x="1271" y="846"/>
                </a:lnTo>
                <a:lnTo>
                  <a:pt x="1271" y="847"/>
                </a:lnTo>
                <a:lnTo>
                  <a:pt x="1272" y="847"/>
                </a:lnTo>
                <a:lnTo>
                  <a:pt x="1272" y="846"/>
                </a:lnTo>
                <a:lnTo>
                  <a:pt x="1273" y="846"/>
                </a:lnTo>
                <a:lnTo>
                  <a:pt x="1274" y="846"/>
                </a:lnTo>
                <a:lnTo>
                  <a:pt x="1274" y="847"/>
                </a:lnTo>
                <a:lnTo>
                  <a:pt x="1275" y="847"/>
                </a:lnTo>
                <a:lnTo>
                  <a:pt x="1275" y="846"/>
                </a:lnTo>
                <a:lnTo>
                  <a:pt x="1275" y="847"/>
                </a:lnTo>
                <a:lnTo>
                  <a:pt x="1276" y="847"/>
                </a:lnTo>
                <a:lnTo>
                  <a:pt x="1276" y="848"/>
                </a:lnTo>
                <a:lnTo>
                  <a:pt x="1277" y="848"/>
                </a:lnTo>
                <a:lnTo>
                  <a:pt x="1278" y="848"/>
                </a:lnTo>
                <a:lnTo>
                  <a:pt x="1278" y="849"/>
                </a:lnTo>
                <a:lnTo>
                  <a:pt x="1279" y="849"/>
                </a:lnTo>
                <a:lnTo>
                  <a:pt x="1279" y="850"/>
                </a:lnTo>
                <a:lnTo>
                  <a:pt x="1280" y="850"/>
                </a:lnTo>
                <a:lnTo>
                  <a:pt x="1281" y="851"/>
                </a:lnTo>
                <a:lnTo>
                  <a:pt x="1281" y="850"/>
                </a:lnTo>
                <a:lnTo>
                  <a:pt x="1282" y="850"/>
                </a:lnTo>
                <a:lnTo>
                  <a:pt x="1283" y="851"/>
                </a:lnTo>
                <a:lnTo>
                  <a:pt x="1283" y="852"/>
                </a:lnTo>
                <a:lnTo>
                  <a:pt x="1284" y="852"/>
                </a:lnTo>
                <a:lnTo>
                  <a:pt x="1284" y="853"/>
                </a:lnTo>
                <a:lnTo>
                  <a:pt x="1285" y="853"/>
                </a:lnTo>
                <a:lnTo>
                  <a:pt x="1285" y="852"/>
                </a:lnTo>
                <a:lnTo>
                  <a:pt x="1286" y="852"/>
                </a:lnTo>
                <a:lnTo>
                  <a:pt x="1286" y="853"/>
                </a:lnTo>
                <a:lnTo>
                  <a:pt x="1285" y="853"/>
                </a:lnTo>
                <a:lnTo>
                  <a:pt x="1285" y="854"/>
                </a:lnTo>
                <a:lnTo>
                  <a:pt x="1286" y="854"/>
                </a:lnTo>
                <a:lnTo>
                  <a:pt x="1287" y="854"/>
                </a:lnTo>
                <a:lnTo>
                  <a:pt x="1287" y="855"/>
                </a:lnTo>
                <a:lnTo>
                  <a:pt x="1287" y="856"/>
                </a:lnTo>
                <a:lnTo>
                  <a:pt x="1288" y="856"/>
                </a:lnTo>
                <a:lnTo>
                  <a:pt x="1288" y="857"/>
                </a:lnTo>
                <a:lnTo>
                  <a:pt x="1288" y="858"/>
                </a:lnTo>
                <a:lnTo>
                  <a:pt x="1288" y="859"/>
                </a:lnTo>
                <a:lnTo>
                  <a:pt x="1289" y="859"/>
                </a:lnTo>
                <a:lnTo>
                  <a:pt x="1289" y="860"/>
                </a:lnTo>
                <a:lnTo>
                  <a:pt x="1290" y="860"/>
                </a:lnTo>
                <a:lnTo>
                  <a:pt x="1291" y="861"/>
                </a:lnTo>
                <a:lnTo>
                  <a:pt x="1292" y="861"/>
                </a:lnTo>
                <a:lnTo>
                  <a:pt x="1293" y="861"/>
                </a:lnTo>
                <a:lnTo>
                  <a:pt x="1293" y="862"/>
                </a:lnTo>
                <a:lnTo>
                  <a:pt x="1293" y="861"/>
                </a:lnTo>
                <a:lnTo>
                  <a:pt x="1294" y="861"/>
                </a:lnTo>
                <a:lnTo>
                  <a:pt x="1294" y="862"/>
                </a:lnTo>
                <a:lnTo>
                  <a:pt x="1295" y="862"/>
                </a:lnTo>
                <a:lnTo>
                  <a:pt x="1296" y="862"/>
                </a:lnTo>
                <a:lnTo>
                  <a:pt x="1296" y="864"/>
                </a:lnTo>
                <a:lnTo>
                  <a:pt x="1296" y="865"/>
                </a:lnTo>
                <a:lnTo>
                  <a:pt x="1295" y="865"/>
                </a:lnTo>
                <a:lnTo>
                  <a:pt x="1294" y="865"/>
                </a:lnTo>
                <a:lnTo>
                  <a:pt x="1293" y="866"/>
                </a:lnTo>
                <a:lnTo>
                  <a:pt x="1294" y="867"/>
                </a:lnTo>
                <a:lnTo>
                  <a:pt x="1295" y="867"/>
                </a:lnTo>
                <a:lnTo>
                  <a:pt x="1295" y="868"/>
                </a:lnTo>
                <a:lnTo>
                  <a:pt x="1295" y="869"/>
                </a:lnTo>
                <a:lnTo>
                  <a:pt x="1295" y="870"/>
                </a:lnTo>
                <a:lnTo>
                  <a:pt x="1294" y="870"/>
                </a:lnTo>
                <a:lnTo>
                  <a:pt x="1294" y="871"/>
                </a:lnTo>
                <a:lnTo>
                  <a:pt x="1295" y="871"/>
                </a:lnTo>
                <a:lnTo>
                  <a:pt x="1295" y="872"/>
                </a:lnTo>
                <a:lnTo>
                  <a:pt x="1294" y="872"/>
                </a:lnTo>
                <a:lnTo>
                  <a:pt x="1293" y="872"/>
                </a:lnTo>
                <a:lnTo>
                  <a:pt x="1293" y="873"/>
                </a:lnTo>
                <a:lnTo>
                  <a:pt x="1293" y="874"/>
                </a:lnTo>
                <a:lnTo>
                  <a:pt x="1292" y="874"/>
                </a:lnTo>
                <a:lnTo>
                  <a:pt x="1291" y="875"/>
                </a:lnTo>
                <a:lnTo>
                  <a:pt x="1290" y="875"/>
                </a:lnTo>
                <a:lnTo>
                  <a:pt x="1289" y="875"/>
                </a:lnTo>
                <a:lnTo>
                  <a:pt x="1289" y="874"/>
                </a:lnTo>
                <a:lnTo>
                  <a:pt x="1288" y="874"/>
                </a:lnTo>
                <a:lnTo>
                  <a:pt x="1288" y="873"/>
                </a:lnTo>
                <a:lnTo>
                  <a:pt x="1287" y="873"/>
                </a:lnTo>
                <a:lnTo>
                  <a:pt x="1286" y="873"/>
                </a:lnTo>
                <a:lnTo>
                  <a:pt x="1285" y="874"/>
                </a:lnTo>
                <a:lnTo>
                  <a:pt x="1285" y="875"/>
                </a:lnTo>
                <a:lnTo>
                  <a:pt x="1284" y="874"/>
                </a:lnTo>
                <a:lnTo>
                  <a:pt x="1284" y="873"/>
                </a:lnTo>
                <a:lnTo>
                  <a:pt x="1284" y="872"/>
                </a:lnTo>
                <a:lnTo>
                  <a:pt x="1283" y="871"/>
                </a:lnTo>
                <a:lnTo>
                  <a:pt x="1282" y="871"/>
                </a:lnTo>
                <a:lnTo>
                  <a:pt x="1281" y="871"/>
                </a:lnTo>
                <a:lnTo>
                  <a:pt x="1280" y="871"/>
                </a:lnTo>
                <a:lnTo>
                  <a:pt x="1280" y="870"/>
                </a:lnTo>
                <a:lnTo>
                  <a:pt x="1279" y="870"/>
                </a:lnTo>
                <a:lnTo>
                  <a:pt x="1279" y="871"/>
                </a:lnTo>
                <a:lnTo>
                  <a:pt x="1278" y="871"/>
                </a:lnTo>
                <a:lnTo>
                  <a:pt x="1277" y="871"/>
                </a:lnTo>
                <a:lnTo>
                  <a:pt x="1277" y="872"/>
                </a:lnTo>
                <a:lnTo>
                  <a:pt x="1277" y="873"/>
                </a:lnTo>
                <a:lnTo>
                  <a:pt x="1276" y="874"/>
                </a:lnTo>
                <a:lnTo>
                  <a:pt x="1275" y="874"/>
                </a:lnTo>
                <a:lnTo>
                  <a:pt x="1275" y="875"/>
                </a:lnTo>
                <a:lnTo>
                  <a:pt x="1276" y="875"/>
                </a:lnTo>
                <a:lnTo>
                  <a:pt x="1277" y="875"/>
                </a:lnTo>
                <a:lnTo>
                  <a:pt x="1278" y="875"/>
                </a:lnTo>
                <a:lnTo>
                  <a:pt x="1279" y="875"/>
                </a:lnTo>
                <a:lnTo>
                  <a:pt x="1279" y="874"/>
                </a:lnTo>
                <a:lnTo>
                  <a:pt x="1280" y="875"/>
                </a:lnTo>
                <a:lnTo>
                  <a:pt x="1281" y="877"/>
                </a:lnTo>
                <a:lnTo>
                  <a:pt x="1282" y="877"/>
                </a:lnTo>
                <a:lnTo>
                  <a:pt x="1282" y="879"/>
                </a:lnTo>
                <a:lnTo>
                  <a:pt x="1282" y="880"/>
                </a:lnTo>
                <a:lnTo>
                  <a:pt x="1282" y="881"/>
                </a:lnTo>
                <a:lnTo>
                  <a:pt x="1282" y="882"/>
                </a:lnTo>
                <a:lnTo>
                  <a:pt x="1283" y="882"/>
                </a:lnTo>
                <a:lnTo>
                  <a:pt x="1283" y="883"/>
                </a:lnTo>
                <a:lnTo>
                  <a:pt x="1283" y="884"/>
                </a:lnTo>
                <a:lnTo>
                  <a:pt x="1284" y="884"/>
                </a:lnTo>
                <a:lnTo>
                  <a:pt x="1284" y="885"/>
                </a:lnTo>
                <a:lnTo>
                  <a:pt x="1284" y="886"/>
                </a:lnTo>
                <a:lnTo>
                  <a:pt x="1283" y="887"/>
                </a:lnTo>
                <a:lnTo>
                  <a:pt x="1282" y="889"/>
                </a:lnTo>
                <a:lnTo>
                  <a:pt x="1281" y="889"/>
                </a:lnTo>
                <a:lnTo>
                  <a:pt x="1280" y="889"/>
                </a:lnTo>
                <a:lnTo>
                  <a:pt x="1279" y="889"/>
                </a:lnTo>
                <a:lnTo>
                  <a:pt x="1278" y="889"/>
                </a:lnTo>
                <a:lnTo>
                  <a:pt x="1277" y="889"/>
                </a:lnTo>
                <a:lnTo>
                  <a:pt x="1276" y="889"/>
                </a:lnTo>
                <a:lnTo>
                  <a:pt x="1276" y="890"/>
                </a:lnTo>
                <a:lnTo>
                  <a:pt x="1276" y="891"/>
                </a:lnTo>
                <a:lnTo>
                  <a:pt x="1277" y="891"/>
                </a:lnTo>
                <a:lnTo>
                  <a:pt x="1277" y="892"/>
                </a:lnTo>
                <a:lnTo>
                  <a:pt x="1277" y="893"/>
                </a:lnTo>
                <a:lnTo>
                  <a:pt x="1277" y="894"/>
                </a:lnTo>
                <a:lnTo>
                  <a:pt x="1276" y="894"/>
                </a:lnTo>
                <a:lnTo>
                  <a:pt x="1275" y="895"/>
                </a:lnTo>
                <a:lnTo>
                  <a:pt x="1275" y="896"/>
                </a:lnTo>
                <a:lnTo>
                  <a:pt x="1275" y="897"/>
                </a:lnTo>
                <a:lnTo>
                  <a:pt x="1275" y="896"/>
                </a:lnTo>
                <a:lnTo>
                  <a:pt x="1274" y="896"/>
                </a:lnTo>
                <a:lnTo>
                  <a:pt x="1274" y="897"/>
                </a:lnTo>
                <a:lnTo>
                  <a:pt x="1274" y="899"/>
                </a:lnTo>
                <a:lnTo>
                  <a:pt x="1275" y="900"/>
                </a:lnTo>
                <a:lnTo>
                  <a:pt x="1275" y="901"/>
                </a:lnTo>
                <a:lnTo>
                  <a:pt x="1274" y="901"/>
                </a:lnTo>
                <a:lnTo>
                  <a:pt x="1274" y="903"/>
                </a:lnTo>
                <a:lnTo>
                  <a:pt x="1274" y="904"/>
                </a:lnTo>
                <a:lnTo>
                  <a:pt x="1273" y="904"/>
                </a:lnTo>
                <a:lnTo>
                  <a:pt x="1272" y="905"/>
                </a:lnTo>
                <a:lnTo>
                  <a:pt x="1272" y="906"/>
                </a:lnTo>
                <a:lnTo>
                  <a:pt x="1272" y="907"/>
                </a:lnTo>
                <a:lnTo>
                  <a:pt x="1271" y="907"/>
                </a:lnTo>
                <a:lnTo>
                  <a:pt x="1271" y="908"/>
                </a:lnTo>
                <a:lnTo>
                  <a:pt x="1270" y="908"/>
                </a:lnTo>
                <a:lnTo>
                  <a:pt x="1270" y="909"/>
                </a:lnTo>
                <a:lnTo>
                  <a:pt x="1269" y="909"/>
                </a:lnTo>
                <a:lnTo>
                  <a:pt x="1268" y="909"/>
                </a:lnTo>
                <a:lnTo>
                  <a:pt x="1268" y="910"/>
                </a:lnTo>
                <a:lnTo>
                  <a:pt x="1269" y="910"/>
                </a:lnTo>
                <a:lnTo>
                  <a:pt x="1269" y="911"/>
                </a:lnTo>
                <a:lnTo>
                  <a:pt x="1269" y="912"/>
                </a:lnTo>
                <a:lnTo>
                  <a:pt x="1269" y="913"/>
                </a:lnTo>
                <a:lnTo>
                  <a:pt x="1270" y="914"/>
                </a:lnTo>
                <a:lnTo>
                  <a:pt x="1271" y="913"/>
                </a:lnTo>
                <a:lnTo>
                  <a:pt x="1272" y="913"/>
                </a:lnTo>
                <a:lnTo>
                  <a:pt x="1272" y="914"/>
                </a:lnTo>
                <a:lnTo>
                  <a:pt x="1273" y="913"/>
                </a:lnTo>
                <a:lnTo>
                  <a:pt x="1273" y="912"/>
                </a:lnTo>
                <a:lnTo>
                  <a:pt x="1274" y="913"/>
                </a:lnTo>
                <a:lnTo>
                  <a:pt x="1274" y="914"/>
                </a:lnTo>
                <a:lnTo>
                  <a:pt x="1275" y="914"/>
                </a:lnTo>
                <a:lnTo>
                  <a:pt x="1276" y="915"/>
                </a:lnTo>
                <a:lnTo>
                  <a:pt x="1276" y="916"/>
                </a:lnTo>
                <a:lnTo>
                  <a:pt x="1275" y="917"/>
                </a:lnTo>
                <a:lnTo>
                  <a:pt x="1274" y="917"/>
                </a:lnTo>
                <a:lnTo>
                  <a:pt x="1273" y="918"/>
                </a:lnTo>
                <a:lnTo>
                  <a:pt x="1273" y="919"/>
                </a:lnTo>
                <a:lnTo>
                  <a:pt x="1273" y="920"/>
                </a:lnTo>
                <a:lnTo>
                  <a:pt x="1273" y="921"/>
                </a:lnTo>
                <a:lnTo>
                  <a:pt x="1273" y="922"/>
                </a:lnTo>
                <a:lnTo>
                  <a:pt x="1274" y="922"/>
                </a:lnTo>
                <a:lnTo>
                  <a:pt x="1275" y="922"/>
                </a:lnTo>
                <a:lnTo>
                  <a:pt x="1275" y="923"/>
                </a:lnTo>
                <a:lnTo>
                  <a:pt x="1275" y="925"/>
                </a:lnTo>
                <a:lnTo>
                  <a:pt x="1275" y="926"/>
                </a:lnTo>
                <a:lnTo>
                  <a:pt x="1276" y="926"/>
                </a:lnTo>
                <a:lnTo>
                  <a:pt x="1275" y="927"/>
                </a:lnTo>
                <a:lnTo>
                  <a:pt x="1275" y="928"/>
                </a:lnTo>
                <a:lnTo>
                  <a:pt x="1275" y="929"/>
                </a:lnTo>
                <a:lnTo>
                  <a:pt x="1275" y="930"/>
                </a:lnTo>
                <a:lnTo>
                  <a:pt x="1276" y="930"/>
                </a:lnTo>
                <a:lnTo>
                  <a:pt x="1277" y="931"/>
                </a:lnTo>
                <a:lnTo>
                  <a:pt x="1278" y="931"/>
                </a:lnTo>
                <a:lnTo>
                  <a:pt x="1278" y="930"/>
                </a:lnTo>
                <a:lnTo>
                  <a:pt x="1278" y="931"/>
                </a:lnTo>
                <a:lnTo>
                  <a:pt x="1279" y="931"/>
                </a:lnTo>
                <a:lnTo>
                  <a:pt x="1279" y="932"/>
                </a:lnTo>
                <a:lnTo>
                  <a:pt x="1280" y="933"/>
                </a:lnTo>
                <a:lnTo>
                  <a:pt x="1281" y="933"/>
                </a:lnTo>
                <a:lnTo>
                  <a:pt x="1281" y="934"/>
                </a:lnTo>
                <a:lnTo>
                  <a:pt x="1281" y="935"/>
                </a:lnTo>
                <a:lnTo>
                  <a:pt x="1282" y="935"/>
                </a:lnTo>
                <a:lnTo>
                  <a:pt x="1282" y="936"/>
                </a:lnTo>
                <a:lnTo>
                  <a:pt x="1282" y="937"/>
                </a:lnTo>
                <a:lnTo>
                  <a:pt x="1283" y="937"/>
                </a:lnTo>
                <a:lnTo>
                  <a:pt x="1284" y="938"/>
                </a:lnTo>
                <a:lnTo>
                  <a:pt x="1284" y="939"/>
                </a:lnTo>
                <a:lnTo>
                  <a:pt x="1284" y="940"/>
                </a:lnTo>
                <a:lnTo>
                  <a:pt x="1284" y="941"/>
                </a:lnTo>
                <a:lnTo>
                  <a:pt x="1284" y="942"/>
                </a:lnTo>
                <a:lnTo>
                  <a:pt x="1283" y="943"/>
                </a:lnTo>
                <a:lnTo>
                  <a:pt x="1284" y="943"/>
                </a:lnTo>
                <a:lnTo>
                  <a:pt x="1283" y="944"/>
                </a:lnTo>
                <a:lnTo>
                  <a:pt x="1283" y="943"/>
                </a:lnTo>
                <a:lnTo>
                  <a:pt x="1282" y="943"/>
                </a:lnTo>
                <a:lnTo>
                  <a:pt x="1281" y="943"/>
                </a:lnTo>
                <a:lnTo>
                  <a:pt x="1281" y="945"/>
                </a:lnTo>
                <a:lnTo>
                  <a:pt x="1282" y="946"/>
                </a:lnTo>
                <a:lnTo>
                  <a:pt x="1282" y="947"/>
                </a:lnTo>
                <a:lnTo>
                  <a:pt x="1282" y="948"/>
                </a:lnTo>
                <a:lnTo>
                  <a:pt x="1281" y="949"/>
                </a:lnTo>
                <a:lnTo>
                  <a:pt x="1280" y="949"/>
                </a:lnTo>
                <a:lnTo>
                  <a:pt x="1280" y="950"/>
                </a:lnTo>
                <a:lnTo>
                  <a:pt x="1279" y="950"/>
                </a:lnTo>
                <a:lnTo>
                  <a:pt x="1278" y="950"/>
                </a:lnTo>
                <a:lnTo>
                  <a:pt x="1277" y="950"/>
                </a:lnTo>
                <a:lnTo>
                  <a:pt x="1277" y="949"/>
                </a:lnTo>
                <a:lnTo>
                  <a:pt x="1277" y="948"/>
                </a:lnTo>
                <a:lnTo>
                  <a:pt x="1276" y="947"/>
                </a:lnTo>
                <a:lnTo>
                  <a:pt x="1275" y="948"/>
                </a:lnTo>
                <a:lnTo>
                  <a:pt x="1274" y="948"/>
                </a:lnTo>
                <a:lnTo>
                  <a:pt x="1274" y="949"/>
                </a:lnTo>
                <a:lnTo>
                  <a:pt x="1274" y="948"/>
                </a:lnTo>
                <a:lnTo>
                  <a:pt x="1273" y="947"/>
                </a:lnTo>
                <a:lnTo>
                  <a:pt x="1273" y="946"/>
                </a:lnTo>
                <a:lnTo>
                  <a:pt x="1272" y="946"/>
                </a:lnTo>
                <a:lnTo>
                  <a:pt x="1272" y="945"/>
                </a:lnTo>
                <a:lnTo>
                  <a:pt x="1272" y="944"/>
                </a:lnTo>
                <a:lnTo>
                  <a:pt x="1273" y="943"/>
                </a:lnTo>
                <a:lnTo>
                  <a:pt x="1272" y="943"/>
                </a:lnTo>
                <a:lnTo>
                  <a:pt x="1272" y="942"/>
                </a:lnTo>
                <a:lnTo>
                  <a:pt x="1272" y="941"/>
                </a:lnTo>
                <a:lnTo>
                  <a:pt x="1272" y="939"/>
                </a:lnTo>
                <a:lnTo>
                  <a:pt x="1271" y="939"/>
                </a:lnTo>
                <a:lnTo>
                  <a:pt x="1269" y="939"/>
                </a:lnTo>
                <a:lnTo>
                  <a:pt x="1268" y="939"/>
                </a:lnTo>
                <a:lnTo>
                  <a:pt x="1267" y="939"/>
                </a:lnTo>
                <a:lnTo>
                  <a:pt x="1265" y="939"/>
                </a:lnTo>
                <a:lnTo>
                  <a:pt x="1265" y="940"/>
                </a:lnTo>
                <a:lnTo>
                  <a:pt x="1265" y="941"/>
                </a:lnTo>
                <a:lnTo>
                  <a:pt x="1264" y="941"/>
                </a:lnTo>
                <a:lnTo>
                  <a:pt x="1263" y="941"/>
                </a:lnTo>
                <a:lnTo>
                  <a:pt x="1263" y="942"/>
                </a:lnTo>
                <a:lnTo>
                  <a:pt x="1263" y="943"/>
                </a:lnTo>
                <a:lnTo>
                  <a:pt x="1262" y="943"/>
                </a:lnTo>
                <a:lnTo>
                  <a:pt x="1262" y="942"/>
                </a:lnTo>
                <a:lnTo>
                  <a:pt x="1261" y="942"/>
                </a:lnTo>
                <a:lnTo>
                  <a:pt x="1260" y="942"/>
                </a:lnTo>
                <a:lnTo>
                  <a:pt x="1260" y="941"/>
                </a:lnTo>
                <a:lnTo>
                  <a:pt x="1260" y="940"/>
                </a:lnTo>
                <a:lnTo>
                  <a:pt x="1258" y="940"/>
                </a:lnTo>
                <a:lnTo>
                  <a:pt x="1257" y="940"/>
                </a:lnTo>
                <a:lnTo>
                  <a:pt x="1257" y="941"/>
                </a:lnTo>
                <a:lnTo>
                  <a:pt x="1256" y="941"/>
                </a:lnTo>
                <a:lnTo>
                  <a:pt x="1255" y="942"/>
                </a:lnTo>
                <a:lnTo>
                  <a:pt x="1254" y="943"/>
                </a:lnTo>
                <a:lnTo>
                  <a:pt x="1253" y="943"/>
                </a:lnTo>
                <a:lnTo>
                  <a:pt x="1253" y="944"/>
                </a:lnTo>
                <a:lnTo>
                  <a:pt x="1253" y="945"/>
                </a:lnTo>
                <a:lnTo>
                  <a:pt x="1252" y="945"/>
                </a:lnTo>
                <a:lnTo>
                  <a:pt x="1251" y="945"/>
                </a:lnTo>
                <a:lnTo>
                  <a:pt x="1250" y="945"/>
                </a:lnTo>
                <a:lnTo>
                  <a:pt x="1250" y="946"/>
                </a:lnTo>
                <a:lnTo>
                  <a:pt x="1249" y="946"/>
                </a:lnTo>
                <a:lnTo>
                  <a:pt x="1248" y="947"/>
                </a:lnTo>
                <a:lnTo>
                  <a:pt x="1247" y="946"/>
                </a:lnTo>
                <a:lnTo>
                  <a:pt x="1246" y="946"/>
                </a:lnTo>
                <a:lnTo>
                  <a:pt x="1246" y="945"/>
                </a:lnTo>
                <a:lnTo>
                  <a:pt x="1245" y="945"/>
                </a:lnTo>
                <a:lnTo>
                  <a:pt x="1244" y="944"/>
                </a:lnTo>
                <a:lnTo>
                  <a:pt x="1244" y="943"/>
                </a:lnTo>
                <a:lnTo>
                  <a:pt x="1245" y="943"/>
                </a:lnTo>
                <a:lnTo>
                  <a:pt x="1244" y="943"/>
                </a:lnTo>
                <a:lnTo>
                  <a:pt x="1243" y="943"/>
                </a:lnTo>
                <a:lnTo>
                  <a:pt x="1243" y="944"/>
                </a:lnTo>
                <a:lnTo>
                  <a:pt x="1242" y="944"/>
                </a:lnTo>
                <a:lnTo>
                  <a:pt x="1241" y="944"/>
                </a:lnTo>
                <a:lnTo>
                  <a:pt x="1241" y="943"/>
                </a:lnTo>
                <a:lnTo>
                  <a:pt x="1241" y="942"/>
                </a:lnTo>
                <a:lnTo>
                  <a:pt x="1242" y="942"/>
                </a:lnTo>
                <a:lnTo>
                  <a:pt x="1243" y="942"/>
                </a:lnTo>
                <a:lnTo>
                  <a:pt x="1243" y="941"/>
                </a:lnTo>
                <a:lnTo>
                  <a:pt x="1242" y="941"/>
                </a:lnTo>
                <a:lnTo>
                  <a:pt x="1242" y="940"/>
                </a:lnTo>
                <a:lnTo>
                  <a:pt x="1241" y="940"/>
                </a:lnTo>
                <a:lnTo>
                  <a:pt x="1240" y="940"/>
                </a:lnTo>
                <a:lnTo>
                  <a:pt x="1239" y="939"/>
                </a:lnTo>
                <a:lnTo>
                  <a:pt x="1239" y="940"/>
                </a:lnTo>
                <a:lnTo>
                  <a:pt x="1238" y="940"/>
                </a:lnTo>
                <a:lnTo>
                  <a:pt x="1237" y="941"/>
                </a:lnTo>
                <a:lnTo>
                  <a:pt x="1237" y="940"/>
                </a:lnTo>
                <a:lnTo>
                  <a:pt x="1236" y="940"/>
                </a:lnTo>
                <a:lnTo>
                  <a:pt x="1235" y="940"/>
                </a:lnTo>
                <a:lnTo>
                  <a:pt x="1235" y="941"/>
                </a:lnTo>
                <a:lnTo>
                  <a:pt x="1234" y="941"/>
                </a:lnTo>
                <a:lnTo>
                  <a:pt x="1234" y="942"/>
                </a:lnTo>
                <a:lnTo>
                  <a:pt x="1234" y="941"/>
                </a:lnTo>
                <a:lnTo>
                  <a:pt x="1233" y="941"/>
                </a:lnTo>
                <a:lnTo>
                  <a:pt x="1233" y="940"/>
                </a:lnTo>
                <a:lnTo>
                  <a:pt x="1232" y="940"/>
                </a:lnTo>
                <a:lnTo>
                  <a:pt x="1231" y="941"/>
                </a:lnTo>
                <a:lnTo>
                  <a:pt x="1231" y="940"/>
                </a:lnTo>
                <a:lnTo>
                  <a:pt x="1230" y="940"/>
                </a:lnTo>
                <a:lnTo>
                  <a:pt x="1229" y="940"/>
                </a:lnTo>
                <a:lnTo>
                  <a:pt x="1228" y="940"/>
                </a:lnTo>
                <a:lnTo>
                  <a:pt x="1228" y="941"/>
                </a:lnTo>
                <a:lnTo>
                  <a:pt x="1228" y="942"/>
                </a:lnTo>
                <a:lnTo>
                  <a:pt x="1227" y="942"/>
                </a:lnTo>
                <a:lnTo>
                  <a:pt x="1227" y="943"/>
                </a:lnTo>
                <a:lnTo>
                  <a:pt x="1226" y="943"/>
                </a:lnTo>
                <a:lnTo>
                  <a:pt x="1226" y="944"/>
                </a:lnTo>
                <a:lnTo>
                  <a:pt x="1225" y="944"/>
                </a:lnTo>
                <a:lnTo>
                  <a:pt x="1225" y="945"/>
                </a:lnTo>
                <a:lnTo>
                  <a:pt x="1224" y="945"/>
                </a:lnTo>
                <a:lnTo>
                  <a:pt x="1224" y="946"/>
                </a:lnTo>
                <a:lnTo>
                  <a:pt x="1224" y="945"/>
                </a:lnTo>
                <a:lnTo>
                  <a:pt x="1223" y="945"/>
                </a:lnTo>
                <a:lnTo>
                  <a:pt x="1222" y="945"/>
                </a:lnTo>
                <a:lnTo>
                  <a:pt x="1222" y="946"/>
                </a:lnTo>
                <a:lnTo>
                  <a:pt x="1222" y="947"/>
                </a:lnTo>
                <a:lnTo>
                  <a:pt x="1221" y="947"/>
                </a:lnTo>
                <a:lnTo>
                  <a:pt x="1221" y="948"/>
                </a:lnTo>
                <a:lnTo>
                  <a:pt x="1220" y="949"/>
                </a:lnTo>
                <a:lnTo>
                  <a:pt x="1220" y="950"/>
                </a:lnTo>
                <a:lnTo>
                  <a:pt x="1219" y="950"/>
                </a:lnTo>
                <a:lnTo>
                  <a:pt x="1218" y="951"/>
                </a:lnTo>
                <a:lnTo>
                  <a:pt x="1217" y="952"/>
                </a:lnTo>
                <a:lnTo>
                  <a:pt x="1217" y="953"/>
                </a:lnTo>
                <a:lnTo>
                  <a:pt x="1217" y="954"/>
                </a:lnTo>
                <a:lnTo>
                  <a:pt x="1218" y="954"/>
                </a:lnTo>
                <a:lnTo>
                  <a:pt x="1217" y="954"/>
                </a:lnTo>
                <a:lnTo>
                  <a:pt x="1217" y="955"/>
                </a:lnTo>
                <a:lnTo>
                  <a:pt x="1216" y="955"/>
                </a:lnTo>
                <a:lnTo>
                  <a:pt x="1216" y="956"/>
                </a:lnTo>
                <a:lnTo>
                  <a:pt x="1217" y="957"/>
                </a:lnTo>
                <a:lnTo>
                  <a:pt x="1217" y="958"/>
                </a:lnTo>
                <a:lnTo>
                  <a:pt x="1217" y="959"/>
                </a:lnTo>
                <a:lnTo>
                  <a:pt x="1216" y="961"/>
                </a:lnTo>
                <a:lnTo>
                  <a:pt x="1216" y="962"/>
                </a:lnTo>
                <a:lnTo>
                  <a:pt x="1216" y="963"/>
                </a:lnTo>
                <a:lnTo>
                  <a:pt x="1215" y="963"/>
                </a:lnTo>
                <a:lnTo>
                  <a:pt x="1214" y="963"/>
                </a:lnTo>
                <a:lnTo>
                  <a:pt x="1213" y="963"/>
                </a:lnTo>
                <a:lnTo>
                  <a:pt x="1212" y="963"/>
                </a:lnTo>
                <a:lnTo>
                  <a:pt x="1212" y="962"/>
                </a:lnTo>
                <a:lnTo>
                  <a:pt x="1211" y="962"/>
                </a:lnTo>
                <a:lnTo>
                  <a:pt x="1211" y="963"/>
                </a:lnTo>
                <a:lnTo>
                  <a:pt x="1211" y="964"/>
                </a:lnTo>
                <a:lnTo>
                  <a:pt x="1210" y="964"/>
                </a:lnTo>
                <a:lnTo>
                  <a:pt x="1209" y="964"/>
                </a:lnTo>
                <a:lnTo>
                  <a:pt x="1209" y="963"/>
                </a:lnTo>
                <a:lnTo>
                  <a:pt x="1208" y="963"/>
                </a:lnTo>
                <a:lnTo>
                  <a:pt x="1208" y="962"/>
                </a:lnTo>
                <a:lnTo>
                  <a:pt x="1207" y="962"/>
                </a:lnTo>
                <a:lnTo>
                  <a:pt x="1206" y="962"/>
                </a:lnTo>
                <a:lnTo>
                  <a:pt x="1205" y="962"/>
                </a:lnTo>
                <a:lnTo>
                  <a:pt x="1205" y="963"/>
                </a:lnTo>
                <a:lnTo>
                  <a:pt x="1205" y="964"/>
                </a:lnTo>
                <a:lnTo>
                  <a:pt x="1206" y="964"/>
                </a:lnTo>
                <a:lnTo>
                  <a:pt x="1206" y="965"/>
                </a:lnTo>
                <a:lnTo>
                  <a:pt x="1207" y="965"/>
                </a:lnTo>
                <a:lnTo>
                  <a:pt x="1207" y="966"/>
                </a:lnTo>
                <a:lnTo>
                  <a:pt x="1207" y="967"/>
                </a:lnTo>
                <a:lnTo>
                  <a:pt x="1208" y="967"/>
                </a:lnTo>
                <a:lnTo>
                  <a:pt x="1209" y="967"/>
                </a:lnTo>
                <a:lnTo>
                  <a:pt x="1209" y="968"/>
                </a:lnTo>
                <a:lnTo>
                  <a:pt x="1210" y="970"/>
                </a:lnTo>
                <a:lnTo>
                  <a:pt x="1209" y="970"/>
                </a:lnTo>
                <a:lnTo>
                  <a:pt x="1208" y="970"/>
                </a:lnTo>
                <a:lnTo>
                  <a:pt x="1208" y="971"/>
                </a:lnTo>
                <a:lnTo>
                  <a:pt x="1209" y="972"/>
                </a:lnTo>
                <a:lnTo>
                  <a:pt x="1209" y="973"/>
                </a:lnTo>
                <a:lnTo>
                  <a:pt x="1210" y="973"/>
                </a:lnTo>
                <a:lnTo>
                  <a:pt x="1211" y="973"/>
                </a:lnTo>
                <a:lnTo>
                  <a:pt x="1212" y="973"/>
                </a:lnTo>
                <a:lnTo>
                  <a:pt x="1213" y="974"/>
                </a:lnTo>
                <a:lnTo>
                  <a:pt x="1213" y="975"/>
                </a:lnTo>
                <a:lnTo>
                  <a:pt x="1214" y="976"/>
                </a:lnTo>
                <a:lnTo>
                  <a:pt x="1215" y="976"/>
                </a:lnTo>
                <a:lnTo>
                  <a:pt x="1216" y="976"/>
                </a:lnTo>
                <a:lnTo>
                  <a:pt x="1217" y="976"/>
                </a:lnTo>
                <a:lnTo>
                  <a:pt x="1217" y="977"/>
                </a:lnTo>
                <a:lnTo>
                  <a:pt x="1218" y="977"/>
                </a:lnTo>
                <a:lnTo>
                  <a:pt x="1218" y="978"/>
                </a:lnTo>
                <a:lnTo>
                  <a:pt x="1219" y="978"/>
                </a:lnTo>
                <a:lnTo>
                  <a:pt x="1219" y="979"/>
                </a:lnTo>
                <a:lnTo>
                  <a:pt x="1220" y="978"/>
                </a:lnTo>
                <a:lnTo>
                  <a:pt x="1221" y="978"/>
                </a:lnTo>
                <a:lnTo>
                  <a:pt x="1222" y="978"/>
                </a:lnTo>
                <a:lnTo>
                  <a:pt x="1222" y="977"/>
                </a:lnTo>
                <a:lnTo>
                  <a:pt x="1223" y="977"/>
                </a:lnTo>
                <a:lnTo>
                  <a:pt x="1224" y="978"/>
                </a:lnTo>
                <a:lnTo>
                  <a:pt x="1225" y="978"/>
                </a:lnTo>
                <a:lnTo>
                  <a:pt x="1226" y="979"/>
                </a:lnTo>
                <a:lnTo>
                  <a:pt x="1226" y="980"/>
                </a:lnTo>
                <a:lnTo>
                  <a:pt x="1227" y="980"/>
                </a:lnTo>
                <a:lnTo>
                  <a:pt x="1226" y="980"/>
                </a:lnTo>
                <a:lnTo>
                  <a:pt x="1226" y="981"/>
                </a:lnTo>
                <a:lnTo>
                  <a:pt x="1227" y="981"/>
                </a:lnTo>
                <a:lnTo>
                  <a:pt x="1228" y="981"/>
                </a:lnTo>
                <a:lnTo>
                  <a:pt x="1228" y="980"/>
                </a:lnTo>
                <a:lnTo>
                  <a:pt x="1228" y="981"/>
                </a:lnTo>
                <a:lnTo>
                  <a:pt x="1228" y="982"/>
                </a:lnTo>
                <a:lnTo>
                  <a:pt x="1228" y="983"/>
                </a:lnTo>
                <a:lnTo>
                  <a:pt x="1228" y="984"/>
                </a:lnTo>
                <a:lnTo>
                  <a:pt x="1229" y="984"/>
                </a:lnTo>
                <a:lnTo>
                  <a:pt x="1229" y="985"/>
                </a:lnTo>
                <a:lnTo>
                  <a:pt x="1229" y="986"/>
                </a:lnTo>
                <a:lnTo>
                  <a:pt x="1229" y="987"/>
                </a:lnTo>
                <a:lnTo>
                  <a:pt x="1228" y="987"/>
                </a:lnTo>
                <a:lnTo>
                  <a:pt x="1227" y="987"/>
                </a:lnTo>
                <a:lnTo>
                  <a:pt x="1226" y="986"/>
                </a:lnTo>
                <a:lnTo>
                  <a:pt x="1226" y="985"/>
                </a:lnTo>
                <a:lnTo>
                  <a:pt x="1227" y="985"/>
                </a:lnTo>
                <a:lnTo>
                  <a:pt x="1227" y="984"/>
                </a:lnTo>
                <a:lnTo>
                  <a:pt x="1226" y="984"/>
                </a:lnTo>
                <a:lnTo>
                  <a:pt x="1226" y="985"/>
                </a:lnTo>
                <a:lnTo>
                  <a:pt x="1225" y="984"/>
                </a:lnTo>
                <a:lnTo>
                  <a:pt x="1226" y="983"/>
                </a:lnTo>
                <a:lnTo>
                  <a:pt x="1226" y="982"/>
                </a:lnTo>
                <a:lnTo>
                  <a:pt x="1225" y="982"/>
                </a:lnTo>
                <a:lnTo>
                  <a:pt x="1225" y="983"/>
                </a:lnTo>
                <a:lnTo>
                  <a:pt x="1225" y="984"/>
                </a:lnTo>
                <a:lnTo>
                  <a:pt x="1224" y="984"/>
                </a:lnTo>
                <a:lnTo>
                  <a:pt x="1224" y="985"/>
                </a:lnTo>
                <a:lnTo>
                  <a:pt x="1225" y="985"/>
                </a:lnTo>
                <a:lnTo>
                  <a:pt x="1224" y="986"/>
                </a:lnTo>
                <a:lnTo>
                  <a:pt x="1223" y="986"/>
                </a:lnTo>
                <a:lnTo>
                  <a:pt x="1222" y="987"/>
                </a:lnTo>
                <a:lnTo>
                  <a:pt x="1223" y="988"/>
                </a:lnTo>
                <a:lnTo>
                  <a:pt x="1224" y="988"/>
                </a:lnTo>
                <a:lnTo>
                  <a:pt x="1224" y="987"/>
                </a:lnTo>
                <a:lnTo>
                  <a:pt x="1225" y="987"/>
                </a:lnTo>
                <a:lnTo>
                  <a:pt x="1225" y="988"/>
                </a:lnTo>
                <a:lnTo>
                  <a:pt x="1225" y="989"/>
                </a:lnTo>
                <a:lnTo>
                  <a:pt x="1224" y="989"/>
                </a:lnTo>
                <a:lnTo>
                  <a:pt x="1223" y="989"/>
                </a:lnTo>
                <a:lnTo>
                  <a:pt x="1224" y="989"/>
                </a:lnTo>
                <a:lnTo>
                  <a:pt x="1224" y="990"/>
                </a:lnTo>
                <a:lnTo>
                  <a:pt x="1225" y="990"/>
                </a:lnTo>
                <a:lnTo>
                  <a:pt x="1226" y="990"/>
                </a:lnTo>
                <a:lnTo>
                  <a:pt x="1226" y="991"/>
                </a:lnTo>
                <a:lnTo>
                  <a:pt x="1225" y="991"/>
                </a:lnTo>
                <a:lnTo>
                  <a:pt x="1224" y="991"/>
                </a:lnTo>
                <a:lnTo>
                  <a:pt x="1224" y="993"/>
                </a:lnTo>
                <a:lnTo>
                  <a:pt x="1225" y="994"/>
                </a:lnTo>
                <a:lnTo>
                  <a:pt x="1225" y="995"/>
                </a:lnTo>
                <a:lnTo>
                  <a:pt x="1224" y="995"/>
                </a:lnTo>
                <a:lnTo>
                  <a:pt x="1224" y="996"/>
                </a:lnTo>
                <a:lnTo>
                  <a:pt x="1224" y="997"/>
                </a:lnTo>
                <a:lnTo>
                  <a:pt x="1224" y="998"/>
                </a:lnTo>
                <a:lnTo>
                  <a:pt x="1225" y="998"/>
                </a:lnTo>
                <a:lnTo>
                  <a:pt x="1225" y="1000"/>
                </a:lnTo>
                <a:lnTo>
                  <a:pt x="1224" y="1001"/>
                </a:lnTo>
                <a:lnTo>
                  <a:pt x="1225" y="1001"/>
                </a:lnTo>
                <a:lnTo>
                  <a:pt x="1225" y="1002"/>
                </a:lnTo>
                <a:lnTo>
                  <a:pt x="1224" y="1003"/>
                </a:lnTo>
                <a:lnTo>
                  <a:pt x="1223" y="1003"/>
                </a:lnTo>
                <a:lnTo>
                  <a:pt x="1223" y="1004"/>
                </a:lnTo>
                <a:lnTo>
                  <a:pt x="1222" y="1004"/>
                </a:lnTo>
                <a:lnTo>
                  <a:pt x="1222" y="1005"/>
                </a:lnTo>
                <a:lnTo>
                  <a:pt x="1221" y="1005"/>
                </a:lnTo>
                <a:lnTo>
                  <a:pt x="1221" y="1006"/>
                </a:lnTo>
                <a:lnTo>
                  <a:pt x="1220" y="1006"/>
                </a:lnTo>
                <a:lnTo>
                  <a:pt x="1220" y="1007"/>
                </a:lnTo>
                <a:lnTo>
                  <a:pt x="1220" y="1008"/>
                </a:lnTo>
                <a:lnTo>
                  <a:pt x="1219" y="1008"/>
                </a:lnTo>
                <a:lnTo>
                  <a:pt x="1218" y="1008"/>
                </a:lnTo>
                <a:lnTo>
                  <a:pt x="1217" y="1008"/>
                </a:lnTo>
                <a:lnTo>
                  <a:pt x="1217" y="1007"/>
                </a:lnTo>
                <a:lnTo>
                  <a:pt x="1216" y="1007"/>
                </a:lnTo>
                <a:lnTo>
                  <a:pt x="1215" y="1007"/>
                </a:lnTo>
                <a:lnTo>
                  <a:pt x="1215" y="1008"/>
                </a:lnTo>
                <a:lnTo>
                  <a:pt x="1214" y="1009"/>
                </a:lnTo>
                <a:lnTo>
                  <a:pt x="1213" y="1009"/>
                </a:lnTo>
                <a:lnTo>
                  <a:pt x="1212" y="1009"/>
                </a:lnTo>
                <a:lnTo>
                  <a:pt x="1211" y="1009"/>
                </a:lnTo>
                <a:lnTo>
                  <a:pt x="1211" y="1010"/>
                </a:lnTo>
                <a:lnTo>
                  <a:pt x="1210" y="1010"/>
                </a:lnTo>
                <a:lnTo>
                  <a:pt x="1209" y="1011"/>
                </a:lnTo>
                <a:lnTo>
                  <a:pt x="1208" y="1011"/>
                </a:lnTo>
                <a:lnTo>
                  <a:pt x="1208" y="1012"/>
                </a:lnTo>
                <a:lnTo>
                  <a:pt x="1207" y="1012"/>
                </a:lnTo>
                <a:lnTo>
                  <a:pt x="1206" y="1012"/>
                </a:lnTo>
                <a:lnTo>
                  <a:pt x="1206" y="1011"/>
                </a:lnTo>
                <a:lnTo>
                  <a:pt x="1205" y="1011"/>
                </a:lnTo>
                <a:lnTo>
                  <a:pt x="1205" y="1012"/>
                </a:lnTo>
                <a:lnTo>
                  <a:pt x="1204" y="1012"/>
                </a:lnTo>
                <a:lnTo>
                  <a:pt x="1203" y="1012"/>
                </a:lnTo>
                <a:lnTo>
                  <a:pt x="1202" y="1012"/>
                </a:lnTo>
                <a:lnTo>
                  <a:pt x="1201" y="1012"/>
                </a:lnTo>
                <a:lnTo>
                  <a:pt x="1200" y="1013"/>
                </a:lnTo>
                <a:lnTo>
                  <a:pt x="1200" y="1014"/>
                </a:lnTo>
                <a:lnTo>
                  <a:pt x="1199" y="1014"/>
                </a:lnTo>
                <a:lnTo>
                  <a:pt x="1198" y="1014"/>
                </a:lnTo>
                <a:lnTo>
                  <a:pt x="1197" y="1014"/>
                </a:lnTo>
                <a:lnTo>
                  <a:pt x="1196" y="1014"/>
                </a:lnTo>
                <a:lnTo>
                  <a:pt x="1195" y="1015"/>
                </a:lnTo>
                <a:lnTo>
                  <a:pt x="1194" y="1014"/>
                </a:lnTo>
                <a:lnTo>
                  <a:pt x="1193" y="1014"/>
                </a:lnTo>
                <a:lnTo>
                  <a:pt x="1194" y="1014"/>
                </a:lnTo>
                <a:lnTo>
                  <a:pt x="1193" y="1013"/>
                </a:lnTo>
                <a:lnTo>
                  <a:pt x="1192" y="1012"/>
                </a:lnTo>
                <a:lnTo>
                  <a:pt x="1191" y="1012"/>
                </a:lnTo>
                <a:lnTo>
                  <a:pt x="1190" y="1012"/>
                </a:lnTo>
                <a:lnTo>
                  <a:pt x="1189" y="1012"/>
                </a:lnTo>
                <a:lnTo>
                  <a:pt x="1189" y="1011"/>
                </a:lnTo>
                <a:lnTo>
                  <a:pt x="1189" y="1010"/>
                </a:lnTo>
                <a:lnTo>
                  <a:pt x="1187" y="1011"/>
                </a:lnTo>
                <a:lnTo>
                  <a:pt x="1186" y="1011"/>
                </a:lnTo>
                <a:lnTo>
                  <a:pt x="1185" y="1010"/>
                </a:lnTo>
                <a:lnTo>
                  <a:pt x="1183" y="1010"/>
                </a:lnTo>
                <a:lnTo>
                  <a:pt x="1182" y="1009"/>
                </a:lnTo>
                <a:lnTo>
                  <a:pt x="1181" y="1009"/>
                </a:lnTo>
                <a:lnTo>
                  <a:pt x="1180" y="1009"/>
                </a:lnTo>
                <a:lnTo>
                  <a:pt x="1179" y="1010"/>
                </a:lnTo>
                <a:lnTo>
                  <a:pt x="1179" y="1011"/>
                </a:lnTo>
                <a:lnTo>
                  <a:pt x="1179" y="1012"/>
                </a:lnTo>
                <a:lnTo>
                  <a:pt x="1179" y="1013"/>
                </a:lnTo>
                <a:lnTo>
                  <a:pt x="1178" y="1014"/>
                </a:lnTo>
                <a:lnTo>
                  <a:pt x="1176" y="1015"/>
                </a:lnTo>
                <a:lnTo>
                  <a:pt x="1177" y="1016"/>
                </a:lnTo>
                <a:lnTo>
                  <a:pt x="1177" y="1017"/>
                </a:lnTo>
                <a:lnTo>
                  <a:pt x="1177" y="1018"/>
                </a:lnTo>
                <a:lnTo>
                  <a:pt x="1177" y="1019"/>
                </a:lnTo>
                <a:lnTo>
                  <a:pt x="1178" y="1020"/>
                </a:lnTo>
                <a:lnTo>
                  <a:pt x="1178" y="1021"/>
                </a:lnTo>
                <a:lnTo>
                  <a:pt x="1179" y="1021"/>
                </a:lnTo>
                <a:lnTo>
                  <a:pt x="1179" y="1022"/>
                </a:lnTo>
                <a:lnTo>
                  <a:pt x="1179" y="1023"/>
                </a:lnTo>
                <a:lnTo>
                  <a:pt x="1179" y="1024"/>
                </a:lnTo>
                <a:lnTo>
                  <a:pt x="1180" y="1024"/>
                </a:lnTo>
                <a:lnTo>
                  <a:pt x="1180" y="1025"/>
                </a:lnTo>
                <a:lnTo>
                  <a:pt x="1180" y="1026"/>
                </a:lnTo>
                <a:lnTo>
                  <a:pt x="1181" y="1026"/>
                </a:lnTo>
                <a:lnTo>
                  <a:pt x="1181" y="1025"/>
                </a:lnTo>
                <a:lnTo>
                  <a:pt x="1181" y="1026"/>
                </a:lnTo>
                <a:lnTo>
                  <a:pt x="1181" y="1027"/>
                </a:lnTo>
                <a:lnTo>
                  <a:pt x="1182" y="1027"/>
                </a:lnTo>
                <a:lnTo>
                  <a:pt x="1182" y="1026"/>
                </a:lnTo>
                <a:lnTo>
                  <a:pt x="1183" y="1026"/>
                </a:lnTo>
                <a:lnTo>
                  <a:pt x="1183" y="1027"/>
                </a:lnTo>
                <a:lnTo>
                  <a:pt x="1183" y="1028"/>
                </a:lnTo>
                <a:lnTo>
                  <a:pt x="1182" y="1028"/>
                </a:lnTo>
                <a:lnTo>
                  <a:pt x="1182" y="1029"/>
                </a:lnTo>
                <a:lnTo>
                  <a:pt x="1182" y="1030"/>
                </a:lnTo>
                <a:lnTo>
                  <a:pt x="1181" y="1030"/>
                </a:lnTo>
                <a:lnTo>
                  <a:pt x="1180" y="1030"/>
                </a:lnTo>
                <a:lnTo>
                  <a:pt x="1179" y="1030"/>
                </a:lnTo>
                <a:lnTo>
                  <a:pt x="1179" y="1031"/>
                </a:lnTo>
                <a:lnTo>
                  <a:pt x="1178" y="1031"/>
                </a:lnTo>
                <a:lnTo>
                  <a:pt x="1177" y="1031"/>
                </a:lnTo>
                <a:lnTo>
                  <a:pt x="1177" y="1032"/>
                </a:lnTo>
                <a:lnTo>
                  <a:pt x="1175" y="1032"/>
                </a:lnTo>
                <a:lnTo>
                  <a:pt x="1174" y="1033"/>
                </a:lnTo>
                <a:lnTo>
                  <a:pt x="1173" y="1033"/>
                </a:lnTo>
                <a:lnTo>
                  <a:pt x="1173" y="1034"/>
                </a:lnTo>
                <a:lnTo>
                  <a:pt x="1173" y="1035"/>
                </a:lnTo>
                <a:lnTo>
                  <a:pt x="1172" y="1035"/>
                </a:lnTo>
                <a:lnTo>
                  <a:pt x="1171" y="1035"/>
                </a:lnTo>
                <a:lnTo>
                  <a:pt x="1171" y="1036"/>
                </a:lnTo>
                <a:lnTo>
                  <a:pt x="1169" y="1036"/>
                </a:lnTo>
                <a:lnTo>
                  <a:pt x="1169" y="1037"/>
                </a:lnTo>
                <a:lnTo>
                  <a:pt x="1168" y="1037"/>
                </a:lnTo>
                <a:lnTo>
                  <a:pt x="1168" y="1038"/>
                </a:lnTo>
                <a:lnTo>
                  <a:pt x="1167" y="1038"/>
                </a:lnTo>
                <a:lnTo>
                  <a:pt x="1167" y="1037"/>
                </a:lnTo>
                <a:lnTo>
                  <a:pt x="1166" y="1037"/>
                </a:lnTo>
                <a:lnTo>
                  <a:pt x="1166" y="1038"/>
                </a:lnTo>
                <a:lnTo>
                  <a:pt x="1165" y="1038"/>
                </a:lnTo>
                <a:lnTo>
                  <a:pt x="1164" y="1037"/>
                </a:lnTo>
                <a:lnTo>
                  <a:pt x="1163" y="1036"/>
                </a:lnTo>
                <a:lnTo>
                  <a:pt x="1162" y="1037"/>
                </a:lnTo>
                <a:lnTo>
                  <a:pt x="1162" y="1036"/>
                </a:lnTo>
                <a:lnTo>
                  <a:pt x="1161" y="1036"/>
                </a:lnTo>
                <a:lnTo>
                  <a:pt x="1161" y="1037"/>
                </a:lnTo>
                <a:lnTo>
                  <a:pt x="1161" y="1038"/>
                </a:lnTo>
                <a:lnTo>
                  <a:pt x="1161" y="1039"/>
                </a:lnTo>
                <a:lnTo>
                  <a:pt x="1160" y="1040"/>
                </a:lnTo>
                <a:lnTo>
                  <a:pt x="1159" y="1040"/>
                </a:lnTo>
                <a:lnTo>
                  <a:pt x="1158" y="1041"/>
                </a:lnTo>
                <a:lnTo>
                  <a:pt x="1158" y="1042"/>
                </a:lnTo>
                <a:lnTo>
                  <a:pt x="1157" y="1042"/>
                </a:lnTo>
                <a:lnTo>
                  <a:pt x="1156" y="1042"/>
                </a:lnTo>
                <a:lnTo>
                  <a:pt x="1155" y="1043"/>
                </a:lnTo>
                <a:lnTo>
                  <a:pt x="1154" y="1043"/>
                </a:lnTo>
                <a:lnTo>
                  <a:pt x="1152" y="1044"/>
                </a:lnTo>
                <a:lnTo>
                  <a:pt x="1151" y="1044"/>
                </a:lnTo>
                <a:lnTo>
                  <a:pt x="1150" y="1043"/>
                </a:lnTo>
                <a:lnTo>
                  <a:pt x="1150" y="1042"/>
                </a:lnTo>
                <a:lnTo>
                  <a:pt x="1149" y="1041"/>
                </a:lnTo>
                <a:lnTo>
                  <a:pt x="1149" y="1040"/>
                </a:lnTo>
                <a:lnTo>
                  <a:pt x="1149" y="1039"/>
                </a:lnTo>
                <a:lnTo>
                  <a:pt x="1148" y="1039"/>
                </a:lnTo>
                <a:lnTo>
                  <a:pt x="1147" y="1039"/>
                </a:lnTo>
                <a:lnTo>
                  <a:pt x="1146" y="1039"/>
                </a:lnTo>
                <a:lnTo>
                  <a:pt x="1145" y="1038"/>
                </a:lnTo>
                <a:lnTo>
                  <a:pt x="1144" y="1038"/>
                </a:lnTo>
                <a:lnTo>
                  <a:pt x="1143" y="1039"/>
                </a:lnTo>
                <a:lnTo>
                  <a:pt x="1142" y="1039"/>
                </a:lnTo>
                <a:lnTo>
                  <a:pt x="1141" y="1039"/>
                </a:lnTo>
                <a:lnTo>
                  <a:pt x="1140" y="1040"/>
                </a:lnTo>
                <a:lnTo>
                  <a:pt x="1139" y="1040"/>
                </a:lnTo>
                <a:lnTo>
                  <a:pt x="1138" y="1041"/>
                </a:lnTo>
                <a:lnTo>
                  <a:pt x="1137" y="1041"/>
                </a:lnTo>
                <a:lnTo>
                  <a:pt x="1136" y="1041"/>
                </a:lnTo>
                <a:lnTo>
                  <a:pt x="1135" y="1042"/>
                </a:lnTo>
                <a:lnTo>
                  <a:pt x="1135" y="1043"/>
                </a:lnTo>
                <a:lnTo>
                  <a:pt x="1134" y="1042"/>
                </a:lnTo>
                <a:lnTo>
                  <a:pt x="1133" y="1043"/>
                </a:lnTo>
                <a:lnTo>
                  <a:pt x="1131" y="1043"/>
                </a:lnTo>
                <a:lnTo>
                  <a:pt x="1130" y="1043"/>
                </a:lnTo>
                <a:lnTo>
                  <a:pt x="1130" y="1042"/>
                </a:lnTo>
                <a:lnTo>
                  <a:pt x="1130" y="1041"/>
                </a:lnTo>
                <a:lnTo>
                  <a:pt x="1130" y="1040"/>
                </a:lnTo>
                <a:lnTo>
                  <a:pt x="1129" y="1040"/>
                </a:lnTo>
                <a:lnTo>
                  <a:pt x="1129" y="1039"/>
                </a:lnTo>
                <a:lnTo>
                  <a:pt x="1128" y="1039"/>
                </a:lnTo>
                <a:lnTo>
                  <a:pt x="1128" y="1038"/>
                </a:lnTo>
                <a:lnTo>
                  <a:pt x="1126" y="1037"/>
                </a:lnTo>
                <a:lnTo>
                  <a:pt x="1125" y="1037"/>
                </a:lnTo>
                <a:lnTo>
                  <a:pt x="1125" y="1038"/>
                </a:lnTo>
                <a:lnTo>
                  <a:pt x="1124" y="1038"/>
                </a:lnTo>
                <a:lnTo>
                  <a:pt x="1123" y="1038"/>
                </a:lnTo>
                <a:lnTo>
                  <a:pt x="1123" y="1039"/>
                </a:lnTo>
                <a:lnTo>
                  <a:pt x="1122" y="1039"/>
                </a:lnTo>
                <a:lnTo>
                  <a:pt x="1121" y="1039"/>
                </a:lnTo>
                <a:lnTo>
                  <a:pt x="1120" y="1039"/>
                </a:lnTo>
                <a:lnTo>
                  <a:pt x="1119" y="1039"/>
                </a:lnTo>
                <a:lnTo>
                  <a:pt x="1119" y="1040"/>
                </a:lnTo>
                <a:lnTo>
                  <a:pt x="1118" y="1040"/>
                </a:lnTo>
                <a:lnTo>
                  <a:pt x="1118" y="1039"/>
                </a:lnTo>
                <a:lnTo>
                  <a:pt x="1117" y="1039"/>
                </a:lnTo>
                <a:lnTo>
                  <a:pt x="1116" y="1039"/>
                </a:lnTo>
                <a:lnTo>
                  <a:pt x="1116" y="1038"/>
                </a:lnTo>
                <a:lnTo>
                  <a:pt x="1115" y="1037"/>
                </a:lnTo>
                <a:lnTo>
                  <a:pt x="1115" y="1036"/>
                </a:lnTo>
                <a:lnTo>
                  <a:pt x="1114" y="1036"/>
                </a:lnTo>
                <a:lnTo>
                  <a:pt x="1113" y="1036"/>
                </a:lnTo>
                <a:lnTo>
                  <a:pt x="1112" y="1037"/>
                </a:lnTo>
                <a:lnTo>
                  <a:pt x="1111" y="1037"/>
                </a:lnTo>
                <a:lnTo>
                  <a:pt x="1110" y="1037"/>
                </a:lnTo>
                <a:lnTo>
                  <a:pt x="1109" y="1037"/>
                </a:lnTo>
                <a:lnTo>
                  <a:pt x="1108" y="1036"/>
                </a:lnTo>
                <a:lnTo>
                  <a:pt x="1107" y="1035"/>
                </a:lnTo>
                <a:lnTo>
                  <a:pt x="1106" y="1034"/>
                </a:lnTo>
                <a:lnTo>
                  <a:pt x="1105" y="1034"/>
                </a:lnTo>
                <a:lnTo>
                  <a:pt x="1105" y="1033"/>
                </a:lnTo>
                <a:lnTo>
                  <a:pt x="1104" y="1033"/>
                </a:lnTo>
                <a:lnTo>
                  <a:pt x="1104" y="1032"/>
                </a:lnTo>
                <a:lnTo>
                  <a:pt x="1104" y="1031"/>
                </a:lnTo>
                <a:lnTo>
                  <a:pt x="1103" y="1030"/>
                </a:lnTo>
                <a:lnTo>
                  <a:pt x="1102" y="1030"/>
                </a:lnTo>
                <a:lnTo>
                  <a:pt x="1101" y="1029"/>
                </a:lnTo>
                <a:lnTo>
                  <a:pt x="1101" y="1030"/>
                </a:lnTo>
                <a:lnTo>
                  <a:pt x="1100" y="1030"/>
                </a:lnTo>
                <a:lnTo>
                  <a:pt x="1099" y="1030"/>
                </a:lnTo>
                <a:lnTo>
                  <a:pt x="1098" y="1029"/>
                </a:lnTo>
                <a:lnTo>
                  <a:pt x="1098" y="1028"/>
                </a:lnTo>
                <a:lnTo>
                  <a:pt x="1097" y="1028"/>
                </a:lnTo>
                <a:lnTo>
                  <a:pt x="1097" y="1027"/>
                </a:lnTo>
                <a:lnTo>
                  <a:pt x="1096" y="1027"/>
                </a:lnTo>
                <a:lnTo>
                  <a:pt x="1095" y="1028"/>
                </a:lnTo>
                <a:lnTo>
                  <a:pt x="1094" y="1028"/>
                </a:lnTo>
                <a:lnTo>
                  <a:pt x="1093" y="1028"/>
                </a:lnTo>
                <a:lnTo>
                  <a:pt x="1092" y="1028"/>
                </a:lnTo>
                <a:lnTo>
                  <a:pt x="1092" y="1027"/>
                </a:lnTo>
                <a:lnTo>
                  <a:pt x="1091" y="1027"/>
                </a:lnTo>
                <a:lnTo>
                  <a:pt x="1090" y="1026"/>
                </a:lnTo>
                <a:lnTo>
                  <a:pt x="1090" y="1025"/>
                </a:lnTo>
                <a:lnTo>
                  <a:pt x="1089" y="1025"/>
                </a:lnTo>
                <a:lnTo>
                  <a:pt x="1089" y="1024"/>
                </a:lnTo>
                <a:lnTo>
                  <a:pt x="1088" y="1024"/>
                </a:lnTo>
                <a:lnTo>
                  <a:pt x="1087" y="1024"/>
                </a:lnTo>
                <a:lnTo>
                  <a:pt x="1087" y="1023"/>
                </a:lnTo>
                <a:lnTo>
                  <a:pt x="1086" y="1023"/>
                </a:lnTo>
                <a:lnTo>
                  <a:pt x="1086" y="1022"/>
                </a:lnTo>
                <a:lnTo>
                  <a:pt x="1085" y="1022"/>
                </a:lnTo>
                <a:lnTo>
                  <a:pt x="1085" y="1021"/>
                </a:lnTo>
                <a:lnTo>
                  <a:pt x="1084" y="1021"/>
                </a:lnTo>
                <a:lnTo>
                  <a:pt x="1084" y="1020"/>
                </a:lnTo>
                <a:lnTo>
                  <a:pt x="1081" y="1020"/>
                </a:lnTo>
                <a:lnTo>
                  <a:pt x="1080" y="1020"/>
                </a:lnTo>
                <a:lnTo>
                  <a:pt x="1079" y="1020"/>
                </a:lnTo>
                <a:lnTo>
                  <a:pt x="1078" y="1020"/>
                </a:lnTo>
                <a:lnTo>
                  <a:pt x="1078" y="1019"/>
                </a:lnTo>
                <a:lnTo>
                  <a:pt x="1078" y="1018"/>
                </a:lnTo>
                <a:lnTo>
                  <a:pt x="1078" y="1017"/>
                </a:lnTo>
                <a:lnTo>
                  <a:pt x="1078" y="1016"/>
                </a:lnTo>
                <a:lnTo>
                  <a:pt x="1077" y="1014"/>
                </a:lnTo>
                <a:lnTo>
                  <a:pt x="1076" y="1014"/>
                </a:lnTo>
                <a:lnTo>
                  <a:pt x="1076" y="1013"/>
                </a:lnTo>
                <a:lnTo>
                  <a:pt x="1077" y="1012"/>
                </a:lnTo>
                <a:lnTo>
                  <a:pt x="1077" y="1011"/>
                </a:lnTo>
                <a:lnTo>
                  <a:pt x="1077" y="1010"/>
                </a:lnTo>
                <a:lnTo>
                  <a:pt x="1077" y="1009"/>
                </a:lnTo>
                <a:lnTo>
                  <a:pt x="1077" y="1008"/>
                </a:lnTo>
                <a:lnTo>
                  <a:pt x="1078" y="1008"/>
                </a:lnTo>
                <a:lnTo>
                  <a:pt x="1079" y="1007"/>
                </a:lnTo>
                <a:lnTo>
                  <a:pt x="1080" y="1008"/>
                </a:lnTo>
                <a:lnTo>
                  <a:pt x="1081" y="1008"/>
                </a:lnTo>
                <a:lnTo>
                  <a:pt x="1082" y="1008"/>
                </a:lnTo>
                <a:lnTo>
                  <a:pt x="1083" y="1008"/>
                </a:lnTo>
                <a:lnTo>
                  <a:pt x="1084" y="1008"/>
                </a:lnTo>
                <a:lnTo>
                  <a:pt x="1085" y="1008"/>
                </a:lnTo>
                <a:lnTo>
                  <a:pt x="1085" y="1007"/>
                </a:lnTo>
                <a:lnTo>
                  <a:pt x="1086" y="1006"/>
                </a:lnTo>
                <a:lnTo>
                  <a:pt x="1085" y="1005"/>
                </a:lnTo>
                <a:lnTo>
                  <a:pt x="1086" y="1004"/>
                </a:lnTo>
                <a:lnTo>
                  <a:pt x="1086" y="1003"/>
                </a:lnTo>
                <a:lnTo>
                  <a:pt x="1087" y="1002"/>
                </a:lnTo>
                <a:lnTo>
                  <a:pt x="1088" y="1002"/>
                </a:lnTo>
                <a:lnTo>
                  <a:pt x="1089" y="1001"/>
                </a:lnTo>
                <a:lnTo>
                  <a:pt x="1090" y="1001"/>
                </a:lnTo>
                <a:lnTo>
                  <a:pt x="1090" y="1000"/>
                </a:lnTo>
                <a:lnTo>
                  <a:pt x="1089" y="999"/>
                </a:lnTo>
                <a:lnTo>
                  <a:pt x="1088" y="999"/>
                </a:lnTo>
                <a:lnTo>
                  <a:pt x="1087" y="999"/>
                </a:lnTo>
                <a:lnTo>
                  <a:pt x="1087" y="998"/>
                </a:lnTo>
                <a:lnTo>
                  <a:pt x="1086" y="999"/>
                </a:lnTo>
                <a:lnTo>
                  <a:pt x="1085" y="999"/>
                </a:lnTo>
                <a:lnTo>
                  <a:pt x="1083" y="999"/>
                </a:lnTo>
                <a:lnTo>
                  <a:pt x="1083" y="998"/>
                </a:lnTo>
                <a:lnTo>
                  <a:pt x="1082" y="998"/>
                </a:lnTo>
                <a:lnTo>
                  <a:pt x="1081" y="998"/>
                </a:lnTo>
                <a:lnTo>
                  <a:pt x="1082" y="998"/>
                </a:lnTo>
                <a:lnTo>
                  <a:pt x="1082" y="997"/>
                </a:lnTo>
                <a:lnTo>
                  <a:pt x="1083" y="997"/>
                </a:lnTo>
                <a:lnTo>
                  <a:pt x="1083" y="996"/>
                </a:lnTo>
                <a:lnTo>
                  <a:pt x="1084" y="995"/>
                </a:lnTo>
                <a:lnTo>
                  <a:pt x="1084" y="994"/>
                </a:lnTo>
                <a:lnTo>
                  <a:pt x="1085" y="994"/>
                </a:lnTo>
                <a:lnTo>
                  <a:pt x="1084" y="993"/>
                </a:lnTo>
                <a:lnTo>
                  <a:pt x="1083" y="994"/>
                </a:lnTo>
                <a:lnTo>
                  <a:pt x="1083" y="993"/>
                </a:lnTo>
                <a:lnTo>
                  <a:pt x="1084" y="993"/>
                </a:lnTo>
                <a:lnTo>
                  <a:pt x="1084" y="992"/>
                </a:lnTo>
                <a:lnTo>
                  <a:pt x="1085" y="992"/>
                </a:lnTo>
                <a:lnTo>
                  <a:pt x="1086" y="991"/>
                </a:lnTo>
                <a:lnTo>
                  <a:pt x="1085" y="991"/>
                </a:lnTo>
                <a:lnTo>
                  <a:pt x="1085" y="990"/>
                </a:lnTo>
                <a:lnTo>
                  <a:pt x="1085" y="989"/>
                </a:lnTo>
                <a:lnTo>
                  <a:pt x="1084" y="989"/>
                </a:lnTo>
                <a:lnTo>
                  <a:pt x="1084" y="988"/>
                </a:lnTo>
                <a:lnTo>
                  <a:pt x="1084" y="987"/>
                </a:lnTo>
                <a:lnTo>
                  <a:pt x="1084" y="986"/>
                </a:lnTo>
                <a:lnTo>
                  <a:pt x="1083" y="986"/>
                </a:lnTo>
                <a:lnTo>
                  <a:pt x="1083" y="985"/>
                </a:lnTo>
                <a:lnTo>
                  <a:pt x="1083" y="983"/>
                </a:lnTo>
                <a:lnTo>
                  <a:pt x="1082" y="983"/>
                </a:lnTo>
                <a:lnTo>
                  <a:pt x="1082" y="982"/>
                </a:lnTo>
                <a:lnTo>
                  <a:pt x="1082" y="981"/>
                </a:lnTo>
                <a:lnTo>
                  <a:pt x="1081" y="981"/>
                </a:lnTo>
                <a:lnTo>
                  <a:pt x="1081" y="980"/>
                </a:lnTo>
                <a:lnTo>
                  <a:pt x="1081" y="979"/>
                </a:lnTo>
                <a:lnTo>
                  <a:pt x="1081" y="978"/>
                </a:lnTo>
                <a:lnTo>
                  <a:pt x="1081" y="977"/>
                </a:lnTo>
                <a:lnTo>
                  <a:pt x="1081" y="976"/>
                </a:lnTo>
                <a:lnTo>
                  <a:pt x="1081" y="975"/>
                </a:lnTo>
                <a:lnTo>
                  <a:pt x="1080" y="975"/>
                </a:lnTo>
                <a:lnTo>
                  <a:pt x="1081" y="975"/>
                </a:lnTo>
                <a:lnTo>
                  <a:pt x="1080" y="974"/>
                </a:lnTo>
                <a:lnTo>
                  <a:pt x="1079" y="973"/>
                </a:lnTo>
                <a:lnTo>
                  <a:pt x="1079" y="971"/>
                </a:lnTo>
                <a:lnTo>
                  <a:pt x="1080" y="971"/>
                </a:lnTo>
                <a:lnTo>
                  <a:pt x="1080" y="970"/>
                </a:lnTo>
                <a:lnTo>
                  <a:pt x="1081" y="970"/>
                </a:lnTo>
                <a:lnTo>
                  <a:pt x="1082" y="970"/>
                </a:lnTo>
                <a:lnTo>
                  <a:pt x="1082" y="971"/>
                </a:lnTo>
                <a:lnTo>
                  <a:pt x="1083" y="972"/>
                </a:lnTo>
                <a:lnTo>
                  <a:pt x="1085" y="972"/>
                </a:lnTo>
                <a:lnTo>
                  <a:pt x="1086" y="972"/>
                </a:lnTo>
                <a:lnTo>
                  <a:pt x="1087" y="972"/>
                </a:lnTo>
                <a:lnTo>
                  <a:pt x="1087" y="971"/>
                </a:lnTo>
                <a:lnTo>
                  <a:pt x="1087" y="970"/>
                </a:lnTo>
                <a:lnTo>
                  <a:pt x="1088" y="970"/>
                </a:lnTo>
                <a:lnTo>
                  <a:pt x="1089" y="970"/>
                </a:lnTo>
                <a:lnTo>
                  <a:pt x="1090" y="969"/>
                </a:lnTo>
                <a:lnTo>
                  <a:pt x="1091" y="970"/>
                </a:lnTo>
                <a:lnTo>
                  <a:pt x="1091" y="969"/>
                </a:lnTo>
                <a:lnTo>
                  <a:pt x="1090" y="969"/>
                </a:lnTo>
                <a:lnTo>
                  <a:pt x="1089" y="969"/>
                </a:lnTo>
                <a:lnTo>
                  <a:pt x="1088" y="968"/>
                </a:lnTo>
                <a:lnTo>
                  <a:pt x="1087" y="968"/>
                </a:lnTo>
                <a:lnTo>
                  <a:pt x="1087" y="967"/>
                </a:lnTo>
                <a:lnTo>
                  <a:pt x="1085" y="967"/>
                </a:lnTo>
                <a:lnTo>
                  <a:pt x="1084" y="967"/>
                </a:lnTo>
                <a:lnTo>
                  <a:pt x="1082" y="968"/>
                </a:lnTo>
                <a:lnTo>
                  <a:pt x="1081" y="969"/>
                </a:lnTo>
                <a:lnTo>
                  <a:pt x="1080" y="968"/>
                </a:lnTo>
                <a:lnTo>
                  <a:pt x="1079" y="968"/>
                </a:lnTo>
                <a:lnTo>
                  <a:pt x="1078" y="969"/>
                </a:lnTo>
                <a:lnTo>
                  <a:pt x="1078" y="968"/>
                </a:lnTo>
                <a:lnTo>
                  <a:pt x="1078" y="967"/>
                </a:lnTo>
                <a:lnTo>
                  <a:pt x="1077" y="967"/>
                </a:lnTo>
                <a:lnTo>
                  <a:pt x="1077" y="966"/>
                </a:lnTo>
                <a:lnTo>
                  <a:pt x="1077" y="965"/>
                </a:lnTo>
                <a:lnTo>
                  <a:pt x="1076" y="964"/>
                </a:lnTo>
                <a:lnTo>
                  <a:pt x="1076" y="963"/>
                </a:lnTo>
                <a:lnTo>
                  <a:pt x="1075" y="962"/>
                </a:lnTo>
                <a:lnTo>
                  <a:pt x="1075" y="961"/>
                </a:lnTo>
                <a:lnTo>
                  <a:pt x="1074" y="961"/>
                </a:lnTo>
                <a:lnTo>
                  <a:pt x="1073" y="961"/>
                </a:lnTo>
                <a:lnTo>
                  <a:pt x="1072" y="961"/>
                </a:lnTo>
                <a:lnTo>
                  <a:pt x="1071" y="961"/>
                </a:lnTo>
                <a:lnTo>
                  <a:pt x="1071" y="959"/>
                </a:lnTo>
                <a:lnTo>
                  <a:pt x="1071" y="958"/>
                </a:lnTo>
                <a:lnTo>
                  <a:pt x="1071" y="957"/>
                </a:lnTo>
                <a:lnTo>
                  <a:pt x="1071" y="956"/>
                </a:lnTo>
                <a:lnTo>
                  <a:pt x="1070" y="956"/>
                </a:lnTo>
                <a:lnTo>
                  <a:pt x="1069" y="956"/>
                </a:lnTo>
                <a:lnTo>
                  <a:pt x="1069" y="955"/>
                </a:lnTo>
                <a:lnTo>
                  <a:pt x="1068" y="955"/>
                </a:lnTo>
                <a:lnTo>
                  <a:pt x="1068" y="954"/>
                </a:lnTo>
                <a:lnTo>
                  <a:pt x="1068" y="953"/>
                </a:lnTo>
                <a:lnTo>
                  <a:pt x="1068" y="952"/>
                </a:lnTo>
                <a:lnTo>
                  <a:pt x="1067" y="952"/>
                </a:lnTo>
                <a:lnTo>
                  <a:pt x="1067" y="951"/>
                </a:lnTo>
                <a:lnTo>
                  <a:pt x="1067" y="950"/>
                </a:lnTo>
                <a:lnTo>
                  <a:pt x="1066" y="950"/>
                </a:lnTo>
                <a:lnTo>
                  <a:pt x="1066" y="949"/>
                </a:lnTo>
                <a:lnTo>
                  <a:pt x="1066" y="948"/>
                </a:lnTo>
                <a:lnTo>
                  <a:pt x="1066" y="947"/>
                </a:lnTo>
                <a:lnTo>
                  <a:pt x="1065" y="947"/>
                </a:lnTo>
                <a:lnTo>
                  <a:pt x="1065" y="946"/>
                </a:lnTo>
                <a:lnTo>
                  <a:pt x="1066" y="946"/>
                </a:lnTo>
                <a:lnTo>
                  <a:pt x="1066" y="945"/>
                </a:lnTo>
                <a:lnTo>
                  <a:pt x="1066" y="944"/>
                </a:lnTo>
                <a:lnTo>
                  <a:pt x="1067" y="944"/>
                </a:lnTo>
                <a:lnTo>
                  <a:pt x="1068" y="943"/>
                </a:lnTo>
                <a:lnTo>
                  <a:pt x="1067" y="943"/>
                </a:lnTo>
                <a:lnTo>
                  <a:pt x="1067" y="942"/>
                </a:lnTo>
                <a:lnTo>
                  <a:pt x="1067" y="941"/>
                </a:lnTo>
                <a:lnTo>
                  <a:pt x="1067" y="940"/>
                </a:lnTo>
                <a:lnTo>
                  <a:pt x="1066" y="940"/>
                </a:lnTo>
                <a:lnTo>
                  <a:pt x="1066" y="939"/>
                </a:lnTo>
                <a:lnTo>
                  <a:pt x="1065" y="939"/>
                </a:lnTo>
                <a:lnTo>
                  <a:pt x="1064" y="938"/>
                </a:lnTo>
                <a:lnTo>
                  <a:pt x="1064" y="937"/>
                </a:lnTo>
                <a:lnTo>
                  <a:pt x="1063" y="937"/>
                </a:lnTo>
                <a:lnTo>
                  <a:pt x="1062" y="936"/>
                </a:lnTo>
                <a:lnTo>
                  <a:pt x="1062" y="935"/>
                </a:lnTo>
                <a:lnTo>
                  <a:pt x="1061" y="934"/>
                </a:lnTo>
                <a:lnTo>
                  <a:pt x="1060" y="934"/>
                </a:lnTo>
                <a:lnTo>
                  <a:pt x="1059" y="934"/>
                </a:lnTo>
                <a:lnTo>
                  <a:pt x="1058" y="933"/>
                </a:lnTo>
                <a:lnTo>
                  <a:pt x="1057" y="933"/>
                </a:lnTo>
                <a:lnTo>
                  <a:pt x="1056" y="932"/>
                </a:lnTo>
                <a:lnTo>
                  <a:pt x="1055" y="932"/>
                </a:lnTo>
                <a:lnTo>
                  <a:pt x="1054" y="932"/>
                </a:lnTo>
                <a:lnTo>
                  <a:pt x="1053" y="933"/>
                </a:lnTo>
                <a:lnTo>
                  <a:pt x="1051" y="933"/>
                </a:lnTo>
                <a:lnTo>
                  <a:pt x="1050" y="933"/>
                </a:lnTo>
                <a:lnTo>
                  <a:pt x="1049" y="933"/>
                </a:lnTo>
                <a:lnTo>
                  <a:pt x="1047" y="933"/>
                </a:lnTo>
                <a:lnTo>
                  <a:pt x="1046" y="933"/>
                </a:lnTo>
                <a:lnTo>
                  <a:pt x="1045" y="933"/>
                </a:lnTo>
                <a:lnTo>
                  <a:pt x="1044" y="933"/>
                </a:lnTo>
                <a:lnTo>
                  <a:pt x="1041" y="933"/>
                </a:lnTo>
                <a:lnTo>
                  <a:pt x="1040" y="932"/>
                </a:lnTo>
                <a:lnTo>
                  <a:pt x="1039" y="932"/>
                </a:lnTo>
                <a:lnTo>
                  <a:pt x="1038" y="932"/>
                </a:lnTo>
                <a:lnTo>
                  <a:pt x="1038" y="933"/>
                </a:lnTo>
                <a:lnTo>
                  <a:pt x="1037" y="933"/>
                </a:lnTo>
                <a:lnTo>
                  <a:pt x="1035" y="933"/>
                </a:lnTo>
                <a:lnTo>
                  <a:pt x="1034" y="933"/>
                </a:lnTo>
                <a:lnTo>
                  <a:pt x="1034" y="934"/>
                </a:lnTo>
                <a:lnTo>
                  <a:pt x="1033" y="935"/>
                </a:lnTo>
                <a:lnTo>
                  <a:pt x="1032" y="934"/>
                </a:lnTo>
                <a:lnTo>
                  <a:pt x="1032" y="935"/>
                </a:lnTo>
                <a:lnTo>
                  <a:pt x="1031" y="935"/>
                </a:lnTo>
                <a:lnTo>
                  <a:pt x="1030" y="935"/>
                </a:lnTo>
                <a:lnTo>
                  <a:pt x="1029" y="934"/>
                </a:lnTo>
                <a:lnTo>
                  <a:pt x="1028" y="934"/>
                </a:lnTo>
                <a:lnTo>
                  <a:pt x="1027" y="933"/>
                </a:lnTo>
                <a:lnTo>
                  <a:pt x="1026" y="933"/>
                </a:lnTo>
                <a:lnTo>
                  <a:pt x="1025" y="932"/>
                </a:lnTo>
                <a:lnTo>
                  <a:pt x="1024" y="932"/>
                </a:lnTo>
                <a:lnTo>
                  <a:pt x="1023" y="932"/>
                </a:lnTo>
                <a:lnTo>
                  <a:pt x="1022" y="932"/>
                </a:lnTo>
                <a:lnTo>
                  <a:pt x="1021" y="932"/>
                </a:lnTo>
                <a:lnTo>
                  <a:pt x="1021" y="931"/>
                </a:lnTo>
                <a:lnTo>
                  <a:pt x="1020" y="931"/>
                </a:lnTo>
                <a:lnTo>
                  <a:pt x="1021" y="930"/>
                </a:lnTo>
                <a:lnTo>
                  <a:pt x="1022" y="930"/>
                </a:lnTo>
                <a:lnTo>
                  <a:pt x="1021" y="929"/>
                </a:lnTo>
                <a:lnTo>
                  <a:pt x="1020" y="929"/>
                </a:lnTo>
                <a:lnTo>
                  <a:pt x="1020" y="930"/>
                </a:lnTo>
                <a:lnTo>
                  <a:pt x="1019" y="930"/>
                </a:lnTo>
                <a:lnTo>
                  <a:pt x="1018" y="930"/>
                </a:lnTo>
                <a:lnTo>
                  <a:pt x="1018" y="929"/>
                </a:lnTo>
                <a:lnTo>
                  <a:pt x="1018" y="928"/>
                </a:lnTo>
                <a:lnTo>
                  <a:pt x="1017" y="928"/>
                </a:lnTo>
                <a:lnTo>
                  <a:pt x="1017" y="929"/>
                </a:lnTo>
                <a:lnTo>
                  <a:pt x="1016" y="929"/>
                </a:lnTo>
                <a:lnTo>
                  <a:pt x="1015" y="929"/>
                </a:lnTo>
                <a:lnTo>
                  <a:pt x="1015" y="928"/>
                </a:lnTo>
                <a:lnTo>
                  <a:pt x="1015" y="929"/>
                </a:lnTo>
                <a:lnTo>
                  <a:pt x="1014" y="929"/>
                </a:lnTo>
                <a:lnTo>
                  <a:pt x="1014" y="930"/>
                </a:lnTo>
                <a:lnTo>
                  <a:pt x="1013" y="931"/>
                </a:lnTo>
                <a:lnTo>
                  <a:pt x="1012" y="931"/>
                </a:lnTo>
                <a:lnTo>
                  <a:pt x="1012" y="932"/>
                </a:lnTo>
                <a:lnTo>
                  <a:pt x="1011" y="932"/>
                </a:lnTo>
                <a:lnTo>
                  <a:pt x="1011" y="933"/>
                </a:lnTo>
                <a:lnTo>
                  <a:pt x="1011" y="934"/>
                </a:lnTo>
                <a:lnTo>
                  <a:pt x="1010" y="934"/>
                </a:lnTo>
                <a:lnTo>
                  <a:pt x="1010" y="933"/>
                </a:lnTo>
                <a:lnTo>
                  <a:pt x="1009" y="933"/>
                </a:lnTo>
                <a:lnTo>
                  <a:pt x="1008" y="933"/>
                </a:lnTo>
                <a:lnTo>
                  <a:pt x="1008" y="932"/>
                </a:lnTo>
                <a:lnTo>
                  <a:pt x="1009" y="932"/>
                </a:lnTo>
                <a:lnTo>
                  <a:pt x="1009" y="931"/>
                </a:lnTo>
                <a:lnTo>
                  <a:pt x="1009" y="930"/>
                </a:lnTo>
                <a:lnTo>
                  <a:pt x="1010" y="929"/>
                </a:lnTo>
                <a:lnTo>
                  <a:pt x="1011" y="929"/>
                </a:lnTo>
                <a:lnTo>
                  <a:pt x="1011" y="928"/>
                </a:lnTo>
                <a:lnTo>
                  <a:pt x="1011" y="927"/>
                </a:lnTo>
                <a:lnTo>
                  <a:pt x="1010" y="926"/>
                </a:lnTo>
                <a:lnTo>
                  <a:pt x="1009" y="926"/>
                </a:lnTo>
                <a:lnTo>
                  <a:pt x="1009" y="925"/>
                </a:lnTo>
                <a:lnTo>
                  <a:pt x="1010" y="925"/>
                </a:lnTo>
                <a:lnTo>
                  <a:pt x="1010" y="924"/>
                </a:lnTo>
                <a:lnTo>
                  <a:pt x="1010" y="923"/>
                </a:lnTo>
                <a:lnTo>
                  <a:pt x="1009" y="923"/>
                </a:lnTo>
                <a:lnTo>
                  <a:pt x="1009" y="922"/>
                </a:lnTo>
                <a:lnTo>
                  <a:pt x="1009" y="921"/>
                </a:lnTo>
                <a:lnTo>
                  <a:pt x="1009" y="920"/>
                </a:lnTo>
                <a:lnTo>
                  <a:pt x="1008" y="920"/>
                </a:lnTo>
                <a:lnTo>
                  <a:pt x="1007" y="919"/>
                </a:lnTo>
                <a:lnTo>
                  <a:pt x="1007" y="920"/>
                </a:lnTo>
                <a:lnTo>
                  <a:pt x="1006" y="920"/>
                </a:lnTo>
                <a:lnTo>
                  <a:pt x="1005" y="920"/>
                </a:lnTo>
                <a:lnTo>
                  <a:pt x="1004" y="920"/>
                </a:lnTo>
                <a:lnTo>
                  <a:pt x="1003" y="921"/>
                </a:lnTo>
                <a:lnTo>
                  <a:pt x="1003" y="922"/>
                </a:lnTo>
                <a:lnTo>
                  <a:pt x="1002" y="922"/>
                </a:lnTo>
                <a:lnTo>
                  <a:pt x="1002" y="923"/>
                </a:lnTo>
                <a:lnTo>
                  <a:pt x="1001" y="923"/>
                </a:lnTo>
                <a:lnTo>
                  <a:pt x="1001" y="924"/>
                </a:lnTo>
                <a:lnTo>
                  <a:pt x="1001" y="925"/>
                </a:lnTo>
                <a:lnTo>
                  <a:pt x="1001" y="926"/>
                </a:lnTo>
                <a:lnTo>
                  <a:pt x="1000" y="926"/>
                </a:lnTo>
                <a:lnTo>
                  <a:pt x="999" y="926"/>
                </a:lnTo>
                <a:lnTo>
                  <a:pt x="998" y="926"/>
                </a:lnTo>
                <a:lnTo>
                  <a:pt x="997" y="926"/>
                </a:lnTo>
                <a:lnTo>
                  <a:pt x="996" y="925"/>
                </a:lnTo>
                <a:lnTo>
                  <a:pt x="996" y="926"/>
                </a:lnTo>
                <a:lnTo>
                  <a:pt x="995" y="926"/>
                </a:lnTo>
                <a:lnTo>
                  <a:pt x="994" y="926"/>
                </a:lnTo>
                <a:lnTo>
                  <a:pt x="993" y="926"/>
                </a:lnTo>
                <a:lnTo>
                  <a:pt x="992" y="927"/>
                </a:lnTo>
                <a:lnTo>
                  <a:pt x="991" y="927"/>
                </a:lnTo>
                <a:lnTo>
                  <a:pt x="991" y="926"/>
                </a:lnTo>
                <a:lnTo>
                  <a:pt x="990" y="926"/>
                </a:lnTo>
                <a:lnTo>
                  <a:pt x="989" y="926"/>
                </a:lnTo>
                <a:lnTo>
                  <a:pt x="989" y="925"/>
                </a:lnTo>
                <a:lnTo>
                  <a:pt x="988" y="924"/>
                </a:lnTo>
                <a:lnTo>
                  <a:pt x="987" y="924"/>
                </a:lnTo>
                <a:lnTo>
                  <a:pt x="987" y="923"/>
                </a:lnTo>
                <a:lnTo>
                  <a:pt x="986" y="923"/>
                </a:lnTo>
                <a:lnTo>
                  <a:pt x="987" y="922"/>
                </a:lnTo>
                <a:lnTo>
                  <a:pt x="987" y="921"/>
                </a:lnTo>
                <a:lnTo>
                  <a:pt x="987" y="920"/>
                </a:lnTo>
                <a:lnTo>
                  <a:pt x="986" y="920"/>
                </a:lnTo>
                <a:lnTo>
                  <a:pt x="985" y="919"/>
                </a:lnTo>
                <a:lnTo>
                  <a:pt x="984" y="919"/>
                </a:lnTo>
                <a:lnTo>
                  <a:pt x="983" y="919"/>
                </a:lnTo>
                <a:lnTo>
                  <a:pt x="983" y="920"/>
                </a:lnTo>
                <a:lnTo>
                  <a:pt x="982" y="921"/>
                </a:lnTo>
                <a:lnTo>
                  <a:pt x="981" y="921"/>
                </a:lnTo>
                <a:lnTo>
                  <a:pt x="980" y="921"/>
                </a:lnTo>
                <a:lnTo>
                  <a:pt x="979" y="921"/>
                </a:lnTo>
                <a:lnTo>
                  <a:pt x="979" y="920"/>
                </a:lnTo>
                <a:lnTo>
                  <a:pt x="978" y="920"/>
                </a:lnTo>
                <a:lnTo>
                  <a:pt x="977" y="920"/>
                </a:lnTo>
                <a:lnTo>
                  <a:pt x="976" y="920"/>
                </a:lnTo>
                <a:lnTo>
                  <a:pt x="975" y="919"/>
                </a:lnTo>
                <a:lnTo>
                  <a:pt x="975" y="918"/>
                </a:lnTo>
                <a:lnTo>
                  <a:pt x="976" y="916"/>
                </a:lnTo>
                <a:lnTo>
                  <a:pt x="976" y="915"/>
                </a:lnTo>
                <a:lnTo>
                  <a:pt x="976" y="914"/>
                </a:lnTo>
                <a:lnTo>
                  <a:pt x="977" y="913"/>
                </a:lnTo>
                <a:lnTo>
                  <a:pt x="977" y="912"/>
                </a:lnTo>
                <a:lnTo>
                  <a:pt x="977" y="911"/>
                </a:lnTo>
                <a:lnTo>
                  <a:pt x="978" y="911"/>
                </a:lnTo>
                <a:lnTo>
                  <a:pt x="978" y="910"/>
                </a:lnTo>
                <a:lnTo>
                  <a:pt x="978" y="909"/>
                </a:lnTo>
                <a:lnTo>
                  <a:pt x="977" y="909"/>
                </a:lnTo>
                <a:lnTo>
                  <a:pt x="977" y="908"/>
                </a:lnTo>
                <a:lnTo>
                  <a:pt x="976" y="907"/>
                </a:lnTo>
                <a:lnTo>
                  <a:pt x="975" y="907"/>
                </a:lnTo>
                <a:lnTo>
                  <a:pt x="975" y="908"/>
                </a:lnTo>
                <a:lnTo>
                  <a:pt x="974" y="908"/>
                </a:lnTo>
                <a:lnTo>
                  <a:pt x="974" y="907"/>
                </a:lnTo>
                <a:lnTo>
                  <a:pt x="973" y="907"/>
                </a:lnTo>
                <a:lnTo>
                  <a:pt x="973" y="906"/>
                </a:lnTo>
                <a:lnTo>
                  <a:pt x="972" y="906"/>
                </a:lnTo>
                <a:lnTo>
                  <a:pt x="972" y="905"/>
                </a:lnTo>
                <a:lnTo>
                  <a:pt x="972" y="904"/>
                </a:lnTo>
                <a:lnTo>
                  <a:pt x="972" y="903"/>
                </a:lnTo>
                <a:lnTo>
                  <a:pt x="973" y="903"/>
                </a:lnTo>
                <a:lnTo>
                  <a:pt x="974" y="903"/>
                </a:lnTo>
                <a:lnTo>
                  <a:pt x="974" y="902"/>
                </a:lnTo>
                <a:lnTo>
                  <a:pt x="974" y="901"/>
                </a:lnTo>
                <a:lnTo>
                  <a:pt x="975" y="901"/>
                </a:lnTo>
                <a:lnTo>
                  <a:pt x="976" y="900"/>
                </a:lnTo>
                <a:lnTo>
                  <a:pt x="976" y="899"/>
                </a:lnTo>
                <a:lnTo>
                  <a:pt x="975" y="899"/>
                </a:lnTo>
                <a:lnTo>
                  <a:pt x="975" y="897"/>
                </a:lnTo>
                <a:lnTo>
                  <a:pt x="975" y="896"/>
                </a:lnTo>
                <a:lnTo>
                  <a:pt x="974" y="896"/>
                </a:lnTo>
                <a:lnTo>
                  <a:pt x="973" y="896"/>
                </a:lnTo>
                <a:lnTo>
                  <a:pt x="972" y="897"/>
                </a:lnTo>
                <a:lnTo>
                  <a:pt x="972" y="896"/>
                </a:lnTo>
                <a:lnTo>
                  <a:pt x="973" y="895"/>
                </a:lnTo>
                <a:lnTo>
                  <a:pt x="973" y="894"/>
                </a:lnTo>
                <a:lnTo>
                  <a:pt x="973" y="893"/>
                </a:lnTo>
                <a:lnTo>
                  <a:pt x="974" y="894"/>
                </a:lnTo>
                <a:lnTo>
                  <a:pt x="975" y="894"/>
                </a:lnTo>
                <a:lnTo>
                  <a:pt x="975" y="893"/>
                </a:lnTo>
                <a:lnTo>
                  <a:pt x="976" y="893"/>
                </a:lnTo>
                <a:lnTo>
                  <a:pt x="977" y="893"/>
                </a:lnTo>
                <a:lnTo>
                  <a:pt x="976" y="893"/>
                </a:lnTo>
                <a:lnTo>
                  <a:pt x="976" y="892"/>
                </a:lnTo>
                <a:lnTo>
                  <a:pt x="977" y="892"/>
                </a:lnTo>
                <a:lnTo>
                  <a:pt x="977" y="891"/>
                </a:lnTo>
                <a:lnTo>
                  <a:pt x="976" y="891"/>
                </a:lnTo>
                <a:lnTo>
                  <a:pt x="975" y="890"/>
                </a:lnTo>
                <a:lnTo>
                  <a:pt x="974" y="890"/>
                </a:lnTo>
                <a:lnTo>
                  <a:pt x="973" y="890"/>
                </a:lnTo>
                <a:lnTo>
                  <a:pt x="973" y="889"/>
                </a:lnTo>
                <a:lnTo>
                  <a:pt x="972" y="889"/>
                </a:lnTo>
                <a:lnTo>
                  <a:pt x="972" y="888"/>
                </a:lnTo>
                <a:lnTo>
                  <a:pt x="973" y="887"/>
                </a:lnTo>
                <a:lnTo>
                  <a:pt x="973" y="886"/>
                </a:lnTo>
                <a:lnTo>
                  <a:pt x="973" y="885"/>
                </a:lnTo>
                <a:lnTo>
                  <a:pt x="972" y="885"/>
                </a:lnTo>
                <a:lnTo>
                  <a:pt x="973" y="885"/>
                </a:lnTo>
                <a:lnTo>
                  <a:pt x="973" y="883"/>
                </a:lnTo>
                <a:lnTo>
                  <a:pt x="972" y="883"/>
                </a:lnTo>
                <a:lnTo>
                  <a:pt x="972" y="882"/>
                </a:lnTo>
                <a:lnTo>
                  <a:pt x="970" y="882"/>
                </a:lnTo>
                <a:lnTo>
                  <a:pt x="969" y="881"/>
                </a:lnTo>
                <a:lnTo>
                  <a:pt x="968" y="881"/>
                </a:lnTo>
                <a:lnTo>
                  <a:pt x="967" y="880"/>
                </a:lnTo>
                <a:lnTo>
                  <a:pt x="966" y="880"/>
                </a:lnTo>
                <a:lnTo>
                  <a:pt x="965" y="881"/>
                </a:lnTo>
                <a:lnTo>
                  <a:pt x="964" y="881"/>
                </a:lnTo>
                <a:lnTo>
                  <a:pt x="963" y="881"/>
                </a:lnTo>
                <a:lnTo>
                  <a:pt x="962" y="881"/>
                </a:lnTo>
                <a:lnTo>
                  <a:pt x="961" y="881"/>
                </a:lnTo>
                <a:lnTo>
                  <a:pt x="960" y="880"/>
                </a:lnTo>
                <a:lnTo>
                  <a:pt x="959" y="880"/>
                </a:lnTo>
                <a:lnTo>
                  <a:pt x="959" y="879"/>
                </a:lnTo>
                <a:lnTo>
                  <a:pt x="959" y="878"/>
                </a:lnTo>
                <a:lnTo>
                  <a:pt x="959" y="876"/>
                </a:lnTo>
                <a:lnTo>
                  <a:pt x="959" y="875"/>
                </a:lnTo>
                <a:lnTo>
                  <a:pt x="959" y="874"/>
                </a:lnTo>
                <a:lnTo>
                  <a:pt x="958" y="874"/>
                </a:lnTo>
                <a:lnTo>
                  <a:pt x="958" y="873"/>
                </a:lnTo>
                <a:lnTo>
                  <a:pt x="958" y="872"/>
                </a:lnTo>
                <a:lnTo>
                  <a:pt x="957" y="871"/>
                </a:lnTo>
                <a:lnTo>
                  <a:pt x="957" y="870"/>
                </a:lnTo>
                <a:lnTo>
                  <a:pt x="958" y="870"/>
                </a:lnTo>
                <a:lnTo>
                  <a:pt x="957" y="870"/>
                </a:lnTo>
                <a:lnTo>
                  <a:pt x="957" y="869"/>
                </a:lnTo>
                <a:lnTo>
                  <a:pt x="956" y="869"/>
                </a:lnTo>
                <a:lnTo>
                  <a:pt x="954" y="868"/>
                </a:lnTo>
                <a:lnTo>
                  <a:pt x="953" y="868"/>
                </a:lnTo>
                <a:lnTo>
                  <a:pt x="951" y="868"/>
                </a:lnTo>
                <a:lnTo>
                  <a:pt x="950" y="868"/>
                </a:lnTo>
                <a:lnTo>
                  <a:pt x="949" y="869"/>
                </a:lnTo>
                <a:lnTo>
                  <a:pt x="949" y="870"/>
                </a:lnTo>
                <a:lnTo>
                  <a:pt x="949" y="871"/>
                </a:lnTo>
                <a:lnTo>
                  <a:pt x="949" y="872"/>
                </a:lnTo>
                <a:lnTo>
                  <a:pt x="948" y="872"/>
                </a:lnTo>
                <a:lnTo>
                  <a:pt x="947" y="873"/>
                </a:lnTo>
                <a:lnTo>
                  <a:pt x="947" y="872"/>
                </a:lnTo>
                <a:lnTo>
                  <a:pt x="946" y="872"/>
                </a:lnTo>
                <a:lnTo>
                  <a:pt x="945" y="872"/>
                </a:lnTo>
                <a:lnTo>
                  <a:pt x="943" y="872"/>
                </a:lnTo>
                <a:lnTo>
                  <a:pt x="943" y="873"/>
                </a:lnTo>
                <a:lnTo>
                  <a:pt x="942" y="874"/>
                </a:lnTo>
                <a:lnTo>
                  <a:pt x="942" y="875"/>
                </a:lnTo>
                <a:lnTo>
                  <a:pt x="941" y="876"/>
                </a:lnTo>
                <a:lnTo>
                  <a:pt x="939" y="876"/>
                </a:lnTo>
                <a:lnTo>
                  <a:pt x="938" y="876"/>
                </a:lnTo>
                <a:lnTo>
                  <a:pt x="937" y="876"/>
                </a:lnTo>
                <a:lnTo>
                  <a:pt x="937" y="877"/>
                </a:lnTo>
                <a:lnTo>
                  <a:pt x="936" y="877"/>
                </a:lnTo>
                <a:lnTo>
                  <a:pt x="936" y="878"/>
                </a:lnTo>
                <a:lnTo>
                  <a:pt x="935" y="878"/>
                </a:lnTo>
                <a:lnTo>
                  <a:pt x="934" y="878"/>
                </a:lnTo>
                <a:lnTo>
                  <a:pt x="934" y="880"/>
                </a:lnTo>
                <a:lnTo>
                  <a:pt x="933" y="880"/>
                </a:lnTo>
                <a:lnTo>
                  <a:pt x="932" y="881"/>
                </a:lnTo>
                <a:lnTo>
                  <a:pt x="932" y="880"/>
                </a:lnTo>
                <a:lnTo>
                  <a:pt x="931" y="880"/>
                </a:lnTo>
                <a:lnTo>
                  <a:pt x="931" y="881"/>
                </a:lnTo>
                <a:lnTo>
                  <a:pt x="930" y="881"/>
                </a:lnTo>
                <a:lnTo>
                  <a:pt x="930" y="882"/>
                </a:lnTo>
                <a:lnTo>
                  <a:pt x="930" y="881"/>
                </a:lnTo>
                <a:lnTo>
                  <a:pt x="930" y="882"/>
                </a:lnTo>
                <a:lnTo>
                  <a:pt x="929" y="882"/>
                </a:lnTo>
                <a:lnTo>
                  <a:pt x="930" y="882"/>
                </a:lnTo>
                <a:lnTo>
                  <a:pt x="930" y="883"/>
                </a:lnTo>
                <a:lnTo>
                  <a:pt x="929" y="883"/>
                </a:lnTo>
                <a:lnTo>
                  <a:pt x="928" y="883"/>
                </a:lnTo>
                <a:lnTo>
                  <a:pt x="928" y="884"/>
                </a:lnTo>
                <a:lnTo>
                  <a:pt x="927" y="884"/>
                </a:lnTo>
                <a:lnTo>
                  <a:pt x="927" y="883"/>
                </a:lnTo>
                <a:lnTo>
                  <a:pt x="927" y="884"/>
                </a:lnTo>
                <a:lnTo>
                  <a:pt x="926" y="884"/>
                </a:lnTo>
                <a:lnTo>
                  <a:pt x="926" y="885"/>
                </a:lnTo>
                <a:lnTo>
                  <a:pt x="926" y="884"/>
                </a:lnTo>
                <a:lnTo>
                  <a:pt x="925" y="885"/>
                </a:lnTo>
                <a:lnTo>
                  <a:pt x="926" y="885"/>
                </a:lnTo>
                <a:lnTo>
                  <a:pt x="926" y="886"/>
                </a:lnTo>
                <a:lnTo>
                  <a:pt x="927" y="886"/>
                </a:lnTo>
                <a:lnTo>
                  <a:pt x="928" y="887"/>
                </a:lnTo>
                <a:lnTo>
                  <a:pt x="929" y="888"/>
                </a:lnTo>
                <a:lnTo>
                  <a:pt x="929" y="889"/>
                </a:lnTo>
                <a:lnTo>
                  <a:pt x="930" y="888"/>
                </a:lnTo>
                <a:lnTo>
                  <a:pt x="931" y="889"/>
                </a:lnTo>
                <a:lnTo>
                  <a:pt x="931" y="890"/>
                </a:lnTo>
                <a:lnTo>
                  <a:pt x="931" y="891"/>
                </a:lnTo>
                <a:lnTo>
                  <a:pt x="930" y="891"/>
                </a:lnTo>
                <a:lnTo>
                  <a:pt x="930" y="892"/>
                </a:lnTo>
                <a:lnTo>
                  <a:pt x="931" y="892"/>
                </a:lnTo>
                <a:lnTo>
                  <a:pt x="930" y="892"/>
                </a:lnTo>
                <a:lnTo>
                  <a:pt x="929" y="891"/>
                </a:lnTo>
                <a:lnTo>
                  <a:pt x="928" y="891"/>
                </a:lnTo>
                <a:lnTo>
                  <a:pt x="927" y="891"/>
                </a:lnTo>
                <a:lnTo>
                  <a:pt x="927" y="890"/>
                </a:lnTo>
                <a:lnTo>
                  <a:pt x="926" y="890"/>
                </a:lnTo>
                <a:lnTo>
                  <a:pt x="925" y="890"/>
                </a:lnTo>
                <a:lnTo>
                  <a:pt x="924" y="890"/>
                </a:lnTo>
                <a:lnTo>
                  <a:pt x="923" y="890"/>
                </a:lnTo>
                <a:lnTo>
                  <a:pt x="922" y="890"/>
                </a:lnTo>
                <a:lnTo>
                  <a:pt x="922" y="891"/>
                </a:lnTo>
                <a:lnTo>
                  <a:pt x="921" y="891"/>
                </a:lnTo>
                <a:lnTo>
                  <a:pt x="920" y="891"/>
                </a:lnTo>
                <a:lnTo>
                  <a:pt x="919" y="891"/>
                </a:lnTo>
                <a:lnTo>
                  <a:pt x="918" y="892"/>
                </a:lnTo>
                <a:lnTo>
                  <a:pt x="917" y="892"/>
                </a:lnTo>
                <a:lnTo>
                  <a:pt x="916" y="892"/>
                </a:lnTo>
                <a:lnTo>
                  <a:pt x="915" y="892"/>
                </a:lnTo>
                <a:lnTo>
                  <a:pt x="914" y="892"/>
                </a:lnTo>
                <a:lnTo>
                  <a:pt x="914" y="893"/>
                </a:lnTo>
                <a:lnTo>
                  <a:pt x="913" y="893"/>
                </a:lnTo>
                <a:lnTo>
                  <a:pt x="913" y="892"/>
                </a:lnTo>
                <a:lnTo>
                  <a:pt x="912" y="892"/>
                </a:lnTo>
                <a:lnTo>
                  <a:pt x="911" y="891"/>
                </a:lnTo>
                <a:lnTo>
                  <a:pt x="911" y="892"/>
                </a:lnTo>
                <a:lnTo>
                  <a:pt x="910" y="892"/>
                </a:lnTo>
                <a:lnTo>
                  <a:pt x="910" y="893"/>
                </a:lnTo>
                <a:lnTo>
                  <a:pt x="910" y="894"/>
                </a:lnTo>
                <a:lnTo>
                  <a:pt x="909" y="894"/>
                </a:lnTo>
                <a:lnTo>
                  <a:pt x="909" y="895"/>
                </a:lnTo>
                <a:lnTo>
                  <a:pt x="909" y="896"/>
                </a:lnTo>
                <a:lnTo>
                  <a:pt x="908" y="896"/>
                </a:lnTo>
                <a:lnTo>
                  <a:pt x="908" y="897"/>
                </a:lnTo>
                <a:lnTo>
                  <a:pt x="907" y="898"/>
                </a:lnTo>
                <a:lnTo>
                  <a:pt x="907" y="899"/>
                </a:lnTo>
                <a:lnTo>
                  <a:pt x="907" y="900"/>
                </a:lnTo>
                <a:lnTo>
                  <a:pt x="907" y="903"/>
                </a:lnTo>
                <a:lnTo>
                  <a:pt x="906" y="903"/>
                </a:lnTo>
                <a:lnTo>
                  <a:pt x="905" y="903"/>
                </a:lnTo>
                <a:lnTo>
                  <a:pt x="904" y="903"/>
                </a:lnTo>
                <a:lnTo>
                  <a:pt x="903" y="902"/>
                </a:lnTo>
                <a:lnTo>
                  <a:pt x="903" y="903"/>
                </a:lnTo>
                <a:lnTo>
                  <a:pt x="902" y="903"/>
                </a:lnTo>
                <a:lnTo>
                  <a:pt x="901" y="902"/>
                </a:lnTo>
                <a:lnTo>
                  <a:pt x="900" y="902"/>
                </a:lnTo>
                <a:lnTo>
                  <a:pt x="900" y="903"/>
                </a:lnTo>
                <a:lnTo>
                  <a:pt x="899" y="904"/>
                </a:lnTo>
                <a:lnTo>
                  <a:pt x="899" y="903"/>
                </a:lnTo>
                <a:lnTo>
                  <a:pt x="899" y="902"/>
                </a:lnTo>
                <a:lnTo>
                  <a:pt x="900" y="902"/>
                </a:lnTo>
                <a:lnTo>
                  <a:pt x="900" y="901"/>
                </a:lnTo>
                <a:lnTo>
                  <a:pt x="899" y="901"/>
                </a:lnTo>
                <a:lnTo>
                  <a:pt x="898" y="902"/>
                </a:lnTo>
                <a:lnTo>
                  <a:pt x="897" y="902"/>
                </a:lnTo>
                <a:lnTo>
                  <a:pt x="896" y="901"/>
                </a:lnTo>
                <a:lnTo>
                  <a:pt x="895" y="901"/>
                </a:lnTo>
                <a:lnTo>
                  <a:pt x="895" y="902"/>
                </a:lnTo>
                <a:lnTo>
                  <a:pt x="895" y="903"/>
                </a:lnTo>
                <a:lnTo>
                  <a:pt x="895" y="904"/>
                </a:lnTo>
                <a:lnTo>
                  <a:pt x="894" y="904"/>
                </a:lnTo>
                <a:lnTo>
                  <a:pt x="894" y="903"/>
                </a:lnTo>
                <a:lnTo>
                  <a:pt x="894" y="902"/>
                </a:lnTo>
                <a:lnTo>
                  <a:pt x="894" y="901"/>
                </a:lnTo>
                <a:lnTo>
                  <a:pt x="893" y="902"/>
                </a:lnTo>
                <a:lnTo>
                  <a:pt x="893" y="903"/>
                </a:lnTo>
                <a:lnTo>
                  <a:pt x="892" y="903"/>
                </a:lnTo>
                <a:lnTo>
                  <a:pt x="892" y="904"/>
                </a:lnTo>
                <a:lnTo>
                  <a:pt x="893" y="904"/>
                </a:lnTo>
                <a:lnTo>
                  <a:pt x="891" y="904"/>
                </a:lnTo>
                <a:lnTo>
                  <a:pt x="890" y="904"/>
                </a:lnTo>
                <a:lnTo>
                  <a:pt x="891" y="904"/>
                </a:lnTo>
                <a:lnTo>
                  <a:pt x="891" y="903"/>
                </a:lnTo>
                <a:lnTo>
                  <a:pt x="890" y="903"/>
                </a:lnTo>
                <a:lnTo>
                  <a:pt x="890" y="904"/>
                </a:lnTo>
                <a:lnTo>
                  <a:pt x="889" y="903"/>
                </a:lnTo>
                <a:lnTo>
                  <a:pt x="889" y="902"/>
                </a:lnTo>
                <a:lnTo>
                  <a:pt x="888" y="902"/>
                </a:lnTo>
                <a:lnTo>
                  <a:pt x="888" y="903"/>
                </a:lnTo>
                <a:lnTo>
                  <a:pt x="887" y="903"/>
                </a:lnTo>
                <a:lnTo>
                  <a:pt x="887" y="902"/>
                </a:lnTo>
                <a:lnTo>
                  <a:pt x="886" y="902"/>
                </a:lnTo>
                <a:lnTo>
                  <a:pt x="885" y="902"/>
                </a:lnTo>
                <a:lnTo>
                  <a:pt x="884" y="903"/>
                </a:lnTo>
                <a:lnTo>
                  <a:pt x="884" y="904"/>
                </a:lnTo>
                <a:lnTo>
                  <a:pt x="883" y="904"/>
                </a:lnTo>
                <a:lnTo>
                  <a:pt x="884" y="904"/>
                </a:lnTo>
                <a:lnTo>
                  <a:pt x="885" y="904"/>
                </a:lnTo>
                <a:lnTo>
                  <a:pt x="886" y="905"/>
                </a:lnTo>
                <a:lnTo>
                  <a:pt x="886" y="906"/>
                </a:lnTo>
                <a:lnTo>
                  <a:pt x="887" y="906"/>
                </a:lnTo>
                <a:lnTo>
                  <a:pt x="887" y="907"/>
                </a:lnTo>
                <a:lnTo>
                  <a:pt x="888" y="907"/>
                </a:lnTo>
                <a:lnTo>
                  <a:pt x="888" y="908"/>
                </a:lnTo>
                <a:lnTo>
                  <a:pt x="889" y="908"/>
                </a:lnTo>
                <a:lnTo>
                  <a:pt x="889" y="909"/>
                </a:lnTo>
                <a:lnTo>
                  <a:pt x="890" y="910"/>
                </a:lnTo>
                <a:lnTo>
                  <a:pt x="891" y="911"/>
                </a:lnTo>
                <a:lnTo>
                  <a:pt x="891" y="912"/>
                </a:lnTo>
                <a:lnTo>
                  <a:pt x="892" y="913"/>
                </a:lnTo>
                <a:lnTo>
                  <a:pt x="893" y="914"/>
                </a:lnTo>
                <a:lnTo>
                  <a:pt x="894" y="914"/>
                </a:lnTo>
                <a:lnTo>
                  <a:pt x="894" y="915"/>
                </a:lnTo>
                <a:lnTo>
                  <a:pt x="895" y="916"/>
                </a:lnTo>
                <a:lnTo>
                  <a:pt x="895" y="917"/>
                </a:lnTo>
                <a:lnTo>
                  <a:pt x="895" y="918"/>
                </a:lnTo>
                <a:lnTo>
                  <a:pt x="895" y="919"/>
                </a:lnTo>
                <a:lnTo>
                  <a:pt x="894" y="919"/>
                </a:lnTo>
                <a:lnTo>
                  <a:pt x="894" y="920"/>
                </a:lnTo>
                <a:lnTo>
                  <a:pt x="893" y="920"/>
                </a:lnTo>
                <a:lnTo>
                  <a:pt x="893" y="921"/>
                </a:lnTo>
                <a:lnTo>
                  <a:pt x="893" y="922"/>
                </a:lnTo>
                <a:lnTo>
                  <a:pt x="896" y="922"/>
                </a:lnTo>
                <a:lnTo>
                  <a:pt x="897" y="922"/>
                </a:lnTo>
                <a:lnTo>
                  <a:pt x="897" y="923"/>
                </a:lnTo>
                <a:lnTo>
                  <a:pt x="898" y="923"/>
                </a:lnTo>
                <a:lnTo>
                  <a:pt x="899" y="923"/>
                </a:lnTo>
                <a:lnTo>
                  <a:pt x="900" y="924"/>
                </a:lnTo>
                <a:lnTo>
                  <a:pt x="900" y="925"/>
                </a:lnTo>
                <a:lnTo>
                  <a:pt x="900" y="926"/>
                </a:lnTo>
                <a:lnTo>
                  <a:pt x="899" y="927"/>
                </a:lnTo>
                <a:lnTo>
                  <a:pt x="898" y="927"/>
                </a:lnTo>
                <a:lnTo>
                  <a:pt x="897" y="927"/>
                </a:lnTo>
                <a:lnTo>
                  <a:pt x="897" y="928"/>
                </a:lnTo>
                <a:lnTo>
                  <a:pt x="897" y="929"/>
                </a:lnTo>
                <a:lnTo>
                  <a:pt x="898" y="929"/>
                </a:lnTo>
                <a:lnTo>
                  <a:pt x="898" y="930"/>
                </a:lnTo>
                <a:lnTo>
                  <a:pt x="899" y="930"/>
                </a:lnTo>
                <a:lnTo>
                  <a:pt x="900" y="929"/>
                </a:lnTo>
                <a:lnTo>
                  <a:pt x="900" y="928"/>
                </a:lnTo>
                <a:lnTo>
                  <a:pt x="901" y="927"/>
                </a:lnTo>
                <a:lnTo>
                  <a:pt x="902" y="927"/>
                </a:lnTo>
                <a:lnTo>
                  <a:pt x="902" y="928"/>
                </a:lnTo>
                <a:lnTo>
                  <a:pt x="902" y="929"/>
                </a:lnTo>
                <a:lnTo>
                  <a:pt x="901" y="931"/>
                </a:lnTo>
                <a:lnTo>
                  <a:pt x="900" y="932"/>
                </a:lnTo>
                <a:lnTo>
                  <a:pt x="900" y="933"/>
                </a:lnTo>
                <a:lnTo>
                  <a:pt x="900" y="934"/>
                </a:lnTo>
                <a:lnTo>
                  <a:pt x="900" y="935"/>
                </a:lnTo>
                <a:lnTo>
                  <a:pt x="901" y="936"/>
                </a:lnTo>
                <a:lnTo>
                  <a:pt x="901" y="937"/>
                </a:lnTo>
                <a:lnTo>
                  <a:pt x="902" y="937"/>
                </a:lnTo>
                <a:lnTo>
                  <a:pt x="902" y="938"/>
                </a:lnTo>
                <a:lnTo>
                  <a:pt x="902" y="939"/>
                </a:lnTo>
                <a:lnTo>
                  <a:pt x="902" y="940"/>
                </a:lnTo>
                <a:lnTo>
                  <a:pt x="903" y="941"/>
                </a:lnTo>
                <a:lnTo>
                  <a:pt x="904" y="941"/>
                </a:lnTo>
                <a:lnTo>
                  <a:pt x="905" y="941"/>
                </a:lnTo>
                <a:lnTo>
                  <a:pt x="906" y="942"/>
                </a:lnTo>
                <a:lnTo>
                  <a:pt x="907" y="942"/>
                </a:lnTo>
                <a:lnTo>
                  <a:pt x="908" y="943"/>
                </a:lnTo>
                <a:lnTo>
                  <a:pt x="909" y="943"/>
                </a:lnTo>
                <a:lnTo>
                  <a:pt x="910" y="943"/>
                </a:lnTo>
                <a:lnTo>
                  <a:pt x="911" y="944"/>
                </a:lnTo>
                <a:lnTo>
                  <a:pt x="912" y="944"/>
                </a:lnTo>
                <a:lnTo>
                  <a:pt x="912" y="945"/>
                </a:lnTo>
                <a:lnTo>
                  <a:pt x="912" y="946"/>
                </a:lnTo>
                <a:lnTo>
                  <a:pt x="913" y="946"/>
                </a:lnTo>
                <a:lnTo>
                  <a:pt x="914" y="946"/>
                </a:lnTo>
                <a:lnTo>
                  <a:pt x="914" y="947"/>
                </a:lnTo>
                <a:lnTo>
                  <a:pt x="914" y="948"/>
                </a:lnTo>
                <a:lnTo>
                  <a:pt x="913" y="948"/>
                </a:lnTo>
                <a:lnTo>
                  <a:pt x="912" y="948"/>
                </a:lnTo>
                <a:lnTo>
                  <a:pt x="911" y="948"/>
                </a:lnTo>
                <a:lnTo>
                  <a:pt x="912" y="949"/>
                </a:lnTo>
                <a:lnTo>
                  <a:pt x="912" y="950"/>
                </a:lnTo>
                <a:lnTo>
                  <a:pt x="913" y="950"/>
                </a:lnTo>
                <a:lnTo>
                  <a:pt x="913" y="951"/>
                </a:lnTo>
                <a:lnTo>
                  <a:pt x="912" y="952"/>
                </a:lnTo>
                <a:lnTo>
                  <a:pt x="912" y="953"/>
                </a:lnTo>
                <a:lnTo>
                  <a:pt x="913" y="953"/>
                </a:lnTo>
                <a:lnTo>
                  <a:pt x="913" y="954"/>
                </a:lnTo>
                <a:lnTo>
                  <a:pt x="914" y="954"/>
                </a:lnTo>
                <a:lnTo>
                  <a:pt x="914" y="955"/>
                </a:lnTo>
                <a:lnTo>
                  <a:pt x="915" y="955"/>
                </a:lnTo>
                <a:lnTo>
                  <a:pt x="915" y="956"/>
                </a:lnTo>
                <a:lnTo>
                  <a:pt x="914" y="956"/>
                </a:lnTo>
                <a:lnTo>
                  <a:pt x="914" y="955"/>
                </a:lnTo>
                <a:lnTo>
                  <a:pt x="913" y="955"/>
                </a:lnTo>
                <a:lnTo>
                  <a:pt x="913" y="954"/>
                </a:lnTo>
                <a:lnTo>
                  <a:pt x="912" y="954"/>
                </a:lnTo>
                <a:lnTo>
                  <a:pt x="912" y="955"/>
                </a:lnTo>
                <a:lnTo>
                  <a:pt x="913" y="955"/>
                </a:lnTo>
                <a:lnTo>
                  <a:pt x="914" y="956"/>
                </a:lnTo>
                <a:lnTo>
                  <a:pt x="913" y="956"/>
                </a:lnTo>
                <a:lnTo>
                  <a:pt x="912" y="956"/>
                </a:lnTo>
                <a:lnTo>
                  <a:pt x="911" y="956"/>
                </a:lnTo>
                <a:lnTo>
                  <a:pt x="911" y="957"/>
                </a:lnTo>
                <a:lnTo>
                  <a:pt x="910" y="957"/>
                </a:lnTo>
                <a:lnTo>
                  <a:pt x="910" y="958"/>
                </a:lnTo>
                <a:lnTo>
                  <a:pt x="909" y="958"/>
                </a:lnTo>
                <a:lnTo>
                  <a:pt x="908" y="958"/>
                </a:lnTo>
                <a:lnTo>
                  <a:pt x="908" y="959"/>
                </a:lnTo>
                <a:lnTo>
                  <a:pt x="908" y="960"/>
                </a:lnTo>
                <a:lnTo>
                  <a:pt x="907" y="960"/>
                </a:lnTo>
                <a:lnTo>
                  <a:pt x="907" y="961"/>
                </a:lnTo>
                <a:lnTo>
                  <a:pt x="906" y="961"/>
                </a:lnTo>
                <a:lnTo>
                  <a:pt x="905" y="960"/>
                </a:lnTo>
                <a:lnTo>
                  <a:pt x="904" y="960"/>
                </a:lnTo>
                <a:lnTo>
                  <a:pt x="904" y="961"/>
                </a:lnTo>
                <a:lnTo>
                  <a:pt x="905" y="962"/>
                </a:lnTo>
                <a:lnTo>
                  <a:pt x="904" y="962"/>
                </a:lnTo>
                <a:lnTo>
                  <a:pt x="903" y="962"/>
                </a:lnTo>
                <a:lnTo>
                  <a:pt x="903" y="961"/>
                </a:lnTo>
                <a:lnTo>
                  <a:pt x="903" y="960"/>
                </a:lnTo>
                <a:lnTo>
                  <a:pt x="902" y="960"/>
                </a:lnTo>
                <a:lnTo>
                  <a:pt x="902" y="961"/>
                </a:lnTo>
                <a:lnTo>
                  <a:pt x="901" y="961"/>
                </a:lnTo>
                <a:lnTo>
                  <a:pt x="901" y="962"/>
                </a:lnTo>
                <a:lnTo>
                  <a:pt x="900" y="962"/>
                </a:lnTo>
                <a:lnTo>
                  <a:pt x="899" y="962"/>
                </a:lnTo>
                <a:lnTo>
                  <a:pt x="899" y="961"/>
                </a:lnTo>
                <a:lnTo>
                  <a:pt x="898" y="960"/>
                </a:lnTo>
                <a:lnTo>
                  <a:pt x="897" y="960"/>
                </a:lnTo>
                <a:lnTo>
                  <a:pt x="897" y="961"/>
                </a:lnTo>
                <a:lnTo>
                  <a:pt x="896" y="961"/>
                </a:lnTo>
                <a:lnTo>
                  <a:pt x="896" y="960"/>
                </a:lnTo>
                <a:lnTo>
                  <a:pt x="896" y="959"/>
                </a:lnTo>
                <a:lnTo>
                  <a:pt x="895" y="959"/>
                </a:lnTo>
                <a:lnTo>
                  <a:pt x="895" y="960"/>
                </a:lnTo>
                <a:lnTo>
                  <a:pt x="894" y="961"/>
                </a:lnTo>
                <a:lnTo>
                  <a:pt x="895" y="961"/>
                </a:lnTo>
                <a:lnTo>
                  <a:pt x="895" y="962"/>
                </a:lnTo>
                <a:lnTo>
                  <a:pt x="894" y="962"/>
                </a:lnTo>
                <a:lnTo>
                  <a:pt x="893" y="962"/>
                </a:lnTo>
                <a:lnTo>
                  <a:pt x="892" y="963"/>
                </a:lnTo>
                <a:lnTo>
                  <a:pt x="892" y="964"/>
                </a:lnTo>
                <a:lnTo>
                  <a:pt x="892" y="965"/>
                </a:lnTo>
                <a:lnTo>
                  <a:pt x="891" y="965"/>
                </a:lnTo>
                <a:lnTo>
                  <a:pt x="891" y="966"/>
                </a:lnTo>
                <a:lnTo>
                  <a:pt x="891" y="967"/>
                </a:lnTo>
                <a:lnTo>
                  <a:pt x="890" y="967"/>
                </a:lnTo>
                <a:lnTo>
                  <a:pt x="889" y="968"/>
                </a:lnTo>
                <a:lnTo>
                  <a:pt x="888" y="968"/>
                </a:lnTo>
                <a:lnTo>
                  <a:pt x="888" y="969"/>
                </a:lnTo>
                <a:lnTo>
                  <a:pt x="890" y="970"/>
                </a:lnTo>
                <a:lnTo>
                  <a:pt x="890" y="971"/>
                </a:lnTo>
                <a:lnTo>
                  <a:pt x="889" y="972"/>
                </a:lnTo>
                <a:lnTo>
                  <a:pt x="890" y="972"/>
                </a:lnTo>
                <a:lnTo>
                  <a:pt x="890" y="973"/>
                </a:lnTo>
                <a:lnTo>
                  <a:pt x="890" y="974"/>
                </a:lnTo>
                <a:lnTo>
                  <a:pt x="891" y="975"/>
                </a:lnTo>
                <a:lnTo>
                  <a:pt x="890" y="975"/>
                </a:lnTo>
                <a:lnTo>
                  <a:pt x="891" y="976"/>
                </a:lnTo>
                <a:lnTo>
                  <a:pt x="891" y="977"/>
                </a:lnTo>
                <a:lnTo>
                  <a:pt x="891" y="978"/>
                </a:lnTo>
                <a:lnTo>
                  <a:pt x="891" y="979"/>
                </a:lnTo>
                <a:lnTo>
                  <a:pt x="890" y="979"/>
                </a:lnTo>
                <a:lnTo>
                  <a:pt x="890" y="980"/>
                </a:lnTo>
                <a:lnTo>
                  <a:pt x="889" y="979"/>
                </a:lnTo>
                <a:lnTo>
                  <a:pt x="888" y="979"/>
                </a:lnTo>
                <a:lnTo>
                  <a:pt x="887" y="978"/>
                </a:lnTo>
                <a:lnTo>
                  <a:pt x="886" y="978"/>
                </a:lnTo>
                <a:lnTo>
                  <a:pt x="885" y="977"/>
                </a:lnTo>
                <a:lnTo>
                  <a:pt x="885" y="976"/>
                </a:lnTo>
                <a:lnTo>
                  <a:pt x="885" y="975"/>
                </a:lnTo>
                <a:lnTo>
                  <a:pt x="884" y="975"/>
                </a:lnTo>
                <a:lnTo>
                  <a:pt x="884" y="974"/>
                </a:lnTo>
                <a:lnTo>
                  <a:pt x="883" y="974"/>
                </a:lnTo>
                <a:lnTo>
                  <a:pt x="882" y="974"/>
                </a:lnTo>
                <a:lnTo>
                  <a:pt x="882" y="973"/>
                </a:lnTo>
                <a:lnTo>
                  <a:pt x="882" y="972"/>
                </a:lnTo>
                <a:lnTo>
                  <a:pt x="881" y="972"/>
                </a:lnTo>
                <a:lnTo>
                  <a:pt x="881" y="973"/>
                </a:lnTo>
                <a:lnTo>
                  <a:pt x="881" y="974"/>
                </a:lnTo>
                <a:lnTo>
                  <a:pt x="881" y="975"/>
                </a:lnTo>
                <a:lnTo>
                  <a:pt x="881" y="976"/>
                </a:lnTo>
                <a:lnTo>
                  <a:pt x="880" y="977"/>
                </a:lnTo>
                <a:lnTo>
                  <a:pt x="880" y="978"/>
                </a:lnTo>
                <a:lnTo>
                  <a:pt x="880" y="979"/>
                </a:lnTo>
                <a:lnTo>
                  <a:pt x="879" y="979"/>
                </a:lnTo>
                <a:lnTo>
                  <a:pt x="879" y="980"/>
                </a:lnTo>
                <a:lnTo>
                  <a:pt x="880" y="980"/>
                </a:lnTo>
                <a:lnTo>
                  <a:pt x="879" y="981"/>
                </a:lnTo>
                <a:lnTo>
                  <a:pt x="879" y="982"/>
                </a:lnTo>
                <a:lnTo>
                  <a:pt x="879" y="981"/>
                </a:lnTo>
                <a:lnTo>
                  <a:pt x="879" y="982"/>
                </a:lnTo>
                <a:lnTo>
                  <a:pt x="879" y="983"/>
                </a:lnTo>
                <a:lnTo>
                  <a:pt x="878" y="982"/>
                </a:lnTo>
                <a:lnTo>
                  <a:pt x="877" y="982"/>
                </a:lnTo>
                <a:lnTo>
                  <a:pt x="876" y="982"/>
                </a:lnTo>
                <a:lnTo>
                  <a:pt x="875" y="982"/>
                </a:lnTo>
                <a:lnTo>
                  <a:pt x="874" y="982"/>
                </a:lnTo>
                <a:lnTo>
                  <a:pt x="873" y="982"/>
                </a:lnTo>
                <a:lnTo>
                  <a:pt x="872" y="982"/>
                </a:lnTo>
                <a:lnTo>
                  <a:pt x="871" y="982"/>
                </a:lnTo>
                <a:lnTo>
                  <a:pt x="870" y="982"/>
                </a:lnTo>
                <a:lnTo>
                  <a:pt x="869" y="982"/>
                </a:lnTo>
                <a:lnTo>
                  <a:pt x="869" y="983"/>
                </a:lnTo>
                <a:lnTo>
                  <a:pt x="868" y="983"/>
                </a:lnTo>
                <a:lnTo>
                  <a:pt x="867" y="983"/>
                </a:lnTo>
                <a:lnTo>
                  <a:pt x="866" y="983"/>
                </a:lnTo>
                <a:lnTo>
                  <a:pt x="865" y="983"/>
                </a:lnTo>
                <a:lnTo>
                  <a:pt x="865" y="985"/>
                </a:lnTo>
                <a:lnTo>
                  <a:pt x="865" y="986"/>
                </a:lnTo>
                <a:lnTo>
                  <a:pt x="864" y="987"/>
                </a:lnTo>
                <a:lnTo>
                  <a:pt x="863" y="987"/>
                </a:lnTo>
                <a:lnTo>
                  <a:pt x="862" y="988"/>
                </a:lnTo>
                <a:lnTo>
                  <a:pt x="861" y="988"/>
                </a:lnTo>
                <a:lnTo>
                  <a:pt x="861" y="989"/>
                </a:lnTo>
                <a:lnTo>
                  <a:pt x="860" y="990"/>
                </a:lnTo>
                <a:lnTo>
                  <a:pt x="860" y="991"/>
                </a:lnTo>
                <a:lnTo>
                  <a:pt x="859" y="992"/>
                </a:lnTo>
                <a:lnTo>
                  <a:pt x="859" y="991"/>
                </a:lnTo>
                <a:lnTo>
                  <a:pt x="858" y="991"/>
                </a:lnTo>
                <a:lnTo>
                  <a:pt x="857" y="991"/>
                </a:lnTo>
                <a:lnTo>
                  <a:pt x="857" y="990"/>
                </a:lnTo>
                <a:lnTo>
                  <a:pt x="856" y="990"/>
                </a:lnTo>
                <a:lnTo>
                  <a:pt x="855" y="990"/>
                </a:lnTo>
                <a:lnTo>
                  <a:pt x="855" y="989"/>
                </a:lnTo>
                <a:lnTo>
                  <a:pt x="856" y="988"/>
                </a:lnTo>
                <a:lnTo>
                  <a:pt x="857" y="987"/>
                </a:lnTo>
                <a:lnTo>
                  <a:pt x="857" y="986"/>
                </a:lnTo>
                <a:lnTo>
                  <a:pt x="857" y="984"/>
                </a:lnTo>
                <a:lnTo>
                  <a:pt x="857" y="983"/>
                </a:lnTo>
                <a:lnTo>
                  <a:pt x="857" y="982"/>
                </a:lnTo>
                <a:lnTo>
                  <a:pt x="856" y="982"/>
                </a:lnTo>
                <a:lnTo>
                  <a:pt x="856" y="981"/>
                </a:lnTo>
                <a:lnTo>
                  <a:pt x="856" y="980"/>
                </a:lnTo>
                <a:lnTo>
                  <a:pt x="855" y="980"/>
                </a:lnTo>
                <a:lnTo>
                  <a:pt x="854" y="980"/>
                </a:lnTo>
                <a:lnTo>
                  <a:pt x="854" y="979"/>
                </a:lnTo>
                <a:lnTo>
                  <a:pt x="853" y="978"/>
                </a:lnTo>
                <a:lnTo>
                  <a:pt x="853" y="979"/>
                </a:lnTo>
                <a:lnTo>
                  <a:pt x="852" y="979"/>
                </a:lnTo>
                <a:lnTo>
                  <a:pt x="852" y="978"/>
                </a:lnTo>
                <a:lnTo>
                  <a:pt x="851" y="977"/>
                </a:lnTo>
                <a:lnTo>
                  <a:pt x="851" y="976"/>
                </a:lnTo>
                <a:lnTo>
                  <a:pt x="851" y="975"/>
                </a:lnTo>
                <a:lnTo>
                  <a:pt x="850" y="975"/>
                </a:lnTo>
                <a:lnTo>
                  <a:pt x="851" y="975"/>
                </a:lnTo>
                <a:lnTo>
                  <a:pt x="852" y="974"/>
                </a:lnTo>
                <a:lnTo>
                  <a:pt x="853" y="974"/>
                </a:lnTo>
                <a:lnTo>
                  <a:pt x="854" y="974"/>
                </a:lnTo>
                <a:lnTo>
                  <a:pt x="854" y="973"/>
                </a:lnTo>
                <a:lnTo>
                  <a:pt x="855" y="973"/>
                </a:lnTo>
                <a:lnTo>
                  <a:pt x="855" y="974"/>
                </a:lnTo>
                <a:lnTo>
                  <a:pt x="855" y="975"/>
                </a:lnTo>
                <a:lnTo>
                  <a:pt x="855" y="974"/>
                </a:lnTo>
                <a:lnTo>
                  <a:pt x="856" y="974"/>
                </a:lnTo>
                <a:lnTo>
                  <a:pt x="856" y="973"/>
                </a:lnTo>
                <a:lnTo>
                  <a:pt x="856" y="972"/>
                </a:lnTo>
                <a:lnTo>
                  <a:pt x="856" y="973"/>
                </a:lnTo>
                <a:lnTo>
                  <a:pt x="856" y="972"/>
                </a:lnTo>
                <a:lnTo>
                  <a:pt x="857" y="972"/>
                </a:lnTo>
                <a:lnTo>
                  <a:pt x="858" y="972"/>
                </a:lnTo>
                <a:lnTo>
                  <a:pt x="858" y="971"/>
                </a:lnTo>
                <a:lnTo>
                  <a:pt x="859" y="970"/>
                </a:lnTo>
                <a:lnTo>
                  <a:pt x="860" y="970"/>
                </a:lnTo>
                <a:lnTo>
                  <a:pt x="860" y="969"/>
                </a:lnTo>
                <a:lnTo>
                  <a:pt x="860" y="968"/>
                </a:lnTo>
                <a:lnTo>
                  <a:pt x="860" y="967"/>
                </a:lnTo>
                <a:lnTo>
                  <a:pt x="860" y="966"/>
                </a:lnTo>
                <a:lnTo>
                  <a:pt x="861" y="966"/>
                </a:lnTo>
                <a:lnTo>
                  <a:pt x="861" y="965"/>
                </a:lnTo>
                <a:lnTo>
                  <a:pt x="861" y="964"/>
                </a:lnTo>
                <a:lnTo>
                  <a:pt x="861" y="963"/>
                </a:lnTo>
                <a:lnTo>
                  <a:pt x="862" y="962"/>
                </a:lnTo>
                <a:lnTo>
                  <a:pt x="863" y="962"/>
                </a:lnTo>
                <a:lnTo>
                  <a:pt x="863" y="961"/>
                </a:lnTo>
                <a:lnTo>
                  <a:pt x="864" y="961"/>
                </a:lnTo>
                <a:lnTo>
                  <a:pt x="864" y="959"/>
                </a:lnTo>
                <a:lnTo>
                  <a:pt x="865" y="958"/>
                </a:lnTo>
                <a:lnTo>
                  <a:pt x="866" y="958"/>
                </a:lnTo>
                <a:lnTo>
                  <a:pt x="866" y="957"/>
                </a:lnTo>
                <a:lnTo>
                  <a:pt x="867" y="957"/>
                </a:lnTo>
                <a:lnTo>
                  <a:pt x="866" y="957"/>
                </a:lnTo>
                <a:lnTo>
                  <a:pt x="865" y="957"/>
                </a:lnTo>
                <a:lnTo>
                  <a:pt x="864" y="956"/>
                </a:lnTo>
                <a:lnTo>
                  <a:pt x="865" y="956"/>
                </a:lnTo>
                <a:lnTo>
                  <a:pt x="865" y="955"/>
                </a:lnTo>
                <a:lnTo>
                  <a:pt x="865" y="954"/>
                </a:lnTo>
                <a:lnTo>
                  <a:pt x="863" y="954"/>
                </a:lnTo>
                <a:lnTo>
                  <a:pt x="863" y="953"/>
                </a:lnTo>
                <a:lnTo>
                  <a:pt x="863" y="952"/>
                </a:lnTo>
                <a:lnTo>
                  <a:pt x="862" y="952"/>
                </a:lnTo>
                <a:lnTo>
                  <a:pt x="862" y="951"/>
                </a:lnTo>
                <a:lnTo>
                  <a:pt x="863" y="951"/>
                </a:lnTo>
                <a:lnTo>
                  <a:pt x="863" y="950"/>
                </a:lnTo>
                <a:lnTo>
                  <a:pt x="862" y="950"/>
                </a:lnTo>
                <a:lnTo>
                  <a:pt x="862" y="949"/>
                </a:lnTo>
                <a:lnTo>
                  <a:pt x="863" y="948"/>
                </a:lnTo>
                <a:lnTo>
                  <a:pt x="863" y="947"/>
                </a:lnTo>
                <a:lnTo>
                  <a:pt x="863" y="946"/>
                </a:lnTo>
                <a:lnTo>
                  <a:pt x="862" y="945"/>
                </a:lnTo>
                <a:lnTo>
                  <a:pt x="861" y="945"/>
                </a:lnTo>
                <a:lnTo>
                  <a:pt x="861" y="944"/>
                </a:lnTo>
                <a:lnTo>
                  <a:pt x="861" y="943"/>
                </a:lnTo>
                <a:lnTo>
                  <a:pt x="860" y="943"/>
                </a:lnTo>
                <a:lnTo>
                  <a:pt x="859" y="942"/>
                </a:lnTo>
                <a:lnTo>
                  <a:pt x="858" y="942"/>
                </a:lnTo>
                <a:lnTo>
                  <a:pt x="858" y="941"/>
                </a:lnTo>
                <a:lnTo>
                  <a:pt x="857" y="941"/>
                </a:lnTo>
                <a:lnTo>
                  <a:pt x="857" y="942"/>
                </a:lnTo>
                <a:lnTo>
                  <a:pt x="856" y="942"/>
                </a:lnTo>
                <a:lnTo>
                  <a:pt x="856" y="943"/>
                </a:lnTo>
                <a:lnTo>
                  <a:pt x="856" y="944"/>
                </a:lnTo>
                <a:lnTo>
                  <a:pt x="856" y="945"/>
                </a:lnTo>
                <a:lnTo>
                  <a:pt x="856" y="946"/>
                </a:lnTo>
                <a:lnTo>
                  <a:pt x="855" y="946"/>
                </a:lnTo>
                <a:lnTo>
                  <a:pt x="854" y="946"/>
                </a:lnTo>
                <a:lnTo>
                  <a:pt x="853" y="946"/>
                </a:lnTo>
                <a:lnTo>
                  <a:pt x="853" y="945"/>
                </a:lnTo>
                <a:lnTo>
                  <a:pt x="852" y="946"/>
                </a:lnTo>
                <a:lnTo>
                  <a:pt x="852" y="945"/>
                </a:lnTo>
                <a:lnTo>
                  <a:pt x="851" y="946"/>
                </a:lnTo>
                <a:lnTo>
                  <a:pt x="850" y="947"/>
                </a:lnTo>
                <a:lnTo>
                  <a:pt x="850" y="949"/>
                </a:lnTo>
                <a:lnTo>
                  <a:pt x="849" y="949"/>
                </a:lnTo>
                <a:lnTo>
                  <a:pt x="849" y="950"/>
                </a:lnTo>
                <a:lnTo>
                  <a:pt x="849" y="951"/>
                </a:lnTo>
                <a:lnTo>
                  <a:pt x="848" y="951"/>
                </a:lnTo>
                <a:lnTo>
                  <a:pt x="847" y="952"/>
                </a:lnTo>
                <a:lnTo>
                  <a:pt x="847" y="951"/>
                </a:lnTo>
                <a:lnTo>
                  <a:pt x="847" y="952"/>
                </a:lnTo>
                <a:lnTo>
                  <a:pt x="846" y="952"/>
                </a:lnTo>
                <a:lnTo>
                  <a:pt x="845" y="951"/>
                </a:lnTo>
                <a:lnTo>
                  <a:pt x="844" y="951"/>
                </a:lnTo>
                <a:lnTo>
                  <a:pt x="843" y="951"/>
                </a:lnTo>
                <a:lnTo>
                  <a:pt x="842" y="951"/>
                </a:lnTo>
                <a:lnTo>
                  <a:pt x="841" y="951"/>
                </a:lnTo>
                <a:lnTo>
                  <a:pt x="840" y="951"/>
                </a:lnTo>
                <a:lnTo>
                  <a:pt x="839" y="952"/>
                </a:lnTo>
                <a:lnTo>
                  <a:pt x="838" y="952"/>
                </a:lnTo>
                <a:lnTo>
                  <a:pt x="838" y="951"/>
                </a:lnTo>
                <a:lnTo>
                  <a:pt x="837" y="951"/>
                </a:lnTo>
                <a:lnTo>
                  <a:pt x="837" y="949"/>
                </a:lnTo>
                <a:lnTo>
                  <a:pt x="837" y="948"/>
                </a:lnTo>
                <a:lnTo>
                  <a:pt x="837" y="947"/>
                </a:lnTo>
                <a:lnTo>
                  <a:pt x="837" y="946"/>
                </a:lnTo>
                <a:lnTo>
                  <a:pt x="837" y="945"/>
                </a:lnTo>
                <a:lnTo>
                  <a:pt x="836" y="945"/>
                </a:lnTo>
                <a:lnTo>
                  <a:pt x="836" y="944"/>
                </a:lnTo>
                <a:lnTo>
                  <a:pt x="836" y="943"/>
                </a:lnTo>
                <a:lnTo>
                  <a:pt x="836" y="942"/>
                </a:lnTo>
                <a:lnTo>
                  <a:pt x="836" y="941"/>
                </a:lnTo>
                <a:lnTo>
                  <a:pt x="837" y="941"/>
                </a:lnTo>
                <a:lnTo>
                  <a:pt x="837" y="940"/>
                </a:lnTo>
                <a:lnTo>
                  <a:pt x="836" y="940"/>
                </a:lnTo>
                <a:lnTo>
                  <a:pt x="836" y="939"/>
                </a:lnTo>
                <a:lnTo>
                  <a:pt x="836" y="938"/>
                </a:lnTo>
                <a:lnTo>
                  <a:pt x="835" y="937"/>
                </a:lnTo>
                <a:lnTo>
                  <a:pt x="834" y="937"/>
                </a:lnTo>
                <a:lnTo>
                  <a:pt x="834" y="936"/>
                </a:lnTo>
                <a:lnTo>
                  <a:pt x="834" y="935"/>
                </a:lnTo>
                <a:lnTo>
                  <a:pt x="834" y="934"/>
                </a:lnTo>
                <a:lnTo>
                  <a:pt x="834" y="933"/>
                </a:lnTo>
                <a:lnTo>
                  <a:pt x="833" y="933"/>
                </a:lnTo>
                <a:lnTo>
                  <a:pt x="833" y="934"/>
                </a:lnTo>
                <a:lnTo>
                  <a:pt x="832" y="934"/>
                </a:lnTo>
                <a:lnTo>
                  <a:pt x="831" y="934"/>
                </a:lnTo>
                <a:lnTo>
                  <a:pt x="831" y="933"/>
                </a:lnTo>
                <a:lnTo>
                  <a:pt x="831" y="932"/>
                </a:lnTo>
                <a:lnTo>
                  <a:pt x="830" y="931"/>
                </a:lnTo>
                <a:lnTo>
                  <a:pt x="829" y="932"/>
                </a:lnTo>
                <a:lnTo>
                  <a:pt x="827" y="931"/>
                </a:lnTo>
                <a:lnTo>
                  <a:pt x="826" y="931"/>
                </a:lnTo>
                <a:lnTo>
                  <a:pt x="825" y="931"/>
                </a:lnTo>
                <a:lnTo>
                  <a:pt x="824" y="932"/>
                </a:lnTo>
                <a:lnTo>
                  <a:pt x="823" y="932"/>
                </a:lnTo>
                <a:lnTo>
                  <a:pt x="822" y="932"/>
                </a:lnTo>
                <a:lnTo>
                  <a:pt x="821" y="933"/>
                </a:lnTo>
                <a:lnTo>
                  <a:pt x="821" y="932"/>
                </a:lnTo>
                <a:lnTo>
                  <a:pt x="820" y="932"/>
                </a:lnTo>
                <a:lnTo>
                  <a:pt x="820" y="933"/>
                </a:lnTo>
                <a:lnTo>
                  <a:pt x="820" y="934"/>
                </a:lnTo>
                <a:lnTo>
                  <a:pt x="820" y="935"/>
                </a:lnTo>
                <a:lnTo>
                  <a:pt x="819" y="935"/>
                </a:lnTo>
                <a:lnTo>
                  <a:pt x="819" y="936"/>
                </a:lnTo>
                <a:lnTo>
                  <a:pt x="818" y="936"/>
                </a:lnTo>
                <a:lnTo>
                  <a:pt x="817" y="936"/>
                </a:lnTo>
                <a:lnTo>
                  <a:pt x="816" y="936"/>
                </a:lnTo>
                <a:lnTo>
                  <a:pt x="815" y="936"/>
                </a:lnTo>
                <a:lnTo>
                  <a:pt x="813" y="935"/>
                </a:lnTo>
                <a:lnTo>
                  <a:pt x="812" y="935"/>
                </a:lnTo>
                <a:lnTo>
                  <a:pt x="812" y="936"/>
                </a:lnTo>
                <a:lnTo>
                  <a:pt x="812" y="935"/>
                </a:lnTo>
                <a:lnTo>
                  <a:pt x="811" y="935"/>
                </a:lnTo>
                <a:lnTo>
                  <a:pt x="810" y="935"/>
                </a:lnTo>
                <a:lnTo>
                  <a:pt x="809" y="935"/>
                </a:lnTo>
                <a:lnTo>
                  <a:pt x="809" y="934"/>
                </a:lnTo>
                <a:lnTo>
                  <a:pt x="809" y="935"/>
                </a:lnTo>
                <a:lnTo>
                  <a:pt x="808" y="935"/>
                </a:lnTo>
                <a:lnTo>
                  <a:pt x="807" y="935"/>
                </a:lnTo>
                <a:lnTo>
                  <a:pt x="806" y="934"/>
                </a:lnTo>
                <a:lnTo>
                  <a:pt x="805" y="934"/>
                </a:lnTo>
                <a:lnTo>
                  <a:pt x="804" y="933"/>
                </a:lnTo>
                <a:lnTo>
                  <a:pt x="803" y="933"/>
                </a:lnTo>
                <a:lnTo>
                  <a:pt x="803" y="932"/>
                </a:lnTo>
                <a:lnTo>
                  <a:pt x="802" y="932"/>
                </a:lnTo>
                <a:lnTo>
                  <a:pt x="801" y="934"/>
                </a:lnTo>
                <a:lnTo>
                  <a:pt x="800" y="934"/>
                </a:lnTo>
                <a:lnTo>
                  <a:pt x="799" y="934"/>
                </a:lnTo>
                <a:lnTo>
                  <a:pt x="798" y="934"/>
                </a:lnTo>
                <a:lnTo>
                  <a:pt x="798" y="935"/>
                </a:lnTo>
                <a:lnTo>
                  <a:pt x="797" y="935"/>
                </a:lnTo>
                <a:lnTo>
                  <a:pt x="798" y="935"/>
                </a:lnTo>
                <a:lnTo>
                  <a:pt x="797" y="935"/>
                </a:lnTo>
                <a:lnTo>
                  <a:pt x="796" y="935"/>
                </a:lnTo>
                <a:lnTo>
                  <a:pt x="796" y="934"/>
                </a:lnTo>
                <a:lnTo>
                  <a:pt x="797" y="934"/>
                </a:lnTo>
                <a:lnTo>
                  <a:pt x="797" y="933"/>
                </a:lnTo>
                <a:lnTo>
                  <a:pt x="797" y="932"/>
                </a:lnTo>
                <a:lnTo>
                  <a:pt x="796" y="932"/>
                </a:lnTo>
                <a:lnTo>
                  <a:pt x="796" y="931"/>
                </a:lnTo>
                <a:lnTo>
                  <a:pt x="796" y="930"/>
                </a:lnTo>
                <a:lnTo>
                  <a:pt x="796" y="929"/>
                </a:lnTo>
                <a:lnTo>
                  <a:pt x="796" y="928"/>
                </a:lnTo>
                <a:lnTo>
                  <a:pt x="797" y="928"/>
                </a:lnTo>
                <a:lnTo>
                  <a:pt x="797" y="927"/>
                </a:lnTo>
                <a:lnTo>
                  <a:pt x="797" y="926"/>
                </a:lnTo>
                <a:lnTo>
                  <a:pt x="798" y="926"/>
                </a:lnTo>
                <a:lnTo>
                  <a:pt x="798" y="927"/>
                </a:lnTo>
                <a:lnTo>
                  <a:pt x="798" y="926"/>
                </a:lnTo>
                <a:lnTo>
                  <a:pt x="798" y="925"/>
                </a:lnTo>
                <a:lnTo>
                  <a:pt x="798" y="924"/>
                </a:lnTo>
                <a:lnTo>
                  <a:pt x="798" y="923"/>
                </a:lnTo>
                <a:lnTo>
                  <a:pt x="798" y="922"/>
                </a:lnTo>
                <a:lnTo>
                  <a:pt x="798" y="921"/>
                </a:lnTo>
                <a:lnTo>
                  <a:pt x="797" y="920"/>
                </a:lnTo>
                <a:lnTo>
                  <a:pt x="796" y="919"/>
                </a:lnTo>
                <a:lnTo>
                  <a:pt x="795" y="918"/>
                </a:lnTo>
                <a:lnTo>
                  <a:pt x="795" y="917"/>
                </a:lnTo>
                <a:lnTo>
                  <a:pt x="795" y="916"/>
                </a:lnTo>
                <a:lnTo>
                  <a:pt x="794" y="916"/>
                </a:lnTo>
                <a:lnTo>
                  <a:pt x="793" y="916"/>
                </a:lnTo>
                <a:lnTo>
                  <a:pt x="793" y="915"/>
                </a:lnTo>
                <a:lnTo>
                  <a:pt x="792" y="915"/>
                </a:lnTo>
                <a:lnTo>
                  <a:pt x="791" y="915"/>
                </a:lnTo>
                <a:lnTo>
                  <a:pt x="791" y="914"/>
                </a:lnTo>
                <a:lnTo>
                  <a:pt x="790" y="915"/>
                </a:lnTo>
                <a:lnTo>
                  <a:pt x="789" y="915"/>
                </a:lnTo>
                <a:lnTo>
                  <a:pt x="788" y="915"/>
                </a:lnTo>
                <a:lnTo>
                  <a:pt x="786" y="914"/>
                </a:lnTo>
                <a:lnTo>
                  <a:pt x="785" y="913"/>
                </a:lnTo>
                <a:lnTo>
                  <a:pt x="785" y="912"/>
                </a:lnTo>
                <a:lnTo>
                  <a:pt x="784" y="912"/>
                </a:lnTo>
                <a:lnTo>
                  <a:pt x="784" y="911"/>
                </a:lnTo>
                <a:lnTo>
                  <a:pt x="783" y="911"/>
                </a:lnTo>
                <a:lnTo>
                  <a:pt x="782" y="911"/>
                </a:lnTo>
                <a:lnTo>
                  <a:pt x="781" y="911"/>
                </a:lnTo>
                <a:lnTo>
                  <a:pt x="780" y="911"/>
                </a:lnTo>
                <a:lnTo>
                  <a:pt x="780" y="910"/>
                </a:lnTo>
                <a:lnTo>
                  <a:pt x="780" y="909"/>
                </a:lnTo>
                <a:lnTo>
                  <a:pt x="779" y="909"/>
                </a:lnTo>
                <a:lnTo>
                  <a:pt x="779" y="908"/>
                </a:lnTo>
                <a:lnTo>
                  <a:pt x="779" y="907"/>
                </a:lnTo>
                <a:lnTo>
                  <a:pt x="778" y="906"/>
                </a:lnTo>
                <a:lnTo>
                  <a:pt x="778" y="905"/>
                </a:lnTo>
                <a:lnTo>
                  <a:pt x="777" y="905"/>
                </a:lnTo>
                <a:lnTo>
                  <a:pt x="776" y="904"/>
                </a:lnTo>
                <a:lnTo>
                  <a:pt x="776" y="903"/>
                </a:lnTo>
                <a:lnTo>
                  <a:pt x="775" y="903"/>
                </a:lnTo>
                <a:lnTo>
                  <a:pt x="775" y="902"/>
                </a:lnTo>
                <a:lnTo>
                  <a:pt x="775" y="901"/>
                </a:lnTo>
                <a:lnTo>
                  <a:pt x="774" y="900"/>
                </a:lnTo>
                <a:lnTo>
                  <a:pt x="774" y="899"/>
                </a:lnTo>
                <a:lnTo>
                  <a:pt x="773" y="899"/>
                </a:lnTo>
                <a:lnTo>
                  <a:pt x="773" y="898"/>
                </a:lnTo>
                <a:lnTo>
                  <a:pt x="772" y="898"/>
                </a:lnTo>
                <a:lnTo>
                  <a:pt x="772" y="897"/>
                </a:lnTo>
                <a:lnTo>
                  <a:pt x="772" y="896"/>
                </a:lnTo>
                <a:lnTo>
                  <a:pt x="771" y="896"/>
                </a:lnTo>
                <a:lnTo>
                  <a:pt x="771" y="897"/>
                </a:lnTo>
                <a:lnTo>
                  <a:pt x="770" y="896"/>
                </a:lnTo>
                <a:lnTo>
                  <a:pt x="770" y="895"/>
                </a:lnTo>
                <a:lnTo>
                  <a:pt x="770" y="894"/>
                </a:lnTo>
                <a:lnTo>
                  <a:pt x="769" y="893"/>
                </a:lnTo>
                <a:lnTo>
                  <a:pt x="769" y="892"/>
                </a:lnTo>
                <a:lnTo>
                  <a:pt x="770" y="892"/>
                </a:lnTo>
                <a:lnTo>
                  <a:pt x="769" y="891"/>
                </a:lnTo>
                <a:lnTo>
                  <a:pt x="768" y="891"/>
                </a:lnTo>
                <a:lnTo>
                  <a:pt x="767" y="891"/>
                </a:lnTo>
                <a:lnTo>
                  <a:pt x="767" y="890"/>
                </a:lnTo>
                <a:lnTo>
                  <a:pt x="767" y="889"/>
                </a:lnTo>
                <a:lnTo>
                  <a:pt x="766" y="888"/>
                </a:lnTo>
                <a:lnTo>
                  <a:pt x="766" y="887"/>
                </a:lnTo>
                <a:lnTo>
                  <a:pt x="765" y="886"/>
                </a:lnTo>
                <a:lnTo>
                  <a:pt x="764" y="885"/>
                </a:lnTo>
                <a:lnTo>
                  <a:pt x="764" y="884"/>
                </a:lnTo>
                <a:lnTo>
                  <a:pt x="763" y="884"/>
                </a:lnTo>
                <a:lnTo>
                  <a:pt x="762" y="884"/>
                </a:lnTo>
                <a:lnTo>
                  <a:pt x="762" y="883"/>
                </a:lnTo>
                <a:lnTo>
                  <a:pt x="761" y="883"/>
                </a:lnTo>
                <a:lnTo>
                  <a:pt x="760" y="882"/>
                </a:lnTo>
                <a:lnTo>
                  <a:pt x="760" y="881"/>
                </a:lnTo>
                <a:lnTo>
                  <a:pt x="761" y="881"/>
                </a:lnTo>
                <a:lnTo>
                  <a:pt x="761" y="880"/>
                </a:lnTo>
                <a:lnTo>
                  <a:pt x="761" y="879"/>
                </a:lnTo>
                <a:lnTo>
                  <a:pt x="762" y="879"/>
                </a:lnTo>
                <a:lnTo>
                  <a:pt x="762" y="878"/>
                </a:lnTo>
                <a:lnTo>
                  <a:pt x="763" y="877"/>
                </a:lnTo>
                <a:lnTo>
                  <a:pt x="763" y="876"/>
                </a:lnTo>
                <a:lnTo>
                  <a:pt x="764" y="876"/>
                </a:lnTo>
                <a:lnTo>
                  <a:pt x="764" y="875"/>
                </a:lnTo>
                <a:lnTo>
                  <a:pt x="764" y="874"/>
                </a:lnTo>
                <a:lnTo>
                  <a:pt x="763" y="874"/>
                </a:lnTo>
                <a:lnTo>
                  <a:pt x="763" y="873"/>
                </a:lnTo>
                <a:lnTo>
                  <a:pt x="764" y="873"/>
                </a:lnTo>
                <a:lnTo>
                  <a:pt x="764" y="872"/>
                </a:lnTo>
                <a:lnTo>
                  <a:pt x="764" y="871"/>
                </a:lnTo>
                <a:lnTo>
                  <a:pt x="764" y="870"/>
                </a:lnTo>
                <a:lnTo>
                  <a:pt x="765" y="870"/>
                </a:lnTo>
                <a:lnTo>
                  <a:pt x="765" y="869"/>
                </a:lnTo>
                <a:lnTo>
                  <a:pt x="765" y="868"/>
                </a:lnTo>
                <a:lnTo>
                  <a:pt x="765" y="867"/>
                </a:lnTo>
                <a:lnTo>
                  <a:pt x="766" y="867"/>
                </a:lnTo>
                <a:lnTo>
                  <a:pt x="766" y="868"/>
                </a:lnTo>
                <a:lnTo>
                  <a:pt x="766" y="867"/>
                </a:lnTo>
                <a:lnTo>
                  <a:pt x="767" y="867"/>
                </a:lnTo>
                <a:lnTo>
                  <a:pt x="769" y="866"/>
                </a:lnTo>
                <a:lnTo>
                  <a:pt x="770" y="866"/>
                </a:lnTo>
                <a:lnTo>
                  <a:pt x="770" y="864"/>
                </a:lnTo>
                <a:lnTo>
                  <a:pt x="771" y="864"/>
                </a:lnTo>
                <a:lnTo>
                  <a:pt x="772" y="863"/>
                </a:lnTo>
                <a:lnTo>
                  <a:pt x="771" y="863"/>
                </a:lnTo>
                <a:lnTo>
                  <a:pt x="771" y="862"/>
                </a:lnTo>
                <a:lnTo>
                  <a:pt x="772" y="862"/>
                </a:lnTo>
                <a:lnTo>
                  <a:pt x="773" y="862"/>
                </a:lnTo>
                <a:lnTo>
                  <a:pt x="774" y="862"/>
                </a:lnTo>
                <a:lnTo>
                  <a:pt x="775" y="861"/>
                </a:lnTo>
                <a:lnTo>
                  <a:pt x="776" y="861"/>
                </a:lnTo>
                <a:lnTo>
                  <a:pt x="777" y="861"/>
                </a:lnTo>
                <a:lnTo>
                  <a:pt x="777" y="862"/>
                </a:lnTo>
                <a:lnTo>
                  <a:pt x="778" y="862"/>
                </a:lnTo>
                <a:lnTo>
                  <a:pt x="779" y="862"/>
                </a:lnTo>
                <a:lnTo>
                  <a:pt x="780" y="862"/>
                </a:lnTo>
                <a:lnTo>
                  <a:pt x="781" y="862"/>
                </a:lnTo>
                <a:lnTo>
                  <a:pt x="781" y="863"/>
                </a:lnTo>
                <a:lnTo>
                  <a:pt x="782" y="863"/>
                </a:lnTo>
                <a:lnTo>
                  <a:pt x="782" y="864"/>
                </a:lnTo>
                <a:lnTo>
                  <a:pt x="783" y="864"/>
                </a:lnTo>
                <a:lnTo>
                  <a:pt x="783" y="865"/>
                </a:lnTo>
                <a:lnTo>
                  <a:pt x="784" y="865"/>
                </a:lnTo>
                <a:lnTo>
                  <a:pt x="785" y="866"/>
                </a:lnTo>
                <a:lnTo>
                  <a:pt x="785" y="865"/>
                </a:lnTo>
                <a:lnTo>
                  <a:pt x="786" y="865"/>
                </a:lnTo>
                <a:lnTo>
                  <a:pt x="786" y="866"/>
                </a:lnTo>
                <a:lnTo>
                  <a:pt x="786" y="867"/>
                </a:lnTo>
                <a:lnTo>
                  <a:pt x="787" y="867"/>
                </a:lnTo>
                <a:lnTo>
                  <a:pt x="787" y="866"/>
                </a:lnTo>
                <a:lnTo>
                  <a:pt x="788" y="866"/>
                </a:lnTo>
                <a:lnTo>
                  <a:pt x="788" y="867"/>
                </a:lnTo>
                <a:lnTo>
                  <a:pt x="789" y="867"/>
                </a:lnTo>
                <a:lnTo>
                  <a:pt x="790" y="867"/>
                </a:lnTo>
                <a:lnTo>
                  <a:pt x="791" y="867"/>
                </a:lnTo>
                <a:lnTo>
                  <a:pt x="792" y="867"/>
                </a:lnTo>
                <a:lnTo>
                  <a:pt x="792" y="866"/>
                </a:lnTo>
                <a:lnTo>
                  <a:pt x="792" y="867"/>
                </a:lnTo>
                <a:lnTo>
                  <a:pt x="793" y="867"/>
                </a:lnTo>
                <a:lnTo>
                  <a:pt x="794" y="866"/>
                </a:lnTo>
                <a:lnTo>
                  <a:pt x="795" y="866"/>
                </a:lnTo>
                <a:lnTo>
                  <a:pt x="795" y="867"/>
                </a:lnTo>
                <a:lnTo>
                  <a:pt x="796" y="867"/>
                </a:lnTo>
                <a:lnTo>
                  <a:pt x="796" y="868"/>
                </a:lnTo>
                <a:lnTo>
                  <a:pt x="797" y="868"/>
                </a:lnTo>
                <a:lnTo>
                  <a:pt x="797" y="867"/>
                </a:lnTo>
                <a:lnTo>
                  <a:pt x="798" y="867"/>
                </a:lnTo>
                <a:lnTo>
                  <a:pt x="798" y="866"/>
                </a:lnTo>
                <a:lnTo>
                  <a:pt x="799" y="866"/>
                </a:lnTo>
                <a:lnTo>
                  <a:pt x="800" y="866"/>
                </a:lnTo>
                <a:lnTo>
                  <a:pt x="801" y="866"/>
                </a:lnTo>
                <a:lnTo>
                  <a:pt x="802" y="866"/>
                </a:lnTo>
                <a:lnTo>
                  <a:pt x="802" y="867"/>
                </a:lnTo>
                <a:lnTo>
                  <a:pt x="802" y="868"/>
                </a:lnTo>
                <a:lnTo>
                  <a:pt x="802" y="869"/>
                </a:lnTo>
                <a:lnTo>
                  <a:pt x="802" y="870"/>
                </a:lnTo>
                <a:lnTo>
                  <a:pt x="803" y="870"/>
                </a:lnTo>
                <a:lnTo>
                  <a:pt x="805" y="870"/>
                </a:lnTo>
                <a:lnTo>
                  <a:pt x="805" y="871"/>
                </a:lnTo>
                <a:lnTo>
                  <a:pt x="805" y="872"/>
                </a:lnTo>
                <a:lnTo>
                  <a:pt x="806" y="872"/>
                </a:lnTo>
                <a:lnTo>
                  <a:pt x="807" y="872"/>
                </a:lnTo>
                <a:lnTo>
                  <a:pt x="808" y="872"/>
                </a:lnTo>
                <a:lnTo>
                  <a:pt x="808" y="873"/>
                </a:lnTo>
                <a:lnTo>
                  <a:pt x="810" y="873"/>
                </a:lnTo>
                <a:lnTo>
                  <a:pt x="811" y="873"/>
                </a:lnTo>
                <a:lnTo>
                  <a:pt x="811" y="874"/>
                </a:lnTo>
                <a:lnTo>
                  <a:pt x="811" y="875"/>
                </a:lnTo>
                <a:lnTo>
                  <a:pt x="810" y="874"/>
                </a:lnTo>
                <a:lnTo>
                  <a:pt x="810" y="875"/>
                </a:lnTo>
                <a:lnTo>
                  <a:pt x="811" y="875"/>
                </a:lnTo>
                <a:lnTo>
                  <a:pt x="812" y="875"/>
                </a:lnTo>
                <a:lnTo>
                  <a:pt x="813" y="875"/>
                </a:lnTo>
                <a:lnTo>
                  <a:pt x="814" y="875"/>
                </a:lnTo>
                <a:lnTo>
                  <a:pt x="815" y="875"/>
                </a:lnTo>
                <a:lnTo>
                  <a:pt x="816" y="876"/>
                </a:lnTo>
                <a:lnTo>
                  <a:pt x="817" y="876"/>
                </a:lnTo>
                <a:lnTo>
                  <a:pt x="818" y="876"/>
                </a:lnTo>
                <a:lnTo>
                  <a:pt x="818" y="877"/>
                </a:lnTo>
                <a:lnTo>
                  <a:pt x="820" y="877"/>
                </a:lnTo>
                <a:lnTo>
                  <a:pt x="821" y="877"/>
                </a:lnTo>
                <a:lnTo>
                  <a:pt x="823" y="877"/>
                </a:lnTo>
                <a:lnTo>
                  <a:pt x="823" y="878"/>
                </a:lnTo>
                <a:lnTo>
                  <a:pt x="824" y="878"/>
                </a:lnTo>
                <a:lnTo>
                  <a:pt x="825" y="878"/>
                </a:lnTo>
                <a:lnTo>
                  <a:pt x="825" y="879"/>
                </a:lnTo>
                <a:lnTo>
                  <a:pt x="825" y="880"/>
                </a:lnTo>
                <a:lnTo>
                  <a:pt x="827" y="880"/>
                </a:lnTo>
                <a:lnTo>
                  <a:pt x="828" y="880"/>
                </a:lnTo>
                <a:lnTo>
                  <a:pt x="828" y="879"/>
                </a:lnTo>
                <a:lnTo>
                  <a:pt x="829" y="879"/>
                </a:lnTo>
                <a:lnTo>
                  <a:pt x="830" y="878"/>
                </a:lnTo>
                <a:lnTo>
                  <a:pt x="830" y="879"/>
                </a:lnTo>
                <a:lnTo>
                  <a:pt x="831" y="879"/>
                </a:lnTo>
                <a:lnTo>
                  <a:pt x="831" y="880"/>
                </a:lnTo>
                <a:lnTo>
                  <a:pt x="832" y="880"/>
                </a:lnTo>
                <a:lnTo>
                  <a:pt x="833" y="880"/>
                </a:lnTo>
                <a:lnTo>
                  <a:pt x="834" y="880"/>
                </a:lnTo>
                <a:lnTo>
                  <a:pt x="834" y="881"/>
                </a:lnTo>
                <a:lnTo>
                  <a:pt x="835" y="881"/>
                </a:lnTo>
                <a:lnTo>
                  <a:pt x="835" y="882"/>
                </a:lnTo>
                <a:lnTo>
                  <a:pt x="836" y="882"/>
                </a:lnTo>
                <a:lnTo>
                  <a:pt x="837" y="883"/>
                </a:lnTo>
                <a:lnTo>
                  <a:pt x="838" y="884"/>
                </a:lnTo>
                <a:lnTo>
                  <a:pt x="839" y="884"/>
                </a:lnTo>
                <a:lnTo>
                  <a:pt x="840" y="884"/>
                </a:lnTo>
                <a:lnTo>
                  <a:pt x="840" y="885"/>
                </a:lnTo>
                <a:lnTo>
                  <a:pt x="839" y="886"/>
                </a:lnTo>
                <a:lnTo>
                  <a:pt x="840" y="887"/>
                </a:lnTo>
                <a:lnTo>
                  <a:pt x="840" y="888"/>
                </a:lnTo>
                <a:lnTo>
                  <a:pt x="841" y="889"/>
                </a:lnTo>
                <a:lnTo>
                  <a:pt x="842" y="889"/>
                </a:lnTo>
                <a:lnTo>
                  <a:pt x="843" y="889"/>
                </a:lnTo>
                <a:lnTo>
                  <a:pt x="844" y="889"/>
                </a:lnTo>
                <a:lnTo>
                  <a:pt x="844" y="888"/>
                </a:lnTo>
                <a:lnTo>
                  <a:pt x="845" y="888"/>
                </a:lnTo>
                <a:lnTo>
                  <a:pt x="845" y="889"/>
                </a:lnTo>
                <a:lnTo>
                  <a:pt x="846" y="889"/>
                </a:lnTo>
                <a:lnTo>
                  <a:pt x="846" y="890"/>
                </a:lnTo>
                <a:lnTo>
                  <a:pt x="845" y="890"/>
                </a:lnTo>
                <a:lnTo>
                  <a:pt x="845" y="891"/>
                </a:lnTo>
                <a:lnTo>
                  <a:pt x="846" y="892"/>
                </a:lnTo>
                <a:lnTo>
                  <a:pt x="846" y="891"/>
                </a:lnTo>
                <a:lnTo>
                  <a:pt x="846" y="890"/>
                </a:lnTo>
                <a:lnTo>
                  <a:pt x="847" y="890"/>
                </a:lnTo>
                <a:lnTo>
                  <a:pt x="847" y="891"/>
                </a:lnTo>
                <a:lnTo>
                  <a:pt x="848" y="892"/>
                </a:lnTo>
                <a:lnTo>
                  <a:pt x="848" y="891"/>
                </a:lnTo>
                <a:lnTo>
                  <a:pt x="849" y="891"/>
                </a:lnTo>
                <a:lnTo>
                  <a:pt x="849" y="890"/>
                </a:lnTo>
                <a:lnTo>
                  <a:pt x="849" y="889"/>
                </a:lnTo>
                <a:lnTo>
                  <a:pt x="850" y="889"/>
                </a:lnTo>
                <a:lnTo>
                  <a:pt x="850" y="888"/>
                </a:lnTo>
                <a:lnTo>
                  <a:pt x="850" y="887"/>
                </a:lnTo>
                <a:lnTo>
                  <a:pt x="851" y="888"/>
                </a:lnTo>
                <a:lnTo>
                  <a:pt x="851" y="887"/>
                </a:lnTo>
                <a:lnTo>
                  <a:pt x="852" y="887"/>
                </a:lnTo>
                <a:lnTo>
                  <a:pt x="853" y="887"/>
                </a:lnTo>
                <a:lnTo>
                  <a:pt x="854" y="887"/>
                </a:lnTo>
                <a:lnTo>
                  <a:pt x="856" y="887"/>
                </a:lnTo>
                <a:lnTo>
                  <a:pt x="857" y="887"/>
                </a:lnTo>
                <a:lnTo>
                  <a:pt x="858" y="887"/>
                </a:lnTo>
                <a:lnTo>
                  <a:pt x="858" y="886"/>
                </a:lnTo>
                <a:lnTo>
                  <a:pt x="858" y="885"/>
                </a:lnTo>
                <a:lnTo>
                  <a:pt x="857" y="885"/>
                </a:lnTo>
                <a:lnTo>
                  <a:pt x="858" y="885"/>
                </a:lnTo>
                <a:lnTo>
                  <a:pt x="859" y="885"/>
                </a:lnTo>
                <a:lnTo>
                  <a:pt x="860" y="887"/>
                </a:lnTo>
                <a:lnTo>
                  <a:pt x="861" y="887"/>
                </a:lnTo>
                <a:lnTo>
                  <a:pt x="862" y="886"/>
                </a:lnTo>
                <a:lnTo>
                  <a:pt x="862" y="887"/>
                </a:lnTo>
                <a:lnTo>
                  <a:pt x="863" y="887"/>
                </a:lnTo>
                <a:lnTo>
                  <a:pt x="864" y="887"/>
                </a:lnTo>
                <a:lnTo>
                  <a:pt x="864" y="888"/>
                </a:lnTo>
                <a:lnTo>
                  <a:pt x="865" y="888"/>
                </a:lnTo>
                <a:lnTo>
                  <a:pt x="866" y="888"/>
                </a:lnTo>
                <a:lnTo>
                  <a:pt x="866" y="889"/>
                </a:lnTo>
                <a:lnTo>
                  <a:pt x="867" y="889"/>
                </a:lnTo>
                <a:lnTo>
                  <a:pt x="867" y="888"/>
                </a:lnTo>
                <a:lnTo>
                  <a:pt x="868" y="888"/>
                </a:lnTo>
                <a:lnTo>
                  <a:pt x="868" y="887"/>
                </a:lnTo>
                <a:lnTo>
                  <a:pt x="868" y="886"/>
                </a:lnTo>
                <a:lnTo>
                  <a:pt x="868" y="885"/>
                </a:lnTo>
                <a:lnTo>
                  <a:pt x="868" y="884"/>
                </a:lnTo>
                <a:lnTo>
                  <a:pt x="867" y="884"/>
                </a:lnTo>
                <a:lnTo>
                  <a:pt x="868" y="884"/>
                </a:lnTo>
                <a:lnTo>
                  <a:pt x="868" y="883"/>
                </a:lnTo>
                <a:lnTo>
                  <a:pt x="869" y="883"/>
                </a:lnTo>
                <a:lnTo>
                  <a:pt x="870" y="883"/>
                </a:lnTo>
                <a:lnTo>
                  <a:pt x="871" y="884"/>
                </a:lnTo>
                <a:lnTo>
                  <a:pt x="872" y="883"/>
                </a:lnTo>
                <a:lnTo>
                  <a:pt x="872" y="882"/>
                </a:lnTo>
                <a:lnTo>
                  <a:pt x="873" y="882"/>
                </a:lnTo>
                <a:lnTo>
                  <a:pt x="872" y="881"/>
                </a:lnTo>
                <a:lnTo>
                  <a:pt x="873" y="881"/>
                </a:lnTo>
                <a:lnTo>
                  <a:pt x="874" y="881"/>
                </a:lnTo>
                <a:lnTo>
                  <a:pt x="874" y="880"/>
                </a:lnTo>
                <a:lnTo>
                  <a:pt x="874" y="879"/>
                </a:lnTo>
                <a:lnTo>
                  <a:pt x="873" y="878"/>
                </a:lnTo>
                <a:lnTo>
                  <a:pt x="872" y="878"/>
                </a:lnTo>
                <a:lnTo>
                  <a:pt x="873" y="877"/>
                </a:lnTo>
                <a:lnTo>
                  <a:pt x="874" y="877"/>
                </a:lnTo>
                <a:lnTo>
                  <a:pt x="876" y="877"/>
                </a:lnTo>
                <a:lnTo>
                  <a:pt x="877" y="877"/>
                </a:lnTo>
                <a:lnTo>
                  <a:pt x="877" y="876"/>
                </a:lnTo>
                <a:lnTo>
                  <a:pt x="877" y="875"/>
                </a:lnTo>
                <a:lnTo>
                  <a:pt x="876" y="874"/>
                </a:lnTo>
                <a:lnTo>
                  <a:pt x="877" y="874"/>
                </a:lnTo>
                <a:lnTo>
                  <a:pt x="877" y="873"/>
                </a:lnTo>
                <a:lnTo>
                  <a:pt x="877" y="872"/>
                </a:lnTo>
                <a:lnTo>
                  <a:pt x="877" y="871"/>
                </a:lnTo>
                <a:lnTo>
                  <a:pt x="877" y="870"/>
                </a:lnTo>
                <a:lnTo>
                  <a:pt x="879" y="870"/>
                </a:lnTo>
                <a:lnTo>
                  <a:pt x="879" y="871"/>
                </a:lnTo>
                <a:lnTo>
                  <a:pt x="880" y="871"/>
                </a:lnTo>
                <a:lnTo>
                  <a:pt x="881" y="871"/>
                </a:lnTo>
                <a:lnTo>
                  <a:pt x="883" y="872"/>
                </a:lnTo>
                <a:lnTo>
                  <a:pt x="884" y="872"/>
                </a:lnTo>
                <a:lnTo>
                  <a:pt x="885" y="872"/>
                </a:lnTo>
                <a:lnTo>
                  <a:pt x="885" y="871"/>
                </a:lnTo>
                <a:lnTo>
                  <a:pt x="885" y="870"/>
                </a:lnTo>
                <a:lnTo>
                  <a:pt x="886" y="870"/>
                </a:lnTo>
                <a:lnTo>
                  <a:pt x="886" y="869"/>
                </a:lnTo>
                <a:lnTo>
                  <a:pt x="887" y="868"/>
                </a:lnTo>
                <a:lnTo>
                  <a:pt x="886" y="868"/>
                </a:lnTo>
                <a:lnTo>
                  <a:pt x="886" y="867"/>
                </a:lnTo>
                <a:lnTo>
                  <a:pt x="887" y="866"/>
                </a:lnTo>
                <a:lnTo>
                  <a:pt x="888" y="865"/>
                </a:lnTo>
                <a:lnTo>
                  <a:pt x="888" y="864"/>
                </a:lnTo>
                <a:lnTo>
                  <a:pt x="889" y="864"/>
                </a:lnTo>
                <a:lnTo>
                  <a:pt x="889" y="865"/>
                </a:lnTo>
                <a:lnTo>
                  <a:pt x="890" y="865"/>
                </a:lnTo>
                <a:lnTo>
                  <a:pt x="891" y="865"/>
                </a:lnTo>
                <a:lnTo>
                  <a:pt x="892" y="865"/>
                </a:lnTo>
                <a:lnTo>
                  <a:pt x="893" y="865"/>
                </a:lnTo>
                <a:lnTo>
                  <a:pt x="894" y="864"/>
                </a:lnTo>
                <a:lnTo>
                  <a:pt x="895" y="864"/>
                </a:lnTo>
                <a:lnTo>
                  <a:pt x="893" y="862"/>
                </a:lnTo>
                <a:lnTo>
                  <a:pt x="893" y="861"/>
                </a:lnTo>
                <a:lnTo>
                  <a:pt x="892" y="861"/>
                </a:lnTo>
                <a:lnTo>
                  <a:pt x="891" y="861"/>
                </a:lnTo>
                <a:lnTo>
                  <a:pt x="891" y="860"/>
                </a:lnTo>
                <a:lnTo>
                  <a:pt x="890" y="859"/>
                </a:lnTo>
                <a:lnTo>
                  <a:pt x="890" y="858"/>
                </a:lnTo>
                <a:lnTo>
                  <a:pt x="890" y="857"/>
                </a:lnTo>
                <a:lnTo>
                  <a:pt x="889" y="857"/>
                </a:lnTo>
                <a:lnTo>
                  <a:pt x="889" y="856"/>
                </a:lnTo>
                <a:lnTo>
                  <a:pt x="888" y="855"/>
                </a:lnTo>
                <a:lnTo>
                  <a:pt x="887" y="854"/>
                </a:lnTo>
                <a:lnTo>
                  <a:pt x="886" y="853"/>
                </a:lnTo>
                <a:lnTo>
                  <a:pt x="886" y="852"/>
                </a:lnTo>
                <a:lnTo>
                  <a:pt x="887" y="852"/>
                </a:lnTo>
                <a:lnTo>
                  <a:pt x="887" y="851"/>
                </a:lnTo>
                <a:lnTo>
                  <a:pt x="886" y="850"/>
                </a:lnTo>
                <a:lnTo>
                  <a:pt x="885" y="849"/>
                </a:lnTo>
                <a:lnTo>
                  <a:pt x="885" y="848"/>
                </a:lnTo>
                <a:lnTo>
                  <a:pt x="884" y="849"/>
                </a:lnTo>
                <a:lnTo>
                  <a:pt x="883" y="848"/>
                </a:lnTo>
                <a:lnTo>
                  <a:pt x="883" y="847"/>
                </a:lnTo>
                <a:lnTo>
                  <a:pt x="882" y="847"/>
                </a:lnTo>
                <a:lnTo>
                  <a:pt x="881" y="847"/>
                </a:lnTo>
                <a:lnTo>
                  <a:pt x="880" y="846"/>
                </a:lnTo>
                <a:lnTo>
                  <a:pt x="880" y="845"/>
                </a:lnTo>
                <a:lnTo>
                  <a:pt x="879" y="845"/>
                </a:lnTo>
                <a:lnTo>
                  <a:pt x="878" y="845"/>
                </a:lnTo>
                <a:lnTo>
                  <a:pt x="877" y="845"/>
                </a:lnTo>
                <a:lnTo>
                  <a:pt x="876" y="845"/>
                </a:lnTo>
                <a:lnTo>
                  <a:pt x="875" y="845"/>
                </a:lnTo>
                <a:lnTo>
                  <a:pt x="874" y="845"/>
                </a:lnTo>
                <a:lnTo>
                  <a:pt x="873" y="845"/>
                </a:lnTo>
                <a:lnTo>
                  <a:pt x="871" y="845"/>
                </a:lnTo>
                <a:lnTo>
                  <a:pt x="870" y="845"/>
                </a:lnTo>
                <a:lnTo>
                  <a:pt x="870" y="844"/>
                </a:lnTo>
                <a:lnTo>
                  <a:pt x="869" y="844"/>
                </a:lnTo>
                <a:lnTo>
                  <a:pt x="869" y="843"/>
                </a:lnTo>
                <a:lnTo>
                  <a:pt x="868" y="843"/>
                </a:lnTo>
                <a:lnTo>
                  <a:pt x="868" y="842"/>
                </a:lnTo>
                <a:lnTo>
                  <a:pt x="867" y="842"/>
                </a:lnTo>
                <a:lnTo>
                  <a:pt x="867" y="841"/>
                </a:lnTo>
                <a:lnTo>
                  <a:pt x="867" y="840"/>
                </a:lnTo>
                <a:lnTo>
                  <a:pt x="867" y="841"/>
                </a:lnTo>
                <a:lnTo>
                  <a:pt x="866" y="840"/>
                </a:lnTo>
                <a:lnTo>
                  <a:pt x="865" y="840"/>
                </a:lnTo>
                <a:lnTo>
                  <a:pt x="865" y="839"/>
                </a:lnTo>
                <a:lnTo>
                  <a:pt x="865" y="838"/>
                </a:lnTo>
                <a:lnTo>
                  <a:pt x="864" y="838"/>
                </a:lnTo>
                <a:lnTo>
                  <a:pt x="864" y="836"/>
                </a:lnTo>
                <a:lnTo>
                  <a:pt x="864" y="835"/>
                </a:lnTo>
                <a:lnTo>
                  <a:pt x="864" y="833"/>
                </a:lnTo>
                <a:lnTo>
                  <a:pt x="864" y="832"/>
                </a:lnTo>
                <a:lnTo>
                  <a:pt x="864" y="831"/>
                </a:lnTo>
                <a:lnTo>
                  <a:pt x="865" y="831"/>
                </a:lnTo>
                <a:lnTo>
                  <a:pt x="865" y="830"/>
                </a:lnTo>
                <a:lnTo>
                  <a:pt x="864" y="829"/>
                </a:lnTo>
                <a:lnTo>
                  <a:pt x="864" y="828"/>
                </a:lnTo>
                <a:lnTo>
                  <a:pt x="864" y="827"/>
                </a:lnTo>
                <a:lnTo>
                  <a:pt x="864" y="826"/>
                </a:lnTo>
                <a:lnTo>
                  <a:pt x="864" y="825"/>
                </a:lnTo>
                <a:lnTo>
                  <a:pt x="864" y="824"/>
                </a:lnTo>
                <a:lnTo>
                  <a:pt x="864" y="823"/>
                </a:lnTo>
                <a:lnTo>
                  <a:pt x="864" y="822"/>
                </a:lnTo>
                <a:lnTo>
                  <a:pt x="864" y="821"/>
                </a:lnTo>
                <a:lnTo>
                  <a:pt x="864" y="820"/>
                </a:lnTo>
                <a:lnTo>
                  <a:pt x="864" y="819"/>
                </a:lnTo>
                <a:lnTo>
                  <a:pt x="864" y="818"/>
                </a:lnTo>
                <a:lnTo>
                  <a:pt x="865" y="818"/>
                </a:lnTo>
                <a:lnTo>
                  <a:pt x="865" y="815"/>
                </a:lnTo>
                <a:lnTo>
                  <a:pt x="864" y="815"/>
                </a:lnTo>
                <a:lnTo>
                  <a:pt x="864" y="814"/>
                </a:lnTo>
                <a:lnTo>
                  <a:pt x="865" y="814"/>
                </a:lnTo>
                <a:lnTo>
                  <a:pt x="865" y="813"/>
                </a:lnTo>
                <a:lnTo>
                  <a:pt x="864" y="813"/>
                </a:lnTo>
                <a:lnTo>
                  <a:pt x="864" y="811"/>
                </a:lnTo>
                <a:lnTo>
                  <a:pt x="864" y="810"/>
                </a:lnTo>
                <a:lnTo>
                  <a:pt x="865" y="811"/>
                </a:lnTo>
                <a:lnTo>
                  <a:pt x="865" y="810"/>
                </a:lnTo>
                <a:lnTo>
                  <a:pt x="865" y="809"/>
                </a:lnTo>
                <a:lnTo>
                  <a:pt x="866" y="809"/>
                </a:lnTo>
                <a:lnTo>
                  <a:pt x="867" y="809"/>
                </a:lnTo>
                <a:lnTo>
                  <a:pt x="868" y="809"/>
                </a:lnTo>
                <a:lnTo>
                  <a:pt x="869" y="809"/>
                </a:lnTo>
                <a:lnTo>
                  <a:pt x="870" y="809"/>
                </a:lnTo>
                <a:lnTo>
                  <a:pt x="870" y="808"/>
                </a:lnTo>
                <a:lnTo>
                  <a:pt x="869" y="808"/>
                </a:lnTo>
                <a:lnTo>
                  <a:pt x="870" y="808"/>
                </a:lnTo>
                <a:lnTo>
                  <a:pt x="871" y="808"/>
                </a:lnTo>
                <a:lnTo>
                  <a:pt x="872" y="809"/>
                </a:lnTo>
                <a:lnTo>
                  <a:pt x="872" y="808"/>
                </a:lnTo>
                <a:lnTo>
                  <a:pt x="873" y="808"/>
                </a:lnTo>
                <a:lnTo>
                  <a:pt x="874" y="808"/>
                </a:lnTo>
                <a:lnTo>
                  <a:pt x="874" y="809"/>
                </a:lnTo>
                <a:lnTo>
                  <a:pt x="875" y="809"/>
                </a:lnTo>
                <a:lnTo>
                  <a:pt x="876" y="809"/>
                </a:lnTo>
                <a:lnTo>
                  <a:pt x="876" y="810"/>
                </a:lnTo>
                <a:lnTo>
                  <a:pt x="877" y="809"/>
                </a:lnTo>
                <a:lnTo>
                  <a:pt x="877" y="808"/>
                </a:lnTo>
                <a:lnTo>
                  <a:pt x="876" y="808"/>
                </a:lnTo>
                <a:lnTo>
                  <a:pt x="876" y="807"/>
                </a:lnTo>
                <a:lnTo>
                  <a:pt x="876" y="806"/>
                </a:lnTo>
                <a:lnTo>
                  <a:pt x="876" y="805"/>
                </a:lnTo>
                <a:lnTo>
                  <a:pt x="877" y="805"/>
                </a:lnTo>
                <a:lnTo>
                  <a:pt x="877" y="804"/>
                </a:lnTo>
                <a:lnTo>
                  <a:pt x="878" y="803"/>
                </a:lnTo>
                <a:lnTo>
                  <a:pt x="877" y="802"/>
                </a:lnTo>
                <a:lnTo>
                  <a:pt x="878" y="802"/>
                </a:lnTo>
                <a:lnTo>
                  <a:pt x="879" y="801"/>
                </a:lnTo>
                <a:lnTo>
                  <a:pt x="879" y="800"/>
                </a:lnTo>
                <a:lnTo>
                  <a:pt x="880" y="799"/>
                </a:lnTo>
                <a:lnTo>
                  <a:pt x="881" y="799"/>
                </a:lnTo>
                <a:lnTo>
                  <a:pt x="881" y="798"/>
                </a:lnTo>
                <a:lnTo>
                  <a:pt x="882" y="798"/>
                </a:lnTo>
                <a:lnTo>
                  <a:pt x="883" y="798"/>
                </a:lnTo>
                <a:lnTo>
                  <a:pt x="883" y="797"/>
                </a:lnTo>
                <a:lnTo>
                  <a:pt x="883" y="796"/>
                </a:lnTo>
                <a:lnTo>
                  <a:pt x="883" y="797"/>
                </a:lnTo>
                <a:lnTo>
                  <a:pt x="884" y="797"/>
                </a:lnTo>
                <a:lnTo>
                  <a:pt x="885" y="796"/>
                </a:lnTo>
                <a:lnTo>
                  <a:pt x="885" y="797"/>
                </a:lnTo>
                <a:lnTo>
                  <a:pt x="886" y="797"/>
                </a:lnTo>
                <a:lnTo>
                  <a:pt x="886" y="796"/>
                </a:lnTo>
                <a:lnTo>
                  <a:pt x="887" y="795"/>
                </a:lnTo>
                <a:lnTo>
                  <a:pt x="888" y="795"/>
                </a:lnTo>
                <a:lnTo>
                  <a:pt x="889" y="794"/>
                </a:lnTo>
                <a:lnTo>
                  <a:pt x="890" y="794"/>
                </a:lnTo>
                <a:lnTo>
                  <a:pt x="891" y="794"/>
                </a:lnTo>
                <a:lnTo>
                  <a:pt x="891" y="793"/>
                </a:lnTo>
                <a:lnTo>
                  <a:pt x="891" y="792"/>
                </a:lnTo>
                <a:lnTo>
                  <a:pt x="892" y="792"/>
                </a:lnTo>
                <a:lnTo>
                  <a:pt x="893" y="793"/>
                </a:lnTo>
                <a:lnTo>
                  <a:pt x="894" y="793"/>
                </a:lnTo>
                <a:lnTo>
                  <a:pt x="895" y="793"/>
                </a:lnTo>
                <a:lnTo>
                  <a:pt x="895" y="792"/>
                </a:lnTo>
                <a:lnTo>
                  <a:pt x="896" y="792"/>
                </a:lnTo>
                <a:lnTo>
                  <a:pt x="897" y="792"/>
                </a:lnTo>
                <a:lnTo>
                  <a:pt x="897" y="791"/>
                </a:lnTo>
                <a:lnTo>
                  <a:pt x="898" y="791"/>
                </a:lnTo>
                <a:lnTo>
                  <a:pt x="898" y="789"/>
                </a:lnTo>
                <a:lnTo>
                  <a:pt x="898" y="788"/>
                </a:lnTo>
                <a:lnTo>
                  <a:pt x="898" y="787"/>
                </a:lnTo>
                <a:lnTo>
                  <a:pt x="899" y="787"/>
                </a:lnTo>
                <a:lnTo>
                  <a:pt x="899" y="786"/>
                </a:lnTo>
                <a:lnTo>
                  <a:pt x="899" y="785"/>
                </a:lnTo>
                <a:lnTo>
                  <a:pt x="900" y="784"/>
                </a:lnTo>
                <a:lnTo>
                  <a:pt x="900" y="785"/>
                </a:lnTo>
                <a:lnTo>
                  <a:pt x="900" y="784"/>
                </a:lnTo>
                <a:lnTo>
                  <a:pt x="901" y="784"/>
                </a:lnTo>
                <a:lnTo>
                  <a:pt x="902" y="784"/>
                </a:lnTo>
                <a:lnTo>
                  <a:pt x="902" y="783"/>
                </a:lnTo>
                <a:lnTo>
                  <a:pt x="902" y="782"/>
                </a:lnTo>
                <a:lnTo>
                  <a:pt x="902" y="781"/>
                </a:lnTo>
                <a:lnTo>
                  <a:pt x="903" y="781"/>
                </a:lnTo>
                <a:lnTo>
                  <a:pt x="904" y="781"/>
                </a:lnTo>
                <a:lnTo>
                  <a:pt x="905" y="781"/>
                </a:lnTo>
                <a:lnTo>
                  <a:pt x="906" y="781"/>
                </a:lnTo>
                <a:lnTo>
                  <a:pt x="907" y="780"/>
                </a:lnTo>
                <a:lnTo>
                  <a:pt x="908" y="780"/>
                </a:lnTo>
                <a:lnTo>
                  <a:pt x="908" y="779"/>
                </a:lnTo>
                <a:lnTo>
                  <a:pt x="907" y="778"/>
                </a:lnTo>
                <a:lnTo>
                  <a:pt x="906" y="776"/>
                </a:lnTo>
                <a:lnTo>
                  <a:pt x="906" y="775"/>
                </a:lnTo>
                <a:lnTo>
                  <a:pt x="905" y="775"/>
                </a:lnTo>
                <a:lnTo>
                  <a:pt x="905" y="774"/>
                </a:lnTo>
                <a:lnTo>
                  <a:pt x="904" y="774"/>
                </a:lnTo>
                <a:lnTo>
                  <a:pt x="904" y="773"/>
                </a:lnTo>
                <a:lnTo>
                  <a:pt x="905" y="773"/>
                </a:lnTo>
                <a:lnTo>
                  <a:pt x="904" y="772"/>
                </a:lnTo>
                <a:lnTo>
                  <a:pt x="905" y="771"/>
                </a:lnTo>
                <a:lnTo>
                  <a:pt x="904" y="771"/>
                </a:lnTo>
                <a:lnTo>
                  <a:pt x="903" y="770"/>
                </a:lnTo>
                <a:lnTo>
                  <a:pt x="902" y="769"/>
                </a:lnTo>
                <a:lnTo>
                  <a:pt x="901" y="769"/>
                </a:lnTo>
                <a:lnTo>
                  <a:pt x="900" y="769"/>
                </a:lnTo>
                <a:lnTo>
                  <a:pt x="899" y="769"/>
                </a:lnTo>
                <a:lnTo>
                  <a:pt x="897" y="768"/>
                </a:lnTo>
                <a:lnTo>
                  <a:pt x="896" y="767"/>
                </a:lnTo>
                <a:lnTo>
                  <a:pt x="896" y="766"/>
                </a:lnTo>
                <a:lnTo>
                  <a:pt x="897" y="766"/>
                </a:lnTo>
                <a:lnTo>
                  <a:pt x="898" y="765"/>
                </a:lnTo>
                <a:lnTo>
                  <a:pt x="899" y="766"/>
                </a:lnTo>
                <a:lnTo>
                  <a:pt x="900" y="764"/>
                </a:lnTo>
                <a:lnTo>
                  <a:pt x="900" y="763"/>
                </a:lnTo>
                <a:lnTo>
                  <a:pt x="899" y="762"/>
                </a:lnTo>
                <a:lnTo>
                  <a:pt x="899" y="761"/>
                </a:lnTo>
                <a:lnTo>
                  <a:pt x="898" y="761"/>
                </a:lnTo>
                <a:lnTo>
                  <a:pt x="897" y="761"/>
                </a:lnTo>
                <a:lnTo>
                  <a:pt x="897" y="760"/>
                </a:lnTo>
                <a:lnTo>
                  <a:pt x="897" y="758"/>
                </a:lnTo>
                <a:lnTo>
                  <a:pt x="897" y="757"/>
                </a:lnTo>
                <a:lnTo>
                  <a:pt x="898" y="755"/>
                </a:lnTo>
                <a:lnTo>
                  <a:pt x="898" y="754"/>
                </a:lnTo>
                <a:lnTo>
                  <a:pt x="898" y="753"/>
                </a:lnTo>
                <a:lnTo>
                  <a:pt x="899" y="753"/>
                </a:lnTo>
                <a:lnTo>
                  <a:pt x="899" y="752"/>
                </a:lnTo>
                <a:lnTo>
                  <a:pt x="900" y="752"/>
                </a:lnTo>
                <a:lnTo>
                  <a:pt x="900" y="753"/>
                </a:lnTo>
                <a:lnTo>
                  <a:pt x="901" y="753"/>
                </a:lnTo>
                <a:lnTo>
                  <a:pt x="902" y="753"/>
                </a:lnTo>
                <a:lnTo>
                  <a:pt x="903" y="754"/>
                </a:lnTo>
                <a:lnTo>
                  <a:pt x="904" y="754"/>
                </a:lnTo>
                <a:lnTo>
                  <a:pt x="905" y="754"/>
                </a:lnTo>
                <a:lnTo>
                  <a:pt x="906" y="754"/>
                </a:lnTo>
                <a:lnTo>
                  <a:pt x="907" y="755"/>
                </a:lnTo>
                <a:lnTo>
                  <a:pt x="908" y="755"/>
                </a:lnTo>
                <a:lnTo>
                  <a:pt x="909" y="754"/>
                </a:lnTo>
                <a:lnTo>
                  <a:pt x="910" y="754"/>
                </a:lnTo>
                <a:lnTo>
                  <a:pt x="910" y="753"/>
                </a:lnTo>
                <a:lnTo>
                  <a:pt x="912" y="752"/>
                </a:lnTo>
                <a:lnTo>
                  <a:pt x="912" y="751"/>
                </a:lnTo>
                <a:lnTo>
                  <a:pt x="911" y="751"/>
                </a:lnTo>
                <a:lnTo>
                  <a:pt x="911" y="750"/>
                </a:lnTo>
                <a:lnTo>
                  <a:pt x="911" y="749"/>
                </a:lnTo>
                <a:lnTo>
                  <a:pt x="912" y="748"/>
                </a:lnTo>
                <a:lnTo>
                  <a:pt x="913" y="749"/>
                </a:lnTo>
                <a:lnTo>
                  <a:pt x="913" y="748"/>
                </a:lnTo>
                <a:lnTo>
                  <a:pt x="913" y="747"/>
                </a:lnTo>
                <a:lnTo>
                  <a:pt x="913" y="746"/>
                </a:lnTo>
                <a:lnTo>
                  <a:pt x="913" y="745"/>
                </a:lnTo>
                <a:lnTo>
                  <a:pt x="914" y="745"/>
                </a:lnTo>
                <a:lnTo>
                  <a:pt x="915" y="745"/>
                </a:lnTo>
                <a:lnTo>
                  <a:pt x="915" y="744"/>
                </a:lnTo>
                <a:lnTo>
                  <a:pt x="915" y="743"/>
                </a:lnTo>
                <a:lnTo>
                  <a:pt x="915" y="742"/>
                </a:lnTo>
                <a:lnTo>
                  <a:pt x="916" y="742"/>
                </a:lnTo>
                <a:lnTo>
                  <a:pt x="916" y="741"/>
                </a:lnTo>
                <a:lnTo>
                  <a:pt x="916" y="738"/>
                </a:lnTo>
                <a:lnTo>
                  <a:pt x="917" y="739"/>
                </a:lnTo>
                <a:lnTo>
                  <a:pt x="918" y="739"/>
                </a:lnTo>
                <a:lnTo>
                  <a:pt x="918" y="738"/>
                </a:lnTo>
                <a:lnTo>
                  <a:pt x="917" y="738"/>
                </a:lnTo>
                <a:lnTo>
                  <a:pt x="917" y="737"/>
                </a:lnTo>
                <a:lnTo>
                  <a:pt x="918" y="737"/>
                </a:lnTo>
                <a:lnTo>
                  <a:pt x="918" y="738"/>
                </a:lnTo>
                <a:lnTo>
                  <a:pt x="919" y="738"/>
                </a:lnTo>
                <a:lnTo>
                  <a:pt x="919" y="737"/>
                </a:lnTo>
                <a:lnTo>
                  <a:pt x="919" y="738"/>
                </a:lnTo>
                <a:lnTo>
                  <a:pt x="920" y="738"/>
                </a:lnTo>
                <a:lnTo>
                  <a:pt x="920" y="739"/>
                </a:lnTo>
                <a:lnTo>
                  <a:pt x="921" y="740"/>
                </a:lnTo>
                <a:lnTo>
                  <a:pt x="923" y="741"/>
                </a:lnTo>
                <a:lnTo>
                  <a:pt x="924" y="742"/>
                </a:lnTo>
                <a:lnTo>
                  <a:pt x="925" y="742"/>
                </a:lnTo>
                <a:lnTo>
                  <a:pt x="926" y="742"/>
                </a:lnTo>
                <a:lnTo>
                  <a:pt x="927" y="742"/>
                </a:lnTo>
                <a:lnTo>
                  <a:pt x="928" y="742"/>
                </a:lnTo>
                <a:lnTo>
                  <a:pt x="930" y="742"/>
                </a:lnTo>
                <a:lnTo>
                  <a:pt x="931" y="743"/>
                </a:lnTo>
                <a:lnTo>
                  <a:pt x="931" y="742"/>
                </a:lnTo>
                <a:lnTo>
                  <a:pt x="932" y="742"/>
                </a:lnTo>
                <a:lnTo>
                  <a:pt x="932" y="743"/>
                </a:lnTo>
                <a:lnTo>
                  <a:pt x="933" y="743"/>
                </a:lnTo>
                <a:lnTo>
                  <a:pt x="934" y="743"/>
                </a:lnTo>
                <a:lnTo>
                  <a:pt x="935" y="744"/>
                </a:lnTo>
                <a:lnTo>
                  <a:pt x="936" y="745"/>
                </a:lnTo>
                <a:lnTo>
                  <a:pt x="937" y="746"/>
                </a:lnTo>
                <a:lnTo>
                  <a:pt x="938" y="746"/>
                </a:lnTo>
                <a:lnTo>
                  <a:pt x="939" y="746"/>
                </a:lnTo>
                <a:lnTo>
                  <a:pt x="939" y="745"/>
                </a:lnTo>
                <a:lnTo>
                  <a:pt x="940" y="744"/>
                </a:lnTo>
                <a:lnTo>
                  <a:pt x="941" y="744"/>
                </a:lnTo>
                <a:lnTo>
                  <a:pt x="941" y="743"/>
                </a:lnTo>
                <a:lnTo>
                  <a:pt x="942" y="743"/>
                </a:lnTo>
                <a:lnTo>
                  <a:pt x="942" y="742"/>
                </a:lnTo>
                <a:lnTo>
                  <a:pt x="941" y="742"/>
                </a:lnTo>
                <a:lnTo>
                  <a:pt x="940" y="743"/>
                </a:lnTo>
                <a:lnTo>
                  <a:pt x="939" y="743"/>
                </a:lnTo>
                <a:lnTo>
                  <a:pt x="938" y="743"/>
                </a:lnTo>
                <a:lnTo>
                  <a:pt x="938" y="744"/>
                </a:lnTo>
                <a:lnTo>
                  <a:pt x="937" y="743"/>
                </a:lnTo>
                <a:lnTo>
                  <a:pt x="937" y="742"/>
                </a:lnTo>
                <a:lnTo>
                  <a:pt x="938" y="742"/>
                </a:lnTo>
                <a:lnTo>
                  <a:pt x="938" y="741"/>
                </a:lnTo>
                <a:lnTo>
                  <a:pt x="939" y="741"/>
                </a:lnTo>
                <a:lnTo>
                  <a:pt x="940" y="741"/>
                </a:lnTo>
                <a:lnTo>
                  <a:pt x="941" y="741"/>
                </a:lnTo>
                <a:lnTo>
                  <a:pt x="941" y="740"/>
                </a:lnTo>
                <a:lnTo>
                  <a:pt x="942" y="741"/>
                </a:lnTo>
                <a:lnTo>
                  <a:pt x="942" y="740"/>
                </a:lnTo>
                <a:lnTo>
                  <a:pt x="943" y="740"/>
                </a:lnTo>
                <a:lnTo>
                  <a:pt x="944" y="740"/>
                </a:lnTo>
                <a:lnTo>
                  <a:pt x="944" y="739"/>
                </a:lnTo>
                <a:lnTo>
                  <a:pt x="943" y="738"/>
                </a:lnTo>
                <a:lnTo>
                  <a:pt x="942" y="737"/>
                </a:lnTo>
                <a:lnTo>
                  <a:pt x="941" y="737"/>
                </a:lnTo>
                <a:lnTo>
                  <a:pt x="941" y="736"/>
                </a:lnTo>
                <a:lnTo>
                  <a:pt x="941" y="735"/>
                </a:lnTo>
                <a:lnTo>
                  <a:pt x="940" y="735"/>
                </a:lnTo>
                <a:lnTo>
                  <a:pt x="940" y="734"/>
                </a:lnTo>
                <a:lnTo>
                  <a:pt x="940" y="733"/>
                </a:lnTo>
                <a:lnTo>
                  <a:pt x="940" y="732"/>
                </a:lnTo>
                <a:lnTo>
                  <a:pt x="941" y="731"/>
                </a:lnTo>
                <a:lnTo>
                  <a:pt x="940" y="730"/>
                </a:lnTo>
                <a:lnTo>
                  <a:pt x="939" y="730"/>
                </a:lnTo>
                <a:lnTo>
                  <a:pt x="938" y="730"/>
                </a:lnTo>
                <a:lnTo>
                  <a:pt x="938" y="729"/>
                </a:lnTo>
                <a:lnTo>
                  <a:pt x="937" y="728"/>
                </a:lnTo>
                <a:lnTo>
                  <a:pt x="937" y="727"/>
                </a:lnTo>
                <a:lnTo>
                  <a:pt x="937" y="726"/>
                </a:lnTo>
                <a:lnTo>
                  <a:pt x="936" y="726"/>
                </a:lnTo>
                <a:lnTo>
                  <a:pt x="936" y="725"/>
                </a:lnTo>
                <a:lnTo>
                  <a:pt x="935" y="725"/>
                </a:lnTo>
                <a:lnTo>
                  <a:pt x="934" y="724"/>
                </a:lnTo>
                <a:lnTo>
                  <a:pt x="934" y="723"/>
                </a:lnTo>
                <a:lnTo>
                  <a:pt x="934" y="722"/>
                </a:lnTo>
                <a:lnTo>
                  <a:pt x="934" y="721"/>
                </a:lnTo>
                <a:lnTo>
                  <a:pt x="934" y="720"/>
                </a:lnTo>
                <a:lnTo>
                  <a:pt x="933" y="719"/>
                </a:lnTo>
                <a:lnTo>
                  <a:pt x="933" y="718"/>
                </a:lnTo>
                <a:lnTo>
                  <a:pt x="933" y="717"/>
                </a:lnTo>
                <a:lnTo>
                  <a:pt x="934" y="717"/>
                </a:lnTo>
                <a:lnTo>
                  <a:pt x="934" y="716"/>
                </a:lnTo>
                <a:lnTo>
                  <a:pt x="934" y="715"/>
                </a:lnTo>
                <a:lnTo>
                  <a:pt x="935" y="715"/>
                </a:lnTo>
                <a:lnTo>
                  <a:pt x="936" y="714"/>
                </a:lnTo>
                <a:lnTo>
                  <a:pt x="936" y="713"/>
                </a:lnTo>
                <a:lnTo>
                  <a:pt x="937" y="713"/>
                </a:lnTo>
                <a:lnTo>
                  <a:pt x="938" y="713"/>
                </a:lnTo>
                <a:lnTo>
                  <a:pt x="938" y="712"/>
                </a:lnTo>
                <a:lnTo>
                  <a:pt x="939" y="712"/>
                </a:lnTo>
                <a:lnTo>
                  <a:pt x="939" y="711"/>
                </a:lnTo>
                <a:lnTo>
                  <a:pt x="940" y="711"/>
                </a:lnTo>
                <a:lnTo>
                  <a:pt x="941" y="710"/>
                </a:lnTo>
                <a:lnTo>
                  <a:pt x="941" y="709"/>
                </a:lnTo>
                <a:lnTo>
                  <a:pt x="942" y="709"/>
                </a:lnTo>
                <a:lnTo>
                  <a:pt x="943" y="709"/>
                </a:lnTo>
                <a:lnTo>
                  <a:pt x="944" y="709"/>
                </a:lnTo>
                <a:lnTo>
                  <a:pt x="945" y="710"/>
                </a:lnTo>
                <a:lnTo>
                  <a:pt x="946" y="710"/>
                </a:lnTo>
                <a:lnTo>
                  <a:pt x="946" y="709"/>
                </a:lnTo>
                <a:lnTo>
                  <a:pt x="947" y="709"/>
                </a:lnTo>
                <a:lnTo>
                  <a:pt x="948" y="710"/>
                </a:lnTo>
                <a:lnTo>
                  <a:pt x="949" y="710"/>
                </a:lnTo>
                <a:lnTo>
                  <a:pt x="949" y="711"/>
                </a:lnTo>
                <a:lnTo>
                  <a:pt x="949" y="710"/>
                </a:lnTo>
                <a:lnTo>
                  <a:pt x="950" y="710"/>
                </a:lnTo>
                <a:lnTo>
                  <a:pt x="951" y="710"/>
                </a:lnTo>
                <a:lnTo>
                  <a:pt x="952" y="710"/>
                </a:lnTo>
                <a:lnTo>
                  <a:pt x="953" y="710"/>
                </a:lnTo>
                <a:lnTo>
                  <a:pt x="954" y="711"/>
                </a:lnTo>
                <a:lnTo>
                  <a:pt x="954" y="712"/>
                </a:lnTo>
                <a:lnTo>
                  <a:pt x="956" y="712"/>
                </a:lnTo>
                <a:lnTo>
                  <a:pt x="957" y="712"/>
                </a:lnTo>
                <a:lnTo>
                  <a:pt x="957" y="711"/>
                </a:lnTo>
                <a:lnTo>
                  <a:pt x="957" y="710"/>
                </a:lnTo>
                <a:lnTo>
                  <a:pt x="957" y="709"/>
                </a:lnTo>
                <a:lnTo>
                  <a:pt x="957" y="708"/>
                </a:lnTo>
                <a:lnTo>
                  <a:pt x="957" y="706"/>
                </a:lnTo>
                <a:lnTo>
                  <a:pt x="957" y="705"/>
                </a:lnTo>
                <a:lnTo>
                  <a:pt x="957" y="703"/>
                </a:lnTo>
                <a:lnTo>
                  <a:pt x="957" y="702"/>
                </a:lnTo>
                <a:lnTo>
                  <a:pt x="956" y="702"/>
                </a:lnTo>
                <a:lnTo>
                  <a:pt x="956" y="700"/>
                </a:lnTo>
                <a:lnTo>
                  <a:pt x="957" y="699"/>
                </a:lnTo>
                <a:lnTo>
                  <a:pt x="957" y="698"/>
                </a:lnTo>
                <a:lnTo>
                  <a:pt x="958" y="697"/>
                </a:lnTo>
                <a:lnTo>
                  <a:pt x="958" y="696"/>
                </a:lnTo>
                <a:lnTo>
                  <a:pt x="959" y="695"/>
                </a:lnTo>
                <a:lnTo>
                  <a:pt x="958" y="695"/>
                </a:lnTo>
                <a:lnTo>
                  <a:pt x="958" y="694"/>
                </a:lnTo>
                <a:lnTo>
                  <a:pt x="957" y="693"/>
                </a:lnTo>
                <a:lnTo>
                  <a:pt x="957" y="692"/>
                </a:lnTo>
                <a:lnTo>
                  <a:pt x="958" y="691"/>
                </a:lnTo>
                <a:lnTo>
                  <a:pt x="959" y="691"/>
                </a:lnTo>
                <a:lnTo>
                  <a:pt x="959" y="690"/>
                </a:lnTo>
                <a:lnTo>
                  <a:pt x="958" y="690"/>
                </a:lnTo>
                <a:lnTo>
                  <a:pt x="957" y="690"/>
                </a:lnTo>
                <a:lnTo>
                  <a:pt x="955" y="690"/>
                </a:lnTo>
                <a:lnTo>
                  <a:pt x="955" y="689"/>
                </a:lnTo>
                <a:lnTo>
                  <a:pt x="954" y="688"/>
                </a:lnTo>
                <a:lnTo>
                  <a:pt x="953" y="687"/>
                </a:lnTo>
                <a:lnTo>
                  <a:pt x="953" y="688"/>
                </a:lnTo>
                <a:lnTo>
                  <a:pt x="952" y="688"/>
                </a:lnTo>
                <a:lnTo>
                  <a:pt x="952" y="687"/>
                </a:lnTo>
                <a:lnTo>
                  <a:pt x="951" y="687"/>
                </a:lnTo>
                <a:lnTo>
                  <a:pt x="951" y="686"/>
                </a:lnTo>
                <a:lnTo>
                  <a:pt x="951" y="685"/>
                </a:lnTo>
                <a:lnTo>
                  <a:pt x="952" y="685"/>
                </a:lnTo>
                <a:lnTo>
                  <a:pt x="953" y="686"/>
                </a:lnTo>
                <a:lnTo>
                  <a:pt x="953" y="685"/>
                </a:lnTo>
                <a:lnTo>
                  <a:pt x="954" y="685"/>
                </a:lnTo>
                <a:lnTo>
                  <a:pt x="955" y="684"/>
                </a:lnTo>
                <a:lnTo>
                  <a:pt x="956" y="684"/>
                </a:lnTo>
                <a:lnTo>
                  <a:pt x="957" y="682"/>
                </a:lnTo>
                <a:lnTo>
                  <a:pt x="957" y="681"/>
                </a:lnTo>
                <a:lnTo>
                  <a:pt x="957" y="680"/>
                </a:lnTo>
                <a:lnTo>
                  <a:pt x="957" y="679"/>
                </a:lnTo>
                <a:lnTo>
                  <a:pt x="958" y="679"/>
                </a:lnTo>
                <a:lnTo>
                  <a:pt x="959" y="678"/>
                </a:lnTo>
                <a:lnTo>
                  <a:pt x="959" y="677"/>
                </a:lnTo>
                <a:lnTo>
                  <a:pt x="960" y="676"/>
                </a:lnTo>
                <a:lnTo>
                  <a:pt x="960" y="675"/>
                </a:lnTo>
                <a:lnTo>
                  <a:pt x="961" y="675"/>
                </a:lnTo>
                <a:lnTo>
                  <a:pt x="962" y="675"/>
                </a:lnTo>
                <a:lnTo>
                  <a:pt x="962" y="674"/>
                </a:lnTo>
                <a:lnTo>
                  <a:pt x="963" y="674"/>
                </a:lnTo>
                <a:lnTo>
                  <a:pt x="964" y="674"/>
                </a:lnTo>
                <a:lnTo>
                  <a:pt x="965" y="674"/>
                </a:lnTo>
                <a:lnTo>
                  <a:pt x="967" y="674"/>
                </a:lnTo>
                <a:lnTo>
                  <a:pt x="968" y="674"/>
                </a:lnTo>
                <a:lnTo>
                  <a:pt x="968" y="673"/>
                </a:lnTo>
                <a:lnTo>
                  <a:pt x="967" y="673"/>
                </a:lnTo>
                <a:lnTo>
                  <a:pt x="967" y="672"/>
                </a:lnTo>
                <a:lnTo>
                  <a:pt x="966" y="672"/>
                </a:lnTo>
                <a:lnTo>
                  <a:pt x="965" y="671"/>
                </a:lnTo>
                <a:lnTo>
                  <a:pt x="964" y="671"/>
                </a:lnTo>
                <a:lnTo>
                  <a:pt x="963" y="671"/>
                </a:lnTo>
                <a:lnTo>
                  <a:pt x="964" y="670"/>
                </a:lnTo>
                <a:lnTo>
                  <a:pt x="964" y="669"/>
                </a:lnTo>
                <a:lnTo>
                  <a:pt x="964" y="668"/>
                </a:lnTo>
                <a:lnTo>
                  <a:pt x="963" y="668"/>
                </a:lnTo>
                <a:lnTo>
                  <a:pt x="962" y="668"/>
                </a:lnTo>
                <a:lnTo>
                  <a:pt x="961" y="668"/>
                </a:lnTo>
                <a:lnTo>
                  <a:pt x="961" y="667"/>
                </a:lnTo>
                <a:lnTo>
                  <a:pt x="960" y="667"/>
                </a:lnTo>
                <a:lnTo>
                  <a:pt x="959" y="666"/>
                </a:lnTo>
                <a:lnTo>
                  <a:pt x="958" y="666"/>
                </a:lnTo>
                <a:lnTo>
                  <a:pt x="957" y="665"/>
                </a:lnTo>
                <a:lnTo>
                  <a:pt x="956" y="665"/>
                </a:lnTo>
                <a:lnTo>
                  <a:pt x="955" y="664"/>
                </a:lnTo>
                <a:lnTo>
                  <a:pt x="954" y="664"/>
                </a:lnTo>
                <a:lnTo>
                  <a:pt x="954" y="662"/>
                </a:lnTo>
                <a:lnTo>
                  <a:pt x="953" y="662"/>
                </a:lnTo>
                <a:lnTo>
                  <a:pt x="952" y="661"/>
                </a:lnTo>
                <a:lnTo>
                  <a:pt x="951" y="661"/>
                </a:lnTo>
                <a:lnTo>
                  <a:pt x="951" y="660"/>
                </a:lnTo>
                <a:lnTo>
                  <a:pt x="950" y="660"/>
                </a:lnTo>
                <a:lnTo>
                  <a:pt x="950" y="661"/>
                </a:lnTo>
                <a:lnTo>
                  <a:pt x="949" y="661"/>
                </a:lnTo>
                <a:lnTo>
                  <a:pt x="948" y="660"/>
                </a:lnTo>
                <a:lnTo>
                  <a:pt x="947" y="660"/>
                </a:lnTo>
                <a:lnTo>
                  <a:pt x="946" y="659"/>
                </a:lnTo>
                <a:lnTo>
                  <a:pt x="946" y="658"/>
                </a:lnTo>
                <a:lnTo>
                  <a:pt x="946" y="657"/>
                </a:lnTo>
                <a:lnTo>
                  <a:pt x="946" y="656"/>
                </a:lnTo>
                <a:lnTo>
                  <a:pt x="945" y="655"/>
                </a:lnTo>
                <a:lnTo>
                  <a:pt x="946" y="653"/>
                </a:lnTo>
                <a:lnTo>
                  <a:pt x="944" y="653"/>
                </a:lnTo>
                <a:lnTo>
                  <a:pt x="944" y="652"/>
                </a:lnTo>
                <a:lnTo>
                  <a:pt x="944" y="651"/>
                </a:lnTo>
                <a:lnTo>
                  <a:pt x="943" y="651"/>
                </a:lnTo>
                <a:lnTo>
                  <a:pt x="942" y="650"/>
                </a:lnTo>
                <a:lnTo>
                  <a:pt x="942" y="649"/>
                </a:lnTo>
                <a:lnTo>
                  <a:pt x="941" y="648"/>
                </a:lnTo>
                <a:lnTo>
                  <a:pt x="940" y="647"/>
                </a:lnTo>
                <a:lnTo>
                  <a:pt x="941" y="646"/>
                </a:lnTo>
                <a:lnTo>
                  <a:pt x="942" y="646"/>
                </a:lnTo>
                <a:lnTo>
                  <a:pt x="942" y="645"/>
                </a:lnTo>
                <a:lnTo>
                  <a:pt x="943" y="645"/>
                </a:lnTo>
                <a:lnTo>
                  <a:pt x="943" y="644"/>
                </a:lnTo>
                <a:lnTo>
                  <a:pt x="942" y="643"/>
                </a:lnTo>
                <a:lnTo>
                  <a:pt x="941" y="642"/>
                </a:lnTo>
                <a:lnTo>
                  <a:pt x="941" y="641"/>
                </a:lnTo>
                <a:lnTo>
                  <a:pt x="940" y="641"/>
                </a:lnTo>
                <a:lnTo>
                  <a:pt x="939" y="641"/>
                </a:lnTo>
                <a:lnTo>
                  <a:pt x="938" y="640"/>
                </a:lnTo>
                <a:lnTo>
                  <a:pt x="938" y="639"/>
                </a:lnTo>
                <a:lnTo>
                  <a:pt x="938" y="638"/>
                </a:lnTo>
                <a:lnTo>
                  <a:pt x="938" y="637"/>
                </a:lnTo>
                <a:lnTo>
                  <a:pt x="938" y="636"/>
                </a:lnTo>
                <a:lnTo>
                  <a:pt x="938" y="637"/>
                </a:lnTo>
                <a:lnTo>
                  <a:pt x="939" y="637"/>
                </a:lnTo>
                <a:lnTo>
                  <a:pt x="940" y="637"/>
                </a:lnTo>
                <a:lnTo>
                  <a:pt x="940" y="636"/>
                </a:lnTo>
                <a:lnTo>
                  <a:pt x="939" y="635"/>
                </a:lnTo>
                <a:lnTo>
                  <a:pt x="938" y="635"/>
                </a:lnTo>
                <a:lnTo>
                  <a:pt x="938" y="634"/>
                </a:lnTo>
                <a:lnTo>
                  <a:pt x="937" y="634"/>
                </a:lnTo>
                <a:lnTo>
                  <a:pt x="936" y="633"/>
                </a:lnTo>
                <a:lnTo>
                  <a:pt x="936" y="632"/>
                </a:lnTo>
                <a:lnTo>
                  <a:pt x="937" y="632"/>
                </a:lnTo>
                <a:lnTo>
                  <a:pt x="936" y="632"/>
                </a:lnTo>
                <a:lnTo>
                  <a:pt x="934" y="632"/>
                </a:lnTo>
                <a:lnTo>
                  <a:pt x="933" y="631"/>
                </a:lnTo>
                <a:lnTo>
                  <a:pt x="932" y="630"/>
                </a:lnTo>
                <a:lnTo>
                  <a:pt x="931" y="630"/>
                </a:lnTo>
                <a:lnTo>
                  <a:pt x="930" y="630"/>
                </a:lnTo>
                <a:lnTo>
                  <a:pt x="928" y="628"/>
                </a:lnTo>
                <a:lnTo>
                  <a:pt x="928" y="627"/>
                </a:lnTo>
                <a:lnTo>
                  <a:pt x="927" y="626"/>
                </a:lnTo>
                <a:lnTo>
                  <a:pt x="926" y="626"/>
                </a:lnTo>
                <a:lnTo>
                  <a:pt x="926" y="625"/>
                </a:lnTo>
                <a:lnTo>
                  <a:pt x="926" y="624"/>
                </a:lnTo>
                <a:lnTo>
                  <a:pt x="926" y="623"/>
                </a:lnTo>
                <a:lnTo>
                  <a:pt x="926" y="622"/>
                </a:lnTo>
                <a:lnTo>
                  <a:pt x="926" y="621"/>
                </a:lnTo>
                <a:lnTo>
                  <a:pt x="926" y="620"/>
                </a:lnTo>
                <a:lnTo>
                  <a:pt x="926" y="619"/>
                </a:lnTo>
                <a:lnTo>
                  <a:pt x="927" y="619"/>
                </a:lnTo>
                <a:lnTo>
                  <a:pt x="928" y="620"/>
                </a:lnTo>
                <a:lnTo>
                  <a:pt x="929" y="620"/>
                </a:lnTo>
                <a:lnTo>
                  <a:pt x="930" y="619"/>
                </a:lnTo>
                <a:lnTo>
                  <a:pt x="930" y="618"/>
                </a:lnTo>
                <a:lnTo>
                  <a:pt x="931" y="618"/>
                </a:lnTo>
                <a:lnTo>
                  <a:pt x="932" y="617"/>
                </a:lnTo>
                <a:lnTo>
                  <a:pt x="933" y="617"/>
                </a:lnTo>
                <a:lnTo>
                  <a:pt x="933" y="616"/>
                </a:lnTo>
                <a:lnTo>
                  <a:pt x="934" y="615"/>
                </a:lnTo>
                <a:lnTo>
                  <a:pt x="935" y="616"/>
                </a:lnTo>
                <a:lnTo>
                  <a:pt x="936" y="616"/>
                </a:lnTo>
                <a:lnTo>
                  <a:pt x="935" y="615"/>
                </a:lnTo>
                <a:lnTo>
                  <a:pt x="935" y="614"/>
                </a:lnTo>
                <a:lnTo>
                  <a:pt x="934" y="614"/>
                </a:lnTo>
                <a:lnTo>
                  <a:pt x="934" y="613"/>
                </a:lnTo>
                <a:lnTo>
                  <a:pt x="933" y="612"/>
                </a:lnTo>
                <a:lnTo>
                  <a:pt x="932" y="612"/>
                </a:lnTo>
                <a:lnTo>
                  <a:pt x="931" y="611"/>
                </a:lnTo>
                <a:lnTo>
                  <a:pt x="931" y="610"/>
                </a:lnTo>
                <a:lnTo>
                  <a:pt x="930" y="610"/>
                </a:lnTo>
                <a:lnTo>
                  <a:pt x="931" y="610"/>
                </a:lnTo>
                <a:lnTo>
                  <a:pt x="930" y="610"/>
                </a:lnTo>
                <a:lnTo>
                  <a:pt x="930" y="609"/>
                </a:lnTo>
                <a:lnTo>
                  <a:pt x="929" y="609"/>
                </a:lnTo>
                <a:lnTo>
                  <a:pt x="929" y="608"/>
                </a:lnTo>
                <a:lnTo>
                  <a:pt x="929" y="607"/>
                </a:lnTo>
                <a:lnTo>
                  <a:pt x="928" y="608"/>
                </a:lnTo>
                <a:lnTo>
                  <a:pt x="928" y="607"/>
                </a:lnTo>
                <a:lnTo>
                  <a:pt x="927" y="607"/>
                </a:lnTo>
                <a:lnTo>
                  <a:pt x="927" y="606"/>
                </a:lnTo>
                <a:lnTo>
                  <a:pt x="926" y="606"/>
                </a:lnTo>
                <a:lnTo>
                  <a:pt x="925" y="606"/>
                </a:lnTo>
                <a:lnTo>
                  <a:pt x="924" y="606"/>
                </a:lnTo>
                <a:lnTo>
                  <a:pt x="924" y="605"/>
                </a:lnTo>
                <a:lnTo>
                  <a:pt x="923" y="605"/>
                </a:lnTo>
                <a:lnTo>
                  <a:pt x="923" y="604"/>
                </a:lnTo>
                <a:lnTo>
                  <a:pt x="922" y="603"/>
                </a:lnTo>
                <a:lnTo>
                  <a:pt x="922" y="602"/>
                </a:lnTo>
                <a:lnTo>
                  <a:pt x="922" y="601"/>
                </a:lnTo>
                <a:lnTo>
                  <a:pt x="921" y="600"/>
                </a:lnTo>
                <a:lnTo>
                  <a:pt x="920" y="600"/>
                </a:lnTo>
                <a:lnTo>
                  <a:pt x="919" y="600"/>
                </a:lnTo>
                <a:lnTo>
                  <a:pt x="918" y="599"/>
                </a:lnTo>
                <a:lnTo>
                  <a:pt x="917" y="599"/>
                </a:lnTo>
                <a:lnTo>
                  <a:pt x="916" y="598"/>
                </a:lnTo>
                <a:lnTo>
                  <a:pt x="916" y="597"/>
                </a:lnTo>
                <a:lnTo>
                  <a:pt x="915" y="597"/>
                </a:lnTo>
                <a:lnTo>
                  <a:pt x="914" y="597"/>
                </a:lnTo>
                <a:lnTo>
                  <a:pt x="913" y="597"/>
                </a:lnTo>
                <a:lnTo>
                  <a:pt x="913" y="596"/>
                </a:lnTo>
                <a:lnTo>
                  <a:pt x="912" y="596"/>
                </a:lnTo>
                <a:lnTo>
                  <a:pt x="912" y="595"/>
                </a:lnTo>
                <a:lnTo>
                  <a:pt x="913" y="595"/>
                </a:lnTo>
                <a:lnTo>
                  <a:pt x="913" y="594"/>
                </a:lnTo>
                <a:lnTo>
                  <a:pt x="914" y="593"/>
                </a:lnTo>
                <a:lnTo>
                  <a:pt x="915" y="592"/>
                </a:lnTo>
                <a:lnTo>
                  <a:pt x="917" y="591"/>
                </a:lnTo>
                <a:lnTo>
                  <a:pt x="917" y="590"/>
                </a:lnTo>
                <a:lnTo>
                  <a:pt x="916" y="589"/>
                </a:lnTo>
                <a:lnTo>
                  <a:pt x="916" y="588"/>
                </a:lnTo>
                <a:lnTo>
                  <a:pt x="916" y="587"/>
                </a:lnTo>
                <a:lnTo>
                  <a:pt x="916" y="586"/>
                </a:lnTo>
                <a:lnTo>
                  <a:pt x="916" y="585"/>
                </a:lnTo>
                <a:lnTo>
                  <a:pt x="915" y="585"/>
                </a:lnTo>
                <a:lnTo>
                  <a:pt x="915" y="584"/>
                </a:lnTo>
                <a:lnTo>
                  <a:pt x="916" y="584"/>
                </a:lnTo>
                <a:lnTo>
                  <a:pt x="917" y="583"/>
                </a:lnTo>
                <a:lnTo>
                  <a:pt x="918" y="583"/>
                </a:lnTo>
                <a:lnTo>
                  <a:pt x="919" y="583"/>
                </a:lnTo>
                <a:lnTo>
                  <a:pt x="919" y="584"/>
                </a:lnTo>
                <a:lnTo>
                  <a:pt x="920" y="583"/>
                </a:lnTo>
                <a:lnTo>
                  <a:pt x="921" y="583"/>
                </a:lnTo>
                <a:lnTo>
                  <a:pt x="922" y="583"/>
                </a:lnTo>
                <a:lnTo>
                  <a:pt x="923" y="583"/>
                </a:lnTo>
                <a:lnTo>
                  <a:pt x="923" y="582"/>
                </a:lnTo>
                <a:lnTo>
                  <a:pt x="924" y="582"/>
                </a:lnTo>
                <a:lnTo>
                  <a:pt x="925" y="582"/>
                </a:lnTo>
                <a:lnTo>
                  <a:pt x="926" y="582"/>
                </a:lnTo>
                <a:lnTo>
                  <a:pt x="927" y="582"/>
                </a:lnTo>
                <a:lnTo>
                  <a:pt x="928" y="582"/>
                </a:lnTo>
                <a:lnTo>
                  <a:pt x="929" y="582"/>
                </a:lnTo>
                <a:lnTo>
                  <a:pt x="929" y="581"/>
                </a:lnTo>
                <a:lnTo>
                  <a:pt x="929" y="580"/>
                </a:lnTo>
                <a:lnTo>
                  <a:pt x="928" y="579"/>
                </a:lnTo>
                <a:lnTo>
                  <a:pt x="926" y="577"/>
                </a:lnTo>
                <a:lnTo>
                  <a:pt x="926" y="576"/>
                </a:lnTo>
                <a:lnTo>
                  <a:pt x="926" y="575"/>
                </a:lnTo>
                <a:lnTo>
                  <a:pt x="925" y="575"/>
                </a:lnTo>
                <a:lnTo>
                  <a:pt x="924" y="575"/>
                </a:lnTo>
                <a:lnTo>
                  <a:pt x="923" y="575"/>
                </a:lnTo>
                <a:lnTo>
                  <a:pt x="922" y="574"/>
                </a:lnTo>
                <a:lnTo>
                  <a:pt x="922" y="573"/>
                </a:lnTo>
                <a:lnTo>
                  <a:pt x="921" y="573"/>
                </a:lnTo>
                <a:lnTo>
                  <a:pt x="920" y="572"/>
                </a:lnTo>
                <a:lnTo>
                  <a:pt x="920" y="571"/>
                </a:lnTo>
                <a:lnTo>
                  <a:pt x="919" y="570"/>
                </a:lnTo>
                <a:lnTo>
                  <a:pt x="918" y="570"/>
                </a:lnTo>
                <a:lnTo>
                  <a:pt x="917" y="570"/>
                </a:lnTo>
                <a:lnTo>
                  <a:pt x="915" y="570"/>
                </a:lnTo>
                <a:lnTo>
                  <a:pt x="915" y="569"/>
                </a:lnTo>
                <a:lnTo>
                  <a:pt x="915" y="568"/>
                </a:lnTo>
                <a:lnTo>
                  <a:pt x="914" y="568"/>
                </a:lnTo>
                <a:lnTo>
                  <a:pt x="914" y="567"/>
                </a:lnTo>
                <a:lnTo>
                  <a:pt x="913" y="567"/>
                </a:lnTo>
                <a:lnTo>
                  <a:pt x="912" y="567"/>
                </a:lnTo>
                <a:lnTo>
                  <a:pt x="912" y="566"/>
                </a:lnTo>
                <a:lnTo>
                  <a:pt x="912" y="565"/>
                </a:lnTo>
                <a:lnTo>
                  <a:pt x="911" y="564"/>
                </a:lnTo>
                <a:lnTo>
                  <a:pt x="910" y="563"/>
                </a:lnTo>
                <a:lnTo>
                  <a:pt x="909" y="563"/>
                </a:lnTo>
                <a:lnTo>
                  <a:pt x="909" y="562"/>
                </a:lnTo>
                <a:lnTo>
                  <a:pt x="910" y="561"/>
                </a:lnTo>
                <a:lnTo>
                  <a:pt x="909" y="560"/>
                </a:lnTo>
                <a:lnTo>
                  <a:pt x="908" y="560"/>
                </a:lnTo>
                <a:lnTo>
                  <a:pt x="907" y="560"/>
                </a:lnTo>
                <a:lnTo>
                  <a:pt x="907" y="559"/>
                </a:lnTo>
                <a:lnTo>
                  <a:pt x="906" y="559"/>
                </a:lnTo>
                <a:lnTo>
                  <a:pt x="905" y="559"/>
                </a:lnTo>
                <a:lnTo>
                  <a:pt x="904" y="559"/>
                </a:lnTo>
                <a:lnTo>
                  <a:pt x="902" y="557"/>
                </a:lnTo>
                <a:lnTo>
                  <a:pt x="900" y="556"/>
                </a:lnTo>
                <a:lnTo>
                  <a:pt x="899" y="556"/>
                </a:lnTo>
                <a:lnTo>
                  <a:pt x="898" y="555"/>
                </a:lnTo>
                <a:lnTo>
                  <a:pt x="898" y="554"/>
                </a:lnTo>
                <a:lnTo>
                  <a:pt x="898" y="553"/>
                </a:lnTo>
                <a:lnTo>
                  <a:pt x="898" y="552"/>
                </a:lnTo>
                <a:lnTo>
                  <a:pt x="897" y="552"/>
                </a:lnTo>
                <a:lnTo>
                  <a:pt x="896" y="552"/>
                </a:lnTo>
                <a:lnTo>
                  <a:pt x="895" y="552"/>
                </a:lnTo>
                <a:lnTo>
                  <a:pt x="894" y="551"/>
                </a:lnTo>
                <a:lnTo>
                  <a:pt x="894" y="550"/>
                </a:lnTo>
                <a:lnTo>
                  <a:pt x="893" y="550"/>
                </a:lnTo>
                <a:lnTo>
                  <a:pt x="892" y="550"/>
                </a:lnTo>
                <a:lnTo>
                  <a:pt x="891" y="550"/>
                </a:lnTo>
                <a:lnTo>
                  <a:pt x="889" y="550"/>
                </a:lnTo>
                <a:lnTo>
                  <a:pt x="889" y="549"/>
                </a:lnTo>
                <a:lnTo>
                  <a:pt x="888" y="549"/>
                </a:lnTo>
                <a:lnTo>
                  <a:pt x="888" y="548"/>
                </a:lnTo>
                <a:lnTo>
                  <a:pt x="888" y="547"/>
                </a:lnTo>
                <a:lnTo>
                  <a:pt x="887" y="546"/>
                </a:lnTo>
                <a:lnTo>
                  <a:pt x="887" y="545"/>
                </a:lnTo>
                <a:lnTo>
                  <a:pt x="886" y="545"/>
                </a:lnTo>
                <a:lnTo>
                  <a:pt x="886" y="544"/>
                </a:lnTo>
                <a:lnTo>
                  <a:pt x="885" y="544"/>
                </a:lnTo>
                <a:lnTo>
                  <a:pt x="884" y="544"/>
                </a:lnTo>
                <a:lnTo>
                  <a:pt x="883" y="543"/>
                </a:lnTo>
                <a:lnTo>
                  <a:pt x="882" y="543"/>
                </a:lnTo>
                <a:lnTo>
                  <a:pt x="881" y="543"/>
                </a:lnTo>
                <a:lnTo>
                  <a:pt x="880" y="543"/>
                </a:lnTo>
                <a:lnTo>
                  <a:pt x="880" y="542"/>
                </a:lnTo>
                <a:lnTo>
                  <a:pt x="881" y="542"/>
                </a:lnTo>
                <a:lnTo>
                  <a:pt x="881" y="541"/>
                </a:lnTo>
                <a:lnTo>
                  <a:pt x="882" y="540"/>
                </a:lnTo>
                <a:lnTo>
                  <a:pt x="882" y="539"/>
                </a:lnTo>
                <a:lnTo>
                  <a:pt x="882" y="538"/>
                </a:lnTo>
                <a:lnTo>
                  <a:pt x="882" y="537"/>
                </a:lnTo>
                <a:lnTo>
                  <a:pt x="883" y="537"/>
                </a:lnTo>
                <a:lnTo>
                  <a:pt x="883" y="536"/>
                </a:lnTo>
                <a:lnTo>
                  <a:pt x="882" y="536"/>
                </a:lnTo>
                <a:lnTo>
                  <a:pt x="881" y="535"/>
                </a:lnTo>
                <a:lnTo>
                  <a:pt x="881" y="534"/>
                </a:lnTo>
                <a:lnTo>
                  <a:pt x="880" y="534"/>
                </a:lnTo>
                <a:lnTo>
                  <a:pt x="879" y="533"/>
                </a:lnTo>
                <a:lnTo>
                  <a:pt x="878" y="533"/>
                </a:lnTo>
                <a:lnTo>
                  <a:pt x="877" y="532"/>
                </a:lnTo>
                <a:lnTo>
                  <a:pt x="877" y="531"/>
                </a:lnTo>
                <a:lnTo>
                  <a:pt x="877" y="530"/>
                </a:lnTo>
                <a:lnTo>
                  <a:pt x="876" y="530"/>
                </a:lnTo>
                <a:lnTo>
                  <a:pt x="875" y="529"/>
                </a:lnTo>
                <a:lnTo>
                  <a:pt x="874" y="528"/>
                </a:lnTo>
                <a:lnTo>
                  <a:pt x="875" y="528"/>
                </a:lnTo>
                <a:lnTo>
                  <a:pt x="875" y="527"/>
                </a:lnTo>
                <a:lnTo>
                  <a:pt x="875" y="526"/>
                </a:lnTo>
                <a:lnTo>
                  <a:pt x="876" y="526"/>
                </a:lnTo>
                <a:lnTo>
                  <a:pt x="875" y="525"/>
                </a:lnTo>
                <a:lnTo>
                  <a:pt x="874" y="524"/>
                </a:lnTo>
                <a:lnTo>
                  <a:pt x="874" y="523"/>
                </a:lnTo>
                <a:lnTo>
                  <a:pt x="875" y="523"/>
                </a:lnTo>
                <a:lnTo>
                  <a:pt x="875" y="522"/>
                </a:lnTo>
                <a:lnTo>
                  <a:pt x="874" y="522"/>
                </a:lnTo>
                <a:lnTo>
                  <a:pt x="873" y="522"/>
                </a:lnTo>
                <a:lnTo>
                  <a:pt x="873" y="521"/>
                </a:lnTo>
                <a:lnTo>
                  <a:pt x="873" y="520"/>
                </a:lnTo>
                <a:lnTo>
                  <a:pt x="872" y="520"/>
                </a:lnTo>
                <a:lnTo>
                  <a:pt x="872" y="519"/>
                </a:lnTo>
                <a:lnTo>
                  <a:pt x="871" y="519"/>
                </a:lnTo>
                <a:lnTo>
                  <a:pt x="871" y="518"/>
                </a:lnTo>
                <a:lnTo>
                  <a:pt x="870" y="518"/>
                </a:lnTo>
                <a:lnTo>
                  <a:pt x="869" y="518"/>
                </a:lnTo>
                <a:lnTo>
                  <a:pt x="868" y="518"/>
                </a:lnTo>
                <a:lnTo>
                  <a:pt x="867" y="518"/>
                </a:lnTo>
                <a:lnTo>
                  <a:pt x="866" y="518"/>
                </a:lnTo>
                <a:lnTo>
                  <a:pt x="865" y="518"/>
                </a:lnTo>
                <a:lnTo>
                  <a:pt x="864" y="519"/>
                </a:lnTo>
                <a:lnTo>
                  <a:pt x="864" y="520"/>
                </a:lnTo>
                <a:lnTo>
                  <a:pt x="863" y="520"/>
                </a:lnTo>
                <a:lnTo>
                  <a:pt x="863" y="521"/>
                </a:lnTo>
                <a:lnTo>
                  <a:pt x="862" y="521"/>
                </a:lnTo>
                <a:lnTo>
                  <a:pt x="861" y="521"/>
                </a:lnTo>
                <a:lnTo>
                  <a:pt x="861" y="522"/>
                </a:lnTo>
                <a:lnTo>
                  <a:pt x="860" y="522"/>
                </a:lnTo>
                <a:lnTo>
                  <a:pt x="860" y="523"/>
                </a:lnTo>
                <a:lnTo>
                  <a:pt x="860" y="524"/>
                </a:lnTo>
                <a:lnTo>
                  <a:pt x="859" y="524"/>
                </a:lnTo>
                <a:lnTo>
                  <a:pt x="859" y="525"/>
                </a:lnTo>
                <a:lnTo>
                  <a:pt x="858" y="525"/>
                </a:lnTo>
                <a:lnTo>
                  <a:pt x="857" y="525"/>
                </a:lnTo>
                <a:lnTo>
                  <a:pt x="856" y="525"/>
                </a:lnTo>
                <a:lnTo>
                  <a:pt x="855" y="525"/>
                </a:lnTo>
                <a:lnTo>
                  <a:pt x="855" y="526"/>
                </a:lnTo>
                <a:lnTo>
                  <a:pt x="855" y="525"/>
                </a:lnTo>
                <a:lnTo>
                  <a:pt x="854" y="525"/>
                </a:lnTo>
                <a:lnTo>
                  <a:pt x="855" y="525"/>
                </a:lnTo>
                <a:lnTo>
                  <a:pt x="854" y="525"/>
                </a:lnTo>
                <a:lnTo>
                  <a:pt x="854" y="523"/>
                </a:lnTo>
                <a:lnTo>
                  <a:pt x="855" y="523"/>
                </a:lnTo>
                <a:lnTo>
                  <a:pt x="854" y="523"/>
                </a:lnTo>
                <a:lnTo>
                  <a:pt x="854" y="522"/>
                </a:lnTo>
                <a:lnTo>
                  <a:pt x="853" y="522"/>
                </a:lnTo>
                <a:lnTo>
                  <a:pt x="853" y="521"/>
                </a:lnTo>
                <a:lnTo>
                  <a:pt x="852" y="521"/>
                </a:lnTo>
                <a:lnTo>
                  <a:pt x="851" y="521"/>
                </a:lnTo>
                <a:lnTo>
                  <a:pt x="850" y="521"/>
                </a:lnTo>
                <a:lnTo>
                  <a:pt x="849" y="520"/>
                </a:lnTo>
                <a:lnTo>
                  <a:pt x="848" y="520"/>
                </a:lnTo>
                <a:lnTo>
                  <a:pt x="847" y="520"/>
                </a:lnTo>
                <a:lnTo>
                  <a:pt x="846" y="520"/>
                </a:lnTo>
                <a:lnTo>
                  <a:pt x="846" y="519"/>
                </a:lnTo>
                <a:lnTo>
                  <a:pt x="845" y="519"/>
                </a:lnTo>
                <a:lnTo>
                  <a:pt x="844" y="519"/>
                </a:lnTo>
                <a:lnTo>
                  <a:pt x="843" y="518"/>
                </a:lnTo>
                <a:lnTo>
                  <a:pt x="842" y="518"/>
                </a:lnTo>
                <a:lnTo>
                  <a:pt x="841" y="518"/>
                </a:lnTo>
                <a:lnTo>
                  <a:pt x="840" y="518"/>
                </a:lnTo>
                <a:lnTo>
                  <a:pt x="840" y="517"/>
                </a:lnTo>
                <a:lnTo>
                  <a:pt x="841" y="517"/>
                </a:lnTo>
                <a:lnTo>
                  <a:pt x="841" y="516"/>
                </a:lnTo>
                <a:lnTo>
                  <a:pt x="841" y="515"/>
                </a:lnTo>
                <a:lnTo>
                  <a:pt x="842" y="515"/>
                </a:lnTo>
                <a:lnTo>
                  <a:pt x="841" y="515"/>
                </a:lnTo>
                <a:lnTo>
                  <a:pt x="841" y="514"/>
                </a:lnTo>
                <a:lnTo>
                  <a:pt x="840" y="514"/>
                </a:lnTo>
                <a:lnTo>
                  <a:pt x="840" y="513"/>
                </a:lnTo>
                <a:lnTo>
                  <a:pt x="839" y="513"/>
                </a:lnTo>
                <a:lnTo>
                  <a:pt x="839" y="512"/>
                </a:lnTo>
                <a:lnTo>
                  <a:pt x="838" y="512"/>
                </a:lnTo>
                <a:lnTo>
                  <a:pt x="838" y="511"/>
                </a:lnTo>
                <a:lnTo>
                  <a:pt x="837" y="511"/>
                </a:lnTo>
                <a:lnTo>
                  <a:pt x="837" y="510"/>
                </a:lnTo>
                <a:lnTo>
                  <a:pt x="837" y="509"/>
                </a:lnTo>
                <a:lnTo>
                  <a:pt x="836" y="509"/>
                </a:lnTo>
                <a:lnTo>
                  <a:pt x="835" y="509"/>
                </a:lnTo>
                <a:lnTo>
                  <a:pt x="835" y="508"/>
                </a:lnTo>
                <a:lnTo>
                  <a:pt x="835" y="507"/>
                </a:lnTo>
                <a:lnTo>
                  <a:pt x="834" y="507"/>
                </a:lnTo>
                <a:lnTo>
                  <a:pt x="833" y="507"/>
                </a:lnTo>
                <a:lnTo>
                  <a:pt x="832" y="507"/>
                </a:lnTo>
                <a:lnTo>
                  <a:pt x="831" y="507"/>
                </a:lnTo>
                <a:lnTo>
                  <a:pt x="830" y="507"/>
                </a:lnTo>
                <a:lnTo>
                  <a:pt x="830" y="506"/>
                </a:lnTo>
                <a:lnTo>
                  <a:pt x="829" y="506"/>
                </a:lnTo>
                <a:lnTo>
                  <a:pt x="828" y="506"/>
                </a:lnTo>
                <a:lnTo>
                  <a:pt x="828" y="505"/>
                </a:lnTo>
                <a:lnTo>
                  <a:pt x="827" y="505"/>
                </a:lnTo>
                <a:lnTo>
                  <a:pt x="826" y="505"/>
                </a:lnTo>
                <a:lnTo>
                  <a:pt x="825" y="505"/>
                </a:lnTo>
                <a:lnTo>
                  <a:pt x="824" y="505"/>
                </a:lnTo>
                <a:lnTo>
                  <a:pt x="823" y="505"/>
                </a:lnTo>
                <a:lnTo>
                  <a:pt x="823" y="504"/>
                </a:lnTo>
                <a:lnTo>
                  <a:pt x="822" y="504"/>
                </a:lnTo>
                <a:lnTo>
                  <a:pt x="821" y="504"/>
                </a:lnTo>
                <a:lnTo>
                  <a:pt x="820" y="504"/>
                </a:lnTo>
                <a:lnTo>
                  <a:pt x="820" y="505"/>
                </a:lnTo>
                <a:lnTo>
                  <a:pt x="819" y="505"/>
                </a:lnTo>
                <a:lnTo>
                  <a:pt x="819" y="506"/>
                </a:lnTo>
                <a:lnTo>
                  <a:pt x="818" y="506"/>
                </a:lnTo>
                <a:lnTo>
                  <a:pt x="817" y="506"/>
                </a:lnTo>
                <a:lnTo>
                  <a:pt x="817" y="507"/>
                </a:lnTo>
                <a:lnTo>
                  <a:pt x="817" y="508"/>
                </a:lnTo>
                <a:lnTo>
                  <a:pt x="816" y="508"/>
                </a:lnTo>
                <a:lnTo>
                  <a:pt x="815" y="508"/>
                </a:lnTo>
                <a:lnTo>
                  <a:pt x="815" y="509"/>
                </a:lnTo>
                <a:lnTo>
                  <a:pt x="815" y="510"/>
                </a:lnTo>
                <a:lnTo>
                  <a:pt x="815" y="511"/>
                </a:lnTo>
                <a:lnTo>
                  <a:pt x="814" y="511"/>
                </a:lnTo>
                <a:lnTo>
                  <a:pt x="813" y="511"/>
                </a:lnTo>
                <a:lnTo>
                  <a:pt x="813" y="512"/>
                </a:lnTo>
                <a:lnTo>
                  <a:pt x="813" y="511"/>
                </a:lnTo>
                <a:lnTo>
                  <a:pt x="812" y="511"/>
                </a:lnTo>
                <a:lnTo>
                  <a:pt x="812" y="510"/>
                </a:lnTo>
                <a:lnTo>
                  <a:pt x="811" y="510"/>
                </a:lnTo>
                <a:lnTo>
                  <a:pt x="810" y="510"/>
                </a:lnTo>
                <a:lnTo>
                  <a:pt x="809" y="510"/>
                </a:lnTo>
                <a:lnTo>
                  <a:pt x="809" y="509"/>
                </a:lnTo>
                <a:lnTo>
                  <a:pt x="808" y="509"/>
                </a:lnTo>
                <a:lnTo>
                  <a:pt x="808" y="508"/>
                </a:lnTo>
                <a:lnTo>
                  <a:pt x="807" y="508"/>
                </a:lnTo>
                <a:lnTo>
                  <a:pt x="807" y="507"/>
                </a:lnTo>
                <a:lnTo>
                  <a:pt x="806" y="507"/>
                </a:lnTo>
                <a:lnTo>
                  <a:pt x="805" y="507"/>
                </a:lnTo>
                <a:lnTo>
                  <a:pt x="804" y="507"/>
                </a:lnTo>
                <a:lnTo>
                  <a:pt x="803" y="506"/>
                </a:lnTo>
                <a:lnTo>
                  <a:pt x="802" y="506"/>
                </a:lnTo>
                <a:lnTo>
                  <a:pt x="801" y="506"/>
                </a:lnTo>
                <a:lnTo>
                  <a:pt x="800" y="506"/>
                </a:lnTo>
                <a:lnTo>
                  <a:pt x="799" y="506"/>
                </a:lnTo>
                <a:lnTo>
                  <a:pt x="799" y="505"/>
                </a:lnTo>
                <a:lnTo>
                  <a:pt x="798" y="505"/>
                </a:lnTo>
                <a:lnTo>
                  <a:pt x="798" y="504"/>
                </a:lnTo>
                <a:lnTo>
                  <a:pt x="797" y="504"/>
                </a:lnTo>
                <a:lnTo>
                  <a:pt x="796" y="504"/>
                </a:lnTo>
                <a:lnTo>
                  <a:pt x="796" y="503"/>
                </a:lnTo>
                <a:lnTo>
                  <a:pt x="796" y="504"/>
                </a:lnTo>
                <a:lnTo>
                  <a:pt x="795" y="504"/>
                </a:lnTo>
                <a:lnTo>
                  <a:pt x="795" y="503"/>
                </a:lnTo>
                <a:lnTo>
                  <a:pt x="795" y="502"/>
                </a:lnTo>
                <a:lnTo>
                  <a:pt x="795" y="501"/>
                </a:lnTo>
                <a:lnTo>
                  <a:pt x="794" y="501"/>
                </a:lnTo>
                <a:lnTo>
                  <a:pt x="794" y="500"/>
                </a:lnTo>
                <a:lnTo>
                  <a:pt x="793" y="500"/>
                </a:lnTo>
                <a:lnTo>
                  <a:pt x="793" y="499"/>
                </a:lnTo>
                <a:lnTo>
                  <a:pt x="792" y="499"/>
                </a:lnTo>
                <a:lnTo>
                  <a:pt x="792" y="498"/>
                </a:lnTo>
                <a:lnTo>
                  <a:pt x="791" y="498"/>
                </a:lnTo>
                <a:lnTo>
                  <a:pt x="791" y="497"/>
                </a:lnTo>
                <a:lnTo>
                  <a:pt x="791" y="496"/>
                </a:lnTo>
                <a:lnTo>
                  <a:pt x="790" y="496"/>
                </a:lnTo>
                <a:lnTo>
                  <a:pt x="789" y="496"/>
                </a:lnTo>
                <a:lnTo>
                  <a:pt x="788" y="496"/>
                </a:lnTo>
                <a:lnTo>
                  <a:pt x="787" y="496"/>
                </a:lnTo>
                <a:lnTo>
                  <a:pt x="787" y="495"/>
                </a:lnTo>
                <a:lnTo>
                  <a:pt x="786" y="494"/>
                </a:lnTo>
                <a:lnTo>
                  <a:pt x="785" y="494"/>
                </a:lnTo>
                <a:lnTo>
                  <a:pt x="785" y="493"/>
                </a:lnTo>
                <a:lnTo>
                  <a:pt x="784" y="493"/>
                </a:lnTo>
                <a:lnTo>
                  <a:pt x="783" y="493"/>
                </a:lnTo>
                <a:lnTo>
                  <a:pt x="783" y="492"/>
                </a:lnTo>
                <a:lnTo>
                  <a:pt x="782" y="492"/>
                </a:lnTo>
                <a:lnTo>
                  <a:pt x="782" y="491"/>
                </a:lnTo>
                <a:lnTo>
                  <a:pt x="781" y="491"/>
                </a:lnTo>
                <a:lnTo>
                  <a:pt x="781" y="490"/>
                </a:lnTo>
                <a:lnTo>
                  <a:pt x="780" y="490"/>
                </a:lnTo>
                <a:lnTo>
                  <a:pt x="779" y="490"/>
                </a:lnTo>
                <a:lnTo>
                  <a:pt x="779" y="489"/>
                </a:lnTo>
                <a:lnTo>
                  <a:pt x="779" y="490"/>
                </a:lnTo>
                <a:lnTo>
                  <a:pt x="779" y="489"/>
                </a:lnTo>
                <a:lnTo>
                  <a:pt x="778" y="489"/>
                </a:lnTo>
                <a:lnTo>
                  <a:pt x="777" y="489"/>
                </a:lnTo>
                <a:lnTo>
                  <a:pt x="777" y="490"/>
                </a:lnTo>
                <a:lnTo>
                  <a:pt x="777" y="489"/>
                </a:lnTo>
                <a:lnTo>
                  <a:pt x="777" y="490"/>
                </a:lnTo>
                <a:lnTo>
                  <a:pt x="776" y="490"/>
                </a:lnTo>
                <a:lnTo>
                  <a:pt x="775" y="489"/>
                </a:lnTo>
                <a:lnTo>
                  <a:pt x="775" y="490"/>
                </a:lnTo>
                <a:lnTo>
                  <a:pt x="775" y="489"/>
                </a:lnTo>
                <a:lnTo>
                  <a:pt x="775" y="490"/>
                </a:lnTo>
                <a:lnTo>
                  <a:pt x="774" y="490"/>
                </a:lnTo>
                <a:lnTo>
                  <a:pt x="773" y="490"/>
                </a:lnTo>
                <a:lnTo>
                  <a:pt x="772" y="489"/>
                </a:lnTo>
                <a:lnTo>
                  <a:pt x="772" y="488"/>
                </a:lnTo>
                <a:lnTo>
                  <a:pt x="772" y="487"/>
                </a:lnTo>
                <a:lnTo>
                  <a:pt x="771" y="487"/>
                </a:lnTo>
                <a:lnTo>
                  <a:pt x="771" y="486"/>
                </a:lnTo>
                <a:lnTo>
                  <a:pt x="771" y="485"/>
                </a:lnTo>
                <a:lnTo>
                  <a:pt x="771" y="484"/>
                </a:lnTo>
                <a:lnTo>
                  <a:pt x="772" y="484"/>
                </a:lnTo>
                <a:lnTo>
                  <a:pt x="772" y="483"/>
                </a:lnTo>
                <a:lnTo>
                  <a:pt x="773" y="482"/>
                </a:lnTo>
                <a:lnTo>
                  <a:pt x="774" y="482"/>
                </a:lnTo>
                <a:lnTo>
                  <a:pt x="774" y="481"/>
                </a:lnTo>
                <a:lnTo>
                  <a:pt x="774" y="480"/>
                </a:lnTo>
                <a:lnTo>
                  <a:pt x="774" y="479"/>
                </a:lnTo>
                <a:lnTo>
                  <a:pt x="774" y="478"/>
                </a:lnTo>
                <a:lnTo>
                  <a:pt x="774" y="477"/>
                </a:lnTo>
                <a:lnTo>
                  <a:pt x="774" y="476"/>
                </a:lnTo>
                <a:lnTo>
                  <a:pt x="774" y="475"/>
                </a:lnTo>
                <a:lnTo>
                  <a:pt x="775" y="475"/>
                </a:lnTo>
                <a:lnTo>
                  <a:pt x="776" y="474"/>
                </a:lnTo>
                <a:lnTo>
                  <a:pt x="775" y="474"/>
                </a:lnTo>
                <a:lnTo>
                  <a:pt x="775" y="473"/>
                </a:lnTo>
                <a:lnTo>
                  <a:pt x="774" y="473"/>
                </a:lnTo>
                <a:lnTo>
                  <a:pt x="774" y="472"/>
                </a:lnTo>
                <a:lnTo>
                  <a:pt x="773" y="472"/>
                </a:lnTo>
                <a:lnTo>
                  <a:pt x="772" y="472"/>
                </a:lnTo>
                <a:lnTo>
                  <a:pt x="772" y="473"/>
                </a:lnTo>
                <a:lnTo>
                  <a:pt x="771" y="473"/>
                </a:lnTo>
                <a:lnTo>
                  <a:pt x="770" y="473"/>
                </a:lnTo>
                <a:lnTo>
                  <a:pt x="770" y="474"/>
                </a:lnTo>
                <a:lnTo>
                  <a:pt x="769" y="474"/>
                </a:lnTo>
                <a:lnTo>
                  <a:pt x="769" y="475"/>
                </a:lnTo>
                <a:lnTo>
                  <a:pt x="768" y="475"/>
                </a:lnTo>
                <a:lnTo>
                  <a:pt x="767" y="475"/>
                </a:lnTo>
                <a:lnTo>
                  <a:pt x="766" y="475"/>
                </a:lnTo>
                <a:lnTo>
                  <a:pt x="766" y="474"/>
                </a:lnTo>
                <a:lnTo>
                  <a:pt x="765" y="474"/>
                </a:lnTo>
                <a:lnTo>
                  <a:pt x="765" y="473"/>
                </a:lnTo>
                <a:lnTo>
                  <a:pt x="764" y="473"/>
                </a:lnTo>
                <a:lnTo>
                  <a:pt x="764" y="472"/>
                </a:lnTo>
                <a:lnTo>
                  <a:pt x="764" y="471"/>
                </a:lnTo>
                <a:lnTo>
                  <a:pt x="763" y="471"/>
                </a:lnTo>
                <a:lnTo>
                  <a:pt x="762" y="471"/>
                </a:lnTo>
                <a:lnTo>
                  <a:pt x="762" y="470"/>
                </a:lnTo>
                <a:lnTo>
                  <a:pt x="762" y="469"/>
                </a:lnTo>
                <a:lnTo>
                  <a:pt x="761" y="469"/>
                </a:lnTo>
                <a:lnTo>
                  <a:pt x="761" y="468"/>
                </a:lnTo>
                <a:lnTo>
                  <a:pt x="761" y="467"/>
                </a:lnTo>
                <a:lnTo>
                  <a:pt x="760" y="467"/>
                </a:lnTo>
                <a:lnTo>
                  <a:pt x="760" y="466"/>
                </a:lnTo>
                <a:lnTo>
                  <a:pt x="759" y="466"/>
                </a:lnTo>
                <a:lnTo>
                  <a:pt x="758" y="466"/>
                </a:lnTo>
                <a:lnTo>
                  <a:pt x="758" y="465"/>
                </a:lnTo>
                <a:lnTo>
                  <a:pt x="757" y="465"/>
                </a:lnTo>
                <a:lnTo>
                  <a:pt x="756" y="465"/>
                </a:lnTo>
                <a:lnTo>
                  <a:pt x="756" y="464"/>
                </a:lnTo>
                <a:lnTo>
                  <a:pt x="755" y="464"/>
                </a:lnTo>
                <a:lnTo>
                  <a:pt x="755" y="465"/>
                </a:lnTo>
                <a:lnTo>
                  <a:pt x="754" y="465"/>
                </a:lnTo>
                <a:lnTo>
                  <a:pt x="753" y="465"/>
                </a:lnTo>
                <a:lnTo>
                  <a:pt x="753" y="464"/>
                </a:lnTo>
                <a:lnTo>
                  <a:pt x="752" y="464"/>
                </a:lnTo>
                <a:lnTo>
                  <a:pt x="751" y="464"/>
                </a:lnTo>
                <a:lnTo>
                  <a:pt x="750" y="464"/>
                </a:lnTo>
                <a:lnTo>
                  <a:pt x="750" y="463"/>
                </a:lnTo>
                <a:lnTo>
                  <a:pt x="749" y="463"/>
                </a:lnTo>
                <a:lnTo>
                  <a:pt x="748" y="463"/>
                </a:lnTo>
                <a:lnTo>
                  <a:pt x="747" y="463"/>
                </a:lnTo>
                <a:lnTo>
                  <a:pt x="746" y="463"/>
                </a:lnTo>
                <a:lnTo>
                  <a:pt x="746" y="464"/>
                </a:lnTo>
                <a:lnTo>
                  <a:pt x="745" y="464"/>
                </a:lnTo>
                <a:lnTo>
                  <a:pt x="745" y="465"/>
                </a:lnTo>
                <a:lnTo>
                  <a:pt x="744" y="465"/>
                </a:lnTo>
                <a:lnTo>
                  <a:pt x="743" y="465"/>
                </a:lnTo>
                <a:lnTo>
                  <a:pt x="743" y="464"/>
                </a:lnTo>
                <a:lnTo>
                  <a:pt x="742" y="465"/>
                </a:lnTo>
                <a:lnTo>
                  <a:pt x="742" y="464"/>
                </a:lnTo>
                <a:lnTo>
                  <a:pt x="742" y="465"/>
                </a:lnTo>
                <a:lnTo>
                  <a:pt x="741" y="465"/>
                </a:lnTo>
                <a:lnTo>
                  <a:pt x="740" y="465"/>
                </a:lnTo>
                <a:lnTo>
                  <a:pt x="740" y="464"/>
                </a:lnTo>
                <a:lnTo>
                  <a:pt x="739" y="463"/>
                </a:lnTo>
                <a:lnTo>
                  <a:pt x="738" y="463"/>
                </a:lnTo>
                <a:lnTo>
                  <a:pt x="738" y="462"/>
                </a:lnTo>
                <a:lnTo>
                  <a:pt x="737" y="462"/>
                </a:lnTo>
                <a:lnTo>
                  <a:pt x="736" y="462"/>
                </a:lnTo>
                <a:lnTo>
                  <a:pt x="735" y="462"/>
                </a:lnTo>
                <a:lnTo>
                  <a:pt x="735" y="461"/>
                </a:lnTo>
                <a:lnTo>
                  <a:pt x="734" y="461"/>
                </a:lnTo>
                <a:lnTo>
                  <a:pt x="733" y="462"/>
                </a:lnTo>
                <a:lnTo>
                  <a:pt x="734" y="462"/>
                </a:lnTo>
                <a:lnTo>
                  <a:pt x="733" y="462"/>
                </a:lnTo>
                <a:lnTo>
                  <a:pt x="733" y="463"/>
                </a:lnTo>
                <a:lnTo>
                  <a:pt x="732" y="463"/>
                </a:lnTo>
                <a:lnTo>
                  <a:pt x="731" y="463"/>
                </a:lnTo>
                <a:lnTo>
                  <a:pt x="730" y="463"/>
                </a:lnTo>
                <a:lnTo>
                  <a:pt x="730" y="462"/>
                </a:lnTo>
                <a:lnTo>
                  <a:pt x="730" y="461"/>
                </a:lnTo>
                <a:lnTo>
                  <a:pt x="730" y="460"/>
                </a:lnTo>
                <a:lnTo>
                  <a:pt x="730" y="459"/>
                </a:lnTo>
                <a:lnTo>
                  <a:pt x="729" y="459"/>
                </a:lnTo>
                <a:lnTo>
                  <a:pt x="728" y="459"/>
                </a:lnTo>
                <a:lnTo>
                  <a:pt x="728" y="460"/>
                </a:lnTo>
                <a:lnTo>
                  <a:pt x="727" y="460"/>
                </a:lnTo>
                <a:lnTo>
                  <a:pt x="726" y="460"/>
                </a:lnTo>
                <a:lnTo>
                  <a:pt x="725" y="460"/>
                </a:lnTo>
                <a:lnTo>
                  <a:pt x="725" y="459"/>
                </a:lnTo>
                <a:lnTo>
                  <a:pt x="726" y="459"/>
                </a:lnTo>
                <a:lnTo>
                  <a:pt x="725" y="459"/>
                </a:lnTo>
                <a:lnTo>
                  <a:pt x="723" y="459"/>
                </a:lnTo>
                <a:lnTo>
                  <a:pt x="723" y="458"/>
                </a:lnTo>
                <a:lnTo>
                  <a:pt x="722" y="458"/>
                </a:lnTo>
                <a:lnTo>
                  <a:pt x="721" y="458"/>
                </a:lnTo>
                <a:lnTo>
                  <a:pt x="721" y="457"/>
                </a:lnTo>
                <a:lnTo>
                  <a:pt x="720" y="457"/>
                </a:lnTo>
                <a:lnTo>
                  <a:pt x="720" y="456"/>
                </a:lnTo>
                <a:lnTo>
                  <a:pt x="721" y="456"/>
                </a:lnTo>
                <a:lnTo>
                  <a:pt x="721" y="455"/>
                </a:lnTo>
                <a:lnTo>
                  <a:pt x="720" y="455"/>
                </a:lnTo>
                <a:lnTo>
                  <a:pt x="720" y="454"/>
                </a:lnTo>
                <a:lnTo>
                  <a:pt x="720" y="453"/>
                </a:lnTo>
                <a:lnTo>
                  <a:pt x="719" y="453"/>
                </a:lnTo>
                <a:lnTo>
                  <a:pt x="719" y="452"/>
                </a:lnTo>
                <a:lnTo>
                  <a:pt x="719" y="451"/>
                </a:lnTo>
                <a:lnTo>
                  <a:pt x="718" y="451"/>
                </a:lnTo>
                <a:lnTo>
                  <a:pt x="718" y="450"/>
                </a:lnTo>
                <a:lnTo>
                  <a:pt x="718" y="451"/>
                </a:lnTo>
                <a:lnTo>
                  <a:pt x="717" y="451"/>
                </a:lnTo>
                <a:lnTo>
                  <a:pt x="717" y="452"/>
                </a:lnTo>
                <a:lnTo>
                  <a:pt x="716" y="452"/>
                </a:lnTo>
                <a:lnTo>
                  <a:pt x="716" y="451"/>
                </a:lnTo>
                <a:lnTo>
                  <a:pt x="716" y="452"/>
                </a:lnTo>
                <a:lnTo>
                  <a:pt x="715" y="452"/>
                </a:lnTo>
                <a:lnTo>
                  <a:pt x="715" y="453"/>
                </a:lnTo>
                <a:lnTo>
                  <a:pt x="714" y="453"/>
                </a:lnTo>
                <a:lnTo>
                  <a:pt x="714" y="452"/>
                </a:lnTo>
                <a:lnTo>
                  <a:pt x="713" y="452"/>
                </a:lnTo>
                <a:lnTo>
                  <a:pt x="714" y="451"/>
                </a:lnTo>
                <a:lnTo>
                  <a:pt x="714" y="450"/>
                </a:lnTo>
                <a:lnTo>
                  <a:pt x="714" y="449"/>
                </a:lnTo>
                <a:lnTo>
                  <a:pt x="713" y="449"/>
                </a:lnTo>
                <a:lnTo>
                  <a:pt x="714" y="449"/>
                </a:lnTo>
                <a:lnTo>
                  <a:pt x="713" y="449"/>
                </a:lnTo>
                <a:lnTo>
                  <a:pt x="713" y="448"/>
                </a:lnTo>
                <a:lnTo>
                  <a:pt x="713" y="447"/>
                </a:lnTo>
                <a:lnTo>
                  <a:pt x="714" y="447"/>
                </a:lnTo>
                <a:lnTo>
                  <a:pt x="713" y="447"/>
                </a:lnTo>
                <a:lnTo>
                  <a:pt x="713" y="446"/>
                </a:lnTo>
                <a:lnTo>
                  <a:pt x="713" y="445"/>
                </a:lnTo>
                <a:lnTo>
                  <a:pt x="712" y="445"/>
                </a:lnTo>
                <a:lnTo>
                  <a:pt x="712" y="444"/>
                </a:lnTo>
                <a:lnTo>
                  <a:pt x="711" y="444"/>
                </a:lnTo>
                <a:lnTo>
                  <a:pt x="710" y="444"/>
                </a:lnTo>
                <a:lnTo>
                  <a:pt x="710" y="443"/>
                </a:lnTo>
                <a:lnTo>
                  <a:pt x="709" y="443"/>
                </a:lnTo>
                <a:lnTo>
                  <a:pt x="707" y="443"/>
                </a:lnTo>
                <a:lnTo>
                  <a:pt x="706" y="443"/>
                </a:lnTo>
                <a:lnTo>
                  <a:pt x="705" y="443"/>
                </a:lnTo>
                <a:lnTo>
                  <a:pt x="705" y="442"/>
                </a:lnTo>
                <a:lnTo>
                  <a:pt x="705" y="441"/>
                </a:lnTo>
                <a:lnTo>
                  <a:pt x="704" y="441"/>
                </a:lnTo>
                <a:lnTo>
                  <a:pt x="703" y="441"/>
                </a:lnTo>
                <a:lnTo>
                  <a:pt x="702" y="440"/>
                </a:lnTo>
                <a:lnTo>
                  <a:pt x="701" y="439"/>
                </a:lnTo>
                <a:lnTo>
                  <a:pt x="701" y="440"/>
                </a:lnTo>
                <a:lnTo>
                  <a:pt x="700" y="440"/>
                </a:lnTo>
                <a:lnTo>
                  <a:pt x="699" y="440"/>
                </a:lnTo>
                <a:lnTo>
                  <a:pt x="699" y="439"/>
                </a:lnTo>
                <a:lnTo>
                  <a:pt x="698" y="439"/>
                </a:lnTo>
                <a:lnTo>
                  <a:pt x="698" y="438"/>
                </a:lnTo>
                <a:lnTo>
                  <a:pt x="697" y="438"/>
                </a:lnTo>
                <a:lnTo>
                  <a:pt x="697" y="437"/>
                </a:lnTo>
                <a:lnTo>
                  <a:pt x="696" y="437"/>
                </a:lnTo>
                <a:lnTo>
                  <a:pt x="696" y="438"/>
                </a:lnTo>
                <a:lnTo>
                  <a:pt x="695" y="438"/>
                </a:lnTo>
                <a:lnTo>
                  <a:pt x="694" y="438"/>
                </a:lnTo>
                <a:lnTo>
                  <a:pt x="693" y="438"/>
                </a:lnTo>
                <a:lnTo>
                  <a:pt x="693" y="439"/>
                </a:lnTo>
                <a:lnTo>
                  <a:pt x="693" y="440"/>
                </a:lnTo>
                <a:lnTo>
                  <a:pt x="692" y="440"/>
                </a:lnTo>
                <a:lnTo>
                  <a:pt x="692" y="441"/>
                </a:lnTo>
                <a:lnTo>
                  <a:pt x="691" y="442"/>
                </a:lnTo>
                <a:lnTo>
                  <a:pt x="692" y="443"/>
                </a:lnTo>
                <a:lnTo>
                  <a:pt x="693" y="444"/>
                </a:lnTo>
                <a:lnTo>
                  <a:pt x="694" y="444"/>
                </a:lnTo>
                <a:lnTo>
                  <a:pt x="694" y="445"/>
                </a:lnTo>
                <a:lnTo>
                  <a:pt x="693" y="445"/>
                </a:lnTo>
                <a:lnTo>
                  <a:pt x="693" y="446"/>
                </a:lnTo>
                <a:lnTo>
                  <a:pt x="694" y="446"/>
                </a:lnTo>
                <a:lnTo>
                  <a:pt x="695" y="446"/>
                </a:lnTo>
                <a:lnTo>
                  <a:pt x="696" y="447"/>
                </a:lnTo>
                <a:lnTo>
                  <a:pt x="695" y="447"/>
                </a:lnTo>
                <a:lnTo>
                  <a:pt x="696" y="448"/>
                </a:lnTo>
                <a:lnTo>
                  <a:pt x="696" y="447"/>
                </a:lnTo>
                <a:lnTo>
                  <a:pt x="697" y="447"/>
                </a:lnTo>
                <a:lnTo>
                  <a:pt x="697" y="448"/>
                </a:lnTo>
                <a:lnTo>
                  <a:pt x="698" y="448"/>
                </a:lnTo>
                <a:lnTo>
                  <a:pt x="698" y="449"/>
                </a:lnTo>
                <a:lnTo>
                  <a:pt x="699" y="449"/>
                </a:lnTo>
                <a:lnTo>
                  <a:pt x="699" y="448"/>
                </a:lnTo>
                <a:lnTo>
                  <a:pt x="699" y="449"/>
                </a:lnTo>
                <a:lnTo>
                  <a:pt x="700" y="449"/>
                </a:lnTo>
                <a:lnTo>
                  <a:pt x="699" y="449"/>
                </a:lnTo>
                <a:lnTo>
                  <a:pt x="699" y="450"/>
                </a:lnTo>
                <a:lnTo>
                  <a:pt x="700" y="450"/>
                </a:lnTo>
                <a:lnTo>
                  <a:pt x="700" y="451"/>
                </a:lnTo>
                <a:lnTo>
                  <a:pt x="701" y="451"/>
                </a:lnTo>
                <a:lnTo>
                  <a:pt x="701" y="452"/>
                </a:lnTo>
                <a:lnTo>
                  <a:pt x="701" y="453"/>
                </a:lnTo>
                <a:lnTo>
                  <a:pt x="702" y="453"/>
                </a:lnTo>
                <a:lnTo>
                  <a:pt x="702" y="454"/>
                </a:lnTo>
                <a:lnTo>
                  <a:pt x="701" y="454"/>
                </a:lnTo>
                <a:lnTo>
                  <a:pt x="702" y="455"/>
                </a:lnTo>
                <a:lnTo>
                  <a:pt x="703" y="456"/>
                </a:lnTo>
                <a:lnTo>
                  <a:pt x="704" y="456"/>
                </a:lnTo>
                <a:lnTo>
                  <a:pt x="705" y="456"/>
                </a:lnTo>
                <a:lnTo>
                  <a:pt x="706" y="457"/>
                </a:lnTo>
                <a:lnTo>
                  <a:pt x="706" y="458"/>
                </a:lnTo>
                <a:lnTo>
                  <a:pt x="705" y="458"/>
                </a:lnTo>
                <a:lnTo>
                  <a:pt x="705" y="459"/>
                </a:lnTo>
                <a:lnTo>
                  <a:pt x="706" y="459"/>
                </a:lnTo>
                <a:lnTo>
                  <a:pt x="706" y="460"/>
                </a:lnTo>
                <a:lnTo>
                  <a:pt x="705" y="460"/>
                </a:lnTo>
                <a:lnTo>
                  <a:pt x="705" y="461"/>
                </a:lnTo>
                <a:lnTo>
                  <a:pt x="706" y="461"/>
                </a:lnTo>
                <a:lnTo>
                  <a:pt x="706" y="462"/>
                </a:lnTo>
                <a:lnTo>
                  <a:pt x="706" y="463"/>
                </a:lnTo>
                <a:lnTo>
                  <a:pt x="707" y="464"/>
                </a:lnTo>
                <a:lnTo>
                  <a:pt x="707" y="465"/>
                </a:lnTo>
                <a:lnTo>
                  <a:pt x="708" y="465"/>
                </a:lnTo>
                <a:lnTo>
                  <a:pt x="708" y="466"/>
                </a:lnTo>
                <a:lnTo>
                  <a:pt x="708" y="467"/>
                </a:lnTo>
                <a:lnTo>
                  <a:pt x="707" y="467"/>
                </a:lnTo>
                <a:lnTo>
                  <a:pt x="707" y="468"/>
                </a:lnTo>
                <a:lnTo>
                  <a:pt x="706" y="468"/>
                </a:lnTo>
                <a:lnTo>
                  <a:pt x="705" y="468"/>
                </a:lnTo>
                <a:lnTo>
                  <a:pt x="705" y="467"/>
                </a:lnTo>
                <a:lnTo>
                  <a:pt x="704" y="467"/>
                </a:lnTo>
                <a:lnTo>
                  <a:pt x="703" y="467"/>
                </a:lnTo>
                <a:lnTo>
                  <a:pt x="703" y="466"/>
                </a:lnTo>
                <a:lnTo>
                  <a:pt x="702" y="466"/>
                </a:lnTo>
                <a:lnTo>
                  <a:pt x="702" y="465"/>
                </a:lnTo>
                <a:lnTo>
                  <a:pt x="702" y="464"/>
                </a:lnTo>
                <a:lnTo>
                  <a:pt x="701" y="464"/>
                </a:lnTo>
                <a:lnTo>
                  <a:pt x="700" y="464"/>
                </a:lnTo>
                <a:lnTo>
                  <a:pt x="700" y="463"/>
                </a:lnTo>
                <a:lnTo>
                  <a:pt x="700" y="462"/>
                </a:lnTo>
                <a:lnTo>
                  <a:pt x="699" y="462"/>
                </a:lnTo>
                <a:lnTo>
                  <a:pt x="698" y="461"/>
                </a:lnTo>
                <a:lnTo>
                  <a:pt x="697" y="461"/>
                </a:lnTo>
                <a:lnTo>
                  <a:pt x="696" y="461"/>
                </a:lnTo>
                <a:lnTo>
                  <a:pt x="695" y="461"/>
                </a:lnTo>
                <a:lnTo>
                  <a:pt x="694" y="461"/>
                </a:lnTo>
                <a:lnTo>
                  <a:pt x="694" y="460"/>
                </a:lnTo>
                <a:lnTo>
                  <a:pt x="693" y="460"/>
                </a:lnTo>
                <a:lnTo>
                  <a:pt x="693" y="459"/>
                </a:lnTo>
                <a:lnTo>
                  <a:pt x="692" y="459"/>
                </a:lnTo>
                <a:lnTo>
                  <a:pt x="692" y="458"/>
                </a:lnTo>
                <a:lnTo>
                  <a:pt x="691" y="458"/>
                </a:lnTo>
                <a:lnTo>
                  <a:pt x="690" y="458"/>
                </a:lnTo>
                <a:lnTo>
                  <a:pt x="689" y="458"/>
                </a:lnTo>
                <a:lnTo>
                  <a:pt x="688" y="458"/>
                </a:lnTo>
                <a:lnTo>
                  <a:pt x="687" y="458"/>
                </a:lnTo>
                <a:lnTo>
                  <a:pt x="687" y="457"/>
                </a:lnTo>
                <a:lnTo>
                  <a:pt x="686" y="457"/>
                </a:lnTo>
                <a:lnTo>
                  <a:pt x="686" y="456"/>
                </a:lnTo>
                <a:lnTo>
                  <a:pt x="686" y="455"/>
                </a:lnTo>
                <a:lnTo>
                  <a:pt x="685" y="455"/>
                </a:lnTo>
                <a:lnTo>
                  <a:pt x="685" y="456"/>
                </a:lnTo>
                <a:lnTo>
                  <a:pt x="684" y="456"/>
                </a:lnTo>
                <a:lnTo>
                  <a:pt x="683" y="456"/>
                </a:lnTo>
                <a:lnTo>
                  <a:pt x="683" y="455"/>
                </a:lnTo>
                <a:lnTo>
                  <a:pt x="682" y="455"/>
                </a:lnTo>
                <a:lnTo>
                  <a:pt x="681" y="455"/>
                </a:lnTo>
                <a:lnTo>
                  <a:pt x="681" y="454"/>
                </a:lnTo>
                <a:lnTo>
                  <a:pt x="680" y="454"/>
                </a:lnTo>
                <a:lnTo>
                  <a:pt x="679" y="454"/>
                </a:lnTo>
                <a:lnTo>
                  <a:pt x="679" y="453"/>
                </a:lnTo>
                <a:lnTo>
                  <a:pt x="677" y="453"/>
                </a:lnTo>
                <a:lnTo>
                  <a:pt x="677" y="452"/>
                </a:lnTo>
                <a:lnTo>
                  <a:pt x="676" y="452"/>
                </a:lnTo>
                <a:lnTo>
                  <a:pt x="676" y="453"/>
                </a:lnTo>
                <a:lnTo>
                  <a:pt x="675" y="453"/>
                </a:lnTo>
                <a:lnTo>
                  <a:pt x="675" y="452"/>
                </a:lnTo>
                <a:lnTo>
                  <a:pt x="675" y="453"/>
                </a:lnTo>
                <a:lnTo>
                  <a:pt x="674" y="453"/>
                </a:lnTo>
                <a:lnTo>
                  <a:pt x="674" y="452"/>
                </a:lnTo>
                <a:lnTo>
                  <a:pt x="674" y="451"/>
                </a:lnTo>
                <a:lnTo>
                  <a:pt x="673" y="451"/>
                </a:lnTo>
                <a:lnTo>
                  <a:pt x="672" y="451"/>
                </a:lnTo>
                <a:lnTo>
                  <a:pt x="672" y="450"/>
                </a:lnTo>
                <a:lnTo>
                  <a:pt x="671" y="450"/>
                </a:lnTo>
                <a:lnTo>
                  <a:pt x="671" y="449"/>
                </a:lnTo>
                <a:lnTo>
                  <a:pt x="671" y="448"/>
                </a:lnTo>
                <a:lnTo>
                  <a:pt x="670" y="448"/>
                </a:lnTo>
                <a:lnTo>
                  <a:pt x="670" y="449"/>
                </a:lnTo>
                <a:lnTo>
                  <a:pt x="669" y="448"/>
                </a:lnTo>
                <a:lnTo>
                  <a:pt x="668" y="448"/>
                </a:lnTo>
                <a:lnTo>
                  <a:pt x="667" y="448"/>
                </a:lnTo>
                <a:lnTo>
                  <a:pt x="666" y="448"/>
                </a:lnTo>
                <a:lnTo>
                  <a:pt x="666" y="447"/>
                </a:lnTo>
                <a:lnTo>
                  <a:pt x="665" y="447"/>
                </a:lnTo>
                <a:lnTo>
                  <a:pt x="664" y="447"/>
                </a:lnTo>
                <a:lnTo>
                  <a:pt x="664" y="446"/>
                </a:lnTo>
                <a:lnTo>
                  <a:pt x="663" y="446"/>
                </a:lnTo>
                <a:lnTo>
                  <a:pt x="662" y="446"/>
                </a:lnTo>
                <a:lnTo>
                  <a:pt x="661" y="446"/>
                </a:lnTo>
                <a:lnTo>
                  <a:pt x="661" y="445"/>
                </a:lnTo>
                <a:lnTo>
                  <a:pt x="660" y="445"/>
                </a:lnTo>
                <a:lnTo>
                  <a:pt x="660" y="444"/>
                </a:lnTo>
                <a:lnTo>
                  <a:pt x="661" y="443"/>
                </a:lnTo>
                <a:lnTo>
                  <a:pt x="660" y="443"/>
                </a:lnTo>
                <a:lnTo>
                  <a:pt x="661" y="443"/>
                </a:lnTo>
                <a:lnTo>
                  <a:pt x="660" y="443"/>
                </a:lnTo>
                <a:lnTo>
                  <a:pt x="660" y="442"/>
                </a:lnTo>
                <a:lnTo>
                  <a:pt x="659" y="442"/>
                </a:lnTo>
                <a:lnTo>
                  <a:pt x="659" y="441"/>
                </a:lnTo>
                <a:lnTo>
                  <a:pt x="658" y="441"/>
                </a:lnTo>
                <a:lnTo>
                  <a:pt x="658" y="442"/>
                </a:lnTo>
                <a:lnTo>
                  <a:pt x="657" y="441"/>
                </a:lnTo>
                <a:lnTo>
                  <a:pt x="657" y="440"/>
                </a:lnTo>
                <a:lnTo>
                  <a:pt x="656" y="440"/>
                </a:lnTo>
                <a:lnTo>
                  <a:pt x="656" y="441"/>
                </a:lnTo>
                <a:lnTo>
                  <a:pt x="656" y="440"/>
                </a:lnTo>
                <a:lnTo>
                  <a:pt x="655" y="440"/>
                </a:lnTo>
                <a:lnTo>
                  <a:pt x="655" y="439"/>
                </a:lnTo>
                <a:lnTo>
                  <a:pt x="654" y="439"/>
                </a:lnTo>
                <a:lnTo>
                  <a:pt x="653" y="439"/>
                </a:lnTo>
                <a:lnTo>
                  <a:pt x="653" y="438"/>
                </a:lnTo>
                <a:lnTo>
                  <a:pt x="652" y="438"/>
                </a:lnTo>
                <a:lnTo>
                  <a:pt x="652" y="437"/>
                </a:lnTo>
                <a:lnTo>
                  <a:pt x="651" y="437"/>
                </a:lnTo>
                <a:lnTo>
                  <a:pt x="651" y="436"/>
                </a:lnTo>
                <a:lnTo>
                  <a:pt x="651" y="435"/>
                </a:lnTo>
                <a:lnTo>
                  <a:pt x="650" y="435"/>
                </a:lnTo>
                <a:lnTo>
                  <a:pt x="649" y="435"/>
                </a:lnTo>
                <a:lnTo>
                  <a:pt x="649" y="434"/>
                </a:lnTo>
                <a:lnTo>
                  <a:pt x="648" y="434"/>
                </a:lnTo>
                <a:lnTo>
                  <a:pt x="648" y="433"/>
                </a:lnTo>
                <a:lnTo>
                  <a:pt x="648" y="432"/>
                </a:lnTo>
                <a:lnTo>
                  <a:pt x="647" y="432"/>
                </a:lnTo>
                <a:lnTo>
                  <a:pt x="647" y="431"/>
                </a:lnTo>
                <a:lnTo>
                  <a:pt x="647" y="430"/>
                </a:lnTo>
                <a:lnTo>
                  <a:pt x="647" y="429"/>
                </a:lnTo>
                <a:lnTo>
                  <a:pt x="647" y="428"/>
                </a:lnTo>
                <a:lnTo>
                  <a:pt x="646" y="428"/>
                </a:lnTo>
                <a:lnTo>
                  <a:pt x="645" y="428"/>
                </a:lnTo>
                <a:lnTo>
                  <a:pt x="645" y="427"/>
                </a:lnTo>
                <a:lnTo>
                  <a:pt x="644" y="427"/>
                </a:lnTo>
                <a:lnTo>
                  <a:pt x="644" y="428"/>
                </a:lnTo>
                <a:lnTo>
                  <a:pt x="643" y="428"/>
                </a:lnTo>
                <a:lnTo>
                  <a:pt x="642" y="428"/>
                </a:lnTo>
                <a:lnTo>
                  <a:pt x="641" y="428"/>
                </a:lnTo>
                <a:lnTo>
                  <a:pt x="641" y="427"/>
                </a:lnTo>
                <a:lnTo>
                  <a:pt x="640" y="427"/>
                </a:lnTo>
                <a:lnTo>
                  <a:pt x="640" y="426"/>
                </a:lnTo>
                <a:lnTo>
                  <a:pt x="640" y="425"/>
                </a:lnTo>
                <a:lnTo>
                  <a:pt x="640" y="424"/>
                </a:lnTo>
                <a:lnTo>
                  <a:pt x="639" y="424"/>
                </a:lnTo>
                <a:lnTo>
                  <a:pt x="639" y="423"/>
                </a:lnTo>
                <a:lnTo>
                  <a:pt x="638" y="423"/>
                </a:lnTo>
                <a:lnTo>
                  <a:pt x="639" y="423"/>
                </a:lnTo>
                <a:lnTo>
                  <a:pt x="639" y="422"/>
                </a:lnTo>
                <a:lnTo>
                  <a:pt x="638" y="422"/>
                </a:lnTo>
                <a:lnTo>
                  <a:pt x="639" y="422"/>
                </a:lnTo>
                <a:lnTo>
                  <a:pt x="638" y="422"/>
                </a:lnTo>
                <a:lnTo>
                  <a:pt x="638" y="421"/>
                </a:lnTo>
                <a:lnTo>
                  <a:pt x="638" y="422"/>
                </a:lnTo>
                <a:lnTo>
                  <a:pt x="638" y="421"/>
                </a:lnTo>
                <a:lnTo>
                  <a:pt x="637" y="421"/>
                </a:lnTo>
                <a:lnTo>
                  <a:pt x="637" y="422"/>
                </a:lnTo>
                <a:lnTo>
                  <a:pt x="637" y="421"/>
                </a:lnTo>
                <a:lnTo>
                  <a:pt x="636" y="421"/>
                </a:lnTo>
                <a:lnTo>
                  <a:pt x="636" y="420"/>
                </a:lnTo>
                <a:lnTo>
                  <a:pt x="635" y="420"/>
                </a:lnTo>
                <a:lnTo>
                  <a:pt x="635" y="419"/>
                </a:lnTo>
                <a:lnTo>
                  <a:pt x="635" y="418"/>
                </a:lnTo>
                <a:lnTo>
                  <a:pt x="635" y="417"/>
                </a:lnTo>
                <a:lnTo>
                  <a:pt x="635" y="418"/>
                </a:lnTo>
                <a:lnTo>
                  <a:pt x="634" y="418"/>
                </a:lnTo>
                <a:lnTo>
                  <a:pt x="634" y="417"/>
                </a:lnTo>
                <a:lnTo>
                  <a:pt x="634" y="416"/>
                </a:lnTo>
                <a:lnTo>
                  <a:pt x="633" y="416"/>
                </a:lnTo>
                <a:lnTo>
                  <a:pt x="633" y="415"/>
                </a:lnTo>
                <a:lnTo>
                  <a:pt x="632" y="415"/>
                </a:lnTo>
                <a:lnTo>
                  <a:pt x="631" y="415"/>
                </a:lnTo>
                <a:lnTo>
                  <a:pt x="630" y="415"/>
                </a:lnTo>
                <a:lnTo>
                  <a:pt x="630" y="414"/>
                </a:lnTo>
                <a:lnTo>
                  <a:pt x="630" y="413"/>
                </a:lnTo>
                <a:lnTo>
                  <a:pt x="629" y="413"/>
                </a:lnTo>
                <a:lnTo>
                  <a:pt x="629" y="412"/>
                </a:lnTo>
                <a:lnTo>
                  <a:pt x="627" y="412"/>
                </a:lnTo>
                <a:lnTo>
                  <a:pt x="626" y="412"/>
                </a:lnTo>
                <a:lnTo>
                  <a:pt x="626" y="411"/>
                </a:lnTo>
                <a:lnTo>
                  <a:pt x="625" y="411"/>
                </a:lnTo>
                <a:lnTo>
                  <a:pt x="624" y="411"/>
                </a:lnTo>
                <a:lnTo>
                  <a:pt x="625" y="411"/>
                </a:lnTo>
                <a:lnTo>
                  <a:pt x="624" y="410"/>
                </a:lnTo>
                <a:lnTo>
                  <a:pt x="623" y="410"/>
                </a:lnTo>
                <a:lnTo>
                  <a:pt x="622" y="410"/>
                </a:lnTo>
                <a:lnTo>
                  <a:pt x="622" y="409"/>
                </a:lnTo>
                <a:lnTo>
                  <a:pt x="621" y="409"/>
                </a:lnTo>
                <a:lnTo>
                  <a:pt x="621" y="408"/>
                </a:lnTo>
                <a:lnTo>
                  <a:pt x="620" y="408"/>
                </a:lnTo>
                <a:lnTo>
                  <a:pt x="619" y="408"/>
                </a:lnTo>
                <a:lnTo>
                  <a:pt x="619" y="407"/>
                </a:lnTo>
                <a:lnTo>
                  <a:pt x="618" y="407"/>
                </a:lnTo>
                <a:lnTo>
                  <a:pt x="617" y="407"/>
                </a:lnTo>
                <a:lnTo>
                  <a:pt x="617" y="406"/>
                </a:lnTo>
                <a:lnTo>
                  <a:pt x="617" y="405"/>
                </a:lnTo>
                <a:lnTo>
                  <a:pt x="616" y="405"/>
                </a:lnTo>
                <a:lnTo>
                  <a:pt x="615" y="405"/>
                </a:lnTo>
                <a:lnTo>
                  <a:pt x="615" y="404"/>
                </a:lnTo>
                <a:lnTo>
                  <a:pt x="615" y="403"/>
                </a:lnTo>
                <a:lnTo>
                  <a:pt x="614" y="403"/>
                </a:lnTo>
                <a:lnTo>
                  <a:pt x="614" y="402"/>
                </a:lnTo>
                <a:lnTo>
                  <a:pt x="613" y="402"/>
                </a:lnTo>
                <a:lnTo>
                  <a:pt x="612" y="402"/>
                </a:lnTo>
                <a:lnTo>
                  <a:pt x="611" y="401"/>
                </a:lnTo>
                <a:lnTo>
                  <a:pt x="611" y="400"/>
                </a:lnTo>
                <a:lnTo>
                  <a:pt x="610" y="400"/>
                </a:lnTo>
                <a:lnTo>
                  <a:pt x="609" y="400"/>
                </a:lnTo>
                <a:lnTo>
                  <a:pt x="609" y="399"/>
                </a:lnTo>
                <a:lnTo>
                  <a:pt x="608" y="399"/>
                </a:lnTo>
                <a:lnTo>
                  <a:pt x="608" y="398"/>
                </a:lnTo>
                <a:lnTo>
                  <a:pt x="607" y="398"/>
                </a:lnTo>
                <a:lnTo>
                  <a:pt x="607" y="397"/>
                </a:lnTo>
                <a:lnTo>
                  <a:pt x="608" y="397"/>
                </a:lnTo>
                <a:lnTo>
                  <a:pt x="608" y="396"/>
                </a:lnTo>
                <a:lnTo>
                  <a:pt x="608" y="395"/>
                </a:lnTo>
                <a:lnTo>
                  <a:pt x="609" y="395"/>
                </a:lnTo>
                <a:lnTo>
                  <a:pt x="609" y="394"/>
                </a:lnTo>
                <a:lnTo>
                  <a:pt x="610" y="394"/>
                </a:lnTo>
                <a:lnTo>
                  <a:pt x="610" y="393"/>
                </a:lnTo>
                <a:lnTo>
                  <a:pt x="610" y="392"/>
                </a:lnTo>
                <a:lnTo>
                  <a:pt x="609" y="392"/>
                </a:lnTo>
                <a:lnTo>
                  <a:pt x="609" y="393"/>
                </a:lnTo>
                <a:lnTo>
                  <a:pt x="608" y="393"/>
                </a:lnTo>
                <a:lnTo>
                  <a:pt x="608" y="392"/>
                </a:lnTo>
                <a:lnTo>
                  <a:pt x="607" y="392"/>
                </a:lnTo>
                <a:lnTo>
                  <a:pt x="607" y="393"/>
                </a:lnTo>
                <a:lnTo>
                  <a:pt x="606" y="393"/>
                </a:lnTo>
                <a:lnTo>
                  <a:pt x="606" y="392"/>
                </a:lnTo>
                <a:lnTo>
                  <a:pt x="606" y="391"/>
                </a:lnTo>
                <a:lnTo>
                  <a:pt x="605" y="391"/>
                </a:lnTo>
                <a:lnTo>
                  <a:pt x="605" y="390"/>
                </a:lnTo>
                <a:lnTo>
                  <a:pt x="604" y="390"/>
                </a:lnTo>
                <a:lnTo>
                  <a:pt x="603" y="390"/>
                </a:lnTo>
                <a:lnTo>
                  <a:pt x="602" y="389"/>
                </a:lnTo>
                <a:lnTo>
                  <a:pt x="602" y="390"/>
                </a:lnTo>
                <a:lnTo>
                  <a:pt x="601" y="390"/>
                </a:lnTo>
                <a:lnTo>
                  <a:pt x="600" y="390"/>
                </a:lnTo>
                <a:lnTo>
                  <a:pt x="600" y="389"/>
                </a:lnTo>
                <a:lnTo>
                  <a:pt x="599" y="389"/>
                </a:lnTo>
                <a:lnTo>
                  <a:pt x="599" y="390"/>
                </a:lnTo>
                <a:lnTo>
                  <a:pt x="599" y="389"/>
                </a:lnTo>
                <a:lnTo>
                  <a:pt x="598" y="389"/>
                </a:lnTo>
                <a:lnTo>
                  <a:pt x="598" y="390"/>
                </a:lnTo>
                <a:lnTo>
                  <a:pt x="598" y="389"/>
                </a:lnTo>
                <a:lnTo>
                  <a:pt x="597" y="389"/>
                </a:lnTo>
                <a:lnTo>
                  <a:pt x="596" y="389"/>
                </a:lnTo>
                <a:lnTo>
                  <a:pt x="596" y="388"/>
                </a:lnTo>
                <a:lnTo>
                  <a:pt x="595" y="388"/>
                </a:lnTo>
                <a:lnTo>
                  <a:pt x="594" y="388"/>
                </a:lnTo>
                <a:lnTo>
                  <a:pt x="594" y="387"/>
                </a:lnTo>
                <a:lnTo>
                  <a:pt x="593" y="387"/>
                </a:lnTo>
                <a:lnTo>
                  <a:pt x="592" y="387"/>
                </a:lnTo>
                <a:lnTo>
                  <a:pt x="592" y="386"/>
                </a:lnTo>
                <a:lnTo>
                  <a:pt x="592" y="385"/>
                </a:lnTo>
                <a:lnTo>
                  <a:pt x="591" y="385"/>
                </a:lnTo>
                <a:lnTo>
                  <a:pt x="591" y="384"/>
                </a:lnTo>
                <a:lnTo>
                  <a:pt x="591" y="383"/>
                </a:lnTo>
                <a:lnTo>
                  <a:pt x="590" y="383"/>
                </a:lnTo>
                <a:lnTo>
                  <a:pt x="589" y="383"/>
                </a:lnTo>
                <a:lnTo>
                  <a:pt x="588" y="383"/>
                </a:lnTo>
                <a:lnTo>
                  <a:pt x="588" y="382"/>
                </a:lnTo>
                <a:lnTo>
                  <a:pt x="587" y="382"/>
                </a:lnTo>
                <a:lnTo>
                  <a:pt x="586" y="382"/>
                </a:lnTo>
                <a:lnTo>
                  <a:pt x="585" y="382"/>
                </a:lnTo>
                <a:lnTo>
                  <a:pt x="585" y="381"/>
                </a:lnTo>
                <a:lnTo>
                  <a:pt x="585" y="380"/>
                </a:lnTo>
                <a:lnTo>
                  <a:pt x="584" y="380"/>
                </a:lnTo>
                <a:lnTo>
                  <a:pt x="584" y="379"/>
                </a:lnTo>
                <a:lnTo>
                  <a:pt x="585" y="379"/>
                </a:lnTo>
                <a:lnTo>
                  <a:pt x="584" y="379"/>
                </a:lnTo>
                <a:lnTo>
                  <a:pt x="583" y="379"/>
                </a:lnTo>
                <a:lnTo>
                  <a:pt x="582" y="379"/>
                </a:lnTo>
                <a:lnTo>
                  <a:pt x="581" y="379"/>
                </a:lnTo>
                <a:lnTo>
                  <a:pt x="580" y="379"/>
                </a:lnTo>
                <a:lnTo>
                  <a:pt x="579" y="379"/>
                </a:lnTo>
                <a:lnTo>
                  <a:pt x="578" y="379"/>
                </a:lnTo>
                <a:lnTo>
                  <a:pt x="578" y="380"/>
                </a:lnTo>
                <a:lnTo>
                  <a:pt x="577" y="381"/>
                </a:lnTo>
                <a:lnTo>
                  <a:pt x="577" y="382"/>
                </a:lnTo>
                <a:lnTo>
                  <a:pt x="576" y="382"/>
                </a:lnTo>
                <a:lnTo>
                  <a:pt x="576" y="383"/>
                </a:lnTo>
                <a:lnTo>
                  <a:pt x="575" y="383"/>
                </a:lnTo>
                <a:lnTo>
                  <a:pt x="574" y="384"/>
                </a:lnTo>
                <a:lnTo>
                  <a:pt x="574" y="385"/>
                </a:lnTo>
                <a:lnTo>
                  <a:pt x="573" y="385"/>
                </a:lnTo>
                <a:lnTo>
                  <a:pt x="573" y="386"/>
                </a:lnTo>
                <a:lnTo>
                  <a:pt x="572" y="386"/>
                </a:lnTo>
                <a:lnTo>
                  <a:pt x="572" y="387"/>
                </a:lnTo>
                <a:lnTo>
                  <a:pt x="571" y="387"/>
                </a:lnTo>
                <a:lnTo>
                  <a:pt x="571" y="388"/>
                </a:lnTo>
                <a:lnTo>
                  <a:pt x="571" y="389"/>
                </a:lnTo>
                <a:lnTo>
                  <a:pt x="569" y="389"/>
                </a:lnTo>
                <a:lnTo>
                  <a:pt x="568" y="389"/>
                </a:lnTo>
                <a:lnTo>
                  <a:pt x="567" y="389"/>
                </a:lnTo>
                <a:lnTo>
                  <a:pt x="567" y="390"/>
                </a:lnTo>
                <a:lnTo>
                  <a:pt x="566" y="390"/>
                </a:lnTo>
                <a:lnTo>
                  <a:pt x="566" y="391"/>
                </a:lnTo>
                <a:lnTo>
                  <a:pt x="567" y="391"/>
                </a:lnTo>
                <a:lnTo>
                  <a:pt x="567" y="392"/>
                </a:lnTo>
                <a:lnTo>
                  <a:pt x="567" y="393"/>
                </a:lnTo>
                <a:lnTo>
                  <a:pt x="566" y="393"/>
                </a:lnTo>
                <a:lnTo>
                  <a:pt x="565" y="393"/>
                </a:lnTo>
                <a:lnTo>
                  <a:pt x="565" y="394"/>
                </a:lnTo>
                <a:lnTo>
                  <a:pt x="564" y="394"/>
                </a:lnTo>
                <a:lnTo>
                  <a:pt x="564" y="395"/>
                </a:lnTo>
                <a:lnTo>
                  <a:pt x="563" y="395"/>
                </a:lnTo>
                <a:lnTo>
                  <a:pt x="562" y="395"/>
                </a:lnTo>
                <a:lnTo>
                  <a:pt x="562" y="394"/>
                </a:lnTo>
                <a:lnTo>
                  <a:pt x="561" y="394"/>
                </a:lnTo>
                <a:lnTo>
                  <a:pt x="561" y="393"/>
                </a:lnTo>
                <a:lnTo>
                  <a:pt x="560" y="393"/>
                </a:lnTo>
                <a:lnTo>
                  <a:pt x="559" y="393"/>
                </a:lnTo>
                <a:lnTo>
                  <a:pt x="558" y="392"/>
                </a:lnTo>
                <a:lnTo>
                  <a:pt x="558" y="393"/>
                </a:lnTo>
                <a:lnTo>
                  <a:pt x="558" y="392"/>
                </a:lnTo>
                <a:lnTo>
                  <a:pt x="557" y="392"/>
                </a:lnTo>
                <a:lnTo>
                  <a:pt x="557" y="393"/>
                </a:lnTo>
                <a:lnTo>
                  <a:pt x="556" y="393"/>
                </a:lnTo>
                <a:lnTo>
                  <a:pt x="555" y="393"/>
                </a:lnTo>
                <a:lnTo>
                  <a:pt x="554" y="393"/>
                </a:lnTo>
                <a:lnTo>
                  <a:pt x="554" y="392"/>
                </a:lnTo>
                <a:lnTo>
                  <a:pt x="553" y="392"/>
                </a:lnTo>
                <a:lnTo>
                  <a:pt x="552" y="392"/>
                </a:lnTo>
                <a:lnTo>
                  <a:pt x="551" y="392"/>
                </a:lnTo>
                <a:lnTo>
                  <a:pt x="551" y="391"/>
                </a:lnTo>
                <a:lnTo>
                  <a:pt x="550" y="391"/>
                </a:lnTo>
                <a:lnTo>
                  <a:pt x="550" y="390"/>
                </a:lnTo>
                <a:lnTo>
                  <a:pt x="550" y="389"/>
                </a:lnTo>
                <a:lnTo>
                  <a:pt x="550" y="388"/>
                </a:lnTo>
                <a:lnTo>
                  <a:pt x="549" y="388"/>
                </a:lnTo>
                <a:lnTo>
                  <a:pt x="548" y="388"/>
                </a:lnTo>
                <a:lnTo>
                  <a:pt x="547" y="388"/>
                </a:lnTo>
                <a:lnTo>
                  <a:pt x="547" y="387"/>
                </a:lnTo>
                <a:lnTo>
                  <a:pt x="547" y="386"/>
                </a:lnTo>
                <a:lnTo>
                  <a:pt x="547" y="385"/>
                </a:lnTo>
                <a:lnTo>
                  <a:pt x="546" y="385"/>
                </a:lnTo>
                <a:lnTo>
                  <a:pt x="545" y="385"/>
                </a:lnTo>
                <a:lnTo>
                  <a:pt x="543" y="385"/>
                </a:lnTo>
                <a:lnTo>
                  <a:pt x="542" y="384"/>
                </a:lnTo>
                <a:lnTo>
                  <a:pt x="541" y="384"/>
                </a:lnTo>
                <a:lnTo>
                  <a:pt x="540" y="384"/>
                </a:lnTo>
                <a:lnTo>
                  <a:pt x="539" y="384"/>
                </a:lnTo>
                <a:lnTo>
                  <a:pt x="538" y="384"/>
                </a:lnTo>
                <a:lnTo>
                  <a:pt x="537" y="384"/>
                </a:lnTo>
                <a:lnTo>
                  <a:pt x="537" y="385"/>
                </a:lnTo>
                <a:lnTo>
                  <a:pt x="537" y="387"/>
                </a:lnTo>
                <a:lnTo>
                  <a:pt x="537" y="388"/>
                </a:lnTo>
                <a:lnTo>
                  <a:pt x="536" y="388"/>
                </a:lnTo>
                <a:lnTo>
                  <a:pt x="536" y="390"/>
                </a:lnTo>
                <a:lnTo>
                  <a:pt x="536" y="391"/>
                </a:lnTo>
                <a:lnTo>
                  <a:pt x="535" y="391"/>
                </a:lnTo>
                <a:lnTo>
                  <a:pt x="535" y="392"/>
                </a:lnTo>
                <a:lnTo>
                  <a:pt x="534" y="393"/>
                </a:lnTo>
                <a:lnTo>
                  <a:pt x="534" y="394"/>
                </a:lnTo>
                <a:lnTo>
                  <a:pt x="533" y="394"/>
                </a:lnTo>
                <a:lnTo>
                  <a:pt x="533" y="395"/>
                </a:lnTo>
                <a:lnTo>
                  <a:pt x="533" y="396"/>
                </a:lnTo>
                <a:lnTo>
                  <a:pt x="532" y="396"/>
                </a:lnTo>
                <a:lnTo>
                  <a:pt x="532" y="397"/>
                </a:lnTo>
                <a:lnTo>
                  <a:pt x="533" y="397"/>
                </a:lnTo>
                <a:lnTo>
                  <a:pt x="534" y="397"/>
                </a:lnTo>
                <a:lnTo>
                  <a:pt x="534" y="399"/>
                </a:lnTo>
                <a:lnTo>
                  <a:pt x="534" y="400"/>
                </a:lnTo>
                <a:lnTo>
                  <a:pt x="533" y="400"/>
                </a:lnTo>
                <a:lnTo>
                  <a:pt x="532" y="400"/>
                </a:lnTo>
                <a:lnTo>
                  <a:pt x="532" y="401"/>
                </a:lnTo>
                <a:lnTo>
                  <a:pt x="531" y="401"/>
                </a:lnTo>
                <a:lnTo>
                  <a:pt x="530" y="401"/>
                </a:lnTo>
                <a:lnTo>
                  <a:pt x="530" y="402"/>
                </a:lnTo>
                <a:lnTo>
                  <a:pt x="529" y="402"/>
                </a:lnTo>
                <a:lnTo>
                  <a:pt x="529" y="403"/>
                </a:lnTo>
                <a:lnTo>
                  <a:pt x="528" y="403"/>
                </a:lnTo>
                <a:lnTo>
                  <a:pt x="528" y="404"/>
                </a:lnTo>
                <a:lnTo>
                  <a:pt x="527" y="404"/>
                </a:lnTo>
                <a:lnTo>
                  <a:pt x="526" y="404"/>
                </a:lnTo>
                <a:lnTo>
                  <a:pt x="526" y="405"/>
                </a:lnTo>
                <a:lnTo>
                  <a:pt x="525" y="405"/>
                </a:lnTo>
                <a:lnTo>
                  <a:pt x="525" y="406"/>
                </a:lnTo>
                <a:lnTo>
                  <a:pt x="524" y="406"/>
                </a:lnTo>
                <a:lnTo>
                  <a:pt x="524" y="407"/>
                </a:lnTo>
                <a:lnTo>
                  <a:pt x="523" y="407"/>
                </a:lnTo>
                <a:lnTo>
                  <a:pt x="522" y="407"/>
                </a:lnTo>
                <a:lnTo>
                  <a:pt x="522" y="408"/>
                </a:lnTo>
                <a:lnTo>
                  <a:pt x="521" y="408"/>
                </a:lnTo>
                <a:lnTo>
                  <a:pt x="522" y="408"/>
                </a:lnTo>
                <a:lnTo>
                  <a:pt x="521" y="408"/>
                </a:lnTo>
                <a:lnTo>
                  <a:pt x="521" y="409"/>
                </a:lnTo>
                <a:lnTo>
                  <a:pt x="520" y="409"/>
                </a:lnTo>
                <a:lnTo>
                  <a:pt x="520" y="410"/>
                </a:lnTo>
                <a:lnTo>
                  <a:pt x="519" y="410"/>
                </a:lnTo>
                <a:lnTo>
                  <a:pt x="519" y="409"/>
                </a:lnTo>
                <a:lnTo>
                  <a:pt x="518" y="409"/>
                </a:lnTo>
                <a:lnTo>
                  <a:pt x="518" y="408"/>
                </a:lnTo>
                <a:lnTo>
                  <a:pt x="518" y="407"/>
                </a:lnTo>
                <a:lnTo>
                  <a:pt x="517" y="407"/>
                </a:lnTo>
                <a:lnTo>
                  <a:pt x="517" y="406"/>
                </a:lnTo>
                <a:lnTo>
                  <a:pt x="516" y="406"/>
                </a:lnTo>
                <a:lnTo>
                  <a:pt x="515" y="406"/>
                </a:lnTo>
                <a:lnTo>
                  <a:pt x="515" y="405"/>
                </a:lnTo>
                <a:lnTo>
                  <a:pt x="514" y="405"/>
                </a:lnTo>
                <a:lnTo>
                  <a:pt x="513" y="405"/>
                </a:lnTo>
                <a:lnTo>
                  <a:pt x="513" y="404"/>
                </a:lnTo>
                <a:lnTo>
                  <a:pt x="513" y="403"/>
                </a:lnTo>
                <a:lnTo>
                  <a:pt x="512" y="403"/>
                </a:lnTo>
                <a:lnTo>
                  <a:pt x="512" y="402"/>
                </a:lnTo>
                <a:lnTo>
                  <a:pt x="511" y="402"/>
                </a:lnTo>
                <a:lnTo>
                  <a:pt x="510" y="402"/>
                </a:lnTo>
                <a:lnTo>
                  <a:pt x="509" y="402"/>
                </a:lnTo>
                <a:lnTo>
                  <a:pt x="508" y="402"/>
                </a:lnTo>
                <a:lnTo>
                  <a:pt x="508" y="401"/>
                </a:lnTo>
                <a:lnTo>
                  <a:pt x="507" y="401"/>
                </a:lnTo>
                <a:lnTo>
                  <a:pt x="506" y="401"/>
                </a:lnTo>
                <a:lnTo>
                  <a:pt x="506" y="400"/>
                </a:lnTo>
                <a:lnTo>
                  <a:pt x="505" y="400"/>
                </a:lnTo>
                <a:lnTo>
                  <a:pt x="504" y="400"/>
                </a:lnTo>
                <a:lnTo>
                  <a:pt x="503" y="400"/>
                </a:lnTo>
                <a:lnTo>
                  <a:pt x="502" y="400"/>
                </a:lnTo>
                <a:lnTo>
                  <a:pt x="502" y="399"/>
                </a:lnTo>
                <a:lnTo>
                  <a:pt x="501" y="399"/>
                </a:lnTo>
                <a:lnTo>
                  <a:pt x="501" y="398"/>
                </a:lnTo>
                <a:lnTo>
                  <a:pt x="500" y="398"/>
                </a:lnTo>
                <a:lnTo>
                  <a:pt x="499" y="398"/>
                </a:lnTo>
                <a:lnTo>
                  <a:pt x="499" y="397"/>
                </a:lnTo>
                <a:lnTo>
                  <a:pt x="498" y="397"/>
                </a:lnTo>
                <a:lnTo>
                  <a:pt x="498" y="396"/>
                </a:lnTo>
                <a:lnTo>
                  <a:pt x="497" y="396"/>
                </a:lnTo>
                <a:lnTo>
                  <a:pt x="496" y="396"/>
                </a:lnTo>
                <a:lnTo>
                  <a:pt x="496" y="395"/>
                </a:lnTo>
                <a:lnTo>
                  <a:pt x="495" y="395"/>
                </a:lnTo>
                <a:lnTo>
                  <a:pt x="495" y="394"/>
                </a:lnTo>
                <a:lnTo>
                  <a:pt x="494" y="394"/>
                </a:lnTo>
                <a:lnTo>
                  <a:pt x="493" y="394"/>
                </a:lnTo>
                <a:lnTo>
                  <a:pt x="492" y="394"/>
                </a:lnTo>
                <a:lnTo>
                  <a:pt x="491" y="394"/>
                </a:lnTo>
                <a:lnTo>
                  <a:pt x="490" y="394"/>
                </a:lnTo>
                <a:lnTo>
                  <a:pt x="489" y="394"/>
                </a:lnTo>
                <a:lnTo>
                  <a:pt x="489" y="393"/>
                </a:lnTo>
                <a:lnTo>
                  <a:pt x="489" y="392"/>
                </a:lnTo>
                <a:lnTo>
                  <a:pt x="488" y="392"/>
                </a:lnTo>
                <a:lnTo>
                  <a:pt x="487" y="392"/>
                </a:lnTo>
                <a:lnTo>
                  <a:pt x="487" y="391"/>
                </a:lnTo>
                <a:lnTo>
                  <a:pt x="486" y="391"/>
                </a:lnTo>
                <a:lnTo>
                  <a:pt x="485" y="391"/>
                </a:lnTo>
                <a:lnTo>
                  <a:pt x="483" y="391"/>
                </a:lnTo>
                <a:lnTo>
                  <a:pt x="482" y="391"/>
                </a:lnTo>
                <a:lnTo>
                  <a:pt x="483" y="391"/>
                </a:lnTo>
                <a:lnTo>
                  <a:pt x="482" y="391"/>
                </a:lnTo>
                <a:lnTo>
                  <a:pt x="482" y="390"/>
                </a:lnTo>
                <a:lnTo>
                  <a:pt x="482" y="389"/>
                </a:lnTo>
                <a:lnTo>
                  <a:pt x="483" y="389"/>
                </a:lnTo>
                <a:lnTo>
                  <a:pt x="483" y="387"/>
                </a:lnTo>
                <a:lnTo>
                  <a:pt x="482" y="387"/>
                </a:lnTo>
                <a:lnTo>
                  <a:pt x="481" y="387"/>
                </a:lnTo>
                <a:lnTo>
                  <a:pt x="481" y="386"/>
                </a:lnTo>
                <a:lnTo>
                  <a:pt x="480" y="386"/>
                </a:lnTo>
                <a:lnTo>
                  <a:pt x="479" y="386"/>
                </a:lnTo>
                <a:lnTo>
                  <a:pt x="479" y="385"/>
                </a:lnTo>
                <a:lnTo>
                  <a:pt x="478" y="385"/>
                </a:lnTo>
                <a:lnTo>
                  <a:pt x="477" y="385"/>
                </a:lnTo>
                <a:lnTo>
                  <a:pt x="477" y="384"/>
                </a:lnTo>
                <a:lnTo>
                  <a:pt x="476" y="384"/>
                </a:lnTo>
                <a:lnTo>
                  <a:pt x="475" y="384"/>
                </a:lnTo>
                <a:lnTo>
                  <a:pt x="474" y="384"/>
                </a:lnTo>
                <a:lnTo>
                  <a:pt x="474" y="383"/>
                </a:lnTo>
                <a:lnTo>
                  <a:pt x="473" y="383"/>
                </a:lnTo>
                <a:lnTo>
                  <a:pt x="473" y="382"/>
                </a:lnTo>
                <a:lnTo>
                  <a:pt x="472" y="382"/>
                </a:lnTo>
                <a:lnTo>
                  <a:pt x="471" y="382"/>
                </a:lnTo>
                <a:lnTo>
                  <a:pt x="471" y="381"/>
                </a:lnTo>
                <a:lnTo>
                  <a:pt x="470" y="381"/>
                </a:lnTo>
                <a:lnTo>
                  <a:pt x="469" y="381"/>
                </a:lnTo>
                <a:lnTo>
                  <a:pt x="468" y="381"/>
                </a:lnTo>
                <a:lnTo>
                  <a:pt x="468" y="380"/>
                </a:lnTo>
                <a:lnTo>
                  <a:pt x="467" y="380"/>
                </a:lnTo>
                <a:lnTo>
                  <a:pt x="466" y="380"/>
                </a:lnTo>
                <a:lnTo>
                  <a:pt x="465" y="380"/>
                </a:lnTo>
                <a:lnTo>
                  <a:pt x="465" y="379"/>
                </a:lnTo>
                <a:lnTo>
                  <a:pt x="465" y="378"/>
                </a:lnTo>
                <a:lnTo>
                  <a:pt x="464" y="378"/>
                </a:lnTo>
                <a:lnTo>
                  <a:pt x="464" y="377"/>
                </a:lnTo>
                <a:lnTo>
                  <a:pt x="463" y="377"/>
                </a:lnTo>
                <a:lnTo>
                  <a:pt x="463" y="376"/>
                </a:lnTo>
                <a:lnTo>
                  <a:pt x="462" y="376"/>
                </a:lnTo>
                <a:lnTo>
                  <a:pt x="461" y="376"/>
                </a:lnTo>
                <a:lnTo>
                  <a:pt x="460" y="376"/>
                </a:lnTo>
                <a:lnTo>
                  <a:pt x="460" y="375"/>
                </a:lnTo>
                <a:lnTo>
                  <a:pt x="459" y="375"/>
                </a:lnTo>
                <a:lnTo>
                  <a:pt x="459" y="374"/>
                </a:lnTo>
                <a:lnTo>
                  <a:pt x="458" y="374"/>
                </a:lnTo>
                <a:lnTo>
                  <a:pt x="458" y="373"/>
                </a:lnTo>
                <a:lnTo>
                  <a:pt x="457" y="373"/>
                </a:lnTo>
                <a:lnTo>
                  <a:pt x="455" y="372"/>
                </a:lnTo>
                <a:lnTo>
                  <a:pt x="454" y="373"/>
                </a:lnTo>
                <a:lnTo>
                  <a:pt x="453" y="372"/>
                </a:lnTo>
                <a:lnTo>
                  <a:pt x="453" y="371"/>
                </a:lnTo>
                <a:lnTo>
                  <a:pt x="452" y="371"/>
                </a:lnTo>
                <a:lnTo>
                  <a:pt x="452" y="370"/>
                </a:lnTo>
                <a:lnTo>
                  <a:pt x="451" y="370"/>
                </a:lnTo>
                <a:lnTo>
                  <a:pt x="449" y="371"/>
                </a:lnTo>
                <a:lnTo>
                  <a:pt x="448" y="371"/>
                </a:lnTo>
                <a:lnTo>
                  <a:pt x="447" y="371"/>
                </a:lnTo>
                <a:lnTo>
                  <a:pt x="446" y="370"/>
                </a:lnTo>
                <a:lnTo>
                  <a:pt x="445" y="370"/>
                </a:lnTo>
                <a:lnTo>
                  <a:pt x="444" y="370"/>
                </a:lnTo>
                <a:lnTo>
                  <a:pt x="444" y="369"/>
                </a:lnTo>
                <a:lnTo>
                  <a:pt x="443" y="369"/>
                </a:lnTo>
                <a:lnTo>
                  <a:pt x="442" y="369"/>
                </a:lnTo>
                <a:lnTo>
                  <a:pt x="441" y="369"/>
                </a:lnTo>
                <a:lnTo>
                  <a:pt x="441" y="368"/>
                </a:lnTo>
                <a:lnTo>
                  <a:pt x="440" y="368"/>
                </a:lnTo>
                <a:lnTo>
                  <a:pt x="439" y="368"/>
                </a:lnTo>
                <a:lnTo>
                  <a:pt x="438" y="368"/>
                </a:lnTo>
                <a:lnTo>
                  <a:pt x="437" y="368"/>
                </a:lnTo>
                <a:lnTo>
                  <a:pt x="436" y="368"/>
                </a:lnTo>
                <a:lnTo>
                  <a:pt x="435" y="368"/>
                </a:lnTo>
                <a:lnTo>
                  <a:pt x="435" y="367"/>
                </a:lnTo>
                <a:lnTo>
                  <a:pt x="434" y="367"/>
                </a:lnTo>
                <a:lnTo>
                  <a:pt x="434" y="368"/>
                </a:lnTo>
                <a:lnTo>
                  <a:pt x="434" y="367"/>
                </a:lnTo>
                <a:lnTo>
                  <a:pt x="433" y="367"/>
                </a:lnTo>
                <a:lnTo>
                  <a:pt x="433" y="368"/>
                </a:lnTo>
                <a:lnTo>
                  <a:pt x="432" y="368"/>
                </a:lnTo>
                <a:lnTo>
                  <a:pt x="431" y="368"/>
                </a:lnTo>
                <a:lnTo>
                  <a:pt x="431" y="367"/>
                </a:lnTo>
                <a:lnTo>
                  <a:pt x="430" y="367"/>
                </a:lnTo>
                <a:lnTo>
                  <a:pt x="430" y="368"/>
                </a:lnTo>
                <a:lnTo>
                  <a:pt x="430" y="367"/>
                </a:lnTo>
                <a:lnTo>
                  <a:pt x="429" y="367"/>
                </a:lnTo>
                <a:lnTo>
                  <a:pt x="428" y="367"/>
                </a:lnTo>
                <a:lnTo>
                  <a:pt x="427" y="367"/>
                </a:lnTo>
                <a:lnTo>
                  <a:pt x="427" y="368"/>
                </a:lnTo>
                <a:lnTo>
                  <a:pt x="426" y="368"/>
                </a:lnTo>
                <a:lnTo>
                  <a:pt x="426" y="367"/>
                </a:lnTo>
                <a:lnTo>
                  <a:pt x="425" y="367"/>
                </a:lnTo>
                <a:lnTo>
                  <a:pt x="425" y="366"/>
                </a:lnTo>
                <a:lnTo>
                  <a:pt x="424" y="366"/>
                </a:lnTo>
                <a:lnTo>
                  <a:pt x="423" y="366"/>
                </a:lnTo>
                <a:lnTo>
                  <a:pt x="422" y="366"/>
                </a:lnTo>
                <a:lnTo>
                  <a:pt x="421" y="366"/>
                </a:lnTo>
                <a:lnTo>
                  <a:pt x="421" y="367"/>
                </a:lnTo>
                <a:lnTo>
                  <a:pt x="420" y="367"/>
                </a:lnTo>
                <a:lnTo>
                  <a:pt x="419" y="367"/>
                </a:lnTo>
                <a:lnTo>
                  <a:pt x="418" y="367"/>
                </a:lnTo>
                <a:lnTo>
                  <a:pt x="418" y="368"/>
                </a:lnTo>
                <a:lnTo>
                  <a:pt x="417" y="368"/>
                </a:lnTo>
                <a:lnTo>
                  <a:pt x="418" y="368"/>
                </a:lnTo>
                <a:lnTo>
                  <a:pt x="418" y="369"/>
                </a:lnTo>
                <a:lnTo>
                  <a:pt x="419" y="370"/>
                </a:lnTo>
                <a:lnTo>
                  <a:pt x="420" y="370"/>
                </a:lnTo>
                <a:lnTo>
                  <a:pt x="420" y="371"/>
                </a:lnTo>
                <a:lnTo>
                  <a:pt x="421" y="371"/>
                </a:lnTo>
                <a:lnTo>
                  <a:pt x="420" y="372"/>
                </a:lnTo>
                <a:lnTo>
                  <a:pt x="421" y="372"/>
                </a:lnTo>
                <a:lnTo>
                  <a:pt x="421" y="373"/>
                </a:lnTo>
                <a:lnTo>
                  <a:pt x="422" y="373"/>
                </a:lnTo>
                <a:lnTo>
                  <a:pt x="422" y="374"/>
                </a:lnTo>
                <a:lnTo>
                  <a:pt x="421" y="374"/>
                </a:lnTo>
                <a:lnTo>
                  <a:pt x="421" y="375"/>
                </a:lnTo>
                <a:lnTo>
                  <a:pt x="420" y="375"/>
                </a:lnTo>
                <a:lnTo>
                  <a:pt x="420" y="376"/>
                </a:lnTo>
                <a:lnTo>
                  <a:pt x="419" y="376"/>
                </a:lnTo>
                <a:lnTo>
                  <a:pt x="419" y="377"/>
                </a:lnTo>
                <a:lnTo>
                  <a:pt x="418" y="377"/>
                </a:lnTo>
                <a:lnTo>
                  <a:pt x="418" y="378"/>
                </a:lnTo>
                <a:lnTo>
                  <a:pt x="419" y="378"/>
                </a:lnTo>
                <a:lnTo>
                  <a:pt x="419" y="379"/>
                </a:lnTo>
                <a:lnTo>
                  <a:pt x="418" y="379"/>
                </a:lnTo>
                <a:lnTo>
                  <a:pt x="419" y="379"/>
                </a:lnTo>
                <a:lnTo>
                  <a:pt x="418" y="379"/>
                </a:lnTo>
                <a:lnTo>
                  <a:pt x="418" y="380"/>
                </a:lnTo>
                <a:lnTo>
                  <a:pt x="417" y="380"/>
                </a:lnTo>
                <a:lnTo>
                  <a:pt x="417" y="381"/>
                </a:lnTo>
                <a:lnTo>
                  <a:pt x="418" y="381"/>
                </a:lnTo>
                <a:lnTo>
                  <a:pt x="418" y="382"/>
                </a:lnTo>
                <a:lnTo>
                  <a:pt x="417" y="382"/>
                </a:lnTo>
                <a:lnTo>
                  <a:pt x="417" y="383"/>
                </a:lnTo>
                <a:lnTo>
                  <a:pt x="417" y="384"/>
                </a:lnTo>
                <a:lnTo>
                  <a:pt x="418" y="384"/>
                </a:lnTo>
                <a:lnTo>
                  <a:pt x="418" y="385"/>
                </a:lnTo>
                <a:lnTo>
                  <a:pt x="418" y="386"/>
                </a:lnTo>
                <a:lnTo>
                  <a:pt x="418" y="387"/>
                </a:lnTo>
                <a:lnTo>
                  <a:pt x="417" y="388"/>
                </a:lnTo>
                <a:lnTo>
                  <a:pt x="416" y="388"/>
                </a:lnTo>
                <a:lnTo>
                  <a:pt x="416" y="389"/>
                </a:lnTo>
                <a:lnTo>
                  <a:pt x="416" y="390"/>
                </a:lnTo>
                <a:lnTo>
                  <a:pt x="415" y="390"/>
                </a:lnTo>
                <a:lnTo>
                  <a:pt x="415" y="391"/>
                </a:lnTo>
                <a:lnTo>
                  <a:pt x="415" y="392"/>
                </a:lnTo>
                <a:lnTo>
                  <a:pt x="415" y="393"/>
                </a:lnTo>
                <a:lnTo>
                  <a:pt x="416" y="393"/>
                </a:lnTo>
                <a:lnTo>
                  <a:pt x="416" y="394"/>
                </a:lnTo>
                <a:lnTo>
                  <a:pt x="416" y="395"/>
                </a:lnTo>
                <a:lnTo>
                  <a:pt x="416" y="396"/>
                </a:lnTo>
                <a:lnTo>
                  <a:pt x="415" y="397"/>
                </a:lnTo>
                <a:lnTo>
                  <a:pt x="416" y="397"/>
                </a:lnTo>
                <a:lnTo>
                  <a:pt x="416" y="398"/>
                </a:lnTo>
                <a:lnTo>
                  <a:pt x="416" y="399"/>
                </a:lnTo>
                <a:lnTo>
                  <a:pt x="417" y="399"/>
                </a:lnTo>
                <a:lnTo>
                  <a:pt x="418" y="399"/>
                </a:lnTo>
                <a:lnTo>
                  <a:pt x="419" y="399"/>
                </a:lnTo>
                <a:lnTo>
                  <a:pt x="419" y="400"/>
                </a:lnTo>
                <a:lnTo>
                  <a:pt x="419" y="399"/>
                </a:lnTo>
                <a:lnTo>
                  <a:pt x="419" y="400"/>
                </a:lnTo>
                <a:lnTo>
                  <a:pt x="420" y="400"/>
                </a:lnTo>
                <a:lnTo>
                  <a:pt x="420" y="401"/>
                </a:lnTo>
                <a:lnTo>
                  <a:pt x="419" y="401"/>
                </a:lnTo>
                <a:lnTo>
                  <a:pt x="420" y="401"/>
                </a:lnTo>
                <a:lnTo>
                  <a:pt x="420" y="402"/>
                </a:lnTo>
                <a:lnTo>
                  <a:pt x="420" y="403"/>
                </a:lnTo>
                <a:lnTo>
                  <a:pt x="420" y="404"/>
                </a:lnTo>
                <a:lnTo>
                  <a:pt x="420" y="405"/>
                </a:lnTo>
                <a:lnTo>
                  <a:pt x="420" y="406"/>
                </a:lnTo>
                <a:lnTo>
                  <a:pt x="420" y="407"/>
                </a:lnTo>
                <a:lnTo>
                  <a:pt x="420" y="409"/>
                </a:lnTo>
                <a:lnTo>
                  <a:pt x="420" y="410"/>
                </a:lnTo>
                <a:lnTo>
                  <a:pt x="420" y="411"/>
                </a:lnTo>
                <a:lnTo>
                  <a:pt x="420" y="412"/>
                </a:lnTo>
                <a:lnTo>
                  <a:pt x="421" y="412"/>
                </a:lnTo>
                <a:lnTo>
                  <a:pt x="422" y="412"/>
                </a:lnTo>
                <a:lnTo>
                  <a:pt x="422" y="413"/>
                </a:lnTo>
                <a:lnTo>
                  <a:pt x="423" y="413"/>
                </a:lnTo>
                <a:lnTo>
                  <a:pt x="423" y="414"/>
                </a:lnTo>
                <a:lnTo>
                  <a:pt x="423" y="416"/>
                </a:lnTo>
                <a:lnTo>
                  <a:pt x="422" y="416"/>
                </a:lnTo>
                <a:lnTo>
                  <a:pt x="422" y="417"/>
                </a:lnTo>
                <a:lnTo>
                  <a:pt x="422" y="418"/>
                </a:lnTo>
                <a:lnTo>
                  <a:pt x="422" y="419"/>
                </a:lnTo>
                <a:lnTo>
                  <a:pt x="422" y="420"/>
                </a:lnTo>
                <a:lnTo>
                  <a:pt x="423" y="420"/>
                </a:lnTo>
                <a:lnTo>
                  <a:pt x="423" y="421"/>
                </a:lnTo>
                <a:lnTo>
                  <a:pt x="424" y="421"/>
                </a:lnTo>
                <a:lnTo>
                  <a:pt x="424" y="420"/>
                </a:lnTo>
                <a:lnTo>
                  <a:pt x="425" y="420"/>
                </a:lnTo>
                <a:lnTo>
                  <a:pt x="426" y="420"/>
                </a:lnTo>
                <a:lnTo>
                  <a:pt x="426" y="421"/>
                </a:lnTo>
                <a:lnTo>
                  <a:pt x="425" y="421"/>
                </a:lnTo>
                <a:lnTo>
                  <a:pt x="426" y="421"/>
                </a:lnTo>
                <a:lnTo>
                  <a:pt x="426" y="422"/>
                </a:lnTo>
                <a:lnTo>
                  <a:pt x="425" y="422"/>
                </a:lnTo>
                <a:lnTo>
                  <a:pt x="425" y="423"/>
                </a:lnTo>
                <a:lnTo>
                  <a:pt x="424" y="423"/>
                </a:lnTo>
                <a:lnTo>
                  <a:pt x="424" y="424"/>
                </a:lnTo>
                <a:lnTo>
                  <a:pt x="426" y="424"/>
                </a:lnTo>
                <a:lnTo>
                  <a:pt x="426" y="425"/>
                </a:lnTo>
                <a:lnTo>
                  <a:pt x="425" y="425"/>
                </a:lnTo>
                <a:lnTo>
                  <a:pt x="425" y="426"/>
                </a:lnTo>
                <a:lnTo>
                  <a:pt x="426" y="427"/>
                </a:lnTo>
                <a:lnTo>
                  <a:pt x="426" y="428"/>
                </a:lnTo>
                <a:lnTo>
                  <a:pt x="426" y="429"/>
                </a:lnTo>
                <a:lnTo>
                  <a:pt x="426" y="430"/>
                </a:lnTo>
                <a:lnTo>
                  <a:pt x="425" y="430"/>
                </a:lnTo>
                <a:lnTo>
                  <a:pt x="424" y="430"/>
                </a:lnTo>
                <a:lnTo>
                  <a:pt x="424" y="431"/>
                </a:lnTo>
                <a:lnTo>
                  <a:pt x="423" y="431"/>
                </a:lnTo>
                <a:lnTo>
                  <a:pt x="422" y="431"/>
                </a:lnTo>
                <a:lnTo>
                  <a:pt x="422" y="432"/>
                </a:lnTo>
                <a:lnTo>
                  <a:pt x="421" y="432"/>
                </a:lnTo>
                <a:lnTo>
                  <a:pt x="420" y="432"/>
                </a:lnTo>
                <a:lnTo>
                  <a:pt x="420" y="433"/>
                </a:lnTo>
                <a:lnTo>
                  <a:pt x="419" y="433"/>
                </a:lnTo>
                <a:lnTo>
                  <a:pt x="418" y="433"/>
                </a:lnTo>
                <a:lnTo>
                  <a:pt x="417" y="433"/>
                </a:lnTo>
                <a:lnTo>
                  <a:pt x="416" y="433"/>
                </a:lnTo>
                <a:lnTo>
                  <a:pt x="415" y="433"/>
                </a:lnTo>
                <a:lnTo>
                  <a:pt x="414" y="433"/>
                </a:lnTo>
                <a:lnTo>
                  <a:pt x="413" y="433"/>
                </a:lnTo>
                <a:lnTo>
                  <a:pt x="413" y="432"/>
                </a:lnTo>
                <a:lnTo>
                  <a:pt x="412" y="432"/>
                </a:lnTo>
                <a:lnTo>
                  <a:pt x="411" y="431"/>
                </a:lnTo>
                <a:lnTo>
                  <a:pt x="410" y="431"/>
                </a:lnTo>
                <a:lnTo>
                  <a:pt x="409" y="431"/>
                </a:lnTo>
                <a:lnTo>
                  <a:pt x="408" y="431"/>
                </a:lnTo>
                <a:lnTo>
                  <a:pt x="408" y="430"/>
                </a:lnTo>
                <a:lnTo>
                  <a:pt x="407" y="430"/>
                </a:lnTo>
                <a:lnTo>
                  <a:pt x="406" y="430"/>
                </a:lnTo>
                <a:lnTo>
                  <a:pt x="406" y="429"/>
                </a:lnTo>
                <a:lnTo>
                  <a:pt x="405" y="429"/>
                </a:lnTo>
                <a:lnTo>
                  <a:pt x="404" y="429"/>
                </a:lnTo>
                <a:lnTo>
                  <a:pt x="404" y="428"/>
                </a:lnTo>
                <a:lnTo>
                  <a:pt x="402" y="428"/>
                </a:lnTo>
                <a:lnTo>
                  <a:pt x="403" y="428"/>
                </a:lnTo>
                <a:lnTo>
                  <a:pt x="403" y="429"/>
                </a:lnTo>
                <a:lnTo>
                  <a:pt x="403" y="430"/>
                </a:lnTo>
                <a:lnTo>
                  <a:pt x="404" y="431"/>
                </a:lnTo>
                <a:lnTo>
                  <a:pt x="404" y="432"/>
                </a:lnTo>
                <a:lnTo>
                  <a:pt x="404" y="433"/>
                </a:lnTo>
                <a:lnTo>
                  <a:pt x="404" y="432"/>
                </a:lnTo>
                <a:lnTo>
                  <a:pt x="403" y="432"/>
                </a:lnTo>
                <a:lnTo>
                  <a:pt x="402" y="432"/>
                </a:lnTo>
                <a:lnTo>
                  <a:pt x="401" y="432"/>
                </a:lnTo>
                <a:lnTo>
                  <a:pt x="400" y="432"/>
                </a:lnTo>
                <a:lnTo>
                  <a:pt x="399" y="433"/>
                </a:lnTo>
                <a:lnTo>
                  <a:pt x="399" y="434"/>
                </a:lnTo>
                <a:lnTo>
                  <a:pt x="400" y="435"/>
                </a:lnTo>
                <a:lnTo>
                  <a:pt x="402" y="436"/>
                </a:lnTo>
                <a:lnTo>
                  <a:pt x="402" y="438"/>
                </a:lnTo>
                <a:lnTo>
                  <a:pt x="401" y="439"/>
                </a:lnTo>
                <a:lnTo>
                  <a:pt x="400" y="439"/>
                </a:lnTo>
                <a:lnTo>
                  <a:pt x="399" y="439"/>
                </a:lnTo>
                <a:lnTo>
                  <a:pt x="398" y="439"/>
                </a:lnTo>
                <a:lnTo>
                  <a:pt x="396" y="439"/>
                </a:lnTo>
                <a:lnTo>
                  <a:pt x="394" y="438"/>
                </a:lnTo>
                <a:lnTo>
                  <a:pt x="393" y="439"/>
                </a:lnTo>
                <a:lnTo>
                  <a:pt x="392" y="440"/>
                </a:lnTo>
                <a:lnTo>
                  <a:pt x="391" y="439"/>
                </a:lnTo>
                <a:lnTo>
                  <a:pt x="390" y="440"/>
                </a:lnTo>
                <a:lnTo>
                  <a:pt x="390" y="441"/>
                </a:lnTo>
                <a:lnTo>
                  <a:pt x="392" y="442"/>
                </a:lnTo>
                <a:lnTo>
                  <a:pt x="393" y="443"/>
                </a:lnTo>
                <a:lnTo>
                  <a:pt x="394" y="443"/>
                </a:lnTo>
                <a:lnTo>
                  <a:pt x="393" y="444"/>
                </a:lnTo>
                <a:lnTo>
                  <a:pt x="393" y="445"/>
                </a:lnTo>
                <a:lnTo>
                  <a:pt x="393" y="446"/>
                </a:lnTo>
                <a:lnTo>
                  <a:pt x="393" y="447"/>
                </a:lnTo>
                <a:lnTo>
                  <a:pt x="392" y="448"/>
                </a:lnTo>
                <a:lnTo>
                  <a:pt x="391" y="449"/>
                </a:lnTo>
                <a:lnTo>
                  <a:pt x="391" y="450"/>
                </a:lnTo>
                <a:lnTo>
                  <a:pt x="390" y="450"/>
                </a:lnTo>
                <a:lnTo>
                  <a:pt x="390" y="451"/>
                </a:lnTo>
                <a:lnTo>
                  <a:pt x="389" y="452"/>
                </a:lnTo>
                <a:lnTo>
                  <a:pt x="388" y="452"/>
                </a:lnTo>
                <a:lnTo>
                  <a:pt x="388" y="453"/>
                </a:lnTo>
                <a:lnTo>
                  <a:pt x="387" y="454"/>
                </a:lnTo>
                <a:lnTo>
                  <a:pt x="387" y="455"/>
                </a:lnTo>
                <a:lnTo>
                  <a:pt x="387" y="456"/>
                </a:lnTo>
                <a:lnTo>
                  <a:pt x="388" y="456"/>
                </a:lnTo>
                <a:lnTo>
                  <a:pt x="388" y="457"/>
                </a:lnTo>
                <a:lnTo>
                  <a:pt x="388" y="458"/>
                </a:lnTo>
                <a:lnTo>
                  <a:pt x="388" y="459"/>
                </a:lnTo>
                <a:lnTo>
                  <a:pt x="390" y="459"/>
                </a:lnTo>
                <a:lnTo>
                  <a:pt x="390" y="460"/>
                </a:lnTo>
                <a:lnTo>
                  <a:pt x="389" y="460"/>
                </a:lnTo>
                <a:lnTo>
                  <a:pt x="389" y="461"/>
                </a:lnTo>
                <a:lnTo>
                  <a:pt x="390" y="462"/>
                </a:lnTo>
                <a:lnTo>
                  <a:pt x="390" y="463"/>
                </a:lnTo>
                <a:lnTo>
                  <a:pt x="391" y="464"/>
                </a:lnTo>
                <a:lnTo>
                  <a:pt x="391" y="467"/>
                </a:lnTo>
                <a:lnTo>
                  <a:pt x="382" y="465"/>
                </a:lnTo>
                <a:lnTo>
                  <a:pt x="381" y="464"/>
                </a:lnTo>
                <a:lnTo>
                  <a:pt x="380" y="464"/>
                </a:lnTo>
                <a:lnTo>
                  <a:pt x="379" y="464"/>
                </a:lnTo>
                <a:lnTo>
                  <a:pt x="377" y="463"/>
                </a:lnTo>
                <a:lnTo>
                  <a:pt x="376" y="463"/>
                </a:lnTo>
                <a:lnTo>
                  <a:pt x="375" y="463"/>
                </a:lnTo>
                <a:lnTo>
                  <a:pt x="371" y="462"/>
                </a:lnTo>
                <a:lnTo>
                  <a:pt x="370" y="462"/>
                </a:lnTo>
                <a:lnTo>
                  <a:pt x="370" y="461"/>
                </a:lnTo>
                <a:lnTo>
                  <a:pt x="369" y="462"/>
                </a:lnTo>
                <a:lnTo>
                  <a:pt x="367" y="461"/>
                </a:lnTo>
                <a:lnTo>
                  <a:pt x="366" y="461"/>
                </a:lnTo>
                <a:lnTo>
                  <a:pt x="365" y="462"/>
                </a:lnTo>
                <a:lnTo>
                  <a:pt x="362" y="464"/>
                </a:lnTo>
                <a:lnTo>
                  <a:pt x="361" y="464"/>
                </a:lnTo>
                <a:lnTo>
                  <a:pt x="361" y="465"/>
                </a:lnTo>
                <a:lnTo>
                  <a:pt x="361" y="466"/>
                </a:lnTo>
                <a:lnTo>
                  <a:pt x="360" y="467"/>
                </a:lnTo>
                <a:lnTo>
                  <a:pt x="359" y="470"/>
                </a:lnTo>
                <a:lnTo>
                  <a:pt x="359" y="471"/>
                </a:lnTo>
                <a:lnTo>
                  <a:pt x="358" y="471"/>
                </a:lnTo>
                <a:lnTo>
                  <a:pt x="358" y="472"/>
                </a:lnTo>
                <a:lnTo>
                  <a:pt x="359" y="472"/>
                </a:lnTo>
                <a:lnTo>
                  <a:pt x="359" y="474"/>
                </a:lnTo>
                <a:lnTo>
                  <a:pt x="358" y="474"/>
                </a:lnTo>
                <a:lnTo>
                  <a:pt x="357" y="474"/>
                </a:lnTo>
                <a:lnTo>
                  <a:pt x="356" y="475"/>
                </a:lnTo>
                <a:lnTo>
                  <a:pt x="355" y="475"/>
                </a:lnTo>
                <a:lnTo>
                  <a:pt x="354" y="475"/>
                </a:lnTo>
                <a:lnTo>
                  <a:pt x="354" y="474"/>
                </a:lnTo>
                <a:lnTo>
                  <a:pt x="354" y="473"/>
                </a:lnTo>
                <a:lnTo>
                  <a:pt x="353" y="473"/>
                </a:lnTo>
                <a:lnTo>
                  <a:pt x="352" y="473"/>
                </a:lnTo>
                <a:lnTo>
                  <a:pt x="351" y="473"/>
                </a:lnTo>
                <a:lnTo>
                  <a:pt x="350" y="473"/>
                </a:lnTo>
                <a:lnTo>
                  <a:pt x="350" y="474"/>
                </a:lnTo>
                <a:lnTo>
                  <a:pt x="350" y="475"/>
                </a:lnTo>
                <a:lnTo>
                  <a:pt x="349" y="475"/>
                </a:lnTo>
                <a:lnTo>
                  <a:pt x="348" y="475"/>
                </a:lnTo>
                <a:lnTo>
                  <a:pt x="348" y="474"/>
                </a:lnTo>
                <a:lnTo>
                  <a:pt x="347" y="474"/>
                </a:lnTo>
                <a:lnTo>
                  <a:pt x="346" y="474"/>
                </a:lnTo>
                <a:lnTo>
                  <a:pt x="346" y="473"/>
                </a:lnTo>
                <a:lnTo>
                  <a:pt x="345" y="473"/>
                </a:lnTo>
                <a:lnTo>
                  <a:pt x="344" y="473"/>
                </a:lnTo>
                <a:lnTo>
                  <a:pt x="344" y="472"/>
                </a:lnTo>
                <a:lnTo>
                  <a:pt x="343" y="472"/>
                </a:lnTo>
                <a:lnTo>
                  <a:pt x="342" y="472"/>
                </a:lnTo>
                <a:lnTo>
                  <a:pt x="341" y="472"/>
                </a:lnTo>
                <a:lnTo>
                  <a:pt x="341" y="471"/>
                </a:lnTo>
                <a:lnTo>
                  <a:pt x="340" y="471"/>
                </a:lnTo>
                <a:lnTo>
                  <a:pt x="339" y="471"/>
                </a:lnTo>
                <a:lnTo>
                  <a:pt x="338" y="471"/>
                </a:lnTo>
                <a:lnTo>
                  <a:pt x="337" y="471"/>
                </a:lnTo>
                <a:lnTo>
                  <a:pt x="337" y="472"/>
                </a:lnTo>
                <a:lnTo>
                  <a:pt x="337" y="473"/>
                </a:lnTo>
                <a:lnTo>
                  <a:pt x="336" y="472"/>
                </a:lnTo>
                <a:lnTo>
                  <a:pt x="335" y="472"/>
                </a:lnTo>
                <a:lnTo>
                  <a:pt x="334" y="471"/>
                </a:lnTo>
                <a:lnTo>
                  <a:pt x="333" y="471"/>
                </a:lnTo>
                <a:lnTo>
                  <a:pt x="333" y="470"/>
                </a:lnTo>
                <a:lnTo>
                  <a:pt x="332" y="470"/>
                </a:lnTo>
                <a:lnTo>
                  <a:pt x="331" y="470"/>
                </a:lnTo>
                <a:lnTo>
                  <a:pt x="331" y="469"/>
                </a:lnTo>
                <a:lnTo>
                  <a:pt x="330" y="469"/>
                </a:lnTo>
                <a:lnTo>
                  <a:pt x="329" y="469"/>
                </a:lnTo>
                <a:lnTo>
                  <a:pt x="329" y="468"/>
                </a:lnTo>
                <a:lnTo>
                  <a:pt x="328" y="467"/>
                </a:lnTo>
                <a:lnTo>
                  <a:pt x="327" y="467"/>
                </a:lnTo>
                <a:lnTo>
                  <a:pt x="326" y="466"/>
                </a:lnTo>
                <a:lnTo>
                  <a:pt x="325" y="466"/>
                </a:lnTo>
                <a:lnTo>
                  <a:pt x="325" y="465"/>
                </a:lnTo>
                <a:lnTo>
                  <a:pt x="324" y="465"/>
                </a:lnTo>
                <a:lnTo>
                  <a:pt x="324" y="464"/>
                </a:lnTo>
                <a:lnTo>
                  <a:pt x="325" y="464"/>
                </a:lnTo>
                <a:lnTo>
                  <a:pt x="324" y="463"/>
                </a:lnTo>
                <a:lnTo>
                  <a:pt x="323" y="462"/>
                </a:lnTo>
                <a:lnTo>
                  <a:pt x="322" y="461"/>
                </a:lnTo>
                <a:lnTo>
                  <a:pt x="321" y="460"/>
                </a:lnTo>
                <a:lnTo>
                  <a:pt x="320" y="460"/>
                </a:lnTo>
                <a:lnTo>
                  <a:pt x="320" y="461"/>
                </a:lnTo>
                <a:lnTo>
                  <a:pt x="318" y="461"/>
                </a:lnTo>
                <a:lnTo>
                  <a:pt x="317" y="460"/>
                </a:lnTo>
                <a:lnTo>
                  <a:pt x="317" y="459"/>
                </a:lnTo>
                <a:lnTo>
                  <a:pt x="317" y="458"/>
                </a:lnTo>
                <a:lnTo>
                  <a:pt x="317" y="457"/>
                </a:lnTo>
                <a:lnTo>
                  <a:pt x="316" y="456"/>
                </a:lnTo>
                <a:lnTo>
                  <a:pt x="316" y="455"/>
                </a:lnTo>
                <a:lnTo>
                  <a:pt x="315" y="454"/>
                </a:lnTo>
                <a:lnTo>
                  <a:pt x="314" y="454"/>
                </a:lnTo>
                <a:lnTo>
                  <a:pt x="313" y="454"/>
                </a:lnTo>
                <a:lnTo>
                  <a:pt x="312" y="454"/>
                </a:lnTo>
                <a:lnTo>
                  <a:pt x="311" y="454"/>
                </a:lnTo>
                <a:lnTo>
                  <a:pt x="310" y="454"/>
                </a:lnTo>
                <a:lnTo>
                  <a:pt x="309" y="453"/>
                </a:lnTo>
                <a:lnTo>
                  <a:pt x="310" y="453"/>
                </a:lnTo>
                <a:lnTo>
                  <a:pt x="309" y="452"/>
                </a:lnTo>
                <a:lnTo>
                  <a:pt x="308" y="453"/>
                </a:lnTo>
                <a:lnTo>
                  <a:pt x="308" y="452"/>
                </a:lnTo>
                <a:lnTo>
                  <a:pt x="307" y="452"/>
                </a:lnTo>
                <a:lnTo>
                  <a:pt x="306" y="452"/>
                </a:lnTo>
                <a:lnTo>
                  <a:pt x="306" y="451"/>
                </a:lnTo>
                <a:lnTo>
                  <a:pt x="305" y="451"/>
                </a:lnTo>
                <a:lnTo>
                  <a:pt x="305" y="450"/>
                </a:lnTo>
                <a:lnTo>
                  <a:pt x="304" y="450"/>
                </a:lnTo>
                <a:lnTo>
                  <a:pt x="304" y="449"/>
                </a:lnTo>
                <a:lnTo>
                  <a:pt x="303" y="450"/>
                </a:lnTo>
                <a:lnTo>
                  <a:pt x="302" y="450"/>
                </a:lnTo>
                <a:lnTo>
                  <a:pt x="301" y="450"/>
                </a:lnTo>
                <a:lnTo>
                  <a:pt x="301" y="451"/>
                </a:lnTo>
                <a:lnTo>
                  <a:pt x="301" y="452"/>
                </a:lnTo>
                <a:lnTo>
                  <a:pt x="300" y="453"/>
                </a:lnTo>
                <a:lnTo>
                  <a:pt x="299" y="453"/>
                </a:lnTo>
                <a:lnTo>
                  <a:pt x="298" y="453"/>
                </a:lnTo>
                <a:lnTo>
                  <a:pt x="298" y="454"/>
                </a:lnTo>
                <a:lnTo>
                  <a:pt x="297" y="455"/>
                </a:lnTo>
                <a:lnTo>
                  <a:pt x="296" y="455"/>
                </a:lnTo>
                <a:lnTo>
                  <a:pt x="295" y="455"/>
                </a:lnTo>
                <a:lnTo>
                  <a:pt x="294" y="455"/>
                </a:lnTo>
                <a:lnTo>
                  <a:pt x="293" y="455"/>
                </a:lnTo>
                <a:lnTo>
                  <a:pt x="292" y="456"/>
                </a:lnTo>
                <a:lnTo>
                  <a:pt x="292" y="457"/>
                </a:lnTo>
                <a:lnTo>
                  <a:pt x="291" y="457"/>
                </a:lnTo>
                <a:lnTo>
                  <a:pt x="290" y="458"/>
                </a:lnTo>
                <a:lnTo>
                  <a:pt x="289" y="458"/>
                </a:lnTo>
                <a:lnTo>
                  <a:pt x="289" y="459"/>
                </a:lnTo>
                <a:lnTo>
                  <a:pt x="288" y="459"/>
                </a:lnTo>
                <a:lnTo>
                  <a:pt x="287" y="459"/>
                </a:lnTo>
                <a:lnTo>
                  <a:pt x="287" y="460"/>
                </a:lnTo>
                <a:lnTo>
                  <a:pt x="286" y="460"/>
                </a:lnTo>
                <a:lnTo>
                  <a:pt x="286" y="459"/>
                </a:lnTo>
                <a:lnTo>
                  <a:pt x="286" y="458"/>
                </a:lnTo>
                <a:lnTo>
                  <a:pt x="285" y="458"/>
                </a:lnTo>
                <a:lnTo>
                  <a:pt x="284" y="459"/>
                </a:lnTo>
                <a:lnTo>
                  <a:pt x="283" y="459"/>
                </a:lnTo>
                <a:lnTo>
                  <a:pt x="283" y="460"/>
                </a:lnTo>
                <a:lnTo>
                  <a:pt x="282" y="460"/>
                </a:lnTo>
                <a:lnTo>
                  <a:pt x="281" y="460"/>
                </a:lnTo>
                <a:lnTo>
                  <a:pt x="281" y="459"/>
                </a:lnTo>
                <a:lnTo>
                  <a:pt x="280" y="458"/>
                </a:lnTo>
                <a:lnTo>
                  <a:pt x="280" y="459"/>
                </a:lnTo>
                <a:lnTo>
                  <a:pt x="279" y="459"/>
                </a:lnTo>
                <a:lnTo>
                  <a:pt x="279" y="458"/>
                </a:lnTo>
                <a:lnTo>
                  <a:pt x="278" y="459"/>
                </a:lnTo>
                <a:lnTo>
                  <a:pt x="277" y="459"/>
                </a:lnTo>
                <a:lnTo>
                  <a:pt x="276" y="459"/>
                </a:lnTo>
                <a:lnTo>
                  <a:pt x="275" y="459"/>
                </a:lnTo>
                <a:lnTo>
                  <a:pt x="274" y="459"/>
                </a:lnTo>
                <a:lnTo>
                  <a:pt x="273" y="458"/>
                </a:lnTo>
                <a:lnTo>
                  <a:pt x="272" y="458"/>
                </a:lnTo>
                <a:lnTo>
                  <a:pt x="271" y="459"/>
                </a:lnTo>
                <a:lnTo>
                  <a:pt x="270" y="458"/>
                </a:lnTo>
                <a:lnTo>
                  <a:pt x="270" y="457"/>
                </a:lnTo>
                <a:lnTo>
                  <a:pt x="269" y="457"/>
                </a:lnTo>
                <a:lnTo>
                  <a:pt x="269" y="458"/>
                </a:lnTo>
                <a:lnTo>
                  <a:pt x="268" y="458"/>
                </a:lnTo>
                <a:lnTo>
                  <a:pt x="267" y="458"/>
                </a:lnTo>
                <a:lnTo>
                  <a:pt x="267" y="459"/>
                </a:lnTo>
                <a:lnTo>
                  <a:pt x="266" y="459"/>
                </a:lnTo>
                <a:lnTo>
                  <a:pt x="266" y="460"/>
                </a:lnTo>
                <a:lnTo>
                  <a:pt x="265" y="460"/>
                </a:lnTo>
                <a:lnTo>
                  <a:pt x="264" y="459"/>
                </a:lnTo>
                <a:lnTo>
                  <a:pt x="264" y="458"/>
                </a:lnTo>
                <a:lnTo>
                  <a:pt x="263" y="458"/>
                </a:lnTo>
                <a:lnTo>
                  <a:pt x="262" y="458"/>
                </a:lnTo>
                <a:lnTo>
                  <a:pt x="262" y="457"/>
                </a:lnTo>
                <a:lnTo>
                  <a:pt x="261" y="456"/>
                </a:lnTo>
                <a:lnTo>
                  <a:pt x="260" y="456"/>
                </a:lnTo>
                <a:lnTo>
                  <a:pt x="260" y="457"/>
                </a:lnTo>
                <a:lnTo>
                  <a:pt x="259" y="456"/>
                </a:lnTo>
                <a:lnTo>
                  <a:pt x="259" y="455"/>
                </a:lnTo>
                <a:lnTo>
                  <a:pt x="258" y="455"/>
                </a:lnTo>
                <a:lnTo>
                  <a:pt x="258" y="454"/>
                </a:lnTo>
                <a:lnTo>
                  <a:pt x="258" y="453"/>
                </a:lnTo>
                <a:lnTo>
                  <a:pt x="258" y="452"/>
                </a:lnTo>
                <a:lnTo>
                  <a:pt x="257" y="451"/>
                </a:lnTo>
                <a:lnTo>
                  <a:pt x="257" y="452"/>
                </a:lnTo>
                <a:lnTo>
                  <a:pt x="256" y="451"/>
                </a:lnTo>
                <a:lnTo>
                  <a:pt x="255" y="450"/>
                </a:lnTo>
                <a:lnTo>
                  <a:pt x="254" y="450"/>
                </a:lnTo>
                <a:lnTo>
                  <a:pt x="253" y="450"/>
                </a:lnTo>
                <a:lnTo>
                  <a:pt x="253" y="449"/>
                </a:lnTo>
                <a:lnTo>
                  <a:pt x="252" y="449"/>
                </a:lnTo>
                <a:lnTo>
                  <a:pt x="252" y="448"/>
                </a:lnTo>
                <a:lnTo>
                  <a:pt x="251" y="448"/>
                </a:lnTo>
                <a:lnTo>
                  <a:pt x="250" y="448"/>
                </a:lnTo>
                <a:lnTo>
                  <a:pt x="250" y="447"/>
                </a:lnTo>
                <a:lnTo>
                  <a:pt x="250" y="448"/>
                </a:lnTo>
                <a:lnTo>
                  <a:pt x="249" y="448"/>
                </a:lnTo>
                <a:lnTo>
                  <a:pt x="248" y="449"/>
                </a:lnTo>
                <a:lnTo>
                  <a:pt x="247" y="449"/>
                </a:lnTo>
                <a:lnTo>
                  <a:pt x="246" y="448"/>
                </a:lnTo>
                <a:lnTo>
                  <a:pt x="245" y="447"/>
                </a:lnTo>
                <a:lnTo>
                  <a:pt x="244" y="447"/>
                </a:lnTo>
                <a:lnTo>
                  <a:pt x="244" y="448"/>
                </a:lnTo>
                <a:lnTo>
                  <a:pt x="243" y="448"/>
                </a:lnTo>
                <a:lnTo>
                  <a:pt x="243" y="447"/>
                </a:lnTo>
                <a:lnTo>
                  <a:pt x="242" y="447"/>
                </a:lnTo>
                <a:lnTo>
                  <a:pt x="241" y="447"/>
                </a:lnTo>
                <a:lnTo>
                  <a:pt x="240" y="447"/>
                </a:lnTo>
                <a:lnTo>
                  <a:pt x="239" y="447"/>
                </a:lnTo>
                <a:lnTo>
                  <a:pt x="239" y="446"/>
                </a:lnTo>
                <a:lnTo>
                  <a:pt x="238" y="446"/>
                </a:lnTo>
                <a:lnTo>
                  <a:pt x="237" y="446"/>
                </a:lnTo>
                <a:lnTo>
                  <a:pt x="236" y="446"/>
                </a:lnTo>
                <a:lnTo>
                  <a:pt x="235" y="447"/>
                </a:lnTo>
                <a:lnTo>
                  <a:pt x="234" y="447"/>
                </a:lnTo>
                <a:lnTo>
                  <a:pt x="233" y="447"/>
                </a:lnTo>
                <a:lnTo>
                  <a:pt x="232" y="447"/>
                </a:lnTo>
                <a:lnTo>
                  <a:pt x="232" y="448"/>
                </a:lnTo>
                <a:lnTo>
                  <a:pt x="231" y="448"/>
                </a:lnTo>
                <a:lnTo>
                  <a:pt x="230" y="448"/>
                </a:lnTo>
                <a:lnTo>
                  <a:pt x="230" y="449"/>
                </a:lnTo>
                <a:lnTo>
                  <a:pt x="229" y="449"/>
                </a:lnTo>
                <a:lnTo>
                  <a:pt x="229" y="450"/>
                </a:lnTo>
                <a:lnTo>
                  <a:pt x="228" y="450"/>
                </a:lnTo>
                <a:lnTo>
                  <a:pt x="225" y="450"/>
                </a:lnTo>
                <a:lnTo>
                  <a:pt x="224" y="450"/>
                </a:lnTo>
                <a:lnTo>
                  <a:pt x="224" y="451"/>
                </a:lnTo>
                <a:lnTo>
                  <a:pt x="223" y="451"/>
                </a:lnTo>
                <a:lnTo>
                  <a:pt x="221" y="451"/>
                </a:lnTo>
                <a:lnTo>
                  <a:pt x="220" y="451"/>
                </a:lnTo>
                <a:lnTo>
                  <a:pt x="219" y="451"/>
                </a:lnTo>
                <a:lnTo>
                  <a:pt x="218" y="451"/>
                </a:lnTo>
                <a:lnTo>
                  <a:pt x="217" y="451"/>
                </a:lnTo>
                <a:lnTo>
                  <a:pt x="216" y="450"/>
                </a:lnTo>
                <a:lnTo>
                  <a:pt x="215" y="450"/>
                </a:lnTo>
                <a:lnTo>
                  <a:pt x="215" y="451"/>
                </a:lnTo>
                <a:lnTo>
                  <a:pt x="214" y="451"/>
                </a:lnTo>
                <a:lnTo>
                  <a:pt x="213" y="451"/>
                </a:lnTo>
                <a:lnTo>
                  <a:pt x="212" y="451"/>
                </a:lnTo>
                <a:lnTo>
                  <a:pt x="211" y="451"/>
                </a:lnTo>
                <a:lnTo>
                  <a:pt x="210" y="451"/>
                </a:lnTo>
                <a:lnTo>
                  <a:pt x="209" y="451"/>
                </a:lnTo>
                <a:lnTo>
                  <a:pt x="208" y="451"/>
                </a:lnTo>
                <a:lnTo>
                  <a:pt x="207" y="452"/>
                </a:lnTo>
                <a:lnTo>
                  <a:pt x="206" y="452"/>
                </a:lnTo>
                <a:lnTo>
                  <a:pt x="205" y="452"/>
                </a:lnTo>
                <a:lnTo>
                  <a:pt x="204" y="452"/>
                </a:lnTo>
                <a:lnTo>
                  <a:pt x="203" y="452"/>
                </a:lnTo>
                <a:lnTo>
                  <a:pt x="202" y="453"/>
                </a:lnTo>
                <a:lnTo>
                  <a:pt x="201" y="454"/>
                </a:lnTo>
                <a:lnTo>
                  <a:pt x="200" y="454"/>
                </a:lnTo>
                <a:lnTo>
                  <a:pt x="199" y="454"/>
                </a:lnTo>
                <a:lnTo>
                  <a:pt x="199" y="453"/>
                </a:lnTo>
                <a:lnTo>
                  <a:pt x="198" y="453"/>
                </a:lnTo>
                <a:lnTo>
                  <a:pt x="198" y="448"/>
                </a:lnTo>
                <a:lnTo>
                  <a:pt x="198" y="447"/>
                </a:lnTo>
                <a:lnTo>
                  <a:pt x="198" y="446"/>
                </a:lnTo>
                <a:lnTo>
                  <a:pt x="197" y="446"/>
                </a:lnTo>
                <a:lnTo>
                  <a:pt x="197" y="445"/>
                </a:lnTo>
                <a:lnTo>
                  <a:pt x="197" y="444"/>
                </a:lnTo>
                <a:lnTo>
                  <a:pt x="196" y="444"/>
                </a:lnTo>
                <a:lnTo>
                  <a:pt x="196" y="443"/>
                </a:lnTo>
                <a:lnTo>
                  <a:pt x="196" y="442"/>
                </a:lnTo>
                <a:lnTo>
                  <a:pt x="195" y="442"/>
                </a:lnTo>
                <a:lnTo>
                  <a:pt x="195" y="441"/>
                </a:lnTo>
                <a:lnTo>
                  <a:pt x="195" y="440"/>
                </a:lnTo>
                <a:lnTo>
                  <a:pt x="195" y="439"/>
                </a:lnTo>
                <a:lnTo>
                  <a:pt x="194" y="439"/>
                </a:lnTo>
                <a:lnTo>
                  <a:pt x="194" y="438"/>
                </a:lnTo>
                <a:lnTo>
                  <a:pt x="194" y="437"/>
                </a:lnTo>
                <a:lnTo>
                  <a:pt x="193" y="437"/>
                </a:lnTo>
                <a:lnTo>
                  <a:pt x="193" y="436"/>
                </a:lnTo>
                <a:lnTo>
                  <a:pt x="193" y="435"/>
                </a:lnTo>
                <a:lnTo>
                  <a:pt x="193" y="434"/>
                </a:lnTo>
                <a:lnTo>
                  <a:pt x="192" y="434"/>
                </a:lnTo>
                <a:lnTo>
                  <a:pt x="192" y="433"/>
                </a:lnTo>
                <a:lnTo>
                  <a:pt x="192" y="432"/>
                </a:lnTo>
                <a:lnTo>
                  <a:pt x="191" y="432"/>
                </a:lnTo>
                <a:lnTo>
                  <a:pt x="191" y="431"/>
                </a:lnTo>
                <a:lnTo>
                  <a:pt x="191" y="430"/>
                </a:lnTo>
                <a:lnTo>
                  <a:pt x="191" y="429"/>
                </a:lnTo>
                <a:lnTo>
                  <a:pt x="190" y="429"/>
                </a:lnTo>
                <a:lnTo>
                  <a:pt x="190" y="428"/>
                </a:lnTo>
                <a:lnTo>
                  <a:pt x="190" y="427"/>
                </a:lnTo>
                <a:lnTo>
                  <a:pt x="189" y="427"/>
                </a:lnTo>
                <a:lnTo>
                  <a:pt x="189" y="426"/>
                </a:lnTo>
                <a:lnTo>
                  <a:pt x="189" y="425"/>
                </a:lnTo>
                <a:lnTo>
                  <a:pt x="189" y="424"/>
                </a:lnTo>
                <a:lnTo>
                  <a:pt x="188" y="424"/>
                </a:lnTo>
                <a:lnTo>
                  <a:pt x="188" y="423"/>
                </a:lnTo>
                <a:lnTo>
                  <a:pt x="188" y="422"/>
                </a:lnTo>
                <a:lnTo>
                  <a:pt x="188" y="421"/>
                </a:lnTo>
                <a:lnTo>
                  <a:pt x="187" y="421"/>
                </a:lnTo>
                <a:lnTo>
                  <a:pt x="187" y="420"/>
                </a:lnTo>
                <a:lnTo>
                  <a:pt x="187" y="419"/>
                </a:lnTo>
                <a:lnTo>
                  <a:pt x="186" y="419"/>
                </a:lnTo>
                <a:lnTo>
                  <a:pt x="186" y="418"/>
                </a:lnTo>
                <a:lnTo>
                  <a:pt x="186" y="417"/>
                </a:lnTo>
                <a:lnTo>
                  <a:pt x="186" y="416"/>
                </a:lnTo>
                <a:lnTo>
                  <a:pt x="185" y="416"/>
                </a:lnTo>
                <a:lnTo>
                  <a:pt x="185" y="415"/>
                </a:lnTo>
                <a:lnTo>
                  <a:pt x="185" y="414"/>
                </a:lnTo>
                <a:lnTo>
                  <a:pt x="184" y="414"/>
                </a:lnTo>
                <a:lnTo>
                  <a:pt x="184" y="413"/>
                </a:lnTo>
                <a:lnTo>
                  <a:pt x="184" y="412"/>
                </a:lnTo>
                <a:lnTo>
                  <a:pt x="183" y="412"/>
                </a:lnTo>
                <a:lnTo>
                  <a:pt x="182" y="413"/>
                </a:lnTo>
                <a:lnTo>
                  <a:pt x="181" y="413"/>
                </a:lnTo>
                <a:lnTo>
                  <a:pt x="180" y="413"/>
                </a:lnTo>
                <a:lnTo>
                  <a:pt x="177" y="413"/>
                </a:lnTo>
                <a:lnTo>
                  <a:pt x="176" y="413"/>
                </a:lnTo>
                <a:lnTo>
                  <a:pt x="175" y="412"/>
                </a:lnTo>
                <a:lnTo>
                  <a:pt x="173" y="413"/>
                </a:lnTo>
                <a:lnTo>
                  <a:pt x="161" y="414"/>
                </a:lnTo>
                <a:lnTo>
                  <a:pt x="158" y="415"/>
                </a:lnTo>
                <a:lnTo>
                  <a:pt x="152" y="415"/>
                </a:lnTo>
                <a:lnTo>
                  <a:pt x="150" y="416"/>
                </a:lnTo>
                <a:lnTo>
                  <a:pt x="149" y="416"/>
                </a:lnTo>
                <a:lnTo>
                  <a:pt x="148" y="416"/>
                </a:lnTo>
                <a:lnTo>
                  <a:pt x="147" y="416"/>
                </a:lnTo>
                <a:lnTo>
                  <a:pt x="146" y="417"/>
                </a:lnTo>
                <a:lnTo>
                  <a:pt x="145" y="417"/>
                </a:lnTo>
                <a:lnTo>
                  <a:pt x="143" y="417"/>
                </a:lnTo>
                <a:lnTo>
                  <a:pt x="142" y="416"/>
                </a:lnTo>
                <a:lnTo>
                  <a:pt x="140" y="416"/>
                </a:lnTo>
                <a:lnTo>
                  <a:pt x="139" y="416"/>
                </a:lnTo>
                <a:lnTo>
                  <a:pt x="138" y="416"/>
                </a:lnTo>
                <a:lnTo>
                  <a:pt x="137" y="416"/>
                </a:lnTo>
                <a:lnTo>
                  <a:pt x="136" y="415"/>
                </a:lnTo>
                <a:lnTo>
                  <a:pt x="135" y="415"/>
                </a:lnTo>
                <a:lnTo>
                  <a:pt x="134" y="414"/>
                </a:lnTo>
                <a:lnTo>
                  <a:pt x="133" y="414"/>
                </a:lnTo>
                <a:lnTo>
                  <a:pt x="133" y="413"/>
                </a:lnTo>
                <a:lnTo>
                  <a:pt x="132" y="413"/>
                </a:lnTo>
                <a:lnTo>
                  <a:pt x="132" y="412"/>
                </a:lnTo>
                <a:lnTo>
                  <a:pt x="131" y="412"/>
                </a:lnTo>
                <a:lnTo>
                  <a:pt x="130" y="411"/>
                </a:lnTo>
                <a:lnTo>
                  <a:pt x="130" y="410"/>
                </a:lnTo>
                <a:lnTo>
                  <a:pt x="129" y="409"/>
                </a:lnTo>
                <a:lnTo>
                  <a:pt x="129" y="408"/>
                </a:lnTo>
                <a:lnTo>
                  <a:pt x="128" y="408"/>
                </a:lnTo>
                <a:lnTo>
                  <a:pt x="129" y="407"/>
                </a:lnTo>
                <a:lnTo>
                  <a:pt x="129" y="406"/>
                </a:lnTo>
                <a:lnTo>
                  <a:pt x="130" y="406"/>
                </a:lnTo>
                <a:lnTo>
                  <a:pt x="131" y="406"/>
                </a:lnTo>
                <a:lnTo>
                  <a:pt x="132" y="406"/>
                </a:lnTo>
                <a:lnTo>
                  <a:pt x="134" y="406"/>
                </a:lnTo>
                <a:lnTo>
                  <a:pt x="135" y="406"/>
                </a:lnTo>
                <a:lnTo>
                  <a:pt x="136" y="406"/>
                </a:lnTo>
                <a:lnTo>
                  <a:pt x="138" y="406"/>
                </a:lnTo>
                <a:lnTo>
                  <a:pt x="139" y="406"/>
                </a:lnTo>
                <a:lnTo>
                  <a:pt x="140" y="406"/>
                </a:lnTo>
                <a:lnTo>
                  <a:pt x="140" y="401"/>
                </a:lnTo>
                <a:lnTo>
                  <a:pt x="138" y="401"/>
                </a:lnTo>
                <a:lnTo>
                  <a:pt x="136" y="401"/>
                </a:lnTo>
                <a:lnTo>
                  <a:pt x="135" y="401"/>
                </a:lnTo>
                <a:lnTo>
                  <a:pt x="134" y="400"/>
                </a:lnTo>
                <a:lnTo>
                  <a:pt x="132" y="399"/>
                </a:lnTo>
                <a:lnTo>
                  <a:pt x="131" y="399"/>
                </a:lnTo>
                <a:lnTo>
                  <a:pt x="130" y="398"/>
                </a:lnTo>
                <a:lnTo>
                  <a:pt x="129" y="397"/>
                </a:lnTo>
                <a:lnTo>
                  <a:pt x="128" y="397"/>
                </a:lnTo>
                <a:lnTo>
                  <a:pt x="127" y="396"/>
                </a:lnTo>
                <a:lnTo>
                  <a:pt x="126" y="396"/>
                </a:lnTo>
                <a:lnTo>
                  <a:pt x="124" y="396"/>
                </a:lnTo>
                <a:lnTo>
                  <a:pt x="122" y="396"/>
                </a:lnTo>
                <a:lnTo>
                  <a:pt x="111" y="396"/>
                </a:lnTo>
                <a:lnTo>
                  <a:pt x="106" y="396"/>
                </a:lnTo>
                <a:lnTo>
                  <a:pt x="103" y="396"/>
                </a:lnTo>
                <a:lnTo>
                  <a:pt x="102" y="396"/>
                </a:lnTo>
                <a:lnTo>
                  <a:pt x="101" y="396"/>
                </a:lnTo>
                <a:lnTo>
                  <a:pt x="98" y="397"/>
                </a:lnTo>
                <a:lnTo>
                  <a:pt x="95" y="397"/>
                </a:lnTo>
                <a:lnTo>
                  <a:pt x="93" y="397"/>
                </a:lnTo>
                <a:lnTo>
                  <a:pt x="91" y="397"/>
                </a:lnTo>
                <a:lnTo>
                  <a:pt x="90" y="398"/>
                </a:lnTo>
                <a:lnTo>
                  <a:pt x="89" y="398"/>
                </a:lnTo>
                <a:lnTo>
                  <a:pt x="88" y="398"/>
                </a:lnTo>
                <a:lnTo>
                  <a:pt x="87" y="399"/>
                </a:lnTo>
                <a:lnTo>
                  <a:pt x="85" y="399"/>
                </a:lnTo>
                <a:lnTo>
                  <a:pt x="84" y="399"/>
                </a:lnTo>
                <a:lnTo>
                  <a:pt x="84" y="398"/>
                </a:lnTo>
                <a:lnTo>
                  <a:pt x="83" y="397"/>
                </a:lnTo>
                <a:lnTo>
                  <a:pt x="82" y="397"/>
                </a:lnTo>
                <a:lnTo>
                  <a:pt x="81" y="397"/>
                </a:lnTo>
                <a:lnTo>
                  <a:pt x="80" y="397"/>
                </a:lnTo>
                <a:lnTo>
                  <a:pt x="78" y="397"/>
                </a:lnTo>
                <a:lnTo>
                  <a:pt x="76" y="396"/>
                </a:lnTo>
                <a:lnTo>
                  <a:pt x="76" y="395"/>
                </a:lnTo>
                <a:lnTo>
                  <a:pt x="77" y="390"/>
                </a:lnTo>
                <a:lnTo>
                  <a:pt x="77" y="388"/>
                </a:lnTo>
                <a:lnTo>
                  <a:pt x="77" y="385"/>
                </a:lnTo>
                <a:lnTo>
                  <a:pt x="77" y="383"/>
                </a:lnTo>
                <a:lnTo>
                  <a:pt x="77" y="382"/>
                </a:lnTo>
                <a:lnTo>
                  <a:pt x="76" y="381"/>
                </a:lnTo>
                <a:lnTo>
                  <a:pt x="75" y="381"/>
                </a:lnTo>
                <a:lnTo>
                  <a:pt x="75" y="380"/>
                </a:lnTo>
                <a:lnTo>
                  <a:pt x="75" y="379"/>
                </a:lnTo>
                <a:lnTo>
                  <a:pt x="74" y="379"/>
                </a:lnTo>
                <a:lnTo>
                  <a:pt x="73" y="378"/>
                </a:lnTo>
                <a:lnTo>
                  <a:pt x="73" y="377"/>
                </a:lnTo>
                <a:lnTo>
                  <a:pt x="72" y="377"/>
                </a:lnTo>
                <a:lnTo>
                  <a:pt x="71" y="377"/>
                </a:lnTo>
                <a:lnTo>
                  <a:pt x="71" y="376"/>
                </a:lnTo>
                <a:lnTo>
                  <a:pt x="71" y="375"/>
                </a:lnTo>
                <a:lnTo>
                  <a:pt x="71" y="374"/>
                </a:lnTo>
                <a:lnTo>
                  <a:pt x="71" y="373"/>
                </a:lnTo>
                <a:lnTo>
                  <a:pt x="72" y="372"/>
                </a:lnTo>
                <a:lnTo>
                  <a:pt x="72" y="371"/>
                </a:lnTo>
                <a:lnTo>
                  <a:pt x="71" y="370"/>
                </a:lnTo>
                <a:lnTo>
                  <a:pt x="70" y="370"/>
                </a:lnTo>
                <a:lnTo>
                  <a:pt x="70" y="369"/>
                </a:lnTo>
                <a:lnTo>
                  <a:pt x="69" y="370"/>
                </a:lnTo>
                <a:lnTo>
                  <a:pt x="68" y="370"/>
                </a:lnTo>
                <a:lnTo>
                  <a:pt x="68" y="371"/>
                </a:lnTo>
                <a:lnTo>
                  <a:pt x="67" y="371"/>
                </a:lnTo>
                <a:lnTo>
                  <a:pt x="66" y="371"/>
                </a:lnTo>
                <a:lnTo>
                  <a:pt x="66" y="372"/>
                </a:lnTo>
                <a:lnTo>
                  <a:pt x="65" y="372"/>
                </a:lnTo>
                <a:lnTo>
                  <a:pt x="65" y="373"/>
                </a:lnTo>
                <a:lnTo>
                  <a:pt x="65" y="372"/>
                </a:lnTo>
                <a:lnTo>
                  <a:pt x="64" y="372"/>
                </a:lnTo>
                <a:lnTo>
                  <a:pt x="64" y="373"/>
                </a:lnTo>
                <a:lnTo>
                  <a:pt x="63" y="373"/>
                </a:lnTo>
                <a:lnTo>
                  <a:pt x="62" y="373"/>
                </a:lnTo>
                <a:lnTo>
                  <a:pt x="61" y="373"/>
                </a:lnTo>
                <a:lnTo>
                  <a:pt x="61" y="372"/>
                </a:lnTo>
                <a:lnTo>
                  <a:pt x="58" y="372"/>
                </a:lnTo>
                <a:lnTo>
                  <a:pt x="58" y="373"/>
                </a:lnTo>
                <a:lnTo>
                  <a:pt x="57" y="373"/>
                </a:lnTo>
                <a:lnTo>
                  <a:pt x="56" y="372"/>
                </a:lnTo>
                <a:lnTo>
                  <a:pt x="56" y="371"/>
                </a:lnTo>
                <a:lnTo>
                  <a:pt x="55" y="371"/>
                </a:lnTo>
                <a:lnTo>
                  <a:pt x="54" y="371"/>
                </a:lnTo>
                <a:lnTo>
                  <a:pt x="53" y="371"/>
                </a:lnTo>
                <a:lnTo>
                  <a:pt x="52" y="371"/>
                </a:lnTo>
                <a:lnTo>
                  <a:pt x="51" y="371"/>
                </a:lnTo>
                <a:lnTo>
                  <a:pt x="50" y="371"/>
                </a:lnTo>
                <a:lnTo>
                  <a:pt x="49" y="371"/>
                </a:lnTo>
                <a:lnTo>
                  <a:pt x="49" y="372"/>
                </a:lnTo>
                <a:lnTo>
                  <a:pt x="48" y="372"/>
                </a:lnTo>
                <a:lnTo>
                  <a:pt x="48" y="373"/>
                </a:lnTo>
                <a:lnTo>
                  <a:pt x="47" y="374"/>
                </a:lnTo>
                <a:lnTo>
                  <a:pt x="46" y="374"/>
                </a:lnTo>
                <a:lnTo>
                  <a:pt x="45" y="374"/>
                </a:lnTo>
                <a:lnTo>
                  <a:pt x="45" y="373"/>
                </a:lnTo>
                <a:lnTo>
                  <a:pt x="44" y="373"/>
                </a:lnTo>
                <a:lnTo>
                  <a:pt x="44" y="374"/>
                </a:lnTo>
                <a:lnTo>
                  <a:pt x="43" y="374"/>
                </a:lnTo>
                <a:lnTo>
                  <a:pt x="42" y="374"/>
                </a:lnTo>
                <a:lnTo>
                  <a:pt x="41" y="374"/>
                </a:lnTo>
                <a:lnTo>
                  <a:pt x="39" y="374"/>
                </a:lnTo>
                <a:lnTo>
                  <a:pt x="38" y="374"/>
                </a:lnTo>
                <a:lnTo>
                  <a:pt x="38" y="375"/>
                </a:lnTo>
                <a:lnTo>
                  <a:pt x="37" y="375"/>
                </a:lnTo>
                <a:lnTo>
                  <a:pt x="36" y="375"/>
                </a:lnTo>
                <a:lnTo>
                  <a:pt x="35" y="375"/>
                </a:lnTo>
                <a:lnTo>
                  <a:pt x="34" y="375"/>
                </a:lnTo>
                <a:lnTo>
                  <a:pt x="33" y="375"/>
                </a:lnTo>
                <a:lnTo>
                  <a:pt x="33" y="376"/>
                </a:lnTo>
                <a:lnTo>
                  <a:pt x="32" y="376"/>
                </a:lnTo>
                <a:lnTo>
                  <a:pt x="31" y="376"/>
                </a:lnTo>
                <a:lnTo>
                  <a:pt x="30" y="376"/>
                </a:lnTo>
                <a:lnTo>
                  <a:pt x="29" y="376"/>
                </a:lnTo>
                <a:lnTo>
                  <a:pt x="29" y="377"/>
                </a:lnTo>
                <a:lnTo>
                  <a:pt x="28" y="377"/>
                </a:lnTo>
                <a:lnTo>
                  <a:pt x="28" y="376"/>
                </a:lnTo>
                <a:lnTo>
                  <a:pt x="27" y="376"/>
                </a:lnTo>
                <a:lnTo>
                  <a:pt x="26" y="376"/>
                </a:lnTo>
                <a:lnTo>
                  <a:pt x="25" y="377"/>
                </a:lnTo>
                <a:lnTo>
                  <a:pt x="23" y="377"/>
                </a:lnTo>
                <a:lnTo>
                  <a:pt x="23" y="376"/>
                </a:lnTo>
                <a:lnTo>
                  <a:pt x="22" y="377"/>
                </a:lnTo>
                <a:lnTo>
                  <a:pt x="21" y="377"/>
                </a:lnTo>
                <a:lnTo>
                  <a:pt x="20" y="377"/>
                </a:lnTo>
                <a:lnTo>
                  <a:pt x="19" y="377"/>
                </a:lnTo>
                <a:lnTo>
                  <a:pt x="18" y="377"/>
                </a:lnTo>
                <a:lnTo>
                  <a:pt x="18" y="378"/>
                </a:lnTo>
                <a:lnTo>
                  <a:pt x="17" y="377"/>
                </a:lnTo>
                <a:lnTo>
                  <a:pt x="16" y="377"/>
                </a:lnTo>
                <a:lnTo>
                  <a:pt x="14" y="377"/>
                </a:lnTo>
                <a:lnTo>
                  <a:pt x="13" y="378"/>
                </a:lnTo>
                <a:lnTo>
                  <a:pt x="13" y="379"/>
                </a:lnTo>
                <a:lnTo>
                  <a:pt x="12" y="379"/>
                </a:lnTo>
                <a:lnTo>
                  <a:pt x="11" y="380"/>
                </a:lnTo>
                <a:lnTo>
                  <a:pt x="11" y="381"/>
                </a:lnTo>
                <a:lnTo>
                  <a:pt x="11" y="382"/>
                </a:lnTo>
                <a:lnTo>
                  <a:pt x="11" y="383"/>
                </a:lnTo>
                <a:lnTo>
                  <a:pt x="11" y="384"/>
                </a:lnTo>
                <a:lnTo>
                  <a:pt x="10" y="384"/>
                </a:lnTo>
                <a:lnTo>
                  <a:pt x="9" y="383"/>
                </a:lnTo>
                <a:lnTo>
                  <a:pt x="8" y="383"/>
                </a:lnTo>
                <a:lnTo>
                  <a:pt x="7" y="383"/>
                </a:lnTo>
                <a:lnTo>
                  <a:pt x="7" y="384"/>
                </a:lnTo>
                <a:lnTo>
                  <a:pt x="6" y="384"/>
                </a:lnTo>
                <a:lnTo>
                  <a:pt x="5" y="383"/>
                </a:lnTo>
                <a:lnTo>
                  <a:pt x="4" y="382"/>
                </a:lnTo>
                <a:lnTo>
                  <a:pt x="3" y="382"/>
                </a:lnTo>
                <a:lnTo>
                  <a:pt x="2" y="382"/>
                </a:lnTo>
                <a:lnTo>
                  <a:pt x="1" y="381"/>
                </a:lnTo>
                <a:lnTo>
                  <a:pt x="1" y="380"/>
                </a:lnTo>
                <a:lnTo>
                  <a:pt x="1" y="379"/>
                </a:lnTo>
                <a:lnTo>
                  <a:pt x="2" y="379"/>
                </a:lnTo>
                <a:lnTo>
                  <a:pt x="2" y="378"/>
                </a:lnTo>
                <a:lnTo>
                  <a:pt x="2" y="377"/>
                </a:lnTo>
                <a:lnTo>
                  <a:pt x="2" y="376"/>
                </a:lnTo>
                <a:lnTo>
                  <a:pt x="1" y="376"/>
                </a:lnTo>
                <a:lnTo>
                  <a:pt x="1" y="375"/>
                </a:lnTo>
                <a:lnTo>
                  <a:pt x="1" y="374"/>
                </a:lnTo>
                <a:lnTo>
                  <a:pt x="0" y="373"/>
                </a:lnTo>
                <a:lnTo>
                  <a:pt x="0" y="372"/>
                </a:lnTo>
                <a:lnTo>
                  <a:pt x="0" y="371"/>
                </a:lnTo>
                <a:lnTo>
                  <a:pt x="0" y="370"/>
                </a:lnTo>
                <a:lnTo>
                  <a:pt x="0" y="368"/>
                </a:lnTo>
                <a:lnTo>
                  <a:pt x="1" y="367"/>
                </a:lnTo>
                <a:lnTo>
                  <a:pt x="0" y="366"/>
                </a:lnTo>
                <a:lnTo>
                  <a:pt x="0" y="365"/>
                </a:lnTo>
                <a:lnTo>
                  <a:pt x="0" y="364"/>
                </a:lnTo>
                <a:lnTo>
                  <a:pt x="0" y="363"/>
                </a:lnTo>
                <a:lnTo>
                  <a:pt x="1" y="363"/>
                </a:lnTo>
                <a:lnTo>
                  <a:pt x="2" y="362"/>
                </a:lnTo>
                <a:lnTo>
                  <a:pt x="3" y="362"/>
                </a:lnTo>
                <a:lnTo>
                  <a:pt x="4" y="361"/>
                </a:lnTo>
                <a:lnTo>
                  <a:pt x="4" y="360"/>
                </a:lnTo>
                <a:lnTo>
                  <a:pt x="10" y="355"/>
                </a:lnTo>
                <a:lnTo>
                  <a:pt x="16" y="350"/>
                </a:lnTo>
                <a:lnTo>
                  <a:pt x="17" y="350"/>
                </a:lnTo>
                <a:lnTo>
                  <a:pt x="26" y="337"/>
                </a:lnTo>
                <a:lnTo>
                  <a:pt x="27" y="335"/>
                </a:lnTo>
                <a:lnTo>
                  <a:pt x="31" y="321"/>
                </a:lnTo>
                <a:lnTo>
                  <a:pt x="31" y="320"/>
                </a:lnTo>
                <a:lnTo>
                  <a:pt x="32" y="320"/>
                </a:lnTo>
                <a:lnTo>
                  <a:pt x="33" y="315"/>
                </a:lnTo>
                <a:lnTo>
                  <a:pt x="35" y="305"/>
                </a:lnTo>
                <a:lnTo>
                  <a:pt x="36" y="303"/>
                </a:lnTo>
                <a:lnTo>
                  <a:pt x="36" y="299"/>
                </a:lnTo>
                <a:lnTo>
                  <a:pt x="37" y="296"/>
                </a:lnTo>
                <a:lnTo>
                  <a:pt x="37" y="295"/>
                </a:lnTo>
                <a:lnTo>
                  <a:pt x="39" y="286"/>
                </a:lnTo>
                <a:lnTo>
                  <a:pt x="41" y="270"/>
                </a:lnTo>
                <a:lnTo>
                  <a:pt x="44" y="265"/>
                </a:lnTo>
                <a:lnTo>
                  <a:pt x="48" y="259"/>
                </a:lnTo>
                <a:lnTo>
                  <a:pt x="51" y="254"/>
                </a:lnTo>
                <a:lnTo>
                  <a:pt x="52" y="245"/>
                </a:lnTo>
                <a:lnTo>
                  <a:pt x="52" y="243"/>
                </a:lnTo>
                <a:lnTo>
                  <a:pt x="53" y="228"/>
                </a:lnTo>
                <a:lnTo>
                  <a:pt x="53" y="227"/>
                </a:lnTo>
                <a:lnTo>
                  <a:pt x="60" y="226"/>
                </a:lnTo>
                <a:lnTo>
                  <a:pt x="90" y="221"/>
                </a:lnTo>
                <a:lnTo>
                  <a:pt x="105" y="219"/>
                </a:lnTo>
                <a:lnTo>
                  <a:pt x="129" y="218"/>
                </a:lnTo>
                <a:lnTo>
                  <a:pt x="129" y="217"/>
                </a:lnTo>
                <a:lnTo>
                  <a:pt x="134" y="204"/>
                </a:lnTo>
                <a:lnTo>
                  <a:pt x="133" y="196"/>
                </a:lnTo>
                <a:lnTo>
                  <a:pt x="142" y="185"/>
                </a:lnTo>
                <a:lnTo>
                  <a:pt x="150" y="173"/>
                </a:lnTo>
                <a:lnTo>
                  <a:pt x="151" y="172"/>
                </a:lnTo>
                <a:lnTo>
                  <a:pt x="167" y="156"/>
                </a:lnTo>
                <a:lnTo>
                  <a:pt x="176" y="149"/>
                </a:lnTo>
                <a:lnTo>
                  <a:pt x="199" y="132"/>
                </a:lnTo>
                <a:lnTo>
                  <a:pt x="214" y="129"/>
                </a:lnTo>
                <a:lnTo>
                  <a:pt x="218" y="128"/>
                </a:lnTo>
                <a:lnTo>
                  <a:pt x="220" y="125"/>
                </a:lnTo>
                <a:lnTo>
                  <a:pt x="223" y="120"/>
                </a:lnTo>
                <a:lnTo>
                  <a:pt x="225" y="119"/>
                </a:lnTo>
                <a:lnTo>
                  <a:pt x="228" y="115"/>
                </a:lnTo>
                <a:lnTo>
                  <a:pt x="238" y="110"/>
                </a:lnTo>
                <a:lnTo>
                  <a:pt x="242" y="109"/>
                </a:lnTo>
                <a:lnTo>
                  <a:pt x="251" y="105"/>
                </a:lnTo>
                <a:lnTo>
                  <a:pt x="253" y="104"/>
                </a:lnTo>
                <a:lnTo>
                  <a:pt x="253" y="105"/>
                </a:lnTo>
                <a:lnTo>
                  <a:pt x="253" y="106"/>
                </a:lnTo>
                <a:lnTo>
                  <a:pt x="254" y="106"/>
                </a:lnTo>
                <a:lnTo>
                  <a:pt x="254" y="107"/>
                </a:lnTo>
                <a:lnTo>
                  <a:pt x="255" y="107"/>
                </a:lnTo>
                <a:lnTo>
                  <a:pt x="256" y="108"/>
                </a:lnTo>
                <a:lnTo>
                  <a:pt x="257" y="109"/>
                </a:lnTo>
                <a:lnTo>
                  <a:pt x="258" y="110"/>
                </a:lnTo>
                <a:lnTo>
                  <a:pt x="259" y="110"/>
                </a:lnTo>
                <a:lnTo>
                  <a:pt x="258" y="110"/>
                </a:lnTo>
                <a:lnTo>
                  <a:pt x="258" y="111"/>
                </a:lnTo>
                <a:lnTo>
                  <a:pt x="258" y="112"/>
                </a:lnTo>
                <a:lnTo>
                  <a:pt x="259" y="114"/>
                </a:lnTo>
                <a:lnTo>
                  <a:pt x="260" y="114"/>
                </a:lnTo>
                <a:lnTo>
                  <a:pt x="260" y="115"/>
                </a:lnTo>
                <a:lnTo>
                  <a:pt x="260" y="116"/>
                </a:lnTo>
                <a:lnTo>
                  <a:pt x="261" y="116"/>
                </a:lnTo>
                <a:lnTo>
                  <a:pt x="261" y="117"/>
                </a:lnTo>
                <a:lnTo>
                  <a:pt x="263" y="121"/>
                </a:lnTo>
                <a:lnTo>
                  <a:pt x="263" y="122"/>
                </a:lnTo>
                <a:lnTo>
                  <a:pt x="267" y="125"/>
                </a:lnTo>
                <a:lnTo>
                  <a:pt x="267" y="126"/>
                </a:lnTo>
                <a:lnTo>
                  <a:pt x="268" y="125"/>
                </a:lnTo>
                <a:lnTo>
                  <a:pt x="268" y="124"/>
                </a:lnTo>
                <a:lnTo>
                  <a:pt x="269" y="124"/>
                </a:lnTo>
                <a:lnTo>
                  <a:pt x="269" y="123"/>
                </a:lnTo>
                <a:lnTo>
                  <a:pt x="269" y="122"/>
                </a:lnTo>
                <a:lnTo>
                  <a:pt x="269" y="121"/>
                </a:lnTo>
                <a:lnTo>
                  <a:pt x="270" y="121"/>
                </a:lnTo>
                <a:lnTo>
                  <a:pt x="270" y="120"/>
                </a:lnTo>
                <a:lnTo>
                  <a:pt x="270" y="119"/>
                </a:lnTo>
                <a:lnTo>
                  <a:pt x="270" y="118"/>
                </a:lnTo>
                <a:lnTo>
                  <a:pt x="271" y="118"/>
                </a:lnTo>
                <a:lnTo>
                  <a:pt x="271" y="117"/>
                </a:lnTo>
                <a:lnTo>
                  <a:pt x="272" y="116"/>
                </a:lnTo>
                <a:lnTo>
                  <a:pt x="273" y="115"/>
                </a:lnTo>
                <a:lnTo>
                  <a:pt x="274" y="114"/>
                </a:lnTo>
                <a:lnTo>
                  <a:pt x="275" y="113"/>
                </a:lnTo>
                <a:lnTo>
                  <a:pt x="276" y="112"/>
                </a:lnTo>
                <a:lnTo>
                  <a:pt x="277" y="112"/>
                </a:lnTo>
                <a:lnTo>
                  <a:pt x="278" y="111"/>
                </a:lnTo>
                <a:lnTo>
                  <a:pt x="280" y="110"/>
                </a:lnTo>
                <a:lnTo>
                  <a:pt x="281" y="110"/>
                </a:lnTo>
                <a:lnTo>
                  <a:pt x="283" y="108"/>
                </a:lnTo>
                <a:lnTo>
                  <a:pt x="284" y="108"/>
                </a:lnTo>
                <a:lnTo>
                  <a:pt x="284" y="107"/>
                </a:lnTo>
                <a:lnTo>
                  <a:pt x="285" y="107"/>
                </a:lnTo>
                <a:lnTo>
                  <a:pt x="287" y="106"/>
                </a:lnTo>
                <a:lnTo>
                  <a:pt x="287" y="105"/>
                </a:lnTo>
                <a:lnTo>
                  <a:pt x="289" y="104"/>
                </a:lnTo>
                <a:lnTo>
                  <a:pt x="290" y="104"/>
                </a:lnTo>
                <a:lnTo>
                  <a:pt x="291" y="104"/>
                </a:lnTo>
                <a:lnTo>
                  <a:pt x="291" y="103"/>
                </a:lnTo>
                <a:lnTo>
                  <a:pt x="292" y="102"/>
                </a:lnTo>
                <a:lnTo>
                  <a:pt x="293" y="102"/>
                </a:lnTo>
                <a:lnTo>
                  <a:pt x="294" y="101"/>
                </a:lnTo>
                <a:lnTo>
                  <a:pt x="295" y="101"/>
                </a:lnTo>
                <a:lnTo>
                  <a:pt x="296" y="101"/>
                </a:lnTo>
                <a:lnTo>
                  <a:pt x="297" y="100"/>
                </a:lnTo>
                <a:lnTo>
                  <a:pt x="299" y="100"/>
                </a:lnTo>
                <a:lnTo>
                  <a:pt x="299" y="99"/>
                </a:lnTo>
                <a:lnTo>
                  <a:pt x="301" y="99"/>
                </a:lnTo>
                <a:lnTo>
                  <a:pt x="304" y="99"/>
                </a:lnTo>
                <a:lnTo>
                  <a:pt x="304" y="98"/>
                </a:lnTo>
                <a:lnTo>
                  <a:pt x="305" y="98"/>
                </a:lnTo>
                <a:lnTo>
                  <a:pt x="308" y="98"/>
                </a:lnTo>
                <a:lnTo>
                  <a:pt x="309" y="98"/>
                </a:lnTo>
                <a:lnTo>
                  <a:pt x="310" y="98"/>
                </a:lnTo>
                <a:lnTo>
                  <a:pt x="311" y="97"/>
                </a:lnTo>
                <a:lnTo>
                  <a:pt x="313" y="97"/>
                </a:lnTo>
                <a:lnTo>
                  <a:pt x="315" y="97"/>
                </a:lnTo>
                <a:lnTo>
                  <a:pt x="316" y="97"/>
                </a:lnTo>
                <a:lnTo>
                  <a:pt x="317" y="97"/>
                </a:lnTo>
                <a:lnTo>
                  <a:pt x="318" y="96"/>
                </a:lnTo>
                <a:lnTo>
                  <a:pt x="319" y="96"/>
                </a:lnTo>
                <a:lnTo>
                  <a:pt x="319" y="95"/>
                </a:lnTo>
                <a:lnTo>
                  <a:pt x="320" y="95"/>
                </a:lnTo>
                <a:lnTo>
                  <a:pt x="321" y="94"/>
                </a:lnTo>
                <a:lnTo>
                  <a:pt x="323" y="94"/>
                </a:lnTo>
                <a:lnTo>
                  <a:pt x="325" y="93"/>
                </a:lnTo>
                <a:lnTo>
                  <a:pt x="326" y="93"/>
                </a:lnTo>
                <a:lnTo>
                  <a:pt x="327" y="93"/>
                </a:lnTo>
                <a:lnTo>
                  <a:pt x="327" y="92"/>
                </a:lnTo>
                <a:lnTo>
                  <a:pt x="329" y="91"/>
                </a:lnTo>
                <a:lnTo>
                  <a:pt x="330" y="91"/>
                </a:lnTo>
                <a:lnTo>
                  <a:pt x="331" y="91"/>
                </a:lnTo>
                <a:lnTo>
                  <a:pt x="331" y="90"/>
                </a:lnTo>
                <a:lnTo>
                  <a:pt x="332" y="90"/>
                </a:lnTo>
                <a:lnTo>
                  <a:pt x="333" y="90"/>
                </a:lnTo>
                <a:lnTo>
                  <a:pt x="333" y="89"/>
                </a:lnTo>
                <a:lnTo>
                  <a:pt x="334" y="89"/>
                </a:lnTo>
                <a:lnTo>
                  <a:pt x="335" y="88"/>
                </a:lnTo>
                <a:lnTo>
                  <a:pt x="336" y="88"/>
                </a:lnTo>
                <a:lnTo>
                  <a:pt x="337" y="87"/>
                </a:lnTo>
                <a:lnTo>
                  <a:pt x="337" y="86"/>
                </a:lnTo>
                <a:lnTo>
                  <a:pt x="338" y="86"/>
                </a:lnTo>
                <a:lnTo>
                  <a:pt x="338" y="85"/>
                </a:lnTo>
                <a:lnTo>
                  <a:pt x="339" y="85"/>
                </a:lnTo>
                <a:lnTo>
                  <a:pt x="340" y="84"/>
                </a:lnTo>
                <a:lnTo>
                  <a:pt x="341" y="82"/>
                </a:lnTo>
                <a:lnTo>
                  <a:pt x="341" y="81"/>
                </a:lnTo>
                <a:lnTo>
                  <a:pt x="342" y="81"/>
                </a:lnTo>
                <a:lnTo>
                  <a:pt x="342" y="80"/>
                </a:lnTo>
                <a:lnTo>
                  <a:pt x="343" y="80"/>
                </a:lnTo>
                <a:lnTo>
                  <a:pt x="343" y="79"/>
                </a:lnTo>
                <a:lnTo>
                  <a:pt x="343" y="78"/>
                </a:lnTo>
                <a:lnTo>
                  <a:pt x="343" y="76"/>
                </a:lnTo>
                <a:lnTo>
                  <a:pt x="338" y="66"/>
                </a:lnTo>
                <a:lnTo>
                  <a:pt x="340" y="64"/>
                </a:lnTo>
                <a:lnTo>
                  <a:pt x="347" y="59"/>
                </a:lnTo>
                <a:lnTo>
                  <a:pt x="334" y="48"/>
                </a:lnTo>
                <a:lnTo>
                  <a:pt x="334" y="47"/>
                </a:lnTo>
                <a:lnTo>
                  <a:pt x="334" y="45"/>
                </a:lnTo>
                <a:lnTo>
                  <a:pt x="337" y="39"/>
                </a:lnTo>
                <a:lnTo>
                  <a:pt x="331" y="37"/>
                </a:lnTo>
                <a:lnTo>
                  <a:pt x="329" y="36"/>
                </a:lnTo>
                <a:lnTo>
                  <a:pt x="330" y="35"/>
                </a:lnTo>
                <a:lnTo>
                  <a:pt x="331" y="34"/>
                </a:lnTo>
                <a:lnTo>
                  <a:pt x="332" y="32"/>
                </a:lnTo>
                <a:lnTo>
                  <a:pt x="332" y="30"/>
                </a:lnTo>
                <a:lnTo>
                  <a:pt x="333" y="26"/>
                </a:lnTo>
                <a:lnTo>
                  <a:pt x="334" y="25"/>
                </a:lnTo>
                <a:lnTo>
                  <a:pt x="335" y="24"/>
                </a:lnTo>
                <a:lnTo>
                  <a:pt x="336" y="24"/>
                </a:lnTo>
                <a:lnTo>
                  <a:pt x="337" y="23"/>
                </a:lnTo>
                <a:lnTo>
                  <a:pt x="338" y="23"/>
                </a:lnTo>
                <a:lnTo>
                  <a:pt x="340" y="19"/>
                </a:lnTo>
                <a:lnTo>
                  <a:pt x="342" y="19"/>
                </a:lnTo>
                <a:lnTo>
                  <a:pt x="343" y="19"/>
                </a:lnTo>
                <a:lnTo>
                  <a:pt x="343" y="18"/>
                </a:lnTo>
                <a:lnTo>
                  <a:pt x="345" y="18"/>
                </a:lnTo>
                <a:lnTo>
                  <a:pt x="346" y="17"/>
                </a:lnTo>
                <a:lnTo>
                  <a:pt x="346" y="16"/>
                </a:lnTo>
                <a:lnTo>
                  <a:pt x="347" y="16"/>
                </a:lnTo>
                <a:lnTo>
                  <a:pt x="350" y="15"/>
                </a:lnTo>
                <a:lnTo>
                  <a:pt x="351" y="15"/>
                </a:lnTo>
                <a:lnTo>
                  <a:pt x="353" y="14"/>
                </a:lnTo>
                <a:lnTo>
                  <a:pt x="353" y="13"/>
                </a:lnTo>
                <a:lnTo>
                  <a:pt x="354" y="13"/>
                </a:lnTo>
                <a:lnTo>
                  <a:pt x="355" y="12"/>
                </a:lnTo>
                <a:lnTo>
                  <a:pt x="356" y="12"/>
                </a:lnTo>
                <a:lnTo>
                  <a:pt x="357" y="12"/>
                </a:lnTo>
                <a:lnTo>
                  <a:pt x="357" y="11"/>
                </a:lnTo>
                <a:lnTo>
                  <a:pt x="358" y="11"/>
                </a:lnTo>
                <a:lnTo>
                  <a:pt x="359" y="10"/>
                </a:lnTo>
                <a:lnTo>
                  <a:pt x="360" y="10"/>
                </a:lnTo>
                <a:lnTo>
                  <a:pt x="361" y="10"/>
                </a:lnTo>
                <a:lnTo>
                  <a:pt x="361" y="9"/>
                </a:lnTo>
                <a:lnTo>
                  <a:pt x="362" y="9"/>
                </a:lnTo>
                <a:lnTo>
                  <a:pt x="363" y="9"/>
                </a:lnTo>
                <a:lnTo>
                  <a:pt x="363" y="8"/>
                </a:lnTo>
                <a:lnTo>
                  <a:pt x="364" y="8"/>
                </a:lnTo>
                <a:lnTo>
                  <a:pt x="365" y="7"/>
                </a:lnTo>
                <a:lnTo>
                  <a:pt x="370" y="7"/>
                </a:lnTo>
                <a:lnTo>
                  <a:pt x="372" y="6"/>
                </a:lnTo>
                <a:lnTo>
                  <a:pt x="374" y="6"/>
                </a:lnTo>
                <a:lnTo>
                  <a:pt x="376" y="6"/>
                </a:lnTo>
                <a:lnTo>
                  <a:pt x="379" y="6"/>
                </a:lnTo>
                <a:lnTo>
                  <a:pt x="380" y="5"/>
                </a:lnTo>
                <a:lnTo>
                  <a:pt x="382" y="5"/>
                </a:lnTo>
                <a:lnTo>
                  <a:pt x="384" y="5"/>
                </a:lnTo>
                <a:lnTo>
                  <a:pt x="386" y="5"/>
                </a:lnTo>
                <a:lnTo>
                  <a:pt x="389" y="5"/>
                </a:lnTo>
                <a:lnTo>
                  <a:pt x="398" y="3"/>
                </a:lnTo>
                <a:lnTo>
                  <a:pt x="404" y="4"/>
                </a:lnTo>
                <a:lnTo>
                  <a:pt x="419" y="4"/>
                </a:lnTo>
                <a:lnTo>
                  <a:pt x="421" y="3"/>
                </a:lnTo>
                <a:lnTo>
                  <a:pt x="423" y="3"/>
                </a:lnTo>
                <a:lnTo>
                  <a:pt x="425" y="2"/>
                </a:lnTo>
                <a:lnTo>
                  <a:pt x="426" y="2"/>
                </a:lnTo>
                <a:lnTo>
                  <a:pt x="427" y="2"/>
                </a:lnTo>
                <a:lnTo>
                  <a:pt x="430" y="1"/>
                </a:lnTo>
                <a:lnTo>
                  <a:pt x="433" y="1"/>
                </a:lnTo>
                <a:lnTo>
                  <a:pt x="434" y="0"/>
                </a:lnTo>
                <a:lnTo>
                  <a:pt x="435" y="0"/>
                </a:lnTo>
                <a:lnTo>
                  <a:pt x="436" y="0"/>
                </a:lnTo>
                <a:lnTo>
                  <a:pt x="438" y="3"/>
                </a:lnTo>
                <a:lnTo>
                  <a:pt x="442" y="12"/>
                </a:lnTo>
                <a:moveTo>
                  <a:pt x="1234" y="748"/>
                </a:moveTo>
                <a:lnTo>
                  <a:pt x="1233" y="748"/>
                </a:lnTo>
                <a:lnTo>
                  <a:pt x="1232" y="748"/>
                </a:lnTo>
                <a:lnTo>
                  <a:pt x="1231" y="748"/>
                </a:lnTo>
                <a:lnTo>
                  <a:pt x="1230" y="748"/>
                </a:lnTo>
                <a:lnTo>
                  <a:pt x="1230" y="749"/>
                </a:lnTo>
                <a:lnTo>
                  <a:pt x="1229" y="749"/>
                </a:lnTo>
                <a:lnTo>
                  <a:pt x="1228" y="750"/>
                </a:lnTo>
                <a:lnTo>
                  <a:pt x="1227" y="750"/>
                </a:lnTo>
                <a:lnTo>
                  <a:pt x="1226" y="750"/>
                </a:lnTo>
                <a:lnTo>
                  <a:pt x="1225" y="751"/>
                </a:lnTo>
                <a:lnTo>
                  <a:pt x="1224" y="751"/>
                </a:lnTo>
                <a:lnTo>
                  <a:pt x="1224" y="750"/>
                </a:lnTo>
                <a:lnTo>
                  <a:pt x="1223" y="750"/>
                </a:lnTo>
                <a:lnTo>
                  <a:pt x="1222" y="751"/>
                </a:lnTo>
                <a:lnTo>
                  <a:pt x="1221" y="752"/>
                </a:lnTo>
                <a:lnTo>
                  <a:pt x="1222" y="753"/>
                </a:lnTo>
                <a:lnTo>
                  <a:pt x="1222" y="754"/>
                </a:lnTo>
                <a:lnTo>
                  <a:pt x="1222" y="755"/>
                </a:lnTo>
                <a:lnTo>
                  <a:pt x="1223" y="754"/>
                </a:lnTo>
                <a:lnTo>
                  <a:pt x="1223" y="755"/>
                </a:lnTo>
                <a:lnTo>
                  <a:pt x="1224" y="754"/>
                </a:lnTo>
                <a:lnTo>
                  <a:pt x="1225" y="754"/>
                </a:lnTo>
                <a:lnTo>
                  <a:pt x="1225" y="753"/>
                </a:lnTo>
                <a:lnTo>
                  <a:pt x="1226" y="753"/>
                </a:lnTo>
                <a:lnTo>
                  <a:pt x="1226" y="754"/>
                </a:lnTo>
                <a:lnTo>
                  <a:pt x="1227" y="754"/>
                </a:lnTo>
                <a:lnTo>
                  <a:pt x="1227" y="753"/>
                </a:lnTo>
                <a:lnTo>
                  <a:pt x="1228" y="753"/>
                </a:lnTo>
                <a:lnTo>
                  <a:pt x="1229" y="753"/>
                </a:lnTo>
                <a:lnTo>
                  <a:pt x="1230" y="752"/>
                </a:lnTo>
                <a:lnTo>
                  <a:pt x="1231" y="752"/>
                </a:lnTo>
                <a:lnTo>
                  <a:pt x="1231" y="751"/>
                </a:lnTo>
                <a:lnTo>
                  <a:pt x="1232" y="751"/>
                </a:lnTo>
                <a:lnTo>
                  <a:pt x="1232" y="752"/>
                </a:lnTo>
                <a:lnTo>
                  <a:pt x="1233" y="751"/>
                </a:lnTo>
                <a:lnTo>
                  <a:pt x="1232" y="751"/>
                </a:lnTo>
                <a:lnTo>
                  <a:pt x="1232" y="750"/>
                </a:lnTo>
                <a:lnTo>
                  <a:pt x="1233" y="750"/>
                </a:lnTo>
                <a:lnTo>
                  <a:pt x="1233" y="749"/>
                </a:lnTo>
                <a:lnTo>
                  <a:pt x="1234" y="749"/>
                </a:lnTo>
                <a:lnTo>
                  <a:pt x="1235" y="749"/>
                </a:lnTo>
                <a:lnTo>
                  <a:pt x="1235" y="750"/>
                </a:lnTo>
                <a:lnTo>
                  <a:pt x="1236" y="751"/>
                </a:lnTo>
                <a:lnTo>
                  <a:pt x="1237" y="751"/>
                </a:lnTo>
                <a:lnTo>
                  <a:pt x="1236" y="750"/>
                </a:lnTo>
                <a:lnTo>
                  <a:pt x="1236" y="749"/>
                </a:lnTo>
                <a:lnTo>
                  <a:pt x="1236" y="748"/>
                </a:lnTo>
                <a:lnTo>
                  <a:pt x="1237" y="748"/>
                </a:lnTo>
                <a:lnTo>
                  <a:pt x="1237" y="747"/>
                </a:lnTo>
                <a:lnTo>
                  <a:pt x="1236" y="747"/>
                </a:lnTo>
                <a:lnTo>
                  <a:pt x="1235" y="747"/>
                </a:lnTo>
                <a:lnTo>
                  <a:pt x="1234" y="747"/>
                </a:lnTo>
                <a:lnTo>
                  <a:pt x="1234" y="748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13" name=""/>
          <p:cNvSpPr/>
          <p:nvPr/>
        </p:nvSpPr>
        <p:spPr>
          <a:xfrm>
            <a:off x="5970960" y="1548360"/>
            <a:ext cx="443880" cy="280800"/>
          </a:xfrm>
          <a:custGeom>
            <a:avLst/>
            <a:gdLst/>
            <a:ahLst/>
            <a:rect l="0" t="0" r="r" b="b"/>
            <a:pathLst>
              <a:path w="1233" h="780">
                <a:moveTo>
                  <a:pt x="688" y="0"/>
                </a:moveTo>
                <a:lnTo>
                  <a:pt x="689" y="0"/>
                </a:lnTo>
                <a:lnTo>
                  <a:pt x="690" y="0"/>
                </a:lnTo>
                <a:lnTo>
                  <a:pt x="690" y="1"/>
                </a:lnTo>
                <a:lnTo>
                  <a:pt x="691" y="1"/>
                </a:lnTo>
                <a:lnTo>
                  <a:pt x="691" y="2"/>
                </a:lnTo>
                <a:lnTo>
                  <a:pt x="692" y="2"/>
                </a:lnTo>
                <a:lnTo>
                  <a:pt x="692" y="1"/>
                </a:lnTo>
                <a:lnTo>
                  <a:pt x="693" y="1"/>
                </a:lnTo>
                <a:lnTo>
                  <a:pt x="694" y="1"/>
                </a:lnTo>
                <a:lnTo>
                  <a:pt x="695" y="1"/>
                </a:lnTo>
                <a:lnTo>
                  <a:pt x="695" y="2"/>
                </a:lnTo>
                <a:lnTo>
                  <a:pt x="695" y="1"/>
                </a:lnTo>
                <a:lnTo>
                  <a:pt x="696" y="1"/>
                </a:lnTo>
                <a:lnTo>
                  <a:pt x="696" y="2"/>
                </a:lnTo>
                <a:lnTo>
                  <a:pt x="697" y="2"/>
                </a:lnTo>
                <a:lnTo>
                  <a:pt x="698" y="2"/>
                </a:lnTo>
                <a:lnTo>
                  <a:pt x="698" y="1"/>
                </a:lnTo>
                <a:lnTo>
                  <a:pt x="699" y="1"/>
                </a:lnTo>
                <a:lnTo>
                  <a:pt x="699" y="2"/>
                </a:lnTo>
                <a:lnTo>
                  <a:pt x="699" y="1"/>
                </a:lnTo>
                <a:lnTo>
                  <a:pt x="700" y="1"/>
                </a:lnTo>
                <a:lnTo>
                  <a:pt x="700" y="2"/>
                </a:lnTo>
                <a:lnTo>
                  <a:pt x="701" y="2"/>
                </a:lnTo>
                <a:lnTo>
                  <a:pt x="702" y="2"/>
                </a:lnTo>
                <a:lnTo>
                  <a:pt x="703" y="2"/>
                </a:lnTo>
                <a:lnTo>
                  <a:pt x="704" y="2"/>
                </a:lnTo>
                <a:lnTo>
                  <a:pt x="705" y="2"/>
                </a:lnTo>
                <a:lnTo>
                  <a:pt x="706" y="2"/>
                </a:lnTo>
                <a:lnTo>
                  <a:pt x="706" y="3"/>
                </a:lnTo>
                <a:lnTo>
                  <a:pt x="707" y="3"/>
                </a:lnTo>
                <a:lnTo>
                  <a:pt x="708" y="3"/>
                </a:lnTo>
                <a:lnTo>
                  <a:pt x="709" y="3"/>
                </a:lnTo>
                <a:lnTo>
                  <a:pt x="709" y="4"/>
                </a:lnTo>
                <a:lnTo>
                  <a:pt x="710" y="4"/>
                </a:lnTo>
                <a:lnTo>
                  <a:pt x="711" y="4"/>
                </a:lnTo>
                <a:lnTo>
                  <a:pt x="712" y="5"/>
                </a:lnTo>
                <a:lnTo>
                  <a:pt x="713" y="5"/>
                </a:lnTo>
                <a:lnTo>
                  <a:pt x="714" y="5"/>
                </a:lnTo>
                <a:lnTo>
                  <a:pt x="716" y="4"/>
                </a:lnTo>
                <a:lnTo>
                  <a:pt x="717" y="4"/>
                </a:lnTo>
                <a:lnTo>
                  <a:pt x="717" y="5"/>
                </a:lnTo>
                <a:lnTo>
                  <a:pt x="718" y="5"/>
                </a:lnTo>
                <a:lnTo>
                  <a:pt x="718" y="6"/>
                </a:lnTo>
                <a:lnTo>
                  <a:pt x="719" y="7"/>
                </a:lnTo>
                <a:lnTo>
                  <a:pt x="720" y="6"/>
                </a:lnTo>
                <a:lnTo>
                  <a:pt x="722" y="7"/>
                </a:lnTo>
                <a:lnTo>
                  <a:pt x="723" y="7"/>
                </a:lnTo>
                <a:lnTo>
                  <a:pt x="723" y="8"/>
                </a:lnTo>
                <a:lnTo>
                  <a:pt x="724" y="8"/>
                </a:lnTo>
                <a:lnTo>
                  <a:pt x="724" y="9"/>
                </a:lnTo>
                <a:lnTo>
                  <a:pt x="725" y="9"/>
                </a:lnTo>
                <a:lnTo>
                  <a:pt x="725" y="10"/>
                </a:lnTo>
                <a:lnTo>
                  <a:pt x="726" y="10"/>
                </a:lnTo>
                <a:lnTo>
                  <a:pt x="727" y="10"/>
                </a:lnTo>
                <a:lnTo>
                  <a:pt x="728" y="10"/>
                </a:lnTo>
                <a:lnTo>
                  <a:pt x="728" y="11"/>
                </a:lnTo>
                <a:lnTo>
                  <a:pt x="729" y="11"/>
                </a:lnTo>
                <a:lnTo>
                  <a:pt x="729" y="12"/>
                </a:lnTo>
                <a:lnTo>
                  <a:pt x="730" y="12"/>
                </a:lnTo>
                <a:lnTo>
                  <a:pt x="730" y="13"/>
                </a:lnTo>
                <a:lnTo>
                  <a:pt x="730" y="14"/>
                </a:lnTo>
                <a:lnTo>
                  <a:pt x="731" y="14"/>
                </a:lnTo>
                <a:lnTo>
                  <a:pt x="732" y="14"/>
                </a:lnTo>
                <a:lnTo>
                  <a:pt x="733" y="14"/>
                </a:lnTo>
                <a:lnTo>
                  <a:pt x="733" y="15"/>
                </a:lnTo>
                <a:lnTo>
                  <a:pt x="734" y="15"/>
                </a:lnTo>
                <a:lnTo>
                  <a:pt x="735" y="15"/>
                </a:lnTo>
                <a:lnTo>
                  <a:pt x="736" y="15"/>
                </a:lnTo>
                <a:lnTo>
                  <a:pt x="736" y="16"/>
                </a:lnTo>
                <a:lnTo>
                  <a:pt x="737" y="16"/>
                </a:lnTo>
                <a:lnTo>
                  <a:pt x="738" y="16"/>
                </a:lnTo>
                <a:lnTo>
                  <a:pt x="738" y="17"/>
                </a:lnTo>
                <a:lnTo>
                  <a:pt x="739" y="17"/>
                </a:lnTo>
                <a:lnTo>
                  <a:pt x="739" y="18"/>
                </a:lnTo>
                <a:lnTo>
                  <a:pt x="740" y="18"/>
                </a:lnTo>
                <a:lnTo>
                  <a:pt x="741" y="18"/>
                </a:lnTo>
                <a:lnTo>
                  <a:pt x="742" y="18"/>
                </a:lnTo>
                <a:lnTo>
                  <a:pt x="742" y="19"/>
                </a:lnTo>
                <a:lnTo>
                  <a:pt x="743" y="19"/>
                </a:lnTo>
                <a:lnTo>
                  <a:pt x="744" y="19"/>
                </a:lnTo>
                <a:lnTo>
                  <a:pt x="744" y="20"/>
                </a:lnTo>
                <a:lnTo>
                  <a:pt x="745" y="20"/>
                </a:lnTo>
                <a:lnTo>
                  <a:pt x="746" y="20"/>
                </a:lnTo>
                <a:lnTo>
                  <a:pt x="746" y="21"/>
                </a:lnTo>
                <a:lnTo>
                  <a:pt x="747" y="21"/>
                </a:lnTo>
                <a:lnTo>
                  <a:pt x="748" y="21"/>
                </a:lnTo>
                <a:lnTo>
                  <a:pt x="748" y="23"/>
                </a:lnTo>
                <a:lnTo>
                  <a:pt x="747" y="23"/>
                </a:lnTo>
                <a:lnTo>
                  <a:pt x="747" y="24"/>
                </a:lnTo>
                <a:lnTo>
                  <a:pt x="747" y="25"/>
                </a:lnTo>
                <a:lnTo>
                  <a:pt x="748" y="25"/>
                </a:lnTo>
                <a:lnTo>
                  <a:pt x="747" y="25"/>
                </a:lnTo>
                <a:lnTo>
                  <a:pt x="748" y="25"/>
                </a:lnTo>
                <a:lnTo>
                  <a:pt x="750" y="25"/>
                </a:lnTo>
                <a:lnTo>
                  <a:pt x="751" y="25"/>
                </a:lnTo>
                <a:lnTo>
                  <a:pt x="752" y="25"/>
                </a:lnTo>
                <a:lnTo>
                  <a:pt x="752" y="26"/>
                </a:lnTo>
                <a:lnTo>
                  <a:pt x="753" y="26"/>
                </a:lnTo>
                <a:lnTo>
                  <a:pt x="754" y="26"/>
                </a:lnTo>
                <a:lnTo>
                  <a:pt x="754" y="27"/>
                </a:lnTo>
                <a:lnTo>
                  <a:pt x="754" y="28"/>
                </a:lnTo>
                <a:lnTo>
                  <a:pt x="755" y="28"/>
                </a:lnTo>
                <a:lnTo>
                  <a:pt x="756" y="28"/>
                </a:lnTo>
                <a:lnTo>
                  <a:pt x="757" y="28"/>
                </a:lnTo>
                <a:lnTo>
                  <a:pt x="758" y="28"/>
                </a:lnTo>
                <a:lnTo>
                  <a:pt x="759" y="28"/>
                </a:lnTo>
                <a:lnTo>
                  <a:pt x="760" y="28"/>
                </a:lnTo>
                <a:lnTo>
                  <a:pt x="760" y="29"/>
                </a:lnTo>
                <a:lnTo>
                  <a:pt x="761" y="29"/>
                </a:lnTo>
                <a:lnTo>
                  <a:pt x="761" y="30"/>
                </a:lnTo>
                <a:lnTo>
                  <a:pt x="762" y="30"/>
                </a:lnTo>
                <a:lnTo>
                  <a:pt x="763" y="30"/>
                </a:lnTo>
                <a:lnTo>
                  <a:pt x="763" y="31"/>
                </a:lnTo>
                <a:lnTo>
                  <a:pt x="764" y="31"/>
                </a:lnTo>
                <a:lnTo>
                  <a:pt x="764" y="32"/>
                </a:lnTo>
                <a:lnTo>
                  <a:pt x="765" y="32"/>
                </a:lnTo>
                <a:lnTo>
                  <a:pt x="766" y="32"/>
                </a:lnTo>
                <a:lnTo>
                  <a:pt x="766" y="33"/>
                </a:lnTo>
                <a:lnTo>
                  <a:pt x="767" y="33"/>
                </a:lnTo>
                <a:lnTo>
                  <a:pt x="767" y="34"/>
                </a:lnTo>
                <a:lnTo>
                  <a:pt x="768" y="34"/>
                </a:lnTo>
                <a:lnTo>
                  <a:pt x="769" y="34"/>
                </a:lnTo>
                <a:lnTo>
                  <a:pt x="770" y="34"/>
                </a:lnTo>
                <a:lnTo>
                  <a:pt x="771" y="34"/>
                </a:lnTo>
                <a:lnTo>
                  <a:pt x="771" y="35"/>
                </a:lnTo>
                <a:lnTo>
                  <a:pt x="772" y="35"/>
                </a:lnTo>
                <a:lnTo>
                  <a:pt x="773" y="35"/>
                </a:lnTo>
                <a:lnTo>
                  <a:pt x="773" y="36"/>
                </a:lnTo>
                <a:lnTo>
                  <a:pt x="774" y="36"/>
                </a:lnTo>
                <a:lnTo>
                  <a:pt x="775" y="36"/>
                </a:lnTo>
                <a:lnTo>
                  <a:pt x="776" y="36"/>
                </a:lnTo>
                <a:lnTo>
                  <a:pt x="777" y="36"/>
                </a:lnTo>
                <a:lnTo>
                  <a:pt x="777" y="37"/>
                </a:lnTo>
                <a:lnTo>
                  <a:pt x="778" y="37"/>
                </a:lnTo>
                <a:lnTo>
                  <a:pt x="778" y="38"/>
                </a:lnTo>
                <a:lnTo>
                  <a:pt x="778" y="39"/>
                </a:lnTo>
                <a:lnTo>
                  <a:pt x="779" y="39"/>
                </a:lnTo>
                <a:lnTo>
                  <a:pt x="780" y="39"/>
                </a:lnTo>
                <a:lnTo>
                  <a:pt x="780" y="40"/>
                </a:lnTo>
                <a:lnTo>
                  <a:pt x="781" y="40"/>
                </a:lnTo>
                <a:lnTo>
                  <a:pt x="782" y="40"/>
                </a:lnTo>
                <a:lnTo>
                  <a:pt x="782" y="41"/>
                </a:lnTo>
                <a:lnTo>
                  <a:pt x="783" y="41"/>
                </a:lnTo>
                <a:lnTo>
                  <a:pt x="783" y="42"/>
                </a:lnTo>
                <a:lnTo>
                  <a:pt x="783" y="43"/>
                </a:lnTo>
                <a:lnTo>
                  <a:pt x="784" y="43"/>
                </a:lnTo>
                <a:lnTo>
                  <a:pt x="784" y="44"/>
                </a:lnTo>
                <a:lnTo>
                  <a:pt x="785" y="44"/>
                </a:lnTo>
                <a:lnTo>
                  <a:pt x="785" y="43"/>
                </a:lnTo>
                <a:lnTo>
                  <a:pt x="786" y="43"/>
                </a:lnTo>
                <a:lnTo>
                  <a:pt x="786" y="42"/>
                </a:lnTo>
                <a:lnTo>
                  <a:pt x="787" y="42"/>
                </a:lnTo>
                <a:lnTo>
                  <a:pt x="786" y="42"/>
                </a:lnTo>
                <a:lnTo>
                  <a:pt x="787" y="42"/>
                </a:lnTo>
                <a:lnTo>
                  <a:pt x="787" y="41"/>
                </a:lnTo>
                <a:lnTo>
                  <a:pt x="788" y="41"/>
                </a:lnTo>
                <a:lnTo>
                  <a:pt x="789" y="41"/>
                </a:lnTo>
                <a:lnTo>
                  <a:pt x="789" y="40"/>
                </a:lnTo>
                <a:lnTo>
                  <a:pt x="790" y="40"/>
                </a:lnTo>
                <a:lnTo>
                  <a:pt x="790" y="39"/>
                </a:lnTo>
                <a:lnTo>
                  <a:pt x="791" y="39"/>
                </a:lnTo>
                <a:lnTo>
                  <a:pt x="791" y="38"/>
                </a:lnTo>
                <a:lnTo>
                  <a:pt x="792" y="38"/>
                </a:lnTo>
                <a:lnTo>
                  <a:pt x="793" y="38"/>
                </a:lnTo>
                <a:lnTo>
                  <a:pt x="793" y="37"/>
                </a:lnTo>
                <a:lnTo>
                  <a:pt x="794" y="37"/>
                </a:lnTo>
                <a:lnTo>
                  <a:pt x="794" y="36"/>
                </a:lnTo>
                <a:lnTo>
                  <a:pt x="795" y="36"/>
                </a:lnTo>
                <a:lnTo>
                  <a:pt x="795" y="35"/>
                </a:lnTo>
                <a:lnTo>
                  <a:pt x="796" y="35"/>
                </a:lnTo>
                <a:lnTo>
                  <a:pt x="797" y="35"/>
                </a:lnTo>
                <a:lnTo>
                  <a:pt x="797" y="34"/>
                </a:lnTo>
                <a:lnTo>
                  <a:pt x="798" y="34"/>
                </a:lnTo>
                <a:lnTo>
                  <a:pt x="799" y="34"/>
                </a:lnTo>
                <a:lnTo>
                  <a:pt x="799" y="33"/>
                </a:lnTo>
                <a:lnTo>
                  <a:pt x="799" y="31"/>
                </a:lnTo>
                <a:lnTo>
                  <a:pt x="798" y="31"/>
                </a:lnTo>
                <a:lnTo>
                  <a:pt x="797" y="31"/>
                </a:lnTo>
                <a:lnTo>
                  <a:pt x="797" y="30"/>
                </a:lnTo>
                <a:lnTo>
                  <a:pt x="798" y="30"/>
                </a:lnTo>
                <a:lnTo>
                  <a:pt x="798" y="29"/>
                </a:lnTo>
                <a:lnTo>
                  <a:pt x="798" y="28"/>
                </a:lnTo>
                <a:lnTo>
                  <a:pt x="799" y="28"/>
                </a:lnTo>
                <a:lnTo>
                  <a:pt x="799" y="27"/>
                </a:lnTo>
                <a:lnTo>
                  <a:pt x="800" y="26"/>
                </a:lnTo>
                <a:lnTo>
                  <a:pt x="800" y="25"/>
                </a:lnTo>
                <a:lnTo>
                  <a:pt x="801" y="25"/>
                </a:lnTo>
                <a:lnTo>
                  <a:pt x="801" y="24"/>
                </a:lnTo>
                <a:lnTo>
                  <a:pt x="801" y="22"/>
                </a:lnTo>
                <a:lnTo>
                  <a:pt x="802" y="22"/>
                </a:lnTo>
                <a:lnTo>
                  <a:pt x="802" y="21"/>
                </a:lnTo>
                <a:lnTo>
                  <a:pt x="802" y="19"/>
                </a:lnTo>
                <a:lnTo>
                  <a:pt x="802" y="18"/>
                </a:lnTo>
                <a:lnTo>
                  <a:pt x="803" y="18"/>
                </a:lnTo>
                <a:lnTo>
                  <a:pt x="804" y="18"/>
                </a:lnTo>
                <a:lnTo>
                  <a:pt x="805" y="18"/>
                </a:lnTo>
                <a:lnTo>
                  <a:pt x="806" y="18"/>
                </a:lnTo>
                <a:lnTo>
                  <a:pt x="807" y="18"/>
                </a:lnTo>
                <a:lnTo>
                  <a:pt x="808" y="19"/>
                </a:lnTo>
                <a:lnTo>
                  <a:pt x="810" y="19"/>
                </a:lnTo>
                <a:lnTo>
                  <a:pt x="811" y="19"/>
                </a:lnTo>
                <a:lnTo>
                  <a:pt x="812" y="19"/>
                </a:lnTo>
                <a:lnTo>
                  <a:pt x="812" y="20"/>
                </a:lnTo>
                <a:lnTo>
                  <a:pt x="812" y="21"/>
                </a:lnTo>
                <a:lnTo>
                  <a:pt x="812" y="22"/>
                </a:lnTo>
                <a:lnTo>
                  <a:pt x="813" y="22"/>
                </a:lnTo>
                <a:lnTo>
                  <a:pt x="814" y="22"/>
                </a:lnTo>
                <a:lnTo>
                  <a:pt x="815" y="22"/>
                </a:lnTo>
                <a:lnTo>
                  <a:pt x="815" y="23"/>
                </a:lnTo>
                <a:lnTo>
                  <a:pt x="815" y="24"/>
                </a:lnTo>
                <a:lnTo>
                  <a:pt x="815" y="25"/>
                </a:lnTo>
                <a:lnTo>
                  <a:pt x="816" y="25"/>
                </a:lnTo>
                <a:lnTo>
                  <a:pt x="816" y="26"/>
                </a:lnTo>
                <a:lnTo>
                  <a:pt x="817" y="26"/>
                </a:lnTo>
                <a:lnTo>
                  <a:pt x="818" y="26"/>
                </a:lnTo>
                <a:lnTo>
                  <a:pt x="819" y="26"/>
                </a:lnTo>
                <a:lnTo>
                  <a:pt x="819" y="27"/>
                </a:lnTo>
                <a:lnTo>
                  <a:pt x="820" y="27"/>
                </a:lnTo>
                <a:lnTo>
                  <a:pt x="821" y="27"/>
                </a:lnTo>
                <a:lnTo>
                  <a:pt x="822" y="27"/>
                </a:lnTo>
                <a:lnTo>
                  <a:pt x="822" y="26"/>
                </a:lnTo>
                <a:lnTo>
                  <a:pt x="823" y="26"/>
                </a:lnTo>
                <a:lnTo>
                  <a:pt x="823" y="27"/>
                </a:lnTo>
                <a:lnTo>
                  <a:pt x="823" y="26"/>
                </a:lnTo>
                <a:lnTo>
                  <a:pt x="824" y="27"/>
                </a:lnTo>
                <a:lnTo>
                  <a:pt x="825" y="27"/>
                </a:lnTo>
                <a:lnTo>
                  <a:pt x="826" y="27"/>
                </a:lnTo>
                <a:lnTo>
                  <a:pt x="826" y="28"/>
                </a:lnTo>
                <a:lnTo>
                  <a:pt x="827" y="28"/>
                </a:lnTo>
                <a:lnTo>
                  <a:pt x="827" y="29"/>
                </a:lnTo>
                <a:lnTo>
                  <a:pt x="828" y="29"/>
                </a:lnTo>
                <a:lnTo>
                  <a:pt x="829" y="29"/>
                </a:lnTo>
                <a:lnTo>
                  <a:pt x="829" y="28"/>
                </a:lnTo>
                <a:lnTo>
                  <a:pt x="830" y="28"/>
                </a:lnTo>
                <a:lnTo>
                  <a:pt x="830" y="27"/>
                </a:lnTo>
                <a:lnTo>
                  <a:pt x="831" y="27"/>
                </a:lnTo>
                <a:lnTo>
                  <a:pt x="832" y="27"/>
                </a:lnTo>
                <a:lnTo>
                  <a:pt x="832" y="26"/>
                </a:lnTo>
                <a:lnTo>
                  <a:pt x="832" y="25"/>
                </a:lnTo>
                <a:lnTo>
                  <a:pt x="831" y="25"/>
                </a:lnTo>
                <a:lnTo>
                  <a:pt x="831" y="24"/>
                </a:lnTo>
                <a:lnTo>
                  <a:pt x="832" y="24"/>
                </a:lnTo>
                <a:lnTo>
                  <a:pt x="832" y="23"/>
                </a:lnTo>
                <a:lnTo>
                  <a:pt x="833" y="23"/>
                </a:lnTo>
                <a:lnTo>
                  <a:pt x="834" y="23"/>
                </a:lnTo>
                <a:lnTo>
                  <a:pt x="836" y="23"/>
                </a:lnTo>
                <a:lnTo>
                  <a:pt x="836" y="22"/>
                </a:lnTo>
                <a:lnTo>
                  <a:pt x="836" y="21"/>
                </a:lnTo>
                <a:lnTo>
                  <a:pt x="837" y="21"/>
                </a:lnTo>
                <a:lnTo>
                  <a:pt x="837" y="20"/>
                </a:lnTo>
                <a:lnTo>
                  <a:pt x="838" y="20"/>
                </a:lnTo>
                <a:lnTo>
                  <a:pt x="838" y="19"/>
                </a:lnTo>
                <a:lnTo>
                  <a:pt x="839" y="19"/>
                </a:lnTo>
                <a:lnTo>
                  <a:pt x="839" y="18"/>
                </a:lnTo>
                <a:lnTo>
                  <a:pt x="840" y="17"/>
                </a:lnTo>
                <a:lnTo>
                  <a:pt x="841" y="17"/>
                </a:lnTo>
                <a:lnTo>
                  <a:pt x="841" y="16"/>
                </a:lnTo>
                <a:lnTo>
                  <a:pt x="842" y="16"/>
                </a:lnTo>
                <a:lnTo>
                  <a:pt x="842" y="15"/>
                </a:lnTo>
                <a:lnTo>
                  <a:pt x="843" y="14"/>
                </a:lnTo>
                <a:lnTo>
                  <a:pt x="843" y="13"/>
                </a:lnTo>
                <a:lnTo>
                  <a:pt x="844" y="13"/>
                </a:lnTo>
                <a:lnTo>
                  <a:pt x="845" y="13"/>
                </a:lnTo>
                <a:lnTo>
                  <a:pt x="846" y="13"/>
                </a:lnTo>
                <a:lnTo>
                  <a:pt x="847" y="13"/>
                </a:lnTo>
                <a:lnTo>
                  <a:pt x="848" y="13"/>
                </a:lnTo>
                <a:lnTo>
                  <a:pt x="849" y="13"/>
                </a:lnTo>
                <a:lnTo>
                  <a:pt x="850" y="13"/>
                </a:lnTo>
                <a:lnTo>
                  <a:pt x="849" y="13"/>
                </a:lnTo>
                <a:lnTo>
                  <a:pt x="849" y="14"/>
                </a:lnTo>
                <a:lnTo>
                  <a:pt x="850" y="14"/>
                </a:lnTo>
                <a:lnTo>
                  <a:pt x="850" y="15"/>
                </a:lnTo>
                <a:lnTo>
                  <a:pt x="850" y="16"/>
                </a:lnTo>
                <a:lnTo>
                  <a:pt x="851" y="16"/>
                </a:lnTo>
                <a:lnTo>
                  <a:pt x="852" y="16"/>
                </a:lnTo>
                <a:lnTo>
                  <a:pt x="853" y="16"/>
                </a:lnTo>
                <a:lnTo>
                  <a:pt x="853" y="17"/>
                </a:lnTo>
                <a:lnTo>
                  <a:pt x="854" y="17"/>
                </a:lnTo>
                <a:lnTo>
                  <a:pt x="855" y="17"/>
                </a:lnTo>
                <a:lnTo>
                  <a:pt x="856" y="17"/>
                </a:lnTo>
                <a:lnTo>
                  <a:pt x="856" y="18"/>
                </a:lnTo>
                <a:lnTo>
                  <a:pt x="856" y="19"/>
                </a:lnTo>
                <a:lnTo>
                  <a:pt x="857" y="19"/>
                </a:lnTo>
                <a:lnTo>
                  <a:pt x="857" y="20"/>
                </a:lnTo>
                <a:lnTo>
                  <a:pt x="857" y="21"/>
                </a:lnTo>
                <a:lnTo>
                  <a:pt x="858" y="21"/>
                </a:lnTo>
                <a:lnTo>
                  <a:pt x="859" y="21"/>
                </a:lnTo>
                <a:lnTo>
                  <a:pt x="859" y="22"/>
                </a:lnTo>
                <a:lnTo>
                  <a:pt x="860" y="22"/>
                </a:lnTo>
                <a:lnTo>
                  <a:pt x="861" y="22"/>
                </a:lnTo>
                <a:lnTo>
                  <a:pt x="861" y="23"/>
                </a:lnTo>
                <a:lnTo>
                  <a:pt x="862" y="23"/>
                </a:lnTo>
                <a:lnTo>
                  <a:pt x="863" y="23"/>
                </a:lnTo>
                <a:lnTo>
                  <a:pt x="863" y="24"/>
                </a:lnTo>
                <a:lnTo>
                  <a:pt x="863" y="23"/>
                </a:lnTo>
                <a:lnTo>
                  <a:pt x="864" y="23"/>
                </a:lnTo>
                <a:lnTo>
                  <a:pt x="864" y="24"/>
                </a:lnTo>
                <a:lnTo>
                  <a:pt x="864" y="23"/>
                </a:lnTo>
                <a:lnTo>
                  <a:pt x="865" y="23"/>
                </a:lnTo>
                <a:lnTo>
                  <a:pt x="865" y="24"/>
                </a:lnTo>
                <a:lnTo>
                  <a:pt x="866" y="24"/>
                </a:lnTo>
                <a:lnTo>
                  <a:pt x="867" y="24"/>
                </a:lnTo>
                <a:lnTo>
                  <a:pt x="867" y="23"/>
                </a:lnTo>
                <a:lnTo>
                  <a:pt x="868" y="24"/>
                </a:lnTo>
                <a:lnTo>
                  <a:pt x="869" y="24"/>
                </a:lnTo>
                <a:lnTo>
                  <a:pt x="870" y="24"/>
                </a:lnTo>
                <a:lnTo>
                  <a:pt x="870" y="25"/>
                </a:lnTo>
                <a:lnTo>
                  <a:pt x="871" y="25"/>
                </a:lnTo>
                <a:lnTo>
                  <a:pt x="871" y="26"/>
                </a:lnTo>
                <a:lnTo>
                  <a:pt x="871" y="27"/>
                </a:lnTo>
                <a:lnTo>
                  <a:pt x="872" y="27"/>
                </a:lnTo>
                <a:lnTo>
                  <a:pt x="872" y="26"/>
                </a:lnTo>
                <a:lnTo>
                  <a:pt x="873" y="26"/>
                </a:lnTo>
                <a:lnTo>
                  <a:pt x="873" y="27"/>
                </a:lnTo>
                <a:lnTo>
                  <a:pt x="874" y="27"/>
                </a:lnTo>
                <a:lnTo>
                  <a:pt x="874" y="26"/>
                </a:lnTo>
                <a:lnTo>
                  <a:pt x="875" y="26"/>
                </a:lnTo>
                <a:lnTo>
                  <a:pt x="875" y="27"/>
                </a:lnTo>
                <a:lnTo>
                  <a:pt x="875" y="28"/>
                </a:lnTo>
                <a:lnTo>
                  <a:pt x="874" y="28"/>
                </a:lnTo>
                <a:lnTo>
                  <a:pt x="874" y="29"/>
                </a:lnTo>
                <a:lnTo>
                  <a:pt x="873" y="29"/>
                </a:lnTo>
                <a:lnTo>
                  <a:pt x="873" y="30"/>
                </a:lnTo>
                <a:lnTo>
                  <a:pt x="873" y="31"/>
                </a:lnTo>
                <a:lnTo>
                  <a:pt x="872" y="31"/>
                </a:lnTo>
                <a:lnTo>
                  <a:pt x="872" y="32"/>
                </a:lnTo>
                <a:lnTo>
                  <a:pt x="873" y="32"/>
                </a:lnTo>
                <a:lnTo>
                  <a:pt x="873" y="33"/>
                </a:lnTo>
                <a:lnTo>
                  <a:pt x="874" y="33"/>
                </a:lnTo>
                <a:lnTo>
                  <a:pt x="874" y="34"/>
                </a:lnTo>
                <a:lnTo>
                  <a:pt x="875" y="34"/>
                </a:lnTo>
                <a:lnTo>
                  <a:pt x="876" y="34"/>
                </a:lnTo>
                <a:lnTo>
                  <a:pt x="876" y="35"/>
                </a:lnTo>
                <a:lnTo>
                  <a:pt x="877" y="36"/>
                </a:lnTo>
                <a:lnTo>
                  <a:pt x="878" y="36"/>
                </a:lnTo>
                <a:lnTo>
                  <a:pt x="879" y="36"/>
                </a:lnTo>
                <a:lnTo>
                  <a:pt x="879" y="37"/>
                </a:lnTo>
                <a:lnTo>
                  <a:pt x="880" y="37"/>
                </a:lnTo>
                <a:lnTo>
                  <a:pt x="880" y="38"/>
                </a:lnTo>
                <a:lnTo>
                  <a:pt x="880" y="39"/>
                </a:lnTo>
                <a:lnTo>
                  <a:pt x="881" y="39"/>
                </a:lnTo>
                <a:lnTo>
                  <a:pt x="882" y="39"/>
                </a:lnTo>
                <a:lnTo>
                  <a:pt x="882" y="40"/>
                </a:lnTo>
                <a:lnTo>
                  <a:pt x="882" y="41"/>
                </a:lnTo>
                <a:lnTo>
                  <a:pt x="883" y="41"/>
                </a:lnTo>
                <a:lnTo>
                  <a:pt x="884" y="41"/>
                </a:lnTo>
                <a:lnTo>
                  <a:pt x="884" y="42"/>
                </a:lnTo>
                <a:lnTo>
                  <a:pt x="885" y="42"/>
                </a:lnTo>
                <a:lnTo>
                  <a:pt x="886" y="42"/>
                </a:lnTo>
                <a:lnTo>
                  <a:pt x="886" y="43"/>
                </a:lnTo>
                <a:lnTo>
                  <a:pt x="887" y="43"/>
                </a:lnTo>
                <a:lnTo>
                  <a:pt x="887" y="44"/>
                </a:lnTo>
                <a:lnTo>
                  <a:pt x="888" y="44"/>
                </a:lnTo>
                <a:lnTo>
                  <a:pt x="889" y="44"/>
                </a:lnTo>
                <a:lnTo>
                  <a:pt x="890" y="45"/>
                </a:lnTo>
                <a:lnTo>
                  <a:pt x="889" y="45"/>
                </a:lnTo>
                <a:lnTo>
                  <a:pt x="890" y="45"/>
                </a:lnTo>
                <a:lnTo>
                  <a:pt x="891" y="45"/>
                </a:lnTo>
                <a:lnTo>
                  <a:pt x="891" y="46"/>
                </a:lnTo>
                <a:lnTo>
                  <a:pt x="892" y="46"/>
                </a:lnTo>
                <a:lnTo>
                  <a:pt x="894" y="46"/>
                </a:lnTo>
                <a:lnTo>
                  <a:pt x="894" y="47"/>
                </a:lnTo>
                <a:lnTo>
                  <a:pt x="895" y="47"/>
                </a:lnTo>
                <a:lnTo>
                  <a:pt x="895" y="48"/>
                </a:lnTo>
                <a:lnTo>
                  <a:pt x="895" y="49"/>
                </a:lnTo>
                <a:lnTo>
                  <a:pt x="896" y="49"/>
                </a:lnTo>
                <a:lnTo>
                  <a:pt x="897" y="49"/>
                </a:lnTo>
                <a:lnTo>
                  <a:pt x="898" y="49"/>
                </a:lnTo>
                <a:lnTo>
                  <a:pt x="898" y="50"/>
                </a:lnTo>
                <a:lnTo>
                  <a:pt x="899" y="50"/>
                </a:lnTo>
                <a:lnTo>
                  <a:pt x="899" y="51"/>
                </a:lnTo>
                <a:lnTo>
                  <a:pt x="899" y="52"/>
                </a:lnTo>
                <a:lnTo>
                  <a:pt x="900" y="52"/>
                </a:lnTo>
                <a:lnTo>
                  <a:pt x="900" y="51"/>
                </a:lnTo>
                <a:lnTo>
                  <a:pt x="900" y="52"/>
                </a:lnTo>
                <a:lnTo>
                  <a:pt x="900" y="53"/>
                </a:lnTo>
                <a:lnTo>
                  <a:pt x="900" y="54"/>
                </a:lnTo>
                <a:lnTo>
                  <a:pt x="901" y="54"/>
                </a:lnTo>
                <a:lnTo>
                  <a:pt x="901" y="55"/>
                </a:lnTo>
                <a:lnTo>
                  <a:pt x="902" y="55"/>
                </a:lnTo>
                <a:lnTo>
                  <a:pt x="902" y="56"/>
                </a:lnTo>
                <a:lnTo>
                  <a:pt x="902" y="55"/>
                </a:lnTo>
                <a:lnTo>
                  <a:pt x="903" y="55"/>
                </a:lnTo>
                <a:lnTo>
                  <a:pt x="903" y="56"/>
                </a:lnTo>
                <a:lnTo>
                  <a:pt x="903" y="55"/>
                </a:lnTo>
                <a:lnTo>
                  <a:pt x="903" y="56"/>
                </a:lnTo>
                <a:lnTo>
                  <a:pt x="904" y="56"/>
                </a:lnTo>
                <a:lnTo>
                  <a:pt x="903" y="56"/>
                </a:lnTo>
                <a:lnTo>
                  <a:pt x="904" y="56"/>
                </a:lnTo>
                <a:lnTo>
                  <a:pt x="904" y="57"/>
                </a:lnTo>
                <a:lnTo>
                  <a:pt x="903" y="57"/>
                </a:lnTo>
                <a:lnTo>
                  <a:pt x="904" y="57"/>
                </a:lnTo>
                <a:lnTo>
                  <a:pt x="904" y="58"/>
                </a:lnTo>
                <a:lnTo>
                  <a:pt x="905" y="58"/>
                </a:lnTo>
                <a:lnTo>
                  <a:pt x="905" y="59"/>
                </a:lnTo>
                <a:lnTo>
                  <a:pt x="905" y="60"/>
                </a:lnTo>
                <a:lnTo>
                  <a:pt x="905" y="61"/>
                </a:lnTo>
                <a:lnTo>
                  <a:pt x="906" y="61"/>
                </a:lnTo>
                <a:lnTo>
                  <a:pt x="906" y="62"/>
                </a:lnTo>
                <a:lnTo>
                  <a:pt x="907" y="62"/>
                </a:lnTo>
                <a:lnTo>
                  <a:pt x="908" y="62"/>
                </a:lnTo>
                <a:lnTo>
                  <a:pt x="909" y="62"/>
                </a:lnTo>
                <a:lnTo>
                  <a:pt x="909" y="61"/>
                </a:lnTo>
                <a:lnTo>
                  <a:pt x="910" y="61"/>
                </a:lnTo>
                <a:lnTo>
                  <a:pt x="910" y="62"/>
                </a:lnTo>
                <a:lnTo>
                  <a:pt x="911" y="62"/>
                </a:lnTo>
                <a:lnTo>
                  <a:pt x="912" y="62"/>
                </a:lnTo>
                <a:lnTo>
                  <a:pt x="912" y="63"/>
                </a:lnTo>
                <a:lnTo>
                  <a:pt x="912" y="64"/>
                </a:lnTo>
                <a:lnTo>
                  <a:pt x="912" y="65"/>
                </a:lnTo>
                <a:lnTo>
                  <a:pt x="912" y="66"/>
                </a:lnTo>
                <a:lnTo>
                  <a:pt x="913" y="66"/>
                </a:lnTo>
                <a:lnTo>
                  <a:pt x="913" y="67"/>
                </a:lnTo>
                <a:lnTo>
                  <a:pt x="913" y="68"/>
                </a:lnTo>
                <a:lnTo>
                  <a:pt x="914" y="68"/>
                </a:lnTo>
                <a:lnTo>
                  <a:pt x="914" y="69"/>
                </a:lnTo>
                <a:lnTo>
                  <a:pt x="915" y="69"/>
                </a:lnTo>
                <a:lnTo>
                  <a:pt x="916" y="69"/>
                </a:lnTo>
                <a:lnTo>
                  <a:pt x="916" y="70"/>
                </a:lnTo>
                <a:lnTo>
                  <a:pt x="916" y="71"/>
                </a:lnTo>
                <a:lnTo>
                  <a:pt x="917" y="71"/>
                </a:lnTo>
                <a:lnTo>
                  <a:pt x="917" y="72"/>
                </a:lnTo>
                <a:lnTo>
                  <a:pt x="918" y="72"/>
                </a:lnTo>
                <a:lnTo>
                  <a:pt x="918" y="73"/>
                </a:lnTo>
                <a:lnTo>
                  <a:pt x="919" y="73"/>
                </a:lnTo>
                <a:lnTo>
                  <a:pt x="920" y="73"/>
                </a:lnTo>
                <a:lnTo>
                  <a:pt x="920" y="74"/>
                </a:lnTo>
                <a:lnTo>
                  <a:pt x="921" y="74"/>
                </a:lnTo>
                <a:lnTo>
                  <a:pt x="921" y="75"/>
                </a:lnTo>
                <a:lnTo>
                  <a:pt x="921" y="74"/>
                </a:lnTo>
                <a:lnTo>
                  <a:pt x="922" y="74"/>
                </a:lnTo>
                <a:lnTo>
                  <a:pt x="922" y="75"/>
                </a:lnTo>
                <a:lnTo>
                  <a:pt x="923" y="76"/>
                </a:lnTo>
                <a:lnTo>
                  <a:pt x="923" y="75"/>
                </a:lnTo>
                <a:lnTo>
                  <a:pt x="924" y="75"/>
                </a:lnTo>
                <a:lnTo>
                  <a:pt x="924" y="76"/>
                </a:lnTo>
                <a:lnTo>
                  <a:pt x="925" y="76"/>
                </a:lnTo>
                <a:lnTo>
                  <a:pt x="925" y="77"/>
                </a:lnTo>
                <a:lnTo>
                  <a:pt x="926" y="77"/>
                </a:lnTo>
                <a:lnTo>
                  <a:pt x="925" y="77"/>
                </a:lnTo>
                <a:lnTo>
                  <a:pt x="926" y="77"/>
                </a:lnTo>
                <a:lnTo>
                  <a:pt x="925" y="78"/>
                </a:lnTo>
                <a:lnTo>
                  <a:pt x="925" y="79"/>
                </a:lnTo>
                <a:lnTo>
                  <a:pt x="926" y="79"/>
                </a:lnTo>
                <a:lnTo>
                  <a:pt x="926" y="80"/>
                </a:lnTo>
                <a:lnTo>
                  <a:pt x="927" y="80"/>
                </a:lnTo>
                <a:lnTo>
                  <a:pt x="928" y="80"/>
                </a:lnTo>
                <a:lnTo>
                  <a:pt x="929" y="80"/>
                </a:lnTo>
                <a:lnTo>
                  <a:pt x="929" y="81"/>
                </a:lnTo>
                <a:lnTo>
                  <a:pt x="930" y="81"/>
                </a:lnTo>
                <a:lnTo>
                  <a:pt x="931" y="81"/>
                </a:lnTo>
                <a:lnTo>
                  <a:pt x="931" y="82"/>
                </a:lnTo>
                <a:lnTo>
                  <a:pt x="932" y="82"/>
                </a:lnTo>
                <a:lnTo>
                  <a:pt x="933" y="82"/>
                </a:lnTo>
                <a:lnTo>
                  <a:pt x="934" y="82"/>
                </a:lnTo>
                <a:lnTo>
                  <a:pt x="935" y="83"/>
                </a:lnTo>
                <a:lnTo>
                  <a:pt x="935" y="82"/>
                </a:lnTo>
                <a:lnTo>
                  <a:pt x="936" y="82"/>
                </a:lnTo>
                <a:lnTo>
                  <a:pt x="936" y="83"/>
                </a:lnTo>
                <a:lnTo>
                  <a:pt x="936" y="84"/>
                </a:lnTo>
                <a:lnTo>
                  <a:pt x="937" y="84"/>
                </a:lnTo>
                <a:lnTo>
                  <a:pt x="937" y="85"/>
                </a:lnTo>
                <a:lnTo>
                  <a:pt x="938" y="85"/>
                </a:lnTo>
                <a:lnTo>
                  <a:pt x="939" y="85"/>
                </a:lnTo>
                <a:lnTo>
                  <a:pt x="939" y="86"/>
                </a:lnTo>
                <a:lnTo>
                  <a:pt x="939" y="87"/>
                </a:lnTo>
                <a:lnTo>
                  <a:pt x="940" y="87"/>
                </a:lnTo>
                <a:lnTo>
                  <a:pt x="940" y="86"/>
                </a:lnTo>
                <a:lnTo>
                  <a:pt x="940" y="87"/>
                </a:lnTo>
                <a:lnTo>
                  <a:pt x="941" y="87"/>
                </a:lnTo>
                <a:lnTo>
                  <a:pt x="941" y="86"/>
                </a:lnTo>
                <a:lnTo>
                  <a:pt x="942" y="86"/>
                </a:lnTo>
                <a:lnTo>
                  <a:pt x="942" y="87"/>
                </a:lnTo>
                <a:lnTo>
                  <a:pt x="944" y="87"/>
                </a:lnTo>
                <a:lnTo>
                  <a:pt x="944" y="88"/>
                </a:lnTo>
                <a:lnTo>
                  <a:pt x="945" y="88"/>
                </a:lnTo>
                <a:lnTo>
                  <a:pt x="946" y="88"/>
                </a:lnTo>
                <a:lnTo>
                  <a:pt x="946" y="89"/>
                </a:lnTo>
                <a:lnTo>
                  <a:pt x="947" y="89"/>
                </a:lnTo>
                <a:lnTo>
                  <a:pt x="948" y="89"/>
                </a:lnTo>
                <a:lnTo>
                  <a:pt x="948" y="90"/>
                </a:lnTo>
                <a:lnTo>
                  <a:pt x="949" y="90"/>
                </a:lnTo>
                <a:lnTo>
                  <a:pt x="950" y="90"/>
                </a:lnTo>
                <a:lnTo>
                  <a:pt x="950" y="89"/>
                </a:lnTo>
                <a:lnTo>
                  <a:pt x="951" y="89"/>
                </a:lnTo>
                <a:lnTo>
                  <a:pt x="951" y="90"/>
                </a:lnTo>
                <a:lnTo>
                  <a:pt x="951" y="91"/>
                </a:lnTo>
                <a:lnTo>
                  <a:pt x="952" y="91"/>
                </a:lnTo>
                <a:lnTo>
                  <a:pt x="952" y="92"/>
                </a:lnTo>
                <a:lnTo>
                  <a:pt x="953" y="92"/>
                </a:lnTo>
                <a:lnTo>
                  <a:pt x="954" y="92"/>
                </a:lnTo>
                <a:lnTo>
                  <a:pt x="955" y="92"/>
                </a:lnTo>
                <a:lnTo>
                  <a:pt x="956" y="92"/>
                </a:lnTo>
                <a:lnTo>
                  <a:pt x="957" y="92"/>
                </a:lnTo>
                <a:lnTo>
                  <a:pt x="957" y="93"/>
                </a:lnTo>
                <a:lnTo>
                  <a:pt x="958" y="93"/>
                </a:lnTo>
                <a:lnTo>
                  <a:pt x="958" y="94"/>
                </a:lnTo>
                <a:lnTo>
                  <a:pt x="959" y="94"/>
                </a:lnTo>
                <a:lnTo>
                  <a:pt x="959" y="95"/>
                </a:lnTo>
                <a:lnTo>
                  <a:pt x="960" y="95"/>
                </a:lnTo>
                <a:lnTo>
                  <a:pt x="961" y="95"/>
                </a:lnTo>
                <a:lnTo>
                  <a:pt x="962" y="95"/>
                </a:lnTo>
                <a:lnTo>
                  <a:pt x="963" y="95"/>
                </a:lnTo>
                <a:lnTo>
                  <a:pt x="964" y="96"/>
                </a:lnTo>
                <a:lnTo>
                  <a:pt x="965" y="96"/>
                </a:lnTo>
                <a:lnTo>
                  <a:pt x="965" y="97"/>
                </a:lnTo>
                <a:lnTo>
                  <a:pt x="965" y="98"/>
                </a:lnTo>
                <a:lnTo>
                  <a:pt x="966" y="98"/>
                </a:lnTo>
                <a:lnTo>
                  <a:pt x="967" y="98"/>
                </a:lnTo>
                <a:lnTo>
                  <a:pt x="967" y="99"/>
                </a:lnTo>
                <a:lnTo>
                  <a:pt x="967" y="100"/>
                </a:lnTo>
                <a:lnTo>
                  <a:pt x="968" y="100"/>
                </a:lnTo>
                <a:lnTo>
                  <a:pt x="968" y="101"/>
                </a:lnTo>
                <a:lnTo>
                  <a:pt x="969" y="101"/>
                </a:lnTo>
                <a:lnTo>
                  <a:pt x="970" y="101"/>
                </a:lnTo>
                <a:lnTo>
                  <a:pt x="970" y="102"/>
                </a:lnTo>
                <a:lnTo>
                  <a:pt x="971" y="102"/>
                </a:lnTo>
                <a:lnTo>
                  <a:pt x="972" y="102"/>
                </a:lnTo>
                <a:lnTo>
                  <a:pt x="972" y="101"/>
                </a:lnTo>
                <a:lnTo>
                  <a:pt x="973" y="101"/>
                </a:lnTo>
                <a:lnTo>
                  <a:pt x="973" y="100"/>
                </a:lnTo>
                <a:lnTo>
                  <a:pt x="973" y="99"/>
                </a:lnTo>
                <a:lnTo>
                  <a:pt x="972" y="99"/>
                </a:lnTo>
                <a:lnTo>
                  <a:pt x="972" y="98"/>
                </a:lnTo>
                <a:lnTo>
                  <a:pt x="971" y="97"/>
                </a:lnTo>
                <a:lnTo>
                  <a:pt x="971" y="96"/>
                </a:lnTo>
                <a:lnTo>
                  <a:pt x="971" y="95"/>
                </a:lnTo>
                <a:lnTo>
                  <a:pt x="970" y="95"/>
                </a:lnTo>
                <a:lnTo>
                  <a:pt x="970" y="94"/>
                </a:lnTo>
                <a:lnTo>
                  <a:pt x="971" y="94"/>
                </a:lnTo>
                <a:lnTo>
                  <a:pt x="971" y="93"/>
                </a:lnTo>
                <a:lnTo>
                  <a:pt x="970" y="93"/>
                </a:lnTo>
                <a:lnTo>
                  <a:pt x="970" y="92"/>
                </a:lnTo>
                <a:lnTo>
                  <a:pt x="971" y="92"/>
                </a:lnTo>
                <a:lnTo>
                  <a:pt x="971" y="91"/>
                </a:lnTo>
                <a:lnTo>
                  <a:pt x="970" y="90"/>
                </a:lnTo>
                <a:lnTo>
                  <a:pt x="969" y="90"/>
                </a:lnTo>
                <a:lnTo>
                  <a:pt x="968" y="90"/>
                </a:lnTo>
                <a:lnTo>
                  <a:pt x="967" y="89"/>
                </a:lnTo>
                <a:lnTo>
                  <a:pt x="966" y="88"/>
                </a:lnTo>
                <a:lnTo>
                  <a:pt x="967" y="88"/>
                </a:lnTo>
                <a:lnTo>
                  <a:pt x="967" y="87"/>
                </a:lnTo>
                <a:lnTo>
                  <a:pt x="966" y="87"/>
                </a:lnTo>
                <a:lnTo>
                  <a:pt x="966" y="86"/>
                </a:lnTo>
                <a:lnTo>
                  <a:pt x="966" y="85"/>
                </a:lnTo>
                <a:lnTo>
                  <a:pt x="965" y="85"/>
                </a:lnTo>
                <a:lnTo>
                  <a:pt x="965" y="84"/>
                </a:lnTo>
                <a:lnTo>
                  <a:pt x="964" y="84"/>
                </a:lnTo>
                <a:lnTo>
                  <a:pt x="964" y="83"/>
                </a:lnTo>
                <a:lnTo>
                  <a:pt x="965" y="83"/>
                </a:lnTo>
                <a:lnTo>
                  <a:pt x="964" y="83"/>
                </a:lnTo>
                <a:lnTo>
                  <a:pt x="964" y="82"/>
                </a:lnTo>
                <a:lnTo>
                  <a:pt x="964" y="83"/>
                </a:lnTo>
                <a:lnTo>
                  <a:pt x="963" y="83"/>
                </a:lnTo>
                <a:lnTo>
                  <a:pt x="963" y="82"/>
                </a:lnTo>
                <a:lnTo>
                  <a:pt x="962" y="82"/>
                </a:lnTo>
                <a:lnTo>
                  <a:pt x="962" y="81"/>
                </a:lnTo>
                <a:lnTo>
                  <a:pt x="961" y="81"/>
                </a:lnTo>
                <a:lnTo>
                  <a:pt x="961" y="82"/>
                </a:lnTo>
                <a:lnTo>
                  <a:pt x="960" y="81"/>
                </a:lnTo>
                <a:lnTo>
                  <a:pt x="961" y="81"/>
                </a:lnTo>
                <a:lnTo>
                  <a:pt x="960" y="80"/>
                </a:lnTo>
                <a:lnTo>
                  <a:pt x="959" y="80"/>
                </a:lnTo>
                <a:lnTo>
                  <a:pt x="958" y="80"/>
                </a:lnTo>
                <a:lnTo>
                  <a:pt x="958" y="79"/>
                </a:lnTo>
                <a:lnTo>
                  <a:pt x="959" y="79"/>
                </a:lnTo>
                <a:lnTo>
                  <a:pt x="959" y="78"/>
                </a:lnTo>
                <a:lnTo>
                  <a:pt x="958" y="78"/>
                </a:lnTo>
                <a:lnTo>
                  <a:pt x="957" y="77"/>
                </a:lnTo>
                <a:lnTo>
                  <a:pt x="956" y="76"/>
                </a:lnTo>
                <a:lnTo>
                  <a:pt x="957" y="75"/>
                </a:lnTo>
                <a:lnTo>
                  <a:pt x="957" y="74"/>
                </a:lnTo>
                <a:lnTo>
                  <a:pt x="958" y="74"/>
                </a:lnTo>
                <a:lnTo>
                  <a:pt x="958" y="73"/>
                </a:lnTo>
                <a:lnTo>
                  <a:pt x="958" y="72"/>
                </a:lnTo>
                <a:lnTo>
                  <a:pt x="959" y="72"/>
                </a:lnTo>
                <a:lnTo>
                  <a:pt x="960" y="72"/>
                </a:lnTo>
                <a:lnTo>
                  <a:pt x="961" y="72"/>
                </a:lnTo>
                <a:lnTo>
                  <a:pt x="961" y="71"/>
                </a:lnTo>
                <a:lnTo>
                  <a:pt x="962" y="71"/>
                </a:lnTo>
                <a:lnTo>
                  <a:pt x="962" y="72"/>
                </a:lnTo>
                <a:lnTo>
                  <a:pt x="963" y="72"/>
                </a:lnTo>
                <a:lnTo>
                  <a:pt x="963" y="73"/>
                </a:lnTo>
                <a:lnTo>
                  <a:pt x="964" y="73"/>
                </a:lnTo>
                <a:lnTo>
                  <a:pt x="964" y="74"/>
                </a:lnTo>
                <a:lnTo>
                  <a:pt x="965" y="74"/>
                </a:lnTo>
                <a:lnTo>
                  <a:pt x="966" y="74"/>
                </a:lnTo>
                <a:lnTo>
                  <a:pt x="966" y="73"/>
                </a:lnTo>
                <a:lnTo>
                  <a:pt x="967" y="74"/>
                </a:lnTo>
                <a:lnTo>
                  <a:pt x="968" y="75"/>
                </a:lnTo>
                <a:lnTo>
                  <a:pt x="969" y="75"/>
                </a:lnTo>
                <a:lnTo>
                  <a:pt x="970" y="75"/>
                </a:lnTo>
                <a:lnTo>
                  <a:pt x="970" y="76"/>
                </a:lnTo>
                <a:lnTo>
                  <a:pt x="970" y="77"/>
                </a:lnTo>
                <a:lnTo>
                  <a:pt x="971" y="77"/>
                </a:lnTo>
                <a:lnTo>
                  <a:pt x="972" y="77"/>
                </a:lnTo>
                <a:lnTo>
                  <a:pt x="974" y="77"/>
                </a:lnTo>
                <a:lnTo>
                  <a:pt x="975" y="77"/>
                </a:lnTo>
                <a:lnTo>
                  <a:pt x="975" y="78"/>
                </a:lnTo>
                <a:lnTo>
                  <a:pt x="976" y="78"/>
                </a:lnTo>
                <a:lnTo>
                  <a:pt x="977" y="78"/>
                </a:lnTo>
                <a:lnTo>
                  <a:pt x="977" y="79"/>
                </a:lnTo>
                <a:lnTo>
                  <a:pt x="978" y="79"/>
                </a:lnTo>
                <a:lnTo>
                  <a:pt x="978" y="80"/>
                </a:lnTo>
                <a:lnTo>
                  <a:pt x="978" y="81"/>
                </a:lnTo>
                <a:lnTo>
                  <a:pt x="979" y="81"/>
                </a:lnTo>
                <a:lnTo>
                  <a:pt x="978" y="81"/>
                </a:lnTo>
                <a:lnTo>
                  <a:pt x="978" y="82"/>
                </a:lnTo>
                <a:lnTo>
                  <a:pt x="978" y="83"/>
                </a:lnTo>
                <a:lnTo>
                  <a:pt x="979" y="83"/>
                </a:lnTo>
                <a:lnTo>
                  <a:pt x="978" y="83"/>
                </a:lnTo>
                <a:lnTo>
                  <a:pt x="979" y="83"/>
                </a:lnTo>
                <a:lnTo>
                  <a:pt x="979" y="84"/>
                </a:lnTo>
                <a:lnTo>
                  <a:pt x="979" y="85"/>
                </a:lnTo>
                <a:lnTo>
                  <a:pt x="978" y="86"/>
                </a:lnTo>
                <a:lnTo>
                  <a:pt x="979" y="86"/>
                </a:lnTo>
                <a:lnTo>
                  <a:pt x="979" y="87"/>
                </a:lnTo>
                <a:lnTo>
                  <a:pt x="980" y="87"/>
                </a:lnTo>
                <a:lnTo>
                  <a:pt x="980" y="86"/>
                </a:lnTo>
                <a:lnTo>
                  <a:pt x="981" y="86"/>
                </a:lnTo>
                <a:lnTo>
                  <a:pt x="981" y="85"/>
                </a:lnTo>
                <a:lnTo>
                  <a:pt x="981" y="86"/>
                </a:lnTo>
                <a:lnTo>
                  <a:pt x="982" y="86"/>
                </a:lnTo>
                <a:lnTo>
                  <a:pt x="982" y="85"/>
                </a:lnTo>
                <a:lnTo>
                  <a:pt x="983" y="85"/>
                </a:lnTo>
                <a:lnTo>
                  <a:pt x="983" y="84"/>
                </a:lnTo>
                <a:lnTo>
                  <a:pt x="983" y="85"/>
                </a:lnTo>
                <a:lnTo>
                  <a:pt x="984" y="85"/>
                </a:lnTo>
                <a:lnTo>
                  <a:pt x="984" y="86"/>
                </a:lnTo>
                <a:lnTo>
                  <a:pt x="984" y="87"/>
                </a:lnTo>
                <a:lnTo>
                  <a:pt x="985" y="87"/>
                </a:lnTo>
                <a:lnTo>
                  <a:pt x="985" y="88"/>
                </a:lnTo>
                <a:lnTo>
                  <a:pt x="985" y="89"/>
                </a:lnTo>
                <a:lnTo>
                  <a:pt x="986" y="89"/>
                </a:lnTo>
                <a:lnTo>
                  <a:pt x="986" y="90"/>
                </a:lnTo>
                <a:lnTo>
                  <a:pt x="985" y="90"/>
                </a:lnTo>
                <a:lnTo>
                  <a:pt x="985" y="91"/>
                </a:lnTo>
                <a:lnTo>
                  <a:pt x="986" y="91"/>
                </a:lnTo>
                <a:lnTo>
                  <a:pt x="986" y="92"/>
                </a:lnTo>
                <a:lnTo>
                  <a:pt x="987" y="92"/>
                </a:lnTo>
                <a:lnTo>
                  <a:pt x="988" y="92"/>
                </a:lnTo>
                <a:lnTo>
                  <a:pt x="988" y="93"/>
                </a:lnTo>
                <a:lnTo>
                  <a:pt x="990" y="93"/>
                </a:lnTo>
                <a:lnTo>
                  <a:pt x="991" y="93"/>
                </a:lnTo>
                <a:lnTo>
                  <a:pt x="990" y="93"/>
                </a:lnTo>
                <a:lnTo>
                  <a:pt x="990" y="94"/>
                </a:lnTo>
                <a:lnTo>
                  <a:pt x="991" y="94"/>
                </a:lnTo>
                <a:lnTo>
                  <a:pt x="992" y="94"/>
                </a:lnTo>
                <a:lnTo>
                  <a:pt x="993" y="94"/>
                </a:lnTo>
                <a:lnTo>
                  <a:pt x="993" y="93"/>
                </a:lnTo>
                <a:lnTo>
                  <a:pt x="994" y="93"/>
                </a:lnTo>
                <a:lnTo>
                  <a:pt x="995" y="93"/>
                </a:lnTo>
                <a:lnTo>
                  <a:pt x="995" y="94"/>
                </a:lnTo>
                <a:lnTo>
                  <a:pt x="995" y="95"/>
                </a:lnTo>
                <a:lnTo>
                  <a:pt x="995" y="96"/>
                </a:lnTo>
                <a:lnTo>
                  <a:pt x="995" y="97"/>
                </a:lnTo>
                <a:lnTo>
                  <a:pt x="996" y="97"/>
                </a:lnTo>
                <a:lnTo>
                  <a:pt x="997" y="97"/>
                </a:lnTo>
                <a:lnTo>
                  <a:pt x="998" y="97"/>
                </a:lnTo>
                <a:lnTo>
                  <a:pt x="998" y="96"/>
                </a:lnTo>
                <a:lnTo>
                  <a:pt x="999" y="96"/>
                </a:lnTo>
                <a:lnTo>
                  <a:pt x="998" y="96"/>
                </a:lnTo>
                <a:lnTo>
                  <a:pt x="999" y="95"/>
                </a:lnTo>
                <a:lnTo>
                  <a:pt x="1000" y="95"/>
                </a:lnTo>
                <a:lnTo>
                  <a:pt x="1000" y="96"/>
                </a:lnTo>
                <a:lnTo>
                  <a:pt x="1001" y="96"/>
                </a:lnTo>
                <a:lnTo>
                  <a:pt x="1002" y="96"/>
                </a:lnTo>
                <a:lnTo>
                  <a:pt x="1003" y="96"/>
                </a:lnTo>
                <a:lnTo>
                  <a:pt x="1003" y="97"/>
                </a:lnTo>
                <a:lnTo>
                  <a:pt x="1004" y="97"/>
                </a:lnTo>
                <a:lnTo>
                  <a:pt x="1005" y="98"/>
                </a:lnTo>
                <a:lnTo>
                  <a:pt x="1005" y="99"/>
                </a:lnTo>
                <a:lnTo>
                  <a:pt x="1006" y="99"/>
                </a:lnTo>
                <a:lnTo>
                  <a:pt x="1007" y="99"/>
                </a:lnTo>
                <a:lnTo>
                  <a:pt x="1007" y="98"/>
                </a:lnTo>
                <a:lnTo>
                  <a:pt x="1007" y="99"/>
                </a:lnTo>
                <a:lnTo>
                  <a:pt x="1008" y="98"/>
                </a:lnTo>
                <a:lnTo>
                  <a:pt x="1008" y="99"/>
                </a:lnTo>
                <a:lnTo>
                  <a:pt x="1009" y="99"/>
                </a:lnTo>
                <a:lnTo>
                  <a:pt x="1010" y="99"/>
                </a:lnTo>
                <a:lnTo>
                  <a:pt x="1010" y="98"/>
                </a:lnTo>
                <a:lnTo>
                  <a:pt x="1011" y="98"/>
                </a:lnTo>
                <a:lnTo>
                  <a:pt x="1011" y="97"/>
                </a:lnTo>
                <a:lnTo>
                  <a:pt x="1012" y="97"/>
                </a:lnTo>
                <a:lnTo>
                  <a:pt x="1013" y="97"/>
                </a:lnTo>
                <a:lnTo>
                  <a:pt x="1014" y="97"/>
                </a:lnTo>
                <a:lnTo>
                  <a:pt x="1015" y="97"/>
                </a:lnTo>
                <a:lnTo>
                  <a:pt x="1015" y="98"/>
                </a:lnTo>
                <a:lnTo>
                  <a:pt x="1016" y="98"/>
                </a:lnTo>
                <a:lnTo>
                  <a:pt x="1017" y="98"/>
                </a:lnTo>
                <a:lnTo>
                  <a:pt x="1018" y="98"/>
                </a:lnTo>
                <a:lnTo>
                  <a:pt x="1018" y="99"/>
                </a:lnTo>
                <a:lnTo>
                  <a:pt x="1019" y="99"/>
                </a:lnTo>
                <a:lnTo>
                  <a:pt x="1020" y="99"/>
                </a:lnTo>
                <a:lnTo>
                  <a:pt x="1020" y="98"/>
                </a:lnTo>
                <a:lnTo>
                  <a:pt x="1021" y="98"/>
                </a:lnTo>
                <a:lnTo>
                  <a:pt x="1021" y="99"/>
                </a:lnTo>
                <a:lnTo>
                  <a:pt x="1022" y="99"/>
                </a:lnTo>
                <a:lnTo>
                  <a:pt x="1023" y="99"/>
                </a:lnTo>
                <a:lnTo>
                  <a:pt x="1023" y="100"/>
                </a:lnTo>
                <a:lnTo>
                  <a:pt x="1024" y="100"/>
                </a:lnTo>
                <a:lnTo>
                  <a:pt x="1025" y="100"/>
                </a:lnTo>
                <a:lnTo>
                  <a:pt x="1025" y="101"/>
                </a:lnTo>
                <a:lnTo>
                  <a:pt x="1026" y="101"/>
                </a:lnTo>
                <a:lnTo>
                  <a:pt x="1026" y="102"/>
                </a:lnTo>
                <a:lnTo>
                  <a:pt x="1026" y="103"/>
                </a:lnTo>
                <a:lnTo>
                  <a:pt x="1027" y="103"/>
                </a:lnTo>
                <a:lnTo>
                  <a:pt x="1027" y="104"/>
                </a:lnTo>
                <a:lnTo>
                  <a:pt x="1027" y="105"/>
                </a:lnTo>
                <a:lnTo>
                  <a:pt x="1028" y="105"/>
                </a:lnTo>
                <a:lnTo>
                  <a:pt x="1029" y="105"/>
                </a:lnTo>
                <a:lnTo>
                  <a:pt x="1029" y="106"/>
                </a:lnTo>
                <a:lnTo>
                  <a:pt x="1029" y="107"/>
                </a:lnTo>
                <a:lnTo>
                  <a:pt x="1030" y="107"/>
                </a:lnTo>
                <a:lnTo>
                  <a:pt x="1030" y="108"/>
                </a:lnTo>
                <a:lnTo>
                  <a:pt x="1031" y="108"/>
                </a:lnTo>
                <a:lnTo>
                  <a:pt x="1031" y="109"/>
                </a:lnTo>
                <a:lnTo>
                  <a:pt x="1032" y="109"/>
                </a:lnTo>
                <a:lnTo>
                  <a:pt x="1033" y="109"/>
                </a:lnTo>
                <a:lnTo>
                  <a:pt x="1034" y="109"/>
                </a:lnTo>
                <a:lnTo>
                  <a:pt x="1034" y="108"/>
                </a:lnTo>
                <a:lnTo>
                  <a:pt x="1035" y="108"/>
                </a:lnTo>
                <a:lnTo>
                  <a:pt x="1035" y="107"/>
                </a:lnTo>
                <a:lnTo>
                  <a:pt x="1036" y="107"/>
                </a:lnTo>
                <a:lnTo>
                  <a:pt x="1037" y="107"/>
                </a:lnTo>
                <a:lnTo>
                  <a:pt x="1037" y="106"/>
                </a:lnTo>
                <a:lnTo>
                  <a:pt x="1038" y="106"/>
                </a:lnTo>
                <a:lnTo>
                  <a:pt x="1039" y="106"/>
                </a:lnTo>
                <a:lnTo>
                  <a:pt x="1039" y="107"/>
                </a:lnTo>
                <a:lnTo>
                  <a:pt x="1040" y="107"/>
                </a:lnTo>
                <a:lnTo>
                  <a:pt x="1040" y="108"/>
                </a:lnTo>
                <a:lnTo>
                  <a:pt x="1041" y="108"/>
                </a:lnTo>
                <a:lnTo>
                  <a:pt x="1040" y="109"/>
                </a:lnTo>
                <a:lnTo>
                  <a:pt x="1039" y="109"/>
                </a:lnTo>
                <a:lnTo>
                  <a:pt x="1039" y="110"/>
                </a:lnTo>
                <a:lnTo>
                  <a:pt x="1039" y="111"/>
                </a:lnTo>
                <a:lnTo>
                  <a:pt x="1039" y="112"/>
                </a:lnTo>
                <a:lnTo>
                  <a:pt x="1039" y="113"/>
                </a:lnTo>
                <a:lnTo>
                  <a:pt x="1039" y="114"/>
                </a:lnTo>
                <a:lnTo>
                  <a:pt x="1039" y="115"/>
                </a:lnTo>
                <a:lnTo>
                  <a:pt x="1039" y="116"/>
                </a:lnTo>
                <a:lnTo>
                  <a:pt x="1038" y="116"/>
                </a:lnTo>
                <a:lnTo>
                  <a:pt x="1037" y="117"/>
                </a:lnTo>
                <a:lnTo>
                  <a:pt x="1037" y="118"/>
                </a:lnTo>
                <a:lnTo>
                  <a:pt x="1036" y="118"/>
                </a:lnTo>
                <a:lnTo>
                  <a:pt x="1036" y="119"/>
                </a:lnTo>
                <a:lnTo>
                  <a:pt x="1036" y="120"/>
                </a:lnTo>
                <a:lnTo>
                  <a:pt x="1036" y="121"/>
                </a:lnTo>
                <a:lnTo>
                  <a:pt x="1037" y="121"/>
                </a:lnTo>
                <a:lnTo>
                  <a:pt x="1037" y="122"/>
                </a:lnTo>
                <a:lnTo>
                  <a:pt x="1037" y="123"/>
                </a:lnTo>
                <a:lnTo>
                  <a:pt x="1038" y="124"/>
                </a:lnTo>
                <a:lnTo>
                  <a:pt x="1039" y="124"/>
                </a:lnTo>
                <a:lnTo>
                  <a:pt x="1040" y="124"/>
                </a:lnTo>
                <a:lnTo>
                  <a:pt x="1040" y="123"/>
                </a:lnTo>
                <a:lnTo>
                  <a:pt x="1040" y="124"/>
                </a:lnTo>
                <a:lnTo>
                  <a:pt x="1040" y="123"/>
                </a:lnTo>
                <a:lnTo>
                  <a:pt x="1041" y="124"/>
                </a:lnTo>
                <a:lnTo>
                  <a:pt x="1042" y="124"/>
                </a:lnTo>
                <a:lnTo>
                  <a:pt x="1042" y="123"/>
                </a:lnTo>
                <a:lnTo>
                  <a:pt x="1042" y="124"/>
                </a:lnTo>
                <a:lnTo>
                  <a:pt x="1042" y="123"/>
                </a:lnTo>
                <a:lnTo>
                  <a:pt x="1043" y="123"/>
                </a:lnTo>
                <a:lnTo>
                  <a:pt x="1044" y="123"/>
                </a:lnTo>
                <a:lnTo>
                  <a:pt x="1044" y="124"/>
                </a:lnTo>
                <a:lnTo>
                  <a:pt x="1044" y="123"/>
                </a:lnTo>
                <a:lnTo>
                  <a:pt x="1044" y="124"/>
                </a:lnTo>
                <a:lnTo>
                  <a:pt x="1045" y="124"/>
                </a:lnTo>
                <a:lnTo>
                  <a:pt x="1046" y="124"/>
                </a:lnTo>
                <a:lnTo>
                  <a:pt x="1046" y="125"/>
                </a:lnTo>
                <a:lnTo>
                  <a:pt x="1047" y="125"/>
                </a:lnTo>
                <a:lnTo>
                  <a:pt x="1047" y="126"/>
                </a:lnTo>
                <a:lnTo>
                  <a:pt x="1048" y="126"/>
                </a:lnTo>
                <a:lnTo>
                  <a:pt x="1048" y="127"/>
                </a:lnTo>
                <a:lnTo>
                  <a:pt x="1049" y="127"/>
                </a:lnTo>
                <a:lnTo>
                  <a:pt x="1050" y="127"/>
                </a:lnTo>
                <a:lnTo>
                  <a:pt x="1050" y="128"/>
                </a:lnTo>
                <a:lnTo>
                  <a:pt x="1051" y="128"/>
                </a:lnTo>
                <a:lnTo>
                  <a:pt x="1052" y="129"/>
                </a:lnTo>
                <a:lnTo>
                  <a:pt x="1052" y="130"/>
                </a:lnTo>
                <a:lnTo>
                  <a:pt x="1053" y="130"/>
                </a:lnTo>
                <a:lnTo>
                  <a:pt x="1054" y="130"/>
                </a:lnTo>
                <a:lnTo>
                  <a:pt x="1055" y="130"/>
                </a:lnTo>
                <a:lnTo>
                  <a:pt x="1056" y="130"/>
                </a:lnTo>
                <a:lnTo>
                  <a:pt x="1056" y="131"/>
                </a:lnTo>
                <a:lnTo>
                  <a:pt x="1056" y="132"/>
                </a:lnTo>
                <a:lnTo>
                  <a:pt x="1057" y="132"/>
                </a:lnTo>
                <a:lnTo>
                  <a:pt x="1057" y="133"/>
                </a:lnTo>
                <a:lnTo>
                  <a:pt x="1058" y="133"/>
                </a:lnTo>
                <a:lnTo>
                  <a:pt x="1058" y="134"/>
                </a:lnTo>
                <a:lnTo>
                  <a:pt x="1059" y="134"/>
                </a:lnTo>
                <a:lnTo>
                  <a:pt x="1059" y="135"/>
                </a:lnTo>
                <a:lnTo>
                  <a:pt x="1060" y="135"/>
                </a:lnTo>
                <a:lnTo>
                  <a:pt x="1060" y="136"/>
                </a:lnTo>
                <a:lnTo>
                  <a:pt x="1060" y="137"/>
                </a:lnTo>
                <a:lnTo>
                  <a:pt x="1060" y="138"/>
                </a:lnTo>
                <a:lnTo>
                  <a:pt x="1061" y="138"/>
                </a:lnTo>
                <a:lnTo>
                  <a:pt x="1061" y="137"/>
                </a:lnTo>
                <a:lnTo>
                  <a:pt x="1061" y="138"/>
                </a:lnTo>
                <a:lnTo>
                  <a:pt x="1062" y="138"/>
                </a:lnTo>
                <a:lnTo>
                  <a:pt x="1063" y="138"/>
                </a:lnTo>
                <a:lnTo>
                  <a:pt x="1063" y="139"/>
                </a:lnTo>
                <a:lnTo>
                  <a:pt x="1064" y="139"/>
                </a:lnTo>
                <a:lnTo>
                  <a:pt x="1064" y="140"/>
                </a:lnTo>
                <a:lnTo>
                  <a:pt x="1065" y="140"/>
                </a:lnTo>
                <a:lnTo>
                  <a:pt x="1066" y="140"/>
                </a:lnTo>
                <a:lnTo>
                  <a:pt x="1067" y="140"/>
                </a:lnTo>
                <a:lnTo>
                  <a:pt x="1068" y="140"/>
                </a:lnTo>
                <a:lnTo>
                  <a:pt x="1069" y="141"/>
                </a:lnTo>
                <a:lnTo>
                  <a:pt x="1070" y="141"/>
                </a:lnTo>
                <a:lnTo>
                  <a:pt x="1071" y="141"/>
                </a:lnTo>
                <a:lnTo>
                  <a:pt x="1072" y="141"/>
                </a:lnTo>
                <a:lnTo>
                  <a:pt x="1072" y="142"/>
                </a:lnTo>
                <a:lnTo>
                  <a:pt x="1073" y="142"/>
                </a:lnTo>
                <a:lnTo>
                  <a:pt x="1073" y="143"/>
                </a:lnTo>
                <a:lnTo>
                  <a:pt x="1074" y="143"/>
                </a:lnTo>
                <a:lnTo>
                  <a:pt x="1074" y="144"/>
                </a:lnTo>
                <a:lnTo>
                  <a:pt x="1075" y="144"/>
                </a:lnTo>
                <a:lnTo>
                  <a:pt x="1076" y="144"/>
                </a:lnTo>
                <a:lnTo>
                  <a:pt x="1077" y="144"/>
                </a:lnTo>
                <a:lnTo>
                  <a:pt x="1077" y="145"/>
                </a:lnTo>
                <a:lnTo>
                  <a:pt x="1078" y="145"/>
                </a:lnTo>
                <a:lnTo>
                  <a:pt x="1078" y="146"/>
                </a:lnTo>
                <a:lnTo>
                  <a:pt x="1078" y="145"/>
                </a:lnTo>
                <a:lnTo>
                  <a:pt x="1079" y="145"/>
                </a:lnTo>
                <a:lnTo>
                  <a:pt x="1080" y="145"/>
                </a:lnTo>
                <a:lnTo>
                  <a:pt x="1080" y="144"/>
                </a:lnTo>
                <a:lnTo>
                  <a:pt x="1080" y="143"/>
                </a:lnTo>
                <a:lnTo>
                  <a:pt x="1080" y="142"/>
                </a:lnTo>
                <a:lnTo>
                  <a:pt x="1081" y="142"/>
                </a:lnTo>
                <a:lnTo>
                  <a:pt x="1082" y="142"/>
                </a:lnTo>
                <a:lnTo>
                  <a:pt x="1082" y="141"/>
                </a:lnTo>
                <a:lnTo>
                  <a:pt x="1082" y="140"/>
                </a:lnTo>
                <a:lnTo>
                  <a:pt x="1083" y="140"/>
                </a:lnTo>
                <a:lnTo>
                  <a:pt x="1084" y="140"/>
                </a:lnTo>
                <a:lnTo>
                  <a:pt x="1084" y="139"/>
                </a:lnTo>
                <a:lnTo>
                  <a:pt x="1085" y="139"/>
                </a:lnTo>
                <a:lnTo>
                  <a:pt x="1085" y="138"/>
                </a:lnTo>
                <a:lnTo>
                  <a:pt x="1086" y="138"/>
                </a:lnTo>
                <a:lnTo>
                  <a:pt x="1087" y="138"/>
                </a:lnTo>
                <a:lnTo>
                  <a:pt x="1088" y="138"/>
                </a:lnTo>
                <a:lnTo>
                  <a:pt x="1088" y="139"/>
                </a:lnTo>
                <a:lnTo>
                  <a:pt x="1089" y="139"/>
                </a:lnTo>
                <a:lnTo>
                  <a:pt x="1090" y="139"/>
                </a:lnTo>
                <a:lnTo>
                  <a:pt x="1091" y="139"/>
                </a:lnTo>
                <a:lnTo>
                  <a:pt x="1092" y="139"/>
                </a:lnTo>
                <a:lnTo>
                  <a:pt x="1093" y="139"/>
                </a:lnTo>
                <a:lnTo>
                  <a:pt x="1093" y="140"/>
                </a:lnTo>
                <a:lnTo>
                  <a:pt x="1094" y="140"/>
                </a:lnTo>
                <a:lnTo>
                  <a:pt x="1095" y="140"/>
                </a:lnTo>
                <a:lnTo>
                  <a:pt x="1095" y="141"/>
                </a:lnTo>
                <a:lnTo>
                  <a:pt x="1096" y="141"/>
                </a:lnTo>
                <a:lnTo>
                  <a:pt x="1097" y="141"/>
                </a:lnTo>
                <a:lnTo>
                  <a:pt x="1098" y="141"/>
                </a:lnTo>
                <a:lnTo>
                  <a:pt x="1099" y="141"/>
                </a:lnTo>
                <a:lnTo>
                  <a:pt x="1100" y="141"/>
                </a:lnTo>
                <a:lnTo>
                  <a:pt x="1100" y="142"/>
                </a:lnTo>
                <a:lnTo>
                  <a:pt x="1100" y="143"/>
                </a:lnTo>
                <a:lnTo>
                  <a:pt x="1101" y="143"/>
                </a:lnTo>
                <a:lnTo>
                  <a:pt x="1102" y="143"/>
                </a:lnTo>
                <a:lnTo>
                  <a:pt x="1102" y="144"/>
                </a:lnTo>
                <a:lnTo>
                  <a:pt x="1102" y="145"/>
                </a:lnTo>
                <a:lnTo>
                  <a:pt x="1103" y="145"/>
                </a:lnTo>
                <a:lnTo>
                  <a:pt x="1103" y="146"/>
                </a:lnTo>
                <a:lnTo>
                  <a:pt x="1104" y="146"/>
                </a:lnTo>
                <a:lnTo>
                  <a:pt x="1104" y="147"/>
                </a:lnTo>
                <a:lnTo>
                  <a:pt x="1105" y="147"/>
                </a:lnTo>
                <a:lnTo>
                  <a:pt x="1105" y="148"/>
                </a:lnTo>
                <a:lnTo>
                  <a:pt x="1106" y="148"/>
                </a:lnTo>
                <a:lnTo>
                  <a:pt x="1106" y="149"/>
                </a:lnTo>
                <a:lnTo>
                  <a:pt x="1107" y="149"/>
                </a:lnTo>
                <a:lnTo>
                  <a:pt x="1106" y="149"/>
                </a:lnTo>
                <a:lnTo>
                  <a:pt x="1106" y="150"/>
                </a:lnTo>
                <a:lnTo>
                  <a:pt x="1106" y="151"/>
                </a:lnTo>
                <a:lnTo>
                  <a:pt x="1105" y="151"/>
                </a:lnTo>
                <a:lnTo>
                  <a:pt x="1105" y="152"/>
                </a:lnTo>
                <a:lnTo>
                  <a:pt x="1106" y="152"/>
                </a:lnTo>
                <a:lnTo>
                  <a:pt x="1107" y="152"/>
                </a:lnTo>
                <a:lnTo>
                  <a:pt x="1108" y="152"/>
                </a:lnTo>
                <a:lnTo>
                  <a:pt x="1109" y="153"/>
                </a:lnTo>
                <a:lnTo>
                  <a:pt x="1110" y="153"/>
                </a:lnTo>
                <a:lnTo>
                  <a:pt x="1111" y="153"/>
                </a:lnTo>
                <a:lnTo>
                  <a:pt x="1111" y="154"/>
                </a:lnTo>
                <a:lnTo>
                  <a:pt x="1112" y="154"/>
                </a:lnTo>
                <a:lnTo>
                  <a:pt x="1113" y="154"/>
                </a:lnTo>
                <a:lnTo>
                  <a:pt x="1114" y="154"/>
                </a:lnTo>
                <a:lnTo>
                  <a:pt x="1115" y="155"/>
                </a:lnTo>
                <a:lnTo>
                  <a:pt x="1116" y="155"/>
                </a:lnTo>
                <a:lnTo>
                  <a:pt x="1117" y="155"/>
                </a:lnTo>
                <a:lnTo>
                  <a:pt x="1118" y="155"/>
                </a:lnTo>
                <a:lnTo>
                  <a:pt x="1118" y="156"/>
                </a:lnTo>
                <a:lnTo>
                  <a:pt x="1119" y="156"/>
                </a:lnTo>
                <a:lnTo>
                  <a:pt x="1119" y="157"/>
                </a:lnTo>
                <a:lnTo>
                  <a:pt x="1120" y="157"/>
                </a:lnTo>
                <a:lnTo>
                  <a:pt x="1119" y="157"/>
                </a:lnTo>
                <a:lnTo>
                  <a:pt x="1119" y="159"/>
                </a:lnTo>
                <a:lnTo>
                  <a:pt x="1120" y="159"/>
                </a:lnTo>
                <a:lnTo>
                  <a:pt x="1119" y="159"/>
                </a:lnTo>
                <a:lnTo>
                  <a:pt x="1120" y="159"/>
                </a:lnTo>
                <a:lnTo>
                  <a:pt x="1120" y="160"/>
                </a:lnTo>
                <a:lnTo>
                  <a:pt x="1120" y="159"/>
                </a:lnTo>
                <a:lnTo>
                  <a:pt x="1121" y="159"/>
                </a:lnTo>
                <a:lnTo>
                  <a:pt x="1122" y="159"/>
                </a:lnTo>
                <a:lnTo>
                  <a:pt x="1123" y="159"/>
                </a:lnTo>
                <a:lnTo>
                  <a:pt x="1124" y="159"/>
                </a:lnTo>
                <a:lnTo>
                  <a:pt x="1124" y="158"/>
                </a:lnTo>
                <a:lnTo>
                  <a:pt x="1125" y="158"/>
                </a:lnTo>
                <a:lnTo>
                  <a:pt x="1125" y="157"/>
                </a:lnTo>
                <a:lnTo>
                  <a:pt x="1125" y="156"/>
                </a:lnTo>
                <a:lnTo>
                  <a:pt x="1126" y="156"/>
                </a:lnTo>
                <a:lnTo>
                  <a:pt x="1126" y="155"/>
                </a:lnTo>
                <a:lnTo>
                  <a:pt x="1127" y="155"/>
                </a:lnTo>
                <a:lnTo>
                  <a:pt x="1128" y="155"/>
                </a:lnTo>
                <a:lnTo>
                  <a:pt x="1128" y="154"/>
                </a:lnTo>
                <a:lnTo>
                  <a:pt x="1129" y="154"/>
                </a:lnTo>
                <a:lnTo>
                  <a:pt x="1129" y="153"/>
                </a:lnTo>
                <a:lnTo>
                  <a:pt x="1130" y="152"/>
                </a:lnTo>
                <a:lnTo>
                  <a:pt x="1131" y="152"/>
                </a:lnTo>
                <a:lnTo>
                  <a:pt x="1132" y="152"/>
                </a:lnTo>
                <a:lnTo>
                  <a:pt x="1133" y="152"/>
                </a:lnTo>
                <a:lnTo>
                  <a:pt x="1134" y="152"/>
                </a:lnTo>
                <a:lnTo>
                  <a:pt x="1135" y="152"/>
                </a:lnTo>
                <a:lnTo>
                  <a:pt x="1136" y="152"/>
                </a:lnTo>
                <a:lnTo>
                  <a:pt x="1136" y="153"/>
                </a:lnTo>
                <a:lnTo>
                  <a:pt x="1137" y="153"/>
                </a:lnTo>
                <a:lnTo>
                  <a:pt x="1137" y="154"/>
                </a:lnTo>
                <a:lnTo>
                  <a:pt x="1138" y="154"/>
                </a:lnTo>
                <a:lnTo>
                  <a:pt x="1138" y="155"/>
                </a:lnTo>
                <a:lnTo>
                  <a:pt x="1138" y="156"/>
                </a:lnTo>
                <a:lnTo>
                  <a:pt x="1139" y="156"/>
                </a:lnTo>
                <a:lnTo>
                  <a:pt x="1140" y="156"/>
                </a:lnTo>
                <a:lnTo>
                  <a:pt x="1140" y="157"/>
                </a:lnTo>
                <a:lnTo>
                  <a:pt x="1139" y="157"/>
                </a:lnTo>
                <a:lnTo>
                  <a:pt x="1139" y="158"/>
                </a:lnTo>
                <a:lnTo>
                  <a:pt x="1140" y="159"/>
                </a:lnTo>
                <a:lnTo>
                  <a:pt x="1141" y="160"/>
                </a:lnTo>
                <a:lnTo>
                  <a:pt x="1140" y="160"/>
                </a:lnTo>
                <a:lnTo>
                  <a:pt x="1140" y="161"/>
                </a:lnTo>
                <a:lnTo>
                  <a:pt x="1140" y="162"/>
                </a:lnTo>
                <a:lnTo>
                  <a:pt x="1139" y="162"/>
                </a:lnTo>
                <a:lnTo>
                  <a:pt x="1140" y="163"/>
                </a:lnTo>
                <a:lnTo>
                  <a:pt x="1141" y="164"/>
                </a:lnTo>
                <a:lnTo>
                  <a:pt x="1142" y="164"/>
                </a:lnTo>
                <a:lnTo>
                  <a:pt x="1142" y="165"/>
                </a:lnTo>
                <a:lnTo>
                  <a:pt x="1142" y="166"/>
                </a:lnTo>
                <a:lnTo>
                  <a:pt x="1143" y="167"/>
                </a:lnTo>
                <a:lnTo>
                  <a:pt x="1144" y="167"/>
                </a:lnTo>
                <a:lnTo>
                  <a:pt x="1145" y="168"/>
                </a:lnTo>
                <a:lnTo>
                  <a:pt x="1146" y="168"/>
                </a:lnTo>
                <a:lnTo>
                  <a:pt x="1146" y="169"/>
                </a:lnTo>
                <a:lnTo>
                  <a:pt x="1147" y="170"/>
                </a:lnTo>
                <a:lnTo>
                  <a:pt x="1148" y="170"/>
                </a:lnTo>
                <a:lnTo>
                  <a:pt x="1148" y="171"/>
                </a:lnTo>
                <a:lnTo>
                  <a:pt x="1147" y="171"/>
                </a:lnTo>
                <a:lnTo>
                  <a:pt x="1147" y="172"/>
                </a:lnTo>
                <a:lnTo>
                  <a:pt x="1147" y="173"/>
                </a:lnTo>
                <a:lnTo>
                  <a:pt x="1147" y="174"/>
                </a:lnTo>
                <a:lnTo>
                  <a:pt x="1146" y="175"/>
                </a:lnTo>
                <a:lnTo>
                  <a:pt x="1146" y="176"/>
                </a:lnTo>
                <a:lnTo>
                  <a:pt x="1145" y="176"/>
                </a:lnTo>
                <a:lnTo>
                  <a:pt x="1145" y="177"/>
                </a:lnTo>
                <a:lnTo>
                  <a:pt x="1146" y="177"/>
                </a:lnTo>
                <a:lnTo>
                  <a:pt x="1147" y="177"/>
                </a:lnTo>
                <a:lnTo>
                  <a:pt x="1148" y="177"/>
                </a:lnTo>
                <a:lnTo>
                  <a:pt x="1149" y="178"/>
                </a:lnTo>
                <a:lnTo>
                  <a:pt x="1150" y="178"/>
                </a:lnTo>
                <a:lnTo>
                  <a:pt x="1151" y="178"/>
                </a:lnTo>
                <a:lnTo>
                  <a:pt x="1151" y="179"/>
                </a:lnTo>
                <a:lnTo>
                  <a:pt x="1152" y="179"/>
                </a:lnTo>
                <a:lnTo>
                  <a:pt x="1152" y="180"/>
                </a:lnTo>
                <a:lnTo>
                  <a:pt x="1153" y="181"/>
                </a:lnTo>
                <a:lnTo>
                  <a:pt x="1153" y="182"/>
                </a:lnTo>
                <a:lnTo>
                  <a:pt x="1153" y="183"/>
                </a:lnTo>
                <a:lnTo>
                  <a:pt x="1154" y="183"/>
                </a:lnTo>
                <a:lnTo>
                  <a:pt x="1154" y="184"/>
                </a:lnTo>
                <a:lnTo>
                  <a:pt x="1156" y="184"/>
                </a:lnTo>
                <a:lnTo>
                  <a:pt x="1157" y="184"/>
                </a:lnTo>
                <a:lnTo>
                  <a:pt x="1158" y="184"/>
                </a:lnTo>
                <a:lnTo>
                  <a:pt x="1159" y="184"/>
                </a:lnTo>
                <a:lnTo>
                  <a:pt x="1159" y="185"/>
                </a:lnTo>
                <a:lnTo>
                  <a:pt x="1160" y="186"/>
                </a:lnTo>
                <a:lnTo>
                  <a:pt x="1161" y="186"/>
                </a:lnTo>
                <a:lnTo>
                  <a:pt x="1162" y="186"/>
                </a:lnTo>
                <a:lnTo>
                  <a:pt x="1163" y="186"/>
                </a:lnTo>
                <a:lnTo>
                  <a:pt x="1163" y="187"/>
                </a:lnTo>
                <a:lnTo>
                  <a:pt x="1163" y="188"/>
                </a:lnTo>
                <a:lnTo>
                  <a:pt x="1163" y="189"/>
                </a:lnTo>
                <a:lnTo>
                  <a:pt x="1164" y="190"/>
                </a:lnTo>
                <a:lnTo>
                  <a:pt x="1165" y="190"/>
                </a:lnTo>
                <a:lnTo>
                  <a:pt x="1167" y="191"/>
                </a:lnTo>
                <a:lnTo>
                  <a:pt x="1169" y="193"/>
                </a:lnTo>
                <a:lnTo>
                  <a:pt x="1170" y="193"/>
                </a:lnTo>
                <a:lnTo>
                  <a:pt x="1171" y="193"/>
                </a:lnTo>
                <a:lnTo>
                  <a:pt x="1172" y="193"/>
                </a:lnTo>
                <a:lnTo>
                  <a:pt x="1172" y="194"/>
                </a:lnTo>
                <a:lnTo>
                  <a:pt x="1173" y="194"/>
                </a:lnTo>
                <a:lnTo>
                  <a:pt x="1174" y="194"/>
                </a:lnTo>
                <a:lnTo>
                  <a:pt x="1175" y="195"/>
                </a:lnTo>
                <a:lnTo>
                  <a:pt x="1174" y="196"/>
                </a:lnTo>
                <a:lnTo>
                  <a:pt x="1174" y="197"/>
                </a:lnTo>
                <a:lnTo>
                  <a:pt x="1175" y="197"/>
                </a:lnTo>
                <a:lnTo>
                  <a:pt x="1176" y="198"/>
                </a:lnTo>
                <a:lnTo>
                  <a:pt x="1177" y="199"/>
                </a:lnTo>
                <a:lnTo>
                  <a:pt x="1177" y="200"/>
                </a:lnTo>
                <a:lnTo>
                  <a:pt x="1177" y="201"/>
                </a:lnTo>
                <a:lnTo>
                  <a:pt x="1178" y="201"/>
                </a:lnTo>
                <a:lnTo>
                  <a:pt x="1179" y="201"/>
                </a:lnTo>
                <a:lnTo>
                  <a:pt x="1179" y="202"/>
                </a:lnTo>
                <a:lnTo>
                  <a:pt x="1180" y="202"/>
                </a:lnTo>
                <a:lnTo>
                  <a:pt x="1180" y="203"/>
                </a:lnTo>
                <a:lnTo>
                  <a:pt x="1180" y="204"/>
                </a:lnTo>
                <a:lnTo>
                  <a:pt x="1182" y="204"/>
                </a:lnTo>
                <a:lnTo>
                  <a:pt x="1183" y="204"/>
                </a:lnTo>
                <a:lnTo>
                  <a:pt x="1184" y="204"/>
                </a:lnTo>
                <a:lnTo>
                  <a:pt x="1185" y="205"/>
                </a:lnTo>
                <a:lnTo>
                  <a:pt x="1185" y="206"/>
                </a:lnTo>
                <a:lnTo>
                  <a:pt x="1186" y="207"/>
                </a:lnTo>
                <a:lnTo>
                  <a:pt x="1187" y="207"/>
                </a:lnTo>
                <a:lnTo>
                  <a:pt x="1187" y="208"/>
                </a:lnTo>
                <a:lnTo>
                  <a:pt x="1188" y="209"/>
                </a:lnTo>
                <a:lnTo>
                  <a:pt x="1189" y="209"/>
                </a:lnTo>
                <a:lnTo>
                  <a:pt x="1190" y="209"/>
                </a:lnTo>
                <a:lnTo>
                  <a:pt x="1191" y="209"/>
                </a:lnTo>
                <a:lnTo>
                  <a:pt x="1191" y="210"/>
                </a:lnTo>
                <a:lnTo>
                  <a:pt x="1191" y="211"/>
                </a:lnTo>
                <a:lnTo>
                  <a:pt x="1193" y="213"/>
                </a:lnTo>
                <a:lnTo>
                  <a:pt x="1194" y="214"/>
                </a:lnTo>
                <a:lnTo>
                  <a:pt x="1194" y="215"/>
                </a:lnTo>
                <a:lnTo>
                  <a:pt x="1194" y="216"/>
                </a:lnTo>
                <a:lnTo>
                  <a:pt x="1193" y="216"/>
                </a:lnTo>
                <a:lnTo>
                  <a:pt x="1192" y="216"/>
                </a:lnTo>
                <a:lnTo>
                  <a:pt x="1191" y="216"/>
                </a:lnTo>
                <a:lnTo>
                  <a:pt x="1190" y="216"/>
                </a:lnTo>
                <a:lnTo>
                  <a:pt x="1189" y="216"/>
                </a:lnTo>
                <a:lnTo>
                  <a:pt x="1188" y="216"/>
                </a:lnTo>
                <a:lnTo>
                  <a:pt x="1188" y="217"/>
                </a:lnTo>
                <a:lnTo>
                  <a:pt x="1187" y="217"/>
                </a:lnTo>
                <a:lnTo>
                  <a:pt x="1186" y="217"/>
                </a:lnTo>
                <a:lnTo>
                  <a:pt x="1185" y="217"/>
                </a:lnTo>
                <a:lnTo>
                  <a:pt x="1184" y="218"/>
                </a:lnTo>
                <a:lnTo>
                  <a:pt x="1184" y="217"/>
                </a:lnTo>
                <a:lnTo>
                  <a:pt x="1183" y="217"/>
                </a:lnTo>
                <a:lnTo>
                  <a:pt x="1182" y="217"/>
                </a:lnTo>
                <a:lnTo>
                  <a:pt x="1181" y="218"/>
                </a:lnTo>
                <a:lnTo>
                  <a:pt x="1180" y="218"/>
                </a:lnTo>
                <a:lnTo>
                  <a:pt x="1180" y="219"/>
                </a:lnTo>
                <a:lnTo>
                  <a:pt x="1181" y="219"/>
                </a:lnTo>
                <a:lnTo>
                  <a:pt x="1181" y="220"/>
                </a:lnTo>
                <a:lnTo>
                  <a:pt x="1181" y="221"/>
                </a:lnTo>
                <a:lnTo>
                  <a:pt x="1181" y="222"/>
                </a:lnTo>
                <a:lnTo>
                  <a:pt x="1181" y="223"/>
                </a:lnTo>
                <a:lnTo>
                  <a:pt x="1182" y="224"/>
                </a:lnTo>
                <a:lnTo>
                  <a:pt x="1182" y="225"/>
                </a:lnTo>
                <a:lnTo>
                  <a:pt x="1180" y="226"/>
                </a:lnTo>
                <a:lnTo>
                  <a:pt x="1179" y="227"/>
                </a:lnTo>
                <a:lnTo>
                  <a:pt x="1178" y="228"/>
                </a:lnTo>
                <a:lnTo>
                  <a:pt x="1178" y="229"/>
                </a:lnTo>
                <a:lnTo>
                  <a:pt x="1177" y="229"/>
                </a:lnTo>
                <a:lnTo>
                  <a:pt x="1177" y="230"/>
                </a:lnTo>
                <a:lnTo>
                  <a:pt x="1178" y="230"/>
                </a:lnTo>
                <a:lnTo>
                  <a:pt x="1178" y="231"/>
                </a:lnTo>
                <a:lnTo>
                  <a:pt x="1179" y="231"/>
                </a:lnTo>
                <a:lnTo>
                  <a:pt x="1180" y="231"/>
                </a:lnTo>
                <a:lnTo>
                  <a:pt x="1181" y="231"/>
                </a:lnTo>
                <a:lnTo>
                  <a:pt x="1181" y="232"/>
                </a:lnTo>
                <a:lnTo>
                  <a:pt x="1182" y="233"/>
                </a:lnTo>
                <a:lnTo>
                  <a:pt x="1183" y="233"/>
                </a:lnTo>
                <a:lnTo>
                  <a:pt x="1184" y="234"/>
                </a:lnTo>
                <a:lnTo>
                  <a:pt x="1185" y="234"/>
                </a:lnTo>
                <a:lnTo>
                  <a:pt x="1186" y="234"/>
                </a:lnTo>
                <a:lnTo>
                  <a:pt x="1187" y="235"/>
                </a:lnTo>
                <a:lnTo>
                  <a:pt x="1187" y="236"/>
                </a:lnTo>
                <a:lnTo>
                  <a:pt x="1187" y="237"/>
                </a:lnTo>
                <a:lnTo>
                  <a:pt x="1188" y="238"/>
                </a:lnTo>
                <a:lnTo>
                  <a:pt x="1188" y="239"/>
                </a:lnTo>
                <a:lnTo>
                  <a:pt x="1189" y="239"/>
                </a:lnTo>
                <a:lnTo>
                  <a:pt x="1189" y="240"/>
                </a:lnTo>
                <a:lnTo>
                  <a:pt x="1190" y="240"/>
                </a:lnTo>
                <a:lnTo>
                  <a:pt x="1191" y="240"/>
                </a:lnTo>
                <a:lnTo>
                  <a:pt x="1192" y="240"/>
                </a:lnTo>
                <a:lnTo>
                  <a:pt x="1192" y="241"/>
                </a:lnTo>
                <a:lnTo>
                  <a:pt x="1193" y="241"/>
                </a:lnTo>
                <a:lnTo>
                  <a:pt x="1193" y="242"/>
                </a:lnTo>
                <a:lnTo>
                  <a:pt x="1194" y="241"/>
                </a:lnTo>
                <a:lnTo>
                  <a:pt x="1194" y="242"/>
                </a:lnTo>
                <a:lnTo>
                  <a:pt x="1194" y="243"/>
                </a:lnTo>
                <a:lnTo>
                  <a:pt x="1195" y="243"/>
                </a:lnTo>
                <a:lnTo>
                  <a:pt x="1195" y="244"/>
                </a:lnTo>
                <a:lnTo>
                  <a:pt x="1196" y="244"/>
                </a:lnTo>
                <a:lnTo>
                  <a:pt x="1195" y="244"/>
                </a:lnTo>
                <a:lnTo>
                  <a:pt x="1196" y="244"/>
                </a:lnTo>
                <a:lnTo>
                  <a:pt x="1196" y="245"/>
                </a:lnTo>
                <a:lnTo>
                  <a:pt x="1197" y="246"/>
                </a:lnTo>
                <a:lnTo>
                  <a:pt x="1198" y="246"/>
                </a:lnTo>
                <a:lnTo>
                  <a:pt x="1199" y="247"/>
                </a:lnTo>
                <a:lnTo>
                  <a:pt x="1199" y="248"/>
                </a:lnTo>
                <a:lnTo>
                  <a:pt x="1200" y="248"/>
                </a:lnTo>
                <a:lnTo>
                  <a:pt x="1200" y="249"/>
                </a:lnTo>
                <a:lnTo>
                  <a:pt x="1201" y="250"/>
                </a:lnTo>
                <a:lnTo>
                  <a:pt x="1200" y="250"/>
                </a:lnTo>
                <a:lnTo>
                  <a:pt x="1199" y="249"/>
                </a:lnTo>
                <a:lnTo>
                  <a:pt x="1198" y="250"/>
                </a:lnTo>
                <a:lnTo>
                  <a:pt x="1198" y="251"/>
                </a:lnTo>
                <a:lnTo>
                  <a:pt x="1197" y="251"/>
                </a:lnTo>
                <a:lnTo>
                  <a:pt x="1196" y="252"/>
                </a:lnTo>
                <a:lnTo>
                  <a:pt x="1195" y="252"/>
                </a:lnTo>
                <a:lnTo>
                  <a:pt x="1195" y="253"/>
                </a:lnTo>
                <a:lnTo>
                  <a:pt x="1194" y="254"/>
                </a:lnTo>
                <a:lnTo>
                  <a:pt x="1193" y="254"/>
                </a:lnTo>
                <a:lnTo>
                  <a:pt x="1192" y="253"/>
                </a:lnTo>
                <a:lnTo>
                  <a:pt x="1191" y="253"/>
                </a:lnTo>
                <a:lnTo>
                  <a:pt x="1191" y="254"/>
                </a:lnTo>
                <a:lnTo>
                  <a:pt x="1191" y="255"/>
                </a:lnTo>
                <a:lnTo>
                  <a:pt x="1191" y="256"/>
                </a:lnTo>
                <a:lnTo>
                  <a:pt x="1191" y="257"/>
                </a:lnTo>
                <a:lnTo>
                  <a:pt x="1191" y="258"/>
                </a:lnTo>
                <a:lnTo>
                  <a:pt x="1191" y="259"/>
                </a:lnTo>
                <a:lnTo>
                  <a:pt x="1191" y="260"/>
                </a:lnTo>
                <a:lnTo>
                  <a:pt x="1192" y="260"/>
                </a:lnTo>
                <a:lnTo>
                  <a:pt x="1193" y="261"/>
                </a:lnTo>
                <a:lnTo>
                  <a:pt x="1193" y="262"/>
                </a:lnTo>
                <a:lnTo>
                  <a:pt x="1195" y="264"/>
                </a:lnTo>
                <a:lnTo>
                  <a:pt x="1196" y="264"/>
                </a:lnTo>
                <a:lnTo>
                  <a:pt x="1197" y="264"/>
                </a:lnTo>
                <a:lnTo>
                  <a:pt x="1198" y="265"/>
                </a:lnTo>
                <a:lnTo>
                  <a:pt x="1199" y="266"/>
                </a:lnTo>
                <a:lnTo>
                  <a:pt x="1201" y="266"/>
                </a:lnTo>
                <a:lnTo>
                  <a:pt x="1202" y="266"/>
                </a:lnTo>
                <a:lnTo>
                  <a:pt x="1201" y="266"/>
                </a:lnTo>
                <a:lnTo>
                  <a:pt x="1201" y="267"/>
                </a:lnTo>
                <a:lnTo>
                  <a:pt x="1202" y="268"/>
                </a:lnTo>
                <a:lnTo>
                  <a:pt x="1203" y="268"/>
                </a:lnTo>
                <a:lnTo>
                  <a:pt x="1203" y="269"/>
                </a:lnTo>
                <a:lnTo>
                  <a:pt x="1204" y="269"/>
                </a:lnTo>
                <a:lnTo>
                  <a:pt x="1205" y="270"/>
                </a:lnTo>
                <a:lnTo>
                  <a:pt x="1205" y="271"/>
                </a:lnTo>
                <a:lnTo>
                  <a:pt x="1204" y="271"/>
                </a:lnTo>
                <a:lnTo>
                  <a:pt x="1203" y="271"/>
                </a:lnTo>
                <a:lnTo>
                  <a:pt x="1203" y="270"/>
                </a:lnTo>
                <a:lnTo>
                  <a:pt x="1203" y="271"/>
                </a:lnTo>
                <a:lnTo>
                  <a:pt x="1203" y="272"/>
                </a:lnTo>
                <a:lnTo>
                  <a:pt x="1203" y="273"/>
                </a:lnTo>
                <a:lnTo>
                  <a:pt x="1203" y="274"/>
                </a:lnTo>
                <a:lnTo>
                  <a:pt x="1204" y="275"/>
                </a:lnTo>
                <a:lnTo>
                  <a:pt x="1205" y="275"/>
                </a:lnTo>
                <a:lnTo>
                  <a:pt x="1206" y="275"/>
                </a:lnTo>
                <a:lnTo>
                  <a:pt x="1206" y="276"/>
                </a:lnTo>
                <a:lnTo>
                  <a:pt x="1207" y="277"/>
                </a:lnTo>
                <a:lnTo>
                  <a:pt x="1208" y="278"/>
                </a:lnTo>
                <a:lnTo>
                  <a:pt x="1208" y="279"/>
                </a:lnTo>
                <a:lnTo>
                  <a:pt x="1207" y="279"/>
                </a:lnTo>
                <a:lnTo>
                  <a:pt x="1207" y="280"/>
                </a:lnTo>
                <a:lnTo>
                  <a:pt x="1206" y="280"/>
                </a:lnTo>
                <a:lnTo>
                  <a:pt x="1205" y="281"/>
                </a:lnTo>
                <a:lnTo>
                  <a:pt x="1206" y="282"/>
                </a:lnTo>
                <a:lnTo>
                  <a:pt x="1207" y="283"/>
                </a:lnTo>
                <a:lnTo>
                  <a:pt x="1207" y="284"/>
                </a:lnTo>
                <a:lnTo>
                  <a:pt x="1208" y="285"/>
                </a:lnTo>
                <a:lnTo>
                  <a:pt x="1209" y="285"/>
                </a:lnTo>
                <a:lnTo>
                  <a:pt x="1209" y="286"/>
                </a:lnTo>
                <a:lnTo>
                  <a:pt x="1209" y="287"/>
                </a:lnTo>
                <a:lnTo>
                  <a:pt x="1211" y="287"/>
                </a:lnTo>
                <a:lnTo>
                  <a:pt x="1210" y="289"/>
                </a:lnTo>
                <a:lnTo>
                  <a:pt x="1211" y="290"/>
                </a:lnTo>
                <a:lnTo>
                  <a:pt x="1211" y="291"/>
                </a:lnTo>
                <a:lnTo>
                  <a:pt x="1211" y="292"/>
                </a:lnTo>
                <a:lnTo>
                  <a:pt x="1211" y="293"/>
                </a:lnTo>
                <a:lnTo>
                  <a:pt x="1212" y="294"/>
                </a:lnTo>
                <a:lnTo>
                  <a:pt x="1213" y="294"/>
                </a:lnTo>
                <a:lnTo>
                  <a:pt x="1214" y="295"/>
                </a:lnTo>
                <a:lnTo>
                  <a:pt x="1215" y="295"/>
                </a:lnTo>
                <a:lnTo>
                  <a:pt x="1215" y="294"/>
                </a:lnTo>
                <a:lnTo>
                  <a:pt x="1216" y="294"/>
                </a:lnTo>
                <a:lnTo>
                  <a:pt x="1216" y="295"/>
                </a:lnTo>
                <a:lnTo>
                  <a:pt x="1217" y="295"/>
                </a:lnTo>
                <a:lnTo>
                  <a:pt x="1218" y="296"/>
                </a:lnTo>
                <a:lnTo>
                  <a:pt x="1219" y="296"/>
                </a:lnTo>
                <a:lnTo>
                  <a:pt x="1219" y="298"/>
                </a:lnTo>
                <a:lnTo>
                  <a:pt x="1220" y="298"/>
                </a:lnTo>
                <a:lnTo>
                  <a:pt x="1221" y="299"/>
                </a:lnTo>
                <a:lnTo>
                  <a:pt x="1222" y="299"/>
                </a:lnTo>
                <a:lnTo>
                  <a:pt x="1223" y="300"/>
                </a:lnTo>
                <a:lnTo>
                  <a:pt x="1224" y="300"/>
                </a:lnTo>
                <a:lnTo>
                  <a:pt x="1225" y="301"/>
                </a:lnTo>
                <a:lnTo>
                  <a:pt x="1226" y="301"/>
                </a:lnTo>
                <a:lnTo>
                  <a:pt x="1226" y="302"/>
                </a:lnTo>
                <a:lnTo>
                  <a:pt x="1227" y="302"/>
                </a:lnTo>
                <a:lnTo>
                  <a:pt x="1228" y="302"/>
                </a:lnTo>
                <a:lnTo>
                  <a:pt x="1229" y="302"/>
                </a:lnTo>
                <a:lnTo>
                  <a:pt x="1229" y="303"/>
                </a:lnTo>
                <a:lnTo>
                  <a:pt x="1229" y="304"/>
                </a:lnTo>
                <a:lnTo>
                  <a:pt x="1228" y="305"/>
                </a:lnTo>
                <a:lnTo>
                  <a:pt x="1229" y="305"/>
                </a:lnTo>
                <a:lnTo>
                  <a:pt x="1230" y="305"/>
                </a:lnTo>
                <a:lnTo>
                  <a:pt x="1231" y="306"/>
                </a:lnTo>
                <a:lnTo>
                  <a:pt x="1232" y="306"/>
                </a:lnTo>
                <a:lnTo>
                  <a:pt x="1232" y="307"/>
                </a:lnTo>
                <a:lnTo>
                  <a:pt x="1233" y="307"/>
                </a:lnTo>
                <a:lnTo>
                  <a:pt x="1233" y="308"/>
                </a:lnTo>
                <a:lnTo>
                  <a:pt x="1232" y="308"/>
                </a:lnTo>
                <a:lnTo>
                  <a:pt x="1230" y="308"/>
                </a:lnTo>
                <a:lnTo>
                  <a:pt x="1229" y="308"/>
                </a:lnTo>
                <a:lnTo>
                  <a:pt x="1228" y="308"/>
                </a:lnTo>
                <a:lnTo>
                  <a:pt x="1227" y="308"/>
                </a:lnTo>
                <a:lnTo>
                  <a:pt x="1227" y="309"/>
                </a:lnTo>
                <a:lnTo>
                  <a:pt x="1226" y="309"/>
                </a:lnTo>
                <a:lnTo>
                  <a:pt x="1225" y="309"/>
                </a:lnTo>
                <a:lnTo>
                  <a:pt x="1225" y="310"/>
                </a:lnTo>
                <a:lnTo>
                  <a:pt x="1224" y="311"/>
                </a:lnTo>
                <a:lnTo>
                  <a:pt x="1224" y="312"/>
                </a:lnTo>
                <a:lnTo>
                  <a:pt x="1223" y="313"/>
                </a:lnTo>
                <a:lnTo>
                  <a:pt x="1222" y="313"/>
                </a:lnTo>
                <a:lnTo>
                  <a:pt x="1222" y="314"/>
                </a:lnTo>
                <a:lnTo>
                  <a:pt x="1222" y="315"/>
                </a:lnTo>
                <a:lnTo>
                  <a:pt x="1222" y="316"/>
                </a:lnTo>
                <a:lnTo>
                  <a:pt x="1221" y="318"/>
                </a:lnTo>
                <a:lnTo>
                  <a:pt x="1220" y="318"/>
                </a:lnTo>
                <a:lnTo>
                  <a:pt x="1219" y="319"/>
                </a:lnTo>
                <a:lnTo>
                  <a:pt x="1218" y="319"/>
                </a:lnTo>
                <a:lnTo>
                  <a:pt x="1218" y="320"/>
                </a:lnTo>
                <a:lnTo>
                  <a:pt x="1217" y="319"/>
                </a:lnTo>
                <a:lnTo>
                  <a:pt x="1216" y="319"/>
                </a:lnTo>
                <a:lnTo>
                  <a:pt x="1216" y="320"/>
                </a:lnTo>
                <a:lnTo>
                  <a:pt x="1216" y="321"/>
                </a:lnTo>
                <a:lnTo>
                  <a:pt x="1217" y="321"/>
                </a:lnTo>
                <a:lnTo>
                  <a:pt x="1217" y="322"/>
                </a:lnTo>
                <a:lnTo>
                  <a:pt x="1218" y="322"/>
                </a:lnTo>
                <a:lnTo>
                  <a:pt x="1218" y="321"/>
                </a:lnTo>
                <a:lnTo>
                  <a:pt x="1219" y="322"/>
                </a:lnTo>
                <a:lnTo>
                  <a:pt x="1220" y="323"/>
                </a:lnTo>
                <a:lnTo>
                  <a:pt x="1220" y="324"/>
                </a:lnTo>
                <a:lnTo>
                  <a:pt x="1222" y="324"/>
                </a:lnTo>
                <a:lnTo>
                  <a:pt x="1223" y="324"/>
                </a:lnTo>
                <a:lnTo>
                  <a:pt x="1224" y="324"/>
                </a:lnTo>
                <a:lnTo>
                  <a:pt x="1224" y="325"/>
                </a:lnTo>
                <a:lnTo>
                  <a:pt x="1223" y="325"/>
                </a:lnTo>
                <a:lnTo>
                  <a:pt x="1222" y="326"/>
                </a:lnTo>
                <a:lnTo>
                  <a:pt x="1222" y="327"/>
                </a:lnTo>
                <a:lnTo>
                  <a:pt x="1223" y="328"/>
                </a:lnTo>
                <a:lnTo>
                  <a:pt x="1223" y="329"/>
                </a:lnTo>
                <a:lnTo>
                  <a:pt x="1224" y="329"/>
                </a:lnTo>
                <a:lnTo>
                  <a:pt x="1223" y="330"/>
                </a:lnTo>
                <a:lnTo>
                  <a:pt x="1223" y="331"/>
                </a:lnTo>
                <a:lnTo>
                  <a:pt x="1222" y="332"/>
                </a:lnTo>
                <a:lnTo>
                  <a:pt x="1222" y="333"/>
                </a:lnTo>
                <a:lnTo>
                  <a:pt x="1221" y="334"/>
                </a:lnTo>
                <a:lnTo>
                  <a:pt x="1221" y="336"/>
                </a:lnTo>
                <a:lnTo>
                  <a:pt x="1222" y="336"/>
                </a:lnTo>
                <a:lnTo>
                  <a:pt x="1222" y="337"/>
                </a:lnTo>
                <a:lnTo>
                  <a:pt x="1222" y="339"/>
                </a:lnTo>
                <a:lnTo>
                  <a:pt x="1222" y="340"/>
                </a:lnTo>
                <a:lnTo>
                  <a:pt x="1222" y="342"/>
                </a:lnTo>
                <a:lnTo>
                  <a:pt x="1222" y="343"/>
                </a:lnTo>
                <a:lnTo>
                  <a:pt x="1222" y="344"/>
                </a:lnTo>
                <a:lnTo>
                  <a:pt x="1222" y="345"/>
                </a:lnTo>
                <a:lnTo>
                  <a:pt x="1222" y="346"/>
                </a:lnTo>
                <a:lnTo>
                  <a:pt x="1221" y="346"/>
                </a:lnTo>
                <a:lnTo>
                  <a:pt x="1219" y="346"/>
                </a:lnTo>
                <a:lnTo>
                  <a:pt x="1219" y="345"/>
                </a:lnTo>
                <a:lnTo>
                  <a:pt x="1218" y="344"/>
                </a:lnTo>
                <a:lnTo>
                  <a:pt x="1217" y="344"/>
                </a:lnTo>
                <a:lnTo>
                  <a:pt x="1216" y="344"/>
                </a:lnTo>
                <a:lnTo>
                  <a:pt x="1215" y="344"/>
                </a:lnTo>
                <a:lnTo>
                  <a:pt x="1214" y="344"/>
                </a:lnTo>
                <a:lnTo>
                  <a:pt x="1214" y="345"/>
                </a:lnTo>
                <a:lnTo>
                  <a:pt x="1214" y="344"/>
                </a:lnTo>
                <a:lnTo>
                  <a:pt x="1213" y="344"/>
                </a:lnTo>
                <a:lnTo>
                  <a:pt x="1212" y="343"/>
                </a:lnTo>
                <a:lnTo>
                  <a:pt x="1211" y="343"/>
                </a:lnTo>
                <a:lnTo>
                  <a:pt x="1211" y="344"/>
                </a:lnTo>
                <a:lnTo>
                  <a:pt x="1210" y="344"/>
                </a:lnTo>
                <a:lnTo>
                  <a:pt x="1209" y="343"/>
                </a:lnTo>
                <a:lnTo>
                  <a:pt x="1208" y="343"/>
                </a:lnTo>
                <a:lnTo>
                  <a:pt x="1207" y="343"/>
                </a:lnTo>
                <a:lnTo>
                  <a:pt x="1206" y="343"/>
                </a:lnTo>
                <a:lnTo>
                  <a:pt x="1206" y="344"/>
                </a:lnTo>
                <a:lnTo>
                  <a:pt x="1205" y="345"/>
                </a:lnTo>
                <a:lnTo>
                  <a:pt x="1204" y="345"/>
                </a:lnTo>
                <a:lnTo>
                  <a:pt x="1204" y="346"/>
                </a:lnTo>
                <a:lnTo>
                  <a:pt x="1203" y="346"/>
                </a:lnTo>
                <a:lnTo>
                  <a:pt x="1203" y="347"/>
                </a:lnTo>
                <a:lnTo>
                  <a:pt x="1202" y="347"/>
                </a:lnTo>
                <a:lnTo>
                  <a:pt x="1201" y="347"/>
                </a:lnTo>
                <a:lnTo>
                  <a:pt x="1201" y="348"/>
                </a:lnTo>
                <a:lnTo>
                  <a:pt x="1200" y="349"/>
                </a:lnTo>
                <a:lnTo>
                  <a:pt x="1199" y="349"/>
                </a:lnTo>
                <a:lnTo>
                  <a:pt x="1199" y="350"/>
                </a:lnTo>
                <a:lnTo>
                  <a:pt x="1199" y="351"/>
                </a:lnTo>
                <a:lnTo>
                  <a:pt x="1198" y="351"/>
                </a:lnTo>
                <a:lnTo>
                  <a:pt x="1198" y="352"/>
                </a:lnTo>
                <a:lnTo>
                  <a:pt x="1198" y="353"/>
                </a:lnTo>
                <a:lnTo>
                  <a:pt x="1199" y="354"/>
                </a:lnTo>
                <a:lnTo>
                  <a:pt x="1199" y="355"/>
                </a:lnTo>
                <a:lnTo>
                  <a:pt x="1199" y="356"/>
                </a:lnTo>
                <a:lnTo>
                  <a:pt x="1199" y="357"/>
                </a:lnTo>
                <a:lnTo>
                  <a:pt x="1199" y="358"/>
                </a:lnTo>
                <a:lnTo>
                  <a:pt x="1200" y="359"/>
                </a:lnTo>
                <a:lnTo>
                  <a:pt x="1201" y="359"/>
                </a:lnTo>
                <a:lnTo>
                  <a:pt x="1201" y="360"/>
                </a:lnTo>
                <a:lnTo>
                  <a:pt x="1202" y="360"/>
                </a:lnTo>
                <a:lnTo>
                  <a:pt x="1202" y="361"/>
                </a:lnTo>
                <a:lnTo>
                  <a:pt x="1202" y="362"/>
                </a:lnTo>
                <a:lnTo>
                  <a:pt x="1203" y="363"/>
                </a:lnTo>
                <a:lnTo>
                  <a:pt x="1203" y="364"/>
                </a:lnTo>
                <a:lnTo>
                  <a:pt x="1204" y="364"/>
                </a:lnTo>
                <a:lnTo>
                  <a:pt x="1205" y="364"/>
                </a:lnTo>
                <a:lnTo>
                  <a:pt x="1206" y="365"/>
                </a:lnTo>
                <a:lnTo>
                  <a:pt x="1205" y="366"/>
                </a:lnTo>
                <a:lnTo>
                  <a:pt x="1205" y="367"/>
                </a:lnTo>
                <a:lnTo>
                  <a:pt x="1205" y="368"/>
                </a:lnTo>
                <a:lnTo>
                  <a:pt x="1205" y="369"/>
                </a:lnTo>
                <a:lnTo>
                  <a:pt x="1206" y="369"/>
                </a:lnTo>
                <a:lnTo>
                  <a:pt x="1206" y="370"/>
                </a:lnTo>
                <a:lnTo>
                  <a:pt x="1206" y="371"/>
                </a:lnTo>
                <a:lnTo>
                  <a:pt x="1207" y="371"/>
                </a:lnTo>
                <a:lnTo>
                  <a:pt x="1208" y="372"/>
                </a:lnTo>
                <a:lnTo>
                  <a:pt x="1209" y="373"/>
                </a:lnTo>
                <a:lnTo>
                  <a:pt x="1209" y="374"/>
                </a:lnTo>
                <a:lnTo>
                  <a:pt x="1208" y="374"/>
                </a:lnTo>
                <a:lnTo>
                  <a:pt x="1207" y="374"/>
                </a:lnTo>
                <a:lnTo>
                  <a:pt x="1207" y="375"/>
                </a:lnTo>
                <a:lnTo>
                  <a:pt x="1206" y="374"/>
                </a:lnTo>
                <a:lnTo>
                  <a:pt x="1206" y="375"/>
                </a:lnTo>
                <a:lnTo>
                  <a:pt x="1205" y="375"/>
                </a:lnTo>
                <a:lnTo>
                  <a:pt x="1204" y="375"/>
                </a:lnTo>
                <a:lnTo>
                  <a:pt x="1203" y="375"/>
                </a:lnTo>
                <a:lnTo>
                  <a:pt x="1203" y="376"/>
                </a:lnTo>
                <a:lnTo>
                  <a:pt x="1202" y="376"/>
                </a:lnTo>
                <a:lnTo>
                  <a:pt x="1202" y="377"/>
                </a:lnTo>
                <a:lnTo>
                  <a:pt x="1203" y="378"/>
                </a:lnTo>
                <a:lnTo>
                  <a:pt x="1203" y="377"/>
                </a:lnTo>
                <a:lnTo>
                  <a:pt x="1204" y="377"/>
                </a:lnTo>
                <a:lnTo>
                  <a:pt x="1205" y="377"/>
                </a:lnTo>
                <a:lnTo>
                  <a:pt x="1206" y="376"/>
                </a:lnTo>
                <a:lnTo>
                  <a:pt x="1207" y="376"/>
                </a:lnTo>
                <a:lnTo>
                  <a:pt x="1207" y="377"/>
                </a:lnTo>
                <a:lnTo>
                  <a:pt x="1206" y="377"/>
                </a:lnTo>
                <a:lnTo>
                  <a:pt x="1206" y="378"/>
                </a:lnTo>
                <a:lnTo>
                  <a:pt x="1205" y="378"/>
                </a:lnTo>
                <a:lnTo>
                  <a:pt x="1204" y="379"/>
                </a:lnTo>
                <a:lnTo>
                  <a:pt x="1204" y="380"/>
                </a:lnTo>
                <a:lnTo>
                  <a:pt x="1203" y="380"/>
                </a:lnTo>
                <a:lnTo>
                  <a:pt x="1202" y="380"/>
                </a:lnTo>
                <a:lnTo>
                  <a:pt x="1201" y="379"/>
                </a:lnTo>
                <a:lnTo>
                  <a:pt x="1200" y="378"/>
                </a:lnTo>
                <a:lnTo>
                  <a:pt x="1199" y="377"/>
                </a:lnTo>
                <a:lnTo>
                  <a:pt x="1198" y="377"/>
                </a:lnTo>
                <a:lnTo>
                  <a:pt x="1197" y="377"/>
                </a:lnTo>
                <a:lnTo>
                  <a:pt x="1197" y="376"/>
                </a:lnTo>
                <a:lnTo>
                  <a:pt x="1196" y="376"/>
                </a:lnTo>
                <a:lnTo>
                  <a:pt x="1196" y="377"/>
                </a:lnTo>
                <a:lnTo>
                  <a:pt x="1195" y="376"/>
                </a:lnTo>
                <a:lnTo>
                  <a:pt x="1193" y="376"/>
                </a:lnTo>
                <a:lnTo>
                  <a:pt x="1192" y="376"/>
                </a:lnTo>
                <a:lnTo>
                  <a:pt x="1191" y="376"/>
                </a:lnTo>
                <a:lnTo>
                  <a:pt x="1190" y="376"/>
                </a:lnTo>
                <a:lnTo>
                  <a:pt x="1189" y="376"/>
                </a:lnTo>
                <a:lnTo>
                  <a:pt x="1188" y="375"/>
                </a:lnTo>
                <a:lnTo>
                  <a:pt x="1186" y="374"/>
                </a:lnTo>
                <a:lnTo>
                  <a:pt x="1185" y="373"/>
                </a:lnTo>
                <a:lnTo>
                  <a:pt x="1185" y="372"/>
                </a:lnTo>
                <a:lnTo>
                  <a:pt x="1184" y="372"/>
                </a:lnTo>
                <a:lnTo>
                  <a:pt x="1184" y="371"/>
                </a:lnTo>
                <a:lnTo>
                  <a:pt x="1184" y="372"/>
                </a:lnTo>
                <a:lnTo>
                  <a:pt x="1183" y="372"/>
                </a:lnTo>
                <a:lnTo>
                  <a:pt x="1183" y="371"/>
                </a:lnTo>
                <a:lnTo>
                  <a:pt x="1182" y="371"/>
                </a:lnTo>
                <a:lnTo>
                  <a:pt x="1182" y="372"/>
                </a:lnTo>
                <a:lnTo>
                  <a:pt x="1183" y="372"/>
                </a:lnTo>
                <a:lnTo>
                  <a:pt x="1183" y="373"/>
                </a:lnTo>
                <a:lnTo>
                  <a:pt x="1182" y="373"/>
                </a:lnTo>
                <a:lnTo>
                  <a:pt x="1181" y="372"/>
                </a:lnTo>
                <a:lnTo>
                  <a:pt x="1181" y="375"/>
                </a:lnTo>
                <a:lnTo>
                  <a:pt x="1181" y="376"/>
                </a:lnTo>
                <a:lnTo>
                  <a:pt x="1180" y="376"/>
                </a:lnTo>
                <a:lnTo>
                  <a:pt x="1180" y="377"/>
                </a:lnTo>
                <a:lnTo>
                  <a:pt x="1180" y="378"/>
                </a:lnTo>
                <a:lnTo>
                  <a:pt x="1180" y="379"/>
                </a:lnTo>
                <a:lnTo>
                  <a:pt x="1179" y="379"/>
                </a:lnTo>
                <a:lnTo>
                  <a:pt x="1178" y="379"/>
                </a:lnTo>
                <a:lnTo>
                  <a:pt x="1178" y="380"/>
                </a:lnTo>
                <a:lnTo>
                  <a:pt x="1178" y="381"/>
                </a:lnTo>
                <a:lnTo>
                  <a:pt x="1178" y="382"/>
                </a:lnTo>
                <a:lnTo>
                  <a:pt x="1178" y="383"/>
                </a:lnTo>
                <a:lnTo>
                  <a:pt x="1177" y="382"/>
                </a:lnTo>
                <a:lnTo>
                  <a:pt x="1176" y="383"/>
                </a:lnTo>
                <a:lnTo>
                  <a:pt x="1176" y="384"/>
                </a:lnTo>
                <a:lnTo>
                  <a:pt x="1176" y="385"/>
                </a:lnTo>
                <a:lnTo>
                  <a:pt x="1177" y="385"/>
                </a:lnTo>
                <a:lnTo>
                  <a:pt x="1177" y="386"/>
                </a:lnTo>
                <a:lnTo>
                  <a:pt x="1175" y="387"/>
                </a:lnTo>
                <a:lnTo>
                  <a:pt x="1175" y="388"/>
                </a:lnTo>
                <a:lnTo>
                  <a:pt x="1174" y="388"/>
                </a:lnTo>
                <a:lnTo>
                  <a:pt x="1173" y="389"/>
                </a:lnTo>
                <a:lnTo>
                  <a:pt x="1172" y="389"/>
                </a:lnTo>
                <a:lnTo>
                  <a:pt x="1171" y="388"/>
                </a:lnTo>
                <a:lnTo>
                  <a:pt x="1170" y="388"/>
                </a:lnTo>
                <a:lnTo>
                  <a:pt x="1169" y="388"/>
                </a:lnTo>
                <a:lnTo>
                  <a:pt x="1168" y="388"/>
                </a:lnTo>
                <a:lnTo>
                  <a:pt x="1167" y="387"/>
                </a:lnTo>
                <a:lnTo>
                  <a:pt x="1166" y="387"/>
                </a:lnTo>
                <a:lnTo>
                  <a:pt x="1165" y="387"/>
                </a:lnTo>
                <a:lnTo>
                  <a:pt x="1165" y="386"/>
                </a:lnTo>
                <a:lnTo>
                  <a:pt x="1164" y="386"/>
                </a:lnTo>
                <a:lnTo>
                  <a:pt x="1164" y="387"/>
                </a:lnTo>
                <a:lnTo>
                  <a:pt x="1163" y="387"/>
                </a:lnTo>
                <a:lnTo>
                  <a:pt x="1163" y="388"/>
                </a:lnTo>
                <a:lnTo>
                  <a:pt x="1163" y="389"/>
                </a:lnTo>
                <a:lnTo>
                  <a:pt x="1162" y="391"/>
                </a:lnTo>
                <a:lnTo>
                  <a:pt x="1162" y="392"/>
                </a:lnTo>
                <a:lnTo>
                  <a:pt x="1162" y="393"/>
                </a:lnTo>
                <a:lnTo>
                  <a:pt x="1162" y="394"/>
                </a:lnTo>
                <a:lnTo>
                  <a:pt x="1163" y="394"/>
                </a:lnTo>
                <a:lnTo>
                  <a:pt x="1164" y="394"/>
                </a:lnTo>
                <a:lnTo>
                  <a:pt x="1164" y="395"/>
                </a:lnTo>
                <a:lnTo>
                  <a:pt x="1165" y="396"/>
                </a:lnTo>
                <a:lnTo>
                  <a:pt x="1165" y="397"/>
                </a:lnTo>
                <a:lnTo>
                  <a:pt x="1164" y="399"/>
                </a:lnTo>
                <a:lnTo>
                  <a:pt x="1163" y="398"/>
                </a:lnTo>
                <a:lnTo>
                  <a:pt x="1162" y="399"/>
                </a:lnTo>
                <a:lnTo>
                  <a:pt x="1161" y="399"/>
                </a:lnTo>
                <a:lnTo>
                  <a:pt x="1161" y="400"/>
                </a:lnTo>
                <a:lnTo>
                  <a:pt x="1162" y="401"/>
                </a:lnTo>
                <a:lnTo>
                  <a:pt x="1164" y="402"/>
                </a:lnTo>
                <a:lnTo>
                  <a:pt x="1165" y="402"/>
                </a:lnTo>
                <a:lnTo>
                  <a:pt x="1166" y="402"/>
                </a:lnTo>
                <a:lnTo>
                  <a:pt x="1167" y="402"/>
                </a:lnTo>
                <a:lnTo>
                  <a:pt x="1168" y="403"/>
                </a:lnTo>
                <a:lnTo>
                  <a:pt x="1169" y="404"/>
                </a:lnTo>
                <a:lnTo>
                  <a:pt x="1170" y="404"/>
                </a:lnTo>
                <a:lnTo>
                  <a:pt x="1169" y="405"/>
                </a:lnTo>
                <a:lnTo>
                  <a:pt x="1170" y="406"/>
                </a:lnTo>
                <a:lnTo>
                  <a:pt x="1169" y="406"/>
                </a:lnTo>
                <a:lnTo>
                  <a:pt x="1169" y="407"/>
                </a:lnTo>
                <a:lnTo>
                  <a:pt x="1170" y="407"/>
                </a:lnTo>
                <a:lnTo>
                  <a:pt x="1170" y="408"/>
                </a:lnTo>
                <a:lnTo>
                  <a:pt x="1171" y="408"/>
                </a:lnTo>
                <a:lnTo>
                  <a:pt x="1171" y="409"/>
                </a:lnTo>
                <a:lnTo>
                  <a:pt x="1172" y="411"/>
                </a:lnTo>
                <a:lnTo>
                  <a:pt x="1173" y="412"/>
                </a:lnTo>
                <a:lnTo>
                  <a:pt x="1173" y="413"/>
                </a:lnTo>
                <a:lnTo>
                  <a:pt x="1172" y="413"/>
                </a:lnTo>
                <a:lnTo>
                  <a:pt x="1171" y="414"/>
                </a:lnTo>
                <a:lnTo>
                  <a:pt x="1170" y="414"/>
                </a:lnTo>
                <a:lnTo>
                  <a:pt x="1169" y="414"/>
                </a:lnTo>
                <a:lnTo>
                  <a:pt x="1168" y="414"/>
                </a:lnTo>
                <a:lnTo>
                  <a:pt x="1167" y="414"/>
                </a:lnTo>
                <a:lnTo>
                  <a:pt x="1167" y="415"/>
                </a:lnTo>
                <a:lnTo>
                  <a:pt x="1167" y="416"/>
                </a:lnTo>
                <a:lnTo>
                  <a:pt x="1167" y="417"/>
                </a:lnTo>
                <a:lnTo>
                  <a:pt x="1166" y="417"/>
                </a:lnTo>
                <a:lnTo>
                  <a:pt x="1165" y="417"/>
                </a:lnTo>
                <a:lnTo>
                  <a:pt x="1165" y="418"/>
                </a:lnTo>
                <a:lnTo>
                  <a:pt x="1165" y="417"/>
                </a:lnTo>
                <a:lnTo>
                  <a:pt x="1164" y="418"/>
                </a:lnTo>
                <a:lnTo>
                  <a:pt x="1164" y="419"/>
                </a:lnTo>
                <a:lnTo>
                  <a:pt x="1164" y="420"/>
                </a:lnTo>
                <a:lnTo>
                  <a:pt x="1163" y="420"/>
                </a:lnTo>
                <a:lnTo>
                  <a:pt x="1163" y="421"/>
                </a:lnTo>
                <a:lnTo>
                  <a:pt x="1163" y="422"/>
                </a:lnTo>
                <a:lnTo>
                  <a:pt x="1163" y="424"/>
                </a:lnTo>
                <a:lnTo>
                  <a:pt x="1162" y="424"/>
                </a:lnTo>
                <a:lnTo>
                  <a:pt x="1162" y="425"/>
                </a:lnTo>
                <a:lnTo>
                  <a:pt x="1161" y="425"/>
                </a:lnTo>
                <a:lnTo>
                  <a:pt x="1160" y="425"/>
                </a:lnTo>
                <a:lnTo>
                  <a:pt x="1160" y="426"/>
                </a:lnTo>
                <a:lnTo>
                  <a:pt x="1159" y="426"/>
                </a:lnTo>
                <a:lnTo>
                  <a:pt x="1158" y="426"/>
                </a:lnTo>
                <a:lnTo>
                  <a:pt x="1157" y="425"/>
                </a:lnTo>
                <a:lnTo>
                  <a:pt x="1156" y="425"/>
                </a:lnTo>
                <a:lnTo>
                  <a:pt x="1156" y="426"/>
                </a:lnTo>
                <a:lnTo>
                  <a:pt x="1156" y="427"/>
                </a:lnTo>
                <a:lnTo>
                  <a:pt x="1155" y="427"/>
                </a:lnTo>
                <a:lnTo>
                  <a:pt x="1154" y="427"/>
                </a:lnTo>
                <a:lnTo>
                  <a:pt x="1153" y="428"/>
                </a:lnTo>
                <a:lnTo>
                  <a:pt x="1152" y="428"/>
                </a:lnTo>
                <a:lnTo>
                  <a:pt x="1151" y="429"/>
                </a:lnTo>
                <a:lnTo>
                  <a:pt x="1151" y="430"/>
                </a:lnTo>
                <a:lnTo>
                  <a:pt x="1150" y="430"/>
                </a:lnTo>
                <a:lnTo>
                  <a:pt x="1150" y="429"/>
                </a:lnTo>
                <a:lnTo>
                  <a:pt x="1149" y="430"/>
                </a:lnTo>
                <a:lnTo>
                  <a:pt x="1148" y="430"/>
                </a:lnTo>
                <a:lnTo>
                  <a:pt x="1148" y="429"/>
                </a:lnTo>
                <a:lnTo>
                  <a:pt x="1148" y="430"/>
                </a:lnTo>
                <a:lnTo>
                  <a:pt x="1148" y="431"/>
                </a:lnTo>
                <a:lnTo>
                  <a:pt x="1147" y="431"/>
                </a:lnTo>
                <a:lnTo>
                  <a:pt x="1146" y="431"/>
                </a:lnTo>
                <a:lnTo>
                  <a:pt x="1146" y="432"/>
                </a:lnTo>
                <a:lnTo>
                  <a:pt x="1145" y="432"/>
                </a:lnTo>
                <a:lnTo>
                  <a:pt x="1144" y="433"/>
                </a:lnTo>
                <a:lnTo>
                  <a:pt x="1144" y="434"/>
                </a:lnTo>
                <a:lnTo>
                  <a:pt x="1143" y="435"/>
                </a:lnTo>
                <a:lnTo>
                  <a:pt x="1142" y="435"/>
                </a:lnTo>
                <a:lnTo>
                  <a:pt x="1143" y="436"/>
                </a:lnTo>
                <a:lnTo>
                  <a:pt x="1142" y="437"/>
                </a:lnTo>
                <a:lnTo>
                  <a:pt x="1142" y="438"/>
                </a:lnTo>
                <a:lnTo>
                  <a:pt x="1141" y="438"/>
                </a:lnTo>
                <a:lnTo>
                  <a:pt x="1141" y="439"/>
                </a:lnTo>
                <a:lnTo>
                  <a:pt x="1141" y="440"/>
                </a:lnTo>
                <a:lnTo>
                  <a:pt x="1141" y="441"/>
                </a:lnTo>
                <a:lnTo>
                  <a:pt x="1142" y="441"/>
                </a:lnTo>
                <a:lnTo>
                  <a:pt x="1142" y="442"/>
                </a:lnTo>
                <a:lnTo>
                  <a:pt x="1141" y="443"/>
                </a:lnTo>
                <a:lnTo>
                  <a:pt x="1141" y="442"/>
                </a:lnTo>
                <a:lnTo>
                  <a:pt x="1140" y="442"/>
                </a:lnTo>
                <a:lnTo>
                  <a:pt x="1139" y="442"/>
                </a:lnTo>
                <a:lnTo>
                  <a:pt x="1139" y="441"/>
                </a:lnTo>
                <a:lnTo>
                  <a:pt x="1138" y="441"/>
                </a:lnTo>
                <a:lnTo>
                  <a:pt x="1137" y="441"/>
                </a:lnTo>
                <a:lnTo>
                  <a:pt x="1137" y="442"/>
                </a:lnTo>
                <a:lnTo>
                  <a:pt x="1136" y="441"/>
                </a:lnTo>
                <a:lnTo>
                  <a:pt x="1135" y="441"/>
                </a:lnTo>
                <a:lnTo>
                  <a:pt x="1134" y="441"/>
                </a:lnTo>
                <a:lnTo>
                  <a:pt x="1135" y="441"/>
                </a:lnTo>
                <a:lnTo>
                  <a:pt x="1135" y="442"/>
                </a:lnTo>
                <a:lnTo>
                  <a:pt x="1134" y="442"/>
                </a:lnTo>
                <a:lnTo>
                  <a:pt x="1133" y="442"/>
                </a:lnTo>
                <a:lnTo>
                  <a:pt x="1132" y="442"/>
                </a:lnTo>
                <a:lnTo>
                  <a:pt x="1131" y="442"/>
                </a:lnTo>
                <a:lnTo>
                  <a:pt x="1130" y="442"/>
                </a:lnTo>
                <a:lnTo>
                  <a:pt x="1130" y="443"/>
                </a:lnTo>
                <a:lnTo>
                  <a:pt x="1130" y="444"/>
                </a:lnTo>
                <a:lnTo>
                  <a:pt x="1129" y="443"/>
                </a:lnTo>
                <a:lnTo>
                  <a:pt x="1129" y="444"/>
                </a:lnTo>
                <a:lnTo>
                  <a:pt x="1129" y="446"/>
                </a:lnTo>
                <a:lnTo>
                  <a:pt x="1130" y="446"/>
                </a:lnTo>
                <a:lnTo>
                  <a:pt x="1130" y="447"/>
                </a:lnTo>
                <a:lnTo>
                  <a:pt x="1129" y="447"/>
                </a:lnTo>
                <a:lnTo>
                  <a:pt x="1129" y="448"/>
                </a:lnTo>
                <a:lnTo>
                  <a:pt x="1130" y="448"/>
                </a:lnTo>
                <a:lnTo>
                  <a:pt x="1130" y="451"/>
                </a:lnTo>
                <a:lnTo>
                  <a:pt x="1129" y="451"/>
                </a:lnTo>
                <a:lnTo>
                  <a:pt x="1129" y="452"/>
                </a:lnTo>
                <a:lnTo>
                  <a:pt x="1129" y="453"/>
                </a:lnTo>
                <a:lnTo>
                  <a:pt x="1129" y="454"/>
                </a:lnTo>
                <a:lnTo>
                  <a:pt x="1129" y="455"/>
                </a:lnTo>
                <a:lnTo>
                  <a:pt x="1129" y="456"/>
                </a:lnTo>
                <a:lnTo>
                  <a:pt x="1129" y="457"/>
                </a:lnTo>
                <a:lnTo>
                  <a:pt x="1129" y="458"/>
                </a:lnTo>
                <a:lnTo>
                  <a:pt x="1129" y="459"/>
                </a:lnTo>
                <a:lnTo>
                  <a:pt x="1129" y="460"/>
                </a:lnTo>
                <a:lnTo>
                  <a:pt x="1129" y="461"/>
                </a:lnTo>
                <a:lnTo>
                  <a:pt x="1129" y="462"/>
                </a:lnTo>
                <a:lnTo>
                  <a:pt x="1130" y="463"/>
                </a:lnTo>
                <a:lnTo>
                  <a:pt x="1130" y="464"/>
                </a:lnTo>
                <a:lnTo>
                  <a:pt x="1129" y="464"/>
                </a:lnTo>
                <a:lnTo>
                  <a:pt x="1129" y="465"/>
                </a:lnTo>
                <a:lnTo>
                  <a:pt x="1129" y="466"/>
                </a:lnTo>
                <a:lnTo>
                  <a:pt x="1129" y="468"/>
                </a:lnTo>
                <a:lnTo>
                  <a:pt x="1129" y="469"/>
                </a:lnTo>
                <a:lnTo>
                  <a:pt x="1129" y="471"/>
                </a:lnTo>
                <a:lnTo>
                  <a:pt x="1130" y="471"/>
                </a:lnTo>
                <a:lnTo>
                  <a:pt x="1130" y="472"/>
                </a:lnTo>
                <a:lnTo>
                  <a:pt x="1130" y="473"/>
                </a:lnTo>
                <a:lnTo>
                  <a:pt x="1131" y="473"/>
                </a:lnTo>
                <a:lnTo>
                  <a:pt x="1132" y="474"/>
                </a:lnTo>
                <a:lnTo>
                  <a:pt x="1132" y="473"/>
                </a:lnTo>
                <a:lnTo>
                  <a:pt x="1132" y="474"/>
                </a:lnTo>
                <a:lnTo>
                  <a:pt x="1132" y="475"/>
                </a:lnTo>
                <a:lnTo>
                  <a:pt x="1133" y="475"/>
                </a:lnTo>
                <a:lnTo>
                  <a:pt x="1133" y="476"/>
                </a:lnTo>
                <a:lnTo>
                  <a:pt x="1134" y="476"/>
                </a:lnTo>
                <a:lnTo>
                  <a:pt x="1134" y="477"/>
                </a:lnTo>
                <a:lnTo>
                  <a:pt x="1135" y="477"/>
                </a:lnTo>
                <a:lnTo>
                  <a:pt x="1135" y="478"/>
                </a:lnTo>
                <a:lnTo>
                  <a:pt x="1136" y="478"/>
                </a:lnTo>
                <a:lnTo>
                  <a:pt x="1138" y="478"/>
                </a:lnTo>
                <a:lnTo>
                  <a:pt x="1139" y="478"/>
                </a:lnTo>
                <a:lnTo>
                  <a:pt x="1140" y="478"/>
                </a:lnTo>
                <a:lnTo>
                  <a:pt x="1141" y="478"/>
                </a:lnTo>
                <a:lnTo>
                  <a:pt x="1142" y="478"/>
                </a:lnTo>
                <a:lnTo>
                  <a:pt x="1143" y="478"/>
                </a:lnTo>
                <a:lnTo>
                  <a:pt x="1144" y="478"/>
                </a:lnTo>
                <a:lnTo>
                  <a:pt x="1145" y="478"/>
                </a:lnTo>
                <a:lnTo>
                  <a:pt x="1145" y="479"/>
                </a:lnTo>
                <a:lnTo>
                  <a:pt x="1146" y="480"/>
                </a:lnTo>
                <a:lnTo>
                  <a:pt x="1147" y="480"/>
                </a:lnTo>
                <a:lnTo>
                  <a:pt x="1148" y="480"/>
                </a:lnTo>
                <a:lnTo>
                  <a:pt x="1148" y="481"/>
                </a:lnTo>
                <a:lnTo>
                  <a:pt x="1149" y="482"/>
                </a:lnTo>
                <a:lnTo>
                  <a:pt x="1150" y="481"/>
                </a:lnTo>
                <a:lnTo>
                  <a:pt x="1150" y="482"/>
                </a:lnTo>
                <a:lnTo>
                  <a:pt x="1151" y="483"/>
                </a:lnTo>
                <a:lnTo>
                  <a:pt x="1152" y="484"/>
                </a:lnTo>
                <a:lnTo>
                  <a:pt x="1152" y="485"/>
                </a:lnTo>
                <a:lnTo>
                  <a:pt x="1151" y="485"/>
                </a:lnTo>
                <a:lnTo>
                  <a:pt x="1151" y="486"/>
                </a:lnTo>
                <a:lnTo>
                  <a:pt x="1152" y="487"/>
                </a:lnTo>
                <a:lnTo>
                  <a:pt x="1153" y="488"/>
                </a:lnTo>
                <a:lnTo>
                  <a:pt x="1154" y="489"/>
                </a:lnTo>
                <a:lnTo>
                  <a:pt x="1154" y="490"/>
                </a:lnTo>
                <a:lnTo>
                  <a:pt x="1155" y="490"/>
                </a:lnTo>
                <a:lnTo>
                  <a:pt x="1155" y="491"/>
                </a:lnTo>
                <a:lnTo>
                  <a:pt x="1155" y="492"/>
                </a:lnTo>
                <a:lnTo>
                  <a:pt x="1156" y="493"/>
                </a:lnTo>
                <a:lnTo>
                  <a:pt x="1156" y="494"/>
                </a:lnTo>
                <a:lnTo>
                  <a:pt x="1157" y="494"/>
                </a:lnTo>
                <a:lnTo>
                  <a:pt x="1158" y="494"/>
                </a:lnTo>
                <a:lnTo>
                  <a:pt x="1158" y="495"/>
                </a:lnTo>
                <a:lnTo>
                  <a:pt x="1160" y="497"/>
                </a:lnTo>
                <a:lnTo>
                  <a:pt x="1159" y="497"/>
                </a:lnTo>
                <a:lnTo>
                  <a:pt x="1158" y="498"/>
                </a:lnTo>
                <a:lnTo>
                  <a:pt x="1157" y="498"/>
                </a:lnTo>
                <a:lnTo>
                  <a:pt x="1156" y="498"/>
                </a:lnTo>
                <a:lnTo>
                  <a:pt x="1155" y="498"/>
                </a:lnTo>
                <a:lnTo>
                  <a:pt x="1154" y="498"/>
                </a:lnTo>
                <a:lnTo>
                  <a:pt x="1154" y="497"/>
                </a:lnTo>
                <a:lnTo>
                  <a:pt x="1153" y="497"/>
                </a:lnTo>
                <a:lnTo>
                  <a:pt x="1153" y="498"/>
                </a:lnTo>
                <a:lnTo>
                  <a:pt x="1152" y="499"/>
                </a:lnTo>
                <a:lnTo>
                  <a:pt x="1151" y="500"/>
                </a:lnTo>
                <a:lnTo>
                  <a:pt x="1151" y="501"/>
                </a:lnTo>
                <a:lnTo>
                  <a:pt x="1152" y="501"/>
                </a:lnTo>
                <a:lnTo>
                  <a:pt x="1151" y="502"/>
                </a:lnTo>
                <a:lnTo>
                  <a:pt x="1151" y="503"/>
                </a:lnTo>
                <a:lnTo>
                  <a:pt x="1150" y="503"/>
                </a:lnTo>
                <a:lnTo>
                  <a:pt x="1150" y="504"/>
                </a:lnTo>
                <a:lnTo>
                  <a:pt x="1150" y="505"/>
                </a:lnTo>
                <a:lnTo>
                  <a:pt x="1149" y="505"/>
                </a:lnTo>
                <a:lnTo>
                  <a:pt x="1148" y="505"/>
                </a:lnTo>
                <a:lnTo>
                  <a:pt x="1146" y="504"/>
                </a:lnTo>
                <a:lnTo>
                  <a:pt x="1145" y="504"/>
                </a:lnTo>
                <a:lnTo>
                  <a:pt x="1144" y="504"/>
                </a:lnTo>
                <a:lnTo>
                  <a:pt x="1144" y="503"/>
                </a:lnTo>
                <a:lnTo>
                  <a:pt x="1142" y="503"/>
                </a:lnTo>
                <a:lnTo>
                  <a:pt x="1142" y="504"/>
                </a:lnTo>
                <a:lnTo>
                  <a:pt x="1142" y="505"/>
                </a:lnTo>
                <a:lnTo>
                  <a:pt x="1142" y="506"/>
                </a:lnTo>
                <a:lnTo>
                  <a:pt x="1142" y="507"/>
                </a:lnTo>
                <a:lnTo>
                  <a:pt x="1141" y="507"/>
                </a:lnTo>
                <a:lnTo>
                  <a:pt x="1142" y="508"/>
                </a:lnTo>
                <a:lnTo>
                  <a:pt x="1142" y="509"/>
                </a:lnTo>
                <a:lnTo>
                  <a:pt x="1142" y="510"/>
                </a:lnTo>
                <a:lnTo>
                  <a:pt x="1141" y="510"/>
                </a:lnTo>
                <a:lnTo>
                  <a:pt x="1139" y="510"/>
                </a:lnTo>
                <a:lnTo>
                  <a:pt x="1138" y="510"/>
                </a:lnTo>
                <a:lnTo>
                  <a:pt x="1137" y="511"/>
                </a:lnTo>
                <a:lnTo>
                  <a:pt x="1138" y="511"/>
                </a:lnTo>
                <a:lnTo>
                  <a:pt x="1139" y="512"/>
                </a:lnTo>
                <a:lnTo>
                  <a:pt x="1139" y="513"/>
                </a:lnTo>
                <a:lnTo>
                  <a:pt x="1139" y="514"/>
                </a:lnTo>
                <a:lnTo>
                  <a:pt x="1138" y="514"/>
                </a:lnTo>
                <a:lnTo>
                  <a:pt x="1137" y="514"/>
                </a:lnTo>
                <a:lnTo>
                  <a:pt x="1138" y="515"/>
                </a:lnTo>
                <a:lnTo>
                  <a:pt x="1137" y="515"/>
                </a:lnTo>
                <a:lnTo>
                  <a:pt x="1137" y="516"/>
                </a:lnTo>
                <a:lnTo>
                  <a:pt x="1136" y="517"/>
                </a:lnTo>
                <a:lnTo>
                  <a:pt x="1135" y="516"/>
                </a:lnTo>
                <a:lnTo>
                  <a:pt x="1134" y="516"/>
                </a:lnTo>
                <a:lnTo>
                  <a:pt x="1133" y="516"/>
                </a:lnTo>
                <a:lnTo>
                  <a:pt x="1133" y="517"/>
                </a:lnTo>
                <a:lnTo>
                  <a:pt x="1132" y="517"/>
                </a:lnTo>
                <a:lnTo>
                  <a:pt x="1133" y="517"/>
                </a:lnTo>
                <a:lnTo>
                  <a:pt x="1133" y="518"/>
                </a:lnTo>
                <a:lnTo>
                  <a:pt x="1133" y="519"/>
                </a:lnTo>
                <a:lnTo>
                  <a:pt x="1133" y="520"/>
                </a:lnTo>
                <a:lnTo>
                  <a:pt x="1133" y="521"/>
                </a:lnTo>
                <a:lnTo>
                  <a:pt x="1132" y="521"/>
                </a:lnTo>
                <a:lnTo>
                  <a:pt x="1132" y="522"/>
                </a:lnTo>
                <a:lnTo>
                  <a:pt x="1131" y="522"/>
                </a:lnTo>
                <a:lnTo>
                  <a:pt x="1131" y="521"/>
                </a:lnTo>
                <a:lnTo>
                  <a:pt x="1130" y="521"/>
                </a:lnTo>
                <a:lnTo>
                  <a:pt x="1129" y="521"/>
                </a:lnTo>
                <a:lnTo>
                  <a:pt x="1129" y="520"/>
                </a:lnTo>
                <a:lnTo>
                  <a:pt x="1128" y="520"/>
                </a:lnTo>
                <a:lnTo>
                  <a:pt x="1127" y="520"/>
                </a:lnTo>
                <a:lnTo>
                  <a:pt x="1127" y="519"/>
                </a:lnTo>
                <a:lnTo>
                  <a:pt x="1126" y="520"/>
                </a:lnTo>
                <a:lnTo>
                  <a:pt x="1125" y="520"/>
                </a:lnTo>
                <a:lnTo>
                  <a:pt x="1124" y="518"/>
                </a:lnTo>
                <a:lnTo>
                  <a:pt x="1123" y="518"/>
                </a:lnTo>
                <a:lnTo>
                  <a:pt x="1122" y="518"/>
                </a:lnTo>
                <a:lnTo>
                  <a:pt x="1123" y="518"/>
                </a:lnTo>
                <a:lnTo>
                  <a:pt x="1123" y="519"/>
                </a:lnTo>
                <a:lnTo>
                  <a:pt x="1123" y="520"/>
                </a:lnTo>
                <a:lnTo>
                  <a:pt x="1122" y="520"/>
                </a:lnTo>
                <a:lnTo>
                  <a:pt x="1121" y="520"/>
                </a:lnTo>
                <a:lnTo>
                  <a:pt x="1119" y="520"/>
                </a:lnTo>
                <a:lnTo>
                  <a:pt x="1118" y="520"/>
                </a:lnTo>
                <a:lnTo>
                  <a:pt x="1117" y="520"/>
                </a:lnTo>
                <a:lnTo>
                  <a:pt x="1116" y="520"/>
                </a:lnTo>
                <a:lnTo>
                  <a:pt x="1116" y="521"/>
                </a:lnTo>
                <a:lnTo>
                  <a:pt x="1115" y="520"/>
                </a:lnTo>
                <a:lnTo>
                  <a:pt x="1115" y="521"/>
                </a:lnTo>
                <a:lnTo>
                  <a:pt x="1115" y="522"/>
                </a:lnTo>
                <a:lnTo>
                  <a:pt x="1114" y="522"/>
                </a:lnTo>
                <a:lnTo>
                  <a:pt x="1114" y="523"/>
                </a:lnTo>
                <a:lnTo>
                  <a:pt x="1114" y="524"/>
                </a:lnTo>
                <a:lnTo>
                  <a:pt x="1113" y="524"/>
                </a:lnTo>
                <a:lnTo>
                  <a:pt x="1113" y="525"/>
                </a:lnTo>
                <a:lnTo>
                  <a:pt x="1112" y="524"/>
                </a:lnTo>
                <a:lnTo>
                  <a:pt x="1112" y="523"/>
                </a:lnTo>
                <a:lnTo>
                  <a:pt x="1111" y="523"/>
                </a:lnTo>
                <a:lnTo>
                  <a:pt x="1111" y="524"/>
                </a:lnTo>
                <a:lnTo>
                  <a:pt x="1111" y="525"/>
                </a:lnTo>
                <a:lnTo>
                  <a:pt x="1110" y="524"/>
                </a:lnTo>
                <a:lnTo>
                  <a:pt x="1110" y="523"/>
                </a:lnTo>
                <a:lnTo>
                  <a:pt x="1111" y="523"/>
                </a:lnTo>
                <a:lnTo>
                  <a:pt x="1111" y="522"/>
                </a:lnTo>
                <a:lnTo>
                  <a:pt x="1110" y="522"/>
                </a:lnTo>
                <a:lnTo>
                  <a:pt x="1110" y="521"/>
                </a:lnTo>
                <a:lnTo>
                  <a:pt x="1109" y="521"/>
                </a:lnTo>
                <a:lnTo>
                  <a:pt x="1109" y="522"/>
                </a:lnTo>
                <a:lnTo>
                  <a:pt x="1108" y="522"/>
                </a:lnTo>
                <a:lnTo>
                  <a:pt x="1107" y="522"/>
                </a:lnTo>
                <a:lnTo>
                  <a:pt x="1106" y="522"/>
                </a:lnTo>
                <a:lnTo>
                  <a:pt x="1105" y="521"/>
                </a:lnTo>
                <a:lnTo>
                  <a:pt x="1105" y="520"/>
                </a:lnTo>
                <a:lnTo>
                  <a:pt x="1104" y="519"/>
                </a:lnTo>
                <a:lnTo>
                  <a:pt x="1105" y="518"/>
                </a:lnTo>
                <a:lnTo>
                  <a:pt x="1105" y="517"/>
                </a:lnTo>
                <a:lnTo>
                  <a:pt x="1104" y="517"/>
                </a:lnTo>
                <a:lnTo>
                  <a:pt x="1103" y="517"/>
                </a:lnTo>
                <a:lnTo>
                  <a:pt x="1102" y="516"/>
                </a:lnTo>
                <a:lnTo>
                  <a:pt x="1101" y="515"/>
                </a:lnTo>
                <a:lnTo>
                  <a:pt x="1100" y="515"/>
                </a:lnTo>
                <a:lnTo>
                  <a:pt x="1100" y="514"/>
                </a:lnTo>
                <a:lnTo>
                  <a:pt x="1099" y="514"/>
                </a:lnTo>
                <a:lnTo>
                  <a:pt x="1099" y="513"/>
                </a:lnTo>
                <a:lnTo>
                  <a:pt x="1098" y="513"/>
                </a:lnTo>
                <a:lnTo>
                  <a:pt x="1097" y="513"/>
                </a:lnTo>
                <a:lnTo>
                  <a:pt x="1096" y="513"/>
                </a:lnTo>
                <a:lnTo>
                  <a:pt x="1096" y="512"/>
                </a:lnTo>
                <a:lnTo>
                  <a:pt x="1095" y="512"/>
                </a:lnTo>
                <a:lnTo>
                  <a:pt x="1095" y="511"/>
                </a:lnTo>
                <a:lnTo>
                  <a:pt x="1094" y="512"/>
                </a:lnTo>
                <a:lnTo>
                  <a:pt x="1093" y="512"/>
                </a:lnTo>
                <a:lnTo>
                  <a:pt x="1093" y="513"/>
                </a:lnTo>
                <a:lnTo>
                  <a:pt x="1092" y="513"/>
                </a:lnTo>
                <a:lnTo>
                  <a:pt x="1090" y="513"/>
                </a:lnTo>
                <a:lnTo>
                  <a:pt x="1090" y="512"/>
                </a:lnTo>
                <a:lnTo>
                  <a:pt x="1090" y="511"/>
                </a:lnTo>
                <a:lnTo>
                  <a:pt x="1089" y="511"/>
                </a:lnTo>
                <a:lnTo>
                  <a:pt x="1088" y="511"/>
                </a:lnTo>
                <a:lnTo>
                  <a:pt x="1088" y="510"/>
                </a:lnTo>
                <a:lnTo>
                  <a:pt x="1086" y="510"/>
                </a:lnTo>
                <a:lnTo>
                  <a:pt x="1085" y="510"/>
                </a:lnTo>
                <a:lnTo>
                  <a:pt x="1083" y="510"/>
                </a:lnTo>
                <a:lnTo>
                  <a:pt x="1083" y="509"/>
                </a:lnTo>
                <a:lnTo>
                  <a:pt x="1082" y="509"/>
                </a:lnTo>
                <a:lnTo>
                  <a:pt x="1081" y="509"/>
                </a:lnTo>
                <a:lnTo>
                  <a:pt x="1080" y="508"/>
                </a:lnTo>
                <a:lnTo>
                  <a:pt x="1079" y="508"/>
                </a:lnTo>
                <a:lnTo>
                  <a:pt x="1078" y="508"/>
                </a:lnTo>
                <a:lnTo>
                  <a:pt x="1077" y="508"/>
                </a:lnTo>
                <a:lnTo>
                  <a:pt x="1076" y="508"/>
                </a:lnTo>
                <a:lnTo>
                  <a:pt x="1075" y="508"/>
                </a:lnTo>
                <a:lnTo>
                  <a:pt x="1075" y="507"/>
                </a:lnTo>
                <a:lnTo>
                  <a:pt x="1076" y="508"/>
                </a:lnTo>
                <a:lnTo>
                  <a:pt x="1076" y="507"/>
                </a:lnTo>
                <a:lnTo>
                  <a:pt x="1076" y="506"/>
                </a:lnTo>
                <a:lnTo>
                  <a:pt x="1075" y="506"/>
                </a:lnTo>
                <a:lnTo>
                  <a:pt x="1073" y="506"/>
                </a:lnTo>
                <a:lnTo>
                  <a:pt x="1073" y="505"/>
                </a:lnTo>
                <a:lnTo>
                  <a:pt x="1072" y="505"/>
                </a:lnTo>
                <a:lnTo>
                  <a:pt x="1071" y="505"/>
                </a:lnTo>
                <a:lnTo>
                  <a:pt x="1070" y="505"/>
                </a:lnTo>
                <a:lnTo>
                  <a:pt x="1070" y="504"/>
                </a:lnTo>
                <a:lnTo>
                  <a:pt x="1070" y="503"/>
                </a:lnTo>
                <a:lnTo>
                  <a:pt x="1068" y="503"/>
                </a:lnTo>
                <a:lnTo>
                  <a:pt x="1067" y="503"/>
                </a:lnTo>
                <a:lnTo>
                  <a:pt x="1067" y="502"/>
                </a:lnTo>
                <a:lnTo>
                  <a:pt x="1067" y="501"/>
                </a:lnTo>
                <a:lnTo>
                  <a:pt x="1067" y="500"/>
                </a:lnTo>
                <a:lnTo>
                  <a:pt x="1067" y="499"/>
                </a:lnTo>
                <a:lnTo>
                  <a:pt x="1066" y="499"/>
                </a:lnTo>
                <a:lnTo>
                  <a:pt x="1065" y="499"/>
                </a:lnTo>
                <a:lnTo>
                  <a:pt x="1064" y="499"/>
                </a:lnTo>
                <a:lnTo>
                  <a:pt x="1063" y="499"/>
                </a:lnTo>
                <a:lnTo>
                  <a:pt x="1063" y="500"/>
                </a:lnTo>
                <a:lnTo>
                  <a:pt x="1062" y="500"/>
                </a:lnTo>
                <a:lnTo>
                  <a:pt x="1062" y="501"/>
                </a:lnTo>
                <a:lnTo>
                  <a:pt x="1061" y="501"/>
                </a:lnTo>
                <a:lnTo>
                  <a:pt x="1061" y="500"/>
                </a:lnTo>
                <a:lnTo>
                  <a:pt x="1060" y="500"/>
                </a:lnTo>
                <a:lnTo>
                  <a:pt x="1060" y="499"/>
                </a:lnTo>
                <a:lnTo>
                  <a:pt x="1059" y="499"/>
                </a:lnTo>
                <a:lnTo>
                  <a:pt x="1058" y="500"/>
                </a:lnTo>
                <a:lnTo>
                  <a:pt x="1057" y="500"/>
                </a:lnTo>
                <a:lnTo>
                  <a:pt x="1057" y="499"/>
                </a:lnTo>
                <a:lnTo>
                  <a:pt x="1057" y="500"/>
                </a:lnTo>
                <a:lnTo>
                  <a:pt x="1056" y="500"/>
                </a:lnTo>
                <a:lnTo>
                  <a:pt x="1055" y="500"/>
                </a:lnTo>
                <a:lnTo>
                  <a:pt x="1054" y="500"/>
                </a:lnTo>
                <a:lnTo>
                  <a:pt x="1053" y="500"/>
                </a:lnTo>
                <a:lnTo>
                  <a:pt x="1053" y="499"/>
                </a:lnTo>
                <a:lnTo>
                  <a:pt x="1052" y="499"/>
                </a:lnTo>
                <a:lnTo>
                  <a:pt x="1052" y="500"/>
                </a:lnTo>
                <a:lnTo>
                  <a:pt x="1051" y="500"/>
                </a:lnTo>
                <a:lnTo>
                  <a:pt x="1051" y="499"/>
                </a:lnTo>
                <a:lnTo>
                  <a:pt x="1051" y="498"/>
                </a:lnTo>
                <a:lnTo>
                  <a:pt x="1050" y="498"/>
                </a:lnTo>
                <a:lnTo>
                  <a:pt x="1050" y="499"/>
                </a:lnTo>
                <a:lnTo>
                  <a:pt x="1049" y="498"/>
                </a:lnTo>
                <a:lnTo>
                  <a:pt x="1048" y="498"/>
                </a:lnTo>
                <a:lnTo>
                  <a:pt x="1048" y="497"/>
                </a:lnTo>
                <a:lnTo>
                  <a:pt x="1047" y="497"/>
                </a:lnTo>
                <a:lnTo>
                  <a:pt x="1047" y="496"/>
                </a:lnTo>
                <a:lnTo>
                  <a:pt x="1046" y="496"/>
                </a:lnTo>
                <a:lnTo>
                  <a:pt x="1046" y="495"/>
                </a:lnTo>
                <a:lnTo>
                  <a:pt x="1045" y="495"/>
                </a:lnTo>
                <a:lnTo>
                  <a:pt x="1044" y="495"/>
                </a:lnTo>
                <a:lnTo>
                  <a:pt x="1043" y="495"/>
                </a:lnTo>
                <a:lnTo>
                  <a:pt x="1042" y="495"/>
                </a:lnTo>
                <a:lnTo>
                  <a:pt x="1042" y="494"/>
                </a:lnTo>
                <a:lnTo>
                  <a:pt x="1041" y="494"/>
                </a:lnTo>
                <a:lnTo>
                  <a:pt x="1040" y="494"/>
                </a:lnTo>
                <a:lnTo>
                  <a:pt x="1039" y="495"/>
                </a:lnTo>
                <a:lnTo>
                  <a:pt x="1038" y="495"/>
                </a:lnTo>
                <a:lnTo>
                  <a:pt x="1037" y="495"/>
                </a:lnTo>
                <a:lnTo>
                  <a:pt x="1036" y="495"/>
                </a:lnTo>
                <a:lnTo>
                  <a:pt x="1036" y="496"/>
                </a:lnTo>
                <a:lnTo>
                  <a:pt x="1037" y="496"/>
                </a:lnTo>
                <a:lnTo>
                  <a:pt x="1036" y="497"/>
                </a:lnTo>
                <a:lnTo>
                  <a:pt x="1035" y="497"/>
                </a:lnTo>
                <a:lnTo>
                  <a:pt x="1035" y="499"/>
                </a:lnTo>
                <a:lnTo>
                  <a:pt x="1034" y="499"/>
                </a:lnTo>
                <a:lnTo>
                  <a:pt x="1032" y="500"/>
                </a:lnTo>
                <a:lnTo>
                  <a:pt x="1031" y="500"/>
                </a:lnTo>
                <a:lnTo>
                  <a:pt x="1031" y="501"/>
                </a:lnTo>
                <a:lnTo>
                  <a:pt x="1031" y="500"/>
                </a:lnTo>
                <a:lnTo>
                  <a:pt x="1030" y="500"/>
                </a:lnTo>
                <a:lnTo>
                  <a:pt x="1030" y="501"/>
                </a:lnTo>
                <a:lnTo>
                  <a:pt x="1030" y="502"/>
                </a:lnTo>
                <a:lnTo>
                  <a:pt x="1030" y="503"/>
                </a:lnTo>
                <a:lnTo>
                  <a:pt x="1029" y="503"/>
                </a:lnTo>
                <a:lnTo>
                  <a:pt x="1029" y="504"/>
                </a:lnTo>
                <a:lnTo>
                  <a:pt x="1029" y="505"/>
                </a:lnTo>
                <a:lnTo>
                  <a:pt x="1029" y="506"/>
                </a:lnTo>
                <a:lnTo>
                  <a:pt x="1028" y="506"/>
                </a:lnTo>
                <a:lnTo>
                  <a:pt x="1028" y="507"/>
                </a:lnTo>
                <a:lnTo>
                  <a:pt x="1029" y="507"/>
                </a:lnTo>
                <a:lnTo>
                  <a:pt x="1029" y="508"/>
                </a:lnTo>
                <a:lnTo>
                  <a:pt x="1029" y="509"/>
                </a:lnTo>
                <a:lnTo>
                  <a:pt x="1028" y="509"/>
                </a:lnTo>
                <a:lnTo>
                  <a:pt x="1028" y="510"/>
                </a:lnTo>
                <a:lnTo>
                  <a:pt x="1027" y="511"/>
                </a:lnTo>
                <a:lnTo>
                  <a:pt x="1027" y="512"/>
                </a:lnTo>
                <a:lnTo>
                  <a:pt x="1026" y="512"/>
                </a:lnTo>
                <a:lnTo>
                  <a:pt x="1026" y="513"/>
                </a:lnTo>
                <a:lnTo>
                  <a:pt x="1026" y="514"/>
                </a:lnTo>
                <a:lnTo>
                  <a:pt x="1025" y="514"/>
                </a:lnTo>
                <a:lnTo>
                  <a:pt x="1025" y="515"/>
                </a:lnTo>
                <a:lnTo>
                  <a:pt x="1026" y="516"/>
                </a:lnTo>
                <a:lnTo>
                  <a:pt x="1027" y="516"/>
                </a:lnTo>
                <a:lnTo>
                  <a:pt x="1027" y="517"/>
                </a:lnTo>
                <a:lnTo>
                  <a:pt x="1028" y="517"/>
                </a:lnTo>
                <a:lnTo>
                  <a:pt x="1029" y="517"/>
                </a:lnTo>
                <a:lnTo>
                  <a:pt x="1029" y="518"/>
                </a:lnTo>
                <a:lnTo>
                  <a:pt x="1030" y="519"/>
                </a:lnTo>
                <a:lnTo>
                  <a:pt x="1031" y="520"/>
                </a:lnTo>
                <a:lnTo>
                  <a:pt x="1031" y="521"/>
                </a:lnTo>
                <a:lnTo>
                  <a:pt x="1032" y="522"/>
                </a:lnTo>
                <a:lnTo>
                  <a:pt x="1032" y="523"/>
                </a:lnTo>
                <a:lnTo>
                  <a:pt x="1032" y="524"/>
                </a:lnTo>
                <a:lnTo>
                  <a:pt x="1033" y="524"/>
                </a:lnTo>
                <a:lnTo>
                  <a:pt x="1034" y="524"/>
                </a:lnTo>
                <a:lnTo>
                  <a:pt x="1035" y="525"/>
                </a:lnTo>
                <a:lnTo>
                  <a:pt x="1034" y="525"/>
                </a:lnTo>
                <a:lnTo>
                  <a:pt x="1034" y="526"/>
                </a:lnTo>
                <a:lnTo>
                  <a:pt x="1035" y="527"/>
                </a:lnTo>
                <a:lnTo>
                  <a:pt x="1035" y="528"/>
                </a:lnTo>
                <a:lnTo>
                  <a:pt x="1035" y="529"/>
                </a:lnTo>
                <a:lnTo>
                  <a:pt x="1036" y="530"/>
                </a:lnTo>
                <a:lnTo>
                  <a:pt x="1036" y="529"/>
                </a:lnTo>
                <a:lnTo>
                  <a:pt x="1037" y="529"/>
                </a:lnTo>
                <a:lnTo>
                  <a:pt x="1037" y="530"/>
                </a:lnTo>
                <a:lnTo>
                  <a:pt x="1037" y="531"/>
                </a:lnTo>
                <a:lnTo>
                  <a:pt x="1038" y="531"/>
                </a:lnTo>
                <a:lnTo>
                  <a:pt x="1038" y="532"/>
                </a:lnTo>
                <a:lnTo>
                  <a:pt x="1039" y="532"/>
                </a:lnTo>
                <a:lnTo>
                  <a:pt x="1039" y="533"/>
                </a:lnTo>
                <a:lnTo>
                  <a:pt x="1040" y="534"/>
                </a:lnTo>
                <a:lnTo>
                  <a:pt x="1040" y="535"/>
                </a:lnTo>
                <a:lnTo>
                  <a:pt x="1040" y="536"/>
                </a:lnTo>
                <a:lnTo>
                  <a:pt x="1041" y="536"/>
                </a:lnTo>
                <a:lnTo>
                  <a:pt x="1041" y="537"/>
                </a:lnTo>
                <a:lnTo>
                  <a:pt x="1042" y="538"/>
                </a:lnTo>
                <a:lnTo>
                  <a:pt x="1043" y="538"/>
                </a:lnTo>
                <a:lnTo>
                  <a:pt x="1043" y="539"/>
                </a:lnTo>
                <a:lnTo>
                  <a:pt x="1044" y="540"/>
                </a:lnTo>
                <a:lnTo>
                  <a:pt x="1044" y="541"/>
                </a:lnTo>
                <a:lnTo>
                  <a:pt x="1044" y="542"/>
                </a:lnTo>
                <a:lnTo>
                  <a:pt x="1045" y="542"/>
                </a:lnTo>
                <a:lnTo>
                  <a:pt x="1045" y="543"/>
                </a:lnTo>
                <a:lnTo>
                  <a:pt x="1045" y="544"/>
                </a:lnTo>
                <a:lnTo>
                  <a:pt x="1046" y="544"/>
                </a:lnTo>
                <a:lnTo>
                  <a:pt x="1047" y="544"/>
                </a:lnTo>
                <a:lnTo>
                  <a:pt x="1048" y="544"/>
                </a:lnTo>
                <a:lnTo>
                  <a:pt x="1049" y="544"/>
                </a:lnTo>
                <a:lnTo>
                  <a:pt x="1049" y="545"/>
                </a:lnTo>
                <a:lnTo>
                  <a:pt x="1050" y="545"/>
                </a:lnTo>
                <a:lnTo>
                  <a:pt x="1050" y="546"/>
                </a:lnTo>
                <a:lnTo>
                  <a:pt x="1051" y="547"/>
                </a:lnTo>
                <a:lnTo>
                  <a:pt x="1053" y="548"/>
                </a:lnTo>
                <a:lnTo>
                  <a:pt x="1054" y="548"/>
                </a:lnTo>
                <a:lnTo>
                  <a:pt x="1055" y="548"/>
                </a:lnTo>
                <a:lnTo>
                  <a:pt x="1056" y="547"/>
                </a:lnTo>
                <a:lnTo>
                  <a:pt x="1056" y="548"/>
                </a:lnTo>
                <a:lnTo>
                  <a:pt x="1057" y="548"/>
                </a:lnTo>
                <a:lnTo>
                  <a:pt x="1058" y="548"/>
                </a:lnTo>
                <a:lnTo>
                  <a:pt x="1058" y="549"/>
                </a:lnTo>
                <a:lnTo>
                  <a:pt x="1059" y="549"/>
                </a:lnTo>
                <a:lnTo>
                  <a:pt x="1060" y="549"/>
                </a:lnTo>
                <a:lnTo>
                  <a:pt x="1060" y="550"/>
                </a:lnTo>
                <a:lnTo>
                  <a:pt x="1060" y="551"/>
                </a:lnTo>
                <a:lnTo>
                  <a:pt x="1061" y="552"/>
                </a:lnTo>
                <a:lnTo>
                  <a:pt x="1062" y="553"/>
                </a:lnTo>
                <a:lnTo>
                  <a:pt x="1063" y="554"/>
                </a:lnTo>
                <a:lnTo>
                  <a:pt x="1063" y="555"/>
                </a:lnTo>
                <a:lnTo>
                  <a:pt x="1063" y="556"/>
                </a:lnTo>
                <a:lnTo>
                  <a:pt x="1063" y="557"/>
                </a:lnTo>
                <a:lnTo>
                  <a:pt x="1063" y="558"/>
                </a:lnTo>
                <a:lnTo>
                  <a:pt x="1063" y="559"/>
                </a:lnTo>
                <a:lnTo>
                  <a:pt x="1063" y="560"/>
                </a:lnTo>
                <a:lnTo>
                  <a:pt x="1063" y="559"/>
                </a:lnTo>
                <a:lnTo>
                  <a:pt x="1062" y="559"/>
                </a:lnTo>
                <a:lnTo>
                  <a:pt x="1062" y="560"/>
                </a:lnTo>
                <a:lnTo>
                  <a:pt x="1062" y="561"/>
                </a:lnTo>
                <a:lnTo>
                  <a:pt x="1061" y="561"/>
                </a:lnTo>
                <a:lnTo>
                  <a:pt x="1061" y="562"/>
                </a:lnTo>
                <a:lnTo>
                  <a:pt x="1061" y="563"/>
                </a:lnTo>
                <a:lnTo>
                  <a:pt x="1061" y="564"/>
                </a:lnTo>
                <a:lnTo>
                  <a:pt x="1061" y="565"/>
                </a:lnTo>
                <a:lnTo>
                  <a:pt x="1062" y="565"/>
                </a:lnTo>
                <a:lnTo>
                  <a:pt x="1062" y="566"/>
                </a:lnTo>
                <a:lnTo>
                  <a:pt x="1062" y="567"/>
                </a:lnTo>
                <a:lnTo>
                  <a:pt x="1061" y="567"/>
                </a:lnTo>
                <a:lnTo>
                  <a:pt x="1061" y="568"/>
                </a:lnTo>
                <a:lnTo>
                  <a:pt x="1062" y="568"/>
                </a:lnTo>
                <a:lnTo>
                  <a:pt x="1063" y="568"/>
                </a:lnTo>
                <a:lnTo>
                  <a:pt x="1062" y="568"/>
                </a:lnTo>
                <a:lnTo>
                  <a:pt x="1063" y="568"/>
                </a:lnTo>
                <a:lnTo>
                  <a:pt x="1063" y="567"/>
                </a:lnTo>
                <a:lnTo>
                  <a:pt x="1064" y="567"/>
                </a:lnTo>
                <a:lnTo>
                  <a:pt x="1065" y="567"/>
                </a:lnTo>
                <a:lnTo>
                  <a:pt x="1066" y="567"/>
                </a:lnTo>
                <a:lnTo>
                  <a:pt x="1067" y="565"/>
                </a:lnTo>
                <a:lnTo>
                  <a:pt x="1068" y="565"/>
                </a:lnTo>
                <a:lnTo>
                  <a:pt x="1068" y="566"/>
                </a:lnTo>
                <a:lnTo>
                  <a:pt x="1069" y="566"/>
                </a:lnTo>
                <a:lnTo>
                  <a:pt x="1070" y="567"/>
                </a:lnTo>
                <a:lnTo>
                  <a:pt x="1071" y="567"/>
                </a:lnTo>
                <a:lnTo>
                  <a:pt x="1072" y="568"/>
                </a:lnTo>
                <a:lnTo>
                  <a:pt x="1073" y="568"/>
                </a:lnTo>
                <a:lnTo>
                  <a:pt x="1074" y="568"/>
                </a:lnTo>
                <a:lnTo>
                  <a:pt x="1074" y="567"/>
                </a:lnTo>
                <a:lnTo>
                  <a:pt x="1074" y="568"/>
                </a:lnTo>
                <a:lnTo>
                  <a:pt x="1075" y="568"/>
                </a:lnTo>
                <a:lnTo>
                  <a:pt x="1076" y="568"/>
                </a:lnTo>
                <a:lnTo>
                  <a:pt x="1077" y="568"/>
                </a:lnTo>
                <a:lnTo>
                  <a:pt x="1077" y="569"/>
                </a:lnTo>
                <a:lnTo>
                  <a:pt x="1077" y="568"/>
                </a:lnTo>
                <a:lnTo>
                  <a:pt x="1078" y="568"/>
                </a:lnTo>
                <a:lnTo>
                  <a:pt x="1080" y="569"/>
                </a:lnTo>
                <a:lnTo>
                  <a:pt x="1081" y="569"/>
                </a:lnTo>
                <a:lnTo>
                  <a:pt x="1082" y="569"/>
                </a:lnTo>
                <a:lnTo>
                  <a:pt x="1083" y="569"/>
                </a:lnTo>
                <a:lnTo>
                  <a:pt x="1084" y="569"/>
                </a:lnTo>
                <a:lnTo>
                  <a:pt x="1084" y="568"/>
                </a:lnTo>
                <a:lnTo>
                  <a:pt x="1085" y="568"/>
                </a:lnTo>
                <a:lnTo>
                  <a:pt x="1085" y="567"/>
                </a:lnTo>
                <a:lnTo>
                  <a:pt x="1085" y="566"/>
                </a:lnTo>
                <a:lnTo>
                  <a:pt x="1085" y="565"/>
                </a:lnTo>
                <a:lnTo>
                  <a:pt x="1086" y="565"/>
                </a:lnTo>
                <a:lnTo>
                  <a:pt x="1086" y="566"/>
                </a:lnTo>
                <a:lnTo>
                  <a:pt x="1087" y="565"/>
                </a:lnTo>
                <a:lnTo>
                  <a:pt x="1088" y="565"/>
                </a:lnTo>
                <a:lnTo>
                  <a:pt x="1089" y="565"/>
                </a:lnTo>
                <a:lnTo>
                  <a:pt x="1090" y="564"/>
                </a:lnTo>
                <a:lnTo>
                  <a:pt x="1091" y="564"/>
                </a:lnTo>
                <a:lnTo>
                  <a:pt x="1092" y="564"/>
                </a:lnTo>
                <a:lnTo>
                  <a:pt x="1094" y="565"/>
                </a:lnTo>
                <a:lnTo>
                  <a:pt x="1095" y="564"/>
                </a:lnTo>
                <a:lnTo>
                  <a:pt x="1096" y="565"/>
                </a:lnTo>
                <a:lnTo>
                  <a:pt x="1096" y="566"/>
                </a:lnTo>
                <a:lnTo>
                  <a:pt x="1096" y="567"/>
                </a:lnTo>
                <a:lnTo>
                  <a:pt x="1097" y="567"/>
                </a:lnTo>
                <a:lnTo>
                  <a:pt x="1098" y="567"/>
                </a:lnTo>
                <a:lnTo>
                  <a:pt x="1098" y="566"/>
                </a:lnTo>
                <a:lnTo>
                  <a:pt x="1099" y="566"/>
                </a:lnTo>
                <a:lnTo>
                  <a:pt x="1099" y="567"/>
                </a:lnTo>
                <a:lnTo>
                  <a:pt x="1099" y="568"/>
                </a:lnTo>
                <a:lnTo>
                  <a:pt x="1099" y="569"/>
                </a:lnTo>
                <a:lnTo>
                  <a:pt x="1099" y="570"/>
                </a:lnTo>
                <a:lnTo>
                  <a:pt x="1100" y="570"/>
                </a:lnTo>
                <a:lnTo>
                  <a:pt x="1101" y="571"/>
                </a:lnTo>
                <a:lnTo>
                  <a:pt x="1101" y="572"/>
                </a:lnTo>
                <a:lnTo>
                  <a:pt x="1101" y="573"/>
                </a:lnTo>
                <a:lnTo>
                  <a:pt x="1102" y="573"/>
                </a:lnTo>
                <a:lnTo>
                  <a:pt x="1102" y="574"/>
                </a:lnTo>
                <a:lnTo>
                  <a:pt x="1101" y="574"/>
                </a:lnTo>
                <a:lnTo>
                  <a:pt x="1101" y="575"/>
                </a:lnTo>
                <a:lnTo>
                  <a:pt x="1101" y="576"/>
                </a:lnTo>
                <a:lnTo>
                  <a:pt x="1101" y="577"/>
                </a:lnTo>
                <a:lnTo>
                  <a:pt x="1101" y="578"/>
                </a:lnTo>
                <a:lnTo>
                  <a:pt x="1102" y="578"/>
                </a:lnTo>
                <a:lnTo>
                  <a:pt x="1102" y="579"/>
                </a:lnTo>
                <a:lnTo>
                  <a:pt x="1102" y="580"/>
                </a:lnTo>
                <a:lnTo>
                  <a:pt x="1102" y="581"/>
                </a:lnTo>
                <a:lnTo>
                  <a:pt x="1102" y="582"/>
                </a:lnTo>
                <a:lnTo>
                  <a:pt x="1102" y="584"/>
                </a:lnTo>
                <a:lnTo>
                  <a:pt x="1103" y="584"/>
                </a:lnTo>
                <a:lnTo>
                  <a:pt x="1103" y="585"/>
                </a:lnTo>
                <a:lnTo>
                  <a:pt x="1104" y="585"/>
                </a:lnTo>
                <a:lnTo>
                  <a:pt x="1105" y="584"/>
                </a:lnTo>
                <a:lnTo>
                  <a:pt x="1106" y="584"/>
                </a:lnTo>
                <a:lnTo>
                  <a:pt x="1107" y="584"/>
                </a:lnTo>
                <a:lnTo>
                  <a:pt x="1108" y="584"/>
                </a:lnTo>
                <a:lnTo>
                  <a:pt x="1109" y="584"/>
                </a:lnTo>
                <a:lnTo>
                  <a:pt x="1110" y="584"/>
                </a:lnTo>
                <a:lnTo>
                  <a:pt x="1111" y="585"/>
                </a:lnTo>
                <a:lnTo>
                  <a:pt x="1112" y="585"/>
                </a:lnTo>
                <a:lnTo>
                  <a:pt x="1112" y="584"/>
                </a:lnTo>
                <a:lnTo>
                  <a:pt x="1112" y="585"/>
                </a:lnTo>
                <a:lnTo>
                  <a:pt x="1113" y="584"/>
                </a:lnTo>
                <a:lnTo>
                  <a:pt x="1114" y="584"/>
                </a:lnTo>
                <a:lnTo>
                  <a:pt x="1114" y="583"/>
                </a:lnTo>
                <a:lnTo>
                  <a:pt x="1114" y="582"/>
                </a:lnTo>
                <a:lnTo>
                  <a:pt x="1115" y="582"/>
                </a:lnTo>
                <a:lnTo>
                  <a:pt x="1115" y="580"/>
                </a:lnTo>
                <a:lnTo>
                  <a:pt x="1116" y="580"/>
                </a:lnTo>
                <a:lnTo>
                  <a:pt x="1116" y="581"/>
                </a:lnTo>
                <a:lnTo>
                  <a:pt x="1116" y="582"/>
                </a:lnTo>
                <a:lnTo>
                  <a:pt x="1116" y="583"/>
                </a:lnTo>
                <a:lnTo>
                  <a:pt x="1116" y="584"/>
                </a:lnTo>
                <a:lnTo>
                  <a:pt x="1116" y="585"/>
                </a:lnTo>
                <a:lnTo>
                  <a:pt x="1116" y="586"/>
                </a:lnTo>
                <a:lnTo>
                  <a:pt x="1116" y="587"/>
                </a:lnTo>
                <a:lnTo>
                  <a:pt x="1115" y="588"/>
                </a:lnTo>
                <a:lnTo>
                  <a:pt x="1115" y="589"/>
                </a:lnTo>
                <a:lnTo>
                  <a:pt x="1116" y="589"/>
                </a:lnTo>
                <a:lnTo>
                  <a:pt x="1116" y="590"/>
                </a:lnTo>
                <a:lnTo>
                  <a:pt x="1115" y="590"/>
                </a:lnTo>
                <a:lnTo>
                  <a:pt x="1113" y="590"/>
                </a:lnTo>
                <a:lnTo>
                  <a:pt x="1112" y="590"/>
                </a:lnTo>
                <a:lnTo>
                  <a:pt x="1111" y="590"/>
                </a:lnTo>
                <a:lnTo>
                  <a:pt x="1110" y="590"/>
                </a:lnTo>
                <a:lnTo>
                  <a:pt x="1109" y="591"/>
                </a:lnTo>
                <a:lnTo>
                  <a:pt x="1109" y="592"/>
                </a:lnTo>
                <a:lnTo>
                  <a:pt x="1108" y="592"/>
                </a:lnTo>
                <a:lnTo>
                  <a:pt x="1108" y="594"/>
                </a:lnTo>
                <a:lnTo>
                  <a:pt x="1107" y="594"/>
                </a:lnTo>
                <a:lnTo>
                  <a:pt x="1107" y="595"/>
                </a:lnTo>
                <a:lnTo>
                  <a:pt x="1106" y="596"/>
                </a:lnTo>
                <a:lnTo>
                  <a:pt x="1106" y="597"/>
                </a:lnTo>
                <a:lnTo>
                  <a:pt x="1106" y="598"/>
                </a:lnTo>
                <a:lnTo>
                  <a:pt x="1105" y="599"/>
                </a:lnTo>
                <a:lnTo>
                  <a:pt x="1105" y="600"/>
                </a:lnTo>
                <a:lnTo>
                  <a:pt x="1105" y="601"/>
                </a:lnTo>
                <a:lnTo>
                  <a:pt x="1105" y="602"/>
                </a:lnTo>
                <a:lnTo>
                  <a:pt x="1105" y="603"/>
                </a:lnTo>
                <a:lnTo>
                  <a:pt x="1106" y="604"/>
                </a:lnTo>
                <a:lnTo>
                  <a:pt x="1107" y="604"/>
                </a:lnTo>
                <a:lnTo>
                  <a:pt x="1107" y="605"/>
                </a:lnTo>
                <a:lnTo>
                  <a:pt x="1108" y="605"/>
                </a:lnTo>
                <a:lnTo>
                  <a:pt x="1109" y="605"/>
                </a:lnTo>
                <a:lnTo>
                  <a:pt x="1110" y="605"/>
                </a:lnTo>
                <a:lnTo>
                  <a:pt x="1111" y="605"/>
                </a:lnTo>
                <a:lnTo>
                  <a:pt x="1111" y="606"/>
                </a:lnTo>
                <a:lnTo>
                  <a:pt x="1112" y="606"/>
                </a:lnTo>
                <a:lnTo>
                  <a:pt x="1113" y="607"/>
                </a:lnTo>
                <a:lnTo>
                  <a:pt x="1113" y="608"/>
                </a:lnTo>
                <a:lnTo>
                  <a:pt x="1112" y="609"/>
                </a:lnTo>
                <a:lnTo>
                  <a:pt x="1112" y="610"/>
                </a:lnTo>
                <a:lnTo>
                  <a:pt x="1112" y="611"/>
                </a:lnTo>
                <a:lnTo>
                  <a:pt x="1111" y="612"/>
                </a:lnTo>
                <a:lnTo>
                  <a:pt x="1111" y="613"/>
                </a:lnTo>
                <a:lnTo>
                  <a:pt x="1110" y="614"/>
                </a:lnTo>
                <a:lnTo>
                  <a:pt x="1109" y="614"/>
                </a:lnTo>
                <a:lnTo>
                  <a:pt x="1108" y="615"/>
                </a:lnTo>
                <a:lnTo>
                  <a:pt x="1107" y="615"/>
                </a:lnTo>
                <a:lnTo>
                  <a:pt x="1108" y="615"/>
                </a:lnTo>
                <a:lnTo>
                  <a:pt x="1108" y="616"/>
                </a:lnTo>
                <a:lnTo>
                  <a:pt x="1108" y="617"/>
                </a:lnTo>
                <a:lnTo>
                  <a:pt x="1107" y="618"/>
                </a:lnTo>
                <a:lnTo>
                  <a:pt x="1106" y="618"/>
                </a:lnTo>
                <a:lnTo>
                  <a:pt x="1105" y="619"/>
                </a:lnTo>
                <a:lnTo>
                  <a:pt x="1106" y="620"/>
                </a:lnTo>
                <a:lnTo>
                  <a:pt x="1106" y="621"/>
                </a:lnTo>
                <a:lnTo>
                  <a:pt x="1105" y="622"/>
                </a:lnTo>
                <a:lnTo>
                  <a:pt x="1105" y="623"/>
                </a:lnTo>
                <a:lnTo>
                  <a:pt x="1104" y="623"/>
                </a:lnTo>
                <a:lnTo>
                  <a:pt x="1104" y="624"/>
                </a:lnTo>
                <a:lnTo>
                  <a:pt x="1103" y="625"/>
                </a:lnTo>
                <a:lnTo>
                  <a:pt x="1102" y="625"/>
                </a:lnTo>
                <a:lnTo>
                  <a:pt x="1102" y="624"/>
                </a:lnTo>
                <a:lnTo>
                  <a:pt x="1101" y="624"/>
                </a:lnTo>
                <a:lnTo>
                  <a:pt x="1101" y="623"/>
                </a:lnTo>
                <a:lnTo>
                  <a:pt x="1100" y="623"/>
                </a:lnTo>
                <a:lnTo>
                  <a:pt x="1100" y="622"/>
                </a:lnTo>
                <a:lnTo>
                  <a:pt x="1099" y="621"/>
                </a:lnTo>
                <a:lnTo>
                  <a:pt x="1099" y="620"/>
                </a:lnTo>
                <a:lnTo>
                  <a:pt x="1098" y="620"/>
                </a:lnTo>
                <a:lnTo>
                  <a:pt x="1097" y="619"/>
                </a:lnTo>
                <a:lnTo>
                  <a:pt x="1097" y="618"/>
                </a:lnTo>
                <a:lnTo>
                  <a:pt x="1096" y="618"/>
                </a:lnTo>
                <a:lnTo>
                  <a:pt x="1095" y="618"/>
                </a:lnTo>
                <a:lnTo>
                  <a:pt x="1095" y="617"/>
                </a:lnTo>
                <a:lnTo>
                  <a:pt x="1094" y="617"/>
                </a:lnTo>
                <a:lnTo>
                  <a:pt x="1094" y="616"/>
                </a:lnTo>
                <a:lnTo>
                  <a:pt x="1093" y="616"/>
                </a:lnTo>
                <a:lnTo>
                  <a:pt x="1093" y="615"/>
                </a:lnTo>
                <a:lnTo>
                  <a:pt x="1092" y="615"/>
                </a:lnTo>
                <a:lnTo>
                  <a:pt x="1092" y="614"/>
                </a:lnTo>
                <a:lnTo>
                  <a:pt x="1091" y="614"/>
                </a:lnTo>
                <a:lnTo>
                  <a:pt x="1091" y="613"/>
                </a:lnTo>
                <a:lnTo>
                  <a:pt x="1090" y="612"/>
                </a:lnTo>
                <a:lnTo>
                  <a:pt x="1089" y="612"/>
                </a:lnTo>
                <a:lnTo>
                  <a:pt x="1088" y="612"/>
                </a:lnTo>
                <a:lnTo>
                  <a:pt x="1087" y="612"/>
                </a:lnTo>
                <a:lnTo>
                  <a:pt x="1086" y="612"/>
                </a:lnTo>
                <a:lnTo>
                  <a:pt x="1085" y="612"/>
                </a:lnTo>
                <a:lnTo>
                  <a:pt x="1084" y="612"/>
                </a:lnTo>
                <a:lnTo>
                  <a:pt x="1083" y="612"/>
                </a:lnTo>
                <a:lnTo>
                  <a:pt x="1082" y="612"/>
                </a:lnTo>
                <a:lnTo>
                  <a:pt x="1082" y="613"/>
                </a:lnTo>
                <a:lnTo>
                  <a:pt x="1082" y="614"/>
                </a:lnTo>
                <a:lnTo>
                  <a:pt x="1081" y="614"/>
                </a:lnTo>
                <a:lnTo>
                  <a:pt x="1082" y="614"/>
                </a:lnTo>
                <a:lnTo>
                  <a:pt x="1082" y="615"/>
                </a:lnTo>
                <a:lnTo>
                  <a:pt x="1082" y="616"/>
                </a:lnTo>
                <a:lnTo>
                  <a:pt x="1082" y="617"/>
                </a:lnTo>
                <a:lnTo>
                  <a:pt x="1081" y="618"/>
                </a:lnTo>
                <a:lnTo>
                  <a:pt x="1082" y="618"/>
                </a:lnTo>
                <a:lnTo>
                  <a:pt x="1082" y="619"/>
                </a:lnTo>
                <a:lnTo>
                  <a:pt x="1081" y="620"/>
                </a:lnTo>
                <a:lnTo>
                  <a:pt x="1080" y="619"/>
                </a:lnTo>
                <a:lnTo>
                  <a:pt x="1080" y="618"/>
                </a:lnTo>
                <a:lnTo>
                  <a:pt x="1079" y="618"/>
                </a:lnTo>
                <a:lnTo>
                  <a:pt x="1079" y="617"/>
                </a:lnTo>
                <a:lnTo>
                  <a:pt x="1078" y="617"/>
                </a:lnTo>
                <a:lnTo>
                  <a:pt x="1078" y="616"/>
                </a:lnTo>
                <a:lnTo>
                  <a:pt x="1078" y="615"/>
                </a:lnTo>
                <a:lnTo>
                  <a:pt x="1077" y="615"/>
                </a:lnTo>
                <a:lnTo>
                  <a:pt x="1077" y="614"/>
                </a:lnTo>
                <a:lnTo>
                  <a:pt x="1077" y="613"/>
                </a:lnTo>
                <a:lnTo>
                  <a:pt x="1076" y="613"/>
                </a:lnTo>
                <a:lnTo>
                  <a:pt x="1076" y="612"/>
                </a:lnTo>
                <a:lnTo>
                  <a:pt x="1076" y="611"/>
                </a:lnTo>
                <a:lnTo>
                  <a:pt x="1075" y="611"/>
                </a:lnTo>
                <a:lnTo>
                  <a:pt x="1074" y="610"/>
                </a:lnTo>
                <a:lnTo>
                  <a:pt x="1073" y="609"/>
                </a:lnTo>
                <a:lnTo>
                  <a:pt x="1072" y="608"/>
                </a:lnTo>
                <a:lnTo>
                  <a:pt x="1071" y="608"/>
                </a:lnTo>
                <a:lnTo>
                  <a:pt x="1070" y="608"/>
                </a:lnTo>
                <a:lnTo>
                  <a:pt x="1069" y="608"/>
                </a:lnTo>
                <a:lnTo>
                  <a:pt x="1068" y="608"/>
                </a:lnTo>
                <a:lnTo>
                  <a:pt x="1067" y="608"/>
                </a:lnTo>
                <a:lnTo>
                  <a:pt x="1067" y="607"/>
                </a:lnTo>
                <a:lnTo>
                  <a:pt x="1066" y="608"/>
                </a:lnTo>
                <a:lnTo>
                  <a:pt x="1066" y="609"/>
                </a:lnTo>
                <a:lnTo>
                  <a:pt x="1065" y="609"/>
                </a:lnTo>
                <a:lnTo>
                  <a:pt x="1065" y="608"/>
                </a:lnTo>
                <a:lnTo>
                  <a:pt x="1063" y="608"/>
                </a:lnTo>
                <a:lnTo>
                  <a:pt x="1062" y="608"/>
                </a:lnTo>
                <a:lnTo>
                  <a:pt x="1062" y="609"/>
                </a:lnTo>
                <a:lnTo>
                  <a:pt x="1062" y="610"/>
                </a:lnTo>
                <a:lnTo>
                  <a:pt x="1061" y="610"/>
                </a:lnTo>
                <a:lnTo>
                  <a:pt x="1060" y="610"/>
                </a:lnTo>
                <a:lnTo>
                  <a:pt x="1060" y="611"/>
                </a:lnTo>
                <a:lnTo>
                  <a:pt x="1059" y="611"/>
                </a:lnTo>
                <a:lnTo>
                  <a:pt x="1059" y="612"/>
                </a:lnTo>
                <a:lnTo>
                  <a:pt x="1058" y="612"/>
                </a:lnTo>
                <a:lnTo>
                  <a:pt x="1058" y="613"/>
                </a:lnTo>
                <a:lnTo>
                  <a:pt x="1057" y="613"/>
                </a:lnTo>
                <a:lnTo>
                  <a:pt x="1057" y="615"/>
                </a:lnTo>
                <a:lnTo>
                  <a:pt x="1057" y="616"/>
                </a:lnTo>
                <a:lnTo>
                  <a:pt x="1058" y="616"/>
                </a:lnTo>
                <a:lnTo>
                  <a:pt x="1059" y="616"/>
                </a:lnTo>
                <a:lnTo>
                  <a:pt x="1059" y="617"/>
                </a:lnTo>
                <a:lnTo>
                  <a:pt x="1058" y="617"/>
                </a:lnTo>
                <a:lnTo>
                  <a:pt x="1058" y="618"/>
                </a:lnTo>
                <a:lnTo>
                  <a:pt x="1058" y="619"/>
                </a:lnTo>
                <a:lnTo>
                  <a:pt x="1059" y="619"/>
                </a:lnTo>
                <a:lnTo>
                  <a:pt x="1059" y="620"/>
                </a:lnTo>
                <a:lnTo>
                  <a:pt x="1060" y="620"/>
                </a:lnTo>
                <a:lnTo>
                  <a:pt x="1061" y="620"/>
                </a:lnTo>
                <a:lnTo>
                  <a:pt x="1060" y="621"/>
                </a:lnTo>
                <a:lnTo>
                  <a:pt x="1060" y="622"/>
                </a:lnTo>
                <a:lnTo>
                  <a:pt x="1060" y="623"/>
                </a:lnTo>
                <a:lnTo>
                  <a:pt x="1061" y="623"/>
                </a:lnTo>
                <a:lnTo>
                  <a:pt x="1061" y="624"/>
                </a:lnTo>
                <a:lnTo>
                  <a:pt x="1061" y="625"/>
                </a:lnTo>
                <a:lnTo>
                  <a:pt x="1061" y="626"/>
                </a:lnTo>
                <a:lnTo>
                  <a:pt x="1060" y="626"/>
                </a:lnTo>
                <a:lnTo>
                  <a:pt x="1059" y="626"/>
                </a:lnTo>
                <a:lnTo>
                  <a:pt x="1059" y="627"/>
                </a:lnTo>
                <a:lnTo>
                  <a:pt x="1059" y="628"/>
                </a:lnTo>
                <a:lnTo>
                  <a:pt x="1059" y="629"/>
                </a:lnTo>
                <a:lnTo>
                  <a:pt x="1059" y="630"/>
                </a:lnTo>
                <a:lnTo>
                  <a:pt x="1061" y="630"/>
                </a:lnTo>
                <a:lnTo>
                  <a:pt x="1062" y="630"/>
                </a:lnTo>
                <a:lnTo>
                  <a:pt x="1062" y="631"/>
                </a:lnTo>
                <a:lnTo>
                  <a:pt x="1063" y="631"/>
                </a:lnTo>
                <a:lnTo>
                  <a:pt x="1062" y="631"/>
                </a:lnTo>
                <a:lnTo>
                  <a:pt x="1062" y="632"/>
                </a:lnTo>
                <a:lnTo>
                  <a:pt x="1063" y="632"/>
                </a:lnTo>
                <a:lnTo>
                  <a:pt x="1063" y="633"/>
                </a:lnTo>
                <a:lnTo>
                  <a:pt x="1062" y="633"/>
                </a:lnTo>
                <a:lnTo>
                  <a:pt x="1062" y="634"/>
                </a:lnTo>
                <a:lnTo>
                  <a:pt x="1062" y="635"/>
                </a:lnTo>
                <a:lnTo>
                  <a:pt x="1062" y="636"/>
                </a:lnTo>
                <a:lnTo>
                  <a:pt x="1063" y="637"/>
                </a:lnTo>
                <a:lnTo>
                  <a:pt x="1062" y="637"/>
                </a:lnTo>
                <a:lnTo>
                  <a:pt x="1061" y="637"/>
                </a:lnTo>
                <a:lnTo>
                  <a:pt x="1059" y="637"/>
                </a:lnTo>
                <a:lnTo>
                  <a:pt x="1058" y="636"/>
                </a:lnTo>
                <a:lnTo>
                  <a:pt x="1058" y="637"/>
                </a:lnTo>
                <a:lnTo>
                  <a:pt x="1058" y="638"/>
                </a:lnTo>
                <a:lnTo>
                  <a:pt x="1058" y="640"/>
                </a:lnTo>
                <a:lnTo>
                  <a:pt x="1058" y="641"/>
                </a:lnTo>
                <a:lnTo>
                  <a:pt x="1058" y="642"/>
                </a:lnTo>
                <a:lnTo>
                  <a:pt x="1058" y="643"/>
                </a:lnTo>
                <a:lnTo>
                  <a:pt x="1057" y="644"/>
                </a:lnTo>
                <a:lnTo>
                  <a:pt x="1058" y="645"/>
                </a:lnTo>
                <a:lnTo>
                  <a:pt x="1059" y="645"/>
                </a:lnTo>
                <a:lnTo>
                  <a:pt x="1060" y="645"/>
                </a:lnTo>
                <a:lnTo>
                  <a:pt x="1061" y="645"/>
                </a:lnTo>
                <a:lnTo>
                  <a:pt x="1061" y="646"/>
                </a:lnTo>
                <a:lnTo>
                  <a:pt x="1062" y="646"/>
                </a:lnTo>
                <a:lnTo>
                  <a:pt x="1063" y="647"/>
                </a:lnTo>
                <a:lnTo>
                  <a:pt x="1063" y="648"/>
                </a:lnTo>
                <a:lnTo>
                  <a:pt x="1064" y="648"/>
                </a:lnTo>
                <a:lnTo>
                  <a:pt x="1064" y="649"/>
                </a:lnTo>
                <a:lnTo>
                  <a:pt x="1065" y="649"/>
                </a:lnTo>
                <a:lnTo>
                  <a:pt x="1064" y="649"/>
                </a:lnTo>
                <a:lnTo>
                  <a:pt x="1065" y="649"/>
                </a:lnTo>
                <a:lnTo>
                  <a:pt x="1066" y="649"/>
                </a:lnTo>
                <a:lnTo>
                  <a:pt x="1066" y="650"/>
                </a:lnTo>
                <a:lnTo>
                  <a:pt x="1066" y="651"/>
                </a:lnTo>
                <a:lnTo>
                  <a:pt x="1066" y="652"/>
                </a:lnTo>
                <a:lnTo>
                  <a:pt x="1067" y="652"/>
                </a:lnTo>
                <a:lnTo>
                  <a:pt x="1067" y="653"/>
                </a:lnTo>
                <a:lnTo>
                  <a:pt x="1068" y="653"/>
                </a:lnTo>
                <a:lnTo>
                  <a:pt x="1067" y="654"/>
                </a:lnTo>
                <a:lnTo>
                  <a:pt x="1067" y="655"/>
                </a:lnTo>
                <a:lnTo>
                  <a:pt x="1067" y="656"/>
                </a:lnTo>
                <a:lnTo>
                  <a:pt x="1067" y="657"/>
                </a:lnTo>
                <a:lnTo>
                  <a:pt x="1067" y="658"/>
                </a:lnTo>
                <a:lnTo>
                  <a:pt x="1066" y="659"/>
                </a:lnTo>
                <a:lnTo>
                  <a:pt x="1067" y="659"/>
                </a:lnTo>
                <a:lnTo>
                  <a:pt x="1067" y="660"/>
                </a:lnTo>
                <a:lnTo>
                  <a:pt x="1066" y="661"/>
                </a:lnTo>
                <a:lnTo>
                  <a:pt x="1066" y="662"/>
                </a:lnTo>
                <a:lnTo>
                  <a:pt x="1067" y="662"/>
                </a:lnTo>
                <a:lnTo>
                  <a:pt x="1066" y="662"/>
                </a:lnTo>
                <a:lnTo>
                  <a:pt x="1066" y="663"/>
                </a:lnTo>
                <a:lnTo>
                  <a:pt x="1066" y="664"/>
                </a:lnTo>
                <a:lnTo>
                  <a:pt x="1065" y="665"/>
                </a:lnTo>
                <a:lnTo>
                  <a:pt x="1065" y="666"/>
                </a:lnTo>
                <a:lnTo>
                  <a:pt x="1064" y="666"/>
                </a:lnTo>
                <a:lnTo>
                  <a:pt x="1064" y="667"/>
                </a:lnTo>
                <a:lnTo>
                  <a:pt x="1063" y="668"/>
                </a:lnTo>
                <a:lnTo>
                  <a:pt x="1062" y="668"/>
                </a:lnTo>
                <a:lnTo>
                  <a:pt x="1062" y="669"/>
                </a:lnTo>
                <a:lnTo>
                  <a:pt x="1061" y="669"/>
                </a:lnTo>
                <a:lnTo>
                  <a:pt x="1060" y="670"/>
                </a:lnTo>
                <a:lnTo>
                  <a:pt x="1059" y="670"/>
                </a:lnTo>
                <a:lnTo>
                  <a:pt x="1058" y="670"/>
                </a:lnTo>
                <a:lnTo>
                  <a:pt x="1057" y="671"/>
                </a:lnTo>
                <a:lnTo>
                  <a:pt x="1057" y="672"/>
                </a:lnTo>
                <a:lnTo>
                  <a:pt x="1057" y="673"/>
                </a:lnTo>
                <a:lnTo>
                  <a:pt x="1056" y="673"/>
                </a:lnTo>
                <a:lnTo>
                  <a:pt x="1056" y="672"/>
                </a:lnTo>
                <a:lnTo>
                  <a:pt x="1056" y="671"/>
                </a:lnTo>
                <a:lnTo>
                  <a:pt x="1056" y="670"/>
                </a:lnTo>
                <a:lnTo>
                  <a:pt x="1056" y="669"/>
                </a:lnTo>
                <a:lnTo>
                  <a:pt x="1055" y="669"/>
                </a:lnTo>
                <a:lnTo>
                  <a:pt x="1054" y="669"/>
                </a:lnTo>
                <a:lnTo>
                  <a:pt x="1053" y="668"/>
                </a:lnTo>
                <a:lnTo>
                  <a:pt x="1052" y="668"/>
                </a:lnTo>
                <a:lnTo>
                  <a:pt x="1051" y="669"/>
                </a:lnTo>
                <a:lnTo>
                  <a:pt x="1050" y="669"/>
                </a:lnTo>
                <a:lnTo>
                  <a:pt x="1049" y="670"/>
                </a:lnTo>
                <a:lnTo>
                  <a:pt x="1048" y="671"/>
                </a:lnTo>
                <a:lnTo>
                  <a:pt x="1048" y="672"/>
                </a:lnTo>
                <a:lnTo>
                  <a:pt x="1047" y="672"/>
                </a:lnTo>
                <a:lnTo>
                  <a:pt x="1047" y="673"/>
                </a:lnTo>
                <a:lnTo>
                  <a:pt x="1046" y="673"/>
                </a:lnTo>
                <a:lnTo>
                  <a:pt x="1045" y="673"/>
                </a:lnTo>
                <a:lnTo>
                  <a:pt x="1045" y="674"/>
                </a:lnTo>
                <a:lnTo>
                  <a:pt x="1045" y="673"/>
                </a:lnTo>
                <a:lnTo>
                  <a:pt x="1044" y="674"/>
                </a:lnTo>
                <a:lnTo>
                  <a:pt x="1043" y="674"/>
                </a:lnTo>
                <a:lnTo>
                  <a:pt x="1042" y="674"/>
                </a:lnTo>
                <a:lnTo>
                  <a:pt x="1042" y="675"/>
                </a:lnTo>
                <a:lnTo>
                  <a:pt x="1040" y="676"/>
                </a:lnTo>
                <a:lnTo>
                  <a:pt x="1039" y="676"/>
                </a:lnTo>
                <a:lnTo>
                  <a:pt x="1039" y="675"/>
                </a:lnTo>
                <a:lnTo>
                  <a:pt x="1038" y="674"/>
                </a:lnTo>
                <a:lnTo>
                  <a:pt x="1038" y="675"/>
                </a:lnTo>
                <a:lnTo>
                  <a:pt x="1037" y="675"/>
                </a:lnTo>
                <a:lnTo>
                  <a:pt x="1037" y="674"/>
                </a:lnTo>
                <a:lnTo>
                  <a:pt x="1036" y="674"/>
                </a:lnTo>
                <a:lnTo>
                  <a:pt x="1036" y="673"/>
                </a:lnTo>
                <a:lnTo>
                  <a:pt x="1035" y="673"/>
                </a:lnTo>
                <a:lnTo>
                  <a:pt x="1035" y="672"/>
                </a:lnTo>
                <a:lnTo>
                  <a:pt x="1034" y="672"/>
                </a:lnTo>
                <a:lnTo>
                  <a:pt x="1034" y="673"/>
                </a:lnTo>
                <a:lnTo>
                  <a:pt x="1034" y="672"/>
                </a:lnTo>
                <a:lnTo>
                  <a:pt x="1033" y="672"/>
                </a:lnTo>
                <a:lnTo>
                  <a:pt x="1032" y="672"/>
                </a:lnTo>
                <a:lnTo>
                  <a:pt x="1032" y="671"/>
                </a:lnTo>
                <a:lnTo>
                  <a:pt x="1031" y="671"/>
                </a:lnTo>
                <a:lnTo>
                  <a:pt x="1031" y="672"/>
                </a:lnTo>
                <a:lnTo>
                  <a:pt x="1030" y="672"/>
                </a:lnTo>
                <a:lnTo>
                  <a:pt x="1029" y="671"/>
                </a:lnTo>
                <a:lnTo>
                  <a:pt x="1028" y="671"/>
                </a:lnTo>
                <a:lnTo>
                  <a:pt x="1028" y="670"/>
                </a:lnTo>
                <a:lnTo>
                  <a:pt x="1028" y="671"/>
                </a:lnTo>
                <a:lnTo>
                  <a:pt x="1027" y="671"/>
                </a:lnTo>
                <a:lnTo>
                  <a:pt x="1027" y="672"/>
                </a:lnTo>
                <a:lnTo>
                  <a:pt x="1026" y="672"/>
                </a:lnTo>
                <a:lnTo>
                  <a:pt x="1025" y="671"/>
                </a:lnTo>
                <a:lnTo>
                  <a:pt x="1025" y="670"/>
                </a:lnTo>
                <a:lnTo>
                  <a:pt x="1025" y="671"/>
                </a:lnTo>
                <a:lnTo>
                  <a:pt x="1024" y="671"/>
                </a:lnTo>
                <a:lnTo>
                  <a:pt x="1023" y="671"/>
                </a:lnTo>
                <a:lnTo>
                  <a:pt x="1023" y="670"/>
                </a:lnTo>
                <a:lnTo>
                  <a:pt x="1022" y="670"/>
                </a:lnTo>
                <a:lnTo>
                  <a:pt x="1021" y="670"/>
                </a:lnTo>
                <a:lnTo>
                  <a:pt x="1020" y="669"/>
                </a:lnTo>
                <a:lnTo>
                  <a:pt x="1019" y="668"/>
                </a:lnTo>
                <a:lnTo>
                  <a:pt x="1019" y="669"/>
                </a:lnTo>
                <a:lnTo>
                  <a:pt x="1019" y="668"/>
                </a:lnTo>
                <a:lnTo>
                  <a:pt x="1018" y="668"/>
                </a:lnTo>
                <a:lnTo>
                  <a:pt x="1018" y="669"/>
                </a:lnTo>
                <a:lnTo>
                  <a:pt x="1019" y="670"/>
                </a:lnTo>
                <a:lnTo>
                  <a:pt x="1020" y="671"/>
                </a:lnTo>
                <a:lnTo>
                  <a:pt x="1020" y="672"/>
                </a:lnTo>
                <a:lnTo>
                  <a:pt x="1020" y="673"/>
                </a:lnTo>
                <a:lnTo>
                  <a:pt x="1021" y="673"/>
                </a:lnTo>
                <a:lnTo>
                  <a:pt x="1021" y="674"/>
                </a:lnTo>
                <a:lnTo>
                  <a:pt x="1021" y="675"/>
                </a:lnTo>
                <a:lnTo>
                  <a:pt x="1020" y="675"/>
                </a:lnTo>
                <a:lnTo>
                  <a:pt x="1019" y="675"/>
                </a:lnTo>
                <a:lnTo>
                  <a:pt x="1019" y="674"/>
                </a:lnTo>
                <a:lnTo>
                  <a:pt x="1018" y="674"/>
                </a:lnTo>
                <a:lnTo>
                  <a:pt x="1017" y="673"/>
                </a:lnTo>
                <a:lnTo>
                  <a:pt x="1016" y="674"/>
                </a:lnTo>
                <a:lnTo>
                  <a:pt x="1016" y="675"/>
                </a:lnTo>
                <a:lnTo>
                  <a:pt x="1016" y="676"/>
                </a:lnTo>
                <a:lnTo>
                  <a:pt x="1015" y="677"/>
                </a:lnTo>
                <a:lnTo>
                  <a:pt x="1016" y="677"/>
                </a:lnTo>
                <a:lnTo>
                  <a:pt x="1016" y="680"/>
                </a:lnTo>
                <a:lnTo>
                  <a:pt x="1016" y="681"/>
                </a:lnTo>
                <a:lnTo>
                  <a:pt x="1015" y="681"/>
                </a:lnTo>
                <a:lnTo>
                  <a:pt x="1015" y="682"/>
                </a:lnTo>
                <a:lnTo>
                  <a:pt x="1016" y="682"/>
                </a:lnTo>
                <a:lnTo>
                  <a:pt x="1016" y="683"/>
                </a:lnTo>
                <a:lnTo>
                  <a:pt x="1016" y="684"/>
                </a:lnTo>
                <a:lnTo>
                  <a:pt x="1014" y="684"/>
                </a:lnTo>
                <a:lnTo>
                  <a:pt x="1014" y="683"/>
                </a:lnTo>
                <a:lnTo>
                  <a:pt x="1013" y="683"/>
                </a:lnTo>
                <a:lnTo>
                  <a:pt x="1012" y="682"/>
                </a:lnTo>
                <a:lnTo>
                  <a:pt x="1012" y="683"/>
                </a:lnTo>
                <a:lnTo>
                  <a:pt x="1012" y="682"/>
                </a:lnTo>
                <a:lnTo>
                  <a:pt x="1011" y="682"/>
                </a:lnTo>
                <a:lnTo>
                  <a:pt x="1012" y="682"/>
                </a:lnTo>
                <a:lnTo>
                  <a:pt x="1011" y="682"/>
                </a:lnTo>
                <a:lnTo>
                  <a:pt x="1010" y="682"/>
                </a:lnTo>
                <a:lnTo>
                  <a:pt x="1010" y="681"/>
                </a:lnTo>
                <a:lnTo>
                  <a:pt x="1009" y="681"/>
                </a:lnTo>
                <a:lnTo>
                  <a:pt x="1009" y="680"/>
                </a:lnTo>
                <a:lnTo>
                  <a:pt x="1009" y="681"/>
                </a:lnTo>
                <a:lnTo>
                  <a:pt x="1008" y="681"/>
                </a:lnTo>
                <a:lnTo>
                  <a:pt x="1008" y="680"/>
                </a:lnTo>
                <a:lnTo>
                  <a:pt x="1007" y="680"/>
                </a:lnTo>
                <a:lnTo>
                  <a:pt x="1007" y="679"/>
                </a:lnTo>
                <a:lnTo>
                  <a:pt x="1006" y="680"/>
                </a:lnTo>
                <a:lnTo>
                  <a:pt x="1006" y="679"/>
                </a:lnTo>
                <a:lnTo>
                  <a:pt x="1005" y="679"/>
                </a:lnTo>
                <a:lnTo>
                  <a:pt x="1005" y="678"/>
                </a:lnTo>
                <a:lnTo>
                  <a:pt x="1004" y="678"/>
                </a:lnTo>
                <a:lnTo>
                  <a:pt x="1004" y="677"/>
                </a:lnTo>
                <a:lnTo>
                  <a:pt x="1005" y="677"/>
                </a:lnTo>
                <a:lnTo>
                  <a:pt x="1004" y="677"/>
                </a:lnTo>
                <a:lnTo>
                  <a:pt x="1003" y="677"/>
                </a:lnTo>
                <a:lnTo>
                  <a:pt x="1004" y="676"/>
                </a:lnTo>
                <a:lnTo>
                  <a:pt x="1004" y="675"/>
                </a:lnTo>
                <a:lnTo>
                  <a:pt x="1003" y="675"/>
                </a:lnTo>
                <a:lnTo>
                  <a:pt x="1002" y="675"/>
                </a:lnTo>
                <a:lnTo>
                  <a:pt x="1003" y="675"/>
                </a:lnTo>
                <a:lnTo>
                  <a:pt x="1003" y="674"/>
                </a:lnTo>
                <a:lnTo>
                  <a:pt x="1002" y="674"/>
                </a:lnTo>
                <a:lnTo>
                  <a:pt x="1002" y="673"/>
                </a:lnTo>
                <a:lnTo>
                  <a:pt x="1003" y="673"/>
                </a:lnTo>
                <a:lnTo>
                  <a:pt x="1002" y="673"/>
                </a:lnTo>
                <a:lnTo>
                  <a:pt x="1002" y="672"/>
                </a:lnTo>
                <a:lnTo>
                  <a:pt x="1001" y="672"/>
                </a:lnTo>
                <a:lnTo>
                  <a:pt x="1001" y="671"/>
                </a:lnTo>
                <a:lnTo>
                  <a:pt x="1001" y="670"/>
                </a:lnTo>
                <a:lnTo>
                  <a:pt x="1000" y="670"/>
                </a:lnTo>
                <a:lnTo>
                  <a:pt x="1000" y="669"/>
                </a:lnTo>
                <a:lnTo>
                  <a:pt x="999" y="669"/>
                </a:lnTo>
                <a:lnTo>
                  <a:pt x="999" y="668"/>
                </a:lnTo>
                <a:lnTo>
                  <a:pt x="999" y="667"/>
                </a:lnTo>
                <a:lnTo>
                  <a:pt x="998" y="666"/>
                </a:lnTo>
                <a:lnTo>
                  <a:pt x="997" y="666"/>
                </a:lnTo>
                <a:lnTo>
                  <a:pt x="997" y="667"/>
                </a:lnTo>
                <a:lnTo>
                  <a:pt x="996" y="666"/>
                </a:lnTo>
                <a:lnTo>
                  <a:pt x="996" y="665"/>
                </a:lnTo>
                <a:lnTo>
                  <a:pt x="995" y="665"/>
                </a:lnTo>
                <a:lnTo>
                  <a:pt x="995" y="664"/>
                </a:lnTo>
                <a:lnTo>
                  <a:pt x="995" y="663"/>
                </a:lnTo>
                <a:lnTo>
                  <a:pt x="994" y="663"/>
                </a:lnTo>
                <a:lnTo>
                  <a:pt x="993" y="663"/>
                </a:lnTo>
                <a:lnTo>
                  <a:pt x="993" y="664"/>
                </a:lnTo>
                <a:lnTo>
                  <a:pt x="992" y="665"/>
                </a:lnTo>
                <a:lnTo>
                  <a:pt x="992" y="666"/>
                </a:lnTo>
                <a:lnTo>
                  <a:pt x="991" y="666"/>
                </a:lnTo>
                <a:lnTo>
                  <a:pt x="991" y="667"/>
                </a:lnTo>
                <a:lnTo>
                  <a:pt x="991" y="666"/>
                </a:lnTo>
                <a:lnTo>
                  <a:pt x="990" y="666"/>
                </a:lnTo>
                <a:lnTo>
                  <a:pt x="991" y="665"/>
                </a:lnTo>
                <a:lnTo>
                  <a:pt x="991" y="664"/>
                </a:lnTo>
                <a:lnTo>
                  <a:pt x="992" y="664"/>
                </a:lnTo>
                <a:lnTo>
                  <a:pt x="992" y="663"/>
                </a:lnTo>
                <a:lnTo>
                  <a:pt x="992" y="662"/>
                </a:lnTo>
                <a:lnTo>
                  <a:pt x="993" y="662"/>
                </a:lnTo>
                <a:lnTo>
                  <a:pt x="992" y="661"/>
                </a:lnTo>
                <a:lnTo>
                  <a:pt x="992" y="660"/>
                </a:lnTo>
                <a:lnTo>
                  <a:pt x="992" y="661"/>
                </a:lnTo>
                <a:lnTo>
                  <a:pt x="991" y="661"/>
                </a:lnTo>
                <a:lnTo>
                  <a:pt x="990" y="661"/>
                </a:lnTo>
                <a:lnTo>
                  <a:pt x="990" y="662"/>
                </a:lnTo>
                <a:lnTo>
                  <a:pt x="989" y="662"/>
                </a:lnTo>
                <a:lnTo>
                  <a:pt x="988" y="663"/>
                </a:lnTo>
                <a:lnTo>
                  <a:pt x="987" y="663"/>
                </a:lnTo>
                <a:lnTo>
                  <a:pt x="987" y="664"/>
                </a:lnTo>
                <a:lnTo>
                  <a:pt x="986" y="664"/>
                </a:lnTo>
                <a:lnTo>
                  <a:pt x="985" y="663"/>
                </a:lnTo>
                <a:lnTo>
                  <a:pt x="985" y="664"/>
                </a:lnTo>
                <a:lnTo>
                  <a:pt x="984" y="664"/>
                </a:lnTo>
                <a:lnTo>
                  <a:pt x="984" y="663"/>
                </a:lnTo>
                <a:lnTo>
                  <a:pt x="983" y="663"/>
                </a:lnTo>
                <a:lnTo>
                  <a:pt x="982" y="663"/>
                </a:lnTo>
                <a:lnTo>
                  <a:pt x="981" y="662"/>
                </a:lnTo>
                <a:lnTo>
                  <a:pt x="980" y="662"/>
                </a:lnTo>
                <a:lnTo>
                  <a:pt x="979" y="662"/>
                </a:lnTo>
                <a:lnTo>
                  <a:pt x="980" y="662"/>
                </a:lnTo>
                <a:lnTo>
                  <a:pt x="980" y="663"/>
                </a:lnTo>
                <a:lnTo>
                  <a:pt x="979" y="664"/>
                </a:lnTo>
                <a:lnTo>
                  <a:pt x="978" y="664"/>
                </a:lnTo>
                <a:lnTo>
                  <a:pt x="977" y="665"/>
                </a:lnTo>
                <a:lnTo>
                  <a:pt x="977" y="666"/>
                </a:lnTo>
                <a:lnTo>
                  <a:pt x="977" y="667"/>
                </a:lnTo>
                <a:lnTo>
                  <a:pt x="977" y="668"/>
                </a:lnTo>
                <a:lnTo>
                  <a:pt x="977" y="669"/>
                </a:lnTo>
                <a:lnTo>
                  <a:pt x="977" y="671"/>
                </a:lnTo>
                <a:lnTo>
                  <a:pt x="976" y="672"/>
                </a:lnTo>
                <a:lnTo>
                  <a:pt x="976" y="673"/>
                </a:lnTo>
                <a:lnTo>
                  <a:pt x="976" y="674"/>
                </a:lnTo>
                <a:lnTo>
                  <a:pt x="975" y="675"/>
                </a:lnTo>
                <a:lnTo>
                  <a:pt x="976" y="675"/>
                </a:lnTo>
                <a:lnTo>
                  <a:pt x="976" y="676"/>
                </a:lnTo>
                <a:lnTo>
                  <a:pt x="975" y="676"/>
                </a:lnTo>
                <a:lnTo>
                  <a:pt x="974" y="675"/>
                </a:lnTo>
                <a:lnTo>
                  <a:pt x="973" y="674"/>
                </a:lnTo>
                <a:lnTo>
                  <a:pt x="974" y="673"/>
                </a:lnTo>
                <a:lnTo>
                  <a:pt x="973" y="673"/>
                </a:lnTo>
                <a:lnTo>
                  <a:pt x="972" y="673"/>
                </a:lnTo>
                <a:lnTo>
                  <a:pt x="971" y="673"/>
                </a:lnTo>
                <a:lnTo>
                  <a:pt x="970" y="673"/>
                </a:lnTo>
                <a:lnTo>
                  <a:pt x="969" y="673"/>
                </a:lnTo>
                <a:lnTo>
                  <a:pt x="968" y="673"/>
                </a:lnTo>
                <a:lnTo>
                  <a:pt x="967" y="672"/>
                </a:lnTo>
                <a:lnTo>
                  <a:pt x="966" y="672"/>
                </a:lnTo>
                <a:lnTo>
                  <a:pt x="966" y="671"/>
                </a:lnTo>
                <a:lnTo>
                  <a:pt x="965" y="670"/>
                </a:lnTo>
                <a:lnTo>
                  <a:pt x="964" y="669"/>
                </a:lnTo>
                <a:lnTo>
                  <a:pt x="964" y="668"/>
                </a:lnTo>
                <a:lnTo>
                  <a:pt x="965" y="668"/>
                </a:lnTo>
                <a:lnTo>
                  <a:pt x="966" y="667"/>
                </a:lnTo>
                <a:lnTo>
                  <a:pt x="965" y="667"/>
                </a:lnTo>
                <a:lnTo>
                  <a:pt x="966" y="667"/>
                </a:lnTo>
                <a:lnTo>
                  <a:pt x="966" y="666"/>
                </a:lnTo>
                <a:lnTo>
                  <a:pt x="967" y="666"/>
                </a:lnTo>
                <a:lnTo>
                  <a:pt x="966" y="666"/>
                </a:lnTo>
                <a:lnTo>
                  <a:pt x="967" y="666"/>
                </a:lnTo>
                <a:lnTo>
                  <a:pt x="967" y="665"/>
                </a:lnTo>
                <a:lnTo>
                  <a:pt x="968" y="665"/>
                </a:lnTo>
                <a:lnTo>
                  <a:pt x="968" y="664"/>
                </a:lnTo>
                <a:lnTo>
                  <a:pt x="969" y="664"/>
                </a:lnTo>
                <a:lnTo>
                  <a:pt x="968" y="663"/>
                </a:lnTo>
                <a:lnTo>
                  <a:pt x="968" y="662"/>
                </a:lnTo>
                <a:lnTo>
                  <a:pt x="968" y="661"/>
                </a:lnTo>
                <a:lnTo>
                  <a:pt x="968" y="660"/>
                </a:lnTo>
                <a:lnTo>
                  <a:pt x="967" y="658"/>
                </a:lnTo>
                <a:lnTo>
                  <a:pt x="967" y="657"/>
                </a:lnTo>
                <a:lnTo>
                  <a:pt x="967" y="656"/>
                </a:lnTo>
                <a:lnTo>
                  <a:pt x="966" y="656"/>
                </a:lnTo>
                <a:lnTo>
                  <a:pt x="967" y="655"/>
                </a:lnTo>
                <a:lnTo>
                  <a:pt x="967" y="654"/>
                </a:lnTo>
                <a:lnTo>
                  <a:pt x="967" y="653"/>
                </a:lnTo>
                <a:lnTo>
                  <a:pt x="967" y="652"/>
                </a:lnTo>
                <a:lnTo>
                  <a:pt x="966" y="651"/>
                </a:lnTo>
                <a:lnTo>
                  <a:pt x="966" y="650"/>
                </a:lnTo>
                <a:lnTo>
                  <a:pt x="966" y="649"/>
                </a:lnTo>
                <a:lnTo>
                  <a:pt x="965" y="649"/>
                </a:lnTo>
                <a:lnTo>
                  <a:pt x="964" y="649"/>
                </a:lnTo>
                <a:lnTo>
                  <a:pt x="964" y="648"/>
                </a:lnTo>
                <a:lnTo>
                  <a:pt x="963" y="648"/>
                </a:lnTo>
                <a:lnTo>
                  <a:pt x="963" y="647"/>
                </a:lnTo>
                <a:lnTo>
                  <a:pt x="963" y="646"/>
                </a:lnTo>
                <a:lnTo>
                  <a:pt x="962" y="646"/>
                </a:lnTo>
                <a:lnTo>
                  <a:pt x="961" y="646"/>
                </a:lnTo>
                <a:lnTo>
                  <a:pt x="960" y="646"/>
                </a:lnTo>
                <a:lnTo>
                  <a:pt x="959" y="646"/>
                </a:lnTo>
                <a:lnTo>
                  <a:pt x="959" y="645"/>
                </a:lnTo>
                <a:lnTo>
                  <a:pt x="959" y="644"/>
                </a:lnTo>
                <a:lnTo>
                  <a:pt x="960" y="644"/>
                </a:lnTo>
                <a:lnTo>
                  <a:pt x="960" y="643"/>
                </a:lnTo>
                <a:lnTo>
                  <a:pt x="959" y="643"/>
                </a:lnTo>
                <a:lnTo>
                  <a:pt x="960" y="643"/>
                </a:lnTo>
                <a:lnTo>
                  <a:pt x="959" y="642"/>
                </a:lnTo>
                <a:lnTo>
                  <a:pt x="958" y="642"/>
                </a:lnTo>
                <a:lnTo>
                  <a:pt x="958" y="643"/>
                </a:lnTo>
                <a:lnTo>
                  <a:pt x="958" y="642"/>
                </a:lnTo>
                <a:lnTo>
                  <a:pt x="957" y="642"/>
                </a:lnTo>
                <a:lnTo>
                  <a:pt x="956" y="641"/>
                </a:lnTo>
                <a:lnTo>
                  <a:pt x="956" y="642"/>
                </a:lnTo>
                <a:lnTo>
                  <a:pt x="955" y="641"/>
                </a:lnTo>
                <a:lnTo>
                  <a:pt x="954" y="642"/>
                </a:lnTo>
                <a:lnTo>
                  <a:pt x="953" y="641"/>
                </a:lnTo>
                <a:lnTo>
                  <a:pt x="952" y="641"/>
                </a:lnTo>
                <a:lnTo>
                  <a:pt x="952" y="640"/>
                </a:lnTo>
                <a:lnTo>
                  <a:pt x="952" y="639"/>
                </a:lnTo>
                <a:lnTo>
                  <a:pt x="952" y="638"/>
                </a:lnTo>
                <a:lnTo>
                  <a:pt x="951" y="638"/>
                </a:lnTo>
                <a:lnTo>
                  <a:pt x="952" y="638"/>
                </a:lnTo>
                <a:lnTo>
                  <a:pt x="952" y="637"/>
                </a:lnTo>
                <a:lnTo>
                  <a:pt x="951" y="637"/>
                </a:lnTo>
                <a:lnTo>
                  <a:pt x="951" y="636"/>
                </a:lnTo>
                <a:lnTo>
                  <a:pt x="950" y="636"/>
                </a:lnTo>
                <a:lnTo>
                  <a:pt x="950" y="635"/>
                </a:lnTo>
                <a:lnTo>
                  <a:pt x="949" y="635"/>
                </a:lnTo>
                <a:lnTo>
                  <a:pt x="949" y="634"/>
                </a:lnTo>
                <a:lnTo>
                  <a:pt x="948" y="634"/>
                </a:lnTo>
                <a:lnTo>
                  <a:pt x="948" y="633"/>
                </a:lnTo>
                <a:lnTo>
                  <a:pt x="948" y="631"/>
                </a:lnTo>
                <a:lnTo>
                  <a:pt x="947" y="631"/>
                </a:lnTo>
                <a:lnTo>
                  <a:pt x="946" y="631"/>
                </a:lnTo>
                <a:lnTo>
                  <a:pt x="945" y="631"/>
                </a:lnTo>
                <a:lnTo>
                  <a:pt x="945" y="632"/>
                </a:lnTo>
                <a:lnTo>
                  <a:pt x="945" y="633"/>
                </a:lnTo>
                <a:lnTo>
                  <a:pt x="945" y="634"/>
                </a:lnTo>
                <a:lnTo>
                  <a:pt x="945" y="635"/>
                </a:lnTo>
                <a:lnTo>
                  <a:pt x="945" y="636"/>
                </a:lnTo>
                <a:lnTo>
                  <a:pt x="945" y="637"/>
                </a:lnTo>
                <a:lnTo>
                  <a:pt x="944" y="637"/>
                </a:lnTo>
                <a:lnTo>
                  <a:pt x="944" y="638"/>
                </a:lnTo>
                <a:lnTo>
                  <a:pt x="944" y="639"/>
                </a:lnTo>
                <a:lnTo>
                  <a:pt x="943" y="639"/>
                </a:lnTo>
                <a:lnTo>
                  <a:pt x="943" y="640"/>
                </a:lnTo>
                <a:lnTo>
                  <a:pt x="943" y="641"/>
                </a:lnTo>
                <a:lnTo>
                  <a:pt x="942" y="641"/>
                </a:lnTo>
                <a:lnTo>
                  <a:pt x="941" y="641"/>
                </a:lnTo>
                <a:lnTo>
                  <a:pt x="941" y="640"/>
                </a:lnTo>
                <a:lnTo>
                  <a:pt x="940" y="640"/>
                </a:lnTo>
                <a:lnTo>
                  <a:pt x="940" y="641"/>
                </a:lnTo>
                <a:lnTo>
                  <a:pt x="939" y="641"/>
                </a:lnTo>
                <a:lnTo>
                  <a:pt x="939" y="642"/>
                </a:lnTo>
                <a:lnTo>
                  <a:pt x="938" y="642"/>
                </a:lnTo>
                <a:lnTo>
                  <a:pt x="938" y="641"/>
                </a:lnTo>
                <a:lnTo>
                  <a:pt x="937" y="640"/>
                </a:lnTo>
                <a:lnTo>
                  <a:pt x="936" y="640"/>
                </a:lnTo>
                <a:lnTo>
                  <a:pt x="935" y="641"/>
                </a:lnTo>
                <a:lnTo>
                  <a:pt x="935" y="642"/>
                </a:lnTo>
                <a:lnTo>
                  <a:pt x="935" y="643"/>
                </a:lnTo>
                <a:lnTo>
                  <a:pt x="936" y="643"/>
                </a:lnTo>
                <a:lnTo>
                  <a:pt x="936" y="645"/>
                </a:lnTo>
                <a:lnTo>
                  <a:pt x="937" y="645"/>
                </a:lnTo>
                <a:lnTo>
                  <a:pt x="937" y="646"/>
                </a:lnTo>
                <a:lnTo>
                  <a:pt x="937" y="647"/>
                </a:lnTo>
                <a:lnTo>
                  <a:pt x="937" y="648"/>
                </a:lnTo>
                <a:lnTo>
                  <a:pt x="937" y="649"/>
                </a:lnTo>
                <a:lnTo>
                  <a:pt x="937" y="650"/>
                </a:lnTo>
                <a:lnTo>
                  <a:pt x="936" y="650"/>
                </a:lnTo>
                <a:lnTo>
                  <a:pt x="936" y="651"/>
                </a:lnTo>
                <a:lnTo>
                  <a:pt x="936" y="652"/>
                </a:lnTo>
                <a:lnTo>
                  <a:pt x="935" y="653"/>
                </a:lnTo>
                <a:lnTo>
                  <a:pt x="935" y="654"/>
                </a:lnTo>
                <a:lnTo>
                  <a:pt x="935" y="655"/>
                </a:lnTo>
                <a:lnTo>
                  <a:pt x="935" y="656"/>
                </a:lnTo>
                <a:lnTo>
                  <a:pt x="935" y="657"/>
                </a:lnTo>
                <a:lnTo>
                  <a:pt x="935" y="658"/>
                </a:lnTo>
                <a:lnTo>
                  <a:pt x="935" y="659"/>
                </a:lnTo>
                <a:lnTo>
                  <a:pt x="934" y="659"/>
                </a:lnTo>
                <a:lnTo>
                  <a:pt x="934" y="660"/>
                </a:lnTo>
                <a:lnTo>
                  <a:pt x="933" y="660"/>
                </a:lnTo>
                <a:lnTo>
                  <a:pt x="933" y="661"/>
                </a:lnTo>
                <a:lnTo>
                  <a:pt x="933" y="662"/>
                </a:lnTo>
                <a:lnTo>
                  <a:pt x="933" y="663"/>
                </a:lnTo>
                <a:lnTo>
                  <a:pt x="932" y="663"/>
                </a:lnTo>
                <a:lnTo>
                  <a:pt x="931" y="663"/>
                </a:lnTo>
                <a:lnTo>
                  <a:pt x="930" y="662"/>
                </a:lnTo>
                <a:lnTo>
                  <a:pt x="930" y="661"/>
                </a:lnTo>
                <a:lnTo>
                  <a:pt x="930" y="660"/>
                </a:lnTo>
                <a:lnTo>
                  <a:pt x="929" y="659"/>
                </a:lnTo>
                <a:lnTo>
                  <a:pt x="928" y="659"/>
                </a:lnTo>
                <a:lnTo>
                  <a:pt x="927" y="659"/>
                </a:lnTo>
                <a:lnTo>
                  <a:pt x="926" y="659"/>
                </a:lnTo>
                <a:lnTo>
                  <a:pt x="926" y="658"/>
                </a:lnTo>
                <a:lnTo>
                  <a:pt x="925" y="658"/>
                </a:lnTo>
                <a:lnTo>
                  <a:pt x="925" y="659"/>
                </a:lnTo>
                <a:lnTo>
                  <a:pt x="924" y="658"/>
                </a:lnTo>
                <a:lnTo>
                  <a:pt x="924" y="657"/>
                </a:lnTo>
                <a:lnTo>
                  <a:pt x="923" y="657"/>
                </a:lnTo>
                <a:lnTo>
                  <a:pt x="922" y="657"/>
                </a:lnTo>
                <a:lnTo>
                  <a:pt x="921" y="657"/>
                </a:lnTo>
                <a:lnTo>
                  <a:pt x="921" y="658"/>
                </a:lnTo>
                <a:lnTo>
                  <a:pt x="920" y="658"/>
                </a:lnTo>
                <a:lnTo>
                  <a:pt x="920" y="657"/>
                </a:lnTo>
                <a:lnTo>
                  <a:pt x="919" y="657"/>
                </a:lnTo>
                <a:lnTo>
                  <a:pt x="919" y="656"/>
                </a:lnTo>
                <a:lnTo>
                  <a:pt x="919" y="655"/>
                </a:lnTo>
                <a:lnTo>
                  <a:pt x="918" y="655"/>
                </a:lnTo>
                <a:lnTo>
                  <a:pt x="918" y="654"/>
                </a:lnTo>
                <a:lnTo>
                  <a:pt x="917" y="653"/>
                </a:lnTo>
                <a:lnTo>
                  <a:pt x="917" y="652"/>
                </a:lnTo>
                <a:lnTo>
                  <a:pt x="916" y="651"/>
                </a:lnTo>
                <a:lnTo>
                  <a:pt x="915" y="651"/>
                </a:lnTo>
                <a:lnTo>
                  <a:pt x="914" y="651"/>
                </a:lnTo>
                <a:lnTo>
                  <a:pt x="913" y="651"/>
                </a:lnTo>
                <a:lnTo>
                  <a:pt x="912" y="651"/>
                </a:lnTo>
                <a:lnTo>
                  <a:pt x="911" y="650"/>
                </a:lnTo>
                <a:lnTo>
                  <a:pt x="910" y="651"/>
                </a:lnTo>
                <a:lnTo>
                  <a:pt x="910" y="650"/>
                </a:lnTo>
                <a:lnTo>
                  <a:pt x="909" y="650"/>
                </a:lnTo>
                <a:lnTo>
                  <a:pt x="908" y="650"/>
                </a:lnTo>
                <a:lnTo>
                  <a:pt x="907" y="650"/>
                </a:lnTo>
                <a:lnTo>
                  <a:pt x="906" y="649"/>
                </a:lnTo>
                <a:lnTo>
                  <a:pt x="905" y="648"/>
                </a:lnTo>
                <a:lnTo>
                  <a:pt x="904" y="648"/>
                </a:lnTo>
                <a:lnTo>
                  <a:pt x="903" y="647"/>
                </a:lnTo>
                <a:lnTo>
                  <a:pt x="902" y="647"/>
                </a:lnTo>
                <a:lnTo>
                  <a:pt x="901" y="646"/>
                </a:lnTo>
                <a:lnTo>
                  <a:pt x="900" y="646"/>
                </a:lnTo>
                <a:lnTo>
                  <a:pt x="899" y="646"/>
                </a:lnTo>
                <a:lnTo>
                  <a:pt x="899" y="647"/>
                </a:lnTo>
                <a:lnTo>
                  <a:pt x="898" y="647"/>
                </a:lnTo>
                <a:lnTo>
                  <a:pt x="897" y="647"/>
                </a:lnTo>
                <a:lnTo>
                  <a:pt x="897" y="646"/>
                </a:lnTo>
                <a:lnTo>
                  <a:pt x="896" y="646"/>
                </a:lnTo>
                <a:lnTo>
                  <a:pt x="896" y="647"/>
                </a:lnTo>
                <a:lnTo>
                  <a:pt x="895" y="647"/>
                </a:lnTo>
                <a:lnTo>
                  <a:pt x="894" y="648"/>
                </a:lnTo>
                <a:lnTo>
                  <a:pt x="893" y="647"/>
                </a:lnTo>
                <a:lnTo>
                  <a:pt x="892" y="647"/>
                </a:lnTo>
                <a:lnTo>
                  <a:pt x="891" y="647"/>
                </a:lnTo>
                <a:lnTo>
                  <a:pt x="890" y="648"/>
                </a:lnTo>
                <a:lnTo>
                  <a:pt x="890" y="647"/>
                </a:lnTo>
                <a:lnTo>
                  <a:pt x="890" y="646"/>
                </a:lnTo>
                <a:lnTo>
                  <a:pt x="889" y="645"/>
                </a:lnTo>
                <a:lnTo>
                  <a:pt x="888" y="643"/>
                </a:lnTo>
                <a:lnTo>
                  <a:pt x="888" y="642"/>
                </a:lnTo>
                <a:lnTo>
                  <a:pt x="888" y="641"/>
                </a:lnTo>
                <a:lnTo>
                  <a:pt x="889" y="641"/>
                </a:lnTo>
                <a:lnTo>
                  <a:pt x="889" y="640"/>
                </a:lnTo>
                <a:lnTo>
                  <a:pt x="888" y="640"/>
                </a:lnTo>
                <a:lnTo>
                  <a:pt x="887" y="640"/>
                </a:lnTo>
                <a:lnTo>
                  <a:pt x="887" y="639"/>
                </a:lnTo>
                <a:lnTo>
                  <a:pt x="887" y="638"/>
                </a:lnTo>
                <a:lnTo>
                  <a:pt x="887" y="637"/>
                </a:lnTo>
                <a:lnTo>
                  <a:pt x="886" y="636"/>
                </a:lnTo>
                <a:lnTo>
                  <a:pt x="885" y="636"/>
                </a:lnTo>
                <a:lnTo>
                  <a:pt x="885" y="635"/>
                </a:lnTo>
                <a:lnTo>
                  <a:pt x="885" y="634"/>
                </a:lnTo>
                <a:lnTo>
                  <a:pt x="885" y="633"/>
                </a:lnTo>
                <a:lnTo>
                  <a:pt x="884" y="633"/>
                </a:lnTo>
                <a:lnTo>
                  <a:pt x="884" y="632"/>
                </a:lnTo>
                <a:lnTo>
                  <a:pt x="883" y="632"/>
                </a:lnTo>
                <a:lnTo>
                  <a:pt x="883" y="631"/>
                </a:lnTo>
                <a:lnTo>
                  <a:pt x="882" y="631"/>
                </a:lnTo>
                <a:lnTo>
                  <a:pt x="881" y="631"/>
                </a:lnTo>
                <a:lnTo>
                  <a:pt x="880" y="630"/>
                </a:lnTo>
                <a:lnTo>
                  <a:pt x="878" y="630"/>
                </a:lnTo>
                <a:lnTo>
                  <a:pt x="878" y="631"/>
                </a:lnTo>
                <a:lnTo>
                  <a:pt x="877" y="631"/>
                </a:lnTo>
                <a:lnTo>
                  <a:pt x="877" y="630"/>
                </a:lnTo>
                <a:lnTo>
                  <a:pt x="877" y="629"/>
                </a:lnTo>
                <a:lnTo>
                  <a:pt x="876" y="629"/>
                </a:lnTo>
                <a:lnTo>
                  <a:pt x="875" y="629"/>
                </a:lnTo>
                <a:lnTo>
                  <a:pt x="875" y="628"/>
                </a:lnTo>
                <a:lnTo>
                  <a:pt x="875" y="627"/>
                </a:lnTo>
                <a:lnTo>
                  <a:pt x="874" y="627"/>
                </a:lnTo>
                <a:lnTo>
                  <a:pt x="873" y="627"/>
                </a:lnTo>
                <a:lnTo>
                  <a:pt x="873" y="628"/>
                </a:lnTo>
                <a:lnTo>
                  <a:pt x="872" y="628"/>
                </a:lnTo>
                <a:lnTo>
                  <a:pt x="872" y="627"/>
                </a:lnTo>
                <a:lnTo>
                  <a:pt x="871" y="627"/>
                </a:lnTo>
                <a:lnTo>
                  <a:pt x="872" y="626"/>
                </a:lnTo>
                <a:lnTo>
                  <a:pt x="871" y="626"/>
                </a:lnTo>
                <a:lnTo>
                  <a:pt x="871" y="627"/>
                </a:lnTo>
                <a:lnTo>
                  <a:pt x="870" y="627"/>
                </a:lnTo>
                <a:lnTo>
                  <a:pt x="869" y="627"/>
                </a:lnTo>
                <a:lnTo>
                  <a:pt x="869" y="626"/>
                </a:lnTo>
                <a:lnTo>
                  <a:pt x="868" y="626"/>
                </a:lnTo>
                <a:lnTo>
                  <a:pt x="868" y="627"/>
                </a:lnTo>
                <a:lnTo>
                  <a:pt x="867" y="627"/>
                </a:lnTo>
                <a:lnTo>
                  <a:pt x="866" y="627"/>
                </a:lnTo>
                <a:lnTo>
                  <a:pt x="866" y="626"/>
                </a:lnTo>
                <a:lnTo>
                  <a:pt x="865" y="626"/>
                </a:lnTo>
                <a:lnTo>
                  <a:pt x="864" y="626"/>
                </a:lnTo>
                <a:lnTo>
                  <a:pt x="864" y="625"/>
                </a:lnTo>
                <a:lnTo>
                  <a:pt x="863" y="625"/>
                </a:lnTo>
                <a:lnTo>
                  <a:pt x="863" y="624"/>
                </a:lnTo>
                <a:lnTo>
                  <a:pt x="863" y="623"/>
                </a:lnTo>
                <a:lnTo>
                  <a:pt x="862" y="623"/>
                </a:lnTo>
                <a:lnTo>
                  <a:pt x="861" y="623"/>
                </a:lnTo>
                <a:lnTo>
                  <a:pt x="861" y="624"/>
                </a:lnTo>
                <a:lnTo>
                  <a:pt x="860" y="624"/>
                </a:lnTo>
                <a:lnTo>
                  <a:pt x="859" y="623"/>
                </a:lnTo>
                <a:lnTo>
                  <a:pt x="858" y="623"/>
                </a:lnTo>
                <a:lnTo>
                  <a:pt x="857" y="622"/>
                </a:lnTo>
                <a:lnTo>
                  <a:pt x="856" y="621"/>
                </a:lnTo>
                <a:lnTo>
                  <a:pt x="855" y="621"/>
                </a:lnTo>
                <a:lnTo>
                  <a:pt x="855" y="620"/>
                </a:lnTo>
                <a:lnTo>
                  <a:pt x="854" y="620"/>
                </a:lnTo>
                <a:lnTo>
                  <a:pt x="853" y="620"/>
                </a:lnTo>
                <a:lnTo>
                  <a:pt x="853" y="619"/>
                </a:lnTo>
                <a:lnTo>
                  <a:pt x="852" y="618"/>
                </a:lnTo>
                <a:lnTo>
                  <a:pt x="851" y="618"/>
                </a:lnTo>
                <a:lnTo>
                  <a:pt x="851" y="617"/>
                </a:lnTo>
                <a:lnTo>
                  <a:pt x="851" y="616"/>
                </a:lnTo>
                <a:lnTo>
                  <a:pt x="851" y="615"/>
                </a:lnTo>
                <a:lnTo>
                  <a:pt x="850" y="615"/>
                </a:lnTo>
                <a:lnTo>
                  <a:pt x="849" y="614"/>
                </a:lnTo>
                <a:lnTo>
                  <a:pt x="848" y="613"/>
                </a:lnTo>
                <a:lnTo>
                  <a:pt x="849" y="612"/>
                </a:lnTo>
                <a:lnTo>
                  <a:pt x="849" y="611"/>
                </a:lnTo>
                <a:lnTo>
                  <a:pt x="849" y="610"/>
                </a:lnTo>
                <a:lnTo>
                  <a:pt x="849" y="609"/>
                </a:lnTo>
                <a:lnTo>
                  <a:pt x="849" y="608"/>
                </a:lnTo>
                <a:lnTo>
                  <a:pt x="848" y="608"/>
                </a:lnTo>
                <a:lnTo>
                  <a:pt x="848" y="607"/>
                </a:lnTo>
                <a:lnTo>
                  <a:pt x="847" y="607"/>
                </a:lnTo>
                <a:lnTo>
                  <a:pt x="846" y="607"/>
                </a:lnTo>
                <a:lnTo>
                  <a:pt x="845" y="607"/>
                </a:lnTo>
                <a:lnTo>
                  <a:pt x="844" y="607"/>
                </a:lnTo>
                <a:lnTo>
                  <a:pt x="844" y="606"/>
                </a:lnTo>
                <a:lnTo>
                  <a:pt x="845" y="606"/>
                </a:lnTo>
                <a:lnTo>
                  <a:pt x="845" y="605"/>
                </a:lnTo>
                <a:lnTo>
                  <a:pt x="846" y="605"/>
                </a:lnTo>
                <a:lnTo>
                  <a:pt x="846" y="604"/>
                </a:lnTo>
                <a:lnTo>
                  <a:pt x="845" y="603"/>
                </a:lnTo>
                <a:lnTo>
                  <a:pt x="845" y="602"/>
                </a:lnTo>
                <a:lnTo>
                  <a:pt x="846" y="602"/>
                </a:lnTo>
                <a:lnTo>
                  <a:pt x="845" y="601"/>
                </a:lnTo>
                <a:lnTo>
                  <a:pt x="846" y="601"/>
                </a:lnTo>
                <a:lnTo>
                  <a:pt x="846" y="600"/>
                </a:lnTo>
                <a:lnTo>
                  <a:pt x="846" y="597"/>
                </a:lnTo>
                <a:lnTo>
                  <a:pt x="845" y="597"/>
                </a:lnTo>
                <a:lnTo>
                  <a:pt x="844" y="597"/>
                </a:lnTo>
                <a:lnTo>
                  <a:pt x="844" y="596"/>
                </a:lnTo>
                <a:lnTo>
                  <a:pt x="844" y="595"/>
                </a:lnTo>
                <a:lnTo>
                  <a:pt x="844" y="594"/>
                </a:lnTo>
                <a:lnTo>
                  <a:pt x="843" y="594"/>
                </a:lnTo>
                <a:lnTo>
                  <a:pt x="842" y="594"/>
                </a:lnTo>
                <a:lnTo>
                  <a:pt x="842" y="593"/>
                </a:lnTo>
                <a:lnTo>
                  <a:pt x="842" y="592"/>
                </a:lnTo>
                <a:lnTo>
                  <a:pt x="842" y="591"/>
                </a:lnTo>
                <a:lnTo>
                  <a:pt x="843" y="590"/>
                </a:lnTo>
                <a:lnTo>
                  <a:pt x="843" y="589"/>
                </a:lnTo>
                <a:lnTo>
                  <a:pt x="843" y="588"/>
                </a:lnTo>
                <a:lnTo>
                  <a:pt x="843" y="586"/>
                </a:lnTo>
                <a:lnTo>
                  <a:pt x="842" y="587"/>
                </a:lnTo>
                <a:lnTo>
                  <a:pt x="842" y="586"/>
                </a:lnTo>
                <a:lnTo>
                  <a:pt x="841" y="586"/>
                </a:lnTo>
                <a:lnTo>
                  <a:pt x="841" y="585"/>
                </a:lnTo>
                <a:lnTo>
                  <a:pt x="841" y="584"/>
                </a:lnTo>
                <a:lnTo>
                  <a:pt x="841" y="583"/>
                </a:lnTo>
                <a:lnTo>
                  <a:pt x="841" y="584"/>
                </a:lnTo>
                <a:lnTo>
                  <a:pt x="840" y="584"/>
                </a:lnTo>
                <a:lnTo>
                  <a:pt x="840" y="583"/>
                </a:lnTo>
                <a:lnTo>
                  <a:pt x="838" y="582"/>
                </a:lnTo>
                <a:lnTo>
                  <a:pt x="837" y="582"/>
                </a:lnTo>
                <a:lnTo>
                  <a:pt x="837" y="581"/>
                </a:lnTo>
                <a:lnTo>
                  <a:pt x="837" y="580"/>
                </a:lnTo>
                <a:lnTo>
                  <a:pt x="836" y="579"/>
                </a:lnTo>
                <a:lnTo>
                  <a:pt x="836" y="580"/>
                </a:lnTo>
                <a:lnTo>
                  <a:pt x="835" y="580"/>
                </a:lnTo>
                <a:lnTo>
                  <a:pt x="834" y="579"/>
                </a:lnTo>
                <a:lnTo>
                  <a:pt x="834" y="578"/>
                </a:lnTo>
                <a:lnTo>
                  <a:pt x="835" y="577"/>
                </a:lnTo>
                <a:lnTo>
                  <a:pt x="835" y="576"/>
                </a:lnTo>
                <a:lnTo>
                  <a:pt x="836" y="575"/>
                </a:lnTo>
                <a:lnTo>
                  <a:pt x="835" y="575"/>
                </a:lnTo>
                <a:lnTo>
                  <a:pt x="835" y="574"/>
                </a:lnTo>
                <a:lnTo>
                  <a:pt x="834" y="574"/>
                </a:lnTo>
                <a:lnTo>
                  <a:pt x="833" y="573"/>
                </a:lnTo>
                <a:lnTo>
                  <a:pt x="832" y="573"/>
                </a:lnTo>
                <a:lnTo>
                  <a:pt x="832" y="572"/>
                </a:lnTo>
                <a:lnTo>
                  <a:pt x="832" y="571"/>
                </a:lnTo>
                <a:lnTo>
                  <a:pt x="831" y="571"/>
                </a:lnTo>
                <a:lnTo>
                  <a:pt x="831" y="570"/>
                </a:lnTo>
                <a:lnTo>
                  <a:pt x="832" y="570"/>
                </a:lnTo>
                <a:lnTo>
                  <a:pt x="833" y="570"/>
                </a:lnTo>
                <a:lnTo>
                  <a:pt x="834" y="570"/>
                </a:lnTo>
                <a:lnTo>
                  <a:pt x="834" y="569"/>
                </a:lnTo>
                <a:lnTo>
                  <a:pt x="834" y="568"/>
                </a:lnTo>
                <a:lnTo>
                  <a:pt x="834" y="567"/>
                </a:lnTo>
                <a:lnTo>
                  <a:pt x="833" y="567"/>
                </a:lnTo>
                <a:lnTo>
                  <a:pt x="832" y="567"/>
                </a:lnTo>
                <a:lnTo>
                  <a:pt x="832" y="566"/>
                </a:lnTo>
                <a:lnTo>
                  <a:pt x="831" y="566"/>
                </a:lnTo>
                <a:lnTo>
                  <a:pt x="831" y="565"/>
                </a:lnTo>
                <a:lnTo>
                  <a:pt x="830" y="564"/>
                </a:lnTo>
                <a:lnTo>
                  <a:pt x="829" y="564"/>
                </a:lnTo>
                <a:lnTo>
                  <a:pt x="829" y="563"/>
                </a:lnTo>
                <a:lnTo>
                  <a:pt x="830" y="563"/>
                </a:lnTo>
                <a:lnTo>
                  <a:pt x="830" y="562"/>
                </a:lnTo>
                <a:lnTo>
                  <a:pt x="829" y="561"/>
                </a:lnTo>
                <a:lnTo>
                  <a:pt x="828" y="560"/>
                </a:lnTo>
                <a:lnTo>
                  <a:pt x="827" y="560"/>
                </a:lnTo>
                <a:lnTo>
                  <a:pt x="826" y="560"/>
                </a:lnTo>
                <a:lnTo>
                  <a:pt x="826" y="559"/>
                </a:lnTo>
                <a:lnTo>
                  <a:pt x="825" y="559"/>
                </a:lnTo>
                <a:lnTo>
                  <a:pt x="824" y="559"/>
                </a:lnTo>
                <a:lnTo>
                  <a:pt x="824" y="558"/>
                </a:lnTo>
                <a:lnTo>
                  <a:pt x="824" y="557"/>
                </a:lnTo>
                <a:lnTo>
                  <a:pt x="823" y="557"/>
                </a:lnTo>
                <a:lnTo>
                  <a:pt x="823" y="556"/>
                </a:lnTo>
                <a:lnTo>
                  <a:pt x="822" y="556"/>
                </a:lnTo>
                <a:lnTo>
                  <a:pt x="821" y="557"/>
                </a:lnTo>
                <a:lnTo>
                  <a:pt x="820" y="557"/>
                </a:lnTo>
                <a:lnTo>
                  <a:pt x="820" y="556"/>
                </a:lnTo>
                <a:lnTo>
                  <a:pt x="820" y="555"/>
                </a:lnTo>
                <a:lnTo>
                  <a:pt x="820" y="554"/>
                </a:lnTo>
                <a:lnTo>
                  <a:pt x="820" y="553"/>
                </a:lnTo>
                <a:lnTo>
                  <a:pt x="820" y="552"/>
                </a:lnTo>
                <a:lnTo>
                  <a:pt x="819" y="551"/>
                </a:lnTo>
                <a:lnTo>
                  <a:pt x="819" y="550"/>
                </a:lnTo>
                <a:lnTo>
                  <a:pt x="818" y="549"/>
                </a:lnTo>
                <a:lnTo>
                  <a:pt x="817" y="548"/>
                </a:lnTo>
                <a:lnTo>
                  <a:pt x="817" y="549"/>
                </a:lnTo>
                <a:lnTo>
                  <a:pt x="816" y="549"/>
                </a:lnTo>
                <a:lnTo>
                  <a:pt x="815" y="549"/>
                </a:lnTo>
                <a:lnTo>
                  <a:pt x="814" y="548"/>
                </a:lnTo>
                <a:lnTo>
                  <a:pt x="814" y="547"/>
                </a:lnTo>
                <a:lnTo>
                  <a:pt x="813" y="547"/>
                </a:lnTo>
                <a:lnTo>
                  <a:pt x="813" y="546"/>
                </a:lnTo>
                <a:lnTo>
                  <a:pt x="813" y="545"/>
                </a:lnTo>
                <a:lnTo>
                  <a:pt x="814" y="545"/>
                </a:lnTo>
                <a:lnTo>
                  <a:pt x="814" y="544"/>
                </a:lnTo>
                <a:lnTo>
                  <a:pt x="815" y="544"/>
                </a:lnTo>
                <a:lnTo>
                  <a:pt x="815" y="543"/>
                </a:lnTo>
                <a:lnTo>
                  <a:pt x="814" y="542"/>
                </a:lnTo>
                <a:lnTo>
                  <a:pt x="814" y="541"/>
                </a:lnTo>
                <a:lnTo>
                  <a:pt x="813" y="541"/>
                </a:lnTo>
                <a:lnTo>
                  <a:pt x="813" y="540"/>
                </a:lnTo>
                <a:lnTo>
                  <a:pt x="813" y="539"/>
                </a:lnTo>
                <a:lnTo>
                  <a:pt x="813" y="538"/>
                </a:lnTo>
                <a:lnTo>
                  <a:pt x="814" y="537"/>
                </a:lnTo>
                <a:lnTo>
                  <a:pt x="815" y="537"/>
                </a:lnTo>
                <a:lnTo>
                  <a:pt x="815" y="536"/>
                </a:lnTo>
                <a:lnTo>
                  <a:pt x="816" y="536"/>
                </a:lnTo>
                <a:lnTo>
                  <a:pt x="816" y="535"/>
                </a:lnTo>
                <a:lnTo>
                  <a:pt x="815" y="534"/>
                </a:lnTo>
                <a:lnTo>
                  <a:pt x="815" y="533"/>
                </a:lnTo>
                <a:lnTo>
                  <a:pt x="816" y="532"/>
                </a:lnTo>
                <a:lnTo>
                  <a:pt x="815" y="531"/>
                </a:lnTo>
                <a:lnTo>
                  <a:pt x="814" y="530"/>
                </a:lnTo>
                <a:lnTo>
                  <a:pt x="814" y="529"/>
                </a:lnTo>
                <a:lnTo>
                  <a:pt x="813" y="529"/>
                </a:lnTo>
                <a:lnTo>
                  <a:pt x="813" y="528"/>
                </a:lnTo>
                <a:lnTo>
                  <a:pt x="812" y="528"/>
                </a:lnTo>
                <a:lnTo>
                  <a:pt x="811" y="527"/>
                </a:lnTo>
                <a:lnTo>
                  <a:pt x="812" y="526"/>
                </a:lnTo>
                <a:lnTo>
                  <a:pt x="812" y="525"/>
                </a:lnTo>
                <a:lnTo>
                  <a:pt x="812" y="524"/>
                </a:lnTo>
                <a:lnTo>
                  <a:pt x="809" y="524"/>
                </a:lnTo>
                <a:lnTo>
                  <a:pt x="808" y="524"/>
                </a:lnTo>
                <a:lnTo>
                  <a:pt x="807" y="523"/>
                </a:lnTo>
                <a:lnTo>
                  <a:pt x="806" y="523"/>
                </a:lnTo>
                <a:lnTo>
                  <a:pt x="805" y="523"/>
                </a:lnTo>
                <a:lnTo>
                  <a:pt x="805" y="524"/>
                </a:lnTo>
                <a:lnTo>
                  <a:pt x="804" y="524"/>
                </a:lnTo>
                <a:lnTo>
                  <a:pt x="801" y="524"/>
                </a:lnTo>
                <a:lnTo>
                  <a:pt x="800" y="524"/>
                </a:lnTo>
                <a:lnTo>
                  <a:pt x="799" y="525"/>
                </a:lnTo>
                <a:lnTo>
                  <a:pt x="797" y="525"/>
                </a:lnTo>
                <a:lnTo>
                  <a:pt x="797" y="524"/>
                </a:lnTo>
                <a:lnTo>
                  <a:pt x="796" y="525"/>
                </a:lnTo>
                <a:lnTo>
                  <a:pt x="795" y="525"/>
                </a:lnTo>
                <a:lnTo>
                  <a:pt x="794" y="525"/>
                </a:lnTo>
                <a:lnTo>
                  <a:pt x="794" y="524"/>
                </a:lnTo>
                <a:lnTo>
                  <a:pt x="793" y="524"/>
                </a:lnTo>
                <a:lnTo>
                  <a:pt x="792" y="523"/>
                </a:lnTo>
                <a:lnTo>
                  <a:pt x="791" y="523"/>
                </a:lnTo>
                <a:lnTo>
                  <a:pt x="791" y="522"/>
                </a:lnTo>
                <a:lnTo>
                  <a:pt x="790" y="522"/>
                </a:lnTo>
                <a:lnTo>
                  <a:pt x="789" y="522"/>
                </a:lnTo>
                <a:lnTo>
                  <a:pt x="788" y="522"/>
                </a:lnTo>
                <a:lnTo>
                  <a:pt x="787" y="522"/>
                </a:lnTo>
                <a:lnTo>
                  <a:pt x="786" y="521"/>
                </a:lnTo>
                <a:lnTo>
                  <a:pt x="785" y="521"/>
                </a:lnTo>
                <a:lnTo>
                  <a:pt x="784" y="520"/>
                </a:lnTo>
                <a:lnTo>
                  <a:pt x="783" y="520"/>
                </a:lnTo>
                <a:lnTo>
                  <a:pt x="783" y="521"/>
                </a:lnTo>
                <a:lnTo>
                  <a:pt x="782" y="521"/>
                </a:lnTo>
                <a:lnTo>
                  <a:pt x="781" y="521"/>
                </a:lnTo>
                <a:lnTo>
                  <a:pt x="780" y="521"/>
                </a:lnTo>
                <a:lnTo>
                  <a:pt x="778" y="520"/>
                </a:lnTo>
                <a:lnTo>
                  <a:pt x="777" y="518"/>
                </a:lnTo>
                <a:lnTo>
                  <a:pt x="776" y="518"/>
                </a:lnTo>
                <a:lnTo>
                  <a:pt x="776" y="517"/>
                </a:lnTo>
                <a:lnTo>
                  <a:pt x="775" y="517"/>
                </a:lnTo>
                <a:lnTo>
                  <a:pt x="774" y="516"/>
                </a:lnTo>
                <a:lnTo>
                  <a:pt x="773" y="515"/>
                </a:lnTo>
                <a:lnTo>
                  <a:pt x="772" y="514"/>
                </a:lnTo>
                <a:lnTo>
                  <a:pt x="771" y="513"/>
                </a:lnTo>
                <a:lnTo>
                  <a:pt x="770" y="513"/>
                </a:lnTo>
                <a:lnTo>
                  <a:pt x="769" y="513"/>
                </a:lnTo>
                <a:lnTo>
                  <a:pt x="767" y="512"/>
                </a:lnTo>
                <a:lnTo>
                  <a:pt x="766" y="512"/>
                </a:lnTo>
                <a:lnTo>
                  <a:pt x="765" y="512"/>
                </a:lnTo>
                <a:lnTo>
                  <a:pt x="764" y="512"/>
                </a:lnTo>
                <a:lnTo>
                  <a:pt x="762" y="512"/>
                </a:lnTo>
                <a:lnTo>
                  <a:pt x="760" y="512"/>
                </a:lnTo>
                <a:lnTo>
                  <a:pt x="759" y="512"/>
                </a:lnTo>
                <a:lnTo>
                  <a:pt x="758" y="513"/>
                </a:lnTo>
                <a:lnTo>
                  <a:pt x="757" y="515"/>
                </a:lnTo>
                <a:lnTo>
                  <a:pt x="757" y="516"/>
                </a:lnTo>
                <a:lnTo>
                  <a:pt x="756" y="516"/>
                </a:lnTo>
                <a:lnTo>
                  <a:pt x="756" y="517"/>
                </a:lnTo>
                <a:lnTo>
                  <a:pt x="755" y="517"/>
                </a:lnTo>
                <a:lnTo>
                  <a:pt x="753" y="517"/>
                </a:lnTo>
                <a:lnTo>
                  <a:pt x="752" y="518"/>
                </a:lnTo>
                <a:lnTo>
                  <a:pt x="750" y="519"/>
                </a:lnTo>
                <a:lnTo>
                  <a:pt x="749" y="519"/>
                </a:lnTo>
                <a:lnTo>
                  <a:pt x="748" y="520"/>
                </a:lnTo>
                <a:lnTo>
                  <a:pt x="747" y="520"/>
                </a:lnTo>
                <a:lnTo>
                  <a:pt x="746" y="520"/>
                </a:lnTo>
                <a:lnTo>
                  <a:pt x="746" y="521"/>
                </a:lnTo>
                <a:lnTo>
                  <a:pt x="746" y="522"/>
                </a:lnTo>
                <a:lnTo>
                  <a:pt x="747" y="523"/>
                </a:lnTo>
                <a:lnTo>
                  <a:pt x="747" y="524"/>
                </a:lnTo>
                <a:lnTo>
                  <a:pt x="747" y="525"/>
                </a:lnTo>
                <a:lnTo>
                  <a:pt x="748" y="525"/>
                </a:lnTo>
                <a:lnTo>
                  <a:pt x="749" y="525"/>
                </a:lnTo>
                <a:lnTo>
                  <a:pt x="748" y="525"/>
                </a:lnTo>
                <a:lnTo>
                  <a:pt x="749" y="526"/>
                </a:lnTo>
                <a:lnTo>
                  <a:pt x="749" y="527"/>
                </a:lnTo>
                <a:lnTo>
                  <a:pt x="749" y="528"/>
                </a:lnTo>
                <a:lnTo>
                  <a:pt x="749" y="529"/>
                </a:lnTo>
                <a:lnTo>
                  <a:pt x="749" y="530"/>
                </a:lnTo>
                <a:lnTo>
                  <a:pt x="748" y="530"/>
                </a:lnTo>
                <a:lnTo>
                  <a:pt x="748" y="531"/>
                </a:lnTo>
                <a:lnTo>
                  <a:pt x="747" y="532"/>
                </a:lnTo>
                <a:lnTo>
                  <a:pt x="746" y="532"/>
                </a:lnTo>
                <a:lnTo>
                  <a:pt x="745" y="532"/>
                </a:lnTo>
                <a:lnTo>
                  <a:pt x="745" y="533"/>
                </a:lnTo>
                <a:lnTo>
                  <a:pt x="745" y="534"/>
                </a:lnTo>
                <a:lnTo>
                  <a:pt x="745" y="535"/>
                </a:lnTo>
                <a:lnTo>
                  <a:pt x="745" y="536"/>
                </a:lnTo>
                <a:lnTo>
                  <a:pt x="745" y="537"/>
                </a:lnTo>
                <a:lnTo>
                  <a:pt x="745" y="538"/>
                </a:lnTo>
                <a:lnTo>
                  <a:pt x="745" y="539"/>
                </a:lnTo>
                <a:lnTo>
                  <a:pt x="745" y="538"/>
                </a:lnTo>
                <a:lnTo>
                  <a:pt x="744" y="538"/>
                </a:lnTo>
                <a:lnTo>
                  <a:pt x="744" y="539"/>
                </a:lnTo>
                <a:lnTo>
                  <a:pt x="744" y="540"/>
                </a:lnTo>
                <a:lnTo>
                  <a:pt x="744" y="541"/>
                </a:lnTo>
                <a:lnTo>
                  <a:pt x="743" y="541"/>
                </a:lnTo>
                <a:lnTo>
                  <a:pt x="742" y="541"/>
                </a:lnTo>
                <a:lnTo>
                  <a:pt x="741" y="541"/>
                </a:lnTo>
                <a:lnTo>
                  <a:pt x="741" y="540"/>
                </a:lnTo>
                <a:lnTo>
                  <a:pt x="740" y="540"/>
                </a:lnTo>
                <a:lnTo>
                  <a:pt x="739" y="541"/>
                </a:lnTo>
                <a:lnTo>
                  <a:pt x="738" y="541"/>
                </a:lnTo>
                <a:lnTo>
                  <a:pt x="737" y="541"/>
                </a:lnTo>
                <a:lnTo>
                  <a:pt x="736" y="542"/>
                </a:lnTo>
                <a:lnTo>
                  <a:pt x="735" y="542"/>
                </a:lnTo>
                <a:lnTo>
                  <a:pt x="734" y="543"/>
                </a:lnTo>
                <a:lnTo>
                  <a:pt x="733" y="543"/>
                </a:lnTo>
                <a:lnTo>
                  <a:pt x="732" y="543"/>
                </a:lnTo>
                <a:lnTo>
                  <a:pt x="732" y="542"/>
                </a:lnTo>
                <a:lnTo>
                  <a:pt x="731" y="542"/>
                </a:lnTo>
                <a:lnTo>
                  <a:pt x="731" y="543"/>
                </a:lnTo>
                <a:lnTo>
                  <a:pt x="730" y="543"/>
                </a:lnTo>
                <a:lnTo>
                  <a:pt x="729" y="544"/>
                </a:lnTo>
                <a:lnTo>
                  <a:pt x="729" y="543"/>
                </a:lnTo>
                <a:lnTo>
                  <a:pt x="728" y="543"/>
                </a:lnTo>
                <a:lnTo>
                  <a:pt x="727" y="543"/>
                </a:lnTo>
                <a:lnTo>
                  <a:pt x="727" y="544"/>
                </a:lnTo>
                <a:lnTo>
                  <a:pt x="727" y="545"/>
                </a:lnTo>
                <a:lnTo>
                  <a:pt x="726" y="545"/>
                </a:lnTo>
                <a:lnTo>
                  <a:pt x="725" y="545"/>
                </a:lnTo>
                <a:lnTo>
                  <a:pt x="724" y="545"/>
                </a:lnTo>
                <a:lnTo>
                  <a:pt x="723" y="545"/>
                </a:lnTo>
                <a:lnTo>
                  <a:pt x="722" y="545"/>
                </a:lnTo>
                <a:lnTo>
                  <a:pt x="721" y="544"/>
                </a:lnTo>
                <a:lnTo>
                  <a:pt x="721" y="545"/>
                </a:lnTo>
                <a:lnTo>
                  <a:pt x="721" y="546"/>
                </a:lnTo>
                <a:lnTo>
                  <a:pt x="722" y="546"/>
                </a:lnTo>
                <a:lnTo>
                  <a:pt x="722" y="547"/>
                </a:lnTo>
                <a:lnTo>
                  <a:pt x="721" y="547"/>
                </a:lnTo>
                <a:lnTo>
                  <a:pt x="722" y="548"/>
                </a:lnTo>
                <a:lnTo>
                  <a:pt x="722" y="549"/>
                </a:lnTo>
                <a:lnTo>
                  <a:pt x="721" y="549"/>
                </a:lnTo>
                <a:lnTo>
                  <a:pt x="720" y="549"/>
                </a:lnTo>
                <a:lnTo>
                  <a:pt x="719" y="549"/>
                </a:lnTo>
                <a:lnTo>
                  <a:pt x="719" y="550"/>
                </a:lnTo>
                <a:lnTo>
                  <a:pt x="719" y="551"/>
                </a:lnTo>
                <a:lnTo>
                  <a:pt x="719" y="552"/>
                </a:lnTo>
                <a:lnTo>
                  <a:pt x="720" y="552"/>
                </a:lnTo>
                <a:lnTo>
                  <a:pt x="721" y="552"/>
                </a:lnTo>
                <a:lnTo>
                  <a:pt x="721" y="553"/>
                </a:lnTo>
                <a:lnTo>
                  <a:pt x="720" y="553"/>
                </a:lnTo>
                <a:lnTo>
                  <a:pt x="722" y="553"/>
                </a:lnTo>
                <a:lnTo>
                  <a:pt x="722" y="554"/>
                </a:lnTo>
                <a:lnTo>
                  <a:pt x="723" y="555"/>
                </a:lnTo>
                <a:lnTo>
                  <a:pt x="723" y="556"/>
                </a:lnTo>
                <a:lnTo>
                  <a:pt x="723" y="557"/>
                </a:lnTo>
                <a:lnTo>
                  <a:pt x="724" y="557"/>
                </a:lnTo>
                <a:lnTo>
                  <a:pt x="724" y="558"/>
                </a:lnTo>
                <a:lnTo>
                  <a:pt x="724" y="559"/>
                </a:lnTo>
                <a:lnTo>
                  <a:pt x="723" y="559"/>
                </a:lnTo>
                <a:lnTo>
                  <a:pt x="723" y="561"/>
                </a:lnTo>
                <a:lnTo>
                  <a:pt x="724" y="561"/>
                </a:lnTo>
                <a:lnTo>
                  <a:pt x="724" y="562"/>
                </a:lnTo>
                <a:lnTo>
                  <a:pt x="724" y="563"/>
                </a:lnTo>
                <a:lnTo>
                  <a:pt x="724" y="564"/>
                </a:lnTo>
                <a:lnTo>
                  <a:pt x="725" y="564"/>
                </a:lnTo>
                <a:lnTo>
                  <a:pt x="725" y="566"/>
                </a:lnTo>
                <a:lnTo>
                  <a:pt x="724" y="566"/>
                </a:lnTo>
                <a:lnTo>
                  <a:pt x="724" y="567"/>
                </a:lnTo>
                <a:lnTo>
                  <a:pt x="725" y="567"/>
                </a:lnTo>
                <a:lnTo>
                  <a:pt x="724" y="567"/>
                </a:lnTo>
                <a:lnTo>
                  <a:pt x="724" y="568"/>
                </a:lnTo>
                <a:lnTo>
                  <a:pt x="724" y="569"/>
                </a:lnTo>
                <a:lnTo>
                  <a:pt x="723" y="570"/>
                </a:lnTo>
                <a:lnTo>
                  <a:pt x="722" y="571"/>
                </a:lnTo>
                <a:lnTo>
                  <a:pt x="723" y="572"/>
                </a:lnTo>
                <a:lnTo>
                  <a:pt x="723" y="573"/>
                </a:lnTo>
                <a:lnTo>
                  <a:pt x="724" y="574"/>
                </a:lnTo>
                <a:lnTo>
                  <a:pt x="725" y="574"/>
                </a:lnTo>
                <a:lnTo>
                  <a:pt x="726" y="575"/>
                </a:lnTo>
                <a:lnTo>
                  <a:pt x="726" y="576"/>
                </a:lnTo>
                <a:lnTo>
                  <a:pt x="727" y="576"/>
                </a:lnTo>
                <a:lnTo>
                  <a:pt x="728" y="576"/>
                </a:lnTo>
                <a:lnTo>
                  <a:pt x="728" y="575"/>
                </a:lnTo>
                <a:lnTo>
                  <a:pt x="729" y="575"/>
                </a:lnTo>
                <a:lnTo>
                  <a:pt x="730" y="575"/>
                </a:lnTo>
                <a:lnTo>
                  <a:pt x="730" y="576"/>
                </a:lnTo>
                <a:lnTo>
                  <a:pt x="731" y="576"/>
                </a:lnTo>
                <a:lnTo>
                  <a:pt x="732" y="576"/>
                </a:lnTo>
                <a:lnTo>
                  <a:pt x="733" y="576"/>
                </a:lnTo>
                <a:lnTo>
                  <a:pt x="733" y="577"/>
                </a:lnTo>
                <a:lnTo>
                  <a:pt x="733" y="579"/>
                </a:lnTo>
                <a:lnTo>
                  <a:pt x="732" y="580"/>
                </a:lnTo>
                <a:lnTo>
                  <a:pt x="732" y="581"/>
                </a:lnTo>
                <a:lnTo>
                  <a:pt x="732" y="582"/>
                </a:lnTo>
                <a:lnTo>
                  <a:pt x="733" y="583"/>
                </a:lnTo>
                <a:lnTo>
                  <a:pt x="733" y="584"/>
                </a:lnTo>
                <a:lnTo>
                  <a:pt x="734" y="584"/>
                </a:lnTo>
                <a:lnTo>
                  <a:pt x="734" y="585"/>
                </a:lnTo>
                <a:lnTo>
                  <a:pt x="735" y="585"/>
                </a:lnTo>
                <a:lnTo>
                  <a:pt x="735" y="586"/>
                </a:lnTo>
                <a:lnTo>
                  <a:pt x="735" y="587"/>
                </a:lnTo>
                <a:lnTo>
                  <a:pt x="736" y="587"/>
                </a:lnTo>
                <a:lnTo>
                  <a:pt x="735" y="588"/>
                </a:lnTo>
                <a:lnTo>
                  <a:pt x="736" y="588"/>
                </a:lnTo>
                <a:lnTo>
                  <a:pt x="737" y="588"/>
                </a:lnTo>
                <a:lnTo>
                  <a:pt x="738" y="588"/>
                </a:lnTo>
                <a:lnTo>
                  <a:pt x="738" y="587"/>
                </a:lnTo>
                <a:lnTo>
                  <a:pt x="738" y="588"/>
                </a:lnTo>
                <a:lnTo>
                  <a:pt x="739" y="588"/>
                </a:lnTo>
                <a:lnTo>
                  <a:pt x="740" y="589"/>
                </a:lnTo>
                <a:lnTo>
                  <a:pt x="741" y="589"/>
                </a:lnTo>
                <a:lnTo>
                  <a:pt x="741" y="588"/>
                </a:lnTo>
                <a:lnTo>
                  <a:pt x="742" y="588"/>
                </a:lnTo>
                <a:lnTo>
                  <a:pt x="743" y="588"/>
                </a:lnTo>
                <a:lnTo>
                  <a:pt x="743" y="589"/>
                </a:lnTo>
                <a:lnTo>
                  <a:pt x="744" y="589"/>
                </a:lnTo>
                <a:lnTo>
                  <a:pt x="744" y="590"/>
                </a:lnTo>
                <a:lnTo>
                  <a:pt x="746" y="590"/>
                </a:lnTo>
                <a:lnTo>
                  <a:pt x="747" y="590"/>
                </a:lnTo>
                <a:lnTo>
                  <a:pt x="746" y="590"/>
                </a:lnTo>
                <a:lnTo>
                  <a:pt x="746" y="591"/>
                </a:lnTo>
                <a:lnTo>
                  <a:pt x="747" y="591"/>
                </a:lnTo>
                <a:lnTo>
                  <a:pt x="748" y="591"/>
                </a:lnTo>
                <a:lnTo>
                  <a:pt x="749" y="591"/>
                </a:lnTo>
                <a:lnTo>
                  <a:pt x="750" y="592"/>
                </a:lnTo>
                <a:lnTo>
                  <a:pt x="751" y="592"/>
                </a:lnTo>
                <a:lnTo>
                  <a:pt x="752" y="593"/>
                </a:lnTo>
                <a:lnTo>
                  <a:pt x="753" y="593"/>
                </a:lnTo>
                <a:lnTo>
                  <a:pt x="754" y="593"/>
                </a:lnTo>
                <a:lnTo>
                  <a:pt x="754" y="594"/>
                </a:lnTo>
                <a:lnTo>
                  <a:pt x="753" y="594"/>
                </a:lnTo>
                <a:lnTo>
                  <a:pt x="753" y="595"/>
                </a:lnTo>
                <a:lnTo>
                  <a:pt x="752" y="595"/>
                </a:lnTo>
                <a:lnTo>
                  <a:pt x="752" y="596"/>
                </a:lnTo>
                <a:lnTo>
                  <a:pt x="751" y="596"/>
                </a:lnTo>
                <a:lnTo>
                  <a:pt x="750" y="597"/>
                </a:lnTo>
                <a:lnTo>
                  <a:pt x="749" y="598"/>
                </a:lnTo>
                <a:lnTo>
                  <a:pt x="749" y="599"/>
                </a:lnTo>
                <a:lnTo>
                  <a:pt x="748" y="599"/>
                </a:lnTo>
                <a:lnTo>
                  <a:pt x="748" y="598"/>
                </a:lnTo>
                <a:lnTo>
                  <a:pt x="747" y="599"/>
                </a:lnTo>
                <a:lnTo>
                  <a:pt x="747" y="600"/>
                </a:lnTo>
                <a:lnTo>
                  <a:pt x="746" y="600"/>
                </a:lnTo>
                <a:lnTo>
                  <a:pt x="746" y="601"/>
                </a:lnTo>
                <a:lnTo>
                  <a:pt x="745" y="600"/>
                </a:lnTo>
                <a:lnTo>
                  <a:pt x="744" y="600"/>
                </a:lnTo>
                <a:lnTo>
                  <a:pt x="743" y="600"/>
                </a:lnTo>
                <a:lnTo>
                  <a:pt x="742" y="601"/>
                </a:lnTo>
                <a:lnTo>
                  <a:pt x="742" y="602"/>
                </a:lnTo>
                <a:lnTo>
                  <a:pt x="742" y="603"/>
                </a:lnTo>
                <a:lnTo>
                  <a:pt x="741" y="604"/>
                </a:lnTo>
                <a:lnTo>
                  <a:pt x="741" y="605"/>
                </a:lnTo>
                <a:lnTo>
                  <a:pt x="741" y="606"/>
                </a:lnTo>
                <a:lnTo>
                  <a:pt x="740" y="606"/>
                </a:lnTo>
                <a:lnTo>
                  <a:pt x="740" y="607"/>
                </a:lnTo>
                <a:lnTo>
                  <a:pt x="741" y="607"/>
                </a:lnTo>
                <a:lnTo>
                  <a:pt x="741" y="608"/>
                </a:lnTo>
                <a:lnTo>
                  <a:pt x="741" y="609"/>
                </a:lnTo>
                <a:lnTo>
                  <a:pt x="740" y="609"/>
                </a:lnTo>
                <a:lnTo>
                  <a:pt x="739" y="610"/>
                </a:lnTo>
                <a:lnTo>
                  <a:pt x="739" y="611"/>
                </a:lnTo>
                <a:lnTo>
                  <a:pt x="738" y="612"/>
                </a:lnTo>
                <a:lnTo>
                  <a:pt x="738" y="613"/>
                </a:lnTo>
                <a:lnTo>
                  <a:pt x="737" y="613"/>
                </a:lnTo>
                <a:lnTo>
                  <a:pt x="736" y="614"/>
                </a:lnTo>
                <a:lnTo>
                  <a:pt x="735" y="614"/>
                </a:lnTo>
                <a:lnTo>
                  <a:pt x="735" y="615"/>
                </a:lnTo>
                <a:lnTo>
                  <a:pt x="735" y="614"/>
                </a:lnTo>
                <a:lnTo>
                  <a:pt x="734" y="614"/>
                </a:lnTo>
                <a:lnTo>
                  <a:pt x="733" y="615"/>
                </a:lnTo>
                <a:lnTo>
                  <a:pt x="733" y="616"/>
                </a:lnTo>
                <a:lnTo>
                  <a:pt x="732" y="616"/>
                </a:lnTo>
                <a:lnTo>
                  <a:pt x="732" y="617"/>
                </a:lnTo>
                <a:lnTo>
                  <a:pt x="732" y="618"/>
                </a:lnTo>
                <a:lnTo>
                  <a:pt x="731" y="618"/>
                </a:lnTo>
                <a:lnTo>
                  <a:pt x="730" y="618"/>
                </a:lnTo>
                <a:lnTo>
                  <a:pt x="730" y="619"/>
                </a:lnTo>
                <a:lnTo>
                  <a:pt x="730" y="620"/>
                </a:lnTo>
                <a:lnTo>
                  <a:pt x="730" y="621"/>
                </a:lnTo>
                <a:lnTo>
                  <a:pt x="731" y="621"/>
                </a:lnTo>
                <a:lnTo>
                  <a:pt x="731" y="622"/>
                </a:lnTo>
                <a:lnTo>
                  <a:pt x="730" y="623"/>
                </a:lnTo>
                <a:lnTo>
                  <a:pt x="730" y="624"/>
                </a:lnTo>
                <a:lnTo>
                  <a:pt x="730" y="625"/>
                </a:lnTo>
                <a:lnTo>
                  <a:pt x="731" y="625"/>
                </a:lnTo>
                <a:lnTo>
                  <a:pt x="731" y="626"/>
                </a:lnTo>
                <a:lnTo>
                  <a:pt x="732" y="626"/>
                </a:lnTo>
                <a:lnTo>
                  <a:pt x="733" y="628"/>
                </a:lnTo>
                <a:lnTo>
                  <a:pt x="734" y="628"/>
                </a:lnTo>
                <a:lnTo>
                  <a:pt x="734" y="629"/>
                </a:lnTo>
                <a:lnTo>
                  <a:pt x="734" y="630"/>
                </a:lnTo>
                <a:lnTo>
                  <a:pt x="734" y="631"/>
                </a:lnTo>
                <a:lnTo>
                  <a:pt x="735" y="631"/>
                </a:lnTo>
                <a:lnTo>
                  <a:pt x="735" y="632"/>
                </a:lnTo>
                <a:lnTo>
                  <a:pt x="734" y="632"/>
                </a:lnTo>
                <a:lnTo>
                  <a:pt x="733" y="632"/>
                </a:lnTo>
                <a:lnTo>
                  <a:pt x="733" y="633"/>
                </a:lnTo>
                <a:lnTo>
                  <a:pt x="732" y="633"/>
                </a:lnTo>
                <a:lnTo>
                  <a:pt x="731" y="633"/>
                </a:lnTo>
                <a:lnTo>
                  <a:pt x="731" y="634"/>
                </a:lnTo>
                <a:lnTo>
                  <a:pt x="732" y="636"/>
                </a:lnTo>
                <a:lnTo>
                  <a:pt x="733" y="636"/>
                </a:lnTo>
                <a:lnTo>
                  <a:pt x="733" y="637"/>
                </a:lnTo>
                <a:lnTo>
                  <a:pt x="732" y="637"/>
                </a:lnTo>
                <a:lnTo>
                  <a:pt x="731" y="637"/>
                </a:lnTo>
                <a:lnTo>
                  <a:pt x="731" y="638"/>
                </a:lnTo>
                <a:lnTo>
                  <a:pt x="730" y="638"/>
                </a:lnTo>
                <a:lnTo>
                  <a:pt x="729" y="637"/>
                </a:lnTo>
                <a:lnTo>
                  <a:pt x="728" y="638"/>
                </a:lnTo>
                <a:lnTo>
                  <a:pt x="727" y="638"/>
                </a:lnTo>
                <a:lnTo>
                  <a:pt x="726" y="638"/>
                </a:lnTo>
                <a:lnTo>
                  <a:pt x="725" y="638"/>
                </a:lnTo>
                <a:lnTo>
                  <a:pt x="724" y="638"/>
                </a:lnTo>
                <a:lnTo>
                  <a:pt x="723" y="638"/>
                </a:lnTo>
                <a:lnTo>
                  <a:pt x="723" y="639"/>
                </a:lnTo>
                <a:lnTo>
                  <a:pt x="722" y="639"/>
                </a:lnTo>
                <a:lnTo>
                  <a:pt x="722" y="640"/>
                </a:lnTo>
                <a:lnTo>
                  <a:pt x="722" y="639"/>
                </a:lnTo>
                <a:lnTo>
                  <a:pt x="721" y="640"/>
                </a:lnTo>
                <a:lnTo>
                  <a:pt x="720" y="640"/>
                </a:lnTo>
                <a:lnTo>
                  <a:pt x="719" y="640"/>
                </a:lnTo>
                <a:lnTo>
                  <a:pt x="718" y="641"/>
                </a:lnTo>
                <a:lnTo>
                  <a:pt x="719" y="642"/>
                </a:lnTo>
                <a:lnTo>
                  <a:pt x="719" y="643"/>
                </a:lnTo>
                <a:lnTo>
                  <a:pt x="718" y="643"/>
                </a:lnTo>
                <a:lnTo>
                  <a:pt x="718" y="644"/>
                </a:lnTo>
                <a:lnTo>
                  <a:pt x="718" y="645"/>
                </a:lnTo>
                <a:lnTo>
                  <a:pt x="717" y="645"/>
                </a:lnTo>
                <a:lnTo>
                  <a:pt x="717" y="646"/>
                </a:lnTo>
                <a:lnTo>
                  <a:pt x="718" y="647"/>
                </a:lnTo>
                <a:lnTo>
                  <a:pt x="720" y="647"/>
                </a:lnTo>
                <a:lnTo>
                  <a:pt x="720" y="648"/>
                </a:lnTo>
                <a:lnTo>
                  <a:pt x="719" y="648"/>
                </a:lnTo>
                <a:lnTo>
                  <a:pt x="720" y="649"/>
                </a:lnTo>
                <a:lnTo>
                  <a:pt x="721" y="649"/>
                </a:lnTo>
                <a:lnTo>
                  <a:pt x="720" y="650"/>
                </a:lnTo>
                <a:lnTo>
                  <a:pt x="721" y="651"/>
                </a:lnTo>
                <a:lnTo>
                  <a:pt x="721" y="652"/>
                </a:lnTo>
                <a:lnTo>
                  <a:pt x="721" y="653"/>
                </a:lnTo>
                <a:lnTo>
                  <a:pt x="720" y="653"/>
                </a:lnTo>
                <a:lnTo>
                  <a:pt x="720" y="654"/>
                </a:lnTo>
                <a:lnTo>
                  <a:pt x="720" y="655"/>
                </a:lnTo>
                <a:lnTo>
                  <a:pt x="720" y="657"/>
                </a:lnTo>
                <a:lnTo>
                  <a:pt x="721" y="657"/>
                </a:lnTo>
                <a:lnTo>
                  <a:pt x="721" y="658"/>
                </a:lnTo>
                <a:lnTo>
                  <a:pt x="722" y="660"/>
                </a:lnTo>
                <a:lnTo>
                  <a:pt x="723" y="662"/>
                </a:lnTo>
                <a:lnTo>
                  <a:pt x="724" y="663"/>
                </a:lnTo>
                <a:lnTo>
                  <a:pt x="724" y="664"/>
                </a:lnTo>
                <a:lnTo>
                  <a:pt x="724" y="665"/>
                </a:lnTo>
                <a:lnTo>
                  <a:pt x="724" y="666"/>
                </a:lnTo>
                <a:lnTo>
                  <a:pt x="725" y="666"/>
                </a:lnTo>
                <a:lnTo>
                  <a:pt x="726" y="667"/>
                </a:lnTo>
                <a:lnTo>
                  <a:pt x="727" y="668"/>
                </a:lnTo>
                <a:lnTo>
                  <a:pt x="727" y="669"/>
                </a:lnTo>
                <a:lnTo>
                  <a:pt x="728" y="669"/>
                </a:lnTo>
                <a:lnTo>
                  <a:pt x="728" y="670"/>
                </a:lnTo>
                <a:lnTo>
                  <a:pt x="729" y="670"/>
                </a:lnTo>
                <a:lnTo>
                  <a:pt x="729" y="671"/>
                </a:lnTo>
                <a:lnTo>
                  <a:pt x="730" y="671"/>
                </a:lnTo>
                <a:lnTo>
                  <a:pt x="731" y="671"/>
                </a:lnTo>
                <a:lnTo>
                  <a:pt x="732" y="671"/>
                </a:lnTo>
                <a:lnTo>
                  <a:pt x="732" y="672"/>
                </a:lnTo>
                <a:lnTo>
                  <a:pt x="733" y="672"/>
                </a:lnTo>
                <a:lnTo>
                  <a:pt x="733" y="673"/>
                </a:lnTo>
                <a:lnTo>
                  <a:pt x="733" y="672"/>
                </a:lnTo>
                <a:lnTo>
                  <a:pt x="734" y="672"/>
                </a:lnTo>
                <a:lnTo>
                  <a:pt x="735" y="673"/>
                </a:lnTo>
                <a:lnTo>
                  <a:pt x="735" y="674"/>
                </a:lnTo>
                <a:lnTo>
                  <a:pt x="736" y="674"/>
                </a:lnTo>
                <a:lnTo>
                  <a:pt x="737" y="674"/>
                </a:lnTo>
                <a:lnTo>
                  <a:pt x="738" y="674"/>
                </a:lnTo>
                <a:lnTo>
                  <a:pt x="738" y="675"/>
                </a:lnTo>
                <a:lnTo>
                  <a:pt x="739" y="675"/>
                </a:lnTo>
                <a:lnTo>
                  <a:pt x="740" y="675"/>
                </a:lnTo>
                <a:lnTo>
                  <a:pt x="741" y="675"/>
                </a:lnTo>
                <a:lnTo>
                  <a:pt x="741" y="676"/>
                </a:lnTo>
                <a:lnTo>
                  <a:pt x="741" y="677"/>
                </a:lnTo>
                <a:lnTo>
                  <a:pt x="742" y="678"/>
                </a:lnTo>
                <a:lnTo>
                  <a:pt x="743" y="679"/>
                </a:lnTo>
                <a:lnTo>
                  <a:pt x="744" y="679"/>
                </a:lnTo>
                <a:lnTo>
                  <a:pt x="744" y="680"/>
                </a:lnTo>
                <a:lnTo>
                  <a:pt x="745" y="680"/>
                </a:lnTo>
                <a:lnTo>
                  <a:pt x="746" y="680"/>
                </a:lnTo>
                <a:lnTo>
                  <a:pt x="746" y="681"/>
                </a:lnTo>
                <a:lnTo>
                  <a:pt x="747" y="682"/>
                </a:lnTo>
                <a:lnTo>
                  <a:pt x="748" y="682"/>
                </a:lnTo>
                <a:lnTo>
                  <a:pt x="749" y="682"/>
                </a:lnTo>
                <a:lnTo>
                  <a:pt x="749" y="683"/>
                </a:lnTo>
                <a:lnTo>
                  <a:pt x="750" y="683"/>
                </a:lnTo>
                <a:lnTo>
                  <a:pt x="751" y="683"/>
                </a:lnTo>
                <a:lnTo>
                  <a:pt x="751" y="684"/>
                </a:lnTo>
                <a:lnTo>
                  <a:pt x="752" y="684"/>
                </a:lnTo>
                <a:lnTo>
                  <a:pt x="751" y="684"/>
                </a:lnTo>
                <a:lnTo>
                  <a:pt x="750" y="684"/>
                </a:lnTo>
                <a:lnTo>
                  <a:pt x="749" y="684"/>
                </a:lnTo>
                <a:lnTo>
                  <a:pt x="748" y="684"/>
                </a:lnTo>
                <a:lnTo>
                  <a:pt x="748" y="683"/>
                </a:lnTo>
                <a:lnTo>
                  <a:pt x="747" y="683"/>
                </a:lnTo>
                <a:lnTo>
                  <a:pt x="747" y="684"/>
                </a:lnTo>
                <a:lnTo>
                  <a:pt x="746" y="685"/>
                </a:lnTo>
                <a:lnTo>
                  <a:pt x="745" y="684"/>
                </a:lnTo>
                <a:lnTo>
                  <a:pt x="744" y="684"/>
                </a:lnTo>
                <a:lnTo>
                  <a:pt x="743" y="684"/>
                </a:lnTo>
                <a:lnTo>
                  <a:pt x="742" y="684"/>
                </a:lnTo>
                <a:lnTo>
                  <a:pt x="742" y="685"/>
                </a:lnTo>
                <a:lnTo>
                  <a:pt x="742" y="684"/>
                </a:lnTo>
                <a:lnTo>
                  <a:pt x="741" y="684"/>
                </a:lnTo>
                <a:lnTo>
                  <a:pt x="740" y="684"/>
                </a:lnTo>
                <a:lnTo>
                  <a:pt x="739" y="684"/>
                </a:lnTo>
                <a:lnTo>
                  <a:pt x="739" y="683"/>
                </a:lnTo>
                <a:lnTo>
                  <a:pt x="739" y="684"/>
                </a:lnTo>
                <a:lnTo>
                  <a:pt x="738" y="684"/>
                </a:lnTo>
                <a:lnTo>
                  <a:pt x="737" y="684"/>
                </a:lnTo>
                <a:lnTo>
                  <a:pt x="736" y="683"/>
                </a:lnTo>
                <a:lnTo>
                  <a:pt x="735" y="683"/>
                </a:lnTo>
                <a:lnTo>
                  <a:pt x="734" y="683"/>
                </a:lnTo>
                <a:lnTo>
                  <a:pt x="734" y="684"/>
                </a:lnTo>
                <a:lnTo>
                  <a:pt x="733" y="684"/>
                </a:lnTo>
                <a:lnTo>
                  <a:pt x="732" y="684"/>
                </a:lnTo>
                <a:lnTo>
                  <a:pt x="732" y="683"/>
                </a:lnTo>
                <a:lnTo>
                  <a:pt x="731" y="683"/>
                </a:lnTo>
                <a:lnTo>
                  <a:pt x="730" y="682"/>
                </a:lnTo>
                <a:lnTo>
                  <a:pt x="729" y="682"/>
                </a:lnTo>
                <a:lnTo>
                  <a:pt x="728" y="682"/>
                </a:lnTo>
                <a:lnTo>
                  <a:pt x="728" y="681"/>
                </a:lnTo>
                <a:lnTo>
                  <a:pt x="728" y="680"/>
                </a:lnTo>
                <a:lnTo>
                  <a:pt x="727" y="680"/>
                </a:lnTo>
                <a:lnTo>
                  <a:pt x="727" y="679"/>
                </a:lnTo>
                <a:lnTo>
                  <a:pt x="726" y="678"/>
                </a:lnTo>
                <a:lnTo>
                  <a:pt x="725" y="678"/>
                </a:lnTo>
                <a:lnTo>
                  <a:pt x="724" y="678"/>
                </a:lnTo>
                <a:lnTo>
                  <a:pt x="723" y="679"/>
                </a:lnTo>
                <a:lnTo>
                  <a:pt x="723" y="680"/>
                </a:lnTo>
                <a:lnTo>
                  <a:pt x="722" y="680"/>
                </a:lnTo>
                <a:lnTo>
                  <a:pt x="722" y="681"/>
                </a:lnTo>
                <a:lnTo>
                  <a:pt x="721" y="681"/>
                </a:lnTo>
                <a:lnTo>
                  <a:pt x="720" y="682"/>
                </a:lnTo>
                <a:lnTo>
                  <a:pt x="719" y="682"/>
                </a:lnTo>
                <a:lnTo>
                  <a:pt x="719" y="681"/>
                </a:lnTo>
                <a:lnTo>
                  <a:pt x="718" y="680"/>
                </a:lnTo>
                <a:lnTo>
                  <a:pt x="717" y="680"/>
                </a:lnTo>
                <a:lnTo>
                  <a:pt x="717" y="681"/>
                </a:lnTo>
                <a:lnTo>
                  <a:pt x="716" y="683"/>
                </a:lnTo>
                <a:lnTo>
                  <a:pt x="716" y="684"/>
                </a:lnTo>
                <a:lnTo>
                  <a:pt x="715" y="684"/>
                </a:lnTo>
                <a:lnTo>
                  <a:pt x="715" y="685"/>
                </a:lnTo>
                <a:lnTo>
                  <a:pt x="716" y="685"/>
                </a:lnTo>
                <a:lnTo>
                  <a:pt x="717" y="685"/>
                </a:lnTo>
                <a:lnTo>
                  <a:pt x="718" y="685"/>
                </a:lnTo>
                <a:lnTo>
                  <a:pt x="719" y="685"/>
                </a:lnTo>
                <a:lnTo>
                  <a:pt x="719" y="686"/>
                </a:lnTo>
                <a:lnTo>
                  <a:pt x="720" y="686"/>
                </a:lnTo>
                <a:lnTo>
                  <a:pt x="721" y="686"/>
                </a:lnTo>
                <a:lnTo>
                  <a:pt x="721" y="687"/>
                </a:lnTo>
                <a:lnTo>
                  <a:pt x="720" y="687"/>
                </a:lnTo>
                <a:lnTo>
                  <a:pt x="720" y="688"/>
                </a:lnTo>
                <a:lnTo>
                  <a:pt x="719" y="689"/>
                </a:lnTo>
                <a:lnTo>
                  <a:pt x="718" y="689"/>
                </a:lnTo>
                <a:lnTo>
                  <a:pt x="718" y="690"/>
                </a:lnTo>
                <a:lnTo>
                  <a:pt x="717" y="690"/>
                </a:lnTo>
                <a:lnTo>
                  <a:pt x="717" y="691"/>
                </a:lnTo>
                <a:lnTo>
                  <a:pt x="717" y="692"/>
                </a:lnTo>
                <a:lnTo>
                  <a:pt x="716" y="692"/>
                </a:lnTo>
                <a:lnTo>
                  <a:pt x="717" y="693"/>
                </a:lnTo>
                <a:lnTo>
                  <a:pt x="718" y="693"/>
                </a:lnTo>
                <a:lnTo>
                  <a:pt x="719" y="693"/>
                </a:lnTo>
                <a:lnTo>
                  <a:pt x="719" y="694"/>
                </a:lnTo>
                <a:lnTo>
                  <a:pt x="720" y="694"/>
                </a:lnTo>
                <a:lnTo>
                  <a:pt x="721" y="694"/>
                </a:lnTo>
                <a:lnTo>
                  <a:pt x="721" y="695"/>
                </a:lnTo>
                <a:lnTo>
                  <a:pt x="721" y="696"/>
                </a:lnTo>
                <a:lnTo>
                  <a:pt x="722" y="696"/>
                </a:lnTo>
                <a:lnTo>
                  <a:pt x="722" y="697"/>
                </a:lnTo>
                <a:lnTo>
                  <a:pt x="722" y="698"/>
                </a:lnTo>
                <a:lnTo>
                  <a:pt x="723" y="698"/>
                </a:lnTo>
                <a:lnTo>
                  <a:pt x="723" y="699"/>
                </a:lnTo>
                <a:lnTo>
                  <a:pt x="723" y="700"/>
                </a:lnTo>
                <a:lnTo>
                  <a:pt x="723" y="701"/>
                </a:lnTo>
                <a:lnTo>
                  <a:pt x="723" y="702"/>
                </a:lnTo>
                <a:lnTo>
                  <a:pt x="723" y="703"/>
                </a:lnTo>
                <a:lnTo>
                  <a:pt x="723" y="704"/>
                </a:lnTo>
                <a:lnTo>
                  <a:pt x="724" y="704"/>
                </a:lnTo>
                <a:lnTo>
                  <a:pt x="724" y="705"/>
                </a:lnTo>
                <a:lnTo>
                  <a:pt x="723" y="705"/>
                </a:lnTo>
                <a:lnTo>
                  <a:pt x="723" y="706"/>
                </a:lnTo>
                <a:lnTo>
                  <a:pt x="723" y="707"/>
                </a:lnTo>
                <a:lnTo>
                  <a:pt x="723" y="708"/>
                </a:lnTo>
                <a:lnTo>
                  <a:pt x="723" y="707"/>
                </a:lnTo>
                <a:lnTo>
                  <a:pt x="722" y="707"/>
                </a:lnTo>
                <a:lnTo>
                  <a:pt x="722" y="708"/>
                </a:lnTo>
                <a:lnTo>
                  <a:pt x="721" y="708"/>
                </a:lnTo>
                <a:lnTo>
                  <a:pt x="721" y="709"/>
                </a:lnTo>
                <a:lnTo>
                  <a:pt x="720" y="709"/>
                </a:lnTo>
                <a:lnTo>
                  <a:pt x="719" y="710"/>
                </a:lnTo>
                <a:lnTo>
                  <a:pt x="718" y="709"/>
                </a:lnTo>
                <a:lnTo>
                  <a:pt x="717" y="709"/>
                </a:lnTo>
                <a:lnTo>
                  <a:pt x="716" y="709"/>
                </a:lnTo>
                <a:lnTo>
                  <a:pt x="717" y="709"/>
                </a:lnTo>
                <a:lnTo>
                  <a:pt x="717" y="708"/>
                </a:lnTo>
                <a:lnTo>
                  <a:pt x="717" y="707"/>
                </a:lnTo>
                <a:lnTo>
                  <a:pt x="716" y="707"/>
                </a:lnTo>
                <a:lnTo>
                  <a:pt x="715" y="707"/>
                </a:lnTo>
                <a:lnTo>
                  <a:pt x="714" y="707"/>
                </a:lnTo>
                <a:lnTo>
                  <a:pt x="713" y="707"/>
                </a:lnTo>
                <a:lnTo>
                  <a:pt x="713" y="708"/>
                </a:lnTo>
                <a:lnTo>
                  <a:pt x="712" y="708"/>
                </a:lnTo>
                <a:lnTo>
                  <a:pt x="712" y="709"/>
                </a:lnTo>
                <a:lnTo>
                  <a:pt x="712" y="710"/>
                </a:lnTo>
                <a:lnTo>
                  <a:pt x="712" y="711"/>
                </a:lnTo>
                <a:lnTo>
                  <a:pt x="712" y="712"/>
                </a:lnTo>
                <a:lnTo>
                  <a:pt x="711" y="712"/>
                </a:lnTo>
                <a:lnTo>
                  <a:pt x="711" y="713"/>
                </a:lnTo>
                <a:lnTo>
                  <a:pt x="711" y="714"/>
                </a:lnTo>
                <a:lnTo>
                  <a:pt x="711" y="715"/>
                </a:lnTo>
                <a:lnTo>
                  <a:pt x="711" y="716"/>
                </a:lnTo>
                <a:lnTo>
                  <a:pt x="710" y="717"/>
                </a:lnTo>
                <a:lnTo>
                  <a:pt x="710" y="718"/>
                </a:lnTo>
                <a:lnTo>
                  <a:pt x="710" y="719"/>
                </a:lnTo>
                <a:lnTo>
                  <a:pt x="710" y="720"/>
                </a:lnTo>
                <a:lnTo>
                  <a:pt x="710" y="721"/>
                </a:lnTo>
                <a:lnTo>
                  <a:pt x="710" y="722"/>
                </a:lnTo>
                <a:lnTo>
                  <a:pt x="711" y="722"/>
                </a:lnTo>
                <a:lnTo>
                  <a:pt x="710" y="722"/>
                </a:lnTo>
                <a:lnTo>
                  <a:pt x="710" y="723"/>
                </a:lnTo>
                <a:lnTo>
                  <a:pt x="711" y="723"/>
                </a:lnTo>
                <a:lnTo>
                  <a:pt x="711" y="724"/>
                </a:lnTo>
                <a:lnTo>
                  <a:pt x="712" y="724"/>
                </a:lnTo>
                <a:lnTo>
                  <a:pt x="713" y="724"/>
                </a:lnTo>
                <a:lnTo>
                  <a:pt x="714" y="724"/>
                </a:lnTo>
                <a:lnTo>
                  <a:pt x="714" y="725"/>
                </a:lnTo>
                <a:lnTo>
                  <a:pt x="713" y="725"/>
                </a:lnTo>
                <a:lnTo>
                  <a:pt x="713" y="726"/>
                </a:lnTo>
                <a:lnTo>
                  <a:pt x="713" y="727"/>
                </a:lnTo>
                <a:lnTo>
                  <a:pt x="712" y="727"/>
                </a:lnTo>
                <a:lnTo>
                  <a:pt x="712" y="728"/>
                </a:lnTo>
                <a:lnTo>
                  <a:pt x="713" y="728"/>
                </a:lnTo>
                <a:lnTo>
                  <a:pt x="713" y="729"/>
                </a:lnTo>
                <a:lnTo>
                  <a:pt x="714" y="730"/>
                </a:lnTo>
                <a:lnTo>
                  <a:pt x="713" y="730"/>
                </a:lnTo>
                <a:lnTo>
                  <a:pt x="712" y="730"/>
                </a:lnTo>
                <a:lnTo>
                  <a:pt x="711" y="730"/>
                </a:lnTo>
                <a:lnTo>
                  <a:pt x="710" y="730"/>
                </a:lnTo>
                <a:lnTo>
                  <a:pt x="709" y="730"/>
                </a:lnTo>
                <a:lnTo>
                  <a:pt x="708" y="730"/>
                </a:lnTo>
                <a:lnTo>
                  <a:pt x="708" y="729"/>
                </a:lnTo>
                <a:lnTo>
                  <a:pt x="707" y="729"/>
                </a:lnTo>
                <a:lnTo>
                  <a:pt x="707" y="728"/>
                </a:lnTo>
                <a:lnTo>
                  <a:pt x="707" y="727"/>
                </a:lnTo>
                <a:lnTo>
                  <a:pt x="706" y="727"/>
                </a:lnTo>
                <a:lnTo>
                  <a:pt x="705" y="727"/>
                </a:lnTo>
                <a:lnTo>
                  <a:pt x="705" y="728"/>
                </a:lnTo>
                <a:lnTo>
                  <a:pt x="704" y="728"/>
                </a:lnTo>
                <a:lnTo>
                  <a:pt x="705" y="729"/>
                </a:lnTo>
                <a:lnTo>
                  <a:pt x="706" y="730"/>
                </a:lnTo>
                <a:lnTo>
                  <a:pt x="707" y="731"/>
                </a:lnTo>
                <a:lnTo>
                  <a:pt x="707" y="733"/>
                </a:lnTo>
                <a:lnTo>
                  <a:pt x="706" y="733"/>
                </a:lnTo>
                <a:lnTo>
                  <a:pt x="705" y="733"/>
                </a:lnTo>
                <a:lnTo>
                  <a:pt x="704" y="733"/>
                </a:lnTo>
                <a:lnTo>
                  <a:pt x="704" y="732"/>
                </a:lnTo>
                <a:lnTo>
                  <a:pt x="703" y="732"/>
                </a:lnTo>
                <a:lnTo>
                  <a:pt x="702" y="733"/>
                </a:lnTo>
                <a:lnTo>
                  <a:pt x="701" y="734"/>
                </a:lnTo>
                <a:lnTo>
                  <a:pt x="701" y="735"/>
                </a:lnTo>
                <a:lnTo>
                  <a:pt x="700" y="735"/>
                </a:lnTo>
                <a:lnTo>
                  <a:pt x="700" y="734"/>
                </a:lnTo>
                <a:lnTo>
                  <a:pt x="699" y="734"/>
                </a:lnTo>
                <a:lnTo>
                  <a:pt x="699" y="733"/>
                </a:lnTo>
                <a:lnTo>
                  <a:pt x="699" y="734"/>
                </a:lnTo>
                <a:lnTo>
                  <a:pt x="698" y="734"/>
                </a:lnTo>
                <a:lnTo>
                  <a:pt x="698" y="733"/>
                </a:lnTo>
                <a:lnTo>
                  <a:pt x="697" y="733"/>
                </a:lnTo>
                <a:lnTo>
                  <a:pt x="696" y="733"/>
                </a:lnTo>
                <a:lnTo>
                  <a:pt x="695" y="734"/>
                </a:lnTo>
                <a:lnTo>
                  <a:pt x="693" y="733"/>
                </a:lnTo>
                <a:lnTo>
                  <a:pt x="692" y="733"/>
                </a:lnTo>
                <a:lnTo>
                  <a:pt x="691" y="733"/>
                </a:lnTo>
                <a:lnTo>
                  <a:pt x="690" y="733"/>
                </a:lnTo>
                <a:lnTo>
                  <a:pt x="688" y="733"/>
                </a:lnTo>
                <a:lnTo>
                  <a:pt x="688" y="732"/>
                </a:lnTo>
                <a:lnTo>
                  <a:pt x="687" y="732"/>
                </a:lnTo>
                <a:lnTo>
                  <a:pt x="687" y="731"/>
                </a:lnTo>
                <a:lnTo>
                  <a:pt x="686" y="731"/>
                </a:lnTo>
                <a:lnTo>
                  <a:pt x="685" y="731"/>
                </a:lnTo>
                <a:lnTo>
                  <a:pt x="684" y="731"/>
                </a:lnTo>
                <a:lnTo>
                  <a:pt x="683" y="731"/>
                </a:lnTo>
                <a:lnTo>
                  <a:pt x="682" y="731"/>
                </a:lnTo>
                <a:lnTo>
                  <a:pt x="681" y="731"/>
                </a:lnTo>
                <a:lnTo>
                  <a:pt x="681" y="732"/>
                </a:lnTo>
                <a:lnTo>
                  <a:pt x="680" y="732"/>
                </a:lnTo>
                <a:lnTo>
                  <a:pt x="680" y="733"/>
                </a:lnTo>
                <a:lnTo>
                  <a:pt x="680" y="734"/>
                </a:lnTo>
                <a:lnTo>
                  <a:pt x="681" y="734"/>
                </a:lnTo>
                <a:lnTo>
                  <a:pt x="681" y="735"/>
                </a:lnTo>
                <a:lnTo>
                  <a:pt x="682" y="735"/>
                </a:lnTo>
                <a:lnTo>
                  <a:pt x="682" y="736"/>
                </a:lnTo>
                <a:lnTo>
                  <a:pt x="683" y="736"/>
                </a:lnTo>
                <a:lnTo>
                  <a:pt x="683" y="737"/>
                </a:lnTo>
                <a:lnTo>
                  <a:pt x="682" y="737"/>
                </a:lnTo>
                <a:lnTo>
                  <a:pt x="682" y="738"/>
                </a:lnTo>
                <a:lnTo>
                  <a:pt x="681" y="739"/>
                </a:lnTo>
                <a:lnTo>
                  <a:pt x="679" y="738"/>
                </a:lnTo>
                <a:lnTo>
                  <a:pt x="678" y="737"/>
                </a:lnTo>
                <a:lnTo>
                  <a:pt x="677" y="737"/>
                </a:lnTo>
                <a:lnTo>
                  <a:pt x="677" y="736"/>
                </a:lnTo>
                <a:lnTo>
                  <a:pt x="676" y="736"/>
                </a:lnTo>
                <a:lnTo>
                  <a:pt x="676" y="737"/>
                </a:lnTo>
                <a:lnTo>
                  <a:pt x="675" y="737"/>
                </a:lnTo>
                <a:lnTo>
                  <a:pt x="675" y="738"/>
                </a:lnTo>
                <a:lnTo>
                  <a:pt x="674" y="738"/>
                </a:lnTo>
                <a:lnTo>
                  <a:pt x="674" y="739"/>
                </a:lnTo>
                <a:lnTo>
                  <a:pt x="674" y="740"/>
                </a:lnTo>
                <a:lnTo>
                  <a:pt x="674" y="741"/>
                </a:lnTo>
                <a:lnTo>
                  <a:pt x="673" y="741"/>
                </a:lnTo>
                <a:lnTo>
                  <a:pt x="673" y="740"/>
                </a:lnTo>
                <a:lnTo>
                  <a:pt x="672" y="740"/>
                </a:lnTo>
                <a:lnTo>
                  <a:pt x="672" y="739"/>
                </a:lnTo>
                <a:lnTo>
                  <a:pt x="672" y="738"/>
                </a:lnTo>
                <a:lnTo>
                  <a:pt x="671" y="738"/>
                </a:lnTo>
                <a:lnTo>
                  <a:pt x="670" y="738"/>
                </a:lnTo>
                <a:lnTo>
                  <a:pt x="670" y="737"/>
                </a:lnTo>
                <a:lnTo>
                  <a:pt x="669" y="736"/>
                </a:lnTo>
                <a:lnTo>
                  <a:pt x="668" y="736"/>
                </a:lnTo>
                <a:lnTo>
                  <a:pt x="667" y="735"/>
                </a:lnTo>
                <a:lnTo>
                  <a:pt x="667" y="736"/>
                </a:lnTo>
                <a:lnTo>
                  <a:pt x="666" y="736"/>
                </a:lnTo>
                <a:lnTo>
                  <a:pt x="665" y="736"/>
                </a:lnTo>
                <a:lnTo>
                  <a:pt x="664" y="736"/>
                </a:lnTo>
                <a:lnTo>
                  <a:pt x="663" y="736"/>
                </a:lnTo>
                <a:lnTo>
                  <a:pt x="662" y="736"/>
                </a:lnTo>
                <a:lnTo>
                  <a:pt x="662" y="735"/>
                </a:lnTo>
                <a:lnTo>
                  <a:pt x="661" y="735"/>
                </a:lnTo>
                <a:lnTo>
                  <a:pt x="661" y="736"/>
                </a:lnTo>
                <a:lnTo>
                  <a:pt x="662" y="737"/>
                </a:lnTo>
                <a:lnTo>
                  <a:pt x="663" y="737"/>
                </a:lnTo>
                <a:lnTo>
                  <a:pt x="663" y="738"/>
                </a:lnTo>
                <a:lnTo>
                  <a:pt x="662" y="739"/>
                </a:lnTo>
                <a:lnTo>
                  <a:pt x="662" y="740"/>
                </a:lnTo>
                <a:lnTo>
                  <a:pt x="663" y="741"/>
                </a:lnTo>
                <a:lnTo>
                  <a:pt x="664" y="742"/>
                </a:lnTo>
                <a:lnTo>
                  <a:pt x="664" y="743"/>
                </a:lnTo>
                <a:lnTo>
                  <a:pt x="665" y="744"/>
                </a:lnTo>
                <a:lnTo>
                  <a:pt x="666" y="744"/>
                </a:lnTo>
                <a:lnTo>
                  <a:pt x="666" y="745"/>
                </a:lnTo>
                <a:lnTo>
                  <a:pt x="666" y="747"/>
                </a:lnTo>
                <a:lnTo>
                  <a:pt x="667" y="747"/>
                </a:lnTo>
                <a:lnTo>
                  <a:pt x="668" y="747"/>
                </a:lnTo>
                <a:lnTo>
                  <a:pt x="669" y="748"/>
                </a:lnTo>
                <a:lnTo>
                  <a:pt x="669" y="749"/>
                </a:lnTo>
                <a:lnTo>
                  <a:pt x="668" y="750"/>
                </a:lnTo>
                <a:lnTo>
                  <a:pt x="667" y="751"/>
                </a:lnTo>
                <a:lnTo>
                  <a:pt x="665" y="751"/>
                </a:lnTo>
                <a:lnTo>
                  <a:pt x="664" y="751"/>
                </a:lnTo>
                <a:lnTo>
                  <a:pt x="664" y="752"/>
                </a:lnTo>
                <a:lnTo>
                  <a:pt x="664" y="754"/>
                </a:lnTo>
                <a:lnTo>
                  <a:pt x="665" y="757"/>
                </a:lnTo>
                <a:lnTo>
                  <a:pt x="665" y="758"/>
                </a:lnTo>
                <a:lnTo>
                  <a:pt x="667" y="759"/>
                </a:lnTo>
                <a:lnTo>
                  <a:pt x="668" y="760"/>
                </a:lnTo>
                <a:lnTo>
                  <a:pt x="668" y="761"/>
                </a:lnTo>
                <a:lnTo>
                  <a:pt x="668" y="762"/>
                </a:lnTo>
                <a:lnTo>
                  <a:pt x="669" y="763"/>
                </a:lnTo>
                <a:lnTo>
                  <a:pt x="670" y="765"/>
                </a:lnTo>
                <a:lnTo>
                  <a:pt x="671" y="765"/>
                </a:lnTo>
                <a:lnTo>
                  <a:pt x="672" y="767"/>
                </a:lnTo>
                <a:lnTo>
                  <a:pt x="671" y="767"/>
                </a:lnTo>
                <a:lnTo>
                  <a:pt x="671" y="768"/>
                </a:lnTo>
                <a:lnTo>
                  <a:pt x="670" y="769"/>
                </a:lnTo>
                <a:lnTo>
                  <a:pt x="669" y="769"/>
                </a:lnTo>
                <a:lnTo>
                  <a:pt x="668" y="769"/>
                </a:lnTo>
                <a:lnTo>
                  <a:pt x="667" y="769"/>
                </a:lnTo>
                <a:lnTo>
                  <a:pt x="666" y="770"/>
                </a:lnTo>
                <a:lnTo>
                  <a:pt x="666" y="771"/>
                </a:lnTo>
                <a:lnTo>
                  <a:pt x="665" y="772"/>
                </a:lnTo>
                <a:lnTo>
                  <a:pt x="664" y="772"/>
                </a:lnTo>
                <a:lnTo>
                  <a:pt x="663" y="772"/>
                </a:lnTo>
                <a:lnTo>
                  <a:pt x="662" y="772"/>
                </a:lnTo>
                <a:lnTo>
                  <a:pt x="662" y="771"/>
                </a:lnTo>
                <a:lnTo>
                  <a:pt x="661" y="771"/>
                </a:lnTo>
                <a:lnTo>
                  <a:pt x="660" y="769"/>
                </a:lnTo>
                <a:lnTo>
                  <a:pt x="659" y="769"/>
                </a:lnTo>
                <a:lnTo>
                  <a:pt x="659" y="768"/>
                </a:lnTo>
                <a:lnTo>
                  <a:pt x="658" y="767"/>
                </a:lnTo>
                <a:lnTo>
                  <a:pt x="657" y="767"/>
                </a:lnTo>
                <a:lnTo>
                  <a:pt x="657" y="766"/>
                </a:lnTo>
                <a:lnTo>
                  <a:pt x="656" y="767"/>
                </a:lnTo>
                <a:lnTo>
                  <a:pt x="656" y="768"/>
                </a:lnTo>
                <a:lnTo>
                  <a:pt x="655" y="769"/>
                </a:lnTo>
                <a:lnTo>
                  <a:pt x="654" y="768"/>
                </a:lnTo>
                <a:lnTo>
                  <a:pt x="653" y="768"/>
                </a:lnTo>
                <a:lnTo>
                  <a:pt x="652" y="767"/>
                </a:lnTo>
                <a:lnTo>
                  <a:pt x="652" y="766"/>
                </a:lnTo>
                <a:lnTo>
                  <a:pt x="651" y="765"/>
                </a:lnTo>
                <a:lnTo>
                  <a:pt x="651" y="766"/>
                </a:lnTo>
                <a:lnTo>
                  <a:pt x="650" y="767"/>
                </a:lnTo>
                <a:lnTo>
                  <a:pt x="647" y="768"/>
                </a:lnTo>
                <a:lnTo>
                  <a:pt x="646" y="767"/>
                </a:lnTo>
                <a:lnTo>
                  <a:pt x="645" y="767"/>
                </a:lnTo>
                <a:lnTo>
                  <a:pt x="645" y="766"/>
                </a:lnTo>
                <a:lnTo>
                  <a:pt x="644" y="766"/>
                </a:lnTo>
                <a:lnTo>
                  <a:pt x="643" y="766"/>
                </a:lnTo>
                <a:lnTo>
                  <a:pt x="643" y="765"/>
                </a:lnTo>
                <a:lnTo>
                  <a:pt x="642" y="764"/>
                </a:lnTo>
                <a:lnTo>
                  <a:pt x="641" y="764"/>
                </a:lnTo>
                <a:lnTo>
                  <a:pt x="640" y="763"/>
                </a:lnTo>
                <a:lnTo>
                  <a:pt x="639" y="762"/>
                </a:lnTo>
                <a:lnTo>
                  <a:pt x="638" y="762"/>
                </a:lnTo>
                <a:lnTo>
                  <a:pt x="637" y="761"/>
                </a:lnTo>
                <a:lnTo>
                  <a:pt x="635" y="760"/>
                </a:lnTo>
                <a:lnTo>
                  <a:pt x="635" y="759"/>
                </a:lnTo>
                <a:lnTo>
                  <a:pt x="635" y="758"/>
                </a:lnTo>
                <a:lnTo>
                  <a:pt x="635" y="757"/>
                </a:lnTo>
                <a:lnTo>
                  <a:pt x="634" y="755"/>
                </a:lnTo>
                <a:lnTo>
                  <a:pt x="633" y="755"/>
                </a:lnTo>
                <a:lnTo>
                  <a:pt x="633" y="753"/>
                </a:lnTo>
                <a:lnTo>
                  <a:pt x="632" y="753"/>
                </a:lnTo>
                <a:lnTo>
                  <a:pt x="632" y="751"/>
                </a:lnTo>
                <a:lnTo>
                  <a:pt x="632" y="750"/>
                </a:lnTo>
                <a:lnTo>
                  <a:pt x="632" y="749"/>
                </a:lnTo>
                <a:lnTo>
                  <a:pt x="631" y="746"/>
                </a:lnTo>
                <a:lnTo>
                  <a:pt x="631" y="745"/>
                </a:lnTo>
                <a:lnTo>
                  <a:pt x="629" y="745"/>
                </a:lnTo>
                <a:lnTo>
                  <a:pt x="629" y="746"/>
                </a:lnTo>
                <a:lnTo>
                  <a:pt x="628" y="746"/>
                </a:lnTo>
                <a:lnTo>
                  <a:pt x="622" y="746"/>
                </a:lnTo>
                <a:lnTo>
                  <a:pt x="621" y="746"/>
                </a:lnTo>
                <a:lnTo>
                  <a:pt x="620" y="746"/>
                </a:lnTo>
                <a:lnTo>
                  <a:pt x="619" y="745"/>
                </a:lnTo>
                <a:lnTo>
                  <a:pt x="618" y="745"/>
                </a:lnTo>
                <a:lnTo>
                  <a:pt x="617" y="745"/>
                </a:lnTo>
                <a:lnTo>
                  <a:pt x="617" y="746"/>
                </a:lnTo>
                <a:lnTo>
                  <a:pt x="615" y="747"/>
                </a:lnTo>
                <a:lnTo>
                  <a:pt x="614" y="747"/>
                </a:lnTo>
                <a:lnTo>
                  <a:pt x="613" y="747"/>
                </a:lnTo>
                <a:lnTo>
                  <a:pt x="614" y="750"/>
                </a:lnTo>
                <a:lnTo>
                  <a:pt x="615" y="750"/>
                </a:lnTo>
                <a:lnTo>
                  <a:pt x="615" y="751"/>
                </a:lnTo>
                <a:lnTo>
                  <a:pt x="614" y="752"/>
                </a:lnTo>
                <a:lnTo>
                  <a:pt x="614" y="753"/>
                </a:lnTo>
                <a:lnTo>
                  <a:pt x="614" y="754"/>
                </a:lnTo>
                <a:lnTo>
                  <a:pt x="613" y="754"/>
                </a:lnTo>
                <a:lnTo>
                  <a:pt x="612" y="754"/>
                </a:lnTo>
                <a:lnTo>
                  <a:pt x="612" y="757"/>
                </a:lnTo>
                <a:lnTo>
                  <a:pt x="612" y="758"/>
                </a:lnTo>
                <a:lnTo>
                  <a:pt x="612" y="760"/>
                </a:lnTo>
                <a:lnTo>
                  <a:pt x="612" y="761"/>
                </a:lnTo>
                <a:lnTo>
                  <a:pt x="612" y="762"/>
                </a:lnTo>
                <a:lnTo>
                  <a:pt x="613" y="762"/>
                </a:lnTo>
                <a:lnTo>
                  <a:pt x="615" y="763"/>
                </a:lnTo>
                <a:lnTo>
                  <a:pt x="617" y="764"/>
                </a:lnTo>
                <a:lnTo>
                  <a:pt x="616" y="765"/>
                </a:lnTo>
                <a:lnTo>
                  <a:pt x="616" y="766"/>
                </a:lnTo>
                <a:lnTo>
                  <a:pt x="617" y="767"/>
                </a:lnTo>
                <a:lnTo>
                  <a:pt x="617" y="768"/>
                </a:lnTo>
                <a:lnTo>
                  <a:pt x="618" y="768"/>
                </a:lnTo>
                <a:lnTo>
                  <a:pt x="618" y="770"/>
                </a:lnTo>
                <a:lnTo>
                  <a:pt x="618" y="771"/>
                </a:lnTo>
                <a:lnTo>
                  <a:pt x="618" y="773"/>
                </a:lnTo>
                <a:lnTo>
                  <a:pt x="618" y="774"/>
                </a:lnTo>
                <a:lnTo>
                  <a:pt x="617" y="774"/>
                </a:lnTo>
                <a:lnTo>
                  <a:pt x="616" y="774"/>
                </a:lnTo>
                <a:lnTo>
                  <a:pt x="616" y="775"/>
                </a:lnTo>
                <a:lnTo>
                  <a:pt x="616" y="776"/>
                </a:lnTo>
                <a:lnTo>
                  <a:pt x="616" y="777"/>
                </a:lnTo>
                <a:lnTo>
                  <a:pt x="615" y="778"/>
                </a:lnTo>
                <a:lnTo>
                  <a:pt x="615" y="779"/>
                </a:lnTo>
                <a:lnTo>
                  <a:pt x="614" y="780"/>
                </a:lnTo>
                <a:lnTo>
                  <a:pt x="614" y="779"/>
                </a:lnTo>
                <a:lnTo>
                  <a:pt x="613" y="779"/>
                </a:lnTo>
                <a:lnTo>
                  <a:pt x="612" y="779"/>
                </a:lnTo>
                <a:lnTo>
                  <a:pt x="611" y="779"/>
                </a:lnTo>
                <a:lnTo>
                  <a:pt x="610" y="779"/>
                </a:lnTo>
                <a:lnTo>
                  <a:pt x="609" y="779"/>
                </a:lnTo>
                <a:lnTo>
                  <a:pt x="609" y="778"/>
                </a:lnTo>
                <a:lnTo>
                  <a:pt x="609" y="776"/>
                </a:lnTo>
                <a:lnTo>
                  <a:pt x="610" y="774"/>
                </a:lnTo>
                <a:lnTo>
                  <a:pt x="609" y="774"/>
                </a:lnTo>
                <a:lnTo>
                  <a:pt x="609" y="772"/>
                </a:lnTo>
                <a:lnTo>
                  <a:pt x="609" y="771"/>
                </a:lnTo>
                <a:lnTo>
                  <a:pt x="609" y="770"/>
                </a:lnTo>
                <a:lnTo>
                  <a:pt x="608" y="770"/>
                </a:lnTo>
                <a:lnTo>
                  <a:pt x="607" y="770"/>
                </a:lnTo>
                <a:lnTo>
                  <a:pt x="606" y="770"/>
                </a:lnTo>
                <a:lnTo>
                  <a:pt x="605" y="769"/>
                </a:lnTo>
                <a:lnTo>
                  <a:pt x="605" y="768"/>
                </a:lnTo>
                <a:lnTo>
                  <a:pt x="602" y="767"/>
                </a:lnTo>
                <a:lnTo>
                  <a:pt x="601" y="766"/>
                </a:lnTo>
                <a:lnTo>
                  <a:pt x="600" y="766"/>
                </a:lnTo>
                <a:lnTo>
                  <a:pt x="599" y="766"/>
                </a:lnTo>
                <a:lnTo>
                  <a:pt x="598" y="765"/>
                </a:lnTo>
                <a:lnTo>
                  <a:pt x="596" y="762"/>
                </a:lnTo>
                <a:lnTo>
                  <a:pt x="595" y="762"/>
                </a:lnTo>
                <a:lnTo>
                  <a:pt x="595" y="761"/>
                </a:lnTo>
                <a:lnTo>
                  <a:pt x="595" y="760"/>
                </a:lnTo>
                <a:lnTo>
                  <a:pt x="595" y="759"/>
                </a:lnTo>
                <a:lnTo>
                  <a:pt x="595" y="758"/>
                </a:lnTo>
                <a:lnTo>
                  <a:pt x="594" y="757"/>
                </a:lnTo>
                <a:lnTo>
                  <a:pt x="593" y="757"/>
                </a:lnTo>
                <a:lnTo>
                  <a:pt x="591" y="757"/>
                </a:lnTo>
                <a:lnTo>
                  <a:pt x="589" y="757"/>
                </a:lnTo>
                <a:lnTo>
                  <a:pt x="588" y="757"/>
                </a:lnTo>
                <a:lnTo>
                  <a:pt x="587" y="757"/>
                </a:lnTo>
                <a:lnTo>
                  <a:pt x="585" y="761"/>
                </a:lnTo>
                <a:lnTo>
                  <a:pt x="584" y="762"/>
                </a:lnTo>
                <a:lnTo>
                  <a:pt x="583" y="763"/>
                </a:lnTo>
                <a:lnTo>
                  <a:pt x="582" y="765"/>
                </a:lnTo>
                <a:lnTo>
                  <a:pt x="582" y="766"/>
                </a:lnTo>
                <a:lnTo>
                  <a:pt x="583" y="767"/>
                </a:lnTo>
                <a:lnTo>
                  <a:pt x="583" y="768"/>
                </a:lnTo>
                <a:lnTo>
                  <a:pt x="582" y="768"/>
                </a:lnTo>
                <a:lnTo>
                  <a:pt x="582" y="769"/>
                </a:lnTo>
                <a:lnTo>
                  <a:pt x="581" y="771"/>
                </a:lnTo>
                <a:lnTo>
                  <a:pt x="580" y="771"/>
                </a:lnTo>
                <a:lnTo>
                  <a:pt x="579" y="771"/>
                </a:lnTo>
                <a:lnTo>
                  <a:pt x="578" y="770"/>
                </a:lnTo>
                <a:lnTo>
                  <a:pt x="578" y="769"/>
                </a:lnTo>
                <a:lnTo>
                  <a:pt x="577" y="767"/>
                </a:lnTo>
                <a:lnTo>
                  <a:pt x="577" y="766"/>
                </a:lnTo>
                <a:lnTo>
                  <a:pt x="576" y="764"/>
                </a:lnTo>
                <a:lnTo>
                  <a:pt x="575" y="764"/>
                </a:lnTo>
                <a:lnTo>
                  <a:pt x="572" y="763"/>
                </a:lnTo>
                <a:lnTo>
                  <a:pt x="571" y="763"/>
                </a:lnTo>
                <a:lnTo>
                  <a:pt x="561" y="761"/>
                </a:lnTo>
                <a:lnTo>
                  <a:pt x="561" y="762"/>
                </a:lnTo>
                <a:lnTo>
                  <a:pt x="560" y="762"/>
                </a:lnTo>
                <a:lnTo>
                  <a:pt x="559" y="762"/>
                </a:lnTo>
                <a:lnTo>
                  <a:pt x="558" y="762"/>
                </a:lnTo>
                <a:lnTo>
                  <a:pt x="558" y="764"/>
                </a:lnTo>
                <a:lnTo>
                  <a:pt x="557" y="765"/>
                </a:lnTo>
                <a:lnTo>
                  <a:pt x="556" y="765"/>
                </a:lnTo>
                <a:lnTo>
                  <a:pt x="554" y="765"/>
                </a:lnTo>
                <a:lnTo>
                  <a:pt x="552" y="764"/>
                </a:lnTo>
                <a:lnTo>
                  <a:pt x="551" y="763"/>
                </a:lnTo>
                <a:lnTo>
                  <a:pt x="550" y="761"/>
                </a:lnTo>
                <a:lnTo>
                  <a:pt x="550" y="760"/>
                </a:lnTo>
                <a:lnTo>
                  <a:pt x="549" y="760"/>
                </a:lnTo>
                <a:lnTo>
                  <a:pt x="548" y="760"/>
                </a:lnTo>
                <a:lnTo>
                  <a:pt x="547" y="759"/>
                </a:lnTo>
                <a:lnTo>
                  <a:pt x="547" y="758"/>
                </a:lnTo>
                <a:lnTo>
                  <a:pt x="547" y="757"/>
                </a:lnTo>
                <a:lnTo>
                  <a:pt x="546" y="755"/>
                </a:lnTo>
                <a:lnTo>
                  <a:pt x="545" y="755"/>
                </a:lnTo>
                <a:lnTo>
                  <a:pt x="545" y="754"/>
                </a:lnTo>
                <a:lnTo>
                  <a:pt x="544" y="752"/>
                </a:lnTo>
                <a:lnTo>
                  <a:pt x="543" y="751"/>
                </a:lnTo>
                <a:lnTo>
                  <a:pt x="544" y="750"/>
                </a:lnTo>
                <a:lnTo>
                  <a:pt x="543" y="749"/>
                </a:lnTo>
                <a:lnTo>
                  <a:pt x="542" y="748"/>
                </a:lnTo>
                <a:lnTo>
                  <a:pt x="542" y="747"/>
                </a:lnTo>
                <a:lnTo>
                  <a:pt x="543" y="746"/>
                </a:lnTo>
                <a:lnTo>
                  <a:pt x="542" y="746"/>
                </a:lnTo>
                <a:lnTo>
                  <a:pt x="541" y="746"/>
                </a:lnTo>
                <a:lnTo>
                  <a:pt x="540" y="745"/>
                </a:lnTo>
                <a:lnTo>
                  <a:pt x="539" y="745"/>
                </a:lnTo>
                <a:lnTo>
                  <a:pt x="538" y="744"/>
                </a:lnTo>
                <a:lnTo>
                  <a:pt x="539" y="744"/>
                </a:lnTo>
                <a:lnTo>
                  <a:pt x="539" y="743"/>
                </a:lnTo>
                <a:lnTo>
                  <a:pt x="539" y="742"/>
                </a:lnTo>
                <a:lnTo>
                  <a:pt x="539" y="741"/>
                </a:lnTo>
                <a:lnTo>
                  <a:pt x="539" y="740"/>
                </a:lnTo>
                <a:lnTo>
                  <a:pt x="540" y="740"/>
                </a:lnTo>
                <a:lnTo>
                  <a:pt x="540" y="739"/>
                </a:lnTo>
                <a:lnTo>
                  <a:pt x="541" y="738"/>
                </a:lnTo>
                <a:lnTo>
                  <a:pt x="541" y="737"/>
                </a:lnTo>
                <a:lnTo>
                  <a:pt x="542" y="737"/>
                </a:lnTo>
                <a:lnTo>
                  <a:pt x="543" y="737"/>
                </a:lnTo>
                <a:lnTo>
                  <a:pt x="543" y="738"/>
                </a:lnTo>
                <a:lnTo>
                  <a:pt x="543" y="737"/>
                </a:lnTo>
                <a:lnTo>
                  <a:pt x="544" y="737"/>
                </a:lnTo>
                <a:lnTo>
                  <a:pt x="543" y="737"/>
                </a:lnTo>
                <a:lnTo>
                  <a:pt x="544" y="737"/>
                </a:lnTo>
                <a:lnTo>
                  <a:pt x="544" y="738"/>
                </a:lnTo>
                <a:lnTo>
                  <a:pt x="545" y="738"/>
                </a:lnTo>
                <a:lnTo>
                  <a:pt x="545" y="737"/>
                </a:lnTo>
                <a:lnTo>
                  <a:pt x="546" y="737"/>
                </a:lnTo>
                <a:lnTo>
                  <a:pt x="547" y="737"/>
                </a:lnTo>
                <a:lnTo>
                  <a:pt x="546" y="737"/>
                </a:lnTo>
                <a:lnTo>
                  <a:pt x="546" y="736"/>
                </a:lnTo>
                <a:lnTo>
                  <a:pt x="545" y="736"/>
                </a:lnTo>
                <a:lnTo>
                  <a:pt x="544" y="735"/>
                </a:lnTo>
                <a:lnTo>
                  <a:pt x="544" y="734"/>
                </a:lnTo>
                <a:lnTo>
                  <a:pt x="543" y="733"/>
                </a:lnTo>
                <a:lnTo>
                  <a:pt x="544" y="732"/>
                </a:lnTo>
                <a:lnTo>
                  <a:pt x="545" y="732"/>
                </a:lnTo>
                <a:lnTo>
                  <a:pt x="546" y="732"/>
                </a:lnTo>
                <a:lnTo>
                  <a:pt x="546" y="731"/>
                </a:lnTo>
                <a:lnTo>
                  <a:pt x="547" y="731"/>
                </a:lnTo>
                <a:lnTo>
                  <a:pt x="546" y="731"/>
                </a:lnTo>
                <a:lnTo>
                  <a:pt x="546" y="730"/>
                </a:lnTo>
                <a:lnTo>
                  <a:pt x="546" y="729"/>
                </a:lnTo>
                <a:lnTo>
                  <a:pt x="546" y="727"/>
                </a:lnTo>
                <a:lnTo>
                  <a:pt x="546" y="726"/>
                </a:lnTo>
                <a:lnTo>
                  <a:pt x="545" y="725"/>
                </a:lnTo>
                <a:lnTo>
                  <a:pt x="544" y="725"/>
                </a:lnTo>
                <a:lnTo>
                  <a:pt x="545" y="725"/>
                </a:lnTo>
                <a:lnTo>
                  <a:pt x="545" y="724"/>
                </a:lnTo>
                <a:lnTo>
                  <a:pt x="545" y="723"/>
                </a:lnTo>
                <a:lnTo>
                  <a:pt x="545" y="722"/>
                </a:lnTo>
                <a:lnTo>
                  <a:pt x="545" y="721"/>
                </a:lnTo>
                <a:lnTo>
                  <a:pt x="544" y="721"/>
                </a:lnTo>
                <a:lnTo>
                  <a:pt x="544" y="720"/>
                </a:lnTo>
                <a:lnTo>
                  <a:pt x="543" y="720"/>
                </a:lnTo>
                <a:lnTo>
                  <a:pt x="542" y="719"/>
                </a:lnTo>
                <a:lnTo>
                  <a:pt x="541" y="719"/>
                </a:lnTo>
                <a:lnTo>
                  <a:pt x="540" y="719"/>
                </a:lnTo>
                <a:lnTo>
                  <a:pt x="539" y="719"/>
                </a:lnTo>
                <a:lnTo>
                  <a:pt x="539" y="720"/>
                </a:lnTo>
                <a:lnTo>
                  <a:pt x="538" y="721"/>
                </a:lnTo>
                <a:lnTo>
                  <a:pt x="538" y="722"/>
                </a:lnTo>
                <a:lnTo>
                  <a:pt x="539" y="722"/>
                </a:lnTo>
                <a:lnTo>
                  <a:pt x="538" y="723"/>
                </a:lnTo>
                <a:lnTo>
                  <a:pt x="537" y="723"/>
                </a:lnTo>
                <a:lnTo>
                  <a:pt x="537" y="722"/>
                </a:lnTo>
                <a:lnTo>
                  <a:pt x="536" y="722"/>
                </a:lnTo>
                <a:lnTo>
                  <a:pt x="535" y="722"/>
                </a:lnTo>
                <a:lnTo>
                  <a:pt x="534" y="722"/>
                </a:lnTo>
                <a:lnTo>
                  <a:pt x="533" y="722"/>
                </a:lnTo>
                <a:lnTo>
                  <a:pt x="533" y="721"/>
                </a:lnTo>
                <a:lnTo>
                  <a:pt x="532" y="721"/>
                </a:lnTo>
                <a:lnTo>
                  <a:pt x="532" y="720"/>
                </a:lnTo>
                <a:lnTo>
                  <a:pt x="531" y="720"/>
                </a:lnTo>
                <a:lnTo>
                  <a:pt x="531" y="719"/>
                </a:lnTo>
                <a:lnTo>
                  <a:pt x="530" y="718"/>
                </a:lnTo>
                <a:lnTo>
                  <a:pt x="530" y="717"/>
                </a:lnTo>
                <a:lnTo>
                  <a:pt x="531" y="717"/>
                </a:lnTo>
                <a:lnTo>
                  <a:pt x="531" y="716"/>
                </a:lnTo>
                <a:lnTo>
                  <a:pt x="530" y="716"/>
                </a:lnTo>
                <a:lnTo>
                  <a:pt x="529" y="716"/>
                </a:lnTo>
                <a:lnTo>
                  <a:pt x="529" y="715"/>
                </a:lnTo>
                <a:lnTo>
                  <a:pt x="529" y="714"/>
                </a:lnTo>
                <a:lnTo>
                  <a:pt x="529" y="713"/>
                </a:lnTo>
                <a:lnTo>
                  <a:pt x="529" y="712"/>
                </a:lnTo>
                <a:lnTo>
                  <a:pt x="528" y="712"/>
                </a:lnTo>
                <a:lnTo>
                  <a:pt x="529" y="712"/>
                </a:lnTo>
                <a:lnTo>
                  <a:pt x="528" y="711"/>
                </a:lnTo>
                <a:lnTo>
                  <a:pt x="528" y="710"/>
                </a:lnTo>
                <a:lnTo>
                  <a:pt x="528" y="709"/>
                </a:lnTo>
                <a:lnTo>
                  <a:pt x="527" y="709"/>
                </a:lnTo>
                <a:lnTo>
                  <a:pt x="527" y="708"/>
                </a:lnTo>
                <a:lnTo>
                  <a:pt x="528" y="708"/>
                </a:lnTo>
                <a:lnTo>
                  <a:pt x="528" y="707"/>
                </a:lnTo>
                <a:lnTo>
                  <a:pt x="527" y="707"/>
                </a:lnTo>
                <a:lnTo>
                  <a:pt x="527" y="705"/>
                </a:lnTo>
                <a:lnTo>
                  <a:pt x="526" y="705"/>
                </a:lnTo>
                <a:lnTo>
                  <a:pt x="525" y="705"/>
                </a:lnTo>
                <a:lnTo>
                  <a:pt x="525" y="704"/>
                </a:lnTo>
                <a:lnTo>
                  <a:pt x="525" y="705"/>
                </a:lnTo>
                <a:lnTo>
                  <a:pt x="525" y="706"/>
                </a:lnTo>
                <a:lnTo>
                  <a:pt x="524" y="706"/>
                </a:lnTo>
                <a:lnTo>
                  <a:pt x="524" y="707"/>
                </a:lnTo>
                <a:lnTo>
                  <a:pt x="524" y="708"/>
                </a:lnTo>
                <a:lnTo>
                  <a:pt x="523" y="708"/>
                </a:lnTo>
                <a:lnTo>
                  <a:pt x="522" y="709"/>
                </a:lnTo>
                <a:lnTo>
                  <a:pt x="521" y="709"/>
                </a:lnTo>
                <a:lnTo>
                  <a:pt x="520" y="709"/>
                </a:lnTo>
                <a:lnTo>
                  <a:pt x="518" y="710"/>
                </a:lnTo>
                <a:lnTo>
                  <a:pt x="517" y="710"/>
                </a:lnTo>
                <a:lnTo>
                  <a:pt x="516" y="710"/>
                </a:lnTo>
                <a:lnTo>
                  <a:pt x="516" y="711"/>
                </a:lnTo>
                <a:lnTo>
                  <a:pt x="515" y="711"/>
                </a:lnTo>
                <a:lnTo>
                  <a:pt x="514" y="710"/>
                </a:lnTo>
                <a:lnTo>
                  <a:pt x="513" y="710"/>
                </a:lnTo>
                <a:lnTo>
                  <a:pt x="513" y="709"/>
                </a:lnTo>
                <a:lnTo>
                  <a:pt x="513" y="708"/>
                </a:lnTo>
                <a:lnTo>
                  <a:pt x="513" y="707"/>
                </a:lnTo>
                <a:lnTo>
                  <a:pt x="514" y="706"/>
                </a:lnTo>
                <a:lnTo>
                  <a:pt x="514" y="705"/>
                </a:lnTo>
                <a:lnTo>
                  <a:pt x="515" y="705"/>
                </a:lnTo>
                <a:lnTo>
                  <a:pt x="516" y="704"/>
                </a:lnTo>
                <a:lnTo>
                  <a:pt x="517" y="704"/>
                </a:lnTo>
                <a:lnTo>
                  <a:pt x="518" y="704"/>
                </a:lnTo>
                <a:lnTo>
                  <a:pt x="519" y="704"/>
                </a:lnTo>
                <a:lnTo>
                  <a:pt x="521" y="704"/>
                </a:lnTo>
                <a:lnTo>
                  <a:pt x="522" y="704"/>
                </a:lnTo>
                <a:lnTo>
                  <a:pt x="523" y="704"/>
                </a:lnTo>
                <a:lnTo>
                  <a:pt x="524" y="704"/>
                </a:lnTo>
                <a:lnTo>
                  <a:pt x="524" y="703"/>
                </a:lnTo>
                <a:lnTo>
                  <a:pt x="525" y="703"/>
                </a:lnTo>
                <a:lnTo>
                  <a:pt x="526" y="703"/>
                </a:lnTo>
                <a:lnTo>
                  <a:pt x="527" y="702"/>
                </a:lnTo>
                <a:lnTo>
                  <a:pt x="528" y="702"/>
                </a:lnTo>
                <a:lnTo>
                  <a:pt x="529" y="702"/>
                </a:lnTo>
                <a:lnTo>
                  <a:pt x="528" y="701"/>
                </a:lnTo>
                <a:lnTo>
                  <a:pt x="528" y="700"/>
                </a:lnTo>
                <a:lnTo>
                  <a:pt x="527" y="700"/>
                </a:lnTo>
                <a:lnTo>
                  <a:pt x="526" y="700"/>
                </a:lnTo>
                <a:lnTo>
                  <a:pt x="526" y="699"/>
                </a:lnTo>
                <a:lnTo>
                  <a:pt x="526" y="698"/>
                </a:lnTo>
                <a:lnTo>
                  <a:pt x="525" y="697"/>
                </a:lnTo>
                <a:lnTo>
                  <a:pt x="525" y="698"/>
                </a:lnTo>
                <a:lnTo>
                  <a:pt x="524" y="698"/>
                </a:lnTo>
                <a:lnTo>
                  <a:pt x="523" y="698"/>
                </a:lnTo>
                <a:lnTo>
                  <a:pt x="522" y="698"/>
                </a:lnTo>
                <a:lnTo>
                  <a:pt x="522" y="697"/>
                </a:lnTo>
                <a:lnTo>
                  <a:pt x="521" y="697"/>
                </a:lnTo>
                <a:lnTo>
                  <a:pt x="521" y="698"/>
                </a:lnTo>
                <a:lnTo>
                  <a:pt x="520" y="698"/>
                </a:lnTo>
                <a:lnTo>
                  <a:pt x="519" y="698"/>
                </a:lnTo>
                <a:lnTo>
                  <a:pt x="519" y="697"/>
                </a:lnTo>
                <a:lnTo>
                  <a:pt x="520" y="697"/>
                </a:lnTo>
                <a:lnTo>
                  <a:pt x="519" y="697"/>
                </a:lnTo>
                <a:lnTo>
                  <a:pt x="518" y="697"/>
                </a:lnTo>
                <a:lnTo>
                  <a:pt x="517" y="697"/>
                </a:lnTo>
                <a:lnTo>
                  <a:pt x="517" y="698"/>
                </a:lnTo>
                <a:lnTo>
                  <a:pt x="516" y="698"/>
                </a:lnTo>
                <a:lnTo>
                  <a:pt x="515" y="698"/>
                </a:lnTo>
                <a:lnTo>
                  <a:pt x="514" y="698"/>
                </a:lnTo>
                <a:lnTo>
                  <a:pt x="513" y="698"/>
                </a:lnTo>
                <a:lnTo>
                  <a:pt x="513" y="699"/>
                </a:lnTo>
                <a:lnTo>
                  <a:pt x="512" y="699"/>
                </a:lnTo>
                <a:lnTo>
                  <a:pt x="511" y="698"/>
                </a:lnTo>
                <a:lnTo>
                  <a:pt x="511" y="697"/>
                </a:lnTo>
                <a:lnTo>
                  <a:pt x="510" y="697"/>
                </a:lnTo>
                <a:lnTo>
                  <a:pt x="509" y="697"/>
                </a:lnTo>
                <a:lnTo>
                  <a:pt x="508" y="696"/>
                </a:lnTo>
                <a:lnTo>
                  <a:pt x="507" y="696"/>
                </a:lnTo>
                <a:lnTo>
                  <a:pt x="506" y="696"/>
                </a:lnTo>
                <a:lnTo>
                  <a:pt x="506" y="695"/>
                </a:lnTo>
                <a:lnTo>
                  <a:pt x="505" y="695"/>
                </a:lnTo>
                <a:lnTo>
                  <a:pt x="505" y="694"/>
                </a:lnTo>
                <a:lnTo>
                  <a:pt x="504" y="694"/>
                </a:lnTo>
                <a:lnTo>
                  <a:pt x="504" y="695"/>
                </a:lnTo>
                <a:lnTo>
                  <a:pt x="505" y="695"/>
                </a:lnTo>
                <a:lnTo>
                  <a:pt x="504" y="696"/>
                </a:lnTo>
                <a:lnTo>
                  <a:pt x="503" y="696"/>
                </a:lnTo>
                <a:lnTo>
                  <a:pt x="502" y="696"/>
                </a:lnTo>
                <a:lnTo>
                  <a:pt x="502" y="695"/>
                </a:lnTo>
                <a:lnTo>
                  <a:pt x="501" y="695"/>
                </a:lnTo>
                <a:lnTo>
                  <a:pt x="501" y="696"/>
                </a:lnTo>
                <a:lnTo>
                  <a:pt x="500" y="696"/>
                </a:lnTo>
                <a:lnTo>
                  <a:pt x="499" y="696"/>
                </a:lnTo>
                <a:lnTo>
                  <a:pt x="498" y="696"/>
                </a:lnTo>
                <a:lnTo>
                  <a:pt x="498" y="695"/>
                </a:lnTo>
                <a:lnTo>
                  <a:pt x="497" y="694"/>
                </a:lnTo>
                <a:lnTo>
                  <a:pt x="497" y="693"/>
                </a:lnTo>
                <a:lnTo>
                  <a:pt x="497" y="692"/>
                </a:lnTo>
                <a:lnTo>
                  <a:pt x="497" y="691"/>
                </a:lnTo>
                <a:lnTo>
                  <a:pt x="497" y="690"/>
                </a:lnTo>
                <a:lnTo>
                  <a:pt x="496" y="689"/>
                </a:lnTo>
                <a:lnTo>
                  <a:pt x="495" y="690"/>
                </a:lnTo>
                <a:lnTo>
                  <a:pt x="494" y="690"/>
                </a:lnTo>
                <a:lnTo>
                  <a:pt x="493" y="690"/>
                </a:lnTo>
                <a:lnTo>
                  <a:pt x="492" y="690"/>
                </a:lnTo>
                <a:lnTo>
                  <a:pt x="491" y="689"/>
                </a:lnTo>
                <a:lnTo>
                  <a:pt x="490" y="688"/>
                </a:lnTo>
                <a:lnTo>
                  <a:pt x="489" y="688"/>
                </a:lnTo>
                <a:lnTo>
                  <a:pt x="488" y="688"/>
                </a:lnTo>
                <a:lnTo>
                  <a:pt x="487" y="687"/>
                </a:lnTo>
                <a:lnTo>
                  <a:pt x="487" y="686"/>
                </a:lnTo>
                <a:lnTo>
                  <a:pt x="487" y="685"/>
                </a:lnTo>
                <a:lnTo>
                  <a:pt x="486" y="685"/>
                </a:lnTo>
                <a:lnTo>
                  <a:pt x="486" y="684"/>
                </a:lnTo>
                <a:lnTo>
                  <a:pt x="485" y="684"/>
                </a:lnTo>
                <a:lnTo>
                  <a:pt x="484" y="684"/>
                </a:lnTo>
                <a:lnTo>
                  <a:pt x="484" y="683"/>
                </a:lnTo>
                <a:lnTo>
                  <a:pt x="486" y="683"/>
                </a:lnTo>
                <a:lnTo>
                  <a:pt x="487" y="683"/>
                </a:lnTo>
                <a:lnTo>
                  <a:pt x="486" y="683"/>
                </a:lnTo>
                <a:lnTo>
                  <a:pt x="487" y="682"/>
                </a:lnTo>
                <a:lnTo>
                  <a:pt x="486" y="682"/>
                </a:lnTo>
                <a:lnTo>
                  <a:pt x="486" y="681"/>
                </a:lnTo>
                <a:lnTo>
                  <a:pt x="485" y="681"/>
                </a:lnTo>
                <a:lnTo>
                  <a:pt x="484" y="681"/>
                </a:lnTo>
                <a:lnTo>
                  <a:pt x="483" y="681"/>
                </a:lnTo>
                <a:lnTo>
                  <a:pt x="482" y="680"/>
                </a:lnTo>
                <a:lnTo>
                  <a:pt x="483" y="680"/>
                </a:lnTo>
                <a:lnTo>
                  <a:pt x="483" y="679"/>
                </a:lnTo>
                <a:lnTo>
                  <a:pt x="482" y="679"/>
                </a:lnTo>
                <a:lnTo>
                  <a:pt x="482" y="678"/>
                </a:lnTo>
                <a:lnTo>
                  <a:pt x="482" y="677"/>
                </a:lnTo>
                <a:lnTo>
                  <a:pt x="481" y="677"/>
                </a:lnTo>
                <a:lnTo>
                  <a:pt x="481" y="676"/>
                </a:lnTo>
                <a:lnTo>
                  <a:pt x="480" y="676"/>
                </a:lnTo>
                <a:lnTo>
                  <a:pt x="479" y="676"/>
                </a:lnTo>
                <a:lnTo>
                  <a:pt x="479" y="677"/>
                </a:lnTo>
                <a:lnTo>
                  <a:pt x="479" y="676"/>
                </a:lnTo>
                <a:lnTo>
                  <a:pt x="478" y="676"/>
                </a:lnTo>
                <a:lnTo>
                  <a:pt x="477" y="676"/>
                </a:lnTo>
                <a:lnTo>
                  <a:pt x="477" y="675"/>
                </a:lnTo>
                <a:lnTo>
                  <a:pt x="478" y="675"/>
                </a:lnTo>
                <a:lnTo>
                  <a:pt x="477" y="675"/>
                </a:lnTo>
                <a:lnTo>
                  <a:pt x="477" y="674"/>
                </a:lnTo>
                <a:lnTo>
                  <a:pt x="476" y="674"/>
                </a:lnTo>
                <a:lnTo>
                  <a:pt x="475" y="673"/>
                </a:lnTo>
                <a:lnTo>
                  <a:pt x="474" y="673"/>
                </a:lnTo>
                <a:lnTo>
                  <a:pt x="474" y="672"/>
                </a:lnTo>
                <a:lnTo>
                  <a:pt x="473" y="672"/>
                </a:lnTo>
                <a:lnTo>
                  <a:pt x="473" y="671"/>
                </a:lnTo>
                <a:lnTo>
                  <a:pt x="472" y="670"/>
                </a:lnTo>
                <a:lnTo>
                  <a:pt x="471" y="669"/>
                </a:lnTo>
                <a:lnTo>
                  <a:pt x="470" y="669"/>
                </a:lnTo>
                <a:lnTo>
                  <a:pt x="470" y="670"/>
                </a:lnTo>
                <a:lnTo>
                  <a:pt x="470" y="671"/>
                </a:lnTo>
                <a:lnTo>
                  <a:pt x="469" y="671"/>
                </a:lnTo>
                <a:lnTo>
                  <a:pt x="469" y="672"/>
                </a:lnTo>
                <a:lnTo>
                  <a:pt x="469" y="673"/>
                </a:lnTo>
                <a:lnTo>
                  <a:pt x="468" y="673"/>
                </a:lnTo>
                <a:lnTo>
                  <a:pt x="467" y="673"/>
                </a:lnTo>
                <a:lnTo>
                  <a:pt x="466" y="673"/>
                </a:lnTo>
                <a:lnTo>
                  <a:pt x="466" y="674"/>
                </a:lnTo>
                <a:lnTo>
                  <a:pt x="466" y="675"/>
                </a:lnTo>
                <a:lnTo>
                  <a:pt x="465" y="675"/>
                </a:lnTo>
                <a:lnTo>
                  <a:pt x="465" y="676"/>
                </a:lnTo>
                <a:lnTo>
                  <a:pt x="464" y="676"/>
                </a:lnTo>
                <a:lnTo>
                  <a:pt x="463" y="677"/>
                </a:lnTo>
                <a:lnTo>
                  <a:pt x="463" y="676"/>
                </a:lnTo>
                <a:lnTo>
                  <a:pt x="462" y="676"/>
                </a:lnTo>
                <a:lnTo>
                  <a:pt x="461" y="676"/>
                </a:lnTo>
                <a:lnTo>
                  <a:pt x="460" y="676"/>
                </a:lnTo>
                <a:lnTo>
                  <a:pt x="460" y="677"/>
                </a:lnTo>
                <a:lnTo>
                  <a:pt x="459" y="676"/>
                </a:lnTo>
                <a:lnTo>
                  <a:pt x="459" y="675"/>
                </a:lnTo>
                <a:lnTo>
                  <a:pt x="458" y="675"/>
                </a:lnTo>
                <a:lnTo>
                  <a:pt x="457" y="676"/>
                </a:lnTo>
                <a:lnTo>
                  <a:pt x="457" y="677"/>
                </a:lnTo>
                <a:lnTo>
                  <a:pt x="457" y="678"/>
                </a:lnTo>
                <a:lnTo>
                  <a:pt x="457" y="679"/>
                </a:lnTo>
                <a:lnTo>
                  <a:pt x="456" y="679"/>
                </a:lnTo>
                <a:lnTo>
                  <a:pt x="455" y="680"/>
                </a:lnTo>
                <a:lnTo>
                  <a:pt x="454" y="680"/>
                </a:lnTo>
                <a:lnTo>
                  <a:pt x="454" y="679"/>
                </a:lnTo>
                <a:lnTo>
                  <a:pt x="453" y="679"/>
                </a:lnTo>
                <a:lnTo>
                  <a:pt x="453" y="678"/>
                </a:lnTo>
                <a:lnTo>
                  <a:pt x="452" y="678"/>
                </a:lnTo>
                <a:lnTo>
                  <a:pt x="452" y="677"/>
                </a:lnTo>
                <a:lnTo>
                  <a:pt x="452" y="676"/>
                </a:lnTo>
                <a:lnTo>
                  <a:pt x="451" y="676"/>
                </a:lnTo>
                <a:lnTo>
                  <a:pt x="451" y="677"/>
                </a:lnTo>
                <a:lnTo>
                  <a:pt x="451" y="678"/>
                </a:lnTo>
                <a:lnTo>
                  <a:pt x="450" y="678"/>
                </a:lnTo>
                <a:lnTo>
                  <a:pt x="450" y="679"/>
                </a:lnTo>
                <a:lnTo>
                  <a:pt x="450" y="680"/>
                </a:lnTo>
                <a:lnTo>
                  <a:pt x="449" y="680"/>
                </a:lnTo>
                <a:lnTo>
                  <a:pt x="450" y="680"/>
                </a:lnTo>
                <a:lnTo>
                  <a:pt x="450" y="681"/>
                </a:lnTo>
                <a:lnTo>
                  <a:pt x="450" y="682"/>
                </a:lnTo>
                <a:lnTo>
                  <a:pt x="450" y="683"/>
                </a:lnTo>
                <a:lnTo>
                  <a:pt x="449" y="683"/>
                </a:lnTo>
                <a:lnTo>
                  <a:pt x="449" y="684"/>
                </a:lnTo>
                <a:lnTo>
                  <a:pt x="448" y="685"/>
                </a:lnTo>
                <a:lnTo>
                  <a:pt x="447" y="684"/>
                </a:lnTo>
                <a:lnTo>
                  <a:pt x="447" y="683"/>
                </a:lnTo>
                <a:lnTo>
                  <a:pt x="446" y="683"/>
                </a:lnTo>
                <a:lnTo>
                  <a:pt x="446" y="684"/>
                </a:lnTo>
                <a:lnTo>
                  <a:pt x="445" y="683"/>
                </a:lnTo>
                <a:lnTo>
                  <a:pt x="444" y="683"/>
                </a:lnTo>
                <a:lnTo>
                  <a:pt x="444" y="684"/>
                </a:lnTo>
                <a:lnTo>
                  <a:pt x="443" y="684"/>
                </a:lnTo>
                <a:lnTo>
                  <a:pt x="442" y="685"/>
                </a:lnTo>
                <a:lnTo>
                  <a:pt x="442" y="686"/>
                </a:lnTo>
                <a:lnTo>
                  <a:pt x="441" y="686"/>
                </a:lnTo>
                <a:lnTo>
                  <a:pt x="440" y="686"/>
                </a:lnTo>
                <a:lnTo>
                  <a:pt x="439" y="685"/>
                </a:lnTo>
                <a:lnTo>
                  <a:pt x="438" y="685"/>
                </a:lnTo>
                <a:lnTo>
                  <a:pt x="437" y="685"/>
                </a:lnTo>
                <a:lnTo>
                  <a:pt x="435" y="685"/>
                </a:lnTo>
                <a:lnTo>
                  <a:pt x="434" y="685"/>
                </a:lnTo>
                <a:lnTo>
                  <a:pt x="433" y="685"/>
                </a:lnTo>
                <a:lnTo>
                  <a:pt x="433" y="686"/>
                </a:lnTo>
                <a:lnTo>
                  <a:pt x="432" y="686"/>
                </a:lnTo>
                <a:lnTo>
                  <a:pt x="432" y="687"/>
                </a:lnTo>
                <a:lnTo>
                  <a:pt x="431" y="688"/>
                </a:lnTo>
                <a:lnTo>
                  <a:pt x="431" y="689"/>
                </a:lnTo>
                <a:lnTo>
                  <a:pt x="432" y="689"/>
                </a:lnTo>
                <a:lnTo>
                  <a:pt x="432" y="690"/>
                </a:lnTo>
                <a:lnTo>
                  <a:pt x="432" y="691"/>
                </a:lnTo>
                <a:lnTo>
                  <a:pt x="431" y="691"/>
                </a:lnTo>
                <a:lnTo>
                  <a:pt x="430" y="691"/>
                </a:lnTo>
                <a:lnTo>
                  <a:pt x="429" y="691"/>
                </a:lnTo>
                <a:lnTo>
                  <a:pt x="429" y="692"/>
                </a:lnTo>
                <a:lnTo>
                  <a:pt x="429" y="693"/>
                </a:lnTo>
                <a:lnTo>
                  <a:pt x="428" y="693"/>
                </a:lnTo>
                <a:lnTo>
                  <a:pt x="427" y="693"/>
                </a:lnTo>
                <a:lnTo>
                  <a:pt x="426" y="692"/>
                </a:lnTo>
                <a:lnTo>
                  <a:pt x="425" y="692"/>
                </a:lnTo>
                <a:lnTo>
                  <a:pt x="424" y="692"/>
                </a:lnTo>
                <a:lnTo>
                  <a:pt x="424" y="691"/>
                </a:lnTo>
                <a:lnTo>
                  <a:pt x="424" y="690"/>
                </a:lnTo>
                <a:lnTo>
                  <a:pt x="423" y="690"/>
                </a:lnTo>
                <a:lnTo>
                  <a:pt x="422" y="690"/>
                </a:lnTo>
                <a:lnTo>
                  <a:pt x="421" y="690"/>
                </a:lnTo>
                <a:lnTo>
                  <a:pt x="420" y="690"/>
                </a:lnTo>
                <a:lnTo>
                  <a:pt x="420" y="689"/>
                </a:lnTo>
                <a:lnTo>
                  <a:pt x="420" y="690"/>
                </a:lnTo>
                <a:lnTo>
                  <a:pt x="419" y="690"/>
                </a:lnTo>
                <a:lnTo>
                  <a:pt x="419" y="691"/>
                </a:lnTo>
                <a:lnTo>
                  <a:pt x="418" y="691"/>
                </a:lnTo>
                <a:lnTo>
                  <a:pt x="418" y="692"/>
                </a:lnTo>
                <a:lnTo>
                  <a:pt x="417" y="692"/>
                </a:lnTo>
                <a:lnTo>
                  <a:pt x="416" y="692"/>
                </a:lnTo>
                <a:lnTo>
                  <a:pt x="416" y="691"/>
                </a:lnTo>
                <a:lnTo>
                  <a:pt x="415" y="691"/>
                </a:lnTo>
                <a:lnTo>
                  <a:pt x="415" y="690"/>
                </a:lnTo>
                <a:lnTo>
                  <a:pt x="414" y="690"/>
                </a:lnTo>
                <a:lnTo>
                  <a:pt x="414" y="691"/>
                </a:lnTo>
                <a:lnTo>
                  <a:pt x="413" y="691"/>
                </a:lnTo>
                <a:lnTo>
                  <a:pt x="413" y="690"/>
                </a:lnTo>
                <a:lnTo>
                  <a:pt x="413" y="689"/>
                </a:lnTo>
                <a:lnTo>
                  <a:pt x="412" y="689"/>
                </a:lnTo>
                <a:lnTo>
                  <a:pt x="412" y="688"/>
                </a:lnTo>
                <a:lnTo>
                  <a:pt x="411" y="688"/>
                </a:lnTo>
                <a:lnTo>
                  <a:pt x="411" y="689"/>
                </a:lnTo>
                <a:lnTo>
                  <a:pt x="410" y="689"/>
                </a:lnTo>
                <a:lnTo>
                  <a:pt x="408" y="689"/>
                </a:lnTo>
                <a:lnTo>
                  <a:pt x="408" y="690"/>
                </a:lnTo>
                <a:lnTo>
                  <a:pt x="407" y="690"/>
                </a:lnTo>
                <a:lnTo>
                  <a:pt x="406" y="689"/>
                </a:lnTo>
                <a:lnTo>
                  <a:pt x="405" y="689"/>
                </a:lnTo>
                <a:lnTo>
                  <a:pt x="404" y="689"/>
                </a:lnTo>
                <a:lnTo>
                  <a:pt x="403" y="689"/>
                </a:lnTo>
                <a:lnTo>
                  <a:pt x="403" y="690"/>
                </a:lnTo>
                <a:lnTo>
                  <a:pt x="402" y="689"/>
                </a:lnTo>
                <a:lnTo>
                  <a:pt x="403" y="689"/>
                </a:lnTo>
                <a:lnTo>
                  <a:pt x="403" y="688"/>
                </a:lnTo>
                <a:lnTo>
                  <a:pt x="403" y="687"/>
                </a:lnTo>
                <a:lnTo>
                  <a:pt x="402" y="687"/>
                </a:lnTo>
                <a:lnTo>
                  <a:pt x="402" y="686"/>
                </a:lnTo>
                <a:lnTo>
                  <a:pt x="402" y="685"/>
                </a:lnTo>
                <a:lnTo>
                  <a:pt x="401" y="685"/>
                </a:lnTo>
                <a:lnTo>
                  <a:pt x="400" y="685"/>
                </a:lnTo>
                <a:lnTo>
                  <a:pt x="400" y="684"/>
                </a:lnTo>
                <a:lnTo>
                  <a:pt x="400" y="683"/>
                </a:lnTo>
                <a:lnTo>
                  <a:pt x="400" y="682"/>
                </a:lnTo>
                <a:lnTo>
                  <a:pt x="399" y="681"/>
                </a:lnTo>
                <a:lnTo>
                  <a:pt x="398" y="681"/>
                </a:lnTo>
                <a:lnTo>
                  <a:pt x="397" y="681"/>
                </a:lnTo>
                <a:lnTo>
                  <a:pt x="396" y="681"/>
                </a:lnTo>
                <a:lnTo>
                  <a:pt x="395" y="681"/>
                </a:lnTo>
                <a:lnTo>
                  <a:pt x="395" y="680"/>
                </a:lnTo>
                <a:lnTo>
                  <a:pt x="394" y="680"/>
                </a:lnTo>
                <a:lnTo>
                  <a:pt x="393" y="680"/>
                </a:lnTo>
                <a:lnTo>
                  <a:pt x="392" y="679"/>
                </a:lnTo>
                <a:lnTo>
                  <a:pt x="391" y="679"/>
                </a:lnTo>
                <a:lnTo>
                  <a:pt x="390" y="678"/>
                </a:lnTo>
                <a:lnTo>
                  <a:pt x="389" y="679"/>
                </a:lnTo>
                <a:lnTo>
                  <a:pt x="388" y="679"/>
                </a:lnTo>
                <a:lnTo>
                  <a:pt x="387" y="679"/>
                </a:lnTo>
                <a:lnTo>
                  <a:pt x="387" y="680"/>
                </a:lnTo>
                <a:lnTo>
                  <a:pt x="386" y="680"/>
                </a:lnTo>
                <a:lnTo>
                  <a:pt x="386" y="679"/>
                </a:lnTo>
                <a:lnTo>
                  <a:pt x="385" y="679"/>
                </a:lnTo>
                <a:lnTo>
                  <a:pt x="384" y="679"/>
                </a:lnTo>
                <a:lnTo>
                  <a:pt x="383" y="681"/>
                </a:lnTo>
                <a:lnTo>
                  <a:pt x="382" y="681"/>
                </a:lnTo>
                <a:lnTo>
                  <a:pt x="382" y="682"/>
                </a:lnTo>
                <a:lnTo>
                  <a:pt x="382" y="683"/>
                </a:lnTo>
                <a:lnTo>
                  <a:pt x="381" y="683"/>
                </a:lnTo>
                <a:lnTo>
                  <a:pt x="381" y="684"/>
                </a:lnTo>
                <a:lnTo>
                  <a:pt x="380" y="684"/>
                </a:lnTo>
                <a:lnTo>
                  <a:pt x="380" y="685"/>
                </a:lnTo>
                <a:lnTo>
                  <a:pt x="379" y="685"/>
                </a:lnTo>
                <a:lnTo>
                  <a:pt x="378" y="685"/>
                </a:lnTo>
                <a:lnTo>
                  <a:pt x="378" y="686"/>
                </a:lnTo>
                <a:lnTo>
                  <a:pt x="377" y="686"/>
                </a:lnTo>
                <a:lnTo>
                  <a:pt x="376" y="686"/>
                </a:lnTo>
                <a:lnTo>
                  <a:pt x="376" y="687"/>
                </a:lnTo>
                <a:lnTo>
                  <a:pt x="376" y="688"/>
                </a:lnTo>
                <a:lnTo>
                  <a:pt x="375" y="688"/>
                </a:lnTo>
                <a:lnTo>
                  <a:pt x="374" y="688"/>
                </a:lnTo>
                <a:lnTo>
                  <a:pt x="373" y="688"/>
                </a:lnTo>
                <a:lnTo>
                  <a:pt x="373" y="689"/>
                </a:lnTo>
                <a:lnTo>
                  <a:pt x="372" y="689"/>
                </a:lnTo>
                <a:lnTo>
                  <a:pt x="372" y="688"/>
                </a:lnTo>
                <a:lnTo>
                  <a:pt x="371" y="688"/>
                </a:lnTo>
                <a:lnTo>
                  <a:pt x="371" y="687"/>
                </a:lnTo>
                <a:lnTo>
                  <a:pt x="371" y="686"/>
                </a:lnTo>
                <a:lnTo>
                  <a:pt x="370" y="686"/>
                </a:lnTo>
                <a:lnTo>
                  <a:pt x="369" y="686"/>
                </a:lnTo>
                <a:lnTo>
                  <a:pt x="369" y="687"/>
                </a:lnTo>
                <a:lnTo>
                  <a:pt x="369" y="686"/>
                </a:lnTo>
                <a:lnTo>
                  <a:pt x="368" y="686"/>
                </a:lnTo>
                <a:lnTo>
                  <a:pt x="368" y="685"/>
                </a:lnTo>
                <a:lnTo>
                  <a:pt x="368" y="684"/>
                </a:lnTo>
                <a:lnTo>
                  <a:pt x="368" y="683"/>
                </a:lnTo>
                <a:lnTo>
                  <a:pt x="367" y="683"/>
                </a:lnTo>
                <a:lnTo>
                  <a:pt x="367" y="682"/>
                </a:lnTo>
                <a:lnTo>
                  <a:pt x="367" y="681"/>
                </a:lnTo>
                <a:lnTo>
                  <a:pt x="366" y="681"/>
                </a:lnTo>
                <a:lnTo>
                  <a:pt x="366" y="680"/>
                </a:lnTo>
                <a:lnTo>
                  <a:pt x="365" y="680"/>
                </a:lnTo>
                <a:lnTo>
                  <a:pt x="365" y="681"/>
                </a:lnTo>
                <a:lnTo>
                  <a:pt x="364" y="681"/>
                </a:lnTo>
                <a:lnTo>
                  <a:pt x="363" y="681"/>
                </a:lnTo>
                <a:lnTo>
                  <a:pt x="362" y="681"/>
                </a:lnTo>
                <a:lnTo>
                  <a:pt x="362" y="682"/>
                </a:lnTo>
                <a:lnTo>
                  <a:pt x="361" y="682"/>
                </a:lnTo>
                <a:lnTo>
                  <a:pt x="361" y="683"/>
                </a:lnTo>
                <a:lnTo>
                  <a:pt x="360" y="683"/>
                </a:lnTo>
                <a:lnTo>
                  <a:pt x="360" y="684"/>
                </a:lnTo>
                <a:lnTo>
                  <a:pt x="359" y="684"/>
                </a:lnTo>
                <a:lnTo>
                  <a:pt x="359" y="683"/>
                </a:lnTo>
                <a:lnTo>
                  <a:pt x="359" y="682"/>
                </a:lnTo>
                <a:lnTo>
                  <a:pt x="358" y="682"/>
                </a:lnTo>
                <a:lnTo>
                  <a:pt x="358" y="681"/>
                </a:lnTo>
                <a:lnTo>
                  <a:pt x="357" y="681"/>
                </a:lnTo>
                <a:lnTo>
                  <a:pt x="357" y="680"/>
                </a:lnTo>
                <a:lnTo>
                  <a:pt x="356" y="679"/>
                </a:lnTo>
                <a:lnTo>
                  <a:pt x="355" y="679"/>
                </a:lnTo>
                <a:lnTo>
                  <a:pt x="354" y="679"/>
                </a:lnTo>
                <a:lnTo>
                  <a:pt x="353" y="679"/>
                </a:lnTo>
                <a:lnTo>
                  <a:pt x="353" y="678"/>
                </a:lnTo>
                <a:lnTo>
                  <a:pt x="354" y="677"/>
                </a:lnTo>
                <a:lnTo>
                  <a:pt x="354" y="676"/>
                </a:lnTo>
                <a:lnTo>
                  <a:pt x="353" y="676"/>
                </a:lnTo>
                <a:lnTo>
                  <a:pt x="352" y="676"/>
                </a:lnTo>
                <a:lnTo>
                  <a:pt x="352" y="675"/>
                </a:lnTo>
                <a:lnTo>
                  <a:pt x="353" y="675"/>
                </a:lnTo>
                <a:lnTo>
                  <a:pt x="352" y="674"/>
                </a:lnTo>
                <a:lnTo>
                  <a:pt x="351" y="674"/>
                </a:lnTo>
                <a:lnTo>
                  <a:pt x="350" y="674"/>
                </a:lnTo>
                <a:lnTo>
                  <a:pt x="349" y="674"/>
                </a:lnTo>
                <a:lnTo>
                  <a:pt x="349" y="673"/>
                </a:lnTo>
                <a:lnTo>
                  <a:pt x="348" y="673"/>
                </a:lnTo>
                <a:lnTo>
                  <a:pt x="348" y="672"/>
                </a:lnTo>
                <a:lnTo>
                  <a:pt x="348" y="671"/>
                </a:lnTo>
                <a:lnTo>
                  <a:pt x="348" y="670"/>
                </a:lnTo>
                <a:lnTo>
                  <a:pt x="347" y="670"/>
                </a:lnTo>
                <a:lnTo>
                  <a:pt x="346" y="670"/>
                </a:lnTo>
                <a:lnTo>
                  <a:pt x="346" y="671"/>
                </a:lnTo>
                <a:lnTo>
                  <a:pt x="345" y="671"/>
                </a:lnTo>
                <a:lnTo>
                  <a:pt x="345" y="670"/>
                </a:lnTo>
                <a:lnTo>
                  <a:pt x="344" y="670"/>
                </a:lnTo>
                <a:lnTo>
                  <a:pt x="343" y="670"/>
                </a:lnTo>
                <a:lnTo>
                  <a:pt x="343" y="669"/>
                </a:lnTo>
                <a:lnTo>
                  <a:pt x="342" y="669"/>
                </a:lnTo>
                <a:lnTo>
                  <a:pt x="341" y="669"/>
                </a:lnTo>
                <a:lnTo>
                  <a:pt x="340" y="669"/>
                </a:lnTo>
                <a:lnTo>
                  <a:pt x="340" y="670"/>
                </a:lnTo>
                <a:lnTo>
                  <a:pt x="340" y="671"/>
                </a:lnTo>
                <a:lnTo>
                  <a:pt x="340" y="672"/>
                </a:lnTo>
                <a:lnTo>
                  <a:pt x="339" y="672"/>
                </a:lnTo>
                <a:lnTo>
                  <a:pt x="338" y="672"/>
                </a:lnTo>
                <a:lnTo>
                  <a:pt x="337" y="672"/>
                </a:lnTo>
                <a:lnTo>
                  <a:pt x="336" y="672"/>
                </a:lnTo>
                <a:lnTo>
                  <a:pt x="336" y="671"/>
                </a:lnTo>
                <a:lnTo>
                  <a:pt x="336" y="672"/>
                </a:lnTo>
                <a:lnTo>
                  <a:pt x="335" y="672"/>
                </a:lnTo>
                <a:lnTo>
                  <a:pt x="334" y="673"/>
                </a:lnTo>
                <a:lnTo>
                  <a:pt x="333" y="673"/>
                </a:lnTo>
                <a:lnTo>
                  <a:pt x="332" y="673"/>
                </a:lnTo>
                <a:lnTo>
                  <a:pt x="332" y="674"/>
                </a:lnTo>
                <a:lnTo>
                  <a:pt x="331" y="674"/>
                </a:lnTo>
                <a:lnTo>
                  <a:pt x="331" y="673"/>
                </a:lnTo>
                <a:lnTo>
                  <a:pt x="331" y="672"/>
                </a:lnTo>
                <a:lnTo>
                  <a:pt x="330" y="672"/>
                </a:lnTo>
                <a:lnTo>
                  <a:pt x="330" y="671"/>
                </a:lnTo>
                <a:lnTo>
                  <a:pt x="330" y="669"/>
                </a:lnTo>
                <a:lnTo>
                  <a:pt x="329" y="669"/>
                </a:lnTo>
                <a:lnTo>
                  <a:pt x="329" y="668"/>
                </a:lnTo>
                <a:lnTo>
                  <a:pt x="329" y="667"/>
                </a:lnTo>
                <a:lnTo>
                  <a:pt x="329" y="666"/>
                </a:lnTo>
                <a:lnTo>
                  <a:pt x="328" y="666"/>
                </a:lnTo>
                <a:lnTo>
                  <a:pt x="327" y="666"/>
                </a:lnTo>
                <a:lnTo>
                  <a:pt x="328" y="666"/>
                </a:lnTo>
                <a:lnTo>
                  <a:pt x="328" y="665"/>
                </a:lnTo>
                <a:lnTo>
                  <a:pt x="327" y="664"/>
                </a:lnTo>
                <a:lnTo>
                  <a:pt x="327" y="663"/>
                </a:lnTo>
                <a:lnTo>
                  <a:pt x="327" y="662"/>
                </a:lnTo>
                <a:lnTo>
                  <a:pt x="326" y="662"/>
                </a:lnTo>
                <a:lnTo>
                  <a:pt x="325" y="662"/>
                </a:lnTo>
                <a:lnTo>
                  <a:pt x="325" y="663"/>
                </a:lnTo>
                <a:lnTo>
                  <a:pt x="324" y="663"/>
                </a:lnTo>
                <a:lnTo>
                  <a:pt x="324" y="664"/>
                </a:lnTo>
                <a:lnTo>
                  <a:pt x="323" y="664"/>
                </a:lnTo>
                <a:lnTo>
                  <a:pt x="322" y="664"/>
                </a:lnTo>
                <a:lnTo>
                  <a:pt x="322" y="665"/>
                </a:lnTo>
                <a:lnTo>
                  <a:pt x="322" y="664"/>
                </a:lnTo>
                <a:lnTo>
                  <a:pt x="321" y="664"/>
                </a:lnTo>
                <a:lnTo>
                  <a:pt x="321" y="665"/>
                </a:lnTo>
                <a:lnTo>
                  <a:pt x="320" y="665"/>
                </a:lnTo>
                <a:lnTo>
                  <a:pt x="320" y="664"/>
                </a:lnTo>
                <a:lnTo>
                  <a:pt x="319" y="664"/>
                </a:lnTo>
                <a:lnTo>
                  <a:pt x="319" y="665"/>
                </a:lnTo>
                <a:lnTo>
                  <a:pt x="318" y="665"/>
                </a:lnTo>
                <a:lnTo>
                  <a:pt x="318" y="666"/>
                </a:lnTo>
                <a:lnTo>
                  <a:pt x="317" y="665"/>
                </a:lnTo>
                <a:lnTo>
                  <a:pt x="316" y="665"/>
                </a:lnTo>
                <a:lnTo>
                  <a:pt x="315" y="665"/>
                </a:lnTo>
                <a:lnTo>
                  <a:pt x="314" y="665"/>
                </a:lnTo>
                <a:lnTo>
                  <a:pt x="314" y="666"/>
                </a:lnTo>
                <a:lnTo>
                  <a:pt x="313" y="666"/>
                </a:lnTo>
                <a:lnTo>
                  <a:pt x="313" y="665"/>
                </a:lnTo>
                <a:lnTo>
                  <a:pt x="312" y="665"/>
                </a:lnTo>
                <a:lnTo>
                  <a:pt x="311" y="665"/>
                </a:lnTo>
                <a:lnTo>
                  <a:pt x="311" y="664"/>
                </a:lnTo>
                <a:lnTo>
                  <a:pt x="310" y="664"/>
                </a:lnTo>
                <a:lnTo>
                  <a:pt x="310" y="663"/>
                </a:lnTo>
                <a:lnTo>
                  <a:pt x="309" y="663"/>
                </a:lnTo>
                <a:lnTo>
                  <a:pt x="308" y="663"/>
                </a:lnTo>
                <a:lnTo>
                  <a:pt x="307" y="663"/>
                </a:lnTo>
                <a:lnTo>
                  <a:pt x="307" y="664"/>
                </a:lnTo>
                <a:lnTo>
                  <a:pt x="306" y="664"/>
                </a:lnTo>
                <a:lnTo>
                  <a:pt x="305" y="664"/>
                </a:lnTo>
                <a:lnTo>
                  <a:pt x="305" y="663"/>
                </a:lnTo>
                <a:lnTo>
                  <a:pt x="304" y="663"/>
                </a:lnTo>
                <a:lnTo>
                  <a:pt x="303" y="662"/>
                </a:lnTo>
                <a:lnTo>
                  <a:pt x="302" y="662"/>
                </a:lnTo>
                <a:lnTo>
                  <a:pt x="302" y="661"/>
                </a:lnTo>
                <a:lnTo>
                  <a:pt x="301" y="661"/>
                </a:lnTo>
                <a:lnTo>
                  <a:pt x="300" y="661"/>
                </a:lnTo>
                <a:lnTo>
                  <a:pt x="299" y="661"/>
                </a:lnTo>
                <a:lnTo>
                  <a:pt x="299" y="660"/>
                </a:lnTo>
                <a:lnTo>
                  <a:pt x="298" y="660"/>
                </a:lnTo>
                <a:lnTo>
                  <a:pt x="297" y="659"/>
                </a:lnTo>
                <a:lnTo>
                  <a:pt x="297" y="660"/>
                </a:lnTo>
                <a:lnTo>
                  <a:pt x="297" y="661"/>
                </a:lnTo>
                <a:lnTo>
                  <a:pt x="296" y="661"/>
                </a:lnTo>
                <a:lnTo>
                  <a:pt x="296" y="662"/>
                </a:lnTo>
                <a:lnTo>
                  <a:pt x="295" y="663"/>
                </a:lnTo>
                <a:lnTo>
                  <a:pt x="294" y="664"/>
                </a:lnTo>
                <a:lnTo>
                  <a:pt x="293" y="664"/>
                </a:lnTo>
                <a:lnTo>
                  <a:pt x="292" y="664"/>
                </a:lnTo>
                <a:lnTo>
                  <a:pt x="292" y="663"/>
                </a:lnTo>
                <a:lnTo>
                  <a:pt x="291" y="663"/>
                </a:lnTo>
                <a:lnTo>
                  <a:pt x="290" y="663"/>
                </a:lnTo>
                <a:lnTo>
                  <a:pt x="289" y="662"/>
                </a:lnTo>
                <a:lnTo>
                  <a:pt x="288" y="662"/>
                </a:lnTo>
                <a:lnTo>
                  <a:pt x="287" y="662"/>
                </a:lnTo>
                <a:lnTo>
                  <a:pt x="287" y="663"/>
                </a:lnTo>
                <a:lnTo>
                  <a:pt x="286" y="663"/>
                </a:lnTo>
                <a:lnTo>
                  <a:pt x="285" y="663"/>
                </a:lnTo>
                <a:lnTo>
                  <a:pt x="285" y="662"/>
                </a:lnTo>
                <a:lnTo>
                  <a:pt x="284" y="662"/>
                </a:lnTo>
                <a:lnTo>
                  <a:pt x="283" y="662"/>
                </a:lnTo>
                <a:lnTo>
                  <a:pt x="283" y="663"/>
                </a:lnTo>
                <a:lnTo>
                  <a:pt x="282" y="663"/>
                </a:lnTo>
                <a:lnTo>
                  <a:pt x="282" y="662"/>
                </a:lnTo>
                <a:lnTo>
                  <a:pt x="281" y="661"/>
                </a:lnTo>
                <a:lnTo>
                  <a:pt x="281" y="662"/>
                </a:lnTo>
                <a:lnTo>
                  <a:pt x="280" y="662"/>
                </a:lnTo>
                <a:lnTo>
                  <a:pt x="279" y="662"/>
                </a:lnTo>
                <a:lnTo>
                  <a:pt x="279" y="661"/>
                </a:lnTo>
                <a:lnTo>
                  <a:pt x="278" y="661"/>
                </a:lnTo>
                <a:lnTo>
                  <a:pt x="277" y="661"/>
                </a:lnTo>
                <a:lnTo>
                  <a:pt x="277" y="660"/>
                </a:lnTo>
                <a:lnTo>
                  <a:pt x="277" y="659"/>
                </a:lnTo>
                <a:lnTo>
                  <a:pt x="276" y="659"/>
                </a:lnTo>
                <a:lnTo>
                  <a:pt x="276" y="660"/>
                </a:lnTo>
                <a:lnTo>
                  <a:pt x="275" y="660"/>
                </a:lnTo>
                <a:lnTo>
                  <a:pt x="274" y="660"/>
                </a:lnTo>
                <a:lnTo>
                  <a:pt x="273" y="660"/>
                </a:lnTo>
                <a:lnTo>
                  <a:pt x="273" y="661"/>
                </a:lnTo>
                <a:lnTo>
                  <a:pt x="272" y="661"/>
                </a:lnTo>
                <a:lnTo>
                  <a:pt x="271" y="661"/>
                </a:lnTo>
                <a:lnTo>
                  <a:pt x="270" y="661"/>
                </a:lnTo>
                <a:lnTo>
                  <a:pt x="270" y="660"/>
                </a:lnTo>
                <a:lnTo>
                  <a:pt x="269" y="660"/>
                </a:lnTo>
                <a:lnTo>
                  <a:pt x="267" y="660"/>
                </a:lnTo>
                <a:lnTo>
                  <a:pt x="267" y="661"/>
                </a:lnTo>
                <a:lnTo>
                  <a:pt x="268" y="661"/>
                </a:lnTo>
                <a:lnTo>
                  <a:pt x="267" y="662"/>
                </a:lnTo>
                <a:lnTo>
                  <a:pt x="266" y="662"/>
                </a:lnTo>
                <a:lnTo>
                  <a:pt x="265" y="662"/>
                </a:lnTo>
                <a:lnTo>
                  <a:pt x="265" y="661"/>
                </a:lnTo>
                <a:lnTo>
                  <a:pt x="264" y="661"/>
                </a:lnTo>
                <a:lnTo>
                  <a:pt x="263" y="661"/>
                </a:lnTo>
                <a:lnTo>
                  <a:pt x="262" y="661"/>
                </a:lnTo>
                <a:lnTo>
                  <a:pt x="262" y="662"/>
                </a:lnTo>
                <a:lnTo>
                  <a:pt x="261" y="662"/>
                </a:lnTo>
                <a:lnTo>
                  <a:pt x="261" y="663"/>
                </a:lnTo>
                <a:lnTo>
                  <a:pt x="260" y="663"/>
                </a:lnTo>
                <a:lnTo>
                  <a:pt x="260" y="664"/>
                </a:lnTo>
                <a:lnTo>
                  <a:pt x="259" y="664"/>
                </a:lnTo>
                <a:lnTo>
                  <a:pt x="258" y="664"/>
                </a:lnTo>
                <a:lnTo>
                  <a:pt x="258" y="663"/>
                </a:lnTo>
                <a:lnTo>
                  <a:pt x="257" y="663"/>
                </a:lnTo>
                <a:lnTo>
                  <a:pt x="256" y="662"/>
                </a:lnTo>
                <a:lnTo>
                  <a:pt x="255" y="663"/>
                </a:lnTo>
                <a:lnTo>
                  <a:pt x="255" y="662"/>
                </a:lnTo>
                <a:lnTo>
                  <a:pt x="254" y="662"/>
                </a:lnTo>
                <a:lnTo>
                  <a:pt x="254" y="661"/>
                </a:lnTo>
                <a:lnTo>
                  <a:pt x="253" y="661"/>
                </a:lnTo>
                <a:lnTo>
                  <a:pt x="253" y="660"/>
                </a:lnTo>
                <a:lnTo>
                  <a:pt x="254" y="660"/>
                </a:lnTo>
                <a:lnTo>
                  <a:pt x="254" y="659"/>
                </a:lnTo>
                <a:lnTo>
                  <a:pt x="254" y="658"/>
                </a:lnTo>
                <a:lnTo>
                  <a:pt x="254" y="657"/>
                </a:lnTo>
                <a:lnTo>
                  <a:pt x="254" y="656"/>
                </a:lnTo>
                <a:lnTo>
                  <a:pt x="253" y="656"/>
                </a:lnTo>
                <a:lnTo>
                  <a:pt x="253" y="655"/>
                </a:lnTo>
                <a:lnTo>
                  <a:pt x="255" y="654"/>
                </a:lnTo>
                <a:lnTo>
                  <a:pt x="256" y="654"/>
                </a:lnTo>
                <a:lnTo>
                  <a:pt x="256" y="653"/>
                </a:lnTo>
                <a:lnTo>
                  <a:pt x="256" y="652"/>
                </a:lnTo>
                <a:lnTo>
                  <a:pt x="256" y="651"/>
                </a:lnTo>
                <a:lnTo>
                  <a:pt x="254" y="650"/>
                </a:lnTo>
                <a:lnTo>
                  <a:pt x="254" y="649"/>
                </a:lnTo>
                <a:lnTo>
                  <a:pt x="253" y="649"/>
                </a:lnTo>
                <a:lnTo>
                  <a:pt x="252" y="649"/>
                </a:lnTo>
                <a:lnTo>
                  <a:pt x="251" y="649"/>
                </a:lnTo>
                <a:lnTo>
                  <a:pt x="250" y="648"/>
                </a:lnTo>
                <a:lnTo>
                  <a:pt x="249" y="648"/>
                </a:lnTo>
                <a:lnTo>
                  <a:pt x="249" y="649"/>
                </a:lnTo>
                <a:lnTo>
                  <a:pt x="249" y="648"/>
                </a:lnTo>
                <a:lnTo>
                  <a:pt x="249" y="647"/>
                </a:lnTo>
                <a:lnTo>
                  <a:pt x="248" y="647"/>
                </a:lnTo>
                <a:lnTo>
                  <a:pt x="247" y="648"/>
                </a:lnTo>
                <a:lnTo>
                  <a:pt x="246" y="648"/>
                </a:lnTo>
                <a:lnTo>
                  <a:pt x="246" y="649"/>
                </a:lnTo>
                <a:lnTo>
                  <a:pt x="245" y="649"/>
                </a:lnTo>
                <a:lnTo>
                  <a:pt x="244" y="650"/>
                </a:lnTo>
                <a:lnTo>
                  <a:pt x="243" y="650"/>
                </a:lnTo>
                <a:lnTo>
                  <a:pt x="242" y="650"/>
                </a:lnTo>
                <a:lnTo>
                  <a:pt x="241" y="650"/>
                </a:lnTo>
                <a:lnTo>
                  <a:pt x="240" y="650"/>
                </a:lnTo>
                <a:lnTo>
                  <a:pt x="239" y="650"/>
                </a:lnTo>
                <a:lnTo>
                  <a:pt x="238" y="650"/>
                </a:lnTo>
                <a:lnTo>
                  <a:pt x="238" y="651"/>
                </a:lnTo>
                <a:lnTo>
                  <a:pt x="237" y="651"/>
                </a:lnTo>
                <a:lnTo>
                  <a:pt x="238" y="651"/>
                </a:lnTo>
                <a:lnTo>
                  <a:pt x="238" y="652"/>
                </a:lnTo>
                <a:lnTo>
                  <a:pt x="238" y="653"/>
                </a:lnTo>
                <a:lnTo>
                  <a:pt x="237" y="653"/>
                </a:lnTo>
                <a:lnTo>
                  <a:pt x="236" y="653"/>
                </a:lnTo>
                <a:lnTo>
                  <a:pt x="236" y="652"/>
                </a:lnTo>
                <a:lnTo>
                  <a:pt x="235" y="652"/>
                </a:lnTo>
                <a:lnTo>
                  <a:pt x="235" y="653"/>
                </a:lnTo>
                <a:lnTo>
                  <a:pt x="234" y="653"/>
                </a:lnTo>
                <a:lnTo>
                  <a:pt x="233" y="653"/>
                </a:lnTo>
                <a:lnTo>
                  <a:pt x="233" y="654"/>
                </a:lnTo>
                <a:lnTo>
                  <a:pt x="232" y="654"/>
                </a:lnTo>
                <a:lnTo>
                  <a:pt x="231" y="654"/>
                </a:lnTo>
                <a:lnTo>
                  <a:pt x="231" y="653"/>
                </a:lnTo>
                <a:lnTo>
                  <a:pt x="231" y="652"/>
                </a:lnTo>
                <a:lnTo>
                  <a:pt x="230" y="652"/>
                </a:lnTo>
                <a:lnTo>
                  <a:pt x="229" y="651"/>
                </a:lnTo>
                <a:lnTo>
                  <a:pt x="229" y="650"/>
                </a:lnTo>
                <a:lnTo>
                  <a:pt x="229" y="649"/>
                </a:lnTo>
                <a:lnTo>
                  <a:pt x="228" y="649"/>
                </a:lnTo>
                <a:lnTo>
                  <a:pt x="228" y="648"/>
                </a:lnTo>
                <a:lnTo>
                  <a:pt x="227" y="648"/>
                </a:lnTo>
                <a:lnTo>
                  <a:pt x="226" y="648"/>
                </a:lnTo>
                <a:lnTo>
                  <a:pt x="226" y="647"/>
                </a:lnTo>
                <a:lnTo>
                  <a:pt x="226" y="646"/>
                </a:lnTo>
                <a:lnTo>
                  <a:pt x="226" y="645"/>
                </a:lnTo>
                <a:lnTo>
                  <a:pt x="224" y="645"/>
                </a:lnTo>
                <a:lnTo>
                  <a:pt x="223" y="645"/>
                </a:lnTo>
                <a:lnTo>
                  <a:pt x="222" y="645"/>
                </a:lnTo>
                <a:lnTo>
                  <a:pt x="223" y="645"/>
                </a:lnTo>
                <a:lnTo>
                  <a:pt x="223" y="644"/>
                </a:lnTo>
                <a:lnTo>
                  <a:pt x="222" y="643"/>
                </a:lnTo>
                <a:lnTo>
                  <a:pt x="221" y="643"/>
                </a:lnTo>
                <a:lnTo>
                  <a:pt x="221" y="642"/>
                </a:lnTo>
                <a:lnTo>
                  <a:pt x="221" y="641"/>
                </a:lnTo>
                <a:lnTo>
                  <a:pt x="220" y="641"/>
                </a:lnTo>
                <a:lnTo>
                  <a:pt x="219" y="641"/>
                </a:lnTo>
                <a:lnTo>
                  <a:pt x="219" y="640"/>
                </a:lnTo>
                <a:lnTo>
                  <a:pt x="218" y="640"/>
                </a:lnTo>
                <a:lnTo>
                  <a:pt x="217" y="641"/>
                </a:lnTo>
                <a:lnTo>
                  <a:pt x="216" y="641"/>
                </a:lnTo>
                <a:lnTo>
                  <a:pt x="215" y="640"/>
                </a:lnTo>
                <a:lnTo>
                  <a:pt x="214" y="640"/>
                </a:lnTo>
                <a:lnTo>
                  <a:pt x="214" y="639"/>
                </a:lnTo>
                <a:lnTo>
                  <a:pt x="213" y="639"/>
                </a:lnTo>
                <a:lnTo>
                  <a:pt x="213" y="638"/>
                </a:lnTo>
                <a:lnTo>
                  <a:pt x="213" y="639"/>
                </a:lnTo>
                <a:lnTo>
                  <a:pt x="212" y="639"/>
                </a:lnTo>
                <a:lnTo>
                  <a:pt x="211" y="638"/>
                </a:lnTo>
                <a:lnTo>
                  <a:pt x="210" y="637"/>
                </a:lnTo>
                <a:lnTo>
                  <a:pt x="209" y="637"/>
                </a:lnTo>
                <a:lnTo>
                  <a:pt x="208" y="637"/>
                </a:lnTo>
                <a:lnTo>
                  <a:pt x="207" y="636"/>
                </a:lnTo>
                <a:lnTo>
                  <a:pt x="206" y="636"/>
                </a:lnTo>
                <a:lnTo>
                  <a:pt x="205" y="635"/>
                </a:lnTo>
                <a:lnTo>
                  <a:pt x="205" y="634"/>
                </a:lnTo>
                <a:lnTo>
                  <a:pt x="204" y="634"/>
                </a:lnTo>
                <a:lnTo>
                  <a:pt x="203" y="634"/>
                </a:lnTo>
                <a:lnTo>
                  <a:pt x="203" y="633"/>
                </a:lnTo>
                <a:lnTo>
                  <a:pt x="202" y="633"/>
                </a:lnTo>
                <a:lnTo>
                  <a:pt x="201" y="632"/>
                </a:lnTo>
                <a:lnTo>
                  <a:pt x="200" y="632"/>
                </a:lnTo>
                <a:lnTo>
                  <a:pt x="199" y="632"/>
                </a:lnTo>
                <a:lnTo>
                  <a:pt x="198" y="631"/>
                </a:lnTo>
                <a:lnTo>
                  <a:pt x="197" y="631"/>
                </a:lnTo>
                <a:lnTo>
                  <a:pt x="197" y="630"/>
                </a:lnTo>
                <a:lnTo>
                  <a:pt x="196" y="630"/>
                </a:lnTo>
                <a:lnTo>
                  <a:pt x="196" y="629"/>
                </a:lnTo>
                <a:lnTo>
                  <a:pt x="195" y="629"/>
                </a:lnTo>
                <a:lnTo>
                  <a:pt x="195" y="628"/>
                </a:lnTo>
                <a:lnTo>
                  <a:pt x="196" y="628"/>
                </a:lnTo>
                <a:lnTo>
                  <a:pt x="196" y="627"/>
                </a:lnTo>
                <a:lnTo>
                  <a:pt x="195" y="627"/>
                </a:lnTo>
                <a:lnTo>
                  <a:pt x="195" y="626"/>
                </a:lnTo>
                <a:lnTo>
                  <a:pt x="194" y="626"/>
                </a:lnTo>
                <a:lnTo>
                  <a:pt x="193" y="625"/>
                </a:lnTo>
                <a:lnTo>
                  <a:pt x="192" y="625"/>
                </a:lnTo>
                <a:lnTo>
                  <a:pt x="191" y="625"/>
                </a:lnTo>
                <a:lnTo>
                  <a:pt x="190" y="625"/>
                </a:lnTo>
                <a:lnTo>
                  <a:pt x="190" y="624"/>
                </a:lnTo>
                <a:lnTo>
                  <a:pt x="189" y="624"/>
                </a:lnTo>
                <a:lnTo>
                  <a:pt x="189" y="625"/>
                </a:lnTo>
                <a:lnTo>
                  <a:pt x="188" y="625"/>
                </a:lnTo>
                <a:lnTo>
                  <a:pt x="188" y="626"/>
                </a:lnTo>
                <a:lnTo>
                  <a:pt x="187" y="626"/>
                </a:lnTo>
                <a:lnTo>
                  <a:pt x="187" y="627"/>
                </a:lnTo>
                <a:lnTo>
                  <a:pt x="186" y="627"/>
                </a:lnTo>
                <a:lnTo>
                  <a:pt x="186" y="628"/>
                </a:lnTo>
                <a:lnTo>
                  <a:pt x="185" y="628"/>
                </a:lnTo>
                <a:lnTo>
                  <a:pt x="185" y="629"/>
                </a:lnTo>
                <a:lnTo>
                  <a:pt x="184" y="629"/>
                </a:lnTo>
                <a:lnTo>
                  <a:pt x="184" y="628"/>
                </a:lnTo>
                <a:lnTo>
                  <a:pt x="184" y="627"/>
                </a:lnTo>
                <a:lnTo>
                  <a:pt x="183" y="627"/>
                </a:lnTo>
                <a:lnTo>
                  <a:pt x="181" y="627"/>
                </a:lnTo>
                <a:lnTo>
                  <a:pt x="181" y="626"/>
                </a:lnTo>
                <a:lnTo>
                  <a:pt x="180" y="626"/>
                </a:lnTo>
                <a:lnTo>
                  <a:pt x="179" y="625"/>
                </a:lnTo>
                <a:lnTo>
                  <a:pt x="178" y="625"/>
                </a:lnTo>
                <a:lnTo>
                  <a:pt x="177" y="625"/>
                </a:lnTo>
                <a:lnTo>
                  <a:pt x="176" y="625"/>
                </a:lnTo>
                <a:lnTo>
                  <a:pt x="176" y="624"/>
                </a:lnTo>
                <a:lnTo>
                  <a:pt x="176" y="625"/>
                </a:lnTo>
                <a:lnTo>
                  <a:pt x="175" y="625"/>
                </a:lnTo>
                <a:lnTo>
                  <a:pt x="175" y="624"/>
                </a:lnTo>
                <a:lnTo>
                  <a:pt x="174" y="624"/>
                </a:lnTo>
                <a:lnTo>
                  <a:pt x="173" y="624"/>
                </a:lnTo>
                <a:lnTo>
                  <a:pt x="172" y="624"/>
                </a:lnTo>
                <a:lnTo>
                  <a:pt x="172" y="623"/>
                </a:lnTo>
                <a:lnTo>
                  <a:pt x="171" y="623"/>
                </a:lnTo>
                <a:lnTo>
                  <a:pt x="171" y="622"/>
                </a:lnTo>
                <a:lnTo>
                  <a:pt x="170" y="622"/>
                </a:lnTo>
                <a:lnTo>
                  <a:pt x="169" y="622"/>
                </a:lnTo>
                <a:lnTo>
                  <a:pt x="169" y="621"/>
                </a:lnTo>
                <a:lnTo>
                  <a:pt x="168" y="621"/>
                </a:lnTo>
                <a:lnTo>
                  <a:pt x="167" y="621"/>
                </a:lnTo>
                <a:lnTo>
                  <a:pt x="166" y="621"/>
                </a:lnTo>
                <a:lnTo>
                  <a:pt x="165" y="621"/>
                </a:lnTo>
                <a:lnTo>
                  <a:pt x="165" y="622"/>
                </a:lnTo>
                <a:lnTo>
                  <a:pt x="164" y="622"/>
                </a:lnTo>
                <a:lnTo>
                  <a:pt x="163" y="622"/>
                </a:lnTo>
                <a:lnTo>
                  <a:pt x="163" y="623"/>
                </a:lnTo>
                <a:lnTo>
                  <a:pt x="163" y="624"/>
                </a:lnTo>
                <a:lnTo>
                  <a:pt x="162" y="624"/>
                </a:lnTo>
                <a:lnTo>
                  <a:pt x="161" y="624"/>
                </a:lnTo>
                <a:lnTo>
                  <a:pt x="160" y="624"/>
                </a:lnTo>
                <a:lnTo>
                  <a:pt x="160" y="625"/>
                </a:lnTo>
                <a:lnTo>
                  <a:pt x="159" y="625"/>
                </a:lnTo>
                <a:lnTo>
                  <a:pt x="159" y="626"/>
                </a:lnTo>
                <a:lnTo>
                  <a:pt x="158" y="626"/>
                </a:lnTo>
                <a:lnTo>
                  <a:pt x="158" y="627"/>
                </a:lnTo>
                <a:lnTo>
                  <a:pt x="158" y="628"/>
                </a:lnTo>
                <a:lnTo>
                  <a:pt x="157" y="628"/>
                </a:lnTo>
                <a:lnTo>
                  <a:pt x="157" y="627"/>
                </a:lnTo>
                <a:lnTo>
                  <a:pt x="156" y="627"/>
                </a:lnTo>
                <a:lnTo>
                  <a:pt x="156" y="626"/>
                </a:lnTo>
                <a:lnTo>
                  <a:pt x="155" y="626"/>
                </a:lnTo>
                <a:lnTo>
                  <a:pt x="154" y="626"/>
                </a:lnTo>
                <a:lnTo>
                  <a:pt x="153" y="625"/>
                </a:lnTo>
                <a:lnTo>
                  <a:pt x="152" y="625"/>
                </a:lnTo>
                <a:lnTo>
                  <a:pt x="152" y="624"/>
                </a:lnTo>
                <a:lnTo>
                  <a:pt x="151" y="624"/>
                </a:lnTo>
                <a:lnTo>
                  <a:pt x="150" y="624"/>
                </a:lnTo>
                <a:lnTo>
                  <a:pt x="150" y="625"/>
                </a:lnTo>
                <a:lnTo>
                  <a:pt x="149" y="625"/>
                </a:lnTo>
                <a:lnTo>
                  <a:pt x="148" y="625"/>
                </a:lnTo>
                <a:lnTo>
                  <a:pt x="148" y="624"/>
                </a:lnTo>
                <a:lnTo>
                  <a:pt x="147" y="624"/>
                </a:lnTo>
                <a:lnTo>
                  <a:pt x="147" y="623"/>
                </a:lnTo>
                <a:lnTo>
                  <a:pt x="146" y="623"/>
                </a:lnTo>
                <a:lnTo>
                  <a:pt x="145" y="623"/>
                </a:lnTo>
                <a:lnTo>
                  <a:pt x="144" y="623"/>
                </a:lnTo>
                <a:lnTo>
                  <a:pt x="143" y="623"/>
                </a:lnTo>
                <a:lnTo>
                  <a:pt x="142" y="623"/>
                </a:lnTo>
                <a:lnTo>
                  <a:pt x="141" y="623"/>
                </a:lnTo>
                <a:lnTo>
                  <a:pt x="140" y="623"/>
                </a:lnTo>
                <a:lnTo>
                  <a:pt x="140" y="624"/>
                </a:lnTo>
                <a:lnTo>
                  <a:pt x="140" y="623"/>
                </a:lnTo>
                <a:lnTo>
                  <a:pt x="139" y="623"/>
                </a:lnTo>
                <a:lnTo>
                  <a:pt x="138" y="623"/>
                </a:lnTo>
                <a:lnTo>
                  <a:pt x="137" y="624"/>
                </a:lnTo>
                <a:lnTo>
                  <a:pt x="137" y="625"/>
                </a:lnTo>
                <a:lnTo>
                  <a:pt x="137" y="626"/>
                </a:lnTo>
                <a:lnTo>
                  <a:pt x="136" y="626"/>
                </a:lnTo>
                <a:lnTo>
                  <a:pt x="136" y="625"/>
                </a:lnTo>
                <a:lnTo>
                  <a:pt x="135" y="625"/>
                </a:lnTo>
                <a:lnTo>
                  <a:pt x="135" y="624"/>
                </a:lnTo>
                <a:lnTo>
                  <a:pt x="135" y="623"/>
                </a:lnTo>
                <a:lnTo>
                  <a:pt x="134" y="623"/>
                </a:lnTo>
                <a:lnTo>
                  <a:pt x="133" y="623"/>
                </a:lnTo>
                <a:lnTo>
                  <a:pt x="132" y="623"/>
                </a:lnTo>
                <a:lnTo>
                  <a:pt x="132" y="624"/>
                </a:lnTo>
                <a:lnTo>
                  <a:pt x="131" y="624"/>
                </a:lnTo>
                <a:lnTo>
                  <a:pt x="130" y="623"/>
                </a:lnTo>
                <a:lnTo>
                  <a:pt x="129" y="623"/>
                </a:lnTo>
                <a:lnTo>
                  <a:pt x="128" y="623"/>
                </a:lnTo>
                <a:lnTo>
                  <a:pt x="128" y="624"/>
                </a:lnTo>
                <a:lnTo>
                  <a:pt x="127" y="624"/>
                </a:lnTo>
                <a:lnTo>
                  <a:pt x="127" y="623"/>
                </a:lnTo>
                <a:lnTo>
                  <a:pt x="126" y="623"/>
                </a:lnTo>
                <a:lnTo>
                  <a:pt x="125" y="623"/>
                </a:lnTo>
                <a:lnTo>
                  <a:pt x="125" y="622"/>
                </a:lnTo>
                <a:lnTo>
                  <a:pt x="124" y="622"/>
                </a:lnTo>
                <a:lnTo>
                  <a:pt x="124" y="621"/>
                </a:lnTo>
                <a:lnTo>
                  <a:pt x="122" y="621"/>
                </a:lnTo>
                <a:lnTo>
                  <a:pt x="121" y="621"/>
                </a:lnTo>
                <a:lnTo>
                  <a:pt x="120" y="621"/>
                </a:lnTo>
                <a:lnTo>
                  <a:pt x="119" y="621"/>
                </a:lnTo>
                <a:lnTo>
                  <a:pt x="118" y="621"/>
                </a:lnTo>
                <a:lnTo>
                  <a:pt x="117" y="620"/>
                </a:lnTo>
                <a:lnTo>
                  <a:pt x="115" y="619"/>
                </a:lnTo>
                <a:lnTo>
                  <a:pt x="114" y="619"/>
                </a:lnTo>
                <a:lnTo>
                  <a:pt x="114" y="618"/>
                </a:lnTo>
                <a:lnTo>
                  <a:pt x="113" y="618"/>
                </a:lnTo>
                <a:lnTo>
                  <a:pt x="112" y="617"/>
                </a:lnTo>
                <a:lnTo>
                  <a:pt x="111" y="617"/>
                </a:lnTo>
                <a:lnTo>
                  <a:pt x="111" y="616"/>
                </a:lnTo>
                <a:lnTo>
                  <a:pt x="110" y="616"/>
                </a:lnTo>
                <a:lnTo>
                  <a:pt x="110" y="615"/>
                </a:lnTo>
                <a:lnTo>
                  <a:pt x="109" y="614"/>
                </a:lnTo>
                <a:lnTo>
                  <a:pt x="108" y="614"/>
                </a:lnTo>
                <a:lnTo>
                  <a:pt x="107" y="613"/>
                </a:lnTo>
                <a:lnTo>
                  <a:pt x="106" y="613"/>
                </a:lnTo>
                <a:lnTo>
                  <a:pt x="106" y="612"/>
                </a:lnTo>
                <a:lnTo>
                  <a:pt x="105" y="612"/>
                </a:lnTo>
                <a:lnTo>
                  <a:pt x="105" y="611"/>
                </a:lnTo>
                <a:lnTo>
                  <a:pt x="104" y="611"/>
                </a:lnTo>
                <a:lnTo>
                  <a:pt x="103" y="611"/>
                </a:lnTo>
                <a:lnTo>
                  <a:pt x="102" y="611"/>
                </a:lnTo>
                <a:lnTo>
                  <a:pt x="102" y="610"/>
                </a:lnTo>
                <a:lnTo>
                  <a:pt x="101" y="610"/>
                </a:lnTo>
                <a:lnTo>
                  <a:pt x="100" y="610"/>
                </a:lnTo>
                <a:lnTo>
                  <a:pt x="100" y="609"/>
                </a:lnTo>
                <a:lnTo>
                  <a:pt x="99" y="609"/>
                </a:lnTo>
                <a:lnTo>
                  <a:pt x="99" y="608"/>
                </a:lnTo>
                <a:lnTo>
                  <a:pt x="98" y="608"/>
                </a:lnTo>
                <a:lnTo>
                  <a:pt x="97" y="608"/>
                </a:lnTo>
                <a:lnTo>
                  <a:pt x="96" y="608"/>
                </a:lnTo>
                <a:lnTo>
                  <a:pt x="95" y="608"/>
                </a:lnTo>
                <a:lnTo>
                  <a:pt x="93" y="609"/>
                </a:lnTo>
                <a:lnTo>
                  <a:pt x="92" y="609"/>
                </a:lnTo>
                <a:lnTo>
                  <a:pt x="90" y="609"/>
                </a:lnTo>
                <a:lnTo>
                  <a:pt x="90" y="608"/>
                </a:lnTo>
                <a:lnTo>
                  <a:pt x="89" y="608"/>
                </a:lnTo>
                <a:lnTo>
                  <a:pt x="89" y="607"/>
                </a:lnTo>
                <a:lnTo>
                  <a:pt x="88" y="607"/>
                </a:lnTo>
                <a:lnTo>
                  <a:pt x="88" y="606"/>
                </a:lnTo>
                <a:lnTo>
                  <a:pt x="87" y="606"/>
                </a:lnTo>
                <a:lnTo>
                  <a:pt x="86" y="606"/>
                </a:lnTo>
                <a:lnTo>
                  <a:pt x="86" y="605"/>
                </a:lnTo>
                <a:lnTo>
                  <a:pt x="85" y="605"/>
                </a:lnTo>
                <a:lnTo>
                  <a:pt x="84" y="604"/>
                </a:lnTo>
                <a:lnTo>
                  <a:pt x="84" y="603"/>
                </a:lnTo>
                <a:lnTo>
                  <a:pt x="85" y="603"/>
                </a:lnTo>
                <a:lnTo>
                  <a:pt x="84" y="603"/>
                </a:lnTo>
                <a:lnTo>
                  <a:pt x="84" y="602"/>
                </a:lnTo>
                <a:lnTo>
                  <a:pt x="84" y="601"/>
                </a:lnTo>
                <a:lnTo>
                  <a:pt x="83" y="601"/>
                </a:lnTo>
                <a:lnTo>
                  <a:pt x="83" y="600"/>
                </a:lnTo>
                <a:lnTo>
                  <a:pt x="82" y="600"/>
                </a:lnTo>
                <a:lnTo>
                  <a:pt x="82" y="599"/>
                </a:lnTo>
                <a:lnTo>
                  <a:pt x="81" y="598"/>
                </a:lnTo>
                <a:lnTo>
                  <a:pt x="81" y="597"/>
                </a:lnTo>
                <a:lnTo>
                  <a:pt x="80" y="597"/>
                </a:lnTo>
                <a:lnTo>
                  <a:pt x="80" y="596"/>
                </a:lnTo>
                <a:lnTo>
                  <a:pt x="79" y="595"/>
                </a:lnTo>
                <a:lnTo>
                  <a:pt x="79" y="594"/>
                </a:lnTo>
                <a:lnTo>
                  <a:pt x="78" y="594"/>
                </a:lnTo>
                <a:lnTo>
                  <a:pt x="78" y="593"/>
                </a:lnTo>
                <a:lnTo>
                  <a:pt x="77" y="592"/>
                </a:lnTo>
                <a:lnTo>
                  <a:pt x="77" y="591"/>
                </a:lnTo>
                <a:lnTo>
                  <a:pt x="76" y="591"/>
                </a:lnTo>
                <a:lnTo>
                  <a:pt x="75" y="591"/>
                </a:lnTo>
                <a:lnTo>
                  <a:pt x="75" y="590"/>
                </a:lnTo>
                <a:lnTo>
                  <a:pt x="75" y="591"/>
                </a:lnTo>
                <a:lnTo>
                  <a:pt x="74" y="591"/>
                </a:lnTo>
                <a:lnTo>
                  <a:pt x="72" y="591"/>
                </a:lnTo>
                <a:lnTo>
                  <a:pt x="72" y="590"/>
                </a:lnTo>
                <a:lnTo>
                  <a:pt x="71" y="590"/>
                </a:lnTo>
                <a:lnTo>
                  <a:pt x="70" y="590"/>
                </a:lnTo>
                <a:lnTo>
                  <a:pt x="69" y="589"/>
                </a:lnTo>
                <a:lnTo>
                  <a:pt x="68" y="589"/>
                </a:lnTo>
                <a:lnTo>
                  <a:pt x="67" y="589"/>
                </a:lnTo>
                <a:lnTo>
                  <a:pt x="66" y="588"/>
                </a:lnTo>
                <a:lnTo>
                  <a:pt x="65" y="588"/>
                </a:lnTo>
                <a:lnTo>
                  <a:pt x="64" y="588"/>
                </a:lnTo>
                <a:lnTo>
                  <a:pt x="63" y="588"/>
                </a:lnTo>
                <a:lnTo>
                  <a:pt x="63" y="587"/>
                </a:lnTo>
                <a:lnTo>
                  <a:pt x="63" y="586"/>
                </a:lnTo>
                <a:lnTo>
                  <a:pt x="63" y="585"/>
                </a:lnTo>
                <a:lnTo>
                  <a:pt x="63" y="584"/>
                </a:lnTo>
                <a:lnTo>
                  <a:pt x="63" y="583"/>
                </a:lnTo>
                <a:lnTo>
                  <a:pt x="63" y="582"/>
                </a:lnTo>
                <a:lnTo>
                  <a:pt x="62" y="582"/>
                </a:lnTo>
                <a:lnTo>
                  <a:pt x="63" y="582"/>
                </a:lnTo>
                <a:lnTo>
                  <a:pt x="63" y="581"/>
                </a:lnTo>
                <a:lnTo>
                  <a:pt x="62" y="581"/>
                </a:lnTo>
                <a:lnTo>
                  <a:pt x="61" y="581"/>
                </a:lnTo>
                <a:lnTo>
                  <a:pt x="60" y="581"/>
                </a:lnTo>
                <a:lnTo>
                  <a:pt x="60" y="580"/>
                </a:lnTo>
                <a:lnTo>
                  <a:pt x="59" y="580"/>
                </a:lnTo>
                <a:lnTo>
                  <a:pt x="58" y="580"/>
                </a:lnTo>
                <a:lnTo>
                  <a:pt x="58" y="579"/>
                </a:lnTo>
                <a:lnTo>
                  <a:pt x="57" y="579"/>
                </a:lnTo>
                <a:lnTo>
                  <a:pt x="56" y="579"/>
                </a:lnTo>
                <a:lnTo>
                  <a:pt x="56" y="578"/>
                </a:lnTo>
                <a:lnTo>
                  <a:pt x="55" y="578"/>
                </a:lnTo>
                <a:lnTo>
                  <a:pt x="55" y="577"/>
                </a:lnTo>
                <a:lnTo>
                  <a:pt x="55" y="576"/>
                </a:lnTo>
                <a:lnTo>
                  <a:pt x="54" y="576"/>
                </a:lnTo>
                <a:lnTo>
                  <a:pt x="54" y="575"/>
                </a:lnTo>
                <a:lnTo>
                  <a:pt x="54" y="574"/>
                </a:lnTo>
                <a:lnTo>
                  <a:pt x="54" y="573"/>
                </a:lnTo>
                <a:lnTo>
                  <a:pt x="53" y="573"/>
                </a:lnTo>
                <a:lnTo>
                  <a:pt x="54" y="572"/>
                </a:lnTo>
                <a:lnTo>
                  <a:pt x="54" y="571"/>
                </a:lnTo>
                <a:lnTo>
                  <a:pt x="54" y="570"/>
                </a:lnTo>
                <a:lnTo>
                  <a:pt x="54" y="569"/>
                </a:lnTo>
                <a:lnTo>
                  <a:pt x="55" y="569"/>
                </a:lnTo>
                <a:lnTo>
                  <a:pt x="55" y="568"/>
                </a:lnTo>
                <a:lnTo>
                  <a:pt x="54" y="567"/>
                </a:lnTo>
                <a:lnTo>
                  <a:pt x="55" y="567"/>
                </a:lnTo>
                <a:lnTo>
                  <a:pt x="55" y="566"/>
                </a:lnTo>
                <a:lnTo>
                  <a:pt x="55" y="565"/>
                </a:lnTo>
                <a:lnTo>
                  <a:pt x="56" y="565"/>
                </a:lnTo>
                <a:lnTo>
                  <a:pt x="55" y="564"/>
                </a:lnTo>
                <a:lnTo>
                  <a:pt x="54" y="564"/>
                </a:lnTo>
                <a:lnTo>
                  <a:pt x="54" y="563"/>
                </a:lnTo>
                <a:lnTo>
                  <a:pt x="53" y="563"/>
                </a:lnTo>
                <a:lnTo>
                  <a:pt x="53" y="562"/>
                </a:lnTo>
                <a:lnTo>
                  <a:pt x="53" y="561"/>
                </a:lnTo>
                <a:lnTo>
                  <a:pt x="52" y="561"/>
                </a:lnTo>
                <a:lnTo>
                  <a:pt x="51" y="560"/>
                </a:lnTo>
                <a:lnTo>
                  <a:pt x="50" y="560"/>
                </a:lnTo>
                <a:lnTo>
                  <a:pt x="48" y="560"/>
                </a:lnTo>
                <a:lnTo>
                  <a:pt x="47" y="560"/>
                </a:lnTo>
                <a:lnTo>
                  <a:pt x="47" y="559"/>
                </a:lnTo>
                <a:lnTo>
                  <a:pt x="46" y="558"/>
                </a:lnTo>
                <a:lnTo>
                  <a:pt x="47" y="557"/>
                </a:lnTo>
                <a:lnTo>
                  <a:pt x="48" y="556"/>
                </a:lnTo>
                <a:lnTo>
                  <a:pt x="48" y="555"/>
                </a:lnTo>
                <a:lnTo>
                  <a:pt x="49" y="554"/>
                </a:lnTo>
                <a:lnTo>
                  <a:pt x="49" y="553"/>
                </a:lnTo>
                <a:lnTo>
                  <a:pt x="50" y="553"/>
                </a:lnTo>
                <a:lnTo>
                  <a:pt x="49" y="553"/>
                </a:lnTo>
                <a:lnTo>
                  <a:pt x="48" y="553"/>
                </a:lnTo>
                <a:lnTo>
                  <a:pt x="47" y="553"/>
                </a:lnTo>
                <a:lnTo>
                  <a:pt x="46" y="553"/>
                </a:lnTo>
                <a:lnTo>
                  <a:pt x="46" y="551"/>
                </a:lnTo>
                <a:lnTo>
                  <a:pt x="45" y="551"/>
                </a:lnTo>
                <a:lnTo>
                  <a:pt x="44" y="551"/>
                </a:lnTo>
                <a:lnTo>
                  <a:pt x="43" y="550"/>
                </a:lnTo>
                <a:lnTo>
                  <a:pt x="43" y="549"/>
                </a:lnTo>
                <a:lnTo>
                  <a:pt x="42" y="549"/>
                </a:lnTo>
                <a:lnTo>
                  <a:pt x="42" y="548"/>
                </a:lnTo>
                <a:lnTo>
                  <a:pt x="41" y="547"/>
                </a:lnTo>
                <a:lnTo>
                  <a:pt x="40" y="547"/>
                </a:lnTo>
                <a:lnTo>
                  <a:pt x="40" y="546"/>
                </a:lnTo>
                <a:lnTo>
                  <a:pt x="40" y="547"/>
                </a:lnTo>
                <a:lnTo>
                  <a:pt x="39" y="547"/>
                </a:lnTo>
                <a:lnTo>
                  <a:pt x="38" y="547"/>
                </a:lnTo>
                <a:lnTo>
                  <a:pt x="37" y="547"/>
                </a:lnTo>
                <a:lnTo>
                  <a:pt x="36" y="547"/>
                </a:lnTo>
                <a:lnTo>
                  <a:pt x="36" y="546"/>
                </a:lnTo>
                <a:lnTo>
                  <a:pt x="35" y="546"/>
                </a:lnTo>
                <a:lnTo>
                  <a:pt x="35" y="545"/>
                </a:lnTo>
                <a:lnTo>
                  <a:pt x="34" y="544"/>
                </a:lnTo>
                <a:lnTo>
                  <a:pt x="34" y="543"/>
                </a:lnTo>
                <a:lnTo>
                  <a:pt x="34" y="542"/>
                </a:lnTo>
                <a:lnTo>
                  <a:pt x="32" y="542"/>
                </a:lnTo>
                <a:lnTo>
                  <a:pt x="31" y="542"/>
                </a:lnTo>
                <a:lnTo>
                  <a:pt x="30" y="541"/>
                </a:lnTo>
                <a:lnTo>
                  <a:pt x="29" y="541"/>
                </a:lnTo>
                <a:lnTo>
                  <a:pt x="29" y="540"/>
                </a:lnTo>
                <a:lnTo>
                  <a:pt x="29" y="539"/>
                </a:lnTo>
                <a:lnTo>
                  <a:pt x="29" y="538"/>
                </a:lnTo>
                <a:lnTo>
                  <a:pt x="28" y="538"/>
                </a:lnTo>
                <a:lnTo>
                  <a:pt x="27" y="537"/>
                </a:lnTo>
                <a:lnTo>
                  <a:pt x="26" y="537"/>
                </a:lnTo>
                <a:lnTo>
                  <a:pt x="26" y="536"/>
                </a:lnTo>
                <a:lnTo>
                  <a:pt x="26" y="535"/>
                </a:lnTo>
                <a:lnTo>
                  <a:pt x="25" y="535"/>
                </a:lnTo>
                <a:lnTo>
                  <a:pt x="25" y="534"/>
                </a:lnTo>
                <a:lnTo>
                  <a:pt x="26" y="534"/>
                </a:lnTo>
                <a:lnTo>
                  <a:pt x="25" y="533"/>
                </a:lnTo>
                <a:lnTo>
                  <a:pt x="25" y="532"/>
                </a:lnTo>
                <a:lnTo>
                  <a:pt x="24" y="532"/>
                </a:lnTo>
                <a:lnTo>
                  <a:pt x="24" y="531"/>
                </a:lnTo>
                <a:lnTo>
                  <a:pt x="23" y="531"/>
                </a:lnTo>
                <a:lnTo>
                  <a:pt x="23" y="530"/>
                </a:lnTo>
                <a:lnTo>
                  <a:pt x="23" y="529"/>
                </a:lnTo>
                <a:lnTo>
                  <a:pt x="22" y="529"/>
                </a:lnTo>
                <a:lnTo>
                  <a:pt x="21" y="529"/>
                </a:lnTo>
                <a:lnTo>
                  <a:pt x="21" y="528"/>
                </a:lnTo>
                <a:lnTo>
                  <a:pt x="22" y="528"/>
                </a:lnTo>
                <a:lnTo>
                  <a:pt x="23" y="527"/>
                </a:lnTo>
                <a:lnTo>
                  <a:pt x="23" y="525"/>
                </a:lnTo>
                <a:lnTo>
                  <a:pt x="22" y="525"/>
                </a:lnTo>
                <a:lnTo>
                  <a:pt x="23" y="524"/>
                </a:lnTo>
                <a:lnTo>
                  <a:pt x="23" y="523"/>
                </a:lnTo>
                <a:lnTo>
                  <a:pt x="24" y="523"/>
                </a:lnTo>
                <a:lnTo>
                  <a:pt x="25" y="523"/>
                </a:lnTo>
                <a:lnTo>
                  <a:pt x="25" y="522"/>
                </a:lnTo>
                <a:lnTo>
                  <a:pt x="26" y="521"/>
                </a:lnTo>
                <a:lnTo>
                  <a:pt x="26" y="520"/>
                </a:lnTo>
                <a:lnTo>
                  <a:pt x="28" y="520"/>
                </a:lnTo>
                <a:lnTo>
                  <a:pt x="29" y="520"/>
                </a:lnTo>
                <a:lnTo>
                  <a:pt x="31" y="520"/>
                </a:lnTo>
                <a:lnTo>
                  <a:pt x="32" y="521"/>
                </a:lnTo>
                <a:lnTo>
                  <a:pt x="32" y="520"/>
                </a:lnTo>
                <a:lnTo>
                  <a:pt x="32" y="519"/>
                </a:lnTo>
                <a:lnTo>
                  <a:pt x="32" y="518"/>
                </a:lnTo>
                <a:lnTo>
                  <a:pt x="34" y="518"/>
                </a:lnTo>
                <a:lnTo>
                  <a:pt x="35" y="518"/>
                </a:lnTo>
                <a:lnTo>
                  <a:pt x="36" y="518"/>
                </a:lnTo>
                <a:lnTo>
                  <a:pt x="37" y="517"/>
                </a:lnTo>
                <a:lnTo>
                  <a:pt x="38" y="516"/>
                </a:lnTo>
                <a:lnTo>
                  <a:pt x="39" y="515"/>
                </a:lnTo>
                <a:lnTo>
                  <a:pt x="38" y="515"/>
                </a:lnTo>
                <a:lnTo>
                  <a:pt x="38" y="514"/>
                </a:lnTo>
                <a:lnTo>
                  <a:pt x="37" y="514"/>
                </a:lnTo>
                <a:lnTo>
                  <a:pt x="38" y="513"/>
                </a:lnTo>
                <a:lnTo>
                  <a:pt x="39" y="512"/>
                </a:lnTo>
                <a:lnTo>
                  <a:pt x="39" y="511"/>
                </a:lnTo>
                <a:lnTo>
                  <a:pt x="39" y="510"/>
                </a:lnTo>
                <a:lnTo>
                  <a:pt x="39" y="509"/>
                </a:lnTo>
                <a:lnTo>
                  <a:pt x="40" y="509"/>
                </a:lnTo>
                <a:lnTo>
                  <a:pt x="40" y="508"/>
                </a:lnTo>
                <a:lnTo>
                  <a:pt x="40" y="507"/>
                </a:lnTo>
                <a:lnTo>
                  <a:pt x="40" y="506"/>
                </a:lnTo>
                <a:lnTo>
                  <a:pt x="40" y="505"/>
                </a:lnTo>
                <a:lnTo>
                  <a:pt x="39" y="505"/>
                </a:lnTo>
                <a:lnTo>
                  <a:pt x="39" y="504"/>
                </a:lnTo>
                <a:lnTo>
                  <a:pt x="39" y="503"/>
                </a:lnTo>
                <a:lnTo>
                  <a:pt x="40" y="503"/>
                </a:lnTo>
                <a:lnTo>
                  <a:pt x="40" y="502"/>
                </a:lnTo>
                <a:lnTo>
                  <a:pt x="41" y="502"/>
                </a:lnTo>
                <a:lnTo>
                  <a:pt x="41" y="501"/>
                </a:lnTo>
                <a:lnTo>
                  <a:pt x="42" y="501"/>
                </a:lnTo>
                <a:lnTo>
                  <a:pt x="42" y="500"/>
                </a:lnTo>
                <a:lnTo>
                  <a:pt x="43" y="500"/>
                </a:lnTo>
                <a:lnTo>
                  <a:pt x="43" y="499"/>
                </a:lnTo>
                <a:lnTo>
                  <a:pt x="43" y="498"/>
                </a:lnTo>
                <a:lnTo>
                  <a:pt x="42" y="498"/>
                </a:lnTo>
                <a:lnTo>
                  <a:pt x="43" y="498"/>
                </a:lnTo>
                <a:lnTo>
                  <a:pt x="43" y="497"/>
                </a:lnTo>
                <a:lnTo>
                  <a:pt x="42" y="497"/>
                </a:lnTo>
                <a:lnTo>
                  <a:pt x="42" y="496"/>
                </a:lnTo>
                <a:lnTo>
                  <a:pt x="41" y="496"/>
                </a:lnTo>
                <a:lnTo>
                  <a:pt x="41" y="497"/>
                </a:lnTo>
                <a:lnTo>
                  <a:pt x="40" y="496"/>
                </a:lnTo>
                <a:lnTo>
                  <a:pt x="39" y="496"/>
                </a:lnTo>
                <a:lnTo>
                  <a:pt x="39" y="495"/>
                </a:lnTo>
                <a:lnTo>
                  <a:pt x="39" y="494"/>
                </a:lnTo>
                <a:lnTo>
                  <a:pt x="38" y="494"/>
                </a:lnTo>
                <a:lnTo>
                  <a:pt x="37" y="493"/>
                </a:lnTo>
                <a:lnTo>
                  <a:pt x="37" y="492"/>
                </a:lnTo>
                <a:lnTo>
                  <a:pt x="38" y="492"/>
                </a:lnTo>
                <a:lnTo>
                  <a:pt x="38" y="491"/>
                </a:lnTo>
                <a:lnTo>
                  <a:pt x="39" y="490"/>
                </a:lnTo>
                <a:lnTo>
                  <a:pt x="39" y="489"/>
                </a:lnTo>
                <a:lnTo>
                  <a:pt x="39" y="488"/>
                </a:lnTo>
                <a:lnTo>
                  <a:pt x="39" y="487"/>
                </a:lnTo>
                <a:lnTo>
                  <a:pt x="39" y="486"/>
                </a:lnTo>
                <a:lnTo>
                  <a:pt x="38" y="486"/>
                </a:lnTo>
                <a:lnTo>
                  <a:pt x="38" y="485"/>
                </a:lnTo>
                <a:lnTo>
                  <a:pt x="38" y="484"/>
                </a:lnTo>
                <a:lnTo>
                  <a:pt x="39" y="484"/>
                </a:lnTo>
                <a:lnTo>
                  <a:pt x="39" y="483"/>
                </a:lnTo>
                <a:lnTo>
                  <a:pt x="38" y="483"/>
                </a:lnTo>
                <a:lnTo>
                  <a:pt x="38" y="482"/>
                </a:lnTo>
                <a:lnTo>
                  <a:pt x="38" y="481"/>
                </a:lnTo>
                <a:lnTo>
                  <a:pt x="39" y="480"/>
                </a:lnTo>
                <a:lnTo>
                  <a:pt x="38" y="480"/>
                </a:lnTo>
                <a:lnTo>
                  <a:pt x="38" y="479"/>
                </a:lnTo>
                <a:lnTo>
                  <a:pt x="39" y="479"/>
                </a:lnTo>
                <a:lnTo>
                  <a:pt x="39" y="478"/>
                </a:lnTo>
                <a:lnTo>
                  <a:pt x="38" y="478"/>
                </a:lnTo>
                <a:lnTo>
                  <a:pt x="38" y="477"/>
                </a:lnTo>
                <a:lnTo>
                  <a:pt x="38" y="476"/>
                </a:lnTo>
                <a:lnTo>
                  <a:pt x="37" y="476"/>
                </a:lnTo>
                <a:lnTo>
                  <a:pt x="36" y="475"/>
                </a:lnTo>
                <a:lnTo>
                  <a:pt x="35" y="474"/>
                </a:lnTo>
                <a:lnTo>
                  <a:pt x="35" y="473"/>
                </a:lnTo>
                <a:lnTo>
                  <a:pt x="35" y="472"/>
                </a:lnTo>
                <a:lnTo>
                  <a:pt x="36" y="472"/>
                </a:lnTo>
                <a:lnTo>
                  <a:pt x="36" y="471"/>
                </a:lnTo>
                <a:lnTo>
                  <a:pt x="37" y="471"/>
                </a:lnTo>
                <a:lnTo>
                  <a:pt x="36" y="471"/>
                </a:lnTo>
                <a:lnTo>
                  <a:pt x="36" y="470"/>
                </a:lnTo>
                <a:lnTo>
                  <a:pt x="37" y="470"/>
                </a:lnTo>
                <a:lnTo>
                  <a:pt x="37" y="469"/>
                </a:lnTo>
                <a:lnTo>
                  <a:pt x="36" y="469"/>
                </a:lnTo>
                <a:lnTo>
                  <a:pt x="36" y="468"/>
                </a:lnTo>
                <a:lnTo>
                  <a:pt x="36" y="467"/>
                </a:lnTo>
                <a:lnTo>
                  <a:pt x="35" y="467"/>
                </a:lnTo>
                <a:lnTo>
                  <a:pt x="35" y="468"/>
                </a:lnTo>
                <a:lnTo>
                  <a:pt x="34" y="468"/>
                </a:lnTo>
                <a:lnTo>
                  <a:pt x="32" y="468"/>
                </a:lnTo>
                <a:lnTo>
                  <a:pt x="32" y="467"/>
                </a:lnTo>
                <a:lnTo>
                  <a:pt x="31" y="467"/>
                </a:lnTo>
                <a:lnTo>
                  <a:pt x="30" y="467"/>
                </a:lnTo>
                <a:lnTo>
                  <a:pt x="30" y="466"/>
                </a:lnTo>
                <a:lnTo>
                  <a:pt x="29" y="466"/>
                </a:lnTo>
                <a:lnTo>
                  <a:pt x="29" y="465"/>
                </a:lnTo>
                <a:lnTo>
                  <a:pt x="30" y="465"/>
                </a:lnTo>
                <a:lnTo>
                  <a:pt x="30" y="464"/>
                </a:lnTo>
                <a:lnTo>
                  <a:pt x="30" y="463"/>
                </a:lnTo>
                <a:lnTo>
                  <a:pt x="30" y="462"/>
                </a:lnTo>
                <a:lnTo>
                  <a:pt x="29" y="462"/>
                </a:lnTo>
                <a:lnTo>
                  <a:pt x="29" y="461"/>
                </a:lnTo>
                <a:lnTo>
                  <a:pt x="30" y="460"/>
                </a:lnTo>
                <a:lnTo>
                  <a:pt x="29" y="459"/>
                </a:lnTo>
                <a:lnTo>
                  <a:pt x="30" y="459"/>
                </a:lnTo>
                <a:lnTo>
                  <a:pt x="30" y="458"/>
                </a:lnTo>
                <a:lnTo>
                  <a:pt x="31" y="458"/>
                </a:lnTo>
                <a:lnTo>
                  <a:pt x="32" y="458"/>
                </a:lnTo>
                <a:lnTo>
                  <a:pt x="34" y="457"/>
                </a:lnTo>
                <a:lnTo>
                  <a:pt x="34" y="456"/>
                </a:lnTo>
                <a:lnTo>
                  <a:pt x="35" y="457"/>
                </a:lnTo>
                <a:lnTo>
                  <a:pt x="36" y="457"/>
                </a:lnTo>
                <a:lnTo>
                  <a:pt x="37" y="457"/>
                </a:lnTo>
                <a:lnTo>
                  <a:pt x="38" y="456"/>
                </a:lnTo>
                <a:lnTo>
                  <a:pt x="38" y="455"/>
                </a:lnTo>
                <a:lnTo>
                  <a:pt x="37" y="455"/>
                </a:lnTo>
                <a:lnTo>
                  <a:pt x="38" y="455"/>
                </a:lnTo>
                <a:lnTo>
                  <a:pt x="38" y="454"/>
                </a:lnTo>
                <a:lnTo>
                  <a:pt x="39" y="454"/>
                </a:lnTo>
                <a:lnTo>
                  <a:pt x="39" y="453"/>
                </a:lnTo>
                <a:lnTo>
                  <a:pt x="40" y="453"/>
                </a:lnTo>
                <a:lnTo>
                  <a:pt x="39" y="452"/>
                </a:lnTo>
                <a:lnTo>
                  <a:pt x="39" y="451"/>
                </a:lnTo>
                <a:lnTo>
                  <a:pt x="40" y="451"/>
                </a:lnTo>
                <a:lnTo>
                  <a:pt x="41" y="451"/>
                </a:lnTo>
                <a:lnTo>
                  <a:pt x="42" y="451"/>
                </a:lnTo>
                <a:lnTo>
                  <a:pt x="42" y="450"/>
                </a:lnTo>
                <a:lnTo>
                  <a:pt x="43" y="450"/>
                </a:lnTo>
                <a:lnTo>
                  <a:pt x="42" y="449"/>
                </a:lnTo>
                <a:lnTo>
                  <a:pt x="41" y="449"/>
                </a:lnTo>
                <a:lnTo>
                  <a:pt x="41" y="447"/>
                </a:lnTo>
                <a:lnTo>
                  <a:pt x="41" y="446"/>
                </a:lnTo>
                <a:lnTo>
                  <a:pt x="41" y="445"/>
                </a:lnTo>
                <a:lnTo>
                  <a:pt x="40" y="445"/>
                </a:lnTo>
                <a:lnTo>
                  <a:pt x="39" y="444"/>
                </a:lnTo>
                <a:lnTo>
                  <a:pt x="38" y="444"/>
                </a:lnTo>
                <a:lnTo>
                  <a:pt x="38" y="443"/>
                </a:lnTo>
                <a:lnTo>
                  <a:pt x="39" y="443"/>
                </a:lnTo>
                <a:lnTo>
                  <a:pt x="39" y="442"/>
                </a:lnTo>
                <a:lnTo>
                  <a:pt x="38" y="442"/>
                </a:lnTo>
                <a:lnTo>
                  <a:pt x="38" y="441"/>
                </a:lnTo>
                <a:lnTo>
                  <a:pt x="39" y="441"/>
                </a:lnTo>
                <a:lnTo>
                  <a:pt x="38" y="441"/>
                </a:lnTo>
                <a:lnTo>
                  <a:pt x="38" y="440"/>
                </a:lnTo>
                <a:lnTo>
                  <a:pt x="37" y="439"/>
                </a:lnTo>
                <a:lnTo>
                  <a:pt x="36" y="439"/>
                </a:lnTo>
                <a:lnTo>
                  <a:pt x="35" y="439"/>
                </a:lnTo>
                <a:lnTo>
                  <a:pt x="35" y="440"/>
                </a:lnTo>
                <a:lnTo>
                  <a:pt x="34" y="440"/>
                </a:lnTo>
                <a:lnTo>
                  <a:pt x="34" y="439"/>
                </a:lnTo>
                <a:lnTo>
                  <a:pt x="34" y="440"/>
                </a:lnTo>
                <a:lnTo>
                  <a:pt x="32" y="440"/>
                </a:lnTo>
                <a:lnTo>
                  <a:pt x="31" y="441"/>
                </a:lnTo>
                <a:lnTo>
                  <a:pt x="31" y="440"/>
                </a:lnTo>
                <a:lnTo>
                  <a:pt x="30" y="440"/>
                </a:lnTo>
                <a:lnTo>
                  <a:pt x="29" y="440"/>
                </a:lnTo>
                <a:lnTo>
                  <a:pt x="28" y="439"/>
                </a:lnTo>
                <a:lnTo>
                  <a:pt x="27" y="439"/>
                </a:lnTo>
                <a:lnTo>
                  <a:pt x="27" y="440"/>
                </a:lnTo>
                <a:lnTo>
                  <a:pt x="27" y="441"/>
                </a:lnTo>
                <a:lnTo>
                  <a:pt x="26" y="441"/>
                </a:lnTo>
                <a:lnTo>
                  <a:pt x="25" y="441"/>
                </a:lnTo>
                <a:lnTo>
                  <a:pt x="25" y="442"/>
                </a:lnTo>
                <a:lnTo>
                  <a:pt x="24" y="442"/>
                </a:lnTo>
                <a:lnTo>
                  <a:pt x="23" y="442"/>
                </a:lnTo>
                <a:lnTo>
                  <a:pt x="23" y="443"/>
                </a:lnTo>
                <a:lnTo>
                  <a:pt x="22" y="443"/>
                </a:lnTo>
                <a:lnTo>
                  <a:pt x="21" y="443"/>
                </a:lnTo>
                <a:lnTo>
                  <a:pt x="20" y="443"/>
                </a:lnTo>
                <a:lnTo>
                  <a:pt x="20" y="442"/>
                </a:lnTo>
                <a:lnTo>
                  <a:pt x="19" y="442"/>
                </a:lnTo>
                <a:lnTo>
                  <a:pt x="17" y="442"/>
                </a:lnTo>
                <a:lnTo>
                  <a:pt x="16" y="442"/>
                </a:lnTo>
                <a:lnTo>
                  <a:pt x="16" y="441"/>
                </a:lnTo>
                <a:lnTo>
                  <a:pt x="17" y="440"/>
                </a:lnTo>
                <a:lnTo>
                  <a:pt x="16" y="440"/>
                </a:lnTo>
                <a:lnTo>
                  <a:pt x="15" y="440"/>
                </a:lnTo>
                <a:lnTo>
                  <a:pt x="15" y="439"/>
                </a:lnTo>
                <a:lnTo>
                  <a:pt x="14" y="438"/>
                </a:lnTo>
                <a:lnTo>
                  <a:pt x="14" y="437"/>
                </a:lnTo>
                <a:lnTo>
                  <a:pt x="15" y="436"/>
                </a:lnTo>
                <a:lnTo>
                  <a:pt x="15" y="435"/>
                </a:lnTo>
                <a:lnTo>
                  <a:pt x="15" y="434"/>
                </a:lnTo>
                <a:lnTo>
                  <a:pt x="15" y="433"/>
                </a:lnTo>
                <a:lnTo>
                  <a:pt x="16" y="432"/>
                </a:lnTo>
                <a:lnTo>
                  <a:pt x="16" y="431"/>
                </a:lnTo>
                <a:lnTo>
                  <a:pt x="15" y="430"/>
                </a:lnTo>
                <a:lnTo>
                  <a:pt x="15" y="429"/>
                </a:lnTo>
                <a:lnTo>
                  <a:pt x="16" y="429"/>
                </a:lnTo>
                <a:lnTo>
                  <a:pt x="17" y="428"/>
                </a:lnTo>
                <a:lnTo>
                  <a:pt x="17" y="427"/>
                </a:lnTo>
                <a:lnTo>
                  <a:pt x="17" y="426"/>
                </a:lnTo>
                <a:lnTo>
                  <a:pt x="16" y="426"/>
                </a:lnTo>
                <a:lnTo>
                  <a:pt x="16" y="425"/>
                </a:lnTo>
                <a:lnTo>
                  <a:pt x="17" y="425"/>
                </a:lnTo>
                <a:lnTo>
                  <a:pt x="17" y="424"/>
                </a:lnTo>
                <a:lnTo>
                  <a:pt x="17" y="423"/>
                </a:lnTo>
                <a:lnTo>
                  <a:pt x="17" y="422"/>
                </a:lnTo>
                <a:lnTo>
                  <a:pt x="17" y="421"/>
                </a:lnTo>
                <a:lnTo>
                  <a:pt x="17" y="420"/>
                </a:lnTo>
                <a:lnTo>
                  <a:pt x="17" y="419"/>
                </a:lnTo>
                <a:lnTo>
                  <a:pt x="16" y="419"/>
                </a:lnTo>
                <a:lnTo>
                  <a:pt x="15" y="418"/>
                </a:lnTo>
                <a:lnTo>
                  <a:pt x="14" y="419"/>
                </a:lnTo>
                <a:lnTo>
                  <a:pt x="12" y="418"/>
                </a:lnTo>
                <a:lnTo>
                  <a:pt x="11" y="418"/>
                </a:lnTo>
                <a:lnTo>
                  <a:pt x="11" y="417"/>
                </a:lnTo>
                <a:lnTo>
                  <a:pt x="10" y="417"/>
                </a:lnTo>
                <a:lnTo>
                  <a:pt x="10" y="416"/>
                </a:lnTo>
                <a:lnTo>
                  <a:pt x="10" y="415"/>
                </a:lnTo>
                <a:lnTo>
                  <a:pt x="9" y="414"/>
                </a:lnTo>
                <a:lnTo>
                  <a:pt x="9" y="413"/>
                </a:lnTo>
                <a:lnTo>
                  <a:pt x="8" y="413"/>
                </a:lnTo>
                <a:lnTo>
                  <a:pt x="8" y="412"/>
                </a:lnTo>
                <a:lnTo>
                  <a:pt x="7" y="412"/>
                </a:lnTo>
                <a:lnTo>
                  <a:pt x="7" y="411"/>
                </a:lnTo>
                <a:lnTo>
                  <a:pt x="7" y="410"/>
                </a:lnTo>
                <a:lnTo>
                  <a:pt x="7" y="409"/>
                </a:lnTo>
                <a:lnTo>
                  <a:pt x="6" y="409"/>
                </a:lnTo>
                <a:lnTo>
                  <a:pt x="5" y="409"/>
                </a:lnTo>
                <a:lnTo>
                  <a:pt x="5" y="408"/>
                </a:lnTo>
                <a:lnTo>
                  <a:pt x="4" y="408"/>
                </a:lnTo>
                <a:lnTo>
                  <a:pt x="5" y="407"/>
                </a:lnTo>
                <a:lnTo>
                  <a:pt x="5" y="406"/>
                </a:lnTo>
                <a:lnTo>
                  <a:pt x="6" y="406"/>
                </a:lnTo>
                <a:lnTo>
                  <a:pt x="7" y="406"/>
                </a:lnTo>
                <a:lnTo>
                  <a:pt x="7" y="405"/>
                </a:lnTo>
                <a:lnTo>
                  <a:pt x="8" y="405"/>
                </a:lnTo>
                <a:lnTo>
                  <a:pt x="8" y="404"/>
                </a:lnTo>
                <a:lnTo>
                  <a:pt x="9" y="404"/>
                </a:lnTo>
                <a:lnTo>
                  <a:pt x="10" y="404"/>
                </a:lnTo>
                <a:lnTo>
                  <a:pt x="11" y="403"/>
                </a:lnTo>
                <a:lnTo>
                  <a:pt x="12" y="403"/>
                </a:lnTo>
                <a:lnTo>
                  <a:pt x="12" y="402"/>
                </a:lnTo>
                <a:lnTo>
                  <a:pt x="11" y="402"/>
                </a:lnTo>
                <a:lnTo>
                  <a:pt x="10" y="402"/>
                </a:lnTo>
                <a:lnTo>
                  <a:pt x="9" y="402"/>
                </a:lnTo>
                <a:lnTo>
                  <a:pt x="9" y="401"/>
                </a:lnTo>
                <a:lnTo>
                  <a:pt x="9" y="400"/>
                </a:lnTo>
                <a:lnTo>
                  <a:pt x="9" y="399"/>
                </a:lnTo>
                <a:lnTo>
                  <a:pt x="9" y="398"/>
                </a:lnTo>
                <a:lnTo>
                  <a:pt x="10" y="398"/>
                </a:lnTo>
                <a:lnTo>
                  <a:pt x="10" y="397"/>
                </a:lnTo>
                <a:lnTo>
                  <a:pt x="10" y="396"/>
                </a:lnTo>
                <a:lnTo>
                  <a:pt x="10" y="395"/>
                </a:lnTo>
                <a:lnTo>
                  <a:pt x="9" y="395"/>
                </a:lnTo>
                <a:lnTo>
                  <a:pt x="9" y="394"/>
                </a:lnTo>
                <a:lnTo>
                  <a:pt x="9" y="393"/>
                </a:lnTo>
                <a:lnTo>
                  <a:pt x="10" y="393"/>
                </a:lnTo>
                <a:lnTo>
                  <a:pt x="11" y="393"/>
                </a:lnTo>
                <a:lnTo>
                  <a:pt x="12" y="393"/>
                </a:lnTo>
                <a:lnTo>
                  <a:pt x="13" y="393"/>
                </a:lnTo>
                <a:lnTo>
                  <a:pt x="13" y="392"/>
                </a:lnTo>
                <a:lnTo>
                  <a:pt x="14" y="392"/>
                </a:lnTo>
                <a:lnTo>
                  <a:pt x="15" y="392"/>
                </a:lnTo>
                <a:lnTo>
                  <a:pt x="16" y="392"/>
                </a:lnTo>
                <a:lnTo>
                  <a:pt x="17" y="392"/>
                </a:lnTo>
                <a:lnTo>
                  <a:pt x="18" y="391"/>
                </a:lnTo>
                <a:lnTo>
                  <a:pt x="18" y="390"/>
                </a:lnTo>
                <a:lnTo>
                  <a:pt x="19" y="389"/>
                </a:lnTo>
                <a:lnTo>
                  <a:pt x="20" y="389"/>
                </a:lnTo>
                <a:lnTo>
                  <a:pt x="20" y="388"/>
                </a:lnTo>
                <a:lnTo>
                  <a:pt x="21" y="388"/>
                </a:lnTo>
                <a:lnTo>
                  <a:pt x="22" y="388"/>
                </a:lnTo>
                <a:lnTo>
                  <a:pt x="23" y="387"/>
                </a:lnTo>
                <a:lnTo>
                  <a:pt x="24" y="388"/>
                </a:lnTo>
                <a:lnTo>
                  <a:pt x="25" y="388"/>
                </a:lnTo>
                <a:lnTo>
                  <a:pt x="26" y="388"/>
                </a:lnTo>
                <a:lnTo>
                  <a:pt x="26" y="387"/>
                </a:lnTo>
                <a:lnTo>
                  <a:pt x="27" y="387"/>
                </a:lnTo>
                <a:lnTo>
                  <a:pt x="27" y="386"/>
                </a:lnTo>
                <a:lnTo>
                  <a:pt x="28" y="386"/>
                </a:lnTo>
                <a:lnTo>
                  <a:pt x="28" y="385"/>
                </a:lnTo>
                <a:lnTo>
                  <a:pt x="29" y="385"/>
                </a:lnTo>
                <a:lnTo>
                  <a:pt x="30" y="384"/>
                </a:lnTo>
                <a:lnTo>
                  <a:pt x="30" y="383"/>
                </a:lnTo>
                <a:lnTo>
                  <a:pt x="29" y="383"/>
                </a:lnTo>
                <a:lnTo>
                  <a:pt x="30" y="383"/>
                </a:lnTo>
                <a:lnTo>
                  <a:pt x="31" y="383"/>
                </a:lnTo>
                <a:lnTo>
                  <a:pt x="31" y="382"/>
                </a:lnTo>
                <a:lnTo>
                  <a:pt x="32" y="382"/>
                </a:lnTo>
                <a:lnTo>
                  <a:pt x="34" y="382"/>
                </a:lnTo>
                <a:lnTo>
                  <a:pt x="34" y="381"/>
                </a:lnTo>
                <a:lnTo>
                  <a:pt x="32" y="381"/>
                </a:lnTo>
                <a:lnTo>
                  <a:pt x="32" y="380"/>
                </a:lnTo>
                <a:lnTo>
                  <a:pt x="31" y="380"/>
                </a:lnTo>
                <a:lnTo>
                  <a:pt x="31" y="379"/>
                </a:lnTo>
                <a:lnTo>
                  <a:pt x="30" y="379"/>
                </a:lnTo>
                <a:lnTo>
                  <a:pt x="29" y="379"/>
                </a:lnTo>
                <a:lnTo>
                  <a:pt x="27" y="379"/>
                </a:lnTo>
                <a:lnTo>
                  <a:pt x="28" y="379"/>
                </a:lnTo>
                <a:lnTo>
                  <a:pt x="28" y="378"/>
                </a:lnTo>
                <a:lnTo>
                  <a:pt x="27" y="378"/>
                </a:lnTo>
                <a:lnTo>
                  <a:pt x="27" y="377"/>
                </a:lnTo>
                <a:lnTo>
                  <a:pt x="27" y="376"/>
                </a:lnTo>
                <a:lnTo>
                  <a:pt x="27" y="375"/>
                </a:lnTo>
                <a:lnTo>
                  <a:pt x="27" y="374"/>
                </a:lnTo>
                <a:lnTo>
                  <a:pt x="28" y="373"/>
                </a:lnTo>
                <a:lnTo>
                  <a:pt x="28" y="372"/>
                </a:lnTo>
                <a:lnTo>
                  <a:pt x="28" y="371"/>
                </a:lnTo>
                <a:lnTo>
                  <a:pt x="29" y="371"/>
                </a:lnTo>
                <a:lnTo>
                  <a:pt x="30" y="371"/>
                </a:lnTo>
                <a:lnTo>
                  <a:pt x="30" y="372"/>
                </a:lnTo>
                <a:lnTo>
                  <a:pt x="31" y="372"/>
                </a:lnTo>
                <a:lnTo>
                  <a:pt x="32" y="371"/>
                </a:lnTo>
                <a:lnTo>
                  <a:pt x="34" y="371"/>
                </a:lnTo>
                <a:lnTo>
                  <a:pt x="34" y="369"/>
                </a:lnTo>
                <a:lnTo>
                  <a:pt x="32" y="369"/>
                </a:lnTo>
                <a:lnTo>
                  <a:pt x="32" y="368"/>
                </a:lnTo>
                <a:lnTo>
                  <a:pt x="31" y="368"/>
                </a:lnTo>
                <a:lnTo>
                  <a:pt x="31" y="367"/>
                </a:lnTo>
                <a:lnTo>
                  <a:pt x="30" y="366"/>
                </a:lnTo>
                <a:lnTo>
                  <a:pt x="30" y="365"/>
                </a:lnTo>
                <a:lnTo>
                  <a:pt x="29" y="365"/>
                </a:lnTo>
                <a:lnTo>
                  <a:pt x="29" y="364"/>
                </a:lnTo>
                <a:lnTo>
                  <a:pt x="30" y="364"/>
                </a:lnTo>
                <a:lnTo>
                  <a:pt x="31" y="364"/>
                </a:lnTo>
                <a:lnTo>
                  <a:pt x="31" y="363"/>
                </a:lnTo>
                <a:lnTo>
                  <a:pt x="31" y="361"/>
                </a:lnTo>
                <a:lnTo>
                  <a:pt x="31" y="360"/>
                </a:lnTo>
                <a:lnTo>
                  <a:pt x="31" y="359"/>
                </a:lnTo>
                <a:lnTo>
                  <a:pt x="32" y="359"/>
                </a:lnTo>
                <a:lnTo>
                  <a:pt x="32" y="358"/>
                </a:lnTo>
                <a:lnTo>
                  <a:pt x="31" y="358"/>
                </a:lnTo>
                <a:lnTo>
                  <a:pt x="31" y="357"/>
                </a:lnTo>
                <a:lnTo>
                  <a:pt x="32" y="357"/>
                </a:lnTo>
                <a:lnTo>
                  <a:pt x="32" y="356"/>
                </a:lnTo>
                <a:lnTo>
                  <a:pt x="32" y="355"/>
                </a:lnTo>
                <a:lnTo>
                  <a:pt x="31" y="355"/>
                </a:lnTo>
                <a:lnTo>
                  <a:pt x="31" y="354"/>
                </a:lnTo>
                <a:lnTo>
                  <a:pt x="32" y="353"/>
                </a:lnTo>
                <a:lnTo>
                  <a:pt x="34" y="353"/>
                </a:lnTo>
                <a:lnTo>
                  <a:pt x="35" y="353"/>
                </a:lnTo>
                <a:lnTo>
                  <a:pt x="35" y="352"/>
                </a:lnTo>
                <a:lnTo>
                  <a:pt x="35" y="351"/>
                </a:lnTo>
                <a:lnTo>
                  <a:pt x="34" y="350"/>
                </a:lnTo>
                <a:lnTo>
                  <a:pt x="34" y="349"/>
                </a:lnTo>
                <a:lnTo>
                  <a:pt x="35" y="349"/>
                </a:lnTo>
                <a:lnTo>
                  <a:pt x="35" y="348"/>
                </a:lnTo>
                <a:lnTo>
                  <a:pt x="35" y="347"/>
                </a:lnTo>
                <a:lnTo>
                  <a:pt x="36" y="347"/>
                </a:lnTo>
                <a:lnTo>
                  <a:pt x="35" y="347"/>
                </a:lnTo>
                <a:lnTo>
                  <a:pt x="35" y="346"/>
                </a:lnTo>
                <a:lnTo>
                  <a:pt x="37" y="345"/>
                </a:lnTo>
                <a:lnTo>
                  <a:pt x="37" y="344"/>
                </a:lnTo>
                <a:lnTo>
                  <a:pt x="36" y="343"/>
                </a:lnTo>
                <a:lnTo>
                  <a:pt x="35" y="343"/>
                </a:lnTo>
                <a:lnTo>
                  <a:pt x="34" y="343"/>
                </a:lnTo>
                <a:lnTo>
                  <a:pt x="32" y="343"/>
                </a:lnTo>
                <a:lnTo>
                  <a:pt x="31" y="343"/>
                </a:lnTo>
                <a:lnTo>
                  <a:pt x="31" y="344"/>
                </a:lnTo>
                <a:lnTo>
                  <a:pt x="31" y="343"/>
                </a:lnTo>
                <a:lnTo>
                  <a:pt x="30" y="343"/>
                </a:lnTo>
                <a:lnTo>
                  <a:pt x="29" y="343"/>
                </a:lnTo>
                <a:lnTo>
                  <a:pt x="29" y="344"/>
                </a:lnTo>
                <a:lnTo>
                  <a:pt x="28" y="344"/>
                </a:lnTo>
                <a:lnTo>
                  <a:pt x="27" y="344"/>
                </a:lnTo>
                <a:lnTo>
                  <a:pt x="26" y="344"/>
                </a:lnTo>
                <a:lnTo>
                  <a:pt x="25" y="344"/>
                </a:lnTo>
                <a:lnTo>
                  <a:pt x="24" y="344"/>
                </a:lnTo>
                <a:lnTo>
                  <a:pt x="23" y="344"/>
                </a:lnTo>
                <a:lnTo>
                  <a:pt x="22" y="344"/>
                </a:lnTo>
                <a:lnTo>
                  <a:pt x="22" y="343"/>
                </a:lnTo>
                <a:lnTo>
                  <a:pt x="21" y="343"/>
                </a:lnTo>
                <a:lnTo>
                  <a:pt x="20" y="343"/>
                </a:lnTo>
                <a:lnTo>
                  <a:pt x="19" y="343"/>
                </a:lnTo>
                <a:lnTo>
                  <a:pt x="18" y="343"/>
                </a:lnTo>
                <a:lnTo>
                  <a:pt x="17" y="343"/>
                </a:lnTo>
                <a:lnTo>
                  <a:pt x="16" y="343"/>
                </a:lnTo>
                <a:lnTo>
                  <a:pt x="15" y="343"/>
                </a:lnTo>
                <a:lnTo>
                  <a:pt x="14" y="343"/>
                </a:lnTo>
                <a:lnTo>
                  <a:pt x="13" y="343"/>
                </a:lnTo>
                <a:lnTo>
                  <a:pt x="13" y="342"/>
                </a:lnTo>
                <a:lnTo>
                  <a:pt x="12" y="342"/>
                </a:lnTo>
                <a:lnTo>
                  <a:pt x="12" y="341"/>
                </a:lnTo>
                <a:lnTo>
                  <a:pt x="12" y="342"/>
                </a:lnTo>
                <a:lnTo>
                  <a:pt x="13" y="342"/>
                </a:lnTo>
                <a:lnTo>
                  <a:pt x="14" y="342"/>
                </a:lnTo>
                <a:lnTo>
                  <a:pt x="14" y="341"/>
                </a:lnTo>
                <a:lnTo>
                  <a:pt x="13" y="341"/>
                </a:lnTo>
                <a:lnTo>
                  <a:pt x="12" y="341"/>
                </a:lnTo>
                <a:lnTo>
                  <a:pt x="12" y="340"/>
                </a:lnTo>
                <a:lnTo>
                  <a:pt x="11" y="340"/>
                </a:lnTo>
                <a:lnTo>
                  <a:pt x="10" y="340"/>
                </a:lnTo>
                <a:lnTo>
                  <a:pt x="10" y="339"/>
                </a:lnTo>
                <a:lnTo>
                  <a:pt x="9" y="339"/>
                </a:lnTo>
                <a:lnTo>
                  <a:pt x="8" y="339"/>
                </a:lnTo>
                <a:lnTo>
                  <a:pt x="8" y="338"/>
                </a:lnTo>
                <a:lnTo>
                  <a:pt x="7" y="338"/>
                </a:lnTo>
                <a:lnTo>
                  <a:pt x="7" y="339"/>
                </a:lnTo>
                <a:lnTo>
                  <a:pt x="6" y="339"/>
                </a:lnTo>
                <a:lnTo>
                  <a:pt x="5" y="339"/>
                </a:lnTo>
                <a:lnTo>
                  <a:pt x="5" y="338"/>
                </a:lnTo>
                <a:lnTo>
                  <a:pt x="4" y="338"/>
                </a:lnTo>
                <a:lnTo>
                  <a:pt x="3" y="338"/>
                </a:lnTo>
                <a:lnTo>
                  <a:pt x="3" y="337"/>
                </a:lnTo>
                <a:lnTo>
                  <a:pt x="2" y="337"/>
                </a:lnTo>
                <a:lnTo>
                  <a:pt x="2" y="336"/>
                </a:lnTo>
                <a:lnTo>
                  <a:pt x="2" y="335"/>
                </a:lnTo>
                <a:lnTo>
                  <a:pt x="3" y="335"/>
                </a:lnTo>
                <a:lnTo>
                  <a:pt x="3" y="334"/>
                </a:lnTo>
                <a:lnTo>
                  <a:pt x="3" y="333"/>
                </a:lnTo>
                <a:lnTo>
                  <a:pt x="2" y="332"/>
                </a:lnTo>
                <a:lnTo>
                  <a:pt x="2" y="331"/>
                </a:lnTo>
                <a:lnTo>
                  <a:pt x="2" y="330"/>
                </a:lnTo>
                <a:lnTo>
                  <a:pt x="3" y="330"/>
                </a:lnTo>
                <a:lnTo>
                  <a:pt x="3" y="329"/>
                </a:lnTo>
                <a:lnTo>
                  <a:pt x="2" y="328"/>
                </a:lnTo>
                <a:lnTo>
                  <a:pt x="1" y="328"/>
                </a:lnTo>
                <a:lnTo>
                  <a:pt x="1" y="327"/>
                </a:lnTo>
                <a:lnTo>
                  <a:pt x="0" y="327"/>
                </a:lnTo>
                <a:lnTo>
                  <a:pt x="0" y="326"/>
                </a:lnTo>
                <a:lnTo>
                  <a:pt x="1" y="326"/>
                </a:lnTo>
                <a:lnTo>
                  <a:pt x="1" y="325"/>
                </a:lnTo>
                <a:lnTo>
                  <a:pt x="1" y="324"/>
                </a:lnTo>
                <a:lnTo>
                  <a:pt x="2" y="324"/>
                </a:lnTo>
                <a:lnTo>
                  <a:pt x="3" y="324"/>
                </a:lnTo>
                <a:lnTo>
                  <a:pt x="3" y="325"/>
                </a:lnTo>
                <a:lnTo>
                  <a:pt x="4" y="325"/>
                </a:lnTo>
                <a:lnTo>
                  <a:pt x="4" y="326"/>
                </a:lnTo>
                <a:lnTo>
                  <a:pt x="5" y="326"/>
                </a:lnTo>
                <a:lnTo>
                  <a:pt x="6" y="326"/>
                </a:lnTo>
                <a:lnTo>
                  <a:pt x="7" y="326"/>
                </a:lnTo>
                <a:lnTo>
                  <a:pt x="8" y="326"/>
                </a:lnTo>
                <a:lnTo>
                  <a:pt x="9" y="326"/>
                </a:lnTo>
                <a:lnTo>
                  <a:pt x="10" y="326"/>
                </a:lnTo>
                <a:lnTo>
                  <a:pt x="11" y="326"/>
                </a:lnTo>
                <a:lnTo>
                  <a:pt x="12" y="326"/>
                </a:lnTo>
                <a:lnTo>
                  <a:pt x="13" y="326"/>
                </a:lnTo>
                <a:lnTo>
                  <a:pt x="14" y="326"/>
                </a:lnTo>
                <a:lnTo>
                  <a:pt x="14" y="325"/>
                </a:lnTo>
                <a:lnTo>
                  <a:pt x="15" y="325"/>
                </a:lnTo>
                <a:lnTo>
                  <a:pt x="16" y="325"/>
                </a:lnTo>
                <a:lnTo>
                  <a:pt x="18" y="325"/>
                </a:lnTo>
                <a:lnTo>
                  <a:pt x="19" y="324"/>
                </a:lnTo>
                <a:lnTo>
                  <a:pt x="20" y="324"/>
                </a:lnTo>
                <a:lnTo>
                  <a:pt x="21" y="324"/>
                </a:lnTo>
                <a:lnTo>
                  <a:pt x="21" y="323"/>
                </a:lnTo>
                <a:lnTo>
                  <a:pt x="22" y="323"/>
                </a:lnTo>
                <a:lnTo>
                  <a:pt x="22" y="322"/>
                </a:lnTo>
                <a:lnTo>
                  <a:pt x="23" y="322"/>
                </a:lnTo>
                <a:lnTo>
                  <a:pt x="23" y="321"/>
                </a:lnTo>
                <a:lnTo>
                  <a:pt x="24" y="321"/>
                </a:lnTo>
                <a:lnTo>
                  <a:pt x="25" y="321"/>
                </a:lnTo>
                <a:lnTo>
                  <a:pt x="25" y="320"/>
                </a:lnTo>
                <a:lnTo>
                  <a:pt x="26" y="320"/>
                </a:lnTo>
                <a:lnTo>
                  <a:pt x="26" y="319"/>
                </a:lnTo>
                <a:lnTo>
                  <a:pt x="27" y="319"/>
                </a:lnTo>
                <a:lnTo>
                  <a:pt x="28" y="319"/>
                </a:lnTo>
                <a:lnTo>
                  <a:pt x="29" y="319"/>
                </a:lnTo>
                <a:lnTo>
                  <a:pt x="29" y="320"/>
                </a:lnTo>
                <a:lnTo>
                  <a:pt x="30" y="320"/>
                </a:lnTo>
                <a:lnTo>
                  <a:pt x="31" y="320"/>
                </a:lnTo>
                <a:lnTo>
                  <a:pt x="32" y="320"/>
                </a:lnTo>
                <a:lnTo>
                  <a:pt x="32" y="321"/>
                </a:lnTo>
                <a:lnTo>
                  <a:pt x="34" y="321"/>
                </a:lnTo>
                <a:lnTo>
                  <a:pt x="35" y="321"/>
                </a:lnTo>
                <a:lnTo>
                  <a:pt x="36" y="321"/>
                </a:lnTo>
                <a:lnTo>
                  <a:pt x="37" y="321"/>
                </a:lnTo>
                <a:lnTo>
                  <a:pt x="38" y="321"/>
                </a:lnTo>
                <a:lnTo>
                  <a:pt x="38" y="320"/>
                </a:lnTo>
                <a:lnTo>
                  <a:pt x="38" y="321"/>
                </a:lnTo>
                <a:lnTo>
                  <a:pt x="39" y="320"/>
                </a:lnTo>
                <a:lnTo>
                  <a:pt x="39" y="321"/>
                </a:lnTo>
                <a:lnTo>
                  <a:pt x="40" y="321"/>
                </a:lnTo>
                <a:lnTo>
                  <a:pt x="41" y="321"/>
                </a:lnTo>
                <a:lnTo>
                  <a:pt x="42" y="321"/>
                </a:lnTo>
                <a:lnTo>
                  <a:pt x="42" y="320"/>
                </a:lnTo>
                <a:lnTo>
                  <a:pt x="43" y="320"/>
                </a:lnTo>
                <a:lnTo>
                  <a:pt x="44" y="321"/>
                </a:lnTo>
                <a:lnTo>
                  <a:pt x="46" y="321"/>
                </a:lnTo>
                <a:lnTo>
                  <a:pt x="47" y="321"/>
                </a:lnTo>
                <a:lnTo>
                  <a:pt x="48" y="321"/>
                </a:lnTo>
                <a:lnTo>
                  <a:pt x="49" y="321"/>
                </a:lnTo>
                <a:lnTo>
                  <a:pt x="50" y="322"/>
                </a:lnTo>
                <a:lnTo>
                  <a:pt x="50" y="321"/>
                </a:lnTo>
                <a:lnTo>
                  <a:pt x="50" y="320"/>
                </a:lnTo>
                <a:lnTo>
                  <a:pt x="50" y="319"/>
                </a:lnTo>
                <a:lnTo>
                  <a:pt x="50" y="318"/>
                </a:lnTo>
                <a:lnTo>
                  <a:pt x="50" y="317"/>
                </a:lnTo>
                <a:lnTo>
                  <a:pt x="50" y="316"/>
                </a:lnTo>
                <a:lnTo>
                  <a:pt x="49" y="316"/>
                </a:lnTo>
                <a:lnTo>
                  <a:pt x="49" y="315"/>
                </a:lnTo>
                <a:lnTo>
                  <a:pt x="50" y="315"/>
                </a:lnTo>
                <a:lnTo>
                  <a:pt x="50" y="314"/>
                </a:lnTo>
                <a:lnTo>
                  <a:pt x="51" y="314"/>
                </a:lnTo>
                <a:lnTo>
                  <a:pt x="52" y="314"/>
                </a:lnTo>
                <a:lnTo>
                  <a:pt x="52" y="313"/>
                </a:lnTo>
                <a:lnTo>
                  <a:pt x="53" y="313"/>
                </a:lnTo>
                <a:lnTo>
                  <a:pt x="54" y="313"/>
                </a:lnTo>
                <a:lnTo>
                  <a:pt x="54" y="312"/>
                </a:lnTo>
                <a:lnTo>
                  <a:pt x="55" y="311"/>
                </a:lnTo>
                <a:lnTo>
                  <a:pt x="55" y="310"/>
                </a:lnTo>
                <a:lnTo>
                  <a:pt x="56" y="310"/>
                </a:lnTo>
                <a:lnTo>
                  <a:pt x="56" y="309"/>
                </a:lnTo>
                <a:lnTo>
                  <a:pt x="56" y="308"/>
                </a:lnTo>
                <a:lnTo>
                  <a:pt x="57" y="307"/>
                </a:lnTo>
                <a:lnTo>
                  <a:pt x="57" y="306"/>
                </a:lnTo>
                <a:lnTo>
                  <a:pt x="57" y="305"/>
                </a:lnTo>
                <a:lnTo>
                  <a:pt x="57" y="304"/>
                </a:lnTo>
                <a:lnTo>
                  <a:pt x="57" y="303"/>
                </a:lnTo>
                <a:lnTo>
                  <a:pt x="57" y="302"/>
                </a:lnTo>
                <a:lnTo>
                  <a:pt x="56" y="302"/>
                </a:lnTo>
                <a:lnTo>
                  <a:pt x="56" y="301"/>
                </a:lnTo>
                <a:lnTo>
                  <a:pt x="55" y="301"/>
                </a:lnTo>
                <a:lnTo>
                  <a:pt x="55" y="300"/>
                </a:lnTo>
                <a:lnTo>
                  <a:pt x="56" y="300"/>
                </a:lnTo>
                <a:lnTo>
                  <a:pt x="57" y="300"/>
                </a:lnTo>
                <a:lnTo>
                  <a:pt x="57" y="301"/>
                </a:lnTo>
                <a:lnTo>
                  <a:pt x="57" y="300"/>
                </a:lnTo>
                <a:lnTo>
                  <a:pt x="59" y="300"/>
                </a:lnTo>
                <a:lnTo>
                  <a:pt x="59" y="301"/>
                </a:lnTo>
                <a:lnTo>
                  <a:pt x="59" y="302"/>
                </a:lnTo>
                <a:lnTo>
                  <a:pt x="60" y="302"/>
                </a:lnTo>
                <a:lnTo>
                  <a:pt x="61" y="303"/>
                </a:lnTo>
                <a:lnTo>
                  <a:pt x="61" y="302"/>
                </a:lnTo>
                <a:lnTo>
                  <a:pt x="62" y="302"/>
                </a:lnTo>
                <a:lnTo>
                  <a:pt x="63" y="303"/>
                </a:lnTo>
                <a:lnTo>
                  <a:pt x="64" y="303"/>
                </a:lnTo>
                <a:lnTo>
                  <a:pt x="65" y="303"/>
                </a:lnTo>
                <a:lnTo>
                  <a:pt x="66" y="303"/>
                </a:lnTo>
                <a:lnTo>
                  <a:pt x="67" y="303"/>
                </a:lnTo>
                <a:lnTo>
                  <a:pt x="67" y="304"/>
                </a:lnTo>
                <a:lnTo>
                  <a:pt x="68" y="304"/>
                </a:lnTo>
                <a:lnTo>
                  <a:pt x="67" y="305"/>
                </a:lnTo>
                <a:lnTo>
                  <a:pt x="67" y="306"/>
                </a:lnTo>
                <a:lnTo>
                  <a:pt x="66" y="307"/>
                </a:lnTo>
                <a:lnTo>
                  <a:pt x="67" y="307"/>
                </a:lnTo>
                <a:lnTo>
                  <a:pt x="67" y="308"/>
                </a:lnTo>
                <a:lnTo>
                  <a:pt x="68" y="308"/>
                </a:lnTo>
                <a:lnTo>
                  <a:pt x="69" y="308"/>
                </a:lnTo>
                <a:lnTo>
                  <a:pt x="69" y="309"/>
                </a:lnTo>
                <a:lnTo>
                  <a:pt x="70" y="309"/>
                </a:lnTo>
                <a:lnTo>
                  <a:pt x="71" y="309"/>
                </a:lnTo>
                <a:lnTo>
                  <a:pt x="72" y="309"/>
                </a:lnTo>
                <a:lnTo>
                  <a:pt x="73" y="309"/>
                </a:lnTo>
                <a:lnTo>
                  <a:pt x="74" y="311"/>
                </a:lnTo>
                <a:lnTo>
                  <a:pt x="75" y="311"/>
                </a:lnTo>
                <a:lnTo>
                  <a:pt x="76" y="311"/>
                </a:lnTo>
                <a:lnTo>
                  <a:pt x="76" y="312"/>
                </a:lnTo>
                <a:lnTo>
                  <a:pt x="77" y="312"/>
                </a:lnTo>
                <a:lnTo>
                  <a:pt x="78" y="312"/>
                </a:lnTo>
                <a:lnTo>
                  <a:pt x="78" y="313"/>
                </a:lnTo>
                <a:lnTo>
                  <a:pt x="78" y="312"/>
                </a:lnTo>
                <a:lnTo>
                  <a:pt x="79" y="312"/>
                </a:lnTo>
                <a:lnTo>
                  <a:pt x="80" y="312"/>
                </a:lnTo>
                <a:lnTo>
                  <a:pt x="81" y="312"/>
                </a:lnTo>
                <a:lnTo>
                  <a:pt x="82" y="312"/>
                </a:lnTo>
                <a:lnTo>
                  <a:pt x="84" y="312"/>
                </a:lnTo>
                <a:lnTo>
                  <a:pt x="85" y="313"/>
                </a:lnTo>
                <a:lnTo>
                  <a:pt x="85" y="314"/>
                </a:lnTo>
                <a:lnTo>
                  <a:pt x="86" y="314"/>
                </a:lnTo>
                <a:lnTo>
                  <a:pt x="87" y="314"/>
                </a:lnTo>
                <a:lnTo>
                  <a:pt x="88" y="314"/>
                </a:lnTo>
                <a:lnTo>
                  <a:pt x="89" y="314"/>
                </a:lnTo>
                <a:lnTo>
                  <a:pt x="91" y="314"/>
                </a:lnTo>
                <a:lnTo>
                  <a:pt x="92" y="314"/>
                </a:lnTo>
                <a:lnTo>
                  <a:pt x="94" y="315"/>
                </a:lnTo>
                <a:lnTo>
                  <a:pt x="95" y="315"/>
                </a:lnTo>
                <a:lnTo>
                  <a:pt x="96" y="315"/>
                </a:lnTo>
                <a:lnTo>
                  <a:pt x="98" y="315"/>
                </a:lnTo>
                <a:lnTo>
                  <a:pt x="99" y="315"/>
                </a:lnTo>
                <a:lnTo>
                  <a:pt x="99" y="314"/>
                </a:lnTo>
                <a:lnTo>
                  <a:pt x="100" y="314"/>
                </a:lnTo>
                <a:lnTo>
                  <a:pt x="102" y="313"/>
                </a:lnTo>
                <a:lnTo>
                  <a:pt x="103" y="313"/>
                </a:lnTo>
                <a:lnTo>
                  <a:pt x="103" y="314"/>
                </a:lnTo>
                <a:lnTo>
                  <a:pt x="105" y="314"/>
                </a:lnTo>
                <a:lnTo>
                  <a:pt x="106" y="315"/>
                </a:lnTo>
                <a:lnTo>
                  <a:pt x="107" y="315"/>
                </a:lnTo>
                <a:lnTo>
                  <a:pt x="108" y="315"/>
                </a:lnTo>
                <a:lnTo>
                  <a:pt x="109" y="315"/>
                </a:lnTo>
                <a:lnTo>
                  <a:pt x="111" y="316"/>
                </a:lnTo>
                <a:lnTo>
                  <a:pt x="111" y="315"/>
                </a:lnTo>
                <a:lnTo>
                  <a:pt x="112" y="315"/>
                </a:lnTo>
                <a:lnTo>
                  <a:pt x="113" y="315"/>
                </a:lnTo>
                <a:lnTo>
                  <a:pt x="114" y="315"/>
                </a:lnTo>
                <a:lnTo>
                  <a:pt x="115" y="315"/>
                </a:lnTo>
                <a:lnTo>
                  <a:pt x="116" y="315"/>
                </a:lnTo>
                <a:lnTo>
                  <a:pt x="117" y="316"/>
                </a:lnTo>
                <a:lnTo>
                  <a:pt x="118" y="316"/>
                </a:lnTo>
                <a:lnTo>
                  <a:pt x="119" y="317"/>
                </a:lnTo>
                <a:lnTo>
                  <a:pt x="120" y="317"/>
                </a:lnTo>
                <a:lnTo>
                  <a:pt x="120" y="318"/>
                </a:lnTo>
                <a:lnTo>
                  <a:pt x="121" y="318"/>
                </a:lnTo>
                <a:lnTo>
                  <a:pt x="122" y="319"/>
                </a:lnTo>
                <a:lnTo>
                  <a:pt x="123" y="319"/>
                </a:lnTo>
                <a:lnTo>
                  <a:pt x="124" y="319"/>
                </a:lnTo>
                <a:lnTo>
                  <a:pt x="124" y="320"/>
                </a:lnTo>
                <a:lnTo>
                  <a:pt x="125" y="320"/>
                </a:lnTo>
                <a:lnTo>
                  <a:pt x="125" y="321"/>
                </a:lnTo>
                <a:lnTo>
                  <a:pt x="126" y="321"/>
                </a:lnTo>
                <a:lnTo>
                  <a:pt x="126" y="322"/>
                </a:lnTo>
                <a:lnTo>
                  <a:pt x="126" y="323"/>
                </a:lnTo>
                <a:lnTo>
                  <a:pt x="127" y="323"/>
                </a:lnTo>
                <a:lnTo>
                  <a:pt x="127" y="324"/>
                </a:lnTo>
                <a:lnTo>
                  <a:pt x="128" y="324"/>
                </a:lnTo>
                <a:lnTo>
                  <a:pt x="129" y="324"/>
                </a:lnTo>
                <a:lnTo>
                  <a:pt x="129" y="325"/>
                </a:lnTo>
                <a:lnTo>
                  <a:pt x="128" y="325"/>
                </a:lnTo>
                <a:lnTo>
                  <a:pt x="129" y="325"/>
                </a:lnTo>
                <a:lnTo>
                  <a:pt x="129" y="326"/>
                </a:lnTo>
                <a:lnTo>
                  <a:pt x="130" y="326"/>
                </a:lnTo>
                <a:lnTo>
                  <a:pt x="131" y="327"/>
                </a:lnTo>
                <a:lnTo>
                  <a:pt x="133" y="327"/>
                </a:lnTo>
                <a:lnTo>
                  <a:pt x="133" y="326"/>
                </a:lnTo>
                <a:lnTo>
                  <a:pt x="134" y="326"/>
                </a:lnTo>
                <a:lnTo>
                  <a:pt x="135" y="326"/>
                </a:lnTo>
                <a:lnTo>
                  <a:pt x="136" y="326"/>
                </a:lnTo>
                <a:lnTo>
                  <a:pt x="137" y="325"/>
                </a:lnTo>
                <a:lnTo>
                  <a:pt x="138" y="326"/>
                </a:lnTo>
                <a:lnTo>
                  <a:pt x="138" y="325"/>
                </a:lnTo>
                <a:lnTo>
                  <a:pt x="139" y="325"/>
                </a:lnTo>
                <a:lnTo>
                  <a:pt x="140" y="324"/>
                </a:lnTo>
                <a:lnTo>
                  <a:pt x="140" y="323"/>
                </a:lnTo>
                <a:lnTo>
                  <a:pt x="141" y="323"/>
                </a:lnTo>
                <a:lnTo>
                  <a:pt x="141" y="322"/>
                </a:lnTo>
                <a:lnTo>
                  <a:pt x="141" y="321"/>
                </a:lnTo>
                <a:lnTo>
                  <a:pt x="142" y="320"/>
                </a:lnTo>
                <a:lnTo>
                  <a:pt x="142" y="319"/>
                </a:lnTo>
                <a:lnTo>
                  <a:pt x="143" y="319"/>
                </a:lnTo>
                <a:lnTo>
                  <a:pt x="143" y="318"/>
                </a:lnTo>
                <a:lnTo>
                  <a:pt x="144" y="318"/>
                </a:lnTo>
                <a:lnTo>
                  <a:pt x="145" y="318"/>
                </a:lnTo>
                <a:lnTo>
                  <a:pt x="146" y="318"/>
                </a:lnTo>
                <a:lnTo>
                  <a:pt x="147" y="318"/>
                </a:lnTo>
                <a:lnTo>
                  <a:pt x="148" y="318"/>
                </a:lnTo>
                <a:lnTo>
                  <a:pt x="148" y="319"/>
                </a:lnTo>
                <a:lnTo>
                  <a:pt x="149" y="319"/>
                </a:lnTo>
                <a:lnTo>
                  <a:pt x="150" y="319"/>
                </a:lnTo>
                <a:lnTo>
                  <a:pt x="152" y="320"/>
                </a:lnTo>
                <a:lnTo>
                  <a:pt x="153" y="319"/>
                </a:lnTo>
                <a:lnTo>
                  <a:pt x="155" y="319"/>
                </a:lnTo>
                <a:lnTo>
                  <a:pt x="156" y="318"/>
                </a:lnTo>
                <a:lnTo>
                  <a:pt x="156" y="317"/>
                </a:lnTo>
                <a:lnTo>
                  <a:pt x="156" y="316"/>
                </a:lnTo>
                <a:lnTo>
                  <a:pt x="156" y="315"/>
                </a:lnTo>
                <a:lnTo>
                  <a:pt x="156" y="314"/>
                </a:lnTo>
                <a:lnTo>
                  <a:pt x="155" y="314"/>
                </a:lnTo>
                <a:lnTo>
                  <a:pt x="155" y="313"/>
                </a:lnTo>
                <a:lnTo>
                  <a:pt x="154" y="313"/>
                </a:lnTo>
                <a:lnTo>
                  <a:pt x="154" y="312"/>
                </a:lnTo>
                <a:lnTo>
                  <a:pt x="154" y="311"/>
                </a:lnTo>
                <a:lnTo>
                  <a:pt x="154" y="310"/>
                </a:lnTo>
                <a:lnTo>
                  <a:pt x="153" y="310"/>
                </a:lnTo>
                <a:lnTo>
                  <a:pt x="153" y="309"/>
                </a:lnTo>
                <a:lnTo>
                  <a:pt x="154" y="309"/>
                </a:lnTo>
                <a:lnTo>
                  <a:pt x="154" y="308"/>
                </a:lnTo>
                <a:lnTo>
                  <a:pt x="154" y="307"/>
                </a:lnTo>
                <a:lnTo>
                  <a:pt x="154" y="306"/>
                </a:lnTo>
                <a:lnTo>
                  <a:pt x="153" y="306"/>
                </a:lnTo>
                <a:lnTo>
                  <a:pt x="152" y="305"/>
                </a:lnTo>
                <a:lnTo>
                  <a:pt x="151" y="305"/>
                </a:lnTo>
                <a:lnTo>
                  <a:pt x="150" y="304"/>
                </a:lnTo>
                <a:lnTo>
                  <a:pt x="149" y="304"/>
                </a:lnTo>
                <a:lnTo>
                  <a:pt x="149" y="303"/>
                </a:lnTo>
                <a:lnTo>
                  <a:pt x="150" y="302"/>
                </a:lnTo>
                <a:lnTo>
                  <a:pt x="150" y="301"/>
                </a:lnTo>
                <a:lnTo>
                  <a:pt x="151" y="300"/>
                </a:lnTo>
                <a:lnTo>
                  <a:pt x="152" y="299"/>
                </a:lnTo>
                <a:lnTo>
                  <a:pt x="152" y="298"/>
                </a:lnTo>
                <a:lnTo>
                  <a:pt x="151" y="298"/>
                </a:lnTo>
                <a:lnTo>
                  <a:pt x="150" y="298"/>
                </a:lnTo>
                <a:lnTo>
                  <a:pt x="150" y="297"/>
                </a:lnTo>
                <a:lnTo>
                  <a:pt x="149" y="297"/>
                </a:lnTo>
                <a:lnTo>
                  <a:pt x="149" y="296"/>
                </a:lnTo>
                <a:lnTo>
                  <a:pt x="148" y="296"/>
                </a:lnTo>
                <a:lnTo>
                  <a:pt x="147" y="296"/>
                </a:lnTo>
                <a:lnTo>
                  <a:pt x="147" y="295"/>
                </a:lnTo>
                <a:lnTo>
                  <a:pt x="148" y="295"/>
                </a:lnTo>
                <a:lnTo>
                  <a:pt x="148" y="294"/>
                </a:lnTo>
                <a:lnTo>
                  <a:pt x="148" y="293"/>
                </a:lnTo>
                <a:lnTo>
                  <a:pt x="148" y="292"/>
                </a:lnTo>
                <a:lnTo>
                  <a:pt x="148" y="291"/>
                </a:lnTo>
                <a:lnTo>
                  <a:pt x="148" y="290"/>
                </a:lnTo>
                <a:lnTo>
                  <a:pt x="149" y="290"/>
                </a:lnTo>
                <a:lnTo>
                  <a:pt x="149" y="289"/>
                </a:lnTo>
                <a:lnTo>
                  <a:pt x="148" y="289"/>
                </a:lnTo>
                <a:lnTo>
                  <a:pt x="148" y="288"/>
                </a:lnTo>
                <a:lnTo>
                  <a:pt x="149" y="288"/>
                </a:lnTo>
                <a:lnTo>
                  <a:pt x="149" y="287"/>
                </a:lnTo>
                <a:lnTo>
                  <a:pt x="149" y="286"/>
                </a:lnTo>
                <a:lnTo>
                  <a:pt x="150" y="286"/>
                </a:lnTo>
                <a:lnTo>
                  <a:pt x="150" y="285"/>
                </a:lnTo>
                <a:lnTo>
                  <a:pt x="150" y="284"/>
                </a:lnTo>
                <a:lnTo>
                  <a:pt x="148" y="284"/>
                </a:lnTo>
                <a:lnTo>
                  <a:pt x="148" y="283"/>
                </a:lnTo>
                <a:lnTo>
                  <a:pt x="148" y="282"/>
                </a:lnTo>
                <a:lnTo>
                  <a:pt x="148" y="281"/>
                </a:lnTo>
                <a:lnTo>
                  <a:pt x="148" y="280"/>
                </a:lnTo>
                <a:lnTo>
                  <a:pt x="149" y="280"/>
                </a:lnTo>
                <a:lnTo>
                  <a:pt x="148" y="280"/>
                </a:lnTo>
                <a:lnTo>
                  <a:pt x="148" y="279"/>
                </a:lnTo>
                <a:lnTo>
                  <a:pt x="148" y="278"/>
                </a:lnTo>
                <a:lnTo>
                  <a:pt x="148" y="277"/>
                </a:lnTo>
                <a:lnTo>
                  <a:pt x="148" y="276"/>
                </a:lnTo>
                <a:lnTo>
                  <a:pt x="148" y="275"/>
                </a:lnTo>
                <a:lnTo>
                  <a:pt x="148" y="274"/>
                </a:lnTo>
                <a:lnTo>
                  <a:pt x="147" y="274"/>
                </a:lnTo>
                <a:lnTo>
                  <a:pt x="146" y="274"/>
                </a:lnTo>
                <a:lnTo>
                  <a:pt x="146" y="273"/>
                </a:lnTo>
                <a:lnTo>
                  <a:pt x="145" y="273"/>
                </a:lnTo>
                <a:lnTo>
                  <a:pt x="144" y="273"/>
                </a:lnTo>
                <a:lnTo>
                  <a:pt x="143" y="273"/>
                </a:lnTo>
                <a:lnTo>
                  <a:pt x="142" y="273"/>
                </a:lnTo>
                <a:lnTo>
                  <a:pt x="142" y="272"/>
                </a:lnTo>
                <a:lnTo>
                  <a:pt x="141" y="272"/>
                </a:lnTo>
                <a:lnTo>
                  <a:pt x="140" y="272"/>
                </a:lnTo>
                <a:lnTo>
                  <a:pt x="139" y="272"/>
                </a:lnTo>
                <a:lnTo>
                  <a:pt x="138" y="272"/>
                </a:lnTo>
                <a:lnTo>
                  <a:pt x="137" y="272"/>
                </a:lnTo>
                <a:lnTo>
                  <a:pt x="137" y="271"/>
                </a:lnTo>
                <a:lnTo>
                  <a:pt x="136" y="271"/>
                </a:lnTo>
                <a:lnTo>
                  <a:pt x="135" y="272"/>
                </a:lnTo>
                <a:lnTo>
                  <a:pt x="134" y="272"/>
                </a:lnTo>
                <a:lnTo>
                  <a:pt x="133" y="272"/>
                </a:lnTo>
                <a:lnTo>
                  <a:pt x="132" y="272"/>
                </a:lnTo>
                <a:lnTo>
                  <a:pt x="131" y="271"/>
                </a:lnTo>
                <a:lnTo>
                  <a:pt x="130" y="272"/>
                </a:lnTo>
                <a:lnTo>
                  <a:pt x="129" y="271"/>
                </a:lnTo>
                <a:lnTo>
                  <a:pt x="129" y="270"/>
                </a:lnTo>
                <a:lnTo>
                  <a:pt x="130" y="270"/>
                </a:lnTo>
                <a:lnTo>
                  <a:pt x="130" y="269"/>
                </a:lnTo>
                <a:lnTo>
                  <a:pt x="129" y="269"/>
                </a:lnTo>
                <a:lnTo>
                  <a:pt x="128" y="269"/>
                </a:lnTo>
                <a:lnTo>
                  <a:pt x="127" y="269"/>
                </a:lnTo>
                <a:lnTo>
                  <a:pt x="126" y="269"/>
                </a:lnTo>
                <a:lnTo>
                  <a:pt x="125" y="269"/>
                </a:lnTo>
                <a:lnTo>
                  <a:pt x="124" y="269"/>
                </a:lnTo>
                <a:lnTo>
                  <a:pt x="123" y="269"/>
                </a:lnTo>
                <a:lnTo>
                  <a:pt x="122" y="269"/>
                </a:lnTo>
                <a:lnTo>
                  <a:pt x="121" y="268"/>
                </a:lnTo>
                <a:lnTo>
                  <a:pt x="121" y="267"/>
                </a:lnTo>
                <a:lnTo>
                  <a:pt x="120" y="266"/>
                </a:lnTo>
                <a:lnTo>
                  <a:pt x="120" y="265"/>
                </a:lnTo>
                <a:lnTo>
                  <a:pt x="121" y="265"/>
                </a:lnTo>
                <a:lnTo>
                  <a:pt x="121" y="264"/>
                </a:lnTo>
                <a:lnTo>
                  <a:pt x="121" y="263"/>
                </a:lnTo>
                <a:lnTo>
                  <a:pt x="121" y="262"/>
                </a:lnTo>
                <a:lnTo>
                  <a:pt x="120" y="261"/>
                </a:lnTo>
                <a:lnTo>
                  <a:pt x="119" y="261"/>
                </a:lnTo>
                <a:lnTo>
                  <a:pt x="119" y="260"/>
                </a:lnTo>
                <a:lnTo>
                  <a:pt x="119" y="259"/>
                </a:lnTo>
                <a:lnTo>
                  <a:pt x="120" y="258"/>
                </a:lnTo>
                <a:lnTo>
                  <a:pt x="120" y="257"/>
                </a:lnTo>
                <a:lnTo>
                  <a:pt x="120" y="256"/>
                </a:lnTo>
                <a:lnTo>
                  <a:pt x="121" y="256"/>
                </a:lnTo>
                <a:lnTo>
                  <a:pt x="122" y="256"/>
                </a:lnTo>
                <a:lnTo>
                  <a:pt x="122" y="255"/>
                </a:lnTo>
                <a:lnTo>
                  <a:pt x="123" y="255"/>
                </a:lnTo>
                <a:lnTo>
                  <a:pt x="123" y="254"/>
                </a:lnTo>
                <a:lnTo>
                  <a:pt x="122" y="253"/>
                </a:lnTo>
                <a:lnTo>
                  <a:pt x="121" y="253"/>
                </a:lnTo>
                <a:lnTo>
                  <a:pt x="121" y="252"/>
                </a:lnTo>
                <a:lnTo>
                  <a:pt x="120" y="251"/>
                </a:lnTo>
                <a:lnTo>
                  <a:pt x="121" y="251"/>
                </a:lnTo>
                <a:lnTo>
                  <a:pt x="121" y="250"/>
                </a:lnTo>
                <a:lnTo>
                  <a:pt x="120" y="250"/>
                </a:lnTo>
                <a:lnTo>
                  <a:pt x="120" y="249"/>
                </a:lnTo>
                <a:lnTo>
                  <a:pt x="120" y="248"/>
                </a:lnTo>
                <a:lnTo>
                  <a:pt x="120" y="247"/>
                </a:lnTo>
                <a:lnTo>
                  <a:pt x="121" y="247"/>
                </a:lnTo>
                <a:lnTo>
                  <a:pt x="121" y="246"/>
                </a:lnTo>
                <a:lnTo>
                  <a:pt x="121" y="245"/>
                </a:lnTo>
                <a:lnTo>
                  <a:pt x="121" y="244"/>
                </a:lnTo>
                <a:lnTo>
                  <a:pt x="122" y="244"/>
                </a:lnTo>
                <a:lnTo>
                  <a:pt x="123" y="244"/>
                </a:lnTo>
                <a:lnTo>
                  <a:pt x="124" y="244"/>
                </a:lnTo>
                <a:lnTo>
                  <a:pt x="124" y="243"/>
                </a:lnTo>
                <a:lnTo>
                  <a:pt x="125" y="243"/>
                </a:lnTo>
                <a:lnTo>
                  <a:pt x="126" y="243"/>
                </a:lnTo>
                <a:lnTo>
                  <a:pt x="126" y="242"/>
                </a:lnTo>
                <a:lnTo>
                  <a:pt x="127" y="242"/>
                </a:lnTo>
                <a:lnTo>
                  <a:pt x="126" y="241"/>
                </a:lnTo>
                <a:lnTo>
                  <a:pt x="127" y="241"/>
                </a:lnTo>
                <a:lnTo>
                  <a:pt x="127" y="240"/>
                </a:lnTo>
                <a:lnTo>
                  <a:pt x="128" y="240"/>
                </a:lnTo>
                <a:lnTo>
                  <a:pt x="128" y="239"/>
                </a:lnTo>
                <a:lnTo>
                  <a:pt x="129" y="238"/>
                </a:lnTo>
                <a:lnTo>
                  <a:pt x="130" y="237"/>
                </a:lnTo>
                <a:lnTo>
                  <a:pt x="131" y="237"/>
                </a:lnTo>
                <a:lnTo>
                  <a:pt x="131" y="236"/>
                </a:lnTo>
                <a:lnTo>
                  <a:pt x="132" y="235"/>
                </a:lnTo>
                <a:lnTo>
                  <a:pt x="133" y="235"/>
                </a:lnTo>
                <a:lnTo>
                  <a:pt x="134" y="235"/>
                </a:lnTo>
                <a:lnTo>
                  <a:pt x="135" y="235"/>
                </a:lnTo>
                <a:lnTo>
                  <a:pt x="136" y="235"/>
                </a:lnTo>
                <a:lnTo>
                  <a:pt x="139" y="235"/>
                </a:lnTo>
                <a:lnTo>
                  <a:pt x="140" y="235"/>
                </a:lnTo>
                <a:lnTo>
                  <a:pt x="142" y="235"/>
                </a:lnTo>
                <a:lnTo>
                  <a:pt x="143" y="235"/>
                </a:lnTo>
                <a:lnTo>
                  <a:pt x="144" y="235"/>
                </a:lnTo>
                <a:lnTo>
                  <a:pt x="145" y="235"/>
                </a:lnTo>
                <a:lnTo>
                  <a:pt x="146" y="234"/>
                </a:lnTo>
                <a:lnTo>
                  <a:pt x="147" y="234"/>
                </a:lnTo>
                <a:lnTo>
                  <a:pt x="148" y="234"/>
                </a:lnTo>
                <a:lnTo>
                  <a:pt x="149" y="234"/>
                </a:lnTo>
                <a:lnTo>
                  <a:pt x="149" y="233"/>
                </a:lnTo>
                <a:lnTo>
                  <a:pt x="149" y="232"/>
                </a:lnTo>
                <a:lnTo>
                  <a:pt x="149" y="231"/>
                </a:lnTo>
                <a:lnTo>
                  <a:pt x="149" y="230"/>
                </a:lnTo>
                <a:lnTo>
                  <a:pt x="150" y="230"/>
                </a:lnTo>
                <a:lnTo>
                  <a:pt x="151" y="230"/>
                </a:lnTo>
                <a:lnTo>
                  <a:pt x="154" y="230"/>
                </a:lnTo>
                <a:lnTo>
                  <a:pt x="155" y="230"/>
                </a:lnTo>
                <a:lnTo>
                  <a:pt x="156" y="230"/>
                </a:lnTo>
                <a:lnTo>
                  <a:pt x="156" y="229"/>
                </a:lnTo>
                <a:lnTo>
                  <a:pt x="157" y="229"/>
                </a:lnTo>
                <a:lnTo>
                  <a:pt x="157" y="228"/>
                </a:lnTo>
                <a:lnTo>
                  <a:pt x="157" y="226"/>
                </a:lnTo>
                <a:lnTo>
                  <a:pt x="158" y="225"/>
                </a:lnTo>
                <a:lnTo>
                  <a:pt x="159" y="225"/>
                </a:lnTo>
                <a:lnTo>
                  <a:pt x="160" y="224"/>
                </a:lnTo>
                <a:lnTo>
                  <a:pt x="161" y="224"/>
                </a:lnTo>
                <a:lnTo>
                  <a:pt x="162" y="224"/>
                </a:lnTo>
                <a:lnTo>
                  <a:pt x="163" y="224"/>
                </a:lnTo>
                <a:lnTo>
                  <a:pt x="163" y="225"/>
                </a:lnTo>
                <a:lnTo>
                  <a:pt x="164" y="225"/>
                </a:lnTo>
                <a:lnTo>
                  <a:pt x="165" y="225"/>
                </a:lnTo>
                <a:lnTo>
                  <a:pt x="166" y="225"/>
                </a:lnTo>
                <a:lnTo>
                  <a:pt x="167" y="225"/>
                </a:lnTo>
                <a:lnTo>
                  <a:pt x="168" y="225"/>
                </a:lnTo>
                <a:lnTo>
                  <a:pt x="169" y="225"/>
                </a:lnTo>
                <a:lnTo>
                  <a:pt x="171" y="225"/>
                </a:lnTo>
                <a:lnTo>
                  <a:pt x="173" y="225"/>
                </a:lnTo>
                <a:lnTo>
                  <a:pt x="173" y="224"/>
                </a:lnTo>
                <a:lnTo>
                  <a:pt x="173" y="223"/>
                </a:lnTo>
                <a:lnTo>
                  <a:pt x="172" y="223"/>
                </a:lnTo>
                <a:lnTo>
                  <a:pt x="171" y="222"/>
                </a:lnTo>
                <a:lnTo>
                  <a:pt x="171" y="221"/>
                </a:lnTo>
                <a:lnTo>
                  <a:pt x="172" y="221"/>
                </a:lnTo>
                <a:lnTo>
                  <a:pt x="172" y="220"/>
                </a:lnTo>
                <a:lnTo>
                  <a:pt x="172" y="219"/>
                </a:lnTo>
                <a:lnTo>
                  <a:pt x="172" y="218"/>
                </a:lnTo>
                <a:lnTo>
                  <a:pt x="172" y="217"/>
                </a:lnTo>
                <a:lnTo>
                  <a:pt x="172" y="216"/>
                </a:lnTo>
                <a:lnTo>
                  <a:pt x="171" y="216"/>
                </a:lnTo>
                <a:lnTo>
                  <a:pt x="171" y="215"/>
                </a:lnTo>
                <a:lnTo>
                  <a:pt x="171" y="214"/>
                </a:lnTo>
                <a:lnTo>
                  <a:pt x="170" y="213"/>
                </a:lnTo>
                <a:lnTo>
                  <a:pt x="170" y="212"/>
                </a:lnTo>
                <a:lnTo>
                  <a:pt x="170" y="211"/>
                </a:lnTo>
                <a:lnTo>
                  <a:pt x="170" y="210"/>
                </a:lnTo>
                <a:lnTo>
                  <a:pt x="169" y="210"/>
                </a:lnTo>
                <a:lnTo>
                  <a:pt x="169" y="209"/>
                </a:lnTo>
                <a:lnTo>
                  <a:pt x="168" y="208"/>
                </a:lnTo>
                <a:lnTo>
                  <a:pt x="166" y="208"/>
                </a:lnTo>
                <a:lnTo>
                  <a:pt x="166" y="207"/>
                </a:lnTo>
                <a:lnTo>
                  <a:pt x="165" y="207"/>
                </a:lnTo>
                <a:lnTo>
                  <a:pt x="165" y="206"/>
                </a:lnTo>
                <a:lnTo>
                  <a:pt x="164" y="206"/>
                </a:lnTo>
                <a:lnTo>
                  <a:pt x="162" y="206"/>
                </a:lnTo>
                <a:lnTo>
                  <a:pt x="162" y="205"/>
                </a:lnTo>
                <a:lnTo>
                  <a:pt x="163" y="205"/>
                </a:lnTo>
                <a:lnTo>
                  <a:pt x="163" y="204"/>
                </a:lnTo>
                <a:lnTo>
                  <a:pt x="162" y="204"/>
                </a:lnTo>
                <a:lnTo>
                  <a:pt x="162" y="203"/>
                </a:lnTo>
                <a:lnTo>
                  <a:pt x="162" y="202"/>
                </a:lnTo>
                <a:lnTo>
                  <a:pt x="163" y="202"/>
                </a:lnTo>
                <a:lnTo>
                  <a:pt x="162" y="202"/>
                </a:lnTo>
                <a:lnTo>
                  <a:pt x="162" y="201"/>
                </a:lnTo>
                <a:lnTo>
                  <a:pt x="162" y="200"/>
                </a:lnTo>
                <a:lnTo>
                  <a:pt x="162" y="199"/>
                </a:lnTo>
                <a:lnTo>
                  <a:pt x="162" y="198"/>
                </a:lnTo>
                <a:lnTo>
                  <a:pt x="161" y="198"/>
                </a:lnTo>
                <a:lnTo>
                  <a:pt x="160" y="197"/>
                </a:lnTo>
                <a:lnTo>
                  <a:pt x="160" y="196"/>
                </a:lnTo>
                <a:lnTo>
                  <a:pt x="161" y="196"/>
                </a:lnTo>
                <a:lnTo>
                  <a:pt x="160" y="195"/>
                </a:lnTo>
                <a:lnTo>
                  <a:pt x="159" y="194"/>
                </a:lnTo>
                <a:lnTo>
                  <a:pt x="158" y="194"/>
                </a:lnTo>
                <a:lnTo>
                  <a:pt x="157" y="194"/>
                </a:lnTo>
                <a:lnTo>
                  <a:pt x="157" y="193"/>
                </a:lnTo>
                <a:lnTo>
                  <a:pt x="157" y="192"/>
                </a:lnTo>
                <a:lnTo>
                  <a:pt x="157" y="191"/>
                </a:lnTo>
                <a:lnTo>
                  <a:pt x="157" y="190"/>
                </a:lnTo>
                <a:lnTo>
                  <a:pt x="156" y="189"/>
                </a:lnTo>
                <a:lnTo>
                  <a:pt x="157" y="189"/>
                </a:lnTo>
                <a:lnTo>
                  <a:pt x="157" y="188"/>
                </a:lnTo>
                <a:lnTo>
                  <a:pt x="156" y="188"/>
                </a:lnTo>
                <a:lnTo>
                  <a:pt x="155" y="187"/>
                </a:lnTo>
                <a:lnTo>
                  <a:pt x="155" y="186"/>
                </a:lnTo>
                <a:lnTo>
                  <a:pt x="155" y="185"/>
                </a:lnTo>
                <a:lnTo>
                  <a:pt x="155" y="184"/>
                </a:lnTo>
                <a:lnTo>
                  <a:pt x="155" y="183"/>
                </a:lnTo>
                <a:lnTo>
                  <a:pt x="155" y="182"/>
                </a:lnTo>
                <a:lnTo>
                  <a:pt x="154" y="181"/>
                </a:lnTo>
                <a:lnTo>
                  <a:pt x="154" y="180"/>
                </a:lnTo>
                <a:lnTo>
                  <a:pt x="153" y="180"/>
                </a:lnTo>
                <a:lnTo>
                  <a:pt x="152" y="179"/>
                </a:lnTo>
                <a:lnTo>
                  <a:pt x="152" y="178"/>
                </a:lnTo>
                <a:lnTo>
                  <a:pt x="151" y="178"/>
                </a:lnTo>
                <a:lnTo>
                  <a:pt x="151" y="177"/>
                </a:lnTo>
                <a:lnTo>
                  <a:pt x="150" y="177"/>
                </a:lnTo>
                <a:lnTo>
                  <a:pt x="149" y="177"/>
                </a:lnTo>
                <a:lnTo>
                  <a:pt x="148" y="176"/>
                </a:lnTo>
                <a:lnTo>
                  <a:pt x="147" y="176"/>
                </a:lnTo>
                <a:lnTo>
                  <a:pt x="146" y="176"/>
                </a:lnTo>
                <a:lnTo>
                  <a:pt x="145" y="176"/>
                </a:lnTo>
                <a:lnTo>
                  <a:pt x="144" y="176"/>
                </a:lnTo>
                <a:lnTo>
                  <a:pt x="144" y="177"/>
                </a:lnTo>
                <a:lnTo>
                  <a:pt x="143" y="177"/>
                </a:lnTo>
                <a:lnTo>
                  <a:pt x="142" y="177"/>
                </a:lnTo>
                <a:lnTo>
                  <a:pt x="141" y="177"/>
                </a:lnTo>
                <a:lnTo>
                  <a:pt x="141" y="178"/>
                </a:lnTo>
                <a:lnTo>
                  <a:pt x="141" y="177"/>
                </a:lnTo>
                <a:lnTo>
                  <a:pt x="140" y="177"/>
                </a:lnTo>
                <a:lnTo>
                  <a:pt x="139" y="177"/>
                </a:lnTo>
                <a:lnTo>
                  <a:pt x="139" y="176"/>
                </a:lnTo>
                <a:lnTo>
                  <a:pt x="140" y="176"/>
                </a:lnTo>
                <a:lnTo>
                  <a:pt x="140" y="175"/>
                </a:lnTo>
                <a:lnTo>
                  <a:pt x="139" y="175"/>
                </a:lnTo>
                <a:lnTo>
                  <a:pt x="138" y="175"/>
                </a:lnTo>
                <a:lnTo>
                  <a:pt x="138" y="174"/>
                </a:lnTo>
                <a:lnTo>
                  <a:pt x="137" y="174"/>
                </a:lnTo>
                <a:lnTo>
                  <a:pt x="137" y="173"/>
                </a:lnTo>
                <a:lnTo>
                  <a:pt x="136" y="173"/>
                </a:lnTo>
                <a:lnTo>
                  <a:pt x="135" y="173"/>
                </a:lnTo>
                <a:lnTo>
                  <a:pt x="134" y="172"/>
                </a:lnTo>
                <a:lnTo>
                  <a:pt x="133" y="172"/>
                </a:lnTo>
                <a:lnTo>
                  <a:pt x="133" y="171"/>
                </a:lnTo>
                <a:lnTo>
                  <a:pt x="133" y="170"/>
                </a:lnTo>
                <a:lnTo>
                  <a:pt x="133" y="169"/>
                </a:lnTo>
                <a:lnTo>
                  <a:pt x="134" y="169"/>
                </a:lnTo>
                <a:lnTo>
                  <a:pt x="134" y="168"/>
                </a:lnTo>
                <a:lnTo>
                  <a:pt x="135" y="168"/>
                </a:lnTo>
                <a:lnTo>
                  <a:pt x="134" y="167"/>
                </a:lnTo>
                <a:lnTo>
                  <a:pt x="133" y="166"/>
                </a:lnTo>
                <a:lnTo>
                  <a:pt x="132" y="166"/>
                </a:lnTo>
                <a:lnTo>
                  <a:pt x="132" y="165"/>
                </a:lnTo>
                <a:lnTo>
                  <a:pt x="131" y="165"/>
                </a:lnTo>
                <a:lnTo>
                  <a:pt x="131" y="164"/>
                </a:lnTo>
                <a:lnTo>
                  <a:pt x="130" y="164"/>
                </a:lnTo>
                <a:lnTo>
                  <a:pt x="129" y="164"/>
                </a:lnTo>
                <a:lnTo>
                  <a:pt x="129" y="163"/>
                </a:lnTo>
                <a:lnTo>
                  <a:pt x="128" y="163"/>
                </a:lnTo>
                <a:lnTo>
                  <a:pt x="128" y="162"/>
                </a:lnTo>
                <a:lnTo>
                  <a:pt x="127" y="162"/>
                </a:lnTo>
                <a:lnTo>
                  <a:pt x="126" y="162"/>
                </a:lnTo>
                <a:lnTo>
                  <a:pt x="126" y="161"/>
                </a:lnTo>
                <a:lnTo>
                  <a:pt x="126" y="160"/>
                </a:lnTo>
                <a:lnTo>
                  <a:pt x="125" y="160"/>
                </a:lnTo>
                <a:lnTo>
                  <a:pt x="124" y="160"/>
                </a:lnTo>
                <a:lnTo>
                  <a:pt x="123" y="160"/>
                </a:lnTo>
                <a:lnTo>
                  <a:pt x="122" y="159"/>
                </a:lnTo>
                <a:lnTo>
                  <a:pt x="122" y="158"/>
                </a:lnTo>
                <a:lnTo>
                  <a:pt x="121" y="158"/>
                </a:lnTo>
                <a:lnTo>
                  <a:pt x="120" y="158"/>
                </a:lnTo>
                <a:lnTo>
                  <a:pt x="120" y="157"/>
                </a:lnTo>
                <a:lnTo>
                  <a:pt x="119" y="157"/>
                </a:lnTo>
                <a:lnTo>
                  <a:pt x="119" y="158"/>
                </a:lnTo>
                <a:lnTo>
                  <a:pt x="119" y="157"/>
                </a:lnTo>
                <a:lnTo>
                  <a:pt x="118" y="157"/>
                </a:lnTo>
                <a:lnTo>
                  <a:pt x="117" y="157"/>
                </a:lnTo>
                <a:lnTo>
                  <a:pt x="116" y="157"/>
                </a:lnTo>
                <a:lnTo>
                  <a:pt x="116" y="156"/>
                </a:lnTo>
                <a:lnTo>
                  <a:pt x="116" y="155"/>
                </a:lnTo>
                <a:lnTo>
                  <a:pt x="115" y="155"/>
                </a:lnTo>
                <a:lnTo>
                  <a:pt x="114" y="155"/>
                </a:lnTo>
                <a:lnTo>
                  <a:pt x="114" y="154"/>
                </a:lnTo>
                <a:lnTo>
                  <a:pt x="114" y="155"/>
                </a:lnTo>
                <a:lnTo>
                  <a:pt x="113" y="155"/>
                </a:lnTo>
                <a:lnTo>
                  <a:pt x="112" y="155"/>
                </a:lnTo>
                <a:lnTo>
                  <a:pt x="111" y="155"/>
                </a:lnTo>
                <a:lnTo>
                  <a:pt x="110" y="155"/>
                </a:lnTo>
                <a:lnTo>
                  <a:pt x="109" y="154"/>
                </a:lnTo>
                <a:lnTo>
                  <a:pt x="108" y="154"/>
                </a:lnTo>
                <a:lnTo>
                  <a:pt x="107" y="154"/>
                </a:lnTo>
                <a:lnTo>
                  <a:pt x="107" y="153"/>
                </a:lnTo>
                <a:lnTo>
                  <a:pt x="107" y="152"/>
                </a:lnTo>
                <a:lnTo>
                  <a:pt x="106" y="152"/>
                </a:lnTo>
                <a:lnTo>
                  <a:pt x="105" y="152"/>
                </a:lnTo>
                <a:lnTo>
                  <a:pt x="104" y="152"/>
                </a:lnTo>
                <a:lnTo>
                  <a:pt x="103" y="152"/>
                </a:lnTo>
                <a:lnTo>
                  <a:pt x="102" y="152"/>
                </a:lnTo>
                <a:lnTo>
                  <a:pt x="102" y="141"/>
                </a:lnTo>
                <a:lnTo>
                  <a:pt x="102" y="125"/>
                </a:lnTo>
                <a:lnTo>
                  <a:pt x="102" y="124"/>
                </a:lnTo>
                <a:lnTo>
                  <a:pt x="102" y="102"/>
                </a:lnTo>
                <a:lnTo>
                  <a:pt x="102" y="101"/>
                </a:lnTo>
                <a:lnTo>
                  <a:pt x="102" y="99"/>
                </a:lnTo>
                <a:lnTo>
                  <a:pt x="102" y="97"/>
                </a:lnTo>
                <a:lnTo>
                  <a:pt x="102" y="96"/>
                </a:lnTo>
                <a:lnTo>
                  <a:pt x="102" y="95"/>
                </a:lnTo>
                <a:lnTo>
                  <a:pt x="103" y="93"/>
                </a:lnTo>
                <a:lnTo>
                  <a:pt x="103" y="91"/>
                </a:lnTo>
                <a:lnTo>
                  <a:pt x="102" y="92"/>
                </a:lnTo>
                <a:lnTo>
                  <a:pt x="100" y="92"/>
                </a:lnTo>
                <a:lnTo>
                  <a:pt x="99" y="92"/>
                </a:lnTo>
                <a:lnTo>
                  <a:pt x="98" y="92"/>
                </a:lnTo>
                <a:lnTo>
                  <a:pt x="95" y="92"/>
                </a:lnTo>
                <a:lnTo>
                  <a:pt x="94" y="92"/>
                </a:lnTo>
                <a:lnTo>
                  <a:pt x="93" y="92"/>
                </a:lnTo>
                <a:lnTo>
                  <a:pt x="91" y="92"/>
                </a:lnTo>
                <a:lnTo>
                  <a:pt x="91" y="93"/>
                </a:lnTo>
                <a:lnTo>
                  <a:pt x="90" y="93"/>
                </a:lnTo>
                <a:lnTo>
                  <a:pt x="88" y="93"/>
                </a:lnTo>
                <a:lnTo>
                  <a:pt x="88" y="94"/>
                </a:lnTo>
                <a:lnTo>
                  <a:pt x="87" y="95"/>
                </a:lnTo>
                <a:lnTo>
                  <a:pt x="87" y="96"/>
                </a:lnTo>
                <a:lnTo>
                  <a:pt x="87" y="99"/>
                </a:lnTo>
                <a:lnTo>
                  <a:pt x="87" y="100"/>
                </a:lnTo>
                <a:lnTo>
                  <a:pt x="86" y="100"/>
                </a:lnTo>
                <a:lnTo>
                  <a:pt x="85" y="100"/>
                </a:lnTo>
                <a:lnTo>
                  <a:pt x="84" y="100"/>
                </a:lnTo>
                <a:lnTo>
                  <a:pt x="83" y="100"/>
                </a:lnTo>
                <a:lnTo>
                  <a:pt x="80" y="100"/>
                </a:lnTo>
                <a:lnTo>
                  <a:pt x="79" y="99"/>
                </a:lnTo>
                <a:lnTo>
                  <a:pt x="76" y="96"/>
                </a:lnTo>
                <a:lnTo>
                  <a:pt x="75" y="96"/>
                </a:lnTo>
                <a:lnTo>
                  <a:pt x="74" y="95"/>
                </a:lnTo>
                <a:lnTo>
                  <a:pt x="73" y="94"/>
                </a:lnTo>
                <a:lnTo>
                  <a:pt x="72" y="94"/>
                </a:lnTo>
                <a:lnTo>
                  <a:pt x="72" y="93"/>
                </a:lnTo>
                <a:lnTo>
                  <a:pt x="68" y="90"/>
                </a:lnTo>
                <a:lnTo>
                  <a:pt x="67" y="89"/>
                </a:lnTo>
                <a:lnTo>
                  <a:pt x="68" y="88"/>
                </a:lnTo>
                <a:lnTo>
                  <a:pt x="69" y="88"/>
                </a:lnTo>
                <a:lnTo>
                  <a:pt x="68" y="88"/>
                </a:lnTo>
                <a:lnTo>
                  <a:pt x="68" y="87"/>
                </a:lnTo>
                <a:lnTo>
                  <a:pt x="69" y="87"/>
                </a:lnTo>
                <a:lnTo>
                  <a:pt x="70" y="86"/>
                </a:lnTo>
                <a:lnTo>
                  <a:pt x="70" y="85"/>
                </a:lnTo>
                <a:lnTo>
                  <a:pt x="71" y="85"/>
                </a:lnTo>
                <a:lnTo>
                  <a:pt x="71" y="84"/>
                </a:lnTo>
                <a:lnTo>
                  <a:pt x="71" y="83"/>
                </a:lnTo>
                <a:lnTo>
                  <a:pt x="70" y="83"/>
                </a:lnTo>
                <a:lnTo>
                  <a:pt x="69" y="83"/>
                </a:lnTo>
                <a:lnTo>
                  <a:pt x="67" y="83"/>
                </a:lnTo>
                <a:lnTo>
                  <a:pt x="66" y="83"/>
                </a:lnTo>
                <a:lnTo>
                  <a:pt x="65" y="82"/>
                </a:lnTo>
                <a:lnTo>
                  <a:pt x="65" y="81"/>
                </a:lnTo>
                <a:lnTo>
                  <a:pt x="65" y="80"/>
                </a:lnTo>
                <a:lnTo>
                  <a:pt x="65" y="79"/>
                </a:lnTo>
                <a:lnTo>
                  <a:pt x="65" y="75"/>
                </a:lnTo>
                <a:lnTo>
                  <a:pt x="66" y="74"/>
                </a:lnTo>
                <a:lnTo>
                  <a:pt x="67" y="74"/>
                </a:lnTo>
                <a:lnTo>
                  <a:pt x="68" y="74"/>
                </a:lnTo>
                <a:lnTo>
                  <a:pt x="71" y="74"/>
                </a:lnTo>
                <a:lnTo>
                  <a:pt x="72" y="74"/>
                </a:lnTo>
                <a:lnTo>
                  <a:pt x="73" y="74"/>
                </a:lnTo>
                <a:lnTo>
                  <a:pt x="74" y="74"/>
                </a:lnTo>
                <a:lnTo>
                  <a:pt x="75" y="74"/>
                </a:lnTo>
                <a:lnTo>
                  <a:pt x="77" y="74"/>
                </a:lnTo>
                <a:lnTo>
                  <a:pt x="79" y="74"/>
                </a:lnTo>
                <a:lnTo>
                  <a:pt x="79" y="73"/>
                </a:lnTo>
                <a:lnTo>
                  <a:pt x="80" y="73"/>
                </a:lnTo>
                <a:lnTo>
                  <a:pt x="82" y="73"/>
                </a:lnTo>
                <a:lnTo>
                  <a:pt x="83" y="73"/>
                </a:lnTo>
                <a:lnTo>
                  <a:pt x="84" y="73"/>
                </a:lnTo>
                <a:lnTo>
                  <a:pt x="83" y="73"/>
                </a:lnTo>
                <a:lnTo>
                  <a:pt x="83" y="74"/>
                </a:lnTo>
                <a:lnTo>
                  <a:pt x="84" y="74"/>
                </a:lnTo>
                <a:lnTo>
                  <a:pt x="85" y="74"/>
                </a:lnTo>
                <a:lnTo>
                  <a:pt x="86" y="74"/>
                </a:lnTo>
                <a:lnTo>
                  <a:pt x="86" y="75"/>
                </a:lnTo>
                <a:lnTo>
                  <a:pt x="87" y="75"/>
                </a:lnTo>
                <a:lnTo>
                  <a:pt x="88" y="75"/>
                </a:lnTo>
                <a:lnTo>
                  <a:pt x="88" y="74"/>
                </a:lnTo>
                <a:lnTo>
                  <a:pt x="89" y="74"/>
                </a:lnTo>
                <a:lnTo>
                  <a:pt x="89" y="75"/>
                </a:lnTo>
                <a:lnTo>
                  <a:pt x="90" y="75"/>
                </a:lnTo>
                <a:lnTo>
                  <a:pt x="90" y="74"/>
                </a:lnTo>
                <a:lnTo>
                  <a:pt x="91" y="74"/>
                </a:lnTo>
                <a:lnTo>
                  <a:pt x="92" y="74"/>
                </a:lnTo>
                <a:lnTo>
                  <a:pt x="93" y="74"/>
                </a:lnTo>
                <a:lnTo>
                  <a:pt x="94" y="73"/>
                </a:lnTo>
                <a:lnTo>
                  <a:pt x="94" y="72"/>
                </a:lnTo>
                <a:lnTo>
                  <a:pt x="95" y="72"/>
                </a:lnTo>
                <a:lnTo>
                  <a:pt x="97" y="71"/>
                </a:lnTo>
                <a:lnTo>
                  <a:pt x="97" y="70"/>
                </a:lnTo>
                <a:lnTo>
                  <a:pt x="96" y="70"/>
                </a:lnTo>
                <a:lnTo>
                  <a:pt x="96" y="69"/>
                </a:lnTo>
                <a:lnTo>
                  <a:pt x="97" y="69"/>
                </a:lnTo>
                <a:lnTo>
                  <a:pt x="96" y="69"/>
                </a:lnTo>
                <a:lnTo>
                  <a:pt x="96" y="68"/>
                </a:lnTo>
                <a:lnTo>
                  <a:pt x="97" y="67"/>
                </a:lnTo>
                <a:lnTo>
                  <a:pt x="98" y="67"/>
                </a:lnTo>
                <a:lnTo>
                  <a:pt x="99" y="67"/>
                </a:lnTo>
                <a:lnTo>
                  <a:pt x="100" y="67"/>
                </a:lnTo>
                <a:lnTo>
                  <a:pt x="101" y="67"/>
                </a:lnTo>
                <a:lnTo>
                  <a:pt x="103" y="67"/>
                </a:lnTo>
                <a:lnTo>
                  <a:pt x="103" y="66"/>
                </a:lnTo>
                <a:lnTo>
                  <a:pt x="103" y="65"/>
                </a:lnTo>
                <a:lnTo>
                  <a:pt x="104" y="65"/>
                </a:lnTo>
                <a:lnTo>
                  <a:pt x="104" y="64"/>
                </a:lnTo>
                <a:lnTo>
                  <a:pt x="106" y="63"/>
                </a:lnTo>
                <a:lnTo>
                  <a:pt x="107" y="64"/>
                </a:lnTo>
                <a:lnTo>
                  <a:pt x="109" y="63"/>
                </a:lnTo>
                <a:lnTo>
                  <a:pt x="110" y="63"/>
                </a:lnTo>
                <a:lnTo>
                  <a:pt x="110" y="62"/>
                </a:lnTo>
                <a:lnTo>
                  <a:pt x="110" y="61"/>
                </a:lnTo>
                <a:lnTo>
                  <a:pt x="111" y="61"/>
                </a:lnTo>
                <a:lnTo>
                  <a:pt x="111" y="60"/>
                </a:lnTo>
                <a:lnTo>
                  <a:pt x="112" y="60"/>
                </a:lnTo>
                <a:lnTo>
                  <a:pt x="113" y="59"/>
                </a:lnTo>
                <a:lnTo>
                  <a:pt x="113" y="58"/>
                </a:lnTo>
                <a:lnTo>
                  <a:pt x="112" y="58"/>
                </a:lnTo>
                <a:lnTo>
                  <a:pt x="112" y="57"/>
                </a:lnTo>
                <a:lnTo>
                  <a:pt x="111" y="56"/>
                </a:lnTo>
                <a:lnTo>
                  <a:pt x="112" y="56"/>
                </a:lnTo>
                <a:lnTo>
                  <a:pt x="113" y="56"/>
                </a:lnTo>
                <a:lnTo>
                  <a:pt x="114" y="55"/>
                </a:lnTo>
                <a:lnTo>
                  <a:pt x="115" y="56"/>
                </a:lnTo>
                <a:lnTo>
                  <a:pt x="116" y="56"/>
                </a:lnTo>
                <a:lnTo>
                  <a:pt x="117" y="56"/>
                </a:lnTo>
                <a:lnTo>
                  <a:pt x="118" y="56"/>
                </a:lnTo>
                <a:lnTo>
                  <a:pt x="119" y="56"/>
                </a:lnTo>
                <a:lnTo>
                  <a:pt x="120" y="57"/>
                </a:lnTo>
                <a:lnTo>
                  <a:pt x="121" y="57"/>
                </a:lnTo>
                <a:lnTo>
                  <a:pt x="122" y="57"/>
                </a:lnTo>
                <a:lnTo>
                  <a:pt x="123" y="57"/>
                </a:lnTo>
                <a:lnTo>
                  <a:pt x="124" y="57"/>
                </a:lnTo>
                <a:lnTo>
                  <a:pt x="125" y="56"/>
                </a:lnTo>
                <a:lnTo>
                  <a:pt x="126" y="56"/>
                </a:lnTo>
                <a:lnTo>
                  <a:pt x="128" y="56"/>
                </a:lnTo>
                <a:lnTo>
                  <a:pt x="128" y="57"/>
                </a:lnTo>
                <a:lnTo>
                  <a:pt x="127" y="57"/>
                </a:lnTo>
                <a:lnTo>
                  <a:pt x="128" y="57"/>
                </a:lnTo>
                <a:lnTo>
                  <a:pt x="129" y="57"/>
                </a:lnTo>
                <a:lnTo>
                  <a:pt x="129" y="56"/>
                </a:lnTo>
                <a:lnTo>
                  <a:pt x="130" y="56"/>
                </a:lnTo>
                <a:lnTo>
                  <a:pt x="131" y="56"/>
                </a:lnTo>
                <a:lnTo>
                  <a:pt x="132" y="55"/>
                </a:lnTo>
                <a:lnTo>
                  <a:pt x="133" y="55"/>
                </a:lnTo>
                <a:lnTo>
                  <a:pt x="134" y="55"/>
                </a:lnTo>
                <a:lnTo>
                  <a:pt x="135" y="55"/>
                </a:lnTo>
                <a:lnTo>
                  <a:pt x="136" y="55"/>
                </a:lnTo>
                <a:lnTo>
                  <a:pt x="136" y="54"/>
                </a:lnTo>
                <a:lnTo>
                  <a:pt x="137" y="54"/>
                </a:lnTo>
                <a:lnTo>
                  <a:pt x="138" y="54"/>
                </a:lnTo>
                <a:lnTo>
                  <a:pt x="139" y="54"/>
                </a:lnTo>
                <a:lnTo>
                  <a:pt x="140" y="54"/>
                </a:lnTo>
                <a:lnTo>
                  <a:pt x="140" y="53"/>
                </a:lnTo>
                <a:lnTo>
                  <a:pt x="141" y="53"/>
                </a:lnTo>
                <a:lnTo>
                  <a:pt x="142" y="53"/>
                </a:lnTo>
                <a:lnTo>
                  <a:pt x="143" y="53"/>
                </a:lnTo>
                <a:lnTo>
                  <a:pt x="144" y="53"/>
                </a:lnTo>
                <a:lnTo>
                  <a:pt x="145" y="53"/>
                </a:lnTo>
                <a:lnTo>
                  <a:pt x="147" y="53"/>
                </a:lnTo>
                <a:lnTo>
                  <a:pt x="148" y="53"/>
                </a:lnTo>
                <a:lnTo>
                  <a:pt x="148" y="52"/>
                </a:lnTo>
                <a:lnTo>
                  <a:pt x="149" y="52"/>
                </a:lnTo>
                <a:lnTo>
                  <a:pt x="150" y="52"/>
                </a:lnTo>
                <a:lnTo>
                  <a:pt x="151" y="52"/>
                </a:lnTo>
                <a:lnTo>
                  <a:pt x="152" y="52"/>
                </a:lnTo>
                <a:lnTo>
                  <a:pt x="154" y="52"/>
                </a:lnTo>
                <a:lnTo>
                  <a:pt x="155" y="52"/>
                </a:lnTo>
                <a:lnTo>
                  <a:pt x="156" y="52"/>
                </a:lnTo>
                <a:lnTo>
                  <a:pt x="156" y="51"/>
                </a:lnTo>
                <a:lnTo>
                  <a:pt x="157" y="51"/>
                </a:lnTo>
                <a:lnTo>
                  <a:pt x="158" y="50"/>
                </a:lnTo>
                <a:lnTo>
                  <a:pt x="159" y="50"/>
                </a:lnTo>
                <a:lnTo>
                  <a:pt x="160" y="50"/>
                </a:lnTo>
                <a:lnTo>
                  <a:pt x="162" y="49"/>
                </a:lnTo>
                <a:lnTo>
                  <a:pt x="163" y="49"/>
                </a:lnTo>
                <a:lnTo>
                  <a:pt x="164" y="48"/>
                </a:lnTo>
                <a:lnTo>
                  <a:pt x="165" y="48"/>
                </a:lnTo>
                <a:lnTo>
                  <a:pt x="166" y="48"/>
                </a:lnTo>
                <a:lnTo>
                  <a:pt x="166" y="47"/>
                </a:lnTo>
                <a:lnTo>
                  <a:pt x="167" y="47"/>
                </a:lnTo>
                <a:lnTo>
                  <a:pt x="168" y="47"/>
                </a:lnTo>
                <a:lnTo>
                  <a:pt x="169" y="48"/>
                </a:lnTo>
                <a:lnTo>
                  <a:pt x="170" y="48"/>
                </a:lnTo>
                <a:lnTo>
                  <a:pt x="170" y="47"/>
                </a:lnTo>
                <a:lnTo>
                  <a:pt x="170" y="48"/>
                </a:lnTo>
                <a:lnTo>
                  <a:pt x="171" y="48"/>
                </a:lnTo>
                <a:lnTo>
                  <a:pt x="172" y="48"/>
                </a:lnTo>
                <a:lnTo>
                  <a:pt x="173" y="48"/>
                </a:lnTo>
                <a:lnTo>
                  <a:pt x="173" y="47"/>
                </a:lnTo>
                <a:lnTo>
                  <a:pt x="173" y="46"/>
                </a:lnTo>
                <a:lnTo>
                  <a:pt x="174" y="46"/>
                </a:lnTo>
                <a:lnTo>
                  <a:pt x="175" y="46"/>
                </a:lnTo>
                <a:lnTo>
                  <a:pt x="176" y="45"/>
                </a:lnTo>
                <a:lnTo>
                  <a:pt x="177" y="45"/>
                </a:lnTo>
                <a:lnTo>
                  <a:pt x="177" y="46"/>
                </a:lnTo>
                <a:lnTo>
                  <a:pt x="177" y="45"/>
                </a:lnTo>
                <a:lnTo>
                  <a:pt x="178" y="45"/>
                </a:lnTo>
                <a:lnTo>
                  <a:pt x="178" y="44"/>
                </a:lnTo>
                <a:lnTo>
                  <a:pt x="179" y="44"/>
                </a:lnTo>
                <a:lnTo>
                  <a:pt x="180" y="43"/>
                </a:lnTo>
                <a:lnTo>
                  <a:pt x="181" y="43"/>
                </a:lnTo>
                <a:lnTo>
                  <a:pt x="182" y="43"/>
                </a:lnTo>
                <a:lnTo>
                  <a:pt x="183" y="43"/>
                </a:lnTo>
                <a:lnTo>
                  <a:pt x="183" y="42"/>
                </a:lnTo>
                <a:lnTo>
                  <a:pt x="184" y="42"/>
                </a:lnTo>
                <a:lnTo>
                  <a:pt x="185" y="42"/>
                </a:lnTo>
                <a:lnTo>
                  <a:pt x="185" y="41"/>
                </a:lnTo>
                <a:lnTo>
                  <a:pt x="186" y="41"/>
                </a:lnTo>
                <a:lnTo>
                  <a:pt x="187" y="41"/>
                </a:lnTo>
                <a:lnTo>
                  <a:pt x="188" y="41"/>
                </a:lnTo>
                <a:lnTo>
                  <a:pt x="189" y="41"/>
                </a:lnTo>
                <a:lnTo>
                  <a:pt x="190" y="41"/>
                </a:lnTo>
                <a:lnTo>
                  <a:pt x="190" y="40"/>
                </a:lnTo>
                <a:lnTo>
                  <a:pt x="190" y="41"/>
                </a:lnTo>
                <a:lnTo>
                  <a:pt x="191" y="41"/>
                </a:lnTo>
                <a:lnTo>
                  <a:pt x="192" y="40"/>
                </a:lnTo>
                <a:lnTo>
                  <a:pt x="193" y="40"/>
                </a:lnTo>
                <a:lnTo>
                  <a:pt x="193" y="39"/>
                </a:lnTo>
                <a:lnTo>
                  <a:pt x="194" y="39"/>
                </a:lnTo>
                <a:lnTo>
                  <a:pt x="194" y="40"/>
                </a:lnTo>
                <a:lnTo>
                  <a:pt x="195" y="40"/>
                </a:lnTo>
                <a:lnTo>
                  <a:pt x="196" y="39"/>
                </a:lnTo>
                <a:lnTo>
                  <a:pt x="197" y="39"/>
                </a:lnTo>
                <a:lnTo>
                  <a:pt x="198" y="39"/>
                </a:lnTo>
                <a:lnTo>
                  <a:pt x="198" y="38"/>
                </a:lnTo>
                <a:lnTo>
                  <a:pt x="199" y="38"/>
                </a:lnTo>
                <a:lnTo>
                  <a:pt x="200" y="38"/>
                </a:lnTo>
                <a:lnTo>
                  <a:pt x="201" y="38"/>
                </a:lnTo>
                <a:lnTo>
                  <a:pt x="202" y="38"/>
                </a:lnTo>
                <a:lnTo>
                  <a:pt x="202" y="37"/>
                </a:lnTo>
                <a:lnTo>
                  <a:pt x="203" y="37"/>
                </a:lnTo>
                <a:lnTo>
                  <a:pt x="203" y="36"/>
                </a:lnTo>
                <a:lnTo>
                  <a:pt x="204" y="37"/>
                </a:lnTo>
                <a:lnTo>
                  <a:pt x="205" y="37"/>
                </a:lnTo>
                <a:lnTo>
                  <a:pt x="205" y="36"/>
                </a:lnTo>
                <a:lnTo>
                  <a:pt x="205" y="37"/>
                </a:lnTo>
                <a:lnTo>
                  <a:pt x="206" y="37"/>
                </a:lnTo>
                <a:lnTo>
                  <a:pt x="207" y="36"/>
                </a:lnTo>
                <a:lnTo>
                  <a:pt x="208" y="35"/>
                </a:lnTo>
                <a:lnTo>
                  <a:pt x="209" y="35"/>
                </a:lnTo>
                <a:lnTo>
                  <a:pt x="210" y="35"/>
                </a:lnTo>
                <a:lnTo>
                  <a:pt x="211" y="36"/>
                </a:lnTo>
                <a:lnTo>
                  <a:pt x="211" y="35"/>
                </a:lnTo>
                <a:lnTo>
                  <a:pt x="213" y="35"/>
                </a:lnTo>
                <a:lnTo>
                  <a:pt x="214" y="35"/>
                </a:lnTo>
                <a:lnTo>
                  <a:pt x="215" y="36"/>
                </a:lnTo>
                <a:lnTo>
                  <a:pt x="216" y="36"/>
                </a:lnTo>
                <a:lnTo>
                  <a:pt x="217" y="35"/>
                </a:lnTo>
                <a:lnTo>
                  <a:pt x="218" y="35"/>
                </a:lnTo>
                <a:lnTo>
                  <a:pt x="219" y="35"/>
                </a:lnTo>
                <a:lnTo>
                  <a:pt x="219" y="34"/>
                </a:lnTo>
                <a:lnTo>
                  <a:pt x="220" y="34"/>
                </a:lnTo>
                <a:lnTo>
                  <a:pt x="220" y="35"/>
                </a:lnTo>
                <a:lnTo>
                  <a:pt x="221" y="35"/>
                </a:lnTo>
                <a:lnTo>
                  <a:pt x="221" y="34"/>
                </a:lnTo>
                <a:lnTo>
                  <a:pt x="222" y="34"/>
                </a:lnTo>
                <a:lnTo>
                  <a:pt x="223" y="34"/>
                </a:lnTo>
                <a:lnTo>
                  <a:pt x="224" y="34"/>
                </a:lnTo>
                <a:lnTo>
                  <a:pt x="224" y="33"/>
                </a:lnTo>
                <a:lnTo>
                  <a:pt x="224" y="32"/>
                </a:lnTo>
                <a:lnTo>
                  <a:pt x="225" y="32"/>
                </a:lnTo>
                <a:lnTo>
                  <a:pt x="226" y="32"/>
                </a:lnTo>
                <a:lnTo>
                  <a:pt x="227" y="31"/>
                </a:lnTo>
                <a:lnTo>
                  <a:pt x="228" y="31"/>
                </a:lnTo>
                <a:lnTo>
                  <a:pt x="229" y="31"/>
                </a:lnTo>
                <a:lnTo>
                  <a:pt x="229" y="30"/>
                </a:lnTo>
                <a:lnTo>
                  <a:pt x="230" y="30"/>
                </a:lnTo>
                <a:lnTo>
                  <a:pt x="231" y="30"/>
                </a:lnTo>
                <a:lnTo>
                  <a:pt x="232" y="30"/>
                </a:lnTo>
                <a:lnTo>
                  <a:pt x="232" y="29"/>
                </a:lnTo>
                <a:lnTo>
                  <a:pt x="233" y="29"/>
                </a:lnTo>
                <a:lnTo>
                  <a:pt x="234" y="29"/>
                </a:lnTo>
                <a:lnTo>
                  <a:pt x="234" y="28"/>
                </a:lnTo>
                <a:lnTo>
                  <a:pt x="235" y="28"/>
                </a:lnTo>
                <a:lnTo>
                  <a:pt x="236" y="28"/>
                </a:lnTo>
                <a:lnTo>
                  <a:pt x="237" y="28"/>
                </a:lnTo>
                <a:lnTo>
                  <a:pt x="238" y="27"/>
                </a:lnTo>
                <a:lnTo>
                  <a:pt x="239" y="27"/>
                </a:lnTo>
                <a:lnTo>
                  <a:pt x="240" y="27"/>
                </a:lnTo>
                <a:lnTo>
                  <a:pt x="241" y="27"/>
                </a:lnTo>
                <a:lnTo>
                  <a:pt x="241" y="26"/>
                </a:lnTo>
                <a:lnTo>
                  <a:pt x="241" y="27"/>
                </a:lnTo>
                <a:lnTo>
                  <a:pt x="244" y="27"/>
                </a:lnTo>
                <a:lnTo>
                  <a:pt x="244" y="26"/>
                </a:lnTo>
                <a:lnTo>
                  <a:pt x="245" y="26"/>
                </a:lnTo>
                <a:lnTo>
                  <a:pt x="246" y="26"/>
                </a:lnTo>
                <a:lnTo>
                  <a:pt x="247" y="26"/>
                </a:lnTo>
                <a:lnTo>
                  <a:pt x="248" y="26"/>
                </a:lnTo>
                <a:lnTo>
                  <a:pt x="249" y="26"/>
                </a:lnTo>
                <a:lnTo>
                  <a:pt x="250" y="26"/>
                </a:lnTo>
                <a:lnTo>
                  <a:pt x="251" y="26"/>
                </a:lnTo>
                <a:lnTo>
                  <a:pt x="252" y="25"/>
                </a:lnTo>
                <a:lnTo>
                  <a:pt x="252" y="24"/>
                </a:lnTo>
                <a:lnTo>
                  <a:pt x="253" y="24"/>
                </a:lnTo>
                <a:lnTo>
                  <a:pt x="254" y="23"/>
                </a:lnTo>
                <a:lnTo>
                  <a:pt x="254" y="24"/>
                </a:lnTo>
                <a:lnTo>
                  <a:pt x="254" y="23"/>
                </a:lnTo>
                <a:lnTo>
                  <a:pt x="255" y="23"/>
                </a:lnTo>
                <a:lnTo>
                  <a:pt x="256" y="23"/>
                </a:lnTo>
                <a:lnTo>
                  <a:pt x="257" y="22"/>
                </a:lnTo>
                <a:lnTo>
                  <a:pt x="258" y="22"/>
                </a:lnTo>
                <a:lnTo>
                  <a:pt x="262" y="22"/>
                </a:lnTo>
                <a:lnTo>
                  <a:pt x="263" y="22"/>
                </a:lnTo>
                <a:lnTo>
                  <a:pt x="265" y="22"/>
                </a:lnTo>
                <a:lnTo>
                  <a:pt x="266" y="22"/>
                </a:lnTo>
                <a:lnTo>
                  <a:pt x="267" y="22"/>
                </a:lnTo>
                <a:lnTo>
                  <a:pt x="268" y="22"/>
                </a:lnTo>
                <a:lnTo>
                  <a:pt x="269" y="22"/>
                </a:lnTo>
                <a:lnTo>
                  <a:pt x="270" y="22"/>
                </a:lnTo>
                <a:lnTo>
                  <a:pt x="270" y="21"/>
                </a:lnTo>
                <a:lnTo>
                  <a:pt x="271" y="21"/>
                </a:lnTo>
                <a:lnTo>
                  <a:pt x="272" y="21"/>
                </a:lnTo>
                <a:lnTo>
                  <a:pt x="273" y="21"/>
                </a:lnTo>
                <a:lnTo>
                  <a:pt x="273" y="20"/>
                </a:lnTo>
                <a:lnTo>
                  <a:pt x="272" y="20"/>
                </a:lnTo>
                <a:lnTo>
                  <a:pt x="272" y="19"/>
                </a:lnTo>
                <a:lnTo>
                  <a:pt x="272" y="18"/>
                </a:lnTo>
                <a:lnTo>
                  <a:pt x="273" y="18"/>
                </a:lnTo>
                <a:lnTo>
                  <a:pt x="273" y="17"/>
                </a:lnTo>
                <a:lnTo>
                  <a:pt x="274" y="17"/>
                </a:lnTo>
                <a:lnTo>
                  <a:pt x="275" y="17"/>
                </a:lnTo>
                <a:lnTo>
                  <a:pt x="276" y="18"/>
                </a:lnTo>
                <a:lnTo>
                  <a:pt x="277" y="18"/>
                </a:lnTo>
                <a:lnTo>
                  <a:pt x="277" y="17"/>
                </a:lnTo>
                <a:lnTo>
                  <a:pt x="277" y="16"/>
                </a:lnTo>
                <a:lnTo>
                  <a:pt x="277" y="15"/>
                </a:lnTo>
                <a:lnTo>
                  <a:pt x="277" y="14"/>
                </a:lnTo>
                <a:lnTo>
                  <a:pt x="278" y="13"/>
                </a:lnTo>
                <a:lnTo>
                  <a:pt x="279" y="13"/>
                </a:lnTo>
                <a:lnTo>
                  <a:pt x="279" y="12"/>
                </a:lnTo>
                <a:lnTo>
                  <a:pt x="280" y="11"/>
                </a:lnTo>
                <a:lnTo>
                  <a:pt x="282" y="11"/>
                </a:lnTo>
                <a:lnTo>
                  <a:pt x="283" y="11"/>
                </a:lnTo>
                <a:lnTo>
                  <a:pt x="284" y="12"/>
                </a:lnTo>
                <a:lnTo>
                  <a:pt x="284" y="11"/>
                </a:lnTo>
                <a:lnTo>
                  <a:pt x="285" y="11"/>
                </a:lnTo>
                <a:lnTo>
                  <a:pt x="286" y="11"/>
                </a:lnTo>
                <a:lnTo>
                  <a:pt x="287" y="11"/>
                </a:lnTo>
                <a:lnTo>
                  <a:pt x="288" y="11"/>
                </a:lnTo>
                <a:lnTo>
                  <a:pt x="289" y="10"/>
                </a:lnTo>
                <a:lnTo>
                  <a:pt x="289" y="11"/>
                </a:lnTo>
                <a:lnTo>
                  <a:pt x="291" y="11"/>
                </a:lnTo>
                <a:lnTo>
                  <a:pt x="292" y="10"/>
                </a:lnTo>
                <a:lnTo>
                  <a:pt x="293" y="10"/>
                </a:lnTo>
                <a:lnTo>
                  <a:pt x="294" y="10"/>
                </a:lnTo>
                <a:lnTo>
                  <a:pt x="294" y="11"/>
                </a:lnTo>
                <a:lnTo>
                  <a:pt x="295" y="11"/>
                </a:lnTo>
                <a:lnTo>
                  <a:pt x="295" y="10"/>
                </a:lnTo>
                <a:lnTo>
                  <a:pt x="296" y="10"/>
                </a:lnTo>
                <a:lnTo>
                  <a:pt x="297" y="10"/>
                </a:lnTo>
                <a:lnTo>
                  <a:pt x="298" y="10"/>
                </a:lnTo>
                <a:lnTo>
                  <a:pt x="299" y="10"/>
                </a:lnTo>
                <a:lnTo>
                  <a:pt x="299" y="9"/>
                </a:lnTo>
                <a:lnTo>
                  <a:pt x="300" y="9"/>
                </a:lnTo>
                <a:lnTo>
                  <a:pt x="301" y="9"/>
                </a:lnTo>
                <a:lnTo>
                  <a:pt x="302" y="9"/>
                </a:lnTo>
                <a:lnTo>
                  <a:pt x="303" y="9"/>
                </a:lnTo>
                <a:lnTo>
                  <a:pt x="304" y="9"/>
                </a:lnTo>
                <a:lnTo>
                  <a:pt x="304" y="8"/>
                </a:lnTo>
                <a:lnTo>
                  <a:pt x="305" y="8"/>
                </a:lnTo>
                <a:lnTo>
                  <a:pt x="307" y="8"/>
                </a:lnTo>
                <a:lnTo>
                  <a:pt x="308" y="8"/>
                </a:lnTo>
                <a:lnTo>
                  <a:pt x="309" y="8"/>
                </a:lnTo>
                <a:lnTo>
                  <a:pt x="310" y="8"/>
                </a:lnTo>
                <a:lnTo>
                  <a:pt x="310" y="7"/>
                </a:lnTo>
                <a:lnTo>
                  <a:pt x="311" y="7"/>
                </a:lnTo>
                <a:lnTo>
                  <a:pt x="311" y="8"/>
                </a:lnTo>
                <a:lnTo>
                  <a:pt x="312" y="8"/>
                </a:lnTo>
                <a:lnTo>
                  <a:pt x="313" y="8"/>
                </a:lnTo>
                <a:lnTo>
                  <a:pt x="314" y="7"/>
                </a:lnTo>
                <a:lnTo>
                  <a:pt x="314" y="6"/>
                </a:lnTo>
                <a:lnTo>
                  <a:pt x="315" y="6"/>
                </a:lnTo>
                <a:lnTo>
                  <a:pt x="315" y="5"/>
                </a:lnTo>
                <a:lnTo>
                  <a:pt x="316" y="5"/>
                </a:lnTo>
                <a:lnTo>
                  <a:pt x="317" y="5"/>
                </a:lnTo>
                <a:lnTo>
                  <a:pt x="318" y="5"/>
                </a:lnTo>
                <a:lnTo>
                  <a:pt x="319" y="5"/>
                </a:lnTo>
                <a:lnTo>
                  <a:pt x="320" y="5"/>
                </a:lnTo>
                <a:lnTo>
                  <a:pt x="321" y="5"/>
                </a:lnTo>
                <a:lnTo>
                  <a:pt x="322" y="5"/>
                </a:lnTo>
                <a:lnTo>
                  <a:pt x="322" y="6"/>
                </a:lnTo>
                <a:lnTo>
                  <a:pt x="323" y="7"/>
                </a:lnTo>
                <a:lnTo>
                  <a:pt x="324" y="7"/>
                </a:lnTo>
                <a:lnTo>
                  <a:pt x="324" y="6"/>
                </a:lnTo>
                <a:lnTo>
                  <a:pt x="327" y="6"/>
                </a:lnTo>
                <a:lnTo>
                  <a:pt x="327" y="7"/>
                </a:lnTo>
                <a:lnTo>
                  <a:pt x="328" y="7"/>
                </a:lnTo>
                <a:lnTo>
                  <a:pt x="329" y="7"/>
                </a:lnTo>
                <a:lnTo>
                  <a:pt x="330" y="7"/>
                </a:lnTo>
                <a:lnTo>
                  <a:pt x="330" y="6"/>
                </a:lnTo>
                <a:lnTo>
                  <a:pt x="331" y="6"/>
                </a:lnTo>
                <a:lnTo>
                  <a:pt x="331" y="7"/>
                </a:lnTo>
                <a:lnTo>
                  <a:pt x="331" y="6"/>
                </a:lnTo>
                <a:lnTo>
                  <a:pt x="332" y="6"/>
                </a:lnTo>
                <a:lnTo>
                  <a:pt x="332" y="5"/>
                </a:lnTo>
                <a:lnTo>
                  <a:pt x="333" y="5"/>
                </a:lnTo>
                <a:lnTo>
                  <a:pt x="334" y="5"/>
                </a:lnTo>
                <a:lnTo>
                  <a:pt x="334" y="4"/>
                </a:lnTo>
                <a:lnTo>
                  <a:pt x="335" y="4"/>
                </a:lnTo>
                <a:lnTo>
                  <a:pt x="336" y="3"/>
                </a:lnTo>
                <a:lnTo>
                  <a:pt x="336" y="4"/>
                </a:lnTo>
                <a:lnTo>
                  <a:pt x="337" y="4"/>
                </a:lnTo>
                <a:lnTo>
                  <a:pt x="338" y="5"/>
                </a:lnTo>
                <a:lnTo>
                  <a:pt x="338" y="6"/>
                </a:lnTo>
                <a:lnTo>
                  <a:pt x="337" y="7"/>
                </a:lnTo>
                <a:lnTo>
                  <a:pt x="337" y="8"/>
                </a:lnTo>
                <a:lnTo>
                  <a:pt x="337" y="9"/>
                </a:lnTo>
                <a:lnTo>
                  <a:pt x="337" y="10"/>
                </a:lnTo>
                <a:lnTo>
                  <a:pt x="337" y="11"/>
                </a:lnTo>
                <a:lnTo>
                  <a:pt x="338" y="11"/>
                </a:lnTo>
                <a:lnTo>
                  <a:pt x="339" y="11"/>
                </a:lnTo>
                <a:lnTo>
                  <a:pt x="339" y="12"/>
                </a:lnTo>
                <a:lnTo>
                  <a:pt x="340" y="13"/>
                </a:lnTo>
                <a:lnTo>
                  <a:pt x="341" y="13"/>
                </a:lnTo>
                <a:lnTo>
                  <a:pt x="341" y="14"/>
                </a:lnTo>
                <a:lnTo>
                  <a:pt x="341" y="15"/>
                </a:lnTo>
                <a:lnTo>
                  <a:pt x="342" y="15"/>
                </a:lnTo>
                <a:lnTo>
                  <a:pt x="343" y="16"/>
                </a:lnTo>
                <a:lnTo>
                  <a:pt x="343" y="17"/>
                </a:lnTo>
                <a:lnTo>
                  <a:pt x="343" y="19"/>
                </a:lnTo>
                <a:lnTo>
                  <a:pt x="343" y="22"/>
                </a:lnTo>
                <a:lnTo>
                  <a:pt x="343" y="24"/>
                </a:lnTo>
                <a:lnTo>
                  <a:pt x="342" y="29"/>
                </a:lnTo>
                <a:lnTo>
                  <a:pt x="342" y="30"/>
                </a:lnTo>
                <a:lnTo>
                  <a:pt x="344" y="31"/>
                </a:lnTo>
                <a:lnTo>
                  <a:pt x="346" y="31"/>
                </a:lnTo>
                <a:lnTo>
                  <a:pt x="347" y="31"/>
                </a:lnTo>
                <a:lnTo>
                  <a:pt x="348" y="31"/>
                </a:lnTo>
                <a:lnTo>
                  <a:pt x="349" y="31"/>
                </a:lnTo>
                <a:lnTo>
                  <a:pt x="350" y="32"/>
                </a:lnTo>
                <a:lnTo>
                  <a:pt x="350" y="33"/>
                </a:lnTo>
                <a:lnTo>
                  <a:pt x="351" y="33"/>
                </a:lnTo>
                <a:lnTo>
                  <a:pt x="353" y="33"/>
                </a:lnTo>
                <a:lnTo>
                  <a:pt x="354" y="32"/>
                </a:lnTo>
                <a:lnTo>
                  <a:pt x="355" y="32"/>
                </a:lnTo>
                <a:lnTo>
                  <a:pt x="356" y="32"/>
                </a:lnTo>
                <a:lnTo>
                  <a:pt x="357" y="31"/>
                </a:lnTo>
                <a:lnTo>
                  <a:pt x="359" y="31"/>
                </a:lnTo>
                <a:lnTo>
                  <a:pt x="361" y="31"/>
                </a:lnTo>
                <a:lnTo>
                  <a:pt x="364" y="31"/>
                </a:lnTo>
                <a:lnTo>
                  <a:pt x="367" y="30"/>
                </a:lnTo>
                <a:lnTo>
                  <a:pt x="368" y="30"/>
                </a:lnTo>
                <a:lnTo>
                  <a:pt x="369" y="30"/>
                </a:lnTo>
                <a:lnTo>
                  <a:pt x="372" y="30"/>
                </a:lnTo>
                <a:lnTo>
                  <a:pt x="377" y="30"/>
                </a:lnTo>
                <a:lnTo>
                  <a:pt x="387" y="30"/>
                </a:lnTo>
                <a:lnTo>
                  <a:pt x="389" y="30"/>
                </a:lnTo>
                <a:lnTo>
                  <a:pt x="391" y="30"/>
                </a:lnTo>
                <a:lnTo>
                  <a:pt x="392" y="30"/>
                </a:lnTo>
                <a:lnTo>
                  <a:pt x="393" y="31"/>
                </a:lnTo>
                <a:lnTo>
                  <a:pt x="394" y="31"/>
                </a:lnTo>
                <a:lnTo>
                  <a:pt x="395" y="32"/>
                </a:lnTo>
                <a:lnTo>
                  <a:pt x="396" y="33"/>
                </a:lnTo>
                <a:lnTo>
                  <a:pt x="397" y="33"/>
                </a:lnTo>
                <a:lnTo>
                  <a:pt x="399" y="34"/>
                </a:lnTo>
                <a:lnTo>
                  <a:pt x="400" y="35"/>
                </a:lnTo>
                <a:lnTo>
                  <a:pt x="401" y="35"/>
                </a:lnTo>
                <a:lnTo>
                  <a:pt x="403" y="35"/>
                </a:lnTo>
                <a:lnTo>
                  <a:pt x="405" y="35"/>
                </a:lnTo>
                <a:lnTo>
                  <a:pt x="405" y="40"/>
                </a:lnTo>
                <a:lnTo>
                  <a:pt x="404" y="40"/>
                </a:lnTo>
                <a:lnTo>
                  <a:pt x="403" y="40"/>
                </a:lnTo>
                <a:lnTo>
                  <a:pt x="401" y="40"/>
                </a:lnTo>
                <a:lnTo>
                  <a:pt x="400" y="40"/>
                </a:lnTo>
                <a:lnTo>
                  <a:pt x="399" y="40"/>
                </a:lnTo>
                <a:lnTo>
                  <a:pt x="397" y="40"/>
                </a:lnTo>
                <a:lnTo>
                  <a:pt x="396" y="40"/>
                </a:lnTo>
                <a:lnTo>
                  <a:pt x="395" y="40"/>
                </a:lnTo>
                <a:lnTo>
                  <a:pt x="394" y="40"/>
                </a:lnTo>
                <a:lnTo>
                  <a:pt x="394" y="41"/>
                </a:lnTo>
                <a:lnTo>
                  <a:pt x="393" y="42"/>
                </a:lnTo>
                <a:lnTo>
                  <a:pt x="394" y="42"/>
                </a:lnTo>
                <a:lnTo>
                  <a:pt x="394" y="43"/>
                </a:lnTo>
                <a:lnTo>
                  <a:pt x="395" y="44"/>
                </a:lnTo>
                <a:lnTo>
                  <a:pt x="395" y="45"/>
                </a:lnTo>
                <a:lnTo>
                  <a:pt x="396" y="46"/>
                </a:lnTo>
                <a:lnTo>
                  <a:pt x="397" y="46"/>
                </a:lnTo>
                <a:lnTo>
                  <a:pt x="397" y="47"/>
                </a:lnTo>
                <a:lnTo>
                  <a:pt x="398" y="47"/>
                </a:lnTo>
                <a:lnTo>
                  <a:pt x="398" y="48"/>
                </a:lnTo>
                <a:lnTo>
                  <a:pt x="399" y="48"/>
                </a:lnTo>
                <a:lnTo>
                  <a:pt x="400" y="49"/>
                </a:lnTo>
                <a:lnTo>
                  <a:pt x="401" y="49"/>
                </a:lnTo>
                <a:lnTo>
                  <a:pt x="402" y="50"/>
                </a:lnTo>
                <a:lnTo>
                  <a:pt x="403" y="50"/>
                </a:lnTo>
                <a:lnTo>
                  <a:pt x="404" y="50"/>
                </a:lnTo>
                <a:lnTo>
                  <a:pt x="405" y="50"/>
                </a:lnTo>
                <a:lnTo>
                  <a:pt x="407" y="50"/>
                </a:lnTo>
                <a:lnTo>
                  <a:pt x="408" y="51"/>
                </a:lnTo>
                <a:lnTo>
                  <a:pt x="410" y="51"/>
                </a:lnTo>
                <a:lnTo>
                  <a:pt x="411" y="51"/>
                </a:lnTo>
                <a:lnTo>
                  <a:pt x="412" y="50"/>
                </a:lnTo>
                <a:lnTo>
                  <a:pt x="413" y="50"/>
                </a:lnTo>
                <a:lnTo>
                  <a:pt x="414" y="50"/>
                </a:lnTo>
                <a:lnTo>
                  <a:pt x="415" y="50"/>
                </a:lnTo>
                <a:lnTo>
                  <a:pt x="417" y="49"/>
                </a:lnTo>
                <a:lnTo>
                  <a:pt x="423" y="49"/>
                </a:lnTo>
                <a:lnTo>
                  <a:pt x="426" y="48"/>
                </a:lnTo>
                <a:lnTo>
                  <a:pt x="438" y="47"/>
                </a:lnTo>
                <a:lnTo>
                  <a:pt x="440" y="46"/>
                </a:lnTo>
                <a:lnTo>
                  <a:pt x="441" y="47"/>
                </a:lnTo>
                <a:lnTo>
                  <a:pt x="442" y="47"/>
                </a:lnTo>
                <a:lnTo>
                  <a:pt x="445" y="47"/>
                </a:lnTo>
                <a:lnTo>
                  <a:pt x="446" y="47"/>
                </a:lnTo>
                <a:lnTo>
                  <a:pt x="447" y="47"/>
                </a:lnTo>
                <a:lnTo>
                  <a:pt x="448" y="46"/>
                </a:lnTo>
                <a:lnTo>
                  <a:pt x="449" y="46"/>
                </a:lnTo>
                <a:lnTo>
                  <a:pt x="449" y="47"/>
                </a:lnTo>
                <a:lnTo>
                  <a:pt x="449" y="48"/>
                </a:lnTo>
                <a:lnTo>
                  <a:pt x="450" y="48"/>
                </a:lnTo>
                <a:lnTo>
                  <a:pt x="450" y="49"/>
                </a:lnTo>
                <a:lnTo>
                  <a:pt x="450" y="50"/>
                </a:lnTo>
                <a:lnTo>
                  <a:pt x="451" y="50"/>
                </a:lnTo>
                <a:lnTo>
                  <a:pt x="451" y="51"/>
                </a:lnTo>
                <a:lnTo>
                  <a:pt x="451" y="52"/>
                </a:lnTo>
                <a:lnTo>
                  <a:pt x="451" y="53"/>
                </a:lnTo>
                <a:lnTo>
                  <a:pt x="452" y="53"/>
                </a:lnTo>
                <a:lnTo>
                  <a:pt x="452" y="54"/>
                </a:lnTo>
                <a:lnTo>
                  <a:pt x="452" y="55"/>
                </a:lnTo>
                <a:lnTo>
                  <a:pt x="453" y="55"/>
                </a:lnTo>
                <a:lnTo>
                  <a:pt x="453" y="56"/>
                </a:lnTo>
                <a:lnTo>
                  <a:pt x="453" y="57"/>
                </a:lnTo>
                <a:lnTo>
                  <a:pt x="453" y="58"/>
                </a:lnTo>
                <a:lnTo>
                  <a:pt x="454" y="58"/>
                </a:lnTo>
                <a:lnTo>
                  <a:pt x="454" y="59"/>
                </a:lnTo>
                <a:lnTo>
                  <a:pt x="454" y="60"/>
                </a:lnTo>
                <a:lnTo>
                  <a:pt x="454" y="61"/>
                </a:lnTo>
                <a:lnTo>
                  <a:pt x="455" y="61"/>
                </a:lnTo>
                <a:lnTo>
                  <a:pt x="455" y="62"/>
                </a:lnTo>
                <a:lnTo>
                  <a:pt x="455" y="63"/>
                </a:lnTo>
                <a:lnTo>
                  <a:pt x="456" y="63"/>
                </a:lnTo>
                <a:lnTo>
                  <a:pt x="456" y="64"/>
                </a:lnTo>
                <a:lnTo>
                  <a:pt x="456" y="65"/>
                </a:lnTo>
                <a:lnTo>
                  <a:pt x="456" y="66"/>
                </a:lnTo>
                <a:lnTo>
                  <a:pt x="457" y="66"/>
                </a:lnTo>
                <a:lnTo>
                  <a:pt x="457" y="67"/>
                </a:lnTo>
                <a:lnTo>
                  <a:pt x="457" y="68"/>
                </a:lnTo>
                <a:lnTo>
                  <a:pt x="458" y="68"/>
                </a:lnTo>
                <a:lnTo>
                  <a:pt x="458" y="69"/>
                </a:lnTo>
                <a:lnTo>
                  <a:pt x="458" y="70"/>
                </a:lnTo>
                <a:lnTo>
                  <a:pt x="458" y="71"/>
                </a:lnTo>
                <a:lnTo>
                  <a:pt x="459" y="71"/>
                </a:lnTo>
                <a:lnTo>
                  <a:pt x="459" y="72"/>
                </a:lnTo>
                <a:lnTo>
                  <a:pt x="459" y="73"/>
                </a:lnTo>
                <a:lnTo>
                  <a:pt x="460" y="73"/>
                </a:lnTo>
                <a:lnTo>
                  <a:pt x="460" y="74"/>
                </a:lnTo>
                <a:lnTo>
                  <a:pt x="460" y="75"/>
                </a:lnTo>
                <a:lnTo>
                  <a:pt x="460" y="76"/>
                </a:lnTo>
                <a:lnTo>
                  <a:pt x="461" y="76"/>
                </a:lnTo>
                <a:lnTo>
                  <a:pt x="461" y="77"/>
                </a:lnTo>
                <a:lnTo>
                  <a:pt x="461" y="78"/>
                </a:lnTo>
                <a:lnTo>
                  <a:pt x="462" y="78"/>
                </a:lnTo>
                <a:lnTo>
                  <a:pt x="462" y="79"/>
                </a:lnTo>
                <a:lnTo>
                  <a:pt x="462" y="80"/>
                </a:lnTo>
                <a:lnTo>
                  <a:pt x="463" y="80"/>
                </a:lnTo>
                <a:lnTo>
                  <a:pt x="463" y="81"/>
                </a:lnTo>
                <a:lnTo>
                  <a:pt x="463" y="82"/>
                </a:lnTo>
                <a:lnTo>
                  <a:pt x="463" y="87"/>
                </a:lnTo>
                <a:lnTo>
                  <a:pt x="464" y="87"/>
                </a:lnTo>
                <a:lnTo>
                  <a:pt x="464" y="88"/>
                </a:lnTo>
                <a:lnTo>
                  <a:pt x="465" y="88"/>
                </a:lnTo>
                <a:lnTo>
                  <a:pt x="466" y="88"/>
                </a:lnTo>
                <a:lnTo>
                  <a:pt x="467" y="87"/>
                </a:lnTo>
                <a:lnTo>
                  <a:pt x="468" y="86"/>
                </a:lnTo>
                <a:lnTo>
                  <a:pt x="469" y="86"/>
                </a:lnTo>
                <a:lnTo>
                  <a:pt x="470" y="86"/>
                </a:lnTo>
                <a:lnTo>
                  <a:pt x="471" y="86"/>
                </a:lnTo>
                <a:lnTo>
                  <a:pt x="472" y="86"/>
                </a:lnTo>
                <a:lnTo>
                  <a:pt x="473" y="85"/>
                </a:lnTo>
                <a:lnTo>
                  <a:pt x="474" y="85"/>
                </a:lnTo>
                <a:lnTo>
                  <a:pt x="475" y="85"/>
                </a:lnTo>
                <a:lnTo>
                  <a:pt x="476" y="85"/>
                </a:lnTo>
                <a:lnTo>
                  <a:pt x="477" y="85"/>
                </a:lnTo>
                <a:lnTo>
                  <a:pt x="478" y="85"/>
                </a:lnTo>
                <a:lnTo>
                  <a:pt x="479" y="85"/>
                </a:lnTo>
                <a:lnTo>
                  <a:pt x="480" y="85"/>
                </a:lnTo>
                <a:lnTo>
                  <a:pt x="480" y="84"/>
                </a:lnTo>
                <a:lnTo>
                  <a:pt x="481" y="84"/>
                </a:lnTo>
                <a:lnTo>
                  <a:pt x="482" y="85"/>
                </a:lnTo>
                <a:lnTo>
                  <a:pt x="483" y="85"/>
                </a:lnTo>
                <a:lnTo>
                  <a:pt x="484" y="85"/>
                </a:lnTo>
                <a:lnTo>
                  <a:pt x="485" y="85"/>
                </a:lnTo>
                <a:lnTo>
                  <a:pt x="486" y="85"/>
                </a:lnTo>
                <a:lnTo>
                  <a:pt x="488" y="85"/>
                </a:lnTo>
                <a:lnTo>
                  <a:pt x="489" y="85"/>
                </a:lnTo>
                <a:lnTo>
                  <a:pt x="489" y="84"/>
                </a:lnTo>
                <a:lnTo>
                  <a:pt x="490" y="84"/>
                </a:lnTo>
                <a:lnTo>
                  <a:pt x="493" y="84"/>
                </a:lnTo>
                <a:lnTo>
                  <a:pt x="494" y="84"/>
                </a:lnTo>
                <a:lnTo>
                  <a:pt x="494" y="83"/>
                </a:lnTo>
                <a:lnTo>
                  <a:pt x="495" y="83"/>
                </a:lnTo>
                <a:lnTo>
                  <a:pt x="495" y="82"/>
                </a:lnTo>
                <a:lnTo>
                  <a:pt x="496" y="82"/>
                </a:lnTo>
                <a:lnTo>
                  <a:pt x="497" y="82"/>
                </a:lnTo>
                <a:lnTo>
                  <a:pt x="497" y="81"/>
                </a:lnTo>
                <a:lnTo>
                  <a:pt x="498" y="81"/>
                </a:lnTo>
                <a:lnTo>
                  <a:pt x="499" y="81"/>
                </a:lnTo>
                <a:lnTo>
                  <a:pt x="500" y="81"/>
                </a:lnTo>
                <a:lnTo>
                  <a:pt x="501" y="80"/>
                </a:lnTo>
                <a:lnTo>
                  <a:pt x="502" y="80"/>
                </a:lnTo>
                <a:lnTo>
                  <a:pt x="503" y="80"/>
                </a:lnTo>
                <a:lnTo>
                  <a:pt x="504" y="80"/>
                </a:lnTo>
                <a:lnTo>
                  <a:pt x="504" y="81"/>
                </a:lnTo>
                <a:lnTo>
                  <a:pt x="505" y="81"/>
                </a:lnTo>
                <a:lnTo>
                  <a:pt x="506" y="81"/>
                </a:lnTo>
                <a:lnTo>
                  <a:pt x="507" y="81"/>
                </a:lnTo>
                <a:lnTo>
                  <a:pt x="508" y="81"/>
                </a:lnTo>
                <a:lnTo>
                  <a:pt x="508" y="82"/>
                </a:lnTo>
                <a:lnTo>
                  <a:pt x="509" y="82"/>
                </a:lnTo>
                <a:lnTo>
                  <a:pt x="509" y="81"/>
                </a:lnTo>
                <a:lnTo>
                  <a:pt x="510" y="81"/>
                </a:lnTo>
                <a:lnTo>
                  <a:pt x="511" y="82"/>
                </a:lnTo>
                <a:lnTo>
                  <a:pt x="512" y="83"/>
                </a:lnTo>
                <a:lnTo>
                  <a:pt x="513" y="83"/>
                </a:lnTo>
                <a:lnTo>
                  <a:pt x="514" y="82"/>
                </a:lnTo>
                <a:lnTo>
                  <a:pt x="515" y="82"/>
                </a:lnTo>
                <a:lnTo>
                  <a:pt x="515" y="81"/>
                </a:lnTo>
                <a:lnTo>
                  <a:pt x="515" y="82"/>
                </a:lnTo>
                <a:lnTo>
                  <a:pt x="516" y="82"/>
                </a:lnTo>
                <a:lnTo>
                  <a:pt x="517" y="82"/>
                </a:lnTo>
                <a:lnTo>
                  <a:pt x="517" y="83"/>
                </a:lnTo>
                <a:lnTo>
                  <a:pt x="518" y="83"/>
                </a:lnTo>
                <a:lnTo>
                  <a:pt x="518" y="84"/>
                </a:lnTo>
                <a:lnTo>
                  <a:pt x="519" y="84"/>
                </a:lnTo>
                <a:lnTo>
                  <a:pt x="520" y="84"/>
                </a:lnTo>
                <a:lnTo>
                  <a:pt x="521" y="85"/>
                </a:lnTo>
                <a:lnTo>
                  <a:pt x="522" y="86"/>
                </a:lnTo>
                <a:lnTo>
                  <a:pt x="522" y="85"/>
                </a:lnTo>
                <a:lnTo>
                  <a:pt x="523" y="86"/>
                </a:lnTo>
                <a:lnTo>
                  <a:pt x="523" y="87"/>
                </a:lnTo>
                <a:lnTo>
                  <a:pt x="523" y="88"/>
                </a:lnTo>
                <a:lnTo>
                  <a:pt x="523" y="89"/>
                </a:lnTo>
                <a:lnTo>
                  <a:pt x="524" y="89"/>
                </a:lnTo>
                <a:lnTo>
                  <a:pt x="524" y="90"/>
                </a:lnTo>
                <a:lnTo>
                  <a:pt x="525" y="91"/>
                </a:lnTo>
                <a:lnTo>
                  <a:pt x="525" y="90"/>
                </a:lnTo>
                <a:lnTo>
                  <a:pt x="526" y="90"/>
                </a:lnTo>
                <a:lnTo>
                  <a:pt x="527" y="91"/>
                </a:lnTo>
                <a:lnTo>
                  <a:pt x="527" y="92"/>
                </a:lnTo>
                <a:lnTo>
                  <a:pt x="528" y="92"/>
                </a:lnTo>
                <a:lnTo>
                  <a:pt x="529" y="92"/>
                </a:lnTo>
                <a:lnTo>
                  <a:pt x="529" y="93"/>
                </a:lnTo>
                <a:lnTo>
                  <a:pt x="530" y="94"/>
                </a:lnTo>
                <a:lnTo>
                  <a:pt x="531" y="94"/>
                </a:lnTo>
                <a:lnTo>
                  <a:pt x="531" y="93"/>
                </a:lnTo>
                <a:lnTo>
                  <a:pt x="532" y="93"/>
                </a:lnTo>
                <a:lnTo>
                  <a:pt x="532" y="92"/>
                </a:lnTo>
                <a:lnTo>
                  <a:pt x="533" y="92"/>
                </a:lnTo>
                <a:lnTo>
                  <a:pt x="534" y="92"/>
                </a:lnTo>
                <a:lnTo>
                  <a:pt x="534" y="91"/>
                </a:lnTo>
                <a:lnTo>
                  <a:pt x="535" y="91"/>
                </a:lnTo>
                <a:lnTo>
                  <a:pt x="535" y="92"/>
                </a:lnTo>
                <a:lnTo>
                  <a:pt x="536" y="93"/>
                </a:lnTo>
                <a:lnTo>
                  <a:pt x="537" y="92"/>
                </a:lnTo>
                <a:lnTo>
                  <a:pt x="538" y="92"/>
                </a:lnTo>
                <a:lnTo>
                  <a:pt x="539" y="93"/>
                </a:lnTo>
                <a:lnTo>
                  <a:pt x="540" y="93"/>
                </a:lnTo>
                <a:lnTo>
                  <a:pt x="541" y="93"/>
                </a:lnTo>
                <a:lnTo>
                  <a:pt x="542" y="93"/>
                </a:lnTo>
                <a:lnTo>
                  <a:pt x="543" y="93"/>
                </a:lnTo>
                <a:lnTo>
                  <a:pt x="544" y="92"/>
                </a:lnTo>
                <a:lnTo>
                  <a:pt x="544" y="93"/>
                </a:lnTo>
                <a:lnTo>
                  <a:pt x="545" y="93"/>
                </a:lnTo>
                <a:lnTo>
                  <a:pt x="545" y="92"/>
                </a:lnTo>
                <a:lnTo>
                  <a:pt x="546" y="93"/>
                </a:lnTo>
                <a:lnTo>
                  <a:pt x="546" y="94"/>
                </a:lnTo>
                <a:lnTo>
                  <a:pt x="547" y="94"/>
                </a:lnTo>
                <a:lnTo>
                  <a:pt x="548" y="94"/>
                </a:lnTo>
                <a:lnTo>
                  <a:pt x="548" y="93"/>
                </a:lnTo>
                <a:lnTo>
                  <a:pt x="549" y="93"/>
                </a:lnTo>
                <a:lnTo>
                  <a:pt x="550" y="92"/>
                </a:lnTo>
                <a:lnTo>
                  <a:pt x="551" y="92"/>
                </a:lnTo>
                <a:lnTo>
                  <a:pt x="551" y="93"/>
                </a:lnTo>
                <a:lnTo>
                  <a:pt x="551" y="94"/>
                </a:lnTo>
                <a:lnTo>
                  <a:pt x="552" y="94"/>
                </a:lnTo>
                <a:lnTo>
                  <a:pt x="552" y="93"/>
                </a:lnTo>
                <a:lnTo>
                  <a:pt x="553" y="93"/>
                </a:lnTo>
                <a:lnTo>
                  <a:pt x="554" y="93"/>
                </a:lnTo>
                <a:lnTo>
                  <a:pt x="554" y="92"/>
                </a:lnTo>
                <a:lnTo>
                  <a:pt x="555" y="92"/>
                </a:lnTo>
                <a:lnTo>
                  <a:pt x="556" y="91"/>
                </a:lnTo>
                <a:lnTo>
                  <a:pt x="557" y="91"/>
                </a:lnTo>
                <a:lnTo>
                  <a:pt x="557" y="90"/>
                </a:lnTo>
                <a:lnTo>
                  <a:pt x="558" y="89"/>
                </a:lnTo>
                <a:lnTo>
                  <a:pt x="559" y="89"/>
                </a:lnTo>
                <a:lnTo>
                  <a:pt x="560" y="89"/>
                </a:lnTo>
                <a:lnTo>
                  <a:pt x="561" y="89"/>
                </a:lnTo>
                <a:lnTo>
                  <a:pt x="562" y="89"/>
                </a:lnTo>
                <a:lnTo>
                  <a:pt x="563" y="88"/>
                </a:lnTo>
                <a:lnTo>
                  <a:pt x="563" y="87"/>
                </a:lnTo>
                <a:lnTo>
                  <a:pt x="564" y="87"/>
                </a:lnTo>
                <a:lnTo>
                  <a:pt x="565" y="87"/>
                </a:lnTo>
                <a:lnTo>
                  <a:pt x="566" y="86"/>
                </a:lnTo>
                <a:lnTo>
                  <a:pt x="566" y="85"/>
                </a:lnTo>
                <a:lnTo>
                  <a:pt x="566" y="84"/>
                </a:lnTo>
                <a:lnTo>
                  <a:pt x="567" y="84"/>
                </a:lnTo>
                <a:lnTo>
                  <a:pt x="568" y="84"/>
                </a:lnTo>
                <a:lnTo>
                  <a:pt x="569" y="83"/>
                </a:lnTo>
                <a:lnTo>
                  <a:pt x="569" y="84"/>
                </a:lnTo>
                <a:lnTo>
                  <a:pt x="570" y="84"/>
                </a:lnTo>
                <a:lnTo>
                  <a:pt x="570" y="85"/>
                </a:lnTo>
                <a:lnTo>
                  <a:pt x="571" y="85"/>
                </a:lnTo>
                <a:lnTo>
                  <a:pt x="571" y="86"/>
                </a:lnTo>
                <a:lnTo>
                  <a:pt x="572" y="86"/>
                </a:lnTo>
                <a:lnTo>
                  <a:pt x="573" y="86"/>
                </a:lnTo>
                <a:lnTo>
                  <a:pt x="573" y="87"/>
                </a:lnTo>
                <a:lnTo>
                  <a:pt x="574" y="86"/>
                </a:lnTo>
                <a:lnTo>
                  <a:pt x="575" y="87"/>
                </a:lnTo>
                <a:lnTo>
                  <a:pt x="574" y="87"/>
                </a:lnTo>
                <a:lnTo>
                  <a:pt x="575" y="88"/>
                </a:lnTo>
                <a:lnTo>
                  <a:pt x="576" y="88"/>
                </a:lnTo>
                <a:lnTo>
                  <a:pt x="577" y="88"/>
                </a:lnTo>
                <a:lnTo>
                  <a:pt x="578" y="88"/>
                </a:lnTo>
                <a:lnTo>
                  <a:pt x="579" y="88"/>
                </a:lnTo>
                <a:lnTo>
                  <a:pt x="580" y="88"/>
                </a:lnTo>
                <a:lnTo>
                  <a:pt x="581" y="89"/>
                </a:lnTo>
                <a:lnTo>
                  <a:pt x="581" y="90"/>
                </a:lnTo>
                <a:lnTo>
                  <a:pt x="582" y="91"/>
                </a:lnTo>
                <a:lnTo>
                  <a:pt x="582" y="92"/>
                </a:lnTo>
                <a:lnTo>
                  <a:pt x="582" y="93"/>
                </a:lnTo>
                <a:lnTo>
                  <a:pt x="582" y="94"/>
                </a:lnTo>
                <a:lnTo>
                  <a:pt x="583" y="95"/>
                </a:lnTo>
                <a:lnTo>
                  <a:pt x="585" y="95"/>
                </a:lnTo>
                <a:lnTo>
                  <a:pt x="585" y="94"/>
                </a:lnTo>
                <a:lnTo>
                  <a:pt x="586" y="94"/>
                </a:lnTo>
                <a:lnTo>
                  <a:pt x="587" y="95"/>
                </a:lnTo>
                <a:lnTo>
                  <a:pt x="588" y="96"/>
                </a:lnTo>
                <a:lnTo>
                  <a:pt x="589" y="97"/>
                </a:lnTo>
                <a:lnTo>
                  <a:pt x="590" y="98"/>
                </a:lnTo>
                <a:lnTo>
                  <a:pt x="589" y="98"/>
                </a:lnTo>
                <a:lnTo>
                  <a:pt x="589" y="99"/>
                </a:lnTo>
                <a:lnTo>
                  <a:pt x="590" y="99"/>
                </a:lnTo>
                <a:lnTo>
                  <a:pt x="590" y="100"/>
                </a:lnTo>
                <a:lnTo>
                  <a:pt x="591" y="100"/>
                </a:lnTo>
                <a:lnTo>
                  <a:pt x="592" y="101"/>
                </a:lnTo>
                <a:lnTo>
                  <a:pt x="593" y="101"/>
                </a:lnTo>
                <a:lnTo>
                  <a:pt x="594" y="102"/>
                </a:lnTo>
                <a:lnTo>
                  <a:pt x="594" y="103"/>
                </a:lnTo>
                <a:lnTo>
                  <a:pt x="595" y="103"/>
                </a:lnTo>
                <a:lnTo>
                  <a:pt x="596" y="103"/>
                </a:lnTo>
                <a:lnTo>
                  <a:pt x="596" y="104"/>
                </a:lnTo>
                <a:lnTo>
                  <a:pt x="597" y="104"/>
                </a:lnTo>
                <a:lnTo>
                  <a:pt x="598" y="104"/>
                </a:lnTo>
                <a:lnTo>
                  <a:pt x="598" y="105"/>
                </a:lnTo>
                <a:lnTo>
                  <a:pt x="599" y="105"/>
                </a:lnTo>
                <a:lnTo>
                  <a:pt x="600" y="106"/>
                </a:lnTo>
                <a:lnTo>
                  <a:pt x="601" y="106"/>
                </a:lnTo>
                <a:lnTo>
                  <a:pt x="602" y="107"/>
                </a:lnTo>
                <a:lnTo>
                  <a:pt x="602" y="106"/>
                </a:lnTo>
                <a:lnTo>
                  <a:pt x="602" y="105"/>
                </a:lnTo>
                <a:lnTo>
                  <a:pt x="603" y="105"/>
                </a:lnTo>
                <a:lnTo>
                  <a:pt x="604" y="105"/>
                </a:lnTo>
                <a:lnTo>
                  <a:pt x="605" y="105"/>
                </a:lnTo>
                <a:lnTo>
                  <a:pt x="606" y="105"/>
                </a:lnTo>
                <a:lnTo>
                  <a:pt x="606" y="106"/>
                </a:lnTo>
                <a:lnTo>
                  <a:pt x="607" y="106"/>
                </a:lnTo>
                <a:lnTo>
                  <a:pt x="608" y="106"/>
                </a:lnTo>
                <a:lnTo>
                  <a:pt x="609" y="106"/>
                </a:lnTo>
                <a:lnTo>
                  <a:pt x="609" y="107"/>
                </a:lnTo>
                <a:lnTo>
                  <a:pt x="610" y="107"/>
                </a:lnTo>
                <a:lnTo>
                  <a:pt x="611" y="107"/>
                </a:lnTo>
                <a:lnTo>
                  <a:pt x="611" y="108"/>
                </a:lnTo>
                <a:lnTo>
                  <a:pt x="612" y="108"/>
                </a:lnTo>
                <a:lnTo>
                  <a:pt x="613" y="108"/>
                </a:lnTo>
                <a:lnTo>
                  <a:pt x="613" y="109"/>
                </a:lnTo>
                <a:lnTo>
                  <a:pt x="614" y="109"/>
                </a:lnTo>
                <a:lnTo>
                  <a:pt x="615" y="109"/>
                </a:lnTo>
                <a:lnTo>
                  <a:pt x="615" y="108"/>
                </a:lnTo>
                <a:lnTo>
                  <a:pt x="615" y="107"/>
                </a:lnTo>
                <a:lnTo>
                  <a:pt x="616" y="107"/>
                </a:lnTo>
                <a:lnTo>
                  <a:pt x="617" y="107"/>
                </a:lnTo>
                <a:lnTo>
                  <a:pt x="618" y="107"/>
                </a:lnTo>
                <a:lnTo>
                  <a:pt x="619" y="107"/>
                </a:lnTo>
                <a:lnTo>
                  <a:pt x="619" y="108"/>
                </a:lnTo>
                <a:lnTo>
                  <a:pt x="619" y="109"/>
                </a:lnTo>
                <a:lnTo>
                  <a:pt x="620" y="109"/>
                </a:lnTo>
                <a:lnTo>
                  <a:pt x="621" y="109"/>
                </a:lnTo>
                <a:lnTo>
                  <a:pt x="622" y="108"/>
                </a:lnTo>
                <a:lnTo>
                  <a:pt x="623" y="108"/>
                </a:lnTo>
                <a:lnTo>
                  <a:pt x="624" y="108"/>
                </a:lnTo>
                <a:lnTo>
                  <a:pt x="624" y="106"/>
                </a:lnTo>
                <a:lnTo>
                  <a:pt x="623" y="106"/>
                </a:lnTo>
                <a:lnTo>
                  <a:pt x="623" y="105"/>
                </a:lnTo>
                <a:lnTo>
                  <a:pt x="624" y="105"/>
                </a:lnTo>
                <a:lnTo>
                  <a:pt x="624" y="104"/>
                </a:lnTo>
                <a:lnTo>
                  <a:pt x="625" y="101"/>
                </a:lnTo>
                <a:lnTo>
                  <a:pt x="626" y="100"/>
                </a:lnTo>
                <a:lnTo>
                  <a:pt x="626" y="99"/>
                </a:lnTo>
                <a:lnTo>
                  <a:pt x="626" y="98"/>
                </a:lnTo>
                <a:lnTo>
                  <a:pt x="627" y="98"/>
                </a:lnTo>
                <a:lnTo>
                  <a:pt x="630" y="96"/>
                </a:lnTo>
                <a:lnTo>
                  <a:pt x="631" y="95"/>
                </a:lnTo>
                <a:lnTo>
                  <a:pt x="632" y="95"/>
                </a:lnTo>
                <a:lnTo>
                  <a:pt x="634" y="96"/>
                </a:lnTo>
                <a:lnTo>
                  <a:pt x="635" y="95"/>
                </a:lnTo>
                <a:lnTo>
                  <a:pt x="635" y="96"/>
                </a:lnTo>
                <a:lnTo>
                  <a:pt x="636" y="96"/>
                </a:lnTo>
                <a:lnTo>
                  <a:pt x="640" y="97"/>
                </a:lnTo>
                <a:lnTo>
                  <a:pt x="641" y="97"/>
                </a:lnTo>
                <a:lnTo>
                  <a:pt x="642" y="97"/>
                </a:lnTo>
                <a:lnTo>
                  <a:pt x="644" y="98"/>
                </a:lnTo>
                <a:lnTo>
                  <a:pt x="645" y="98"/>
                </a:lnTo>
                <a:lnTo>
                  <a:pt x="646" y="98"/>
                </a:lnTo>
                <a:lnTo>
                  <a:pt x="647" y="99"/>
                </a:lnTo>
                <a:lnTo>
                  <a:pt x="656" y="101"/>
                </a:lnTo>
                <a:lnTo>
                  <a:pt x="656" y="98"/>
                </a:lnTo>
                <a:lnTo>
                  <a:pt x="655" y="97"/>
                </a:lnTo>
                <a:lnTo>
                  <a:pt x="655" y="96"/>
                </a:lnTo>
                <a:lnTo>
                  <a:pt x="654" y="95"/>
                </a:lnTo>
                <a:lnTo>
                  <a:pt x="654" y="94"/>
                </a:lnTo>
                <a:lnTo>
                  <a:pt x="655" y="94"/>
                </a:lnTo>
                <a:lnTo>
                  <a:pt x="655" y="93"/>
                </a:lnTo>
                <a:lnTo>
                  <a:pt x="653" y="93"/>
                </a:lnTo>
                <a:lnTo>
                  <a:pt x="653" y="92"/>
                </a:lnTo>
                <a:lnTo>
                  <a:pt x="653" y="91"/>
                </a:lnTo>
                <a:lnTo>
                  <a:pt x="653" y="90"/>
                </a:lnTo>
                <a:lnTo>
                  <a:pt x="652" y="90"/>
                </a:lnTo>
                <a:lnTo>
                  <a:pt x="652" y="89"/>
                </a:lnTo>
                <a:lnTo>
                  <a:pt x="652" y="88"/>
                </a:lnTo>
                <a:lnTo>
                  <a:pt x="653" y="87"/>
                </a:lnTo>
                <a:lnTo>
                  <a:pt x="653" y="86"/>
                </a:lnTo>
                <a:lnTo>
                  <a:pt x="654" y="86"/>
                </a:lnTo>
                <a:lnTo>
                  <a:pt x="655" y="85"/>
                </a:lnTo>
                <a:lnTo>
                  <a:pt x="655" y="84"/>
                </a:lnTo>
                <a:lnTo>
                  <a:pt x="656" y="84"/>
                </a:lnTo>
                <a:lnTo>
                  <a:pt x="656" y="83"/>
                </a:lnTo>
                <a:lnTo>
                  <a:pt x="657" y="82"/>
                </a:lnTo>
                <a:lnTo>
                  <a:pt x="658" y="81"/>
                </a:lnTo>
                <a:lnTo>
                  <a:pt x="658" y="80"/>
                </a:lnTo>
                <a:lnTo>
                  <a:pt x="658" y="79"/>
                </a:lnTo>
                <a:lnTo>
                  <a:pt x="658" y="78"/>
                </a:lnTo>
                <a:lnTo>
                  <a:pt x="659" y="77"/>
                </a:lnTo>
                <a:lnTo>
                  <a:pt x="658" y="77"/>
                </a:lnTo>
                <a:lnTo>
                  <a:pt x="657" y="76"/>
                </a:lnTo>
                <a:lnTo>
                  <a:pt x="655" y="75"/>
                </a:lnTo>
                <a:lnTo>
                  <a:pt x="655" y="74"/>
                </a:lnTo>
                <a:lnTo>
                  <a:pt x="656" y="73"/>
                </a:lnTo>
                <a:lnTo>
                  <a:pt x="657" y="74"/>
                </a:lnTo>
                <a:lnTo>
                  <a:pt x="658" y="73"/>
                </a:lnTo>
                <a:lnTo>
                  <a:pt x="659" y="72"/>
                </a:lnTo>
                <a:lnTo>
                  <a:pt x="661" y="73"/>
                </a:lnTo>
                <a:lnTo>
                  <a:pt x="663" y="73"/>
                </a:lnTo>
                <a:lnTo>
                  <a:pt x="664" y="73"/>
                </a:lnTo>
                <a:lnTo>
                  <a:pt x="665" y="73"/>
                </a:lnTo>
                <a:lnTo>
                  <a:pt x="666" y="73"/>
                </a:lnTo>
                <a:lnTo>
                  <a:pt x="667" y="72"/>
                </a:lnTo>
                <a:lnTo>
                  <a:pt x="667" y="70"/>
                </a:lnTo>
                <a:lnTo>
                  <a:pt x="665" y="69"/>
                </a:lnTo>
                <a:lnTo>
                  <a:pt x="664" y="68"/>
                </a:lnTo>
                <a:lnTo>
                  <a:pt x="664" y="67"/>
                </a:lnTo>
                <a:lnTo>
                  <a:pt x="665" y="66"/>
                </a:lnTo>
                <a:lnTo>
                  <a:pt x="666" y="66"/>
                </a:lnTo>
                <a:lnTo>
                  <a:pt x="667" y="66"/>
                </a:lnTo>
                <a:lnTo>
                  <a:pt x="668" y="66"/>
                </a:lnTo>
                <a:lnTo>
                  <a:pt x="669" y="66"/>
                </a:lnTo>
                <a:lnTo>
                  <a:pt x="669" y="67"/>
                </a:lnTo>
                <a:lnTo>
                  <a:pt x="669" y="66"/>
                </a:lnTo>
                <a:lnTo>
                  <a:pt x="669" y="65"/>
                </a:lnTo>
                <a:lnTo>
                  <a:pt x="668" y="64"/>
                </a:lnTo>
                <a:lnTo>
                  <a:pt x="668" y="63"/>
                </a:lnTo>
                <a:lnTo>
                  <a:pt x="668" y="62"/>
                </a:lnTo>
                <a:lnTo>
                  <a:pt x="667" y="62"/>
                </a:lnTo>
                <a:lnTo>
                  <a:pt x="669" y="62"/>
                </a:lnTo>
                <a:lnTo>
                  <a:pt x="669" y="63"/>
                </a:lnTo>
                <a:lnTo>
                  <a:pt x="670" y="63"/>
                </a:lnTo>
                <a:lnTo>
                  <a:pt x="671" y="63"/>
                </a:lnTo>
                <a:lnTo>
                  <a:pt x="671" y="64"/>
                </a:lnTo>
                <a:lnTo>
                  <a:pt x="672" y="64"/>
                </a:lnTo>
                <a:lnTo>
                  <a:pt x="673" y="64"/>
                </a:lnTo>
                <a:lnTo>
                  <a:pt x="673" y="65"/>
                </a:lnTo>
                <a:lnTo>
                  <a:pt x="674" y="65"/>
                </a:lnTo>
                <a:lnTo>
                  <a:pt x="675" y="65"/>
                </a:lnTo>
                <a:lnTo>
                  <a:pt x="676" y="65"/>
                </a:lnTo>
                <a:lnTo>
                  <a:pt x="677" y="66"/>
                </a:lnTo>
                <a:lnTo>
                  <a:pt x="678" y="66"/>
                </a:lnTo>
                <a:lnTo>
                  <a:pt x="678" y="67"/>
                </a:lnTo>
                <a:lnTo>
                  <a:pt x="679" y="67"/>
                </a:lnTo>
                <a:lnTo>
                  <a:pt x="680" y="67"/>
                </a:lnTo>
                <a:lnTo>
                  <a:pt x="681" y="67"/>
                </a:lnTo>
                <a:lnTo>
                  <a:pt x="682" y="67"/>
                </a:lnTo>
                <a:lnTo>
                  <a:pt x="683" y="67"/>
                </a:lnTo>
                <a:lnTo>
                  <a:pt x="684" y="67"/>
                </a:lnTo>
                <a:lnTo>
                  <a:pt x="685" y="67"/>
                </a:lnTo>
                <a:lnTo>
                  <a:pt x="685" y="66"/>
                </a:lnTo>
                <a:lnTo>
                  <a:pt x="686" y="66"/>
                </a:lnTo>
                <a:lnTo>
                  <a:pt x="687" y="66"/>
                </a:lnTo>
                <a:lnTo>
                  <a:pt x="687" y="65"/>
                </a:lnTo>
                <a:lnTo>
                  <a:pt x="688" y="65"/>
                </a:lnTo>
                <a:lnTo>
                  <a:pt x="689" y="65"/>
                </a:lnTo>
                <a:lnTo>
                  <a:pt x="689" y="64"/>
                </a:lnTo>
                <a:lnTo>
                  <a:pt x="690" y="64"/>
                </a:lnTo>
                <a:lnTo>
                  <a:pt x="691" y="64"/>
                </a:lnTo>
                <a:lnTo>
                  <a:pt x="691" y="63"/>
                </a:lnTo>
                <a:lnTo>
                  <a:pt x="691" y="62"/>
                </a:lnTo>
                <a:lnTo>
                  <a:pt x="691" y="61"/>
                </a:lnTo>
                <a:lnTo>
                  <a:pt x="690" y="60"/>
                </a:lnTo>
                <a:lnTo>
                  <a:pt x="690" y="59"/>
                </a:lnTo>
                <a:lnTo>
                  <a:pt x="691" y="59"/>
                </a:lnTo>
                <a:lnTo>
                  <a:pt x="691" y="58"/>
                </a:lnTo>
                <a:lnTo>
                  <a:pt x="689" y="58"/>
                </a:lnTo>
                <a:lnTo>
                  <a:pt x="689" y="57"/>
                </a:lnTo>
                <a:lnTo>
                  <a:pt x="690" y="57"/>
                </a:lnTo>
                <a:lnTo>
                  <a:pt x="690" y="56"/>
                </a:lnTo>
                <a:lnTo>
                  <a:pt x="691" y="56"/>
                </a:lnTo>
                <a:lnTo>
                  <a:pt x="691" y="55"/>
                </a:lnTo>
                <a:lnTo>
                  <a:pt x="690" y="55"/>
                </a:lnTo>
                <a:lnTo>
                  <a:pt x="691" y="55"/>
                </a:lnTo>
                <a:lnTo>
                  <a:pt x="691" y="54"/>
                </a:lnTo>
                <a:lnTo>
                  <a:pt x="690" y="54"/>
                </a:lnTo>
                <a:lnTo>
                  <a:pt x="689" y="54"/>
                </a:lnTo>
                <a:lnTo>
                  <a:pt x="689" y="55"/>
                </a:lnTo>
                <a:lnTo>
                  <a:pt x="688" y="55"/>
                </a:lnTo>
                <a:lnTo>
                  <a:pt x="688" y="54"/>
                </a:lnTo>
                <a:lnTo>
                  <a:pt x="687" y="54"/>
                </a:lnTo>
                <a:lnTo>
                  <a:pt x="687" y="53"/>
                </a:lnTo>
                <a:lnTo>
                  <a:pt x="687" y="52"/>
                </a:lnTo>
                <a:lnTo>
                  <a:pt x="687" y="51"/>
                </a:lnTo>
                <a:lnTo>
                  <a:pt x="687" y="50"/>
                </a:lnTo>
                <a:lnTo>
                  <a:pt x="688" y="50"/>
                </a:lnTo>
                <a:lnTo>
                  <a:pt x="688" y="48"/>
                </a:lnTo>
                <a:lnTo>
                  <a:pt x="688" y="47"/>
                </a:lnTo>
                <a:lnTo>
                  <a:pt x="687" y="47"/>
                </a:lnTo>
                <a:lnTo>
                  <a:pt x="687" y="46"/>
                </a:lnTo>
                <a:lnTo>
                  <a:pt x="686" y="46"/>
                </a:lnTo>
                <a:lnTo>
                  <a:pt x="685" y="46"/>
                </a:lnTo>
                <a:lnTo>
                  <a:pt x="685" y="45"/>
                </a:lnTo>
                <a:lnTo>
                  <a:pt x="685" y="44"/>
                </a:lnTo>
                <a:lnTo>
                  <a:pt x="685" y="43"/>
                </a:lnTo>
                <a:lnTo>
                  <a:pt x="685" y="41"/>
                </a:lnTo>
                <a:lnTo>
                  <a:pt x="685" y="40"/>
                </a:lnTo>
                <a:lnTo>
                  <a:pt x="685" y="39"/>
                </a:lnTo>
                <a:lnTo>
                  <a:pt x="685" y="38"/>
                </a:lnTo>
                <a:lnTo>
                  <a:pt x="685" y="37"/>
                </a:lnTo>
                <a:lnTo>
                  <a:pt x="685" y="36"/>
                </a:lnTo>
                <a:lnTo>
                  <a:pt x="685" y="35"/>
                </a:lnTo>
                <a:lnTo>
                  <a:pt x="684" y="35"/>
                </a:lnTo>
                <a:lnTo>
                  <a:pt x="685" y="35"/>
                </a:lnTo>
                <a:lnTo>
                  <a:pt x="685" y="34"/>
                </a:lnTo>
                <a:lnTo>
                  <a:pt x="684" y="34"/>
                </a:lnTo>
                <a:lnTo>
                  <a:pt x="684" y="33"/>
                </a:lnTo>
                <a:lnTo>
                  <a:pt x="684" y="34"/>
                </a:lnTo>
                <a:lnTo>
                  <a:pt x="684" y="33"/>
                </a:lnTo>
                <a:lnTo>
                  <a:pt x="683" y="33"/>
                </a:lnTo>
                <a:lnTo>
                  <a:pt x="682" y="33"/>
                </a:lnTo>
                <a:lnTo>
                  <a:pt x="681" y="33"/>
                </a:lnTo>
                <a:lnTo>
                  <a:pt x="681" y="32"/>
                </a:lnTo>
                <a:lnTo>
                  <a:pt x="681" y="31"/>
                </a:lnTo>
                <a:lnTo>
                  <a:pt x="680" y="31"/>
                </a:lnTo>
                <a:lnTo>
                  <a:pt x="681" y="30"/>
                </a:lnTo>
                <a:lnTo>
                  <a:pt x="681" y="29"/>
                </a:lnTo>
                <a:lnTo>
                  <a:pt x="681" y="28"/>
                </a:lnTo>
                <a:lnTo>
                  <a:pt x="681" y="27"/>
                </a:lnTo>
                <a:lnTo>
                  <a:pt x="680" y="27"/>
                </a:lnTo>
                <a:lnTo>
                  <a:pt x="680" y="26"/>
                </a:lnTo>
                <a:lnTo>
                  <a:pt x="680" y="25"/>
                </a:lnTo>
                <a:lnTo>
                  <a:pt x="680" y="24"/>
                </a:lnTo>
                <a:lnTo>
                  <a:pt x="681" y="24"/>
                </a:lnTo>
                <a:lnTo>
                  <a:pt x="681" y="23"/>
                </a:lnTo>
                <a:lnTo>
                  <a:pt x="681" y="22"/>
                </a:lnTo>
                <a:lnTo>
                  <a:pt x="682" y="22"/>
                </a:lnTo>
                <a:lnTo>
                  <a:pt x="683" y="21"/>
                </a:lnTo>
                <a:lnTo>
                  <a:pt x="683" y="20"/>
                </a:lnTo>
                <a:lnTo>
                  <a:pt x="683" y="19"/>
                </a:lnTo>
                <a:lnTo>
                  <a:pt x="683" y="18"/>
                </a:lnTo>
                <a:lnTo>
                  <a:pt x="682" y="18"/>
                </a:lnTo>
                <a:lnTo>
                  <a:pt x="682" y="17"/>
                </a:lnTo>
                <a:lnTo>
                  <a:pt x="682" y="16"/>
                </a:lnTo>
                <a:lnTo>
                  <a:pt x="683" y="16"/>
                </a:lnTo>
                <a:lnTo>
                  <a:pt x="683" y="15"/>
                </a:lnTo>
                <a:lnTo>
                  <a:pt x="682" y="15"/>
                </a:lnTo>
                <a:lnTo>
                  <a:pt x="682" y="14"/>
                </a:lnTo>
                <a:lnTo>
                  <a:pt x="683" y="14"/>
                </a:lnTo>
                <a:lnTo>
                  <a:pt x="683" y="13"/>
                </a:lnTo>
                <a:lnTo>
                  <a:pt x="684" y="13"/>
                </a:lnTo>
                <a:lnTo>
                  <a:pt x="683" y="13"/>
                </a:lnTo>
                <a:lnTo>
                  <a:pt x="684" y="13"/>
                </a:lnTo>
                <a:lnTo>
                  <a:pt x="684" y="12"/>
                </a:lnTo>
                <a:lnTo>
                  <a:pt x="683" y="12"/>
                </a:lnTo>
                <a:lnTo>
                  <a:pt x="683" y="11"/>
                </a:lnTo>
                <a:lnTo>
                  <a:pt x="684" y="11"/>
                </a:lnTo>
                <a:lnTo>
                  <a:pt x="684" y="10"/>
                </a:lnTo>
                <a:lnTo>
                  <a:pt x="685" y="10"/>
                </a:lnTo>
                <a:lnTo>
                  <a:pt x="685" y="9"/>
                </a:lnTo>
                <a:lnTo>
                  <a:pt x="686" y="9"/>
                </a:lnTo>
                <a:lnTo>
                  <a:pt x="686" y="8"/>
                </a:lnTo>
                <a:lnTo>
                  <a:pt x="687" y="8"/>
                </a:lnTo>
                <a:lnTo>
                  <a:pt x="687" y="7"/>
                </a:lnTo>
                <a:lnTo>
                  <a:pt x="686" y="7"/>
                </a:lnTo>
                <a:lnTo>
                  <a:pt x="686" y="6"/>
                </a:lnTo>
                <a:lnTo>
                  <a:pt x="685" y="6"/>
                </a:lnTo>
                <a:lnTo>
                  <a:pt x="686" y="5"/>
                </a:lnTo>
                <a:lnTo>
                  <a:pt x="685" y="5"/>
                </a:lnTo>
                <a:lnTo>
                  <a:pt x="685" y="4"/>
                </a:lnTo>
                <a:lnTo>
                  <a:pt x="684" y="4"/>
                </a:lnTo>
                <a:lnTo>
                  <a:pt x="683" y="3"/>
                </a:lnTo>
                <a:lnTo>
                  <a:pt x="683" y="2"/>
                </a:lnTo>
                <a:lnTo>
                  <a:pt x="682" y="2"/>
                </a:lnTo>
                <a:lnTo>
                  <a:pt x="683" y="2"/>
                </a:lnTo>
                <a:lnTo>
                  <a:pt x="683" y="1"/>
                </a:lnTo>
                <a:lnTo>
                  <a:pt x="684" y="1"/>
                </a:lnTo>
                <a:lnTo>
                  <a:pt x="685" y="1"/>
                </a:lnTo>
                <a:lnTo>
                  <a:pt x="686" y="1"/>
                </a:lnTo>
                <a:lnTo>
                  <a:pt x="686" y="0"/>
                </a:lnTo>
                <a:lnTo>
                  <a:pt x="687" y="0"/>
                </a:lnTo>
                <a:lnTo>
                  <a:pt x="688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14" name=""/>
          <p:cNvSpPr/>
          <p:nvPr/>
        </p:nvSpPr>
        <p:spPr>
          <a:xfrm>
            <a:off x="6505560" y="1685520"/>
            <a:ext cx="6120" cy="3240"/>
          </a:xfrm>
          <a:custGeom>
            <a:avLst/>
            <a:gdLst/>
            <a:ahLst/>
            <a:rect l="0" t="0" r="r" b="b"/>
            <a:pathLst>
              <a:path w="17" h="9">
                <a:moveTo>
                  <a:pt x="16" y="1"/>
                </a:moveTo>
                <a:lnTo>
                  <a:pt x="16" y="2"/>
                </a:lnTo>
                <a:lnTo>
                  <a:pt x="16" y="3"/>
                </a:lnTo>
                <a:lnTo>
                  <a:pt x="17" y="4"/>
                </a:lnTo>
                <a:lnTo>
                  <a:pt x="16" y="4"/>
                </a:lnTo>
                <a:lnTo>
                  <a:pt x="15" y="3"/>
                </a:lnTo>
                <a:lnTo>
                  <a:pt x="15" y="2"/>
                </a:lnTo>
                <a:lnTo>
                  <a:pt x="14" y="2"/>
                </a:lnTo>
                <a:lnTo>
                  <a:pt x="13" y="2"/>
                </a:lnTo>
                <a:lnTo>
                  <a:pt x="13" y="3"/>
                </a:lnTo>
                <a:lnTo>
                  <a:pt x="11" y="3"/>
                </a:lnTo>
                <a:lnTo>
                  <a:pt x="11" y="4"/>
                </a:lnTo>
                <a:lnTo>
                  <a:pt x="13" y="4"/>
                </a:lnTo>
                <a:lnTo>
                  <a:pt x="11" y="6"/>
                </a:lnTo>
                <a:lnTo>
                  <a:pt x="11" y="4"/>
                </a:lnTo>
                <a:lnTo>
                  <a:pt x="10" y="4"/>
                </a:lnTo>
                <a:lnTo>
                  <a:pt x="10" y="6"/>
                </a:lnTo>
                <a:lnTo>
                  <a:pt x="9" y="6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6" y="8"/>
                </a:lnTo>
                <a:lnTo>
                  <a:pt x="5" y="8"/>
                </a:lnTo>
                <a:lnTo>
                  <a:pt x="5" y="7"/>
                </a:lnTo>
                <a:lnTo>
                  <a:pt x="4" y="7"/>
                </a:lnTo>
                <a:lnTo>
                  <a:pt x="4" y="8"/>
                </a:lnTo>
                <a:lnTo>
                  <a:pt x="3" y="8"/>
                </a:lnTo>
                <a:lnTo>
                  <a:pt x="2" y="9"/>
                </a:lnTo>
                <a:lnTo>
                  <a:pt x="2" y="8"/>
                </a:lnTo>
                <a:lnTo>
                  <a:pt x="1" y="9"/>
                </a:lnTo>
                <a:lnTo>
                  <a:pt x="1" y="8"/>
                </a:lnTo>
                <a:lnTo>
                  <a:pt x="1" y="7"/>
                </a:lnTo>
                <a:lnTo>
                  <a:pt x="0" y="6"/>
                </a:lnTo>
                <a:lnTo>
                  <a:pt x="1" y="4"/>
                </a:lnTo>
                <a:lnTo>
                  <a:pt x="2" y="3"/>
                </a:lnTo>
                <a:lnTo>
                  <a:pt x="3" y="3"/>
                </a:lnTo>
                <a:lnTo>
                  <a:pt x="3" y="4"/>
                </a:lnTo>
                <a:lnTo>
                  <a:pt x="4" y="4"/>
                </a:lnTo>
                <a:lnTo>
                  <a:pt x="5" y="3"/>
                </a:lnTo>
                <a:lnTo>
                  <a:pt x="6" y="3"/>
                </a:lnTo>
                <a:lnTo>
                  <a:pt x="7" y="3"/>
                </a:lnTo>
                <a:lnTo>
                  <a:pt x="8" y="2"/>
                </a:lnTo>
                <a:lnTo>
                  <a:pt x="9" y="2"/>
                </a:lnTo>
                <a:lnTo>
                  <a:pt x="9" y="1"/>
                </a:lnTo>
                <a:lnTo>
                  <a:pt x="10" y="1"/>
                </a:lnTo>
                <a:lnTo>
                  <a:pt x="11" y="1"/>
                </a:lnTo>
                <a:lnTo>
                  <a:pt x="13" y="1"/>
                </a:lnTo>
                <a:lnTo>
                  <a:pt x="14" y="1"/>
                </a:lnTo>
                <a:lnTo>
                  <a:pt x="14" y="0"/>
                </a:lnTo>
                <a:lnTo>
                  <a:pt x="15" y="0"/>
                </a:lnTo>
                <a:lnTo>
                  <a:pt x="16" y="0"/>
                </a:lnTo>
                <a:lnTo>
                  <a:pt x="17" y="0"/>
                </a:lnTo>
                <a:lnTo>
                  <a:pt x="17" y="1"/>
                </a:lnTo>
                <a:lnTo>
                  <a:pt x="1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15" name=""/>
          <p:cNvSpPr/>
          <p:nvPr/>
        </p:nvSpPr>
        <p:spPr>
          <a:xfrm>
            <a:off x="6453720" y="1541880"/>
            <a:ext cx="109800" cy="153360"/>
          </a:xfrm>
          <a:custGeom>
            <a:avLst/>
            <a:gdLst/>
            <a:ahLst/>
            <a:rect l="0" t="0" r="r" b="b"/>
            <a:pathLst>
              <a:path w="305" h="426">
                <a:moveTo>
                  <a:pt x="224" y="2"/>
                </a:moveTo>
                <a:lnTo>
                  <a:pt x="225" y="2"/>
                </a:lnTo>
                <a:lnTo>
                  <a:pt x="226" y="2"/>
                </a:lnTo>
                <a:lnTo>
                  <a:pt x="227" y="3"/>
                </a:lnTo>
                <a:lnTo>
                  <a:pt x="227" y="4"/>
                </a:lnTo>
                <a:lnTo>
                  <a:pt x="227" y="5"/>
                </a:lnTo>
                <a:lnTo>
                  <a:pt x="227" y="6"/>
                </a:lnTo>
                <a:lnTo>
                  <a:pt x="228" y="7"/>
                </a:lnTo>
                <a:lnTo>
                  <a:pt x="228" y="8"/>
                </a:lnTo>
                <a:lnTo>
                  <a:pt x="228" y="9"/>
                </a:lnTo>
                <a:lnTo>
                  <a:pt x="228" y="10"/>
                </a:lnTo>
                <a:lnTo>
                  <a:pt x="228" y="11"/>
                </a:lnTo>
                <a:lnTo>
                  <a:pt x="228" y="12"/>
                </a:lnTo>
                <a:lnTo>
                  <a:pt x="228" y="13"/>
                </a:lnTo>
                <a:lnTo>
                  <a:pt x="227" y="14"/>
                </a:lnTo>
                <a:lnTo>
                  <a:pt x="227" y="15"/>
                </a:lnTo>
                <a:lnTo>
                  <a:pt x="227" y="16"/>
                </a:lnTo>
                <a:lnTo>
                  <a:pt x="228" y="17"/>
                </a:lnTo>
                <a:lnTo>
                  <a:pt x="229" y="18"/>
                </a:lnTo>
                <a:lnTo>
                  <a:pt x="229" y="19"/>
                </a:lnTo>
                <a:lnTo>
                  <a:pt x="230" y="19"/>
                </a:lnTo>
                <a:lnTo>
                  <a:pt x="230" y="20"/>
                </a:lnTo>
                <a:lnTo>
                  <a:pt x="230" y="21"/>
                </a:lnTo>
                <a:lnTo>
                  <a:pt x="230" y="22"/>
                </a:lnTo>
                <a:lnTo>
                  <a:pt x="231" y="22"/>
                </a:lnTo>
                <a:lnTo>
                  <a:pt x="231" y="23"/>
                </a:lnTo>
                <a:lnTo>
                  <a:pt x="231" y="24"/>
                </a:lnTo>
                <a:lnTo>
                  <a:pt x="232" y="25"/>
                </a:lnTo>
                <a:lnTo>
                  <a:pt x="232" y="26"/>
                </a:lnTo>
                <a:lnTo>
                  <a:pt x="232" y="27"/>
                </a:lnTo>
                <a:lnTo>
                  <a:pt x="232" y="28"/>
                </a:lnTo>
                <a:lnTo>
                  <a:pt x="233" y="28"/>
                </a:lnTo>
                <a:lnTo>
                  <a:pt x="233" y="29"/>
                </a:lnTo>
                <a:lnTo>
                  <a:pt x="233" y="30"/>
                </a:lnTo>
                <a:lnTo>
                  <a:pt x="234" y="30"/>
                </a:lnTo>
                <a:lnTo>
                  <a:pt x="234" y="31"/>
                </a:lnTo>
                <a:lnTo>
                  <a:pt x="235" y="31"/>
                </a:lnTo>
                <a:lnTo>
                  <a:pt x="236" y="31"/>
                </a:lnTo>
                <a:lnTo>
                  <a:pt x="237" y="31"/>
                </a:lnTo>
                <a:lnTo>
                  <a:pt x="237" y="32"/>
                </a:lnTo>
                <a:lnTo>
                  <a:pt x="238" y="32"/>
                </a:lnTo>
                <a:lnTo>
                  <a:pt x="239" y="32"/>
                </a:lnTo>
                <a:lnTo>
                  <a:pt x="240" y="33"/>
                </a:lnTo>
                <a:lnTo>
                  <a:pt x="241" y="33"/>
                </a:lnTo>
                <a:lnTo>
                  <a:pt x="242" y="34"/>
                </a:lnTo>
                <a:lnTo>
                  <a:pt x="243" y="34"/>
                </a:lnTo>
                <a:lnTo>
                  <a:pt x="243" y="35"/>
                </a:lnTo>
                <a:lnTo>
                  <a:pt x="243" y="37"/>
                </a:lnTo>
                <a:lnTo>
                  <a:pt x="242" y="45"/>
                </a:lnTo>
                <a:lnTo>
                  <a:pt x="230" y="56"/>
                </a:lnTo>
                <a:lnTo>
                  <a:pt x="227" y="60"/>
                </a:lnTo>
                <a:lnTo>
                  <a:pt x="224" y="65"/>
                </a:lnTo>
                <a:lnTo>
                  <a:pt x="223" y="66"/>
                </a:lnTo>
                <a:lnTo>
                  <a:pt x="219" y="69"/>
                </a:lnTo>
                <a:lnTo>
                  <a:pt x="217" y="74"/>
                </a:lnTo>
                <a:lnTo>
                  <a:pt x="215" y="81"/>
                </a:lnTo>
                <a:lnTo>
                  <a:pt x="214" y="88"/>
                </a:lnTo>
                <a:lnTo>
                  <a:pt x="214" y="91"/>
                </a:lnTo>
                <a:lnTo>
                  <a:pt x="214" y="94"/>
                </a:lnTo>
                <a:lnTo>
                  <a:pt x="210" y="102"/>
                </a:lnTo>
                <a:lnTo>
                  <a:pt x="199" y="109"/>
                </a:lnTo>
                <a:lnTo>
                  <a:pt x="199" y="110"/>
                </a:lnTo>
                <a:lnTo>
                  <a:pt x="199" y="111"/>
                </a:lnTo>
                <a:lnTo>
                  <a:pt x="200" y="111"/>
                </a:lnTo>
                <a:lnTo>
                  <a:pt x="201" y="111"/>
                </a:lnTo>
                <a:lnTo>
                  <a:pt x="202" y="112"/>
                </a:lnTo>
                <a:lnTo>
                  <a:pt x="203" y="112"/>
                </a:lnTo>
                <a:lnTo>
                  <a:pt x="203" y="113"/>
                </a:lnTo>
                <a:lnTo>
                  <a:pt x="204" y="115"/>
                </a:lnTo>
                <a:lnTo>
                  <a:pt x="205" y="115"/>
                </a:lnTo>
                <a:lnTo>
                  <a:pt x="206" y="115"/>
                </a:lnTo>
                <a:lnTo>
                  <a:pt x="209" y="117"/>
                </a:lnTo>
                <a:lnTo>
                  <a:pt x="211" y="118"/>
                </a:lnTo>
                <a:lnTo>
                  <a:pt x="212" y="118"/>
                </a:lnTo>
                <a:lnTo>
                  <a:pt x="213" y="119"/>
                </a:lnTo>
                <a:lnTo>
                  <a:pt x="214" y="119"/>
                </a:lnTo>
                <a:lnTo>
                  <a:pt x="215" y="119"/>
                </a:lnTo>
                <a:lnTo>
                  <a:pt x="216" y="119"/>
                </a:lnTo>
                <a:lnTo>
                  <a:pt x="217" y="120"/>
                </a:lnTo>
                <a:lnTo>
                  <a:pt x="218" y="120"/>
                </a:lnTo>
                <a:lnTo>
                  <a:pt x="220" y="121"/>
                </a:lnTo>
                <a:lnTo>
                  <a:pt x="221" y="121"/>
                </a:lnTo>
                <a:lnTo>
                  <a:pt x="222" y="122"/>
                </a:lnTo>
                <a:lnTo>
                  <a:pt x="223" y="123"/>
                </a:lnTo>
                <a:lnTo>
                  <a:pt x="224" y="124"/>
                </a:lnTo>
                <a:lnTo>
                  <a:pt x="225" y="124"/>
                </a:lnTo>
                <a:lnTo>
                  <a:pt x="226" y="125"/>
                </a:lnTo>
                <a:lnTo>
                  <a:pt x="228" y="125"/>
                </a:lnTo>
                <a:lnTo>
                  <a:pt x="229" y="125"/>
                </a:lnTo>
                <a:lnTo>
                  <a:pt x="230" y="126"/>
                </a:lnTo>
                <a:lnTo>
                  <a:pt x="231" y="126"/>
                </a:lnTo>
                <a:lnTo>
                  <a:pt x="232" y="126"/>
                </a:lnTo>
                <a:lnTo>
                  <a:pt x="233" y="127"/>
                </a:lnTo>
                <a:lnTo>
                  <a:pt x="234" y="127"/>
                </a:lnTo>
                <a:lnTo>
                  <a:pt x="236" y="127"/>
                </a:lnTo>
                <a:lnTo>
                  <a:pt x="237" y="128"/>
                </a:lnTo>
                <a:lnTo>
                  <a:pt x="238" y="128"/>
                </a:lnTo>
                <a:lnTo>
                  <a:pt x="241" y="129"/>
                </a:lnTo>
                <a:lnTo>
                  <a:pt x="242" y="129"/>
                </a:lnTo>
                <a:lnTo>
                  <a:pt x="246" y="130"/>
                </a:lnTo>
                <a:lnTo>
                  <a:pt x="248" y="130"/>
                </a:lnTo>
                <a:lnTo>
                  <a:pt x="249" y="130"/>
                </a:lnTo>
                <a:lnTo>
                  <a:pt x="249" y="129"/>
                </a:lnTo>
                <a:lnTo>
                  <a:pt x="257" y="128"/>
                </a:lnTo>
                <a:lnTo>
                  <a:pt x="257" y="127"/>
                </a:lnTo>
                <a:lnTo>
                  <a:pt x="257" y="126"/>
                </a:lnTo>
                <a:lnTo>
                  <a:pt x="258" y="126"/>
                </a:lnTo>
                <a:lnTo>
                  <a:pt x="259" y="126"/>
                </a:lnTo>
                <a:lnTo>
                  <a:pt x="260" y="126"/>
                </a:lnTo>
                <a:lnTo>
                  <a:pt x="261" y="126"/>
                </a:lnTo>
                <a:lnTo>
                  <a:pt x="263" y="126"/>
                </a:lnTo>
                <a:lnTo>
                  <a:pt x="263" y="127"/>
                </a:lnTo>
                <a:lnTo>
                  <a:pt x="264" y="128"/>
                </a:lnTo>
                <a:lnTo>
                  <a:pt x="265" y="129"/>
                </a:lnTo>
                <a:lnTo>
                  <a:pt x="266" y="130"/>
                </a:lnTo>
                <a:lnTo>
                  <a:pt x="267" y="131"/>
                </a:lnTo>
                <a:lnTo>
                  <a:pt x="268" y="131"/>
                </a:lnTo>
                <a:lnTo>
                  <a:pt x="269" y="131"/>
                </a:lnTo>
                <a:lnTo>
                  <a:pt x="270" y="131"/>
                </a:lnTo>
                <a:lnTo>
                  <a:pt x="271" y="132"/>
                </a:lnTo>
                <a:lnTo>
                  <a:pt x="273" y="132"/>
                </a:lnTo>
                <a:lnTo>
                  <a:pt x="275" y="133"/>
                </a:lnTo>
                <a:lnTo>
                  <a:pt x="276" y="133"/>
                </a:lnTo>
                <a:lnTo>
                  <a:pt x="276" y="134"/>
                </a:lnTo>
                <a:lnTo>
                  <a:pt x="277" y="134"/>
                </a:lnTo>
                <a:lnTo>
                  <a:pt x="277" y="136"/>
                </a:lnTo>
                <a:lnTo>
                  <a:pt x="278" y="137"/>
                </a:lnTo>
                <a:lnTo>
                  <a:pt x="279" y="138"/>
                </a:lnTo>
                <a:lnTo>
                  <a:pt x="280" y="139"/>
                </a:lnTo>
                <a:lnTo>
                  <a:pt x="281" y="139"/>
                </a:lnTo>
                <a:lnTo>
                  <a:pt x="283" y="141"/>
                </a:lnTo>
                <a:lnTo>
                  <a:pt x="284" y="142"/>
                </a:lnTo>
                <a:lnTo>
                  <a:pt x="285" y="142"/>
                </a:lnTo>
                <a:lnTo>
                  <a:pt x="285" y="143"/>
                </a:lnTo>
                <a:lnTo>
                  <a:pt x="283" y="146"/>
                </a:lnTo>
                <a:lnTo>
                  <a:pt x="282" y="147"/>
                </a:lnTo>
                <a:lnTo>
                  <a:pt x="283" y="148"/>
                </a:lnTo>
                <a:lnTo>
                  <a:pt x="286" y="149"/>
                </a:lnTo>
                <a:lnTo>
                  <a:pt x="287" y="148"/>
                </a:lnTo>
                <a:lnTo>
                  <a:pt x="288" y="148"/>
                </a:lnTo>
                <a:lnTo>
                  <a:pt x="290" y="148"/>
                </a:lnTo>
                <a:lnTo>
                  <a:pt x="291" y="149"/>
                </a:lnTo>
                <a:lnTo>
                  <a:pt x="295" y="153"/>
                </a:lnTo>
                <a:lnTo>
                  <a:pt x="296" y="153"/>
                </a:lnTo>
                <a:lnTo>
                  <a:pt x="297" y="153"/>
                </a:lnTo>
                <a:lnTo>
                  <a:pt x="303" y="155"/>
                </a:lnTo>
                <a:lnTo>
                  <a:pt x="304" y="156"/>
                </a:lnTo>
                <a:lnTo>
                  <a:pt x="305" y="157"/>
                </a:lnTo>
                <a:lnTo>
                  <a:pt x="305" y="159"/>
                </a:lnTo>
                <a:lnTo>
                  <a:pt x="304" y="159"/>
                </a:lnTo>
                <a:lnTo>
                  <a:pt x="304" y="160"/>
                </a:lnTo>
                <a:lnTo>
                  <a:pt x="304" y="162"/>
                </a:lnTo>
                <a:lnTo>
                  <a:pt x="305" y="162"/>
                </a:lnTo>
                <a:lnTo>
                  <a:pt x="303" y="162"/>
                </a:lnTo>
                <a:lnTo>
                  <a:pt x="302" y="164"/>
                </a:lnTo>
                <a:lnTo>
                  <a:pt x="302" y="165"/>
                </a:lnTo>
                <a:lnTo>
                  <a:pt x="302" y="166"/>
                </a:lnTo>
                <a:lnTo>
                  <a:pt x="301" y="166"/>
                </a:lnTo>
                <a:lnTo>
                  <a:pt x="301" y="165"/>
                </a:lnTo>
                <a:lnTo>
                  <a:pt x="300" y="164"/>
                </a:lnTo>
                <a:lnTo>
                  <a:pt x="299" y="164"/>
                </a:lnTo>
                <a:lnTo>
                  <a:pt x="298" y="164"/>
                </a:lnTo>
                <a:lnTo>
                  <a:pt x="299" y="163"/>
                </a:lnTo>
                <a:lnTo>
                  <a:pt x="298" y="163"/>
                </a:lnTo>
                <a:lnTo>
                  <a:pt x="297" y="164"/>
                </a:lnTo>
                <a:lnTo>
                  <a:pt x="298" y="164"/>
                </a:lnTo>
                <a:lnTo>
                  <a:pt x="299" y="164"/>
                </a:lnTo>
                <a:lnTo>
                  <a:pt x="299" y="165"/>
                </a:lnTo>
                <a:lnTo>
                  <a:pt x="298" y="165"/>
                </a:lnTo>
                <a:lnTo>
                  <a:pt x="296" y="165"/>
                </a:lnTo>
                <a:lnTo>
                  <a:pt x="295" y="166"/>
                </a:lnTo>
                <a:lnTo>
                  <a:pt x="294" y="165"/>
                </a:lnTo>
                <a:lnTo>
                  <a:pt x="290" y="166"/>
                </a:lnTo>
                <a:lnTo>
                  <a:pt x="290" y="167"/>
                </a:lnTo>
                <a:lnTo>
                  <a:pt x="290" y="168"/>
                </a:lnTo>
                <a:lnTo>
                  <a:pt x="290" y="170"/>
                </a:lnTo>
                <a:lnTo>
                  <a:pt x="291" y="170"/>
                </a:lnTo>
                <a:lnTo>
                  <a:pt x="291" y="171"/>
                </a:lnTo>
                <a:lnTo>
                  <a:pt x="290" y="171"/>
                </a:lnTo>
                <a:lnTo>
                  <a:pt x="289" y="172"/>
                </a:lnTo>
                <a:lnTo>
                  <a:pt x="288" y="173"/>
                </a:lnTo>
                <a:lnTo>
                  <a:pt x="288" y="174"/>
                </a:lnTo>
                <a:lnTo>
                  <a:pt x="288" y="175"/>
                </a:lnTo>
                <a:lnTo>
                  <a:pt x="285" y="175"/>
                </a:lnTo>
                <a:lnTo>
                  <a:pt x="284" y="176"/>
                </a:lnTo>
                <a:lnTo>
                  <a:pt x="283" y="176"/>
                </a:lnTo>
                <a:lnTo>
                  <a:pt x="283" y="175"/>
                </a:lnTo>
                <a:lnTo>
                  <a:pt x="282" y="175"/>
                </a:lnTo>
                <a:lnTo>
                  <a:pt x="280" y="175"/>
                </a:lnTo>
                <a:lnTo>
                  <a:pt x="281" y="176"/>
                </a:lnTo>
                <a:lnTo>
                  <a:pt x="280" y="177"/>
                </a:lnTo>
                <a:lnTo>
                  <a:pt x="283" y="177"/>
                </a:lnTo>
                <a:lnTo>
                  <a:pt x="284" y="178"/>
                </a:lnTo>
                <a:lnTo>
                  <a:pt x="283" y="179"/>
                </a:lnTo>
                <a:lnTo>
                  <a:pt x="281" y="179"/>
                </a:lnTo>
                <a:lnTo>
                  <a:pt x="280" y="180"/>
                </a:lnTo>
                <a:lnTo>
                  <a:pt x="278" y="182"/>
                </a:lnTo>
                <a:lnTo>
                  <a:pt x="278" y="183"/>
                </a:lnTo>
                <a:lnTo>
                  <a:pt x="277" y="183"/>
                </a:lnTo>
                <a:lnTo>
                  <a:pt x="275" y="183"/>
                </a:lnTo>
                <a:lnTo>
                  <a:pt x="274" y="183"/>
                </a:lnTo>
                <a:lnTo>
                  <a:pt x="275" y="186"/>
                </a:lnTo>
                <a:lnTo>
                  <a:pt x="276" y="186"/>
                </a:lnTo>
                <a:lnTo>
                  <a:pt x="277" y="186"/>
                </a:lnTo>
                <a:lnTo>
                  <a:pt x="279" y="185"/>
                </a:lnTo>
                <a:lnTo>
                  <a:pt x="279" y="186"/>
                </a:lnTo>
                <a:lnTo>
                  <a:pt x="278" y="188"/>
                </a:lnTo>
                <a:lnTo>
                  <a:pt x="277" y="190"/>
                </a:lnTo>
                <a:lnTo>
                  <a:pt x="277" y="191"/>
                </a:lnTo>
                <a:lnTo>
                  <a:pt x="277" y="192"/>
                </a:lnTo>
                <a:lnTo>
                  <a:pt x="276" y="192"/>
                </a:lnTo>
                <a:lnTo>
                  <a:pt x="275" y="193"/>
                </a:lnTo>
                <a:lnTo>
                  <a:pt x="275" y="194"/>
                </a:lnTo>
                <a:lnTo>
                  <a:pt x="275" y="195"/>
                </a:lnTo>
                <a:lnTo>
                  <a:pt x="274" y="194"/>
                </a:lnTo>
                <a:lnTo>
                  <a:pt x="272" y="195"/>
                </a:lnTo>
                <a:lnTo>
                  <a:pt x="271" y="196"/>
                </a:lnTo>
                <a:lnTo>
                  <a:pt x="271" y="198"/>
                </a:lnTo>
                <a:lnTo>
                  <a:pt x="271" y="199"/>
                </a:lnTo>
                <a:lnTo>
                  <a:pt x="271" y="200"/>
                </a:lnTo>
                <a:lnTo>
                  <a:pt x="271" y="201"/>
                </a:lnTo>
                <a:lnTo>
                  <a:pt x="270" y="202"/>
                </a:lnTo>
                <a:lnTo>
                  <a:pt x="270" y="203"/>
                </a:lnTo>
                <a:lnTo>
                  <a:pt x="271" y="203"/>
                </a:lnTo>
                <a:lnTo>
                  <a:pt x="271" y="204"/>
                </a:lnTo>
                <a:lnTo>
                  <a:pt x="271" y="205"/>
                </a:lnTo>
                <a:lnTo>
                  <a:pt x="270" y="205"/>
                </a:lnTo>
                <a:lnTo>
                  <a:pt x="269" y="205"/>
                </a:lnTo>
                <a:lnTo>
                  <a:pt x="269" y="206"/>
                </a:lnTo>
                <a:lnTo>
                  <a:pt x="269" y="207"/>
                </a:lnTo>
                <a:lnTo>
                  <a:pt x="269" y="210"/>
                </a:lnTo>
                <a:lnTo>
                  <a:pt x="269" y="211"/>
                </a:lnTo>
                <a:lnTo>
                  <a:pt x="269" y="213"/>
                </a:lnTo>
                <a:lnTo>
                  <a:pt x="270" y="215"/>
                </a:lnTo>
                <a:lnTo>
                  <a:pt x="272" y="217"/>
                </a:lnTo>
                <a:lnTo>
                  <a:pt x="273" y="218"/>
                </a:lnTo>
                <a:lnTo>
                  <a:pt x="273" y="219"/>
                </a:lnTo>
                <a:lnTo>
                  <a:pt x="273" y="220"/>
                </a:lnTo>
                <a:lnTo>
                  <a:pt x="273" y="221"/>
                </a:lnTo>
                <a:lnTo>
                  <a:pt x="272" y="221"/>
                </a:lnTo>
                <a:lnTo>
                  <a:pt x="271" y="221"/>
                </a:lnTo>
                <a:lnTo>
                  <a:pt x="269" y="221"/>
                </a:lnTo>
                <a:lnTo>
                  <a:pt x="269" y="222"/>
                </a:lnTo>
                <a:lnTo>
                  <a:pt x="270" y="222"/>
                </a:lnTo>
                <a:lnTo>
                  <a:pt x="270" y="223"/>
                </a:lnTo>
                <a:lnTo>
                  <a:pt x="271" y="223"/>
                </a:lnTo>
                <a:lnTo>
                  <a:pt x="273" y="224"/>
                </a:lnTo>
                <a:lnTo>
                  <a:pt x="274" y="225"/>
                </a:lnTo>
                <a:lnTo>
                  <a:pt x="274" y="226"/>
                </a:lnTo>
                <a:lnTo>
                  <a:pt x="275" y="227"/>
                </a:lnTo>
                <a:lnTo>
                  <a:pt x="276" y="228"/>
                </a:lnTo>
                <a:lnTo>
                  <a:pt x="276" y="229"/>
                </a:lnTo>
                <a:lnTo>
                  <a:pt x="276" y="230"/>
                </a:lnTo>
                <a:lnTo>
                  <a:pt x="276" y="231"/>
                </a:lnTo>
                <a:lnTo>
                  <a:pt x="275" y="231"/>
                </a:lnTo>
                <a:lnTo>
                  <a:pt x="275" y="232"/>
                </a:lnTo>
                <a:lnTo>
                  <a:pt x="275" y="233"/>
                </a:lnTo>
                <a:lnTo>
                  <a:pt x="273" y="235"/>
                </a:lnTo>
                <a:lnTo>
                  <a:pt x="271" y="232"/>
                </a:lnTo>
                <a:lnTo>
                  <a:pt x="270" y="232"/>
                </a:lnTo>
                <a:lnTo>
                  <a:pt x="270" y="233"/>
                </a:lnTo>
                <a:lnTo>
                  <a:pt x="270" y="234"/>
                </a:lnTo>
                <a:lnTo>
                  <a:pt x="270" y="235"/>
                </a:lnTo>
                <a:lnTo>
                  <a:pt x="271" y="235"/>
                </a:lnTo>
                <a:lnTo>
                  <a:pt x="270" y="235"/>
                </a:lnTo>
                <a:lnTo>
                  <a:pt x="268" y="235"/>
                </a:lnTo>
                <a:lnTo>
                  <a:pt x="267" y="235"/>
                </a:lnTo>
                <a:lnTo>
                  <a:pt x="267" y="236"/>
                </a:lnTo>
                <a:lnTo>
                  <a:pt x="267" y="235"/>
                </a:lnTo>
                <a:lnTo>
                  <a:pt x="265" y="234"/>
                </a:lnTo>
                <a:lnTo>
                  <a:pt x="264" y="233"/>
                </a:lnTo>
                <a:lnTo>
                  <a:pt x="262" y="231"/>
                </a:lnTo>
                <a:lnTo>
                  <a:pt x="260" y="231"/>
                </a:lnTo>
                <a:lnTo>
                  <a:pt x="258" y="232"/>
                </a:lnTo>
                <a:lnTo>
                  <a:pt x="255" y="232"/>
                </a:lnTo>
                <a:lnTo>
                  <a:pt x="255" y="233"/>
                </a:lnTo>
                <a:lnTo>
                  <a:pt x="254" y="233"/>
                </a:lnTo>
                <a:lnTo>
                  <a:pt x="253" y="232"/>
                </a:lnTo>
                <a:lnTo>
                  <a:pt x="252" y="232"/>
                </a:lnTo>
                <a:lnTo>
                  <a:pt x="251" y="232"/>
                </a:lnTo>
                <a:lnTo>
                  <a:pt x="251" y="233"/>
                </a:lnTo>
                <a:lnTo>
                  <a:pt x="250" y="232"/>
                </a:lnTo>
                <a:lnTo>
                  <a:pt x="249" y="232"/>
                </a:lnTo>
                <a:lnTo>
                  <a:pt x="249" y="231"/>
                </a:lnTo>
                <a:lnTo>
                  <a:pt x="248" y="231"/>
                </a:lnTo>
                <a:lnTo>
                  <a:pt x="248" y="232"/>
                </a:lnTo>
                <a:lnTo>
                  <a:pt x="248" y="233"/>
                </a:lnTo>
                <a:lnTo>
                  <a:pt x="248" y="234"/>
                </a:lnTo>
                <a:lnTo>
                  <a:pt x="248" y="235"/>
                </a:lnTo>
                <a:lnTo>
                  <a:pt x="248" y="234"/>
                </a:lnTo>
                <a:lnTo>
                  <a:pt x="247" y="234"/>
                </a:lnTo>
                <a:lnTo>
                  <a:pt x="245" y="233"/>
                </a:lnTo>
                <a:lnTo>
                  <a:pt x="245" y="234"/>
                </a:lnTo>
                <a:lnTo>
                  <a:pt x="246" y="234"/>
                </a:lnTo>
                <a:lnTo>
                  <a:pt x="245" y="235"/>
                </a:lnTo>
                <a:lnTo>
                  <a:pt x="244" y="234"/>
                </a:lnTo>
                <a:lnTo>
                  <a:pt x="243" y="234"/>
                </a:lnTo>
                <a:lnTo>
                  <a:pt x="242" y="234"/>
                </a:lnTo>
                <a:lnTo>
                  <a:pt x="242" y="233"/>
                </a:lnTo>
                <a:lnTo>
                  <a:pt x="241" y="232"/>
                </a:lnTo>
                <a:lnTo>
                  <a:pt x="240" y="232"/>
                </a:lnTo>
                <a:lnTo>
                  <a:pt x="238" y="230"/>
                </a:lnTo>
                <a:lnTo>
                  <a:pt x="237" y="230"/>
                </a:lnTo>
                <a:lnTo>
                  <a:pt x="236" y="230"/>
                </a:lnTo>
                <a:lnTo>
                  <a:pt x="236" y="231"/>
                </a:lnTo>
                <a:lnTo>
                  <a:pt x="237" y="232"/>
                </a:lnTo>
                <a:lnTo>
                  <a:pt x="238" y="232"/>
                </a:lnTo>
                <a:lnTo>
                  <a:pt x="238" y="233"/>
                </a:lnTo>
                <a:lnTo>
                  <a:pt x="237" y="234"/>
                </a:lnTo>
                <a:lnTo>
                  <a:pt x="236" y="235"/>
                </a:lnTo>
                <a:lnTo>
                  <a:pt x="235" y="235"/>
                </a:lnTo>
                <a:lnTo>
                  <a:pt x="235" y="234"/>
                </a:lnTo>
                <a:lnTo>
                  <a:pt x="234" y="234"/>
                </a:lnTo>
                <a:lnTo>
                  <a:pt x="233" y="234"/>
                </a:lnTo>
                <a:lnTo>
                  <a:pt x="232" y="234"/>
                </a:lnTo>
                <a:lnTo>
                  <a:pt x="231" y="232"/>
                </a:lnTo>
                <a:lnTo>
                  <a:pt x="230" y="232"/>
                </a:lnTo>
                <a:lnTo>
                  <a:pt x="229" y="231"/>
                </a:lnTo>
                <a:lnTo>
                  <a:pt x="228" y="231"/>
                </a:lnTo>
                <a:lnTo>
                  <a:pt x="227" y="230"/>
                </a:lnTo>
                <a:lnTo>
                  <a:pt x="227" y="229"/>
                </a:lnTo>
                <a:lnTo>
                  <a:pt x="226" y="229"/>
                </a:lnTo>
                <a:lnTo>
                  <a:pt x="225" y="229"/>
                </a:lnTo>
                <a:lnTo>
                  <a:pt x="224" y="232"/>
                </a:lnTo>
                <a:lnTo>
                  <a:pt x="225" y="232"/>
                </a:lnTo>
                <a:lnTo>
                  <a:pt x="225" y="233"/>
                </a:lnTo>
                <a:lnTo>
                  <a:pt x="224" y="234"/>
                </a:lnTo>
                <a:lnTo>
                  <a:pt x="224" y="235"/>
                </a:lnTo>
                <a:lnTo>
                  <a:pt x="224" y="236"/>
                </a:lnTo>
                <a:lnTo>
                  <a:pt x="224" y="237"/>
                </a:lnTo>
                <a:lnTo>
                  <a:pt x="223" y="236"/>
                </a:lnTo>
                <a:lnTo>
                  <a:pt x="223" y="235"/>
                </a:lnTo>
                <a:lnTo>
                  <a:pt x="222" y="235"/>
                </a:lnTo>
                <a:lnTo>
                  <a:pt x="221" y="234"/>
                </a:lnTo>
                <a:lnTo>
                  <a:pt x="221" y="233"/>
                </a:lnTo>
                <a:lnTo>
                  <a:pt x="219" y="233"/>
                </a:lnTo>
                <a:lnTo>
                  <a:pt x="218" y="233"/>
                </a:lnTo>
                <a:lnTo>
                  <a:pt x="218" y="232"/>
                </a:lnTo>
                <a:lnTo>
                  <a:pt x="217" y="232"/>
                </a:lnTo>
                <a:lnTo>
                  <a:pt x="217" y="233"/>
                </a:lnTo>
                <a:lnTo>
                  <a:pt x="216" y="233"/>
                </a:lnTo>
                <a:lnTo>
                  <a:pt x="216" y="234"/>
                </a:lnTo>
                <a:lnTo>
                  <a:pt x="216" y="233"/>
                </a:lnTo>
                <a:lnTo>
                  <a:pt x="215" y="232"/>
                </a:lnTo>
                <a:lnTo>
                  <a:pt x="214" y="233"/>
                </a:lnTo>
                <a:lnTo>
                  <a:pt x="213" y="233"/>
                </a:lnTo>
                <a:lnTo>
                  <a:pt x="213" y="232"/>
                </a:lnTo>
                <a:lnTo>
                  <a:pt x="212" y="232"/>
                </a:lnTo>
                <a:lnTo>
                  <a:pt x="211" y="232"/>
                </a:lnTo>
                <a:lnTo>
                  <a:pt x="210" y="232"/>
                </a:lnTo>
                <a:lnTo>
                  <a:pt x="210" y="233"/>
                </a:lnTo>
                <a:lnTo>
                  <a:pt x="211" y="233"/>
                </a:lnTo>
                <a:lnTo>
                  <a:pt x="211" y="235"/>
                </a:lnTo>
                <a:lnTo>
                  <a:pt x="211" y="236"/>
                </a:lnTo>
                <a:lnTo>
                  <a:pt x="212" y="236"/>
                </a:lnTo>
                <a:lnTo>
                  <a:pt x="212" y="237"/>
                </a:lnTo>
                <a:lnTo>
                  <a:pt x="213" y="237"/>
                </a:lnTo>
                <a:lnTo>
                  <a:pt x="213" y="238"/>
                </a:lnTo>
                <a:lnTo>
                  <a:pt x="214" y="239"/>
                </a:lnTo>
                <a:lnTo>
                  <a:pt x="214" y="240"/>
                </a:lnTo>
                <a:lnTo>
                  <a:pt x="214" y="242"/>
                </a:lnTo>
                <a:lnTo>
                  <a:pt x="215" y="243"/>
                </a:lnTo>
                <a:lnTo>
                  <a:pt x="216" y="244"/>
                </a:lnTo>
                <a:lnTo>
                  <a:pt x="215" y="244"/>
                </a:lnTo>
                <a:lnTo>
                  <a:pt x="215" y="245"/>
                </a:lnTo>
                <a:lnTo>
                  <a:pt x="214" y="244"/>
                </a:lnTo>
                <a:lnTo>
                  <a:pt x="213" y="244"/>
                </a:lnTo>
                <a:lnTo>
                  <a:pt x="213" y="245"/>
                </a:lnTo>
                <a:lnTo>
                  <a:pt x="213" y="246"/>
                </a:lnTo>
                <a:lnTo>
                  <a:pt x="213" y="247"/>
                </a:lnTo>
                <a:lnTo>
                  <a:pt x="213" y="248"/>
                </a:lnTo>
                <a:lnTo>
                  <a:pt x="213" y="249"/>
                </a:lnTo>
                <a:lnTo>
                  <a:pt x="211" y="250"/>
                </a:lnTo>
                <a:lnTo>
                  <a:pt x="210" y="249"/>
                </a:lnTo>
                <a:lnTo>
                  <a:pt x="209" y="249"/>
                </a:lnTo>
                <a:lnTo>
                  <a:pt x="209" y="250"/>
                </a:lnTo>
                <a:lnTo>
                  <a:pt x="209" y="251"/>
                </a:lnTo>
                <a:lnTo>
                  <a:pt x="209" y="252"/>
                </a:lnTo>
                <a:lnTo>
                  <a:pt x="208" y="252"/>
                </a:lnTo>
                <a:lnTo>
                  <a:pt x="207" y="252"/>
                </a:lnTo>
                <a:lnTo>
                  <a:pt x="207" y="251"/>
                </a:lnTo>
                <a:lnTo>
                  <a:pt x="207" y="250"/>
                </a:lnTo>
                <a:lnTo>
                  <a:pt x="206" y="249"/>
                </a:lnTo>
                <a:lnTo>
                  <a:pt x="205" y="248"/>
                </a:lnTo>
                <a:lnTo>
                  <a:pt x="204" y="247"/>
                </a:lnTo>
                <a:lnTo>
                  <a:pt x="204" y="248"/>
                </a:lnTo>
                <a:lnTo>
                  <a:pt x="204" y="249"/>
                </a:lnTo>
                <a:lnTo>
                  <a:pt x="205" y="249"/>
                </a:lnTo>
                <a:lnTo>
                  <a:pt x="205" y="250"/>
                </a:lnTo>
                <a:lnTo>
                  <a:pt x="205" y="251"/>
                </a:lnTo>
                <a:lnTo>
                  <a:pt x="205" y="252"/>
                </a:lnTo>
                <a:lnTo>
                  <a:pt x="206" y="252"/>
                </a:lnTo>
                <a:lnTo>
                  <a:pt x="207" y="252"/>
                </a:lnTo>
                <a:lnTo>
                  <a:pt x="208" y="252"/>
                </a:lnTo>
                <a:lnTo>
                  <a:pt x="210" y="254"/>
                </a:lnTo>
                <a:lnTo>
                  <a:pt x="210" y="255"/>
                </a:lnTo>
                <a:lnTo>
                  <a:pt x="210" y="256"/>
                </a:lnTo>
                <a:lnTo>
                  <a:pt x="210" y="257"/>
                </a:lnTo>
                <a:lnTo>
                  <a:pt x="210" y="258"/>
                </a:lnTo>
                <a:lnTo>
                  <a:pt x="211" y="257"/>
                </a:lnTo>
                <a:lnTo>
                  <a:pt x="212" y="256"/>
                </a:lnTo>
                <a:lnTo>
                  <a:pt x="212" y="257"/>
                </a:lnTo>
                <a:lnTo>
                  <a:pt x="213" y="257"/>
                </a:lnTo>
                <a:lnTo>
                  <a:pt x="213" y="258"/>
                </a:lnTo>
                <a:lnTo>
                  <a:pt x="213" y="259"/>
                </a:lnTo>
                <a:lnTo>
                  <a:pt x="212" y="260"/>
                </a:lnTo>
                <a:lnTo>
                  <a:pt x="213" y="260"/>
                </a:lnTo>
                <a:lnTo>
                  <a:pt x="213" y="262"/>
                </a:lnTo>
                <a:lnTo>
                  <a:pt x="214" y="263"/>
                </a:lnTo>
                <a:lnTo>
                  <a:pt x="215" y="264"/>
                </a:lnTo>
                <a:lnTo>
                  <a:pt x="215" y="265"/>
                </a:lnTo>
                <a:lnTo>
                  <a:pt x="214" y="265"/>
                </a:lnTo>
                <a:lnTo>
                  <a:pt x="213" y="266"/>
                </a:lnTo>
                <a:lnTo>
                  <a:pt x="214" y="266"/>
                </a:lnTo>
                <a:lnTo>
                  <a:pt x="213" y="267"/>
                </a:lnTo>
                <a:lnTo>
                  <a:pt x="213" y="269"/>
                </a:lnTo>
                <a:lnTo>
                  <a:pt x="213" y="270"/>
                </a:lnTo>
                <a:lnTo>
                  <a:pt x="213" y="271"/>
                </a:lnTo>
                <a:lnTo>
                  <a:pt x="212" y="271"/>
                </a:lnTo>
                <a:lnTo>
                  <a:pt x="212" y="272"/>
                </a:lnTo>
                <a:lnTo>
                  <a:pt x="213" y="273"/>
                </a:lnTo>
                <a:lnTo>
                  <a:pt x="214" y="274"/>
                </a:lnTo>
                <a:lnTo>
                  <a:pt x="213" y="274"/>
                </a:lnTo>
                <a:lnTo>
                  <a:pt x="212" y="274"/>
                </a:lnTo>
                <a:lnTo>
                  <a:pt x="211" y="273"/>
                </a:lnTo>
                <a:lnTo>
                  <a:pt x="211" y="272"/>
                </a:lnTo>
                <a:lnTo>
                  <a:pt x="211" y="273"/>
                </a:lnTo>
                <a:lnTo>
                  <a:pt x="210" y="272"/>
                </a:lnTo>
                <a:lnTo>
                  <a:pt x="209" y="271"/>
                </a:lnTo>
                <a:lnTo>
                  <a:pt x="207" y="271"/>
                </a:lnTo>
                <a:lnTo>
                  <a:pt x="207" y="272"/>
                </a:lnTo>
                <a:lnTo>
                  <a:pt x="207" y="273"/>
                </a:lnTo>
                <a:lnTo>
                  <a:pt x="206" y="272"/>
                </a:lnTo>
                <a:lnTo>
                  <a:pt x="205" y="272"/>
                </a:lnTo>
                <a:lnTo>
                  <a:pt x="205" y="273"/>
                </a:lnTo>
                <a:lnTo>
                  <a:pt x="204" y="273"/>
                </a:lnTo>
                <a:lnTo>
                  <a:pt x="203" y="274"/>
                </a:lnTo>
                <a:lnTo>
                  <a:pt x="202" y="274"/>
                </a:lnTo>
                <a:lnTo>
                  <a:pt x="202" y="275"/>
                </a:lnTo>
                <a:lnTo>
                  <a:pt x="203" y="275"/>
                </a:lnTo>
                <a:lnTo>
                  <a:pt x="203" y="276"/>
                </a:lnTo>
                <a:lnTo>
                  <a:pt x="203" y="277"/>
                </a:lnTo>
                <a:lnTo>
                  <a:pt x="202" y="277"/>
                </a:lnTo>
                <a:lnTo>
                  <a:pt x="201" y="277"/>
                </a:lnTo>
                <a:lnTo>
                  <a:pt x="200" y="278"/>
                </a:lnTo>
                <a:lnTo>
                  <a:pt x="200" y="279"/>
                </a:lnTo>
                <a:lnTo>
                  <a:pt x="200" y="282"/>
                </a:lnTo>
                <a:lnTo>
                  <a:pt x="200" y="283"/>
                </a:lnTo>
                <a:lnTo>
                  <a:pt x="200" y="284"/>
                </a:lnTo>
                <a:lnTo>
                  <a:pt x="199" y="284"/>
                </a:lnTo>
                <a:lnTo>
                  <a:pt x="198" y="284"/>
                </a:lnTo>
                <a:lnTo>
                  <a:pt x="197" y="284"/>
                </a:lnTo>
                <a:lnTo>
                  <a:pt x="196" y="284"/>
                </a:lnTo>
                <a:lnTo>
                  <a:pt x="196" y="285"/>
                </a:lnTo>
                <a:lnTo>
                  <a:pt x="195" y="286"/>
                </a:lnTo>
                <a:lnTo>
                  <a:pt x="196" y="287"/>
                </a:lnTo>
                <a:lnTo>
                  <a:pt x="197" y="287"/>
                </a:lnTo>
                <a:lnTo>
                  <a:pt x="198" y="288"/>
                </a:lnTo>
                <a:lnTo>
                  <a:pt x="197" y="288"/>
                </a:lnTo>
                <a:lnTo>
                  <a:pt x="197" y="289"/>
                </a:lnTo>
                <a:lnTo>
                  <a:pt x="197" y="290"/>
                </a:lnTo>
                <a:lnTo>
                  <a:pt x="196" y="291"/>
                </a:lnTo>
                <a:lnTo>
                  <a:pt x="194" y="291"/>
                </a:lnTo>
                <a:lnTo>
                  <a:pt x="193" y="290"/>
                </a:lnTo>
                <a:lnTo>
                  <a:pt x="192" y="289"/>
                </a:lnTo>
                <a:lnTo>
                  <a:pt x="191" y="289"/>
                </a:lnTo>
                <a:lnTo>
                  <a:pt x="191" y="290"/>
                </a:lnTo>
                <a:lnTo>
                  <a:pt x="191" y="291"/>
                </a:lnTo>
                <a:lnTo>
                  <a:pt x="190" y="291"/>
                </a:lnTo>
                <a:lnTo>
                  <a:pt x="190" y="290"/>
                </a:lnTo>
                <a:lnTo>
                  <a:pt x="189" y="290"/>
                </a:lnTo>
                <a:lnTo>
                  <a:pt x="189" y="289"/>
                </a:lnTo>
                <a:lnTo>
                  <a:pt x="188" y="289"/>
                </a:lnTo>
                <a:lnTo>
                  <a:pt x="188" y="290"/>
                </a:lnTo>
                <a:lnTo>
                  <a:pt x="189" y="291"/>
                </a:lnTo>
                <a:lnTo>
                  <a:pt x="189" y="292"/>
                </a:lnTo>
                <a:lnTo>
                  <a:pt x="190" y="292"/>
                </a:lnTo>
                <a:lnTo>
                  <a:pt x="191" y="292"/>
                </a:lnTo>
                <a:lnTo>
                  <a:pt x="192" y="292"/>
                </a:lnTo>
                <a:lnTo>
                  <a:pt x="193" y="293"/>
                </a:lnTo>
                <a:lnTo>
                  <a:pt x="193" y="294"/>
                </a:lnTo>
                <a:lnTo>
                  <a:pt x="192" y="295"/>
                </a:lnTo>
                <a:lnTo>
                  <a:pt x="193" y="295"/>
                </a:lnTo>
                <a:lnTo>
                  <a:pt x="194" y="295"/>
                </a:lnTo>
                <a:lnTo>
                  <a:pt x="195" y="295"/>
                </a:lnTo>
                <a:lnTo>
                  <a:pt x="196" y="296"/>
                </a:lnTo>
                <a:lnTo>
                  <a:pt x="196" y="297"/>
                </a:lnTo>
                <a:lnTo>
                  <a:pt x="197" y="297"/>
                </a:lnTo>
                <a:lnTo>
                  <a:pt x="198" y="297"/>
                </a:lnTo>
                <a:lnTo>
                  <a:pt x="198" y="298"/>
                </a:lnTo>
                <a:lnTo>
                  <a:pt x="199" y="298"/>
                </a:lnTo>
                <a:lnTo>
                  <a:pt x="200" y="298"/>
                </a:lnTo>
                <a:lnTo>
                  <a:pt x="200" y="297"/>
                </a:lnTo>
                <a:lnTo>
                  <a:pt x="200" y="298"/>
                </a:lnTo>
                <a:lnTo>
                  <a:pt x="201" y="298"/>
                </a:lnTo>
                <a:lnTo>
                  <a:pt x="202" y="298"/>
                </a:lnTo>
                <a:lnTo>
                  <a:pt x="202" y="299"/>
                </a:lnTo>
                <a:lnTo>
                  <a:pt x="203" y="299"/>
                </a:lnTo>
                <a:lnTo>
                  <a:pt x="203" y="300"/>
                </a:lnTo>
                <a:lnTo>
                  <a:pt x="202" y="301"/>
                </a:lnTo>
                <a:lnTo>
                  <a:pt x="202" y="302"/>
                </a:lnTo>
                <a:lnTo>
                  <a:pt x="201" y="302"/>
                </a:lnTo>
                <a:lnTo>
                  <a:pt x="201" y="303"/>
                </a:lnTo>
                <a:lnTo>
                  <a:pt x="200" y="303"/>
                </a:lnTo>
                <a:lnTo>
                  <a:pt x="201" y="303"/>
                </a:lnTo>
                <a:lnTo>
                  <a:pt x="201" y="304"/>
                </a:lnTo>
                <a:lnTo>
                  <a:pt x="202" y="304"/>
                </a:lnTo>
                <a:lnTo>
                  <a:pt x="201" y="305"/>
                </a:lnTo>
                <a:lnTo>
                  <a:pt x="200" y="305"/>
                </a:lnTo>
                <a:lnTo>
                  <a:pt x="200" y="304"/>
                </a:lnTo>
                <a:lnTo>
                  <a:pt x="200" y="306"/>
                </a:lnTo>
                <a:lnTo>
                  <a:pt x="199" y="307"/>
                </a:lnTo>
                <a:lnTo>
                  <a:pt x="200" y="307"/>
                </a:lnTo>
                <a:lnTo>
                  <a:pt x="201" y="307"/>
                </a:lnTo>
                <a:lnTo>
                  <a:pt x="202" y="307"/>
                </a:lnTo>
                <a:lnTo>
                  <a:pt x="203" y="308"/>
                </a:lnTo>
                <a:lnTo>
                  <a:pt x="203" y="309"/>
                </a:lnTo>
                <a:lnTo>
                  <a:pt x="203" y="310"/>
                </a:lnTo>
                <a:lnTo>
                  <a:pt x="202" y="310"/>
                </a:lnTo>
                <a:lnTo>
                  <a:pt x="201" y="310"/>
                </a:lnTo>
                <a:lnTo>
                  <a:pt x="201" y="312"/>
                </a:lnTo>
                <a:lnTo>
                  <a:pt x="201" y="313"/>
                </a:lnTo>
                <a:lnTo>
                  <a:pt x="201" y="314"/>
                </a:lnTo>
                <a:lnTo>
                  <a:pt x="201" y="315"/>
                </a:lnTo>
                <a:lnTo>
                  <a:pt x="200" y="315"/>
                </a:lnTo>
                <a:lnTo>
                  <a:pt x="201" y="315"/>
                </a:lnTo>
                <a:lnTo>
                  <a:pt x="201" y="316"/>
                </a:lnTo>
                <a:lnTo>
                  <a:pt x="200" y="316"/>
                </a:lnTo>
                <a:lnTo>
                  <a:pt x="199" y="316"/>
                </a:lnTo>
                <a:lnTo>
                  <a:pt x="199" y="315"/>
                </a:lnTo>
                <a:lnTo>
                  <a:pt x="198" y="316"/>
                </a:lnTo>
                <a:lnTo>
                  <a:pt x="198" y="317"/>
                </a:lnTo>
                <a:lnTo>
                  <a:pt x="199" y="318"/>
                </a:lnTo>
                <a:lnTo>
                  <a:pt x="199" y="319"/>
                </a:lnTo>
                <a:lnTo>
                  <a:pt x="200" y="320"/>
                </a:lnTo>
                <a:lnTo>
                  <a:pt x="201" y="320"/>
                </a:lnTo>
                <a:lnTo>
                  <a:pt x="202" y="320"/>
                </a:lnTo>
                <a:lnTo>
                  <a:pt x="204" y="321"/>
                </a:lnTo>
                <a:lnTo>
                  <a:pt x="204" y="322"/>
                </a:lnTo>
                <a:lnTo>
                  <a:pt x="205" y="321"/>
                </a:lnTo>
                <a:lnTo>
                  <a:pt x="206" y="321"/>
                </a:lnTo>
                <a:lnTo>
                  <a:pt x="206" y="320"/>
                </a:lnTo>
                <a:lnTo>
                  <a:pt x="206" y="319"/>
                </a:lnTo>
                <a:lnTo>
                  <a:pt x="206" y="318"/>
                </a:lnTo>
                <a:lnTo>
                  <a:pt x="207" y="318"/>
                </a:lnTo>
                <a:lnTo>
                  <a:pt x="208" y="319"/>
                </a:lnTo>
                <a:lnTo>
                  <a:pt x="209" y="320"/>
                </a:lnTo>
                <a:lnTo>
                  <a:pt x="209" y="319"/>
                </a:lnTo>
                <a:lnTo>
                  <a:pt x="209" y="318"/>
                </a:lnTo>
                <a:lnTo>
                  <a:pt x="210" y="318"/>
                </a:lnTo>
                <a:lnTo>
                  <a:pt x="210" y="317"/>
                </a:lnTo>
                <a:lnTo>
                  <a:pt x="210" y="318"/>
                </a:lnTo>
                <a:lnTo>
                  <a:pt x="210" y="319"/>
                </a:lnTo>
                <a:lnTo>
                  <a:pt x="210" y="320"/>
                </a:lnTo>
                <a:lnTo>
                  <a:pt x="211" y="320"/>
                </a:lnTo>
                <a:lnTo>
                  <a:pt x="213" y="321"/>
                </a:lnTo>
                <a:lnTo>
                  <a:pt x="213" y="320"/>
                </a:lnTo>
                <a:lnTo>
                  <a:pt x="213" y="319"/>
                </a:lnTo>
                <a:lnTo>
                  <a:pt x="213" y="318"/>
                </a:lnTo>
                <a:lnTo>
                  <a:pt x="214" y="319"/>
                </a:lnTo>
                <a:lnTo>
                  <a:pt x="214" y="321"/>
                </a:lnTo>
                <a:lnTo>
                  <a:pt x="215" y="321"/>
                </a:lnTo>
                <a:lnTo>
                  <a:pt x="215" y="320"/>
                </a:lnTo>
                <a:lnTo>
                  <a:pt x="216" y="320"/>
                </a:lnTo>
                <a:lnTo>
                  <a:pt x="217" y="320"/>
                </a:lnTo>
                <a:lnTo>
                  <a:pt x="218" y="322"/>
                </a:lnTo>
                <a:lnTo>
                  <a:pt x="218" y="323"/>
                </a:lnTo>
                <a:lnTo>
                  <a:pt x="219" y="323"/>
                </a:lnTo>
                <a:lnTo>
                  <a:pt x="220" y="324"/>
                </a:lnTo>
                <a:lnTo>
                  <a:pt x="221" y="324"/>
                </a:lnTo>
                <a:lnTo>
                  <a:pt x="222" y="323"/>
                </a:lnTo>
                <a:lnTo>
                  <a:pt x="223" y="325"/>
                </a:lnTo>
                <a:lnTo>
                  <a:pt x="224" y="326"/>
                </a:lnTo>
                <a:lnTo>
                  <a:pt x="225" y="326"/>
                </a:lnTo>
                <a:lnTo>
                  <a:pt x="225" y="325"/>
                </a:lnTo>
                <a:lnTo>
                  <a:pt x="227" y="325"/>
                </a:lnTo>
                <a:lnTo>
                  <a:pt x="228" y="326"/>
                </a:lnTo>
                <a:lnTo>
                  <a:pt x="228" y="325"/>
                </a:lnTo>
                <a:lnTo>
                  <a:pt x="229" y="325"/>
                </a:lnTo>
                <a:lnTo>
                  <a:pt x="230" y="325"/>
                </a:lnTo>
                <a:lnTo>
                  <a:pt x="230" y="326"/>
                </a:lnTo>
                <a:lnTo>
                  <a:pt x="230" y="325"/>
                </a:lnTo>
                <a:lnTo>
                  <a:pt x="230" y="324"/>
                </a:lnTo>
                <a:lnTo>
                  <a:pt x="231" y="324"/>
                </a:lnTo>
                <a:lnTo>
                  <a:pt x="231" y="325"/>
                </a:lnTo>
                <a:lnTo>
                  <a:pt x="231" y="326"/>
                </a:lnTo>
                <a:lnTo>
                  <a:pt x="231" y="327"/>
                </a:lnTo>
                <a:lnTo>
                  <a:pt x="232" y="327"/>
                </a:lnTo>
                <a:lnTo>
                  <a:pt x="232" y="326"/>
                </a:lnTo>
                <a:lnTo>
                  <a:pt x="233" y="326"/>
                </a:lnTo>
                <a:lnTo>
                  <a:pt x="233" y="328"/>
                </a:lnTo>
                <a:lnTo>
                  <a:pt x="234" y="328"/>
                </a:lnTo>
                <a:lnTo>
                  <a:pt x="234" y="329"/>
                </a:lnTo>
                <a:lnTo>
                  <a:pt x="235" y="329"/>
                </a:lnTo>
                <a:lnTo>
                  <a:pt x="235" y="330"/>
                </a:lnTo>
                <a:lnTo>
                  <a:pt x="235" y="331"/>
                </a:lnTo>
                <a:lnTo>
                  <a:pt x="236" y="331"/>
                </a:lnTo>
                <a:lnTo>
                  <a:pt x="236" y="330"/>
                </a:lnTo>
                <a:lnTo>
                  <a:pt x="237" y="332"/>
                </a:lnTo>
                <a:lnTo>
                  <a:pt x="237" y="333"/>
                </a:lnTo>
                <a:lnTo>
                  <a:pt x="237" y="334"/>
                </a:lnTo>
                <a:lnTo>
                  <a:pt x="238" y="334"/>
                </a:lnTo>
                <a:lnTo>
                  <a:pt x="239" y="334"/>
                </a:lnTo>
                <a:lnTo>
                  <a:pt x="239" y="335"/>
                </a:lnTo>
                <a:lnTo>
                  <a:pt x="239" y="336"/>
                </a:lnTo>
                <a:lnTo>
                  <a:pt x="240" y="336"/>
                </a:lnTo>
                <a:lnTo>
                  <a:pt x="240" y="335"/>
                </a:lnTo>
                <a:lnTo>
                  <a:pt x="241" y="335"/>
                </a:lnTo>
                <a:lnTo>
                  <a:pt x="240" y="337"/>
                </a:lnTo>
                <a:lnTo>
                  <a:pt x="241" y="338"/>
                </a:lnTo>
                <a:lnTo>
                  <a:pt x="242" y="338"/>
                </a:lnTo>
                <a:lnTo>
                  <a:pt x="242" y="340"/>
                </a:lnTo>
                <a:lnTo>
                  <a:pt x="241" y="341"/>
                </a:lnTo>
                <a:lnTo>
                  <a:pt x="240" y="341"/>
                </a:lnTo>
                <a:lnTo>
                  <a:pt x="240" y="342"/>
                </a:lnTo>
                <a:lnTo>
                  <a:pt x="240" y="343"/>
                </a:lnTo>
                <a:lnTo>
                  <a:pt x="240" y="344"/>
                </a:lnTo>
                <a:lnTo>
                  <a:pt x="240" y="345"/>
                </a:lnTo>
                <a:lnTo>
                  <a:pt x="239" y="345"/>
                </a:lnTo>
                <a:lnTo>
                  <a:pt x="239" y="346"/>
                </a:lnTo>
                <a:lnTo>
                  <a:pt x="239" y="347"/>
                </a:lnTo>
                <a:lnTo>
                  <a:pt x="240" y="347"/>
                </a:lnTo>
                <a:lnTo>
                  <a:pt x="241" y="347"/>
                </a:lnTo>
                <a:lnTo>
                  <a:pt x="241" y="349"/>
                </a:lnTo>
                <a:lnTo>
                  <a:pt x="240" y="350"/>
                </a:lnTo>
                <a:lnTo>
                  <a:pt x="239" y="350"/>
                </a:lnTo>
                <a:lnTo>
                  <a:pt x="239" y="351"/>
                </a:lnTo>
                <a:lnTo>
                  <a:pt x="238" y="351"/>
                </a:lnTo>
                <a:lnTo>
                  <a:pt x="238" y="353"/>
                </a:lnTo>
                <a:lnTo>
                  <a:pt x="238" y="354"/>
                </a:lnTo>
                <a:lnTo>
                  <a:pt x="237" y="354"/>
                </a:lnTo>
                <a:lnTo>
                  <a:pt x="237" y="353"/>
                </a:lnTo>
                <a:lnTo>
                  <a:pt x="237" y="352"/>
                </a:lnTo>
                <a:lnTo>
                  <a:pt x="238" y="352"/>
                </a:lnTo>
                <a:lnTo>
                  <a:pt x="238" y="351"/>
                </a:lnTo>
                <a:lnTo>
                  <a:pt x="237" y="351"/>
                </a:lnTo>
                <a:lnTo>
                  <a:pt x="236" y="351"/>
                </a:lnTo>
                <a:lnTo>
                  <a:pt x="236" y="350"/>
                </a:lnTo>
                <a:lnTo>
                  <a:pt x="236" y="351"/>
                </a:lnTo>
                <a:lnTo>
                  <a:pt x="236" y="352"/>
                </a:lnTo>
                <a:lnTo>
                  <a:pt x="237" y="354"/>
                </a:lnTo>
                <a:lnTo>
                  <a:pt x="238" y="354"/>
                </a:lnTo>
                <a:lnTo>
                  <a:pt x="238" y="353"/>
                </a:lnTo>
                <a:lnTo>
                  <a:pt x="239" y="353"/>
                </a:lnTo>
                <a:lnTo>
                  <a:pt x="240" y="353"/>
                </a:lnTo>
                <a:lnTo>
                  <a:pt x="241" y="354"/>
                </a:lnTo>
                <a:lnTo>
                  <a:pt x="240" y="355"/>
                </a:lnTo>
                <a:lnTo>
                  <a:pt x="239" y="355"/>
                </a:lnTo>
                <a:lnTo>
                  <a:pt x="238" y="355"/>
                </a:lnTo>
                <a:lnTo>
                  <a:pt x="237" y="355"/>
                </a:lnTo>
                <a:lnTo>
                  <a:pt x="237" y="356"/>
                </a:lnTo>
                <a:lnTo>
                  <a:pt x="237" y="357"/>
                </a:lnTo>
                <a:lnTo>
                  <a:pt x="236" y="356"/>
                </a:lnTo>
                <a:lnTo>
                  <a:pt x="235" y="356"/>
                </a:lnTo>
                <a:lnTo>
                  <a:pt x="235" y="357"/>
                </a:lnTo>
                <a:lnTo>
                  <a:pt x="234" y="357"/>
                </a:lnTo>
                <a:lnTo>
                  <a:pt x="234" y="358"/>
                </a:lnTo>
                <a:lnTo>
                  <a:pt x="233" y="358"/>
                </a:lnTo>
                <a:lnTo>
                  <a:pt x="233" y="359"/>
                </a:lnTo>
                <a:lnTo>
                  <a:pt x="232" y="359"/>
                </a:lnTo>
                <a:lnTo>
                  <a:pt x="232" y="360"/>
                </a:lnTo>
                <a:lnTo>
                  <a:pt x="233" y="360"/>
                </a:lnTo>
                <a:lnTo>
                  <a:pt x="234" y="360"/>
                </a:lnTo>
                <a:lnTo>
                  <a:pt x="235" y="360"/>
                </a:lnTo>
                <a:lnTo>
                  <a:pt x="235" y="361"/>
                </a:lnTo>
                <a:lnTo>
                  <a:pt x="234" y="361"/>
                </a:lnTo>
                <a:lnTo>
                  <a:pt x="234" y="360"/>
                </a:lnTo>
                <a:lnTo>
                  <a:pt x="234" y="361"/>
                </a:lnTo>
                <a:lnTo>
                  <a:pt x="234" y="362"/>
                </a:lnTo>
                <a:lnTo>
                  <a:pt x="234" y="363"/>
                </a:lnTo>
                <a:lnTo>
                  <a:pt x="235" y="363"/>
                </a:lnTo>
                <a:lnTo>
                  <a:pt x="235" y="364"/>
                </a:lnTo>
                <a:lnTo>
                  <a:pt x="236" y="364"/>
                </a:lnTo>
                <a:lnTo>
                  <a:pt x="236" y="365"/>
                </a:lnTo>
                <a:lnTo>
                  <a:pt x="237" y="365"/>
                </a:lnTo>
                <a:lnTo>
                  <a:pt x="238" y="365"/>
                </a:lnTo>
                <a:lnTo>
                  <a:pt x="239" y="367"/>
                </a:lnTo>
                <a:lnTo>
                  <a:pt x="239" y="368"/>
                </a:lnTo>
                <a:lnTo>
                  <a:pt x="238" y="368"/>
                </a:lnTo>
                <a:lnTo>
                  <a:pt x="236" y="367"/>
                </a:lnTo>
                <a:lnTo>
                  <a:pt x="237" y="368"/>
                </a:lnTo>
                <a:lnTo>
                  <a:pt x="237" y="369"/>
                </a:lnTo>
                <a:lnTo>
                  <a:pt x="238" y="369"/>
                </a:lnTo>
                <a:lnTo>
                  <a:pt x="238" y="370"/>
                </a:lnTo>
                <a:lnTo>
                  <a:pt x="238" y="371"/>
                </a:lnTo>
                <a:lnTo>
                  <a:pt x="237" y="371"/>
                </a:lnTo>
                <a:lnTo>
                  <a:pt x="236" y="371"/>
                </a:lnTo>
                <a:lnTo>
                  <a:pt x="236" y="372"/>
                </a:lnTo>
                <a:lnTo>
                  <a:pt x="235" y="372"/>
                </a:lnTo>
                <a:lnTo>
                  <a:pt x="235" y="371"/>
                </a:lnTo>
                <a:lnTo>
                  <a:pt x="234" y="370"/>
                </a:lnTo>
                <a:lnTo>
                  <a:pt x="234" y="371"/>
                </a:lnTo>
                <a:lnTo>
                  <a:pt x="233" y="373"/>
                </a:lnTo>
                <a:lnTo>
                  <a:pt x="234" y="373"/>
                </a:lnTo>
                <a:lnTo>
                  <a:pt x="234" y="374"/>
                </a:lnTo>
                <a:lnTo>
                  <a:pt x="233" y="375"/>
                </a:lnTo>
                <a:lnTo>
                  <a:pt x="233" y="374"/>
                </a:lnTo>
                <a:lnTo>
                  <a:pt x="232" y="374"/>
                </a:lnTo>
                <a:lnTo>
                  <a:pt x="230" y="374"/>
                </a:lnTo>
                <a:lnTo>
                  <a:pt x="229" y="374"/>
                </a:lnTo>
                <a:lnTo>
                  <a:pt x="229" y="375"/>
                </a:lnTo>
                <a:lnTo>
                  <a:pt x="229" y="376"/>
                </a:lnTo>
                <a:lnTo>
                  <a:pt x="229" y="377"/>
                </a:lnTo>
                <a:lnTo>
                  <a:pt x="228" y="377"/>
                </a:lnTo>
                <a:lnTo>
                  <a:pt x="227" y="377"/>
                </a:lnTo>
                <a:lnTo>
                  <a:pt x="227" y="376"/>
                </a:lnTo>
                <a:lnTo>
                  <a:pt x="226" y="376"/>
                </a:lnTo>
                <a:lnTo>
                  <a:pt x="225" y="376"/>
                </a:lnTo>
                <a:lnTo>
                  <a:pt x="225" y="375"/>
                </a:lnTo>
                <a:lnTo>
                  <a:pt x="224" y="375"/>
                </a:lnTo>
                <a:lnTo>
                  <a:pt x="224" y="376"/>
                </a:lnTo>
                <a:lnTo>
                  <a:pt x="223" y="376"/>
                </a:lnTo>
                <a:lnTo>
                  <a:pt x="223" y="377"/>
                </a:lnTo>
                <a:lnTo>
                  <a:pt x="222" y="378"/>
                </a:lnTo>
                <a:lnTo>
                  <a:pt x="222" y="379"/>
                </a:lnTo>
                <a:lnTo>
                  <a:pt x="223" y="379"/>
                </a:lnTo>
                <a:lnTo>
                  <a:pt x="223" y="380"/>
                </a:lnTo>
                <a:lnTo>
                  <a:pt x="223" y="379"/>
                </a:lnTo>
                <a:lnTo>
                  <a:pt x="222" y="379"/>
                </a:lnTo>
                <a:lnTo>
                  <a:pt x="222" y="380"/>
                </a:lnTo>
                <a:lnTo>
                  <a:pt x="221" y="380"/>
                </a:lnTo>
                <a:lnTo>
                  <a:pt x="221" y="379"/>
                </a:lnTo>
                <a:lnTo>
                  <a:pt x="220" y="379"/>
                </a:lnTo>
                <a:lnTo>
                  <a:pt x="220" y="378"/>
                </a:lnTo>
                <a:lnTo>
                  <a:pt x="219" y="377"/>
                </a:lnTo>
                <a:lnTo>
                  <a:pt x="218" y="377"/>
                </a:lnTo>
                <a:lnTo>
                  <a:pt x="218" y="376"/>
                </a:lnTo>
                <a:lnTo>
                  <a:pt x="217" y="375"/>
                </a:lnTo>
                <a:lnTo>
                  <a:pt x="216" y="376"/>
                </a:lnTo>
                <a:lnTo>
                  <a:pt x="216" y="377"/>
                </a:lnTo>
                <a:lnTo>
                  <a:pt x="216" y="378"/>
                </a:lnTo>
                <a:lnTo>
                  <a:pt x="215" y="378"/>
                </a:lnTo>
                <a:lnTo>
                  <a:pt x="215" y="377"/>
                </a:lnTo>
                <a:lnTo>
                  <a:pt x="214" y="377"/>
                </a:lnTo>
                <a:lnTo>
                  <a:pt x="213" y="377"/>
                </a:lnTo>
                <a:lnTo>
                  <a:pt x="212" y="377"/>
                </a:lnTo>
                <a:lnTo>
                  <a:pt x="211" y="376"/>
                </a:lnTo>
                <a:lnTo>
                  <a:pt x="211" y="375"/>
                </a:lnTo>
                <a:lnTo>
                  <a:pt x="211" y="374"/>
                </a:lnTo>
                <a:lnTo>
                  <a:pt x="210" y="374"/>
                </a:lnTo>
                <a:lnTo>
                  <a:pt x="210" y="373"/>
                </a:lnTo>
                <a:lnTo>
                  <a:pt x="209" y="374"/>
                </a:lnTo>
                <a:lnTo>
                  <a:pt x="210" y="375"/>
                </a:lnTo>
                <a:lnTo>
                  <a:pt x="209" y="376"/>
                </a:lnTo>
                <a:lnTo>
                  <a:pt x="208" y="376"/>
                </a:lnTo>
                <a:lnTo>
                  <a:pt x="208" y="375"/>
                </a:lnTo>
                <a:lnTo>
                  <a:pt x="207" y="375"/>
                </a:lnTo>
                <a:lnTo>
                  <a:pt x="207" y="374"/>
                </a:lnTo>
                <a:lnTo>
                  <a:pt x="206" y="374"/>
                </a:lnTo>
                <a:lnTo>
                  <a:pt x="205" y="374"/>
                </a:lnTo>
                <a:lnTo>
                  <a:pt x="204" y="374"/>
                </a:lnTo>
                <a:lnTo>
                  <a:pt x="203" y="374"/>
                </a:lnTo>
                <a:lnTo>
                  <a:pt x="203" y="376"/>
                </a:lnTo>
                <a:lnTo>
                  <a:pt x="202" y="376"/>
                </a:lnTo>
                <a:lnTo>
                  <a:pt x="202" y="375"/>
                </a:lnTo>
                <a:lnTo>
                  <a:pt x="201" y="374"/>
                </a:lnTo>
                <a:lnTo>
                  <a:pt x="200" y="374"/>
                </a:lnTo>
                <a:lnTo>
                  <a:pt x="200" y="375"/>
                </a:lnTo>
                <a:lnTo>
                  <a:pt x="199" y="375"/>
                </a:lnTo>
                <a:lnTo>
                  <a:pt x="199" y="376"/>
                </a:lnTo>
                <a:lnTo>
                  <a:pt x="198" y="376"/>
                </a:lnTo>
                <a:lnTo>
                  <a:pt x="197" y="376"/>
                </a:lnTo>
                <a:lnTo>
                  <a:pt x="197" y="377"/>
                </a:lnTo>
                <a:lnTo>
                  <a:pt x="196" y="378"/>
                </a:lnTo>
                <a:lnTo>
                  <a:pt x="196" y="379"/>
                </a:lnTo>
                <a:lnTo>
                  <a:pt x="195" y="379"/>
                </a:lnTo>
                <a:lnTo>
                  <a:pt x="195" y="380"/>
                </a:lnTo>
                <a:lnTo>
                  <a:pt x="195" y="381"/>
                </a:lnTo>
                <a:lnTo>
                  <a:pt x="195" y="382"/>
                </a:lnTo>
                <a:lnTo>
                  <a:pt x="196" y="383"/>
                </a:lnTo>
                <a:lnTo>
                  <a:pt x="197" y="384"/>
                </a:lnTo>
                <a:lnTo>
                  <a:pt x="197" y="385"/>
                </a:lnTo>
                <a:lnTo>
                  <a:pt x="196" y="385"/>
                </a:lnTo>
                <a:lnTo>
                  <a:pt x="196" y="386"/>
                </a:lnTo>
                <a:lnTo>
                  <a:pt x="197" y="386"/>
                </a:lnTo>
                <a:lnTo>
                  <a:pt x="197" y="387"/>
                </a:lnTo>
                <a:lnTo>
                  <a:pt x="197" y="388"/>
                </a:lnTo>
                <a:lnTo>
                  <a:pt x="198" y="388"/>
                </a:lnTo>
                <a:lnTo>
                  <a:pt x="198" y="389"/>
                </a:lnTo>
                <a:lnTo>
                  <a:pt x="198" y="390"/>
                </a:lnTo>
                <a:lnTo>
                  <a:pt x="199" y="391"/>
                </a:lnTo>
                <a:lnTo>
                  <a:pt x="198" y="391"/>
                </a:lnTo>
                <a:lnTo>
                  <a:pt x="197" y="391"/>
                </a:lnTo>
                <a:lnTo>
                  <a:pt x="197" y="392"/>
                </a:lnTo>
                <a:lnTo>
                  <a:pt x="196" y="392"/>
                </a:lnTo>
                <a:lnTo>
                  <a:pt x="196" y="393"/>
                </a:lnTo>
                <a:lnTo>
                  <a:pt x="196" y="394"/>
                </a:lnTo>
                <a:lnTo>
                  <a:pt x="196" y="395"/>
                </a:lnTo>
                <a:lnTo>
                  <a:pt x="196" y="396"/>
                </a:lnTo>
                <a:lnTo>
                  <a:pt x="195" y="396"/>
                </a:lnTo>
                <a:lnTo>
                  <a:pt x="195" y="397"/>
                </a:lnTo>
                <a:lnTo>
                  <a:pt x="196" y="397"/>
                </a:lnTo>
                <a:lnTo>
                  <a:pt x="196" y="398"/>
                </a:lnTo>
                <a:lnTo>
                  <a:pt x="197" y="398"/>
                </a:lnTo>
                <a:lnTo>
                  <a:pt x="197" y="399"/>
                </a:lnTo>
                <a:lnTo>
                  <a:pt x="197" y="400"/>
                </a:lnTo>
                <a:lnTo>
                  <a:pt x="197" y="401"/>
                </a:lnTo>
                <a:lnTo>
                  <a:pt x="198" y="401"/>
                </a:lnTo>
                <a:lnTo>
                  <a:pt x="199" y="401"/>
                </a:lnTo>
                <a:lnTo>
                  <a:pt x="199" y="400"/>
                </a:lnTo>
                <a:lnTo>
                  <a:pt x="200" y="400"/>
                </a:lnTo>
                <a:lnTo>
                  <a:pt x="200" y="401"/>
                </a:lnTo>
                <a:lnTo>
                  <a:pt x="199" y="402"/>
                </a:lnTo>
                <a:lnTo>
                  <a:pt x="199" y="403"/>
                </a:lnTo>
                <a:lnTo>
                  <a:pt x="199" y="404"/>
                </a:lnTo>
                <a:lnTo>
                  <a:pt x="199" y="405"/>
                </a:lnTo>
                <a:lnTo>
                  <a:pt x="200" y="405"/>
                </a:lnTo>
                <a:lnTo>
                  <a:pt x="200" y="406"/>
                </a:lnTo>
                <a:lnTo>
                  <a:pt x="200" y="407"/>
                </a:lnTo>
                <a:lnTo>
                  <a:pt x="201" y="407"/>
                </a:lnTo>
                <a:lnTo>
                  <a:pt x="201" y="408"/>
                </a:lnTo>
                <a:lnTo>
                  <a:pt x="200" y="408"/>
                </a:lnTo>
                <a:lnTo>
                  <a:pt x="200" y="409"/>
                </a:lnTo>
                <a:lnTo>
                  <a:pt x="200" y="410"/>
                </a:lnTo>
                <a:lnTo>
                  <a:pt x="200" y="411"/>
                </a:lnTo>
                <a:lnTo>
                  <a:pt x="201" y="412"/>
                </a:lnTo>
                <a:lnTo>
                  <a:pt x="200" y="412"/>
                </a:lnTo>
                <a:lnTo>
                  <a:pt x="201" y="413"/>
                </a:lnTo>
                <a:lnTo>
                  <a:pt x="201" y="414"/>
                </a:lnTo>
                <a:lnTo>
                  <a:pt x="200" y="414"/>
                </a:lnTo>
                <a:lnTo>
                  <a:pt x="199" y="415"/>
                </a:lnTo>
                <a:lnTo>
                  <a:pt x="200" y="416"/>
                </a:lnTo>
                <a:lnTo>
                  <a:pt x="198" y="418"/>
                </a:lnTo>
                <a:lnTo>
                  <a:pt x="197" y="418"/>
                </a:lnTo>
                <a:lnTo>
                  <a:pt x="197" y="419"/>
                </a:lnTo>
                <a:lnTo>
                  <a:pt x="196" y="419"/>
                </a:lnTo>
                <a:lnTo>
                  <a:pt x="195" y="419"/>
                </a:lnTo>
                <a:lnTo>
                  <a:pt x="194" y="420"/>
                </a:lnTo>
                <a:lnTo>
                  <a:pt x="194" y="421"/>
                </a:lnTo>
                <a:lnTo>
                  <a:pt x="193" y="421"/>
                </a:lnTo>
                <a:lnTo>
                  <a:pt x="192" y="422"/>
                </a:lnTo>
                <a:lnTo>
                  <a:pt x="191" y="422"/>
                </a:lnTo>
                <a:lnTo>
                  <a:pt x="190" y="422"/>
                </a:lnTo>
                <a:lnTo>
                  <a:pt x="189" y="422"/>
                </a:lnTo>
                <a:lnTo>
                  <a:pt x="188" y="422"/>
                </a:lnTo>
                <a:lnTo>
                  <a:pt x="188" y="423"/>
                </a:lnTo>
                <a:lnTo>
                  <a:pt x="189" y="423"/>
                </a:lnTo>
                <a:lnTo>
                  <a:pt x="189" y="424"/>
                </a:lnTo>
                <a:lnTo>
                  <a:pt x="189" y="425"/>
                </a:lnTo>
                <a:lnTo>
                  <a:pt x="188" y="426"/>
                </a:lnTo>
                <a:lnTo>
                  <a:pt x="188" y="425"/>
                </a:lnTo>
                <a:lnTo>
                  <a:pt x="187" y="425"/>
                </a:lnTo>
                <a:lnTo>
                  <a:pt x="187" y="424"/>
                </a:lnTo>
                <a:lnTo>
                  <a:pt x="186" y="424"/>
                </a:lnTo>
                <a:lnTo>
                  <a:pt x="185" y="424"/>
                </a:lnTo>
                <a:lnTo>
                  <a:pt x="185" y="423"/>
                </a:lnTo>
                <a:lnTo>
                  <a:pt x="184" y="423"/>
                </a:lnTo>
                <a:lnTo>
                  <a:pt x="184" y="422"/>
                </a:lnTo>
                <a:lnTo>
                  <a:pt x="184" y="421"/>
                </a:lnTo>
                <a:lnTo>
                  <a:pt x="183" y="420"/>
                </a:lnTo>
                <a:lnTo>
                  <a:pt x="181" y="419"/>
                </a:lnTo>
                <a:lnTo>
                  <a:pt x="181" y="418"/>
                </a:lnTo>
                <a:lnTo>
                  <a:pt x="180" y="416"/>
                </a:lnTo>
                <a:lnTo>
                  <a:pt x="179" y="416"/>
                </a:lnTo>
                <a:lnTo>
                  <a:pt x="178" y="416"/>
                </a:lnTo>
                <a:lnTo>
                  <a:pt x="178" y="415"/>
                </a:lnTo>
                <a:lnTo>
                  <a:pt x="178" y="414"/>
                </a:lnTo>
                <a:lnTo>
                  <a:pt x="177" y="414"/>
                </a:lnTo>
                <a:lnTo>
                  <a:pt x="177" y="413"/>
                </a:lnTo>
                <a:lnTo>
                  <a:pt x="178" y="413"/>
                </a:lnTo>
                <a:lnTo>
                  <a:pt x="178" y="412"/>
                </a:lnTo>
                <a:lnTo>
                  <a:pt x="177" y="411"/>
                </a:lnTo>
                <a:lnTo>
                  <a:pt x="177" y="410"/>
                </a:lnTo>
                <a:lnTo>
                  <a:pt x="177" y="408"/>
                </a:lnTo>
                <a:lnTo>
                  <a:pt x="176" y="408"/>
                </a:lnTo>
                <a:lnTo>
                  <a:pt x="175" y="408"/>
                </a:lnTo>
                <a:lnTo>
                  <a:pt x="173" y="408"/>
                </a:lnTo>
                <a:lnTo>
                  <a:pt x="173" y="407"/>
                </a:lnTo>
                <a:lnTo>
                  <a:pt x="172" y="407"/>
                </a:lnTo>
                <a:lnTo>
                  <a:pt x="172" y="406"/>
                </a:lnTo>
                <a:lnTo>
                  <a:pt x="172" y="407"/>
                </a:lnTo>
                <a:lnTo>
                  <a:pt x="172" y="406"/>
                </a:lnTo>
                <a:lnTo>
                  <a:pt x="172" y="405"/>
                </a:lnTo>
                <a:lnTo>
                  <a:pt x="171" y="405"/>
                </a:lnTo>
                <a:lnTo>
                  <a:pt x="171" y="406"/>
                </a:lnTo>
                <a:lnTo>
                  <a:pt x="170" y="407"/>
                </a:lnTo>
                <a:lnTo>
                  <a:pt x="169" y="408"/>
                </a:lnTo>
                <a:lnTo>
                  <a:pt x="168" y="409"/>
                </a:lnTo>
                <a:lnTo>
                  <a:pt x="167" y="409"/>
                </a:lnTo>
                <a:lnTo>
                  <a:pt x="167" y="410"/>
                </a:lnTo>
                <a:lnTo>
                  <a:pt x="167" y="411"/>
                </a:lnTo>
                <a:lnTo>
                  <a:pt x="167" y="412"/>
                </a:lnTo>
                <a:lnTo>
                  <a:pt x="166" y="412"/>
                </a:lnTo>
                <a:lnTo>
                  <a:pt x="166" y="413"/>
                </a:lnTo>
                <a:lnTo>
                  <a:pt x="165" y="413"/>
                </a:lnTo>
                <a:lnTo>
                  <a:pt x="165" y="412"/>
                </a:lnTo>
                <a:lnTo>
                  <a:pt x="165" y="411"/>
                </a:lnTo>
                <a:lnTo>
                  <a:pt x="165" y="410"/>
                </a:lnTo>
                <a:lnTo>
                  <a:pt x="164" y="410"/>
                </a:lnTo>
                <a:lnTo>
                  <a:pt x="165" y="409"/>
                </a:lnTo>
                <a:lnTo>
                  <a:pt x="163" y="409"/>
                </a:lnTo>
                <a:lnTo>
                  <a:pt x="163" y="408"/>
                </a:lnTo>
                <a:lnTo>
                  <a:pt x="163" y="407"/>
                </a:lnTo>
                <a:lnTo>
                  <a:pt x="163" y="406"/>
                </a:lnTo>
                <a:lnTo>
                  <a:pt x="163" y="405"/>
                </a:lnTo>
                <a:lnTo>
                  <a:pt x="162" y="404"/>
                </a:lnTo>
                <a:lnTo>
                  <a:pt x="162" y="403"/>
                </a:lnTo>
                <a:lnTo>
                  <a:pt x="162" y="402"/>
                </a:lnTo>
                <a:lnTo>
                  <a:pt x="162" y="401"/>
                </a:lnTo>
                <a:lnTo>
                  <a:pt x="160" y="400"/>
                </a:lnTo>
                <a:lnTo>
                  <a:pt x="162" y="400"/>
                </a:lnTo>
                <a:lnTo>
                  <a:pt x="163" y="400"/>
                </a:lnTo>
                <a:lnTo>
                  <a:pt x="164" y="399"/>
                </a:lnTo>
                <a:lnTo>
                  <a:pt x="165" y="399"/>
                </a:lnTo>
                <a:lnTo>
                  <a:pt x="164" y="398"/>
                </a:lnTo>
                <a:lnTo>
                  <a:pt x="163" y="398"/>
                </a:lnTo>
                <a:lnTo>
                  <a:pt x="162" y="398"/>
                </a:lnTo>
                <a:lnTo>
                  <a:pt x="163" y="399"/>
                </a:lnTo>
                <a:lnTo>
                  <a:pt x="162" y="399"/>
                </a:lnTo>
                <a:lnTo>
                  <a:pt x="162" y="400"/>
                </a:lnTo>
                <a:lnTo>
                  <a:pt x="162" y="399"/>
                </a:lnTo>
                <a:lnTo>
                  <a:pt x="162" y="398"/>
                </a:lnTo>
                <a:lnTo>
                  <a:pt x="160" y="398"/>
                </a:lnTo>
                <a:lnTo>
                  <a:pt x="160" y="399"/>
                </a:lnTo>
                <a:lnTo>
                  <a:pt x="159" y="399"/>
                </a:lnTo>
                <a:lnTo>
                  <a:pt x="158" y="399"/>
                </a:lnTo>
                <a:lnTo>
                  <a:pt x="156" y="399"/>
                </a:lnTo>
                <a:lnTo>
                  <a:pt x="155" y="399"/>
                </a:lnTo>
                <a:lnTo>
                  <a:pt x="155" y="398"/>
                </a:lnTo>
                <a:lnTo>
                  <a:pt x="156" y="398"/>
                </a:lnTo>
                <a:lnTo>
                  <a:pt x="156" y="397"/>
                </a:lnTo>
                <a:lnTo>
                  <a:pt x="156" y="396"/>
                </a:lnTo>
                <a:lnTo>
                  <a:pt x="155" y="396"/>
                </a:lnTo>
                <a:lnTo>
                  <a:pt x="154" y="396"/>
                </a:lnTo>
                <a:lnTo>
                  <a:pt x="153" y="396"/>
                </a:lnTo>
                <a:lnTo>
                  <a:pt x="152" y="396"/>
                </a:lnTo>
                <a:lnTo>
                  <a:pt x="152" y="395"/>
                </a:lnTo>
                <a:lnTo>
                  <a:pt x="151" y="395"/>
                </a:lnTo>
                <a:lnTo>
                  <a:pt x="149" y="395"/>
                </a:lnTo>
                <a:lnTo>
                  <a:pt x="148" y="395"/>
                </a:lnTo>
                <a:lnTo>
                  <a:pt x="147" y="395"/>
                </a:lnTo>
                <a:lnTo>
                  <a:pt x="146" y="394"/>
                </a:lnTo>
                <a:lnTo>
                  <a:pt x="144" y="394"/>
                </a:lnTo>
                <a:lnTo>
                  <a:pt x="144" y="395"/>
                </a:lnTo>
                <a:lnTo>
                  <a:pt x="143" y="395"/>
                </a:lnTo>
                <a:lnTo>
                  <a:pt x="143" y="394"/>
                </a:lnTo>
                <a:lnTo>
                  <a:pt x="142" y="396"/>
                </a:lnTo>
                <a:lnTo>
                  <a:pt x="142" y="397"/>
                </a:lnTo>
                <a:lnTo>
                  <a:pt x="141" y="398"/>
                </a:lnTo>
                <a:lnTo>
                  <a:pt x="141" y="399"/>
                </a:lnTo>
                <a:lnTo>
                  <a:pt x="141" y="400"/>
                </a:lnTo>
                <a:lnTo>
                  <a:pt x="140" y="400"/>
                </a:lnTo>
                <a:lnTo>
                  <a:pt x="140" y="399"/>
                </a:lnTo>
                <a:lnTo>
                  <a:pt x="140" y="398"/>
                </a:lnTo>
                <a:lnTo>
                  <a:pt x="139" y="397"/>
                </a:lnTo>
                <a:lnTo>
                  <a:pt x="140" y="397"/>
                </a:lnTo>
                <a:lnTo>
                  <a:pt x="140" y="396"/>
                </a:lnTo>
                <a:lnTo>
                  <a:pt x="140" y="395"/>
                </a:lnTo>
                <a:lnTo>
                  <a:pt x="139" y="395"/>
                </a:lnTo>
                <a:lnTo>
                  <a:pt x="139" y="394"/>
                </a:lnTo>
                <a:lnTo>
                  <a:pt x="138" y="393"/>
                </a:lnTo>
                <a:lnTo>
                  <a:pt x="139" y="393"/>
                </a:lnTo>
                <a:lnTo>
                  <a:pt x="138" y="392"/>
                </a:lnTo>
                <a:lnTo>
                  <a:pt x="138" y="391"/>
                </a:lnTo>
                <a:lnTo>
                  <a:pt x="137" y="392"/>
                </a:lnTo>
                <a:lnTo>
                  <a:pt x="136" y="391"/>
                </a:lnTo>
                <a:lnTo>
                  <a:pt x="135" y="391"/>
                </a:lnTo>
                <a:lnTo>
                  <a:pt x="135" y="390"/>
                </a:lnTo>
                <a:lnTo>
                  <a:pt x="134" y="390"/>
                </a:lnTo>
                <a:lnTo>
                  <a:pt x="135" y="390"/>
                </a:lnTo>
                <a:lnTo>
                  <a:pt x="135" y="389"/>
                </a:lnTo>
                <a:lnTo>
                  <a:pt x="134" y="388"/>
                </a:lnTo>
                <a:lnTo>
                  <a:pt x="133" y="388"/>
                </a:lnTo>
                <a:lnTo>
                  <a:pt x="132" y="388"/>
                </a:lnTo>
                <a:lnTo>
                  <a:pt x="132" y="387"/>
                </a:lnTo>
                <a:lnTo>
                  <a:pt x="133" y="387"/>
                </a:lnTo>
                <a:lnTo>
                  <a:pt x="133" y="385"/>
                </a:lnTo>
                <a:lnTo>
                  <a:pt x="133" y="386"/>
                </a:lnTo>
                <a:lnTo>
                  <a:pt x="132" y="386"/>
                </a:lnTo>
                <a:lnTo>
                  <a:pt x="131" y="386"/>
                </a:lnTo>
                <a:lnTo>
                  <a:pt x="131" y="385"/>
                </a:lnTo>
                <a:lnTo>
                  <a:pt x="130" y="385"/>
                </a:lnTo>
                <a:lnTo>
                  <a:pt x="130" y="384"/>
                </a:lnTo>
                <a:lnTo>
                  <a:pt x="129" y="384"/>
                </a:lnTo>
                <a:lnTo>
                  <a:pt x="129" y="383"/>
                </a:lnTo>
                <a:lnTo>
                  <a:pt x="129" y="382"/>
                </a:lnTo>
                <a:lnTo>
                  <a:pt x="130" y="381"/>
                </a:lnTo>
                <a:lnTo>
                  <a:pt x="129" y="380"/>
                </a:lnTo>
                <a:lnTo>
                  <a:pt x="129" y="381"/>
                </a:lnTo>
                <a:lnTo>
                  <a:pt x="128" y="381"/>
                </a:lnTo>
                <a:lnTo>
                  <a:pt x="128" y="380"/>
                </a:lnTo>
                <a:lnTo>
                  <a:pt x="127" y="380"/>
                </a:lnTo>
                <a:lnTo>
                  <a:pt x="127" y="378"/>
                </a:lnTo>
                <a:lnTo>
                  <a:pt x="128" y="378"/>
                </a:lnTo>
                <a:lnTo>
                  <a:pt x="128" y="377"/>
                </a:lnTo>
                <a:lnTo>
                  <a:pt x="129" y="377"/>
                </a:lnTo>
                <a:lnTo>
                  <a:pt x="129" y="376"/>
                </a:lnTo>
                <a:lnTo>
                  <a:pt x="130" y="376"/>
                </a:lnTo>
                <a:lnTo>
                  <a:pt x="130" y="377"/>
                </a:lnTo>
                <a:lnTo>
                  <a:pt x="130" y="378"/>
                </a:lnTo>
                <a:lnTo>
                  <a:pt x="131" y="378"/>
                </a:lnTo>
                <a:lnTo>
                  <a:pt x="132" y="378"/>
                </a:lnTo>
                <a:lnTo>
                  <a:pt x="132" y="377"/>
                </a:lnTo>
                <a:lnTo>
                  <a:pt x="133" y="377"/>
                </a:lnTo>
                <a:lnTo>
                  <a:pt x="133" y="376"/>
                </a:lnTo>
                <a:lnTo>
                  <a:pt x="133" y="375"/>
                </a:lnTo>
                <a:lnTo>
                  <a:pt x="132" y="375"/>
                </a:lnTo>
                <a:lnTo>
                  <a:pt x="131" y="375"/>
                </a:lnTo>
                <a:lnTo>
                  <a:pt x="131" y="376"/>
                </a:lnTo>
                <a:lnTo>
                  <a:pt x="130" y="375"/>
                </a:lnTo>
                <a:lnTo>
                  <a:pt x="129" y="374"/>
                </a:lnTo>
                <a:lnTo>
                  <a:pt x="128" y="374"/>
                </a:lnTo>
                <a:lnTo>
                  <a:pt x="128" y="375"/>
                </a:lnTo>
                <a:lnTo>
                  <a:pt x="127" y="375"/>
                </a:lnTo>
                <a:lnTo>
                  <a:pt x="126" y="374"/>
                </a:lnTo>
                <a:lnTo>
                  <a:pt x="127" y="374"/>
                </a:lnTo>
                <a:lnTo>
                  <a:pt x="127" y="373"/>
                </a:lnTo>
                <a:lnTo>
                  <a:pt x="126" y="373"/>
                </a:lnTo>
                <a:lnTo>
                  <a:pt x="126" y="374"/>
                </a:lnTo>
                <a:lnTo>
                  <a:pt x="125" y="374"/>
                </a:lnTo>
                <a:lnTo>
                  <a:pt x="125" y="373"/>
                </a:lnTo>
                <a:lnTo>
                  <a:pt x="123" y="374"/>
                </a:lnTo>
                <a:lnTo>
                  <a:pt x="122" y="374"/>
                </a:lnTo>
                <a:lnTo>
                  <a:pt x="122" y="375"/>
                </a:lnTo>
                <a:lnTo>
                  <a:pt x="121" y="375"/>
                </a:lnTo>
                <a:lnTo>
                  <a:pt x="120" y="375"/>
                </a:lnTo>
                <a:lnTo>
                  <a:pt x="119" y="376"/>
                </a:lnTo>
                <a:lnTo>
                  <a:pt x="118" y="376"/>
                </a:lnTo>
                <a:lnTo>
                  <a:pt x="118" y="377"/>
                </a:lnTo>
                <a:lnTo>
                  <a:pt x="117" y="377"/>
                </a:lnTo>
                <a:lnTo>
                  <a:pt x="116" y="377"/>
                </a:lnTo>
                <a:lnTo>
                  <a:pt x="117" y="378"/>
                </a:lnTo>
                <a:lnTo>
                  <a:pt x="116" y="378"/>
                </a:lnTo>
                <a:lnTo>
                  <a:pt x="116" y="379"/>
                </a:lnTo>
                <a:lnTo>
                  <a:pt x="115" y="380"/>
                </a:lnTo>
                <a:lnTo>
                  <a:pt x="115" y="379"/>
                </a:lnTo>
                <a:lnTo>
                  <a:pt x="115" y="378"/>
                </a:lnTo>
                <a:lnTo>
                  <a:pt x="115" y="377"/>
                </a:lnTo>
                <a:lnTo>
                  <a:pt x="116" y="377"/>
                </a:lnTo>
                <a:lnTo>
                  <a:pt x="115" y="376"/>
                </a:lnTo>
                <a:lnTo>
                  <a:pt x="114" y="376"/>
                </a:lnTo>
                <a:lnTo>
                  <a:pt x="114" y="375"/>
                </a:lnTo>
                <a:lnTo>
                  <a:pt x="113" y="375"/>
                </a:lnTo>
                <a:lnTo>
                  <a:pt x="113" y="376"/>
                </a:lnTo>
                <a:lnTo>
                  <a:pt x="112" y="376"/>
                </a:lnTo>
                <a:lnTo>
                  <a:pt x="111" y="376"/>
                </a:lnTo>
                <a:lnTo>
                  <a:pt x="110" y="376"/>
                </a:lnTo>
                <a:lnTo>
                  <a:pt x="109" y="376"/>
                </a:lnTo>
                <a:lnTo>
                  <a:pt x="108" y="376"/>
                </a:lnTo>
                <a:lnTo>
                  <a:pt x="107" y="375"/>
                </a:lnTo>
                <a:lnTo>
                  <a:pt x="107" y="374"/>
                </a:lnTo>
                <a:lnTo>
                  <a:pt x="107" y="373"/>
                </a:lnTo>
                <a:lnTo>
                  <a:pt x="105" y="373"/>
                </a:lnTo>
                <a:lnTo>
                  <a:pt x="105" y="372"/>
                </a:lnTo>
                <a:lnTo>
                  <a:pt x="106" y="371"/>
                </a:lnTo>
                <a:lnTo>
                  <a:pt x="105" y="371"/>
                </a:lnTo>
                <a:lnTo>
                  <a:pt x="105" y="370"/>
                </a:lnTo>
                <a:lnTo>
                  <a:pt x="104" y="370"/>
                </a:lnTo>
                <a:lnTo>
                  <a:pt x="103" y="369"/>
                </a:lnTo>
                <a:lnTo>
                  <a:pt x="103" y="366"/>
                </a:lnTo>
                <a:lnTo>
                  <a:pt x="102" y="367"/>
                </a:lnTo>
                <a:lnTo>
                  <a:pt x="102" y="366"/>
                </a:lnTo>
                <a:lnTo>
                  <a:pt x="101" y="366"/>
                </a:lnTo>
                <a:lnTo>
                  <a:pt x="100" y="367"/>
                </a:lnTo>
                <a:lnTo>
                  <a:pt x="100" y="368"/>
                </a:lnTo>
                <a:lnTo>
                  <a:pt x="99" y="368"/>
                </a:lnTo>
                <a:lnTo>
                  <a:pt x="99" y="369"/>
                </a:lnTo>
                <a:lnTo>
                  <a:pt x="98" y="369"/>
                </a:lnTo>
                <a:lnTo>
                  <a:pt x="98" y="368"/>
                </a:lnTo>
                <a:lnTo>
                  <a:pt x="98" y="367"/>
                </a:lnTo>
                <a:lnTo>
                  <a:pt x="99" y="367"/>
                </a:lnTo>
                <a:lnTo>
                  <a:pt x="98" y="365"/>
                </a:lnTo>
                <a:lnTo>
                  <a:pt x="98" y="364"/>
                </a:lnTo>
                <a:lnTo>
                  <a:pt x="98" y="363"/>
                </a:lnTo>
                <a:lnTo>
                  <a:pt x="99" y="363"/>
                </a:lnTo>
                <a:lnTo>
                  <a:pt x="100" y="363"/>
                </a:lnTo>
                <a:lnTo>
                  <a:pt x="100" y="362"/>
                </a:lnTo>
                <a:lnTo>
                  <a:pt x="100" y="361"/>
                </a:lnTo>
                <a:lnTo>
                  <a:pt x="99" y="361"/>
                </a:lnTo>
                <a:lnTo>
                  <a:pt x="98" y="361"/>
                </a:lnTo>
                <a:lnTo>
                  <a:pt x="97" y="361"/>
                </a:lnTo>
                <a:lnTo>
                  <a:pt x="97" y="360"/>
                </a:lnTo>
                <a:lnTo>
                  <a:pt x="96" y="360"/>
                </a:lnTo>
                <a:lnTo>
                  <a:pt x="95" y="360"/>
                </a:lnTo>
                <a:lnTo>
                  <a:pt x="95" y="359"/>
                </a:lnTo>
                <a:lnTo>
                  <a:pt x="94" y="359"/>
                </a:lnTo>
                <a:lnTo>
                  <a:pt x="94" y="358"/>
                </a:lnTo>
                <a:lnTo>
                  <a:pt x="94" y="357"/>
                </a:lnTo>
                <a:lnTo>
                  <a:pt x="95" y="357"/>
                </a:lnTo>
                <a:lnTo>
                  <a:pt x="95" y="356"/>
                </a:lnTo>
                <a:lnTo>
                  <a:pt x="95" y="355"/>
                </a:lnTo>
                <a:lnTo>
                  <a:pt x="94" y="355"/>
                </a:lnTo>
                <a:lnTo>
                  <a:pt x="94" y="354"/>
                </a:lnTo>
                <a:lnTo>
                  <a:pt x="94" y="353"/>
                </a:lnTo>
                <a:lnTo>
                  <a:pt x="94" y="351"/>
                </a:lnTo>
                <a:lnTo>
                  <a:pt x="94" y="350"/>
                </a:lnTo>
                <a:lnTo>
                  <a:pt x="95" y="349"/>
                </a:lnTo>
                <a:lnTo>
                  <a:pt x="94" y="348"/>
                </a:lnTo>
                <a:lnTo>
                  <a:pt x="95" y="347"/>
                </a:lnTo>
                <a:lnTo>
                  <a:pt x="95" y="346"/>
                </a:lnTo>
                <a:lnTo>
                  <a:pt x="95" y="344"/>
                </a:lnTo>
                <a:lnTo>
                  <a:pt x="96" y="344"/>
                </a:lnTo>
                <a:lnTo>
                  <a:pt x="97" y="344"/>
                </a:lnTo>
                <a:lnTo>
                  <a:pt x="97" y="343"/>
                </a:lnTo>
                <a:lnTo>
                  <a:pt x="98" y="341"/>
                </a:lnTo>
                <a:lnTo>
                  <a:pt x="99" y="341"/>
                </a:lnTo>
                <a:lnTo>
                  <a:pt x="100" y="341"/>
                </a:lnTo>
                <a:lnTo>
                  <a:pt x="100" y="340"/>
                </a:lnTo>
                <a:lnTo>
                  <a:pt x="101" y="340"/>
                </a:lnTo>
                <a:lnTo>
                  <a:pt x="103" y="338"/>
                </a:lnTo>
                <a:lnTo>
                  <a:pt x="103" y="337"/>
                </a:lnTo>
                <a:lnTo>
                  <a:pt x="105" y="337"/>
                </a:lnTo>
                <a:lnTo>
                  <a:pt x="106" y="337"/>
                </a:lnTo>
                <a:lnTo>
                  <a:pt x="107" y="338"/>
                </a:lnTo>
                <a:lnTo>
                  <a:pt x="108" y="338"/>
                </a:lnTo>
                <a:lnTo>
                  <a:pt x="109" y="337"/>
                </a:lnTo>
                <a:lnTo>
                  <a:pt x="109" y="336"/>
                </a:lnTo>
                <a:lnTo>
                  <a:pt x="109" y="335"/>
                </a:lnTo>
                <a:lnTo>
                  <a:pt x="110" y="334"/>
                </a:lnTo>
                <a:lnTo>
                  <a:pt x="110" y="333"/>
                </a:lnTo>
                <a:lnTo>
                  <a:pt x="111" y="333"/>
                </a:lnTo>
                <a:lnTo>
                  <a:pt x="111" y="332"/>
                </a:lnTo>
                <a:lnTo>
                  <a:pt x="110" y="332"/>
                </a:lnTo>
                <a:lnTo>
                  <a:pt x="109" y="331"/>
                </a:lnTo>
                <a:lnTo>
                  <a:pt x="109" y="330"/>
                </a:lnTo>
                <a:lnTo>
                  <a:pt x="108" y="329"/>
                </a:lnTo>
                <a:lnTo>
                  <a:pt x="108" y="328"/>
                </a:lnTo>
                <a:lnTo>
                  <a:pt x="108" y="326"/>
                </a:lnTo>
                <a:lnTo>
                  <a:pt x="107" y="325"/>
                </a:lnTo>
                <a:lnTo>
                  <a:pt x="106" y="325"/>
                </a:lnTo>
                <a:lnTo>
                  <a:pt x="106" y="324"/>
                </a:lnTo>
                <a:lnTo>
                  <a:pt x="106" y="323"/>
                </a:lnTo>
                <a:lnTo>
                  <a:pt x="106" y="322"/>
                </a:lnTo>
                <a:lnTo>
                  <a:pt x="106" y="321"/>
                </a:lnTo>
                <a:lnTo>
                  <a:pt x="106" y="320"/>
                </a:lnTo>
                <a:lnTo>
                  <a:pt x="106" y="319"/>
                </a:lnTo>
                <a:lnTo>
                  <a:pt x="107" y="319"/>
                </a:lnTo>
                <a:lnTo>
                  <a:pt x="107" y="318"/>
                </a:lnTo>
                <a:lnTo>
                  <a:pt x="107" y="317"/>
                </a:lnTo>
                <a:lnTo>
                  <a:pt x="106" y="317"/>
                </a:lnTo>
                <a:lnTo>
                  <a:pt x="106" y="316"/>
                </a:lnTo>
                <a:lnTo>
                  <a:pt x="106" y="315"/>
                </a:lnTo>
                <a:lnTo>
                  <a:pt x="105" y="315"/>
                </a:lnTo>
                <a:lnTo>
                  <a:pt x="106" y="315"/>
                </a:lnTo>
                <a:lnTo>
                  <a:pt x="105" y="315"/>
                </a:lnTo>
                <a:lnTo>
                  <a:pt x="105" y="314"/>
                </a:lnTo>
                <a:lnTo>
                  <a:pt x="104" y="314"/>
                </a:lnTo>
                <a:lnTo>
                  <a:pt x="104" y="315"/>
                </a:lnTo>
                <a:lnTo>
                  <a:pt x="104" y="314"/>
                </a:lnTo>
                <a:lnTo>
                  <a:pt x="103" y="314"/>
                </a:lnTo>
                <a:lnTo>
                  <a:pt x="103" y="313"/>
                </a:lnTo>
                <a:lnTo>
                  <a:pt x="102" y="313"/>
                </a:lnTo>
                <a:lnTo>
                  <a:pt x="102" y="312"/>
                </a:lnTo>
                <a:lnTo>
                  <a:pt x="101" y="312"/>
                </a:lnTo>
                <a:lnTo>
                  <a:pt x="101" y="311"/>
                </a:lnTo>
                <a:lnTo>
                  <a:pt x="101" y="310"/>
                </a:lnTo>
                <a:lnTo>
                  <a:pt x="100" y="310"/>
                </a:lnTo>
                <a:lnTo>
                  <a:pt x="101" y="310"/>
                </a:lnTo>
                <a:lnTo>
                  <a:pt x="102" y="310"/>
                </a:lnTo>
                <a:lnTo>
                  <a:pt x="102" y="309"/>
                </a:lnTo>
                <a:lnTo>
                  <a:pt x="102" y="308"/>
                </a:lnTo>
                <a:lnTo>
                  <a:pt x="101" y="308"/>
                </a:lnTo>
                <a:lnTo>
                  <a:pt x="100" y="306"/>
                </a:lnTo>
                <a:lnTo>
                  <a:pt x="100" y="305"/>
                </a:lnTo>
                <a:lnTo>
                  <a:pt x="100" y="304"/>
                </a:lnTo>
                <a:lnTo>
                  <a:pt x="99" y="303"/>
                </a:lnTo>
                <a:lnTo>
                  <a:pt x="98" y="303"/>
                </a:lnTo>
                <a:lnTo>
                  <a:pt x="98" y="304"/>
                </a:lnTo>
                <a:lnTo>
                  <a:pt x="98" y="303"/>
                </a:lnTo>
                <a:lnTo>
                  <a:pt x="97" y="303"/>
                </a:lnTo>
                <a:lnTo>
                  <a:pt x="97" y="302"/>
                </a:lnTo>
                <a:lnTo>
                  <a:pt x="98" y="301"/>
                </a:lnTo>
                <a:lnTo>
                  <a:pt x="98" y="298"/>
                </a:lnTo>
                <a:lnTo>
                  <a:pt x="97" y="297"/>
                </a:lnTo>
                <a:lnTo>
                  <a:pt x="97" y="296"/>
                </a:lnTo>
                <a:lnTo>
                  <a:pt x="95" y="295"/>
                </a:lnTo>
                <a:lnTo>
                  <a:pt x="94" y="294"/>
                </a:lnTo>
                <a:lnTo>
                  <a:pt x="94" y="293"/>
                </a:lnTo>
                <a:lnTo>
                  <a:pt x="93" y="293"/>
                </a:lnTo>
                <a:lnTo>
                  <a:pt x="92" y="293"/>
                </a:lnTo>
                <a:lnTo>
                  <a:pt x="91" y="294"/>
                </a:lnTo>
                <a:lnTo>
                  <a:pt x="90" y="294"/>
                </a:lnTo>
                <a:lnTo>
                  <a:pt x="88" y="293"/>
                </a:lnTo>
                <a:lnTo>
                  <a:pt x="87" y="292"/>
                </a:lnTo>
                <a:lnTo>
                  <a:pt x="87" y="291"/>
                </a:lnTo>
                <a:lnTo>
                  <a:pt x="88" y="291"/>
                </a:lnTo>
                <a:lnTo>
                  <a:pt x="89" y="290"/>
                </a:lnTo>
                <a:lnTo>
                  <a:pt x="89" y="289"/>
                </a:lnTo>
                <a:lnTo>
                  <a:pt x="88" y="288"/>
                </a:lnTo>
                <a:lnTo>
                  <a:pt x="88" y="287"/>
                </a:lnTo>
                <a:lnTo>
                  <a:pt x="89" y="287"/>
                </a:lnTo>
                <a:lnTo>
                  <a:pt x="88" y="286"/>
                </a:lnTo>
                <a:lnTo>
                  <a:pt x="87" y="286"/>
                </a:lnTo>
                <a:lnTo>
                  <a:pt x="86" y="285"/>
                </a:lnTo>
                <a:lnTo>
                  <a:pt x="86" y="284"/>
                </a:lnTo>
                <a:lnTo>
                  <a:pt x="85" y="283"/>
                </a:lnTo>
                <a:lnTo>
                  <a:pt x="84" y="283"/>
                </a:lnTo>
                <a:lnTo>
                  <a:pt x="85" y="281"/>
                </a:lnTo>
                <a:lnTo>
                  <a:pt x="85" y="280"/>
                </a:lnTo>
                <a:lnTo>
                  <a:pt x="84" y="279"/>
                </a:lnTo>
                <a:lnTo>
                  <a:pt x="83" y="278"/>
                </a:lnTo>
                <a:lnTo>
                  <a:pt x="83" y="277"/>
                </a:lnTo>
                <a:lnTo>
                  <a:pt x="83" y="276"/>
                </a:lnTo>
                <a:lnTo>
                  <a:pt x="83" y="275"/>
                </a:lnTo>
                <a:lnTo>
                  <a:pt x="84" y="273"/>
                </a:lnTo>
                <a:lnTo>
                  <a:pt x="85" y="273"/>
                </a:lnTo>
                <a:lnTo>
                  <a:pt x="86" y="273"/>
                </a:lnTo>
                <a:lnTo>
                  <a:pt x="86" y="272"/>
                </a:lnTo>
                <a:lnTo>
                  <a:pt x="88" y="272"/>
                </a:lnTo>
                <a:lnTo>
                  <a:pt x="89" y="272"/>
                </a:lnTo>
                <a:lnTo>
                  <a:pt x="89" y="271"/>
                </a:lnTo>
                <a:lnTo>
                  <a:pt x="90" y="271"/>
                </a:lnTo>
                <a:lnTo>
                  <a:pt x="91" y="271"/>
                </a:lnTo>
                <a:lnTo>
                  <a:pt x="92" y="271"/>
                </a:lnTo>
                <a:lnTo>
                  <a:pt x="92" y="272"/>
                </a:lnTo>
                <a:lnTo>
                  <a:pt x="93" y="272"/>
                </a:lnTo>
                <a:lnTo>
                  <a:pt x="94" y="272"/>
                </a:lnTo>
                <a:lnTo>
                  <a:pt x="94" y="271"/>
                </a:lnTo>
                <a:lnTo>
                  <a:pt x="94" y="270"/>
                </a:lnTo>
                <a:lnTo>
                  <a:pt x="95" y="270"/>
                </a:lnTo>
                <a:lnTo>
                  <a:pt x="95" y="269"/>
                </a:lnTo>
                <a:lnTo>
                  <a:pt x="95" y="268"/>
                </a:lnTo>
                <a:lnTo>
                  <a:pt x="95" y="267"/>
                </a:lnTo>
                <a:lnTo>
                  <a:pt x="94" y="266"/>
                </a:lnTo>
                <a:lnTo>
                  <a:pt x="94" y="265"/>
                </a:lnTo>
                <a:lnTo>
                  <a:pt x="93" y="265"/>
                </a:lnTo>
                <a:lnTo>
                  <a:pt x="92" y="264"/>
                </a:lnTo>
                <a:lnTo>
                  <a:pt x="91" y="264"/>
                </a:lnTo>
                <a:lnTo>
                  <a:pt x="91" y="263"/>
                </a:lnTo>
                <a:lnTo>
                  <a:pt x="91" y="262"/>
                </a:lnTo>
                <a:lnTo>
                  <a:pt x="91" y="261"/>
                </a:lnTo>
                <a:lnTo>
                  <a:pt x="90" y="260"/>
                </a:lnTo>
                <a:lnTo>
                  <a:pt x="90" y="259"/>
                </a:lnTo>
                <a:lnTo>
                  <a:pt x="89" y="259"/>
                </a:lnTo>
                <a:lnTo>
                  <a:pt x="88" y="258"/>
                </a:lnTo>
                <a:lnTo>
                  <a:pt x="86" y="256"/>
                </a:lnTo>
                <a:lnTo>
                  <a:pt x="85" y="257"/>
                </a:lnTo>
                <a:lnTo>
                  <a:pt x="84" y="256"/>
                </a:lnTo>
                <a:lnTo>
                  <a:pt x="83" y="256"/>
                </a:lnTo>
                <a:lnTo>
                  <a:pt x="82" y="256"/>
                </a:lnTo>
                <a:lnTo>
                  <a:pt x="82" y="257"/>
                </a:lnTo>
                <a:lnTo>
                  <a:pt x="81" y="257"/>
                </a:lnTo>
                <a:lnTo>
                  <a:pt x="81" y="256"/>
                </a:lnTo>
                <a:lnTo>
                  <a:pt x="81" y="255"/>
                </a:lnTo>
                <a:lnTo>
                  <a:pt x="81" y="254"/>
                </a:lnTo>
                <a:lnTo>
                  <a:pt x="80" y="253"/>
                </a:lnTo>
                <a:lnTo>
                  <a:pt x="81" y="253"/>
                </a:lnTo>
                <a:lnTo>
                  <a:pt x="81" y="252"/>
                </a:lnTo>
                <a:lnTo>
                  <a:pt x="81" y="251"/>
                </a:lnTo>
                <a:lnTo>
                  <a:pt x="80" y="250"/>
                </a:lnTo>
                <a:lnTo>
                  <a:pt x="80" y="249"/>
                </a:lnTo>
                <a:lnTo>
                  <a:pt x="79" y="248"/>
                </a:lnTo>
                <a:lnTo>
                  <a:pt x="79" y="247"/>
                </a:lnTo>
                <a:lnTo>
                  <a:pt x="79" y="246"/>
                </a:lnTo>
                <a:lnTo>
                  <a:pt x="78" y="246"/>
                </a:lnTo>
                <a:lnTo>
                  <a:pt x="77" y="246"/>
                </a:lnTo>
                <a:lnTo>
                  <a:pt x="76" y="246"/>
                </a:lnTo>
                <a:lnTo>
                  <a:pt x="74" y="245"/>
                </a:lnTo>
                <a:lnTo>
                  <a:pt x="71" y="244"/>
                </a:lnTo>
                <a:lnTo>
                  <a:pt x="70" y="244"/>
                </a:lnTo>
                <a:lnTo>
                  <a:pt x="70" y="243"/>
                </a:lnTo>
                <a:lnTo>
                  <a:pt x="69" y="243"/>
                </a:lnTo>
                <a:lnTo>
                  <a:pt x="68" y="244"/>
                </a:lnTo>
                <a:lnTo>
                  <a:pt x="68" y="245"/>
                </a:lnTo>
                <a:lnTo>
                  <a:pt x="67" y="245"/>
                </a:lnTo>
                <a:lnTo>
                  <a:pt x="67" y="244"/>
                </a:lnTo>
                <a:lnTo>
                  <a:pt x="66" y="244"/>
                </a:lnTo>
                <a:lnTo>
                  <a:pt x="65" y="244"/>
                </a:lnTo>
                <a:lnTo>
                  <a:pt x="66" y="242"/>
                </a:lnTo>
                <a:lnTo>
                  <a:pt x="65" y="242"/>
                </a:lnTo>
                <a:lnTo>
                  <a:pt x="64" y="242"/>
                </a:lnTo>
                <a:lnTo>
                  <a:pt x="63" y="242"/>
                </a:lnTo>
                <a:lnTo>
                  <a:pt x="62" y="242"/>
                </a:lnTo>
                <a:lnTo>
                  <a:pt x="61" y="242"/>
                </a:lnTo>
                <a:lnTo>
                  <a:pt x="60" y="241"/>
                </a:lnTo>
                <a:lnTo>
                  <a:pt x="60" y="237"/>
                </a:lnTo>
                <a:lnTo>
                  <a:pt x="58" y="237"/>
                </a:lnTo>
                <a:lnTo>
                  <a:pt x="57" y="236"/>
                </a:lnTo>
                <a:lnTo>
                  <a:pt x="57" y="235"/>
                </a:lnTo>
                <a:lnTo>
                  <a:pt x="57" y="234"/>
                </a:lnTo>
                <a:lnTo>
                  <a:pt x="56" y="233"/>
                </a:lnTo>
                <a:lnTo>
                  <a:pt x="56" y="232"/>
                </a:lnTo>
                <a:lnTo>
                  <a:pt x="56" y="233"/>
                </a:lnTo>
                <a:lnTo>
                  <a:pt x="55" y="232"/>
                </a:lnTo>
                <a:lnTo>
                  <a:pt x="55" y="231"/>
                </a:lnTo>
                <a:lnTo>
                  <a:pt x="55" y="230"/>
                </a:lnTo>
                <a:lnTo>
                  <a:pt x="54" y="229"/>
                </a:lnTo>
                <a:lnTo>
                  <a:pt x="53" y="228"/>
                </a:lnTo>
                <a:lnTo>
                  <a:pt x="52" y="228"/>
                </a:lnTo>
                <a:lnTo>
                  <a:pt x="52" y="227"/>
                </a:lnTo>
                <a:lnTo>
                  <a:pt x="52" y="226"/>
                </a:lnTo>
                <a:lnTo>
                  <a:pt x="52" y="225"/>
                </a:lnTo>
                <a:lnTo>
                  <a:pt x="52" y="224"/>
                </a:lnTo>
                <a:lnTo>
                  <a:pt x="51" y="224"/>
                </a:lnTo>
                <a:lnTo>
                  <a:pt x="51" y="223"/>
                </a:lnTo>
                <a:lnTo>
                  <a:pt x="50" y="223"/>
                </a:lnTo>
                <a:lnTo>
                  <a:pt x="49" y="223"/>
                </a:lnTo>
                <a:lnTo>
                  <a:pt x="49" y="222"/>
                </a:lnTo>
                <a:lnTo>
                  <a:pt x="48" y="222"/>
                </a:lnTo>
                <a:lnTo>
                  <a:pt x="47" y="222"/>
                </a:lnTo>
                <a:lnTo>
                  <a:pt x="46" y="222"/>
                </a:lnTo>
                <a:lnTo>
                  <a:pt x="46" y="221"/>
                </a:lnTo>
                <a:lnTo>
                  <a:pt x="45" y="221"/>
                </a:lnTo>
                <a:lnTo>
                  <a:pt x="44" y="220"/>
                </a:lnTo>
                <a:lnTo>
                  <a:pt x="43" y="221"/>
                </a:lnTo>
                <a:lnTo>
                  <a:pt x="42" y="221"/>
                </a:lnTo>
                <a:lnTo>
                  <a:pt x="42" y="222"/>
                </a:lnTo>
                <a:lnTo>
                  <a:pt x="41" y="223"/>
                </a:lnTo>
                <a:lnTo>
                  <a:pt x="40" y="224"/>
                </a:lnTo>
                <a:lnTo>
                  <a:pt x="39" y="224"/>
                </a:lnTo>
                <a:lnTo>
                  <a:pt x="37" y="225"/>
                </a:lnTo>
                <a:lnTo>
                  <a:pt x="36" y="225"/>
                </a:lnTo>
                <a:lnTo>
                  <a:pt x="33" y="225"/>
                </a:lnTo>
                <a:lnTo>
                  <a:pt x="32" y="225"/>
                </a:lnTo>
                <a:lnTo>
                  <a:pt x="31" y="225"/>
                </a:lnTo>
                <a:lnTo>
                  <a:pt x="31" y="224"/>
                </a:lnTo>
                <a:lnTo>
                  <a:pt x="30" y="223"/>
                </a:lnTo>
                <a:lnTo>
                  <a:pt x="29" y="222"/>
                </a:lnTo>
                <a:lnTo>
                  <a:pt x="28" y="221"/>
                </a:lnTo>
                <a:lnTo>
                  <a:pt x="28" y="220"/>
                </a:lnTo>
                <a:lnTo>
                  <a:pt x="28" y="219"/>
                </a:lnTo>
                <a:lnTo>
                  <a:pt x="29" y="218"/>
                </a:lnTo>
                <a:lnTo>
                  <a:pt x="29" y="217"/>
                </a:lnTo>
                <a:lnTo>
                  <a:pt x="30" y="217"/>
                </a:lnTo>
                <a:lnTo>
                  <a:pt x="31" y="217"/>
                </a:lnTo>
                <a:lnTo>
                  <a:pt x="31" y="216"/>
                </a:lnTo>
                <a:lnTo>
                  <a:pt x="30" y="216"/>
                </a:lnTo>
                <a:lnTo>
                  <a:pt x="30" y="215"/>
                </a:lnTo>
                <a:lnTo>
                  <a:pt x="31" y="215"/>
                </a:lnTo>
                <a:lnTo>
                  <a:pt x="32" y="215"/>
                </a:lnTo>
                <a:lnTo>
                  <a:pt x="32" y="216"/>
                </a:lnTo>
                <a:lnTo>
                  <a:pt x="33" y="216"/>
                </a:lnTo>
                <a:lnTo>
                  <a:pt x="33" y="215"/>
                </a:lnTo>
                <a:lnTo>
                  <a:pt x="34" y="215"/>
                </a:lnTo>
                <a:lnTo>
                  <a:pt x="34" y="214"/>
                </a:lnTo>
                <a:lnTo>
                  <a:pt x="34" y="213"/>
                </a:lnTo>
                <a:lnTo>
                  <a:pt x="35" y="213"/>
                </a:lnTo>
                <a:lnTo>
                  <a:pt x="36" y="213"/>
                </a:lnTo>
                <a:lnTo>
                  <a:pt x="37" y="213"/>
                </a:lnTo>
                <a:lnTo>
                  <a:pt x="37" y="212"/>
                </a:lnTo>
                <a:lnTo>
                  <a:pt x="38" y="212"/>
                </a:lnTo>
                <a:lnTo>
                  <a:pt x="39" y="212"/>
                </a:lnTo>
                <a:lnTo>
                  <a:pt x="39" y="211"/>
                </a:lnTo>
                <a:lnTo>
                  <a:pt x="39" y="210"/>
                </a:lnTo>
                <a:lnTo>
                  <a:pt x="38" y="210"/>
                </a:lnTo>
                <a:lnTo>
                  <a:pt x="37" y="210"/>
                </a:lnTo>
                <a:lnTo>
                  <a:pt x="35" y="209"/>
                </a:lnTo>
                <a:lnTo>
                  <a:pt x="34" y="208"/>
                </a:lnTo>
                <a:lnTo>
                  <a:pt x="34" y="207"/>
                </a:lnTo>
                <a:lnTo>
                  <a:pt x="35" y="206"/>
                </a:lnTo>
                <a:lnTo>
                  <a:pt x="35" y="205"/>
                </a:lnTo>
                <a:lnTo>
                  <a:pt x="35" y="204"/>
                </a:lnTo>
                <a:lnTo>
                  <a:pt x="36" y="204"/>
                </a:lnTo>
                <a:lnTo>
                  <a:pt x="35" y="203"/>
                </a:lnTo>
                <a:lnTo>
                  <a:pt x="33" y="203"/>
                </a:lnTo>
                <a:lnTo>
                  <a:pt x="32" y="202"/>
                </a:lnTo>
                <a:lnTo>
                  <a:pt x="32" y="203"/>
                </a:lnTo>
                <a:lnTo>
                  <a:pt x="31" y="203"/>
                </a:lnTo>
                <a:lnTo>
                  <a:pt x="30" y="203"/>
                </a:lnTo>
                <a:lnTo>
                  <a:pt x="29" y="203"/>
                </a:lnTo>
                <a:lnTo>
                  <a:pt x="28" y="202"/>
                </a:lnTo>
                <a:lnTo>
                  <a:pt x="27" y="202"/>
                </a:lnTo>
                <a:lnTo>
                  <a:pt x="26" y="202"/>
                </a:lnTo>
                <a:lnTo>
                  <a:pt x="25" y="202"/>
                </a:lnTo>
                <a:lnTo>
                  <a:pt x="23" y="202"/>
                </a:lnTo>
                <a:lnTo>
                  <a:pt x="23" y="201"/>
                </a:lnTo>
                <a:lnTo>
                  <a:pt x="22" y="201"/>
                </a:lnTo>
                <a:lnTo>
                  <a:pt x="21" y="201"/>
                </a:lnTo>
                <a:lnTo>
                  <a:pt x="20" y="202"/>
                </a:lnTo>
                <a:lnTo>
                  <a:pt x="19" y="202"/>
                </a:lnTo>
                <a:lnTo>
                  <a:pt x="16" y="203"/>
                </a:lnTo>
                <a:lnTo>
                  <a:pt x="16" y="202"/>
                </a:lnTo>
                <a:lnTo>
                  <a:pt x="15" y="202"/>
                </a:lnTo>
                <a:lnTo>
                  <a:pt x="15" y="201"/>
                </a:lnTo>
                <a:lnTo>
                  <a:pt x="14" y="200"/>
                </a:lnTo>
                <a:lnTo>
                  <a:pt x="13" y="200"/>
                </a:lnTo>
                <a:lnTo>
                  <a:pt x="11" y="201"/>
                </a:lnTo>
                <a:lnTo>
                  <a:pt x="8" y="202"/>
                </a:lnTo>
                <a:lnTo>
                  <a:pt x="7" y="203"/>
                </a:lnTo>
                <a:lnTo>
                  <a:pt x="6" y="203"/>
                </a:lnTo>
                <a:lnTo>
                  <a:pt x="6" y="202"/>
                </a:lnTo>
                <a:lnTo>
                  <a:pt x="3" y="203"/>
                </a:lnTo>
                <a:lnTo>
                  <a:pt x="2" y="203"/>
                </a:lnTo>
                <a:lnTo>
                  <a:pt x="1" y="203"/>
                </a:lnTo>
                <a:lnTo>
                  <a:pt x="0" y="202"/>
                </a:lnTo>
                <a:lnTo>
                  <a:pt x="2" y="200"/>
                </a:lnTo>
                <a:lnTo>
                  <a:pt x="3" y="200"/>
                </a:lnTo>
                <a:lnTo>
                  <a:pt x="4" y="200"/>
                </a:lnTo>
                <a:lnTo>
                  <a:pt x="5" y="200"/>
                </a:lnTo>
                <a:lnTo>
                  <a:pt x="7" y="199"/>
                </a:lnTo>
                <a:lnTo>
                  <a:pt x="7" y="198"/>
                </a:lnTo>
                <a:lnTo>
                  <a:pt x="8" y="198"/>
                </a:lnTo>
                <a:lnTo>
                  <a:pt x="10" y="198"/>
                </a:lnTo>
                <a:lnTo>
                  <a:pt x="11" y="198"/>
                </a:lnTo>
                <a:lnTo>
                  <a:pt x="11" y="196"/>
                </a:lnTo>
                <a:lnTo>
                  <a:pt x="12" y="193"/>
                </a:lnTo>
                <a:lnTo>
                  <a:pt x="13" y="193"/>
                </a:lnTo>
                <a:lnTo>
                  <a:pt x="20" y="193"/>
                </a:lnTo>
                <a:lnTo>
                  <a:pt x="30" y="192"/>
                </a:lnTo>
                <a:lnTo>
                  <a:pt x="42" y="191"/>
                </a:lnTo>
                <a:lnTo>
                  <a:pt x="47" y="190"/>
                </a:lnTo>
                <a:lnTo>
                  <a:pt x="49" y="189"/>
                </a:lnTo>
                <a:lnTo>
                  <a:pt x="52" y="187"/>
                </a:lnTo>
                <a:lnTo>
                  <a:pt x="56" y="187"/>
                </a:lnTo>
                <a:lnTo>
                  <a:pt x="57" y="187"/>
                </a:lnTo>
                <a:lnTo>
                  <a:pt x="65" y="186"/>
                </a:lnTo>
                <a:lnTo>
                  <a:pt x="67" y="186"/>
                </a:lnTo>
                <a:lnTo>
                  <a:pt x="68" y="186"/>
                </a:lnTo>
                <a:lnTo>
                  <a:pt x="73" y="182"/>
                </a:lnTo>
                <a:lnTo>
                  <a:pt x="79" y="178"/>
                </a:lnTo>
                <a:lnTo>
                  <a:pt x="80" y="178"/>
                </a:lnTo>
                <a:lnTo>
                  <a:pt x="83" y="177"/>
                </a:lnTo>
                <a:lnTo>
                  <a:pt x="86" y="177"/>
                </a:lnTo>
                <a:lnTo>
                  <a:pt x="88" y="175"/>
                </a:lnTo>
                <a:lnTo>
                  <a:pt x="97" y="172"/>
                </a:lnTo>
                <a:lnTo>
                  <a:pt x="98" y="172"/>
                </a:lnTo>
                <a:lnTo>
                  <a:pt x="100" y="173"/>
                </a:lnTo>
                <a:lnTo>
                  <a:pt x="105" y="174"/>
                </a:lnTo>
                <a:lnTo>
                  <a:pt x="107" y="174"/>
                </a:lnTo>
                <a:lnTo>
                  <a:pt x="110" y="174"/>
                </a:lnTo>
                <a:lnTo>
                  <a:pt x="115" y="174"/>
                </a:lnTo>
                <a:lnTo>
                  <a:pt x="116" y="174"/>
                </a:lnTo>
                <a:lnTo>
                  <a:pt x="117" y="173"/>
                </a:lnTo>
                <a:lnTo>
                  <a:pt x="118" y="173"/>
                </a:lnTo>
                <a:lnTo>
                  <a:pt x="120" y="172"/>
                </a:lnTo>
                <a:lnTo>
                  <a:pt x="120" y="167"/>
                </a:lnTo>
                <a:lnTo>
                  <a:pt x="120" y="165"/>
                </a:lnTo>
                <a:lnTo>
                  <a:pt x="121" y="165"/>
                </a:lnTo>
                <a:lnTo>
                  <a:pt x="122" y="165"/>
                </a:lnTo>
                <a:lnTo>
                  <a:pt x="123" y="165"/>
                </a:lnTo>
                <a:lnTo>
                  <a:pt x="124" y="166"/>
                </a:lnTo>
                <a:lnTo>
                  <a:pt x="125" y="165"/>
                </a:lnTo>
                <a:lnTo>
                  <a:pt x="126" y="165"/>
                </a:lnTo>
                <a:lnTo>
                  <a:pt x="127" y="164"/>
                </a:lnTo>
                <a:lnTo>
                  <a:pt x="130" y="163"/>
                </a:lnTo>
                <a:lnTo>
                  <a:pt x="131" y="163"/>
                </a:lnTo>
                <a:lnTo>
                  <a:pt x="132" y="163"/>
                </a:lnTo>
                <a:lnTo>
                  <a:pt x="133" y="163"/>
                </a:lnTo>
                <a:lnTo>
                  <a:pt x="134" y="163"/>
                </a:lnTo>
                <a:lnTo>
                  <a:pt x="134" y="162"/>
                </a:lnTo>
                <a:lnTo>
                  <a:pt x="134" y="161"/>
                </a:lnTo>
                <a:lnTo>
                  <a:pt x="135" y="159"/>
                </a:lnTo>
                <a:lnTo>
                  <a:pt x="136" y="158"/>
                </a:lnTo>
                <a:lnTo>
                  <a:pt x="137" y="157"/>
                </a:lnTo>
                <a:lnTo>
                  <a:pt x="137" y="156"/>
                </a:lnTo>
                <a:lnTo>
                  <a:pt x="137" y="155"/>
                </a:lnTo>
                <a:lnTo>
                  <a:pt x="137" y="154"/>
                </a:lnTo>
                <a:lnTo>
                  <a:pt x="137" y="153"/>
                </a:lnTo>
                <a:lnTo>
                  <a:pt x="136" y="152"/>
                </a:lnTo>
                <a:lnTo>
                  <a:pt x="136" y="151"/>
                </a:lnTo>
                <a:lnTo>
                  <a:pt x="136" y="150"/>
                </a:lnTo>
                <a:lnTo>
                  <a:pt x="137" y="149"/>
                </a:lnTo>
                <a:lnTo>
                  <a:pt x="137" y="148"/>
                </a:lnTo>
                <a:lnTo>
                  <a:pt x="136" y="147"/>
                </a:lnTo>
                <a:lnTo>
                  <a:pt x="137" y="146"/>
                </a:lnTo>
                <a:lnTo>
                  <a:pt x="138" y="146"/>
                </a:lnTo>
                <a:lnTo>
                  <a:pt x="140" y="143"/>
                </a:lnTo>
                <a:lnTo>
                  <a:pt x="140" y="142"/>
                </a:lnTo>
                <a:lnTo>
                  <a:pt x="141" y="142"/>
                </a:lnTo>
                <a:lnTo>
                  <a:pt x="140" y="141"/>
                </a:lnTo>
                <a:lnTo>
                  <a:pt x="138" y="139"/>
                </a:lnTo>
                <a:lnTo>
                  <a:pt x="138" y="138"/>
                </a:lnTo>
                <a:lnTo>
                  <a:pt x="137" y="137"/>
                </a:lnTo>
                <a:lnTo>
                  <a:pt x="136" y="136"/>
                </a:lnTo>
                <a:lnTo>
                  <a:pt x="135" y="135"/>
                </a:lnTo>
                <a:lnTo>
                  <a:pt x="135" y="134"/>
                </a:lnTo>
                <a:lnTo>
                  <a:pt x="134" y="132"/>
                </a:lnTo>
                <a:lnTo>
                  <a:pt x="134" y="130"/>
                </a:lnTo>
                <a:lnTo>
                  <a:pt x="133" y="130"/>
                </a:lnTo>
                <a:lnTo>
                  <a:pt x="134" y="127"/>
                </a:lnTo>
                <a:lnTo>
                  <a:pt x="134" y="126"/>
                </a:lnTo>
                <a:lnTo>
                  <a:pt x="134" y="125"/>
                </a:lnTo>
                <a:lnTo>
                  <a:pt x="134" y="122"/>
                </a:lnTo>
                <a:lnTo>
                  <a:pt x="135" y="121"/>
                </a:lnTo>
                <a:lnTo>
                  <a:pt x="137" y="120"/>
                </a:lnTo>
                <a:lnTo>
                  <a:pt x="138" y="120"/>
                </a:lnTo>
                <a:lnTo>
                  <a:pt x="139" y="120"/>
                </a:lnTo>
                <a:lnTo>
                  <a:pt x="140" y="119"/>
                </a:lnTo>
                <a:lnTo>
                  <a:pt x="140" y="118"/>
                </a:lnTo>
                <a:lnTo>
                  <a:pt x="140" y="117"/>
                </a:lnTo>
                <a:lnTo>
                  <a:pt x="141" y="116"/>
                </a:lnTo>
                <a:lnTo>
                  <a:pt x="141" y="115"/>
                </a:lnTo>
                <a:lnTo>
                  <a:pt x="142" y="113"/>
                </a:lnTo>
                <a:lnTo>
                  <a:pt x="142" y="112"/>
                </a:lnTo>
                <a:lnTo>
                  <a:pt x="141" y="110"/>
                </a:lnTo>
                <a:lnTo>
                  <a:pt x="140" y="109"/>
                </a:lnTo>
                <a:lnTo>
                  <a:pt x="140" y="108"/>
                </a:lnTo>
                <a:lnTo>
                  <a:pt x="139" y="107"/>
                </a:lnTo>
                <a:lnTo>
                  <a:pt x="138" y="105"/>
                </a:lnTo>
                <a:lnTo>
                  <a:pt x="138" y="104"/>
                </a:lnTo>
                <a:lnTo>
                  <a:pt x="139" y="103"/>
                </a:lnTo>
                <a:lnTo>
                  <a:pt x="140" y="103"/>
                </a:lnTo>
                <a:lnTo>
                  <a:pt x="140" y="102"/>
                </a:lnTo>
                <a:lnTo>
                  <a:pt x="139" y="102"/>
                </a:lnTo>
                <a:lnTo>
                  <a:pt x="139" y="101"/>
                </a:lnTo>
                <a:lnTo>
                  <a:pt x="139" y="100"/>
                </a:lnTo>
                <a:lnTo>
                  <a:pt x="139" y="99"/>
                </a:lnTo>
                <a:lnTo>
                  <a:pt x="139" y="98"/>
                </a:lnTo>
                <a:lnTo>
                  <a:pt x="139" y="97"/>
                </a:lnTo>
                <a:lnTo>
                  <a:pt x="140" y="97"/>
                </a:lnTo>
                <a:lnTo>
                  <a:pt x="140" y="98"/>
                </a:lnTo>
                <a:lnTo>
                  <a:pt x="141" y="97"/>
                </a:lnTo>
                <a:lnTo>
                  <a:pt x="141" y="96"/>
                </a:lnTo>
                <a:lnTo>
                  <a:pt x="141" y="95"/>
                </a:lnTo>
                <a:lnTo>
                  <a:pt x="140" y="95"/>
                </a:lnTo>
                <a:lnTo>
                  <a:pt x="140" y="94"/>
                </a:lnTo>
                <a:lnTo>
                  <a:pt x="140" y="93"/>
                </a:lnTo>
                <a:lnTo>
                  <a:pt x="140" y="92"/>
                </a:lnTo>
                <a:lnTo>
                  <a:pt x="141" y="91"/>
                </a:lnTo>
                <a:lnTo>
                  <a:pt x="141" y="90"/>
                </a:lnTo>
                <a:lnTo>
                  <a:pt x="141" y="89"/>
                </a:lnTo>
                <a:lnTo>
                  <a:pt x="142" y="89"/>
                </a:lnTo>
                <a:lnTo>
                  <a:pt x="142" y="88"/>
                </a:lnTo>
                <a:lnTo>
                  <a:pt x="142" y="87"/>
                </a:lnTo>
                <a:lnTo>
                  <a:pt x="142" y="86"/>
                </a:lnTo>
                <a:lnTo>
                  <a:pt x="142" y="85"/>
                </a:lnTo>
                <a:lnTo>
                  <a:pt x="141" y="85"/>
                </a:lnTo>
                <a:lnTo>
                  <a:pt x="141" y="84"/>
                </a:lnTo>
                <a:lnTo>
                  <a:pt x="141" y="83"/>
                </a:lnTo>
                <a:lnTo>
                  <a:pt x="142" y="83"/>
                </a:lnTo>
                <a:lnTo>
                  <a:pt x="143" y="83"/>
                </a:lnTo>
                <a:lnTo>
                  <a:pt x="143" y="82"/>
                </a:lnTo>
                <a:lnTo>
                  <a:pt x="143" y="81"/>
                </a:lnTo>
                <a:lnTo>
                  <a:pt x="142" y="80"/>
                </a:lnTo>
                <a:lnTo>
                  <a:pt x="142" y="79"/>
                </a:lnTo>
                <a:lnTo>
                  <a:pt x="141" y="78"/>
                </a:lnTo>
                <a:lnTo>
                  <a:pt x="141" y="77"/>
                </a:lnTo>
                <a:lnTo>
                  <a:pt x="142" y="75"/>
                </a:lnTo>
                <a:lnTo>
                  <a:pt x="143" y="75"/>
                </a:lnTo>
                <a:lnTo>
                  <a:pt x="143" y="74"/>
                </a:lnTo>
                <a:lnTo>
                  <a:pt x="143" y="73"/>
                </a:lnTo>
                <a:lnTo>
                  <a:pt x="144" y="73"/>
                </a:lnTo>
                <a:lnTo>
                  <a:pt x="145" y="72"/>
                </a:lnTo>
                <a:lnTo>
                  <a:pt x="145" y="71"/>
                </a:lnTo>
                <a:lnTo>
                  <a:pt x="144" y="70"/>
                </a:lnTo>
                <a:lnTo>
                  <a:pt x="144" y="69"/>
                </a:lnTo>
                <a:lnTo>
                  <a:pt x="145" y="68"/>
                </a:lnTo>
                <a:lnTo>
                  <a:pt x="146" y="68"/>
                </a:lnTo>
                <a:lnTo>
                  <a:pt x="146" y="67"/>
                </a:lnTo>
                <a:lnTo>
                  <a:pt x="146" y="66"/>
                </a:lnTo>
                <a:lnTo>
                  <a:pt x="146" y="65"/>
                </a:lnTo>
                <a:lnTo>
                  <a:pt x="145" y="65"/>
                </a:lnTo>
                <a:lnTo>
                  <a:pt x="146" y="65"/>
                </a:lnTo>
                <a:lnTo>
                  <a:pt x="146" y="64"/>
                </a:lnTo>
                <a:lnTo>
                  <a:pt x="146" y="63"/>
                </a:lnTo>
                <a:lnTo>
                  <a:pt x="145" y="63"/>
                </a:lnTo>
                <a:lnTo>
                  <a:pt x="145" y="62"/>
                </a:lnTo>
                <a:lnTo>
                  <a:pt x="145" y="61"/>
                </a:lnTo>
                <a:lnTo>
                  <a:pt x="146" y="61"/>
                </a:lnTo>
                <a:lnTo>
                  <a:pt x="149" y="60"/>
                </a:lnTo>
                <a:lnTo>
                  <a:pt x="149" y="59"/>
                </a:lnTo>
                <a:lnTo>
                  <a:pt x="149" y="58"/>
                </a:lnTo>
                <a:lnTo>
                  <a:pt x="150" y="58"/>
                </a:lnTo>
                <a:lnTo>
                  <a:pt x="152" y="56"/>
                </a:lnTo>
                <a:lnTo>
                  <a:pt x="153" y="55"/>
                </a:lnTo>
                <a:lnTo>
                  <a:pt x="154" y="55"/>
                </a:lnTo>
                <a:lnTo>
                  <a:pt x="154" y="54"/>
                </a:lnTo>
                <a:lnTo>
                  <a:pt x="155" y="53"/>
                </a:lnTo>
                <a:lnTo>
                  <a:pt x="154" y="53"/>
                </a:lnTo>
                <a:lnTo>
                  <a:pt x="153" y="53"/>
                </a:lnTo>
                <a:lnTo>
                  <a:pt x="153" y="52"/>
                </a:lnTo>
                <a:lnTo>
                  <a:pt x="152" y="51"/>
                </a:lnTo>
                <a:lnTo>
                  <a:pt x="152" y="50"/>
                </a:lnTo>
                <a:lnTo>
                  <a:pt x="153" y="48"/>
                </a:lnTo>
                <a:lnTo>
                  <a:pt x="154" y="48"/>
                </a:lnTo>
                <a:lnTo>
                  <a:pt x="155" y="48"/>
                </a:lnTo>
                <a:lnTo>
                  <a:pt x="155" y="47"/>
                </a:lnTo>
                <a:lnTo>
                  <a:pt x="155" y="46"/>
                </a:lnTo>
                <a:lnTo>
                  <a:pt x="156" y="46"/>
                </a:lnTo>
                <a:lnTo>
                  <a:pt x="156" y="45"/>
                </a:lnTo>
                <a:lnTo>
                  <a:pt x="157" y="44"/>
                </a:lnTo>
                <a:lnTo>
                  <a:pt x="158" y="44"/>
                </a:lnTo>
                <a:lnTo>
                  <a:pt x="159" y="44"/>
                </a:lnTo>
                <a:lnTo>
                  <a:pt x="160" y="43"/>
                </a:lnTo>
                <a:lnTo>
                  <a:pt x="160" y="42"/>
                </a:lnTo>
                <a:lnTo>
                  <a:pt x="160" y="41"/>
                </a:lnTo>
                <a:lnTo>
                  <a:pt x="162" y="41"/>
                </a:lnTo>
                <a:lnTo>
                  <a:pt x="162" y="40"/>
                </a:lnTo>
                <a:lnTo>
                  <a:pt x="163" y="40"/>
                </a:lnTo>
                <a:lnTo>
                  <a:pt x="163" y="39"/>
                </a:lnTo>
                <a:lnTo>
                  <a:pt x="164" y="38"/>
                </a:lnTo>
                <a:lnTo>
                  <a:pt x="163" y="38"/>
                </a:lnTo>
                <a:lnTo>
                  <a:pt x="163" y="37"/>
                </a:lnTo>
                <a:lnTo>
                  <a:pt x="162" y="37"/>
                </a:lnTo>
                <a:lnTo>
                  <a:pt x="163" y="36"/>
                </a:lnTo>
                <a:lnTo>
                  <a:pt x="163" y="35"/>
                </a:lnTo>
                <a:lnTo>
                  <a:pt x="163" y="34"/>
                </a:lnTo>
                <a:lnTo>
                  <a:pt x="163" y="33"/>
                </a:lnTo>
                <a:lnTo>
                  <a:pt x="164" y="33"/>
                </a:lnTo>
                <a:lnTo>
                  <a:pt x="164" y="32"/>
                </a:lnTo>
                <a:lnTo>
                  <a:pt x="164" y="31"/>
                </a:lnTo>
                <a:lnTo>
                  <a:pt x="165" y="31"/>
                </a:lnTo>
                <a:lnTo>
                  <a:pt x="165" y="30"/>
                </a:lnTo>
                <a:lnTo>
                  <a:pt x="166" y="29"/>
                </a:lnTo>
                <a:lnTo>
                  <a:pt x="166" y="28"/>
                </a:lnTo>
                <a:lnTo>
                  <a:pt x="165" y="28"/>
                </a:lnTo>
                <a:lnTo>
                  <a:pt x="166" y="28"/>
                </a:lnTo>
                <a:lnTo>
                  <a:pt x="166" y="27"/>
                </a:lnTo>
                <a:lnTo>
                  <a:pt x="167" y="27"/>
                </a:lnTo>
                <a:lnTo>
                  <a:pt x="168" y="26"/>
                </a:lnTo>
                <a:lnTo>
                  <a:pt x="169" y="25"/>
                </a:lnTo>
                <a:lnTo>
                  <a:pt x="169" y="24"/>
                </a:lnTo>
                <a:lnTo>
                  <a:pt x="170" y="24"/>
                </a:lnTo>
                <a:lnTo>
                  <a:pt x="171" y="24"/>
                </a:lnTo>
                <a:lnTo>
                  <a:pt x="172" y="25"/>
                </a:lnTo>
                <a:lnTo>
                  <a:pt x="173" y="25"/>
                </a:lnTo>
                <a:lnTo>
                  <a:pt x="173" y="26"/>
                </a:lnTo>
                <a:lnTo>
                  <a:pt x="174" y="26"/>
                </a:lnTo>
                <a:lnTo>
                  <a:pt x="175" y="26"/>
                </a:lnTo>
                <a:lnTo>
                  <a:pt x="176" y="26"/>
                </a:lnTo>
                <a:lnTo>
                  <a:pt x="178" y="26"/>
                </a:lnTo>
                <a:lnTo>
                  <a:pt x="180" y="26"/>
                </a:lnTo>
                <a:lnTo>
                  <a:pt x="181" y="26"/>
                </a:lnTo>
                <a:lnTo>
                  <a:pt x="181" y="25"/>
                </a:lnTo>
                <a:lnTo>
                  <a:pt x="182" y="24"/>
                </a:lnTo>
                <a:lnTo>
                  <a:pt x="182" y="21"/>
                </a:lnTo>
                <a:lnTo>
                  <a:pt x="181" y="20"/>
                </a:lnTo>
                <a:lnTo>
                  <a:pt x="181" y="19"/>
                </a:lnTo>
                <a:lnTo>
                  <a:pt x="181" y="18"/>
                </a:lnTo>
                <a:lnTo>
                  <a:pt x="181" y="17"/>
                </a:lnTo>
                <a:lnTo>
                  <a:pt x="181" y="16"/>
                </a:lnTo>
                <a:lnTo>
                  <a:pt x="181" y="15"/>
                </a:lnTo>
                <a:lnTo>
                  <a:pt x="181" y="14"/>
                </a:lnTo>
                <a:lnTo>
                  <a:pt x="180" y="13"/>
                </a:lnTo>
                <a:lnTo>
                  <a:pt x="181" y="12"/>
                </a:lnTo>
                <a:lnTo>
                  <a:pt x="182" y="12"/>
                </a:lnTo>
                <a:lnTo>
                  <a:pt x="183" y="12"/>
                </a:lnTo>
                <a:lnTo>
                  <a:pt x="184" y="12"/>
                </a:lnTo>
                <a:lnTo>
                  <a:pt x="185" y="12"/>
                </a:lnTo>
                <a:lnTo>
                  <a:pt x="185" y="11"/>
                </a:lnTo>
                <a:lnTo>
                  <a:pt x="187" y="11"/>
                </a:lnTo>
                <a:lnTo>
                  <a:pt x="189" y="11"/>
                </a:lnTo>
                <a:lnTo>
                  <a:pt x="191" y="11"/>
                </a:lnTo>
                <a:lnTo>
                  <a:pt x="194" y="10"/>
                </a:lnTo>
                <a:lnTo>
                  <a:pt x="195" y="11"/>
                </a:lnTo>
                <a:lnTo>
                  <a:pt x="197" y="11"/>
                </a:lnTo>
                <a:lnTo>
                  <a:pt x="199" y="11"/>
                </a:lnTo>
                <a:lnTo>
                  <a:pt x="199" y="12"/>
                </a:lnTo>
                <a:lnTo>
                  <a:pt x="200" y="12"/>
                </a:lnTo>
                <a:lnTo>
                  <a:pt x="201" y="12"/>
                </a:lnTo>
                <a:lnTo>
                  <a:pt x="202" y="12"/>
                </a:lnTo>
                <a:lnTo>
                  <a:pt x="203" y="9"/>
                </a:lnTo>
                <a:lnTo>
                  <a:pt x="206" y="6"/>
                </a:lnTo>
                <a:lnTo>
                  <a:pt x="207" y="5"/>
                </a:lnTo>
                <a:lnTo>
                  <a:pt x="210" y="2"/>
                </a:lnTo>
                <a:lnTo>
                  <a:pt x="212" y="2"/>
                </a:lnTo>
                <a:lnTo>
                  <a:pt x="213" y="3"/>
                </a:lnTo>
                <a:lnTo>
                  <a:pt x="214" y="3"/>
                </a:lnTo>
                <a:lnTo>
                  <a:pt x="216" y="4"/>
                </a:lnTo>
                <a:lnTo>
                  <a:pt x="217" y="3"/>
                </a:lnTo>
                <a:lnTo>
                  <a:pt x="218" y="3"/>
                </a:lnTo>
                <a:lnTo>
                  <a:pt x="218" y="2"/>
                </a:lnTo>
                <a:lnTo>
                  <a:pt x="219" y="2"/>
                </a:lnTo>
                <a:lnTo>
                  <a:pt x="221" y="1"/>
                </a:lnTo>
                <a:lnTo>
                  <a:pt x="222" y="1"/>
                </a:lnTo>
                <a:lnTo>
                  <a:pt x="223" y="0"/>
                </a:lnTo>
                <a:lnTo>
                  <a:pt x="223" y="1"/>
                </a:lnTo>
                <a:lnTo>
                  <a:pt x="223" y="2"/>
                </a:lnTo>
                <a:lnTo>
                  <a:pt x="22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16" name=""/>
          <p:cNvSpPr/>
          <p:nvPr/>
        </p:nvSpPr>
        <p:spPr>
          <a:xfrm>
            <a:off x="5455080" y="1181160"/>
            <a:ext cx="742680" cy="547200"/>
          </a:xfrm>
          <a:custGeom>
            <a:avLst/>
            <a:gdLst/>
            <a:ahLst/>
            <a:rect l="0" t="0" r="r" b="b"/>
            <a:pathLst>
              <a:path w="2063" h="1520">
                <a:moveTo>
                  <a:pt x="2063" y="662"/>
                </a:moveTo>
                <a:lnTo>
                  <a:pt x="2062" y="663"/>
                </a:lnTo>
                <a:lnTo>
                  <a:pt x="2061" y="663"/>
                </a:lnTo>
                <a:lnTo>
                  <a:pt x="2061" y="664"/>
                </a:lnTo>
                <a:lnTo>
                  <a:pt x="2060" y="664"/>
                </a:lnTo>
                <a:lnTo>
                  <a:pt x="2059" y="664"/>
                </a:lnTo>
                <a:lnTo>
                  <a:pt x="2059" y="665"/>
                </a:lnTo>
                <a:lnTo>
                  <a:pt x="2058" y="665"/>
                </a:lnTo>
                <a:lnTo>
                  <a:pt x="2057" y="665"/>
                </a:lnTo>
                <a:lnTo>
                  <a:pt x="2056" y="666"/>
                </a:lnTo>
                <a:lnTo>
                  <a:pt x="2055" y="666"/>
                </a:lnTo>
                <a:lnTo>
                  <a:pt x="2055" y="667"/>
                </a:lnTo>
                <a:lnTo>
                  <a:pt x="2054" y="667"/>
                </a:lnTo>
                <a:lnTo>
                  <a:pt x="2053" y="667"/>
                </a:lnTo>
                <a:lnTo>
                  <a:pt x="2052" y="668"/>
                </a:lnTo>
                <a:lnTo>
                  <a:pt x="2051" y="668"/>
                </a:lnTo>
                <a:lnTo>
                  <a:pt x="2051" y="669"/>
                </a:lnTo>
                <a:lnTo>
                  <a:pt x="2049" y="670"/>
                </a:lnTo>
                <a:lnTo>
                  <a:pt x="2048" y="670"/>
                </a:lnTo>
                <a:lnTo>
                  <a:pt x="2045" y="671"/>
                </a:lnTo>
                <a:lnTo>
                  <a:pt x="2044" y="671"/>
                </a:lnTo>
                <a:lnTo>
                  <a:pt x="2044" y="672"/>
                </a:lnTo>
                <a:lnTo>
                  <a:pt x="2043" y="673"/>
                </a:lnTo>
                <a:lnTo>
                  <a:pt x="2041" y="673"/>
                </a:lnTo>
                <a:lnTo>
                  <a:pt x="2041" y="674"/>
                </a:lnTo>
                <a:lnTo>
                  <a:pt x="2040" y="674"/>
                </a:lnTo>
                <a:lnTo>
                  <a:pt x="2038" y="674"/>
                </a:lnTo>
                <a:lnTo>
                  <a:pt x="2036" y="678"/>
                </a:lnTo>
                <a:lnTo>
                  <a:pt x="2035" y="678"/>
                </a:lnTo>
                <a:lnTo>
                  <a:pt x="2034" y="679"/>
                </a:lnTo>
                <a:lnTo>
                  <a:pt x="2033" y="679"/>
                </a:lnTo>
                <a:lnTo>
                  <a:pt x="2032" y="680"/>
                </a:lnTo>
                <a:lnTo>
                  <a:pt x="2031" y="681"/>
                </a:lnTo>
                <a:lnTo>
                  <a:pt x="2030" y="685"/>
                </a:lnTo>
                <a:lnTo>
                  <a:pt x="2030" y="687"/>
                </a:lnTo>
                <a:lnTo>
                  <a:pt x="2029" y="689"/>
                </a:lnTo>
                <a:lnTo>
                  <a:pt x="2028" y="690"/>
                </a:lnTo>
                <a:lnTo>
                  <a:pt x="2027" y="691"/>
                </a:lnTo>
                <a:lnTo>
                  <a:pt x="2029" y="692"/>
                </a:lnTo>
                <a:lnTo>
                  <a:pt x="2035" y="694"/>
                </a:lnTo>
                <a:lnTo>
                  <a:pt x="2032" y="700"/>
                </a:lnTo>
                <a:lnTo>
                  <a:pt x="2032" y="702"/>
                </a:lnTo>
                <a:lnTo>
                  <a:pt x="2032" y="703"/>
                </a:lnTo>
                <a:lnTo>
                  <a:pt x="2045" y="714"/>
                </a:lnTo>
                <a:lnTo>
                  <a:pt x="2038" y="719"/>
                </a:lnTo>
                <a:lnTo>
                  <a:pt x="2036" y="721"/>
                </a:lnTo>
                <a:lnTo>
                  <a:pt x="2041" y="731"/>
                </a:lnTo>
                <a:lnTo>
                  <a:pt x="2041" y="733"/>
                </a:lnTo>
                <a:lnTo>
                  <a:pt x="2041" y="734"/>
                </a:lnTo>
                <a:lnTo>
                  <a:pt x="2041" y="735"/>
                </a:lnTo>
                <a:lnTo>
                  <a:pt x="2040" y="735"/>
                </a:lnTo>
                <a:lnTo>
                  <a:pt x="2040" y="736"/>
                </a:lnTo>
                <a:lnTo>
                  <a:pt x="2039" y="736"/>
                </a:lnTo>
                <a:lnTo>
                  <a:pt x="2039" y="737"/>
                </a:lnTo>
                <a:lnTo>
                  <a:pt x="2038" y="739"/>
                </a:lnTo>
                <a:lnTo>
                  <a:pt x="2037" y="740"/>
                </a:lnTo>
                <a:lnTo>
                  <a:pt x="2036" y="740"/>
                </a:lnTo>
                <a:lnTo>
                  <a:pt x="2036" y="741"/>
                </a:lnTo>
                <a:lnTo>
                  <a:pt x="2035" y="741"/>
                </a:lnTo>
                <a:lnTo>
                  <a:pt x="2035" y="742"/>
                </a:lnTo>
                <a:lnTo>
                  <a:pt x="2034" y="743"/>
                </a:lnTo>
                <a:lnTo>
                  <a:pt x="2033" y="743"/>
                </a:lnTo>
                <a:lnTo>
                  <a:pt x="2032" y="744"/>
                </a:lnTo>
                <a:lnTo>
                  <a:pt x="2031" y="744"/>
                </a:lnTo>
                <a:lnTo>
                  <a:pt x="2031" y="745"/>
                </a:lnTo>
                <a:lnTo>
                  <a:pt x="2030" y="745"/>
                </a:lnTo>
                <a:lnTo>
                  <a:pt x="2029" y="745"/>
                </a:lnTo>
                <a:lnTo>
                  <a:pt x="2029" y="746"/>
                </a:lnTo>
                <a:lnTo>
                  <a:pt x="2028" y="746"/>
                </a:lnTo>
                <a:lnTo>
                  <a:pt x="2027" y="746"/>
                </a:lnTo>
                <a:lnTo>
                  <a:pt x="2025" y="747"/>
                </a:lnTo>
                <a:lnTo>
                  <a:pt x="2025" y="748"/>
                </a:lnTo>
                <a:lnTo>
                  <a:pt x="2024" y="748"/>
                </a:lnTo>
                <a:lnTo>
                  <a:pt x="2023" y="748"/>
                </a:lnTo>
                <a:lnTo>
                  <a:pt x="2021" y="749"/>
                </a:lnTo>
                <a:lnTo>
                  <a:pt x="2019" y="749"/>
                </a:lnTo>
                <a:lnTo>
                  <a:pt x="2018" y="750"/>
                </a:lnTo>
                <a:lnTo>
                  <a:pt x="2017" y="750"/>
                </a:lnTo>
                <a:lnTo>
                  <a:pt x="2017" y="751"/>
                </a:lnTo>
                <a:lnTo>
                  <a:pt x="2016" y="751"/>
                </a:lnTo>
                <a:lnTo>
                  <a:pt x="2015" y="752"/>
                </a:lnTo>
                <a:lnTo>
                  <a:pt x="2014" y="752"/>
                </a:lnTo>
                <a:lnTo>
                  <a:pt x="2013" y="752"/>
                </a:lnTo>
                <a:lnTo>
                  <a:pt x="2011" y="752"/>
                </a:lnTo>
                <a:lnTo>
                  <a:pt x="2009" y="752"/>
                </a:lnTo>
                <a:lnTo>
                  <a:pt x="2008" y="753"/>
                </a:lnTo>
                <a:lnTo>
                  <a:pt x="2007" y="753"/>
                </a:lnTo>
                <a:lnTo>
                  <a:pt x="2006" y="753"/>
                </a:lnTo>
                <a:lnTo>
                  <a:pt x="2003" y="753"/>
                </a:lnTo>
                <a:lnTo>
                  <a:pt x="2002" y="753"/>
                </a:lnTo>
                <a:lnTo>
                  <a:pt x="2002" y="754"/>
                </a:lnTo>
                <a:lnTo>
                  <a:pt x="1999" y="754"/>
                </a:lnTo>
                <a:lnTo>
                  <a:pt x="1997" y="754"/>
                </a:lnTo>
                <a:lnTo>
                  <a:pt x="1997" y="755"/>
                </a:lnTo>
                <a:lnTo>
                  <a:pt x="1995" y="755"/>
                </a:lnTo>
                <a:lnTo>
                  <a:pt x="1994" y="756"/>
                </a:lnTo>
                <a:lnTo>
                  <a:pt x="1993" y="756"/>
                </a:lnTo>
                <a:lnTo>
                  <a:pt x="1992" y="756"/>
                </a:lnTo>
                <a:lnTo>
                  <a:pt x="1991" y="757"/>
                </a:lnTo>
                <a:lnTo>
                  <a:pt x="1990" y="757"/>
                </a:lnTo>
                <a:lnTo>
                  <a:pt x="1989" y="758"/>
                </a:lnTo>
                <a:lnTo>
                  <a:pt x="1989" y="759"/>
                </a:lnTo>
                <a:lnTo>
                  <a:pt x="1988" y="759"/>
                </a:lnTo>
                <a:lnTo>
                  <a:pt x="1987" y="759"/>
                </a:lnTo>
                <a:lnTo>
                  <a:pt x="1985" y="760"/>
                </a:lnTo>
                <a:lnTo>
                  <a:pt x="1985" y="761"/>
                </a:lnTo>
                <a:lnTo>
                  <a:pt x="1983" y="762"/>
                </a:lnTo>
                <a:lnTo>
                  <a:pt x="1982" y="762"/>
                </a:lnTo>
                <a:lnTo>
                  <a:pt x="1982" y="763"/>
                </a:lnTo>
                <a:lnTo>
                  <a:pt x="1981" y="763"/>
                </a:lnTo>
                <a:lnTo>
                  <a:pt x="1979" y="765"/>
                </a:lnTo>
                <a:lnTo>
                  <a:pt x="1978" y="765"/>
                </a:lnTo>
                <a:lnTo>
                  <a:pt x="1976" y="766"/>
                </a:lnTo>
                <a:lnTo>
                  <a:pt x="1975" y="767"/>
                </a:lnTo>
                <a:lnTo>
                  <a:pt x="1974" y="767"/>
                </a:lnTo>
                <a:lnTo>
                  <a:pt x="1973" y="768"/>
                </a:lnTo>
                <a:lnTo>
                  <a:pt x="1972" y="769"/>
                </a:lnTo>
                <a:lnTo>
                  <a:pt x="1971" y="770"/>
                </a:lnTo>
                <a:lnTo>
                  <a:pt x="1970" y="771"/>
                </a:lnTo>
                <a:lnTo>
                  <a:pt x="1969" y="772"/>
                </a:lnTo>
                <a:lnTo>
                  <a:pt x="1969" y="773"/>
                </a:lnTo>
                <a:lnTo>
                  <a:pt x="1968" y="773"/>
                </a:lnTo>
                <a:lnTo>
                  <a:pt x="1968" y="774"/>
                </a:lnTo>
                <a:lnTo>
                  <a:pt x="1968" y="775"/>
                </a:lnTo>
                <a:lnTo>
                  <a:pt x="1968" y="776"/>
                </a:lnTo>
                <a:lnTo>
                  <a:pt x="1967" y="776"/>
                </a:lnTo>
                <a:lnTo>
                  <a:pt x="1967" y="777"/>
                </a:lnTo>
                <a:lnTo>
                  <a:pt x="1967" y="778"/>
                </a:lnTo>
                <a:lnTo>
                  <a:pt x="1967" y="779"/>
                </a:lnTo>
                <a:lnTo>
                  <a:pt x="1966" y="779"/>
                </a:lnTo>
                <a:lnTo>
                  <a:pt x="1966" y="780"/>
                </a:lnTo>
                <a:lnTo>
                  <a:pt x="1965" y="781"/>
                </a:lnTo>
                <a:lnTo>
                  <a:pt x="1965" y="780"/>
                </a:lnTo>
                <a:lnTo>
                  <a:pt x="1961" y="777"/>
                </a:lnTo>
                <a:lnTo>
                  <a:pt x="1961" y="776"/>
                </a:lnTo>
                <a:lnTo>
                  <a:pt x="1959" y="772"/>
                </a:lnTo>
                <a:lnTo>
                  <a:pt x="1959" y="771"/>
                </a:lnTo>
                <a:lnTo>
                  <a:pt x="1958" y="771"/>
                </a:lnTo>
                <a:lnTo>
                  <a:pt x="1958" y="770"/>
                </a:lnTo>
                <a:lnTo>
                  <a:pt x="1958" y="769"/>
                </a:lnTo>
                <a:lnTo>
                  <a:pt x="1957" y="769"/>
                </a:lnTo>
                <a:lnTo>
                  <a:pt x="1956" y="767"/>
                </a:lnTo>
                <a:lnTo>
                  <a:pt x="1956" y="766"/>
                </a:lnTo>
                <a:lnTo>
                  <a:pt x="1956" y="765"/>
                </a:lnTo>
                <a:lnTo>
                  <a:pt x="1957" y="765"/>
                </a:lnTo>
                <a:lnTo>
                  <a:pt x="1956" y="765"/>
                </a:lnTo>
                <a:lnTo>
                  <a:pt x="1955" y="764"/>
                </a:lnTo>
                <a:lnTo>
                  <a:pt x="1954" y="763"/>
                </a:lnTo>
                <a:lnTo>
                  <a:pt x="1953" y="762"/>
                </a:lnTo>
                <a:lnTo>
                  <a:pt x="1952" y="762"/>
                </a:lnTo>
                <a:lnTo>
                  <a:pt x="1952" y="761"/>
                </a:lnTo>
                <a:lnTo>
                  <a:pt x="1951" y="761"/>
                </a:lnTo>
                <a:lnTo>
                  <a:pt x="1951" y="760"/>
                </a:lnTo>
                <a:lnTo>
                  <a:pt x="1951" y="759"/>
                </a:lnTo>
                <a:lnTo>
                  <a:pt x="1949" y="760"/>
                </a:lnTo>
                <a:lnTo>
                  <a:pt x="1940" y="764"/>
                </a:lnTo>
                <a:lnTo>
                  <a:pt x="1936" y="765"/>
                </a:lnTo>
                <a:lnTo>
                  <a:pt x="1926" y="770"/>
                </a:lnTo>
                <a:lnTo>
                  <a:pt x="1923" y="774"/>
                </a:lnTo>
                <a:lnTo>
                  <a:pt x="1921" y="775"/>
                </a:lnTo>
                <a:lnTo>
                  <a:pt x="1918" y="780"/>
                </a:lnTo>
                <a:lnTo>
                  <a:pt x="1916" y="783"/>
                </a:lnTo>
                <a:lnTo>
                  <a:pt x="1912" y="784"/>
                </a:lnTo>
                <a:lnTo>
                  <a:pt x="1897" y="787"/>
                </a:lnTo>
                <a:lnTo>
                  <a:pt x="1874" y="804"/>
                </a:lnTo>
                <a:lnTo>
                  <a:pt x="1865" y="811"/>
                </a:lnTo>
                <a:lnTo>
                  <a:pt x="1849" y="827"/>
                </a:lnTo>
                <a:lnTo>
                  <a:pt x="1848" y="828"/>
                </a:lnTo>
                <a:lnTo>
                  <a:pt x="1840" y="840"/>
                </a:lnTo>
                <a:lnTo>
                  <a:pt x="1831" y="851"/>
                </a:lnTo>
                <a:lnTo>
                  <a:pt x="1832" y="859"/>
                </a:lnTo>
                <a:lnTo>
                  <a:pt x="1827" y="872"/>
                </a:lnTo>
                <a:lnTo>
                  <a:pt x="1827" y="873"/>
                </a:lnTo>
                <a:lnTo>
                  <a:pt x="1804" y="874"/>
                </a:lnTo>
                <a:lnTo>
                  <a:pt x="1789" y="876"/>
                </a:lnTo>
                <a:lnTo>
                  <a:pt x="1759" y="881"/>
                </a:lnTo>
                <a:lnTo>
                  <a:pt x="1752" y="882"/>
                </a:lnTo>
                <a:lnTo>
                  <a:pt x="1752" y="883"/>
                </a:lnTo>
                <a:lnTo>
                  <a:pt x="1751" y="898"/>
                </a:lnTo>
                <a:lnTo>
                  <a:pt x="1751" y="900"/>
                </a:lnTo>
                <a:lnTo>
                  <a:pt x="1750" y="909"/>
                </a:lnTo>
                <a:lnTo>
                  <a:pt x="1747" y="914"/>
                </a:lnTo>
                <a:lnTo>
                  <a:pt x="1743" y="920"/>
                </a:lnTo>
                <a:lnTo>
                  <a:pt x="1740" y="925"/>
                </a:lnTo>
                <a:lnTo>
                  <a:pt x="1738" y="941"/>
                </a:lnTo>
                <a:lnTo>
                  <a:pt x="1736" y="950"/>
                </a:lnTo>
                <a:lnTo>
                  <a:pt x="1736" y="951"/>
                </a:lnTo>
                <a:lnTo>
                  <a:pt x="1735" y="954"/>
                </a:lnTo>
                <a:lnTo>
                  <a:pt x="1735" y="958"/>
                </a:lnTo>
                <a:lnTo>
                  <a:pt x="1734" y="960"/>
                </a:lnTo>
                <a:lnTo>
                  <a:pt x="1732" y="970"/>
                </a:lnTo>
                <a:lnTo>
                  <a:pt x="1731" y="975"/>
                </a:lnTo>
                <a:lnTo>
                  <a:pt x="1730" y="975"/>
                </a:lnTo>
                <a:lnTo>
                  <a:pt x="1730" y="976"/>
                </a:lnTo>
                <a:lnTo>
                  <a:pt x="1726" y="990"/>
                </a:lnTo>
                <a:lnTo>
                  <a:pt x="1725" y="992"/>
                </a:lnTo>
                <a:lnTo>
                  <a:pt x="1716" y="1005"/>
                </a:lnTo>
                <a:lnTo>
                  <a:pt x="1715" y="1005"/>
                </a:lnTo>
                <a:lnTo>
                  <a:pt x="1709" y="1010"/>
                </a:lnTo>
                <a:lnTo>
                  <a:pt x="1703" y="1015"/>
                </a:lnTo>
                <a:lnTo>
                  <a:pt x="1703" y="1016"/>
                </a:lnTo>
                <a:lnTo>
                  <a:pt x="1702" y="1017"/>
                </a:lnTo>
                <a:lnTo>
                  <a:pt x="1701" y="1017"/>
                </a:lnTo>
                <a:lnTo>
                  <a:pt x="1700" y="1018"/>
                </a:lnTo>
                <a:lnTo>
                  <a:pt x="1699" y="1018"/>
                </a:lnTo>
                <a:lnTo>
                  <a:pt x="1699" y="1019"/>
                </a:lnTo>
                <a:lnTo>
                  <a:pt x="1699" y="1020"/>
                </a:lnTo>
                <a:lnTo>
                  <a:pt x="1699" y="1021"/>
                </a:lnTo>
                <a:lnTo>
                  <a:pt x="1700" y="1022"/>
                </a:lnTo>
                <a:lnTo>
                  <a:pt x="1699" y="1023"/>
                </a:lnTo>
                <a:lnTo>
                  <a:pt x="1699" y="1025"/>
                </a:lnTo>
                <a:lnTo>
                  <a:pt x="1699" y="1026"/>
                </a:lnTo>
                <a:lnTo>
                  <a:pt x="1699" y="1027"/>
                </a:lnTo>
                <a:lnTo>
                  <a:pt x="1699" y="1028"/>
                </a:lnTo>
                <a:lnTo>
                  <a:pt x="1700" y="1029"/>
                </a:lnTo>
                <a:lnTo>
                  <a:pt x="1700" y="1030"/>
                </a:lnTo>
                <a:lnTo>
                  <a:pt x="1700" y="1031"/>
                </a:lnTo>
                <a:lnTo>
                  <a:pt x="1701" y="1031"/>
                </a:lnTo>
                <a:lnTo>
                  <a:pt x="1701" y="1032"/>
                </a:lnTo>
                <a:lnTo>
                  <a:pt x="1701" y="1033"/>
                </a:lnTo>
                <a:lnTo>
                  <a:pt x="1701" y="1034"/>
                </a:lnTo>
                <a:lnTo>
                  <a:pt x="1700" y="1034"/>
                </a:lnTo>
                <a:lnTo>
                  <a:pt x="1700" y="1035"/>
                </a:lnTo>
                <a:lnTo>
                  <a:pt x="1700" y="1036"/>
                </a:lnTo>
                <a:lnTo>
                  <a:pt x="1701" y="1037"/>
                </a:lnTo>
                <a:lnTo>
                  <a:pt x="1702" y="1037"/>
                </a:lnTo>
                <a:lnTo>
                  <a:pt x="1703" y="1037"/>
                </a:lnTo>
                <a:lnTo>
                  <a:pt x="1704" y="1038"/>
                </a:lnTo>
                <a:lnTo>
                  <a:pt x="1705" y="1039"/>
                </a:lnTo>
                <a:lnTo>
                  <a:pt x="1705" y="1040"/>
                </a:lnTo>
                <a:lnTo>
                  <a:pt x="1705" y="1041"/>
                </a:lnTo>
                <a:lnTo>
                  <a:pt x="1706" y="1041"/>
                </a:lnTo>
                <a:lnTo>
                  <a:pt x="1706" y="1042"/>
                </a:lnTo>
                <a:lnTo>
                  <a:pt x="1705" y="1042"/>
                </a:lnTo>
                <a:lnTo>
                  <a:pt x="1704" y="1042"/>
                </a:lnTo>
                <a:lnTo>
                  <a:pt x="1703" y="1042"/>
                </a:lnTo>
                <a:lnTo>
                  <a:pt x="1703" y="1043"/>
                </a:lnTo>
                <a:lnTo>
                  <a:pt x="1702" y="1043"/>
                </a:lnTo>
                <a:lnTo>
                  <a:pt x="1701" y="1043"/>
                </a:lnTo>
                <a:lnTo>
                  <a:pt x="1700" y="1043"/>
                </a:lnTo>
                <a:lnTo>
                  <a:pt x="1699" y="1043"/>
                </a:lnTo>
                <a:lnTo>
                  <a:pt x="1698" y="1043"/>
                </a:lnTo>
                <a:lnTo>
                  <a:pt x="1696" y="1043"/>
                </a:lnTo>
                <a:lnTo>
                  <a:pt x="1695" y="1043"/>
                </a:lnTo>
                <a:lnTo>
                  <a:pt x="1691" y="1043"/>
                </a:lnTo>
                <a:lnTo>
                  <a:pt x="1690" y="1043"/>
                </a:lnTo>
                <a:lnTo>
                  <a:pt x="1689" y="1044"/>
                </a:lnTo>
                <a:lnTo>
                  <a:pt x="1688" y="1044"/>
                </a:lnTo>
                <a:lnTo>
                  <a:pt x="1687" y="1044"/>
                </a:lnTo>
                <a:lnTo>
                  <a:pt x="1687" y="1045"/>
                </a:lnTo>
                <a:lnTo>
                  <a:pt x="1687" y="1044"/>
                </a:lnTo>
                <a:lnTo>
                  <a:pt x="1686" y="1045"/>
                </a:lnTo>
                <a:lnTo>
                  <a:pt x="1685" y="1045"/>
                </a:lnTo>
                <a:lnTo>
                  <a:pt x="1685" y="1046"/>
                </a:lnTo>
                <a:lnTo>
                  <a:pt x="1684" y="1047"/>
                </a:lnTo>
                <a:lnTo>
                  <a:pt x="1683" y="1047"/>
                </a:lnTo>
                <a:lnTo>
                  <a:pt x="1682" y="1047"/>
                </a:lnTo>
                <a:lnTo>
                  <a:pt x="1681" y="1047"/>
                </a:lnTo>
                <a:lnTo>
                  <a:pt x="1680" y="1047"/>
                </a:lnTo>
                <a:lnTo>
                  <a:pt x="1679" y="1047"/>
                </a:lnTo>
                <a:lnTo>
                  <a:pt x="1678" y="1047"/>
                </a:lnTo>
                <a:lnTo>
                  <a:pt x="1677" y="1047"/>
                </a:lnTo>
                <a:lnTo>
                  <a:pt x="1677" y="1048"/>
                </a:lnTo>
                <a:lnTo>
                  <a:pt x="1674" y="1048"/>
                </a:lnTo>
                <a:lnTo>
                  <a:pt x="1674" y="1047"/>
                </a:lnTo>
                <a:lnTo>
                  <a:pt x="1674" y="1048"/>
                </a:lnTo>
                <a:lnTo>
                  <a:pt x="1673" y="1048"/>
                </a:lnTo>
                <a:lnTo>
                  <a:pt x="1672" y="1048"/>
                </a:lnTo>
                <a:lnTo>
                  <a:pt x="1671" y="1048"/>
                </a:lnTo>
                <a:lnTo>
                  <a:pt x="1670" y="1049"/>
                </a:lnTo>
                <a:lnTo>
                  <a:pt x="1669" y="1049"/>
                </a:lnTo>
                <a:lnTo>
                  <a:pt x="1668" y="1049"/>
                </a:lnTo>
                <a:lnTo>
                  <a:pt x="1667" y="1049"/>
                </a:lnTo>
                <a:lnTo>
                  <a:pt x="1667" y="1050"/>
                </a:lnTo>
                <a:lnTo>
                  <a:pt x="1666" y="1050"/>
                </a:lnTo>
                <a:lnTo>
                  <a:pt x="1665" y="1050"/>
                </a:lnTo>
                <a:lnTo>
                  <a:pt x="1665" y="1051"/>
                </a:lnTo>
                <a:lnTo>
                  <a:pt x="1664" y="1051"/>
                </a:lnTo>
                <a:lnTo>
                  <a:pt x="1663" y="1051"/>
                </a:lnTo>
                <a:lnTo>
                  <a:pt x="1662" y="1051"/>
                </a:lnTo>
                <a:lnTo>
                  <a:pt x="1662" y="1052"/>
                </a:lnTo>
                <a:lnTo>
                  <a:pt x="1661" y="1052"/>
                </a:lnTo>
                <a:lnTo>
                  <a:pt x="1660" y="1052"/>
                </a:lnTo>
                <a:lnTo>
                  <a:pt x="1659" y="1053"/>
                </a:lnTo>
                <a:lnTo>
                  <a:pt x="1658" y="1053"/>
                </a:lnTo>
                <a:lnTo>
                  <a:pt x="1657" y="1053"/>
                </a:lnTo>
                <a:lnTo>
                  <a:pt x="1657" y="1054"/>
                </a:lnTo>
                <a:lnTo>
                  <a:pt x="1657" y="1055"/>
                </a:lnTo>
                <a:lnTo>
                  <a:pt x="1656" y="1055"/>
                </a:lnTo>
                <a:lnTo>
                  <a:pt x="1655" y="1055"/>
                </a:lnTo>
                <a:lnTo>
                  <a:pt x="1654" y="1055"/>
                </a:lnTo>
                <a:lnTo>
                  <a:pt x="1654" y="1056"/>
                </a:lnTo>
                <a:lnTo>
                  <a:pt x="1653" y="1056"/>
                </a:lnTo>
                <a:lnTo>
                  <a:pt x="1653" y="1055"/>
                </a:lnTo>
                <a:lnTo>
                  <a:pt x="1652" y="1055"/>
                </a:lnTo>
                <a:lnTo>
                  <a:pt x="1652" y="1056"/>
                </a:lnTo>
                <a:lnTo>
                  <a:pt x="1651" y="1056"/>
                </a:lnTo>
                <a:lnTo>
                  <a:pt x="1650" y="1056"/>
                </a:lnTo>
                <a:lnTo>
                  <a:pt x="1649" y="1057"/>
                </a:lnTo>
                <a:lnTo>
                  <a:pt x="1648" y="1057"/>
                </a:lnTo>
                <a:lnTo>
                  <a:pt x="1647" y="1056"/>
                </a:lnTo>
                <a:lnTo>
                  <a:pt x="1646" y="1056"/>
                </a:lnTo>
                <a:lnTo>
                  <a:pt x="1644" y="1056"/>
                </a:lnTo>
                <a:lnTo>
                  <a:pt x="1644" y="1057"/>
                </a:lnTo>
                <a:lnTo>
                  <a:pt x="1643" y="1056"/>
                </a:lnTo>
                <a:lnTo>
                  <a:pt x="1642" y="1056"/>
                </a:lnTo>
                <a:lnTo>
                  <a:pt x="1641" y="1056"/>
                </a:lnTo>
                <a:lnTo>
                  <a:pt x="1640" y="1057"/>
                </a:lnTo>
                <a:lnTo>
                  <a:pt x="1639" y="1058"/>
                </a:lnTo>
                <a:lnTo>
                  <a:pt x="1638" y="1058"/>
                </a:lnTo>
                <a:lnTo>
                  <a:pt x="1638" y="1057"/>
                </a:lnTo>
                <a:lnTo>
                  <a:pt x="1638" y="1058"/>
                </a:lnTo>
                <a:lnTo>
                  <a:pt x="1637" y="1058"/>
                </a:lnTo>
                <a:lnTo>
                  <a:pt x="1636" y="1057"/>
                </a:lnTo>
                <a:lnTo>
                  <a:pt x="1636" y="1058"/>
                </a:lnTo>
                <a:lnTo>
                  <a:pt x="1635" y="1058"/>
                </a:lnTo>
                <a:lnTo>
                  <a:pt x="1635" y="1059"/>
                </a:lnTo>
                <a:lnTo>
                  <a:pt x="1634" y="1059"/>
                </a:lnTo>
                <a:lnTo>
                  <a:pt x="1633" y="1059"/>
                </a:lnTo>
                <a:lnTo>
                  <a:pt x="1632" y="1059"/>
                </a:lnTo>
                <a:lnTo>
                  <a:pt x="1631" y="1059"/>
                </a:lnTo>
                <a:lnTo>
                  <a:pt x="1631" y="1060"/>
                </a:lnTo>
                <a:lnTo>
                  <a:pt x="1630" y="1060"/>
                </a:lnTo>
                <a:lnTo>
                  <a:pt x="1629" y="1060"/>
                </a:lnTo>
                <a:lnTo>
                  <a:pt x="1628" y="1061"/>
                </a:lnTo>
                <a:lnTo>
                  <a:pt x="1627" y="1061"/>
                </a:lnTo>
                <a:lnTo>
                  <a:pt x="1627" y="1060"/>
                </a:lnTo>
                <a:lnTo>
                  <a:pt x="1626" y="1060"/>
                </a:lnTo>
                <a:lnTo>
                  <a:pt x="1626" y="1061"/>
                </a:lnTo>
                <a:lnTo>
                  <a:pt x="1625" y="1061"/>
                </a:lnTo>
                <a:lnTo>
                  <a:pt x="1624" y="1062"/>
                </a:lnTo>
                <a:lnTo>
                  <a:pt x="1623" y="1062"/>
                </a:lnTo>
                <a:lnTo>
                  <a:pt x="1623" y="1061"/>
                </a:lnTo>
                <a:lnTo>
                  <a:pt x="1623" y="1062"/>
                </a:lnTo>
                <a:lnTo>
                  <a:pt x="1622" y="1062"/>
                </a:lnTo>
                <a:lnTo>
                  <a:pt x="1621" y="1062"/>
                </a:lnTo>
                <a:lnTo>
                  <a:pt x="1620" y="1062"/>
                </a:lnTo>
                <a:lnTo>
                  <a:pt x="1619" y="1062"/>
                </a:lnTo>
                <a:lnTo>
                  <a:pt x="1618" y="1062"/>
                </a:lnTo>
                <a:lnTo>
                  <a:pt x="1618" y="1063"/>
                </a:lnTo>
                <a:lnTo>
                  <a:pt x="1617" y="1063"/>
                </a:lnTo>
                <a:lnTo>
                  <a:pt x="1616" y="1063"/>
                </a:lnTo>
                <a:lnTo>
                  <a:pt x="1616" y="1064"/>
                </a:lnTo>
                <a:lnTo>
                  <a:pt x="1615" y="1064"/>
                </a:lnTo>
                <a:lnTo>
                  <a:pt x="1614" y="1064"/>
                </a:lnTo>
                <a:lnTo>
                  <a:pt x="1613" y="1064"/>
                </a:lnTo>
                <a:lnTo>
                  <a:pt x="1612" y="1065"/>
                </a:lnTo>
                <a:lnTo>
                  <a:pt x="1611" y="1065"/>
                </a:lnTo>
                <a:lnTo>
                  <a:pt x="1611" y="1066"/>
                </a:lnTo>
                <a:lnTo>
                  <a:pt x="1610" y="1066"/>
                </a:lnTo>
                <a:lnTo>
                  <a:pt x="1610" y="1067"/>
                </a:lnTo>
                <a:lnTo>
                  <a:pt x="1610" y="1066"/>
                </a:lnTo>
                <a:lnTo>
                  <a:pt x="1609" y="1066"/>
                </a:lnTo>
                <a:lnTo>
                  <a:pt x="1608" y="1067"/>
                </a:lnTo>
                <a:lnTo>
                  <a:pt x="1607" y="1067"/>
                </a:lnTo>
                <a:lnTo>
                  <a:pt x="1606" y="1067"/>
                </a:lnTo>
                <a:lnTo>
                  <a:pt x="1606" y="1068"/>
                </a:lnTo>
                <a:lnTo>
                  <a:pt x="1606" y="1069"/>
                </a:lnTo>
                <a:lnTo>
                  <a:pt x="1605" y="1069"/>
                </a:lnTo>
                <a:lnTo>
                  <a:pt x="1604" y="1069"/>
                </a:lnTo>
                <a:lnTo>
                  <a:pt x="1603" y="1069"/>
                </a:lnTo>
                <a:lnTo>
                  <a:pt x="1603" y="1068"/>
                </a:lnTo>
                <a:lnTo>
                  <a:pt x="1603" y="1069"/>
                </a:lnTo>
                <a:lnTo>
                  <a:pt x="1602" y="1069"/>
                </a:lnTo>
                <a:lnTo>
                  <a:pt x="1601" y="1068"/>
                </a:lnTo>
                <a:lnTo>
                  <a:pt x="1600" y="1068"/>
                </a:lnTo>
                <a:lnTo>
                  <a:pt x="1599" y="1068"/>
                </a:lnTo>
                <a:lnTo>
                  <a:pt x="1599" y="1069"/>
                </a:lnTo>
                <a:lnTo>
                  <a:pt x="1598" y="1069"/>
                </a:lnTo>
                <a:lnTo>
                  <a:pt x="1597" y="1069"/>
                </a:lnTo>
                <a:lnTo>
                  <a:pt x="1596" y="1070"/>
                </a:lnTo>
                <a:lnTo>
                  <a:pt x="1595" y="1070"/>
                </a:lnTo>
                <a:lnTo>
                  <a:pt x="1593" y="1071"/>
                </a:lnTo>
                <a:lnTo>
                  <a:pt x="1592" y="1071"/>
                </a:lnTo>
                <a:lnTo>
                  <a:pt x="1591" y="1071"/>
                </a:lnTo>
                <a:lnTo>
                  <a:pt x="1590" y="1072"/>
                </a:lnTo>
                <a:lnTo>
                  <a:pt x="1589" y="1072"/>
                </a:lnTo>
                <a:lnTo>
                  <a:pt x="1589" y="1073"/>
                </a:lnTo>
                <a:lnTo>
                  <a:pt x="1588" y="1073"/>
                </a:lnTo>
                <a:lnTo>
                  <a:pt x="1587" y="1073"/>
                </a:lnTo>
                <a:lnTo>
                  <a:pt x="1585" y="1073"/>
                </a:lnTo>
                <a:lnTo>
                  <a:pt x="1584" y="1073"/>
                </a:lnTo>
                <a:lnTo>
                  <a:pt x="1583" y="1073"/>
                </a:lnTo>
                <a:lnTo>
                  <a:pt x="1582" y="1073"/>
                </a:lnTo>
                <a:lnTo>
                  <a:pt x="1581" y="1073"/>
                </a:lnTo>
                <a:lnTo>
                  <a:pt x="1581" y="1074"/>
                </a:lnTo>
                <a:lnTo>
                  <a:pt x="1580" y="1074"/>
                </a:lnTo>
                <a:lnTo>
                  <a:pt x="1578" y="1074"/>
                </a:lnTo>
                <a:lnTo>
                  <a:pt x="1577" y="1074"/>
                </a:lnTo>
                <a:lnTo>
                  <a:pt x="1576" y="1074"/>
                </a:lnTo>
                <a:lnTo>
                  <a:pt x="1575" y="1074"/>
                </a:lnTo>
                <a:lnTo>
                  <a:pt x="1574" y="1074"/>
                </a:lnTo>
                <a:lnTo>
                  <a:pt x="1573" y="1074"/>
                </a:lnTo>
                <a:lnTo>
                  <a:pt x="1573" y="1075"/>
                </a:lnTo>
                <a:lnTo>
                  <a:pt x="1572" y="1075"/>
                </a:lnTo>
                <a:lnTo>
                  <a:pt x="1571" y="1075"/>
                </a:lnTo>
                <a:lnTo>
                  <a:pt x="1570" y="1075"/>
                </a:lnTo>
                <a:lnTo>
                  <a:pt x="1569" y="1075"/>
                </a:lnTo>
                <a:lnTo>
                  <a:pt x="1569" y="1076"/>
                </a:lnTo>
                <a:lnTo>
                  <a:pt x="1568" y="1076"/>
                </a:lnTo>
                <a:lnTo>
                  <a:pt x="1567" y="1076"/>
                </a:lnTo>
                <a:lnTo>
                  <a:pt x="1566" y="1076"/>
                </a:lnTo>
                <a:lnTo>
                  <a:pt x="1565" y="1076"/>
                </a:lnTo>
                <a:lnTo>
                  <a:pt x="1564" y="1077"/>
                </a:lnTo>
                <a:lnTo>
                  <a:pt x="1563" y="1077"/>
                </a:lnTo>
                <a:lnTo>
                  <a:pt x="1562" y="1077"/>
                </a:lnTo>
                <a:lnTo>
                  <a:pt x="1562" y="1078"/>
                </a:lnTo>
                <a:lnTo>
                  <a:pt x="1561" y="1078"/>
                </a:lnTo>
                <a:lnTo>
                  <a:pt x="1560" y="1078"/>
                </a:lnTo>
                <a:lnTo>
                  <a:pt x="1561" y="1078"/>
                </a:lnTo>
                <a:lnTo>
                  <a:pt x="1561" y="1077"/>
                </a:lnTo>
                <a:lnTo>
                  <a:pt x="1559" y="1077"/>
                </a:lnTo>
                <a:lnTo>
                  <a:pt x="1558" y="1077"/>
                </a:lnTo>
                <a:lnTo>
                  <a:pt x="1557" y="1078"/>
                </a:lnTo>
                <a:lnTo>
                  <a:pt x="1556" y="1078"/>
                </a:lnTo>
                <a:lnTo>
                  <a:pt x="1555" y="1078"/>
                </a:lnTo>
                <a:lnTo>
                  <a:pt x="1554" y="1078"/>
                </a:lnTo>
                <a:lnTo>
                  <a:pt x="1553" y="1078"/>
                </a:lnTo>
                <a:lnTo>
                  <a:pt x="1552" y="1077"/>
                </a:lnTo>
                <a:lnTo>
                  <a:pt x="1551" y="1077"/>
                </a:lnTo>
                <a:lnTo>
                  <a:pt x="1550" y="1077"/>
                </a:lnTo>
                <a:lnTo>
                  <a:pt x="1549" y="1077"/>
                </a:lnTo>
                <a:lnTo>
                  <a:pt x="1548" y="1077"/>
                </a:lnTo>
                <a:lnTo>
                  <a:pt x="1547" y="1076"/>
                </a:lnTo>
                <a:lnTo>
                  <a:pt x="1546" y="1077"/>
                </a:lnTo>
                <a:lnTo>
                  <a:pt x="1545" y="1077"/>
                </a:lnTo>
                <a:lnTo>
                  <a:pt x="1544" y="1077"/>
                </a:lnTo>
                <a:lnTo>
                  <a:pt x="1545" y="1078"/>
                </a:lnTo>
                <a:lnTo>
                  <a:pt x="1545" y="1079"/>
                </a:lnTo>
                <a:lnTo>
                  <a:pt x="1546" y="1079"/>
                </a:lnTo>
                <a:lnTo>
                  <a:pt x="1546" y="1080"/>
                </a:lnTo>
                <a:lnTo>
                  <a:pt x="1545" y="1081"/>
                </a:lnTo>
                <a:lnTo>
                  <a:pt x="1544" y="1081"/>
                </a:lnTo>
                <a:lnTo>
                  <a:pt x="1544" y="1082"/>
                </a:lnTo>
                <a:lnTo>
                  <a:pt x="1543" y="1082"/>
                </a:lnTo>
                <a:lnTo>
                  <a:pt x="1543" y="1083"/>
                </a:lnTo>
                <a:lnTo>
                  <a:pt x="1543" y="1084"/>
                </a:lnTo>
                <a:lnTo>
                  <a:pt x="1542" y="1084"/>
                </a:lnTo>
                <a:lnTo>
                  <a:pt x="1540" y="1085"/>
                </a:lnTo>
                <a:lnTo>
                  <a:pt x="1539" y="1084"/>
                </a:lnTo>
                <a:lnTo>
                  <a:pt x="1537" y="1085"/>
                </a:lnTo>
                <a:lnTo>
                  <a:pt x="1537" y="1086"/>
                </a:lnTo>
                <a:lnTo>
                  <a:pt x="1536" y="1086"/>
                </a:lnTo>
                <a:lnTo>
                  <a:pt x="1536" y="1087"/>
                </a:lnTo>
                <a:lnTo>
                  <a:pt x="1536" y="1088"/>
                </a:lnTo>
                <a:lnTo>
                  <a:pt x="1534" y="1088"/>
                </a:lnTo>
                <a:lnTo>
                  <a:pt x="1533" y="1088"/>
                </a:lnTo>
                <a:lnTo>
                  <a:pt x="1532" y="1088"/>
                </a:lnTo>
                <a:lnTo>
                  <a:pt x="1531" y="1088"/>
                </a:lnTo>
                <a:lnTo>
                  <a:pt x="1530" y="1088"/>
                </a:lnTo>
                <a:lnTo>
                  <a:pt x="1529" y="1089"/>
                </a:lnTo>
                <a:lnTo>
                  <a:pt x="1529" y="1090"/>
                </a:lnTo>
                <a:lnTo>
                  <a:pt x="1530" y="1090"/>
                </a:lnTo>
                <a:lnTo>
                  <a:pt x="1529" y="1090"/>
                </a:lnTo>
                <a:lnTo>
                  <a:pt x="1529" y="1091"/>
                </a:lnTo>
                <a:lnTo>
                  <a:pt x="1530" y="1091"/>
                </a:lnTo>
                <a:lnTo>
                  <a:pt x="1530" y="1092"/>
                </a:lnTo>
                <a:lnTo>
                  <a:pt x="1528" y="1093"/>
                </a:lnTo>
                <a:lnTo>
                  <a:pt x="1527" y="1093"/>
                </a:lnTo>
                <a:lnTo>
                  <a:pt x="1527" y="1094"/>
                </a:lnTo>
                <a:lnTo>
                  <a:pt x="1526" y="1095"/>
                </a:lnTo>
                <a:lnTo>
                  <a:pt x="1525" y="1095"/>
                </a:lnTo>
                <a:lnTo>
                  <a:pt x="1524" y="1095"/>
                </a:lnTo>
                <a:lnTo>
                  <a:pt x="1523" y="1095"/>
                </a:lnTo>
                <a:lnTo>
                  <a:pt x="1523" y="1096"/>
                </a:lnTo>
                <a:lnTo>
                  <a:pt x="1522" y="1096"/>
                </a:lnTo>
                <a:lnTo>
                  <a:pt x="1522" y="1095"/>
                </a:lnTo>
                <a:lnTo>
                  <a:pt x="1521" y="1095"/>
                </a:lnTo>
                <a:lnTo>
                  <a:pt x="1521" y="1096"/>
                </a:lnTo>
                <a:lnTo>
                  <a:pt x="1520" y="1096"/>
                </a:lnTo>
                <a:lnTo>
                  <a:pt x="1519" y="1096"/>
                </a:lnTo>
                <a:lnTo>
                  <a:pt x="1519" y="1095"/>
                </a:lnTo>
                <a:lnTo>
                  <a:pt x="1518" y="1095"/>
                </a:lnTo>
                <a:lnTo>
                  <a:pt x="1517" y="1095"/>
                </a:lnTo>
                <a:lnTo>
                  <a:pt x="1516" y="1095"/>
                </a:lnTo>
                <a:lnTo>
                  <a:pt x="1516" y="1094"/>
                </a:lnTo>
                <a:lnTo>
                  <a:pt x="1517" y="1094"/>
                </a:lnTo>
                <a:lnTo>
                  <a:pt x="1516" y="1094"/>
                </a:lnTo>
                <a:lnTo>
                  <a:pt x="1515" y="1094"/>
                </a:lnTo>
                <a:lnTo>
                  <a:pt x="1513" y="1094"/>
                </a:lnTo>
                <a:lnTo>
                  <a:pt x="1512" y="1094"/>
                </a:lnTo>
                <a:lnTo>
                  <a:pt x="1512" y="1095"/>
                </a:lnTo>
                <a:lnTo>
                  <a:pt x="1510" y="1095"/>
                </a:lnTo>
                <a:lnTo>
                  <a:pt x="1508" y="1095"/>
                </a:lnTo>
                <a:lnTo>
                  <a:pt x="1507" y="1095"/>
                </a:lnTo>
                <a:lnTo>
                  <a:pt x="1506" y="1095"/>
                </a:lnTo>
                <a:lnTo>
                  <a:pt x="1505" y="1095"/>
                </a:lnTo>
                <a:lnTo>
                  <a:pt x="1504" y="1095"/>
                </a:lnTo>
                <a:lnTo>
                  <a:pt x="1501" y="1095"/>
                </a:lnTo>
                <a:lnTo>
                  <a:pt x="1500" y="1095"/>
                </a:lnTo>
                <a:lnTo>
                  <a:pt x="1499" y="1095"/>
                </a:lnTo>
                <a:lnTo>
                  <a:pt x="1498" y="1096"/>
                </a:lnTo>
                <a:lnTo>
                  <a:pt x="1498" y="1100"/>
                </a:lnTo>
                <a:lnTo>
                  <a:pt x="1498" y="1101"/>
                </a:lnTo>
                <a:lnTo>
                  <a:pt x="1498" y="1102"/>
                </a:lnTo>
                <a:lnTo>
                  <a:pt x="1498" y="1103"/>
                </a:lnTo>
                <a:lnTo>
                  <a:pt x="1499" y="1104"/>
                </a:lnTo>
                <a:lnTo>
                  <a:pt x="1500" y="1104"/>
                </a:lnTo>
                <a:lnTo>
                  <a:pt x="1502" y="1104"/>
                </a:lnTo>
                <a:lnTo>
                  <a:pt x="1503" y="1104"/>
                </a:lnTo>
                <a:lnTo>
                  <a:pt x="1504" y="1104"/>
                </a:lnTo>
                <a:lnTo>
                  <a:pt x="1504" y="1105"/>
                </a:lnTo>
                <a:lnTo>
                  <a:pt x="1504" y="1106"/>
                </a:lnTo>
                <a:lnTo>
                  <a:pt x="1503" y="1106"/>
                </a:lnTo>
                <a:lnTo>
                  <a:pt x="1503" y="1107"/>
                </a:lnTo>
                <a:lnTo>
                  <a:pt x="1502" y="1108"/>
                </a:lnTo>
                <a:lnTo>
                  <a:pt x="1501" y="1108"/>
                </a:lnTo>
                <a:lnTo>
                  <a:pt x="1501" y="1109"/>
                </a:lnTo>
                <a:lnTo>
                  <a:pt x="1502" y="1109"/>
                </a:lnTo>
                <a:lnTo>
                  <a:pt x="1501" y="1109"/>
                </a:lnTo>
                <a:lnTo>
                  <a:pt x="1500" y="1110"/>
                </a:lnTo>
                <a:lnTo>
                  <a:pt x="1501" y="1111"/>
                </a:lnTo>
                <a:lnTo>
                  <a:pt x="1505" y="1114"/>
                </a:lnTo>
                <a:lnTo>
                  <a:pt x="1505" y="1115"/>
                </a:lnTo>
                <a:lnTo>
                  <a:pt x="1506" y="1115"/>
                </a:lnTo>
                <a:lnTo>
                  <a:pt x="1507" y="1116"/>
                </a:lnTo>
                <a:lnTo>
                  <a:pt x="1508" y="1117"/>
                </a:lnTo>
                <a:lnTo>
                  <a:pt x="1509" y="1117"/>
                </a:lnTo>
                <a:lnTo>
                  <a:pt x="1512" y="1120"/>
                </a:lnTo>
                <a:lnTo>
                  <a:pt x="1513" y="1121"/>
                </a:lnTo>
                <a:lnTo>
                  <a:pt x="1516" y="1121"/>
                </a:lnTo>
                <a:lnTo>
                  <a:pt x="1517" y="1121"/>
                </a:lnTo>
                <a:lnTo>
                  <a:pt x="1518" y="1121"/>
                </a:lnTo>
                <a:lnTo>
                  <a:pt x="1519" y="1121"/>
                </a:lnTo>
                <a:lnTo>
                  <a:pt x="1520" y="1121"/>
                </a:lnTo>
                <a:lnTo>
                  <a:pt x="1520" y="1120"/>
                </a:lnTo>
                <a:lnTo>
                  <a:pt x="1520" y="1117"/>
                </a:lnTo>
                <a:lnTo>
                  <a:pt x="1520" y="1116"/>
                </a:lnTo>
                <a:lnTo>
                  <a:pt x="1521" y="1115"/>
                </a:lnTo>
                <a:lnTo>
                  <a:pt x="1521" y="1114"/>
                </a:lnTo>
                <a:lnTo>
                  <a:pt x="1523" y="1114"/>
                </a:lnTo>
                <a:lnTo>
                  <a:pt x="1524" y="1114"/>
                </a:lnTo>
                <a:lnTo>
                  <a:pt x="1524" y="1113"/>
                </a:lnTo>
                <a:lnTo>
                  <a:pt x="1526" y="1113"/>
                </a:lnTo>
                <a:lnTo>
                  <a:pt x="1527" y="1113"/>
                </a:lnTo>
                <a:lnTo>
                  <a:pt x="1528" y="1113"/>
                </a:lnTo>
                <a:lnTo>
                  <a:pt x="1531" y="1113"/>
                </a:lnTo>
                <a:lnTo>
                  <a:pt x="1532" y="1113"/>
                </a:lnTo>
                <a:lnTo>
                  <a:pt x="1533" y="1113"/>
                </a:lnTo>
                <a:lnTo>
                  <a:pt x="1535" y="1113"/>
                </a:lnTo>
                <a:lnTo>
                  <a:pt x="1536" y="1112"/>
                </a:lnTo>
                <a:lnTo>
                  <a:pt x="1536" y="1114"/>
                </a:lnTo>
                <a:lnTo>
                  <a:pt x="1535" y="1116"/>
                </a:lnTo>
                <a:lnTo>
                  <a:pt x="1535" y="1117"/>
                </a:lnTo>
                <a:lnTo>
                  <a:pt x="1535" y="1118"/>
                </a:lnTo>
                <a:lnTo>
                  <a:pt x="1535" y="1120"/>
                </a:lnTo>
                <a:lnTo>
                  <a:pt x="1535" y="1122"/>
                </a:lnTo>
                <a:lnTo>
                  <a:pt x="1535" y="1123"/>
                </a:lnTo>
                <a:lnTo>
                  <a:pt x="1535" y="1145"/>
                </a:lnTo>
                <a:lnTo>
                  <a:pt x="1535" y="1146"/>
                </a:lnTo>
                <a:lnTo>
                  <a:pt x="1535" y="1162"/>
                </a:lnTo>
                <a:lnTo>
                  <a:pt x="1535" y="1173"/>
                </a:lnTo>
                <a:lnTo>
                  <a:pt x="1536" y="1173"/>
                </a:lnTo>
                <a:lnTo>
                  <a:pt x="1537" y="1173"/>
                </a:lnTo>
                <a:lnTo>
                  <a:pt x="1538" y="1173"/>
                </a:lnTo>
                <a:lnTo>
                  <a:pt x="1539" y="1173"/>
                </a:lnTo>
                <a:lnTo>
                  <a:pt x="1540" y="1173"/>
                </a:lnTo>
                <a:lnTo>
                  <a:pt x="1540" y="1174"/>
                </a:lnTo>
                <a:lnTo>
                  <a:pt x="1540" y="1175"/>
                </a:lnTo>
                <a:lnTo>
                  <a:pt x="1541" y="1175"/>
                </a:lnTo>
                <a:lnTo>
                  <a:pt x="1542" y="1175"/>
                </a:lnTo>
                <a:lnTo>
                  <a:pt x="1543" y="1176"/>
                </a:lnTo>
                <a:lnTo>
                  <a:pt x="1544" y="1176"/>
                </a:lnTo>
                <a:lnTo>
                  <a:pt x="1545" y="1176"/>
                </a:lnTo>
                <a:lnTo>
                  <a:pt x="1546" y="1176"/>
                </a:lnTo>
                <a:lnTo>
                  <a:pt x="1547" y="1176"/>
                </a:lnTo>
                <a:lnTo>
                  <a:pt x="1547" y="1175"/>
                </a:lnTo>
                <a:lnTo>
                  <a:pt x="1547" y="1176"/>
                </a:lnTo>
                <a:lnTo>
                  <a:pt x="1548" y="1176"/>
                </a:lnTo>
                <a:lnTo>
                  <a:pt x="1549" y="1176"/>
                </a:lnTo>
                <a:lnTo>
                  <a:pt x="1549" y="1177"/>
                </a:lnTo>
                <a:lnTo>
                  <a:pt x="1549" y="1178"/>
                </a:lnTo>
                <a:lnTo>
                  <a:pt x="1550" y="1178"/>
                </a:lnTo>
                <a:lnTo>
                  <a:pt x="1551" y="1178"/>
                </a:lnTo>
                <a:lnTo>
                  <a:pt x="1552" y="1178"/>
                </a:lnTo>
                <a:lnTo>
                  <a:pt x="1552" y="1179"/>
                </a:lnTo>
                <a:lnTo>
                  <a:pt x="1552" y="1178"/>
                </a:lnTo>
                <a:lnTo>
                  <a:pt x="1553" y="1178"/>
                </a:lnTo>
                <a:lnTo>
                  <a:pt x="1553" y="1179"/>
                </a:lnTo>
                <a:lnTo>
                  <a:pt x="1554" y="1179"/>
                </a:lnTo>
                <a:lnTo>
                  <a:pt x="1555" y="1179"/>
                </a:lnTo>
                <a:lnTo>
                  <a:pt x="1555" y="1180"/>
                </a:lnTo>
                <a:lnTo>
                  <a:pt x="1556" y="1181"/>
                </a:lnTo>
                <a:lnTo>
                  <a:pt x="1557" y="1181"/>
                </a:lnTo>
                <a:lnTo>
                  <a:pt x="1558" y="1181"/>
                </a:lnTo>
                <a:lnTo>
                  <a:pt x="1559" y="1181"/>
                </a:lnTo>
                <a:lnTo>
                  <a:pt x="1559" y="1182"/>
                </a:lnTo>
                <a:lnTo>
                  <a:pt x="1559" y="1183"/>
                </a:lnTo>
                <a:lnTo>
                  <a:pt x="1560" y="1183"/>
                </a:lnTo>
                <a:lnTo>
                  <a:pt x="1561" y="1183"/>
                </a:lnTo>
                <a:lnTo>
                  <a:pt x="1561" y="1184"/>
                </a:lnTo>
                <a:lnTo>
                  <a:pt x="1562" y="1184"/>
                </a:lnTo>
                <a:lnTo>
                  <a:pt x="1562" y="1185"/>
                </a:lnTo>
                <a:lnTo>
                  <a:pt x="1563" y="1185"/>
                </a:lnTo>
                <a:lnTo>
                  <a:pt x="1564" y="1185"/>
                </a:lnTo>
                <a:lnTo>
                  <a:pt x="1564" y="1186"/>
                </a:lnTo>
                <a:lnTo>
                  <a:pt x="1565" y="1186"/>
                </a:lnTo>
                <a:lnTo>
                  <a:pt x="1565" y="1187"/>
                </a:lnTo>
                <a:lnTo>
                  <a:pt x="1566" y="1187"/>
                </a:lnTo>
                <a:lnTo>
                  <a:pt x="1567" y="1188"/>
                </a:lnTo>
                <a:lnTo>
                  <a:pt x="1568" y="1189"/>
                </a:lnTo>
                <a:lnTo>
                  <a:pt x="1567" y="1189"/>
                </a:lnTo>
                <a:lnTo>
                  <a:pt x="1567" y="1190"/>
                </a:lnTo>
                <a:lnTo>
                  <a:pt x="1566" y="1190"/>
                </a:lnTo>
                <a:lnTo>
                  <a:pt x="1566" y="1191"/>
                </a:lnTo>
                <a:lnTo>
                  <a:pt x="1566" y="1192"/>
                </a:lnTo>
                <a:lnTo>
                  <a:pt x="1566" y="1193"/>
                </a:lnTo>
                <a:lnTo>
                  <a:pt x="1567" y="1193"/>
                </a:lnTo>
                <a:lnTo>
                  <a:pt x="1568" y="1194"/>
                </a:lnTo>
                <a:lnTo>
                  <a:pt x="1569" y="1194"/>
                </a:lnTo>
                <a:lnTo>
                  <a:pt x="1570" y="1194"/>
                </a:lnTo>
                <a:lnTo>
                  <a:pt x="1570" y="1195"/>
                </a:lnTo>
                <a:lnTo>
                  <a:pt x="1571" y="1195"/>
                </a:lnTo>
                <a:lnTo>
                  <a:pt x="1571" y="1196"/>
                </a:lnTo>
                <a:lnTo>
                  <a:pt x="1572" y="1196"/>
                </a:lnTo>
                <a:lnTo>
                  <a:pt x="1573" y="1196"/>
                </a:lnTo>
                <a:lnTo>
                  <a:pt x="1573" y="1197"/>
                </a:lnTo>
                <a:lnTo>
                  <a:pt x="1572" y="1197"/>
                </a:lnTo>
                <a:lnTo>
                  <a:pt x="1572" y="1198"/>
                </a:lnTo>
                <a:lnTo>
                  <a:pt x="1573" y="1198"/>
                </a:lnTo>
                <a:lnTo>
                  <a:pt x="1574" y="1198"/>
                </a:lnTo>
                <a:lnTo>
                  <a:pt x="1574" y="1199"/>
                </a:lnTo>
                <a:lnTo>
                  <a:pt x="1574" y="1198"/>
                </a:lnTo>
                <a:lnTo>
                  <a:pt x="1575" y="1198"/>
                </a:lnTo>
                <a:lnTo>
                  <a:pt x="1576" y="1198"/>
                </a:lnTo>
                <a:lnTo>
                  <a:pt x="1577" y="1198"/>
                </a:lnTo>
                <a:lnTo>
                  <a:pt x="1577" y="1197"/>
                </a:lnTo>
                <a:lnTo>
                  <a:pt x="1578" y="1197"/>
                </a:lnTo>
                <a:lnTo>
                  <a:pt x="1579" y="1197"/>
                </a:lnTo>
                <a:lnTo>
                  <a:pt x="1580" y="1197"/>
                </a:lnTo>
                <a:lnTo>
                  <a:pt x="1581" y="1197"/>
                </a:lnTo>
                <a:lnTo>
                  <a:pt x="1582" y="1198"/>
                </a:lnTo>
                <a:lnTo>
                  <a:pt x="1583" y="1198"/>
                </a:lnTo>
                <a:lnTo>
                  <a:pt x="1584" y="1198"/>
                </a:lnTo>
                <a:lnTo>
                  <a:pt x="1584" y="1199"/>
                </a:lnTo>
                <a:lnTo>
                  <a:pt x="1585" y="1199"/>
                </a:lnTo>
                <a:lnTo>
                  <a:pt x="1585" y="1200"/>
                </a:lnTo>
                <a:lnTo>
                  <a:pt x="1586" y="1201"/>
                </a:lnTo>
                <a:lnTo>
                  <a:pt x="1587" y="1201"/>
                </a:lnTo>
                <a:lnTo>
                  <a:pt x="1587" y="1202"/>
                </a:lnTo>
                <a:lnTo>
                  <a:pt x="1588" y="1203"/>
                </a:lnTo>
                <a:lnTo>
                  <a:pt x="1588" y="1204"/>
                </a:lnTo>
                <a:lnTo>
                  <a:pt x="1588" y="1205"/>
                </a:lnTo>
                <a:lnTo>
                  <a:pt x="1588" y="1206"/>
                </a:lnTo>
                <a:lnTo>
                  <a:pt x="1588" y="1207"/>
                </a:lnTo>
                <a:lnTo>
                  <a:pt x="1588" y="1208"/>
                </a:lnTo>
                <a:lnTo>
                  <a:pt x="1589" y="1209"/>
                </a:lnTo>
                <a:lnTo>
                  <a:pt x="1590" y="1209"/>
                </a:lnTo>
                <a:lnTo>
                  <a:pt x="1590" y="1210"/>
                </a:lnTo>
                <a:lnTo>
                  <a:pt x="1589" y="1210"/>
                </a:lnTo>
                <a:lnTo>
                  <a:pt x="1590" y="1211"/>
                </a:lnTo>
                <a:lnTo>
                  <a:pt x="1590" y="1212"/>
                </a:lnTo>
                <a:lnTo>
                  <a:pt x="1590" y="1213"/>
                </a:lnTo>
                <a:lnTo>
                  <a:pt x="1590" y="1214"/>
                </a:lnTo>
                <a:lnTo>
                  <a:pt x="1590" y="1215"/>
                </a:lnTo>
                <a:lnTo>
                  <a:pt x="1591" y="1215"/>
                </a:lnTo>
                <a:lnTo>
                  <a:pt x="1592" y="1215"/>
                </a:lnTo>
                <a:lnTo>
                  <a:pt x="1593" y="1216"/>
                </a:lnTo>
                <a:lnTo>
                  <a:pt x="1594" y="1217"/>
                </a:lnTo>
                <a:lnTo>
                  <a:pt x="1593" y="1217"/>
                </a:lnTo>
                <a:lnTo>
                  <a:pt x="1593" y="1218"/>
                </a:lnTo>
                <a:lnTo>
                  <a:pt x="1594" y="1219"/>
                </a:lnTo>
                <a:lnTo>
                  <a:pt x="1595" y="1219"/>
                </a:lnTo>
                <a:lnTo>
                  <a:pt x="1595" y="1220"/>
                </a:lnTo>
                <a:lnTo>
                  <a:pt x="1595" y="1221"/>
                </a:lnTo>
                <a:lnTo>
                  <a:pt x="1595" y="1222"/>
                </a:lnTo>
                <a:lnTo>
                  <a:pt x="1595" y="1223"/>
                </a:lnTo>
                <a:lnTo>
                  <a:pt x="1596" y="1223"/>
                </a:lnTo>
                <a:lnTo>
                  <a:pt x="1595" y="1223"/>
                </a:lnTo>
                <a:lnTo>
                  <a:pt x="1595" y="1224"/>
                </a:lnTo>
                <a:lnTo>
                  <a:pt x="1595" y="1225"/>
                </a:lnTo>
                <a:lnTo>
                  <a:pt x="1596" y="1225"/>
                </a:lnTo>
                <a:lnTo>
                  <a:pt x="1596" y="1226"/>
                </a:lnTo>
                <a:lnTo>
                  <a:pt x="1595" y="1226"/>
                </a:lnTo>
                <a:lnTo>
                  <a:pt x="1595" y="1227"/>
                </a:lnTo>
                <a:lnTo>
                  <a:pt x="1597" y="1227"/>
                </a:lnTo>
                <a:lnTo>
                  <a:pt x="1598" y="1227"/>
                </a:lnTo>
                <a:lnTo>
                  <a:pt x="1598" y="1228"/>
                </a:lnTo>
                <a:lnTo>
                  <a:pt x="1599" y="1228"/>
                </a:lnTo>
                <a:lnTo>
                  <a:pt x="1599" y="1229"/>
                </a:lnTo>
                <a:lnTo>
                  <a:pt x="1601" y="1229"/>
                </a:lnTo>
                <a:lnTo>
                  <a:pt x="1602" y="1230"/>
                </a:lnTo>
                <a:lnTo>
                  <a:pt x="1602" y="1231"/>
                </a:lnTo>
                <a:lnTo>
                  <a:pt x="1603" y="1231"/>
                </a:lnTo>
                <a:lnTo>
                  <a:pt x="1603" y="1232"/>
                </a:lnTo>
                <a:lnTo>
                  <a:pt x="1603" y="1233"/>
                </a:lnTo>
                <a:lnTo>
                  <a:pt x="1603" y="1234"/>
                </a:lnTo>
                <a:lnTo>
                  <a:pt x="1604" y="1235"/>
                </a:lnTo>
                <a:lnTo>
                  <a:pt x="1604" y="1236"/>
                </a:lnTo>
                <a:lnTo>
                  <a:pt x="1604" y="1237"/>
                </a:lnTo>
                <a:lnTo>
                  <a:pt x="1605" y="1237"/>
                </a:lnTo>
                <a:lnTo>
                  <a:pt x="1605" y="1238"/>
                </a:lnTo>
                <a:lnTo>
                  <a:pt x="1605" y="1239"/>
                </a:lnTo>
                <a:lnTo>
                  <a:pt x="1605" y="1240"/>
                </a:lnTo>
                <a:lnTo>
                  <a:pt x="1605" y="1241"/>
                </a:lnTo>
                <a:lnTo>
                  <a:pt x="1605" y="1242"/>
                </a:lnTo>
                <a:lnTo>
                  <a:pt x="1604" y="1242"/>
                </a:lnTo>
                <a:lnTo>
                  <a:pt x="1604" y="1243"/>
                </a:lnTo>
                <a:lnTo>
                  <a:pt x="1605" y="1244"/>
                </a:lnTo>
                <a:lnTo>
                  <a:pt x="1606" y="1244"/>
                </a:lnTo>
                <a:lnTo>
                  <a:pt x="1606" y="1245"/>
                </a:lnTo>
                <a:lnTo>
                  <a:pt x="1606" y="1246"/>
                </a:lnTo>
                <a:lnTo>
                  <a:pt x="1604" y="1246"/>
                </a:lnTo>
                <a:lnTo>
                  <a:pt x="1602" y="1246"/>
                </a:lnTo>
                <a:lnTo>
                  <a:pt x="1601" y="1246"/>
                </a:lnTo>
                <a:lnTo>
                  <a:pt x="1600" y="1246"/>
                </a:lnTo>
                <a:lnTo>
                  <a:pt x="1599" y="1246"/>
                </a:lnTo>
                <a:lnTo>
                  <a:pt x="1598" y="1246"/>
                </a:lnTo>
                <a:lnTo>
                  <a:pt x="1597" y="1246"/>
                </a:lnTo>
                <a:lnTo>
                  <a:pt x="1596" y="1246"/>
                </a:lnTo>
                <a:lnTo>
                  <a:pt x="1596" y="1245"/>
                </a:lnTo>
                <a:lnTo>
                  <a:pt x="1595" y="1245"/>
                </a:lnTo>
                <a:lnTo>
                  <a:pt x="1594" y="1245"/>
                </a:lnTo>
                <a:lnTo>
                  <a:pt x="1593" y="1245"/>
                </a:lnTo>
                <a:lnTo>
                  <a:pt x="1592" y="1246"/>
                </a:lnTo>
                <a:lnTo>
                  <a:pt x="1591" y="1246"/>
                </a:lnTo>
                <a:lnTo>
                  <a:pt x="1590" y="1247"/>
                </a:lnTo>
                <a:lnTo>
                  <a:pt x="1590" y="1249"/>
                </a:lnTo>
                <a:lnTo>
                  <a:pt x="1590" y="1250"/>
                </a:lnTo>
                <a:lnTo>
                  <a:pt x="1589" y="1250"/>
                </a:lnTo>
                <a:lnTo>
                  <a:pt x="1589" y="1251"/>
                </a:lnTo>
                <a:lnTo>
                  <a:pt x="1588" y="1251"/>
                </a:lnTo>
                <a:lnTo>
                  <a:pt x="1587" y="1251"/>
                </a:lnTo>
                <a:lnTo>
                  <a:pt x="1584" y="1251"/>
                </a:lnTo>
                <a:lnTo>
                  <a:pt x="1583" y="1251"/>
                </a:lnTo>
                <a:lnTo>
                  <a:pt x="1582" y="1251"/>
                </a:lnTo>
                <a:lnTo>
                  <a:pt x="1582" y="1252"/>
                </a:lnTo>
                <a:lnTo>
                  <a:pt x="1582" y="1253"/>
                </a:lnTo>
                <a:lnTo>
                  <a:pt x="1582" y="1254"/>
                </a:lnTo>
                <a:lnTo>
                  <a:pt x="1582" y="1255"/>
                </a:lnTo>
                <a:lnTo>
                  <a:pt x="1581" y="1255"/>
                </a:lnTo>
                <a:lnTo>
                  <a:pt x="1580" y="1255"/>
                </a:lnTo>
                <a:lnTo>
                  <a:pt x="1579" y="1255"/>
                </a:lnTo>
                <a:lnTo>
                  <a:pt x="1578" y="1256"/>
                </a:lnTo>
                <a:lnTo>
                  <a:pt x="1577" y="1256"/>
                </a:lnTo>
                <a:lnTo>
                  <a:pt x="1576" y="1256"/>
                </a:lnTo>
                <a:lnTo>
                  <a:pt x="1575" y="1256"/>
                </a:lnTo>
                <a:lnTo>
                  <a:pt x="1573" y="1256"/>
                </a:lnTo>
                <a:lnTo>
                  <a:pt x="1572" y="1256"/>
                </a:lnTo>
                <a:lnTo>
                  <a:pt x="1569" y="1256"/>
                </a:lnTo>
                <a:lnTo>
                  <a:pt x="1568" y="1256"/>
                </a:lnTo>
                <a:lnTo>
                  <a:pt x="1567" y="1256"/>
                </a:lnTo>
                <a:lnTo>
                  <a:pt x="1566" y="1256"/>
                </a:lnTo>
                <a:lnTo>
                  <a:pt x="1565" y="1256"/>
                </a:lnTo>
                <a:lnTo>
                  <a:pt x="1564" y="1257"/>
                </a:lnTo>
                <a:lnTo>
                  <a:pt x="1564" y="1258"/>
                </a:lnTo>
                <a:lnTo>
                  <a:pt x="1563" y="1258"/>
                </a:lnTo>
                <a:lnTo>
                  <a:pt x="1562" y="1259"/>
                </a:lnTo>
                <a:lnTo>
                  <a:pt x="1561" y="1260"/>
                </a:lnTo>
                <a:lnTo>
                  <a:pt x="1561" y="1261"/>
                </a:lnTo>
                <a:lnTo>
                  <a:pt x="1560" y="1261"/>
                </a:lnTo>
                <a:lnTo>
                  <a:pt x="1560" y="1262"/>
                </a:lnTo>
                <a:lnTo>
                  <a:pt x="1559" y="1262"/>
                </a:lnTo>
                <a:lnTo>
                  <a:pt x="1560" y="1263"/>
                </a:lnTo>
                <a:lnTo>
                  <a:pt x="1559" y="1263"/>
                </a:lnTo>
                <a:lnTo>
                  <a:pt x="1559" y="1264"/>
                </a:lnTo>
                <a:lnTo>
                  <a:pt x="1558" y="1264"/>
                </a:lnTo>
                <a:lnTo>
                  <a:pt x="1557" y="1264"/>
                </a:lnTo>
                <a:lnTo>
                  <a:pt x="1557" y="1265"/>
                </a:lnTo>
                <a:lnTo>
                  <a:pt x="1556" y="1265"/>
                </a:lnTo>
                <a:lnTo>
                  <a:pt x="1555" y="1265"/>
                </a:lnTo>
                <a:lnTo>
                  <a:pt x="1554" y="1265"/>
                </a:lnTo>
                <a:lnTo>
                  <a:pt x="1554" y="1266"/>
                </a:lnTo>
                <a:lnTo>
                  <a:pt x="1554" y="1267"/>
                </a:lnTo>
                <a:lnTo>
                  <a:pt x="1554" y="1268"/>
                </a:lnTo>
                <a:lnTo>
                  <a:pt x="1553" y="1268"/>
                </a:lnTo>
                <a:lnTo>
                  <a:pt x="1553" y="1269"/>
                </a:lnTo>
                <a:lnTo>
                  <a:pt x="1553" y="1270"/>
                </a:lnTo>
                <a:lnTo>
                  <a:pt x="1553" y="1271"/>
                </a:lnTo>
                <a:lnTo>
                  <a:pt x="1554" y="1271"/>
                </a:lnTo>
                <a:lnTo>
                  <a:pt x="1554" y="1272"/>
                </a:lnTo>
                <a:lnTo>
                  <a:pt x="1553" y="1272"/>
                </a:lnTo>
                <a:lnTo>
                  <a:pt x="1554" y="1273"/>
                </a:lnTo>
                <a:lnTo>
                  <a:pt x="1554" y="1274"/>
                </a:lnTo>
                <a:lnTo>
                  <a:pt x="1555" y="1274"/>
                </a:lnTo>
                <a:lnTo>
                  <a:pt x="1556" y="1275"/>
                </a:lnTo>
                <a:lnTo>
                  <a:pt x="1556" y="1276"/>
                </a:lnTo>
                <a:lnTo>
                  <a:pt x="1555" y="1276"/>
                </a:lnTo>
                <a:lnTo>
                  <a:pt x="1555" y="1277"/>
                </a:lnTo>
                <a:lnTo>
                  <a:pt x="1554" y="1277"/>
                </a:lnTo>
                <a:lnTo>
                  <a:pt x="1553" y="1277"/>
                </a:lnTo>
                <a:lnTo>
                  <a:pt x="1553" y="1278"/>
                </a:lnTo>
                <a:lnTo>
                  <a:pt x="1553" y="1279"/>
                </a:lnTo>
                <a:lnTo>
                  <a:pt x="1552" y="1280"/>
                </a:lnTo>
                <a:lnTo>
                  <a:pt x="1552" y="1281"/>
                </a:lnTo>
                <a:lnTo>
                  <a:pt x="1552" y="1282"/>
                </a:lnTo>
                <a:lnTo>
                  <a:pt x="1553" y="1282"/>
                </a:lnTo>
                <a:lnTo>
                  <a:pt x="1554" y="1283"/>
                </a:lnTo>
                <a:lnTo>
                  <a:pt x="1554" y="1284"/>
                </a:lnTo>
                <a:lnTo>
                  <a:pt x="1554" y="1285"/>
                </a:lnTo>
                <a:lnTo>
                  <a:pt x="1554" y="1286"/>
                </a:lnTo>
                <a:lnTo>
                  <a:pt x="1553" y="1286"/>
                </a:lnTo>
                <a:lnTo>
                  <a:pt x="1553" y="1287"/>
                </a:lnTo>
                <a:lnTo>
                  <a:pt x="1554" y="1288"/>
                </a:lnTo>
                <a:lnTo>
                  <a:pt x="1554" y="1289"/>
                </a:lnTo>
                <a:lnTo>
                  <a:pt x="1555" y="1290"/>
                </a:lnTo>
                <a:lnTo>
                  <a:pt x="1556" y="1290"/>
                </a:lnTo>
                <a:lnTo>
                  <a:pt x="1557" y="1290"/>
                </a:lnTo>
                <a:lnTo>
                  <a:pt x="1558" y="1290"/>
                </a:lnTo>
                <a:lnTo>
                  <a:pt x="1559" y="1290"/>
                </a:lnTo>
                <a:lnTo>
                  <a:pt x="1560" y="1290"/>
                </a:lnTo>
                <a:lnTo>
                  <a:pt x="1561" y="1290"/>
                </a:lnTo>
                <a:lnTo>
                  <a:pt x="1562" y="1290"/>
                </a:lnTo>
                <a:lnTo>
                  <a:pt x="1563" y="1290"/>
                </a:lnTo>
                <a:lnTo>
                  <a:pt x="1563" y="1291"/>
                </a:lnTo>
                <a:lnTo>
                  <a:pt x="1562" y="1291"/>
                </a:lnTo>
                <a:lnTo>
                  <a:pt x="1562" y="1292"/>
                </a:lnTo>
                <a:lnTo>
                  <a:pt x="1563" y="1293"/>
                </a:lnTo>
                <a:lnTo>
                  <a:pt x="1564" y="1292"/>
                </a:lnTo>
                <a:lnTo>
                  <a:pt x="1565" y="1293"/>
                </a:lnTo>
                <a:lnTo>
                  <a:pt x="1566" y="1293"/>
                </a:lnTo>
                <a:lnTo>
                  <a:pt x="1567" y="1293"/>
                </a:lnTo>
                <a:lnTo>
                  <a:pt x="1568" y="1293"/>
                </a:lnTo>
                <a:lnTo>
                  <a:pt x="1569" y="1292"/>
                </a:lnTo>
                <a:lnTo>
                  <a:pt x="1570" y="1292"/>
                </a:lnTo>
                <a:lnTo>
                  <a:pt x="1570" y="1293"/>
                </a:lnTo>
                <a:lnTo>
                  <a:pt x="1571" y="1293"/>
                </a:lnTo>
                <a:lnTo>
                  <a:pt x="1572" y="1293"/>
                </a:lnTo>
                <a:lnTo>
                  <a:pt x="1573" y="1293"/>
                </a:lnTo>
                <a:lnTo>
                  <a:pt x="1574" y="1293"/>
                </a:lnTo>
                <a:lnTo>
                  <a:pt x="1575" y="1293"/>
                </a:lnTo>
                <a:lnTo>
                  <a:pt x="1575" y="1294"/>
                </a:lnTo>
                <a:lnTo>
                  <a:pt x="1576" y="1294"/>
                </a:lnTo>
                <a:lnTo>
                  <a:pt x="1577" y="1294"/>
                </a:lnTo>
                <a:lnTo>
                  <a:pt x="1578" y="1294"/>
                </a:lnTo>
                <a:lnTo>
                  <a:pt x="1579" y="1294"/>
                </a:lnTo>
                <a:lnTo>
                  <a:pt x="1579" y="1295"/>
                </a:lnTo>
                <a:lnTo>
                  <a:pt x="1580" y="1295"/>
                </a:lnTo>
                <a:lnTo>
                  <a:pt x="1581" y="1295"/>
                </a:lnTo>
                <a:lnTo>
                  <a:pt x="1581" y="1296"/>
                </a:lnTo>
                <a:lnTo>
                  <a:pt x="1581" y="1297"/>
                </a:lnTo>
                <a:lnTo>
                  <a:pt x="1581" y="1298"/>
                </a:lnTo>
                <a:lnTo>
                  <a:pt x="1581" y="1299"/>
                </a:lnTo>
                <a:lnTo>
                  <a:pt x="1581" y="1300"/>
                </a:lnTo>
                <a:lnTo>
                  <a:pt x="1581" y="1301"/>
                </a:lnTo>
                <a:lnTo>
                  <a:pt x="1582" y="1301"/>
                </a:lnTo>
                <a:lnTo>
                  <a:pt x="1581" y="1301"/>
                </a:lnTo>
                <a:lnTo>
                  <a:pt x="1581" y="1302"/>
                </a:lnTo>
                <a:lnTo>
                  <a:pt x="1581" y="1303"/>
                </a:lnTo>
                <a:lnTo>
                  <a:pt x="1581" y="1304"/>
                </a:lnTo>
                <a:lnTo>
                  <a:pt x="1581" y="1305"/>
                </a:lnTo>
                <a:lnTo>
                  <a:pt x="1583" y="1305"/>
                </a:lnTo>
                <a:lnTo>
                  <a:pt x="1583" y="1306"/>
                </a:lnTo>
                <a:lnTo>
                  <a:pt x="1583" y="1307"/>
                </a:lnTo>
                <a:lnTo>
                  <a:pt x="1582" y="1307"/>
                </a:lnTo>
                <a:lnTo>
                  <a:pt x="1582" y="1308"/>
                </a:lnTo>
                <a:lnTo>
                  <a:pt x="1582" y="1309"/>
                </a:lnTo>
                <a:lnTo>
                  <a:pt x="1581" y="1309"/>
                </a:lnTo>
                <a:lnTo>
                  <a:pt x="1581" y="1310"/>
                </a:lnTo>
                <a:lnTo>
                  <a:pt x="1582" y="1310"/>
                </a:lnTo>
                <a:lnTo>
                  <a:pt x="1582" y="1311"/>
                </a:lnTo>
                <a:lnTo>
                  <a:pt x="1581" y="1311"/>
                </a:lnTo>
                <a:lnTo>
                  <a:pt x="1581" y="1312"/>
                </a:lnTo>
                <a:lnTo>
                  <a:pt x="1581" y="1313"/>
                </a:lnTo>
                <a:lnTo>
                  <a:pt x="1581" y="1314"/>
                </a:lnTo>
                <a:lnTo>
                  <a:pt x="1581" y="1315"/>
                </a:lnTo>
                <a:lnTo>
                  <a:pt x="1581" y="1316"/>
                </a:lnTo>
                <a:lnTo>
                  <a:pt x="1580" y="1316"/>
                </a:lnTo>
                <a:lnTo>
                  <a:pt x="1580" y="1317"/>
                </a:lnTo>
                <a:lnTo>
                  <a:pt x="1581" y="1317"/>
                </a:lnTo>
                <a:lnTo>
                  <a:pt x="1582" y="1317"/>
                </a:lnTo>
                <a:lnTo>
                  <a:pt x="1582" y="1318"/>
                </a:lnTo>
                <a:lnTo>
                  <a:pt x="1583" y="1318"/>
                </a:lnTo>
                <a:lnTo>
                  <a:pt x="1583" y="1319"/>
                </a:lnTo>
                <a:lnTo>
                  <a:pt x="1584" y="1319"/>
                </a:lnTo>
                <a:lnTo>
                  <a:pt x="1585" y="1319"/>
                </a:lnTo>
                <a:lnTo>
                  <a:pt x="1585" y="1320"/>
                </a:lnTo>
                <a:lnTo>
                  <a:pt x="1584" y="1321"/>
                </a:lnTo>
                <a:lnTo>
                  <a:pt x="1583" y="1322"/>
                </a:lnTo>
                <a:lnTo>
                  <a:pt x="1583" y="1323"/>
                </a:lnTo>
                <a:lnTo>
                  <a:pt x="1582" y="1324"/>
                </a:lnTo>
                <a:lnTo>
                  <a:pt x="1582" y="1325"/>
                </a:lnTo>
                <a:lnTo>
                  <a:pt x="1583" y="1325"/>
                </a:lnTo>
                <a:lnTo>
                  <a:pt x="1584" y="1326"/>
                </a:lnTo>
                <a:lnTo>
                  <a:pt x="1585" y="1326"/>
                </a:lnTo>
                <a:lnTo>
                  <a:pt x="1586" y="1327"/>
                </a:lnTo>
                <a:lnTo>
                  <a:pt x="1587" y="1327"/>
                </a:lnTo>
                <a:lnTo>
                  <a:pt x="1587" y="1328"/>
                </a:lnTo>
                <a:lnTo>
                  <a:pt x="1587" y="1329"/>
                </a:lnTo>
                <a:lnTo>
                  <a:pt x="1587" y="1330"/>
                </a:lnTo>
                <a:lnTo>
                  <a:pt x="1586" y="1330"/>
                </a:lnTo>
                <a:lnTo>
                  <a:pt x="1586" y="1331"/>
                </a:lnTo>
                <a:lnTo>
                  <a:pt x="1587" y="1331"/>
                </a:lnTo>
                <a:lnTo>
                  <a:pt x="1587" y="1332"/>
                </a:lnTo>
                <a:lnTo>
                  <a:pt x="1587" y="1333"/>
                </a:lnTo>
                <a:lnTo>
                  <a:pt x="1587" y="1334"/>
                </a:lnTo>
                <a:lnTo>
                  <a:pt x="1588" y="1334"/>
                </a:lnTo>
                <a:lnTo>
                  <a:pt x="1588" y="1335"/>
                </a:lnTo>
                <a:lnTo>
                  <a:pt x="1589" y="1335"/>
                </a:lnTo>
                <a:lnTo>
                  <a:pt x="1589" y="1336"/>
                </a:lnTo>
                <a:lnTo>
                  <a:pt x="1589" y="1337"/>
                </a:lnTo>
                <a:lnTo>
                  <a:pt x="1589" y="1338"/>
                </a:lnTo>
                <a:lnTo>
                  <a:pt x="1589" y="1339"/>
                </a:lnTo>
                <a:lnTo>
                  <a:pt x="1588" y="1340"/>
                </a:lnTo>
                <a:lnTo>
                  <a:pt x="1586" y="1340"/>
                </a:lnTo>
                <a:lnTo>
                  <a:pt x="1585" y="1341"/>
                </a:lnTo>
                <a:lnTo>
                  <a:pt x="1583" y="1340"/>
                </a:lnTo>
                <a:lnTo>
                  <a:pt x="1582" y="1340"/>
                </a:lnTo>
                <a:lnTo>
                  <a:pt x="1581" y="1340"/>
                </a:lnTo>
                <a:lnTo>
                  <a:pt x="1581" y="1339"/>
                </a:lnTo>
                <a:lnTo>
                  <a:pt x="1580" y="1339"/>
                </a:lnTo>
                <a:lnTo>
                  <a:pt x="1579" y="1339"/>
                </a:lnTo>
                <a:lnTo>
                  <a:pt x="1578" y="1339"/>
                </a:lnTo>
                <a:lnTo>
                  <a:pt x="1577" y="1339"/>
                </a:lnTo>
                <a:lnTo>
                  <a:pt x="1576" y="1339"/>
                </a:lnTo>
                <a:lnTo>
                  <a:pt x="1576" y="1340"/>
                </a:lnTo>
                <a:lnTo>
                  <a:pt x="1575" y="1340"/>
                </a:lnTo>
                <a:lnTo>
                  <a:pt x="1575" y="1341"/>
                </a:lnTo>
                <a:lnTo>
                  <a:pt x="1574" y="1342"/>
                </a:lnTo>
                <a:lnTo>
                  <a:pt x="1574" y="1343"/>
                </a:lnTo>
                <a:lnTo>
                  <a:pt x="1574" y="1344"/>
                </a:lnTo>
                <a:lnTo>
                  <a:pt x="1573" y="1344"/>
                </a:lnTo>
                <a:lnTo>
                  <a:pt x="1573" y="1345"/>
                </a:lnTo>
                <a:lnTo>
                  <a:pt x="1572" y="1346"/>
                </a:lnTo>
                <a:lnTo>
                  <a:pt x="1571" y="1346"/>
                </a:lnTo>
                <a:lnTo>
                  <a:pt x="1571" y="1347"/>
                </a:lnTo>
                <a:lnTo>
                  <a:pt x="1570" y="1346"/>
                </a:lnTo>
                <a:lnTo>
                  <a:pt x="1569" y="1347"/>
                </a:lnTo>
                <a:lnTo>
                  <a:pt x="1568" y="1347"/>
                </a:lnTo>
                <a:lnTo>
                  <a:pt x="1567" y="1347"/>
                </a:lnTo>
                <a:lnTo>
                  <a:pt x="1566" y="1347"/>
                </a:lnTo>
                <a:lnTo>
                  <a:pt x="1566" y="1348"/>
                </a:lnTo>
                <a:lnTo>
                  <a:pt x="1564" y="1348"/>
                </a:lnTo>
                <a:lnTo>
                  <a:pt x="1563" y="1347"/>
                </a:lnTo>
                <a:lnTo>
                  <a:pt x="1562" y="1347"/>
                </a:lnTo>
                <a:lnTo>
                  <a:pt x="1562" y="1346"/>
                </a:lnTo>
                <a:lnTo>
                  <a:pt x="1561" y="1346"/>
                </a:lnTo>
                <a:lnTo>
                  <a:pt x="1562" y="1346"/>
                </a:lnTo>
                <a:lnTo>
                  <a:pt x="1562" y="1345"/>
                </a:lnTo>
                <a:lnTo>
                  <a:pt x="1561" y="1345"/>
                </a:lnTo>
                <a:lnTo>
                  <a:pt x="1560" y="1345"/>
                </a:lnTo>
                <a:lnTo>
                  <a:pt x="1560" y="1344"/>
                </a:lnTo>
                <a:lnTo>
                  <a:pt x="1559" y="1344"/>
                </a:lnTo>
                <a:lnTo>
                  <a:pt x="1559" y="1343"/>
                </a:lnTo>
                <a:lnTo>
                  <a:pt x="1559" y="1342"/>
                </a:lnTo>
                <a:lnTo>
                  <a:pt x="1558" y="1342"/>
                </a:lnTo>
                <a:lnTo>
                  <a:pt x="1558" y="1341"/>
                </a:lnTo>
                <a:lnTo>
                  <a:pt x="1557" y="1341"/>
                </a:lnTo>
                <a:lnTo>
                  <a:pt x="1557" y="1340"/>
                </a:lnTo>
                <a:lnTo>
                  <a:pt x="1556" y="1340"/>
                </a:lnTo>
                <a:lnTo>
                  <a:pt x="1555" y="1340"/>
                </a:lnTo>
                <a:lnTo>
                  <a:pt x="1554" y="1339"/>
                </a:lnTo>
                <a:lnTo>
                  <a:pt x="1553" y="1339"/>
                </a:lnTo>
                <a:lnTo>
                  <a:pt x="1553" y="1338"/>
                </a:lnTo>
                <a:lnTo>
                  <a:pt x="1552" y="1338"/>
                </a:lnTo>
                <a:lnTo>
                  <a:pt x="1551" y="1337"/>
                </a:lnTo>
                <a:lnTo>
                  <a:pt x="1550" y="1337"/>
                </a:lnTo>
                <a:lnTo>
                  <a:pt x="1549" y="1336"/>
                </a:lnTo>
                <a:lnTo>
                  <a:pt x="1548" y="1336"/>
                </a:lnTo>
                <a:lnTo>
                  <a:pt x="1547" y="1336"/>
                </a:lnTo>
                <a:lnTo>
                  <a:pt x="1546" y="1336"/>
                </a:lnTo>
                <a:lnTo>
                  <a:pt x="1545" y="1336"/>
                </a:lnTo>
                <a:lnTo>
                  <a:pt x="1544" y="1336"/>
                </a:lnTo>
                <a:lnTo>
                  <a:pt x="1544" y="1337"/>
                </a:lnTo>
                <a:lnTo>
                  <a:pt x="1542" y="1336"/>
                </a:lnTo>
                <a:lnTo>
                  <a:pt x="1541" y="1336"/>
                </a:lnTo>
                <a:lnTo>
                  <a:pt x="1540" y="1336"/>
                </a:lnTo>
                <a:lnTo>
                  <a:pt x="1539" y="1336"/>
                </a:lnTo>
                <a:lnTo>
                  <a:pt x="1538" y="1335"/>
                </a:lnTo>
                <a:lnTo>
                  <a:pt x="1536" y="1335"/>
                </a:lnTo>
                <a:lnTo>
                  <a:pt x="1536" y="1334"/>
                </a:lnTo>
                <a:lnTo>
                  <a:pt x="1535" y="1334"/>
                </a:lnTo>
                <a:lnTo>
                  <a:pt x="1533" y="1335"/>
                </a:lnTo>
                <a:lnTo>
                  <a:pt x="1532" y="1335"/>
                </a:lnTo>
                <a:lnTo>
                  <a:pt x="1532" y="1336"/>
                </a:lnTo>
                <a:lnTo>
                  <a:pt x="1531" y="1336"/>
                </a:lnTo>
                <a:lnTo>
                  <a:pt x="1529" y="1336"/>
                </a:lnTo>
                <a:lnTo>
                  <a:pt x="1528" y="1336"/>
                </a:lnTo>
                <a:lnTo>
                  <a:pt x="1527" y="1336"/>
                </a:lnTo>
                <a:lnTo>
                  <a:pt x="1525" y="1335"/>
                </a:lnTo>
                <a:lnTo>
                  <a:pt x="1524" y="1335"/>
                </a:lnTo>
                <a:lnTo>
                  <a:pt x="1522" y="1335"/>
                </a:lnTo>
                <a:lnTo>
                  <a:pt x="1521" y="1335"/>
                </a:lnTo>
                <a:lnTo>
                  <a:pt x="1520" y="1335"/>
                </a:lnTo>
                <a:lnTo>
                  <a:pt x="1519" y="1335"/>
                </a:lnTo>
                <a:lnTo>
                  <a:pt x="1518" y="1335"/>
                </a:lnTo>
                <a:lnTo>
                  <a:pt x="1518" y="1334"/>
                </a:lnTo>
                <a:lnTo>
                  <a:pt x="1517" y="1333"/>
                </a:lnTo>
                <a:lnTo>
                  <a:pt x="1515" y="1333"/>
                </a:lnTo>
                <a:lnTo>
                  <a:pt x="1514" y="1333"/>
                </a:lnTo>
                <a:lnTo>
                  <a:pt x="1513" y="1333"/>
                </a:lnTo>
                <a:lnTo>
                  <a:pt x="1512" y="1333"/>
                </a:lnTo>
                <a:lnTo>
                  <a:pt x="1511" y="1333"/>
                </a:lnTo>
                <a:lnTo>
                  <a:pt x="1511" y="1334"/>
                </a:lnTo>
                <a:lnTo>
                  <a:pt x="1511" y="1333"/>
                </a:lnTo>
                <a:lnTo>
                  <a:pt x="1510" y="1333"/>
                </a:lnTo>
                <a:lnTo>
                  <a:pt x="1509" y="1333"/>
                </a:lnTo>
                <a:lnTo>
                  <a:pt x="1509" y="1332"/>
                </a:lnTo>
                <a:lnTo>
                  <a:pt x="1508" y="1332"/>
                </a:lnTo>
                <a:lnTo>
                  <a:pt x="1507" y="1332"/>
                </a:lnTo>
                <a:lnTo>
                  <a:pt x="1506" y="1330"/>
                </a:lnTo>
                <a:lnTo>
                  <a:pt x="1505" y="1330"/>
                </a:lnTo>
                <a:lnTo>
                  <a:pt x="1504" y="1330"/>
                </a:lnTo>
                <a:lnTo>
                  <a:pt x="1503" y="1330"/>
                </a:lnTo>
                <a:lnTo>
                  <a:pt x="1502" y="1330"/>
                </a:lnTo>
                <a:lnTo>
                  <a:pt x="1502" y="1329"/>
                </a:lnTo>
                <a:lnTo>
                  <a:pt x="1501" y="1329"/>
                </a:lnTo>
                <a:lnTo>
                  <a:pt x="1500" y="1329"/>
                </a:lnTo>
                <a:lnTo>
                  <a:pt x="1500" y="1328"/>
                </a:lnTo>
                <a:lnTo>
                  <a:pt x="1499" y="1328"/>
                </a:lnTo>
                <a:lnTo>
                  <a:pt x="1500" y="1327"/>
                </a:lnTo>
                <a:lnTo>
                  <a:pt x="1500" y="1326"/>
                </a:lnTo>
                <a:lnTo>
                  <a:pt x="1501" y="1325"/>
                </a:lnTo>
                <a:lnTo>
                  <a:pt x="1500" y="1325"/>
                </a:lnTo>
                <a:lnTo>
                  <a:pt x="1500" y="1324"/>
                </a:lnTo>
                <a:lnTo>
                  <a:pt x="1499" y="1324"/>
                </a:lnTo>
                <a:lnTo>
                  <a:pt x="1498" y="1324"/>
                </a:lnTo>
                <a:lnTo>
                  <a:pt x="1497" y="1324"/>
                </a:lnTo>
                <a:lnTo>
                  <a:pt x="1496" y="1324"/>
                </a:lnTo>
                <a:lnTo>
                  <a:pt x="1495" y="1323"/>
                </a:lnTo>
                <a:lnTo>
                  <a:pt x="1494" y="1323"/>
                </a:lnTo>
                <a:lnTo>
                  <a:pt x="1494" y="1324"/>
                </a:lnTo>
                <a:lnTo>
                  <a:pt x="1493" y="1323"/>
                </a:lnTo>
                <a:lnTo>
                  <a:pt x="1492" y="1323"/>
                </a:lnTo>
                <a:lnTo>
                  <a:pt x="1492" y="1322"/>
                </a:lnTo>
                <a:lnTo>
                  <a:pt x="1492" y="1321"/>
                </a:lnTo>
                <a:lnTo>
                  <a:pt x="1490" y="1321"/>
                </a:lnTo>
                <a:lnTo>
                  <a:pt x="1490" y="1322"/>
                </a:lnTo>
                <a:lnTo>
                  <a:pt x="1490" y="1321"/>
                </a:lnTo>
                <a:lnTo>
                  <a:pt x="1489" y="1321"/>
                </a:lnTo>
                <a:lnTo>
                  <a:pt x="1488" y="1321"/>
                </a:lnTo>
                <a:lnTo>
                  <a:pt x="1488" y="1322"/>
                </a:lnTo>
                <a:lnTo>
                  <a:pt x="1489" y="1322"/>
                </a:lnTo>
                <a:lnTo>
                  <a:pt x="1489" y="1323"/>
                </a:lnTo>
                <a:lnTo>
                  <a:pt x="1490" y="1323"/>
                </a:lnTo>
                <a:lnTo>
                  <a:pt x="1490" y="1324"/>
                </a:lnTo>
                <a:lnTo>
                  <a:pt x="1490" y="1325"/>
                </a:lnTo>
                <a:lnTo>
                  <a:pt x="1490" y="1326"/>
                </a:lnTo>
                <a:lnTo>
                  <a:pt x="1490" y="1327"/>
                </a:lnTo>
                <a:lnTo>
                  <a:pt x="1490" y="1328"/>
                </a:lnTo>
                <a:lnTo>
                  <a:pt x="1489" y="1329"/>
                </a:lnTo>
                <a:lnTo>
                  <a:pt x="1489" y="1330"/>
                </a:lnTo>
                <a:lnTo>
                  <a:pt x="1489" y="1331"/>
                </a:lnTo>
                <a:lnTo>
                  <a:pt x="1488" y="1331"/>
                </a:lnTo>
                <a:lnTo>
                  <a:pt x="1488" y="1332"/>
                </a:lnTo>
                <a:lnTo>
                  <a:pt x="1487" y="1333"/>
                </a:lnTo>
                <a:lnTo>
                  <a:pt x="1487" y="1334"/>
                </a:lnTo>
                <a:lnTo>
                  <a:pt x="1486" y="1334"/>
                </a:lnTo>
                <a:lnTo>
                  <a:pt x="1485" y="1334"/>
                </a:lnTo>
                <a:lnTo>
                  <a:pt x="1485" y="1335"/>
                </a:lnTo>
                <a:lnTo>
                  <a:pt x="1484" y="1335"/>
                </a:lnTo>
                <a:lnTo>
                  <a:pt x="1483" y="1335"/>
                </a:lnTo>
                <a:lnTo>
                  <a:pt x="1483" y="1336"/>
                </a:lnTo>
                <a:lnTo>
                  <a:pt x="1482" y="1336"/>
                </a:lnTo>
                <a:lnTo>
                  <a:pt x="1482" y="1337"/>
                </a:lnTo>
                <a:lnTo>
                  <a:pt x="1483" y="1337"/>
                </a:lnTo>
                <a:lnTo>
                  <a:pt x="1483" y="1338"/>
                </a:lnTo>
                <a:lnTo>
                  <a:pt x="1483" y="1339"/>
                </a:lnTo>
                <a:lnTo>
                  <a:pt x="1483" y="1340"/>
                </a:lnTo>
                <a:lnTo>
                  <a:pt x="1483" y="1341"/>
                </a:lnTo>
                <a:lnTo>
                  <a:pt x="1483" y="1342"/>
                </a:lnTo>
                <a:lnTo>
                  <a:pt x="1483" y="1343"/>
                </a:lnTo>
                <a:lnTo>
                  <a:pt x="1482" y="1342"/>
                </a:lnTo>
                <a:lnTo>
                  <a:pt x="1481" y="1342"/>
                </a:lnTo>
                <a:lnTo>
                  <a:pt x="1480" y="1342"/>
                </a:lnTo>
                <a:lnTo>
                  <a:pt x="1479" y="1342"/>
                </a:lnTo>
                <a:lnTo>
                  <a:pt x="1477" y="1342"/>
                </a:lnTo>
                <a:lnTo>
                  <a:pt x="1476" y="1341"/>
                </a:lnTo>
                <a:lnTo>
                  <a:pt x="1475" y="1341"/>
                </a:lnTo>
                <a:lnTo>
                  <a:pt x="1475" y="1342"/>
                </a:lnTo>
                <a:lnTo>
                  <a:pt x="1474" y="1342"/>
                </a:lnTo>
                <a:lnTo>
                  <a:pt x="1473" y="1342"/>
                </a:lnTo>
                <a:lnTo>
                  <a:pt x="1472" y="1342"/>
                </a:lnTo>
                <a:lnTo>
                  <a:pt x="1472" y="1341"/>
                </a:lnTo>
                <a:lnTo>
                  <a:pt x="1471" y="1342"/>
                </a:lnTo>
                <a:lnTo>
                  <a:pt x="1471" y="1341"/>
                </a:lnTo>
                <a:lnTo>
                  <a:pt x="1471" y="1342"/>
                </a:lnTo>
                <a:lnTo>
                  <a:pt x="1470" y="1342"/>
                </a:lnTo>
                <a:lnTo>
                  <a:pt x="1469" y="1342"/>
                </a:lnTo>
                <a:lnTo>
                  <a:pt x="1468" y="1342"/>
                </a:lnTo>
                <a:lnTo>
                  <a:pt x="1467" y="1342"/>
                </a:lnTo>
                <a:lnTo>
                  <a:pt x="1466" y="1342"/>
                </a:lnTo>
                <a:lnTo>
                  <a:pt x="1466" y="1341"/>
                </a:lnTo>
                <a:lnTo>
                  <a:pt x="1465" y="1341"/>
                </a:lnTo>
                <a:lnTo>
                  <a:pt x="1464" y="1341"/>
                </a:lnTo>
                <a:lnTo>
                  <a:pt x="1463" y="1341"/>
                </a:lnTo>
                <a:lnTo>
                  <a:pt x="1463" y="1340"/>
                </a:lnTo>
                <a:lnTo>
                  <a:pt x="1462" y="1340"/>
                </a:lnTo>
                <a:lnTo>
                  <a:pt x="1461" y="1340"/>
                </a:lnTo>
                <a:lnTo>
                  <a:pt x="1460" y="1340"/>
                </a:lnTo>
                <a:lnTo>
                  <a:pt x="1459" y="1340"/>
                </a:lnTo>
                <a:lnTo>
                  <a:pt x="1458" y="1340"/>
                </a:lnTo>
                <a:lnTo>
                  <a:pt x="1458" y="1339"/>
                </a:lnTo>
                <a:lnTo>
                  <a:pt x="1457" y="1339"/>
                </a:lnTo>
                <a:lnTo>
                  <a:pt x="1457" y="1340"/>
                </a:lnTo>
                <a:lnTo>
                  <a:pt x="1456" y="1340"/>
                </a:lnTo>
                <a:lnTo>
                  <a:pt x="1456" y="1339"/>
                </a:lnTo>
                <a:lnTo>
                  <a:pt x="1455" y="1339"/>
                </a:lnTo>
                <a:lnTo>
                  <a:pt x="1454" y="1339"/>
                </a:lnTo>
                <a:lnTo>
                  <a:pt x="1453" y="1338"/>
                </a:lnTo>
                <a:lnTo>
                  <a:pt x="1452" y="1338"/>
                </a:lnTo>
                <a:lnTo>
                  <a:pt x="1452" y="1337"/>
                </a:lnTo>
                <a:lnTo>
                  <a:pt x="1451" y="1337"/>
                </a:lnTo>
                <a:lnTo>
                  <a:pt x="1451" y="1336"/>
                </a:lnTo>
                <a:lnTo>
                  <a:pt x="1450" y="1336"/>
                </a:lnTo>
                <a:lnTo>
                  <a:pt x="1449" y="1336"/>
                </a:lnTo>
                <a:lnTo>
                  <a:pt x="1449" y="1335"/>
                </a:lnTo>
                <a:lnTo>
                  <a:pt x="1448" y="1335"/>
                </a:lnTo>
                <a:lnTo>
                  <a:pt x="1448" y="1336"/>
                </a:lnTo>
                <a:lnTo>
                  <a:pt x="1447" y="1336"/>
                </a:lnTo>
                <a:lnTo>
                  <a:pt x="1446" y="1336"/>
                </a:lnTo>
                <a:lnTo>
                  <a:pt x="1445" y="1336"/>
                </a:lnTo>
                <a:lnTo>
                  <a:pt x="1445" y="1335"/>
                </a:lnTo>
                <a:lnTo>
                  <a:pt x="1444" y="1335"/>
                </a:lnTo>
                <a:lnTo>
                  <a:pt x="1444" y="1334"/>
                </a:lnTo>
                <a:lnTo>
                  <a:pt x="1443" y="1334"/>
                </a:lnTo>
                <a:lnTo>
                  <a:pt x="1442" y="1334"/>
                </a:lnTo>
                <a:lnTo>
                  <a:pt x="1441" y="1334"/>
                </a:lnTo>
                <a:lnTo>
                  <a:pt x="1441" y="1333"/>
                </a:lnTo>
                <a:lnTo>
                  <a:pt x="1441" y="1332"/>
                </a:lnTo>
                <a:lnTo>
                  <a:pt x="1440" y="1332"/>
                </a:lnTo>
                <a:lnTo>
                  <a:pt x="1439" y="1332"/>
                </a:lnTo>
                <a:lnTo>
                  <a:pt x="1439" y="1331"/>
                </a:lnTo>
                <a:lnTo>
                  <a:pt x="1439" y="1332"/>
                </a:lnTo>
                <a:lnTo>
                  <a:pt x="1438" y="1332"/>
                </a:lnTo>
                <a:lnTo>
                  <a:pt x="1438" y="1331"/>
                </a:lnTo>
                <a:lnTo>
                  <a:pt x="1437" y="1331"/>
                </a:lnTo>
                <a:lnTo>
                  <a:pt x="1437" y="1330"/>
                </a:lnTo>
                <a:lnTo>
                  <a:pt x="1436" y="1330"/>
                </a:lnTo>
                <a:lnTo>
                  <a:pt x="1436" y="1329"/>
                </a:lnTo>
                <a:lnTo>
                  <a:pt x="1435" y="1328"/>
                </a:lnTo>
                <a:lnTo>
                  <a:pt x="1434" y="1328"/>
                </a:lnTo>
                <a:lnTo>
                  <a:pt x="1433" y="1328"/>
                </a:lnTo>
                <a:lnTo>
                  <a:pt x="1432" y="1328"/>
                </a:lnTo>
                <a:lnTo>
                  <a:pt x="1432" y="1327"/>
                </a:lnTo>
                <a:lnTo>
                  <a:pt x="1431" y="1327"/>
                </a:lnTo>
                <a:lnTo>
                  <a:pt x="1431" y="1326"/>
                </a:lnTo>
                <a:lnTo>
                  <a:pt x="1430" y="1326"/>
                </a:lnTo>
                <a:lnTo>
                  <a:pt x="1429" y="1326"/>
                </a:lnTo>
                <a:lnTo>
                  <a:pt x="1428" y="1326"/>
                </a:lnTo>
                <a:lnTo>
                  <a:pt x="1428" y="1325"/>
                </a:lnTo>
                <a:lnTo>
                  <a:pt x="1427" y="1325"/>
                </a:lnTo>
                <a:lnTo>
                  <a:pt x="1427" y="1326"/>
                </a:lnTo>
                <a:lnTo>
                  <a:pt x="1426" y="1326"/>
                </a:lnTo>
                <a:lnTo>
                  <a:pt x="1425" y="1326"/>
                </a:lnTo>
                <a:lnTo>
                  <a:pt x="1424" y="1326"/>
                </a:lnTo>
                <a:lnTo>
                  <a:pt x="1424" y="1325"/>
                </a:lnTo>
                <a:lnTo>
                  <a:pt x="1423" y="1325"/>
                </a:lnTo>
                <a:lnTo>
                  <a:pt x="1423" y="1324"/>
                </a:lnTo>
                <a:lnTo>
                  <a:pt x="1422" y="1324"/>
                </a:lnTo>
                <a:lnTo>
                  <a:pt x="1422" y="1323"/>
                </a:lnTo>
                <a:lnTo>
                  <a:pt x="1423" y="1323"/>
                </a:lnTo>
                <a:lnTo>
                  <a:pt x="1422" y="1323"/>
                </a:lnTo>
                <a:lnTo>
                  <a:pt x="1421" y="1323"/>
                </a:lnTo>
                <a:lnTo>
                  <a:pt x="1421" y="1322"/>
                </a:lnTo>
                <a:lnTo>
                  <a:pt x="1421" y="1321"/>
                </a:lnTo>
                <a:lnTo>
                  <a:pt x="1420" y="1321"/>
                </a:lnTo>
                <a:lnTo>
                  <a:pt x="1421" y="1320"/>
                </a:lnTo>
                <a:lnTo>
                  <a:pt x="1420" y="1320"/>
                </a:lnTo>
                <a:lnTo>
                  <a:pt x="1419" y="1320"/>
                </a:lnTo>
                <a:lnTo>
                  <a:pt x="1418" y="1320"/>
                </a:lnTo>
                <a:lnTo>
                  <a:pt x="1418" y="1321"/>
                </a:lnTo>
                <a:lnTo>
                  <a:pt x="1417" y="1321"/>
                </a:lnTo>
                <a:lnTo>
                  <a:pt x="1417" y="1322"/>
                </a:lnTo>
                <a:lnTo>
                  <a:pt x="1416" y="1322"/>
                </a:lnTo>
                <a:lnTo>
                  <a:pt x="1416" y="1323"/>
                </a:lnTo>
                <a:lnTo>
                  <a:pt x="1415" y="1323"/>
                </a:lnTo>
                <a:lnTo>
                  <a:pt x="1414" y="1323"/>
                </a:lnTo>
                <a:lnTo>
                  <a:pt x="1413" y="1323"/>
                </a:lnTo>
                <a:lnTo>
                  <a:pt x="1412" y="1323"/>
                </a:lnTo>
                <a:lnTo>
                  <a:pt x="1411" y="1323"/>
                </a:lnTo>
                <a:lnTo>
                  <a:pt x="1411" y="1324"/>
                </a:lnTo>
                <a:lnTo>
                  <a:pt x="1410" y="1324"/>
                </a:lnTo>
                <a:lnTo>
                  <a:pt x="1409" y="1324"/>
                </a:lnTo>
                <a:lnTo>
                  <a:pt x="1408" y="1323"/>
                </a:lnTo>
                <a:lnTo>
                  <a:pt x="1408" y="1322"/>
                </a:lnTo>
                <a:lnTo>
                  <a:pt x="1407" y="1322"/>
                </a:lnTo>
                <a:lnTo>
                  <a:pt x="1407" y="1321"/>
                </a:lnTo>
                <a:lnTo>
                  <a:pt x="1406" y="1321"/>
                </a:lnTo>
                <a:lnTo>
                  <a:pt x="1405" y="1321"/>
                </a:lnTo>
                <a:lnTo>
                  <a:pt x="1405" y="1320"/>
                </a:lnTo>
                <a:lnTo>
                  <a:pt x="1404" y="1320"/>
                </a:lnTo>
                <a:lnTo>
                  <a:pt x="1403" y="1320"/>
                </a:lnTo>
                <a:lnTo>
                  <a:pt x="1402" y="1320"/>
                </a:lnTo>
                <a:lnTo>
                  <a:pt x="1402" y="1319"/>
                </a:lnTo>
                <a:lnTo>
                  <a:pt x="1402" y="1318"/>
                </a:lnTo>
                <a:lnTo>
                  <a:pt x="1401" y="1318"/>
                </a:lnTo>
                <a:lnTo>
                  <a:pt x="1400" y="1318"/>
                </a:lnTo>
                <a:lnTo>
                  <a:pt x="1399" y="1318"/>
                </a:lnTo>
                <a:lnTo>
                  <a:pt x="1399" y="1317"/>
                </a:lnTo>
                <a:lnTo>
                  <a:pt x="1398" y="1317"/>
                </a:lnTo>
                <a:lnTo>
                  <a:pt x="1397" y="1317"/>
                </a:lnTo>
                <a:lnTo>
                  <a:pt x="1397" y="1318"/>
                </a:lnTo>
                <a:lnTo>
                  <a:pt x="1396" y="1318"/>
                </a:lnTo>
                <a:lnTo>
                  <a:pt x="1396" y="1317"/>
                </a:lnTo>
                <a:lnTo>
                  <a:pt x="1395" y="1317"/>
                </a:lnTo>
                <a:lnTo>
                  <a:pt x="1395" y="1318"/>
                </a:lnTo>
                <a:lnTo>
                  <a:pt x="1395" y="1317"/>
                </a:lnTo>
                <a:lnTo>
                  <a:pt x="1394" y="1317"/>
                </a:lnTo>
                <a:lnTo>
                  <a:pt x="1394" y="1316"/>
                </a:lnTo>
                <a:lnTo>
                  <a:pt x="1393" y="1316"/>
                </a:lnTo>
                <a:lnTo>
                  <a:pt x="1393" y="1315"/>
                </a:lnTo>
                <a:lnTo>
                  <a:pt x="1392" y="1315"/>
                </a:lnTo>
                <a:lnTo>
                  <a:pt x="1392" y="1314"/>
                </a:lnTo>
                <a:lnTo>
                  <a:pt x="1392" y="1313"/>
                </a:lnTo>
                <a:lnTo>
                  <a:pt x="1391" y="1313"/>
                </a:lnTo>
                <a:lnTo>
                  <a:pt x="1391" y="1312"/>
                </a:lnTo>
                <a:lnTo>
                  <a:pt x="1391" y="1313"/>
                </a:lnTo>
                <a:lnTo>
                  <a:pt x="1390" y="1313"/>
                </a:lnTo>
                <a:lnTo>
                  <a:pt x="1389" y="1313"/>
                </a:lnTo>
                <a:lnTo>
                  <a:pt x="1388" y="1313"/>
                </a:lnTo>
                <a:lnTo>
                  <a:pt x="1387" y="1314"/>
                </a:lnTo>
                <a:lnTo>
                  <a:pt x="1386" y="1314"/>
                </a:lnTo>
                <a:lnTo>
                  <a:pt x="1385" y="1314"/>
                </a:lnTo>
                <a:lnTo>
                  <a:pt x="1385" y="1313"/>
                </a:lnTo>
                <a:lnTo>
                  <a:pt x="1384" y="1313"/>
                </a:lnTo>
                <a:lnTo>
                  <a:pt x="1383" y="1313"/>
                </a:lnTo>
                <a:lnTo>
                  <a:pt x="1383" y="1314"/>
                </a:lnTo>
                <a:lnTo>
                  <a:pt x="1382" y="1314"/>
                </a:lnTo>
                <a:lnTo>
                  <a:pt x="1381" y="1315"/>
                </a:lnTo>
                <a:lnTo>
                  <a:pt x="1380" y="1315"/>
                </a:lnTo>
                <a:lnTo>
                  <a:pt x="1380" y="1316"/>
                </a:lnTo>
                <a:lnTo>
                  <a:pt x="1379" y="1316"/>
                </a:lnTo>
                <a:lnTo>
                  <a:pt x="1379" y="1317"/>
                </a:lnTo>
                <a:lnTo>
                  <a:pt x="1379" y="1318"/>
                </a:lnTo>
                <a:lnTo>
                  <a:pt x="1379" y="1319"/>
                </a:lnTo>
                <a:lnTo>
                  <a:pt x="1378" y="1320"/>
                </a:lnTo>
                <a:lnTo>
                  <a:pt x="1377" y="1320"/>
                </a:lnTo>
                <a:lnTo>
                  <a:pt x="1376" y="1319"/>
                </a:lnTo>
                <a:lnTo>
                  <a:pt x="1375" y="1318"/>
                </a:lnTo>
                <a:lnTo>
                  <a:pt x="1374" y="1318"/>
                </a:lnTo>
                <a:lnTo>
                  <a:pt x="1373" y="1317"/>
                </a:lnTo>
                <a:lnTo>
                  <a:pt x="1373" y="1316"/>
                </a:lnTo>
                <a:lnTo>
                  <a:pt x="1373" y="1315"/>
                </a:lnTo>
                <a:lnTo>
                  <a:pt x="1372" y="1315"/>
                </a:lnTo>
                <a:lnTo>
                  <a:pt x="1372" y="1314"/>
                </a:lnTo>
                <a:lnTo>
                  <a:pt x="1372" y="1313"/>
                </a:lnTo>
                <a:lnTo>
                  <a:pt x="1371" y="1313"/>
                </a:lnTo>
                <a:lnTo>
                  <a:pt x="1369" y="1312"/>
                </a:lnTo>
                <a:lnTo>
                  <a:pt x="1368" y="1312"/>
                </a:lnTo>
                <a:lnTo>
                  <a:pt x="1367" y="1312"/>
                </a:lnTo>
                <a:lnTo>
                  <a:pt x="1367" y="1311"/>
                </a:lnTo>
                <a:lnTo>
                  <a:pt x="1366" y="1310"/>
                </a:lnTo>
                <a:lnTo>
                  <a:pt x="1366" y="1311"/>
                </a:lnTo>
                <a:lnTo>
                  <a:pt x="1366" y="1310"/>
                </a:lnTo>
                <a:lnTo>
                  <a:pt x="1365" y="1310"/>
                </a:lnTo>
                <a:lnTo>
                  <a:pt x="1364" y="1310"/>
                </a:lnTo>
                <a:lnTo>
                  <a:pt x="1363" y="1310"/>
                </a:lnTo>
                <a:lnTo>
                  <a:pt x="1363" y="1308"/>
                </a:lnTo>
                <a:lnTo>
                  <a:pt x="1363" y="1307"/>
                </a:lnTo>
                <a:lnTo>
                  <a:pt x="1363" y="1306"/>
                </a:lnTo>
                <a:lnTo>
                  <a:pt x="1363" y="1305"/>
                </a:lnTo>
                <a:lnTo>
                  <a:pt x="1362" y="1305"/>
                </a:lnTo>
                <a:lnTo>
                  <a:pt x="1361" y="1305"/>
                </a:lnTo>
                <a:lnTo>
                  <a:pt x="1361" y="1304"/>
                </a:lnTo>
                <a:lnTo>
                  <a:pt x="1361" y="1303"/>
                </a:lnTo>
                <a:lnTo>
                  <a:pt x="1360" y="1303"/>
                </a:lnTo>
                <a:lnTo>
                  <a:pt x="1360" y="1302"/>
                </a:lnTo>
                <a:lnTo>
                  <a:pt x="1359" y="1302"/>
                </a:lnTo>
                <a:lnTo>
                  <a:pt x="1358" y="1303"/>
                </a:lnTo>
                <a:lnTo>
                  <a:pt x="1358" y="1304"/>
                </a:lnTo>
                <a:lnTo>
                  <a:pt x="1357" y="1304"/>
                </a:lnTo>
                <a:lnTo>
                  <a:pt x="1356" y="1304"/>
                </a:lnTo>
                <a:lnTo>
                  <a:pt x="1355" y="1303"/>
                </a:lnTo>
                <a:lnTo>
                  <a:pt x="1354" y="1303"/>
                </a:lnTo>
                <a:lnTo>
                  <a:pt x="1354" y="1304"/>
                </a:lnTo>
                <a:lnTo>
                  <a:pt x="1353" y="1304"/>
                </a:lnTo>
                <a:lnTo>
                  <a:pt x="1353" y="1303"/>
                </a:lnTo>
                <a:lnTo>
                  <a:pt x="1352" y="1303"/>
                </a:lnTo>
                <a:lnTo>
                  <a:pt x="1351" y="1303"/>
                </a:lnTo>
                <a:lnTo>
                  <a:pt x="1351" y="1302"/>
                </a:lnTo>
                <a:lnTo>
                  <a:pt x="1351" y="1301"/>
                </a:lnTo>
                <a:lnTo>
                  <a:pt x="1351" y="1300"/>
                </a:lnTo>
                <a:lnTo>
                  <a:pt x="1350" y="1300"/>
                </a:lnTo>
                <a:lnTo>
                  <a:pt x="1350" y="1301"/>
                </a:lnTo>
                <a:lnTo>
                  <a:pt x="1349" y="1301"/>
                </a:lnTo>
                <a:lnTo>
                  <a:pt x="1348" y="1301"/>
                </a:lnTo>
                <a:lnTo>
                  <a:pt x="1347" y="1301"/>
                </a:lnTo>
                <a:lnTo>
                  <a:pt x="1346" y="1301"/>
                </a:lnTo>
                <a:lnTo>
                  <a:pt x="1345" y="1301"/>
                </a:lnTo>
                <a:lnTo>
                  <a:pt x="1344" y="1301"/>
                </a:lnTo>
                <a:lnTo>
                  <a:pt x="1343" y="1301"/>
                </a:lnTo>
                <a:lnTo>
                  <a:pt x="1343" y="1300"/>
                </a:lnTo>
                <a:lnTo>
                  <a:pt x="1342" y="1300"/>
                </a:lnTo>
                <a:lnTo>
                  <a:pt x="1341" y="1300"/>
                </a:lnTo>
                <a:lnTo>
                  <a:pt x="1341" y="1301"/>
                </a:lnTo>
                <a:lnTo>
                  <a:pt x="1341" y="1300"/>
                </a:lnTo>
                <a:lnTo>
                  <a:pt x="1340" y="1300"/>
                </a:lnTo>
                <a:lnTo>
                  <a:pt x="1340" y="1301"/>
                </a:lnTo>
                <a:lnTo>
                  <a:pt x="1340" y="1302"/>
                </a:lnTo>
                <a:lnTo>
                  <a:pt x="1341" y="1302"/>
                </a:lnTo>
                <a:lnTo>
                  <a:pt x="1341" y="1303"/>
                </a:lnTo>
                <a:lnTo>
                  <a:pt x="1339" y="1303"/>
                </a:lnTo>
                <a:lnTo>
                  <a:pt x="1338" y="1303"/>
                </a:lnTo>
                <a:lnTo>
                  <a:pt x="1338" y="1302"/>
                </a:lnTo>
                <a:lnTo>
                  <a:pt x="1337" y="1302"/>
                </a:lnTo>
                <a:lnTo>
                  <a:pt x="1336" y="1302"/>
                </a:lnTo>
                <a:lnTo>
                  <a:pt x="1334" y="1302"/>
                </a:lnTo>
                <a:lnTo>
                  <a:pt x="1333" y="1302"/>
                </a:lnTo>
                <a:lnTo>
                  <a:pt x="1332" y="1302"/>
                </a:lnTo>
                <a:lnTo>
                  <a:pt x="1332" y="1301"/>
                </a:lnTo>
                <a:lnTo>
                  <a:pt x="1331" y="1301"/>
                </a:lnTo>
                <a:lnTo>
                  <a:pt x="1331" y="1302"/>
                </a:lnTo>
                <a:lnTo>
                  <a:pt x="1330" y="1302"/>
                </a:lnTo>
                <a:lnTo>
                  <a:pt x="1330" y="1301"/>
                </a:lnTo>
                <a:lnTo>
                  <a:pt x="1330" y="1302"/>
                </a:lnTo>
                <a:lnTo>
                  <a:pt x="1329" y="1302"/>
                </a:lnTo>
                <a:lnTo>
                  <a:pt x="1329" y="1303"/>
                </a:lnTo>
                <a:lnTo>
                  <a:pt x="1328" y="1303"/>
                </a:lnTo>
                <a:lnTo>
                  <a:pt x="1328" y="1304"/>
                </a:lnTo>
                <a:lnTo>
                  <a:pt x="1327" y="1304"/>
                </a:lnTo>
                <a:lnTo>
                  <a:pt x="1326" y="1304"/>
                </a:lnTo>
                <a:lnTo>
                  <a:pt x="1326" y="1303"/>
                </a:lnTo>
                <a:lnTo>
                  <a:pt x="1326" y="1304"/>
                </a:lnTo>
                <a:lnTo>
                  <a:pt x="1325" y="1304"/>
                </a:lnTo>
                <a:lnTo>
                  <a:pt x="1325" y="1303"/>
                </a:lnTo>
                <a:lnTo>
                  <a:pt x="1324" y="1303"/>
                </a:lnTo>
                <a:lnTo>
                  <a:pt x="1324" y="1304"/>
                </a:lnTo>
                <a:lnTo>
                  <a:pt x="1323" y="1304"/>
                </a:lnTo>
                <a:lnTo>
                  <a:pt x="1323" y="1305"/>
                </a:lnTo>
                <a:lnTo>
                  <a:pt x="1322" y="1305"/>
                </a:lnTo>
                <a:lnTo>
                  <a:pt x="1320" y="1306"/>
                </a:lnTo>
                <a:lnTo>
                  <a:pt x="1319" y="1306"/>
                </a:lnTo>
                <a:lnTo>
                  <a:pt x="1317" y="1306"/>
                </a:lnTo>
                <a:lnTo>
                  <a:pt x="1316" y="1306"/>
                </a:lnTo>
                <a:lnTo>
                  <a:pt x="1315" y="1306"/>
                </a:lnTo>
                <a:lnTo>
                  <a:pt x="1315" y="1305"/>
                </a:lnTo>
                <a:lnTo>
                  <a:pt x="1314" y="1305"/>
                </a:lnTo>
                <a:lnTo>
                  <a:pt x="1313" y="1306"/>
                </a:lnTo>
                <a:lnTo>
                  <a:pt x="1313" y="1305"/>
                </a:lnTo>
                <a:lnTo>
                  <a:pt x="1313" y="1306"/>
                </a:lnTo>
                <a:lnTo>
                  <a:pt x="1309" y="1306"/>
                </a:lnTo>
                <a:lnTo>
                  <a:pt x="1308" y="1306"/>
                </a:lnTo>
                <a:lnTo>
                  <a:pt x="1307" y="1306"/>
                </a:lnTo>
                <a:lnTo>
                  <a:pt x="1305" y="1306"/>
                </a:lnTo>
                <a:lnTo>
                  <a:pt x="1305" y="1305"/>
                </a:lnTo>
                <a:lnTo>
                  <a:pt x="1305" y="1306"/>
                </a:lnTo>
                <a:lnTo>
                  <a:pt x="1305" y="1308"/>
                </a:lnTo>
                <a:lnTo>
                  <a:pt x="1304" y="1308"/>
                </a:lnTo>
                <a:lnTo>
                  <a:pt x="1304" y="1309"/>
                </a:lnTo>
                <a:lnTo>
                  <a:pt x="1303" y="1309"/>
                </a:lnTo>
                <a:lnTo>
                  <a:pt x="1302" y="1309"/>
                </a:lnTo>
                <a:lnTo>
                  <a:pt x="1302" y="1308"/>
                </a:lnTo>
                <a:lnTo>
                  <a:pt x="1301" y="1309"/>
                </a:lnTo>
                <a:lnTo>
                  <a:pt x="1300" y="1309"/>
                </a:lnTo>
                <a:lnTo>
                  <a:pt x="1298" y="1310"/>
                </a:lnTo>
                <a:lnTo>
                  <a:pt x="1297" y="1310"/>
                </a:lnTo>
                <a:lnTo>
                  <a:pt x="1296" y="1310"/>
                </a:lnTo>
                <a:lnTo>
                  <a:pt x="1296" y="1309"/>
                </a:lnTo>
                <a:lnTo>
                  <a:pt x="1295" y="1309"/>
                </a:lnTo>
                <a:lnTo>
                  <a:pt x="1295" y="1310"/>
                </a:lnTo>
                <a:lnTo>
                  <a:pt x="1294" y="1310"/>
                </a:lnTo>
                <a:lnTo>
                  <a:pt x="1293" y="1310"/>
                </a:lnTo>
                <a:lnTo>
                  <a:pt x="1292" y="1310"/>
                </a:lnTo>
                <a:lnTo>
                  <a:pt x="1291" y="1310"/>
                </a:lnTo>
                <a:lnTo>
                  <a:pt x="1290" y="1310"/>
                </a:lnTo>
                <a:lnTo>
                  <a:pt x="1290" y="1311"/>
                </a:lnTo>
                <a:lnTo>
                  <a:pt x="1289" y="1311"/>
                </a:lnTo>
                <a:lnTo>
                  <a:pt x="1288" y="1311"/>
                </a:lnTo>
                <a:lnTo>
                  <a:pt x="1287" y="1311"/>
                </a:lnTo>
                <a:lnTo>
                  <a:pt x="1286" y="1311"/>
                </a:lnTo>
                <a:lnTo>
                  <a:pt x="1285" y="1311"/>
                </a:lnTo>
                <a:lnTo>
                  <a:pt x="1284" y="1311"/>
                </a:lnTo>
                <a:lnTo>
                  <a:pt x="1284" y="1310"/>
                </a:lnTo>
                <a:lnTo>
                  <a:pt x="1283" y="1310"/>
                </a:lnTo>
                <a:lnTo>
                  <a:pt x="1282" y="1310"/>
                </a:lnTo>
                <a:lnTo>
                  <a:pt x="1282" y="1311"/>
                </a:lnTo>
                <a:lnTo>
                  <a:pt x="1281" y="1311"/>
                </a:lnTo>
                <a:lnTo>
                  <a:pt x="1280" y="1312"/>
                </a:lnTo>
                <a:lnTo>
                  <a:pt x="1279" y="1312"/>
                </a:lnTo>
                <a:lnTo>
                  <a:pt x="1278" y="1312"/>
                </a:lnTo>
                <a:lnTo>
                  <a:pt x="1277" y="1312"/>
                </a:lnTo>
                <a:lnTo>
                  <a:pt x="1276" y="1312"/>
                </a:lnTo>
                <a:lnTo>
                  <a:pt x="1275" y="1313"/>
                </a:lnTo>
                <a:lnTo>
                  <a:pt x="1274" y="1313"/>
                </a:lnTo>
                <a:lnTo>
                  <a:pt x="1273" y="1313"/>
                </a:lnTo>
                <a:lnTo>
                  <a:pt x="1272" y="1313"/>
                </a:lnTo>
                <a:lnTo>
                  <a:pt x="1271" y="1313"/>
                </a:lnTo>
                <a:lnTo>
                  <a:pt x="1271" y="1314"/>
                </a:lnTo>
                <a:lnTo>
                  <a:pt x="1270" y="1314"/>
                </a:lnTo>
                <a:lnTo>
                  <a:pt x="1269" y="1314"/>
                </a:lnTo>
                <a:lnTo>
                  <a:pt x="1269" y="1315"/>
                </a:lnTo>
                <a:lnTo>
                  <a:pt x="1268" y="1315"/>
                </a:lnTo>
                <a:lnTo>
                  <a:pt x="1266" y="1314"/>
                </a:lnTo>
                <a:lnTo>
                  <a:pt x="1265" y="1314"/>
                </a:lnTo>
                <a:lnTo>
                  <a:pt x="1264" y="1314"/>
                </a:lnTo>
                <a:lnTo>
                  <a:pt x="1264" y="1313"/>
                </a:lnTo>
                <a:lnTo>
                  <a:pt x="1263" y="1313"/>
                </a:lnTo>
                <a:lnTo>
                  <a:pt x="1262" y="1313"/>
                </a:lnTo>
                <a:lnTo>
                  <a:pt x="1262" y="1314"/>
                </a:lnTo>
                <a:lnTo>
                  <a:pt x="1262" y="1313"/>
                </a:lnTo>
                <a:lnTo>
                  <a:pt x="1261" y="1314"/>
                </a:lnTo>
                <a:lnTo>
                  <a:pt x="1260" y="1314"/>
                </a:lnTo>
                <a:lnTo>
                  <a:pt x="1260" y="1313"/>
                </a:lnTo>
                <a:lnTo>
                  <a:pt x="1259" y="1312"/>
                </a:lnTo>
                <a:lnTo>
                  <a:pt x="1259" y="1311"/>
                </a:lnTo>
                <a:lnTo>
                  <a:pt x="1259" y="1310"/>
                </a:lnTo>
                <a:lnTo>
                  <a:pt x="1259" y="1308"/>
                </a:lnTo>
                <a:lnTo>
                  <a:pt x="1259" y="1307"/>
                </a:lnTo>
                <a:lnTo>
                  <a:pt x="1258" y="1307"/>
                </a:lnTo>
                <a:lnTo>
                  <a:pt x="1257" y="1307"/>
                </a:lnTo>
                <a:lnTo>
                  <a:pt x="1256" y="1307"/>
                </a:lnTo>
                <a:lnTo>
                  <a:pt x="1256" y="1306"/>
                </a:lnTo>
                <a:lnTo>
                  <a:pt x="1255" y="1306"/>
                </a:lnTo>
                <a:lnTo>
                  <a:pt x="1255" y="1307"/>
                </a:lnTo>
                <a:lnTo>
                  <a:pt x="1254" y="1307"/>
                </a:lnTo>
                <a:lnTo>
                  <a:pt x="1253" y="1307"/>
                </a:lnTo>
                <a:lnTo>
                  <a:pt x="1252" y="1307"/>
                </a:lnTo>
                <a:lnTo>
                  <a:pt x="1251" y="1307"/>
                </a:lnTo>
                <a:lnTo>
                  <a:pt x="1250" y="1307"/>
                </a:lnTo>
                <a:lnTo>
                  <a:pt x="1250" y="1308"/>
                </a:lnTo>
                <a:lnTo>
                  <a:pt x="1249" y="1308"/>
                </a:lnTo>
                <a:lnTo>
                  <a:pt x="1249" y="1309"/>
                </a:lnTo>
                <a:lnTo>
                  <a:pt x="1249" y="1310"/>
                </a:lnTo>
                <a:lnTo>
                  <a:pt x="1248" y="1310"/>
                </a:lnTo>
                <a:lnTo>
                  <a:pt x="1247" y="1310"/>
                </a:lnTo>
                <a:lnTo>
                  <a:pt x="1247" y="1311"/>
                </a:lnTo>
                <a:lnTo>
                  <a:pt x="1246" y="1312"/>
                </a:lnTo>
                <a:lnTo>
                  <a:pt x="1245" y="1313"/>
                </a:lnTo>
                <a:lnTo>
                  <a:pt x="1244" y="1313"/>
                </a:lnTo>
                <a:lnTo>
                  <a:pt x="1243" y="1312"/>
                </a:lnTo>
                <a:lnTo>
                  <a:pt x="1243" y="1313"/>
                </a:lnTo>
                <a:lnTo>
                  <a:pt x="1242" y="1313"/>
                </a:lnTo>
                <a:lnTo>
                  <a:pt x="1241" y="1313"/>
                </a:lnTo>
                <a:lnTo>
                  <a:pt x="1240" y="1313"/>
                </a:lnTo>
                <a:lnTo>
                  <a:pt x="1240" y="1312"/>
                </a:lnTo>
                <a:lnTo>
                  <a:pt x="1239" y="1313"/>
                </a:lnTo>
                <a:lnTo>
                  <a:pt x="1238" y="1313"/>
                </a:lnTo>
                <a:lnTo>
                  <a:pt x="1238" y="1314"/>
                </a:lnTo>
                <a:lnTo>
                  <a:pt x="1237" y="1314"/>
                </a:lnTo>
                <a:lnTo>
                  <a:pt x="1237" y="1313"/>
                </a:lnTo>
                <a:lnTo>
                  <a:pt x="1236" y="1314"/>
                </a:lnTo>
                <a:lnTo>
                  <a:pt x="1235" y="1314"/>
                </a:lnTo>
                <a:lnTo>
                  <a:pt x="1234" y="1315"/>
                </a:lnTo>
                <a:lnTo>
                  <a:pt x="1234" y="1316"/>
                </a:lnTo>
                <a:lnTo>
                  <a:pt x="1233" y="1316"/>
                </a:lnTo>
                <a:lnTo>
                  <a:pt x="1233" y="1317"/>
                </a:lnTo>
                <a:lnTo>
                  <a:pt x="1232" y="1317"/>
                </a:lnTo>
                <a:lnTo>
                  <a:pt x="1231" y="1318"/>
                </a:lnTo>
                <a:lnTo>
                  <a:pt x="1232" y="1318"/>
                </a:lnTo>
                <a:lnTo>
                  <a:pt x="1232" y="1319"/>
                </a:lnTo>
                <a:lnTo>
                  <a:pt x="1231" y="1319"/>
                </a:lnTo>
                <a:lnTo>
                  <a:pt x="1231" y="1320"/>
                </a:lnTo>
                <a:lnTo>
                  <a:pt x="1230" y="1320"/>
                </a:lnTo>
                <a:lnTo>
                  <a:pt x="1230" y="1319"/>
                </a:lnTo>
                <a:lnTo>
                  <a:pt x="1229" y="1319"/>
                </a:lnTo>
                <a:lnTo>
                  <a:pt x="1229" y="1320"/>
                </a:lnTo>
                <a:lnTo>
                  <a:pt x="1229" y="1319"/>
                </a:lnTo>
                <a:lnTo>
                  <a:pt x="1227" y="1319"/>
                </a:lnTo>
                <a:lnTo>
                  <a:pt x="1226" y="1319"/>
                </a:lnTo>
                <a:lnTo>
                  <a:pt x="1225" y="1318"/>
                </a:lnTo>
                <a:lnTo>
                  <a:pt x="1225" y="1319"/>
                </a:lnTo>
                <a:lnTo>
                  <a:pt x="1224" y="1319"/>
                </a:lnTo>
                <a:lnTo>
                  <a:pt x="1223" y="1319"/>
                </a:lnTo>
                <a:lnTo>
                  <a:pt x="1222" y="1319"/>
                </a:lnTo>
                <a:lnTo>
                  <a:pt x="1222" y="1320"/>
                </a:lnTo>
                <a:lnTo>
                  <a:pt x="1221" y="1320"/>
                </a:lnTo>
                <a:lnTo>
                  <a:pt x="1221" y="1319"/>
                </a:lnTo>
                <a:lnTo>
                  <a:pt x="1220" y="1319"/>
                </a:lnTo>
                <a:lnTo>
                  <a:pt x="1220" y="1320"/>
                </a:lnTo>
                <a:lnTo>
                  <a:pt x="1220" y="1319"/>
                </a:lnTo>
                <a:lnTo>
                  <a:pt x="1219" y="1319"/>
                </a:lnTo>
                <a:lnTo>
                  <a:pt x="1218" y="1319"/>
                </a:lnTo>
                <a:lnTo>
                  <a:pt x="1217" y="1319"/>
                </a:lnTo>
                <a:lnTo>
                  <a:pt x="1217" y="1320"/>
                </a:lnTo>
                <a:lnTo>
                  <a:pt x="1216" y="1320"/>
                </a:lnTo>
                <a:lnTo>
                  <a:pt x="1216" y="1319"/>
                </a:lnTo>
                <a:lnTo>
                  <a:pt x="1215" y="1320"/>
                </a:lnTo>
                <a:lnTo>
                  <a:pt x="1214" y="1320"/>
                </a:lnTo>
                <a:lnTo>
                  <a:pt x="1213" y="1320"/>
                </a:lnTo>
                <a:lnTo>
                  <a:pt x="1212" y="1321"/>
                </a:lnTo>
                <a:lnTo>
                  <a:pt x="1212" y="1322"/>
                </a:lnTo>
                <a:lnTo>
                  <a:pt x="1211" y="1323"/>
                </a:lnTo>
                <a:lnTo>
                  <a:pt x="1211" y="1322"/>
                </a:lnTo>
                <a:lnTo>
                  <a:pt x="1211" y="1323"/>
                </a:lnTo>
                <a:lnTo>
                  <a:pt x="1211" y="1322"/>
                </a:lnTo>
                <a:lnTo>
                  <a:pt x="1210" y="1322"/>
                </a:lnTo>
                <a:lnTo>
                  <a:pt x="1209" y="1322"/>
                </a:lnTo>
                <a:lnTo>
                  <a:pt x="1209" y="1323"/>
                </a:lnTo>
                <a:lnTo>
                  <a:pt x="1208" y="1323"/>
                </a:lnTo>
                <a:lnTo>
                  <a:pt x="1207" y="1322"/>
                </a:lnTo>
                <a:lnTo>
                  <a:pt x="1206" y="1321"/>
                </a:lnTo>
                <a:lnTo>
                  <a:pt x="1206" y="1320"/>
                </a:lnTo>
                <a:lnTo>
                  <a:pt x="1205" y="1320"/>
                </a:lnTo>
                <a:lnTo>
                  <a:pt x="1205" y="1319"/>
                </a:lnTo>
                <a:lnTo>
                  <a:pt x="1204" y="1319"/>
                </a:lnTo>
                <a:lnTo>
                  <a:pt x="1204" y="1320"/>
                </a:lnTo>
                <a:lnTo>
                  <a:pt x="1203" y="1320"/>
                </a:lnTo>
                <a:lnTo>
                  <a:pt x="1202" y="1320"/>
                </a:lnTo>
                <a:lnTo>
                  <a:pt x="1201" y="1320"/>
                </a:lnTo>
                <a:lnTo>
                  <a:pt x="1200" y="1320"/>
                </a:lnTo>
                <a:lnTo>
                  <a:pt x="1199" y="1320"/>
                </a:lnTo>
                <a:lnTo>
                  <a:pt x="1199" y="1319"/>
                </a:lnTo>
                <a:lnTo>
                  <a:pt x="1198" y="1319"/>
                </a:lnTo>
                <a:lnTo>
                  <a:pt x="1197" y="1319"/>
                </a:lnTo>
                <a:lnTo>
                  <a:pt x="1196" y="1319"/>
                </a:lnTo>
                <a:lnTo>
                  <a:pt x="1196" y="1320"/>
                </a:lnTo>
                <a:lnTo>
                  <a:pt x="1195" y="1320"/>
                </a:lnTo>
                <a:lnTo>
                  <a:pt x="1194" y="1320"/>
                </a:lnTo>
                <a:lnTo>
                  <a:pt x="1194" y="1321"/>
                </a:lnTo>
                <a:lnTo>
                  <a:pt x="1194" y="1322"/>
                </a:lnTo>
                <a:lnTo>
                  <a:pt x="1193" y="1322"/>
                </a:lnTo>
                <a:lnTo>
                  <a:pt x="1193" y="1323"/>
                </a:lnTo>
                <a:lnTo>
                  <a:pt x="1192" y="1323"/>
                </a:lnTo>
                <a:lnTo>
                  <a:pt x="1191" y="1323"/>
                </a:lnTo>
                <a:lnTo>
                  <a:pt x="1191" y="1324"/>
                </a:lnTo>
                <a:lnTo>
                  <a:pt x="1191" y="1325"/>
                </a:lnTo>
                <a:lnTo>
                  <a:pt x="1190" y="1325"/>
                </a:lnTo>
                <a:lnTo>
                  <a:pt x="1190" y="1324"/>
                </a:lnTo>
                <a:lnTo>
                  <a:pt x="1189" y="1324"/>
                </a:lnTo>
                <a:lnTo>
                  <a:pt x="1189" y="1325"/>
                </a:lnTo>
                <a:lnTo>
                  <a:pt x="1188" y="1325"/>
                </a:lnTo>
                <a:lnTo>
                  <a:pt x="1187" y="1324"/>
                </a:lnTo>
                <a:lnTo>
                  <a:pt x="1187" y="1325"/>
                </a:lnTo>
                <a:lnTo>
                  <a:pt x="1186" y="1325"/>
                </a:lnTo>
                <a:lnTo>
                  <a:pt x="1187" y="1325"/>
                </a:lnTo>
                <a:lnTo>
                  <a:pt x="1187" y="1326"/>
                </a:lnTo>
                <a:lnTo>
                  <a:pt x="1186" y="1326"/>
                </a:lnTo>
                <a:lnTo>
                  <a:pt x="1185" y="1326"/>
                </a:lnTo>
                <a:lnTo>
                  <a:pt x="1184" y="1326"/>
                </a:lnTo>
                <a:lnTo>
                  <a:pt x="1184" y="1327"/>
                </a:lnTo>
                <a:lnTo>
                  <a:pt x="1183" y="1327"/>
                </a:lnTo>
                <a:lnTo>
                  <a:pt x="1182" y="1327"/>
                </a:lnTo>
                <a:lnTo>
                  <a:pt x="1181" y="1327"/>
                </a:lnTo>
                <a:lnTo>
                  <a:pt x="1180" y="1327"/>
                </a:lnTo>
                <a:lnTo>
                  <a:pt x="1179" y="1327"/>
                </a:lnTo>
                <a:lnTo>
                  <a:pt x="1178" y="1327"/>
                </a:lnTo>
                <a:lnTo>
                  <a:pt x="1177" y="1327"/>
                </a:lnTo>
                <a:lnTo>
                  <a:pt x="1176" y="1327"/>
                </a:lnTo>
                <a:lnTo>
                  <a:pt x="1176" y="1326"/>
                </a:lnTo>
                <a:lnTo>
                  <a:pt x="1175" y="1326"/>
                </a:lnTo>
                <a:lnTo>
                  <a:pt x="1175" y="1327"/>
                </a:lnTo>
                <a:lnTo>
                  <a:pt x="1175" y="1328"/>
                </a:lnTo>
                <a:lnTo>
                  <a:pt x="1174" y="1328"/>
                </a:lnTo>
                <a:lnTo>
                  <a:pt x="1174" y="1329"/>
                </a:lnTo>
                <a:lnTo>
                  <a:pt x="1175" y="1329"/>
                </a:lnTo>
                <a:lnTo>
                  <a:pt x="1174" y="1329"/>
                </a:lnTo>
                <a:lnTo>
                  <a:pt x="1173" y="1329"/>
                </a:lnTo>
                <a:lnTo>
                  <a:pt x="1172" y="1329"/>
                </a:lnTo>
                <a:lnTo>
                  <a:pt x="1171" y="1329"/>
                </a:lnTo>
                <a:lnTo>
                  <a:pt x="1171" y="1328"/>
                </a:lnTo>
                <a:lnTo>
                  <a:pt x="1170" y="1328"/>
                </a:lnTo>
                <a:lnTo>
                  <a:pt x="1169" y="1328"/>
                </a:lnTo>
                <a:lnTo>
                  <a:pt x="1169" y="1327"/>
                </a:lnTo>
                <a:lnTo>
                  <a:pt x="1168" y="1327"/>
                </a:lnTo>
                <a:lnTo>
                  <a:pt x="1167" y="1327"/>
                </a:lnTo>
                <a:lnTo>
                  <a:pt x="1167" y="1326"/>
                </a:lnTo>
                <a:lnTo>
                  <a:pt x="1167" y="1327"/>
                </a:lnTo>
                <a:lnTo>
                  <a:pt x="1167" y="1328"/>
                </a:lnTo>
                <a:lnTo>
                  <a:pt x="1166" y="1328"/>
                </a:lnTo>
                <a:lnTo>
                  <a:pt x="1166" y="1329"/>
                </a:lnTo>
                <a:lnTo>
                  <a:pt x="1165" y="1329"/>
                </a:lnTo>
                <a:lnTo>
                  <a:pt x="1165" y="1328"/>
                </a:lnTo>
                <a:lnTo>
                  <a:pt x="1165" y="1329"/>
                </a:lnTo>
                <a:lnTo>
                  <a:pt x="1164" y="1329"/>
                </a:lnTo>
                <a:lnTo>
                  <a:pt x="1163" y="1328"/>
                </a:lnTo>
                <a:lnTo>
                  <a:pt x="1163" y="1329"/>
                </a:lnTo>
                <a:lnTo>
                  <a:pt x="1163" y="1330"/>
                </a:lnTo>
                <a:lnTo>
                  <a:pt x="1162" y="1330"/>
                </a:lnTo>
                <a:lnTo>
                  <a:pt x="1161" y="1330"/>
                </a:lnTo>
                <a:lnTo>
                  <a:pt x="1161" y="1331"/>
                </a:lnTo>
                <a:lnTo>
                  <a:pt x="1161" y="1332"/>
                </a:lnTo>
                <a:lnTo>
                  <a:pt x="1160" y="1332"/>
                </a:lnTo>
                <a:lnTo>
                  <a:pt x="1160" y="1333"/>
                </a:lnTo>
                <a:lnTo>
                  <a:pt x="1159" y="1333"/>
                </a:lnTo>
                <a:lnTo>
                  <a:pt x="1158" y="1333"/>
                </a:lnTo>
                <a:lnTo>
                  <a:pt x="1157" y="1333"/>
                </a:lnTo>
                <a:lnTo>
                  <a:pt x="1156" y="1333"/>
                </a:lnTo>
                <a:lnTo>
                  <a:pt x="1155" y="1333"/>
                </a:lnTo>
                <a:lnTo>
                  <a:pt x="1155" y="1332"/>
                </a:lnTo>
                <a:lnTo>
                  <a:pt x="1154" y="1332"/>
                </a:lnTo>
                <a:lnTo>
                  <a:pt x="1153" y="1332"/>
                </a:lnTo>
                <a:lnTo>
                  <a:pt x="1153" y="1333"/>
                </a:lnTo>
                <a:lnTo>
                  <a:pt x="1152" y="1333"/>
                </a:lnTo>
                <a:lnTo>
                  <a:pt x="1152" y="1334"/>
                </a:lnTo>
                <a:lnTo>
                  <a:pt x="1151" y="1334"/>
                </a:lnTo>
                <a:lnTo>
                  <a:pt x="1150" y="1334"/>
                </a:lnTo>
                <a:lnTo>
                  <a:pt x="1150" y="1335"/>
                </a:lnTo>
                <a:lnTo>
                  <a:pt x="1149" y="1335"/>
                </a:lnTo>
                <a:lnTo>
                  <a:pt x="1148" y="1335"/>
                </a:lnTo>
                <a:lnTo>
                  <a:pt x="1147" y="1336"/>
                </a:lnTo>
                <a:lnTo>
                  <a:pt x="1146" y="1336"/>
                </a:lnTo>
                <a:lnTo>
                  <a:pt x="1145" y="1336"/>
                </a:lnTo>
                <a:lnTo>
                  <a:pt x="1144" y="1336"/>
                </a:lnTo>
                <a:lnTo>
                  <a:pt x="1144" y="1339"/>
                </a:lnTo>
                <a:lnTo>
                  <a:pt x="1144" y="1340"/>
                </a:lnTo>
                <a:lnTo>
                  <a:pt x="1144" y="1341"/>
                </a:lnTo>
                <a:lnTo>
                  <a:pt x="1144" y="1342"/>
                </a:lnTo>
                <a:lnTo>
                  <a:pt x="1144" y="1343"/>
                </a:lnTo>
                <a:lnTo>
                  <a:pt x="1144" y="1344"/>
                </a:lnTo>
                <a:lnTo>
                  <a:pt x="1145" y="1344"/>
                </a:lnTo>
                <a:lnTo>
                  <a:pt x="1146" y="1345"/>
                </a:lnTo>
                <a:lnTo>
                  <a:pt x="1145" y="1345"/>
                </a:lnTo>
                <a:lnTo>
                  <a:pt x="1145" y="1346"/>
                </a:lnTo>
                <a:lnTo>
                  <a:pt x="1146" y="1346"/>
                </a:lnTo>
                <a:lnTo>
                  <a:pt x="1145" y="1346"/>
                </a:lnTo>
                <a:lnTo>
                  <a:pt x="1145" y="1347"/>
                </a:lnTo>
                <a:lnTo>
                  <a:pt x="1144" y="1347"/>
                </a:lnTo>
                <a:lnTo>
                  <a:pt x="1143" y="1348"/>
                </a:lnTo>
                <a:lnTo>
                  <a:pt x="1143" y="1349"/>
                </a:lnTo>
                <a:lnTo>
                  <a:pt x="1142" y="1349"/>
                </a:lnTo>
                <a:lnTo>
                  <a:pt x="1141" y="1349"/>
                </a:lnTo>
                <a:lnTo>
                  <a:pt x="1141" y="1350"/>
                </a:lnTo>
                <a:lnTo>
                  <a:pt x="1140" y="1350"/>
                </a:lnTo>
                <a:lnTo>
                  <a:pt x="1140" y="1351"/>
                </a:lnTo>
                <a:lnTo>
                  <a:pt x="1139" y="1352"/>
                </a:lnTo>
                <a:lnTo>
                  <a:pt x="1139" y="1353"/>
                </a:lnTo>
                <a:lnTo>
                  <a:pt x="1139" y="1354"/>
                </a:lnTo>
                <a:lnTo>
                  <a:pt x="1139" y="1356"/>
                </a:lnTo>
                <a:lnTo>
                  <a:pt x="1138" y="1357"/>
                </a:lnTo>
                <a:lnTo>
                  <a:pt x="1137" y="1357"/>
                </a:lnTo>
                <a:lnTo>
                  <a:pt x="1137" y="1358"/>
                </a:lnTo>
                <a:lnTo>
                  <a:pt x="1136" y="1359"/>
                </a:lnTo>
                <a:lnTo>
                  <a:pt x="1136" y="1360"/>
                </a:lnTo>
                <a:lnTo>
                  <a:pt x="1136" y="1361"/>
                </a:lnTo>
                <a:lnTo>
                  <a:pt x="1135" y="1362"/>
                </a:lnTo>
                <a:lnTo>
                  <a:pt x="1135" y="1363"/>
                </a:lnTo>
                <a:lnTo>
                  <a:pt x="1135" y="1364"/>
                </a:lnTo>
                <a:lnTo>
                  <a:pt x="1134" y="1364"/>
                </a:lnTo>
                <a:lnTo>
                  <a:pt x="1133" y="1364"/>
                </a:lnTo>
                <a:lnTo>
                  <a:pt x="1133" y="1365"/>
                </a:lnTo>
                <a:lnTo>
                  <a:pt x="1132" y="1366"/>
                </a:lnTo>
                <a:lnTo>
                  <a:pt x="1132" y="1365"/>
                </a:lnTo>
                <a:lnTo>
                  <a:pt x="1131" y="1365"/>
                </a:lnTo>
                <a:lnTo>
                  <a:pt x="1130" y="1366"/>
                </a:lnTo>
                <a:lnTo>
                  <a:pt x="1129" y="1367"/>
                </a:lnTo>
                <a:lnTo>
                  <a:pt x="1128" y="1367"/>
                </a:lnTo>
                <a:lnTo>
                  <a:pt x="1128" y="1368"/>
                </a:lnTo>
                <a:lnTo>
                  <a:pt x="1127" y="1368"/>
                </a:lnTo>
                <a:lnTo>
                  <a:pt x="1127" y="1369"/>
                </a:lnTo>
                <a:lnTo>
                  <a:pt x="1126" y="1370"/>
                </a:lnTo>
                <a:lnTo>
                  <a:pt x="1125" y="1370"/>
                </a:lnTo>
                <a:lnTo>
                  <a:pt x="1125" y="1371"/>
                </a:lnTo>
                <a:lnTo>
                  <a:pt x="1124" y="1371"/>
                </a:lnTo>
                <a:lnTo>
                  <a:pt x="1123" y="1372"/>
                </a:lnTo>
                <a:lnTo>
                  <a:pt x="1122" y="1372"/>
                </a:lnTo>
                <a:lnTo>
                  <a:pt x="1121" y="1372"/>
                </a:lnTo>
                <a:lnTo>
                  <a:pt x="1120" y="1372"/>
                </a:lnTo>
                <a:lnTo>
                  <a:pt x="1119" y="1372"/>
                </a:lnTo>
                <a:lnTo>
                  <a:pt x="1119" y="1371"/>
                </a:lnTo>
                <a:lnTo>
                  <a:pt x="1118" y="1372"/>
                </a:lnTo>
                <a:lnTo>
                  <a:pt x="1117" y="1372"/>
                </a:lnTo>
                <a:lnTo>
                  <a:pt x="1116" y="1372"/>
                </a:lnTo>
                <a:lnTo>
                  <a:pt x="1115" y="1372"/>
                </a:lnTo>
                <a:lnTo>
                  <a:pt x="1114" y="1372"/>
                </a:lnTo>
                <a:lnTo>
                  <a:pt x="1114" y="1373"/>
                </a:lnTo>
                <a:lnTo>
                  <a:pt x="1113" y="1373"/>
                </a:lnTo>
                <a:lnTo>
                  <a:pt x="1112" y="1373"/>
                </a:lnTo>
                <a:lnTo>
                  <a:pt x="1111" y="1372"/>
                </a:lnTo>
                <a:lnTo>
                  <a:pt x="1110" y="1372"/>
                </a:lnTo>
                <a:lnTo>
                  <a:pt x="1109" y="1372"/>
                </a:lnTo>
                <a:lnTo>
                  <a:pt x="1109" y="1373"/>
                </a:lnTo>
                <a:lnTo>
                  <a:pt x="1108" y="1373"/>
                </a:lnTo>
                <a:lnTo>
                  <a:pt x="1107" y="1373"/>
                </a:lnTo>
                <a:lnTo>
                  <a:pt x="1106" y="1373"/>
                </a:lnTo>
                <a:lnTo>
                  <a:pt x="1105" y="1373"/>
                </a:lnTo>
                <a:lnTo>
                  <a:pt x="1105" y="1374"/>
                </a:lnTo>
                <a:lnTo>
                  <a:pt x="1104" y="1374"/>
                </a:lnTo>
                <a:lnTo>
                  <a:pt x="1103" y="1375"/>
                </a:lnTo>
                <a:lnTo>
                  <a:pt x="1101" y="1375"/>
                </a:lnTo>
                <a:lnTo>
                  <a:pt x="1100" y="1375"/>
                </a:lnTo>
                <a:lnTo>
                  <a:pt x="1099" y="1376"/>
                </a:lnTo>
                <a:lnTo>
                  <a:pt x="1098" y="1376"/>
                </a:lnTo>
                <a:lnTo>
                  <a:pt x="1098" y="1377"/>
                </a:lnTo>
                <a:lnTo>
                  <a:pt x="1097" y="1377"/>
                </a:lnTo>
                <a:lnTo>
                  <a:pt x="1096" y="1377"/>
                </a:lnTo>
                <a:lnTo>
                  <a:pt x="1096" y="1378"/>
                </a:lnTo>
                <a:lnTo>
                  <a:pt x="1096" y="1379"/>
                </a:lnTo>
                <a:lnTo>
                  <a:pt x="1095" y="1379"/>
                </a:lnTo>
                <a:lnTo>
                  <a:pt x="1095" y="1380"/>
                </a:lnTo>
                <a:lnTo>
                  <a:pt x="1094" y="1380"/>
                </a:lnTo>
                <a:lnTo>
                  <a:pt x="1094" y="1381"/>
                </a:lnTo>
                <a:lnTo>
                  <a:pt x="1094" y="1382"/>
                </a:lnTo>
                <a:lnTo>
                  <a:pt x="1094" y="1383"/>
                </a:lnTo>
                <a:lnTo>
                  <a:pt x="1093" y="1383"/>
                </a:lnTo>
                <a:lnTo>
                  <a:pt x="1093" y="1384"/>
                </a:lnTo>
                <a:lnTo>
                  <a:pt x="1093" y="1385"/>
                </a:lnTo>
                <a:lnTo>
                  <a:pt x="1092" y="1385"/>
                </a:lnTo>
                <a:lnTo>
                  <a:pt x="1092" y="1386"/>
                </a:lnTo>
                <a:lnTo>
                  <a:pt x="1091" y="1386"/>
                </a:lnTo>
                <a:lnTo>
                  <a:pt x="1090" y="1386"/>
                </a:lnTo>
                <a:lnTo>
                  <a:pt x="1089" y="1386"/>
                </a:lnTo>
                <a:lnTo>
                  <a:pt x="1089" y="1387"/>
                </a:lnTo>
                <a:lnTo>
                  <a:pt x="1089" y="1386"/>
                </a:lnTo>
                <a:lnTo>
                  <a:pt x="1088" y="1386"/>
                </a:lnTo>
                <a:lnTo>
                  <a:pt x="1087" y="1386"/>
                </a:lnTo>
                <a:lnTo>
                  <a:pt x="1087" y="1385"/>
                </a:lnTo>
                <a:lnTo>
                  <a:pt x="1086" y="1385"/>
                </a:lnTo>
                <a:lnTo>
                  <a:pt x="1085" y="1384"/>
                </a:lnTo>
                <a:lnTo>
                  <a:pt x="1084" y="1383"/>
                </a:lnTo>
                <a:lnTo>
                  <a:pt x="1084" y="1382"/>
                </a:lnTo>
                <a:lnTo>
                  <a:pt x="1083" y="1382"/>
                </a:lnTo>
                <a:lnTo>
                  <a:pt x="1082" y="1382"/>
                </a:lnTo>
                <a:lnTo>
                  <a:pt x="1081" y="1382"/>
                </a:lnTo>
                <a:lnTo>
                  <a:pt x="1080" y="1382"/>
                </a:lnTo>
                <a:lnTo>
                  <a:pt x="1079" y="1382"/>
                </a:lnTo>
                <a:lnTo>
                  <a:pt x="1078" y="1382"/>
                </a:lnTo>
                <a:lnTo>
                  <a:pt x="1077" y="1382"/>
                </a:lnTo>
                <a:lnTo>
                  <a:pt x="1077" y="1381"/>
                </a:lnTo>
                <a:lnTo>
                  <a:pt x="1076" y="1381"/>
                </a:lnTo>
                <a:lnTo>
                  <a:pt x="1075" y="1381"/>
                </a:lnTo>
                <a:lnTo>
                  <a:pt x="1074" y="1381"/>
                </a:lnTo>
                <a:lnTo>
                  <a:pt x="1073" y="1381"/>
                </a:lnTo>
                <a:lnTo>
                  <a:pt x="1073" y="1380"/>
                </a:lnTo>
                <a:lnTo>
                  <a:pt x="1072" y="1380"/>
                </a:lnTo>
                <a:lnTo>
                  <a:pt x="1071" y="1380"/>
                </a:lnTo>
                <a:lnTo>
                  <a:pt x="1071" y="1379"/>
                </a:lnTo>
                <a:lnTo>
                  <a:pt x="1070" y="1378"/>
                </a:lnTo>
                <a:lnTo>
                  <a:pt x="1070" y="1377"/>
                </a:lnTo>
                <a:lnTo>
                  <a:pt x="1070" y="1376"/>
                </a:lnTo>
                <a:lnTo>
                  <a:pt x="1069" y="1376"/>
                </a:lnTo>
                <a:lnTo>
                  <a:pt x="1069" y="1375"/>
                </a:lnTo>
                <a:lnTo>
                  <a:pt x="1068" y="1375"/>
                </a:lnTo>
                <a:lnTo>
                  <a:pt x="1067" y="1374"/>
                </a:lnTo>
                <a:lnTo>
                  <a:pt x="1066" y="1374"/>
                </a:lnTo>
                <a:lnTo>
                  <a:pt x="1065" y="1373"/>
                </a:lnTo>
                <a:lnTo>
                  <a:pt x="1063" y="1373"/>
                </a:lnTo>
                <a:lnTo>
                  <a:pt x="1063" y="1372"/>
                </a:lnTo>
                <a:lnTo>
                  <a:pt x="1063" y="1371"/>
                </a:lnTo>
                <a:lnTo>
                  <a:pt x="1062" y="1371"/>
                </a:lnTo>
                <a:lnTo>
                  <a:pt x="1061" y="1371"/>
                </a:lnTo>
                <a:lnTo>
                  <a:pt x="1061" y="1372"/>
                </a:lnTo>
                <a:lnTo>
                  <a:pt x="1060" y="1372"/>
                </a:lnTo>
                <a:lnTo>
                  <a:pt x="1059" y="1372"/>
                </a:lnTo>
                <a:lnTo>
                  <a:pt x="1058" y="1372"/>
                </a:lnTo>
                <a:lnTo>
                  <a:pt x="1057" y="1372"/>
                </a:lnTo>
                <a:lnTo>
                  <a:pt x="1057" y="1373"/>
                </a:lnTo>
                <a:lnTo>
                  <a:pt x="1058" y="1373"/>
                </a:lnTo>
                <a:lnTo>
                  <a:pt x="1057" y="1374"/>
                </a:lnTo>
                <a:lnTo>
                  <a:pt x="1056" y="1374"/>
                </a:lnTo>
                <a:lnTo>
                  <a:pt x="1055" y="1374"/>
                </a:lnTo>
                <a:lnTo>
                  <a:pt x="1054" y="1375"/>
                </a:lnTo>
                <a:lnTo>
                  <a:pt x="1053" y="1375"/>
                </a:lnTo>
                <a:lnTo>
                  <a:pt x="1052" y="1375"/>
                </a:lnTo>
                <a:lnTo>
                  <a:pt x="1051" y="1376"/>
                </a:lnTo>
                <a:lnTo>
                  <a:pt x="1050" y="1376"/>
                </a:lnTo>
                <a:lnTo>
                  <a:pt x="1049" y="1376"/>
                </a:lnTo>
                <a:lnTo>
                  <a:pt x="1048" y="1376"/>
                </a:lnTo>
                <a:lnTo>
                  <a:pt x="1046" y="1376"/>
                </a:lnTo>
                <a:lnTo>
                  <a:pt x="1045" y="1376"/>
                </a:lnTo>
                <a:lnTo>
                  <a:pt x="1045" y="1375"/>
                </a:lnTo>
                <a:lnTo>
                  <a:pt x="1044" y="1375"/>
                </a:lnTo>
                <a:lnTo>
                  <a:pt x="1043" y="1375"/>
                </a:lnTo>
                <a:lnTo>
                  <a:pt x="1042" y="1375"/>
                </a:lnTo>
                <a:lnTo>
                  <a:pt x="1041" y="1375"/>
                </a:lnTo>
                <a:lnTo>
                  <a:pt x="1040" y="1375"/>
                </a:lnTo>
                <a:lnTo>
                  <a:pt x="1039" y="1376"/>
                </a:lnTo>
                <a:lnTo>
                  <a:pt x="1038" y="1376"/>
                </a:lnTo>
                <a:lnTo>
                  <a:pt x="1037" y="1376"/>
                </a:lnTo>
                <a:lnTo>
                  <a:pt x="1036" y="1378"/>
                </a:lnTo>
                <a:lnTo>
                  <a:pt x="1035" y="1379"/>
                </a:lnTo>
                <a:lnTo>
                  <a:pt x="1035" y="1380"/>
                </a:lnTo>
                <a:lnTo>
                  <a:pt x="1034" y="1380"/>
                </a:lnTo>
                <a:lnTo>
                  <a:pt x="1033" y="1380"/>
                </a:lnTo>
                <a:lnTo>
                  <a:pt x="1032" y="1381"/>
                </a:lnTo>
                <a:lnTo>
                  <a:pt x="1030" y="1381"/>
                </a:lnTo>
                <a:lnTo>
                  <a:pt x="1028" y="1382"/>
                </a:lnTo>
                <a:lnTo>
                  <a:pt x="1027" y="1382"/>
                </a:lnTo>
                <a:lnTo>
                  <a:pt x="1026" y="1382"/>
                </a:lnTo>
                <a:lnTo>
                  <a:pt x="1025" y="1383"/>
                </a:lnTo>
                <a:lnTo>
                  <a:pt x="1025" y="1384"/>
                </a:lnTo>
                <a:lnTo>
                  <a:pt x="1023" y="1384"/>
                </a:lnTo>
                <a:lnTo>
                  <a:pt x="1023" y="1385"/>
                </a:lnTo>
                <a:lnTo>
                  <a:pt x="1022" y="1385"/>
                </a:lnTo>
                <a:lnTo>
                  <a:pt x="1021" y="1385"/>
                </a:lnTo>
                <a:lnTo>
                  <a:pt x="1021" y="1386"/>
                </a:lnTo>
                <a:lnTo>
                  <a:pt x="1020" y="1386"/>
                </a:lnTo>
                <a:lnTo>
                  <a:pt x="1019" y="1386"/>
                </a:lnTo>
                <a:lnTo>
                  <a:pt x="1018" y="1386"/>
                </a:lnTo>
                <a:lnTo>
                  <a:pt x="1018" y="1387"/>
                </a:lnTo>
                <a:lnTo>
                  <a:pt x="1017" y="1387"/>
                </a:lnTo>
                <a:lnTo>
                  <a:pt x="1016" y="1388"/>
                </a:lnTo>
                <a:lnTo>
                  <a:pt x="1015" y="1388"/>
                </a:lnTo>
                <a:lnTo>
                  <a:pt x="1014" y="1389"/>
                </a:lnTo>
                <a:lnTo>
                  <a:pt x="1013" y="1389"/>
                </a:lnTo>
                <a:lnTo>
                  <a:pt x="1011" y="1389"/>
                </a:lnTo>
                <a:lnTo>
                  <a:pt x="1010" y="1389"/>
                </a:lnTo>
                <a:lnTo>
                  <a:pt x="1009" y="1389"/>
                </a:lnTo>
                <a:lnTo>
                  <a:pt x="1008" y="1389"/>
                </a:lnTo>
                <a:lnTo>
                  <a:pt x="1008" y="1390"/>
                </a:lnTo>
                <a:lnTo>
                  <a:pt x="1007" y="1390"/>
                </a:lnTo>
                <a:lnTo>
                  <a:pt x="1006" y="1390"/>
                </a:lnTo>
                <a:lnTo>
                  <a:pt x="1005" y="1391"/>
                </a:lnTo>
                <a:lnTo>
                  <a:pt x="1004" y="1391"/>
                </a:lnTo>
                <a:lnTo>
                  <a:pt x="1003" y="1391"/>
                </a:lnTo>
                <a:lnTo>
                  <a:pt x="1002" y="1391"/>
                </a:lnTo>
                <a:lnTo>
                  <a:pt x="1002" y="1392"/>
                </a:lnTo>
                <a:lnTo>
                  <a:pt x="999" y="1392"/>
                </a:lnTo>
                <a:lnTo>
                  <a:pt x="998" y="1392"/>
                </a:lnTo>
                <a:lnTo>
                  <a:pt x="997" y="1392"/>
                </a:lnTo>
                <a:lnTo>
                  <a:pt x="997" y="1393"/>
                </a:lnTo>
                <a:lnTo>
                  <a:pt x="995" y="1393"/>
                </a:lnTo>
                <a:lnTo>
                  <a:pt x="995" y="1394"/>
                </a:lnTo>
                <a:lnTo>
                  <a:pt x="994" y="1394"/>
                </a:lnTo>
                <a:lnTo>
                  <a:pt x="993" y="1394"/>
                </a:lnTo>
                <a:lnTo>
                  <a:pt x="992" y="1394"/>
                </a:lnTo>
                <a:lnTo>
                  <a:pt x="991" y="1394"/>
                </a:lnTo>
                <a:lnTo>
                  <a:pt x="991" y="1395"/>
                </a:lnTo>
                <a:lnTo>
                  <a:pt x="990" y="1395"/>
                </a:lnTo>
                <a:lnTo>
                  <a:pt x="989" y="1395"/>
                </a:lnTo>
                <a:lnTo>
                  <a:pt x="988" y="1395"/>
                </a:lnTo>
                <a:lnTo>
                  <a:pt x="988" y="1396"/>
                </a:lnTo>
                <a:lnTo>
                  <a:pt x="988" y="1397"/>
                </a:lnTo>
                <a:lnTo>
                  <a:pt x="988" y="1398"/>
                </a:lnTo>
                <a:lnTo>
                  <a:pt x="989" y="1398"/>
                </a:lnTo>
                <a:lnTo>
                  <a:pt x="990" y="1398"/>
                </a:lnTo>
                <a:lnTo>
                  <a:pt x="990" y="1399"/>
                </a:lnTo>
                <a:lnTo>
                  <a:pt x="989" y="1400"/>
                </a:lnTo>
                <a:lnTo>
                  <a:pt x="989" y="1401"/>
                </a:lnTo>
                <a:lnTo>
                  <a:pt x="988" y="1402"/>
                </a:lnTo>
                <a:lnTo>
                  <a:pt x="988" y="1403"/>
                </a:lnTo>
                <a:lnTo>
                  <a:pt x="987" y="1404"/>
                </a:lnTo>
                <a:lnTo>
                  <a:pt x="986" y="1404"/>
                </a:lnTo>
                <a:lnTo>
                  <a:pt x="985" y="1405"/>
                </a:lnTo>
                <a:lnTo>
                  <a:pt x="984" y="1405"/>
                </a:lnTo>
                <a:lnTo>
                  <a:pt x="983" y="1406"/>
                </a:lnTo>
                <a:lnTo>
                  <a:pt x="982" y="1406"/>
                </a:lnTo>
                <a:lnTo>
                  <a:pt x="982" y="1407"/>
                </a:lnTo>
                <a:lnTo>
                  <a:pt x="981" y="1407"/>
                </a:lnTo>
                <a:lnTo>
                  <a:pt x="980" y="1407"/>
                </a:lnTo>
                <a:lnTo>
                  <a:pt x="979" y="1408"/>
                </a:lnTo>
                <a:lnTo>
                  <a:pt x="978" y="1409"/>
                </a:lnTo>
                <a:lnTo>
                  <a:pt x="977" y="1410"/>
                </a:lnTo>
                <a:lnTo>
                  <a:pt x="976" y="1410"/>
                </a:lnTo>
                <a:lnTo>
                  <a:pt x="975" y="1410"/>
                </a:lnTo>
                <a:lnTo>
                  <a:pt x="974" y="1410"/>
                </a:lnTo>
                <a:lnTo>
                  <a:pt x="973" y="1410"/>
                </a:lnTo>
                <a:lnTo>
                  <a:pt x="972" y="1410"/>
                </a:lnTo>
                <a:lnTo>
                  <a:pt x="970" y="1411"/>
                </a:lnTo>
                <a:lnTo>
                  <a:pt x="969" y="1411"/>
                </a:lnTo>
                <a:lnTo>
                  <a:pt x="969" y="1412"/>
                </a:lnTo>
                <a:lnTo>
                  <a:pt x="969" y="1411"/>
                </a:lnTo>
                <a:lnTo>
                  <a:pt x="968" y="1411"/>
                </a:lnTo>
                <a:lnTo>
                  <a:pt x="968" y="1412"/>
                </a:lnTo>
                <a:lnTo>
                  <a:pt x="967" y="1412"/>
                </a:lnTo>
                <a:lnTo>
                  <a:pt x="966" y="1413"/>
                </a:lnTo>
                <a:lnTo>
                  <a:pt x="965" y="1413"/>
                </a:lnTo>
                <a:lnTo>
                  <a:pt x="965" y="1414"/>
                </a:lnTo>
                <a:lnTo>
                  <a:pt x="964" y="1415"/>
                </a:lnTo>
                <a:lnTo>
                  <a:pt x="963" y="1415"/>
                </a:lnTo>
                <a:lnTo>
                  <a:pt x="962" y="1415"/>
                </a:lnTo>
                <a:lnTo>
                  <a:pt x="960" y="1414"/>
                </a:lnTo>
                <a:lnTo>
                  <a:pt x="960" y="1413"/>
                </a:lnTo>
                <a:lnTo>
                  <a:pt x="959" y="1414"/>
                </a:lnTo>
                <a:lnTo>
                  <a:pt x="958" y="1414"/>
                </a:lnTo>
                <a:lnTo>
                  <a:pt x="957" y="1414"/>
                </a:lnTo>
                <a:lnTo>
                  <a:pt x="956" y="1415"/>
                </a:lnTo>
                <a:lnTo>
                  <a:pt x="956" y="1414"/>
                </a:lnTo>
                <a:lnTo>
                  <a:pt x="955" y="1413"/>
                </a:lnTo>
                <a:lnTo>
                  <a:pt x="955" y="1412"/>
                </a:lnTo>
                <a:lnTo>
                  <a:pt x="954" y="1412"/>
                </a:lnTo>
                <a:lnTo>
                  <a:pt x="954" y="1411"/>
                </a:lnTo>
                <a:lnTo>
                  <a:pt x="954" y="1410"/>
                </a:lnTo>
                <a:lnTo>
                  <a:pt x="953" y="1410"/>
                </a:lnTo>
                <a:lnTo>
                  <a:pt x="952" y="1410"/>
                </a:lnTo>
                <a:lnTo>
                  <a:pt x="952" y="1409"/>
                </a:lnTo>
                <a:lnTo>
                  <a:pt x="951" y="1410"/>
                </a:lnTo>
                <a:lnTo>
                  <a:pt x="950" y="1410"/>
                </a:lnTo>
                <a:lnTo>
                  <a:pt x="949" y="1410"/>
                </a:lnTo>
                <a:lnTo>
                  <a:pt x="948" y="1410"/>
                </a:lnTo>
                <a:lnTo>
                  <a:pt x="948" y="1409"/>
                </a:lnTo>
                <a:lnTo>
                  <a:pt x="947" y="1409"/>
                </a:lnTo>
                <a:lnTo>
                  <a:pt x="944" y="1410"/>
                </a:lnTo>
                <a:lnTo>
                  <a:pt x="943" y="1410"/>
                </a:lnTo>
                <a:lnTo>
                  <a:pt x="942" y="1410"/>
                </a:lnTo>
                <a:lnTo>
                  <a:pt x="941" y="1410"/>
                </a:lnTo>
                <a:lnTo>
                  <a:pt x="940" y="1410"/>
                </a:lnTo>
                <a:lnTo>
                  <a:pt x="939" y="1410"/>
                </a:lnTo>
                <a:lnTo>
                  <a:pt x="939" y="1411"/>
                </a:lnTo>
                <a:lnTo>
                  <a:pt x="938" y="1412"/>
                </a:lnTo>
                <a:lnTo>
                  <a:pt x="937" y="1412"/>
                </a:lnTo>
                <a:lnTo>
                  <a:pt x="937" y="1413"/>
                </a:lnTo>
                <a:lnTo>
                  <a:pt x="938" y="1413"/>
                </a:lnTo>
                <a:lnTo>
                  <a:pt x="937" y="1413"/>
                </a:lnTo>
                <a:lnTo>
                  <a:pt x="937" y="1414"/>
                </a:lnTo>
                <a:lnTo>
                  <a:pt x="936" y="1415"/>
                </a:lnTo>
                <a:lnTo>
                  <a:pt x="934" y="1415"/>
                </a:lnTo>
                <a:lnTo>
                  <a:pt x="933" y="1415"/>
                </a:lnTo>
                <a:lnTo>
                  <a:pt x="931" y="1415"/>
                </a:lnTo>
                <a:lnTo>
                  <a:pt x="930" y="1416"/>
                </a:lnTo>
                <a:lnTo>
                  <a:pt x="929" y="1416"/>
                </a:lnTo>
                <a:lnTo>
                  <a:pt x="928" y="1415"/>
                </a:lnTo>
                <a:lnTo>
                  <a:pt x="928" y="1414"/>
                </a:lnTo>
                <a:lnTo>
                  <a:pt x="927" y="1414"/>
                </a:lnTo>
                <a:lnTo>
                  <a:pt x="927" y="1415"/>
                </a:lnTo>
                <a:lnTo>
                  <a:pt x="925" y="1415"/>
                </a:lnTo>
                <a:lnTo>
                  <a:pt x="924" y="1414"/>
                </a:lnTo>
                <a:lnTo>
                  <a:pt x="923" y="1414"/>
                </a:lnTo>
                <a:lnTo>
                  <a:pt x="920" y="1415"/>
                </a:lnTo>
                <a:lnTo>
                  <a:pt x="919" y="1415"/>
                </a:lnTo>
                <a:lnTo>
                  <a:pt x="917" y="1416"/>
                </a:lnTo>
                <a:lnTo>
                  <a:pt x="915" y="1417"/>
                </a:lnTo>
                <a:lnTo>
                  <a:pt x="914" y="1417"/>
                </a:lnTo>
                <a:lnTo>
                  <a:pt x="913" y="1418"/>
                </a:lnTo>
                <a:lnTo>
                  <a:pt x="912" y="1418"/>
                </a:lnTo>
                <a:lnTo>
                  <a:pt x="912" y="1417"/>
                </a:lnTo>
                <a:lnTo>
                  <a:pt x="912" y="1416"/>
                </a:lnTo>
                <a:lnTo>
                  <a:pt x="909" y="1416"/>
                </a:lnTo>
                <a:lnTo>
                  <a:pt x="907" y="1416"/>
                </a:lnTo>
                <a:lnTo>
                  <a:pt x="906" y="1416"/>
                </a:lnTo>
                <a:lnTo>
                  <a:pt x="906" y="1417"/>
                </a:lnTo>
                <a:lnTo>
                  <a:pt x="905" y="1417"/>
                </a:lnTo>
                <a:lnTo>
                  <a:pt x="905" y="1416"/>
                </a:lnTo>
                <a:lnTo>
                  <a:pt x="906" y="1416"/>
                </a:lnTo>
                <a:lnTo>
                  <a:pt x="906" y="1415"/>
                </a:lnTo>
                <a:lnTo>
                  <a:pt x="905" y="1414"/>
                </a:lnTo>
                <a:lnTo>
                  <a:pt x="904" y="1414"/>
                </a:lnTo>
                <a:lnTo>
                  <a:pt x="903" y="1415"/>
                </a:lnTo>
                <a:lnTo>
                  <a:pt x="902" y="1415"/>
                </a:lnTo>
                <a:lnTo>
                  <a:pt x="901" y="1415"/>
                </a:lnTo>
                <a:lnTo>
                  <a:pt x="901" y="1414"/>
                </a:lnTo>
                <a:lnTo>
                  <a:pt x="900" y="1414"/>
                </a:lnTo>
                <a:lnTo>
                  <a:pt x="899" y="1414"/>
                </a:lnTo>
                <a:lnTo>
                  <a:pt x="898" y="1414"/>
                </a:lnTo>
                <a:lnTo>
                  <a:pt x="898" y="1413"/>
                </a:lnTo>
                <a:lnTo>
                  <a:pt x="897" y="1413"/>
                </a:lnTo>
                <a:lnTo>
                  <a:pt x="896" y="1413"/>
                </a:lnTo>
                <a:lnTo>
                  <a:pt x="895" y="1413"/>
                </a:lnTo>
                <a:lnTo>
                  <a:pt x="894" y="1413"/>
                </a:lnTo>
                <a:lnTo>
                  <a:pt x="893" y="1413"/>
                </a:lnTo>
                <a:lnTo>
                  <a:pt x="891" y="1413"/>
                </a:lnTo>
                <a:lnTo>
                  <a:pt x="891" y="1414"/>
                </a:lnTo>
                <a:lnTo>
                  <a:pt x="890" y="1413"/>
                </a:lnTo>
                <a:lnTo>
                  <a:pt x="890" y="1412"/>
                </a:lnTo>
                <a:lnTo>
                  <a:pt x="890" y="1411"/>
                </a:lnTo>
                <a:lnTo>
                  <a:pt x="889" y="1411"/>
                </a:lnTo>
                <a:lnTo>
                  <a:pt x="887" y="1411"/>
                </a:lnTo>
                <a:lnTo>
                  <a:pt x="886" y="1411"/>
                </a:lnTo>
                <a:lnTo>
                  <a:pt x="886" y="1412"/>
                </a:lnTo>
                <a:lnTo>
                  <a:pt x="884" y="1411"/>
                </a:lnTo>
                <a:lnTo>
                  <a:pt x="883" y="1411"/>
                </a:lnTo>
                <a:lnTo>
                  <a:pt x="883" y="1410"/>
                </a:lnTo>
                <a:lnTo>
                  <a:pt x="882" y="1410"/>
                </a:lnTo>
                <a:lnTo>
                  <a:pt x="881" y="1410"/>
                </a:lnTo>
                <a:lnTo>
                  <a:pt x="880" y="1410"/>
                </a:lnTo>
                <a:lnTo>
                  <a:pt x="879" y="1409"/>
                </a:lnTo>
                <a:lnTo>
                  <a:pt x="878" y="1409"/>
                </a:lnTo>
                <a:lnTo>
                  <a:pt x="878" y="1410"/>
                </a:lnTo>
                <a:lnTo>
                  <a:pt x="876" y="1411"/>
                </a:lnTo>
                <a:lnTo>
                  <a:pt x="875" y="1411"/>
                </a:lnTo>
                <a:lnTo>
                  <a:pt x="873" y="1412"/>
                </a:lnTo>
                <a:lnTo>
                  <a:pt x="872" y="1412"/>
                </a:lnTo>
                <a:lnTo>
                  <a:pt x="871" y="1411"/>
                </a:lnTo>
                <a:lnTo>
                  <a:pt x="869" y="1411"/>
                </a:lnTo>
                <a:lnTo>
                  <a:pt x="868" y="1411"/>
                </a:lnTo>
                <a:lnTo>
                  <a:pt x="867" y="1410"/>
                </a:lnTo>
                <a:lnTo>
                  <a:pt x="866" y="1410"/>
                </a:lnTo>
                <a:lnTo>
                  <a:pt x="866" y="1409"/>
                </a:lnTo>
                <a:lnTo>
                  <a:pt x="866" y="1408"/>
                </a:lnTo>
                <a:lnTo>
                  <a:pt x="865" y="1408"/>
                </a:lnTo>
                <a:lnTo>
                  <a:pt x="864" y="1408"/>
                </a:lnTo>
                <a:lnTo>
                  <a:pt x="864" y="1407"/>
                </a:lnTo>
                <a:lnTo>
                  <a:pt x="864" y="1406"/>
                </a:lnTo>
                <a:lnTo>
                  <a:pt x="863" y="1405"/>
                </a:lnTo>
                <a:lnTo>
                  <a:pt x="862" y="1403"/>
                </a:lnTo>
                <a:lnTo>
                  <a:pt x="861" y="1403"/>
                </a:lnTo>
                <a:lnTo>
                  <a:pt x="860" y="1403"/>
                </a:lnTo>
                <a:lnTo>
                  <a:pt x="858" y="1403"/>
                </a:lnTo>
                <a:lnTo>
                  <a:pt x="857" y="1402"/>
                </a:lnTo>
                <a:lnTo>
                  <a:pt x="857" y="1401"/>
                </a:lnTo>
                <a:lnTo>
                  <a:pt x="856" y="1400"/>
                </a:lnTo>
                <a:lnTo>
                  <a:pt x="856" y="1399"/>
                </a:lnTo>
                <a:lnTo>
                  <a:pt x="856" y="1398"/>
                </a:lnTo>
                <a:lnTo>
                  <a:pt x="855" y="1397"/>
                </a:lnTo>
                <a:lnTo>
                  <a:pt x="855" y="1396"/>
                </a:lnTo>
                <a:lnTo>
                  <a:pt x="856" y="1396"/>
                </a:lnTo>
                <a:lnTo>
                  <a:pt x="856" y="1395"/>
                </a:lnTo>
                <a:lnTo>
                  <a:pt x="855" y="1394"/>
                </a:lnTo>
                <a:lnTo>
                  <a:pt x="855" y="1393"/>
                </a:lnTo>
                <a:lnTo>
                  <a:pt x="856" y="1393"/>
                </a:lnTo>
                <a:lnTo>
                  <a:pt x="856" y="1392"/>
                </a:lnTo>
                <a:lnTo>
                  <a:pt x="855" y="1391"/>
                </a:lnTo>
                <a:lnTo>
                  <a:pt x="856" y="1390"/>
                </a:lnTo>
                <a:lnTo>
                  <a:pt x="855" y="1389"/>
                </a:lnTo>
                <a:lnTo>
                  <a:pt x="854" y="1388"/>
                </a:lnTo>
                <a:lnTo>
                  <a:pt x="853" y="1387"/>
                </a:lnTo>
                <a:lnTo>
                  <a:pt x="854" y="1387"/>
                </a:lnTo>
                <a:lnTo>
                  <a:pt x="854" y="1386"/>
                </a:lnTo>
                <a:lnTo>
                  <a:pt x="853" y="1386"/>
                </a:lnTo>
                <a:lnTo>
                  <a:pt x="853" y="1385"/>
                </a:lnTo>
                <a:lnTo>
                  <a:pt x="854" y="1385"/>
                </a:lnTo>
                <a:lnTo>
                  <a:pt x="854" y="1384"/>
                </a:lnTo>
                <a:lnTo>
                  <a:pt x="854" y="1383"/>
                </a:lnTo>
                <a:lnTo>
                  <a:pt x="853" y="1383"/>
                </a:lnTo>
                <a:lnTo>
                  <a:pt x="848" y="1383"/>
                </a:lnTo>
                <a:lnTo>
                  <a:pt x="847" y="1383"/>
                </a:lnTo>
                <a:lnTo>
                  <a:pt x="846" y="1382"/>
                </a:lnTo>
                <a:lnTo>
                  <a:pt x="846" y="1381"/>
                </a:lnTo>
                <a:lnTo>
                  <a:pt x="845" y="1381"/>
                </a:lnTo>
                <a:lnTo>
                  <a:pt x="843" y="1383"/>
                </a:lnTo>
                <a:lnTo>
                  <a:pt x="842" y="1383"/>
                </a:lnTo>
                <a:lnTo>
                  <a:pt x="840" y="1382"/>
                </a:lnTo>
                <a:lnTo>
                  <a:pt x="839" y="1382"/>
                </a:lnTo>
                <a:lnTo>
                  <a:pt x="839" y="1381"/>
                </a:lnTo>
                <a:lnTo>
                  <a:pt x="838" y="1382"/>
                </a:lnTo>
                <a:lnTo>
                  <a:pt x="837" y="1383"/>
                </a:lnTo>
                <a:lnTo>
                  <a:pt x="837" y="1384"/>
                </a:lnTo>
                <a:lnTo>
                  <a:pt x="837" y="1385"/>
                </a:lnTo>
                <a:lnTo>
                  <a:pt x="836" y="1385"/>
                </a:lnTo>
                <a:lnTo>
                  <a:pt x="835" y="1385"/>
                </a:lnTo>
                <a:lnTo>
                  <a:pt x="834" y="1386"/>
                </a:lnTo>
                <a:lnTo>
                  <a:pt x="834" y="1387"/>
                </a:lnTo>
                <a:lnTo>
                  <a:pt x="833" y="1387"/>
                </a:lnTo>
                <a:lnTo>
                  <a:pt x="832" y="1387"/>
                </a:lnTo>
                <a:lnTo>
                  <a:pt x="832" y="1386"/>
                </a:lnTo>
                <a:lnTo>
                  <a:pt x="831" y="1385"/>
                </a:lnTo>
                <a:lnTo>
                  <a:pt x="830" y="1385"/>
                </a:lnTo>
                <a:lnTo>
                  <a:pt x="830" y="1384"/>
                </a:lnTo>
                <a:lnTo>
                  <a:pt x="829" y="1384"/>
                </a:lnTo>
                <a:lnTo>
                  <a:pt x="828" y="1383"/>
                </a:lnTo>
                <a:lnTo>
                  <a:pt x="828" y="1384"/>
                </a:lnTo>
                <a:lnTo>
                  <a:pt x="826" y="1383"/>
                </a:lnTo>
                <a:lnTo>
                  <a:pt x="826" y="1382"/>
                </a:lnTo>
                <a:lnTo>
                  <a:pt x="825" y="1382"/>
                </a:lnTo>
                <a:lnTo>
                  <a:pt x="824" y="1382"/>
                </a:lnTo>
                <a:lnTo>
                  <a:pt x="824" y="1381"/>
                </a:lnTo>
                <a:lnTo>
                  <a:pt x="823" y="1381"/>
                </a:lnTo>
                <a:lnTo>
                  <a:pt x="822" y="1381"/>
                </a:lnTo>
                <a:lnTo>
                  <a:pt x="820" y="1381"/>
                </a:lnTo>
                <a:lnTo>
                  <a:pt x="819" y="1381"/>
                </a:lnTo>
                <a:lnTo>
                  <a:pt x="818" y="1380"/>
                </a:lnTo>
                <a:lnTo>
                  <a:pt x="817" y="1380"/>
                </a:lnTo>
                <a:lnTo>
                  <a:pt x="816" y="1379"/>
                </a:lnTo>
                <a:lnTo>
                  <a:pt x="816" y="1380"/>
                </a:lnTo>
                <a:lnTo>
                  <a:pt x="815" y="1380"/>
                </a:lnTo>
                <a:lnTo>
                  <a:pt x="814" y="1381"/>
                </a:lnTo>
                <a:lnTo>
                  <a:pt x="813" y="1381"/>
                </a:lnTo>
                <a:lnTo>
                  <a:pt x="813" y="1380"/>
                </a:lnTo>
                <a:lnTo>
                  <a:pt x="812" y="1380"/>
                </a:lnTo>
                <a:lnTo>
                  <a:pt x="810" y="1379"/>
                </a:lnTo>
                <a:lnTo>
                  <a:pt x="809" y="1379"/>
                </a:lnTo>
                <a:lnTo>
                  <a:pt x="808" y="1379"/>
                </a:lnTo>
                <a:lnTo>
                  <a:pt x="806" y="1379"/>
                </a:lnTo>
                <a:lnTo>
                  <a:pt x="804" y="1379"/>
                </a:lnTo>
                <a:lnTo>
                  <a:pt x="804" y="1380"/>
                </a:lnTo>
                <a:lnTo>
                  <a:pt x="804" y="1381"/>
                </a:lnTo>
                <a:lnTo>
                  <a:pt x="803" y="1382"/>
                </a:lnTo>
                <a:lnTo>
                  <a:pt x="804" y="1382"/>
                </a:lnTo>
                <a:lnTo>
                  <a:pt x="804" y="1384"/>
                </a:lnTo>
                <a:lnTo>
                  <a:pt x="803" y="1384"/>
                </a:lnTo>
                <a:lnTo>
                  <a:pt x="803" y="1385"/>
                </a:lnTo>
                <a:lnTo>
                  <a:pt x="800" y="1385"/>
                </a:lnTo>
                <a:lnTo>
                  <a:pt x="799" y="1385"/>
                </a:lnTo>
                <a:lnTo>
                  <a:pt x="797" y="1385"/>
                </a:lnTo>
                <a:lnTo>
                  <a:pt x="797" y="1387"/>
                </a:lnTo>
                <a:lnTo>
                  <a:pt x="798" y="1387"/>
                </a:lnTo>
                <a:lnTo>
                  <a:pt x="799" y="1389"/>
                </a:lnTo>
                <a:lnTo>
                  <a:pt x="799" y="1390"/>
                </a:lnTo>
                <a:lnTo>
                  <a:pt x="798" y="1391"/>
                </a:lnTo>
                <a:lnTo>
                  <a:pt x="797" y="1391"/>
                </a:lnTo>
                <a:lnTo>
                  <a:pt x="797" y="1393"/>
                </a:lnTo>
                <a:lnTo>
                  <a:pt x="798" y="1393"/>
                </a:lnTo>
                <a:lnTo>
                  <a:pt x="797" y="1395"/>
                </a:lnTo>
                <a:lnTo>
                  <a:pt x="796" y="1395"/>
                </a:lnTo>
                <a:lnTo>
                  <a:pt x="796" y="1396"/>
                </a:lnTo>
                <a:lnTo>
                  <a:pt x="795" y="1396"/>
                </a:lnTo>
                <a:lnTo>
                  <a:pt x="795" y="1397"/>
                </a:lnTo>
                <a:lnTo>
                  <a:pt x="793" y="1397"/>
                </a:lnTo>
                <a:lnTo>
                  <a:pt x="792" y="1397"/>
                </a:lnTo>
                <a:lnTo>
                  <a:pt x="792" y="1396"/>
                </a:lnTo>
                <a:lnTo>
                  <a:pt x="792" y="1395"/>
                </a:lnTo>
                <a:lnTo>
                  <a:pt x="791" y="1395"/>
                </a:lnTo>
                <a:lnTo>
                  <a:pt x="791" y="1396"/>
                </a:lnTo>
                <a:lnTo>
                  <a:pt x="790" y="1397"/>
                </a:lnTo>
                <a:lnTo>
                  <a:pt x="790" y="1398"/>
                </a:lnTo>
                <a:lnTo>
                  <a:pt x="789" y="1398"/>
                </a:lnTo>
                <a:lnTo>
                  <a:pt x="789" y="1399"/>
                </a:lnTo>
                <a:lnTo>
                  <a:pt x="787" y="1399"/>
                </a:lnTo>
                <a:lnTo>
                  <a:pt x="786" y="1399"/>
                </a:lnTo>
                <a:lnTo>
                  <a:pt x="785" y="1399"/>
                </a:lnTo>
                <a:lnTo>
                  <a:pt x="784" y="1399"/>
                </a:lnTo>
                <a:lnTo>
                  <a:pt x="784" y="1400"/>
                </a:lnTo>
                <a:lnTo>
                  <a:pt x="784" y="1402"/>
                </a:lnTo>
                <a:lnTo>
                  <a:pt x="783" y="1402"/>
                </a:lnTo>
                <a:lnTo>
                  <a:pt x="782" y="1402"/>
                </a:lnTo>
                <a:lnTo>
                  <a:pt x="782" y="1401"/>
                </a:lnTo>
                <a:lnTo>
                  <a:pt x="781" y="1401"/>
                </a:lnTo>
                <a:lnTo>
                  <a:pt x="781" y="1402"/>
                </a:lnTo>
                <a:lnTo>
                  <a:pt x="780" y="1402"/>
                </a:lnTo>
                <a:lnTo>
                  <a:pt x="780" y="1403"/>
                </a:lnTo>
                <a:lnTo>
                  <a:pt x="779" y="1403"/>
                </a:lnTo>
                <a:lnTo>
                  <a:pt x="777" y="1403"/>
                </a:lnTo>
                <a:lnTo>
                  <a:pt x="776" y="1404"/>
                </a:lnTo>
                <a:lnTo>
                  <a:pt x="775" y="1404"/>
                </a:lnTo>
                <a:lnTo>
                  <a:pt x="775" y="1405"/>
                </a:lnTo>
                <a:lnTo>
                  <a:pt x="774" y="1406"/>
                </a:lnTo>
                <a:lnTo>
                  <a:pt x="772" y="1406"/>
                </a:lnTo>
                <a:lnTo>
                  <a:pt x="771" y="1406"/>
                </a:lnTo>
                <a:lnTo>
                  <a:pt x="770" y="1405"/>
                </a:lnTo>
                <a:lnTo>
                  <a:pt x="770" y="1406"/>
                </a:lnTo>
                <a:lnTo>
                  <a:pt x="770" y="1408"/>
                </a:lnTo>
                <a:lnTo>
                  <a:pt x="770" y="1409"/>
                </a:lnTo>
                <a:lnTo>
                  <a:pt x="770" y="1410"/>
                </a:lnTo>
                <a:lnTo>
                  <a:pt x="771" y="1413"/>
                </a:lnTo>
                <a:lnTo>
                  <a:pt x="771" y="1414"/>
                </a:lnTo>
                <a:lnTo>
                  <a:pt x="772" y="1415"/>
                </a:lnTo>
                <a:lnTo>
                  <a:pt x="772" y="1416"/>
                </a:lnTo>
                <a:lnTo>
                  <a:pt x="771" y="1417"/>
                </a:lnTo>
                <a:lnTo>
                  <a:pt x="771" y="1418"/>
                </a:lnTo>
                <a:lnTo>
                  <a:pt x="770" y="1418"/>
                </a:lnTo>
                <a:lnTo>
                  <a:pt x="769" y="1419"/>
                </a:lnTo>
                <a:lnTo>
                  <a:pt x="769" y="1420"/>
                </a:lnTo>
                <a:lnTo>
                  <a:pt x="768" y="1420"/>
                </a:lnTo>
                <a:lnTo>
                  <a:pt x="766" y="1421"/>
                </a:lnTo>
                <a:lnTo>
                  <a:pt x="765" y="1420"/>
                </a:lnTo>
                <a:lnTo>
                  <a:pt x="764" y="1420"/>
                </a:lnTo>
                <a:lnTo>
                  <a:pt x="763" y="1420"/>
                </a:lnTo>
                <a:lnTo>
                  <a:pt x="763" y="1421"/>
                </a:lnTo>
                <a:lnTo>
                  <a:pt x="762" y="1421"/>
                </a:lnTo>
                <a:lnTo>
                  <a:pt x="762" y="1422"/>
                </a:lnTo>
                <a:lnTo>
                  <a:pt x="762" y="1423"/>
                </a:lnTo>
                <a:lnTo>
                  <a:pt x="761" y="1423"/>
                </a:lnTo>
                <a:lnTo>
                  <a:pt x="761" y="1424"/>
                </a:lnTo>
                <a:lnTo>
                  <a:pt x="760" y="1424"/>
                </a:lnTo>
                <a:lnTo>
                  <a:pt x="759" y="1424"/>
                </a:lnTo>
                <a:lnTo>
                  <a:pt x="758" y="1424"/>
                </a:lnTo>
                <a:lnTo>
                  <a:pt x="756" y="1425"/>
                </a:lnTo>
                <a:lnTo>
                  <a:pt x="755" y="1425"/>
                </a:lnTo>
                <a:lnTo>
                  <a:pt x="754" y="1425"/>
                </a:lnTo>
                <a:lnTo>
                  <a:pt x="752" y="1425"/>
                </a:lnTo>
                <a:lnTo>
                  <a:pt x="751" y="1425"/>
                </a:lnTo>
                <a:lnTo>
                  <a:pt x="750" y="1424"/>
                </a:lnTo>
                <a:lnTo>
                  <a:pt x="749" y="1424"/>
                </a:lnTo>
                <a:lnTo>
                  <a:pt x="748" y="1424"/>
                </a:lnTo>
                <a:lnTo>
                  <a:pt x="746" y="1425"/>
                </a:lnTo>
                <a:lnTo>
                  <a:pt x="745" y="1425"/>
                </a:lnTo>
                <a:lnTo>
                  <a:pt x="744" y="1425"/>
                </a:lnTo>
                <a:lnTo>
                  <a:pt x="743" y="1425"/>
                </a:lnTo>
                <a:lnTo>
                  <a:pt x="742" y="1425"/>
                </a:lnTo>
                <a:lnTo>
                  <a:pt x="742" y="1426"/>
                </a:lnTo>
                <a:lnTo>
                  <a:pt x="741" y="1426"/>
                </a:lnTo>
                <a:lnTo>
                  <a:pt x="740" y="1427"/>
                </a:lnTo>
                <a:lnTo>
                  <a:pt x="739" y="1428"/>
                </a:lnTo>
                <a:lnTo>
                  <a:pt x="738" y="1428"/>
                </a:lnTo>
                <a:lnTo>
                  <a:pt x="736" y="1428"/>
                </a:lnTo>
                <a:lnTo>
                  <a:pt x="734" y="1428"/>
                </a:lnTo>
                <a:lnTo>
                  <a:pt x="733" y="1428"/>
                </a:lnTo>
                <a:lnTo>
                  <a:pt x="732" y="1428"/>
                </a:lnTo>
                <a:lnTo>
                  <a:pt x="730" y="1428"/>
                </a:lnTo>
                <a:lnTo>
                  <a:pt x="729" y="1428"/>
                </a:lnTo>
                <a:lnTo>
                  <a:pt x="728" y="1428"/>
                </a:lnTo>
                <a:lnTo>
                  <a:pt x="727" y="1428"/>
                </a:lnTo>
                <a:lnTo>
                  <a:pt x="727" y="1427"/>
                </a:lnTo>
                <a:lnTo>
                  <a:pt x="726" y="1427"/>
                </a:lnTo>
                <a:lnTo>
                  <a:pt x="724" y="1428"/>
                </a:lnTo>
                <a:lnTo>
                  <a:pt x="723" y="1428"/>
                </a:lnTo>
                <a:lnTo>
                  <a:pt x="723" y="1427"/>
                </a:lnTo>
                <a:lnTo>
                  <a:pt x="722" y="1427"/>
                </a:lnTo>
                <a:lnTo>
                  <a:pt x="722" y="1426"/>
                </a:lnTo>
                <a:lnTo>
                  <a:pt x="722" y="1425"/>
                </a:lnTo>
                <a:lnTo>
                  <a:pt x="722" y="1424"/>
                </a:lnTo>
                <a:lnTo>
                  <a:pt x="722" y="1423"/>
                </a:lnTo>
                <a:lnTo>
                  <a:pt x="722" y="1422"/>
                </a:lnTo>
                <a:lnTo>
                  <a:pt x="721" y="1422"/>
                </a:lnTo>
                <a:lnTo>
                  <a:pt x="720" y="1422"/>
                </a:lnTo>
                <a:lnTo>
                  <a:pt x="718" y="1420"/>
                </a:lnTo>
                <a:lnTo>
                  <a:pt x="717" y="1420"/>
                </a:lnTo>
                <a:lnTo>
                  <a:pt x="717" y="1419"/>
                </a:lnTo>
                <a:lnTo>
                  <a:pt x="717" y="1418"/>
                </a:lnTo>
                <a:lnTo>
                  <a:pt x="715" y="1418"/>
                </a:lnTo>
                <a:lnTo>
                  <a:pt x="714" y="1418"/>
                </a:lnTo>
                <a:lnTo>
                  <a:pt x="714" y="1417"/>
                </a:lnTo>
                <a:lnTo>
                  <a:pt x="713" y="1417"/>
                </a:lnTo>
                <a:lnTo>
                  <a:pt x="712" y="1417"/>
                </a:lnTo>
                <a:lnTo>
                  <a:pt x="711" y="1417"/>
                </a:lnTo>
                <a:lnTo>
                  <a:pt x="710" y="1416"/>
                </a:lnTo>
                <a:lnTo>
                  <a:pt x="709" y="1416"/>
                </a:lnTo>
                <a:lnTo>
                  <a:pt x="709" y="1417"/>
                </a:lnTo>
                <a:lnTo>
                  <a:pt x="708" y="1417"/>
                </a:lnTo>
                <a:lnTo>
                  <a:pt x="708" y="1416"/>
                </a:lnTo>
                <a:lnTo>
                  <a:pt x="707" y="1416"/>
                </a:lnTo>
                <a:lnTo>
                  <a:pt x="707" y="1417"/>
                </a:lnTo>
                <a:lnTo>
                  <a:pt x="706" y="1417"/>
                </a:lnTo>
                <a:lnTo>
                  <a:pt x="705" y="1417"/>
                </a:lnTo>
                <a:lnTo>
                  <a:pt x="704" y="1417"/>
                </a:lnTo>
                <a:lnTo>
                  <a:pt x="702" y="1416"/>
                </a:lnTo>
                <a:lnTo>
                  <a:pt x="701" y="1417"/>
                </a:lnTo>
                <a:lnTo>
                  <a:pt x="701" y="1418"/>
                </a:lnTo>
                <a:lnTo>
                  <a:pt x="701" y="1419"/>
                </a:lnTo>
                <a:lnTo>
                  <a:pt x="700" y="1419"/>
                </a:lnTo>
                <a:lnTo>
                  <a:pt x="700" y="1418"/>
                </a:lnTo>
                <a:lnTo>
                  <a:pt x="699" y="1418"/>
                </a:lnTo>
                <a:lnTo>
                  <a:pt x="698" y="1418"/>
                </a:lnTo>
                <a:lnTo>
                  <a:pt x="697" y="1419"/>
                </a:lnTo>
                <a:lnTo>
                  <a:pt x="696" y="1419"/>
                </a:lnTo>
                <a:lnTo>
                  <a:pt x="695" y="1417"/>
                </a:lnTo>
                <a:lnTo>
                  <a:pt x="695" y="1416"/>
                </a:lnTo>
                <a:lnTo>
                  <a:pt x="695" y="1415"/>
                </a:lnTo>
                <a:lnTo>
                  <a:pt x="695" y="1414"/>
                </a:lnTo>
                <a:lnTo>
                  <a:pt x="694" y="1414"/>
                </a:lnTo>
                <a:lnTo>
                  <a:pt x="693" y="1414"/>
                </a:lnTo>
                <a:lnTo>
                  <a:pt x="691" y="1415"/>
                </a:lnTo>
                <a:lnTo>
                  <a:pt x="689" y="1414"/>
                </a:lnTo>
                <a:lnTo>
                  <a:pt x="688" y="1414"/>
                </a:lnTo>
                <a:lnTo>
                  <a:pt x="688" y="1413"/>
                </a:lnTo>
                <a:lnTo>
                  <a:pt x="688" y="1412"/>
                </a:lnTo>
                <a:lnTo>
                  <a:pt x="687" y="1412"/>
                </a:lnTo>
                <a:lnTo>
                  <a:pt x="687" y="1413"/>
                </a:lnTo>
                <a:lnTo>
                  <a:pt x="686" y="1413"/>
                </a:lnTo>
                <a:lnTo>
                  <a:pt x="686" y="1412"/>
                </a:lnTo>
                <a:lnTo>
                  <a:pt x="686" y="1411"/>
                </a:lnTo>
                <a:lnTo>
                  <a:pt x="686" y="1410"/>
                </a:lnTo>
                <a:lnTo>
                  <a:pt x="685" y="1410"/>
                </a:lnTo>
                <a:lnTo>
                  <a:pt x="684" y="1411"/>
                </a:lnTo>
                <a:lnTo>
                  <a:pt x="683" y="1411"/>
                </a:lnTo>
                <a:lnTo>
                  <a:pt x="682" y="1411"/>
                </a:lnTo>
                <a:lnTo>
                  <a:pt x="681" y="1411"/>
                </a:lnTo>
                <a:lnTo>
                  <a:pt x="680" y="1413"/>
                </a:lnTo>
                <a:lnTo>
                  <a:pt x="680" y="1414"/>
                </a:lnTo>
                <a:lnTo>
                  <a:pt x="681" y="1414"/>
                </a:lnTo>
                <a:lnTo>
                  <a:pt x="680" y="1415"/>
                </a:lnTo>
                <a:lnTo>
                  <a:pt x="680" y="1416"/>
                </a:lnTo>
                <a:lnTo>
                  <a:pt x="680" y="1417"/>
                </a:lnTo>
                <a:lnTo>
                  <a:pt x="679" y="1418"/>
                </a:lnTo>
                <a:lnTo>
                  <a:pt x="678" y="1418"/>
                </a:lnTo>
                <a:lnTo>
                  <a:pt x="677" y="1418"/>
                </a:lnTo>
                <a:lnTo>
                  <a:pt x="678" y="1418"/>
                </a:lnTo>
                <a:lnTo>
                  <a:pt x="679" y="1420"/>
                </a:lnTo>
                <a:lnTo>
                  <a:pt x="678" y="1420"/>
                </a:lnTo>
                <a:lnTo>
                  <a:pt x="676" y="1420"/>
                </a:lnTo>
                <a:lnTo>
                  <a:pt x="674" y="1420"/>
                </a:lnTo>
                <a:lnTo>
                  <a:pt x="672" y="1420"/>
                </a:lnTo>
                <a:lnTo>
                  <a:pt x="672" y="1419"/>
                </a:lnTo>
                <a:lnTo>
                  <a:pt x="671" y="1419"/>
                </a:lnTo>
                <a:lnTo>
                  <a:pt x="671" y="1418"/>
                </a:lnTo>
                <a:lnTo>
                  <a:pt x="670" y="1418"/>
                </a:lnTo>
                <a:lnTo>
                  <a:pt x="669" y="1418"/>
                </a:lnTo>
                <a:lnTo>
                  <a:pt x="669" y="1419"/>
                </a:lnTo>
                <a:lnTo>
                  <a:pt x="667" y="1419"/>
                </a:lnTo>
                <a:lnTo>
                  <a:pt x="666" y="1418"/>
                </a:lnTo>
                <a:lnTo>
                  <a:pt x="665" y="1417"/>
                </a:lnTo>
                <a:lnTo>
                  <a:pt x="664" y="1417"/>
                </a:lnTo>
                <a:lnTo>
                  <a:pt x="662" y="1417"/>
                </a:lnTo>
                <a:lnTo>
                  <a:pt x="661" y="1417"/>
                </a:lnTo>
                <a:lnTo>
                  <a:pt x="658" y="1417"/>
                </a:lnTo>
                <a:lnTo>
                  <a:pt x="656" y="1418"/>
                </a:lnTo>
                <a:lnTo>
                  <a:pt x="655" y="1418"/>
                </a:lnTo>
                <a:lnTo>
                  <a:pt x="653" y="1418"/>
                </a:lnTo>
                <a:lnTo>
                  <a:pt x="652" y="1418"/>
                </a:lnTo>
                <a:lnTo>
                  <a:pt x="650" y="1417"/>
                </a:lnTo>
                <a:lnTo>
                  <a:pt x="649" y="1417"/>
                </a:lnTo>
                <a:lnTo>
                  <a:pt x="648" y="1417"/>
                </a:lnTo>
                <a:lnTo>
                  <a:pt x="649" y="1417"/>
                </a:lnTo>
                <a:lnTo>
                  <a:pt x="649" y="1416"/>
                </a:lnTo>
                <a:lnTo>
                  <a:pt x="649" y="1415"/>
                </a:lnTo>
                <a:lnTo>
                  <a:pt x="648" y="1414"/>
                </a:lnTo>
                <a:lnTo>
                  <a:pt x="647" y="1414"/>
                </a:lnTo>
                <a:lnTo>
                  <a:pt x="646" y="1414"/>
                </a:lnTo>
                <a:lnTo>
                  <a:pt x="646" y="1413"/>
                </a:lnTo>
                <a:lnTo>
                  <a:pt x="647" y="1413"/>
                </a:lnTo>
                <a:lnTo>
                  <a:pt x="647" y="1412"/>
                </a:lnTo>
                <a:lnTo>
                  <a:pt x="646" y="1411"/>
                </a:lnTo>
                <a:lnTo>
                  <a:pt x="644" y="1412"/>
                </a:lnTo>
                <a:lnTo>
                  <a:pt x="643" y="1412"/>
                </a:lnTo>
                <a:lnTo>
                  <a:pt x="643" y="1411"/>
                </a:lnTo>
                <a:lnTo>
                  <a:pt x="642" y="1411"/>
                </a:lnTo>
                <a:lnTo>
                  <a:pt x="641" y="1410"/>
                </a:lnTo>
                <a:lnTo>
                  <a:pt x="640" y="1411"/>
                </a:lnTo>
                <a:lnTo>
                  <a:pt x="638" y="1412"/>
                </a:lnTo>
                <a:lnTo>
                  <a:pt x="637" y="1412"/>
                </a:lnTo>
                <a:lnTo>
                  <a:pt x="637" y="1411"/>
                </a:lnTo>
                <a:lnTo>
                  <a:pt x="636" y="1411"/>
                </a:lnTo>
                <a:lnTo>
                  <a:pt x="636" y="1410"/>
                </a:lnTo>
                <a:lnTo>
                  <a:pt x="635" y="1410"/>
                </a:lnTo>
                <a:lnTo>
                  <a:pt x="635" y="1411"/>
                </a:lnTo>
                <a:lnTo>
                  <a:pt x="634" y="1411"/>
                </a:lnTo>
                <a:lnTo>
                  <a:pt x="633" y="1412"/>
                </a:lnTo>
                <a:lnTo>
                  <a:pt x="632" y="1411"/>
                </a:lnTo>
                <a:lnTo>
                  <a:pt x="631" y="1410"/>
                </a:lnTo>
                <a:lnTo>
                  <a:pt x="630" y="1410"/>
                </a:lnTo>
                <a:lnTo>
                  <a:pt x="629" y="1410"/>
                </a:lnTo>
                <a:lnTo>
                  <a:pt x="628" y="1409"/>
                </a:lnTo>
                <a:lnTo>
                  <a:pt x="627" y="1409"/>
                </a:lnTo>
                <a:lnTo>
                  <a:pt x="626" y="1408"/>
                </a:lnTo>
                <a:lnTo>
                  <a:pt x="627" y="1407"/>
                </a:lnTo>
                <a:lnTo>
                  <a:pt x="627" y="1406"/>
                </a:lnTo>
                <a:lnTo>
                  <a:pt x="626" y="1406"/>
                </a:lnTo>
                <a:lnTo>
                  <a:pt x="625" y="1406"/>
                </a:lnTo>
                <a:lnTo>
                  <a:pt x="625" y="1407"/>
                </a:lnTo>
                <a:lnTo>
                  <a:pt x="624" y="1407"/>
                </a:lnTo>
                <a:lnTo>
                  <a:pt x="624" y="1409"/>
                </a:lnTo>
                <a:lnTo>
                  <a:pt x="623" y="1409"/>
                </a:lnTo>
                <a:lnTo>
                  <a:pt x="622" y="1410"/>
                </a:lnTo>
                <a:lnTo>
                  <a:pt x="622" y="1411"/>
                </a:lnTo>
                <a:lnTo>
                  <a:pt x="621" y="1411"/>
                </a:lnTo>
                <a:lnTo>
                  <a:pt x="621" y="1412"/>
                </a:lnTo>
                <a:lnTo>
                  <a:pt x="620" y="1412"/>
                </a:lnTo>
                <a:lnTo>
                  <a:pt x="619" y="1412"/>
                </a:lnTo>
                <a:lnTo>
                  <a:pt x="615" y="1412"/>
                </a:lnTo>
                <a:lnTo>
                  <a:pt x="615" y="1413"/>
                </a:lnTo>
                <a:lnTo>
                  <a:pt x="614" y="1413"/>
                </a:lnTo>
                <a:lnTo>
                  <a:pt x="614" y="1414"/>
                </a:lnTo>
                <a:lnTo>
                  <a:pt x="614" y="1415"/>
                </a:lnTo>
                <a:lnTo>
                  <a:pt x="613" y="1415"/>
                </a:lnTo>
                <a:lnTo>
                  <a:pt x="613" y="1416"/>
                </a:lnTo>
                <a:lnTo>
                  <a:pt x="613" y="1417"/>
                </a:lnTo>
                <a:lnTo>
                  <a:pt x="612" y="1418"/>
                </a:lnTo>
                <a:lnTo>
                  <a:pt x="612" y="1420"/>
                </a:lnTo>
                <a:lnTo>
                  <a:pt x="611" y="1422"/>
                </a:lnTo>
                <a:lnTo>
                  <a:pt x="612" y="1423"/>
                </a:lnTo>
                <a:lnTo>
                  <a:pt x="614" y="1425"/>
                </a:lnTo>
                <a:lnTo>
                  <a:pt x="615" y="1425"/>
                </a:lnTo>
                <a:lnTo>
                  <a:pt x="617" y="1427"/>
                </a:lnTo>
                <a:lnTo>
                  <a:pt x="617" y="1429"/>
                </a:lnTo>
                <a:lnTo>
                  <a:pt x="618" y="1430"/>
                </a:lnTo>
                <a:lnTo>
                  <a:pt x="619" y="1430"/>
                </a:lnTo>
                <a:lnTo>
                  <a:pt x="620" y="1430"/>
                </a:lnTo>
                <a:lnTo>
                  <a:pt x="620" y="1431"/>
                </a:lnTo>
                <a:lnTo>
                  <a:pt x="619" y="1431"/>
                </a:lnTo>
                <a:lnTo>
                  <a:pt x="618" y="1431"/>
                </a:lnTo>
                <a:lnTo>
                  <a:pt x="617" y="1431"/>
                </a:lnTo>
                <a:lnTo>
                  <a:pt x="616" y="1431"/>
                </a:lnTo>
                <a:lnTo>
                  <a:pt x="615" y="1431"/>
                </a:lnTo>
                <a:lnTo>
                  <a:pt x="614" y="1431"/>
                </a:lnTo>
                <a:lnTo>
                  <a:pt x="613" y="1430"/>
                </a:lnTo>
                <a:lnTo>
                  <a:pt x="613" y="1431"/>
                </a:lnTo>
                <a:lnTo>
                  <a:pt x="612" y="1431"/>
                </a:lnTo>
                <a:lnTo>
                  <a:pt x="611" y="1431"/>
                </a:lnTo>
                <a:lnTo>
                  <a:pt x="610" y="1431"/>
                </a:lnTo>
                <a:lnTo>
                  <a:pt x="610" y="1432"/>
                </a:lnTo>
                <a:lnTo>
                  <a:pt x="610" y="1433"/>
                </a:lnTo>
                <a:lnTo>
                  <a:pt x="609" y="1433"/>
                </a:lnTo>
                <a:lnTo>
                  <a:pt x="608" y="1433"/>
                </a:lnTo>
                <a:lnTo>
                  <a:pt x="607" y="1434"/>
                </a:lnTo>
                <a:lnTo>
                  <a:pt x="607" y="1435"/>
                </a:lnTo>
                <a:lnTo>
                  <a:pt x="608" y="1435"/>
                </a:lnTo>
                <a:lnTo>
                  <a:pt x="608" y="1436"/>
                </a:lnTo>
                <a:lnTo>
                  <a:pt x="608" y="1437"/>
                </a:lnTo>
                <a:lnTo>
                  <a:pt x="607" y="1437"/>
                </a:lnTo>
                <a:lnTo>
                  <a:pt x="607" y="1438"/>
                </a:lnTo>
                <a:lnTo>
                  <a:pt x="606" y="1438"/>
                </a:lnTo>
                <a:lnTo>
                  <a:pt x="606" y="1439"/>
                </a:lnTo>
                <a:lnTo>
                  <a:pt x="604" y="1440"/>
                </a:lnTo>
                <a:lnTo>
                  <a:pt x="600" y="1443"/>
                </a:lnTo>
                <a:lnTo>
                  <a:pt x="598" y="1445"/>
                </a:lnTo>
                <a:lnTo>
                  <a:pt x="597" y="1445"/>
                </a:lnTo>
                <a:lnTo>
                  <a:pt x="596" y="1445"/>
                </a:lnTo>
                <a:lnTo>
                  <a:pt x="595" y="1445"/>
                </a:lnTo>
                <a:lnTo>
                  <a:pt x="594" y="1444"/>
                </a:lnTo>
                <a:lnTo>
                  <a:pt x="590" y="1448"/>
                </a:lnTo>
                <a:lnTo>
                  <a:pt x="590" y="1449"/>
                </a:lnTo>
                <a:lnTo>
                  <a:pt x="591" y="1449"/>
                </a:lnTo>
                <a:lnTo>
                  <a:pt x="591" y="1450"/>
                </a:lnTo>
                <a:lnTo>
                  <a:pt x="590" y="1451"/>
                </a:lnTo>
                <a:lnTo>
                  <a:pt x="590" y="1452"/>
                </a:lnTo>
                <a:lnTo>
                  <a:pt x="590" y="1453"/>
                </a:lnTo>
                <a:lnTo>
                  <a:pt x="591" y="1453"/>
                </a:lnTo>
                <a:lnTo>
                  <a:pt x="591" y="1454"/>
                </a:lnTo>
                <a:lnTo>
                  <a:pt x="590" y="1454"/>
                </a:lnTo>
                <a:lnTo>
                  <a:pt x="589" y="1455"/>
                </a:lnTo>
                <a:lnTo>
                  <a:pt x="589" y="1457"/>
                </a:lnTo>
                <a:lnTo>
                  <a:pt x="590" y="1457"/>
                </a:lnTo>
                <a:lnTo>
                  <a:pt x="591" y="1458"/>
                </a:lnTo>
                <a:lnTo>
                  <a:pt x="590" y="1459"/>
                </a:lnTo>
                <a:lnTo>
                  <a:pt x="590" y="1460"/>
                </a:lnTo>
                <a:lnTo>
                  <a:pt x="590" y="1462"/>
                </a:lnTo>
                <a:lnTo>
                  <a:pt x="589" y="1462"/>
                </a:lnTo>
                <a:lnTo>
                  <a:pt x="588" y="1462"/>
                </a:lnTo>
                <a:lnTo>
                  <a:pt x="587" y="1463"/>
                </a:lnTo>
                <a:lnTo>
                  <a:pt x="587" y="1464"/>
                </a:lnTo>
                <a:lnTo>
                  <a:pt x="587" y="1466"/>
                </a:lnTo>
                <a:lnTo>
                  <a:pt x="586" y="1466"/>
                </a:lnTo>
                <a:lnTo>
                  <a:pt x="585" y="1466"/>
                </a:lnTo>
                <a:lnTo>
                  <a:pt x="584" y="1466"/>
                </a:lnTo>
                <a:lnTo>
                  <a:pt x="583" y="1466"/>
                </a:lnTo>
                <a:lnTo>
                  <a:pt x="581" y="1466"/>
                </a:lnTo>
                <a:lnTo>
                  <a:pt x="581" y="1467"/>
                </a:lnTo>
                <a:lnTo>
                  <a:pt x="580" y="1467"/>
                </a:lnTo>
                <a:lnTo>
                  <a:pt x="581" y="1469"/>
                </a:lnTo>
                <a:lnTo>
                  <a:pt x="581" y="1470"/>
                </a:lnTo>
                <a:lnTo>
                  <a:pt x="582" y="1470"/>
                </a:lnTo>
                <a:lnTo>
                  <a:pt x="582" y="1471"/>
                </a:lnTo>
                <a:lnTo>
                  <a:pt x="582" y="1472"/>
                </a:lnTo>
                <a:lnTo>
                  <a:pt x="581" y="1472"/>
                </a:lnTo>
                <a:lnTo>
                  <a:pt x="581" y="1473"/>
                </a:lnTo>
                <a:lnTo>
                  <a:pt x="581" y="1474"/>
                </a:lnTo>
                <a:lnTo>
                  <a:pt x="580" y="1475"/>
                </a:lnTo>
                <a:lnTo>
                  <a:pt x="580" y="1476"/>
                </a:lnTo>
                <a:lnTo>
                  <a:pt x="579" y="1477"/>
                </a:lnTo>
                <a:lnTo>
                  <a:pt x="578" y="1479"/>
                </a:lnTo>
                <a:lnTo>
                  <a:pt x="578" y="1480"/>
                </a:lnTo>
                <a:lnTo>
                  <a:pt x="578" y="1481"/>
                </a:lnTo>
                <a:lnTo>
                  <a:pt x="578" y="1482"/>
                </a:lnTo>
                <a:lnTo>
                  <a:pt x="578" y="1483"/>
                </a:lnTo>
                <a:lnTo>
                  <a:pt x="579" y="1484"/>
                </a:lnTo>
                <a:lnTo>
                  <a:pt x="578" y="1484"/>
                </a:lnTo>
                <a:lnTo>
                  <a:pt x="577" y="1485"/>
                </a:lnTo>
                <a:lnTo>
                  <a:pt x="576" y="1485"/>
                </a:lnTo>
                <a:lnTo>
                  <a:pt x="575" y="1485"/>
                </a:lnTo>
                <a:lnTo>
                  <a:pt x="575" y="1487"/>
                </a:lnTo>
                <a:lnTo>
                  <a:pt x="576" y="1487"/>
                </a:lnTo>
                <a:lnTo>
                  <a:pt x="577" y="1488"/>
                </a:lnTo>
                <a:lnTo>
                  <a:pt x="577" y="1489"/>
                </a:lnTo>
                <a:lnTo>
                  <a:pt x="577" y="1490"/>
                </a:lnTo>
                <a:lnTo>
                  <a:pt x="576" y="1491"/>
                </a:lnTo>
                <a:lnTo>
                  <a:pt x="575" y="1491"/>
                </a:lnTo>
                <a:lnTo>
                  <a:pt x="575" y="1492"/>
                </a:lnTo>
                <a:lnTo>
                  <a:pt x="575" y="1493"/>
                </a:lnTo>
                <a:lnTo>
                  <a:pt x="574" y="1493"/>
                </a:lnTo>
                <a:lnTo>
                  <a:pt x="574" y="1494"/>
                </a:lnTo>
                <a:lnTo>
                  <a:pt x="575" y="1494"/>
                </a:lnTo>
                <a:lnTo>
                  <a:pt x="575" y="1495"/>
                </a:lnTo>
                <a:lnTo>
                  <a:pt x="574" y="1496"/>
                </a:lnTo>
                <a:lnTo>
                  <a:pt x="573" y="1496"/>
                </a:lnTo>
                <a:lnTo>
                  <a:pt x="573" y="1497"/>
                </a:lnTo>
                <a:lnTo>
                  <a:pt x="573" y="1498"/>
                </a:lnTo>
                <a:lnTo>
                  <a:pt x="574" y="1499"/>
                </a:lnTo>
                <a:lnTo>
                  <a:pt x="575" y="1499"/>
                </a:lnTo>
                <a:lnTo>
                  <a:pt x="574" y="1500"/>
                </a:lnTo>
                <a:lnTo>
                  <a:pt x="574" y="1499"/>
                </a:lnTo>
                <a:lnTo>
                  <a:pt x="573" y="1499"/>
                </a:lnTo>
                <a:lnTo>
                  <a:pt x="573" y="1500"/>
                </a:lnTo>
                <a:lnTo>
                  <a:pt x="573" y="1501"/>
                </a:lnTo>
                <a:lnTo>
                  <a:pt x="572" y="1501"/>
                </a:lnTo>
                <a:lnTo>
                  <a:pt x="571" y="1501"/>
                </a:lnTo>
                <a:lnTo>
                  <a:pt x="571" y="1503"/>
                </a:lnTo>
                <a:lnTo>
                  <a:pt x="571" y="1504"/>
                </a:lnTo>
                <a:lnTo>
                  <a:pt x="570" y="1504"/>
                </a:lnTo>
                <a:lnTo>
                  <a:pt x="569" y="1504"/>
                </a:lnTo>
                <a:lnTo>
                  <a:pt x="569" y="1505"/>
                </a:lnTo>
                <a:lnTo>
                  <a:pt x="568" y="1505"/>
                </a:lnTo>
                <a:lnTo>
                  <a:pt x="567" y="1505"/>
                </a:lnTo>
                <a:lnTo>
                  <a:pt x="564" y="1505"/>
                </a:lnTo>
                <a:lnTo>
                  <a:pt x="563" y="1506"/>
                </a:lnTo>
                <a:lnTo>
                  <a:pt x="562" y="1506"/>
                </a:lnTo>
                <a:lnTo>
                  <a:pt x="561" y="1505"/>
                </a:lnTo>
                <a:lnTo>
                  <a:pt x="560" y="1505"/>
                </a:lnTo>
                <a:lnTo>
                  <a:pt x="559" y="1506"/>
                </a:lnTo>
                <a:lnTo>
                  <a:pt x="559" y="1507"/>
                </a:lnTo>
                <a:lnTo>
                  <a:pt x="558" y="1507"/>
                </a:lnTo>
                <a:lnTo>
                  <a:pt x="558" y="1508"/>
                </a:lnTo>
                <a:lnTo>
                  <a:pt x="556" y="1508"/>
                </a:lnTo>
                <a:lnTo>
                  <a:pt x="555" y="1508"/>
                </a:lnTo>
                <a:lnTo>
                  <a:pt x="554" y="1508"/>
                </a:lnTo>
                <a:lnTo>
                  <a:pt x="553" y="1508"/>
                </a:lnTo>
                <a:lnTo>
                  <a:pt x="552" y="1508"/>
                </a:lnTo>
                <a:lnTo>
                  <a:pt x="552" y="1507"/>
                </a:lnTo>
                <a:lnTo>
                  <a:pt x="551" y="1507"/>
                </a:lnTo>
                <a:lnTo>
                  <a:pt x="550" y="1507"/>
                </a:lnTo>
                <a:lnTo>
                  <a:pt x="549" y="1507"/>
                </a:lnTo>
                <a:lnTo>
                  <a:pt x="548" y="1508"/>
                </a:lnTo>
                <a:lnTo>
                  <a:pt x="547" y="1507"/>
                </a:lnTo>
                <a:lnTo>
                  <a:pt x="547" y="1506"/>
                </a:lnTo>
                <a:lnTo>
                  <a:pt x="546" y="1506"/>
                </a:lnTo>
                <a:lnTo>
                  <a:pt x="546" y="1505"/>
                </a:lnTo>
                <a:lnTo>
                  <a:pt x="545" y="1505"/>
                </a:lnTo>
                <a:lnTo>
                  <a:pt x="545" y="1506"/>
                </a:lnTo>
                <a:lnTo>
                  <a:pt x="544" y="1507"/>
                </a:lnTo>
                <a:lnTo>
                  <a:pt x="541" y="1509"/>
                </a:lnTo>
                <a:lnTo>
                  <a:pt x="540" y="1509"/>
                </a:lnTo>
                <a:lnTo>
                  <a:pt x="540" y="1508"/>
                </a:lnTo>
                <a:lnTo>
                  <a:pt x="539" y="1508"/>
                </a:lnTo>
                <a:lnTo>
                  <a:pt x="538" y="1508"/>
                </a:lnTo>
                <a:lnTo>
                  <a:pt x="538" y="1509"/>
                </a:lnTo>
                <a:lnTo>
                  <a:pt x="537" y="1509"/>
                </a:lnTo>
                <a:lnTo>
                  <a:pt x="536" y="1508"/>
                </a:lnTo>
                <a:lnTo>
                  <a:pt x="535" y="1508"/>
                </a:lnTo>
                <a:lnTo>
                  <a:pt x="534" y="1508"/>
                </a:lnTo>
                <a:lnTo>
                  <a:pt x="533" y="1509"/>
                </a:lnTo>
                <a:lnTo>
                  <a:pt x="532" y="1510"/>
                </a:lnTo>
                <a:lnTo>
                  <a:pt x="531" y="1510"/>
                </a:lnTo>
                <a:lnTo>
                  <a:pt x="530" y="1510"/>
                </a:lnTo>
                <a:lnTo>
                  <a:pt x="529" y="1510"/>
                </a:lnTo>
                <a:lnTo>
                  <a:pt x="528" y="1510"/>
                </a:lnTo>
                <a:lnTo>
                  <a:pt x="528" y="1509"/>
                </a:lnTo>
                <a:lnTo>
                  <a:pt x="527" y="1509"/>
                </a:lnTo>
                <a:lnTo>
                  <a:pt x="526" y="1509"/>
                </a:lnTo>
                <a:lnTo>
                  <a:pt x="525" y="1509"/>
                </a:lnTo>
                <a:lnTo>
                  <a:pt x="522" y="1509"/>
                </a:lnTo>
                <a:lnTo>
                  <a:pt x="521" y="1509"/>
                </a:lnTo>
                <a:lnTo>
                  <a:pt x="521" y="1510"/>
                </a:lnTo>
                <a:lnTo>
                  <a:pt x="521" y="1511"/>
                </a:lnTo>
                <a:lnTo>
                  <a:pt x="519" y="1511"/>
                </a:lnTo>
                <a:lnTo>
                  <a:pt x="518" y="1511"/>
                </a:lnTo>
                <a:lnTo>
                  <a:pt x="517" y="1511"/>
                </a:lnTo>
                <a:lnTo>
                  <a:pt x="516" y="1511"/>
                </a:lnTo>
                <a:lnTo>
                  <a:pt x="516" y="1512"/>
                </a:lnTo>
                <a:lnTo>
                  <a:pt x="515" y="1511"/>
                </a:lnTo>
                <a:lnTo>
                  <a:pt x="514" y="1511"/>
                </a:lnTo>
                <a:lnTo>
                  <a:pt x="514" y="1510"/>
                </a:lnTo>
                <a:lnTo>
                  <a:pt x="513" y="1510"/>
                </a:lnTo>
                <a:lnTo>
                  <a:pt x="512" y="1510"/>
                </a:lnTo>
                <a:lnTo>
                  <a:pt x="512" y="1509"/>
                </a:lnTo>
                <a:lnTo>
                  <a:pt x="511" y="1508"/>
                </a:lnTo>
                <a:lnTo>
                  <a:pt x="510" y="1509"/>
                </a:lnTo>
                <a:lnTo>
                  <a:pt x="510" y="1510"/>
                </a:lnTo>
                <a:lnTo>
                  <a:pt x="508" y="1510"/>
                </a:lnTo>
                <a:lnTo>
                  <a:pt x="506" y="1510"/>
                </a:lnTo>
                <a:lnTo>
                  <a:pt x="506" y="1511"/>
                </a:lnTo>
                <a:lnTo>
                  <a:pt x="504" y="1512"/>
                </a:lnTo>
                <a:lnTo>
                  <a:pt x="503" y="1512"/>
                </a:lnTo>
                <a:lnTo>
                  <a:pt x="502" y="1514"/>
                </a:lnTo>
                <a:lnTo>
                  <a:pt x="502" y="1515"/>
                </a:lnTo>
                <a:lnTo>
                  <a:pt x="502" y="1517"/>
                </a:lnTo>
                <a:lnTo>
                  <a:pt x="502" y="1518"/>
                </a:lnTo>
                <a:lnTo>
                  <a:pt x="501" y="1519"/>
                </a:lnTo>
                <a:lnTo>
                  <a:pt x="501" y="1520"/>
                </a:lnTo>
                <a:lnTo>
                  <a:pt x="500" y="1520"/>
                </a:lnTo>
                <a:lnTo>
                  <a:pt x="499" y="1520"/>
                </a:lnTo>
                <a:lnTo>
                  <a:pt x="499" y="1519"/>
                </a:lnTo>
                <a:lnTo>
                  <a:pt x="498" y="1519"/>
                </a:lnTo>
                <a:lnTo>
                  <a:pt x="497" y="1519"/>
                </a:lnTo>
                <a:lnTo>
                  <a:pt x="497" y="1518"/>
                </a:lnTo>
                <a:lnTo>
                  <a:pt x="496" y="1518"/>
                </a:lnTo>
                <a:lnTo>
                  <a:pt x="495" y="1518"/>
                </a:lnTo>
                <a:lnTo>
                  <a:pt x="495" y="1517"/>
                </a:lnTo>
                <a:lnTo>
                  <a:pt x="494" y="1517"/>
                </a:lnTo>
                <a:lnTo>
                  <a:pt x="494" y="1516"/>
                </a:lnTo>
                <a:lnTo>
                  <a:pt x="494" y="1515"/>
                </a:lnTo>
                <a:lnTo>
                  <a:pt x="493" y="1515"/>
                </a:lnTo>
                <a:lnTo>
                  <a:pt x="493" y="1514"/>
                </a:lnTo>
                <a:lnTo>
                  <a:pt x="492" y="1514"/>
                </a:lnTo>
                <a:lnTo>
                  <a:pt x="492" y="1515"/>
                </a:lnTo>
                <a:lnTo>
                  <a:pt x="491" y="1515"/>
                </a:lnTo>
                <a:lnTo>
                  <a:pt x="491" y="1516"/>
                </a:lnTo>
                <a:lnTo>
                  <a:pt x="490" y="1516"/>
                </a:lnTo>
                <a:lnTo>
                  <a:pt x="490" y="1517"/>
                </a:lnTo>
                <a:lnTo>
                  <a:pt x="489" y="1517"/>
                </a:lnTo>
                <a:lnTo>
                  <a:pt x="488" y="1517"/>
                </a:lnTo>
                <a:lnTo>
                  <a:pt x="489" y="1517"/>
                </a:lnTo>
                <a:lnTo>
                  <a:pt x="489" y="1518"/>
                </a:lnTo>
                <a:lnTo>
                  <a:pt x="488" y="1518"/>
                </a:lnTo>
                <a:lnTo>
                  <a:pt x="487" y="1518"/>
                </a:lnTo>
                <a:lnTo>
                  <a:pt x="487" y="1517"/>
                </a:lnTo>
                <a:lnTo>
                  <a:pt x="486" y="1517"/>
                </a:lnTo>
                <a:lnTo>
                  <a:pt x="486" y="1516"/>
                </a:lnTo>
                <a:lnTo>
                  <a:pt x="485" y="1516"/>
                </a:lnTo>
                <a:lnTo>
                  <a:pt x="485" y="1515"/>
                </a:lnTo>
                <a:lnTo>
                  <a:pt x="486" y="1515"/>
                </a:lnTo>
                <a:lnTo>
                  <a:pt x="486" y="1514"/>
                </a:lnTo>
                <a:lnTo>
                  <a:pt x="485" y="1514"/>
                </a:lnTo>
                <a:lnTo>
                  <a:pt x="485" y="1513"/>
                </a:lnTo>
                <a:lnTo>
                  <a:pt x="484" y="1513"/>
                </a:lnTo>
                <a:lnTo>
                  <a:pt x="484" y="1512"/>
                </a:lnTo>
                <a:lnTo>
                  <a:pt x="483" y="1512"/>
                </a:lnTo>
                <a:lnTo>
                  <a:pt x="483" y="1511"/>
                </a:lnTo>
                <a:lnTo>
                  <a:pt x="483" y="1512"/>
                </a:lnTo>
                <a:lnTo>
                  <a:pt x="482" y="1512"/>
                </a:lnTo>
                <a:lnTo>
                  <a:pt x="482" y="1511"/>
                </a:lnTo>
                <a:lnTo>
                  <a:pt x="481" y="1511"/>
                </a:lnTo>
                <a:lnTo>
                  <a:pt x="480" y="1511"/>
                </a:lnTo>
                <a:lnTo>
                  <a:pt x="480" y="1510"/>
                </a:lnTo>
                <a:lnTo>
                  <a:pt x="479" y="1510"/>
                </a:lnTo>
                <a:lnTo>
                  <a:pt x="478" y="1510"/>
                </a:lnTo>
                <a:lnTo>
                  <a:pt x="478" y="1509"/>
                </a:lnTo>
                <a:lnTo>
                  <a:pt x="477" y="1509"/>
                </a:lnTo>
                <a:lnTo>
                  <a:pt x="476" y="1509"/>
                </a:lnTo>
                <a:lnTo>
                  <a:pt x="475" y="1509"/>
                </a:lnTo>
                <a:lnTo>
                  <a:pt x="475" y="1508"/>
                </a:lnTo>
                <a:lnTo>
                  <a:pt x="474" y="1508"/>
                </a:lnTo>
                <a:lnTo>
                  <a:pt x="473" y="1508"/>
                </a:lnTo>
                <a:lnTo>
                  <a:pt x="473" y="1507"/>
                </a:lnTo>
                <a:lnTo>
                  <a:pt x="474" y="1507"/>
                </a:lnTo>
                <a:lnTo>
                  <a:pt x="475" y="1507"/>
                </a:lnTo>
                <a:lnTo>
                  <a:pt x="475" y="1506"/>
                </a:lnTo>
                <a:lnTo>
                  <a:pt x="475" y="1505"/>
                </a:lnTo>
                <a:lnTo>
                  <a:pt x="474" y="1505"/>
                </a:lnTo>
                <a:lnTo>
                  <a:pt x="474" y="1504"/>
                </a:lnTo>
                <a:lnTo>
                  <a:pt x="473" y="1504"/>
                </a:lnTo>
                <a:lnTo>
                  <a:pt x="473" y="1503"/>
                </a:lnTo>
                <a:lnTo>
                  <a:pt x="472" y="1503"/>
                </a:lnTo>
                <a:lnTo>
                  <a:pt x="471" y="1503"/>
                </a:lnTo>
                <a:lnTo>
                  <a:pt x="471" y="1502"/>
                </a:lnTo>
                <a:lnTo>
                  <a:pt x="471" y="1501"/>
                </a:lnTo>
                <a:lnTo>
                  <a:pt x="471" y="1500"/>
                </a:lnTo>
                <a:lnTo>
                  <a:pt x="470" y="1500"/>
                </a:lnTo>
                <a:lnTo>
                  <a:pt x="469" y="1500"/>
                </a:lnTo>
                <a:lnTo>
                  <a:pt x="468" y="1500"/>
                </a:lnTo>
                <a:lnTo>
                  <a:pt x="467" y="1500"/>
                </a:lnTo>
                <a:lnTo>
                  <a:pt x="466" y="1500"/>
                </a:lnTo>
                <a:lnTo>
                  <a:pt x="466" y="1499"/>
                </a:lnTo>
                <a:lnTo>
                  <a:pt x="465" y="1499"/>
                </a:lnTo>
                <a:lnTo>
                  <a:pt x="464" y="1499"/>
                </a:lnTo>
                <a:lnTo>
                  <a:pt x="463" y="1499"/>
                </a:lnTo>
                <a:lnTo>
                  <a:pt x="462" y="1499"/>
                </a:lnTo>
                <a:lnTo>
                  <a:pt x="461" y="1499"/>
                </a:lnTo>
                <a:lnTo>
                  <a:pt x="461" y="1500"/>
                </a:lnTo>
                <a:lnTo>
                  <a:pt x="460" y="1500"/>
                </a:lnTo>
                <a:lnTo>
                  <a:pt x="460" y="1501"/>
                </a:lnTo>
                <a:lnTo>
                  <a:pt x="460" y="1502"/>
                </a:lnTo>
                <a:lnTo>
                  <a:pt x="459" y="1503"/>
                </a:lnTo>
                <a:lnTo>
                  <a:pt x="459" y="1502"/>
                </a:lnTo>
                <a:lnTo>
                  <a:pt x="458" y="1502"/>
                </a:lnTo>
                <a:lnTo>
                  <a:pt x="457" y="1502"/>
                </a:lnTo>
                <a:lnTo>
                  <a:pt x="457" y="1501"/>
                </a:lnTo>
                <a:lnTo>
                  <a:pt x="457" y="1500"/>
                </a:lnTo>
                <a:lnTo>
                  <a:pt x="457" y="1499"/>
                </a:lnTo>
                <a:lnTo>
                  <a:pt x="457" y="1498"/>
                </a:lnTo>
                <a:lnTo>
                  <a:pt x="457" y="1497"/>
                </a:lnTo>
                <a:lnTo>
                  <a:pt x="457" y="1496"/>
                </a:lnTo>
                <a:lnTo>
                  <a:pt x="456" y="1496"/>
                </a:lnTo>
                <a:lnTo>
                  <a:pt x="455" y="1496"/>
                </a:lnTo>
                <a:lnTo>
                  <a:pt x="455" y="1495"/>
                </a:lnTo>
                <a:lnTo>
                  <a:pt x="454" y="1495"/>
                </a:lnTo>
                <a:lnTo>
                  <a:pt x="454" y="1496"/>
                </a:lnTo>
                <a:lnTo>
                  <a:pt x="453" y="1496"/>
                </a:lnTo>
                <a:lnTo>
                  <a:pt x="453" y="1495"/>
                </a:lnTo>
                <a:lnTo>
                  <a:pt x="452" y="1495"/>
                </a:lnTo>
                <a:lnTo>
                  <a:pt x="451" y="1495"/>
                </a:lnTo>
                <a:lnTo>
                  <a:pt x="450" y="1495"/>
                </a:lnTo>
                <a:lnTo>
                  <a:pt x="450" y="1496"/>
                </a:lnTo>
                <a:lnTo>
                  <a:pt x="449" y="1496"/>
                </a:lnTo>
                <a:lnTo>
                  <a:pt x="448" y="1496"/>
                </a:lnTo>
                <a:lnTo>
                  <a:pt x="448" y="1497"/>
                </a:lnTo>
                <a:lnTo>
                  <a:pt x="447" y="1497"/>
                </a:lnTo>
                <a:lnTo>
                  <a:pt x="447" y="1498"/>
                </a:lnTo>
                <a:lnTo>
                  <a:pt x="448" y="1498"/>
                </a:lnTo>
                <a:lnTo>
                  <a:pt x="447" y="1498"/>
                </a:lnTo>
                <a:lnTo>
                  <a:pt x="447" y="1499"/>
                </a:lnTo>
                <a:lnTo>
                  <a:pt x="446" y="1499"/>
                </a:lnTo>
                <a:lnTo>
                  <a:pt x="446" y="1498"/>
                </a:lnTo>
                <a:lnTo>
                  <a:pt x="446" y="1497"/>
                </a:lnTo>
                <a:lnTo>
                  <a:pt x="445" y="1497"/>
                </a:lnTo>
                <a:lnTo>
                  <a:pt x="445" y="1496"/>
                </a:lnTo>
                <a:lnTo>
                  <a:pt x="446" y="1496"/>
                </a:lnTo>
                <a:lnTo>
                  <a:pt x="446" y="1495"/>
                </a:lnTo>
                <a:lnTo>
                  <a:pt x="445" y="1495"/>
                </a:lnTo>
                <a:lnTo>
                  <a:pt x="446" y="1495"/>
                </a:lnTo>
                <a:lnTo>
                  <a:pt x="445" y="1495"/>
                </a:lnTo>
                <a:lnTo>
                  <a:pt x="445" y="1494"/>
                </a:lnTo>
                <a:lnTo>
                  <a:pt x="446" y="1494"/>
                </a:lnTo>
                <a:lnTo>
                  <a:pt x="445" y="1494"/>
                </a:lnTo>
                <a:lnTo>
                  <a:pt x="445" y="1493"/>
                </a:lnTo>
                <a:lnTo>
                  <a:pt x="444" y="1493"/>
                </a:lnTo>
                <a:lnTo>
                  <a:pt x="443" y="1493"/>
                </a:lnTo>
                <a:lnTo>
                  <a:pt x="442" y="1493"/>
                </a:lnTo>
                <a:lnTo>
                  <a:pt x="442" y="1492"/>
                </a:lnTo>
                <a:lnTo>
                  <a:pt x="441" y="1492"/>
                </a:lnTo>
                <a:lnTo>
                  <a:pt x="440" y="1492"/>
                </a:lnTo>
                <a:lnTo>
                  <a:pt x="439" y="1492"/>
                </a:lnTo>
                <a:lnTo>
                  <a:pt x="439" y="1493"/>
                </a:lnTo>
                <a:lnTo>
                  <a:pt x="439" y="1492"/>
                </a:lnTo>
                <a:lnTo>
                  <a:pt x="438" y="1492"/>
                </a:lnTo>
                <a:lnTo>
                  <a:pt x="438" y="1493"/>
                </a:lnTo>
                <a:lnTo>
                  <a:pt x="437" y="1493"/>
                </a:lnTo>
                <a:lnTo>
                  <a:pt x="437" y="1492"/>
                </a:lnTo>
                <a:lnTo>
                  <a:pt x="436" y="1492"/>
                </a:lnTo>
                <a:lnTo>
                  <a:pt x="435" y="1491"/>
                </a:lnTo>
                <a:lnTo>
                  <a:pt x="435" y="1492"/>
                </a:lnTo>
                <a:lnTo>
                  <a:pt x="434" y="1492"/>
                </a:lnTo>
                <a:lnTo>
                  <a:pt x="434" y="1491"/>
                </a:lnTo>
                <a:lnTo>
                  <a:pt x="433" y="1491"/>
                </a:lnTo>
                <a:lnTo>
                  <a:pt x="432" y="1491"/>
                </a:lnTo>
                <a:lnTo>
                  <a:pt x="432" y="1490"/>
                </a:lnTo>
                <a:lnTo>
                  <a:pt x="431" y="1490"/>
                </a:lnTo>
                <a:lnTo>
                  <a:pt x="431" y="1489"/>
                </a:lnTo>
                <a:lnTo>
                  <a:pt x="431" y="1488"/>
                </a:lnTo>
                <a:lnTo>
                  <a:pt x="431" y="1487"/>
                </a:lnTo>
                <a:lnTo>
                  <a:pt x="430" y="1487"/>
                </a:lnTo>
                <a:lnTo>
                  <a:pt x="431" y="1486"/>
                </a:lnTo>
                <a:lnTo>
                  <a:pt x="431" y="1485"/>
                </a:lnTo>
                <a:lnTo>
                  <a:pt x="432" y="1485"/>
                </a:lnTo>
                <a:lnTo>
                  <a:pt x="432" y="1484"/>
                </a:lnTo>
                <a:lnTo>
                  <a:pt x="432" y="1483"/>
                </a:lnTo>
                <a:lnTo>
                  <a:pt x="431" y="1483"/>
                </a:lnTo>
                <a:lnTo>
                  <a:pt x="431" y="1482"/>
                </a:lnTo>
                <a:lnTo>
                  <a:pt x="430" y="1482"/>
                </a:lnTo>
                <a:lnTo>
                  <a:pt x="429" y="1482"/>
                </a:lnTo>
                <a:lnTo>
                  <a:pt x="429" y="1481"/>
                </a:lnTo>
                <a:lnTo>
                  <a:pt x="428" y="1481"/>
                </a:lnTo>
                <a:lnTo>
                  <a:pt x="427" y="1481"/>
                </a:lnTo>
                <a:lnTo>
                  <a:pt x="426" y="1481"/>
                </a:lnTo>
                <a:lnTo>
                  <a:pt x="426" y="1480"/>
                </a:lnTo>
                <a:lnTo>
                  <a:pt x="425" y="1480"/>
                </a:lnTo>
                <a:lnTo>
                  <a:pt x="425" y="1479"/>
                </a:lnTo>
                <a:lnTo>
                  <a:pt x="425" y="1478"/>
                </a:lnTo>
                <a:lnTo>
                  <a:pt x="425" y="1477"/>
                </a:lnTo>
                <a:lnTo>
                  <a:pt x="426" y="1477"/>
                </a:lnTo>
                <a:lnTo>
                  <a:pt x="426" y="1476"/>
                </a:lnTo>
                <a:lnTo>
                  <a:pt x="426" y="1475"/>
                </a:lnTo>
                <a:lnTo>
                  <a:pt x="427" y="1475"/>
                </a:lnTo>
                <a:lnTo>
                  <a:pt x="427" y="1474"/>
                </a:lnTo>
                <a:lnTo>
                  <a:pt x="427" y="1473"/>
                </a:lnTo>
                <a:lnTo>
                  <a:pt x="428" y="1473"/>
                </a:lnTo>
                <a:lnTo>
                  <a:pt x="428" y="1472"/>
                </a:lnTo>
                <a:lnTo>
                  <a:pt x="427" y="1472"/>
                </a:lnTo>
                <a:lnTo>
                  <a:pt x="427" y="1471"/>
                </a:lnTo>
                <a:lnTo>
                  <a:pt x="428" y="1470"/>
                </a:lnTo>
                <a:lnTo>
                  <a:pt x="427" y="1470"/>
                </a:lnTo>
                <a:lnTo>
                  <a:pt x="428" y="1470"/>
                </a:lnTo>
                <a:lnTo>
                  <a:pt x="428" y="1469"/>
                </a:lnTo>
                <a:lnTo>
                  <a:pt x="428" y="1468"/>
                </a:lnTo>
                <a:lnTo>
                  <a:pt x="428" y="1467"/>
                </a:lnTo>
                <a:lnTo>
                  <a:pt x="427" y="1467"/>
                </a:lnTo>
                <a:lnTo>
                  <a:pt x="428" y="1467"/>
                </a:lnTo>
                <a:lnTo>
                  <a:pt x="428" y="1466"/>
                </a:lnTo>
                <a:lnTo>
                  <a:pt x="428" y="1465"/>
                </a:lnTo>
                <a:lnTo>
                  <a:pt x="428" y="1464"/>
                </a:lnTo>
                <a:lnTo>
                  <a:pt x="427" y="1464"/>
                </a:lnTo>
                <a:lnTo>
                  <a:pt x="427" y="1463"/>
                </a:lnTo>
                <a:lnTo>
                  <a:pt x="426" y="1463"/>
                </a:lnTo>
                <a:lnTo>
                  <a:pt x="425" y="1463"/>
                </a:lnTo>
                <a:lnTo>
                  <a:pt x="425" y="1462"/>
                </a:lnTo>
                <a:lnTo>
                  <a:pt x="426" y="1462"/>
                </a:lnTo>
                <a:lnTo>
                  <a:pt x="425" y="1462"/>
                </a:lnTo>
                <a:lnTo>
                  <a:pt x="425" y="1461"/>
                </a:lnTo>
                <a:lnTo>
                  <a:pt x="424" y="1461"/>
                </a:lnTo>
                <a:lnTo>
                  <a:pt x="425" y="1461"/>
                </a:lnTo>
                <a:lnTo>
                  <a:pt x="424" y="1461"/>
                </a:lnTo>
                <a:lnTo>
                  <a:pt x="424" y="1460"/>
                </a:lnTo>
                <a:lnTo>
                  <a:pt x="423" y="1460"/>
                </a:lnTo>
                <a:lnTo>
                  <a:pt x="423" y="1459"/>
                </a:lnTo>
                <a:lnTo>
                  <a:pt x="422" y="1458"/>
                </a:lnTo>
                <a:lnTo>
                  <a:pt x="423" y="1458"/>
                </a:lnTo>
                <a:lnTo>
                  <a:pt x="424" y="1458"/>
                </a:lnTo>
                <a:lnTo>
                  <a:pt x="424" y="1457"/>
                </a:lnTo>
                <a:lnTo>
                  <a:pt x="425" y="1457"/>
                </a:lnTo>
                <a:lnTo>
                  <a:pt x="425" y="1456"/>
                </a:lnTo>
                <a:lnTo>
                  <a:pt x="425" y="1455"/>
                </a:lnTo>
                <a:lnTo>
                  <a:pt x="424" y="1454"/>
                </a:lnTo>
                <a:lnTo>
                  <a:pt x="423" y="1454"/>
                </a:lnTo>
                <a:lnTo>
                  <a:pt x="423" y="1453"/>
                </a:lnTo>
                <a:lnTo>
                  <a:pt x="422" y="1453"/>
                </a:lnTo>
                <a:lnTo>
                  <a:pt x="421" y="1453"/>
                </a:lnTo>
                <a:lnTo>
                  <a:pt x="421" y="1452"/>
                </a:lnTo>
                <a:lnTo>
                  <a:pt x="420" y="1452"/>
                </a:lnTo>
                <a:lnTo>
                  <a:pt x="420" y="1451"/>
                </a:lnTo>
                <a:lnTo>
                  <a:pt x="419" y="1451"/>
                </a:lnTo>
                <a:lnTo>
                  <a:pt x="419" y="1450"/>
                </a:lnTo>
                <a:lnTo>
                  <a:pt x="418" y="1450"/>
                </a:lnTo>
                <a:lnTo>
                  <a:pt x="418" y="1449"/>
                </a:lnTo>
                <a:lnTo>
                  <a:pt x="417" y="1449"/>
                </a:lnTo>
                <a:lnTo>
                  <a:pt x="417" y="1448"/>
                </a:lnTo>
                <a:lnTo>
                  <a:pt x="418" y="1448"/>
                </a:lnTo>
                <a:lnTo>
                  <a:pt x="418" y="1447"/>
                </a:lnTo>
                <a:lnTo>
                  <a:pt x="419" y="1447"/>
                </a:lnTo>
                <a:lnTo>
                  <a:pt x="419" y="1446"/>
                </a:lnTo>
                <a:lnTo>
                  <a:pt x="419" y="1445"/>
                </a:lnTo>
                <a:lnTo>
                  <a:pt x="420" y="1445"/>
                </a:lnTo>
                <a:lnTo>
                  <a:pt x="420" y="1444"/>
                </a:lnTo>
                <a:lnTo>
                  <a:pt x="419" y="1444"/>
                </a:lnTo>
                <a:lnTo>
                  <a:pt x="419" y="1443"/>
                </a:lnTo>
                <a:lnTo>
                  <a:pt x="419" y="1442"/>
                </a:lnTo>
                <a:lnTo>
                  <a:pt x="418" y="1442"/>
                </a:lnTo>
                <a:lnTo>
                  <a:pt x="417" y="1441"/>
                </a:lnTo>
                <a:lnTo>
                  <a:pt x="416" y="1441"/>
                </a:lnTo>
                <a:lnTo>
                  <a:pt x="416" y="1442"/>
                </a:lnTo>
                <a:lnTo>
                  <a:pt x="415" y="1442"/>
                </a:lnTo>
                <a:lnTo>
                  <a:pt x="414" y="1442"/>
                </a:lnTo>
                <a:lnTo>
                  <a:pt x="413" y="1442"/>
                </a:lnTo>
                <a:lnTo>
                  <a:pt x="412" y="1442"/>
                </a:lnTo>
                <a:lnTo>
                  <a:pt x="412" y="1441"/>
                </a:lnTo>
                <a:lnTo>
                  <a:pt x="411" y="1440"/>
                </a:lnTo>
                <a:lnTo>
                  <a:pt x="412" y="1440"/>
                </a:lnTo>
                <a:lnTo>
                  <a:pt x="412" y="1439"/>
                </a:lnTo>
                <a:lnTo>
                  <a:pt x="412" y="1438"/>
                </a:lnTo>
                <a:lnTo>
                  <a:pt x="412" y="1437"/>
                </a:lnTo>
                <a:lnTo>
                  <a:pt x="411" y="1437"/>
                </a:lnTo>
                <a:lnTo>
                  <a:pt x="412" y="1437"/>
                </a:lnTo>
                <a:lnTo>
                  <a:pt x="412" y="1436"/>
                </a:lnTo>
                <a:lnTo>
                  <a:pt x="411" y="1436"/>
                </a:lnTo>
                <a:lnTo>
                  <a:pt x="412" y="1435"/>
                </a:lnTo>
                <a:lnTo>
                  <a:pt x="412" y="1434"/>
                </a:lnTo>
                <a:lnTo>
                  <a:pt x="412" y="1433"/>
                </a:lnTo>
                <a:lnTo>
                  <a:pt x="411" y="1433"/>
                </a:lnTo>
                <a:lnTo>
                  <a:pt x="412" y="1433"/>
                </a:lnTo>
                <a:lnTo>
                  <a:pt x="411" y="1433"/>
                </a:lnTo>
                <a:lnTo>
                  <a:pt x="411" y="1432"/>
                </a:lnTo>
                <a:lnTo>
                  <a:pt x="410" y="1432"/>
                </a:lnTo>
                <a:lnTo>
                  <a:pt x="410" y="1431"/>
                </a:lnTo>
                <a:lnTo>
                  <a:pt x="409" y="1431"/>
                </a:lnTo>
                <a:lnTo>
                  <a:pt x="409" y="1430"/>
                </a:lnTo>
                <a:lnTo>
                  <a:pt x="408" y="1430"/>
                </a:lnTo>
                <a:lnTo>
                  <a:pt x="408" y="1429"/>
                </a:lnTo>
                <a:lnTo>
                  <a:pt x="407" y="1429"/>
                </a:lnTo>
                <a:lnTo>
                  <a:pt x="407" y="1428"/>
                </a:lnTo>
                <a:lnTo>
                  <a:pt x="407" y="1425"/>
                </a:lnTo>
                <a:lnTo>
                  <a:pt x="408" y="1425"/>
                </a:lnTo>
                <a:lnTo>
                  <a:pt x="408" y="1424"/>
                </a:lnTo>
                <a:lnTo>
                  <a:pt x="408" y="1423"/>
                </a:lnTo>
                <a:lnTo>
                  <a:pt x="407" y="1422"/>
                </a:lnTo>
                <a:lnTo>
                  <a:pt x="408" y="1422"/>
                </a:lnTo>
                <a:lnTo>
                  <a:pt x="408" y="1421"/>
                </a:lnTo>
                <a:lnTo>
                  <a:pt x="408" y="1420"/>
                </a:lnTo>
                <a:lnTo>
                  <a:pt x="408" y="1418"/>
                </a:lnTo>
                <a:lnTo>
                  <a:pt x="408" y="1415"/>
                </a:lnTo>
                <a:lnTo>
                  <a:pt x="410" y="1414"/>
                </a:lnTo>
                <a:lnTo>
                  <a:pt x="411" y="1414"/>
                </a:lnTo>
                <a:lnTo>
                  <a:pt x="411" y="1413"/>
                </a:lnTo>
                <a:lnTo>
                  <a:pt x="411" y="1412"/>
                </a:lnTo>
                <a:lnTo>
                  <a:pt x="412" y="1411"/>
                </a:lnTo>
                <a:lnTo>
                  <a:pt x="413" y="1410"/>
                </a:lnTo>
                <a:lnTo>
                  <a:pt x="414" y="1410"/>
                </a:lnTo>
                <a:lnTo>
                  <a:pt x="414" y="1409"/>
                </a:lnTo>
                <a:lnTo>
                  <a:pt x="415" y="1409"/>
                </a:lnTo>
                <a:lnTo>
                  <a:pt x="416" y="1408"/>
                </a:lnTo>
                <a:lnTo>
                  <a:pt x="416" y="1407"/>
                </a:lnTo>
                <a:lnTo>
                  <a:pt x="416" y="1406"/>
                </a:lnTo>
                <a:lnTo>
                  <a:pt x="417" y="1405"/>
                </a:lnTo>
                <a:lnTo>
                  <a:pt x="417" y="1404"/>
                </a:lnTo>
                <a:lnTo>
                  <a:pt x="417" y="1403"/>
                </a:lnTo>
                <a:lnTo>
                  <a:pt x="418" y="1403"/>
                </a:lnTo>
                <a:lnTo>
                  <a:pt x="419" y="1403"/>
                </a:lnTo>
                <a:lnTo>
                  <a:pt x="419" y="1402"/>
                </a:lnTo>
                <a:lnTo>
                  <a:pt x="418" y="1402"/>
                </a:lnTo>
                <a:lnTo>
                  <a:pt x="418" y="1401"/>
                </a:lnTo>
                <a:lnTo>
                  <a:pt x="418" y="1402"/>
                </a:lnTo>
                <a:lnTo>
                  <a:pt x="417" y="1402"/>
                </a:lnTo>
                <a:lnTo>
                  <a:pt x="417" y="1401"/>
                </a:lnTo>
                <a:lnTo>
                  <a:pt x="416" y="1401"/>
                </a:lnTo>
                <a:lnTo>
                  <a:pt x="415" y="1401"/>
                </a:lnTo>
                <a:lnTo>
                  <a:pt x="414" y="1401"/>
                </a:lnTo>
                <a:lnTo>
                  <a:pt x="414" y="1402"/>
                </a:lnTo>
                <a:lnTo>
                  <a:pt x="413" y="1402"/>
                </a:lnTo>
                <a:lnTo>
                  <a:pt x="412" y="1402"/>
                </a:lnTo>
                <a:lnTo>
                  <a:pt x="411" y="1402"/>
                </a:lnTo>
                <a:lnTo>
                  <a:pt x="410" y="1402"/>
                </a:lnTo>
                <a:lnTo>
                  <a:pt x="410" y="1403"/>
                </a:lnTo>
                <a:lnTo>
                  <a:pt x="410" y="1404"/>
                </a:lnTo>
                <a:lnTo>
                  <a:pt x="409" y="1404"/>
                </a:lnTo>
                <a:lnTo>
                  <a:pt x="408" y="1403"/>
                </a:lnTo>
                <a:lnTo>
                  <a:pt x="408" y="1402"/>
                </a:lnTo>
                <a:lnTo>
                  <a:pt x="407" y="1402"/>
                </a:lnTo>
                <a:lnTo>
                  <a:pt x="407" y="1401"/>
                </a:lnTo>
                <a:lnTo>
                  <a:pt x="407" y="1402"/>
                </a:lnTo>
                <a:lnTo>
                  <a:pt x="406" y="1402"/>
                </a:lnTo>
                <a:lnTo>
                  <a:pt x="405" y="1402"/>
                </a:lnTo>
                <a:lnTo>
                  <a:pt x="404" y="1402"/>
                </a:lnTo>
                <a:lnTo>
                  <a:pt x="403" y="1403"/>
                </a:lnTo>
                <a:lnTo>
                  <a:pt x="402" y="1403"/>
                </a:lnTo>
                <a:lnTo>
                  <a:pt x="401" y="1402"/>
                </a:lnTo>
                <a:lnTo>
                  <a:pt x="400" y="1401"/>
                </a:lnTo>
                <a:lnTo>
                  <a:pt x="399" y="1401"/>
                </a:lnTo>
                <a:lnTo>
                  <a:pt x="399" y="1402"/>
                </a:lnTo>
                <a:lnTo>
                  <a:pt x="399" y="1403"/>
                </a:lnTo>
                <a:lnTo>
                  <a:pt x="399" y="1404"/>
                </a:lnTo>
                <a:lnTo>
                  <a:pt x="398" y="1404"/>
                </a:lnTo>
                <a:lnTo>
                  <a:pt x="397" y="1403"/>
                </a:lnTo>
                <a:lnTo>
                  <a:pt x="396" y="1402"/>
                </a:lnTo>
                <a:lnTo>
                  <a:pt x="395" y="1401"/>
                </a:lnTo>
                <a:lnTo>
                  <a:pt x="394" y="1401"/>
                </a:lnTo>
                <a:lnTo>
                  <a:pt x="394" y="1402"/>
                </a:lnTo>
                <a:lnTo>
                  <a:pt x="393" y="1402"/>
                </a:lnTo>
                <a:lnTo>
                  <a:pt x="393" y="1401"/>
                </a:lnTo>
                <a:lnTo>
                  <a:pt x="391" y="1400"/>
                </a:lnTo>
                <a:lnTo>
                  <a:pt x="391" y="1399"/>
                </a:lnTo>
                <a:lnTo>
                  <a:pt x="390" y="1399"/>
                </a:lnTo>
                <a:lnTo>
                  <a:pt x="389" y="1399"/>
                </a:lnTo>
                <a:lnTo>
                  <a:pt x="389" y="1400"/>
                </a:lnTo>
                <a:lnTo>
                  <a:pt x="389" y="1401"/>
                </a:lnTo>
                <a:lnTo>
                  <a:pt x="388" y="1402"/>
                </a:lnTo>
                <a:lnTo>
                  <a:pt x="386" y="1401"/>
                </a:lnTo>
                <a:lnTo>
                  <a:pt x="385" y="1401"/>
                </a:lnTo>
                <a:lnTo>
                  <a:pt x="384" y="1402"/>
                </a:lnTo>
                <a:lnTo>
                  <a:pt x="383" y="1402"/>
                </a:lnTo>
                <a:lnTo>
                  <a:pt x="383" y="1403"/>
                </a:lnTo>
                <a:lnTo>
                  <a:pt x="383" y="1405"/>
                </a:lnTo>
                <a:lnTo>
                  <a:pt x="382" y="1405"/>
                </a:lnTo>
                <a:lnTo>
                  <a:pt x="381" y="1405"/>
                </a:lnTo>
                <a:lnTo>
                  <a:pt x="380" y="1405"/>
                </a:lnTo>
                <a:lnTo>
                  <a:pt x="379" y="1406"/>
                </a:lnTo>
                <a:lnTo>
                  <a:pt x="378" y="1405"/>
                </a:lnTo>
                <a:lnTo>
                  <a:pt x="377" y="1404"/>
                </a:lnTo>
                <a:lnTo>
                  <a:pt x="376" y="1403"/>
                </a:lnTo>
                <a:lnTo>
                  <a:pt x="375" y="1403"/>
                </a:lnTo>
                <a:lnTo>
                  <a:pt x="375" y="1404"/>
                </a:lnTo>
                <a:lnTo>
                  <a:pt x="374" y="1405"/>
                </a:lnTo>
                <a:lnTo>
                  <a:pt x="373" y="1405"/>
                </a:lnTo>
                <a:lnTo>
                  <a:pt x="372" y="1404"/>
                </a:lnTo>
                <a:lnTo>
                  <a:pt x="371" y="1404"/>
                </a:lnTo>
                <a:lnTo>
                  <a:pt x="370" y="1404"/>
                </a:lnTo>
                <a:lnTo>
                  <a:pt x="370" y="1405"/>
                </a:lnTo>
                <a:lnTo>
                  <a:pt x="369" y="1405"/>
                </a:lnTo>
                <a:lnTo>
                  <a:pt x="369" y="1404"/>
                </a:lnTo>
                <a:lnTo>
                  <a:pt x="369" y="1403"/>
                </a:lnTo>
                <a:lnTo>
                  <a:pt x="367" y="1403"/>
                </a:lnTo>
                <a:lnTo>
                  <a:pt x="365" y="1402"/>
                </a:lnTo>
                <a:lnTo>
                  <a:pt x="363" y="1402"/>
                </a:lnTo>
                <a:lnTo>
                  <a:pt x="362" y="1403"/>
                </a:lnTo>
                <a:lnTo>
                  <a:pt x="361" y="1403"/>
                </a:lnTo>
                <a:lnTo>
                  <a:pt x="359" y="1404"/>
                </a:lnTo>
                <a:lnTo>
                  <a:pt x="358" y="1404"/>
                </a:lnTo>
                <a:lnTo>
                  <a:pt x="357" y="1405"/>
                </a:lnTo>
                <a:lnTo>
                  <a:pt x="356" y="1405"/>
                </a:lnTo>
                <a:lnTo>
                  <a:pt x="355" y="1405"/>
                </a:lnTo>
                <a:lnTo>
                  <a:pt x="355" y="1404"/>
                </a:lnTo>
                <a:lnTo>
                  <a:pt x="354" y="1404"/>
                </a:lnTo>
                <a:lnTo>
                  <a:pt x="353" y="1404"/>
                </a:lnTo>
                <a:lnTo>
                  <a:pt x="352" y="1404"/>
                </a:lnTo>
                <a:lnTo>
                  <a:pt x="351" y="1403"/>
                </a:lnTo>
                <a:lnTo>
                  <a:pt x="350" y="1402"/>
                </a:lnTo>
                <a:lnTo>
                  <a:pt x="350" y="1401"/>
                </a:lnTo>
                <a:lnTo>
                  <a:pt x="349" y="1401"/>
                </a:lnTo>
                <a:lnTo>
                  <a:pt x="348" y="1401"/>
                </a:lnTo>
                <a:lnTo>
                  <a:pt x="348" y="1400"/>
                </a:lnTo>
                <a:lnTo>
                  <a:pt x="347" y="1399"/>
                </a:lnTo>
                <a:lnTo>
                  <a:pt x="347" y="1398"/>
                </a:lnTo>
                <a:lnTo>
                  <a:pt x="346" y="1397"/>
                </a:lnTo>
                <a:lnTo>
                  <a:pt x="345" y="1397"/>
                </a:lnTo>
                <a:lnTo>
                  <a:pt x="344" y="1396"/>
                </a:lnTo>
                <a:lnTo>
                  <a:pt x="343" y="1397"/>
                </a:lnTo>
                <a:lnTo>
                  <a:pt x="342" y="1397"/>
                </a:lnTo>
                <a:lnTo>
                  <a:pt x="341" y="1397"/>
                </a:lnTo>
                <a:lnTo>
                  <a:pt x="340" y="1397"/>
                </a:lnTo>
                <a:lnTo>
                  <a:pt x="340" y="1398"/>
                </a:lnTo>
                <a:lnTo>
                  <a:pt x="339" y="1398"/>
                </a:lnTo>
                <a:lnTo>
                  <a:pt x="338" y="1398"/>
                </a:lnTo>
                <a:lnTo>
                  <a:pt x="336" y="1399"/>
                </a:lnTo>
                <a:lnTo>
                  <a:pt x="335" y="1399"/>
                </a:lnTo>
                <a:lnTo>
                  <a:pt x="334" y="1399"/>
                </a:lnTo>
                <a:lnTo>
                  <a:pt x="333" y="1398"/>
                </a:lnTo>
                <a:lnTo>
                  <a:pt x="332" y="1397"/>
                </a:lnTo>
                <a:lnTo>
                  <a:pt x="331" y="1397"/>
                </a:lnTo>
                <a:lnTo>
                  <a:pt x="330" y="1397"/>
                </a:lnTo>
                <a:lnTo>
                  <a:pt x="329" y="1396"/>
                </a:lnTo>
                <a:lnTo>
                  <a:pt x="328" y="1395"/>
                </a:lnTo>
                <a:lnTo>
                  <a:pt x="327" y="1395"/>
                </a:lnTo>
                <a:lnTo>
                  <a:pt x="326" y="1394"/>
                </a:lnTo>
                <a:lnTo>
                  <a:pt x="325" y="1394"/>
                </a:lnTo>
                <a:lnTo>
                  <a:pt x="324" y="1393"/>
                </a:lnTo>
                <a:lnTo>
                  <a:pt x="323" y="1392"/>
                </a:lnTo>
                <a:lnTo>
                  <a:pt x="322" y="1391"/>
                </a:lnTo>
                <a:lnTo>
                  <a:pt x="321" y="1391"/>
                </a:lnTo>
                <a:lnTo>
                  <a:pt x="320" y="1391"/>
                </a:lnTo>
                <a:lnTo>
                  <a:pt x="319" y="1390"/>
                </a:lnTo>
                <a:lnTo>
                  <a:pt x="318" y="1390"/>
                </a:lnTo>
                <a:lnTo>
                  <a:pt x="317" y="1390"/>
                </a:lnTo>
                <a:lnTo>
                  <a:pt x="316" y="1390"/>
                </a:lnTo>
                <a:lnTo>
                  <a:pt x="315" y="1391"/>
                </a:lnTo>
                <a:lnTo>
                  <a:pt x="314" y="1391"/>
                </a:lnTo>
                <a:lnTo>
                  <a:pt x="313" y="1391"/>
                </a:lnTo>
                <a:lnTo>
                  <a:pt x="312" y="1391"/>
                </a:lnTo>
                <a:lnTo>
                  <a:pt x="312" y="1390"/>
                </a:lnTo>
                <a:lnTo>
                  <a:pt x="311" y="1390"/>
                </a:lnTo>
                <a:lnTo>
                  <a:pt x="310" y="1390"/>
                </a:lnTo>
                <a:lnTo>
                  <a:pt x="308" y="1389"/>
                </a:lnTo>
                <a:lnTo>
                  <a:pt x="307" y="1389"/>
                </a:lnTo>
                <a:lnTo>
                  <a:pt x="307" y="1387"/>
                </a:lnTo>
                <a:lnTo>
                  <a:pt x="306" y="1387"/>
                </a:lnTo>
                <a:lnTo>
                  <a:pt x="304" y="1386"/>
                </a:lnTo>
                <a:lnTo>
                  <a:pt x="303" y="1385"/>
                </a:lnTo>
                <a:lnTo>
                  <a:pt x="302" y="1384"/>
                </a:lnTo>
                <a:lnTo>
                  <a:pt x="301" y="1384"/>
                </a:lnTo>
                <a:lnTo>
                  <a:pt x="300" y="1384"/>
                </a:lnTo>
                <a:lnTo>
                  <a:pt x="299" y="1384"/>
                </a:lnTo>
                <a:lnTo>
                  <a:pt x="298" y="1384"/>
                </a:lnTo>
                <a:lnTo>
                  <a:pt x="296" y="1385"/>
                </a:lnTo>
                <a:lnTo>
                  <a:pt x="295" y="1385"/>
                </a:lnTo>
                <a:lnTo>
                  <a:pt x="294" y="1385"/>
                </a:lnTo>
                <a:lnTo>
                  <a:pt x="294" y="1384"/>
                </a:lnTo>
                <a:lnTo>
                  <a:pt x="294" y="1383"/>
                </a:lnTo>
                <a:lnTo>
                  <a:pt x="293" y="1382"/>
                </a:lnTo>
                <a:lnTo>
                  <a:pt x="292" y="1381"/>
                </a:lnTo>
                <a:lnTo>
                  <a:pt x="291" y="1380"/>
                </a:lnTo>
                <a:lnTo>
                  <a:pt x="291" y="1379"/>
                </a:lnTo>
                <a:lnTo>
                  <a:pt x="290" y="1379"/>
                </a:lnTo>
                <a:lnTo>
                  <a:pt x="289" y="1378"/>
                </a:lnTo>
                <a:lnTo>
                  <a:pt x="289" y="1377"/>
                </a:lnTo>
                <a:lnTo>
                  <a:pt x="288" y="1376"/>
                </a:lnTo>
                <a:lnTo>
                  <a:pt x="288" y="1375"/>
                </a:lnTo>
                <a:lnTo>
                  <a:pt x="286" y="1375"/>
                </a:lnTo>
                <a:lnTo>
                  <a:pt x="284" y="1375"/>
                </a:lnTo>
                <a:lnTo>
                  <a:pt x="284" y="1374"/>
                </a:lnTo>
                <a:lnTo>
                  <a:pt x="284" y="1373"/>
                </a:lnTo>
                <a:lnTo>
                  <a:pt x="283" y="1373"/>
                </a:lnTo>
                <a:lnTo>
                  <a:pt x="283" y="1374"/>
                </a:lnTo>
                <a:lnTo>
                  <a:pt x="282" y="1374"/>
                </a:lnTo>
                <a:lnTo>
                  <a:pt x="281" y="1374"/>
                </a:lnTo>
                <a:lnTo>
                  <a:pt x="280" y="1374"/>
                </a:lnTo>
                <a:lnTo>
                  <a:pt x="279" y="1373"/>
                </a:lnTo>
                <a:lnTo>
                  <a:pt x="279" y="1372"/>
                </a:lnTo>
                <a:lnTo>
                  <a:pt x="278" y="1371"/>
                </a:lnTo>
                <a:lnTo>
                  <a:pt x="277" y="1370"/>
                </a:lnTo>
                <a:lnTo>
                  <a:pt x="277" y="1369"/>
                </a:lnTo>
                <a:lnTo>
                  <a:pt x="277" y="1368"/>
                </a:lnTo>
                <a:lnTo>
                  <a:pt x="277" y="1367"/>
                </a:lnTo>
                <a:lnTo>
                  <a:pt x="278" y="1366"/>
                </a:lnTo>
                <a:lnTo>
                  <a:pt x="279" y="1366"/>
                </a:lnTo>
                <a:lnTo>
                  <a:pt x="279" y="1365"/>
                </a:lnTo>
                <a:lnTo>
                  <a:pt x="278" y="1364"/>
                </a:lnTo>
                <a:lnTo>
                  <a:pt x="278" y="1363"/>
                </a:lnTo>
                <a:lnTo>
                  <a:pt x="279" y="1362"/>
                </a:lnTo>
                <a:lnTo>
                  <a:pt x="279" y="1361"/>
                </a:lnTo>
                <a:lnTo>
                  <a:pt x="279" y="1360"/>
                </a:lnTo>
                <a:lnTo>
                  <a:pt x="279" y="1359"/>
                </a:lnTo>
                <a:lnTo>
                  <a:pt x="278" y="1358"/>
                </a:lnTo>
                <a:lnTo>
                  <a:pt x="277" y="1358"/>
                </a:lnTo>
                <a:lnTo>
                  <a:pt x="276" y="1357"/>
                </a:lnTo>
                <a:lnTo>
                  <a:pt x="275" y="1358"/>
                </a:lnTo>
                <a:lnTo>
                  <a:pt x="275" y="1359"/>
                </a:lnTo>
                <a:lnTo>
                  <a:pt x="275" y="1360"/>
                </a:lnTo>
                <a:lnTo>
                  <a:pt x="274" y="1360"/>
                </a:lnTo>
                <a:lnTo>
                  <a:pt x="273" y="1361"/>
                </a:lnTo>
                <a:lnTo>
                  <a:pt x="272" y="1362"/>
                </a:lnTo>
                <a:lnTo>
                  <a:pt x="271" y="1361"/>
                </a:lnTo>
                <a:lnTo>
                  <a:pt x="270" y="1361"/>
                </a:lnTo>
                <a:lnTo>
                  <a:pt x="269" y="1361"/>
                </a:lnTo>
                <a:lnTo>
                  <a:pt x="267" y="1362"/>
                </a:lnTo>
                <a:lnTo>
                  <a:pt x="266" y="1362"/>
                </a:lnTo>
                <a:lnTo>
                  <a:pt x="266" y="1363"/>
                </a:lnTo>
                <a:lnTo>
                  <a:pt x="266" y="1364"/>
                </a:lnTo>
                <a:lnTo>
                  <a:pt x="265" y="1364"/>
                </a:lnTo>
                <a:lnTo>
                  <a:pt x="265" y="1365"/>
                </a:lnTo>
                <a:lnTo>
                  <a:pt x="264" y="1365"/>
                </a:lnTo>
                <a:lnTo>
                  <a:pt x="262" y="1365"/>
                </a:lnTo>
                <a:lnTo>
                  <a:pt x="261" y="1364"/>
                </a:lnTo>
                <a:lnTo>
                  <a:pt x="260" y="1364"/>
                </a:lnTo>
                <a:lnTo>
                  <a:pt x="259" y="1364"/>
                </a:lnTo>
                <a:lnTo>
                  <a:pt x="258" y="1364"/>
                </a:lnTo>
                <a:lnTo>
                  <a:pt x="258" y="1365"/>
                </a:lnTo>
                <a:lnTo>
                  <a:pt x="258" y="1366"/>
                </a:lnTo>
                <a:lnTo>
                  <a:pt x="259" y="1367"/>
                </a:lnTo>
                <a:lnTo>
                  <a:pt x="259" y="1368"/>
                </a:lnTo>
                <a:lnTo>
                  <a:pt x="258" y="1368"/>
                </a:lnTo>
                <a:lnTo>
                  <a:pt x="258" y="1367"/>
                </a:lnTo>
                <a:lnTo>
                  <a:pt x="257" y="1367"/>
                </a:lnTo>
                <a:lnTo>
                  <a:pt x="255" y="1367"/>
                </a:lnTo>
                <a:lnTo>
                  <a:pt x="254" y="1367"/>
                </a:lnTo>
                <a:lnTo>
                  <a:pt x="253" y="1366"/>
                </a:lnTo>
                <a:lnTo>
                  <a:pt x="251" y="1366"/>
                </a:lnTo>
                <a:lnTo>
                  <a:pt x="250" y="1366"/>
                </a:lnTo>
                <a:lnTo>
                  <a:pt x="249" y="1366"/>
                </a:lnTo>
                <a:lnTo>
                  <a:pt x="248" y="1366"/>
                </a:lnTo>
                <a:lnTo>
                  <a:pt x="246" y="1366"/>
                </a:lnTo>
                <a:lnTo>
                  <a:pt x="246" y="1367"/>
                </a:lnTo>
                <a:lnTo>
                  <a:pt x="245" y="1367"/>
                </a:lnTo>
                <a:lnTo>
                  <a:pt x="245" y="1368"/>
                </a:lnTo>
                <a:lnTo>
                  <a:pt x="241" y="1368"/>
                </a:lnTo>
                <a:lnTo>
                  <a:pt x="240" y="1367"/>
                </a:lnTo>
                <a:lnTo>
                  <a:pt x="239" y="1367"/>
                </a:lnTo>
                <a:lnTo>
                  <a:pt x="239" y="1366"/>
                </a:lnTo>
                <a:lnTo>
                  <a:pt x="239" y="1365"/>
                </a:lnTo>
                <a:lnTo>
                  <a:pt x="240" y="1364"/>
                </a:lnTo>
                <a:lnTo>
                  <a:pt x="240" y="1363"/>
                </a:lnTo>
                <a:lnTo>
                  <a:pt x="239" y="1362"/>
                </a:lnTo>
                <a:lnTo>
                  <a:pt x="240" y="1360"/>
                </a:lnTo>
                <a:lnTo>
                  <a:pt x="240" y="1359"/>
                </a:lnTo>
                <a:lnTo>
                  <a:pt x="240" y="1358"/>
                </a:lnTo>
                <a:lnTo>
                  <a:pt x="240" y="1357"/>
                </a:lnTo>
                <a:lnTo>
                  <a:pt x="239" y="1356"/>
                </a:lnTo>
                <a:lnTo>
                  <a:pt x="239" y="1355"/>
                </a:lnTo>
                <a:lnTo>
                  <a:pt x="238" y="1354"/>
                </a:lnTo>
                <a:lnTo>
                  <a:pt x="236" y="1352"/>
                </a:lnTo>
                <a:lnTo>
                  <a:pt x="235" y="1351"/>
                </a:lnTo>
                <a:lnTo>
                  <a:pt x="235" y="1350"/>
                </a:lnTo>
                <a:lnTo>
                  <a:pt x="235" y="1348"/>
                </a:lnTo>
                <a:lnTo>
                  <a:pt x="234" y="1348"/>
                </a:lnTo>
                <a:lnTo>
                  <a:pt x="234" y="1347"/>
                </a:lnTo>
                <a:lnTo>
                  <a:pt x="233" y="1347"/>
                </a:lnTo>
                <a:lnTo>
                  <a:pt x="232" y="1347"/>
                </a:lnTo>
                <a:lnTo>
                  <a:pt x="231" y="1347"/>
                </a:lnTo>
                <a:lnTo>
                  <a:pt x="230" y="1347"/>
                </a:lnTo>
                <a:lnTo>
                  <a:pt x="229" y="1347"/>
                </a:lnTo>
                <a:lnTo>
                  <a:pt x="228" y="1348"/>
                </a:lnTo>
                <a:lnTo>
                  <a:pt x="227" y="1348"/>
                </a:lnTo>
                <a:lnTo>
                  <a:pt x="226" y="1348"/>
                </a:lnTo>
                <a:lnTo>
                  <a:pt x="225" y="1347"/>
                </a:lnTo>
                <a:lnTo>
                  <a:pt x="224" y="1347"/>
                </a:lnTo>
                <a:lnTo>
                  <a:pt x="223" y="1346"/>
                </a:lnTo>
                <a:lnTo>
                  <a:pt x="223" y="1345"/>
                </a:lnTo>
                <a:lnTo>
                  <a:pt x="222" y="1345"/>
                </a:lnTo>
                <a:lnTo>
                  <a:pt x="222" y="1344"/>
                </a:lnTo>
                <a:lnTo>
                  <a:pt x="222" y="1343"/>
                </a:lnTo>
                <a:lnTo>
                  <a:pt x="221" y="1343"/>
                </a:lnTo>
                <a:lnTo>
                  <a:pt x="221" y="1342"/>
                </a:lnTo>
                <a:lnTo>
                  <a:pt x="222" y="1342"/>
                </a:lnTo>
                <a:lnTo>
                  <a:pt x="222" y="1341"/>
                </a:lnTo>
                <a:lnTo>
                  <a:pt x="221" y="1341"/>
                </a:lnTo>
                <a:lnTo>
                  <a:pt x="221" y="1340"/>
                </a:lnTo>
                <a:lnTo>
                  <a:pt x="220" y="1340"/>
                </a:lnTo>
                <a:lnTo>
                  <a:pt x="220" y="1339"/>
                </a:lnTo>
                <a:lnTo>
                  <a:pt x="221" y="1339"/>
                </a:lnTo>
                <a:lnTo>
                  <a:pt x="221" y="1338"/>
                </a:lnTo>
                <a:lnTo>
                  <a:pt x="220" y="1337"/>
                </a:lnTo>
                <a:lnTo>
                  <a:pt x="220" y="1336"/>
                </a:lnTo>
                <a:lnTo>
                  <a:pt x="221" y="1336"/>
                </a:lnTo>
                <a:lnTo>
                  <a:pt x="222" y="1335"/>
                </a:lnTo>
                <a:lnTo>
                  <a:pt x="223" y="1335"/>
                </a:lnTo>
                <a:lnTo>
                  <a:pt x="223" y="1334"/>
                </a:lnTo>
                <a:lnTo>
                  <a:pt x="223" y="1333"/>
                </a:lnTo>
                <a:lnTo>
                  <a:pt x="224" y="1333"/>
                </a:lnTo>
                <a:lnTo>
                  <a:pt x="226" y="1333"/>
                </a:lnTo>
                <a:lnTo>
                  <a:pt x="227" y="1333"/>
                </a:lnTo>
                <a:lnTo>
                  <a:pt x="227" y="1332"/>
                </a:lnTo>
                <a:lnTo>
                  <a:pt x="227" y="1330"/>
                </a:lnTo>
                <a:lnTo>
                  <a:pt x="227" y="1328"/>
                </a:lnTo>
                <a:lnTo>
                  <a:pt x="227" y="1327"/>
                </a:lnTo>
                <a:lnTo>
                  <a:pt x="226" y="1327"/>
                </a:lnTo>
                <a:lnTo>
                  <a:pt x="226" y="1326"/>
                </a:lnTo>
                <a:lnTo>
                  <a:pt x="227" y="1326"/>
                </a:lnTo>
                <a:lnTo>
                  <a:pt x="228" y="1326"/>
                </a:lnTo>
                <a:lnTo>
                  <a:pt x="229" y="1326"/>
                </a:lnTo>
                <a:lnTo>
                  <a:pt x="231" y="1327"/>
                </a:lnTo>
                <a:lnTo>
                  <a:pt x="232" y="1326"/>
                </a:lnTo>
                <a:lnTo>
                  <a:pt x="231" y="1325"/>
                </a:lnTo>
                <a:lnTo>
                  <a:pt x="230" y="1324"/>
                </a:lnTo>
                <a:lnTo>
                  <a:pt x="230" y="1323"/>
                </a:lnTo>
                <a:lnTo>
                  <a:pt x="229" y="1322"/>
                </a:lnTo>
                <a:lnTo>
                  <a:pt x="228" y="1322"/>
                </a:lnTo>
                <a:lnTo>
                  <a:pt x="228" y="1320"/>
                </a:lnTo>
                <a:lnTo>
                  <a:pt x="227" y="1319"/>
                </a:lnTo>
                <a:lnTo>
                  <a:pt x="226" y="1318"/>
                </a:lnTo>
                <a:lnTo>
                  <a:pt x="225" y="1317"/>
                </a:lnTo>
                <a:lnTo>
                  <a:pt x="225" y="1316"/>
                </a:lnTo>
                <a:lnTo>
                  <a:pt x="224" y="1315"/>
                </a:lnTo>
                <a:lnTo>
                  <a:pt x="225" y="1314"/>
                </a:lnTo>
                <a:lnTo>
                  <a:pt x="225" y="1313"/>
                </a:lnTo>
                <a:lnTo>
                  <a:pt x="226" y="1312"/>
                </a:lnTo>
                <a:lnTo>
                  <a:pt x="226" y="1311"/>
                </a:lnTo>
                <a:lnTo>
                  <a:pt x="227" y="1310"/>
                </a:lnTo>
                <a:lnTo>
                  <a:pt x="228" y="1310"/>
                </a:lnTo>
                <a:lnTo>
                  <a:pt x="228" y="1309"/>
                </a:lnTo>
                <a:lnTo>
                  <a:pt x="229" y="1308"/>
                </a:lnTo>
                <a:lnTo>
                  <a:pt x="228" y="1307"/>
                </a:lnTo>
                <a:lnTo>
                  <a:pt x="228" y="1305"/>
                </a:lnTo>
                <a:lnTo>
                  <a:pt x="227" y="1304"/>
                </a:lnTo>
                <a:lnTo>
                  <a:pt x="226" y="1303"/>
                </a:lnTo>
                <a:lnTo>
                  <a:pt x="227" y="1302"/>
                </a:lnTo>
                <a:lnTo>
                  <a:pt x="227" y="1301"/>
                </a:lnTo>
                <a:lnTo>
                  <a:pt x="226" y="1301"/>
                </a:lnTo>
                <a:lnTo>
                  <a:pt x="225" y="1301"/>
                </a:lnTo>
                <a:lnTo>
                  <a:pt x="225" y="1300"/>
                </a:lnTo>
                <a:lnTo>
                  <a:pt x="225" y="1299"/>
                </a:lnTo>
                <a:lnTo>
                  <a:pt x="225" y="1298"/>
                </a:lnTo>
                <a:lnTo>
                  <a:pt x="224" y="1298"/>
                </a:lnTo>
                <a:lnTo>
                  <a:pt x="223" y="1297"/>
                </a:lnTo>
                <a:lnTo>
                  <a:pt x="222" y="1295"/>
                </a:lnTo>
                <a:lnTo>
                  <a:pt x="222" y="1294"/>
                </a:lnTo>
                <a:lnTo>
                  <a:pt x="221" y="1293"/>
                </a:lnTo>
                <a:lnTo>
                  <a:pt x="220" y="1292"/>
                </a:lnTo>
                <a:lnTo>
                  <a:pt x="220" y="1291"/>
                </a:lnTo>
                <a:lnTo>
                  <a:pt x="220" y="1290"/>
                </a:lnTo>
                <a:lnTo>
                  <a:pt x="220" y="1289"/>
                </a:lnTo>
                <a:lnTo>
                  <a:pt x="220" y="1288"/>
                </a:lnTo>
                <a:lnTo>
                  <a:pt x="219" y="1287"/>
                </a:lnTo>
                <a:lnTo>
                  <a:pt x="218" y="1286"/>
                </a:lnTo>
                <a:lnTo>
                  <a:pt x="218" y="1285"/>
                </a:lnTo>
                <a:lnTo>
                  <a:pt x="217" y="1285"/>
                </a:lnTo>
                <a:lnTo>
                  <a:pt x="216" y="1285"/>
                </a:lnTo>
                <a:lnTo>
                  <a:pt x="215" y="1284"/>
                </a:lnTo>
                <a:lnTo>
                  <a:pt x="214" y="1283"/>
                </a:lnTo>
                <a:lnTo>
                  <a:pt x="214" y="1282"/>
                </a:lnTo>
                <a:lnTo>
                  <a:pt x="213" y="1281"/>
                </a:lnTo>
                <a:lnTo>
                  <a:pt x="211" y="1280"/>
                </a:lnTo>
                <a:lnTo>
                  <a:pt x="210" y="1279"/>
                </a:lnTo>
                <a:lnTo>
                  <a:pt x="209" y="1278"/>
                </a:lnTo>
                <a:lnTo>
                  <a:pt x="208" y="1278"/>
                </a:lnTo>
                <a:lnTo>
                  <a:pt x="208" y="1277"/>
                </a:lnTo>
                <a:lnTo>
                  <a:pt x="207" y="1277"/>
                </a:lnTo>
                <a:lnTo>
                  <a:pt x="207" y="1276"/>
                </a:lnTo>
                <a:lnTo>
                  <a:pt x="206" y="1276"/>
                </a:lnTo>
                <a:lnTo>
                  <a:pt x="205" y="1276"/>
                </a:lnTo>
                <a:lnTo>
                  <a:pt x="204" y="1275"/>
                </a:lnTo>
                <a:lnTo>
                  <a:pt x="203" y="1275"/>
                </a:lnTo>
                <a:lnTo>
                  <a:pt x="203" y="1274"/>
                </a:lnTo>
                <a:lnTo>
                  <a:pt x="202" y="1274"/>
                </a:lnTo>
                <a:lnTo>
                  <a:pt x="202" y="1273"/>
                </a:lnTo>
                <a:lnTo>
                  <a:pt x="201" y="1273"/>
                </a:lnTo>
                <a:lnTo>
                  <a:pt x="200" y="1273"/>
                </a:lnTo>
                <a:lnTo>
                  <a:pt x="199" y="1273"/>
                </a:lnTo>
                <a:lnTo>
                  <a:pt x="198" y="1273"/>
                </a:lnTo>
                <a:lnTo>
                  <a:pt x="198" y="1272"/>
                </a:lnTo>
                <a:lnTo>
                  <a:pt x="197" y="1272"/>
                </a:lnTo>
                <a:lnTo>
                  <a:pt x="196" y="1271"/>
                </a:lnTo>
                <a:lnTo>
                  <a:pt x="195" y="1271"/>
                </a:lnTo>
                <a:lnTo>
                  <a:pt x="194" y="1271"/>
                </a:lnTo>
                <a:lnTo>
                  <a:pt x="193" y="1271"/>
                </a:lnTo>
                <a:lnTo>
                  <a:pt x="192" y="1271"/>
                </a:lnTo>
                <a:lnTo>
                  <a:pt x="191" y="1271"/>
                </a:lnTo>
                <a:lnTo>
                  <a:pt x="190" y="1271"/>
                </a:lnTo>
                <a:lnTo>
                  <a:pt x="189" y="1272"/>
                </a:lnTo>
                <a:lnTo>
                  <a:pt x="188" y="1272"/>
                </a:lnTo>
                <a:lnTo>
                  <a:pt x="188" y="1271"/>
                </a:lnTo>
                <a:lnTo>
                  <a:pt x="187" y="1271"/>
                </a:lnTo>
                <a:lnTo>
                  <a:pt x="184" y="1271"/>
                </a:lnTo>
                <a:lnTo>
                  <a:pt x="184" y="1272"/>
                </a:lnTo>
                <a:lnTo>
                  <a:pt x="183" y="1273"/>
                </a:lnTo>
                <a:lnTo>
                  <a:pt x="184" y="1274"/>
                </a:lnTo>
                <a:lnTo>
                  <a:pt x="183" y="1275"/>
                </a:lnTo>
                <a:lnTo>
                  <a:pt x="182" y="1275"/>
                </a:lnTo>
                <a:lnTo>
                  <a:pt x="181" y="1274"/>
                </a:lnTo>
                <a:lnTo>
                  <a:pt x="179" y="1274"/>
                </a:lnTo>
                <a:lnTo>
                  <a:pt x="179" y="1275"/>
                </a:lnTo>
                <a:lnTo>
                  <a:pt x="178" y="1276"/>
                </a:lnTo>
                <a:lnTo>
                  <a:pt x="177" y="1276"/>
                </a:lnTo>
                <a:lnTo>
                  <a:pt x="176" y="1275"/>
                </a:lnTo>
                <a:lnTo>
                  <a:pt x="175" y="1274"/>
                </a:lnTo>
                <a:lnTo>
                  <a:pt x="175" y="1273"/>
                </a:lnTo>
                <a:lnTo>
                  <a:pt x="175" y="1272"/>
                </a:lnTo>
                <a:lnTo>
                  <a:pt x="174" y="1271"/>
                </a:lnTo>
                <a:lnTo>
                  <a:pt x="174" y="1270"/>
                </a:lnTo>
                <a:lnTo>
                  <a:pt x="174" y="1269"/>
                </a:lnTo>
                <a:lnTo>
                  <a:pt x="173" y="1268"/>
                </a:lnTo>
                <a:lnTo>
                  <a:pt x="174" y="1268"/>
                </a:lnTo>
                <a:lnTo>
                  <a:pt x="174" y="1267"/>
                </a:lnTo>
                <a:lnTo>
                  <a:pt x="174" y="1266"/>
                </a:lnTo>
                <a:lnTo>
                  <a:pt x="174" y="1265"/>
                </a:lnTo>
                <a:lnTo>
                  <a:pt x="174" y="1264"/>
                </a:lnTo>
                <a:lnTo>
                  <a:pt x="174" y="1263"/>
                </a:lnTo>
                <a:lnTo>
                  <a:pt x="174" y="1262"/>
                </a:lnTo>
                <a:lnTo>
                  <a:pt x="174" y="1261"/>
                </a:lnTo>
                <a:lnTo>
                  <a:pt x="174" y="1260"/>
                </a:lnTo>
                <a:lnTo>
                  <a:pt x="173" y="1259"/>
                </a:lnTo>
                <a:lnTo>
                  <a:pt x="173" y="1258"/>
                </a:lnTo>
                <a:lnTo>
                  <a:pt x="171" y="1257"/>
                </a:lnTo>
                <a:lnTo>
                  <a:pt x="171" y="1255"/>
                </a:lnTo>
                <a:lnTo>
                  <a:pt x="171" y="1254"/>
                </a:lnTo>
                <a:lnTo>
                  <a:pt x="172" y="1254"/>
                </a:lnTo>
                <a:lnTo>
                  <a:pt x="173" y="1254"/>
                </a:lnTo>
                <a:lnTo>
                  <a:pt x="173" y="1253"/>
                </a:lnTo>
                <a:lnTo>
                  <a:pt x="172" y="1252"/>
                </a:lnTo>
                <a:lnTo>
                  <a:pt x="171" y="1252"/>
                </a:lnTo>
                <a:lnTo>
                  <a:pt x="170" y="1252"/>
                </a:lnTo>
                <a:lnTo>
                  <a:pt x="169" y="1252"/>
                </a:lnTo>
                <a:lnTo>
                  <a:pt x="168" y="1251"/>
                </a:lnTo>
                <a:lnTo>
                  <a:pt x="167" y="1251"/>
                </a:lnTo>
                <a:lnTo>
                  <a:pt x="166" y="1251"/>
                </a:lnTo>
                <a:lnTo>
                  <a:pt x="165" y="1251"/>
                </a:lnTo>
                <a:lnTo>
                  <a:pt x="164" y="1250"/>
                </a:lnTo>
                <a:lnTo>
                  <a:pt x="163" y="1250"/>
                </a:lnTo>
                <a:lnTo>
                  <a:pt x="162" y="1250"/>
                </a:lnTo>
                <a:lnTo>
                  <a:pt x="161" y="1250"/>
                </a:lnTo>
                <a:lnTo>
                  <a:pt x="160" y="1250"/>
                </a:lnTo>
                <a:lnTo>
                  <a:pt x="159" y="1250"/>
                </a:lnTo>
                <a:lnTo>
                  <a:pt x="158" y="1251"/>
                </a:lnTo>
                <a:lnTo>
                  <a:pt x="157" y="1251"/>
                </a:lnTo>
                <a:lnTo>
                  <a:pt x="156" y="1251"/>
                </a:lnTo>
                <a:lnTo>
                  <a:pt x="156" y="1250"/>
                </a:lnTo>
                <a:lnTo>
                  <a:pt x="155" y="1250"/>
                </a:lnTo>
                <a:lnTo>
                  <a:pt x="154" y="1250"/>
                </a:lnTo>
                <a:lnTo>
                  <a:pt x="152" y="1249"/>
                </a:lnTo>
                <a:lnTo>
                  <a:pt x="151" y="1249"/>
                </a:lnTo>
                <a:lnTo>
                  <a:pt x="151" y="1248"/>
                </a:lnTo>
                <a:lnTo>
                  <a:pt x="151" y="1247"/>
                </a:lnTo>
                <a:lnTo>
                  <a:pt x="151" y="1246"/>
                </a:lnTo>
                <a:lnTo>
                  <a:pt x="150" y="1245"/>
                </a:lnTo>
                <a:lnTo>
                  <a:pt x="149" y="1245"/>
                </a:lnTo>
                <a:lnTo>
                  <a:pt x="148" y="1245"/>
                </a:lnTo>
                <a:lnTo>
                  <a:pt x="147" y="1245"/>
                </a:lnTo>
                <a:lnTo>
                  <a:pt x="147" y="1246"/>
                </a:lnTo>
                <a:lnTo>
                  <a:pt x="146" y="1246"/>
                </a:lnTo>
                <a:lnTo>
                  <a:pt x="145" y="1246"/>
                </a:lnTo>
                <a:lnTo>
                  <a:pt x="144" y="1246"/>
                </a:lnTo>
                <a:lnTo>
                  <a:pt x="143" y="1246"/>
                </a:lnTo>
                <a:lnTo>
                  <a:pt x="143" y="1247"/>
                </a:lnTo>
                <a:lnTo>
                  <a:pt x="142" y="1247"/>
                </a:lnTo>
                <a:lnTo>
                  <a:pt x="141" y="1247"/>
                </a:lnTo>
                <a:lnTo>
                  <a:pt x="140" y="1246"/>
                </a:lnTo>
                <a:lnTo>
                  <a:pt x="139" y="1246"/>
                </a:lnTo>
                <a:lnTo>
                  <a:pt x="138" y="1246"/>
                </a:lnTo>
                <a:lnTo>
                  <a:pt x="137" y="1246"/>
                </a:lnTo>
                <a:lnTo>
                  <a:pt x="137" y="1247"/>
                </a:lnTo>
                <a:lnTo>
                  <a:pt x="136" y="1248"/>
                </a:lnTo>
                <a:lnTo>
                  <a:pt x="135" y="1248"/>
                </a:lnTo>
                <a:lnTo>
                  <a:pt x="134" y="1248"/>
                </a:lnTo>
                <a:lnTo>
                  <a:pt x="133" y="1248"/>
                </a:lnTo>
                <a:lnTo>
                  <a:pt x="132" y="1248"/>
                </a:lnTo>
                <a:lnTo>
                  <a:pt x="131" y="1248"/>
                </a:lnTo>
                <a:lnTo>
                  <a:pt x="131" y="1249"/>
                </a:lnTo>
                <a:lnTo>
                  <a:pt x="130" y="1249"/>
                </a:lnTo>
                <a:lnTo>
                  <a:pt x="129" y="1249"/>
                </a:lnTo>
                <a:lnTo>
                  <a:pt x="129" y="1250"/>
                </a:lnTo>
                <a:lnTo>
                  <a:pt x="129" y="1251"/>
                </a:lnTo>
                <a:lnTo>
                  <a:pt x="129" y="1252"/>
                </a:lnTo>
                <a:lnTo>
                  <a:pt x="130" y="1253"/>
                </a:lnTo>
                <a:lnTo>
                  <a:pt x="129" y="1253"/>
                </a:lnTo>
                <a:lnTo>
                  <a:pt x="128" y="1253"/>
                </a:lnTo>
                <a:lnTo>
                  <a:pt x="128" y="1254"/>
                </a:lnTo>
                <a:lnTo>
                  <a:pt x="127" y="1254"/>
                </a:lnTo>
                <a:lnTo>
                  <a:pt x="126" y="1254"/>
                </a:lnTo>
                <a:lnTo>
                  <a:pt x="126" y="1253"/>
                </a:lnTo>
                <a:lnTo>
                  <a:pt x="125" y="1253"/>
                </a:lnTo>
                <a:lnTo>
                  <a:pt x="125" y="1252"/>
                </a:lnTo>
                <a:lnTo>
                  <a:pt x="125" y="1251"/>
                </a:lnTo>
                <a:lnTo>
                  <a:pt x="124" y="1250"/>
                </a:lnTo>
                <a:lnTo>
                  <a:pt x="124" y="1249"/>
                </a:lnTo>
                <a:lnTo>
                  <a:pt x="123" y="1247"/>
                </a:lnTo>
                <a:lnTo>
                  <a:pt x="122" y="1246"/>
                </a:lnTo>
                <a:lnTo>
                  <a:pt x="122" y="1244"/>
                </a:lnTo>
                <a:lnTo>
                  <a:pt x="122" y="1243"/>
                </a:lnTo>
                <a:lnTo>
                  <a:pt x="122" y="1242"/>
                </a:lnTo>
                <a:lnTo>
                  <a:pt x="120" y="1242"/>
                </a:lnTo>
                <a:lnTo>
                  <a:pt x="118" y="1242"/>
                </a:lnTo>
                <a:lnTo>
                  <a:pt x="117" y="1242"/>
                </a:lnTo>
                <a:lnTo>
                  <a:pt x="117" y="1243"/>
                </a:lnTo>
                <a:lnTo>
                  <a:pt x="117" y="1244"/>
                </a:lnTo>
                <a:lnTo>
                  <a:pt x="116" y="1245"/>
                </a:lnTo>
                <a:lnTo>
                  <a:pt x="115" y="1245"/>
                </a:lnTo>
                <a:lnTo>
                  <a:pt x="114" y="1245"/>
                </a:lnTo>
                <a:lnTo>
                  <a:pt x="113" y="1245"/>
                </a:lnTo>
                <a:lnTo>
                  <a:pt x="112" y="1245"/>
                </a:lnTo>
                <a:lnTo>
                  <a:pt x="111" y="1244"/>
                </a:lnTo>
                <a:lnTo>
                  <a:pt x="110" y="1243"/>
                </a:lnTo>
                <a:lnTo>
                  <a:pt x="110" y="1242"/>
                </a:lnTo>
                <a:lnTo>
                  <a:pt x="110" y="1241"/>
                </a:lnTo>
                <a:lnTo>
                  <a:pt x="109" y="1240"/>
                </a:lnTo>
                <a:lnTo>
                  <a:pt x="109" y="1239"/>
                </a:lnTo>
                <a:lnTo>
                  <a:pt x="109" y="1238"/>
                </a:lnTo>
                <a:lnTo>
                  <a:pt x="108" y="1238"/>
                </a:lnTo>
                <a:lnTo>
                  <a:pt x="107" y="1238"/>
                </a:lnTo>
                <a:lnTo>
                  <a:pt x="107" y="1239"/>
                </a:lnTo>
                <a:lnTo>
                  <a:pt x="106" y="1239"/>
                </a:lnTo>
                <a:lnTo>
                  <a:pt x="105" y="1240"/>
                </a:lnTo>
                <a:lnTo>
                  <a:pt x="104" y="1240"/>
                </a:lnTo>
                <a:lnTo>
                  <a:pt x="103" y="1240"/>
                </a:lnTo>
                <a:lnTo>
                  <a:pt x="102" y="1241"/>
                </a:lnTo>
                <a:lnTo>
                  <a:pt x="102" y="1242"/>
                </a:lnTo>
                <a:lnTo>
                  <a:pt x="101" y="1242"/>
                </a:lnTo>
                <a:lnTo>
                  <a:pt x="101" y="1243"/>
                </a:lnTo>
                <a:lnTo>
                  <a:pt x="100" y="1243"/>
                </a:lnTo>
                <a:lnTo>
                  <a:pt x="99" y="1243"/>
                </a:lnTo>
                <a:lnTo>
                  <a:pt x="97" y="1244"/>
                </a:lnTo>
                <a:lnTo>
                  <a:pt x="96" y="1243"/>
                </a:lnTo>
                <a:lnTo>
                  <a:pt x="95" y="1242"/>
                </a:lnTo>
                <a:lnTo>
                  <a:pt x="94" y="1241"/>
                </a:lnTo>
                <a:lnTo>
                  <a:pt x="94" y="1240"/>
                </a:lnTo>
                <a:lnTo>
                  <a:pt x="94" y="1239"/>
                </a:lnTo>
                <a:lnTo>
                  <a:pt x="93" y="1239"/>
                </a:lnTo>
                <a:lnTo>
                  <a:pt x="92" y="1239"/>
                </a:lnTo>
                <a:lnTo>
                  <a:pt x="91" y="1240"/>
                </a:lnTo>
                <a:lnTo>
                  <a:pt x="91" y="1241"/>
                </a:lnTo>
                <a:lnTo>
                  <a:pt x="90" y="1240"/>
                </a:lnTo>
                <a:lnTo>
                  <a:pt x="90" y="1239"/>
                </a:lnTo>
                <a:lnTo>
                  <a:pt x="90" y="1236"/>
                </a:lnTo>
                <a:lnTo>
                  <a:pt x="89" y="1235"/>
                </a:lnTo>
                <a:lnTo>
                  <a:pt x="88" y="1235"/>
                </a:lnTo>
                <a:lnTo>
                  <a:pt x="87" y="1234"/>
                </a:lnTo>
                <a:lnTo>
                  <a:pt x="87" y="1233"/>
                </a:lnTo>
                <a:lnTo>
                  <a:pt x="87" y="1232"/>
                </a:lnTo>
                <a:lnTo>
                  <a:pt x="88" y="1232"/>
                </a:lnTo>
                <a:lnTo>
                  <a:pt x="88" y="1231"/>
                </a:lnTo>
                <a:lnTo>
                  <a:pt x="89" y="1231"/>
                </a:lnTo>
                <a:lnTo>
                  <a:pt x="90" y="1231"/>
                </a:lnTo>
                <a:lnTo>
                  <a:pt x="90" y="1230"/>
                </a:lnTo>
                <a:lnTo>
                  <a:pt x="90" y="1229"/>
                </a:lnTo>
                <a:lnTo>
                  <a:pt x="89" y="1229"/>
                </a:lnTo>
                <a:lnTo>
                  <a:pt x="89" y="1228"/>
                </a:lnTo>
                <a:lnTo>
                  <a:pt x="88" y="1227"/>
                </a:lnTo>
                <a:lnTo>
                  <a:pt x="89" y="1226"/>
                </a:lnTo>
                <a:lnTo>
                  <a:pt x="90" y="1226"/>
                </a:lnTo>
                <a:lnTo>
                  <a:pt x="90" y="1225"/>
                </a:lnTo>
                <a:lnTo>
                  <a:pt x="91" y="1224"/>
                </a:lnTo>
                <a:lnTo>
                  <a:pt x="91" y="1223"/>
                </a:lnTo>
                <a:lnTo>
                  <a:pt x="92" y="1223"/>
                </a:lnTo>
                <a:lnTo>
                  <a:pt x="92" y="1222"/>
                </a:lnTo>
                <a:lnTo>
                  <a:pt x="93" y="1222"/>
                </a:lnTo>
                <a:lnTo>
                  <a:pt x="94" y="1222"/>
                </a:lnTo>
                <a:lnTo>
                  <a:pt x="95" y="1222"/>
                </a:lnTo>
                <a:lnTo>
                  <a:pt x="96" y="1222"/>
                </a:lnTo>
                <a:lnTo>
                  <a:pt x="96" y="1223"/>
                </a:lnTo>
                <a:lnTo>
                  <a:pt x="97" y="1223"/>
                </a:lnTo>
                <a:lnTo>
                  <a:pt x="98" y="1224"/>
                </a:lnTo>
                <a:lnTo>
                  <a:pt x="99" y="1223"/>
                </a:lnTo>
                <a:lnTo>
                  <a:pt x="99" y="1222"/>
                </a:lnTo>
                <a:lnTo>
                  <a:pt x="99" y="1221"/>
                </a:lnTo>
                <a:lnTo>
                  <a:pt x="100" y="1221"/>
                </a:lnTo>
                <a:lnTo>
                  <a:pt x="101" y="1221"/>
                </a:lnTo>
                <a:lnTo>
                  <a:pt x="102" y="1221"/>
                </a:lnTo>
                <a:lnTo>
                  <a:pt x="102" y="1220"/>
                </a:lnTo>
                <a:lnTo>
                  <a:pt x="103" y="1220"/>
                </a:lnTo>
                <a:lnTo>
                  <a:pt x="103" y="1221"/>
                </a:lnTo>
                <a:lnTo>
                  <a:pt x="104" y="1222"/>
                </a:lnTo>
                <a:lnTo>
                  <a:pt x="104" y="1223"/>
                </a:lnTo>
                <a:lnTo>
                  <a:pt x="105" y="1223"/>
                </a:lnTo>
                <a:lnTo>
                  <a:pt x="106" y="1223"/>
                </a:lnTo>
                <a:lnTo>
                  <a:pt x="106" y="1222"/>
                </a:lnTo>
                <a:lnTo>
                  <a:pt x="107" y="1221"/>
                </a:lnTo>
                <a:lnTo>
                  <a:pt x="108" y="1220"/>
                </a:lnTo>
                <a:lnTo>
                  <a:pt x="109" y="1219"/>
                </a:lnTo>
                <a:lnTo>
                  <a:pt x="110" y="1219"/>
                </a:lnTo>
                <a:lnTo>
                  <a:pt x="111" y="1218"/>
                </a:lnTo>
                <a:lnTo>
                  <a:pt x="112" y="1218"/>
                </a:lnTo>
                <a:lnTo>
                  <a:pt x="113" y="1218"/>
                </a:lnTo>
                <a:lnTo>
                  <a:pt x="113" y="1219"/>
                </a:lnTo>
                <a:lnTo>
                  <a:pt x="114" y="1219"/>
                </a:lnTo>
                <a:lnTo>
                  <a:pt x="115" y="1220"/>
                </a:lnTo>
                <a:lnTo>
                  <a:pt x="115" y="1221"/>
                </a:lnTo>
                <a:lnTo>
                  <a:pt x="116" y="1221"/>
                </a:lnTo>
                <a:lnTo>
                  <a:pt x="116" y="1222"/>
                </a:lnTo>
                <a:lnTo>
                  <a:pt x="117" y="1222"/>
                </a:lnTo>
                <a:lnTo>
                  <a:pt x="118" y="1223"/>
                </a:lnTo>
                <a:lnTo>
                  <a:pt x="118" y="1224"/>
                </a:lnTo>
                <a:lnTo>
                  <a:pt x="118" y="1225"/>
                </a:lnTo>
                <a:lnTo>
                  <a:pt x="119" y="1225"/>
                </a:lnTo>
                <a:lnTo>
                  <a:pt x="120" y="1225"/>
                </a:lnTo>
                <a:lnTo>
                  <a:pt x="121" y="1225"/>
                </a:lnTo>
                <a:lnTo>
                  <a:pt x="122" y="1225"/>
                </a:lnTo>
                <a:lnTo>
                  <a:pt x="123" y="1225"/>
                </a:lnTo>
                <a:lnTo>
                  <a:pt x="124" y="1225"/>
                </a:lnTo>
                <a:lnTo>
                  <a:pt x="124" y="1224"/>
                </a:lnTo>
                <a:lnTo>
                  <a:pt x="125" y="1224"/>
                </a:lnTo>
                <a:lnTo>
                  <a:pt x="126" y="1224"/>
                </a:lnTo>
                <a:lnTo>
                  <a:pt x="127" y="1223"/>
                </a:lnTo>
                <a:lnTo>
                  <a:pt x="128" y="1223"/>
                </a:lnTo>
                <a:lnTo>
                  <a:pt x="128" y="1222"/>
                </a:lnTo>
                <a:lnTo>
                  <a:pt x="128" y="1221"/>
                </a:lnTo>
                <a:lnTo>
                  <a:pt x="129" y="1220"/>
                </a:lnTo>
                <a:lnTo>
                  <a:pt x="129" y="1219"/>
                </a:lnTo>
                <a:lnTo>
                  <a:pt x="130" y="1219"/>
                </a:lnTo>
                <a:lnTo>
                  <a:pt x="132" y="1218"/>
                </a:lnTo>
                <a:lnTo>
                  <a:pt x="133" y="1218"/>
                </a:lnTo>
                <a:lnTo>
                  <a:pt x="134" y="1218"/>
                </a:lnTo>
                <a:lnTo>
                  <a:pt x="135" y="1218"/>
                </a:lnTo>
                <a:lnTo>
                  <a:pt x="136" y="1218"/>
                </a:lnTo>
                <a:lnTo>
                  <a:pt x="137" y="1217"/>
                </a:lnTo>
                <a:lnTo>
                  <a:pt x="138" y="1217"/>
                </a:lnTo>
                <a:lnTo>
                  <a:pt x="139" y="1217"/>
                </a:lnTo>
                <a:lnTo>
                  <a:pt x="140" y="1216"/>
                </a:lnTo>
                <a:lnTo>
                  <a:pt x="142" y="1215"/>
                </a:lnTo>
                <a:lnTo>
                  <a:pt x="143" y="1215"/>
                </a:lnTo>
                <a:lnTo>
                  <a:pt x="144" y="1215"/>
                </a:lnTo>
                <a:lnTo>
                  <a:pt x="145" y="1215"/>
                </a:lnTo>
                <a:lnTo>
                  <a:pt x="146" y="1215"/>
                </a:lnTo>
                <a:lnTo>
                  <a:pt x="147" y="1214"/>
                </a:lnTo>
                <a:lnTo>
                  <a:pt x="147" y="1213"/>
                </a:lnTo>
                <a:lnTo>
                  <a:pt x="148" y="1211"/>
                </a:lnTo>
                <a:lnTo>
                  <a:pt x="148" y="1210"/>
                </a:lnTo>
                <a:lnTo>
                  <a:pt x="147" y="1209"/>
                </a:lnTo>
                <a:lnTo>
                  <a:pt x="147" y="1208"/>
                </a:lnTo>
                <a:lnTo>
                  <a:pt x="147" y="1207"/>
                </a:lnTo>
                <a:lnTo>
                  <a:pt x="148" y="1207"/>
                </a:lnTo>
                <a:lnTo>
                  <a:pt x="149" y="1206"/>
                </a:lnTo>
                <a:lnTo>
                  <a:pt x="149" y="1205"/>
                </a:lnTo>
                <a:lnTo>
                  <a:pt x="149" y="1204"/>
                </a:lnTo>
                <a:lnTo>
                  <a:pt x="148" y="1201"/>
                </a:lnTo>
                <a:lnTo>
                  <a:pt x="147" y="1200"/>
                </a:lnTo>
                <a:lnTo>
                  <a:pt x="146" y="1199"/>
                </a:lnTo>
                <a:lnTo>
                  <a:pt x="145" y="1199"/>
                </a:lnTo>
                <a:lnTo>
                  <a:pt x="144" y="1198"/>
                </a:lnTo>
                <a:lnTo>
                  <a:pt x="144" y="1197"/>
                </a:lnTo>
                <a:lnTo>
                  <a:pt x="143" y="1197"/>
                </a:lnTo>
                <a:lnTo>
                  <a:pt x="143" y="1196"/>
                </a:lnTo>
                <a:lnTo>
                  <a:pt x="142" y="1195"/>
                </a:lnTo>
                <a:lnTo>
                  <a:pt x="141" y="1195"/>
                </a:lnTo>
                <a:lnTo>
                  <a:pt x="140" y="1195"/>
                </a:lnTo>
                <a:lnTo>
                  <a:pt x="139" y="1196"/>
                </a:lnTo>
                <a:lnTo>
                  <a:pt x="138" y="1196"/>
                </a:lnTo>
                <a:lnTo>
                  <a:pt x="137" y="1196"/>
                </a:lnTo>
                <a:lnTo>
                  <a:pt x="136" y="1195"/>
                </a:lnTo>
                <a:lnTo>
                  <a:pt x="135" y="1195"/>
                </a:lnTo>
                <a:lnTo>
                  <a:pt x="136" y="1194"/>
                </a:lnTo>
                <a:lnTo>
                  <a:pt x="136" y="1193"/>
                </a:lnTo>
                <a:lnTo>
                  <a:pt x="135" y="1193"/>
                </a:lnTo>
                <a:lnTo>
                  <a:pt x="134" y="1192"/>
                </a:lnTo>
                <a:lnTo>
                  <a:pt x="132" y="1191"/>
                </a:lnTo>
                <a:lnTo>
                  <a:pt x="131" y="1191"/>
                </a:lnTo>
                <a:lnTo>
                  <a:pt x="130" y="1191"/>
                </a:lnTo>
                <a:lnTo>
                  <a:pt x="130" y="1190"/>
                </a:lnTo>
                <a:lnTo>
                  <a:pt x="130" y="1189"/>
                </a:lnTo>
                <a:lnTo>
                  <a:pt x="129" y="1189"/>
                </a:lnTo>
                <a:lnTo>
                  <a:pt x="129" y="1188"/>
                </a:lnTo>
                <a:lnTo>
                  <a:pt x="129" y="1186"/>
                </a:lnTo>
                <a:lnTo>
                  <a:pt x="129" y="1185"/>
                </a:lnTo>
                <a:lnTo>
                  <a:pt x="128" y="1184"/>
                </a:lnTo>
                <a:lnTo>
                  <a:pt x="128" y="1183"/>
                </a:lnTo>
                <a:lnTo>
                  <a:pt x="127" y="1182"/>
                </a:lnTo>
                <a:lnTo>
                  <a:pt x="126" y="1180"/>
                </a:lnTo>
                <a:lnTo>
                  <a:pt x="126" y="1179"/>
                </a:lnTo>
                <a:lnTo>
                  <a:pt x="127" y="1178"/>
                </a:lnTo>
                <a:lnTo>
                  <a:pt x="128" y="1178"/>
                </a:lnTo>
                <a:lnTo>
                  <a:pt x="128" y="1177"/>
                </a:lnTo>
                <a:lnTo>
                  <a:pt x="129" y="1177"/>
                </a:lnTo>
                <a:lnTo>
                  <a:pt x="128" y="1175"/>
                </a:lnTo>
                <a:lnTo>
                  <a:pt x="128" y="1174"/>
                </a:lnTo>
                <a:lnTo>
                  <a:pt x="129" y="1174"/>
                </a:lnTo>
                <a:lnTo>
                  <a:pt x="130" y="1174"/>
                </a:lnTo>
                <a:lnTo>
                  <a:pt x="131" y="1173"/>
                </a:lnTo>
                <a:lnTo>
                  <a:pt x="132" y="1172"/>
                </a:lnTo>
                <a:lnTo>
                  <a:pt x="133" y="1171"/>
                </a:lnTo>
                <a:lnTo>
                  <a:pt x="133" y="1170"/>
                </a:lnTo>
                <a:lnTo>
                  <a:pt x="134" y="1170"/>
                </a:lnTo>
                <a:lnTo>
                  <a:pt x="135" y="1169"/>
                </a:lnTo>
                <a:lnTo>
                  <a:pt x="136" y="1169"/>
                </a:lnTo>
                <a:lnTo>
                  <a:pt x="136" y="1168"/>
                </a:lnTo>
                <a:lnTo>
                  <a:pt x="136" y="1167"/>
                </a:lnTo>
                <a:lnTo>
                  <a:pt x="135" y="1166"/>
                </a:lnTo>
                <a:lnTo>
                  <a:pt x="134" y="1165"/>
                </a:lnTo>
                <a:lnTo>
                  <a:pt x="133" y="1165"/>
                </a:lnTo>
                <a:lnTo>
                  <a:pt x="132" y="1164"/>
                </a:lnTo>
                <a:lnTo>
                  <a:pt x="130" y="1163"/>
                </a:lnTo>
                <a:lnTo>
                  <a:pt x="129" y="1162"/>
                </a:lnTo>
                <a:lnTo>
                  <a:pt x="128" y="1162"/>
                </a:lnTo>
                <a:lnTo>
                  <a:pt x="128" y="1161"/>
                </a:lnTo>
                <a:lnTo>
                  <a:pt x="128" y="1160"/>
                </a:lnTo>
                <a:lnTo>
                  <a:pt x="129" y="1159"/>
                </a:lnTo>
                <a:lnTo>
                  <a:pt x="130" y="1158"/>
                </a:lnTo>
                <a:lnTo>
                  <a:pt x="130" y="1157"/>
                </a:lnTo>
                <a:lnTo>
                  <a:pt x="130" y="1156"/>
                </a:lnTo>
                <a:lnTo>
                  <a:pt x="129" y="1155"/>
                </a:lnTo>
                <a:lnTo>
                  <a:pt x="128" y="1154"/>
                </a:lnTo>
                <a:lnTo>
                  <a:pt x="128" y="1153"/>
                </a:lnTo>
                <a:lnTo>
                  <a:pt x="128" y="1152"/>
                </a:lnTo>
                <a:lnTo>
                  <a:pt x="128" y="1151"/>
                </a:lnTo>
                <a:lnTo>
                  <a:pt x="128" y="1150"/>
                </a:lnTo>
                <a:lnTo>
                  <a:pt x="128" y="1149"/>
                </a:lnTo>
                <a:lnTo>
                  <a:pt x="128" y="1148"/>
                </a:lnTo>
                <a:lnTo>
                  <a:pt x="128" y="1147"/>
                </a:lnTo>
                <a:lnTo>
                  <a:pt x="129" y="1145"/>
                </a:lnTo>
                <a:lnTo>
                  <a:pt x="129" y="1144"/>
                </a:lnTo>
                <a:lnTo>
                  <a:pt x="129" y="1143"/>
                </a:lnTo>
                <a:lnTo>
                  <a:pt x="129" y="1142"/>
                </a:lnTo>
                <a:lnTo>
                  <a:pt x="128" y="1142"/>
                </a:lnTo>
                <a:lnTo>
                  <a:pt x="127" y="1142"/>
                </a:lnTo>
                <a:lnTo>
                  <a:pt x="126" y="1142"/>
                </a:lnTo>
                <a:lnTo>
                  <a:pt x="125" y="1142"/>
                </a:lnTo>
                <a:lnTo>
                  <a:pt x="124" y="1142"/>
                </a:lnTo>
                <a:lnTo>
                  <a:pt x="123" y="1141"/>
                </a:lnTo>
                <a:lnTo>
                  <a:pt x="123" y="1140"/>
                </a:lnTo>
                <a:lnTo>
                  <a:pt x="123" y="1139"/>
                </a:lnTo>
                <a:lnTo>
                  <a:pt x="122" y="1138"/>
                </a:lnTo>
                <a:lnTo>
                  <a:pt x="121" y="1137"/>
                </a:lnTo>
                <a:lnTo>
                  <a:pt x="119" y="1135"/>
                </a:lnTo>
                <a:lnTo>
                  <a:pt x="119" y="1134"/>
                </a:lnTo>
                <a:lnTo>
                  <a:pt x="119" y="1133"/>
                </a:lnTo>
                <a:lnTo>
                  <a:pt x="119" y="1132"/>
                </a:lnTo>
                <a:lnTo>
                  <a:pt x="119" y="1130"/>
                </a:lnTo>
                <a:lnTo>
                  <a:pt x="118" y="1129"/>
                </a:lnTo>
                <a:lnTo>
                  <a:pt x="118" y="1127"/>
                </a:lnTo>
                <a:lnTo>
                  <a:pt x="119" y="1125"/>
                </a:lnTo>
                <a:lnTo>
                  <a:pt x="119" y="1122"/>
                </a:lnTo>
                <a:lnTo>
                  <a:pt x="118" y="1120"/>
                </a:lnTo>
                <a:lnTo>
                  <a:pt x="117" y="1118"/>
                </a:lnTo>
                <a:lnTo>
                  <a:pt x="117" y="1117"/>
                </a:lnTo>
                <a:lnTo>
                  <a:pt x="118" y="1116"/>
                </a:lnTo>
                <a:lnTo>
                  <a:pt x="118" y="1115"/>
                </a:lnTo>
                <a:lnTo>
                  <a:pt x="117" y="1113"/>
                </a:lnTo>
                <a:lnTo>
                  <a:pt x="117" y="1111"/>
                </a:lnTo>
                <a:lnTo>
                  <a:pt x="118" y="1109"/>
                </a:lnTo>
                <a:lnTo>
                  <a:pt x="119" y="1108"/>
                </a:lnTo>
                <a:lnTo>
                  <a:pt x="120" y="1108"/>
                </a:lnTo>
                <a:lnTo>
                  <a:pt x="121" y="1108"/>
                </a:lnTo>
                <a:lnTo>
                  <a:pt x="121" y="1107"/>
                </a:lnTo>
                <a:lnTo>
                  <a:pt x="121" y="1106"/>
                </a:lnTo>
                <a:lnTo>
                  <a:pt x="123" y="1105"/>
                </a:lnTo>
                <a:lnTo>
                  <a:pt x="123" y="1103"/>
                </a:lnTo>
                <a:lnTo>
                  <a:pt x="124" y="1102"/>
                </a:lnTo>
                <a:lnTo>
                  <a:pt x="124" y="1100"/>
                </a:lnTo>
                <a:lnTo>
                  <a:pt x="123" y="1098"/>
                </a:lnTo>
                <a:lnTo>
                  <a:pt x="123" y="1097"/>
                </a:lnTo>
                <a:lnTo>
                  <a:pt x="123" y="1096"/>
                </a:lnTo>
                <a:lnTo>
                  <a:pt x="123" y="1095"/>
                </a:lnTo>
                <a:lnTo>
                  <a:pt x="122" y="1095"/>
                </a:lnTo>
                <a:lnTo>
                  <a:pt x="121" y="1095"/>
                </a:lnTo>
                <a:lnTo>
                  <a:pt x="120" y="1095"/>
                </a:lnTo>
                <a:lnTo>
                  <a:pt x="119" y="1095"/>
                </a:lnTo>
                <a:lnTo>
                  <a:pt x="119" y="1094"/>
                </a:lnTo>
                <a:lnTo>
                  <a:pt x="118" y="1093"/>
                </a:lnTo>
                <a:lnTo>
                  <a:pt x="118" y="1092"/>
                </a:lnTo>
                <a:lnTo>
                  <a:pt x="117" y="1091"/>
                </a:lnTo>
                <a:lnTo>
                  <a:pt x="116" y="1090"/>
                </a:lnTo>
                <a:lnTo>
                  <a:pt x="115" y="1090"/>
                </a:lnTo>
                <a:lnTo>
                  <a:pt x="114" y="1090"/>
                </a:lnTo>
                <a:lnTo>
                  <a:pt x="112" y="1090"/>
                </a:lnTo>
                <a:lnTo>
                  <a:pt x="111" y="1090"/>
                </a:lnTo>
                <a:lnTo>
                  <a:pt x="110" y="1090"/>
                </a:lnTo>
                <a:lnTo>
                  <a:pt x="110" y="1089"/>
                </a:lnTo>
                <a:lnTo>
                  <a:pt x="109" y="1088"/>
                </a:lnTo>
                <a:lnTo>
                  <a:pt x="108" y="1088"/>
                </a:lnTo>
                <a:lnTo>
                  <a:pt x="108" y="1087"/>
                </a:lnTo>
                <a:lnTo>
                  <a:pt x="107" y="1087"/>
                </a:lnTo>
                <a:lnTo>
                  <a:pt x="106" y="1086"/>
                </a:lnTo>
                <a:lnTo>
                  <a:pt x="105" y="1086"/>
                </a:lnTo>
                <a:lnTo>
                  <a:pt x="105" y="1085"/>
                </a:lnTo>
                <a:lnTo>
                  <a:pt x="103" y="1084"/>
                </a:lnTo>
                <a:lnTo>
                  <a:pt x="102" y="1083"/>
                </a:lnTo>
                <a:lnTo>
                  <a:pt x="101" y="1083"/>
                </a:lnTo>
                <a:lnTo>
                  <a:pt x="101" y="1084"/>
                </a:lnTo>
                <a:lnTo>
                  <a:pt x="100" y="1084"/>
                </a:lnTo>
                <a:lnTo>
                  <a:pt x="99" y="1084"/>
                </a:lnTo>
                <a:lnTo>
                  <a:pt x="98" y="1083"/>
                </a:lnTo>
                <a:lnTo>
                  <a:pt x="97" y="1083"/>
                </a:lnTo>
                <a:lnTo>
                  <a:pt x="96" y="1083"/>
                </a:lnTo>
                <a:lnTo>
                  <a:pt x="95" y="1083"/>
                </a:lnTo>
                <a:lnTo>
                  <a:pt x="94" y="1082"/>
                </a:lnTo>
                <a:lnTo>
                  <a:pt x="93" y="1081"/>
                </a:lnTo>
                <a:lnTo>
                  <a:pt x="92" y="1081"/>
                </a:lnTo>
                <a:lnTo>
                  <a:pt x="92" y="1080"/>
                </a:lnTo>
                <a:lnTo>
                  <a:pt x="91" y="1080"/>
                </a:lnTo>
                <a:lnTo>
                  <a:pt x="90" y="1080"/>
                </a:lnTo>
                <a:lnTo>
                  <a:pt x="88" y="1080"/>
                </a:lnTo>
                <a:lnTo>
                  <a:pt x="87" y="1080"/>
                </a:lnTo>
                <a:lnTo>
                  <a:pt x="86" y="1080"/>
                </a:lnTo>
                <a:lnTo>
                  <a:pt x="84" y="1079"/>
                </a:lnTo>
                <a:lnTo>
                  <a:pt x="83" y="1079"/>
                </a:lnTo>
                <a:lnTo>
                  <a:pt x="82" y="1079"/>
                </a:lnTo>
                <a:lnTo>
                  <a:pt x="81" y="1078"/>
                </a:lnTo>
                <a:lnTo>
                  <a:pt x="80" y="1078"/>
                </a:lnTo>
                <a:lnTo>
                  <a:pt x="79" y="1078"/>
                </a:lnTo>
                <a:lnTo>
                  <a:pt x="77" y="1078"/>
                </a:lnTo>
                <a:lnTo>
                  <a:pt x="75" y="1078"/>
                </a:lnTo>
                <a:lnTo>
                  <a:pt x="74" y="1078"/>
                </a:lnTo>
                <a:lnTo>
                  <a:pt x="72" y="1078"/>
                </a:lnTo>
                <a:lnTo>
                  <a:pt x="71" y="1078"/>
                </a:lnTo>
                <a:lnTo>
                  <a:pt x="70" y="1078"/>
                </a:lnTo>
                <a:lnTo>
                  <a:pt x="68" y="1078"/>
                </a:lnTo>
                <a:lnTo>
                  <a:pt x="67" y="1078"/>
                </a:lnTo>
                <a:lnTo>
                  <a:pt x="65" y="1078"/>
                </a:lnTo>
                <a:lnTo>
                  <a:pt x="64" y="1078"/>
                </a:lnTo>
                <a:lnTo>
                  <a:pt x="63" y="1077"/>
                </a:lnTo>
                <a:lnTo>
                  <a:pt x="61" y="1077"/>
                </a:lnTo>
                <a:lnTo>
                  <a:pt x="60" y="1077"/>
                </a:lnTo>
                <a:lnTo>
                  <a:pt x="59" y="1076"/>
                </a:lnTo>
                <a:lnTo>
                  <a:pt x="58" y="1076"/>
                </a:lnTo>
                <a:lnTo>
                  <a:pt x="57" y="1077"/>
                </a:lnTo>
                <a:lnTo>
                  <a:pt x="57" y="1078"/>
                </a:lnTo>
                <a:lnTo>
                  <a:pt x="56" y="1078"/>
                </a:lnTo>
                <a:lnTo>
                  <a:pt x="56" y="1079"/>
                </a:lnTo>
                <a:lnTo>
                  <a:pt x="56" y="1080"/>
                </a:lnTo>
                <a:lnTo>
                  <a:pt x="56" y="1081"/>
                </a:lnTo>
                <a:lnTo>
                  <a:pt x="56" y="1082"/>
                </a:lnTo>
                <a:lnTo>
                  <a:pt x="55" y="1082"/>
                </a:lnTo>
                <a:lnTo>
                  <a:pt x="54" y="1083"/>
                </a:lnTo>
                <a:lnTo>
                  <a:pt x="53" y="1083"/>
                </a:lnTo>
                <a:lnTo>
                  <a:pt x="52" y="1083"/>
                </a:lnTo>
                <a:lnTo>
                  <a:pt x="52" y="1084"/>
                </a:lnTo>
                <a:lnTo>
                  <a:pt x="52" y="1085"/>
                </a:lnTo>
                <a:lnTo>
                  <a:pt x="51" y="1085"/>
                </a:lnTo>
                <a:lnTo>
                  <a:pt x="51" y="1086"/>
                </a:lnTo>
                <a:lnTo>
                  <a:pt x="52" y="1087"/>
                </a:lnTo>
                <a:lnTo>
                  <a:pt x="53" y="1089"/>
                </a:lnTo>
                <a:lnTo>
                  <a:pt x="53" y="1090"/>
                </a:lnTo>
                <a:lnTo>
                  <a:pt x="51" y="1090"/>
                </a:lnTo>
                <a:lnTo>
                  <a:pt x="50" y="1090"/>
                </a:lnTo>
                <a:lnTo>
                  <a:pt x="49" y="1090"/>
                </a:lnTo>
                <a:lnTo>
                  <a:pt x="48" y="1090"/>
                </a:lnTo>
                <a:lnTo>
                  <a:pt x="47" y="1091"/>
                </a:lnTo>
                <a:lnTo>
                  <a:pt x="46" y="1091"/>
                </a:lnTo>
                <a:lnTo>
                  <a:pt x="45" y="1091"/>
                </a:lnTo>
                <a:lnTo>
                  <a:pt x="44" y="1091"/>
                </a:lnTo>
                <a:lnTo>
                  <a:pt x="43" y="1090"/>
                </a:lnTo>
                <a:lnTo>
                  <a:pt x="42" y="1090"/>
                </a:lnTo>
                <a:lnTo>
                  <a:pt x="41" y="1091"/>
                </a:lnTo>
                <a:lnTo>
                  <a:pt x="40" y="1090"/>
                </a:lnTo>
                <a:lnTo>
                  <a:pt x="39" y="1090"/>
                </a:lnTo>
                <a:lnTo>
                  <a:pt x="38" y="1090"/>
                </a:lnTo>
                <a:lnTo>
                  <a:pt x="37" y="1089"/>
                </a:lnTo>
                <a:lnTo>
                  <a:pt x="37" y="1088"/>
                </a:lnTo>
                <a:lnTo>
                  <a:pt x="36" y="1087"/>
                </a:lnTo>
                <a:lnTo>
                  <a:pt x="36" y="1086"/>
                </a:lnTo>
                <a:lnTo>
                  <a:pt x="35" y="1086"/>
                </a:lnTo>
                <a:lnTo>
                  <a:pt x="34" y="1086"/>
                </a:lnTo>
                <a:lnTo>
                  <a:pt x="33" y="1086"/>
                </a:lnTo>
                <a:lnTo>
                  <a:pt x="32" y="1086"/>
                </a:lnTo>
                <a:lnTo>
                  <a:pt x="31" y="1085"/>
                </a:lnTo>
                <a:lnTo>
                  <a:pt x="30" y="1085"/>
                </a:lnTo>
                <a:lnTo>
                  <a:pt x="29" y="1084"/>
                </a:lnTo>
                <a:lnTo>
                  <a:pt x="28" y="1083"/>
                </a:lnTo>
                <a:lnTo>
                  <a:pt x="28" y="1082"/>
                </a:lnTo>
                <a:lnTo>
                  <a:pt x="28" y="1081"/>
                </a:lnTo>
                <a:lnTo>
                  <a:pt x="28" y="1080"/>
                </a:lnTo>
                <a:lnTo>
                  <a:pt x="27" y="1079"/>
                </a:lnTo>
                <a:lnTo>
                  <a:pt x="27" y="1078"/>
                </a:lnTo>
                <a:lnTo>
                  <a:pt x="26" y="1077"/>
                </a:lnTo>
                <a:lnTo>
                  <a:pt x="25" y="1076"/>
                </a:lnTo>
                <a:lnTo>
                  <a:pt x="25" y="1075"/>
                </a:lnTo>
                <a:lnTo>
                  <a:pt x="24" y="1073"/>
                </a:lnTo>
                <a:lnTo>
                  <a:pt x="24" y="1072"/>
                </a:lnTo>
                <a:lnTo>
                  <a:pt x="23" y="1072"/>
                </a:lnTo>
                <a:lnTo>
                  <a:pt x="23" y="1071"/>
                </a:lnTo>
                <a:lnTo>
                  <a:pt x="23" y="1070"/>
                </a:lnTo>
                <a:lnTo>
                  <a:pt x="23" y="1069"/>
                </a:lnTo>
                <a:lnTo>
                  <a:pt x="23" y="1068"/>
                </a:lnTo>
                <a:lnTo>
                  <a:pt x="23" y="1067"/>
                </a:lnTo>
                <a:lnTo>
                  <a:pt x="24" y="1067"/>
                </a:lnTo>
                <a:lnTo>
                  <a:pt x="24" y="1066"/>
                </a:lnTo>
                <a:lnTo>
                  <a:pt x="24" y="1065"/>
                </a:lnTo>
                <a:lnTo>
                  <a:pt x="23" y="1064"/>
                </a:lnTo>
                <a:lnTo>
                  <a:pt x="23" y="1063"/>
                </a:lnTo>
                <a:lnTo>
                  <a:pt x="22" y="1062"/>
                </a:lnTo>
                <a:lnTo>
                  <a:pt x="22" y="1061"/>
                </a:lnTo>
                <a:lnTo>
                  <a:pt x="21" y="1061"/>
                </a:lnTo>
                <a:lnTo>
                  <a:pt x="21" y="1060"/>
                </a:lnTo>
                <a:lnTo>
                  <a:pt x="21" y="1059"/>
                </a:lnTo>
                <a:lnTo>
                  <a:pt x="20" y="1059"/>
                </a:lnTo>
                <a:lnTo>
                  <a:pt x="19" y="1059"/>
                </a:lnTo>
                <a:lnTo>
                  <a:pt x="18" y="1058"/>
                </a:lnTo>
                <a:lnTo>
                  <a:pt x="18" y="1057"/>
                </a:lnTo>
                <a:lnTo>
                  <a:pt x="18" y="1056"/>
                </a:lnTo>
                <a:lnTo>
                  <a:pt x="18" y="1055"/>
                </a:lnTo>
                <a:lnTo>
                  <a:pt x="19" y="1054"/>
                </a:lnTo>
                <a:lnTo>
                  <a:pt x="19" y="1053"/>
                </a:lnTo>
                <a:lnTo>
                  <a:pt x="20" y="1053"/>
                </a:lnTo>
                <a:lnTo>
                  <a:pt x="20" y="1052"/>
                </a:lnTo>
                <a:lnTo>
                  <a:pt x="21" y="1051"/>
                </a:lnTo>
                <a:lnTo>
                  <a:pt x="22" y="1050"/>
                </a:lnTo>
                <a:lnTo>
                  <a:pt x="22" y="1049"/>
                </a:lnTo>
                <a:lnTo>
                  <a:pt x="24" y="1049"/>
                </a:lnTo>
                <a:lnTo>
                  <a:pt x="25" y="1049"/>
                </a:lnTo>
                <a:lnTo>
                  <a:pt x="26" y="1049"/>
                </a:lnTo>
                <a:lnTo>
                  <a:pt x="26" y="1050"/>
                </a:lnTo>
                <a:lnTo>
                  <a:pt x="27" y="1050"/>
                </a:lnTo>
                <a:lnTo>
                  <a:pt x="28" y="1049"/>
                </a:lnTo>
                <a:lnTo>
                  <a:pt x="28" y="1050"/>
                </a:lnTo>
                <a:lnTo>
                  <a:pt x="28" y="1051"/>
                </a:lnTo>
                <a:lnTo>
                  <a:pt x="29" y="1051"/>
                </a:lnTo>
                <a:lnTo>
                  <a:pt x="30" y="1050"/>
                </a:lnTo>
                <a:lnTo>
                  <a:pt x="31" y="1049"/>
                </a:lnTo>
                <a:lnTo>
                  <a:pt x="31" y="1048"/>
                </a:lnTo>
                <a:lnTo>
                  <a:pt x="31" y="1046"/>
                </a:lnTo>
                <a:lnTo>
                  <a:pt x="31" y="1045"/>
                </a:lnTo>
                <a:lnTo>
                  <a:pt x="31" y="1043"/>
                </a:lnTo>
                <a:lnTo>
                  <a:pt x="31" y="1042"/>
                </a:lnTo>
                <a:lnTo>
                  <a:pt x="30" y="1041"/>
                </a:lnTo>
                <a:lnTo>
                  <a:pt x="30" y="1040"/>
                </a:lnTo>
                <a:lnTo>
                  <a:pt x="29" y="1040"/>
                </a:lnTo>
                <a:lnTo>
                  <a:pt x="29" y="1039"/>
                </a:lnTo>
                <a:lnTo>
                  <a:pt x="28" y="1039"/>
                </a:lnTo>
                <a:lnTo>
                  <a:pt x="27" y="1039"/>
                </a:lnTo>
                <a:lnTo>
                  <a:pt x="26" y="1039"/>
                </a:lnTo>
                <a:lnTo>
                  <a:pt x="26" y="1040"/>
                </a:lnTo>
                <a:lnTo>
                  <a:pt x="25" y="1040"/>
                </a:lnTo>
                <a:lnTo>
                  <a:pt x="24" y="1040"/>
                </a:lnTo>
                <a:lnTo>
                  <a:pt x="23" y="1041"/>
                </a:lnTo>
                <a:lnTo>
                  <a:pt x="22" y="1041"/>
                </a:lnTo>
                <a:lnTo>
                  <a:pt x="21" y="1040"/>
                </a:lnTo>
                <a:lnTo>
                  <a:pt x="21" y="1039"/>
                </a:lnTo>
                <a:lnTo>
                  <a:pt x="21" y="1038"/>
                </a:lnTo>
                <a:lnTo>
                  <a:pt x="21" y="1037"/>
                </a:lnTo>
                <a:lnTo>
                  <a:pt x="20" y="1036"/>
                </a:lnTo>
                <a:lnTo>
                  <a:pt x="20" y="1035"/>
                </a:lnTo>
                <a:lnTo>
                  <a:pt x="19" y="1035"/>
                </a:lnTo>
                <a:lnTo>
                  <a:pt x="20" y="1034"/>
                </a:lnTo>
                <a:lnTo>
                  <a:pt x="20" y="1032"/>
                </a:lnTo>
                <a:lnTo>
                  <a:pt x="20" y="1031"/>
                </a:lnTo>
                <a:lnTo>
                  <a:pt x="19" y="1031"/>
                </a:lnTo>
                <a:lnTo>
                  <a:pt x="19" y="1030"/>
                </a:lnTo>
                <a:lnTo>
                  <a:pt x="19" y="1029"/>
                </a:lnTo>
                <a:lnTo>
                  <a:pt x="18" y="1029"/>
                </a:lnTo>
                <a:lnTo>
                  <a:pt x="17" y="1029"/>
                </a:lnTo>
                <a:lnTo>
                  <a:pt x="17" y="1028"/>
                </a:lnTo>
                <a:lnTo>
                  <a:pt x="17" y="1027"/>
                </a:lnTo>
                <a:lnTo>
                  <a:pt x="16" y="1027"/>
                </a:lnTo>
                <a:lnTo>
                  <a:pt x="15" y="1027"/>
                </a:lnTo>
                <a:lnTo>
                  <a:pt x="14" y="1027"/>
                </a:lnTo>
                <a:lnTo>
                  <a:pt x="14" y="1026"/>
                </a:lnTo>
                <a:lnTo>
                  <a:pt x="14" y="1025"/>
                </a:lnTo>
                <a:lnTo>
                  <a:pt x="14" y="1024"/>
                </a:lnTo>
                <a:lnTo>
                  <a:pt x="14" y="1023"/>
                </a:lnTo>
                <a:lnTo>
                  <a:pt x="13" y="1023"/>
                </a:lnTo>
                <a:lnTo>
                  <a:pt x="13" y="1022"/>
                </a:lnTo>
                <a:lnTo>
                  <a:pt x="13" y="1021"/>
                </a:lnTo>
                <a:lnTo>
                  <a:pt x="12" y="1020"/>
                </a:lnTo>
                <a:lnTo>
                  <a:pt x="12" y="1019"/>
                </a:lnTo>
                <a:lnTo>
                  <a:pt x="11" y="1019"/>
                </a:lnTo>
                <a:lnTo>
                  <a:pt x="11" y="1018"/>
                </a:lnTo>
                <a:lnTo>
                  <a:pt x="10" y="1018"/>
                </a:lnTo>
                <a:lnTo>
                  <a:pt x="9" y="1018"/>
                </a:lnTo>
                <a:lnTo>
                  <a:pt x="8" y="1019"/>
                </a:lnTo>
                <a:lnTo>
                  <a:pt x="7" y="1018"/>
                </a:lnTo>
                <a:lnTo>
                  <a:pt x="6" y="1018"/>
                </a:lnTo>
                <a:lnTo>
                  <a:pt x="6" y="1017"/>
                </a:lnTo>
                <a:lnTo>
                  <a:pt x="6" y="1016"/>
                </a:lnTo>
                <a:lnTo>
                  <a:pt x="6" y="1015"/>
                </a:lnTo>
                <a:lnTo>
                  <a:pt x="4" y="1015"/>
                </a:lnTo>
                <a:lnTo>
                  <a:pt x="4" y="1014"/>
                </a:lnTo>
                <a:lnTo>
                  <a:pt x="5" y="1014"/>
                </a:lnTo>
                <a:lnTo>
                  <a:pt x="5" y="1013"/>
                </a:lnTo>
                <a:lnTo>
                  <a:pt x="5" y="1012"/>
                </a:lnTo>
                <a:lnTo>
                  <a:pt x="5" y="1011"/>
                </a:lnTo>
                <a:lnTo>
                  <a:pt x="4" y="1011"/>
                </a:lnTo>
                <a:lnTo>
                  <a:pt x="4" y="1010"/>
                </a:lnTo>
                <a:lnTo>
                  <a:pt x="4" y="1009"/>
                </a:lnTo>
                <a:lnTo>
                  <a:pt x="5" y="1009"/>
                </a:lnTo>
                <a:lnTo>
                  <a:pt x="5" y="1007"/>
                </a:lnTo>
                <a:lnTo>
                  <a:pt x="3" y="1005"/>
                </a:lnTo>
                <a:lnTo>
                  <a:pt x="1" y="1004"/>
                </a:lnTo>
                <a:lnTo>
                  <a:pt x="0" y="1004"/>
                </a:lnTo>
                <a:lnTo>
                  <a:pt x="1" y="1004"/>
                </a:lnTo>
                <a:lnTo>
                  <a:pt x="2" y="1003"/>
                </a:lnTo>
                <a:lnTo>
                  <a:pt x="4" y="1003"/>
                </a:lnTo>
                <a:lnTo>
                  <a:pt x="5" y="1003"/>
                </a:lnTo>
                <a:lnTo>
                  <a:pt x="7" y="1002"/>
                </a:lnTo>
                <a:lnTo>
                  <a:pt x="8" y="1001"/>
                </a:lnTo>
                <a:lnTo>
                  <a:pt x="9" y="1000"/>
                </a:lnTo>
                <a:lnTo>
                  <a:pt x="9" y="998"/>
                </a:lnTo>
                <a:lnTo>
                  <a:pt x="9" y="997"/>
                </a:lnTo>
                <a:lnTo>
                  <a:pt x="9" y="996"/>
                </a:lnTo>
                <a:lnTo>
                  <a:pt x="10" y="996"/>
                </a:lnTo>
                <a:lnTo>
                  <a:pt x="11" y="995"/>
                </a:lnTo>
                <a:lnTo>
                  <a:pt x="12" y="995"/>
                </a:lnTo>
                <a:lnTo>
                  <a:pt x="13" y="995"/>
                </a:lnTo>
                <a:lnTo>
                  <a:pt x="14" y="995"/>
                </a:lnTo>
                <a:lnTo>
                  <a:pt x="18" y="995"/>
                </a:lnTo>
                <a:lnTo>
                  <a:pt x="20" y="996"/>
                </a:lnTo>
                <a:lnTo>
                  <a:pt x="21" y="996"/>
                </a:lnTo>
                <a:lnTo>
                  <a:pt x="22" y="996"/>
                </a:lnTo>
                <a:lnTo>
                  <a:pt x="23" y="996"/>
                </a:lnTo>
                <a:lnTo>
                  <a:pt x="25" y="995"/>
                </a:lnTo>
                <a:lnTo>
                  <a:pt x="26" y="995"/>
                </a:lnTo>
                <a:lnTo>
                  <a:pt x="29" y="995"/>
                </a:lnTo>
                <a:lnTo>
                  <a:pt x="30" y="995"/>
                </a:lnTo>
                <a:lnTo>
                  <a:pt x="32" y="994"/>
                </a:lnTo>
                <a:lnTo>
                  <a:pt x="33" y="994"/>
                </a:lnTo>
                <a:lnTo>
                  <a:pt x="34" y="993"/>
                </a:lnTo>
                <a:lnTo>
                  <a:pt x="34" y="992"/>
                </a:lnTo>
                <a:lnTo>
                  <a:pt x="35" y="990"/>
                </a:lnTo>
                <a:lnTo>
                  <a:pt x="36" y="989"/>
                </a:lnTo>
                <a:lnTo>
                  <a:pt x="36" y="988"/>
                </a:lnTo>
                <a:lnTo>
                  <a:pt x="35" y="988"/>
                </a:lnTo>
                <a:lnTo>
                  <a:pt x="35" y="987"/>
                </a:lnTo>
                <a:lnTo>
                  <a:pt x="36" y="987"/>
                </a:lnTo>
                <a:lnTo>
                  <a:pt x="36" y="986"/>
                </a:lnTo>
                <a:lnTo>
                  <a:pt x="37" y="986"/>
                </a:lnTo>
                <a:lnTo>
                  <a:pt x="38" y="985"/>
                </a:lnTo>
                <a:lnTo>
                  <a:pt x="38" y="984"/>
                </a:lnTo>
                <a:lnTo>
                  <a:pt x="38" y="983"/>
                </a:lnTo>
                <a:lnTo>
                  <a:pt x="40" y="983"/>
                </a:lnTo>
                <a:lnTo>
                  <a:pt x="40" y="982"/>
                </a:lnTo>
                <a:lnTo>
                  <a:pt x="41" y="982"/>
                </a:lnTo>
                <a:lnTo>
                  <a:pt x="41" y="981"/>
                </a:lnTo>
                <a:lnTo>
                  <a:pt x="41" y="980"/>
                </a:lnTo>
                <a:lnTo>
                  <a:pt x="41" y="979"/>
                </a:lnTo>
                <a:lnTo>
                  <a:pt x="41" y="978"/>
                </a:lnTo>
                <a:lnTo>
                  <a:pt x="40" y="976"/>
                </a:lnTo>
                <a:lnTo>
                  <a:pt x="40" y="975"/>
                </a:lnTo>
                <a:lnTo>
                  <a:pt x="39" y="974"/>
                </a:lnTo>
                <a:lnTo>
                  <a:pt x="39" y="973"/>
                </a:lnTo>
                <a:lnTo>
                  <a:pt x="39" y="972"/>
                </a:lnTo>
                <a:lnTo>
                  <a:pt x="39" y="971"/>
                </a:lnTo>
                <a:lnTo>
                  <a:pt x="39" y="970"/>
                </a:lnTo>
                <a:lnTo>
                  <a:pt x="38" y="970"/>
                </a:lnTo>
                <a:lnTo>
                  <a:pt x="38" y="969"/>
                </a:lnTo>
                <a:lnTo>
                  <a:pt x="38" y="968"/>
                </a:lnTo>
                <a:lnTo>
                  <a:pt x="37" y="968"/>
                </a:lnTo>
                <a:lnTo>
                  <a:pt x="37" y="967"/>
                </a:lnTo>
                <a:lnTo>
                  <a:pt x="36" y="967"/>
                </a:lnTo>
                <a:lnTo>
                  <a:pt x="35" y="967"/>
                </a:lnTo>
                <a:lnTo>
                  <a:pt x="34" y="966"/>
                </a:lnTo>
                <a:lnTo>
                  <a:pt x="33" y="965"/>
                </a:lnTo>
                <a:lnTo>
                  <a:pt x="32" y="965"/>
                </a:lnTo>
                <a:lnTo>
                  <a:pt x="32" y="966"/>
                </a:lnTo>
                <a:lnTo>
                  <a:pt x="31" y="966"/>
                </a:lnTo>
                <a:lnTo>
                  <a:pt x="31" y="965"/>
                </a:lnTo>
                <a:lnTo>
                  <a:pt x="31" y="963"/>
                </a:lnTo>
                <a:lnTo>
                  <a:pt x="31" y="961"/>
                </a:lnTo>
                <a:lnTo>
                  <a:pt x="31" y="960"/>
                </a:lnTo>
                <a:lnTo>
                  <a:pt x="32" y="959"/>
                </a:lnTo>
                <a:lnTo>
                  <a:pt x="33" y="957"/>
                </a:lnTo>
                <a:lnTo>
                  <a:pt x="34" y="956"/>
                </a:lnTo>
                <a:lnTo>
                  <a:pt x="35" y="955"/>
                </a:lnTo>
                <a:lnTo>
                  <a:pt x="36" y="955"/>
                </a:lnTo>
                <a:lnTo>
                  <a:pt x="37" y="954"/>
                </a:lnTo>
                <a:lnTo>
                  <a:pt x="38" y="954"/>
                </a:lnTo>
                <a:lnTo>
                  <a:pt x="38" y="953"/>
                </a:lnTo>
                <a:lnTo>
                  <a:pt x="38" y="952"/>
                </a:lnTo>
                <a:lnTo>
                  <a:pt x="38" y="951"/>
                </a:lnTo>
                <a:lnTo>
                  <a:pt x="38" y="950"/>
                </a:lnTo>
                <a:lnTo>
                  <a:pt x="37" y="949"/>
                </a:lnTo>
                <a:lnTo>
                  <a:pt x="37" y="948"/>
                </a:lnTo>
                <a:lnTo>
                  <a:pt x="38" y="948"/>
                </a:lnTo>
                <a:lnTo>
                  <a:pt x="38" y="947"/>
                </a:lnTo>
                <a:lnTo>
                  <a:pt x="39" y="946"/>
                </a:lnTo>
                <a:lnTo>
                  <a:pt x="40" y="945"/>
                </a:lnTo>
                <a:lnTo>
                  <a:pt x="40" y="944"/>
                </a:lnTo>
                <a:lnTo>
                  <a:pt x="41" y="944"/>
                </a:lnTo>
                <a:lnTo>
                  <a:pt x="41" y="943"/>
                </a:lnTo>
                <a:lnTo>
                  <a:pt x="42" y="942"/>
                </a:lnTo>
                <a:lnTo>
                  <a:pt x="43" y="941"/>
                </a:lnTo>
                <a:lnTo>
                  <a:pt x="43" y="940"/>
                </a:lnTo>
                <a:lnTo>
                  <a:pt x="43" y="939"/>
                </a:lnTo>
                <a:lnTo>
                  <a:pt x="42" y="939"/>
                </a:lnTo>
                <a:lnTo>
                  <a:pt x="41" y="939"/>
                </a:lnTo>
                <a:lnTo>
                  <a:pt x="40" y="939"/>
                </a:lnTo>
                <a:lnTo>
                  <a:pt x="40" y="938"/>
                </a:lnTo>
                <a:lnTo>
                  <a:pt x="41" y="938"/>
                </a:lnTo>
                <a:lnTo>
                  <a:pt x="42" y="938"/>
                </a:lnTo>
                <a:lnTo>
                  <a:pt x="44" y="936"/>
                </a:lnTo>
                <a:lnTo>
                  <a:pt x="45" y="936"/>
                </a:lnTo>
                <a:lnTo>
                  <a:pt x="46" y="935"/>
                </a:lnTo>
                <a:lnTo>
                  <a:pt x="46" y="934"/>
                </a:lnTo>
                <a:lnTo>
                  <a:pt x="47" y="932"/>
                </a:lnTo>
                <a:lnTo>
                  <a:pt x="48" y="931"/>
                </a:lnTo>
                <a:lnTo>
                  <a:pt x="49" y="931"/>
                </a:lnTo>
                <a:lnTo>
                  <a:pt x="50" y="931"/>
                </a:lnTo>
                <a:lnTo>
                  <a:pt x="51" y="932"/>
                </a:lnTo>
                <a:lnTo>
                  <a:pt x="52" y="932"/>
                </a:lnTo>
                <a:lnTo>
                  <a:pt x="53" y="932"/>
                </a:lnTo>
                <a:lnTo>
                  <a:pt x="54" y="932"/>
                </a:lnTo>
                <a:lnTo>
                  <a:pt x="55" y="932"/>
                </a:lnTo>
                <a:lnTo>
                  <a:pt x="56" y="930"/>
                </a:lnTo>
                <a:lnTo>
                  <a:pt x="57" y="930"/>
                </a:lnTo>
                <a:lnTo>
                  <a:pt x="60" y="929"/>
                </a:lnTo>
                <a:lnTo>
                  <a:pt x="62" y="929"/>
                </a:lnTo>
                <a:lnTo>
                  <a:pt x="63" y="928"/>
                </a:lnTo>
                <a:lnTo>
                  <a:pt x="64" y="928"/>
                </a:lnTo>
                <a:lnTo>
                  <a:pt x="66" y="928"/>
                </a:lnTo>
                <a:lnTo>
                  <a:pt x="68" y="928"/>
                </a:lnTo>
                <a:lnTo>
                  <a:pt x="69" y="928"/>
                </a:lnTo>
                <a:lnTo>
                  <a:pt x="70" y="928"/>
                </a:lnTo>
                <a:lnTo>
                  <a:pt x="70" y="929"/>
                </a:lnTo>
                <a:lnTo>
                  <a:pt x="70" y="930"/>
                </a:lnTo>
                <a:lnTo>
                  <a:pt x="71" y="930"/>
                </a:lnTo>
                <a:lnTo>
                  <a:pt x="72" y="930"/>
                </a:lnTo>
                <a:lnTo>
                  <a:pt x="73" y="929"/>
                </a:lnTo>
                <a:lnTo>
                  <a:pt x="74" y="930"/>
                </a:lnTo>
                <a:lnTo>
                  <a:pt x="75" y="930"/>
                </a:lnTo>
                <a:lnTo>
                  <a:pt x="76" y="931"/>
                </a:lnTo>
                <a:lnTo>
                  <a:pt x="77" y="931"/>
                </a:lnTo>
                <a:lnTo>
                  <a:pt x="78" y="931"/>
                </a:lnTo>
                <a:lnTo>
                  <a:pt x="81" y="929"/>
                </a:lnTo>
                <a:lnTo>
                  <a:pt x="83" y="927"/>
                </a:lnTo>
                <a:lnTo>
                  <a:pt x="85" y="926"/>
                </a:lnTo>
                <a:lnTo>
                  <a:pt x="86" y="925"/>
                </a:lnTo>
                <a:lnTo>
                  <a:pt x="87" y="923"/>
                </a:lnTo>
                <a:lnTo>
                  <a:pt x="89" y="922"/>
                </a:lnTo>
                <a:lnTo>
                  <a:pt x="91" y="920"/>
                </a:lnTo>
                <a:lnTo>
                  <a:pt x="94" y="919"/>
                </a:lnTo>
                <a:lnTo>
                  <a:pt x="94" y="918"/>
                </a:lnTo>
                <a:lnTo>
                  <a:pt x="95" y="918"/>
                </a:lnTo>
                <a:lnTo>
                  <a:pt x="96" y="916"/>
                </a:lnTo>
                <a:lnTo>
                  <a:pt x="97" y="915"/>
                </a:lnTo>
                <a:lnTo>
                  <a:pt x="98" y="913"/>
                </a:lnTo>
                <a:lnTo>
                  <a:pt x="100" y="912"/>
                </a:lnTo>
                <a:lnTo>
                  <a:pt x="101" y="912"/>
                </a:lnTo>
                <a:lnTo>
                  <a:pt x="102" y="912"/>
                </a:lnTo>
                <a:lnTo>
                  <a:pt x="103" y="912"/>
                </a:lnTo>
                <a:lnTo>
                  <a:pt x="104" y="913"/>
                </a:lnTo>
                <a:lnTo>
                  <a:pt x="105" y="913"/>
                </a:lnTo>
                <a:lnTo>
                  <a:pt x="106" y="913"/>
                </a:lnTo>
                <a:lnTo>
                  <a:pt x="107" y="911"/>
                </a:lnTo>
                <a:lnTo>
                  <a:pt x="107" y="910"/>
                </a:lnTo>
                <a:lnTo>
                  <a:pt x="108" y="909"/>
                </a:lnTo>
                <a:lnTo>
                  <a:pt x="109" y="907"/>
                </a:lnTo>
                <a:lnTo>
                  <a:pt x="108" y="906"/>
                </a:lnTo>
                <a:lnTo>
                  <a:pt x="109" y="905"/>
                </a:lnTo>
                <a:lnTo>
                  <a:pt x="110" y="905"/>
                </a:lnTo>
                <a:lnTo>
                  <a:pt x="113" y="905"/>
                </a:lnTo>
                <a:lnTo>
                  <a:pt x="114" y="905"/>
                </a:lnTo>
                <a:lnTo>
                  <a:pt x="116" y="905"/>
                </a:lnTo>
                <a:lnTo>
                  <a:pt x="118" y="905"/>
                </a:lnTo>
                <a:lnTo>
                  <a:pt x="120" y="905"/>
                </a:lnTo>
                <a:lnTo>
                  <a:pt x="121" y="906"/>
                </a:lnTo>
                <a:lnTo>
                  <a:pt x="123" y="907"/>
                </a:lnTo>
                <a:lnTo>
                  <a:pt x="125" y="907"/>
                </a:lnTo>
                <a:lnTo>
                  <a:pt x="126" y="906"/>
                </a:lnTo>
                <a:lnTo>
                  <a:pt x="127" y="906"/>
                </a:lnTo>
                <a:lnTo>
                  <a:pt x="127" y="905"/>
                </a:lnTo>
                <a:lnTo>
                  <a:pt x="127" y="904"/>
                </a:lnTo>
                <a:lnTo>
                  <a:pt x="125" y="904"/>
                </a:lnTo>
                <a:lnTo>
                  <a:pt x="125" y="903"/>
                </a:lnTo>
                <a:lnTo>
                  <a:pt x="123" y="902"/>
                </a:lnTo>
                <a:lnTo>
                  <a:pt x="123" y="901"/>
                </a:lnTo>
                <a:lnTo>
                  <a:pt x="122" y="900"/>
                </a:lnTo>
                <a:lnTo>
                  <a:pt x="121" y="899"/>
                </a:lnTo>
                <a:lnTo>
                  <a:pt x="120" y="898"/>
                </a:lnTo>
                <a:lnTo>
                  <a:pt x="118" y="897"/>
                </a:lnTo>
                <a:lnTo>
                  <a:pt x="117" y="896"/>
                </a:lnTo>
                <a:lnTo>
                  <a:pt x="117" y="895"/>
                </a:lnTo>
                <a:lnTo>
                  <a:pt x="117" y="894"/>
                </a:lnTo>
                <a:lnTo>
                  <a:pt x="118" y="894"/>
                </a:lnTo>
                <a:lnTo>
                  <a:pt x="119" y="893"/>
                </a:lnTo>
                <a:lnTo>
                  <a:pt x="119" y="892"/>
                </a:lnTo>
                <a:lnTo>
                  <a:pt x="119" y="890"/>
                </a:lnTo>
                <a:lnTo>
                  <a:pt x="119" y="889"/>
                </a:lnTo>
                <a:lnTo>
                  <a:pt x="120" y="888"/>
                </a:lnTo>
                <a:lnTo>
                  <a:pt x="121" y="887"/>
                </a:lnTo>
                <a:lnTo>
                  <a:pt x="122" y="887"/>
                </a:lnTo>
                <a:lnTo>
                  <a:pt x="123" y="888"/>
                </a:lnTo>
                <a:lnTo>
                  <a:pt x="125" y="888"/>
                </a:lnTo>
                <a:lnTo>
                  <a:pt x="126" y="889"/>
                </a:lnTo>
                <a:lnTo>
                  <a:pt x="127" y="889"/>
                </a:lnTo>
                <a:lnTo>
                  <a:pt x="129" y="891"/>
                </a:lnTo>
                <a:lnTo>
                  <a:pt x="131" y="892"/>
                </a:lnTo>
                <a:lnTo>
                  <a:pt x="132" y="893"/>
                </a:lnTo>
                <a:lnTo>
                  <a:pt x="133" y="894"/>
                </a:lnTo>
                <a:lnTo>
                  <a:pt x="134" y="894"/>
                </a:lnTo>
                <a:lnTo>
                  <a:pt x="135" y="894"/>
                </a:lnTo>
                <a:lnTo>
                  <a:pt x="136" y="894"/>
                </a:lnTo>
                <a:lnTo>
                  <a:pt x="137" y="893"/>
                </a:lnTo>
                <a:lnTo>
                  <a:pt x="139" y="894"/>
                </a:lnTo>
                <a:lnTo>
                  <a:pt x="140" y="895"/>
                </a:lnTo>
                <a:lnTo>
                  <a:pt x="142" y="895"/>
                </a:lnTo>
                <a:lnTo>
                  <a:pt x="144" y="895"/>
                </a:lnTo>
                <a:lnTo>
                  <a:pt x="145" y="895"/>
                </a:lnTo>
                <a:lnTo>
                  <a:pt x="146" y="895"/>
                </a:lnTo>
                <a:lnTo>
                  <a:pt x="147" y="893"/>
                </a:lnTo>
                <a:lnTo>
                  <a:pt x="148" y="893"/>
                </a:lnTo>
                <a:lnTo>
                  <a:pt x="149" y="893"/>
                </a:lnTo>
                <a:lnTo>
                  <a:pt x="150" y="894"/>
                </a:lnTo>
                <a:lnTo>
                  <a:pt x="152" y="894"/>
                </a:lnTo>
                <a:lnTo>
                  <a:pt x="153" y="895"/>
                </a:lnTo>
                <a:lnTo>
                  <a:pt x="154" y="895"/>
                </a:lnTo>
                <a:lnTo>
                  <a:pt x="156" y="895"/>
                </a:lnTo>
                <a:lnTo>
                  <a:pt x="157" y="895"/>
                </a:lnTo>
                <a:lnTo>
                  <a:pt x="158" y="893"/>
                </a:lnTo>
                <a:lnTo>
                  <a:pt x="159" y="892"/>
                </a:lnTo>
                <a:lnTo>
                  <a:pt x="160" y="891"/>
                </a:lnTo>
                <a:lnTo>
                  <a:pt x="161" y="891"/>
                </a:lnTo>
                <a:lnTo>
                  <a:pt x="162" y="890"/>
                </a:lnTo>
                <a:lnTo>
                  <a:pt x="163" y="890"/>
                </a:lnTo>
                <a:lnTo>
                  <a:pt x="163" y="889"/>
                </a:lnTo>
                <a:lnTo>
                  <a:pt x="165" y="887"/>
                </a:lnTo>
                <a:lnTo>
                  <a:pt x="166" y="886"/>
                </a:lnTo>
                <a:lnTo>
                  <a:pt x="167" y="886"/>
                </a:lnTo>
                <a:lnTo>
                  <a:pt x="169" y="885"/>
                </a:lnTo>
                <a:lnTo>
                  <a:pt x="170" y="884"/>
                </a:lnTo>
                <a:lnTo>
                  <a:pt x="172" y="884"/>
                </a:lnTo>
                <a:lnTo>
                  <a:pt x="173" y="884"/>
                </a:lnTo>
                <a:lnTo>
                  <a:pt x="174" y="883"/>
                </a:lnTo>
                <a:lnTo>
                  <a:pt x="175" y="882"/>
                </a:lnTo>
                <a:lnTo>
                  <a:pt x="176" y="881"/>
                </a:lnTo>
                <a:lnTo>
                  <a:pt x="177" y="880"/>
                </a:lnTo>
                <a:lnTo>
                  <a:pt x="178" y="879"/>
                </a:lnTo>
                <a:lnTo>
                  <a:pt x="180" y="878"/>
                </a:lnTo>
                <a:lnTo>
                  <a:pt x="182" y="876"/>
                </a:lnTo>
                <a:lnTo>
                  <a:pt x="184" y="875"/>
                </a:lnTo>
                <a:lnTo>
                  <a:pt x="185" y="874"/>
                </a:lnTo>
                <a:lnTo>
                  <a:pt x="187" y="873"/>
                </a:lnTo>
                <a:lnTo>
                  <a:pt x="188" y="873"/>
                </a:lnTo>
                <a:lnTo>
                  <a:pt x="189" y="873"/>
                </a:lnTo>
                <a:lnTo>
                  <a:pt x="190" y="873"/>
                </a:lnTo>
                <a:lnTo>
                  <a:pt x="190" y="874"/>
                </a:lnTo>
                <a:lnTo>
                  <a:pt x="191" y="875"/>
                </a:lnTo>
                <a:lnTo>
                  <a:pt x="191" y="876"/>
                </a:lnTo>
                <a:lnTo>
                  <a:pt x="192" y="876"/>
                </a:lnTo>
                <a:lnTo>
                  <a:pt x="193" y="877"/>
                </a:lnTo>
                <a:lnTo>
                  <a:pt x="192" y="877"/>
                </a:lnTo>
                <a:lnTo>
                  <a:pt x="192" y="878"/>
                </a:lnTo>
                <a:lnTo>
                  <a:pt x="192" y="880"/>
                </a:lnTo>
                <a:lnTo>
                  <a:pt x="192" y="881"/>
                </a:lnTo>
                <a:lnTo>
                  <a:pt x="192" y="883"/>
                </a:lnTo>
                <a:lnTo>
                  <a:pt x="192" y="884"/>
                </a:lnTo>
                <a:lnTo>
                  <a:pt x="192" y="885"/>
                </a:lnTo>
                <a:lnTo>
                  <a:pt x="193" y="886"/>
                </a:lnTo>
                <a:lnTo>
                  <a:pt x="194" y="888"/>
                </a:lnTo>
                <a:lnTo>
                  <a:pt x="195" y="889"/>
                </a:lnTo>
                <a:lnTo>
                  <a:pt x="196" y="889"/>
                </a:lnTo>
                <a:lnTo>
                  <a:pt x="197" y="890"/>
                </a:lnTo>
                <a:lnTo>
                  <a:pt x="198" y="890"/>
                </a:lnTo>
                <a:lnTo>
                  <a:pt x="199" y="891"/>
                </a:lnTo>
                <a:lnTo>
                  <a:pt x="200" y="891"/>
                </a:lnTo>
                <a:lnTo>
                  <a:pt x="201" y="892"/>
                </a:lnTo>
                <a:lnTo>
                  <a:pt x="201" y="893"/>
                </a:lnTo>
                <a:lnTo>
                  <a:pt x="200" y="894"/>
                </a:lnTo>
                <a:lnTo>
                  <a:pt x="200" y="895"/>
                </a:lnTo>
                <a:lnTo>
                  <a:pt x="199" y="896"/>
                </a:lnTo>
                <a:lnTo>
                  <a:pt x="198" y="897"/>
                </a:lnTo>
                <a:lnTo>
                  <a:pt x="197" y="898"/>
                </a:lnTo>
                <a:lnTo>
                  <a:pt x="197" y="899"/>
                </a:lnTo>
                <a:lnTo>
                  <a:pt x="196" y="899"/>
                </a:lnTo>
                <a:lnTo>
                  <a:pt x="196" y="900"/>
                </a:lnTo>
                <a:lnTo>
                  <a:pt x="196" y="901"/>
                </a:lnTo>
                <a:lnTo>
                  <a:pt x="196" y="902"/>
                </a:lnTo>
                <a:lnTo>
                  <a:pt x="196" y="903"/>
                </a:lnTo>
                <a:lnTo>
                  <a:pt x="196" y="904"/>
                </a:lnTo>
                <a:lnTo>
                  <a:pt x="197" y="905"/>
                </a:lnTo>
                <a:lnTo>
                  <a:pt x="197" y="906"/>
                </a:lnTo>
                <a:lnTo>
                  <a:pt x="198" y="908"/>
                </a:lnTo>
                <a:lnTo>
                  <a:pt x="199" y="908"/>
                </a:lnTo>
                <a:lnTo>
                  <a:pt x="199" y="909"/>
                </a:lnTo>
                <a:lnTo>
                  <a:pt x="199" y="910"/>
                </a:lnTo>
                <a:lnTo>
                  <a:pt x="198" y="910"/>
                </a:lnTo>
                <a:lnTo>
                  <a:pt x="198" y="911"/>
                </a:lnTo>
                <a:lnTo>
                  <a:pt x="199" y="911"/>
                </a:lnTo>
                <a:lnTo>
                  <a:pt x="199" y="912"/>
                </a:lnTo>
                <a:lnTo>
                  <a:pt x="200" y="912"/>
                </a:lnTo>
                <a:lnTo>
                  <a:pt x="200" y="911"/>
                </a:lnTo>
                <a:lnTo>
                  <a:pt x="201" y="911"/>
                </a:lnTo>
                <a:lnTo>
                  <a:pt x="202" y="910"/>
                </a:lnTo>
                <a:lnTo>
                  <a:pt x="203" y="910"/>
                </a:lnTo>
                <a:lnTo>
                  <a:pt x="204" y="910"/>
                </a:lnTo>
                <a:lnTo>
                  <a:pt x="205" y="910"/>
                </a:lnTo>
                <a:lnTo>
                  <a:pt x="206" y="910"/>
                </a:lnTo>
                <a:lnTo>
                  <a:pt x="207" y="909"/>
                </a:lnTo>
                <a:lnTo>
                  <a:pt x="209" y="908"/>
                </a:lnTo>
                <a:lnTo>
                  <a:pt x="210" y="907"/>
                </a:lnTo>
                <a:lnTo>
                  <a:pt x="210" y="908"/>
                </a:lnTo>
                <a:lnTo>
                  <a:pt x="211" y="908"/>
                </a:lnTo>
                <a:lnTo>
                  <a:pt x="212" y="909"/>
                </a:lnTo>
                <a:lnTo>
                  <a:pt x="213" y="909"/>
                </a:lnTo>
                <a:lnTo>
                  <a:pt x="214" y="909"/>
                </a:lnTo>
                <a:lnTo>
                  <a:pt x="215" y="909"/>
                </a:lnTo>
                <a:lnTo>
                  <a:pt x="216" y="909"/>
                </a:lnTo>
                <a:lnTo>
                  <a:pt x="217" y="909"/>
                </a:lnTo>
                <a:lnTo>
                  <a:pt x="217" y="910"/>
                </a:lnTo>
                <a:lnTo>
                  <a:pt x="218" y="911"/>
                </a:lnTo>
                <a:lnTo>
                  <a:pt x="219" y="911"/>
                </a:lnTo>
                <a:lnTo>
                  <a:pt x="219" y="910"/>
                </a:lnTo>
                <a:lnTo>
                  <a:pt x="219" y="908"/>
                </a:lnTo>
                <a:lnTo>
                  <a:pt x="219" y="907"/>
                </a:lnTo>
                <a:lnTo>
                  <a:pt x="219" y="906"/>
                </a:lnTo>
                <a:lnTo>
                  <a:pt x="220" y="906"/>
                </a:lnTo>
                <a:lnTo>
                  <a:pt x="221" y="904"/>
                </a:lnTo>
                <a:lnTo>
                  <a:pt x="222" y="904"/>
                </a:lnTo>
                <a:lnTo>
                  <a:pt x="222" y="903"/>
                </a:lnTo>
                <a:lnTo>
                  <a:pt x="221" y="902"/>
                </a:lnTo>
                <a:lnTo>
                  <a:pt x="222" y="902"/>
                </a:lnTo>
                <a:lnTo>
                  <a:pt x="223" y="902"/>
                </a:lnTo>
                <a:lnTo>
                  <a:pt x="224" y="901"/>
                </a:lnTo>
                <a:lnTo>
                  <a:pt x="225" y="902"/>
                </a:lnTo>
                <a:lnTo>
                  <a:pt x="225" y="903"/>
                </a:lnTo>
                <a:lnTo>
                  <a:pt x="227" y="903"/>
                </a:lnTo>
                <a:lnTo>
                  <a:pt x="227" y="904"/>
                </a:lnTo>
                <a:lnTo>
                  <a:pt x="228" y="904"/>
                </a:lnTo>
                <a:lnTo>
                  <a:pt x="229" y="904"/>
                </a:lnTo>
                <a:lnTo>
                  <a:pt x="230" y="904"/>
                </a:lnTo>
                <a:lnTo>
                  <a:pt x="229" y="902"/>
                </a:lnTo>
                <a:lnTo>
                  <a:pt x="229" y="901"/>
                </a:lnTo>
                <a:lnTo>
                  <a:pt x="230" y="901"/>
                </a:lnTo>
                <a:lnTo>
                  <a:pt x="231" y="900"/>
                </a:lnTo>
                <a:lnTo>
                  <a:pt x="232" y="900"/>
                </a:lnTo>
                <a:lnTo>
                  <a:pt x="234" y="900"/>
                </a:lnTo>
                <a:lnTo>
                  <a:pt x="234" y="901"/>
                </a:lnTo>
                <a:lnTo>
                  <a:pt x="235" y="900"/>
                </a:lnTo>
                <a:lnTo>
                  <a:pt x="236" y="900"/>
                </a:lnTo>
                <a:lnTo>
                  <a:pt x="238" y="900"/>
                </a:lnTo>
                <a:lnTo>
                  <a:pt x="239" y="900"/>
                </a:lnTo>
                <a:lnTo>
                  <a:pt x="240" y="901"/>
                </a:lnTo>
                <a:lnTo>
                  <a:pt x="241" y="902"/>
                </a:lnTo>
                <a:lnTo>
                  <a:pt x="242" y="901"/>
                </a:lnTo>
                <a:lnTo>
                  <a:pt x="243" y="901"/>
                </a:lnTo>
                <a:lnTo>
                  <a:pt x="244" y="900"/>
                </a:lnTo>
                <a:lnTo>
                  <a:pt x="246" y="899"/>
                </a:lnTo>
                <a:lnTo>
                  <a:pt x="246" y="898"/>
                </a:lnTo>
                <a:lnTo>
                  <a:pt x="247" y="898"/>
                </a:lnTo>
                <a:lnTo>
                  <a:pt x="248" y="898"/>
                </a:lnTo>
                <a:lnTo>
                  <a:pt x="249" y="897"/>
                </a:lnTo>
                <a:lnTo>
                  <a:pt x="250" y="896"/>
                </a:lnTo>
                <a:lnTo>
                  <a:pt x="251" y="896"/>
                </a:lnTo>
                <a:lnTo>
                  <a:pt x="251" y="897"/>
                </a:lnTo>
                <a:lnTo>
                  <a:pt x="251" y="898"/>
                </a:lnTo>
                <a:lnTo>
                  <a:pt x="251" y="899"/>
                </a:lnTo>
                <a:lnTo>
                  <a:pt x="252" y="899"/>
                </a:lnTo>
                <a:lnTo>
                  <a:pt x="253" y="899"/>
                </a:lnTo>
                <a:lnTo>
                  <a:pt x="254" y="899"/>
                </a:lnTo>
                <a:lnTo>
                  <a:pt x="254" y="900"/>
                </a:lnTo>
                <a:lnTo>
                  <a:pt x="255" y="901"/>
                </a:lnTo>
                <a:lnTo>
                  <a:pt x="255" y="902"/>
                </a:lnTo>
                <a:lnTo>
                  <a:pt x="255" y="904"/>
                </a:lnTo>
                <a:lnTo>
                  <a:pt x="255" y="905"/>
                </a:lnTo>
                <a:lnTo>
                  <a:pt x="256" y="906"/>
                </a:lnTo>
                <a:lnTo>
                  <a:pt x="256" y="905"/>
                </a:lnTo>
                <a:lnTo>
                  <a:pt x="257" y="904"/>
                </a:lnTo>
                <a:lnTo>
                  <a:pt x="257" y="903"/>
                </a:lnTo>
                <a:lnTo>
                  <a:pt x="258" y="903"/>
                </a:lnTo>
                <a:lnTo>
                  <a:pt x="258" y="902"/>
                </a:lnTo>
                <a:lnTo>
                  <a:pt x="258" y="901"/>
                </a:lnTo>
                <a:lnTo>
                  <a:pt x="259" y="901"/>
                </a:lnTo>
                <a:lnTo>
                  <a:pt x="260" y="901"/>
                </a:lnTo>
                <a:lnTo>
                  <a:pt x="260" y="902"/>
                </a:lnTo>
                <a:lnTo>
                  <a:pt x="261" y="902"/>
                </a:lnTo>
                <a:lnTo>
                  <a:pt x="262" y="902"/>
                </a:lnTo>
                <a:lnTo>
                  <a:pt x="263" y="901"/>
                </a:lnTo>
                <a:lnTo>
                  <a:pt x="265" y="901"/>
                </a:lnTo>
                <a:lnTo>
                  <a:pt x="265" y="900"/>
                </a:lnTo>
                <a:lnTo>
                  <a:pt x="267" y="899"/>
                </a:lnTo>
                <a:lnTo>
                  <a:pt x="267" y="898"/>
                </a:lnTo>
                <a:lnTo>
                  <a:pt x="268" y="897"/>
                </a:lnTo>
                <a:lnTo>
                  <a:pt x="270" y="897"/>
                </a:lnTo>
                <a:lnTo>
                  <a:pt x="271" y="897"/>
                </a:lnTo>
                <a:lnTo>
                  <a:pt x="271" y="896"/>
                </a:lnTo>
                <a:lnTo>
                  <a:pt x="271" y="895"/>
                </a:lnTo>
                <a:lnTo>
                  <a:pt x="272" y="895"/>
                </a:lnTo>
                <a:lnTo>
                  <a:pt x="273" y="894"/>
                </a:lnTo>
                <a:lnTo>
                  <a:pt x="274" y="893"/>
                </a:lnTo>
                <a:lnTo>
                  <a:pt x="274" y="892"/>
                </a:lnTo>
                <a:lnTo>
                  <a:pt x="274" y="890"/>
                </a:lnTo>
                <a:lnTo>
                  <a:pt x="274" y="889"/>
                </a:lnTo>
                <a:lnTo>
                  <a:pt x="274" y="888"/>
                </a:lnTo>
                <a:lnTo>
                  <a:pt x="275" y="887"/>
                </a:lnTo>
                <a:lnTo>
                  <a:pt x="275" y="885"/>
                </a:lnTo>
                <a:lnTo>
                  <a:pt x="277" y="883"/>
                </a:lnTo>
                <a:lnTo>
                  <a:pt x="278" y="882"/>
                </a:lnTo>
                <a:lnTo>
                  <a:pt x="279" y="882"/>
                </a:lnTo>
                <a:lnTo>
                  <a:pt x="280" y="881"/>
                </a:lnTo>
                <a:lnTo>
                  <a:pt x="280" y="880"/>
                </a:lnTo>
                <a:lnTo>
                  <a:pt x="280" y="879"/>
                </a:lnTo>
                <a:lnTo>
                  <a:pt x="281" y="878"/>
                </a:lnTo>
                <a:lnTo>
                  <a:pt x="282" y="878"/>
                </a:lnTo>
                <a:lnTo>
                  <a:pt x="283" y="878"/>
                </a:lnTo>
                <a:lnTo>
                  <a:pt x="285" y="877"/>
                </a:lnTo>
                <a:lnTo>
                  <a:pt x="285" y="876"/>
                </a:lnTo>
                <a:lnTo>
                  <a:pt x="284" y="875"/>
                </a:lnTo>
                <a:lnTo>
                  <a:pt x="284" y="874"/>
                </a:lnTo>
                <a:lnTo>
                  <a:pt x="284" y="873"/>
                </a:lnTo>
                <a:lnTo>
                  <a:pt x="285" y="873"/>
                </a:lnTo>
                <a:lnTo>
                  <a:pt x="285" y="872"/>
                </a:lnTo>
                <a:lnTo>
                  <a:pt x="285" y="871"/>
                </a:lnTo>
                <a:lnTo>
                  <a:pt x="286" y="870"/>
                </a:lnTo>
                <a:lnTo>
                  <a:pt x="286" y="869"/>
                </a:lnTo>
                <a:lnTo>
                  <a:pt x="286" y="868"/>
                </a:lnTo>
                <a:lnTo>
                  <a:pt x="285" y="867"/>
                </a:lnTo>
                <a:lnTo>
                  <a:pt x="284" y="866"/>
                </a:lnTo>
                <a:lnTo>
                  <a:pt x="284" y="865"/>
                </a:lnTo>
                <a:lnTo>
                  <a:pt x="284" y="864"/>
                </a:lnTo>
                <a:lnTo>
                  <a:pt x="283" y="864"/>
                </a:lnTo>
                <a:lnTo>
                  <a:pt x="284" y="863"/>
                </a:lnTo>
                <a:lnTo>
                  <a:pt x="285" y="862"/>
                </a:lnTo>
                <a:lnTo>
                  <a:pt x="285" y="861"/>
                </a:lnTo>
                <a:lnTo>
                  <a:pt x="286" y="861"/>
                </a:lnTo>
                <a:lnTo>
                  <a:pt x="287" y="861"/>
                </a:lnTo>
                <a:lnTo>
                  <a:pt x="288" y="861"/>
                </a:lnTo>
                <a:lnTo>
                  <a:pt x="288" y="860"/>
                </a:lnTo>
                <a:lnTo>
                  <a:pt x="289" y="860"/>
                </a:lnTo>
                <a:lnTo>
                  <a:pt x="289" y="859"/>
                </a:lnTo>
                <a:lnTo>
                  <a:pt x="290" y="858"/>
                </a:lnTo>
                <a:lnTo>
                  <a:pt x="290" y="857"/>
                </a:lnTo>
                <a:lnTo>
                  <a:pt x="291" y="857"/>
                </a:lnTo>
                <a:lnTo>
                  <a:pt x="291" y="856"/>
                </a:lnTo>
                <a:lnTo>
                  <a:pt x="290" y="855"/>
                </a:lnTo>
                <a:lnTo>
                  <a:pt x="290" y="854"/>
                </a:lnTo>
                <a:lnTo>
                  <a:pt x="291" y="854"/>
                </a:lnTo>
                <a:lnTo>
                  <a:pt x="291" y="853"/>
                </a:lnTo>
                <a:lnTo>
                  <a:pt x="291" y="852"/>
                </a:lnTo>
                <a:lnTo>
                  <a:pt x="292" y="851"/>
                </a:lnTo>
                <a:lnTo>
                  <a:pt x="292" y="850"/>
                </a:lnTo>
                <a:lnTo>
                  <a:pt x="292" y="849"/>
                </a:lnTo>
                <a:lnTo>
                  <a:pt x="292" y="848"/>
                </a:lnTo>
                <a:lnTo>
                  <a:pt x="292" y="847"/>
                </a:lnTo>
                <a:lnTo>
                  <a:pt x="293" y="846"/>
                </a:lnTo>
                <a:lnTo>
                  <a:pt x="294" y="844"/>
                </a:lnTo>
                <a:lnTo>
                  <a:pt x="294" y="843"/>
                </a:lnTo>
                <a:lnTo>
                  <a:pt x="295" y="842"/>
                </a:lnTo>
                <a:lnTo>
                  <a:pt x="296" y="842"/>
                </a:lnTo>
                <a:lnTo>
                  <a:pt x="297" y="843"/>
                </a:lnTo>
                <a:lnTo>
                  <a:pt x="298" y="842"/>
                </a:lnTo>
                <a:lnTo>
                  <a:pt x="298" y="841"/>
                </a:lnTo>
                <a:lnTo>
                  <a:pt x="299" y="841"/>
                </a:lnTo>
                <a:lnTo>
                  <a:pt x="300" y="841"/>
                </a:lnTo>
                <a:lnTo>
                  <a:pt x="301" y="841"/>
                </a:lnTo>
                <a:lnTo>
                  <a:pt x="302" y="841"/>
                </a:lnTo>
                <a:lnTo>
                  <a:pt x="302" y="840"/>
                </a:lnTo>
                <a:lnTo>
                  <a:pt x="302" y="839"/>
                </a:lnTo>
                <a:lnTo>
                  <a:pt x="303" y="838"/>
                </a:lnTo>
                <a:lnTo>
                  <a:pt x="303" y="837"/>
                </a:lnTo>
                <a:lnTo>
                  <a:pt x="304" y="837"/>
                </a:lnTo>
                <a:lnTo>
                  <a:pt x="304" y="836"/>
                </a:lnTo>
                <a:lnTo>
                  <a:pt x="306" y="835"/>
                </a:lnTo>
                <a:lnTo>
                  <a:pt x="306" y="836"/>
                </a:lnTo>
                <a:lnTo>
                  <a:pt x="307" y="836"/>
                </a:lnTo>
                <a:lnTo>
                  <a:pt x="308" y="836"/>
                </a:lnTo>
                <a:lnTo>
                  <a:pt x="309" y="836"/>
                </a:lnTo>
                <a:lnTo>
                  <a:pt x="310" y="836"/>
                </a:lnTo>
                <a:lnTo>
                  <a:pt x="311" y="835"/>
                </a:lnTo>
                <a:lnTo>
                  <a:pt x="312" y="835"/>
                </a:lnTo>
                <a:lnTo>
                  <a:pt x="313" y="834"/>
                </a:lnTo>
                <a:lnTo>
                  <a:pt x="313" y="833"/>
                </a:lnTo>
                <a:lnTo>
                  <a:pt x="314" y="832"/>
                </a:lnTo>
                <a:lnTo>
                  <a:pt x="315" y="832"/>
                </a:lnTo>
                <a:lnTo>
                  <a:pt x="316" y="831"/>
                </a:lnTo>
                <a:lnTo>
                  <a:pt x="317" y="831"/>
                </a:lnTo>
                <a:lnTo>
                  <a:pt x="318" y="832"/>
                </a:lnTo>
                <a:lnTo>
                  <a:pt x="318" y="833"/>
                </a:lnTo>
                <a:lnTo>
                  <a:pt x="319" y="832"/>
                </a:lnTo>
                <a:lnTo>
                  <a:pt x="321" y="832"/>
                </a:lnTo>
                <a:lnTo>
                  <a:pt x="324" y="832"/>
                </a:lnTo>
                <a:lnTo>
                  <a:pt x="325" y="832"/>
                </a:lnTo>
                <a:lnTo>
                  <a:pt x="326" y="832"/>
                </a:lnTo>
                <a:lnTo>
                  <a:pt x="327" y="833"/>
                </a:lnTo>
                <a:lnTo>
                  <a:pt x="327" y="834"/>
                </a:lnTo>
                <a:lnTo>
                  <a:pt x="326" y="834"/>
                </a:lnTo>
                <a:lnTo>
                  <a:pt x="326" y="835"/>
                </a:lnTo>
                <a:lnTo>
                  <a:pt x="327" y="835"/>
                </a:lnTo>
                <a:lnTo>
                  <a:pt x="328" y="835"/>
                </a:lnTo>
                <a:lnTo>
                  <a:pt x="329" y="836"/>
                </a:lnTo>
                <a:lnTo>
                  <a:pt x="330" y="836"/>
                </a:lnTo>
                <a:lnTo>
                  <a:pt x="331" y="837"/>
                </a:lnTo>
                <a:lnTo>
                  <a:pt x="332" y="837"/>
                </a:lnTo>
                <a:lnTo>
                  <a:pt x="333" y="837"/>
                </a:lnTo>
                <a:lnTo>
                  <a:pt x="334" y="837"/>
                </a:lnTo>
                <a:lnTo>
                  <a:pt x="334" y="836"/>
                </a:lnTo>
                <a:lnTo>
                  <a:pt x="335" y="836"/>
                </a:lnTo>
                <a:lnTo>
                  <a:pt x="336" y="836"/>
                </a:lnTo>
                <a:lnTo>
                  <a:pt x="337" y="836"/>
                </a:lnTo>
                <a:lnTo>
                  <a:pt x="338" y="836"/>
                </a:lnTo>
                <a:lnTo>
                  <a:pt x="339" y="836"/>
                </a:lnTo>
                <a:lnTo>
                  <a:pt x="340" y="837"/>
                </a:lnTo>
                <a:lnTo>
                  <a:pt x="341" y="837"/>
                </a:lnTo>
                <a:lnTo>
                  <a:pt x="341" y="838"/>
                </a:lnTo>
                <a:lnTo>
                  <a:pt x="343" y="838"/>
                </a:lnTo>
                <a:lnTo>
                  <a:pt x="344" y="838"/>
                </a:lnTo>
                <a:lnTo>
                  <a:pt x="345" y="837"/>
                </a:lnTo>
                <a:lnTo>
                  <a:pt x="346" y="836"/>
                </a:lnTo>
                <a:lnTo>
                  <a:pt x="348" y="836"/>
                </a:lnTo>
                <a:lnTo>
                  <a:pt x="349" y="835"/>
                </a:lnTo>
                <a:lnTo>
                  <a:pt x="349" y="834"/>
                </a:lnTo>
                <a:lnTo>
                  <a:pt x="350" y="834"/>
                </a:lnTo>
                <a:lnTo>
                  <a:pt x="351" y="834"/>
                </a:lnTo>
                <a:lnTo>
                  <a:pt x="351" y="835"/>
                </a:lnTo>
                <a:lnTo>
                  <a:pt x="352" y="835"/>
                </a:lnTo>
                <a:lnTo>
                  <a:pt x="353" y="835"/>
                </a:lnTo>
                <a:lnTo>
                  <a:pt x="354" y="835"/>
                </a:lnTo>
                <a:lnTo>
                  <a:pt x="355" y="836"/>
                </a:lnTo>
                <a:lnTo>
                  <a:pt x="356" y="836"/>
                </a:lnTo>
                <a:lnTo>
                  <a:pt x="357" y="836"/>
                </a:lnTo>
                <a:lnTo>
                  <a:pt x="358" y="836"/>
                </a:lnTo>
                <a:lnTo>
                  <a:pt x="359" y="836"/>
                </a:lnTo>
                <a:lnTo>
                  <a:pt x="359" y="837"/>
                </a:lnTo>
                <a:lnTo>
                  <a:pt x="359" y="838"/>
                </a:lnTo>
                <a:lnTo>
                  <a:pt x="359" y="839"/>
                </a:lnTo>
                <a:lnTo>
                  <a:pt x="361" y="839"/>
                </a:lnTo>
                <a:lnTo>
                  <a:pt x="364" y="838"/>
                </a:lnTo>
                <a:lnTo>
                  <a:pt x="365" y="838"/>
                </a:lnTo>
                <a:lnTo>
                  <a:pt x="366" y="838"/>
                </a:lnTo>
                <a:lnTo>
                  <a:pt x="367" y="838"/>
                </a:lnTo>
                <a:lnTo>
                  <a:pt x="368" y="838"/>
                </a:lnTo>
                <a:lnTo>
                  <a:pt x="369" y="838"/>
                </a:lnTo>
                <a:lnTo>
                  <a:pt x="370" y="838"/>
                </a:lnTo>
                <a:lnTo>
                  <a:pt x="371" y="838"/>
                </a:lnTo>
                <a:lnTo>
                  <a:pt x="372" y="837"/>
                </a:lnTo>
                <a:lnTo>
                  <a:pt x="373" y="837"/>
                </a:lnTo>
                <a:lnTo>
                  <a:pt x="374" y="837"/>
                </a:lnTo>
                <a:lnTo>
                  <a:pt x="375" y="837"/>
                </a:lnTo>
                <a:lnTo>
                  <a:pt x="376" y="837"/>
                </a:lnTo>
                <a:lnTo>
                  <a:pt x="377" y="838"/>
                </a:lnTo>
                <a:lnTo>
                  <a:pt x="379" y="837"/>
                </a:lnTo>
                <a:lnTo>
                  <a:pt x="380" y="837"/>
                </a:lnTo>
                <a:lnTo>
                  <a:pt x="381" y="837"/>
                </a:lnTo>
                <a:lnTo>
                  <a:pt x="382" y="837"/>
                </a:lnTo>
                <a:lnTo>
                  <a:pt x="382" y="836"/>
                </a:lnTo>
                <a:lnTo>
                  <a:pt x="383" y="836"/>
                </a:lnTo>
                <a:lnTo>
                  <a:pt x="383" y="835"/>
                </a:lnTo>
                <a:lnTo>
                  <a:pt x="385" y="836"/>
                </a:lnTo>
                <a:lnTo>
                  <a:pt x="386" y="836"/>
                </a:lnTo>
                <a:lnTo>
                  <a:pt x="387" y="836"/>
                </a:lnTo>
                <a:lnTo>
                  <a:pt x="387" y="835"/>
                </a:lnTo>
                <a:lnTo>
                  <a:pt x="387" y="834"/>
                </a:lnTo>
                <a:lnTo>
                  <a:pt x="388" y="834"/>
                </a:lnTo>
                <a:lnTo>
                  <a:pt x="388" y="833"/>
                </a:lnTo>
                <a:lnTo>
                  <a:pt x="389" y="833"/>
                </a:lnTo>
                <a:lnTo>
                  <a:pt x="390" y="834"/>
                </a:lnTo>
                <a:lnTo>
                  <a:pt x="390" y="833"/>
                </a:lnTo>
                <a:lnTo>
                  <a:pt x="391" y="833"/>
                </a:lnTo>
                <a:lnTo>
                  <a:pt x="391" y="832"/>
                </a:lnTo>
                <a:lnTo>
                  <a:pt x="390" y="831"/>
                </a:lnTo>
                <a:lnTo>
                  <a:pt x="390" y="830"/>
                </a:lnTo>
                <a:lnTo>
                  <a:pt x="389" y="830"/>
                </a:lnTo>
                <a:lnTo>
                  <a:pt x="389" y="829"/>
                </a:lnTo>
                <a:lnTo>
                  <a:pt x="389" y="828"/>
                </a:lnTo>
                <a:lnTo>
                  <a:pt x="389" y="827"/>
                </a:lnTo>
                <a:lnTo>
                  <a:pt x="389" y="826"/>
                </a:lnTo>
                <a:lnTo>
                  <a:pt x="390" y="825"/>
                </a:lnTo>
                <a:lnTo>
                  <a:pt x="390" y="824"/>
                </a:lnTo>
                <a:lnTo>
                  <a:pt x="391" y="824"/>
                </a:lnTo>
                <a:lnTo>
                  <a:pt x="391" y="823"/>
                </a:lnTo>
                <a:lnTo>
                  <a:pt x="392" y="823"/>
                </a:lnTo>
                <a:lnTo>
                  <a:pt x="392" y="822"/>
                </a:lnTo>
                <a:lnTo>
                  <a:pt x="393" y="822"/>
                </a:lnTo>
                <a:lnTo>
                  <a:pt x="394" y="822"/>
                </a:lnTo>
                <a:lnTo>
                  <a:pt x="395" y="821"/>
                </a:lnTo>
                <a:lnTo>
                  <a:pt x="396" y="821"/>
                </a:lnTo>
                <a:lnTo>
                  <a:pt x="396" y="820"/>
                </a:lnTo>
                <a:lnTo>
                  <a:pt x="397" y="820"/>
                </a:lnTo>
                <a:lnTo>
                  <a:pt x="398" y="819"/>
                </a:lnTo>
                <a:lnTo>
                  <a:pt x="400" y="819"/>
                </a:lnTo>
                <a:lnTo>
                  <a:pt x="403" y="819"/>
                </a:lnTo>
                <a:lnTo>
                  <a:pt x="404" y="819"/>
                </a:lnTo>
                <a:lnTo>
                  <a:pt x="405" y="819"/>
                </a:lnTo>
                <a:lnTo>
                  <a:pt x="406" y="819"/>
                </a:lnTo>
                <a:lnTo>
                  <a:pt x="407" y="819"/>
                </a:lnTo>
                <a:lnTo>
                  <a:pt x="407" y="818"/>
                </a:lnTo>
                <a:lnTo>
                  <a:pt x="407" y="819"/>
                </a:lnTo>
                <a:lnTo>
                  <a:pt x="408" y="819"/>
                </a:lnTo>
                <a:lnTo>
                  <a:pt x="409" y="818"/>
                </a:lnTo>
                <a:lnTo>
                  <a:pt x="411" y="818"/>
                </a:lnTo>
                <a:lnTo>
                  <a:pt x="413" y="817"/>
                </a:lnTo>
                <a:lnTo>
                  <a:pt x="414" y="816"/>
                </a:lnTo>
                <a:lnTo>
                  <a:pt x="415" y="816"/>
                </a:lnTo>
                <a:lnTo>
                  <a:pt x="416" y="816"/>
                </a:lnTo>
                <a:lnTo>
                  <a:pt x="417" y="816"/>
                </a:lnTo>
                <a:lnTo>
                  <a:pt x="418" y="816"/>
                </a:lnTo>
                <a:lnTo>
                  <a:pt x="419" y="815"/>
                </a:lnTo>
                <a:lnTo>
                  <a:pt x="419" y="814"/>
                </a:lnTo>
                <a:lnTo>
                  <a:pt x="419" y="813"/>
                </a:lnTo>
                <a:lnTo>
                  <a:pt x="419" y="812"/>
                </a:lnTo>
                <a:lnTo>
                  <a:pt x="420" y="808"/>
                </a:lnTo>
                <a:lnTo>
                  <a:pt x="420" y="807"/>
                </a:lnTo>
                <a:lnTo>
                  <a:pt x="420" y="806"/>
                </a:lnTo>
                <a:lnTo>
                  <a:pt x="421" y="805"/>
                </a:lnTo>
                <a:lnTo>
                  <a:pt x="421" y="804"/>
                </a:lnTo>
                <a:lnTo>
                  <a:pt x="421" y="802"/>
                </a:lnTo>
                <a:lnTo>
                  <a:pt x="421" y="801"/>
                </a:lnTo>
                <a:lnTo>
                  <a:pt x="421" y="800"/>
                </a:lnTo>
                <a:lnTo>
                  <a:pt x="423" y="799"/>
                </a:lnTo>
                <a:lnTo>
                  <a:pt x="426" y="798"/>
                </a:lnTo>
                <a:lnTo>
                  <a:pt x="427" y="798"/>
                </a:lnTo>
                <a:lnTo>
                  <a:pt x="428" y="798"/>
                </a:lnTo>
                <a:lnTo>
                  <a:pt x="431" y="798"/>
                </a:lnTo>
                <a:lnTo>
                  <a:pt x="432" y="799"/>
                </a:lnTo>
                <a:lnTo>
                  <a:pt x="433" y="798"/>
                </a:lnTo>
                <a:lnTo>
                  <a:pt x="434" y="798"/>
                </a:lnTo>
                <a:lnTo>
                  <a:pt x="435" y="798"/>
                </a:lnTo>
                <a:lnTo>
                  <a:pt x="436" y="799"/>
                </a:lnTo>
                <a:lnTo>
                  <a:pt x="437" y="798"/>
                </a:lnTo>
                <a:lnTo>
                  <a:pt x="438" y="798"/>
                </a:lnTo>
                <a:lnTo>
                  <a:pt x="439" y="798"/>
                </a:lnTo>
                <a:lnTo>
                  <a:pt x="441" y="798"/>
                </a:lnTo>
                <a:lnTo>
                  <a:pt x="442" y="798"/>
                </a:lnTo>
                <a:lnTo>
                  <a:pt x="442" y="797"/>
                </a:lnTo>
                <a:lnTo>
                  <a:pt x="443" y="796"/>
                </a:lnTo>
                <a:lnTo>
                  <a:pt x="444" y="796"/>
                </a:lnTo>
                <a:lnTo>
                  <a:pt x="447" y="796"/>
                </a:lnTo>
                <a:lnTo>
                  <a:pt x="448" y="796"/>
                </a:lnTo>
                <a:lnTo>
                  <a:pt x="449" y="795"/>
                </a:lnTo>
                <a:lnTo>
                  <a:pt x="450" y="795"/>
                </a:lnTo>
                <a:lnTo>
                  <a:pt x="452" y="794"/>
                </a:lnTo>
                <a:lnTo>
                  <a:pt x="454" y="793"/>
                </a:lnTo>
                <a:lnTo>
                  <a:pt x="455" y="792"/>
                </a:lnTo>
                <a:lnTo>
                  <a:pt x="456" y="791"/>
                </a:lnTo>
                <a:lnTo>
                  <a:pt x="457" y="790"/>
                </a:lnTo>
                <a:lnTo>
                  <a:pt x="458" y="789"/>
                </a:lnTo>
                <a:lnTo>
                  <a:pt x="459" y="789"/>
                </a:lnTo>
                <a:lnTo>
                  <a:pt x="459" y="790"/>
                </a:lnTo>
                <a:lnTo>
                  <a:pt x="460" y="790"/>
                </a:lnTo>
                <a:lnTo>
                  <a:pt x="461" y="790"/>
                </a:lnTo>
                <a:lnTo>
                  <a:pt x="462" y="790"/>
                </a:lnTo>
                <a:lnTo>
                  <a:pt x="463" y="790"/>
                </a:lnTo>
                <a:lnTo>
                  <a:pt x="464" y="790"/>
                </a:lnTo>
                <a:lnTo>
                  <a:pt x="465" y="790"/>
                </a:lnTo>
                <a:lnTo>
                  <a:pt x="466" y="789"/>
                </a:lnTo>
                <a:lnTo>
                  <a:pt x="466" y="788"/>
                </a:lnTo>
                <a:lnTo>
                  <a:pt x="467" y="787"/>
                </a:lnTo>
                <a:lnTo>
                  <a:pt x="468" y="786"/>
                </a:lnTo>
                <a:lnTo>
                  <a:pt x="469" y="786"/>
                </a:lnTo>
                <a:lnTo>
                  <a:pt x="470" y="785"/>
                </a:lnTo>
                <a:lnTo>
                  <a:pt x="470" y="784"/>
                </a:lnTo>
                <a:lnTo>
                  <a:pt x="469" y="783"/>
                </a:lnTo>
                <a:lnTo>
                  <a:pt x="470" y="782"/>
                </a:lnTo>
                <a:lnTo>
                  <a:pt x="471" y="782"/>
                </a:lnTo>
                <a:lnTo>
                  <a:pt x="472" y="782"/>
                </a:lnTo>
                <a:lnTo>
                  <a:pt x="474" y="781"/>
                </a:lnTo>
                <a:lnTo>
                  <a:pt x="476" y="781"/>
                </a:lnTo>
                <a:lnTo>
                  <a:pt x="477" y="781"/>
                </a:lnTo>
                <a:lnTo>
                  <a:pt x="478" y="781"/>
                </a:lnTo>
                <a:lnTo>
                  <a:pt x="478" y="780"/>
                </a:lnTo>
                <a:lnTo>
                  <a:pt x="479" y="780"/>
                </a:lnTo>
                <a:lnTo>
                  <a:pt x="479" y="781"/>
                </a:lnTo>
                <a:lnTo>
                  <a:pt x="480" y="781"/>
                </a:lnTo>
                <a:lnTo>
                  <a:pt x="481" y="780"/>
                </a:lnTo>
                <a:lnTo>
                  <a:pt x="483" y="779"/>
                </a:lnTo>
                <a:lnTo>
                  <a:pt x="483" y="778"/>
                </a:lnTo>
                <a:lnTo>
                  <a:pt x="484" y="778"/>
                </a:lnTo>
                <a:lnTo>
                  <a:pt x="485" y="778"/>
                </a:lnTo>
                <a:lnTo>
                  <a:pt x="486" y="778"/>
                </a:lnTo>
                <a:lnTo>
                  <a:pt x="487" y="777"/>
                </a:lnTo>
                <a:lnTo>
                  <a:pt x="489" y="776"/>
                </a:lnTo>
                <a:lnTo>
                  <a:pt x="489" y="775"/>
                </a:lnTo>
                <a:lnTo>
                  <a:pt x="490" y="775"/>
                </a:lnTo>
                <a:lnTo>
                  <a:pt x="490" y="774"/>
                </a:lnTo>
                <a:lnTo>
                  <a:pt x="491" y="773"/>
                </a:lnTo>
                <a:lnTo>
                  <a:pt x="492" y="773"/>
                </a:lnTo>
                <a:lnTo>
                  <a:pt x="492" y="772"/>
                </a:lnTo>
                <a:lnTo>
                  <a:pt x="493" y="771"/>
                </a:lnTo>
                <a:lnTo>
                  <a:pt x="494" y="771"/>
                </a:lnTo>
                <a:lnTo>
                  <a:pt x="495" y="771"/>
                </a:lnTo>
                <a:lnTo>
                  <a:pt x="496" y="771"/>
                </a:lnTo>
                <a:lnTo>
                  <a:pt x="496" y="770"/>
                </a:lnTo>
                <a:lnTo>
                  <a:pt x="497" y="771"/>
                </a:lnTo>
                <a:lnTo>
                  <a:pt x="498" y="771"/>
                </a:lnTo>
                <a:lnTo>
                  <a:pt x="499" y="771"/>
                </a:lnTo>
                <a:lnTo>
                  <a:pt x="500" y="770"/>
                </a:lnTo>
                <a:lnTo>
                  <a:pt x="500" y="769"/>
                </a:lnTo>
                <a:lnTo>
                  <a:pt x="501" y="769"/>
                </a:lnTo>
                <a:lnTo>
                  <a:pt x="502" y="768"/>
                </a:lnTo>
                <a:lnTo>
                  <a:pt x="506" y="767"/>
                </a:lnTo>
                <a:lnTo>
                  <a:pt x="507" y="766"/>
                </a:lnTo>
                <a:lnTo>
                  <a:pt x="508" y="766"/>
                </a:lnTo>
                <a:lnTo>
                  <a:pt x="508" y="765"/>
                </a:lnTo>
                <a:lnTo>
                  <a:pt x="509" y="764"/>
                </a:lnTo>
                <a:lnTo>
                  <a:pt x="511" y="764"/>
                </a:lnTo>
                <a:lnTo>
                  <a:pt x="513" y="764"/>
                </a:lnTo>
                <a:lnTo>
                  <a:pt x="514" y="764"/>
                </a:lnTo>
                <a:lnTo>
                  <a:pt x="515" y="764"/>
                </a:lnTo>
                <a:lnTo>
                  <a:pt x="516" y="764"/>
                </a:lnTo>
                <a:lnTo>
                  <a:pt x="517" y="763"/>
                </a:lnTo>
                <a:lnTo>
                  <a:pt x="518" y="763"/>
                </a:lnTo>
                <a:lnTo>
                  <a:pt x="518" y="762"/>
                </a:lnTo>
                <a:lnTo>
                  <a:pt x="520" y="761"/>
                </a:lnTo>
                <a:lnTo>
                  <a:pt x="520" y="760"/>
                </a:lnTo>
                <a:lnTo>
                  <a:pt x="521" y="760"/>
                </a:lnTo>
                <a:lnTo>
                  <a:pt x="521" y="759"/>
                </a:lnTo>
                <a:lnTo>
                  <a:pt x="521" y="758"/>
                </a:lnTo>
                <a:lnTo>
                  <a:pt x="522" y="758"/>
                </a:lnTo>
                <a:lnTo>
                  <a:pt x="523" y="758"/>
                </a:lnTo>
                <a:lnTo>
                  <a:pt x="524" y="757"/>
                </a:lnTo>
                <a:lnTo>
                  <a:pt x="525" y="756"/>
                </a:lnTo>
                <a:lnTo>
                  <a:pt x="526" y="756"/>
                </a:lnTo>
                <a:lnTo>
                  <a:pt x="526" y="755"/>
                </a:lnTo>
                <a:lnTo>
                  <a:pt x="527" y="755"/>
                </a:lnTo>
                <a:lnTo>
                  <a:pt x="527" y="756"/>
                </a:lnTo>
                <a:lnTo>
                  <a:pt x="528" y="756"/>
                </a:lnTo>
                <a:lnTo>
                  <a:pt x="528" y="757"/>
                </a:lnTo>
                <a:lnTo>
                  <a:pt x="529" y="757"/>
                </a:lnTo>
                <a:lnTo>
                  <a:pt x="530" y="756"/>
                </a:lnTo>
                <a:lnTo>
                  <a:pt x="531" y="755"/>
                </a:lnTo>
                <a:lnTo>
                  <a:pt x="532" y="754"/>
                </a:lnTo>
                <a:lnTo>
                  <a:pt x="533" y="753"/>
                </a:lnTo>
                <a:lnTo>
                  <a:pt x="534" y="752"/>
                </a:lnTo>
                <a:lnTo>
                  <a:pt x="535" y="752"/>
                </a:lnTo>
                <a:lnTo>
                  <a:pt x="537" y="752"/>
                </a:lnTo>
                <a:lnTo>
                  <a:pt x="538" y="752"/>
                </a:lnTo>
                <a:lnTo>
                  <a:pt x="539" y="751"/>
                </a:lnTo>
                <a:lnTo>
                  <a:pt x="540" y="752"/>
                </a:lnTo>
                <a:lnTo>
                  <a:pt x="541" y="752"/>
                </a:lnTo>
                <a:lnTo>
                  <a:pt x="541" y="753"/>
                </a:lnTo>
                <a:lnTo>
                  <a:pt x="542" y="753"/>
                </a:lnTo>
                <a:lnTo>
                  <a:pt x="543" y="753"/>
                </a:lnTo>
                <a:lnTo>
                  <a:pt x="545" y="753"/>
                </a:lnTo>
                <a:lnTo>
                  <a:pt x="546" y="753"/>
                </a:lnTo>
                <a:lnTo>
                  <a:pt x="548" y="752"/>
                </a:lnTo>
                <a:lnTo>
                  <a:pt x="549" y="752"/>
                </a:lnTo>
                <a:lnTo>
                  <a:pt x="551" y="751"/>
                </a:lnTo>
                <a:lnTo>
                  <a:pt x="552" y="751"/>
                </a:lnTo>
                <a:lnTo>
                  <a:pt x="552" y="750"/>
                </a:lnTo>
                <a:lnTo>
                  <a:pt x="553" y="749"/>
                </a:lnTo>
                <a:lnTo>
                  <a:pt x="554" y="748"/>
                </a:lnTo>
                <a:lnTo>
                  <a:pt x="555" y="748"/>
                </a:lnTo>
                <a:lnTo>
                  <a:pt x="556" y="748"/>
                </a:lnTo>
                <a:lnTo>
                  <a:pt x="558" y="747"/>
                </a:lnTo>
                <a:lnTo>
                  <a:pt x="560" y="747"/>
                </a:lnTo>
                <a:lnTo>
                  <a:pt x="561" y="747"/>
                </a:lnTo>
                <a:lnTo>
                  <a:pt x="562" y="747"/>
                </a:lnTo>
                <a:lnTo>
                  <a:pt x="563" y="746"/>
                </a:lnTo>
                <a:lnTo>
                  <a:pt x="565" y="747"/>
                </a:lnTo>
                <a:lnTo>
                  <a:pt x="566" y="747"/>
                </a:lnTo>
                <a:lnTo>
                  <a:pt x="567" y="747"/>
                </a:lnTo>
                <a:lnTo>
                  <a:pt x="567" y="746"/>
                </a:lnTo>
                <a:lnTo>
                  <a:pt x="568" y="745"/>
                </a:lnTo>
                <a:lnTo>
                  <a:pt x="569" y="744"/>
                </a:lnTo>
                <a:lnTo>
                  <a:pt x="569" y="743"/>
                </a:lnTo>
                <a:lnTo>
                  <a:pt x="570" y="742"/>
                </a:lnTo>
                <a:lnTo>
                  <a:pt x="570" y="741"/>
                </a:lnTo>
                <a:lnTo>
                  <a:pt x="570" y="740"/>
                </a:lnTo>
                <a:lnTo>
                  <a:pt x="571" y="740"/>
                </a:lnTo>
                <a:lnTo>
                  <a:pt x="572" y="739"/>
                </a:lnTo>
                <a:lnTo>
                  <a:pt x="573" y="738"/>
                </a:lnTo>
                <a:lnTo>
                  <a:pt x="574" y="738"/>
                </a:lnTo>
                <a:lnTo>
                  <a:pt x="574" y="737"/>
                </a:lnTo>
                <a:lnTo>
                  <a:pt x="574" y="736"/>
                </a:lnTo>
                <a:lnTo>
                  <a:pt x="573" y="736"/>
                </a:lnTo>
                <a:lnTo>
                  <a:pt x="573" y="735"/>
                </a:lnTo>
                <a:lnTo>
                  <a:pt x="574" y="735"/>
                </a:lnTo>
                <a:lnTo>
                  <a:pt x="574" y="734"/>
                </a:lnTo>
                <a:lnTo>
                  <a:pt x="575" y="734"/>
                </a:lnTo>
                <a:lnTo>
                  <a:pt x="576" y="733"/>
                </a:lnTo>
                <a:lnTo>
                  <a:pt x="577" y="733"/>
                </a:lnTo>
                <a:lnTo>
                  <a:pt x="578" y="732"/>
                </a:lnTo>
                <a:lnTo>
                  <a:pt x="579" y="732"/>
                </a:lnTo>
                <a:lnTo>
                  <a:pt x="580" y="732"/>
                </a:lnTo>
                <a:lnTo>
                  <a:pt x="583" y="732"/>
                </a:lnTo>
                <a:lnTo>
                  <a:pt x="584" y="732"/>
                </a:lnTo>
                <a:lnTo>
                  <a:pt x="585" y="732"/>
                </a:lnTo>
                <a:lnTo>
                  <a:pt x="586" y="732"/>
                </a:lnTo>
                <a:lnTo>
                  <a:pt x="587" y="732"/>
                </a:lnTo>
                <a:lnTo>
                  <a:pt x="588" y="732"/>
                </a:lnTo>
                <a:lnTo>
                  <a:pt x="590" y="731"/>
                </a:lnTo>
                <a:lnTo>
                  <a:pt x="595" y="731"/>
                </a:lnTo>
                <a:lnTo>
                  <a:pt x="596" y="732"/>
                </a:lnTo>
                <a:lnTo>
                  <a:pt x="597" y="732"/>
                </a:lnTo>
                <a:lnTo>
                  <a:pt x="599" y="733"/>
                </a:lnTo>
                <a:lnTo>
                  <a:pt x="600" y="732"/>
                </a:lnTo>
                <a:lnTo>
                  <a:pt x="601" y="732"/>
                </a:lnTo>
                <a:lnTo>
                  <a:pt x="601" y="731"/>
                </a:lnTo>
                <a:lnTo>
                  <a:pt x="602" y="730"/>
                </a:lnTo>
                <a:lnTo>
                  <a:pt x="603" y="728"/>
                </a:lnTo>
                <a:lnTo>
                  <a:pt x="604" y="728"/>
                </a:lnTo>
                <a:lnTo>
                  <a:pt x="604" y="727"/>
                </a:lnTo>
                <a:lnTo>
                  <a:pt x="603" y="727"/>
                </a:lnTo>
                <a:lnTo>
                  <a:pt x="602" y="726"/>
                </a:lnTo>
                <a:lnTo>
                  <a:pt x="601" y="725"/>
                </a:lnTo>
                <a:lnTo>
                  <a:pt x="601" y="723"/>
                </a:lnTo>
                <a:lnTo>
                  <a:pt x="600" y="722"/>
                </a:lnTo>
                <a:lnTo>
                  <a:pt x="600" y="721"/>
                </a:lnTo>
                <a:lnTo>
                  <a:pt x="599" y="721"/>
                </a:lnTo>
                <a:lnTo>
                  <a:pt x="599" y="720"/>
                </a:lnTo>
                <a:lnTo>
                  <a:pt x="600" y="720"/>
                </a:lnTo>
                <a:lnTo>
                  <a:pt x="601" y="721"/>
                </a:lnTo>
                <a:lnTo>
                  <a:pt x="601" y="720"/>
                </a:lnTo>
                <a:lnTo>
                  <a:pt x="602" y="719"/>
                </a:lnTo>
                <a:lnTo>
                  <a:pt x="602" y="717"/>
                </a:lnTo>
                <a:lnTo>
                  <a:pt x="602" y="715"/>
                </a:lnTo>
                <a:lnTo>
                  <a:pt x="604" y="715"/>
                </a:lnTo>
                <a:lnTo>
                  <a:pt x="606" y="715"/>
                </a:lnTo>
                <a:lnTo>
                  <a:pt x="608" y="714"/>
                </a:lnTo>
                <a:lnTo>
                  <a:pt x="609" y="714"/>
                </a:lnTo>
                <a:lnTo>
                  <a:pt x="611" y="713"/>
                </a:lnTo>
                <a:lnTo>
                  <a:pt x="612" y="713"/>
                </a:lnTo>
                <a:lnTo>
                  <a:pt x="613" y="712"/>
                </a:lnTo>
                <a:lnTo>
                  <a:pt x="613" y="710"/>
                </a:lnTo>
                <a:lnTo>
                  <a:pt x="613" y="709"/>
                </a:lnTo>
                <a:lnTo>
                  <a:pt x="613" y="708"/>
                </a:lnTo>
                <a:lnTo>
                  <a:pt x="611" y="707"/>
                </a:lnTo>
                <a:lnTo>
                  <a:pt x="611" y="706"/>
                </a:lnTo>
                <a:lnTo>
                  <a:pt x="611" y="705"/>
                </a:lnTo>
                <a:lnTo>
                  <a:pt x="612" y="705"/>
                </a:lnTo>
                <a:lnTo>
                  <a:pt x="612" y="704"/>
                </a:lnTo>
                <a:lnTo>
                  <a:pt x="612" y="703"/>
                </a:lnTo>
                <a:lnTo>
                  <a:pt x="611" y="702"/>
                </a:lnTo>
                <a:lnTo>
                  <a:pt x="609" y="701"/>
                </a:lnTo>
                <a:lnTo>
                  <a:pt x="608" y="700"/>
                </a:lnTo>
                <a:lnTo>
                  <a:pt x="608" y="699"/>
                </a:lnTo>
                <a:lnTo>
                  <a:pt x="608" y="698"/>
                </a:lnTo>
                <a:lnTo>
                  <a:pt x="608" y="696"/>
                </a:lnTo>
                <a:lnTo>
                  <a:pt x="607" y="695"/>
                </a:lnTo>
                <a:lnTo>
                  <a:pt x="606" y="693"/>
                </a:lnTo>
                <a:lnTo>
                  <a:pt x="606" y="692"/>
                </a:lnTo>
                <a:lnTo>
                  <a:pt x="606" y="690"/>
                </a:lnTo>
                <a:lnTo>
                  <a:pt x="606" y="688"/>
                </a:lnTo>
                <a:lnTo>
                  <a:pt x="607" y="687"/>
                </a:lnTo>
                <a:lnTo>
                  <a:pt x="608" y="686"/>
                </a:lnTo>
                <a:lnTo>
                  <a:pt x="612" y="684"/>
                </a:lnTo>
                <a:lnTo>
                  <a:pt x="610" y="684"/>
                </a:lnTo>
                <a:lnTo>
                  <a:pt x="610" y="683"/>
                </a:lnTo>
                <a:lnTo>
                  <a:pt x="609" y="683"/>
                </a:lnTo>
                <a:lnTo>
                  <a:pt x="608" y="683"/>
                </a:lnTo>
                <a:lnTo>
                  <a:pt x="608" y="682"/>
                </a:lnTo>
                <a:lnTo>
                  <a:pt x="607" y="682"/>
                </a:lnTo>
                <a:lnTo>
                  <a:pt x="606" y="681"/>
                </a:lnTo>
                <a:lnTo>
                  <a:pt x="606" y="680"/>
                </a:lnTo>
                <a:lnTo>
                  <a:pt x="606" y="679"/>
                </a:lnTo>
                <a:lnTo>
                  <a:pt x="604" y="677"/>
                </a:lnTo>
                <a:lnTo>
                  <a:pt x="603" y="676"/>
                </a:lnTo>
                <a:lnTo>
                  <a:pt x="603" y="675"/>
                </a:lnTo>
                <a:lnTo>
                  <a:pt x="602" y="673"/>
                </a:lnTo>
                <a:lnTo>
                  <a:pt x="602" y="672"/>
                </a:lnTo>
                <a:lnTo>
                  <a:pt x="602" y="671"/>
                </a:lnTo>
                <a:lnTo>
                  <a:pt x="603" y="669"/>
                </a:lnTo>
                <a:lnTo>
                  <a:pt x="603" y="668"/>
                </a:lnTo>
                <a:lnTo>
                  <a:pt x="603" y="667"/>
                </a:lnTo>
                <a:lnTo>
                  <a:pt x="605" y="666"/>
                </a:lnTo>
                <a:lnTo>
                  <a:pt x="608" y="665"/>
                </a:lnTo>
                <a:lnTo>
                  <a:pt x="607" y="663"/>
                </a:lnTo>
                <a:lnTo>
                  <a:pt x="610" y="656"/>
                </a:lnTo>
                <a:lnTo>
                  <a:pt x="610" y="652"/>
                </a:lnTo>
                <a:lnTo>
                  <a:pt x="611" y="651"/>
                </a:lnTo>
                <a:lnTo>
                  <a:pt x="612" y="651"/>
                </a:lnTo>
                <a:lnTo>
                  <a:pt x="613" y="651"/>
                </a:lnTo>
                <a:lnTo>
                  <a:pt x="614" y="651"/>
                </a:lnTo>
                <a:lnTo>
                  <a:pt x="615" y="650"/>
                </a:lnTo>
                <a:lnTo>
                  <a:pt x="616" y="650"/>
                </a:lnTo>
                <a:lnTo>
                  <a:pt x="617" y="651"/>
                </a:lnTo>
                <a:lnTo>
                  <a:pt x="616" y="651"/>
                </a:lnTo>
                <a:lnTo>
                  <a:pt x="617" y="651"/>
                </a:lnTo>
                <a:lnTo>
                  <a:pt x="617" y="652"/>
                </a:lnTo>
                <a:lnTo>
                  <a:pt x="619" y="652"/>
                </a:lnTo>
                <a:lnTo>
                  <a:pt x="619" y="651"/>
                </a:lnTo>
                <a:lnTo>
                  <a:pt x="620" y="651"/>
                </a:lnTo>
                <a:lnTo>
                  <a:pt x="621" y="651"/>
                </a:lnTo>
                <a:lnTo>
                  <a:pt x="622" y="650"/>
                </a:lnTo>
                <a:lnTo>
                  <a:pt x="622" y="651"/>
                </a:lnTo>
                <a:lnTo>
                  <a:pt x="623" y="651"/>
                </a:lnTo>
                <a:lnTo>
                  <a:pt x="624" y="651"/>
                </a:lnTo>
                <a:lnTo>
                  <a:pt x="624" y="650"/>
                </a:lnTo>
                <a:lnTo>
                  <a:pt x="625" y="650"/>
                </a:lnTo>
                <a:lnTo>
                  <a:pt x="625" y="649"/>
                </a:lnTo>
                <a:lnTo>
                  <a:pt x="626" y="648"/>
                </a:lnTo>
                <a:lnTo>
                  <a:pt x="627" y="648"/>
                </a:lnTo>
                <a:lnTo>
                  <a:pt x="628" y="648"/>
                </a:lnTo>
                <a:lnTo>
                  <a:pt x="629" y="648"/>
                </a:lnTo>
                <a:lnTo>
                  <a:pt x="629" y="647"/>
                </a:lnTo>
                <a:lnTo>
                  <a:pt x="630" y="647"/>
                </a:lnTo>
                <a:lnTo>
                  <a:pt x="631" y="647"/>
                </a:lnTo>
                <a:lnTo>
                  <a:pt x="632" y="646"/>
                </a:lnTo>
                <a:lnTo>
                  <a:pt x="633" y="646"/>
                </a:lnTo>
                <a:lnTo>
                  <a:pt x="633" y="647"/>
                </a:lnTo>
                <a:lnTo>
                  <a:pt x="634" y="646"/>
                </a:lnTo>
                <a:lnTo>
                  <a:pt x="635" y="646"/>
                </a:lnTo>
                <a:lnTo>
                  <a:pt x="636" y="646"/>
                </a:lnTo>
                <a:lnTo>
                  <a:pt x="637" y="646"/>
                </a:lnTo>
                <a:lnTo>
                  <a:pt x="636" y="646"/>
                </a:lnTo>
                <a:lnTo>
                  <a:pt x="637" y="645"/>
                </a:lnTo>
                <a:lnTo>
                  <a:pt x="638" y="645"/>
                </a:lnTo>
                <a:lnTo>
                  <a:pt x="638" y="646"/>
                </a:lnTo>
                <a:lnTo>
                  <a:pt x="638" y="645"/>
                </a:lnTo>
                <a:lnTo>
                  <a:pt x="639" y="645"/>
                </a:lnTo>
                <a:lnTo>
                  <a:pt x="640" y="645"/>
                </a:lnTo>
                <a:lnTo>
                  <a:pt x="641" y="645"/>
                </a:lnTo>
                <a:lnTo>
                  <a:pt x="641" y="644"/>
                </a:lnTo>
                <a:lnTo>
                  <a:pt x="641" y="643"/>
                </a:lnTo>
                <a:lnTo>
                  <a:pt x="640" y="642"/>
                </a:lnTo>
                <a:lnTo>
                  <a:pt x="639" y="642"/>
                </a:lnTo>
                <a:lnTo>
                  <a:pt x="639" y="641"/>
                </a:lnTo>
                <a:lnTo>
                  <a:pt x="638" y="641"/>
                </a:lnTo>
                <a:lnTo>
                  <a:pt x="636" y="640"/>
                </a:lnTo>
                <a:lnTo>
                  <a:pt x="635" y="640"/>
                </a:lnTo>
                <a:lnTo>
                  <a:pt x="634" y="640"/>
                </a:lnTo>
                <a:lnTo>
                  <a:pt x="632" y="640"/>
                </a:lnTo>
                <a:lnTo>
                  <a:pt x="631" y="640"/>
                </a:lnTo>
                <a:lnTo>
                  <a:pt x="630" y="639"/>
                </a:lnTo>
                <a:lnTo>
                  <a:pt x="629" y="639"/>
                </a:lnTo>
                <a:lnTo>
                  <a:pt x="628" y="638"/>
                </a:lnTo>
                <a:lnTo>
                  <a:pt x="627" y="638"/>
                </a:lnTo>
                <a:lnTo>
                  <a:pt x="627" y="637"/>
                </a:lnTo>
                <a:lnTo>
                  <a:pt x="625" y="636"/>
                </a:lnTo>
                <a:lnTo>
                  <a:pt x="623" y="635"/>
                </a:lnTo>
                <a:lnTo>
                  <a:pt x="623" y="634"/>
                </a:lnTo>
                <a:lnTo>
                  <a:pt x="622" y="634"/>
                </a:lnTo>
                <a:lnTo>
                  <a:pt x="622" y="633"/>
                </a:lnTo>
                <a:lnTo>
                  <a:pt x="621" y="632"/>
                </a:lnTo>
                <a:lnTo>
                  <a:pt x="621" y="631"/>
                </a:lnTo>
                <a:lnTo>
                  <a:pt x="621" y="630"/>
                </a:lnTo>
                <a:lnTo>
                  <a:pt x="623" y="629"/>
                </a:lnTo>
                <a:lnTo>
                  <a:pt x="624" y="628"/>
                </a:lnTo>
                <a:lnTo>
                  <a:pt x="626" y="627"/>
                </a:lnTo>
                <a:lnTo>
                  <a:pt x="627" y="627"/>
                </a:lnTo>
                <a:lnTo>
                  <a:pt x="629" y="627"/>
                </a:lnTo>
                <a:lnTo>
                  <a:pt x="630" y="627"/>
                </a:lnTo>
                <a:lnTo>
                  <a:pt x="633" y="625"/>
                </a:lnTo>
                <a:lnTo>
                  <a:pt x="635" y="624"/>
                </a:lnTo>
                <a:lnTo>
                  <a:pt x="637" y="623"/>
                </a:lnTo>
                <a:lnTo>
                  <a:pt x="638" y="622"/>
                </a:lnTo>
                <a:lnTo>
                  <a:pt x="639" y="621"/>
                </a:lnTo>
                <a:lnTo>
                  <a:pt x="640" y="621"/>
                </a:lnTo>
                <a:lnTo>
                  <a:pt x="640" y="620"/>
                </a:lnTo>
                <a:lnTo>
                  <a:pt x="641" y="620"/>
                </a:lnTo>
                <a:lnTo>
                  <a:pt x="643" y="619"/>
                </a:lnTo>
                <a:lnTo>
                  <a:pt x="644" y="619"/>
                </a:lnTo>
                <a:lnTo>
                  <a:pt x="645" y="619"/>
                </a:lnTo>
                <a:lnTo>
                  <a:pt x="647" y="619"/>
                </a:lnTo>
                <a:lnTo>
                  <a:pt x="648" y="619"/>
                </a:lnTo>
                <a:lnTo>
                  <a:pt x="650" y="619"/>
                </a:lnTo>
                <a:lnTo>
                  <a:pt x="651" y="619"/>
                </a:lnTo>
                <a:lnTo>
                  <a:pt x="651" y="620"/>
                </a:lnTo>
                <a:lnTo>
                  <a:pt x="652" y="620"/>
                </a:lnTo>
                <a:lnTo>
                  <a:pt x="653" y="620"/>
                </a:lnTo>
                <a:lnTo>
                  <a:pt x="654" y="619"/>
                </a:lnTo>
                <a:lnTo>
                  <a:pt x="655" y="619"/>
                </a:lnTo>
                <a:lnTo>
                  <a:pt x="656" y="619"/>
                </a:lnTo>
                <a:lnTo>
                  <a:pt x="657" y="620"/>
                </a:lnTo>
                <a:lnTo>
                  <a:pt x="658" y="620"/>
                </a:lnTo>
                <a:lnTo>
                  <a:pt x="658" y="619"/>
                </a:lnTo>
                <a:lnTo>
                  <a:pt x="658" y="618"/>
                </a:lnTo>
                <a:lnTo>
                  <a:pt x="659" y="618"/>
                </a:lnTo>
                <a:lnTo>
                  <a:pt x="659" y="617"/>
                </a:lnTo>
                <a:lnTo>
                  <a:pt x="659" y="616"/>
                </a:lnTo>
                <a:lnTo>
                  <a:pt x="659" y="615"/>
                </a:lnTo>
                <a:lnTo>
                  <a:pt x="658" y="614"/>
                </a:lnTo>
                <a:lnTo>
                  <a:pt x="658" y="612"/>
                </a:lnTo>
                <a:lnTo>
                  <a:pt x="658" y="609"/>
                </a:lnTo>
                <a:lnTo>
                  <a:pt x="657" y="609"/>
                </a:lnTo>
                <a:lnTo>
                  <a:pt x="657" y="608"/>
                </a:lnTo>
                <a:lnTo>
                  <a:pt x="656" y="607"/>
                </a:lnTo>
                <a:lnTo>
                  <a:pt x="656" y="605"/>
                </a:lnTo>
                <a:lnTo>
                  <a:pt x="656" y="604"/>
                </a:lnTo>
                <a:lnTo>
                  <a:pt x="657" y="604"/>
                </a:lnTo>
                <a:lnTo>
                  <a:pt x="657" y="603"/>
                </a:lnTo>
                <a:lnTo>
                  <a:pt x="657" y="602"/>
                </a:lnTo>
                <a:lnTo>
                  <a:pt x="656" y="602"/>
                </a:lnTo>
                <a:lnTo>
                  <a:pt x="655" y="602"/>
                </a:lnTo>
                <a:lnTo>
                  <a:pt x="654" y="602"/>
                </a:lnTo>
                <a:lnTo>
                  <a:pt x="653" y="602"/>
                </a:lnTo>
                <a:lnTo>
                  <a:pt x="652" y="602"/>
                </a:lnTo>
                <a:lnTo>
                  <a:pt x="650" y="602"/>
                </a:lnTo>
                <a:lnTo>
                  <a:pt x="650" y="601"/>
                </a:lnTo>
                <a:lnTo>
                  <a:pt x="649" y="601"/>
                </a:lnTo>
                <a:lnTo>
                  <a:pt x="649" y="600"/>
                </a:lnTo>
                <a:lnTo>
                  <a:pt x="650" y="599"/>
                </a:lnTo>
                <a:lnTo>
                  <a:pt x="650" y="598"/>
                </a:lnTo>
                <a:lnTo>
                  <a:pt x="651" y="597"/>
                </a:lnTo>
                <a:lnTo>
                  <a:pt x="652" y="595"/>
                </a:lnTo>
                <a:lnTo>
                  <a:pt x="653" y="595"/>
                </a:lnTo>
                <a:lnTo>
                  <a:pt x="653" y="594"/>
                </a:lnTo>
                <a:lnTo>
                  <a:pt x="653" y="593"/>
                </a:lnTo>
                <a:lnTo>
                  <a:pt x="653" y="592"/>
                </a:lnTo>
                <a:lnTo>
                  <a:pt x="653" y="591"/>
                </a:lnTo>
                <a:lnTo>
                  <a:pt x="654" y="590"/>
                </a:lnTo>
                <a:lnTo>
                  <a:pt x="654" y="589"/>
                </a:lnTo>
                <a:lnTo>
                  <a:pt x="655" y="589"/>
                </a:lnTo>
                <a:lnTo>
                  <a:pt x="655" y="588"/>
                </a:lnTo>
                <a:lnTo>
                  <a:pt x="655" y="584"/>
                </a:lnTo>
                <a:lnTo>
                  <a:pt x="649" y="575"/>
                </a:lnTo>
                <a:lnTo>
                  <a:pt x="642" y="564"/>
                </a:lnTo>
                <a:lnTo>
                  <a:pt x="634" y="550"/>
                </a:lnTo>
                <a:lnTo>
                  <a:pt x="634" y="549"/>
                </a:lnTo>
                <a:lnTo>
                  <a:pt x="634" y="548"/>
                </a:lnTo>
                <a:lnTo>
                  <a:pt x="634" y="547"/>
                </a:lnTo>
                <a:lnTo>
                  <a:pt x="634" y="546"/>
                </a:lnTo>
                <a:lnTo>
                  <a:pt x="633" y="545"/>
                </a:lnTo>
                <a:lnTo>
                  <a:pt x="633" y="544"/>
                </a:lnTo>
                <a:lnTo>
                  <a:pt x="633" y="542"/>
                </a:lnTo>
                <a:lnTo>
                  <a:pt x="633" y="541"/>
                </a:lnTo>
                <a:lnTo>
                  <a:pt x="632" y="541"/>
                </a:lnTo>
                <a:lnTo>
                  <a:pt x="632" y="540"/>
                </a:lnTo>
                <a:lnTo>
                  <a:pt x="631" y="539"/>
                </a:lnTo>
                <a:lnTo>
                  <a:pt x="630" y="538"/>
                </a:lnTo>
                <a:lnTo>
                  <a:pt x="630" y="537"/>
                </a:lnTo>
                <a:lnTo>
                  <a:pt x="631" y="537"/>
                </a:lnTo>
                <a:lnTo>
                  <a:pt x="631" y="536"/>
                </a:lnTo>
                <a:lnTo>
                  <a:pt x="630" y="536"/>
                </a:lnTo>
                <a:lnTo>
                  <a:pt x="630" y="535"/>
                </a:lnTo>
                <a:lnTo>
                  <a:pt x="629" y="535"/>
                </a:lnTo>
                <a:lnTo>
                  <a:pt x="629" y="534"/>
                </a:lnTo>
                <a:lnTo>
                  <a:pt x="628" y="533"/>
                </a:lnTo>
                <a:lnTo>
                  <a:pt x="628" y="532"/>
                </a:lnTo>
                <a:lnTo>
                  <a:pt x="628" y="531"/>
                </a:lnTo>
                <a:lnTo>
                  <a:pt x="628" y="530"/>
                </a:lnTo>
                <a:lnTo>
                  <a:pt x="628" y="529"/>
                </a:lnTo>
                <a:lnTo>
                  <a:pt x="628" y="528"/>
                </a:lnTo>
                <a:lnTo>
                  <a:pt x="628" y="527"/>
                </a:lnTo>
                <a:lnTo>
                  <a:pt x="628" y="526"/>
                </a:lnTo>
                <a:lnTo>
                  <a:pt x="627" y="525"/>
                </a:lnTo>
                <a:lnTo>
                  <a:pt x="627" y="524"/>
                </a:lnTo>
                <a:lnTo>
                  <a:pt x="627" y="523"/>
                </a:lnTo>
                <a:lnTo>
                  <a:pt x="626" y="522"/>
                </a:lnTo>
                <a:lnTo>
                  <a:pt x="625" y="521"/>
                </a:lnTo>
                <a:lnTo>
                  <a:pt x="624" y="521"/>
                </a:lnTo>
                <a:lnTo>
                  <a:pt x="623" y="520"/>
                </a:lnTo>
                <a:lnTo>
                  <a:pt x="622" y="520"/>
                </a:lnTo>
                <a:lnTo>
                  <a:pt x="622" y="519"/>
                </a:lnTo>
                <a:lnTo>
                  <a:pt x="623" y="518"/>
                </a:lnTo>
                <a:lnTo>
                  <a:pt x="623" y="517"/>
                </a:lnTo>
                <a:lnTo>
                  <a:pt x="623" y="514"/>
                </a:lnTo>
                <a:lnTo>
                  <a:pt x="623" y="510"/>
                </a:lnTo>
                <a:lnTo>
                  <a:pt x="623" y="509"/>
                </a:lnTo>
                <a:lnTo>
                  <a:pt x="623" y="507"/>
                </a:lnTo>
                <a:lnTo>
                  <a:pt x="624" y="506"/>
                </a:lnTo>
                <a:lnTo>
                  <a:pt x="624" y="505"/>
                </a:lnTo>
                <a:lnTo>
                  <a:pt x="624" y="503"/>
                </a:lnTo>
                <a:lnTo>
                  <a:pt x="624" y="502"/>
                </a:lnTo>
                <a:lnTo>
                  <a:pt x="624" y="501"/>
                </a:lnTo>
                <a:lnTo>
                  <a:pt x="623" y="501"/>
                </a:lnTo>
                <a:lnTo>
                  <a:pt x="623" y="500"/>
                </a:lnTo>
                <a:lnTo>
                  <a:pt x="623" y="499"/>
                </a:lnTo>
                <a:lnTo>
                  <a:pt x="622" y="499"/>
                </a:lnTo>
                <a:lnTo>
                  <a:pt x="622" y="495"/>
                </a:lnTo>
                <a:lnTo>
                  <a:pt x="622" y="492"/>
                </a:lnTo>
                <a:lnTo>
                  <a:pt x="621" y="490"/>
                </a:lnTo>
                <a:lnTo>
                  <a:pt x="621" y="488"/>
                </a:lnTo>
                <a:lnTo>
                  <a:pt x="620" y="485"/>
                </a:lnTo>
                <a:lnTo>
                  <a:pt x="619" y="483"/>
                </a:lnTo>
                <a:lnTo>
                  <a:pt x="618" y="482"/>
                </a:lnTo>
                <a:lnTo>
                  <a:pt x="618" y="481"/>
                </a:lnTo>
                <a:lnTo>
                  <a:pt x="619" y="481"/>
                </a:lnTo>
                <a:lnTo>
                  <a:pt x="619" y="480"/>
                </a:lnTo>
                <a:lnTo>
                  <a:pt x="620" y="479"/>
                </a:lnTo>
                <a:lnTo>
                  <a:pt x="621" y="478"/>
                </a:lnTo>
                <a:lnTo>
                  <a:pt x="621" y="476"/>
                </a:lnTo>
                <a:lnTo>
                  <a:pt x="621" y="474"/>
                </a:lnTo>
                <a:lnTo>
                  <a:pt x="622" y="473"/>
                </a:lnTo>
                <a:lnTo>
                  <a:pt x="622" y="471"/>
                </a:lnTo>
                <a:lnTo>
                  <a:pt x="623" y="470"/>
                </a:lnTo>
                <a:lnTo>
                  <a:pt x="624" y="468"/>
                </a:lnTo>
                <a:lnTo>
                  <a:pt x="624" y="467"/>
                </a:lnTo>
                <a:lnTo>
                  <a:pt x="623" y="467"/>
                </a:lnTo>
                <a:lnTo>
                  <a:pt x="622" y="465"/>
                </a:lnTo>
                <a:lnTo>
                  <a:pt x="620" y="463"/>
                </a:lnTo>
                <a:lnTo>
                  <a:pt x="618" y="461"/>
                </a:lnTo>
                <a:lnTo>
                  <a:pt x="618" y="460"/>
                </a:lnTo>
                <a:lnTo>
                  <a:pt x="617" y="459"/>
                </a:lnTo>
                <a:lnTo>
                  <a:pt x="615" y="458"/>
                </a:lnTo>
                <a:lnTo>
                  <a:pt x="611" y="457"/>
                </a:lnTo>
                <a:lnTo>
                  <a:pt x="610" y="456"/>
                </a:lnTo>
                <a:lnTo>
                  <a:pt x="609" y="456"/>
                </a:lnTo>
                <a:lnTo>
                  <a:pt x="608" y="455"/>
                </a:lnTo>
                <a:lnTo>
                  <a:pt x="607" y="455"/>
                </a:lnTo>
                <a:lnTo>
                  <a:pt x="605" y="453"/>
                </a:lnTo>
                <a:lnTo>
                  <a:pt x="605" y="452"/>
                </a:lnTo>
                <a:lnTo>
                  <a:pt x="605" y="451"/>
                </a:lnTo>
                <a:lnTo>
                  <a:pt x="604" y="450"/>
                </a:lnTo>
                <a:lnTo>
                  <a:pt x="603" y="450"/>
                </a:lnTo>
                <a:lnTo>
                  <a:pt x="603" y="449"/>
                </a:lnTo>
                <a:lnTo>
                  <a:pt x="603" y="448"/>
                </a:lnTo>
                <a:lnTo>
                  <a:pt x="604" y="447"/>
                </a:lnTo>
                <a:lnTo>
                  <a:pt x="604" y="446"/>
                </a:lnTo>
                <a:lnTo>
                  <a:pt x="603" y="445"/>
                </a:lnTo>
                <a:lnTo>
                  <a:pt x="602" y="444"/>
                </a:lnTo>
                <a:lnTo>
                  <a:pt x="601" y="444"/>
                </a:lnTo>
                <a:lnTo>
                  <a:pt x="601" y="445"/>
                </a:lnTo>
                <a:lnTo>
                  <a:pt x="601" y="446"/>
                </a:lnTo>
                <a:lnTo>
                  <a:pt x="599" y="447"/>
                </a:lnTo>
                <a:lnTo>
                  <a:pt x="598" y="447"/>
                </a:lnTo>
                <a:lnTo>
                  <a:pt x="597" y="447"/>
                </a:lnTo>
                <a:lnTo>
                  <a:pt x="596" y="447"/>
                </a:lnTo>
                <a:lnTo>
                  <a:pt x="593" y="447"/>
                </a:lnTo>
                <a:lnTo>
                  <a:pt x="591" y="448"/>
                </a:lnTo>
                <a:lnTo>
                  <a:pt x="589" y="448"/>
                </a:lnTo>
                <a:lnTo>
                  <a:pt x="588" y="449"/>
                </a:lnTo>
                <a:lnTo>
                  <a:pt x="587" y="449"/>
                </a:lnTo>
                <a:lnTo>
                  <a:pt x="587" y="448"/>
                </a:lnTo>
                <a:lnTo>
                  <a:pt x="587" y="447"/>
                </a:lnTo>
                <a:lnTo>
                  <a:pt x="587" y="446"/>
                </a:lnTo>
                <a:lnTo>
                  <a:pt x="585" y="445"/>
                </a:lnTo>
                <a:lnTo>
                  <a:pt x="583" y="443"/>
                </a:lnTo>
                <a:lnTo>
                  <a:pt x="582" y="443"/>
                </a:lnTo>
                <a:lnTo>
                  <a:pt x="582" y="442"/>
                </a:lnTo>
                <a:lnTo>
                  <a:pt x="583" y="442"/>
                </a:lnTo>
                <a:lnTo>
                  <a:pt x="583" y="441"/>
                </a:lnTo>
                <a:lnTo>
                  <a:pt x="584" y="441"/>
                </a:lnTo>
                <a:lnTo>
                  <a:pt x="584" y="440"/>
                </a:lnTo>
                <a:lnTo>
                  <a:pt x="582" y="440"/>
                </a:lnTo>
                <a:lnTo>
                  <a:pt x="581" y="439"/>
                </a:lnTo>
                <a:lnTo>
                  <a:pt x="580" y="439"/>
                </a:lnTo>
                <a:lnTo>
                  <a:pt x="579" y="439"/>
                </a:lnTo>
                <a:lnTo>
                  <a:pt x="578" y="439"/>
                </a:lnTo>
                <a:lnTo>
                  <a:pt x="577" y="439"/>
                </a:lnTo>
                <a:lnTo>
                  <a:pt x="577" y="438"/>
                </a:lnTo>
                <a:lnTo>
                  <a:pt x="577" y="437"/>
                </a:lnTo>
                <a:lnTo>
                  <a:pt x="578" y="437"/>
                </a:lnTo>
                <a:lnTo>
                  <a:pt x="579" y="436"/>
                </a:lnTo>
                <a:lnTo>
                  <a:pt x="580" y="435"/>
                </a:lnTo>
                <a:lnTo>
                  <a:pt x="581" y="435"/>
                </a:lnTo>
                <a:lnTo>
                  <a:pt x="582" y="435"/>
                </a:lnTo>
                <a:lnTo>
                  <a:pt x="582" y="433"/>
                </a:lnTo>
                <a:lnTo>
                  <a:pt x="583" y="432"/>
                </a:lnTo>
                <a:lnTo>
                  <a:pt x="584" y="432"/>
                </a:lnTo>
                <a:lnTo>
                  <a:pt x="585" y="432"/>
                </a:lnTo>
                <a:lnTo>
                  <a:pt x="585" y="431"/>
                </a:lnTo>
                <a:lnTo>
                  <a:pt x="587" y="431"/>
                </a:lnTo>
                <a:lnTo>
                  <a:pt x="587" y="430"/>
                </a:lnTo>
                <a:lnTo>
                  <a:pt x="589" y="429"/>
                </a:lnTo>
                <a:lnTo>
                  <a:pt x="590" y="428"/>
                </a:lnTo>
                <a:lnTo>
                  <a:pt x="591" y="427"/>
                </a:lnTo>
                <a:lnTo>
                  <a:pt x="592" y="427"/>
                </a:lnTo>
                <a:lnTo>
                  <a:pt x="592" y="426"/>
                </a:lnTo>
                <a:lnTo>
                  <a:pt x="593" y="425"/>
                </a:lnTo>
                <a:lnTo>
                  <a:pt x="594" y="424"/>
                </a:lnTo>
                <a:lnTo>
                  <a:pt x="595" y="424"/>
                </a:lnTo>
                <a:lnTo>
                  <a:pt x="596" y="423"/>
                </a:lnTo>
                <a:lnTo>
                  <a:pt x="597" y="423"/>
                </a:lnTo>
                <a:lnTo>
                  <a:pt x="598" y="423"/>
                </a:lnTo>
                <a:lnTo>
                  <a:pt x="599" y="424"/>
                </a:lnTo>
                <a:lnTo>
                  <a:pt x="600" y="423"/>
                </a:lnTo>
                <a:lnTo>
                  <a:pt x="600" y="422"/>
                </a:lnTo>
                <a:lnTo>
                  <a:pt x="601" y="422"/>
                </a:lnTo>
                <a:lnTo>
                  <a:pt x="602" y="423"/>
                </a:lnTo>
                <a:lnTo>
                  <a:pt x="604" y="425"/>
                </a:lnTo>
                <a:lnTo>
                  <a:pt x="606" y="425"/>
                </a:lnTo>
                <a:lnTo>
                  <a:pt x="608" y="425"/>
                </a:lnTo>
                <a:lnTo>
                  <a:pt x="610" y="424"/>
                </a:lnTo>
                <a:lnTo>
                  <a:pt x="611" y="422"/>
                </a:lnTo>
                <a:lnTo>
                  <a:pt x="612" y="422"/>
                </a:lnTo>
                <a:lnTo>
                  <a:pt x="614" y="421"/>
                </a:lnTo>
                <a:lnTo>
                  <a:pt x="616" y="421"/>
                </a:lnTo>
                <a:lnTo>
                  <a:pt x="617" y="421"/>
                </a:lnTo>
                <a:lnTo>
                  <a:pt x="617" y="422"/>
                </a:lnTo>
                <a:lnTo>
                  <a:pt x="618" y="423"/>
                </a:lnTo>
                <a:lnTo>
                  <a:pt x="619" y="424"/>
                </a:lnTo>
                <a:lnTo>
                  <a:pt x="621" y="424"/>
                </a:lnTo>
                <a:lnTo>
                  <a:pt x="623" y="423"/>
                </a:lnTo>
                <a:lnTo>
                  <a:pt x="624" y="422"/>
                </a:lnTo>
                <a:lnTo>
                  <a:pt x="625" y="421"/>
                </a:lnTo>
                <a:lnTo>
                  <a:pt x="626" y="420"/>
                </a:lnTo>
                <a:lnTo>
                  <a:pt x="627" y="420"/>
                </a:lnTo>
                <a:lnTo>
                  <a:pt x="627" y="418"/>
                </a:lnTo>
                <a:lnTo>
                  <a:pt x="629" y="416"/>
                </a:lnTo>
                <a:lnTo>
                  <a:pt x="631" y="415"/>
                </a:lnTo>
                <a:lnTo>
                  <a:pt x="632" y="415"/>
                </a:lnTo>
                <a:lnTo>
                  <a:pt x="632" y="416"/>
                </a:lnTo>
                <a:lnTo>
                  <a:pt x="633" y="416"/>
                </a:lnTo>
                <a:lnTo>
                  <a:pt x="633" y="417"/>
                </a:lnTo>
                <a:lnTo>
                  <a:pt x="634" y="417"/>
                </a:lnTo>
                <a:lnTo>
                  <a:pt x="636" y="416"/>
                </a:lnTo>
                <a:lnTo>
                  <a:pt x="637" y="416"/>
                </a:lnTo>
                <a:lnTo>
                  <a:pt x="638" y="417"/>
                </a:lnTo>
                <a:lnTo>
                  <a:pt x="640" y="417"/>
                </a:lnTo>
                <a:lnTo>
                  <a:pt x="641" y="417"/>
                </a:lnTo>
                <a:lnTo>
                  <a:pt x="642" y="417"/>
                </a:lnTo>
                <a:lnTo>
                  <a:pt x="643" y="416"/>
                </a:lnTo>
                <a:lnTo>
                  <a:pt x="645" y="416"/>
                </a:lnTo>
                <a:lnTo>
                  <a:pt x="649" y="415"/>
                </a:lnTo>
                <a:lnTo>
                  <a:pt x="650" y="414"/>
                </a:lnTo>
                <a:lnTo>
                  <a:pt x="651" y="414"/>
                </a:lnTo>
                <a:lnTo>
                  <a:pt x="652" y="413"/>
                </a:lnTo>
                <a:lnTo>
                  <a:pt x="653" y="412"/>
                </a:lnTo>
                <a:lnTo>
                  <a:pt x="652" y="411"/>
                </a:lnTo>
                <a:lnTo>
                  <a:pt x="651" y="411"/>
                </a:lnTo>
                <a:lnTo>
                  <a:pt x="651" y="410"/>
                </a:lnTo>
                <a:lnTo>
                  <a:pt x="652" y="410"/>
                </a:lnTo>
                <a:lnTo>
                  <a:pt x="653" y="410"/>
                </a:lnTo>
                <a:lnTo>
                  <a:pt x="653" y="411"/>
                </a:lnTo>
                <a:lnTo>
                  <a:pt x="654" y="411"/>
                </a:lnTo>
                <a:lnTo>
                  <a:pt x="655" y="412"/>
                </a:lnTo>
                <a:lnTo>
                  <a:pt x="656" y="412"/>
                </a:lnTo>
                <a:lnTo>
                  <a:pt x="659" y="412"/>
                </a:lnTo>
                <a:lnTo>
                  <a:pt x="660" y="412"/>
                </a:lnTo>
                <a:lnTo>
                  <a:pt x="662" y="413"/>
                </a:lnTo>
                <a:lnTo>
                  <a:pt x="663" y="415"/>
                </a:lnTo>
                <a:lnTo>
                  <a:pt x="664" y="415"/>
                </a:lnTo>
                <a:lnTo>
                  <a:pt x="666" y="415"/>
                </a:lnTo>
                <a:lnTo>
                  <a:pt x="667" y="415"/>
                </a:lnTo>
                <a:lnTo>
                  <a:pt x="668" y="415"/>
                </a:lnTo>
                <a:lnTo>
                  <a:pt x="669" y="414"/>
                </a:lnTo>
                <a:lnTo>
                  <a:pt x="670" y="413"/>
                </a:lnTo>
                <a:lnTo>
                  <a:pt x="671" y="412"/>
                </a:lnTo>
                <a:lnTo>
                  <a:pt x="672" y="411"/>
                </a:lnTo>
                <a:lnTo>
                  <a:pt x="673" y="411"/>
                </a:lnTo>
                <a:lnTo>
                  <a:pt x="675" y="411"/>
                </a:lnTo>
                <a:lnTo>
                  <a:pt x="676" y="412"/>
                </a:lnTo>
                <a:lnTo>
                  <a:pt x="677" y="412"/>
                </a:lnTo>
                <a:lnTo>
                  <a:pt x="679" y="411"/>
                </a:lnTo>
                <a:lnTo>
                  <a:pt x="681" y="410"/>
                </a:lnTo>
                <a:lnTo>
                  <a:pt x="682" y="410"/>
                </a:lnTo>
                <a:lnTo>
                  <a:pt x="683" y="410"/>
                </a:lnTo>
                <a:lnTo>
                  <a:pt x="684" y="409"/>
                </a:lnTo>
                <a:lnTo>
                  <a:pt x="685" y="408"/>
                </a:lnTo>
                <a:lnTo>
                  <a:pt x="686" y="407"/>
                </a:lnTo>
                <a:lnTo>
                  <a:pt x="687" y="407"/>
                </a:lnTo>
                <a:lnTo>
                  <a:pt x="687" y="406"/>
                </a:lnTo>
                <a:lnTo>
                  <a:pt x="688" y="405"/>
                </a:lnTo>
                <a:lnTo>
                  <a:pt x="689" y="406"/>
                </a:lnTo>
                <a:lnTo>
                  <a:pt x="690" y="406"/>
                </a:lnTo>
                <a:lnTo>
                  <a:pt x="691" y="406"/>
                </a:lnTo>
                <a:lnTo>
                  <a:pt x="691" y="407"/>
                </a:lnTo>
                <a:lnTo>
                  <a:pt x="692" y="407"/>
                </a:lnTo>
                <a:lnTo>
                  <a:pt x="692" y="406"/>
                </a:lnTo>
                <a:lnTo>
                  <a:pt x="692" y="405"/>
                </a:lnTo>
                <a:lnTo>
                  <a:pt x="693" y="405"/>
                </a:lnTo>
                <a:lnTo>
                  <a:pt x="694" y="404"/>
                </a:lnTo>
                <a:lnTo>
                  <a:pt x="696" y="404"/>
                </a:lnTo>
                <a:lnTo>
                  <a:pt x="697" y="404"/>
                </a:lnTo>
                <a:lnTo>
                  <a:pt x="697" y="403"/>
                </a:lnTo>
                <a:lnTo>
                  <a:pt x="698" y="403"/>
                </a:lnTo>
                <a:lnTo>
                  <a:pt x="699" y="403"/>
                </a:lnTo>
                <a:lnTo>
                  <a:pt x="700" y="404"/>
                </a:lnTo>
                <a:lnTo>
                  <a:pt x="702" y="404"/>
                </a:lnTo>
                <a:lnTo>
                  <a:pt x="703" y="403"/>
                </a:lnTo>
                <a:lnTo>
                  <a:pt x="705" y="402"/>
                </a:lnTo>
                <a:lnTo>
                  <a:pt x="706" y="402"/>
                </a:lnTo>
                <a:lnTo>
                  <a:pt x="708" y="401"/>
                </a:lnTo>
                <a:lnTo>
                  <a:pt x="709" y="401"/>
                </a:lnTo>
                <a:lnTo>
                  <a:pt x="711" y="402"/>
                </a:lnTo>
                <a:lnTo>
                  <a:pt x="711" y="401"/>
                </a:lnTo>
                <a:lnTo>
                  <a:pt x="712" y="401"/>
                </a:lnTo>
                <a:lnTo>
                  <a:pt x="713" y="400"/>
                </a:lnTo>
                <a:lnTo>
                  <a:pt x="714" y="400"/>
                </a:lnTo>
                <a:lnTo>
                  <a:pt x="715" y="399"/>
                </a:lnTo>
                <a:lnTo>
                  <a:pt x="716" y="399"/>
                </a:lnTo>
                <a:lnTo>
                  <a:pt x="716" y="400"/>
                </a:lnTo>
                <a:lnTo>
                  <a:pt x="717" y="400"/>
                </a:lnTo>
                <a:lnTo>
                  <a:pt x="717" y="401"/>
                </a:lnTo>
                <a:lnTo>
                  <a:pt x="718" y="401"/>
                </a:lnTo>
                <a:lnTo>
                  <a:pt x="719" y="401"/>
                </a:lnTo>
                <a:lnTo>
                  <a:pt x="720" y="400"/>
                </a:lnTo>
                <a:lnTo>
                  <a:pt x="722" y="400"/>
                </a:lnTo>
                <a:lnTo>
                  <a:pt x="722" y="399"/>
                </a:lnTo>
                <a:lnTo>
                  <a:pt x="724" y="399"/>
                </a:lnTo>
                <a:lnTo>
                  <a:pt x="725" y="399"/>
                </a:lnTo>
                <a:lnTo>
                  <a:pt x="725" y="398"/>
                </a:lnTo>
                <a:lnTo>
                  <a:pt x="725" y="397"/>
                </a:lnTo>
                <a:lnTo>
                  <a:pt x="726" y="397"/>
                </a:lnTo>
                <a:lnTo>
                  <a:pt x="729" y="396"/>
                </a:lnTo>
                <a:lnTo>
                  <a:pt x="729" y="395"/>
                </a:lnTo>
                <a:lnTo>
                  <a:pt x="729" y="394"/>
                </a:lnTo>
                <a:lnTo>
                  <a:pt x="731" y="393"/>
                </a:lnTo>
                <a:lnTo>
                  <a:pt x="733" y="392"/>
                </a:lnTo>
                <a:lnTo>
                  <a:pt x="734" y="391"/>
                </a:lnTo>
                <a:lnTo>
                  <a:pt x="736" y="391"/>
                </a:lnTo>
                <a:lnTo>
                  <a:pt x="737" y="392"/>
                </a:lnTo>
                <a:lnTo>
                  <a:pt x="738" y="392"/>
                </a:lnTo>
                <a:lnTo>
                  <a:pt x="739" y="391"/>
                </a:lnTo>
                <a:lnTo>
                  <a:pt x="740" y="390"/>
                </a:lnTo>
                <a:lnTo>
                  <a:pt x="741" y="391"/>
                </a:lnTo>
                <a:lnTo>
                  <a:pt x="742" y="391"/>
                </a:lnTo>
                <a:lnTo>
                  <a:pt x="743" y="391"/>
                </a:lnTo>
                <a:lnTo>
                  <a:pt x="743" y="390"/>
                </a:lnTo>
                <a:lnTo>
                  <a:pt x="744" y="390"/>
                </a:lnTo>
                <a:lnTo>
                  <a:pt x="745" y="389"/>
                </a:lnTo>
                <a:lnTo>
                  <a:pt x="747" y="389"/>
                </a:lnTo>
                <a:lnTo>
                  <a:pt x="748" y="389"/>
                </a:lnTo>
                <a:lnTo>
                  <a:pt x="749" y="389"/>
                </a:lnTo>
                <a:lnTo>
                  <a:pt x="749" y="390"/>
                </a:lnTo>
                <a:lnTo>
                  <a:pt x="750" y="391"/>
                </a:lnTo>
                <a:lnTo>
                  <a:pt x="751" y="392"/>
                </a:lnTo>
                <a:lnTo>
                  <a:pt x="752" y="394"/>
                </a:lnTo>
                <a:lnTo>
                  <a:pt x="752" y="395"/>
                </a:lnTo>
                <a:lnTo>
                  <a:pt x="754" y="397"/>
                </a:lnTo>
                <a:lnTo>
                  <a:pt x="755" y="398"/>
                </a:lnTo>
                <a:lnTo>
                  <a:pt x="756" y="399"/>
                </a:lnTo>
                <a:lnTo>
                  <a:pt x="758" y="401"/>
                </a:lnTo>
                <a:lnTo>
                  <a:pt x="759" y="403"/>
                </a:lnTo>
                <a:lnTo>
                  <a:pt x="760" y="404"/>
                </a:lnTo>
                <a:lnTo>
                  <a:pt x="761" y="404"/>
                </a:lnTo>
                <a:lnTo>
                  <a:pt x="763" y="404"/>
                </a:lnTo>
                <a:lnTo>
                  <a:pt x="764" y="404"/>
                </a:lnTo>
                <a:lnTo>
                  <a:pt x="766" y="404"/>
                </a:lnTo>
                <a:lnTo>
                  <a:pt x="768" y="403"/>
                </a:lnTo>
                <a:lnTo>
                  <a:pt x="769" y="403"/>
                </a:lnTo>
                <a:lnTo>
                  <a:pt x="770" y="403"/>
                </a:lnTo>
                <a:lnTo>
                  <a:pt x="771" y="402"/>
                </a:lnTo>
                <a:lnTo>
                  <a:pt x="772" y="402"/>
                </a:lnTo>
                <a:lnTo>
                  <a:pt x="773" y="402"/>
                </a:lnTo>
                <a:lnTo>
                  <a:pt x="775" y="402"/>
                </a:lnTo>
                <a:lnTo>
                  <a:pt x="775" y="403"/>
                </a:lnTo>
                <a:lnTo>
                  <a:pt x="775" y="404"/>
                </a:lnTo>
                <a:lnTo>
                  <a:pt x="775" y="405"/>
                </a:lnTo>
                <a:lnTo>
                  <a:pt x="776" y="406"/>
                </a:lnTo>
                <a:lnTo>
                  <a:pt x="777" y="407"/>
                </a:lnTo>
                <a:lnTo>
                  <a:pt x="778" y="407"/>
                </a:lnTo>
                <a:lnTo>
                  <a:pt x="779" y="406"/>
                </a:lnTo>
                <a:lnTo>
                  <a:pt x="780" y="406"/>
                </a:lnTo>
                <a:lnTo>
                  <a:pt x="781" y="405"/>
                </a:lnTo>
                <a:lnTo>
                  <a:pt x="783" y="405"/>
                </a:lnTo>
                <a:lnTo>
                  <a:pt x="784" y="405"/>
                </a:lnTo>
                <a:lnTo>
                  <a:pt x="785" y="404"/>
                </a:lnTo>
                <a:lnTo>
                  <a:pt x="786" y="404"/>
                </a:lnTo>
                <a:lnTo>
                  <a:pt x="788" y="404"/>
                </a:lnTo>
                <a:lnTo>
                  <a:pt x="790" y="404"/>
                </a:lnTo>
                <a:lnTo>
                  <a:pt x="791" y="403"/>
                </a:lnTo>
                <a:lnTo>
                  <a:pt x="792" y="403"/>
                </a:lnTo>
                <a:lnTo>
                  <a:pt x="793" y="403"/>
                </a:lnTo>
                <a:lnTo>
                  <a:pt x="799" y="406"/>
                </a:lnTo>
                <a:lnTo>
                  <a:pt x="803" y="407"/>
                </a:lnTo>
                <a:lnTo>
                  <a:pt x="811" y="410"/>
                </a:lnTo>
                <a:lnTo>
                  <a:pt x="817" y="408"/>
                </a:lnTo>
                <a:lnTo>
                  <a:pt x="820" y="405"/>
                </a:lnTo>
                <a:lnTo>
                  <a:pt x="821" y="393"/>
                </a:lnTo>
                <a:lnTo>
                  <a:pt x="818" y="388"/>
                </a:lnTo>
                <a:lnTo>
                  <a:pt x="816" y="385"/>
                </a:lnTo>
                <a:lnTo>
                  <a:pt x="807" y="381"/>
                </a:lnTo>
                <a:lnTo>
                  <a:pt x="792" y="373"/>
                </a:lnTo>
                <a:lnTo>
                  <a:pt x="792" y="372"/>
                </a:lnTo>
                <a:lnTo>
                  <a:pt x="791" y="365"/>
                </a:lnTo>
                <a:lnTo>
                  <a:pt x="793" y="362"/>
                </a:lnTo>
                <a:lnTo>
                  <a:pt x="793" y="361"/>
                </a:lnTo>
                <a:lnTo>
                  <a:pt x="793" y="357"/>
                </a:lnTo>
                <a:lnTo>
                  <a:pt x="793" y="355"/>
                </a:lnTo>
                <a:lnTo>
                  <a:pt x="793" y="354"/>
                </a:lnTo>
                <a:lnTo>
                  <a:pt x="796" y="351"/>
                </a:lnTo>
                <a:lnTo>
                  <a:pt x="797" y="350"/>
                </a:lnTo>
                <a:lnTo>
                  <a:pt x="798" y="348"/>
                </a:lnTo>
                <a:lnTo>
                  <a:pt x="798" y="345"/>
                </a:lnTo>
                <a:lnTo>
                  <a:pt x="798" y="344"/>
                </a:lnTo>
                <a:lnTo>
                  <a:pt x="798" y="342"/>
                </a:lnTo>
                <a:lnTo>
                  <a:pt x="798" y="341"/>
                </a:lnTo>
                <a:lnTo>
                  <a:pt x="798" y="340"/>
                </a:lnTo>
                <a:lnTo>
                  <a:pt x="797" y="339"/>
                </a:lnTo>
                <a:lnTo>
                  <a:pt x="797" y="338"/>
                </a:lnTo>
                <a:lnTo>
                  <a:pt x="798" y="337"/>
                </a:lnTo>
                <a:lnTo>
                  <a:pt x="798" y="336"/>
                </a:lnTo>
                <a:lnTo>
                  <a:pt x="798" y="332"/>
                </a:lnTo>
                <a:lnTo>
                  <a:pt x="801" y="330"/>
                </a:lnTo>
                <a:lnTo>
                  <a:pt x="803" y="329"/>
                </a:lnTo>
                <a:lnTo>
                  <a:pt x="804" y="329"/>
                </a:lnTo>
                <a:lnTo>
                  <a:pt x="806" y="329"/>
                </a:lnTo>
                <a:lnTo>
                  <a:pt x="808" y="328"/>
                </a:lnTo>
                <a:lnTo>
                  <a:pt x="814" y="309"/>
                </a:lnTo>
                <a:lnTo>
                  <a:pt x="822" y="296"/>
                </a:lnTo>
                <a:lnTo>
                  <a:pt x="833" y="275"/>
                </a:lnTo>
                <a:lnTo>
                  <a:pt x="837" y="265"/>
                </a:lnTo>
                <a:lnTo>
                  <a:pt x="838" y="256"/>
                </a:lnTo>
                <a:lnTo>
                  <a:pt x="842" y="247"/>
                </a:lnTo>
                <a:lnTo>
                  <a:pt x="846" y="244"/>
                </a:lnTo>
                <a:lnTo>
                  <a:pt x="846" y="242"/>
                </a:lnTo>
                <a:lnTo>
                  <a:pt x="850" y="229"/>
                </a:lnTo>
                <a:lnTo>
                  <a:pt x="851" y="227"/>
                </a:lnTo>
                <a:lnTo>
                  <a:pt x="851" y="224"/>
                </a:lnTo>
                <a:lnTo>
                  <a:pt x="852" y="223"/>
                </a:lnTo>
                <a:lnTo>
                  <a:pt x="852" y="222"/>
                </a:lnTo>
                <a:lnTo>
                  <a:pt x="854" y="220"/>
                </a:lnTo>
                <a:lnTo>
                  <a:pt x="855" y="219"/>
                </a:lnTo>
                <a:lnTo>
                  <a:pt x="856" y="217"/>
                </a:lnTo>
                <a:lnTo>
                  <a:pt x="857" y="216"/>
                </a:lnTo>
                <a:lnTo>
                  <a:pt x="857" y="214"/>
                </a:lnTo>
                <a:lnTo>
                  <a:pt x="858" y="212"/>
                </a:lnTo>
                <a:lnTo>
                  <a:pt x="858" y="211"/>
                </a:lnTo>
                <a:lnTo>
                  <a:pt x="859" y="210"/>
                </a:lnTo>
                <a:lnTo>
                  <a:pt x="859" y="209"/>
                </a:lnTo>
                <a:lnTo>
                  <a:pt x="859" y="208"/>
                </a:lnTo>
                <a:lnTo>
                  <a:pt x="860" y="206"/>
                </a:lnTo>
                <a:lnTo>
                  <a:pt x="860" y="205"/>
                </a:lnTo>
                <a:lnTo>
                  <a:pt x="860" y="203"/>
                </a:lnTo>
                <a:lnTo>
                  <a:pt x="859" y="202"/>
                </a:lnTo>
                <a:lnTo>
                  <a:pt x="860" y="201"/>
                </a:lnTo>
                <a:lnTo>
                  <a:pt x="861" y="201"/>
                </a:lnTo>
                <a:lnTo>
                  <a:pt x="862" y="201"/>
                </a:lnTo>
                <a:lnTo>
                  <a:pt x="863" y="201"/>
                </a:lnTo>
                <a:lnTo>
                  <a:pt x="864" y="200"/>
                </a:lnTo>
                <a:lnTo>
                  <a:pt x="866" y="200"/>
                </a:lnTo>
                <a:lnTo>
                  <a:pt x="867" y="201"/>
                </a:lnTo>
                <a:lnTo>
                  <a:pt x="868" y="200"/>
                </a:lnTo>
                <a:lnTo>
                  <a:pt x="869" y="200"/>
                </a:lnTo>
                <a:lnTo>
                  <a:pt x="870" y="199"/>
                </a:lnTo>
                <a:lnTo>
                  <a:pt x="871" y="199"/>
                </a:lnTo>
                <a:lnTo>
                  <a:pt x="871" y="200"/>
                </a:lnTo>
                <a:lnTo>
                  <a:pt x="872" y="201"/>
                </a:lnTo>
                <a:lnTo>
                  <a:pt x="874" y="201"/>
                </a:lnTo>
                <a:lnTo>
                  <a:pt x="875" y="201"/>
                </a:lnTo>
                <a:lnTo>
                  <a:pt x="876" y="202"/>
                </a:lnTo>
                <a:lnTo>
                  <a:pt x="876" y="203"/>
                </a:lnTo>
                <a:lnTo>
                  <a:pt x="877" y="204"/>
                </a:lnTo>
                <a:lnTo>
                  <a:pt x="878" y="204"/>
                </a:lnTo>
                <a:lnTo>
                  <a:pt x="879" y="205"/>
                </a:lnTo>
                <a:lnTo>
                  <a:pt x="881" y="206"/>
                </a:lnTo>
                <a:lnTo>
                  <a:pt x="883" y="205"/>
                </a:lnTo>
                <a:lnTo>
                  <a:pt x="884" y="205"/>
                </a:lnTo>
                <a:lnTo>
                  <a:pt x="885" y="205"/>
                </a:lnTo>
                <a:lnTo>
                  <a:pt x="886" y="205"/>
                </a:lnTo>
                <a:lnTo>
                  <a:pt x="886" y="206"/>
                </a:lnTo>
                <a:lnTo>
                  <a:pt x="887" y="206"/>
                </a:lnTo>
                <a:lnTo>
                  <a:pt x="888" y="206"/>
                </a:lnTo>
                <a:lnTo>
                  <a:pt x="889" y="205"/>
                </a:lnTo>
                <a:lnTo>
                  <a:pt x="890" y="205"/>
                </a:lnTo>
                <a:lnTo>
                  <a:pt x="890" y="206"/>
                </a:lnTo>
                <a:lnTo>
                  <a:pt x="891" y="207"/>
                </a:lnTo>
                <a:lnTo>
                  <a:pt x="892" y="208"/>
                </a:lnTo>
                <a:lnTo>
                  <a:pt x="893" y="208"/>
                </a:lnTo>
                <a:lnTo>
                  <a:pt x="893" y="209"/>
                </a:lnTo>
                <a:lnTo>
                  <a:pt x="894" y="210"/>
                </a:lnTo>
                <a:lnTo>
                  <a:pt x="894" y="211"/>
                </a:lnTo>
                <a:lnTo>
                  <a:pt x="895" y="211"/>
                </a:lnTo>
                <a:lnTo>
                  <a:pt x="896" y="211"/>
                </a:lnTo>
                <a:lnTo>
                  <a:pt x="898" y="210"/>
                </a:lnTo>
                <a:lnTo>
                  <a:pt x="899" y="210"/>
                </a:lnTo>
                <a:lnTo>
                  <a:pt x="900" y="211"/>
                </a:lnTo>
                <a:lnTo>
                  <a:pt x="901" y="212"/>
                </a:lnTo>
                <a:lnTo>
                  <a:pt x="902" y="212"/>
                </a:lnTo>
                <a:lnTo>
                  <a:pt x="903" y="212"/>
                </a:lnTo>
                <a:lnTo>
                  <a:pt x="903" y="213"/>
                </a:lnTo>
                <a:lnTo>
                  <a:pt x="904" y="213"/>
                </a:lnTo>
                <a:lnTo>
                  <a:pt x="905" y="215"/>
                </a:lnTo>
                <a:lnTo>
                  <a:pt x="906" y="215"/>
                </a:lnTo>
                <a:lnTo>
                  <a:pt x="907" y="215"/>
                </a:lnTo>
                <a:lnTo>
                  <a:pt x="908" y="215"/>
                </a:lnTo>
                <a:lnTo>
                  <a:pt x="909" y="215"/>
                </a:lnTo>
                <a:lnTo>
                  <a:pt x="909" y="216"/>
                </a:lnTo>
                <a:lnTo>
                  <a:pt x="908" y="217"/>
                </a:lnTo>
                <a:lnTo>
                  <a:pt x="909" y="217"/>
                </a:lnTo>
                <a:lnTo>
                  <a:pt x="910" y="217"/>
                </a:lnTo>
                <a:lnTo>
                  <a:pt x="911" y="217"/>
                </a:lnTo>
                <a:lnTo>
                  <a:pt x="913" y="218"/>
                </a:lnTo>
                <a:lnTo>
                  <a:pt x="915" y="219"/>
                </a:lnTo>
                <a:lnTo>
                  <a:pt x="916" y="219"/>
                </a:lnTo>
                <a:lnTo>
                  <a:pt x="917" y="219"/>
                </a:lnTo>
                <a:lnTo>
                  <a:pt x="920" y="220"/>
                </a:lnTo>
                <a:lnTo>
                  <a:pt x="920" y="221"/>
                </a:lnTo>
                <a:lnTo>
                  <a:pt x="920" y="222"/>
                </a:lnTo>
                <a:lnTo>
                  <a:pt x="921" y="222"/>
                </a:lnTo>
                <a:lnTo>
                  <a:pt x="922" y="222"/>
                </a:lnTo>
                <a:lnTo>
                  <a:pt x="922" y="221"/>
                </a:lnTo>
                <a:lnTo>
                  <a:pt x="923" y="221"/>
                </a:lnTo>
                <a:lnTo>
                  <a:pt x="924" y="221"/>
                </a:lnTo>
                <a:lnTo>
                  <a:pt x="925" y="221"/>
                </a:lnTo>
                <a:lnTo>
                  <a:pt x="926" y="221"/>
                </a:lnTo>
                <a:lnTo>
                  <a:pt x="927" y="221"/>
                </a:lnTo>
                <a:lnTo>
                  <a:pt x="928" y="222"/>
                </a:lnTo>
                <a:lnTo>
                  <a:pt x="929" y="222"/>
                </a:lnTo>
                <a:lnTo>
                  <a:pt x="930" y="222"/>
                </a:lnTo>
                <a:lnTo>
                  <a:pt x="932" y="223"/>
                </a:lnTo>
                <a:lnTo>
                  <a:pt x="933" y="223"/>
                </a:lnTo>
                <a:lnTo>
                  <a:pt x="934" y="224"/>
                </a:lnTo>
                <a:lnTo>
                  <a:pt x="935" y="224"/>
                </a:lnTo>
                <a:lnTo>
                  <a:pt x="936" y="224"/>
                </a:lnTo>
                <a:lnTo>
                  <a:pt x="937" y="225"/>
                </a:lnTo>
                <a:lnTo>
                  <a:pt x="938" y="225"/>
                </a:lnTo>
                <a:lnTo>
                  <a:pt x="939" y="225"/>
                </a:lnTo>
                <a:lnTo>
                  <a:pt x="940" y="226"/>
                </a:lnTo>
                <a:lnTo>
                  <a:pt x="940" y="227"/>
                </a:lnTo>
                <a:lnTo>
                  <a:pt x="941" y="227"/>
                </a:lnTo>
                <a:lnTo>
                  <a:pt x="941" y="226"/>
                </a:lnTo>
                <a:lnTo>
                  <a:pt x="942" y="225"/>
                </a:lnTo>
                <a:lnTo>
                  <a:pt x="943" y="225"/>
                </a:lnTo>
                <a:lnTo>
                  <a:pt x="944" y="225"/>
                </a:lnTo>
                <a:lnTo>
                  <a:pt x="945" y="225"/>
                </a:lnTo>
                <a:lnTo>
                  <a:pt x="946" y="225"/>
                </a:lnTo>
                <a:lnTo>
                  <a:pt x="947" y="224"/>
                </a:lnTo>
                <a:lnTo>
                  <a:pt x="948" y="225"/>
                </a:lnTo>
                <a:lnTo>
                  <a:pt x="950" y="226"/>
                </a:lnTo>
                <a:lnTo>
                  <a:pt x="953" y="227"/>
                </a:lnTo>
                <a:lnTo>
                  <a:pt x="956" y="227"/>
                </a:lnTo>
                <a:lnTo>
                  <a:pt x="959" y="226"/>
                </a:lnTo>
                <a:lnTo>
                  <a:pt x="961" y="226"/>
                </a:lnTo>
                <a:lnTo>
                  <a:pt x="963" y="225"/>
                </a:lnTo>
                <a:lnTo>
                  <a:pt x="965" y="223"/>
                </a:lnTo>
                <a:lnTo>
                  <a:pt x="966" y="223"/>
                </a:lnTo>
                <a:lnTo>
                  <a:pt x="967" y="223"/>
                </a:lnTo>
                <a:lnTo>
                  <a:pt x="969" y="223"/>
                </a:lnTo>
                <a:lnTo>
                  <a:pt x="969" y="224"/>
                </a:lnTo>
                <a:lnTo>
                  <a:pt x="970" y="224"/>
                </a:lnTo>
                <a:lnTo>
                  <a:pt x="971" y="223"/>
                </a:lnTo>
                <a:lnTo>
                  <a:pt x="972" y="223"/>
                </a:lnTo>
                <a:lnTo>
                  <a:pt x="973" y="224"/>
                </a:lnTo>
                <a:lnTo>
                  <a:pt x="974" y="224"/>
                </a:lnTo>
                <a:lnTo>
                  <a:pt x="975" y="224"/>
                </a:lnTo>
                <a:lnTo>
                  <a:pt x="976" y="224"/>
                </a:lnTo>
                <a:lnTo>
                  <a:pt x="977" y="223"/>
                </a:lnTo>
                <a:lnTo>
                  <a:pt x="978" y="223"/>
                </a:lnTo>
                <a:lnTo>
                  <a:pt x="979" y="224"/>
                </a:lnTo>
                <a:lnTo>
                  <a:pt x="981" y="224"/>
                </a:lnTo>
                <a:lnTo>
                  <a:pt x="983" y="224"/>
                </a:lnTo>
                <a:lnTo>
                  <a:pt x="985" y="223"/>
                </a:lnTo>
                <a:lnTo>
                  <a:pt x="986" y="223"/>
                </a:lnTo>
                <a:lnTo>
                  <a:pt x="987" y="223"/>
                </a:lnTo>
                <a:lnTo>
                  <a:pt x="988" y="223"/>
                </a:lnTo>
                <a:lnTo>
                  <a:pt x="989" y="224"/>
                </a:lnTo>
                <a:lnTo>
                  <a:pt x="990" y="225"/>
                </a:lnTo>
                <a:lnTo>
                  <a:pt x="991" y="225"/>
                </a:lnTo>
                <a:lnTo>
                  <a:pt x="993" y="226"/>
                </a:lnTo>
                <a:lnTo>
                  <a:pt x="994" y="226"/>
                </a:lnTo>
                <a:lnTo>
                  <a:pt x="995" y="225"/>
                </a:lnTo>
                <a:lnTo>
                  <a:pt x="997" y="225"/>
                </a:lnTo>
                <a:lnTo>
                  <a:pt x="998" y="224"/>
                </a:lnTo>
                <a:lnTo>
                  <a:pt x="1000" y="224"/>
                </a:lnTo>
                <a:lnTo>
                  <a:pt x="1002" y="224"/>
                </a:lnTo>
                <a:lnTo>
                  <a:pt x="1004" y="224"/>
                </a:lnTo>
                <a:lnTo>
                  <a:pt x="1005" y="224"/>
                </a:lnTo>
                <a:lnTo>
                  <a:pt x="1006" y="224"/>
                </a:lnTo>
                <a:lnTo>
                  <a:pt x="1007" y="223"/>
                </a:lnTo>
                <a:lnTo>
                  <a:pt x="1007" y="224"/>
                </a:lnTo>
                <a:lnTo>
                  <a:pt x="1008" y="224"/>
                </a:lnTo>
                <a:lnTo>
                  <a:pt x="1008" y="223"/>
                </a:lnTo>
                <a:lnTo>
                  <a:pt x="1009" y="223"/>
                </a:lnTo>
                <a:lnTo>
                  <a:pt x="1012" y="223"/>
                </a:lnTo>
                <a:lnTo>
                  <a:pt x="1015" y="223"/>
                </a:lnTo>
                <a:lnTo>
                  <a:pt x="1016" y="224"/>
                </a:lnTo>
                <a:lnTo>
                  <a:pt x="1017" y="225"/>
                </a:lnTo>
                <a:lnTo>
                  <a:pt x="1019" y="226"/>
                </a:lnTo>
                <a:lnTo>
                  <a:pt x="1021" y="227"/>
                </a:lnTo>
                <a:lnTo>
                  <a:pt x="1023" y="228"/>
                </a:lnTo>
                <a:lnTo>
                  <a:pt x="1024" y="228"/>
                </a:lnTo>
                <a:lnTo>
                  <a:pt x="1024" y="229"/>
                </a:lnTo>
                <a:lnTo>
                  <a:pt x="1024" y="230"/>
                </a:lnTo>
                <a:lnTo>
                  <a:pt x="1025" y="231"/>
                </a:lnTo>
                <a:lnTo>
                  <a:pt x="1029" y="234"/>
                </a:lnTo>
                <a:lnTo>
                  <a:pt x="1030" y="235"/>
                </a:lnTo>
                <a:lnTo>
                  <a:pt x="1030" y="237"/>
                </a:lnTo>
                <a:lnTo>
                  <a:pt x="1031" y="238"/>
                </a:lnTo>
                <a:lnTo>
                  <a:pt x="1032" y="237"/>
                </a:lnTo>
                <a:lnTo>
                  <a:pt x="1033" y="238"/>
                </a:lnTo>
                <a:lnTo>
                  <a:pt x="1033" y="237"/>
                </a:lnTo>
                <a:lnTo>
                  <a:pt x="1034" y="237"/>
                </a:lnTo>
                <a:lnTo>
                  <a:pt x="1035" y="235"/>
                </a:lnTo>
                <a:lnTo>
                  <a:pt x="1035" y="234"/>
                </a:lnTo>
                <a:lnTo>
                  <a:pt x="1035" y="233"/>
                </a:lnTo>
                <a:lnTo>
                  <a:pt x="1036" y="232"/>
                </a:lnTo>
                <a:lnTo>
                  <a:pt x="1037" y="232"/>
                </a:lnTo>
                <a:lnTo>
                  <a:pt x="1038" y="231"/>
                </a:lnTo>
                <a:lnTo>
                  <a:pt x="1040" y="231"/>
                </a:lnTo>
                <a:lnTo>
                  <a:pt x="1042" y="231"/>
                </a:lnTo>
                <a:lnTo>
                  <a:pt x="1043" y="231"/>
                </a:lnTo>
                <a:lnTo>
                  <a:pt x="1044" y="230"/>
                </a:lnTo>
                <a:lnTo>
                  <a:pt x="1045" y="229"/>
                </a:lnTo>
                <a:lnTo>
                  <a:pt x="1046" y="228"/>
                </a:lnTo>
                <a:lnTo>
                  <a:pt x="1047" y="226"/>
                </a:lnTo>
                <a:lnTo>
                  <a:pt x="1050" y="225"/>
                </a:lnTo>
                <a:lnTo>
                  <a:pt x="1051" y="224"/>
                </a:lnTo>
                <a:lnTo>
                  <a:pt x="1053" y="224"/>
                </a:lnTo>
                <a:lnTo>
                  <a:pt x="1054" y="223"/>
                </a:lnTo>
                <a:lnTo>
                  <a:pt x="1055" y="221"/>
                </a:lnTo>
                <a:lnTo>
                  <a:pt x="1056" y="219"/>
                </a:lnTo>
                <a:lnTo>
                  <a:pt x="1057" y="218"/>
                </a:lnTo>
                <a:lnTo>
                  <a:pt x="1059" y="218"/>
                </a:lnTo>
                <a:lnTo>
                  <a:pt x="1061" y="218"/>
                </a:lnTo>
                <a:lnTo>
                  <a:pt x="1062" y="217"/>
                </a:lnTo>
                <a:lnTo>
                  <a:pt x="1063" y="217"/>
                </a:lnTo>
                <a:lnTo>
                  <a:pt x="1064" y="217"/>
                </a:lnTo>
                <a:lnTo>
                  <a:pt x="1065" y="218"/>
                </a:lnTo>
                <a:lnTo>
                  <a:pt x="1066" y="219"/>
                </a:lnTo>
                <a:lnTo>
                  <a:pt x="1067" y="219"/>
                </a:lnTo>
                <a:lnTo>
                  <a:pt x="1068" y="219"/>
                </a:lnTo>
                <a:lnTo>
                  <a:pt x="1069" y="218"/>
                </a:lnTo>
                <a:lnTo>
                  <a:pt x="1071" y="218"/>
                </a:lnTo>
                <a:lnTo>
                  <a:pt x="1072" y="219"/>
                </a:lnTo>
                <a:lnTo>
                  <a:pt x="1073" y="218"/>
                </a:lnTo>
                <a:lnTo>
                  <a:pt x="1074" y="218"/>
                </a:lnTo>
                <a:lnTo>
                  <a:pt x="1076" y="217"/>
                </a:lnTo>
                <a:lnTo>
                  <a:pt x="1077" y="217"/>
                </a:lnTo>
                <a:lnTo>
                  <a:pt x="1079" y="217"/>
                </a:lnTo>
                <a:lnTo>
                  <a:pt x="1081" y="218"/>
                </a:lnTo>
                <a:lnTo>
                  <a:pt x="1083" y="218"/>
                </a:lnTo>
                <a:lnTo>
                  <a:pt x="1084" y="218"/>
                </a:lnTo>
                <a:lnTo>
                  <a:pt x="1086" y="218"/>
                </a:lnTo>
                <a:lnTo>
                  <a:pt x="1086" y="217"/>
                </a:lnTo>
                <a:lnTo>
                  <a:pt x="1086" y="215"/>
                </a:lnTo>
                <a:lnTo>
                  <a:pt x="1086" y="214"/>
                </a:lnTo>
                <a:lnTo>
                  <a:pt x="1087" y="212"/>
                </a:lnTo>
                <a:lnTo>
                  <a:pt x="1089" y="210"/>
                </a:lnTo>
                <a:lnTo>
                  <a:pt x="1089" y="209"/>
                </a:lnTo>
                <a:lnTo>
                  <a:pt x="1090" y="209"/>
                </a:lnTo>
                <a:lnTo>
                  <a:pt x="1096" y="203"/>
                </a:lnTo>
                <a:lnTo>
                  <a:pt x="1097" y="201"/>
                </a:lnTo>
                <a:lnTo>
                  <a:pt x="1098" y="201"/>
                </a:lnTo>
                <a:lnTo>
                  <a:pt x="1099" y="200"/>
                </a:lnTo>
                <a:lnTo>
                  <a:pt x="1100" y="199"/>
                </a:lnTo>
                <a:lnTo>
                  <a:pt x="1100" y="198"/>
                </a:lnTo>
                <a:lnTo>
                  <a:pt x="1100" y="197"/>
                </a:lnTo>
                <a:lnTo>
                  <a:pt x="1100" y="196"/>
                </a:lnTo>
                <a:lnTo>
                  <a:pt x="1100" y="195"/>
                </a:lnTo>
                <a:lnTo>
                  <a:pt x="1100" y="194"/>
                </a:lnTo>
                <a:lnTo>
                  <a:pt x="1100" y="193"/>
                </a:lnTo>
                <a:lnTo>
                  <a:pt x="1099" y="192"/>
                </a:lnTo>
                <a:lnTo>
                  <a:pt x="1098" y="191"/>
                </a:lnTo>
                <a:lnTo>
                  <a:pt x="1098" y="190"/>
                </a:lnTo>
                <a:lnTo>
                  <a:pt x="1099" y="189"/>
                </a:lnTo>
                <a:lnTo>
                  <a:pt x="1099" y="188"/>
                </a:lnTo>
                <a:lnTo>
                  <a:pt x="1099" y="187"/>
                </a:lnTo>
                <a:lnTo>
                  <a:pt x="1100" y="186"/>
                </a:lnTo>
                <a:lnTo>
                  <a:pt x="1101" y="185"/>
                </a:lnTo>
                <a:lnTo>
                  <a:pt x="1101" y="184"/>
                </a:lnTo>
                <a:lnTo>
                  <a:pt x="1101" y="183"/>
                </a:lnTo>
                <a:lnTo>
                  <a:pt x="1100" y="183"/>
                </a:lnTo>
                <a:lnTo>
                  <a:pt x="1100" y="181"/>
                </a:lnTo>
                <a:lnTo>
                  <a:pt x="1100" y="180"/>
                </a:lnTo>
                <a:lnTo>
                  <a:pt x="1099" y="179"/>
                </a:lnTo>
                <a:lnTo>
                  <a:pt x="1099" y="178"/>
                </a:lnTo>
                <a:lnTo>
                  <a:pt x="1098" y="178"/>
                </a:lnTo>
                <a:lnTo>
                  <a:pt x="1096" y="176"/>
                </a:lnTo>
                <a:lnTo>
                  <a:pt x="1095" y="176"/>
                </a:lnTo>
                <a:lnTo>
                  <a:pt x="1095" y="174"/>
                </a:lnTo>
                <a:lnTo>
                  <a:pt x="1095" y="173"/>
                </a:lnTo>
                <a:lnTo>
                  <a:pt x="1094" y="173"/>
                </a:lnTo>
                <a:lnTo>
                  <a:pt x="1093" y="172"/>
                </a:lnTo>
                <a:lnTo>
                  <a:pt x="1093" y="170"/>
                </a:lnTo>
                <a:lnTo>
                  <a:pt x="1093" y="168"/>
                </a:lnTo>
                <a:lnTo>
                  <a:pt x="1093" y="166"/>
                </a:lnTo>
                <a:lnTo>
                  <a:pt x="1092" y="163"/>
                </a:lnTo>
                <a:lnTo>
                  <a:pt x="1092" y="161"/>
                </a:lnTo>
                <a:lnTo>
                  <a:pt x="1092" y="159"/>
                </a:lnTo>
                <a:lnTo>
                  <a:pt x="1089" y="139"/>
                </a:lnTo>
                <a:lnTo>
                  <a:pt x="1088" y="127"/>
                </a:lnTo>
                <a:lnTo>
                  <a:pt x="1088" y="126"/>
                </a:lnTo>
                <a:lnTo>
                  <a:pt x="1087" y="125"/>
                </a:lnTo>
                <a:lnTo>
                  <a:pt x="1087" y="123"/>
                </a:lnTo>
                <a:lnTo>
                  <a:pt x="1086" y="122"/>
                </a:lnTo>
                <a:lnTo>
                  <a:pt x="1087" y="121"/>
                </a:lnTo>
                <a:lnTo>
                  <a:pt x="1086" y="120"/>
                </a:lnTo>
                <a:lnTo>
                  <a:pt x="1086" y="119"/>
                </a:lnTo>
                <a:lnTo>
                  <a:pt x="1085" y="119"/>
                </a:lnTo>
                <a:lnTo>
                  <a:pt x="1085" y="118"/>
                </a:lnTo>
                <a:lnTo>
                  <a:pt x="1086" y="118"/>
                </a:lnTo>
                <a:lnTo>
                  <a:pt x="1086" y="117"/>
                </a:lnTo>
                <a:lnTo>
                  <a:pt x="1086" y="116"/>
                </a:lnTo>
                <a:lnTo>
                  <a:pt x="1087" y="115"/>
                </a:lnTo>
                <a:lnTo>
                  <a:pt x="1086" y="115"/>
                </a:lnTo>
                <a:lnTo>
                  <a:pt x="1086" y="114"/>
                </a:lnTo>
                <a:lnTo>
                  <a:pt x="1086" y="113"/>
                </a:lnTo>
                <a:lnTo>
                  <a:pt x="1087" y="113"/>
                </a:lnTo>
                <a:lnTo>
                  <a:pt x="1087" y="112"/>
                </a:lnTo>
                <a:lnTo>
                  <a:pt x="1087" y="111"/>
                </a:lnTo>
                <a:lnTo>
                  <a:pt x="1087" y="110"/>
                </a:lnTo>
                <a:lnTo>
                  <a:pt x="1088" y="110"/>
                </a:lnTo>
                <a:lnTo>
                  <a:pt x="1087" y="110"/>
                </a:lnTo>
                <a:lnTo>
                  <a:pt x="1087" y="109"/>
                </a:lnTo>
                <a:lnTo>
                  <a:pt x="1088" y="108"/>
                </a:lnTo>
                <a:lnTo>
                  <a:pt x="1089" y="107"/>
                </a:lnTo>
                <a:lnTo>
                  <a:pt x="1088" y="107"/>
                </a:lnTo>
                <a:lnTo>
                  <a:pt x="1089" y="106"/>
                </a:lnTo>
                <a:lnTo>
                  <a:pt x="1089" y="105"/>
                </a:lnTo>
                <a:lnTo>
                  <a:pt x="1090" y="104"/>
                </a:lnTo>
                <a:lnTo>
                  <a:pt x="1090" y="103"/>
                </a:lnTo>
                <a:lnTo>
                  <a:pt x="1091" y="102"/>
                </a:lnTo>
                <a:lnTo>
                  <a:pt x="1091" y="101"/>
                </a:lnTo>
                <a:lnTo>
                  <a:pt x="1092" y="101"/>
                </a:lnTo>
                <a:lnTo>
                  <a:pt x="1092" y="100"/>
                </a:lnTo>
                <a:lnTo>
                  <a:pt x="1093" y="100"/>
                </a:lnTo>
                <a:lnTo>
                  <a:pt x="1094" y="100"/>
                </a:lnTo>
                <a:lnTo>
                  <a:pt x="1094" y="99"/>
                </a:lnTo>
                <a:lnTo>
                  <a:pt x="1094" y="98"/>
                </a:lnTo>
                <a:lnTo>
                  <a:pt x="1095" y="98"/>
                </a:lnTo>
                <a:lnTo>
                  <a:pt x="1095" y="97"/>
                </a:lnTo>
                <a:lnTo>
                  <a:pt x="1096" y="97"/>
                </a:lnTo>
                <a:lnTo>
                  <a:pt x="1097" y="96"/>
                </a:lnTo>
                <a:lnTo>
                  <a:pt x="1098" y="96"/>
                </a:lnTo>
                <a:lnTo>
                  <a:pt x="1098" y="95"/>
                </a:lnTo>
                <a:lnTo>
                  <a:pt x="1098" y="94"/>
                </a:lnTo>
                <a:lnTo>
                  <a:pt x="1099" y="94"/>
                </a:lnTo>
                <a:lnTo>
                  <a:pt x="1099" y="93"/>
                </a:lnTo>
                <a:lnTo>
                  <a:pt x="1100" y="93"/>
                </a:lnTo>
                <a:lnTo>
                  <a:pt x="1099" y="92"/>
                </a:lnTo>
                <a:lnTo>
                  <a:pt x="1100" y="91"/>
                </a:lnTo>
                <a:lnTo>
                  <a:pt x="1100" y="90"/>
                </a:lnTo>
                <a:lnTo>
                  <a:pt x="1100" y="89"/>
                </a:lnTo>
                <a:lnTo>
                  <a:pt x="1101" y="89"/>
                </a:lnTo>
                <a:lnTo>
                  <a:pt x="1100" y="88"/>
                </a:lnTo>
                <a:lnTo>
                  <a:pt x="1101" y="87"/>
                </a:lnTo>
                <a:lnTo>
                  <a:pt x="1101" y="86"/>
                </a:lnTo>
                <a:lnTo>
                  <a:pt x="1102" y="85"/>
                </a:lnTo>
                <a:lnTo>
                  <a:pt x="1102" y="84"/>
                </a:lnTo>
                <a:lnTo>
                  <a:pt x="1103" y="84"/>
                </a:lnTo>
                <a:lnTo>
                  <a:pt x="1104" y="83"/>
                </a:lnTo>
                <a:lnTo>
                  <a:pt x="1105" y="82"/>
                </a:lnTo>
                <a:lnTo>
                  <a:pt x="1105" y="81"/>
                </a:lnTo>
                <a:lnTo>
                  <a:pt x="1106" y="81"/>
                </a:lnTo>
                <a:lnTo>
                  <a:pt x="1106" y="80"/>
                </a:lnTo>
                <a:lnTo>
                  <a:pt x="1107" y="80"/>
                </a:lnTo>
                <a:lnTo>
                  <a:pt x="1108" y="79"/>
                </a:lnTo>
                <a:lnTo>
                  <a:pt x="1109" y="79"/>
                </a:lnTo>
                <a:lnTo>
                  <a:pt x="1109" y="78"/>
                </a:lnTo>
                <a:lnTo>
                  <a:pt x="1109" y="79"/>
                </a:lnTo>
                <a:lnTo>
                  <a:pt x="1110" y="79"/>
                </a:lnTo>
                <a:lnTo>
                  <a:pt x="1111" y="78"/>
                </a:lnTo>
                <a:lnTo>
                  <a:pt x="1112" y="78"/>
                </a:lnTo>
                <a:lnTo>
                  <a:pt x="1113" y="78"/>
                </a:lnTo>
                <a:lnTo>
                  <a:pt x="1113" y="77"/>
                </a:lnTo>
                <a:lnTo>
                  <a:pt x="1114" y="77"/>
                </a:lnTo>
                <a:lnTo>
                  <a:pt x="1115" y="77"/>
                </a:lnTo>
                <a:lnTo>
                  <a:pt x="1116" y="77"/>
                </a:lnTo>
                <a:lnTo>
                  <a:pt x="1118" y="77"/>
                </a:lnTo>
                <a:lnTo>
                  <a:pt x="1119" y="77"/>
                </a:lnTo>
                <a:lnTo>
                  <a:pt x="1120" y="77"/>
                </a:lnTo>
                <a:lnTo>
                  <a:pt x="1133" y="76"/>
                </a:lnTo>
                <a:lnTo>
                  <a:pt x="1148" y="77"/>
                </a:lnTo>
                <a:lnTo>
                  <a:pt x="1149" y="77"/>
                </a:lnTo>
                <a:lnTo>
                  <a:pt x="1149" y="76"/>
                </a:lnTo>
                <a:lnTo>
                  <a:pt x="1150" y="76"/>
                </a:lnTo>
                <a:lnTo>
                  <a:pt x="1151" y="75"/>
                </a:lnTo>
                <a:lnTo>
                  <a:pt x="1152" y="74"/>
                </a:lnTo>
                <a:lnTo>
                  <a:pt x="1153" y="74"/>
                </a:lnTo>
                <a:lnTo>
                  <a:pt x="1153" y="73"/>
                </a:lnTo>
                <a:lnTo>
                  <a:pt x="1154" y="73"/>
                </a:lnTo>
                <a:lnTo>
                  <a:pt x="1155" y="72"/>
                </a:lnTo>
                <a:lnTo>
                  <a:pt x="1156" y="71"/>
                </a:lnTo>
                <a:lnTo>
                  <a:pt x="1157" y="71"/>
                </a:lnTo>
                <a:lnTo>
                  <a:pt x="1159" y="71"/>
                </a:lnTo>
                <a:lnTo>
                  <a:pt x="1160" y="71"/>
                </a:lnTo>
                <a:lnTo>
                  <a:pt x="1161" y="70"/>
                </a:lnTo>
                <a:lnTo>
                  <a:pt x="1162" y="70"/>
                </a:lnTo>
                <a:lnTo>
                  <a:pt x="1162" y="71"/>
                </a:lnTo>
                <a:lnTo>
                  <a:pt x="1163" y="71"/>
                </a:lnTo>
                <a:lnTo>
                  <a:pt x="1164" y="72"/>
                </a:lnTo>
                <a:lnTo>
                  <a:pt x="1180" y="66"/>
                </a:lnTo>
                <a:lnTo>
                  <a:pt x="1181" y="66"/>
                </a:lnTo>
                <a:lnTo>
                  <a:pt x="1181" y="65"/>
                </a:lnTo>
                <a:lnTo>
                  <a:pt x="1182" y="65"/>
                </a:lnTo>
                <a:lnTo>
                  <a:pt x="1182" y="64"/>
                </a:lnTo>
                <a:lnTo>
                  <a:pt x="1182" y="63"/>
                </a:lnTo>
                <a:lnTo>
                  <a:pt x="1182" y="62"/>
                </a:lnTo>
                <a:lnTo>
                  <a:pt x="1183" y="61"/>
                </a:lnTo>
                <a:lnTo>
                  <a:pt x="1183" y="60"/>
                </a:lnTo>
                <a:lnTo>
                  <a:pt x="1184" y="60"/>
                </a:lnTo>
                <a:lnTo>
                  <a:pt x="1185" y="59"/>
                </a:lnTo>
                <a:lnTo>
                  <a:pt x="1185" y="58"/>
                </a:lnTo>
                <a:lnTo>
                  <a:pt x="1186" y="57"/>
                </a:lnTo>
                <a:lnTo>
                  <a:pt x="1187" y="57"/>
                </a:lnTo>
                <a:lnTo>
                  <a:pt x="1188" y="56"/>
                </a:lnTo>
                <a:lnTo>
                  <a:pt x="1190" y="56"/>
                </a:lnTo>
                <a:lnTo>
                  <a:pt x="1190" y="55"/>
                </a:lnTo>
                <a:lnTo>
                  <a:pt x="1191" y="54"/>
                </a:lnTo>
                <a:lnTo>
                  <a:pt x="1191" y="53"/>
                </a:lnTo>
                <a:lnTo>
                  <a:pt x="1192" y="52"/>
                </a:lnTo>
                <a:lnTo>
                  <a:pt x="1194" y="51"/>
                </a:lnTo>
                <a:lnTo>
                  <a:pt x="1196" y="50"/>
                </a:lnTo>
                <a:lnTo>
                  <a:pt x="1197" y="48"/>
                </a:lnTo>
                <a:lnTo>
                  <a:pt x="1197" y="47"/>
                </a:lnTo>
                <a:lnTo>
                  <a:pt x="1198" y="47"/>
                </a:lnTo>
                <a:lnTo>
                  <a:pt x="1198" y="46"/>
                </a:lnTo>
                <a:lnTo>
                  <a:pt x="1198" y="45"/>
                </a:lnTo>
                <a:lnTo>
                  <a:pt x="1198" y="44"/>
                </a:lnTo>
                <a:lnTo>
                  <a:pt x="1197" y="43"/>
                </a:lnTo>
                <a:lnTo>
                  <a:pt x="1196" y="42"/>
                </a:lnTo>
                <a:lnTo>
                  <a:pt x="1196" y="40"/>
                </a:lnTo>
                <a:lnTo>
                  <a:pt x="1196" y="39"/>
                </a:lnTo>
                <a:lnTo>
                  <a:pt x="1197" y="39"/>
                </a:lnTo>
                <a:lnTo>
                  <a:pt x="1197" y="38"/>
                </a:lnTo>
                <a:lnTo>
                  <a:pt x="1198" y="38"/>
                </a:lnTo>
                <a:lnTo>
                  <a:pt x="1200" y="37"/>
                </a:lnTo>
                <a:lnTo>
                  <a:pt x="1201" y="36"/>
                </a:lnTo>
                <a:lnTo>
                  <a:pt x="1202" y="36"/>
                </a:lnTo>
                <a:lnTo>
                  <a:pt x="1201" y="36"/>
                </a:lnTo>
                <a:lnTo>
                  <a:pt x="1202" y="36"/>
                </a:lnTo>
                <a:lnTo>
                  <a:pt x="1202" y="35"/>
                </a:lnTo>
                <a:lnTo>
                  <a:pt x="1202" y="34"/>
                </a:lnTo>
                <a:lnTo>
                  <a:pt x="1201" y="34"/>
                </a:lnTo>
                <a:lnTo>
                  <a:pt x="1201" y="33"/>
                </a:lnTo>
                <a:lnTo>
                  <a:pt x="1200" y="33"/>
                </a:lnTo>
                <a:lnTo>
                  <a:pt x="1200" y="32"/>
                </a:lnTo>
                <a:lnTo>
                  <a:pt x="1198" y="31"/>
                </a:lnTo>
                <a:lnTo>
                  <a:pt x="1198" y="30"/>
                </a:lnTo>
                <a:lnTo>
                  <a:pt x="1197" y="30"/>
                </a:lnTo>
                <a:lnTo>
                  <a:pt x="1196" y="29"/>
                </a:lnTo>
                <a:lnTo>
                  <a:pt x="1194" y="28"/>
                </a:lnTo>
                <a:lnTo>
                  <a:pt x="1194" y="26"/>
                </a:lnTo>
                <a:lnTo>
                  <a:pt x="1194" y="24"/>
                </a:lnTo>
                <a:lnTo>
                  <a:pt x="1194" y="23"/>
                </a:lnTo>
                <a:lnTo>
                  <a:pt x="1194" y="22"/>
                </a:lnTo>
                <a:lnTo>
                  <a:pt x="1194" y="21"/>
                </a:lnTo>
                <a:lnTo>
                  <a:pt x="1194" y="20"/>
                </a:lnTo>
                <a:lnTo>
                  <a:pt x="1194" y="19"/>
                </a:lnTo>
                <a:lnTo>
                  <a:pt x="1194" y="18"/>
                </a:lnTo>
                <a:lnTo>
                  <a:pt x="1195" y="18"/>
                </a:lnTo>
                <a:lnTo>
                  <a:pt x="1196" y="17"/>
                </a:lnTo>
                <a:lnTo>
                  <a:pt x="1197" y="16"/>
                </a:lnTo>
                <a:lnTo>
                  <a:pt x="1198" y="16"/>
                </a:lnTo>
                <a:lnTo>
                  <a:pt x="1199" y="16"/>
                </a:lnTo>
                <a:lnTo>
                  <a:pt x="1199" y="15"/>
                </a:lnTo>
                <a:lnTo>
                  <a:pt x="1200" y="15"/>
                </a:lnTo>
                <a:lnTo>
                  <a:pt x="1202" y="14"/>
                </a:lnTo>
                <a:lnTo>
                  <a:pt x="1203" y="14"/>
                </a:lnTo>
                <a:lnTo>
                  <a:pt x="1203" y="13"/>
                </a:lnTo>
                <a:lnTo>
                  <a:pt x="1204" y="13"/>
                </a:lnTo>
                <a:lnTo>
                  <a:pt x="1204" y="12"/>
                </a:lnTo>
                <a:lnTo>
                  <a:pt x="1204" y="11"/>
                </a:lnTo>
                <a:lnTo>
                  <a:pt x="1204" y="10"/>
                </a:lnTo>
                <a:lnTo>
                  <a:pt x="1204" y="9"/>
                </a:lnTo>
                <a:lnTo>
                  <a:pt x="1204" y="8"/>
                </a:lnTo>
                <a:lnTo>
                  <a:pt x="1205" y="8"/>
                </a:lnTo>
                <a:lnTo>
                  <a:pt x="1205" y="7"/>
                </a:lnTo>
                <a:lnTo>
                  <a:pt x="1206" y="7"/>
                </a:lnTo>
                <a:lnTo>
                  <a:pt x="1207" y="7"/>
                </a:lnTo>
                <a:lnTo>
                  <a:pt x="1207" y="6"/>
                </a:lnTo>
                <a:lnTo>
                  <a:pt x="1208" y="6"/>
                </a:lnTo>
                <a:lnTo>
                  <a:pt x="1208" y="5"/>
                </a:lnTo>
                <a:lnTo>
                  <a:pt x="1210" y="5"/>
                </a:lnTo>
                <a:lnTo>
                  <a:pt x="1211" y="5"/>
                </a:lnTo>
                <a:lnTo>
                  <a:pt x="1211" y="6"/>
                </a:lnTo>
                <a:lnTo>
                  <a:pt x="1213" y="6"/>
                </a:lnTo>
                <a:lnTo>
                  <a:pt x="1214" y="5"/>
                </a:lnTo>
                <a:lnTo>
                  <a:pt x="1215" y="5"/>
                </a:lnTo>
                <a:lnTo>
                  <a:pt x="1216" y="5"/>
                </a:lnTo>
                <a:lnTo>
                  <a:pt x="1217" y="4"/>
                </a:lnTo>
                <a:lnTo>
                  <a:pt x="1218" y="4"/>
                </a:lnTo>
                <a:lnTo>
                  <a:pt x="1219" y="5"/>
                </a:lnTo>
                <a:lnTo>
                  <a:pt x="1221" y="5"/>
                </a:lnTo>
                <a:lnTo>
                  <a:pt x="1222" y="5"/>
                </a:lnTo>
                <a:lnTo>
                  <a:pt x="1222" y="6"/>
                </a:lnTo>
                <a:lnTo>
                  <a:pt x="1222" y="5"/>
                </a:lnTo>
                <a:lnTo>
                  <a:pt x="1223" y="5"/>
                </a:lnTo>
                <a:lnTo>
                  <a:pt x="1225" y="5"/>
                </a:lnTo>
                <a:lnTo>
                  <a:pt x="1227" y="4"/>
                </a:lnTo>
                <a:lnTo>
                  <a:pt x="1227" y="3"/>
                </a:lnTo>
                <a:lnTo>
                  <a:pt x="1228" y="3"/>
                </a:lnTo>
                <a:lnTo>
                  <a:pt x="1230" y="3"/>
                </a:lnTo>
                <a:lnTo>
                  <a:pt x="1232" y="4"/>
                </a:lnTo>
                <a:lnTo>
                  <a:pt x="1236" y="5"/>
                </a:lnTo>
                <a:lnTo>
                  <a:pt x="1239" y="7"/>
                </a:lnTo>
                <a:lnTo>
                  <a:pt x="1243" y="7"/>
                </a:lnTo>
                <a:lnTo>
                  <a:pt x="1244" y="7"/>
                </a:lnTo>
                <a:lnTo>
                  <a:pt x="1246" y="8"/>
                </a:lnTo>
                <a:lnTo>
                  <a:pt x="1248" y="8"/>
                </a:lnTo>
                <a:lnTo>
                  <a:pt x="1251" y="9"/>
                </a:lnTo>
                <a:lnTo>
                  <a:pt x="1252" y="9"/>
                </a:lnTo>
                <a:lnTo>
                  <a:pt x="1253" y="10"/>
                </a:lnTo>
                <a:lnTo>
                  <a:pt x="1254" y="10"/>
                </a:lnTo>
                <a:lnTo>
                  <a:pt x="1255" y="11"/>
                </a:lnTo>
                <a:lnTo>
                  <a:pt x="1257" y="11"/>
                </a:lnTo>
                <a:lnTo>
                  <a:pt x="1258" y="11"/>
                </a:lnTo>
                <a:lnTo>
                  <a:pt x="1260" y="10"/>
                </a:lnTo>
                <a:lnTo>
                  <a:pt x="1261" y="10"/>
                </a:lnTo>
                <a:lnTo>
                  <a:pt x="1263" y="9"/>
                </a:lnTo>
                <a:lnTo>
                  <a:pt x="1264" y="9"/>
                </a:lnTo>
                <a:lnTo>
                  <a:pt x="1264" y="8"/>
                </a:lnTo>
                <a:lnTo>
                  <a:pt x="1263" y="7"/>
                </a:lnTo>
                <a:lnTo>
                  <a:pt x="1262" y="6"/>
                </a:lnTo>
                <a:lnTo>
                  <a:pt x="1262" y="5"/>
                </a:lnTo>
                <a:lnTo>
                  <a:pt x="1263" y="4"/>
                </a:lnTo>
                <a:lnTo>
                  <a:pt x="1266" y="4"/>
                </a:lnTo>
                <a:lnTo>
                  <a:pt x="1268" y="4"/>
                </a:lnTo>
                <a:lnTo>
                  <a:pt x="1269" y="4"/>
                </a:lnTo>
                <a:lnTo>
                  <a:pt x="1271" y="4"/>
                </a:lnTo>
                <a:lnTo>
                  <a:pt x="1272" y="3"/>
                </a:lnTo>
                <a:lnTo>
                  <a:pt x="1273" y="3"/>
                </a:lnTo>
                <a:lnTo>
                  <a:pt x="1274" y="4"/>
                </a:lnTo>
                <a:lnTo>
                  <a:pt x="1275" y="4"/>
                </a:lnTo>
                <a:lnTo>
                  <a:pt x="1276" y="3"/>
                </a:lnTo>
                <a:lnTo>
                  <a:pt x="1278" y="3"/>
                </a:lnTo>
                <a:lnTo>
                  <a:pt x="1279" y="3"/>
                </a:lnTo>
                <a:lnTo>
                  <a:pt x="1279" y="2"/>
                </a:lnTo>
                <a:lnTo>
                  <a:pt x="1280" y="1"/>
                </a:lnTo>
                <a:lnTo>
                  <a:pt x="1281" y="1"/>
                </a:lnTo>
                <a:lnTo>
                  <a:pt x="1282" y="0"/>
                </a:lnTo>
                <a:lnTo>
                  <a:pt x="1284" y="0"/>
                </a:lnTo>
                <a:lnTo>
                  <a:pt x="1285" y="1"/>
                </a:lnTo>
                <a:lnTo>
                  <a:pt x="1286" y="1"/>
                </a:lnTo>
                <a:lnTo>
                  <a:pt x="1287" y="1"/>
                </a:lnTo>
                <a:lnTo>
                  <a:pt x="1288" y="1"/>
                </a:lnTo>
                <a:lnTo>
                  <a:pt x="1288" y="0"/>
                </a:lnTo>
                <a:lnTo>
                  <a:pt x="1289" y="0"/>
                </a:lnTo>
                <a:lnTo>
                  <a:pt x="1290" y="0"/>
                </a:lnTo>
                <a:lnTo>
                  <a:pt x="1292" y="1"/>
                </a:lnTo>
                <a:lnTo>
                  <a:pt x="1291" y="3"/>
                </a:lnTo>
                <a:lnTo>
                  <a:pt x="1292" y="4"/>
                </a:lnTo>
                <a:lnTo>
                  <a:pt x="1293" y="4"/>
                </a:lnTo>
                <a:lnTo>
                  <a:pt x="1294" y="4"/>
                </a:lnTo>
                <a:lnTo>
                  <a:pt x="1294" y="5"/>
                </a:lnTo>
                <a:lnTo>
                  <a:pt x="1295" y="5"/>
                </a:lnTo>
                <a:lnTo>
                  <a:pt x="1295" y="6"/>
                </a:lnTo>
                <a:lnTo>
                  <a:pt x="1296" y="7"/>
                </a:lnTo>
                <a:lnTo>
                  <a:pt x="1296" y="8"/>
                </a:lnTo>
                <a:lnTo>
                  <a:pt x="1295" y="9"/>
                </a:lnTo>
                <a:lnTo>
                  <a:pt x="1294" y="9"/>
                </a:lnTo>
                <a:lnTo>
                  <a:pt x="1294" y="10"/>
                </a:lnTo>
                <a:lnTo>
                  <a:pt x="1294" y="11"/>
                </a:lnTo>
                <a:lnTo>
                  <a:pt x="1295" y="12"/>
                </a:lnTo>
                <a:lnTo>
                  <a:pt x="1294" y="12"/>
                </a:lnTo>
                <a:lnTo>
                  <a:pt x="1294" y="13"/>
                </a:lnTo>
                <a:lnTo>
                  <a:pt x="1293" y="13"/>
                </a:lnTo>
                <a:lnTo>
                  <a:pt x="1293" y="14"/>
                </a:lnTo>
                <a:lnTo>
                  <a:pt x="1293" y="15"/>
                </a:lnTo>
                <a:lnTo>
                  <a:pt x="1294" y="15"/>
                </a:lnTo>
                <a:lnTo>
                  <a:pt x="1295" y="15"/>
                </a:lnTo>
                <a:lnTo>
                  <a:pt x="1296" y="16"/>
                </a:lnTo>
                <a:lnTo>
                  <a:pt x="1297" y="16"/>
                </a:lnTo>
                <a:lnTo>
                  <a:pt x="1297" y="17"/>
                </a:lnTo>
                <a:lnTo>
                  <a:pt x="1297" y="18"/>
                </a:lnTo>
                <a:lnTo>
                  <a:pt x="1297" y="19"/>
                </a:lnTo>
                <a:lnTo>
                  <a:pt x="1298" y="20"/>
                </a:lnTo>
                <a:lnTo>
                  <a:pt x="1299" y="20"/>
                </a:lnTo>
                <a:lnTo>
                  <a:pt x="1300" y="21"/>
                </a:lnTo>
                <a:lnTo>
                  <a:pt x="1299" y="21"/>
                </a:lnTo>
                <a:lnTo>
                  <a:pt x="1298" y="22"/>
                </a:lnTo>
                <a:lnTo>
                  <a:pt x="1297" y="22"/>
                </a:lnTo>
                <a:lnTo>
                  <a:pt x="1296" y="23"/>
                </a:lnTo>
                <a:lnTo>
                  <a:pt x="1296" y="24"/>
                </a:lnTo>
                <a:lnTo>
                  <a:pt x="1296" y="25"/>
                </a:lnTo>
                <a:lnTo>
                  <a:pt x="1295" y="25"/>
                </a:lnTo>
                <a:lnTo>
                  <a:pt x="1294" y="25"/>
                </a:lnTo>
                <a:lnTo>
                  <a:pt x="1292" y="24"/>
                </a:lnTo>
                <a:lnTo>
                  <a:pt x="1291" y="24"/>
                </a:lnTo>
                <a:lnTo>
                  <a:pt x="1291" y="25"/>
                </a:lnTo>
                <a:lnTo>
                  <a:pt x="1290" y="26"/>
                </a:lnTo>
                <a:lnTo>
                  <a:pt x="1289" y="26"/>
                </a:lnTo>
                <a:lnTo>
                  <a:pt x="1288" y="26"/>
                </a:lnTo>
                <a:lnTo>
                  <a:pt x="1287" y="26"/>
                </a:lnTo>
                <a:lnTo>
                  <a:pt x="1286" y="26"/>
                </a:lnTo>
                <a:lnTo>
                  <a:pt x="1286" y="27"/>
                </a:lnTo>
                <a:lnTo>
                  <a:pt x="1286" y="28"/>
                </a:lnTo>
                <a:lnTo>
                  <a:pt x="1286" y="29"/>
                </a:lnTo>
                <a:lnTo>
                  <a:pt x="1284" y="31"/>
                </a:lnTo>
                <a:lnTo>
                  <a:pt x="1284" y="32"/>
                </a:lnTo>
                <a:lnTo>
                  <a:pt x="1285" y="32"/>
                </a:lnTo>
                <a:lnTo>
                  <a:pt x="1286" y="32"/>
                </a:lnTo>
                <a:lnTo>
                  <a:pt x="1287" y="32"/>
                </a:lnTo>
                <a:lnTo>
                  <a:pt x="1288" y="32"/>
                </a:lnTo>
                <a:lnTo>
                  <a:pt x="1289" y="33"/>
                </a:lnTo>
                <a:lnTo>
                  <a:pt x="1289" y="34"/>
                </a:lnTo>
                <a:lnTo>
                  <a:pt x="1289" y="35"/>
                </a:lnTo>
                <a:lnTo>
                  <a:pt x="1291" y="35"/>
                </a:lnTo>
                <a:lnTo>
                  <a:pt x="1292" y="36"/>
                </a:lnTo>
                <a:lnTo>
                  <a:pt x="1292" y="37"/>
                </a:lnTo>
                <a:lnTo>
                  <a:pt x="1290" y="37"/>
                </a:lnTo>
                <a:lnTo>
                  <a:pt x="1291" y="38"/>
                </a:lnTo>
                <a:lnTo>
                  <a:pt x="1292" y="39"/>
                </a:lnTo>
                <a:lnTo>
                  <a:pt x="1292" y="40"/>
                </a:lnTo>
                <a:lnTo>
                  <a:pt x="1293" y="40"/>
                </a:lnTo>
                <a:lnTo>
                  <a:pt x="1294" y="39"/>
                </a:lnTo>
                <a:lnTo>
                  <a:pt x="1295" y="39"/>
                </a:lnTo>
                <a:lnTo>
                  <a:pt x="1296" y="40"/>
                </a:lnTo>
                <a:lnTo>
                  <a:pt x="1298" y="41"/>
                </a:lnTo>
                <a:lnTo>
                  <a:pt x="1300" y="42"/>
                </a:lnTo>
                <a:lnTo>
                  <a:pt x="1301" y="43"/>
                </a:lnTo>
                <a:lnTo>
                  <a:pt x="1302" y="44"/>
                </a:lnTo>
                <a:lnTo>
                  <a:pt x="1303" y="44"/>
                </a:lnTo>
                <a:lnTo>
                  <a:pt x="1303" y="43"/>
                </a:lnTo>
                <a:lnTo>
                  <a:pt x="1304" y="42"/>
                </a:lnTo>
                <a:lnTo>
                  <a:pt x="1305" y="42"/>
                </a:lnTo>
                <a:lnTo>
                  <a:pt x="1306" y="43"/>
                </a:lnTo>
                <a:lnTo>
                  <a:pt x="1308" y="44"/>
                </a:lnTo>
                <a:lnTo>
                  <a:pt x="1310" y="44"/>
                </a:lnTo>
                <a:lnTo>
                  <a:pt x="1311" y="45"/>
                </a:lnTo>
                <a:lnTo>
                  <a:pt x="1312" y="46"/>
                </a:lnTo>
                <a:lnTo>
                  <a:pt x="1313" y="47"/>
                </a:lnTo>
                <a:lnTo>
                  <a:pt x="1313" y="48"/>
                </a:lnTo>
                <a:lnTo>
                  <a:pt x="1314" y="48"/>
                </a:lnTo>
                <a:lnTo>
                  <a:pt x="1315" y="48"/>
                </a:lnTo>
                <a:lnTo>
                  <a:pt x="1316" y="48"/>
                </a:lnTo>
                <a:lnTo>
                  <a:pt x="1317" y="48"/>
                </a:lnTo>
                <a:lnTo>
                  <a:pt x="1316" y="49"/>
                </a:lnTo>
                <a:lnTo>
                  <a:pt x="1316" y="50"/>
                </a:lnTo>
                <a:lnTo>
                  <a:pt x="1315" y="51"/>
                </a:lnTo>
                <a:lnTo>
                  <a:pt x="1314" y="52"/>
                </a:lnTo>
                <a:lnTo>
                  <a:pt x="1313" y="52"/>
                </a:lnTo>
                <a:lnTo>
                  <a:pt x="1313" y="53"/>
                </a:lnTo>
                <a:lnTo>
                  <a:pt x="1311" y="54"/>
                </a:lnTo>
                <a:lnTo>
                  <a:pt x="1310" y="55"/>
                </a:lnTo>
                <a:lnTo>
                  <a:pt x="1310" y="56"/>
                </a:lnTo>
                <a:lnTo>
                  <a:pt x="1311" y="56"/>
                </a:lnTo>
                <a:lnTo>
                  <a:pt x="1310" y="57"/>
                </a:lnTo>
                <a:lnTo>
                  <a:pt x="1309" y="58"/>
                </a:lnTo>
                <a:lnTo>
                  <a:pt x="1308" y="58"/>
                </a:lnTo>
                <a:lnTo>
                  <a:pt x="1306" y="59"/>
                </a:lnTo>
                <a:lnTo>
                  <a:pt x="1305" y="59"/>
                </a:lnTo>
                <a:lnTo>
                  <a:pt x="1305" y="60"/>
                </a:lnTo>
                <a:lnTo>
                  <a:pt x="1304" y="60"/>
                </a:lnTo>
                <a:lnTo>
                  <a:pt x="1304" y="61"/>
                </a:lnTo>
                <a:lnTo>
                  <a:pt x="1305" y="62"/>
                </a:lnTo>
                <a:lnTo>
                  <a:pt x="1306" y="63"/>
                </a:lnTo>
                <a:lnTo>
                  <a:pt x="1307" y="63"/>
                </a:lnTo>
                <a:lnTo>
                  <a:pt x="1308" y="63"/>
                </a:lnTo>
                <a:lnTo>
                  <a:pt x="1310" y="64"/>
                </a:lnTo>
                <a:lnTo>
                  <a:pt x="1310" y="65"/>
                </a:lnTo>
                <a:lnTo>
                  <a:pt x="1311" y="65"/>
                </a:lnTo>
                <a:lnTo>
                  <a:pt x="1312" y="65"/>
                </a:lnTo>
                <a:lnTo>
                  <a:pt x="1313" y="65"/>
                </a:lnTo>
                <a:lnTo>
                  <a:pt x="1314" y="65"/>
                </a:lnTo>
                <a:lnTo>
                  <a:pt x="1317" y="65"/>
                </a:lnTo>
                <a:lnTo>
                  <a:pt x="1318" y="66"/>
                </a:lnTo>
                <a:lnTo>
                  <a:pt x="1319" y="67"/>
                </a:lnTo>
                <a:lnTo>
                  <a:pt x="1319" y="68"/>
                </a:lnTo>
                <a:lnTo>
                  <a:pt x="1320" y="68"/>
                </a:lnTo>
                <a:lnTo>
                  <a:pt x="1320" y="67"/>
                </a:lnTo>
                <a:lnTo>
                  <a:pt x="1321" y="67"/>
                </a:lnTo>
                <a:lnTo>
                  <a:pt x="1324" y="70"/>
                </a:lnTo>
                <a:lnTo>
                  <a:pt x="1325" y="70"/>
                </a:lnTo>
                <a:lnTo>
                  <a:pt x="1326" y="71"/>
                </a:lnTo>
                <a:lnTo>
                  <a:pt x="1327" y="70"/>
                </a:lnTo>
                <a:lnTo>
                  <a:pt x="1328" y="70"/>
                </a:lnTo>
                <a:lnTo>
                  <a:pt x="1329" y="70"/>
                </a:lnTo>
                <a:lnTo>
                  <a:pt x="1330" y="70"/>
                </a:lnTo>
                <a:lnTo>
                  <a:pt x="1332" y="71"/>
                </a:lnTo>
                <a:lnTo>
                  <a:pt x="1335" y="72"/>
                </a:lnTo>
                <a:lnTo>
                  <a:pt x="1336" y="72"/>
                </a:lnTo>
                <a:lnTo>
                  <a:pt x="1338" y="73"/>
                </a:lnTo>
                <a:lnTo>
                  <a:pt x="1340" y="74"/>
                </a:lnTo>
                <a:lnTo>
                  <a:pt x="1340" y="75"/>
                </a:lnTo>
                <a:lnTo>
                  <a:pt x="1340" y="76"/>
                </a:lnTo>
                <a:lnTo>
                  <a:pt x="1340" y="77"/>
                </a:lnTo>
                <a:lnTo>
                  <a:pt x="1341" y="77"/>
                </a:lnTo>
                <a:lnTo>
                  <a:pt x="1342" y="78"/>
                </a:lnTo>
                <a:lnTo>
                  <a:pt x="1346" y="80"/>
                </a:lnTo>
                <a:lnTo>
                  <a:pt x="1347" y="80"/>
                </a:lnTo>
                <a:lnTo>
                  <a:pt x="1347" y="81"/>
                </a:lnTo>
                <a:lnTo>
                  <a:pt x="1348" y="81"/>
                </a:lnTo>
                <a:lnTo>
                  <a:pt x="1349" y="81"/>
                </a:lnTo>
                <a:lnTo>
                  <a:pt x="1351" y="80"/>
                </a:lnTo>
                <a:lnTo>
                  <a:pt x="1352" y="79"/>
                </a:lnTo>
                <a:lnTo>
                  <a:pt x="1353" y="79"/>
                </a:lnTo>
                <a:lnTo>
                  <a:pt x="1354" y="79"/>
                </a:lnTo>
                <a:lnTo>
                  <a:pt x="1355" y="80"/>
                </a:lnTo>
                <a:lnTo>
                  <a:pt x="1355" y="81"/>
                </a:lnTo>
                <a:lnTo>
                  <a:pt x="1355" y="82"/>
                </a:lnTo>
                <a:lnTo>
                  <a:pt x="1355" y="83"/>
                </a:lnTo>
                <a:lnTo>
                  <a:pt x="1356" y="84"/>
                </a:lnTo>
                <a:lnTo>
                  <a:pt x="1358" y="84"/>
                </a:lnTo>
                <a:lnTo>
                  <a:pt x="1359" y="84"/>
                </a:lnTo>
                <a:lnTo>
                  <a:pt x="1359" y="85"/>
                </a:lnTo>
                <a:lnTo>
                  <a:pt x="1360" y="85"/>
                </a:lnTo>
                <a:lnTo>
                  <a:pt x="1360" y="86"/>
                </a:lnTo>
                <a:lnTo>
                  <a:pt x="1362" y="86"/>
                </a:lnTo>
                <a:lnTo>
                  <a:pt x="1362" y="87"/>
                </a:lnTo>
                <a:lnTo>
                  <a:pt x="1363" y="87"/>
                </a:lnTo>
                <a:lnTo>
                  <a:pt x="1362" y="89"/>
                </a:lnTo>
                <a:lnTo>
                  <a:pt x="1360" y="90"/>
                </a:lnTo>
                <a:lnTo>
                  <a:pt x="1360" y="91"/>
                </a:lnTo>
                <a:lnTo>
                  <a:pt x="1360" y="92"/>
                </a:lnTo>
                <a:lnTo>
                  <a:pt x="1359" y="92"/>
                </a:lnTo>
                <a:lnTo>
                  <a:pt x="1360" y="93"/>
                </a:lnTo>
                <a:lnTo>
                  <a:pt x="1361" y="94"/>
                </a:lnTo>
                <a:lnTo>
                  <a:pt x="1361" y="95"/>
                </a:lnTo>
                <a:lnTo>
                  <a:pt x="1362" y="96"/>
                </a:lnTo>
                <a:lnTo>
                  <a:pt x="1362" y="98"/>
                </a:lnTo>
                <a:lnTo>
                  <a:pt x="1362" y="99"/>
                </a:lnTo>
                <a:lnTo>
                  <a:pt x="1363" y="99"/>
                </a:lnTo>
                <a:lnTo>
                  <a:pt x="1363" y="100"/>
                </a:lnTo>
                <a:lnTo>
                  <a:pt x="1364" y="100"/>
                </a:lnTo>
                <a:lnTo>
                  <a:pt x="1365" y="100"/>
                </a:lnTo>
                <a:lnTo>
                  <a:pt x="1365" y="101"/>
                </a:lnTo>
                <a:lnTo>
                  <a:pt x="1365" y="102"/>
                </a:lnTo>
                <a:lnTo>
                  <a:pt x="1366" y="103"/>
                </a:lnTo>
                <a:lnTo>
                  <a:pt x="1367" y="104"/>
                </a:lnTo>
                <a:lnTo>
                  <a:pt x="1369" y="104"/>
                </a:lnTo>
                <a:lnTo>
                  <a:pt x="1369" y="103"/>
                </a:lnTo>
                <a:lnTo>
                  <a:pt x="1370" y="103"/>
                </a:lnTo>
                <a:lnTo>
                  <a:pt x="1371" y="103"/>
                </a:lnTo>
                <a:lnTo>
                  <a:pt x="1372" y="103"/>
                </a:lnTo>
                <a:lnTo>
                  <a:pt x="1373" y="104"/>
                </a:lnTo>
                <a:lnTo>
                  <a:pt x="1373" y="105"/>
                </a:lnTo>
                <a:lnTo>
                  <a:pt x="1375" y="106"/>
                </a:lnTo>
                <a:lnTo>
                  <a:pt x="1376" y="106"/>
                </a:lnTo>
                <a:lnTo>
                  <a:pt x="1377" y="106"/>
                </a:lnTo>
                <a:lnTo>
                  <a:pt x="1377" y="107"/>
                </a:lnTo>
                <a:lnTo>
                  <a:pt x="1378" y="107"/>
                </a:lnTo>
                <a:lnTo>
                  <a:pt x="1379" y="107"/>
                </a:lnTo>
                <a:lnTo>
                  <a:pt x="1380" y="108"/>
                </a:lnTo>
                <a:lnTo>
                  <a:pt x="1381" y="108"/>
                </a:lnTo>
                <a:lnTo>
                  <a:pt x="1381" y="110"/>
                </a:lnTo>
                <a:lnTo>
                  <a:pt x="1382" y="110"/>
                </a:lnTo>
                <a:lnTo>
                  <a:pt x="1383" y="110"/>
                </a:lnTo>
                <a:lnTo>
                  <a:pt x="1384" y="110"/>
                </a:lnTo>
                <a:lnTo>
                  <a:pt x="1385" y="110"/>
                </a:lnTo>
                <a:lnTo>
                  <a:pt x="1387" y="110"/>
                </a:lnTo>
                <a:lnTo>
                  <a:pt x="1389" y="110"/>
                </a:lnTo>
                <a:lnTo>
                  <a:pt x="1390" y="110"/>
                </a:lnTo>
                <a:lnTo>
                  <a:pt x="1392" y="110"/>
                </a:lnTo>
                <a:lnTo>
                  <a:pt x="1393" y="111"/>
                </a:lnTo>
                <a:lnTo>
                  <a:pt x="1393" y="112"/>
                </a:lnTo>
                <a:lnTo>
                  <a:pt x="1394" y="112"/>
                </a:lnTo>
                <a:lnTo>
                  <a:pt x="1397" y="114"/>
                </a:lnTo>
                <a:lnTo>
                  <a:pt x="1399" y="115"/>
                </a:lnTo>
                <a:lnTo>
                  <a:pt x="1401" y="117"/>
                </a:lnTo>
                <a:lnTo>
                  <a:pt x="1401" y="118"/>
                </a:lnTo>
                <a:lnTo>
                  <a:pt x="1401" y="119"/>
                </a:lnTo>
                <a:lnTo>
                  <a:pt x="1402" y="120"/>
                </a:lnTo>
                <a:lnTo>
                  <a:pt x="1402" y="121"/>
                </a:lnTo>
                <a:lnTo>
                  <a:pt x="1403" y="121"/>
                </a:lnTo>
                <a:lnTo>
                  <a:pt x="1403" y="122"/>
                </a:lnTo>
                <a:lnTo>
                  <a:pt x="1404" y="122"/>
                </a:lnTo>
                <a:lnTo>
                  <a:pt x="1404" y="123"/>
                </a:lnTo>
                <a:lnTo>
                  <a:pt x="1405" y="123"/>
                </a:lnTo>
                <a:lnTo>
                  <a:pt x="1407" y="123"/>
                </a:lnTo>
                <a:lnTo>
                  <a:pt x="1409" y="122"/>
                </a:lnTo>
                <a:lnTo>
                  <a:pt x="1411" y="122"/>
                </a:lnTo>
                <a:lnTo>
                  <a:pt x="1412" y="122"/>
                </a:lnTo>
                <a:lnTo>
                  <a:pt x="1413" y="122"/>
                </a:lnTo>
                <a:lnTo>
                  <a:pt x="1414" y="123"/>
                </a:lnTo>
                <a:lnTo>
                  <a:pt x="1416" y="123"/>
                </a:lnTo>
                <a:lnTo>
                  <a:pt x="1417" y="123"/>
                </a:lnTo>
                <a:lnTo>
                  <a:pt x="1418" y="123"/>
                </a:lnTo>
                <a:lnTo>
                  <a:pt x="1420" y="123"/>
                </a:lnTo>
                <a:lnTo>
                  <a:pt x="1421" y="122"/>
                </a:lnTo>
                <a:lnTo>
                  <a:pt x="1422" y="122"/>
                </a:lnTo>
                <a:lnTo>
                  <a:pt x="1423" y="122"/>
                </a:lnTo>
                <a:lnTo>
                  <a:pt x="1424" y="121"/>
                </a:lnTo>
                <a:lnTo>
                  <a:pt x="1424" y="120"/>
                </a:lnTo>
                <a:lnTo>
                  <a:pt x="1425" y="119"/>
                </a:lnTo>
                <a:lnTo>
                  <a:pt x="1428" y="119"/>
                </a:lnTo>
                <a:lnTo>
                  <a:pt x="1429" y="119"/>
                </a:lnTo>
                <a:lnTo>
                  <a:pt x="1431" y="118"/>
                </a:lnTo>
                <a:lnTo>
                  <a:pt x="1431" y="117"/>
                </a:lnTo>
                <a:lnTo>
                  <a:pt x="1432" y="117"/>
                </a:lnTo>
                <a:lnTo>
                  <a:pt x="1433" y="117"/>
                </a:lnTo>
                <a:lnTo>
                  <a:pt x="1434" y="118"/>
                </a:lnTo>
                <a:lnTo>
                  <a:pt x="1438" y="118"/>
                </a:lnTo>
                <a:lnTo>
                  <a:pt x="1440" y="118"/>
                </a:lnTo>
                <a:lnTo>
                  <a:pt x="1441" y="119"/>
                </a:lnTo>
                <a:lnTo>
                  <a:pt x="1442" y="119"/>
                </a:lnTo>
                <a:lnTo>
                  <a:pt x="1445" y="118"/>
                </a:lnTo>
                <a:lnTo>
                  <a:pt x="1447" y="117"/>
                </a:lnTo>
                <a:lnTo>
                  <a:pt x="1449" y="117"/>
                </a:lnTo>
                <a:lnTo>
                  <a:pt x="1450" y="118"/>
                </a:lnTo>
                <a:lnTo>
                  <a:pt x="1451" y="119"/>
                </a:lnTo>
                <a:lnTo>
                  <a:pt x="1452" y="120"/>
                </a:lnTo>
                <a:lnTo>
                  <a:pt x="1451" y="121"/>
                </a:lnTo>
                <a:lnTo>
                  <a:pt x="1451" y="123"/>
                </a:lnTo>
                <a:lnTo>
                  <a:pt x="1451" y="124"/>
                </a:lnTo>
                <a:lnTo>
                  <a:pt x="1452" y="125"/>
                </a:lnTo>
                <a:lnTo>
                  <a:pt x="1453" y="126"/>
                </a:lnTo>
                <a:lnTo>
                  <a:pt x="1454" y="126"/>
                </a:lnTo>
                <a:lnTo>
                  <a:pt x="1455" y="127"/>
                </a:lnTo>
                <a:lnTo>
                  <a:pt x="1456" y="127"/>
                </a:lnTo>
                <a:lnTo>
                  <a:pt x="1456" y="129"/>
                </a:lnTo>
                <a:lnTo>
                  <a:pt x="1456" y="130"/>
                </a:lnTo>
                <a:lnTo>
                  <a:pt x="1457" y="130"/>
                </a:lnTo>
                <a:lnTo>
                  <a:pt x="1459" y="131"/>
                </a:lnTo>
                <a:lnTo>
                  <a:pt x="1460" y="131"/>
                </a:lnTo>
                <a:lnTo>
                  <a:pt x="1462" y="131"/>
                </a:lnTo>
                <a:lnTo>
                  <a:pt x="1463" y="132"/>
                </a:lnTo>
                <a:lnTo>
                  <a:pt x="1465" y="132"/>
                </a:lnTo>
                <a:lnTo>
                  <a:pt x="1465" y="133"/>
                </a:lnTo>
                <a:lnTo>
                  <a:pt x="1465" y="134"/>
                </a:lnTo>
                <a:lnTo>
                  <a:pt x="1465" y="135"/>
                </a:lnTo>
                <a:lnTo>
                  <a:pt x="1466" y="136"/>
                </a:lnTo>
                <a:lnTo>
                  <a:pt x="1466" y="137"/>
                </a:lnTo>
                <a:lnTo>
                  <a:pt x="1466" y="138"/>
                </a:lnTo>
                <a:lnTo>
                  <a:pt x="1467" y="138"/>
                </a:lnTo>
                <a:lnTo>
                  <a:pt x="1467" y="139"/>
                </a:lnTo>
                <a:lnTo>
                  <a:pt x="1468" y="139"/>
                </a:lnTo>
                <a:lnTo>
                  <a:pt x="1470" y="138"/>
                </a:lnTo>
                <a:lnTo>
                  <a:pt x="1471" y="138"/>
                </a:lnTo>
                <a:lnTo>
                  <a:pt x="1472" y="138"/>
                </a:lnTo>
                <a:lnTo>
                  <a:pt x="1474" y="139"/>
                </a:lnTo>
                <a:lnTo>
                  <a:pt x="1476" y="139"/>
                </a:lnTo>
                <a:lnTo>
                  <a:pt x="1477" y="138"/>
                </a:lnTo>
                <a:lnTo>
                  <a:pt x="1478" y="138"/>
                </a:lnTo>
                <a:lnTo>
                  <a:pt x="1479" y="138"/>
                </a:lnTo>
                <a:lnTo>
                  <a:pt x="1480" y="138"/>
                </a:lnTo>
                <a:lnTo>
                  <a:pt x="1482" y="138"/>
                </a:lnTo>
                <a:lnTo>
                  <a:pt x="1483" y="138"/>
                </a:lnTo>
                <a:lnTo>
                  <a:pt x="1484" y="138"/>
                </a:lnTo>
                <a:lnTo>
                  <a:pt x="1484" y="136"/>
                </a:lnTo>
                <a:lnTo>
                  <a:pt x="1484" y="135"/>
                </a:lnTo>
                <a:lnTo>
                  <a:pt x="1484" y="133"/>
                </a:lnTo>
                <a:lnTo>
                  <a:pt x="1485" y="133"/>
                </a:lnTo>
                <a:lnTo>
                  <a:pt x="1487" y="133"/>
                </a:lnTo>
                <a:lnTo>
                  <a:pt x="1488" y="134"/>
                </a:lnTo>
                <a:lnTo>
                  <a:pt x="1489" y="134"/>
                </a:lnTo>
                <a:lnTo>
                  <a:pt x="1490" y="134"/>
                </a:lnTo>
                <a:lnTo>
                  <a:pt x="1491" y="134"/>
                </a:lnTo>
                <a:lnTo>
                  <a:pt x="1492" y="134"/>
                </a:lnTo>
                <a:lnTo>
                  <a:pt x="1494" y="133"/>
                </a:lnTo>
                <a:lnTo>
                  <a:pt x="1495" y="134"/>
                </a:lnTo>
                <a:lnTo>
                  <a:pt x="1496" y="135"/>
                </a:lnTo>
                <a:lnTo>
                  <a:pt x="1495" y="137"/>
                </a:lnTo>
                <a:lnTo>
                  <a:pt x="1495" y="138"/>
                </a:lnTo>
                <a:lnTo>
                  <a:pt x="1495" y="139"/>
                </a:lnTo>
                <a:lnTo>
                  <a:pt x="1495" y="141"/>
                </a:lnTo>
                <a:lnTo>
                  <a:pt x="1495" y="143"/>
                </a:lnTo>
                <a:lnTo>
                  <a:pt x="1496" y="144"/>
                </a:lnTo>
                <a:lnTo>
                  <a:pt x="1496" y="145"/>
                </a:lnTo>
                <a:lnTo>
                  <a:pt x="1497" y="147"/>
                </a:lnTo>
                <a:lnTo>
                  <a:pt x="1498" y="147"/>
                </a:lnTo>
                <a:lnTo>
                  <a:pt x="1500" y="149"/>
                </a:lnTo>
                <a:lnTo>
                  <a:pt x="1501" y="150"/>
                </a:lnTo>
                <a:lnTo>
                  <a:pt x="1504" y="150"/>
                </a:lnTo>
                <a:lnTo>
                  <a:pt x="1506" y="150"/>
                </a:lnTo>
                <a:lnTo>
                  <a:pt x="1507" y="151"/>
                </a:lnTo>
                <a:lnTo>
                  <a:pt x="1508" y="152"/>
                </a:lnTo>
                <a:lnTo>
                  <a:pt x="1509" y="152"/>
                </a:lnTo>
                <a:lnTo>
                  <a:pt x="1510" y="151"/>
                </a:lnTo>
                <a:lnTo>
                  <a:pt x="1511" y="151"/>
                </a:lnTo>
                <a:lnTo>
                  <a:pt x="1512" y="152"/>
                </a:lnTo>
                <a:lnTo>
                  <a:pt x="1515" y="153"/>
                </a:lnTo>
                <a:lnTo>
                  <a:pt x="1517" y="154"/>
                </a:lnTo>
                <a:lnTo>
                  <a:pt x="1520" y="155"/>
                </a:lnTo>
                <a:lnTo>
                  <a:pt x="1521" y="156"/>
                </a:lnTo>
                <a:lnTo>
                  <a:pt x="1522" y="157"/>
                </a:lnTo>
                <a:lnTo>
                  <a:pt x="1523" y="158"/>
                </a:lnTo>
                <a:lnTo>
                  <a:pt x="1521" y="158"/>
                </a:lnTo>
                <a:lnTo>
                  <a:pt x="1520" y="158"/>
                </a:lnTo>
                <a:lnTo>
                  <a:pt x="1519" y="158"/>
                </a:lnTo>
                <a:lnTo>
                  <a:pt x="1519" y="159"/>
                </a:lnTo>
                <a:lnTo>
                  <a:pt x="1520" y="159"/>
                </a:lnTo>
                <a:lnTo>
                  <a:pt x="1520" y="160"/>
                </a:lnTo>
                <a:lnTo>
                  <a:pt x="1522" y="162"/>
                </a:lnTo>
                <a:lnTo>
                  <a:pt x="1523" y="164"/>
                </a:lnTo>
                <a:lnTo>
                  <a:pt x="1524" y="166"/>
                </a:lnTo>
                <a:lnTo>
                  <a:pt x="1524" y="167"/>
                </a:lnTo>
                <a:lnTo>
                  <a:pt x="1524" y="168"/>
                </a:lnTo>
                <a:lnTo>
                  <a:pt x="1525" y="169"/>
                </a:lnTo>
                <a:lnTo>
                  <a:pt x="1527" y="170"/>
                </a:lnTo>
                <a:lnTo>
                  <a:pt x="1529" y="172"/>
                </a:lnTo>
                <a:lnTo>
                  <a:pt x="1530" y="173"/>
                </a:lnTo>
                <a:lnTo>
                  <a:pt x="1530" y="174"/>
                </a:lnTo>
                <a:lnTo>
                  <a:pt x="1531" y="176"/>
                </a:lnTo>
                <a:lnTo>
                  <a:pt x="1531" y="177"/>
                </a:lnTo>
                <a:lnTo>
                  <a:pt x="1530" y="178"/>
                </a:lnTo>
                <a:lnTo>
                  <a:pt x="1529" y="179"/>
                </a:lnTo>
                <a:lnTo>
                  <a:pt x="1530" y="180"/>
                </a:lnTo>
                <a:lnTo>
                  <a:pt x="1530" y="182"/>
                </a:lnTo>
                <a:lnTo>
                  <a:pt x="1531" y="182"/>
                </a:lnTo>
                <a:lnTo>
                  <a:pt x="1533" y="183"/>
                </a:lnTo>
                <a:lnTo>
                  <a:pt x="1534" y="183"/>
                </a:lnTo>
                <a:lnTo>
                  <a:pt x="1535" y="184"/>
                </a:lnTo>
                <a:lnTo>
                  <a:pt x="1535" y="185"/>
                </a:lnTo>
                <a:lnTo>
                  <a:pt x="1534" y="186"/>
                </a:lnTo>
                <a:lnTo>
                  <a:pt x="1533" y="187"/>
                </a:lnTo>
                <a:lnTo>
                  <a:pt x="1533" y="188"/>
                </a:lnTo>
                <a:lnTo>
                  <a:pt x="1534" y="189"/>
                </a:lnTo>
                <a:lnTo>
                  <a:pt x="1533" y="190"/>
                </a:lnTo>
                <a:lnTo>
                  <a:pt x="1532" y="191"/>
                </a:lnTo>
                <a:lnTo>
                  <a:pt x="1532" y="192"/>
                </a:lnTo>
                <a:lnTo>
                  <a:pt x="1534" y="193"/>
                </a:lnTo>
                <a:lnTo>
                  <a:pt x="1536" y="196"/>
                </a:lnTo>
                <a:lnTo>
                  <a:pt x="1537" y="199"/>
                </a:lnTo>
                <a:lnTo>
                  <a:pt x="1538" y="200"/>
                </a:lnTo>
                <a:lnTo>
                  <a:pt x="1539" y="200"/>
                </a:lnTo>
                <a:lnTo>
                  <a:pt x="1539" y="201"/>
                </a:lnTo>
                <a:lnTo>
                  <a:pt x="1539" y="202"/>
                </a:lnTo>
                <a:lnTo>
                  <a:pt x="1541" y="204"/>
                </a:lnTo>
                <a:lnTo>
                  <a:pt x="1541" y="205"/>
                </a:lnTo>
                <a:lnTo>
                  <a:pt x="1542" y="206"/>
                </a:lnTo>
                <a:lnTo>
                  <a:pt x="1543" y="207"/>
                </a:lnTo>
                <a:lnTo>
                  <a:pt x="1544" y="208"/>
                </a:lnTo>
                <a:lnTo>
                  <a:pt x="1545" y="210"/>
                </a:lnTo>
                <a:lnTo>
                  <a:pt x="1546" y="210"/>
                </a:lnTo>
                <a:lnTo>
                  <a:pt x="1547" y="210"/>
                </a:lnTo>
                <a:lnTo>
                  <a:pt x="1547" y="211"/>
                </a:lnTo>
                <a:lnTo>
                  <a:pt x="1547" y="212"/>
                </a:lnTo>
                <a:lnTo>
                  <a:pt x="1547" y="213"/>
                </a:lnTo>
                <a:lnTo>
                  <a:pt x="1548" y="214"/>
                </a:lnTo>
                <a:lnTo>
                  <a:pt x="1550" y="215"/>
                </a:lnTo>
                <a:lnTo>
                  <a:pt x="1550" y="216"/>
                </a:lnTo>
                <a:lnTo>
                  <a:pt x="1551" y="217"/>
                </a:lnTo>
                <a:lnTo>
                  <a:pt x="1552" y="218"/>
                </a:lnTo>
                <a:lnTo>
                  <a:pt x="1553" y="219"/>
                </a:lnTo>
                <a:lnTo>
                  <a:pt x="1554" y="221"/>
                </a:lnTo>
                <a:lnTo>
                  <a:pt x="1556" y="222"/>
                </a:lnTo>
                <a:lnTo>
                  <a:pt x="1557" y="223"/>
                </a:lnTo>
                <a:lnTo>
                  <a:pt x="1557" y="224"/>
                </a:lnTo>
                <a:lnTo>
                  <a:pt x="1557" y="225"/>
                </a:lnTo>
                <a:lnTo>
                  <a:pt x="1558" y="224"/>
                </a:lnTo>
                <a:lnTo>
                  <a:pt x="1560" y="224"/>
                </a:lnTo>
                <a:lnTo>
                  <a:pt x="1563" y="224"/>
                </a:lnTo>
                <a:lnTo>
                  <a:pt x="1564" y="225"/>
                </a:lnTo>
                <a:lnTo>
                  <a:pt x="1565" y="225"/>
                </a:lnTo>
                <a:lnTo>
                  <a:pt x="1566" y="226"/>
                </a:lnTo>
                <a:lnTo>
                  <a:pt x="1568" y="227"/>
                </a:lnTo>
                <a:lnTo>
                  <a:pt x="1570" y="228"/>
                </a:lnTo>
                <a:lnTo>
                  <a:pt x="1570" y="229"/>
                </a:lnTo>
                <a:lnTo>
                  <a:pt x="1571" y="230"/>
                </a:lnTo>
                <a:lnTo>
                  <a:pt x="1571" y="232"/>
                </a:lnTo>
                <a:lnTo>
                  <a:pt x="1571" y="233"/>
                </a:lnTo>
                <a:lnTo>
                  <a:pt x="1571" y="234"/>
                </a:lnTo>
                <a:lnTo>
                  <a:pt x="1572" y="234"/>
                </a:lnTo>
                <a:lnTo>
                  <a:pt x="1572" y="235"/>
                </a:lnTo>
                <a:lnTo>
                  <a:pt x="1573" y="235"/>
                </a:lnTo>
                <a:lnTo>
                  <a:pt x="1574" y="236"/>
                </a:lnTo>
                <a:lnTo>
                  <a:pt x="1574" y="239"/>
                </a:lnTo>
                <a:lnTo>
                  <a:pt x="1573" y="240"/>
                </a:lnTo>
                <a:lnTo>
                  <a:pt x="1573" y="241"/>
                </a:lnTo>
                <a:lnTo>
                  <a:pt x="1576" y="244"/>
                </a:lnTo>
                <a:lnTo>
                  <a:pt x="1577" y="244"/>
                </a:lnTo>
                <a:lnTo>
                  <a:pt x="1577" y="245"/>
                </a:lnTo>
                <a:lnTo>
                  <a:pt x="1577" y="246"/>
                </a:lnTo>
                <a:lnTo>
                  <a:pt x="1578" y="247"/>
                </a:lnTo>
                <a:lnTo>
                  <a:pt x="1579" y="248"/>
                </a:lnTo>
                <a:lnTo>
                  <a:pt x="1580" y="248"/>
                </a:lnTo>
                <a:lnTo>
                  <a:pt x="1580" y="249"/>
                </a:lnTo>
                <a:lnTo>
                  <a:pt x="1582" y="252"/>
                </a:lnTo>
                <a:lnTo>
                  <a:pt x="1583" y="253"/>
                </a:lnTo>
                <a:lnTo>
                  <a:pt x="1581" y="257"/>
                </a:lnTo>
                <a:lnTo>
                  <a:pt x="1580" y="263"/>
                </a:lnTo>
                <a:lnTo>
                  <a:pt x="1580" y="266"/>
                </a:lnTo>
                <a:lnTo>
                  <a:pt x="1580" y="267"/>
                </a:lnTo>
                <a:lnTo>
                  <a:pt x="1584" y="267"/>
                </a:lnTo>
                <a:lnTo>
                  <a:pt x="1585" y="267"/>
                </a:lnTo>
                <a:lnTo>
                  <a:pt x="1585" y="268"/>
                </a:lnTo>
                <a:lnTo>
                  <a:pt x="1585" y="269"/>
                </a:lnTo>
                <a:lnTo>
                  <a:pt x="1585" y="270"/>
                </a:lnTo>
                <a:lnTo>
                  <a:pt x="1584" y="270"/>
                </a:lnTo>
                <a:lnTo>
                  <a:pt x="1584" y="271"/>
                </a:lnTo>
                <a:lnTo>
                  <a:pt x="1583" y="271"/>
                </a:lnTo>
                <a:lnTo>
                  <a:pt x="1583" y="272"/>
                </a:lnTo>
                <a:lnTo>
                  <a:pt x="1583" y="274"/>
                </a:lnTo>
                <a:lnTo>
                  <a:pt x="1581" y="275"/>
                </a:lnTo>
                <a:lnTo>
                  <a:pt x="1581" y="276"/>
                </a:lnTo>
                <a:lnTo>
                  <a:pt x="1581" y="277"/>
                </a:lnTo>
                <a:lnTo>
                  <a:pt x="1580" y="278"/>
                </a:lnTo>
                <a:lnTo>
                  <a:pt x="1580" y="279"/>
                </a:lnTo>
                <a:lnTo>
                  <a:pt x="1580" y="281"/>
                </a:lnTo>
                <a:lnTo>
                  <a:pt x="1578" y="282"/>
                </a:lnTo>
                <a:lnTo>
                  <a:pt x="1578" y="283"/>
                </a:lnTo>
                <a:lnTo>
                  <a:pt x="1577" y="284"/>
                </a:lnTo>
                <a:lnTo>
                  <a:pt x="1577" y="285"/>
                </a:lnTo>
                <a:lnTo>
                  <a:pt x="1577" y="286"/>
                </a:lnTo>
                <a:lnTo>
                  <a:pt x="1576" y="287"/>
                </a:lnTo>
                <a:lnTo>
                  <a:pt x="1575" y="289"/>
                </a:lnTo>
                <a:lnTo>
                  <a:pt x="1573" y="290"/>
                </a:lnTo>
                <a:lnTo>
                  <a:pt x="1572" y="291"/>
                </a:lnTo>
                <a:lnTo>
                  <a:pt x="1571" y="292"/>
                </a:lnTo>
                <a:lnTo>
                  <a:pt x="1571" y="293"/>
                </a:lnTo>
                <a:lnTo>
                  <a:pt x="1570" y="293"/>
                </a:lnTo>
                <a:lnTo>
                  <a:pt x="1570" y="294"/>
                </a:lnTo>
                <a:lnTo>
                  <a:pt x="1569" y="294"/>
                </a:lnTo>
                <a:lnTo>
                  <a:pt x="1569" y="295"/>
                </a:lnTo>
                <a:lnTo>
                  <a:pt x="1570" y="297"/>
                </a:lnTo>
                <a:lnTo>
                  <a:pt x="1571" y="298"/>
                </a:lnTo>
                <a:lnTo>
                  <a:pt x="1574" y="302"/>
                </a:lnTo>
                <a:lnTo>
                  <a:pt x="1573" y="303"/>
                </a:lnTo>
                <a:lnTo>
                  <a:pt x="1577" y="310"/>
                </a:lnTo>
                <a:lnTo>
                  <a:pt x="1580" y="313"/>
                </a:lnTo>
                <a:lnTo>
                  <a:pt x="1580" y="318"/>
                </a:lnTo>
                <a:lnTo>
                  <a:pt x="1579" y="319"/>
                </a:lnTo>
                <a:lnTo>
                  <a:pt x="1580" y="320"/>
                </a:lnTo>
                <a:lnTo>
                  <a:pt x="1580" y="321"/>
                </a:lnTo>
                <a:lnTo>
                  <a:pt x="1580" y="322"/>
                </a:lnTo>
                <a:lnTo>
                  <a:pt x="1580" y="323"/>
                </a:lnTo>
                <a:lnTo>
                  <a:pt x="1580" y="324"/>
                </a:lnTo>
                <a:lnTo>
                  <a:pt x="1578" y="326"/>
                </a:lnTo>
                <a:lnTo>
                  <a:pt x="1577" y="326"/>
                </a:lnTo>
                <a:lnTo>
                  <a:pt x="1572" y="330"/>
                </a:lnTo>
                <a:lnTo>
                  <a:pt x="1570" y="333"/>
                </a:lnTo>
                <a:lnTo>
                  <a:pt x="1568" y="334"/>
                </a:lnTo>
                <a:lnTo>
                  <a:pt x="1564" y="337"/>
                </a:lnTo>
                <a:lnTo>
                  <a:pt x="1558" y="346"/>
                </a:lnTo>
                <a:lnTo>
                  <a:pt x="1552" y="354"/>
                </a:lnTo>
                <a:lnTo>
                  <a:pt x="1549" y="367"/>
                </a:lnTo>
                <a:lnTo>
                  <a:pt x="1548" y="373"/>
                </a:lnTo>
                <a:lnTo>
                  <a:pt x="1548" y="378"/>
                </a:lnTo>
                <a:lnTo>
                  <a:pt x="1550" y="380"/>
                </a:lnTo>
                <a:lnTo>
                  <a:pt x="1551" y="381"/>
                </a:lnTo>
                <a:lnTo>
                  <a:pt x="1553" y="381"/>
                </a:lnTo>
                <a:lnTo>
                  <a:pt x="1555" y="383"/>
                </a:lnTo>
                <a:lnTo>
                  <a:pt x="1557" y="384"/>
                </a:lnTo>
                <a:lnTo>
                  <a:pt x="1558" y="387"/>
                </a:lnTo>
                <a:lnTo>
                  <a:pt x="1558" y="388"/>
                </a:lnTo>
                <a:lnTo>
                  <a:pt x="1559" y="391"/>
                </a:lnTo>
                <a:lnTo>
                  <a:pt x="1561" y="395"/>
                </a:lnTo>
                <a:lnTo>
                  <a:pt x="1561" y="397"/>
                </a:lnTo>
                <a:lnTo>
                  <a:pt x="1561" y="398"/>
                </a:lnTo>
                <a:lnTo>
                  <a:pt x="1563" y="398"/>
                </a:lnTo>
                <a:lnTo>
                  <a:pt x="1567" y="400"/>
                </a:lnTo>
                <a:lnTo>
                  <a:pt x="1569" y="403"/>
                </a:lnTo>
                <a:lnTo>
                  <a:pt x="1566" y="407"/>
                </a:lnTo>
                <a:lnTo>
                  <a:pt x="1568" y="408"/>
                </a:lnTo>
                <a:lnTo>
                  <a:pt x="1567" y="409"/>
                </a:lnTo>
                <a:lnTo>
                  <a:pt x="1575" y="408"/>
                </a:lnTo>
                <a:lnTo>
                  <a:pt x="1578" y="406"/>
                </a:lnTo>
                <a:lnTo>
                  <a:pt x="1580" y="406"/>
                </a:lnTo>
                <a:lnTo>
                  <a:pt x="1583" y="407"/>
                </a:lnTo>
                <a:lnTo>
                  <a:pt x="1585" y="406"/>
                </a:lnTo>
                <a:lnTo>
                  <a:pt x="1587" y="406"/>
                </a:lnTo>
                <a:lnTo>
                  <a:pt x="1588" y="407"/>
                </a:lnTo>
                <a:lnTo>
                  <a:pt x="1589" y="406"/>
                </a:lnTo>
                <a:lnTo>
                  <a:pt x="1591" y="407"/>
                </a:lnTo>
                <a:lnTo>
                  <a:pt x="1593" y="408"/>
                </a:lnTo>
                <a:lnTo>
                  <a:pt x="1593" y="409"/>
                </a:lnTo>
                <a:lnTo>
                  <a:pt x="1594" y="410"/>
                </a:lnTo>
                <a:lnTo>
                  <a:pt x="1595" y="412"/>
                </a:lnTo>
                <a:lnTo>
                  <a:pt x="1596" y="412"/>
                </a:lnTo>
                <a:lnTo>
                  <a:pt x="1597" y="412"/>
                </a:lnTo>
                <a:lnTo>
                  <a:pt x="1598" y="412"/>
                </a:lnTo>
                <a:lnTo>
                  <a:pt x="1599" y="413"/>
                </a:lnTo>
                <a:lnTo>
                  <a:pt x="1600" y="414"/>
                </a:lnTo>
                <a:lnTo>
                  <a:pt x="1601" y="414"/>
                </a:lnTo>
                <a:lnTo>
                  <a:pt x="1603" y="415"/>
                </a:lnTo>
                <a:lnTo>
                  <a:pt x="1605" y="415"/>
                </a:lnTo>
                <a:lnTo>
                  <a:pt x="1608" y="415"/>
                </a:lnTo>
                <a:lnTo>
                  <a:pt x="1610" y="416"/>
                </a:lnTo>
                <a:lnTo>
                  <a:pt x="1612" y="417"/>
                </a:lnTo>
                <a:lnTo>
                  <a:pt x="1613" y="417"/>
                </a:lnTo>
                <a:lnTo>
                  <a:pt x="1613" y="415"/>
                </a:lnTo>
                <a:lnTo>
                  <a:pt x="1617" y="412"/>
                </a:lnTo>
                <a:lnTo>
                  <a:pt x="1618" y="412"/>
                </a:lnTo>
                <a:lnTo>
                  <a:pt x="1619" y="413"/>
                </a:lnTo>
                <a:lnTo>
                  <a:pt x="1622" y="416"/>
                </a:lnTo>
                <a:lnTo>
                  <a:pt x="1623" y="417"/>
                </a:lnTo>
                <a:lnTo>
                  <a:pt x="1623" y="418"/>
                </a:lnTo>
                <a:lnTo>
                  <a:pt x="1626" y="419"/>
                </a:lnTo>
                <a:lnTo>
                  <a:pt x="1629" y="421"/>
                </a:lnTo>
                <a:lnTo>
                  <a:pt x="1630" y="420"/>
                </a:lnTo>
                <a:lnTo>
                  <a:pt x="1631" y="420"/>
                </a:lnTo>
                <a:lnTo>
                  <a:pt x="1634" y="421"/>
                </a:lnTo>
                <a:lnTo>
                  <a:pt x="1639" y="421"/>
                </a:lnTo>
                <a:lnTo>
                  <a:pt x="1640" y="422"/>
                </a:lnTo>
                <a:lnTo>
                  <a:pt x="1642" y="421"/>
                </a:lnTo>
                <a:lnTo>
                  <a:pt x="1651" y="420"/>
                </a:lnTo>
                <a:lnTo>
                  <a:pt x="1658" y="420"/>
                </a:lnTo>
                <a:lnTo>
                  <a:pt x="1663" y="420"/>
                </a:lnTo>
                <a:lnTo>
                  <a:pt x="1665" y="420"/>
                </a:lnTo>
                <a:lnTo>
                  <a:pt x="1667" y="420"/>
                </a:lnTo>
                <a:lnTo>
                  <a:pt x="1668" y="420"/>
                </a:lnTo>
                <a:lnTo>
                  <a:pt x="1673" y="420"/>
                </a:lnTo>
                <a:lnTo>
                  <a:pt x="1677" y="420"/>
                </a:lnTo>
                <a:lnTo>
                  <a:pt x="1681" y="422"/>
                </a:lnTo>
                <a:lnTo>
                  <a:pt x="1686" y="425"/>
                </a:lnTo>
                <a:lnTo>
                  <a:pt x="1690" y="427"/>
                </a:lnTo>
                <a:lnTo>
                  <a:pt x="1691" y="426"/>
                </a:lnTo>
                <a:lnTo>
                  <a:pt x="1692" y="426"/>
                </a:lnTo>
                <a:lnTo>
                  <a:pt x="1697" y="425"/>
                </a:lnTo>
                <a:lnTo>
                  <a:pt x="1699" y="427"/>
                </a:lnTo>
                <a:lnTo>
                  <a:pt x="1706" y="426"/>
                </a:lnTo>
                <a:lnTo>
                  <a:pt x="1712" y="428"/>
                </a:lnTo>
                <a:lnTo>
                  <a:pt x="1715" y="428"/>
                </a:lnTo>
                <a:lnTo>
                  <a:pt x="1717" y="426"/>
                </a:lnTo>
                <a:lnTo>
                  <a:pt x="1720" y="426"/>
                </a:lnTo>
                <a:lnTo>
                  <a:pt x="1722" y="426"/>
                </a:lnTo>
                <a:lnTo>
                  <a:pt x="1724" y="426"/>
                </a:lnTo>
                <a:lnTo>
                  <a:pt x="1727" y="426"/>
                </a:lnTo>
                <a:lnTo>
                  <a:pt x="1730" y="425"/>
                </a:lnTo>
                <a:lnTo>
                  <a:pt x="1733" y="425"/>
                </a:lnTo>
                <a:lnTo>
                  <a:pt x="1734" y="425"/>
                </a:lnTo>
                <a:lnTo>
                  <a:pt x="1734" y="424"/>
                </a:lnTo>
                <a:lnTo>
                  <a:pt x="1736" y="424"/>
                </a:lnTo>
                <a:lnTo>
                  <a:pt x="1738" y="423"/>
                </a:lnTo>
                <a:lnTo>
                  <a:pt x="1744" y="424"/>
                </a:lnTo>
                <a:lnTo>
                  <a:pt x="1747" y="423"/>
                </a:lnTo>
                <a:lnTo>
                  <a:pt x="1748" y="423"/>
                </a:lnTo>
                <a:lnTo>
                  <a:pt x="1749" y="424"/>
                </a:lnTo>
                <a:lnTo>
                  <a:pt x="1750" y="424"/>
                </a:lnTo>
                <a:lnTo>
                  <a:pt x="1751" y="425"/>
                </a:lnTo>
                <a:lnTo>
                  <a:pt x="1752" y="426"/>
                </a:lnTo>
                <a:lnTo>
                  <a:pt x="1753" y="426"/>
                </a:lnTo>
                <a:lnTo>
                  <a:pt x="1755" y="427"/>
                </a:lnTo>
                <a:lnTo>
                  <a:pt x="1756" y="427"/>
                </a:lnTo>
                <a:lnTo>
                  <a:pt x="1757" y="427"/>
                </a:lnTo>
                <a:lnTo>
                  <a:pt x="1757" y="428"/>
                </a:lnTo>
                <a:lnTo>
                  <a:pt x="1758" y="428"/>
                </a:lnTo>
                <a:lnTo>
                  <a:pt x="1759" y="427"/>
                </a:lnTo>
                <a:lnTo>
                  <a:pt x="1760" y="427"/>
                </a:lnTo>
                <a:lnTo>
                  <a:pt x="1762" y="427"/>
                </a:lnTo>
                <a:lnTo>
                  <a:pt x="1763" y="427"/>
                </a:lnTo>
                <a:lnTo>
                  <a:pt x="1764" y="427"/>
                </a:lnTo>
                <a:lnTo>
                  <a:pt x="1766" y="427"/>
                </a:lnTo>
                <a:lnTo>
                  <a:pt x="1767" y="428"/>
                </a:lnTo>
                <a:lnTo>
                  <a:pt x="1771" y="427"/>
                </a:lnTo>
                <a:lnTo>
                  <a:pt x="1773" y="427"/>
                </a:lnTo>
                <a:lnTo>
                  <a:pt x="1774" y="427"/>
                </a:lnTo>
                <a:lnTo>
                  <a:pt x="1780" y="429"/>
                </a:lnTo>
                <a:lnTo>
                  <a:pt x="1781" y="429"/>
                </a:lnTo>
                <a:lnTo>
                  <a:pt x="1782" y="429"/>
                </a:lnTo>
                <a:lnTo>
                  <a:pt x="1784" y="430"/>
                </a:lnTo>
                <a:lnTo>
                  <a:pt x="1786" y="430"/>
                </a:lnTo>
                <a:lnTo>
                  <a:pt x="1787" y="429"/>
                </a:lnTo>
                <a:lnTo>
                  <a:pt x="1788" y="429"/>
                </a:lnTo>
                <a:lnTo>
                  <a:pt x="1789" y="430"/>
                </a:lnTo>
                <a:lnTo>
                  <a:pt x="1791" y="430"/>
                </a:lnTo>
                <a:lnTo>
                  <a:pt x="1792" y="430"/>
                </a:lnTo>
                <a:lnTo>
                  <a:pt x="1793" y="430"/>
                </a:lnTo>
                <a:lnTo>
                  <a:pt x="1794" y="431"/>
                </a:lnTo>
                <a:lnTo>
                  <a:pt x="1795" y="431"/>
                </a:lnTo>
                <a:lnTo>
                  <a:pt x="1796" y="432"/>
                </a:lnTo>
                <a:lnTo>
                  <a:pt x="1797" y="433"/>
                </a:lnTo>
                <a:lnTo>
                  <a:pt x="1798" y="433"/>
                </a:lnTo>
                <a:lnTo>
                  <a:pt x="1799" y="433"/>
                </a:lnTo>
                <a:lnTo>
                  <a:pt x="1800" y="433"/>
                </a:lnTo>
                <a:lnTo>
                  <a:pt x="1802" y="432"/>
                </a:lnTo>
                <a:lnTo>
                  <a:pt x="1803" y="433"/>
                </a:lnTo>
                <a:lnTo>
                  <a:pt x="1804" y="433"/>
                </a:lnTo>
                <a:lnTo>
                  <a:pt x="1804" y="432"/>
                </a:lnTo>
                <a:lnTo>
                  <a:pt x="1804" y="431"/>
                </a:lnTo>
                <a:lnTo>
                  <a:pt x="1806" y="432"/>
                </a:lnTo>
                <a:lnTo>
                  <a:pt x="1808" y="433"/>
                </a:lnTo>
                <a:lnTo>
                  <a:pt x="1810" y="434"/>
                </a:lnTo>
                <a:lnTo>
                  <a:pt x="1812" y="435"/>
                </a:lnTo>
                <a:lnTo>
                  <a:pt x="1814" y="436"/>
                </a:lnTo>
                <a:lnTo>
                  <a:pt x="1816" y="437"/>
                </a:lnTo>
                <a:lnTo>
                  <a:pt x="1817" y="437"/>
                </a:lnTo>
                <a:lnTo>
                  <a:pt x="1819" y="438"/>
                </a:lnTo>
                <a:lnTo>
                  <a:pt x="1820" y="439"/>
                </a:lnTo>
                <a:lnTo>
                  <a:pt x="1821" y="439"/>
                </a:lnTo>
                <a:lnTo>
                  <a:pt x="1823" y="439"/>
                </a:lnTo>
                <a:lnTo>
                  <a:pt x="1823" y="440"/>
                </a:lnTo>
                <a:lnTo>
                  <a:pt x="1823" y="441"/>
                </a:lnTo>
                <a:lnTo>
                  <a:pt x="1824" y="442"/>
                </a:lnTo>
                <a:lnTo>
                  <a:pt x="1825" y="442"/>
                </a:lnTo>
                <a:lnTo>
                  <a:pt x="1827" y="443"/>
                </a:lnTo>
                <a:lnTo>
                  <a:pt x="1831" y="445"/>
                </a:lnTo>
                <a:lnTo>
                  <a:pt x="1833" y="446"/>
                </a:lnTo>
                <a:lnTo>
                  <a:pt x="1840" y="449"/>
                </a:lnTo>
                <a:lnTo>
                  <a:pt x="1844" y="451"/>
                </a:lnTo>
                <a:lnTo>
                  <a:pt x="1847" y="452"/>
                </a:lnTo>
                <a:lnTo>
                  <a:pt x="1851" y="454"/>
                </a:lnTo>
                <a:lnTo>
                  <a:pt x="1854" y="455"/>
                </a:lnTo>
                <a:lnTo>
                  <a:pt x="1862" y="460"/>
                </a:lnTo>
                <a:lnTo>
                  <a:pt x="1865" y="461"/>
                </a:lnTo>
                <a:lnTo>
                  <a:pt x="1868" y="462"/>
                </a:lnTo>
                <a:lnTo>
                  <a:pt x="1869" y="463"/>
                </a:lnTo>
                <a:lnTo>
                  <a:pt x="1869" y="464"/>
                </a:lnTo>
                <a:lnTo>
                  <a:pt x="1872" y="467"/>
                </a:lnTo>
                <a:lnTo>
                  <a:pt x="1874" y="469"/>
                </a:lnTo>
                <a:lnTo>
                  <a:pt x="1878" y="470"/>
                </a:lnTo>
                <a:lnTo>
                  <a:pt x="1878" y="471"/>
                </a:lnTo>
                <a:lnTo>
                  <a:pt x="1879" y="473"/>
                </a:lnTo>
                <a:lnTo>
                  <a:pt x="1880" y="475"/>
                </a:lnTo>
                <a:lnTo>
                  <a:pt x="1880" y="476"/>
                </a:lnTo>
                <a:lnTo>
                  <a:pt x="1880" y="477"/>
                </a:lnTo>
                <a:lnTo>
                  <a:pt x="1881" y="478"/>
                </a:lnTo>
                <a:lnTo>
                  <a:pt x="1883" y="477"/>
                </a:lnTo>
                <a:lnTo>
                  <a:pt x="1885" y="477"/>
                </a:lnTo>
                <a:lnTo>
                  <a:pt x="1888" y="478"/>
                </a:lnTo>
                <a:lnTo>
                  <a:pt x="1892" y="479"/>
                </a:lnTo>
                <a:lnTo>
                  <a:pt x="1897" y="482"/>
                </a:lnTo>
                <a:lnTo>
                  <a:pt x="1903" y="484"/>
                </a:lnTo>
                <a:lnTo>
                  <a:pt x="1909" y="490"/>
                </a:lnTo>
                <a:lnTo>
                  <a:pt x="1911" y="491"/>
                </a:lnTo>
                <a:lnTo>
                  <a:pt x="1913" y="495"/>
                </a:lnTo>
                <a:lnTo>
                  <a:pt x="1914" y="496"/>
                </a:lnTo>
                <a:lnTo>
                  <a:pt x="1916" y="496"/>
                </a:lnTo>
                <a:lnTo>
                  <a:pt x="1918" y="496"/>
                </a:lnTo>
                <a:lnTo>
                  <a:pt x="1920" y="496"/>
                </a:lnTo>
                <a:lnTo>
                  <a:pt x="1921" y="497"/>
                </a:lnTo>
                <a:lnTo>
                  <a:pt x="1922" y="497"/>
                </a:lnTo>
                <a:lnTo>
                  <a:pt x="1923" y="498"/>
                </a:lnTo>
                <a:lnTo>
                  <a:pt x="1924" y="498"/>
                </a:lnTo>
                <a:lnTo>
                  <a:pt x="1926" y="498"/>
                </a:lnTo>
                <a:lnTo>
                  <a:pt x="1928" y="499"/>
                </a:lnTo>
                <a:lnTo>
                  <a:pt x="1929" y="499"/>
                </a:lnTo>
                <a:lnTo>
                  <a:pt x="1930" y="499"/>
                </a:lnTo>
                <a:lnTo>
                  <a:pt x="1930" y="500"/>
                </a:lnTo>
                <a:lnTo>
                  <a:pt x="1930" y="499"/>
                </a:lnTo>
                <a:lnTo>
                  <a:pt x="1931" y="499"/>
                </a:lnTo>
                <a:lnTo>
                  <a:pt x="1932" y="500"/>
                </a:lnTo>
                <a:lnTo>
                  <a:pt x="1933" y="500"/>
                </a:lnTo>
                <a:lnTo>
                  <a:pt x="1934" y="501"/>
                </a:lnTo>
                <a:lnTo>
                  <a:pt x="1935" y="502"/>
                </a:lnTo>
                <a:lnTo>
                  <a:pt x="1937" y="503"/>
                </a:lnTo>
                <a:lnTo>
                  <a:pt x="1938" y="505"/>
                </a:lnTo>
                <a:lnTo>
                  <a:pt x="1941" y="504"/>
                </a:lnTo>
                <a:lnTo>
                  <a:pt x="1950" y="503"/>
                </a:lnTo>
                <a:lnTo>
                  <a:pt x="1956" y="503"/>
                </a:lnTo>
                <a:lnTo>
                  <a:pt x="1967" y="501"/>
                </a:lnTo>
                <a:lnTo>
                  <a:pt x="1976" y="500"/>
                </a:lnTo>
                <a:lnTo>
                  <a:pt x="1977" y="501"/>
                </a:lnTo>
                <a:lnTo>
                  <a:pt x="1977" y="503"/>
                </a:lnTo>
                <a:lnTo>
                  <a:pt x="1975" y="506"/>
                </a:lnTo>
                <a:lnTo>
                  <a:pt x="1972" y="507"/>
                </a:lnTo>
                <a:lnTo>
                  <a:pt x="1970" y="513"/>
                </a:lnTo>
                <a:lnTo>
                  <a:pt x="1970" y="522"/>
                </a:lnTo>
                <a:lnTo>
                  <a:pt x="1968" y="529"/>
                </a:lnTo>
                <a:lnTo>
                  <a:pt x="1972" y="529"/>
                </a:lnTo>
                <a:lnTo>
                  <a:pt x="1977" y="531"/>
                </a:lnTo>
                <a:lnTo>
                  <a:pt x="1981" y="531"/>
                </a:lnTo>
                <a:lnTo>
                  <a:pt x="1986" y="531"/>
                </a:lnTo>
                <a:lnTo>
                  <a:pt x="1988" y="535"/>
                </a:lnTo>
                <a:lnTo>
                  <a:pt x="1989" y="537"/>
                </a:lnTo>
                <a:lnTo>
                  <a:pt x="1990" y="539"/>
                </a:lnTo>
                <a:lnTo>
                  <a:pt x="1991" y="541"/>
                </a:lnTo>
                <a:lnTo>
                  <a:pt x="1993" y="543"/>
                </a:lnTo>
                <a:lnTo>
                  <a:pt x="1995" y="547"/>
                </a:lnTo>
                <a:lnTo>
                  <a:pt x="1997" y="554"/>
                </a:lnTo>
                <a:lnTo>
                  <a:pt x="1999" y="560"/>
                </a:lnTo>
                <a:lnTo>
                  <a:pt x="2002" y="565"/>
                </a:lnTo>
                <a:lnTo>
                  <a:pt x="2003" y="567"/>
                </a:lnTo>
                <a:lnTo>
                  <a:pt x="2004" y="571"/>
                </a:lnTo>
                <a:lnTo>
                  <a:pt x="2005" y="573"/>
                </a:lnTo>
                <a:lnTo>
                  <a:pt x="2012" y="585"/>
                </a:lnTo>
                <a:lnTo>
                  <a:pt x="2016" y="591"/>
                </a:lnTo>
                <a:lnTo>
                  <a:pt x="2018" y="605"/>
                </a:lnTo>
                <a:lnTo>
                  <a:pt x="2021" y="609"/>
                </a:lnTo>
                <a:lnTo>
                  <a:pt x="2023" y="611"/>
                </a:lnTo>
                <a:lnTo>
                  <a:pt x="2029" y="616"/>
                </a:lnTo>
                <a:lnTo>
                  <a:pt x="2029" y="617"/>
                </a:lnTo>
                <a:lnTo>
                  <a:pt x="2039" y="625"/>
                </a:lnTo>
                <a:lnTo>
                  <a:pt x="2061" y="644"/>
                </a:lnTo>
                <a:lnTo>
                  <a:pt x="2063" y="66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17" name=""/>
          <p:cNvSpPr/>
          <p:nvPr/>
        </p:nvSpPr>
        <p:spPr>
          <a:xfrm>
            <a:off x="6965280" y="21402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18" name=""/>
          <p:cNvSpPr/>
          <p:nvPr/>
        </p:nvSpPr>
        <p:spPr>
          <a:xfrm>
            <a:off x="6944400" y="213732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4" y="3"/>
                </a:move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19" name=""/>
          <p:cNvSpPr/>
          <p:nvPr/>
        </p:nvSpPr>
        <p:spPr>
          <a:xfrm>
            <a:off x="6950880" y="2135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20" name=""/>
          <p:cNvSpPr/>
          <p:nvPr/>
        </p:nvSpPr>
        <p:spPr>
          <a:xfrm>
            <a:off x="6952680" y="21358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21" name=""/>
          <p:cNvSpPr/>
          <p:nvPr/>
        </p:nvSpPr>
        <p:spPr>
          <a:xfrm>
            <a:off x="6947640" y="2135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22" name=""/>
          <p:cNvSpPr/>
          <p:nvPr/>
        </p:nvSpPr>
        <p:spPr>
          <a:xfrm>
            <a:off x="6947640" y="21355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23" name=""/>
          <p:cNvSpPr/>
          <p:nvPr/>
        </p:nvSpPr>
        <p:spPr>
          <a:xfrm>
            <a:off x="6948000" y="213156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2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24" name=""/>
          <p:cNvSpPr/>
          <p:nvPr/>
        </p:nvSpPr>
        <p:spPr>
          <a:xfrm>
            <a:off x="6946920" y="213084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1" y="1"/>
                </a:moveTo>
                <a:lnTo>
                  <a:pt x="3" y="0"/>
                </a:lnTo>
                <a:lnTo>
                  <a:pt x="3" y="1"/>
                </a:lnTo>
                <a:lnTo>
                  <a:pt x="3" y="2"/>
                </a:lnTo>
                <a:lnTo>
                  <a:pt x="3" y="4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25" name=""/>
          <p:cNvSpPr/>
          <p:nvPr/>
        </p:nvSpPr>
        <p:spPr>
          <a:xfrm>
            <a:off x="6941520" y="21301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26" name=""/>
          <p:cNvSpPr/>
          <p:nvPr/>
        </p:nvSpPr>
        <p:spPr>
          <a:xfrm>
            <a:off x="6947640" y="21272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27" name=""/>
          <p:cNvSpPr/>
          <p:nvPr/>
        </p:nvSpPr>
        <p:spPr>
          <a:xfrm>
            <a:off x="6963480" y="2126160"/>
            <a:ext cx="3600" cy="3240"/>
          </a:xfrm>
          <a:custGeom>
            <a:avLst/>
            <a:gdLst/>
            <a:ahLst/>
            <a:rect l="0" t="0" r="r" b="b"/>
            <a:pathLst>
              <a:path w="10" h="9">
                <a:moveTo>
                  <a:pt x="9" y="2"/>
                </a:moveTo>
                <a:lnTo>
                  <a:pt x="8" y="2"/>
                </a:lnTo>
                <a:lnTo>
                  <a:pt x="8" y="3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7" y="4"/>
                </a:lnTo>
                <a:lnTo>
                  <a:pt x="6" y="4"/>
                </a:lnTo>
                <a:lnTo>
                  <a:pt x="7" y="4"/>
                </a:lnTo>
                <a:lnTo>
                  <a:pt x="7" y="5"/>
                </a:lnTo>
                <a:lnTo>
                  <a:pt x="6" y="5"/>
                </a:lnTo>
                <a:lnTo>
                  <a:pt x="7" y="5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2" y="6"/>
                </a:lnTo>
                <a:lnTo>
                  <a:pt x="3" y="7"/>
                </a:lnTo>
                <a:lnTo>
                  <a:pt x="3" y="9"/>
                </a:lnTo>
                <a:lnTo>
                  <a:pt x="2" y="9"/>
                </a:lnTo>
                <a:lnTo>
                  <a:pt x="2" y="7"/>
                </a:lnTo>
                <a:lnTo>
                  <a:pt x="2" y="6"/>
                </a:lnTo>
                <a:lnTo>
                  <a:pt x="2" y="7"/>
                </a:lnTo>
                <a:lnTo>
                  <a:pt x="1" y="7"/>
                </a:lnTo>
                <a:lnTo>
                  <a:pt x="0" y="7"/>
                </a:lnTo>
                <a:lnTo>
                  <a:pt x="1" y="6"/>
                </a:lnTo>
                <a:lnTo>
                  <a:pt x="2" y="5"/>
                </a:lnTo>
                <a:lnTo>
                  <a:pt x="3" y="4"/>
                </a:lnTo>
                <a:lnTo>
                  <a:pt x="4" y="3"/>
                </a:lnTo>
                <a:lnTo>
                  <a:pt x="6" y="3"/>
                </a:lnTo>
                <a:lnTo>
                  <a:pt x="7" y="2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0" y="2"/>
                </a:lnTo>
                <a:lnTo>
                  <a:pt x="9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28" name=""/>
          <p:cNvSpPr/>
          <p:nvPr/>
        </p:nvSpPr>
        <p:spPr>
          <a:xfrm>
            <a:off x="6948720" y="2122920"/>
            <a:ext cx="5400" cy="4320"/>
          </a:xfrm>
          <a:custGeom>
            <a:avLst/>
            <a:gdLst/>
            <a:ahLst/>
            <a:rect l="0" t="0" r="r" b="b"/>
            <a:pathLst>
              <a:path w="15" h="12">
                <a:moveTo>
                  <a:pt x="11" y="1"/>
                </a:moveTo>
                <a:lnTo>
                  <a:pt x="12" y="2"/>
                </a:lnTo>
                <a:lnTo>
                  <a:pt x="13" y="2"/>
                </a:lnTo>
                <a:lnTo>
                  <a:pt x="13" y="1"/>
                </a:lnTo>
                <a:lnTo>
                  <a:pt x="13" y="2"/>
                </a:lnTo>
                <a:lnTo>
                  <a:pt x="14" y="3"/>
                </a:lnTo>
                <a:lnTo>
                  <a:pt x="14" y="4"/>
                </a:lnTo>
                <a:lnTo>
                  <a:pt x="14" y="5"/>
                </a:lnTo>
                <a:lnTo>
                  <a:pt x="15" y="5"/>
                </a:lnTo>
                <a:lnTo>
                  <a:pt x="15" y="6"/>
                </a:lnTo>
                <a:lnTo>
                  <a:pt x="13" y="6"/>
                </a:lnTo>
                <a:lnTo>
                  <a:pt x="13" y="5"/>
                </a:lnTo>
                <a:lnTo>
                  <a:pt x="12" y="5"/>
                </a:lnTo>
                <a:lnTo>
                  <a:pt x="11" y="5"/>
                </a:lnTo>
                <a:lnTo>
                  <a:pt x="9" y="5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6" y="9"/>
                </a:lnTo>
                <a:lnTo>
                  <a:pt x="6" y="10"/>
                </a:lnTo>
                <a:lnTo>
                  <a:pt x="6" y="11"/>
                </a:lnTo>
                <a:lnTo>
                  <a:pt x="5" y="11"/>
                </a:lnTo>
                <a:lnTo>
                  <a:pt x="4" y="11"/>
                </a:lnTo>
                <a:lnTo>
                  <a:pt x="3" y="11"/>
                </a:lnTo>
                <a:lnTo>
                  <a:pt x="3" y="12"/>
                </a:lnTo>
                <a:lnTo>
                  <a:pt x="3" y="11"/>
                </a:lnTo>
                <a:lnTo>
                  <a:pt x="3" y="10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1" y="7"/>
                </a:lnTo>
                <a:lnTo>
                  <a:pt x="0" y="7"/>
                </a:lnTo>
                <a:lnTo>
                  <a:pt x="1" y="6"/>
                </a:lnTo>
                <a:lnTo>
                  <a:pt x="1" y="7"/>
                </a:lnTo>
                <a:lnTo>
                  <a:pt x="1" y="9"/>
                </a:lnTo>
                <a:lnTo>
                  <a:pt x="1" y="10"/>
                </a:lnTo>
                <a:lnTo>
                  <a:pt x="2" y="10"/>
                </a:lnTo>
                <a:lnTo>
                  <a:pt x="2" y="9"/>
                </a:lnTo>
                <a:lnTo>
                  <a:pt x="3" y="9"/>
                </a:lnTo>
                <a:lnTo>
                  <a:pt x="3" y="10"/>
                </a:lnTo>
                <a:lnTo>
                  <a:pt x="4" y="10"/>
                </a:lnTo>
                <a:lnTo>
                  <a:pt x="4" y="9"/>
                </a:lnTo>
                <a:lnTo>
                  <a:pt x="5" y="9"/>
                </a:lnTo>
                <a:lnTo>
                  <a:pt x="5" y="10"/>
                </a:lnTo>
                <a:lnTo>
                  <a:pt x="5" y="9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3" y="6"/>
                </a:lnTo>
                <a:lnTo>
                  <a:pt x="3" y="7"/>
                </a:lnTo>
                <a:lnTo>
                  <a:pt x="2" y="6"/>
                </a:lnTo>
                <a:lnTo>
                  <a:pt x="2" y="5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6" y="3"/>
                </a:lnTo>
                <a:lnTo>
                  <a:pt x="6" y="2"/>
                </a:lnTo>
                <a:lnTo>
                  <a:pt x="6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2"/>
                </a:lnTo>
                <a:lnTo>
                  <a:pt x="7" y="2"/>
                </a:lnTo>
                <a:lnTo>
                  <a:pt x="8" y="3"/>
                </a:lnTo>
                <a:lnTo>
                  <a:pt x="8" y="2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9" y="1"/>
                </a:lnTo>
                <a:lnTo>
                  <a:pt x="11" y="1"/>
                </a:lnTo>
                <a:lnTo>
                  <a:pt x="11" y="0"/>
                </a:lnTo>
                <a:lnTo>
                  <a:pt x="9" y="0"/>
                </a:lnTo>
                <a:lnTo>
                  <a:pt x="11" y="0"/>
                </a:lnTo>
                <a:lnTo>
                  <a:pt x="1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29" name=""/>
          <p:cNvSpPr/>
          <p:nvPr/>
        </p:nvSpPr>
        <p:spPr>
          <a:xfrm>
            <a:off x="6946200" y="2121480"/>
            <a:ext cx="2880" cy="3600"/>
          </a:xfrm>
          <a:custGeom>
            <a:avLst/>
            <a:gdLst/>
            <a:ahLst/>
            <a:rect l="0" t="0" r="r" b="b"/>
            <a:pathLst>
              <a:path w="8" h="10">
                <a:moveTo>
                  <a:pt x="6" y="1"/>
                </a:moveTo>
                <a:lnTo>
                  <a:pt x="7" y="1"/>
                </a:lnTo>
                <a:lnTo>
                  <a:pt x="8" y="1"/>
                </a:lnTo>
                <a:lnTo>
                  <a:pt x="8" y="2"/>
                </a:lnTo>
                <a:lnTo>
                  <a:pt x="7" y="2"/>
                </a:lnTo>
                <a:lnTo>
                  <a:pt x="6" y="2"/>
                </a:lnTo>
                <a:lnTo>
                  <a:pt x="6" y="3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5" y="6"/>
                </a:lnTo>
                <a:lnTo>
                  <a:pt x="6" y="6"/>
                </a:lnTo>
                <a:lnTo>
                  <a:pt x="6" y="8"/>
                </a:lnTo>
                <a:lnTo>
                  <a:pt x="5" y="8"/>
                </a:lnTo>
                <a:lnTo>
                  <a:pt x="5" y="9"/>
                </a:lnTo>
                <a:lnTo>
                  <a:pt x="6" y="9"/>
                </a:lnTo>
                <a:lnTo>
                  <a:pt x="6" y="10"/>
                </a:lnTo>
                <a:lnTo>
                  <a:pt x="5" y="10"/>
                </a:lnTo>
                <a:lnTo>
                  <a:pt x="3" y="9"/>
                </a:lnTo>
                <a:lnTo>
                  <a:pt x="3" y="10"/>
                </a:lnTo>
                <a:lnTo>
                  <a:pt x="2" y="10"/>
                </a:lnTo>
                <a:lnTo>
                  <a:pt x="1" y="10"/>
                </a:lnTo>
                <a:lnTo>
                  <a:pt x="0" y="10"/>
                </a:lnTo>
                <a:lnTo>
                  <a:pt x="1" y="10"/>
                </a:lnTo>
                <a:lnTo>
                  <a:pt x="1" y="9"/>
                </a:lnTo>
                <a:lnTo>
                  <a:pt x="2" y="9"/>
                </a:lnTo>
                <a:lnTo>
                  <a:pt x="3" y="9"/>
                </a:lnTo>
                <a:lnTo>
                  <a:pt x="5" y="8"/>
                </a:lnTo>
                <a:lnTo>
                  <a:pt x="5" y="6"/>
                </a:lnTo>
                <a:lnTo>
                  <a:pt x="3" y="6"/>
                </a:lnTo>
                <a:lnTo>
                  <a:pt x="3" y="5"/>
                </a:lnTo>
                <a:lnTo>
                  <a:pt x="3" y="6"/>
                </a:lnTo>
                <a:lnTo>
                  <a:pt x="3" y="5"/>
                </a:lnTo>
                <a:lnTo>
                  <a:pt x="5" y="5"/>
                </a:lnTo>
                <a:lnTo>
                  <a:pt x="5" y="4"/>
                </a:lnTo>
                <a:lnTo>
                  <a:pt x="5" y="3"/>
                </a:lnTo>
                <a:lnTo>
                  <a:pt x="3" y="3"/>
                </a:lnTo>
                <a:lnTo>
                  <a:pt x="5" y="3"/>
                </a:lnTo>
                <a:lnTo>
                  <a:pt x="5" y="2"/>
                </a:lnTo>
                <a:lnTo>
                  <a:pt x="3" y="2"/>
                </a:lnTo>
                <a:lnTo>
                  <a:pt x="5" y="2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30" name=""/>
          <p:cNvSpPr/>
          <p:nvPr/>
        </p:nvSpPr>
        <p:spPr>
          <a:xfrm>
            <a:off x="6950520" y="21225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31" name=""/>
          <p:cNvSpPr/>
          <p:nvPr/>
        </p:nvSpPr>
        <p:spPr>
          <a:xfrm>
            <a:off x="6949080" y="212040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3" y="1"/>
                </a:moveTo>
                <a:lnTo>
                  <a:pt x="4" y="1"/>
                </a:lnTo>
                <a:lnTo>
                  <a:pt x="6" y="1"/>
                </a:lnTo>
                <a:lnTo>
                  <a:pt x="6" y="2"/>
                </a:lnTo>
                <a:lnTo>
                  <a:pt x="6" y="4"/>
                </a:lnTo>
                <a:lnTo>
                  <a:pt x="4" y="4"/>
                </a:lnTo>
                <a:lnTo>
                  <a:pt x="4" y="5"/>
                </a:lnTo>
                <a:lnTo>
                  <a:pt x="4" y="6"/>
                </a:lnTo>
                <a:lnTo>
                  <a:pt x="6" y="6"/>
                </a:lnTo>
                <a:lnTo>
                  <a:pt x="6" y="5"/>
                </a:lnTo>
                <a:lnTo>
                  <a:pt x="6" y="6"/>
                </a:lnTo>
                <a:lnTo>
                  <a:pt x="4" y="6"/>
                </a:lnTo>
                <a:lnTo>
                  <a:pt x="6" y="7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4" y="6"/>
                </a:lnTo>
                <a:lnTo>
                  <a:pt x="4" y="5"/>
                </a:lnTo>
                <a:lnTo>
                  <a:pt x="3" y="4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32" name=""/>
          <p:cNvSpPr/>
          <p:nvPr/>
        </p:nvSpPr>
        <p:spPr>
          <a:xfrm>
            <a:off x="6947640" y="2121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33" name=""/>
          <p:cNvSpPr/>
          <p:nvPr/>
        </p:nvSpPr>
        <p:spPr>
          <a:xfrm>
            <a:off x="6950520" y="211752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1" y="3"/>
                </a:move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34" name=""/>
          <p:cNvSpPr/>
          <p:nvPr/>
        </p:nvSpPr>
        <p:spPr>
          <a:xfrm>
            <a:off x="7015680" y="21837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35" name=""/>
          <p:cNvSpPr/>
          <p:nvPr/>
        </p:nvSpPr>
        <p:spPr>
          <a:xfrm>
            <a:off x="7012080" y="2179080"/>
            <a:ext cx="3960" cy="3600"/>
          </a:xfrm>
          <a:custGeom>
            <a:avLst/>
            <a:gdLst/>
            <a:ahLst/>
            <a:rect l="0" t="0" r="r" b="b"/>
            <a:pathLst>
              <a:path w="11" h="10">
                <a:moveTo>
                  <a:pt x="2" y="0"/>
                </a:moveTo>
                <a:lnTo>
                  <a:pt x="4" y="0"/>
                </a:lnTo>
                <a:lnTo>
                  <a:pt x="5" y="0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2"/>
                </a:lnTo>
                <a:lnTo>
                  <a:pt x="8" y="3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8" y="5"/>
                </a:lnTo>
                <a:lnTo>
                  <a:pt x="9" y="6"/>
                </a:lnTo>
                <a:lnTo>
                  <a:pt x="10" y="6"/>
                </a:lnTo>
                <a:lnTo>
                  <a:pt x="10" y="8"/>
                </a:lnTo>
                <a:lnTo>
                  <a:pt x="11" y="8"/>
                </a:lnTo>
                <a:lnTo>
                  <a:pt x="10" y="8"/>
                </a:lnTo>
                <a:lnTo>
                  <a:pt x="10" y="9"/>
                </a:lnTo>
                <a:lnTo>
                  <a:pt x="10" y="10"/>
                </a:lnTo>
                <a:lnTo>
                  <a:pt x="9" y="10"/>
                </a:lnTo>
                <a:lnTo>
                  <a:pt x="9" y="9"/>
                </a:lnTo>
                <a:lnTo>
                  <a:pt x="8" y="9"/>
                </a:lnTo>
                <a:lnTo>
                  <a:pt x="7" y="8"/>
                </a:lnTo>
                <a:lnTo>
                  <a:pt x="6" y="6"/>
                </a:lnTo>
                <a:lnTo>
                  <a:pt x="5" y="6"/>
                </a:lnTo>
                <a:lnTo>
                  <a:pt x="4" y="5"/>
                </a:lnTo>
                <a:lnTo>
                  <a:pt x="2" y="5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36" name=""/>
          <p:cNvSpPr/>
          <p:nvPr/>
        </p:nvSpPr>
        <p:spPr>
          <a:xfrm>
            <a:off x="6975000" y="216900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0" y="6"/>
                </a:moveTo>
                <a:lnTo>
                  <a:pt x="0" y="4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2" y="6"/>
                </a:lnTo>
                <a:lnTo>
                  <a:pt x="0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37" name=""/>
          <p:cNvSpPr/>
          <p:nvPr/>
        </p:nvSpPr>
        <p:spPr>
          <a:xfrm>
            <a:off x="6972120" y="215964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2" y="1"/>
                </a:moveTo>
                <a:lnTo>
                  <a:pt x="2" y="2"/>
                </a:lnTo>
                <a:lnTo>
                  <a:pt x="2" y="3"/>
                </a:lnTo>
                <a:lnTo>
                  <a:pt x="4" y="3"/>
                </a:lnTo>
                <a:lnTo>
                  <a:pt x="5" y="5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2" y="3"/>
                </a:lnTo>
                <a:lnTo>
                  <a:pt x="2" y="2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38" name=""/>
          <p:cNvSpPr/>
          <p:nvPr/>
        </p:nvSpPr>
        <p:spPr>
          <a:xfrm>
            <a:off x="7012440" y="21582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39" name=""/>
          <p:cNvSpPr/>
          <p:nvPr/>
        </p:nvSpPr>
        <p:spPr>
          <a:xfrm>
            <a:off x="7011000" y="215712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4" y="1"/>
                </a:move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40" name=""/>
          <p:cNvSpPr/>
          <p:nvPr/>
        </p:nvSpPr>
        <p:spPr>
          <a:xfrm>
            <a:off x="6966360" y="21358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41" name=""/>
          <p:cNvSpPr/>
          <p:nvPr/>
        </p:nvSpPr>
        <p:spPr>
          <a:xfrm>
            <a:off x="6968160" y="21261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42" name=""/>
          <p:cNvSpPr/>
          <p:nvPr/>
        </p:nvSpPr>
        <p:spPr>
          <a:xfrm>
            <a:off x="6964560" y="2060640"/>
            <a:ext cx="64440" cy="125640"/>
          </a:xfrm>
          <a:custGeom>
            <a:avLst/>
            <a:gdLst/>
            <a:ahLst/>
            <a:rect l="0" t="0" r="r" b="b"/>
            <a:pathLst>
              <a:path w="179" h="349">
                <a:moveTo>
                  <a:pt x="139" y="1"/>
                </a:moveTo>
                <a:lnTo>
                  <a:pt x="140" y="1"/>
                </a:lnTo>
                <a:lnTo>
                  <a:pt x="140" y="0"/>
                </a:lnTo>
                <a:lnTo>
                  <a:pt x="141" y="1"/>
                </a:lnTo>
                <a:lnTo>
                  <a:pt x="142" y="1"/>
                </a:lnTo>
                <a:lnTo>
                  <a:pt x="143" y="3"/>
                </a:lnTo>
                <a:lnTo>
                  <a:pt x="144" y="3"/>
                </a:lnTo>
                <a:lnTo>
                  <a:pt x="144" y="4"/>
                </a:lnTo>
                <a:lnTo>
                  <a:pt x="145" y="4"/>
                </a:lnTo>
                <a:lnTo>
                  <a:pt x="145" y="5"/>
                </a:lnTo>
                <a:lnTo>
                  <a:pt x="146" y="6"/>
                </a:lnTo>
                <a:lnTo>
                  <a:pt x="146" y="7"/>
                </a:lnTo>
                <a:lnTo>
                  <a:pt x="145" y="7"/>
                </a:lnTo>
                <a:lnTo>
                  <a:pt x="146" y="8"/>
                </a:lnTo>
                <a:lnTo>
                  <a:pt x="147" y="8"/>
                </a:lnTo>
                <a:lnTo>
                  <a:pt x="147" y="9"/>
                </a:lnTo>
                <a:lnTo>
                  <a:pt x="147" y="10"/>
                </a:lnTo>
                <a:lnTo>
                  <a:pt x="148" y="10"/>
                </a:lnTo>
                <a:lnTo>
                  <a:pt x="148" y="11"/>
                </a:lnTo>
                <a:lnTo>
                  <a:pt x="149" y="11"/>
                </a:lnTo>
                <a:lnTo>
                  <a:pt x="150" y="11"/>
                </a:lnTo>
                <a:lnTo>
                  <a:pt x="151" y="10"/>
                </a:lnTo>
                <a:lnTo>
                  <a:pt x="152" y="10"/>
                </a:lnTo>
                <a:lnTo>
                  <a:pt x="151" y="11"/>
                </a:lnTo>
                <a:lnTo>
                  <a:pt x="150" y="12"/>
                </a:lnTo>
                <a:lnTo>
                  <a:pt x="150" y="13"/>
                </a:lnTo>
                <a:lnTo>
                  <a:pt x="151" y="13"/>
                </a:lnTo>
                <a:lnTo>
                  <a:pt x="152" y="14"/>
                </a:lnTo>
                <a:lnTo>
                  <a:pt x="152" y="15"/>
                </a:lnTo>
                <a:lnTo>
                  <a:pt x="154" y="15"/>
                </a:lnTo>
                <a:lnTo>
                  <a:pt x="154" y="16"/>
                </a:lnTo>
                <a:lnTo>
                  <a:pt x="155" y="16"/>
                </a:lnTo>
                <a:lnTo>
                  <a:pt x="156" y="16"/>
                </a:lnTo>
                <a:lnTo>
                  <a:pt x="156" y="17"/>
                </a:lnTo>
                <a:lnTo>
                  <a:pt x="156" y="18"/>
                </a:lnTo>
                <a:lnTo>
                  <a:pt x="155" y="17"/>
                </a:lnTo>
                <a:lnTo>
                  <a:pt x="155" y="18"/>
                </a:lnTo>
                <a:lnTo>
                  <a:pt x="155" y="19"/>
                </a:lnTo>
                <a:lnTo>
                  <a:pt x="155" y="18"/>
                </a:lnTo>
                <a:lnTo>
                  <a:pt x="156" y="18"/>
                </a:lnTo>
                <a:lnTo>
                  <a:pt x="157" y="17"/>
                </a:lnTo>
                <a:lnTo>
                  <a:pt x="157" y="16"/>
                </a:lnTo>
                <a:lnTo>
                  <a:pt x="158" y="16"/>
                </a:lnTo>
                <a:lnTo>
                  <a:pt x="159" y="17"/>
                </a:lnTo>
                <a:lnTo>
                  <a:pt x="160" y="17"/>
                </a:lnTo>
                <a:lnTo>
                  <a:pt x="161" y="17"/>
                </a:lnTo>
                <a:lnTo>
                  <a:pt x="161" y="18"/>
                </a:lnTo>
                <a:lnTo>
                  <a:pt x="162" y="18"/>
                </a:lnTo>
                <a:lnTo>
                  <a:pt x="162" y="19"/>
                </a:lnTo>
                <a:lnTo>
                  <a:pt x="163" y="19"/>
                </a:lnTo>
                <a:lnTo>
                  <a:pt x="164" y="19"/>
                </a:lnTo>
                <a:lnTo>
                  <a:pt x="165" y="19"/>
                </a:lnTo>
                <a:lnTo>
                  <a:pt x="166" y="19"/>
                </a:lnTo>
                <a:lnTo>
                  <a:pt x="168" y="19"/>
                </a:lnTo>
                <a:lnTo>
                  <a:pt x="169" y="19"/>
                </a:lnTo>
                <a:lnTo>
                  <a:pt x="169" y="20"/>
                </a:lnTo>
                <a:lnTo>
                  <a:pt x="170" y="19"/>
                </a:lnTo>
                <a:lnTo>
                  <a:pt x="171" y="19"/>
                </a:lnTo>
                <a:lnTo>
                  <a:pt x="172" y="19"/>
                </a:lnTo>
                <a:lnTo>
                  <a:pt x="171" y="20"/>
                </a:lnTo>
                <a:lnTo>
                  <a:pt x="172" y="20"/>
                </a:lnTo>
                <a:lnTo>
                  <a:pt x="172" y="21"/>
                </a:lnTo>
                <a:lnTo>
                  <a:pt x="171" y="21"/>
                </a:lnTo>
                <a:lnTo>
                  <a:pt x="171" y="22"/>
                </a:lnTo>
                <a:lnTo>
                  <a:pt x="171" y="23"/>
                </a:lnTo>
                <a:lnTo>
                  <a:pt x="171" y="24"/>
                </a:lnTo>
                <a:lnTo>
                  <a:pt x="172" y="24"/>
                </a:lnTo>
                <a:lnTo>
                  <a:pt x="172" y="25"/>
                </a:lnTo>
                <a:lnTo>
                  <a:pt x="172" y="26"/>
                </a:lnTo>
                <a:lnTo>
                  <a:pt x="172" y="27"/>
                </a:lnTo>
                <a:lnTo>
                  <a:pt x="172" y="28"/>
                </a:lnTo>
                <a:lnTo>
                  <a:pt x="173" y="29"/>
                </a:lnTo>
                <a:lnTo>
                  <a:pt x="173" y="30"/>
                </a:lnTo>
                <a:lnTo>
                  <a:pt x="174" y="30"/>
                </a:lnTo>
                <a:lnTo>
                  <a:pt x="175" y="30"/>
                </a:lnTo>
                <a:lnTo>
                  <a:pt x="176" y="30"/>
                </a:lnTo>
                <a:lnTo>
                  <a:pt x="176" y="29"/>
                </a:lnTo>
                <a:lnTo>
                  <a:pt x="178" y="30"/>
                </a:lnTo>
                <a:lnTo>
                  <a:pt x="178" y="31"/>
                </a:lnTo>
                <a:lnTo>
                  <a:pt x="178" y="30"/>
                </a:lnTo>
                <a:lnTo>
                  <a:pt x="179" y="31"/>
                </a:lnTo>
                <a:lnTo>
                  <a:pt x="178" y="31"/>
                </a:lnTo>
                <a:lnTo>
                  <a:pt x="178" y="32"/>
                </a:lnTo>
                <a:lnTo>
                  <a:pt x="177" y="32"/>
                </a:lnTo>
                <a:lnTo>
                  <a:pt x="176" y="33"/>
                </a:lnTo>
                <a:lnTo>
                  <a:pt x="175" y="34"/>
                </a:lnTo>
                <a:lnTo>
                  <a:pt x="174" y="34"/>
                </a:lnTo>
                <a:lnTo>
                  <a:pt x="172" y="35"/>
                </a:lnTo>
                <a:lnTo>
                  <a:pt x="171" y="36"/>
                </a:lnTo>
                <a:lnTo>
                  <a:pt x="171" y="37"/>
                </a:lnTo>
                <a:lnTo>
                  <a:pt x="170" y="37"/>
                </a:lnTo>
                <a:lnTo>
                  <a:pt x="170" y="38"/>
                </a:lnTo>
                <a:lnTo>
                  <a:pt x="169" y="38"/>
                </a:lnTo>
                <a:lnTo>
                  <a:pt x="168" y="38"/>
                </a:lnTo>
                <a:lnTo>
                  <a:pt x="168" y="39"/>
                </a:lnTo>
                <a:lnTo>
                  <a:pt x="168" y="40"/>
                </a:lnTo>
                <a:lnTo>
                  <a:pt x="168" y="41"/>
                </a:lnTo>
                <a:lnTo>
                  <a:pt x="167" y="41"/>
                </a:lnTo>
                <a:lnTo>
                  <a:pt x="166" y="43"/>
                </a:lnTo>
                <a:lnTo>
                  <a:pt x="165" y="43"/>
                </a:lnTo>
                <a:lnTo>
                  <a:pt x="164" y="44"/>
                </a:lnTo>
                <a:lnTo>
                  <a:pt x="164" y="45"/>
                </a:lnTo>
                <a:lnTo>
                  <a:pt x="164" y="46"/>
                </a:lnTo>
                <a:lnTo>
                  <a:pt x="163" y="47"/>
                </a:lnTo>
                <a:lnTo>
                  <a:pt x="163" y="48"/>
                </a:lnTo>
                <a:lnTo>
                  <a:pt x="163" y="49"/>
                </a:lnTo>
                <a:lnTo>
                  <a:pt x="163" y="50"/>
                </a:lnTo>
                <a:lnTo>
                  <a:pt x="162" y="51"/>
                </a:lnTo>
                <a:lnTo>
                  <a:pt x="162" y="52"/>
                </a:lnTo>
                <a:lnTo>
                  <a:pt x="162" y="53"/>
                </a:lnTo>
                <a:lnTo>
                  <a:pt x="162" y="57"/>
                </a:lnTo>
                <a:lnTo>
                  <a:pt x="162" y="58"/>
                </a:lnTo>
                <a:lnTo>
                  <a:pt x="163" y="59"/>
                </a:lnTo>
                <a:lnTo>
                  <a:pt x="163" y="60"/>
                </a:lnTo>
                <a:lnTo>
                  <a:pt x="163" y="61"/>
                </a:lnTo>
                <a:lnTo>
                  <a:pt x="164" y="61"/>
                </a:lnTo>
                <a:lnTo>
                  <a:pt x="163" y="61"/>
                </a:lnTo>
                <a:lnTo>
                  <a:pt x="162" y="61"/>
                </a:lnTo>
                <a:lnTo>
                  <a:pt x="162" y="62"/>
                </a:lnTo>
                <a:lnTo>
                  <a:pt x="163" y="62"/>
                </a:lnTo>
                <a:lnTo>
                  <a:pt x="164" y="62"/>
                </a:lnTo>
                <a:lnTo>
                  <a:pt x="164" y="63"/>
                </a:lnTo>
                <a:lnTo>
                  <a:pt x="164" y="65"/>
                </a:lnTo>
                <a:lnTo>
                  <a:pt x="164" y="66"/>
                </a:lnTo>
                <a:lnTo>
                  <a:pt x="164" y="67"/>
                </a:lnTo>
                <a:lnTo>
                  <a:pt x="164" y="68"/>
                </a:lnTo>
                <a:lnTo>
                  <a:pt x="165" y="69"/>
                </a:lnTo>
                <a:lnTo>
                  <a:pt x="165" y="70"/>
                </a:lnTo>
                <a:lnTo>
                  <a:pt x="166" y="71"/>
                </a:lnTo>
                <a:lnTo>
                  <a:pt x="166" y="72"/>
                </a:lnTo>
                <a:lnTo>
                  <a:pt x="168" y="72"/>
                </a:lnTo>
                <a:lnTo>
                  <a:pt x="168" y="73"/>
                </a:lnTo>
                <a:lnTo>
                  <a:pt x="167" y="73"/>
                </a:lnTo>
                <a:lnTo>
                  <a:pt x="167" y="72"/>
                </a:lnTo>
                <a:lnTo>
                  <a:pt x="166" y="72"/>
                </a:lnTo>
                <a:lnTo>
                  <a:pt x="166" y="73"/>
                </a:lnTo>
                <a:lnTo>
                  <a:pt x="166" y="74"/>
                </a:lnTo>
                <a:lnTo>
                  <a:pt x="167" y="74"/>
                </a:lnTo>
                <a:lnTo>
                  <a:pt x="167" y="75"/>
                </a:lnTo>
                <a:lnTo>
                  <a:pt x="167" y="76"/>
                </a:lnTo>
                <a:lnTo>
                  <a:pt x="167" y="77"/>
                </a:lnTo>
                <a:lnTo>
                  <a:pt x="167" y="78"/>
                </a:lnTo>
                <a:lnTo>
                  <a:pt x="167" y="79"/>
                </a:lnTo>
                <a:lnTo>
                  <a:pt x="167" y="80"/>
                </a:lnTo>
                <a:lnTo>
                  <a:pt x="166" y="80"/>
                </a:lnTo>
                <a:lnTo>
                  <a:pt x="165" y="81"/>
                </a:lnTo>
                <a:lnTo>
                  <a:pt x="164" y="81"/>
                </a:lnTo>
                <a:lnTo>
                  <a:pt x="164" y="82"/>
                </a:lnTo>
                <a:lnTo>
                  <a:pt x="164" y="83"/>
                </a:lnTo>
                <a:lnTo>
                  <a:pt x="165" y="83"/>
                </a:lnTo>
                <a:lnTo>
                  <a:pt x="165" y="84"/>
                </a:lnTo>
                <a:lnTo>
                  <a:pt x="165" y="85"/>
                </a:lnTo>
                <a:lnTo>
                  <a:pt x="164" y="85"/>
                </a:lnTo>
                <a:lnTo>
                  <a:pt x="164" y="86"/>
                </a:lnTo>
                <a:lnTo>
                  <a:pt x="163" y="86"/>
                </a:lnTo>
                <a:lnTo>
                  <a:pt x="163" y="87"/>
                </a:lnTo>
                <a:lnTo>
                  <a:pt x="162" y="87"/>
                </a:lnTo>
                <a:lnTo>
                  <a:pt x="162" y="88"/>
                </a:lnTo>
                <a:lnTo>
                  <a:pt x="162" y="89"/>
                </a:lnTo>
                <a:lnTo>
                  <a:pt x="161" y="89"/>
                </a:lnTo>
                <a:lnTo>
                  <a:pt x="161" y="90"/>
                </a:lnTo>
                <a:lnTo>
                  <a:pt x="160" y="90"/>
                </a:lnTo>
                <a:lnTo>
                  <a:pt x="160" y="91"/>
                </a:lnTo>
                <a:lnTo>
                  <a:pt x="160" y="92"/>
                </a:lnTo>
                <a:lnTo>
                  <a:pt x="160" y="93"/>
                </a:lnTo>
                <a:lnTo>
                  <a:pt x="159" y="93"/>
                </a:lnTo>
                <a:lnTo>
                  <a:pt x="159" y="95"/>
                </a:lnTo>
                <a:lnTo>
                  <a:pt x="159" y="97"/>
                </a:lnTo>
                <a:lnTo>
                  <a:pt x="159" y="98"/>
                </a:lnTo>
                <a:lnTo>
                  <a:pt x="158" y="99"/>
                </a:lnTo>
                <a:lnTo>
                  <a:pt x="158" y="100"/>
                </a:lnTo>
                <a:lnTo>
                  <a:pt x="158" y="101"/>
                </a:lnTo>
                <a:lnTo>
                  <a:pt x="158" y="103"/>
                </a:lnTo>
                <a:lnTo>
                  <a:pt x="157" y="103"/>
                </a:lnTo>
                <a:lnTo>
                  <a:pt x="156" y="105"/>
                </a:lnTo>
                <a:lnTo>
                  <a:pt x="156" y="106"/>
                </a:lnTo>
                <a:lnTo>
                  <a:pt x="155" y="107"/>
                </a:lnTo>
                <a:lnTo>
                  <a:pt x="155" y="108"/>
                </a:lnTo>
                <a:lnTo>
                  <a:pt x="154" y="108"/>
                </a:lnTo>
                <a:lnTo>
                  <a:pt x="154" y="109"/>
                </a:lnTo>
                <a:lnTo>
                  <a:pt x="153" y="109"/>
                </a:lnTo>
                <a:lnTo>
                  <a:pt x="153" y="110"/>
                </a:lnTo>
                <a:lnTo>
                  <a:pt x="152" y="110"/>
                </a:lnTo>
                <a:lnTo>
                  <a:pt x="152" y="111"/>
                </a:lnTo>
                <a:lnTo>
                  <a:pt x="151" y="111"/>
                </a:lnTo>
                <a:lnTo>
                  <a:pt x="151" y="112"/>
                </a:lnTo>
                <a:lnTo>
                  <a:pt x="150" y="112"/>
                </a:lnTo>
                <a:lnTo>
                  <a:pt x="150" y="113"/>
                </a:lnTo>
                <a:lnTo>
                  <a:pt x="149" y="113"/>
                </a:lnTo>
                <a:lnTo>
                  <a:pt x="148" y="114"/>
                </a:lnTo>
                <a:lnTo>
                  <a:pt x="148" y="115"/>
                </a:lnTo>
                <a:lnTo>
                  <a:pt x="148" y="116"/>
                </a:lnTo>
                <a:lnTo>
                  <a:pt x="148" y="117"/>
                </a:lnTo>
                <a:lnTo>
                  <a:pt x="148" y="118"/>
                </a:lnTo>
                <a:lnTo>
                  <a:pt x="148" y="119"/>
                </a:lnTo>
                <a:lnTo>
                  <a:pt x="148" y="120"/>
                </a:lnTo>
                <a:lnTo>
                  <a:pt x="148" y="121"/>
                </a:lnTo>
                <a:lnTo>
                  <a:pt x="147" y="122"/>
                </a:lnTo>
                <a:lnTo>
                  <a:pt x="146" y="122"/>
                </a:lnTo>
                <a:lnTo>
                  <a:pt x="146" y="123"/>
                </a:lnTo>
                <a:lnTo>
                  <a:pt x="145" y="123"/>
                </a:lnTo>
                <a:lnTo>
                  <a:pt x="145" y="124"/>
                </a:lnTo>
                <a:lnTo>
                  <a:pt x="144" y="125"/>
                </a:lnTo>
                <a:lnTo>
                  <a:pt x="144" y="126"/>
                </a:lnTo>
                <a:lnTo>
                  <a:pt x="144" y="127"/>
                </a:lnTo>
                <a:lnTo>
                  <a:pt x="144" y="128"/>
                </a:lnTo>
                <a:lnTo>
                  <a:pt x="144" y="129"/>
                </a:lnTo>
                <a:lnTo>
                  <a:pt x="145" y="130"/>
                </a:lnTo>
                <a:lnTo>
                  <a:pt x="145" y="131"/>
                </a:lnTo>
                <a:lnTo>
                  <a:pt x="145" y="132"/>
                </a:lnTo>
                <a:lnTo>
                  <a:pt x="146" y="132"/>
                </a:lnTo>
                <a:lnTo>
                  <a:pt x="146" y="133"/>
                </a:lnTo>
                <a:lnTo>
                  <a:pt x="147" y="133"/>
                </a:lnTo>
                <a:lnTo>
                  <a:pt x="146" y="134"/>
                </a:lnTo>
                <a:lnTo>
                  <a:pt x="146" y="135"/>
                </a:lnTo>
                <a:lnTo>
                  <a:pt x="145" y="136"/>
                </a:lnTo>
                <a:lnTo>
                  <a:pt x="144" y="136"/>
                </a:lnTo>
                <a:lnTo>
                  <a:pt x="144" y="137"/>
                </a:lnTo>
                <a:lnTo>
                  <a:pt x="143" y="138"/>
                </a:lnTo>
                <a:lnTo>
                  <a:pt x="143" y="139"/>
                </a:lnTo>
                <a:lnTo>
                  <a:pt x="143" y="140"/>
                </a:lnTo>
                <a:lnTo>
                  <a:pt x="144" y="141"/>
                </a:lnTo>
                <a:lnTo>
                  <a:pt x="143" y="141"/>
                </a:lnTo>
                <a:lnTo>
                  <a:pt x="143" y="142"/>
                </a:lnTo>
                <a:lnTo>
                  <a:pt x="143" y="143"/>
                </a:lnTo>
                <a:lnTo>
                  <a:pt x="143" y="145"/>
                </a:lnTo>
                <a:lnTo>
                  <a:pt x="143" y="146"/>
                </a:lnTo>
                <a:lnTo>
                  <a:pt x="143" y="147"/>
                </a:lnTo>
                <a:lnTo>
                  <a:pt x="142" y="148"/>
                </a:lnTo>
                <a:lnTo>
                  <a:pt x="142" y="149"/>
                </a:lnTo>
                <a:lnTo>
                  <a:pt x="142" y="150"/>
                </a:lnTo>
                <a:lnTo>
                  <a:pt x="142" y="151"/>
                </a:lnTo>
                <a:lnTo>
                  <a:pt x="141" y="151"/>
                </a:lnTo>
                <a:lnTo>
                  <a:pt x="141" y="152"/>
                </a:lnTo>
                <a:lnTo>
                  <a:pt x="141" y="153"/>
                </a:lnTo>
                <a:lnTo>
                  <a:pt x="140" y="153"/>
                </a:lnTo>
                <a:lnTo>
                  <a:pt x="140" y="154"/>
                </a:lnTo>
                <a:lnTo>
                  <a:pt x="140" y="155"/>
                </a:lnTo>
                <a:lnTo>
                  <a:pt x="140" y="157"/>
                </a:lnTo>
                <a:lnTo>
                  <a:pt x="140" y="159"/>
                </a:lnTo>
                <a:lnTo>
                  <a:pt x="140" y="160"/>
                </a:lnTo>
                <a:lnTo>
                  <a:pt x="139" y="160"/>
                </a:lnTo>
                <a:lnTo>
                  <a:pt x="139" y="161"/>
                </a:lnTo>
                <a:lnTo>
                  <a:pt x="139" y="162"/>
                </a:lnTo>
                <a:lnTo>
                  <a:pt x="138" y="162"/>
                </a:lnTo>
                <a:lnTo>
                  <a:pt x="138" y="163"/>
                </a:lnTo>
                <a:lnTo>
                  <a:pt x="138" y="165"/>
                </a:lnTo>
                <a:lnTo>
                  <a:pt x="138" y="166"/>
                </a:lnTo>
                <a:lnTo>
                  <a:pt x="138" y="167"/>
                </a:lnTo>
                <a:lnTo>
                  <a:pt x="138" y="168"/>
                </a:lnTo>
                <a:lnTo>
                  <a:pt x="137" y="168"/>
                </a:lnTo>
                <a:lnTo>
                  <a:pt x="137" y="169"/>
                </a:lnTo>
                <a:lnTo>
                  <a:pt x="137" y="170"/>
                </a:lnTo>
                <a:lnTo>
                  <a:pt x="136" y="172"/>
                </a:lnTo>
                <a:lnTo>
                  <a:pt x="136" y="176"/>
                </a:lnTo>
                <a:lnTo>
                  <a:pt x="136" y="177"/>
                </a:lnTo>
                <a:lnTo>
                  <a:pt x="136" y="178"/>
                </a:lnTo>
                <a:lnTo>
                  <a:pt x="135" y="178"/>
                </a:lnTo>
                <a:lnTo>
                  <a:pt x="135" y="179"/>
                </a:lnTo>
                <a:lnTo>
                  <a:pt x="134" y="180"/>
                </a:lnTo>
                <a:lnTo>
                  <a:pt x="134" y="181"/>
                </a:lnTo>
                <a:lnTo>
                  <a:pt x="134" y="182"/>
                </a:lnTo>
                <a:lnTo>
                  <a:pt x="134" y="183"/>
                </a:lnTo>
                <a:lnTo>
                  <a:pt x="134" y="184"/>
                </a:lnTo>
                <a:lnTo>
                  <a:pt x="134" y="186"/>
                </a:lnTo>
                <a:lnTo>
                  <a:pt x="135" y="186"/>
                </a:lnTo>
                <a:lnTo>
                  <a:pt x="135" y="187"/>
                </a:lnTo>
                <a:lnTo>
                  <a:pt x="134" y="187"/>
                </a:lnTo>
                <a:lnTo>
                  <a:pt x="134" y="189"/>
                </a:lnTo>
                <a:lnTo>
                  <a:pt x="133" y="189"/>
                </a:lnTo>
                <a:lnTo>
                  <a:pt x="133" y="190"/>
                </a:lnTo>
                <a:lnTo>
                  <a:pt x="133" y="191"/>
                </a:lnTo>
                <a:lnTo>
                  <a:pt x="133" y="192"/>
                </a:lnTo>
                <a:lnTo>
                  <a:pt x="133" y="193"/>
                </a:lnTo>
                <a:lnTo>
                  <a:pt x="132" y="195"/>
                </a:lnTo>
                <a:lnTo>
                  <a:pt x="131" y="196"/>
                </a:lnTo>
                <a:lnTo>
                  <a:pt x="131" y="197"/>
                </a:lnTo>
                <a:lnTo>
                  <a:pt x="131" y="198"/>
                </a:lnTo>
                <a:lnTo>
                  <a:pt x="131" y="199"/>
                </a:lnTo>
                <a:lnTo>
                  <a:pt x="131" y="201"/>
                </a:lnTo>
                <a:lnTo>
                  <a:pt x="131" y="202"/>
                </a:lnTo>
                <a:lnTo>
                  <a:pt x="130" y="203"/>
                </a:lnTo>
                <a:lnTo>
                  <a:pt x="130" y="204"/>
                </a:lnTo>
                <a:lnTo>
                  <a:pt x="129" y="204"/>
                </a:lnTo>
                <a:lnTo>
                  <a:pt x="129" y="205"/>
                </a:lnTo>
                <a:lnTo>
                  <a:pt x="128" y="205"/>
                </a:lnTo>
                <a:lnTo>
                  <a:pt x="128" y="207"/>
                </a:lnTo>
                <a:lnTo>
                  <a:pt x="127" y="207"/>
                </a:lnTo>
                <a:lnTo>
                  <a:pt x="127" y="208"/>
                </a:lnTo>
                <a:lnTo>
                  <a:pt x="126" y="210"/>
                </a:lnTo>
                <a:lnTo>
                  <a:pt x="126" y="211"/>
                </a:lnTo>
                <a:lnTo>
                  <a:pt x="126" y="212"/>
                </a:lnTo>
                <a:lnTo>
                  <a:pt x="126" y="213"/>
                </a:lnTo>
                <a:lnTo>
                  <a:pt x="126" y="214"/>
                </a:lnTo>
                <a:lnTo>
                  <a:pt x="125" y="215"/>
                </a:lnTo>
                <a:lnTo>
                  <a:pt x="124" y="215"/>
                </a:lnTo>
                <a:lnTo>
                  <a:pt x="124" y="216"/>
                </a:lnTo>
                <a:lnTo>
                  <a:pt x="124" y="217"/>
                </a:lnTo>
                <a:lnTo>
                  <a:pt x="124" y="218"/>
                </a:lnTo>
                <a:lnTo>
                  <a:pt x="125" y="218"/>
                </a:lnTo>
                <a:lnTo>
                  <a:pt x="125" y="219"/>
                </a:lnTo>
                <a:lnTo>
                  <a:pt x="125" y="220"/>
                </a:lnTo>
                <a:lnTo>
                  <a:pt x="125" y="221"/>
                </a:lnTo>
                <a:lnTo>
                  <a:pt x="124" y="221"/>
                </a:lnTo>
                <a:lnTo>
                  <a:pt x="124" y="223"/>
                </a:lnTo>
                <a:lnTo>
                  <a:pt x="125" y="223"/>
                </a:lnTo>
                <a:lnTo>
                  <a:pt x="125" y="224"/>
                </a:lnTo>
                <a:lnTo>
                  <a:pt x="126" y="224"/>
                </a:lnTo>
                <a:lnTo>
                  <a:pt x="125" y="224"/>
                </a:lnTo>
                <a:lnTo>
                  <a:pt x="125" y="225"/>
                </a:lnTo>
                <a:lnTo>
                  <a:pt x="124" y="224"/>
                </a:lnTo>
                <a:lnTo>
                  <a:pt x="124" y="225"/>
                </a:lnTo>
                <a:lnTo>
                  <a:pt x="123" y="226"/>
                </a:lnTo>
                <a:lnTo>
                  <a:pt x="123" y="227"/>
                </a:lnTo>
                <a:lnTo>
                  <a:pt x="121" y="227"/>
                </a:lnTo>
                <a:lnTo>
                  <a:pt x="121" y="228"/>
                </a:lnTo>
                <a:lnTo>
                  <a:pt x="120" y="228"/>
                </a:lnTo>
                <a:lnTo>
                  <a:pt x="120" y="229"/>
                </a:lnTo>
                <a:lnTo>
                  <a:pt x="120" y="230"/>
                </a:lnTo>
                <a:lnTo>
                  <a:pt x="120" y="231"/>
                </a:lnTo>
                <a:lnTo>
                  <a:pt x="119" y="232"/>
                </a:lnTo>
                <a:lnTo>
                  <a:pt x="119" y="233"/>
                </a:lnTo>
                <a:lnTo>
                  <a:pt x="119" y="234"/>
                </a:lnTo>
                <a:lnTo>
                  <a:pt x="118" y="234"/>
                </a:lnTo>
                <a:lnTo>
                  <a:pt x="118" y="235"/>
                </a:lnTo>
                <a:lnTo>
                  <a:pt x="117" y="237"/>
                </a:lnTo>
                <a:lnTo>
                  <a:pt x="117" y="238"/>
                </a:lnTo>
                <a:lnTo>
                  <a:pt x="117" y="239"/>
                </a:lnTo>
                <a:lnTo>
                  <a:pt x="116" y="239"/>
                </a:lnTo>
                <a:lnTo>
                  <a:pt x="116" y="240"/>
                </a:lnTo>
                <a:lnTo>
                  <a:pt x="115" y="241"/>
                </a:lnTo>
                <a:lnTo>
                  <a:pt x="114" y="241"/>
                </a:lnTo>
                <a:lnTo>
                  <a:pt x="114" y="242"/>
                </a:lnTo>
                <a:lnTo>
                  <a:pt x="114" y="243"/>
                </a:lnTo>
                <a:lnTo>
                  <a:pt x="112" y="246"/>
                </a:lnTo>
                <a:lnTo>
                  <a:pt x="112" y="247"/>
                </a:lnTo>
                <a:lnTo>
                  <a:pt x="111" y="248"/>
                </a:lnTo>
                <a:lnTo>
                  <a:pt x="110" y="249"/>
                </a:lnTo>
                <a:lnTo>
                  <a:pt x="109" y="250"/>
                </a:lnTo>
                <a:lnTo>
                  <a:pt x="110" y="250"/>
                </a:lnTo>
                <a:lnTo>
                  <a:pt x="109" y="250"/>
                </a:lnTo>
                <a:lnTo>
                  <a:pt x="108" y="250"/>
                </a:lnTo>
                <a:lnTo>
                  <a:pt x="107" y="250"/>
                </a:lnTo>
                <a:lnTo>
                  <a:pt x="107" y="251"/>
                </a:lnTo>
                <a:lnTo>
                  <a:pt x="106" y="251"/>
                </a:lnTo>
                <a:lnTo>
                  <a:pt x="106" y="252"/>
                </a:lnTo>
                <a:lnTo>
                  <a:pt x="105" y="253"/>
                </a:lnTo>
                <a:lnTo>
                  <a:pt x="105" y="254"/>
                </a:lnTo>
                <a:lnTo>
                  <a:pt x="106" y="255"/>
                </a:lnTo>
                <a:lnTo>
                  <a:pt x="106" y="256"/>
                </a:lnTo>
                <a:lnTo>
                  <a:pt x="106" y="257"/>
                </a:lnTo>
                <a:lnTo>
                  <a:pt x="106" y="258"/>
                </a:lnTo>
                <a:lnTo>
                  <a:pt x="105" y="258"/>
                </a:lnTo>
                <a:lnTo>
                  <a:pt x="105" y="259"/>
                </a:lnTo>
                <a:lnTo>
                  <a:pt x="105" y="260"/>
                </a:lnTo>
                <a:lnTo>
                  <a:pt x="104" y="260"/>
                </a:lnTo>
                <a:lnTo>
                  <a:pt x="104" y="261"/>
                </a:lnTo>
                <a:lnTo>
                  <a:pt x="104" y="262"/>
                </a:lnTo>
                <a:lnTo>
                  <a:pt x="103" y="262"/>
                </a:lnTo>
                <a:lnTo>
                  <a:pt x="102" y="262"/>
                </a:lnTo>
                <a:lnTo>
                  <a:pt x="102" y="263"/>
                </a:lnTo>
                <a:lnTo>
                  <a:pt x="101" y="264"/>
                </a:lnTo>
                <a:lnTo>
                  <a:pt x="100" y="265"/>
                </a:lnTo>
                <a:lnTo>
                  <a:pt x="99" y="265"/>
                </a:lnTo>
                <a:lnTo>
                  <a:pt x="99" y="266"/>
                </a:lnTo>
                <a:lnTo>
                  <a:pt x="98" y="266"/>
                </a:lnTo>
                <a:lnTo>
                  <a:pt x="98" y="267"/>
                </a:lnTo>
                <a:lnTo>
                  <a:pt x="97" y="267"/>
                </a:lnTo>
                <a:lnTo>
                  <a:pt x="96" y="267"/>
                </a:lnTo>
                <a:lnTo>
                  <a:pt x="95" y="268"/>
                </a:lnTo>
                <a:lnTo>
                  <a:pt x="94" y="269"/>
                </a:lnTo>
                <a:lnTo>
                  <a:pt x="93" y="269"/>
                </a:lnTo>
                <a:lnTo>
                  <a:pt x="93" y="270"/>
                </a:lnTo>
                <a:lnTo>
                  <a:pt x="92" y="270"/>
                </a:lnTo>
                <a:lnTo>
                  <a:pt x="91" y="271"/>
                </a:lnTo>
                <a:lnTo>
                  <a:pt x="91" y="272"/>
                </a:lnTo>
                <a:lnTo>
                  <a:pt x="90" y="272"/>
                </a:lnTo>
                <a:lnTo>
                  <a:pt x="90" y="273"/>
                </a:lnTo>
                <a:lnTo>
                  <a:pt x="90" y="274"/>
                </a:lnTo>
                <a:lnTo>
                  <a:pt x="90" y="275"/>
                </a:lnTo>
                <a:lnTo>
                  <a:pt x="89" y="276"/>
                </a:lnTo>
                <a:lnTo>
                  <a:pt x="89" y="277"/>
                </a:lnTo>
                <a:lnTo>
                  <a:pt x="89" y="278"/>
                </a:lnTo>
                <a:lnTo>
                  <a:pt x="89" y="279"/>
                </a:lnTo>
                <a:lnTo>
                  <a:pt x="88" y="280"/>
                </a:lnTo>
                <a:lnTo>
                  <a:pt x="87" y="280"/>
                </a:lnTo>
                <a:lnTo>
                  <a:pt x="87" y="281"/>
                </a:lnTo>
                <a:lnTo>
                  <a:pt x="86" y="282"/>
                </a:lnTo>
                <a:lnTo>
                  <a:pt x="86" y="283"/>
                </a:lnTo>
                <a:lnTo>
                  <a:pt x="86" y="284"/>
                </a:lnTo>
                <a:lnTo>
                  <a:pt x="86" y="285"/>
                </a:lnTo>
                <a:lnTo>
                  <a:pt x="85" y="285"/>
                </a:lnTo>
                <a:lnTo>
                  <a:pt x="85" y="287"/>
                </a:lnTo>
                <a:lnTo>
                  <a:pt x="84" y="288"/>
                </a:lnTo>
                <a:lnTo>
                  <a:pt x="84" y="289"/>
                </a:lnTo>
                <a:lnTo>
                  <a:pt x="84" y="290"/>
                </a:lnTo>
                <a:lnTo>
                  <a:pt x="84" y="291"/>
                </a:lnTo>
                <a:lnTo>
                  <a:pt x="84" y="292"/>
                </a:lnTo>
                <a:lnTo>
                  <a:pt x="83" y="292"/>
                </a:lnTo>
                <a:lnTo>
                  <a:pt x="83" y="294"/>
                </a:lnTo>
                <a:lnTo>
                  <a:pt x="82" y="296"/>
                </a:lnTo>
                <a:lnTo>
                  <a:pt x="82" y="297"/>
                </a:lnTo>
                <a:lnTo>
                  <a:pt x="81" y="298"/>
                </a:lnTo>
                <a:lnTo>
                  <a:pt x="81" y="299"/>
                </a:lnTo>
                <a:lnTo>
                  <a:pt x="81" y="300"/>
                </a:lnTo>
                <a:lnTo>
                  <a:pt x="80" y="300"/>
                </a:lnTo>
                <a:lnTo>
                  <a:pt x="80" y="301"/>
                </a:lnTo>
                <a:lnTo>
                  <a:pt x="80" y="302"/>
                </a:lnTo>
                <a:lnTo>
                  <a:pt x="80" y="303"/>
                </a:lnTo>
                <a:lnTo>
                  <a:pt x="79" y="303"/>
                </a:lnTo>
                <a:lnTo>
                  <a:pt x="79" y="304"/>
                </a:lnTo>
                <a:lnTo>
                  <a:pt x="79" y="305"/>
                </a:lnTo>
                <a:lnTo>
                  <a:pt x="79" y="306"/>
                </a:lnTo>
                <a:lnTo>
                  <a:pt x="79" y="308"/>
                </a:lnTo>
                <a:lnTo>
                  <a:pt x="79" y="309"/>
                </a:lnTo>
                <a:lnTo>
                  <a:pt x="79" y="310"/>
                </a:lnTo>
                <a:lnTo>
                  <a:pt x="79" y="312"/>
                </a:lnTo>
                <a:lnTo>
                  <a:pt x="79" y="314"/>
                </a:lnTo>
                <a:lnTo>
                  <a:pt x="79" y="319"/>
                </a:lnTo>
                <a:lnTo>
                  <a:pt x="79" y="324"/>
                </a:lnTo>
                <a:lnTo>
                  <a:pt x="79" y="325"/>
                </a:lnTo>
                <a:lnTo>
                  <a:pt x="78" y="326"/>
                </a:lnTo>
                <a:lnTo>
                  <a:pt x="78" y="327"/>
                </a:lnTo>
                <a:lnTo>
                  <a:pt x="79" y="328"/>
                </a:lnTo>
                <a:lnTo>
                  <a:pt x="79" y="330"/>
                </a:lnTo>
                <a:lnTo>
                  <a:pt x="79" y="331"/>
                </a:lnTo>
                <a:lnTo>
                  <a:pt x="79" y="332"/>
                </a:lnTo>
                <a:lnTo>
                  <a:pt x="79" y="334"/>
                </a:lnTo>
                <a:lnTo>
                  <a:pt x="79" y="335"/>
                </a:lnTo>
                <a:lnTo>
                  <a:pt x="79" y="336"/>
                </a:lnTo>
                <a:lnTo>
                  <a:pt x="78" y="336"/>
                </a:lnTo>
                <a:lnTo>
                  <a:pt x="78" y="337"/>
                </a:lnTo>
                <a:lnTo>
                  <a:pt x="77" y="338"/>
                </a:lnTo>
                <a:lnTo>
                  <a:pt x="77" y="339"/>
                </a:lnTo>
                <a:lnTo>
                  <a:pt x="76" y="339"/>
                </a:lnTo>
                <a:lnTo>
                  <a:pt x="75" y="340"/>
                </a:lnTo>
                <a:lnTo>
                  <a:pt x="74" y="340"/>
                </a:lnTo>
                <a:lnTo>
                  <a:pt x="74" y="342"/>
                </a:lnTo>
                <a:lnTo>
                  <a:pt x="74" y="343"/>
                </a:lnTo>
                <a:lnTo>
                  <a:pt x="74" y="344"/>
                </a:lnTo>
                <a:lnTo>
                  <a:pt x="74" y="345"/>
                </a:lnTo>
                <a:lnTo>
                  <a:pt x="75" y="346"/>
                </a:lnTo>
                <a:lnTo>
                  <a:pt x="76" y="347"/>
                </a:lnTo>
                <a:lnTo>
                  <a:pt x="76" y="348"/>
                </a:lnTo>
                <a:lnTo>
                  <a:pt x="76" y="349"/>
                </a:lnTo>
                <a:lnTo>
                  <a:pt x="75" y="349"/>
                </a:lnTo>
                <a:lnTo>
                  <a:pt x="75" y="348"/>
                </a:lnTo>
                <a:lnTo>
                  <a:pt x="74" y="347"/>
                </a:lnTo>
                <a:lnTo>
                  <a:pt x="73" y="347"/>
                </a:lnTo>
                <a:lnTo>
                  <a:pt x="73" y="346"/>
                </a:lnTo>
                <a:lnTo>
                  <a:pt x="72" y="346"/>
                </a:lnTo>
                <a:lnTo>
                  <a:pt x="72" y="345"/>
                </a:lnTo>
                <a:lnTo>
                  <a:pt x="72" y="346"/>
                </a:lnTo>
                <a:lnTo>
                  <a:pt x="71" y="346"/>
                </a:lnTo>
                <a:lnTo>
                  <a:pt x="71" y="345"/>
                </a:lnTo>
                <a:lnTo>
                  <a:pt x="70" y="345"/>
                </a:lnTo>
                <a:lnTo>
                  <a:pt x="69" y="344"/>
                </a:lnTo>
                <a:lnTo>
                  <a:pt x="68" y="344"/>
                </a:lnTo>
                <a:lnTo>
                  <a:pt x="68" y="343"/>
                </a:lnTo>
                <a:lnTo>
                  <a:pt x="67" y="343"/>
                </a:lnTo>
                <a:lnTo>
                  <a:pt x="66" y="343"/>
                </a:lnTo>
                <a:lnTo>
                  <a:pt x="65" y="344"/>
                </a:lnTo>
                <a:lnTo>
                  <a:pt x="65" y="345"/>
                </a:lnTo>
                <a:lnTo>
                  <a:pt x="66" y="346"/>
                </a:lnTo>
                <a:lnTo>
                  <a:pt x="65" y="346"/>
                </a:lnTo>
                <a:lnTo>
                  <a:pt x="65" y="347"/>
                </a:lnTo>
                <a:lnTo>
                  <a:pt x="64" y="347"/>
                </a:lnTo>
                <a:lnTo>
                  <a:pt x="63" y="347"/>
                </a:lnTo>
                <a:lnTo>
                  <a:pt x="63" y="346"/>
                </a:lnTo>
                <a:lnTo>
                  <a:pt x="62" y="346"/>
                </a:lnTo>
                <a:lnTo>
                  <a:pt x="62" y="344"/>
                </a:lnTo>
                <a:lnTo>
                  <a:pt x="62" y="342"/>
                </a:lnTo>
                <a:lnTo>
                  <a:pt x="63" y="342"/>
                </a:lnTo>
                <a:lnTo>
                  <a:pt x="63" y="341"/>
                </a:lnTo>
                <a:lnTo>
                  <a:pt x="62" y="340"/>
                </a:lnTo>
                <a:lnTo>
                  <a:pt x="61" y="339"/>
                </a:lnTo>
                <a:lnTo>
                  <a:pt x="61" y="338"/>
                </a:lnTo>
                <a:lnTo>
                  <a:pt x="61" y="337"/>
                </a:lnTo>
                <a:lnTo>
                  <a:pt x="60" y="337"/>
                </a:lnTo>
                <a:lnTo>
                  <a:pt x="60" y="336"/>
                </a:lnTo>
                <a:lnTo>
                  <a:pt x="60" y="335"/>
                </a:lnTo>
                <a:lnTo>
                  <a:pt x="61" y="335"/>
                </a:lnTo>
                <a:lnTo>
                  <a:pt x="61" y="334"/>
                </a:lnTo>
                <a:lnTo>
                  <a:pt x="61" y="333"/>
                </a:lnTo>
                <a:lnTo>
                  <a:pt x="62" y="333"/>
                </a:lnTo>
                <a:lnTo>
                  <a:pt x="62" y="332"/>
                </a:lnTo>
                <a:lnTo>
                  <a:pt x="62" y="331"/>
                </a:lnTo>
                <a:lnTo>
                  <a:pt x="61" y="330"/>
                </a:lnTo>
                <a:lnTo>
                  <a:pt x="62" y="330"/>
                </a:lnTo>
                <a:lnTo>
                  <a:pt x="63" y="330"/>
                </a:lnTo>
                <a:lnTo>
                  <a:pt x="63" y="329"/>
                </a:lnTo>
                <a:lnTo>
                  <a:pt x="63" y="328"/>
                </a:lnTo>
                <a:lnTo>
                  <a:pt x="62" y="327"/>
                </a:lnTo>
                <a:lnTo>
                  <a:pt x="62" y="326"/>
                </a:lnTo>
                <a:lnTo>
                  <a:pt x="60" y="319"/>
                </a:lnTo>
                <a:lnTo>
                  <a:pt x="60" y="318"/>
                </a:lnTo>
                <a:lnTo>
                  <a:pt x="60" y="317"/>
                </a:lnTo>
                <a:lnTo>
                  <a:pt x="60" y="316"/>
                </a:lnTo>
                <a:lnTo>
                  <a:pt x="59" y="316"/>
                </a:lnTo>
                <a:lnTo>
                  <a:pt x="59" y="315"/>
                </a:lnTo>
                <a:lnTo>
                  <a:pt x="58" y="314"/>
                </a:lnTo>
                <a:lnTo>
                  <a:pt x="58" y="313"/>
                </a:lnTo>
                <a:lnTo>
                  <a:pt x="57" y="313"/>
                </a:lnTo>
                <a:lnTo>
                  <a:pt x="57" y="312"/>
                </a:lnTo>
                <a:lnTo>
                  <a:pt x="57" y="311"/>
                </a:lnTo>
                <a:lnTo>
                  <a:pt x="57" y="310"/>
                </a:lnTo>
                <a:lnTo>
                  <a:pt x="56" y="310"/>
                </a:lnTo>
                <a:lnTo>
                  <a:pt x="56" y="309"/>
                </a:lnTo>
                <a:lnTo>
                  <a:pt x="56" y="308"/>
                </a:lnTo>
                <a:lnTo>
                  <a:pt x="56" y="307"/>
                </a:lnTo>
                <a:lnTo>
                  <a:pt x="55" y="307"/>
                </a:lnTo>
                <a:lnTo>
                  <a:pt x="55" y="306"/>
                </a:lnTo>
                <a:lnTo>
                  <a:pt x="54" y="305"/>
                </a:lnTo>
                <a:lnTo>
                  <a:pt x="53" y="304"/>
                </a:lnTo>
                <a:lnTo>
                  <a:pt x="53" y="303"/>
                </a:lnTo>
                <a:lnTo>
                  <a:pt x="52" y="303"/>
                </a:lnTo>
                <a:lnTo>
                  <a:pt x="52" y="302"/>
                </a:lnTo>
                <a:lnTo>
                  <a:pt x="52" y="301"/>
                </a:lnTo>
                <a:lnTo>
                  <a:pt x="51" y="301"/>
                </a:lnTo>
                <a:lnTo>
                  <a:pt x="51" y="300"/>
                </a:lnTo>
                <a:lnTo>
                  <a:pt x="50" y="300"/>
                </a:lnTo>
                <a:lnTo>
                  <a:pt x="49" y="299"/>
                </a:lnTo>
                <a:lnTo>
                  <a:pt x="48" y="298"/>
                </a:lnTo>
                <a:lnTo>
                  <a:pt x="47" y="298"/>
                </a:lnTo>
                <a:lnTo>
                  <a:pt x="46" y="297"/>
                </a:lnTo>
                <a:lnTo>
                  <a:pt x="45" y="297"/>
                </a:lnTo>
                <a:lnTo>
                  <a:pt x="45" y="296"/>
                </a:lnTo>
                <a:lnTo>
                  <a:pt x="44" y="296"/>
                </a:lnTo>
                <a:lnTo>
                  <a:pt x="43" y="296"/>
                </a:lnTo>
                <a:lnTo>
                  <a:pt x="43" y="295"/>
                </a:lnTo>
                <a:lnTo>
                  <a:pt x="42" y="295"/>
                </a:lnTo>
                <a:lnTo>
                  <a:pt x="41" y="295"/>
                </a:lnTo>
                <a:lnTo>
                  <a:pt x="41" y="294"/>
                </a:lnTo>
                <a:lnTo>
                  <a:pt x="40" y="294"/>
                </a:lnTo>
                <a:lnTo>
                  <a:pt x="39" y="293"/>
                </a:lnTo>
                <a:lnTo>
                  <a:pt x="39" y="292"/>
                </a:lnTo>
                <a:lnTo>
                  <a:pt x="38" y="292"/>
                </a:lnTo>
                <a:lnTo>
                  <a:pt x="38" y="291"/>
                </a:lnTo>
                <a:lnTo>
                  <a:pt x="37" y="291"/>
                </a:lnTo>
                <a:lnTo>
                  <a:pt x="37" y="290"/>
                </a:lnTo>
                <a:lnTo>
                  <a:pt x="35" y="290"/>
                </a:lnTo>
                <a:lnTo>
                  <a:pt x="34" y="290"/>
                </a:lnTo>
                <a:lnTo>
                  <a:pt x="33" y="290"/>
                </a:lnTo>
                <a:lnTo>
                  <a:pt x="33" y="289"/>
                </a:lnTo>
                <a:lnTo>
                  <a:pt x="32" y="289"/>
                </a:lnTo>
                <a:lnTo>
                  <a:pt x="32" y="288"/>
                </a:lnTo>
                <a:lnTo>
                  <a:pt x="31" y="288"/>
                </a:lnTo>
                <a:lnTo>
                  <a:pt x="30" y="287"/>
                </a:lnTo>
                <a:lnTo>
                  <a:pt x="29" y="287"/>
                </a:lnTo>
                <a:lnTo>
                  <a:pt x="28" y="286"/>
                </a:lnTo>
                <a:lnTo>
                  <a:pt x="27" y="285"/>
                </a:lnTo>
                <a:lnTo>
                  <a:pt x="27" y="284"/>
                </a:lnTo>
                <a:lnTo>
                  <a:pt x="26" y="283"/>
                </a:lnTo>
                <a:lnTo>
                  <a:pt x="26" y="282"/>
                </a:lnTo>
                <a:lnTo>
                  <a:pt x="26" y="283"/>
                </a:lnTo>
                <a:lnTo>
                  <a:pt x="27" y="283"/>
                </a:lnTo>
                <a:lnTo>
                  <a:pt x="27" y="284"/>
                </a:lnTo>
                <a:lnTo>
                  <a:pt x="28" y="283"/>
                </a:lnTo>
                <a:lnTo>
                  <a:pt x="27" y="283"/>
                </a:lnTo>
                <a:lnTo>
                  <a:pt x="27" y="282"/>
                </a:lnTo>
                <a:lnTo>
                  <a:pt x="26" y="282"/>
                </a:lnTo>
                <a:lnTo>
                  <a:pt x="26" y="281"/>
                </a:lnTo>
                <a:lnTo>
                  <a:pt x="25" y="280"/>
                </a:lnTo>
                <a:lnTo>
                  <a:pt x="24" y="279"/>
                </a:lnTo>
                <a:lnTo>
                  <a:pt x="23" y="278"/>
                </a:lnTo>
                <a:lnTo>
                  <a:pt x="23" y="277"/>
                </a:lnTo>
                <a:lnTo>
                  <a:pt x="23" y="276"/>
                </a:lnTo>
                <a:lnTo>
                  <a:pt x="24" y="277"/>
                </a:lnTo>
                <a:lnTo>
                  <a:pt x="24" y="276"/>
                </a:lnTo>
                <a:lnTo>
                  <a:pt x="23" y="276"/>
                </a:lnTo>
                <a:lnTo>
                  <a:pt x="24" y="276"/>
                </a:lnTo>
                <a:lnTo>
                  <a:pt x="23" y="276"/>
                </a:lnTo>
                <a:lnTo>
                  <a:pt x="24" y="275"/>
                </a:lnTo>
                <a:lnTo>
                  <a:pt x="23" y="275"/>
                </a:lnTo>
                <a:lnTo>
                  <a:pt x="23" y="276"/>
                </a:lnTo>
                <a:lnTo>
                  <a:pt x="23" y="275"/>
                </a:lnTo>
                <a:lnTo>
                  <a:pt x="22" y="275"/>
                </a:lnTo>
                <a:lnTo>
                  <a:pt x="21" y="276"/>
                </a:lnTo>
                <a:lnTo>
                  <a:pt x="21" y="275"/>
                </a:lnTo>
                <a:lnTo>
                  <a:pt x="21" y="274"/>
                </a:lnTo>
                <a:lnTo>
                  <a:pt x="20" y="274"/>
                </a:lnTo>
                <a:lnTo>
                  <a:pt x="20" y="273"/>
                </a:lnTo>
                <a:lnTo>
                  <a:pt x="20" y="271"/>
                </a:lnTo>
                <a:lnTo>
                  <a:pt x="20" y="270"/>
                </a:lnTo>
                <a:lnTo>
                  <a:pt x="21" y="270"/>
                </a:lnTo>
                <a:lnTo>
                  <a:pt x="22" y="269"/>
                </a:lnTo>
                <a:lnTo>
                  <a:pt x="22" y="268"/>
                </a:lnTo>
                <a:lnTo>
                  <a:pt x="22" y="266"/>
                </a:lnTo>
                <a:lnTo>
                  <a:pt x="21" y="266"/>
                </a:lnTo>
                <a:lnTo>
                  <a:pt x="21" y="267"/>
                </a:lnTo>
                <a:lnTo>
                  <a:pt x="20" y="266"/>
                </a:lnTo>
                <a:lnTo>
                  <a:pt x="20" y="265"/>
                </a:lnTo>
                <a:lnTo>
                  <a:pt x="20" y="264"/>
                </a:lnTo>
                <a:lnTo>
                  <a:pt x="19" y="263"/>
                </a:lnTo>
                <a:lnTo>
                  <a:pt x="19" y="262"/>
                </a:lnTo>
                <a:lnTo>
                  <a:pt x="18" y="261"/>
                </a:lnTo>
                <a:lnTo>
                  <a:pt x="18" y="259"/>
                </a:lnTo>
                <a:lnTo>
                  <a:pt x="17" y="258"/>
                </a:lnTo>
                <a:lnTo>
                  <a:pt x="17" y="257"/>
                </a:lnTo>
                <a:lnTo>
                  <a:pt x="16" y="256"/>
                </a:lnTo>
                <a:lnTo>
                  <a:pt x="15" y="256"/>
                </a:lnTo>
                <a:lnTo>
                  <a:pt x="16" y="256"/>
                </a:lnTo>
                <a:lnTo>
                  <a:pt x="16" y="255"/>
                </a:lnTo>
                <a:lnTo>
                  <a:pt x="16" y="254"/>
                </a:lnTo>
                <a:lnTo>
                  <a:pt x="16" y="253"/>
                </a:lnTo>
                <a:lnTo>
                  <a:pt x="15" y="252"/>
                </a:lnTo>
                <a:lnTo>
                  <a:pt x="14" y="251"/>
                </a:lnTo>
                <a:lnTo>
                  <a:pt x="15" y="251"/>
                </a:lnTo>
                <a:lnTo>
                  <a:pt x="15" y="250"/>
                </a:lnTo>
                <a:lnTo>
                  <a:pt x="14" y="249"/>
                </a:lnTo>
                <a:lnTo>
                  <a:pt x="14" y="248"/>
                </a:lnTo>
                <a:lnTo>
                  <a:pt x="14" y="247"/>
                </a:lnTo>
                <a:lnTo>
                  <a:pt x="13" y="247"/>
                </a:lnTo>
                <a:lnTo>
                  <a:pt x="13" y="246"/>
                </a:lnTo>
                <a:lnTo>
                  <a:pt x="13" y="245"/>
                </a:lnTo>
                <a:lnTo>
                  <a:pt x="13" y="244"/>
                </a:lnTo>
                <a:lnTo>
                  <a:pt x="13" y="243"/>
                </a:lnTo>
                <a:lnTo>
                  <a:pt x="13" y="242"/>
                </a:lnTo>
                <a:lnTo>
                  <a:pt x="13" y="241"/>
                </a:lnTo>
                <a:lnTo>
                  <a:pt x="12" y="240"/>
                </a:lnTo>
                <a:lnTo>
                  <a:pt x="12" y="239"/>
                </a:lnTo>
                <a:lnTo>
                  <a:pt x="11" y="239"/>
                </a:lnTo>
                <a:lnTo>
                  <a:pt x="11" y="238"/>
                </a:lnTo>
                <a:lnTo>
                  <a:pt x="10" y="237"/>
                </a:lnTo>
                <a:lnTo>
                  <a:pt x="9" y="237"/>
                </a:lnTo>
                <a:lnTo>
                  <a:pt x="9" y="236"/>
                </a:lnTo>
                <a:lnTo>
                  <a:pt x="8" y="235"/>
                </a:lnTo>
                <a:lnTo>
                  <a:pt x="7" y="234"/>
                </a:lnTo>
                <a:lnTo>
                  <a:pt x="6" y="233"/>
                </a:lnTo>
                <a:lnTo>
                  <a:pt x="5" y="233"/>
                </a:lnTo>
                <a:lnTo>
                  <a:pt x="4" y="233"/>
                </a:lnTo>
                <a:lnTo>
                  <a:pt x="4" y="232"/>
                </a:lnTo>
                <a:lnTo>
                  <a:pt x="3" y="232"/>
                </a:lnTo>
                <a:lnTo>
                  <a:pt x="4" y="232"/>
                </a:lnTo>
                <a:lnTo>
                  <a:pt x="4" y="231"/>
                </a:lnTo>
                <a:lnTo>
                  <a:pt x="3" y="231"/>
                </a:lnTo>
                <a:lnTo>
                  <a:pt x="3" y="232"/>
                </a:lnTo>
                <a:lnTo>
                  <a:pt x="2" y="231"/>
                </a:lnTo>
                <a:lnTo>
                  <a:pt x="1" y="230"/>
                </a:lnTo>
                <a:lnTo>
                  <a:pt x="1" y="231"/>
                </a:lnTo>
                <a:lnTo>
                  <a:pt x="1" y="230"/>
                </a:lnTo>
                <a:lnTo>
                  <a:pt x="1" y="229"/>
                </a:lnTo>
                <a:lnTo>
                  <a:pt x="1" y="228"/>
                </a:lnTo>
                <a:lnTo>
                  <a:pt x="1" y="227"/>
                </a:lnTo>
                <a:lnTo>
                  <a:pt x="0" y="227"/>
                </a:lnTo>
                <a:lnTo>
                  <a:pt x="0" y="226"/>
                </a:lnTo>
                <a:lnTo>
                  <a:pt x="1" y="226"/>
                </a:lnTo>
                <a:lnTo>
                  <a:pt x="1" y="225"/>
                </a:lnTo>
                <a:lnTo>
                  <a:pt x="2" y="224"/>
                </a:lnTo>
                <a:lnTo>
                  <a:pt x="1" y="225"/>
                </a:lnTo>
                <a:lnTo>
                  <a:pt x="1" y="226"/>
                </a:lnTo>
                <a:lnTo>
                  <a:pt x="2" y="225"/>
                </a:lnTo>
                <a:lnTo>
                  <a:pt x="4" y="224"/>
                </a:lnTo>
                <a:lnTo>
                  <a:pt x="5" y="224"/>
                </a:lnTo>
                <a:lnTo>
                  <a:pt x="5" y="223"/>
                </a:lnTo>
                <a:lnTo>
                  <a:pt x="5" y="222"/>
                </a:lnTo>
                <a:lnTo>
                  <a:pt x="4" y="222"/>
                </a:lnTo>
                <a:lnTo>
                  <a:pt x="4" y="219"/>
                </a:lnTo>
                <a:lnTo>
                  <a:pt x="4" y="218"/>
                </a:lnTo>
                <a:lnTo>
                  <a:pt x="4" y="217"/>
                </a:lnTo>
                <a:lnTo>
                  <a:pt x="4" y="216"/>
                </a:lnTo>
                <a:lnTo>
                  <a:pt x="5" y="215"/>
                </a:lnTo>
                <a:lnTo>
                  <a:pt x="5" y="214"/>
                </a:lnTo>
                <a:lnTo>
                  <a:pt x="4" y="214"/>
                </a:lnTo>
                <a:lnTo>
                  <a:pt x="5" y="214"/>
                </a:lnTo>
                <a:lnTo>
                  <a:pt x="5" y="213"/>
                </a:lnTo>
                <a:lnTo>
                  <a:pt x="5" y="212"/>
                </a:lnTo>
                <a:lnTo>
                  <a:pt x="5" y="213"/>
                </a:lnTo>
                <a:lnTo>
                  <a:pt x="5" y="214"/>
                </a:lnTo>
                <a:lnTo>
                  <a:pt x="6" y="214"/>
                </a:lnTo>
                <a:lnTo>
                  <a:pt x="6" y="213"/>
                </a:lnTo>
                <a:lnTo>
                  <a:pt x="6" y="212"/>
                </a:lnTo>
                <a:lnTo>
                  <a:pt x="7" y="211"/>
                </a:lnTo>
                <a:lnTo>
                  <a:pt x="7" y="210"/>
                </a:lnTo>
                <a:lnTo>
                  <a:pt x="7" y="209"/>
                </a:lnTo>
                <a:lnTo>
                  <a:pt x="8" y="209"/>
                </a:lnTo>
                <a:lnTo>
                  <a:pt x="8" y="208"/>
                </a:lnTo>
                <a:lnTo>
                  <a:pt x="7" y="209"/>
                </a:lnTo>
                <a:lnTo>
                  <a:pt x="6" y="209"/>
                </a:lnTo>
                <a:lnTo>
                  <a:pt x="6" y="206"/>
                </a:lnTo>
                <a:lnTo>
                  <a:pt x="7" y="206"/>
                </a:lnTo>
                <a:lnTo>
                  <a:pt x="8" y="206"/>
                </a:lnTo>
                <a:lnTo>
                  <a:pt x="7" y="206"/>
                </a:lnTo>
                <a:lnTo>
                  <a:pt x="7" y="205"/>
                </a:lnTo>
                <a:lnTo>
                  <a:pt x="8" y="204"/>
                </a:lnTo>
                <a:lnTo>
                  <a:pt x="8" y="203"/>
                </a:lnTo>
                <a:lnTo>
                  <a:pt x="9" y="202"/>
                </a:lnTo>
                <a:lnTo>
                  <a:pt x="8" y="202"/>
                </a:lnTo>
                <a:lnTo>
                  <a:pt x="8" y="201"/>
                </a:lnTo>
                <a:lnTo>
                  <a:pt x="9" y="200"/>
                </a:lnTo>
                <a:lnTo>
                  <a:pt x="9" y="199"/>
                </a:lnTo>
                <a:lnTo>
                  <a:pt x="10" y="199"/>
                </a:lnTo>
                <a:lnTo>
                  <a:pt x="10" y="198"/>
                </a:lnTo>
                <a:lnTo>
                  <a:pt x="10" y="199"/>
                </a:lnTo>
                <a:lnTo>
                  <a:pt x="9" y="200"/>
                </a:lnTo>
                <a:lnTo>
                  <a:pt x="10" y="200"/>
                </a:lnTo>
                <a:lnTo>
                  <a:pt x="10" y="199"/>
                </a:lnTo>
                <a:lnTo>
                  <a:pt x="10" y="200"/>
                </a:lnTo>
                <a:lnTo>
                  <a:pt x="11" y="200"/>
                </a:lnTo>
                <a:lnTo>
                  <a:pt x="11" y="199"/>
                </a:lnTo>
                <a:lnTo>
                  <a:pt x="11" y="198"/>
                </a:lnTo>
                <a:lnTo>
                  <a:pt x="10" y="198"/>
                </a:lnTo>
                <a:lnTo>
                  <a:pt x="10" y="197"/>
                </a:lnTo>
                <a:lnTo>
                  <a:pt x="9" y="197"/>
                </a:lnTo>
                <a:lnTo>
                  <a:pt x="11" y="197"/>
                </a:lnTo>
                <a:lnTo>
                  <a:pt x="12" y="197"/>
                </a:lnTo>
                <a:lnTo>
                  <a:pt x="12" y="196"/>
                </a:lnTo>
                <a:lnTo>
                  <a:pt x="12" y="195"/>
                </a:lnTo>
                <a:lnTo>
                  <a:pt x="11" y="195"/>
                </a:lnTo>
                <a:lnTo>
                  <a:pt x="11" y="196"/>
                </a:lnTo>
                <a:lnTo>
                  <a:pt x="11" y="195"/>
                </a:lnTo>
                <a:lnTo>
                  <a:pt x="11" y="194"/>
                </a:lnTo>
                <a:lnTo>
                  <a:pt x="11" y="193"/>
                </a:lnTo>
                <a:lnTo>
                  <a:pt x="10" y="193"/>
                </a:lnTo>
                <a:lnTo>
                  <a:pt x="10" y="192"/>
                </a:lnTo>
                <a:lnTo>
                  <a:pt x="11" y="192"/>
                </a:lnTo>
                <a:lnTo>
                  <a:pt x="11" y="191"/>
                </a:lnTo>
                <a:lnTo>
                  <a:pt x="11" y="190"/>
                </a:lnTo>
                <a:lnTo>
                  <a:pt x="10" y="190"/>
                </a:lnTo>
                <a:lnTo>
                  <a:pt x="10" y="191"/>
                </a:lnTo>
                <a:lnTo>
                  <a:pt x="9" y="190"/>
                </a:lnTo>
                <a:lnTo>
                  <a:pt x="10" y="190"/>
                </a:lnTo>
                <a:lnTo>
                  <a:pt x="10" y="189"/>
                </a:lnTo>
                <a:lnTo>
                  <a:pt x="11" y="189"/>
                </a:lnTo>
                <a:lnTo>
                  <a:pt x="10" y="189"/>
                </a:lnTo>
                <a:lnTo>
                  <a:pt x="10" y="188"/>
                </a:lnTo>
                <a:lnTo>
                  <a:pt x="11" y="188"/>
                </a:lnTo>
                <a:lnTo>
                  <a:pt x="11" y="187"/>
                </a:lnTo>
                <a:lnTo>
                  <a:pt x="11" y="186"/>
                </a:lnTo>
                <a:lnTo>
                  <a:pt x="10" y="186"/>
                </a:lnTo>
                <a:lnTo>
                  <a:pt x="9" y="186"/>
                </a:lnTo>
                <a:lnTo>
                  <a:pt x="8" y="186"/>
                </a:lnTo>
                <a:lnTo>
                  <a:pt x="8" y="184"/>
                </a:lnTo>
                <a:lnTo>
                  <a:pt x="8" y="183"/>
                </a:lnTo>
                <a:lnTo>
                  <a:pt x="9" y="183"/>
                </a:lnTo>
                <a:lnTo>
                  <a:pt x="10" y="184"/>
                </a:lnTo>
                <a:lnTo>
                  <a:pt x="10" y="183"/>
                </a:lnTo>
                <a:lnTo>
                  <a:pt x="11" y="183"/>
                </a:lnTo>
                <a:lnTo>
                  <a:pt x="11" y="182"/>
                </a:lnTo>
                <a:lnTo>
                  <a:pt x="11" y="181"/>
                </a:lnTo>
                <a:lnTo>
                  <a:pt x="10" y="181"/>
                </a:lnTo>
                <a:lnTo>
                  <a:pt x="10" y="180"/>
                </a:lnTo>
                <a:lnTo>
                  <a:pt x="10" y="179"/>
                </a:lnTo>
                <a:lnTo>
                  <a:pt x="10" y="178"/>
                </a:lnTo>
                <a:lnTo>
                  <a:pt x="10" y="177"/>
                </a:lnTo>
                <a:lnTo>
                  <a:pt x="10" y="176"/>
                </a:lnTo>
                <a:lnTo>
                  <a:pt x="11" y="176"/>
                </a:lnTo>
                <a:lnTo>
                  <a:pt x="10" y="175"/>
                </a:lnTo>
                <a:lnTo>
                  <a:pt x="10" y="174"/>
                </a:lnTo>
                <a:lnTo>
                  <a:pt x="10" y="173"/>
                </a:lnTo>
                <a:lnTo>
                  <a:pt x="10" y="172"/>
                </a:lnTo>
                <a:lnTo>
                  <a:pt x="10" y="171"/>
                </a:lnTo>
                <a:lnTo>
                  <a:pt x="10" y="170"/>
                </a:lnTo>
                <a:lnTo>
                  <a:pt x="11" y="169"/>
                </a:lnTo>
                <a:lnTo>
                  <a:pt x="11" y="168"/>
                </a:lnTo>
                <a:lnTo>
                  <a:pt x="12" y="168"/>
                </a:lnTo>
                <a:lnTo>
                  <a:pt x="12" y="167"/>
                </a:lnTo>
                <a:lnTo>
                  <a:pt x="12" y="166"/>
                </a:lnTo>
                <a:lnTo>
                  <a:pt x="13" y="166"/>
                </a:lnTo>
                <a:lnTo>
                  <a:pt x="13" y="165"/>
                </a:lnTo>
                <a:lnTo>
                  <a:pt x="14" y="165"/>
                </a:lnTo>
                <a:lnTo>
                  <a:pt x="13" y="164"/>
                </a:lnTo>
                <a:lnTo>
                  <a:pt x="13" y="163"/>
                </a:lnTo>
                <a:lnTo>
                  <a:pt x="13" y="161"/>
                </a:lnTo>
                <a:lnTo>
                  <a:pt x="14" y="159"/>
                </a:lnTo>
                <a:lnTo>
                  <a:pt x="15" y="159"/>
                </a:lnTo>
                <a:lnTo>
                  <a:pt x="15" y="158"/>
                </a:lnTo>
                <a:lnTo>
                  <a:pt x="16" y="157"/>
                </a:lnTo>
                <a:lnTo>
                  <a:pt x="16" y="156"/>
                </a:lnTo>
                <a:lnTo>
                  <a:pt x="17" y="156"/>
                </a:lnTo>
                <a:lnTo>
                  <a:pt x="17" y="155"/>
                </a:lnTo>
                <a:lnTo>
                  <a:pt x="16" y="155"/>
                </a:lnTo>
                <a:lnTo>
                  <a:pt x="16" y="156"/>
                </a:lnTo>
                <a:lnTo>
                  <a:pt x="15" y="157"/>
                </a:lnTo>
                <a:lnTo>
                  <a:pt x="15" y="158"/>
                </a:lnTo>
                <a:lnTo>
                  <a:pt x="14" y="159"/>
                </a:lnTo>
                <a:lnTo>
                  <a:pt x="13" y="159"/>
                </a:lnTo>
                <a:lnTo>
                  <a:pt x="12" y="158"/>
                </a:lnTo>
                <a:lnTo>
                  <a:pt x="13" y="157"/>
                </a:lnTo>
                <a:lnTo>
                  <a:pt x="13" y="156"/>
                </a:lnTo>
                <a:lnTo>
                  <a:pt x="14" y="155"/>
                </a:lnTo>
                <a:lnTo>
                  <a:pt x="13" y="155"/>
                </a:lnTo>
                <a:lnTo>
                  <a:pt x="13" y="154"/>
                </a:lnTo>
                <a:lnTo>
                  <a:pt x="14" y="154"/>
                </a:lnTo>
                <a:lnTo>
                  <a:pt x="15" y="153"/>
                </a:lnTo>
                <a:lnTo>
                  <a:pt x="16" y="152"/>
                </a:lnTo>
                <a:lnTo>
                  <a:pt x="17" y="153"/>
                </a:lnTo>
                <a:lnTo>
                  <a:pt x="18" y="152"/>
                </a:lnTo>
                <a:lnTo>
                  <a:pt x="17" y="152"/>
                </a:lnTo>
                <a:lnTo>
                  <a:pt x="17" y="151"/>
                </a:lnTo>
                <a:lnTo>
                  <a:pt x="19" y="152"/>
                </a:lnTo>
                <a:lnTo>
                  <a:pt x="20" y="151"/>
                </a:lnTo>
                <a:lnTo>
                  <a:pt x="21" y="151"/>
                </a:lnTo>
                <a:lnTo>
                  <a:pt x="21" y="150"/>
                </a:lnTo>
                <a:lnTo>
                  <a:pt x="20" y="150"/>
                </a:lnTo>
                <a:lnTo>
                  <a:pt x="20" y="149"/>
                </a:lnTo>
                <a:lnTo>
                  <a:pt x="20" y="148"/>
                </a:lnTo>
                <a:lnTo>
                  <a:pt x="20" y="149"/>
                </a:lnTo>
                <a:lnTo>
                  <a:pt x="21" y="149"/>
                </a:lnTo>
                <a:lnTo>
                  <a:pt x="21" y="148"/>
                </a:lnTo>
                <a:lnTo>
                  <a:pt x="22" y="148"/>
                </a:lnTo>
                <a:lnTo>
                  <a:pt x="23" y="147"/>
                </a:lnTo>
                <a:lnTo>
                  <a:pt x="23" y="146"/>
                </a:lnTo>
                <a:lnTo>
                  <a:pt x="24" y="146"/>
                </a:lnTo>
                <a:lnTo>
                  <a:pt x="24" y="145"/>
                </a:lnTo>
                <a:lnTo>
                  <a:pt x="24" y="144"/>
                </a:lnTo>
                <a:lnTo>
                  <a:pt x="25" y="144"/>
                </a:lnTo>
                <a:lnTo>
                  <a:pt x="25" y="143"/>
                </a:lnTo>
                <a:lnTo>
                  <a:pt x="25" y="142"/>
                </a:lnTo>
                <a:lnTo>
                  <a:pt x="26" y="142"/>
                </a:lnTo>
                <a:lnTo>
                  <a:pt x="26" y="141"/>
                </a:lnTo>
                <a:lnTo>
                  <a:pt x="25" y="140"/>
                </a:lnTo>
                <a:lnTo>
                  <a:pt x="26" y="138"/>
                </a:lnTo>
                <a:lnTo>
                  <a:pt x="26" y="137"/>
                </a:lnTo>
                <a:lnTo>
                  <a:pt x="27" y="136"/>
                </a:lnTo>
                <a:lnTo>
                  <a:pt x="27" y="135"/>
                </a:lnTo>
                <a:lnTo>
                  <a:pt x="28" y="135"/>
                </a:lnTo>
                <a:lnTo>
                  <a:pt x="29" y="135"/>
                </a:lnTo>
                <a:lnTo>
                  <a:pt x="29" y="134"/>
                </a:lnTo>
                <a:lnTo>
                  <a:pt x="29" y="133"/>
                </a:lnTo>
                <a:lnTo>
                  <a:pt x="30" y="132"/>
                </a:lnTo>
                <a:lnTo>
                  <a:pt x="31" y="131"/>
                </a:lnTo>
                <a:lnTo>
                  <a:pt x="31" y="130"/>
                </a:lnTo>
                <a:lnTo>
                  <a:pt x="32" y="130"/>
                </a:lnTo>
                <a:lnTo>
                  <a:pt x="32" y="129"/>
                </a:lnTo>
                <a:lnTo>
                  <a:pt x="33" y="129"/>
                </a:lnTo>
                <a:lnTo>
                  <a:pt x="34" y="128"/>
                </a:lnTo>
                <a:lnTo>
                  <a:pt x="34" y="127"/>
                </a:lnTo>
                <a:lnTo>
                  <a:pt x="35" y="127"/>
                </a:lnTo>
                <a:lnTo>
                  <a:pt x="35" y="126"/>
                </a:lnTo>
                <a:lnTo>
                  <a:pt x="35" y="125"/>
                </a:lnTo>
                <a:lnTo>
                  <a:pt x="37" y="125"/>
                </a:lnTo>
                <a:lnTo>
                  <a:pt x="38" y="124"/>
                </a:lnTo>
                <a:lnTo>
                  <a:pt x="37" y="124"/>
                </a:lnTo>
                <a:lnTo>
                  <a:pt x="38" y="123"/>
                </a:lnTo>
                <a:lnTo>
                  <a:pt x="38" y="122"/>
                </a:lnTo>
                <a:lnTo>
                  <a:pt x="38" y="121"/>
                </a:lnTo>
                <a:lnTo>
                  <a:pt x="35" y="121"/>
                </a:lnTo>
                <a:lnTo>
                  <a:pt x="35" y="122"/>
                </a:lnTo>
                <a:lnTo>
                  <a:pt x="35" y="123"/>
                </a:lnTo>
                <a:lnTo>
                  <a:pt x="35" y="124"/>
                </a:lnTo>
                <a:lnTo>
                  <a:pt x="34" y="124"/>
                </a:lnTo>
                <a:lnTo>
                  <a:pt x="33" y="124"/>
                </a:lnTo>
                <a:lnTo>
                  <a:pt x="33" y="125"/>
                </a:lnTo>
                <a:lnTo>
                  <a:pt x="32" y="125"/>
                </a:lnTo>
                <a:lnTo>
                  <a:pt x="31" y="125"/>
                </a:lnTo>
                <a:lnTo>
                  <a:pt x="31" y="124"/>
                </a:lnTo>
                <a:lnTo>
                  <a:pt x="32" y="124"/>
                </a:lnTo>
                <a:lnTo>
                  <a:pt x="34" y="121"/>
                </a:lnTo>
                <a:lnTo>
                  <a:pt x="35" y="121"/>
                </a:lnTo>
                <a:lnTo>
                  <a:pt x="35" y="120"/>
                </a:lnTo>
                <a:lnTo>
                  <a:pt x="35" y="119"/>
                </a:lnTo>
                <a:lnTo>
                  <a:pt x="37" y="119"/>
                </a:lnTo>
                <a:lnTo>
                  <a:pt x="37" y="118"/>
                </a:lnTo>
                <a:lnTo>
                  <a:pt x="38" y="118"/>
                </a:lnTo>
                <a:lnTo>
                  <a:pt x="40" y="118"/>
                </a:lnTo>
                <a:lnTo>
                  <a:pt x="40" y="117"/>
                </a:lnTo>
                <a:lnTo>
                  <a:pt x="40" y="116"/>
                </a:lnTo>
                <a:lnTo>
                  <a:pt x="41" y="116"/>
                </a:lnTo>
                <a:lnTo>
                  <a:pt x="41" y="115"/>
                </a:lnTo>
                <a:lnTo>
                  <a:pt x="42" y="115"/>
                </a:lnTo>
                <a:lnTo>
                  <a:pt x="42" y="114"/>
                </a:lnTo>
                <a:lnTo>
                  <a:pt x="42" y="113"/>
                </a:lnTo>
                <a:lnTo>
                  <a:pt x="41" y="113"/>
                </a:lnTo>
                <a:lnTo>
                  <a:pt x="40" y="112"/>
                </a:lnTo>
                <a:lnTo>
                  <a:pt x="41" y="112"/>
                </a:lnTo>
                <a:lnTo>
                  <a:pt x="41" y="111"/>
                </a:lnTo>
                <a:lnTo>
                  <a:pt x="41" y="110"/>
                </a:lnTo>
                <a:lnTo>
                  <a:pt x="42" y="108"/>
                </a:lnTo>
                <a:lnTo>
                  <a:pt x="43" y="107"/>
                </a:lnTo>
                <a:lnTo>
                  <a:pt x="44" y="105"/>
                </a:lnTo>
                <a:lnTo>
                  <a:pt x="44" y="106"/>
                </a:lnTo>
                <a:lnTo>
                  <a:pt x="44" y="107"/>
                </a:lnTo>
                <a:lnTo>
                  <a:pt x="43" y="108"/>
                </a:lnTo>
                <a:lnTo>
                  <a:pt x="43" y="109"/>
                </a:lnTo>
                <a:lnTo>
                  <a:pt x="43" y="108"/>
                </a:lnTo>
                <a:lnTo>
                  <a:pt x="42" y="108"/>
                </a:lnTo>
                <a:lnTo>
                  <a:pt x="41" y="111"/>
                </a:lnTo>
                <a:lnTo>
                  <a:pt x="42" y="112"/>
                </a:lnTo>
                <a:lnTo>
                  <a:pt x="42" y="111"/>
                </a:lnTo>
                <a:lnTo>
                  <a:pt x="42" y="110"/>
                </a:lnTo>
                <a:lnTo>
                  <a:pt x="43" y="110"/>
                </a:lnTo>
                <a:lnTo>
                  <a:pt x="43" y="111"/>
                </a:lnTo>
                <a:lnTo>
                  <a:pt x="44" y="111"/>
                </a:lnTo>
                <a:lnTo>
                  <a:pt x="44" y="110"/>
                </a:lnTo>
                <a:lnTo>
                  <a:pt x="43" y="109"/>
                </a:lnTo>
                <a:lnTo>
                  <a:pt x="44" y="108"/>
                </a:lnTo>
                <a:lnTo>
                  <a:pt x="45" y="106"/>
                </a:lnTo>
                <a:lnTo>
                  <a:pt x="45" y="107"/>
                </a:lnTo>
                <a:lnTo>
                  <a:pt x="45" y="108"/>
                </a:lnTo>
                <a:lnTo>
                  <a:pt x="45" y="107"/>
                </a:lnTo>
                <a:lnTo>
                  <a:pt x="46" y="107"/>
                </a:lnTo>
                <a:lnTo>
                  <a:pt x="46" y="106"/>
                </a:lnTo>
                <a:lnTo>
                  <a:pt x="45" y="105"/>
                </a:lnTo>
                <a:lnTo>
                  <a:pt x="46" y="105"/>
                </a:lnTo>
                <a:lnTo>
                  <a:pt x="45" y="105"/>
                </a:lnTo>
                <a:lnTo>
                  <a:pt x="45" y="104"/>
                </a:lnTo>
                <a:lnTo>
                  <a:pt x="45" y="103"/>
                </a:lnTo>
                <a:lnTo>
                  <a:pt x="46" y="103"/>
                </a:lnTo>
                <a:lnTo>
                  <a:pt x="46" y="102"/>
                </a:lnTo>
                <a:lnTo>
                  <a:pt x="47" y="103"/>
                </a:lnTo>
                <a:lnTo>
                  <a:pt x="48" y="103"/>
                </a:lnTo>
                <a:lnTo>
                  <a:pt x="48" y="102"/>
                </a:lnTo>
                <a:lnTo>
                  <a:pt x="48" y="101"/>
                </a:lnTo>
                <a:lnTo>
                  <a:pt x="48" y="100"/>
                </a:lnTo>
                <a:lnTo>
                  <a:pt x="48" y="99"/>
                </a:lnTo>
                <a:lnTo>
                  <a:pt x="49" y="98"/>
                </a:lnTo>
                <a:lnTo>
                  <a:pt x="50" y="97"/>
                </a:lnTo>
                <a:lnTo>
                  <a:pt x="51" y="97"/>
                </a:lnTo>
                <a:lnTo>
                  <a:pt x="51" y="96"/>
                </a:lnTo>
                <a:lnTo>
                  <a:pt x="51" y="95"/>
                </a:lnTo>
                <a:lnTo>
                  <a:pt x="51" y="94"/>
                </a:lnTo>
                <a:lnTo>
                  <a:pt x="52" y="93"/>
                </a:lnTo>
                <a:lnTo>
                  <a:pt x="52" y="92"/>
                </a:lnTo>
                <a:lnTo>
                  <a:pt x="53" y="92"/>
                </a:lnTo>
                <a:lnTo>
                  <a:pt x="53" y="91"/>
                </a:lnTo>
                <a:lnTo>
                  <a:pt x="54" y="91"/>
                </a:lnTo>
                <a:lnTo>
                  <a:pt x="54" y="90"/>
                </a:lnTo>
                <a:lnTo>
                  <a:pt x="54" y="89"/>
                </a:lnTo>
                <a:lnTo>
                  <a:pt x="55" y="89"/>
                </a:lnTo>
                <a:lnTo>
                  <a:pt x="56" y="87"/>
                </a:lnTo>
                <a:lnTo>
                  <a:pt x="57" y="87"/>
                </a:lnTo>
                <a:lnTo>
                  <a:pt x="57" y="86"/>
                </a:lnTo>
                <a:lnTo>
                  <a:pt x="58" y="84"/>
                </a:lnTo>
                <a:lnTo>
                  <a:pt x="59" y="83"/>
                </a:lnTo>
                <a:lnTo>
                  <a:pt x="60" y="81"/>
                </a:lnTo>
                <a:lnTo>
                  <a:pt x="60" y="80"/>
                </a:lnTo>
                <a:lnTo>
                  <a:pt x="61" y="80"/>
                </a:lnTo>
                <a:lnTo>
                  <a:pt x="61" y="79"/>
                </a:lnTo>
                <a:lnTo>
                  <a:pt x="61" y="78"/>
                </a:lnTo>
                <a:lnTo>
                  <a:pt x="61" y="77"/>
                </a:lnTo>
                <a:lnTo>
                  <a:pt x="62" y="77"/>
                </a:lnTo>
                <a:lnTo>
                  <a:pt x="62" y="76"/>
                </a:lnTo>
                <a:lnTo>
                  <a:pt x="62" y="75"/>
                </a:lnTo>
                <a:lnTo>
                  <a:pt x="62" y="74"/>
                </a:lnTo>
                <a:lnTo>
                  <a:pt x="63" y="73"/>
                </a:lnTo>
                <a:lnTo>
                  <a:pt x="63" y="72"/>
                </a:lnTo>
                <a:lnTo>
                  <a:pt x="64" y="72"/>
                </a:lnTo>
                <a:lnTo>
                  <a:pt x="65" y="72"/>
                </a:lnTo>
                <a:lnTo>
                  <a:pt x="66" y="72"/>
                </a:lnTo>
                <a:lnTo>
                  <a:pt x="66" y="71"/>
                </a:lnTo>
                <a:lnTo>
                  <a:pt x="67" y="71"/>
                </a:lnTo>
                <a:lnTo>
                  <a:pt x="67" y="72"/>
                </a:lnTo>
                <a:lnTo>
                  <a:pt x="68" y="72"/>
                </a:lnTo>
                <a:lnTo>
                  <a:pt x="68" y="71"/>
                </a:lnTo>
                <a:lnTo>
                  <a:pt x="67" y="71"/>
                </a:lnTo>
                <a:lnTo>
                  <a:pt x="68" y="71"/>
                </a:lnTo>
                <a:lnTo>
                  <a:pt x="67" y="71"/>
                </a:lnTo>
                <a:lnTo>
                  <a:pt x="67" y="70"/>
                </a:lnTo>
                <a:lnTo>
                  <a:pt x="66" y="70"/>
                </a:lnTo>
                <a:lnTo>
                  <a:pt x="67" y="70"/>
                </a:lnTo>
                <a:lnTo>
                  <a:pt x="67" y="69"/>
                </a:lnTo>
                <a:lnTo>
                  <a:pt x="67" y="68"/>
                </a:lnTo>
                <a:lnTo>
                  <a:pt x="68" y="67"/>
                </a:lnTo>
                <a:lnTo>
                  <a:pt x="69" y="67"/>
                </a:lnTo>
                <a:lnTo>
                  <a:pt x="69" y="66"/>
                </a:lnTo>
                <a:lnTo>
                  <a:pt x="70" y="66"/>
                </a:lnTo>
                <a:lnTo>
                  <a:pt x="71" y="66"/>
                </a:lnTo>
                <a:lnTo>
                  <a:pt x="72" y="66"/>
                </a:lnTo>
                <a:lnTo>
                  <a:pt x="73" y="66"/>
                </a:lnTo>
                <a:lnTo>
                  <a:pt x="73" y="65"/>
                </a:lnTo>
                <a:lnTo>
                  <a:pt x="74" y="65"/>
                </a:lnTo>
                <a:lnTo>
                  <a:pt x="74" y="64"/>
                </a:lnTo>
                <a:lnTo>
                  <a:pt x="76" y="62"/>
                </a:lnTo>
                <a:lnTo>
                  <a:pt x="76" y="61"/>
                </a:lnTo>
                <a:lnTo>
                  <a:pt x="76" y="60"/>
                </a:lnTo>
                <a:lnTo>
                  <a:pt x="77" y="60"/>
                </a:lnTo>
                <a:lnTo>
                  <a:pt x="77" y="59"/>
                </a:lnTo>
                <a:lnTo>
                  <a:pt x="78" y="59"/>
                </a:lnTo>
                <a:lnTo>
                  <a:pt x="79" y="58"/>
                </a:lnTo>
                <a:lnTo>
                  <a:pt x="80" y="58"/>
                </a:lnTo>
                <a:lnTo>
                  <a:pt x="80" y="57"/>
                </a:lnTo>
                <a:lnTo>
                  <a:pt x="80" y="56"/>
                </a:lnTo>
                <a:lnTo>
                  <a:pt x="81" y="56"/>
                </a:lnTo>
                <a:lnTo>
                  <a:pt x="81" y="55"/>
                </a:lnTo>
                <a:lnTo>
                  <a:pt x="81" y="54"/>
                </a:lnTo>
                <a:lnTo>
                  <a:pt x="81" y="53"/>
                </a:lnTo>
                <a:lnTo>
                  <a:pt x="81" y="52"/>
                </a:lnTo>
                <a:lnTo>
                  <a:pt x="80" y="52"/>
                </a:lnTo>
                <a:lnTo>
                  <a:pt x="81" y="52"/>
                </a:lnTo>
                <a:lnTo>
                  <a:pt x="81" y="51"/>
                </a:lnTo>
                <a:lnTo>
                  <a:pt x="80" y="51"/>
                </a:lnTo>
                <a:lnTo>
                  <a:pt x="80" y="50"/>
                </a:lnTo>
                <a:lnTo>
                  <a:pt x="80" y="49"/>
                </a:lnTo>
                <a:lnTo>
                  <a:pt x="81" y="49"/>
                </a:lnTo>
                <a:lnTo>
                  <a:pt x="81" y="48"/>
                </a:lnTo>
                <a:lnTo>
                  <a:pt x="82" y="48"/>
                </a:lnTo>
                <a:lnTo>
                  <a:pt x="82" y="47"/>
                </a:lnTo>
                <a:lnTo>
                  <a:pt x="82" y="48"/>
                </a:lnTo>
                <a:lnTo>
                  <a:pt x="83" y="48"/>
                </a:lnTo>
                <a:lnTo>
                  <a:pt x="83" y="47"/>
                </a:lnTo>
                <a:lnTo>
                  <a:pt x="82" y="46"/>
                </a:lnTo>
                <a:lnTo>
                  <a:pt x="83" y="46"/>
                </a:lnTo>
                <a:lnTo>
                  <a:pt x="83" y="45"/>
                </a:lnTo>
                <a:lnTo>
                  <a:pt x="84" y="44"/>
                </a:lnTo>
                <a:lnTo>
                  <a:pt x="84" y="43"/>
                </a:lnTo>
                <a:lnTo>
                  <a:pt x="85" y="43"/>
                </a:lnTo>
                <a:lnTo>
                  <a:pt x="85" y="42"/>
                </a:lnTo>
                <a:lnTo>
                  <a:pt x="85" y="41"/>
                </a:lnTo>
                <a:lnTo>
                  <a:pt x="86" y="40"/>
                </a:lnTo>
                <a:lnTo>
                  <a:pt x="86" y="39"/>
                </a:lnTo>
                <a:lnTo>
                  <a:pt x="87" y="39"/>
                </a:lnTo>
                <a:lnTo>
                  <a:pt x="87" y="38"/>
                </a:lnTo>
                <a:lnTo>
                  <a:pt x="87" y="37"/>
                </a:lnTo>
                <a:lnTo>
                  <a:pt x="88" y="37"/>
                </a:lnTo>
                <a:lnTo>
                  <a:pt x="88" y="36"/>
                </a:lnTo>
                <a:lnTo>
                  <a:pt x="89" y="36"/>
                </a:lnTo>
                <a:lnTo>
                  <a:pt x="89" y="35"/>
                </a:lnTo>
                <a:lnTo>
                  <a:pt x="90" y="35"/>
                </a:lnTo>
                <a:lnTo>
                  <a:pt x="90" y="34"/>
                </a:lnTo>
                <a:lnTo>
                  <a:pt x="90" y="33"/>
                </a:lnTo>
                <a:lnTo>
                  <a:pt x="90" y="31"/>
                </a:lnTo>
                <a:lnTo>
                  <a:pt x="91" y="31"/>
                </a:lnTo>
                <a:lnTo>
                  <a:pt x="91" y="30"/>
                </a:lnTo>
                <a:lnTo>
                  <a:pt x="92" y="30"/>
                </a:lnTo>
                <a:lnTo>
                  <a:pt x="92" y="29"/>
                </a:lnTo>
                <a:lnTo>
                  <a:pt x="93" y="28"/>
                </a:lnTo>
                <a:lnTo>
                  <a:pt x="94" y="28"/>
                </a:lnTo>
                <a:lnTo>
                  <a:pt x="94" y="27"/>
                </a:lnTo>
                <a:lnTo>
                  <a:pt x="95" y="27"/>
                </a:lnTo>
                <a:lnTo>
                  <a:pt x="96" y="26"/>
                </a:lnTo>
                <a:lnTo>
                  <a:pt x="97" y="26"/>
                </a:lnTo>
                <a:lnTo>
                  <a:pt x="98" y="25"/>
                </a:lnTo>
                <a:lnTo>
                  <a:pt x="99" y="25"/>
                </a:lnTo>
                <a:lnTo>
                  <a:pt x="99" y="24"/>
                </a:lnTo>
                <a:lnTo>
                  <a:pt x="100" y="24"/>
                </a:lnTo>
                <a:lnTo>
                  <a:pt x="101" y="24"/>
                </a:lnTo>
                <a:lnTo>
                  <a:pt x="102" y="24"/>
                </a:lnTo>
                <a:lnTo>
                  <a:pt x="103" y="24"/>
                </a:lnTo>
                <a:lnTo>
                  <a:pt x="103" y="23"/>
                </a:lnTo>
                <a:lnTo>
                  <a:pt x="104" y="23"/>
                </a:lnTo>
                <a:lnTo>
                  <a:pt x="105" y="23"/>
                </a:lnTo>
                <a:lnTo>
                  <a:pt x="105" y="22"/>
                </a:lnTo>
                <a:lnTo>
                  <a:pt x="106" y="22"/>
                </a:lnTo>
                <a:lnTo>
                  <a:pt x="106" y="21"/>
                </a:lnTo>
                <a:lnTo>
                  <a:pt x="107" y="21"/>
                </a:lnTo>
                <a:lnTo>
                  <a:pt x="108" y="21"/>
                </a:lnTo>
                <a:lnTo>
                  <a:pt x="109" y="20"/>
                </a:lnTo>
                <a:lnTo>
                  <a:pt x="110" y="20"/>
                </a:lnTo>
                <a:lnTo>
                  <a:pt x="111" y="20"/>
                </a:lnTo>
                <a:lnTo>
                  <a:pt x="112" y="19"/>
                </a:lnTo>
                <a:lnTo>
                  <a:pt x="112" y="20"/>
                </a:lnTo>
                <a:lnTo>
                  <a:pt x="113" y="20"/>
                </a:lnTo>
                <a:lnTo>
                  <a:pt x="115" y="20"/>
                </a:lnTo>
                <a:lnTo>
                  <a:pt x="115" y="19"/>
                </a:lnTo>
                <a:lnTo>
                  <a:pt x="116" y="19"/>
                </a:lnTo>
                <a:lnTo>
                  <a:pt x="117" y="19"/>
                </a:lnTo>
                <a:lnTo>
                  <a:pt x="118" y="19"/>
                </a:lnTo>
                <a:lnTo>
                  <a:pt x="119" y="19"/>
                </a:lnTo>
                <a:lnTo>
                  <a:pt x="120" y="19"/>
                </a:lnTo>
                <a:lnTo>
                  <a:pt x="120" y="18"/>
                </a:lnTo>
                <a:lnTo>
                  <a:pt x="121" y="18"/>
                </a:lnTo>
                <a:lnTo>
                  <a:pt x="122" y="18"/>
                </a:lnTo>
                <a:lnTo>
                  <a:pt x="122" y="17"/>
                </a:lnTo>
                <a:lnTo>
                  <a:pt x="123" y="17"/>
                </a:lnTo>
                <a:lnTo>
                  <a:pt x="124" y="17"/>
                </a:lnTo>
                <a:lnTo>
                  <a:pt x="123" y="17"/>
                </a:lnTo>
                <a:lnTo>
                  <a:pt x="123" y="16"/>
                </a:lnTo>
                <a:lnTo>
                  <a:pt x="124" y="16"/>
                </a:lnTo>
                <a:lnTo>
                  <a:pt x="124" y="15"/>
                </a:lnTo>
                <a:lnTo>
                  <a:pt x="125" y="15"/>
                </a:lnTo>
                <a:lnTo>
                  <a:pt x="125" y="16"/>
                </a:lnTo>
                <a:lnTo>
                  <a:pt x="125" y="15"/>
                </a:lnTo>
                <a:lnTo>
                  <a:pt x="126" y="15"/>
                </a:lnTo>
                <a:lnTo>
                  <a:pt x="127" y="15"/>
                </a:lnTo>
                <a:lnTo>
                  <a:pt x="128" y="16"/>
                </a:lnTo>
                <a:lnTo>
                  <a:pt x="128" y="17"/>
                </a:lnTo>
                <a:lnTo>
                  <a:pt x="129" y="17"/>
                </a:lnTo>
                <a:lnTo>
                  <a:pt x="129" y="18"/>
                </a:lnTo>
                <a:lnTo>
                  <a:pt x="129" y="19"/>
                </a:lnTo>
                <a:lnTo>
                  <a:pt x="130" y="19"/>
                </a:lnTo>
                <a:lnTo>
                  <a:pt x="130" y="18"/>
                </a:lnTo>
                <a:lnTo>
                  <a:pt x="130" y="17"/>
                </a:lnTo>
                <a:lnTo>
                  <a:pt x="129" y="17"/>
                </a:lnTo>
                <a:lnTo>
                  <a:pt x="129" y="16"/>
                </a:lnTo>
                <a:lnTo>
                  <a:pt x="129" y="15"/>
                </a:lnTo>
                <a:lnTo>
                  <a:pt x="128" y="15"/>
                </a:lnTo>
                <a:lnTo>
                  <a:pt x="128" y="14"/>
                </a:lnTo>
                <a:lnTo>
                  <a:pt x="127" y="14"/>
                </a:lnTo>
                <a:lnTo>
                  <a:pt x="126" y="14"/>
                </a:lnTo>
                <a:lnTo>
                  <a:pt x="125" y="13"/>
                </a:lnTo>
                <a:lnTo>
                  <a:pt x="126" y="12"/>
                </a:lnTo>
                <a:lnTo>
                  <a:pt x="126" y="11"/>
                </a:lnTo>
                <a:lnTo>
                  <a:pt x="127" y="11"/>
                </a:lnTo>
                <a:lnTo>
                  <a:pt x="127" y="10"/>
                </a:lnTo>
                <a:lnTo>
                  <a:pt x="128" y="10"/>
                </a:lnTo>
                <a:lnTo>
                  <a:pt x="128" y="9"/>
                </a:lnTo>
                <a:lnTo>
                  <a:pt x="128" y="8"/>
                </a:lnTo>
                <a:lnTo>
                  <a:pt x="129" y="8"/>
                </a:lnTo>
                <a:lnTo>
                  <a:pt x="129" y="7"/>
                </a:lnTo>
                <a:lnTo>
                  <a:pt x="129" y="6"/>
                </a:lnTo>
                <a:lnTo>
                  <a:pt x="130" y="6"/>
                </a:lnTo>
                <a:lnTo>
                  <a:pt x="131" y="6"/>
                </a:lnTo>
                <a:lnTo>
                  <a:pt x="131" y="5"/>
                </a:lnTo>
                <a:lnTo>
                  <a:pt x="132" y="5"/>
                </a:lnTo>
                <a:lnTo>
                  <a:pt x="132" y="4"/>
                </a:lnTo>
                <a:lnTo>
                  <a:pt x="133" y="3"/>
                </a:lnTo>
                <a:lnTo>
                  <a:pt x="134" y="3"/>
                </a:lnTo>
                <a:lnTo>
                  <a:pt x="134" y="1"/>
                </a:lnTo>
                <a:lnTo>
                  <a:pt x="135" y="1"/>
                </a:lnTo>
                <a:lnTo>
                  <a:pt x="134" y="1"/>
                </a:lnTo>
                <a:lnTo>
                  <a:pt x="135" y="1"/>
                </a:lnTo>
                <a:lnTo>
                  <a:pt x="135" y="3"/>
                </a:lnTo>
                <a:lnTo>
                  <a:pt x="136" y="3"/>
                </a:lnTo>
                <a:lnTo>
                  <a:pt x="136" y="1"/>
                </a:lnTo>
                <a:lnTo>
                  <a:pt x="137" y="1"/>
                </a:lnTo>
                <a:lnTo>
                  <a:pt x="137" y="0"/>
                </a:lnTo>
                <a:lnTo>
                  <a:pt x="137" y="1"/>
                </a:lnTo>
                <a:lnTo>
                  <a:pt x="138" y="1"/>
                </a:lnTo>
                <a:lnTo>
                  <a:pt x="139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43" name=""/>
          <p:cNvSpPr/>
          <p:nvPr/>
        </p:nvSpPr>
        <p:spPr>
          <a:xfrm>
            <a:off x="6968160" y="212004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0" y="5"/>
                </a:move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44" name=""/>
          <p:cNvSpPr/>
          <p:nvPr/>
        </p:nvSpPr>
        <p:spPr>
          <a:xfrm>
            <a:off x="6968520" y="211824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3"/>
                </a:move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45" name=""/>
          <p:cNvSpPr/>
          <p:nvPr/>
        </p:nvSpPr>
        <p:spPr>
          <a:xfrm>
            <a:off x="6971040" y="21146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46" name=""/>
          <p:cNvSpPr/>
          <p:nvPr/>
        </p:nvSpPr>
        <p:spPr>
          <a:xfrm>
            <a:off x="6975360" y="210528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0" y="5"/>
                </a:moveTo>
                <a:lnTo>
                  <a:pt x="1" y="2"/>
                </a:lnTo>
                <a:lnTo>
                  <a:pt x="1" y="0"/>
                </a:lnTo>
                <a:lnTo>
                  <a:pt x="5" y="0"/>
                </a:lnTo>
                <a:lnTo>
                  <a:pt x="6" y="0"/>
                </a:lnTo>
                <a:lnTo>
                  <a:pt x="6" y="2"/>
                </a:lnTo>
                <a:lnTo>
                  <a:pt x="5" y="3"/>
                </a:lnTo>
                <a:lnTo>
                  <a:pt x="5" y="5"/>
                </a:lnTo>
                <a:lnTo>
                  <a:pt x="4" y="5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47" name=""/>
          <p:cNvSpPr/>
          <p:nvPr/>
        </p:nvSpPr>
        <p:spPr>
          <a:xfrm>
            <a:off x="7026480" y="20772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48" name=""/>
          <p:cNvSpPr/>
          <p:nvPr/>
        </p:nvSpPr>
        <p:spPr>
          <a:xfrm>
            <a:off x="7020720" y="20656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49" name=""/>
          <p:cNvSpPr/>
          <p:nvPr/>
        </p:nvSpPr>
        <p:spPr>
          <a:xfrm>
            <a:off x="7077600" y="20433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3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50" name=""/>
          <p:cNvSpPr/>
          <p:nvPr/>
        </p:nvSpPr>
        <p:spPr>
          <a:xfrm>
            <a:off x="7083360" y="2037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51" name=""/>
          <p:cNvSpPr/>
          <p:nvPr/>
        </p:nvSpPr>
        <p:spPr>
          <a:xfrm>
            <a:off x="6765840" y="21758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52" name=""/>
          <p:cNvSpPr/>
          <p:nvPr/>
        </p:nvSpPr>
        <p:spPr>
          <a:xfrm>
            <a:off x="6765840" y="21751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53" name=""/>
          <p:cNvSpPr/>
          <p:nvPr/>
        </p:nvSpPr>
        <p:spPr>
          <a:xfrm>
            <a:off x="6777000" y="21751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54" name=""/>
          <p:cNvSpPr/>
          <p:nvPr/>
        </p:nvSpPr>
        <p:spPr>
          <a:xfrm>
            <a:off x="6768360" y="21747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55" name=""/>
          <p:cNvSpPr/>
          <p:nvPr/>
        </p:nvSpPr>
        <p:spPr>
          <a:xfrm>
            <a:off x="6772320" y="2173320"/>
            <a:ext cx="2160" cy="2880"/>
          </a:xfrm>
          <a:custGeom>
            <a:avLst/>
            <a:gdLst/>
            <a:ahLst/>
            <a:rect l="0" t="0" r="r" b="b"/>
            <a:pathLst>
              <a:path w="6" h="8">
                <a:moveTo>
                  <a:pt x="2" y="1"/>
                </a:moveTo>
                <a:lnTo>
                  <a:pt x="3" y="1"/>
                </a:lnTo>
                <a:lnTo>
                  <a:pt x="3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4" y="6"/>
                </a:lnTo>
                <a:lnTo>
                  <a:pt x="5" y="6"/>
                </a:lnTo>
                <a:lnTo>
                  <a:pt x="5" y="7"/>
                </a:lnTo>
                <a:lnTo>
                  <a:pt x="4" y="6"/>
                </a:lnTo>
                <a:lnTo>
                  <a:pt x="4" y="7"/>
                </a:lnTo>
                <a:lnTo>
                  <a:pt x="4" y="8"/>
                </a:lnTo>
                <a:lnTo>
                  <a:pt x="4" y="7"/>
                </a:lnTo>
                <a:lnTo>
                  <a:pt x="3" y="7"/>
                </a:lnTo>
                <a:lnTo>
                  <a:pt x="3" y="8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56" name=""/>
          <p:cNvSpPr/>
          <p:nvPr/>
        </p:nvSpPr>
        <p:spPr>
          <a:xfrm>
            <a:off x="6769440" y="21740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1"/>
                </a:moveTo>
                <a:lnTo>
                  <a:pt x="2" y="1"/>
                </a:lnTo>
                <a:lnTo>
                  <a:pt x="3" y="1"/>
                </a:lnTo>
                <a:lnTo>
                  <a:pt x="3" y="3"/>
                </a:ln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57" name=""/>
          <p:cNvSpPr/>
          <p:nvPr/>
        </p:nvSpPr>
        <p:spPr>
          <a:xfrm>
            <a:off x="6773760" y="21733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58" name=""/>
          <p:cNvSpPr/>
          <p:nvPr/>
        </p:nvSpPr>
        <p:spPr>
          <a:xfrm>
            <a:off x="6773760" y="21733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59" name=""/>
          <p:cNvSpPr/>
          <p:nvPr/>
        </p:nvSpPr>
        <p:spPr>
          <a:xfrm>
            <a:off x="6772680" y="2171520"/>
            <a:ext cx="5040" cy="3960"/>
          </a:xfrm>
          <a:custGeom>
            <a:avLst/>
            <a:gdLst/>
            <a:ahLst/>
            <a:rect l="0" t="0" r="r" b="b"/>
            <a:pathLst>
              <a:path w="14" h="11">
                <a:moveTo>
                  <a:pt x="12" y="1"/>
                </a:moveTo>
                <a:lnTo>
                  <a:pt x="13" y="2"/>
                </a:lnTo>
                <a:lnTo>
                  <a:pt x="12" y="2"/>
                </a:lnTo>
                <a:lnTo>
                  <a:pt x="13" y="2"/>
                </a:lnTo>
                <a:lnTo>
                  <a:pt x="14" y="4"/>
                </a:lnTo>
                <a:lnTo>
                  <a:pt x="14" y="5"/>
                </a:lnTo>
                <a:lnTo>
                  <a:pt x="13" y="6"/>
                </a:lnTo>
                <a:lnTo>
                  <a:pt x="13" y="5"/>
                </a:lnTo>
                <a:lnTo>
                  <a:pt x="13" y="6"/>
                </a:lnTo>
                <a:lnTo>
                  <a:pt x="14" y="7"/>
                </a:lnTo>
                <a:lnTo>
                  <a:pt x="13" y="7"/>
                </a:lnTo>
                <a:lnTo>
                  <a:pt x="13" y="8"/>
                </a:lnTo>
                <a:lnTo>
                  <a:pt x="14" y="8"/>
                </a:lnTo>
                <a:lnTo>
                  <a:pt x="14" y="9"/>
                </a:lnTo>
                <a:lnTo>
                  <a:pt x="14" y="10"/>
                </a:lnTo>
                <a:lnTo>
                  <a:pt x="14" y="9"/>
                </a:lnTo>
                <a:lnTo>
                  <a:pt x="13" y="9"/>
                </a:lnTo>
                <a:lnTo>
                  <a:pt x="13" y="10"/>
                </a:lnTo>
                <a:lnTo>
                  <a:pt x="13" y="9"/>
                </a:lnTo>
                <a:lnTo>
                  <a:pt x="12" y="9"/>
                </a:lnTo>
                <a:lnTo>
                  <a:pt x="13" y="9"/>
                </a:lnTo>
                <a:lnTo>
                  <a:pt x="12" y="9"/>
                </a:lnTo>
                <a:lnTo>
                  <a:pt x="12" y="8"/>
                </a:lnTo>
                <a:lnTo>
                  <a:pt x="12" y="7"/>
                </a:lnTo>
                <a:lnTo>
                  <a:pt x="12" y="6"/>
                </a:lnTo>
                <a:lnTo>
                  <a:pt x="11" y="6"/>
                </a:lnTo>
                <a:lnTo>
                  <a:pt x="11" y="7"/>
                </a:lnTo>
                <a:lnTo>
                  <a:pt x="10" y="7"/>
                </a:lnTo>
                <a:lnTo>
                  <a:pt x="10" y="8"/>
                </a:lnTo>
                <a:lnTo>
                  <a:pt x="10" y="9"/>
                </a:lnTo>
                <a:lnTo>
                  <a:pt x="11" y="9"/>
                </a:lnTo>
                <a:lnTo>
                  <a:pt x="10" y="9"/>
                </a:lnTo>
                <a:lnTo>
                  <a:pt x="10" y="10"/>
                </a:lnTo>
                <a:lnTo>
                  <a:pt x="11" y="10"/>
                </a:lnTo>
                <a:lnTo>
                  <a:pt x="11" y="11"/>
                </a:lnTo>
                <a:lnTo>
                  <a:pt x="10" y="11"/>
                </a:lnTo>
                <a:lnTo>
                  <a:pt x="10" y="9"/>
                </a:lnTo>
                <a:lnTo>
                  <a:pt x="10" y="8"/>
                </a:lnTo>
                <a:lnTo>
                  <a:pt x="9" y="9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8" y="8"/>
                </a:lnTo>
                <a:lnTo>
                  <a:pt x="9" y="7"/>
                </a:lnTo>
                <a:lnTo>
                  <a:pt x="8" y="7"/>
                </a:lnTo>
                <a:lnTo>
                  <a:pt x="8" y="6"/>
                </a:lnTo>
                <a:lnTo>
                  <a:pt x="8" y="7"/>
                </a:lnTo>
                <a:lnTo>
                  <a:pt x="8" y="6"/>
                </a:lnTo>
                <a:lnTo>
                  <a:pt x="7" y="6"/>
                </a:lnTo>
                <a:lnTo>
                  <a:pt x="8" y="6"/>
                </a:lnTo>
                <a:lnTo>
                  <a:pt x="7" y="6"/>
                </a:lnTo>
                <a:lnTo>
                  <a:pt x="6" y="7"/>
                </a:lnTo>
                <a:lnTo>
                  <a:pt x="4" y="6"/>
                </a:lnTo>
                <a:lnTo>
                  <a:pt x="6" y="6"/>
                </a:lnTo>
                <a:lnTo>
                  <a:pt x="4" y="6"/>
                </a:lnTo>
                <a:lnTo>
                  <a:pt x="4" y="5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lnTo>
                  <a:pt x="4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lnTo>
                  <a:pt x="1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60" name=""/>
          <p:cNvSpPr/>
          <p:nvPr/>
        </p:nvSpPr>
        <p:spPr>
          <a:xfrm>
            <a:off x="6769800" y="2172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61" name=""/>
          <p:cNvSpPr/>
          <p:nvPr/>
        </p:nvSpPr>
        <p:spPr>
          <a:xfrm>
            <a:off x="6770520" y="21726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62" name=""/>
          <p:cNvSpPr/>
          <p:nvPr/>
        </p:nvSpPr>
        <p:spPr>
          <a:xfrm>
            <a:off x="6763680" y="2169360"/>
            <a:ext cx="7560" cy="6120"/>
          </a:xfrm>
          <a:custGeom>
            <a:avLst/>
            <a:gdLst/>
            <a:ahLst/>
            <a:rect l="0" t="0" r="r" b="b"/>
            <a:pathLst>
              <a:path w="21" h="17">
                <a:moveTo>
                  <a:pt x="20" y="0"/>
                </a:moveTo>
                <a:lnTo>
                  <a:pt x="21" y="1"/>
                </a:lnTo>
                <a:lnTo>
                  <a:pt x="21" y="2"/>
                </a:lnTo>
                <a:lnTo>
                  <a:pt x="20" y="3"/>
                </a:lnTo>
                <a:lnTo>
                  <a:pt x="21" y="3"/>
                </a:lnTo>
                <a:lnTo>
                  <a:pt x="21" y="4"/>
                </a:lnTo>
                <a:lnTo>
                  <a:pt x="20" y="4"/>
                </a:lnTo>
                <a:lnTo>
                  <a:pt x="19" y="4"/>
                </a:lnTo>
                <a:lnTo>
                  <a:pt x="18" y="4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7" y="6"/>
                </a:lnTo>
                <a:lnTo>
                  <a:pt x="18" y="7"/>
                </a:lnTo>
                <a:lnTo>
                  <a:pt x="18" y="8"/>
                </a:lnTo>
                <a:lnTo>
                  <a:pt x="17" y="8"/>
                </a:lnTo>
                <a:lnTo>
                  <a:pt x="17" y="9"/>
                </a:lnTo>
                <a:lnTo>
                  <a:pt x="17" y="8"/>
                </a:lnTo>
                <a:lnTo>
                  <a:pt x="16" y="8"/>
                </a:lnTo>
                <a:lnTo>
                  <a:pt x="15" y="8"/>
                </a:lnTo>
                <a:lnTo>
                  <a:pt x="15" y="9"/>
                </a:lnTo>
                <a:lnTo>
                  <a:pt x="16" y="8"/>
                </a:lnTo>
                <a:lnTo>
                  <a:pt x="16" y="9"/>
                </a:lnTo>
                <a:lnTo>
                  <a:pt x="17" y="10"/>
                </a:lnTo>
                <a:lnTo>
                  <a:pt x="16" y="10"/>
                </a:lnTo>
                <a:lnTo>
                  <a:pt x="16" y="11"/>
                </a:lnTo>
                <a:lnTo>
                  <a:pt x="15" y="11"/>
                </a:lnTo>
                <a:lnTo>
                  <a:pt x="16" y="11"/>
                </a:lnTo>
                <a:lnTo>
                  <a:pt x="16" y="13"/>
                </a:lnTo>
                <a:lnTo>
                  <a:pt x="17" y="13"/>
                </a:lnTo>
                <a:lnTo>
                  <a:pt x="17" y="14"/>
                </a:lnTo>
                <a:lnTo>
                  <a:pt x="16" y="14"/>
                </a:lnTo>
                <a:lnTo>
                  <a:pt x="16" y="15"/>
                </a:lnTo>
                <a:lnTo>
                  <a:pt x="16" y="14"/>
                </a:lnTo>
                <a:lnTo>
                  <a:pt x="15" y="14"/>
                </a:lnTo>
                <a:lnTo>
                  <a:pt x="15" y="15"/>
                </a:lnTo>
                <a:lnTo>
                  <a:pt x="14" y="15"/>
                </a:lnTo>
                <a:lnTo>
                  <a:pt x="14" y="14"/>
                </a:lnTo>
                <a:lnTo>
                  <a:pt x="14" y="13"/>
                </a:lnTo>
                <a:lnTo>
                  <a:pt x="14" y="11"/>
                </a:lnTo>
                <a:lnTo>
                  <a:pt x="12" y="11"/>
                </a:lnTo>
                <a:lnTo>
                  <a:pt x="11" y="13"/>
                </a:lnTo>
                <a:lnTo>
                  <a:pt x="10" y="13"/>
                </a:lnTo>
                <a:lnTo>
                  <a:pt x="9" y="13"/>
                </a:lnTo>
                <a:lnTo>
                  <a:pt x="9" y="14"/>
                </a:lnTo>
                <a:lnTo>
                  <a:pt x="8" y="14"/>
                </a:lnTo>
                <a:lnTo>
                  <a:pt x="7" y="14"/>
                </a:lnTo>
                <a:lnTo>
                  <a:pt x="8" y="14"/>
                </a:lnTo>
                <a:lnTo>
                  <a:pt x="8" y="15"/>
                </a:lnTo>
                <a:lnTo>
                  <a:pt x="8" y="14"/>
                </a:lnTo>
                <a:lnTo>
                  <a:pt x="8" y="15"/>
                </a:lnTo>
                <a:lnTo>
                  <a:pt x="8" y="16"/>
                </a:lnTo>
                <a:lnTo>
                  <a:pt x="7" y="15"/>
                </a:lnTo>
                <a:lnTo>
                  <a:pt x="7" y="16"/>
                </a:lnTo>
                <a:lnTo>
                  <a:pt x="6" y="15"/>
                </a:lnTo>
                <a:lnTo>
                  <a:pt x="5" y="15"/>
                </a:lnTo>
                <a:lnTo>
                  <a:pt x="5" y="14"/>
                </a:lnTo>
                <a:lnTo>
                  <a:pt x="6" y="14"/>
                </a:lnTo>
                <a:lnTo>
                  <a:pt x="5" y="14"/>
                </a:lnTo>
                <a:lnTo>
                  <a:pt x="4" y="14"/>
                </a:lnTo>
                <a:lnTo>
                  <a:pt x="4" y="15"/>
                </a:lnTo>
                <a:lnTo>
                  <a:pt x="3" y="15"/>
                </a:lnTo>
                <a:lnTo>
                  <a:pt x="3" y="16"/>
                </a:lnTo>
                <a:lnTo>
                  <a:pt x="2" y="16"/>
                </a:lnTo>
                <a:lnTo>
                  <a:pt x="1" y="16"/>
                </a:lnTo>
                <a:lnTo>
                  <a:pt x="1" y="17"/>
                </a:lnTo>
                <a:lnTo>
                  <a:pt x="2" y="17"/>
                </a:lnTo>
                <a:lnTo>
                  <a:pt x="1" y="17"/>
                </a:lnTo>
                <a:lnTo>
                  <a:pt x="1" y="16"/>
                </a:lnTo>
                <a:lnTo>
                  <a:pt x="1" y="15"/>
                </a:lnTo>
                <a:lnTo>
                  <a:pt x="0" y="15"/>
                </a:lnTo>
                <a:lnTo>
                  <a:pt x="1" y="15"/>
                </a:lnTo>
                <a:lnTo>
                  <a:pt x="0" y="14"/>
                </a:lnTo>
                <a:lnTo>
                  <a:pt x="0" y="13"/>
                </a:lnTo>
                <a:lnTo>
                  <a:pt x="1" y="13"/>
                </a:lnTo>
                <a:lnTo>
                  <a:pt x="1" y="11"/>
                </a:lnTo>
                <a:lnTo>
                  <a:pt x="2" y="11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2" y="9"/>
                </a:lnTo>
                <a:lnTo>
                  <a:pt x="3" y="9"/>
                </a:lnTo>
                <a:lnTo>
                  <a:pt x="3" y="8"/>
                </a:lnTo>
                <a:lnTo>
                  <a:pt x="4" y="8"/>
                </a:lnTo>
                <a:lnTo>
                  <a:pt x="5" y="8"/>
                </a:lnTo>
                <a:lnTo>
                  <a:pt x="4" y="8"/>
                </a:lnTo>
                <a:lnTo>
                  <a:pt x="5" y="7"/>
                </a:lnTo>
                <a:lnTo>
                  <a:pt x="5" y="6"/>
                </a:lnTo>
                <a:lnTo>
                  <a:pt x="6" y="6"/>
                </a:lnTo>
                <a:lnTo>
                  <a:pt x="7" y="6"/>
                </a:lnTo>
                <a:lnTo>
                  <a:pt x="8" y="6"/>
                </a:lnTo>
                <a:lnTo>
                  <a:pt x="8" y="7"/>
                </a:lnTo>
                <a:lnTo>
                  <a:pt x="9" y="7"/>
                </a:lnTo>
                <a:lnTo>
                  <a:pt x="9" y="6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lnTo>
                  <a:pt x="14" y="5"/>
                </a:lnTo>
                <a:lnTo>
                  <a:pt x="14" y="4"/>
                </a:lnTo>
                <a:lnTo>
                  <a:pt x="15" y="4"/>
                </a:lnTo>
                <a:lnTo>
                  <a:pt x="16" y="3"/>
                </a:lnTo>
                <a:lnTo>
                  <a:pt x="17" y="2"/>
                </a:lnTo>
                <a:lnTo>
                  <a:pt x="18" y="2"/>
                </a:lnTo>
                <a:lnTo>
                  <a:pt x="17" y="2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2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63" name=""/>
          <p:cNvSpPr/>
          <p:nvPr/>
        </p:nvSpPr>
        <p:spPr>
          <a:xfrm>
            <a:off x="6770160" y="21715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64" name=""/>
          <p:cNvSpPr/>
          <p:nvPr/>
        </p:nvSpPr>
        <p:spPr>
          <a:xfrm>
            <a:off x="6765480" y="217044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6" y="0"/>
                </a:move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6" y="1"/>
                </a:lnTo>
                <a:lnTo>
                  <a:pt x="5" y="1"/>
                </a:lnTo>
                <a:lnTo>
                  <a:pt x="5" y="2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5" y="0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65" name=""/>
          <p:cNvSpPr/>
          <p:nvPr/>
        </p:nvSpPr>
        <p:spPr>
          <a:xfrm>
            <a:off x="6771600" y="21690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2"/>
                </a:move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0" y="2"/>
                </a:lnTo>
                <a:lnTo>
                  <a:pt x="0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66" name=""/>
          <p:cNvSpPr/>
          <p:nvPr/>
        </p:nvSpPr>
        <p:spPr>
          <a:xfrm>
            <a:off x="6770880" y="21690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67" name=""/>
          <p:cNvSpPr/>
          <p:nvPr/>
        </p:nvSpPr>
        <p:spPr>
          <a:xfrm>
            <a:off x="6765120" y="2168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68" name=""/>
          <p:cNvSpPr/>
          <p:nvPr/>
        </p:nvSpPr>
        <p:spPr>
          <a:xfrm>
            <a:off x="6765840" y="2161440"/>
            <a:ext cx="16560" cy="11520"/>
          </a:xfrm>
          <a:custGeom>
            <a:avLst/>
            <a:gdLst/>
            <a:ahLst/>
            <a:rect l="0" t="0" r="r" b="b"/>
            <a:pathLst>
              <a:path w="46" h="32">
                <a:moveTo>
                  <a:pt x="24" y="1"/>
                </a:moveTo>
                <a:lnTo>
                  <a:pt x="25" y="1"/>
                </a:lnTo>
                <a:lnTo>
                  <a:pt x="26" y="1"/>
                </a:lnTo>
                <a:lnTo>
                  <a:pt x="28" y="1"/>
                </a:lnTo>
                <a:lnTo>
                  <a:pt x="29" y="2"/>
                </a:lnTo>
                <a:lnTo>
                  <a:pt x="28" y="2"/>
                </a:lnTo>
                <a:lnTo>
                  <a:pt x="28" y="3"/>
                </a:lnTo>
                <a:lnTo>
                  <a:pt x="27" y="3"/>
                </a:lnTo>
                <a:lnTo>
                  <a:pt x="27" y="4"/>
                </a:lnTo>
                <a:lnTo>
                  <a:pt x="28" y="4"/>
                </a:lnTo>
                <a:lnTo>
                  <a:pt x="30" y="3"/>
                </a:lnTo>
                <a:lnTo>
                  <a:pt x="30" y="2"/>
                </a:lnTo>
                <a:lnTo>
                  <a:pt x="31" y="2"/>
                </a:lnTo>
                <a:lnTo>
                  <a:pt x="32" y="2"/>
                </a:lnTo>
                <a:lnTo>
                  <a:pt x="33" y="3"/>
                </a:lnTo>
                <a:lnTo>
                  <a:pt x="32" y="3"/>
                </a:lnTo>
                <a:lnTo>
                  <a:pt x="32" y="4"/>
                </a:lnTo>
                <a:lnTo>
                  <a:pt x="33" y="4"/>
                </a:lnTo>
                <a:lnTo>
                  <a:pt x="34" y="4"/>
                </a:lnTo>
                <a:lnTo>
                  <a:pt x="34" y="5"/>
                </a:lnTo>
                <a:lnTo>
                  <a:pt x="33" y="5"/>
                </a:lnTo>
                <a:lnTo>
                  <a:pt x="33" y="6"/>
                </a:lnTo>
                <a:lnTo>
                  <a:pt x="34" y="6"/>
                </a:lnTo>
                <a:lnTo>
                  <a:pt x="35" y="6"/>
                </a:lnTo>
                <a:lnTo>
                  <a:pt x="36" y="7"/>
                </a:lnTo>
                <a:lnTo>
                  <a:pt x="37" y="6"/>
                </a:lnTo>
                <a:lnTo>
                  <a:pt x="38" y="6"/>
                </a:lnTo>
                <a:lnTo>
                  <a:pt x="40" y="6"/>
                </a:lnTo>
                <a:lnTo>
                  <a:pt x="40" y="5"/>
                </a:lnTo>
                <a:lnTo>
                  <a:pt x="40" y="6"/>
                </a:lnTo>
                <a:lnTo>
                  <a:pt x="38" y="6"/>
                </a:lnTo>
                <a:lnTo>
                  <a:pt x="38" y="7"/>
                </a:lnTo>
                <a:lnTo>
                  <a:pt x="37" y="8"/>
                </a:lnTo>
                <a:lnTo>
                  <a:pt x="36" y="8"/>
                </a:lnTo>
                <a:lnTo>
                  <a:pt x="35" y="9"/>
                </a:lnTo>
                <a:lnTo>
                  <a:pt x="33" y="10"/>
                </a:lnTo>
                <a:lnTo>
                  <a:pt x="32" y="12"/>
                </a:lnTo>
                <a:lnTo>
                  <a:pt x="31" y="12"/>
                </a:lnTo>
                <a:lnTo>
                  <a:pt x="30" y="10"/>
                </a:lnTo>
                <a:lnTo>
                  <a:pt x="30" y="9"/>
                </a:lnTo>
                <a:lnTo>
                  <a:pt x="28" y="9"/>
                </a:lnTo>
                <a:lnTo>
                  <a:pt x="28" y="10"/>
                </a:lnTo>
                <a:lnTo>
                  <a:pt x="27" y="12"/>
                </a:lnTo>
                <a:lnTo>
                  <a:pt x="26" y="12"/>
                </a:lnTo>
                <a:lnTo>
                  <a:pt x="26" y="13"/>
                </a:lnTo>
                <a:lnTo>
                  <a:pt x="25" y="12"/>
                </a:lnTo>
                <a:lnTo>
                  <a:pt x="25" y="13"/>
                </a:lnTo>
                <a:lnTo>
                  <a:pt x="25" y="14"/>
                </a:lnTo>
                <a:lnTo>
                  <a:pt x="26" y="14"/>
                </a:lnTo>
                <a:lnTo>
                  <a:pt x="27" y="14"/>
                </a:lnTo>
                <a:lnTo>
                  <a:pt x="28" y="15"/>
                </a:lnTo>
                <a:lnTo>
                  <a:pt x="28" y="17"/>
                </a:lnTo>
                <a:lnTo>
                  <a:pt x="29" y="17"/>
                </a:lnTo>
                <a:lnTo>
                  <a:pt x="29" y="16"/>
                </a:lnTo>
                <a:lnTo>
                  <a:pt x="29" y="15"/>
                </a:lnTo>
                <a:lnTo>
                  <a:pt x="30" y="14"/>
                </a:lnTo>
                <a:lnTo>
                  <a:pt x="31" y="14"/>
                </a:lnTo>
                <a:lnTo>
                  <a:pt x="32" y="14"/>
                </a:lnTo>
                <a:lnTo>
                  <a:pt x="33" y="14"/>
                </a:lnTo>
                <a:lnTo>
                  <a:pt x="33" y="15"/>
                </a:lnTo>
                <a:lnTo>
                  <a:pt x="33" y="16"/>
                </a:lnTo>
                <a:lnTo>
                  <a:pt x="34" y="16"/>
                </a:lnTo>
                <a:lnTo>
                  <a:pt x="34" y="15"/>
                </a:lnTo>
                <a:lnTo>
                  <a:pt x="34" y="14"/>
                </a:lnTo>
                <a:lnTo>
                  <a:pt x="34" y="13"/>
                </a:lnTo>
                <a:lnTo>
                  <a:pt x="34" y="12"/>
                </a:lnTo>
                <a:lnTo>
                  <a:pt x="35" y="12"/>
                </a:lnTo>
                <a:lnTo>
                  <a:pt x="36" y="12"/>
                </a:lnTo>
                <a:lnTo>
                  <a:pt x="36" y="10"/>
                </a:lnTo>
                <a:lnTo>
                  <a:pt x="37" y="9"/>
                </a:lnTo>
                <a:lnTo>
                  <a:pt x="38" y="9"/>
                </a:lnTo>
                <a:lnTo>
                  <a:pt x="38" y="10"/>
                </a:lnTo>
                <a:lnTo>
                  <a:pt x="38" y="12"/>
                </a:lnTo>
                <a:lnTo>
                  <a:pt x="40" y="12"/>
                </a:lnTo>
                <a:lnTo>
                  <a:pt x="40" y="10"/>
                </a:lnTo>
                <a:lnTo>
                  <a:pt x="40" y="9"/>
                </a:lnTo>
                <a:lnTo>
                  <a:pt x="41" y="9"/>
                </a:lnTo>
                <a:lnTo>
                  <a:pt x="41" y="10"/>
                </a:lnTo>
                <a:lnTo>
                  <a:pt x="41" y="12"/>
                </a:lnTo>
                <a:lnTo>
                  <a:pt x="40" y="12"/>
                </a:lnTo>
                <a:lnTo>
                  <a:pt x="40" y="13"/>
                </a:lnTo>
                <a:lnTo>
                  <a:pt x="40" y="14"/>
                </a:lnTo>
                <a:lnTo>
                  <a:pt x="40" y="15"/>
                </a:lnTo>
                <a:lnTo>
                  <a:pt x="41" y="14"/>
                </a:lnTo>
                <a:lnTo>
                  <a:pt x="40" y="14"/>
                </a:lnTo>
                <a:lnTo>
                  <a:pt x="41" y="14"/>
                </a:lnTo>
                <a:lnTo>
                  <a:pt x="41" y="15"/>
                </a:lnTo>
                <a:lnTo>
                  <a:pt x="41" y="16"/>
                </a:lnTo>
                <a:lnTo>
                  <a:pt x="42" y="16"/>
                </a:lnTo>
                <a:lnTo>
                  <a:pt x="42" y="15"/>
                </a:lnTo>
                <a:lnTo>
                  <a:pt x="42" y="14"/>
                </a:lnTo>
                <a:lnTo>
                  <a:pt x="42" y="13"/>
                </a:lnTo>
                <a:lnTo>
                  <a:pt x="42" y="12"/>
                </a:lnTo>
                <a:lnTo>
                  <a:pt x="43" y="12"/>
                </a:lnTo>
                <a:lnTo>
                  <a:pt x="43" y="13"/>
                </a:lnTo>
                <a:lnTo>
                  <a:pt x="43" y="14"/>
                </a:lnTo>
                <a:lnTo>
                  <a:pt x="44" y="14"/>
                </a:lnTo>
                <a:lnTo>
                  <a:pt x="45" y="14"/>
                </a:lnTo>
                <a:lnTo>
                  <a:pt x="46" y="14"/>
                </a:lnTo>
                <a:lnTo>
                  <a:pt x="46" y="15"/>
                </a:lnTo>
                <a:lnTo>
                  <a:pt x="45" y="15"/>
                </a:lnTo>
                <a:lnTo>
                  <a:pt x="46" y="15"/>
                </a:lnTo>
                <a:lnTo>
                  <a:pt x="46" y="16"/>
                </a:lnTo>
                <a:lnTo>
                  <a:pt x="46" y="17"/>
                </a:lnTo>
                <a:lnTo>
                  <a:pt x="45" y="16"/>
                </a:lnTo>
                <a:lnTo>
                  <a:pt x="44" y="16"/>
                </a:lnTo>
                <a:lnTo>
                  <a:pt x="43" y="17"/>
                </a:lnTo>
                <a:lnTo>
                  <a:pt x="43" y="18"/>
                </a:lnTo>
                <a:lnTo>
                  <a:pt x="44" y="18"/>
                </a:lnTo>
                <a:lnTo>
                  <a:pt x="44" y="19"/>
                </a:lnTo>
                <a:lnTo>
                  <a:pt x="45" y="19"/>
                </a:lnTo>
                <a:lnTo>
                  <a:pt x="45" y="21"/>
                </a:lnTo>
                <a:lnTo>
                  <a:pt x="44" y="20"/>
                </a:lnTo>
                <a:lnTo>
                  <a:pt x="43" y="21"/>
                </a:lnTo>
                <a:lnTo>
                  <a:pt x="44" y="21"/>
                </a:lnTo>
                <a:lnTo>
                  <a:pt x="44" y="22"/>
                </a:lnTo>
                <a:lnTo>
                  <a:pt x="43" y="22"/>
                </a:lnTo>
                <a:lnTo>
                  <a:pt x="43" y="23"/>
                </a:lnTo>
                <a:lnTo>
                  <a:pt x="43" y="22"/>
                </a:lnTo>
                <a:lnTo>
                  <a:pt x="42" y="23"/>
                </a:lnTo>
                <a:lnTo>
                  <a:pt x="42" y="24"/>
                </a:lnTo>
                <a:lnTo>
                  <a:pt x="41" y="23"/>
                </a:lnTo>
                <a:lnTo>
                  <a:pt x="40" y="23"/>
                </a:lnTo>
                <a:lnTo>
                  <a:pt x="40" y="22"/>
                </a:lnTo>
                <a:lnTo>
                  <a:pt x="38" y="22"/>
                </a:lnTo>
                <a:lnTo>
                  <a:pt x="38" y="21"/>
                </a:lnTo>
                <a:lnTo>
                  <a:pt x="40" y="21"/>
                </a:lnTo>
                <a:lnTo>
                  <a:pt x="40" y="20"/>
                </a:lnTo>
                <a:lnTo>
                  <a:pt x="37" y="20"/>
                </a:lnTo>
                <a:lnTo>
                  <a:pt x="37" y="19"/>
                </a:lnTo>
                <a:lnTo>
                  <a:pt x="36" y="19"/>
                </a:lnTo>
                <a:lnTo>
                  <a:pt x="35" y="19"/>
                </a:lnTo>
                <a:lnTo>
                  <a:pt x="35" y="18"/>
                </a:lnTo>
                <a:lnTo>
                  <a:pt x="34" y="18"/>
                </a:lnTo>
                <a:lnTo>
                  <a:pt x="34" y="19"/>
                </a:lnTo>
                <a:lnTo>
                  <a:pt x="33" y="19"/>
                </a:lnTo>
                <a:lnTo>
                  <a:pt x="33" y="20"/>
                </a:lnTo>
                <a:lnTo>
                  <a:pt x="33" y="21"/>
                </a:lnTo>
                <a:lnTo>
                  <a:pt x="33" y="22"/>
                </a:lnTo>
                <a:lnTo>
                  <a:pt x="34" y="22"/>
                </a:lnTo>
                <a:lnTo>
                  <a:pt x="33" y="23"/>
                </a:lnTo>
                <a:lnTo>
                  <a:pt x="33" y="22"/>
                </a:lnTo>
                <a:lnTo>
                  <a:pt x="33" y="21"/>
                </a:lnTo>
                <a:lnTo>
                  <a:pt x="32" y="21"/>
                </a:lnTo>
                <a:lnTo>
                  <a:pt x="33" y="21"/>
                </a:lnTo>
                <a:lnTo>
                  <a:pt x="32" y="21"/>
                </a:lnTo>
                <a:lnTo>
                  <a:pt x="32" y="22"/>
                </a:lnTo>
                <a:lnTo>
                  <a:pt x="31" y="23"/>
                </a:lnTo>
                <a:lnTo>
                  <a:pt x="32" y="23"/>
                </a:lnTo>
                <a:lnTo>
                  <a:pt x="33" y="23"/>
                </a:lnTo>
                <a:lnTo>
                  <a:pt x="33" y="24"/>
                </a:lnTo>
                <a:lnTo>
                  <a:pt x="33" y="26"/>
                </a:lnTo>
                <a:lnTo>
                  <a:pt x="34" y="26"/>
                </a:lnTo>
                <a:lnTo>
                  <a:pt x="35" y="27"/>
                </a:lnTo>
                <a:lnTo>
                  <a:pt x="36" y="27"/>
                </a:lnTo>
                <a:lnTo>
                  <a:pt x="37" y="28"/>
                </a:lnTo>
                <a:lnTo>
                  <a:pt x="37" y="29"/>
                </a:lnTo>
                <a:lnTo>
                  <a:pt x="36" y="29"/>
                </a:lnTo>
                <a:lnTo>
                  <a:pt x="35" y="29"/>
                </a:lnTo>
                <a:lnTo>
                  <a:pt x="35" y="30"/>
                </a:lnTo>
                <a:lnTo>
                  <a:pt x="35" y="31"/>
                </a:lnTo>
                <a:lnTo>
                  <a:pt x="36" y="30"/>
                </a:lnTo>
                <a:lnTo>
                  <a:pt x="36" y="31"/>
                </a:lnTo>
                <a:lnTo>
                  <a:pt x="36" y="32"/>
                </a:lnTo>
                <a:lnTo>
                  <a:pt x="35" y="32"/>
                </a:lnTo>
                <a:lnTo>
                  <a:pt x="35" y="31"/>
                </a:lnTo>
                <a:lnTo>
                  <a:pt x="34" y="31"/>
                </a:lnTo>
                <a:lnTo>
                  <a:pt x="34" y="32"/>
                </a:lnTo>
                <a:lnTo>
                  <a:pt x="33" y="32"/>
                </a:lnTo>
                <a:lnTo>
                  <a:pt x="33" y="31"/>
                </a:lnTo>
                <a:lnTo>
                  <a:pt x="33" y="30"/>
                </a:lnTo>
                <a:lnTo>
                  <a:pt x="33" y="29"/>
                </a:lnTo>
                <a:lnTo>
                  <a:pt x="32" y="28"/>
                </a:lnTo>
                <a:lnTo>
                  <a:pt x="31" y="30"/>
                </a:lnTo>
                <a:lnTo>
                  <a:pt x="30" y="30"/>
                </a:lnTo>
                <a:lnTo>
                  <a:pt x="30" y="29"/>
                </a:lnTo>
                <a:lnTo>
                  <a:pt x="29" y="28"/>
                </a:lnTo>
                <a:lnTo>
                  <a:pt x="29" y="27"/>
                </a:lnTo>
                <a:lnTo>
                  <a:pt x="28" y="28"/>
                </a:lnTo>
                <a:lnTo>
                  <a:pt x="26" y="26"/>
                </a:lnTo>
                <a:lnTo>
                  <a:pt x="26" y="27"/>
                </a:lnTo>
                <a:lnTo>
                  <a:pt x="26" y="28"/>
                </a:lnTo>
                <a:lnTo>
                  <a:pt x="25" y="28"/>
                </a:lnTo>
                <a:lnTo>
                  <a:pt x="25" y="29"/>
                </a:lnTo>
                <a:lnTo>
                  <a:pt x="24" y="29"/>
                </a:lnTo>
                <a:lnTo>
                  <a:pt x="23" y="29"/>
                </a:lnTo>
                <a:lnTo>
                  <a:pt x="23" y="28"/>
                </a:lnTo>
                <a:lnTo>
                  <a:pt x="23" y="27"/>
                </a:lnTo>
                <a:lnTo>
                  <a:pt x="23" y="26"/>
                </a:lnTo>
                <a:lnTo>
                  <a:pt x="22" y="26"/>
                </a:lnTo>
                <a:lnTo>
                  <a:pt x="21" y="26"/>
                </a:lnTo>
                <a:lnTo>
                  <a:pt x="20" y="26"/>
                </a:lnTo>
                <a:lnTo>
                  <a:pt x="20" y="25"/>
                </a:lnTo>
                <a:lnTo>
                  <a:pt x="20" y="24"/>
                </a:lnTo>
                <a:lnTo>
                  <a:pt x="19" y="23"/>
                </a:lnTo>
                <a:lnTo>
                  <a:pt x="19" y="22"/>
                </a:lnTo>
                <a:lnTo>
                  <a:pt x="19" y="21"/>
                </a:lnTo>
                <a:lnTo>
                  <a:pt x="18" y="21"/>
                </a:lnTo>
                <a:lnTo>
                  <a:pt x="17" y="21"/>
                </a:lnTo>
                <a:lnTo>
                  <a:pt x="16" y="21"/>
                </a:lnTo>
                <a:lnTo>
                  <a:pt x="15" y="21"/>
                </a:lnTo>
                <a:lnTo>
                  <a:pt x="15" y="22"/>
                </a:lnTo>
                <a:lnTo>
                  <a:pt x="14" y="22"/>
                </a:lnTo>
                <a:lnTo>
                  <a:pt x="14" y="21"/>
                </a:lnTo>
                <a:lnTo>
                  <a:pt x="14" y="22"/>
                </a:lnTo>
                <a:lnTo>
                  <a:pt x="13" y="22"/>
                </a:lnTo>
                <a:lnTo>
                  <a:pt x="12" y="22"/>
                </a:lnTo>
                <a:lnTo>
                  <a:pt x="11" y="22"/>
                </a:lnTo>
                <a:lnTo>
                  <a:pt x="10" y="22"/>
                </a:lnTo>
                <a:lnTo>
                  <a:pt x="10" y="21"/>
                </a:lnTo>
                <a:lnTo>
                  <a:pt x="9" y="21"/>
                </a:lnTo>
                <a:lnTo>
                  <a:pt x="9" y="22"/>
                </a:lnTo>
                <a:lnTo>
                  <a:pt x="8" y="22"/>
                </a:lnTo>
                <a:lnTo>
                  <a:pt x="7" y="20"/>
                </a:lnTo>
                <a:lnTo>
                  <a:pt x="6" y="20"/>
                </a:lnTo>
                <a:lnTo>
                  <a:pt x="6" y="21"/>
                </a:lnTo>
                <a:lnTo>
                  <a:pt x="5" y="21"/>
                </a:lnTo>
                <a:lnTo>
                  <a:pt x="4" y="21"/>
                </a:lnTo>
                <a:lnTo>
                  <a:pt x="4" y="22"/>
                </a:lnTo>
                <a:lnTo>
                  <a:pt x="3" y="22"/>
                </a:lnTo>
                <a:lnTo>
                  <a:pt x="2" y="22"/>
                </a:lnTo>
                <a:lnTo>
                  <a:pt x="2" y="21"/>
                </a:lnTo>
                <a:lnTo>
                  <a:pt x="1" y="20"/>
                </a:lnTo>
                <a:lnTo>
                  <a:pt x="2" y="20"/>
                </a:lnTo>
                <a:lnTo>
                  <a:pt x="2" y="19"/>
                </a:lnTo>
                <a:lnTo>
                  <a:pt x="1" y="19"/>
                </a:lnTo>
                <a:lnTo>
                  <a:pt x="1" y="18"/>
                </a:lnTo>
                <a:lnTo>
                  <a:pt x="1" y="17"/>
                </a:lnTo>
                <a:lnTo>
                  <a:pt x="0" y="17"/>
                </a:lnTo>
                <a:lnTo>
                  <a:pt x="1" y="16"/>
                </a:lnTo>
                <a:lnTo>
                  <a:pt x="2" y="15"/>
                </a:lnTo>
                <a:lnTo>
                  <a:pt x="3" y="15"/>
                </a:lnTo>
                <a:lnTo>
                  <a:pt x="4" y="15"/>
                </a:lnTo>
                <a:lnTo>
                  <a:pt x="4" y="14"/>
                </a:lnTo>
                <a:lnTo>
                  <a:pt x="5" y="13"/>
                </a:lnTo>
                <a:lnTo>
                  <a:pt x="6" y="12"/>
                </a:lnTo>
                <a:lnTo>
                  <a:pt x="7" y="12"/>
                </a:lnTo>
                <a:lnTo>
                  <a:pt x="7" y="10"/>
                </a:lnTo>
                <a:lnTo>
                  <a:pt x="7" y="9"/>
                </a:lnTo>
                <a:lnTo>
                  <a:pt x="8" y="9"/>
                </a:lnTo>
                <a:lnTo>
                  <a:pt x="8" y="8"/>
                </a:lnTo>
                <a:lnTo>
                  <a:pt x="9" y="8"/>
                </a:lnTo>
                <a:lnTo>
                  <a:pt x="10" y="8"/>
                </a:lnTo>
                <a:lnTo>
                  <a:pt x="10" y="9"/>
                </a:lnTo>
                <a:lnTo>
                  <a:pt x="11" y="9"/>
                </a:lnTo>
                <a:lnTo>
                  <a:pt x="12" y="9"/>
                </a:lnTo>
                <a:lnTo>
                  <a:pt x="12" y="7"/>
                </a:lnTo>
                <a:lnTo>
                  <a:pt x="12" y="6"/>
                </a:lnTo>
                <a:lnTo>
                  <a:pt x="13" y="6"/>
                </a:lnTo>
                <a:lnTo>
                  <a:pt x="14" y="6"/>
                </a:lnTo>
                <a:lnTo>
                  <a:pt x="14" y="5"/>
                </a:lnTo>
                <a:lnTo>
                  <a:pt x="15" y="5"/>
                </a:lnTo>
                <a:lnTo>
                  <a:pt x="16" y="5"/>
                </a:lnTo>
                <a:lnTo>
                  <a:pt x="16" y="4"/>
                </a:lnTo>
                <a:lnTo>
                  <a:pt x="16" y="3"/>
                </a:lnTo>
                <a:lnTo>
                  <a:pt x="17" y="3"/>
                </a:lnTo>
                <a:lnTo>
                  <a:pt x="18" y="3"/>
                </a:lnTo>
                <a:lnTo>
                  <a:pt x="19" y="4"/>
                </a:lnTo>
                <a:lnTo>
                  <a:pt x="19" y="3"/>
                </a:lnTo>
                <a:lnTo>
                  <a:pt x="20" y="3"/>
                </a:lnTo>
                <a:lnTo>
                  <a:pt x="20" y="2"/>
                </a:lnTo>
                <a:lnTo>
                  <a:pt x="21" y="2"/>
                </a:lnTo>
                <a:lnTo>
                  <a:pt x="22" y="2"/>
                </a:lnTo>
                <a:lnTo>
                  <a:pt x="22" y="1"/>
                </a:lnTo>
                <a:lnTo>
                  <a:pt x="23" y="1"/>
                </a:lnTo>
                <a:lnTo>
                  <a:pt x="23" y="0"/>
                </a:lnTo>
                <a:lnTo>
                  <a:pt x="24" y="0"/>
                </a:lnTo>
                <a:lnTo>
                  <a:pt x="2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69" name=""/>
          <p:cNvSpPr/>
          <p:nvPr/>
        </p:nvSpPr>
        <p:spPr>
          <a:xfrm>
            <a:off x="6777000" y="21754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0"/>
                </a:move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70" name=""/>
          <p:cNvSpPr/>
          <p:nvPr/>
        </p:nvSpPr>
        <p:spPr>
          <a:xfrm>
            <a:off x="6778080" y="2175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71" name=""/>
          <p:cNvSpPr/>
          <p:nvPr/>
        </p:nvSpPr>
        <p:spPr>
          <a:xfrm>
            <a:off x="6778080" y="2172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4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72" name=""/>
          <p:cNvSpPr/>
          <p:nvPr/>
        </p:nvSpPr>
        <p:spPr>
          <a:xfrm>
            <a:off x="6780600" y="2170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73" name=""/>
          <p:cNvSpPr/>
          <p:nvPr/>
        </p:nvSpPr>
        <p:spPr>
          <a:xfrm>
            <a:off x="6780240" y="21700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74" name=""/>
          <p:cNvSpPr/>
          <p:nvPr/>
        </p:nvSpPr>
        <p:spPr>
          <a:xfrm>
            <a:off x="6778440" y="2170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75" name=""/>
          <p:cNvSpPr/>
          <p:nvPr/>
        </p:nvSpPr>
        <p:spPr>
          <a:xfrm>
            <a:off x="6779160" y="21697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76" name=""/>
          <p:cNvSpPr/>
          <p:nvPr/>
        </p:nvSpPr>
        <p:spPr>
          <a:xfrm>
            <a:off x="6780600" y="2169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77" name=""/>
          <p:cNvSpPr/>
          <p:nvPr/>
        </p:nvSpPr>
        <p:spPr>
          <a:xfrm>
            <a:off x="6778800" y="216828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3" y="2"/>
                </a:lnTo>
                <a:lnTo>
                  <a:pt x="2" y="2"/>
                </a:lnTo>
                <a:lnTo>
                  <a:pt x="3" y="2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78" name=""/>
          <p:cNvSpPr/>
          <p:nvPr/>
        </p:nvSpPr>
        <p:spPr>
          <a:xfrm>
            <a:off x="6778440" y="2168280"/>
            <a:ext cx="0" cy="1080"/>
          </a:xfrm>
          <a:custGeom>
            <a:avLst/>
            <a:gdLst/>
            <a:ahLst/>
            <a:rect l="0" t="0" r="r" b="b"/>
            <a:pathLst>
              <a:path w="0" h="3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79" name=""/>
          <p:cNvSpPr/>
          <p:nvPr/>
        </p:nvSpPr>
        <p:spPr>
          <a:xfrm>
            <a:off x="6779160" y="2168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80" name=""/>
          <p:cNvSpPr/>
          <p:nvPr/>
        </p:nvSpPr>
        <p:spPr>
          <a:xfrm>
            <a:off x="6780600" y="216432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2"/>
                </a:move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81" name=""/>
          <p:cNvSpPr/>
          <p:nvPr/>
        </p:nvSpPr>
        <p:spPr>
          <a:xfrm>
            <a:off x="6780600" y="2163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82" name=""/>
          <p:cNvSpPr/>
          <p:nvPr/>
        </p:nvSpPr>
        <p:spPr>
          <a:xfrm>
            <a:off x="6778440" y="21628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3" y="2"/>
                </a:move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83" name=""/>
          <p:cNvSpPr/>
          <p:nvPr/>
        </p:nvSpPr>
        <p:spPr>
          <a:xfrm>
            <a:off x="6778800" y="21625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84" name=""/>
          <p:cNvSpPr/>
          <p:nvPr/>
        </p:nvSpPr>
        <p:spPr>
          <a:xfrm>
            <a:off x="6778080" y="216180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3" y="0"/>
                </a:moveTo>
                <a:lnTo>
                  <a:pt x="5" y="0"/>
                </a:lnTo>
                <a:lnTo>
                  <a:pt x="5" y="1"/>
                </a:lnTo>
                <a:lnTo>
                  <a:pt x="3" y="1"/>
                </a:lnTo>
                <a:lnTo>
                  <a:pt x="2" y="1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85" name=""/>
          <p:cNvSpPr/>
          <p:nvPr/>
        </p:nvSpPr>
        <p:spPr>
          <a:xfrm>
            <a:off x="6782760" y="21618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86" name=""/>
          <p:cNvSpPr/>
          <p:nvPr/>
        </p:nvSpPr>
        <p:spPr>
          <a:xfrm>
            <a:off x="6753960" y="217620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5" y="0"/>
                </a:moveTo>
                <a:lnTo>
                  <a:pt x="6" y="2"/>
                </a:lnTo>
                <a:lnTo>
                  <a:pt x="6" y="4"/>
                </a:lnTo>
                <a:lnTo>
                  <a:pt x="6" y="2"/>
                </a:lnTo>
                <a:lnTo>
                  <a:pt x="5" y="1"/>
                </a:lnTo>
                <a:lnTo>
                  <a:pt x="5" y="2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1" y="6"/>
                </a:lnTo>
                <a:lnTo>
                  <a:pt x="1" y="5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4" y="0"/>
                </a:lnTo>
                <a:lnTo>
                  <a:pt x="5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87" name=""/>
          <p:cNvSpPr/>
          <p:nvPr/>
        </p:nvSpPr>
        <p:spPr>
          <a:xfrm>
            <a:off x="6754680" y="21747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88" name=""/>
          <p:cNvSpPr/>
          <p:nvPr/>
        </p:nvSpPr>
        <p:spPr>
          <a:xfrm>
            <a:off x="6753600" y="2174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89" name=""/>
          <p:cNvSpPr/>
          <p:nvPr/>
        </p:nvSpPr>
        <p:spPr>
          <a:xfrm>
            <a:off x="6753600" y="2174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90" name=""/>
          <p:cNvSpPr/>
          <p:nvPr/>
        </p:nvSpPr>
        <p:spPr>
          <a:xfrm>
            <a:off x="6755040" y="21744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91" name=""/>
          <p:cNvSpPr/>
          <p:nvPr/>
        </p:nvSpPr>
        <p:spPr>
          <a:xfrm>
            <a:off x="7102800" y="15206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92" name=""/>
          <p:cNvSpPr/>
          <p:nvPr/>
        </p:nvSpPr>
        <p:spPr>
          <a:xfrm>
            <a:off x="7102800" y="15206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93" name=""/>
          <p:cNvSpPr/>
          <p:nvPr/>
        </p:nvSpPr>
        <p:spPr>
          <a:xfrm>
            <a:off x="7102800" y="15206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94" name=""/>
          <p:cNvSpPr/>
          <p:nvPr/>
        </p:nvSpPr>
        <p:spPr>
          <a:xfrm>
            <a:off x="7108920" y="15145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95" name=""/>
          <p:cNvSpPr/>
          <p:nvPr/>
        </p:nvSpPr>
        <p:spPr>
          <a:xfrm>
            <a:off x="7108920" y="15138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96" name=""/>
          <p:cNvSpPr/>
          <p:nvPr/>
        </p:nvSpPr>
        <p:spPr>
          <a:xfrm>
            <a:off x="7113960" y="15084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97" name=""/>
          <p:cNvSpPr/>
          <p:nvPr/>
        </p:nvSpPr>
        <p:spPr>
          <a:xfrm>
            <a:off x="7113960" y="150840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98" name=""/>
          <p:cNvSpPr/>
          <p:nvPr/>
        </p:nvSpPr>
        <p:spPr>
          <a:xfrm>
            <a:off x="7114680" y="1508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99" name=""/>
          <p:cNvSpPr/>
          <p:nvPr/>
        </p:nvSpPr>
        <p:spPr>
          <a:xfrm>
            <a:off x="7098480" y="1485720"/>
            <a:ext cx="60840" cy="41040"/>
          </a:xfrm>
          <a:custGeom>
            <a:avLst/>
            <a:gdLst/>
            <a:ahLst/>
            <a:rect l="0" t="0" r="r" b="b"/>
            <a:pathLst>
              <a:path w="169" h="114">
                <a:moveTo>
                  <a:pt x="12" y="98"/>
                </a:moveTo>
                <a:lnTo>
                  <a:pt x="11" y="98"/>
                </a:lnTo>
                <a:lnTo>
                  <a:pt x="11" y="99"/>
                </a:lnTo>
                <a:lnTo>
                  <a:pt x="11" y="100"/>
                </a:lnTo>
                <a:lnTo>
                  <a:pt x="12" y="100"/>
                </a:lnTo>
                <a:lnTo>
                  <a:pt x="12" y="101"/>
                </a:lnTo>
                <a:lnTo>
                  <a:pt x="11" y="101"/>
                </a:lnTo>
                <a:lnTo>
                  <a:pt x="11" y="102"/>
                </a:lnTo>
                <a:lnTo>
                  <a:pt x="12" y="102"/>
                </a:lnTo>
                <a:lnTo>
                  <a:pt x="12" y="101"/>
                </a:lnTo>
                <a:lnTo>
                  <a:pt x="13" y="101"/>
                </a:lnTo>
                <a:lnTo>
                  <a:pt x="13" y="100"/>
                </a:lnTo>
                <a:lnTo>
                  <a:pt x="14" y="100"/>
                </a:lnTo>
                <a:lnTo>
                  <a:pt x="15" y="99"/>
                </a:lnTo>
                <a:lnTo>
                  <a:pt x="16" y="99"/>
                </a:lnTo>
                <a:lnTo>
                  <a:pt x="16" y="98"/>
                </a:lnTo>
                <a:lnTo>
                  <a:pt x="17" y="98"/>
                </a:lnTo>
                <a:lnTo>
                  <a:pt x="17" y="97"/>
                </a:lnTo>
                <a:lnTo>
                  <a:pt x="17" y="96"/>
                </a:lnTo>
                <a:lnTo>
                  <a:pt x="17" y="97"/>
                </a:lnTo>
                <a:lnTo>
                  <a:pt x="17" y="96"/>
                </a:lnTo>
                <a:lnTo>
                  <a:pt x="18" y="96"/>
                </a:lnTo>
                <a:lnTo>
                  <a:pt x="18" y="95"/>
                </a:lnTo>
                <a:lnTo>
                  <a:pt x="18" y="94"/>
                </a:lnTo>
                <a:lnTo>
                  <a:pt x="19" y="94"/>
                </a:lnTo>
                <a:lnTo>
                  <a:pt x="19" y="93"/>
                </a:lnTo>
                <a:lnTo>
                  <a:pt x="19" y="92"/>
                </a:lnTo>
                <a:lnTo>
                  <a:pt x="18" y="92"/>
                </a:lnTo>
                <a:lnTo>
                  <a:pt x="18" y="91"/>
                </a:lnTo>
                <a:lnTo>
                  <a:pt x="17" y="91"/>
                </a:lnTo>
                <a:lnTo>
                  <a:pt x="17" y="90"/>
                </a:lnTo>
                <a:lnTo>
                  <a:pt x="16" y="90"/>
                </a:lnTo>
                <a:lnTo>
                  <a:pt x="16" y="89"/>
                </a:lnTo>
                <a:lnTo>
                  <a:pt x="15" y="89"/>
                </a:lnTo>
                <a:lnTo>
                  <a:pt x="16" y="89"/>
                </a:lnTo>
                <a:lnTo>
                  <a:pt x="16" y="88"/>
                </a:lnTo>
                <a:lnTo>
                  <a:pt x="16" y="87"/>
                </a:lnTo>
                <a:lnTo>
                  <a:pt x="17" y="87"/>
                </a:lnTo>
                <a:lnTo>
                  <a:pt x="17" y="86"/>
                </a:lnTo>
                <a:lnTo>
                  <a:pt x="17" y="85"/>
                </a:lnTo>
                <a:lnTo>
                  <a:pt x="18" y="85"/>
                </a:lnTo>
                <a:lnTo>
                  <a:pt x="18" y="84"/>
                </a:lnTo>
                <a:lnTo>
                  <a:pt x="19" y="84"/>
                </a:lnTo>
                <a:lnTo>
                  <a:pt x="20" y="84"/>
                </a:lnTo>
                <a:lnTo>
                  <a:pt x="20" y="83"/>
                </a:lnTo>
                <a:lnTo>
                  <a:pt x="21" y="83"/>
                </a:lnTo>
                <a:lnTo>
                  <a:pt x="21" y="82"/>
                </a:lnTo>
                <a:lnTo>
                  <a:pt x="21" y="81"/>
                </a:lnTo>
                <a:lnTo>
                  <a:pt x="22" y="81"/>
                </a:lnTo>
                <a:lnTo>
                  <a:pt x="22" y="80"/>
                </a:lnTo>
                <a:lnTo>
                  <a:pt x="23" y="80"/>
                </a:lnTo>
                <a:lnTo>
                  <a:pt x="24" y="80"/>
                </a:lnTo>
                <a:lnTo>
                  <a:pt x="24" y="79"/>
                </a:lnTo>
                <a:lnTo>
                  <a:pt x="25" y="79"/>
                </a:lnTo>
                <a:lnTo>
                  <a:pt x="25" y="78"/>
                </a:lnTo>
                <a:lnTo>
                  <a:pt x="25" y="77"/>
                </a:lnTo>
                <a:lnTo>
                  <a:pt x="26" y="77"/>
                </a:lnTo>
                <a:lnTo>
                  <a:pt x="27" y="77"/>
                </a:lnTo>
                <a:lnTo>
                  <a:pt x="27" y="76"/>
                </a:lnTo>
                <a:lnTo>
                  <a:pt x="28" y="76"/>
                </a:lnTo>
                <a:lnTo>
                  <a:pt x="29" y="76"/>
                </a:lnTo>
                <a:lnTo>
                  <a:pt x="28" y="76"/>
                </a:lnTo>
                <a:lnTo>
                  <a:pt x="28" y="77"/>
                </a:lnTo>
                <a:lnTo>
                  <a:pt x="28" y="76"/>
                </a:lnTo>
                <a:lnTo>
                  <a:pt x="28" y="77"/>
                </a:lnTo>
                <a:lnTo>
                  <a:pt x="29" y="77"/>
                </a:lnTo>
                <a:lnTo>
                  <a:pt x="29" y="76"/>
                </a:lnTo>
                <a:lnTo>
                  <a:pt x="29" y="75"/>
                </a:lnTo>
                <a:lnTo>
                  <a:pt x="30" y="75"/>
                </a:lnTo>
                <a:lnTo>
                  <a:pt x="30" y="74"/>
                </a:lnTo>
                <a:lnTo>
                  <a:pt x="31" y="74"/>
                </a:lnTo>
                <a:lnTo>
                  <a:pt x="31" y="72"/>
                </a:lnTo>
                <a:lnTo>
                  <a:pt x="32" y="72"/>
                </a:lnTo>
                <a:lnTo>
                  <a:pt x="33" y="72"/>
                </a:lnTo>
                <a:lnTo>
                  <a:pt x="33" y="71"/>
                </a:lnTo>
                <a:lnTo>
                  <a:pt x="34" y="71"/>
                </a:lnTo>
                <a:lnTo>
                  <a:pt x="35" y="71"/>
                </a:lnTo>
                <a:lnTo>
                  <a:pt x="35" y="70"/>
                </a:lnTo>
                <a:lnTo>
                  <a:pt x="34" y="70"/>
                </a:lnTo>
                <a:lnTo>
                  <a:pt x="35" y="70"/>
                </a:lnTo>
                <a:lnTo>
                  <a:pt x="34" y="70"/>
                </a:lnTo>
                <a:lnTo>
                  <a:pt x="34" y="69"/>
                </a:lnTo>
                <a:lnTo>
                  <a:pt x="35" y="69"/>
                </a:lnTo>
                <a:lnTo>
                  <a:pt x="35" y="68"/>
                </a:lnTo>
                <a:lnTo>
                  <a:pt x="36" y="68"/>
                </a:lnTo>
                <a:lnTo>
                  <a:pt x="37" y="68"/>
                </a:lnTo>
                <a:lnTo>
                  <a:pt x="37" y="67"/>
                </a:lnTo>
                <a:lnTo>
                  <a:pt x="38" y="67"/>
                </a:lnTo>
                <a:lnTo>
                  <a:pt x="38" y="66"/>
                </a:lnTo>
                <a:lnTo>
                  <a:pt x="39" y="66"/>
                </a:lnTo>
                <a:lnTo>
                  <a:pt x="39" y="65"/>
                </a:lnTo>
                <a:lnTo>
                  <a:pt x="40" y="65"/>
                </a:lnTo>
                <a:lnTo>
                  <a:pt x="40" y="64"/>
                </a:lnTo>
                <a:lnTo>
                  <a:pt x="41" y="64"/>
                </a:lnTo>
                <a:lnTo>
                  <a:pt x="42" y="64"/>
                </a:lnTo>
                <a:lnTo>
                  <a:pt x="43" y="63"/>
                </a:lnTo>
                <a:lnTo>
                  <a:pt x="42" y="64"/>
                </a:lnTo>
                <a:lnTo>
                  <a:pt x="43" y="64"/>
                </a:lnTo>
                <a:lnTo>
                  <a:pt x="44" y="64"/>
                </a:lnTo>
                <a:lnTo>
                  <a:pt x="44" y="63"/>
                </a:lnTo>
                <a:lnTo>
                  <a:pt x="45" y="63"/>
                </a:lnTo>
                <a:lnTo>
                  <a:pt x="46" y="63"/>
                </a:lnTo>
                <a:lnTo>
                  <a:pt x="46" y="62"/>
                </a:lnTo>
                <a:lnTo>
                  <a:pt x="46" y="63"/>
                </a:lnTo>
                <a:lnTo>
                  <a:pt x="46" y="62"/>
                </a:lnTo>
                <a:lnTo>
                  <a:pt x="47" y="62"/>
                </a:lnTo>
                <a:lnTo>
                  <a:pt x="48" y="62"/>
                </a:lnTo>
                <a:lnTo>
                  <a:pt x="48" y="61"/>
                </a:lnTo>
                <a:lnTo>
                  <a:pt x="49" y="61"/>
                </a:lnTo>
                <a:lnTo>
                  <a:pt x="49" y="62"/>
                </a:lnTo>
                <a:lnTo>
                  <a:pt x="48" y="62"/>
                </a:lnTo>
                <a:lnTo>
                  <a:pt x="49" y="62"/>
                </a:lnTo>
                <a:lnTo>
                  <a:pt x="49" y="61"/>
                </a:lnTo>
                <a:lnTo>
                  <a:pt x="50" y="61"/>
                </a:lnTo>
                <a:lnTo>
                  <a:pt x="51" y="61"/>
                </a:lnTo>
                <a:lnTo>
                  <a:pt x="51" y="60"/>
                </a:lnTo>
                <a:lnTo>
                  <a:pt x="51" y="59"/>
                </a:lnTo>
                <a:lnTo>
                  <a:pt x="51" y="57"/>
                </a:lnTo>
                <a:lnTo>
                  <a:pt x="52" y="57"/>
                </a:lnTo>
                <a:lnTo>
                  <a:pt x="51" y="57"/>
                </a:lnTo>
                <a:lnTo>
                  <a:pt x="52" y="57"/>
                </a:lnTo>
                <a:lnTo>
                  <a:pt x="52" y="56"/>
                </a:lnTo>
                <a:lnTo>
                  <a:pt x="52" y="55"/>
                </a:lnTo>
                <a:lnTo>
                  <a:pt x="53" y="55"/>
                </a:lnTo>
                <a:lnTo>
                  <a:pt x="53" y="54"/>
                </a:lnTo>
                <a:lnTo>
                  <a:pt x="54" y="54"/>
                </a:lnTo>
                <a:lnTo>
                  <a:pt x="54" y="53"/>
                </a:lnTo>
                <a:lnTo>
                  <a:pt x="55" y="53"/>
                </a:lnTo>
                <a:lnTo>
                  <a:pt x="56" y="53"/>
                </a:lnTo>
                <a:lnTo>
                  <a:pt x="56" y="52"/>
                </a:lnTo>
                <a:lnTo>
                  <a:pt x="57" y="52"/>
                </a:lnTo>
                <a:lnTo>
                  <a:pt x="58" y="52"/>
                </a:lnTo>
                <a:lnTo>
                  <a:pt x="58" y="51"/>
                </a:lnTo>
                <a:lnTo>
                  <a:pt x="59" y="51"/>
                </a:lnTo>
                <a:lnTo>
                  <a:pt x="60" y="51"/>
                </a:lnTo>
                <a:lnTo>
                  <a:pt x="60" y="50"/>
                </a:lnTo>
                <a:lnTo>
                  <a:pt x="61" y="50"/>
                </a:lnTo>
                <a:lnTo>
                  <a:pt x="61" y="49"/>
                </a:lnTo>
                <a:lnTo>
                  <a:pt x="62" y="49"/>
                </a:lnTo>
                <a:lnTo>
                  <a:pt x="63" y="49"/>
                </a:lnTo>
                <a:lnTo>
                  <a:pt x="63" y="48"/>
                </a:lnTo>
                <a:lnTo>
                  <a:pt x="64" y="47"/>
                </a:lnTo>
                <a:lnTo>
                  <a:pt x="65" y="46"/>
                </a:lnTo>
                <a:lnTo>
                  <a:pt x="65" y="45"/>
                </a:lnTo>
                <a:lnTo>
                  <a:pt x="66" y="45"/>
                </a:lnTo>
                <a:lnTo>
                  <a:pt x="66" y="44"/>
                </a:lnTo>
                <a:lnTo>
                  <a:pt x="67" y="44"/>
                </a:lnTo>
                <a:lnTo>
                  <a:pt x="68" y="44"/>
                </a:lnTo>
                <a:lnTo>
                  <a:pt x="68" y="45"/>
                </a:lnTo>
                <a:lnTo>
                  <a:pt x="68" y="46"/>
                </a:lnTo>
                <a:lnTo>
                  <a:pt x="68" y="47"/>
                </a:lnTo>
                <a:lnTo>
                  <a:pt x="69" y="47"/>
                </a:lnTo>
                <a:lnTo>
                  <a:pt x="70" y="47"/>
                </a:lnTo>
                <a:lnTo>
                  <a:pt x="71" y="47"/>
                </a:lnTo>
                <a:lnTo>
                  <a:pt x="73" y="46"/>
                </a:lnTo>
                <a:lnTo>
                  <a:pt x="74" y="45"/>
                </a:lnTo>
                <a:lnTo>
                  <a:pt x="75" y="45"/>
                </a:lnTo>
                <a:lnTo>
                  <a:pt x="76" y="45"/>
                </a:lnTo>
                <a:lnTo>
                  <a:pt x="77" y="45"/>
                </a:lnTo>
                <a:lnTo>
                  <a:pt x="77" y="46"/>
                </a:lnTo>
                <a:lnTo>
                  <a:pt x="78" y="46"/>
                </a:lnTo>
                <a:lnTo>
                  <a:pt x="78" y="45"/>
                </a:lnTo>
                <a:lnTo>
                  <a:pt x="78" y="46"/>
                </a:lnTo>
                <a:lnTo>
                  <a:pt x="79" y="46"/>
                </a:lnTo>
                <a:lnTo>
                  <a:pt x="79" y="47"/>
                </a:lnTo>
                <a:lnTo>
                  <a:pt x="79" y="46"/>
                </a:lnTo>
                <a:lnTo>
                  <a:pt x="80" y="46"/>
                </a:lnTo>
                <a:lnTo>
                  <a:pt x="80" y="45"/>
                </a:lnTo>
                <a:lnTo>
                  <a:pt x="80" y="44"/>
                </a:lnTo>
                <a:lnTo>
                  <a:pt x="79" y="44"/>
                </a:lnTo>
                <a:lnTo>
                  <a:pt x="78" y="44"/>
                </a:lnTo>
                <a:lnTo>
                  <a:pt x="77" y="44"/>
                </a:lnTo>
                <a:lnTo>
                  <a:pt x="77" y="43"/>
                </a:lnTo>
                <a:lnTo>
                  <a:pt x="77" y="44"/>
                </a:lnTo>
                <a:lnTo>
                  <a:pt x="77" y="43"/>
                </a:lnTo>
                <a:lnTo>
                  <a:pt x="76" y="43"/>
                </a:lnTo>
                <a:lnTo>
                  <a:pt x="76" y="42"/>
                </a:lnTo>
                <a:lnTo>
                  <a:pt x="76" y="41"/>
                </a:lnTo>
                <a:lnTo>
                  <a:pt x="77" y="41"/>
                </a:lnTo>
                <a:lnTo>
                  <a:pt x="77" y="40"/>
                </a:lnTo>
                <a:lnTo>
                  <a:pt x="77" y="39"/>
                </a:lnTo>
                <a:lnTo>
                  <a:pt x="78" y="39"/>
                </a:lnTo>
                <a:lnTo>
                  <a:pt x="78" y="38"/>
                </a:lnTo>
                <a:lnTo>
                  <a:pt x="79" y="38"/>
                </a:lnTo>
                <a:lnTo>
                  <a:pt x="80" y="38"/>
                </a:lnTo>
                <a:lnTo>
                  <a:pt x="80" y="37"/>
                </a:lnTo>
                <a:lnTo>
                  <a:pt x="80" y="36"/>
                </a:lnTo>
                <a:lnTo>
                  <a:pt x="79" y="36"/>
                </a:lnTo>
                <a:lnTo>
                  <a:pt x="80" y="36"/>
                </a:lnTo>
                <a:lnTo>
                  <a:pt x="80" y="37"/>
                </a:lnTo>
                <a:lnTo>
                  <a:pt x="81" y="37"/>
                </a:lnTo>
                <a:lnTo>
                  <a:pt x="82" y="37"/>
                </a:lnTo>
                <a:lnTo>
                  <a:pt x="83" y="37"/>
                </a:lnTo>
                <a:lnTo>
                  <a:pt x="83" y="36"/>
                </a:lnTo>
                <a:lnTo>
                  <a:pt x="82" y="35"/>
                </a:lnTo>
                <a:lnTo>
                  <a:pt x="82" y="34"/>
                </a:lnTo>
                <a:lnTo>
                  <a:pt x="82" y="33"/>
                </a:lnTo>
                <a:lnTo>
                  <a:pt x="83" y="33"/>
                </a:lnTo>
                <a:lnTo>
                  <a:pt x="82" y="32"/>
                </a:lnTo>
                <a:lnTo>
                  <a:pt x="83" y="32"/>
                </a:lnTo>
                <a:lnTo>
                  <a:pt x="83" y="33"/>
                </a:lnTo>
                <a:lnTo>
                  <a:pt x="83" y="34"/>
                </a:lnTo>
                <a:lnTo>
                  <a:pt x="82" y="35"/>
                </a:lnTo>
                <a:lnTo>
                  <a:pt x="83" y="35"/>
                </a:lnTo>
                <a:lnTo>
                  <a:pt x="84" y="35"/>
                </a:lnTo>
                <a:lnTo>
                  <a:pt x="84" y="36"/>
                </a:lnTo>
                <a:lnTo>
                  <a:pt x="85" y="36"/>
                </a:lnTo>
                <a:lnTo>
                  <a:pt x="86" y="36"/>
                </a:lnTo>
                <a:lnTo>
                  <a:pt x="86" y="35"/>
                </a:lnTo>
                <a:lnTo>
                  <a:pt x="86" y="36"/>
                </a:lnTo>
                <a:lnTo>
                  <a:pt x="86" y="35"/>
                </a:lnTo>
                <a:lnTo>
                  <a:pt x="87" y="35"/>
                </a:lnTo>
                <a:lnTo>
                  <a:pt x="87" y="34"/>
                </a:lnTo>
                <a:lnTo>
                  <a:pt x="87" y="33"/>
                </a:lnTo>
                <a:lnTo>
                  <a:pt x="88" y="34"/>
                </a:lnTo>
                <a:lnTo>
                  <a:pt x="89" y="34"/>
                </a:lnTo>
                <a:lnTo>
                  <a:pt x="89" y="33"/>
                </a:lnTo>
                <a:lnTo>
                  <a:pt x="90" y="33"/>
                </a:lnTo>
                <a:lnTo>
                  <a:pt x="89" y="33"/>
                </a:lnTo>
                <a:lnTo>
                  <a:pt x="90" y="33"/>
                </a:lnTo>
                <a:lnTo>
                  <a:pt x="91" y="33"/>
                </a:lnTo>
                <a:lnTo>
                  <a:pt x="91" y="32"/>
                </a:lnTo>
                <a:lnTo>
                  <a:pt x="92" y="32"/>
                </a:lnTo>
                <a:lnTo>
                  <a:pt x="92" y="31"/>
                </a:lnTo>
                <a:lnTo>
                  <a:pt x="93" y="31"/>
                </a:lnTo>
                <a:lnTo>
                  <a:pt x="94" y="31"/>
                </a:lnTo>
                <a:lnTo>
                  <a:pt x="93" y="30"/>
                </a:lnTo>
                <a:lnTo>
                  <a:pt x="93" y="29"/>
                </a:lnTo>
                <a:lnTo>
                  <a:pt x="92" y="28"/>
                </a:lnTo>
                <a:lnTo>
                  <a:pt x="91" y="28"/>
                </a:lnTo>
                <a:lnTo>
                  <a:pt x="92" y="27"/>
                </a:lnTo>
                <a:lnTo>
                  <a:pt x="93" y="27"/>
                </a:lnTo>
                <a:lnTo>
                  <a:pt x="93" y="26"/>
                </a:lnTo>
                <a:lnTo>
                  <a:pt x="93" y="27"/>
                </a:lnTo>
                <a:lnTo>
                  <a:pt x="92" y="27"/>
                </a:lnTo>
                <a:lnTo>
                  <a:pt x="92" y="28"/>
                </a:lnTo>
                <a:lnTo>
                  <a:pt x="93" y="28"/>
                </a:lnTo>
                <a:lnTo>
                  <a:pt x="93" y="29"/>
                </a:lnTo>
                <a:lnTo>
                  <a:pt x="94" y="30"/>
                </a:lnTo>
                <a:lnTo>
                  <a:pt x="94" y="31"/>
                </a:lnTo>
                <a:lnTo>
                  <a:pt x="94" y="30"/>
                </a:lnTo>
                <a:lnTo>
                  <a:pt x="95" y="30"/>
                </a:lnTo>
                <a:lnTo>
                  <a:pt x="96" y="30"/>
                </a:lnTo>
                <a:lnTo>
                  <a:pt x="96" y="31"/>
                </a:lnTo>
                <a:lnTo>
                  <a:pt x="97" y="31"/>
                </a:lnTo>
                <a:lnTo>
                  <a:pt x="98" y="30"/>
                </a:lnTo>
                <a:lnTo>
                  <a:pt x="99" y="30"/>
                </a:lnTo>
                <a:lnTo>
                  <a:pt x="100" y="30"/>
                </a:lnTo>
                <a:lnTo>
                  <a:pt x="100" y="29"/>
                </a:lnTo>
                <a:lnTo>
                  <a:pt x="100" y="30"/>
                </a:lnTo>
                <a:lnTo>
                  <a:pt x="100" y="29"/>
                </a:lnTo>
                <a:lnTo>
                  <a:pt x="100" y="28"/>
                </a:lnTo>
                <a:lnTo>
                  <a:pt x="100" y="27"/>
                </a:lnTo>
                <a:lnTo>
                  <a:pt x="101" y="27"/>
                </a:lnTo>
                <a:lnTo>
                  <a:pt x="101" y="26"/>
                </a:lnTo>
                <a:lnTo>
                  <a:pt x="102" y="26"/>
                </a:lnTo>
                <a:lnTo>
                  <a:pt x="103" y="26"/>
                </a:lnTo>
                <a:lnTo>
                  <a:pt x="104" y="26"/>
                </a:lnTo>
                <a:lnTo>
                  <a:pt x="104" y="27"/>
                </a:lnTo>
                <a:lnTo>
                  <a:pt x="105" y="27"/>
                </a:lnTo>
                <a:lnTo>
                  <a:pt x="105" y="28"/>
                </a:lnTo>
                <a:lnTo>
                  <a:pt x="106" y="28"/>
                </a:lnTo>
                <a:lnTo>
                  <a:pt x="107" y="28"/>
                </a:lnTo>
                <a:lnTo>
                  <a:pt x="108" y="27"/>
                </a:lnTo>
                <a:lnTo>
                  <a:pt x="109" y="27"/>
                </a:lnTo>
                <a:lnTo>
                  <a:pt x="110" y="27"/>
                </a:lnTo>
                <a:lnTo>
                  <a:pt x="110" y="26"/>
                </a:lnTo>
                <a:lnTo>
                  <a:pt x="110" y="27"/>
                </a:lnTo>
                <a:lnTo>
                  <a:pt x="111" y="27"/>
                </a:lnTo>
                <a:lnTo>
                  <a:pt x="111" y="28"/>
                </a:lnTo>
                <a:lnTo>
                  <a:pt x="112" y="28"/>
                </a:lnTo>
                <a:lnTo>
                  <a:pt x="112" y="29"/>
                </a:lnTo>
                <a:lnTo>
                  <a:pt x="113" y="29"/>
                </a:lnTo>
                <a:lnTo>
                  <a:pt x="114" y="29"/>
                </a:lnTo>
                <a:lnTo>
                  <a:pt x="114" y="28"/>
                </a:lnTo>
                <a:lnTo>
                  <a:pt x="114" y="27"/>
                </a:lnTo>
                <a:lnTo>
                  <a:pt x="113" y="27"/>
                </a:lnTo>
                <a:lnTo>
                  <a:pt x="113" y="26"/>
                </a:lnTo>
                <a:lnTo>
                  <a:pt x="113" y="25"/>
                </a:lnTo>
                <a:lnTo>
                  <a:pt x="114" y="25"/>
                </a:lnTo>
                <a:lnTo>
                  <a:pt x="114" y="24"/>
                </a:lnTo>
                <a:lnTo>
                  <a:pt x="114" y="25"/>
                </a:lnTo>
                <a:lnTo>
                  <a:pt x="115" y="25"/>
                </a:lnTo>
                <a:lnTo>
                  <a:pt x="115" y="24"/>
                </a:lnTo>
                <a:lnTo>
                  <a:pt x="115" y="25"/>
                </a:lnTo>
                <a:lnTo>
                  <a:pt x="116" y="24"/>
                </a:lnTo>
                <a:lnTo>
                  <a:pt x="115" y="23"/>
                </a:lnTo>
                <a:lnTo>
                  <a:pt x="116" y="23"/>
                </a:lnTo>
                <a:lnTo>
                  <a:pt x="116" y="24"/>
                </a:lnTo>
                <a:lnTo>
                  <a:pt x="116" y="25"/>
                </a:lnTo>
                <a:lnTo>
                  <a:pt x="117" y="25"/>
                </a:lnTo>
                <a:lnTo>
                  <a:pt x="117" y="24"/>
                </a:lnTo>
                <a:lnTo>
                  <a:pt x="117" y="23"/>
                </a:lnTo>
                <a:lnTo>
                  <a:pt x="117" y="22"/>
                </a:lnTo>
                <a:lnTo>
                  <a:pt x="117" y="21"/>
                </a:lnTo>
                <a:lnTo>
                  <a:pt x="118" y="21"/>
                </a:lnTo>
                <a:lnTo>
                  <a:pt x="119" y="20"/>
                </a:lnTo>
                <a:lnTo>
                  <a:pt x="120" y="20"/>
                </a:lnTo>
                <a:lnTo>
                  <a:pt x="120" y="19"/>
                </a:lnTo>
                <a:lnTo>
                  <a:pt x="121" y="19"/>
                </a:lnTo>
                <a:lnTo>
                  <a:pt x="122" y="19"/>
                </a:lnTo>
                <a:lnTo>
                  <a:pt x="123" y="19"/>
                </a:lnTo>
                <a:lnTo>
                  <a:pt x="123" y="20"/>
                </a:lnTo>
                <a:lnTo>
                  <a:pt x="124" y="20"/>
                </a:lnTo>
                <a:lnTo>
                  <a:pt x="125" y="20"/>
                </a:lnTo>
                <a:lnTo>
                  <a:pt x="125" y="19"/>
                </a:lnTo>
                <a:lnTo>
                  <a:pt x="124" y="19"/>
                </a:lnTo>
                <a:lnTo>
                  <a:pt x="125" y="19"/>
                </a:lnTo>
                <a:lnTo>
                  <a:pt x="124" y="18"/>
                </a:lnTo>
                <a:lnTo>
                  <a:pt x="124" y="17"/>
                </a:lnTo>
                <a:lnTo>
                  <a:pt x="125" y="17"/>
                </a:lnTo>
                <a:lnTo>
                  <a:pt x="125" y="18"/>
                </a:lnTo>
                <a:lnTo>
                  <a:pt x="125" y="19"/>
                </a:lnTo>
                <a:lnTo>
                  <a:pt x="125" y="18"/>
                </a:lnTo>
                <a:lnTo>
                  <a:pt x="126" y="18"/>
                </a:lnTo>
                <a:lnTo>
                  <a:pt x="125" y="18"/>
                </a:lnTo>
                <a:lnTo>
                  <a:pt x="126" y="18"/>
                </a:lnTo>
                <a:lnTo>
                  <a:pt x="126" y="17"/>
                </a:lnTo>
                <a:lnTo>
                  <a:pt x="125" y="17"/>
                </a:lnTo>
                <a:lnTo>
                  <a:pt x="125" y="16"/>
                </a:lnTo>
                <a:lnTo>
                  <a:pt x="126" y="16"/>
                </a:lnTo>
                <a:lnTo>
                  <a:pt x="126" y="15"/>
                </a:lnTo>
                <a:lnTo>
                  <a:pt x="127" y="15"/>
                </a:lnTo>
                <a:lnTo>
                  <a:pt x="127" y="14"/>
                </a:lnTo>
                <a:lnTo>
                  <a:pt x="128" y="13"/>
                </a:lnTo>
                <a:lnTo>
                  <a:pt x="129" y="13"/>
                </a:lnTo>
                <a:lnTo>
                  <a:pt x="130" y="13"/>
                </a:lnTo>
                <a:lnTo>
                  <a:pt x="130" y="14"/>
                </a:lnTo>
                <a:lnTo>
                  <a:pt x="131" y="13"/>
                </a:lnTo>
                <a:lnTo>
                  <a:pt x="131" y="14"/>
                </a:lnTo>
                <a:lnTo>
                  <a:pt x="130" y="15"/>
                </a:lnTo>
                <a:lnTo>
                  <a:pt x="131" y="15"/>
                </a:lnTo>
                <a:lnTo>
                  <a:pt x="131" y="16"/>
                </a:lnTo>
                <a:lnTo>
                  <a:pt x="133" y="16"/>
                </a:lnTo>
                <a:lnTo>
                  <a:pt x="133" y="15"/>
                </a:lnTo>
                <a:lnTo>
                  <a:pt x="134" y="15"/>
                </a:lnTo>
                <a:lnTo>
                  <a:pt x="135" y="15"/>
                </a:lnTo>
                <a:lnTo>
                  <a:pt x="136" y="15"/>
                </a:lnTo>
                <a:lnTo>
                  <a:pt x="138" y="15"/>
                </a:lnTo>
                <a:lnTo>
                  <a:pt x="138" y="14"/>
                </a:lnTo>
                <a:lnTo>
                  <a:pt x="137" y="13"/>
                </a:lnTo>
                <a:lnTo>
                  <a:pt x="136" y="13"/>
                </a:lnTo>
                <a:lnTo>
                  <a:pt x="135" y="13"/>
                </a:lnTo>
                <a:lnTo>
                  <a:pt x="134" y="13"/>
                </a:lnTo>
                <a:lnTo>
                  <a:pt x="134" y="12"/>
                </a:lnTo>
                <a:lnTo>
                  <a:pt x="133" y="12"/>
                </a:lnTo>
                <a:lnTo>
                  <a:pt x="133" y="11"/>
                </a:lnTo>
                <a:lnTo>
                  <a:pt x="133" y="10"/>
                </a:lnTo>
                <a:lnTo>
                  <a:pt x="134" y="10"/>
                </a:lnTo>
                <a:lnTo>
                  <a:pt x="135" y="9"/>
                </a:lnTo>
                <a:lnTo>
                  <a:pt x="136" y="9"/>
                </a:lnTo>
                <a:lnTo>
                  <a:pt x="136" y="8"/>
                </a:lnTo>
                <a:lnTo>
                  <a:pt x="137" y="8"/>
                </a:lnTo>
                <a:lnTo>
                  <a:pt x="138" y="8"/>
                </a:lnTo>
                <a:lnTo>
                  <a:pt x="138" y="7"/>
                </a:lnTo>
                <a:lnTo>
                  <a:pt x="139" y="6"/>
                </a:lnTo>
                <a:lnTo>
                  <a:pt x="140" y="6"/>
                </a:lnTo>
                <a:lnTo>
                  <a:pt x="140" y="5"/>
                </a:lnTo>
                <a:lnTo>
                  <a:pt x="141" y="5"/>
                </a:lnTo>
                <a:lnTo>
                  <a:pt x="141" y="4"/>
                </a:lnTo>
                <a:lnTo>
                  <a:pt x="142" y="4"/>
                </a:lnTo>
                <a:lnTo>
                  <a:pt x="142" y="5"/>
                </a:lnTo>
                <a:lnTo>
                  <a:pt x="143" y="5"/>
                </a:lnTo>
                <a:lnTo>
                  <a:pt x="143" y="4"/>
                </a:lnTo>
                <a:lnTo>
                  <a:pt x="143" y="5"/>
                </a:lnTo>
                <a:lnTo>
                  <a:pt x="143" y="4"/>
                </a:lnTo>
                <a:lnTo>
                  <a:pt x="144" y="4"/>
                </a:lnTo>
                <a:lnTo>
                  <a:pt x="144" y="3"/>
                </a:lnTo>
                <a:lnTo>
                  <a:pt x="145" y="3"/>
                </a:lnTo>
                <a:lnTo>
                  <a:pt x="145" y="2"/>
                </a:lnTo>
                <a:lnTo>
                  <a:pt x="146" y="2"/>
                </a:lnTo>
                <a:lnTo>
                  <a:pt x="147" y="2"/>
                </a:lnTo>
                <a:lnTo>
                  <a:pt x="148" y="2"/>
                </a:lnTo>
                <a:lnTo>
                  <a:pt x="148" y="3"/>
                </a:lnTo>
                <a:lnTo>
                  <a:pt x="149" y="3"/>
                </a:lnTo>
                <a:lnTo>
                  <a:pt x="149" y="4"/>
                </a:lnTo>
                <a:lnTo>
                  <a:pt x="149" y="5"/>
                </a:lnTo>
                <a:lnTo>
                  <a:pt x="150" y="5"/>
                </a:lnTo>
                <a:lnTo>
                  <a:pt x="151" y="5"/>
                </a:lnTo>
                <a:lnTo>
                  <a:pt x="151" y="4"/>
                </a:lnTo>
                <a:lnTo>
                  <a:pt x="152" y="4"/>
                </a:lnTo>
                <a:lnTo>
                  <a:pt x="153" y="4"/>
                </a:lnTo>
                <a:lnTo>
                  <a:pt x="153" y="3"/>
                </a:lnTo>
                <a:lnTo>
                  <a:pt x="154" y="3"/>
                </a:lnTo>
                <a:lnTo>
                  <a:pt x="154" y="2"/>
                </a:lnTo>
                <a:lnTo>
                  <a:pt x="155" y="2"/>
                </a:lnTo>
                <a:lnTo>
                  <a:pt x="155" y="1"/>
                </a:lnTo>
                <a:lnTo>
                  <a:pt x="156" y="1"/>
                </a:lnTo>
                <a:lnTo>
                  <a:pt x="156" y="2"/>
                </a:lnTo>
                <a:lnTo>
                  <a:pt x="157" y="2"/>
                </a:lnTo>
                <a:lnTo>
                  <a:pt x="158" y="2"/>
                </a:lnTo>
                <a:lnTo>
                  <a:pt x="158" y="1"/>
                </a:lnTo>
                <a:lnTo>
                  <a:pt x="158" y="0"/>
                </a:lnTo>
                <a:lnTo>
                  <a:pt x="159" y="0"/>
                </a:lnTo>
                <a:lnTo>
                  <a:pt x="159" y="1"/>
                </a:lnTo>
                <a:lnTo>
                  <a:pt x="159" y="2"/>
                </a:lnTo>
                <a:lnTo>
                  <a:pt x="158" y="2"/>
                </a:lnTo>
                <a:lnTo>
                  <a:pt x="159" y="2"/>
                </a:lnTo>
                <a:lnTo>
                  <a:pt x="159" y="3"/>
                </a:lnTo>
                <a:lnTo>
                  <a:pt x="160" y="3"/>
                </a:lnTo>
                <a:lnTo>
                  <a:pt x="160" y="4"/>
                </a:lnTo>
                <a:lnTo>
                  <a:pt x="162" y="4"/>
                </a:lnTo>
                <a:lnTo>
                  <a:pt x="163" y="3"/>
                </a:lnTo>
                <a:lnTo>
                  <a:pt x="164" y="3"/>
                </a:lnTo>
                <a:lnTo>
                  <a:pt x="163" y="2"/>
                </a:lnTo>
                <a:lnTo>
                  <a:pt x="164" y="1"/>
                </a:lnTo>
                <a:lnTo>
                  <a:pt x="165" y="1"/>
                </a:lnTo>
                <a:lnTo>
                  <a:pt x="166" y="1"/>
                </a:lnTo>
                <a:lnTo>
                  <a:pt x="166" y="2"/>
                </a:lnTo>
                <a:lnTo>
                  <a:pt x="167" y="2"/>
                </a:lnTo>
                <a:lnTo>
                  <a:pt x="168" y="1"/>
                </a:lnTo>
                <a:lnTo>
                  <a:pt x="169" y="1"/>
                </a:lnTo>
                <a:lnTo>
                  <a:pt x="169" y="2"/>
                </a:lnTo>
                <a:lnTo>
                  <a:pt x="168" y="2"/>
                </a:lnTo>
                <a:lnTo>
                  <a:pt x="167" y="2"/>
                </a:lnTo>
                <a:lnTo>
                  <a:pt x="167" y="3"/>
                </a:lnTo>
                <a:lnTo>
                  <a:pt x="166" y="3"/>
                </a:lnTo>
                <a:lnTo>
                  <a:pt x="167" y="3"/>
                </a:lnTo>
                <a:lnTo>
                  <a:pt x="167" y="2"/>
                </a:lnTo>
                <a:lnTo>
                  <a:pt x="166" y="2"/>
                </a:lnTo>
                <a:lnTo>
                  <a:pt x="165" y="2"/>
                </a:lnTo>
                <a:lnTo>
                  <a:pt x="164" y="2"/>
                </a:lnTo>
                <a:lnTo>
                  <a:pt x="165" y="1"/>
                </a:lnTo>
                <a:lnTo>
                  <a:pt x="164" y="1"/>
                </a:lnTo>
                <a:lnTo>
                  <a:pt x="164" y="2"/>
                </a:lnTo>
                <a:lnTo>
                  <a:pt x="164" y="3"/>
                </a:lnTo>
                <a:lnTo>
                  <a:pt x="163" y="3"/>
                </a:lnTo>
                <a:lnTo>
                  <a:pt x="163" y="4"/>
                </a:lnTo>
                <a:lnTo>
                  <a:pt x="162" y="4"/>
                </a:lnTo>
                <a:lnTo>
                  <a:pt x="161" y="4"/>
                </a:lnTo>
                <a:lnTo>
                  <a:pt x="160" y="4"/>
                </a:lnTo>
                <a:lnTo>
                  <a:pt x="159" y="4"/>
                </a:lnTo>
                <a:lnTo>
                  <a:pt x="159" y="3"/>
                </a:lnTo>
                <a:lnTo>
                  <a:pt x="158" y="3"/>
                </a:lnTo>
                <a:lnTo>
                  <a:pt x="158" y="2"/>
                </a:lnTo>
                <a:lnTo>
                  <a:pt x="159" y="2"/>
                </a:lnTo>
                <a:lnTo>
                  <a:pt x="159" y="1"/>
                </a:lnTo>
                <a:lnTo>
                  <a:pt x="158" y="1"/>
                </a:lnTo>
                <a:lnTo>
                  <a:pt x="158" y="2"/>
                </a:lnTo>
                <a:lnTo>
                  <a:pt x="157" y="2"/>
                </a:lnTo>
                <a:lnTo>
                  <a:pt x="156" y="2"/>
                </a:lnTo>
                <a:lnTo>
                  <a:pt x="156" y="1"/>
                </a:lnTo>
                <a:lnTo>
                  <a:pt x="155" y="1"/>
                </a:lnTo>
                <a:lnTo>
                  <a:pt x="155" y="2"/>
                </a:lnTo>
                <a:lnTo>
                  <a:pt x="155" y="3"/>
                </a:lnTo>
                <a:lnTo>
                  <a:pt x="154" y="3"/>
                </a:lnTo>
                <a:lnTo>
                  <a:pt x="153" y="4"/>
                </a:lnTo>
                <a:lnTo>
                  <a:pt x="152" y="4"/>
                </a:lnTo>
                <a:lnTo>
                  <a:pt x="151" y="4"/>
                </a:lnTo>
                <a:lnTo>
                  <a:pt x="151" y="5"/>
                </a:lnTo>
                <a:lnTo>
                  <a:pt x="150" y="5"/>
                </a:lnTo>
                <a:lnTo>
                  <a:pt x="150" y="6"/>
                </a:lnTo>
                <a:lnTo>
                  <a:pt x="149" y="6"/>
                </a:lnTo>
                <a:lnTo>
                  <a:pt x="149" y="5"/>
                </a:lnTo>
                <a:lnTo>
                  <a:pt x="148" y="5"/>
                </a:lnTo>
                <a:lnTo>
                  <a:pt x="148" y="4"/>
                </a:lnTo>
                <a:lnTo>
                  <a:pt x="149" y="4"/>
                </a:lnTo>
                <a:lnTo>
                  <a:pt x="148" y="3"/>
                </a:lnTo>
                <a:lnTo>
                  <a:pt x="147" y="3"/>
                </a:lnTo>
                <a:lnTo>
                  <a:pt x="146" y="2"/>
                </a:lnTo>
                <a:lnTo>
                  <a:pt x="146" y="3"/>
                </a:lnTo>
                <a:lnTo>
                  <a:pt x="145" y="3"/>
                </a:lnTo>
                <a:lnTo>
                  <a:pt x="145" y="4"/>
                </a:lnTo>
                <a:lnTo>
                  <a:pt x="145" y="5"/>
                </a:lnTo>
                <a:lnTo>
                  <a:pt x="145" y="4"/>
                </a:lnTo>
                <a:lnTo>
                  <a:pt x="146" y="4"/>
                </a:lnTo>
                <a:lnTo>
                  <a:pt x="145" y="5"/>
                </a:lnTo>
                <a:lnTo>
                  <a:pt x="144" y="5"/>
                </a:lnTo>
                <a:lnTo>
                  <a:pt x="143" y="5"/>
                </a:lnTo>
                <a:lnTo>
                  <a:pt x="142" y="5"/>
                </a:lnTo>
                <a:lnTo>
                  <a:pt x="141" y="5"/>
                </a:lnTo>
                <a:lnTo>
                  <a:pt x="141" y="6"/>
                </a:lnTo>
                <a:lnTo>
                  <a:pt x="140" y="6"/>
                </a:lnTo>
                <a:lnTo>
                  <a:pt x="140" y="7"/>
                </a:lnTo>
                <a:lnTo>
                  <a:pt x="139" y="7"/>
                </a:lnTo>
                <a:lnTo>
                  <a:pt x="139" y="8"/>
                </a:lnTo>
                <a:lnTo>
                  <a:pt x="138" y="9"/>
                </a:lnTo>
                <a:lnTo>
                  <a:pt x="137" y="9"/>
                </a:lnTo>
                <a:lnTo>
                  <a:pt x="136" y="9"/>
                </a:lnTo>
                <a:lnTo>
                  <a:pt x="136" y="10"/>
                </a:lnTo>
                <a:lnTo>
                  <a:pt x="135" y="10"/>
                </a:lnTo>
                <a:lnTo>
                  <a:pt x="135" y="11"/>
                </a:lnTo>
                <a:lnTo>
                  <a:pt x="135" y="12"/>
                </a:lnTo>
                <a:lnTo>
                  <a:pt x="136" y="12"/>
                </a:lnTo>
                <a:lnTo>
                  <a:pt x="137" y="12"/>
                </a:lnTo>
                <a:lnTo>
                  <a:pt x="137" y="13"/>
                </a:lnTo>
                <a:lnTo>
                  <a:pt x="138" y="13"/>
                </a:lnTo>
                <a:lnTo>
                  <a:pt x="139" y="14"/>
                </a:lnTo>
                <a:lnTo>
                  <a:pt x="139" y="15"/>
                </a:lnTo>
                <a:lnTo>
                  <a:pt x="139" y="16"/>
                </a:lnTo>
                <a:lnTo>
                  <a:pt x="138" y="16"/>
                </a:lnTo>
                <a:lnTo>
                  <a:pt x="136" y="16"/>
                </a:lnTo>
                <a:lnTo>
                  <a:pt x="134" y="16"/>
                </a:lnTo>
                <a:lnTo>
                  <a:pt x="133" y="16"/>
                </a:lnTo>
                <a:lnTo>
                  <a:pt x="132" y="16"/>
                </a:lnTo>
                <a:lnTo>
                  <a:pt x="131" y="16"/>
                </a:lnTo>
                <a:lnTo>
                  <a:pt x="131" y="17"/>
                </a:lnTo>
                <a:lnTo>
                  <a:pt x="130" y="17"/>
                </a:lnTo>
                <a:lnTo>
                  <a:pt x="130" y="16"/>
                </a:lnTo>
                <a:lnTo>
                  <a:pt x="130" y="15"/>
                </a:lnTo>
                <a:lnTo>
                  <a:pt x="129" y="15"/>
                </a:lnTo>
                <a:lnTo>
                  <a:pt x="128" y="15"/>
                </a:lnTo>
                <a:lnTo>
                  <a:pt x="127" y="15"/>
                </a:lnTo>
                <a:lnTo>
                  <a:pt x="127" y="17"/>
                </a:lnTo>
                <a:lnTo>
                  <a:pt x="127" y="18"/>
                </a:lnTo>
                <a:lnTo>
                  <a:pt x="126" y="18"/>
                </a:lnTo>
                <a:lnTo>
                  <a:pt x="127" y="18"/>
                </a:lnTo>
                <a:lnTo>
                  <a:pt x="126" y="18"/>
                </a:lnTo>
                <a:lnTo>
                  <a:pt x="126" y="19"/>
                </a:lnTo>
                <a:lnTo>
                  <a:pt x="126" y="20"/>
                </a:lnTo>
                <a:lnTo>
                  <a:pt x="125" y="20"/>
                </a:lnTo>
                <a:lnTo>
                  <a:pt x="125" y="21"/>
                </a:lnTo>
                <a:lnTo>
                  <a:pt x="124" y="21"/>
                </a:lnTo>
                <a:lnTo>
                  <a:pt x="123" y="21"/>
                </a:lnTo>
                <a:lnTo>
                  <a:pt x="122" y="20"/>
                </a:lnTo>
                <a:lnTo>
                  <a:pt x="121" y="20"/>
                </a:lnTo>
                <a:lnTo>
                  <a:pt x="120" y="20"/>
                </a:lnTo>
                <a:lnTo>
                  <a:pt x="120" y="21"/>
                </a:lnTo>
                <a:lnTo>
                  <a:pt x="119" y="21"/>
                </a:lnTo>
                <a:lnTo>
                  <a:pt x="119" y="22"/>
                </a:lnTo>
                <a:lnTo>
                  <a:pt x="118" y="22"/>
                </a:lnTo>
                <a:lnTo>
                  <a:pt x="118" y="23"/>
                </a:lnTo>
                <a:lnTo>
                  <a:pt x="118" y="24"/>
                </a:lnTo>
                <a:lnTo>
                  <a:pt x="118" y="25"/>
                </a:lnTo>
                <a:lnTo>
                  <a:pt x="118" y="26"/>
                </a:lnTo>
                <a:lnTo>
                  <a:pt x="117" y="26"/>
                </a:lnTo>
                <a:lnTo>
                  <a:pt x="116" y="26"/>
                </a:lnTo>
                <a:lnTo>
                  <a:pt x="115" y="26"/>
                </a:lnTo>
                <a:lnTo>
                  <a:pt x="115" y="25"/>
                </a:lnTo>
                <a:lnTo>
                  <a:pt x="114" y="25"/>
                </a:lnTo>
                <a:lnTo>
                  <a:pt x="114" y="26"/>
                </a:lnTo>
                <a:lnTo>
                  <a:pt x="114" y="27"/>
                </a:lnTo>
                <a:lnTo>
                  <a:pt x="115" y="27"/>
                </a:lnTo>
                <a:lnTo>
                  <a:pt x="115" y="28"/>
                </a:lnTo>
                <a:lnTo>
                  <a:pt x="115" y="29"/>
                </a:lnTo>
                <a:lnTo>
                  <a:pt x="115" y="30"/>
                </a:lnTo>
                <a:lnTo>
                  <a:pt x="114" y="30"/>
                </a:lnTo>
                <a:lnTo>
                  <a:pt x="113" y="30"/>
                </a:lnTo>
                <a:lnTo>
                  <a:pt x="112" y="30"/>
                </a:lnTo>
                <a:lnTo>
                  <a:pt x="112" y="29"/>
                </a:lnTo>
                <a:lnTo>
                  <a:pt x="111" y="29"/>
                </a:lnTo>
                <a:lnTo>
                  <a:pt x="111" y="28"/>
                </a:lnTo>
                <a:lnTo>
                  <a:pt x="110" y="28"/>
                </a:lnTo>
                <a:lnTo>
                  <a:pt x="111" y="28"/>
                </a:lnTo>
                <a:lnTo>
                  <a:pt x="110" y="28"/>
                </a:lnTo>
                <a:lnTo>
                  <a:pt x="110" y="27"/>
                </a:lnTo>
                <a:lnTo>
                  <a:pt x="109" y="27"/>
                </a:lnTo>
                <a:lnTo>
                  <a:pt x="109" y="28"/>
                </a:lnTo>
                <a:lnTo>
                  <a:pt x="108" y="28"/>
                </a:lnTo>
                <a:lnTo>
                  <a:pt x="107" y="28"/>
                </a:lnTo>
                <a:lnTo>
                  <a:pt x="107" y="29"/>
                </a:lnTo>
                <a:lnTo>
                  <a:pt x="106" y="29"/>
                </a:lnTo>
                <a:lnTo>
                  <a:pt x="105" y="28"/>
                </a:lnTo>
                <a:lnTo>
                  <a:pt x="104" y="28"/>
                </a:lnTo>
                <a:lnTo>
                  <a:pt x="104" y="27"/>
                </a:lnTo>
                <a:lnTo>
                  <a:pt x="103" y="27"/>
                </a:lnTo>
                <a:lnTo>
                  <a:pt x="102" y="27"/>
                </a:lnTo>
                <a:lnTo>
                  <a:pt x="102" y="28"/>
                </a:lnTo>
                <a:lnTo>
                  <a:pt x="101" y="28"/>
                </a:lnTo>
                <a:lnTo>
                  <a:pt x="101" y="30"/>
                </a:lnTo>
                <a:lnTo>
                  <a:pt x="101" y="31"/>
                </a:lnTo>
                <a:lnTo>
                  <a:pt x="100" y="31"/>
                </a:lnTo>
                <a:lnTo>
                  <a:pt x="100" y="32"/>
                </a:lnTo>
                <a:lnTo>
                  <a:pt x="100" y="31"/>
                </a:lnTo>
                <a:lnTo>
                  <a:pt x="100" y="32"/>
                </a:lnTo>
                <a:lnTo>
                  <a:pt x="100" y="33"/>
                </a:lnTo>
                <a:lnTo>
                  <a:pt x="99" y="32"/>
                </a:lnTo>
                <a:lnTo>
                  <a:pt x="98" y="32"/>
                </a:lnTo>
                <a:lnTo>
                  <a:pt x="97" y="32"/>
                </a:lnTo>
                <a:lnTo>
                  <a:pt x="96" y="32"/>
                </a:lnTo>
                <a:lnTo>
                  <a:pt x="95" y="32"/>
                </a:lnTo>
                <a:lnTo>
                  <a:pt x="95" y="33"/>
                </a:lnTo>
                <a:lnTo>
                  <a:pt x="94" y="33"/>
                </a:lnTo>
                <a:lnTo>
                  <a:pt x="93" y="33"/>
                </a:lnTo>
                <a:lnTo>
                  <a:pt x="92" y="33"/>
                </a:lnTo>
                <a:lnTo>
                  <a:pt x="91" y="33"/>
                </a:lnTo>
                <a:lnTo>
                  <a:pt x="91" y="34"/>
                </a:lnTo>
                <a:lnTo>
                  <a:pt x="90" y="34"/>
                </a:lnTo>
                <a:lnTo>
                  <a:pt x="89" y="35"/>
                </a:lnTo>
                <a:lnTo>
                  <a:pt x="89" y="36"/>
                </a:lnTo>
                <a:lnTo>
                  <a:pt x="88" y="36"/>
                </a:lnTo>
                <a:lnTo>
                  <a:pt x="87" y="36"/>
                </a:lnTo>
                <a:lnTo>
                  <a:pt x="87" y="37"/>
                </a:lnTo>
                <a:lnTo>
                  <a:pt x="88" y="37"/>
                </a:lnTo>
                <a:lnTo>
                  <a:pt x="89" y="37"/>
                </a:lnTo>
                <a:lnTo>
                  <a:pt x="88" y="37"/>
                </a:lnTo>
                <a:lnTo>
                  <a:pt x="86" y="37"/>
                </a:lnTo>
                <a:lnTo>
                  <a:pt x="85" y="37"/>
                </a:lnTo>
                <a:lnTo>
                  <a:pt x="84" y="37"/>
                </a:lnTo>
                <a:lnTo>
                  <a:pt x="84" y="38"/>
                </a:lnTo>
                <a:lnTo>
                  <a:pt x="83" y="38"/>
                </a:lnTo>
                <a:lnTo>
                  <a:pt x="82" y="38"/>
                </a:lnTo>
                <a:lnTo>
                  <a:pt x="83" y="39"/>
                </a:lnTo>
                <a:lnTo>
                  <a:pt x="84" y="39"/>
                </a:lnTo>
                <a:lnTo>
                  <a:pt x="85" y="40"/>
                </a:lnTo>
                <a:lnTo>
                  <a:pt x="84" y="40"/>
                </a:lnTo>
                <a:lnTo>
                  <a:pt x="84" y="39"/>
                </a:lnTo>
                <a:lnTo>
                  <a:pt x="83" y="39"/>
                </a:lnTo>
                <a:lnTo>
                  <a:pt x="82" y="39"/>
                </a:lnTo>
                <a:lnTo>
                  <a:pt x="81" y="39"/>
                </a:lnTo>
                <a:lnTo>
                  <a:pt x="80" y="39"/>
                </a:lnTo>
                <a:lnTo>
                  <a:pt x="79" y="39"/>
                </a:lnTo>
                <a:lnTo>
                  <a:pt x="79" y="40"/>
                </a:lnTo>
                <a:lnTo>
                  <a:pt x="78" y="40"/>
                </a:lnTo>
                <a:lnTo>
                  <a:pt x="78" y="41"/>
                </a:lnTo>
                <a:lnTo>
                  <a:pt x="78" y="42"/>
                </a:lnTo>
                <a:lnTo>
                  <a:pt x="79" y="42"/>
                </a:lnTo>
                <a:lnTo>
                  <a:pt x="80" y="43"/>
                </a:lnTo>
                <a:lnTo>
                  <a:pt x="81" y="43"/>
                </a:lnTo>
                <a:lnTo>
                  <a:pt x="82" y="43"/>
                </a:lnTo>
                <a:lnTo>
                  <a:pt x="82" y="44"/>
                </a:lnTo>
                <a:lnTo>
                  <a:pt x="83" y="44"/>
                </a:lnTo>
                <a:lnTo>
                  <a:pt x="84" y="44"/>
                </a:lnTo>
                <a:lnTo>
                  <a:pt x="83" y="45"/>
                </a:lnTo>
                <a:lnTo>
                  <a:pt x="82" y="45"/>
                </a:lnTo>
                <a:lnTo>
                  <a:pt x="82" y="46"/>
                </a:lnTo>
                <a:lnTo>
                  <a:pt x="81" y="46"/>
                </a:lnTo>
                <a:lnTo>
                  <a:pt x="81" y="47"/>
                </a:lnTo>
                <a:lnTo>
                  <a:pt x="80" y="47"/>
                </a:lnTo>
                <a:lnTo>
                  <a:pt x="79" y="47"/>
                </a:lnTo>
                <a:lnTo>
                  <a:pt x="78" y="47"/>
                </a:lnTo>
                <a:lnTo>
                  <a:pt x="77" y="47"/>
                </a:lnTo>
                <a:lnTo>
                  <a:pt x="77" y="46"/>
                </a:lnTo>
                <a:lnTo>
                  <a:pt x="76" y="46"/>
                </a:lnTo>
                <a:lnTo>
                  <a:pt x="75" y="46"/>
                </a:lnTo>
                <a:lnTo>
                  <a:pt x="74" y="46"/>
                </a:lnTo>
                <a:lnTo>
                  <a:pt x="74" y="47"/>
                </a:lnTo>
                <a:lnTo>
                  <a:pt x="73" y="46"/>
                </a:lnTo>
                <a:lnTo>
                  <a:pt x="73" y="47"/>
                </a:lnTo>
                <a:lnTo>
                  <a:pt x="71" y="47"/>
                </a:lnTo>
                <a:lnTo>
                  <a:pt x="70" y="47"/>
                </a:lnTo>
                <a:lnTo>
                  <a:pt x="69" y="47"/>
                </a:lnTo>
                <a:lnTo>
                  <a:pt x="68" y="47"/>
                </a:lnTo>
                <a:lnTo>
                  <a:pt x="67" y="46"/>
                </a:lnTo>
                <a:lnTo>
                  <a:pt x="67" y="45"/>
                </a:lnTo>
                <a:lnTo>
                  <a:pt x="66" y="45"/>
                </a:lnTo>
                <a:lnTo>
                  <a:pt x="66" y="46"/>
                </a:lnTo>
                <a:lnTo>
                  <a:pt x="65" y="47"/>
                </a:lnTo>
                <a:lnTo>
                  <a:pt x="64" y="48"/>
                </a:lnTo>
                <a:lnTo>
                  <a:pt x="64" y="49"/>
                </a:lnTo>
                <a:lnTo>
                  <a:pt x="63" y="49"/>
                </a:lnTo>
                <a:lnTo>
                  <a:pt x="63" y="50"/>
                </a:lnTo>
                <a:lnTo>
                  <a:pt x="62" y="51"/>
                </a:lnTo>
                <a:lnTo>
                  <a:pt x="61" y="51"/>
                </a:lnTo>
                <a:lnTo>
                  <a:pt x="61" y="52"/>
                </a:lnTo>
                <a:lnTo>
                  <a:pt x="60" y="52"/>
                </a:lnTo>
                <a:lnTo>
                  <a:pt x="59" y="52"/>
                </a:lnTo>
                <a:lnTo>
                  <a:pt x="59" y="53"/>
                </a:lnTo>
                <a:lnTo>
                  <a:pt x="58" y="53"/>
                </a:lnTo>
                <a:lnTo>
                  <a:pt x="57" y="53"/>
                </a:lnTo>
                <a:lnTo>
                  <a:pt x="57" y="54"/>
                </a:lnTo>
                <a:lnTo>
                  <a:pt x="56" y="54"/>
                </a:lnTo>
                <a:lnTo>
                  <a:pt x="55" y="54"/>
                </a:lnTo>
                <a:lnTo>
                  <a:pt x="54" y="55"/>
                </a:lnTo>
                <a:lnTo>
                  <a:pt x="53" y="55"/>
                </a:lnTo>
                <a:lnTo>
                  <a:pt x="53" y="56"/>
                </a:lnTo>
                <a:lnTo>
                  <a:pt x="53" y="57"/>
                </a:lnTo>
                <a:lnTo>
                  <a:pt x="52" y="57"/>
                </a:lnTo>
                <a:lnTo>
                  <a:pt x="52" y="58"/>
                </a:lnTo>
                <a:lnTo>
                  <a:pt x="52" y="59"/>
                </a:lnTo>
                <a:lnTo>
                  <a:pt x="52" y="60"/>
                </a:lnTo>
                <a:lnTo>
                  <a:pt x="52" y="61"/>
                </a:lnTo>
                <a:lnTo>
                  <a:pt x="51" y="61"/>
                </a:lnTo>
                <a:lnTo>
                  <a:pt x="50" y="61"/>
                </a:lnTo>
                <a:lnTo>
                  <a:pt x="50" y="62"/>
                </a:lnTo>
                <a:lnTo>
                  <a:pt x="49" y="62"/>
                </a:lnTo>
                <a:lnTo>
                  <a:pt x="48" y="62"/>
                </a:lnTo>
                <a:lnTo>
                  <a:pt x="47" y="62"/>
                </a:lnTo>
                <a:lnTo>
                  <a:pt x="47" y="63"/>
                </a:lnTo>
                <a:lnTo>
                  <a:pt x="46" y="63"/>
                </a:lnTo>
                <a:lnTo>
                  <a:pt x="45" y="63"/>
                </a:lnTo>
                <a:lnTo>
                  <a:pt x="44" y="64"/>
                </a:lnTo>
                <a:lnTo>
                  <a:pt x="43" y="64"/>
                </a:lnTo>
                <a:lnTo>
                  <a:pt x="42" y="64"/>
                </a:lnTo>
                <a:lnTo>
                  <a:pt x="41" y="64"/>
                </a:lnTo>
                <a:lnTo>
                  <a:pt x="41" y="65"/>
                </a:lnTo>
                <a:lnTo>
                  <a:pt x="40" y="65"/>
                </a:lnTo>
                <a:lnTo>
                  <a:pt x="40" y="66"/>
                </a:lnTo>
                <a:lnTo>
                  <a:pt x="40" y="65"/>
                </a:lnTo>
                <a:lnTo>
                  <a:pt x="40" y="66"/>
                </a:lnTo>
                <a:lnTo>
                  <a:pt x="39" y="66"/>
                </a:lnTo>
                <a:lnTo>
                  <a:pt x="39" y="67"/>
                </a:lnTo>
                <a:lnTo>
                  <a:pt x="39" y="68"/>
                </a:lnTo>
                <a:lnTo>
                  <a:pt x="38" y="68"/>
                </a:lnTo>
                <a:lnTo>
                  <a:pt x="38" y="69"/>
                </a:lnTo>
                <a:lnTo>
                  <a:pt x="38" y="70"/>
                </a:lnTo>
                <a:lnTo>
                  <a:pt x="37" y="70"/>
                </a:lnTo>
                <a:lnTo>
                  <a:pt x="37" y="71"/>
                </a:lnTo>
                <a:lnTo>
                  <a:pt x="36" y="71"/>
                </a:lnTo>
                <a:lnTo>
                  <a:pt x="35" y="71"/>
                </a:lnTo>
                <a:lnTo>
                  <a:pt x="34" y="71"/>
                </a:lnTo>
                <a:lnTo>
                  <a:pt x="34" y="72"/>
                </a:lnTo>
                <a:lnTo>
                  <a:pt x="33" y="72"/>
                </a:lnTo>
                <a:lnTo>
                  <a:pt x="32" y="72"/>
                </a:lnTo>
                <a:lnTo>
                  <a:pt x="32" y="74"/>
                </a:lnTo>
                <a:lnTo>
                  <a:pt x="33" y="74"/>
                </a:lnTo>
                <a:lnTo>
                  <a:pt x="33" y="75"/>
                </a:lnTo>
                <a:lnTo>
                  <a:pt x="32" y="75"/>
                </a:lnTo>
                <a:lnTo>
                  <a:pt x="33" y="75"/>
                </a:lnTo>
                <a:lnTo>
                  <a:pt x="33" y="76"/>
                </a:lnTo>
                <a:lnTo>
                  <a:pt x="33" y="77"/>
                </a:lnTo>
                <a:lnTo>
                  <a:pt x="33" y="78"/>
                </a:lnTo>
                <a:lnTo>
                  <a:pt x="31" y="78"/>
                </a:lnTo>
                <a:lnTo>
                  <a:pt x="30" y="78"/>
                </a:lnTo>
                <a:lnTo>
                  <a:pt x="31" y="78"/>
                </a:lnTo>
                <a:lnTo>
                  <a:pt x="31" y="77"/>
                </a:lnTo>
                <a:lnTo>
                  <a:pt x="31" y="78"/>
                </a:lnTo>
                <a:lnTo>
                  <a:pt x="31" y="77"/>
                </a:lnTo>
                <a:lnTo>
                  <a:pt x="31" y="78"/>
                </a:lnTo>
                <a:lnTo>
                  <a:pt x="33" y="78"/>
                </a:lnTo>
                <a:lnTo>
                  <a:pt x="33" y="77"/>
                </a:lnTo>
                <a:lnTo>
                  <a:pt x="33" y="76"/>
                </a:lnTo>
                <a:lnTo>
                  <a:pt x="32" y="76"/>
                </a:lnTo>
                <a:lnTo>
                  <a:pt x="32" y="75"/>
                </a:lnTo>
                <a:lnTo>
                  <a:pt x="32" y="74"/>
                </a:lnTo>
                <a:lnTo>
                  <a:pt x="32" y="72"/>
                </a:lnTo>
                <a:lnTo>
                  <a:pt x="32" y="74"/>
                </a:lnTo>
                <a:lnTo>
                  <a:pt x="31" y="74"/>
                </a:lnTo>
                <a:lnTo>
                  <a:pt x="31" y="75"/>
                </a:lnTo>
                <a:lnTo>
                  <a:pt x="30" y="75"/>
                </a:lnTo>
                <a:lnTo>
                  <a:pt x="30" y="76"/>
                </a:lnTo>
                <a:lnTo>
                  <a:pt x="30" y="75"/>
                </a:lnTo>
                <a:lnTo>
                  <a:pt x="30" y="76"/>
                </a:lnTo>
                <a:lnTo>
                  <a:pt x="30" y="77"/>
                </a:lnTo>
                <a:lnTo>
                  <a:pt x="29" y="77"/>
                </a:lnTo>
                <a:lnTo>
                  <a:pt x="28" y="77"/>
                </a:lnTo>
                <a:lnTo>
                  <a:pt x="27" y="77"/>
                </a:lnTo>
                <a:lnTo>
                  <a:pt x="27" y="78"/>
                </a:lnTo>
                <a:lnTo>
                  <a:pt x="26" y="78"/>
                </a:lnTo>
                <a:lnTo>
                  <a:pt x="26" y="79"/>
                </a:lnTo>
                <a:lnTo>
                  <a:pt x="25" y="79"/>
                </a:lnTo>
                <a:lnTo>
                  <a:pt x="25" y="80"/>
                </a:lnTo>
                <a:lnTo>
                  <a:pt x="24" y="80"/>
                </a:lnTo>
                <a:lnTo>
                  <a:pt x="24" y="81"/>
                </a:lnTo>
                <a:lnTo>
                  <a:pt x="23" y="81"/>
                </a:lnTo>
                <a:lnTo>
                  <a:pt x="22" y="81"/>
                </a:lnTo>
                <a:lnTo>
                  <a:pt x="22" y="82"/>
                </a:lnTo>
                <a:lnTo>
                  <a:pt x="24" y="82"/>
                </a:lnTo>
                <a:lnTo>
                  <a:pt x="25" y="82"/>
                </a:lnTo>
                <a:lnTo>
                  <a:pt x="25" y="81"/>
                </a:lnTo>
                <a:lnTo>
                  <a:pt x="26" y="81"/>
                </a:lnTo>
                <a:lnTo>
                  <a:pt x="27" y="81"/>
                </a:lnTo>
                <a:lnTo>
                  <a:pt x="28" y="81"/>
                </a:lnTo>
                <a:lnTo>
                  <a:pt x="28" y="80"/>
                </a:lnTo>
                <a:lnTo>
                  <a:pt x="28" y="79"/>
                </a:lnTo>
                <a:lnTo>
                  <a:pt x="28" y="78"/>
                </a:lnTo>
                <a:lnTo>
                  <a:pt x="28" y="79"/>
                </a:lnTo>
                <a:lnTo>
                  <a:pt x="28" y="80"/>
                </a:lnTo>
                <a:lnTo>
                  <a:pt x="28" y="81"/>
                </a:lnTo>
                <a:lnTo>
                  <a:pt x="27" y="81"/>
                </a:lnTo>
                <a:lnTo>
                  <a:pt x="27" y="82"/>
                </a:lnTo>
                <a:lnTo>
                  <a:pt x="26" y="82"/>
                </a:lnTo>
                <a:lnTo>
                  <a:pt x="25" y="82"/>
                </a:lnTo>
                <a:lnTo>
                  <a:pt x="24" y="82"/>
                </a:lnTo>
                <a:lnTo>
                  <a:pt x="24" y="83"/>
                </a:lnTo>
                <a:lnTo>
                  <a:pt x="25" y="83"/>
                </a:lnTo>
                <a:lnTo>
                  <a:pt x="24" y="83"/>
                </a:lnTo>
                <a:lnTo>
                  <a:pt x="23" y="83"/>
                </a:lnTo>
                <a:lnTo>
                  <a:pt x="22" y="83"/>
                </a:lnTo>
                <a:lnTo>
                  <a:pt x="21" y="83"/>
                </a:lnTo>
                <a:lnTo>
                  <a:pt x="21" y="84"/>
                </a:lnTo>
                <a:lnTo>
                  <a:pt x="20" y="84"/>
                </a:lnTo>
                <a:lnTo>
                  <a:pt x="19" y="85"/>
                </a:lnTo>
                <a:lnTo>
                  <a:pt x="19" y="86"/>
                </a:lnTo>
                <a:lnTo>
                  <a:pt x="19" y="87"/>
                </a:lnTo>
                <a:lnTo>
                  <a:pt x="20" y="87"/>
                </a:lnTo>
                <a:lnTo>
                  <a:pt x="20" y="88"/>
                </a:lnTo>
                <a:lnTo>
                  <a:pt x="20" y="89"/>
                </a:lnTo>
                <a:lnTo>
                  <a:pt x="19" y="89"/>
                </a:lnTo>
                <a:lnTo>
                  <a:pt x="19" y="90"/>
                </a:lnTo>
                <a:lnTo>
                  <a:pt x="20" y="90"/>
                </a:lnTo>
                <a:lnTo>
                  <a:pt x="20" y="91"/>
                </a:lnTo>
                <a:lnTo>
                  <a:pt x="20" y="93"/>
                </a:lnTo>
                <a:lnTo>
                  <a:pt x="20" y="94"/>
                </a:lnTo>
                <a:lnTo>
                  <a:pt x="19" y="94"/>
                </a:lnTo>
                <a:lnTo>
                  <a:pt x="19" y="95"/>
                </a:lnTo>
                <a:lnTo>
                  <a:pt x="19" y="96"/>
                </a:lnTo>
                <a:lnTo>
                  <a:pt x="18" y="96"/>
                </a:lnTo>
                <a:lnTo>
                  <a:pt x="18" y="98"/>
                </a:lnTo>
                <a:lnTo>
                  <a:pt x="19" y="98"/>
                </a:lnTo>
                <a:lnTo>
                  <a:pt x="18" y="98"/>
                </a:lnTo>
                <a:lnTo>
                  <a:pt x="18" y="99"/>
                </a:lnTo>
                <a:lnTo>
                  <a:pt x="19" y="99"/>
                </a:lnTo>
                <a:lnTo>
                  <a:pt x="19" y="100"/>
                </a:lnTo>
                <a:lnTo>
                  <a:pt x="19" y="99"/>
                </a:lnTo>
                <a:lnTo>
                  <a:pt x="18" y="99"/>
                </a:lnTo>
                <a:lnTo>
                  <a:pt x="17" y="99"/>
                </a:lnTo>
                <a:lnTo>
                  <a:pt x="17" y="100"/>
                </a:lnTo>
                <a:lnTo>
                  <a:pt x="16" y="101"/>
                </a:lnTo>
                <a:lnTo>
                  <a:pt x="17" y="101"/>
                </a:lnTo>
                <a:lnTo>
                  <a:pt x="18" y="101"/>
                </a:lnTo>
                <a:lnTo>
                  <a:pt x="18" y="100"/>
                </a:lnTo>
                <a:lnTo>
                  <a:pt x="18" y="101"/>
                </a:lnTo>
                <a:lnTo>
                  <a:pt x="17" y="101"/>
                </a:lnTo>
                <a:lnTo>
                  <a:pt x="16" y="101"/>
                </a:lnTo>
                <a:lnTo>
                  <a:pt x="15" y="101"/>
                </a:lnTo>
                <a:lnTo>
                  <a:pt x="15" y="102"/>
                </a:lnTo>
                <a:lnTo>
                  <a:pt x="14" y="102"/>
                </a:lnTo>
                <a:lnTo>
                  <a:pt x="14" y="103"/>
                </a:lnTo>
                <a:lnTo>
                  <a:pt x="14" y="104"/>
                </a:lnTo>
                <a:lnTo>
                  <a:pt x="14" y="105"/>
                </a:lnTo>
                <a:lnTo>
                  <a:pt x="15" y="105"/>
                </a:lnTo>
                <a:lnTo>
                  <a:pt x="15" y="106"/>
                </a:lnTo>
                <a:lnTo>
                  <a:pt x="16" y="106"/>
                </a:lnTo>
                <a:lnTo>
                  <a:pt x="16" y="107"/>
                </a:lnTo>
                <a:lnTo>
                  <a:pt x="17" y="107"/>
                </a:lnTo>
                <a:lnTo>
                  <a:pt x="17" y="108"/>
                </a:lnTo>
                <a:lnTo>
                  <a:pt x="17" y="109"/>
                </a:lnTo>
                <a:lnTo>
                  <a:pt x="17" y="110"/>
                </a:lnTo>
                <a:lnTo>
                  <a:pt x="18" y="110"/>
                </a:lnTo>
                <a:lnTo>
                  <a:pt x="18" y="111"/>
                </a:lnTo>
                <a:lnTo>
                  <a:pt x="19" y="111"/>
                </a:lnTo>
                <a:lnTo>
                  <a:pt x="19" y="110"/>
                </a:lnTo>
                <a:lnTo>
                  <a:pt x="18" y="109"/>
                </a:lnTo>
                <a:lnTo>
                  <a:pt x="18" y="108"/>
                </a:lnTo>
                <a:lnTo>
                  <a:pt x="18" y="107"/>
                </a:lnTo>
                <a:lnTo>
                  <a:pt x="18" y="106"/>
                </a:lnTo>
                <a:lnTo>
                  <a:pt x="17" y="106"/>
                </a:lnTo>
                <a:lnTo>
                  <a:pt x="17" y="105"/>
                </a:lnTo>
                <a:lnTo>
                  <a:pt x="16" y="105"/>
                </a:lnTo>
                <a:lnTo>
                  <a:pt x="17" y="105"/>
                </a:lnTo>
                <a:lnTo>
                  <a:pt x="17" y="106"/>
                </a:lnTo>
                <a:lnTo>
                  <a:pt x="18" y="106"/>
                </a:lnTo>
                <a:lnTo>
                  <a:pt x="18" y="107"/>
                </a:lnTo>
                <a:lnTo>
                  <a:pt x="18" y="108"/>
                </a:lnTo>
                <a:lnTo>
                  <a:pt x="19" y="108"/>
                </a:lnTo>
                <a:lnTo>
                  <a:pt x="19" y="109"/>
                </a:lnTo>
                <a:lnTo>
                  <a:pt x="18" y="109"/>
                </a:lnTo>
                <a:lnTo>
                  <a:pt x="19" y="109"/>
                </a:lnTo>
                <a:lnTo>
                  <a:pt x="19" y="110"/>
                </a:lnTo>
                <a:lnTo>
                  <a:pt x="20" y="110"/>
                </a:lnTo>
                <a:lnTo>
                  <a:pt x="20" y="111"/>
                </a:lnTo>
                <a:lnTo>
                  <a:pt x="20" y="110"/>
                </a:lnTo>
                <a:lnTo>
                  <a:pt x="20" y="111"/>
                </a:lnTo>
                <a:lnTo>
                  <a:pt x="20" y="110"/>
                </a:lnTo>
                <a:lnTo>
                  <a:pt x="20" y="109"/>
                </a:lnTo>
                <a:lnTo>
                  <a:pt x="21" y="109"/>
                </a:lnTo>
                <a:lnTo>
                  <a:pt x="21" y="108"/>
                </a:lnTo>
                <a:lnTo>
                  <a:pt x="21" y="107"/>
                </a:lnTo>
                <a:lnTo>
                  <a:pt x="20" y="107"/>
                </a:lnTo>
                <a:lnTo>
                  <a:pt x="21" y="107"/>
                </a:lnTo>
                <a:lnTo>
                  <a:pt x="21" y="108"/>
                </a:lnTo>
                <a:lnTo>
                  <a:pt x="21" y="109"/>
                </a:lnTo>
                <a:lnTo>
                  <a:pt x="20" y="109"/>
                </a:lnTo>
                <a:lnTo>
                  <a:pt x="20" y="110"/>
                </a:lnTo>
                <a:lnTo>
                  <a:pt x="21" y="110"/>
                </a:lnTo>
                <a:lnTo>
                  <a:pt x="22" y="111"/>
                </a:lnTo>
                <a:lnTo>
                  <a:pt x="22" y="112"/>
                </a:lnTo>
                <a:lnTo>
                  <a:pt x="23" y="112"/>
                </a:lnTo>
                <a:lnTo>
                  <a:pt x="23" y="113"/>
                </a:lnTo>
                <a:lnTo>
                  <a:pt x="23" y="114"/>
                </a:lnTo>
                <a:lnTo>
                  <a:pt x="21" y="114"/>
                </a:lnTo>
                <a:lnTo>
                  <a:pt x="20" y="114"/>
                </a:lnTo>
                <a:lnTo>
                  <a:pt x="19" y="114"/>
                </a:lnTo>
                <a:lnTo>
                  <a:pt x="18" y="114"/>
                </a:lnTo>
                <a:lnTo>
                  <a:pt x="17" y="114"/>
                </a:lnTo>
                <a:lnTo>
                  <a:pt x="16" y="114"/>
                </a:lnTo>
                <a:lnTo>
                  <a:pt x="15" y="114"/>
                </a:lnTo>
                <a:lnTo>
                  <a:pt x="14" y="113"/>
                </a:lnTo>
                <a:lnTo>
                  <a:pt x="13" y="113"/>
                </a:lnTo>
                <a:lnTo>
                  <a:pt x="12" y="113"/>
                </a:lnTo>
                <a:lnTo>
                  <a:pt x="11" y="113"/>
                </a:lnTo>
                <a:lnTo>
                  <a:pt x="10" y="113"/>
                </a:lnTo>
                <a:lnTo>
                  <a:pt x="10" y="112"/>
                </a:lnTo>
                <a:lnTo>
                  <a:pt x="10" y="111"/>
                </a:lnTo>
                <a:lnTo>
                  <a:pt x="10" y="110"/>
                </a:lnTo>
                <a:lnTo>
                  <a:pt x="10" y="109"/>
                </a:lnTo>
                <a:lnTo>
                  <a:pt x="10" y="108"/>
                </a:lnTo>
                <a:lnTo>
                  <a:pt x="10" y="107"/>
                </a:lnTo>
                <a:lnTo>
                  <a:pt x="10" y="106"/>
                </a:lnTo>
                <a:lnTo>
                  <a:pt x="10" y="105"/>
                </a:lnTo>
                <a:lnTo>
                  <a:pt x="11" y="105"/>
                </a:lnTo>
                <a:lnTo>
                  <a:pt x="11" y="104"/>
                </a:lnTo>
                <a:lnTo>
                  <a:pt x="11" y="103"/>
                </a:lnTo>
                <a:lnTo>
                  <a:pt x="11" y="102"/>
                </a:lnTo>
                <a:lnTo>
                  <a:pt x="10" y="102"/>
                </a:lnTo>
                <a:lnTo>
                  <a:pt x="10" y="101"/>
                </a:lnTo>
                <a:lnTo>
                  <a:pt x="9" y="101"/>
                </a:lnTo>
                <a:lnTo>
                  <a:pt x="9" y="102"/>
                </a:lnTo>
                <a:lnTo>
                  <a:pt x="8" y="102"/>
                </a:lnTo>
                <a:lnTo>
                  <a:pt x="6" y="102"/>
                </a:lnTo>
                <a:lnTo>
                  <a:pt x="6" y="103"/>
                </a:lnTo>
                <a:lnTo>
                  <a:pt x="6" y="104"/>
                </a:lnTo>
                <a:lnTo>
                  <a:pt x="6" y="105"/>
                </a:lnTo>
                <a:lnTo>
                  <a:pt x="5" y="105"/>
                </a:lnTo>
                <a:lnTo>
                  <a:pt x="5" y="106"/>
                </a:lnTo>
                <a:lnTo>
                  <a:pt x="5" y="108"/>
                </a:lnTo>
                <a:lnTo>
                  <a:pt x="5" y="109"/>
                </a:lnTo>
                <a:lnTo>
                  <a:pt x="5" y="110"/>
                </a:lnTo>
                <a:lnTo>
                  <a:pt x="5" y="111"/>
                </a:lnTo>
                <a:lnTo>
                  <a:pt x="4" y="111"/>
                </a:lnTo>
                <a:lnTo>
                  <a:pt x="4" y="112"/>
                </a:lnTo>
                <a:lnTo>
                  <a:pt x="3" y="112"/>
                </a:lnTo>
                <a:lnTo>
                  <a:pt x="2" y="112"/>
                </a:lnTo>
                <a:lnTo>
                  <a:pt x="1" y="112"/>
                </a:lnTo>
                <a:lnTo>
                  <a:pt x="0" y="112"/>
                </a:lnTo>
                <a:lnTo>
                  <a:pt x="1" y="111"/>
                </a:lnTo>
                <a:lnTo>
                  <a:pt x="2" y="111"/>
                </a:lnTo>
                <a:lnTo>
                  <a:pt x="2" y="110"/>
                </a:lnTo>
                <a:lnTo>
                  <a:pt x="3" y="110"/>
                </a:lnTo>
                <a:lnTo>
                  <a:pt x="4" y="109"/>
                </a:lnTo>
                <a:lnTo>
                  <a:pt x="5" y="109"/>
                </a:lnTo>
                <a:lnTo>
                  <a:pt x="5" y="108"/>
                </a:lnTo>
                <a:lnTo>
                  <a:pt x="5" y="106"/>
                </a:lnTo>
                <a:lnTo>
                  <a:pt x="5" y="105"/>
                </a:lnTo>
                <a:lnTo>
                  <a:pt x="5" y="104"/>
                </a:lnTo>
                <a:lnTo>
                  <a:pt x="6" y="104"/>
                </a:lnTo>
                <a:lnTo>
                  <a:pt x="6" y="103"/>
                </a:lnTo>
                <a:lnTo>
                  <a:pt x="6" y="102"/>
                </a:lnTo>
                <a:lnTo>
                  <a:pt x="7" y="102"/>
                </a:lnTo>
                <a:lnTo>
                  <a:pt x="8" y="102"/>
                </a:lnTo>
                <a:lnTo>
                  <a:pt x="9" y="102"/>
                </a:lnTo>
                <a:lnTo>
                  <a:pt x="9" y="101"/>
                </a:lnTo>
                <a:lnTo>
                  <a:pt x="10" y="101"/>
                </a:lnTo>
                <a:lnTo>
                  <a:pt x="10" y="102"/>
                </a:lnTo>
                <a:lnTo>
                  <a:pt x="11" y="102"/>
                </a:lnTo>
                <a:lnTo>
                  <a:pt x="11" y="101"/>
                </a:lnTo>
                <a:lnTo>
                  <a:pt x="12" y="101"/>
                </a:lnTo>
                <a:lnTo>
                  <a:pt x="12" y="100"/>
                </a:lnTo>
                <a:lnTo>
                  <a:pt x="11" y="100"/>
                </a:lnTo>
                <a:lnTo>
                  <a:pt x="11" y="99"/>
                </a:lnTo>
                <a:lnTo>
                  <a:pt x="11" y="98"/>
                </a:lnTo>
                <a:lnTo>
                  <a:pt x="12" y="98"/>
                </a:lnTo>
                <a:moveTo>
                  <a:pt x="17" y="111"/>
                </a:moveTo>
                <a:lnTo>
                  <a:pt x="17" y="110"/>
                </a:lnTo>
                <a:lnTo>
                  <a:pt x="16" y="110"/>
                </a:lnTo>
                <a:lnTo>
                  <a:pt x="17" y="111"/>
                </a:lnTo>
                <a:moveTo>
                  <a:pt x="13" y="104"/>
                </a:moveTo>
                <a:lnTo>
                  <a:pt x="13" y="103"/>
                </a:lnTo>
                <a:lnTo>
                  <a:pt x="14" y="103"/>
                </a:lnTo>
                <a:lnTo>
                  <a:pt x="14" y="102"/>
                </a:lnTo>
                <a:lnTo>
                  <a:pt x="13" y="102"/>
                </a:lnTo>
                <a:lnTo>
                  <a:pt x="13" y="103"/>
                </a:lnTo>
                <a:lnTo>
                  <a:pt x="12" y="103"/>
                </a:lnTo>
                <a:lnTo>
                  <a:pt x="13" y="104"/>
                </a:lnTo>
                <a:moveTo>
                  <a:pt x="15" y="100"/>
                </a:moveTo>
                <a:lnTo>
                  <a:pt x="15" y="101"/>
                </a:lnTo>
                <a:lnTo>
                  <a:pt x="16" y="100"/>
                </a:lnTo>
                <a:lnTo>
                  <a:pt x="15" y="100"/>
                </a:lnTo>
                <a:moveTo>
                  <a:pt x="18" y="88"/>
                </a:moveTo>
                <a:lnTo>
                  <a:pt x="18" y="87"/>
                </a:lnTo>
                <a:lnTo>
                  <a:pt x="18" y="86"/>
                </a:lnTo>
                <a:lnTo>
                  <a:pt x="17" y="87"/>
                </a:lnTo>
                <a:lnTo>
                  <a:pt x="17" y="88"/>
                </a:lnTo>
                <a:lnTo>
                  <a:pt x="16" y="88"/>
                </a:lnTo>
                <a:lnTo>
                  <a:pt x="16" y="89"/>
                </a:lnTo>
                <a:lnTo>
                  <a:pt x="17" y="90"/>
                </a:lnTo>
                <a:lnTo>
                  <a:pt x="18" y="90"/>
                </a:lnTo>
                <a:lnTo>
                  <a:pt x="19" y="90"/>
                </a:lnTo>
                <a:lnTo>
                  <a:pt x="18" y="90"/>
                </a:lnTo>
                <a:lnTo>
                  <a:pt x="18" y="89"/>
                </a:lnTo>
                <a:lnTo>
                  <a:pt x="18" y="88"/>
                </a:lnTo>
                <a:moveTo>
                  <a:pt x="20" y="88"/>
                </a:moveTo>
                <a:lnTo>
                  <a:pt x="19" y="87"/>
                </a:lnTo>
                <a:lnTo>
                  <a:pt x="19" y="88"/>
                </a:lnTo>
                <a:lnTo>
                  <a:pt x="20" y="88"/>
                </a:lnTo>
                <a:moveTo>
                  <a:pt x="25" y="79"/>
                </a:moveTo>
                <a:lnTo>
                  <a:pt x="25" y="80"/>
                </a:lnTo>
                <a:lnTo>
                  <a:pt x="25" y="79"/>
                </a:lnTo>
                <a:moveTo>
                  <a:pt x="26" y="79"/>
                </a:moveTo>
                <a:lnTo>
                  <a:pt x="26" y="78"/>
                </a:lnTo>
                <a:lnTo>
                  <a:pt x="27" y="78"/>
                </a:lnTo>
                <a:lnTo>
                  <a:pt x="26" y="78"/>
                </a:lnTo>
                <a:lnTo>
                  <a:pt x="26" y="79"/>
                </a:lnTo>
                <a:moveTo>
                  <a:pt x="27" y="77"/>
                </a:moveTo>
                <a:lnTo>
                  <a:pt x="27" y="77"/>
                </a:lnTo>
                <a:moveTo>
                  <a:pt x="35" y="71"/>
                </a:moveTo>
                <a:lnTo>
                  <a:pt x="36" y="71"/>
                </a:lnTo>
                <a:lnTo>
                  <a:pt x="36" y="70"/>
                </a:lnTo>
                <a:lnTo>
                  <a:pt x="37" y="70"/>
                </a:lnTo>
                <a:lnTo>
                  <a:pt x="38" y="70"/>
                </a:lnTo>
                <a:lnTo>
                  <a:pt x="38" y="69"/>
                </a:lnTo>
                <a:lnTo>
                  <a:pt x="38" y="68"/>
                </a:lnTo>
                <a:lnTo>
                  <a:pt x="37" y="68"/>
                </a:lnTo>
                <a:lnTo>
                  <a:pt x="36" y="68"/>
                </a:lnTo>
                <a:lnTo>
                  <a:pt x="36" y="69"/>
                </a:lnTo>
                <a:lnTo>
                  <a:pt x="35" y="69"/>
                </a:lnTo>
                <a:lnTo>
                  <a:pt x="35" y="70"/>
                </a:lnTo>
                <a:lnTo>
                  <a:pt x="35" y="71"/>
                </a:lnTo>
                <a:moveTo>
                  <a:pt x="37" y="68"/>
                </a:moveTo>
                <a:lnTo>
                  <a:pt x="37" y="67"/>
                </a:lnTo>
                <a:lnTo>
                  <a:pt x="37" y="68"/>
                </a:lnTo>
                <a:lnTo>
                  <a:pt x="36" y="68"/>
                </a:lnTo>
                <a:lnTo>
                  <a:pt x="37" y="68"/>
                </a:lnTo>
                <a:moveTo>
                  <a:pt x="38" y="68"/>
                </a:moveTo>
                <a:lnTo>
                  <a:pt x="38" y="67"/>
                </a:lnTo>
                <a:lnTo>
                  <a:pt x="38" y="66"/>
                </a:lnTo>
                <a:lnTo>
                  <a:pt x="38" y="67"/>
                </a:lnTo>
                <a:lnTo>
                  <a:pt x="37" y="67"/>
                </a:lnTo>
                <a:lnTo>
                  <a:pt x="37" y="68"/>
                </a:lnTo>
                <a:lnTo>
                  <a:pt x="38" y="68"/>
                </a:lnTo>
                <a:moveTo>
                  <a:pt x="48" y="62"/>
                </a:moveTo>
                <a:lnTo>
                  <a:pt x="47" y="62"/>
                </a:lnTo>
                <a:lnTo>
                  <a:pt x="46" y="63"/>
                </a:lnTo>
                <a:lnTo>
                  <a:pt x="47" y="63"/>
                </a:lnTo>
                <a:lnTo>
                  <a:pt x="47" y="62"/>
                </a:lnTo>
                <a:lnTo>
                  <a:pt x="48" y="62"/>
                </a:lnTo>
                <a:moveTo>
                  <a:pt x="51" y="61"/>
                </a:moveTo>
                <a:lnTo>
                  <a:pt x="51" y="60"/>
                </a:lnTo>
                <a:lnTo>
                  <a:pt x="51" y="61"/>
                </a:lnTo>
                <a:lnTo>
                  <a:pt x="50" y="61"/>
                </a:lnTo>
                <a:lnTo>
                  <a:pt x="51" y="61"/>
                </a:lnTo>
                <a:moveTo>
                  <a:pt x="63" y="49"/>
                </a:moveTo>
                <a:lnTo>
                  <a:pt x="63" y="50"/>
                </a:lnTo>
                <a:lnTo>
                  <a:pt x="63" y="49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00" name=""/>
          <p:cNvSpPr/>
          <p:nvPr/>
        </p:nvSpPr>
        <p:spPr>
          <a:xfrm>
            <a:off x="7174080" y="1454760"/>
            <a:ext cx="9000" cy="14400"/>
          </a:xfrm>
          <a:custGeom>
            <a:avLst/>
            <a:gdLst/>
            <a:ahLst/>
            <a:rect l="0" t="0" r="r" b="b"/>
            <a:pathLst>
              <a:path w="25" h="40">
                <a:moveTo>
                  <a:pt x="23" y="1"/>
                </a:moveTo>
                <a:lnTo>
                  <a:pt x="24" y="2"/>
                </a:lnTo>
                <a:lnTo>
                  <a:pt x="25" y="3"/>
                </a:lnTo>
                <a:lnTo>
                  <a:pt x="24" y="3"/>
                </a:lnTo>
                <a:lnTo>
                  <a:pt x="23" y="2"/>
                </a:lnTo>
                <a:lnTo>
                  <a:pt x="22" y="1"/>
                </a:lnTo>
                <a:lnTo>
                  <a:pt x="20" y="1"/>
                </a:lnTo>
                <a:lnTo>
                  <a:pt x="19" y="1"/>
                </a:lnTo>
                <a:lnTo>
                  <a:pt x="19" y="2"/>
                </a:lnTo>
                <a:lnTo>
                  <a:pt x="20" y="2"/>
                </a:lnTo>
                <a:lnTo>
                  <a:pt x="21" y="3"/>
                </a:lnTo>
                <a:lnTo>
                  <a:pt x="22" y="3"/>
                </a:lnTo>
                <a:lnTo>
                  <a:pt x="23" y="3"/>
                </a:lnTo>
                <a:lnTo>
                  <a:pt x="23" y="4"/>
                </a:lnTo>
                <a:lnTo>
                  <a:pt x="23" y="5"/>
                </a:lnTo>
                <a:lnTo>
                  <a:pt x="22" y="5"/>
                </a:lnTo>
                <a:lnTo>
                  <a:pt x="22" y="7"/>
                </a:lnTo>
                <a:lnTo>
                  <a:pt x="21" y="7"/>
                </a:lnTo>
                <a:lnTo>
                  <a:pt x="21" y="8"/>
                </a:lnTo>
                <a:lnTo>
                  <a:pt x="20" y="8"/>
                </a:lnTo>
                <a:lnTo>
                  <a:pt x="19" y="8"/>
                </a:lnTo>
                <a:lnTo>
                  <a:pt x="19" y="9"/>
                </a:lnTo>
                <a:lnTo>
                  <a:pt x="20" y="9"/>
                </a:lnTo>
                <a:lnTo>
                  <a:pt x="20" y="10"/>
                </a:lnTo>
                <a:lnTo>
                  <a:pt x="19" y="11"/>
                </a:lnTo>
                <a:lnTo>
                  <a:pt x="18" y="11"/>
                </a:lnTo>
                <a:lnTo>
                  <a:pt x="17" y="11"/>
                </a:lnTo>
                <a:lnTo>
                  <a:pt x="17" y="10"/>
                </a:lnTo>
                <a:lnTo>
                  <a:pt x="17" y="11"/>
                </a:lnTo>
                <a:lnTo>
                  <a:pt x="16" y="12"/>
                </a:lnTo>
                <a:lnTo>
                  <a:pt x="15" y="12"/>
                </a:lnTo>
                <a:lnTo>
                  <a:pt x="15" y="11"/>
                </a:lnTo>
                <a:lnTo>
                  <a:pt x="14" y="11"/>
                </a:lnTo>
                <a:lnTo>
                  <a:pt x="13" y="11"/>
                </a:lnTo>
                <a:lnTo>
                  <a:pt x="13" y="10"/>
                </a:lnTo>
                <a:lnTo>
                  <a:pt x="12" y="10"/>
                </a:lnTo>
                <a:lnTo>
                  <a:pt x="12" y="11"/>
                </a:lnTo>
                <a:lnTo>
                  <a:pt x="12" y="12"/>
                </a:lnTo>
                <a:lnTo>
                  <a:pt x="13" y="12"/>
                </a:lnTo>
                <a:lnTo>
                  <a:pt x="12" y="13"/>
                </a:lnTo>
                <a:lnTo>
                  <a:pt x="11" y="14"/>
                </a:lnTo>
                <a:lnTo>
                  <a:pt x="11" y="15"/>
                </a:lnTo>
                <a:lnTo>
                  <a:pt x="10" y="15"/>
                </a:lnTo>
                <a:lnTo>
                  <a:pt x="10" y="16"/>
                </a:lnTo>
                <a:lnTo>
                  <a:pt x="8" y="16"/>
                </a:lnTo>
                <a:lnTo>
                  <a:pt x="8" y="17"/>
                </a:lnTo>
                <a:lnTo>
                  <a:pt x="9" y="18"/>
                </a:lnTo>
                <a:lnTo>
                  <a:pt x="9" y="19"/>
                </a:lnTo>
                <a:lnTo>
                  <a:pt x="10" y="20"/>
                </a:lnTo>
                <a:lnTo>
                  <a:pt x="10" y="21"/>
                </a:lnTo>
                <a:lnTo>
                  <a:pt x="10" y="22"/>
                </a:lnTo>
                <a:lnTo>
                  <a:pt x="9" y="23"/>
                </a:lnTo>
                <a:lnTo>
                  <a:pt x="8" y="23"/>
                </a:lnTo>
                <a:lnTo>
                  <a:pt x="8" y="24"/>
                </a:lnTo>
                <a:lnTo>
                  <a:pt x="8" y="25"/>
                </a:lnTo>
                <a:lnTo>
                  <a:pt x="8" y="26"/>
                </a:lnTo>
                <a:lnTo>
                  <a:pt x="7" y="26"/>
                </a:lnTo>
                <a:lnTo>
                  <a:pt x="7" y="27"/>
                </a:lnTo>
                <a:lnTo>
                  <a:pt x="7" y="28"/>
                </a:lnTo>
                <a:lnTo>
                  <a:pt x="7" y="29"/>
                </a:lnTo>
                <a:lnTo>
                  <a:pt x="6" y="29"/>
                </a:lnTo>
                <a:lnTo>
                  <a:pt x="6" y="30"/>
                </a:lnTo>
                <a:lnTo>
                  <a:pt x="5" y="30"/>
                </a:lnTo>
                <a:lnTo>
                  <a:pt x="5" y="31"/>
                </a:lnTo>
                <a:lnTo>
                  <a:pt x="4" y="31"/>
                </a:lnTo>
                <a:lnTo>
                  <a:pt x="4" y="32"/>
                </a:lnTo>
                <a:lnTo>
                  <a:pt x="3" y="33"/>
                </a:lnTo>
                <a:lnTo>
                  <a:pt x="3" y="34"/>
                </a:lnTo>
                <a:lnTo>
                  <a:pt x="4" y="34"/>
                </a:lnTo>
                <a:lnTo>
                  <a:pt x="5" y="34"/>
                </a:lnTo>
                <a:lnTo>
                  <a:pt x="4" y="34"/>
                </a:lnTo>
                <a:lnTo>
                  <a:pt x="4" y="35"/>
                </a:lnTo>
                <a:lnTo>
                  <a:pt x="3" y="35"/>
                </a:lnTo>
                <a:lnTo>
                  <a:pt x="3" y="36"/>
                </a:lnTo>
                <a:lnTo>
                  <a:pt x="3" y="37"/>
                </a:lnTo>
                <a:lnTo>
                  <a:pt x="3" y="38"/>
                </a:lnTo>
                <a:lnTo>
                  <a:pt x="4" y="37"/>
                </a:lnTo>
                <a:lnTo>
                  <a:pt x="5" y="37"/>
                </a:lnTo>
                <a:lnTo>
                  <a:pt x="5" y="38"/>
                </a:lnTo>
                <a:lnTo>
                  <a:pt x="4" y="38"/>
                </a:lnTo>
                <a:lnTo>
                  <a:pt x="3" y="38"/>
                </a:lnTo>
                <a:lnTo>
                  <a:pt x="3" y="39"/>
                </a:lnTo>
                <a:lnTo>
                  <a:pt x="3" y="40"/>
                </a:lnTo>
                <a:lnTo>
                  <a:pt x="3" y="39"/>
                </a:lnTo>
                <a:lnTo>
                  <a:pt x="1" y="39"/>
                </a:lnTo>
                <a:lnTo>
                  <a:pt x="1" y="38"/>
                </a:lnTo>
                <a:lnTo>
                  <a:pt x="0" y="38"/>
                </a:lnTo>
                <a:lnTo>
                  <a:pt x="0" y="37"/>
                </a:lnTo>
                <a:lnTo>
                  <a:pt x="1" y="36"/>
                </a:lnTo>
                <a:lnTo>
                  <a:pt x="1" y="35"/>
                </a:lnTo>
                <a:lnTo>
                  <a:pt x="1" y="34"/>
                </a:lnTo>
                <a:lnTo>
                  <a:pt x="1" y="33"/>
                </a:lnTo>
                <a:lnTo>
                  <a:pt x="3" y="33"/>
                </a:lnTo>
                <a:lnTo>
                  <a:pt x="3" y="32"/>
                </a:lnTo>
                <a:lnTo>
                  <a:pt x="3" y="31"/>
                </a:lnTo>
                <a:lnTo>
                  <a:pt x="4" y="31"/>
                </a:lnTo>
                <a:lnTo>
                  <a:pt x="4" y="30"/>
                </a:lnTo>
                <a:lnTo>
                  <a:pt x="5" y="29"/>
                </a:lnTo>
                <a:lnTo>
                  <a:pt x="6" y="29"/>
                </a:lnTo>
                <a:lnTo>
                  <a:pt x="6" y="28"/>
                </a:lnTo>
                <a:lnTo>
                  <a:pt x="5" y="28"/>
                </a:lnTo>
                <a:lnTo>
                  <a:pt x="5" y="27"/>
                </a:lnTo>
                <a:lnTo>
                  <a:pt x="5" y="26"/>
                </a:lnTo>
                <a:lnTo>
                  <a:pt x="6" y="26"/>
                </a:lnTo>
                <a:lnTo>
                  <a:pt x="6" y="25"/>
                </a:lnTo>
                <a:lnTo>
                  <a:pt x="6" y="24"/>
                </a:lnTo>
                <a:lnTo>
                  <a:pt x="7" y="23"/>
                </a:lnTo>
                <a:lnTo>
                  <a:pt x="7" y="22"/>
                </a:lnTo>
                <a:lnTo>
                  <a:pt x="8" y="22"/>
                </a:lnTo>
                <a:lnTo>
                  <a:pt x="9" y="22"/>
                </a:lnTo>
                <a:lnTo>
                  <a:pt x="9" y="21"/>
                </a:lnTo>
                <a:lnTo>
                  <a:pt x="9" y="20"/>
                </a:lnTo>
                <a:lnTo>
                  <a:pt x="9" y="19"/>
                </a:lnTo>
                <a:lnTo>
                  <a:pt x="8" y="19"/>
                </a:lnTo>
                <a:lnTo>
                  <a:pt x="8" y="18"/>
                </a:lnTo>
                <a:lnTo>
                  <a:pt x="8" y="17"/>
                </a:lnTo>
                <a:lnTo>
                  <a:pt x="7" y="17"/>
                </a:lnTo>
                <a:lnTo>
                  <a:pt x="7" y="16"/>
                </a:lnTo>
                <a:lnTo>
                  <a:pt x="7" y="15"/>
                </a:lnTo>
                <a:lnTo>
                  <a:pt x="8" y="15"/>
                </a:lnTo>
                <a:lnTo>
                  <a:pt x="9" y="15"/>
                </a:lnTo>
                <a:lnTo>
                  <a:pt x="9" y="14"/>
                </a:lnTo>
                <a:lnTo>
                  <a:pt x="10" y="15"/>
                </a:lnTo>
                <a:lnTo>
                  <a:pt x="10" y="14"/>
                </a:lnTo>
                <a:lnTo>
                  <a:pt x="10" y="13"/>
                </a:lnTo>
                <a:lnTo>
                  <a:pt x="11" y="13"/>
                </a:lnTo>
                <a:lnTo>
                  <a:pt x="11" y="12"/>
                </a:lnTo>
                <a:lnTo>
                  <a:pt x="11" y="11"/>
                </a:lnTo>
                <a:lnTo>
                  <a:pt x="11" y="10"/>
                </a:lnTo>
                <a:lnTo>
                  <a:pt x="12" y="10"/>
                </a:lnTo>
                <a:lnTo>
                  <a:pt x="12" y="9"/>
                </a:lnTo>
                <a:lnTo>
                  <a:pt x="13" y="9"/>
                </a:lnTo>
                <a:lnTo>
                  <a:pt x="14" y="10"/>
                </a:lnTo>
                <a:lnTo>
                  <a:pt x="14" y="11"/>
                </a:lnTo>
                <a:lnTo>
                  <a:pt x="15" y="11"/>
                </a:lnTo>
                <a:lnTo>
                  <a:pt x="16" y="11"/>
                </a:lnTo>
                <a:lnTo>
                  <a:pt x="16" y="10"/>
                </a:lnTo>
                <a:lnTo>
                  <a:pt x="17" y="10"/>
                </a:lnTo>
                <a:lnTo>
                  <a:pt x="18" y="10"/>
                </a:lnTo>
                <a:lnTo>
                  <a:pt x="18" y="9"/>
                </a:lnTo>
                <a:lnTo>
                  <a:pt x="19" y="8"/>
                </a:lnTo>
                <a:lnTo>
                  <a:pt x="20" y="8"/>
                </a:lnTo>
                <a:lnTo>
                  <a:pt x="20" y="7"/>
                </a:lnTo>
                <a:lnTo>
                  <a:pt x="21" y="7"/>
                </a:lnTo>
                <a:lnTo>
                  <a:pt x="21" y="5"/>
                </a:lnTo>
                <a:lnTo>
                  <a:pt x="22" y="5"/>
                </a:lnTo>
                <a:lnTo>
                  <a:pt x="22" y="4"/>
                </a:lnTo>
                <a:lnTo>
                  <a:pt x="21" y="4"/>
                </a:lnTo>
                <a:lnTo>
                  <a:pt x="20" y="4"/>
                </a:lnTo>
                <a:lnTo>
                  <a:pt x="20" y="3"/>
                </a:lnTo>
                <a:lnTo>
                  <a:pt x="19" y="3"/>
                </a:lnTo>
                <a:lnTo>
                  <a:pt x="18" y="3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19" y="0"/>
                </a:lnTo>
                <a:lnTo>
                  <a:pt x="20" y="0"/>
                </a:lnTo>
                <a:lnTo>
                  <a:pt x="21" y="0"/>
                </a:lnTo>
                <a:lnTo>
                  <a:pt x="22" y="0"/>
                </a:lnTo>
                <a:lnTo>
                  <a:pt x="22" y="1"/>
                </a:lnTo>
                <a:lnTo>
                  <a:pt x="23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01" name=""/>
          <p:cNvSpPr/>
          <p:nvPr/>
        </p:nvSpPr>
        <p:spPr>
          <a:xfrm>
            <a:off x="7295400" y="1413000"/>
            <a:ext cx="13680" cy="17640"/>
          </a:xfrm>
          <a:custGeom>
            <a:avLst/>
            <a:gdLst/>
            <a:ahLst/>
            <a:rect l="0" t="0" r="r" b="b"/>
            <a:pathLst>
              <a:path w="38" h="49">
                <a:moveTo>
                  <a:pt x="2" y="3"/>
                </a:moveTo>
                <a:lnTo>
                  <a:pt x="2" y="4"/>
                </a:lnTo>
                <a:lnTo>
                  <a:pt x="2" y="5"/>
                </a:lnTo>
                <a:lnTo>
                  <a:pt x="2" y="6"/>
                </a:lnTo>
                <a:lnTo>
                  <a:pt x="1" y="6"/>
                </a:lnTo>
                <a:lnTo>
                  <a:pt x="1" y="8"/>
                </a:lnTo>
                <a:lnTo>
                  <a:pt x="1" y="9"/>
                </a:lnTo>
                <a:lnTo>
                  <a:pt x="0" y="10"/>
                </a:lnTo>
                <a:lnTo>
                  <a:pt x="0" y="11"/>
                </a:lnTo>
                <a:lnTo>
                  <a:pt x="1" y="11"/>
                </a:lnTo>
                <a:lnTo>
                  <a:pt x="1" y="12"/>
                </a:lnTo>
                <a:lnTo>
                  <a:pt x="1" y="13"/>
                </a:lnTo>
                <a:lnTo>
                  <a:pt x="1" y="14"/>
                </a:lnTo>
                <a:lnTo>
                  <a:pt x="1" y="15"/>
                </a:lnTo>
                <a:lnTo>
                  <a:pt x="1" y="16"/>
                </a:lnTo>
                <a:lnTo>
                  <a:pt x="1" y="17"/>
                </a:lnTo>
                <a:lnTo>
                  <a:pt x="2" y="17"/>
                </a:lnTo>
                <a:lnTo>
                  <a:pt x="2" y="18"/>
                </a:lnTo>
                <a:lnTo>
                  <a:pt x="2" y="19"/>
                </a:lnTo>
                <a:lnTo>
                  <a:pt x="3" y="19"/>
                </a:lnTo>
                <a:lnTo>
                  <a:pt x="4" y="19"/>
                </a:lnTo>
                <a:lnTo>
                  <a:pt x="5" y="19"/>
                </a:lnTo>
                <a:lnTo>
                  <a:pt x="6" y="20"/>
                </a:lnTo>
                <a:lnTo>
                  <a:pt x="6" y="21"/>
                </a:lnTo>
                <a:lnTo>
                  <a:pt x="7" y="22"/>
                </a:lnTo>
                <a:lnTo>
                  <a:pt x="7" y="23"/>
                </a:lnTo>
                <a:lnTo>
                  <a:pt x="8" y="24"/>
                </a:lnTo>
                <a:lnTo>
                  <a:pt x="9" y="25"/>
                </a:lnTo>
                <a:lnTo>
                  <a:pt x="10" y="25"/>
                </a:lnTo>
                <a:lnTo>
                  <a:pt x="11" y="25"/>
                </a:lnTo>
                <a:lnTo>
                  <a:pt x="11" y="26"/>
                </a:lnTo>
                <a:lnTo>
                  <a:pt x="12" y="26"/>
                </a:lnTo>
                <a:lnTo>
                  <a:pt x="12" y="27"/>
                </a:lnTo>
                <a:lnTo>
                  <a:pt x="13" y="27"/>
                </a:lnTo>
                <a:lnTo>
                  <a:pt x="13" y="28"/>
                </a:lnTo>
                <a:lnTo>
                  <a:pt x="13" y="29"/>
                </a:lnTo>
                <a:lnTo>
                  <a:pt x="13" y="30"/>
                </a:lnTo>
                <a:lnTo>
                  <a:pt x="14" y="30"/>
                </a:lnTo>
                <a:lnTo>
                  <a:pt x="14" y="29"/>
                </a:lnTo>
                <a:lnTo>
                  <a:pt x="15" y="29"/>
                </a:lnTo>
                <a:lnTo>
                  <a:pt x="16" y="28"/>
                </a:lnTo>
                <a:lnTo>
                  <a:pt x="17" y="28"/>
                </a:lnTo>
                <a:lnTo>
                  <a:pt x="18" y="29"/>
                </a:lnTo>
                <a:lnTo>
                  <a:pt x="19" y="29"/>
                </a:lnTo>
                <a:lnTo>
                  <a:pt x="19" y="30"/>
                </a:lnTo>
                <a:lnTo>
                  <a:pt x="18" y="31"/>
                </a:lnTo>
                <a:lnTo>
                  <a:pt x="17" y="32"/>
                </a:lnTo>
                <a:lnTo>
                  <a:pt x="17" y="33"/>
                </a:lnTo>
                <a:lnTo>
                  <a:pt x="18" y="34"/>
                </a:lnTo>
                <a:lnTo>
                  <a:pt x="19" y="35"/>
                </a:lnTo>
                <a:lnTo>
                  <a:pt x="20" y="35"/>
                </a:lnTo>
                <a:lnTo>
                  <a:pt x="21" y="35"/>
                </a:lnTo>
                <a:lnTo>
                  <a:pt x="22" y="34"/>
                </a:lnTo>
                <a:lnTo>
                  <a:pt x="22" y="33"/>
                </a:lnTo>
                <a:lnTo>
                  <a:pt x="23" y="33"/>
                </a:lnTo>
                <a:lnTo>
                  <a:pt x="22" y="33"/>
                </a:lnTo>
                <a:lnTo>
                  <a:pt x="22" y="32"/>
                </a:lnTo>
                <a:lnTo>
                  <a:pt x="21" y="31"/>
                </a:lnTo>
                <a:lnTo>
                  <a:pt x="21" y="30"/>
                </a:lnTo>
                <a:lnTo>
                  <a:pt x="21" y="29"/>
                </a:lnTo>
                <a:lnTo>
                  <a:pt x="22" y="28"/>
                </a:lnTo>
                <a:lnTo>
                  <a:pt x="23" y="27"/>
                </a:lnTo>
                <a:lnTo>
                  <a:pt x="24" y="27"/>
                </a:lnTo>
                <a:lnTo>
                  <a:pt x="25" y="27"/>
                </a:lnTo>
                <a:lnTo>
                  <a:pt x="26" y="28"/>
                </a:lnTo>
                <a:lnTo>
                  <a:pt x="27" y="29"/>
                </a:lnTo>
                <a:lnTo>
                  <a:pt x="27" y="30"/>
                </a:lnTo>
                <a:lnTo>
                  <a:pt x="26" y="30"/>
                </a:lnTo>
                <a:lnTo>
                  <a:pt x="26" y="31"/>
                </a:lnTo>
                <a:lnTo>
                  <a:pt x="25" y="31"/>
                </a:lnTo>
                <a:lnTo>
                  <a:pt x="25" y="32"/>
                </a:lnTo>
                <a:lnTo>
                  <a:pt x="26" y="32"/>
                </a:lnTo>
                <a:lnTo>
                  <a:pt x="27" y="33"/>
                </a:lnTo>
                <a:lnTo>
                  <a:pt x="27" y="35"/>
                </a:lnTo>
                <a:lnTo>
                  <a:pt x="27" y="37"/>
                </a:lnTo>
                <a:lnTo>
                  <a:pt x="28" y="37"/>
                </a:lnTo>
                <a:lnTo>
                  <a:pt x="29" y="38"/>
                </a:lnTo>
                <a:lnTo>
                  <a:pt x="29" y="39"/>
                </a:lnTo>
                <a:lnTo>
                  <a:pt x="29" y="40"/>
                </a:lnTo>
                <a:lnTo>
                  <a:pt x="29" y="41"/>
                </a:lnTo>
                <a:lnTo>
                  <a:pt x="29" y="42"/>
                </a:lnTo>
                <a:lnTo>
                  <a:pt x="31" y="42"/>
                </a:lnTo>
                <a:lnTo>
                  <a:pt x="32" y="42"/>
                </a:lnTo>
                <a:lnTo>
                  <a:pt x="33" y="42"/>
                </a:lnTo>
                <a:lnTo>
                  <a:pt x="33" y="43"/>
                </a:lnTo>
                <a:lnTo>
                  <a:pt x="33" y="44"/>
                </a:lnTo>
                <a:lnTo>
                  <a:pt x="32" y="44"/>
                </a:lnTo>
                <a:lnTo>
                  <a:pt x="32" y="45"/>
                </a:lnTo>
                <a:lnTo>
                  <a:pt x="32" y="47"/>
                </a:lnTo>
                <a:lnTo>
                  <a:pt x="32" y="48"/>
                </a:lnTo>
                <a:lnTo>
                  <a:pt x="33" y="48"/>
                </a:lnTo>
                <a:lnTo>
                  <a:pt x="34" y="48"/>
                </a:lnTo>
                <a:lnTo>
                  <a:pt x="35" y="48"/>
                </a:lnTo>
                <a:lnTo>
                  <a:pt x="36" y="48"/>
                </a:lnTo>
                <a:lnTo>
                  <a:pt x="37" y="49"/>
                </a:lnTo>
                <a:lnTo>
                  <a:pt x="38" y="49"/>
                </a:lnTo>
                <a:lnTo>
                  <a:pt x="37" y="49"/>
                </a:lnTo>
                <a:lnTo>
                  <a:pt x="36" y="49"/>
                </a:lnTo>
                <a:lnTo>
                  <a:pt x="36" y="48"/>
                </a:lnTo>
                <a:lnTo>
                  <a:pt x="35" y="48"/>
                </a:lnTo>
                <a:lnTo>
                  <a:pt x="34" y="48"/>
                </a:lnTo>
                <a:lnTo>
                  <a:pt x="33" y="48"/>
                </a:lnTo>
                <a:lnTo>
                  <a:pt x="32" y="48"/>
                </a:lnTo>
                <a:lnTo>
                  <a:pt x="31" y="47"/>
                </a:lnTo>
                <a:lnTo>
                  <a:pt x="31" y="46"/>
                </a:lnTo>
                <a:lnTo>
                  <a:pt x="31" y="45"/>
                </a:lnTo>
                <a:lnTo>
                  <a:pt x="31" y="44"/>
                </a:lnTo>
                <a:lnTo>
                  <a:pt x="31" y="43"/>
                </a:lnTo>
                <a:lnTo>
                  <a:pt x="31" y="42"/>
                </a:lnTo>
                <a:lnTo>
                  <a:pt x="29" y="42"/>
                </a:lnTo>
                <a:lnTo>
                  <a:pt x="29" y="41"/>
                </a:lnTo>
                <a:lnTo>
                  <a:pt x="28" y="41"/>
                </a:lnTo>
                <a:lnTo>
                  <a:pt x="29" y="40"/>
                </a:lnTo>
                <a:lnTo>
                  <a:pt x="28" y="40"/>
                </a:lnTo>
                <a:lnTo>
                  <a:pt x="28" y="39"/>
                </a:lnTo>
                <a:lnTo>
                  <a:pt x="28" y="38"/>
                </a:lnTo>
                <a:lnTo>
                  <a:pt x="27" y="38"/>
                </a:lnTo>
                <a:lnTo>
                  <a:pt x="27" y="37"/>
                </a:lnTo>
                <a:lnTo>
                  <a:pt x="27" y="35"/>
                </a:lnTo>
                <a:lnTo>
                  <a:pt x="26" y="35"/>
                </a:lnTo>
                <a:lnTo>
                  <a:pt x="26" y="34"/>
                </a:lnTo>
                <a:lnTo>
                  <a:pt x="27" y="34"/>
                </a:lnTo>
                <a:lnTo>
                  <a:pt x="27" y="33"/>
                </a:lnTo>
                <a:lnTo>
                  <a:pt x="26" y="33"/>
                </a:lnTo>
                <a:lnTo>
                  <a:pt x="26" y="32"/>
                </a:lnTo>
                <a:lnTo>
                  <a:pt x="25" y="32"/>
                </a:lnTo>
                <a:lnTo>
                  <a:pt x="25" y="31"/>
                </a:lnTo>
                <a:lnTo>
                  <a:pt x="26" y="29"/>
                </a:lnTo>
                <a:lnTo>
                  <a:pt x="26" y="28"/>
                </a:lnTo>
                <a:lnTo>
                  <a:pt x="25" y="28"/>
                </a:lnTo>
                <a:lnTo>
                  <a:pt x="23" y="28"/>
                </a:lnTo>
                <a:lnTo>
                  <a:pt x="22" y="28"/>
                </a:lnTo>
                <a:lnTo>
                  <a:pt x="22" y="29"/>
                </a:lnTo>
                <a:lnTo>
                  <a:pt x="21" y="30"/>
                </a:lnTo>
                <a:lnTo>
                  <a:pt x="21" y="31"/>
                </a:lnTo>
                <a:lnTo>
                  <a:pt x="22" y="31"/>
                </a:lnTo>
                <a:lnTo>
                  <a:pt x="22" y="32"/>
                </a:lnTo>
                <a:lnTo>
                  <a:pt x="23" y="32"/>
                </a:lnTo>
                <a:lnTo>
                  <a:pt x="23" y="33"/>
                </a:lnTo>
                <a:lnTo>
                  <a:pt x="22" y="34"/>
                </a:lnTo>
                <a:lnTo>
                  <a:pt x="22" y="35"/>
                </a:lnTo>
                <a:lnTo>
                  <a:pt x="21" y="35"/>
                </a:lnTo>
                <a:lnTo>
                  <a:pt x="20" y="35"/>
                </a:lnTo>
                <a:lnTo>
                  <a:pt x="19" y="35"/>
                </a:lnTo>
                <a:lnTo>
                  <a:pt x="18" y="35"/>
                </a:lnTo>
                <a:lnTo>
                  <a:pt x="18" y="34"/>
                </a:lnTo>
                <a:lnTo>
                  <a:pt x="17" y="34"/>
                </a:lnTo>
                <a:lnTo>
                  <a:pt x="17" y="33"/>
                </a:lnTo>
                <a:lnTo>
                  <a:pt x="17" y="32"/>
                </a:lnTo>
                <a:lnTo>
                  <a:pt x="17" y="31"/>
                </a:lnTo>
                <a:lnTo>
                  <a:pt x="18" y="31"/>
                </a:lnTo>
                <a:lnTo>
                  <a:pt x="18" y="30"/>
                </a:lnTo>
                <a:lnTo>
                  <a:pt x="19" y="30"/>
                </a:lnTo>
                <a:lnTo>
                  <a:pt x="18" y="29"/>
                </a:lnTo>
                <a:lnTo>
                  <a:pt x="17" y="28"/>
                </a:lnTo>
                <a:lnTo>
                  <a:pt x="16" y="29"/>
                </a:lnTo>
                <a:lnTo>
                  <a:pt x="15" y="29"/>
                </a:lnTo>
                <a:lnTo>
                  <a:pt x="15" y="30"/>
                </a:lnTo>
                <a:lnTo>
                  <a:pt x="14" y="30"/>
                </a:lnTo>
                <a:lnTo>
                  <a:pt x="13" y="30"/>
                </a:lnTo>
                <a:lnTo>
                  <a:pt x="13" y="29"/>
                </a:lnTo>
                <a:lnTo>
                  <a:pt x="13" y="28"/>
                </a:lnTo>
                <a:lnTo>
                  <a:pt x="12" y="28"/>
                </a:lnTo>
                <a:lnTo>
                  <a:pt x="12" y="27"/>
                </a:lnTo>
                <a:lnTo>
                  <a:pt x="11" y="26"/>
                </a:lnTo>
                <a:lnTo>
                  <a:pt x="10" y="26"/>
                </a:lnTo>
                <a:lnTo>
                  <a:pt x="10" y="25"/>
                </a:lnTo>
                <a:lnTo>
                  <a:pt x="9" y="25"/>
                </a:lnTo>
                <a:lnTo>
                  <a:pt x="8" y="25"/>
                </a:lnTo>
                <a:lnTo>
                  <a:pt x="8" y="24"/>
                </a:lnTo>
                <a:lnTo>
                  <a:pt x="7" y="24"/>
                </a:lnTo>
                <a:lnTo>
                  <a:pt x="7" y="23"/>
                </a:lnTo>
                <a:lnTo>
                  <a:pt x="6" y="22"/>
                </a:lnTo>
                <a:lnTo>
                  <a:pt x="6" y="21"/>
                </a:lnTo>
                <a:lnTo>
                  <a:pt x="6" y="20"/>
                </a:lnTo>
                <a:lnTo>
                  <a:pt x="5" y="20"/>
                </a:lnTo>
                <a:lnTo>
                  <a:pt x="5" y="19"/>
                </a:lnTo>
                <a:lnTo>
                  <a:pt x="4" y="19"/>
                </a:lnTo>
                <a:lnTo>
                  <a:pt x="3" y="19"/>
                </a:lnTo>
                <a:lnTo>
                  <a:pt x="2" y="19"/>
                </a:lnTo>
                <a:lnTo>
                  <a:pt x="2" y="18"/>
                </a:lnTo>
                <a:lnTo>
                  <a:pt x="2" y="17"/>
                </a:lnTo>
                <a:lnTo>
                  <a:pt x="1" y="17"/>
                </a:lnTo>
                <a:lnTo>
                  <a:pt x="1" y="16"/>
                </a:lnTo>
                <a:lnTo>
                  <a:pt x="0" y="16"/>
                </a:lnTo>
                <a:lnTo>
                  <a:pt x="0" y="15"/>
                </a:lnTo>
                <a:lnTo>
                  <a:pt x="1" y="14"/>
                </a:lnTo>
                <a:lnTo>
                  <a:pt x="1" y="13"/>
                </a:lnTo>
                <a:lnTo>
                  <a:pt x="1" y="12"/>
                </a:lnTo>
                <a:lnTo>
                  <a:pt x="0" y="12"/>
                </a:ln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0" y="8"/>
                </a:lnTo>
                <a:lnTo>
                  <a:pt x="1" y="7"/>
                </a:lnTo>
                <a:lnTo>
                  <a:pt x="1" y="6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2" y="3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moveTo>
                  <a:pt x="31" y="46"/>
                </a:moveTo>
                <a:lnTo>
                  <a:pt x="32" y="45"/>
                </a:lnTo>
                <a:lnTo>
                  <a:pt x="32" y="44"/>
                </a:lnTo>
                <a:lnTo>
                  <a:pt x="31" y="45"/>
                </a:lnTo>
                <a:lnTo>
                  <a:pt x="31" y="46"/>
                </a:lnTo>
                <a:moveTo>
                  <a:pt x="32" y="44"/>
                </a:moveTo>
                <a:lnTo>
                  <a:pt x="33" y="43"/>
                </a:lnTo>
                <a:lnTo>
                  <a:pt x="32" y="43"/>
                </a:lnTo>
                <a:lnTo>
                  <a:pt x="32" y="42"/>
                </a:lnTo>
                <a:lnTo>
                  <a:pt x="32" y="43"/>
                </a:lnTo>
                <a:lnTo>
                  <a:pt x="31" y="44"/>
                </a:lnTo>
                <a:lnTo>
                  <a:pt x="32" y="44"/>
                </a:lnTo>
                <a:moveTo>
                  <a:pt x="29" y="40"/>
                </a:moveTo>
                <a:lnTo>
                  <a:pt x="29" y="39"/>
                </a:lnTo>
                <a:lnTo>
                  <a:pt x="29" y="38"/>
                </a:lnTo>
                <a:lnTo>
                  <a:pt x="28" y="38"/>
                </a:lnTo>
                <a:lnTo>
                  <a:pt x="28" y="39"/>
                </a:lnTo>
                <a:lnTo>
                  <a:pt x="28" y="40"/>
                </a:lnTo>
                <a:lnTo>
                  <a:pt x="29" y="40"/>
                </a:lnTo>
                <a:moveTo>
                  <a:pt x="24" y="27"/>
                </a:moveTo>
                <a:lnTo>
                  <a:pt x="24" y="28"/>
                </a:lnTo>
                <a:lnTo>
                  <a:pt x="25" y="28"/>
                </a:lnTo>
                <a:lnTo>
                  <a:pt x="25" y="27"/>
                </a:lnTo>
                <a:lnTo>
                  <a:pt x="24" y="27"/>
                </a:lnTo>
                <a:moveTo>
                  <a:pt x="1" y="17"/>
                </a:moveTo>
                <a:lnTo>
                  <a:pt x="1" y="17"/>
                </a:lnTo>
                <a:moveTo>
                  <a:pt x="1" y="14"/>
                </a:moveTo>
                <a:lnTo>
                  <a:pt x="1" y="14"/>
                </a:lnTo>
                <a:moveTo>
                  <a:pt x="1" y="8"/>
                </a:moveTo>
                <a:lnTo>
                  <a:pt x="1" y="7"/>
                </a:lnTo>
                <a:lnTo>
                  <a:pt x="1" y="8"/>
                </a:lnTo>
                <a:moveTo>
                  <a:pt x="3" y="2"/>
                </a:moveTo>
                <a:lnTo>
                  <a:pt x="3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02" name=""/>
          <p:cNvSpPr/>
          <p:nvPr/>
        </p:nvSpPr>
        <p:spPr>
          <a:xfrm>
            <a:off x="6965280" y="21402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03" name=""/>
          <p:cNvSpPr/>
          <p:nvPr/>
        </p:nvSpPr>
        <p:spPr>
          <a:xfrm>
            <a:off x="6944400" y="213732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4" y="3"/>
                </a:move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04" name=""/>
          <p:cNvSpPr/>
          <p:nvPr/>
        </p:nvSpPr>
        <p:spPr>
          <a:xfrm>
            <a:off x="6950880" y="2135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05" name=""/>
          <p:cNvSpPr/>
          <p:nvPr/>
        </p:nvSpPr>
        <p:spPr>
          <a:xfrm>
            <a:off x="6952680" y="21358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06" name=""/>
          <p:cNvSpPr/>
          <p:nvPr/>
        </p:nvSpPr>
        <p:spPr>
          <a:xfrm>
            <a:off x="6947640" y="2135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07" name=""/>
          <p:cNvSpPr/>
          <p:nvPr/>
        </p:nvSpPr>
        <p:spPr>
          <a:xfrm>
            <a:off x="6947640" y="21355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08" name=""/>
          <p:cNvSpPr/>
          <p:nvPr/>
        </p:nvSpPr>
        <p:spPr>
          <a:xfrm>
            <a:off x="6948000" y="213156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2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09" name=""/>
          <p:cNvSpPr/>
          <p:nvPr/>
        </p:nvSpPr>
        <p:spPr>
          <a:xfrm>
            <a:off x="6946920" y="213084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1" y="1"/>
                </a:moveTo>
                <a:lnTo>
                  <a:pt x="3" y="0"/>
                </a:lnTo>
                <a:lnTo>
                  <a:pt x="3" y="1"/>
                </a:lnTo>
                <a:lnTo>
                  <a:pt x="3" y="2"/>
                </a:lnTo>
                <a:lnTo>
                  <a:pt x="3" y="4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10" name=""/>
          <p:cNvSpPr/>
          <p:nvPr/>
        </p:nvSpPr>
        <p:spPr>
          <a:xfrm>
            <a:off x="6941520" y="21301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11" name=""/>
          <p:cNvSpPr/>
          <p:nvPr/>
        </p:nvSpPr>
        <p:spPr>
          <a:xfrm>
            <a:off x="6947640" y="21272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12" name=""/>
          <p:cNvSpPr/>
          <p:nvPr/>
        </p:nvSpPr>
        <p:spPr>
          <a:xfrm>
            <a:off x="6963480" y="2126160"/>
            <a:ext cx="3600" cy="3240"/>
          </a:xfrm>
          <a:custGeom>
            <a:avLst/>
            <a:gdLst/>
            <a:ahLst/>
            <a:rect l="0" t="0" r="r" b="b"/>
            <a:pathLst>
              <a:path w="10" h="9">
                <a:moveTo>
                  <a:pt x="9" y="2"/>
                </a:moveTo>
                <a:lnTo>
                  <a:pt x="8" y="2"/>
                </a:lnTo>
                <a:lnTo>
                  <a:pt x="8" y="3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7" y="4"/>
                </a:lnTo>
                <a:lnTo>
                  <a:pt x="6" y="4"/>
                </a:lnTo>
                <a:lnTo>
                  <a:pt x="7" y="4"/>
                </a:lnTo>
                <a:lnTo>
                  <a:pt x="7" y="5"/>
                </a:lnTo>
                <a:lnTo>
                  <a:pt x="6" y="5"/>
                </a:lnTo>
                <a:lnTo>
                  <a:pt x="7" y="5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2" y="6"/>
                </a:lnTo>
                <a:lnTo>
                  <a:pt x="3" y="7"/>
                </a:lnTo>
                <a:lnTo>
                  <a:pt x="3" y="9"/>
                </a:lnTo>
                <a:lnTo>
                  <a:pt x="2" y="9"/>
                </a:lnTo>
                <a:lnTo>
                  <a:pt x="2" y="7"/>
                </a:lnTo>
                <a:lnTo>
                  <a:pt x="2" y="6"/>
                </a:lnTo>
                <a:lnTo>
                  <a:pt x="2" y="7"/>
                </a:lnTo>
                <a:lnTo>
                  <a:pt x="1" y="7"/>
                </a:lnTo>
                <a:lnTo>
                  <a:pt x="0" y="7"/>
                </a:lnTo>
                <a:lnTo>
                  <a:pt x="1" y="6"/>
                </a:lnTo>
                <a:lnTo>
                  <a:pt x="2" y="5"/>
                </a:lnTo>
                <a:lnTo>
                  <a:pt x="3" y="4"/>
                </a:lnTo>
                <a:lnTo>
                  <a:pt x="4" y="3"/>
                </a:lnTo>
                <a:lnTo>
                  <a:pt x="6" y="3"/>
                </a:lnTo>
                <a:lnTo>
                  <a:pt x="7" y="2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0" y="2"/>
                </a:lnTo>
                <a:lnTo>
                  <a:pt x="9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13" name=""/>
          <p:cNvSpPr/>
          <p:nvPr/>
        </p:nvSpPr>
        <p:spPr>
          <a:xfrm>
            <a:off x="6948720" y="2122920"/>
            <a:ext cx="5400" cy="4320"/>
          </a:xfrm>
          <a:custGeom>
            <a:avLst/>
            <a:gdLst/>
            <a:ahLst/>
            <a:rect l="0" t="0" r="r" b="b"/>
            <a:pathLst>
              <a:path w="15" h="12">
                <a:moveTo>
                  <a:pt x="11" y="1"/>
                </a:moveTo>
                <a:lnTo>
                  <a:pt x="12" y="2"/>
                </a:lnTo>
                <a:lnTo>
                  <a:pt x="13" y="2"/>
                </a:lnTo>
                <a:lnTo>
                  <a:pt x="13" y="1"/>
                </a:lnTo>
                <a:lnTo>
                  <a:pt x="13" y="2"/>
                </a:lnTo>
                <a:lnTo>
                  <a:pt x="14" y="3"/>
                </a:lnTo>
                <a:lnTo>
                  <a:pt x="14" y="4"/>
                </a:lnTo>
                <a:lnTo>
                  <a:pt x="14" y="5"/>
                </a:lnTo>
                <a:lnTo>
                  <a:pt x="15" y="5"/>
                </a:lnTo>
                <a:lnTo>
                  <a:pt x="15" y="6"/>
                </a:lnTo>
                <a:lnTo>
                  <a:pt x="13" y="6"/>
                </a:lnTo>
                <a:lnTo>
                  <a:pt x="13" y="5"/>
                </a:lnTo>
                <a:lnTo>
                  <a:pt x="12" y="5"/>
                </a:lnTo>
                <a:lnTo>
                  <a:pt x="11" y="5"/>
                </a:lnTo>
                <a:lnTo>
                  <a:pt x="9" y="5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6" y="9"/>
                </a:lnTo>
                <a:lnTo>
                  <a:pt x="6" y="10"/>
                </a:lnTo>
                <a:lnTo>
                  <a:pt x="6" y="11"/>
                </a:lnTo>
                <a:lnTo>
                  <a:pt x="5" y="11"/>
                </a:lnTo>
                <a:lnTo>
                  <a:pt x="4" y="11"/>
                </a:lnTo>
                <a:lnTo>
                  <a:pt x="3" y="11"/>
                </a:lnTo>
                <a:lnTo>
                  <a:pt x="3" y="12"/>
                </a:lnTo>
                <a:lnTo>
                  <a:pt x="3" y="11"/>
                </a:lnTo>
                <a:lnTo>
                  <a:pt x="3" y="10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1" y="7"/>
                </a:lnTo>
                <a:lnTo>
                  <a:pt x="0" y="7"/>
                </a:lnTo>
                <a:lnTo>
                  <a:pt x="1" y="6"/>
                </a:lnTo>
                <a:lnTo>
                  <a:pt x="1" y="7"/>
                </a:lnTo>
                <a:lnTo>
                  <a:pt x="1" y="9"/>
                </a:lnTo>
                <a:lnTo>
                  <a:pt x="1" y="10"/>
                </a:lnTo>
                <a:lnTo>
                  <a:pt x="2" y="10"/>
                </a:lnTo>
                <a:lnTo>
                  <a:pt x="2" y="9"/>
                </a:lnTo>
                <a:lnTo>
                  <a:pt x="3" y="9"/>
                </a:lnTo>
                <a:lnTo>
                  <a:pt x="3" y="10"/>
                </a:lnTo>
                <a:lnTo>
                  <a:pt x="4" y="10"/>
                </a:lnTo>
                <a:lnTo>
                  <a:pt x="4" y="9"/>
                </a:lnTo>
                <a:lnTo>
                  <a:pt x="5" y="9"/>
                </a:lnTo>
                <a:lnTo>
                  <a:pt x="5" y="10"/>
                </a:lnTo>
                <a:lnTo>
                  <a:pt x="5" y="9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3" y="6"/>
                </a:lnTo>
                <a:lnTo>
                  <a:pt x="3" y="7"/>
                </a:lnTo>
                <a:lnTo>
                  <a:pt x="2" y="6"/>
                </a:lnTo>
                <a:lnTo>
                  <a:pt x="2" y="5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6" y="3"/>
                </a:lnTo>
                <a:lnTo>
                  <a:pt x="6" y="2"/>
                </a:lnTo>
                <a:lnTo>
                  <a:pt x="6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2"/>
                </a:lnTo>
                <a:lnTo>
                  <a:pt x="7" y="2"/>
                </a:lnTo>
                <a:lnTo>
                  <a:pt x="8" y="3"/>
                </a:lnTo>
                <a:lnTo>
                  <a:pt x="8" y="2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9" y="1"/>
                </a:lnTo>
                <a:lnTo>
                  <a:pt x="11" y="1"/>
                </a:lnTo>
                <a:lnTo>
                  <a:pt x="11" y="0"/>
                </a:lnTo>
                <a:lnTo>
                  <a:pt x="9" y="0"/>
                </a:lnTo>
                <a:lnTo>
                  <a:pt x="11" y="0"/>
                </a:lnTo>
                <a:lnTo>
                  <a:pt x="1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14" name=""/>
          <p:cNvSpPr/>
          <p:nvPr/>
        </p:nvSpPr>
        <p:spPr>
          <a:xfrm>
            <a:off x="6946200" y="2121480"/>
            <a:ext cx="2880" cy="3600"/>
          </a:xfrm>
          <a:custGeom>
            <a:avLst/>
            <a:gdLst/>
            <a:ahLst/>
            <a:rect l="0" t="0" r="r" b="b"/>
            <a:pathLst>
              <a:path w="8" h="10">
                <a:moveTo>
                  <a:pt x="6" y="1"/>
                </a:moveTo>
                <a:lnTo>
                  <a:pt x="7" y="1"/>
                </a:lnTo>
                <a:lnTo>
                  <a:pt x="8" y="1"/>
                </a:lnTo>
                <a:lnTo>
                  <a:pt x="8" y="2"/>
                </a:lnTo>
                <a:lnTo>
                  <a:pt x="7" y="2"/>
                </a:lnTo>
                <a:lnTo>
                  <a:pt x="6" y="2"/>
                </a:lnTo>
                <a:lnTo>
                  <a:pt x="6" y="3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5" y="6"/>
                </a:lnTo>
                <a:lnTo>
                  <a:pt x="6" y="6"/>
                </a:lnTo>
                <a:lnTo>
                  <a:pt x="6" y="8"/>
                </a:lnTo>
                <a:lnTo>
                  <a:pt x="5" y="8"/>
                </a:lnTo>
                <a:lnTo>
                  <a:pt x="5" y="9"/>
                </a:lnTo>
                <a:lnTo>
                  <a:pt x="6" y="9"/>
                </a:lnTo>
                <a:lnTo>
                  <a:pt x="6" y="10"/>
                </a:lnTo>
                <a:lnTo>
                  <a:pt x="5" y="10"/>
                </a:lnTo>
                <a:lnTo>
                  <a:pt x="3" y="9"/>
                </a:lnTo>
                <a:lnTo>
                  <a:pt x="3" y="10"/>
                </a:lnTo>
                <a:lnTo>
                  <a:pt x="2" y="10"/>
                </a:lnTo>
                <a:lnTo>
                  <a:pt x="1" y="10"/>
                </a:lnTo>
                <a:lnTo>
                  <a:pt x="0" y="10"/>
                </a:lnTo>
                <a:lnTo>
                  <a:pt x="1" y="10"/>
                </a:lnTo>
                <a:lnTo>
                  <a:pt x="1" y="9"/>
                </a:lnTo>
                <a:lnTo>
                  <a:pt x="2" y="9"/>
                </a:lnTo>
                <a:lnTo>
                  <a:pt x="3" y="9"/>
                </a:lnTo>
                <a:lnTo>
                  <a:pt x="5" y="8"/>
                </a:lnTo>
                <a:lnTo>
                  <a:pt x="5" y="6"/>
                </a:lnTo>
                <a:lnTo>
                  <a:pt x="3" y="6"/>
                </a:lnTo>
                <a:lnTo>
                  <a:pt x="3" y="5"/>
                </a:lnTo>
                <a:lnTo>
                  <a:pt x="3" y="6"/>
                </a:lnTo>
                <a:lnTo>
                  <a:pt x="3" y="5"/>
                </a:lnTo>
                <a:lnTo>
                  <a:pt x="5" y="5"/>
                </a:lnTo>
                <a:lnTo>
                  <a:pt x="5" y="4"/>
                </a:lnTo>
                <a:lnTo>
                  <a:pt x="5" y="3"/>
                </a:lnTo>
                <a:lnTo>
                  <a:pt x="3" y="3"/>
                </a:lnTo>
                <a:lnTo>
                  <a:pt x="5" y="3"/>
                </a:lnTo>
                <a:lnTo>
                  <a:pt x="5" y="2"/>
                </a:lnTo>
                <a:lnTo>
                  <a:pt x="3" y="2"/>
                </a:lnTo>
                <a:lnTo>
                  <a:pt x="5" y="2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15" name=""/>
          <p:cNvSpPr/>
          <p:nvPr/>
        </p:nvSpPr>
        <p:spPr>
          <a:xfrm>
            <a:off x="6950520" y="21225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16" name=""/>
          <p:cNvSpPr/>
          <p:nvPr/>
        </p:nvSpPr>
        <p:spPr>
          <a:xfrm>
            <a:off x="6949080" y="212040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3" y="1"/>
                </a:moveTo>
                <a:lnTo>
                  <a:pt x="4" y="1"/>
                </a:lnTo>
                <a:lnTo>
                  <a:pt x="6" y="1"/>
                </a:lnTo>
                <a:lnTo>
                  <a:pt x="6" y="2"/>
                </a:lnTo>
                <a:lnTo>
                  <a:pt x="6" y="4"/>
                </a:lnTo>
                <a:lnTo>
                  <a:pt x="4" y="4"/>
                </a:lnTo>
                <a:lnTo>
                  <a:pt x="4" y="5"/>
                </a:lnTo>
                <a:lnTo>
                  <a:pt x="4" y="6"/>
                </a:lnTo>
                <a:lnTo>
                  <a:pt x="6" y="6"/>
                </a:lnTo>
                <a:lnTo>
                  <a:pt x="6" y="5"/>
                </a:lnTo>
                <a:lnTo>
                  <a:pt x="6" y="6"/>
                </a:lnTo>
                <a:lnTo>
                  <a:pt x="4" y="6"/>
                </a:lnTo>
                <a:lnTo>
                  <a:pt x="6" y="7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4" y="6"/>
                </a:lnTo>
                <a:lnTo>
                  <a:pt x="4" y="5"/>
                </a:lnTo>
                <a:lnTo>
                  <a:pt x="3" y="4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17" name=""/>
          <p:cNvSpPr/>
          <p:nvPr/>
        </p:nvSpPr>
        <p:spPr>
          <a:xfrm>
            <a:off x="6947640" y="2121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18" name=""/>
          <p:cNvSpPr/>
          <p:nvPr/>
        </p:nvSpPr>
        <p:spPr>
          <a:xfrm>
            <a:off x="6950520" y="211752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1" y="3"/>
                </a:move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19" name=""/>
          <p:cNvSpPr/>
          <p:nvPr/>
        </p:nvSpPr>
        <p:spPr>
          <a:xfrm>
            <a:off x="7015680" y="21837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20" name=""/>
          <p:cNvSpPr/>
          <p:nvPr/>
        </p:nvSpPr>
        <p:spPr>
          <a:xfrm>
            <a:off x="7012080" y="2179080"/>
            <a:ext cx="3960" cy="3600"/>
          </a:xfrm>
          <a:custGeom>
            <a:avLst/>
            <a:gdLst/>
            <a:ahLst/>
            <a:rect l="0" t="0" r="r" b="b"/>
            <a:pathLst>
              <a:path w="11" h="10">
                <a:moveTo>
                  <a:pt x="2" y="0"/>
                </a:moveTo>
                <a:lnTo>
                  <a:pt x="4" y="0"/>
                </a:lnTo>
                <a:lnTo>
                  <a:pt x="5" y="0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2"/>
                </a:lnTo>
                <a:lnTo>
                  <a:pt x="8" y="3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8" y="5"/>
                </a:lnTo>
                <a:lnTo>
                  <a:pt x="9" y="6"/>
                </a:lnTo>
                <a:lnTo>
                  <a:pt x="10" y="6"/>
                </a:lnTo>
                <a:lnTo>
                  <a:pt x="10" y="8"/>
                </a:lnTo>
                <a:lnTo>
                  <a:pt x="11" y="8"/>
                </a:lnTo>
                <a:lnTo>
                  <a:pt x="10" y="8"/>
                </a:lnTo>
                <a:lnTo>
                  <a:pt x="10" y="9"/>
                </a:lnTo>
                <a:lnTo>
                  <a:pt x="10" y="10"/>
                </a:lnTo>
                <a:lnTo>
                  <a:pt x="9" y="10"/>
                </a:lnTo>
                <a:lnTo>
                  <a:pt x="9" y="9"/>
                </a:lnTo>
                <a:lnTo>
                  <a:pt x="8" y="9"/>
                </a:lnTo>
                <a:lnTo>
                  <a:pt x="7" y="8"/>
                </a:lnTo>
                <a:lnTo>
                  <a:pt x="6" y="6"/>
                </a:lnTo>
                <a:lnTo>
                  <a:pt x="5" y="6"/>
                </a:lnTo>
                <a:lnTo>
                  <a:pt x="4" y="5"/>
                </a:lnTo>
                <a:lnTo>
                  <a:pt x="2" y="5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21" name=""/>
          <p:cNvSpPr/>
          <p:nvPr/>
        </p:nvSpPr>
        <p:spPr>
          <a:xfrm>
            <a:off x="6975000" y="216900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0" y="6"/>
                </a:moveTo>
                <a:lnTo>
                  <a:pt x="0" y="4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2" y="6"/>
                </a:lnTo>
                <a:lnTo>
                  <a:pt x="0" y="6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22" name=""/>
          <p:cNvSpPr/>
          <p:nvPr/>
        </p:nvSpPr>
        <p:spPr>
          <a:xfrm>
            <a:off x="6972120" y="215964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2" y="1"/>
                </a:moveTo>
                <a:lnTo>
                  <a:pt x="2" y="2"/>
                </a:lnTo>
                <a:lnTo>
                  <a:pt x="2" y="3"/>
                </a:lnTo>
                <a:lnTo>
                  <a:pt x="4" y="3"/>
                </a:lnTo>
                <a:lnTo>
                  <a:pt x="5" y="5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2" y="3"/>
                </a:lnTo>
                <a:lnTo>
                  <a:pt x="2" y="2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23" name=""/>
          <p:cNvSpPr/>
          <p:nvPr/>
        </p:nvSpPr>
        <p:spPr>
          <a:xfrm>
            <a:off x="7012440" y="21582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24" name=""/>
          <p:cNvSpPr/>
          <p:nvPr/>
        </p:nvSpPr>
        <p:spPr>
          <a:xfrm>
            <a:off x="7011000" y="215712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4" y="1"/>
                </a:move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25" name=""/>
          <p:cNvSpPr/>
          <p:nvPr/>
        </p:nvSpPr>
        <p:spPr>
          <a:xfrm>
            <a:off x="6966360" y="21358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26" name=""/>
          <p:cNvSpPr/>
          <p:nvPr/>
        </p:nvSpPr>
        <p:spPr>
          <a:xfrm>
            <a:off x="6968160" y="21261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27" name=""/>
          <p:cNvSpPr/>
          <p:nvPr/>
        </p:nvSpPr>
        <p:spPr>
          <a:xfrm>
            <a:off x="6964560" y="2060640"/>
            <a:ext cx="64440" cy="125640"/>
          </a:xfrm>
          <a:custGeom>
            <a:avLst/>
            <a:gdLst/>
            <a:ahLst/>
            <a:rect l="0" t="0" r="r" b="b"/>
            <a:pathLst>
              <a:path w="179" h="349">
                <a:moveTo>
                  <a:pt x="139" y="1"/>
                </a:moveTo>
                <a:lnTo>
                  <a:pt x="140" y="1"/>
                </a:lnTo>
                <a:lnTo>
                  <a:pt x="140" y="0"/>
                </a:lnTo>
                <a:lnTo>
                  <a:pt x="141" y="1"/>
                </a:lnTo>
                <a:lnTo>
                  <a:pt x="142" y="1"/>
                </a:lnTo>
                <a:lnTo>
                  <a:pt x="143" y="3"/>
                </a:lnTo>
                <a:lnTo>
                  <a:pt x="144" y="3"/>
                </a:lnTo>
                <a:lnTo>
                  <a:pt x="144" y="4"/>
                </a:lnTo>
                <a:lnTo>
                  <a:pt x="145" y="4"/>
                </a:lnTo>
                <a:lnTo>
                  <a:pt x="145" y="5"/>
                </a:lnTo>
                <a:lnTo>
                  <a:pt x="146" y="6"/>
                </a:lnTo>
                <a:lnTo>
                  <a:pt x="146" y="7"/>
                </a:lnTo>
                <a:lnTo>
                  <a:pt x="145" y="7"/>
                </a:lnTo>
                <a:lnTo>
                  <a:pt x="146" y="8"/>
                </a:lnTo>
                <a:lnTo>
                  <a:pt x="147" y="8"/>
                </a:lnTo>
                <a:lnTo>
                  <a:pt x="147" y="9"/>
                </a:lnTo>
                <a:lnTo>
                  <a:pt x="147" y="10"/>
                </a:lnTo>
                <a:lnTo>
                  <a:pt x="148" y="10"/>
                </a:lnTo>
                <a:lnTo>
                  <a:pt x="148" y="11"/>
                </a:lnTo>
                <a:lnTo>
                  <a:pt x="149" y="11"/>
                </a:lnTo>
                <a:lnTo>
                  <a:pt x="150" y="11"/>
                </a:lnTo>
                <a:lnTo>
                  <a:pt x="151" y="10"/>
                </a:lnTo>
                <a:lnTo>
                  <a:pt x="152" y="10"/>
                </a:lnTo>
                <a:lnTo>
                  <a:pt x="151" y="11"/>
                </a:lnTo>
                <a:lnTo>
                  <a:pt x="150" y="12"/>
                </a:lnTo>
                <a:lnTo>
                  <a:pt x="150" y="13"/>
                </a:lnTo>
                <a:lnTo>
                  <a:pt x="151" y="13"/>
                </a:lnTo>
                <a:lnTo>
                  <a:pt x="152" y="14"/>
                </a:lnTo>
                <a:lnTo>
                  <a:pt x="152" y="15"/>
                </a:lnTo>
                <a:lnTo>
                  <a:pt x="154" y="15"/>
                </a:lnTo>
                <a:lnTo>
                  <a:pt x="154" y="16"/>
                </a:lnTo>
                <a:lnTo>
                  <a:pt x="155" y="16"/>
                </a:lnTo>
                <a:lnTo>
                  <a:pt x="156" y="16"/>
                </a:lnTo>
                <a:lnTo>
                  <a:pt x="156" y="17"/>
                </a:lnTo>
                <a:lnTo>
                  <a:pt x="156" y="18"/>
                </a:lnTo>
                <a:lnTo>
                  <a:pt x="155" y="17"/>
                </a:lnTo>
                <a:lnTo>
                  <a:pt x="155" y="18"/>
                </a:lnTo>
                <a:lnTo>
                  <a:pt x="155" y="19"/>
                </a:lnTo>
                <a:lnTo>
                  <a:pt x="155" y="18"/>
                </a:lnTo>
                <a:lnTo>
                  <a:pt x="156" y="18"/>
                </a:lnTo>
                <a:lnTo>
                  <a:pt x="157" y="17"/>
                </a:lnTo>
                <a:lnTo>
                  <a:pt x="157" y="16"/>
                </a:lnTo>
                <a:lnTo>
                  <a:pt x="158" y="16"/>
                </a:lnTo>
                <a:lnTo>
                  <a:pt x="159" y="17"/>
                </a:lnTo>
                <a:lnTo>
                  <a:pt x="160" y="17"/>
                </a:lnTo>
                <a:lnTo>
                  <a:pt x="161" y="17"/>
                </a:lnTo>
                <a:lnTo>
                  <a:pt x="161" y="18"/>
                </a:lnTo>
                <a:lnTo>
                  <a:pt x="162" y="18"/>
                </a:lnTo>
                <a:lnTo>
                  <a:pt x="162" y="19"/>
                </a:lnTo>
                <a:lnTo>
                  <a:pt x="163" y="19"/>
                </a:lnTo>
                <a:lnTo>
                  <a:pt x="164" y="19"/>
                </a:lnTo>
                <a:lnTo>
                  <a:pt x="165" y="19"/>
                </a:lnTo>
                <a:lnTo>
                  <a:pt x="166" y="19"/>
                </a:lnTo>
                <a:lnTo>
                  <a:pt x="168" y="19"/>
                </a:lnTo>
                <a:lnTo>
                  <a:pt x="169" y="19"/>
                </a:lnTo>
                <a:lnTo>
                  <a:pt x="169" y="20"/>
                </a:lnTo>
                <a:lnTo>
                  <a:pt x="170" y="19"/>
                </a:lnTo>
                <a:lnTo>
                  <a:pt x="171" y="19"/>
                </a:lnTo>
                <a:lnTo>
                  <a:pt x="172" y="19"/>
                </a:lnTo>
                <a:lnTo>
                  <a:pt x="171" y="20"/>
                </a:lnTo>
                <a:lnTo>
                  <a:pt x="172" y="20"/>
                </a:lnTo>
                <a:lnTo>
                  <a:pt x="172" y="21"/>
                </a:lnTo>
                <a:lnTo>
                  <a:pt x="171" y="21"/>
                </a:lnTo>
                <a:lnTo>
                  <a:pt x="171" y="22"/>
                </a:lnTo>
                <a:lnTo>
                  <a:pt x="171" y="23"/>
                </a:lnTo>
                <a:lnTo>
                  <a:pt x="171" y="24"/>
                </a:lnTo>
                <a:lnTo>
                  <a:pt x="172" y="24"/>
                </a:lnTo>
                <a:lnTo>
                  <a:pt x="172" y="25"/>
                </a:lnTo>
                <a:lnTo>
                  <a:pt x="172" y="26"/>
                </a:lnTo>
                <a:lnTo>
                  <a:pt x="172" y="27"/>
                </a:lnTo>
                <a:lnTo>
                  <a:pt x="172" y="28"/>
                </a:lnTo>
                <a:lnTo>
                  <a:pt x="173" y="29"/>
                </a:lnTo>
                <a:lnTo>
                  <a:pt x="173" y="30"/>
                </a:lnTo>
                <a:lnTo>
                  <a:pt x="174" y="30"/>
                </a:lnTo>
                <a:lnTo>
                  <a:pt x="175" y="30"/>
                </a:lnTo>
                <a:lnTo>
                  <a:pt x="176" y="30"/>
                </a:lnTo>
                <a:lnTo>
                  <a:pt x="176" y="29"/>
                </a:lnTo>
                <a:lnTo>
                  <a:pt x="178" y="30"/>
                </a:lnTo>
                <a:lnTo>
                  <a:pt x="178" y="31"/>
                </a:lnTo>
                <a:lnTo>
                  <a:pt x="178" y="30"/>
                </a:lnTo>
                <a:lnTo>
                  <a:pt x="179" y="31"/>
                </a:lnTo>
                <a:lnTo>
                  <a:pt x="178" y="31"/>
                </a:lnTo>
                <a:lnTo>
                  <a:pt x="178" y="32"/>
                </a:lnTo>
                <a:lnTo>
                  <a:pt x="177" y="32"/>
                </a:lnTo>
                <a:lnTo>
                  <a:pt x="176" y="33"/>
                </a:lnTo>
                <a:lnTo>
                  <a:pt x="175" y="34"/>
                </a:lnTo>
                <a:lnTo>
                  <a:pt x="174" y="34"/>
                </a:lnTo>
                <a:lnTo>
                  <a:pt x="172" y="35"/>
                </a:lnTo>
                <a:lnTo>
                  <a:pt x="171" y="36"/>
                </a:lnTo>
                <a:lnTo>
                  <a:pt x="171" y="37"/>
                </a:lnTo>
                <a:lnTo>
                  <a:pt x="170" y="37"/>
                </a:lnTo>
                <a:lnTo>
                  <a:pt x="170" y="38"/>
                </a:lnTo>
                <a:lnTo>
                  <a:pt x="169" y="38"/>
                </a:lnTo>
                <a:lnTo>
                  <a:pt x="168" y="38"/>
                </a:lnTo>
                <a:lnTo>
                  <a:pt x="168" y="39"/>
                </a:lnTo>
                <a:lnTo>
                  <a:pt x="168" y="40"/>
                </a:lnTo>
                <a:lnTo>
                  <a:pt x="168" y="41"/>
                </a:lnTo>
                <a:lnTo>
                  <a:pt x="167" y="41"/>
                </a:lnTo>
                <a:lnTo>
                  <a:pt x="166" y="43"/>
                </a:lnTo>
                <a:lnTo>
                  <a:pt x="165" y="43"/>
                </a:lnTo>
                <a:lnTo>
                  <a:pt x="164" y="44"/>
                </a:lnTo>
                <a:lnTo>
                  <a:pt x="164" y="45"/>
                </a:lnTo>
                <a:lnTo>
                  <a:pt x="164" y="46"/>
                </a:lnTo>
                <a:lnTo>
                  <a:pt x="163" y="47"/>
                </a:lnTo>
                <a:lnTo>
                  <a:pt x="163" y="48"/>
                </a:lnTo>
                <a:lnTo>
                  <a:pt x="163" y="49"/>
                </a:lnTo>
                <a:lnTo>
                  <a:pt x="163" y="50"/>
                </a:lnTo>
                <a:lnTo>
                  <a:pt x="162" y="51"/>
                </a:lnTo>
                <a:lnTo>
                  <a:pt x="162" y="52"/>
                </a:lnTo>
                <a:lnTo>
                  <a:pt x="162" y="53"/>
                </a:lnTo>
                <a:lnTo>
                  <a:pt x="162" y="57"/>
                </a:lnTo>
                <a:lnTo>
                  <a:pt x="162" y="58"/>
                </a:lnTo>
                <a:lnTo>
                  <a:pt x="163" y="59"/>
                </a:lnTo>
                <a:lnTo>
                  <a:pt x="163" y="60"/>
                </a:lnTo>
                <a:lnTo>
                  <a:pt x="163" y="61"/>
                </a:lnTo>
                <a:lnTo>
                  <a:pt x="164" y="61"/>
                </a:lnTo>
                <a:lnTo>
                  <a:pt x="163" y="61"/>
                </a:lnTo>
                <a:lnTo>
                  <a:pt x="162" y="61"/>
                </a:lnTo>
                <a:lnTo>
                  <a:pt x="162" y="62"/>
                </a:lnTo>
                <a:lnTo>
                  <a:pt x="163" y="62"/>
                </a:lnTo>
                <a:lnTo>
                  <a:pt x="164" y="62"/>
                </a:lnTo>
                <a:lnTo>
                  <a:pt x="164" y="63"/>
                </a:lnTo>
                <a:lnTo>
                  <a:pt x="164" y="65"/>
                </a:lnTo>
                <a:lnTo>
                  <a:pt x="164" y="66"/>
                </a:lnTo>
                <a:lnTo>
                  <a:pt x="164" y="67"/>
                </a:lnTo>
                <a:lnTo>
                  <a:pt x="164" y="68"/>
                </a:lnTo>
                <a:lnTo>
                  <a:pt x="165" y="69"/>
                </a:lnTo>
                <a:lnTo>
                  <a:pt x="165" y="70"/>
                </a:lnTo>
                <a:lnTo>
                  <a:pt x="166" y="71"/>
                </a:lnTo>
                <a:lnTo>
                  <a:pt x="166" y="72"/>
                </a:lnTo>
                <a:lnTo>
                  <a:pt x="168" y="72"/>
                </a:lnTo>
                <a:lnTo>
                  <a:pt x="168" y="73"/>
                </a:lnTo>
                <a:lnTo>
                  <a:pt x="167" y="73"/>
                </a:lnTo>
                <a:lnTo>
                  <a:pt x="167" y="72"/>
                </a:lnTo>
                <a:lnTo>
                  <a:pt x="166" y="72"/>
                </a:lnTo>
                <a:lnTo>
                  <a:pt x="166" y="73"/>
                </a:lnTo>
                <a:lnTo>
                  <a:pt x="166" y="74"/>
                </a:lnTo>
                <a:lnTo>
                  <a:pt x="167" y="74"/>
                </a:lnTo>
                <a:lnTo>
                  <a:pt x="167" y="75"/>
                </a:lnTo>
                <a:lnTo>
                  <a:pt x="167" y="76"/>
                </a:lnTo>
                <a:lnTo>
                  <a:pt x="167" y="77"/>
                </a:lnTo>
                <a:lnTo>
                  <a:pt x="167" y="78"/>
                </a:lnTo>
                <a:lnTo>
                  <a:pt x="167" y="79"/>
                </a:lnTo>
                <a:lnTo>
                  <a:pt x="167" y="80"/>
                </a:lnTo>
                <a:lnTo>
                  <a:pt x="166" y="80"/>
                </a:lnTo>
                <a:lnTo>
                  <a:pt x="165" y="81"/>
                </a:lnTo>
                <a:lnTo>
                  <a:pt x="164" y="81"/>
                </a:lnTo>
                <a:lnTo>
                  <a:pt x="164" y="82"/>
                </a:lnTo>
                <a:lnTo>
                  <a:pt x="164" y="83"/>
                </a:lnTo>
                <a:lnTo>
                  <a:pt x="165" y="83"/>
                </a:lnTo>
                <a:lnTo>
                  <a:pt x="165" y="84"/>
                </a:lnTo>
                <a:lnTo>
                  <a:pt x="165" y="85"/>
                </a:lnTo>
                <a:lnTo>
                  <a:pt x="164" y="85"/>
                </a:lnTo>
                <a:lnTo>
                  <a:pt x="164" y="86"/>
                </a:lnTo>
                <a:lnTo>
                  <a:pt x="163" y="86"/>
                </a:lnTo>
                <a:lnTo>
                  <a:pt x="163" y="87"/>
                </a:lnTo>
                <a:lnTo>
                  <a:pt x="162" y="87"/>
                </a:lnTo>
                <a:lnTo>
                  <a:pt x="162" y="88"/>
                </a:lnTo>
                <a:lnTo>
                  <a:pt x="162" y="89"/>
                </a:lnTo>
                <a:lnTo>
                  <a:pt x="161" y="89"/>
                </a:lnTo>
                <a:lnTo>
                  <a:pt x="161" y="90"/>
                </a:lnTo>
                <a:lnTo>
                  <a:pt x="160" y="90"/>
                </a:lnTo>
                <a:lnTo>
                  <a:pt x="160" y="91"/>
                </a:lnTo>
                <a:lnTo>
                  <a:pt x="160" y="92"/>
                </a:lnTo>
                <a:lnTo>
                  <a:pt x="160" y="93"/>
                </a:lnTo>
                <a:lnTo>
                  <a:pt x="159" y="93"/>
                </a:lnTo>
                <a:lnTo>
                  <a:pt x="159" y="95"/>
                </a:lnTo>
                <a:lnTo>
                  <a:pt x="159" y="97"/>
                </a:lnTo>
                <a:lnTo>
                  <a:pt x="159" y="98"/>
                </a:lnTo>
                <a:lnTo>
                  <a:pt x="158" y="99"/>
                </a:lnTo>
                <a:lnTo>
                  <a:pt x="158" y="100"/>
                </a:lnTo>
                <a:lnTo>
                  <a:pt x="158" y="101"/>
                </a:lnTo>
                <a:lnTo>
                  <a:pt x="158" y="103"/>
                </a:lnTo>
                <a:lnTo>
                  <a:pt x="157" y="103"/>
                </a:lnTo>
                <a:lnTo>
                  <a:pt x="156" y="105"/>
                </a:lnTo>
                <a:lnTo>
                  <a:pt x="156" y="106"/>
                </a:lnTo>
                <a:lnTo>
                  <a:pt x="155" y="107"/>
                </a:lnTo>
                <a:lnTo>
                  <a:pt x="155" y="108"/>
                </a:lnTo>
                <a:lnTo>
                  <a:pt x="154" y="108"/>
                </a:lnTo>
                <a:lnTo>
                  <a:pt x="154" y="109"/>
                </a:lnTo>
                <a:lnTo>
                  <a:pt x="153" y="109"/>
                </a:lnTo>
                <a:lnTo>
                  <a:pt x="153" y="110"/>
                </a:lnTo>
                <a:lnTo>
                  <a:pt x="152" y="110"/>
                </a:lnTo>
                <a:lnTo>
                  <a:pt x="152" y="111"/>
                </a:lnTo>
                <a:lnTo>
                  <a:pt x="151" y="111"/>
                </a:lnTo>
                <a:lnTo>
                  <a:pt x="151" y="112"/>
                </a:lnTo>
                <a:lnTo>
                  <a:pt x="150" y="112"/>
                </a:lnTo>
                <a:lnTo>
                  <a:pt x="150" y="113"/>
                </a:lnTo>
                <a:lnTo>
                  <a:pt x="149" y="113"/>
                </a:lnTo>
                <a:lnTo>
                  <a:pt x="148" y="114"/>
                </a:lnTo>
                <a:lnTo>
                  <a:pt x="148" y="115"/>
                </a:lnTo>
                <a:lnTo>
                  <a:pt x="148" y="116"/>
                </a:lnTo>
                <a:lnTo>
                  <a:pt x="148" y="117"/>
                </a:lnTo>
                <a:lnTo>
                  <a:pt x="148" y="118"/>
                </a:lnTo>
                <a:lnTo>
                  <a:pt x="148" y="119"/>
                </a:lnTo>
                <a:lnTo>
                  <a:pt x="148" y="120"/>
                </a:lnTo>
                <a:lnTo>
                  <a:pt x="148" y="121"/>
                </a:lnTo>
                <a:lnTo>
                  <a:pt x="147" y="122"/>
                </a:lnTo>
                <a:lnTo>
                  <a:pt x="146" y="122"/>
                </a:lnTo>
                <a:lnTo>
                  <a:pt x="146" y="123"/>
                </a:lnTo>
                <a:lnTo>
                  <a:pt x="145" y="123"/>
                </a:lnTo>
                <a:lnTo>
                  <a:pt x="145" y="124"/>
                </a:lnTo>
                <a:lnTo>
                  <a:pt x="144" y="125"/>
                </a:lnTo>
                <a:lnTo>
                  <a:pt x="144" y="126"/>
                </a:lnTo>
                <a:lnTo>
                  <a:pt x="144" y="127"/>
                </a:lnTo>
                <a:lnTo>
                  <a:pt x="144" y="128"/>
                </a:lnTo>
                <a:lnTo>
                  <a:pt x="144" y="129"/>
                </a:lnTo>
                <a:lnTo>
                  <a:pt x="145" y="130"/>
                </a:lnTo>
                <a:lnTo>
                  <a:pt x="145" y="131"/>
                </a:lnTo>
                <a:lnTo>
                  <a:pt x="145" y="132"/>
                </a:lnTo>
                <a:lnTo>
                  <a:pt x="146" y="132"/>
                </a:lnTo>
                <a:lnTo>
                  <a:pt x="146" y="133"/>
                </a:lnTo>
                <a:lnTo>
                  <a:pt x="147" y="133"/>
                </a:lnTo>
                <a:lnTo>
                  <a:pt x="146" y="134"/>
                </a:lnTo>
                <a:lnTo>
                  <a:pt x="146" y="135"/>
                </a:lnTo>
                <a:lnTo>
                  <a:pt x="145" y="136"/>
                </a:lnTo>
                <a:lnTo>
                  <a:pt x="144" y="136"/>
                </a:lnTo>
                <a:lnTo>
                  <a:pt x="144" y="137"/>
                </a:lnTo>
                <a:lnTo>
                  <a:pt x="143" y="138"/>
                </a:lnTo>
                <a:lnTo>
                  <a:pt x="143" y="139"/>
                </a:lnTo>
                <a:lnTo>
                  <a:pt x="143" y="140"/>
                </a:lnTo>
                <a:lnTo>
                  <a:pt x="144" y="141"/>
                </a:lnTo>
                <a:lnTo>
                  <a:pt x="143" y="141"/>
                </a:lnTo>
                <a:lnTo>
                  <a:pt x="143" y="142"/>
                </a:lnTo>
                <a:lnTo>
                  <a:pt x="143" y="143"/>
                </a:lnTo>
                <a:lnTo>
                  <a:pt x="143" y="145"/>
                </a:lnTo>
                <a:lnTo>
                  <a:pt x="143" y="146"/>
                </a:lnTo>
                <a:lnTo>
                  <a:pt x="143" y="147"/>
                </a:lnTo>
                <a:lnTo>
                  <a:pt x="142" y="148"/>
                </a:lnTo>
                <a:lnTo>
                  <a:pt x="142" y="149"/>
                </a:lnTo>
                <a:lnTo>
                  <a:pt x="142" y="150"/>
                </a:lnTo>
                <a:lnTo>
                  <a:pt x="142" y="151"/>
                </a:lnTo>
                <a:lnTo>
                  <a:pt x="141" y="151"/>
                </a:lnTo>
                <a:lnTo>
                  <a:pt x="141" y="152"/>
                </a:lnTo>
                <a:lnTo>
                  <a:pt x="141" y="153"/>
                </a:lnTo>
                <a:lnTo>
                  <a:pt x="140" y="153"/>
                </a:lnTo>
                <a:lnTo>
                  <a:pt x="140" y="154"/>
                </a:lnTo>
                <a:lnTo>
                  <a:pt x="140" y="155"/>
                </a:lnTo>
                <a:lnTo>
                  <a:pt x="140" y="157"/>
                </a:lnTo>
                <a:lnTo>
                  <a:pt x="140" y="159"/>
                </a:lnTo>
                <a:lnTo>
                  <a:pt x="140" y="160"/>
                </a:lnTo>
                <a:lnTo>
                  <a:pt x="139" y="160"/>
                </a:lnTo>
                <a:lnTo>
                  <a:pt x="139" y="161"/>
                </a:lnTo>
                <a:lnTo>
                  <a:pt x="139" y="162"/>
                </a:lnTo>
                <a:lnTo>
                  <a:pt x="138" y="162"/>
                </a:lnTo>
                <a:lnTo>
                  <a:pt x="138" y="163"/>
                </a:lnTo>
                <a:lnTo>
                  <a:pt x="138" y="165"/>
                </a:lnTo>
                <a:lnTo>
                  <a:pt x="138" y="166"/>
                </a:lnTo>
                <a:lnTo>
                  <a:pt x="138" y="167"/>
                </a:lnTo>
                <a:lnTo>
                  <a:pt x="138" y="168"/>
                </a:lnTo>
                <a:lnTo>
                  <a:pt x="137" y="168"/>
                </a:lnTo>
                <a:lnTo>
                  <a:pt x="137" y="169"/>
                </a:lnTo>
                <a:lnTo>
                  <a:pt x="137" y="170"/>
                </a:lnTo>
                <a:lnTo>
                  <a:pt x="136" y="172"/>
                </a:lnTo>
                <a:lnTo>
                  <a:pt x="136" y="176"/>
                </a:lnTo>
                <a:lnTo>
                  <a:pt x="136" y="177"/>
                </a:lnTo>
                <a:lnTo>
                  <a:pt x="136" y="178"/>
                </a:lnTo>
                <a:lnTo>
                  <a:pt x="135" y="178"/>
                </a:lnTo>
                <a:lnTo>
                  <a:pt x="135" y="179"/>
                </a:lnTo>
                <a:lnTo>
                  <a:pt x="134" y="180"/>
                </a:lnTo>
                <a:lnTo>
                  <a:pt x="134" y="181"/>
                </a:lnTo>
                <a:lnTo>
                  <a:pt x="134" y="182"/>
                </a:lnTo>
                <a:lnTo>
                  <a:pt x="134" y="183"/>
                </a:lnTo>
                <a:lnTo>
                  <a:pt x="134" y="184"/>
                </a:lnTo>
                <a:lnTo>
                  <a:pt x="134" y="186"/>
                </a:lnTo>
                <a:lnTo>
                  <a:pt x="135" y="186"/>
                </a:lnTo>
                <a:lnTo>
                  <a:pt x="135" y="187"/>
                </a:lnTo>
                <a:lnTo>
                  <a:pt x="134" y="187"/>
                </a:lnTo>
                <a:lnTo>
                  <a:pt x="134" y="189"/>
                </a:lnTo>
                <a:lnTo>
                  <a:pt x="133" y="189"/>
                </a:lnTo>
                <a:lnTo>
                  <a:pt x="133" y="190"/>
                </a:lnTo>
                <a:lnTo>
                  <a:pt x="133" y="191"/>
                </a:lnTo>
                <a:lnTo>
                  <a:pt x="133" y="192"/>
                </a:lnTo>
                <a:lnTo>
                  <a:pt x="133" y="193"/>
                </a:lnTo>
                <a:lnTo>
                  <a:pt x="132" y="195"/>
                </a:lnTo>
                <a:lnTo>
                  <a:pt x="131" y="196"/>
                </a:lnTo>
                <a:lnTo>
                  <a:pt x="131" y="197"/>
                </a:lnTo>
                <a:lnTo>
                  <a:pt x="131" y="198"/>
                </a:lnTo>
                <a:lnTo>
                  <a:pt x="131" y="199"/>
                </a:lnTo>
                <a:lnTo>
                  <a:pt x="131" y="201"/>
                </a:lnTo>
                <a:lnTo>
                  <a:pt x="131" y="202"/>
                </a:lnTo>
                <a:lnTo>
                  <a:pt x="130" y="203"/>
                </a:lnTo>
                <a:lnTo>
                  <a:pt x="130" y="204"/>
                </a:lnTo>
                <a:lnTo>
                  <a:pt x="129" y="204"/>
                </a:lnTo>
                <a:lnTo>
                  <a:pt x="129" y="205"/>
                </a:lnTo>
                <a:lnTo>
                  <a:pt x="128" y="205"/>
                </a:lnTo>
                <a:lnTo>
                  <a:pt x="128" y="207"/>
                </a:lnTo>
                <a:lnTo>
                  <a:pt x="127" y="207"/>
                </a:lnTo>
                <a:lnTo>
                  <a:pt x="127" y="208"/>
                </a:lnTo>
                <a:lnTo>
                  <a:pt x="126" y="210"/>
                </a:lnTo>
                <a:lnTo>
                  <a:pt x="126" y="211"/>
                </a:lnTo>
                <a:lnTo>
                  <a:pt x="126" y="212"/>
                </a:lnTo>
                <a:lnTo>
                  <a:pt x="126" y="213"/>
                </a:lnTo>
                <a:lnTo>
                  <a:pt x="126" y="214"/>
                </a:lnTo>
                <a:lnTo>
                  <a:pt x="125" y="215"/>
                </a:lnTo>
                <a:lnTo>
                  <a:pt x="124" y="215"/>
                </a:lnTo>
                <a:lnTo>
                  <a:pt x="124" y="216"/>
                </a:lnTo>
                <a:lnTo>
                  <a:pt x="124" y="217"/>
                </a:lnTo>
                <a:lnTo>
                  <a:pt x="124" y="218"/>
                </a:lnTo>
                <a:lnTo>
                  <a:pt x="125" y="218"/>
                </a:lnTo>
                <a:lnTo>
                  <a:pt x="125" y="219"/>
                </a:lnTo>
                <a:lnTo>
                  <a:pt x="125" y="220"/>
                </a:lnTo>
                <a:lnTo>
                  <a:pt x="125" y="221"/>
                </a:lnTo>
                <a:lnTo>
                  <a:pt x="124" y="221"/>
                </a:lnTo>
                <a:lnTo>
                  <a:pt x="124" y="223"/>
                </a:lnTo>
                <a:lnTo>
                  <a:pt x="125" y="223"/>
                </a:lnTo>
                <a:lnTo>
                  <a:pt x="125" y="224"/>
                </a:lnTo>
                <a:lnTo>
                  <a:pt x="126" y="224"/>
                </a:lnTo>
                <a:lnTo>
                  <a:pt x="125" y="224"/>
                </a:lnTo>
                <a:lnTo>
                  <a:pt x="125" y="225"/>
                </a:lnTo>
                <a:lnTo>
                  <a:pt x="124" y="224"/>
                </a:lnTo>
                <a:lnTo>
                  <a:pt x="124" y="225"/>
                </a:lnTo>
                <a:lnTo>
                  <a:pt x="123" y="226"/>
                </a:lnTo>
                <a:lnTo>
                  <a:pt x="123" y="227"/>
                </a:lnTo>
                <a:lnTo>
                  <a:pt x="121" y="227"/>
                </a:lnTo>
                <a:lnTo>
                  <a:pt x="121" y="228"/>
                </a:lnTo>
                <a:lnTo>
                  <a:pt x="120" y="228"/>
                </a:lnTo>
                <a:lnTo>
                  <a:pt x="120" y="229"/>
                </a:lnTo>
                <a:lnTo>
                  <a:pt x="120" y="230"/>
                </a:lnTo>
                <a:lnTo>
                  <a:pt x="120" y="231"/>
                </a:lnTo>
                <a:lnTo>
                  <a:pt x="119" y="232"/>
                </a:lnTo>
                <a:lnTo>
                  <a:pt x="119" y="233"/>
                </a:lnTo>
                <a:lnTo>
                  <a:pt x="119" y="234"/>
                </a:lnTo>
                <a:lnTo>
                  <a:pt x="118" y="234"/>
                </a:lnTo>
                <a:lnTo>
                  <a:pt x="118" y="235"/>
                </a:lnTo>
                <a:lnTo>
                  <a:pt x="117" y="237"/>
                </a:lnTo>
                <a:lnTo>
                  <a:pt x="117" y="238"/>
                </a:lnTo>
                <a:lnTo>
                  <a:pt x="117" y="239"/>
                </a:lnTo>
                <a:lnTo>
                  <a:pt x="116" y="239"/>
                </a:lnTo>
                <a:lnTo>
                  <a:pt x="116" y="240"/>
                </a:lnTo>
                <a:lnTo>
                  <a:pt x="115" y="241"/>
                </a:lnTo>
                <a:lnTo>
                  <a:pt x="114" y="241"/>
                </a:lnTo>
                <a:lnTo>
                  <a:pt x="114" y="242"/>
                </a:lnTo>
                <a:lnTo>
                  <a:pt x="114" y="243"/>
                </a:lnTo>
                <a:lnTo>
                  <a:pt x="112" y="246"/>
                </a:lnTo>
                <a:lnTo>
                  <a:pt x="112" y="247"/>
                </a:lnTo>
                <a:lnTo>
                  <a:pt x="111" y="248"/>
                </a:lnTo>
                <a:lnTo>
                  <a:pt x="110" y="249"/>
                </a:lnTo>
                <a:lnTo>
                  <a:pt x="109" y="250"/>
                </a:lnTo>
                <a:lnTo>
                  <a:pt x="110" y="250"/>
                </a:lnTo>
                <a:lnTo>
                  <a:pt x="109" y="250"/>
                </a:lnTo>
                <a:lnTo>
                  <a:pt x="108" y="250"/>
                </a:lnTo>
                <a:lnTo>
                  <a:pt x="107" y="250"/>
                </a:lnTo>
                <a:lnTo>
                  <a:pt x="107" y="251"/>
                </a:lnTo>
                <a:lnTo>
                  <a:pt x="106" y="251"/>
                </a:lnTo>
                <a:lnTo>
                  <a:pt x="106" y="252"/>
                </a:lnTo>
                <a:lnTo>
                  <a:pt x="105" y="253"/>
                </a:lnTo>
                <a:lnTo>
                  <a:pt x="105" y="254"/>
                </a:lnTo>
                <a:lnTo>
                  <a:pt x="106" y="255"/>
                </a:lnTo>
                <a:lnTo>
                  <a:pt x="106" y="256"/>
                </a:lnTo>
                <a:lnTo>
                  <a:pt x="106" y="257"/>
                </a:lnTo>
                <a:lnTo>
                  <a:pt x="106" y="258"/>
                </a:lnTo>
                <a:lnTo>
                  <a:pt x="105" y="258"/>
                </a:lnTo>
                <a:lnTo>
                  <a:pt x="105" y="259"/>
                </a:lnTo>
                <a:lnTo>
                  <a:pt x="105" y="260"/>
                </a:lnTo>
                <a:lnTo>
                  <a:pt x="104" y="260"/>
                </a:lnTo>
                <a:lnTo>
                  <a:pt x="104" y="261"/>
                </a:lnTo>
                <a:lnTo>
                  <a:pt x="104" y="262"/>
                </a:lnTo>
                <a:lnTo>
                  <a:pt x="103" y="262"/>
                </a:lnTo>
                <a:lnTo>
                  <a:pt x="102" y="262"/>
                </a:lnTo>
                <a:lnTo>
                  <a:pt x="102" y="263"/>
                </a:lnTo>
                <a:lnTo>
                  <a:pt x="101" y="264"/>
                </a:lnTo>
                <a:lnTo>
                  <a:pt x="100" y="265"/>
                </a:lnTo>
                <a:lnTo>
                  <a:pt x="99" y="265"/>
                </a:lnTo>
                <a:lnTo>
                  <a:pt x="99" y="266"/>
                </a:lnTo>
                <a:lnTo>
                  <a:pt x="98" y="266"/>
                </a:lnTo>
                <a:lnTo>
                  <a:pt x="98" y="267"/>
                </a:lnTo>
                <a:lnTo>
                  <a:pt x="97" y="267"/>
                </a:lnTo>
                <a:lnTo>
                  <a:pt x="96" y="267"/>
                </a:lnTo>
                <a:lnTo>
                  <a:pt x="95" y="268"/>
                </a:lnTo>
                <a:lnTo>
                  <a:pt x="94" y="269"/>
                </a:lnTo>
                <a:lnTo>
                  <a:pt x="93" y="269"/>
                </a:lnTo>
                <a:lnTo>
                  <a:pt x="93" y="270"/>
                </a:lnTo>
                <a:lnTo>
                  <a:pt x="92" y="270"/>
                </a:lnTo>
                <a:lnTo>
                  <a:pt x="91" y="271"/>
                </a:lnTo>
                <a:lnTo>
                  <a:pt x="91" y="272"/>
                </a:lnTo>
                <a:lnTo>
                  <a:pt x="90" y="272"/>
                </a:lnTo>
                <a:lnTo>
                  <a:pt x="90" y="273"/>
                </a:lnTo>
                <a:lnTo>
                  <a:pt x="90" y="274"/>
                </a:lnTo>
                <a:lnTo>
                  <a:pt x="90" y="275"/>
                </a:lnTo>
                <a:lnTo>
                  <a:pt x="89" y="276"/>
                </a:lnTo>
                <a:lnTo>
                  <a:pt x="89" y="277"/>
                </a:lnTo>
                <a:lnTo>
                  <a:pt x="89" y="278"/>
                </a:lnTo>
                <a:lnTo>
                  <a:pt x="89" y="279"/>
                </a:lnTo>
                <a:lnTo>
                  <a:pt x="88" y="280"/>
                </a:lnTo>
                <a:lnTo>
                  <a:pt x="87" y="280"/>
                </a:lnTo>
                <a:lnTo>
                  <a:pt x="87" y="281"/>
                </a:lnTo>
                <a:lnTo>
                  <a:pt x="86" y="282"/>
                </a:lnTo>
                <a:lnTo>
                  <a:pt x="86" y="283"/>
                </a:lnTo>
                <a:lnTo>
                  <a:pt x="86" y="284"/>
                </a:lnTo>
                <a:lnTo>
                  <a:pt x="86" y="285"/>
                </a:lnTo>
                <a:lnTo>
                  <a:pt x="85" y="285"/>
                </a:lnTo>
                <a:lnTo>
                  <a:pt x="85" y="287"/>
                </a:lnTo>
                <a:lnTo>
                  <a:pt x="84" y="288"/>
                </a:lnTo>
                <a:lnTo>
                  <a:pt x="84" y="289"/>
                </a:lnTo>
                <a:lnTo>
                  <a:pt x="84" y="290"/>
                </a:lnTo>
                <a:lnTo>
                  <a:pt x="84" y="291"/>
                </a:lnTo>
                <a:lnTo>
                  <a:pt x="84" y="292"/>
                </a:lnTo>
                <a:lnTo>
                  <a:pt x="83" y="292"/>
                </a:lnTo>
                <a:lnTo>
                  <a:pt x="83" y="294"/>
                </a:lnTo>
                <a:lnTo>
                  <a:pt x="82" y="296"/>
                </a:lnTo>
                <a:lnTo>
                  <a:pt x="82" y="297"/>
                </a:lnTo>
                <a:lnTo>
                  <a:pt x="81" y="298"/>
                </a:lnTo>
                <a:lnTo>
                  <a:pt x="81" y="299"/>
                </a:lnTo>
                <a:lnTo>
                  <a:pt x="81" y="300"/>
                </a:lnTo>
                <a:lnTo>
                  <a:pt x="80" y="300"/>
                </a:lnTo>
                <a:lnTo>
                  <a:pt x="80" y="301"/>
                </a:lnTo>
                <a:lnTo>
                  <a:pt x="80" y="302"/>
                </a:lnTo>
                <a:lnTo>
                  <a:pt x="80" y="303"/>
                </a:lnTo>
                <a:lnTo>
                  <a:pt x="79" y="303"/>
                </a:lnTo>
                <a:lnTo>
                  <a:pt x="79" y="304"/>
                </a:lnTo>
                <a:lnTo>
                  <a:pt x="79" y="305"/>
                </a:lnTo>
                <a:lnTo>
                  <a:pt x="79" y="306"/>
                </a:lnTo>
                <a:lnTo>
                  <a:pt x="79" y="308"/>
                </a:lnTo>
                <a:lnTo>
                  <a:pt x="79" y="309"/>
                </a:lnTo>
                <a:lnTo>
                  <a:pt x="79" y="310"/>
                </a:lnTo>
                <a:lnTo>
                  <a:pt x="79" y="312"/>
                </a:lnTo>
                <a:lnTo>
                  <a:pt x="79" y="314"/>
                </a:lnTo>
                <a:lnTo>
                  <a:pt x="79" y="319"/>
                </a:lnTo>
                <a:lnTo>
                  <a:pt x="79" y="324"/>
                </a:lnTo>
                <a:lnTo>
                  <a:pt x="79" y="325"/>
                </a:lnTo>
                <a:lnTo>
                  <a:pt x="78" y="326"/>
                </a:lnTo>
                <a:lnTo>
                  <a:pt x="78" y="327"/>
                </a:lnTo>
                <a:lnTo>
                  <a:pt x="79" y="328"/>
                </a:lnTo>
                <a:lnTo>
                  <a:pt x="79" y="330"/>
                </a:lnTo>
                <a:lnTo>
                  <a:pt x="79" y="331"/>
                </a:lnTo>
                <a:lnTo>
                  <a:pt x="79" y="332"/>
                </a:lnTo>
                <a:lnTo>
                  <a:pt x="79" y="334"/>
                </a:lnTo>
                <a:lnTo>
                  <a:pt x="79" y="335"/>
                </a:lnTo>
                <a:lnTo>
                  <a:pt x="79" y="336"/>
                </a:lnTo>
                <a:lnTo>
                  <a:pt x="78" y="336"/>
                </a:lnTo>
                <a:lnTo>
                  <a:pt x="78" y="337"/>
                </a:lnTo>
                <a:lnTo>
                  <a:pt x="77" y="338"/>
                </a:lnTo>
                <a:lnTo>
                  <a:pt x="77" y="339"/>
                </a:lnTo>
                <a:lnTo>
                  <a:pt x="76" y="339"/>
                </a:lnTo>
                <a:lnTo>
                  <a:pt x="75" y="340"/>
                </a:lnTo>
                <a:lnTo>
                  <a:pt x="74" y="340"/>
                </a:lnTo>
                <a:lnTo>
                  <a:pt x="74" y="342"/>
                </a:lnTo>
                <a:lnTo>
                  <a:pt x="74" y="343"/>
                </a:lnTo>
                <a:lnTo>
                  <a:pt x="74" y="344"/>
                </a:lnTo>
                <a:lnTo>
                  <a:pt x="74" y="345"/>
                </a:lnTo>
                <a:lnTo>
                  <a:pt x="75" y="346"/>
                </a:lnTo>
                <a:lnTo>
                  <a:pt x="76" y="347"/>
                </a:lnTo>
                <a:lnTo>
                  <a:pt x="76" y="348"/>
                </a:lnTo>
                <a:lnTo>
                  <a:pt x="76" y="349"/>
                </a:lnTo>
                <a:lnTo>
                  <a:pt x="75" y="349"/>
                </a:lnTo>
                <a:lnTo>
                  <a:pt x="75" y="348"/>
                </a:lnTo>
                <a:lnTo>
                  <a:pt x="74" y="347"/>
                </a:lnTo>
                <a:lnTo>
                  <a:pt x="73" y="347"/>
                </a:lnTo>
                <a:lnTo>
                  <a:pt x="73" y="346"/>
                </a:lnTo>
                <a:lnTo>
                  <a:pt x="72" y="346"/>
                </a:lnTo>
                <a:lnTo>
                  <a:pt x="72" y="345"/>
                </a:lnTo>
                <a:lnTo>
                  <a:pt x="72" y="346"/>
                </a:lnTo>
                <a:lnTo>
                  <a:pt x="71" y="346"/>
                </a:lnTo>
                <a:lnTo>
                  <a:pt x="71" y="345"/>
                </a:lnTo>
                <a:lnTo>
                  <a:pt x="70" y="345"/>
                </a:lnTo>
                <a:lnTo>
                  <a:pt x="69" y="344"/>
                </a:lnTo>
                <a:lnTo>
                  <a:pt x="68" y="344"/>
                </a:lnTo>
                <a:lnTo>
                  <a:pt x="68" y="343"/>
                </a:lnTo>
                <a:lnTo>
                  <a:pt x="67" y="343"/>
                </a:lnTo>
                <a:lnTo>
                  <a:pt x="66" y="343"/>
                </a:lnTo>
                <a:lnTo>
                  <a:pt x="65" y="344"/>
                </a:lnTo>
                <a:lnTo>
                  <a:pt x="65" y="345"/>
                </a:lnTo>
                <a:lnTo>
                  <a:pt x="66" y="346"/>
                </a:lnTo>
                <a:lnTo>
                  <a:pt x="65" y="346"/>
                </a:lnTo>
                <a:lnTo>
                  <a:pt x="65" y="347"/>
                </a:lnTo>
                <a:lnTo>
                  <a:pt x="64" y="347"/>
                </a:lnTo>
                <a:lnTo>
                  <a:pt x="63" y="347"/>
                </a:lnTo>
                <a:lnTo>
                  <a:pt x="63" y="346"/>
                </a:lnTo>
                <a:lnTo>
                  <a:pt x="62" y="346"/>
                </a:lnTo>
                <a:lnTo>
                  <a:pt x="62" y="344"/>
                </a:lnTo>
                <a:lnTo>
                  <a:pt x="62" y="342"/>
                </a:lnTo>
                <a:lnTo>
                  <a:pt x="63" y="342"/>
                </a:lnTo>
                <a:lnTo>
                  <a:pt x="63" y="341"/>
                </a:lnTo>
                <a:lnTo>
                  <a:pt x="62" y="340"/>
                </a:lnTo>
                <a:lnTo>
                  <a:pt x="61" y="339"/>
                </a:lnTo>
                <a:lnTo>
                  <a:pt x="61" y="338"/>
                </a:lnTo>
                <a:lnTo>
                  <a:pt x="61" y="337"/>
                </a:lnTo>
                <a:lnTo>
                  <a:pt x="60" y="337"/>
                </a:lnTo>
                <a:lnTo>
                  <a:pt x="60" y="336"/>
                </a:lnTo>
                <a:lnTo>
                  <a:pt x="60" y="335"/>
                </a:lnTo>
                <a:lnTo>
                  <a:pt x="61" y="335"/>
                </a:lnTo>
                <a:lnTo>
                  <a:pt x="61" y="334"/>
                </a:lnTo>
                <a:lnTo>
                  <a:pt x="61" y="333"/>
                </a:lnTo>
                <a:lnTo>
                  <a:pt x="62" y="333"/>
                </a:lnTo>
                <a:lnTo>
                  <a:pt x="62" y="332"/>
                </a:lnTo>
                <a:lnTo>
                  <a:pt x="62" y="331"/>
                </a:lnTo>
                <a:lnTo>
                  <a:pt x="61" y="330"/>
                </a:lnTo>
                <a:lnTo>
                  <a:pt x="62" y="330"/>
                </a:lnTo>
                <a:lnTo>
                  <a:pt x="63" y="330"/>
                </a:lnTo>
                <a:lnTo>
                  <a:pt x="63" y="329"/>
                </a:lnTo>
                <a:lnTo>
                  <a:pt x="63" y="328"/>
                </a:lnTo>
                <a:lnTo>
                  <a:pt x="62" y="327"/>
                </a:lnTo>
                <a:lnTo>
                  <a:pt x="62" y="326"/>
                </a:lnTo>
                <a:lnTo>
                  <a:pt x="60" y="319"/>
                </a:lnTo>
                <a:lnTo>
                  <a:pt x="60" y="318"/>
                </a:lnTo>
                <a:lnTo>
                  <a:pt x="60" y="317"/>
                </a:lnTo>
                <a:lnTo>
                  <a:pt x="60" y="316"/>
                </a:lnTo>
                <a:lnTo>
                  <a:pt x="59" y="316"/>
                </a:lnTo>
                <a:lnTo>
                  <a:pt x="59" y="315"/>
                </a:lnTo>
                <a:lnTo>
                  <a:pt x="58" y="314"/>
                </a:lnTo>
                <a:lnTo>
                  <a:pt x="58" y="313"/>
                </a:lnTo>
                <a:lnTo>
                  <a:pt x="57" y="313"/>
                </a:lnTo>
                <a:lnTo>
                  <a:pt x="57" y="312"/>
                </a:lnTo>
                <a:lnTo>
                  <a:pt x="57" y="311"/>
                </a:lnTo>
                <a:lnTo>
                  <a:pt x="57" y="310"/>
                </a:lnTo>
                <a:lnTo>
                  <a:pt x="56" y="310"/>
                </a:lnTo>
                <a:lnTo>
                  <a:pt x="56" y="309"/>
                </a:lnTo>
                <a:lnTo>
                  <a:pt x="56" y="308"/>
                </a:lnTo>
                <a:lnTo>
                  <a:pt x="56" y="307"/>
                </a:lnTo>
                <a:lnTo>
                  <a:pt x="55" y="307"/>
                </a:lnTo>
                <a:lnTo>
                  <a:pt x="55" y="306"/>
                </a:lnTo>
                <a:lnTo>
                  <a:pt x="54" y="305"/>
                </a:lnTo>
                <a:lnTo>
                  <a:pt x="53" y="304"/>
                </a:lnTo>
                <a:lnTo>
                  <a:pt x="53" y="303"/>
                </a:lnTo>
                <a:lnTo>
                  <a:pt x="52" y="303"/>
                </a:lnTo>
                <a:lnTo>
                  <a:pt x="52" y="302"/>
                </a:lnTo>
                <a:lnTo>
                  <a:pt x="52" y="301"/>
                </a:lnTo>
                <a:lnTo>
                  <a:pt x="51" y="301"/>
                </a:lnTo>
                <a:lnTo>
                  <a:pt x="51" y="300"/>
                </a:lnTo>
                <a:lnTo>
                  <a:pt x="50" y="300"/>
                </a:lnTo>
                <a:lnTo>
                  <a:pt x="49" y="299"/>
                </a:lnTo>
                <a:lnTo>
                  <a:pt x="48" y="298"/>
                </a:lnTo>
                <a:lnTo>
                  <a:pt x="47" y="298"/>
                </a:lnTo>
                <a:lnTo>
                  <a:pt x="46" y="297"/>
                </a:lnTo>
                <a:lnTo>
                  <a:pt x="45" y="297"/>
                </a:lnTo>
                <a:lnTo>
                  <a:pt x="45" y="296"/>
                </a:lnTo>
                <a:lnTo>
                  <a:pt x="44" y="296"/>
                </a:lnTo>
                <a:lnTo>
                  <a:pt x="43" y="296"/>
                </a:lnTo>
                <a:lnTo>
                  <a:pt x="43" y="295"/>
                </a:lnTo>
                <a:lnTo>
                  <a:pt x="42" y="295"/>
                </a:lnTo>
                <a:lnTo>
                  <a:pt x="41" y="295"/>
                </a:lnTo>
                <a:lnTo>
                  <a:pt x="41" y="294"/>
                </a:lnTo>
                <a:lnTo>
                  <a:pt x="40" y="294"/>
                </a:lnTo>
                <a:lnTo>
                  <a:pt x="39" y="293"/>
                </a:lnTo>
                <a:lnTo>
                  <a:pt x="39" y="292"/>
                </a:lnTo>
                <a:lnTo>
                  <a:pt x="38" y="292"/>
                </a:lnTo>
                <a:lnTo>
                  <a:pt x="38" y="291"/>
                </a:lnTo>
                <a:lnTo>
                  <a:pt x="37" y="291"/>
                </a:lnTo>
                <a:lnTo>
                  <a:pt x="37" y="290"/>
                </a:lnTo>
                <a:lnTo>
                  <a:pt x="35" y="290"/>
                </a:lnTo>
                <a:lnTo>
                  <a:pt x="34" y="290"/>
                </a:lnTo>
                <a:lnTo>
                  <a:pt x="33" y="290"/>
                </a:lnTo>
                <a:lnTo>
                  <a:pt x="33" y="289"/>
                </a:lnTo>
                <a:lnTo>
                  <a:pt x="32" y="289"/>
                </a:lnTo>
                <a:lnTo>
                  <a:pt x="32" y="288"/>
                </a:lnTo>
                <a:lnTo>
                  <a:pt x="31" y="288"/>
                </a:lnTo>
                <a:lnTo>
                  <a:pt x="30" y="287"/>
                </a:lnTo>
                <a:lnTo>
                  <a:pt x="29" y="287"/>
                </a:lnTo>
                <a:lnTo>
                  <a:pt x="28" y="286"/>
                </a:lnTo>
                <a:lnTo>
                  <a:pt x="27" y="285"/>
                </a:lnTo>
                <a:lnTo>
                  <a:pt x="27" y="284"/>
                </a:lnTo>
                <a:lnTo>
                  <a:pt x="26" y="283"/>
                </a:lnTo>
                <a:lnTo>
                  <a:pt x="26" y="282"/>
                </a:lnTo>
                <a:lnTo>
                  <a:pt x="26" y="283"/>
                </a:lnTo>
                <a:lnTo>
                  <a:pt x="27" y="283"/>
                </a:lnTo>
                <a:lnTo>
                  <a:pt x="27" y="284"/>
                </a:lnTo>
                <a:lnTo>
                  <a:pt x="28" y="283"/>
                </a:lnTo>
                <a:lnTo>
                  <a:pt x="27" y="283"/>
                </a:lnTo>
                <a:lnTo>
                  <a:pt x="27" y="282"/>
                </a:lnTo>
                <a:lnTo>
                  <a:pt x="26" y="282"/>
                </a:lnTo>
                <a:lnTo>
                  <a:pt x="26" y="281"/>
                </a:lnTo>
                <a:lnTo>
                  <a:pt x="25" y="280"/>
                </a:lnTo>
                <a:lnTo>
                  <a:pt x="24" y="279"/>
                </a:lnTo>
                <a:lnTo>
                  <a:pt x="23" y="278"/>
                </a:lnTo>
                <a:lnTo>
                  <a:pt x="23" y="277"/>
                </a:lnTo>
                <a:lnTo>
                  <a:pt x="23" y="276"/>
                </a:lnTo>
                <a:lnTo>
                  <a:pt x="24" y="277"/>
                </a:lnTo>
                <a:lnTo>
                  <a:pt x="24" y="276"/>
                </a:lnTo>
                <a:lnTo>
                  <a:pt x="23" y="276"/>
                </a:lnTo>
                <a:lnTo>
                  <a:pt x="24" y="276"/>
                </a:lnTo>
                <a:lnTo>
                  <a:pt x="23" y="276"/>
                </a:lnTo>
                <a:lnTo>
                  <a:pt x="24" y="275"/>
                </a:lnTo>
                <a:lnTo>
                  <a:pt x="23" y="275"/>
                </a:lnTo>
                <a:lnTo>
                  <a:pt x="23" y="276"/>
                </a:lnTo>
                <a:lnTo>
                  <a:pt x="23" y="275"/>
                </a:lnTo>
                <a:lnTo>
                  <a:pt x="22" y="275"/>
                </a:lnTo>
                <a:lnTo>
                  <a:pt x="21" y="276"/>
                </a:lnTo>
                <a:lnTo>
                  <a:pt x="21" y="275"/>
                </a:lnTo>
                <a:lnTo>
                  <a:pt x="21" y="274"/>
                </a:lnTo>
                <a:lnTo>
                  <a:pt x="20" y="274"/>
                </a:lnTo>
                <a:lnTo>
                  <a:pt x="20" y="273"/>
                </a:lnTo>
                <a:lnTo>
                  <a:pt x="20" y="271"/>
                </a:lnTo>
                <a:lnTo>
                  <a:pt x="20" y="270"/>
                </a:lnTo>
                <a:lnTo>
                  <a:pt x="21" y="270"/>
                </a:lnTo>
                <a:lnTo>
                  <a:pt x="22" y="269"/>
                </a:lnTo>
                <a:lnTo>
                  <a:pt x="22" y="268"/>
                </a:lnTo>
                <a:lnTo>
                  <a:pt x="22" y="266"/>
                </a:lnTo>
                <a:lnTo>
                  <a:pt x="21" y="266"/>
                </a:lnTo>
                <a:lnTo>
                  <a:pt x="21" y="267"/>
                </a:lnTo>
                <a:lnTo>
                  <a:pt x="20" y="266"/>
                </a:lnTo>
                <a:lnTo>
                  <a:pt x="20" y="265"/>
                </a:lnTo>
                <a:lnTo>
                  <a:pt x="20" y="264"/>
                </a:lnTo>
                <a:lnTo>
                  <a:pt x="19" y="263"/>
                </a:lnTo>
                <a:lnTo>
                  <a:pt x="19" y="262"/>
                </a:lnTo>
                <a:lnTo>
                  <a:pt x="18" y="261"/>
                </a:lnTo>
                <a:lnTo>
                  <a:pt x="18" y="259"/>
                </a:lnTo>
                <a:lnTo>
                  <a:pt x="17" y="258"/>
                </a:lnTo>
                <a:lnTo>
                  <a:pt x="17" y="257"/>
                </a:lnTo>
                <a:lnTo>
                  <a:pt x="16" y="256"/>
                </a:lnTo>
                <a:lnTo>
                  <a:pt x="15" y="256"/>
                </a:lnTo>
                <a:lnTo>
                  <a:pt x="16" y="256"/>
                </a:lnTo>
                <a:lnTo>
                  <a:pt x="16" y="255"/>
                </a:lnTo>
                <a:lnTo>
                  <a:pt x="16" y="254"/>
                </a:lnTo>
                <a:lnTo>
                  <a:pt x="16" y="253"/>
                </a:lnTo>
                <a:lnTo>
                  <a:pt x="15" y="252"/>
                </a:lnTo>
                <a:lnTo>
                  <a:pt x="14" y="251"/>
                </a:lnTo>
                <a:lnTo>
                  <a:pt x="15" y="251"/>
                </a:lnTo>
                <a:lnTo>
                  <a:pt x="15" y="250"/>
                </a:lnTo>
                <a:lnTo>
                  <a:pt x="14" y="249"/>
                </a:lnTo>
                <a:lnTo>
                  <a:pt x="14" y="248"/>
                </a:lnTo>
                <a:lnTo>
                  <a:pt x="14" y="247"/>
                </a:lnTo>
                <a:lnTo>
                  <a:pt x="13" y="247"/>
                </a:lnTo>
                <a:lnTo>
                  <a:pt x="13" y="246"/>
                </a:lnTo>
                <a:lnTo>
                  <a:pt x="13" y="245"/>
                </a:lnTo>
                <a:lnTo>
                  <a:pt x="13" y="244"/>
                </a:lnTo>
                <a:lnTo>
                  <a:pt x="13" y="243"/>
                </a:lnTo>
                <a:lnTo>
                  <a:pt x="13" y="242"/>
                </a:lnTo>
                <a:lnTo>
                  <a:pt x="13" y="241"/>
                </a:lnTo>
                <a:lnTo>
                  <a:pt x="12" y="240"/>
                </a:lnTo>
                <a:lnTo>
                  <a:pt x="12" y="239"/>
                </a:lnTo>
                <a:lnTo>
                  <a:pt x="11" y="239"/>
                </a:lnTo>
                <a:lnTo>
                  <a:pt x="11" y="238"/>
                </a:lnTo>
                <a:lnTo>
                  <a:pt x="10" y="237"/>
                </a:lnTo>
                <a:lnTo>
                  <a:pt x="9" y="237"/>
                </a:lnTo>
                <a:lnTo>
                  <a:pt x="9" y="236"/>
                </a:lnTo>
                <a:lnTo>
                  <a:pt x="8" y="235"/>
                </a:lnTo>
                <a:lnTo>
                  <a:pt x="7" y="234"/>
                </a:lnTo>
                <a:lnTo>
                  <a:pt x="6" y="233"/>
                </a:lnTo>
                <a:lnTo>
                  <a:pt x="5" y="233"/>
                </a:lnTo>
                <a:lnTo>
                  <a:pt x="4" y="233"/>
                </a:lnTo>
                <a:lnTo>
                  <a:pt x="4" y="232"/>
                </a:lnTo>
                <a:lnTo>
                  <a:pt x="3" y="232"/>
                </a:lnTo>
                <a:lnTo>
                  <a:pt x="4" y="232"/>
                </a:lnTo>
                <a:lnTo>
                  <a:pt x="4" y="231"/>
                </a:lnTo>
                <a:lnTo>
                  <a:pt x="3" y="231"/>
                </a:lnTo>
                <a:lnTo>
                  <a:pt x="3" y="232"/>
                </a:lnTo>
                <a:lnTo>
                  <a:pt x="2" y="231"/>
                </a:lnTo>
                <a:lnTo>
                  <a:pt x="1" y="230"/>
                </a:lnTo>
                <a:lnTo>
                  <a:pt x="1" y="231"/>
                </a:lnTo>
                <a:lnTo>
                  <a:pt x="1" y="230"/>
                </a:lnTo>
                <a:lnTo>
                  <a:pt x="1" y="229"/>
                </a:lnTo>
                <a:lnTo>
                  <a:pt x="1" y="228"/>
                </a:lnTo>
                <a:lnTo>
                  <a:pt x="1" y="227"/>
                </a:lnTo>
                <a:lnTo>
                  <a:pt x="0" y="227"/>
                </a:lnTo>
                <a:lnTo>
                  <a:pt x="0" y="226"/>
                </a:lnTo>
                <a:lnTo>
                  <a:pt x="1" y="226"/>
                </a:lnTo>
                <a:lnTo>
                  <a:pt x="1" y="225"/>
                </a:lnTo>
                <a:lnTo>
                  <a:pt x="2" y="224"/>
                </a:lnTo>
                <a:lnTo>
                  <a:pt x="1" y="225"/>
                </a:lnTo>
                <a:lnTo>
                  <a:pt x="1" y="226"/>
                </a:lnTo>
                <a:lnTo>
                  <a:pt x="2" y="225"/>
                </a:lnTo>
                <a:lnTo>
                  <a:pt x="4" y="224"/>
                </a:lnTo>
                <a:lnTo>
                  <a:pt x="5" y="224"/>
                </a:lnTo>
                <a:lnTo>
                  <a:pt x="5" y="223"/>
                </a:lnTo>
                <a:lnTo>
                  <a:pt x="5" y="222"/>
                </a:lnTo>
                <a:lnTo>
                  <a:pt x="4" y="222"/>
                </a:lnTo>
                <a:lnTo>
                  <a:pt x="4" y="219"/>
                </a:lnTo>
                <a:lnTo>
                  <a:pt x="4" y="218"/>
                </a:lnTo>
                <a:lnTo>
                  <a:pt x="4" y="217"/>
                </a:lnTo>
                <a:lnTo>
                  <a:pt x="4" y="216"/>
                </a:lnTo>
                <a:lnTo>
                  <a:pt x="5" y="215"/>
                </a:lnTo>
                <a:lnTo>
                  <a:pt x="5" y="214"/>
                </a:lnTo>
                <a:lnTo>
                  <a:pt x="4" y="214"/>
                </a:lnTo>
                <a:lnTo>
                  <a:pt x="5" y="214"/>
                </a:lnTo>
                <a:lnTo>
                  <a:pt x="5" y="213"/>
                </a:lnTo>
                <a:lnTo>
                  <a:pt x="5" y="212"/>
                </a:lnTo>
                <a:lnTo>
                  <a:pt x="5" y="213"/>
                </a:lnTo>
                <a:lnTo>
                  <a:pt x="5" y="214"/>
                </a:lnTo>
                <a:lnTo>
                  <a:pt x="6" y="214"/>
                </a:lnTo>
                <a:lnTo>
                  <a:pt x="6" y="213"/>
                </a:lnTo>
                <a:lnTo>
                  <a:pt x="6" y="212"/>
                </a:lnTo>
                <a:lnTo>
                  <a:pt x="7" y="211"/>
                </a:lnTo>
                <a:lnTo>
                  <a:pt x="7" y="210"/>
                </a:lnTo>
                <a:lnTo>
                  <a:pt x="7" y="209"/>
                </a:lnTo>
                <a:lnTo>
                  <a:pt x="8" y="209"/>
                </a:lnTo>
                <a:lnTo>
                  <a:pt x="8" y="208"/>
                </a:lnTo>
                <a:lnTo>
                  <a:pt x="7" y="209"/>
                </a:lnTo>
                <a:lnTo>
                  <a:pt x="6" y="209"/>
                </a:lnTo>
                <a:lnTo>
                  <a:pt x="6" y="206"/>
                </a:lnTo>
                <a:lnTo>
                  <a:pt x="7" y="206"/>
                </a:lnTo>
                <a:lnTo>
                  <a:pt x="8" y="206"/>
                </a:lnTo>
                <a:lnTo>
                  <a:pt x="7" y="206"/>
                </a:lnTo>
                <a:lnTo>
                  <a:pt x="7" y="205"/>
                </a:lnTo>
                <a:lnTo>
                  <a:pt x="8" y="204"/>
                </a:lnTo>
                <a:lnTo>
                  <a:pt x="8" y="203"/>
                </a:lnTo>
                <a:lnTo>
                  <a:pt x="9" y="202"/>
                </a:lnTo>
                <a:lnTo>
                  <a:pt x="8" y="202"/>
                </a:lnTo>
                <a:lnTo>
                  <a:pt x="8" y="201"/>
                </a:lnTo>
                <a:lnTo>
                  <a:pt x="9" y="200"/>
                </a:lnTo>
                <a:lnTo>
                  <a:pt x="9" y="199"/>
                </a:lnTo>
                <a:lnTo>
                  <a:pt x="10" y="199"/>
                </a:lnTo>
                <a:lnTo>
                  <a:pt x="10" y="198"/>
                </a:lnTo>
                <a:lnTo>
                  <a:pt x="10" y="199"/>
                </a:lnTo>
                <a:lnTo>
                  <a:pt x="9" y="200"/>
                </a:lnTo>
                <a:lnTo>
                  <a:pt x="10" y="200"/>
                </a:lnTo>
                <a:lnTo>
                  <a:pt x="10" y="199"/>
                </a:lnTo>
                <a:lnTo>
                  <a:pt x="10" y="200"/>
                </a:lnTo>
                <a:lnTo>
                  <a:pt x="11" y="200"/>
                </a:lnTo>
                <a:lnTo>
                  <a:pt x="11" y="199"/>
                </a:lnTo>
                <a:lnTo>
                  <a:pt x="11" y="198"/>
                </a:lnTo>
                <a:lnTo>
                  <a:pt x="10" y="198"/>
                </a:lnTo>
                <a:lnTo>
                  <a:pt x="10" y="197"/>
                </a:lnTo>
                <a:lnTo>
                  <a:pt x="9" y="197"/>
                </a:lnTo>
                <a:lnTo>
                  <a:pt x="11" y="197"/>
                </a:lnTo>
                <a:lnTo>
                  <a:pt x="12" y="197"/>
                </a:lnTo>
                <a:lnTo>
                  <a:pt x="12" y="196"/>
                </a:lnTo>
                <a:lnTo>
                  <a:pt x="12" y="195"/>
                </a:lnTo>
                <a:lnTo>
                  <a:pt x="11" y="195"/>
                </a:lnTo>
                <a:lnTo>
                  <a:pt x="11" y="196"/>
                </a:lnTo>
                <a:lnTo>
                  <a:pt x="11" y="195"/>
                </a:lnTo>
                <a:lnTo>
                  <a:pt x="11" y="194"/>
                </a:lnTo>
                <a:lnTo>
                  <a:pt x="11" y="193"/>
                </a:lnTo>
                <a:lnTo>
                  <a:pt x="10" y="193"/>
                </a:lnTo>
                <a:lnTo>
                  <a:pt x="10" y="192"/>
                </a:lnTo>
                <a:lnTo>
                  <a:pt x="11" y="192"/>
                </a:lnTo>
                <a:lnTo>
                  <a:pt x="11" y="191"/>
                </a:lnTo>
                <a:lnTo>
                  <a:pt x="11" y="190"/>
                </a:lnTo>
                <a:lnTo>
                  <a:pt x="10" y="190"/>
                </a:lnTo>
                <a:lnTo>
                  <a:pt x="10" y="191"/>
                </a:lnTo>
                <a:lnTo>
                  <a:pt x="9" y="190"/>
                </a:lnTo>
                <a:lnTo>
                  <a:pt x="10" y="190"/>
                </a:lnTo>
                <a:lnTo>
                  <a:pt x="10" y="189"/>
                </a:lnTo>
                <a:lnTo>
                  <a:pt x="11" y="189"/>
                </a:lnTo>
                <a:lnTo>
                  <a:pt x="10" y="189"/>
                </a:lnTo>
                <a:lnTo>
                  <a:pt x="10" y="188"/>
                </a:lnTo>
                <a:lnTo>
                  <a:pt x="11" y="188"/>
                </a:lnTo>
                <a:lnTo>
                  <a:pt x="11" y="187"/>
                </a:lnTo>
                <a:lnTo>
                  <a:pt x="11" y="186"/>
                </a:lnTo>
                <a:lnTo>
                  <a:pt x="10" y="186"/>
                </a:lnTo>
                <a:lnTo>
                  <a:pt x="9" y="186"/>
                </a:lnTo>
                <a:lnTo>
                  <a:pt x="8" y="186"/>
                </a:lnTo>
                <a:lnTo>
                  <a:pt x="8" y="184"/>
                </a:lnTo>
                <a:lnTo>
                  <a:pt x="8" y="183"/>
                </a:lnTo>
                <a:lnTo>
                  <a:pt x="9" y="183"/>
                </a:lnTo>
                <a:lnTo>
                  <a:pt x="10" y="184"/>
                </a:lnTo>
                <a:lnTo>
                  <a:pt x="10" y="183"/>
                </a:lnTo>
                <a:lnTo>
                  <a:pt x="11" y="183"/>
                </a:lnTo>
                <a:lnTo>
                  <a:pt x="11" y="182"/>
                </a:lnTo>
                <a:lnTo>
                  <a:pt x="11" y="181"/>
                </a:lnTo>
                <a:lnTo>
                  <a:pt x="10" y="181"/>
                </a:lnTo>
                <a:lnTo>
                  <a:pt x="10" y="180"/>
                </a:lnTo>
                <a:lnTo>
                  <a:pt x="10" y="179"/>
                </a:lnTo>
                <a:lnTo>
                  <a:pt x="10" y="178"/>
                </a:lnTo>
                <a:lnTo>
                  <a:pt x="10" y="177"/>
                </a:lnTo>
                <a:lnTo>
                  <a:pt x="10" y="176"/>
                </a:lnTo>
                <a:lnTo>
                  <a:pt x="11" y="176"/>
                </a:lnTo>
                <a:lnTo>
                  <a:pt x="10" y="175"/>
                </a:lnTo>
                <a:lnTo>
                  <a:pt x="10" y="174"/>
                </a:lnTo>
                <a:lnTo>
                  <a:pt x="10" y="173"/>
                </a:lnTo>
                <a:lnTo>
                  <a:pt x="10" y="172"/>
                </a:lnTo>
                <a:lnTo>
                  <a:pt x="10" y="171"/>
                </a:lnTo>
                <a:lnTo>
                  <a:pt x="10" y="170"/>
                </a:lnTo>
                <a:lnTo>
                  <a:pt x="11" y="169"/>
                </a:lnTo>
                <a:lnTo>
                  <a:pt x="11" y="168"/>
                </a:lnTo>
                <a:lnTo>
                  <a:pt x="12" y="168"/>
                </a:lnTo>
                <a:lnTo>
                  <a:pt x="12" y="167"/>
                </a:lnTo>
                <a:lnTo>
                  <a:pt x="12" y="166"/>
                </a:lnTo>
                <a:lnTo>
                  <a:pt x="13" y="166"/>
                </a:lnTo>
                <a:lnTo>
                  <a:pt x="13" y="165"/>
                </a:lnTo>
                <a:lnTo>
                  <a:pt x="14" y="165"/>
                </a:lnTo>
                <a:lnTo>
                  <a:pt x="13" y="164"/>
                </a:lnTo>
                <a:lnTo>
                  <a:pt x="13" y="163"/>
                </a:lnTo>
                <a:lnTo>
                  <a:pt x="13" y="161"/>
                </a:lnTo>
                <a:lnTo>
                  <a:pt x="14" y="159"/>
                </a:lnTo>
                <a:lnTo>
                  <a:pt x="15" y="159"/>
                </a:lnTo>
                <a:lnTo>
                  <a:pt x="15" y="158"/>
                </a:lnTo>
                <a:lnTo>
                  <a:pt x="16" y="157"/>
                </a:lnTo>
                <a:lnTo>
                  <a:pt x="16" y="156"/>
                </a:lnTo>
                <a:lnTo>
                  <a:pt x="17" y="156"/>
                </a:lnTo>
                <a:lnTo>
                  <a:pt x="17" y="155"/>
                </a:lnTo>
                <a:lnTo>
                  <a:pt x="16" y="155"/>
                </a:lnTo>
                <a:lnTo>
                  <a:pt x="16" y="156"/>
                </a:lnTo>
                <a:lnTo>
                  <a:pt x="15" y="157"/>
                </a:lnTo>
                <a:lnTo>
                  <a:pt x="15" y="158"/>
                </a:lnTo>
                <a:lnTo>
                  <a:pt x="14" y="159"/>
                </a:lnTo>
                <a:lnTo>
                  <a:pt x="13" y="159"/>
                </a:lnTo>
                <a:lnTo>
                  <a:pt x="12" y="158"/>
                </a:lnTo>
                <a:lnTo>
                  <a:pt x="13" y="157"/>
                </a:lnTo>
                <a:lnTo>
                  <a:pt x="13" y="156"/>
                </a:lnTo>
                <a:lnTo>
                  <a:pt x="14" y="155"/>
                </a:lnTo>
                <a:lnTo>
                  <a:pt x="13" y="155"/>
                </a:lnTo>
                <a:lnTo>
                  <a:pt x="13" y="154"/>
                </a:lnTo>
                <a:lnTo>
                  <a:pt x="14" y="154"/>
                </a:lnTo>
                <a:lnTo>
                  <a:pt x="15" y="153"/>
                </a:lnTo>
                <a:lnTo>
                  <a:pt x="16" y="152"/>
                </a:lnTo>
                <a:lnTo>
                  <a:pt x="17" y="153"/>
                </a:lnTo>
                <a:lnTo>
                  <a:pt x="18" y="152"/>
                </a:lnTo>
                <a:lnTo>
                  <a:pt x="17" y="152"/>
                </a:lnTo>
                <a:lnTo>
                  <a:pt x="17" y="151"/>
                </a:lnTo>
                <a:lnTo>
                  <a:pt x="19" y="152"/>
                </a:lnTo>
                <a:lnTo>
                  <a:pt x="20" y="151"/>
                </a:lnTo>
                <a:lnTo>
                  <a:pt x="21" y="151"/>
                </a:lnTo>
                <a:lnTo>
                  <a:pt x="21" y="150"/>
                </a:lnTo>
                <a:lnTo>
                  <a:pt x="20" y="150"/>
                </a:lnTo>
                <a:lnTo>
                  <a:pt x="20" y="149"/>
                </a:lnTo>
                <a:lnTo>
                  <a:pt x="20" y="148"/>
                </a:lnTo>
                <a:lnTo>
                  <a:pt x="20" y="149"/>
                </a:lnTo>
                <a:lnTo>
                  <a:pt x="21" y="149"/>
                </a:lnTo>
                <a:lnTo>
                  <a:pt x="21" y="148"/>
                </a:lnTo>
                <a:lnTo>
                  <a:pt x="22" y="148"/>
                </a:lnTo>
                <a:lnTo>
                  <a:pt x="23" y="147"/>
                </a:lnTo>
                <a:lnTo>
                  <a:pt x="23" y="146"/>
                </a:lnTo>
                <a:lnTo>
                  <a:pt x="24" y="146"/>
                </a:lnTo>
                <a:lnTo>
                  <a:pt x="24" y="145"/>
                </a:lnTo>
                <a:lnTo>
                  <a:pt x="24" y="144"/>
                </a:lnTo>
                <a:lnTo>
                  <a:pt x="25" y="144"/>
                </a:lnTo>
                <a:lnTo>
                  <a:pt x="25" y="143"/>
                </a:lnTo>
                <a:lnTo>
                  <a:pt x="25" y="142"/>
                </a:lnTo>
                <a:lnTo>
                  <a:pt x="26" y="142"/>
                </a:lnTo>
                <a:lnTo>
                  <a:pt x="26" y="141"/>
                </a:lnTo>
                <a:lnTo>
                  <a:pt x="25" y="140"/>
                </a:lnTo>
                <a:lnTo>
                  <a:pt x="26" y="138"/>
                </a:lnTo>
                <a:lnTo>
                  <a:pt x="26" y="137"/>
                </a:lnTo>
                <a:lnTo>
                  <a:pt x="27" y="136"/>
                </a:lnTo>
                <a:lnTo>
                  <a:pt x="27" y="135"/>
                </a:lnTo>
                <a:lnTo>
                  <a:pt x="28" y="135"/>
                </a:lnTo>
                <a:lnTo>
                  <a:pt x="29" y="135"/>
                </a:lnTo>
                <a:lnTo>
                  <a:pt x="29" y="134"/>
                </a:lnTo>
                <a:lnTo>
                  <a:pt x="29" y="133"/>
                </a:lnTo>
                <a:lnTo>
                  <a:pt x="30" y="132"/>
                </a:lnTo>
                <a:lnTo>
                  <a:pt x="31" y="131"/>
                </a:lnTo>
                <a:lnTo>
                  <a:pt x="31" y="130"/>
                </a:lnTo>
                <a:lnTo>
                  <a:pt x="32" y="130"/>
                </a:lnTo>
                <a:lnTo>
                  <a:pt x="32" y="129"/>
                </a:lnTo>
                <a:lnTo>
                  <a:pt x="33" y="129"/>
                </a:lnTo>
                <a:lnTo>
                  <a:pt x="34" y="128"/>
                </a:lnTo>
                <a:lnTo>
                  <a:pt x="34" y="127"/>
                </a:lnTo>
                <a:lnTo>
                  <a:pt x="35" y="127"/>
                </a:lnTo>
                <a:lnTo>
                  <a:pt x="35" y="126"/>
                </a:lnTo>
                <a:lnTo>
                  <a:pt x="35" y="125"/>
                </a:lnTo>
                <a:lnTo>
                  <a:pt x="37" y="125"/>
                </a:lnTo>
                <a:lnTo>
                  <a:pt x="38" y="124"/>
                </a:lnTo>
                <a:lnTo>
                  <a:pt x="37" y="124"/>
                </a:lnTo>
                <a:lnTo>
                  <a:pt x="38" y="123"/>
                </a:lnTo>
                <a:lnTo>
                  <a:pt x="38" y="122"/>
                </a:lnTo>
                <a:lnTo>
                  <a:pt x="38" y="121"/>
                </a:lnTo>
                <a:lnTo>
                  <a:pt x="35" y="121"/>
                </a:lnTo>
                <a:lnTo>
                  <a:pt x="35" y="122"/>
                </a:lnTo>
                <a:lnTo>
                  <a:pt x="35" y="123"/>
                </a:lnTo>
                <a:lnTo>
                  <a:pt x="35" y="124"/>
                </a:lnTo>
                <a:lnTo>
                  <a:pt x="34" y="124"/>
                </a:lnTo>
                <a:lnTo>
                  <a:pt x="33" y="124"/>
                </a:lnTo>
                <a:lnTo>
                  <a:pt x="33" y="125"/>
                </a:lnTo>
                <a:lnTo>
                  <a:pt x="32" y="125"/>
                </a:lnTo>
                <a:lnTo>
                  <a:pt x="31" y="125"/>
                </a:lnTo>
                <a:lnTo>
                  <a:pt x="31" y="124"/>
                </a:lnTo>
                <a:lnTo>
                  <a:pt x="32" y="124"/>
                </a:lnTo>
                <a:lnTo>
                  <a:pt x="34" y="121"/>
                </a:lnTo>
                <a:lnTo>
                  <a:pt x="35" y="121"/>
                </a:lnTo>
                <a:lnTo>
                  <a:pt x="35" y="120"/>
                </a:lnTo>
                <a:lnTo>
                  <a:pt x="35" y="119"/>
                </a:lnTo>
                <a:lnTo>
                  <a:pt x="37" y="119"/>
                </a:lnTo>
                <a:lnTo>
                  <a:pt x="37" y="118"/>
                </a:lnTo>
                <a:lnTo>
                  <a:pt x="38" y="118"/>
                </a:lnTo>
                <a:lnTo>
                  <a:pt x="40" y="118"/>
                </a:lnTo>
                <a:lnTo>
                  <a:pt x="40" y="117"/>
                </a:lnTo>
                <a:lnTo>
                  <a:pt x="40" y="116"/>
                </a:lnTo>
                <a:lnTo>
                  <a:pt x="41" y="116"/>
                </a:lnTo>
                <a:lnTo>
                  <a:pt x="41" y="115"/>
                </a:lnTo>
                <a:lnTo>
                  <a:pt x="42" y="115"/>
                </a:lnTo>
                <a:lnTo>
                  <a:pt x="42" y="114"/>
                </a:lnTo>
                <a:lnTo>
                  <a:pt x="42" y="113"/>
                </a:lnTo>
                <a:lnTo>
                  <a:pt x="41" y="113"/>
                </a:lnTo>
                <a:lnTo>
                  <a:pt x="40" y="112"/>
                </a:lnTo>
                <a:lnTo>
                  <a:pt x="41" y="112"/>
                </a:lnTo>
                <a:lnTo>
                  <a:pt x="41" y="111"/>
                </a:lnTo>
                <a:lnTo>
                  <a:pt x="41" y="110"/>
                </a:lnTo>
                <a:lnTo>
                  <a:pt x="42" y="108"/>
                </a:lnTo>
                <a:lnTo>
                  <a:pt x="43" y="107"/>
                </a:lnTo>
                <a:lnTo>
                  <a:pt x="44" y="105"/>
                </a:lnTo>
                <a:lnTo>
                  <a:pt x="44" y="106"/>
                </a:lnTo>
                <a:lnTo>
                  <a:pt x="44" y="107"/>
                </a:lnTo>
                <a:lnTo>
                  <a:pt x="43" y="108"/>
                </a:lnTo>
                <a:lnTo>
                  <a:pt x="43" y="109"/>
                </a:lnTo>
                <a:lnTo>
                  <a:pt x="43" y="108"/>
                </a:lnTo>
                <a:lnTo>
                  <a:pt x="42" y="108"/>
                </a:lnTo>
                <a:lnTo>
                  <a:pt x="41" y="111"/>
                </a:lnTo>
                <a:lnTo>
                  <a:pt x="42" y="112"/>
                </a:lnTo>
                <a:lnTo>
                  <a:pt x="42" y="111"/>
                </a:lnTo>
                <a:lnTo>
                  <a:pt x="42" y="110"/>
                </a:lnTo>
                <a:lnTo>
                  <a:pt x="43" y="110"/>
                </a:lnTo>
                <a:lnTo>
                  <a:pt x="43" y="111"/>
                </a:lnTo>
                <a:lnTo>
                  <a:pt x="44" y="111"/>
                </a:lnTo>
                <a:lnTo>
                  <a:pt x="44" y="110"/>
                </a:lnTo>
                <a:lnTo>
                  <a:pt x="43" y="109"/>
                </a:lnTo>
                <a:lnTo>
                  <a:pt x="44" y="108"/>
                </a:lnTo>
                <a:lnTo>
                  <a:pt x="45" y="106"/>
                </a:lnTo>
                <a:lnTo>
                  <a:pt x="45" y="107"/>
                </a:lnTo>
                <a:lnTo>
                  <a:pt x="45" y="108"/>
                </a:lnTo>
                <a:lnTo>
                  <a:pt x="45" y="107"/>
                </a:lnTo>
                <a:lnTo>
                  <a:pt x="46" y="107"/>
                </a:lnTo>
                <a:lnTo>
                  <a:pt x="46" y="106"/>
                </a:lnTo>
                <a:lnTo>
                  <a:pt x="45" y="105"/>
                </a:lnTo>
                <a:lnTo>
                  <a:pt x="46" y="105"/>
                </a:lnTo>
                <a:lnTo>
                  <a:pt x="45" y="105"/>
                </a:lnTo>
                <a:lnTo>
                  <a:pt x="45" y="104"/>
                </a:lnTo>
                <a:lnTo>
                  <a:pt x="45" y="103"/>
                </a:lnTo>
                <a:lnTo>
                  <a:pt x="46" y="103"/>
                </a:lnTo>
                <a:lnTo>
                  <a:pt x="46" y="102"/>
                </a:lnTo>
                <a:lnTo>
                  <a:pt x="47" y="103"/>
                </a:lnTo>
                <a:lnTo>
                  <a:pt x="48" y="103"/>
                </a:lnTo>
                <a:lnTo>
                  <a:pt x="48" y="102"/>
                </a:lnTo>
                <a:lnTo>
                  <a:pt x="48" y="101"/>
                </a:lnTo>
                <a:lnTo>
                  <a:pt x="48" y="100"/>
                </a:lnTo>
                <a:lnTo>
                  <a:pt x="48" y="99"/>
                </a:lnTo>
                <a:lnTo>
                  <a:pt x="49" y="98"/>
                </a:lnTo>
                <a:lnTo>
                  <a:pt x="50" y="97"/>
                </a:lnTo>
                <a:lnTo>
                  <a:pt x="51" y="97"/>
                </a:lnTo>
                <a:lnTo>
                  <a:pt x="51" y="96"/>
                </a:lnTo>
                <a:lnTo>
                  <a:pt x="51" y="95"/>
                </a:lnTo>
                <a:lnTo>
                  <a:pt x="51" y="94"/>
                </a:lnTo>
                <a:lnTo>
                  <a:pt x="52" y="93"/>
                </a:lnTo>
                <a:lnTo>
                  <a:pt x="52" y="92"/>
                </a:lnTo>
                <a:lnTo>
                  <a:pt x="53" y="92"/>
                </a:lnTo>
                <a:lnTo>
                  <a:pt x="53" y="91"/>
                </a:lnTo>
                <a:lnTo>
                  <a:pt x="54" y="91"/>
                </a:lnTo>
                <a:lnTo>
                  <a:pt x="54" y="90"/>
                </a:lnTo>
                <a:lnTo>
                  <a:pt x="54" y="89"/>
                </a:lnTo>
                <a:lnTo>
                  <a:pt x="55" y="89"/>
                </a:lnTo>
                <a:lnTo>
                  <a:pt x="56" y="87"/>
                </a:lnTo>
                <a:lnTo>
                  <a:pt x="57" y="87"/>
                </a:lnTo>
                <a:lnTo>
                  <a:pt x="57" y="86"/>
                </a:lnTo>
                <a:lnTo>
                  <a:pt x="58" y="84"/>
                </a:lnTo>
                <a:lnTo>
                  <a:pt x="59" y="83"/>
                </a:lnTo>
                <a:lnTo>
                  <a:pt x="60" y="81"/>
                </a:lnTo>
                <a:lnTo>
                  <a:pt x="60" y="80"/>
                </a:lnTo>
                <a:lnTo>
                  <a:pt x="61" y="80"/>
                </a:lnTo>
                <a:lnTo>
                  <a:pt x="61" y="79"/>
                </a:lnTo>
                <a:lnTo>
                  <a:pt x="61" y="78"/>
                </a:lnTo>
                <a:lnTo>
                  <a:pt x="61" y="77"/>
                </a:lnTo>
                <a:lnTo>
                  <a:pt x="62" y="77"/>
                </a:lnTo>
                <a:lnTo>
                  <a:pt x="62" y="76"/>
                </a:lnTo>
                <a:lnTo>
                  <a:pt x="62" y="75"/>
                </a:lnTo>
                <a:lnTo>
                  <a:pt x="62" y="74"/>
                </a:lnTo>
                <a:lnTo>
                  <a:pt x="63" y="73"/>
                </a:lnTo>
                <a:lnTo>
                  <a:pt x="63" y="72"/>
                </a:lnTo>
                <a:lnTo>
                  <a:pt x="64" y="72"/>
                </a:lnTo>
                <a:lnTo>
                  <a:pt x="65" y="72"/>
                </a:lnTo>
                <a:lnTo>
                  <a:pt x="66" y="72"/>
                </a:lnTo>
                <a:lnTo>
                  <a:pt x="66" y="71"/>
                </a:lnTo>
                <a:lnTo>
                  <a:pt x="67" y="71"/>
                </a:lnTo>
                <a:lnTo>
                  <a:pt x="67" y="72"/>
                </a:lnTo>
                <a:lnTo>
                  <a:pt x="68" y="72"/>
                </a:lnTo>
                <a:lnTo>
                  <a:pt x="68" y="71"/>
                </a:lnTo>
                <a:lnTo>
                  <a:pt x="67" y="71"/>
                </a:lnTo>
                <a:lnTo>
                  <a:pt x="68" y="71"/>
                </a:lnTo>
                <a:lnTo>
                  <a:pt x="67" y="71"/>
                </a:lnTo>
                <a:lnTo>
                  <a:pt x="67" y="70"/>
                </a:lnTo>
                <a:lnTo>
                  <a:pt x="66" y="70"/>
                </a:lnTo>
                <a:lnTo>
                  <a:pt x="67" y="70"/>
                </a:lnTo>
                <a:lnTo>
                  <a:pt x="67" y="69"/>
                </a:lnTo>
                <a:lnTo>
                  <a:pt x="67" y="68"/>
                </a:lnTo>
                <a:lnTo>
                  <a:pt x="68" y="67"/>
                </a:lnTo>
                <a:lnTo>
                  <a:pt x="69" y="67"/>
                </a:lnTo>
                <a:lnTo>
                  <a:pt x="69" y="66"/>
                </a:lnTo>
                <a:lnTo>
                  <a:pt x="70" y="66"/>
                </a:lnTo>
                <a:lnTo>
                  <a:pt x="71" y="66"/>
                </a:lnTo>
                <a:lnTo>
                  <a:pt x="72" y="66"/>
                </a:lnTo>
                <a:lnTo>
                  <a:pt x="73" y="66"/>
                </a:lnTo>
                <a:lnTo>
                  <a:pt x="73" y="65"/>
                </a:lnTo>
                <a:lnTo>
                  <a:pt x="74" y="65"/>
                </a:lnTo>
                <a:lnTo>
                  <a:pt x="74" y="64"/>
                </a:lnTo>
                <a:lnTo>
                  <a:pt x="76" y="62"/>
                </a:lnTo>
                <a:lnTo>
                  <a:pt x="76" y="61"/>
                </a:lnTo>
                <a:lnTo>
                  <a:pt x="76" y="60"/>
                </a:lnTo>
                <a:lnTo>
                  <a:pt x="77" y="60"/>
                </a:lnTo>
                <a:lnTo>
                  <a:pt x="77" y="59"/>
                </a:lnTo>
                <a:lnTo>
                  <a:pt x="78" y="59"/>
                </a:lnTo>
                <a:lnTo>
                  <a:pt x="79" y="58"/>
                </a:lnTo>
                <a:lnTo>
                  <a:pt x="80" y="58"/>
                </a:lnTo>
                <a:lnTo>
                  <a:pt x="80" y="57"/>
                </a:lnTo>
                <a:lnTo>
                  <a:pt x="80" y="56"/>
                </a:lnTo>
                <a:lnTo>
                  <a:pt x="81" y="56"/>
                </a:lnTo>
                <a:lnTo>
                  <a:pt x="81" y="55"/>
                </a:lnTo>
                <a:lnTo>
                  <a:pt x="81" y="54"/>
                </a:lnTo>
                <a:lnTo>
                  <a:pt x="81" y="53"/>
                </a:lnTo>
                <a:lnTo>
                  <a:pt x="81" y="52"/>
                </a:lnTo>
                <a:lnTo>
                  <a:pt x="80" y="52"/>
                </a:lnTo>
                <a:lnTo>
                  <a:pt x="81" y="52"/>
                </a:lnTo>
                <a:lnTo>
                  <a:pt x="81" y="51"/>
                </a:lnTo>
                <a:lnTo>
                  <a:pt x="80" y="51"/>
                </a:lnTo>
                <a:lnTo>
                  <a:pt x="80" y="50"/>
                </a:lnTo>
                <a:lnTo>
                  <a:pt x="80" y="49"/>
                </a:lnTo>
                <a:lnTo>
                  <a:pt x="81" y="49"/>
                </a:lnTo>
                <a:lnTo>
                  <a:pt x="81" y="48"/>
                </a:lnTo>
                <a:lnTo>
                  <a:pt x="82" y="48"/>
                </a:lnTo>
                <a:lnTo>
                  <a:pt x="82" y="47"/>
                </a:lnTo>
                <a:lnTo>
                  <a:pt x="82" y="48"/>
                </a:lnTo>
                <a:lnTo>
                  <a:pt x="83" y="48"/>
                </a:lnTo>
                <a:lnTo>
                  <a:pt x="83" y="47"/>
                </a:lnTo>
                <a:lnTo>
                  <a:pt x="82" y="46"/>
                </a:lnTo>
                <a:lnTo>
                  <a:pt x="83" y="46"/>
                </a:lnTo>
                <a:lnTo>
                  <a:pt x="83" y="45"/>
                </a:lnTo>
                <a:lnTo>
                  <a:pt x="84" y="44"/>
                </a:lnTo>
                <a:lnTo>
                  <a:pt x="84" y="43"/>
                </a:lnTo>
                <a:lnTo>
                  <a:pt x="85" y="43"/>
                </a:lnTo>
                <a:lnTo>
                  <a:pt x="85" y="42"/>
                </a:lnTo>
                <a:lnTo>
                  <a:pt x="85" y="41"/>
                </a:lnTo>
                <a:lnTo>
                  <a:pt x="86" y="40"/>
                </a:lnTo>
                <a:lnTo>
                  <a:pt x="86" y="39"/>
                </a:lnTo>
                <a:lnTo>
                  <a:pt x="87" y="39"/>
                </a:lnTo>
                <a:lnTo>
                  <a:pt x="87" y="38"/>
                </a:lnTo>
                <a:lnTo>
                  <a:pt x="87" y="37"/>
                </a:lnTo>
                <a:lnTo>
                  <a:pt x="88" y="37"/>
                </a:lnTo>
                <a:lnTo>
                  <a:pt x="88" y="36"/>
                </a:lnTo>
                <a:lnTo>
                  <a:pt x="89" y="36"/>
                </a:lnTo>
                <a:lnTo>
                  <a:pt x="89" y="35"/>
                </a:lnTo>
                <a:lnTo>
                  <a:pt x="90" y="35"/>
                </a:lnTo>
                <a:lnTo>
                  <a:pt x="90" y="34"/>
                </a:lnTo>
                <a:lnTo>
                  <a:pt x="90" y="33"/>
                </a:lnTo>
                <a:lnTo>
                  <a:pt x="90" y="31"/>
                </a:lnTo>
                <a:lnTo>
                  <a:pt x="91" y="31"/>
                </a:lnTo>
                <a:lnTo>
                  <a:pt x="91" y="30"/>
                </a:lnTo>
                <a:lnTo>
                  <a:pt x="92" y="30"/>
                </a:lnTo>
                <a:lnTo>
                  <a:pt x="92" y="29"/>
                </a:lnTo>
                <a:lnTo>
                  <a:pt x="93" y="28"/>
                </a:lnTo>
                <a:lnTo>
                  <a:pt x="94" y="28"/>
                </a:lnTo>
                <a:lnTo>
                  <a:pt x="94" y="27"/>
                </a:lnTo>
                <a:lnTo>
                  <a:pt x="95" y="27"/>
                </a:lnTo>
                <a:lnTo>
                  <a:pt x="96" y="26"/>
                </a:lnTo>
                <a:lnTo>
                  <a:pt x="97" y="26"/>
                </a:lnTo>
                <a:lnTo>
                  <a:pt x="98" y="25"/>
                </a:lnTo>
                <a:lnTo>
                  <a:pt x="99" y="25"/>
                </a:lnTo>
                <a:lnTo>
                  <a:pt x="99" y="24"/>
                </a:lnTo>
                <a:lnTo>
                  <a:pt x="100" y="24"/>
                </a:lnTo>
                <a:lnTo>
                  <a:pt x="101" y="24"/>
                </a:lnTo>
                <a:lnTo>
                  <a:pt x="102" y="24"/>
                </a:lnTo>
                <a:lnTo>
                  <a:pt x="103" y="24"/>
                </a:lnTo>
                <a:lnTo>
                  <a:pt x="103" y="23"/>
                </a:lnTo>
                <a:lnTo>
                  <a:pt x="104" y="23"/>
                </a:lnTo>
                <a:lnTo>
                  <a:pt x="105" y="23"/>
                </a:lnTo>
                <a:lnTo>
                  <a:pt x="105" y="22"/>
                </a:lnTo>
                <a:lnTo>
                  <a:pt x="106" y="22"/>
                </a:lnTo>
                <a:lnTo>
                  <a:pt x="106" y="21"/>
                </a:lnTo>
                <a:lnTo>
                  <a:pt x="107" y="21"/>
                </a:lnTo>
                <a:lnTo>
                  <a:pt x="108" y="21"/>
                </a:lnTo>
                <a:lnTo>
                  <a:pt x="109" y="20"/>
                </a:lnTo>
                <a:lnTo>
                  <a:pt x="110" y="20"/>
                </a:lnTo>
                <a:lnTo>
                  <a:pt x="111" y="20"/>
                </a:lnTo>
                <a:lnTo>
                  <a:pt x="112" y="19"/>
                </a:lnTo>
                <a:lnTo>
                  <a:pt x="112" y="20"/>
                </a:lnTo>
                <a:lnTo>
                  <a:pt x="113" y="20"/>
                </a:lnTo>
                <a:lnTo>
                  <a:pt x="115" y="20"/>
                </a:lnTo>
                <a:lnTo>
                  <a:pt x="115" y="19"/>
                </a:lnTo>
                <a:lnTo>
                  <a:pt x="116" y="19"/>
                </a:lnTo>
                <a:lnTo>
                  <a:pt x="117" y="19"/>
                </a:lnTo>
                <a:lnTo>
                  <a:pt x="118" y="19"/>
                </a:lnTo>
                <a:lnTo>
                  <a:pt x="119" y="19"/>
                </a:lnTo>
                <a:lnTo>
                  <a:pt x="120" y="19"/>
                </a:lnTo>
                <a:lnTo>
                  <a:pt x="120" y="18"/>
                </a:lnTo>
                <a:lnTo>
                  <a:pt x="121" y="18"/>
                </a:lnTo>
                <a:lnTo>
                  <a:pt x="122" y="18"/>
                </a:lnTo>
                <a:lnTo>
                  <a:pt x="122" y="17"/>
                </a:lnTo>
                <a:lnTo>
                  <a:pt x="123" y="17"/>
                </a:lnTo>
                <a:lnTo>
                  <a:pt x="124" y="17"/>
                </a:lnTo>
                <a:lnTo>
                  <a:pt x="123" y="17"/>
                </a:lnTo>
                <a:lnTo>
                  <a:pt x="123" y="16"/>
                </a:lnTo>
                <a:lnTo>
                  <a:pt x="124" y="16"/>
                </a:lnTo>
                <a:lnTo>
                  <a:pt x="124" y="15"/>
                </a:lnTo>
                <a:lnTo>
                  <a:pt x="125" y="15"/>
                </a:lnTo>
                <a:lnTo>
                  <a:pt x="125" y="16"/>
                </a:lnTo>
                <a:lnTo>
                  <a:pt x="125" y="15"/>
                </a:lnTo>
                <a:lnTo>
                  <a:pt x="126" y="15"/>
                </a:lnTo>
                <a:lnTo>
                  <a:pt x="127" y="15"/>
                </a:lnTo>
                <a:lnTo>
                  <a:pt x="128" y="16"/>
                </a:lnTo>
                <a:lnTo>
                  <a:pt x="128" y="17"/>
                </a:lnTo>
                <a:lnTo>
                  <a:pt x="129" y="17"/>
                </a:lnTo>
                <a:lnTo>
                  <a:pt x="129" y="18"/>
                </a:lnTo>
                <a:lnTo>
                  <a:pt x="129" y="19"/>
                </a:lnTo>
                <a:lnTo>
                  <a:pt x="130" y="19"/>
                </a:lnTo>
                <a:lnTo>
                  <a:pt x="130" y="18"/>
                </a:lnTo>
                <a:lnTo>
                  <a:pt x="130" y="17"/>
                </a:lnTo>
                <a:lnTo>
                  <a:pt x="129" y="17"/>
                </a:lnTo>
                <a:lnTo>
                  <a:pt x="129" y="16"/>
                </a:lnTo>
                <a:lnTo>
                  <a:pt x="129" y="15"/>
                </a:lnTo>
                <a:lnTo>
                  <a:pt x="128" y="15"/>
                </a:lnTo>
                <a:lnTo>
                  <a:pt x="128" y="14"/>
                </a:lnTo>
                <a:lnTo>
                  <a:pt x="127" y="14"/>
                </a:lnTo>
                <a:lnTo>
                  <a:pt x="126" y="14"/>
                </a:lnTo>
                <a:lnTo>
                  <a:pt x="125" y="13"/>
                </a:lnTo>
                <a:lnTo>
                  <a:pt x="126" y="12"/>
                </a:lnTo>
                <a:lnTo>
                  <a:pt x="126" y="11"/>
                </a:lnTo>
                <a:lnTo>
                  <a:pt x="127" y="11"/>
                </a:lnTo>
                <a:lnTo>
                  <a:pt x="127" y="10"/>
                </a:lnTo>
                <a:lnTo>
                  <a:pt x="128" y="10"/>
                </a:lnTo>
                <a:lnTo>
                  <a:pt x="128" y="9"/>
                </a:lnTo>
                <a:lnTo>
                  <a:pt x="128" y="8"/>
                </a:lnTo>
                <a:lnTo>
                  <a:pt x="129" y="8"/>
                </a:lnTo>
                <a:lnTo>
                  <a:pt x="129" y="7"/>
                </a:lnTo>
                <a:lnTo>
                  <a:pt x="129" y="6"/>
                </a:lnTo>
                <a:lnTo>
                  <a:pt x="130" y="6"/>
                </a:lnTo>
                <a:lnTo>
                  <a:pt x="131" y="6"/>
                </a:lnTo>
                <a:lnTo>
                  <a:pt x="131" y="5"/>
                </a:lnTo>
                <a:lnTo>
                  <a:pt x="132" y="5"/>
                </a:lnTo>
                <a:lnTo>
                  <a:pt x="132" y="4"/>
                </a:lnTo>
                <a:lnTo>
                  <a:pt x="133" y="3"/>
                </a:lnTo>
                <a:lnTo>
                  <a:pt x="134" y="3"/>
                </a:lnTo>
                <a:lnTo>
                  <a:pt x="134" y="1"/>
                </a:lnTo>
                <a:lnTo>
                  <a:pt x="135" y="1"/>
                </a:lnTo>
                <a:lnTo>
                  <a:pt x="134" y="1"/>
                </a:lnTo>
                <a:lnTo>
                  <a:pt x="135" y="1"/>
                </a:lnTo>
                <a:lnTo>
                  <a:pt x="135" y="3"/>
                </a:lnTo>
                <a:lnTo>
                  <a:pt x="136" y="3"/>
                </a:lnTo>
                <a:lnTo>
                  <a:pt x="136" y="1"/>
                </a:lnTo>
                <a:lnTo>
                  <a:pt x="137" y="1"/>
                </a:lnTo>
                <a:lnTo>
                  <a:pt x="137" y="0"/>
                </a:lnTo>
                <a:lnTo>
                  <a:pt x="137" y="1"/>
                </a:lnTo>
                <a:lnTo>
                  <a:pt x="138" y="1"/>
                </a:lnTo>
                <a:lnTo>
                  <a:pt x="139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28" name=""/>
          <p:cNvSpPr/>
          <p:nvPr/>
        </p:nvSpPr>
        <p:spPr>
          <a:xfrm>
            <a:off x="6968160" y="212004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0" y="5"/>
                </a:move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29" name=""/>
          <p:cNvSpPr/>
          <p:nvPr/>
        </p:nvSpPr>
        <p:spPr>
          <a:xfrm>
            <a:off x="6968520" y="211824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3"/>
                </a:move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3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30" name=""/>
          <p:cNvSpPr/>
          <p:nvPr/>
        </p:nvSpPr>
        <p:spPr>
          <a:xfrm>
            <a:off x="6971040" y="21146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31" name=""/>
          <p:cNvSpPr/>
          <p:nvPr/>
        </p:nvSpPr>
        <p:spPr>
          <a:xfrm>
            <a:off x="6975360" y="210528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0" y="5"/>
                </a:moveTo>
                <a:lnTo>
                  <a:pt x="1" y="2"/>
                </a:lnTo>
                <a:lnTo>
                  <a:pt x="1" y="0"/>
                </a:lnTo>
                <a:lnTo>
                  <a:pt x="5" y="0"/>
                </a:lnTo>
                <a:lnTo>
                  <a:pt x="6" y="0"/>
                </a:lnTo>
                <a:lnTo>
                  <a:pt x="6" y="2"/>
                </a:lnTo>
                <a:lnTo>
                  <a:pt x="5" y="3"/>
                </a:lnTo>
                <a:lnTo>
                  <a:pt x="5" y="5"/>
                </a:lnTo>
                <a:lnTo>
                  <a:pt x="4" y="5"/>
                </a:lnTo>
                <a:lnTo>
                  <a:pt x="0" y="5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32" name=""/>
          <p:cNvSpPr/>
          <p:nvPr/>
        </p:nvSpPr>
        <p:spPr>
          <a:xfrm>
            <a:off x="7026480" y="20772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33" name=""/>
          <p:cNvSpPr/>
          <p:nvPr/>
        </p:nvSpPr>
        <p:spPr>
          <a:xfrm>
            <a:off x="7020720" y="20656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34" name=""/>
          <p:cNvSpPr/>
          <p:nvPr/>
        </p:nvSpPr>
        <p:spPr>
          <a:xfrm>
            <a:off x="7077600" y="20433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3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35" name=""/>
          <p:cNvSpPr/>
          <p:nvPr/>
        </p:nvSpPr>
        <p:spPr>
          <a:xfrm>
            <a:off x="7083360" y="2037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36" name=""/>
          <p:cNvSpPr/>
          <p:nvPr/>
        </p:nvSpPr>
        <p:spPr>
          <a:xfrm>
            <a:off x="6765840" y="21758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37" name=""/>
          <p:cNvSpPr/>
          <p:nvPr/>
        </p:nvSpPr>
        <p:spPr>
          <a:xfrm>
            <a:off x="6765840" y="21751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38" name=""/>
          <p:cNvSpPr/>
          <p:nvPr/>
        </p:nvSpPr>
        <p:spPr>
          <a:xfrm>
            <a:off x="6777000" y="21751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39" name=""/>
          <p:cNvSpPr/>
          <p:nvPr/>
        </p:nvSpPr>
        <p:spPr>
          <a:xfrm>
            <a:off x="6768360" y="21747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40" name=""/>
          <p:cNvSpPr/>
          <p:nvPr/>
        </p:nvSpPr>
        <p:spPr>
          <a:xfrm>
            <a:off x="6772320" y="2173320"/>
            <a:ext cx="2160" cy="2880"/>
          </a:xfrm>
          <a:custGeom>
            <a:avLst/>
            <a:gdLst/>
            <a:ahLst/>
            <a:rect l="0" t="0" r="r" b="b"/>
            <a:pathLst>
              <a:path w="6" h="8">
                <a:moveTo>
                  <a:pt x="2" y="1"/>
                </a:moveTo>
                <a:lnTo>
                  <a:pt x="3" y="1"/>
                </a:lnTo>
                <a:lnTo>
                  <a:pt x="3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4" y="6"/>
                </a:lnTo>
                <a:lnTo>
                  <a:pt x="5" y="6"/>
                </a:lnTo>
                <a:lnTo>
                  <a:pt x="5" y="7"/>
                </a:lnTo>
                <a:lnTo>
                  <a:pt x="4" y="6"/>
                </a:lnTo>
                <a:lnTo>
                  <a:pt x="4" y="7"/>
                </a:lnTo>
                <a:lnTo>
                  <a:pt x="4" y="8"/>
                </a:lnTo>
                <a:lnTo>
                  <a:pt x="4" y="7"/>
                </a:lnTo>
                <a:lnTo>
                  <a:pt x="3" y="7"/>
                </a:lnTo>
                <a:lnTo>
                  <a:pt x="3" y="8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41" name=""/>
          <p:cNvSpPr/>
          <p:nvPr/>
        </p:nvSpPr>
        <p:spPr>
          <a:xfrm>
            <a:off x="6769440" y="21740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1"/>
                </a:moveTo>
                <a:lnTo>
                  <a:pt x="2" y="1"/>
                </a:lnTo>
                <a:lnTo>
                  <a:pt x="3" y="1"/>
                </a:lnTo>
                <a:lnTo>
                  <a:pt x="3" y="3"/>
                </a:ln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42" name=""/>
          <p:cNvSpPr/>
          <p:nvPr/>
        </p:nvSpPr>
        <p:spPr>
          <a:xfrm>
            <a:off x="6773760" y="21733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43" name=""/>
          <p:cNvSpPr/>
          <p:nvPr/>
        </p:nvSpPr>
        <p:spPr>
          <a:xfrm>
            <a:off x="6772680" y="2171520"/>
            <a:ext cx="5040" cy="3960"/>
          </a:xfrm>
          <a:custGeom>
            <a:avLst/>
            <a:gdLst/>
            <a:ahLst/>
            <a:rect l="0" t="0" r="r" b="b"/>
            <a:pathLst>
              <a:path w="14" h="11">
                <a:moveTo>
                  <a:pt x="12" y="1"/>
                </a:moveTo>
                <a:lnTo>
                  <a:pt x="13" y="2"/>
                </a:lnTo>
                <a:lnTo>
                  <a:pt x="12" y="2"/>
                </a:lnTo>
                <a:lnTo>
                  <a:pt x="13" y="2"/>
                </a:lnTo>
                <a:lnTo>
                  <a:pt x="14" y="4"/>
                </a:lnTo>
                <a:lnTo>
                  <a:pt x="14" y="5"/>
                </a:lnTo>
                <a:lnTo>
                  <a:pt x="13" y="6"/>
                </a:lnTo>
                <a:lnTo>
                  <a:pt x="13" y="5"/>
                </a:lnTo>
                <a:lnTo>
                  <a:pt x="13" y="6"/>
                </a:lnTo>
                <a:lnTo>
                  <a:pt x="14" y="7"/>
                </a:lnTo>
                <a:lnTo>
                  <a:pt x="13" y="7"/>
                </a:lnTo>
                <a:lnTo>
                  <a:pt x="13" y="8"/>
                </a:lnTo>
                <a:lnTo>
                  <a:pt x="14" y="8"/>
                </a:lnTo>
                <a:lnTo>
                  <a:pt x="14" y="9"/>
                </a:lnTo>
                <a:lnTo>
                  <a:pt x="14" y="10"/>
                </a:lnTo>
                <a:lnTo>
                  <a:pt x="14" y="9"/>
                </a:lnTo>
                <a:lnTo>
                  <a:pt x="13" y="9"/>
                </a:lnTo>
                <a:lnTo>
                  <a:pt x="13" y="10"/>
                </a:lnTo>
                <a:lnTo>
                  <a:pt x="13" y="9"/>
                </a:lnTo>
                <a:lnTo>
                  <a:pt x="12" y="9"/>
                </a:lnTo>
                <a:lnTo>
                  <a:pt x="13" y="9"/>
                </a:lnTo>
                <a:lnTo>
                  <a:pt x="12" y="9"/>
                </a:lnTo>
                <a:lnTo>
                  <a:pt x="12" y="8"/>
                </a:lnTo>
                <a:lnTo>
                  <a:pt x="12" y="7"/>
                </a:lnTo>
                <a:lnTo>
                  <a:pt x="12" y="6"/>
                </a:lnTo>
                <a:lnTo>
                  <a:pt x="11" y="6"/>
                </a:lnTo>
                <a:lnTo>
                  <a:pt x="11" y="7"/>
                </a:lnTo>
                <a:lnTo>
                  <a:pt x="10" y="7"/>
                </a:lnTo>
                <a:lnTo>
                  <a:pt x="10" y="8"/>
                </a:lnTo>
                <a:lnTo>
                  <a:pt x="10" y="9"/>
                </a:lnTo>
                <a:lnTo>
                  <a:pt x="11" y="9"/>
                </a:lnTo>
                <a:lnTo>
                  <a:pt x="10" y="9"/>
                </a:lnTo>
                <a:lnTo>
                  <a:pt x="10" y="10"/>
                </a:lnTo>
                <a:lnTo>
                  <a:pt x="11" y="10"/>
                </a:lnTo>
                <a:lnTo>
                  <a:pt x="11" y="11"/>
                </a:lnTo>
                <a:lnTo>
                  <a:pt x="10" y="11"/>
                </a:lnTo>
                <a:lnTo>
                  <a:pt x="10" y="9"/>
                </a:lnTo>
                <a:lnTo>
                  <a:pt x="10" y="8"/>
                </a:lnTo>
                <a:lnTo>
                  <a:pt x="9" y="9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8" y="8"/>
                </a:lnTo>
                <a:lnTo>
                  <a:pt x="9" y="7"/>
                </a:lnTo>
                <a:lnTo>
                  <a:pt x="8" y="7"/>
                </a:lnTo>
                <a:lnTo>
                  <a:pt x="8" y="6"/>
                </a:lnTo>
                <a:lnTo>
                  <a:pt x="8" y="7"/>
                </a:lnTo>
                <a:lnTo>
                  <a:pt x="8" y="6"/>
                </a:lnTo>
                <a:lnTo>
                  <a:pt x="7" y="6"/>
                </a:lnTo>
                <a:lnTo>
                  <a:pt x="8" y="6"/>
                </a:lnTo>
                <a:lnTo>
                  <a:pt x="7" y="6"/>
                </a:lnTo>
                <a:lnTo>
                  <a:pt x="6" y="7"/>
                </a:lnTo>
                <a:lnTo>
                  <a:pt x="4" y="6"/>
                </a:lnTo>
                <a:lnTo>
                  <a:pt x="6" y="6"/>
                </a:lnTo>
                <a:lnTo>
                  <a:pt x="4" y="6"/>
                </a:lnTo>
                <a:lnTo>
                  <a:pt x="4" y="5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lnTo>
                  <a:pt x="4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lnTo>
                  <a:pt x="12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44" name=""/>
          <p:cNvSpPr/>
          <p:nvPr/>
        </p:nvSpPr>
        <p:spPr>
          <a:xfrm>
            <a:off x="6769800" y="2172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45" name=""/>
          <p:cNvSpPr/>
          <p:nvPr/>
        </p:nvSpPr>
        <p:spPr>
          <a:xfrm>
            <a:off x="6770520" y="21726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46" name=""/>
          <p:cNvSpPr/>
          <p:nvPr/>
        </p:nvSpPr>
        <p:spPr>
          <a:xfrm>
            <a:off x="6763680" y="2169360"/>
            <a:ext cx="7560" cy="6120"/>
          </a:xfrm>
          <a:custGeom>
            <a:avLst/>
            <a:gdLst/>
            <a:ahLst/>
            <a:rect l="0" t="0" r="r" b="b"/>
            <a:pathLst>
              <a:path w="21" h="17">
                <a:moveTo>
                  <a:pt x="20" y="0"/>
                </a:moveTo>
                <a:lnTo>
                  <a:pt x="21" y="1"/>
                </a:lnTo>
                <a:lnTo>
                  <a:pt x="21" y="2"/>
                </a:lnTo>
                <a:lnTo>
                  <a:pt x="20" y="3"/>
                </a:lnTo>
                <a:lnTo>
                  <a:pt x="21" y="3"/>
                </a:lnTo>
                <a:lnTo>
                  <a:pt x="21" y="4"/>
                </a:lnTo>
                <a:lnTo>
                  <a:pt x="20" y="4"/>
                </a:lnTo>
                <a:lnTo>
                  <a:pt x="19" y="4"/>
                </a:lnTo>
                <a:lnTo>
                  <a:pt x="18" y="4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7" y="6"/>
                </a:lnTo>
                <a:lnTo>
                  <a:pt x="18" y="7"/>
                </a:lnTo>
                <a:lnTo>
                  <a:pt x="18" y="8"/>
                </a:lnTo>
                <a:lnTo>
                  <a:pt x="17" y="8"/>
                </a:lnTo>
                <a:lnTo>
                  <a:pt x="17" y="9"/>
                </a:lnTo>
                <a:lnTo>
                  <a:pt x="17" y="8"/>
                </a:lnTo>
                <a:lnTo>
                  <a:pt x="16" y="8"/>
                </a:lnTo>
                <a:lnTo>
                  <a:pt x="15" y="8"/>
                </a:lnTo>
                <a:lnTo>
                  <a:pt x="15" y="9"/>
                </a:lnTo>
                <a:lnTo>
                  <a:pt x="16" y="8"/>
                </a:lnTo>
                <a:lnTo>
                  <a:pt x="16" y="9"/>
                </a:lnTo>
                <a:lnTo>
                  <a:pt x="17" y="10"/>
                </a:lnTo>
                <a:lnTo>
                  <a:pt x="16" y="10"/>
                </a:lnTo>
                <a:lnTo>
                  <a:pt x="16" y="11"/>
                </a:lnTo>
                <a:lnTo>
                  <a:pt x="15" y="11"/>
                </a:lnTo>
                <a:lnTo>
                  <a:pt x="16" y="11"/>
                </a:lnTo>
                <a:lnTo>
                  <a:pt x="16" y="13"/>
                </a:lnTo>
                <a:lnTo>
                  <a:pt x="17" y="13"/>
                </a:lnTo>
                <a:lnTo>
                  <a:pt x="17" y="14"/>
                </a:lnTo>
                <a:lnTo>
                  <a:pt x="16" y="14"/>
                </a:lnTo>
                <a:lnTo>
                  <a:pt x="16" y="15"/>
                </a:lnTo>
                <a:lnTo>
                  <a:pt x="16" y="14"/>
                </a:lnTo>
                <a:lnTo>
                  <a:pt x="15" y="14"/>
                </a:lnTo>
                <a:lnTo>
                  <a:pt x="15" y="15"/>
                </a:lnTo>
                <a:lnTo>
                  <a:pt x="14" y="15"/>
                </a:lnTo>
                <a:lnTo>
                  <a:pt x="14" y="14"/>
                </a:lnTo>
                <a:lnTo>
                  <a:pt x="14" y="13"/>
                </a:lnTo>
                <a:lnTo>
                  <a:pt x="14" y="11"/>
                </a:lnTo>
                <a:lnTo>
                  <a:pt x="12" y="11"/>
                </a:lnTo>
                <a:lnTo>
                  <a:pt x="11" y="13"/>
                </a:lnTo>
                <a:lnTo>
                  <a:pt x="10" y="13"/>
                </a:lnTo>
                <a:lnTo>
                  <a:pt x="9" y="13"/>
                </a:lnTo>
                <a:lnTo>
                  <a:pt x="9" y="14"/>
                </a:lnTo>
                <a:lnTo>
                  <a:pt x="8" y="14"/>
                </a:lnTo>
                <a:lnTo>
                  <a:pt x="7" y="14"/>
                </a:lnTo>
                <a:lnTo>
                  <a:pt x="8" y="14"/>
                </a:lnTo>
                <a:lnTo>
                  <a:pt x="8" y="15"/>
                </a:lnTo>
                <a:lnTo>
                  <a:pt x="8" y="14"/>
                </a:lnTo>
                <a:lnTo>
                  <a:pt x="8" y="15"/>
                </a:lnTo>
                <a:lnTo>
                  <a:pt x="8" y="16"/>
                </a:lnTo>
                <a:lnTo>
                  <a:pt x="7" y="15"/>
                </a:lnTo>
                <a:lnTo>
                  <a:pt x="7" y="16"/>
                </a:lnTo>
                <a:lnTo>
                  <a:pt x="6" y="15"/>
                </a:lnTo>
                <a:lnTo>
                  <a:pt x="5" y="15"/>
                </a:lnTo>
                <a:lnTo>
                  <a:pt x="5" y="14"/>
                </a:lnTo>
                <a:lnTo>
                  <a:pt x="6" y="14"/>
                </a:lnTo>
                <a:lnTo>
                  <a:pt x="5" y="14"/>
                </a:lnTo>
                <a:lnTo>
                  <a:pt x="4" y="14"/>
                </a:lnTo>
                <a:lnTo>
                  <a:pt x="4" y="15"/>
                </a:lnTo>
                <a:lnTo>
                  <a:pt x="3" y="15"/>
                </a:lnTo>
                <a:lnTo>
                  <a:pt x="3" y="16"/>
                </a:lnTo>
                <a:lnTo>
                  <a:pt x="2" y="16"/>
                </a:lnTo>
                <a:lnTo>
                  <a:pt x="1" y="16"/>
                </a:lnTo>
                <a:lnTo>
                  <a:pt x="1" y="17"/>
                </a:lnTo>
                <a:lnTo>
                  <a:pt x="2" y="17"/>
                </a:lnTo>
                <a:lnTo>
                  <a:pt x="1" y="17"/>
                </a:lnTo>
                <a:lnTo>
                  <a:pt x="1" y="16"/>
                </a:lnTo>
                <a:lnTo>
                  <a:pt x="1" y="15"/>
                </a:lnTo>
                <a:lnTo>
                  <a:pt x="0" y="15"/>
                </a:lnTo>
                <a:lnTo>
                  <a:pt x="1" y="15"/>
                </a:lnTo>
                <a:lnTo>
                  <a:pt x="0" y="14"/>
                </a:lnTo>
                <a:lnTo>
                  <a:pt x="0" y="13"/>
                </a:lnTo>
                <a:lnTo>
                  <a:pt x="1" y="13"/>
                </a:lnTo>
                <a:lnTo>
                  <a:pt x="1" y="11"/>
                </a:lnTo>
                <a:lnTo>
                  <a:pt x="2" y="11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2" y="9"/>
                </a:lnTo>
                <a:lnTo>
                  <a:pt x="3" y="9"/>
                </a:lnTo>
                <a:lnTo>
                  <a:pt x="3" y="8"/>
                </a:lnTo>
                <a:lnTo>
                  <a:pt x="4" y="8"/>
                </a:lnTo>
                <a:lnTo>
                  <a:pt x="5" y="8"/>
                </a:lnTo>
                <a:lnTo>
                  <a:pt x="4" y="8"/>
                </a:lnTo>
                <a:lnTo>
                  <a:pt x="5" y="7"/>
                </a:lnTo>
                <a:lnTo>
                  <a:pt x="5" y="6"/>
                </a:lnTo>
                <a:lnTo>
                  <a:pt x="6" y="6"/>
                </a:lnTo>
                <a:lnTo>
                  <a:pt x="7" y="6"/>
                </a:lnTo>
                <a:lnTo>
                  <a:pt x="8" y="6"/>
                </a:lnTo>
                <a:lnTo>
                  <a:pt x="8" y="7"/>
                </a:lnTo>
                <a:lnTo>
                  <a:pt x="9" y="7"/>
                </a:lnTo>
                <a:lnTo>
                  <a:pt x="9" y="6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lnTo>
                  <a:pt x="14" y="5"/>
                </a:lnTo>
                <a:lnTo>
                  <a:pt x="14" y="4"/>
                </a:lnTo>
                <a:lnTo>
                  <a:pt x="15" y="4"/>
                </a:lnTo>
                <a:lnTo>
                  <a:pt x="16" y="3"/>
                </a:lnTo>
                <a:lnTo>
                  <a:pt x="17" y="2"/>
                </a:lnTo>
                <a:lnTo>
                  <a:pt x="18" y="2"/>
                </a:lnTo>
                <a:lnTo>
                  <a:pt x="17" y="2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2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47" name=""/>
          <p:cNvSpPr/>
          <p:nvPr/>
        </p:nvSpPr>
        <p:spPr>
          <a:xfrm>
            <a:off x="6770160" y="21715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48" name=""/>
          <p:cNvSpPr/>
          <p:nvPr/>
        </p:nvSpPr>
        <p:spPr>
          <a:xfrm>
            <a:off x="6765480" y="217044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6" y="0"/>
                </a:move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6" y="1"/>
                </a:lnTo>
                <a:lnTo>
                  <a:pt x="5" y="1"/>
                </a:lnTo>
                <a:lnTo>
                  <a:pt x="5" y="2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5" y="0"/>
                </a:lnTo>
                <a:lnTo>
                  <a:pt x="6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49" name=""/>
          <p:cNvSpPr/>
          <p:nvPr/>
        </p:nvSpPr>
        <p:spPr>
          <a:xfrm>
            <a:off x="6771600" y="21690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2"/>
                </a:move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0" y="2"/>
                </a:lnTo>
                <a:lnTo>
                  <a:pt x="0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50" name=""/>
          <p:cNvSpPr/>
          <p:nvPr/>
        </p:nvSpPr>
        <p:spPr>
          <a:xfrm>
            <a:off x="6770880" y="21690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51" name=""/>
          <p:cNvSpPr/>
          <p:nvPr/>
        </p:nvSpPr>
        <p:spPr>
          <a:xfrm>
            <a:off x="6765120" y="2168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52" name=""/>
          <p:cNvSpPr/>
          <p:nvPr/>
        </p:nvSpPr>
        <p:spPr>
          <a:xfrm>
            <a:off x="6765840" y="2161440"/>
            <a:ext cx="16560" cy="11520"/>
          </a:xfrm>
          <a:custGeom>
            <a:avLst/>
            <a:gdLst/>
            <a:ahLst/>
            <a:rect l="0" t="0" r="r" b="b"/>
            <a:pathLst>
              <a:path w="46" h="32">
                <a:moveTo>
                  <a:pt x="24" y="1"/>
                </a:moveTo>
                <a:lnTo>
                  <a:pt x="25" y="1"/>
                </a:lnTo>
                <a:lnTo>
                  <a:pt x="26" y="1"/>
                </a:lnTo>
                <a:lnTo>
                  <a:pt x="28" y="1"/>
                </a:lnTo>
                <a:lnTo>
                  <a:pt x="29" y="2"/>
                </a:lnTo>
                <a:lnTo>
                  <a:pt x="28" y="2"/>
                </a:lnTo>
                <a:lnTo>
                  <a:pt x="28" y="3"/>
                </a:lnTo>
                <a:lnTo>
                  <a:pt x="27" y="3"/>
                </a:lnTo>
                <a:lnTo>
                  <a:pt x="27" y="4"/>
                </a:lnTo>
                <a:lnTo>
                  <a:pt x="28" y="4"/>
                </a:lnTo>
                <a:lnTo>
                  <a:pt x="30" y="3"/>
                </a:lnTo>
                <a:lnTo>
                  <a:pt x="30" y="2"/>
                </a:lnTo>
                <a:lnTo>
                  <a:pt x="31" y="2"/>
                </a:lnTo>
                <a:lnTo>
                  <a:pt x="32" y="2"/>
                </a:lnTo>
                <a:lnTo>
                  <a:pt x="33" y="3"/>
                </a:lnTo>
                <a:lnTo>
                  <a:pt x="32" y="3"/>
                </a:lnTo>
                <a:lnTo>
                  <a:pt x="32" y="4"/>
                </a:lnTo>
                <a:lnTo>
                  <a:pt x="33" y="4"/>
                </a:lnTo>
                <a:lnTo>
                  <a:pt x="34" y="4"/>
                </a:lnTo>
                <a:lnTo>
                  <a:pt x="34" y="5"/>
                </a:lnTo>
                <a:lnTo>
                  <a:pt x="33" y="5"/>
                </a:lnTo>
                <a:lnTo>
                  <a:pt x="33" y="6"/>
                </a:lnTo>
                <a:lnTo>
                  <a:pt x="34" y="6"/>
                </a:lnTo>
                <a:lnTo>
                  <a:pt x="35" y="6"/>
                </a:lnTo>
                <a:lnTo>
                  <a:pt x="36" y="7"/>
                </a:lnTo>
                <a:lnTo>
                  <a:pt x="37" y="6"/>
                </a:lnTo>
                <a:lnTo>
                  <a:pt x="38" y="6"/>
                </a:lnTo>
                <a:lnTo>
                  <a:pt x="40" y="6"/>
                </a:lnTo>
                <a:lnTo>
                  <a:pt x="40" y="5"/>
                </a:lnTo>
                <a:lnTo>
                  <a:pt x="40" y="6"/>
                </a:lnTo>
                <a:lnTo>
                  <a:pt x="38" y="6"/>
                </a:lnTo>
                <a:lnTo>
                  <a:pt x="38" y="7"/>
                </a:lnTo>
                <a:lnTo>
                  <a:pt x="37" y="8"/>
                </a:lnTo>
                <a:lnTo>
                  <a:pt x="36" y="8"/>
                </a:lnTo>
                <a:lnTo>
                  <a:pt x="35" y="9"/>
                </a:lnTo>
                <a:lnTo>
                  <a:pt x="33" y="10"/>
                </a:lnTo>
                <a:lnTo>
                  <a:pt x="32" y="12"/>
                </a:lnTo>
                <a:lnTo>
                  <a:pt x="31" y="12"/>
                </a:lnTo>
                <a:lnTo>
                  <a:pt x="30" y="10"/>
                </a:lnTo>
                <a:lnTo>
                  <a:pt x="30" y="9"/>
                </a:lnTo>
                <a:lnTo>
                  <a:pt x="28" y="9"/>
                </a:lnTo>
                <a:lnTo>
                  <a:pt x="28" y="10"/>
                </a:lnTo>
                <a:lnTo>
                  <a:pt x="27" y="12"/>
                </a:lnTo>
                <a:lnTo>
                  <a:pt x="26" y="12"/>
                </a:lnTo>
                <a:lnTo>
                  <a:pt x="26" y="13"/>
                </a:lnTo>
                <a:lnTo>
                  <a:pt x="25" y="12"/>
                </a:lnTo>
                <a:lnTo>
                  <a:pt x="25" y="13"/>
                </a:lnTo>
                <a:lnTo>
                  <a:pt x="25" y="14"/>
                </a:lnTo>
                <a:lnTo>
                  <a:pt x="26" y="14"/>
                </a:lnTo>
                <a:lnTo>
                  <a:pt x="27" y="14"/>
                </a:lnTo>
                <a:lnTo>
                  <a:pt x="28" y="15"/>
                </a:lnTo>
                <a:lnTo>
                  <a:pt x="28" y="17"/>
                </a:lnTo>
                <a:lnTo>
                  <a:pt x="29" y="17"/>
                </a:lnTo>
                <a:lnTo>
                  <a:pt x="29" y="16"/>
                </a:lnTo>
                <a:lnTo>
                  <a:pt x="29" y="15"/>
                </a:lnTo>
                <a:lnTo>
                  <a:pt x="30" y="14"/>
                </a:lnTo>
                <a:lnTo>
                  <a:pt x="31" y="14"/>
                </a:lnTo>
                <a:lnTo>
                  <a:pt x="32" y="14"/>
                </a:lnTo>
                <a:lnTo>
                  <a:pt x="33" y="14"/>
                </a:lnTo>
                <a:lnTo>
                  <a:pt x="33" y="15"/>
                </a:lnTo>
                <a:lnTo>
                  <a:pt x="33" y="16"/>
                </a:lnTo>
                <a:lnTo>
                  <a:pt x="34" y="16"/>
                </a:lnTo>
                <a:lnTo>
                  <a:pt x="34" y="15"/>
                </a:lnTo>
                <a:lnTo>
                  <a:pt x="34" y="14"/>
                </a:lnTo>
                <a:lnTo>
                  <a:pt x="34" y="13"/>
                </a:lnTo>
                <a:lnTo>
                  <a:pt x="34" y="12"/>
                </a:lnTo>
                <a:lnTo>
                  <a:pt x="35" y="12"/>
                </a:lnTo>
                <a:lnTo>
                  <a:pt x="36" y="12"/>
                </a:lnTo>
                <a:lnTo>
                  <a:pt x="36" y="10"/>
                </a:lnTo>
                <a:lnTo>
                  <a:pt x="37" y="9"/>
                </a:lnTo>
                <a:lnTo>
                  <a:pt x="38" y="9"/>
                </a:lnTo>
                <a:lnTo>
                  <a:pt x="38" y="10"/>
                </a:lnTo>
                <a:lnTo>
                  <a:pt x="38" y="12"/>
                </a:lnTo>
                <a:lnTo>
                  <a:pt x="40" y="12"/>
                </a:lnTo>
                <a:lnTo>
                  <a:pt x="40" y="10"/>
                </a:lnTo>
                <a:lnTo>
                  <a:pt x="40" y="9"/>
                </a:lnTo>
                <a:lnTo>
                  <a:pt x="41" y="9"/>
                </a:lnTo>
                <a:lnTo>
                  <a:pt x="41" y="10"/>
                </a:lnTo>
                <a:lnTo>
                  <a:pt x="41" y="12"/>
                </a:lnTo>
                <a:lnTo>
                  <a:pt x="40" y="12"/>
                </a:lnTo>
                <a:lnTo>
                  <a:pt x="40" y="13"/>
                </a:lnTo>
                <a:lnTo>
                  <a:pt x="40" y="14"/>
                </a:lnTo>
                <a:lnTo>
                  <a:pt x="40" y="15"/>
                </a:lnTo>
                <a:lnTo>
                  <a:pt x="41" y="14"/>
                </a:lnTo>
                <a:lnTo>
                  <a:pt x="40" y="14"/>
                </a:lnTo>
                <a:lnTo>
                  <a:pt x="41" y="14"/>
                </a:lnTo>
                <a:lnTo>
                  <a:pt x="41" y="15"/>
                </a:lnTo>
                <a:lnTo>
                  <a:pt x="41" y="16"/>
                </a:lnTo>
                <a:lnTo>
                  <a:pt x="42" y="16"/>
                </a:lnTo>
                <a:lnTo>
                  <a:pt x="42" y="15"/>
                </a:lnTo>
                <a:lnTo>
                  <a:pt x="42" y="14"/>
                </a:lnTo>
                <a:lnTo>
                  <a:pt x="42" y="13"/>
                </a:lnTo>
                <a:lnTo>
                  <a:pt x="42" y="12"/>
                </a:lnTo>
                <a:lnTo>
                  <a:pt x="43" y="12"/>
                </a:lnTo>
                <a:lnTo>
                  <a:pt x="43" y="13"/>
                </a:lnTo>
                <a:lnTo>
                  <a:pt x="43" y="14"/>
                </a:lnTo>
                <a:lnTo>
                  <a:pt x="44" y="14"/>
                </a:lnTo>
                <a:lnTo>
                  <a:pt x="45" y="14"/>
                </a:lnTo>
                <a:lnTo>
                  <a:pt x="46" y="14"/>
                </a:lnTo>
                <a:lnTo>
                  <a:pt x="46" y="15"/>
                </a:lnTo>
                <a:lnTo>
                  <a:pt x="45" y="15"/>
                </a:lnTo>
                <a:lnTo>
                  <a:pt x="46" y="15"/>
                </a:lnTo>
                <a:lnTo>
                  <a:pt x="46" y="16"/>
                </a:lnTo>
                <a:lnTo>
                  <a:pt x="46" y="17"/>
                </a:lnTo>
                <a:lnTo>
                  <a:pt x="45" y="16"/>
                </a:lnTo>
                <a:lnTo>
                  <a:pt x="44" y="16"/>
                </a:lnTo>
                <a:lnTo>
                  <a:pt x="43" y="17"/>
                </a:lnTo>
                <a:lnTo>
                  <a:pt x="43" y="18"/>
                </a:lnTo>
                <a:lnTo>
                  <a:pt x="44" y="18"/>
                </a:lnTo>
                <a:lnTo>
                  <a:pt x="44" y="19"/>
                </a:lnTo>
                <a:lnTo>
                  <a:pt x="45" y="19"/>
                </a:lnTo>
                <a:lnTo>
                  <a:pt x="45" y="21"/>
                </a:lnTo>
                <a:lnTo>
                  <a:pt x="44" y="20"/>
                </a:lnTo>
                <a:lnTo>
                  <a:pt x="43" y="21"/>
                </a:lnTo>
                <a:lnTo>
                  <a:pt x="44" y="21"/>
                </a:lnTo>
                <a:lnTo>
                  <a:pt x="44" y="22"/>
                </a:lnTo>
                <a:lnTo>
                  <a:pt x="43" y="22"/>
                </a:lnTo>
                <a:lnTo>
                  <a:pt x="43" y="23"/>
                </a:lnTo>
                <a:lnTo>
                  <a:pt x="43" y="22"/>
                </a:lnTo>
                <a:lnTo>
                  <a:pt x="42" y="23"/>
                </a:lnTo>
                <a:lnTo>
                  <a:pt x="42" y="24"/>
                </a:lnTo>
                <a:lnTo>
                  <a:pt x="41" y="23"/>
                </a:lnTo>
                <a:lnTo>
                  <a:pt x="40" y="23"/>
                </a:lnTo>
                <a:lnTo>
                  <a:pt x="40" y="22"/>
                </a:lnTo>
                <a:lnTo>
                  <a:pt x="38" y="22"/>
                </a:lnTo>
                <a:lnTo>
                  <a:pt x="38" y="21"/>
                </a:lnTo>
                <a:lnTo>
                  <a:pt x="40" y="21"/>
                </a:lnTo>
                <a:lnTo>
                  <a:pt x="40" y="20"/>
                </a:lnTo>
                <a:lnTo>
                  <a:pt x="37" y="20"/>
                </a:lnTo>
                <a:lnTo>
                  <a:pt x="37" y="19"/>
                </a:lnTo>
                <a:lnTo>
                  <a:pt x="36" y="19"/>
                </a:lnTo>
                <a:lnTo>
                  <a:pt x="35" y="19"/>
                </a:lnTo>
                <a:lnTo>
                  <a:pt x="35" y="18"/>
                </a:lnTo>
                <a:lnTo>
                  <a:pt x="34" y="18"/>
                </a:lnTo>
                <a:lnTo>
                  <a:pt x="34" y="19"/>
                </a:lnTo>
                <a:lnTo>
                  <a:pt x="33" y="19"/>
                </a:lnTo>
                <a:lnTo>
                  <a:pt x="33" y="20"/>
                </a:lnTo>
                <a:lnTo>
                  <a:pt x="33" y="21"/>
                </a:lnTo>
                <a:lnTo>
                  <a:pt x="33" y="22"/>
                </a:lnTo>
                <a:lnTo>
                  <a:pt x="34" y="22"/>
                </a:lnTo>
                <a:lnTo>
                  <a:pt x="33" y="23"/>
                </a:lnTo>
                <a:lnTo>
                  <a:pt x="33" y="22"/>
                </a:lnTo>
                <a:lnTo>
                  <a:pt x="33" y="21"/>
                </a:lnTo>
                <a:lnTo>
                  <a:pt x="32" y="21"/>
                </a:lnTo>
                <a:lnTo>
                  <a:pt x="33" y="21"/>
                </a:lnTo>
                <a:lnTo>
                  <a:pt x="32" y="21"/>
                </a:lnTo>
                <a:lnTo>
                  <a:pt x="32" y="22"/>
                </a:lnTo>
                <a:lnTo>
                  <a:pt x="31" y="23"/>
                </a:lnTo>
                <a:lnTo>
                  <a:pt x="32" y="23"/>
                </a:lnTo>
                <a:lnTo>
                  <a:pt x="33" y="23"/>
                </a:lnTo>
                <a:lnTo>
                  <a:pt x="33" y="24"/>
                </a:lnTo>
                <a:lnTo>
                  <a:pt x="33" y="26"/>
                </a:lnTo>
                <a:lnTo>
                  <a:pt x="34" y="26"/>
                </a:lnTo>
                <a:lnTo>
                  <a:pt x="35" y="27"/>
                </a:lnTo>
                <a:lnTo>
                  <a:pt x="36" y="27"/>
                </a:lnTo>
                <a:lnTo>
                  <a:pt x="37" y="28"/>
                </a:lnTo>
                <a:lnTo>
                  <a:pt x="37" y="29"/>
                </a:lnTo>
                <a:lnTo>
                  <a:pt x="36" y="29"/>
                </a:lnTo>
                <a:lnTo>
                  <a:pt x="35" y="29"/>
                </a:lnTo>
                <a:lnTo>
                  <a:pt x="35" y="30"/>
                </a:lnTo>
                <a:lnTo>
                  <a:pt x="35" y="31"/>
                </a:lnTo>
                <a:lnTo>
                  <a:pt x="36" y="30"/>
                </a:lnTo>
                <a:lnTo>
                  <a:pt x="36" y="31"/>
                </a:lnTo>
                <a:lnTo>
                  <a:pt x="36" y="32"/>
                </a:lnTo>
                <a:lnTo>
                  <a:pt x="35" y="32"/>
                </a:lnTo>
                <a:lnTo>
                  <a:pt x="35" y="31"/>
                </a:lnTo>
                <a:lnTo>
                  <a:pt x="34" y="31"/>
                </a:lnTo>
                <a:lnTo>
                  <a:pt x="34" y="32"/>
                </a:lnTo>
                <a:lnTo>
                  <a:pt x="33" y="32"/>
                </a:lnTo>
                <a:lnTo>
                  <a:pt x="33" y="31"/>
                </a:lnTo>
                <a:lnTo>
                  <a:pt x="33" y="30"/>
                </a:lnTo>
                <a:lnTo>
                  <a:pt x="33" y="29"/>
                </a:lnTo>
                <a:lnTo>
                  <a:pt x="32" y="28"/>
                </a:lnTo>
                <a:lnTo>
                  <a:pt x="31" y="30"/>
                </a:lnTo>
                <a:lnTo>
                  <a:pt x="30" y="30"/>
                </a:lnTo>
                <a:lnTo>
                  <a:pt x="30" y="29"/>
                </a:lnTo>
                <a:lnTo>
                  <a:pt x="29" y="28"/>
                </a:lnTo>
                <a:lnTo>
                  <a:pt x="29" y="27"/>
                </a:lnTo>
                <a:lnTo>
                  <a:pt x="28" y="28"/>
                </a:lnTo>
                <a:lnTo>
                  <a:pt x="26" y="26"/>
                </a:lnTo>
                <a:lnTo>
                  <a:pt x="26" y="27"/>
                </a:lnTo>
                <a:lnTo>
                  <a:pt x="26" y="28"/>
                </a:lnTo>
                <a:lnTo>
                  <a:pt x="25" y="28"/>
                </a:lnTo>
                <a:lnTo>
                  <a:pt x="25" y="29"/>
                </a:lnTo>
                <a:lnTo>
                  <a:pt x="24" y="29"/>
                </a:lnTo>
                <a:lnTo>
                  <a:pt x="23" y="29"/>
                </a:lnTo>
                <a:lnTo>
                  <a:pt x="23" y="28"/>
                </a:lnTo>
                <a:lnTo>
                  <a:pt x="23" y="27"/>
                </a:lnTo>
                <a:lnTo>
                  <a:pt x="23" y="26"/>
                </a:lnTo>
                <a:lnTo>
                  <a:pt x="22" y="26"/>
                </a:lnTo>
                <a:lnTo>
                  <a:pt x="21" y="26"/>
                </a:lnTo>
                <a:lnTo>
                  <a:pt x="20" y="26"/>
                </a:lnTo>
                <a:lnTo>
                  <a:pt x="20" y="25"/>
                </a:lnTo>
                <a:lnTo>
                  <a:pt x="20" y="24"/>
                </a:lnTo>
                <a:lnTo>
                  <a:pt x="19" y="23"/>
                </a:lnTo>
                <a:lnTo>
                  <a:pt x="19" y="22"/>
                </a:lnTo>
                <a:lnTo>
                  <a:pt x="19" y="21"/>
                </a:lnTo>
                <a:lnTo>
                  <a:pt x="18" y="21"/>
                </a:lnTo>
                <a:lnTo>
                  <a:pt x="17" y="21"/>
                </a:lnTo>
                <a:lnTo>
                  <a:pt x="16" y="21"/>
                </a:lnTo>
                <a:lnTo>
                  <a:pt x="15" y="21"/>
                </a:lnTo>
                <a:lnTo>
                  <a:pt x="15" y="22"/>
                </a:lnTo>
                <a:lnTo>
                  <a:pt x="14" y="22"/>
                </a:lnTo>
                <a:lnTo>
                  <a:pt x="14" y="21"/>
                </a:lnTo>
                <a:lnTo>
                  <a:pt x="14" y="22"/>
                </a:lnTo>
                <a:lnTo>
                  <a:pt x="13" y="22"/>
                </a:lnTo>
                <a:lnTo>
                  <a:pt x="12" y="22"/>
                </a:lnTo>
                <a:lnTo>
                  <a:pt x="11" y="22"/>
                </a:lnTo>
                <a:lnTo>
                  <a:pt x="10" y="22"/>
                </a:lnTo>
                <a:lnTo>
                  <a:pt x="10" y="21"/>
                </a:lnTo>
                <a:lnTo>
                  <a:pt x="9" y="21"/>
                </a:lnTo>
                <a:lnTo>
                  <a:pt x="9" y="22"/>
                </a:lnTo>
                <a:lnTo>
                  <a:pt x="8" y="22"/>
                </a:lnTo>
                <a:lnTo>
                  <a:pt x="7" y="20"/>
                </a:lnTo>
                <a:lnTo>
                  <a:pt x="6" y="20"/>
                </a:lnTo>
                <a:lnTo>
                  <a:pt x="6" y="21"/>
                </a:lnTo>
                <a:lnTo>
                  <a:pt x="5" y="21"/>
                </a:lnTo>
                <a:lnTo>
                  <a:pt x="4" y="21"/>
                </a:lnTo>
                <a:lnTo>
                  <a:pt x="4" y="22"/>
                </a:lnTo>
                <a:lnTo>
                  <a:pt x="3" y="22"/>
                </a:lnTo>
                <a:lnTo>
                  <a:pt x="2" y="22"/>
                </a:lnTo>
                <a:lnTo>
                  <a:pt x="2" y="21"/>
                </a:lnTo>
                <a:lnTo>
                  <a:pt x="1" y="20"/>
                </a:lnTo>
                <a:lnTo>
                  <a:pt x="2" y="20"/>
                </a:lnTo>
                <a:lnTo>
                  <a:pt x="2" y="19"/>
                </a:lnTo>
                <a:lnTo>
                  <a:pt x="1" y="19"/>
                </a:lnTo>
                <a:lnTo>
                  <a:pt x="1" y="18"/>
                </a:lnTo>
                <a:lnTo>
                  <a:pt x="1" y="17"/>
                </a:lnTo>
                <a:lnTo>
                  <a:pt x="0" y="17"/>
                </a:lnTo>
                <a:lnTo>
                  <a:pt x="1" y="16"/>
                </a:lnTo>
                <a:lnTo>
                  <a:pt x="2" y="15"/>
                </a:lnTo>
                <a:lnTo>
                  <a:pt x="3" y="15"/>
                </a:lnTo>
                <a:lnTo>
                  <a:pt x="4" y="15"/>
                </a:lnTo>
                <a:lnTo>
                  <a:pt x="4" y="14"/>
                </a:lnTo>
                <a:lnTo>
                  <a:pt x="5" y="13"/>
                </a:lnTo>
                <a:lnTo>
                  <a:pt x="6" y="12"/>
                </a:lnTo>
                <a:lnTo>
                  <a:pt x="7" y="12"/>
                </a:lnTo>
                <a:lnTo>
                  <a:pt x="7" y="10"/>
                </a:lnTo>
                <a:lnTo>
                  <a:pt x="7" y="9"/>
                </a:lnTo>
                <a:lnTo>
                  <a:pt x="8" y="9"/>
                </a:lnTo>
                <a:lnTo>
                  <a:pt x="8" y="8"/>
                </a:lnTo>
                <a:lnTo>
                  <a:pt x="9" y="8"/>
                </a:lnTo>
                <a:lnTo>
                  <a:pt x="10" y="8"/>
                </a:lnTo>
                <a:lnTo>
                  <a:pt x="10" y="9"/>
                </a:lnTo>
                <a:lnTo>
                  <a:pt x="11" y="9"/>
                </a:lnTo>
                <a:lnTo>
                  <a:pt x="12" y="9"/>
                </a:lnTo>
                <a:lnTo>
                  <a:pt x="12" y="7"/>
                </a:lnTo>
                <a:lnTo>
                  <a:pt x="12" y="6"/>
                </a:lnTo>
                <a:lnTo>
                  <a:pt x="13" y="6"/>
                </a:lnTo>
                <a:lnTo>
                  <a:pt x="14" y="6"/>
                </a:lnTo>
                <a:lnTo>
                  <a:pt x="14" y="5"/>
                </a:lnTo>
                <a:lnTo>
                  <a:pt x="15" y="5"/>
                </a:lnTo>
                <a:lnTo>
                  <a:pt x="16" y="5"/>
                </a:lnTo>
                <a:lnTo>
                  <a:pt x="16" y="4"/>
                </a:lnTo>
                <a:lnTo>
                  <a:pt x="16" y="3"/>
                </a:lnTo>
                <a:lnTo>
                  <a:pt x="17" y="3"/>
                </a:lnTo>
                <a:lnTo>
                  <a:pt x="18" y="3"/>
                </a:lnTo>
                <a:lnTo>
                  <a:pt x="19" y="4"/>
                </a:lnTo>
                <a:lnTo>
                  <a:pt x="19" y="3"/>
                </a:lnTo>
                <a:lnTo>
                  <a:pt x="20" y="3"/>
                </a:lnTo>
                <a:lnTo>
                  <a:pt x="20" y="2"/>
                </a:lnTo>
                <a:lnTo>
                  <a:pt x="21" y="2"/>
                </a:lnTo>
                <a:lnTo>
                  <a:pt x="22" y="2"/>
                </a:lnTo>
                <a:lnTo>
                  <a:pt x="22" y="1"/>
                </a:lnTo>
                <a:lnTo>
                  <a:pt x="23" y="1"/>
                </a:lnTo>
                <a:lnTo>
                  <a:pt x="23" y="0"/>
                </a:lnTo>
                <a:lnTo>
                  <a:pt x="24" y="0"/>
                </a:lnTo>
                <a:lnTo>
                  <a:pt x="24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53" name=""/>
          <p:cNvSpPr/>
          <p:nvPr/>
        </p:nvSpPr>
        <p:spPr>
          <a:xfrm>
            <a:off x="6777000" y="21754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0"/>
                </a:move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54" name=""/>
          <p:cNvSpPr/>
          <p:nvPr/>
        </p:nvSpPr>
        <p:spPr>
          <a:xfrm>
            <a:off x="6778080" y="2175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55" name=""/>
          <p:cNvSpPr/>
          <p:nvPr/>
        </p:nvSpPr>
        <p:spPr>
          <a:xfrm>
            <a:off x="6778080" y="2172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4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56" name=""/>
          <p:cNvSpPr/>
          <p:nvPr/>
        </p:nvSpPr>
        <p:spPr>
          <a:xfrm>
            <a:off x="6780600" y="2170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57" name=""/>
          <p:cNvSpPr/>
          <p:nvPr/>
        </p:nvSpPr>
        <p:spPr>
          <a:xfrm>
            <a:off x="6780240" y="21700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58" name=""/>
          <p:cNvSpPr/>
          <p:nvPr/>
        </p:nvSpPr>
        <p:spPr>
          <a:xfrm>
            <a:off x="6778440" y="2170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59" name=""/>
          <p:cNvSpPr/>
          <p:nvPr/>
        </p:nvSpPr>
        <p:spPr>
          <a:xfrm>
            <a:off x="6779160" y="21697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60" name=""/>
          <p:cNvSpPr/>
          <p:nvPr/>
        </p:nvSpPr>
        <p:spPr>
          <a:xfrm>
            <a:off x="6780600" y="2169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61" name=""/>
          <p:cNvSpPr/>
          <p:nvPr/>
        </p:nvSpPr>
        <p:spPr>
          <a:xfrm>
            <a:off x="6778800" y="216828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3" y="2"/>
                </a:lnTo>
                <a:lnTo>
                  <a:pt x="2" y="2"/>
                </a:lnTo>
                <a:lnTo>
                  <a:pt x="3" y="2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62" name=""/>
          <p:cNvSpPr/>
          <p:nvPr/>
        </p:nvSpPr>
        <p:spPr>
          <a:xfrm>
            <a:off x="6778440" y="2168280"/>
            <a:ext cx="0" cy="1080"/>
          </a:xfrm>
          <a:custGeom>
            <a:avLst/>
            <a:gdLst/>
            <a:ahLst/>
            <a:rect l="0" t="0" r="r" b="b"/>
            <a:pathLst>
              <a:path w="0" h="3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63" name=""/>
          <p:cNvSpPr/>
          <p:nvPr/>
        </p:nvSpPr>
        <p:spPr>
          <a:xfrm>
            <a:off x="6779160" y="2168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64" name=""/>
          <p:cNvSpPr/>
          <p:nvPr/>
        </p:nvSpPr>
        <p:spPr>
          <a:xfrm>
            <a:off x="6780600" y="216432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2"/>
                </a:move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65" name=""/>
          <p:cNvSpPr/>
          <p:nvPr/>
        </p:nvSpPr>
        <p:spPr>
          <a:xfrm>
            <a:off x="6780600" y="2163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66" name=""/>
          <p:cNvSpPr/>
          <p:nvPr/>
        </p:nvSpPr>
        <p:spPr>
          <a:xfrm>
            <a:off x="6778440" y="21628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3" y="2"/>
                </a:move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3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67" name=""/>
          <p:cNvSpPr/>
          <p:nvPr/>
        </p:nvSpPr>
        <p:spPr>
          <a:xfrm>
            <a:off x="6778800" y="21625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68" name=""/>
          <p:cNvSpPr/>
          <p:nvPr/>
        </p:nvSpPr>
        <p:spPr>
          <a:xfrm>
            <a:off x="6778080" y="216180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3" y="0"/>
                </a:moveTo>
                <a:lnTo>
                  <a:pt x="5" y="0"/>
                </a:lnTo>
                <a:lnTo>
                  <a:pt x="5" y="1"/>
                </a:lnTo>
                <a:lnTo>
                  <a:pt x="3" y="1"/>
                </a:lnTo>
                <a:lnTo>
                  <a:pt x="2" y="1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69" name=""/>
          <p:cNvSpPr/>
          <p:nvPr/>
        </p:nvSpPr>
        <p:spPr>
          <a:xfrm>
            <a:off x="6782760" y="21618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70" name=""/>
          <p:cNvSpPr/>
          <p:nvPr/>
        </p:nvSpPr>
        <p:spPr>
          <a:xfrm>
            <a:off x="6753960" y="217620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5" y="0"/>
                </a:moveTo>
                <a:lnTo>
                  <a:pt x="6" y="2"/>
                </a:lnTo>
                <a:lnTo>
                  <a:pt x="6" y="4"/>
                </a:lnTo>
                <a:lnTo>
                  <a:pt x="6" y="2"/>
                </a:lnTo>
                <a:lnTo>
                  <a:pt x="5" y="1"/>
                </a:lnTo>
                <a:lnTo>
                  <a:pt x="5" y="2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1" y="6"/>
                </a:lnTo>
                <a:lnTo>
                  <a:pt x="1" y="5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4" y="0"/>
                </a:lnTo>
                <a:lnTo>
                  <a:pt x="5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71" name=""/>
          <p:cNvSpPr/>
          <p:nvPr/>
        </p:nvSpPr>
        <p:spPr>
          <a:xfrm>
            <a:off x="6754680" y="21747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72" name=""/>
          <p:cNvSpPr/>
          <p:nvPr/>
        </p:nvSpPr>
        <p:spPr>
          <a:xfrm>
            <a:off x="6753600" y="2174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73" name=""/>
          <p:cNvSpPr/>
          <p:nvPr/>
        </p:nvSpPr>
        <p:spPr>
          <a:xfrm>
            <a:off x="6755040" y="21744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74" name=""/>
          <p:cNvSpPr/>
          <p:nvPr/>
        </p:nvSpPr>
        <p:spPr>
          <a:xfrm>
            <a:off x="6743880" y="2759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75" name=""/>
          <p:cNvSpPr/>
          <p:nvPr/>
        </p:nvSpPr>
        <p:spPr>
          <a:xfrm>
            <a:off x="6744600" y="27586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76" name=""/>
          <p:cNvSpPr/>
          <p:nvPr/>
        </p:nvSpPr>
        <p:spPr>
          <a:xfrm>
            <a:off x="6748200" y="2686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77" name=""/>
          <p:cNvSpPr/>
          <p:nvPr/>
        </p:nvSpPr>
        <p:spPr>
          <a:xfrm>
            <a:off x="6759360" y="26618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78" name=""/>
          <p:cNvSpPr/>
          <p:nvPr/>
        </p:nvSpPr>
        <p:spPr>
          <a:xfrm>
            <a:off x="6780600" y="2610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79" name=""/>
          <p:cNvSpPr/>
          <p:nvPr/>
        </p:nvSpPr>
        <p:spPr>
          <a:xfrm>
            <a:off x="6778080" y="25851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80" name=""/>
          <p:cNvSpPr/>
          <p:nvPr/>
        </p:nvSpPr>
        <p:spPr>
          <a:xfrm>
            <a:off x="6890040" y="24357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81" name=""/>
          <p:cNvSpPr/>
          <p:nvPr/>
        </p:nvSpPr>
        <p:spPr>
          <a:xfrm>
            <a:off x="6891120" y="24357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82" name=""/>
          <p:cNvSpPr/>
          <p:nvPr/>
        </p:nvSpPr>
        <p:spPr>
          <a:xfrm>
            <a:off x="6892560" y="24357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83" name=""/>
          <p:cNvSpPr/>
          <p:nvPr/>
        </p:nvSpPr>
        <p:spPr>
          <a:xfrm>
            <a:off x="6677640" y="24105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4"/>
                </a:move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84" name=""/>
          <p:cNvSpPr/>
          <p:nvPr/>
        </p:nvSpPr>
        <p:spPr>
          <a:xfrm>
            <a:off x="6893280" y="24350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85" name=""/>
          <p:cNvSpPr/>
          <p:nvPr/>
        </p:nvSpPr>
        <p:spPr>
          <a:xfrm>
            <a:off x="6710400" y="241272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4" y="6"/>
                </a:moveTo>
                <a:lnTo>
                  <a:pt x="2" y="6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1" y="3"/>
                </a:lnTo>
                <a:lnTo>
                  <a:pt x="2" y="2"/>
                </a:lnTo>
                <a:lnTo>
                  <a:pt x="5" y="0"/>
                </a:lnTo>
                <a:lnTo>
                  <a:pt x="6" y="0"/>
                </a:lnTo>
                <a:lnTo>
                  <a:pt x="6" y="3"/>
                </a:lnTo>
                <a:lnTo>
                  <a:pt x="6" y="4"/>
                </a:lnTo>
                <a:lnTo>
                  <a:pt x="4" y="5"/>
                </a:lnTo>
                <a:lnTo>
                  <a:pt x="4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86" name=""/>
          <p:cNvSpPr/>
          <p:nvPr/>
        </p:nvSpPr>
        <p:spPr>
          <a:xfrm>
            <a:off x="6890040" y="24321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87" name=""/>
          <p:cNvSpPr/>
          <p:nvPr/>
        </p:nvSpPr>
        <p:spPr>
          <a:xfrm>
            <a:off x="6696000" y="240048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4" y="5"/>
                </a:move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3"/>
                </a:lnTo>
                <a:lnTo>
                  <a:pt x="7" y="4"/>
                </a:lnTo>
                <a:lnTo>
                  <a:pt x="6" y="5"/>
                </a:lnTo>
                <a:lnTo>
                  <a:pt x="4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88" name=""/>
          <p:cNvSpPr/>
          <p:nvPr/>
        </p:nvSpPr>
        <p:spPr>
          <a:xfrm>
            <a:off x="6718320" y="2400480"/>
            <a:ext cx="5760" cy="2880"/>
          </a:xfrm>
          <a:custGeom>
            <a:avLst/>
            <a:gdLst/>
            <a:ahLst/>
            <a:rect l="0" t="0" r="r" b="b"/>
            <a:pathLst>
              <a:path fill="none" w="16" h="8">
                <a:moveTo>
                  <a:pt x="15" y="0"/>
                </a:moveTo>
                <a:lnTo>
                  <a:pt x="16" y="1"/>
                </a:lnTo>
                <a:lnTo>
                  <a:pt x="16" y="0"/>
                </a:lnTo>
                <a:lnTo>
                  <a:pt x="16" y="1"/>
                </a:lnTo>
                <a:lnTo>
                  <a:pt x="16" y="2"/>
                </a:lnTo>
                <a:lnTo>
                  <a:pt x="16" y="3"/>
                </a:lnTo>
                <a:lnTo>
                  <a:pt x="16" y="4"/>
                </a:lnTo>
                <a:lnTo>
                  <a:pt x="15" y="5"/>
                </a:lnTo>
                <a:lnTo>
                  <a:pt x="14" y="5"/>
                </a:lnTo>
                <a:lnTo>
                  <a:pt x="14" y="6"/>
                </a:lnTo>
                <a:lnTo>
                  <a:pt x="12" y="6"/>
                </a:lnTo>
                <a:lnTo>
                  <a:pt x="9" y="8"/>
                </a:lnTo>
                <a:lnTo>
                  <a:pt x="3" y="8"/>
                </a:lnTo>
                <a:lnTo>
                  <a:pt x="0" y="8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1" y="3"/>
                </a:lnTo>
                <a:lnTo>
                  <a:pt x="2" y="3"/>
                </a:lnTo>
                <a:lnTo>
                  <a:pt x="3" y="2"/>
                </a:lnTo>
                <a:lnTo>
                  <a:pt x="9" y="1"/>
                </a:lnTo>
                <a:lnTo>
                  <a:pt x="10" y="1"/>
                </a:lnTo>
                <a:lnTo>
                  <a:pt x="11" y="1"/>
                </a:lnTo>
                <a:lnTo>
                  <a:pt x="12" y="0"/>
                </a:lnTo>
                <a:lnTo>
                  <a:pt x="13" y="0"/>
                </a:lnTo>
                <a:lnTo>
                  <a:pt x="14" y="0"/>
                </a:lnTo>
                <a:lnTo>
                  <a:pt x="1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89" name=""/>
          <p:cNvSpPr/>
          <p:nvPr/>
        </p:nvSpPr>
        <p:spPr>
          <a:xfrm>
            <a:off x="6694200" y="23950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90" name=""/>
          <p:cNvSpPr/>
          <p:nvPr/>
        </p:nvSpPr>
        <p:spPr>
          <a:xfrm>
            <a:off x="6689880" y="2393280"/>
            <a:ext cx="4680" cy="4680"/>
          </a:xfrm>
          <a:custGeom>
            <a:avLst/>
            <a:gdLst/>
            <a:ahLst/>
            <a:rect l="0" t="0" r="r" b="b"/>
            <a:pathLst>
              <a:path fill="none" w="13" h="13">
                <a:moveTo>
                  <a:pt x="10" y="1"/>
                </a:moveTo>
                <a:lnTo>
                  <a:pt x="10" y="3"/>
                </a:lnTo>
                <a:lnTo>
                  <a:pt x="9" y="4"/>
                </a:lnTo>
                <a:lnTo>
                  <a:pt x="7" y="4"/>
                </a:lnTo>
                <a:lnTo>
                  <a:pt x="5" y="6"/>
                </a:lnTo>
                <a:lnTo>
                  <a:pt x="4" y="7"/>
                </a:lnTo>
                <a:lnTo>
                  <a:pt x="3" y="8"/>
                </a:lnTo>
                <a:lnTo>
                  <a:pt x="3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9"/>
                </a:lnTo>
                <a:lnTo>
                  <a:pt x="7" y="8"/>
                </a:lnTo>
                <a:lnTo>
                  <a:pt x="8" y="8"/>
                </a:lnTo>
                <a:lnTo>
                  <a:pt x="9" y="7"/>
                </a:lnTo>
                <a:lnTo>
                  <a:pt x="12" y="7"/>
                </a:lnTo>
                <a:lnTo>
                  <a:pt x="13" y="7"/>
                </a:lnTo>
                <a:lnTo>
                  <a:pt x="13" y="8"/>
                </a:lnTo>
                <a:lnTo>
                  <a:pt x="12" y="9"/>
                </a:lnTo>
                <a:lnTo>
                  <a:pt x="9" y="9"/>
                </a:lnTo>
                <a:lnTo>
                  <a:pt x="8" y="9"/>
                </a:lnTo>
                <a:lnTo>
                  <a:pt x="7" y="10"/>
                </a:lnTo>
                <a:lnTo>
                  <a:pt x="5" y="12"/>
                </a:lnTo>
                <a:lnTo>
                  <a:pt x="4" y="12"/>
                </a:lnTo>
                <a:lnTo>
                  <a:pt x="2" y="13"/>
                </a:lnTo>
                <a:lnTo>
                  <a:pt x="1" y="12"/>
                </a:lnTo>
                <a:lnTo>
                  <a:pt x="0" y="12"/>
                </a:lnTo>
                <a:lnTo>
                  <a:pt x="0" y="11"/>
                </a:lnTo>
                <a:lnTo>
                  <a:pt x="0" y="8"/>
                </a:lnTo>
                <a:lnTo>
                  <a:pt x="1" y="7"/>
                </a:lnTo>
                <a:lnTo>
                  <a:pt x="4" y="4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10" y="0"/>
                </a:lnTo>
                <a:lnTo>
                  <a:pt x="1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080" rIns="360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91" name=""/>
          <p:cNvSpPr/>
          <p:nvPr/>
        </p:nvSpPr>
        <p:spPr>
          <a:xfrm>
            <a:off x="6693480" y="2392920"/>
            <a:ext cx="5400" cy="3600"/>
          </a:xfrm>
          <a:custGeom>
            <a:avLst/>
            <a:gdLst/>
            <a:ahLst/>
            <a:rect l="0" t="0" r="r" b="b"/>
            <a:pathLst>
              <a:path fill="none" w="15" h="10">
                <a:moveTo>
                  <a:pt x="13" y="2"/>
                </a:moveTo>
                <a:lnTo>
                  <a:pt x="15" y="3"/>
                </a:lnTo>
                <a:lnTo>
                  <a:pt x="15" y="4"/>
                </a:lnTo>
                <a:lnTo>
                  <a:pt x="13" y="6"/>
                </a:lnTo>
                <a:lnTo>
                  <a:pt x="12" y="8"/>
                </a:lnTo>
                <a:lnTo>
                  <a:pt x="10" y="9"/>
                </a:lnTo>
                <a:lnTo>
                  <a:pt x="9" y="9"/>
                </a:lnTo>
                <a:lnTo>
                  <a:pt x="8" y="10"/>
                </a:lnTo>
                <a:lnTo>
                  <a:pt x="7" y="9"/>
                </a:lnTo>
                <a:lnTo>
                  <a:pt x="6" y="9"/>
                </a:lnTo>
                <a:lnTo>
                  <a:pt x="6" y="8"/>
                </a:lnTo>
                <a:lnTo>
                  <a:pt x="7" y="8"/>
                </a:lnTo>
                <a:lnTo>
                  <a:pt x="8" y="8"/>
                </a:lnTo>
                <a:lnTo>
                  <a:pt x="9" y="8"/>
                </a:lnTo>
                <a:lnTo>
                  <a:pt x="10" y="7"/>
                </a:lnTo>
                <a:lnTo>
                  <a:pt x="11" y="7"/>
                </a:lnTo>
                <a:lnTo>
                  <a:pt x="11" y="6"/>
                </a:ln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2"/>
                </a:lnTo>
                <a:lnTo>
                  <a:pt x="9" y="2"/>
                </a:lnTo>
                <a:lnTo>
                  <a:pt x="8" y="3"/>
                </a:lnTo>
                <a:lnTo>
                  <a:pt x="7" y="3"/>
                </a:lnTo>
                <a:lnTo>
                  <a:pt x="6" y="3"/>
                </a:lnTo>
                <a:lnTo>
                  <a:pt x="5" y="3"/>
                </a:lnTo>
                <a:lnTo>
                  <a:pt x="3" y="3"/>
                </a:lnTo>
                <a:lnTo>
                  <a:pt x="2" y="2"/>
                </a:lnTo>
                <a:lnTo>
                  <a:pt x="0" y="2"/>
                </a:lnTo>
                <a:lnTo>
                  <a:pt x="2" y="1"/>
                </a:lnTo>
                <a:lnTo>
                  <a:pt x="4" y="1"/>
                </a:lnTo>
                <a:lnTo>
                  <a:pt x="6" y="2"/>
                </a:lnTo>
                <a:lnTo>
                  <a:pt x="7" y="1"/>
                </a:lnTo>
                <a:lnTo>
                  <a:pt x="8" y="1"/>
                </a:lnTo>
                <a:lnTo>
                  <a:pt x="10" y="0"/>
                </a:lnTo>
                <a:lnTo>
                  <a:pt x="11" y="0"/>
                </a:lnTo>
                <a:lnTo>
                  <a:pt x="12" y="0"/>
                </a:lnTo>
                <a:lnTo>
                  <a:pt x="13" y="1"/>
                </a:lnTo>
                <a:lnTo>
                  <a:pt x="1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92" name=""/>
          <p:cNvSpPr/>
          <p:nvPr/>
        </p:nvSpPr>
        <p:spPr>
          <a:xfrm>
            <a:off x="6716160" y="2391480"/>
            <a:ext cx="5760" cy="2160"/>
          </a:xfrm>
          <a:custGeom>
            <a:avLst/>
            <a:gdLst/>
            <a:ahLst/>
            <a:rect l="0" t="0" r="r" b="b"/>
            <a:pathLst>
              <a:path fill="none" w="16" h="6">
                <a:moveTo>
                  <a:pt x="15" y="3"/>
                </a:moveTo>
                <a:lnTo>
                  <a:pt x="12" y="3"/>
                </a:lnTo>
                <a:lnTo>
                  <a:pt x="10" y="3"/>
                </a:lnTo>
                <a:lnTo>
                  <a:pt x="9" y="3"/>
                </a:lnTo>
                <a:lnTo>
                  <a:pt x="8" y="3"/>
                </a:lnTo>
                <a:lnTo>
                  <a:pt x="6" y="4"/>
                </a:lnTo>
                <a:lnTo>
                  <a:pt x="5" y="6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1" y="3"/>
                </a:lnTo>
                <a:lnTo>
                  <a:pt x="2" y="2"/>
                </a:lnTo>
                <a:lnTo>
                  <a:pt x="3" y="2"/>
                </a:lnTo>
                <a:lnTo>
                  <a:pt x="5" y="1"/>
                </a:lnTo>
                <a:lnTo>
                  <a:pt x="7" y="1"/>
                </a:lnTo>
                <a:lnTo>
                  <a:pt x="9" y="1"/>
                </a:lnTo>
                <a:lnTo>
                  <a:pt x="11" y="0"/>
                </a:lnTo>
                <a:lnTo>
                  <a:pt x="12" y="0"/>
                </a:lnTo>
                <a:lnTo>
                  <a:pt x="14" y="0"/>
                </a:lnTo>
                <a:lnTo>
                  <a:pt x="15" y="0"/>
                </a:lnTo>
                <a:lnTo>
                  <a:pt x="16" y="2"/>
                </a:lnTo>
                <a:lnTo>
                  <a:pt x="16" y="3"/>
                </a:lnTo>
                <a:lnTo>
                  <a:pt x="1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93" name=""/>
          <p:cNvSpPr/>
          <p:nvPr/>
        </p:nvSpPr>
        <p:spPr>
          <a:xfrm>
            <a:off x="6703200" y="2389680"/>
            <a:ext cx="3600" cy="2520"/>
          </a:xfrm>
          <a:custGeom>
            <a:avLst/>
            <a:gdLst/>
            <a:ahLst/>
            <a:rect l="0" t="0" r="r" b="b"/>
            <a:pathLst>
              <a:path fill="none" w="10" h="7">
                <a:moveTo>
                  <a:pt x="2" y="7"/>
                </a:move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7" y="1"/>
                </a:lnTo>
                <a:lnTo>
                  <a:pt x="7" y="0"/>
                </a:lnTo>
                <a:lnTo>
                  <a:pt x="8" y="1"/>
                </a:lnTo>
                <a:lnTo>
                  <a:pt x="9" y="1"/>
                </a:lnTo>
                <a:lnTo>
                  <a:pt x="10" y="2"/>
                </a:lnTo>
                <a:lnTo>
                  <a:pt x="10" y="3"/>
                </a:lnTo>
                <a:lnTo>
                  <a:pt x="10" y="4"/>
                </a:lnTo>
                <a:lnTo>
                  <a:pt x="9" y="6"/>
                </a:lnTo>
                <a:lnTo>
                  <a:pt x="8" y="6"/>
                </a:lnTo>
                <a:lnTo>
                  <a:pt x="5" y="6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94" name=""/>
          <p:cNvSpPr/>
          <p:nvPr/>
        </p:nvSpPr>
        <p:spPr>
          <a:xfrm>
            <a:off x="6725880" y="238968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1" y="5"/>
                </a:move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1"/>
                </a:lnTo>
                <a:lnTo>
                  <a:pt x="3" y="2"/>
                </a:lnTo>
                <a:lnTo>
                  <a:pt x="3" y="4"/>
                </a:lnTo>
                <a:lnTo>
                  <a:pt x="1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95" name=""/>
          <p:cNvSpPr/>
          <p:nvPr/>
        </p:nvSpPr>
        <p:spPr>
          <a:xfrm>
            <a:off x="6687360" y="238608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7" y="3"/>
                </a:move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3" y="3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5" y="0"/>
                </a:lnTo>
                <a:lnTo>
                  <a:pt x="6" y="0"/>
                </a:lnTo>
                <a:lnTo>
                  <a:pt x="7" y="2"/>
                </a:lnTo>
                <a:lnTo>
                  <a:pt x="7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96" name=""/>
          <p:cNvSpPr/>
          <p:nvPr/>
        </p:nvSpPr>
        <p:spPr>
          <a:xfrm>
            <a:off x="6694200" y="23864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97" name=""/>
          <p:cNvSpPr/>
          <p:nvPr/>
        </p:nvSpPr>
        <p:spPr>
          <a:xfrm>
            <a:off x="6690240" y="238500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4" y="6"/>
                </a:move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4" y="2"/>
                </a:lnTo>
                <a:lnTo>
                  <a:pt x="4" y="4"/>
                </a:lnTo>
                <a:lnTo>
                  <a:pt x="4" y="5"/>
                </a:lnTo>
                <a:lnTo>
                  <a:pt x="4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98" name=""/>
          <p:cNvSpPr/>
          <p:nvPr/>
        </p:nvSpPr>
        <p:spPr>
          <a:xfrm>
            <a:off x="6724800" y="23875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5"/>
                </a:move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4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99" name=""/>
          <p:cNvSpPr/>
          <p:nvPr/>
        </p:nvSpPr>
        <p:spPr>
          <a:xfrm>
            <a:off x="6690600" y="23842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00" name=""/>
          <p:cNvSpPr/>
          <p:nvPr/>
        </p:nvSpPr>
        <p:spPr>
          <a:xfrm>
            <a:off x="6690960" y="23828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01" name=""/>
          <p:cNvSpPr/>
          <p:nvPr/>
        </p:nvSpPr>
        <p:spPr>
          <a:xfrm>
            <a:off x="6694920" y="23832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02" name=""/>
          <p:cNvSpPr/>
          <p:nvPr/>
        </p:nvSpPr>
        <p:spPr>
          <a:xfrm>
            <a:off x="6694560" y="23828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03" name=""/>
          <p:cNvSpPr/>
          <p:nvPr/>
        </p:nvSpPr>
        <p:spPr>
          <a:xfrm>
            <a:off x="6695280" y="2382840"/>
            <a:ext cx="2160" cy="3960"/>
          </a:xfrm>
          <a:custGeom>
            <a:avLst/>
            <a:gdLst/>
            <a:ahLst/>
            <a:rect l="0" t="0" r="r" b="b"/>
            <a:pathLst>
              <a:path fill="none" w="6" h="11">
                <a:moveTo>
                  <a:pt x="2" y="11"/>
                </a:moveTo>
                <a:lnTo>
                  <a:pt x="1" y="11"/>
                </a:lnTo>
                <a:lnTo>
                  <a:pt x="0" y="11"/>
                </a:lnTo>
                <a:lnTo>
                  <a:pt x="0" y="10"/>
                </a:lnTo>
                <a:lnTo>
                  <a:pt x="1" y="9"/>
                </a:lnTo>
                <a:lnTo>
                  <a:pt x="2" y="9"/>
                </a:lnTo>
                <a:lnTo>
                  <a:pt x="2" y="8"/>
                </a:lnTo>
                <a:lnTo>
                  <a:pt x="3" y="7"/>
                </a:lnTo>
                <a:lnTo>
                  <a:pt x="3" y="5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  <a:lnTo>
                  <a:pt x="6" y="4"/>
                </a:lnTo>
                <a:lnTo>
                  <a:pt x="5" y="7"/>
                </a:lnTo>
                <a:lnTo>
                  <a:pt x="5" y="8"/>
                </a:lnTo>
                <a:lnTo>
                  <a:pt x="3" y="9"/>
                </a:lnTo>
                <a:lnTo>
                  <a:pt x="3" y="10"/>
                </a:lnTo>
                <a:lnTo>
                  <a:pt x="2" y="10"/>
                </a:lnTo>
                <a:lnTo>
                  <a:pt x="2" y="1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04" name=""/>
          <p:cNvSpPr/>
          <p:nvPr/>
        </p:nvSpPr>
        <p:spPr>
          <a:xfrm>
            <a:off x="6693840" y="23821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05" name=""/>
          <p:cNvSpPr/>
          <p:nvPr/>
        </p:nvSpPr>
        <p:spPr>
          <a:xfrm>
            <a:off x="6692760" y="238176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1" y="3"/>
                </a:move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06" name=""/>
          <p:cNvSpPr/>
          <p:nvPr/>
        </p:nvSpPr>
        <p:spPr>
          <a:xfrm>
            <a:off x="6693840" y="238104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5"/>
                </a:moveTo>
                <a:lnTo>
                  <a:pt x="4" y="5"/>
                </a:ln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5" y="2"/>
                </a:lnTo>
                <a:lnTo>
                  <a:pt x="5" y="4"/>
                </a:lnTo>
                <a:lnTo>
                  <a:pt x="5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07" name=""/>
          <p:cNvSpPr/>
          <p:nvPr/>
        </p:nvSpPr>
        <p:spPr>
          <a:xfrm>
            <a:off x="6720120" y="2383200"/>
            <a:ext cx="3240" cy="3240"/>
          </a:xfrm>
          <a:custGeom>
            <a:avLst/>
            <a:gdLst/>
            <a:ahLst/>
            <a:rect l="0" t="0" r="r" b="b"/>
            <a:pathLst>
              <a:path fill="none" w="9" h="9">
                <a:moveTo>
                  <a:pt x="2" y="9"/>
                </a:moveTo>
                <a:lnTo>
                  <a:pt x="0" y="8"/>
                </a:lnTo>
                <a:lnTo>
                  <a:pt x="0" y="7"/>
                </a:lnTo>
                <a:lnTo>
                  <a:pt x="0" y="5"/>
                </a:lnTo>
                <a:lnTo>
                  <a:pt x="2" y="4"/>
                </a:lnTo>
                <a:lnTo>
                  <a:pt x="3" y="4"/>
                </a:lnTo>
                <a:lnTo>
                  <a:pt x="4" y="3"/>
                </a:lnTo>
                <a:lnTo>
                  <a:pt x="7" y="1"/>
                </a:lnTo>
                <a:lnTo>
                  <a:pt x="8" y="0"/>
                </a:lnTo>
                <a:lnTo>
                  <a:pt x="9" y="1"/>
                </a:lnTo>
                <a:lnTo>
                  <a:pt x="9" y="2"/>
                </a:lnTo>
                <a:lnTo>
                  <a:pt x="8" y="3"/>
                </a:lnTo>
                <a:lnTo>
                  <a:pt x="7" y="4"/>
                </a:lnTo>
                <a:lnTo>
                  <a:pt x="6" y="4"/>
                </a:lnTo>
                <a:lnTo>
                  <a:pt x="5" y="5"/>
                </a:lnTo>
                <a:lnTo>
                  <a:pt x="4" y="5"/>
                </a:lnTo>
                <a:lnTo>
                  <a:pt x="3" y="7"/>
                </a:lnTo>
                <a:lnTo>
                  <a:pt x="2" y="9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08" name=""/>
          <p:cNvSpPr/>
          <p:nvPr/>
        </p:nvSpPr>
        <p:spPr>
          <a:xfrm>
            <a:off x="6724440" y="2382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09" name=""/>
          <p:cNvSpPr/>
          <p:nvPr/>
        </p:nvSpPr>
        <p:spPr>
          <a:xfrm>
            <a:off x="6727320" y="23781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3"/>
                </a:moveTo>
                <a:lnTo>
                  <a:pt x="3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10" name=""/>
          <p:cNvSpPr/>
          <p:nvPr/>
        </p:nvSpPr>
        <p:spPr>
          <a:xfrm>
            <a:off x="6710400" y="237384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6" y="5"/>
                </a:moveTo>
                <a:lnTo>
                  <a:pt x="5" y="6"/>
                </a:lnTo>
                <a:lnTo>
                  <a:pt x="4" y="5"/>
                </a:lnTo>
                <a:lnTo>
                  <a:pt x="2" y="5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5" y="1"/>
                </a:lnTo>
                <a:lnTo>
                  <a:pt x="7" y="2"/>
                </a:lnTo>
                <a:lnTo>
                  <a:pt x="6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11" name=""/>
          <p:cNvSpPr/>
          <p:nvPr/>
        </p:nvSpPr>
        <p:spPr>
          <a:xfrm>
            <a:off x="6856200" y="2389320"/>
            <a:ext cx="2160" cy="3240"/>
          </a:xfrm>
          <a:custGeom>
            <a:avLst/>
            <a:gdLst/>
            <a:ahLst/>
            <a:rect l="0" t="0" r="r" b="b"/>
            <a:pathLst>
              <a:path fill="none" w="6" h="9">
                <a:moveTo>
                  <a:pt x="5" y="9"/>
                </a:moveTo>
                <a:lnTo>
                  <a:pt x="2" y="9"/>
                </a:lnTo>
                <a:lnTo>
                  <a:pt x="0" y="6"/>
                </a:lnTo>
                <a:lnTo>
                  <a:pt x="0" y="4"/>
                </a:lnTo>
                <a:lnTo>
                  <a:pt x="1" y="2"/>
                </a:lnTo>
                <a:lnTo>
                  <a:pt x="1" y="1"/>
                </a:lnTo>
                <a:lnTo>
                  <a:pt x="4" y="0"/>
                </a:lnTo>
                <a:lnTo>
                  <a:pt x="6" y="1"/>
                </a:lnTo>
                <a:lnTo>
                  <a:pt x="6" y="2"/>
                </a:lnTo>
                <a:lnTo>
                  <a:pt x="6" y="4"/>
                </a:lnTo>
                <a:lnTo>
                  <a:pt x="6" y="6"/>
                </a:lnTo>
                <a:lnTo>
                  <a:pt x="5" y="9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12" name=""/>
          <p:cNvSpPr/>
          <p:nvPr/>
        </p:nvSpPr>
        <p:spPr>
          <a:xfrm>
            <a:off x="6732000" y="237420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3" y="4"/>
                </a:moveTo>
                <a:lnTo>
                  <a:pt x="2" y="4"/>
                </a:lnTo>
                <a:lnTo>
                  <a:pt x="0" y="3"/>
                </a:lnTo>
                <a:lnTo>
                  <a:pt x="2" y="2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2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13" name=""/>
          <p:cNvSpPr/>
          <p:nvPr/>
        </p:nvSpPr>
        <p:spPr>
          <a:xfrm>
            <a:off x="6714720" y="237204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0"/>
                </a:move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2" y="3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14" name=""/>
          <p:cNvSpPr/>
          <p:nvPr/>
        </p:nvSpPr>
        <p:spPr>
          <a:xfrm>
            <a:off x="6713640" y="236736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6" y="7"/>
                </a:moveTo>
                <a:lnTo>
                  <a:pt x="5" y="7"/>
                </a:lnTo>
                <a:lnTo>
                  <a:pt x="3" y="5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  <a:lnTo>
                  <a:pt x="6" y="4"/>
                </a:lnTo>
                <a:lnTo>
                  <a:pt x="6" y="5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15" name=""/>
          <p:cNvSpPr/>
          <p:nvPr/>
        </p:nvSpPr>
        <p:spPr>
          <a:xfrm>
            <a:off x="6710400" y="2366280"/>
            <a:ext cx="3600" cy="1800"/>
          </a:xfrm>
          <a:custGeom>
            <a:avLst/>
            <a:gdLst/>
            <a:ahLst/>
            <a:rect l="0" t="0" r="r" b="b"/>
            <a:pathLst>
              <a:path fill="none" w="10" h="5">
                <a:moveTo>
                  <a:pt x="3" y="5"/>
                </a:move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2" y="1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7" y="1"/>
                </a:lnTo>
                <a:lnTo>
                  <a:pt x="8" y="1"/>
                </a:lnTo>
                <a:lnTo>
                  <a:pt x="9" y="3"/>
                </a:lnTo>
                <a:lnTo>
                  <a:pt x="10" y="3"/>
                </a:lnTo>
                <a:lnTo>
                  <a:pt x="10" y="4"/>
                </a:lnTo>
                <a:lnTo>
                  <a:pt x="9" y="4"/>
                </a:lnTo>
                <a:lnTo>
                  <a:pt x="8" y="4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lnTo>
                  <a:pt x="5" y="5"/>
                </a:lnTo>
                <a:lnTo>
                  <a:pt x="3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16" name=""/>
          <p:cNvSpPr/>
          <p:nvPr/>
        </p:nvSpPr>
        <p:spPr>
          <a:xfrm>
            <a:off x="6686280" y="23634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17" name=""/>
          <p:cNvSpPr/>
          <p:nvPr/>
        </p:nvSpPr>
        <p:spPr>
          <a:xfrm>
            <a:off x="6685920" y="2361960"/>
            <a:ext cx="4320" cy="2520"/>
          </a:xfrm>
          <a:custGeom>
            <a:avLst/>
            <a:gdLst/>
            <a:ahLst/>
            <a:rect l="0" t="0" r="r" b="b"/>
            <a:pathLst>
              <a:path fill="none" w="12" h="7">
                <a:moveTo>
                  <a:pt x="11" y="1"/>
                </a:moveTo>
                <a:lnTo>
                  <a:pt x="12" y="2"/>
                </a:lnTo>
                <a:lnTo>
                  <a:pt x="11" y="3"/>
                </a:lnTo>
                <a:lnTo>
                  <a:pt x="10" y="4"/>
                </a:lnTo>
                <a:lnTo>
                  <a:pt x="8" y="4"/>
                </a:lnTo>
                <a:lnTo>
                  <a:pt x="8" y="5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7" y="4"/>
                </a:lnTo>
                <a:lnTo>
                  <a:pt x="7" y="3"/>
                </a:lnTo>
                <a:lnTo>
                  <a:pt x="8" y="3"/>
                </a:lnTo>
                <a:lnTo>
                  <a:pt x="9" y="2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4" y="3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2" y="2"/>
                </a:lnTo>
                <a:lnTo>
                  <a:pt x="4" y="2"/>
                </a:lnTo>
                <a:lnTo>
                  <a:pt x="5" y="1"/>
                </a:lnTo>
                <a:lnTo>
                  <a:pt x="6" y="1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18" name=""/>
          <p:cNvSpPr/>
          <p:nvPr/>
        </p:nvSpPr>
        <p:spPr>
          <a:xfrm>
            <a:off x="6629040" y="23227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19" name=""/>
          <p:cNvSpPr/>
          <p:nvPr/>
        </p:nvSpPr>
        <p:spPr>
          <a:xfrm>
            <a:off x="6620040" y="2321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20" name=""/>
          <p:cNvSpPr/>
          <p:nvPr/>
        </p:nvSpPr>
        <p:spPr>
          <a:xfrm>
            <a:off x="6627960" y="2321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21" name=""/>
          <p:cNvSpPr/>
          <p:nvPr/>
        </p:nvSpPr>
        <p:spPr>
          <a:xfrm>
            <a:off x="6618600" y="23205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3"/>
                </a:move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22" name=""/>
          <p:cNvSpPr/>
          <p:nvPr/>
        </p:nvSpPr>
        <p:spPr>
          <a:xfrm>
            <a:off x="6622560" y="2320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23" name=""/>
          <p:cNvSpPr/>
          <p:nvPr/>
        </p:nvSpPr>
        <p:spPr>
          <a:xfrm>
            <a:off x="6631200" y="23180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24" name=""/>
          <p:cNvSpPr/>
          <p:nvPr/>
        </p:nvSpPr>
        <p:spPr>
          <a:xfrm>
            <a:off x="6650640" y="2305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25" name=""/>
          <p:cNvSpPr/>
          <p:nvPr/>
        </p:nvSpPr>
        <p:spPr>
          <a:xfrm>
            <a:off x="6654600" y="2304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26" name=""/>
          <p:cNvSpPr/>
          <p:nvPr/>
        </p:nvSpPr>
        <p:spPr>
          <a:xfrm>
            <a:off x="6654600" y="23040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27" name=""/>
          <p:cNvSpPr/>
          <p:nvPr/>
        </p:nvSpPr>
        <p:spPr>
          <a:xfrm>
            <a:off x="6657480" y="22870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28" name=""/>
          <p:cNvSpPr/>
          <p:nvPr/>
        </p:nvSpPr>
        <p:spPr>
          <a:xfrm>
            <a:off x="6659280" y="2284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29" name=""/>
          <p:cNvSpPr/>
          <p:nvPr/>
        </p:nvSpPr>
        <p:spPr>
          <a:xfrm>
            <a:off x="6595920" y="22806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30" name=""/>
          <p:cNvSpPr/>
          <p:nvPr/>
        </p:nvSpPr>
        <p:spPr>
          <a:xfrm>
            <a:off x="6762240" y="2283840"/>
            <a:ext cx="4680" cy="3600"/>
          </a:xfrm>
          <a:custGeom>
            <a:avLst/>
            <a:gdLst/>
            <a:ahLst/>
            <a:rect l="0" t="0" r="r" b="b"/>
            <a:pathLst>
              <a:path fill="none" w="13" h="10">
                <a:moveTo>
                  <a:pt x="7" y="10"/>
                </a:moveTo>
                <a:lnTo>
                  <a:pt x="5" y="10"/>
                </a:lnTo>
                <a:lnTo>
                  <a:pt x="3" y="9"/>
                </a:lnTo>
                <a:lnTo>
                  <a:pt x="1" y="8"/>
                </a:lnTo>
                <a:lnTo>
                  <a:pt x="0" y="5"/>
                </a:lnTo>
                <a:lnTo>
                  <a:pt x="1" y="2"/>
                </a:lnTo>
                <a:lnTo>
                  <a:pt x="3" y="1"/>
                </a:lnTo>
                <a:lnTo>
                  <a:pt x="5" y="0"/>
                </a:lnTo>
                <a:lnTo>
                  <a:pt x="7" y="0"/>
                </a:lnTo>
                <a:lnTo>
                  <a:pt x="9" y="1"/>
                </a:lnTo>
                <a:lnTo>
                  <a:pt x="12" y="2"/>
                </a:lnTo>
                <a:lnTo>
                  <a:pt x="13" y="3"/>
                </a:lnTo>
                <a:lnTo>
                  <a:pt x="12" y="6"/>
                </a:lnTo>
                <a:lnTo>
                  <a:pt x="12" y="8"/>
                </a:lnTo>
                <a:lnTo>
                  <a:pt x="9" y="9"/>
                </a:lnTo>
                <a:lnTo>
                  <a:pt x="7" y="1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31" name=""/>
          <p:cNvSpPr/>
          <p:nvPr/>
        </p:nvSpPr>
        <p:spPr>
          <a:xfrm>
            <a:off x="6612120" y="22676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1"/>
                </a:moveTo>
                <a:lnTo>
                  <a:pt x="1" y="0"/>
                </a:lnTo>
                <a:lnTo>
                  <a:pt x="1" y="1"/>
                </a:ln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32" name=""/>
          <p:cNvSpPr/>
          <p:nvPr/>
        </p:nvSpPr>
        <p:spPr>
          <a:xfrm>
            <a:off x="6735600" y="227304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6" y="7"/>
                </a:move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0" y="5"/>
                </a:lnTo>
                <a:lnTo>
                  <a:pt x="2" y="3"/>
                </a:lnTo>
                <a:lnTo>
                  <a:pt x="2" y="2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2"/>
                </a:lnTo>
                <a:lnTo>
                  <a:pt x="7" y="4"/>
                </a:lnTo>
                <a:lnTo>
                  <a:pt x="7" y="5"/>
                </a:lnTo>
                <a:lnTo>
                  <a:pt x="7" y="6"/>
                </a:lnTo>
                <a:lnTo>
                  <a:pt x="6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33" name=""/>
          <p:cNvSpPr/>
          <p:nvPr/>
        </p:nvSpPr>
        <p:spPr>
          <a:xfrm>
            <a:off x="6678000" y="2259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34" name=""/>
          <p:cNvSpPr/>
          <p:nvPr/>
        </p:nvSpPr>
        <p:spPr>
          <a:xfrm>
            <a:off x="6657120" y="22550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35" name=""/>
          <p:cNvSpPr/>
          <p:nvPr/>
        </p:nvSpPr>
        <p:spPr>
          <a:xfrm>
            <a:off x="6646680" y="2252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36" name=""/>
          <p:cNvSpPr/>
          <p:nvPr/>
        </p:nvSpPr>
        <p:spPr>
          <a:xfrm>
            <a:off x="6594120" y="2250000"/>
            <a:ext cx="79200" cy="74160"/>
          </a:xfrm>
          <a:custGeom>
            <a:avLst/>
            <a:gdLst/>
            <a:ahLst/>
            <a:rect l="0" t="0" r="r" b="b"/>
            <a:pathLst>
              <a:path fill="none" w="220" h="206">
                <a:moveTo>
                  <a:pt x="189" y="3"/>
                </a:moveTo>
                <a:lnTo>
                  <a:pt x="190" y="6"/>
                </a:lnTo>
                <a:lnTo>
                  <a:pt x="191" y="9"/>
                </a:lnTo>
                <a:lnTo>
                  <a:pt x="192" y="11"/>
                </a:lnTo>
                <a:lnTo>
                  <a:pt x="193" y="11"/>
                </a:lnTo>
                <a:lnTo>
                  <a:pt x="193" y="12"/>
                </a:lnTo>
                <a:lnTo>
                  <a:pt x="194" y="12"/>
                </a:lnTo>
                <a:lnTo>
                  <a:pt x="195" y="12"/>
                </a:lnTo>
                <a:lnTo>
                  <a:pt x="195" y="13"/>
                </a:lnTo>
                <a:lnTo>
                  <a:pt x="196" y="14"/>
                </a:lnTo>
                <a:lnTo>
                  <a:pt x="197" y="15"/>
                </a:lnTo>
                <a:lnTo>
                  <a:pt x="198" y="16"/>
                </a:lnTo>
                <a:lnTo>
                  <a:pt x="199" y="16"/>
                </a:lnTo>
                <a:lnTo>
                  <a:pt x="200" y="16"/>
                </a:lnTo>
                <a:lnTo>
                  <a:pt x="201" y="16"/>
                </a:lnTo>
                <a:lnTo>
                  <a:pt x="201" y="17"/>
                </a:lnTo>
                <a:lnTo>
                  <a:pt x="202" y="17"/>
                </a:lnTo>
                <a:lnTo>
                  <a:pt x="203" y="17"/>
                </a:lnTo>
                <a:lnTo>
                  <a:pt x="204" y="17"/>
                </a:lnTo>
                <a:lnTo>
                  <a:pt x="203" y="17"/>
                </a:lnTo>
                <a:lnTo>
                  <a:pt x="204" y="17"/>
                </a:lnTo>
                <a:lnTo>
                  <a:pt x="205" y="17"/>
                </a:lnTo>
                <a:lnTo>
                  <a:pt x="206" y="17"/>
                </a:lnTo>
                <a:lnTo>
                  <a:pt x="207" y="16"/>
                </a:lnTo>
                <a:lnTo>
                  <a:pt x="208" y="16"/>
                </a:lnTo>
                <a:lnTo>
                  <a:pt x="209" y="16"/>
                </a:lnTo>
                <a:lnTo>
                  <a:pt x="209" y="15"/>
                </a:lnTo>
                <a:lnTo>
                  <a:pt x="210" y="15"/>
                </a:lnTo>
                <a:lnTo>
                  <a:pt x="211" y="15"/>
                </a:lnTo>
                <a:lnTo>
                  <a:pt x="211" y="16"/>
                </a:lnTo>
                <a:lnTo>
                  <a:pt x="212" y="19"/>
                </a:lnTo>
                <a:lnTo>
                  <a:pt x="212" y="21"/>
                </a:lnTo>
                <a:lnTo>
                  <a:pt x="212" y="22"/>
                </a:lnTo>
                <a:lnTo>
                  <a:pt x="213" y="23"/>
                </a:lnTo>
                <a:lnTo>
                  <a:pt x="213" y="25"/>
                </a:lnTo>
                <a:lnTo>
                  <a:pt x="214" y="26"/>
                </a:lnTo>
                <a:lnTo>
                  <a:pt x="214" y="27"/>
                </a:lnTo>
                <a:lnTo>
                  <a:pt x="214" y="28"/>
                </a:lnTo>
                <a:lnTo>
                  <a:pt x="215" y="30"/>
                </a:lnTo>
                <a:lnTo>
                  <a:pt x="215" y="31"/>
                </a:lnTo>
                <a:lnTo>
                  <a:pt x="215" y="32"/>
                </a:lnTo>
                <a:lnTo>
                  <a:pt x="215" y="33"/>
                </a:lnTo>
                <a:lnTo>
                  <a:pt x="216" y="34"/>
                </a:lnTo>
                <a:lnTo>
                  <a:pt x="216" y="35"/>
                </a:lnTo>
                <a:lnTo>
                  <a:pt x="216" y="37"/>
                </a:lnTo>
                <a:lnTo>
                  <a:pt x="216" y="39"/>
                </a:lnTo>
                <a:lnTo>
                  <a:pt x="216" y="43"/>
                </a:lnTo>
                <a:lnTo>
                  <a:pt x="216" y="44"/>
                </a:lnTo>
                <a:lnTo>
                  <a:pt x="217" y="46"/>
                </a:lnTo>
                <a:lnTo>
                  <a:pt x="217" y="47"/>
                </a:lnTo>
                <a:lnTo>
                  <a:pt x="217" y="48"/>
                </a:lnTo>
                <a:lnTo>
                  <a:pt x="217" y="49"/>
                </a:lnTo>
                <a:lnTo>
                  <a:pt x="217" y="48"/>
                </a:lnTo>
                <a:lnTo>
                  <a:pt x="218" y="49"/>
                </a:lnTo>
                <a:lnTo>
                  <a:pt x="219" y="49"/>
                </a:lnTo>
                <a:lnTo>
                  <a:pt x="218" y="49"/>
                </a:lnTo>
                <a:lnTo>
                  <a:pt x="219" y="50"/>
                </a:lnTo>
                <a:lnTo>
                  <a:pt x="219" y="51"/>
                </a:lnTo>
                <a:lnTo>
                  <a:pt x="219" y="52"/>
                </a:lnTo>
                <a:lnTo>
                  <a:pt x="220" y="52"/>
                </a:lnTo>
                <a:lnTo>
                  <a:pt x="219" y="52"/>
                </a:lnTo>
                <a:lnTo>
                  <a:pt x="219" y="53"/>
                </a:lnTo>
                <a:lnTo>
                  <a:pt x="220" y="53"/>
                </a:lnTo>
                <a:lnTo>
                  <a:pt x="219" y="54"/>
                </a:lnTo>
                <a:lnTo>
                  <a:pt x="218" y="53"/>
                </a:lnTo>
                <a:lnTo>
                  <a:pt x="217" y="53"/>
                </a:lnTo>
                <a:lnTo>
                  <a:pt x="216" y="53"/>
                </a:lnTo>
                <a:lnTo>
                  <a:pt x="215" y="53"/>
                </a:lnTo>
                <a:lnTo>
                  <a:pt x="214" y="53"/>
                </a:lnTo>
                <a:lnTo>
                  <a:pt x="213" y="55"/>
                </a:lnTo>
                <a:lnTo>
                  <a:pt x="213" y="56"/>
                </a:lnTo>
                <a:lnTo>
                  <a:pt x="212" y="56"/>
                </a:lnTo>
                <a:lnTo>
                  <a:pt x="212" y="57"/>
                </a:lnTo>
                <a:lnTo>
                  <a:pt x="211" y="57"/>
                </a:lnTo>
                <a:lnTo>
                  <a:pt x="211" y="58"/>
                </a:lnTo>
                <a:lnTo>
                  <a:pt x="210" y="58"/>
                </a:lnTo>
                <a:lnTo>
                  <a:pt x="209" y="58"/>
                </a:lnTo>
                <a:lnTo>
                  <a:pt x="209" y="59"/>
                </a:lnTo>
                <a:lnTo>
                  <a:pt x="209" y="58"/>
                </a:lnTo>
                <a:lnTo>
                  <a:pt x="209" y="59"/>
                </a:lnTo>
                <a:lnTo>
                  <a:pt x="208" y="59"/>
                </a:lnTo>
                <a:lnTo>
                  <a:pt x="208" y="60"/>
                </a:lnTo>
                <a:lnTo>
                  <a:pt x="207" y="61"/>
                </a:lnTo>
                <a:lnTo>
                  <a:pt x="207" y="62"/>
                </a:lnTo>
                <a:lnTo>
                  <a:pt x="206" y="62"/>
                </a:lnTo>
                <a:lnTo>
                  <a:pt x="206" y="63"/>
                </a:lnTo>
                <a:lnTo>
                  <a:pt x="205" y="63"/>
                </a:lnTo>
                <a:lnTo>
                  <a:pt x="205" y="64"/>
                </a:lnTo>
                <a:lnTo>
                  <a:pt x="204" y="65"/>
                </a:lnTo>
                <a:lnTo>
                  <a:pt x="203" y="65"/>
                </a:lnTo>
                <a:lnTo>
                  <a:pt x="202" y="64"/>
                </a:lnTo>
                <a:lnTo>
                  <a:pt x="202" y="63"/>
                </a:lnTo>
                <a:lnTo>
                  <a:pt x="202" y="62"/>
                </a:lnTo>
                <a:lnTo>
                  <a:pt x="201" y="62"/>
                </a:lnTo>
                <a:lnTo>
                  <a:pt x="201" y="61"/>
                </a:lnTo>
                <a:lnTo>
                  <a:pt x="202" y="62"/>
                </a:lnTo>
                <a:lnTo>
                  <a:pt x="202" y="61"/>
                </a:lnTo>
                <a:lnTo>
                  <a:pt x="201" y="61"/>
                </a:lnTo>
                <a:lnTo>
                  <a:pt x="201" y="60"/>
                </a:lnTo>
                <a:lnTo>
                  <a:pt x="201" y="59"/>
                </a:lnTo>
                <a:lnTo>
                  <a:pt x="201" y="58"/>
                </a:lnTo>
                <a:lnTo>
                  <a:pt x="200" y="58"/>
                </a:lnTo>
                <a:lnTo>
                  <a:pt x="200" y="57"/>
                </a:lnTo>
                <a:lnTo>
                  <a:pt x="201" y="57"/>
                </a:lnTo>
                <a:lnTo>
                  <a:pt x="200" y="57"/>
                </a:lnTo>
                <a:lnTo>
                  <a:pt x="202" y="56"/>
                </a:lnTo>
                <a:lnTo>
                  <a:pt x="203" y="56"/>
                </a:lnTo>
                <a:lnTo>
                  <a:pt x="204" y="56"/>
                </a:lnTo>
                <a:lnTo>
                  <a:pt x="205" y="56"/>
                </a:lnTo>
                <a:lnTo>
                  <a:pt x="204" y="56"/>
                </a:lnTo>
                <a:lnTo>
                  <a:pt x="204" y="55"/>
                </a:lnTo>
                <a:lnTo>
                  <a:pt x="205" y="55"/>
                </a:lnTo>
                <a:lnTo>
                  <a:pt x="206" y="55"/>
                </a:lnTo>
                <a:lnTo>
                  <a:pt x="206" y="53"/>
                </a:lnTo>
                <a:lnTo>
                  <a:pt x="206" y="52"/>
                </a:lnTo>
                <a:lnTo>
                  <a:pt x="207" y="52"/>
                </a:lnTo>
                <a:lnTo>
                  <a:pt x="207" y="53"/>
                </a:lnTo>
                <a:lnTo>
                  <a:pt x="207" y="52"/>
                </a:lnTo>
                <a:lnTo>
                  <a:pt x="208" y="52"/>
                </a:lnTo>
                <a:lnTo>
                  <a:pt x="207" y="52"/>
                </a:lnTo>
                <a:lnTo>
                  <a:pt x="206" y="52"/>
                </a:lnTo>
                <a:lnTo>
                  <a:pt x="206" y="53"/>
                </a:lnTo>
                <a:lnTo>
                  <a:pt x="205" y="53"/>
                </a:lnTo>
                <a:lnTo>
                  <a:pt x="205" y="54"/>
                </a:lnTo>
                <a:lnTo>
                  <a:pt x="205" y="55"/>
                </a:lnTo>
                <a:lnTo>
                  <a:pt x="204" y="55"/>
                </a:lnTo>
                <a:lnTo>
                  <a:pt x="204" y="54"/>
                </a:lnTo>
                <a:lnTo>
                  <a:pt x="202" y="54"/>
                </a:lnTo>
                <a:lnTo>
                  <a:pt x="202" y="55"/>
                </a:lnTo>
                <a:lnTo>
                  <a:pt x="202" y="54"/>
                </a:lnTo>
                <a:lnTo>
                  <a:pt x="201" y="54"/>
                </a:lnTo>
                <a:lnTo>
                  <a:pt x="200" y="55"/>
                </a:lnTo>
                <a:lnTo>
                  <a:pt x="199" y="55"/>
                </a:lnTo>
                <a:lnTo>
                  <a:pt x="198" y="55"/>
                </a:lnTo>
                <a:lnTo>
                  <a:pt x="198" y="54"/>
                </a:lnTo>
                <a:lnTo>
                  <a:pt x="197" y="54"/>
                </a:lnTo>
                <a:lnTo>
                  <a:pt x="197" y="55"/>
                </a:lnTo>
                <a:lnTo>
                  <a:pt x="196" y="55"/>
                </a:lnTo>
                <a:lnTo>
                  <a:pt x="195" y="55"/>
                </a:lnTo>
                <a:lnTo>
                  <a:pt x="196" y="55"/>
                </a:lnTo>
                <a:lnTo>
                  <a:pt x="197" y="56"/>
                </a:lnTo>
                <a:lnTo>
                  <a:pt x="198" y="56"/>
                </a:lnTo>
                <a:lnTo>
                  <a:pt x="198" y="58"/>
                </a:lnTo>
                <a:lnTo>
                  <a:pt x="199" y="58"/>
                </a:lnTo>
                <a:lnTo>
                  <a:pt x="199" y="59"/>
                </a:lnTo>
                <a:lnTo>
                  <a:pt x="200" y="59"/>
                </a:lnTo>
                <a:lnTo>
                  <a:pt x="200" y="60"/>
                </a:lnTo>
                <a:lnTo>
                  <a:pt x="200" y="61"/>
                </a:lnTo>
                <a:lnTo>
                  <a:pt x="202" y="63"/>
                </a:lnTo>
                <a:lnTo>
                  <a:pt x="202" y="64"/>
                </a:lnTo>
                <a:lnTo>
                  <a:pt x="202" y="65"/>
                </a:lnTo>
                <a:lnTo>
                  <a:pt x="201" y="64"/>
                </a:lnTo>
                <a:lnTo>
                  <a:pt x="201" y="63"/>
                </a:lnTo>
                <a:lnTo>
                  <a:pt x="200" y="63"/>
                </a:lnTo>
                <a:lnTo>
                  <a:pt x="200" y="64"/>
                </a:lnTo>
                <a:lnTo>
                  <a:pt x="199" y="64"/>
                </a:lnTo>
                <a:lnTo>
                  <a:pt x="199" y="65"/>
                </a:lnTo>
                <a:lnTo>
                  <a:pt x="199" y="66"/>
                </a:lnTo>
                <a:lnTo>
                  <a:pt x="199" y="67"/>
                </a:lnTo>
                <a:lnTo>
                  <a:pt x="199" y="68"/>
                </a:lnTo>
                <a:lnTo>
                  <a:pt x="199" y="69"/>
                </a:lnTo>
                <a:lnTo>
                  <a:pt x="198" y="70"/>
                </a:lnTo>
                <a:lnTo>
                  <a:pt x="197" y="70"/>
                </a:lnTo>
                <a:lnTo>
                  <a:pt x="197" y="71"/>
                </a:lnTo>
                <a:lnTo>
                  <a:pt x="196" y="71"/>
                </a:lnTo>
                <a:lnTo>
                  <a:pt x="196" y="72"/>
                </a:lnTo>
                <a:lnTo>
                  <a:pt x="195" y="72"/>
                </a:lnTo>
                <a:lnTo>
                  <a:pt x="195" y="73"/>
                </a:lnTo>
                <a:lnTo>
                  <a:pt x="196" y="72"/>
                </a:lnTo>
                <a:lnTo>
                  <a:pt x="196" y="73"/>
                </a:lnTo>
                <a:lnTo>
                  <a:pt x="195" y="74"/>
                </a:lnTo>
                <a:lnTo>
                  <a:pt x="195" y="75"/>
                </a:lnTo>
                <a:lnTo>
                  <a:pt x="194" y="76"/>
                </a:lnTo>
                <a:lnTo>
                  <a:pt x="193" y="76"/>
                </a:lnTo>
                <a:lnTo>
                  <a:pt x="192" y="77"/>
                </a:lnTo>
                <a:lnTo>
                  <a:pt x="192" y="76"/>
                </a:lnTo>
                <a:lnTo>
                  <a:pt x="191" y="76"/>
                </a:lnTo>
                <a:lnTo>
                  <a:pt x="190" y="76"/>
                </a:lnTo>
                <a:lnTo>
                  <a:pt x="189" y="77"/>
                </a:lnTo>
                <a:lnTo>
                  <a:pt x="188" y="77"/>
                </a:lnTo>
                <a:lnTo>
                  <a:pt x="188" y="78"/>
                </a:lnTo>
                <a:lnTo>
                  <a:pt x="187" y="78"/>
                </a:lnTo>
                <a:lnTo>
                  <a:pt x="187" y="79"/>
                </a:lnTo>
                <a:lnTo>
                  <a:pt x="187" y="80"/>
                </a:lnTo>
                <a:lnTo>
                  <a:pt x="187" y="81"/>
                </a:lnTo>
                <a:lnTo>
                  <a:pt x="187" y="82"/>
                </a:lnTo>
                <a:lnTo>
                  <a:pt x="187" y="83"/>
                </a:lnTo>
                <a:lnTo>
                  <a:pt x="188" y="84"/>
                </a:lnTo>
                <a:lnTo>
                  <a:pt x="188" y="85"/>
                </a:lnTo>
                <a:lnTo>
                  <a:pt x="187" y="86"/>
                </a:lnTo>
                <a:lnTo>
                  <a:pt x="186" y="86"/>
                </a:lnTo>
                <a:lnTo>
                  <a:pt x="186" y="87"/>
                </a:lnTo>
                <a:lnTo>
                  <a:pt x="185" y="87"/>
                </a:lnTo>
                <a:lnTo>
                  <a:pt x="184" y="87"/>
                </a:lnTo>
                <a:lnTo>
                  <a:pt x="183" y="88"/>
                </a:lnTo>
                <a:lnTo>
                  <a:pt x="183" y="89"/>
                </a:lnTo>
                <a:lnTo>
                  <a:pt x="184" y="90"/>
                </a:lnTo>
                <a:lnTo>
                  <a:pt x="184" y="91"/>
                </a:lnTo>
                <a:lnTo>
                  <a:pt x="184" y="92"/>
                </a:lnTo>
                <a:lnTo>
                  <a:pt x="183" y="93"/>
                </a:lnTo>
                <a:lnTo>
                  <a:pt x="183" y="94"/>
                </a:lnTo>
                <a:lnTo>
                  <a:pt x="182" y="94"/>
                </a:lnTo>
                <a:lnTo>
                  <a:pt x="182" y="95"/>
                </a:lnTo>
                <a:lnTo>
                  <a:pt x="182" y="96"/>
                </a:lnTo>
                <a:lnTo>
                  <a:pt x="182" y="97"/>
                </a:lnTo>
                <a:lnTo>
                  <a:pt x="181" y="98"/>
                </a:lnTo>
                <a:lnTo>
                  <a:pt x="180" y="98"/>
                </a:lnTo>
                <a:lnTo>
                  <a:pt x="180" y="99"/>
                </a:lnTo>
                <a:lnTo>
                  <a:pt x="180" y="100"/>
                </a:lnTo>
                <a:lnTo>
                  <a:pt x="179" y="101"/>
                </a:lnTo>
                <a:lnTo>
                  <a:pt x="179" y="102"/>
                </a:lnTo>
                <a:lnTo>
                  <a:pt x="179" y="103"/>
                </a:lnTo>
                <a:lnTo>
                  <a:pt x="178" y="102"/>
                </a:lnTo>
                <a:lnTo>
                  <a:pt x="178" y="103"/>
                </a:lnTo>
                <a:lnTo>
                  <a:pt x="177" y="103"/>
                </a:lnTo>
                <a:lnTo>
                  <a:pt x="177" y="104"/>
                </a:lnTo>
                <a:lnTo>
                  <a:pt x="176" y="104"/>
                </a:lnTo>
                <a:lnTo>
                  <a:pt x="177" y="105"/>
                </a:lnTo>
                <a:lnTo>
                  <a:pt x="177" y="106"/>
                </a:lnTo>
                <a:lnTo>
                  <a:pt x="177" y="107"/>
                </a:lnTo>
                <a:lnTo>
                  <a:pt x="177" y="108"/>
                </a:lnTo>
                <a:lnTo>
                  <a:pt x="176" y="108"/>
                </a:lnTo>
                <a:lnTo>
                  <a:pt x="176" y="109"/>
                </a:lnTo>
                <a:lnTo>
                  <a:pt x="177" y="109"/>
                </a:lnTo>
                <a:lnTo>
                  <a:pt x="177" y="108"/>
                </a:lnTo>
                <a:lnTo>
                  <a:pt x="177" y="107"/>
                </a:lnTo>
                <a:lnTo>
                  <a:pt x="177" y="106"/>
                </a:lnTo>
                <a:lnTo>
                  <a:pt x="177" y="105"/>
                </a:lnTo>
                <a:lnTo>
                  <a:pt x="178" y="105"/>
                </a:lnTo>
                <a:lnTo>
                  <a:pt x="178" y="106"/>
                </a:lnTo>
                <a:lnTo>
                  <a:pt x="178" y="107"/>
                </a:lnTo>
                <a:lnTo>
                  <a:pt x="178" y="108"/>
                </a:lnTo>
                <a:lnTo>
                  <a:pt x="178" y="109"/>
                </a:lnTo>
                <a:lnTo>
                  <a:pt x="178" y="110"/>
                </a:lnTo>
                <a:lnTo>
                  <a:pt x="178" y="112"/>
                </a:lnTo>
                <a:lnTo>
                  <a:pt x="177" y="113"/>
                </a:lnTo>
                <a:lnTo>
                  <a:pt x="177" y="114"/>
                </a:lnTo>
                <a:lnTo>
                  <a:pt x="175" y="114"/>
                </a:lnTo>
                <a:lnTo>
                  <a:pt x="175" y="115"/>
                </a:lnTo>
                <a:lnTo>
                  <a:pt x="174" y="115"/>
                </a:lnTo>
                <a:lnTo>
                  <a:pt x="174" y="116"/>
                </a:lnTo>
                <a:lnTo>
                  <a:pt x="174" y="117"/>
                </a:lnTo>
                <a:lnTo>
                  <a:pt x="173" y="118"/>
                </a:lnTo>
                <a:lnTo>
                  <a:pt x="173" y="119"/>
                </a:lnTo>
                <a:lnTo>
                  <a:pt x="173" y="120"/>
                </a:lnTo>
                <a:lnTo>
                  <a:pt x="173" y="122"/>
                </a:lnTo>
                <a:lnTo>
                  <a:pt x="173" y="124"/>
                </a:lnTo>
                <a:lnTo>
                  <a:pt x="172" y="125"/>
                </a:lnTo>
                <a:lnTo>
                  <a:pt x="172" y="127"/>
                </a:lnTo>
                <a:lnTo>
                  <a:pt x="173" y="128"/>
                </a:lnTo>
                <a:lnTo>
                  <a:pt x="173" y="129"/>
                </a:lnTo>
                <a:lnTo>
                  <a:pt x="173" y="130"/>
                </a:lnTo>
                <a:lnTo>
                  <a:pt x="172" y="129"/>
                </a:lnTo>
                <a:lnTo>
                  <a:pt x="172" y="130"/>
                </a:lnTo>
                <a:lnTo>
                  <a:pt x="171" y="130"/>
                </a:lnTo>
                <a:lnTo>
                  <a:pt x="170" y="130"/>
                </a:lnTo>
                <a:lnTo>
                  <a:pt x="170" y="131"/>
                </a:lnTo>
                <a:lnTo>
                  <a:pt x="169" y="131"/>
                </a:lnTo>
                <a:lnTo>
                  <a:pt x="170" y="131"/>
                </a:lnTo>
                <a:lnTo>
                  <a:pt x="169" y="132"/>
                </a:lnTo>
                <a:lnTo>
                  <a:pt x="168" y="132"/>
                </a:lnTo>
                <a:lnTo>
                  <a:pt x="168" y="131"/>
                </a:lnTo>
                <a:lnTo>
                  <a:pt x="168" y="132"/>
                </a:lnTo>
                <a:lnTo>
                  <a:pt x="168" y="133"/>
                </a:lnTo>
                <a:lnTo>
                  <a:pt x="168" y="134"/>
                </a:lnTo>
                <a:lnTo>
                  <a:pt x="169" y="134"/>
                </a:lnTo>
                <a:lnTo>
                  <a:pt x="168" y="134"/>
                </a:lnTo>
                <a:lnTo>
                  <a:pt x="168" y="135"/>
                </a:lnTo>
                <a:lnTo>
                  <a:pt x="166" y="135"/>
                </a:lnTo>
                <a:lnTo>
                  <a:pt x="165" y="135"/>
                </a:lnTo>
                <a:lnTo>
                  <a:pt x="165" y="136"/>
                </a:lnTo>
                <a:lnTo>
                  <a:pt x="166" y="136"/>
                </a:lnTo>
                <a:lnTo>
                  <a:pt x="165" y="136"/>
                </a:lnTo>
                <a:lnTo>
                  <a:pt x="165" y="137"/>
                </a:lnTo>
                <a:lnTo>
                  <a:pt x="166" y="138"/>
                </a:lnTo>
                <a:lnTo>
                  <a:pt x="167" y="138"/>
                </a:lnTo>
                <a:lnTo>
                  <a:pt x="168" y="138"/>
                </a:lnTo>
                <a:lnTo>
                  <a:pt x="168" y="139"/>
                </a:lnTo>
                <a:lnTo>
                  <a:pt x="169" y="139"/>
                </a:lnTo>
                <a:lnTo>
                  <a:pt x="170" y="139"/>
                </a:lnTo>
                <a:lnTo>
                  <a:pt x="170" y="140"/>
                </a:lnTo>
                <a:lnTo>
                  <a:pt x="171" y="140"/>
                </a:lnTo>
                <a:lnTo>
                  <a:pt x="171" y="139"/>
                </a:lnTo>
                <a:lnTo>
                  <a:pt x="172" y="139"/>
                </a:lnTo>
                <a:lnTo>
                  <a:pt x="173" y="139"/>
                </a:lnTo>
                <a:lnTo>
                  <a:pt x="172" y="138"/>
                </a:lnTo>
                <a:lnTo>
                  <a:pt x="171" y="137"/>
                </a:lnTo>
                <a:lnTo>
                  <a:pt x="171" y="136"/>
                </a:lnTo>
                <a:lnTo>
                  <a:pt x="172" y="136"/>
                </a:lnTo>
                <a:lnTo>
                  <a:pt x="172" y="135"/>
                </a:lnTo>
                <a:lnTo>
                  <a:pt x="171" y="134"/>
                </a:lnTo>
                <a:lnTo>
                  <a:pt x="171" y="133"/>
                </a:lnTo>
                <a:lnTo>
                  <a:pt x="171" y="131"/>
                </a:lnTo>
                <a:lnTo>
                  <a:pt x="171" y="130"/>
                </a:lnTo>
                <a:lnTo>
                  <a:pt x="172" y="130"/>
                </a:lnTo>
                <a:lnTo>
                  <a:pt x="173" y="131"/>
                </a:lnTo>
                <a:lnTo>
                  <a:pt x="173" y="132"/>
                </a:lnTo>
                <a:lnTo>
                  <a:pt x="173" y="133"/>
                </a:lnTo>
                <a:lnTo>
                  <a:pt x="173" y="134"/>
                </a:lnTo>
                <a:lnTo>
                  <a:pt x="173" y="135"/>
                </a:lnTo>
                <a:lnTo>
                  <a:pt x="173" y="136"/>
                </a:lnTo>
                <a:lnTo>
                  <a:pt x="173" y="137"/>
                </a:lnTo>
                <a:lnTo>
                  <a:pt x="173" y="138"/>
                </a:lnTo>
                <a:lnTo>
                  <a:pt x="174" y="138"/>
                </a:lnTo>
                <a:lnTo>
                  <a:pt x="174" y="139"/>
                </a:lnTo>
                <a:lnTo>
                  <a:pt x="174" y="140"/>
                </a:lnTo>
                <a:lnTo>
                  <a:pt x="175" y="140"/>
                </a:lnTo>
                <a:lnTo>
                  <a:pt x="175" y="141"/>
                </a:lnTo>
                <a:lnTo>
                  <a:pt x="174" y="141"/>
                </a:lnTo>
                <a:lnTo>
                  <a:pt x="174" y="140"/>
                </a:lnTo>
                <a:lnTo>
                  <a:pt x="173" y="140"/>
                </a:lnTo>
                <a:lnTo>
                  <a:pt x="173" y="141"/>
                </a:lnTo>
                <a:lnTo>
                  <a:pt x="173" y="142"/>
                </a:lnTo>
                <a:lnTo>
                  <a:pt x="172" y="142"/>
                </a:lnTo>
                <a:lnTo>
                  <a:pt x="172" y="141"/>
                </a:lnTo>
                <a:lnTo>
                  <a:pt x="171" y="141"/>
                </a:lnTo>
                <a:lnTo>
                  <a:pt x="171" y="142"/>
                </a:lnTo>
                <a:lnTo>
                  <a:pt x="170" y="143"/>
                </a:lnTo>
                <a:lnTo>
                  <a:pt x="170" y="142"/>
                </a:lnTo>
                <a:lnTo>
                  <a:pt x="169" y="142"/>
                </a:lnTo>
                <a:lnTo>
                  <a:pt x="168" y="142"/>
                </a:lnTo>
                <a:lnTo>
                  <a:pt x="168" y="143"/>
                </a:lnTo>
                <a:lnTo>
                  <a:pt x="167" y="144"/>
                </a:lnTo>
                <a:lnTo>
                  <a:pt x="167" y="145"/>
                </a:lnTo>
                <a:lnTo>
                  <a:pt x="167" y="146"/>
                </a:lnTo>
                <a:lnTo>
                  <a:pt x="166" y="146"/>
                </a:lnTo>
                <a:lnTo>
                  <a:pt x="165" y="146"/>
                </a:lnTo>
                <a:lnTo>
                  <a:pt x="165" y="147"/>
                </a:lnTo>
                <a:lnTo>
                  <a:pt x="165" y="148"/>
                </a:lnTo>
                <a:lnTo>
                  <a:pt x="165" y="151"/>
                </a:lnTo>
                <a:lnTo>
                  <a:pt x="165" y="152"/>
                </a:lnTo>
                <a:lnTo>
                  <a:pt x="164" y="153"/>
                </a:lnTo>
                <a:lnTo>
                  <a:pt x="163" y="153"/>
                </a:lnTo>
                <a:lnTo>
                  <a:pt x="164" y="153"/>
                </a:lnTo>
                <a:lnTo>
                  <a:pt x="163" y="153"/>
                </a:lnTo>
                <a:lnTo>
                  <a:pt x="163" y="152"/>
                </a:lnTo>
                <a:lnTo>
                  <a:pt x="162" y="152"/>
                </a:lnTo>
                <a:lnTo>
                  <a:pt x="161" y="152"/>
                </a:lnTo>
                <a:lnTo>
                  <a:pt x="160" y="152"/>
                </a:lnTo>
                <a:lnTo>
                  <a:pt x="159" y="153"/>
                </a:lnTo>
                <a:lnTo>
                  <a:pt x="158" y="153"/>
                </a:lnTo>
                <a:lnTo>
                  <a:pt x="158" y="152"/>
                </a:lnTo>
                <a:lnTo>
                  <a:pt x="157" y="152"/>
                </a:lnTo>
                <a:lnTo>
                  <a:pt x="156" y="152"/>
                </a:lnTo>
                <a:lnTo>
                  <a:pt x="156" y="153"/>
                </a:lnTo>
                <a:lnTo>
                  <a:pt x="156" y="152"/>
                </a:lnTo>
                <a:lnTo>
                  <a:pt x="157" y="152"/>
                </a:lnTo>
                <a:lnTo>
                  <a:pt x="157" y="151"/>
                </a:lnTo>
                <a:lnTo>
                  <a:pt x="158" y="151"/>
                </a:lnTo>
                <a:lnTo>
                  <a:pt x="159" y="150"/>
                </a:lnTo>
                <a:lnTo>
                  <a:pt x="160" y="151"/>
                </a:lnTo>
                <a:lnTo>
                  <a:pt x="161" y="151"/>
                </a:lnTo>
                <a:lnTo>
                  <a:pt x="161" y="150"/>
                </a:lnTo>
                <a:lnTo>
                  <a:pt x="161" y="151"/>
                </a:lnTo>
                <a:lnTo>
                  <a:pt x="162" y="151"/>
                </a:lnTo>
                <a:lnTo>
                  <a:pt x="163" y="150"/>
                </a:lnTo>
                <a:lnTo>
                  <a:pt x="163" y="151"/>
                </a:lnTo>
                <a:lnTo>
                  <a:pt x="164" y="151"/>
                </a:lnTo>
                <a:lnTo>
                  <a:pt x="164" y="150"/>
                </a:lnTo>
                <a:lnTo>
                  <a:pt x="163" y="149"/>
                </a:lnTo>
                <a:lnTo>
                  <a:pt x="162" y="149"/>
                </a:lnTo>
                <a:lnTo>
                  <a:pt x="161" y="149"/>
                </a:lnTo>
                <a:lnTo>
                  <a:pt x="162" y="150"/>
                </a:lnTo>
                <a:lnTo>
                  <a:pt x="162" y="151"/>
                </a:lnTo>
                <a:lnTo>
                  <a:pt x="161" y="150"/>
                </a:lnTo>
                <a:lnTo>
                  <a:pt x="160" y="150"/>
                </a:lnTo>
                <a:lnTo>
                  <a:pt x="159" y="150"/>
                </a:lnTo>
                <a:lnTo>
                  <a:pt x="158" y="150"/>
                </a:lnTo>
                <a:lnTo>
                  <a:pt x="156" y="152"/>
                </a:lnTo>
                <a:lnTo>
                  <a:pt x="155" y="152"/>
                </a:lnTo>
                <a:lnTo>
                  <a:pt x="156" y="152"/>
                </a:lnTo>
                <a:lnTo>
                  <a:pt x="156" y="153"/>
                </a:lnTo>
                <a:lnTo>
                  <a:pt x="155" y="153"/>
                </a:lnTo>
                <a:lnTo>
                  <a:pt x="154" y="153"/>
                </a:lnTo>
                <a:lnTo>
                  <a:pt x="153" y="153"/>
                </a:lnTo>
                <a:lnTo>
                  <a:pt x="152" y="152"/>
                </a:lnTo>
                <a:lnTo>
                  <a:pt x="151" y="153"/>
                </a:lnTo>
                <a:lnTo>
                  <a:pt x="150" y="153"/>
                </a:lnTo>
                <a:lnTo>
                  <a:pt x="149" y="154"/>
                </a:lnTo>
                <a:lnTo>
                  <a:pt x="148" y="154"/>
                </a:lnTo>
                <a:lnTo>
                  <a:pt x="147" y="156"/>
                </a:lnTo>
                <a:lnTo>
                  <a:pt x="147" y="157"/>
                </a:lnTo>
                <a:lnTo>
                  <a:pt x="146" y="156"/>
                </a:lnTo>
                <a:lnTo>
                  <a:pt x="145" y="157"/>
                </a:lnTo>
                <a:lnTo>
                  <a:pt x="144" y="158"/>
                </a:lnTo>
                <a:lnTo>
                  <a:pt x="143" y="159"/>
                </a:lnTo>
                <a:lnTo>
                  <a:pt x="142" y="160"/>
                </a:lnTo>
                <a:lnTo>
                  <a:pt x="142" y="161"/>
                </a:lnTo>
                <a:lnTo>
                  <a:pt x="141" y="161"/>
                </a:lnTo>
                <a:lnTo>
                  <a:pt x="140" y="161"/>
                </a:lnTo>
                <a:lnTo>
                  <a:pt x="140" y="162"/>
                </a:lnTo>
                <a:lnTo>
                  <a:pt x="139" y="163"/>
                </a:lnTo>
                <a:lnTo>
                  <a:pt x="139" y="164"/>
                </a:lnTo>
                <a:lnTo>
                  <a:pt x="138" y="165"/>
                </a:lnTo>
                <a:lnTo>
                  <a:pt x="138" y="164"/>
                </a:lnTo>
                <a:lnTo>
                  <a:pt x="137" y="165"/>
                </a:lnTo>
                <a:lnTo>
                  <a:pt x="136" y="165"/>
                </a:lnTo>
                <a:lnTo>
                  <a:pt x="136" y="166"/>
                </a:lnTo>
                <a:lnTo>
                  <a:pt x="136" y="167"/>
                </a:lnTo>
                <a:lnTo>
                  <a:pt x="135" y="167"/>
                </a:lnTo>
                <a:lnTo>
                  <a:pt x="135" y="168"/>
                </a:lnTo>
                <a:lnTo>
                  <a:pt x="135" y="170"/>
                </a:lnTo>
                <a:lnTo>
                  <a:pt x="134" y="170"/>
                </a:lnTo>
                <a:lnTo>
                  <a:pt x="134" y="171"/>
                </a:lnTo>
                <a:lnTo>
                  <a:pt x="134" y="172"/>
                </a:lnTo>
                <a:lnTo>
                  <a:pt x="133" y="174"/>
                </a:lnTo>
                <a:lnTo>
                  <a:pt x="133" y="177"/>
                </a:lnTo>
                <a:lnTo>
                  <a:pt x="133" y="178"/>
                </a:lnTo>
                <a:lnTo>
                  <a:pt x="133" y="179"/>
                </a:lnTo>
                <a:lnTo>
                  <a:pt x="132" y="180"/>
                </a:lnTo>
                <a:lnTo>
                  <a:pt x="131" y="180"/>
                </a:lnTo>
                <a:lnTo>
                  <a:pt x="132" y="180"/>
                </a:lnTo>
                <a:lnTo>
                  <a:pt x="132" y="179"/>
                </a:lnTo>
                <a:lnTo>
                  <a:pt x="131" y="179"/>
                </a:lnTo>
                <a:lnTo>
                  <a:pt x="132" y="179"/>
                </a:lnTo>
                <a:lnTo>
                  <a:pt x="132" y="177"/>
                </a:lnTo>
                <a:lnTo>
                  <a:pt x="131" y="175"/>
                </a:lnTo>
                <a:lnTo>
                  <a:pt x="130" y="177"/>
                </a:lnTo>
                <a:lnTo>
                  <a:pt x="130" y="178"/>
                </a:lnTo>
                <a:lnTo>
                  <a:pt x="130" y="179"/>
                </a:lnTo>
                <a:lnTo>
                  <a:pt x="131" y="179"/>
                </a:lnTo>
                <a:lnTo>
                  <a:pt x="130" y="179"/>
                </a:lnTo>
                <a:lnTo>
                  <a:pt x="129" y="179"/>
                </a:lnTo>
                <a:lnTo>
                  <a:pt x="129" y="180"/>
                </a:lnTo>
                <a:lnTo>
                  <a:pt x="129" y="181"/>
                </a:lnTo>
                <a:lnTo>
                  <a:pt x="129" y="180"/>
                </a:lnTo>
                <a:lnTo>
                  <a:pt x="129" y="179"/>
                </a:lnTo>
                <a:lnTo>
                  <a:pt x="130" y="179"/>
                </a:lnTo>
                <a:lnTo>
                  <a:pt x="130" y="180"/>
                </a:lnTo>
                <a:lnTo>
                  <a:pt x="131" y="180"/>
                </a:lnTo>
                <a:lnTo>
                  <a:pt x="132" y="180"/>
                </a:lnTo>
                <a:lnTo>
                  <a:pt x="131" y="181"/>
                </a:lnTo>
                <a:lnTo>
                  <a:pt x="131" y="182"/>
                </a:lnTo>
                <a:lnTo>
                  <a:pt x="130" y="182"/>
                </a:lnTo>
                <a:lnTo>
                  <a:pt x="129" y="182"/>
                </a:lnTo>
                <a:lnTo>
                  <a:pt x="128" y="182"/>
                </a:lnTo>
                <a:lnTo>
                  <a:pt x="128" y="183"/>
                </a:lnTo>
                <a:lnTo>
                  <a:pt x="127" y="183"/>
                </a:lnTo>
                <a:lnTo>
                  <a:pt x="126" y="184"/>
                </a:lnTo>
                <a:lnTo>
                  <a:pt x="126" y="183"/>
                </a:lnTo>
                <a:lnTo>
                  <a:pt x="126" y="182"/>
                </a:lnTo>
                <a:lnTo>
                  <a:pt x="125" y="182"/>
                </a:lnTo>
                <a:lnTo>
                  <a:pt x="124" y="182"/>
                </a:lnTo>
                <a:lnTo>
                  <a:pt x="123" y="182"/>
                </a:lnTo>
                <a:lnTo>
                  <a:pt x="123" y="181"/>
                </a:lnTo>
                <a:lnTo>
                  <a:pt x="123" y="180"/>
                </a:lnTo>
                <a:lnTo>
                  <a:pt x="124" y="180"/>
                </a:lnTo>
                <a:lnTo>
                  <a:pt x="125" y="181"/>
                </a:lnTo>
                <a:lnTo>
                  <a:pt x="126" y="181"/>
                </a:lnTo>
                <a:lnTo>
                  <a:pt x="127" y="181"/>
                </a:lnTo>
                <a:lnTo>
                  <a:pt x="128" y="180"/>
                </a:lnTo>
                <a:lnTo>
                  <a:pt x="128" y="179"/>
                </a:lnTo>
                <a:lnTo>
                  <a:pt x="129" y="178"/>
                </a:lnTo>
                <a:lnTo>
                  <a:pt x="129" y="177"/>
                </a:lnTo>
                <a:lnTo>
                  <a:pt x="129" y="175"/>
                </a:lnTo>
                <a:lnTo>
                  <a:pt x="128" y="175"/>
                </a:lnTo>
                <a:lnTo>
                  <a:pt x="128" y="177"/>
                </a:lnTo>
                <a:lnTo>
                  <a:pt x="128" y="178"/>
                </a:lnTo>
                <a:lnTo>
                  <a:pt x="127" y="178"/>
                </a:lnTo>
                <a:lnTo>
                  <a:pt x="126" y="177"/>
                </a:lnTo>
                <a:lnTo>
                  <a:pt x="126" y="178"/>
                </a:lnTo>
                <a:lnTo>
                  <a:pt x="125" y="177"/>
                </a:lnTo>
                <a:lnTo>
                  <a:pt x="125" y="178"/>
                </a:lnTo>
                <a:lnTo>
                  <a:pt x="124" y="179"/>
                </a:lnTo>
                <a:lnTo>
                  <a:pt x="123" y="180"/>
                </a:lnTo>
                <a:lnTo>
                  <a:pt x="122" y="180"/>
                </a:lnTo>
                <a:lnTo>
                  <a:pt x="121" y="179"/>
                </a:lnTo>
                <a:lnTo>
                  <a:pt x="120" y="179"/>
                </a:lnTo>
                <a:lnTo>
                  <a:pt x="119" y="179"/>
                </a:lnTo>
                <a:lnTo>
                  <a:pt x="118" y="179"/>
                </a:lnTo>
                <a:lnTo>
                  <a:pt x="117" y="180"/>
                </a:lnTo>
                <a:lnTo>
                  <a:pt x="116" y="180"/>
                </a:lnTo>
                <a:lnTo>
                  <a:pt x="115" y="180"/>
                </a:lnTo>
                <a:lnTo>
                  <a:pt x="115" y="181"/>
                </a:lnTo>
                <a:lnTo>
                  <a:pt x="114" y="182"/>
                </a:lnTo>
                <a:lnTo>
                  <a:pt x="112" y="182"/>
                </a:lnTo>
                <a:lnTo>
                  <a:pt x="111" y="183"/>
                </a:lnTo>
                <a:lnTo>
                  <a:pt x="110" y="183"/>
                </a:lnTo>
                <a:lnTo>
                  <a:pt x="110" y="182"/>
                </a:lnTo>
                <a:lnTo>
                  <a:pt x="110" y="181"/>
                </a:lnTo>
                <a:lnTo>
                  <a:pt x="109" y="181"/>
                </a:lnTo>
                <a:lnTo>
                  <a:pt x="108" y="181"/>
                </a:lnTo>
                <a:lnTo>
                  <a:pt x="107" y="181"/>
                </a:lnTo>
                <a:lnTo>
                  <a:pt x="106" y="181"/>
                </a:lnTo>
                <a:lnTo>
                  <a:pt x="106" y="182"/>
                </a:lnTo>
                <a:lnTo>
                  <a:pt x="105" y="182"/>
                </a:lnTo>
                <a:lnTo>
                  <a:pt x="103" y="183"/>
                </a:lnTo>
                <a:lnTo>
                  <a:pt x="103" y="184"/>
                </a:lnTo>
                <a:lnTo>
                  <a:pt x="102" y="187"/>
                </a:lnTo>
                <a:lnTo>
                  <a:pt x="101" y="187"/>
                </a:lnTo>
                <a:lnTo>
                  <a:pt x="101" y="189"/>
                </a:lnTo>
                <a:lnTo>
                  <a:pt x="101" y="190"/>
                </a:lnTo>
                <a:lnTo>
                  <a:pt x="100" y="191"/>
                </a:lnTo>
                <a:lnTo>
                  <a:pt x="100" y="192"/>
                </a:lnTo>
                <a:lnTo>
                  <a:pt x="100" y="193"/>
                </a:lnTo>
                <a:lnTo>
                  <a:pt x="100" y="194"/>
                </a:lnTo>
                <a:lnTo>
                  <a:pt x="101" y="194"/>
                </a:lnTo>
                <a:lnTo>
                  <a:pt x="102" y="194"/>
                </a:lnTo>
                <a:lnTo>
                  <a:pt x="101" y="194"/>
                </a:lnTo>
                <a:lnTo>
                  <a:pt x="100" y="194"/>
                </a:lnTo>
                <a:lnTo>
                  <a:pt x="100" y="195"/>
                </a:lnTo>
                <a:lnTo>
                  <a:pt x="99" y="195"/>
                </a:lnTo>
                <a:lnTo>
                  <a:pt x="99" y="194"/>
                </a:lnTo>
                <a:lnTo>
                  <a:pt x="99" y="193"/>
                </a:lnTo>
                <a:lnTo>
                  <a:pt x="98" y="193"/>
                </a:lnTo>
                <a:lnTo>
                  <a:pt x="98" y="194"/>
                </a:lnTo>
                <a:lnTo>
                  <a:pt x="97" y="194"/>
                </a:lnTo>
                <a:lnTo>
                  <a:pt x="97" y="193"/>
                </a:lnTo>
                <a:lnTo>
                  <a:pt x="96" y="194"/>
                </a:lnTo>
                <a:lnTo>
                  <a:pt x="96" y="195"/>
                </a:lnTo>
                <a:lnTo>
                  <a:pt x="97" y="195"/>
                </a:lnTo>
                <a:lnTo>
                  <a:pt x="98" y="195"/>
                </a:lnTo>
                <a:lnTo>
                  <a:pt x="98" y="194"/>
                </a:lnTo>
                <a:lnTo>
                  <a:pt x="98" y="193"/>
                </a:lnTo>
                <a:lnTo>
                  <a:pt x="98" y="194"/>
                </a:lnTo>
                <a:lnTo>
                  <a:pt x="98" y="195"/>
                </a:lnTo>
                <a:lnTo>
                  <a:pt x="99" y="195"/>
                </a:lnTo>
                <a:lnTo>
                  <a:pt x="100" y="195"/>
                </a:lnTo>
                <a:lnTo>
                  <a:pt x="101" y="195"/>
                </a:lnTo>
                <a:lnTo>
                  <a:pt x="102" y="196"/>
                </a:lnTo>
                <a:lnTo>
                  <a:pt x="102" y="197"/>
                </a:lnTo>
                <a:lnTo>
                  <a:pt x="102" y="198"/>
                </a:lnTo>
                <a:lnTo>
                  <a:pt x="101" y="198"/>
                </a:lnTo>
                <a:lnTo>
                  <a:pt x="101" y="199"/>
                </a:lnTo>
                <a:lnTo>
                  <a:pt x="101" y="200"/>
                </a:lnTo>
                <a:lnTo>
                  <a:pt x="100" y="200"/>
                </a:lnTo>
                <a:lnTo>
                  <a:pt x="100" y="199"/>
                </a:lnTo>
                <a:lnTo>
                  <a:pt x="99" y="199"/>
                </a:lnTo>
                <a:lnTo>
                  <a:pt x="98" y="200"/>
                </a:lnTo>
                <a:lnTo>
                  <a:pt x="98" y="201"/>
                </a:lnTo>
                <a:lnTo>
                  <a:pt x="99" y="201"/>
                </a:lnTo>
                <a:lnTo>
                  <a:pt x="99" y="202"/>
                </a:lnTo>
                <a:lnTo>
                  <a:pt x="98" y="202"/>
                </a:lnTo>
                <a:lnTo>
                  <a:pt x="97" y="201"/>
                </a:lnTo>
                <a:lnTo>
                  <a:pt x="97" y="200"/>
                </a:lnTo>
                <a:lnTo>
                  <a:pt x="98" y="199"/>
                </a:lnTo>
                <a:lnTo>
                  <a:pt x="97" y="198"/>
                </a:lnTo>
                <a:lnTo>
                  <a:pt x="96" y="198"/>
                </a:lnTo>
                <a:lnTo>
                  <a:pt x="95" y="198"/>
                </a:lnTo>
                <a:lnTo>
                  <a:pt x="93" y="198"/>
                </a:lnTo>
                <a:lnTo>
                  <a:pt x="92" y="198"/>
                </a:lnTo>
                <a:lnTo>
                  <a:pt x="92" y="199"/>
                </a:lnTo>
                <a:lnTo>
                  <a:pt x="91" y="199"/>
                </a:lnTo>
                <a:lnTo>
                  <a:pt x="90" y="200"/>
                </a:lnTo>
                <a:lnTo>
                  <a:pt x="90" y="201"/>
                </a:lnTo>
                <a:lnTo>
                  <a:pt x="90" y="202"/>
                </a:lnTo>
                <a:lnTo>
                  <a:pt x="91" y="203"/>
                </a:lnTo>
                <a:lnTo>
                  <a:pt x="91" y="204"/>
                </a:lnTo>
                <a:lnTo>
                  <a:pt x="90" y="204"/>
                </a:lnTo>
                <a:lnTo>
                  <a:pt x="90" y="203"/>
                </a:lnTo>
                <a:lnTo>
                  <a:pt x="90" y="204"/>
                </a:lnTo>
                <a:lnTo>
                  <a:pt x="89" y="204"/>
                </a:lnTo>
                <a:lnTo>
                  <a:pt x="88" y="204"/>
                </a:lnTo>
                <a:lnTo>
                  <a:pt x="88" y="203"/>
                </a:lnTo>
                <a:lnTo>
                  <a:pt x="87" y="204"/>
                </a:lnTo>
                <a:lnTo>
                  <a:pt x="87" y="205"/>
                </a:lnTo>
                <a:lnTo>
                  <a:pt x="87" y="206"/>
                </a:lnTo>
                <a:lnTo>
                  <a:pt x="87" y="205"/>
                </a:lnTo>
                <a:lnTo>
                  <a:pt x="85" y="204"/>
                </a:lnTo>
                <a:lnTo>
                  <a:pt x="86" y="204"/>
                </a:lnTo>
                <a:lnTo>
                  <a:pt x="86" y="203"/>
                </a:lnTo>
                <a:lnTo>
                  <a:pt x="86" y="202"/>
                </a:lnTo>
                <a:lnTo>
                  <a:pt x="87" y="202"/>
                </a:lnTo>
                <a:lnTo>
                  <a:pt x="87" y="201"/>
                </a:lnTo>
                <a:lnTo>
                  <a:pt x="86" y="201"/>
                </a:lnTo>
                <a:lnTo>
                  <a:pt x="85" y="200"/>
                </a:lnTo>
                <a:lnTo>
                  <a:pt x="86" y="200"/>
                </a:lnTo>
                <a:lnTo>
                  <a:pt x="85" y="200"/>
                </a:lnTo>
                <a:lnTo>
                  <a:pt x="84" y="199"/>
                </a:lnTo>
                <a:lnTo>
                  <a:pt x="85" y="198"/>
                </a:lnTo>
                <a:lnTo>
                  <a:pt x="86" y="198"/>
                </a:lnTo>
                <a:lnTo>
                  <a:pt x="87" y="197"/>
                </a:lnTo>
                <a:lnTo>
                  <a:pt x="87" y="196"/>
                </a:lnTo>
                <a:lnTo>
                  <a:pt x="86" y="196"/>
                </a:lnTo>
                <a:lnTo>
                  <a:pt x="86" y="197"/>
                </a:lnTo>
                <a:lnTo>
                  <a:pt x="86" y="198"/>
                </a:lnTo>
                <a:lnTo>
                  <a:pt x="85" y="198"/>
                </a:lnTo>
                <a:lnTo>
                  <a:pt x="84" y="198"/>
                </a:lnTo>
                <a:lnTo>
                  <a:pt x="83" y="198"/>
                </a:lnTo>
                <a:lnTo>
                  <a:pt x="83" y="199"/>
                </a:lnTo>
                <a:lnTo>
                  <a:pt x="84" y="199"/>
                </a:lnTo>
                <a:lnTo>
                  <a:pt x="84" y="201"/>
                </a:lnTo>
                <a:lnTo>
                  <a:pt x="83" y="201"/>
                </a:lnTo>
                <a:lnTo>
                  <a:pt x="83" y="200"/>
                </a:lnTo>
                <a:lnTo>
                  <a:pt x="82" y="199"/>
                </a:lnTo>
                <a:lnTo>
                  <a:pt x="81" y="199"/>
                </a:lnTo>
                <a:lnTo>
                  <a:pt x="81" y="200"/>
                </a:lnTo>
                <a:lnTo>
                  <a:pt x="81" y="201"/>
                </a:lnTo>
                <a:lnTo>
                  <a:pt x="80" y="200"/>
                </a:lnTo>
                <a:lnTo>
                  <a:pt x="80" y="201"/>
                </a:lnTo>
                <a:lnTo>
                  <a:pt x="79" y="202"/>
                </a:lnTo>
                <a:lnTo>
                  <a:pt x="79" y="203"/>
                </a:lnTo>
                <a:lnTo>
                  <a:pt x="78" y="203"/>
                </a:lnTo>
                <a:lnTo>
                  <a:pt x="78" y="202"/>
                </a:lnTo>
                <a:lnTo>
                  <a:pt x="78" y="201"/>
                </a:lnTo>
                <a:lnTo>
                  <a:pt x="78" y="200"/>
                </a:lnTo>
                <a:lnTo>
                  <a:pt x="79" y="200"/>
                </a:lnTo>
                <a:lnTo>
                  <a:pt x="79" y="199"/>
                </a:lnTo>
                <a:lnTo>
                  <a:pt x="79" y="198"/>
                </a:lnTo>
                <a:lnTo>
                  <a:pt x="80" y="198"/>
                </a:lnTo>
                <a:lnTo>
                  <a:pt x="80" y="196"/>
                </a:lnTo>
                <a:lnTo>
                  <a:pt x="79" y="195"/>
                </a:lnTo>
                <a:lnTo>
                  <a:pt x="78" y="194"/>
                </a:lnTo>
                <a:lnTo>
                  <a:pt x="77" y="194"/>
                </a:lnTo>
                <a:lnTo>
                  <a:pt x="77" y="193"/>
                </a:lnTo>
                <a:lnTo>
                  <a:pt x="76" y="193"/>
                </a:lnTo>
                <a:lnTo>
                  <a:pt x="75" y="193"/>
                </a:lnTo>
                <a:lnTo>
                  <a:pt x="74" y="192"/>
                </a:lnTo>
                <a:lnTo>
                  <a:pt x="69" y="192"/>
                </a:lnTo>
                <a:lnTo>
                  <a:pt x="68" y="192"/>
                </a:lnTo>
                <a:lnTo>
                  <a:pt x="67" y="192"/>
                </a:lnTo>
                <a:lnTo>
                  <a:pt x="66" y="192"/>
                </a:lnTo>
                <a:lnTo>
                  <a:pt x="66" y="191"/>
                </a:lnTo>
                <a:lnTo>
                  <a:pt x="65" y="191"/>
                </a:lnTo>
                <a:lnTo>
                  <a:pt x="64" y="191"/>
                </a:lnTo>
                <a:lnTo>
                  <a:pt x="61" y="191"/>
                </a:lnTo>
                <a:lnTo>
                  <a:pt x="60" y="191"/>
                </a:lnTo>
                <a:lnTo>
                  <a:pt x="59" y="191"/>
                </a:lnTo>
                <a:lnTo>
                  <a:pt x="58" y="191"/>
                </a:lnTo>
                <a:lnTo>
                  <a:pt x="57" y="191"/>
                </a:lnTo>
                <a:lnTo>
                  <a:pt x="56" y="191"/>
                </a:lnTo>
                <a:lnTo>
                  <a:pt x="55" y="191"/>
                </a:lnTo>
                <a:lnTo>
                  <a:pt x="54" y="192"/>
                </a:lnTo>
                <a:lnTo>
                  <a:pt x="53" y="192"/>
                </a:lnTo>
                <a:lnTo>
                  <a:pt x="53" y="193"/>
                </a:lnTo>
                <a:lnTo>
                  <a:pt x="52" y="193"/>
                </a:lnTo>
                <a:lnTo>
                  <a:pt x="51" y="193"/>
                </a:lnTo>
                <a:lnTo>
                  <a:pt x="50" y="192"/>
                </a:lnTo>
                <a:lnTo>
                  <a:pt x="49" y="192"/>
                </a:lnTo>
                <a:lnTo>
                  <a:pt x="49" y="191"/>
                </a:lnTo>
                <a:lnTo>
                  <a:pt x="48" y="190"/>
                </a:lnTo>
                <a:lnTo>
                  <a:pt x="48" y="189"/>
                </a:lnTo>
                <a:lnTo>
                  <a:pt x="49" y="189"/>
                </a:lnTo>
                <a:lnTo>
                  <a:pt x="48" y="188"/>
                </a:lnTo>
                <a:lnTo>
                  <a:pt x="48" y="187"/>
                </a:lnTo>
                <a:lnTo>
                  <a:pt x="47" y="187"/>
                </a:lnTo>
                <a:lnTo>
                  <a:pt x="46" y="187"/>
                </a:lnTo>
                <a:lnTo>
                  <a:pt x="46" y="186"/>
                </a:lnTo>
                <a:lnTo>
                  <a:pt x="45" y="185"/>
                </a:lnTo>
                <a:lnTo>
                  <a:pt x="44" y="185"/>
                </a:lnTo>
                <a:lnTo>
                  <a:pt x="44" y="184"/>
                </a:lnTo>
                <a:lnTo>
                  <a:pt x="43" y="184"/>
                </a:lnTo>
                <a:lnTo>
                  <a:pt x="41" y="184"/>
                </a:lnTo>
                <a:lnTo>
                  <a:pt x="39" y="184"/>
                </a:lnTo>
                <a:lnTo>
                  <a:pt x="38" y="184"/>
                </a:lnTo>
                <a:lnTo>
                  <a:pt x="37" y="185"/>
                </a:lnTo>
                <a:lnTo>
                  <a:pt x="36" y="185"/>
                </a:lnTo>
                <a:lnTo>
                  <a:pt x="34" y="185"/>
                </a:lnTo>
                <a:lnTo>
                  <a:pt x="34" y="184"/>
                </a:lnTo>
                <a:lnTo>
                  <a:pt x="34" y="183"/>
                </a:lnTo>
                <a:lnTo>
                  <a:pt x="33" y="183"/>
                </a:lnTo>
                <a:lnTo>
                  <a:pt x="32" y="183"/>
                </a:lnTo>
                <a:lnTo>
                  <a:pt x="32" y="181"/>
                </a:lnTo>
                <a:lnTo>
                  <a:pt x="31" y="181"/>
                </a:lnTo>
                <a:lnTo>
                  <a:pt x="31" y="180"/>
                </a:lnTo>
                <a:lnTo>
                  <a:pt x="30" y="180"/>
                </a:lnTo>
                <a:lnTo>
                  <a:pt x="29" y="180"/>
                </a:lnTo>
                <a:lnTo>
                  <a:pt x="28" y="179"/>
                </a:lnTo>
                <a:lnTo>
                  <a:pt x="27" y="179"/>
                </a:lnTo>
                <a:lnTo>
                  <a:pt x="26" y="179"/>
                </a:lnTo>
                <a:lnTo>
                  <a:pt x="25" y="179"/>
                </a:lnTo>
                <a:lnTo>
                  <a:pt x="23" y="178"/>
                </a:lnTo>
                <a:lnTo>
                  <a:pt x="23" y="177"/>
                </a:lnTo>
                <a:lnTo>
                  <a:pt x="22" y="177"/>
                </a:lnTo>
                <a:lnTo>
                  <a:pt x="22" y="175"/>
                </a:lnTo>
                <a:lnTo>
                  <a:pt x="21" y="175"/>
                </a:lnTo>
                <a:lnTo>
                  <a:pt x="21" y="174"/>
                </a:lnTo>
                <a:lnTo>
                  <a:pt x="20" y="174"/>
                </a:lnTo>
                <a:lnTo>
                  <a:pt x="19" y="173"/>
                </a:lnTo>
                <a:lnTo>
                  <a:pt x="18" y="173"/>
                </a:lnTo>
                <a:lnTo>
                  <a:pt x="16" y="172"/>
                </a:lnTo>
                <a:lnTo>
                  <a:pt x="15" y="171"/>
                </a:lnTo>
                <a:lnTo>
                  <a:pt x="14" y="171"/>
                </a:lnTo>
                <a:lnTo>
                  <a:pt x="13" y="171"/>
                </a:lnTo>
                <a:lnTo>
                  <a:pt x="12" y="171"/>
                </a:lnTo>
                <a:lnTo>
                  <a:pt x="9" y="170"/>
                </a:lnTo>
                <a:lnTo>
                  <a:pt x="8" y="170"/>
                </a:lnTo>
                <a:lnTo>
                  <a:pt x="7" y="169"/>
                </a:lnTo>
                <a:lnTo>
                  <a:pt x="7" y="168"/>
                </a:lnTo>
                <a:lnTo>
                  <a:pt x="7" y="167"/>
                </a:lnTo>
                <a:lnTo>
                  <a:pt x="6" y="166"/>
                </a:lnTo>
                <a:lnTo>
                  <a:pt x="6" y="165"/>
                </a:lnTo>
                <a:lnTo>
                  <a:pt x="6" y="164"/>
                </a:lnTo>
                <a:lnTo>
                  <a:pt x="6" y="163"/>
                </a:lnTo>
                <a:lnTo>
                  <a:pt x="6" y="162"/>
                </a:lnTo>
                <a:lnTo>
                  <a:pt x="7" y="162"/>
                </a:lnTo>
                <a:lnTo>
                  <a:pt x="7" y="161"/>
                </a:lnTo>
                <a:lnTo>
                  <a:pt x="7" y="160"/>
                </a:lnTo>
                <a:lnTo>
                  <a:pt x="8" y="160"/>
                </a:lnTo>
                <a:lnTo>
                  <a:pt x="8" y="159"/>
                </a:lnTo>
                <a:lnTo>
                  <a:pt x="8" y="157"/>
                </a:lnTo>
                <a:lnTo>
                  <a:pt x="8" y="156"/>
                </a:lnTo>
                <a:lnTo>
                  <a:pt x="8" y="155"/>
                </a:lnTo>
                <a:lnTo>
                  <a:pt x="8" y="154"/>
                </a:lnTo>
                <a:lnTo>
                  <a:pt x="8" y="153"/>
                </a:lnTo>
                <a:lnTo>
                  <a:pt x="8" y="152"/>
                </a:lnTo>
                <a:lnTo>
                  <a:pt x="8" y="151"/>
                </a:lnTo>
                <a:lnTo>
                  <a:pt x="8" y="150"/>
                </a:lnTo>
                <a:lnTo>
                  <a:pt x="8" y="149"/>
                </a:lnTo>
                <a:lnTo>
                  <a:pt x="8" y="148"/>
                </a:lnTo>
                <a:lnTo>
                  <a:pt x="8" y="147"/>
                </a:lnTo>
                <a:lnTo>
                  <a:pt x="8" y="146"/>
                </a:lnTo>
                <a:lnTo>
                  <a:pt x="8" y="145"/>
                </a:lnTo>
                <a:lnTo>
                  <a:pt x="7" y="144"/>
                </a:lnTo>
                <a:lnTo>
                  <a:pt x="6" y="141"/>
                </a:lnTo>
                <a:lnTo>
                  <a:pt x="6" y="140"/>
                </a:lnTo>
                <a:lnTo>
                  <a:pt x="5" y="138"/>
                </a:lnTo>
                <a:lnTo>
                  <a:pt x="4" y="138"/>
                </a:lnTo>
                <a:lnTo>
                  <a:pt x="3" y="137"/>
                </a:lnTo>
                <a:lnTo>
                  <a:pt x="2" y="137"/>
                </a:lnTo>
                <a:lnTo>
                  <a:pt x="1" y="137"/>
                </a:lnTo>
                <a:lnTo>
                  <a:pt x="1" y="135"/>
                </a:lnTo>
                <a:lnTo>
                  <a:pt x="1" y="134"/>
                </a:lnTo>
                <a:lnTo>
                  <a:pt x="2" y="134"/>
                </a:lnTo>
                <a:lnTo>
                  <a:pt x="2" y="133"/>
                </a:lnTo>
                <a:lnTo>
                  <a:pt x="3" y="133"/>
                </a:lnTo>
                <a:lnTo>
                  <a:pt x="3" y="132"/>
                </a:lnTo>
                <a:lnTo>
                  <a:pt x="2" y="132"/>
                </a:lnTo>
                <a:lnTo>
                  <a:pt x="3" y="131"/>
                </a:lnTo>
                <a:lnTo>
                  <a:pt x="4" y="130"/>
                </a:lnTo>
                <a:lnTo>
                  <a:pt x="4" y="129"/>
                </a:lnTo>
                <a:lnTo>
                  <a:pt x="4" y="128"/>
                </a:lnTo>
                <a:lnTo>
                  <a:pt x="4" y="127"/>
                </a:lnTo>
                <a:lnTo>
                  <a:pt x="4" y="126"/>
                </a:lnTo>
                <a:lnTo>
                  <a:pt x="4" y="125"/>
                </a:lnTo>
                <a:lnTo>
                  <a:pt x="4" y="124"/>
                </a:lnTo>
                <a:lnTo>
                  <a:pt x="4" y="123"/>
                </a:lnTo>
                <a:lnTo>
                  <a:pt x="3" y="123"/>
                </a:lnTo>
                <a:lnTo>
                  <a:pt x="3" y="122"/>
                </a:lnTo>
                <a:lnTo>
                  <a:pt x="3" y="121"/>
                </a:lnTo>
                <a:lnTo>
                  <a:pt x="3" y="119"/>
                </a:lnTo>
                <a:lnTo>
                  <a:pt x="3" y="118"/>
                </a:lnTo>
                <a:lnTo>
                  <a:pt x="3" y="117"/>
                </a:lnTo>
                <a:lnTo>
                  <a:pt x="2" y="115"/>
                </a:lnTo>
                <a:lnTo>
                  <a:pt x="2" y="114"/>
                </a:lnTo>
                <a:lnTo>
                  <a:pt x="2" y="112"/>
                </a:lnTo>
                <a:lnTo>
                  <a:pt x="1" y="112"/>
                </a:lnTo>
                <a:lnTo>
                  <a:pt x="1" y="111"/>
                </a:lnTo>
                <a:lnTo>
                  <a:pt x="1" y="110"/>
                </a:lnTo>
                <a:lnTo>
                  <a:pt x="1" y="109"/>
                </a:lnTo>
                <a:lnTo>
                  <a:pt x="0" y="109"/>
                </a:lnTo>
                <a:lnTo>
                  <a:pt x="0" y="108"/>
                </a:lnTo>
                <a:lnTo>
                  <a:pt x="1" y="108"/>
                </a:lnTo>
                <a:lnTo>
                  <a:pt x="2" y="108"/>
                </a:lnTo>
                <a:lnTo>
                  <a:pt x="3" y="107"/>
                </a:lnTo>
                <a:lnTo>
                  <a:pt x="4" y="106"/>
                </a:lnTo>
                <a:lnTo>
                  <a:pt x="4" y="105"/>
                </a:lnTo>
                <a:lnTo>
                  <a:pt x="5" y="104"/>
                </a:lnTo>
                <a:lnTo>
                  <a:pt x="5" y="103"/>
                </a:lnTo>
                <a:lnTo>
                  <a:pt x="6" y="103"/>
                </a:lnTo>
                <a:lnTo>
                  <a:pt x="5" y="102"/>
                </a:lnTo>
                <a:lnTo>
                  <a:pt x="6" y="102"/>
                </a:lnTo>
                <a:lnTo>
                  <a:pt x="6" y="101"/>
                </a:lnTo>
                <a:lnTo>
                  <a:pt x="6" y="100"/>
                </a:lnTo>
                <a:lnTo>
                  <a:pt x="6" y="99"/>
                </a:lnTo>
                <a:lnTo>
                  <a:pt x="5" y="98"/>
                </a:lnTo>
                <a:lnTo>
                  <a:pt x="4" y="98"/>
                </a:lnTo>
                <a:lnTo>
                  <a:pt x="4" y="97"/>
                </a:lnTo>
                <a:lnTo>
                  <a:pt x="3" y="97"/>
                </a:lnTo>
                <a:lnTo>
                  <a:pt x="2" y="96"/>
                </a:lnTo>
                <a:lnTo>
                  <a:pt x="2" y="95"/>
                </a:lnTo>
                <a:lnTo>
                  <a:pt x="2" y="94"/>
                </a:lnTo>
                <a:lnTo>
                  <a:pt x="2" y="93"/>
                </a:lnTo>
                <a:lnTo>
                  <a:pt x="2" y="92"/>
                </a:lnTo>
                <a:lnTo>
                  <a:pt x="2" y="90"/>
                </a:lnTo>
                <a:lnTo>
                  <a:pt x="2" y="89"/>
                </a:lnTo>
                <a:lnTo>
                  <a:pt x="3" y="89"/>
                </a:lnTo>
                <a:lnTo>
                  <a:pt x="3" y="88"/>
                </a:lnTo>
                <a:lnTo>
                  <a:pt x="4" y="89"/>
                </a:lnTo>
                <a:lnTo>
                  <a:pt x="5" y="89"/>
                </a:lnTo>
                <a:lnTo>
                  <a:pt x="5" y="88"/>
                </a:lnTo>
                <a:lnTo>
                  <a:pt x="4" y="88"/>
                </a:lnTo>
                <a:lnTo>
                  <a:pt x="4" y="87"/>
                </a:lnTo>
                <a:lnTo>
                  <a:pt x="3" y="87"/>
                </a:lnTo>
                <a:lnTo>
                  <a:pt x="4" y="87"/>
                </a:lnTo>
                <a:lnTo>
                  <a:pt x="4" y="86"/>
                </a:lnTo>
                <a:lnTo>
                  <a:pt x="4" y="87"/>
                </a:lnTo>
                <a:lnTo>
                  <a:pt x="5" y="87"/>
                </a:lnTo>
                <a:lnTo>
                  <a:pt x="5" y="88"/>
                </a:lnTo>
                <a:lnTo>
                  <a:pt x="6" y="88"/>
                </a:lnTo>
                <a:lnTo>
                  <a:pt x="6" y="89"/>
                </a:lnTo>
                <a:lnTo>
                  <a:pt x="6" y="88"/>
                </a:lnTo>
                <a:lnTo>
                  <a:pt x="5" y="87"/>
                </a:lnTo>
                <a:lnTo>
                  <a:pt x="5" y="86"/>
                </a:lnTo>
                <a:lnTo>
                  <a:pt x="6" y="86"/>
                </a:lnTo>
                <a:lnTo>
                  <a:pt x="7" y="86"/>
                </a:lnTo>
                <a:lnTo>
                  <a:pt x="7" y="87"/>
                </a:lnTo>
                <a:lnTo>
                  <a:pt x="7" y="86"/>
                </a:lnTo>
                <a:lnTo>
                  <a:pt x="6" y="85"/>
                </a:lnTo>
                <a:lnTo>
                  <a:pt x="5" y="84"/>
                </a:lnTo>
                <a:lnTo>
                  <a:pt x="5" y="83"/>
                </a:lnTo>
                <a:lnTo>
                  <a:pt x="6" y="82"/>
                </a:lnTo>
                <a:lnTo>
                  <a:pt x="6" y="81"/>
                </a:lnTo>
                <a:lnTo>
                  <a:pt x="7" y="81"/>
                </a:lnTo>
                <a:lnTo>
                  <a:pt x="7" y="80"/>
                </a:lnTo>
                <a:lnTo>
                  <a:pt x="8" y="80"/>
                </a:lnTo>
                <a:lnTo>
                  <a:pt x="9" y="81"/>
                </a:lnTo>
                <a:lnTo>
                  <a:pt x="10" y="80"/>
                </a:lnTo>
                <a:lnTo>
                  <a:pt x="12" y="80"/>
                </a:lnTo>
                <a:lnTo>
                  <a:pt x="13" y="80"/>
                </a:lnTo>
                <a:lnTo>
                  <a:pt x="13" y="79"/>
                </a:lnTo>
                <a:lnTo>
                  <a:pt x="14" y="79"/>
                </a:lnTo>
                <a:lnTo>
                  <a:pt x="15" y="78"/>
                </a:lnTo>
                <a:lnTo>
                  <a:pt x="17" y="77"/>
                </a:lnTo>
                <a:lnTo>
                  <a:pt x="17" y="76"/>
                </a:lnTo>
                <a:lnTo>
                  <a:pt x="18" y="75"/>
                </a:lnTo>
                <a:lnTo>
                  <a:pt x="19" y="74"/>
                </a:lnTo>
                <a:lnTo>
                  <a:pt x="20" y="73"/>
                </a:lnTo>
                <a:lnTo>
                  <a:pt x="21" y="73"/>
                </a:lnTo>
                <a:lnTo>
                  <a:pt x="22" y="73"/>
                </a:lnTo>
                <a:lnTo>
                  <a:pt x="23" y="72"/>
                </a:lnTo>
                <a:lnTo>
                  <a:pt x="24" y="71"/>
                </a:lnTo>
                <a:lnTo>
                  <a:pt x="25" y="71"/>
                </a:lnTo>
                <a:lnTo>
                  <a:pt x="25" y="70"/>
                </a:lnTo>
                <a:lnTo>
                  <a:pt x="28" y="68"/>
                </a:lnTo>
                <a:lnTo>
                  <a:pt x="29" y="67"/>
                </a:lnTo>
                <a:lnTo>
                  <a:pt x="30" y="67"/>
                </a:lnTo>
                <a:lnTo>
                  <a:pt x="30" y="66"/>
                </a:lnTo>
                <a:lnTo>
                  <a:pt x="31" y="66"/>
                </a:lnTo>
                <a:lnTo>
                  <a:pt x="31" y="67"/>
                </a:lnTo>
                <a:lnTo>
                  <a:pt x="31" y="66"/>
                </a:lnTo>
                <a:lnTo>
                  <a:pt x="30" y="66"/>
                </a:lnTo>
                <a:lnTo>
                  <a:pt x="29" y="66"/>
                </a:lnTo>
                <a:lnTo>
                  <a:pt x="30" y="66"/>
                </a:lnTo>
                <a:lnTo>
                  <a:pt x="30" y="65"/>
                </a:lnTo>
                <a:lnTo>
                  <a:pt x="31" y="65"/>
                </a:lnTo>
                <a:lnTo>
                  <a:pt x="32" y="64"/>
                </a:lnTo>
                <a:lnTo>
                  <a:pt x="33" y="63"/>
                </a:lnTo>
                <a:lnTo>
                  <a:pt x="34" y="62"/>
                </a:lnTo>
                <a:lnTo>
                  <a:pt x="35" y="61"/>
                </a:lnTo>
                <a:lnTo>
                  <a:pt x="36" y="59"/>
                </a:lnTo>
                <a:lnTo>
                  <a:pt x="37" y="59"/>
                </a:lnTo>
                <a:lnTo>
                  <a:pt x="38" y="58"/>
                </a:lnTo>
                <a:lnTo>
                  <a:pt x="39" y="58"/>
                </a:lnTo>
                <a:lnTo>
                  <a:pt x="40" y="57"/>
                </a:lnTo>
                <a:lnTo>
                  <a:pt x="41" y="57"/>
                </a:lnTo>
                <a:lnTo>
                  <a:pt x="42" y="57"/>
                </a:lnTo>
                <a:lnTo>
                  <a:pt x="43" y="56"/>
                </a:lnTo>
                <a:lnTo>
                  <a:pt x="44" y="56"/>
                </a:lnTo>
                <a:lnTo>
                  <a:pt x="44" y="55"/>
                </a:lnTo>
                <a:lnTo>
                  <a:pt x="45" y="55"/>
                </a:lnTo>
                <a:lnTo>
                  <a:pt x="46" y="54"/>
                </a:lnTo>
                <a:lnTo>
                  <a:pt x="48" y="53"/>
                </a:lnTo>
                <a:lnTo>
                  <a:pt x="49" y="53"/>
                </a:lnTo>
                <a:lnTo>
                  <a:pt x="50" y="53"/>
                </a:lnTo>
                <a:lnTo>
                  <a:pt x="51" y="52"/>
                </a:lnTo>
                <a:lnTo>
                  <a:pt x="52" y="51"/>
                </a:lnTo>
                <a:lnTo>
                  <a:pt x="53" y="50"/>
                </a:lnTo>
                <a:lnTo>
                  <a:pt x="54" y="49"/>
                </a:lnTo>
                <a:lnTo>
                  <a:pt x="54" y="48"/>
                </a:lnTo>
                <a:lnTo>
                  <a:pt x="54" y="47"/>
                </a:lnTo>
                <a:lnTo>
                  <a:pt x="54" y="46"/>
                </a:lnTo>
                <a:lnTo>
                  <a:pt x="54" y="45"/>
                </a:lnTo>
                <a:lnTo>
                  <a:pt x="55" y="45"/>
                </a:lnTo>
                <a:lnTo>
                  <a:pt x="55" y="46"/>
                </a:lnTo>
                <a:lnTo>
                  <a:pt x="56" y="46"/>
                </a:lnTo>
                <a:lnTo>
                  <a:pt x="56" y="45"/>
                </a:lnTo>
                <a:lnTo>
                  <a:pt x="57" y="44"/>
                </a:lnTo>
                <a:lnTo>
                  <a:pt x="57" y="45"/>
                </a:lnTo>
                <a:lnTo>
                  <a:pt x="59" y="45"/>
                </a:lnTo>
                <a:lnTo>
                  <a:pt x="60" y="44"/>
                </a:lnTo>
                <a:lnTo>
                  <a:pt x="61" y="45"/>
                </a:lnTo>
                <a:lnTo>
                  <a:pt x="61" y="46"/>
                </a:lnTo>
                <a:lnTo>
                  <a:pt x="62" y="46"/>
                </a:lnTo>
                <a:lnTo>
                  <a:pt x="62" y="47"/>
                </a:lnTo>
                <a:lnTo>
                  <a:pt x="62" y="46"/>
                </a:lnTo>
                <a:lnTo>
                  <a:pt x="62" y="47"/>
                </a:lnTo>
                <a:lnTo>
                  <a:pt x="63" y="48"/>
                </a:lnTo>
                <a:lnTo>
                  <a:pt x="63" y="47"/>
                </a:lnTo>
                <a:lnTo>
                  <a:pt x="63" y="45"/>
                </a:lnTo>
                <a:lnTo>
                  <a:pt x="62" y="45"/>
                </a:lnTo>
                <a:lnTo>
                  <a:pt x="62" y="44"/>
                </a:lnTo>
                <a:lnTo>
                  <a:pt x="61" y="44"/>
                </a:lnTo>
                <a:lnTo>
                  <a:pt x="61" y="43"/>
                </a:lnTo>
                <a:lnTo>
                  <a:pt x="60" y="43"/>
                </a:lnTo>
                <a:lnTo>
                  <a:pt x="60" y="42"/>
                </a:lnTo>
                <a:lnTo>
                  <a:pt x="62" y="41"/>
                </a:lnTo>
                <a:lnTo>
                  <a:pt x="62" y="42"/>
                </a:lnTo>
                <a:lnTo>
                  <a:pt x="63" y="42"/>
                </a:lnTo>
                <a:lnTo>
                  <a:pt x="63" y="41"/>
                </a:lnTo>
                <a:lnTo>
                  <a:pt x="63" y="40"/>
                </a:lnTo>
                <a:lnTo>
                  <a:pt x="63" y="39"/>
                </a:lnTo>
                <a:lnTo>
                  <a:pt x="64" y="39"/>
                </a:lnTo>
                <a:lnTo>
                  <a:pt x="63" y="39"/>
                </a:lnTo>
                <a:lnTo>
                  <a:pt x="63" y="38"/>
                </a:lnTo>
                <a:lnTo>
                  <a:pt x="62" y="39"/>
                </a:lnTo>
                <a:lnTo>
                  <a:pt x="62" y="38"/>
                </a:lnTo>
                <a:lnTo>
                  <a:pt x="61" y="38"/>
                </a:lnTo>
                <a:lnTo>
                  <a:pt x="61" y="37"/>
                </a:lnTo>
                <a:lnTo>
                  <a:pt x="61" y="38"/>
                </a:lnTo>
                <a:lnTo>
                  <a:pt x="60" y="38"/>
                </a:lnTo>
                <a:lnTo>
                  <a:pt x="60" y="39"/>
                </a:lnTo>
                <a:lnTo>
                  <a:pt x="59" y="39"/>
                </a:lnTo>
                <a:lnTo>
                  <a:pt x="59" y="40"/>
                </a:lnTo>
                <a:lnTo>
                  <a:pt x="59" y="41"/>
                </a:lnTo>
                <a:lnTo>
                  <a:pt x="59" y="40"/>
                </a:lnTo>
                <a:lnTo>
                  <a:pt x="59" y="39"/>
                </a:lnTo>
                <a:lnTo>
                  <a:pt x="59" y="40"/>
                </a:lnTo>
                <a:lnTo>
                  <a:pt x="58" y="40"/>
                </a:lnTo>
                <a:lnTo>
                  <a:pt x="58" y="41"/>
                </a:lnTo>
                <a:lnTo>
                  <a:pt x="57" y="41"/>
                </a:lnTo>
                <a:lnTo>
                  <a:pt x="56" y="41"/>
                </a:lnTo>
                <a:lnTo>
                  <a:pt x="56" y="42"/>
                </a:lnTo>
                <a:lnTo>
                  <a:pt x="55" y="43"/>
                </a:lnTo>
                <a:lnTo>
                  <a:pt x="55" y="42"/>
                </a:lnTo>
                <a:lnTo>
                  <a:pt x="54" y="43"/>
                </a:lnTo>
                <a:lnTo>
                  <a:pt x="55" y="43"/>
                </a:lnTo>
                <a:lnTo>
                  <a:pt x="55" y="44"/>
                </a:lnTo>
                <a:lnTo>
                  <a:pt x="54" y="44"/>
                </a:lnTo>
                <a:lnTo>
                  <a:pt x="52" y="44"/>
                </a:lnTo>
                <a:lnTo>
                  <a:pt x="52" y="45"/>
                </a:lnTo>
                <a:lnTo>
                  <a:pt x="51" y="45"/>
                </a:lnTo>
                <a:lnTo>
                  <a:pt x="50" y="46"/>
                </a:lnTo>
                <a:lnTo>
                  <a:pt x="50" y="45"/>
                </a:lnTo>
                <a:lnTo>
                  <a:pt x="50" y="46"/>
                </a:lnTo>
                <a:lnTo>
                  <a:pt x="49" y="46"/>
                </a:lnTo>
                <a:lnTo>
                  <a:pt x="49" y="45"/>
                </a:lnTo>
                <a:lnTo>
                  <a:pt x="50" y="44"/>
                </a:lnTo>
                <a:lnTo>
                  <a:pt x="51" y="44"/>
                </a:lnTo>
                <a:lnTo>
                  <a:pt x="51" y="43"/>
                </a:lnTo>
                <a:lnTo>
                  <a:pt x="51" y="42"/>
                </a:lnTo>
                <a:lnTo>
                  <a:pt x="51" y="41"/>
                </a:lnTo>
                <a:lnTo>
                  <a:pt x="50" y="41"/>
                </a:lnTo>
                <a:lnTo>
                  <a:pt x="50" y="39"/>
                </a:lnTo>
                <a:lnTo>
                  <a:pt x="49" y="38"/>
                </a:lnTo>
                <a:lnTo>
                  <a:pt x="49" y="37"/>
                </a:lnTo>
                <a:lnTo>
                  <a:pt x="50" y="37"/>
                </a:lnTo>
                <a:lnTo>
                  <a:pt x="51" y="35"/>
                </a:lnTo>
                <a:lnTo>
                  <a:pt x="52" y="34"/>
                </a:lnTo>
                <a:lnTo>
                  <a:pt x="53" y="34"/>
                </a:lnTo>
                <a:lnTo>
                  <a:pt x="54" y="35"/>
                </a:lnTo>
                <a:lnTo>
                  <a:pt x="54" y="34"/>
                </a:lnTo>
                <a:lnTo>
                  <a:pt x="54" y="33"/>
                </a:lnTo>
                <a:lnTo>
                  <a:pt x="55" y="32"/>
                </a:lnTo>
                <a:lnTo>
                  <a:pt x="55" y="31"/>
                </a:lnTo>
                <a:lnTo>
                  <a:pt x="56" y="31"/>
                </a:lnTo>
                <a:lnTo>
                  <a:pt x="56" y="32"/>
                </a:lnTo>
                <a:lnTo>
                  <a:pt x="57" y="32"/>
                </a:lnTo>
                <a:lnTo>
                  <a:pt x="56" y="32"/>
                </a:lnTo>
                <a:lnTo>
                  <a:pt x="56" y="31"/>
                </a:lnTo>
                <a:lnTo>
                  <a:pt x="57" y="31"/>
                </a:lnTo>
                <a:lnTo>
                  <a:pt x="58" y="31"/>
                </a:lnTo>
                <a:lnTo>
                  <a:pt x="58" y="30"/>
                </a:lnTo>
                <a:lnTo>
                  <a:pt x="59" y="30"/>
                </a:lnTo>
                <a:lnTo>
                  <a:pt x="58" y="30"/>
                </a:lnTo>
                <a:lnTo>
                  <a:pt x="58" y="29"/>
                </a:lnTo>
                <a:lnTo>
                  <a:pt x="59" y="29"/>
                </a:lnTo>
                <a:lnTo>
                  <a:pt x="59" y="28"/>
                </a:lnTo>
                <a:lnTo>
                  <a:pt x="59" y="27"/>
                </a:lnTo>
                <a:lnTo>
                  <a:pt x="59" y="26"/>
                </a:lnTo>
                <a:lnTo>
                  <a:pt x="60" y="27"/>
                </a:lnTo>
                <a:lnTo>
                  <a:pt x="61" y="27"/>
                </a:lnTo>
                <a:lnTo>
                  <a:pt x="61" y="26"/>
                </a:lnTo>
                <a:lnTo>
                  <a:pt x="61" y="25"/>
                </a:lnTo>
                <a:lnTo>
                  <a:pt x="62" y="25"/>
                </a:lnTo>
                <a:lnTo>
                  <a:pt x="63" y="25"/>
                </a:lnTo>
                <a:lnTo>
                  <a:pt x="64" y="25"/>
                </a:lnTo>
                <a:lnTo>
                  <a:pt x="65" y="26"/>
                </a:lnTo>
                <a:lnTo>
                  <a:pt x="64" y="26"/>
                </a:lnTo>
                <a:lnTo>
                  <a:pt x="64" y="27"/>
                </a:lnTo>
                <a:lnTo>
                  <a:pt x="64" y="28"/>
                </a:lnTo>
                <a:lnTo>
                  <a:pt x="65" y="28"/>
                </a:lnTo>
                <a:lnTo>
                  <a:pt x="66" y="28"/>
                </a:lnTo>
                <a:lnTo>
                  <a:pt x="67" y="27"/>
                </a:lnTo>
                <a:lnTo>
                  <a:pt x="68" y="27"/>
                </a:lnTo>
                <a:lnTo>
                  <a:pt x="68" y="28"/>
                </a:lnTo>
                <a:lnTo>
                  <a:pt x="69" y="28"/>
                </a:lnTo>
                <a:lnTo>
                  <a:pt x="69" y="29"/>
                </a:lnTo>
                <a:lnTo>
                  <a:pt x="70" y="28"/>
                </a:lnTo>
                <a:lnTo>
                  <a:pt x="69" y="28"/>
                </a:lnTo>
                <a:lnTo>
                  <a:pt x="70" y="28"/>
                </a:lnTo>
                <a:lnTo>
                  <a:pt x="70" y="29"/>
                </a:lnTo>
                <a:lnTo>
                  <a:pt x="71" y="29"/>
                </a:lnTo>
                <a:lnTo>
                  <a:pt x="71" y="30"/>
                </a:lnTo>
                <a:lnTo>
                  <a:pt x="72" y="30"/>
                </a:lnTo>
                <a:lnTo>
                  <a:pt x="72" y="31"/>
                </a:lnTo>
                <a:lnTo>
                  <a:pt x="73" y="31"/>
                </a:lnTo>
                <a:lnTo>
                  <a:pt x="72" y="32"/>
                </a:lnTo>
                <a:lnTo>
                  <a:pt x="73" y="32"/>
                </a:lnTo>
                <a:lnTo>
                  <a:pt x="74" y="32"/>
                </a:lnTo>
                <a:lnTo>
                  <a:pt x="74" y="31"/>
                </a:lnTo>
                <a:lnTo>
                  <a:pt x="73" y="31"/>
                </a:lnTo>
                <a:lnTo>
                  <a:pt x="74" y="31"/>
                </a:lnTo>
                <a:lnTo>
                  <a:pt x="75" y="30"/>
                </a:lnTo>
                <a:lnTo>
                  <a:pt x="75" y="29"/>
                </a:lnTo>
                <a:lnTo>
                  <a:pt x="75" y="30"/>
                </a:lnTo>
                <a:lnTo>
                  <a:pt x="76" y="31"/>
                </a:lnTo>
                <a:lnTo>
                  <a:pt x="76" y="30"/>
                </a:lnTo>
                <a:lnTo>
                  <a:pt x="77" y="30"/>
                </a:lnTo>
                <a:lnTo>
                  <a:pt x="77" y="31"/>
                </a:lnTo>
                <a:lnTo>
                  <a:pt x="78" y="32"/>
                </a:lnTo>
                <a:lnTo>
                  <a:pt x="78" y="33"/>
                </a:lnTo>
                <a:lnTo>
                  <a:pt x="78" y="34"/>
                </a:lnTo>
                <a:lnTo>
                  <a:pt x="78" y="33"/>
                </a:lnTo>
                <a:lnTo>
                  <a:pt x="79" y="33"/>
                </a:lnTo>
                <a:lnTo>
                  <a:pt x="80" y="33"/>
                </a:lnTo>
                <a:lnTo>
                  <a:pt x="82" y="32"/>
                </a:lnTo>
                <a:lnTo>
                  <a:pt x="83" y="31"/>
                </a:lnTo>
                <a:lnTo>
                  <a:pt x="83" y="30"/>
                </a:lnTo>
                <a:lnTo>
                  <a:pt x="83" y="31"/>
                </a:lnTo>
                <a:lnTo>
                  <a:pt x="83" y="32"/>
                </a:lnTo>
                <a:lnTo>
                  <a:pt x="82" y="33"/>
                </a:lnTo>
                <a:lnTo>
                  <a:pt x="83" y="33"/>
                </a:lnTo>
                <a:lnTo>
                  <a:pt x="84" y="33"/>
                </a:lnTo>
                <a:lnTo>
                  <a:pt x="84" y="32"/>
                </a:lnTo>
                <a:lnTo>
                  <a:pt x="85" y="32"/>
                </a:lnTo>
                <a:lnTo>
                  <a:pt x="85" y="31"/>
                </a:lnTo>
                <a:lnTo>
                  <a:pt x="86" y="31"/>
                </a:lnTo>
                <a:lnTo>
                  <a:pt x="86" y="32"/>
                </a:lnTo>
                <a:lnTo>
                  <a:pt x="86" y="31"/>
                </a:lnTo>
                <a:lnTo>
                  <a:pt x="87" y="31"/>
                </a:lnTo>
                <a:lnTo>
                  <a:pt x="86" y="31"/>
                </a:lnTo>
                <a:lnTo>
                  <a:pt x="86" y="30"/>
                </a:lnTo>
                <a:lnTo>
                  <a:pt x="85" y="30"/>
                </a:lnTo>
                <a:lnTo>
                  <a:pt x="84" y="30"/>
                </a:lnTo>
                <a:lnTo>
                  <a:pt x="83" y="29"/>
                </a:lnTo>
                <a:lnTo>
                  <a:pt x="83" y="30"/>
                </a:lnTo>
                <a:lnTo>
                  <a:pt x="82" y="30"/>
                </a:lnTo>
                <a:lnTo>
                  <a:pt x="82" y="29"/>
                </a:lnTo>
                <a:lnTo>
                  <a:pt x="82" y="28"/>
                </a:lnTo>
                <a:lnTo>
                  <a:pt x="82" y="27"/>
                </a:lnTo>
                <a:lnTo>
                  <a:pt x="82" y="26"/>
                </a:lnTo>
                <a:lnTo>
                  <a:pt x="82" y="25"/>
                </a:lnTo>
                <a:lnTo>
                  <a:pt x="83" y="25"/>
                </a:lnTo>
                <a:lnTo>
                  <a:pt x="84" y="25"/>
                </a:lnTo>
                <a:lnTo>
                  <a:pt x="85" y="25"/>
                </a:lnTo>
                <a:lnTo>
                  <a:pt x="85" y="26"/>
                </a:lnTo>
                <a:lnTo>
                  <a:pt x="86" y="26"/>
                </a:lnTo>
                <a:lnTo>
                  <a:pt x="85" y="25"/>
                </a:lnTo>
                <a:lnTo>
                  <a:pt x="86" y="25"/>
                </a:lnTo>
                <a:lnTo>
                  <a:pt x="85" y="25"/>
                </a:lnTo>
                <a:lnTo>
                  <a:pt x="84" y="25"/>
                </a:lnTo>
                <a:lnTo>
                  <a:pt x="83" y="25"/>
                </a:lnTo>
                <a:lnTo>
                  <a:pt x="83" y="24"/>
                </a:lnTo>
                <a:lnTo>
                  <a:pt x="83" y="23"/>
                </a:lnTo>
                <a:lnTo>
                  <a:pt x="83" y="22"/>
                </a:lnTo>
                <a:lnTo>
                  <a:pt x="84" y="22"/>
                </a:lnTo>
                <a:lnTo>
                  <a:pt x="85" y="22"/>
                </a:lnTo>
                <a:lnTo>
                  <a:pt x="85" y="21"/>
                </a:lnTo>
                <a:lnTo>
                  <a:pt x="86" y="21"/>
                </a:lnTo>
                <a:lnTo>
                  <a:pt x="86" y="20"/>
                </a:lnTo>
                <a:lnTo>
                  <a:pt x="87" y="20"/>
                </a:lnTo>
                <a:lnTo>
                  <a:pt x="87" y="19"/>
                </a:lnTo>
                <a:lnTo>
                  <a:pt x="87" y="18"/>
                </a:lnTo>
                <a:lnTo>
                  <a:pt x="88" y="18"/>
                </a:lnTo>
                <a:lnTo>
                  <a:pt x="89" y="18"/>
                </a:lnTo>
                <a:lnTo>
                  <a:pt x="90" y="17"/>
                </a:lnTo>
                <a:lnTo>
                  <a:pt x="91" y="17"/>
                </a:lnTo>
                <a:lnTo>
                  <a:pt x="92" y="17"/>
                </a:lnTo>
                <a:lnTo>
                  <a:pt x="93" y="17"/>
                </a:lnTo>
                <a:lnTo>
                  <a:pt x="94" y="17"/>
                </a:lnTo>
                <a:lnTo>
                  <a:pt x="95" y="16"/>
                </a:lnTo>
                <a:lnTo>
                  <a:pt x="96" y="16"/>
                </a:lnTo>
                <a:lnTo>
                  <a:pt x="97" y="16"/>
                </a:lnTo>
                <a:lnTo>
                  <a:pt x="96" y="16"/>
                </a:lnTo>
                <a:lnTo>
                  <a:pt x="98" y="16"/>
                </a:lnTo>
                <a:lnTo>
                  <a:pt x="99" y="16"/>
                </a:lnTo>
                <a:lnTo>
                  <a:pt x="99" y="15"/>
                </a:lnTo>
                <a:lnTo>
                  <a:pt x="100" y="16"/>
                </a:lnTo>
                <a:lnTo>
                  <a:pt x="101" y="16"/>
                </a:lnTo>
                <a:lnTo>
                  <a:pt x="101" y="17"/>
                </a:lnTo>
                <a:lnTo>
                  <a:pt x="101" y="18"/>
                </a:lnTo>
                <a:lnTo>
                  <a:pt x="101" y="19"/>
                </a:lnTo>
                <a:lnTo>
                  <a:pt x="101" y="18"/>
                </a:lnTo>
                <a:lnTo>
                  <a:pt x="102" y="18"/>
                </a:lnTo>
                <a:lnTo>
                  <a:pt x="102" y="19"/>
                </a:lnTo>
                <a:lnTo>
                  <a:pt x="103" y="20"/>
                </a:lnTo>
                <a:lnTo>
                  <a:pt x="105" y="20"/>
                </a:lnTo>
                <a:lnTo>
                  <a:pt x="107" y="20"/>
                </a:lnTo>
                <a:lnTo>
                  <a:pt x="108" y="20"/>
                </a:lnTo>
                <a:lnTo>
                  <a:pt x="109" y="20"/>
                </a:lnTo>
                <a:lnTo>
                  <a:pt x="108" y="20"/>
                </a:lnTo>
                <a:lnTo>
                  <a:pt x="108" y="21"/>
                </a:lnTo>
                <a:lnTo>
                  <a:pt x="109" y="22"/>
                </a:lnTo>
                <a:lnTo>
                  <a:pt x="108" y="22"/>
                </a:lnTo>
                <a:lnTo>
                  <a:pt x="109" y="23"/>
                </a:lnTo>
                <a:lnTo>
                  <a:pt x="110" y="22"/>
                </a:lnTo>
                <a:lnTo>
                  <a:pt x="110" y="21"/>
                </a:lnTo>
                <a:lnTo>
                  <a:pt x="110" y="20"/>
                </a:lnTo>
                <a:lnTo>
                  <a:pt x="110" y="19"/>
                </a:lnTo>
                <a:lnTo>
                  <a:pt x="110" y="18"/>
                </a:lnTo>
                <a:lnTo>
                  <a:pt x="111" y="18"/>
                </a:lnTo>
                <a:lnTo>
                  <a:pt x="112" y="19"/>
                </a:lnTo>
                <a:lnTo>
                  <a:pt x="111" y="19"/>
                </a:lnTo>
                <a:lnTo>
                  <a:pt x="111" y="20"/>
                </a:lnTo>
                <a:lnTo>
                  <a:pt x="112" y="21"/>
                </a:lnTo>
                <a:lnTo>
                  <a:pt x="112" y="22"/>
                </a:lnTo>
                <a:lnTo>
                  <a:pt x="113" y="22"/>
                </a:lnTo>
                <a:lnTo>
                  <a:pt x="112" y="22"/>
                </a:lnTo>
                <a:lnTo>
                  <a:pt x="112" y="23"/>
                </a:lnTo>
                <a:lnTo>
                  <a:pt x="111" y="23"/>
                </a:lnTo>
                <a:lnTo>
                  <a:pt x="111" y="24"/>
                </a:lnTo>
                <a:lnTo>
                  <a:pt x="112" y="24"/>
                </a:lnTo>
                <a:lnTo>
                  <a:pt x="111" y="24"/>
                </a:lnTo>
                <a:lnTo>
                  <a:pt x="111" y="25"/>
                </a:lnTo>
                <a:lnTo>
                  <a:pt x="112" y="25"/>
                </a:lnTo>
                <a:lnTo>
                  <a:pt x="113" y="25"/>
                </a:lnTo>
                <a:lnTo>
                  <a:pt x="112" y="24"/>
                </a:lnTo>
                <a:lnTo>
                  <a:pt x="112" y="23"/>
                </a:lnTo>
                <a:lnTo>
                  <a:pt x="112" y="22"/>
                </a:lnTo>
                <a:lnTo>
                  <a:pt x="113" y="23"/>
                </a:lnTo>
                <a:lnTo>
                  <a:pt x="114" y="23"/>
                </a:lnTo>
                <a:lnTo>
                  <a:pt x="114" y="22"/>
                </a:lnTo>
                <a:lnTo>
                  <a:pt x="114" y="23"/>
                </a:lnTo>
                <a:lnTo>
                  <a:pt x="115" y="23"/>
                </a:lnTo>
                <a:lnTo>
                  <a:pt x="114" y="23"/>
                </a:lnTo>
                <a:lnTo>
                  <a:pt x="114" y="22"/>
                </a:lnTo>
                <a:lnTo>
                  <a:pt x="115" y="22"/>
                </a:lnTo>
                <a:lnTo>
                  <a:pt x="115" y="21"/>
                </a:lnTo>
                <a:lnTo>
                  <a:pt x="115" y="20"/>
                </a:lnTo>
                <a:lnTo>
                  <a:pt x="116" y="20"/>
                </a:lnTo>
                <a:lnTo>
                  <a:pt x="116" y="19"/>
                </a:lnTo>
                <a:lnTo>
                  <a:pt x="116" y="18"/>
                </a:lnTo>
                <a:lnTo>
                  <a:pt x="115" y="18"/>
                </a:lnTo>
                <a:lnTo>
                  <a:pt x="115" y="17"/>
                </a:lnTo>
                <a:lnTo>
                  <a:pt x="116" y="18"/>
                </a:lnTo>
                <a:lnTo>
                  <a:pt x="117" y="18"/>
                </a:lnTo>
                <a:lnTo>
                  <a:pt x="118" y="18"/>
                </a:lnTo>
                <a:lnTo>
                  <a:pt x="119" y="18"/>
                </a:lnTo>
                <a:lnTo>
                  <a:pt x="120" y="18"/>
                </a:lnTo>
                <a:lnTo>
                  <a:pt x="120" y="17"/>
                </a:lnTo>
                <a:lnTo>
                  <a:pt x="121" y="17"/>
                </a:lnTo>
                <a:lnTo>
                  <a:pt x="121" y="18"/>
                </a:lnTo>
                <a:lnTo>
                  <a:pt x="122" y="18"/>
                </a:lnTo>
                <a:lnTo>
                  <a:pt x="121" y="18"/>
                </a:lnTo>
                <a:lnTo>
                  <a:pt x="122" y="19"/>
                </a:lnTo>
                <a:lnTo>
                  <a:pt x="122" y="20"/>
                </a:lnTo>
                <a:lnTo>
                  <a:pt x="123" y="20"/>
                </a:lnTo>
                <a:lnTo>
                  <a:pt x="123" y="21"/>
                </a:lnTo>
                <a:lnTo>
                  <a:pt x="124" y="22"/>
                </a:lnTo>
                <a:lnTo>
                  <a:pt x="125" y="22"/>
                </a:lnTo>
                <a:lnTo>
                  <a:pt x="126" y="22"/>
                </a:lnTo>
                <a:lnTo>
                  <a:pt x="126" y="23"/>
                </a:lnTo>
                <a:lnTo>
                  <a:pt x="127" y="23"/>
                </a:lnTo>
                <a:lnTo>
                  <a:pt x="128" y="22"/>
                </a:lnTo>
                <a:lnTo>
                  <a:pt x="128" y="23"/>
                </a:lnTo>
                <a:lnTo>
                  <a:pt x="127" y="23"/>
                </a:lnTo>
                <a:lnTo>
                  <a:pt x="126" y="23"/>
                </a:lnTo>
                <a:lnTo>
                  <a:pt x="125" y="23"/>
                </a:lnTo>
                <a:lnTo>
                  <a:pt x="124" y="24"/>
                </a:lnTo>
                <a:lnTo>
                  <a:pt x="123" y="24"/>
                </a:lnTo>
                <a:lnTo>
                  <a:pt x="122" y="25"/>
                </a:lnTo>
                <a:lnTo>
                  <a:pt x="123" y="25"/>
                </a:lnTo>
                <a:lnTo>
                  <a:pt x="123" y="26"/>
                </a:lnTo>
                <a:lnTo>
                  <a:pt x="124" y="26"/>
                </a:lnTo>
                <a:lnTo>
                  <a:pt x="125" y="25"/>
                </a:lnTo>
                <a:lnTo>
                  <a:pt x="125" y="26"/>
                </a:lnTo>
                <a:lnTo>
                  <a:pt x="126" y="26"/>
                </a:lnTo>
                <a:lnTo>
                  <a:pt x="126" y="27"/>
                </a:lnTo>
                <a:lnTo>
                  <a:pt x="126" y="26"/>
                </a:lnTo>
                <a:lnTo>
                  <a:pt x="126" y="25"/>
                </a:lnTo>
                <a:lnTo>
                  <a:pt x="127" y="25"/>
                </a:lnTo>
                <a:lnTo>
                  <a:pt x="127" y="26"/>
                </a:lnTo>
                <a:lnTo>
                  <a:pt x="127" y="25"/>
                </a:lnTo>
                <a:lnTo>
                  <a:pt x="126" y="25"/>
                </a:lnTo>
                <a:lnTo>
                  <a:pt x="126" y="24"/>
                </a:lnTo>
                <a:lnTo>
                  <a:pt x="125" y="24"/>
                </a:lnTo>
                <a:lnTo>
                  <a:pt x="125" y="23"/>
                </a:lnTo>
                <a:lnTo>
                  <a:pt x="126" y="23"/>
                </a:lnTo>
                <a:lnTo>
                  <a:pt x="127" y="23"/>
                </a:lnTo>
                <a:lnTo>
                  <a:pt x="128" y="23"/>
                </a:lnTo>
                <a:lnTo>
                  <a:pt x="128" y="22"/>
                </a:lnTo>
                <a:lnTo>
                  <a:pt x="128" y="21"/>
                </a:lnTo>
                <a:lnTo>
                  <a:pt x="127" y="21"/>
                </a:lnTo>
                <a:lnTo>
                  <a:pt x="127" y="20"/>
                </a:lnTo>
                <a:lnTo>
                  <a:pt x="128" y="20"/>
                </a:lnTo>
                <a:lnTo>
                  <a:pt x="128" y="21"/>
                </a:lnTo>
                <a:lnTo>
                  <a:pt x="128" y="20"/>
                </a:lnTo>
                <a:lnTo>
                  <a:pt x="129" y="20"/>
                </a:lnTo>
                <a:lnTo>
                  <a:pt x="130" y="20"/>
                </a:lnTo>
                <a:lnTo>
                  <a:pt x="131" y="20"/>
                </a:lnTo>
                <a:lnTo>
                  <a:pt x="131" y="19"/>
                </a:lnTo>
                <a:lnTo>
                  <a:pt x="131" y="18"/>
                </a:lnTo>
                <a:lnTo>
                  <a:pt x="132" y="18"/>
                </a:lnTo>
                <a:lnTo>
                  <a:pt x="133" y="18"/>
                </a:lnTo>
                <a:lnTo>
                  <a:pt x="133" y="19"/>
                </a:lnTo>
                <a:lnTo>
                  <a:pt x="134" y="19"/>
                </a:lnTo>
                <a:lnTo>
                  <a:pt x="135" y="19"/>
                </a:lnTo>
                <a:lnTo>
                  <a:pt x="136" y="19"/>
                </a:lnTo>
                <a:lnTo>
                  <a:pt x="137" y="19"/>
                </a:lnTo>
                <a:lnTo>
                  <a:pt x="137" y="20"/>
                </a:lnTo>
                <a:lnTo>
                  <a:pt x="137" y="19"/>
                </a:lnTo>
                <a:lnTo>
                  <a:pt x="138" y="18"/>
                </a:lnTo>
                <a:lnTo>
                  <a:pt x="137" y="18"/>
                </a:lnTo>
                <a:lnTo>
                  <a:pt x="136" y="18"/>
                </a:lnTo>
                <a:lnTo>
                  <a:pt x="135" y="18"/>
                </a:lnTo>
                <a:lnTo>
                  <a:pt x="134" y="18"/>
                </a:lnTo>
                <a:lnTo>
                  <a:pt x="133" y="18"/>
                </a:lnTo>
                <a:lnTo>
                  <a:pt x="132" y="18"/>
                </a:lnTo>
                <a:lnTo>
                  <a:pt x="133" y="18"/>
                </a:lnTo>
                <a:lnTo>
                  <a:pt x="134" y="18"/>
                </a:lnTo>
                <a:lnTo>
                  <a:pt x="135" y="18"/>
                </a:lnTo>
                <a:lnTo>
                  <a:pt x="136" y="17"/>
                </a:lnTo>
                <a:lnTo>
                  <a:pt x="137" y="17"/>
                </a:lnTo>
                <a:lnTo>
                  <a:pt x="137" y="16"/>
                </a:lnTo>
                <a:lnTo>
                  <a:pt x="138" y="16"/>
                </a:lnTo>
                <a:lnTo>
                  <a:pt x="138" y="15"/>
                </a:lnTo>
                <a:lnTo>
                  <a:pt x="139" y="15"/>
                </a:lnTo>
                <a:lnTo>
                  <a:pt x="139" y="14"/>
                </a:lnTo>
                <a:lnTo>
                  <a:pt x="139" y="13"/>
                </a:lnTo>
                <a:lnTo>
                  <a:pt x="140" y="12"/>
                </a:lnTo>
                <a:lnTo>
                  <a:pt x="140" y="11"/>
                </a:lnTo>
                <a:lnTo>
                  <a:pt x="140" y="10"/>
                </a:lnTo>
                <a:lnTo>
                  <a:pt x="141" y="10"/>
                </a:lnTo>
                <a:lnTo>
                  <a:pt x="144" y="10"/>
                </a:lnTo>
                <a:lnTo>
                  <a:pt x="145" y="10"/>
                </a:lnTo>
                <a:lnTo>
                  <a:pt x="145" y="11"/>
                </a:lnTo>
                <a:lnTo>
                  <a:pt x="146" y="11"/>
                </a:lnTo>
                <a:lnTo>
                  <a:pt x="146" y="12"/>
                </a:lnTo>
                <a:lnTo>
                  <a:pt x="147" y="12"/>
                </a:lnTo>
                <a:lnTo>
                  <a:pt x="148" y="13"/>
                </a:lnTo>
                <a:lnTo>
                  <a:pt x="149" y="13"/>
                </a:lnTo>
                <a:lnTo>
                  <a:pt x="150" y="14"/>
                </a:lnTo>
                <a:lnTo>
                  <a:pt x="151" y="14"/>
                </a:lnTo>
                <a:lnTo>
                  <a:pt x="152" y="14"/>
                </a:lnTo>
                <a:lnTo>
                  <a:pt x="152" y="13"/>
                </a:lnTo>
                <a:lnTo>
                  <a:pt x="151" y="13"/>
                </a:lnTo>
                <a:lnTo>
                  <a:pt x="152" y="13"/>
                </a:lnTo>
                <a:lnTo>
                  <a:pt x="151" y="12"/>
                </a:lnTo>
                <a:lnTo>
                  <a:pt x="152" y="12"/>
                </a:lnTo>
                <a:lnTo>
                  <a:pt x="152" y="13"/>
                </a:lnTo>
                <a:lnTo>
                  <a:pt x="153" y="13"/>
                </a:lnTo>
                <a:lnTo>
                  <a:pt x="154" y="12"/>
                </a:lnTo>
                <a:lnTo>
                  <a:pt x="154" y="11"/>
                </a:lnTo>
                <a:lnTo>
                  <a:pt x="156" y="11"/>
                </a:lnTo>
                <a:lnTo>
                  <a:pt x="154" y="10"/>
                </a:lnTo>
                <a:lnTo>
                  <a:pt x="153" y="10"/>
                </a:lnTo>
                <a:lnTo>
                  <a:pt x="153" y="9"/>
                </a:lnTo>
                <a:lnTo>
                  <a:pt x="154" y="9"/>
                </a:lnTo>
                <a:lnTo>
                  <a:pt x="155" y="9"/>
                </a:lnTo>
                <a:lnTo>
                  <a:pt x="155" y="8"/>
                </a:lnTo>
                <a:lnTo>
                  <a:pt x="157" y="7"/>
                </a:lnTo>
                <a:lnTo>
                  <a:pt x="158" y="7"/>
                </a:lnTo>
                <a:lnTo>
                  <a:pt x="160" y="7"/>
                </a:lnTo>
                <a:lnTo>
                  <a:pt x="160" y="8"/>
                </a:lnTo>
                <a:lnTo>
                  <a:pt x="161" y="8"/>
                </a:lnTo>
                <a:lnTo>
                  <a:pt x="161" y="9"/>
                </a:lnTo>
                <a:lnTo>
                  <a:pt x="162" y="9"/>
                </a:lnTo>
                <a:lnTo>
                  <a:pt x="163" y="9"/>
                </a:lnTo>
                <a:lnTo>
                  <a:pt x="163" y="10"/>
                </a:lnTo>
                <a:lnTo>
                  <a:pt x="164" y="10"/>
                </a:lnTo>
                <a:lnTo>
                  <a:pt x="165" y="10"/>
                </a:lnTo>
                <a:lnTo>
                  <a:pt x="165" y="11"/>
                </a:lnTo>
                <a:lnTo>
                  <a:pt x="166" y="11"/>
                </a:lnTo>
                <a:lnTo>
                  <a:pt x="166" y="12"/>
                </a:lnTo>
                <a:lnTo>
                  <a:pt x="167" y="12"/>
                </a:lnTo>
                <a:lnTo>
                  <a:pt x="168" y="13"/>
                </a:lnTo>
                <a:lnTo>
                  <a:pt x="169" y="13"/>
                </a:lnTo>
                <a:lnTo>
                  <a:pt x="170" y="13"/>
                </a:lnTo>
                <a:lnTo>
                  <a:pt x="170" y="14"/>
                </a:lnTo>
                <a:lnTo>
                  <a:pt x="171" y="14"/>
                </a:lnTo>
                <a:lnTo>
                  <a:pt x="172" y="14"/>
                </a:lnTo>
                <a:lnTo>
                  <a:pt x="174" y="14"/>
                </a:lnTo>
                <a:lnTo>
                  <a:pt x="175" y="14"/>
                </a:lnTo>
                <a:lnTo>
                  <a:pt x="176" y="14"/>
                </a:lnTo>
                <a:lnTo>
                  <a:pt x="175" y="15"/>
                </a:lnTo>
                <a:lnTo>
                  <a:pt x="175" y="16"/>
                </a:lnTo>
                <a:lnTo>
                  <a:pt x="175" y="17"/>
                </a:lnTo>
                <a:lnTo>
                  <a:pt x="176" y="19"/>
                </a:lnTo>
                <a:lnTo>
                  <a:pt x="175" y="19"/>
                </a:lnTo>
                <a:lnTo>
                  <a:pt x="175" y="20"/>
                </a:lnTo>
                <a:lnTo>
                  <a:pt x="176" y="20"/>
                </a:lnTo>
                <a:lnTo>
                  <a:pt x="176" y="19"/>
                </a:lnTo>
                <a:lnTo>
                  <a:pt x="177" y="19"/>
                </a:lnTo>
                <a:lnTo>
                  <a:pt x="177" y="18"/>
                </a:lnTo>
                <a:lnTo>
                  <a:pt x="178" y="18"/>
                </a:lnTo>
                <a:lnTo>
                  <a:pt x="177" y="18"/>
                </a:lnTo>
                <a:lnTo>
                  <a:pt x="177" y="17"/>
                </a:lnTo>
                <a:lnTo>
                  <a:pt x="178" y="17"/>
                </a:lnTo>
                <a:lnTo>
                  <a:pt x="178" y="16"/>
                </a:lnTo>
                <a:lnTo>
                  <a:pt x="178" y="17"/>
                </a:lnTo>
                <a:lnTo>
                  <a:pt x="179" y="17"/>
                </a:lnTo>
                <a:lnTo>
                  <a:pt x="179" y="18"/>
                </a:lnTo>
                <a:lnTo>
                  <a:pt x="179" y="19"/>
                </a:lnTo>
                <a:lnTo>
                  <a:pt x="178" y="19"/>
                </a:lnTo>
                <a:lnTo>
                  <a:pt x="179" y="20"/>
                </a:lnTo>
                <a:lnTo>
                  <a:pt x="179" y="21"/>
                </a:lnTo>
                <a:lnTo>
                  <a:pt x="178" y="21"/>
                </a:lnTo>
                <a:lnTo>
                  <a:pt x="177" y="21"/>
                </a:lnTo>
                <a:lnTo>
                  <a:pt x="176" y="21"/>
                </a:lnTo>
                <a:lnTo>
                  <a:pt x="177" y="22"/>
                </a:lnTo>
                <a:lnTo>
                  <a:pt x="177" y="21"/>
                </a:lnTo>
                <a:lnTo>
                  <a:pt x="178" y="22"/>
                </a:lnTo>
                <a:lnTo>
                  <a:pt x="179" y="22"/>
                </a:lnTo>
                <a:lnTo>
                  <a:pt x="180" y="22"/>
                </a:lnTo>
                <a:lnTo>
                  <a:pt x="179" y="22"/>
                </a:lnTo>
                <a:lnTo>
                  <a:pt x="178" y="23"/>
                </a:lnTo>
                <a:lnTo>
                  <a:pt x="179" y="23"/>
                </a:lnTo>
                <a:lnTo>
                  <a:pt x="179" y="24"/>
                </a:lnTo>
                <a:lnTo>
                  <a:pt x="180" y="24"/>
                </a:lnTo>
                <a:lnTo>
                  <a:pt x="180" y="25"/>
                </a:lnTo>
                <a:lnTo>
                  <a:pt x="180" y="26"/>
                </a:lnTo>
                <a:lnTo>
                  <a:pt x="181" y="26"/>
                </a:lnTo>
                <a:lnTo>
                  <a:pt x="181" y="27"/>
                </a:lnTo>
                <a:lnTo>
                  <a:pt x="180" y="27"/>
                </a:lnTo>
                <a:lnTo>
                  <a:pt x="181" y="27"/>
                </a:lnTo>
                <a:lnTo>
                  <a:pt x="180" y="27"/>
                </a:lnTo>
                <a:lnTo>
                  <a:pt x="181" y="27"/>
                </a:lnTo>
                <a:lnTo>
                  <a:pt x="181" y="28"/>
                </a:lnTo>
                <a:lnTo>
                  <a:pt x="181" y="27"/>
                </a:lnTo>
                <a:lnTo>
                  <a:pt x="181" y="26"/>
                </a:lnTo>
                <a:lnTo>
                  <a:pt x="180" y="26"/>
                </a:lnTo>
                <a:lnTo>
                  <a:pt x="180" y="25"/>
                </a:lnTo>
                <a:lnTo>
                  <a:pt x="181" y="25"/>
                </a:lnTo>
                <a:lnTo>
                  <a:pt x="181" y="24"/>
                </a:lnTo>
                <a:lnTo>
                  <a:pt x="183" y="24"/>
                </a:lnTo>
                <a:lnTo>
                  <a:pt x="183" y="25"/>
                </a:lnTo>
                <a:lnTo>
                  <a:pt x="183" y="24"/>
                </a:lnTo>
                <a:lnTo>
                  <a:pt x="183" y="23"/>
                </a:lnTo>
                <a:lnTo>
                  <a:pt x="183" y="22"/>
                </a:lnTo>
                <a:lnTo>
                  <a:pt x="182" y="21"/>
                </a:lnTo>
                <a:lnTo>
                  <a:pt x="182" y="20"/>
                </a:lnTo>
                <a:lnTo>
                  <a:pt x="182" y="19"/>
                </a:lnTo>
                <a:lnTo>
                  <a:pt x="181" y="18"/>
                </a:lnTo>
                <a:lnTo>
                  <a:pt x="181" y="16"/>
                </a:lnTo>
                <a:lnTo>
                  <a:pt x="181" y="15"/>
                </a:lnTo>
                <a:lnTo>
                  <a:pt x="180" y="15"/>
                </a:lnTo>
                <a:lnTo>
                  <a:pt x="181" y="15"/>
                </a:lnTo>
                <a:lnTo>
                  <a:pt x="182" y="15"/>
                </a:lnTo>
                <a:lnTo>
                  <a:pt x="182" y="14"/>
                </a:lnTo>
                <a:lnTo>
                  <a:pt x="181" y="14"/>
                </a:lnTo>
                <a:lnTo>
                  <a:pt x="180" y="14"/>
                </a:lnTo>
                <a:lnTo>
                  <a:pt x="179" y="14"/>
                </a:lnTo>
                <a:lnTo>
                  <a:pt x="178" y="14"/>
                </a:lnTo>
                <a:lnTo>
                  <a:pt x="178" y="13"/>
                </a:lnTo>
                <a:lnTo>
                  <a:pt x="177" y="13"/>
                </a:lnTo>
                <a:lnTo>
                  <a:pt x="177" y="12"/>
                </a:lnTo>
                <a:lnTo>
                  <a:pt x="177" y="11"/>
                </a:lnTo>
                <a:lnTo>
                  <a:pt x="178" y="10"/>
                </a:lnTo>
                <a:lnTo>
                  <a:pt x="178" y="9"/>
                </a:lnTo>
                <a:lnTo>
                  <a:pt x="178" y="8"/>
                </a:lnTo>
                <a:lnTo>
                  <a:pt x="178" y="7"/>
                </a:lnTo>
                <a:lnTo>
                  <a:pt x="179" y="6"/>
                </a:lnTo>
                <a:lnTo>
                  <a:pt x="180" y="6"/>
                </a:lnTo>
                <a:lnTo>
                  <a:pt x="180" y="5"/>
                </a:lnTo>
                <a:lnTo>
                  <a:pt x="181" y="5"/>
                </a:lnTo>
                <a:lnTo>
                  <a:pt x="182" y="5"/>
                </a:lnTo>
                <a:lnTo>
                  <a:pt x="184" y="6"/>
                </a:lnTo>
                <a:lnTo>
                  <a:pt x="184" y="5"/>
                </a:lnTo>
                <a:lnTo>
                  <a:pt x="185" y="5"/>
                </a:lnTo>
                <a:lnTo>
                  <a:pt x="185" y="4"/>
                </a:lnTo>
                <a:lnTo>
                  <a:pt x="186" y="4"/>
                </a:lnTo>
                <a:lnTo>
                  <a:pt x="186" y="3"/>
                </a:lnTo>
                <a:lnTo>
                  <a:pt x="187" y="3"/>
                </a:lnTo>
                <a:lnTo>
                  <a:pt x="187" y="2"/>
                </a:lnTo>
                <a:lnTo>
                  <a:pt x="187" y="1"/>
                </a:lnTo>
                <a:lnTo>
                  <a:pt x="188" y="0"/>
                </a:lnTo>
                <a:lnTo>
                  <a:pt x="188" y="1"/>
                </a:lnTo>
                <a:lnTo>
                  <a:pt x="188" y="2"/>
                </a:lnTo>
                <a:lnTo>
                  <a:pt x="189" y="2"/>
                </a:lnTo>
                <a:lnTo>
                  <a:pt x="189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37" name=""/>
          <p:cNvSpPr/>
          <p:nvPr/>
        </p:nvSpPr>
        <p:spPr>
          <a:xfrm>
            <a:off x="6657120" y="224172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0" y="6"/>
                </a:moveTo>
                <a:lnTo>
                  <a:pt x="1" y="4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4" y="2"/>
                </a:lnTo>
                <a:lnTo>
                  <a:pt x="3" y="4"/>
                </a:lnTo>
                <a:lnTo>
                  <a:pt x="1" y="6"/>
                </a:lnTo>
                <a:lnTo>
                  <a:pt x="0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38" name=""/>
          <p:cNvSpPr/>
          <p:nvPr/>
        </p:nvSpPr>
        <p:spPr>
          <a:xfrm>
            <a:off x="6657120" y="22356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39" name=""/>
          <p:cNvSpPr/>
          <p:nvPr/>
        </p:nvSpPr>
        <p:spPr>
          <a:xfrm>
            <a:off x="6652440" y="22334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2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40" name=""/>
          <p:cNvSpPr/>
          <p:nvPr/>
        </p:nvSpPr>
        <p:spPr>
          <a:xfrm>
            <a:off x="6650280" y="22305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3" y="3"/>
                </a:move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4" y="3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41" name=""/>
          <p:cNvSpPr/>
          <p:nvPr/>
        </p:nvSpPr>
        <p:spPr>
          <a:xfrm>
            <a:off x="6652080" y="22298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0"/>
                </a:moveTo>
                <a:lnTo>
                  <a:pt x="5" y="0"/>
                </a:lnTo>
                <a:lnTo>
                  <a:pt x="5" y="1"/>
                </a:lnTo>
                <a:lnTo>
                  <a:pt x="5" y="2"/>
                </a:lnTo>
                <a:lnTo>
                  <a:pt x="5" y="4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42" name=""/>
          <p:cNvSpPr/>
          <p:nvPr/>
        </p:nvSpPr>
        <p:spPr>
          <a:xfrm>
            <a:off x="6630480" y="22266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1"/>
                </a:moveTo>
                <a:lnTo>
                  <a:pt x="2" y="2"/>
                </a:lnTo>
                <a:lnTo>
                  <a:pt x="2" y="4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43" name=""/>
          <p:cNvSpPr/>
          <p:nvPr/>
        </p:nvSpPr>
        <p:spPr>
          <a:xfrm>
            <a:off x="6613200" y="22219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44" name=""/>
          <p:cNvSpPr/>
          <p:nvPr/>
        </p:nvSpPr>
        <p:spPr>
          <a:xfrm>
            <a:off x="6654960" y="2221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45" name=""/>
          <p:cNvSpPr/>
          <p:nvPr/>
        </p:nvSpPr>
        <p:spPr>
          <a:xfrm>
            <a:off x="6657120" y="2220840"/>
            <a:ext cx="3240" cy="3600"/>
          </a:xfrm>
          <a:custGeom>
            <a:avLst/>
            <a:gdLst/>
            <a:ahLst/>
            <a:rect l="0" t="0" r="r" b="b"/>
            <a:pathLst>
              <a:path fill="none" w="9" h="10">
                <a:moveTo>
                  <a:pt x="4" y="0"/>
                </a:moveTo>
                <a:lnTo>
                  <a:pt x="4" y="1"/>
                </a:lnTo>
                <a:lnTo>
                  <a:pt x="5" y="1"/>
                </a:lnTo>
                <a:lnTo>
                  <a:pt x="7" y="1"/>
                </a:lnTo>
                <a:lnTo>
                  <a:pt x="8" y="1"/>
                </a:lnTo>
                <a:lnTo>
                  <a:pt x="8" y="2"/>
                </a:lnTo>
                <a:lnTo>
                  <a:pt x="9" y="2"/>
                </a:lnTo>
                <a:lnTo>
                  <a:pt x="9" y="4"/>
                </a:lnTo>
                <a:lnTo>
                  <a:pt x="8" y="4"/>
                </a:lnTo>
                <a:lnTo>
                  <a:pt x="9" y="4"/>
                </a:lnTo>
                <a:lnTo>
                  <a:pt x="9" y="5"/>
                </a:lnTo>
                <a:lnTo>
                  <a:pt x="8" y="5"/>
                </a:lnTo>
                <a:lnTo>
                  <a:pt x="7" y="5"/>
                </a:lnTo>
                <a:lnTo>
                  <a:pt x="7" y="6"/>
                </a:lnTo>
                <a:lnTo>
                  <a:pt x="7" y="7"/>
                </a:lnTo>
                <a:lnTo>
                  <a:pt x="7" y="8"/>
                </a:lnTo>
                <a:lnTo>
                  <a:pt x="5" y="7"/>
                </a:lnTo>
                <a:lnTo>
                  <a:pt x="5" y="8"/>
                </a:lnTo>
                <a:lnTo>
                  <a:pt x="5" y="9"/>
                </a:lnTo>
                <a:lnTo>
                  <a:pt x="4" y="9"/>
                </a:lnTo>
                <a:lnTo>
                  <a:pt x="4" y="10"/>
                </a:lnTo>
                <a:lnTo>
                  <a:pt x="4" y="9"/>
                </a:lnTo>
                <a:lnTo>
                  <a:pt x="4" y="10"/>
                </a:lnTo>
                <a:lnTo>
                  <a:pt x="3" y="10"/>
                </a:lnTo>
                <a:lnTo>
                  <a:pt x="2" y="10"/>
                </a:lnTo>
                <a:lnTo>
                  <a:pt x="2" y="9"/>
                </a:lnTo>
                <a:lnTo>
                  <a:pt x="2" y="10"/>
                </a:lnTo>
                <a:lnTo>
                  <a:pt x="2" y="9"/>
                </a:lnTo>
                <a:lnTo>
                  <a:pt x="1" y="9"/>
                </a:lnTo>
                <a:lnTo>
                  <a:pt x="0" y="9"/>
                </a:lnTo>
                <a:lnTo>
                  <a:pt x="0" y="8"/>
                </a:lnTo>
                <a:lnTo>
                  <a:pt x="1" y="8"/>
                </a:lnTo>
                <a:lnTo>
                  <a:pt x="1" y="7"/>
                </a:lnTo>
                <a:lnTo>
                  <a:pt x="1" y="8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1" y="4"/>
                </a:lnTo>
                <a:lnTo>
                  <a:pt x="2" y="4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46" name=""/>
          <p:cNvSpPr/>
          <p:nvPr/>
        </p:nvSpPr>
        <p:spPr>
          <a:xfrm>
            <a:off x="6645600" y="221976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4" y="2"/>
                </a:move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  <a:lnTo>
                  <a:pt x="5" y="3"/>
                </a:lnTo>
                <a:lnTo>
                  <a:pt x="6" y="3"/>
                </a:ln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47" name=""/>
          <p:cNvSpPr/>
          <p:nvPr/>
        </p:nvSpPr>
        <p:spPr>
          <a:xfrm>
            <a:off x="6609600" y="221652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5" y="4"/>
                </a:moveTo>
                <a:lnTo>
                  <a:pt x="5" y="6"/>
                </a:lnTo>
                <a:lnTo>
                  <a:pt x="4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1" y="6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1" y="6"/>
                </a:lnTo>
                <a:lnTo>
                  <a:pt x="1" y="7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lnTo>
                  <a:pt x="6" y="3"/>
                </a:lnTo>
                <a:lnTo>
                  <a:pt x="5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48" name=""/>
          <p:cNvSpPr/>
          <p:nvPr/>
        </p:nvSpPr>
        <p:spPr>
          <a:xfrm>
            <a:off x="6652800" y="22161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lnTo>
                  <a:pt x="3" y="2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49" name=""/>
          <p:cNvSpPr/>
          <p:nvPr/>
        </p:nvSpPr>
        <p:spPr>
          <a:xfrm>
            <a:off x="6647400" y="2215440"/>
            <a:ext cx="10080" cy="6840"/>
          </a:xfrm>
          <a:custGeom>
            <a:avLst/>
            <a:gdLst/>
            <a:ahLst/>
            <a:rect l="0" t="0" r="r" b="b"/>
            <a:pathLst>
              <a:path fill="none" w="28" h="19">
                <a:moveTo>
                  <a:pt x="15" y="2"/>
                </a:moveTo>
                <a:lnTo>
                  <a:pt x="16" y="4"/>
                </a:lnTo>
                <a:lnTo>
                  <a:pt x="17" y="5"/>
                </a:lnTo>
                <a:lnTo>
                  <a:pt x="18" y="5"/>
                </a:lnTo>
                <a:lnTo>
                  <a:pt x="18" y="4"/>
                </a:lnTo>
                <a:lnTo>
                  <a:pt x="20" y="4"/>
                </a:lnTo>
                <a:lnTo>
                  <a:pt x="20" y="5"/>
                </a:lnTo>
                <a:lnTo>
                  <a:pt x="22" y="4"/>
                </a:lnTo>
                <a:lnTo>
                  <a:pt x="22" y="3"/>
                </a:lnTo>
                <a:lnTo>
                  <a:pt x="23" y="3"/>
                </a:lnTo>
                <a:lnTo>
                  <a:pt x="24" y="2"/>
                </a:lnTo>
                <a:lnTo>
                  <a:pt x="25" y="2"/>
                </a:lnTo>
                <a:lnTo>
                  <a:pt x="26" y="3"/>
                </a:lnTo>
                <a:lnTo>
                  <a:pt x="27" y="3"/>
                </a:lnTo>
                <a:lnTo>
                  <a:pt x="28" y="3"/>
                </a:lnTo>
                <a:lnTo>
                  <a:pt x="28" y="4"/>
                </a:lnTo>
                <a:lnTo>
                  <a:pt x="28" y="5"/>
                </a:lnTo>
                <a:lnTo>
                  <a:pt x="27" y="6"/>
                </a:lnTo>
                <a:lnTo>
                  <a:pt x="27" y="7"/>
                </a:lnTo>
                <a:lnTo>
                  <a:pt x="27" y="8"/>
                </a:lnTo>
                <a:lnTo>
                  <a:pt x="27" y="10"/>
                </a:lnTo>
                <a:lnTo>
                  <a:pt x="26" y="11"/>
                </a:lnTo>
                <a:lnTo>
                  <a:pt x="26" y="12"/>
                </a:lnTo>
                <a:lnTo>
                  <a:pt x="26" y="13"/>
                </a:lnTo>
                <a:lnTo>
                  <a:pt x="26" y="14"/>
                </a:lnTo>
                <a:lnTo>
                  <a:pt x="26" y="15"/>
                </a:lnTo>
                <a:lnTo>
                  <a:pt x="26" y="16"/>
                </a:lnTo>
                <a:lnTo>
                  <a:pt x="26" y="18"/>
                </a:lnTo>
                <a:lnTo>
                  <a:pt x="25" y="19"/>
                </a:lnTo>
                <a:lnTo>
                  <a:pt x="24" y="19"/>
                </a:lnTo>
                <a:lnTo>
                  <a:pt x="24" y="18"/>
                </a:lnTo>
                <a:lnTo>
                  <a:pt x="23" y="17"/>
                </a:lnTo>
                <a:lnTo>
                  <a:pt x="23" y="16"/>
                </a:lnTo>
                <a:lnTo>
                  <a:pt x="24" y="16"/>
                </a:lnTo>
                <a:lnTo>
                  <a:pt x="24" y="15"/>
                </a:lnTo>
                <a:lnTo>
                  <a:pt x="23" y="15"/>
                </a:lnTo>
                <a:lnTo>
                  <a:pt x="22" y="15"/>
                </a:lnTo>
                <a:lnTo>
                  <a:pt x="22" y="14"/>
                </a:lnTo>
                <a:lnTo>
                  <a:pt x="22" y="13"/>
                </a:lnTo>
                <a:lnTo>
                  <a:pt x="21" y="12"/>
                </a:lnTo>
                <a:lnTo>
                  <a:pt x="20" y="12"/>
                </a:lnTo>
                <a:lnTo>
                  <a:pt x="20" y="11"/>
                </a:lnTo>
                <a:lnTo>
                  <a:pt x="19" y="11"/>
                </a:lnTo>
                <a:lnTo>
                  <a:pt x="18" y="11"/>
                </a:lnTo>
                <a:lnTo>
                  <a:pt x="17" y="11"/>
                </a:lnTo>
                <a:lnTo>
                  <a:pt x="17" y="12"/>
                </a:lnTo>
                <a:lnTo>
                  <a:pt x="17" y="11"/>
                </a:lnTo>
                <a:lnTo>
                  <a:pt x="16" y="11"/>
                </a:lnTo>
                <a:lnTo>
                  <a:pt x="15" y="11"/>
                </a:lnTo>
                <a:lnTo>
                  <a:pt x="14" y="11"/>
                </a:lnTo>
                <a:lnTo>
                  <a:pt x="13" y="11"/>
                </a:lnTo>
                <a:lnTo>
                  <a:pt x="13" y="12"/>
                </a:lnTo>
                <a:lnTo>
                  <a:pt x="12" y="12"/>
                </a:lnTo>
                <a:lnTo>
                  <a:pt x="12" y="11"/>
                </a:lnTo>
                <a:lnTo>
                  <a:pt x="11" y="11"/>
                </a:lnTo>
                <a:lnTo>
                  <a:pt x="10" y="11"/>
                </a:lnTo>
                <a:lnTo>
                  <a:pt x="9" y="12"/>
                </a:lnTo>
                <a:lnTo>
                  <a:pt x="7" y="12"/>
                </a:lnTo>
                <a:lnTo>
                  <a:pt x="7" y="13"/>
                </a:lnTo>
                <a:lnTo>
                  <a:pt x="6" y="13"/>
                </a:lnTo>
                <a:lnTo>
                  <a:pt x="5" y="13"/>
                </a:lnTo>
                <a:lnTo>
                  <a:pt x="5" y="14"/>
                </a:lnTo>
                <a:lnTo>
                  <a:pt x="4" y="14"/>
                </a:lnTo>
                <a:lnTo>
                  <a:pt x="3" y="14"/>
                </a:lnTo>
                <a:lnTo>
                  <a:pt x="2" y="15"/>
                </a:lnTo>
                <a:lnTo>
                  <a:pt x="1" y="15"/>
                </a:lnTo>
                <a:lnTo>
                  <a:pt x="0" y="15"/>
                </a:lnTo>
                <a:lnTo>
                  <a:pt x="0" y="14"/>
                </a:lnTo>
                <a:lnTo>
                  <a:pt x="0" y="15"/>
                </a:lnTo>
                <a:lnTo>
                  <a:pt x="1" y="14"/>
                </a:lnTo>
                <a:lnTo>
                  <a:pt x="0" y="14"/>
                </a:lnTo>
                <a:lnTo>
                  <a:pt x="1" y="13"/>
                </a:lnTo>
                <a:lnTo>
                  <a:pt x="1" y="12"/>
                </a:lnTo>
                <a:lnTo>
                  <a:pt x="2" y="12"/>
                </a:lnTo>
                <a:lnTo>
                  <a:pt x="2" y="11"/>
                </a:lnTo>
                <a:lnTo>
                  <a:pt x="2" y="10"/>
                </a:lnTo>
                <a:lnTo>
                  <a:pt x="3" y="8"/>
                </a:lnTo>
                <a:lnTo>
                  <a:pt x="4" y="7"/>
                </a:lnTo>
                <a:lnTo>
                  <a:pt x="5" y="7"/>
                </a:lnTo>
                <a:lnTo>
                  <a:pt x="6" y="7"/>
                </a:lnTo>
                <a:lnTo>
                  <a:pt x="7" y="7"/>
                </a:lnTo>
                <a:lnTo>
                  <a:pt x="6" y="7"/>
                </a:lnTo>
                <a:lnTo>
                  <a:pt x="6" y="6"/>
                </a:lnTo>
                <a:lnTo>
                  <a:pt x="6" y="5"/>
                </a:lnTo>
                <a:lnTo>
                  <a:pt x="5" y="5"/>
                </a:lnTo>
                <a:lnTo>
                  <a:pt x="6" y="5"/>
                </a:lnTo>
                <a:lnTo>
                  <a:pt x="6" y="4"/>
                </a:lnTo>
                <a:lnTo>
                  <a:pt x="6" y="3"/>
                </a:lnTo>
                <a:lnTo>
                  <a:pt x="5" y="3"/>
                </a:lnTo>
                <a:lnTo>
                  <a:pt x="6" y="2"/>
                </a:lnTo>
                <a:lnTo>
                  <a:pt x="7" y="3"/>
                </a:lnTo>
                <a:lnTo>
                  <a:pt x="7" y="2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1" y="3"/>
                </a:lnTo>
                <a:lnTo>
                  <a:pt x="11" y="2"/>
                </a:lnTo>
                <a:lnTo>
                  <a:pt x="12" y="2"/>
                </a:lnTo>
                <a:lnTo>
                  <a:pt x="12" y="1"/>
                </a:lnTo>
                <a:lnTo>
                  <a:pt x="13" y="1"/>
                </a:lnTo>
                <a:lnTo>
                  <a:pt x="14" y="0"/>
                </a:lnTo>
                <a:lnTo>
                  <a:pt x="15" y="1"/>
                </a:lnTo>
                <a:lnTo>
                  <a:pt x="1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240" rIns="360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50" name=""/>
          <p:cNvSpPr/>
          <p:nvPr/>
        </p:nvSpPr>
        <p:spPr>
          <a:xfrm>
            <a:off x="6651720" y="2214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51" name=""/>
          <p:cNvSpPr/>
          <p:nvPr/>
        </p:nvSpPr>
        <p:spPr>
          <a:xfrm>
            <a:off x="6652800" y="22129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52" name=""/>
          <p:cNvSpPr/>
          <p:nvPr/>
        </p:nvSpPr>
        <p:spPr>
          <a:xfrm>
            <a:off x="6655680" y="2211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53" name=""/>
          <p:cNvSpPr/>
          <p:nvPr/>
        </p:nvSpPr>
        <p:spPr>
          <a:xfrm>
            <a:off x="6653160" y="2211120"/>
            <a:ext cx="6480" cy="5040"/>
          </a:xfrm>
          <a:custGeom>
            <a:avLst/>
            <a:gdLst/>
            <a:ahLst/>
            <a:rect l="0" t="0" r="r" b="b"/>
            <a:pathLst>
              <a:path fill="none" w="18" h="14">
                <a:moveTo>
                  <a:pt x="18" y="1"/>
                </a:moveTo>
                <a:lnTo>
                  <a:pt x="18" y="2"/>
                </a:lnTo>
                <a:lnTo>
                  <a:pt x="18" y="3"/>
                </a:lnTo>
                <a:lnTo>
                  <a:pt x="17" y="3"/>
                </a:lnTo>
                <a:lnTo>
                  <a:pt x="16" y="5"/>
                </a:lnTo>
                <a:lnTo>
                  <a:pt x="16" y="6"/>
                </a:lnTo>
                <a:lnTo>
                  <a:pt x="16" y="7"/>
                </a:lnTo>
                <a:lnTo>
                  <a:pt x="15" y="8"/>
                </a:lnTo>
                <a:lnTo>
                  <a:pt x="15" y="10"/>
                </a:lnTo>
                <a:lnTo>
                  <a:pt x="15" y="11"/>
                </a:lnTo>
                <a:lnTo>
                  <a:pt x="14" y="12"/>
                </a:lnTo>
                <a:lnTo>
                  <a:pt x="14" y="13"/>
                </a:lnTo>
                <a:lnTo>
                  <a:pt x="13" y="13"/>
                </a:lnTo>
                <a:lnTo>
                  <a:pt x="13" y="14"/>
                </a:lnTo>
                <a:lnTo>
                  <a:pt x="13" y="13"/>
                </a:lnTo>
                <a:lnTo>
                  <a:pt x="11" y="14"/>
                </a:lnTo>
                <a:lnTo>
                  <a:pt x="10" y="14"/>
                </a:lnTo>
                <a:lnTo>
                  <a:pt x="10" y="13"/>
                </a:lnTo>
                <a:lnTo>
                  <a:pt x="10" y="12"/>
                </a:lnTo>
                <a:lnTo>
                  <a:pt x="10" y="11"/>
                </a:lnTo>
                <a:lnTo>
                  <a:pt x="9" y="11"/>
                </a:lnTo>
                <a:lnTo>
                  <a:pt x="9" y="10"/>
                </a:lnTo>
                <a:lnTo>
                  <a:pt x="9" y="8"/>
                </a:lnTo>
                <a:lnTo>
                  <a:pt x="8" y="8"/>
                </a:lnTo>
                <a:lnTo>
                  <a:pt x="9" y="7"/>
                </a:lnTo>
                <a:lnTo>
                  <a:pt x="8" y="7"/>
                </a:lnTo>
                <a:lnTo>
                  <a:pt x="9" y="7"/>
                </a:lnTo>
                <a:lnTo>
                  <a:pt x="9" y="6"/>
                </a:lnTo>
                <a:lnTo>
                  <a:pt x="8" y="6"/>
                </a:lnTo>
                <a:lnTo>
                  <a:pt x="9" y="6"/>
                </a:lnTo>
                <a:lnTo>
                  <a:pt x="8" y="7"/>
                </a:lnTo>
                <a:lnTo>
                  <a:pt x="6" y="7"/>
                </a:lnTo>
                <a:lnTo>
                  <a:pt x="6" y="6"/>
                </a:lnTo>
                <a:lnTo>
                  <a:pt x="5" y="6"/>
                </a:lnTo>
                <a:lnTo>
                  <a:pt x="5" y="7"/>
                </a:lnTo>
                <a:lnTo>
                  <a:pt x="4" y="7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6" y="0"/>
                </a:lnTo>
                <a:lnTo>
                  <a:pt x="8" y="1"/>
                </a:lnTo>
                <a:lnTo>
                  <a:pt x="8" y="2"/>
                </a:lnTo>
                <a:lnTo>
                  <a:pt x="8" y="3"/>
                </a:lnTo>
                <a:lnTo>
                  <a:pt x="6" y="3"/>
                </a:lnTo>
                <a:lnTo>
                  <a:pt x="8" y="4"/>
                </a:lnTo>
                <a:lnTo>
                  <a:pt x="8" y="3"/>
                </a:lnTo>
                <a:lnTo>
                  <a:pt x="9" y="3"/>
                </a:lnTo>
                <a:lnTo>
                  <a:pt x="10" y="2"/>
                </a:lnTo>
                <a:lnTo>
                  <a:pt x="11" y="2"/>
                </a:lnTo>
                <a:lnTo>
                  <a:pt x="12" y="2"/>
                </a:lnTo>
                <a:lnTo>
                  <a:pt x="12" y="1"/>
                </a:lnTo>
                <a:lnTo>
                  <a:pt x="14" y="1"/>
                </a:lnTo>
                <a:lnTo>
                  <a:pt x="15" y="1"/>
                </a:lnTo>
                <a:lnTo>
                  <a:pt x="15" y="2"/>
                </a:lnTo>
                <a:lnTo>
                  <a:pt x="16" y="2"/>
                </a:lnTo>
                <a:lnTo>
                  <a:pt x="17" y="2"/>
                </a:lnTo>
                <a:lnTo>
                  <a:pt x="17" y="1"/>
                </a:lnTo>
                <a:lnTo>
                  <a:pt x="18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54" name=""/>
          <p:cNvSpPr/>
          <p:nvPr/>
        </p:nvSpPr>
        <p:spPr>
          <a:xfrm>
            <a:off x="6609600" y="22010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55" name=""/>
          <p:cNvSpPr/>
          <p:nvPr/>
        </p:nvSpPr>
        <p:spPr>
          <a:xfrm>
            <a:off x="6677280" y="22046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56" name=""/>
          <p:cNvSpPr/>
          <p:nvPr/>
        </p:nvSpPr>
        <p:spPr>
          <a:xfrm>
            <a:off x="6672960" y="2200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57" name=""/>
          <p:cNvSpPr/>
          <p:nvPr/>
        </p:nvSpPr>
        <p:spPr>
          <a:xfrm>
            <a:off x="6596280" y="219636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1"/>
                </a:move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58" name=""/>
          <p:cNvSpPr/>
          <p:nvPr/>
        </p:nvSpPr>
        <p:spPr>
          <a:xfrm>
            <a:off x="6607800" y="21956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0" y="3"/>
                </a:lnTo>
                <a:lnTo>
                  <a:pt x="2" y="3"/>
                </a:lnTo>
                <a:lnTo>
                  <a:pt x="3" y="1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59" name=""/>
          <p:cNvSpPr/>
          <p:nvPr/>
        </p:nvSpPr>
        <p:spPr>
          <a:xfrm>
            <a:off x="6585480" y="21942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60" name=""/>
          <p:cNvSpPr/>
          <p:nvPr/>
        </p:nvSpPr>
        <p:spPr>
          <a:xfrm>
            <a:off x="6608880" y="2194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61" name=""/>
          <p:cNvSpPr/>
          <p:nvPr/>
        </p:nvSpPr>
        <p:spPr>
          <a:xfrm>
            <a:off x="6584760" y="2193840"/>
            <a:ext cx="2520" cy="5040"/>
          </a:xfrm>
          <a:custGeom>
            <a:avLst/>
            <a:gdLst/>
            <a:ahLst/>
            <a:rect l="0" t="0" r="r" b="b"/>
            <a:pathLst>
              <a:path fill="none" w="7" h="14">
                <a:moveTo>
                  <a:pt x="6" y="2"/>
                </a:moveTo>
                <a:lnTo>
                  <a:pt x="7" y="2"/>
                </a:lnTo>
                <a:lnTo>
                  <a:pt x="7" y="3"/>
                </a:lnTo>
                <a:lnTo>
                  <a:pt x="6" y="4"/>
                </a:lnTo>
                <a:lnTo>
                  <a:pt x="5" y="5"/>
                </a:lnTo>
                <a:lnTo>
                  <a:pt x="5" y="6"/>
                </a:lnTo>
                <a:lnTo>
                  <a:pt x="5" y="7"/>
                </a:lnTo>
                <a:lnTo>
                  <a:pt x="5" y="9"/>
                </a:lnTo>
                <a:lnTo>
                  <a:pt x="5" y="10"/>
                </a:lnTo>
                <a:lnTo>
                  <a:pt x="4" y="10"/>
                </a:lnTo>
                <a:lnTo>
                  <a:pt x="4" y="11"/>
                </a:lnTo>
                <a:lnTo>
                  <a:pt x="3" y="11"/>
                </a:lnTo>
                <a:lnTo>
                  <a:pt x="3" y="12"/>
                </a:lnTo>
                <a:lnTo>
                  <a:pt x="4" y="12"/>
                </a:lnTo>
                <a:lnTo>
                  <a:pt x="4" y="13"/>
                </a:lnTo>
                <a:lnTo>
                  <a:pt x="4" y="14"/>
                </a:lnTo>
                <a:lnTo>
                  <a:pt x="3" y="14"/>
                </a:lnTo>
                <a:lnTo>
                  <a:pt x="3" y="13"/>
                </a:lnTo>
                <a:lnTo>
                  <a:pt x="1" y="13"/>
                </a:lnTo>
                <a:lnTo>
                  <a:pt x="1" y="11"/>
                </a:lnTo>
                <a:lnTo>
                  <a:pt x="0" y="9"/>
                </a:lnTo>
                <a:lnTo>
                  <a:pt x="1" y="9"/>
                </a:lnTo>
                <a:lnTo>
                  <a:pt x="1" y="7"/>
                </a:ln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4" y="3"/>
                </a:lnTo>
                <a:lnTo>
                  <a:pt x="4" y="2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62" name=""/>
          <p:cNvSpPr/>
          <p:nvPr/>
        </p:nvSpPr>
        <p:spPr>
          <a:xfrm>
            <a:off x="6585120" y="21927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63" name=""/>
          <p:cNvSpPr/>
          <p:nvPr/>
        </p:nvSpPr>
        <p:spPr>
          <a:xfrm>
            <a:off x="6602040" y="21924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64" name=""/>
          <p:cNvSpPr/>
          <p:nvPr/>
        </p:nvSpPr>
        <p:spPr>
          <a:xfrm>
            <a:off x="6593040" y="21916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0"/>
                </a:moveTo>
                <a:lnTo>
                  <a:pt x="4" y="2"/>
                </a:lnTo>
                <a:lnTo>
                  <a:pt x="2" y="3"/>
                </a:lnTo>
                <a:lnTo>
                  <a:pt x="2" y="5"/>
                </a:lnTo>
                <a:lnTo>
                  <a:pt x="2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65" name=""/>
          <p:cNvSpPr/>
          <p:nvPr/>
        </p:nvSpPr>
        <p:spPr>
          <a:xfrm>
            <a:off x="6709680" y="21981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2"/>
                </a:move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66" name=""/>
          <p:cNvSpPr/>
          <p:nvPr/>
        </p:nvSpPr>
        <p:spPr>
          <a:xfrm>
            <a:off x="6592680" y="2191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67" name=""/>
          <p:cNvSpPr/>
          <p:nvPr/>
        </p:nvSpPr>
        <p:spPr>
          <a:xfrm>
            <a:off x="6592680" y="219060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1"/>
                </a:moveTo>
                <a:lnTo>
                  <a:pt x="3" y="3"/>
                </a:ln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68" name=""/>
          <p:cNvSpPr/>
          <p:nvPr/>
        </p:nvSpPr>
        <p:spPr>
          <a:xfrm>
            <a:off x="6592680" y="2190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69" name=""/>
          <p:cNvSpPr/>
          <p:nvPr/>
        </p:nvSpPr>
        <p:spPr>
          <a:xfrm>
            <a:off x="6708600" y="21963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70" name=""/>
          <p:cNvSpPr/>
          <p:nvPr/>
        </p:nvSpPr>
        <p:spPr>
          <a:xfrm>
            <a:off x="6729840" y="21974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71" name=""/>
          <p:cNvSpPr/>
          <p:nvPr/>
        </p:nvSpPr>
        <p:spPr>
          <a:xfrm>
            <a:off x="6722640" y="21967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72" name=""/>
          <p:cNvSpPr/>
          <p:nvPr/>
        </p:nvSpPr>
        <p:spPr>
          <a:xfrm>
            <a:off x="6707880" y="21952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73" name=""/>
          <p:cNvSpPr/>
          <p:nvPr/>
        </p:nvSpPr>
        <p:spPr>
          <a:xfrm>
            <a:off x="6725160" y="21967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74" name=""/>
          <p:cNvSpPr/>
          <p:nvPr/>
        </p:nvSpPr>
        <p:spPr>
          <a:xfrm>
            <a:off x="6697800" y="2194560"/>
            <a:ext cx="7200" cy="4320"/>
          </a:xfrm>
          <a:custGeom>
            <a:avLst/>
            <a:gdLst/>
            <a:ahLst/>
            <a:rect l="0" t="0" r="r" b="b"/>
            <a:pathLst>
              <a:path fill="none" w="20" h="12">
                <a:moveTo>
                  <a:pt x="12" y="1"/>
                </a:moveTo>
                <a:lnTo>
                  <a:pt x="13" y="2"/>
                </a:lnTo>
                <a:lnTo>
                  <a:pt x="14" y="2"/>
                </a:lnTo>
                <a:lnTo>
                  <a:pt x="15" y="1"/>
                </a:lnTo>
                <a:lnTo>
                  <a:pt x="14" y="1"/>
                </a:lnTo>
                <a:lnTo>
                  <a:pt x="15" y="1"/>
                </a:lnTo>
                <a:lnTo>
                  <a:pt x="15" y="2"/>
                </a:lnTo>
                <a:lnTo>
                  <a:pt x="16" y="2"/>
                </a:lnTo>
                <a:lnTo>
                  <a:pt x="16" y="1"/>
                </a:lnTo>
                <a:lnTo>
                  <a:pt x="17" y="1"/>
                </a:lnTo>
                <a:lnTo>
                  <a:pt x="18" y="1"/>
                </a:lnTo>
                <a:lnTo>
                  <a:pt x="19" y="2"/>
                </a:lnTo>
                <a:lnTo>
                  <a:pt x="20" y="2"/>
                </a:lnTo>
                <a:lnTo>
                  <a:pt x="20" y="3"/>
                </a:lnTo>
                <a:lnTo>
                  <a:pt x="20" y="5"/>
                </a:lnTo>
                <a:lnTo>
                  <a:pt x="19" y="5"/>
                </a:lnTo>
                <a:lnTo>
                  <a:pt x="18" y="5"/>
                </a:lnTo>
                <a:lnTo>
                  <a:pt x="17" y="6"/>
                </a:lnTo>
                <a:lnTo>
                  <a:pt x="16" y="6"/>
                </a:lnTo>
                <a:lnTo>
                  <a:pt x="15" y="7"/>
                </a:lnTo>
                <a:lnTo>
                  <a:pt x="14" y="7"/>
                </a:lnTo>
                <a:lnTo>
                  <a:pt x="13" y="7"/>
                </a:lnTo>
                <a:lnTo>
                  <a:pt x="13" y="6"/>
                </a:lnTo>
                <a:lnTo>
                  <a:pt x="12" y="6"/>
                </a:lnTo>
                <a:lnTo>
                  <a:pt x="12" y="7"/>
                </a:lnTo>
                <a:lnTo>
                  <a:pt x="11" y="7"/>
                </a:lnTo>
                <a:lnTo>
                  <a:pt x="10" y="7"/>
                </a:lnTo>
                <a:lnTo>
                  <a:pt x="9" y="8"/>
                </a:lnTo>
                <a:lnTo>
                  <a:pt x="8" y="9"/>
                </a:lnTo>
                <a:lnTo>
                  <a:pt x="7" y="10"/>
                </a:lnTo>
                <a:lnTo>
                  <a:pt x="5" y="11"/>
                </a:lnTo>
                <a:lnTo>
                  <a:pt x="4" y="11"/>
                </a:lnTo>
                <a:lnTo>
                  <a:pt x="4" y="10"/>
                </a:lnTo>
                <a:lnTo>
                  <a:pt x="3" y="11"/>
                </a:lnTo>
                <a:lnTo>
                  <a:pt x="2" y="11"/>
                </a:lnTo>
                <a:lnTo>
                  <a:pt x="2" y="12"/>
                </a:lnTo>
                <a:lnTo>
                  <a:pt x="1" y="11"/>
                </a:lnTo>
                <a:lnTo>
                  <a:pt x="1" y="12"/>
                </a:lnTo>
                <a:lnTo>
                  <a:pt x="0" y="12"/>
                </a:lnTo>
                <a:lnTo>
                  <a:pt x="0" y="10"/>
                </a:lnTo>
                <a:lnTo>
                  <a:pt x="0" y="11"/>
                </a:lnTo>
                <a:lnTo>
                  <a:pt x="1" y="11"/>
                </a:lnTo>
                <a:lnTo>
                  <a:pt x="1" y="10"/>
                </a:lnTo>
                <a:lnTo>
                  <a:pt x="2" y="10"/>
                </a:lnTo>
                <a:lnTo>
                  <a:pt x="2" y="9"/>
                </a:lnTo>
                <a:lnTo>
                  <a:pt x="1" y="9"/>
                </a:lnTo>
                <a:lnTo>
                  <a:pt x="2" y="9"/>
                </a:lnTo>
                <a:lnTo>
                  <a:pt x="2" y="8"/>
                </a:lnTo>
                <a:lnTo>
                  <a:pt x="3" y="7"/>
                </a:lnTo>
                <a:lnTo>
                  <a:pt x="4" y="7"/>
                </a:lnTo>
                <a:lnTo>
                  <a:pt x="4" y="6"/>
                </a:lnTo>
                <a:lnTo>
                  <a:pt x="4" y="5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5" y="2"/>
                </a:lnTo>
                <a:lnTo>
                  <a:pt x="7" y="2"/>
                </a:lnTo>
                <a:lnTo>
                  <a:pt x="8" y="2"/>
                </a:lnTo>
                <a:lnTo>
                  <a:pt x="9" y="2"/>
                </a:lnTo>
                <a:lnTo>
                  <a:pt x="10" y="1"/>
                </a:lnTo>
                <a:lnTo>
                  <a:pt x="9" y="1"/>
                </a:lnTo>
                <a:lnTo>
                  <a:pt x="10" y="0"/>
                </a:lnTo>
                <a:lnTo>
                  <a:pt x="10" y="1"/>
                </a:lnTo>
                <a:lnTo>
                  <a:pt x="11" y="1"/>
                </a:lnTo>
                <a:lnTo>
                  <a:pt x="11" y="0"/>
                </a:lnTo>
                <a:lnTo>
                  <a:pt x="12" y="0"/>
                </a:lnTo>
                <a:lnTo>
                  <a:pt x="1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75" name=""/>
          <p:cNvSpPr/>
          <p:nvPr/>
        </p:nvSpPr>
        <p:spPr>
          <a:xfrm>
            <a:off x="6725520" y="2196360"/>
            <a:ext cx="360" cy="0"/>
          </a:xfrm>
          <a:custGeom>
            <a:avLst/>
            <a:gdLst/>
            <a:ahLst/>
            <a:rect l="0" t="0" r="r" b="b"/>
            <a:pathLst>
              <a:path fill="none"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76" name=""/>
          <p:cNvSpPr/>
          <p:nvPr/>
        </p:nvSpPr>
        <p:spPr>
          <a:xfrm>
            <a:off x="6732000" y="21963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3" y="0"/>
                </a:moveTo>
                <a:lnTo>
                  <a:pt x="4" y="0"/>
                </a:lnTo>
                <a:lnTo>
                  <a:pt x="6" y="0"/>
                </a:lnTo>
                <a:lnTo>
                  <a:pt x="6" y="2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77" name=""/>
          <p:cNvSpPr/>
          <p:nvPr/>
        </p:nvSpPr>
        <p:spPr>
          <a:xfrm>
            <a:off x="6698160" y="219312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2" y="2"/>
                </a:moveTo>
                <a:lnTo>
                  <a:pt x="2" y="3"/>
                </a:lnTo>
                <a:lnTo>
                  <a:pt x="2" y="5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78" name=""/>
          <p:cNvSpPr/>
          <p:nvPr/>
        </p:nvSpPr>
        <p:spPr>
          <a:xfrm>
            <a:off x="6697080" y="21931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0"/>
                </a:move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lnTo>
                  <a:pt x="2" y="5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79" name=""/>
          <p:cNvSpPr/>
          <p:nvPr/>
        </p:nvSpPr>
        <p:spPr>
          <a:xfrm>
            <a:off x="6593040" y="218628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5" y="1"/>
                </a:moveTo>
                <a:lnTo>
                  <a:pt x="3" y="2"/>
                </a:lnTo>
                <a:lnTo>
                  <a:pt x="2" y="2"/>
                </a:ln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80" name=""/>
          <p:cNvSpPr/>
          <p:nvPr/>
        </p:nvSpPr>
        <p:spPr>
          <a:xfrm>
            <a:off x="6697800" y="2192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81" name=""/>
          <p:cNvSpPr/>
          <p:nvPr/>
        </p:nvSpPr>
        <p:spPr>
          <a:xfrm>
            <a:off x="6717960" y="21934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3"/>
                </a:moveTo>
                <a:lnTo>
                  <a:pt x="4" y="4"/>
                </a:lnTo>
                <a:lnTo>
                  <a:pt x="3" y="4"/>
                </a:ln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82" name=""/>
          <p:cNvSpPr/>
          <p:nvPr/>
        </p:nvSpPr>
        <p:spPr>
          <a:xfrm>
            <a:off x="6697800" y="2191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83" name=""/>
          <p:cNvSpPr/>
          <p:nvPr/>
        </p:nvSpPr>
        <p:spPr>
          <a:xfrm>
            <a:off x="6720840" y="2192760"/>
            <a:ext cx="5040" cy="5040"/>
          </a:xfrm>
          <a:custGeom>
            <a:avLst/>
            <a:gdLst/>
            <a:ahLst/>
            <a:rect l="0" t="0" r="r" b="b"/>
            <a:pathLst>
              <a:path fill="none" w="14" h="14">
                <a:moveTo>
                  <a:pt x="13" y="1"/>
                </a:moveTo>
                <a:lnTo>
                  <a:pt x="14" y="0"/>
                </a:lnTo>
                <a:lnTo>
                  <a:pt x="14" y="1"/>
                </a:lnTo>
                <a:lnTo>
                  <a:pt x="14" y="2"/>
                </a:lnTo>
                <a:lnTo>
                  <a:pt x="14" y="3"/>
                </a:lnTo>
                <a:lnTo>
                  <a:pt x="13" y="3"/>
                </a:lnTo>
                <a:lnTo>
                  <a:pt x="12" y="4"/>
                </a:lnTo>
                <a:lnTo>
                  <a:pt x="11" y="4"/>
                </a:lnTo>
                <a:lnTo>
                  <a:pt x="11" y="5"/>
                </a:lnTo>
                <a:lnTo>
                  <a:pt x="12" y="5"/>
                </a:lnTo>
                <a:lnTo>
                  <a:pt x="12" y="6"/>
                </a:lnTo>
                <a:lnTo>
                  <a:pt x="11" y="6"/>
                </a:lnTo>
                <a:lnTo>
                  <a:pt x="12" y="6"/>
                </a:lnTo>
                <a:lnTo>
                  <a:pt x="12" y="7"/>
                </a:lnTo>
                <a:lnTo>
                  <a:pt x="13" y="7"/>
                </a:lnTo>
                <a:lnTo>
                  <a:pt x="14" y="7"/>
                </a:lnTo>
                <a:lnTo>
                  <a:pt x="14" y="8"/>
                </a:lnTo>
                <a:lnTo>
                  <a:pt x="13" y="8"/>
                </a:lnTo>
                <a:lnTo>
                  <a:pt x="12" y="8"/>
                </a:lnTo>
                <a:lnTo>
                  <a:pt x="11" y="8"/>
                </a:lnTo>
                <a:lnTo>
                  <a:pt x="11" y="9"/>
                </a:lnTo>
                <a:lnTo>
                  <a:pt x="10" y="9"/>
                </a:lnTo>
                <a:lnTo>
                  <a:pt x="10" y="10"/>
                </a:lnTo>
                <a:lnTo>
                  <a:pt x="10" y="11"/>
                </a:lnTo>
                <a:lnTo>
                  <a:pt x="10" y="10"/>
                </a:lnTo>
                <a:lnTo>
                  <a:pt x="9" y="10"/>
                </a:lnTo>
                <a:lnTo>
                  <a:pt x="8" y="10"/>
                </a:lnTo>
                <a:lnTo>
                  <a:pt x="9" y="11"/>
                </a:lnTo>
                <a:lnTo>
                  <a:pt x="8" y="11"/>
                </a:lnTo>
                <a:lnTo>
                  <a:pt x="8" y="10"/>
                </a:lnTo>
                <a:lnTo>
                  <a:pt x="7" y="10"/>
                </a:lnTo>
                <a:lnTo>
                  <a:pt x="5" y="10"/>
                </a:lnTo>
                <a:lnTo>
                  <a:pt x="5" y="9"/>
                </a:lnTo>
                <a:lnTo>
                  <a:pt x="4" y="9"/>
                </a:lnTo>
                <a:lnTo>
                  <a:pt x="4" y="10"/>
                </a:lnTo>
                <a:lnTo>
                  <a:pt x="3" y="10"/>
                </a:lnTo>
                <a:lnTo>
                  <a:pt x="2" y="10"/>
                </a:lnTo>
                <a:lnTo>
                  <a:pt x="2" y="11"/>
                </a:lnTo>
                <a:lnTo>
                  <a:pt x="2" y="12"/>
                </a:lnTo>
                <a:lnTo>
                  <a:pt x="3" y="12"/>
                </a:lnTo>
                <a:lnTo>
                  <a:pt x="4" y="12"/>
                </a:lnTo>
                <a:lnTo>
                  <a:pt x="3" y="12"/>
                </a:lnTo>
                <a:lnTo>
                  <a:pt x="3" y="14"/>
                </a:lnTo>
                <a:lnTo>
                  <a:pt x="3" y="12"/>
                </a:lnTo>
                <a:lnTo>
                  <a:pt x="3" y="14"/>
                </a:lnTo>
                <a:lnTo>
                  <a:pt x="2" y="14"/>
                </a:lnTo>
                <a:lnTo>
                  <a:pt x="2" y="12"/>
                </a:lnTo>
                <a:lnTo>
                  <a:pt x="1" y="12"/>
                </a:lnTo>
                <a:lnTo>
                  <a:pt x="1" y="14"/>
                </a:lnTo>
                <a:lnTo>
                  <a:pt x="0" y="14"/>
                </a:lnTo>
                <a:lnTo>
                  <a:pt x="0" y="12"/>
                </a:lnTo>
                <a:lnTo>
                  <a:pt x="1" y="12"/>
                </a:lnTo>
                <a:lnTo>
                  <a:pt x="1" y="11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2" y="9"/>
                </a:lnTo>
                <a:lnTo>
                  <a:pt x="1" y="9"/>
                </a:lnTo>
                <a:lnTo>
                  <a:pt x="1" y="8"/>
                </a:lnTo>
                <a:lnTo>
                  <a:pt x="2" y="8"/>
                </a:lnTo>
                <a:lnTo>
                  <a:pt x="3" y="8"/>
                </a:lnTo>
                <a:lnTo>
                  <a:pt x="4" y="8"/>
                </a:lnTo>
                <a:lnTo>
                  <a:pt x="4" y="7"/>
                </a:lnTo>
                <a:lnTo>
                  <a:pt x="5" y="7"/>
                </a:lnTo>
                <a:lnTo>
                  <a:pt x="5" y="6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7" y="4"/>
                </a:lnTo>
                <a:lnTo>
                  <a:pt x="7" y="3"/>
                </a:lnTo>
                <a:lnTo>
                  <a:pt x="7" y="2"/>
                </a:lnTo>
                <a:lnTo>
                  <a:pt x="9" y="1"/>
                </a:lnTo>
                <a:lnTo>
                  <a:pt x="10" y="1"/>
                </a:lnTo>
                <a:lnTo>
                  <a:pt x="11" y="1"/>
                </a:lnTo>
                <a:lnTo>
                  <a:pt x="11" y="0"/>
                </a:lnTo>
                <a:lnTo>
                  <a:pt x="12" y="0"/>
                </a:lnTo>
                <a:lnTo>
                  <a:pt x="13" y="0"/>
                </a:lnTo>
                <a:lnTo>
                  <a:pt x="1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84" name=""/>
          <p:cNvSpPr/>
          <p:nvPr/>
        </p:nvSpPr>
        <p:spPr>
          <a:xfrm>
            <a:off x="6725880" y="21927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85" name=""/>
          <p:cNvSpPr/>
          <p:nvPr/>
        </p:nvSpPr>
        <p:spPr>
          <a:xfrm>
            <a:off x="6726960" y="2190240"/>
            <a:ext cx="5760" cy="8280"/>
          </a:xfrm>
          <a:custGeom>
            <a:avLst/>
            <a:gdLst/>
            <a:ahLst/>
            <a:rect l="0" t="0" r="r" b="b"/>
            <a:pathLst>
              <a:path fill="none" w="16" h="23">
                <a:moveTo>
                  <a:pt x="14" y="1"/>
                </a:moveTo>
                <a:lnTo>
                  <a:pt x="15" y="1"/>
                </a:lnTo>
                <a:lnTo>
                  <a:pt x="16" y="1"/>
                </a:lnTo>
                <a:lnTo>
                  <a:pt x="16" y="2"/>
                </a:lnTo>
                <a:lnTo>
                  <a:pt x="16" y="3"/>
                </a:lnTo>
                <a:lnTo>
                  <a:pt x="15" y="3"/>
                </a:lnTo>
                <a:lnTo>
                  <a:pt x="15" y="4"/>
                </a:lnTo>
                <a:lnTo>
                  <a:pt x="14" y="4"/>
                </a:lnTo>
                <a:lnTo>
                  <a:pt x="11" y="4"/>
                </a:lnTo>
                <a:lnTo>
                  <a:pt x="11" y="5"/>
                </a:lnTo>
                <a:lnTo>
                  <a:pt x="10" y="5"/>
                </a:lnTo>
                <a:lnTo>
                  <a:pt x="9" y="7"/>
                </a:lnTo>
                <a:lnTo>
                  <a:pt x="10" y="7"/>
                </a:lnTo>
                <a:lnTo>
                  <a:pt x="9" y="7"/>
                </a:lnTo>
                <a:lnTo>
                  <a:pt x="9" y="8"/>
                </a:lnTo>
                <a:lnTo>
                  <a:pt x="9" y="9"/>
                </a:lnTo>
                <a:lnTo>
                  <a:pt x="9" y="10"/>
                </a:lnTo>
                <a:lnTo>
                  <a:pt x="9" y="11"/>
                </a:lnTo>
                <a:lnTo>
                  <a:pt x="9" y="12"/>
                </a:lnTo>
                <a:lnTo>
                  <a:pt x="10" y="12"/>
                </a:lnTo>
                <a:lnTo>
                  <a:pt x="10" y="13"/>
                </a:lnTo>
                <a:lnTo>
                  <a:pt x="9" y="13"/>
                </a:lnTo>
                <a:lnTo>
                  <a:pt x="9" y="14"/>
                </a:lnTo>
                <a:lnTo>
                  <a:pt x="8" y="14"/>
                </a:lnTo>
                <a:lnTo>
                  <a:pt x="8" y="15"/>
                </a:lnTo>
                <a:lnTo>
                  <a:pt x="8" y="16"/>
                </a:lnTo>
                <a:lnTo>
                  <a:pt x="8" y="18"/>
                </a:lnTo>
                <a:lnTo>
                  <a:pt x="8" y="19"/>
                </a:lnTo>
                <a:lnTo>
                  <a:pt x="8" y="20"/>
                </a:lnTo>
                <a:lnTo>
                  <a:pt x="9" y="20"/>
                </a:lnTo>
                <a:lnTo>
                  <a:pt x="9" y="21"/>
                </a:lnTo>
                <a:lnTo>
                  <a:pt x="8" y="22"/>
                </a:lnTo>
                <a:lnTo>
                  <a:pt x="7" y="22"/>
                </a:lnTo>
                <a:lnTo>
                  <a:pt x="7" y="23"/>
                </a:lnTo>
                <a:lnTo>
                  <a:pt x="6" y="23"/>
                </a:lnTo>
                <a:lnTo>
                  <a:pt x="6" y="22"/>
                </a:lnTo>
                <a:lnTo>
                  <a:pt x="5" y="22"/>
                </a:lnTo>
                <a:lnTo>
                  <a:pt x="6" y="21"/>
                </a:lnTo>
                <a:lnTo>
                  <a:pt x="6" y="20"/>
                </a:lnTo>
                <a:lnTo>
                  <a:pt x="5" y="20"/>
                </a:lnTo>
                <a:lnTo>
                  <a:pt x="5" y="21"/>
                </a:lnTo>
                <a:lnTo>
                  <a:pt x="4" y="21"/>
                </a:lnTo>
                <a:lnTo>
                  <a:pt x="4" y="20"/>
                </a:lnTo>
                <a:lnTo>
                  <a:pt x="4" y="19"/>
                </a:lnTo>
                <a:lnTo>
                  <a:pt x="5" y="19"/>
                </a:lnTo>
                <a:lnTo>
                  <a:pt x="5" y="18"/>
                </a:lnTo>
                <a:lnTo>
                  <a:pt x="4" y="18"/>
                </a:lnTo>
                <a:lnTo>
                  <a:pt x="5" y="18"/>
                </a:lnTo>
                <a:lnTo>
                  <a:pt x="4" y="18"/>
                </a:lnTo>
                <a:lnTo>
                  <a:pt x="4" y="16"/>
                </a:lnTo>
                <a:lnTo>
                  <a:pt x="4" y="18"/>
                </a:lnTo>
                <a:lnTo>
                  <a:pt x="4" y="19"/>
                </a:lnTo>
                <a:lnTo>
                  <a:pt x="3" y="19"/>
                </a:lnTo>
                <a:lnTo>
                  <a:pt x="2" y="19"/>
                </a:lnTo>
                <a:lnTo>
                  <a:pt x="2" y="18"/>
                </a:lnTo>
                <a:lnTo>
                  <a:pt x="2" y="16"/>
                </a:lnTo>
                <a:lnTo>
                  <a:pt x="3" y="16"/>
                </a:lnTo>
                <a:lnTo>
                  <a:pt x="3" y="15"/>
                </a:lnTo>
                <a:lnTo>
                  <a:pt x="4" y="15"/>
                </a:lnTo>
                <a:lnTo>
                  <a:pt x="4" y="14"/>
                </a:lnTo>
                <a:lnTo>
                  <a:pt x="4" y="13"/>
                </a:lnTo>
                <a:lnTo>
                  <a:pt x="5" y="13"/>
                </a:lnTo>
                <a:lnTo>
                  <a:pt x="5" y="14"/>
                </a:lnTo>
                <a:lnTo>
                  <a:pt x="6" y="14"/>
                </a:lnTo>
                <a:lnTo>
                  <a:pt x="7" y="13"/>
                </a:lnTo>
                <a:lnTo>
                  <a:pt x="7" y="12"/>
                </a:lnTo>
                <a:lnTo>
                  <a:pt x="6" y="12"/>
                </a:lnTo>
                <a:lnTo>
                  <a:pt x="7" y="12"/>
                </a:lnTo>
                <a:lnTo>
                  <a:pt x="7" y="11"/>
                </a:lnTo>
                <a:lnTo>
                  <a:pt x="7" y="10"/>
                </a:lnTo>
                <a:lnTo>
                  <a:pt x="6" y="10"/>
                </a:lnTo>
                <a:lnTo>
                  <a:pt x="6" y="11"/>
                </a:lnTo>
                <a:lnTo>
                  <a:pt x="6" y="10"/>
                </a:lnTo>
                <a:lnTo>
                  <a:pt x="5" y="10"/>
                </a:lnTo>
                <a:lnTo>
                  <a:pt x="4" y="10"/>
                </a:lnTo>
                <a:lnTo>
                  <a:pt x="3" y="11"/>
                </a:lnTo>
                <a:lnTo>
                  <a:pt x="2" y="12"/>
                </a:lnTo>
                <a:lnTo>
                  <a:pt x="2" y="11"/>
                </a:lnTo>
                <a:lnTo>
                  <a:pt x="2" y="10"/>
                </a:lnTo>
                <a:lnTo>
                  <a:pt x="1" y="10"/>
                </a:lnTo>
                <a:lnTo>
                  <a:pt x="1" y="11"/>
                </a:lnTo>
                <a:lnTo>
                  <a:pt x="0" y="11"/>
                </a:lnTo>
                <a:lnTo>
                  <a:pt x="1" y="11"/>
                </a:lnTo>
                <a:lnTo>
                  <a:pt x="1" y="10"/>
                </a:lnTo>
                <a:lnTo>
                  <a:pt x="0" y="10"/>
                </a:lnTo>
                <a:lnTo>
                  <a:pt x="0" y="9"/>
                </a:lnTo>
                <a:lnTo>
                  <a:pt x="1" y="9"/>
                </a:lnTo>
                <a:lnTo>
                  <a:pt x="0" y="8"/>
                </a:lnTo>
                <a:lnTo>
                  <a:pt x="0" y="9"/>
                </a:lnTo>
                <a:lnTo>
                  <a:pt x="0" y="8"/>
                </a:lnTo>
                <a:lnTo>
                  <a:pt x="1" y="7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2" y="6"/>
                </a:lnTo>
                <a:lnTo>
                  <a:pt x="3" y="5"/>
                </a:lnTo>
                <a:lnTo>
                  <a:pt x="3" y="6"/>
                </a:lnTo>
                <a:lnTo>
                  <a:pt x="4" y="6"/>
                </a:lnTo>
                <a:lnTo>
                  <a:pt x="4" y="5"/>
                </a:lnTo>
                <a:lnTo>
                  <a:pt x="5" y="5"/>
                </a:lnTo>
                <a:lnTo>
                  <a:pt x="5" y="6"/>
                </a:lnTo>
                <a:lnTo>
                  <a:pt x="5" y="7"/>
                </a:lnTo>
                <a:lnTo>
                  <a:pt x="5" y="6"/>
                </a:lnTo>
                <a:lnTo>
                  <a:pt x="6" y="6"/>
                </a:lnTo>
                <a:lnTo>
                  <a:pt x="6" y="5"/>
                </a:lnTo>
                <a:lnTo>
                  <a:pt x="7" y="5"/>
                </a:lnTo>
                <a:lnTo>
                  <a:pt x="7" y="4"/>
                </a:lnTo>
                <a:lnTo>
                  <a:pt x="6" y="4"/>
                </a:lnTo>
                <a:lnTo>
                  <a:pt x="6" y="3"/>
                </a:lnTo>
                <a:lnTo>
                  <a:pt x="6" y="2"/>
                </a:lnTo>
                <a:lnTo>
                  <a:pt x="7" y="1"/>
                </a:lnTo>
                <a:lnTo>
                  <a:pt x="7" y="2"/>
                </a:lnTo>
                <a:lnTo>
                  <a:pt x="8" y="3"/>
                </a:lnTo>
                <a:lnTo>
                  <a:pt x="8" y="2"/>
                </a:lnTo>
                <a:lnTo>
                  <a:pt x="9" y="1"/>
                </a:lnTo>
                <a:lnTo>
                  <a:pt x="9" y="2"/>
                </a:lnTo>
                <a:lnTo>
                  <a:pt x="10" y="1"/>
                </a:lnTo>
                <a:lnTo>
                  <a:pt x="11" y="1"/>
                </a:lnTo>
                <a:lnTo>
                  <a:pt x="11" y="0"/>
                </a:lnTo>
                <a:lnTo>
                  <a:pt x="13" y="0"/>
                </a:lnTo>
                <a:lnTo>
                  <a:pt x="1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86" name=""/>
          <p:cNvSpPr/>
          <p:nvPr/>
        </p:nvSpPr>
        <p:spPr>
          <a:xfrm>
            <a:off x="6736680" y="218628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5" y="3"/>
                </a:moveTo>
                <a:lnTo>
                  <a:pt x="4" y="4"/>
                </a:lnTo>
                <a:lnTo>
                  <a:pt x="2" y="4"/>
                </a:lnTo>
                <a:lnTo>
                  <a:pt x="1" y="6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1" y="2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87" name=""/>
          <p:cNvSpPr/>
          <p:nvPr/>
        </p:nvSpPr>
        <p:spPr>
          <a:xfrm>
            <a:off x="6740640" y="218664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3" y="1"/>
                </a:moveTo>
                <a:lnTo>
                  <a:pt x="4" y="1"/>
                </a:lnTo>
                <a:lnTo>
                  <a:pt x="4" y="2"/>
                </a:lnTo>
                <a:lnTo>
                  <a:pt x="6" y="2"/>
                </a:lnTo>
                <a:lnTo>
                  <a:pt x="6" y="1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6" y="3"/>
                </a:lnTo>
                <a:lnTo>
                  <a:pt x="4" y="3"/>
                </a:lnTo>
                <a:lnTo>
                  <a:pt x="4" y="2"/>
                </a:lnTo>
                <a:lnTo>
                  <a:pt x="3" y="2"/>
                </a:lnTo>
                <a:lnTo>
                  <a:pt x="2" y="3"/>
                </a:lnTo>
                <a:lnTo>
                  <a:pt x="1" y="5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2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88" name=""/>
          <p:cNvSpPr/>
          <p:nvPr/>
        </p:nvSpPr>
        <p:spPr>
          <a:xfrm>
            <a:off x="6740280" y="21844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5"/>
                </a:move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3" y="3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0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89" name=""/>
          <p:cNvSpPr/>
          <p:nvPr/>
        </p:nvSpPr>
        <p:spPr>
          <a:xfrm>
            <a:off x="6769080" y="218664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1" y="3"/>
                </a:move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90" name=""/>
          <p:cNvSpPr/>
          <p:nvPr/>
        </p:nvSpPr>
        <p:spPr>
          <a:xfrm>
            <a:off x="6716160" y="2181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91" name=""/>
          <p:cNvSpPr/>
          <p:nvPr/>
        </p:nvSpPr>
        <p:spPr>
          <a:xfrm>
            <a:off x="6741720" y="21837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92" name=""/>
          <p:cNvSpPr/>
          <p:nvPr/>
        </p:nvSpPr>
        <p:spPr>
          <a:xfrm>
            <a:off x="6769800" y="21855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4" y="0"/>
                </a:moveTo>
                <a:lnTo>
                  <a:pt x="4" y="1"/>
                </a:lnTo>
                <a:lnTo>
                  <a:pt x="6" y="1"/>
                </a:lnTo>
                <a:lnTo>
                  <a:pt x="6" y="0"/>
                </a:lnTo>
                <a:lnTo>
                  <a:pt x="6" y="1"/>
                </a:lnTo>
                <a:lnTo>
                  <a:pt x="4" y="1"/>
                </a:lnTo>
                <a:lnTo>
                  <a:pt x="4" y="2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93" name=""/>
          <p:cNvSpPr/>
          <p:nvPr/>
        </p:nvSpPr>
        <p:spPr>
          <a:xfrm>
            <a:off x="6716880" y="21801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94" name=""/>
          <p:cNvSpPr/>
          <p:nvPr/>
        </p:nvSpPr>
        <p:spPr>
          <a:xfrm>
            <a:off x="6759720" y="21837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0"/>
                </a:move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95" name=""/>
          <p:cNvSpPr/>
          <p:nvPr/>
        </p:nvSpPr>
        <p:spPr>
          <a:xfrm>
            <a:off x="6758280" y="21834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3"/>
                </a:moveTo>
                <a:lnTo>
                  <a:pt x="4" y="4"/>
                </a:lnTo>
                <a:lnTo>
                  <a:pt x="4" y="3"/>
                </a:lnTo>
                <a:lnTo>
                  <a:pt x="3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96" name=""/>
          <p:cNvSpPr/>
          <p:nvPr/>
        </p:nvSpPr>
        <p:spPr>
          <a:xfrm>
            <a:off x="6760440" y="2182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4" y="1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1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97" name=""/>
          <p:cNvSpPr/>
          <p:nvPr/>
        </p:nvSpPr>
        <p:spPr>
          <a:xfrm>
            <a:off x="6773040" y="218340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98" name=""/>
          <p:cNvSpPr/>
          <p:nvPr/>
        </p:nvSpPr>
        <p:spPr>
          <a:xfrm>
            <a:off x="6762600" y="2181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99" name=""/>
          <p:cNvSpPr/>
          <p:nvPr/>
        </p:nvSpPr>
        <p:spPr>
          <a:xfrm>
            <a:off x="6762960" y="21819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00" name=""/>
          <p:cNvSpPr/>
          <p:nvPr/>
        </p:nvSpPr>
        <p:spPr>
          <a:xfrm>
            <a:off x="6759000" y="21808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2"/>
                </a:moveTo>
                <a:lnTo>
                  <a:pt x="3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3" y="5"/>
                </a:lnTo>
                <a:lnTo>
                  <a:pt x="2" y="5"/>
                </a:lnTo>
                <a:lnTo>
                  <a:pt x="2" y="3"/>
                </a:lnTo>
                <a:lnTo>
                  <a:pt x="2" y="5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01" name=""/>
          <p:cNvSpPr/>
          <p:nvPr/>
        </p:nvSpPr>
        <p:spPr>
          <a:xfrm>
            <a:off x="6757920" y="21805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02" name=""/>
          <p:cNvSpPr/>
          <p:nvPr/>
        </p:nvSpPr>
        <p:spPr>
          <a:xfrm>
            <a:off x="6772680" y="218196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7" y="1"/>
                </a:move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4" y="3"/>
                </a:lnTo>
                <a:lnTo>
                  <a:pt x="3" y="3"/>
                </a:lnTo>
                <a:lnTo>
                  <a:pt x="0" y="3"/>
                </a:lnTo>
                <a:lnTo>
                  <a:pt x="2" y="3"/>
                </a:lnTo>
                <a:lnTo>
                  <a:pt x="3" y="3"/>
                </a:lnTo>
                <a:lnTo>
                  <a:pt x="4" y="3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7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03" name=""/>
          <p:cNvSpPr/>
          <p:nvPr/>
        </p:nvSpPr>
        <p:spPr>
          <a:xfrm>
            <a:off x="6759000" y="21805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04" name=""/>
          <p:cNvSpPr/>
          <p:nvPr/>
        </p:nvSpPr>
        <p:spPr>
          <a:xfrm>
            <a:off x="6750720" y="21794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05" name=""/>
          <p:cNvSpPr/>
          <p:nvPr/>
        </p:nvSpPr>
        <p:spPr>
          <a:xfrm>
            <a:off x="6774840" y="21816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4" y="2"/>
                </a:moveTo>
                <a:lnTo>
                  <a:pt x="4" y="3"/>
                </a:lnTo>
                <a:lnTo>
                  <a:pt x="5" y="3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06" name=""/>
          <p:cNvSpPr/>
          <p:nvPr/>
        </p:nvSpPr>
        <p:spPr>
          <a:xfrm>
            <a:off x="6750360" y="2179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07" name=""/>
          <p:cNvSpPr/>
          <p:nvPr/>
        </p:nvSpPr>
        <p:spPr>
          <a:xfrm>
            <a:off x="6765840" y="2180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08" name=""/>
          <p:cNvSpPr/>
          <p:nvPr/>
        </p:nvSpPr>
        <p:spPr>
          <a:xfrm>
            <a:off x="6752160" y="21794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09" name=""/>
          <p:cNvSpPr/>
          <p:nvPr/>
        </p:nvSpPr>
        <p:spPr>
          <a:xfrm>
            <a:off x="6769080" y="2180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10" name=""/>
          <p:cNvSpPr/>
          <p:nvPr/>
        </p:nvSpPr>
        <p:spPr>
          <a:xfrm>
            <a:off x="6766200" y="21801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11" name=""/>
          <p:cNvSpPr/>
          <p:nvPr/>
        </p:nvSpPr>
        <p:spPr>
          <a:xfrm>
            <a:off x="6769440" y="2180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12" name=""/>
          <p:cNvSpPr/>
          <p:nvPr/>
        </p:nvSpPr>
        <p:spPr>
          <a:xfrm>
            <a:off x="6768720" y="21801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1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13" name=""/>
          <p:cNvSpPr/>
          <p:nvPr/>
        </p:nvSpPr>
        <p:spPr>
          <a:xfrm>
            <a:off x="6768000" y="2179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14" name=""/>
          <p:cNvSpPr/>
          <p:nvPr/>
        </p:nvSpPr>
        <p:spPr>
          <a:xfrm>
            <a:off x="6759000" y="2178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15" name=""/>
          <p:cNvSpPr/>
          <p:nvPr/>
        </p:nvSpPr>
        <p:spPr>
          <a:xfrm>
            <a:off x="6775920" y="2179800"/>
            <a:ext cx="3600" cy="2160"/>
          </a:xfrm>
          <a:custGeom>
            <a:avLst/>
            <a:gdLst/>
            <a:ahLst/>
            <a:rect l="0" t="0" r="r" b="b"/>
            <a:pathLst>
              <a:path fill="none" w="10" h="6">
                <a:moveTo>
                  <a:pt x="10" y="0"/>
                </a:moveTo>
                <a:lnTo>
                  <a:pt x="10" y="1"/>
                </a:lnTo>
                <a:lnTo>
                  <a:pt x="9" y="1"/>
                </a:lnTo>
                <a:lnTo>
                  <a:pt x="9" y="2"/>
                </a:lnTo>
                <a:lnTo>
                  <a:pt x="8" y="4"/>
                </a:lnTo>
                <a:lnTo>
                  <a:pt x="7" y="4"/>
                </a:lnTo>
                <a:lnTo>
                  <a:pt x="6" y="4"/>
                </a:lnTo>
                <a:lnTo>
                  <a:pt x="5" y="5"/>
                </a:lnTo>
                <a:lnTo>
                  <a:pt x="4" y="5"/>
                </a:lnTo>
                <a:lnTo>
                  <a:pt x="3" y="5"/>
                </a:lnTo>
                <a:lnTo>
                  <a:pt x="1" y="5"/>
                </a:lnTo>
                <a:lnTo>
                  <a:pt x="1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3" y="4"/>
                </a:lnTo>
                <a:lnTo>
                  <a:pt x="4" y="4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5" y="2"/>
                </a:lnTo>
                <a:lnTo>
                  <a:pt x="6" y="2"/>
                </a:lnTo>
                <a:lnTo>
                  <a:pt x="6" y="1"/>
                </a:lnTo>
                <a:lnTo>
                  <a:pt x="9" y="1"/>
                </a:lnTo>
                <a:lnTo>
                  <a:pt x="9" y="0"/>
                </a:lnTo>
                <a:lnTo>
                  <a:pt x="1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16" name=""/>
          <p:cNvSpPr/>
          <p:nvPr/>
        </p:nvSpPr>
        <p:spPr>
          <a:xfrm>
            <a:off x="6769800" y="217800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1" y="0"/>
                </a:moveTo>
                <a:lnTo>
                  <a:pt x="3" y="2"/>
                </a:lnTo>
                <a:lnTo>
                  <a:pt x="3" y="3"/>
                </a:lnTo>
                <a:lnTo>
                  <a:pt x="3" y="5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17" name=""/>
          <p:cNvSpPr/>
          <p:nvPr/>
        </p:nvSpPr>
        <p:spPr>
          <a:xfrm>
            <a:off x="6765120" y="21776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18" name=""/>
          <p:cNvSpPr/>
          <p:nvPr/>
        </p:nvSpPr>
        <p:spPr>
          <a:xfrm>
            <a:off x="6759360" y="2176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19" name=""/>
          <p:cNvSpPr/>
          <p:nvPr/>
        </p:nvSpPr>
        <p:spPr>
          <a:xfrm>
            <a:off x="6753960" y="217620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5" y="0"/>
                </a:moveTo>
                <a:lnTo>
                  <a:pt x="6" y="2"/>
                </a:lnTo>
                <a:lnTo>
                  <a:pt x="6" y="4"/>
                </a:lnTo>
                <a:lnTo>
                  <a:pt x="6" y="2"/>
                </a:lnTo>
                <a:lnTo>
                  <a:pt x="5" y="1"/>
                </a:lnTo>
                <a:lnTo>
                  <a:pt x="5" y="2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1" y="6"/>
                </a:lnTo>
                <a:lnTo>
                  <a:pt x="1" y="5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20" name=""/>
          <p:cNvSpPr/>
          <p:nvPr/>
        </p:nvSpPr>
        <p:spPr>
          <a:xfrm>
            <a:off x="6762960" y="2176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4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21" name=""/>
          <p:cNvSpPr/>
          <p:nvPr/>
        </p:nvSpPr>
        <p:spPr>
          <a:xfrm>
            <a:off x="6762240" y="21758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4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22" name=""/>
          <p:cNvSpPr/>
          <p:nvPr/>
        </p:nvSpPr>
        <p:spPr>
          <a:xfrm>
            <a:off x="6754680" y="21747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23" name=""/>
          <p:cNvSpPr/>
          <p:nvPr/>
        </p:nvSpPr>
        <p:spPr>
          <a:xfrm>
            <a:off x="6765840" y="21758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24" name=""/>
          <p:cNvSpPr/>
          <p:nvPr/>
        </p:nvSpPr>
        <p:spPr>
          <a:xfrm>
            <a:off x="6755040" y="21744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25" name=""/>
          <p:cNvSpPr/>
          <p:nvPr/>
        </p:nvSpPr>
        <p:spPr>
          <a:xfrm>
            <a:off x="6765840" y="21751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26" name=""/>
          <p:cNvSpPr/>
          <p:nvPr/>
        </p:nvSpPr>
        <p:spPr>
          <a:xfrm>
            <a:off x="6768360" y="21747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27" name=""/>
          <p:cNvSpPr/>
          <p:nvPr/>
        </p:nvSpPr>
        <p:spPr>
          <a:xfrm>
            <a:off x="6777000" y="21754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0"/>
                </a:move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28" name=""/>
          <p:cNvSpPr/>
          <p:nvPr/>
        </p:nvSpPr>
        <p:spPr>
          <a:xfrm>
            <a:off x="6777000" y="21751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29" name=""/>
          <p:cNvSpPr/>
          <p:nvPr/>
        </p:nvSpPr>
        <p:spPr>
          <a:xfrm>
            <a:off x="6778080" y="2175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30" name=""/>
          <p:cNvSpPr/>
          <p:nvPr/>
        </p:nvSpPr>
        <p:spPr>
          <a:xfrm>
            <a:off x="6755760" y="21729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31" name=""/>
          <p:cNvSpPr/>
          <p:nvPr/>
        </p:nvSpPr>
        <p:spPr>
          <a:xfrm>
            <a:off x="6769440" y="21740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3"/>
                </a:move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  <a:lnTo>
                  <a:pt x="3" y="1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32" name=""/>
          <p:cNvSpPr/>
          <p:nvPr/>
        </p:nvSpPr>
        <p:spPr>
          <a:xfrm>
            <a:off x="6772320" y="2173320"/>
            <a:ext cx="2160" cy="2880"/>
          </a:xfrm>
          <a:custGeom>
            <a:avLst/>
            <a:gdLst/>
            <a:ahLst/>
            <a:rect l="0" t="0" r="r" b="b"/>
            <a:pathLst>
              <a:path fill="none" w="6" h="8">
                <a:moveTo>
                  <a:pt x="2" y="1"/>
                </a:moveTo>
                <a:lnTo>
                  <a:pt x="3" y="1"/>
                </a:lnTo>
                <a:lnTo>
                  <a:pt x="3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4" y="6"/>
                </a:lnTo>
                <a:lnTo>
                  <a:pt x="5" y="6"/>
                </a:lnTo>
                <a:lnTo>
                  <a:pt x="5" y="7"/>
                </a:lnTo>
                <a:lnTo>
                  <a:pt x="4" y="6"/>
                </a:lnTo>
                <a:lnTo>
                  <a:pt x="4" y="7"/>
                </a:lnTo>
                <a:lnTo>
                  <a:pt x="4" y="8"/>
                </a:lnTo>
                <a:lnTo>
                  <a:pt x="4" y="7"/>
                </a:lnTo>
                <a:lnTo>
                  <a:pt x="3" y="7"/>
                </a:lnTo>
                <a:lnTo>
                  <a:pt x="3" y="8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33" name=""/>
          <p:cNvSpPr/>
          <p:nvPr/>
        </p:nvSpPr>
        <p:spPr>
          <a:xfrm>
            <a:off x="6755400" y="2171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34" name=""/>
          <p:cNvSpPr/>
          <p:nvPr/>
        </p:nvSpPr>
        <p:spPr>
          <a:xfrm>
            <a:off x="6773760" y="21733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35" name=""/>
          <p:cNvSpPr/>
          <p:nvPr/>
        </p:nvSpPr>
        <p:spPr>
          <a:xfrm>
            <a:off x="6769800" y="21726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36" name=""/>
          <p:cNvSpPr/>
          <p:nvPr/>
        </p:nvSpPr>
        <p:spPr>
          <a:xfrm>
            <a:off x="6770520" y="21726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37" name=""/>
          <p:cNvSpPr/>
          <p:nvPr/>
        </p:nvSpPr>
        <p:spPr>
          <a:xfrm>
            <a:off x="6778080" y="21726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4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38" name=""/>
          <p:cNvSpPr/>
          <p:nvPr/>
        </p:nvSpPr>
        <p:spPr>
          <a:xfrm>
            <a:off x="6770160" y="21715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39" name=""/>
          <p:cNvSpPr/>
          <p:nvPr/>
        </p:nvSpPr>
        <p:spPr>
          <a:xfrm>
            <a:off x="6772680" y="2171520"/>
            <a:ext cx="5040" cy="3960"/>
          </a:xfrm>
          <a:custGeom>
            <a:avLst/>
            <a:gdLst/>
            <a:ahLst/>
            <a:rect l="0" t="0" r="r" b="b"/>
            <a:pathLst>
              <a:path fill="none" w="14" h="11">
                <a:moveTo>
                  <a:pt x="11" y="1"/>
                </a:moveTo>
                <a:lnTo>
                  <a:pt x="12" y="1"/>
                </a:lnTo>
                <a:lnTo>
                  <a:pt x="13" y="2"/>
                </a:lnTo>
                <a:lnTo>
                  <a:pt x="12" y="2"/>
                </a:lnTo>
                <a:lnTo>
                  <a:pt x="13" y="2"/>
                </a:lnTo>
                <a:lnTo>
                  <a:pt x="14" y="4"/>
                </a:lnTo>
                <a:lnTo>
                  <a:pt x="14" y="5"/>
                </a:lnTo>
                <a:lnTo>
                  <a:pt x="13" y="6"/>
                </a:lnTo>
                <a:lnTo>
                  <a:pt x="13" y="5"/>
                </a:lnTo>
                <a:lnTo>
                  <a:pt x="13" y="6"/>
                </a:lnTo>
                <a:lnTo>
                  <a:pt x="14" y="7"/>
                </a:lnTo>
                <a:lnTo>
                  <a:pt x="13" y="7"/>
                </a:lnTo>
                <a:lnTo>
                  <a:pt x="13" y="8"/>
                </a:lnTo>
                <a:lnTo>
                  <a:pt x="14" y="8"/>
                </a:lnTo>
                <a:lnTo>
                  <a:pt x="14" y="9"/>
                </a:lnTo>
                <a:lnTo>
                  <a:pt x="14" y="10"/>
                </a:lnTo>
                <a:lnTo>
                  <a:pt x="14" y="9"/>
                </a:lnTo>
                <a:lnTo>
                  <a:pt x="13" y="9"/>
                </a:lnTo>
                <a:lnTo>
                  <a:pt x="13" y="10"/>
                </a:lnTo>
                <a:lnTo>
                  <a:pt x="13" y="9"/>
                </a:lnTo>
                <a:lnTo>
                  <a:pt x="12" y="9"/>
                </a:lnTo>
                <a:lnTo>
                  <a:pt x="13" y="9"/>
                </a:lnTo>
                <a:lnTo>
                  <a:pt x="12" y="9"/>
                </a:lnTo>
                <a:lnTo>
                  <a:pt x="12" y="8"/>
                </a:lnTo>
                <a:lnTo>
                  <a:pt x="12" y="7"/>
                </a:lnTo>
                <a:lnTo>
                  <a:pt x="12" y="6"/>
                </a:lnTo>
                <a:lnTo>
                  <a:pt x="11" y="6"/>
                </a:lnTo>
                <a:lnTo>
                  <a:pt x="11" y="7"/>
                </a:lnTo>
                <a:lnTo>
                  <a:pt x="10" y="7"/>
                </a:lnTo>
                <a:lnTo>
                  <a:pt x="10" y="8"/>
                </a:lnTo>
                <a:lnTo>
                  <a:pt x="10" y="9"/>
                </a:lnTo>
                <a:lnTo>
                  <a:pt x="11" y="9"/>
                </a:lnTo>
                <a:lnTo>
                  <a:pt x="10" y="9"/>
                </a:lnTo>
                <a:lnTo>
                  <a:pt x="10" y="10"/>
                </a:lnTo>
                <a:lnTo>
                  <a:pt x="11" y="10"/>
                </a:lnTo>
                <a:lnTo>
                  <a:pt x="11" y="11"/>
                </a:lnTo>
                <a:lnTo>
                  <a:pt x="10" y="11"/>
                </a:lnTo>
                <a:lnTo>
                  <a:pt x="10" y="9"/>
                </a:lnTo>
                <a:lnTo>
                  <a:pt x="10" y="8"/>
                </a:lnTo>
                <a:lnTo>
                  <a:pt x="9" y="9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8" y="8"/>
                </a:lnTo>
                <a:lnTo>
                  <a:pt x="9" y="7"/>
                </a:lnTo>
                <a:lnTo>
                  <a:pt x="8" y="7"/>
                </a:lnTo>
                <a:lnTo>
                  <a:pt x="8" y="6"/>
                </a:lnTo>
                <a:lnTo>
                  <a:pt x="8" y="7"/>
                </a:lnTo>
                <a:lnTo>
                  <a:pt x="8" y="6"/>
                </a:lnTo>
                <a:lnTo>
                  <a:pt x="7" y="6"/>
                </a:lnTo>
                <a:lnTo>
                  <a:pt x="8" y="6"/>
                </a:lnTo>
                <a:lnTo>
                  <a:pt x="7" y="6"/>
                </a:lnTo>
                <a:lnTo>
                  <a:pt x="6" y="7"/>
                </a:lnTo>
                <a:lnTo>
                  <a:pt x="4" y="6"/>
                </a:lnTo>
                <a:lnTo>
                  <a:pt x="6" y="6"/>
                </a:lnTo>
                <a:lnTo>
                  <a:pt x="4" y="6"/>
                </a:lnTo>
                <a:lnTo>
                  <a:pt x="4" y="5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lnTo>
                  <a:pt x="4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40" name=""/>
          <p:cNvSpPr/>
          <p:nvPr/>
        </p:nvSpPr>
        <p:spPr>
          <a:xfrm>
            <a:off x="6765480" y="217044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6" y="0"/>
                </a:move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6" y="1"/>
                </a:lnTo>
                <a:lnTo>
                  <a:pt x="5" y="1"/>
                </a:lnTo>
                <a:lnTo>
                  <a:pt x="5" y="2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5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41" name=""/>
          <p:cNvSpPr/>
          <p:nvPr/>
        </p:nvSpPr>
        <p:spPr>
          <a:xfrm>
            <a:off x="6763680" y="2169360"/>
            <a:ext cx="7560" cy="6120"/>
          </a:xfrm>
          <a:custGeom>
            <a:avLst/>
            <a:gdLst/>
            <a:ahLst/>
            <a:rect l="0" t="0" r="r" b="b"/>
            <a:pathLst>
              <a:path fill="none" w="21" h="17">
                <a:moveTo>
                  <a:pt x="20" y="0"/>
                </a:moveTo>
                <a:lnTo>
                  <a:pt x="21" y="1"/>
                </a:lnTo>
                <a:lnTo>
                  <a:pt x="21" y="2"/>
                </a:lnTo>
                <a:lnTo>
                  <a:pt x="20" y="3"/>
                </a:lnTo>
                <a:lnTo>
                  <a:pt x="21" y="3"/>
                </a:lnTo>
                <a:lnTo>
                  <a:pt x="21" y="4"/>
                </a:lnTo>
                <a:lnTo>
                  <a:pt x="20" y="4"/>
                </a:lnTo>
                <a:lnTo>
                  <a:pt x="19" y="4"/>
                </a:lnTo>
                <a:lnTo>
                  <a:pt x="18" y="4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7" y="6"/>
                </a:lnTo>
                <a:lnTo>
                  <a:pt x="18" y="7"/>
                </a:lnTo>
                <a:lnTo>
                  <a:pt x="18" y="8"/>
                </a:lnTo>
                <a:lnTo>
                  <a:pt x="17" y="8"/>
                </a:lnTo>
                <a:lnTo>
                  <a:pt x="17" y="9"/>
                </a:lnTo>
                <a:lnTo>
                  <a:pt x="17" y="8"/>
                </a:lnTo>
                <a:lnTo>
                  <a:pt x="16" y="8"/>
                </a:lnTo>
                <a:lnTo>
                  <a:pt x="15" y="8"/>
                </a:lnTo>
                <a:lnTo>
                  <a:pt x="15" y="9"/>
                </a:lnTo>
                <a:lnTo>
                  <a:pt x="16" y="8"/>
                </a:lnTo>
                <a:lnTo>
                  <a:pt x="16" y="9"/>
                </a:lnTo>
                <a:lnTo>
                  <a:pt x="17" y="10"/>
                </a:lnTo>
                <a:lnTo>
                  <a:pt x="16" y="10"/>
                </a:lnTo>
                <a:lnTo>
                  <a:pt x="16" y="11"/>
                </a:lnTo>
                <a:lnTo>
                  <a:pt x="15" y="11"/>
                </a:lnTo>
                <a:lnTo>
                  <a:pt x="16" y="11"/>
                </a:lnTo>
                <a:lnTo>
                  <a:pt x="16" y="13"/>
                </a:lnTo>
                <a:lnTo>
                  <a:pt x="17" y="13"/>
                </a:lnTo>
                <a:lnTo>
                  <a:pt x="17" y="14"/>
                </a:lnTo>
                <a:lnTo>
                  <a:pt x="16" y="14"/>
                </a:lnTo>
                <a:lnTo>
                  <a:pt x="16" y="15"/>
                </a:lnTo>
                <a:lnTo>
                  <a:pt x="16" y="14"/>
                </a:lnTo>
                <a:lnTo>
                  <a:pt x="15" y="14"/>
                </a:lnTo>
                <a:lnTo>
                  <a:pt x="15" y="15"/>
                </a:lnTo>
                <a:lnTo>
                  <a:pt x="14" y="15"/>
                </a:lnTo>
                <a:lnTo>
                  <a:pt x="14" y="14"/>
                </a:lnTo>
                <a:lnTo>
                  <a:pt x="14" y="13"/>
                </a:lnTo>
                <a:lnTo>
                  <a:pt x="14" y="11"/>
                </a:lnTo>
                <a:lnTo>
                  <a:pt x="12" y="11"/>
                </a:lnTo>
                <a:lnTo>
                  <a:pt x="11" y="13"/>
                </a:lnTo>
                <a:lnTo>
                  <a:pt x="10" y="13"/>
                </a:lnTo>
                <a:lnTo>
                  <a:pt x="9" y="13"/>
                </a:lnTo>
                <a:lnTo>
                  <a:pt x="9" y="14"/>
                </a:lnTo>
                <a:lnTo>
                  <a:pt x="8" y="14"/>
                </a:lnTo>
                <a:lnTo>
                  <a:pt x="7" y="14"/>
                </a:lnTo>
                <a:lnTo>
                  <a:pt x="8" y="14"/>
                </a:lnTo>
                <a:lnTo>
                  <a:pt x="8" y="15"/>
                </a:lnTo>
                <a:lnTo>
                  <a:pt x="8" y="14"/>
                </a:lnTo>
                <a:lnTo>
                  <a:pt x="8" y="15"/>
                </a:lnTo>
                <a:lnTo>
                  <a:pt x="8" y="16"/>
                </a:lnTo>
                <a:lnTo>
                  <a:pt x="7" y="15"/>
                </a:lnTo>
                <a:lnTo>
                  <a:pt x="7" y="16"/>
                </a:lnTo>
                <a:lnTo>
                  <a:pt x="6" y="15"/>
                </a:lnTo>
                <a:lnTo>
                  <a:pt x="5" y="15"/>
                </a:lnTo>
                <a:lnTo>
                  <a:pt x="5" y="14"/>
                </a:lnTo>
                <a:lnTo>
                  <a:pt x="6" y="14"/>
                </a:lnTo>
                <a:lnTo>
                  <a:pt x="5" y="14"/>
                </a:lnTo>
                <a:lnTo>
                  <a:pt x="4" y="14"/>
                </a:lnTo>
                <a:lnTo>
                  <a:pt x="4" y="15"/>
                </a:lnTo>
                <a:lnTo>
                  <a:pt x="3" y="15"/>
                </a:lnTo>
                <a:lnTo>
                  <a:pt x="3" y="16"/>
                </a:lnTo>
                <a:lnTo>
                  <a:pt x="2" y="16"/>
                </a:lnTo>
                <a:lnTo>
                  <a:pt x="1" y="16"/>
                </a:lnTo>
                <a:lnTo>
                  <a:pt x="1" y="17"/>
                </a:lnTo>
                <a:lnTo>
                  <a:pt x="2" y="17"/>
                </a:lnTo>
                <a:lnTo>
                  <a:pt x="1" y="17"/>
                </a:lnTo>
                <a:lnTo>
                  <a:pt x="1" y="16"/>
                </a:lnTo>
                <a:lnTo>
                  <a:pt x="1" y="15"/>
                </a:lnTo>
                <a:lnTo>
                  <a:pt x="0" y="15"/>
                </a:lnTo>
                <a:lnTo>
                  <a:pt x="1" y="15"/>
                </a:lnTo>
                <a:lnTo>
                  <a:pt x="0" y="14"/>
                </a:lnTo>
                <a:lnTo>
                  <a:pt x="0" y="13"/>
                </a:lnTo>
                <a:lnTo>
                  <a:pt x="1" y="13"/>
                </a:lnTo>
                <a:lnTo>
                  <a:pt x="1" y="11"/>
                </a:lnTo>
                <a:lnTo>
                  <a:pt x="2" y="11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2" y="9"/>
                </a:lnTo>
                <a:lnTo>
                  <a:pt x="3" y="9"/>
                </a:lnTo>
                <a:lnTo>
                  <a:pt x="3" y="8"/>
                </a:lnTo>
                <a:lnTo>
                  <a:pt x="4" y="8"/>
                </a:lnTo>
                <a:lnTo>
                  <a:pt x="5" y="8"/>
                </a:lnTo>
                <a:lnTo>
                  <a:pt x="4" y="8"/>
                </a:lnTo>
                <a:lnTo>
                  <a:pt x="5" y="7"/>
                </a:lnTo>
                <a:lnTo>
                  <a:pt x="5" y="6"/>
                </a:lnTo>
                <a:lnTo>
                  <a:pt x="6" y="6"/>
                </a:lnTo>
                <a:lnTo>
                  <a:pt x="7" y="6"/>
                </a:lnTo>
                <a:lnTo>
                  <a:pt x="8" y="6"/>
                </a:lnTo>
                <a:lnTo>
                  <a:pt x="8" y="7"/>
                </a:lnTo>
                <a:lnTo>
                  <a:pt x="9" y="7"/>
                </a:lnTo>
                <a:lnTo>
                  <a:pt x="9" y="6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lnTo>
                  <a:pt x="14" y="5"/>
                </a:lnTo>
                <a:lnTo>
                  <a:pt x="14" y="4"/>
                </a:lnTo>
                <a:lnTo>
                  <a:pt x="15" y="4"/>
                </a:lnTo>
                <a:lnTo>
                  <a:pt x="16" y="3"/>
                </a:lnTo>
                <a:lnTo>
                  <a:pt x="17" y="2"/>
                </a:lnTo>
                <a:lnTo>
                  <a:pt x="18" y="2"/>
                </a:lnTo>
                <a:lnTo>
                  <a:pt x="17" y="2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2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520" rIns="360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42" name=""/>
          <p:cNvSpPr/>
          <p:nvPr/>
        </p:nvSpPr>
        <p:spPr>
          <a:xfrm>
            <a:off x="6780600" y="2170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43" name=""/>
          <p:cNvSpPr/>
          <p:nvPr/>
        </p:nvSpPr>
        <p:spPr>
          <a:xfrm>
            <a:off x="6778440" y="2170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44" name=""/>
          <p:cNvSpPr/>
          <p:nvPr/>
        </p:nvSpPr>
        <p:spPr>
          <a:xfrm>
            <a:off x="6780240" y="21700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1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45" name=""/>
          <p:cNvSpPr/>
          <p:nvPr/>
        </p:nvSpPr>
        <p:spPr>
          <a:xfrm>
            <a:off x="6770880" y="21690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46" name=""/>
          <p:cNvSpPr/>
          <p:nvPr/>
        </p:nvSpPr>
        <p:spPr>
          <a:xfrm>
            <a:off x="6779160" y="21697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47" name=""/>
          <p:cNvSpPr/>
          <p:nvPr/>
        </p:nvSpPr>
        <p:spPr>
          <a:xfrm>
            <a:off x="6780600" y="2169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48" name=""/>
          <p:cNvSpPr/>
          <p:nvPr/>
        </p:nvSpPr>
        <p:spPr>
          <a:xfrm>
            <a:off x="6771600" y="2169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0"/>
                </a:move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0" y="2"/>
                </a:lnTo>
                <a:lnTo>
                  <a:pt x="0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49" name=""/>
          <p:cNvSpPr/>
          <p:nvPr/>
        </p:nvSpPr>
        <p:spPr>
          <a:xfrm>
            <a:off x="6765120" y="2168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50" name=""/>
          <p:cNvSpPr/>
          <p:nvPr/>
        </p:nvSpPr>
        <p:spPr>
          <a:xfrm>
            <a:off x="6778440" y="2168280"/>
            <a:ext cx="0" cy="1080"/>
          </a:xfrm>
          <a:custGeom>
            <a:avLst/>
            <a:gdLst/>
            <a:ahLst/>
            <a:rect l="0" t="0" r="r" b="b"/>
            <a:pathLst>
              <a:path fill="none" w="0" h="3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51" name=""/>
          <p:cNvSpPr/>
          <p:nvPr/>
        </p:nvSpPr>
        <p:spPr>
          <a:xfrm>
            <a:off x="6779160" y="2168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52" name=""/>
          <p:cNvSpPr/>
          <p:nvPr/>
        </p:nvSpPr>
        <p:spPr>
          <a:xfrm>
            <a:off x="6778800" y="216828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2" y="1"/>
                </a:moveTo>
                <a:lnTo>
                  <a:pt x="3" y="1"/>
                </a:lnTo>
                <a:lnTo>
                  <a:pt x="3" y="2"/>
                </a:lnTo>
                <a:lnTo>
                  <a:pt x="2" y="2"/>
                </a:lnTo>
                <a:lnTo>
                  <a:pt x="3" y="2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53" name=""/>
          <p:cNvSpPr/>
          <p:nvPr/>
        </p:nvSpPr>
        <p:spPr>
          <a:xfrm>
            <a:off x="6761880" y="21664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2"/>
                </a:move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4" y="5"/>
                </a:lnTo>
                <a:lnTo>
                  <a:pt x="3" y="5"/>
                </a:lnTo>
                <a:lnTo>
                  <a:pt x="3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54" name=""/>
          <p:cNvSpPr/>
          <p:nvPr/>
        </p:nvSpPr>
        <p:spPr>
          <a:xfrm>
            <a:off x="6756120" y="216612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6" y="0"/>
                </a:moveTo>
                <a:lnTo>
                  <a:pt x="6" y="2"/>
                </a:ln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2" y="5"/>
                </a:lnTo>
                <a:lnTo>
                  <a:pt x="2" y="6"/>
                </a:lnTo>
                <a:lnTo>
                  <a:pt x="1" y="6"/>
                </a:lnTo>
                <a:lnTo>
                  <a:pt x="0" y="4"/>
                </a:lnTo>
                <a:lnTo>
                  <a:pt x="1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55" name=""/>
          <p:cNvSpPr/>
          <p:nvPr/>
        </p:nvSpPr>
        <p:spPr>
          <a:xfrm>
            <a:off x="6763680" y="2163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56" name=""/>
          <p:cNvSpPr/>
          <p:nvPr/>
        </p:nvSpPr>
        <p:spPr>
          <a:xfrm>
            <a:off x="6789600" y="21657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4" y="0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57" name=""/>
          <p:cNvSpPr/>
          <p:nvPr/>
        </p:nvSpPr>
        <p:spPr>
          <a:xfrm>
            <a:off x="6763680" y="21632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58" name=""/>
          <p:cNvSpPr/>
          <p:nvPr/>
        </p:nvSpPr>
        <p:spPr>
          <a:xfrm>
            <a:off x="6780600" y="216432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59" name=""/>
          <p:cNvSpPr/>
          <p:nvPr/>
        </p:nvSpPr>
        <p:spPr>
          <a:xfrm>
            <a:off x="6788880" y="21646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3" y="0"/>
                </a:move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60" name=""/>
          <p:cNvSpPr/>
          <p:nvPr/>
        </p:nvSpPr>
        <p:spPr>
          <a:xfrm>
            <a:off x="6780600" y="2163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61" name=""/>
          <p:cNvSpPr/>
          <p:nvPr/>
        </p:nvSpPr>
        <p:spPr>
          <a:xfrm>
            <a:off x="6778440" y="21628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3" y="3"/>
                </a:move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62" name=""/>
          <p:cNvSpPr/>
          <p:nvPr/>
        </p:nvSpPr>
        <p:spPr>
          <a:xfrm>
            <a:off x="6756840" y="21603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1"/>
                </a:move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3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63" name=""/>
          <p:cNvSpPr/>
          <p:nvPr/>
        </p:nvSpPr>
        <p:spPr>
          <a:xfrm>
            <a:off x="6778800" y="21625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64" name=""/>
          <p:cNvSpPr/>
          <p:nvPr/>
        </p:nvSpPr>
        <p:spPr>
          <a:xfrm>
            <a:off x="6778080" y="216180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2" y="0"/>
                </a:moveTo>
                <a:lnTo>
                  <a:pt x="5" y="0"/>
                </a:lnTo>
                <a:lnTo>
                  <a:pt x="5" y="1"/>
                </a:lnTo>
                <a:lnTo>
                  <a:pt x="3" y="1"/>
                </a:lnTo>
                <a:lnTo>
                  <a:pt x="2" y="1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65" name=""/>
          <p:cNvSpPr/>
          <p:nvPr/>
        </p:nvSpPr>
        <p:spPr>
          <a:xfrm>
            <a:off x="6782760" y="21618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66" name=""/>
          <p:cNvSpPr/>
          <p:nvPr/>
        </p:nvSpPr>
        <p:spPr>
          <a:xfrm>
            <a:off x="6796080" y="21632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67" name=""/>
          <p:cNvSpPr/>
          <p:nvPr/>
        </p:nvSpPr>
        <p:spPr>
          <a:xfrm>
            <a:off x="6789600" y="21603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1"/>
                </a:moveTo>
                <a:lnTo>
                  <a:pt x="2" y="1"/>
                </a:lnTo>
                <a:lnTo>
                  <a:pt x="2" y="3"/>
                </a:ln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68" name=""/>
          <p:cNvSpPr/>
          <p:nvPr/>
        </p:nvSpPr>
        <p:spPr>
          <a:xfrm>
            <a:off x="6792120" y="2160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69" name=""/>
          <p:cNvSpPr/>
          <p:nvPr/>
        </p:nvSpPr>
        <p:spPr>
          <a:xfrm>
            <a:off x="6755400" y="2155320"/>
            <a:ext cx="3960" cy="6120"/>
          </a:xfrm>
          <a:custGeom>
            <a:avLst/>
            <a:gdLst/>
            <a:ahLst/>
            <a:rect l="0" t="0" r="r" b="b"/>
            <a:pathLst>
              <a:path fill="none" w="11" h="17">
                <a:moveTo>
                  <a:pt x="5" y="1"/>
                </a:moveTo>
                <a:lnTo>
                  <a:pt x="5" y="2"/>
                </a:lnTo>
                <a:lnTo>
                  <a:pt x="6" y="2"/>
                </a:ln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  <a:lnTo>
                  <a:pt x="7" y="4"/>
                </a:lnTo>
                <a:lnTo>
                  <a:pt x="8" y="5"/>
                </a:lnTo>
                <a:lnTo>
                  <a:pt x="8" y="7"/>
                </a:lnTo>
                <a:lnTo>
                  <a:pt x="8" y="8"/>
                </a:lnTo>
                <a:lnTo>
                  <a:pt x="9" y="9"/>
                </a:lnTo>
                <a:lnTo>
                  <a:pt x="9" y="11"/>
                </a:lnTo>
                <a:lnTo>
                  <a:pt x="11" y="13"/>
                </a:lnTo>
                <a:lnTo>
                  <a:pt x="11" y="14"/>
                </a:lnTo>
                <a:lnTo>
                  <a:pt x="11" y="16"/>
                </a:lnTo>
                <a:lnTo>
                  <a:pt x="11" y="17"/>
                </a:lnTo>
                <a:lnTo>
                  <a:pt x="11" y="16"/>
                </a:lnTo>
                <a:lnTo>
                  <a:pt x="9" y="16"/>
                </a:lnTo>
                <a:lnTo>
                  <a:pt x="8" y="14"/>
                </a:lnTo>
                <a:lnTo>
                  <a:pt x="8" y="13"/>
                </a:lnTo>
                <a:lnTo>
                  <a:pt x="7" y="11"/>
                </a:lnTo>
                <a:lnTo>
                  <a:pt x="7" y="10"/>
                </a:lnTo>
                <a:lnTo>
                  <a:pt x="7" y="9"/>
                </a:lnTo>
                <a:lnTo>
                  <a:pt x="5" y="8"/>
                </a:lnTo>
                <a:lnTo>
                  <a:pt x="5" y="7"/>
                </a:lnTo>
                <a:lnTo>
                  <a:pt x="4" y="5"/>
                </a:lnTo>
                <a:lnTo>
                  <a:pt x="3" y="5"/>
                </a:lnTo>
                <a:lnTo>
                  <a:pt x="2" y="4"/>
                </a:lnTo>
                <a:lnTo>
                  <a:pt x="2" y="3"/>
                </a:lnTo>
                <a:lnTo>
                  <a:pt x="2" y="4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2"/>
                </a:lnTo>
                <a:lnTo>
                  <a:pt x="3" y="1"/>
                </a:lnTo>
                <a:lnTo>
                  <a:pt x="4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520" rIns="360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70" name=""/>
          <p:cNvSpPr/>
          <p:nvPr/>
        </p:nvSpPr>
        <p:spPr>
          <a:xfrm>
            <a:off x="6789960" y="21578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71" name=""/>
          <p:cNvSpPr/>
          <p:nvPr/>
        </p:nvSpPr>
        <p:spPr>
          <a:xfrm>
            <a:off x="6788520" y="21574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72" name=""/>
          <p:cNvSpPr/>
          <p:nvPr/>
        </p:nvSpPr>
        <p:spPr>
          <a:xfrm>
            <a:off x="6789960" y="215712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73" name=""/>
          <p:cNvSpPr/>
          <p:nvPr/>
        </p:nvSpPr>
        <p:spPr>
          <a:xfrm>
            <a:off x="6787800" y="2155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74" name=""/>
          <p:cNvSpPr/>
          <p:nvPr/>
        </p:nvSpPr>
        <p:spPr>
          <a:xfrm>
            <a:off x="6819840" y="21582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75" name=""/>
          <p:cNvSpPr/>
          <p:nvPr/>
        </p:nvSpPr>
        <p:spPr>
          <a:xfrm>
            <a:off x="6798960" y="215532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0"/>
                </a:moveTo>
                <a:lnTo>
                  <a:pt x="3" y="3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76" name=""/>
          <p:cNvSpPr/>
          <p:nvPr/>
        </p:nvSpPr>
        <p:spPr>
          <a:xfrm>
            <a:off x="6807240" y="21549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77" name=""/>
          <p:cNvSpPr/>
          <p:nvPr/>
        </p:nvSpPr>
        <p:spPr>
          <a:xfrm>
            <a:off x="6804720" y="21531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1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78" name=""/>
          <p:cNvSpPr/>
          <p:nvPr/>
        </p:nvSpPr>
        <p:spPr>
          <a:xfrm>
            <a:off x="7015680" y="21837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79" name=""/>
          <p:cNvSpPr/>
          <p:nvPr/>
        </p:nvSpPr>
        <p:spPr>
          <a:xfrm>
            <a:off x="7012080" y="2179080"/>
            <a:ext cx="3960" cy="3600"/>
          </a:xfrm>
          <a:custGeom>
            <a:avLst/>
            <a:gdLst/>
            <a:ahLst/>
            <a:rect l="0" t="0" r="r" b="b"/>
            <a:pathLst>
              <a:path fill="none" w="11" h="10">
                <a:moveTo>
                  <a:pt x="8" y="1"/>
                </a:moveTo>
                <a:lnTo>
                  <a:pt x="8" y="2"/>
                </a:lnTo>
                <a:lnTo>
                  <a:pt x="8" y="3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8" y="5"/>
                </a:lnTo>
                <a:lnTo>
                  <a:pt x="9" y="6"/>
                </a:lnTo>
                <a:lnTo>
                  <a:pt x="10" y="6"/>
                </a:lnTo>
                <a:lnTo>
                  <a:pt x="10" y="8"/>
                </a:lnTo>
                <a:lnTo>
                  <a:pt x="11" y="8"/>
                </a:lnTo>
                <a:lnTo>
                  <a:pt x="10" y="8"/>
                </a:lnTo>
                <a:lnTo>
                  <a:pt x="10" y="9"/>
                </a:lnTo>
                <a:lnTo>
                  <a:pt x="10" y="10"/>
                </a:lnTo>
                <a:lnTo>
                  <a:pt x="9" y="10"/>
                </a:lnTo>
                <a:lnTo>
                  <a:pt x="9" y="9"/>
                </a:lnTo>
                <a:lnTo>
                  <a:pt x="8" y="9"/>
                </a:lnTo>
                <a:lnTo>
                  <a:pt x="7" y="8"/>
                </a:lnTo>
                <a:lnTo>
                  <a:pt x="6" y="6"/>
                </a:lnTo>
                <a:lnTo>
                  <a:pt x="5" y="6"/>
                </a:lnTo>
                <a:lnTo>
                  <a:pt x="4" y="5"/>
                </a:lnTo>
                <a:lnTo>
                  <a:pt x="2" y="5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80" name=""/>
          <p:cNvSpPr/>
          <p:nvPr/>
        </p:nvSpPr>
        <p:spPr>
          <a:xfrm>
            <a:off x="6811200" y="21488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81" name=""/>
          <p:cNvSpPr/>
          <p:nvPr/>
        </p:nvSpPr>
        <p:spPr>
          <a:xfrm>
            <a:off x="6975000" y="216900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2" y="6"/>
                </a:moveTo>
                <a:lnTo>
                  <a:pt x="0" y="6"/>
                </a:lnTo>
                <a:lnTo>
                  <a:pt x="0" y="4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2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82" name=""/>
          <p:cNvSpPr/>
          <p:nvPr/>
        </p:nvSpPr>
        <p:spPr>
          <a:xfrm>
            <a:off x="6972120" y="215964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1" y="0"/>
                </a:moveTo>
                <a:lnTo>
                  <a:pt x="2" y="1"/>
                </a:lnTo>
                <a:lnTo>
                  <a:pt x="2" y="2"/>
                </a:lnTo>
                <a:lnTo>
                  <a:pt x="2" y="3"/>
                </a:lnTo>
                <a:lnTo>
                  <a:pt x="4" y="3"/>
                </a:lnTo>
                <a:lnTo>
                  <a:pt x="5" y="5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2" y="3"/>
                </a:lnTo>
                <a:lnTo>
                  <a:pt x="2" y="2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83" name=""/>
          <p:cNvSpPr/>
          <p:nvPr/>
        </p:nvSpPr>
        <p:spPr>
          <a:xfrm>
            <a:off x="7012440" y="21582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84" name=""/>
          <p:cNvSpPr/>
          <p:nvPr/>
        </p:nvSpPr>
        <p:spPr>
          <a:xfrm>
            <a:off x="7011000" y="215712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5" y="1"/>
                </a:move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85" name=""/>
          <p:cNvSpPr/>
          <p:nvPr/>
        </p:nvSpPr>
        <p:spPr>
          <a:xfrm>
            <a:off x="6875280" y="2135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86" name=""/>
          <p:cNvSpPr/>
          <p:nvPr/>
        </p:nvSpPr>
        <p:spPr>
          <a:xfrm>
            <a:off x="6876000" y="21351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87" name=""/>
          <p:cNvSpPr/>
          <p:nvPr/>
        </p:nvSpPr>
        <p:spPr>
          <a:xfrm>
            <a:off x="6869520" y="21276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88" name=""/>
          <p:cNvSpPr/>
          <p:nvPr/>
        </p:nvSpPr>
        <p:spPr>
          <a:xfrm>
            <a:off x="6864480" y="2127600"/>
            <a:ext cx="6840" cy="3600"/>
          </a:xfrm>
          <a:custGeom>
            <a:avLst/>
            <a:gdLst/>
            <a:ahLst/>
            <a:rect l="0" t="0" r="r" b="b"/>
            <a:pathLst>
              <a:path fill="none" w="19" h="10">
                <a:moveTo>
                  <a:pt x="17" y="0"/>
                </a:moveTo>
                <a:lnTo>
                  <a:pt x="17" y="1"/>
                </a:lnTo>
                <a:lnTo>
                  <a:pt x="17" y="2"/>
                </a:lnTo>
                <a:lnTo>
                  <a:pt x="17" y="3"/>
                </a:lnTo>
                <a:lnTo>
                  <a:pt x="18" y="3"/>
                </a:lnTo>
                <a:lnTo>
                  <a:pt x="18" y="2"/>
                </a:lnTo>
                <a:lnTo>
                  <a:pt x="19" y="3"/>
                </a:lnTo>
                <a:lnTo>
                  <a:pt x="19" y="4"/>
                </a:lnTo>
                <a:lnTo>
                  <a:pt x="18" y="4"/>
                </a:lnTo>
                <a:lnTo>
                  <a:pt x="18" y="5"/>
                </a:lnTo>
                <a:lnTo>
                  <a:pt x="18" y="6"/>
                </a:lnTo>
                <a:lnTo>
                  <a:pt x="19" y="7"/>
                </a:lnTo>
                <a:lnTo>
                  <a:pt x="18" y="7"/>
                </a:lnTo>
                <a:lnTo>
                  <a:pt x="18" y="9"/>
                </a:lnTo>
                <a:lnTo>
                  <a:pt x="18" y="10"/>
                </a:lnTo>
                <a:lnTo>
                  <a:pt x="18" y="9"/>
                </a:lnTo>
                <a:lnTo>
                  <a:pt x="17" y="9"/>
                </a:lnTo>
                <a:lnTo>
                  <a:pt x="17" y="10"/>
                </a:lnTo>
                <a:lnTo>
                  <a:pt x="16" y="9"/>
                </a:lnTo>
                <a:lnTo>
                  <a:pt x="15" y="9"/>
                </a:lnTo>
                <a:lnTo>
                  <a:pt x="15" y="10"/>
                </a:lnTo>
                <a:lnTo>
                  <a:pt x="15" y="9"/>
                </a:lnTo>
                <a:lnTo>
                  <a:pt x="14" y="7"/>
                </a:lnTo>
                <a:lnTo>
                  <a:pt x="13" y="7"/>
                </a:lnTo>
                <a:lnTo>
                  <a:pt x="12" y="7"/>
                </a:lnTo>
                <a:lnTo>
                  <a:pt x="12" y="9"/>
                </a:lnTo>
                <a:lnTo>
                  <a:pt x="11" y="9"/>
                </a:lnTo>
                <a:lnTo>
                  <a:pt x="10" y="9"/>
                </a:lnTo>
                <a:lnTo>
                  <a:pt x="9" y="9"/>
                </a:lnTo>
                <a:lnTo>
                  <a:pt x="9" y="7"/>
                </a:lnTo>
                <a:lnTo>
                  <a:pt x="8" y="7"/>
                </a:lnTo>
                <a:lnTo>
                  <a:pt x="6" y="7"/>
                </a:lnTo>
                <a:lnTo>
                  <a:pt x="4" y="7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lnTo>
                  <a:pt x="6" y="2"/>
                </a:lnTo>
                <a:lnTo>
                  <a:pt x="6" y="3"/>
                </a:lnTo>
                <a:lnTo>
                  <a:pt x="6" y="4"/>
                </a:lnTo>
                <a:lnTo>
                  <a:pt x="7" y="4"/>
                </a:lnTo>
                <a:lnTo>
                  <a:pt x="7" y="5"/>
                </a:lnTo>
                <a:lnTo>
                  <a:pt x="8" y="5"/>
                </a:lnTo>
                <a:lnTo>
                  <a:pt x="8" y="4"/>
                </a:lnTo>
                <a:lnTo>
                  <a:pt x="9" y="4"/>
                </a:lnTo>
                <a:lnTo>
                  <a:pt x="9" y="3"/>
                </a:lnTo>
                <a:lnTo>
                  <a:pt x="10" y="3"/>
                </a:lnTo>
                <a:lnTo>
                  <a:pt x="10" y="2"/>
                </a:lnTo>
                <a:lnTo>
                  <a:pt x="10" y="1"/>
                </a:lnTo>
                <a:lnTo>
                  <a:pt x="12" y="1"/>
                </a:lnTo>
                <a:lnTo>
                  <a:pt x="13" y="1"/>
                </a:lnTo>
                <a:lnTo>
                  <a:pt x="13" y="2"/>
                </a:lnTo>
                <a:lnTo>
                  <a:pt x="14" y="2"/>
                </a:lnTo>
                <a:lnTo>
                  <a:pt x="15" y="2"/>
                </a:lnTo>
                <a:lnTo>
                  <a:pt x="15" y="1"/>
                </a:lnTo>
                <a:lnTo>
                  <a:pt x="16" y="0"/>
                </a:lnTo>
                <a:lnTo>
                  <a:pt x="17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89" name=""/>
          <p:cNvSpPr/>
          <p:nvPr/>
        </p:nvSpPr>
        <p:spPr>
          <a:xfrm>
            <a:off x="6944400" y="21373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4" y="3"/>
                </a:move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90" name=""/>
          <p:cNvSpPr/>
          <p:nvPr/>
        </p:nvSpPr>
        <p:spPr>
          <a:xfrm>
            <a:off x="6965280" y="21402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91" name=""/>
          <p:cNvSpPr/>
          <p:nvPr/>
        </p:nvSpPr>
        <p:spPr>
          <a:xfrm>
            <a:off x="6947640" y="2135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92" name=""/>
          <p:cNvSpPr/>
          <p:nvPr/>
        </p:nvSpPr>
        <p:spPr>
          <a:xfrm>
            <a:off x="6950880" y="2135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93" name=""/>
          <p:cNvSpPr/>
          <p:nvPr/>
        </p:nvSpPr>
        <p:spPr>
          <a:xfrm>
            <a:off x="6868080" y="21243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94" name=""/>
          <p:cNvSpPr/>
          <p:nvPr/>
        </p:nvSpPr>
        <p:spPr>
          <a:xfrm>
            <a:off x="6867000" y="2124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95" name=""/>
          <p:cNvSpPr/>
          <p:nvPr/>
        </p:nvSpPr>
        <p:spPr>
          <a:xfrm>
            <a:off x="6947640" y="213552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96" name=""/>
          <p:cNvSpPr/>
          <p:nvPr/>
        </p:nvSpPr>
        <p:spPr>
          <a:xfrm>
            <a:off x="6952680" y="21358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97" name=""/>
          <p:cNvSpPr/>
          <p:nvPr/>
        </p:nvSpPr>
        <p:spPr>
          <a:xfrm>
            <a:off x="6875640" y="2123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98" name=""/>
          <p:cNvSpPr/>
          <p:nvPr/>
        </p:nvSpPr>
        <p:spPr>
          <a:xfrm>
            <a:off x="6876360" y="21229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99" name=""/>
          <p:cNvSpPr/>
          <p:nvPr/>
        </p:nvSpPr>
        <p:spPr>
          <a:xfrm>
            <a:off x="6966360" y="21358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00" name=""/>
          <p:cNvSpPr/>
          <p:nvPr/>
        </p:nvSpPr>
        <p:spPr>
          <a:xfrm>
            <a:off x="6948000" y="21315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01" name=""/>
          <p:cNvSpPr/>
          <p:nvPr/>
        </p:nvSpPr>
        <p:spPr>
          <a:xfrm>
            <a:off x="6941520" y="21301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02" name=""/>
          <p:cNvSpPr/>
          <p:nvPr/>
        </p:nvSpPr>
        <p:spPr>
          <a:xfrm>
            <a:off x="6946920" y="21308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1" y="1"/>
                </a:moveTo>
                <a:lnTo>
                  <a:pt x="3" y="0"/>
                </a:lnTo>
                <a:lnTo>
                  <a:pt x="3" y="1"/>
                </a:lnTo>
                <a:lnTo>
                  <a:pt x="3" y="2"/>
                </a:lnTo>
                <a:lnTo>
                  <a:pt x="3" y="4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03" name=""/>
          <p:cNvSpPr/>
          <p:nvPr/>
        </p:nvSpPr>
        <p:spPr>
          <a:xfrm>
            <a:off x="6883920" y="21182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04" name=""/>
          <p:cNvSpPr/>
          <p:nvPr/>
        </p:nvSpPr>
        <p:spPr>
          <a:xfrm>
            <a:off x="6947640" y="21272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05" name=""/>
          <p:cNvSpPr/>
          <p:nvPr/>
        </p:nvSpPr>
        <p:spPr>
          <a:xfrm>
            <a:off x="6888960" y="2116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06" name=""/>
          <p:cNvSpPr/>
          <p:nvPr/>
        </p:nvSpPr>
        <p:spPr>
          <a:xfrm>
            <a:off x="6888240" y="2116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07" name=""/>
          <p:cNvSpPr/>
          <p:nvPr/>
        </p:nvSpPr>
        <p:spPr>
          <a:xfrm>
            <a:off x="6889680" y="2116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08" name=""/>
          <p:cNvSpPr/>
          <p:nvPr/>
        </p:nvSpPr>
        <p:spPr>
          <a:xfrm>
            <a:off x="6887880" y="21157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09" name=""/>
          <p:cNvSpPr/>
          <p:nvPr/>
        </p:nvSpPr>
        <p:spPr>
          <a:xfrm>
            <a:off x="6890760" y="21153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10" name=""/>
          <p:cNvSpPr/>
          <p:nvPr/>
        </p:nvSpPr>
        <p:spPr>
          <a:xfrm>
            <a:off x="6963480" y="2126160"/>
            <a:ext cx="3600" cy="3240"/>
          </a:xfrm>
          <a:custGeom>
            <a:avLst/>
            <a:gdLst/>
            <a:ahLst/>
            <a:rect l="0" t="0" r="r" b="b"/>
            <a:pathLst>
              <a:path fill="none" w="10" h="9">
                <a:moveTo>
                  <a:pt x="10" y="2"/>
                </a:moveTo>
                <a:lnTo>
                  <a:pt x="9" y="2"/>
                </a:lnTo>
                <a:lnTo>
                  <a:pt x="8" y="2"/>
                </a:lnTo>
                <a:lnTo>
                  <a:pt x="8" y="3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7" y="4"/>
                </a:lnTo>
                <a:lnTo>
                  <a:pt x="6" y="4"/>
                </a:lnTo>
                <a:lnTo>
                  <a:pt x="7" y="4"/>
                </a:lnTo>
                <a:lnTo>
                  <a:pt x="7" y="5"/>
                </a:lnTo>
                <a:lnTo>
                  <a:pt x="6" y="5"/>
                </a:lnTo>
                <a:lnTo>
                  <a:pt x="7" y="5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2" y="6"/>
                </a:lnTo>
                <a:lnTo>
                  <a:pt x="3" y="7"/>
                </a:lnTo>
                <a:lnTo>
                  <a:pt x="3" y="9"/>
                </a:lnTo>
                <a:lnTo>
                  <a:pt x="2" y="9"/>
                </a:lnTo>
                <a:lnTo>
                  <a:pt x="2" y="7"/>
                </a:lnTo>
                <a:lnTo>
                  <a:pt x="2" y="6"/>
                </a:lnTo>
                <a:lnTo>
                  <a:pt x="2" y="7"/>
                </a:lnTo>
                <a:lnTo>
                  <a:pt x="1" y="7"/>
                </a:lnTo>
                <a:lnTo>
                  <a:pt x="0" y="7"/>
                </a:lnTo>
                <a:lnTo>
                  <a:pt x="1" y="6"/>
                </a:lnTo>
                <a:lnTo>
                  <a:pt x="2" y="5"/>
                </a:lnTo>
                <a:lnTo>
                  <a:pt x="3" y="4"/>
                </a:lnTo>
                <a:lnTo>
                  <a:pt x="4" y="3"/>
                </a:lnTo>
                <a:lnTo>
                  <a:pt x="6" y="3"/>
                </a:lnTo>
                <a:lnTo>
                  <a:pt x="7" y="2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11" name=""/>
          <p:cNvSpPr/>
          <p:nvPr/>
        </p:nvSpPr>
        <p:spPr>
          <a:xfrm>
            <a:off x="6968160" y="21261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12" name=""/>
          <p:cNvSpPr/>
          <p:nvPr/>
        </p:nvSpPr>
        <p:spPr>
          <a:xfrm>
            <a:off x="6948720" y="2122920"/>
            <a:ext cx="5400" cy="4320"/>
          </a:xfrm>
          <a:custGeom>
            <a:avLst/>
            <a:gdLst/>
            <a:ahLst/>
            <a:rect l="0" t="0" r="r" b="b"/>
            <a:pathLst>
              <a:path fill="none" w="15" h="12">
                <a:moveTo>
                  <a:pt x="11" y="0"/>
                </a:moveTo>
                <a:lnTo>
                  <a:pt x="11" y="1"/>
                </a:lnTo>
                <a:lnTo>
                  <a:pt x="12" y="2"/>
                </a:lnTo>
                <a:lnTo>
                  <a:pt x="13" y="2"/>
                </a:lnTo>
                <a:lnTo>
                  <a:pt x="13" y="1"/>
                </a:lnTo>
                <a:lnTo>
                  <a:pt x="13" y="2"/>
                </a:lnTo>
                <a:lnTo>
                  <a:pt x="14" y="3"/>
                </a:lnTo>
                <a:lnTo>
                  <a:pt x="14" y="4"/>
                </a:lnTo>
                <a:lnTo>
                  <a:pt x="14" y="5"/>
                </a:lnTo>
                <a:lnTo>
                  <a:pt x="15" y="5"/>
                </a:lnTo>
                <a:lnTo>
                  <a:pt x="15" y="6"/>
                </a:lnTo>
                <a:lnTo>
                  <a:pt x="13" y="6"/>
                </a:lnTo>
                <a:lnTo>
                  <a:pt x="13" y="5"/>
                </a:lnTo>
                <a:lnTo>
                  <a:pt x="12" y="5"/>
                </a:lnTo>
                <a:lnTo>
                  <a:pt x="11" y="5"/>
                </a:lnTo>
                <a:lnTo>
                  <a:pt x="9" y="5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6" y="9"/>
                </a:lnTo>
                <a:lnTo>
                  <a:pt x="6" y="10"/>
                </a:lnTo>
                <a:lnTo>
                  <a:pt x="6" y="11"/>
                </a:lnTo>
                <a:lnTo>
                  <a:pt x="5" y="11"/>
                </a:lnTo>
                <a:lnTo>
                  <a:pt x="4" y="11"/>
                </a:lnTo>
                <a:lnTo>
                  <a:pt x="3" y="11"/>
                </a:lnTo>
                <a:lnTo>
                  <a:pt x="3" y="12"/>
                </a:lnTo>
                <a:lnTo>
                  <a:pt x="3" y="11"/>
                </a:lnTo>
                <a:lnTo>
                  <a:pt x="3" y="10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1" y="7"/>
                </a:lnTo>
                <a:lnTo>
                  <a:pt x="0" y="7"/>
                </a:lnTo>
                <a:lnTo>
                  <a:pt x="1" y="6"/>
                </a:lnTo>
                <a:lnTo>
                  <a:pt x="1" y="7"/>
                </a:lnTo>
                <a:lnTo>
                  <a:pt x="1" y="9"/>
                </a:lnTo>
                <a:lnTo>
                  <a:pt x="1" y="10"/>
                </a:lnTo>
                <a:lnTo>
                  <a:pt x="2" y="10"/>
                </a:lnTo>
                <a:lnTo>
                  <a:pt x="2" y="9"/>
                </a:lnTo>
                <a:lnTo>
                  <a:pt x="3" y="9"/>
                </a:lnTo>
                <a:lnTo>
                  <a:pt x="3" y="10"/>
                </a:lnTo>
                <a:lnTo>
                  <a:pt x="4" y="10"/>
                </a:lnTo>
                <a:lnTo>
                  <a:pt x="4" y="9"/>
                </a:lnTo>
                <a:lnTo>
                  <a:pt x="5" y="9"/>
                </a:lnTo>
                <a:lnTo>
                  <a:pt x="5" y="10"/>
                </a:lnTo>
                <a:lnTo>
                  <a:pt x="5" y="9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3" y="6"/>
                </a:lnTo>
                <a:lnTo>
                  <a:pt x="3" y="7"/>
                </a:lnTo>
                <a:lnTo>
                  <a:pt x="2" y="6"/>
                </a:lnTo>
                <a:lnTo>
                  <a:pt x="2" y="5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6" y="3"/>
                </a:lnTo>
                <a:lnTo>
                  <a:pt x="6" y="2"/>
                </a:lnTo>
                <a:lnTo>
                  <a:pt x="6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2"/>
                </a:lnTo>
                <a:lnTo>
                  <a:pt x="7" y="2"/>
                </a:lnTo>
                <a:lnTo>
                  <a:pt x="8" y="3"/>
                </a:lnTo>
                <a:lnTo>
                  <a:pt x="8" y="2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9" y="1"/>
                </a:lnTo>
                <a:lnTo>
                  <a:pt x="11" y="1"/>
                </a:lnTo>
                <a:lnTo>
                  <a:pt x="11" y="0"/>
                </a:lnTo>
                <a:lnTo>
                  <a:pt x="9" y="0"/>
                </a:lnTo>
                <a:lnTo>
                  <a:pt x="1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13" name=""/>
          <p:cNvSpPr/>
          <p:nvPr/>
        </p:nvSpPr>
        <p:spPr>
          <a:xfrm>
            <a:off x="6950520" y="21225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14" name=""/>
          <p:cNvSpPr/>
          <p:nvPr/>
        </p:nvSpPr>
        <p:spPr>
          <a:xfrm>
            <a:off x="6946200" y="2121480"/>
            <a:ext cx="2880" cy="3600"/>
          </a:xfrm>
          <a:custGeom>
            <a:avLst/>
            <a:gdLst/>
            <a:ahLst/>
            <a:rect l="0" t="0" r="r" b="b"/>
            <a:pathLst>
              <a:path fill="none" w="8" h="10">
                <a:moveTo>
                  <a:pt x="6" y="0"/>
                </a:move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8" y="2"/>
                </a:lnTo>
                <a:lnTo>
                  <a:pt x="7" y="2"/>
                </a:lnTo>
                <a:lnTo>
                  <a:pt x="6" y="2"/>
                </a:lnTo>
                <a:lnTo>
                  <a:pt x="6" y="3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5" y="6"/>
                </a:lnTo>
                <a:lnTo>
                  <a:pt x="6" y="6"/>
                </a:lnTo>
                <a:lnTo>
                  <a:pt x="6" y="8"/>
                </a:lnTo>
                <a:lnTo>
                  <a:pt x="5" y="8"/>
                </a:lnTo>
                <a:lnTo>
                  <a:pt x="5" y="9"/>
                </a:lnTo>
                <a:lnTo>
                  <a:pt x="6" y="9"/>
                </a:lnTo>
                <a:lnTo>
                  <a:pt x="6" y="10"/>
                </a:lnTo>
                <a:lnTo>
                  <a:pt x="5" y="10"/>
                </a:lnTo>
                <a:lnTo>
                  <a:pt x="3" y="9"/>
                </a:lnTo>
                <a:lnTo>
                  <a:pt x="3" y="10"/>
                </a:lnTo>
                <a:lnTo>
                  <a:pt x="2" y="10"/>
                </a:lnTo>
                <a:lnTo>
                  <a:pt x="1" y="10"/>
                </a:lnTo>
                <a:lnTo>
                  <a:pt x="0" y="10"/>
                </a:lnTo>
                <a:lnTo>
                  <a:pt x="1" y="10"/>
                </a:lnTo>
                <a:lnTo>
                  <a:pt x="1" y="9"/>
                </a:lnTo>
                <a:lnTo>
                  <a:pt x="2" y="9"/>
                </a:lnTo>
                <a:lnTo>
                  <a:pt x="3" y="9"/>
                </a:lnTo>
                <a:lnTo>
                  <a:pt x="5" y="8"/>
                </a:lnTo>
                <a:lnTo>
                  <a:pt x="5" y="6"/>
                </a:lnTo>
                <a:lnTo>
                  <a:pt x="3" y="6"/>
                </a:lnTo>
                <a:lnTo>
                  <a:pt x="3" y="5"/>
                </a:lnTo>
                <a:lnTo>
                  <a:pt x="3" y="6"/>
                </a:lnTo>
                <a:lnTo>
                  <a:pt x="3" y="5"/>
                </a:lnTo>
                <a:lnTo>
                  <a:pt x="5" y="5"/>
                </a:lnTo>
                <a:lnTo>
                  <a:pt x="5" y="4"/>
                </a:lnTo>
                <a:lnTo>
                  <a:pt x="5" y="3"/>
                </a:lnTo>
                <a:lnTo>
                  <a:pt x="3" y="3"/>
                </a:lnTo>
                <a:lnTo>
                  <a:pt x="5" y="3"/>
                </a:lnTo>
                <a:lnTo>
                  <a:pt x="5" y="2"/>
                </a:lnTo>
                <a:lnTo>
                  <a:pt x="3" y="2"/>
                </a:lnTo>
                <a:lnTo>
                  <a:pt x="5" y="2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15" name=""/>
          <p:cNvSpPr/>
          <p:nvPr/>
        </p:nvSpPr>
        <p:spPr>
          <a:xfrm>
            <a:off x="6947640" y="2121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16" name=""/>
          <p:cNvSpPr/>
          <p:nvPr/>
        </p:nvSpPr>
        <p:spPr>
          <a:xfrm>
            <a:off x="6880320" y="2111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17" name=""/>
          <p:cNvSpPr/>
          <p:nvPr/>
        </p:nvSpPr>
        <p:spPr>
          <a:xfrm>
            <a:off x="6949080" y="212040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3" y="1"/>
                </a:moveTo>
                <a:lnTo>
                  <a:pt x="4" y="1"/>
                </a:lnTo>
                <a:lnTo>
                  <a:pt x="6" y="1"/>
                </a:lnTo>
                <a:lnTo>
                  <a:pt x="6" y="2"/>
                </a:lnTo>
                <a:lnTo>
                  <a:pt x="6" y="4"/>
                </a:lnTo>
                <a:lnTo>
                  <a:pt x="4" y="4"/>
                </a:lnTo>
                <a:lnTo>
                  <a:pt x="4" y="5"/>
                </a:lnTo>
                <a:lnTo>
                  <a:pt x="4" y="6"/>
                </a:lnTo>
                <a:lnTo>
                  <a:pt x="6" y="6"/>
                </a:lnTo>
                <a:lnTo>
                  <a:pt x="6" y="5"/>
                </a:lnTo>
                <a:lnTo>
                  <a:pt x="6" y="6"/>
                </a:lnTo>
                <a:lnTo>
                  <a:pt x="4" y="6"/>
                </a:lnTo>
                <a:lnTo>
                  <a:pt x="6" y="7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4" y="6"/>
                </a:lnTo>
                <a:lnTo>
                  <a:pt x="4" y="5"/>
                </a:lnTo>
                <a:lnTo>
                  <a:pt x="3" y="4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18" name=""/>
          <p:cNvSpPr/>
          <p:nvPr/>
        </p:nvSpPr>
        <p:spPr>
          <a:xfrm>
            <a:off x="6950520" y="211752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3"/>
                </a:moveTo>
                <a:lnTo>
                  <a:pt x="1" y="3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2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19" name=""/>
          <p:cNvSpPr/>
          <p:nvPr/>
        </p:nvSpPr>
        <p:spPr>
          <a:xfrm>
            <a:off x="6968160" y="212004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0" y="5"/>
                </a:move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20" name=""/>
          <p:cNvSpPr/>
          <p:nvPr/>
        </p:nvSpPr>
        <p:spPr>
          <a:xfrm>
            <a:off x="6968520" y="21182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3"/>
                </a:move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21" name=""/>
          <p:cNvSpPr/>
          <p:nvPr/>
        </p:nvSpPr>
        <p:spPr>
          <a:xfrm>
            <a:off x="6971040" y="21146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22" name=""/>
          <p:cNvSpPr/>
          <p:nvPr/>
        </p:nvSpPr>
        <p:spPr>
          <a:xfrm>
            <a:off x="6903360" y="20959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23" name=""/>
          <p:cNvSpPr/>
          <p:nvPr/>
        </p:nvSpPr>
        <p:spPr>
          <a:xfrm>
            <a:off x="6900840" y="20944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24" name=""/>
          <p:cNvSpPr/>
          <p:nvPr/>
        </p:nvSpPr>
        <p:spPr>
          <a:xfrm>
            <a:off x="6895800" y="20937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25" name=""/>
          <p:cNvSpPr/>
          <p:nvPr/>
        </p:nvSpPr>
        <p:spPr>
          <a:xfrm>
            <a:off x="6975360" y="210528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1" y="5"/>
                </a:moveTo>
                <a:lnTo>
                  <a:pt x="0" y="5"/>
                </a:lnTo>
                <a:lnTo>
                  <a:pt x="1" y="2"/>
                </a:lnTo>
                <a:lnTo>
                  <a:pt x="1" y="0"/>
                </a:lnTo>
                <a:lnTo>
                  <a:pt x="5" y="0"/>
                </a:lnTo>
                <a:lnTo>
                  <a:pt x="6" y="0"/>
                </a:lnTo>
                <a:lnTo>
                  <a:pt x="6" y="2"/>
                </a:lnTo>
                <a:lnTo>
                  <a:pt x="5" y="3"/>
                </a:lnTo>
                <a:lnTo>
                  <a:pt x="5" y="5"/>
                </a:lnTo>
                <a:lnTo>
                  <a:pt x="4" y="5"/>
                </a:lnTo>
                <a:lnTo>
                  <a:pt x="1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26" name=""/>
          <p:cNvSpPr/>
          <p:nvPr/>
        </p:nvSpPr>
        <p:spPr>
          <a:xfrm>
            <a:off x="6896520" y="20930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4"/>
                </a:moveTo>
                <a:lnTo>
                  <a:pt x="1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5" y="2"/>
                </a:lnTo>
                <a:lnTo>
                  <a:pt x="5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27" name=""/>
          <p:cNvSpPr/>
          <p:nvPr/>
        </p:nvSpPr>
        <p:spPr>
          <a:xfrm>
            <a:off x="6903720" y="20941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28" name=""/>
          <p:cNvSpPr/>
          <p:nvPr/>
        </p:nvSpPr>
        <p:spPr>
          <a:xfrm>
            <a:off x="6900480" y="20919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29" name=""/>
          <p:cNvSpPr/>
          <p:nvPr/>
        </p:nvSpPr>
        <p:spPr>
          <a:xfrm>
            <a:off x="6895800" y="20908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30" name=""/>
          <p:cNvSpPr/>
          <p:nvPr/>
        </p:nvSpPr>
        <p:spPr>
          <a:xfrm>
            <a:off x="6905520" y="209196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5" y="1"/>
                </a:moveTo>
                <a:lnTo>
                  <a:pt x="6" y="1"/>
                </a:lnTo>
                <a:lnTo>
                  <a:pt x="6" y="4"/>
                </a:lnTo>
                <a:lnTo>
                  <a:pt x="5" y="4"/>
                </a:lnTo>
                <a:lnTo>
                  <a:pt x="3" y="4"/>
                </a:lnTo>
                <a:lnTo>
                  <a:pt x="2" y="5"/>
                </a:lnTo>
                <a:lnTo>
                  <a:pt x="1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31" name=""/>
          <p:cNvSpPr/>
          <p:nvPr/>
        </p:nvSpPr>
        <p:spPr>
          <a:xfrm>
            <a:off x="6900840" y="2088000"/>
            <a:ext cx="4680" cy="5400"/>
          </a:xfrm>
          <a:custGeom>
            <a:avLst/>
            <a:gdLst/>
            <a:ahLst/>
            <a:rect l="0" t="0" r="r" b="b"/>
            <a:pathLst>
              <a:path fill="none" w="13" h="15">
                <a:moveTo>
                  <a:pt x="8" y="1"/>
                </a:moveTo>
                <a:lnTo>
                  <a:pt x="9" y="1"/>
                </a:lnTo>
                <a:lnTo>
                  <a:pt x="9" y="2"/>
                </a:lnTo>
                <a:lnTo>
                  <a:pt x="9" y="3"/>
                </a:lnTo>
                <a:lnTo>
                  <a:pt x="9" y="4"/>
                </a:lnTo>
                <a:lnTo>
                  <a:pt x="11" y="3"/>
                </a:lnTo>
                <a:lnTo>
                  <a:pt x="11" y="2"/>
                </a:lnTo>
                <a:lnTo>
                  <a:pt x="12" y="2"/>
                </a:lnTo>
                <a:lnTo>
                  <a:pt x="12" y="3"/>
                </a:lnTo>
                <a:lnTo>
                  <a:pt x="13" y="3"/>
                </a:lnTo>
                <a:lnTo>
                  <a:pt x="13" y="7"/>
                </a:lnTo>
                <a:lnTo>
                  <a:pt x="13" y="8"/>
                </a:lnTo>
                <a:lnTo>
                  <a:pt x="13" y="9"/>
                </a:lnTo>
                <a:lnTo>
                  <a:pt x="12" y="10"/>
                </a:lnTo>
                <a:lnTo>
                  <a:pt x="11" y="11"/>
                </a:lnTo>
                <a:lnTo>
                  <a:pt x="9" y="12"/>
                </a:lnTo>
                <a:lnTo>
                  <a:pt x="7" y="13"/>
                </a:lnTo>
                <a:lnTo>
                  <a:pt x="6" y="14"/>
                </a:lnTo>
                <a:lnTo>
                  <a:pt x="6" y="15"/>
                </a:lnTo>
                <a:lnTo>
                  <a:pt x="5" y="14"/>
                </a:lnTo>
                <a:lnTo>
                  <a:pt x="4" y="14"/>
                </a:lnTo>
                <a:lnTo>
                  <a:pt x="3" y="14"/>
                </a:lnTo>
                <a:lnTo>
                  <a:pt x="2" y="14"/>
                </a:lnTo>
                <a:lnTo>
                  <a:pt x="0" y="12"/>
                </a:lnTo>
                <a:lnTo>
                  <a:pt x="0" y="11"/>
                </a:lnTo>
                <a:lnTo>
                  <a:pt x="0" y="9"/>
                </a:lnTo>
                <a:lnTo>
                  <a:pt x="1" y="7"/>
                </a:lnTo>
                <a:lnTo>
                  <a:pt x="1" y="6"/>
                </a:lnTo>
                <a:lnTo>
                  <a:pt x="2" y="4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8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800" rIns="36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32" name=""/>
          <p:cNvSpPr/>
          <p:nvPr/>
        </p:nvSpPr>
        <p:spPr>
          <a:xfrm>
            <a:off x="6907680" y="2089080"/>
            <a:ext cx="6840" cy="5760"/>
          </a:xfrm>
          <a:custGeom>
            <a:avLst/>
            <a:gdLst/>
            <a:ahLst/>
            <a:rect l="0" t="0" r="r" b="b"/>
            <a:pathLst>
              <a:path fill="none" w="19" h="16">
                <a:moveTo>
                  <a:pt x="15" y="2"/>
                </a:moveTo>
                <a:lnTo>
                  <a:pt x="16" y="2"/>
                </a:lnTo>
                <a:lnTo>
                  <a:pt x="17" y="2"/>
                </a:lnTo>
                <a:lnTo>
                  <a:pt x="16" y="2"/>
                </a:lnTo>
                <a:lnTo>
                  <a:pt x="16" y="3"/>
                </a:lnTo>
                <a:lnTo>
                  <a:pt x="17" y="3"/>
                </a:lnTo>
                <a:lnTo>
                  <a:pt x="17" y="5"/>
                </a:lnTo>
                <a:lnTo>
                  <a:pt x="18" y="5"/>
                </a:lnTo>
                <a:lnTo>
                  <a:pt x="18" y="7"/>
                </a:lnTo>
                <a:lnTo>
                  <a:pt x="18" y="8"/>
                </a:lnTo>
                <a:lnTo>
                  <a:pt x="19" y="8"/>
                </a:lnTo>
                <a:lnTo>
                  <a:pt x="19" y="9"/>
                </a:lnTo>
                <a:lnTo>
                  <a:pt x="18" y="9"/>
                </a:lnTo>
                <a:lnTo>
                  <a:pt x="18" y="10"/>
                </a:lnTo>
                <a:lnTo>
                  <a:pt x="18" y="11"/>
                </a:lnTo>
                <a:lnTo>
                  <a:pt x="17" y="12"/>
                </a:lnTo>
                <a:lnTo>
                  <a:pt x="16" y="12"/>
                </a:lnTo>
                <a:lnTo>
                  <a:pt x="15" y="12"/>
                </a:lnTo>
                <a:lnTo>
                  <a:pt x="15" y="13"/>
                </a:lnTo>
                <a:lnTo>
                  <a:pt x="15" y="12"/>
                </a:lnTo>
                <a:lnTo>
                  <a:pt x="15" y="11"/>
                </a:lnTo>
                <a:lnTo>
                  <a:pt x="13" y="11"/>
                </a:lnTo>
                <a:lnTo>
                  <a:pt x="13" y="10"/>
                </a:lnTo>
                <a:lnTo>
                  <a:pt x="12" y="10"/>
                </a:lnTo>
                <a:lnTo>
                  <a:pt x="11" y="10"/>
                </a:lnTo>
                <a:lnTo>
                  <a:pt x="10" y="10"/>
                </a:lnTo>
                <a:lnTo>
                  <a:pt x="9" y="10"/>
                </a:lnTo>
                <a:lnTo>
                  <a:pt x="7" y="11"/>
                </a:lnTo>
                <a:lnTo>
                  <a:pt x="6" y="12"/>
                </a:lnTo>
                <a:lnTo>
                  <a:pt x="6" y="13"/>
                </a:lnTo>
                <a:lnTo>
                  <a:pt x="5" y="13"/>
                </a:lnTo>
                <a:lnTo>
                  <a:pt x="5" y="15"/>
                </a:lnTo>
                <a:lnTo>
                  <a:pt x="5" y="16"/>
                </a:lnTo>
                <a:lnTo>
                  <a:pt x="4" y="16"/>
                </a:lnTo>
                <a:lnTo>
                  <a:pt x="4" y="15"/>
                </a:lnTo>
                <a:lnTo>
                  <a:pt x="3" y="15"/>
                </a:lnTo>
                <a:lnTo>
                  <a:pt x="2" y="15"/>
                </a:lnTo>
                <a:lnTo>
                  <a:pt x="2" y="13"/>
                </a:lnTo>
                <a:lnTo>
                  <a:pt x="1" y="13"/>
                </a:lnTo>
                <a:lnTo>
                  <a:pt x="0" y="12"/>
                </a:lnTo>
                <a:lnTo>
                  <a:pt x="1" y="12"/>
                </a:lnTo>
                <a:lnTo>
                  <a:pt x="2" y="11"/>
                </a:lnTo>
                <a:lnTo>
                  <a:pt x="3" y="11"/>
                </a:lnTo>
                <a:lnTo>
                  <a:pt x="3" y="10"/>
                </a:lnTo>
                <a:lnTo>
                  <a:pt x="3" y="9"/>
                </a:lnTo>
                <a:lnTo>
                  <a:pt x="2" y="8"/>
                </a:lnTo>
                <a:lnTo>
                  <a:pt x="2" y="7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3" y="4"/>
                </a:lnTo>
                <a:lnTo>
                  <a:pt x="4" y="4"/>
                </a:lnTo>
                <a:lnTo>
                  <a:pt x="4" y="5"/>
                </a:lnTo>
                <a:lnTo>
                  <a:pt x="5" y="5"/>
                </a:lnTo>
                <a:lnTo>
                  <a:pt x="6" y="6"/>
                </a:lnTo>
                <a:lnTo>
                  <a:pt x="6" y="7"/>
                </a:lnTo>
                <a:lnTo>
                  <a:pt x="7" y="7"/>
                </a:lnTo>
                <a:lnTo>
                  <a:pt x="8" y="7"/>
                </a:lnTo>
                <a:lnTo>
                  <a:pt x="9" y="7"/>
                </a:lnTo>
                <a:lnTo>
                  <a:pt x="10" y="6"/>
                </a:lnTo>
                <a:lnTo>
                  <a:pt x="10" y="5"/>
                </a:lnTo>
                <a:lnTo>
                  <a:pt x="11" y="4"/>
                </a:lnTo>
                <a:lnTo>
                  <a:pt x="11" y="3"/>
                </a:lnTo>
                <a:lnTo>
                  <a:pt x="11" y="2"/>
                </a:lnTo>
                <a:lnTo>
                  <a:pt x="12" y="1"/>
                </a:lnTo>
                <a:lnTo>
                  <a:pt x="12" y="0"/>
                </a:lnTo>
                <a:lnTo>
                  <a:pt x="13" y="0"/>
                </a:lnTo>
                <a:lnTo>
                  <a:pt x="15" y="1"/>
                </a:lnTo>
                <a:lnTo>
                  <a:pt x="1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160" rIns="3600" bIns="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33" name=""/>
          <p:cNvSpPr/>
          <p:nvPr/>
        </p:nvSpPr>
        <p:spPr>
          <a:xfrm>
            <a:off x="6908040" y="2087280"/>
            <a:ext cx="3240" cy="1800"/>
          </a:xfrm>
          <a:custGeom>
            <a:avLst/>
            <a:gdLst/>
            <a:ahLst/>
            <a:rect l="0" t="0" r="r" b="b"/>
            <a:pathLst>
              <a:path fill="none" w="9" h="5">
                <a:moveTo>
                  <a:pt x="4" y="1"/>
                </a:move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9" y="2"/>
                </a:lnTo>
                <a:lnTo>
                  <a:pt x="8" y="2"/>
                </a:lnTo>
                <a:lnTo>
                  <a:pt x="7" y="2"/>
                </a:lnTo>
                <a:lnTo>
                  <a:pt x="6" y="2"/>
                </a:lnTo>
                <a:lnTo>
                  <a:pt x="7" y="2"/>
                </a:lnTo>
                <a:lnTo>
                  <a:pt x="8" y="3"/>
                </a:lnTo>
                <a:lnTo>
                  <a:pt x="9" y="2"/>
                </a:lnTo>
                <a:lnTo>
                  <a:pt x="9" y="3"/>
                </a:lnTo>
                <a:lnTo>
                  <a:pt x="8" y="3"/>
                </a:lnTo>
                <a:lnTo>
                  <a:pt x="7" y="3"/>
                </a:lnTo>
                <a:lnTo>
                  <a:pt x="7" y="5"/>
                </a:lnTo>
                <a:lnTo>
                  <a:pt x="6" y="5"/>
                </a:lnTo>
                <a:lnTo>
                  <a:pt x="6" y="3"/>
                </a:lnTo>
                <a:lnTo>
                  <a:pt x="6" y="5"/>
                </a:lnTo>
                <a:lnTo>
                  <a:pt x="5" y="5"/>
                </a:lnTo>
                <a:lnTo>
                  <a:pt x="4" y="3"/>
                </a:lnTo>
                <a:lnTo>
                  <a:pt x="3" y="3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34" name=""/>
          <p:cNvSpPr/>
          <p:nvPr/>
        </p:nvSpPr>
        <p:spPr>
          <a:xfrm>
            <a:off x="6923520" y="2077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35" name=""/>
          <p:cNvSpPr/>
          <p:nvPr/>
        </p:nvSpPr>
        <p:spPr>
          <a:xfrm>
            <a:off x="6931800" y="20700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36" name=""/>
          <p:cNvSpPr/>
          <p:nvPr/>
        </p:nvSpPr>
        <p:spPr>
          <a:xfrm>
            <a:off x="6945480" y="20718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37" name=""/>
          <p:cNvSpPr/>
          <p:nvPr/>
        </p:nvSpPr>
        <p:spPr>
          <a:xfrm>
            <a:off x="6932160" y="2068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38" name=""/>
          <p:cNvSpPr/>
          <p:nvPr/>
        </p:nvSpPr>
        <p:spPr>
          <a:xfrm>
            <a:off x="6933960" y="2067840"/>
            <a:ext cx="2520" cy="3240"/>
          </a:xfrm>
          <a:custGeom>
            <a:avLst/>
            <a:gdLst/>
            <a:ahLst/>
            <a:rect l="0" t="0" r="r" b="b"/>
            <a:pathLst>
              <a:path fill="none" w="7" h="9">
                <a:moveTo>
                  <a:pt x="6" y="1"/>
                </a:moveTo>
                <a:lnTo>
                  <a:pt x="6" y="2"/>
                </a:lnTo>
                <a:lnTo>
                  <a:pt x="5" y="2"/>
                </a:lnTo>
                <a:lnTo>
                  <a:pt x="5" y="3"/>
                </a:lnTo>
                <a:lnTo>
                  <a:pt x="5" y="5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6" y="6"/>
                </a:lnTo>
                <a:lnTo>
                  <a:pt x="5" y="6"/>
                </a:lnTo>
                <a:lnTo>
                  <a:pt x="5" y="7"/>
                </a:lnTo>
                <a:lnTo>
                  <a:pt x="4" y="7"/>
                </a:lnTo>
                <a:lnTo>
                  <a:pt x="4" y="8"/>
                </a:lnTo>
                <a:lnTo>
                  <a:pt x="4" y="9"/>
                </a:lnTo>
                <a:lnTo>
                  <a:pt x="3" y="9"/>
                </a:lnTo>
                <a:lnTo>
                  <a:pt x="4" y="9"/>
                </a:lnTo>
                <a:lnTo>
                  <a:pt x="4" y="8"/>
                </a:lnTo>
                <a:lnTo>
                  <a:pt x="3" y="8"/>
                </a:lnTo>
                <a:lnTo>
                  <a:pt x="3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3" y="7"/>
                </a:lnTo>
                <a:lnTo>
                  <a:pt x="4" y="7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39" name=""/>
          <p:cNvSpPr/>
          <p:nvPr/>
        </p:nvSpPr>
        <p:spPr>
          <a:xfrm>
            <a:off x="6942960" y="2067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40" name=""/>
          <p:cNvSpPr/>
          <p:nvPr/>
        </p:nvSpPr>
        <p:spPr>
          <a:xfrm>
            <a:off x="6931440" y="20649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41" name=""/>
          <p:cNvSpPr/>
          <p:nvPr/>
        </p:nvSpPr>
        <p:spPr>
          <a:xfrm>
            <a:off x="6930720" y="20646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1"/>
                </a:move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42" name=""/>
          <p:cNvSpPr/>
          <p:nvPr/>
        </p:nvSpPr>
        <p:spPr>
          <a:xfrm>
            <a:off x="7026480" y="20772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4"/>
                </a:move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43" name=""/>
          <p:cNvSpPr/>
          <p:nvPr/>
        </p:nvSpPr>
        <p:spPr>
          <a:xfrm>
            <a:off x="6950160" y="2064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44" name=""/>
          <p:cNvSpPr/>
          <p:nvPr/>
        </p:nvSpPr>
        <p:spPr>
          <a:xfrm>
            <a:off x="6951600" y="20631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45" name=""/>
          <p:cNvSpPr/>
          <p:nvPr/>
        </p:nvSpPr>
        <p:spPr>
          <a:xfrm>
            <a:off x="6945120" y="2062080"/>
            <a:ext cx="5040" cy="4320"/>
          </a:xfrm>
          <a:custGeom>
            <a:avLst/>
            <a:gdLst/>
            <a:ahLst/>
            <a:rect l="0" t="0" r="r" b="b"/>
            <a:pathLst>
              <a:path fill="none" w="14" h="12">
                <a:moveTo>
                  <a:pt x="4" y="3"/>
                </a:moveTo>
                <a:lnTo>
                  <a:pt x="5" y="3"/>
                </a:lnTo>
                <a:lnTo>
                  <a:pt x="6" y="4"/>
                </a:lnTo>
                <a:lnTo>
                  <a:pt x="5" y="4"/>
                </a:lnTo>
                <a:lnTo>
                  <a:pt x="5" y="5"/>
                </a:lnTo>
                <a:lnTo>
                  <a:pt x="6" y="5"/>
                </a:lnTo>
                <a:lnTo>
                  <a:pt x="7" y="6"/>
                </a:lnTo>
                <a:lnTo>
                  <a:pt x="8" y="7"/>
                </a:lnTo>
                <a:lnTo>
                  <a:pt x="9" y="7"/>
                </a:lnTo>
                <a:lnTo>
                  <a:pt x="11" y="7"/>
                </a:lnTo>
                <a:lnTo>
                  <a:pt x="11" y="6"/>
                </a:lnTo>
                <a:lnTo>
                  <a:pt x="11" y="7"/>
                </a:lnTo>
                <a:lnTo>
                  <a:pt x="12" y="7"/>
                </a:lnTo>
                <a:lnTo>
                  <a:pt x="13" y="7"/>
                </a:lnTo>
                <a:lnTo>
                  <a:pt x="13" y="6"/>
                </a:lnTo>
                <a:lnTo>
                  <a:pt x="14" y="6"/>
                </a:lnTo>
                <a:lnTo>
                  <a:pt x="14" y="7"/>
                </a:lnTo>
                <a:lnTo>
                  <a:pt x="13" y="7"/>
                </a:lnTo>
                <a:lnTo>
                  <a:pt x="14" y="7"/>
                </a:lnTo>
                <a:lnTo>
                  <a:pt x="13" y="7"/>
                </a:lnTo>
                <a:lnTo>
                  <a:pt x="13" y="8"/>
                </a:lnTo>
                <a:lnTo>
                  <a:pt x="13" y="7"/>
                </a:lnTo>
                <a:lnTo>
                  <a:pt x="12" y="7"/>
                </a:lnTo>
                <a:lnTo>
                  <a:pt x="11" y="8"/>
                </a:lnTo>
                <a:lnTo>
                  <a:pt x="9" y="9"/>
                </a:lnTo>
                <a:lnTo>
                  <a:pt x="11" y="9"/>
                </a:lnTo>
                <a:lnTo>
                  <a:pt x="12" y="10"/>
                </a:lnTo>
                <a:lnTo>
                  <a:pt x="12" y="12"/>
                </a:lnTo>
                <a:lnTo>
                  <a:pt x="11" y="12"/>
                </a:lnTo>
                <a:lnTo>
                  <a:pt x="9" y="12"/>
                </a:lnTo>
                <a:lnTo>
                  <a:pt x="8" y="12"/>
                </a:lnTo>
                <a:lnTo>
                  <a:pt x="7" y="10"/>
                </a:lnTo>
                <a:lnTo>
                  <a:pt x="7" y="9"/>
                </a:lnTo>
                <a:lnTo>
                  <a:pt x="5" y="8"/>
                </a:lnTo>
                <a:lnTo>
                  <a:pt x="4" y="8"/>
                </a:lnTo>
                <a:lnTo>
                  <a:pt x="3" y="7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1" y="3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46" name=""/>
          <p:cNvSpPr/>
          <p:nvPr/>
        </p:nvSpPr>
        <p:spPr>
          <a:xfrm>
            <a:off x="6950160" y="20628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47" name=""/>
          <p:cNvSpPr/>
          <p:nvPr/>
        </p:nvSpPr>
        <p:spPr>
          <a:xfrm>
            <a:off x="6949800" y="2062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48" name=""/>
          <p:cNvSpPr/>
          <p:nvPr/>
        </p:nvSpPr>
        <p:spPr>
          <a:xfrm>
            <a:off x="6951240" y="2062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49" name=""/>
          <p:cNvSpPr/>
          <p:nvPr/>
        </p:nvSpPr>
        <p:spPr>
          <a:xfrm>
            <a:off x="6949440" y="2061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50" name=""/>
          <p:cNvSpPr/>
          <p:nvPr/>
        </p:nvSpPr>
        <p:spPr>
          <a:xfrm>
            <a:off x="6947640" y="20613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51" name=""/>
          <p:cNvSpPr/>
          <p:nvPr/>
        </p:nvSpPr>
        <p:spPr>
          <a:xfrm>
            <a:off x="6942600" y="205956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52" name=""/>
          <p:cNvSpPr/>
          <p:nvPr/>
        </p:nvSpPr>
        <p:spPr>
          <a:xfrm>
            <a:off x="6939360" y="2058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53" name=""/>
          <p:cNvSpPr/>
          <p:nvPr/>
        </p:nvSpPr>
        <p:spPr>
          <a:xfrm>
            <a:off x="6955560" y="2060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54" name=""/>
          <p:cNvSpPr/>
          <p:nvPr/>
        </p:nvSpPr>
        <p:spPr>
          <a:xfrm>
            <a:off x="6946200" y="205884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3"/>
                </a:move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1" y="1"/>
                </a:lnTo>
                <a:lnTo>
                  <a:pt x="3" y="1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55" name=""/>
          <p:cNvSpPr/>
          <p:nvPr/>
        </p:nvSpPr>
        <p:spPr>
          <a:xfrm>
            <a:off x="6953400" y="20592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1"/>
                </a:move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56" name=""/>
          <p:cNvSpPr/>
          <p:nvPr/>
        </p:nvSpPr>
        <p:spPr>
          <a:xfrm>
            <a:off x="6953760" y="20577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57" name=""/>
          <p:cNvSpPr/>
          <p:nvPr/>
        </p:nvSpPr>
        <p:spPr>
          <a:xfrm>
            <a:off x="6943680" y="20552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58" name=""/>
          <p:cNvSpPr/>
          <p:nvPr/>
        </p:nvSpPr>
        <p:spPr>
          <a:xfrm>
            <a:off x="6952320" y="20559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59" name=""/>
          <p:cNvSpPr/>
          <p:nvPr/>
        </p:nvSpPr>
        <p:spPr>
          <a:xfrm>
            <a:off x="7020720" y="20656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60" name=""/>
          <p:cNvSpPr/>
          <p:nvPr/>
        </p:nvSpPr>
        <p:spPr>
          <a:xfrm>
            <a:off x="6957000" y="2055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61" name=""/>
          <p:cNvSpPr/>
          <p:nvPr/>
        </p:nvSpPr>
        <p:spPr>
          <a:xfrm>
            <a:off x="6964560" y="2060640"/>
            <a:ext cx="64440" cy="125640"/>
          </a:xfrm>
          <a:custGeom>
            <a:avLst/>
            <a:gdLst/>
            <a:ahLst/>
            <a:rect l="0" t="0" r="r" b="b"/>
            <a:pathLst>
              <a:path fill="none" w="179" h="349">
                <a:moveTo>
                  <a:pt x="141" y="1"/>
                </a:moveTo>
                <a:lnTo>
                  <a:pt x="142" y="1"/>
                </a:lnTo>
                <a:lnTo>
                  <a:pt x="143" y="3"/>
                </a:lnTo>
                <a:lnTo>
                  <a:pt x="144" y="3"/>
                </a:lnTo>
                <a:lnTo>
                  <a:pt x="144" y="4"/>
                </a:lnTo>
                <a:lnTo>
                  <a:pt x="145" y="4"/>
                </a:lnTo>
                <a:lnTo>
                  <a:pt x="145" y="5"/>
                </a:lnTo>
                <a:lnTo>
                  <a:pt x="146" y="6"/>
                </a:lnTo>
                <a:lnTo>
                  <a:pt x="146" y="7"/>
                </a:lnTo>
                <a:lnTo>
                  <a:pt x="145" y="7"/>
                </a:lnTo>
                <a:lnTo>
                  <a:pt x="146" y="8"/>
                </a:lnTo>
                <a:lnTo>
                  <a:pt x="147" y="8"/>
                </a:lnTo>
                <a:lnTo>
                  <a:pt x="147" y="9"/>
                </a:lnTo>
                <a:lnTo>
                  <a:pt x="147" y="10"/>
                </a:lnTo>
                <a:lnTo>
                  <a:pt x="148" y="10"/>
                </a:lnTo>
                <a:lnTo>
                  <a:pt x="148" y="11"/>
                </a:lnTo>
                <a:lnTo>
                  <a:pt x="149" y="11"/>
                </a:lnTo>
                <a:lnTo>
                  <a:pt x="150" y="11"/>
                </a:lnTo>
                <a:lnTo>
                  <a:pt x="151" y="10"/>
                </a:lnTo>
                <a:lnTo>
                  <a:pt x="152" y="10"/>
                </a:lnTo>
                <a:lnTo>
                  <a:pt x="151" y="11"/>
                </a:lnTo>
                <a:lnTo>
                  <a:pt x="150" y="12"/>
                </a:lnTo>
                <a:lnTo>
                  <a:pt x="150" y="13"/>
                </a:lnTo>
                <a:lnTo>
                  <a:pt x="151" y="13"/>
                </a:lnTo>
                <a:lnTo>
                  <a:pt x="152" y="14"/>
                </a:lnTo>
                <a:lnTo>
                  <a:pt x="152" y="15"/>
                </a:lnTo>
                <a:lnTo>
                  <a:pt x="154" y="15"/>
                </a:lnTo>
                <a:lnTo>
                  <a:pt x="154" y="16"/>
                </a:lnTo>
                <a:lnTo>
                  <a:pt x="155" y="16"/>
                </a:lnTo>
                <a:lnTo>
                  <a:pt x="156" y="16"/>
                </a:lnTo>
                <a:lnTo>
                  <a:pt x="156" y="17"/>
                </a:lnTo>
                <a:lnTo>
                  <a:pt x="156" y="18"/>
                </a:lnTo>
                <a:lnTo>
                  <a:pt x="155" y="17"/>
                </a:lnTo>
                <a:lnTo>
                  <a:pt x="155" y="18"/>
                </a:lnTo>
                <a:lnTo>
                  <a:pt x="155" y="19"/>
                </a:lnTo>
                <a:lnTo>
                  <a:pt x="155" y="18"/>
                </a:lnTo>
                <a:lnTo>
                  <a:pt x="156" y="18"/>
                </a:lnTo>
                <a:lnTo>
                  <a:pt x="157" y="17"/>
                </a:lnTo>
                <a:lnTo>
                  <a:pt x="157" y="16"/>
                </a:lnTo>
                <a:lnTo>
                  <a:pt x="158" y="16"/>
                </a:lnTo>
                <a:lnTo>
                  <a:pt x="159" y="17"/>
                </a:lnTo>
                <a:lnTo>
                  <a:pt x="160" y="17"/>
                </a:lnTo>
                <a:lnTo>
                  <a:pt x="161" y="17"/>
                </a:lnTo>
                <a:lnTo>
                  <a:pt x="161" y="18"/>
                </a:lnTo>
                <a:lnTo>
                  <a:pt x="162" y="18"/>
                </a:lnTo>
                <a:lnTo>
                  <a:pt x="162" y="19"/>
                </a:lnTo>
                <a:lnTo>
                  <a:pt x="163" y="19"/>
                </a:lnTo>
                <a:lnTo>
                  <a:pt x="164" y="19"/>
                </a:lnTo>
                <a:lnTo>
                  <a:pt x="165" y="19"/>
                </a:lnTo>
                <a:lnTo>
                  <a:pt x="166" y="19"/>
                </a:lnTo>
                <a:lnTo>
                  <a:pt x="168" y="19"/>
                </a:lnTo>
                <a:lnTo>
                  <a:pt x="169" y="19"/>
                </a:lnTo>
                <a:lnTo>
                  <a:pt x="169" y="20"/>
                </a:lnTo>
                <a:lnTo>
                  <a:pt x="170" y="19"/>
                </a:lnTo>
                <a:lnTo>
                  <a:pt x="171" y="19"/>
                </a:lnTo>
                <a:lnTo>
                  <a:pt x="172" y="19"/>
                </a:lnTo>
                <a:lnTo>
                  <a:pt x="171" y="20"/>
                </a:lnTo>
                <a:lnTo>
                  <a:pt x="172" y="20"/>
                </a:lnTo>
                <a:lnTo>
                  <a:pt x="172" y="21"/>
                </a:lnTo>
                <a:lnTo>
                  <a:pt x="171" y="21"/>
                </a:lnTo>
                <a:lnTo>
                  <a:pt x="171" y="22"/>
                </a:lnTo>
                <a:lnTo>
                  <a:pt x="171" y="23"/>
                </a:lnTo>
                <a:lnTo>
                  <a:pt x="171" y="24"/>
                </a:lnTo>
                <a:lnTo>
                  <a:pt x="172" y="24"/>
                </a:lnTo>
                <a:lnTo>
                  <a:pt x="172" y="25"/>
                </a:lnTo>
                <a:lnTo>
                  <a:pt x="172" y="26"/>
                </a:lnTo>
                <a:lnTo>
                  <a:pt x="172" y="27"/>
                </a:lnTo>
                <a:lnTo>
                  <a:pt x="172" y="28"/>
                </a:lnTo>
                <a:lnTo>
                  <a:pt x="173" y="29"/>
                </a:lnTo>
                <a:lnTo>
                  <a:pt x="173" y="30"/>
                </a:lnTo>
                <a:lnTo>
                  <a:pt x="174" y="30"/>
                </a:lnTo>
                <a:lnTo>
                  <a:pt x="175" y="30"/>
                </a:lnTo>
                <a:lnTo>
                  <a:pt x="176" y="30"/>
                </a:lnTo>
                <a:lnTo>
                  <a:pt x="176" y="29"/>
                </a:lnTo>
                <a:lnTo>
                  <a:pt x="178" y="30"/>
                </a:lnTo>
                <a:lnTo>
                  <a:pt x="178" y="31"/>
                </a:lnTo>
                <a:lnTo>
                  <a:pt x="178" y="30"/>
                </a:lnTo>
                <a:lnTo>
                  <a:pt x="179" y="31"/>
                </a:lnTo>
                <a:lnTo>
                  <a:pt x="178" y="31"/>
                </a:lnTo>
                <a:lnTo>
                  <a:pt x="178" y="32"/>
                </a:lnTo>
                <a:lnTo>
                  <a:pt x="177" y="32"/>
                </a:lnTo>
                <a:lnTo>
                  <a:pt x="176" y="33"/>
                </a:lnTo>
                <a:lnTo>
                  <a:pt x="175" y="34"/>
                </a:lnTo>
                <a:lnTo>
                  <a:pt x="174" y="34"/>
                </a:lnTo>
                <a:lnTo>
                  <a:pt x="172" y="35"/>
                </a:lnTo>
                <a:lnTo>
                  <a:pt x="171" y="36"/>
                </a:lnTo>
                <a:lnTo>
                  <a:pt x="171" y="37"/>
                </a:lnTo>
                <a:lnTo>
                  <a:pt x="170" y="37"/>
                </a:lnTo>
                <a:lnTo>
                  <a:pt x="170" y="38"/>
                </a:lnTo>
                <a:lnTo>
                  <a:pt x="169" y="38"/>
                </a:lnTo>
                <a:lnTo>
                  <a:pt x="168" y="38"/>
                </a:lnTo>
                <a:lnTo>
                  <a:pt x="168" y="39"/>
                </a:lnTo>
                <a:lnTo>
                  <a:pt x="168" y="40"/>
                </a:lnTo>
                <a:lnTo>
                  <a:pt x="168" y="41"/>
                </a:lnTo>
                <a:lnTo>
                  <a:pt x="167" y="41"/>
                </a:lnTo>
                <a:lnTo>
                  <a:pt x="166" y="43"/>
                </a:lnTo>
                <a:lnTo>
                  <a:pt x="165" y="43"/>
                </a:lnTo>
                <a:lnTo>
                  <a:pt x="164" y="44"/>
                </a:lnTo>
                <a:lnTo>
                  <a:pt x="164" y="45"/>
                </a:lnTo>
                <a:lnTo>
                  <a:pt x="164" y="46"/>
                </a:lnTo>
                <a:lnTo>
                  <a:pt x="163" y="47"/>
                </a:lnTo>
                <a:lnTo>
                  <a:pt x="163" y="48"/>
                </a:lnTo>
                <a:lnTo>
                  <a:pt x="163" y="49"/>
                </a:lnTo>
                <a:lnTo>
                  <a:pt x="163" y="50"/>
                </a:lnTo>
                <a:lnTo>
                  <a:pt x="162" y="51"/>
                </a:lnTo>
                <a:lnTo>
                  <a:pt x="162" y="52"/>
                </a:lnTo>
                <a:lnTo>
                  <a:pt x="162" y="53"/>
                </a:lnTo>
                <a:lnTo>
                  <a:pt x="162" y="57"/>
                </a:lnTo>
                <a:lnTo>
                  <a:pt x="162" y="58"/>
                </a:lnTo>
                <a:lnTo>
                  <a:pt x="163" y="59"/>
                </a:lnTo>
                <a:lnTo>
                  <a:pt x="163" y="60"/>
                </a:lnTo>
                <a:lnTo>
                  <a:pt x="163" y="61"/>
                </a:lnTo>
                <a:lnTo>
                  <a:pt x="164" y="61"/>
                </a:lnTo>
                <a:lnTo>
                  <a:pt x="163" y="61"/>
                </a:lnTo>
                <a:lnTo>
                  <a:pt x="162" y="61"/>
                </a:lnTo>
                <a:lnTo>
                  <a:pt x="162" y="62"/>
                </a:lnTo>
                <a:lnTo>
                  <a:pt x="163" y="62"/>
                </a:lnTo>
                <a:lnTo>
                  <a:pt x="164" y="62"/>
                </a:lnTo>
                <a:lnTo>
                  <a:pt x="164" y="63"/>
                </a:lnTo>
                <a:lnTo>
                  <a:pt x="164" y="65"/>
                </a:lnTo>
                <a:lnTo>
                  <a:pt x="164" y="66"/>
                </a:lnTo>
                <a:lnTo>
                  <a:pt x="164" y="67"/>
                </a:lnTo>
                <a:lnTo>
                  <a:pt x="164" y="68"/>
                </a:lnTo>
                <a:lnTo>
                  <a:pt x="165" y="69"/>
                </a:lnTo>
                <a:lnTo>
                  <a:pt x="165" y="70"/>
                </a:lnTo>
                <a:lnTo>
                  <a:pt x="166" y="71"/>
                </a:lnTo>
                <a:lnTo>
                  <a:pt x="166" y="72"/>
                </a:lnTo>
                <a:lnTo>
                  <a:pt x="168" y="72"/>
                </a:lnTo>
                <a:lnTo>
                  <a:pt x="168" y="73"/>
                </a:lnTo>
                <a:lnTo>
                  <a:pt x="167" y="73"/>
                </a:lnTo>
                <a:lnTo>
                  <a:pt x="167" y="72"/>
                </a:lnTo>
                <a:lnTo>
                  <a:pt x="166" y="72"/>
                </a:lnTo>
                <a:lnTo>
                  <a:pt x="166" y="73"/>
                </a:lnTo>
                <a:lnTo>
                  <a:pt x="166" y="74"/>
                </a:lnTo>
                <a:lnTo>
                  <a:pt x="167" y="74"/>
                </a:lnTo>
                <a:lnTo>
                  <a:pt x="167" y="75"/>
                </a:lnTo>
                <a:lnTo>
                  <a:pt x="167" y="76"/>
                </a:lnTo>
                <a:lnTo>
                  <a:pt x="167" y="77"/>
                </a:lnTo>
                <a:lnTo>
                  <a:pt x="167" y="78"/>
                </a:lnTo>
                <a:lnTo>
                  <a:pt x="167" y="79"/>
                </a:lnTo>
                <a:lnTo>
                  <a:pt x="167" y="80"/>
                </a:lnTo>
                <a:lnTo>
                  <a:pt x="166" y="80"/>
                </a:lnTo>
                <a:lnTo>
                  <a:pt x="165" y="81"/>
                </a:lnTo>
                <a:lnTo>
                  <a:pt x="164" y="81"/>
                </a:lnTo>
                <a:lnTo>
                  <a:pt x="164" y="82"/>
                </a:lnTo>
                <a:lnTo>
                  <a:pt x="164" y="83"/>
                </a:lnTo>
                <a:lnTo>
                  <a:pt x="165" y="83"/>
                </a:lnTo>
                <a:lnTo>
                  <a:pt x="165" y="84"/>
                </a:lnTo>
                <a:lnTo>
                  <a:pt x="165" y="85"/>
                </a:lnTo>
                <a:lnTo>
                  <a:pt x="164" y="85"/>
                </a:lnTo>
                <a:lnTo>
                  <a:pt x="164" y="86"/>
                </a:lnTo>
                <a:lnTo>
                  <a:pt x="163" y="86"/>
                </a:lnTo>
                <a:lnTo>
                  <a:pt x="163" y="87"/>
                </a:lnTo>
                <a:lnTo>
                  <a:pt x="162" y="87"/>
                </a:lnTo>
                <a:lnTo>
                  <a:pt x="162" y="88"/>
                </a:lnTo>
                <a:lnTo>
                  <a:pt x="162" y="89"/>
                </a:lnTo>
                <a:lnTo>
                  <a:pt x="161" y="89"/>
                </a:lnTo>
                <a:lnTo>
                  <a:pt x="161" y="90"/>
                </a:lnTo>
                <a:lnTo>
                  <a:pt x="160" y="90"/>
                </a:lnTo>
                <a:lnTo>
                  <a:pt x="160" y="91"/>
                </a:lnTo>
                <a:lnTo>
                  <a:pt x="160" y="92"/>
                </a:lnTo>
                <a:lnTo>
                  <a:pt x="160" y="93"/>
                </a:lnTo>
                <a:lnTo>
                  <a:pt x="159" y="93"/>
                </a:lnTo>
                <a:lnTo>
                  <a:pt x="159" y="95"/>
                </a:lnTo>
                <a:lnTo>
                  <a:pt x="159" y="97"/>
                </a:lnTo>
                <a:lnTo>
                  <a:pt x="159" y="98"/>
                </a:lnTo>
                <a:lnTo>
                  <a:pt x="158" y="99"/>
                </a:lnTo>
                <a:lnTo>
                  <a:pt x="158" y="100"/>
                </a:lnTo>
                <a:lnTo>
                  <a:pt x="158" y="101"/>
                </a:lnTo>
                <a:lnTo>
                  <a:pt x="158" y="103"/>
                </a:lnTo>
                <a:lnTo>
                  <a:pt x="157" y="103"/>
                </a:lnTo>
                <a:lnTo>
                  <a:pt x="156" y="105"/>
                </a:lnTo>
                <a:lnTo>
                  <a:pt x="156" y="106"/>
                </a:lnTo>
                <a:lnTo>
                  <a:pt x="155" y="107"/>
                </a:lnTo>
                <a:lnTo>
                  <a:pt x="155" y="108"/>
                </a:lnTo>
                <a:lnTo>
                  <a:pt x="154" y="108"/>
                </a:lnTo>
                <a:lnTo>
                  <a:pt x="154" y="109"/>
                </a:lnTo>
                <a:lnTo>
                  <a:pt x="153" y="109"/>
                </a:lnTo>
                <a:lnTo>
                  <a:pt x="153" y="110"/>
                </a:lnTo>
                <a:lnTo>
                  <a:pt x="152" y="110"/>
                </a:lnTo>
                <a:lnTo>
                  <a:pt x="152" y="111"/>
                </a:lnTo>
                <a:lnTo>
                  <a:pt x="151" y="111"/>
                </a:lnTo>
                <a:lnTo>
                  <a:pt x="151" y="112"/>
                </a:lnTo>
                <a:lnTo>
                  <a:pt x="150" y="112"/>
                </a:lnTo>
                <a:lnTo>
                  <a:pt x="150" y="113"/>
                </a:lnTo>
                <a:lnTo>
                  <a:pt x="149" y="113"/>
                </a:lnTo>
                <a:lnTo>
                  <a:pt x="148" y="114"/>
                </a:lnTo>
                <a:lnTo>
                  <a:pt x="148" y="115"/>
                </a:lnTo>
                <a:lnTo>
                  <a:pt x="148" y="116"/>
                </a:lnTo>
                <a:lnTo>
                  <a:pt x="148" y="117"/>
                </a:lnTo>
                <a:lnTo>
                  <a:pt x="148" y="118"/>
                </a:lnTo>
                <a:lnTo>
                  <a:pt x="148" y="119"/>
                </a:lnTo>
                <a:lnTo>
                  <a:pt x="148" y="120"/>
                </a:lnTo>
                <a:lnTo>
                  <a:pt x="148" y="121"/>
                </a:lnTo>
                <a:lnTo>
                  <a:pt x="147" y="122"/>
                </a:lnTo>
                <a:lnTo>
                  <a:pt x="146" y="122"/>
                </a:lnTo>
                <a:lnTo>
                  <a:pt x="146" y="123"/>
                </a:lnTo>
                <a:lnTo>
                  <a:pt x="145" y="123"/>
                </a:lnTo>
                <a:lnTo>
                  <a:pt x="145" y="124"/>
                </a:lnTo>
                <a:lnTo>
                  <a:pt x="144" y="125"/>
                </a:lnTo>
                <a:lnTo>
                  <a:pt x="144" y="126"/>
                </a:lnTo>
                <a:lnTo>
                  <a:pt x="144" y="127"/>
                </a:lnTo>
                <a:lnTo>
                  <a:pt x="144" y="128"/>
                </a:lnTo>
                <a:lnTo>
                  <a:pt x="144" y="129"/>
                </a:lnTo>
                <a:lnTo>
                  <a:pt x="145" y="130"/>
                </a:lnTo>
                <a:lnTo>
                  <a:pt x="145" y="131"/>
                </a:lnTo>
                <a:lnTo>
                  <a:pt x="145" y="132"/>
                </a:lnTo>
                <a:lnTo>
                  <a:pt x="146" y="132"/>
                </a:lnTo>
                <a:lnTo>
                  <a:pt x="146" y="133"/>
                </a:lnTo>
                <a:lnTo>
                  <a:pt x="147" y="133"/>
                </a:lnTo>
                <a:lnTo>
                  <a:pt x="146" y="134"/>
                </a:lnTo>
                <a:lnTo>
                  <a:pt x="146" y="135"/>
                </a:lnTo>
                <a:lnTo>
                  <a:pt x="145" y="136"/>
                </a:lnTo>
                <a:lnTo>
                  <a:pt x="144" y="136"/>
                </a:lnTo>
                <a:lnTo>
                  <a:pt x="144" y="137"/>
                </a:lnTo>
                <a:lnTo>
                  <a:pt x="143" y="138"/>
                </a:lnTo>
                <a:lnTo>
                  <a:pt x="143" y="139"/>
                </a:lnTo>
                <a:lnTo>
                  <a:pt x="143" y="140"/>
                </a:lnTo>
                <a:lnTo>
                  <a:pt x="144" y="141"/>
                </a:lnTo>
                <a:lnTo>
                  <a:pt x="143" y="141"/>
                </a:lnTo>
                <a:lnTo>
                  <a:pt x="143" y="142"/>
                </a:lnTo>
                <a:lnTo>
                  <a:pt x="143" y="143"/>
                </a:lnTo>
                <a:lnTo>
                  <a:pt x="143" y="145"/>
                </a:lnTo>
                <a:lnTo>
                  <a:pt x="143" y="146"/>
                </a:lnTo>
                <a:lnTo>
                  <a:pt x="143" y="147"/>
                </a:lnTo>
                <a:lnTo>
                  <a:pt x="142" y="148"/>
                </a:lnTo>
                <a:lnTo>
                  <a:pt x="142" y="149"/>
                </a:lnTo>
                <a:lnTo>
                  <a:pt x="142" y="150"/>
                </a:lnTo>
                <a:lnTo>
                  <a:pt x="142" y="151"/>
                </a:lnTo>
                <a:lnTo>
                  <a:pt x="141" y="151"/>
                </a:lnTo>
                <a:lnTo>
                  <a:pt x="141" y="152"/>
                </a:lnTo>
                <a:lnTo>
                  <a:pt x="141" y="153"/>
                </a:lnTo>
                <a:lnTo>
                  <a:pt x="140" y="153"/>
                </a:lnTo>
                <a:lnTo>
                  <a:pt x="140" y="154"/>
                </a:lnTo>
                <a:lnTo>
                  <a:pt x="140" y="155"/>
                </a:lnTo>
                <a:lnTo>
                  <a:pt x="140" y="157"/>
                </a:lnTo>
                <a:lnTo>
                  <a:pt x="140" y="159"/>
                </a:lnTo>
                <a:lnTo>
                  <a:pt x="140" y="160"/>
                </a:lnTo>
                <a:lnTo>
                  <a:pt x="139" y="160"/>
                </a:lnTo>
                <a:lnTo>
                  <a:pt x="139" y="161"/>
                </a:lnTo>
                <a:lnTo>
                  <a:pt x="139" y="162"/>
                </a:lnTo>
                <a:lnTo>
                  <a:pt x="138" y="162"/>
                </a:lnTo>
                <a:lnTo>
                  <a:pt x="138" y="163"/>
                </a:lnTo>
                <a:lnTo>
                  <a:pt x="138" y="165"/>
                </a:lnTo>
                <a:lnTo>
                  <a:pt x="138" y="166"/>
                </a:lnTo>
                <a:lnTo>
                  <a:pt x="138" y="167"/>
                </a:lnTo>
                <a:lnTo>
                  <a:pt x="138" y="168"/>
                </a:lnTo>
                <a:lnTo>
                  <a:pt x="137" y="168"/>
                </a:lnTo>
                <a:lnTo>
                  <a:pt x="137" y="169"/>
                </a:lnTo>
                <a:lnTo>
                  <a:pt x="137" y="170"/>
                </a:lnTo>
                <a:lnTo>
                  <a:pt x="136" y="172"/>
                </a:lnTo>
                <a:lnTo>
                  <a:pt x="136" y="176"/>
                </a:lnTo>
                <a:lnTo>
                  <a:pt x="136" y="177"/>
                </a:lnTo>
                <a:lnTo>
                  <a:pt x="136" y="178"/>
                </a:lnTo>
                <a:lnTo>
                  <a:pt x="135" y="178"/>
                </a:lnTo>
                <a:lnTo>
                  <a:pt x="135" y="179"/>
                </a:lnTo>
                <a:lnTo>
                  <a:pt x="134" y="180"/>
                </a:lnTo>
                <a:lnTo>
                  <a:pt x="134" y="181"/>
                </a:lnTo>
                <a:lnTo>
                  <a:pt x="134" y="182"/>
                </a:lnTo>
                <a:lnTo>
                  <a:pt x="134" y="183"/>
                </a:lnTo>
                <a:lnTo>
                  <a:pt x="134" y="184"/>
                </a:lnTo>
                <a:lnTo>
                  <a:pt x="134" y="186"/>
                </a:lnTo>
                <a:lnTo>
                  <a:pt x="135" y="186"/>
                </a:lnTo>
                <a:lnTo>
                  <a:pt x="135" y="187"/>
                </a:lnTo>
                <a:lnTo>
                  <a:pt x="134" y="187"/>
                </a:lnTo>
                <a:lnTo>
                  <a:pt x="134" y="189"/>
                </a:lnTo>
                <a:lnTo>
                  <a:pt x="133" y="189"/>
                </a:lnTo>
                <a:lnTo>
                  <a:pt x="133" y="190"/>
                </a:lnTo>
                <a:lnTo>
                  <a:pt x="133" y="191"/>
                </a:lnTo>
                <a:lnTo>
                  <a:pt x="133" y="192"/>
                </a:lnTo>
                <a:lnTo>
                  <a:pt x="133" y="193"/>
                </a:lnTo>
                <a:lnTo>
                  <a:pt x="132" y="195"/>
                </a:lnTo>
                <a:lnTo>
                  <a:pt x="131" y="196"/>
                </a:lnTo>
                <a:lnTo>
                  <a:pt x="131" y="197"/>
                </a:lnTo>
                <a:lnTo>
                  <a:pt x="131" y="198"/>
                </a:lnTo>
                <a:lnTo>
                  <a:pt x="131" y="199"/>
                </a:lnTo>
                <a:lnTo>
                  <a:pt x="131" y="201"/>
                </a:lnTo>
                <a:lnTo>
                  <a:pt x="131" y="202"/>
                </a:lnTo>
                <a:lnTo>
                  <a:pt x="130" y="203"/>
                </a:lnTo>
                <a:lnTo>
                  <a:pt x="130" y="204"/>
                </a:lnTo>
                <a:lnTo>
                  <a:pt x="129" y="204"/>
                </a:lnTo>
                <a:lnTo>
                  <a:pt x="129" y="205"/>
                </a:lnTo>
                <a:lnTo>
                  <a:pt x="128" y="205"/>
                </a:lnTo>
                <a:lnTo>
                  <a:pt x="128" y="207"/>
                </a:lnTo>
                <a:lnTo>
                  <a:pt x="127" y="207"/>
                </a:lnTo>
                <a:lnTo>
                  <a:pt x="127" y="208"/>
                </a:lnTo>
                <a:lnTo>
                  <a:pt x="126" y="210"/>
                </a:lnTo>
                <a:lnTo>
                  <a:pt x="126" y="211"/>
                </a:lnTo>
                <a:lnTo>
                  <a:pt x="126" y="212"/>
                </a:lnTo>
                <a:lnTo>
                  <a:pt x="126" y="213"/>
                </a:lnTo>
                <a:lnTo>
                  <a:pt x="126" y="214"/>
                </a:lnTo>
                <a:lnTo>
                  <a:pt x="125" y="215"/>
                </a:lnTo>
                <a:lnTo>
                  <a:pt x="124" y="215"/>
                </a:lnTo>
                <a:lnTo>
                  <a:pt x="124" y="216"/>
                </a:lnTo>
                <a:lnTo>
                  <a:pt x="124" y="217"/>
                </a:lnTo>
                <a:lnTo>
                  <a:pt x="124" y="218"/>
                </a:lnTo>
                <a:lnTo>
                  <a:pt x="125" y="218"/>
                </a:lnTo>
                <a:lnTo>
                  <a:pt x="125" y="219"/>
                </a:lnTo>
                <a:lnTo>
                  <a:pt x="125" y="220"/>
                </a:lnTo>
                <a:lnTo>
                  <a:pt x="125" y="221"/>
                </a:lnTo>
                <a:lnTo>
                  <a:pt x="124" y="221"/>
                </a:lnTo>
                <a:lnTo>
                  <a:pt x="124" y="223"/>
                </a:lnTo>
                <a:lnTo>
                  <a:pt x="125" y="223"/>
                </a:lnTo>
                <a:lnTo>
                  <a:pt x="125" y="224"/>
                </a:lnTo>
                <a:lnTo>
                  <a:pt x="126" y="224"/>
                </a:lnTo>
                <a:lnTo>
                  <a:pt x="125" y="224"/>
                </a:lnTo>
                <a:lnTo>
                  <a:pt x="125" y="225"/>
                </a:lnTo>
                <a:lnTo>
                  <a:pt x="124" y="224"/>
                </a:lnTo>
                <a:lnTo>
                  <a:pt x="124" y="225"/>
                </a:lnTo>
                <a:lnTo>
                  <a:pt x="123" y="226"/>
                </a:lnTo>
                <a:lnTo>
                  <a:pt x="123" y="227"/>
                </a:lnTo>
                <a:lnTo>
                  <a:pt x="121" y="227"/>
                </a:lnTo>
                <a:lnTo>
                  <a:pt x="121" y="228"/>
                </a:lnTo>
                <a:lnTo>
                  <a:pt x="120" y="228"/>
                </a:lnTo>
                <a:lnTo>
                  <a:pt x="120" y="229"/>
                </a:lnTo>
                <a:lnTo>
                  <a:pt x="120" y="230"/>
                </a:lnTo>
                <a:lnTo>
                  <a:pt x="120" y="231"/>
                </a:lnTo>
                <a:lnTo>
                  <a:pt x="119" y="232"/>
                </a:lnTo>
                <a:lnTo>
                  <a:pt x="119" y="233"/>
                </a:lnTo>
                <a:lnTo>
                  <a:pt x="119" y="234"/>
                </a:lnTo>
                <a:lnTo>
                  <a:pt x="118" y="234"/>
                </a:lnTo>
                <a:lnTo>
                  <a:pt x="118" y="235"/>
                </a:lnTo>
                <a:lnTo>
                  <a:pt x="117" y="237"/>
                </a:lnTo>
                <a:lnTo>
                  <a:pt x="117" y="238"/>
                </a:lnTo>
                <a:lnTo>
                  <a:pt x="117" y="239"/>
                </a:lnTo>
                <a:lnTo>
                  <a:pt x="116" y="239"/>
                </a:lnTo>
                <a:lnTo>
                  <a:pt x="116" y="240"/>
                </a:lnTo>
                <a:lnTo>
                  <a:pt x="115" y="241"/>
                </a:lnTo>
                <a:lnTo>
                  <a:pt x="114" y="241"/>
                </a:lnTo>
                <a:lnTo>
                  <a:pt x="114" y="242"/>
                </a:lnTo>
                <a:lnTo>
                  <a:pt x="114" y="243"/>
                </a:lnTo>
                <a:lnTo>
                  <a:pt x="112" y="246"/>
                </a:lnTo>
                <a:lnTo>
                  <a:pt x="112" y="247"/>
                </a:lnTo>
                <a:lnTo>
                  <a:pt x="111" y="248"/>
                </a:lnTo>
                <a:lnTo>
                  <a:pt x="110" y="249"/>
                </a:lnTo>
                <a:lnTo>
                  <a:pt x="109" y="250"/>
                </a:lnTo>
                <a:lnTo>
                  <a:pt x="110" y="250"/>
                </a:lnTo>
                <a:lnTo>
                  <a:pt x="109" y="250"/>
                </a:lnTo>
                <a:lnTo>
                  <a:pt x="108" y="250"/>
                </a:lnTo>
                <a:lnTo>
                  <a:pt x="107" y="250"/>
                </a:lnTo>
                <a:lnTo>
                  <a:pt x="107" y="251"/>
                </a:lnTo>
                <a:lnTo>
                  <a:pt x="106" y="251"/>
                </a:lnTo>
                <a:lnTo>
                  <a:pt x="106" y="252"/>
                </a:lnTo>
                <a:lnTo>
                  <a:pt x="105" y="253"/>
                </a:lnTo>
                <a:lnTo>
                  <a:pt x="105" y="254"/>
                </a:lnTo>
                <a:lnTo>
                  <a:pt x="106" y="255"/>
                </a:lnTo>
                <a:lnTo>
                  <a:pt x="106" y="256"/>
                </a:lnTo>
                <a:lnTo>
                  <a:pt x="106" y="257"/>
                </a:lnTo>
                <a:lnTo>
                  <a:pt x="106" y="258"/>
                </a:lnTo>
                <a:lnTo>
                  <a:pt x="105" y="258"/>
                </a:lnTo>
                <a:lnTo>
                  <a:pt x="105" y="259"/>
                </a:lnTo>
                <a:lnTo>
                  <a:pt x="105" y="260"/>
                </a:lnTo>
                <a:lnTo>
                  <a:pt x="104" y="260"/>
                </a:lnTo>
                <a:lnTo>
                  <a:pt x="104" y="261"/>
                </a:lnTo>
                <a:lnTo>
                  <a:pt x="104" y="262"/>
                </a:lnTo>
                <a:lnTo>
                  <a:pt x="103" y="262"/>
                </a:lnTo>
                <a:lnTo>
                  <a:pt x="102" y="262"/>
                </a:lnTo>
                <a:lnTo>
                  <a:pt x="102" y="263"/>
                </a:lnTo>
                <a:lnTo>
                  <a:pt x="101" y="264"/>
                </a:lnTo>
                <a:lnTo>
                  <a:pt x="100" y="265"/>
                </a:lnTo>
                <a:lnTo>
                  <a:pt x="99" y="265"/>
                </a:lnTo>
                <a:lnTo>
                  <a:pt x="99" y="266"/>
                </a:lnTo>
                <a:lnTo>
                  <a:pt x="98" y="266"/>
                </a:lnTo>
                <a:lnTo>
                  <a:pt x="98" y="267"/>
                </a:lnTo>
                <a:lnTo>
                  <a:pt x="97" y="267"/>
                </a:lnTo>
                <a:lnTo>
                  <a:pt x="96" y="267"/>
                </a:lnTo>
                <a:lnTo>
                  <a:pt x="95" y="268"/>
                </a:lnTo>
                <a:lnTo>
                  <a:pt x="94" y="269"/>
                </a:lnTo>
                <a:lnTo>
                  <a:pt x="93" y="269"/>
                </a:lnTo>
                <a:lnTo>
                  <a:pt x="93" y="270"/>
                </a:lnTo>
                <a:lnTo>
                  <a:pt x="92" y="270"/>
                </a:lnTo>
                <a:lnTo>
                  <a:pt x="91" y="271"/>
                </a:lnTo>
                <a:lnTo>
                  <a:pt x="91" y="272"/>
                </a:lnTo>
                <a:lnTo>
                  <a:pt x="90" y="272"/>
                </a:lnTo>
                <a:lnTo>
                  <a:pt x="90" y="273"/>
                </a:lnTo>
                <a:lnTo>
                  <a:pt x="90" y="274"/>
                </a:lnTo>
                <a:lnTo>
                  <a:pt x="90" y="275"/>
                </a:lnTo>
                <a:lnTo>
                  <a:pt x="89" y="276"/>
                </a:lnTo>
                <a:lnTo>
                  <a:pt x="89" y="277"/>
                </a:lnTo>
                <a:lnTo>
                  <a:pt x="89" y="278"/>
                </a:lnTo>
                <a:lnTo>
                  <a:pt x="89" y="279"/>
                </a:lnTo>
                <a:lnTo>
                  <a:pt x="88" y="280"/>
                </a:lnTo>
                <a:lnTo>
                  <a:pt x="87" y="280"/>
                </a:lnTo>
                <a:lnTo>
                  <a:pt x="87" y="281"/>
                </a:lnTo>
                <a:lnTo>
                  <a:pt x="86" y="282"/>
                </a:lnTo>
                <a:lnTo>
                  <a:pt x="86" y="283"/>
                </a:lnTo>
                <a:lnTo>
                  <a:pt x="86" y="284"/>
                </a:lnTo>
                <a:lnTo>
                  <a:pt x="86" y="285"/>
                </a:lnTo>
                <a:lnTo>
                  <a:pt x="85" y="285"/>
                </a:lnTo>
                <a:lnTo>
                  <a:pt x="85" y="287"/>
                </a:lnTo>
                <a:lnTo>
                  <a:pt x="84" y="288"/>
                </a:lnTo>
                <a:lnTo>
                  <a:pt x="84" y="289"/>
                </a:lnTo>
                <a:lnTo>
                  <a:pt x="84" y="290"/>
                </a:lnTo>
                <a:lnTo>
                  <a:pt x="84" y="291"/>
                </a:lnTo>
                <a:lnTo>
                  <a:pt x="84" y="292"/>
                </a:lnTo>
                <a:lnTo>
                  <a:pt x="83" y="292"/>
                </a:lnTo>
                <a:lnTo>
                  <a:pt x="83" y="294"/>
                </a:lnTo>
                <a:lnTo>
                  <a:pt x="82" y="296"/>
                </a:lnTo>
                <a:lnTo>
                  <a:pt x="82" y="297"/>
                </a:lnTo>
                <a:lnTo>
                  <a:pt x="81" y="298"/>
                </a:lnTo>
                <a:lnTo>
                  <a:pt x="81" y="299"/>
                </a:lnTo>
                <a:lnTo>
                  <a:pt x="81" y="300"/>
                </a:lnTo>
                <a:lnTo>
                  <a:pt x="80" y="300"/>
                </a:lnTo>
                <a:lnTo>
                  <a:pt x="80" y="301"/>
                </a:lnTo>
                <a:lnTo>
                  <a:pt x="80" y="302"/>
                </a:lnTo>
                <a:lnTo>
                  <a:pt x="80" y="303"/>
                </a:lnTo>
                <a:lnTo>
                  <a:pt x="79" y="303"/>
                </a:lnTo>
                <a:lnTo>
                  <a:pt x="79" y="304"/>
                </a:lnTo>
                <a:lnTo>
                  <a:pt x="79" y="305"/>
                </a:lnTo>
                <a:lnTo>
                  <a:pt x="79" y="306"/>
                </a:lnTo>
                <a:lnTo>
                  <a:pt x="79" y="308"/>
                </a:lnTo>
                <a:lnTo>
                  <a:pt x="79" y="309"/>
                </a:lnTo>
                <a:lnTo>
                  <a:pt x="79" y="310"/>
                </a:lnTo>
                <a:lnTo>
                  <a:pt x="79" y="312"/>
                </a:lnTo>
                <a:lnTo>
                  <a:pt x="79" y="314"/>
                </a:lnTo>
                <a:lnTo>
                  <a:pt x="79" y="319"/>
                </a:lnTo>
                <a:lnTo>
                  <a:pt x="79" y="324"/>
                </a:lnTo>
                <a:lnTo>
                  <a:pt x="79" y="325"/>
                </a:lnTo>
                <a:lnTo>
                  <a:pt x="78" y="326"/>
                </a:lnTo>
                <a:lnTo>
                  <a:pt x="78" y="327"/>
                </a:lnTo>
                <a:lnTo>
                  <a:pt x="79" y="328"/>
                </a:lnTo>
                <a:lnTo>
                  <a:pt x="79" y="330"/>
                </a:lnTo>
                <a:lnTo>
                  <a:pt x="79" y="331"/>
                </a:lnTo>
                <a:lnTo>
                  <a:pt x="79" y="332"/>
                </a:lnTo>
                <a:lnTo>
                  <a:pt x="79" y="334"/>
                </a:lnTo>
                <a:lnTo>
                  <a:pt x="79" y="335"/>
                </a:lnTo>
                <a:lnTo>
                  <a:pt x="79" y="336"/>
                </a:lnTo>
                <a:lnTo>
                  <a:pt x="78" y="336"/>
                </a:lnTo>
                <a:lnTo>
                  <a:pt x="78" y="337"/>
                </a:lnTo>
                <a:lnTo>
                  <a:pt x="77" y="338"/>
                </a:lnTo>
                <a:lnTo>
                  <a:pt x="77" y="339"/>
                </a:lnTo>
                <a:lnTo>
                  <a:pt x="76" y="339"/>
                </a:lnTo>
                <a:lnTo>
                  <a:pt x="75" y="340"/>
                </a:lnTo>
                <a:lnTo>
                  <a:pt x="74" y="340"/>
                </a:lnTo>
                <a:lnTo>
                  <a:pt x="74" y="342"/>
                </a:lnTo>
                <a:lnTo>
                  <a:pt x="74" y="343"/>
                </a:lnTo>
                <a:lnTo>
                  <a:pt x="74" y="344"/>
                </a:lnTo>
                <a:lnTo>
                  <a:pt x="74" y="345"/>
                </a:lnTo>
                <a:lnTo>
                  <a:pt x="75" y="346"/>
                </a:lnTo>
                <a:lnTo>
                  <a:pt x="76" y="347"/>
                </a:lnTo>
                <a:lnTo>
                  <a:pt x="76" y="348"/>
                </a:lnTo>
                <a:lnTo>
                  <a:pt x="76" y="349"/>
                </a:lnTo>
                <a:lnTo>
                  <a:pt x="75" y="349"/>
                </a:lnTo>
                <a:lnTo>
                  <a:pt x="75" y="348"/>
                </a:lnTo>
                <a:lnTo>
                  <a:pt x="74" y="347"/>
                </a:lnTo>
                <a:lnTo>
                  <a:pt x="73" y="347"/>
                </a:lnTo>
                <a:lnTo>
                  <a:pt x="73" y="346"/>
                </a:lnTo>
                <a:lnTo>
                  <a:pt x="72" y="346"/>
                </a:lnTo>
                <a:lnTo>
                  <a:pt x="72" y="345"/>
                </a:lnTo>
                <a:lnTo>
                  <a:pt x="72" y="346"/>
                </a:lnTo>
                <a:lnTo>
                  <a:pt x="71" y="346"/>
                </a:lnTo>
                <a:lnTo>
                  <a:pt x="71" y="345"/>
                </a:lnTo>
                <a:lnTo>
                  <a:pt x="70" y="345"/>
                </a:lnTo>
                <a:lnTo>
                  <a:pt x="69" y="344"/>
                </a:lnTo>
                <a:lnTo>
                  <a:pt x="68" y="344"/>
                </a:lnTo>
                <a:lnTo>
                  <a:pt x="68" y="343"/>
                </a:lnTo>
                <a:lnTo>
                  <a:pt x="67" y="343"/>
                </a:lnTo>
                <a:lnTo>
                  <a:pt x="66" y="343"/>
                </a:lnTo>
                <a:lnTo>
                  <a:pt x="65" y="344"/>
                </a:lnTo>
                <a:lnTo>
                  <a:pt x="65" y="345"/>
                </a:lnTo>
                <a:lnTo>
                  <a:pt x="66" y="346"/>
                </a:lnTo>
                <a:lnTo>
                  <a:pt x="65" y="346"/>
                </a:lnTo>
                <a:lnTo>
                  <a:pt x="65" y="347"/>
                </a:lnTo>
                <a:lnTo>
                  <a:pt x="64" y="347"/>
                </a:lnTo>
                <a:lnTo>
                  <a:pt x="63" y="347"/>
                </a:lnTo>
                <a:lnTo>
                  <a:pt x="63" y="346"/>
                </a:lnTo>
                <a:lnTo>
                  <a:pt x="62" y="346"/>
                </a:lnTo>
                <a:lnTo>
                  <a:pt x="62" y="344"/>
                </a:lnTo>
                <a:lnTo>
                  <a:pt x="62" y="342"/>
                </a:lnTo>
                <a:lnTo>
                  <a:pt x="63" y="342"/>
                </a:lnTo>
                <a:lnTo>
                  <a:pt x="63" y="341"/>
                </a:lnTo>
                <a:lnTo>
                  <a:pt x="62" y="340"/>
                </a:lnTo>
                <a:lnTo>
                  <a:pt x="61" y="339"/>
                </a:lnTo>
                <a:lnTo>
                  <a:pt x="61" y="338"/>
                </a:lnTo>
                <a:lnTo>
                  <a:pt x="61" y="337"/>
                </a:lnTo>
                <a:lnTo>
                  <a:pt x="60" y="337"/>
                </a:lnTo>
                <a:lnTo>
                  <a:pt x="60" y="336"/>
                </a:lnTo>
                <a:lnTo>
                  <a:pt x="60" y="335"/>
                </a:lnTo>
                <a:lnTo>
                  <a:pt x="61" y="335"/>
                </a:lnTo>
                <a:lnTo>
                  <a:pt x="61" y="334"/>
                </a:lnTo>
                <a:lnTo>
                  <a:pt x="61" y="333"/>
                </a:lnTo>
                <a:lnTo>
                  <a:pt x="62" y="333"/>
                </a:lnTo>
                <a:lnTo>
                  <a:pt x="62" y="332"/>
                </a:lnTo>
                <a:lnTo>
                  <a:pt x="62" y="331"/>
                </a:lnTo>
                <a:lnTo>
                  <a:pt x="61" y="330"/>
                </a:lnTo>
                <a:lnTo>
                  <a:pt x="62" y="330"/>
                </a:lnTo>
                <a:lnTo>
                  <a:pt x="63" y="330"/>
                </a:lnTo>
                <a:lnTo>
                  <a:pt x="63" y="329"/>
                </a:lnTo>
                <a:lnTo>
                  <a:pt x="63" y="328"/>
                </a:lnTo>
                <a:lnTo>
                  <a:pt x="62" y="327"/>
                </a:lnTo>
                <a:lnTo>
                  <a:pt x="62" y="326"/>
                </a:lnTo>
                <a:lnTo>
                  <a:pt x="60" y="319"/>
                </a:lnTo>
                <a:lnTo>
                  <a:pt x="60" y="318"/>
                </a:lnTo>
                <a:lnTo>
                  <a:pt x="60" y="317"/>
                </a:lnTo>
                <a:lnTo>
                  <a:pt x="60" y="316"/>
                </a:lnTo>
                <a:lnTo>
                  <a:pt x="59" y="316"/>
                </a:lnTo>
                <a:lnTo>
                  <a:pt x="59" y="315"/>
                </a:lnTo>
                <a:lnTo>
                  <a:pt x="58" y="314"/>
                </a:lnTo>
                <a:lnTo>
                  <a:pt x="58" y="313"/>
                </a:lnTo>
                <a:lnTo>
                  <a:pt x="57" y="313"/>
                </a:lnTo>
                <a:lnTo>
                  <a:pt x="57" y="312"/>
                </a:lnTo>
                <a:lnTo>
                  <a:pt x="57" y="311"/>
                </a:lnTo>
                <a:lnTo>
                  <a:pt x="57" y="310"/>
                </a:lnTo>
                <a:lnTo>
                  <a:pt x="56" y="310"/>
                </a:lnTo>
                <a:lnTo>
                  <a:pt x="56" y="309"/>
                </a:lnTo>
                <a:lnTo>
                  <a:pt x="56" y="308"/>
                </a:lnTo>
                <a:lnTo>
                  <a:pt x="56" y="307"/>
                </a:lnTo>
                <a:lnTo>
                  <a:pt x="55" y="307"/>
                </a:lnTo>
                <a:lnTo>
                  <a:pt x="55" y="306"/>
                </a:lnTo>
                <a:lnTo>
                  <a:pt x="54" y="305"/>
                </a:lnTo>
                <a:lnTo>
                  <a:pt x="53" y="304"/>
                </a:lnTo>
                <a:lnTo>
                  <a:pt x="53" y="303"/>
                </a:lnTo>
                <a:lnTo>
                  <a:pt x="52" y="303"/>
                </a:lnTo>
                <a:lnTo>
                  <a:pt x="52" y="302"/>
                </a:lnTo>
                <a:lnTo>
                  <a:pt x="52" y="301"/>
                </a:lnTo>
                <a:lnTo>
                  <a:pt x="51" y="301"/>
                </a:lnTo>
                <a:lnTo>
                  <a:pt x="51" y="300"/>
                </a:lnTo>
                <a:lnTo>
                  <a:pt x="50" y="300"/>
                </a:lnTo>
                <a:lnTo>
                  <a:pt x="49" y="299"/>
                </a:lnTo>
                <a:lnTo>
                  <a:pt x="48" y="298"/>
                </a:lnTo>
                <a:lnTo>
                  <a:pt x="47" y="298"/>
                </a:lnTo>
                <a:lnTo>
                  <a:pt x="46" y="297"/>
                </a:lnTo>
                <a:lnTo>
                  <a:pt x="45" y="297"/>
                </a:lnTo>
                <a:lnTo>
                  <a:pt x="45" y="296"/>
                </a:lnTo>
                <a:lnTo>
                  <a:pt x="44" y="296"/>
                </a:lnTo>
                <a:lnTo>
                  <a:pt x="43" y="296"/>
                </a:lnTo>
                <a:lnTo>
                  <a:pt x="43" y="295"/>
                </a:lnTo>
                <a:lnTo>
                  <a:pt x="42" y="295"/>
                </a:lnTo>
                <a:lnTo>
                  <a:pt x="41" y="295"/>
                </a:lnTo>
                <a:lnTo>
                  <a:pt x="41" y="294"/>
                </a:lnTo>
                <a:lnTo>
                  <a:pt x="40" y="294"/>
                </a:lnTo>
                <a:lnTo>
                  <a:pt x="39" y="293"/>
                </a:lnTo>
                <a:lnTo>
                  <a:pt x="39" y="292"/>
                </a:lnTo>
                <a:lnTo>
                  <a:pt x="38" y="292"/>
                </a:lnTo>
                <a:lnTo>
                  <a:pt x="38" y="291"/>
                </a:lnTo>
                <a:lnTo>
                  <a:pt x="37" y="291"/>
                </a:lnTo>
                <a:lnTo>
                  <a:pt x="37" y="290"/>
                </a:lnTo>
                <a:lnTo>
                  <a:pt x="35" y="290"/>
                </a:lnTo>
                <a:lnTo>
                  <a:pt x="34" y="290"/>
                </a:lnTo>
                <a:lnTo>
                  <a:pt x="33" y="290"/>
                </a:lnTo>
                <a:lnTo>
                  <a:pt x="33" y="289"/>
                </a:lnTo>
                <a:lnTo>
                  <a:pt x="32" y="289"/>
                </a:lnTo>
                <a:lnTo>
                  <a:pt x="32" y="288"/>
                </a:lnTo>
                <a:lnTo>
                  <a:pt x="31" y="288"/>
                </a:lnTo>
                <a:lnTo>
                  <a:pt x="30" y="287"/>
                </a:lnTo>
                <a:lnTo>
                  <a:pt x="29" y="287"/>
                </a:lnTo>
                <a:lnTo>
                  <a:pt x="28" y="286"/>
                </a:lnTo>
                <a:lnTo>
                  <a:pt x="27" y="285"/>
                </a:lnTo>
                <a:lnTo>
                  <a:pt x="27" y="284"/>
                </a:lnTo>
                <a:lnTo>
                  <a:pt x="26" y="283"/>
                </a:lnTo>
                <a:lnTo>
                  <a:pt x="26" y="282"/>
                </a:lnTo>
                <a:lnTo>
                  <a:pt x="26" y="283"/>
                </a:lnTo>
                <a:lnTo>
                  <a:pt x="27" y="283"/>
                </a:lnTo>
                <a:lnTo>
                  <a:pt x="27" y="284"/>
                </a:lnTo>
                <a:lnTo>
                  <a:pt x="28" y="283"/>
                </a:lnTo>
                <a:lnTo>
                  <a:pt x="27" y="283"/>
                </a:lnTo>
                <a:lnTo>
                  <a:pt x="27" y="282"/>
                </a:lnTo>
                <a:lnTo>
                  <a:pt x="26" y="282"/>
                </a:lnTo>
                <a:lnTo>
                  <a:pt x="26" y="281"/>
                </a:lnTo>
                <a:lnTo>
                  <a:pt x="25" y="280"/>
                </a:lnTo>
                <a:lnTo>
                  <a:pt x="24" y="279"/>
                </a:lnTo>
                <a:lnTo>
                  <a:pt x="23" y="278"/>
                </a:lnTo>
                <a:lnTo>
                  <a:pt x="23" y="277"/>
                </a:lnTo>
                <a:lnTo>
                  <a:pt x="23" y="276"/>
                </a:lnTo>
                <a:lnTo>
                  <a:pt x="24" y="277"/>
                </a:lnTo>
                <a:lnTo>
                  <a:pt x="24" y="276"/>
                </a:lnTo>
                <a:lnTo>
                  <a:pt x="23" y="276"/>
                </a:lnTo>
                <a:lnTo>
                  <a:pt x="24" y="276"/>
                </a:lnTo>
                <a:lnTo>
                  <a:pt x="23" y="276"/>
                </a:lnTo>
                <a:lnTo>
                  <a:pt x="24" y="275"/>
                </a:lnTo>
                <a:lnTo>
                  <a:pt x="23" y="275"/>
                </a:lnTo>
                <a:lnTo>
                  <a:pt x="23" y="276"/>
                </a:lnTo>
                <a:lnTo>
                  <a:pt x="23" y="275"/>
                </a:lnTo>
                <a:lnTo>
                  <a:pt x="22" y="275"/>
                </a:lnTo>
                <a:lnTo>
                  <a:pt x="21" y="276"/>
                </a:lnTo>
                <a:lnTo>
                  <a:pt x="21" y="275"/>
                </a:lnTo>
                <a:lnTo>
                  <a:pt x="21" y="274"/>
                </a:lnTo>
                <a:lnTo>
                  <a:pt x="20" y="274"/>
                </a:lnTo>
                <a:lnTo>
                  <a:pt x="20" y="273"/>
                </a:lnTo>
                <a:lnTo>
                  <a:pt x="20" y="271"/>
                </a:lnTo>
                <a:lnTo>
                  <a:pt x="20" y="270"/>
                </a:lnTo>
                <a:lnTo>
                  <a:pt x="21" y="270"/>
                </a:lnTo>
                <a:lnTo>
                  <a:pt x="22" y="269"/>
                </a:lnTo>
                <a:lnTo>
                  <a:pt x="22" y="268"/>
                </a:lnTo>
                <a:lnTo>
                  <a:pt x="22" y="266"/>
                </a:lnTo>
                <a:lnTo>
                  <a:pt x="21" y="266"/>
                </a:lnTo>
                <a:lnTo>
                  <a:pt x="21" y="267"/>
                </a:lnTo>
                <a:lnTo>
                  <a:pt x="20" y="266"/>
                </a:lnTo>
                <a:lnTo>
                  <a:pt x="20" y="265"/>
                </a:lnTo>
                <a:lnTo>
                  <a:pt x="20" y="264"/>
                </a:lnTo>
                <a:lnTo>
                  <a:pt x="19" y="263"/>
                </a:lnTo>
                <a:lnTo>
                  <a:pt x="19" y="262"/>
                </a:lnTo>
                <a:lnTo>
                  <a:pt x="18" y="261"/>
                </a:lnTo>
                <a:lnTo>
                  <a:pt x="18" y="259"/>
                </a:lnTo>
                <a:lnTo>
                  <a:pt x="17" y="258"/>
                </a:lnTo>
                <a:lnTo>
                  <a:pt x="17" y="257"/>
                </a:lnTo>
                <a:lnTo>
                  <a:pt x="16" y="256"/>
                </a:lnTo>
                <a:lnTo>
                  <a:pt x="15" y="256"/>
                </a:lnTo>
                <a:lnTo>
                  <a:pt x="16" y="256"/>
                </a:lnTo>
                <a:lnTo>
                  <a:pt x="16" y="255"/>
                </a:lnTo>
                <a:lnTo>
                  <a:pt x="16" y="254"/>
                </a:lnTo>
                <a:lnTo>
                  <a:pt x="16" y="253"/>
                </a:lnTo>
                <a:lnTo>
                  <a:pt x="15" y="252"/>
                </a:lnTo>
                <a:lnTo>
                  <a:pt x="14" y="251"/>
                </a:lnTo>
                <a:lnTo>
                  <a:pt x="15" y="251"/>
                </a:lnTo>
                <a:lnTo>
                  <a:pt x="15" y="250"/>
                </a:lnTo>
                <a:lnTo>
                  <a:pt x="14" y="249"/>
                </a:lnTo>
                <a:lnTo>
                  <a:pt x="14" y="248"/>
                </a:lnTo>
                <a:lnTo>
                  <a:pt x="14" y="247"/>
                </a:lnTo>
                <a:lnTo>
                  <a:pt x="13" y="247"/>
                </a:lnTo>
                <a:lnTo>
                  <a:pt x="13" y="246"/>
                </a:lnTo>
                <a:lnTo>
                  <a:pt x="13" y="245"/>
                </a:lnTo>
                <a:lnTo>
                  <a:pt x="13" y="244"/>
                </a:lnTo>
                <a:lnTo>
                  <a:pt x="13" y="243"/>
                </a:lnTo>
                <a:lnTo>
                  <a:pt x="13" y="242"/>
                </a:lnTo>
                <a:lnTo>
                  <a:pt x="13" y="241"/>
                </a:lnTo>
                <a:lnTo>
                  <a:pt x="12" y="240"/>
                </a:lnTo>
                <a:lnTo>
                  <a:pt x="12" y="239"/>
                </a:lnTo>
                <a:lnTo>
                  <a:pt x="11" y="239"/>
                </a:lnTo>
                <a:lnTo>
                  <a:pt x="11" y="238"/>
                </a:lnTo>
                <a:lnTo>
                  <a:pt x="10" y="237"/>
                </a:lnTo>
                <a:lnTo>
                  <a:pt x="9" y="237"/>
                </a:lnTo>
                <a:lnTo>
                  <a:pt x="9" y="236"/>
                </a:lnTo>
                <a:lnTo>
                  <a:pt x="8" y="235"/>
                </a:lnTo>
                <a:lnTo>
                  <a:pt x="7" y="234"/>
                </a:lnTo>
                <a:lnTo>
                  <a:pt x="6" y="233"/>
                </a:lnTo>
                <a:lnTo>
                  <a:pt x="5" y="233"/>
                </a:lnTo>
                <a:lnTo>
                  <a:pt x="4" y="233"/>
                </a:lnTo>
                <a:lnTo>
                  <a:pt x="4" y="232"/>
                </a:lnTo>
                <a:lnTo>
                  <a:pt x="3" y="232"/>
                </a:lnTo>
                <a:lnTo>
                  <a:pt x="4" y="232"/>
                </a:lnTo>
                <a:lnTo>
                  <a:pt x="4" y="231"/>
                </a:lnTo>
                <a:lnTo>
                  <a:pt x="3" y="231"/>
                </a:lnTo>
                <a:lnTo>
                  <a:pt x="3" y="232"/>
                </a:lnTo>
                <a:lnTo>
                  <a:pt x="2" y="231"/>
                </a:lnTo>
                <a:lnTo>
                  <a:pt x="1" y="230"/>
                </a:lnTo>
                <a:lnTo>
                  <a:pt x="1" y="231"/>
                </a:lnTo>
                <a:lnTo>
                  <a:pt x="1" y="230"/>
                </a:lnTo>
                <a:lnTo>
                  <a:pt x="1" y="229"/>
                </a:lnTo>
                <a:lnTo>
                  <a:pt x="1" y="228"/>
                </a:lnTo>
                <a:lnTo>
                  <a:pt x="1" y="227"/>
                </a:lnTo>
                <a:lnTo>
                  <a:pt x="0" y="227"/>
                </a:lnTo>
                <a:lnTo>
                  <a:pt x="0" y="226"/>
                </a:lnTo>
                <a:lnTo>
                  <a:pt x="1" y="226"/>
                </a:lnTo>
                <a:lnTo>
                  <a:pt x="1" y="225"/>
                </a:lnTo>
                <a:lnTo>
                  <a:pt x="2" y="224"/>
                </a:lnTo>
                <a:lnTo>
                  <a:pt x="1" y="225"/>
                </a:lnTo>
                <a:lnTo>
                  <a:pt x="1" y="226"/>
                </a:lnTo>
                <a:lnTo>
                  <a:pt x="2" y="225"/>
                </a:lnTo>
                <a:lnTo>
                  <a:pt x="4" y="224"/>
                </a:lnTo>
                <a:lnTo>
                  <a:pt x="5" y="224"/>
                </a:lnTo>
                <a:lnTo>
                  <a:pt x="5" y="223"/>
                </a:lnTo>
                <a:lnTo>
                  <a:pt x="5" y="222"/>
                </a:lnTo>
                <a:lnTo>
                  <a:pt x="4" y="222"/>
                </a:lnTo>
                <a:lnTo>
                  <a:pt x="4" y="219"/>
                </a:lnTo>
                <a:lnTo>
                  <a:pt x="4" y="218"/>
                </a:lnTo>
                <a:lnTo>
                  <a:pt x="4" y="217"/>
                </a:lnTo>
                <a:lnTo>
                  <a:pt x="4" y="216"/>
                </a:lnTo>
                <a:lnTo>
                  <a:pt x="5" y="215"/>
                </a:lnTo>
                <a:lnTo>
                  <a:pt x="5" y="214"/>
                </a:lnTo>
                <a:lnTo>
                  <a:pt x="4" y="214"/>
                </a:lnTo>
                <a:lnTo>
                  <a:pt x="5" y="214"/>
                </a:lnTo>
                <a:lnTo>
                  <a:pt x="5" y="213"/>
                </a:lnTo>
                <a:lnTo>
                  <a:pt x="5" y="212"/>
                </a:lnTo>
                <a:lnTo>
                  <a:pt x="5" y="213"/>
                </a:lnTo>
                <a:lnTo>
                  <a:pt x="5" y="214"/>
                </a:lnTo>
                <a:lnTo>
                  <a:pt x="6" y="214"/>
                </a:lnTo>
                <a:lnTo>
                  <a:pt x="6" y="213"/>
                </a:lnTo>
                <a:lnTo>
                  <a:pt x="6" y="212"/>
                </a:lnTo>
                <a:lnTo>
                  <a:pt x="7" y="211"/>
                </a:lnTo>
                <a:lnTo>
                  <a:pt x="7" y="210"/>
                </a:lnTo>
                <a:lnTo>
                  <a:pt x="7" y="209"/>
                </a:lnTo>
                <a:lnTo>
                  <a:pt x="8" y="209"/>
                </a:lnTo>
                <a:lnTo>
                  <a:pt x="8" y="208"/>
                </a:lnTo>
                <a:lnTo>
                  <a:pt x="7" y="209"/>
                </a:lnTo>
                <a:lnTo>
                  <a:pt x="6" y="209"/>
                </a:lnTo>
                <a:lnTo>
                  <a:pt x="6" y="206"/>
                </a:lnTo>
                <a:lnTo>
                  <a:pt x="7" y="206"/>
                </a:lnTo>
                <a:lnTo>
                  <a:pt x="8" y="206"/>
                </a:lnTo>
                <a:lnTo>
                  <a:pt x="7" y="206"/>
                </a:lnTo>
                <a:lnTo>
                  <a:pt x="7" y="205"/>
                </a:lnTo>
                <a:lnTo>
                  <a:pt x="8" y="204"/>
                </a:lnTo>
                <a:lnTo>
                  <a:pt x="8" y="203"/>
                </a:lnTo>
                <a:lnTo>
                  <a:pt x="9" y="202"/>
                </a:lnTo>
                <a:lnTo>
                  <a:pt x="8" y="202"/>
                </a:lnTo>
                <a:lnTo>
                  <a:pt x="8" y="201"/>
                </a:lnTo>
                <a:lnTo>
                  <a:pt x="9" y="200"/>
                </a:lnTo>
                <a:lnTo>
                  <a:pt x="9" y="199"/>
                </a:lnTo>
                <a:lnTo>
                  <a:pt x="10" y="199"/>
                </a:lnTo>
                <a:lnTo>
                  <a:pt x="10" y="198"/>
                </a:lnTo>
                <a:lnTo>
                  <a:pt x="10" y="199"/>
                </a:lnTo>
                <a:lnTo>
                  <a:pt x="9" y="200"/>
                </a:lnTo>
                <a:lnTo>
                  <a:pt x="10" y="200"/>
                </a:lnTo>
                <a:lnTo>
                  <a:pt x="10" y="199"/>
                </a:lnTo>
                <a:lnTo>
                  <a:pt x="10" y="200"/>
                </a:lnTo>
                <a:lnTo>
                  <a:pt x="11" y="200"/>
                </a:lnTo>
                <a:lnTo>
                  <a:pt x="11" y="199"/>
                </a:lnTo>
                <a:lnTo>
                  <a:pt x="11" y="198"/>
                </a:lnTo>
                <a:lnTo>
                  <a:pt x="10" y="198"/>
                </a:lnTo>
                <a:lnTo>
                  <a:pt x="10" y="197"/>
                </a:lnTo>
                <a:lnTo>
                  <a:pt x="9" y="197"/>
                </a:lnTo>
                <a:lnTo>
                  <a:pt x="11" y="197"/>
                </a:lnTo>
                <a:lnTo>
                  <a:pt x="12" y="197"/>
                </a:lnTo>
                <a:lnTo>
                  <a:pt x="12" y="196"/>
                </a:lnTo>
                <a:lnTo>
                  <a:pt x="12" y="195"/>
                </a:lnTo>
                <a:lnTo>
                  <a:pt x="11" y="195"/>
                </a:lnTo>
                <a:lnTo>
                  <a:pt x="11" y="196"/>
                </a:lnTo>
                <a:lnTo>
                  <a:pt x="11" y="195"/>
                </a:lnTo>
                <a:lnTo>
                  <a:pt x="11" y="194"/>
                </a:lnTo>
                <a:lnTo>
                  <a:pt x="11" y="193"/>
                </a:lnTo>
                <a:lnTo>
                  <a:pt x="10" y="193"/>
                </a:lnTo>
                <a:lnTo>
                  <a:pt x="10" y="192"/>
                </a:lnTo>
                <a:lnTo>
                  <a:pt x="11" y="192"/>
                </a:lnTo>
                <a:lnTo>
                  <a:pt x="11" y="191"/>
                </a:lnTo>
                <a:lnTo>
                  <a:pt x="11" y="190"/>
                </a:lnTo>
                <a:lnTo>
                  <a:pt x="10" y="190"/>
                </a:lnTo>
                <a:lnTo>
                  <a:pt x="10" y="191"/>
                </a:lnTo>
                <a:lnTo>
                  <a:pt x="9" y="190"/>
                </a:lnTo>
                <a:lnTo>
                  <a:pt x="10" y="190"/>
                </a:lnTo>
                <a:lnTo>
                  <a:pt x="10" y="189"/>
                </a:lnTo>
                <a:lnTo>
                  <a:pt x="11" y="189"/>
                </a:lnTo>
                <a:lnTo>
                  <a:pt x="10" y="189"/>
                </a:lnTo>
                <a:lnTo>
                  <a:pt x="10" y="188"/>
                </a:lnTo>
                <a:lnTo>
                  <a:pt x="11" y="188"/>
                </a:lnTo>
                <a:lnTo>
                  <a:pt x="11" y="187"/>
                </a:lnTo>
                <a:lnTo>
                  <a:pt x="11" y="186"/>
                </a:lnTo>
                <a:lnTo>
                  <a:pt x="10" y="186"/>
                </a:lnTo>
                <a:lnTo>
                  <a:pt x="9" y="186"/>
                </a:lnTo>
                <a:lnTo>
                  <a:pt x="8" y="186"/>
                </a:lnTo>
                <a:lnTo>
                  <a:pt x="8" y="184"/>
                </a:lnTo>
                <a:lnTo>
                  <a:pt x="8" y="183"/>
                </a:lnTo>
                <a:lnTo>
                  <a:pt x="9" y="183"/>
                </a:lnTo>
                <a:lnTo>
                  <a:pt x="10" y="184"/>
                </a:lnTo>
                <a:lnTo>
                  <a:pt x="10" y="183"/>
                </a:lnTo>
                <a:lnTo>
                  <a:pt x="11" y="183"/>
                </a:lnTo>
                <a:lnTo>
                  <a:pt x="11" y="182"/>
                </a:lnTo>
                <a:lnTo>
                  <a:pt x="11" y="181"/>
                </a:lnTo>
                <a:lnTo>
                  <a:pt x="10" y="181"/>
                </a:lnTo>
                <a:lnTo>
                  <a:pt x="10" y="180"/>
                </a:lnTo>
                <a:lnTo>
                  <a:pt x="10" y="179"/>
                </a:lnTo>
                <a:lnTo>
                  <a:pt x="10" y="178"/>
                </a:lnTo>
                <a:lnTo>
                  <a:pt x="10" y="177"/>
                </a:lnTo>
                <a:lnTo>
                  <a:pt x="10" y="176"/>
                </a:lnTo>
                <a:lnTo>
                  <a:pt x="11" y="176"/>
                </a:lnTo>
                <a:lnTo>
                  <a:pt x="10" y="175"/>
                </a:lnTo>
                <a:lnTo>
                  <a:pt x="10" y="174"/>
                </a:lnTo>
                <a:lnTo>
                  <a:pt x="10" y="173"/>
                </a:lnTo>
                <a:lnTo>
                  <a:pt x="10" y="172"/>
                </a:lnTo>
                <a:lnTo>
                  <a:pt x="10" y="171"/>
                </a:lnTo>
                <a:lnTo>
                  <a:pt x="10" y="170"/>
                </a:lnTo>
                <a:lnTo>
                  <a:pt x="11" y="169"/>
                </a:lnTo>
                <a:lnTo>
                  <a:pt x="11" y="168"/>
                </a:lnTo>
                <a:lnTo>
                  <a:pt x="12" y="168"/>
                </a:lnTo>
                <a:lnTo>
                  <a:pt x="12" y="167"/>
                </a:lnTo>
                <a:lnTo>
                  <a:pt x="12" y="166"/>
                </a:lnTo>
                <a:lnTo>
                  <a:pt x="13" y="166"/>
                </a:lnTo>
                <a:lnTo>
                  <a:pt x="13" y="165"/>
                </a:lnTo>
                <a:lnTo>
                  <a:pt x="14" y="165"/>
                </a:lnTo>
                <a:lnTo>
                  <a:pt x="13" y="164"/>
                </a:lnTo>
                <a:lnTo>
                  <a:pt x="13" y="163"/>
                </a:lnTo>
                <a:lnTo>
                  <a:pt x="13" y="161"/>
                </a:lnTo>
                <a:lnTo>
                  <a:pt x="14" y="159"/>
                </a:lnTo>
                <a:lnTo>
                  <a:pt x="15" y="159"/>
                </a:lnTo>
                <a:lnTo>
                  <a:pt x="15" y="158"/>
                </a:lnTo>
                <a:lnTo>
                  <a:pt x="16" y="157"/>
                </a:lnTo>
                <a:lnTo>
                  <a:pt x="16" y="156"/>
                </a:lnTo>
                <a:lnTo>
                  <a:pt x="17" y="156"/>
                </a:lnTo>
                <a:lnTo>
                  <a:pt x="17" y="155"/>
                </a:lnTo>
                <a:lnTo>
                  <a:pt x="16" y="155"/>
                </a:lnTo>
                <a:lnTo>
                  <a:pt x="16" y="156"/>
                </a:lnTo>
                <a:lnTo>
                  <a:pt x="15" y="157"/>
                </a:lnTo>
                <a:lnTo>
                  <a:pt x="15" y="158"/>
                </a:lnTo>
                <a:lnTo>
                  <a:pt x="14" y="159"/>
                </a:lnTo>
                <a:lnTo>
                  <a:pt x="13" y="159"/>
                </a:lnTo>
                <a:lnTo>
                  <a:pt x="12" y="158"/>
                </a:lnTo>
                <a:lnTo>
                  <a:pt x="13" y="157"/>
                </a:lnTo>
                <a:lnTo>
                  <a:pt x="13" y="156"/>
                </a:lnTo>
                <a:lnTo>
                  <a:pt x="14" y="155"/>
                </a:lnTo>
                <a:lnTo>
                  <a:pt x="13" y="155"/>
                </a:lnTo>
                <a:lnTo>
                  <a:pt x="13" y="154"/>
                </a:lnTo>
                <a:lnTo>
                  <a:pt x="14" y="154"/>
                </a:lnTo>
                <a:lnTo>
                  <a:pt x="15" y="153"/>
                </a:lnTo>
                <a:lnTo>
                  <a:pt x="16" y="152"/>
                </a:lnTo>
                <a:lnTo>
                  <a:pt x="17" y="153"/>
                </a:lnTo>
                <a:lnTo>
                  <a:pt x="18" y="152"/>
                </a:lnTo>
                <a:lnTo>
                  <a:pt x="17" y="152"/>
                </a:lnTo>
                <a:lnTo>
                  <a:pt x="17" y="151"/>
                </a:lnTo>
                <a:lnTo>
                  <a:pt x="19" y="152"/>
                </a:lnTo>
                <a:lnTo>
                  <a:pt x="20" y="151"/>
                </a:lnTo>
                <a:lnTo>
                  <a:pt x="21" y="151"/>
                </a:lnTo>
                <a:lnTo>
                  <a:pt x="21" y="150"/>
                </a:lnTo>
                <a:lnTo>
                  <a:pt x="20" y="150"/>
                </a:lnTo>
                <a:lnTo>
                  <a:pt x="20" y="149"/>
                </a:lnTo>
                <a:lnTo>
                  <a:pt x="20" y="148"/>
                </a:lnTo>
                <a:lnTo>
                  <a:pt x="20" y="149"/>
                </a:lnTo>
                <a:lnTo>
                  <a:pt x="21" y="149"/>
                </a:lnTo>
                <a:lnTo>
                  <a:pt x="21" y="148"/>
                </a:lnTo>
                <a:lnTo>
                  <a:pt x="22" y="148"/>
                </a:lnTo>
                <a:lnTo>
                  <a:pt x="23" y="147"/>
                </a:lnTo>
                <a:lnTo>
                  <a:pt x="23" y="146"/>
                </a:lnTo>
                <a:lnTo>
                  <a:pt x="24" y="146"/>
                </a:lnTo>
                <a:lnTo>
                  <a:pt x="24" y="145"/>
                </a:lnTo>
                <a:lnTo>
                  <a:pt x="24" y="144"/>
                </a:lnTo>
                <a:lnTo>
                  <a:pt x="25" y="144"/>
                </a:lnTo>
                <a:lnTo>
                  <a:pt x="25" y="143"/>
                </a:lnTo>
                <a:lnTo>
                  <a:pt x="25" y="142"/>
                </a:lnTo>
                <a:lnTo>
                  <a:pt x="26" y="142"/>
                </a:lnTo>
                <a:lnTo>
                  <a:pt x="26" y="141"/>
                </a:lnTo>
                <a:lnTo>
                  <a:pt x="25" y="140"/>
                </a:lnTo>
                <a:lnTo>
                  <a:pt x="26" y="138"/>
                </a:lnTo>
                <a:lnTo>
                  <a:pt x="26" y="137"/>
                </a:lnTo>
                <a:lnTo>
                  <a:pt x="27" y="136"/>
                </a:lnTo>
                <a:lnTo>
                  <a:pt x="27" y="135"/>
                </a:lnTo>
                <a:lnTo>
                  <a:pt x="28" y="135"/>
                </a:lnTo>
                <a:lnTo>
                  <a:pt x="29" y="135"/>
                </a:lnTo>
                <a:lnTo>
                  <a:pt x="29" y="134"/>
                </a:lnTo>
                <a:lnTo>
                  <a:pt x="29" y="133"/>
                </a:lnTo>
                <a:lnTo>
                  <a:pt x="30" y="132"/>
                </a:lnTo>
                <a:lnTo>
                  <a:pt x="31" y="131"/>
                </a:lnTo>
                <a:lnTo>
                  <a:pt x="31" y="130"/>
                </a:lnTo>
                <a:lnTo>
                  <a:pt x="32" y="130"/>
                </a:lnTo>
                <a:lnTo>
                  <a:pt x="32" y="129"/>
                </a:lnTo>
                <a:lnTo>
                  <a:pt x="33" y="129"/>
                </a:lnTo>
                <a:lnTo>
                  <a:pt x="34" y="128"/>
                </a:lnTo>
                <a:lnTo>
                  <a:pt x="34" y="127"/>
                </a:lnTo>
                <a:lnTo>
                  <a:pt x="35" y="127"/>
                </a:lnTo>
                <a:lnTo>
                  <a:pt x="35" y="126"/>
                </a:lnTo>
                <a:lnTo>
                  <a:pt x="35" y="125"/>
                </a:lnTo>
                <a:lnTo>
                  <a:pt x="37" y="125"/>
                </a:lnTo>
                <a:lnTo>
                  <a:pt x="38" y="124"/>
                </a:lnTo>
                <a:lnTo>
                  <a:pt x="37" y="124"/>
                </a:lnTo>
                <a:lnTo>
                  <a:pt x="38" y="123"/>
                </a:lnTo>
                <a:lnTo>
                  <a:pt x="38" y="122"/>
                </a:lnTo>
                <a:lnTo>
                  <a:pt x="38" y="121"/>
                </a:lnTo>
                <a:lnTo>
                  <a:pt x="35" y="121"/>
                </a:lnTo>
                <a:lnTo>
                  <a:pt x="35" y="122"/>
                </a:lnTo>
                <a:lnTo>
                  <a:pt x="35" y="123"/>
                </a:lnTo>
                <a:lnTo>
                  <a:pt x="35" y="124"/>
                </a:lnTo>
                <a:lnTo>
                  <a:pt x="34" y="124"/>
                </a:lnTo>
                <a:lnTo>
                  <a:pt x="33" y="124"/>
                </a:lnTo>
                <a:lnTo>
                  <a:pt x="33" y="125"/>
                </a:lnTo>
                <a:lnTo>
                  <a:pt x="32" y="125"/>
                </a:lnTo>
                <a:lnTo>
                  <a:pt x="31" y="125"/>
                </a:lnTo>
                <a:lnTo>
                  <a:pt x="31" y="124"/>
                </a:lnTo>
                <a:lnTo>
                  <a:pt x="32" y="124"/>
                </a:lnTo>
                <a:lnTo>
                  <a:pt x="34" y="121"/>
                </a:lnTo>
                <a:lnTo>
                  <a:pt x="35" y="121"/>
                </a:lnTo>
                <a:lnTo>
                  <a:pt x="35" y="120"/>
                </a:lnTo>
                <a:lnTo>
                  <a:pt x="35" y="119"/>
                </a:lnTo>
                <a:lnTo>
                  <a:pt x="37" y="119"/>
                </a:lnTo>
                <a:lnTo>
                  <a:pt x="37" y="118"/>
                </a:lnTo>
                <a:lnTo>
                  <a:pt x="38" y="118"/>
                </a:lnTo>
                <a:lnTo>
                  <a:pt x="40" y="118"/>
                </a:lnTo>
                <a:lnTo>
                  <a:pt x="40" y="117"/>
                </a:lnTo>
                <a:lnTo>
                  <a:pt x="40" y="116"/>
                </a:lnTo>
                <a:lnTo>
                  <a:pt x="41" y="116"/>
                </a:lnTo>
                <a:lnTo>
                  <a:pt x="41" y="115"/>
                </a:lnTo>
                <a:lnTo>
                  <a:pt x="42" y="115"/>
                </a:lnTo>
                <a:lnTo>
                  <a:pt x="42" y="114"/>
                </a:lnTo>
                <a:lnTo>
                  <a:pt x="42" y="113"/>
                </a:lnTo>
                <a:lnTo>
                  <a:pt x="41" y="113"/>
                </a:lnTo>
                <a:lnTo>
                  <a:pt x="40" y="112"/>
                </a:lnTo>
                <a:lnTo>
                  <a:pt x="41" y="112"/>
                </a:lnTo>
                <a:lnTo>
                  <a:pt x="41" y="111"/>
                </a:lnTo>
                <a:lnTo>
                  <a:pt x="41" y="110"/>
                </a:lnTo>
                <a:lnTo>
                  <a:pt x="42" y="108"/>
                </a:lnTo>
                <a:lnTo>
                  <a:pt x="43" y="107"/>
                </a:lnTo>
                <a:lnTo>
                  <a:pt x="44" y="105"/>
                </a:lnTo>
                <a:lnTo>
                  <a:pt x="44" y="106"/>
                </a:lnTo>
                <a:lnTo>
                  <a:pt x="44" y="107"/>
                </a:lnTo>
                <a:lnTo>
                  <a:pt x="43" y="108"/>
                </a:lnTo>
                <a:lnTo>
                  <a:pt x="43" y="109"/>
                </a:lnTo>
                <a:lnTo>
                  <a:pt x="43" y="108"/>
                </a:lnTo>
                <a:lnTo>
                  <a:pt x="42" y="108"/>
                </a:lnTo>
                <a:lnTo>
                  <a:pt x="41" y="111"/>
                </a:lnTo>
                <a:lnTo>
                  <a:pt x="42" y="112"/>
                </a:lnTo>
                <a:lnTo>
                  <a:pt x="42" y="111"/>
                </a:lnTo>
                <a:lnTo>
                  <a:pt x="42" y="110"/>
                </a:lnTo>
                <a:lnTo>
                  <a:pt x="43" y="110"/>
                </a:lnTo>
                <a:lnTo>
                  <a:pt x="43" y="111"/>
                </a:lnTo>
                <a:lnTo>
                  <a:pt x="44" y="111"/>
                </a:lnTo>
                <a:lnTo>
                  <a:pt x="44" y="110"/>
                </a:lnTo>
                <a:lnTo>
                  <a:pt x="43" y="109"/>
                </a:lnTo>
                <a:lnTo>
                  <a:pt x="44" y="108"/>
                </a:lnTo>
                <a:lnTo>
                  <a:pt x="45" y="106"/>
                </a:lnTo>
                <a:lnTo>
                  <a:pt x="45" y="107"/>
                </a:lnTo>
                <a:lnTo>
                  <a:pt x="45" y="108"/>
                </a:lnTo>
                <a:lnTo>
                  <a:pt x="45" y="107"/>
                </a:lnTo>
                <a:lnTo>
                  <a:pt x="46" y="107"/>
                </a:lnTo>
                <a:lnTo>
                  <a:pt x="46" y="106"/>
                </a:lnTo>
                <a:lnTo>
                  <a:pt x="45" y="105"/>
                </a:lnTo>
                <a:lnTo>
                  <a:pt x="46" y="105"/>
                </a:lnTo>
                <a:lnTo>
                  <a:pt x="45" y="105"/>
                </a:lnTo>
                <a:lnTo>
                  <a:pt x="45" y="104"/>
                </a:lnTo>
                <a:lnTo>
                  <a:pt x="45" y="103"/>
                </a:lnTo>
                <a:lnTo>
                  <a:pt x="46" y="103"/>
                </a:lnTo>
                <a:lnTo>
                  <a:pt x="46" y="102"/>
                </a:lnTo>
                <a:lnTo>
                  <a:pt x="47" y="103"/>
                </a:lnTo>
                <a:lnTo>
                  <a:pt x="48" y="103"/>
                </a:lnTo>
                <a:lnTo>
                  <a:pt x="48" y="102"/>
                </a:lnTo>
                <a:lnTo>
                  <a:pt x="48" y="101"/>
                </a:lnTo>
                <a:lnTo>
                  <a:pt x="48" y="100"/>
                </a:lnTo>
                <a:lnTo>
                  <a:pt x="48" y="99"/>
                </a:lnTo>
                <a:lnTo>
                  <a:pt x="49" y="98"/>
                </a:lnTo>
                <a:lnTo>
                  <a:pt x="50" y="97"/>
                </a:lnTo>
                <a:lnTo>
                  <a:pt x="51" y="97"/>
                </a:lnTo>
                <a:lnTo>
                  <a:pt x="51" y="96"/>
                </a:lnTo>
                <a:lnTo>
                  <a:pt x="51" y="95"/>
                </a:lnTo>
                <a:lnTo>
                  <a:pt x="51" y="94"/>
                </a:lnTo>
                <a:lnTo>
                  <a:pt x="52" y="93"/>
                </a:lnTo>
                <a:lnTo>
                  <a:pt x="52" y="92"/>
                </a:lnTo>
                <a:lnTo>
                  <a:pt x="53" y="92"/>
                </a:lnTo>
                <a:lnTo>
                  <a:pt x="53" y="91"/>
                </a:lnTo>
                <a:lnTo>
                  <a:pt x="54" y="91"/>
                </a:lnTo>
                <a:lnTo>
                  <a:pt x="54" y="90"/>
                </a:lnTo>
                <a:lnTo>
                  <a:pt x="54" y="89"/>
                </a:lnTo>
                <a:lnTo>
                  <a:pt x="55" y="89"/>
                </a:lnTo>
                <a:lnTo>
                  <a:pt x="56" y="87"/>
                </a:lnTo>
                <a:lnTo>
                  <a:pt x="57" y="87"/>
                </a:lnTo>
                <a:lnTo>
                  <a:pt x="57" y="86"/>
                </a:lnTo>
                <a:lnTo>
                  <a:pt x="58" y="84"/>
                </a:lnTo>
                <a:lnTo>
                  <a:pt x="59" y="83"/>
                </a:lnTo>
                <a:lnTo>
                  <a:pt x="60" y="81"/>
                </a:lnTo>
                <a:lnTo>
                  <a:pt x="60" y="80"/>
                </a:lnTo>
                <a:lnTo>
                  <a:pt x="61" y="80"/>
                </a:lnTo>
                <a:lnTo>
                  <a:pt x="61" y="79"/>
                </a:lnTo>
                <a:lnTo>
                  <a:pt x="61" y="78"/>
                </a:lnTo>
                <a:lnTo>
                  <a:pt x="61" y="77"/>
                </a:lnTo>
                <a:lnTo>
                  <a:pt x="62" y="77"/>
                </a:lnTo>
                <a:lnTo>
                  <a:pt x="62" y="76"/>
                </a:lnTo>
                <a:lnTo>
                  <a:pt x="62" y="75"/>
                </a:lnTo>
                <a:lnTo>
                  <a:pt x="62" y="74"/>
                </a:lnTo>
                <a:lnTo>
                  <a:pt x="63" y="73"/>
                </a:lnTo>
                <a:lnTo>
                  <a:pt x="63" y="72"/>
                </a:lnTo>
                <a:lnTo>
                  <a:pt x="64" y="72"/>
                </a:lnTo>
                <a:lnTo>
                  <a:pt x="65" y="72"/>
                </a:lnTo>
                <a:lnTo>
                  <a:pt x="66" y="72"/>
                </a:lnTo>
                <a:lnTo>
                  <a:pt x="66" y="71"/>
                </a:lnTo>
                <a:lnTo>
                  <a:pt x="67" y="71"/>
                </a:lnTo>
                <a:lnTo>
                  <a:pt x="67" y="72"/>
                </a:lnTo>
                <a:lnTo>
                  <a:pt x="68" y="72"/>
                </a:lnTo>
                <a:lnTo>
                  <a:pt x="68" y="71"/>
                </a:lnTo>
                <a:lnTo>
                  <a:pt x="67" y="71"/>
                </a:lnTo>
                <a:lnTo>
                  <a:pt x="68" y="71"/>
                </a:lnTo>
                <a:lnTo>
                  <a:pt x="67" y="71"/>
                </a:lnTo>
                <a:lnTo>
                  <a:pt x="67" y="70"/>
                </a:lnTo>
                <a:lnTo>
                  <a:pt x="66" y="70"/>
                </a:lnTo>
                <a:lnTo>
                  <a:pt x="67" y="70"/>
                </a:lnTo>
                <a:lnTo>
                  <a:pt x="67" y="69"/>
                </a:lnTo>
                <a:lnTo>
                  <a:pt x="67" y="68"/>
                </a:lnTo>
                <a:lnTo>
                  <a:pt x="68" y="67"/>
                </a:lnTo>
                <a:lnTo>
                  <a:pt x="69" y="67"/>
                </a:lnTo>
                <a:lnTo>
                  <a:pt x="69" y="66"/>
                </a:lnTo>
                <a:lnTo>
                  <a:pt x="70" y="66"/>
                </a:lnTo>
                <a:lnTo>
                  <a:pt x="71" y="66"/>
                </a:lnTo>
                <a:lnTo>
                  <a:pt x="72" y="66"/>
                </a:lnTo>
                <a:lnTo>
                  <a:pt x="73" y="66"/>
                </a:lnTo>
                <a:lnTo>
                  <a:pt x="73" y="65"/>
                </a:lnTo>
                <a:lnTo>
                  <a:pt x="74" y="65"/>
                </a:lnTo>
                <a:lnTo>
                  <a:pt x="74" y="64"/>
                </a:lnTo>
                <a:lnTo>
                  <a:pt x="76" y="62"/>
                </a:lnTo>
                <a:lnTo>
                  <a:pt x="76" y="61"/>
                </a:lnTo>
                <a:lnTo>
                  <a:pt x="76" y="60"/>
                </a:lnTo>
                <a:lnTo>
                  <a:pt x="77" y="60"/>
                </a:lnTo>
                <a:lnTo>
                  <a:pt x="77" y="59"/>
                </a:lnTo>
                <a:lnTo>
                  <a:pt x="78" y="59"/>
                </a:lnTo>
                <a:lnTo>
                  <a:pt x="79" y="58"/>
                </a:lnTo>
                <a:lnTo>
                  <a:pt x="80" y="58"/>
                </a:lnTo>
                <a:lnTo>
                  <a:pt x="80" y="57"/>
                </a:lnTo>
                <a:lnTo>
                  <a:pt x="80" y="56"/>
                </a:lnTo>
                <a:lnTo>
                  <a:pt x="81" y="56"/>
                </a:lnTo>
                <a:lnTo>
                  <a:pt x="81" y="55"/>
                </a:lnTo>
                <a:lnTo>
                  <a:pt x="81" y="54"/>
                </a:lnTo>
                <a:lnTo>
                  <a:pt x="81" y="53"/>
                </a:lnTo>
                <a:lnTo>
                  <a:pt x="81" y="52"/>
                </a:lnTo>
                <a:lnTo>
                  <a:pt x="80" y="52"/>
                </a:lnTo>
                <a:lnTo>
                  <a:pt x="81" y="52"/>
                </a:lnTo>
                <a:lnTo>
                  <a:pt x="81" y="51"/>
                </a:lnTo>
                <a:lnTo>
                  <a:pt x="80" y="51"/>
                </a:lnTo>
                <a:lnTo>
                  <a:pt x="80" y="50"/>
                </a:lnTo>
                <a:lnTo>
                  <a:pt x="80" y="49"/>
                </a:lnTo>
                <a:lnTo>
                  <a:pt x="81" y="49"/>
                </a:lnTo>
                <a:lnTo>
                  <a:pt x="81" y="48"/>
                </a:lnTo>
                <a:lnTo>
                  <a:pt x="82" y="48"/>
                </a:lnTo>
                <a:lnTo>
                  <a:pt x="82" y="47"/>
                </a:lnTo>
                <a:lnTo>
                  <a:pt x="82" y="48"/>
                </a:lnTo>
                <a:lnTo>
                  <a:pt x="83" y="48"/>
                </a:lnTo>
                <a:lnTo>
                  <a:pt x="83" y="47"/>
                </a:lnTo>
                <a:lnTo>
                  <a:pt x="82" y="46"/>
                </a:lnTo>
                <a:lnTo>
                  <a:pt x="83" y="46"/>
                </a:lnTo>
                <a:lnTo>
                  <a:pt x="83" y="45"/>
                </a:lnTo>
                <a:lnTo>
                  <a:pt x="84" y="44"/>
                </a:lnTo>
                <a:lnTo>
                  <a:pt x="84" y="43"/>
                </a:lnTo>
                <a:lnTo>
                  <a:pt x="85" y="43"/>
                </a:lnTo>
                <a:lnTo>
                  <a:pt x="85" y="42"/>
                </a:lnTo>
                <a:lnTo>
                  <a:pt x="85" y="41"/>
                </a:lnTo>
                <a:lnTo>
                  <a:pt x="86" y="40"/>
                </a:lnTo>
                <a:lnTo>
                  <a:pt x="86" y="39"/>
                </a:lnTo>
                <a:lnTo>
                  <a:pt x="87" y="39"/>
                </a:lnTo>
                <a:lnTo>
                  <a:pt x="87" y="38"/>
                </a:lnTo>
                <a:lnTo>
                  <a:pt x="87" y="37"/>
                </a:lnTo>
                <a:lnTo>
                  <a:pt x="88" y="37"/>
                </a:lnTo>
                <a:lnTo>
                  <a:pt x="88" y="36"/>
                </a:lnTo>
                <a:lnTo>
                  <a:pt x="89" y="36"/>
                </a:lnTo>
                <a:lnTo>
                  <a:pt x="89" y="35"/>
                </a:lnTo>
                <a:lnTo>
                  <a:pt x="90" y="35"/>
                </a:lnTo>
                <a:lnTo>
                  <a:pt x="90" y="34"/>
                </a:lnTo>
                <a:lnTo>
                  <a:pt x="90" y="33"/>
                </a:lnTo>
                <a:lnTo>
                  <a:pt x="90" y="31"/>
                </a:lnTo>
                <a:lnTo>
                  <a:pt x="91" y="31"/>
                </a:lnTo>
                <a:lnTo>
                  <a:pt x="91" y="30"/>
                </a:lnTo>
                <a:lnTo>
                  <a:pt x="92" y="30"/>
                </a:lnTo>
                <a:lnTo>
                  <a:pt x="92" y="29"/>
                </a:lnTo>
                <a:lnTo>
                  <a:pt x="93" y="28"/>
                </a:lnTo>
                <a:lnTo>
                  <a:pt x="94" y="28"/>
                </a:lnTo>
                <a:lnTo>
                  <a:pt x="94" y="27"/>
                </a:lnTo>
                <a:lnTo>
                  <a:pt x="95" y="27"/>
                </a:lnTo>
                <a:lnTo>
                  <a:pt x="96" y="26"/>
                </a:lnTo>
                <a:lnTo>
                  <a:pt x="97" y="26"/>
                </a:lnTo>
                <a:lnTo>
                  <a:pt x="98" y="25"/>
                </a:lnTo>
                <a:lnTo>
                  <a:pt x="99" y="25"/>
                </a:lnTo>
                <a:lnTo>
                  <a:pt x="99" y="24"/>
                </a:lnTo>
                <a:lnTo>
                  <a:pt x="100" y="24"/>
                </a:lnTo>
                <a:lnTo>
                  <a:pt x="101" y="24"/>
                </a:lnTo>
                <a:lnTo>
                  <a:pt x="102" y="24"/>
                </a:lnTo>
                <a:lnTo>
                  <a:pt x="103" y="24"/>
                </a:lnTo>
                <a:lnTo>
                  <a:pt x="103" y="23"/>
                </a:lnTo>
                <a:lnTo>
                  <a:pt x="104" y="23"/>
                </a:lnTo>
                <a:lnTo>
                  <a:pt x="105" y="23"/>
                </a:lnTo>
                <a:lnTo>
                  <a:pt x="105" y="22"/>
                </a:lnTo>
                <a:lnTo>
                  <a:pt x="106" y="22"/>
                </a:lnTo>
                <a:lnTo>
                  <a:pt x="106" y="21"/>
                </a:lnTo>
                <a:lnTo>
                  <a:pt x="107" y="21"/>
                </a:lnTo>
                <a:lnTo>
                  <a:pt x="108" y="21"/>
                </a:lnTo>
                <a:lnTo>
                  <a:pt x="109" y="20"/>
                </a:lnTo>
                <a:lnTo>
                  <a:pt x="110" y="20"/>
                </a:lnTo>
                <a:lnTo>
                  <a:pt x="111" y="20"/>
                </a:lnTo>
                <a:lnTo>
                  <a:pt x="112" y="19"/>
                </a:lnTo>
                <a:lnTo>
                  <a:pt x="112" y="20"/>
                </a:lnTo>
                <a:lnTo>
                  <a:pt x="113" y="20"/>
                </a:lnTo>
                <a:lnTo>
                  <a:pt x="115" y="20"/>
                </a:lnTo>
                <a:lnTo>
                  <a:pt x="115" y="19"/>
                </a:lnTo>
                <a:lnTo>
                  <a:pt x="116" y="19"/>
                </a:lnTo>
                <a:lnTo>
                  <a:pt x="117" y="19"/>
                </a:lnTo>
                <a:lnTo>
                  <a:pt x="118" y="19"/>
                </a:lnTo>
                <a:lnTo>
                  <a:pt x="119" y="19"/>
                </a:lnTo>
                <a:lnTo>
                  <a:pt x="120" y="19"/>
                </a:lnTo>
                <a:lnTo>
                  <a:pt x="120" y="18"/>
                </a:lnTo>
                <a:lnTo>
                  <a:pt x="121" y="18"/>
                </a:lnTo>
                <a:lnTo>
                  <a:pt x="122" y="18"/>
                </a:lnTo>
                <a:lnTo>
                  <a:pt x="122" y="17"/>
                </a:lnTo>
                <a:lnTo>
                  <a:pt x="123" y="17"/>
                </a:lnTo>
                <a:lnTo>
                  <a:pt x="124" y="17"/>
                </a:lnTo>
                <a:lnTo>
                  <a:pt x="123" y="17"/>
                </a:lnTo>
                <a:lnTo>
                  <a:pt x="123" y="16"/>
                </a:lnTo>
                <a:lnTo>
                  <a:pt x="124" y="16"/>
                </a:lnTo>
                <a:lnTo>
                  <a:pt x="124" y="15"/>
                </a:lnTo>
                <a:lnTo>
                  <a:pt x="125" y="15"/>
                </a:lnTo>
                <a:lnTo>
                  <a:pt x="125" y="16"/>
                </a:lnTo>
                <a:lnTo>
                  <a:pt x="125" y="15"/>
                </a:lnTo>
                <a:lnTo>
                  <a:pt x="126" y="15"/>
                </a:lnTo>
                <a:lnTo>
                  <a:pt x="127" y="15"/>
                </a:lnTo>
                <a:lnTo>
                  <a:pt x="128" y="16"/>
                </a:lnTo>
                <a:lnTo>
                  <a:pt x="128" y="17"/>
                </a:lnTo>
                <a:lnTo>
                  <a:pt x="129" y="17"/>
                </a:lnTo>
                <a:lnTo>
                  <a:pt x="129" y="18"/>
                </a:lnTo>
                <a:lnTo>
                  <a:pt x="129" y="19"/>
                </a:lnTo>
                <a:lnTo>
                  <a:pt x="130" y="19"/>
                </a:lnTo>
                <a:lnTo>
                  <a:pt x="130" y="18"/>
                </a:lnTo>
                <a:lnTo>
                  <a:pt x="130" y="17"/>
                </a:lnTo>
                <a:lnTo>
                  <a:pt x="129" y="17"/>
                </a:lnTo>
                <a:lnTo>
                  <a:pt x="129" y="16"/>
                </a:lnTo>
                <a:lnTo>
                  <a:pt x="129" y="15"/>
                </a:lnTo>
                <a:lnTo>
                  <a:pt x="128" y="15"/>
                </a:lnTo>
                <a:lnTo>
                  <a:pt x="128" y="14"/>
                </a:lnTo>
                <a:lnTo>
                  <a:pt x="127" y="14"/>
                </a:lnTo>
                <a:lnTo>
                  <a:pt x="126" y="14"/>
                </a:lnTo>
                <a:lnTo>
                  <a:pt x="125" y="13"/>
                </a:lnTo>
                <a:lnTo>
                  <a:pt x="126" y="12"/>
                </a:lnTo>
                <a:lnTo>
                  <a:pt x="126" y="11"/>
                </a:lnTo>
                <a:lnTo>
                  <a:pt x="127" y="11"/>
                </a:lnTo>
                <a:lnTo>
                  <a:pt x="127" y="10"/>
                </a:lnTo>
                <a:lnTo>
                  <a:pt x="128" y="10"/>
                </a:lnTo>
                <a:lnTo>
                  <a:pt x="128" y="9"/>
                </a:lnTo>
                <a:lnTo>
                  <a:pt x="128" y="8"/>
                </a:lnTo>
                <a:lnTo>
                  <a:pt x="129" y="8"/>
                </a:lnTo>
                <a:lnTo>
                  <a:pt x="129" y="7"/>
                </a:lnTo>
                <a:lnTo>
                  <a:pt x="129" y="6"/>
                </a:lnTo>
                <a:lnTo>
                  <a:pt x="130" y="6"/>
                </a:lnTo>
                <a:lnTo>
                  <a:pt x="131" y="6"/>
                </a:lnTo>
                <a:lnTo>
                  <a:pt x="131" y="5"/>
                </a:lnTo>
                <a:lnTo>
                  <a:pt x="132" y="5"/>
                </a:lnTo>
                <a:lnTo>
                  <a:pt x="132" y="4"/>
                </a:lnTo>
                <a:lnTo>
                  <a:pt x="133" y="3"/>
                </a:lnTo>
                <a:lnTo>
                  <a:pt x="134" y="3"/>
                </a:lnTo>
                <a:lnTo>
                  <a:pt x="134" y="1"/>
                </a:lnTo>
                <a:lnTo>
                  <a:pt x="135" y="1"/>
                </a:lnTo>
                <a:lnTo>
                  <a:pt x="134" y="1"/>
                </a:lnTo>
                <a:lnTo>
                  <a:pt x="135" y="1"/>
                </a:lnTo>
                <a:lnTo>
                  <a:pt x="135" y="3"/>
                </a:lnTo>
                <a:lnTo>
                  <a:pt x="136" y="3"/>
                </a:lnTo>
                <a:lnTo>
                  <a:pt x="136" y="1"/>
                </a:lnTo>
                <a:lnTo>
                  <a:pt x="137" y="1"/>
                </a:lnTo>
                <a:lnTo>
                  <a:pt x="137" y="0"/>
                </a:lnTo>
                <a:lnTo>
                  <a:pt x="137" y="1"/>
                </a:lnTo>
                <a:lnTo>
                  <a:pt x="138" y="1"/>
                </a:lnTo>
                <a:lnTo>
                  <a:pt x="139" y="1"/>
                </a:lnTo>
                <a:lnTo>
                  <a:pt x="140" y="1"/>
                </a:lnTo>
                <a:lnTo>
                  <a:pt x="140" y="0"/>
                </a:lnTo>
                <a:lnTo>
                  <a:pt x="14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62" name=""/>
          <p:cNvSpPr/>
          <p:nvPr/>
        </p:nvSpPr>
        <p:spPr>
          <a:xfrm>
            <a:off x="6959520" y="204912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3"/>
                </a:move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63" name=""/>
          <p:cNvSpPr/>
          <p:nvPr/>
        </p:nvSpPr>
        <p:spPr>
          <a:xfrm>
            <a:off x="6949800" y="20466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64" name=""/>
          <p:cNvSpPr/>
          <p:nvPr/>
        </p:nvSpPr>
        <p:spPr>
          <a:xfrm>
            <a:off x="6952680" y="204732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2"/>
                </a:moveTo>
                <a:lnTo>
                  <a:pt x="4" y="4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1" y="4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4" y="0"/>
                </a:lnTo>
                <a:lnTo>
                  <a:pt x="6" y="0"/>
                </a:lnTo>
                <a:lnTo>
                  <a:pt x="6" y="1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65" name=""/>
          <p:cNvSpPr/>
          <p:nvPr/>
        </p:nvSpPr>
        <p:spPr>
          <a:xfrm>
            <a:off x="6951960" y="204696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2"/>
                </a:move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66" name=""/>
          <p:cNvSpPr/>
          <p:nvPr/>
        </p:nvSpPr>
        <p:spPr>
          <a:xfrm>
            <a:off x="6949080" y="204660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6" y="1"/>
                </a:moveTo>
                <a:lnTo>
                  <a:pt x="6" y="2"/>
                </a:lnTo>
                <a:lnTo>
                  <a:pt x="6" y="4"/>
                </a:lnTo>
                <a:lnTo>
                  <a:pt x="4" y="5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6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  <a:lnTo>
                  <a:pt x="6" y="1"/>
                </a:lnTo>
                <a:lnTo>
                  <a:pt x="7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67" name=""/>
          <p:cNvSpPr/>
          <p:nvPr/>
        </p:nvSpPr>
        <p:spPr>
          <a:xfrm>
            <a:off x="6953040" y="2047320"/>
            <a:ext cx="7200" cy="10080"/>
          </a:xfrm>
          <a:custGeom>
            <a:avLst/>
            <a:gdLst/>
            <a:ahLst/>
            <a:rect l="0" t="0" r="r" b="b"/>
            <a:pathLst>
              <a:path fill="none" w="20" h="28">
                <a:moveTo>
                  <a:pt x="8" y="3"/>
                </a:moveTo>
                <a:lnTo>
                  <a:pt x="9" y="4"/>
                </a:lnTo>
                <a:lnTo>
                  <a:pt x="9" y="5"/>
                </a:lnTo>
                <a:lnTo>
                  <a:pt x="10" y="5"/>
                </a:lnTo>
                <a:lnTo>
                  <a:pt x="11" y="5"/>
                </a:lnTo>
                <a:lnTo>
                  <a:pt x="11" y="4"/>
                </a:lnTo>
                <a:lnTo>
                  <a:pt x="12" y="4"/>
                </a:lnTo>
                <a:lnTo>
                  <a:pt x="13" y="5"/>
                </a:lnTo>
                <a:lnTo>
                  <a:pt x="14" y="6"/>
                </a:lnTo>
                <a:lnTo>
                  <a:pt x="15" y="6"/>
                </a:lnTo>
                <a:lnTo>
                  <a:pt x="15" y="7"/>
                </a:lnTo>
                <a:lnTo>
                  <a:pt x="14" y="7"/>
                </a:lnTo>
                <a:lnTo>
                  <a:pt x="14" y="8"/>
                </a:lnTo>
                <a:lnTo>
                  <a:pt x="13" y="8"/>
                </a:lnTo>
                <a:lnTo>
                  <a:pt x="14" y="9"/>
                </a:lnTo>
                <a:lnTo>
                  <a:pt x="15" y="10"/>
                </a:lnTo>
                <a:lnTo>
                  <a:pt x="16" y="10"/>
                </a:lnTo>
                <a:lnTo>
                  <a:pt x="17" y="10"/>
                </a:lnTo>
                <a:lnTo>
                  <a:pt x="18" y="10"/>
                </a:lnTo>
                <a:lnTo>
                  <a:pt x="20" y="10"/>
                </a:lnTo>
                <a:lnTo>
                  <a:pt x="18" y="12"/>
                </a:lnTo>
                <a:lnTo>
                  <a:pt x="17" y="12"/>
                </a:lnTo>
                <a:lnTo>
                  <a:pt x="17" y="13"/>
                </a:lnTo>
                <a:lnTo>
                  <a:pt x="16" y="13"/>
                </a:lnTo>
                <a:lnTo>
                  <a:pt x="16" y="12"/>
                </a:lnTo>
                <a:lnTo>
                  <a:pt x="15" y="11"/>
                </a:lnTo>
                <a:lnTo>
                  <a:pt x="14" y="11"/>
                </a:lnTo>
                <a:lnTo>
                  <a:pt x="13" y="12"/>
                </a:lnTo>
                <a:lnTo>
                  <a:pt x="12" y="12"/>
                </a:lnTo>
                <a:lnTo>
                  <a:pt x="12" y="13"/>
                </a:lnTo>
                <a:lnTo>
                  <a:pt x="12" y="14"/>
                </a:lnTo>
                <a:lnTo>
                  <a:pt x="12" y="15"/>
                </a:lnTo>
                <a:lnTo>
                  <a:pt x="12" y="16"/>
                </a:lnTo>
                <a:lnTo>
                  <a:pt x="12" y="17"/>
                </a:lnTo>
                <a:lnTo>
                  <a:pt x="13" y="17"/>
                </a:lnTo>
                <a:lnTo>
                  <a:pt x="14" y="18"/>
                </a:lnTo>
                <a:lnTo>
                  <a:pt x="13" y="18"/>
                </a:lnTo>
                <a:lnTo>
                  <a:pt x="13" y="19"/>
                </a:lnTo>
                <a:lnTo>
                  <a:pt x="14" y="19"/>
                </a:lnTo>
                <a:lnTo>
                  <a:pt x="15" y="18"/>
                </a:lnTo>
                <a:lnTo>
                  <a:pt x="16" y="19"/>
                </a:lnTo>
                <a:lnTo>
                  <a:pt x="16" y="18"/>
                </a:lnTo>
                <a:lnTo>
                  <a:pt x="17" y="18"/>
                </a:lnTo>
                <a:lnTo>
                  <a:pt x="17" y="19"/>
                </a:lnTo>
                <a:lnTo>
                  <a:pt x="16" y="20"/>
                </a:lnTo>
                <a:lnTo>
                  <a:pt x="16" y="21"/>
                </a:lnTo>
                <a:lnTo>
                  <a:pt x="15" y="21"/>
                </a:lnTo>
                <a:lnTo>
                  <a:pt x="15" y="20"/>
                </a:lnTo>
                <a:lnTo>
                  <a:pt x="14" y="19"/>
                </a:lnTo>
                <a:lnTo>
                  <a:pt x="13" y="20"/>
                </a:lnTo>
                <a:lnTo>
                  <a:pt x="12" y="20"/>
                </a:lnTo>
                <a:lnTo>
                  <a:pt x="11" y="21"/>
                </a:lnTo>
                <a:lnTo>
                  <a:pt x="10" y="21"/>
                </a:lnTo>
                <a:lnTo>
                  <a:pt x="9" y="22"/>
                </a:lnTo>
                <a:lnTo>
                  <a:pt x="8" y="23"/>
                </a:lnTo>
                <a:lnTo>
                  <a:pt x="7" y="25"/>
                </a:lnTo>
                <a:lnTo>
                  <a:pt x="7" y="26"/>
                </a:lnTo>
                <a:lnTo>
                  <a:pt x="8" y="27"/>
                </a:lnTo>
                <a:lnTo>
                  <a:pt x="8" y="26"/>
                </a:lnTo>
                <a:lnTo>
                  <a:pt x="9" y="26"/>
                </a:lnTo>
                <a:lnTo>
                  <a:pt x="9" y="27"/>
                </a:lnTo>
                <a:lnTo>
                  <a:pt x="9" y="28"/>
                </a:lnTo>
                <a:lnTo>
                  <a:pt x="8" y="28"/>
                </a:lnTo>
                <a:lnTo>
                  <a:pt x="7" y="27"/>
                </a:lnTo>
                <a:lnTo>
                  <a:pt x="6" y="27"/>
                </a:lnTo>
                <a:lnTo>
                  <a:pt x="5" y="26"/>
                </a:lnTo>
                <a:lnTo>
                  <a:pt x="4" y="26"/>
                </a:lnTo>
                <a:lnTo>
                  <a:pt x="4" y="25"/>
                </a:lnTo>
                <a:lnTo>
                  <a:pt x="3" y="25"/>
                </a:lnTo>
                <a:lnTo>
                  <a:pt x="3" y="23"/>
                </a:lnTo>
                <a:lnTo>
                  <a:pt x="2" y="23"/>
                </a:lnTo>
                <a:lnTo>
                  <a:pt x="2" y="22"/>
                </a:lnTo>
                <a:lnTo>
                  <a:pt x="3" y="22"/>
                </a:lnTo>
                <a:lnTo>
                  <a:pt x="2" y="21"/>
                </a:lnTo>
                <a:lnTo>
                  <a:pt x="2" y="22"/>
                </a:lnTo>
                <a:lnTo>
                  <a:pt x="2" y="23"/>
                </a:lnTo>
                <a:lnTo>
                  <a:pt x="1" y="23"/>
                </a:lnTo>
                <a:lnTo>
                  <a:pt x="1" y="22"/>
                </a:lnTo>
                <a:lnTo>
                  <a:pt x="0" y="22"/>
                </a:lnTo>
                <a:lnTo>
                  <a:pt x="0" y="21"/>
                </a:lnTo>
                <a:lnTo>
                  <a:pt x="0" y="22"/>
                </a:lnTo>
                <a:lnTo>
                  <a:pt x="1" y="22"/>
                </a:lnTo>
                <a:lnTo>
                  <a:pt x="1" y="21"/>
                </a:lnTo>
                <a:lnTo>
                  <a:pt x="1" y="20"/>
                </a:lnTo>
                <a:lnTo>
                  <a:pt x="2" y="20"/>
                </a:lnTo>
                <a:lnTo>
                  <a:pt x="2" y="19"/>
                </a:lnTo>
                <a:lnTo>
                  <a:pt x="1" y="19"/>
                </a:lnTo>
                <a:lnTo>
                  <a:pt x="2" y="19"/>
                </a:lnTo>
                <a:lnTo>
                  <a:pt x="1" y="19"/>
                </a:lnTo>
                <a:lnTo>
                  <a:pt x="1" y="20"/>
                </a:lnTo>
                <a:lnTo>
                  <a:pt x="0" y="20"/>
                </a:lnTo>
                <a:lnTo>
                  <a:pt x="0" y="19"/>
                </a:lnTo>
                <a:lnTo>
                  <a:pt x="0" y="18"/>
                </a:lnTo>
                <a:lnTo>
                  <a:pt x="1" y="18"/>
                </a:lnTo>
                <a:lnTo>
                  <a:pt x="1" y="17"/>
                </a:lnTo>
                <a:lnTo>
                  <a:pt x="0" y="17"/>
                </a:lnTo>
                <a:lnTo>
                  <a:pt x="1" y="16"/>
                </a:lnTo>
                <a:lnTo>
                  <a:pt x="2" y="16"/>
                </a:lnTo>
                <a:lnTo>
                  <a:pt x="2" y="15"/>
                </a:lnTo>
                <a:lnTo>
                  <a:pt x="3" y="15"/>
                </a:lnTo>
                <a:lnTo>
                  <a:pt x="3" y="16"/>
                </a:lnTo>
                <a:lnTo>
                  <a:pt x="4" y="15"/>
                </a:lnTo>
                <a:lnTo>
                  <a:pt x="5" y="16"/>
                </a:lnTo>
                <a:lnTo>
                  <a:pt x="6" y="16"/>
                </a:lnTo>
                <a:lnTo>
                  <a:pt x="6" y="15"/>
                </a:lnTo>
                <a:lnTo>
                  <a:pt x="5" y="15"/>
                </a:lnTo>
                <a:lnTo>
                  <a:pt x="4" y="15"/>
                </a:lnTo>
                <a:lnTo>
                  <a:pt x="3" y="14"/>
                </a:lnTo>
                <a:lnTo>
                  <a:pt x="4" y="13"/>
                </a:lnTo>
                <a:lnTo>
                  <a:pt x="4" y="11"/>
                </a:lnTo>
                <a:lnTo>
                  <a:pt x="3" y="11"/>
                </a:lnTo>
                <a:lnTo>
                  <a:pt x="3" y="10"/>
                </a:lnTo>
                <a:lnTo>
                  <a:pt x="3" y="9"/>
                </a:lnTo>
                <a:lnTo>
                  <a:pt x="2" y="8"/>
                </a:lnTo>
                <a:lnTo>
                  <a:pt x="1" y="8"/>
                </a:lnTo>
                <a:lnTo>
                  <a:pt x="1" y="7"/>
                </a:lnTo>
                <a:lnTo>
                  <a:pt x="1" y="6"/>
                </a:lnTo>
                <a:lnTo>
                  <a:pt x="2" y="6"/>
                </a:lnTo>
                <a:lnTo>
                  <a:pt x="2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7" y="3"/>
                </a:lnTo>
                <a:lnTo>
                  <a:pt x="6" y="3"/>
                </a:lnTo>
                <a:lnTo>
                  <a:pt x="6" y="2"/>
                </a:lnTo>
                <a:lnTo>
                  <a:pt x="7" y="2"/>
                </a:lnTo>
                <a:lnTo>
                  <a:pt x="8" y="0"/>
                </a:lnTo>
                <a:lnTo>
                  <a:pt x="10" y="0"/>
                </a:lnTo>
                <a:lnTo>
                  <a:pt x="9" y="1"/>
                </a:lnTo>
                <a:lnTo>
                  <a:pt x="9" y="2"/>
                </a:lnTo>
                <a:lnTo>
                  <a:pt x="8" y="2"/>
                </a:lnTo>
                <a:lnTo>
                  <a:pt x="8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68" name=""/>
          <p:cNvSpPr/>
          <p:nvPr/>
        </p:nvSpPr>
        <p:spPr>
          <a:xfrm>
            <a:off x="6951600" y="20466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69" name=""/>
          <p:cNvSpPr/>
          <p:nvPr/>
        </p:nvSpPr>
        <p:spPr>
          <a:xfrm>
            <a:off x="6952680" y="20433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70" name=""/>
          <p:cNvSpPr/>
          <p:nvPr/>
        </p:nvSpPr>
        <p:spPr>
          <a:xfrm>
            <a:off x="6962400" y="20358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1"/>
                </a:moveTo>
                <a:lnTo>
                  <a:pt x="3" y="1"/>
                </a:lnTo>
                <a:lnTo>
                  <a:pt x="2" y="3"/>
                </a:lnTo>
                <a:lnTo>
                  <a:pt x="0" y="4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71" name=""/>
          <p:cNvSpPr/>
          <p:nvPr/>
        </p:nvSpPr>
        <p:spPr>
          <a:xfrm>
            <a:off x="6960960" y="203580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2" y="2"/>
                </a:move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3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72" name=""/>
          <p:cNvSpPr/>
          <p:nvPr/>
        </p:nvSpPr>
        <p:spPr>
          <a:xfrm>
            <a:off x="6951600" y="2030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73" name=""/>
          <p:cNvSpPr/>
          <p:nvPr/>
        </p:nvSpPr>
        <p:spPr>
          <a:xfrm>
            <a:off x="6948720" y="2030040"/>
            <a:ext cx="3960" cy="3240"/>
          </a:xfrm>
          <a:custGeom>
            <a:avLst/>
            <a:gdLst/>
            <a:ahLst/>
            <a:rect l="0" t="0" r="r" b="b"/>
            <a:pathLst>
              <a:path fill="none" w="11" h="9">
                <a:moveTo>
                  <a:pt x="6" y="1"/>
                </a:move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9" y="3"/>
                </a:lnTo>
                <a:lnTo>
                  <a:pt x="10" y="4"/>
                </a:lnTo>
                <a:lnTo>
                  <a:pt x="11" y="4"/>
                </a:lnTo>
                <a:lnTo>
                  <a:pt x="11" y="6"/>
                </a:lnTo>
                <a:lnTo>
                  <a:pt x="10" y="8"/>
                </a:lnTo>
                <a:lnTo>
                  <a:pt x="8" y="8"/>
                </a:lnTo>
                <a:lnTo>
                  <a:pt x="7" y="8"/>
                </a:lnTo>
                <a:lnTo>
                  <a:pt x="6" y="8"/>
                </a:lnTo>
                <a:lnTo>
                  <a:pt x="5" y="8"/>
                </a:lnTo>
                <a:lnTo>
                  <a:pt x="4" y="8"/>
                </a:lnTo>
                <a:lnTo>
                  <a:pt x="4" y="9"/>
                </a:lnTo>
                <a:lnTo>
                  <a:pt x="2" y="9"/>
                </a:lnTo>
                <a:lnTo>
                  <a:pt x="2" y="8"/>
                </a:lnTo>
                <a:lnTo>
                  <a:pt x="1" y="8"/>
                </a:lnTo>
                <a:lnTo>
                  <a:pt x="1" y="6"/>
                </a:lnTo>
                <a:lnTo>
                  <a:pt x="1" y="5"/>
                </a:lnTo>
                <a:lnTo>
                  <a:pt x="0" y="5"/>
                </a:lnTo>
                <a:lnTo>
                  <a:pt x="1" y="3"/>
                </a:lnTo>
                <a:lnTo>
                  <a:pt x="2" y="1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74" name=""/>
          <p:cNvSpPr/>
          <p:nvPr/>
        </p:nvSpPr>
        <p:spPr>
          <a:xfrm>
            <a:off x="6952320" y="20296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4"/>
                </a:moveTo>
                <a:lnTo>
                  <a:pt x="3" y="3"/>
                </a:lnTo>
                <a:lnTo>
                  <a:pt x="2" y="3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3" y="3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75" name=""/>
          <p:cNvSpPr/>
          <p:nvPr/>
        </p:nvSpPr>
        <p:spPr>
          <a:xfrm>
            <a:off x="6950520" y="202860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5" y="1"/>
                </a:moveTo>
                <a:lnTo>
                  <a:pt x="6" y="1"/>
                </a:lnTo>
                <a:lnTo>
                  <a:pt x="8" y="1"/>
                </a:lnTo>
                <a:lnTo>
                  <a:pt x="8" y="2"/>
                </a:lnTo>
                <a:lnTo>
                  <a:pt x="6" y="2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76" name=""/>
          <p:cNvSpPr/>
          <p:nvPr/>
        </p:nvSpPr>
        <p:spPr>
          <a:xfrm>
            <a:off x="6960600" y="202860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2" y="0"/>
                </a:moveTo>
                <a:lnTo>
                  <a:pt x="1" y="2"/>
                </a:lnTo>
                <a:lnTo>
                  <a:pt x="2" y="2"/>
                </a:lnTo>
                <a:lnTo>
                  <a:pt x="4" y="2"/>
                </a:lnTo>
                <a:lnTo>
                  <a:pt x="4" y="3"/>
                </a:lnTo>
                <a:lnTo>
                  <a:pt x="4" y="2"/>
                </a:lnTo>
                <a:lnTo>
                  <a:pt x="5" y="2"/>
                </a:lnTo>
                <a:lnTo>
                  <a:pt x="5" y="0"/>
                </a:lnTo>
                <a:lnTo>
                  <a:pt x="6" y="0"/>
                </a:lnTo>
                <a:lnTo>
                  <a:pt x="6" y="2"/>
                </a:lnTo>
                <a:lnTo>
                  <a:pt x="5" y="3"/>
                </a:lnTo>
                <a:lnTo>
                  <a:pt x="4" y="4"/>
                </a:lnTo>
                <a:lnTo>
                  <a:pt x="2" y="4"/>
                </a:lnTo>
                <a:lnTo>
                  <a:pt x="2" y="6"/>
                </a:lnTo>
                <a:lnTo>
                  <a:pt x="1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77" name=""/>
          <p:cNvSpPr/>
          <p:nvPr/>
        </p:nvSpPr>
        <p:spPr>
          <a:xfrm>
            <a:off x="6962400" y="202608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4" y="0"/>
                </a:move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lnTo>
                  <a:pt x="5" y="3"/>
                </a:lnTo>
                <a:lnTo>
                  <a:pt x="4" y="3"/>
                </a:lnTo>
                <a:lnTo>
                  <a:pt x="3" y="4"/>
                </a:lnTo>
                <a:lnTo>
                  <a:pt x="3" y="3"/>
                </a:lnTo>
                <a:lnTo>
                  <a:pt x="1" y="4"/>
                </a:lnTo>
                <a:lnTo>
                  <a:pt x="1" y="5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1" y="3"/>
                </a:lnTo>
                <a:lnTo>
                  <a:pt x="3" y="3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78" name=""/>
          <p:cNvSpPr/>
          <p:nvPr/>
        </p:nvSpPr>
        <p:spPr>
          <a:xfrm>
            <a:off x="6963480" y="2025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79" name=""/>
          <p:cNvSpPr/>
          <p:nvPr/>
        </p:nvSpPr>
        <p:spPr>
          <a:xfrm>
            <a:off x="6962760" y="20246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80" name=""/>
          <p:cNvSpPr/>
          <p:nvPr/>
        </p:nvSpPr>
        <p:spPr>
          <a:xfrm>
            <a:off x="7077600" y="20433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3" y="0"/>
                </a:move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81" name=""/>
          <p:cNvSpPr/>
          <p:nvPr/>
        </p:nvSpPr>
        <p:spPr>
          <a:xfrm>
            <a:off x="6959520" y="2019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82" name=""/>
          <p:cNvSpPr/>
          <p:nvPr/>
        </p:nvSpPr>
        <p:spPr>
          <a:xfrm>
            <a:off x="6960600" y="20192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83" name=""/>
          <p:cNvSpPr/>
          <p:nvPr/>
        </p:nvSpPr>
        <p:spPr>
          <a:xfrm>
            <a:off x="6978960" y="20206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1"/>
                </a:moveTo>
                <a:lnTo>
                  <a:pt x="1" y="3"/>
                </a:lnTo>
                <a:lnTo>
                  <a:pt x="3" y="3"/>
                </a:lnTo>
                <a:lnTo>
                  <a:pt x="3" y="1"/>
                </a:lnTo>
                <a:lnTo>
                  <a:pt x="4" y="3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84" name=""/>
          <p:cNvSpPr/>
          <p:nvPr/>
        </p:nvSpPr>
        <p:spPr>
          <a:xfrm>
            <a:off x="7083360" y="2037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85" name=""/>
          <p:cNvSpPr/>
          <p:nvPr/>
        </p:nvSpPr>
        <p:spPr>
          <a:xfrm>
            <a:off x="6967800" y="20167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86" name=""/>
          <p:cNvSpPr/>
          <p:nvPr/>
        </p:nvSpPr>
        <p:spPr>
          <a:xfrm>
            <a:off x="6964560" y="20156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4" y="2"/>
                </a:lnTo>
                <a:lnTo>
                  <a:pt x="4" y="3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lnTo>
                  <a:pt x="4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87" name=""/>
          <p:cNvSpPr/>
          <p:nvPr/>
        </p:nvSpPr>
        <p:spPr>
          <a:xfrm>
            <a:off x="6957000" y="20138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88" name=""/>
          <p:cNvSpPr/>
          <p:nvPr/>
        </p:nvSpPr>
        <p:spPr>
          <a:xfrm>
            <a:off x="6963480" y="20145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89" name=""/>
          <p:cNvSpPr/>
          <p:nvPr/>
        </p:nvSpPr>
        <p:spPr>
          <a:xfrm>
            <a:off x="6967800" y="20149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90" name=""/>
          <p:cNvSpPr/>
          <p:nvPr/>
        </p:nvSpPr>
        <p:spPr>
          <a:xfrm>
            <a:off x="6957000" y="2012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91" name=""/>
          <p:cNvSpPr/>
          <p:nvPr/>
        </p:nvSpPr>
        <p:spPr>
          <a:xfrm>
            <a:off x="6968160" y="20142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92" name=""/>
          <p:cNvSpPr/>
          <p:nvPr/>
        </p:nvSpPr>
        <p:spPr>
          <a:xfrm>
            <a:off x="6955560" y="201168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6" y="3"/>
                </a:moveTo>
                <a:lnTo>
                  <a:pt x="5" y="3"/>
                </a:lnTo>
                <a:lnTo>
                  <a:pt x="3" y="5"/>
                </a:lnTo>
                <a:lnTo>
                  <a:pt x="1" y="3"/>
                </a:lnTo>
                <a:lnTo>
                  <a:pt x="0" y="2"/>
                </a:lnTo>
                <a:lnTo>
                  <a:pt x="1" y="2"/>
                </a:lnTo>
                <a:lnTo>
                  <a:pt x="5" y="0"/>
                </a:lnTo>
                <a:lnTo>
                  <a:pt x="6" y="0"/>
                </a:lnTo>
                <a:lnTo>
                  <a:pt x="6" y="2"/>
                </a:lnTo>
                <a:lnTo>
                  <a:pt x="7" y="2"/>
                </a:lnTo>
                <a:lnTo>
                  <a:pt x="6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93" name=""/>
          <p:cNvSpPr/>
          <p:nvPr/>
        </p:nvSpPr>
        <p:spPr>
          <a:xfrm>
            <a:off x="6967440" y="2012400"/>
            <a:ext cx="1800" cy="2520"/>
          </a:xfrm>
          <a:custGeom>
            <a:avLst/>
            <a:gdLst/>
            <a:ahLst/>
            <a:rect l="0" t="0" r="r" b="b"/>
            <a:pathLst>
              <a:path fill="none" w="5" h="7">
                <a:moveTo>
                  <a:pt x="3" y="4"/>
                </a:moveTo>
                <a:lnTo>
                  <a:pt x="3" y="5"/>
                </a:lnTo>
                <a:lnTo>
                  <a:pt x="2" y="5"/>
                </a:lnTo>
                <a:lnTo>
                  <a:pt x="2" y="6"/>
                </a:lnTo>
                <a:lnTo>
                  <a:pt x="1" y="7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2" y="2"/>
                </a:lnTo>
                <a:lnTo>
                  <a:pt x="3" y="1"/>
                </a:lnTo>
                <a:lnTo>
                  <a:pt x="3" y="0"/>
                </a:lnTo>
                <a:lnTo>
                  <a:pt x="5" y="1"/>
                </a:lnTo>
                <a:lnTo>
                  <a:pt x="5" y="2"/>
                </a:lnTo>
                <a:lnTo>
                  <a:pt x="5" y="4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94" name=""/>
          <p:cNvSpPr/>
          <p:nvPr/>
        </p:nvSpPr>
        <p:spPr>
          <a:xfrm>
            <a:off x="6960600" y="20109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95" name=""/>
          <p:cNvSpPr/>
          <p:nvPr/>
        </p:nvSpPr>
        <p:spPr>
          <a:xfrm>
            <a:off x="6952320" y="2009880"/>
            <a:ext cx="3600" cy="1800"/>
          </a:xfrm>
          <a:custGeom>
            <a:avLst/>
            <a:gdLst/>
            <a:ahLst/>
            <a:rect l="0" t="0" r="r" b="b"/>
            <a:pathLst>
              <a:path fill="none" w="10" h="5">
                <a:moveTo>
                  <a:pt x="10" y="2"/>
                </a:moveTo>
                <a:lnTo>
                  <a:pt x="9" y="2"/>
                </a:lnTo>
                <a:lnTo>
                  <a:pt x="8" y="2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5" y="1"/>
                </a:lnTo>
                <a:lnTo>
                  <a:pt x="6" y="1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1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96" name=""/>
          <p:cNvSpPr/>
          <p:nvPr/>
        </p:nvSpPr>
        <p:spPr>
          <a:xfrm>
            <a:off x="6957000" y="20095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97" name=""/>
          <p:cNvSpPr/>
          <p:nvPr/>
        </p:nvSpPr>
        <p:spPr>
          <a:xfrm>
            <a:off x="6956280" y="20095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98" name=""/>
          <p:cNvSpPr/>
          <p:nvPr/>
        </p:nvSpPr>
        <p:spPr>
          <a:xfrm>
            <a:off x="6951600" y="20080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2"/>
                </a:moveTo>
                <a:lnTo>
                  <a:pt x="2" y="2"/>
                </a:lnTo>
                <a:lnTo>
                  <a:pt x="1" y="2"/>
                </a:lnTo>
                <a:lnTo>
                  <a:pt x="2" y="2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99" name=""/>
          <p:cNvSpPr/>
          <p:nvPr/>
        </p:nvSpPr>
        <p:spPr>
          <a:xfrm>
            <a:off x="6960240" y="200916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5" y="0"/>
                </a:move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5" y="6"/>
                </a:ln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00" name=""/>
          <p:cNvSpPr/>
          <p:nvPr/>
        </p:nvSpPr>
        <p:spPr>
          <a:xfrm>
            <a:off x="6951600" y="20073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01" name=""/>
          <p:cNvSpPr/>
          <p:nvPr/>
        </p:nvSpPr>
        <p:spPr>
          <a:xfrm>
            <a:off x="6975000" y="20109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02" name=""/>
          <p:cNvSpPr/>
          <p:nvPr/>
        </p:nvSpPr>
        <p:spPr>
          <a:xfrm>
            <a:off x="6973920" y="2010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03" name=""/>
          <p:cNvSpPr/>
          <p:nvPr/>
        </p:nvSpPr>
        <p:spPr>
          <a:xfrm>
            <a:off x="6951960" y="2007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04" name=""/>
          <p:cNvSpPr/>
          <p:nvPr/>
        </p:nvSpPr>
        <p:spPr>
          <a:xfrm>
            <a:off x="6967440" y="20091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05" name=""/>
          <p:cNvSpPr/>
          <p:nvPr/>
        </p:nvSpPr>
        <p:spPr>
          <a:xfrm>
            <a:off x="6949800" y="20062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4" y="1"/>
                </a:lnTo>
                <a:lnTo>
                  <a:pt x="3" y="1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06" name=""/>
          <p:cNvSpPr/>
          <p:nvPr/>
        </p:nvSpPr>
        <p:spPr>
          <a:xfrm>
            <a:off x="6975720" y="2009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07" name=""/>
          <p:cNvSpPr/>
          <p:nvPr/>
        </p:nvSpPr>
        <p:spPr>
          <a:xfrm>
            <a:off x="6974640" y="20088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08" name=""/>
          <p:cNvSpPr/>
          <p:nvPr/>
        </p:nvSpPr>
        <p:spPr>
          <a:xfrm>
            <a:off x="6967800" y="200520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2" y="1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09" name=""/>
          <p:cNvSpPr/>
          <p:nvPr/>
        </p:nvSpPr>
        <p:spPr>
          <a:xfrm>
            <a:off x="6967080" y="20041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10" name=""/>
          <p:cNvSpPr/>
          <p:nvPr/>
        </p:nvSpPr>
        <p:spPr>
          <a:xfrm>
            <a:off x="6970320" y="20023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11" name=""/>
          <p:cNvSpPr/>
          <p:nvPr/>
        </p:nvSpPr>
        <p:spPr>
          <a:xfrm>
            <a:off x="6971400" y="20005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0"/>
                </a:moveTo>
                <a:lnTo>
                  <a:pt x="2" y="1"/>
                </a:lnTo>
                <a:lnTo>
                  <a:pt x="4" y="1"/>
                </a:lnTo>
                <a:lnTo>
                  <a:pt x="2" y="1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12" name=""/>
          <p:cNvSpPr/>
          <p:nvPr/>
        </p:nvSpPr>
        <p:spPr>
          <a:xfrm>
            <a:off x="6972840" y="20001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4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13" name=""/>
          <p:cNvSpPr/>
          <p:nvPr/>
        </p:nvSpPr>
        <p:spPr>
          <a:xfrm>
            <a:off x="6975720" y="1999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14" name=""/>
          <p:cNvSpPr/>
          <p:nvPr/>
        </p:nvSpPr>
        <p:spPr>
          <a:xfrm>
            <a:off x="6973920" y="199908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3" y="2"/>
                </a:moveTo>
                <a:lnTo>
                  <a:pt x="4" y="2"/>
                </a:lnTo>
                <a:lnTo>
                  <a:pt x="6" y="3"/>
                </a:lnTo>
                <a:lnTo>
                  <a:pt x="6" y="4"/>
                </a:lnTo>
                <a:lnTo>
                  <a:pt x="6" y="5"/>
                </a:lnTo>
                <a:lnTo>
                  <a:pt x="7" y="5"/>
                </a:lnTo>
                <a:lnTo>
                  <a:pt x="6" y="5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15" name=""/>
          <p:cNvSpPr/>
          <p:nvPr/>
        </p:nvSpPr>
        <p:spPr>
          <a:xfrm>
            <a:off x="6986520" y="19983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2" y="0"/>
                </a:lnTo>
                <a:lnTo>
                  <a:pt x="0" y="2"/>
                </a:ln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16" name=""/>
          <p:cNvSpPr/>
          <p:nvPr/>
        </p:nvSpPr>
        <p:spPr>
          <a:xfrm>
            <a:off x="6986160" y="19976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17" name=""/>
          <p:cNvSpPr/>
          <p:nvPr/>
        </p:nvSpPr>
        <p:spPr>
          <a:xfrm>
            <a:off x="6976440" y="19940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18" name=""/>
          <p:cNvSpPr/>
          <p:nvPr/>
        </p:nvSpPr>
        <p:spPr>
          <a:xfrm>
            <a:off x="6978600" y="19918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3"/>
                </a:moveTo>
                <a:lnTo>
                  <a:pt x="4" y="4"/>
                </a:lnTo>
                <a:lnTo>
                  <a:pt x="4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19" name=""/>
          <p:cNvSpPr/>
          <p:nvPr/>
        </p:nvSpPr>
        <p:spPr>
          <a:xfrm>
            <a:off x="6980040" y="19911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1" y="2"/>
                </a:moveTo>
                <a:lnTo>
                  <a:pt x="1" y="4"/>
                </a:lnTo>
                <a:lnTo>
                  <a:pt x="3" y="4"/>
                </a:lnTo>
                <a:lnTo>
                  <a:pt x="3" y="5"/>
                </a:lnTo>
                <a:lnTo>
                  <a:pt x="1" y="5"/>
                </a:lnTo>
                <a:lnTo>
                  <a:pt x="0" y="4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20" name=""/>
          <p:cNvSpPr/>
          <p:nvPr/>
        </p:nvSpPr>
        <p:spPr>
          <a:xfrm>
            <a:off x="6972480" y="1989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21" name=""/>
          <p:cNvSpPr/>
          <p:nvPr/>
        </p:nvSpPr>
        <p:spPr>
          <a:xfrm>
            <a:off x="6981480" y="1989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22" name=""/>
          <p:cNvSpPr/>
          <p:nvPr/>
        </p:nvSpPr>
        <p:spPr>
          <a:xfrm>
            <a:off x="6982560" y="19850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23" name=""/>
          <p:cNvSpPr/>
          <p:nvPr/>
        </p:nvSpPr>
        <p:spPr>
          <a:xfrm>
            <a:off x="6998400" y="1982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24" name=""/>
          <p:cNvSpPr/>
          <p:nvPr/>
        </p:nvSpPr>
        <p:spPr>
          <a:xfrm>
            <a:off x="6999480" y="1980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25" name=""/>
          <p:cNvSpPr/>
          <p:nvPr/>
        </p:nvSpPr>
        <p:spPr>
          <a:xfrm>
            <a:off x="6999840" y="19807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26" name=""/>
          <p:cNvSpPr/>
          <p:nvPr/>
        </p:nvSpPr>
        <p:spPr>
          <a:xfrm>
            <a:off x="6997320" y="1980360"/>
            <a:ext cx="2880" cy="1440"/>
          </a:xfrm>
          <a:custGeom>
            <a:avLst/>
            <a:gdLst/>
            <a:ahLst/>
            <a:rect l="0" t="0" r="r" b="b"/>
            <a:pathLst>
              <a:path fill="none" w="8" h="4">
                <a:moveTo>
                  <a:pt x="3" y="0"/>
                </a:moveTo>
                <a:lnTo>
                  <a:pt x="4" y="0"/>
                </a:lnTo>
                <a:lnTo>
                  <a:pt x="5" y="1"/>
                </a:lnTo>
                <a:lnTo>
                  <a:pt x="6" y="2"/>
                </a:lnTo>
                <a:lnTo>
                  <a:pt x="8" y="4"/>
                </a:lnTo>
                <a:lnTo>
                  <a:pt x="6" y="4"/>
                </a:lnTo>
                <a:lnTo>
                  <a:pt x="8" y="4"/>
                </a:lnTo>
                <a:lnTo>
                  <a:pt x="6" y="4"/>
                </a:lnTo>
                <a:lnTo>
                  <a:pt x="5" y="2"/>
                </a:lnTo>
                <a:lnTo>
                  <a:pt x="5" y="4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  <a:lnTo>
                  <a:pt x="3" y="1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27" name=""/>
          <p:cNvSpPr/>
          <p:nvPr/>
        </p:nvSpPr>
        <p:spPr>
          <a:xfrm>
            <a:off x="6998760" y="19800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28" name=""/>
          <p:cNvSpPr/>
          <p:nvPr/>
        </p:nvSpPr>
        <p:spPr>
          <a:xfrm>
            <a:off x="6990120" y="19742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29" name=""/>
          <p:cNvSpPr/>
          <p:nvPr/>
        </p:nvSpPr>
        <p:spPr>
          <a:xfrm>
            <a:off x="7003080" y="1975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30" name=""/>
          <p:cNvSpPr/>
          <p:nvPr/>
        </p:nvSpPr>
        <p:spPr>
          <a:xfrm>
            <a:off x="7002360" y="19753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31" name=""/>
          <p:cNvSpPr/>
          <p:nvPr/>
        </p:nvSpPr>
        <p:spPr>
          <a:xfrm>
            <a:off x="7001280" y="1974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32" name=""/>
          <p:cNvSpPr/>
          <p:nvPr/>
        </p:nvSpPr>
        <p:spPr>
          <a:xfrm>
            <a:off x="6990480" y="19728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33" name=""/>
          <p:cNvSpPr/>
          <p:nvPr/>
        </p:nvSpPr>
        <p:spPr>
          <a:xfrm>
            <a:off x="7002360" y="19746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4"/>
                </a:move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34" name=""/>
          <p:cNvSpPr/>
          <p:nvPr/>
        </p:nvSpPr>
        <p:spPr>
          <a:xfrm>
            <a:off x="6994800" y="19731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1"/>
                </a:moveTo>
                <a:lnTo>
                  <a:pt x="4" y="3"/>
                </a:lnTo>
                <a:lnTo>
                  <a:pt x="2" y="4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35" name=""/>
          <p:cNvSpPr/>
          <p:nvPr/>
        </p:nvSpPr>
        <p:spPr>
          <a:xfrm>
            <a:off x="6989760" y="1972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36" name=""/>
          <p:cNvSpPr/>
          <p:nvPr/>
        </p:nvSpPr>
        <p:spPr>
          <a:xfrm>
            <a:off x="6992640" y="1972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37" name=""/>
          <p:cNvSpPr/>
          <p:nvPr/>
        </p:nvSpPr>
        <p:spPr>
          <a:xfrm>
            <a:off x="6992280" y="1971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38" name=""/>
          <p:cNvSpPr/>
          <p:nvPr/>
        </p:nvSpPr>
        <p:spPr>
          <a:xfrm>
            <a:off x="7000560" y="1969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39" name=""/>
          <p:cNvSpPr/>
          <p:nvPr/>
        </p:nvSpPr>
        <p:spPr>
          <a:xfrm>
            <a:off x="7000200" y="19699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40" name=""/>
          <p:cNvSpPr/>
          <p:nvPr/>
        </p:nvSpPr>
        <p:spPr>
          <a:xfrm>
            <a:off x="7000200" y="19695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41" name=""/>
          <p:cNvSpPr/>
          <p:nvPr/>
        </p:nvSpPr>
        <p:spPr>
          <a:xfrm>
            <a:off x="6998400" y="19688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42" name=""/>
          <p:cNvSpPr/>
          <p:nvPr/>
        </p:nvSpPr>
        <p:spPr>
          <a:xfrm>
            <a:off x="7000200" y="19677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4"/>
                </a:move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43" name=""/>
          <p:cNvSpPr/>
          <p:nvPr/>
        </p:nvSpPr>
        <p:spPr>
          <a:xfrm>
            <a:off x="7002720" y="19677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44" name=""/>
          <p:cNvSpPr/>
          <p:nvPr/>
        </p:nvSpPr>
        <p:spPr>
          <a:xfrm>
            <a:off x="6996600" y="196560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4" y="1"/>
                </a:moveTo>
                <a:lnTo>
                  <a:pt x="4" y="3"/>
                </a:lnTo>
                <a:lnTo>
                  <a:pt x="5" y="3"/>
                </a:lnTo>
                <a:lnTo>
                  <a:pt x="6" y="3"/>
                </a:lnTo>
                <a:lnTo>
                  <a:pt x="7" y="1"/>
                </a:lnTo>
                <a:lnTo>
                  <a:pt x="6" y="4"/>
                </a:lnTo>
                <a:lnTo>
                  <a:pt x="5" y="4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45" name=""/>
          <p:cNvSpPr/>
          <p:nvPr/>
        </p:nvSpPr>
        <p:spPr>
          <a:xfrm>
            <a:off x="6998760" y="1966320"/>
            <a:ext cx="3960" cy="2160"/>
          </a:xfrm>
          <a:custGeom>
            <a:avLst/>
            <a:gdLst/>
            <a:ahLst/>
            <a:rect l="0" t="0" r="r" b="b"/>
            <a:pathLst>
              <a:path fill="none" w="11" h="6">
                <a:moveTo>
                  <a:pt x="10" y="0"/>
                </a:moveTo>
                <a:lnTo>
                  <a:pt x="11" y="1"/>
                </a:lnTo>
                <a:lnTo>
                  <a:pt x="11" y="2"/>
                </a:lnTo>
                <a:lnTo>
                  <a:pt x="10" y="2"/>
                </a:lnTo>
                <a:lnTo>
                  <a:pt x="9" y="2"/>
                </a:lnTo>
                <a:lnTo>
                  <a:pt x="9" y="3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8" y="5"/>
                </a:lnTo>
                <a:lnTo>
                  <a:pt x="7" y="5"/>
                </a:lnTo>
                <a:lnTo>
                  <a:pt x="6" y="6"/>
                </a:lnTo>
                <a:lnTo>
                  <a:pt x="5" y="6"/>
                </a:lnTo>
                <a:lnTo>
                  <a:pt x="3" y="6"/>
                </a:lnTo>
                <a:lnTo>
                  <a:pt x="2" y="5"/>
                </a:lnTo>
                <a:lnTo>
                  <a:pt x="2" y="6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0"/>
                </a:lnTo>
                <a:lnTo>
                  <a:pt x="9" y="0"/>
                </a:lnTo>
                <a:lnTo>
                  <a:pt x="10" y="1"/>
                </a:lnTo>
                <a:lnTo>
                  <a:pt x="1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46" name=""/>
          <p:cNvSpPr/>
          <p:nvPr/>
        </p:nvSpPr>
        <p:spPr>
          <a:xfrm>
            <a:off x="7000560" y="196596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47" name=""/>
          <p:cNvSpPr/>
          <p:nvPr/>
        </p:nvSpPr>
        <p:spPr>
          <a:xfrm>
            <a:off x="6999480" y="196452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3"/>
                </a:moveTo>
                <a:lnTo>
                  <a:pt x="4" y="3"/>
                </a:lnTo>
                <a:lnTo>
                  <a:pt x="4" y="4"/>
                </a:lnTo>
                <a:lnTo>
                  <a:pt x="4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48" name=""/>
          <p:cNvSpPr/>
          <p:nvPr/>
        </p:nvSpPr>
        <p:spPr>
          <a:xfrm>
            <a:off x="6999480" y="19641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49" name=""/>
          <p:cNvSpPr/>
          <p:nvPr/>
        </p:nvSpPr>
        <p:spPr>
          <a:xfrm>
            <a:off x="6997320" y="1961640"/>
            <a:ext cx="3600" cy="2520"/>
          </a:xfrm>
          <a:custGeom>
            <a:avLst/>
            <a:gdLst/>
            <a:ahLst/>
            <a:rect l="0" t="0" r="r" b="b"/>
            <a:pathLst>
              <a:path fill="none" w="10" h="7">
                <a:moveTo>
                  <a:pt x="9" y="3"/>
                </a:moveTo>
                <a:lnTo>
                  <a:pt x="10" y="3"/>
                </a:lnTo>
                <a:lnTo>
                  <a:pt x="10" y="4"/>
                </a:lnTo>
                <a:lnTo>
                  <a:pt x="9" y="4"/>
                </a:lnTo>
                <a:lnTo>
                  <a:pt x="9" y="5"/>
                </a:lnTo>
                <a:lnTo>
                  <a:pt x="8" y="5"/>
                </a:lnTo>
                <a:lnTo>
                  <a:pt x="6" y="5"/>
                </a:lnTo>
                <a:lnTo>
                  <a:pt x="6" y="7"/>
                </a:lnTo>
                <a:lnTo>
                  <a:pt x="6" y="5"/>
                </a:lnTo>
                <a:lnTo>
                  <a:pt x="5" y="5"/>
                </a:lnTo>
                <a:lnTo>
                  <a:pt x="5" y="7"/>
                </a:lnTo>
                <a:lnTo>
                  <a:pt x="4" y="7"/>
                </a:lnTo>
                <a:lnTo>
                  <a:pt x="4" y="5"/>
                </a:lnTo>
                <a:lnTo>
                  <a:pt x="3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2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8" y="0"/>
                </a:lnTo>
                <a:lnTo>
                  <a:pt x="8" y="2"/>
                </a:lnTo>
                <a:lnTo>
                  <a:pt x="9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50" name=""/>
          <p:cNvSpPr/>
          <p:nvPr/>
        </p:nvSpPr>
        <p:spPr>
          <a:xfrm>
            <a:off x="6997320" y="196092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4" y="0"/>
                </a:moveTo>
                <a:lnTo>
                  <a:pt x="5" y="0"/>
                </a:lnTo>
                <a:lnTo>
                  <a:pt x="5" y="1"/>
                </a:lnTo>
                <a:lnTo>
                  <a:pt x="4" y="1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51" name=""/>
          <p:cNvSpPr/>
          <p:nvPr/>
        </p:nvSpPr>
        <p:spPr>
          <a:xfrm>
            <a:off x="7001640" y="196128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5" y="1"/>
                </a:moveTo>
                <a:lnTo>
                  <a:pt x="4" y="1"/>
                </a:ln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lnTo>
                  <a:pt x="1" y="3"/>
                </a:lnTo>
                <a:lnTo>
                  <a:pt x="2" y="3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7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52" name=""/>
          <p:cNvSpPr/>
          <p:nvPr/>
        </p:nvSpPr>
        <p:spPr>
          <a:xfrm>
            <a:off x="7000560" y="196056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53" name=""/>
          <p:cNvSpPr/>
          <p:nvPr/>
        </p:nvSpPr>
        <p:spPr>
          <a:xfrm>
            <a:off x="7004160" y="19591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1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54" name=""/>
          <p:cNvSpPr/>
          <p:nvPr/>
        </p:nvSpPr>
        <p:spPr>
          <a:xfrm>
            <a:off x="7004880" y="19587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55" name=""/>
          <p:cNvSpPr/>
          <p:nvPr/>
        </p:nvSpPr>
        <p:spPr>
          <a:xfrm>
            <a:off x="7009200" y="1959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56" name=""/>
          <p:cNvSpPr/>
          <p:nvPr/>
        </p:nvSpPr>
        <p:spPr>
          <a:xfrm>
            <a:off x="7008840" y="19573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57" name=""/>
          <p:cNvSpPr/>
          <p:nvPr/>
        </p:nvSpPr>
        <p:spPr>
          <a:xfrm>
            <a:off x="7007040" y="195732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3" y="1"/>
                </a:moveTo>
                <a:lnTo>
                  <a:pt x="2" y="1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5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58" name=""/>
          <p:cNvSpPr/>
          <p:nvPr/>
        </p:nvSpPr>
        <p:spPr>
          <a:xfrm>
            <a:off x="7012080" y="19573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1"/>
                </a:moveTo>
                <a:lnTo>
                  <a:pt x="3" y="3"/>
                </a:lnTo>
                <a:lnTo>
                  <a:pt x="3" y="1"/>
                </a:lnTo>
                <a:lnTo>
                  <a:pt x="2" y="1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59" name=""/>
          <p:cNvSpPr/>
          <p:nvPr/>
        </p:nvSpPr>
        <p:spPr>
          <a:xfrm>
            <a:off x="7008480" y="1956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60" name=""/>
          <p:cNvSpPr/>
          <p:nvPr/>
        </p:nvSpPr>
        <p:spPr>
          <a:xfrm>
            <a:off x="7000560" y="19548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61" name=""/>
          <p:cNvSpPr/>
          <p:nvPr/>
        </p:nvSpPr>
        <p:spPr>
          <a:xfrm>
            <a:off x="7000920" y="19522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4"/>
                </a:moveTo>
                <a:lnTo>
                  <a:pt x="0" y="4"/>
                </a:lnTo>
                <a:lnTo>
                  <a:pt x="0" y="2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1"/>
                </a:lnTo>
                <a:lnTo>
                  <a:pt x="3" y="2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62" name=""/>
          <p:cNvSpPr/>
          <p:nvPr/>
        </p:nvSpPr>
        <p:spPr>
          <a:xfrm>
            <a:off x="7001280" y="1951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63" name=""/>
          <p:cNvSpPr/>
          <p:nvPr/>
        </p:nvSpPr>
        <p:spPr>
          <a:xfrm>
            <a:off x="7000200" y="1951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64" name=""/>
          <p:cNvSpPr/>
          <p:nvPr/>
        </p:nvSpPr>
        <p:spPr>
          <a:xfrm>
            <a:off x="7000920" y="19512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65" name=""/>
          <p:cNvSpPr/>
          <p:nvPr/>
        </p:nvSpPr>
        <p:spPr>
          <a:xfrm>
            <a:off x="7016400" y="19526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66" name=""/>
          <p:cNvSpPr/>
          <p:nvPr/>
        </p:nvSpPr>
        <p:spPr>
          <a:xfrm>
            <a:off x="7001640" y="1948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4"/>
                </a:move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4" y="3"/>
                </a:lnTo>
                <a:lnTo>
                  <a:pt x="3" y="4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67" name=""/>
          <p:cNvSpPr/>
          <p:nvPr/>
        </p:nvSpPr>
        <p:spPr>
          <a:xfrm>
            <a:off x="7017840" y="19504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68" name=""/>
          <p:cNvSpPr/>
          <p:nvPr/>
        </p:nvSpPr>
        <p:spPr>
          <a:xfrm>
            <a:off x="7002360" y="19479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1"/>
                </a:move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69" name=""/>
          <p:cNvSpPr/>
          <p:nvPr/>
        </p:nvSpPr>
        <p:spPr>
          <a:xfrm>
            <a:off x="7017120" y="1950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70" name=""/>
          <p:cNvSpPr/>
          <p:nvPr/>
        </p:nvSpPr>
        <p:spPr>
          <a:xfrm>
            <a:off x="7016760" y="1950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71" name=""/>
          <p:cNvSpPr/>
          <p:nvPr/>
        </p:nvSpPr>
        <p:spPr>
          <a:xfrm>
            <a:off x="7016760" y="19476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72" name=""/>
          <p:cNvSpPr/>
          <p:nvPr/>
        </p:nvSpPr>
        <p:spPr>
          <a:xfrm>
            <a:off x="7017840" y="1947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73" name=""/>
          <p:cNvSpPr/>
          <p:nvPr/>
        </p:nvSpPr>
        <p:spPr>
          <a:xfrm>
            <a:off x="7018200" y="1946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74" name=""/>
          <p:cNvSpPr/>
          <p:nvPr/>
        </p:nvSpPr>
        <p:spPr>
          <a:xfrm>
            <a:off x="7019280" y="19472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75" name=""/>
          <p:cNvSpPr/>
          <p:nvPr/>
        </p:nvSpPr>
        <p:spPr>
          <a:xfrm>
            <a:off x="7017480" y="19458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76" name=""/>
          <p:cNvSpPr/>
          <p:nvPr/>
        </p:nvSpPr>
        <p:spPr>
          <a:xfrm>
            <a:off x="7017840" y="19458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77" name=""/>
          <p:cNvSpPr/>
          <p:nvPr/>
        </p:nvSpPr>
        <p:spPr>
          <a:xfrm>
            <a:off x="7017120" y="19454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78" name=""/>
          <p:cNvSpPr/>
          <p:nvPr/>
        </p:nvSpPr>
        <p:spPr>
          <a:xfrm>
            <a:off x="7016760" y="194508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3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79" name=""/>
          <p:cNvSpPr/>
          <p:nvPr/>
        </p:nvSpPr>
        <p:spPr>
          <a:xfrm>
            <a:off x="7025400" y="1946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80" name=""/>
          <p:cNvSpPr/>
          <p:nvPr/>
        </p:nvSpPr>
        <p:spPr>
          <a:xfrm>
            <a:off x="7015680" y="194292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4" y="3"/>
                </a:moveTo>
                <a:lnTo>
                  <a:pt x="4" y="4"/>
                </a:lnTo>
                <a:lnTo>
                  <a:pt x="3" y="3"/>
                </a:lnTo>
                <a:lnTo>
                  <a:pt x="3" y="4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3" y="3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81" name=""/>
          <p:cNvSpPr/>
          <p:nvPr/>
        </p:nvSpPr>
        <p:spPr>
          <a:xfrm>
            <a:off x="7024320" y="19440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3" y="4"/>
                </a:moveTo>
                <a:lnTo>
                  <a:pt x="1" y="4"/>
                </a:lnTo>
                <a:lnTo>
                  <a:pt x="0" y="5"/>
                </a:lnTo>
                <a:lnTo>
                  <a:pt x="0" y="4"/>
                </a:lnTo>
                <a:lnTo>
                  <a:pt x="1" y="3"/>
                </a:lnTo>
                <a:lnTo>
                  <a:pt x="3" y="3"/>
                </a:lnTo>
                <a:lnTo>
                  <a:pt x="4" y="3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82" name=""/>
          <p:cNvSpPr/>
          <p:nvPr/>
        </p:nvSpPr>
        <p:spPr>
          <a:xfrm>
            <a:off x="7024320" y="194220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1" y="2"/>
                </a:moveTo>
                <a:lnTo>
                  <a:pt x="3" y="3"/>
                </a:lnTo>
                <a:lnTo>
                  <a:pt x="4" y="3"/>
                </a:lnTo>
                <a:lnTo>
                  <a:pt x="5" y="3"/>
                </a:lnTo>
                <a:lnTo>
                  <a:pt x="4" y="4"/>
                </a:lnTo>
                <a:lnTo>
                  <a:pt x="3" y="4"/>
                </a:lnTo>
                <a:lnTo>
                  <a:pt x="3" y="6"/>
                </a:lnTo>
                <a:lnTo>
                  <a:pt x="1" y="6"/>
                </a:lnTo>
                <a:lnTo>
                  <a:pt x="0" y="6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83" name=""/>
          <p:cNvSpPr/>
          <p:nvPr/>
        </p:nvSpPr>
        <p:spPr>
          <a:xfrm>
            <a:off x="7022160" y="1938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84" name=""/>
          <p:cNvSpPr/>
          <p:nvPr/>
        </p:nvSpPr>
        <p:spPr>
          <a:xfrm>
            <a:off x="7022160" y="19386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85" name=""/>
          <p:cNvSpPr/>
          <p:nvPr/>
        </p:nvSpPr>
        <p:spPr>
          <a:xfrm>
            <a:off x="7020720" y="193536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5" y="0"/>
                </a:move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86" name=""/>
          <p:cNvSpPr/>
          <p:nvPr/>
        </p:nvSpPr>
        <p:spPr>
          <a:xfrm>
            <a:off x="7025400" y="19346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2"/>
                </a:move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87" name=""/>
          <p:cNvSpPr/>
          <p:nvPr/>
        </p:nvSpPr>
        <p:spPr>
          <a:xfrm>
            <a:off x="7023240" y="1933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4" y="1"/>
                </a:lnTo>
                <a:lnTo>
                  <a:pt x="3" y="1"/>
                </a:lnTo>
                <a:lnTo>
                  <a:pt x="4" y="3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88" name=""/>
          <p:cNvSpPr/>
          <p:nvPr/>
        </p:nvSpPr>
        <p:spPr>
          <a:xfrm>
            <a:off x="7022520" y="19328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89" name=""/>
          <p:cNvSpPr/>
          <p:nvPr/>
        </p:nvSpPr>
        <p:spPr>
          <a:xfrm>
            <a:off x="7024320" y="193320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3" y="0"/>
                </a:moveTo>
                <a:lnTo>
                  <a:pt x="5" y="0"/>
                </a:lnTo>
                <a:lnTo>
                  <a:pt x="3" y="0"/>
                </a:lnTo>
                <a:lnTo>
                  <a:pt x="2" y="0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90" name=""/>
          <p:cNvSpPr/>
          <p:nvPr/>
        </p:nvSpPr>
        <p:spPr>
          <a:xfrm>
            <a:off x="7023240" y="193104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4" y="1"/>
                </a:moveTo>
                <a:lnTo>
                  <a:pt x="4" y="3"/>
                </a:lnTo>
                <a:lnTo>
                  <a:pt x="3" y="3"/>
                </a:lnTo>
                <a:lnTo>
                  <a:pt x="3" y="5"/>
                </a:lnTo>
                <a:lnTo>
                  <a:pt x="1" y="5"/>
                </a:lnTo>
                <a:lnTo>
                  <a:pt x="0" y="6"/>
                </a:lnTo>
                <a:lnTo>
                  <a:pt x="0" y="5"/>
                </a:lnTo>
                <a:lnTo>
                  <a:pt x="1" y="3"/>
                </a:lnTo>
                <a:lnTo>
                  <a:pt x="1" y="1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91" name=""/>
          <p:cNvSpPr/>
          <p:nvPr/>
        </p:nvSpPr>
        <p:spPr>
          <a:xfrm>
            <a:off x="7017480" y="192780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5" y="1"/>
                </a:moveTo>
                <a:lnTo>
                  <a:pt x="5" y="3"/>
                </a:lnTo>
                <a:lnTo>
                  <a:pt x="4" y="3"/>
                </a:lnTo>
                <a:lnTo>
                  <a:pt x="2" y="3"/>
                </a:lnTo>
                <a:lnTo>
                  <a:pt x="1" y="1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92" name=""/>
          <p:cNvSpPr/>
          <p:nvPr/>
        </p:nvSpPr>
        <p:spPr>
          <a:xfrm>
            <a:off x="7035840" y="1929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93" name=""/>
          <p:cNvSpPr/>
          <p:nvPr/>
        </p:nvSpPr>
        <p:spPr>
          <a:xfrm>
            <a:off x="7036560" y="1928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94" name=""/>
          <p:cNvSpPr/>
          <p:nvPr/>
        </p:nvSpPr>
        <p:spPr>
          <a:xfrm>
            <a:off x="7017120" y="19220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95" name=""/>
          <p:cNvSpPr/>
          <p:nvPr/>
        </p:nvSpPr>
        <p:spPr>
          <a:xfrm>
            <a:off x="7026120" y="19227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96" name=""/>
          <p:cNvSpPr/>
          <p:nvPr/>
        </p:nvSpPr>
        <p:spPr>
          <a:xfrm>
            <a:off x="7018560" y="19209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97" name=""/>
          <p:cNvSpPr/>
          <p:nvPr/>
        </p:nvSpPr>
        <p:spPr>
          <a:xfrm>
            <a:off x="7017840" y="1920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98" name=""/>
          <p:cNvSpPr/>
          <p:nvPr/>
        </p:nvSpPr>
        <p:spPr>
          <a:xfrm>
            <a:off x="7021440" y="192060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5" y="1"/>
                </a:moveTo>
                <a:lnTo>
                  <a:pt x="6" y="2"/>
                </a:lnTo>
                <a:lnTo>
                  <a:pt x="5" y="2"/>
                </a:lnTo>
                <a:lnTo>
                  <a:pt x="5" y="4"/>
                </a:lnTo>
                <a:lnTo>
                  <a:pt x="6" y="4"/>
                </a:lnTo>
                <a:lnTo>
                  <a:pt x="5" y="4"/>
                </a:lnTo>
                <a:lnTo>
                  <a:pt x="5" y="5"/>
                </a:lnTo>
                <a:lnTo>
                  <a:pt x="6" y="6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  <a:lnTo>
                  <a:pt x="3" y="1"/>
                </a:lnTo>
                <a:lnTo>
                  <a:pt x="4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99" name=""/>
          <p:cNvSpPr/>
          <p:nvPr/>
        </p:nvSpPr>
        <p:spPr>
          <a:xfrm>
            <a:off x="7021440" y="1918800"/>
            <a:ext cx="3600" cy="3240"/>
          </a:xfrm>
          <a:custGeom>
            <a:avLst/>
            <a:gdLst/>
            <a:ahLst/>
            <a:rect l="0" t="0" r="r" b="b"/>
            <a:pathLst>
              <a:path fill="none" w="10" h="9">
                <a:moveTo>
                  <a:pt x="8" y="3"/>
                </a:moveTo>
                <a:lnTo>
                  <a:pt x="8" y="4"/>
                </a:lnTo>
                <a:lnTo>
                  <a:pt x="9" y="4"/>
                </a:lnTo>
                <a:lnTo>
                  <a:pt x="10" y="4"/>
                </a:lnTo>
                <a:lnTo>
                  <a:pt x="10" y="5"/>
                </a:lnTo>
                <a:lnTo>
                  <a:pt x="9" y="5"/>
                </a:lnTo>
                <a:lnTo>
                  <a:pt x="9" y="6"/>
                </a:lnTo>
                <a:lnTo>
                  <a:pt x="9" y="7"/>
                </a:lnTo>
                <a:lnTo>
                  <a:pt x="8" y="9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2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8" y="2"/>
                </a:lnTo>
                <a:lnTo>
                  <a:pt x="9" y="2"/>
                </a:lnTo>
                <a:lnTo>
                  <a:pt x="9" y="3"/>
                </a:lnTo>
                <a:lnTo>
                  <a:pt x="8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00" name=""/>
          <p:cNvSpPr/>
          <p:nvPr/>
        </p:nvSpPr>
        <p:spPr>
          <a:xfrm>
            <a:off x="7014960" y="1917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01" name=""/>
          <p:cNvSpPr/>
          <p:nvPr/>
        </p:nvSpPr>
        <p:spPr>
          <a:xfrm>
            <a:off x="7023600" y="19180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02" name=""/>
          <p:cNvSpPr/>
          <p:nvPr/>
        </p:nvSpPr>
        <p:spPr>
          <a:xfrm>
            <a:off x="7024680" y="19180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03" name=""/>
          <p:cNvSpPr/>
          <p:nvPr/>
        </p:nvSpPr>
        <p:spPr>
          <a:xfrm>
            <a:off x="7024320" y="1917720"/>
            <a:ext cx="3960" cy="5040"/>
          </a:xfrm>
          <a:custGeom>
            <a:avLst/>
            <a:gdLst/>
            <a:ahLst/>
            <a:rect l="0" t="0" r="r" b="b"/>
            <a:pathLst>
              <a:path fill="none" w="11" h="14">
                <a:moveTo>
                  <a:pt x="11" y="3"/>
                </a:moveTo>
                <a:lnTo>
                  <a:pt x="10" y="4"/>
                </a:lnTo>
                <a:lnTo>
                  <a:pt x="10" y="3"/>
                </a:lnTo>
                <a:lnTo>
                  <a:pt x="10" y="4"/>
                </a:lnTo>
                <a:lnTo>
                  <a:pt x="10" y="5"/>
                </a:lnTo>
                <a:lnTo>
                  <a:pt x="11" y="5"/>
                </a:lnTo>
                <a:lnTo>
                  <a:pt x="10" y="6"/>
                </a:lnTo>
                <a:lnTo>
                  <a:pt x="11" y="6"/>
                </a:lnTo>
                <a:lnTo>
                  <a:pt x="11" y="7"/>
                </a:lnTo>
                <a:lnTo>
                  <a:pt x="11" y="8"/>
                </a:lnTo>
                <a:lnTo>
                  <a:pt x="10" y="8"/>
                </a:lnTo>
                <a:lnTo>
                  <a:pt x="9" y="9"/>
                </a:lnTo>
                <a:lnTo>
                  <a:pt x="10" y="9"/>
                </a:lnTo>
                <a:lnTo>
                  <a:pt x="11" y="9"/>
                </a:lnTo>
                <a:lnTo>
                  <a:pt x="11" y="11"/>
                </a:lnTo>
                <a:lnTo>
                  <a:pt x="10" y="11"/>
                </a:lnTo>
                <a:lnTo>
                  <a:pt x="9" y="11"/>
                </a:lnTo>
                <a:lnTo>
                  <a:pt x="9" y="12"/>
                </a:lnTo>
                <a:lnTo>
                  <a:pt x="9" y="13"/>
                </a:lnTo>
                <a:lnTo>
                  <a:pt x="9" y="14"/>
                </a:lnTo>
                <a:lnTo>
                  <a:pt x="8" y="14"/>
                </a:lnTo>
                <a:lnTo>
                  <a:pt x="7" y="14"/>
                </a:lnTo>
                <a:lnTo>
                  <a:pt x="8" y="14"/>
                </a:lnTo>
                <a:lnTo>
                  <a:pt x="7" y="14"/>
                </a:lnTo>
                <a:lnTo>
                  <a:pt x="6" y="14"/>
                </a:lnTo>
                <a:lnTo>
                  <a:pt x="6" y="12"/>
                </a:lnTo>
                <a:lnTo>
                  <a:pt x="5" y="11"/>
                </a:lnTo>
                <a:lnTo>
                  <a:pt x="4" y="11"/>
                </a:lnTo>
                <a:lnTo>
                  <a:pt x="4" y="12"/>
                </a:lnTo>
                <a:lnTo>
                  <a:pt x="2" y="12"/>
                </a:lnTo>
                <a:lnTo>
                  <a:pt x="4" y="11"/>
                </a:lnTo>
                <a:lnTo>
                  <a:pt x="4" y="9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2" y="7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1" y="3"/>
                </a:lnTo>
                <a:lnTo>
                  <a:pt x="2" y="3"/>
                </a:lnTo>
                <a:lnTo>
                  <a:pt x="4" y="2"/>
                </a:lnTo>
                <a:lnTo>
                  <a:pt x="5" y="2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9" y="2"/>
                </a:lnTo>
                <a:lnTo>
                  <a:pt x="10" y="2"/>
                </a:lnTo>
                <a:lnTo>
                  <a:pt x="10" y="3"/>
                </a:lnTo>
                <a:lnTo>
                  <a:pt x="1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04" name=""/>
          <p:cNvSpPr/>
          <p:nvPr/>
        </p:nvSpPr>
        <p:spPr>
          <a:xfrm>
            <a:off x="7026840" y="191736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2"/>
                </a:moveTo>
                <a:lnTo>
                  <a:pt x="3" y="3"/>
                </a:lnTo>
                <a:lnTo>
                  <a:pt x="3" y="5"/>
                </a:lnTo>
                <a:lnTo>
                  <a:pt x="1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05" name=""/>
          <p:cNvSpPr/>
          <p:nvPr/>
        </p:nvSpPr>
        <p:spPr>
          <a:xfrm>
            <a:off x="7026840" y="19166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06" name=""/>
          <p:cNvSpPr/>
          <p:nvPr/>
        </p:nvSpPr>
        <p:spPr>
          <a:xfrm>
            <a:off x="7029000" y="191664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2" y="3"/>
                </a:moveTo>
                <a:lnTo>
                  <a:pt x="4" y="5"/>
                </a:lnTo>
                <a:lnTo>
                  <a:pt x="5" y="5"/>
                </a:lnTo>
                <a:lnTo>
                  <a:pt x="6" y="3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2" y="5"/>
                </a:lnTo>
                <a:lnTo>
                  <a:pt x="2" y="6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2" y="3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4" y="2"/>
                </a:lnTo>
                <a:lnTo>
                  <a:pt x="2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07" name=""/>
          <p:cNvSpPr/>
          <p:nvPr/>
        </p:nvSpPr>
        <p:spPr>
          <a:xfrm>
            <a:off x="7027920" y="1915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08" name=""/>
          <p:cNvSpPr/>
          <p:nvPr/>
        </p:nvSpPr>
        <p:spPr>
          <a:xfrm>
            <a:off x="7028280" y="19155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09" name=""/>
          <p:cNvSpPr/>
          <p:nvPr/>
        </p:nvSpPr>
        <p:spPr>
          <a:xfrm>
            <a:off x="7021440" y="19126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5"/>
                </a:move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2" y="3"/>
                </a:lnTo>
                <a:lnTo>
                  <a:pt x="4" y="4"/>
                </a:lnTo>
                <a:lnTo>
                  <a:pt x="2" y="4"/>
                </a:lnTo>
                <a:lnTo>
                  <a:pt x="2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10" name=""/>
          <p:cNvSpPr/>
          <p:nvPr/>
        </p:nvSpPr>
        <p:spPr>
          <a:xfrm>
            <a:off x="7027560" y="19116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11" name=""/>
          <p:cNvSpPr/>
          <p:nvPr/>
        </p:nvSpPr>
        <p:spPr>
          <a:xfrm>
            <a:off x="7028280" y="19090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12" name=""/>
          <p:cNvSpPr/>
          <p:nvPr/>
        </p:nvSpPr>
        <p:spPr>
          <a:xfrm>
            <a:off x="7035480" y="19105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13" name=""/>
          <p:cNvSpPr/>
          <p:nvPr/>
        </p:nvSpPr>
        <p:spPr>
          <a:xfrm>
            <a:off x="7034040" y="1909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14" name=""/>
          <p:cNvSpPr/>
          <p:nvPr/>
        </p:nvSpPr>
        <p:spPr>
          <a:xfrm>
            <a:off x="7014600" y="19062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15" name=""/>
          <p:cNvSpPr/>
          <p:nvPr/>
        </p:nvSpPr>
        <p:spPr>
          <a:xfrm>
            <a:off x="7014960" y="19054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4" y="0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16" name=""/>
          <p:cNvSpPr/>
          <p:nvPr/>
        </p:nvSpPr>
        <p:spPr>
          <a:xfrm>
            <a:off x="7013880" y="19047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2"/>
                </a:moveTo>
                <a:lnTo>
                  <a:pt x="4" y="2"/>
                </a:lnTo>
                <a:lnTo>
                  <a:pt x="4" y="4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17" name=""/>
          <p:cNvSpPr/>
          <p:nvPr/>
        </p:nvSpPr>
        <p:spPr>
          <a:xfrm>
            <a:off x="7034040" y="19083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0"/>
                </a:moveTo>
                <a:lnTo>
                  <a:pt x="6" y="1"/>
                </a:lnTo>
                <a:lnTo>
                  <a:pt x="4" y="1"/>
                </a:lnTo>
                <a:lnTo>
                  <a:pt x="4" y="0"/>
                </a:lnTo>
                <a:lnTo>
                  <a:pt x="2" y="1"/>
                </a:lnTo>
                <a:lnTo>
                  <a:pt x="4" y="1"/>
                </a:ln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18" name=""/>
          <p:cNvSpPr/>
          <p:nvPr/>
        </p:nvSpPr>
        <p:spPr>
          <a:xfrm>
            <a:off x="7027560" y="1906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19" name=""/>
          <p:cNvSpPr/>
          <p:nvPr/>
        </p:nvSpPr>
        <p:spPr>
          <a:xfrm>
            <a:off x="7014600" y="1904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20" name=""/>
          <p:cNvSpPr/>
          <p:nvPr/>
        </p:nvSpPr>
        <p:spPr>
          <a:xfrm>
            <a:off x="7015680" y="1904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21" name=""/>
          <p:cNvSpPr/>
          <p:nvPr/>
        </p:nvSpPr>
        <p:spPr>
          <a:xfrm>
            <a:off x="7017480" y="19044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22" name=""/>
          <p:cNvSpPr/>
          <p:nvPr/>
        </p:nvSpPr>
        <p:spPr>
          <a:xfrm>
            <a:off x="7034400" y="19072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23" name=""/>
          <p:cNvSpPr/>
          <p:nvPr/>
        </p:nvSpPr>
        <p:spPr>
          <a:xfrm>
            <a:off x="7027560" y="19054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24" name=""/>
          <p:cNvSpPr/>
          <p:nvPr/>
        </p:nvSpPr>
        <p:spPr>
          <a:xfrm>
            <a:off x="7017480" y="19040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3" y="0"/>
                </a:move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25" name=""/>
          <p:cNvSpPr/>
          <p:nvPr/>
        </p:nvSpPr>
        <p:spPr>
          <a:xfrm>
            <a:off x="7020000" y="19022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26" name=""/>
          <p:cNvSpPr/>
          <p:nvPr/>
        </p:nvSpPr>
        <p:spPr>
          <a:xfrm>
            <a:off x="7029000" y="19015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27" name=""/>
          <p:cNvSpPr/>
          <p:nvPr/>
        </p:nvSpPr>
        <p:spPr>
          <a:xfrm>
            <a:off x="7028280" y="1901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28" name=""/>
          <p:cNvSpPr/>
          <p:nvPr/>
        </p:nvSpPr>
        <p:spPr>
          <a:xfrm>
            <a:off x="7032960" y="19015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29" name=""/>
          <p:cNvSpPr/>
          <p:nvPr/>
        </p:nvSpPr>
        <p:spPr>
          <a:xfrm>
            <a:off x="7035120" y="19008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30" name=""/>
          <p:cNvSpPr/>
          <p:nvPr/>
        </p:nvSpPr>
        <p:spPr>
          <a:xfrm>
            <a:off x="7035840" y="1900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31" name=""/>
          <p:cNvSpPr/>
          <p:nvPr/>
        </p:nvSpPr>
        <p:spPr>
          <a:xfrm>
            <a:off x="7035840" y="1899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32" name=""/>
          <p:cNvSpPr/>
          <p:nvPr/>
        </p:nvSpPr>
        <p:spPr>
          <a:xfrm>
            <a:off x="7035120" y="189900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33" name=""/>
          <p:cNvSpPr/>
          <p:nvPr/>
        </p:nvSpPr>
        <p:spPr>
          <a:xfrm>
            <a:off x="7035120" y="189792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2" y="1"/>
                </a:moveTo>
                <a:lnTo>
                  <a:pt x="2" y="3"/>
                </a:lnTo>
                <a:lnTo>
                  <a:pt x="4" y="3"/>
                </a:lnTo>
                <a:lnTo>
                  <a:pt x="5" y="4"/>
                </a:lnTo>
                <a:lnTo>
                  <a:pt x="6" y="4"/>
                </a:lnTo>
                <a:lnTo>
                  <a:pt x="8" y="4"/>
                </a:lnTo>
                <a:lnTo>
                  <a:pt x="7" y="4"/>
                </a:lnTo>
                <a:lnTo>
                  <a:pt x="7" y="5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34" name=""/>
          <p:cNvSpPr/>
          <p:nvPr/>
        </p:nvSpPr>
        <p:spPr>
          <a:xfrm>
            <a:off x="7034760" y="18975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35" name=""/>
          <p:cNvSpPr/>
          <p:nvPr/>
        </p:nvSpPr>
        <p:spPr>
          <a:xfrm>
            <a:off x="7028640" y="189648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2" y="5"/>
                </a:move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36" name=""/>
          <p:cNvSpPr/>
          <p:nvPr/>
        </p:nvSpPr>
        <p:spPr>
          <a:xfrm>
            <a:off x="7035840" y="1897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37" name=""/>
          <p:cNvSpPr/>
          <p:nvPr/>
        </p:nvSpPr>
        <p:spPr>
          <a:xfrm>
            <a:off x="7034400" y="1896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38" name=""/>
          <p:cNvSpPr/>
          <p:nvPr/>
        </p:nvSpPr>
        <p:spPr>
          <a:xfrm>
            <a:off x="7030080" y="1895400"/>
            <a:ext cx="5400" cy="5400"/>
          </a:xfrm>
          <a:custGeom>
            <a:avLst/>
            <a:gdLst/>
            <a:ahLst/>
            <a:rect l="0" t="0" r="r" b="b"/>
            <a:pathLst>
              <a:path fill="none" w="15" h="15">
                <a:moveTo>
                  <a:pt x="7" y="1"/>
                </a:moveTo>
                <a:lnTo>
                  <a:pt x="7" y="2"/>
                </a:lnTo>
                <a:lnTo>
                  <a:pt x="7" y="3"/>
                </a:lnTo>
                <a:lnTo>
                  <a:pt x="8" y="4"/>
                </a:lnTo>
                <a:lnTo>
                  <a:pt x="8" y="5"/>
                </a:lnTo>
                <a:lnTo>
                  <a:pt x="10" y="7"/>
                </a:lnTo>
                <a:lnTo>
                  <a:pt x="12" y="7"/>
                </a:lnTo>
                <a:lnTo>
                  <a:pt x="12" y="8"/>
                </a:lnTo>
                <a:lnTo>
                  <a:pt x="12" y="7"/>
                </a:lnTo>
                <a:lnTo>
                  <a:pt x="13" y="8"/>
                </a:lnTo>
                <a:lnTo>
                  <a:pt x="14" y="9"/>
                </a:lnTo>
                <a:lnTo>
                  <a:pt x="14" y="10"/>
                </a:lnTo>
                <a:lnTo>
                  <a:pt x="15" y="11"/>
                </a:lnTo>
                <a:lnTo>
                  <a:pt x="14" y="11"/>
                </a:lnTo>
                <a:lnTo>
                  <a:pt x="14" y="12"/>
                </a:lnTo>
                <a:lnTo>
                  <a:pt x="14" y="13"/>
                </a:lnTo>
                <a:lnTo>
                  <a:pt x="13" y="14"/>
                </a:lnTo>
                <a:lnTo>
                  <a:pt x="13" y="15"/>
                </a:lnTo>
                <a:lnTo>
                  <a:pt x="12" y="15"/>
                </a:lnTo>
                <a:lnTo>
                  <a:pt x="12" y="14"/>
                </a:lnTo>
                <a:lnTo>
                  <a:pt x="13" y="14"/>
                </a:lnTo>
                <a:lnTo>
                  <a:pt x="13" y="13"/>
                </a:lnTo>
                <a:lnTo>
                  <a:pt x="12" y="13"/>
                </a:lnTo>
                <a:lnTo>
                  <a:pt x="11" y="13"/>
                </a:lnTo>
                <a:lnTo>
                  <a:pt x="11" y="14"/>
                </a:lnTo>
                <a:lnTo>
                  <a:pt x="10" y="14"/>
                </a:lnTo>
                <a:lnTo>
                  <a:pt x="11" y="13"/>
                </a:lnTo>
                <a:lnTo>
                  <a:pt x="10" y="13"/>
                </a:lnTo>
                <a:lnTo>
                  <a:pt x="8" y="13"/>
                </a:lnTo>
                <a:lnTo>
                  <a:pt x="8" y="14"/>
                </a:lnTo>
                <a:lnTo>
                  <a:pt x="8" y="13"/>
                </a:lnTo>
                <a:lnTo>
                  <a:pt x="8" y="12"/>
                </a:lnTo>
                <a:lnTo>
                  <a:pt x="8" y="13"/>
                </a:lnTo>
                <a:lnTo>
                  <a:pt x="7" y="13"/>
                </a:lnTo>
                <a:lnTo>
                  <a:pt x="7" y="12"/>
                </a:lnTo>
                <a:lnTo>
                  <a:pt x="8" y="12"/>
                </a:lnTo>
                <a:lnTo>
                  <a:pt x="7" y="10"/>
                </a:lnTo>
                <a:lnTo>
                  <a:pt x="6" y="10"/>
                </a:lnTo>
                <a:lnTo>
                  <a:pt x="5" y="10"/>
                </a:lnTo>
                <a:lnTo>
                  <a:pt x="5" y="9"/>
                </a:lnTo>
                <a:lnTo>
                  <a:pt x="5" y="8"/>
                </a:lnTo>
                <a:lnTo>
                  <a:pt x="4" y="8"/>
                </a:lnTo>
                <a:lnTo>
                  <a:pt x="3" y="9"/>
                </a:lnTo>
                <a:lnTo>
                  <a:pt x="2" y="9"/>
                </a:lnTo>
                <a:lnTo>
                  <a:pt x="1" y="9"/>
                </a:ln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800" rIns="36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39" name=""/>
          <p:cNvSpPr/>
          <p:nvPr/>
        </p:nvSpPr>
        <p:spPr>
          <a:xfrm>
            <a:off x="7035480" y="1895400"/>
            <a:ext cx="3240" cy="2520"/>
          </a:xfrm>
          <a:custGeom>
            <a:avLst/>
            <a:gdLst/>
            <a:ahLst/>
            <a:rect l="0" t="0" r="r" b="b"/>
            <a:pathLst>
              <a:path fill="none" w="9" h="7">
                <a:moveTo>
                  <a:pt x="2" y="1"/>
                </a:moveTo>
                <a:lnTo>
                  <a:pt x="3" y="1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3" y="4"/>
                </a:lnTo>
                <a:lnTo>
                  <a:pt x="3" y="5"/>
                </a:lnTo>
                <a:lnTo>
                  <a:pt x="4" y="5"/>
                </a:lnTo>
                <a:lnTo>
                  <a:pt x="6" y="5"/>
                </a:lnTo>
                <a:lnTo>
                  <a:pt x="7" y="5"/>
                </a:lnTo>
                <a:lnTo>
                  <a:pt x="7" y="6"/>
                </a:lnTo>
                <a:lnTo>
                  <a:pt x="7" y="5"/>
                </a:lnTo>
                <a:lnTo>
                  <a:pt x="9" y="5"/>
                </a:lnTo>
                <a:lnTo>
                  <a:pt x="9" y="6"/>
                </a:lnTo>
                <a:lnTo>
                  <a:pt x="9" y="7"/>
                </a:lnTo>
                <a:lnTo>
                  <a:pt x="8" y="7"/>
                </a:lnTo>
                <a:lnTo>
                  <a:pt x="8" y="6"/>
                </a:lnTo>
                <a:lnTo>
                  <a:pt x="7" y="7"/>
                </a:lnTo>
                <a:lnTo>
                  <a:pt x="6" y="7"/>
                </a:lnTo>
                <a:lnTo>
                  <a:pt x="4" y="6"/>
                </a:lnTo>
                <a:lnTo>
                  <a:pt x="4" y="7"/>
                </a:lnTo>
                <a:lnTo>
                  <a:pt x="4" y="6"/>
                </a:lnTo>
                <a:lnTo>
                  <a:pt x="2" y="6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40" name=""/>
          <p:cNvSpPr/>
          <p:nvPr/>
        </p:nvSpPr>
        <p:spPr>
          <a:xfrm>
            <a:off x="7034040" y="18950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41" name=""/>
          <p:cNvSpPr/>
          <p:nvPr/>
        </p:nvSpPr>
        <p:spPr>
          <a:xfrm>
            <a:off x="7025760" y="1893960"/>
            <a:ext cx="4320" cy="3240"/>
          </a:xfrm>
          <a:custGeom>
            <a:avLst/>
            <a:gdLst/>
            <a:ahLst/>
            <a:rect l="0" t="0" r="r" b="b"/>
            <a:pathLst>
              <a:path fill="none" w="12" h="9">
                <a:moveTo>
                  <a:pt x="12" y="2"/>
                </a:moveTo>
                <a:lnTo>
                  <a:pt x="10" y="3"/>
                </a:lnTo>
                <a:lnTo>
                  <a:pt x="10" y="4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8" y="8"/>
                </a:lnTo>
                <a:lnTo>
                  <a:pt x="2" y="9"/>
                </a:lnTo>
                <a:lnTo>
                  <a:pt x="0" y="9"/>
                </a:lnTo>
                <a:lnTo>
                  <a:pt x="0" y="8"/>
                </a:lnTo>
                <a:lnTo>
                  <a:pt x="2" y="8"/>
                </a:lnTo>
                <a:lnTo>
                  <a:pt x="3" y="5"/>
                </a:lnTo>
                <a:lnTo>
                  <a:pt x="4" y="5"/>
                </a:lnTo>
                <a:lnTo>
                  <a:pt x="5" y="4"/>
                </a:lnTo>
                <a:lnTo>
                  <a:pt x="7" y="2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12" y="0"/>
                </a:lnTo>
                <a:lnTo>
                  <a:pt x="12" y="1"/>
                </a:lnTo>
                <a:lnTo>
                  <a:pt x="1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42" name=""/>
          <p:cNvSpPr/>
          <p:nvPr/>
        </p:nvSpPr>
        <p:spPr>
          <a:xfrm>
            <a:off x="7033680" y="1894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43" name=""/>
          <p:cNvSpPr/>
          <p:nvPr/>
        </p:nvSpPr>
        <p:spPr>
          <a:xfrm>
            <a:off x="7035480" y="18946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44" name=""/>
          <p:cNvSpPr/>
          <p:nvPr/>
        </p:nvSpPr>
        <p:spPr>
          <a:xfrm>
            <a:off x="7034400" y="18943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45" name=""/>
          <p:cNvSpPr/>
          <p:nvPr/>
        </p:nvSpPr>
        <p:spPr>
          <a:xfrm>
            <a:off x="7035480" y="1893240"/>
            <a:ext cx="4320" cy="3240"/>
          </a:xfrm>
          <a:custGeom>
            <a:avLst/>
            <a:gdLst/>
            <a:ahLst/>
            <a:rect l="0" t="0" r="r" b="b"/>
            <a:pathLst>
              <a:path fill="none" w="12" h="9">
                <a:moveTo>
                  <a:pt x="8" y="1"/>
                </a:moveTo>
                <a:lnTo>
                  <a:pt x="9" y="1"/>
                </a:lnTo>
                <a:lnTo>
                  <a:pt x="9" y="3"/>
                </a:lnTo>
                <a:lnTo>
                  <a:pt x="10" y="3"/>
                </a:lnTo>
                <a:lnTo>
                  <a:pt x="10" y="4"/>
                </a:lnTo>
                <a:lnTo>
                  <a:pt x="10" y="3"/>
                </a:lnTo>
                <a:lnTo>
                  <a:pt x="9" y="3"/>
                </a:lnTo>
                <a:lnTo>
                  <a:pt x="8" y="4"/>
                </a:lnTo>
                <a:lnTo>
                  <a:pt x="8" y="5"/>
                </a:lnTo>
                <a:lnTo>
                  <a:pt x="9" y="5"/>
                </a:lnTo>
                <a:lnTo>
                  <a:pt x="9" y="6"/>
                </a:lnTo>
                <a:lnTo>
                  <a:pt x="10" y="7"/>
                </a:lnTo>
                <a:lnTo>
                  <a:pt x="10" y="8"/>
                </a:lnTo>
                <a:lnTo>
                  <a:pt x="12" y="8"/>
                </a:lnTo>
                <a:lnTo>
                  <a:pt x="10" y="8"/>
                </a:lnTo>
                <a:lnTo>
                  <a:pt x="10" y="9"/>
                </a:lnTo>
                <a:lnTo>
                  <a:pt x="9" y="9"/>
                </a:lnTo>
                <a:lnTo>
                  <a:pt x="8" y="8"/>
                </a:lnTo>
                <a:lnTo>
                  <a:pt x="7" y="8"/>
                </a:lnTo>
                <a:lnTo>
                  <a:pt x="7" y="7"/>
                </a:lnTo>
                <a:lnTo>
                  <a:pt x="6" y="7"/>
                </a:lnTo>
                <a:lnTo>
                  <a:pt x="6" y="6"/>
                </a:lnTo>
                <a:lnTo>
                  <a:pt x="5" y="6"/>
                </a:lnTo>
                <a:lnTo>
                  <a:pt x="4" y="5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46" name=""/>
          <p:cNvSpPr/>
          <p:nvPr/>
        </p:nvSpPr>
        <p:spPr>
          <a:xfrm>
            <a:off x="7038720" y="1893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47" name=""/>
          <p:cNvSpPr/>
          <p:nvPr/>
        </p:nvSpPr>
        <p:spPr>
          <a:xfrm>
            <a:off x="7028640" y="18914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48" name=""/>
          <p:cNvSpPr/>
          <p:nvPr/>
        </p:nvSpPr>
        <p:spPr>
          <a:xfrm>
            <a:off x="7027920" y="18914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49" name=""/>
          <p:cNvSpPr/>
          <p:nvPr/>
        </p:nvSpPr>
        <p:spPr>
          <a:xfrm>
            <a:off x="7040160" y="18932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50" name=""/>
          <p:cNvSpPr/>
          <p:nvPr/>
        </p:nvSpPr>
        <p:spPr>
          <a:xfrm>
            <a:off x="7028640" y="1891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51" name=""/>
          <p:cNvSpPr/>
          <p:nvPr/>
        </p:nvSpPr>
        <p:spPr>
          <a:xfrm>
            <a:off x="7036560" y="189216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52" name=""/>
          <p:cNvSpPr/>
          <p:nvPr/>
        </p:nvSpPr>
        <p:spPr>
          <a:xfrm>
            <a:off x="7028640" y="18907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53" name=""/>
          <p:cNvSpPr/>
          <p:nvPr/>
        </p:nvSpPr>
        <p:spPr>
          <a:xfrm>
            <a:off x="7037640" y="189180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7" y="1"/>
                </a:moveTo>
                <a:lnTo>
                  <a:pt x="6" y="1"/>
                </a:lnTo>
                <a:lnTo>
                  <a:pt x="6" y="2"/>
                </a:lnTo>
                <a:lnTo>
                  <a:pt x="6" y="4"/>
                </a:lnTo>
                <a:lnTo>
                  <a:pt x="5" y="2"/>
                </a:ln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7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54" name=""/>
          <p:cNvSpPr/>
          <p:nvPr/>
        </p:nvSpPr>
        <p:spPr>
          <a:xfrm>
            <a:off x="7026120" y="188928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2" y="7"/>
                </a:moveTo>
                <a:lnTo>
                  <a:pt x="1" y="7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1" y="1"/>
                </a:lnTo>
                <a:lnTo>
                  <a:pt x="2" y="1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7" y="3"/>
                </a:lnTo>
                <a:lnTo>
                  <a:pt x="7" y="4"/>
                </a:lnTo>
                <a:lnTo>
                  <a:pt x="7" y="6"/>
                </a:lnTo>
                <a:lnTo>
                  <a:pt x="6" y="7"/>
                </a:lnTo>
                <a:lnTo>
                  <a:pt x="5" y="7"/>
                </a:lnTo>
                <a:lnTo>
                  <a:pt x="3" y="7"/>
                </a:lnTo>
                <a:lnTo>
                  <a:pt x="2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55" name=""/>
          <p:cNvSpPr/>
          <p:nvPr/>
        </p:nvSpPr>
        <p:spPr>
          <a:xfrm>
            <a:off x="7030080" y="1889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56" name=""/>
          <p:cNvSpPr/>
          <p:nvPr/>
        </p:nvSpPr>
        <p:spPr>
          <a:xfrm>
            <a:off x="7030800" y="18892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57" name=""/>
          <p:cNvSpPr/>
          <p:nvPr/>
        </p:nvSpPr>
        <p:spPr>
          <a:xfrm>
            <a:off x="7029360" y="18889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4"/>
                </a:move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58" name=""/>
          <p:cNvSpPr/>
          <p:nvPr/>
        </p:nvSpPr>
        <p:spPr>
          <a:xfrm>
            <a:off x="7030800" y="18889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59" name=""/>
          <p:cNvSpPr/>
          <p:nvPr/>
        </p:nvSpPr>
        <p:spPr>
          <a:xfrm>
            <a:off x="7037640" y="18896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4"/>
                </a:move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3" y="0"/>
                </a:lnTo>
                <a:lnTo>
                  <a:pt x="4" y="2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60" name=""/>
          <p:cNvSpPr/>
          <p:nvPr/>
        </p:nvSpPr>
        <p:spPr>
          <a:xfrm>
            <a:off x="7032600" y="1888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61" name=""/>
          <p:cNvSpPr/>
          <p:nvPr/>
        </p:nvSpPr>
        <p:spPr>
          <a:xfrm>
            <a:off x="7032600" y="18889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62" name=""/>
          <p:cNvSpPr/>
          <p:nvPr/>
        </p:nvSpPr>
        <p:spPr>
          <a:xfrm>
            <a:off x="7035480" y="18889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63" name=""/>
          <p:cNvSpPr/>
          <p:nvPr/>
        </p:nvSpPr>
        <p:spPr>
          <a:xfrm>
            <a:off x="7029720" y="18878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64" name=""/>
          <p:cNvSpPr/>
          <p:nvPr/>
        </p:nvSpPr>
        <p:spPr>
          <a:xfrm>
            <a:off x="7031880" y="18882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65" name=""/>
          <p:cNvSpPr/>
          <p:nvPr/>
        </p:nvSpPr>
        <p:spPr>
          <a:xfrm>
            <a:off x="7032600" y="18882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66" name=""/>
          <p:cNvSpPr/>
          <p:nvPr/>
        </p:nvSpPr>
        <p:spPr>
          <a:xfrm>
            <a:off x="7039080" y="1889280"/>
            <a:ext cx="3600" cy="5040"/>
          </a:xfrm>
          <a:custGeom>
            <a:avLst/>
            <a:gdLst/>
            <a:ahLst/>
            <a:rect l="0" t="0" r="r" b="b"/>
            <a:pathLst>
              <a:path fill="none" w="10" h="14">
                <a:moveTo>
                  <a:pt x="8" y="3"/>
                </a:moveTo>
                <a:lnTo>
                  <a:pt x="8" y="4"/>
                </a:lnTo>
                <a:lnTo>
                  <a:pt x="10" y="4"/>
                </a:lnTo>
                <a:lnTo>
                  <a:pt x="10" y="5"/>
                </a:lnTo>
                <a:lnTo>
                  <a:pt x="8" y="4"/>
                </a:lnTo>
                <a:lnTo>
                  <a:pt x="7" y="4"/>
                </a:lnTo>
                <a:lnTo>
                  <a:pt x="7" y="5"/>
                </a:lnTo>
                <a:lnTo>
                  <a:pt x="8" y="5"/>
                </a:lnTo>
                <a:lnTo>
                  <a:pt x="10" y="6"/>
                </a:lnTo>
                <a:lnTo>
                  <a:pt x="8" y="7"/>
                </a:lnTo>
                <a:lnTo>
                  <a:pt x="10" y="7"/>
                </a:lnTo>
                <a:lnTo>
                  <a:pt x="10" y="8"/>
                </a:lnTo>
                <a:lnTo>
                  <a:pt x="8" y="8"/>
                </a:lnTo>
                <a:lnTo>
                  <a:pt x="7" y="9"/>
                </a:lnTo>
                <a:lnTo>
                  <a:pt x="6" y="9"/>
                </a:lnTo>
                <a:lnTo>
                  <a:pt x="6" y="10"/>
                </a:lnTo>
                <a:lnTo>
                  <a:pt x="6" y="11"/>
                </a:lnTo>
                <a:lnTo>
                  <a:pt x="7" y="11"/>
                </a:lnTo>
                <a:lnTo>
                  <a:pt x="7" y="12"/>
                </a:lnTo>
                <a:lnTo>
                  <a:pt x="8" y="12"/>
                </a:lnTo>
                <a:lnTo>
                  <a:pt x="7" y="13"/>
                </a:lnTo>
                <a:lnTo>
                  <a:pt x="8" y="14"/>
                </a:lnTo>
                <a:lnTo>
                  <a:pt x="7" y="14"/>
                </a:lnTo>
                <a:lnTo>
                  <a:pt x="6" y="13"/>
                </a:lnTo>
                <a:lnTo>
                  <a:pt x="5" y="13"/>
                </a:lnTo>
                <a:lnTo>
                  <a:pt x="4" y="12"/>
                </a:lnTo>
                <a:lnTo>
                  <a:pt x="4" y="11"/>
                </a:lnTo>
                <a:lnTo>
                  <a:pt x="3" y="10"/>
                </a:lnTo>
                <a:lnTo>
                  <a:pt x="4" y="10"/>
                </a:lnTo>
                <a:lnTo>
                  <a:pt x="4" y="9"/>
                </a:lnTo>
                <a:lnTo>
                  <a:pt x="4" y="8"/>
                </a:lnTo>
                <a:lnTo>
                  <a:pt x="4" y="7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2" y="0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  <a:lnTo>
                  <a:pt x="5" y="3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8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67" name=""/>
          <p:cNvSpPr/>
          <p:nvPr/>
        </p:nvSpPr>
        <p:spPr>
          <a:xfrm>
            <a:off x="7030440" y="18874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3"/>
                </a:move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68" name=""/>
          <p:cNvSpPr/>
          <p:nvPr/>
        </p:nvSpPr>
        <p:spPr>
          <a:xfrm>
            <a:off x="7032960" y="188784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5" y="3"/>
                </a:moveTo>
                <a:lnTo>
                  <a:pt x="5" y="4"/>
                </a:lnTo>
                <a:lnTo>
                  <a:pt x="6" y="4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1"/>
                </a:lnTo>
                <a:lnTo>
                  <a:pt x="4" y="3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69" name=""/>
          <p:cNvSpPr/>
          <p:nvPr/>
        </p:nvSpPr>
        <p:spPr>
          <a:xfrm>
            <a:off x="7043040" y="188928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2"/>
                </a:move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70" name=""/>
          <p:cNvSpPr/>
          <p:nvPr/>
        </p:nvSpPr>
        <p:spPr>
          <a:xfrm>
            <a:off x="7031520" y="1887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71" name=""/>
          <p:cNvSpPr/>
          <p:nvPr/>
        </p:nvSpPr>
        <p:spPr>
          <a:xfrm>
            <a:off x="7042680" y="18889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72" name=""/>
          <p:cNvSpPr/>
          <p:nvPr/>
        </p:nvSpPr>
        <p:spPr>
          <a:xfrm>
            <a:off x="7042680" y="1888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73" name=""/>
          <p:cNvSpPr/>
          <p:nvPr/>
        </p:nvSpPr>
        <p:spPr>
          <a:xfrm>
            <a:off x="7022520" y="18846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3" y="3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74" name=""/>
          <p:cNvSpPr/>
          <p:nvPr/>
        </p:nvSpPr>
        <p:spPr>
          <a:xfrm>
            <a:off x="7027200" y="1885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75" name=""/>
          <p:cNvSpPr/>
          <p:nvPr/>
        </p:nvSpPr>
        <p:spPr>
          <a:xfrm>
            <a:off x="7023240" y="1883880"/>
            <a:ext cx="3240" cy="5400"/>
          </a:xfrm>
          <a:custGeom>
            <a:avLst/>
            <a:gdLst/>
            <a:ahLst/>
            <a:rect l="0" t="0" r="r" b="b"/>
            <a:pathLst>
              <a:path fill="none" w="9" h="15">
                <a:moveTo>
                  <a:pt x="2" y="0"/>
                </a:moveTo>
                <a:lnTo>
                  <a:pt x="3" y="1"/>
                </a:lnTo>
                <a:lnTo>
                  <a:pt x="3" y="2"/>
                </a:lnTo>
                <a:lnTo>
                  <a:pt x="4" y="2"/>
                </a:lnTo>
                <a:lnTo>
                  <a:pt x="5" y="3"/>
                </a:lnTo>
                <a:lnTo>
                  <a:pt x="5" y="4"/>
                </a:lnTo>
                <a:lnTo>
                  <a:pt x="6" y="5"/>
                </a:lnTo>
                <a:lnTo>
                  <a:pt x="8" y="5"/>
                </a:lnTo>
                <a:lnTo>
                  <a:pt x="8" y="6"/>
                </a:lnTo>
                <a:lnTo>
                  <a:pt x="8" y="7"/>
                </a:lnTo>
                <a:lnTo>
                  <a:pt x="9" y="8"/>
                </a:lnTo>
                <a:lnTo>
                  <a:pt x="9" y="9"/>
                </a:lnTo>
                <a:lnTo>
                  <a:pt x="9" y="10"/>
                </a:lnTo>
                <a:lnTo>
                  <a:pt x="9" y="11"/>
                </a:lnTo>
                <a:lnTo>
                  <a:pt x="8" y="11"/>
                </a:lnTo>
                <a:lnTo>
                  <a:pt x="6" y="12"/>
                </a:lnTo>
                <a:lnTo>
                  <a:pt x="5" y="12"/>
                </a:lnTo>
                <a:lnTo>
                  <a:pt x="4" y="12"/>
                </a:lnTo>
                <a:lnTo>
                  <a:pt x="4" y="14"/>
                </a:lnTo>
                <a:lnTo>
                  <a:pt x="3" y="14"/>
                </a:lnTo>
                <a:lnTo>
                  <a:pt x="3" y="15"/>
                </a:lnTo>
                <a:lnTo>
                  <a:pt x="2" y="15"/>
                </a:lnTo>
                <a:lnTo>
                  <a:pt x="2" y="14"/>
                </a:lnTo>
                <a:lnTo>
                  <a:pt x="1" y="14"/>
                </a:lnTo>
                <a:lnTo>
                  <a:pt x="1" y="12"/>
                </a:lnTo>
                <a:lnTo>
                  <a:pt x="0" y="11"/>
                </a:lnTo>
                <a:lnTo>
                  <a:pt x="0" y="10"/>
                </a:lnTo>
                <a:lnTo>
                  <a:pt x="1" y="10"/>
                </a:lnTo>
                <a:lnTo>
                  <a:pt x="1" y="9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800" rIns="36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76" name=""/>
          <p:cNvSpPr/>
          <p:nvPr/>
        </p:nvSpPr>
        <p:spPr>
          <a:xfrm>
            <a:off x="7027560" y="18846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77" name=""/>
          <p:cNvSpPr/>
          <p:nvPr/>
        </p:nvSpPr>
        <p:spPr>
          <a:xfrm>
            <a:off x="7040160" y="188640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5" y="2"/>
                </a:moveTo>
                <a:lnTo>
                  <a:pt x="4" y="3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4" y="6"/>
                </a:lnTo>
                <a:lnTo>
                  <a:pt x="3" y="7"/>
                </a:lnTo>
                <a:lnTo>
                  <a:pt x="1" y="7"/>
                </a:lnTo>
                <a:lnTo>
                  <a:pt x="1" y="6"/>
                </a:lnTo>
                <a:lnTo>
                  <a:pt x="0" y="6"/>
                </a:lnTo>
                <a:lnTo>
                  <a:pt x="1" y="6"/>
                </a:lnTo>
                <a:lnTo>
                  <a:pt x="1" y="5"/>
                </a:lnTo>
                <a:lnTo>
                  <a:pt x="1" y="4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5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78" name=""/>
          <p:cNvSpPr/>
          <p:nvPr/>
        </p:nvSpPr>
        <p:spPr>
          <a:xfrm>
            <a:off x="7027200" y="18838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79" name=""/>
          <p:cNvSpPr/>
          <p:nvPr/>
        </p:nvSpPr>
        <p:spPr>
          <a:xfrm>
            <a:off x="7023960" y="18831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80" name=""/>
          <p:cNvSpPr/>
          <p:nvPr/>
        </p:nvSpPr>
        <p:spPr>
          <a:xfrm>
            <a:off x="7041960" y="18860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4" y="3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81" name=""/>
          <p:cNvSpPr/>
          <p:nvPr/>
        </p:nvSpPr>
        <p:spPr>
          <a:xfrm>
            <a:off x="7025400" y="188352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5" y="4"/>
                </a:moveTo>
                <a:lnTo>
                  <a:pt x="4" y="5"/>
                </a:lnTo>
                <a:lnTo>
                  <a:pt x="5" y="5"/>
                </a:lnTo>
                <a:lnTo>
                  <a:pt x="4" y="5"/>
                </a:lnTo>
                <a:lnTo>
                  <a:pt x="2" y="5"/>
                </a:lnTo>
                <a:lnTo>
                  <a:pt x="2" y="4"/>
                </a:ln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5" y="3"/>
                </a:lnTo>
                <a:lnTo>
                  <a:pt x="5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82" name=""/>
          <p:cNvSpPr/>
          <p:nvPr/>
        </p:nvSpPr>
        <p:spPr>
          <a:xfrm>
            <a:off x="7033320" y="1882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83" name=""/>
          <p:cNvSpPr/>
          <p:nvPr/>
        </p:nvSpPr>
        <p:spPr>
          <a:xfrm>
            <a:off x="7026480" y="1880640"/>
            <a:ext cx="13320" cy="9360"/>
          </a:xfrm>
          <a:custGeom>
            <a:avLst/>
            <a:gdLst/>
            <a:ahLst/>
            <a:rect l="0" t="0" r="r" b="b"/>
            <a:pathLst>
              <a:path fill="none" w="37" h="26">
                <a:moveTo>
                  <a:pt x="3" y="3"/>
                </a:move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lnTo>
                  <a:pt x="6" y="3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10" y="4"/>
                </a:lnTo>
                <a:lnTo>
                  <a:pt x="11" y="4"/>
                </a:lnTo>
                <a:lnTo>
                  <a:pt x="12" y="4"/>
                </a:lnTo>
                <a:lnTo>
                  <a:pt x="14" y="3"/>
                </a:lnTo>
                <a:lnTo>
                  <a:pt x="15" y="3"/>
                </a:lnTo>
                <a:lnTo>
                  <a:pt x="16" y="3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9" y="7"/>
                </a:lnTo>
                <a:lnTo>
                  <a:pt x="19" y="8"/>
                </a:lnTo>
                <a:lnTo>
                  <a:pt x="20" y="8"/>
                </a:lnTo>
                <a:lnTo>
                  <a:pt x="21" y="8"/>
                </a:lnTo>
                <a:lnTo>
                  <a:pt x="22" y="8"/>
                </a:lnTo>
                <a:lnTo>
                  <a:pt x="23" y="8"/>
                </a:lnTo>
                <a:lnTo>
                  <a:pt x="25" y="8"/>
                </a:lnTo>
                <a:lnTo>
                  <a:pt x="27" y="8"/>
                </a:lnTo>
                <a:lnTo>
                  <a:pt x="28" y="8"/>
                </a:lnTo>
                <a:lnTo>
                  <a:pt x="28" y="9"/>
                </a:lnTo>
                <a:lnTo>
                  <a:pt x="29" y="9"/>
                </a:lnTo>
                <a:lnTo>
                  <a:pt x="30" y="9"/>
                </a:lnTo>
                <a:lnTo>
                  <a:pt x="31" y="9"/>
                </a:lnTo>
                <a:lnTo>
                  <a:pt x="32" y="9"/>
                </a:lnTo>
                <a:lnTo>
                  <a:pt x="33" y="9"/>
                </a:lnTo>
                <a:lnTo>
                  <a:pt x="33" y="10"/>
                </a:lnTo>
                <a:lnTo>
                  <a:pt x="33" y="11"/>
                </a:lnTo>
                <a:lnTo>
                  <a:pt x="32" y="11"/>
                </a:lnTo>
                <a:lnTo>
                  <a:pt x="32" y="12"/>
                </a:lnTo>
                <a:lnTo>
                  <a:pt x="32" y="11"/>
                </a:lnTo>
                <a:lnTo>
                  <a:pt x="30" y="11"/>
                </a:lnTo>
                <a:lnTo>
                  <a:pt x="30" y="12"/>
                </a:lnTo>
                <a:lnTo>
                  <a:pt x="29" y="12"/>
                </a:lnTo>
                <a:lnTo>
                  <a:pt x="29" y="13"/>
                </a:lnTo>
                <a:lnTo>
                  <a:pt x="30" y="13"/>
                </a:lnTo>
                <a:lnTo>
                  <a:pt x="31" y="13"/>
                </a:lnTo>
                <a:lnTo>
                  <a:pt x="32" y="13"/>
                </a:lnTo>
                <a:lnTo>
                  <a:pt x="33" y="13"/>
                </a:lnTo>
                <a:lnTo>
                  <a:pt x="33" y="14"/>
                </a:lnTo>
                <a:lnTo>
                  <a:pt x="34" y="15"/>
                </a:lnTo>
                <a:lnTo>
                  <a:pt x="35" y="16"/>
                </a:lnTo>
                <a:lnTo>
                  <a:pt x="36" y="17"/>
                </a:lnTo>
                <a:lnTo>
                  <a:pt x="36" y="18"/>
                </a:lnTo>
                <a:lnTo>
                  <a:pt x="37" y="18"/>
                </a:lnTo>
                <a:lnTo>
                  <a:pt x="37" y="17"/>
                </a:lnTo>
                <a:lnTo>
                  <a:pt x="37" y="18"/>
                </a:lnTo>
                <a:lnTo>
                  <a:pt x="36" y="18"/>
                </a:lnTo>
                <a:lnTo>
                  <a:pt x="36" y="19"/>
                </a:lnTo>
                <a:lnTo>
                  <a:pt x="37" y="19"/>
                </a:lnTo>
                <a:lnTo>
                  <a:pt x="36" y="24"/>
                </a:lnTo>
                <a:lnTo>
                  <a:pt x="35" y="25"/>
                </a:lnTo>
                <a:lnTo>
                  <a:pt x="35" y="26"/>
                </a:lnTo>
                <a:lnTo>
                  <a:pt x="34" y="26"/>
                </a:lnTo>
                <a:lnTo>
                  <a:pt x="33" y="26"/>
                </a:lnTo>
                <a:lnTo>
                  <a:pt x="32" y="26"/>
                </a:lnTo>
                <a:lnTo>
                  <a:pt x="31" y="26"/>
                </a:lnTo>
                <a:lnTo>
                  <a:pt x="30" y="25"/>
                </a:lnTo>
                <a:lnTo>
                  <a:pt x="29" y="25"/>
                </a:lnTo>
                <a:lnTo>
                  <a:pt x="29" y="24"/>
                </a:lnTo>
                <a:lnTo>
                  <a:pt x="28" y="24"/>
                </a:lnTo>
                <a:lnTo>
                  <a:pt x="27" y="24"/>
                </a:lnTo>
                <a:lnTo>
                  <a:pt x="26" y="23"/>
                </a:lnTo>
                <a:lnTo>
                  <a:pt x="25" y="23"/>
                </a:lnTo>
                <a:lnTo>
                  <a:pt x="24" y="22"/>
                </a:lnTo>
                <a:lnTo>
                  <a:pt x="23" y="22"/>
                </a:lnTo>
                <a:lnTo>
                  <a:pt x="22" y="21"/>
                </a:lnTo>
                <a:lnTo>
                  <a:pt x="21" y="21"/>
                </a:lnTo>
                <a:lnTo>
                  <a:pt x="20" y="21"/>
                </a:lnTo>
                <a:lnTo>
                  <a:pt x="19" y="21"/>
                </a:lnTo>
                <a:lnTo>
                  <a:pt x="18" y="21"/>
                </a:lnTo>
                <a:lnTo>
                  <a:pt x="17" y="21"/>
                </a:lnTo>
                <a:lnTo>
                  <a:pt x="17" y="19"/>
                </a:lnTo>
                <a:lnTo>
                  <a:pt x="16" y="19"/>
                </a:lnTo>
                <a:lnTo>
                  <a:pt x="15" y="19"/>
                </a:lnTo>
                <a:lnTo>
                  <a:pt x="12" y="18"/>
                </a:lnTo>
                <a:lnTo>
                  <a:pt x="11" y="18"/>
                </a:lnTo>
                <a:lnTo>
                  <a:pt x="10" y="19"/>
                </a:lnTo>
                <a:lnTo>
                  <a:pt x="9" y="21"/>
                </a:lnTo>
                <a:lnTo>
                  <a:pt x="8" y="21"/>
                </a:lnTo>
                <a:lnTo>
                  <a:pt x="7" y="21"/>
                </a:lnTo>
                <a:lnTo>
                  <a:pt x="8" y="21"/>
                </a:lnTo>
                <a:lnTo>
                  <a:pt x="7" y="19"/>
                </a:lnTo>
                <a:lnTo>
                  <a:pt x="7" y="18"/>
                </a:lnTo>
                <a:lnTo>
                  <a:pt x="6" y="17"/>
                </a:lnTo>
                <a:lnTo>
                  <a:pt x="5" y="15"/>
                </a:lnTo>
                <a:lnTo>
                  <a:pt x="4" y="14"/>
                </a:lnTo>
                <a:lnTo>
                  <a:pt x="3" y="14"/>
                </a:lnTo>
                <a:lnTo>
                  <a:pt x="3" y="13"/>
                </a:lnTo>
                <a:lnTo>
                  <a:pt x="4" y="12"/>
                </a:lnTo>
                <a:lnTo>
                  <a:pt x="5" y="12"/>
                </a:lnTo>
                <a:lnTo>
                  <a:pt x="4" y="11"/>
                </a:lnTo>
                <a:lnTo>
                  <a:pt x="4" y="9"/>
                </a:lnTo>
                <a:lnTo>
                  <a:pt x="3" y="8"/>
                </a:lnTo>
                <a:lnTo>
                  <a:pt x="3" y="7"/>
                </a:lnTo>
                <a:lnTo>
                  <a:pt x="2" y="6"/>
                </a:lnTo>
                <a:lnTo>
                  <a:pt x="1" y="5"/>
                </a:lnTo>
                <a:lnTo>
                  <a:pt x="1" y="4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3" y="2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84" name=""/>
          <p:cNvSpPr/>
          <p:nvPr/>
        </p:nvSpPr>
        <p:spPr>
          <a:xfrm>
            <a:off x="7029000" y="18802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1"/>
                </a:moveTo>
                <a:lnTo>
                  <a:pt x="5" y="3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85" name=""/>
          <p:cNvSpPr/>
          <p:nvPr/>
        </p:nvSpPr>
        <p:spPr>
          <a:xfrm>
            <a:off x="7032960" y="188028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4" y="1"/>
                </a:move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7" y="2"/>
                </a:lnTo>
                <a:lnTo>
                  <a:pt x="7" y="1"/>
                </a:ln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4" y="5"/>
                </a:lnTo>
                <a:lnTo>
                  <a:pt x="2" y="7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86" name=""/>
          <p:cNvSpPr/>
          <p:nvPr/>
        </p:nvSpPr>
        <p:spPr>
          <a:xfrm>
            <a:off x="7032600" y="18792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lnTo>
                  <a:pt x="1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87" name=""/>
          <p:cNvSpPr/>
          <p:nvPr/>
        </p:nvSpPr>
        <p:spPr>
          <a:xfrm>
            <a:off x="7052760" y="1882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88" name=""/>
          <p:cNvSpPr/>
          <p:nvPr/>
        </p:nvSpPr>
        <p:spPr>
          <a:xfrm>
            <a:off x="7034040" y="18792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3" y="2"/>
                </a:move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89" name=""/>
          <p:cNvSpPr/>
          <p:nvPr/>
        </p:nvSpPr>
        <p:spPr>
          <a:xfrm>
            <a:off x="7035840" y="18788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90" name=""/>
          <p:cNvSpPr/>
          <p:nvPr/>
        </p:nvSpPr>
        <p:spPr>
          <a:xfrm>
            <a:off x="7035120" y="1878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91" name=""/>
          <p:cNvSpPr/>
          <p:nvPr/>
        </p:nvSpPr>
        <p:spPr>
          <a:xfrm>
            <a:off x="7038720" y="1879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92" name=""/>
          <p:cNvSpPr/>
          <p:nvPr/>
        </p:nvSpPr>
        <p:spPr>
          <a:xfrm>
            <a:off x="7051680" y="18810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93" name=""/>
          <p:cNvSpPr/>
          <p:nvPr/>
        </p:nvSpPr>
        <p:spPr>
          <a:xfrm>
            <a:off x="7047360" y="1879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94" name=""/>
          <p:cNvSpPr/>
          <p:nvPr/>
        </p:nvSpPr>
        <p:spPr>
          <a:xfrm>
            <a:off x="7043760" y="18792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95" name=""/>
          <p:cNvSpPr/>
          <p:nvPr/>
        </p:nvSpPr>
        <p:spPr>
          <a:xfrm>
            <a:off x="7025760" y="1875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96" name=""/>
          <p:cNvSpPr/>
          <p:nvPr/>
        </p:nvSpPr>
        <p:spPr>
          <a:xfrm>
            <a:off x="7049160" y="187992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0"/>
                </a:move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97" name=""/>
          <p:cNvSpPr/>
          <p:nvPr/>
        </p:nvSpPr>
        <p:spPr>
          <a:xfrm>
            <a:off x="7045200" y="18792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98" name=""/>
          <p:cNvSpPr/>
          <p:nvPr/>
        </p:nvSpPr>
        <p:spPr>
          <a:xfrm>
            <a:off x="7050240" y="18799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5"/>
                </a:moveTo>
                <a:lnTo>
                  <a:pt x="2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3"/>
                </a:lnTo>
                <a:lnTo>
                  <a:pt x="4" y="5"/>
                </a:lnTo>
                <a:lnTo>
                  <a:pt x="2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99" name=""/>
          <p:cNvSpPr/>
          <p:nvPr/>
        </p:nvSpPr>
        <p:spPr>
          <a:xfrm>
            <a:off x="7036560" y="187776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5" y="0"/>
                </a:moveTo>
                <a:lnTo>
                  <a:pt x="6" y="0"/>
                </a:lnTo>
                <a:lnTo>
                  <a:pt x="7" y="1"/>
                </a:lnTo>
                <a:lnTo>
                  <a:pt x="7" y="2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1" y="4"/>
                </a:lnTo>
                <a:lnTo>
                  <a:pt x="0" y="4"/>
                </a:lnTo>
                <a:lnTo>
                  <a:pt x="0" y="1"/>
                </a:lnTo>
                <a:lnTo>
                  <a:pt x="1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00" name=""/>
          <p:cNvSpPr/>
          <p:nvPr/>
        </p:nvSpPr>
        <p:spPr>
          <a:xfrm>
            <a:off x="7050960" y="187992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3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01" name=""/>
          <p:cNvSpPr/>
          <p:nvPr/>
        </p:nvSpPr>
        <p:spPr>
          <a:xfrm>
            <a:off x="7037280" y="1877400"/>
            <a:ext cx="5040" cy="2160"/>
          </a:xfrm>
          <a:custGeom>
            <a:avLst/>
            <a:gdLst/>
            <a:ahLst/>
            <a:rect l="0" t="0" r="r" b="b"/>
            <a:pathLst>
              <a:path fill="none" w="14" h="6">
                <a:moveTo>
                  <a:pt x="13" y="0"/>
                </a:moveTo>
                <a:lnTo>
                  <a:pt x="13" y="1"/>
                </a:lnTo>
                <a:lnTo>
                  <a:pt x="13" y="2"/>
                </a:lnTo>
                <a:lnTo>
                  <a:pt x="14" y="4"/>
                </a:lnTo>
                <a:lnTo>
                  <a:pt x="13" y="5"/>
                </a:lnTo>
                <a:lnTo>
                  <a:pt x="13" y="6"/>
                </a:lnTo>
                <a:lnTo>
                  <a:pt x="12" y="6"/>
                </a:lnTo>
                <a:lnTo>
                  <a:pt x="12" y="5"/>
                </a:lnTo>
                <a:lnTo>
                  <a:pt x="11" y="4"/>
                </a:lnTo>
                <a:lnTo>
                  <a:pt x="11" y="5"/>
                </a:lnTo>
                <a:lnTo>
                  <a:pt x="11" y="6"/>
                </a:lnTo>
                <a:lnTo>
                  <a:pt x="11" y="5"/>
                </a:lnTo>
                <a:lnTo>
                  <a:pt x="11" y="6"/>
                </a:lnTo>
                <a:lnTo>
                  <a:pt x="10" y="6"/>
                </a:lnTo>
                <a:lnTo>
                  <a:pt x="9" y="5"/>
                </a:lnTo>
                <a:lnTo>
                  <a:pt x="8" y="5"/>
                </a:lnTo>
                <a:lnTo>
                  <a:pt x="7" y="5"/>
                </a:lnTo>
                <a:lnTo>
                  <a:pt x="5" y="6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4" y="4"/>
                </a:lnTo>
                <a:lnTo>
                  <a:pt x="4" y="2"/>
                </a:lnTo>
                <a:lnTo>
                  <a:pt x="4" y="1"/>
                </a:lnTo>
                <a:lnTo>
                  <a:pt x="5" y="1"/>
                </a:lnTo>
                <a:lnTo>
                  <a:pt x="7" y="1"/>
                </a:lnTo>
                <a:lnTo>
                  <a:pt x="8" y="1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11" y="1"/>
                </a:lnTo>
                <a:lnTo>
                  <a:pt x="12" y="0"/>
                </a:lnTo>
                <a:lnTo>
                  <a:pt x="1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02" name=""/>
          <p:cNvSpPr/>
          <p:nvPr/>
        </p:nvSpPr>
        <p:spPr>
          <a:xfrm>
            <a:off x="7040160" y="1877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03" name=""/>
          <p:cNvSpPr/>
          <p:nvPr/>
        </p:nvSpPr>
        <p:spPr>
          <a:xfrm>
            <a:off x="7026840" y="187488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3" y="2"/>
                </a:moveTo>
                <a:lnTo>
                  <a:pt x="3" y="3"/>
                </a:lnTo>
                <a:lnTo>
                  <a:pt x="3" y="4"/>
                </a:ln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04" name=""/>
          <p:cNvSpPr/>
          <p:nvPr/>
        </p:nvSpPr>
        <p:spPr>
          <a:xfrm>
            <a:off x="7030080" y="1874880"/>
            <a:ext cx="6480" cy="5040"/>
          </a:xfrm>
          <a:custGeom>
            <a:avLst/>
            <a:gdLst/>
            <a:ahLst/>
            <a:rect l="0" t="0" r="r" b="b"/>
            <a:pathLst>
              <a:path fill="none" w="18" h="14">
                <a:moveTo>
                  <a:pt x="12" y="3"/>
                </a:moveTo>
                <a:lnTo>
                  <a:pt x="13" y="3"/>
                </a:lnTo>
                <a:lnTo>
                  <a:pt x="15" y="2"/>
                </a:lnTo>
                <a:lnTo>
                  <a:pt x="16" y="2"/>
                </a:lnTo>
                <a:lnTo>
                  <a:pt x="17" y="2"/>
                </a:lnTo>
                <a:lnTo>
                  <a:pt x="17" y="3"/>
                </a:lnTo>
                <a:lnTo>
                  <a:pt x="16" y="3"/>
                </a:lnTo>
                <a:lnTo>
                  <a:pt x="16" y="4"/>
                </a:lnTo>
                <a:lnTo>
                  <a:pt x="17" y="5"/>
                </a:lnTo>
                <a:lnTo>
                  <a:pt x="18" y="5"/>
                </a:lnTo>
                <a:lnTo>
                  <a:pt x="17" y="6"/>
                </a:lnTo>
                <a:lnTo>
                  <a:pt x="16" y="6"/>
                </a:lnTo>
                <a:lnTo>
                  <a:pt x="17" y="8"/>
                </a:lnTo>
                <a:lnTo>
                  <a:pt x="17" y="9"/>
                </a:lnTo>
                <a:lnTo>
                  <a:pt x="17" y="10"/>
                </a:lnTo>
                <a:lnTo>
                  <a:pt x="17" y="11"/>
                </a:lnTo>
                <a:lnTo>
                  <a:pt x="17" y="12"/>
                </a:lnTo>
                <a:lnTo>
                  <a:pt x="17" y="14"/>
                </a:lnTo>
                <a:lnTo>
                  <a:pt x="16" y="14"/>
                </a:lnTo>
                <a:lnTo>
                  <a:pt x="16" y="12"/>
                </a:lnTo>
                <a:lnTo>
                  <a:pt x="15" y="12"/>
                </a:lnTo>
                <a:lnTo>
                  <a:pt x="13" y="12"/>
                </a:lnTo>
                <a:lnTo>
                  <a:pt x="13" y="11"/>
                </a:lnTo>
                <a:lnTo>
                  <a:pt x="11" y="11"/>
                </a:lnTo>
                <a:lnTo>
                  <a:pt x="10" y="11"/>
                </a:lnTo>
                <a:lnTo>
                  <a:pt x="9" y="11"/>
                </a:lnTo>
                <a:lnTo>
                  <a:pt x="8" y="10"/>
                </a:lnTo>
                <a:lnTo>
                  <a:pt x="7" y="10"/>
                </a:lnTo>
                <a:lnTo>
                  <a:pt x="5" y="9"/>
                </a:lnTo>
                <a:lnTo>
                  <a:pt x="4" y="8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2" y="5"/>
                </a:lnTo>
                <a:lnTo>
                  <a:pt x="1" y="5"/>
                </a:lnTo>
                <a:lnTo>
                  <a:pt x="2" y="5"/>
                </a:lnTo>
                <a:lnTo>
                  <a:pt x="3" y="5"/>
                </a:lnTo>
                <a:lnTo>
                  <a:pt x="4" y="5"/>
                </a:lnTo>
                <a:lnTo>
                  <a:pt x="5" y="5"/>
                </a:lnTo>
                <a:lnTo>
                  <a:pt x="6" y="4"/>
                </a:lnTo>
                <a:lnTo>
                  <a:pt x="7" y="4"/>
                </a:lnTo>
                <a:lnTo>
                  <a:pt x="8" y="4"/>
                </a:lnTo>
                <a:lnTo>
                  <a:pt x="9" y="4"/>
                </a:lnTo>
                <a:lnTo>
                  <a:pt x="9" y="3"/>
                </a:lnTo>
                <a:lnTo>
                  <a:pt x="10" y="2"/>
                </a:lnTo>
                <a:lnTo>
                  <a:pt x="11" y="2"/>
                </a:lnTo>
                <a:lnTo>
                  <a:pt x="11" y="0"/>
                </a:lnTo>
                <a:lnTo>
                  <a:pt x="12" y="0"/>
                </a:lnTo>
                <a:lnTo>
                  <a:pt x="1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05" name=""/>
          <p:cNvSpPr/>
          <p:nvPr/>
        </p:nvSpPr>
        <p:spPr>
          <a:xfrm>
            <a:off x="7043400" y="1872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06" name=""/>
          <p:cNvSpPr/>
          <p:nvPr/>
        </p:nvSpPr>
        <p:spPr>
          <a:xfrm>
            <a:off x="7043040" y="18712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3"/>
                </a:moveTo>
                <a:lnTo>
                  <a:pt x="4" y="3"/>
                </a:lnTo>
                <a:lnTo>
                  <a:pt x="4" y="5"/>
                </a:lnTo>
                <a:lnTo>
                  <a:pt x="3" y="5"/>
                </a:lnTo>
                <a:lnTo>
                  <a:pt x="2" y="5"/>
                </a:lnTo>
                <a:lnTo>
                  <a:pt x="2" y="3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3" y="2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07" name=""/>
          <p:cNvSpPr/>
          <p:nvPr/>
        </p:nvSpPr>
        <p:spPr>
          <a:xfrm>
            <a:off x="7037640" y="1870200"/>
            <a:ext cx="5400" cy="2520"/>
          </a:xfrm>
          <a:custGeom>
            <a:avLst/>
            <a:gdLst/>
            <a:ahLst/>
            <a:rect l="0" t="0" r="r" b="b"/>
            <a:pathLst>
              <a:path fill="none" w="15" h="7">
                <a:moveTo>
                  <a:pt x="10" y="0"/>
                </a:moveTo>
                <a:lnTo>
                  <a:pt x="9" y="0"/>
                </a:lnTo>
                <a:lnTo>
                  <a:pt x="9" y="1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2" y="2"/>
                </a:lnTo>
                <a:lnTo>
                  <a:pt x="13" y="2"/>
                </a:lnTo>
                <a:lnTo>
                  <a:pt x="14" y="3"/>
                </a:lnTo>
                <a:lnTo>
                  <a:pt x="14" y="5"/>
                </a:lnTo>
                <a:lnTo>
                  <a:pt x="13" y="5"/>
                </a:lnTo>
                <a:lnTo>
                  <a:pt x="13" y="6"/>
                </a:lnTo>
                <a:lnTo>
                  <a:pt x="14" y="6"/>
                </a:lnTo>
                <a:lnTo>
                  <a:pt x="14" y="7"/>
                </a:lnTo>
                <a:lnTo>
                  <a:pt x="15" y="7"/>
                </a:lnTo>
                <a:lnTo>
                  <a:pt x="14" y="7"/>
                </a:lnTo>
                <a:lnTo>
                  <a:pt x="13" y="7"/>
                </a:lnTo>
                <a:lnTo>
                  <a:pt x="12" y="7"/>
                </a:lnTo>
                <a:lnTo>
                  <a:pt x="11" y="6"/>
                </a:lnTo>
                <a:lnTo>
                  <a:pt x="10" y="6"/>
                </a:lnTo>
                <a:lnTo>
                  <a:pt x="9" y="6"/>
                </a:lnTo>
                <a:lnTo>
                  <a:pt x="8" y="7"/>
                </a:lnTo>
                <a:lnTo>
                  <a:pt x="8" y="6"/>
                </a:lnTo>
                <a:lnTo>
                  <a:pt x="8" y="5"/>
                </a:lnTo>
                <a:lnTo>
                  <a:pt x="7" y="5"/>
                </a:lnTo>
                <a:lnTo>
                  <a:pt x="6" y="5"/>
                </a:lnTo>
                <a:lnTo>
                  <a:pt x="7" y="6"/>
                </a:lnTo>
                <a:lnTo>
                  <a:pt x="7" y="7"/>
                </a:lnTo>
                <a:lnTo>
                  <a:pt x="6" y="7"/>
                </a:lnTo>
                <a:lnTo>
                  <a:pt x="4" y="7"/>
                </a:lnTo>
                <a:lnTo>
                  <a:pt x="3" y="7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9" y="0"/>
                </a:lnTo>
                <a:lnTo>
                  <a:pt x="1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08" name=""/>
          <p:cNvSpPr/>
          <p:nvPr/>
        </p:nvSpPr>
        <p:spPr>
          <a:xfrm>
            <a:off x="7038000" y="18691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09" name=""/>
          <p:cNvSpPr/>
          <p:nvPr/>
        </p:nvSpPr>
        <p:spPr>
          <a:xfrm>
            <a:off x="7016040" y="18651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10" name=""/>
          <p:cNvSpPr/>
          <p:nvPr/>
        </p:nvSpPr>
        <p:spPr>
          <a:xfrm>
            <a:off x="7036560" y="18680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11" name=""/>
          <p:cNvSpPr/>
          <p:nvPr/>
        </p:nvSpPr>
        <p:spPr>
          <a:xfrm>
            <a:off x="7038720" y="186804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1"/>
                </a:moveTo>
                <a:lnTo>
                  <a:pt x="3" y="3"/>
                </a:lnTo>
                <a:lnTo>
                  <a:pt x="2" y="3"/>
                </a:lnTo>
                <a:lnTo>
                  <a:pt x="0" y="1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12" name=""/>
          <p:cNvSpPr/>
          <p:nvPr/>
        </p:nvSpPr>
        <p:spPr>
          <a:xfrm>
            <a:off x="7030080" y="18655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5"/>
                </a:moveTo>
                <a:lnTo>
                  <a:pt x="2" y="3"/>
                </a:lnTo>
                <a:lnTo>
                  <a:pt x="0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4" y="3"/>
                </a:lnTo>
                <a:lnTo>
                  <a:pt x="3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13" name=""/>
          <p:cNvSpPr/>
          <p:nvPr/>
        </p:nvSpPr>
        <p:spPr>
          <a:xfrm>
            <a:off x="7031520" y="186516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5" y="0"/>
                </a:move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14" name=""/>
          <p:cNvSpPr/>
          <p:nvPr/>
        </p:nvSpPr>
        <p:spPr>
          <a:xfrm>
            <a:off x="7032600" y="18648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15" name=""/>
          <p:cNvSpPr/>
          <p:nvPr/>
        </p:nvSpPr>
        <p:spPr>
          <a:xfrm>
            <a:off x="7039080" y="1865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16" name=""/>
          <p:cNvSpPr/>
          <p:nvPr/>
        </p:nvSpPr>
        <p:spPr>
          <a:xfrm>
            <a:off x="7039800" y="18655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17" name=""/>
          <p:cNvSpPr/>
          <p:nvPr/>
        </p:nvSpPr>
        <p:spPr>
          <a:xfrm>
            <a:off x="7029720" y="186372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7" y="4"/>
                </a:moveTo>
                <a:lnTo>
                  <a:pt x="7" y="5"/>
                </a:lnTo>
                <a:lnTo>
                  <a:pt x="5" y="5"/>
                </a:lnTo>
                <a:lnTo>
                  <a:pt x="5" y="7"/>
                </a:lnTo>
                <a:lnTo>
                  <a:pt x="2" y="4"/>
                </a:lnTo>
                <a:lnTo>
                  <a:pt x="1" y="3"/>
                </a:lnTo>
                <a:lnTo>
                  <a:pt x="0" y="2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4" y="3"/>
                </a:lnTo>
                <a:lnTo>
                  <a:pt x="7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18" name=""/>
          <p:cNvSpPr/>
          <p:nvPr/>
        </p:nvSpPr>
        <p:spPr>
          <a:xfrm>
            <a:off x="7028640" y="18633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3" y="0"/>
                </a:moveTo>
                <a:lnTo>
                  <a:pt x="4" y="0"/>
                </a:lnTo>
                <a:lnTo>
                  <a:pt x="4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19" name=""/>
          <p:cNvSpPr/>
          <p:nvPr/>
        </p:nvSpPr>
        <p:spPr>
          <a:xfrm>
            <a:off x="7041960" y="1864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20" name=""/>
          <p:cNvSpPr/>
          <p:nvPr/>
        </p:nvSpPr>
        <p:spPr>
          <a:xfrm>
            <a:off x="7037280" y="18637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21" name=""/>
          <p:cNvSpPr/>
          <p:nvPr/>
        </p:nvSpPr>
        <p:spPr>
          <a:xfrm>
            <a:off x="7044840" y="1863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22" name=""/>
          <p:cNvSpPr/>
          <p:nvPr/>
        </p:nvSpPr>
        <p:spPr>
          <a:xfrm>
            <a:off x="7041600" y="18622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2"/>
                </a:move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23" name=""/>
          <p:cNvSpPr/>
          <p:nvPr/>
        </p:nvSpPr>
        <p:spPr>
          <a:xfrm>
            <a:off x="7045200" y="18626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24" name=""/>
          <p:cNvSpPr/>
          <p:nvPr/>
        </p:nvSpPr>
        <p:spPr>
          <a:xfrm>
            <a:off x="7045920" y="18626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4" y="1"/>
                </a:moveTo>
                <a:lnTo>
                  <a:pt x="5" y="1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25" name=""/>
          <p:cNvSpPr/>
          <p:nvPr/>
        </p:nvSpPr>
        <p:spPr>
          <a:xfrm>
            <a:off x="7042320" y="1860120"/>
            <a:ext cx="3960" cy="2520"/>
          </a:xfrm>
          <a:custGeom>
            <a:avLst/>
            <a:gdLst/>
            <a:ahLst/>
            <a:rect l="0" t="0" r="r" b="b"/>
            <a:pathLst>
              <a:path fill="none" w="11" h="7">
                <a:moveTo>
                  <a:pt x="6" y="5"/>
                </a:moveTo>
                <a:lnTo>
                  <a:pt x="7" y="5"/>
                </a:lnTo>
                <a:lnTo>
                  <a:pt x="7" y="4"/>
                </a:lnTo>
                <a:lnTo>
                  <a:pt x="8" y="4"/>
                </a:lnTo>
                <a:lnTo>
                  <a:pt x="9" y="4"/>
                </a:lnTo>
                <a:lnTo>
                  <a:pt x="10" y="3"/>
                </a:lnTo>
                <a:lnTo>
                  <a:pt x="11" y="3"/>
                </a:lnTo>
                <a:lnTo>
                  <a:pt x="11" y="4"/>
                </a:lnTo>
                <a:lnTo>
                  <a:pt x="10" y="4"/>
                </a:lnTo>
                <a:lnTo>
                  <a:pt x="9" y="4"/>
                </a:lnTo>
                <a:lnTo>
                  <a:pt x="10" y="5"/>
                </a:lnTo>
                <a:lnTo>
                  <a:pt x="11" y="5"/>
                </a:lnTo>
                <a:lnTo>
                  <a:pt x="10" y="6"/>
                </a:lnTo>
                <a:lnTo>
                  <a:pt x="10" y="5"/>
                </a:lnTo>
                <a:lnTo>
                  <a:pt x="9" y="5"/>
                </a:lnTo>
                <a:lnTo>
                  <a:pt x="8" y="5"/>
                </a:lnTo>
                <a:lnTo>
                  <a:pt x="7" y="6"/>
                </a:lnTo>
                <a:lnTo>
                  <a:pt x="7" y="5"/>
                </a:lnTo>
                <a:lnTo>
                  <a:pt x="6" y="6"/>
                </a:lnTo>
                <a:lnTo>
                  <a:pt x="6" y="5"/>
                </a:lnTo>
                <a:lnTo>
                  <a:pt x="5" y="6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4" y="3"/>
                </a:lnTo>
                <a:lnTo>
                  <a:pt x="5" y="3"/>
                </a:lnTo>
                <a:lnTo>
                  <a:pt x="5" y="4"/>
                </a:lnTo>
                <a:lnTo>
                  <a:pt x="6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26" name=""/>
          <p:cNvSpPr/>
          <p:nvPr/>
        </p:nvSpPr>
        <p:spPr>
          <a:xfrm>
            <a:off x="7040880" y="18594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27" name=""/>
          <p:cNvSpPr/>
          <p:nvPr/>
        </p:nvSpPr>
        <p:spPr>
          <a:xfrm>
            <a:off x="7043040" y="18597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28" name=""/>
          <p:cNvSpPr/>
          <p:nvPr/>
        </p:nvSpPr>
        <p:spPr>
          <a:xfrm>
            <a:off x="7052760" y="186084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0"/>
                </a:moveTo>
                <a:lnTo>
                  <a:pt x="6" y="1"/>
                </a:lnTo>
                <a:lnTo>
                  <a:pt x="6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29" name=""/>
          <p:cNvSpPr/>
          <p:nvPr/>
        </p:nvSpPr>
        <p:spPr>
          <a:xfrm>
            <a:off x="7054560" y="18608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0"/>
                </a:moveTo>
                <a:lnTo>
                  <a:pt x="3" y="1"/>
                </a:lnTo>
                <a:lnTo>
                  <a:pt x="5" y="3"/>
                </a:lnTo>
                <a:lnTo>
                  <a:pt x="3" y="4"/>
                </a:lnTo>
                <a:lnTo>
                  <a:pt x="3" y="3"/>
                </a:lnTo>
                <a:lnTo>
                  <a:pt x="3" y="1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30" name=""/>
          <p:cNvSpPr/>
          <p:nvPr/>
        </p:nvSpPr>
        <p:spPr>
          <a:xfrm>
            <a:off x="7053480" y="1858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31" name=""/>
          <p:cNvSpPr/>
          <p:nvPr/>
        </p:nvSpPr>
        <p:spPr>
          <a:xfrm>
            <a:off x="7053120" y="1858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32" name=""/>
          <p:cNvSpPr/>
          <p:nvPr/>
        </p:nvSpPr>
        <p:spPr>
          <a:xfrm>
            <a:off x="7048080" y="185724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3" y="0"/>
                </a:moveTo>
                <a:lnTo>
                  <a:pt x="5" y="2"/>
                </a:lnTo>
                <a:lnTo>
                  <a:pt x="3" y="2"/>
                </a:ln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33" name=""/>
          <p:cNvSpPr/>
          <p:nvPr/>
        </p:nvSpPr>
        <p:spPr>
          <a:xfrm>
            <a:off x="7049160" y="18572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34" name=""/>
          <p:cNvSpPr/>
          <p:nvPr/>
        </p:nvSpPr>
        <p:spPr>
          <a:xfrm>
            <a:off x="7049880" y="185580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2" y="3"/>
                </a:moveTo>
                <a:lnTo>
                  <a:pt x="4" y="3"/>
                </a:lnTo>
                <a:lnTo>
                  <a:pt x="4" y="1"/>
                </a:lnTo>
                <a:lnTo>
                  <a:pt x="5" y="1"/>
                </a:lnTo>
                <a:lnTo>
                  <a:pt x="5" y="3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1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35" name=""/>
          <p:cNvSpPr/>
          <p:nvPr/>
        </p:nvSpPr>
        <p:spPr>
          <a:xfrm>
            <a:off x="7008840" y="179424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3" y="0"/>
                </a:lnTo>
                <a:lnTo>
                  <a:pt x="3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36" name=""/>
          <p:cNvSpPr/>
          <p:nvPr/>
        </p:nvSpPr>
        <p:spPr>
          <a:xfrm>
            <a:off x="6943320" y="1711800"/>
            <a:ext cx="4320" cy="1440"/>
          </a:xfrm>
          <a:custGeom>
            <a:avLst/>
            <a:gdLst/>
            <a:ahLst/>
            <a:rect l="0" t="0" r="r" b="b"/>
            <a:pathLst>
              <a:path fill="none" w="12" h="4">
                <a:moveTo>
                  <a:pt x="7" y="0"/>
                </a:moveTo>
                <a:lnTo>
                  <a:pt x="7" y="1"/>
                </a:lnTo>
                <a:lnTo>
                  <a:pt x="9" y="1"/>
                </a:lnTo>
                <a:lnTo>
                  <a:pt x="10" y="1"/>
                </a:lnTo>
                <a:lnTo>
                  <a:pt x="11" y="1"/>
                </a:lnTo>
                <a:lnTo>
                  <a:pt x="12" y="3"/>
                </a:lnTo>
                <a:lnTo>
                  <a:pt x="11" y="4"/>
                </a:lnTo>
                <a:lnTo>
                  <a:pt x="10" y="4"/>
                </a:lnTo>
                <a:lnTo>
                  <a:pt x="9" y="3"/>
                </a:lnTo>
                <a:lnTo>
                  <a:pt x="7" y="1"/>
                </a:lnTo>
                <a:lnTo>
                  <a:pt x="6" y="1"/>
                </a:lnTo>
                <a:lnTo>
                  <a:pt x="5" y="1"/>
                </a:lnTo>
                <a:lnTo>
                  <a:pt x="2" y="3"/>
                </a:lnTo>
                <a:lnTo>
                  <a:pt x="1" y="1"/>
                </a:lnTo>
                <a:lnTo>
                  <a:pt x="0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37" name=""/>
          <p:cNvSpPr/>
          <p:nvPr/>
        </p:nvSpPr>
        <p:spPr>
          <a:xfrm>
            <a:off x="6960960" y="1680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38" name=""/>
          <p:cNvSpPr/>
          <p:nvPr/>
        </p:nvSpPr>
        <p:spPr>
          <a:xfrm>
            <a:off x="6968520" y="167436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2" y="6"/>
                </a:move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3" y="4"/>
                </a:lnTo>
                <a:lnTo>
                  <a:pt x="4" y="4"/>
                </a:lnTo>
                <a:lnTo>
                  <a:pt x="4" y="5"/>
                </a:lnTo>
                <a:lnTo>
                  <a:pt x="2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39" name=""/>
          <p:cNvSpPr/>
          <p:nvPr/>
        </p:nvSpPr>
        <p:spPr>
          <a:xfrm>
            <a:off x="6973560" y="1668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40" name=""/>
          <p:cNvSpPr/>
          <p:nvPr/>
        </p:nvSpPr>
        <p:spPr>
          <a:xfrm>
            <a:off x="6979320" y="1667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41" name=""/>
          <p:cNvSpPr/>
          <p:nvPr/>
        </p:nvSpPr>
        <p:spPr>
          <a:xfrm>
            <a:off x="6982200" y="1663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42" name=""/>
          <p:cNvSpPr/>
          <p:nvPr/>
        </p:nvSpPr>
        <p:spPr>
          <a:xfrm>
            <a:off x="6988320" y="16578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43" name=""/>
          <p:cNvSpPr/>
          <p:nvPr/>
        </p:nvSpPr>
        <p:spPr>
          <a:xfrm>
            <a:off x="6993360" y="1651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44" name=""/>
          <p:cNvSpPr/>
          <p:nvPr/>
        </p:nvSpPr>
        <p:spPr>
          <a:xfrm>
            <a:off x="6994080" y="165096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3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45" name=""/>
          <p:cNvSpPr/>
          <p:nvPr/>
        </p:nvSpPr>
        <p:spPr>
          <a:xfrm>
            <a:off x="7016040" y="16398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46" name=""/>
          <p:cNvSpPr/>
          <p:nvPr/>
        </p:nvSpPr>
        <p:spPr>
          <a:xfrm>
            <a:off x="7036560" y="1638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47" name=""/>
          <p:cNvSpPr/>
          <p:nvPr/>
        </p:nvSpPr>
        <p:spPr>
          <a:xfrm>
            <a:off x="6957360" y="1618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48" name=""/>
          <p:cNvSpPr/>
          <p:nvPr/>
        </p:nvSpPr>
        <p:spPr>
          <a:xfrm>
            <a:off x="7014600" y="161208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5" y="2"/>
                </a:move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1" y="2"/>
                </a:lnTo>
                <a:lnTo>
                  <a:pt x="2" y="2"/>
                </a:lnTo>
                <a:lnTo>
                  <a:pt x="3" y="1"/>
                </a:lnTo>
                <a:lnTo>
                  <a:pt x="4" y="1"/>
                </a:lnTo>
                <a:lnTo>
                  <a:pt x="5" y="0"/>
                </a:lnTo>
                <a:lnTo>
                  <a:pt x="7" y="0"/>
                </a:lnTo>
                <a:lnTo>
                  <a:pt x="8" y="0"/>
                </a:lnTo>
                <a:lnTo>
                  <a:pt x="7" y="0"/>
                </a:lnTo>
                <a:lnTo>
                  <a:pt x="7" y="1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49" name=""/>
          <p:cNvSpPr/>
          <p:nvPr/>
        </p:nvSpPr>
        <p:spPr>
          <a:xfrm>
            <a:off x="6938280" y="1600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50" name=""/>
          <p:cNvSpPr/>
          <p:nvPr/>
        </p:nvSpPr>
        <p:spPr>
          <a:xfrm>
            <a:off x="6939000" y="1599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51" name=""/>
          <p:cNvSpPr/>
          <p:nvPr/>
        </p:nvSpPr>
        <p:spPr>
          <a:xfrm>
            <a:off x="7012440" y="16092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52" name=""/>
          <p:cNvSpPr/>
          <p:nvPr/>
        </p:nvSpPr>
        <p:spPr>
          <a:xfrm>
            <a:off x="7034040" y="16110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1" y="0"/>
                </a:move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5" y="4"/>
                </a:ln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53" name=""/>
          <p:cNvSpPr/>
          <p:nvPr/>
        </p:nvSpPr>
        <p:spPr>
          <a:xfrm>
            <a:off x="6977520" y="160092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54" name=""/>
          <p:cNvSpPr/>
          <p:nvPr/>
        </p:nvSpPr>
        <p:spPr>
          <a:xfrm>
            <a:off x="6985080" y="15948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0"/>
                </a:move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lnTo>
                  <a:pt x="2" y="5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55" name=""/>
          <p:cNvSpPr/>
          <p:nvPr/>
        </p:nvSpPr>
        <p:spPr>
          <a:xfrm>
            <a:off x="6982920" y="15937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0"/>
                </a:move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lnTo>
                  <a:pt x="3" y="5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56" name=""/>
          <p:cNvSpPr/>
          <p:nvPr/>
        </p:nvSpPr>
        <p:spPr>
          <a:xfrm>
            <a:off x="6984360" y="15937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57" name=""/>
          <p:cNvSpPr/>
          <p:nvPr/>
        </p:nvSpPr>
        <p:spPr>
          <a:xfrm>
            <a:off x="6985800" y="1593360"/>
            <a:ext cx="2880" cy="3960"/>
          </a:xfrm>
          <a:custGeom>
            <a:avLst/>
            <a:gdLst/>
            <a:ahLst/>
            <a:rect l="0" t="0" r="r" b="b"/>
            <a:pathLst>
              <a:path fill="none" w="8" h="11">
                <a:moveTo>
                  <a:pt x="1" y="0"/>
                </a:move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lnTo>
                  <a:pt x="8" y="7"/>
                </a:lnTo>
                <a:lnTo>
                  <a:pt x="8" y="8"/>
                </a:lnTo>
                <a:lnTo>
                  <a:pt x="7" y="8"/>
                </a:lnTo>
                <a:lnTo>
                  <a:pt x="7" y="10"/>
                </a:lnTo>
                <a:lnTo>
                  <a:pt x="8" y="10"/>
                </a:lnTo>
                <a:lnTo>
                  <a:pt x="8" y="11"/>
                </a:lnTo>
                <a:lnTo>
                  <a:pt x="7" y="11"/>
                </a:lnTo>
                <a:lnTo>
                  <a:pt x="6" y="11"/>
                </a:lnTo>
                <a:lnTo>
                  <a:pt x="6" y="10"/>
                </a:lnTo>
                <a:lnTo>
                  <a:pt x="6" y="8"/>
                </a:lnTo>
                <a:lnTo>
                  <a:pt x="5" y="8"/>
                </a:lnTo>
                <a:lnTo>
                  <a:pt x="4" y="8"/>
                </a:lnTo>
                <a:lnTo>
                  <a:pt x="5" y="7"/>
                </a:lnTo>
                <a:lnTo>
                  <a:pt x="4" y="6"/>
                </a:lnTo>
                <a:lnTo>
                  <a:pt x="4" y="5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4" y="3"/>
                </a:lnTo>
                <a:lnTo>
                  <a:pt x="2" y="3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58" name=""/>
          <p:cNvSpPr/>
          <p:nvPr/>
        </p:nvSpPr>
        <p:spPr>
          <a:xfrm>
            <a:off x="6993720" y="15915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59" name=""/>
          <p:cNvSpPr/>
          <p:nvPr/>
        </p:nvSpPr>
        <p:spPr>
          <a:xfrm>
            <a:off x="6984000" y="1587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60" name=""/>
          <p:cNvSpPr/>
          <p:nvPr/>
        </p:nvSpPr>
        <p:spPr>
          <a:xfrm>
            <a:off x="6987600" y="15858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1" y="4"/>
                </a:moveTo>
                <a:lnTo>
                  <a:pt x="3" y="4"/>
                </a:lnTo>
                <a:lnTo>
                  <a:pt x="4" y="4"/>
                </a:lnTo>
                <a:lnTo>
                  <a:pt x="5" y="5"/>
                </a:lnTo>
                <a:lnTo>
                  <a:pt x="4" y="5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61" name=""/>
          <p:cNvSpPr/>
          <p:nvPr/>
        </p:nvSpPr>
        <p:spPr>
          <a:xfrm>
            <a:off x="6989400" y="15814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2"/>
                </a:moveTo>
                <a:lnTo>
                  <a:pt x="4" y="2"/>
                </a:lnTo>
                <a:lnTo>
                  <a:pt x="4" y="3"/>
                </a:lnTo>
                <a:lnTo>
                  <a:pt x="2" y="2"/>
                </a:lnTo>
                <a:lnTo>
                  <a:pt x="2" y="3"/>
                </a:lnTo>
                <a:lnTo>
                  <a:pt x="1" y="3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62" name=""/>
          <p:cNvSpPr/>
          <p:nvPr/>
        </p:nvSpPr>
        <p:spPr>
          <a:xfrm>
            <a:off x="6990840" y="15800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63" name=""/>
          <p:cNvSpPr/>
          <p:nvPr/>
        </p:nvSpPr>
        <p:spPr>
          <a:xfrm>
            <a:off x="6992640" y="15793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1"/>
                </a:move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2" y="1"/>
                </a:lnTo>
                <a:lnTo>
                  <a:pt x="2" y="3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64" name=""/>
          <p:cNvSpPr/>
          <p:nvPr/>
        </p:nvSpPr>
        <p:spPr>
          <a:xfrm>
            <a:off x="6992640" y="1578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65" name=""/>
          <p:cNvSpPr/>
          <p:nvPr/>
        </p:nvSpPr>
        <p:spPr>
          <a:xfrm>
            <a:off x="6996600" y="156096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66" name=""/>
          <p:cNvSpPr/>
          <p:nvPr/>
        </p:nvSpPr>
        <p:spPr>
          <a:xfrm>
            <a:off x="6926040" y="15516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67" name=""/>
          <p:cNvSpPr/>
          <p:nvPr/>
        </p:nvSpPr>
        <p:spPr>
          <a:xfrm>
            <a:off x="6924960" y="15505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1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5" y="2"/>
                </a:lnTo>
                <a:lnTo>
                  <a:pt x="3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68" name=""/>
          <p:cNvSpPr/>
          <p:nvPr/>
        </p:nvSpPr>
        <p:spPr>
          <a:xfrm>
            <a:off x="6995160" y="15577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69" name=""/>
          <p:cNvSpPr/>
          <p:nvPr/>
        </p:nvSpPr>
        <p:spPr>
          <a:xfrm>
            <a:off x="7022520" y="1560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2" y="0"/>
                </a:lnTo>
                <a:lnTo>
                  <a:pt x="2" y="1"/>
                </a:lnTo>
                <a:lnTo>
                  <a:pt x="4" y="2"/>
                </a:lnTo>
                <a:lnTo>
                  <a:pt x="2" y="4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70" name=""/>
          <p:cNvSpPr/>
          <p:nvPr/>
        </p:nvSpPr>
        <p:spPr>
          <a:xfrm>
            <a:off x="7022880" y="1559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71" name=""/>
          <p:cNvSpPr/>
          <p:nvPr/>
        </p:nvSpPr>
        <p:spPr>
          <a:xfrm>
            <a:off x="7000920" y="15526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72" name=""/>
          <p:cNvSpPr/>
          <p:nvPr/>
        </p:nvSpPr>
        <p:spPr>
          <a:xfrm>
            <a:off x="7003080" y="15523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73" name=""/>
          <p:cNvSpPr/>
          <p:nvPr/>
        </p:nvSpPr>
        <p:spPr>
          <a:xfrm>
            <a:off x="7010280" y="1548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0"/>
                </a:move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74" name=""/>
          <p:cNvSpPr/>
          <p:nvPr/>
        </p:nvSpPr>
        <p:spPr>
          <a:xfrm>
            <a:off x="7014240" y="1549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75" name=""/>
          <p:cNvSpPr/>
          <p:nvPr/>
        </p:nvSpPr>
        <p:spPr>
          <a:xfrm>
            <a:off x="7011720" y="15487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76" name=""/>
          <p:cNvSpPr/>
          <p:nvPr/>
        </p:nvSpPr>
        <p:spPr>
          <a:xfrm>
            <a:off x="7051320" y="155448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3" y="2"/>
                </a:moveTo>
                <a:lnTo>
                  <a:pt x="3" y="3"/>
                </a:lnTo>
                <a:lnTo>
                  <a:pt x="4" y="3"/>
                </a:ln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lnTo>
                  <a:pt x="5" y="6"/>
                </a:lnTo>
                <a:lnTo>
                  <a:pt x="4" y="6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77" name=""/>
          <p:cNvSpPr/>
          <p:nvPr/>
        </p:nvSpPr>
        <p:spPr>
          <a:xfrm>
            <a:off x="7054920" y="15541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1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78" name=""/>
          <p:cNvSpPr/>
          <p:nvPr/>
        </p:nvSpPr>
        <p:spPr>
          <a:xfrm>
            <a:off x="7056000" y="15537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79" name=""/>
          <p:cNvSpPr/>
          <p:nvPr/>
        </p:nvSpPr>
        <p:spPr>
          <a:xfrm>
            <a:off x="7053480" y="15534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80" name=""/>
          <p:cNvSpPr/>
          <p:nvPr/>
        </p:nvSpPr>
        <p:spPr>
          <a:xfrm>
            <a:off x="7054200" y="15534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81" name=""/>
          <p:cNvSpPr/>
          <p:nvPr/>
        </p:nvSpPr>
        <p:spPr>
          <a:xfrm>
            <a:off x="7041240" y="15494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82" name=""/>
          <p:cNvSpPr/>
          <p:nvPr/>
        </p:nvSpPr>
        <p:spPr>
          <a:xfrm>
            <a:off x="7038000" y="1548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83" name=""/>
          <p:cNvSpPr/>
          <p:nvPr/>
        </p:nvSpPr>
        <p:spPr>
          <a:xfrm>
            <a:off x="7065360" y="1552320"/>
            <a:ext cx="2160" cy="3240"/>
          </a:xfrm>
          <a:custGeom>
            <a:avLst/>
            <a:gdLst/>
            <a:ahLst/>
            <a:rect l="0" t="0" r="r" b="b"/>
            <a:pathLst>
              <a:path fill="none" w="6" h="9">
                <a:moveTo>
                  <a:pt x="5" y="2"/>
                </a:moveTo>
                <a:lnTo>
                  <a:pt x="5" y="3"/>
                </a:lnTo>
                <a:lnTo>
                  <a:pt x="6" y="3"/>
                </a:lnTo>
                <a:lnTo>
                  <a:pt x="6" y="5"/>
                </a:lnTo>
                <a:lnTo>
                  <a:pt x="5" y="5"/>
                </a:lnTo>
                <a:lnTo>
                  <a:pt x="6" y="5"/>
                </a:lnTo>
                <a:lnTo>
                  <a:pt x="6" y="6"/>
                </a:lnTo>
                <a:lnTo>
                  <a:pt x="6" y="7"/>
                </a:lnTo>
                <a:lnTo>
                  <a:pt x="5" y="7"/>
                </a:lnTo>
                <a:lnTo>
                  <a:pt x="4" y="8"/>
                </a:lnTo>
                <a:lnTo>
                  <a:pt x="3" y="8"/>
                </a:lnTo>
                <a:lnTo>
                  <a:pt x="3" y="9"/>
                </a:lnTo>
                <a:lnTo>
                  <a:pt x="1" y="9"/>
                </a:lnTo>
                <a:lnTo>
                  <a:pt x="1" y="8"/>
                </a:lnTo>
                <a:lnTo>
                  <a:pt x="0" y="8"/>
                </a:lnTo>
                <a:lnTo>
                  <a:pt x="0" y="7"/>
                </a:lnTo>
                <a:lnTo>
                  <a:pt x="1" y="6"/>
                </a:lnTo>
                <a:lnTo>
                  <a:pt x="1" y="5"/>
                </a:lnTo>
                <a:lnTo>
                  <a:pt x="3" y="5"/>
                </a:lnTo>
                <a:lnTo>
                  <a:pt x="3" y="6"/>
                </a:lnTo>
                <a:lnTo>
                  <a:pt x="4" y="6"/>
                </a:lnTo>
                <a:lnTo>
                  <a:pt x="4" y="5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84" name=""/>
          <p:cNvSpPr/>
          <p:nvPr/>
        </p:nvSpPr>
        <p:spPr>
          <a:xfrm>
            <a:off x="7038720" y="1548360"/>
            <a:ext cx="3240" cy="2880"/>
          </a:xfrm>
          <a:custGeom>
            <a:avLst/>
            <a:gdLst/>
            <a:ahLst/>
            <a:rect l="0" t="0" r="r" b="b"/>
            <a:pathLst>
              <a:path fill="none" w="9" h="8">
                <a:moveTo>
                  <a:pt x="8" y="0"/>
                </a:moveTo>
                <a:lnTo>
                  <a:pt x="7" y="0"/>
                </a:lnTo>
                <a:lnTo>
                  <a:pt x="7" y="2"/>
                </a:lnTo>
                <a:lnTo>
                  <a:pt x="7" y="3"/>
                </a:lnTo>
                <a:lnTo>
                  <a:pt x="7" y="4"/>
                </a:lnTo>
                <a:lnTo>
                  <a:pt x="8" y="5"/>
                </a:lnTo>
                <a:lnTo>
                  <a:pt x="7" y="5"/>
                </a:lnTo>
                <a:lnTo>
                  <a:pt x="8" y="5"/>
                </a:lnTo>
                <a:lnTo>
                  <a:pt x="8" y="6"/>
                </a:lnTo>
                <a:lnTo>
                  <a:pt x="7" y="6"/>
                </a:lnTo>
                <a:lnTo>
                  <a:pt x="6" y="6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5" y="7"/>
                </a:lnTo>
                <a:lnTo>
                  <a:pt x="3" y="7"/>
                </a:lnTo>
                <a:lnTo>
                  <a:pt x="3" y="8"/>
                </a:lnTo>
                <a:lnTo>
                  <a:pt x="2" y="8"/>
                </a:lnTo>
                <a:lnTo>
                  <a:pt x="1" y="8"/>
                </a:lnTo>
                <a:lnTo>
                  <a:pt x="1" y="7"/>
                </a:lnTo>
                <a:lnTo>
                  <a:pt x="0" y="7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5" y="2"/>
                </a:lnTo>
                <a:lnTo>
                  <a:pt x="6" y="2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8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85" name=""/>
          <p:cNvSpPr/>
          <p:nvPr/>
        </p:nvSpPr>
        <p:spPr>
          <a:xfrm>
            <a:off x="7041960" y="15476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86" name=""/>
          <p:cNvSpPr/>
          <p:nvPr/>
        </p:nvSpPr>
        <p:spPr>
          <a:xfrm>
            <a:off x="7047360" y="15480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0"/>
                </a:move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87" name=""/>
          <p:cNvSpPr/>
          <p:nvPr/>
        </p:nvSpPr>
        <p:spPr>
          <a:xfrm>
            <a:off x="7044120" y="1547640"/>
            <a:ext cx="2160" cy="720"/>
          </a:xfrm>
          <a:custGeom>
            <a:avLst/>
            <a:gdLst/>
            <a:ahLst/>
            <a:rect l="0" t="0" r="r" b="b"/>
            <a:pathLst>
              <a:path fill="none" w="6" h="2">
                <a:moveTo>
                  <a:pt x="6" y="0"/>
                </a:moveTo>
                <a:lnTo>
                  <a:pt x="6" y="2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88" name=""/>
          <p:cNvSpPr/>
          <p:nvPr/>
        </p:nvSpPr>
        <p:spPr>
          <a:xfrm>
            <a:off x="7037640" y="15458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89" name=""/>
          <p:cNvSpPr/>
          <p:nvPr/>
        </p:nvSpPr>
        <p:spPr>
          <a:xfrm>
            <a:off x="7041960" y="154620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2" y="2"/>
                </a:move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lnTo>
                  <a:pt x="6" y="4"/>
                </a:lnTo>
                <a:lnTo>
                  <a:pt x="4" y="4"/>
                </a:lnTo>
                <a:lnTo>
                  <a:pt x="3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90" name=""/>
          <p:cNvSpPr/>
          <p:nvPr/>
        </p:nvSpPr>
        <p:spPr>
          <a:xfrm>
            <a:off x="7053120" y="154764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5" y="2"/>
                </a:moveTo>
                <a:lnTo>
                  <a:pt x="4" y="2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91" name=""/>
          <p:cNvSpPr/>
          <p:nvPr/>
        </p:nvSpPr>
        <p:spPr>
          <a:xfrm>
            <a:off x="7048800" y="1547280"/>
            <a:ext cx="4320" cy="1800"/>
          </a:xfrm>
          <a:custGeom>
            <a:avLst/>
            <a:gdLst/>
            <a:ahLst/>
            <a:rect l="0" t="0" r="r" b="b"/>
            <a:pathLst>
              <a:path fill="none" w="12" h="5">
                <a:moveTo>
                  <a:pt x="11" y="0"/>
                </a:moveTo>
                <a:lnTo>
                  <a:pt x="11" y="1"/>
                </a:lnTo>
                <a:lnTo>
                  <a:pt x="12" y="1"/>
                </a:lnTo>
                <a:lnTo>
                  <a:pt x="11" y="2"/>
                </a:lnTo>
                <a:lnTo>
                  <a:pt x="10" y="2"/>
                </a:lnTo>
                <a:lnTo>
                  <a:pt x="9" y="2"/>
                </a:lnTo>
                <a:lnTo>
                  <a:pt x="10" y="2"/>
                </a:lnTo>
                <a:lnTo>
                  <a:pt x="10" y="3"/>
                </a:lnTo>
                <a:lnTo>
                  <a:pt x="9" y="3"/>
                </a:lnTo>
                <a:lnTo>
                  <a:pt x="8" y="3"/>
                </a:lnTo>
                <a:lnTo>
                  <a:pt x="8" y="5"/>
                </a:lnTo>
                <a:lnTo>
                  <a:pt x="7" y="5"/>
                </a:lnTo>
                <a:lnTo>
                  <a:pt x="7" y="3"/>
                </a:lnTo>
                <a:lnTo>
                  <a:pt x="7" y="2"/>
                </a:lnTo>
                <a:lnTo>
                  <a:pt x="8" y="2"/>
                </a:lnTo>
                <a:lnTo>
                  <a:pt x="8" y="1"/>
                </a:lnTo>
                <a:lnTo>
                  <a:pt x="7" y="1"/>
                </a:lnTo>
                <a:lnTo>
                  <a:pt x="5" y="1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1" y="1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92" name=""/>
          <p:cNvSpPr/>
          <p:nvPr/>
        </p:nvSpPr>
        <p:spPr>
          <a:xfrm>
            <a:off x="7044480" y="1545120"/>
            <a:ext cx="6480" cy="2160"/>
          </a:xfrm>
          <a:custGeom>
            <a:avLst/>
            <a:gdLst/>
            <a:ahLst/>
            <a:rect l="0" t="0" r="r" b="b"/>
            <a:pathLst>
              <a:path fill="none" w="18" h="6">
                <a:moveTo>
                  <a:pt x="4" y="0"/>
                </a:move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lnTo>
                  <a:pt x="9" y="3"/>
                </a:lnTo>
                <a:lnTo>
                  <a:pt x="11" y="3"/>
                </a:lnTo>
                <a:lnTo>
                  <a:pt x="12" y="3"/>
                </a:lnTo>
                <a:lnTo>
                  <a:pt x="13" y="3"/>
                </a:lnTo>
                <a:lnTo>
                  <a:pt x="13" y="2"/>
                </a:lnTo>
                <a:lnTo>
                  <a:pt x="13" y="3"/>
                </a:lnTo>
                <a:lnTo>
                  <a:pt x="14" y="3"/>
                </a:lnTo>
                <a:lnTo>
                  <a:pt x="14" y="2"/>
                </a:lnTo>
                <a:lnTo>
                  <a:pt x="14" y="3"/>
                </a:lnTo>
                <a:lnTo>
                  <a:pt x="15" y="3"/>
                </a:lnTo>
                <a:lnTo>
                  <a:pt x="15" y="4"/>
                </a:lnTo>
                <a:lnTo>
                  <a:pt x="16" y="4"/>
                </a:lnTo>
                <a:lnTo>
                  <a:pt x="17" y="4"/>
                </a:lnTo>
                <a:lnTo>
                  <a:pt x="18" y="4"/>
                </a:lnTo>
                <a:lnTo>
                  <a:pt x="18" y="5"/>
                </a:lnTo>
                <a:lnTo>
                  <a:pt x="18" y="4"/>
                </a:lnTo>
                <a:lnTo>
                  <a:pt x="18" y="5"/>
                </a:lnTo>
                <a:lnTo>
                  <a:pt x="17" y="5"/>
                </a:lnTo>
                <a:lnTo>
                  <a:pt x="16" y="6"/>
                </a:lnTo>
                <a:lnTo>
                  <a:pt x="16" y="5"/>
                </a:lnTo>
                <a:lnTo>
                  <a:pt x="15" y="5"/>
                </a:lnTo>
                <a:lnTo>
                  <a:pt x="14" y="5"/>
                </a:lnTo>
                <a:lnTo>
                  <a:pt x="13" y="5"/>
                </a:lnTo>
                <a:lnTo>
                  <a:pt x="12" y="5"/>
                </a:lnTo>
                <a:lnTo>
                  <a:pt x="12" y="4"/>
                </a:lnTo>
                <a:lnTo>
                  <a:pt x="11" y="4"/>
                </a:lnTo>
                <a:lnTo>
                  <a:pt x="10" y="4"/>
                </a:lnTo>
                <a:lnTo>
                  <a:pt x="9" y="4"/>
                </a:lnTo>
                <a:lnTo>
                  <a:pt x="9" y="5"/>
                </a:lnTo>
                <a:lnTo>
                  <a:pt x="9" y="6"/>
                </a:lnTo>
                <a:lnTo>
                  <a:pt x="7" y="6"/>
                </a:lnTo>
                <a:lnTo>
                  <a:pt x="7" y="5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4" y="3"/>
                </a:lnTo>
                <a:lnTo>
                  <a:pt x="3" y="3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93" name=""/>
          <p:cNvSpPr/>
          <p:nvPr/>
        </p:nvSpPr>
        <p:spPr>
          <a:xfrm>
            <a:off x="7038720" y="15436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0"/>
                </a:move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94" name=""/>
          <p:cNvSpPr/>
          <p:nvPr/>
        </p:nvSpPr>
        <p:spPr>
          <a:xfrm>
            <a:off x="7060320" y="154656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5" y="0"/>
                </a:move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95" name=""/>
          <p:cNvSpPr/>
          <p:nvPr/>
        </p:nvSpPr>
        <p:spPr>
          <a:xfrm>
            <a:off x="7062480" y="15393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1" y="2"/>
                </a:moveTo>
                <a:lnTo>
                  <a:pt x="2" y="2"/>
                </a:lnTo>
                <a:lnTo>
                  <a:pt x="3" y="2"/>
                </a:lnTo>
                <a:lnTo>
                  <a:pt x="5" y="2"/>
                </a:lnTo>
                <a:lnTo>
                  <a:pt x="5" y="3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96" name=""/>
          <p:cNvSpPr/>
          <p:nvPr/>
        </p:nvSpPr>
        <p:spPr>
          <a:xfrm>
            <a:off x="7062480" y="15375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1"/>
                </a:move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97" name=""/>
          <p:cNvSpPr/>
          <p:nvPr/>
        </p:nvSpPr>
        <p:spPr>
          <a:xfrm>
            <a:off x="7063920" y="1537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98" name=""/>
          <p:cNvSpPr/>
          <p:nvPr/>
        </p:nvSpPr>
        <p:spPr>
          <a:xfrm>
            <a:off x="7058880" y="1535760"/>
            <a:ext cx="3240" cy="2520"/>
          </a:xfrm>
          <a:custGeom>
            <a:avLst/>
            <a:gdLst/>
            <a:ahLst/>
            <a:rect l="0" t="0" r="r" b="b"/>
            <a:pathLst>
              <a:path fill="none" w="9" h="7">
                <a:moveTo>
                  <a:pt x="3" y="1"/>
                </a:move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9" y="4"/>
                </a:lnTo>
                <a:lnTo>
                  <a:pt x="8" y="5"/>
                </a:lnTo>
                <a:lnTo>
                  <a:pt x="8" y="6"/>
                </a:lnTo>
                <a:lnTo>
                  <a:pt x="7" y="6"/>
                </a:lnTo>
                <a:lnTo>
                  <a:pt x="7" y="7"/>
                </a:lnTo>
                <a:lnTo>
                  <a:pt x="6" y="7"/>
                </a:lnTo>
                <a:lnTo>
                  <a:pt x="5" y="7"/>
                </a:lnTo>
                <a:lnTo>
                  <a:pt x="3" y="7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5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99" name=""/>
          <p:cNvSpPr/>
          <p:nvPr/>
        </p:nvSpPr>
        <p:spPr>
          <a:xfrm>
            <a:off x="7061760" y="1532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00" name=""/>
          <p:cNvSpPr/>
          <p:nvPr/>
        </p:nvSpPr>
        <p:spPr>
          <a:xfrm>
            <a:off x="7083720" y="152820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5" y="2"/>
                </a:moveTo>
                <a:lnTo>
                  <a:pt x="7" y="2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01" name=""/>
          <p:cNvSpPr/>
          <p:nvPr/>
        </p:nvSpPr>
        <p:spPr>
          <a:xfrm>
            <a:off x="7086960" y="15271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02" name=""/>
          <p:cNvSpPr/>
          <p:nvPr/>
        </p:nvSpPr>
        <p:spPr>
          <a:xfrm>
            <a:off x="7104240" y="15249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03" name=""/>
          <p:cNvSpPr/>
          <p:nvPr/>
        </p:nvSpPr>
        <p:spPr>
          <a:xfrm>
            <a:off x="6983280" y="1504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04" name=""/>
          <p:cNvSpPr/>
          <p:nvPr/>
        </p:nvSpPr>
        <p:spPr>
          <a:xfrm>
            <a:off x="7102800" y="15220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4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05" name=""/>
          <p:cNvSpPr/>
          <p:nvPr/>
        </p:nvSpPr>
        <p:spPr>
          <a:xfrm>
            <a:off x="7103880" y="1521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06" name=""/>
          <p:cNvSpPr/>
          <p:nvPr/>
        </p:nvSpPr>
        <p:spPr>
          <a:xfrm>
            <a:off x="7102440" y="1519920"/>
            <a:ext cx="2520" cy="2880"/>
          </a:xfrm>
          <a:custGeom>
            <a:avLst/>
            <a:gdLst/>
            <a:ahLst/>
            <a:rect l="0" t="0" r="r" b="b"/>
            <a:pathLst>
              <a:path fill="none" w="7" h="8">
                <a:moveTo>
                  <a:pt x="3" y="3"/>
                </a:move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1" y="5"/>
                </a:lnTo>
                <a:lnTo>
                  <a:pt x="1" y="6"/>
                </a:lnTo>
                <a:lnTo>
                  <a:pt x="0" y="6"/>
                </a:lnTo>
                <a:lnTo>
                  <a:pt x="0" y="8"/>
                </a:lnTo>
                <a:lnTo>
                  <a:pt x="1" y="8"/>
                </a:lnTo>
                <a:lnTo>
                  <a:pt x="1" y="6"/>
                </a:lnTo>
                <a:lnTo>
                  <a:pt x="2" y="6"/>
                </a:lnTo>
                <a:lnTo>
                  <a:pt x="2" y="5"/>
                </a:lnTo>
                <a:lnTo>
                  <a:pt x="3" y="5"/>
                </a:lnTo>
                <a:lnTo>
                  <a:pt x="5" y="4"/>
                </a:lnTo>
                <a:lnTo>
                  <a:pt x="6" y="4"/>
                </a:lnTo>
                <a:lnTo>
                  <a:pt x="6" y="3"/>
                </a:lnTo>
                <a:lnTo>
                  <a:pt x="7" y="3"/>
                </a:lnTo>
                <a:lnTo>
                  <a:pt x="7" y="2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5" y="2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07" name=""/>
          <p:cNvSpPr/>
          <p:nvPr/>
        </p:nvSpPr>
        <p:spPr>
          <a:xfrm>
            <a:off x="6988680" y="150048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3"/>
                </a:move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1"/>
                </a:lnTo>
                <a:lnTo>
                  <a:pt x="6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08" name=""/>
          <p:cNvSpPr/>
          <p:nvPr/>
        </p:nvSpPr>
        <p:spPr>
          <a:xfrm>
            <a:off x="7105320" y="1516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09" name=""/>
          <p:cNvSpPr/>
          <p:nvPr/>
        </p:nvSpPr>
        <p:spPr>
          <a:xfrm>
            <a:off x="7104240" y="151632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3" y="1"/>
                </a:move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4"/>
                </a:lnTo>
                <a:lnTo>
                  <a:pt x="2" y="5"/>
                </a:lnTo>
                <a:lnTo>
                  <a:pt x="3" y="5"/>
                </a:lnTo>
                <a:lnTo>
                  <a:pt x="5" y="5"/>
                </a:lnTo>
                <a:lnTo>
                  <a:pt x="3" y="5"/>
                </a:lnTo>
                <a:lnTo>
                  <a:pt x="3" y="4"/>
                </a:lnTo>
                <a:lnTo>
                  <a:pt x="3" y="3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10" name=""/>
          <p:cNvSpPr/>
          <p:nvPr/>
        </p:nvSpPr>
        <p:spPr>
          <a:xfrm>
            <a:off x="7108920" y="151452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11" name=""/>
          <p:cNvSpPr/>
          <p:nvPr/>
        </p:nvSpPr>
        <p:spPr>
          <a:xfrm>
            <a:off x="7107480" y="15138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12" name=""/>
          <p:cNvSpPr/>
          <p:nvPr/>
        </p:nvSpPr>
        <p:spPr>
          <a:xfrm>
            <a:off x="7107840" y="1513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13" name=""/>
          <p:cNvSpPr/>
          <p:nvPr/>
        </p:nvSpPr>
        <p:spPr>
          <a:xfrm>
            <a:off x="7108920" y="15138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14" name=""/>
          <p:cNvSpPr/>
          <p:nvPr/>
        </p:nvSpPr>
        <p:spPr>
          <a:xfrm>
            <a:off x="7108200" y="15130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15" name=""/>
          <p:cNvSpPr/>
          <p:nvPr/>
        </p:nvSpPr>
        <p:spPr>
          <a:xfrm>
            <a:off x="7109640" y="151056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1"/>
                </a:moveTo>
                <a:lnTo>
                  <a:pt x="4" y="1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1" y="1"/>
                </a:lnTo>
                <a:lnTo>
                  <a:pt x="1" y="2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3" y="4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16" name=""/>
          <p:cNvSpPr/>
          <p:nvPr/>
        </p:nvSpPr>
        <p:spPr>
          <a:xfrm>
            <a:off x="7111080" y="15102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3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4" y="3"/>
                </a:lnTo>
                <a:lnTo>
                  <a:pt x="4" y="2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17" name=""/>
          <p:cNvSpPr/>
          <p:nvPr/>
        </p:nvSpPr>
        <p:spPr>
          <a:xfrm>
            <a:off x="7111440" y="1509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18" name=""/>
          <p:cNvSpPr/>
          <p:nvPr/>
        </p:nvSpPr>
        <p:spPr>
          <a:xfrm>
            <a:off x="7111800" y="15094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19" name=""/>
          <p:cNvSpPr/>
          <p:nvPr/>
        </p:nvSpPr>
        <p:spPr>
          <a:xfrm>
            <a:off x="7113600" y="15080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2"/>
                </a:moveTo>
                <a:lnTo>
                  <a:pt x="5" y="0"/>
                </a:lnTo>
                <a:lnTo>
                  <a:pt x="5" y="2"/>
                </a:lnTo>
                <a:lnTo>
                  <a:pt x="2" y="2"/>
                </a:lnTo>
                <a:lnTo>
                  <a:pt x="1" y="2"/>
                </a:lnTo>
                <a:lnTo>
                  <a:pt x="2" y="2"/>
                </a:lnTo>
                <a:lnTo>
                  <a:pt x="1" y="2"/>
                </a:lnTo>
                <a:lnTo>
                  <a:pt x="2" y="2"/>
                </a:lnTo>
                <a:lnTo>
                  <a:pt x="1" y="2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2" y="2"/>
                </a:lnTo>
                <a:lnTo>
                  <a:pt x="4" y="2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20" name=""/>
          <p:cNvSpPr/>
          <p:nvPr/>
        </p:nvSpPr>
        <p:spPr>
          <a:xfrm>
            <a:off x="7115040" y="15080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21" name=""/>
          <p:cNvSpPr/>
          <p:nvPr/>
        </p:nvSpPr>
        <p:spPr>
          <a:xfrm>
            <a:off x="7116480" y="1507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22" name=""/>
          <p:cNvSpPr/>
          <p:nvPr/>
        </p:nvSpPr>
        <p:spPr>
          <a:xfrm>
            <a:off x="7306200" y="14277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2" y="4"/>
                </a:ln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23" name=""/>
          <p:cNvSpPr/>
          <p:nvPr/>
        </p:nvSpPr>
        <p:spPr>
          <a:xfrm>
            <a:off x="7305480" y="142632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3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24" name=""/>
          <p:cNvSpPr/>
          <p:nvPr/>
        </p:nvSpPr>
        <p:spPr>
          <a:xfrm>
            <a:off x="7295760" y="14191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25" name=""/>
          <p:cNvSpPr/>
          <p:nvPr/>
        </p:nvSpPr>
        <p:spPr>
          <a:xfrm>
            <a:off x="7295760" y="14180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26" name=""/>
          <p:cNvSpPr/>
          <p:nvPr/>
        </p:nvSpPr>
        <p:spPr>
          <a:xfrm>
            <a:off x="7295400" y="14162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3"/>
                </a:move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3" y="3"/>
                </a:lnTo>
                <a:lnTo>
                  <a:pt x="3" y="2"/>
                </a:lnTo>
                <a:lnTo>
                  <a:pt x="1" y="0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27" name=""/>
          <p:cNvSpPr/>
          <p:nvPr/>
        </p:nvSpPr>
        <p:spPr>
          <a:xfrm>
            <a:off x="5455080" y="1019880"/>
            <a:ext cx="1998360" cy="1228320"/>
          </a:xfrm>
          <a:custGeom>
            <a:avLst/>
            <a:gdLst/>
            <a:ahLst/>
            <a:rect l="0" t="0" r="r" b="b"/>
            <a:pathLst>
              <a:path fill="none" w="5551" h="3412">
                <a:moveTo>
                  <a:pt x="4516" y="2"/>
                </a:moveTo>
                <a:lnTo>
                  <a:pt x="4517" y="2"/>
                </a:lnTo>
                <a:lnTo>
                  <a:pt x="4518" y="2"/>
                </a:lnTo>
                <a:lnTo>
                  <a:pt x="4519" y="2"/>
                </a:lnTo>
                <a:lnTo>
                  <a:pt x="4519" y="3"/>
                </a:lnTo>
                <a:lnTo>
                  <a:pt x="4520" y="3"/>
                </a:lnTo>
                <a:lnTo>
                  <a:pt x="4521" y="3"/>
                </a:lnTo>
                <a:lnTo>
                  <a:pt x="4521" y="4"/>
                </a:lnTo>
                <a:lnTo>
                  <a:pt x="4522" y="4"/>
                </a:lnTo>
                <a:lnTo>
                  <a:pt x="4522" y="5"/>
                </a:lnTo>
                <a:lnTo>
                  <a:pt x="4523" y="6"/>
                </a:lnTo>
                <a:lnTo>
                  <a:pt x="4523" y="7"/>
                </a:lnTo>
                <a:lnTo>
                  <a:pt x="4524" y="7"/>
                </a:lnTo>
                <a:lnTo>
                  <a:pt x="4525" y="7"/>
                </a:lnTo>
                <a:lnTo>
                  <a:pt x="4525" y="8"/>
                </a:lnTo>
                <a:lnTo>
                  <a:pt x="4526" y="8"/>
                </a:lnTo>
                <a:lnTo>
                  <a:pt x="4526" y="7"/>
                </a:lnTo>
                <a:lnTo>
                  <a:pt x="4527" y="7"/>
                </a:lnTo>
                <a:lnTo>
                  <a:pt x="4528" y="7"/>
                </a:lnTo>
                <a:lnTo>
                  <a:pt x="4529" y="7"/>
                </a:lnTo>
                <a:lnTo>
                  <a:pt x="4530" y="7"/>
                </a:lnTo>
                <a:lnTo>
                  <a:pt x="4531" y="7"/>
                </a:lnTo>
                <a:lnTo>
                  <a:pt x="4532" y="8"/>
                </a:lnTo>
                <a:lnTo>
                  <a:pt x="4533" y="8"/>
                </a:lnTo>
                <a:lnTo>
                  <a:pt x="4534" y="8"/>
                </a:lnTo>
                <a:lnTo>
                  <a:pt x="4535" y="8"/>
                </a:lnTo>
                <a:lnTo>
                  <a:pt x="4536" y="8"/>
                </a:lnTo>
                <a:lnTo>
                  <a:pt x="4539" y="8"/>
                </a:lnTo>
                <a:lnTo>
                  <a:pt x="4540" y="8"/>
                </a:lnTo>
                <a:lnTo>
                  <a:pt x="4541" y="8"/>
                </a:lnTo>
                <a:lnTo>
                  <a:pt x="4541" y="9"/>
                </a:lnTo>
                <a:lnTo>
                  <a:pt x="4542" y="9"/>
                </a:lnTo>
                <a:lnTo>
                  <a:pt x="4543" y="10"/>
                </a:lnTo>
                <a:lnTo>
                  <a:pt x="4544" y="10"/>
                </a:lnTo>
                <a:lnTo>
                  <a:pt x="4547" y="12"/>
                </a:lnTo>
                <a:lnTo>
                  <a:pt x="4549" y="13"/>
                </a:lnTo>
                <a:lnTo>
                  <a:pt x="4551" y="15"/>
                </a:lnTo>
                <a:lnTo>
                  <a:pt x="4552" y="15"/>
                </a:lnTo>
                <a:lnTo>
                  <a:pt x="4552" y="16"/>
                </a:lnTo>
                <a:lnTo>
                  <a:pt x="4552" y="17"/>
                </a:lnTo>
                <a:lnTo>
                  <a:pt x="4553" y="17"/>
                </a:lnTo>
                <a:lnTo>
                  <a:pt x="4554" y="18"/>
                </a:lnTo>
                <a:lnTo>
                  <a:pt x="4554" y="17"/>
                </a:lnTo>
                <a:lnTo>
                  <a:pt x="4555" y="17"/>
                </a:lnTo>
                <a:lnTo>
                  <a:pt x="4556" y="17"/>
                </a:lnTo>
                <a:lnTo>
                  <a:pt x="4557" y="17"/>
                </a:lnTo>
                <a:lnTo>
                  <a:pt x="4558" y="17"/>
                </a:lnTo>
                <a:lnTo>
                  <a:pt x="4558" y="18"/>
                </a:lnTo>
                <a:lnTo>
                  <a:pt x="4559" y="18"/>
                </a:lnTo>
                <a:lnTo>
                  <a:pt x="4559" y="19"/>
                </a:lnTo>
                <a:lnTo>
                  <a:pt x="4559" y="20"/>
                </a:lnTo>
                <a:lnTo>
                  <a:pt x="4560" y="20"/>
                </a:lnTo>
                <a:lnTo>
                  <a:pt x="4560" y="21"/>
                </a:lnTo>
                <a:lnTo>
                  <a:pt x="4561" y="21"/>
                </a:lnTo>
                <a:lnTo>
                  <a:pt x="4561" y="22"/>
                </a:lnTo>
                <a:lnTo>
                  <a:pt x="4562" y="22"/>
                </a:lnTo>
                <a:lnTo>
                  <a:pt x="4563" y="22"/>
                </a:lnTo>
                <a:lnTo>
                  <a:pt x="4564" y="22"/>
                </a:lnTo>
                <a:lnTo>
                  <a:pt x="4565" y="22"/>
                </a:lnTo>
                <a:lnTo>
                  <a:pt x="4565" y="21"/>
                </a:lnTo>
                <a:lnTo>
                  <a:pt x="4566" y="21"/>
                </a:lnTo>
                <a:lnTo>
                  <a:pt x="4566" y="20"/>
                </a:lnTo>
                <a:lnTo>
                  <a:pt x="4567" y="20"/>
                </a:lnTo>
                <a:lnTo>
                  <a:pt x="4568" y="20"/>
                </a:lnTo>
                <a:lnTo>
                  <a:pt x="4569" y="20"/>
                </a:lnTo>
                <a:lnTo>
                  <a:pt x="4570" y="19"/>
                </a:lnTo>
                <a:lnTo>
                  <a:pt x="4571" y="19"/>
                </a:lnTo>
                <a:lnTo>
                  <a:pt x="4572" y="19"/>
                </a:lnTo>
                <a:lnTo>
                  <a:pt x="4573" y="19"/>
                </a:lnTo>
                <a:lnTo>
                  <a:pt x="4574" y="19"/>
                </a:lnTo>
                <a:lnTo>
                  <a:pt x="4574" y="20"/>
                </a:lnTo>
                <a:lnTo>
                  <a:pt x="4575" y="20"/>
                </a:lnTo>
                <a:lnTo>
                  <a:pt x="4575" y="21"/>
                </a:lnTo>
                <a:lnTo>
                  <a:pt x="4576" y="21"/>
                </a:lnTo>
                <a:lnTo>
                  <a:pt x="4576" y="22"/>
                </a:lnTo>
                <a:lnTo>
                  <a:pt x="4577" y="22"/>
                </a:lnTo>
                <a:lnTo>
                  <a:pt x="4577" y="23"/>
                </a:lnTo>
                <a:lnTo>
                  <a:pt x="4578" y="23"/>
                </a:lnTo>
                <a:lnTo>
                  <a:pt x="4579" y="23"/>
                </a:lnTo>
                <a:lnTo>
                  <a:pt x="4579" y="24"/>
                </a:lnTo>
                <a:lnTo>
                  <a:pt x="4580" y="24"/>
                </a:lnTo>
                <a:lnTo>
                  <a:pt x="4581" y="25"/>
                </a:lnTo>
                <a:lnTo>
                  <a:pt x="4581" y="26"/>
                </a:lnTo>
                <a:lnTo>
                  <a:pt x="4582" y="26"/>
                </a:lnTo>
                <a:lnTo>
                  <a:pt x="4582" y="27"/>
                </a:lnTo>
                <a:lnTo>
                  <a:pt x="4582" y="28"/>
                </a:lnTo>
                <a:lnTo>
                  <a:pt x="4583" y="28"/>
                </a:lnTo>
                <a:lnTo>
                  <a:pt x="4583" y="29"/>
                </a:lnTo>
                <a:lnTo>
                  <a:pt x="4584" y="29"/>
                </a:lnTo>
                <a:lnTo>
                  <a:pt x="4584" y="31"/>
                </a:lnTo>
                <a:lnTo>
                  <a:pt x="4585" y="32"/>
                </a:lnTo>
                <a:lnTo>
                  <a:pt x="4586" y="32"/>
                </a:lnTo>
                <a:lnTo>
                  <a:pt x="4587" y="32"/>
                </a:lnTo>
                <a:lnTo>
                  <a:pt x="4588" y="32"/>
                </a:lnTo>
                <a:lnTo>
                  <a:pt x="4588" y="33"/>
                </a:lnTo>
                <a:lnTo>
                  <a:pt x="4589" y="33"/>
                </a:lnTo>
                <a:lnTo>
                  <a:pt x="4589" y="34"/>
                </a:lnTo>
                <a:lnTo>
                  <a:pt x="4590" y="34"/>
                </a:lnTo>
                <a:lnTo>
                  <a:pt x="4590" y="35"/>
                </a:lnTo>
                <a:lnTo>
                  <a:pt x="4591" y="35"/>
                </a:lnTo>
                <a:lnTo>
                  <a:pt x="4591" y="36"/>
                </a:lnTo>
                <a:lnTo>
                  <a:pt x="4592" y="36"/>
                </a:lnTo>
                <a:lnTo>
                  <a:pt x="4593" y="36"/>
                </a:lnTo>
                <a:lnTo>
                  <a:pt x="4594" y="36"/>
                </a:lnTo>
                <a:lnTo>
                  <a:pt x="4595" y="36"/>
                </a:lnTo>
                <a:lnTo>
                  <a:pt x="4596" y="37"/>
                </a:lnTo>
                <a:lnTo>
                  <a:pt x="4597" y="37"/>
                </a:lnTo>
                <a:lnTo>
                  <a:pt x="4598" y="37"/>
                </a:lnTo>
                <a:lnTo>
                  <a:pt x="4600" y="37"/>
                </a:lnTo>
                <a:lnTo>
                  <a:pt x="4603" y="37"/>
                </a:lnTo>
                <a:lnTo>
                  <a:pt x="4605" y="37"/>
                </a:lnTo>
                <a:lnTo>
                  <a:pt x="4606" y="37"/>
                </a:lnTo>
                <a:lnTo>
                  <a:pt x="4608" y="37"/>
                </a:lnTo>
                <a:lnTo>
                  <a:pt x="4610" y="37"/>
                </a:lnTo>
                <a:lnTo>
                  <a:pt x="4611" y="37"/>
                </a:lnTo>
                <a:lnTo>
                  <a:pt x="4612" y="37"/>
                </a:lnTo>
                <a:lnTo>
                  <a:pt x="4613" y="37"/>
                </a:lnTo>
                <a:lnTo>
                  <a:pt x="4614" y="38"/>
                </a:lnTo>
                <a:lnTo>
                  <a:pt x="4615" y="38"/>
                </a:lnTo>
                <a:lnTo>
                  <a:pt x="4616" y="38"/>
                </a:lnTo>
                <a:lnTo>
                  <a:pt x="4616" y="39"/>
                </a:lnTo>
                <a:lnTo>
                  <a:pt x="4617" y="39"/>
                </a:lnTo>
                <a:lnTo>
                  <a:pt x="4616" y="40"/>
                </a:lnTo>
                <a:lnTo>
                  <a:pt x="4616" y="41"/>
                </a:lnTo>
                <a:lnTo>
                  <a:pt x="4615" y="41"/>
                </a:lnTo>
                <a:lnTo>
                  <a:pt x="4615" y="42"/>
                </a:lnTo>
                <a:lnTo>
                  <a:pt x="4616" y="42"/>
                </a:lnTo>
                <a:lnTo>
                  <a:pt x="4618" y="43"/>
                </a:lnTo>
                <a:lnTo>
                  <a:pt x="4619" y="43"/>
                </a:lnTo>
                <a:lnTo>
                  <a:pt x="4620" y="43"/>
                </a:lnTo>
                <a:lnTo>
                  <a:pt x="4622" y="44"/>
                </a:lnTo>
                <a:lnTo>
                  <a:pt x="4623" y="43"/>
                </a:lnTo>
                <a:lnTo>
                  <a:pt x="4624" y="43"/>
                </a:lnTo>
                <a:lnTo>
                  <a:pt x="4625" y="43"/>
                </a:lnTo>
                <a:lnTo>
                  <a:pt x="4626" y="43"/>
                </a:lnTo>
                <a:lnTo>
                  <a:pt x="4627" y="43"/>
                </a:lnTo>
                <a:lnTo>
                  <a:pt x="4627" y="44"/>
                </a:lnTo>
                <a:lnTo>
                  <a:pt x="4627" y="45"/>
                </a:lnTo>
                <a:lnTo>
                  <a:pt x="4628" y="45"/>
                </a:lnTo>
                <a:lnTo>
                  <a:pt x="4628" y="46"/>
                </a:lnTo>
                <a:lnTo>
                  <a:pt x="4628" y="47"/>
                </a:lnTo>
                <a:lnTo>
                  <a:pt x="4629" y="47"/>
                </a:lnTo>
                <a:lnTo>
                  <a:pt x="4629" y="48"/>
                </a:lnTo>
                <a:lnTo>
                  <a:pt x="4630" y="48"/>
                </a:lnTo>
                <a:lnTo>
                  <a:pt x="4631" y="48"/>
                </a:lnTo>
                <a:lnTo>
                  <a:pt x="4632" y="48"/>
                </a:lnTo>
                <a:lnTo>
                  <a:pt x="4632" y="47"/>
                </a:lnTo>
                <a:lnTo>
                  <a:pt x="4633" y="47"/>
                </a:lnTo>
                <a:lnTo>
                  <a:pt x="4633" y="46"/>
                </a:lnTo>
                <a:lnTo>
                  <a:pt x="4633" y="45"/>
                </a:lnTo>
                <a:lnTo>
                  <a:pt x="4632" y="45"/>
                </a:lnTo>
                <a:lnTo>
                  <a:pt x="4632" y="44"/>
                </a:lnTo>
                <a:lnTo>
                  <a:pt x="4632" y="43"/>
                </a:lnTo>
                <a:lnTo>
                  <a:pt x="4631" y="43"/>
                </a:lnTo>
                <a:lnTo>
                  <a:pt x="4631" y="42"/>
                </a:lnTo>
                <a:lnTo>
                  <a:pt x="4631" y="41"/>
                </a:lnTo>
                <a:lnTo>
                  <a:pt x="4632" y="41"/>
                </a:lnTo>
                <a:lnTo>
                  <a:pt x="4634" y="40"/>
                </a:lnTo>
                <a:lnTo>
                  <a:pt x="4636" y="39"/>
                </a:lnTo>
                <a:lnTo>
                  <a:pt x="4637" y="39"/>
                </a:lnTo>
                <a:lnTo>
                  <a:pt x="4638" y="39"/>
                </a:lnTo>
                <a:lnTo>
                  <a:pt x="4638" y="38"/>
                </a:lnTo>
                <a:lnTo>
                  <a:pt x="4639" y="38"/>
                </a:lnTo>
                <a:lnTo>
                  <a:pt x="4641" y="38"/>
                </a:lnTo>
                <a:lnTo>
                  <a:pt x="4642" y="38"/>
                </a:lnTo>
                <a:lnTo>
                  <a:pt x="4643" y="38"/>
                </a:lnTo>
                <a:lnTo>
                  <a:pt x="4644" y="37"/>
                </a:lnTo>
                <a:lnTo>
                  <a:pt x="4645" y="37"/>
                </a:lnTo>
                <a:lnTo>
                  <a:pt x="4646" y="37"/>
                </a:lnTo>
                <a:lnTo>
                  <a:pt x="4647" y="37"/>
                </a:lnTo>
                <a:lnTo>
                  <a:pt x="4648" y="37"/>
                </a:lnTo>
                <a:lnTo>
                  <a:pt x="4651" y="37"/>
                </a:lnTo>
                <a:lnTo>
                  <a:pt x="4653" y="37"/>
                </a:lnTo>
                <a:lnTo>
                  <a:pt x="4654" y="37"/>
                </a:lnTo>
                <a:lnTo>
                  <a:pt x="4655" y="37"/>
                </a:lnTo>
                <a:lnTo>
                  <a:pt x="4656" y="37"/>
                </a:lnTo>
                <a:lnTo>
                  <a:pt x="4656" y="38"/>
                </a:lnTo>
                <a:lnTo>
                  <a:pt x="4657" y="38"/>
                </a:lnTo>
                <a:lnTo>
                  <a:pt x="4658" y="38"/>
                </a:lnTo>
                <a:lnTo>
                  <a:pt x="4659" y="38"/>
                </a:lnTo>
                <a:lnTo>
                  <a:pt x="4660" y="38"/>
                </a:lnTo>
                <a:lnTo>
                  <a:pt x="4661" y="38"/>
                </a:lnTo>
                <a:lnTo>
                  <a:pt x="4661" y="39"/>
                </a:lnTo>
                <a:lnTo>
                  <a:pt x="4662" y="39"/>
                </a:lnTo>
                <a:lnTo>
                  <a:pt x="4663" y="39"/>
                </a:lnTo>
                <a:lnTo>
                  <a:pt x="4664" y="39"/>
                </a:lnTo>
                <a:lnTo>
                  <a:pt x="4667" y="41"/>
                </a:lnTo>
                <a:lnTo>
                  <a:pt x="4667" y="42"/>
                </a:lnTo>
                <a:lnTo>
                  <a:pt x="4668" y="42"/>
                </a:lnTo>
                <a:lnTo>
                  <a:pt x="4668" y="43"/>
                </a:lnTo>
                <a:lnTo>
                  <a:pt x="4669" y="43"/>
                </a:lnTo>
                <a:lnTo>
                  <a:pt x="4670" y="43"/>
                </a:lnTo>
                <a:lnTo>
                  <a:pt x="4671" y="43"/>
                </a:lnTo>
                <a:lnTo>
                  <a:pt x="4672" y="44"/>
                </a:lnTo>
                <a:lnTo>
                  <a:pt x="4673" y="44"/>
                </a:lnTo>
                <a:lnTo>
                  <a:pt x="4674" y="44"/>
                </a:lnTo>
                <a:lnTo>
                  <a:pt x="4675" y="45"/>
                </a:lnTo>
                <a:lnTo>
                  <a:pt x="4676" y="45"/>
                </a:lnTo>
                <a:lnTo>
                  <a:pt x="4677" y="45"/>
                </a:lnTo>
                <a:lnTo>
                  <a:pt x="4678" y="45"/>
                </a:lnTo>
                <a:lnTo>
                  <a:pt x="4679" y="46"/>
                </a:lnTo>
                <a:lnTo>
                  <a:pt x="4680" y="46"/>
                </a:lnTo>
                <a:lnTo>
                  <a:pt x="4681" y="46"/>
                </a:lnTo>
                <a:lnTo>
                  <a:pt x="4681" y="47"/>
                </a:lnTo>
                <a:lnTo>
                  <a:pt x="4682" y="47"/>
                </a:lnTo>
                <a:lnTo>
                  <a:pt x="4683" y="47"/>
                </a:lnTo>
                <a:lnTo>
                  <a:pt x="4684" y="47"/>
                </a:lnTo>
                <a:lnTo>
                  <a:pt x="4685" y="47"/>
                </a:lnTo>
                <a:lnTo>
                  <a:pt x="4686" y="48"/>
                </a:lnTo>
                <a:lnTo>
                  <a:pt x="4687" y="49"/>
                </a:lnTo>
                <a:lnTo>
                  <a:pt x="4686" y="49"/>
                </a:lnTo>
                <a:lnTo>
                  <a:pt x="4686" y="50"/>
                </a:lnTo>
                <a:lnTo>
                  <a:pt x="4686" y="51"/>
                </a:lnTo>
                <a:lnTo>
                  <a:pt x="4687" y="51"/>
                </a:lnTo>
                <a:lnTo>
                  <a:pt x="4687" y="52"/>
                </a:lnTo>
                <a:lnTo>
                  <a:pt x="4687" y="53"/>
                </a:lnTo>
                <a:lnTo>
                  <a:pt x="4688" y="53"/>
                </a:lnTo>
                <a:lnTo>
                  <a:pt x="4689" y="53"/>
                </a:lnTo>
                <a:lnTo>
                  <a:pt x="4690" y="52"/>
                </a:lnTo>
                <a:lnTo>
                  <a:pt x="4691" y="52"/>
                </a:lnTo>
                <a:lnTo>
                  <a:pt x="4692" y="51"/>
                </a:lnTo>
                <a:lnTo>
                  <a:pt x="4692" y="50"/>
                </a:lnTo>
                <a:lnTo>
                  <a:pt x="4693" y="50"/>
                </a:lnTo>
                <a:lnTo>
                  <a:pt x="4694" y="50"/>
                </a:lnTo>
                <a:lnTo>
                  <a:pt x="4695" y="50"/>
                </a:lnTo>
                <a:lnTo>
                  <a:pt x="4696" y="50"/>
                </a:lnTo>
                <a:lnTo>
                  <a:pt x="4696" y="49"/>
                </a:lnTo>
                <a:lnTo>
                  <a:pt x="4697" y="50"/>
                </a:lnTo>
                <a:lnTo>
                  <a:pt x="4698" y="50"/>
                </a:lnTo>
                <a:lnTo>
                  <a:pt x="4698" y="51"/>
                </a:lnTo>
                <a:lnTo>
                  <a:pt x="4699" y="51"/>
                </a:lnTo>
                <a:lnTo>
                  <a:pt x="4699" y="52"/>
                </a:lnTo>
                <a:lnTo>
                  <a:pt x="4699" y="53"/>
                </a:lnTo>
                <a:lnTo>
                  <a:pt x="4699" y="54"/>
                </a:lnTo>
                <a:lnTo>
                  <a:pt x="4700" y="54"/>
                </a:lnTo>
                <a:lnTo>
                  <a:pt x="4700" y="55"/>
                </a:lnTo>
                <a:lnTo>
                  <a:pt x="4701" y="55"/>
                </a:lnTo>
                <a:lnTo>
                  <a:pt x="4702" y="56"/>
                </a:lnTo>
                <a:lnTo>
                  <a:pt x="4702" y="57"/>
                </a:lnTo>
                <a:lnTo>
                  <a:pt x="4703" y="57"/>
                </a:lnTo>
                <a:lnTo>
                  <a:pt x="4704" y="58"/>
                </a:lnTo>
                <a:lnTo>
                  <a:pt x="4705" y="58"/>
                </a:lnTo>
                <a:lnTo>
                  <a:pt x="4706" y="58"/>
                </a:lnTo>
                <a:lnTo>
                  <a:pt x="4707" y="58"/>
                </a:lnTo>
                <a:lnTo>
                  <a:pt x="4708" y="58"/>
                </a:lnTo>
                <a:lnTo>
                  <a:pt x="4708" y="59"/>
                </a:lnTo>
                <a:lnTo>
                  <a:pt x="4709" y="59"/>
                </a:lnTo>
                <a:lnTo>
                  <a:pt x="4709" y="60"/>
                </a:lnTo>
                <a:lnTo>
                  <a:pt x="4708" y="60"/>
                </a:lnTo>
                <a:lnTo>
                  <a:pt x="4707" y="61"/>
                </a:lnTo>
                <a:lnTo>
                  <a:pt x="4707" y="62"/>
                </a:lnTo>
                <a:lnTo>
                  <a:pt x="4707" y="63"/>
                </a:lnTo>
                <a:lnTo>
                  <a:pt x="4707" y="64"/>
                </a:lnTo>
                <a:lnTo>
                  <a:pt x="4706" y="65"/>
                </a:lnTo>
                <a:lnTo>
                  <a:pt x="4704" y="65"/>
                </a:lnTo>
                <a:lnTo>
                  <a:pt x="4703" y="65"/>
                </a:lnTo>
                <a:lnTo>
                  <a:pt x="4702" y="66"/>
                </a:lnTo>
                <a:lnTo>
                  <a:pt x="4701" y="66"/>
                </a:lnTo>
                <a:lnTo>
                  <a:pt x="4701" y="67"/>
                </a:lnTo>
                <a:lnTo>
                  <a:pt x="4701" y="68"/>
                </a:lnTo>
                <a:lnTo>
                  <a:pt x="4701" y="69"/>
                </a:lnTo>
                <a:lnTo>
                  <a:pt x="4701" y="70"/>
                </a:lnTo>
                <a:lnTo>
                  <a:pt x="4701" y="71"/>
                </a:lnTo>
                <a:lnTo>
                  <a:pt x="4701" y="72"/>
                </a:lnTo>
                <a:lnTo>
                  <a:pt x="4702" y="72"/>
                </a:lnTo>
                <a:lnTo>
                  <a:pt x="4703" y="72"/>
                </a:lnTo>
                <a:lnTo>
                  <a:pt x="4704" y="72"/>
                </a:lnTo>
                <a:lnTo>
                  <a:pt x="4704" y="71"/>
                </a:lnTo>
                <a:lnTo>
                  <a:pt x="4705" y="71"/>
                </a:lnTo>
                <a:lnTo>
                  <a:pt x="4705" y="70"/>
                </a:lnTo>
                <a:lnTo>
                  <a:pt x="4706" y="70"/>
                </a:lnTo>
                <a:lnTo>
                  <a:pt x="4707" y="70"/>
                </a:lnTo>
                <a:lnTo>
                  <a:pt x="4708" y="70"/>
                </a:lnTo>
                <a:lnTo>
                  <a:pt x="4709" y="70"/>
                </a:lnTo>
                <a:lnTo>
                  <a:pt x="4710" y="69"/>
                </a:lnTo>
                <a:lnTo>
                  <a:pt x="4711" y="68"/>
                </a:lnTo>
                <a:lnTo>
                  <a:pt x="4712" y="68"/>
                </a:lnTo>
                <a:lnTo>
                  <a:pt x="4713" y="69"/>
                </a:lnTo>
                <a:lnTo>
                  <a:pt x="4714" y="69"/>
                </a:lnTo>
                <a:lnTo>
                  <a:pt x="4715" y="69"/>
                </a:lnTo>
                <a:lnTo>
                  <a:pt x="4716" y="68"/>
                </a:lnTo>
                <a:lnTo>
                  <a:pt x="4717" y="69"/>
                </a:lnTo>
                <a:lnTo>
                  <a:pt x="4718" y="69"/>
                </a:lnTo>
                <a:lnTo>
                  <a:pt x="4718" y="70"/>
                </a:lnTo>
                <a:lnTo>
                  <a:pt x="4718" y="71"/>
                </a:lnTo>
                <a:lnTo>
                  <a:pt x="4718" y="72"/>
                </a:lnTo>
                <a:lnTo>
                  <a:pt x="4719" y="72"/>
                </a:lnTo>
                <a:lnTo>
                  <a:pt x="4720" y="73"/>
                </a:lnTo>
                <a:lnTo>
                  <a:pt x="4720" y="74"/>
                </a:lnTo>
                <a:lnTo>
                  <a:pt x="4721" y="74"/>
                </a:lnTo>
                <a:lnTo>
                  <a:pt x="4722" y="75"/>
                </a:lnTo>
                <a:lnTo>
                  <a:pt x="4723" y="75"/>
                </a:lnTo>
                <a:lnTo>
                  <a:pt x="4723" y="76"/>
                </a:lnTo>
                <a:lnTo>
                  <a:pt x="4724" y="77"/>
                </a:lnTo>
                <a:lnTo>
                  <a:pt x="4725" y="77"/>
                </a:lnTo>
                <a:lnTo>
                  <a:pt x="4725" y="78"/>
                </a:lnTo>
                <a:lnTo>
                  <a:pt x="4725" y="79"/>
                </a:lnTo>
                <a:lnTo>
                  <a:pt x="4726" y="80"/>
                </a:lnTo>
                <a:lnTo>
                  <a:pt x="4727" y="80"/>
                </a:lnTo>
                <a:lnTo>
                  <a:pt x="4727" y="81"/>
                </a:lnTo>
                <a:lnTo>
                  <a:pt x="4728" y="81"/>
                </a:lnTo>
                <a:lnTo>
                  <a:pt x="4728" y="82"/>
                </a:lnTo>
                <a:lnTo>
                  <a:pt x="4729" y="82"/>
                </a:lnTo>
                <a:lnTo>
                  <a:pt x="4729" y="83"/>
                </a:lnTo>
                <a:lnTo>
                  <a:pt x="4730" y="83"/>
                </a:lnTo>
                <a:lnTo>
                  <a:pt x="4730" y="82"/>
                </a:lnTo>
                <a:lnTo>
                  <a:pt x="4731" y="82"/>
                </a:lnTo>
                <a:lnTo>
                  <a:pt x="4731" y="81"/>
                </a:lnTo>
                <a:lnTo>
                  <a:pt x="4732" y="81"/>
                </a:lnTo>
                <a:lnTo>
                  <a:pt x="4733" y="79"/>
                </a:lnTo>
                <a:lnTo>
                  <a:pt x="4734" y="79"/>
                </a:lnTo>
                <a:lnTo>
                  <a:pt x="4735" y="79"/>
                </a:lnTo>
                <a:lnTo>
                  <a:pt x="4736" y="79"/>
                </a:lnTo>
                <a:lnTo>
                  <a:pt x="4739" y="80"/>
                </a:lnTo>
                <a:lnTo>
                  <a:pt x="4740" y="81"/>
                </a:lnTo>
                <a:lnTo>
                  <a:pt x="4741" y="81"/>
                </a:lnTo>
                <a:lnTo>
                  <a:pt x="4742" y="81"/>
                </a:lnTo>
                <a:lnTo>
                  <a:pt x="4742" y="82"/>
                </a:lnTo>
                <a:lnTo>
                  <a:pt x="4742" y="83"/>
                </a:lnTo>
                <a:lnTo>
                  <a:pt x="4741" y="83"/>
                </a:lnTo>
                <a:lnTo>
                  <a:pt x="4740" y="83"/>
                </a:lnTo>
                <a:lnTo>
                  <a:pt x="4739" y="83"/>
                </a:lnTo>
                <a:lnTo>
                  <a:pt x="4738" y="83"/>
                </a:lnTo>
                <a:lnTo>
                  <a:pt x="4736" y="84"/>
                </a:lnTo>
                <a:lnTo>
                  <a:pt x="4735" y="84"/>
                </a:lnTo>
                <a:lnTo>
                  <a:pt x="4735" y="85"/>
                </a:lnTo>
                <a:lnTo>
                  <a:pt x="4736" y="87"/>
                </a:lnTo>
                <a:lnTo>
                  <a:pt x="4737" y="87"/>
                </a:lnTo>
                <a:lnTo>
                  <a:pt x="4737" y="88"/>
                </a:lnTo>
                <a:lnTo>
                  <a:pt x="4737" y="89"/>
                </a:lnTo>
                <a:lnTo>
                  <a:pt x="4738" y="89"/>
                </a:lnTo>
                <a:lnTo>
                  <a:pt x="4738" y="90"/>
                </a:lnTo>
                <a:lnTo>
                  <a:pt x="4737" y="91"/>
                </a:lnTo>
                <a:lnTo>
                  <a:pt x="4736" y="91"/>
                </a:lnTo>
                <a:lnTo>
                  <a:pt x="4733" y="91"/>
                </a:lnTo>
                <a:lnTo>
                  <a:pt x="4732" y="91"/>
                </a:lnTo>
                <a:lnTo>
                  <a:pt x="4731" y="91"/>
                </a:lnTo>
                <a:lnTo>
                  <a:pt x="4730" y="91"/>
                </a:lnTo>
                <a:lnTo>
                  <a:pt x="4730" y="92"/>
                </a:lnTo>
                <a:lnTo>
                  <a:pt x="4729" y="92"/>
                </a:lnTo>
                <a:lnTo>
                  <a:pt x="4729" y="93"/>
                </a:lnTo>
                <a:lnTo>
                  <a:pt x="4728" y="94"/>
                </a:lnTo>
                <a:lnTo>
                  <a:pt x="4728" y="96"/>
                </a:lnTo>
                <a:lnTo>
                  <a:pt x="4729" y="97"/>
                </a:lnTo>
                <a:lnTo>
                  <a:pt x="4729" y="98"/>
                </a:lnTo>
                <a:lnTo>
                  <a:pt x="4730" y="99"/>
                </a:lnTo>
                <a:lnTo>
                  <a:pt x="4731" y="99"/>
                </a:lnTo>
                <a:lnTo>
                  <a:pt x="4732" y="100"/>
                </a:lnTo>
                <a:lnTo>
                  <a:pt x="4733" y="101"/>
                </a:lnTo>
                <a:lnTo>
                  <a:pt x="4734" y="101"/>
                </a:lnTo>
                <a:lnTo>
                  <a:pt x="4735" y="101"/>
                </a:lnTo>
                <a:lnTo>
                  <a:pt x="4736" y="101"/>
                </a:lnTo>
                <a:lnTo>
                  <a:pt x="4737" y="100"/>
                </a:lnTo>
                <a:lnTo>
                  <a:pt x="4737" y="99"/>
                </a:lnTo>
                <a:lnTo>
                  <a:pt x="4737" y="98"/>
                </a:lnTo>
                <a:lnTo>
                  <a:pt x="4738" y="98"/>
                </a:lnTo>
                <a:lnTo>
                  <a:pt x="4740" y="99"/>
                </a:lnTo>
                <a:lnTo>
                  <a:pt x="4741" y="100"/>
                </a:lnTo>
                <a:lnTo>
                  <a:pt x="4742" y="100"/>
                </a:lnTo>
                <a:lnTo>
                  <a:pt x="4742" y="101"/>
                </a:lnTo>
                <a:lnTo>
                  <a:pt x="4743" y="101"/>
                </a:lnTo>
                <a:lnTo>
                  <a:pt x="4747" y="103"/>
                </a:lnTo>
                <a:lnTo>
                  <a:pt x="4748" y="104"/>
                </a:lnTo>
                <a:lnTo>
                  <a:pt x="4750" y="105"/>
                </a:lnTo>
                <a:lnTo>
                  <a:pt x="4750" y="106"/>
                </a:lnTo>
                <a:lnTo>
                  <a:pt x="4750" y="107"/>
                </a:lnTo>
                <a:lnTo>
                  <a:pt x="4750" y="108"/>
                </a:lnTo>
                <a:lnTo>
                  <a:pt x="4749" y="109"/>
                </a:lnTo>
                <a:lnTo>
                  <a:pt x="4749" y="110"/>
                </a:lnTo>
                <a:lnTo>
                  <a:pt x="4748" y="111"/>
                </a:lnTo>
                <a:lnTo>
                  <a:pt x="4748" y="112"/>
                </a:lnTo>
                <a:lnTo>
                  <a:pt x="4749" y="112"/>
                </a:lnTo>
                <a:lnTo>
                  <a:pt x="4750" y="113"/>
                </a:lnTo>
                <a:lnTo>
                  <a:pt x="4750" y="112"/>
                </a:lnTo>
                <a:lnTo>
                  <a:pt x="4751" y="112"/>
                </a:lnTo>
                <a:lnTo>
                  <a:pt x="4752" y="112"/>
                </a:lnTo>
                <a:lnTo>
                  <a:pt x="4754" y="112"/>
                </a:lnTo>
                <a:lnTo>
                  <a:pt x="4754" y="111"/>
                </a:lnTo>
                <a:lnTo>
                  <a:pt x="4755" y="111"/>
                </a:lnTo>
                <a:lnTo>
                  <a:pt x="4755" y="112"/>
                </a:lnTo>
                <a:lnTo>
                  <a:pt x="4756" y="112"/>
                </a:lnTo>
                <a:lnTo>
                  <a:pt x="4757" y="113"/>
                </a:lnTo>
                <a:lnTo>
                  <a:pt x="4757" y="114"/>
                </a:lnTo>
                <a:lnTo>
                  <a:pt x="4758" y="115"/>
                </a:lnTo>
                <a:lnTo>
                  <a:pt x="4759" y="115"/>
                </a:lnTo>
                <a:lnTo>
                  <a:pt x="4759" y="116"/>
                </a:lnTo>
                <a:lnTo>
                  <a:pt x="4760" y="116"/>
                </a:lnTo>
                <a:lnTo>
                  <a:pt x="4761" y="117"/>
                </a:lnTo>
                <a:lnTo>
                  <a:pt x="4762" y="118"/>
                </a:lnTo>
                <a:lnTo>
                  <a:pt x="4763" y="119"/>
                </a:lnTo>
                <a:lnTo>
                  <a:pt x="4763" y="121"/>
                </a:lnTo>
                <a:lnTo>
                  <a:pt x="4763" y="122"/>
                </a:lnTo>
                <a:lnTo>
                  <a:pt x="4763" y="123"/>
                </a:lnTo>
                <a:lnTo>
                  <a:pt x="4763" y="124"/>
                </a:lnTo>
                <a:lnTo>
                  <a:pt x="4762" y="124"/>
                </a:lnTo>
                <a:lnTo>
                  <a:pt x="4761" y="125"/>
                </a:lnTo>
                <a:lnTo>
                  <a:pt x="4760" y="125"/>
                </a:lnTo>
                <a:lnTo>
                  <a:pt x="4760" y="126"/>
                </a:lnTo>
                <a:lnTo>
                  <a:pt x="4760" y="127"/>
                </a:lnTo>
                <a:lnTo>
                  <a:pt x="4760" y="128"/>
                </a:lnTo>
                <a:lnTo>
                  <a:pt x="4761" y="129"/>
                </a:lnTo>
                <a:lnTo>
                  <a:pt x="4762" y="129"/>
                </a:lnTo>
                <a:lnTo>
                  <a:pt x="4763" y="129"/>
                </a:lnTo>
                <a:lnTo>
                  <a:pt x="4766" y="129"/>
                </a:lnTo>
                <a:lnTo>
                  <a:pt x="4767" y="129"/>
                </a:lnTo>
                <a:lnTo>
                  <a:pt x="4768" y="129"/>
                </a:lnTo>
                <a:lnTo>
                  <a:pt x="4769" y="129"/>
                </a:lnTo>
                <a:lnTo>
                  <a:pt x="4770" y="129"/>
                </a:lnTo>
                <a:lnTo>
                  <a:pt x="4770" y="130"/>
                </a:lnTo>
                <a:lnTo>
                  <a:pt x="4771" y="130"/>
                </a:lnTo>
                <a:lnTo>
                  <a:pt x="4771" y="131"/>
                </a:lnTo>
                <a:lnTo>
                  <a:pt x="4770" y="131"/>
                </a:lnTo>
                <a:lnTo>
                  <a:pt x="4770" y="132"/>
                </a:lnTo>
                <a:lnTo>
                  <a:pt x="4769" y="131"/>
                </a:lnTo>
                <a:lnTo>
                  <a:pt x="4768" y="131"/>
                </a:lnTo>
                <a:lnTo>
                  <a:pt x="4767" y="132"/>
                </a:lnTo>
                <a:lnTo>
                  <a:pt x="4766" y="132"/>
                </a:lnTo>
                <a:lnTo>
                  <a:pt x="4766" y="133"/>
                </a:lnTo>
                <a:lnTo>
                  <a:pt x="4765" y="133"/>
                </a:lnTo>
                <a:lnTo>
                  <a:pt x="4764" y="133"/>
                </a:lnTo>
                <a:lnTo>
                  <a:pt x="4763" y="133"/>
                </a:lnTo>
                <a:lnTo>
                  <a:pt x="4763" y="134"/>
                </a:lnTo>
                <a:lnTo>
                  <a:pt x="4762" y="134"/>
                </a:lnTo>
                <a:lnTo>
                  <a:pt x="4762" y="135"/>
                </a:lnTo>
                <a:lnTo>
                  <a:pt x="4761" y="135"/>
                </a:lnTo>
                <a:lnTo>
                  <a:pt x="4760" y="135"/>
                </a:lnTo>
                <a:lnTo>
                  <a:pt x="4760" y="136"/>
                </a:lnTo>
                <a:lnTo>
                  <a:pt x="4759" y="136"/>
                </a:lnTo>
                <a:lnTo>
                  <a:pt x="4759" y="137"/>
                </a:lnTo>
                <a:lnTo>
                  <a:pt x="4758" y="138"/>
                </a:lnTo>
                <a:lnTo>
                  <a:pt x="4758" y="139"/>
                </a:lnTo>
                <a:lnTo>
                  <a:pt x="4759" y="139"/>
                </a:lnTo>
                <a:lnTo>
                  <a:pt x="4760" y="140"/>
                </a:lnTo>
                <a:lnTo>
                  <a:pt x="4761" y="140"/>
                </a:lnTo>
                <a:lnTo>
                  <a:pt x="4762" y="140"/>
                </a:lnTo>
                <a:lnTo>
                  <a:pt x="4762" y="141"/>
                </a:lnTo>
                <a:lnTo>
                  <a:pt x="4763" y="141"/>
                </a:lnTo>
                <a:lnTo>
                  <a:pt x="4764" y="141"/>
                </a:lnTo>
                <a:lnTo>
                  <a:pt x="4765" y="141"/>
                </a:lnTo>
                <a:lnTo>
                  <a:pt x="4766" y="141"/>
                </a:lnTo>
                <a:lnTo>
                  <a:pt x="4767" y="141"/>
                </a:lnTo>
                <a:lnTo>
                  <a:pt x="4768" y="141"/>
                </a:lnTo>
                <a:lnTo>
                  <a:pt x="4768" y="142"/>
                </a:lnTo>
                <a:lnTo>
                  <a:pt x="4769" y="142"/>
                </a:lnTo>
                <a:lnTo>
                  <a:pt x="4770" y="142"/>
                </a:lnTo>
                <a:lnTo>
                  <a:pt x="4770" y="143"/>
                </a:lnTo>
                <a:lnTo>
                  <a:pt x="4771" y="143"/>
                </a:lnTo>
                <a:lnTo>
                  <a:pt x="4772" y="143"/>
                </a:lnTo>
                <a:lnTo>
                  <a:pt x="4773" y="143"/>
                </a:lnTo>
                <a:lnTo>
                  <a:pt x="4774" y="144"/>
                </a:lnTo>
                <a:lnTo>
                  <a:pt x="4775" y="144"/>
                </a:lnTo>
                <a:lnTo>
                  <a:pt x="4776" y="144"/>
                </a:lnTo>
                <a:lnTo>
                  <a:pt x="4777" y="144"/>
                </a:lnTo>
                <a:lnTo>
                  <a:pt x="4780" y="146"/>
                </a:lnTo>
                <a:lnTo>
                  <a:pt x="4781" y="146"/>
                </a:lnTo>
                <a:lnTo>
                  <a:pt x="4782" y="147"/>
                </a:lnTo>
                <a:lnTo>
                  <a:pt x="4782" y="148"/>
                </a:lnTo>
                <a:lnTo>
                  <a:pt x="4782" y="149"/>
                </a:lnTo>
                <a:lnTo>
                  <a:pt x="4781" y="150"/>
                </a:lnTo>
                <a:lnTo>
                  <a:pt x="4780" y="150"/>
                </a:lnTo>
                <a:lnTo>
                  <a:pt x="4780" y="151"/>
                </a:lnTo>
                <a:lnTo>
                  <a:pt x="4780" y="152"/>
                </a:lnTo>
                <a:lnTo>
                  <a:pt x="4780" y="153"/>
                </a:lnTo>
                <a:lnTo>
                  <a:pt x="4779" y="154"/>
                </a:lnTo>
                <a:lnTo>
                  <a:pt x="4778" y="154"/>
                </a:lnTo>
                <a:lnTo>
                  <a:pt x="4778" y="155"/>
                </a:lnTo>
                <a:lnTo>
                  <a:pt x="4778" y="156"/>
                </a:lnTo>
                <a:lnTo>
                  <a:pt x="4778" y="157"/>
                </a:lnTo>
                <a:lnTo>
                  <a:pt x="4777" y="157"/>
                </a:lnTo>
                <a:lnTo>
                  <a:pt x="4776" y="156"/>
                </a:lnTo>
                <a:lnTo>
                  <a:pt x="4775" y="156"/>
                </a:lnTo>
                <a:lnTo>
                  <a:pt x="4774" y="156"/>
                </a:lnTo>
                <a:lnTo>
                  <a:pt x="4772" y="157"/>
                </a:lnTo>
                <a:lnTo>
                  <a:pt x="4772" y="158"/>
                </a:lnTo>
                <a:lnTo>
                  <a:pt x="4771" y="158"/>
                </a:lnTo>
                <a:lnTo>
                  <a:pt x="4771" y="159"/>
                </a:lnTo>
                <a:lnTo>
                  <a:pt x="4772" y="160"/>
                </a:lnTo>
                <a:lnTo>
                  <a:pt x="4773" y="161"/>
                </a:lnTo>
                <a:lnTo>
                  <a:pt x="4774" y="162"/>
                </a:lnTo>
                <a:lnTo>
                  <a:pt x="4774" y="163"/>
                </a:lnTo>
                <a:lnTo>
                  <a:pt x="4773" y="163"/>
                </a:lnTo>
                <a:lnTo>
                  <a:pt x="4773" y="164"/>
                </a:lnTo>
                <a:lnTo>
                  <a:pt x="4773" y="166"/>
                </a:lnTo>
                <a:lnTo>
                  <a:pt x="4774" y="166"/>
                </a:lnTo>
                <a:lnTo>
                  <a:pt x="4775" y="167"/>
                </a:lnTo>
                <a:lnTo>
                  <a:pt x="4776" y="167"/>
                </a:lnTo>
                <a:lnTo>
                  <a:pt x="4777" y="168"/>
                </a:lnTo>
                <a:lnTo>
                  <a:pt x="4777" y="169"/>
                </a:lnTo>
                <a:lnTo>
                  <a:pt x="4778" y="170"/>
                </a:lnTo>
                <a:lnTo>
                  <a:pt x="4779" y="171"/>
                </a:lnTo>
                <a:lnTo>
                  <a:pt x="4780" y="172"/>
                </a:lnTo>
                <a:lnTo>
                  <a:pt x="4781" y="173"/>
                </a:lnTo>
                <a:lnTo>
                  <a:pt x="4782" y="174"/>
                </a:lnTo>
                <a:lnTo>
                  <a:pt x="4783" y="176"/>
                </a:lnTo>
                <a:lnTo>
                  <a:pt x="4783" y="177"/>
                </a:lnTo>
                <a:lnTo>
                  <a:pt x="4784" y="178"/>
                </a:lnTo>
                <a:lnTo>
                  <a:pt x="4785" y="179"/>
                </a:lnTo>
                <a:lnTo>
                  <a:pt x="4786" y="180"/>
                </a:lnTo>
                <a:lnTo>
                  <a:pt x="4786" y="181"/>
                </a:lnTo>
                <a:lnTo>
                  <a:pt x="4787" y="183"/>
                </a:lnTo>
                <a:lnTo>
                  <a:pt x="4788" y="183"/>
                </a:lnTo>
                <a:lnTo>
                  <a:pt x="4788" y="184"/>
                </a:lnTo>
                <a:lnTo>
                  <a:pt x="4789" y="184"/>
                </a:lnTo>
                <a:lnTo>
                  <a:pt x="4790" y="184"/>
                </a:lnTo>
                <a:lnTo>
                  <a:pt x="4791" y="184"/>
                </a:lnTo>
                <a:lnTo>
                  <a:pt x="4791" y="185"/>
                </a:lnTo>
                <a:lnTo>
                  <a:pt x="4791" y="186"/>
                </a:lnTo>
                <a:lnTo>
                  <a:pt x="4791" y="187"/>
                </a:lnTo>
                <a:lnTo>
                  <a:pt x="4792" y="188"/>
                </a:lnTo>
                <a:lnTo>
                  <a:pt x="4793" y="188"/>
                </a:lnTo>
                <a:lnTo>
                  <a:pt x="4794" y="188"/>
                </a:lnTo>
                <a:lnTo>
                  <a:pt x="4795" y="188"/>
                </a:lnTo>
                <a:lnTo>
                  <a:pt x="4796" y="188"/>
                </a:lnTo>
                <a:lnTo>
                  <a:pt x="4797" y="189"/>
                </a:lnTo>
                <a:lnTo>
                  <a:pt x="4797" y="190"/>
                </a:lnTo>
                <a:lnTo>
                  <a:pt x="4797" y="191"/>
                </a:lnTo>
                <a:lnTo>
                  <a:pt x="4796" y="192"/>
                </a:lnTo>
                <a:lnTo>
                  <a:pt x="4796" y="193"/>
                </a:lnTo>
                <a:lnTo>
                  <a:pt x="4797" y="194"/>
                </a:lnTo>
                <a:lnTo>
                  <a:pt x="4798" y="196"/>
                </a:lnTo>
                <a:lnTo>
                  <a:pt x="4798" y="197"/>
                </a:lnTo>
                <a:lnTo>
                  <a:pt x="4797" y="198"/>
                </a:lnTo>
                <a:lnTo>
                  <a:pt x="4797" y="199"/>
                </a:lnTo>
                <a:lnTo>
                  <a:pt x="4796" y="199"/>
                </a:lnTo>
                <a:lnTo>
                  <a:pt x="4795" y="199"/>
                </a:lnTo>
                <a:lnTo>
                  <a:pt x="4794" y="199"/>
                </a:lnTo>
                <a:lnTo>
                  <a:pt x="4792" y="201"/>
                </a:lnTo>
                <a:lnTo>
                  <a:pt x="4792" y="202"/>
                </a:lnTo>
                <a:lnTo>
                  <a:pt x="4793" y="202"/>
                </a:lnTo>
                <a:lnTo>
                  <a:pt x="4794" y="203"/>
                </a:lnTo>
                <a:lnTo>
                  <a:pt x="4795" y="204"/>
                </a:lnTo>
                <a:lnTo>
                  <a:pt x="4796" y="204"/>
                </a:lnTo>
                <a:lnTo>
                  <a:pt x="4797" y="205"/>
                </a:lnTo>
                <a:lnTo>
                  <a:pt x="4798" y="205"/>
                </a:lnTo>
                <a:lnTo>
                  <a:pt x="4799" y="205"/>
                </a:lnTo>
                <a:lnTo>
                  <a:pt x="4801" y="206"/>
                </a:lnTo>
                <a:lnTo>
                  <a:pt x="4803" y="206"/>
                </a:lnTo>
                <a:lnTo>
                  <a:pt x="4804" y="207"/>
                </a:lnTo>
                <a:lnTo>
                  <a:pt x="4807" y="208"/>
                </a:lnTo>
                <a:lnTo>
                  <a:pt x="4808" y="208"/>
                </a:lnTo>
                <a:lnTo>
                  <a:pt x="4808" y="209"/>
                </a:lnTo>
                <a:lnTo>
                  <a:pt x="4807" y="209"/>
                </a:lnTo>
                <a:lnTo>
                  <a:pt x="4807" y="210"/>
                </a:lnTo>
                <a:lnTo>
                  <a:pt x="4806" y="210"/>
                </a:lnTo>
                <a:lnTo>
                  <a:pt x="4805" y="211"/>
                </a:lnTo>
                <a:lnTo>
                  <a:pt x="4805" y="212"/>
                </a:lnTo>
                <a:lnTo>
                  <a:pt x="4804" y="212"/>
                </a:lnTo>
                <a:lnTo>
                  <a:pt x="4804" y="213"/>
                </a:lnTo>
                <a:lnTo>
                  <a:pt x="4804" y="214"/>
                </a:lnTo>
                <a:lnTo>
                  <a:pt x="4804" y="215"/>
                </a:lnTo>
                <a:lnTo>
                  <a:pt x="4803" y="215"/>
                </a:lnTo>
                <a:lnTo>
                  <a:pt x="4803" y="216"/>
                </a:lnTo>
                <a:lnTo>
                  <a:pt x="4802" y="216"/>
                </a:lnTo>
                <a:lnTo>
                  <a:pt x="4802" y="217"/>
                </a:lnTo>
                <a:lnTo>
                  <a:pt x="4802" y="218"/>
                </a:lnTo>
                <a:lnTo>
                  <a:pt x="4803" y="219"/>
                </a:lnTo>
                <a:lnTo>
                  <a:pt x="4804" y="219"/>
                </a:lnTo>
                <a:lnTo>
                  <a:pt x="4805" y="220"/>
                </a:lnTo>
                <a:lnTo>
                  <a:pt x="4806" y="220"/>
                </a:lnTo>
                <a:lnTo>
                  <a:pt x="4811" y="220"/>
                </a:lnTo>
                <a:lnTo>
                  <a:pt x="4812" y="220"/>
                </a:lnTo>
                <a:lnTo>
                  <a:pt x="4813" y="221"/>
                </a:lnTo>
                <a:lnTo>
                  <a:pt x="4814" y="222"/>
                </a:lnTo>
                <a:lnTo>
                  <a:pt x="4815" y="223"/>
                </a:lnTo>
                <a:lnTo>
                  <a:pt x="4815" y="225"/>
                </a:lnTo>
                <a:lnTo>
                  <a:pt x="4815" y="226"/>
                </a:lnTo>
                <a:lnTo>
                  <a:pt x="4814" y="227"/>
                </a:lnTo>
                <a:lnTo>
                  <a:pt x="4813" y="227"/>
                </a:lnTo>
                <a:lnTo>
                  <a:pt x="4813" y="228"/>
                </a:lnTo>
                <a:lnTo>
                  <a:pt x="4811" y="228"/>
                </a:lnTo>
                <a:lnTo>
                  <a:pt x="4810" y="227"/>
                </a:lnTo>
                <a:lnTo>
                  <a:pt x="4808" y="227"/>
                </a:lnTo>
                <a:lnTo>
                  <a:pt x="4807" y="227"/>
                </a:lnTo>
                <a:lnTo>
                  <a:pt x="4806" y="228"/>
                </a:lnTo>
                <a:lnTo>
                  <a:pt x="4805" y="229"/>
                </a:lnTo>
                <a:lnTo>
                  <a:pt x="4805" y="230"/>
                </a:lnTo>
                <a:lnTo>
                  <a:pt x="4805" y="231"/>
                </a:lnTo>
                <a:lnTo>
                  <a:pt x="4805" y="232"/>
                </a:lnTo>
                <a:lnTo>
                  <a:pt x="4805" y="234"/>
                </a:lnTo>
                <a:lnTo>
                  <a:pt x="4806" y="235"/>
                </a:lnTo>
                <a:lnTo>
                  <a:pt x="4807" y="236"/>
                </a:lnTo>
                <a:lnTo>
                  <a:pt x="4809" y="237"/>
                </a:lnTo>
                <a:lnTo>
                  <a:pt x="4810" y="237"/>
                </a:lnTo>
                <a:lnTo>
                  <a:pt x="4811" y="237"/>
                </a:lnTo>
                <a:lnTo>
                  <a:pt x="4812" y="237"/>
                </a:lnTo>
                <a:lnTo>
                  <a:pt x="4813" y="237"/>
                </a:lnTo>
                <a:lnTo>
                  <a:pt x="4814" y="236"/>
                </a:lnTo>
                <a:lnTo>
                  <a:pt x="4814" y="235"/>
                </a:lnTo>
                <a:lnTo>
                  <a:pt x="4814" y="234"/>
                </a:lnTo>
                <a:lnTo>
                  <a:pt x="4813" y="234"/>
                </a:lnTo>
                <a:lnTo>
                  <a:pt x="4812" y="233"/>
                </a:lnTo>
                <a:lnTo>
                  <a:pt x="4811" y="232"/>
                </a:lnTo>
                <a:lnTo>
                  <a:pt x="4810" y="232"/>
                </a:lnTo>
                <a:lnTo>
                  <a:pt x="4810" y="231"/>
                </a:lnTo>
                <a:lnTo>
                  <a:pt x="4810" y="230"/>
                </a:lnTo>
                <a:lnTo>
                  <a:pt x="4811" y="230"/>
                </a:lnTo>
                <a:lnTo>
                  <a:pt x="4811" y="229"/>
                </a:lnTo>
                <a:lnTo>
                  <a:pt x="4812" y="229"/>
                </a:lnTo>
                <a:lnTo>
                  <a:pt x="4814" y="229"/>
                </a:lnTo>
                <a:lnTo>
                  <a:pt x="4816" y="229"/>
                </a:lnTo>
                <a:lnTo>
                  <a:pt x="4817" y="228"/>
                </a:lnTo>
                <a:lnTo>
                  <a:pt x="4819" y="228"/>
                </a:lnTo>
                <a:lnTo>
                  <a:pt x="4820" y="229"/>
                </a:lnTo>
                <a:lnTo>
                  <a:pt x="4820" y="230"/>
                </a:lnTo>
                <a:lnTo>
                  <a:pt x="4820" y="231"/>
                </a:lnTo>
                <a:lnTo>
                  <a:pt x="4820" y="232"/>
                </a:lnTo>
                <a:lnTo>
                  <a:pt x="4819" y="233"/>
                </a:lnTo>
                <a:lnTo>
                  <a:pt x="4818" y="234"/>
                </a:lnTo>
                <a:lnTo>
                  <a:pt x="4817" y="235"/>
                </a:lnTo>
                <a:lnTo>
                  <a:pt x="4816" y="236"/>
                </a:lnTo>
                <a:lnTo>
                  <a:pt x="4815" y="237"/>
                </a:lnTo>
                <a:lnTo>
                  <a:pt x="4814" y="239"/>
                </a:lnTo>
                <a:lnTo>
                  <a:pt x="4813" y="240"/>
                </a:lnTo>
                <a:lnTo>
                  <a:pt x="4813" y="241"/>
                </a:lnTo>
                <a:lnTo>
                  <a:pt x="4812" y="242"/>
                </a:lnTo>
                <a:lnTo>
                  <a:pt x="4813" y="243"/>
                </a:lnTo>
                <a:lnTo>
                  <a:pt x="4813" y="244"/>
                </a:lnTo>
                <a:lnTo>
                  <a:pt x="4814" y="246"/>
                </a:lnTo>
                <a:lnTo>
                  <a:pt x="4814" y="248"/>
                </a:lnTo>
                <a:lnTo>
                  <a:pt x="4814" y="249"/>
                </a:lnTo>
                <a:lnTo>
                  <a:pt x="4814" y="251"/>
                </a:lnTo>
                <a:lnTo>
                  <a:pt x="4815" y="252"/>
                </a:lnTo>
                <a:lnTo>
                  <a:pt x="4814" y="253"/>
                </a:lnTo>
                <a:lnTo>
                  <a:pt x="4814" y="255"/>
                </a:lnTo>
                <a:lnTo>
                  <a:pt x="4815" y="256"/>
                </a:lnTo>
                <a:lnTo>
                  <a:pt x="4815" y="257"/>
                </a:lnTo>
                <a:lnTo>
                  <a:pt x="4816" y="257"/>
                </a:lnTo>
                <a:lnTo>
                  <a:pt x="4817" y="257"/>
                </a:lnTo>
                <a:lnTo>
                  <a:pt x="4819" y="259"/>
                </a:lnTo>
                <a:lnTo>
                  <a:pt x="4821" y="260"/>
                </a:lnTo>
                <a:lnTo>
                  <a:pt x="4822" y="262"/>
                </a:lnTo>
                <a:lnTo>
                  <a:pt x="4824" y="264"/>
                </a:lnTo>
                <a:lnTo>
                  <a:pt x="4824" y="265"/>
                </a:lnTo>
                <a:lnTo>
                  <a:pt x="4826" y="266"/>
                </a:lnTo>
                <a:lnTo>
                  <a:pt x="4827" y="267"/>
                </a:lnTo>
                <a:lnTo>
                  <a:pt x="4828" y="267"/>
                </a:lnTo>
                <a:lnTo>
                  <a:pt x="4830" y="268"/>
                </a:lnTo>
                <a:lnTo>
                  <a:pt x="4831" y="269"/>
                </a:lnTo>
                <a:lnTo>
                  <a:pt x="4833" y="270"/>
                </a:lnTo>
                <a:lnTo>
                  <a:pt x="4833" y="271"/>
                </a:lnTo>
                <a:lnTo>
                  <a:pt x="4834" y="271"/>
                </a:lnTo>
                <a:lnTo>
                  <a:pt x="4834" y="272"/>
                </a:lnTo>
                <a:lnTo>
                  <a:pt x="4835" y="272"/>
                </a:lnTo>
                <a:lnTo>
                  <a:pt x="4835" y="273"/>
                </a:lnTo>
                <a:lnTo>
                  <a:pt x="4836" y="274"/>
                </a:lnTo>
                <a:lnTo>
                  <a:pt x="4837" y="276"/>
                </a:lnTo>
                <a:lnTo>
                  <a:pt x="4840" y="280"/>
                </a:lnTo>
                <a:lnTo>
                  <a:pt x="4841" y="282"/>
                </a:lnTo>
                <a:lnTo>
                  <a:pt x="4842" y="284"/>
                </a:lnTo>
                <a:lnTo>
                  <a:pt x="4843" y="286"/>
                </a:lnTo>
                <a:lnTo>
                  <a:pt x="4844" y="286"/>
                </a:lnTo>
                <a:lnTo>
                  <a:pt x="4845" y="287"/>
                </a:lnTo>
                <a:lnTo>
                  <a:pt x="4846" y="287"/>
                </a:lnTo>
                <a:lnTo>
                  <a:pt x="4847" y="287"/>
                </a:lnTo>
                <a:lnTo>
                  <a:pt x="4848" y="287"/>
                </a:lnTo>
                <a:lnTo>
                  <a:pt x="4849" y="288"/>
                </a:lnTo>
                <a:lnTo>
                  <a:pt x="4849" y="289"/>
                </a:lnTo>
                <a:lnTo>
                  <a:pt x="4849" y="290"/>
                </a:lnTo>
                <a:lnTo>
                  <a:pt x="4848" y="291"/>
                </a:lnTo>
                <a:lnTo>
                  <a:pt x="4848" y="292"/>
                </a:lnTo>
                <a:lnTo>
                  <a:pt x="4847" y="292"/>
                </a:lnTo>
                <a:lnTo>
                  <a:pt x="4847" y="293"/>
                </a:lnTo>
                <a:lnTo>
                  <a:pt x="4847" y="294"/>
                </a:lnTo>
                <a:lnTo>
                  <a:pt x="4848" y="295"/>
                </a:lnTo>
                <a:lnTo>
                  <a:pt x="4848" y="296"/>
                </a:lnTo>
                <a:lnTo>
                  <a:pt x="4848" y="297"/>
                </a:lnTo>
                <a:lnTo>
                  <a:pt x="4850" y="300"/>
                </a:lnTo>
                <a:lnTo>
                  <a:pt x="4852" y="301"/>
                </a:lnTo>
                <a:lnTo>
                  <a:pt x="4853" y="302"/>
                </a:lnTo>
                <a:lnTo>
                  <a:pt x="4853" y="303"/>
                </a:lnTo>
                <a:lnTo>
                  <a:pt x="4855" y="305"/>
                </a:lnTo>
                <a:lnTo>
                  <a:pt x="4855" y="306"/>
                </a:lnTo>
                <a:lnTo>
                  <a:pt x="4855" y="307"/>
                </a:lnTo>
                <a:lnTo>
                  <a:pt x="4854" y="308"/>
                </a:lnTo>
                <a:lnTo>
                  <a:pt x="4854" y="309"/>
                </a:lnTo>
                <a:lnTo>
                  <a:pt x="4853" y="310"/>
                </a:lnTo>
                <a:lnTo>
                  <a:pt x="4851" y="310"/>
                </a:lnTo>
                <a:lnTo>
                  <a:pt x="4850" y="311"/>
                </a:lnTo>
                <a:lnTo>
                  <a:pt x="4850" y="312"/>
                </a:lnTo>
                <a:lnTo>
                  <a:pt x="4850" y="313"/>
                </a:lnTo>
                <a:lnTo>
                  <a:pt x="4850" y="314"/>
                </a:lnTo>
                <a:lnTo>
                  <a:pt x="4849" y="315"/>
                </a:lnTo>
                <a:lnTo>
                  <a:pt x="4848" y="315"/>
                </a:lnTo>
                <a:lnTo>
                  <a:pt x="4848" y="316"/>
                </a:lnTo>
                <a:lnTo>
                  <a:pt x="4848" y="317"/>
                </a:lnTo>
                <a:lnTo>
                  <a:pt x="4848" y="318"/>
                </a:lnTo>
                <a:lnTo>
                  <a:pt x="4849" y="318"/>
                </a:lnTo>
                <a:lnTo>
                  <a:pt x="4850" y="319"/>
                </a:lnTo>
                <a:lnTo>
                  <a:pt x="4851" y="319"/>
                </a:lnTo>
                <a:lnTo>
                  <a:pt x="4853" y="319"/>
                </a:lnTo>
                <a:lnTo>
                  <a:pt x="4854" y="320"/>
                </a:lnTo>
                <a:lnTo>
                  <a:pt x="4855" y="320"/>
                </a:lnTo>
                <a:lnTo>
                  <a:pt x="4855" y="322"/>
                </a:lnTo>
                <a:lnTo>
                  <a:pt x="4855" y="323"/>
                </a:lnTo>
                <a:lnTo>
                  <a:pt x="4854" y="324"/>
                </a:lnTo>
                <a:lnTo>
                  <a:pt x="4854" y="325"/>
                </a:lnTo>
                <a:lnTo>
                  <a:pt x="4853" y="326"/>
                </a:lnTo>
                <a:lnTo>
                  <a:pt x="4852" y="327"/>
                </a:lnTo>
                <a:lnTo>
                  <a:pt x="4852" y="328"/>
                </a:lnTo>
                <a:lnTo>
                  <a:pt x="4851" y="329"/>
                </a:lnTo>
                <a:lnTo>
                  <a:pt x="4851" y="330"/>
                </a:lnTo>
                <a:lnTo>
                  <a:pt x="4852" y="331"/>
                </a:lnTo>
                <a:lnTo>
                  <a:pt x="4852" y="332"/>
                </a:lnTo>
                <a:lnTo>
                  <a:pt x="4853" y="332"/>
                </a:lnTo>
                <a:lnTo>
                  <a:pt x="4853" y="333"/>
                </a:lnTo>
                <a:lnTo>
                  <a:pt x="4854" y="334"/>
                </a:lnTo>
                <a:lnTo>
                  <a:pt x="4856" y="335"/>
                </a:lnTo>
                <a:lnTo>
                  <a:pt x="4857" y="336"/>
                </a:lnTo>
                <a:lnTo>
                  <a:pt x="4858" y="336"/>
                </a:lnTo>
                <a:lnTo>
                  <a:pt x="4860" y="336"/>
                </a:lnTo>
                <a:lnTo>
                  <a:pt x="4861" y="337"/>
                </a:lnTo>
                <a:lnTo>
                  <a:pt x="4862" y="337"/>
                </a:lnTo>
                <a:lnTo>
                  <a:pt x="4863" y="337"/>
                </a:lnTo>
                <a:lnTo>
                  <a:pt x="4864" y="338"/>
                </a:lnTo>
                <a:lnTo>
                  <a:pt x="4865" y="338"/>
                </a:lnTo>
                <a:lnTo>
                  <a:pt x="4866" y="338"/>
                </a:lnTo>
                <a:lnTo>
                  <a:pt x="4867" y="339"/>
                </a:lnTo>
                <a:lnTo>
                  <a:pt x="4869" y="339"/>
                </a:lnTo>
                <a:lnTo>
                  <a:pt x="4871" y="339"/>
                </a:lnTo>
                <a:lnTo>
                  <a:pt x="4872" y="340"/>
                </a:lnTo>
                <a:lnTo>
                  <a:pt x="4874" y="340"/>
                </a:lnTo>
                <a:lnTo>
                  <a:pt x="4876" y="340"/>
                </a:lnTo>
                <a:lnTo>
                  <a:pt x="4876" y="341"/>
                </a:lnTo>
                <a:lnTo>
                  <a:pt x="4876" y="342"/>
                </a:lnTo>
                <a:lnTo>
                  <a:pt x="4876" y="343"/>
                </a:lnTo>
                <a:lnTo>
                  <a:pt x="4876" y="346"/>
                </a:lnTo>
                <a:lnTo>
                  <a:pt x="4876" y="347"/>
                </a:lnTo>
                <a:lnTo>
                  <a:pt x="4876" y="348"/>
                </a:lnTo>
                <a:lnTo>
                  <a:pt x="4875" y="349"/>
                </a:lnTo>
                <a:lnTo>
                  <a:pt x="4874" y="351"/>
                </a:lnTo>
                <a:lnTo>
                  <a:pt x="4873" y="352"/>
                </a:lnTo>
                <a:lnTo>
                  <a:pt x="4871" y="354"/>
                </a:lnTo>
                <a:lnTo>
                  <a:pt x="4870" y="355"/>
                </a:lnTo>
                <a:lnTo>
                  <a:pt x="4868" y="356"/>
                </a:lnTo>
                <a:lnTo>
                  <a:pt x="4868" y="358"/>
                </a:lnTo>
                <a:lnTo>
                  <a:pt x="4867" y="359"/>
                </a:lnTo>
                <a:lnTo>
                  <a:pt x="4867" y="361"/>
                </a:lnTo>
                <a:lnTo>
                  <a:pt x="4866" y="361"/>
                </a:lnTo>
                <a:lnTo>
                  <a:pt x="4866" y="363"/>
                </a:lnTo>
                <a:lnTo>
                  <a:pt x="4866" y="365"/>
                </a:lnTo>
                <a:lnTo>
                  <a:pt x="4866" y="366"/>
                </a:lnTo>
                <a:lnTo>
                  <a:pt x="4867" y="367"/>
                </a:lnTo>
                <a:lnTo>
                  <a:pt x="4868" y="369"/>
                </a:lnTo>
                <a:lnTo>
                  <a:pt x="4870" y="370"/>
                </a:lnTo>
                <a:lnTo>
                  <a:pt x="4870" y="371"/>
                </a:lnTo>
                <a:lnTo>
                  <a:pt x="4871" y="372"/>
                </a:lnTo>
                <a:lnTo>
                  <a:pt x="4871" y="374"/>
                </a:lnTo>
                <a:lnTo>
                  <a:pt x="4870" y="375"/>
                </a:lnTo>
                <a:lnTo>
                  <a:pt x="4869" y="377"/>
                </a:lnTo>
                <a:lnTo>
                  <a:pt x="4869" y="380"/>
                </a:lnTo>
                <a:lnTo>
                  <a:pt x="4869" y="381"/>
                </a:lnTo>
                <a:lnTo>
                  <a:pt x="4869" y="382"/>
                </a:lnTo>
                <a:lnTo>
                  <a:pt x="4870" y="383"/>
                </a:lnTo>
                <a:lnTo>
                  <a:pt x="4871" y="385"/>
                </a:lnTo>
                <a:lnTo>
                  <a:pt x="4872" y="386"/>
                </a:lnTo>
                <a:lnTo>
                  <a:pt x="4873" y="386"/>
                </a:lnTo>
                <a:lnTo>
                  <a:pt x="4874" y="387"/>
                </a:lnTo>
                <a:lnTo>
                  <a:pt x="4876" y="387"/>
                </a:lnTo>
                <a:lnTo>
                  <a:pt x="4878" y="387"/>
                </a:lnTo>
                <a:lnTo>
                  <a:pt x="4880" y="387"/>
                </a:lnTo>
                <a:lnTo>
                  <a:pt x="4881" y="388"/>
                </a:lnTo>
                <a:lnTo>
                  <a:pt x="4882" y="388"/>
                </a:lnTo>
                <a:lnTo>
                  <a:pt x="4882" y="389"/>
                </a:lnTo>
                <a:lnTo>
                  <a:pt x="4882" y="391"/>
                </a:lnTo>
                <a:lnTo>
                  <a:pt x="4883" y="393"/>
                </a:lnTo>
                <a:lnTo>
                  <a:pt x="4883" y="395"/>
                </a:lnTo>
                <a:lnTo>
                  <a:pt x="4883" y="396"/>
                </a:lnTo>
                <a:lnTo>
                  <a:pt x="4883" y="397"/>
                </a:lnTo>
                <a:lnTo>
                  <a:pt x="4884" y="398"/>
                </a:lnTo>
                <a:lnTo>
                  <a:pt x="4886" y="400"/>
                </a:lnTo>
                <a:lnTo>
                  <a:pt x="4887" y="400"/>
                </a:lnTo>
                <a:lnTo>
                  <a:pt x="4887" y="401"/>
                </a:lnTo>
                <a:lnTo>
                  <a:pt x="4889" y="401"/>
                </a:lnTo>
                <a:lnTo>
                  <a:pt x="4891" y="402"/>
                </a:lnTo>
                <a:lnTo>
                  <a:pt x="4891" y="403"/>
                </a:lnTo>
                <a:lnTo>
                  <a:pt x="4892" y="403"/>
                </a:lnTo>
                <a:lnTo>
                  <a:pt x="4894" y="406"/>
                </a:lnTo>
                <a:lnTo>
                  <a:pt x="4895" y="407"/>
                </a:lnTo>
                <a:lnTo>
                  <a:pt x="4896" y="407"/>
                </a:lnTo>
                <a:lnTo>
                  <a:pt x="4897" y="407"/>
                </a:lnTo>
                <a:lnTo>
                  <a:pt x="4898" y="407"/>
                </a:lnTo>
                <a:lnTo>
                  <a:pt x="4899" y="407"/>
                </a:lnTo>
                <a:lnTo>
                  <a:pt x="4900" y="407"/>
                </a:lnTo>
                <a:lnTo>
                  <a:pt x="4900" y="408"/>
                </a:lnTo>
                <a:lnTo>
                  <a:pt x="4902" y="408"/>
                </a:lnTo>
                <a:lnTo>
                  <a:pt x="4903" y="408"/>
                </a:lnTo>
                <a:lnTo>
                  <a:pt x="4904" y="408"/>
                </a:lnTo>
                <a:lnTo>
                  <a:pt x="4905" y="408"/>
                </a:lnTo>
                <a:lnTo>
                  <a:pt x="4905" y="407"/>
                </a:lnTo>
                <a:lnTo>
                  <a:pt x="4906" y="407"/>
                </a:lnTo>
                <a:lnTo>
                  <a:pt x="4907" y="406"/>
                </a:lnTo>
                <a:lnTo>
                  <a:pt x="4908" y="406"/>
                </a:lnTo>
                <a:lnTo>
                  <a:pt x="4909" y="406"/>
                </a:lnTo>
                <a:lnTo>
                  <a:pt x="4910" y="407"/>
                </a:lnTo>
                <a:lnTo>
                  <a:pt x="4911" y="407"/>
                </a:lnTo>
                <a:lnTo>
                  <a:pt x="4912" y="408"/>
                </a:lnTo>
                <a:lnTo>
                  <a:pt x="4913" y="408"/>
                </a:lnTo>
                <a:lnTo>
                  <a:pt x="4914" y="409"/>
                </a:lnTo>
                <a:lnTo>
                  <a:pt x="4915" y="409"/>
                </a:lnTo>
                <a:lnTo>
                  <a:pt x="4916" y="410"/>
                </a:lnTo>
                <a:lnTo>
                  <a:pt x="4918" y="410"/>
                </a:lnTo>
                <a:lnTo>
                  <a:pt x="4920" y="411"/>
                </a:lnTo>
                <a:lnTo>
                  <a:pt x="4921" y="411"/>
                </a:lnTo>
                <a:lnTo>
                  <a:pt x="4922" y="411"/>
                </a:lnTo>
                <a:lnTo>
                  <a:pt x="4923" y="411"/>
                </a:lnTo>
                <a:lnTo>
                  <a:pt x="4925" y="411"/>
                </a:lnTo>
                <a:lnTo>
                  <a:pt x="4927" y="412"/>
                </a:lnTo>
                <a:lnTo>
                  <a:pt x="4929" y="412"/>
                </a:lnTo>
                <a:lnTo>
                  <a:pt x="4930" y="412"/>
                </a:lnTo>
                <a:lnTo>
                  <a:pt x="4931" y="411"/>
                </a:lnTo>
                <a:lnTo>
                  <a:pt x="4932" y="410"/>
                </a:lnTo>
                <a:lnTo>
                  <a:pt x="4933" y="410"/>
                </a:lnTo>
                <a:lnTo>
                  <a:pt x="4934" y="409"/>
                </a:lnTo>
                <a:lnTo>
                  <a:pt x="4936" y="409"/>
                </a:lnTo>
                <a:lnTo>
                  <a:pt x="4937" y="409"/>
                </a:lnTo>
                <a:lnTo>
                  <a:pt x="4938" y="409"/>
                </a:lnTo>
                <a:lnTo>
                  <a:pt x="4939" y="410"/>
                </a:lnTo>
                <a:lnTo>
                  <a:pt x="4940" y="411"/>
                </a:lnTo>
                <a:lnTo>
                  <a:pt x="4941" y="411"/>
                </a:lnTo>
                <a:lnTo>
                  <a:pt x="4942" y="412"/>
                </a:lnTo>
                <a:lnTo>
                  <a:pt x="4942" y="411"/>
                </a:lnTo>
                <a:lnTo>
                  <a:pt x="4943" y="411"/>
                </a:lnTo>
                <a:lnTo>
                  <a:pt x="4944" y="411"/>
                </a:lnTo>
                <a:lnTo>
                  <a:pt x="4944" y="410"/>
                </a:lnTo>
                <a:lnTo>
                  <a:pt x="4945" y="410"/>
                </a:lnTo>
                <a:lnTo>
                  <a:pt x="4945" y="409"/>
                </a:lnTo>
                <a:lnTo>
                  <a:pt x="4945" y="408"/>
                </a:lnTo>
                <a:lnTo>
                  <a:pt x="4945" y="407"/>
                </a:lnTo>
                <a:lnTo>
                  <a:pt x="4946" y="407"/>
                </a:lnTo>
                <a:lnTo>
                  <a:pt x="4948" y="407"/>
                </a:lnTo>
                <a:lnTo>
                  <a:pt x="4952" y="407"/>
                </a:lnTo>
                <a:lnTo>
                  <a:pt x="4954" y="407"/>
                </a:lnTo>
                <a:lnTo>
                  <a:pt x="4956" y="407"/>
                </a:lnTo>
                <a:lnTo>
                  <a:pt x="4958" y="406"/>
                </a:lnTo>
                <a:lnTo>
                  <a:pt x="4959" y="406"/>
                </a:lnTo>
                <a:lnTo>
                  <a:pt x="4959" y="405"/>
                </a:lnTo>
                <a:lnTo>
                  <a:pt x="4960" y="405"/>
                </a:lnTo>
                <a:lnTo>
                  <a:pt x="4961" y="405"/>
                </a:lnTo>
                <a:lnTo>
                  <a:pt x="4962" y="405"/>
                </a:lnTo>
                <a:lnTo>
                  <a:pt x="4964" y="406"/>
                </a:lnTo>
                <a:lnTo>
                  <a:pt x="4966" y="406"/>
                </a:lnTo>
                <a:lnTo>
                  <a:pt x="4967" y="407"/>
                </a:lnTo>
                <a:lnTo>
                  <a:pt x="4968" y="407"/>
                </a:lnTo>
                <a:lnTo>
                  <a:pt x="4970" y="408"/>
                </a:lnTo>
                <a:lnTo>
                  <a:pt x="4972" y="408"/>
                </a:lnTo>
                <a:lnTo>
                  <a:pt x="4974" y="409"/>
                </a:lnTo>
                <a:lnTo>
                  <a:pt x="4975" y="409"/>
                </a:lnTo>
                <a:lnTo>
                  <a:pt x="4976" y="409"/>
                </a:lnTo>
                <a:lnTo>
                  <a:pt x="4977" y="409"/>
                </a:lnTo>
                <a:lnTo>
                  <a:pt x="4977" y="408"/>
                </a:lnTo>
                <a:lnTo>
                  <a:pt x="4978" y="408"/>
                </a:lnTo>
                <a:lnTo>
                  <a:pt x="4978" y="407"/>
                </a:lnTo>
                <a:lnTo>
                  <a:pt x="4978" y="406"/>
                </a:lnTo>
                <a:lnTo>
                  <a:pt x="4979" y="406"/>
                </a:lnTo>
                <a:lnTo>
                  <a:pt x="4980" y="406"/>
                </a:lnTo>
                <a:lnTo>
                  <a:pt x="4981" y="407"/>
                </a:lnTo>
                <a:lnTo>
                  <a:pt x="4983" y="407"/>
                </a:lnTo>
                <a:lnTo>
                  <a:pt x="4984" y="408"/>
                </a:lnTo>
                <a:lnTo>
                  <a:pt x="4985" y="409"/>
                </a:lnTo>
                <a:lnTo>
                  <a:pt x="4984" y="410"/>
                </a:lnTo>
                <a:lnTo>
                  <a:pt x="4984" y="411"/>
                </a:lnTo>
                <a:lnTo>
                  <a:pt x="4983" y="411"/>
                </a:lnTo>
                <a:lnTo>
                  <a:pt x="4982" y="412"/>
                </a:lnTo>
                <a:lnTo>
                  <a:pt x="4980" y="414"/>
                </a:lnTo>
                <a:lnTo>
                  <a:pt x="4980" y="415"/>
                </a:lnTo>
                <a:lnTo>
                  <a:pt x="4979" y="416"/>
                </a:lnTo>
                <a:lnTo>
                  <a:pt x="4979" y="417"/>
                </a:lnTo>
                <a:lnTo>
                  <a:pt x="4979" y="418"/>
                </a:lnTo>
                <a:lnTo>
                  <a:pt x="4981" y="419"/>
                </a:lnTo>
                <a:lnTo>
                  <a:pt x="4982" y="419"/>
                </a:lnTo>
                <a:lnTo>
                  <a:pt x="4983" y="419"/>
                </a:lnTo>
                <a:lnTo>
                  <a:pt x="4984" y="419"/>
                </a:lnTo>
                <a:lnTo>
                  <a:pt x="4984" y="418"/>
                </a:lnTo>
                <a:lnTo>
                  <a:pt x="4985" y="418"/>
                </a:lnTo>
                <a:lnTo>
                  <a:pt x="4986" y="418"/>
                </a:lnTo>
                <a:lnTo>
                  <a:pt x="4988" y="417"/>
                </a:lnTo>
                <a:lnTo>
                  <a:pt x="4989" y="417"/>
                </a:lnTo>
                <a:lnTo>
                  <a:pt x="4991" y="417"/>
                </a:lnTo>
                <a:lnTo>
                  <a:pt x="4992" y="417"/>
                </a:lnTo>
                <a:lnTo>
                  <a:pt x="4994" y="418"/>
                </a:lnTo>
                <a:lnTo>
                  <a:pt x="4995" y="419"/>
                </a:lnTo>
                <a:lnTo>
                  <a:pt x="4996" y="420"/>
                </a:lnTo>
                <a:lnTo>
                  <a:pt x="4997" y="420"/>
                </a:lnTo>
                <a:lnTo>
                  <a:pt x="4999" y="420"/>
                </a:lnTo>
                <a:lnTo>
                  <a:pt x="5002" y="420"/>
                </a:lnTo>
                <a:lnTo>
                  <a:pt x="5003" y="421"/>
                </a:lnTo>
                <a:lnTo>
                  <a:pt x="5004" y="422"/>
                </a:lnTo>
                <a:lnTo>
                  <a:pt x="5005" y="423"/>
                </a:lnTo>
                <a:lnTo>
                  <a:pt x="5005" y="425"/>
                </a:lnTo>
                <a:lnTo>
                  <a:pt x="5006" y="427"/>
                </a:lnTo>
                <a:lnTo>
                  <a:pt x="5006" y="428"/>
                </a:lnTo>
                <a:lnTo>
                  <a:pt x="5007" y="428"/>
                </a:lnTo>
                <a:lnTo>
                  <a:pt x="5007" y="429"/>
                </a:lnTo>
                <a:lnTo>
                  <a:pt x="5008" y="430"/>
                </a:lnTo>
                <a:lnTo>
                  <a:pt x="5009" y="430"/>
                </a:lnTo>
                <a:lnTo>
                  <a:pt x="5010" y="431"/>
                </a:lnTo>
                <a:lnTo>
                  <a:pt x="5011" y="431"/>
                </a:lnTo>
                <a:lnTo>
                  <a:pt x="5014" y="431"/>
                </a:lnTo>
                <a:lnTo>
                  <a:pt x="5015" y="431"/>
                </a:lnTo>
                <a:lnTo>
                  <a:pt x="5016" y="429"/>
                </a:lnTo>
                <a:lnTo>
                  <a:pt x="5017" y="428"/>
                </a:lnTo>
                <a:lnTo>
                  <a:pt x="5018" y="428"/>
                </a:lnTo>
                <a:lnTo>
                  <a:pt x="5019" y="427"/>
                </a:lnTo>
                <a:lnTo>
                  <a:pt x="5021" y="426"/>
                </a:lnTo>
                <a:lnTo>
                  <a:pt x="5022" y="426"/>
                </a:lnTo>
                <a:lnTo>
                  <a:pt x="5024" y="427"/>
                </a:lnTo>
                <a:lnTo>
                  <a:pt x="5026" y="427"/>
                </a:lnTo>
                <a:lnTo>
                  <a:pt x="5027" y="428"/>
                </a:lnTo>
                <a:lnTo>
                  <a:pt x="5028" y="428"/>
                </a:lnTo>
                <a:lnTo>
                  <a:pt x="5029" y="429"/>
                </a:lnTo>
                <a:lnTo>
                  <a:pt x="5029" y="430"/>
                </a:lnTo>
                <a:lnTo>
                  <a:pt x="5030" y="430"/>
                </a:lnTo>
                <a:lnTo>
                  <a:pt x="5030" y="431"/>
                </a:lnTo>
                <a:lnTo>
                  <a:pt x="5031" y="431"/>
                </a:lnTo>
                <a:lnTo>
                  <a:pt x="5032" y="431"/>
                </a:lnTo>
                <a:lnTo>
                  <a:pt x="5033" y="431"/>
                </a:lnTo>
                <a:lnTo>
                  <a:pt x="5034" y="431"/>
                </a:lnTo>
                <a:lnTo>
                  <a:pt x="5035" y="431"/>
                </a:lnTo>
                <a:lnTo>
                  <a:pt x="5035" y="430"/>
                </a:lnTo>
                <a:lnTo>
                  <a:pt x="5036" y="430"/>
                </a:lnTo>
                <a:lnTo>
                  <a:pt x="5036" y="429"/>
                </a:lnTo>
                <a:lnTo>
                  <a:pt x="5036" y="428"/>
                </a:lnTo>
                <a:lnTo>
                  <a:pt x="5035" y="427"/>
                </a:lnTo>
                <a:lnTo>
                  <a:pt x="5035" y="426"/>
                </a:lnTo>
                <a:lnTo>
                  <a:pt x="5035" y="425"/>
                </a:lnTo>
                <a:lnTo>
                  <a:pt x="5035" y="424"/>
                </a:lnTo>
                <a:lnTo>
                  <a:pt x="5036" y="424"/>
                </a:lnTo>
                <a:lnTo>
                  <a:pt x="5037" y="423"/>
                </a:lnTo>
                <a:lnTo>
                  <a:pt x="5038" y="422"/>
                </a:lnTo>
                <a:lnTo>
                  <a:pt x="5039" y="422"/>
                </a:lnTo>
                <a:lnTo>
                  <a:pt x="5041" y="422"/>
                </a:lnTo>
                <a:lnTo>
                  <a:pt x="5042" y="422"/>
                </a:lnTo>
                <a:lnTo>
                  <a:pt x="5043" y="423"/>
                </a:lnTo>
                <a:lnTo>
                  <a:pt x="5044" y="423"/>
                </a:lnTo>
                <a:lnTo>
                  <a:pt x="5045" y="423"/>
                </a:lnTo>
                <a:lnTo>
                  <a:pt x="5047" y="423"/>
                </a:lnTo>
                <a:lnTo>
                  <a:pt x="5048" y="424"/>
                </a:lnTo>
                <a:lnTo>
                  <a:pt x="5050" y="425"/>
                </a:lnTo>
                <a:lnTo>
                  <a:pt x="5050" y="426"/>
                </a:lnTo>
                <a:lnTo>
                  <a:pt x="5051" y="427"/>
                </a:lnTo>
                <a:lnTo>
                  <a:pt x="5051" y="428"/>
                </a:lnTo>
                <a:lnTo>
                  <a:pt x="5051" y="430"/>
                </a:lnTo>
                <a:lnTo>
                  <a:pt x="5051" y="432"/>
                </a:lnTo>
                <a:lnTo>
                  <a:pt x="5051" y="434"/>
                </a:lnTo>
                <a:lnTo>
                  <a:pt x="5051" y="435"/>
                </a:lnTo>
                <a:lnTo>
                  <a:pt x="5052" y="435"/>
                </a:lnTo>
                <a:lnTo>
                  <a:pt x="5052" y="436"/>
                </a:lnTo>
                <a:lnTo>
                  <a:pt x="5052" y="437"/>
                </a:lnTo>
                <a:lnTo>
                  <a:pt x="5053" y="438"/>
                </a:lnTo>
                <a:lnTo>
                  <a:pt x="5054" y="438"/>
                </a:lnTo>
                <a:lnTo>
                  <a:pt x="5054" y="439"/>
                </a:lnTo>
                <a:lnTo>
                  <a:pt x="5055" y="439"/>
                </a:lnTo>
                <a:lnTo>
                  <a:pt x="5057" y="439"/>
                </a:lnTo>
                <a:lnTo>
                  <a:pt x="5058" y="439"/>
                </a:lnTo>
                <a:lnTo>
                  <a:pt x="5060" y="438"/>
                </a:lnTo>
                <a:lnTo>
                  <a:pt x="5060" y="437"/>
                </a:lnTo>
                <a:lnTo>
                  <a:pt x="5061" y="437"/>
                </a:lnTo>
                <a:lnTo>
                  <a:pt x="5062" y="437"/>
                </a:lnTo>
                <a:lnTo>
                  <a:pt x="5065" y="437"/>
                </a:lnTo>
                <a:lnTo>
                  <a:pt x="5066" y="437"/>
                </a:lnTo>
                <a:lnTo>
                  <a:pt x="5067" y="437"/>
                </a:lnTo>
                <a:lnTo>
                  <a:pt x="5067" y="438"/>
                </a:lnTo>
                <a:lnTo>
                  <a:pt x="5068" y="439"/>
                </a:lnTo>
                <a:lnTo>
                  <a:pt x="5069" y="439"/>
                </a:lnTo>
                <a:lnTo>
                  <a:pt x="5069" y="440"/>
                </a:lnTo>
                <a:lnTo>
                  <a:pt x="5069" y="441"/>
                </a:lnTo>
                <a:lnTo>
                  <a:pt x="5070" y="441"/>
                </a:lnTo>
                <a:lnTo>
                  <a:pt x="5070" y="443"/>
                </a:lnTo>
                <a:lnTo>
                  <a:pt x="5069" y="443"/>
                </a:lnTo>
                <a:lnTo>
                  <a:pt x="5069" y="444"/>
                </a:lnTo>
                <a:lnTo>
                  <a:pt x="5070" y="446"/>
                </a:lnTo>
                <a:lnTo>
                  <a:pt x="5070" y="447"/>
                </a:lnTo>
                <a:lnTo>
                  <a:pt x="5072" y="449"/>
                </a:lnTo>
                <a:lnTo>
                  <a:pt x="5074" y="449"/>
                </a:lnTo>
                <a:lnTo>
                  <a:pt x="5075" y="449"/>
                </a:lnTo>
                <a:lnTo>
                  <a:pt x="5076" y="449"/>
                </a:lnTo>
                <a:lnTo>
                  <a:pt x="5077" y="449"/>
                </a:lnTo>
                <a:lnTo>
                  <a:pt x="5078" y="449"/>
                </a:lnTo>
                <a:lnTo>
                  <a:pt x="5079" y="449"/>
                </a:lnTo>
                <a:lnTo>
                  <a:pt x="5079" y="450"/>
                </a:lnTo>
                <a:lnTo>
                  <a:pt x="5079" y="452"/>
                </a:lnTo>
                <a:lnTo>
                  <a:pt x="5078" y="453"/>
                </a:lnTo>
                <a:lnTo>
                  <a:pt x="5078" y="454"/>
                </a:lnTo>
                <a:lnTo>
                  <a:pt x="5078" y="455"/>
                </a:lnTo>
                <a:lnTo>
                  <a:pt x="5079" y="456"/>
                </a:lnTo>
                <a:lnTo>
                  <a:pt x="5080" y="456"/>
                </a:lnTo>
                <a:lnTo>
                  <a:pt x="5081" y="456"/>
                </a:lnTo>
                <a:lnTo>
                  <a:pt x="5083" y="456"/>
                </a:lnTo>
                <a:lnTo>
                  <a:pt x="5084" y="457"/>
                </a:lnTo>
                <a:lnTo>
                  <a:pt x="5085" y="457"/>
                </a:lnTo>
                <a:lnTo>
                  <a:pt x="5086" y="458"/>
                </a:lnTo>
                <a:lnTo>
                  <a:pt x="5086" y="459"/>
                </a:lnTo>
                <a:lnTo>
                  <a:pt x="5085" y="459"/>
                </a:lnTo>
                <a:lnTo>
                  <a:pt x="5085" y="460"/>
                </a:lnTo>
                <a:lnTo>
                  <a:pt x="5084" y="461"/>
                </a:lnTo>
                <a:lnTo>
                  <a:pt x="5084" y="462"/>
                </a:lnTo>
                <a:lnTo>
                  <a:pt x="5084" y="463"/>
                </a:lnTo>
                <a:lnTo>
                  <a:pt x="5086" y="464"/>
                </a:lnTo>
                <a:lnTo>
                  <a:pt x="5088" y="464"/>
                </a:lnTo>
                <a:lnTo>
                  <a:pt x="5089" y="464"/>
                </a:lnTo>
                <a:lnTo>
                  <a:pt x="5090" y="464"/>
                </a:lnTo>
                <a:lnTo>
                  <a:pt x="5092" y="465"/>
                </a:lnTo>
                <a:lnTo>
                  <a:pt x="5093" y="465"/>
                </a:lnTo>
                <a:lnTo>
                  <a:pt x="5093" y="466"/>
                </a:lnTo>
                <a:lnTo>
                  <a:pt x="5094" y="466"/>
                </a:lnTo>
                <a:lnTo>
                  <a:pt x="5095" y="467"/>
                </a:lnTo>
                <a:lnTo>
                  <a:pt x="5095" y="468"/>
                </a:lnTo>
                <a:lnTo>
                  <a:pt x="5096" y="468"/>
                </a:lnTo>
                <a:lnTo>
                  <a:pt x="5096" y="469"/>
                </a:lnTo>
                <a:lnTo>
                  <a:pt x="5097" y="470"/>
                </a:lnTo>
                <a:lnTo>
                  <a:pt x="5098" y="470"/>
                </a:lnTo>
                <a:lnTo>
                  <a:pt x="5099" y="471"/>
                </a:lnTo>
                <a:lnTo>
                  <a:pt x="5100" y="471"/>
                </a:lnTo>
                <a:lnTo>
                  <a:pt x="5101" y="471"/>
                </a:lnTo>
                <a:lnTo>
                  <a:pt x="5101" y="472"/>
                </a:lnTo>
                <a:lnTo>
                  <a:pt x="5102" y="472"/>
                </a:lnTo>
                <a:lnTo>
                  <a:pt x="5103" y="473"/>
                </a:lnTo>
                <a:lnTo>
                  <a:pt x="5104" y="473"/>
                </a:lnTo>
                <a:lnTo>
                  <a:pt x="5105" y="474"/>
                </a:lnTo>
                <a:lnTo>
                  <a:pt x="5106" y="474"/>
                </a:lnTo>
                <a:lnTo>
                  <a:pt x="5106" y="475"/>
                </a:lnTo>
                <a:lnTo>
                  <a:pt x="5108" y="476"/>
                </a:lnTo>
                <a:lnTo>
                  <a:pt x="5109" y="477"/>
                </a:lnTo>
                <a:lnTo>
                  <a:pt x="5110" y="477"/>
                </a:lnTo>
                <a:lnTo>
                  <a:pt x="5111" y="478"/>
                </a:lnTo>
                <a:lnTo>
                  <a:pt x="5112" y="480"/>
                </a:lnTo>
                <a:lnTo>
                  <a:pt x="5113" y="481"/>
                </a:lnTo>
                <a:lnTo>
                  <a:pt x="5114" y="481"/>
                </a:lnTo>
                <a:lnTo>
                  <a:pt x="5116" y="481"/>
                </a:lnTo>
                <a:lnTo>
                  <a:pt x="5117" y="481"/>
                </a:lnTo>
                <a:lnTo>
                  <a:pt x="5118" y="481"/>
                </a:lnTo>
                <a:lnTo>
                  <a:pt x="5119" y="480"/>
                </a:lnTo>
                <a:lnTo>
                  <a:pt x="5121" y="480"/>
                </a:lnTo>
                <a:lnTo>
                  <a:pt x="5123" y="479"/>
                </a:lnTo>
                <a:lnTo>
                  <a:pt x="5125" y="478"/>
                </a:lnTo>
                <a:lnTo>
                  <a:pt x="5127" y="477"/>
                </a:lnTo>
                <a:lnTo>
                  <a:pt x="5128" y="477"/>
                </a:lnTo>
                <a:lnTo>
                  <a:pt x="5129" y="477"/>
                </a:lnTo>
                <a:lnTo>
                  <a:pt x="5130" y="477"/>
                </a:lnTo>
                <a:lnTo>
                  <a:pt x="5131" y="477"/>
                </a:lnTo>
                <a:lnTo>
                  <a:pt x="5132" y="477"/>
                </a:lnTo>
                <a:lnTo>
                  <a:pt x="5133" y="477"/>
                </a:lnTo>
                <a:lnTo>
                  <a:pt x="5134" y="477"/>
                </a:lnTo>
                <a:lnTo>
                  <a:pt x="5135" y="477"/>
                </a:lnTo>
                <a:lnTo>
                  <a:pt x="5135" y="478"/>
                </a:lnTo>
                <a:lnTo>
                  <a:pt x="5135" y="479"/>
                </a:lnTo>
                <a:lnTo>
                  <a:pt x="5136" y="479"/>
                </a:lnTo>
                <a:lnTo>
                  <a:pt x="5136" y="480"/>
                </a:lnTo>
                <a:lnTo>
                  <a:pt x="5136" y="481"/>
                </a:lnTo>
                <a:lnTo>
                  <a:pt x="5137" y="481"/>
                </a:lnTo>
                <a:lnTo>
                  <a:pt x="5137" y="482"/>
                </a:lnTo>
                <a:lnTo>
                  <a:pt x="5138" y="482"/>
                </a:lnTo>
                <a:lnTo>
                  <a:pt x="5139" y="482"/>
                </a:lnTo>
                <a:lnTo>
                  <a:pt x="5141" y="482"/>
                </a:lnTo>
                <a:lnTo>
                  <a:pt x="5142" y="482"/>
                </a:lnTo>
                <a:lnTo>
                  <a:pt x="5143" y="482"/>
                </a:lnTo>
                <a:lnTo>
                  <a:pt x="5143" y="481"/>
                </a:lnTo>
                <a:lnTo>
                  <a:pt x="5144" y="481"/>
                </a:lnTo>
                <a:lnTo>
                  <a:pt x="5145" y="480"/>
                </a:lnTo>
                <a:lnTo>
                  <a:pt x="5147" y="479"/>
                </a:lnTo>
                <a:lnTo>
                  <a:pt x="5148" y="479"/>
                </a:lnTo>
                <a:lnTo>
                  <a:pt x="5149" y="479"/>
                </a:lnTo>
                <a:lnTo>
                  <a:pt x="5152" y="479"/>
                </a:lnTo>
                <a:lnTo>
                  <a:pt x="5153" y="479"/>
                </a:lnTo>
                <a:lnTo>
                  <a:pt x="5153" y="480"/>
                </a:lnTo>
                <a:lnTo>
                  <a:pt x="5154" y="480"/>
                </a:lnTo>
                <a:lnTo>
                  <a:pt x="5154" y="482"/>
                </a:lnTo>
                <a:lnTo>
                  <a:pt x="5154" y="483"/>
                </a:lnTo>
                <a:lnTo>
                  <a:pt x="5153" y="483"/>
                </a:lnTo>
                <a:lnTo>
                  <a:pt x="5152" y="484"/>
                </a:lnTo>
                <a:lnTo>
                  <a:pt x="5151" y="485"/>
                </a:lnTo>
                <a:lnTo>
                  <a:pt x="5150" y="486"/>
                </a:lnTo>
                <a:lnTo>
                  <a:pt x="5149" y="487"/>
                </a:lnTo>
                <a:lnTo>
                  <a:pt x="5148" y="488"/>
                </a:lnTo>
                <a:lnTo>
                  <a:pt x="5148" y="489"/>
                </a:lnTo>
                <a:lnTo>
                  <a:pt x="5147" y="489"/>
                </a:lnTo>
                <a:lnTo>
                  <a:pt x="5147" y="490"/>
                </a:lnTo>
                <a:lnTo>
                  <a:pt x="5147" y="491"/>
                </a:lnTo>
                <a:lnTo>
                  <a:pt x="5146" y="492"/>
                </a:lnTo>
                <a:lnTo>
                  <a:pt x="5146" y="493"/>
                </a:lnTo>
                <a:lnTo>
                  <a:pt x="5145" y="494"/>
                </a:lnTo>
                <a:lnTo>
                  <a:pt x="5145" y="495"/>
                </a:lnTo>
                <a:lnTo>
                  <a:pt x="5144" y="496"/>
                </a:lnTo>
                <a:lnTo>
                  <a:pt x="5144" y="497"/>
                </a:lnTo>
                <a:lnTo>
                  <a:pt x="5144" y="498"/>
                </a:lnTo>
                <a:lnTo>
                  <a:pt x="5143" y="499"/>
                </a:lnTo>
                <a:lnTo>
                  <a:pt x="5143" y="500"/>
                </a:lnTo>
                <a:lnTo>
                  <a:pt x="5142" y="501"/>
                </a:lnTo>
                <a:lnTo>
                  <a:pt x="5141" y="502"/>
                </a:lnTo>
                <a:lnTo>
                  <a:pt x="5141" y="503"/>
                </a:lnTo>
                <a:lnTo>
                  <a:pt x="5140" y="504"/>
                </a:lnTo>
                <a:lnTo>
                  <a:pt x="5140" y="505"/>
                </a:lnTo>
                <a:lnTo>
                  <a:pt x="5139" y="505"/>
                </a:lnTo>
                <a:lnTo>
                  <a:pt x="5139" y="506"/>
                </a:lnTo>
                <a:lnTo>
                  <a:pt x="5140" y="506"/>
                </a:lnTo>
                <a:lnTo>
                  <a:pt x="5140" y="507"/>
                </a:lnTo>
                <a:lnTo>
                  <a:pt x="5140" y="508"/>
                </a:lnTo>
                <a:lnTo>
                  <a:pt x="5141" y="508"/>
                </a:lnTo>
                <a:lnTo>
                  <a:pt x="5142" y="508"/>
                </a:lnTo>
                <a:lnTo>
                  <a:pt x="5143" y="508"/>
                </a:lnTo>
                <a:lnTo>
                  <a:pt x="5144" y="508"/>
                </a:lnTo>
                <a:lnTo>
                  <a:pt x="5145" y="508"/>
                </a:lnTo>
                <a:lnTo>
                  <a:pt x="5146" y="509"/>
                </a:lnTo>
                <a:lnTo>
                  <a:pt x="5147" y="509"/>
                </a:lnTo>
                <a:lnTo>
                  <a:pt x="5147" y="510"/>
                </a:lnTo>
                <a:lnTo>
                  <a:pt x="5147" y="511"/>
                </a:lnTo>
                <a:lnTo>
                  <a:pt x="5147" y="512"/>
                </a:lnTo>
                <a:lnTo>
                  <a:pt x="5147" y="513"/>
                </a:lnTo>
                <a:lnTo>
                  <a:pt x="5147" y="517"/>
                </a:lnTo>
                <a:lnTo>
                  <a:pt x="5147" y="518"/>
                </a:lnTo>
                <a:lnTo>
                  <a:pt x="5148" y="518"/>
                </a:lnTo>
                <a:lnTo>
                  <a:pt x="5148" y="519"/>
                </a:lnTo>
                <a:lnTo>
                  <a:pt x="5149" y="519"/>
                </a:lnTo>
                <a:lnTo>
                  <a:pt x="5149" y="520"/>
                </a:lnTo>
                <a:lnTo>
                  <a:pt x="5150" y="520"/>
                </a:lnTo>
                <a:lnTo>
                  <a:pt x="5150" y="519"/>
                </a:lnTo>
                <a:lnTo>
                  <a:pt x="5151" y="519"/>
                </a:lnTo>
                <a:lnTo>
                  <a:pt x="5152" y="519"/>
                </a:lnTo>
                <a:lnTo>
                  <a:pt x="5153" y="519"/>
                </a:lnTo>
                <a:lnTo>
                  <a:pt x="5153" y="518"/>
                </a:lnTo>
                <a:lnTo>
                  <a:pt x="5154" y="518"/>
                </a:lnTo>
                <a:lnTo>
                  <a:pt x="5155" y="518"/>
                </a:lnTo>
                <a:lnTo>
                  <a:pt x="5155" y="517"/>
                </a:lnTo>
                <a:lnTo>
                  <a:pt x="5156" y="517"/>
                </a:lnTo>
                <a:lnTo>
                  <a:pt x="5157" y="517"/>
                </a:lnTo>
                <a:lnTo>
                  <a:pt x="5157" y="516"/>
                </a:lnTo>
                <a:lnTo>
                  <a:pt x="5158" y="516"/>
                </a:lnTo>
                <a:lnTo>
                  <a:pt x="5158" y="517"/>
                </a:lnTo>
                <a:lnTo>
                  <a:pt x="5159" y="517"/>
                </a:lnTo>
                <a:lnTo>
                  <a:pt x="5160" y="518"/>
                </a:lnTo>
                <a:lnTo>
                  <a:pt x="5161" y="519"/>
                </a:lnTo>
                <a:lnTo>
                  <a:pt x="5161" y="520"/>
                </a:lnTo>
                <a:lnTo>
                  <a:pt x="5161" y="521"/>
                </a:lnTo>
                <a:lnTo>
                  <a:pt x="5160" y="522"/>
                </a:lnTo>
                <a:lnTo>
                  <a:pt x="5159" y="522"/>
                </a:lnTo>
                <a:lnTo>
                  <a:pt x="5159" y="523"/>
                </a:lnTo>
                <a:lnTo>
                  <a:pt x="5158" y="524"/>
                </a:lnTo>
                <a:lnTo>
                  <a:pt x="5158" y="525"/>
                </a:lnTo>
                <a:lnTo>
                  <a:pt x="5159" y="526"/>
                </a:lnTo>
                <a:lnTo>
                  <a:pt x="5159" y="527"/>
                </a:lnTo>
                <a:lnTo>
                  <a:pt x="5160" y="528"/>
                </a:lnTo>
                <a:lnTo>
                  <a:pt x="5160" y="529"/>
                </a:lnTo>
                <a:lnTo>
                  <a:pt x="5161" y="529"/>
                </a:lnTo>
                <a:lnTo>
                  <a:pt x="5161" y="530"/>
                </a:lnTo>
                <a:lnTo>
                  <a:pt x="5161" y="531"/>
                </a:lnTo>
                <a:lnTo>
                  <a:pt x="5161" y="532"/>
                </a:lnTo>
                <a:lnTo>
                  <a:pt x="5161" y="533"/>
                </a:lnTo>
                <a:lnTo>
                  <a:pt x="5162" y="533"/>
                </a:lnTo>
                <a:lnTo>
                  <a:pt x="5163" y="533"/>
                </a:lnTo>
                <a:lnTo>
                  <a:pt x="5163" y="534"/>
                </a:lnTo>
                <a:lnTo>
                  <a:pt x="5164" y="534"/>
                </a:lnTo>
                <a:lnTo>
                  <a:pt x="5165" y="534"/>
                </a:lnTo>
                <a:lnTo>
                  <a:pt x="5166" y="534"/>
                </a:lnTo>
                <a:lnTo>
                  <a:pt x="5166" y="535"/>
                </a:lnTo>
                <a:lnTo>
                  <a:pt x="5166" y="537"/>
                </a:lnTo>
                <a:lnTo>
                  <a:pt x="5167" y="537"/>
                </a:lnTo>
                <a:lnTo>
                  <a:pt x="5167" y="538"/>
                </a:lnTo>
                <a:lnTo>
                  <a:pt x="5167" y="539"/>
                </a:lnTo>
                <a:lnTo>
                  <a:pt x="5167" y="540"/>
                </a:lnTo>
                <a:lnTo>
                  <a:pt x="5166" y="540"/>
                </a:lnTo>
                <a:lnTo>
                  <a:pt x="5166" y="541"/>
                </a:lnTo>
                <a:lnTo>
                  <a:pt x="5165" y="541"/>
                </a:lnTo>
                <a:lnTo>
                  <a:pt x="5165" y="542"/>
                </a:lnTo>
                <a:lnTo>
                  <a:pt x="5164" y="543"/>
                </a:lnTo>
                <a:lnTo>
                  <a:pt x="5163" y="543"/>
                </a:lnTo>
                <a:lnTo>
                  <a:pt x="5162" y="543"/>
                </a:lnTo>
                <a:lnTo>
                  <a:pt x="5161" y="544"/>
                </a:lnTo>
                <a:lnTo>
                  <a:pt x="5161" y="545"/>
                </a:lnTo>
                <a:lnTo>
                  <a:pt x="5161" y="546"/>
                </a:lnTo>
                <a:lnTo>
                  <a:pt x="5160" y="546"/>
                </a:lnTo>
                <a:lnTo>
                  <a:pt x="5160" y="547"/>
                </a:lnTo>
                <a:lnTo>
                  <a:pt x="5160" y="548"/>
                </a:lnTo>
                <a:lnTo>
                  <a:pt x="5160" y="550"/>
                </a:lnTo>
                <a:lnTo>
                  <a:pt x="5160" y="551"/>
                </a:lnTo>
                <a:lnTo>
                  <a:pt x="5159" y="551"/>
                </a:lnTo>
                <a:lnTo>
                  <a:pt x="5158" y="551"/>
                </a:lnTo>
                <a:lnTo>
                  <a:pt x="5157" y="552"/>
                </a:lnTo>
                <a:lnTo>
                  <a:pt x="5156" y="552"/>
                </a:lnTo>
                <a:lnTo>
                  <a:pt x="5156" y="553"/>
                </a:lnTo>
                <a:lnTo>
                  <a:pt x="5155" y="554"/>
                </a:lnTo>
                <a:lnTo>
                  <a:pt x="5154" y="555"/>
                </a:lnTo>
                <a:lnTo>
                  <a:pt x="5153" y="556"/>
                </a:lnTo>
                <a:lnTo>
                  <a:pt x="5152" y="556"/>
                </a:lnTo>
                <a:lnTo>
                  <a:pt x="5152" y="557"/>
                </a:lnTo>
                <a:lnTo>
                  <a:pt x="5152" y="558"/>
                </a:lnTo>
                <a:lnTo>
                  <a:pt x="5151" y="558"/>
                </a:lnTo>
                <a:lnTo>
                  <a:pt x="5151" y="559"/>
                </a:lnTo>
                <a:lnTo>
                  <a:pt x="5151" y="560"/>
                </a:lnTo>
                <a:lnTo>
                  <a:pt x="5152" y="560"/>
                </a:lnTo>
                <a:lnTo>
                  <a:pt x="5153" y="560"/>
                </a:lnTo>
                <a:lnTo>
                  <a:pt x="5153" y="561"/>
                </a:lnTo>
                <a:lnTo>
                  <a:pt x="5153" y="562"/>
                </a:lnTo>
                <a:lnTo>
                  <a:pt x="5153" y="563"/>
                </a:lnTo>
                <a:lnTo>
                  <a:pt x="5153" y="564"/>
                </a:lnTo>
                <a:lnTo>
                  <a:pt x="5154" y="564"/>
                </a:lnTo>
                <a:lnTo>
                  <a:pt x="5154" y="565"/>
                </a:lnTo>
                <a:lnTo>
                  <a:pt x="5155" y="565"/>
                </a:lnTo>
                <a:lnTo>
                  <a:pt x="5156" y="565"/>
                </a:lnTo>
                <a:lnTo>
                  <a:pt x="5156" y="566"/>
                </a:lnTo>
                <a:lnTo>
                  <a:pt x="5157" y="566"/>
                </a:lnTo>
                <a:lnTo>
                  <a:pt x="5158" y="566"/>
                </a:lnTo>
                <a:lnTo>
                  <a:pt x="5158" y="567"/>
                </a:lnTo>
                <a:lnTo>
                  <a:pt x="5159" y="568"/>
                </a:lnTo>
                <a:lnTo>
                  <a:pt x="5160" y="569"/>
                </a:lnTo>
                <a:lnTo>
                  <a:pt x="5161" y="570"/>
                </a:lnTo>
                <a:lnTo>
                  <a:pt x="5164" y="572"/>
                </a:lnTo>
                <a:lnTo>
                  <a:pt x="5167" y="574"/>
                </a:lnTo>
                <a:lnTo>
                  <a:pt x="5169" y="575"/>
                </a:lnTo>
                <a:lnTo>
                  <a:pt x="5170" y="576"/>
                </a:lnTo>
                <a:lnTo>
                  <a:pt x="5171" y="577"/>
                </a:lnTo>
                <a:lnTo>
                  <a:pt x="5171" y="578"/>
                </a:lnTo>
                <a:lnTo>
                  <a:pt x="5172" y="578"/>
                </a:lnTo>
                <a:lnTo>
                  <a:pt x="5173" y="579"/>
                </a:lnTo>
                <a:lnTo>
                  <a:pt x="5174" y="580"/>
                </a:lnTo>
                <a:lnTo>
                  <a:pt x="5175" y="582"/>
                </a:lnTo>
                <a:lnTo>
                  <a:pt x="5176" y="583"/>
                </a:lnTo>
                <a:lnTo>
                  <a:pt x="5177" y="585"/>
                </a:lnTo>
                <a:lnTo>
                  <a:pt x="5178" y="586"/>
                </a:lnTo>
                <a:lnTo>
                  <a:pt x="5178" y="587"/>
                </a:lnTo>
                <a:lnTo>
                  <a:pt x="5178" y="588"/>
                </a:lnTo>
                <a:lnTo>
                  <a:pt x="5178" y="589"/>
                </a:lnTo>
                <a:lnTo>
                  <a:pt x="5178" y="591"/>
                </a:lnTo>
                <a:lnTo>
                  <a:pt x="5178" y="592"/>
                </a:lnTo>
                <a:lnTo>
                  <a:pt x="5178" y="595"/>
                </a:lnTo>
                <a:lnTo>
                  <a:pt x="5178" y="596"/>
                </a:lnTo>
                <a:lnTo>
                  <a:pt x="5179" y="597"/>
                </a:lnTo>
                <a:lnTo>
                  <a:pt x="5179" y="598"/>
                </a:lnTo>
                <a:lnTo>
                  <a:pt x="5179" y="599"/>
                </a:lnTo>
                <a:lnTo>
                  <a:pt x="5180" y="599"/>
                </a:lnTo>
                <a:lnTo>
                  <a:pt x="5181" y="599"/>
                </a:lnTo>
                <a:lnTo>
                  <a:pt x="5183" y="601"/>
                </a:lnTo>
                <a:lnTo>
                  <a:pt x="5184" y="601"/>
                </a:lnTo>
                <a:lnTo>
                  <a:pt x="5186" y="601"/>
                </a:lnTo>
                <a:lnTo>
                  <a:pt x="5193" y="601"/>
                </a:lnTo>
                <a:lnTo>
                  <a:pt x="5198" y="600"/>
                </a:lnTo>
                <a:lnTo>
                  <a:pt x="5200" y="599"/>
                </a:lnTo>
                <a:lnTo>
                  <a:pt x="5201" y="598"/>
                </a:lnTo>
                <a:lnTo>
                  <a:pt x="5202" y="598"/>
                </a:lnTo>
                <a:lnTo>
                  <a:pt x="5202" y="597"/>
                </a:lnTo>
                <a:lnTo>
                  <a:pt x="5203" y="597"/>
                </a:lnTo>
                <a:lnTo>
                  <a:pt x="5205" y="597"/>
                </a:lnTo>
                <a:lnTo>
                  <a:pt x="5206" y="596"/>
                </a:lnTo>
                <a:lnTo>
                  <a:pt x="5208" y="596"/>
                </a:lnTo>
                <a:lnTo>
                  <a:pt x="5209" y="597"/>
                </a:lnTo>
                <a:lnTo>
                  <a:pt x="5210" y="597"/>
                </a:lnTo>
                <a:lnTo>
                  <a:pt x="5212" y="597"/>
                </a:lnTo>
                <a:lnTo>
                  <a:pt x="5213" y="597"/>
                </a:lnTo>
                <a:lnTo>
                  <a:pt x="5215" y="597"/>
                </a:lnTo>
                <a:lnTo>
                  <a:pt x="5216" y="597"/>
                </a:lnTo>
                <a:lnTo>
                  <a:pt x="5217" y="597"/>
                </a:lnTo>
                <a:lnTo>
                  <a:pt x="5218" y="596"/>
                </a:lnTo>
                <a:lnTo>
                  <a:pt x="5219" y="596"/>
                </a:lnTo>
                <a:lnTo>
                  <a:pt x="5221" y="596"/>
                </a:lnTo>
                <a:lnTo>
                  <a:pt x="5222" y="595"/>
                </a:lnTo>
                <a:lnTo>
                  <a:pt x="5223" y="595"/>
                </a:lnTo>
                <a:lnTo>
                  <a:pt x="5224" y="596"/>
                </a:lnTo>
                <a:lnTo>
                  <a:pt x="5225" y="596"/>
                </a:lnTo>
                <a:lnTo>
                  <a:pt x="5226" y="596"/>
                </a:lnTo>
                <a:lnTo>
                  <a:pt x="5228" y="596"/>
                </a:lnTo>
                <a:lnTo>
                  <a:pt x="5230" y="596"/>
                </a:lnTo>
                <a:lnTo>
                  <a:pt x="5231" y="597"/>
                </a:lnTo>
                <a:lnTo>
                  <a:pt x="5232" y="597"/>
                </a:lnTo>
                <a:lnTo>
                  <a:pt x="5232" y="598"/>
                </a:lnTo>
                <a:lnTo>
                  <a:pt x="5232" y="599"/>
                </a:lnTo>
                <a:lnTo>
                  <a:pt x="5232" y="601"/>
                </a:lnTo>
                <a:lnTo>
                  <a:pt x="5232" y="602"/>
                </a:lnTo>
                <a:lnTo>
                  <a:pt x="5233" y="602"/>
                </a:lnTo>
                <a:lnTo>
                  <a:pt x="5233" y="603"/>
                </a:lnTo>
                <a:lnTo>
                  <a:pt x="5235" y="604"/>
                </a:lnTo>
                <a:lnTo>
                  <a:pt x="5236" y="604"/>
                </a:lnTo>
                <a:lnTo>
                  <a:pt x="5237" y="604"/>
                </a:lnTo>
                <a:lnTo>
                  <a:pt x="5239" y="604"/>
                </a:lnTo>
                <a:lnTo>
                  <a:pt x="5240" y="603"/>
                </a:lnTo>
                <a:lnTo>
                  <a:pt x="5241" y="603"/>
                </a:lnTo>
                <a:lnTo>
                  <a:pt x="5242" y="602"/>
                </a:lnTo>
                <a:lnTo>
                  <a:pt x="5242" y="601"/>
                </a:lnTo>
                <a:lnTo>
                  <a:pt x="5243" y="600"/>
                </a:lnTo>
                <a:lnTo>
                  <a:pt x="5244" y="600"/>
                </a:lnTo>
                <a:lnTo>
                  <a:pt x="5245" y="599"/>
                </a:lnTo>
                <a:lnTo>
                  <a:pt x="5246" y="599"/>
                </a:lnTo>
                <a:lnTo>
                  <a:pt x="5247" y="599"/>
                </a:lnTo>
                <a:lnTo>
                  <a:pt x="5248" y="599"/>
                </a:lnTo>
                <a:lnTo>
                  <a:pt x="5249" y="600"/>
                </a:lnTo>
                <a:lnTo>
                  <a:pt x="5251" y="601"/>
                </a:lnTo>
                <a:lnTo>
                  <a:pt x="5251" y="602"/>
                </a:lnTo>
                <a:lnTo>
                  <a:pt x="5252" y="602"/>
                </a:lnTo>
                <a:lnTo>
                  <a:pt x="5253" y="602"/>
                </a:lnTo>
                <a:lnTo>
                  <a:pt x="5254" y="602"/>
                </a:lnTo>
                <a:lnTo>
                  <a:pt x="5256" y="603"/>
                </a:lnTo>
                <a:lnTo>
                  <a:pt x="5257" y="603"/>
                </a:lnTo>
                <a:lnTo>
                  <a:pt x="5258" y="603"/>
                </a:lnTo>
                <a:lnTo>
                  <a:pt x="5259" y="603"/>
                </a:lnTo>
                <a:lnTo>
                  <a:pt x="5260" y="602"/>
                </a:lnTo>
                <a:lnTo>
                  <a:pt x="5263" y="602"/>
                </a:lnTo>
                <a:lnTo>
                  <a:pt x="5264" y="602"/>
                </a:lnTo>
                <a:lnTo>
                  <a:pt x="5265" y="602"/>
                </a:lnTo>
                <a:lnTo>
                  <a:pt x="5267" y="603"/>
                </a:lnTo>
                <a:lnTo>
                  <a:pt x="5269" y="603"/>
                </a:lnTo>
                <a:lnTo>
                  <a:pt x="5270" y="603"/>
                </a:lnTo>
                <a:lnTo>
                  <a:pt x="5271" y="603"/>
                </a:lnTo>
                <a:lnTo>
                  <a:pt x="5271" y="602"/>
                </a:lnTo>
                <a:lnTo>
                  <a:pt x="5271" y="601"/>
                </a:lnTo>
                <a:lnTo>
                  <a:pt x="5272" y="600"/>
                </a:lnTo>
                <a:lnTo>
                  <a:pt x="5272" y="599"/>
                </a:lnTo>
                <a:lnTo>
                  <a:pt x="5273" y="599"/>
                </a:lnTo>
                <a:lnTo>
                  <a:pt x="5274" y="599"/>
                </a:lnTo>
                <a:lnTo>
                  <a:pt x="5275" y="599"/>
                </a:lnTo>
                <a:lnTo>
                  <a:pt x="5276" y="599"/>
                </a:lnTo>
                <a:lnTo>
                  <a:pt x="5277" y="599"/>
                </a:lnTo>
                <a:lnTo>
                  <a:pt x="5277" y="600"/>
                </a:lnTo>
                <a:lnTo>
                  <a:pt x="5278" y="600"/>
                </a:lnTo>
                <a:lnTo>
                  <a:pt x="5279" y="600"/>
                </a:lnTo>
                <a:lnTo>
                  <a:pt x="5281" y="600"/>
                </a:lnTo>
                <a:lnTo>
                  <a:pt x="5282" y="600"/>
                </a:lnTo>
                <a:lnTo>
                  <a:pt x="5287" y="600"/>
                </a:lnTo>
                <a:lnTo>
                  <a:pt x="5288" y="599"/>
                </a:lnTo>
                <a:lnTo>
                  <a:pt x="5289" y="599"/>
                </a:lnTo>
                <a:lnTo>
                  <a:pt x="5290" y="599"/>
                </a:lnTo>
                <a:lnTo>
                  <a:pt x="5290" y="598"/>
                </a:lnTo>
                <a:lnTo>
                  <a:pt x="5292" y="598"/>
                </a:lnTo>
                <a:lnTo>
                  <a:pt x="5292" y="599"/>
                </a:lnTo>
                <a:lnTo>
                  <a:pt x="5293" y="599"/>
                </a:lnTo>
                <a:lnTo>
                  <a:pt x="5294" y="599"/>
                </a:lnTo>
                <a:lnTo>
                  <a:pt x="5296" y="599"/>
                </a:lnTo>
                <a:lnTo>
                  <a:pt x="5297" y="599"/>
                </a:lnTo>
                <a:lnTo>
                  <a:pt x="5297" y="598"/>
                </a:lnTo>
                <a:lnTo>
                  <a:pt x="5298" y="598"/>
                </a:lnTo>
                <a:lnTo>
                  <a:pt x="5298" y="597"/>
                </a:lnTo>
                <a:lnTo>
                  <a:pt x="5298" y="596"/>
                </a:lnTo>
                <a:lnTo>
                  <a:pt x="5299" y="595"/>
                </a:lnTo>
                <a:lnTo>
                  <a:pt x="5300" y="594"/>
                </a:lnTo>
                <a:lnTo>
                  <a:pt x="5301" y="594"/>
                </a:lnTo>
                <a:lnTo>
                  <a:pt x="5303" y="594"/>
                </a:lnTo>
                <a:lnTo>
                  <a:pt x="5304" y="594"/>
                </a:lnTo>
                <a:lnTo>
                  <a:pt x="5305" y="594"/>
                </a:lnTo>
                <a:lnTo>
                  <a:pt x="5306" y="594"/>
                </a:lnTo>
                <a:lnTo>
                  <a:pt x="5306" y="595"/>
                </a:lnTo>
                <a:lnTo>
                  <a:pt x="5307" y="595"/>
                </a:lnTo>
                <a:lnTo>
                  <a:pt x="5308" y="595"/>
                </a:lnTo>
                <a:lnTo>
                  <a:pt x="5309" y="596"/>
                </a:lnTo>
                <a:lnTo>
                  <a:pt x="5310" y="596"/>
                </a:lnTo>
                <a:lnTo>
                  <a:pt x="5311" y="596"/>
                </a:lnTo>
                <a:lnTo>
                  <a:pt x="5312" y="597"/>
                </a:lnTo>
                <a:lnTo>
                  <a:pt x="5313" y="597"/>
                </a:lnTo>
                <a:lnTo>
                  <a:pt x="5315" y="598"/>
                </a:lnTo>
                <a:lnTo>
                  <a:pt x="5316" y="598"/>
                </a:lnTo>
                <a:lnTo>
                  <a:pt x="5317" y="598"/>
                </a:lnTo>
                <a:lnTo>
                  <a:pt x="5318" y="598"/>
                </a:lnTo>
                <a:lnTo>
                  <a:pt x="5319" y="598"/>
                </a:lnTo>
                <a:lnTo>
                  <a:pt x="5321" y="598"/>
                </a:lnTo>
                <a:lnTo>
                  <a:pt x="5322" y="598"/>
                </a:lnTo>
                <a:lnTo>
                  <a:pt x="5323" y="598"/>
                </a:lnTo>
                <a:lnTo>
                  <a:pt x="5324" y="598"/>
                </a:lnTo>
                <a:lnTo>
                  <a:pt x="5325" y="598"/>
                </a:lnTo>
                <a:lnTo>
                  <a:pt x="5325" y="597"/>
                </a:lnTo>
                <a:lnTo>
                  <a:pt x="5326" y="597"/>
                </a:lnTo>
                <a:lnTo>
                  <a:pt x="5327" y="596"/>
                </a:lnTo>
                <a:lnTo>
                  <a:pt x="5327" y="595"/>
                </a:lnTo>
                <a:lnTo>
                  <a:pt x="5327" y="594"/>
                </a:lnTo>
                <a:lnTo>
                  <a:pt x="5326" y="594"/>
                </a:lnTo>
                <a:lnTo>
                  <a:pt x="5326" y="593"/>
                </a:lnTo>
                <a:lnTo>
                  <a:pt x="5325" y="593"/>
                </a:lnTo>
                <a:lnTo>
                  <a:pt x="5325" y="592"/>
                </a:lnTo>
                <a:lnTo>
                  <a:pt x="5326" y="592"/>
                </a:lnTo>
                <a:lnTo>
                  <a:pt x="5326" y="591"/>
                </a:lnTo>
                <a:lnTo>
                  <a:pt x="5326" y="590"/>
                </a:lnTo>
                <a:lnTo>
                  <a:pt x="5326" y="589"/>
                </a:lnTo>
                <a:lnTo>
                  <a:pt x="5327" y="588"/>
                </a:lnTo>
                <a:lnTo>
                  <a:pt x="5327" y="587"/>
                </a:lnTo>
                <a:lnTo>
                  <a:pt x="5328" y="587"/>
                </a:lnTo>
                <a:lnTo>
                  <a:pt x="5328" y="586"/>
                </a:lnTo>
                <a:lnTo>
                  <a:pt x="5329" y="586"/>
                </a:lnTo>
                <a:lnTo>
                  <a:pt x="5329" y="585"/>
                </a:lnTo>
                <a:lnTo>
                  <a:pt x="5330" y="585"/>
                </a:lnTo>
                <a:lnTo>
                  <a:pt x="5331" y="585"/>
                </a:lnTo>
                <a:lnTo>
                  <a:pt x="5331" y="584"/>
                </a:lnTo>
                <a:lnTo>
                  <a:pt x="5332" y="584"/>
                </a:lnTo>
                <a:lnTo>
                  <a:pt x="5332" y="583"/>
                </a:lnTo>
                <a:lnTo>
                  <a:pt x="5333" y="583"/>
                </a:lnTo>
                <a:lnTo>
                  <a:pt x="5334" y="583"/>
                </a:lnTo>
                <a:lnTo>
                  <a:pt x="5334" y="582"/>
                </a:lnTo>
                <a:lnTo>
                  <a:pt x="5334" y="581"/>
                </a:lnTo>
                <a:lnTo>
                  <a:pt x="5334" y="580"/>
                </a:lnTo>
                <a:lnTo>
                  <a:pt x="5333" y="579"/>
                </a:lnTo>
                <a:lnTo>
                  <a:pt x="5333" y="578"/>
                </a:lnTo>
                <a:lnTo>
                  <a:pt x="5332" y="578"/>
                </a:lnTo>
                <a:lnTo>
                  <a:pt x="5332" y="577"/>
                </a:lnTo>
                <a:lnTo>
                  <a:pt x="5331" y="577"/>
                </a:lnTo>
                <a:lnTo>
                  <a:pt x="5331" y="576"/>
                </a:lnTo>
                <a:lnTo>
                  <a:pt x="5331" y="575"/>
                </a:lnTo>
                <a:lnTo>
                  <a:pt x="5332" y="575"/>
                </a:lnTo>
                <a:lnTo>
                  <a:pt x="5332" y="574"/>
                </a:lnTo>
                <a:lnTo>
                  <a:pt x="5333" y="574"/>
                </a:lnTo>
                <a:lnTo>
                  <a:pt x="5333" y="573"/>
                </a:lnTo>
                <a:lnTo>
                  <a:pt x="5334" y="573"/>
                </a:lnTo>
                <a:lnTo>
                  <a:pt x="5335" y="573"/>
                </a:lnTo>
                <a:lnTo>
                  <a:pt x="5336" y="573"/>
                </a:lnTo>
                <a:lnTo>
                  <a:pt x="5337" y="573"/>
                </a:lnTo>
                <a:lnTo>
                  <a:pt x="5338" y="573"/>
                </a:lnTo>
                <a:lnTo>
                  <a:pt x="5338" y="574"/>
                </a:lnTo>
                <a:lnTo>
                  <a:pt x="5339" y="575"/>
                </a:lnTo>
                <a:lnTo>
                  <a:pt x="5340" y="575"/>
                </a:lnTo>
                <a:lnTo>
                  <a:pt x="5341" y="576"/>
                </a:lnTo>
                <a:lnTo>
                  <a:pt x="5342" y="576"/>
                </a:lnTo>
                <a:lnTo>
                  <a:pt x="5343" y="577"/>
                </a:lnTo>
                <a:lnTo>
                  <a:pt x="5345" y="577"/>
                </a:lnTo>
                <a:lnTo>
                  <a:pt x="5345" y="576"/>
                </a:lnTo>
                <a:lnTo>
                  <a:pt x="5346" y="576"/>
                </a:lnTo>
                <a:lnTo>
                  <a:pt x="5347" y="575"/>
                </a:lnTo>
                <a:lnTo>
                  <a:pt x="5347" y="574"/>
                </a:lnTo>
                <a:lnTo>
                  <a:pt x="5348" y="574"/>
                </a:lnTo>
                <a:lnTo>
                  <a:pt x="5348" y="573"/>
                </a:lnTo>
                <a:lnTo>
                  <a:pt x="5349" y="573"/>
                </a:lnTo>
                <a:lnTo>
                  <a:pt x="5349" y="572"/>
                </a:lnTo>
                <a:lnTo>
                  <a:pt x="5350" y="571"/>
                </a:lnTo>
                <a:lnTo>
                  <a:pt x="5350" y="570"/>
                </a:lnTo>
                <a:lnTo>
                  <a:pt x="5351" y="569"/>
                </a:lnTo>
                <a:lnTo>
                  <a:pt x="5355" y="568"/>
                </a:lnTo>
                <a:lnTo>
                  <a:pt x="5356" y="567"/>
                </a:lnTo>
                <a:lnTo>
                  <a:pt x="5361" y="566"/>
                </a:lnTo>
                <a:lnTo>
                  <a:pt x="5362" y="566"/>
                </a:lnTo>
                <a:lnTo>
                  <a:pt x="5364" y="564"/>
                </a:lnTo>
                <a:lnTo>
                  <a:pt x="5365" y="562"/>
                </a:lnTo>
                <a:lnTo>
                  <a:pt x="5365" y="561"/>
                </a:lnTo>
                <a:lnTo>
                  <a:pt x="5365" y="560"/>
                </a:lnTo>
                <a:lnTo>
                  <a:pt x="5366" y="559"/>
                </a:lnTo>
                <a:lnTo>
                  <a:pt x="5366" y="558"/>
                </a:lnTo>
                <a:lnTo>
                  <a:pt x="5367" y="558"/>
                </a:lnTo>
                <a:lnTo>
                  <a:pt x="5368" y="558"/>
                </a:lnTo>
                <a:lnTo>
                  <a:pt x="5368" y="557"/>
                </a:lnTo>
                <a:lnTo>
                  <a:pt x="5369" y="557"/>
                </a:lnTo>
                <a:lnTo>
                  <a:pt x="5370" y="557"/>
                </a:lnTo>
                <a:lnTo>
                  <a:pt x="5371" y="556"/>
                </a:lnTo>
                <a:lnTo>
                  <a:pt x="5373" y="556"/>
                </a:lnTo>
                <a:lnTo>
                  <a:pt x="5374" y="556"/>
                </a:lnTo>
                <a:lnTo>
                  <a:pt x="5375" y="556"/>
                </a:lnTo>
                <a:lnTo>
                  <a:pt x="5376" y="556"/>
                </a:lnTo>
                <a:lnTo>
                  <a:pt x="5378" y="556"/>
                </a:lnTo>
                <a:lnTo>
                  <a:pt x="5380" y="556"/>
                </a:lnTo>
                <a:lnTo>
                  <a:pt x="5381" y="556"/>
                </a:lnTo>
                <a:lnTo>
                  <a:pt x="5382" y="556"/>
                </a:lnTo>
                <a:lnTo>
                  <a:pt x="5383" y="556"/>
                </a:lnTo>
                <a:lnTo>
                  <a:pt x="5384" y="557"/>
                </a:lnTo>
                <a:lnTo>
                  <a:pt x="5385" y="557"/>
                </a:lnTo>
                <a:lnTo>
                  <a:pt x="5386" y="557"/>
                </a:lnTo>
                <a:lnTo>
                  <a:pt x="5386" y="558"/>
                </a:lnTo>
                <a:lnTo>
                  <a:pt x="5387" y="558"/>
                </a:lnTo>
                <a:lnTo>
                  <a:pt x="5389" y="559"/>
                </a:lnTo>
                <a:lnTo>
                  <a:pt x="5390" y="559"/>
                </a:lnTo>
                <a:lnTo>
                  <a:pt x="5391" y="559"/>
                </a:lnTo>
                <a:lnTo>
                  <a:pt x="5392" y="559"/>
                </a:lnTo>
                <a:lnTo>
                  <a:pt x="5392" y="558"/>
                </a:lnTo>
                <a:lnTo>
                  <a:pt x="5393" y="558"/>
                </a:lnTo>
                <a:lnTo>
                  <a:pt x="5394" y="558"/>
                </a:lnTo>
                <a:lnTo>
                  <a:pt x="5395" y="558"/>
                </a:lnTo>
                <a:lnTo>
                  <a:pt x="5395" y="557"/>
                </a:lnTo>
                <a:lnTo>
                  <a:pt x="5396" y="557"/>
                </a:lnTo>
                <a:lnTo>
                  <a:pt x="5397" y="557"/>
                </a:lnTo>
                <a:lnTo>
                  <a:pt x="5398" y="557"/>
                </a:lnTo>
                <a:lnTo>
                  <a:pt x="5398" y="556"/>
                </a:lnTo>
                <a:lnTo>
                  <a:pt x="5399" y="556"/>
                </a:lnTo>
                <a:lnTo>
                  <a:pt x="5399" y="557"/>
                </a:lnTo>
                <a:lnTo>
                  <a:pt x="5400" y="557"/>
                </a:lnTo>
                <a:lnTo>
                  <a:pt x="5401" y="557"/>
                </a:lnTo>
                <a:lnTo>
                  <a:pt x="5401" y="558"/>
                </a:lnTo>
                <a:lnTo>
                  <a:pt x="5402" y="558"/>
                </a:lnTo>
                <a:lnTo>
                  <a:pt x="5404" y="558"/>
                </a:lnTo>
                <a:lnTo>
                  <a:pt x="5406" y="558"/>
                </a:lnTo>
                <a:lnTo>
                  <a:pt x="5406" y="557"/>
                </a:lnTo>
                <a:lnTo>
                  <a:pt x="5407" y="557"/>
                </a:lnTo>
                <a:lnTo>
                  <a:pt x="5408" y="557"/>
                </a:lnTo>
                <a:lnTo>
                  <a:pt x="5409" y="557"/>
                </a:lnTo>
                <a:lnTo>
                  <a:pt x="5409" y="558"/>
                </a:lnTo>
                <a:lnTo>
                  <a:pt x="5410" y="558"/>
                </a:lnTo>
                <a:lnTo>
                  <a:pt x="5411" y="557"/>
                </a:lnTo>
                <a:lnTo>
                  <a:pt x="5412" y="557"/>
                </a:lnTo>
                <a:lnTo>
                  <a:pt x="5413" y="556"/>
                </a:lnTo>
                <a:lnTo>
                  <a:pt x="5413" y="555"/>
                </a:lnTo>
                <a:lnTo>
                  <a:pt x="5414" y="553"/>
                </a:lnTo>
                <a:lnTo>
                  <a:pt x="5414" y="551"/>
                </a:lnTo>
                <a:lnTo>
                  <a:pt x="5415" y="550"/>
                </a:lnTo>
                <a:lnTo>
                  <a:pt x="5417" y="549"/>
                </a:lnTo>
                <a:lnTo>
                  <a:pt x="5418" y="549"/>
                </a:lnTo>
                <a:lnTo>
                  <a:pt x="5419" y="549"/>
                </a:lnTo>
                <a:lnTo>
                  <a:pt x="5419" y="550"/>
                </a:lnTo>
                <a:lnTo>
                  <a:pt x="5422" y="551"/>
                </a:lnTo>
                <a:lnTo>
                  <a:pt x="5423" y="551"/>
                </a:lnTo>
                <a:lnTo>
                  <a:pt x="5425" y="551"/>
                </a:lnTo>
                <a:lnTo>
                  <a:pt x="5425" y="550"/>
                </a:lnTo>
                <a:lnTo>
                  <a:pt x="5426" y="550"/>
                </a:lnTo>
                <a:lnTo>
                  <a:pt x="5427" y="549"/>
                </a:lnTo>
                <a:lnTo>
                  <a:pt x="5427" y="548"/>
                </a:lnTo>
                <a:lnTo>
                  <a:pt x="5427" y="546"/>
                </a:lnTo>
                <a:lnTo>
                  <a:pt x="5428" y="545"/>
                </a:lnTo>
                <a:lnTo>
                  <a:pt x="5428" y="544"/>
                </a:lnTo>
                <a:lnTo>
                  <a:pt x="5429" y="543"/>
                </a:lnTo>
                <a:lnTo>
                  <a:pt x="5430" y="543"/>
                </a:lnTo>
                <a:lnTo>
                  <a:pt x="5431" y="543"/>
                </a:lnTo>
                <a:lnTo>
                  <a:pt x="5432" y="543"/>
                </a:lnTo>
                <a:lnTo>
                  <a:pt x="5433" y="543"/>
                </a:lnTo>
                <a:lnTo>
                  <a:pt x="5434" y="543"/>
                </a:lnTo>
                <a:lnTo>
                  <a:pt x="5435" y="543"/>
                </a:lnTo>
                <a:lnTo>
                  <a:pt x="5435" y="542"/>
                </a:lnTo>
                <a:lnTo>
                  <a:pt x="5436" y="542"/>
                </a:lnTo>
                <a:lnTo>
                  <a:pt x="5437" y="541"/>
                </a:lnTo>
                <a:lnTo>
                  <a:pt x="5438" y="541"/>
                </a:lnTo>
                <a:lnTo>
                  <a:pt x="5440" y="541"/>
                </a:lnTo>
                <a:lnTo>
                  <a:pt x="5441" y="541"/>
                </a:lnTo>
                <a:lnTo>
                  <a:pt x="5441" y="540"/>
                </a:lnTo>
                <a:lnTo>
                  <a:pt x="5442" y="540"/>
                </a:lnTo>
                <a:lnTo>
                  <a:pt x="5443" y="540"/>
                </a:lnTo>
                <a:lnTo>
                  <a:pt x="5445" y="539"/>
                </a:lnTo>
                <a:lnTo>
                  <a:pt x="5446" y="539"/>
                </a:lnTo>
                <a:lnTo>
                  <a:pt x="5447" y="538"/>
                </a:lnTo>
                <a:lnTo>
                  <a:pt x="5448" y="538"/>
                </a:lnTo>
                <a:lnTo>
                  <a:pt x="5449" y="538"/>
                </a:lnTo>
                <a:lnTo>
                  <a:pt x="5450" y="538"/>
                </a:lnTo>
                <a:lnTo>
                  <a:pt x="5450" y="539"/>
                </a:lnTo>
                <a:lnTo>
                  <a:pt x="5451" y="539"/>
                </a:lnTo>
                <a:lnTo>
                  <a:pt x="5451" y="538"/>
                </a:lnTo>
                <a:lnTo>
                  <a:pt x="5452" y="538"/>
                </a:lnTo>
                <a:lnTo>
                  <a:pt x="5453" y="538"/>
                </a:lnTo>
                <a:lnTo>
                  <a:pt x="5454" y="538"/>
                </a:lnTo>
                <a:lnTo>
                  <a:pt x="5454" y="537"/>
                </a:lnTo>
                <a:lnTo>
                  <a:pt x="5455" y="536"/>
                </a:lnTo>
                <a:lnTo>
                  <a:pt x="5456" y="535"/>
                </a:lnTo>
                <a:lnTo>
                  <a:pt x="5457" y="535"/>
                </a:lnTo>
                <a:lnTo>
                  <a:pt x="5458" y="534"/>
                </a:lnTo>
                <a:lnTo>
                  <a:pt x="5459" y="535"/>
                </a:lnTo>
                <a:lnTo>
                  <a:pt x="5460" y="535"/>
                </a:lnTo>
                <a:lnTo>
                  <a:pt x="5461" y="535"/>
                </a:lnTo>
                <a:lnTo>
                  <a:pt x="5462" y="535"/>
                </a:lnTo>
                <a:lnTo>
                  <a:pt x="5464" y="535"/>
                </a:lnTo>
                <a:lnTo>
                  <a:pt x="5465" y="535"/>
                </a:lnTo>
                <a:lnTo>
                  <a:pt x="5465" y="534"/>
                </a:lnTo>
                <a:lnTo>
                  <a:pt x="5466" y="533"/>
                </a:lnTo>
                <a:lnTo>
                  <a:pt x="5468" y="532"/>
                </a:lnTo>
                <a:lnTo>
                  <a:pt x="5469" y="531"/>
                </a:lnTo>
                <a:lnTo>
                  <a:pt x="5470" y="530"/>
                </a:lnTo>
                <a:lnTo>
                  <a:pt x="5471" y="530"/>
                </a:lnTo>
                <a:lnTo>
                  <a:pt x="5473" y="530"/>
                </a:lnTo>
                <a:lnTo>
                  <a:pt x="5474" y="530"/>
                </a:lnTo>
                <a:lnTo>
                  <a:pt x="5475" y="530"/>
                </a:lnTo>
                <a:lnTo>
                  <a:pt x="5476" y="530"/>
                </a:lnTo>
                <a:lnTo>
                  <a:pt x="5477" y="530"/>
                </a:lnTo>
                <a:lnTo>
                  <a:pt x="5479" y="530"/>
                </a:lnTo>
                <a:lnTo>
                  <a:pt x="5480" y="530"/>
                </a:lnTo>
                <a:lnTo>
                  <a:pt x="5480" y="531"/>
                </a:lnTo>
                <a:lnTo>
                  <a:pt x="5481" y="531"/>
                </a:lnTo>
                <a:lnTo>
                  <a:pt x="5482" y="531"/>
                </a:lnTo>
                <a:lnTo>
                  <a:pt x="5483" y="531"/>
                </a:lnTo>
                <a:lnTo>
                  <a:pt x="5485" y="530"/>
                </a:lnTo>
                <a:lnTo>
                  <a:pt x="5486" y="530"/>
                </a:lnTo>
                <a:lnTo>
                  <a:pt x="5487" y="530"/>
                </a:lnTo>
                <a:lnTo>
                  <a:pt x="5488" y="529"/>
                </a:lnTo>
                <a:lnTo>
                  <a:pt x="5489" y="529"/>
                </a:lnTo>
                <a:lnTo>
                  <a:pt x="5489" y="528"/>
                </a:lnTo>
                <a:lnTo>
                  <a:pt x="5490" y="528"/>
                </a:lnTo>
                <a:lnTo>
                  <a:pt x="5491" y="528"/>
                </a:lnTo>
                <a:lnTo>
                  <a:pt x="5493" y="528"/>
                </a:lnTo>
                <a:lnTo>
                  <a:pt x="5494" y="527"/>
                </a:lnTo>
                <a:lnTo>
                  <a:pt x="5495" y="527"/>
                </a:lnTo>
                <a:lnTo>
                  <a:pt x="5496" y="526"/>
                </a:lnTo>
                <a:lnTo>
                  <a:pt x="5497" y="526"/>
                </a:lnTo>
                <a:lnTo>
                  <a:pt x="5498" y="526"/>
                </a:lnTo>
                <a:lnTo>
                  <a:pt x="5499" y="526"/>
                </a:lnTo>
                <a:lnTo>
                  <a:pt x="5500" y="527"/>
                </a:lnTo>
                <a:lnTo>
                  <a:pt x="5502" y="527"/>
                </a:lnTo>
                <a:lnTo>
                  <a:pt x="5503" y="528"/>
                </a:lnTo>
                <a:lnTo>
                  <a:pt x="5504" y="528"/>
                </a:lnTo>
                <a:lnTo>
                  <a:pt x="5505" y="528"/>
                </a:lnTo>
                <a:lnTo>
                  <a:pt x="5506" y="528"/>
                </a:lnTo>
                <a:lnTo>
                  <a:pt x="5507" y="528"/>
                </a:lnTo>
                <a:lnTo>
                  <a:pt x="5508" y="527"/>
                </a:lnTo>
                <a:lnTo>
                  <a:pt x="5509" y="527"/>
                </a:lnTo>
                <a:lnTo>
                  <a:pt x="5510" y="527"/>
                </a:lnTo>
                <a:lnTo>
                  <a:pt x="5511" y="527"/>
                </a:lnTo>
                <a:lnTo>
                  <a:pt x="5512" y="528"/>
                </a:lnTo>
                <a:lnTo>
                  <a:pt x="5513" y="527"/>
                </a:lnTo>
                <a:lnTo>
                  <a:pt x="5514" y="527"/>
                </a:lnTo>
                <a:lnTo>
                  <a:pt x="5515" y="528"/>
                </a:lnTo>
                <a:lnTo>
                  <a:pt x="5516" y="528"/>
                </a:lnTo>
                <a:lnTo>
                  <a:pt x="5517" y="529"/>
                </a:lnTo>
                <a:lnTo>
                  <a:pt x="5519" y="530"/>
                </a:lnTo>
                <a:lnTo>
                  <a:pt x="5521" y="531"/>
                </a:lnTo>
                <a:lnTo>
                  <a:pt x="5522" y="532"/>
                </a:lnTo>
                <a:lnTo>
                  <a:pt x="5523" y="531"/>
                </a:lnTo>
                <a:lnTo>
                  <a:pt x="5524" y="531"/>
                </a:lnTo>
                <a:lnTo>
                  <a:pt x="5525" y="531"/>
                </a:lnTo>
                <a:lnTo>
                  <a:pt x="5526" y="531"/>
                </a:lnTo>
                <a:lnTo>
                  <a:pt x="5527" y="530"/>
                </a:lnTo>
                <a:lnTo>
                  <a:pt x="5529" y="529"/>
                </a:lnTo>
                <a:lnTo>
                  <a:pt x="5530" y="527"/>
                </a:lnTo>
                <a:lnTo>
                  <a:pt x="5530" y="526"/>
                </a:lnTo>
                <a:lnTo>
                  <a:pt x="5532" y="525"/>
                </a:lnTo>
                <a:lnTo>
                  <a:pt x="5534" y="524"/>
                </a:lnTo>
                <a:lnTo>
                  <a:pt x="5536" y="523"/>
                </a:lnTo>
                <a:lnTo>
                  <a:pt x="5537" y="523"/>
                </a:lnTo>
                <a:lnTo>
                  <a:pt x="5541" y="524"/>
                </a:lnTo>
                <a:lnTo>
                  <a:pt x="5543" y="525"/>
                </a:lnTo>
                <a:lnTo>
                  <a:pt x="5545" y="525"/>
                </a:lnTo>
                <a:lnTo>
                  <a:pt x="5546" y="524"/>
                </a:lnTo>
                <a:lnTo>
                  <a:pt x="5547" y="524"/>
                </a:lnTo>
                <a:lnTo>
                  <a:pt x="5547" y="523"/>
                </a:lnTo>
                <a:lnTo>
                  <a:pt x="5548" y="523"/>
                </a:lnTo>
                <a:lnTo>
                  <a:pt x="5548" y="522"/>
                </a:lnTo>
                <a:lnTo>
                  <a:pt x="5550" y="523"/>
                </a:lnTo>
                <a:lnTo>
                  <a:pt x="5550" y="524"/>
                </a:lnTo>
                <a:lnTo>
                  <a:pt x="5551" y="524"/>
                </a:lnTo>
                <a:lnTo>
                  <a:pt x="5551" y="525"/>
                </a:lnTo>
                <a:lnTo>
                  <a:pt x="5551" y="527"/>
                </a:lnTo>
                <a:lnTo>
                  <a:pt x="5550" y="529"/>
                </a:lnTo>
                <a:lnTo>
                  <a:pt x="5549" y="529"/>
                </a:lnTo>
                <a:lnTo>
                  <a:pt x="5548" y="530"/>
                </a:lnTo>
                <a:lnTo>
                  <a:pt x="5547" y="530"/>
                </a:lnTo>
                <a:lnTo>
                  <a:pt x="5546" y="531"/>
                </a:lnTo>
                <a:lnTo>
                  <a:pt x="5543" y="532"/>
                </a:lnTo>
                <a:lnTo>
                  <a:pt x="5542" y="532"/>
                </a:lnTo>
                <a:lnTo>
                  <a:pt x="5541" y="533"/>
                </a:lnTo>
                <a:lnTo>
                  <a:pt x="5539" y="533"/>
                </a:lnTo>
                <a:lnTo>
                  <a:pt x="5538" y="533"/>
                </a:lnTo>
                <a:lnTo>
                  <a:pt x="5537" y="534"/>
                </a:lnTo>
                <a:lnTo>
                  <a:pt x="5535" y="534"/>
                </a:lnTo>
                <a:lnTo>
                  <a:pt x="5533" y="535"/>
                </a:lnTo>
                <a:lnTo>
                  <a:pt x="5532" y="535"/>
                </a:lnTo>
                <a:lnTo>
                  <a:pt x="5530" y="535"/>
                </a:lnTo>
                <a:lnTo>
                  <a:pt x="5528" y="536"/>
                </a:lnTo>
                <a:lnTo>
                  <a:pt x="5527" y="537"/>
                </a:lnTo>
                <a:lnTo>
                  <a:pt x="5526" y="537"/>
                </a:lnTo>
                <a:lnTo>
                  <a:pt x="5525" y="538"/>
                </a:lnTo>
                <a:lnTo>
                  <a:pt x="5525" y="539"/>
                </a:lnTo>
                <a:lnTo>
                  <a:pt x="5524" y="539"/>
                </a:lnTo>
                <a:lnTo>
                  <a:pt x="5523" y="540"/>
                </a:lnTo>
                <a:lnTo>
                  <a:pt x="5522" y="540"/>
                </a:lnTo>
                <a:lnTo>
                  <a:pt x="5521" y="540"/>
                </a:lnTo>
                <a:lnTo>
                  <a:pt x="5520" y="541"/>
                </a:lnTo>
                <a:lnTo>
                  <a:pt x="5519" y="541"/>
                </a:lnTo>
                <a:lnTo>
                  <a:pt x="5518" y="541"/>
                </a:lnTo>
                <a:lnTo>
                  <a:pt x="5518" y="542"/>
                </a:lnTo>
                <a:lnTo>
                  <a:pt x="5517" y="542"/>
                </a:lnTo>
                <a:lnTo>
                  <a:pt x="5516" y="542"/>
                </a:lnTo>
                <a:lnTo>
                  <a:pt x="5515" y="542"/>
                </a:lnTo>
                <a:lnTo>
                  <a:pt x="5514" y="543"/>
                </a:lnTo>
                <a:lnTo>
                  <a:pt x="5513" y="544"/>
                </a:lnTo>
                <a:lnTo>
                  <a:pt x="5513" y="545"/>
                </a:lnTo>
                <a:lnTo>
                  <a:pt x="5513" y="546"/>
                </a:lnTo>
                <a:lnTo>
                  <a:pt x="5513" y="547"/>
                </a:lnTo>
                <a:lnTo>
                  <a:pt x="5513" y="548"/>
                </a:lnTo>
                <a:lnTo>
                  <a:pt x="5513" y="549"/>
                </a:lnTo>
                <a:lnTo>
                  <a:pt x="5513" y="550"/>
                </a:lnTo>
                <a:lnTo>
                  <a:pt x="5513" y="551"/>
                </a:lnTo>
                <a:lnTo>
                  <a:pt x="5513" y="552"/>
                </a:lnTo>
                <a:lnTo>
                  <a:pt x="5513" y="553"/>
                </a:lnTo>
                <a:lnTo>
                  <a:pt x="5513" y="554"/>
                </a:lnTo>
                <a:lnTo>
                  <a:pt x="5512" y="555"/>
                </a:lnTo>
                <a:lnTo>
                  <a:pt x="5511" y="556"/>
                </a:lnTo>
                <a:lnTo>
                  <a:pt x="5510" y="557"/>
                </a:lnTo>
                <a:lnTo>
                  <a:pt x="5509" y="559"/>
                </a:lnTo>
                <a:lnTo>
                  <a:pt x="5509" y="560"/>
                </a:lnTo>
                <a:lnTo>
                  <a:pt x="5508" y="560"/>
                </a:lnTo>
                <a:lnTo>
                  <a:pt x="5507" y="561"/>
                </a:lnTo>
                <a:lnTo>
                  <a:pt x="5506" y="562"/>
                </a:lnTo>
                <a:lnTo>
                  <a:pt x="5505" y="563"/>
                </a:lnTo>
                <a:lnTo>
                  <a:pt x="5504" y="563"/>
                </a:lnTo>
                <a:lnTo>
                  <a:pt x="5504" y="564"/>
                </a:lnTo>
                <a:lnTo>
                  <a:pt x="5504" y="565"/>
                </a:lnTo>
                <a:lnTo>
                  <a:pt x="5503" y="565"/>
                </a:lnTo>
                <a:lnTo>
                  <a:pt x="5502" y="565"/>
                </a:lnTo>
                <a:lnTo>
                  <a:pt x="5502" y="566"/>
                </a:lnTo>
                <a:lnTo>
                  <a:pt x="5502" y="567"/>
                </a:lnTo>
                <a:lnTo>
                  <a:pt x="5502" y="568"/>
                </a:lnTo>
                <a:lnTo>
                  <a:pt x="5502" y="569"/>
                </a:lnTo>
                <a:lnTo>
                  <a:pt x="5502" y="570"/>
                </a:lnTo>
                <a:lnTo>
                  <a:pt x="5502" y="571"/>
                </a:lnTo>
                <a:lnTo>
                  <a:pt x="5502" y="572"/>
                </a:lnTo>
                <a:lnTo>
                  <a:pt x="5503" y="572"/>
                </a:lnTo>
                <a:lnTo>
                  <a:pt x="5504" y="572"/>
                </a:lnTo>
                <a:lnTo>
                  <a:pt x="5504" y="573"/>
                </a:lnTo>
                <a:lnTo>
                  <a:pt x="5505" y="573"/>
                </a:lnTo>
                <a:lnTo>
                  <a:pt x="5505" y="574"/>
                </a:lnTo>
                <a:lnTo>
                  <a:pt x="5506" y="574"/>
                </a:lnTo>
                <a:lnTo>
                  <a:pt x="5506" y="575"/>
                </a:lnTo>
                <a:lnTo>
                  <a:pt x="5506" y="576"/>
                </a:lnTo>
                <a:lnTo>
                  <a:pt x="5507" y="576"/>
                </a:lnTo>
                <a:lnTo>
                  <a:pt x="5507" y="577"/>
                </a:lnTo>
                <a:lnTo>
                  <a:pt x="5507" y="578"/>
                </a:lnTo>
                <a:lnTo>
                  <a:pt x="5507" y="579"/>
                </a:lnTo>
                <a:lnTo>
                  <a:pt x="5508" y="579"/>
                </a:lnTo>
                <a:lnTo>
                  <a:pt x="5511" y="579"/>
                </a:lnTo>
                <a:lnTo>
                  <a:pt x="5511" y="580"/>
                </a:lnTo>
                <a:lnTo>
                  <a:pt x="5512" y="580"/>
                </a:lnTo>
                <a:lnTo>
                  <a:pt x="5512" y="581"/>
                </a:lnTo>
                <a:lnTo>
                  <a:pt x="5513" y="581"/>
                </a:lnTo>
                <a:lnTo>
                  <a:pt x="5513" y="582"/>
                </a:lnTo>
                <a:lnTo>
                  <a:pt x="5513" y="583"/>
                </a:lnTo>
                <a:lnTo>
                  <a:pt x="5512" y="583"/>
                </a:lnTo>
                <a:lnTo>
                  <a:pt x="5512" y="584"/>
                </a:lnTo>
                <a:lnTo>
                  <a:pt x="5513" y="584"/>
                </a:lnTo>
                <a:lnTo>
                  <a:pt x="5513" y="585"/>
                </a:lnTo>
                <a:lnTo>
                  <a:pt x="5513" y="586"/>
                </a:lnTo>
                <a:lnTo>
                  <a:pt x="5513" y="587"/>
                </a:lnTo>
                <a:lnTo>
                  <a:pt x="5513" y="588"/>
                </a:lnTo>
                <a:lnTo>
                  <a:pt x="5514" y="588"/>
                </a:lnTo>
                <a:lnTo>
                  <a:pt x="5514" y="589"/>
                </a:lnTo>
                <a:lnTo>
                  <a:pt x="5515" y="589"/>
                </a:lnTo>
                <a:lnTo>
                  <a:pt x="5516" y="589"/>
                </a:lnTo>
                <a:lnTo>
                  <a:pt x="5516" y="590"/>
                </a:lnTo>
                <a:lnTo>
                  <a:pt x="5517" y="590"/>
                </a:lnTo>
                <a:lnTo>
                  <a:pt x="5517" y="591"/>
                </a:lnTo>
                <a:lnTo>
                  <a:pt x="5518" y="591"/>
                </a:lnTo>
                <a:lnTo>
                  <a:pt x="5518" y="592"/>
                </a:lnTo>
                <a:lnTo>
                  <a:pt x="5519" y="592"/>
                </a:lnTo>
                <a:lnTo>
                  <a:pt x="5519" y="593"/>
                </a:lnTo>
                <a:lnTo>
                  <a:pt x="5520" y="593"/>
                </a:lnTo>
                <a:lnTo>
                  <a:pt x="5521" y="593"/>
                </a:lnTo>
                <a:lnTo>
                  <a:pt x="5522" y="594"/>
                </a:lnTo>
                <a:lnTo>
                  <a:pt x="5522" y="595"/>
                </a:lnTo>
                <a:lnTo>
                  <a:pt x="5522" y="596"/>
                </a:lnTo>
                <a:lnTo>
                  <a:pt x="5523" y="596"/>
                </a:lnTo>
                <a:lnTo>
                  <a:pt x="5523" y="597"/>
                </a:lnTo>
                <a:lnTo>
                  <a:pt x="5522" y="597"/>
                </a:lnTo>
                <a:lnTo>
                  <a:pt x="5522" y="598"/>
                </a:lnTo>
                <a:lnTo>
                  <a:pt x="5522" y="599"/>
                </a:lnTo>
                <a:lnTo>
                  <a:pt x="5521" y="599"/>
                </a:lnTo>
                <a:lnTo>
                  <a:pt x="5521" y="600"/>
                </a:lnTo>
                <a:lnTo>
                  <a:pt x="5520" y="600"/>
                </a:lnTo>
                <a:lnTo>
                  <a:pt x="5520" y="601"/>
                </a:lnTo>
                <a:lnTo>
                  <a:pt x="5520" y="602"/>
                </a:lnTo>
                <a:lnTo>
                  <a:pt x="5519" y="602"/>
                </a:lnTo>
                <a:lnTo>
                  <a:pt x="5518" y="602"/>
                </a:lnTo>
                <a:lnTo>
                  <a:pt x="5518" y="603"/>
                </a:lnTo>
                <a:lnTo>
                  <a:pt x="5518" y="604"/>
                </a:lnTo>
                <a:lnTo>
                  <a:pt x="5517" y="604"/>
                </a:lnTo>
                <a:lnTo>
                  <a:pt x="5517" y="605"/>
                </a:lnTo>
                <a:lnTo>
                  <a:pt x="5516" y="605"/>
                </a:lnTo>
                <a:lnTo>
                  <a:pt x="5516" y="606"/>
                </a:lnTo>
                <a:lnTo>
                  <a:pt x="5515" y="606"/>
                </a:lnTo>
                <a:lnTo>
                  <a:pt x="5514" y="607"/>
                </a:lnTo>
                <a:lnTo>
                  <a:pt x="5514" y="608"/>
                </a:lnTo>
                <a:lnTo>
                  <a:pt x="5514" y="609"/>
                </a:lnTo>
                <a:lnTo>
                  <a:pt x="5514" y="610"/>
                </a:lnTo>
                <a:lnTo>
                  <a:pt x="5514" y="611"/>
                </a:lnTo>
                <a:lnTo>
                  <a:pt x="5513" y="611"/>
                </a:lnTo>
                <a:lnTo>
                  <a:pt x="5513" y="612"/>
                </a:lnTo>
                <a:lnTo>
                  <a:pt x="5512" y="612"/>
                </a:lnTo>
                <a:lnTo>
                  <a:pt x="5511" y="612"/>
                </a:lnTo>
                <a:lnTo>
                  <a:pt x="5511" y="613"/>
                </a:lnTo>
                <a:lnTo>
                  <a:pt x="5510" y="614"/>
                </a:lnTo>
                <a:lnTo>
                  <a:pt x="5510" y="615"/>
                </a:lnTo>
                <a:lnTo>
                  <a:pt x="5509" y="616"/>
                </a:lnTo>
                <a:lnTo>
                  <a:pt x="5508" y="617"/>
                </a:lnTo>
                <a:lnTo>
                  <a:pt x="5507" y="617"/>
                </a:lnTo>
                <a:lnTo>
                  <a:pt x="5506" y="617"/>
                </a:lnTo>
                <a:lnTo>
                  <a:pt x="5506" y="618"/>
                </a:lnTo>
                <a:lnTo>
                  <a:pt x="5505" y="618"/>
                </a:lnTo>
                <a:lnTo>
                  <a:pt x="5504" y="618"/>
                </a:lnTo>
                <a:lnTo>
                  <a:pt x="5504" y="619"/>
                </a:lnTo>
                <a:lnTo>
                  <a:pt x="5504" y="620"/>
                </a:lnTo>
                <a:lnTo>
                  <a:pt x="5504" y="621"/>
                </a:lnTo>
                <a:lnTo>
                  <a:pt x="5504" y="622"/>
                </a:lnTo>
                <a:lnTo>
                  <a:pt x="5503" y="623"/>
                </a:lnTo>
                <a:lnTo>
                  <a:pt x="5502" y="623"/>
                </a:lnTo>
                <a:lnTo>
                  <a:pt x="5501" y="623"/>
                </a:lnTo>
                <a:lnTo>
                  <a:pt x="5501" y="624"/>
                </a:lnTo>
                <a:lnTo>
                  <a:pt x="5500" y="624"/>
                </a:lnTo>
                <a:lnTo>
                  <a:pt x="5499" y="624"/>
                </a:lnTo>
                <a:lnTo>
                  <a:pt x="5498" y="625"/>
                </a:lnTo>
                <a:lnTo>
                  <a:pt x="5498" y="626"/>
                </a:lnTo>
                <a:lnTo>
                  <a:pt x="5497" y="626"/>
                </a:lnTo>
                <a:lnTo>
                  <a:pt x="5496" y="626"/>
                </a:lnTo>
                <a:lnTo>
                  <a:pt x="5495" y="626"/>
                </a:lnTo>
                <a:lnTo>
                  <a:pt x="5493" y="626"/>
                </a:lnTo>
                <a:lnTo>
                  <a:pt x="5492" y="626"/>
                </a:lnTo>
                <a:lnTo>
                  <a:pt x="5491" y="626"/>
                </a:lnTo>
                <a:lnTo>
                  <a:pt x="5490" y="627"/>
                </a:lnTo>
                <a:lnTo>
                  <a:pt x="5489" y="627"/>
                </a:lnTo>
                <a:lnTo>
                  <a:pt x="5488" y="627"/>
                </a:lnTo>
                <a:lnTo>
                  <a:pt x="5487" y="627"/>
                </a:lnTo>
                <a:lnTo>
                  <a:pt x="5486" y="627"/>
                </a:lnTo>
                <a:lnTo>
                  <a:pt x="5485" y="627"/>
                </a:lnTo>
                <a:lnTo>
                  <a:pt x="5485" y="626"/>
                </a:lnTo>
                <a:lnTo>
                  <a:pt x="5484" y="626"/>
                </a:lnTo>
                <a:lnTo>
                  <a:pt x="5483" y="626"/>
                </a:lnTo>
                <a:lnTo>
                  <a:pt x="5483" y="627"/>
                </a:lnTo>
                <a:lnTo>
                  <a:pt x="5482" y="627"/>
                </a:lnTo>
                <a:lnTo>
                  <a:pt x="5481" y="627"/>
                </a:lnTo>
                <a:lnTo>
                  <a:pt x="5480" y="628"/>
                </a:lnTo>
                <a:lnTo>
                  <a:pt x="5479" y="629"/>
                </a:lnTo>
                <a:lnTo>
                  <a:pt x="5477" y="630"/>
                </a:lnTo>
                <a:lnTo>
                  <a:pt x="5476" y="631"/>
                </a:lnTo>
                <a:lnTo>
                  <a:pt x="5476" y="632"/>
                </a:lnTo>
                <a:lnTo>
                  <a:pt x="5476" y="633"/>
                </a:lnTo>
                <a:lnTo>
                  <a:pt x="5476" y="634"/>
                </a:lnTo>
                <a:lnTo>
                  <a:pt x="5475" y="634"/>
                </a:lnTo>
                <a:lnTo>
                  <a:pt x="5475" y="635"/>
                </a:lnTo>
                <a:lnTo>
                  <a:pt x="5474" y="635"/>
                </a:lnTo>
                <a:lnTo>
                  <a:pt x="5474" y="636"/>
                </a:lnTo>
                <a:lnTo>
                  <a:pt x="5473" y="636"/>
                </a:lnTo>
                <a:lnTo>
                  <a:pt x="5471" y="636"/>
                </a:lnTo>
                <a:lnTo>
                  <a:pt x="5470" y="636"/>
                </a:lnTo>
                <a:lnTo>
                  <a:pt x="5470" y="637"/>
                </a:lnTo>
                <a:lnTo>
                  <a:pt x="5469" y="637"/>
                </a:lnTo>
                <a:lnTo>
                  <a:pt x="5469" y="638"/>
                </a:lnTo>
                <a:lnTo>
                  <a:pt x="5468" y="638"/>
                </a:lnTo>
                <a:lnTo>
                  <a:pt x="5468" y="639"/>
                </a:lnTo>
                <a:lnTo>
                  <a:pt x="5468" y="640"/>
                </a:lnTo>
                <a:lnTo>
                  <a:pt x="5468" y="641"/>
                </a:lnTo>
                <a:lnTo>
                  <a:pt x="5468" y="642"/>
                </a:lnTo>
                <a:lnTo>
                  <a:pt x="5467" y="642"/>
                </a:lnTo>
                <a:lnTo>
                  <a:pt x="5467" y="643"/>
                </a:lnTo>
                <a:lnTo>
                  <a:pt x="5467" y="644"/>
                </a:lnTo>
                <a:lnTo>
                  <a:pt x="5467" y="645"/>
                </a:lnTo>
                <a:lnTo>
                  <a:pt x="5466" y="645"/>
                </a:lnTo>
                <a:lnTo>
                  <a:pt x="5466" y="646"/>
                </a:lnTo>
                <a:lnTo>
                  <a:pt x="5467" y="646"/>
                </a:lnTo>
                <a:lnTo>
                  <a:pt x="5467" y="647"/>
                </a:lnTo>
                <a:lnTo>
                  <a:pt x="5468" y="647"/>
                </a:lnTo>
                <a:lnTo>
                  <a:pt x="5468" y="648"/>
                </a:lnTo>
                <a:lnTo>
                  <a:pt x="5469" y="648"/>
                </a:lnTo>
                <a:lnTo>
                  <a:pt x="5470" y="649"/>
                </a:lnTo>
                <a:lnTo>
                  <a:pt x="5471" y="650"/>
                </a:lnTo>
                <a:lnTo>
                  <a:pt x="5472" y="651"/>
                </a:lnTo>
                <a:lnTo>
                  <a:pt x="5472" y="652"/>
                </a:lnTo>
                <a:lnTo>
                  <a:pt x="5473" y="653"/>
                </a:lnTo>
                <a:lnTo>
                  <a:pt x="5473" y="655"/>
                </a:lnTo>
                <a:lnTo>
                  <a:pt x="5473" y="656"/>
                </a:lnTo>
                <a:lnTo>
                  <a:pt x="5473" y="657"/>
                </a:lnTo>
                <a:lnTo>
                  <a:pt x="5473" y="659"/>
                </a:lnTo>
                <a:lnTo>
                  <a:pt x="5473" y="660"/>
                </a:lnTo>
                <a:lnTo>
                  <a:pt x="5472" y="661"/>
                </a:lnTo>
                <a:lnTo>
                  <a:pt x="5470" y="662"/>
                </a:lnTo>
                <a:lnTo>
                  <a:pt x="5466" y="662"/>
                </a:lnTo>
                <a:lnTo>
                  <a:pt x="5465" y="662"/>
                </a:lnTo>
                <a:lnTo>
                  <a:pt x="5465" y="663"/>
                </a:lnTo>
                <a:lnTo>
                  <a:pt x="5464" y="663"/>
                </a:lnTo>
                <a:lnTo>
                  <a:pt x="5464" y="664"/>
                </a:lnTo>
                <a:lnTo>
                  <a:pt x="5463" y="665"/>
                </a:lnTo>
                <a:lnTo>
                  <a:pt x="5463" y="666"/>
                </a:lnTo>
                <a:lnTo>
                  <a:pt x="5463" y="667"/>
                </a:lnTo>
                <a:lnTo>
                  <a:pt x="5463" y="668"/>
                </a:lnTo>
                <a:lnTo>
                  <a:pt x="5462" y="668"/>
                </a:lnTo>
                <a:lnTo>
                  <a:pt x="5462" y="669"/>
                </a:lnTo>
                <a:lnTo>
                  <a:pt x="5462" y="670"/>
                </a:lnTo>
                <a:lnTo>
                  <a:pt x="5461" y="670"/>
                </a:lnTo>
                <a:lnTo>
                  <a:pt x="5462" y="670"/>
                </a:lnTo>
                <a:lnTo>
                  <a:pt x="5462" y="671"/>
                </a:lnTo>
                <a:lnTo>
                  <a:pt x="5461" y="671"/>
                </a:lnTo>
                <a:lnTo>
                  <a:pt x="5459" y="673"/>
                </a:lnTo>
                <a:lnTo>
                  <a:pt x="5458" y="673"/>
                </a:lnTo>
                <a:lnTo>
                  <a:pt x="5458" y="674"/>
                </a:lnTo>
                <a:lnTo>
                  <a:pt x="5458" y="675"/>
                </a:lnTo>
                <a:lnTo>
                  <a:pt x="5459" y="675"/>
                </a:lnTo>
                <a:lnTo>
                  <a:pt x="5459" y="676"/>
                </a:lnTo>
                <a:lnTo>
                  <a:pt x="5459" y="677"/>
                </a:lnTo>
                <a:lnTo>
                  <a:pt x="5459" y="678"/>
                </a:lnTo>
                <a:lnTo>
                  <a:pt x="5459" y="679"/>
                </a:lnTo>
                <a:lnTo>
                  <a:pt x="5458" y="679"/>
                </a:lnTo>
                <a:lnTo>
                  <a:pt x="5458" y="680"/>
                </a:lnTo>
                <a:lnTo>
                  <a:pt x="5457" y="681"/>
                </a:lnTo>
                <a:lnTo>
                  <a:pt x="5457" y="682"/>
                </a:lnTo>
                <a:lnTo>
                  <a:pt x="5456" y="683"/>
                </a:lnTo>
                <a:lnTo>
                  <a:pt x="5456" y="684"/>
                </a:lnTo>
                <a:lnTo>
                  <a:pt x="5456" y="685"/>
                </a:lnTo>
                <a:lnTo>
                  <a:pt x="5456" y="686"/>
                </a:lnTo>
                <a:lnTo>
                  <a:pt x="5456" y="687"/>
                </a:lnTo>
                <a:lnTo>
                  <a:pt x="5456" y="688"/>
                </a:lnTo>
                <a:lnTo>
                  <a:pt x="5455" y="688"/>
                </a:lnTo>
                <a:lnTo>
                  <a:pt x="5454" y="688"/>
                </a:lnTo>
                <a:lnTo>
                  <a:pt x="5454" y="689"/>
                </a:lnTo>
                <a:lnTo>
                  <a:pt x="5454" y="690"/>
                </a:lnTo>
                <a:lnTo>
                  <a:pt x="5454" y="691"/>
                </a:lnTo>
                <a:lnTo>
                  <a:pt x="5455" y="691"/>
                </a:lnTo>
                <a:lnTo>
                  <a:pt x="5455" y="692"/>
                </a:lnTo>
                <a:lnTo>
                  <a:pt x="5456" y="692"/>
                </a:lnTo>
                <a:lnTo>
                  <a:pt x="5456" y="693"/>
                </a:lnTo>
                <a:lnTo>
                  <a:pt x="5456" y="694"/>
                </a:lnTo>
                <a:lnTo>
                  <a:pt x="5457" y="694"/>
                </a:lnTo>
                <a:lnTo>
                  <a:pt x="5457" y="695"/>
                </a:lnTo>
                <a:lnTo>
                  <a:pt x="5456" y="696"/>
                </a:lnTo>
                <a:lnTo>
                  <a:pt x="5455" y="696"/>
                </a:lnTo>
                <a:lnTo>
                  <a:pt x="5455" y="697"/>
                </a:lnTo>
                <a:lnTo>
                  <a:pt x="5455" y="698"/>
                </a:lnTo>
                <a:lnTo>
                  <a:pt x="5454" y="698"/>
                </a:lnTo>
                <a:lnTo>
                  <a:pt x="5454" y="700"/>
                </a:lnTo>
                <a:lnTo>
                  <a:pt x="5455" y="701"/>
                </a:lnTo>
                <a:lnTo>
                  <a:pt x="5455" y="702"/>
                </a:lnTo>
                <a:lnTo>
                  <a:pt x="5455" y="703"/>
                </a:lnTo>
                <a:lnTo>
                  <a:pt x="5455" y="704"/>
                </a:lnTo>
                <a:lnTo>
                  <a:pt x="5454" y="704"/>
                </a:lnTo>
                <a:lnTo>
                  <a:pt x="5454" y="705"/>
                </a:lnTo>
                <a:lnTo>
                  <a:pt x="5454" y="706"/>
                </a:lnTo>
                <a:lnTo>
                  <a:pt x="5454" y="708"/>
                </a:lnTo>
                <a:lnTo>
                  <a:pt x="5453" y="708"/>
                </a:lnTo>
                <a:lnTo>
                  <a:pt x="5453" y="709"/>
                </a:lnTo>
                <a:lnTo>
                  <a:pt x="5452" y="710"/>
                </a:lnTo>
                <a:lnTo>
                  <a:pt x="5451" y="710"/>
                </a:lnTo>
                <a:lnTo>
                  <a:pt x="5450" y="711"/>
                </a:lnTo>
                <a:lnTo>
                  <a:pt x="5449" y="711"/>
                </a:lnTo>
                <a:lnTo>
                  <a:pt x="5448" y="711"/>
                </a:lnTo>
                <a:lnTo>
                  <a:pt x="5447" y="711"/>
                </a:lnTo>
                <a:lnTo>
                  <a:pt x="5447" y="712"/>
                </a:lnTo>
                <a:lnTo>
                  <a:pt x="5446" y="712"/>
                </a:lnTo>
                <a:lnTo>
                  <a:pt x="5445" y="713"/>
                </a:lnTo>
                <a:lnTo>
                  <a:pt x="5444" y="714"/>
                </a:lnTo>
                <a:lnTo>
                  <a:pt x="5444" y="715"/>
                </a:lnTo>
                <a:lnTo>
                  <a:pt x="5444" y="716"/>
                </a:lnTo>
                <a:lnTo>
                  <a:pt x="5443" y="717"/>
                </a:lnTo>
                <a:lnTo>
                  <a:pt x="5443" y="718"/>
                </a:lnTo>
                <a:lnTo>
                  <a:pt x="5443" y="719"/>
                </a:lnTo>
                <a:lnTo>
                  <a:pt x="5442" y="720"/>
                </a:lnTo>
                <a:lnTo>
                  <a:pt x="5442" y="721"/>
                </a:lnTo>
                <a:lnTo>
                  <a:pt x="5441" y="721"/>
                </a:lnTo>
                <a:lnTo>
                  <a:pt x="5441" y="722"/>
                </a:lnTo>
                <a:lnTo>
                  <a:pt x="5440" y="722"/>
                </a:lnTo>
                <a:lnTo>
                  <a:pt x="5441" y="722"/>
                </a:lnTo>
                <a:lnTo>
                  <a:pt x="5440" y="723"/>
                </a:lnTo>
                <a:lnTo>
                  <a:pt x="5439" y="724"/>
                </a:lnTo>
                <a:lnTo>
                  <a:pt x="5439" y="725"/>
                </a:lnTo>
                <a:lnTo>
                  <a:pt x="5439" y="726"/>
                </a:lnTo>
                <a:lnTo>
                  <a:pt x="5439" y="727"/>
                </a:lnTo>
                <a:lnTo>
                  <a:pt x="5439" y="728"/>
                </a:lnTo>
                <a:lnTo>
                  <a:pt x="5440" y="728"/>
                </a:lnTo>
                <a:lnTo>
                  <a:pt x="5441" y="728"/>
                </a:lnTo>
                <a:lnTo>
                  <a:pt x="5442" y="728"/>
                </a:lnTo>
                <a:lnTo>
                  <a:pt x="5443" y="728"/>
                </a:lnTo>
                <a:lnTo>
                  <a:pt x="5444" y="729"/>
                </a:lnTo>
                <a:lnTo>
                  <a:pt x="5445" y="729"/>
                </a:lnTo>
                <a:lnTo>
                  <a:pt x="5445" y="730"/>
                </a:lnTo>
                <a:lnTo>
                  <a:pt x="5446" y="730"/>
                </a:lnTo>
                <a:lnTo>
                  <a:pt x="5446" y="731"/>
                </a:lnTo>
                <a:lnTo>
                  <a:pt x="5446" y="732"/>
                </a:lnTo>
                <a:lnTo>
                  <a:pt x="5447" y="732"/>
                </a:lnTo>
                <a:lnTo>
                  <a:pt x="5447" y="733"/>
                </a:lnTo>
                <a:lnTo>
                  <a:pt x="5448" y="733"/>
                </a:lnTo>
                <a:lnTo>
                  <a:pt x="5448" y="734"/>
                </a:lnTo>
                <a:lnTo>
                  <a:pt x="5447" y="734"/>
                </a:lnTo>
                <a:lnTo>
                  <a:pt x="5447" y="735"/>
                </a:lnTo>
                <a:lnTo>
                  <a:pt x="5446" y="735"/>
                </a:lnTo>
                <a:lnTo>
                  <a:pt x="5446" y="736"/>
                </a:lnTo>
                <a:lnTo>
                  <a:pt x="5445" y="736"/>
                </a:lnTo>
                <a:lnTo>
                  <a:pt x="5444" y="736"/>
                </a:lnTo>
                <a:lnTo>
                  <a:pt x="5444" y="737"/>
                </a:lnTo>
                <a:lnTo>
                  <a:pt x="5442" y="737"/>
                </a:lnTo>
                <a:lnTo>
                  <a:pt x="5441" y="737"/>
                </a:lnTo>
                <a:lnTo>
                  <a:pt x="5441" y="738"/>
                </a:lnTo>
                <a:lnTo>
                  <a:pt x="5440" y="738"/>
                </a:lnTo>
                <a:lnTo>
                  <a:pt x="5440" y="739"/>
                </a:lnTo>
                <a:lnTo>
                  <a:pt x="5441" y="740"/>
                </a:lnTo>
                <a:lnTo>
                  <a:pt x="5442" y="740"/>
                </a:lnTo>
                <a:lnTo>
                  <a:pt x="5443" y="740"/>
                </a:lnTo>
                <a:lnTo>
                  <a:pt x="5444" y="740"/>
                </a:lnTo>
                <a:lnTo>
                  <a:pt x="5445" y="740"/>
                </a:lnTo>
                <a:lnTo>
                  <a:pt x="5445" y="741"/>
                </a:lnTo>
                <a:lnTo>
                  <a:pt x="5445" y="742"/>
                </a:lnTo>
                <a:lnTo>
                  <a:pt x="5444" y="742"/>
                </a:lnTo>
                <a:lnTo>
                  <a:pt x="5444" y="743"/>
                </a:lnTo>
                <a:lnTo>
                  <a:pt x="5444" y="744"/>
                </a:lnTo>
                <a:lnTo>
                  <a:pt x="5445" y="745"/>
                </a:lnTo>
                <a:lnTo>
                  <a:pt x="5445" y="746"/>
                </a:lnTo>
                <a:lnTo>
                  <a:pt x="5445" y="747"/>
                </a:lnTo>
                <a:lnTo>
                  <a:pt x="5444" y="748"/>
                </a:lnTo>
                <a:lnTo>
                  <a:pt x="5443" y="748"/>
                </a:lnTo>
                <a:lnTo>
                  <a:pt x="5443" y="749"/>
                </a:lnTo>
                <a:lnTo>
                  <a:pt x="5442" y="749"/>
                </a:lnTo>
                <a:lnTo>
                  <a:pt x="5442" y="748"/>
                </a:lnTo>
                <a:lnTo>
                  <a:pt x="5441" y="748"/>
                </a:lnTo>
                <a:lnTo>
                  <a:pt x="5440" y="748"/>
                </a:lnTo>
                <a:lnTo>
                  <a:pt x="5440" y="749"/>
                </a:lnTo>
                <a:lnTo>
                  <a:pt x="5441" y="749"/>
                </a:lnTo>
                <a:lnTo>
                  <a:pt x="5441" y="750"/>
                </a:lnTo>
                <a:lnTo>
                  <a:pt x="5441" y="751"/>
                </a:lnTo>
                <a:lnTo>
                  <a:pt x="5440" y="751"/>
                </a:lnTo>
                <a:lnTo>
                  <a:pt x="5440" y="752"/>
                </a:lnTo>
                <a:lnTo>
                  <a:pt x="5439" y="752"/>
                </a:lnTo>
                <a:lnTo>
                  <a:pt x="5439" y="753"/>
                </a:lnTo>
                <a:lnTo>
                  <a:pt x="5438" y="753"/>
                </a:lnTo>
                <a:lnTo>
                  <a:pt x="5437" y="753"/>
                </a:lnTo>
                <a:lnTo>
                  <a:pt x="5437" y="752"/>
                </a:lnTo>
                <a:lnTo>
                  <a:pt x="5437" y="751"/>
                </a:lnTo>
                <a:lnTo>
                  <a:pt x="5436" y="751"/>
                </a:lnTo>
                <a:lnTo>
                  <a:pt x="5436" y="750"/>
                </a:lnTo>
                <a:lnTo>
                  <a:pt x="5435" y="750"/>
                </a:lnTo>
                <a:lnTo>
                  <a:pt x="5435" y="751"/>
                </a:lnTo>
                <a:lnTo>
                  <a:pt x="5434" y="751"/>
                </a:lnTo>
                <a:lnTo>
                  <a:pt x="5434" y="753"/>
                </a:lnTo>
                <a:lnTo>
                  <a:pt x="5434" y="754"/>
                </a:lnTo>
                <a:lnTo>
                  <a:pt x="5433" y="754"/>
                </a:lnTo>
                <a:lnTo>
                  <a:pt x="5433" y="755"/>
                </a:lnTo>
                <a:lnTo>
                  <a:pt x="5432" y="755"/>
                </a:lnTo>
                <a:lnTo>
                  <a:pt x="5431" y="756"/>
                </a:lnTo>
                <a:lnTo>
                  <a:pt x="5430" y="756"/>
                </a:lnTo>
                <a:lnTo>
                  <a:pt x="5430" y="757"/>
                </a:lnTo>
                <a:lnTo>
                  <a:pt x="5429" y="757"/>
                </a:lnTo>
                <a:lnTo>
                  <a:pt x="5428" y="757"/>
                </a:lnTo>
                <a:lnTo>
                  <a:pt x="5427" y="757"/>
                </a:lnTo>
                <a:lnTo>
                  <a:pt x="5426" y="757"/>
                </a:lnTo>
                <a:lnTo>
                  <a:pt x="5425" y="757"/>
                </a:lnTo>
                <a:lnTo>
                  <a:pt x="5425" y="758"/>
                </a:lnTo>
                <a:lnTo>
                  <a:pt x="5424" y="758"/>
                </a:lnTo>
                <a:lnTo>
                  <a:pt x="5424" y="759"/>
                </a:lnTo>
                <a:lnTo>
                  <a:pt x="5424" y="760"/>
                </a:lnTo>
                <a:lnTo>
                  <a:pt x="5425" y="761"/>
                </a:lnTo>
                <a:lnTo>
                  <a:pt x="5425" y="762"/>
                </a:lnTo>
                <a:lnTo>
                  <a:pt x="5425" y="763"/>
                </a:lnTo>
                <a:lnTo>
                  <a:pt x="5426" y="763"/>
                </a:lnTo>
                <a:lnTo>
                  <a:pt x="5426" y="764"/>
                </a:lnTo>
                <a:lnTo>
                  <a:pt x="5427" y="764"/>
                </a:lnTo>
                <a:lnTo>
                  <a:pt x="5428" y="765"/>
                </a:lnTo>
                <a:lnTo>
                  <a:pt x="5428" y="766"/>
                </a:lnTo>
                <a:lnTo>
                  <a:pt x="5429" y="766"/>
                </a:lnTo>
                <a:lnTo>
                  <a:pt x="5429" y="767"/>
                </a:lnTo>
                <a:lnTo>
                  <a:pt x="5429" y="768"/>
                </a:lnTo>
                <a:lnTo>
                  <a:pt x="5428" y="769"/>
                </a:lnTo>
                <a:lnTo>
                  <a:pt x="5428" y="770"/>
                </a:lnTo>
                <a:lnTo>
                  <a:pt x="5427" y="771"/>
                </a:lnTo>
                <a:lnTo>
                  <a:pt x="5426" y="772"/>
                </a:lnTo>
                <a:lnTo>
                  <a:pt x="5425" y="772"/>
                </a:lnTo>
                <a:lnTo>
                  <a:pt x="5425" y="773"/>
                </a:lnTo>
                <a:lnTo>
                  <a:pt x="5424" y="774"/>
                </a:lnTo>
                <a:lnTo>
                  <a:pt x="5424" y="775"/>
                </a:lnTo>
                <a:lnTo>
                  <a:pt x="5423" y="775"/>
                </a:lnTo>
                <a:lnTo>
                  <a:pt x="5423" y="776"/>
                </a:lnTo>
                <a:lnTo>
                  <a:pt x="5423" y="777"/>
                </a:lnTo>
                <a:lnTo>
                  <a:pt x="5424" y="777"/>
                </a:lnTo>
                <a:lnTo>
                  <a:pt x="5423" y="777"/>
                </a:lnTo>
                <a:lnTo>
                  <a:pt x="5424" y="778"/>
                </a:lnTo>
                <a:lnTo>
                  <a:pt x="5423" y="778"/>
                </a:lnTo>
                <a:lnTo>
                  <a:pt x="5423" y="779"/>
                </a:lnTo>
                <a:lnTo>
                  <a:pt x="5423" y="780"/>
                </a:lnTo>
                <a:lnTo>
                  <a:pt x="5422" y="780"/>
                </a:lnTo>
                <a:lnTo>
                  <a:pt x="5421" y="780"/>
                </a:lnTo>
                <a:lnTo>
                  <a:pt x="5421" y="779"/>
                </a:lnTo>
                <a:lnTo>
                  <a:pt x="5420" y="779"/>
                </a:lnTo>
                <a:lnTo>
                  <a:pt x="5419" y="779"/>
                </a:lnTo>
                <a:lnTo>
                  <a:pt x="5419" y="780"/>
                </a:lnTo>
                <a:lnTo>
                  <a:pt x="5418" y="780"/>
                </a:lnTo>
                <a:lnTo>
                  <a:pt x="5417" y="780"/>
                </a:lnTo>
                <a:lnTo>
                  <a:pt x="5417" y="781"/>
                </a:lnTo>
                <a:lnTo>
                  <a:pt x="5417" y="782"/>
                </a:lnTo>
                <a:lnTo>
                  <a:pt x="5418" y="783"/>
                </a:lnTo>
                <a:lnTo>
                  <a:pt x="5418" y="784"/>
                </a:lnTo>
                <a:lnTo>
                  <a:pt x="5417" y="784"/>
                </a:lnTo>
                <a:lnTo>
                  <a:pt x="5417" y="785"/>
                </a:lnTo>
                <a:lnTo>
                  <a:pt x="5416" y="785"/>
                </a:lnTo>
                <a:lnTo>
                  <a:pt x="5416" y="786"/>
                </a:lnTo>
                <a:lnTo>
                  <a:pt x="5415" y="786"/>
                </a:lnTo>
                <a:lnTo>
                  <a:pt x="5416" y="786"/>
                </a:lnTo>
                <a:lnTo>
                  <a:pt x="5416" y="787"/>
                </a:lnTo>
                <a:lnTo>
                  <a:pt x="5415" y="787"/>
                </a:lnTo>
                <a:lnTo>
                  <a:pt x="5415" y="788"/>
                </a:lnTo>
                <a:lnTo>
                  <a:pt x="5414" y="787"/>
                </a:lnTo>
                <a:lnTo>
                  <a:pt x="5413" y="787"/>
                </a:lnTo>
                <a:lnTo>
                  <a:pt x="5413" y="786"/>
                </a:lnTo>
                <a:lnTo>
                  <a:pt x="5412" y="785"/>
                </a:lnTo>
                <a:lnTo>
                  <a:pt x="5411" y="785"/>
                </a:lnTo>
                <a:lnTo>
                  <a:pt x="5411" y="784"/>
                </a:lnTo>
                <a:lnTo>
                  <a:pt x="5410" y="784"/>
                </a:lnTo>
                <a:lnTo>
                  <a:pt x="5410" y="785"/>
                </a:lnTo>
                <a:lnTo>
                  <a:pt x="5409" y="785"/>
                </a:lnTo>
                <a:lnTo>
                  <a:pt x="5408" y="785"/>
                </a:lnTo>
                <a:lnTo>
                  <a:pt x="5408" y="786"/>
                </a:lnTo>
                <a:lnTo>
                  <a:pt x="5408" y="787"/>
                </a:lnTo>
                <a:lnTo>
                  <a:pt x="5408" y="788"/>
                </a:lnTo>
                <a:lnTo>
                  <a:pt x="5407" y="788"/>
                </a:lnTo>
                <a:lnTo>
                  <a:pt x="5407" y="787"/>
                </a:lnTo>
                <a:lnTo>
                  <a:pt x="5407" y="788"/>
                </a:lnTo>
                <a:lnTo>
                  <a:pt x="5406" y="788"/>
                </a:lnTo>
                <a:lnTo>
                  <a:pt x="5406" y="789"/>
                </a:lnTo>
                <a:lnTo>
                  <a:pt x="5406" y="790"/>
                </a:lnTo>
                <a:lnTo>
                  <a:pt x="5407" y="790"/>
                </a:lnTo>
                <a:lnTo>
                  <a:pt x="5407" y="791"/>
                </a:lnTo>
                <a:lnTo>
                  <a:pt x="5406" y="791"/>
                </a:lnTo>
                <a:lnTo>
                  <a:pt x="5405" y="791"/>
                </a:lnTo>
                <a:lnTo>
                  <a:pt x="5405" y="790"/>
                </a:lnTo>
                <a:lnTo>
                  <a:pt x="5405" y="791"/>
                </a:lnTo>
                <a:lnTo>
                  <a:pt x="5404" y="791"/>
                </a:lnTo>
                <a:lnTo>
                  <a:pt x="5404" y="792"/>
                </a:lnTo>
                <a:lnTo>
                  <a:pt x="5405" y="792"/>
                </a:lnTo>
                <a:lnTo>
                  <a:pt x="5404" y="793"/>
                </a:lnTo>
                <a:lnTo>
                  <a:pt x="5404" y="794"/>
                </a:lnTo>
                <a:lnTo>
                  <a:pt x="5404" y="795"/>
                </a:lnTo>
                <a:lnTo>
                  <a:pt x="5405" y="795"/>
                </a:lnTo>
                <a:lnTo>
                  <a:pt x="5406" y="795"/>
                </a:lnTo>
                <a:lnTo>
                  <a:pt x="5407" y="795"/>
                </a:lnTo>
                <a:lnTo>
                  <a:pt x="5407" y="796"/>
                </a:lnTo>
                <a:lnTo>
                  <a:pt x="5408" y="796"/>
                </a:lnTo>
                <a:lnTo>
                  <a:pt x="5408" y="797"/>
                </a:lnTo>
                <a:lnTo>
                  <a:pt x="5407" y="797"/>
                </a:lnTo>
                <a:lnTo>
                  <a:pt x="5406" y="797"/>
                </a:lnTo>
                <a:lnTo>
                  <a:pt x="5406" y="796"/>
                </a:lnTo>
                <a:lnTo>
                  <a:pt x="5405" y="796"/>
                </a:lnTo>
                <a:lnTo>
                  <a:pt x="5404" y="797"/>
                </a:lnTo>
                <a:lnTo>
                  <a:pt x="5405" y="797"/>
                </a:lnTo>
                <a:lnTo>
                  <a:pt x="5405" y="798"/>
                </a:lnTo>
                <a:lnTo>
                  <a:pt x="5404" y="798"/>
                </a:lnTo>
                <a:lnTo>
                  <a:pt x="5404" y="799"/>
                </a:lnTo>
                <a:lnTo>
                  <a:pt x="5405" y="799"/>
                </a:lnTo>
                <a:lnTo>
                  <a:pt x="5405" y="800"/>
                </a:lnTo>
                <a:lnTo>
                  <a:pt x="5406" y="800"/>
                </a:lnTo>
                <a:lnTo>
                  <a:pt x="5406" y="801"/>
                </a:lnTo>
                <a:lnTo>
                  <a:pt x="5405" y="801"/>
                </a:lnTo>
                <a:lnTo>
                  <a:pt x="5404" y="801"/>
                </a:lnTo>
                <a:lnTo>
                  <a:pt x="5403" y="801"/>
                </a:lnTo>
                <a:lnTo>
                  <a:pt x="5403" y="802"/>
                </a:lnTo>
                <a:lnTo>
                  <a:pt x="5402" y="802"/>
                </a:lnTo>
                <a:lnTo>
                  <a:pt x="5402" y="803"/>
                </a:lnTo>
                <a:lnTo>
                  <a:pt x="5402" y="804"/>
                </a:lnTo>
                <a:lnTo>
                  <a:pt x="5401" y="804"/>
                </a:lnTo>
                <a:lnTo>
                  <a:pt x="5401" y="805"/>
                </a:lnTo>
                <a:lnTo>
                  <a:pt x="5402" y="805"/>
                </a:lnTo>
                <a:lnTo>
                  <a:pt x="5402" y="804"/>
                </a:lnTo>
                <a:lnTo>
                  <a:pt x="5403" y="804"/>
                </a:lnTo>
                <a:lnTo>
                  <a:pt x="5403" y="805"/>
                </a:lnTo>
                <a:lnTo>
                  <a:pt x="5404" y="805"/>
                </a:lnTo>
                <a:lnTo>
                  <a:pt x="5404" y="806"/>
                </a:lnTo>
                <a:lnTo>
                  <a:pt x="5404" y="805"/>
                </a:lnTo>
                <a:lnTo>
                  <a:pt x="5405" y="805"/>
                </a:lnTo>
                <a:lnTo>
                  <a:pt x="5406" y="805"/>
                </a:lnTo>
                <a:lnTo>
                  <a:pt x="5406" y="806"/>
                </a:lnTo>
                <a:lnTo>
                  <a:pt x="5405" y="806"/>
                </a:lnTo>
                <a:lnTo>
                  <a:pt x="5405" y="807"/>
                </a:lnTo>
                <a:lnTo>
                  <a:pt x="5406" y="807"/>
                </a:lnTo>
                <a:lnTo>
                  <a:pt x="5406" y="808"/>
                </a:lnTo>
                <a:lnTo>
                  <a:pt x="5406" y="809"/>
                </a:lnTo>
                <a:lnTo>
                  <a:pt x="5405" y="809"/>
                </a:lnTo>
                <a:lnTo>
                  <a:pt x="5404" y="809"/>
                </a:lnTo>
                <a:lnTo>
                  <a:pt x="5403" y="809"/>
                </a:lnTo>
                <a:lnTo>
                  <a:pt x="5402" y="810"/>
                </a:lnTo>
                <a:lnTo>
                  <a:pt x="5402" y="811"/>
                </a:lnTo>
                <a:lnTo>
                  <a:pt x="5403" y="811"/>
                </a:lnTo>
                <a:lnTo>
                  <a:pt x="5404" y="811"/>
                </a:lnTo>
                <a:lnTo>
                  <a:pt x="5404" y="812"/>
                </a:lnTo>
                <a:lnTo>
                  <a:pt x="5405" y="812"/>
                </a:lnTo>
                <a:lnTo>
                  <a:pt x="5405" y="813"/>
                </a:lnTo>
                <a:lnTo>
                  <a:pt x="5404" y="813"/>
                </a:lnTo>
                <a:lnTo>
                  <a:pt x="5403" y="813"/>
                </a:lnTo>
                <a:lnTo>
                  <a:pt x="5403" y="812"/>
                </a:lnTo>
                <a:lnTo>
                  <a:pt x="5402" y="812"/>
                </a:lnTo>
                <a:lnTo>
                  <a:pt x="5401" y="812"/>
                </a:lnTo>
                <a:lnTo>
                  <a:pt x="5401" y="813"/>
                </a:lnTo>
                <a:lnTo>
                  <a:pt x="5401" y="814"/>
                </a:lnTo>
                <a:lnTo>
                  <a:pt x="5400" y="814"/>
                </a:lnTo>
                <a:lnTo>
                  <a:pt x="5400" y="813"/>
                </a:lnTo>
                <a:lnTo>
                  <a:pt x="5399" y="813"/>
                </a:lnTo>
                <a:lnTo>
                  <a:pt x="5400" y="813"/>
                </a:lnTo>
                <a:lnTo>
                  <a:pt x="5400" y="814"/>
                </a:lnTo>
                <a:lnTo>
                  <a:pt x="5399" y="815"/>
                </a:lnTo>
                <a:lnTo>
                  <a:pt x="5399" y="816"/>
                </a:lnTo>
                <a:lnTo>
                  <a:pt x="5400" y="816"/>
                </a:lnTo>
                <a:lnTo>
                  <a:pt x="5400" y="817"/>
                </a:lnTo>
                <a:lnTo>
                  <a:pt x="5400" y="818"/>
                </a:lnTo>
                <a:lnTo>
                  <a:pt x="5399" y="818"/>
                </a:lnTo>
                <a:lnTo>
                  <a:pt x="5398" y="818"/>
                </a:lnTo>
                <a:lnTo>
                  <a:pt x="5398" y="817"/>
                </a:lnTo>
                <a:lnTo>
                  <a:pt x="5397" y="817"/>
                </a:lnTo>
                <a:lnTo>
                  <a:pt x="5397" y="818"/>
                </a:lnTo>
                <a:lnTo>
                  <a:pt x="5396" y="818"/>
                </a:lnTo>
                <a:lnTo>
                  <a:pt x="5396" y="817"/>
                </a:lnTo>
                <a:lnTo>
                  <a:pt x="5395" y="817"/>
                </a:lnTo>
                <a:lnTo>
                  <a:pt x="5396" y="818"/>
                </a:lnTo>
                <a:lnTo>
                  <a:pt x="5395" y="818"/>
                </a:lnTo>
                <a:lnTo>
                  <a:pt x="5394" y="819"/>
                </a:lnTo>
                <a:lnTo>
                  <a:pt x="5394" y="818"/>
                </a:lnTo>
                <a:lnTo>
                  <a:pt x="5393" y="818"/>
                </a:lnTo>
                <a:lnTo>
                  <a:pt x="5394" y="818"/>
                </a:lnTo>
                <a:lnTo>
                  <a:pt x="5394" y="819"/>
                </a:lnTo>
                <a:lnTo>
                  <a:pt x="5393" y="819"/>
                </a:lnTo>
                <a:lnTo>
                  <a:pt x="5393" y="820"/>
                </a:lnTo>
                <a:lnTo>
                  <a:pt x="5393" y="819"/>
                </a:lnTo>
                <a:lnTo>
                  <a:pt x="5392" y="819"/>
                </a:lnTo>
                <a:lnTo>
                  <a:pt x="5392" y="820"/>
                </a:lnTo>
                <a:lnTo>
                  <a:pt x="5391" y="820"/>
                </a:lnTo>
                <a:lnTo>
                  <a:pt x="5390" y="820"/>
                </a:lnTo>
                <a:lnTo>
                  <a:pt x="5391" y="820"/>
                </a:lnTo>
                <a:lnTo>
                  <a:pt x="5390" y="820"/>
                </a:lnTo>
                <a:lnTo>
                  <a:pt x="5390" y="821"/>
                </a:lnTo>
                <a:lnTo>
                  <a:pt x="5389" y="821"/>
                </a:lnTo>
                <a:lnTo>
                  <a:pt x="5388" y="821"/>
                </a:lnTo>
                <a:lnTo>
                  <a:pt x="5389" y="821"/>
                </a:lnTo>
                <a:lnTo>
                  <a:pt x="5388" y="821"/>
                </a:lnTo>
                <a:lnTo>
                  <a:pt x="5387" y="821"/>
                </a:lnTo>
                <a:lnTo>
                  <a:pt x="5387" y="822"/>
                </a:lnTo>
                <a:lnTo>
                  <a:pt x="5386" y="822"/>
                </a:lnTo>
                <a:lnTo>
                  <a:pt x="5385" y="822"/>
                </a:lnTo>
                <a:lnTo>
                  <a:pt x="5385" y="823"/>
                </a:lnTo>
                <a:lnTo>
                  <a:pt x="5384" y="824"/>
                </a:lnTo>
                <a:lnTo>
                  <a:pt x="5384" y="823"/>
                </a:lnTo>
                <a:lnTo>
                  <a:pt x="5384" y="824"/>
                </a:lnTo>
                <a:lnTo>
                  <a:pt x="5384" y="823"/>
                </a:lnTo>
                <a:lnTo>
                  <a:pt x="5383" y="823"/>
                </a:lnTo>
                <a:lnTo>
                  <a:pt x="5383" y="824"/>
                </a:lnTo>
                <a:lnTo>
                  <a:pt x="5382" y="824"/>
                </a:lnTo>
                <a:lnTo>
                  <a:pt x="5381" y="824"/>
                </a:lnTo>
                <a:lnTo>
                  <a:pt x="5380" y="824"/>
                </a:lnTo>
                <a:lnTo>
                  <a:pt x="5381" y="824"/>
                </a:lnTo>
                <a:lnTo>
                  <a:pt x="5381" y="825"/>
                </a:lnTo>
                <a:lnTo>
                  <a:pt x="5380" y="825"/>
                </a:lnTo>
                <a:lnTo>
                  <a:pt x="5379" y="825"/>
                </a:lnTo>
                <a:lnTo>
                  <a:pt x="5379" y="826"/>
                </a:lnTo>
                <a:lnTo>
                  <a:pt x="5379" y="825"/>
                </a:lnTo>
                <a:lnTo>
                  <a:pt x="5380" y="825"/>
                </a:lnTo>
                <a:lnTo>
                  <a:pt x="5380" y="826"/>
                </a:lnTo>
                <a:lnTo>
                  <a:pt x="5379" y="826"/>
                </a:lnTo>
                <a:lnTo>
                  <a:pt x="5379" y="827"/>
                </a:lnTo>
                <a:lnTo>
                  <a:pt x="5378" y="827"/>
                </a:lnTo>
                <a:lnTo>
                  <a:pt x="5378" y="828"/>
                </a:lnTo>
                <a:lnTo>
                  <a:pt x="5379" y="828"/>
                </a:lnTo>
                <a:lnTo>
                  <a:pt x="5378" y="828"/>
                </a:lnTo>
                <a:lnTo>
                  <a:pt x="5377" y="828"/>
                </a:lnTo>
                <a:lnTo>
                  <a:pt x="5377" y="829"/>
                </a:lnTo>
                <a:lnTo>
                  <a:pt x="5378" y="829"/>
                </a:lnTo>
                <a:lnTo>
                  <a:pt x="5378" y="830"/>
                </a:lnTo>
                <a:lnTo>
                  <a:pt x="5377" y="829"/>
                </a:lnTo>
                <a:lnTo>
                  <a:pt x="5377" y="830"/>
                </a:lnTo>
                <a:lnTo>
                  <a:pt x="5376" y="831"/>
                </a:lnTo>
                <a:lnTo>
                  <a:pt x="5377" y="831"/>
                </a:lnTo>
                <a:lnTo>
                  <a:pt x="5378" y="831"/>
                </a:lnTo>
                <a:lnTo>
                  <a:pt x="5377" y="831"/>
                </a:lnTo>
                <a:lnTo>
                  <a:pt x="5377" y="832"/>
                </a:lnTo>
                <a:lnTo>
                  <a:pt x="5376" y="832"/>
                </a:lnTo>
                <a:lnTo>
                  <a:pt x="5375" y="832"/>
                </a:lnTo>
                <a:lnTo>
                  <a:pt x="5376" y="832"/>
                </a:lnTo>
                <a:lnTo>
                  <a:pt x="5375" y="832"/>
                </a:lnTo>
                <a:lnTo>
                  <a:pt x="5375" y="833"/>
                </a:lnTo>
                <a:lnTo>
                  <a:pt x="5375" y="834"/>
                </a:lnTo>
                <a:lnTo>
                  <a:pt x="5375" y="835"/>
                </a:lnTo>
                <a:lnTo>
                  <a:pt x="5374" y="835"/>
                </a:lnTo>
                <a:lnTo>
                  <a:pt x="5375" y="835"/>
                </a:lnTo>
                <a:lnTo>
                  <a:pt x="5375" y="836"/>
                </a:lnTo>
                <a:lnTo>
                  <a:pt x="5376" y="836"/>
                </a:lnTo>
                <a:lnTo>
                  <a:pt x="5375" y="836"/>
                </a:lnTo>
                <a:lnTo>
                  <a:pt x="5374" y="837"/>
                </a:lnTo>
                <a:lnTo>
                  <a:pt x="5375" y="837"/>
                </a:lnTo>
                <a:lnTo>
                  <a:pt x="5375" y="838"/>
                </a:lnTo>
                <a:lnTo>
                  <a:pt x="5375" y="839"/>
                </a:lnTo>
                <a:lnTo>
                  <a:pt x="5374" y="838"/>
                </a:lnTo>
                <a:lnTo>
                  <a:pt x="5374" y="839"/>
                </a:lnTo>
                <a:lnTo>
                  <a:pt x="5373" y="839"/>
                </a:lnTo>
                <a:lnTo>
                  <a:pt x="5373" y="840"/>
                </a:lnTo>
                <a:lnTo>
                  <a:pt x="5374" y="840"/>
                </a:lnTo>
                <a:lnTo>
                  <a:pt x="5373" y="840"/>
                </a:lnTo>
                <a:lnTo>
                  <a:pt x="5373" y="841"/>
                </a:lnTo>
                <a:lnTo>
                  <a:pt x="5374" y="841"/>
                </a:lnTo>
                <a:lnTo>
                  <a:pt x="5374" y="842"/>
                </a:lnTo>
                <a:lnTo>
                  <a:pt x="5373" y="842"/>
                </a:lnTo>
                <a:lnTo>
                  <a:pt x="5373" y="843"/>
                </a:lnTo>
                <a:lnTo>
                  <a:pt x="5372" y="843"/>
                </a:lnTo>
                <a:lnTo>
                  <a:pt x="5372" y="844"/>
                </a:lnTo>
                <a:lnTo>
                  <a:pt x="5373" y="844"/>
                </a:lnTo>
                <a:lnTo>
                  <a:pt x="5373" y="845"/>
                </a:lnTo>
                <a:lnTo>
                  <a:pt x="5372" y="845"/>
                </a:lnTo>
                <a:lnTo>
                  <a:pt x="5371" y="845"/>
                </a:lnTo>
                <a:lnTo>
                  <a:pt x="5372" y="845"/>
                </a:lnTo>
                <a:lnTo>
                  <a:pt x="5372" y="846"/>
                </a:lnTo>
                <a:lnTo>
                  <a:pt x="5371" y="846"/>
                </a:lnTo>
                <a:lnTo>
                  <a:pt x="5371" y="847"/>
                </a:lnTo>
                <a:lnTo>
                  <a:pt x="5371" y="846"/>
                </a:lnTo>
                <a:lnTo>
                  <a:pt x="5372" y="846"/>
                </a:lnTo>
                <a:lnTo>
                  <a:pt x="5372" y="847"/>
                </a:lnTo>
                <a:lnTo>
                  <a:pt x="5371" y="847"/>
                </a:lnTo>
                <a:lnTo>
                  <a:pt x="5371" y="848"/>
                </a:lnTo>
                <a:lnTo>
                  <a:pt x="5372" y="848"/>
                </a:lnTo>
                <a:lnTo>
                  <a:pt x="5371" y="848"/>
                </a:lnTo>
                <a:lnTo>
                  <a:pt x="5371" y="849"/>
                </a:lnTo>
                <a:lnTo>
                  <a:pt x="5371" y="848"/>
                </a:lnTo>
                <a:lnTo>
                  <a:pt x="5372" y="848"/>
                </a:lnTo>
                <a:lnTo>
                  <a:pt x="5372" y="849"/>
                </a:lnTo>
                <a:lnTo>
                  <a:pt x="5371" y="849"/>
                </a:lnTo>
                <a:lnTo>
                  <a:pt x="5371" y="850"/>
                </a:lnTo>
                <a:lnTo>
                  <a:pt x="5370" y="850"/>
                </a:lnTo>
                <a:lnTo>
                  <a:pt x="5371" y="851"/>
                </a:lnTo>
                <a:lnTo>
                  <a:pt x="5371" y="850"/>
                </a:lnTo>
                <a:lnTo>
                  <a:pt x="5372" y="850"/>
                </a:lnTo>
                <a:lnTo>
                  <a:pt x="5372" y="851"/>
                </a:lnTo>
                <a:lnTo>
                  <a:pt x="5371" y="851"/>
                </a:lnTo>
                <a:lnTo>
                  <a:pt x="5372" y="851"/>
                </a:lnTo>
                <a:lnTo>
                  <a:pt x="5371" y="851"/>
                </a:lnTo>
                <a:lnTo>
                  <a:pt x="5370" y="851"/>
                </a:lnTo>
                <a:lnTo>
                  <a:pt x="5371" y="851"/>
                </a:lnTo>
                <a:lnTo>
                  <a:pt x="5371" y="852"/>
                </a:lnTo>
                <a:lnTo>
                  <a:pt x="5372" y="852"/>
                </a:lnTo>
                <a:lnTo>
                  <a:pt x="5371" y="852"/>
                </a:lnTo>
                <a:lnTo>
                  <a:pt x="5372" y="852"/>
                </a:lnTo>
                <a:lnTo>
                  <a:pt x="5372" y="853"/>
                </a:lnTo>
                <a:lnTo>
                  <a:pt x="5372" y="852"/>
                </a:lnTo>
                <a:lnTo>
                  <a:pt x="5372" y="853"/>
                </a:lnTo>
                <a:lnTo>
                  <a:pt x="5373" y="853"/>
                </a:lnTo>
                <a:lnTo>
                  <a:pt x="5372" y="853"/>
                </a:lnTo>
                <a:lnTo>
                  <a:pt x="5373" y="853"/>
                </a:lnTo>
                <a:lnTo>
                  <a:pt x="5373" y="854"/>
                </a:lnTo>
                <a:lnTo>
                  <a:pt x="5373" y="855"/>
                </a:lnTo>
                <a:lnTo>
                  <a:pt x="5374" y="855"/>
                </a:lnTo>
                <a:lnTo>
                  <a:pt x="5373" y="855"/>
                </a:lnTo>
                <a:lnTo>
                  <a:pt x="5374" y="855"/>
                </a:lnTo>
                <a:lnTo>
                  <a:pt x="5374" y="856"/>
                </a:lnTo>
                <a:lnTo>
                  <a:pt x="5373" y="856"/>
                </a:lnTo>
                <a:lnTo>
                  <a:pt x="5374" y="856"/>
                </a:lnTo>
                <a:lnTo>
                  <a:pt x="5374" y="857"/>
                </a:lnTo>
                <a:lnTo>
                  <a:pt x="5374" y="858"/>
                </a:lnTo>
                <a:lnTo>
                  <a:pt x="5374" y="859"/>
                </a:lnTo>
                <a:lnTo>
                  <a:pt x="5374" y="860"/>
                </a:lnTo>
                <a:lnTo>
                  <a:pt x="5374" y="861"/>
                </a:lnTo>
                <a:lnTo>
                  <a:pt x="5375" y="861"/>
                </a:lnTo>
                <a:lnTo>
                  <a:pt x="5374" y="861"/>
                </a:lnTo>
                <a:lnTo>
                  <a:pt x="5374" y="862"/>
                </a:lnTo>
                <a:lnTo>
                  <a:pt x="5373" y="862"/>
                </a:lnTo>
                <a:lnTo>
                  <a:pt x="5374" y="862"/>
                </a:lnTo>
                <a:lnTo>
                  <a:pt x="5374" y="863"/>
                </a:lnTo>
                <a:lnTo>
                  <a:pt x="5374" y="862"/>
                </a:lnTo>
                <a:lnTo>
                  <a:pt x="5375" y="862"/>
                </a:lnTo>
                <a:lnTo>
                  <a:pt x="5374" y="862"/>
                </a:lnTo>
                <a:lnTo>
                  <a:pt x="5374" y="863"/>
                </a:lnTo>
                <a:lnTo>
                  <a:pt x="5374" y="862"/>
                </a:lnTo>
                <a:lnTo>
                  <a:pt x="5375" y="862"/>
                </a:lnTo>
                <a:lnTo>
                  <a:pt x="5375" y="863"/>
                </a:lnTo>
                <a:lnTo>
                  <a:pt x="5374" y="863"/>
                </a:lnTo>
                <a:lnTo>
                  <a:pt x="5375" y="863"/>
                </a:lnTo>
                <a:lnTo>
                  <a:pt x="5374" y="863"/>
                </a:lnTo>
                <a:lnTo>
                  <a:pt x="5374" y="864"/>
                </a:lnTo>
                <a:lnTo>
                  <a:pt x="5374" y="863"/>
                </a:lnTo>
                <a:lnTo>
                  <a:pt x="5373" y="863"/>
                </a:lnTo>
                <a:lnTo>
                  <a:pt x="5372" y="863"/>
                </a:lnTo>
                <a:lnTo>
                  <a:pt x="5373" y="863"/>
                </a:lnTo>
                <a:lnTo>
                  <a:pt x="5373" y="864"/>
                </a:lnTo>
                <a:lnTo>
                  <a:pt x="5372" y="864"/>
                </a:lnTo>
                <a:lnTo>
                  <a:pt x="5371" y="864"/>
                </a:lnTo>
                <a:lnTo>
                  <a:pt x="5372" y="864"/>
                </a:lnTo>
                <a:lnTo>
                  <a:pt x="5372" y="865"/>
                </a:lnTo>
                <a:lnTo>
                  <a:pt x="5371" y="865"/>
                </a:lnTo>
                <a:lnTo>
                  <a:pt x="5371" y="864"/>
                </a:lnTo>
                <a:lnTo>
                  <a:pt x="5371" y="865"/>
                </a:lnTo>
                <a:lnTo>
                  <a:pt x="5371" y="866"/>
                </a:lnTo>
                <a:lnTo>
                  <a:pt x="5371" y="865"/>
                </a:lnTo>
                <a:lnTo>
                  <a:pt x="5370" y="865"/>
                </a:lnTo>
                <a:lnTo>
                  <a:pt x="5370" y="866"/>
                </a:lnTo>
                <a:lnTo>
                  <a:pt x="5369" y="866"/>
                </a:lnTo>
                <a:lnTo>
                  <a:pt x="5369" y="867"/>
                </a:lnTo>
                <a:lnTo>
                  <a:pt x="5369" y="866"/>
                </a:lnTo>
                <a:lnTo>
                  <a:pt x="5368" y="866"/>
                </a:lnTo>
                <a:lnTo>
                  <a:pt x="5368" y="867"/>
                </a:lnTo>
                <a:lnTo>
                  <a:pt x="5368" y="868"/>
                </a:lnTo>
                <a:lnTo>
                  <a:pt x="5368" y="867"/>
                </a:lnTo>
                <a:lnTo>
                  <a:pt x="5367" y="867"/>
                </a:lnTo>
                <a:lnTo>
                  <a:pt x="5367" y="868"/>
                </a:lnTo>
                <a:lnTo>
                  <a:pt x="5366" y="868"/>
                </a:lnTo>
                <a:lnTo>
                  <a:pt x="5366" y="869"/>
                </a:lnTo>
                <a:lnTo>
                  <a:pt x="5366" y="870"/>
                </a:lnTo>
                <a:lnTo>
                  <a:pt x="5366" y="871"/>
                </a:lnTo>
                <a:lnTo>
                  <a:pt x="5365" y="871"/>
                </a:lnTo>
                <a:lnTo>
                  <a:pt x="5364" y="871"/>
                </a:lnTo>
                <a:lnTo>
                  <a:pt x="5363" y="871"/>
                </a:lnTo>
                <a:lnTo>
                  <a:pt x="5363" y="872"/>
                </a:lnTo>
                <a:lnTo>
                  <a:pt x="5362" y="872"/>
                </a:lnTo>
                <a:lnTo>
                  <a:pt x="5361" y="872"/>
                </a:lnTo>
                <a:lnTo>
                  <a:pt x="5360" y="872"/>
                </a:lnTo>
                <a:lnTo>
                  <a:pt x="5360" y="873"/>
                </a:lnTo>
                <a:lnTo>
                  <a:pt x="5361" y="873"/>
                </a:lnTo>
                <a:lnTo>
                  <a:pt x="5360" y="874"/>
                </a:lnTo>
                <a:lnTo>
                  <a:pt x="5359" y="874"/>
                </a:lnTo>
                <a:lnTo>
                  <a:pt x="5359" y="873"/>
                </a:lnTo>
                <a:lnTo>
                  <a:pt x="5358" y="873"/>
                </a:lnTo>
                <a:lnTo>
                  <a:pt x="5358" y="874"/>
                </a:lnTo>
                <a:lnTo>
                  <a:pt x="5358" y="875"/>
                </a:lnTo>
                <a:lnTo>
                  <a:pt x="5358" y="874"/>
                </a:lnTo>
                <a:lnTo>
                  <a:pt x="5357" y="874"/>
                </a:lnTo>
                <a:lnTo>
                  <a:pt x="5357" y="873"/>
                </a:lnTo>
                <a:lnTo>
                  <a:pt x="5356" y="873"/>
                </a:lnTo>
                <a:lnTo>
                  <a:pt x="5355" y="873"/>
                </a:lnTo>
                <a:lnTo>
                  <a:pt x="5355" y="872"/>
                </a:lnTo>
                <a:lnTo>
                  <a:pt x="5354" y="873"/>
                </a:lnTo>
                <a:lnTo>
                  <a:pt x="5354" y="872"/>
                </a:lnTo>
                <a:lnTo>
                  <a:pt x="5353" y="872"/>
                </a:lnTo>
                <a:lnTo>
                  <a:pt x="5352" y="872"/>
                </a:lnTo>
                <a:lnTo>
                  <a:pt x="5352" y="871"/>
                </a:lnTo>
                <a:lnTo>
                  <a:pt x="5351" y="871"/>
                </a:lnTo>
                <a:lnTo>
                  <a:pt x="5352" y="871"/>
                </a:lnTo>
                <a:lnTo>
                  <a:pt x="5351" y="871"/>
                </a:lnTo>
                <a:lnTo>
                  <a:pt x="5351" y="870"/>
                </a:lnTo>
                <a:lnTo>
                  <a:pt x="5350" y="870"/>
                </a:lnTo>
                <a:lnTo>
                  <a:pt x="5349" y="870"/>
                </a:lnTo>
                <a:lnTo>
                  <a:pt x="5273" y="850"/>
                </a:lnTo>
                <a:lnTo>
                  <a:pt x="5272" y="850"/>
                </a:lnTo>
                <a:lnTo>
                  <a:pt x="5272" y="849"/>
                </a:lnTo>
                <a:lnTo>
                  <a:pt x="5271" y="849"/>
                </a:lnTo>
                <a:lnTo>
                  <a:pt x="5271" y="848"/>
                </a:lnTo>
                <a:lnTo>
                  <a:pt x="5270" y="848"/>
                </a:lnTo>
                <a:lnTo>
                  <a:pt x="5269" y="848"/>
                </a:lnTo>
                <a:lnTo>
                  <a:pt x="5268" y="848"/>
                </a:lnTo>
                <a:lnTo>
                  <a:pt x="5267" y="847"/>
                </a:lnTo>
                <a:lnTo>
                  <a:pt x="5266" y="847"/>
                </a:lnTo>
                <a:lnTo>
                  <a:pt x="5266" y="846"/>
                </a:lnTo>
                <a:lnTo>
                  <a:pt x="5265" y="845"/>
                </a:lnTo>
                <a:lnTo>
                  <a:pt x="5265" y="843"/>
                </a:lnTo>
                <a:lnTo>
                  <a:pt x="5265" y="842"/>
                </a:lnTo>
                <a:lnTo>
                  <a:pt x="5262" y="841"/>
                </a:lnTo>
                <a:lnTo>
                  <a:pt x="5261" y="841"/>
                </a:lnTo>
                <a:lnTo>
                  <a:pt x="5260" y="841"/>
                </a:lnTo>
                <a:lnTo>
                  <a:pt x="5260" y="842"/>
                </a:lnTo>
                <a:lnTo>
                  <a:pt x="5260" y="843"/>
                </a:lnTo>
                <a:lnTo>
                  <a:pt x="5258" y="844"/>
                </a:lnTo>
                <a:lnTo>
                  <a:pt x="5257" y="844"/>
                </a:lnTo>
                <a:lnTo>
                  <a:pt x="5257" y="845"/>
                </a:lnTo>
                <a:lnTo>
                  <a:pt x="5257" y="846"/>
                </a:lnTo>
                <a:lnTo>
                  <a:pt x="5256" y="846"/>
                </a:lnTo>
                <a:lnTo>
                  <a:pt x="5255" y="848"/>
                </a:lnTo>
                <a:lnTo>
                  <a:pt x="5254" y="849"/>
                </a:lnTo>
                <a:lnTo>
                  <a:pt x="5253" y="850"/>
                </a:lnTo>
                <a:lnTo>
                  <a:pt x="5253" y="851"/>
                </a:lnTo>
                <a:lnTo>
                  <a:pt x="5253" y="852"/>
                </a:lnTo>
                <a:lnTo>
                  <a:pt x="5253" y="853"/>
                </a:lnTo>
                <a:lnTo>
                  <a:pt x="5253" y="854"/>
                </a:lnTo>
                <a:lnTo>
                  <a:pt x="5251" y="854"/>
                </a:lnTo>
                <a:lnTo>
                  <a:pt x="5250" y="854"/>
                </a:lnTo>
                <a:lnTo>
                  <a:pt x="5249" y="853"/>
                </a:lnTo>
                <a:lnTo>
                  <a:pt x="5248" y="853"/>
                </a:lnTo>
                <a:lnTo>
                  <a:pt x="5247" y="853"/>
                </a:lnTo>
                <a:lnTo>
                  <a:pt x="5246" y="853"/>
                </a:lnTo>
                <a:lnTo>
                  <a:pt x="5245" y="854"/>
                </a:lnTo>
                <a:lnTo>
                  <a:pt x="5244" y="854"/>
                </a:lnTo>
                <a:lnTo>
                  <a:pt x="5243" y="854"/>
                </a:lnTo>
                <a:lnTo>
                  <a:pt x="5242" y="856"/>
                </a:lnTo>
                <a:lnTo>
                  <a:pt x="5241" y="858"/>
                </a:lnTo>
                <a:lnTo>
                  <a:pt x="5240" y="860"/>
                </a:lnTo>
                <a:lnTo>
                  <a:pt x="5241" y="860"/>
                </a:lnTo>
                <a:lnTo>
                  <a:pt x="5242" y="861"/>
                </a:lnTo>
                <a:lnTo>
                  <a:pt x="5244" y="861"/>
                </a:lnTo>
                <a:lnTo>
                  <a:pt x="5244" y="862"/>
                </a:lnTo>
                <a:lnTo>
                  <a:pt x="5244" y="863"/>
                </a:lnTo>
                <a:lnTo>
                  <a:pt x="5244" y="864"/>
                </a:lnTo>
                <a:lnTo>
                  <a:pt x="5243" y="864"/>
                </a:lnTo>
                <a:lnTo>
                  <a:pt x="5243" y="865"/>
                </a:lnTo>
                <a:lnTo>
                  <a:pt x="5242" y="866"/>
                </a:lnTo>
                <a:lnTo>
                  <a:pt x="5239" y="867"/>
                </a:lnTo>
                <a:lnTo>
                  <a:pt x="5238" y="869"/>
                </a:lnTo>
                <a:lnTo>
                  <a:pt x="5237" y="870"/>
                </a:lnTo>
                <a:lnTo>
                  <a:pt x="5236" y="870"/>
                </a:lnTo>
                <a:lnTo>
                  <a:pt x="5234" y="871"/>
                </a:lnTo>
                <a:lnTo>
                  <a:pt x="5233" y="871"/>
                </a:lnTo>
                <a:lnTo>
                  <a:pt x="5233" y="872"/>
                </a:lnTo>
                <a:lnTo>
                  <a:pt x="5232" y="872"/>
                </a:lnTo>
                <a:lnTo>
                  <a:pt x="5232" y="873"/>
                </a:lnTo>
                <a:lnTo>
                  <a:pt x="5231" y="874"/>
                </a:lnTo>
                <a:lnTo>
                  <a:pt x="5230" y="874"/>
                </a:lnTo>
                <a:lnTo>
                  <a:pt x="5229" y="875"/>
                </a:lnTo>
                <a:lnTo>
                  <a:pt x="5228" y="875"/>
                </a:lnTo>
                <a:lnTo>
                  <a:pt x="5227" y="876"/>
                </a:lnTo>
                <a:lnTo>
                  <a:pt x="5226" y="876"/>
                </a:lnTo>
                <a:lnTo>
                  <a:pt x="5225" y="876"/>
                </a:lnTo>
                <a:lnTo>
                  <a:pt x="5225" y="877"/>
                </a:lnTo>
                <a:lnTo>
                  <a:pt x="5225" y="878"/>
                </a:lnTo>
                <a:lnTo>
                  <a:pt x="5226" y="878"/>
                </a:lnTo>
                <a:lnTo>
                  <a:pt x="5227" y="879"/>
                </a:lnTo>
                <a:lnTo>
                  <a:pt x="5226" y="879"/>
                </a:lnTo>
                <a:lnTo>
                  <a:pt x="5226" y="880"/>
                </a:lnTo>
                <a:lnTo>
                  <a:pt x="5224" y="880"/>
                </a:lnTo>
                <a:lnTo>
                  <a:pt x="5223" y="880"/>
                </a:lnTo>
                <a:lnTo>
                  <a:pt x="5222" y="879"/>
                </a:lnTo>
                <a:lnTo>
                  <a:pt x="5221" y="879"/>
                </a:lnTo>
                <a:lnTo>
                  <a:pt x="5220" y="879"/>
                </a:lnTo>
                <a:lnTo>
                  <a:pt x="5219" y="878"/>
                </a:lnTo>
                <a:lnTo>
                  <a:pt x="5218" y="878"/>
                </a:lnTo>
                <a:lnTo>
                  <a:pt x="5217" y="878"/>
                </a:lnTo>
                <a:lnTo>
                  <a:pt x="5216" y="878"/>
                </a:lnTo>
                <a:lnTo>
                  <a:pt x="5215" y="878"/>
                </a:lnTo>
                <a:lnTo>
                  <a:pt x="5214" y="878"/>
                </a:lnTo>
                <a:lnTo>
                  <a:pt x="5214" y="877"/>
                </a:lnTo>
                <a:lnTo>
                  <a:pt x="5213" y="878"/>
                </a:lnTo>
                <a:lnTo>
                  <a:pt x="5212" y="879"/>
                </a:lnTo>
                <a:lnTo>
                  <a:pt x="5211" y="880"/>
                </a:lnTo>
                <a:lnTo>
                  <a:pt x="5210" y="880"/>
                </a:lnTo>
                <a:lnTo>
                  <a:pt x="5209" y="880"/>
                </a:lnTo>
                <a:lnTo>
                  <a:pt x="5209" y="881"/>
                </a:lnTo>
                <a:lnTo>
                  <a:pt x="5209" y="882"/>
                </a:lnTo>
                <a:lnTo>
                  <a:pt x="5209" y="883"/>
                </a:lnTo>
                <a:lnTo>
                  <a:pt x="5208" y="883"/>
                </a:lnTo>
                <a:lnTo>
                  <a:pt x="5207" y="884"/>
                </a:lnTo>
                <a:lnTo>
                  <a:pt x="5206" y="884"/>
                </a:lnTo>
                <a:lnTo>
                  <a:pt x="5205" y="883"/>
                </a:lnTo>
                <a:lnTo>
                  <a:pt x="5204" y="884"/>
                </a:lnTo>
                <a:lnTo>
                  <a:pt x="5203" y="884"/>
                </a:lnTo>
                <a:lnTo>
                  <a:pt x="5202" y="885"/>
                </a:lnTo>
                <a:lnTo>
                  <a:pt x="5201" y="885"/>
                </a:lnTo>
                <a:lnTo>
                  <a:pt x="5200" y="884"/>
                </a:lnTo>
                <a:lnTo>
                  <a:pt x="5199" y="883"/>
                </a:lnTo>
                <a:lnTo>
                  <a:pt x="5198" y="883"/>
                </a:lnTo>
                <a:lnTo>
                  <a:pt x="5197" y="883"/>
                </a:lnTo>
                <a:lnTo>
                  <a:pt x="5196" y="883"/>
                </a:lnTo>
                <a:lnTo>
                  <a:pt x="5196" y="882"/>
                </a:lnTo>
                <a:lnTo>
                  <a:pt x="5195" y="882"/>
                </a:lnTo>
                <a:lnTo>
                  <a:pt x="5194" y="882"/>
                </a:lnTo>
                <a:lnTo>
                  <a:pt x="5193" y="883"/>
                </a:lnTo>
                <a:lnTo>
                  <a:pt x="5192" y="883"/>
                </a:lnTo>
                <a:lnTo>
                  <a:pt x="5191" y="883"/>
                </a:lnTo>
                <a:lnTo>
                  <a:pt x="5190" y="883"/>
                </a:lnTo>
                <a:lnTo>
                  <a:pt x="5189" y="884"/>
                </a:lnTo>
                <a:lnTo>
                  <a:pt x="5189" y="885"/>
                </a:lnTo>
                <a:lnTo>
                  <a:pt x="5190" y="886"/>
                </a:lnTo>
                <a:lnTo>
                  <a:pt x="5191" y="887"/>
                </a:lnTo>
                <a:lnTo>
                  <a:pt x="5190" y="887"/>
                </a:lnTo>
                <a:lnTo>
                  <a:pt x="5190" y="888"/>
                </a:lnTo>
                <a:lnTo>
                  <a:pt x="5189" y="887"/>
                </a:lnTo>
                <a:lnTo>
                  <a:pt x="5189" y="888"/>
                </a:lnTo>
                <a:lnTo>
                  <a:pt x="5187" y="889"/>
                </a:lnTo>
                <a:lnTo>
                  <a:pt x="5186" y="889"/>
                </a:lnTo>
                <a:lnTo>
                  <a:pt x="5185" y="889"/>
                </a:lnTo>
                <a:lnTo>
                  <a:pt x="5184" y="889"/>
                </a:lnTo>
                <a:lnTo>
                  <a:pt x="5183" y="890"/>
                </a:lnTo>
                <a:lnTo>
                  <a:pt x="5181" y="890"/>
                </a:lnTo>
                <a:lnTo>
                  <a:pt x="5180" y="890"/>
                </a:lnTo>
                <a:lnTo>
                  <a:pt x="5179" y="891"/>
                </a:lnTo>
                <a:lnTo>
                  <a:pt x="5178" y="892"/>
                </a:lnTo>
                <a:lnTo>
                  <a:pt x="5178" y="893"/>
                </a:lnTo>
                <a:lnTo>
                  <a:pt x="5178" y="895"/>
                </a:lnTo>
                <a:lnTo>
                  <a:pt x="5179" y="895"/>
                </a:lnTo>
                <a:lnTo>
                  <a:pt x="5180" y="895"/>
                </a:lnTo>
                <a:lnTo>
                  <a:pt x="5181" y="895"/>
                </a:lnTo>
                <a:lnTo>
                  <a:pt x="5182" y="895"/>
                </a:lnTo>
                <a:lnTo>
                  <a:pt x="5183" y="896"/>
                </a:lnTo>
                <a:lnTo>
                  <a:pt x="5183" y="897"/>
                </a:lnTo>
                <a:lnTo>
                  <a:pt x="5183" y="898"/>
                </a:lnTo>
                <a:lnTo>
                  <a:pt x="5183" y="899"/>
                </a:lnTo>
                <a:lnTo>
                  <a:pt x="5184" y="899"/>
                </a:lnTo>
                <a:lnTo>
                  <a:pt x="5185" y="899"/>
                </a:lnTo>
                <a:lnTo>
                  <a:pt x="5187" y="899"/>
                </a:lnTo>
                <a:lnTo>
                  <a:pt x="5188" y="900"/>
                </a:lnTo>
                <a:lnTo>
                  <a:pt x="5188" y="902"/>
                </a:lnTo>
                <a:lnTo>
                  <a:pt x="5190" y="902"/>
                </a:lnTo>
                <a:lnTo>
                  <a:pt x="5190" y="903"/>
                </a:lnTo>
                <a:lnTo>
                  <a:pt x="5190" y="905"/>
                </a:lnTo>
                <a:lnTo>
                  <a:pt x="5191" y="906"/>
                </a:lnTo>
                <a:lnTo>
                  <a:pt x="5195" y="919"/>
                </a:lnTo>
                <a:lnTo>
                  <a:pt x="5196" y="924"/>
                </a:lnTo>
                <a:lnTo>
                  <a:pt x="5202" y="948"/>
                </a:lnTo>
                <a:lnTo>
                  <a:pt x="5209" y="974"/>
                </a:lnTo>
                <a:lnTo>
                  <a:pt x="5208" y="974"/>
                </a:lnTo>
                <a:lnTo>
                  <a:pt x="5208" y="975"/>
                </a:lnTo>
                <a:lnTo>
                  <a:pt x="5207" y="975"/>
                </a:lnTo>
                <a:lnTo>
                  <a:pt x="5206" y="975"/>
                </a:lnTo>
                <a:lnTo>
                  <a:pt x="5206" y="976"/>
                </a:lnTo>
                <a:lnTo>
                  <a:pt x="5205" y="978"/>
                </a:lnTo>
                <a:lnTo>
                  <a:pt x="5205" y="979"/>
                </a:lnTo>
                <a:lnTo>
                  <a:pt x="5205" y="980"/>
                </a:lnTo>
                <a:lnTo>
                  <a:pt x="5204" y="980"/>
                </a:lnTo>
                <a:lnTo>
                  <a:pt x="5204" y="981"/>
                </a:lnTo>
                <a:lnTo>
                  <a:pt x="5204" y="982"/>
                </a:lnTo>
                <a:lnTo>
                  <a:pt x="5204" y="983"/>
                </a:lnTo>
                <a:lnTo>
                  <a:pt x="5204" y="984"/>
                </a:lnTo>
                <a:lnTo>
                  <a:pt x="5205" y="984"/>
                </a:lnTo>
                <a:lnTo>
                  <a:pt x="5206" y="984"/>
                </a:lnTo>
                <a:lnTo>
                  <a:pt x="5206" y="985"/>
                </a:lnTo>
                <a:lnTo>
                  <a:pt x="5206" y="986"/>
                </a:lnTo>
                <a:lnTo>
                  <a:pt x="5205" y="988"/>
                </a:lnTo>
                <a:lnTo>
                  <a:pt x="5205" y="990"/>
                </a:lnTo>
                <a:lnTo>
                  <a:pt x="5204" y="990"/>
                </a:lnTo>
                <a:lnTo>
                  <a:pt x="5203" y="990"/>
                </a:lnTo>
                <a:lnTo>
                  <a:pt x="5203" y="991"/>
                </a:lnTo>
                <a:lnTo>
                  <a:pt x="5203" y="992"/>
                </a:lnTo>
                <a:lnTo>
                  <a:pt x="5203" y="993"/>
                </a:lnTo>
                <a:lnTo>
                  <a:pt x="5203" y="994"/>
                </a:lnTo>
                <a:lnTo>
                  <a:pt x="5202" y="994"/>
                </a:lnTo>
                <a:lnTo>
                  <a:pt x="5202" y="995"/>
                </a:lnTo>
                <a:lnTo>
                  <a:pt x="5201" y="996"/>
                </a:lnTo>
                <a:lnTo>
                  <a:pt x="5202" y="997"/>
                </a:lnTo>
                <a:lnTo>
                  <a:pt x="5202" y="998"/>
                </a:lnTo>
                <a:lnTo>
                  <a:pt x="5202" y="999"/>
                </a:lnTo>
                <a:lnTo>
                  <a:pt x="5201" y="999"/>
                </a:lnTo>
                <a:lnTo>
                  <a:pt x="5201" y="1000"/>
                </a:lnTo>
                <a:lnTo>
                  <a:pt x="5202" y="1000"/>
                </a:lnTo>
                <a:lnTo>
                  <a:pt x="5201" y="1000"/>
                </a:lnTo>
                <a:lnTo>
                  <a:pt x="5201" y="1001"/>
                </a:lnTo>
                <a:lnTo>
                  <a:pt x="5201" y="1002"/>
                </a:lnTo>
                <a:lnTo>
                  <a:pt x="5202" y="1002"/>
                </a:lnTo>
                <a:lnTo>
                  <a:pt x="5202" y="1003"/>
                </a:lnTo>
                <a:lnTo>
                  <a:pt x="5202" y="1004"/>
                </a:lnTo>
                <a:lnTo>
                  <a:pt x="5202" y="1005"/>
                </a:lnTo>
                <a:lnTo>
                  <a:pt x="5203" y="1005"/>
                </a:lnTo>
                <a:lnTo>
                  <a:pt x="5202" y="1006"/>
                </a:lnTo>
                <a:lnTo>
                  <a:pt x="5201" y="1006"/>
                </a:lnTo>
                <a:lnTo>
                  <a:pt x="5201" y="1007"/>
                </a:lnTo>
                <a:lnTo>
                  <a:pt x="5202" y="1007"/>
                </a:lnTo>
                <a:lnTo>
                  <a:pt x="5202" y="1008"/>
                </a:lnTo>
                <a:lnTo>
                  <a:pt x="5202" y="1009"/>
                </a:lnTo>
                <a:lnTo>
                  <a:pt x="5201" y="1009"/>
                </a:lnTo>
                <a:lnTo>
                  <a:pt x="5201" y="1011"/>
                </a:lnTo>
                <a:lnTo>
                  <a:pt x="5202" y="1011"/>
                </a:lnTo>
                <a:lnTo>
                  <a:pt x="5203" y="1012"/>
                </a:lnTo>
                <a:lnTo>
                  <a:pt x="5203" y="1013"/>
                </a:lnTo>
                <a:lnTo>
                  <a:pt x="5203" y="1014"/>
                </a:lnTo>
                <a:lnTo>
                  <a:pt x="5203" y="1015"/>
                </a:lnTo>
                <a:lnTo>
                  <a:pt x="5203" y="1016"/>
                </a:lnTo>
                <a:lnTo>
                  <a:pt x="5202" y="1016"/>
                </a:lnTo>
                <a:lnTo>
                  <a:pt x="5202" y="1017"/>
                </a:lnTo>
                <a:lnTo>
                  <a:pt x="5202" y="1018"/>
                </a:lnTo>
                <a:lnTo>
                  <a:pt x="5201" y="1018"/>
                </a:lnTo>
                <a:lnTo>
                  <a:pt x="5202" y="1018"/>
                </a:lnTo>
                <a:lnTo>
                  <a:pt x="5202" y="1019"/>
                </a:lnTo>
                <a:lnTo>
                  <a:pt x="5203" y="1019"/>
                </a:lnTo>
                <a:lnTo>
                  <a:pt x="5204" y="1019"/>
                </a:lnTo>
                <a:lnTo>
                  <a:pt x="5204" y="1020"/>
                </a:lnTo>
                <a:lnTo>
                  <a:pt x="5203" y="1020"/>
                </a:lnTo>
                <a:lnTo>
                  <a:pt x="5203" y="1021"/>
                </a:lnTo>
                <a:lnTo>
                  <a:pt x="5202" y="1021"/>
                </a:lnTo>
                <a:lnTo>
                  <a:pt x="5202" y="1020"/>
                </a:lnTo>
                <a:lnTo>
                  <a:pt x="5201" y="1020"/>
                </a:lnTo>
                <a:lnTo>
                  <a:pt x="5200" y="1021"/>
                </a:lnTo>
                <a:lnTo>
                  <a:pt x="5200" y="1022"/>
                </a:lnTo>
                <a:lnTo>
                  <a:pt x="5201" y="1022"/>
                </a:lnTo>
                <a:lnTo>
                  <a:pt x="5201" y="1023"/>
                </a:lnTo>
                <a:lnTo>
                  <a:pt x="5201" y="1024"/>
                </a:lnTo>
                <a:lnTo>
                  <a:pt x="5200" y="1024"/>
                </a:lnTo>
                <a:lnTo>
                  <a:pt x="5200" y="1023"/>
                </a:lnTo>
                <a:lnTo>
                  <a:pt x="5199" y="1023"/>
                </a:lnTo>
                <a:lnTo>
                  <a:pt x="5199" y="1024"/>
                </a:lnTo>
                <a:lnTo>
                  <a:pt x="5200" y="1024"/>
                </a:lnTo>
                <a:lnTo>
                  <a:pt x="5200" y="1025"/>
                </a:lnTo>
                <a:lnTo>
                  <a:pt x="5200" y="1026"/>
                </a:lnTo>
                <a:lnTo>
                  <a:pt x="5200" y="1027"/>
                </a:lnTo>
                <a:lnTo>
                  <a:pt x="5201" y="1027"/>
                </a:lnTo>
                <a:lnTo>
                  <a:pt x="5202" y="1028"/>
                </a:lnTo>
                <a:lnTo>
                  <a:pt x="5203" y="1028"/>
                </a:lnTo>
                <a:lnTo>
                  <a:pt x="5204" y="1029"/>
                </a:lnTo>
                <a:lnTo>
                  <a:pt x="5205" y="1029"/>
                </a:lnTo>
                <a:lnTo>
                  <a:pt x="5205" y="1030"/>
                </a:lnTo>
                <a:lnTo>
                  <a:pt x="5206" y="1030"/>
                </a:lnTo>
                <a:lnTo>
                  <a:pt x="5207" y="1030"/>
                </a:lnTo>
                <a:lnTo>
                  <a:pt x="5208" y="1030"/>
                </a:lnTo>
                <a:lnTo>
                  <a:pt x="5209" y="1030"/>
                </a:lnTo>
                <a:lnTo>
                  <a:pt x="5210" y="1030"/>
                </a:lnTo>
                <a:lnTo>
                  <a:pt x="5210" y="1031"/>
                </a:lnTo>
                <a:lnTo>
                  <a:pt x="5210" y="1032"/>
                </a:lnTo>
                <a:lnTo>
                  <a:pt x="5210" y="1033"/>
                </a:lnTo>
                <a:lnTo>
                  <a:pt x="5210" y="1034"/>
                </a:lnTo>
                <a:lnTo>
                  <a:pt x="5209" y="1035"/>
                </a:lnTo>
                <a:lnTo>
                  <a:pt x="5209" y="1036"/>
                </a:lnTo>
                <a:lnTo>
                  <a:pt x="5209" y="1037"/>
                </a:lnTo>
                <a:lnTo>
                  <a:pt x="5210" y="1039"/>
                </a:lnTo>
                <a:lnTo>
                  <a:pt x="5210" y="1040"/>
                </a:lnTo>
                <a:lnTo>
                  <a:pt x="5210" y="1041"/>
                </a:lnTo>
                <a:lnTo>
                  <a:pt x="5209" y="1041"/>
                </a:lnTo>
                <a:lnTo>
                  <a:pt x="5208" y="1041"/>
                </a:lnTo>
                <a:lnTo>
                  <a:pt x="5207" y="1042"/>
                </a:lnTo>
                <a:lnTo>
                  <a:pt x="5206" y="1043"/>
                </a:lnTo>
                <a:lnTo>
                  <a:pt x="5206" y="1046"/>
                </a:lnTo>
                <a:lnTo>
                  <a:pt x="5206" y="1047"/>
                </a:lnTo>
                <a:lnTo>
                  <a:pt x="5206" y="1048"/>
                </a:lnTo>
                <a:lnTo>
                  <a:pt x="5206" y="1050"/>
                </a:lnTo>
                <a:lnTo>
                  <a:pt x="5206" y="1051"/>
                </a:lnTo>
                <a:lnTo>
                  <a:pt x="5205" y="1051"/>
                </a:lnTo>
                <a:lnTo>
                  <a:pt x="5205" y="1052"/>
                </a:lnTo>
                <a:lnTo>
                  <a:pt x="5205" y="1053"/>
                </a:lnTo>
                <a:lnTo>
                  <a:pt x="5205" y="1054"/>
                </a:lnTo>
                <a:lnTo>
                  <a:pt x="5204" y="1054"/>
                </a:lnTo>
                <a:lnTo>
                  <a:pt x="5203" y="1055"/>
                </a:lnTo>
                <a:lnTo>
                  <a:pt x="5201" y="1057"/>
                </a:lnTo>
                <a:lnTo>
                  <a:pt x="5200" y="1058"/>
                </a:lnTo>
                <a:lnTo>
                  <a:pt x="5200" y="1059"/>
                </a:lnTo>
                <a:lnTo>
                  <a:pt x="5200" y="1060"/>
                </a:lnTo>
                <a:lnTo>
                  <a:pt x="5201" y="1061"/>
                </a:lnTo>
                <a:lnTo>
                  <a:pt x="5202" y="1062"/>
                </a:lnTo>
                <a:lnTo>
                  <a:pt x="5201" y="1064"/>
                </a:lnTo>
                <a:lnTo>
                  <a:pt x="5202" y="1065"/>
                </a:lnTo>
                <a:lnTo>
                  <a:pt x="5201" y="1067"/>
                </a:lnTo>
                <a:lnTo>
                  <a:pt x="5198" y="1070"/>
                </a:lnTo>
                <a:lnTo>
                  <a:pt x="5197" y="1071"/>
                </a:lnTo>
                <a:lnTo>
                  <a:pt x="5197" y="1073"/>
                </a:lnTo>
                <a:lnTo>
                  <a:pt x="5197" y="1074"/>
                </a:lnTo>
                <a:lnTo>
                  <a:pt x="5196" y="1074"/>
                </a:lnTo>
                <a:lnTo>
                  <a:pt x="5195" y="1074"/>
                </a:lnTo>
                <a:lnTo>
                  <a:pt x="5193" y="1074"/>
                </a:lnTo>
                <a:lnTo>
                  <a:pt x="5192" y="1075"/>
                </a:lnTo>
                <a:lnTo>
                  <a:pt x="5193" y="1076"/>
                </a:lnTo>
                <a:lnTo>
                  <a:pt x="5191" y="1078"/>
                </a:lnTo>
                <a:lnTo>
                  <a:pt x="5190" y="1078"/>
                </a:lnTo>
                <a:lnTo>
                  <a:pt x="5190" y="1079"/>
                </a:lnTo>
                <a:lnTo>
                  <a:pt x="5191" y="1079"/>
                </a:lnTo>
                <a:lnTo>
                  <a:pt x="5192" y="1080"/>
                </a:lnTo>
                <a:lnTo>
                  <a:pt x="5192" y="1082"/>
                </a:lnTo>
                <a:lnTo>
                  <a:pt x="5192" y="1083"/>
                </a:lnTo>
                <a:lnTo>
                  <a:pt x="5192" y="1084"/>
                </a:lnTo>
                <a:lnTo>
                  <a:pt x="5193" y="1084"/>
                </a:lnTo>
                <a:lnTo>
                  <a:pt x="5194" y="1084"/>
                </a:lnTo>
                <a:lnTo>
                  <a:pt x="5194" y="1085"/>
                </a:lnTo>
                <a:lnTo>
                  <a:pt x="5195" y="1084"/>
                </a:lnTo>
                <a:lnTo>
                  <a:pt x="5195" y="1085"/>
                </a:lnTo>
                <a:lnTo>
                  <a:pt x="5195" y="1086"/>
                </a:lnTo>
                <a:lnTo>
                  <a:pt x="5195" y="1087"/>
                </a:lnTo>
                <a:lnTo>
                  <a:pt x="5193" y="1088"/>
                </a:lnTo>
                <a:lnTo>
                  <a:pt x="5193" y="1089"/>
                </a:lnTo>
                <a:lnTo>
                  <a:pt x="5192" y="1089"/>
                </a:lnTo>
                <a:lnTo>
                  <a:pt x="5191" y="1090"/>
                </a:lnTo>
                <a:lnTo>
                  <a:pt x="5190" y="1089"/>
                </a:lnTo>
                <a:lnTo>
                  <a:pt x="5189" y="1089"/>
                </a:lnTo>
                <a:lnTo>
                  <a:pt x="5188" y="1089"/>
                </a:lnTo>
                <a:lnTo>
                  <a:pt x="5187" y="1089"/>
                </a:lnTo>
                <a:lnTo>
                  <a:pt x="5186" y="1089"/>
                </a:lnTo>
                <a:lnTo>
                  <a:pt x="5185" y="1088"/>
                </a:lnTo>
                <a:lnTo>
                  <a:pt x="5184" y="1089"/>
                </a:lnTo>
                <a:lnTo>
                  <a:pt x="5183" y="1090"/>
                </a:lnTo>
                <a:lnTo>
                  <a:pt x="5183" y="1091"/>
                </a:lnTo>
                <a:lnTo>
                  <a:pt x="5185" y="1093"/>
                </a:lnTo>
                <a:lnTo>
                  <a:pt x="5185" y="1094"/>
                </a:lnTo>
                <a:lnTo>
                  <a:pt x="5185" y="1095"/>
                </a:lnTo>
                <a:lnTo>
                  <a:pt x="5183" y="1095"/>
                </a:lnTo>
                <a:lnTo>
                  <a:pt x="5180" y="1095"/>
                </a:lnTo>
                <a:lnTo>
                  <a:pt x="5179" y="1095"/>
                </a:lnTo>
                <a:lnTo>
                  <a:pt x="5177" y="1094"/>
                </a:lnTo>
                <a:lnTo>
                  <a:pt x="5176" y="1094"/>
                </a:lnTo>
                <a:lnTo>
                  <a:pt x="5175" y="1094"/>
                </a:lnTo>
                <a:lnTo>
                  <a:pt x="5174" y="1095"/>
                </a:lnTo>
                <a:lnTo>
                  <a:pt x="5172" y="1096"/>
                </a:lnTo>
                <a:lnTo>
                  <a:pt x="5171" y="1095"/>
                </a:lnTo>
                <a:lnTo>
                  <a:pt x="5170" y="1095"/>
                </a:lnTo>
                <a:lnTo>
                  <a:pt x="5169" y="1095"/>
                </a:lnTo>
                <a:lnTo>
                  <a:pt x="5169" y="1094"/>
                </a:lnTo>
                <a:lnTo>
                  <a:pt x="5167" y="1093"/>
                </a:lnTo>
                <a:lnTo>
                  <a:pt x="5166" y="1093"/>
                </a:lnTo>
                <a:lnTo>
                  <a:pt x="5164" y="1093"/>
                </a:lnTo>
                <a:lnTo>
                  <a:pt x="5163" y="1094"/>
                </a:lnTo>
                <a:lnTo>
                  <a:pt x="5162" y="1096"/>
                </a:lnTo>
                <a:lnTo>
                  <a:pt x="5162" y="1097"/>
                </a:lnTo>
                <a:lnTo>
                  <a:pt x="5161" y="1098"/>
                </a:lnTo>
                <a:lnTo>
                  <a:pt x="5160" y="1097"/>
                </a:lnTo>
                <a:lnTo>
                  <a:pt x="5159" y="1097"/>
                </a:lnTo>
                <a:lnTo>
                  <a:pt x="5158" y="1098"/>
                </a:lnTo>
                <a:lnTo>
                  <a:pt x="5157" y="1098"/>
                </a:lnTo>
                <a:lnTo>
                  <a:pt x="5156" y="1098"/>
                </a:lnTo>
                <a:lnTo>
                  <a:pt x="5156" y="1097"/>
                </a:lnTo>
                <a:lnTo>
                  <a:pt x="5155" y="1097"/>
                </a:lnTo>
                <a:lnTo>
                  <a:pt x="5154" y="1096"/>
                </a:lnTo>
                <a:lnTo>
                  <a:pt x="5153" y="1096"/>
                </a:lnTo>
                <a:lnTo>
                  <a:pt x="5151" y="1097"/>
                </a:lnTo>
                <a:lnTo>
                  <a:pt x="5148" y="1099"/>
                </a:lnTo>
                <a:lnTo>
                  <a:pt x="5146" y="1100"/>
                </a:lnTo>
                <a:lnTo>
                  <a:pt x="5145" y="1100"/>
                </a:lnTo>
                <a:lnTo>
                  <a:pt x="5144" y="1100"/>
                </a:lnTo>
                <a:lnTo>
                  <a:pt x="5143" y="1100"/>
                </a:lnTo>
                <a:lnTo>
                  <a:pt x="5142" y="1100"/>
                </a:lnTo>
                <a:lnTo>
                  <a:pt x="5141" y="1101"/>
                </a:lnTo>
                <a:lnTo>
                  <a:pt x="5140" y="1102"/>
                </a:lnTo>
                <a:lnTo>
                  <a:pt x="5140" y="1103"/>
                </a:lnTo>
                <a:lnTo>
                  <a:pt x="5139" y="1103"/>
                </a:lnTo>
                <a:lnTo>
                  <a:pt x="5136" y="1104"/>
                </a:lnTo>
                <a:lnTo>
                  <a:pt x="5134" y="1104"/>
                </a:lnTo>
                <a:lnTo>
                  <a:pt x="5133" y="1105"/>
                </a:lnTo>
                <a:lnTo>
                  <a:pt x="5132" y="1106"/>
                </a:lnTo>
                <a:lnTo>
                  <a:pt x="5131" y="1107"/>
                </a:lnTo>
                <a:lnTo>
                  <a:pt x="5130" y="1109"/>
                </a:lnTo>
                <a:lnTo>
                  <a:pt x="5129" y="1109"/>
                </a:lnTo>
                <a:lnTo>
                  <a:pt x="5129" y="1108"/>
                </a:lnTo>
                <a:lnTo>
                  <a:pt x="5128" y="1109"/>
                </a:lnTo>
                <a:lnTo>
                  <a:pt x="5129" y="1109"/>
                </a:lnTo>
                <a:lnTo>
                  <a:pt x="5130" y="1111"/>
                </a:lnTo>
                <a:lnTo>
                  <a:pt x="5131" y="1111"/>
                </a:lnTo>
                <a:lnTo>
                  <a:pt x="5132" y="1111"/>
                </a:lnTo>
                <a:lnTo>
                  <a:pt x="5133" y="1112"/>
                </a:lnTo>
                <a:lnTo>
                  <a:pt x="5133" y="1113"/>
                </a:lnTo>
                <a:lnTo>
                  <a:pt x="5134" y="1113"/>
                </a:lnTo>
                <a:lnTo>
                  <a:pt x="5135" y="1113"/>
                </a:lnTo>
                <a:lnTo>
                  <a:pt x="5136" y="1112"/>
                </a:lnTo>
                <a:lnTo>
                  <a:pt x="5138" y="1112"/>
                </a:lnTo>
                <a:lnTo>
                  <a:pt x="5139" y="1112"/>
                </a:lnTo>
                <a:lnTo>
                  <a:pt x="5140" y="1112"/>
                </a:lnTo>
                <a:lnTo>
                  <a:pt x="5142" y="1112"/>
                </a:lnTo>
                <a:lnTo>
                  <a:pt x="5142" y="1113"/>
                </a:lnTo>
                <a:lnTo>
                  <a:pt x="5143" y="1113"/>
                </a:lnTo>
                <a:lnTo>
                  <a:pt x="5144" y="1113"/>
                </a:lnTo>
                <a:lnTo>
                  <a:pt x="5145" y="1114"/>
                </a:lnTo>
                <a:lnTo>
                  <a:pt x="5145" y="1115"/>
                </a:lnTo>
                <a:lnTo>
                  <a:pt x="5146" y="1116"/>
                </a:lnTo>
                <a:lnTo>
                  <a:pt x="5147" y="1118"/>
                </a:lnTo>
                <a:lnTo>
                  <a:pt x="5148" y="1119"/>
                </a:lnTo>
                <a:lnTo>
                  <a:pt x="5148" y="1120"/>
                </a:lnTo>
                <a:lnTo>
                  <a:pt x="5149" y="1122"/>
                </a:lnTo>
                <a:lnTo>
                  <a:pt x="5149" y="1123"/>
                </a:lnTo>
                <a:lnTo>
                  <a:pt x="5147" y="1127"/>
                </a:lnTo>
                <a:lnTo>
                  <a:pt x="5146" y="1126"/>
                </a:lnTo>
                <a:lnTo>
                  <a:pt x="5145" y="1126"/>
                </a:lnTo>
                <a:lnTo>
                  <a:pt x="5144" y="1126"/>
                </a:lnTo>
                <a:lnTo>
                  <a:pt x="5143" y="1126"/>
                </a:lnTo>
                <a:lnTo>
                  <a:pt x="5143" y="1127"/>
                </a:lnTo>
                <a:lnTo>
                  <a:pt x="5144" y="1128"/>
                </a:lnTo>
                <a:lnTo>
                  <a:pt x="5144" y="1129"/>
                </a:lnTo>
                <a:lnTo>
                  <a:pt x="5144" y="1132"/>
                </a:lnTo>
                <a:lnTo>
                  <a:pt x="5146" y="1133"/>
                </a:lnTo>
                <a:lnTo>
                  <a:pt x="5146" y="1137"/>
                </a:lnTo>
                <a:lnTo>
                  <a:pt x="5146" y="1138"/>
                </a:lnTo>
                <a:lnTo>
                  <a:pt x="5148" y="1138"/>
                </a:lnTo>
                <a:lnTo>
                  <a:pt x="5149" y="1139"/>
                </a:lnTo>
                <a:lnTo>
                  <a:pt x="5150" y="1140"/>
                </a:lnTo>
                <a:lnTo>
                  <a:pt x="5149" y="1140"/>
                </a:lnTo>
                <a:lnTo>
                  <a:pt x="5148" y="1140"/>
                </a:lnTo>
                <a:lnTo>
                  <a:pt x="5148" y="1139"/>
                </a:lnTo>
                <a:lnTo>
                  <a:pt x="5147" y="1139"/>
                </a:lnTo>
                <a:lnTo>
                  <a:pt x="5146" y="1139"/>
                </a:lnTo>
                <a:lnTo>
                  <a:pt x="5145" y="1139"/>
                </a:lnTo>
                <a:lnTo>
                  <a:pt x="5144" y="1139"/>
                </a:lnTo>
                <a:lnTo>
                  <a:pt x="5143" y="1138"/>
                </a:lnTo>
                <a:lnTo>
                  <a:pt x="5143" y="1137"/>
                </a:lnTo>
                <a:lnTo>
                  <a:pt x="5143" y="1136"/>
                </a:lnTo>
                <a:lnTo>
                  <a:pt x="5143" y="1135"/>
                </a:lnTo>
                <a:lnTo>
                  <a:pt x="5143" y="1134"/>
                </a:lnTo>
                <a:lnTo>
                  <a:pt x="5143" y="1133"/>
                </a:lnTo>
                <a:lnTo>
                  <a:pt x="5142" y="1133"/>
                </a:lnTo>
                <a:lnTo>
                  <a:pt x="5142" y="1132"/>
                </a:lnTo>
                <a:lnTo>
                  <a:pt x="5141" y="1132"/>
                </a:lnTo>
                <a:lnTo>
                  <a:pt x="5142" y="1131"/>
                </a:lnTo>
                <a:lnTo>
                  <a:pt x="5141" y="1131"/>
                </a:lnTo>
                <a:lnTo>
                  <a:pt x="5141" y="1130"/>
                </a:lnTo>
                <a:lnTo>
                  <a:pt x="5141" y="1129"/>
                </a:lnTo>
                <a:lnTo>
                  <a:pt x="5140" y="1129"/>
                </a:lnTo>
                <a:lnTo>
                  <a:pt x="5140" y="1128"/>
                </a:lnTo>
                <a:lnTo>
                  <a:pt x="5140" y="1127"/>
                </a:lnTo>
                <a:lnTo>
                  <a:pt x="5139" y="1127"/>
                </a:lnTo>
                <a:lnTo>
                  <a:pt x="5139" y="1126"/>
                </a:lnTo>
                <a:lnTo>
                  <a:pt x="5140" y="1126"/>
                </a:lnTo>
                <a:lnTo>
                  <a:pt x="5140" y="1125"/>
                </a:lnTo>
                <a:lnTo>
                  <a:pt x="5139" y="1125"/>
                </a:lnTo>
                <a:lnTo>
                  <a:pt x="5139" y="1124"/>
                </a:lnTo>
                <a:lnTo>
                  <a:pt x="5138" y="1124"/>
                </a:lnTo>
                <a:lnTo>
                  <a:pt x="5138" y="1123"/>
                </a:lnTo>
                <a:lnTo>
                  <a:pt x="5139" y="1121"/>
                </a:lnTo>
                <a:lnTo>
                  <a:pt x="5139" y="1120"/>
                </a:lnTo>
                <a:lnTo>
                  <a:pt x="5138" y="1120"/>
                </a:lnTo>
                <a:lnTo>
                  <a:pt x="5136" y="1120"/>
                </a:lnTo>
                <a:lnTo>
                  <a:pt x="5135" y="1120"/>
                </a:lnTo>
                <a:lnTo>
                  <a:pt x="5135" y="1121"/>
                </a:lnTo>
                <a:lnTo>
                  <a:pt x="5134" y="1122"/>
                </a:lnTo>
                <a:lnTo>
                  <a:pt x="5134" y="1123"/>
                </a:lnTo>
                <a:lnTo>
                  <a:pt x="5135" y="1123"/>
                </a:lnTo>
                <a:lnTo>
                  <a:pt x="5135" y="1124"/>
                </a:lnTo>
                <a:lnTo>
                  <a:pt x="5136" y="1124"/>
                </a:lnTo>
                <a:lnTo>
                  <a:pt x="5136" y="1125"/>
                </a:lnTo>
                <a:lnTo>
                  <a:pt x="5135" y="1126"/>
                </a:lnTo>
                <a:lnTo>
                  <a:pt x="5135" y="1127"/>
                </a:lnTo>
                <a:lnTo>
                  <a:pt x="5134" y="1127"/>
                </a:lnTo>
                <a:lnTo>
                  <a:pt x="5133" y="1127"/>
                </a:lnTo>
                <a:lnTo>
                  <a:pt x="5132" y="1127"/>
                </a:lnTo>
                <a:lnTo>
                  <a:pt x="5131" y="1127"/>
                </a:lnTo>
                <a:lnTo>
                  <a:pt x="5131" y="1126"/>
                </a:lnTo>
                <a:lnTo>
                  <a:pt x="5130" y="1126"/>
                </a:lnTo>
                <a:lnTo>
                  <a:pt x="5130" y="1125"/>
                </a:lnTo>
                <a:lnTo>
                  <a:pt x="5130" y="1124"/>
                </a:lnTo>
                <a:lnTo>
                  <a:pt x="5130" y="1123"/>
                </a:lnTo>
                <a:lnTo>
                  <a:pt x="5131" y="1123"/>
                </a:lnTo>
                <a:lnTo>
                  <a:pt x="5131" y="1122"/>
                </a:lnTo>
                <a:lnTo>
                  <a:pt x="5132" y="1122"/>
                </a:lnTo>
                <a:lnTo>
                  <a:pt x="5131" y="1121"/>
                </a:lnTo>
                <a:lnTo>
                  <a:pt x="5130" y="1120"/>
                </a:lnTo>
                <a:lnTo>
                  <a:pt x="5129" y="1121"/>
                </a:lnTo>
                <a:lnTo>
                  <a:pt x="5128" y="1121"/>
                </a:lnTo>
                <a:lnTo>
                  <a:pt x="5128" y="1122"/>
                </a:lnTo>
                <a:lnTo>
                  <a:pt x="5127" y="1122"/>
                </a:lnTo>
                <a:lnTo>
                  <a:pt x="5126" y="1122"/>
                </a:lnTo>
                <a:lnTo>
                  <a:pt x="5126" y="1121"/>
                </a:lnTo>
                <a:lnTo>
                  <a:pt x="5126" y="1120"/>
                </a:lnTo>
                <a:lnTo>
                  <a:pt x="5125" y="1120"/>
                </a:lnTo>
                <a:lnTo>
                  <a:pt x="5125" y="1119"/>
                </a:lnTo>
                <a:lnTo>
                  <a:pt x="5124" y="1118"/>
                </a:lnTo>
                <a:lnTo>
                  <a:pt x="5123" y="1118"/>
                </a:lnTo>
                <a:lnTo>
                  <a:pt x="5123" y="1117"/>
                </a:lnTo>
                <a:lnTo>
                  <a:pt x="5122" y="1117"/>
                </a:lnTo>
                <a:lnTo>
                  <a:pt x="5121" y="1117"/>
                </a:lnTo>
                <a:lnTo>
                  <a:pt x="5121" y="1116"/>
                </a:lnTo>
                <a:lnTo>
                  <a:pt x="5120" y="1116"/>
                </a:lnTo>
                <a:lnTo>
                  <a:pt x="5120" y="1115"/>
                </a:lnTo>
                <a:lnTo>
                  <a:pt x="5119" y="1114"/>
                </a:lnTo>
                <a:lnTo>
                  <a:pt x="5119" y="1113"/>
                </a:lnTo>
                <a:lnTo>
                  <a:pt x="5119" y="1112"/>
                </a:lnTo>
                <a:lnTo>
                  <a:pt x="5118" y="1112"/>
                </a:lnTo>
                <a:lnTo>
                  <a:pt x="5118" y="1111"/>
                </a:lnTo>
                <a:lnTo>
                  <a:pt x="5117" y="1111"/>
                </a:lnTo>
                <a:lnTo>
                  <a:pt x="5116" y="1111"/>
                </a:lnTo>
                <a:lnTo>
                  <a:pt x="5115" y="1111"/>
                </a:lnTo>
                <a:lnTo>
                  <a:pt x="5115" y="1110"/>
                </a:lnTo>
                <a:lnTo>
                  <a:pt x="5115" y="1109"/>
                </a:lnTo>
                <a:lnTo>
                  <a:pt x="5114" y="1109"/>
                </a:lnTo>
                <a:lnTo>
                  <a:pt x="5114" y="1108"/>
                </a:lnTo>
                <a:lnTo>
                  <a:pt x="5113" y="1108"/>
                </a:lnTo>
                <a:lnTo>
                  <a:pt x="5113" y="1107"/>
                </a:lnTo>
                <a:lnTo>
                  <a:pt x="5114" y="1106"/>
                </a:lnTo>
                <a:lnTo>
                  <a:pt x="5114" y="1105"/>
                </a:lnTo>
                <a:lnTo>
                  <a:pt x="5114" y="1104"/>
                </a:lnTo>
                <a:lnTo>
                  <a:pt x="5113" y="1104"/>
                </a:lnTo>
                <a:lnTo>
                  <a:pt x="5113" y="1103"/>
                </a:lnTo>
                <a:lnTo>
                  <a:pt x="5113" y="1102"/>
                </a:lnTo>
                <a:lnTo>
                  <a:pt x="5113" y="1101"/>
                </a:lnTo>
                <a:lnTo>
                  <a:pt x="5113" y="1100"/>
                </a:lnTo>
                <a:lnTo>
                  <a:pt x="5114" y="1099"/>
                </a:lnTo>
                <a:lnTo>
                  <a:pt x="5114" y="1098"/>
                </a:lnTo>
                <a:lnTo>
                  <a:pt x="5114" y="1097"/>
                </a:lnTo>
                <a:lnTo>
                  <a:pt x="5114" y="1096"/>
                </a:lnTo>
                <a:lnTo>
                  <a:pt x="5115" y="1095"/>
                </a:lnTo>
                <a:lnTo>
                  <a:pt x="5116" y="1094"/>
                </a:lnTo>
                <a:lnTo>
                  <a:pt x="5116" y="1093"/>
                </a:lnTo>
                <a:lnTo>
                  <a:pt x="5116" y="1092"/>
                </a:lnTo>
                <a:lnTo>
                  <a:pt x="5116" y="1091"/>
                </a:lnTo>
                <a:lnTo>
                  <a:pt x="5116" y="1090"/>
                </a:lnTo>
                <a:lnTo>
                  <a:pt x="5115" y="1090"/>
                </a:lnTo>
                <a:lnTo>
                  <a:pt x="5114" y="1090"/>
                </a:lnTo>
                <a:lnTo>
                  <a:pt x="5113" y="1091"/>
                </a:lnTo>
                <a:lnTo>
                  <a:pt x="5112" y="1091"/>
                </a:lnTo>
                <a:lnTo>
                  <a:pt x="5111" y="1090"/>
                </a:lnTo>
                <a:lnTo>
                  <a:pt x="5109" y="1090"/>
                </a:lnTo>
                <a:lnTo>
                  <a:pt x="5108" y="1090"/>
                </a:lnTo>
                <a:lnTo>
                  <a:pt x="5108" y="1089"/>
                </a:lnTo>
                <a:lnTo>
                  <a:pt x="5107" y="1089"/>
                </a:lnTo>
                <a:lnTo>
                  <a:pt x="5107" y="1090"/>
                </a:lnTo>
                <a:lnTo>
                  <a:pt x="5106" y="1090"/>
                </a:lnTo>
                <a:lnTo>
                  <a:pt x="5105" y="1090"/>
                </a:lnTo>
                <a:lnTo>
                  <a:pt x="5105" y="1091"/>
                </a:lnTo>
                <a:lnTo>
                  <a:pt x="5104" y="1091"/>
                </a:lnTo>
                <a:lnTo>
                  <a:pt x="5104" y="1090"/>
                </a:lnTo>
                <a:lnTo>
                  <a:pt x="5103" y="1090"/>
                </a:lnTo>
                <a:lnTo>
                  <a:pt x="5102" y="1090"/>
                </a:lnTo>
                <a:lnTo>
                  <a:pt x="5102" y="1089"/>
                </a:lnTo>
                <a:lnTo>
                  <a:pt x="5101" y="1089"/>
                </a:lnTo>
                <a:lnTo>
                  <a:pt x="5101" y="1088"/>
                </a:lnTo>
                <a:lnTo>
                  <a:pt x="5102" y="1088"/>
                </a:lnTo>
                <a:lnTo>
                  <a:pt x="5103" y="1088"/>
                </a:lnTo>
                <a:lnTo>
                  <a:pt x="5104" y="1088"/>
                </a:lnTo>
                <a:lnTo>
                  <a:pt x="5104" y="1087"/>
                </a:lnTo>
                <a:lnTo>
                  <a:pt x="5103" y="1087"/>
                </a:lnTo>
                <a:lnTo>
                  <a:pt x="5103" y="1086"/>
                </a:lnTo>
                <a:lnTo>
                  <a:pt x="5103" y="1085"/>
                </a:lnTo>
                <a:lnTo>
                  <a:pt x="5104" y="1085"/>
                </a:lnTo>
                <a:lnTo>
                  <a:pt x="5104" y="1084"/>
                </a:lnTo>
                <a:lnTo>
                  <a:pt x="5105" y="1084"/>
                </a:lnTo>
                <a:lnTo>
                  <a:pt x="5105" y="1083"/>
                </a:lnTo>
                <a:lnTo>
                  <a:pt x="5104" y="1083"/>
                </a:lnTo>
                <a:lnTo>
                  <a:pt x="5104" y="1082"/>
                </a:lnTo>
                <a:lnTo>
                  <a:pt x="5103" y="1082"/>
                </a:lnTo>
                <a:lnTo>
                  <a:pt x="5102" y="1082"/>
                </a:lnTo>
                <a:lnTo>
                  <a:pt x="5101" y="1082"/>
                </a:lnTo>
                <a:lnTo>
                  <a:pt x="5100" y="1082"/>
                </a:lnTo>
                <a:lnTo>
                  <a:pt x="5100" y="1083"/>
                </a:lnTo>
                <a:lnTo>
                  <a:pt x="5099" y="1083"/>
                </a:lnTo>
                <a:lnTo>
                  <a:pt x="5098" y="1084"/>
                </a:lnTo>
                <a:lnTo>
                  <a:pt x="5095" y="1084"/>
                </a:lnTo>
                <a:lnTo>
                  <a:pt x="5094" y="1084"/>
                </a:lnTo>
                <a:lnTo>
                  <a:pt x="5093" y="1084"/>
                </a:lnTo>
                <a:lnTo>
                  <a:pt x="5092" y="1083"/>
                </a:lnTo>
                <a:lnTo>
                  <a:pt x="5090" y="1083"/>
                </a:lnTo>
                <a:lnTo>
                  <a:pt x="5089" y="1083"/>
                </a:lnTo>
                <a:lnTo>
                  <a:pt x="5088" y="1083"/>
                </a:lnTo>
                <a:lnTo>
                  <a:pt x="5088" y="1082"/>
                </a:lnTo>
                <a:lnTo>
                  <a:pt x="5088" y="1081"/>
                </a:lnTo>
                <a:lnTo>
                  <a:pt x="5088" y="1080"/>
                </a:lnTo>
                <a:lnTo>
                  <a:pt x="5086" y="1080"/>
                </a:lnTo>
                <a:lnTo>
                  <a:pt x="5085" y="1080"/>
                </a:lnTo>
                <a:lnTo>
                  <a:pt x="5084" y="1080"/>
                </a:lnTo>
                <a:lnTo>
                  <a:pt x="5083" y="1080"/>
                </a:lnTo>
                <a:lnTo>
                  <a:pt x="5082" y="1081"/>
                </a:lnTo>
                <a:lnTo>
                  <a:pt x="5081" y="1081"/>
                </a:lnTo>
                <a:lnTo>
                  <a:pt x="5081" y="1082"/>
                </a:lnTo>
                <a:lnTo>
                  <a:pt x="5081" y="1083"/>
                </a:lnTo>
                <a:lnTo>
                  <a:pt x="5082" y="1083"/>
                </a:lnTo>
                <a:lnTo>
                  <a:pt x="5083" y="1083"/>
                </a:lnTo>
                <a:lnTo>
                  <a:pt x="5084" y="1083"/>
                </a:lnTo>
                <a:lnTo>
                  <a:pt x="5085" y="1083"/>
                </a:lnTo>
                <a:lnTo>
                  <a:pt x="5085" y="1084"/>
                </a:lnTo>
                <a:lnTo>
                  <a:pt x="5084" y="1084"/>
                </a:lnTo>
                <a:lnTo>
                  <a:pt x="5083" y="1084"/>
                </a:lnTo>
                <a:lnTo>
                  <a:pt x="5082" y="1084"/>
                </a:lnTo>
                <a:lnTo>
                  <a:pt x="5082" y="1083"/>
                </a:lnTo>
                <a:lnTo>
                  <a:pt x="5080" y="1083"/>
                </a:lnTo>
                <a:lnTo>
                  <a:pt x="5080" y="1084"/>
                </a:lnTo>
                <a:lnTo>
                  <a:pt x="5079" y="1084"/>
                </a:lnTo>
                <a:lnTo>
                  <a:pt x="5079" y="1085"/>
                </a:lnTo>
                <a:lnTo>
                  <a:pt x="5079" y="1086"/>
                </a:lnTo>
                <a:lnTo>
                  <a:pt x="5079" y="1087"/>
                </a:lnTo>
                <a:lnTo>
                  <a:pt x="5080" y="1087"/>
                </a:lnTo>
                <a:lnTo>
                  <a:pt x="5080" y="1088"/>
                </a:lnTo>
                <a:lnTo>
                  <a:pt x="5081" y="1089"/>
                </a:lnTo>
                <a:lnTo>
                  <a:pt x="5080" y="1089"/>
                </a:lnTo>
                <a:lnTo>
                  <a:pt x="5079" y="1089"/>
                </a:lnTo>
                <a:lnTo>
                  <a:pt x="5078" y="1089"/>
                </a:lnTo>
                <a:lnTo>
                  <a:pt x="5078" y="1090"/>
                </a:lnTo>
                <a:lnTo>
                  <a:pt x="5078" y="1091"/>
                </a:lnTo>
                <a:lnTo>
                  <a:pt x="5078" y="1092"/>
                </a:lnTo>
                <a:lnTo>
                  <a:pt x="5078" y="1093"/>
                </a:lnTo>
                <a:lnTo>
                  <a:pt x="5078" y="1094"/>
                </a:lnTo>
                <a:lnTo>
                  <a:pt x="5078" y="1095"/>
                </a:lnTo>
                <a:lnTo>
                  <a:pt x="5077" y="1095"/>
                </a:lnTo>
                <a:lnTo>
                  <a:pt x="5076" y="1095"/>
                </a:lnTo>
                <a:lnTo>
                  <a:pt x="5076" y="1096"/>
                </a:lnTo>
                <a:lnTo>
                  <a:pt x="5075" y="1096"/>
                </a:lnTo>
                <a:lnTo>
                  <a:pt x="5075" y="1097"/>
                </a:lnTo>
                <a:lnTo>
                  <a:pt x="5076" y="1097"/>
                </a:lnTo>
                <a:lnTo>
                  <a:pt x="5075" y="1098"/>
                </a:lnTo>
                <a:lnTo>
                  <a:pt x="5075" y="1099"/>
                </a:lnTo>
                <a:lnTo>
                  <a:pt x="5074" y="1099"/>
                </a:lnTo>
                <a:lnTo>
                  <a:pt x="5074" y="1100"/>
                </a:lnTo>
                <a:lnTo>
                  <a:pt x="5075" y="1100"/>
                </a:lnTo>
                <a:lnTo>
                  <a:pt x="5075" y="1101"/>
                </a:lnTo>
                <a:lnTo>
                  <a:pt x="5075" y="1102"/>
                </a:lnTo>
                <a:lnTo>
                  <a:pt x="5074" y="1103"/>
                </a:lnTo>
                <a:lnTo>
                  <a:pt x="5074" y="1104"/>
                </a:lnTo>
                <a:lnTo>
                  <a:pt x="5073" y="1104"/>
                </a:lnTo>
                <a:lnTo>
                  <a:pt x="5073" y="1105"/>
                </a:lnTo>
                <a:lnTo>
                  <a:pt x="5073" y="1106"/>
                </a:lnTo>
                <a:lnTo>
                  <a:pt x="5072" y="1106"/>
                </a:lnTo>
                <a:lnTo>
                  <a:pt x="5072" y="1107"/>
                </a:lnTo>
                <a:lnTo>
                  <a:pt x="5072" y="1108"/>
                </a:lnTo>
                <a:lnTo>
                  <a:pt x="5071" y="1108"/>
                </a:lnTo>
                <a:lnTo>
                  <a:pt x="5071" y="1109"/>
                </a:lnTo>
                <a:lnTo>
                  <a:pt x="5071" y="1110"/>
                </a:lnTo>
                <a:lnTo>
                  <a:pt x="5071" y="1111"/>
                </a:lnTo>
                <a:lnTo>
                  <a:pt x="5072" y="1112"/>
                </a:lnTo>
                <a:lnTo>
                  <a:pt x="5072" y="1113"/>
                </a:lnTo>
                <a:lnTo>
                  <a:pt x="5073" y="1113"/>
                </a:lnTo>
                <a:lnTo>
                  <a:pt x="5074" y="1113"/>
                </a:lnTo>
                <a:lnTo>
                  <a:pt x="5075" y="1113"/>
                </a:lnTo>
                <a:lnTo>
                  <a:pt x="5075" y="1114"/>
                </a:lnTo>
                <a:lnTo>
                  <a:pt x="5074" y="1114"/>
                </a:lnTo>
                <a:lnTo>
                  <a:pt x="5073" y="1114"/>
                </a:lnTo>
                <a:lnTo>
                  <a:pt x="5073" y="1113"/>
                </a:lnTo>
                <a:lnTo>
                  <a:pt x="5073" y="1114"/>
                </a:lnTo>
                <a:lnTo>
                  <a:pt x="5072" y="1114"/>
                </a:lnTo>
                <a:lnTo>
                  <a:pt x="5072" y="1115"/>
                </a:lnTo>
                <a:lnTo>
                  <a:pt x="5072" y="1116"/>
                </a:lnTo>
                <a:lnTo>
                  <a:pt x="5073" y="1117"/>
                </a:lnTo>
                <a:lnTo>
                  <a:pt x="5072" y="1117"/>
                </a:lnTo>
                <a:lnTo>
                  <a:pt x="5071" y="1117"/>
                </a:lnTo>
                <a:lnTo>
                  <a:pt x="5071" y="1116"/>
                </a:lnTo>
                <a:lnTo>
                  <a:pt x="5070" y="1116"/>
                </a:lnTo>
                <a:lnTo>
                  <a:pt x="5070" y="1117"/>
                </a:lnTo>
                <a:lnTo>
                  <a:pt x="5070" y="1118"/>
                </a:lnTo>
                <a:lnTo>
                  <a:pt x="5071" y="1118"/>
                </a:lnTo>
                <a:lnTo>
                  <a:pt x="5071" y="1119"/>
                </a:lnTo>
                <a:lnTo>
                  <a:pt x="5070" y="1119"/>
                </a:lnTo>
                <a:lnTo>
                  <a:pt x="5070" y="1120"/>
                </a:lnTo>
                <a:lnTo>
                  <a:pt x="5071" y="1120"/>
                </a:lnTo>
                <a:lnTo>
                  <a:pt x="5072" y="1120"/>
                </a:lnTo>
                <a:lnTo>
                  <a:pt x="5073" y="1120"/>
                </a:lnTo>
                <a:lnTo>
                  <a:pt x="5073" y="1121"/>
                </a:lnTo>
                <a:lnTo>
                  <a:pt x="5072" y="1121"/>
                </a:lnTo>
                <a:lnTo>
                  <a:pt x="5071" y="1121"/>
                </a:lnTo>
                <a:lnTo>
                  <a:pt x="5070" y="1121"/>
                </a:lnTo>
                <a:lnTo>
                  <a:pt x="5070" y="1122"/>
                </a:lnTo>
                <a:lnTo>
                  <a:pt x="5070" y="1123"/>
                </a:lnTo>
                <a:lnTo>
                  <a:pt x="5069" y="1123"/>
                </a:lnTo>
                <a:lnTo>
                  <a:pt x="5069" y="1124"/>
                </a:lnTo>
                <a:lnTo>
                  <a:pt x="5069" y="1125"/>
                </a:lnTo>
                <a:lnTo>
                  <a:pt x="5068" y="1126"/>
                </a:lnTo>
                <a:lnTo>
                  <a:pt x="5069" y="1126"/>
                </a:lnTo>
                <a:lnTo>
                  <a:pt x="5069" y="1127"/>
                </a:lnTo>
                <a:lnTo>
                  <a:pt x="5070" y="1127"/>
                </a:lnTo>
                <a:lnTo>
                  <a:pt x="5070" y="1128"/>
                </a:lnTo>
                <a:lnTo>
                  <a:pt x="5069" y="1128"/>
                </a:lnTo>
                <a:lnTo>
                  <a:pt x="5069" y="1129"/>
                </a:lnTo>
                <a:lnTo>
                  <a:pt x="5069" y="1130"/>
                </a:lnTo>
                <a:lnTo>
                  <a:pt x="5069" y="1131"/>
                </a:lnTo>
                <a:lnTo>
                  <a:pt x="5068" y="1132"/>
                </a:lnTo>
                <a:lnTo>
                  <a:pt x="5069" y="1132"/>
                </a:lnTo>
                <a:lnTo>
                  <a:pt x="5069" y="1133"/>
                </a:lnTo>
                <a:lnTo>
                  <a:pt x="5069" y="1134"/>
                </a:lnTo>
                <a:lnTo>
                  <a:pt x="5069" y="1135"/>
                </a:lnTo>
                <a:lnTo>
                  <a:pt x="5069" y="1136"/>
                </a:lnTo>
                <a:lnTo>
                  <a:pt x="5068" y="1136"/>
                </a:lnTo>
                <a:lnTo>
                  <a:pt x="5068" y="1137"/>
                </a:lnTo>
                <a:lnTo>
                  <a:pt x="5068" y="1138"/>
                </a:lnTo>
                <a:lnTo>
                  <a:pt x="5067" y="1138"/>
                </a:lnTo>
                <a:lnTo>
                  <a:pt x="5066" y="1138"/>
                </a:lnTo>
                <a:lnTo>
                  <a:pt x="5066" y="1139"/>
                </a:lnTo>
                <a:lnTo>
                  <a:pt x="5065" y="1139"/>
                </a:lnTo>
                <a:lnTo>
                  <a:pt x="5064" y="1139"/>
                </a:lnTo>
                <a:lnTo>
                  <a:pt x="5063" y="1139"/>
                </a:lnTo>
                <a:lnTo>
                  <a:pt x="5062" y="1139"/>
                </a:lnTo>
                <a:lnTo>
                  <a:pt x="5061" y="1139"/>
                </a:lnTo>
                <a:lnTo>
                  <a:pt x="5061" y="1140"/>
                </a:lnTo>
                <a:lnTo>
                  <a:pt x="5060" y="1140"/>
                </a:lnTo>
                <a:lnTo>
                  <a:pt x="5060" y="1139"/>
                </a:lnTo>
                <a:lnTo>
                  <a:pt x="5060" y="1138"/>
                </a:lnTo>
                <a:lnTo>
                  <a:pt x="5059" y="1138"/>
                </a:lnTo>
                <a:lnTo>
                  <a:pt x="5059" y="1137"/>
                </a:lnTo>
                <a:lnTo>
                  <a:pt x="5058" y="1136"/>
                </a:lnTo>
                <a:lnTo>
                  <a:pt x="5057" y="1136"/>
                </a:lnTo>
                <a:lnTo>
                  <a:pt x="5056" y="1137"/>
                </a:lnTo>
                <a:lnTo>
                  <a:pt x="5055" y="1137"/>
                </a:lnTo>
                <a:lnTo>
                  <a:pt x="5055" y="1138"/>
                </a:lnTo>
                <a:lnTo>
                  <a:pt x="5056" y="1138"/>
                </a:lnTo>
                <a:lnTo>
                  <a:pt x="5057" y="1138"/>
                </a:lnTo>
                <a:lnTo>
                  <a:pt x="5057" y="1139"/>
                </a:lnTo>
                <a:lnTo>
                  <a:pt x="5056" y="1139"/>
                </a:lnTo>
                <a:lnTo>
                  <a:pt x="5056" y="1140"/>
                </a:lnTo>
                <a:lnTo>
                  <a:pt x="5056" y="1141"/>
                </a:lnTo>
                <a:lnTo>
                  <a:pt x="5055" y="1141"/>
                </a:lnTo>
                <a:lnTo>
                  <a:pt x="5054" y="1141"/>
                </a:lnTo>
                <a:lnTo>
                  <a:pt x="5054" y="1142"/>
                </a:lnTo>
                <a:lnTo>
                  <a:pt x="5053" y="1142"/>
                </a:lnTo>
                <a:lnTo>
                  <a:pt x="5053" y="1143"/>
                </a:lnTo>
                <a:lnTo>
                  <a:pt x="5053" y="1144"/>
                </a:lnTo>
                <a:lnTo>
                  <a:pt x="5054" y="1144"/>
                </a:lnTo>
                <a:lnTo>
                  <a:pt x="5053" y="1144"/>
                </a:lnTo>
                <a:lnTo>
                  <a:pt x="5052" y="1144"/>
                </a:lnTo>
                <a:lnTo>
                  <a:pt x="5052" y="1145"/>
                </a:lnTo>
                <a:lnTo>
                  <a:pt x="5052" y="1146"/>
                </a:lnTo>
                <a:lnTo>
                  <a:pt x="5051" y="1146"/>
                </a:lnTo>
                <a:lnTo>
                  <a:pt x="5051" y="1145"/>
                </a:lnTo>
                <a:lnTo>
                  <a:pt x="5051" y="1146"/>
                </a:lnTo>
                <a:lnTo>
                  <a:pt x="5050" y="1146"/>
                </a:lnTo>
                <a:lnTo>
                  <a:pt x="5050" y="1145"/>
                </a:lnTo>
                <a:lnTo>
                  <a:pt x="5050" y="1144"/>
                </a:lnTo>
                <a:lnTo>
                  <a:pt x="5049" y="1143"/>
                </a:lnTo>
                <a:lnTo>
                  <a:pt x="5048" y="1143"/>
                </a:lnTo>
                <a:lnTo>
                  <a:pt x="5047" y="1142"/>
                </a:lnTo>
                <a:lnTo>
                  <a:pt x="5047" y="1141"/>
                </a:lnTo>
                <a:lnTo>
                  <a:pt x="5046" y="1141"/>
                </a:lnTo>
                <a:lnTo>
                  <a:pt x="5046" y="1140"/>
                </a:lnTo>
                <a:lnTo>
                  <a:pt x="5045" y="1140"/>
                </a:lnTo>
                <a:lnTo>
                  <a:pt x="5044" y="1140"/>
                </a:lnTo>
                <a:lnTo>
                  <a:pt x="5043" y="1140"/>
                </a:lnTo>
                <a:lnTo>
                  <a:pt x="5043" y="1139"/>
                </a:lnTo>
                <a:lnTo>
                  <a:pt x="5043" y="1138"/>
                </a:lnTo>
                <a:lnTo>
                  <a:pt x="5042" y="1138"/>
                </a:lnTo>
                <a:lnTo>
                  <a:pt x="5041" y="1138"/>
                </a:lnTo>
                <a:lnTo>
                  <a:pt x="5041" y="1139"/>
                </a:lnTo>
                <a:lnTo>
                  <a:pt x="5040" y="1139"/>
                </a:lnTo>
                <a:lnTo>
                  <a:pt x="5040" y="1138"/>
                </a:lnTo>
                <a:lnTo>
                  <a:pt x="5039" y="1138"/>
                </a:lnTo>
                <a:lnTo>
                  <a:pt x="5039" y="1137"/>
                </a:lnTo>
                <a:lnTo>
                  <a:pt x="5038" y="1137"/>
                </a:lnTo>
                <a:lnTo>
                  <a:pt x="5037" y="1137"/>
                </a:lnTo>
                <a:lnTo>
                  <a:pt x="5037" y="1138"/>
                </a:lnTo>
                <a:lnTo>
                  <a:pt x="5037" y="1139"/>
                </a:lnTo>
                <a:lnTo>
                  <a:pt x="5037" y="1140"/>
                </a:lnTo>
                <a:lnTo>
                  <a:pt x="5036" y="1140"/>
                </a:lnTo>
                <a:lnTo>
                  <a:pt x="5036" y="1139"/>
                </a:lnTo>
                <a:lnTo>
                  <a:pt x="5035" y="1139"/>
                </a:lnTo>
                <a:lnTo>
                  <a:pt x="5034" y="1139"/>
                </a:lnTo>
                <a:lnTo>
                  <a:pt x="5035" y="1138"/>
                </a:lnTo>
                <a:lnTo>
                  <a:pt x="5035" y="1137"/>
                </a:lnTo>
                <a:lnTo>
                  <a:pt x="5035" y="1136"/>
                </a:lnTo>
                <a:lnTo>
                  <a:pt x="5034" y="1136"/>
                </a:lnTo>
                <a:lnTo>
                  <a:pt x="5033" y="1137"/>
                </a:lnTo>
                <a:lnTo>
                  <a:pt x="5033" y="1138"/>
                </a:lnTo>
                <a:lnTo>
                  <a:pt x="5032" y="1138"/>
                </a:lnTo>
                <a:lnTo>
                  <a:pt x="5033" y="1138"/>
                </a:lnTo>
                <a:lnTo>
                  <a:pt x="5033" y="1139"/>
                </a:lnTo>
                <a:lnTo>
                  <a:pt x="5034" y="1139"/>
                </a:lnTo>
                <a:lnTo>
                  <a:pt x="5034" y="1140"/>
                </a:lnTo>
                <a:lnTo>
                  <a:pt x="5033" y="1140"/>
                </a:lnTo>
                <a:lnTo>
                  <a:pt x="5033" y="1141"/>
                </a:lnTo>
                <a:lnTo>
                  <a:pt x="5034" y="1141"/>
                </a:lnTo>
                <a:lnTo>
                  <a:pt x="5033" y="1141"/>
                </a:lnTo>
                <a:lnTo>
                  <a:pt x="5032" y="1141"/>
                </a:lnTo>
                <a:lnTo>
                  <a:pt x="5032" y="1140"/>
                </a:lnTo>
                <a:lnTo>
                  <a:pt x="5032" y="1139"/>
                </a:lnTo>
                <a:lnTo>
                  <a:pt x="5031" y="1139"/>
                </a:lnTo>
                <a:lnTo>
                  <a:pt x="5031" y="1140"/>
                </a:lnTo>
                <a:lnTo>
                  <a:pt x="5030" y="1140"/>
                </a:lnTo>
                <a:lnTo>
                  <a:pt x="5030" y="1141"/>
                </a:lnTo>
                <a:lnTo>
                  <a:pt x="5030" y="1142"/>
                </a:lnTo>
                <a:lnTo>
                  <a:pt x="5029" y="1142"/>
                </a:lnTo>
                <a:lnTo>
                  <a:pt x="5030" y="1142"/>
                </a:lnTo>
                <a:lnTo>
                  <a:pt x="5030" y="1143"/>
                </a:lnTo>
                <a:lnTo>
                  <a:pt x="5031" y="1143"/>
                </a:lnTo>
                <a:lnTo>
                  <a:pt x="5031" y="1144"/>
                </a:lnTo>
                <a:lnTo>
                  <a:pt x="5030" y="1144"/>
                </a:lnTo>
                <a:lnTo>
                  <a:pt x="5029" y="1143"/>
                </a:lnTo>
                <a:lnTo>
                  <a:pt x="5029" y="1144"/>
                </a:lnTo>
                <a:lnTo>
                  <a:pt x="5028" y="1144"/>
                </a:lnTo>
                <a:lnTo>
                  <a:pt x="5027" y="1143"/>
                </a:lnTo>
                <a:lnTo>
                  <a:pt x="5026" y="1144"/>
                </a:lnTo>
                <a:lnTo>
                  <a:pt x="5026" y="1145"/>
                </a:lnTo>
                <a:lnTo>
                  <a:pt x="5025" y="1145"/>
                </a:lnTo>
                <a:lnTo>
                  <a:pt x="5025" y="1144"/>
                </a:lnTo>
                <a:lnTo>
                  <a:pt x="5024" y="1144"/>
                </a:lnTo>
                <a:lnTo>
                  <a:pt x="5023" y="1145"/>
                </a:lnTo>
                <a:lnTo>
                  <a:pt x="5023" y="1146"/>
                </a:lnTo>
                <a:lnTo>
                  <a:pt x="5023" y="1147"/>
                </a:lnTo>
                <a:lnTo>
                  <a:pt x="5022" y="1147"/>
                </a:lnTo>
                <a:lnTo>
                  <a:pt x="5023" y="1147"/>
                </a:lnTo>
                <a:lnTo>
                  <a:pt x="5023" y="1148"/>
                </a:lnTo>
                <a:lnTo>
                  <a:pt x="5024" y="1148"/>
                </a:lnTo>
                <a:lnTo>
                  <a:pt x="5025" y="1149"/>
                </a:lnTo>
                <a:lnTo>
                  <a:pt x="5025" y="1150"/>
                </a:lnTo>
                <a:lnTo>
                  <a:pt x="5024" y="1151"/>
                </a:lnTo>
                <a:lnTo>
                  <a:pt x="5023" y="1151"/>
                </a:lnTo>
                <a:lnTo>
                  <a:pt x="5022" y="1151"/>
                </a:lnTo>
                <a:lnTo>
                  <a:pt x="5022" y="1150"/>
                </a:lnTo>
                <a:lnTo>
                  <a:pt x="5021" y="1150"/>
                </a:lnTo>
                <a:lnTo>
                  <a:pt x="5020" y="1151"/>
                </a:lnTo>
                <a:lnTo>
                  <a:pt x="5021" y="1151"/>
                </a:lnTo>
                <a:lnTo>
                  <a:pt x="5021" y="1152"/>
                </a:lnTo>
                <a:lnTo>
                  <a:pt x="5022" y="1152"/>
                </a:lnTo>
                <a:lnTo>
                  <a:pt x="5022" y="1151"/>
                </a:lnTo>
                <a:lnTo>
                  <a:pt x="5023" y="1151"/>
                </a:lnTo>
                <a:lnTo>
                  <a:pt x="5023" y="1152"/>
                </a:lnTo>
                <a:lnTo>
                  <a:pt x="5023" y="1153"/>
                </a:lnTo>
                <a:lnTo>
                  <a:pt x="5022" y="1153"/>
                </a:lnTo>
                <a:lnTo>
                  <a:pt x="5021" y="1153"/>
                </a:lnTo>
                <a:lnTo>
                  <a:pt x="5020" y="1154"/>
                </a:lnTo>
                <a:lnTo>
                  <a:pt x="5021" y="1154"/>
                </a:lnTo>
                <a:lnTo>
                  <a:pt x="5022" y="1154"/>
                </a:lnTo>
                <a:lnTo>
                  <a:pt x="5023" y="1154"/>
                </a:lnTo>
                <a:lnTo>
                  <a:pt x="5023" y="1155"/>
                </a:lnTo>
                <a:lnTo>
                  <a:pt x="5022" y="1155"/>
                </a:lnTo>
                <a:lnTo>
                  <a:pt x="5022" y="1156"/>
                </a:lnTo>
                <a:lnTo>
                  <a:pt x="5021" y="1156"/>
                </a:lnTo>
                <a:lnTo>
                  <a:pt x="5020" y="1156"/>
                </a:lnTo>
                <a:lnTo>
                  <a:pt x="5019" y="1156"/>
                </a:lnTo>
                <a:lnTo>
                  <a:pt x="5018" y="1156"/>
                </a:lnTo>
                <a:lnTo>
                  <a:pt x="5018" y="1157"/>
                </a:lnTo>
                <a:lnTo>
                  <a:pt x="5018" y="1158"/>
                </a:lnTo>
                <a:lnTo>
                  <a:pt x="5018" y="1159"/>
                </a:lnTo>
                <a:lnTo>
                  <a:pt x="5019" y="1159"/>
                </a:lnTo>
                <a:lnTo>
                  <a:pt x="5019" y="1158"/>
                </a:lnTo>
                <a:lnTo>
                  <a:pt x="5020" y="1158"/>
                </a:lnTo>
                <a:lnTo>
                  <a:pt x="5021" y="1159"/>
                </a:lnTo>
                <a:lnTo>
                  <a:pt x="5020" y="1159"/>
                </a:lnTo>
                <a:lnTo>
                  <a:pt x="5020" y="1160"/>
                </a:lnTo>
                <a:lnTo>
                  <a:pt x="5021" y="1161"/>
                </a:lnTo>
                <a:lnTo>
                  <a:pt x="5022" y="1161"/>
                </a:lnTo>
                <a:lnTo>
                  <a:pt x="5022" y="1162"/>
                </a:lnTo>
                <a:lnTo>
                  <a:pt x="5021" y="1162"/>
                </a:lnTo>
                <a:lnTo>
                  <a:pt x="5020" y="1162"/>
                </a:lnTo>
                <a:lnTo>
                  <a:pt x="5019" y="1162"/>
                </a:lnTo>
                <a:lnTo>
                  <a:pt x="5019" y="1163"/>
                </a:lnTo>
                <a:lnTo>
                  <a:pt x="5019" y="1164"/>
                </a:lnTo>
                <a:lnTo>
                  <a:pt x="5018" y="1164"/>
                </a:lnTo>
                <a:lnTo>
                  <a:pt x="5017" y="1164"/>
                </a:lnTo>
                <a:lnTo>
                  <a:pt x="5016" y="1164"/>
                </a:lnTo>
                <a:lnTo>
                  <a:pt x="5016" y="1165"/>
                </a:lnTo>
                <a:lnTo>
                  <a:pt x="5017" y="1165"/>
                </a:lnTo>
                <a:lnTo>
                  <a:pt x="5017" y="1166"/>
                </a:lnTo>
                <a:lnTo>
                  <a:pt x="5016" y="1166"/>
                </a:lnTo>
                <a:lnTo>
                  <a:pt x="5015" y="1166"/>
                </a:lnTo>
                <a:lnTo>
                  <a:pt x="5014" y="1166"/>
                </a:lnTo>
                <a:lnTo>
                  <a:pt x="5014" y="1167"/>
                </a:lnTo>
                <a:lnTo>
                  <a:pt x="5014" y="1168"/>
                </a:lnTo>
                <a:lnTo>
                  <a:pt x="5013" y="1168"/>
                </a:lnTo>
                <a:lnTo>
                  <a:pt x="5013" y="1169"/>
                </a:lnTo>
                <a:lnTo>
                  <a:pt x="5012" y="1169"/>
                </a:lnTo>
                <a:lnTo>
                  <a:pt x="5011" y="1168"/>
                </a:lnTo>
                <a:lnTo>
                  <a:pt x="5011" y="1169"/>
                </a:lnTo>
                <a:lnTo>
                  <a:pt x="5010" y="1169"/>
                </a:lnTo>
                <a:lnTo>
                  <a:pt x="5010" y="1168"/>
                </a:lnTo>
                <a:lnTo>
                  <a:pt x="5009" y="1168"/>
                </a:lnTo>
                <a:lnTo>
                  <a:pt x="5009" y="1167"/>
                </a:lnTo>
                <a:lnTo>
                  <a:pt x="5008" y="1167"/>
                </a:lnTo>
                <a:lnTo>
                  <a:pt x="5008" y="1168"/>
                </a:lnTo>
                <a:lnTo>
                  <a:pt x="5009" y="1168"/>
                </a:lnTo>
                <a:lnTo>
                  <a:pt x="5009" y="1169"/>
                </a:lnTo>
                <a:lnTo>
                  <a:pt x="5008" y="1169"/>
                </a:lnTo>
                <a:lnTo>
                  <a:pt x="5007" y="1169"/>
                </a:lnTo>
                <a:lnTo>
                  <a:pt x="5006" y="1169"/>
                </a:lnTo>
                <a:lnTo>
                  <a:pt x="5006" y="1170"/>
                </a:lnTo>
                <a:lnTo>
                  <a:pt x="5005" y="1170"/>
                </a:lnTo>
                <a:lnTo>
                  <a:pt x="5006" y="1170"/>
                </a:lnTo>
                <a:lnTo>
                  <a:pt x="5006" y="1171"/>
                </a:lnTo>
                <a:lnTo>
                  <a:pt x="5005" y="1171"/>
                </a:lnTo>
                <a:lnTo>
                  <a:pt x="5005" y="1172"/>
                </a:lnTo>
                <a:lnTo>
                  <a:pt x="5005" y="1173"/>
                </a:lnTo>
                <a:lnTo>
                  <a:pt x="5004" y="1173"/>
                </a:lnTo>
                <a:lnTo>
                  <a:pt x="5003" y="1173"/>
                </a:lnTo>
                <a:lnTo>
                  <a:pt x="5003" y="1174"/>
                </a:lnTo>
                <a:lnTo>
                  <a:pt x="5002" y="1174"/>
                </a:lnTo>
                <a:lnTo>
                  <a:pt x="5001" y="1174"/>
                </a:lnTo>
                <a:lnTo>
                  <a:pt x="5001" y="1173"/>
                </a:lnTo>
                <a:lnTo>
                  <a:pt x="5001" y="1174"/>
                </a:lnTo>
                <a:lnTo>
                  <a:pt x="5000" y="1174"/>
                </a:lnTo>
                <a:lnTo>
                  <a:pt x="4999" y="1173"/>
                </a:lnTo>
                <a:lnTo>
                  <a:pt x="4999" y="1174"/>
                </a:lnTo>
                <a:lnTo>
                  <a:pt x="4998" y="1174"/>
                </a:lnTo>
                <a:lnTo>
                  <a:pt x="4998" y="1175"/>
                </a:lnTo>
                <a:lnTo>
                  <a:pt x="4997" y="1175"/>
                </a:lnTo>
                <a:lnTo>
                  <a:pt x="4998" y="1175"/>
                </a:lnTo>
                <a:lnTo>
                  <a:pt x="4998" y="1176"/>
                </a:lnTo>
                <a:lnTo>
                  <a:pt x="4997" y="1176"/>
                </a:lnTo>
                <a:lnTo>
                  <a:pt x="4998" y="1177"/>
                </a:lnTo>
                <a:lnTo>
                  <a:pt x="4999" y="1177"/>
                </a:lnTo>
                <a:lnTo>
                  <a:pt x="4998" y="1177"/>
                </a:lnTo>
                <a:lnTo>
                  <a:pt x="4998" y="1178"/>
                </a:lnTo>
                <a:lnTo>
                  <a:pt x="4998" y="1179"/>
                </a:lnTo>
                <a:lnTo>
                  <a:pt x="4997" y="1180"/>
                </a:lnTo>
                <a:lnTo>
                  <a:pt x="4998" y="1180"/>
                </a:lnTo>
                <a:lnTo>
                  <a:pt x="4997" y="1180"/>
                </a:lnTo>
                <a:lnTo>
                  <a:pt x="4996" y="1181"/>
                </a:lnTo>
                <a:lnTo>
                  <a:pt x="4995" y="1182"/>
                </a:lnTo>
                <a:lnTo>
                  <a:pt x="4994" y="1182"/>
                </a:lnTo>
                <a:lnTo>
                  <a:pt x="4993" y="1182"/>
                </a:lnTo>
                <a:lnTo>
                  <a:pt x="4993" y="1181"/>
                </a:lnTo>
                <a:lnTo>
                  <a:pt x="4992" y="1181"/>
                </a:lnTo>
                <a:lnTo>
                  <a:pt x="4992" y="1180"/>
                </a:lnTo>
                <a:lnTo>
                  <a:pt x="4991" y="1180"/>
                </a:lnTo>
                <a:lnTo>
                  <a:pt x="4991" y="1181"/>
                </a:lnTo>
                <a:lnTo>
                  <a:pt x="4990" y="1181"/>
                </a:lnTo>
                <a:lnTo>
                  <a:pt x="4989" y="1180"/>
                </a:lnTo>
                <a:lnTo>
                  <a:pt x="4988" y="1180"/>
                </a:lnTo>
                <a:lnTo>
                  <a:pt x="4987" y="1180"/>
                </a:lnTo>
                <a:lnTo>
                  <a:pt x="4986" y="1179"/>
                </a:lnTo>
                <a:lnTo>
                  <a:pt x="4985" y="1179"/>
                </a:lnTo>
                <a:lnTo>
                  <a:pt x="4983" y="1179"/>
                </a:lnTo>
                <a:lnTo>
                  <a:pt x="4982" y="1179"/>
                </a:lnTo>
                <a:lnTo>
                  <a:pt x="4982" y="1180"/>
                </a:lnTo>
                <a:lnTo>
                  <a:pt x="4981" y="1180"/>
                </a:lnTo>
                <a:lnTo>
                  <a:pt x="4981" y="1179"/>
                </a:lnTo>
                <a:lnTo>
                  <a:pt x="4980" y="1179"/>
                </a:lnTo>
                <a:lnTo>
                  <a:pt x="4980" y="1178"/>
                </a:lnTo>
                <a:lnTo>
                  <a:pt x="4979" y="1178"/>
                </a:lnTo>
                <a:lnTo>
                  <a:pt x="4978" y="1178"/>
                </a:lnTo>
                <a:lnTo>
                  <a:pt x="4978" y="1179"/>
                </a:lnTo>
                <a:lnTo>
                  <a:pt x="4977" y="1179"/>
                </a:lnTo>
                <a:lnTo>
                  <a:pt x="4976" y="1180"/>
                </a:lnTo>
                <a:lnTo>
                  <a:pt x="4975" y="1181"/>
                </a:lnTo>
                <a:lnTo>
                  <a:pt x="4974" y="1181"/>
                </a:lnTo>
                <a:lnTo>
                  <a:pt x="4974" y="1182"/>
                </a:lnTo>
                <a:lnTo>
                  <a:pt x="4973" y="1182"/>
                </a:lnTo>
                <a:lnTo>
                  <a:pt x="4973" y="1181"/>
                </a:lnTo>
                <a:lnTo>
                  <a:pt x="4972" y="1181"/>
                </a:lnTo>
                <a:lnTo>
                  <a:pt x="4971" y="1181"/>
                </a:lnTo>
                <a:lnTo>
                  <a:pt x="4971" y="1180"/>
                </a:lnTo>
                <a:lnTo>
                  <a:pt x="4970" y="1179"/>
                </a:lnTo>
                <a:lnTo>
                  <a:pt x="4969" y="1179"/>
                </a:lnTo>
                <a:lnTo>
                  <a:pt x="4968" y="1179"/>
                </a:lnTo>
                <a:lnTo>
                  <a:pt x="4968" y="1180"/>
                </a:lnTo>
                <a:lnTo>
                  <a:pt x="4967" y="1180"/>
                </a:lnTo>
                <a:lnTo>
                  <a:pt x="4966" y="1180"/>
                </a:lnTo>
                <a:lnTo>
                  <a:pt x="4965" y="1180"/>
                </a:lnTo>
                <a:lnTo>
                  <a:pt x="4965" y="1181"/>
                </a:lnTo>
                <a:lnTo>
                  <a:pt x="4966" y="1181"/>
                </a:lnTo>
                <a:lnTo>
                  <a:pt x="4966" y="1182"/>
                </a:lnTo>
                <a:lnTo>
                  <a:pt x="4965" y="1182"/>
                </a:lnTo>
                <a:lnTo>
                  <a:pt x="4965" y="1183"/>
                </a:lnTo>
                <a:lnTo>
                  <a:pt x="4964" y="1183"/>
                </a:lnTo>
                <a:lnTo>
                  <a:pt x="4963" y="1183"/>
                </a:lnTo>
                <a:lnTo>
                  <a:pt x="4962" y="1183"/>
                </a:lnTo>
                <a:lnTo>
                  <a:pt x="4961" y="1183"/>
                </a:lnTo>
                <a:lnTo>
                  <a:pt x="4960" y="1183"/>
                </a:lnTo>
                <a:lnTo>
                  <a:pt x="4958" y="1183"/>
                </a:lnTo>
                <a:lnTo>
                  <a:pt x="4957" y="1183"/>
                </a:lnTo>
                <a:lnTo>
                  <a:pt x="4956" y="1183"/>
                </a:lnTo>
                <a:lnTo>
                  <a:pt x="4955" y="1182"/>
                </a:lnTo>
                <a:lnTo>
                  <a:pt x="4954" y="1182"/>
                </a:lnTo>
                <a:lnTo>
                  <a:pt x="4954" y="1181"/>
                </a:lnTo>
                <a:lnTo>
                  <a:pt x="4953" y="1181"/>
                </a:lnTo>
                <a:lnTo>
                  <a:pt x="4952" y="1182"/>
                </a:lnTo>
                <a:lnTo>
                  <a:pt x="4952" y="1181"/>
                </a:lnTo>
                <a:lnTo>
                  <a:pt x="4951" y="1181"/>
                </a:lnTo>
                <a:lnTo>
                  <a:pt x="4950" y="1181"/>
                </a:lnTo>
                <a:lnTo>
                  <a:pt x="4938" y="1180"/>
                </a:lnTo>
                <a:lnTo>
                  <a:pt x="4920" y="1181"/>
                </a:lnTo>
                <a:lnTo>
                  <a:pt x="4917" y="1182"/>
                </a:lnTo>
                <a:lnTo>
                  <a:pt x="4915" y="1183"/>
                </a:lnTo>
                <a:lnTo>
                  <a:pt x="4916" y="1184"/>
                </a:lnTo>
                <a:lnTo>
                  <a:pt x="4916" y="1185"/>
                </a:lnTo>
                <a:lnTo>
                  <a:pt x="4917" y="1185"/>
                </a:lnTo>
                <a:lnTo>
                  <a:pt x="4917" y="1186"/>
                </a:lnTo>
                <a:lnTo>
                  <a:pt x="4918" y="1186"/>
                </a:lnTo>
                <a:lnTo>
                  <a:pt x="4920" y="1188"/>
                </a:lnTo>
                <a:lnTo>
                  <a:pt x="4921" y="1188"/>
                </a:lnTo>
                <a:lnTo>
                  <a:pt x="4921" y="1189"/>
                </a:lnTo>
                <a:lnTo>
                  <a:pt x="4921" y="1190"/>
                </a:lnTo>
                <a:lnTo>
                  <a:pt x="4921" y="1191"/>
                </a:lnTo>
                <a:lnTo>
                  <a:pt x="4921" y="1192"/>
                </a:lnTo>
                <a:lnTo>
                  <a:pt x="4921" y="1193"/>
                </a:lnTo>
                <a:lnTo>
                  <a:pt x="4922" y="1193"/>
                </a:lnTo>
                <a:lnTo>
                  <a:pt x="4922" y="1194"/>
                </a:lnTo>
                <a:lnTo>
                  <a:pt x="4922" y="1195"/>
                </a:lnTo>
                <a:lnTo>
                  <a:pt x="4921" y="1195"/>
                </a:lnTo>
                <a:lnTo>
                  <a:pt x="4921" y="1196"/>
                </a:lnTo>
                <a:lnTo>
                  <a:pt x="4922" y="1196"/>
                </a:lnTo>
                <a:lnTo>
                  <a:pt x="4921" y="1197"/>
                </a:lnTo>
                <a:lnTo>
                  <a:pt x="4921" y="1198"/>
                </a:lnTo>
                <a:lnTo>
                  <a:pt x="4921" y="1199"/>
                </a:lnTo>
                <a:lnTo>
                  <a:pt x="4921" y="1200"/>
                </a:lnTo>
                <a:lnTo>
                  <a:pt x="4921" y="1201"/>
                </a:lnTo>
                <a:lnTo>
                  <a:pt x="4922" y="1202"/>
                </a:lnTo>
                <a:lnTo>
                  <a:pt x="4921" y="1203"/>
                </a:lnTo>
                <a:lnTo>
                  <a:pt x="4922" y="1204"/>
                </a:lnTo>
                <a:lnTo>
                  <a:pt x="4922" y="1205"/>
                </a:lnTo>
                <a:lnTo>
                  <a:pt x="4923" y="1205"/>
                </a:lnTo>
                <a:lnTo>
                  <a:pt x="4924" y="1205"/>
                </a:lnTo>
                <a:lnTo>
                  <a:pt x="4924" y="1206"/>
                </a:lnTo>
                <a:lnTo>
                  <a:pt x="4925" y="1207"/>
                </a:lnTo>
                <a:lnTo>
                  <a:pt x="4925" y="1208"/>
                </a:lnTo>
                <a:lnTo>
                  <a:pt x="4925" y="1209"/>
                </a:lnTo>
                <a:lnTo>
                  <a:pt x="4925" y="1210"/>
                </a:lnTo>
                <a:lnTo>
                  <a:pt x="4926" y="1210"/>
                </a:lnTo>
                <a:lnTo>
                  <a:pt x="4926" y="1211"/>
                </a:lnTo>
                <a:lnTo>
                  <a:pt x="4927" y="1212"/>
                </a:lnTo>
                <a:lnTo>
                  <a:pt x="4927" y="1213"/>
                </a:lnTo>
                <a:lnTo>
                  <a:pt x="4928" y="1213"/>
                </a:lnTo>
                <a:lnTo>
                  <a:pt x="4929" y="1213"/>
                </a:lnTo>
                <a:lnTo>
                  <a:pt x="4930" y="1214"/>
                </a:lnTo>
                <a:lnTo>
                  <a:pt x="4930" y="1215"/>
                </a:lnTo>
                <a:lnTo>
                  <a:pt x="4931" y="1215"/>
                </a:lnTo>
                <a:lnTo>
                  <a:pt x="4931" y="1216"/>
                </a:lnTo>
                <a:lnTo>
                  <a:pt x="4932" y="1216"/>
                </a:lnTo>
                <a:lnTo>
                  <a:pt x="4933" y="1216"/>
                </a:lnTo>
                <a:lnTo>
                  <a:pt x="4934" y="1216"/>
                </a:lnTo>
                <a:lnTo>
                  <a:pt x="4935" y="1217"/>
                </a:lnTo>
                <a:lnTo>
                  <a:pt x="4936" y="1217"/>
                </a:lnTo>
                <a:lnTo>
                  <a:pt x="4936" y="1218"/>
                </a:lnTo>
                <a:lnTo>
                  <a:pt x="4936" y="1219"/>
                </a:lnTo>
                <a:lnTo>
                  <a:pt x="4937" y="1219"/>
                </a:lnTo>
                <a:lnTo>
                  <a:pt x="4937" y="1220"/>
                </a:lnTo>
                <a:lnTo>
                  <a:pt x="4938" y="1221"/>
                </a:lnTo>
                <a:lnTo>
                  <a:pt x="4939" y="1221"/>
                </a:lnTo>
                <a:lnTo>
                  <a:pt x="4939" y="1222"/>
                </a:lnTo>
                <a:lnTo>
                  <a:pt x="4938" y="1222"/>
                </a:lnTo>
                <a:lnTo>
                  <a:pt x="4938" y="1223"/>
                </a:lnTo>
                <a:lnTo>
                  <a:pt x="4939" y="1223"/>
                </a:lnTo>
                <a:lnTo>
                  <a:pt x="4939" y="1224"/>
                </a:lnTo>
                <a:lnTo>
                  <a:pt x="4940" y="1224"/>
                </a:lnTo>
                <a:lnTo>
                  <a:pt x="4940" y="1225"/>
                </a:lnTo>
                <a:lnTo>
                  <a:pt x="4940" y="1226"/>
                </a:lnTo>
                <a:lnTo>
                  <a:pt x="4940" y="1227"/>
                </a:lnTo>
                <a:lnTo>
                  <a:pt x="4939" y="1227"/>
                </a:lnTo>
                <a:lnTo>
                  <a:pt x="4939" y="1228"/>
                </a:lnTo>
                <a:lnTo>
                  <a:pt x="4938" y="1228"/>
                </a:lnTo>
                <a:lnTo>
                  <a:pt x="4938" y="1229"/>
                </a:lnTo>
                <a:lnTo>
                  <a:pt x="4938" y="1230"/>
                </a:lnTo>
                <a:lnTo>
                  <a:pt x="4939" y="1230"/>
                </a:lnTo>
                <a:lnTo>
                  <a:pt x="4938" y="1231"/>
                </a:lnTo>
                <a:lnTo>
                  <a:pt x="4937" y="1231"/>
                </a:lnTo>
                <a:lnTo>
                  <a:pt x="4937" y="1232"/>
                </a:lnTo>
                <a:lnTo>
                  <a:pt x="4936" y="1232"/>
                </a:lnTo>
                <a:lnTo>
                  <a:pt x="4936" y="1233"/>
                </a:lnTo>
                <a:lnTo>
                  <a:pt x="4935" y="1233"/>
                </a:lnTo>
                <a:lnTo>
                  <a:pt x="4935" y="1234"/>
                </a:lnTo>
                <a:lnTo>
                  <a:pt x="4934" y="1234"/>
                </a:lnTo>
                <a:lnTo>
                  <a:pt x="4933" y="1234"/>
                </a:lnTo>
                <a:lnTo>
                  <a:pt x="4933" y="1235"/>
                </a:lnTo>
                <a:lnTo>
                  <a:pt x="4934" y="1235"/>
                </a:lnTo>
                <a:lnTo>
                  <a:pt x="4934" y="1237"/>
                </a:lnTo>
                <a:lnTo>
                  <a:pt x="4933" y="1237"/>
                </a:lnTo>
                <a:lnTo>
                  <a:pt x="4933" y="1238"/>
                </a:lnTo>
                <a:lnTo>
                  <a:pt x="4933" y="1239"/>
                </a:lnTo>
                <a:lnTo>
                  <a:pt x="4934" y="1239"/>
                </a:lnTo>
                <a:lnTo>
                  <a:pt x="4933" y="1240"/>
                </a:lnTo>
                <a:lnTo>
                  <a:pt x="4932" y="1240"/>
                </a:lnTo>
                <a:lnTo>
                  <a:pt x="4931" y="1240"/>
                </a:lnTo>
                <a:lnTo>
                  <a:pt x="4931" y="1241"/>
                </a:lnTo>
                <a:lnTo>
                  <a:pt x="4931" y="1242"/>
                </a:lnTo>
                <a:lnTo>
                  <a:pt x="4931" y="1243"/>
                </a:lnTo>
                <a:lnTo>
                  <a:pt x="4930" y="1243"/>
                </a:lnTo>
                <a:lnTo>
                  <a:pt x="4930" y="1244"/>
                </a:lnTo>
                <a:lnTo>
                  <a:pt x="4930" y="1243"/>
                </a:lnTo>
                <a:lnTo>
                  <a:pt x="4929" y="1243"/>
                </a:lnTo>
                <a:lnTo>
                  <a:pt x="4928" y="1243"/>
                </a:lnTo>
                <a:lnTo>
                  <a:pt x="4928" y="1244"/>
                </a:lnTo>
                <a:lnTo>
                  <a:pt x="4927" y="1244"/>
                </a:lnTo>
                <a:lnTo>
                  <a:pt x="4927" y="1245"/>
                </a:lnTo>
                <a:lnTo>
                  <a:pt x="4926" y="1246"/>
                </a:lnTo>
                <a:lnTo>
                  <a:pt x="4925" y="1246"/>
                </a:lnTo>
                <a:lnTo>
                  <a:pt x="4924" y="1246"/>
                </a:lnTo>
                <a:lnTo>
                  <a:pt x="4923" y="1246"/>
                </a:lnTo>
                <a:lnTo>
                  <a:pt x="4923" y="1247"/>
                </a:lnTo>
                <a:lnTo>
                  <a:pt x="4923" y="1248"/>
                </a:lnTo>
                <a:lnTo>
                  <a:pt x="4922" y="1248"/>
                </a:lnTo>
                <a:lnTo>
                  <a:pt x="4921" y="1248"/>
                </a:lnTo>
                <a:lnTo>
                  <a:pt x="4921" y="1247"/>
                </a:lnTo>
                <a:lnTo>
                  <a:pt x="4920" y="1247"/>
                </a:lnTo>
                <a:lnTo>
                  <a:pt x="4920" y="1246"/>
                </a:lnTo>
                <a:lnTo>
                  <a:pt x="4921" y="1246"/>
                </a:lnTo>
                <a:lnTo>
                  <a:pt x="4922" y="1246"/>
                </a:lnTo>
                <a:lnTo>
                  <a:pt x="4921" y="1245"/>
                </a:lnTo>
                <a:lnTo>
                  <a:pt x="4920" y="1245"/>
                </a:lnTo>
                <a:lnTo>
                  <a:pt x="4919" y="1245"/>
                </a:lnTo>
                <a:lnTo>
                  <a:pt x="4919" y="1246"/>
                </a:lnTo>
                <a:lnTo>
                  <a:pt x="4919" y="1247"/>
                </a:lnTo>
                <a:lnTo>
                  <a:pt x="4918" y="1246"/>
                </a:lnTo>
                <a:lnTo>
                  <a:pt x="4918" y="1245"/>
                </a:lnTo>
                <a:lnTo>
                  <a:pt x="4917" y="1245"/>
                </a:lnTo>
                <a:lnTo>
                  <a:pt x="4916" y="1245"/>
                </a:lnTo>
                <a:lnTo>
                  <a:pt x="4915" y="1245"/>
                </a:lnTo>
                <a:lnTo>
                  <a:pt x="4915" y="1244"/>
                </a:lnTo>
                <a:lnTo>
                  <a:pt x="4915" y="1243"/>
                </a:lnTo>
                <a:lnTo>
                  <a:pt x="4916" y="1243"/>
                </a:lnTo>
                <a:lnTo>
                  <a:pt x="4915" y="1242"/>
                </a:lnTo>
                <a:lnTo>
                  <a:pt x="4915" y="1243"/>
                </a:lnTo>
                <a:lnTo>
                  <a:pt x="4914" y="1243"/>
                </a:lnTo>
                <a:lnTo>
                  <a:pt x="4913" y="1243"/>
                </a:lnTo>
                <a:lnTo>
                  <a:pt x="4913" y="1242"/>
                </a:lnTo>
                <a:lnTo>
                  <a:pt x="4912" y="1242"/>
                </a:lnTo>
                <a:lnTo>
                  <a:pt x="4912" y="1241"/>
                </a:lnTo>
                <a:lnTo>
                  <a:pt x="4913" y="1241"/>
                </a:lnTo>
                <a:lnTo>
                  <a:pt x="4913" y="1240"/>
                </a:lnTo>
                <a:lnTo>
                  <a:pt x="4912" y="1240"/>
                </a:lnTo>
                <a:lnTo>
                  <a:pt x="4911" y="1241"/>
                </a:lnTo>
                <a:lnTo>
                  <a:pt x="4911" y="1242"/>
                </a:lnTo>
                <a:lnTo>
                  <a:pt x="4911" y="1243"/>
                </a:lnTo>
                <a:lnTo>
                  <a:pt x="4910" y="1243"/>
                </a:lnTo>
                <a:lnTo>
                  <a:pt x="4910" y="1242"/>
                </a:lnTo>
                <a:lnTo>
                  <a:pt x="4910" y="1241"/>
                </a:lnTo>
                <a:lnTo>
                  <a:pt x="4909" y="1241"/>
                </a:lnTo>
                <a:lnTo>
                  <a:pt x="4908" y="1241"/>
                </a:lnTo>
                <a:lnTo>
                  <a:pt x="4907" y="1241"/>
                </a:lnTo>
                <a:lnTo>
                  <a:pt x="4907" y="1240"/>
                </a:lnTo>
                <a:lnTo>
                  <a:pt x="4907" y="1239"/>
                </a:lnTo>
                <a:lnTo>
                  <a:pt x="4907" y="1240"/>
                </a:lnTo>
                <a:lnTo>
                  <a:pt x="4906" y="1240"/>
                </a:lnTo>
                <a:lnTo>
                  <a:pt x="4906" y="1239"/>
                </a:lnTo>
                <a:lnTo>
                  <a:pt x="4906" y="1240"/>
                </a:lnTo>
                <a:lnTo>
                  <a:pt x="4905" y="1240"/>
                </a:lnTo>
                <a:lnTo>
                  <a:pt x="4904" y="1240"/>
                </a:lnTo>
                <a:lnTo>
                  <a:pt x="4904" y="1241"/>
                </a:lnTo>
                <a:lnTo>
                  <a:pt x="4904" y="1242"/>
                </a:lnTo>
                <a:lnTo>
                  <a:pt x="4903" y="1242"/>
                </a:lnTo>
                <a:lnTo>
                  <a:pt x="4903" y="1241"/>
                </a:lnTo>
                <a:lnTo>
                  <a:pt x="4902" y="1241"/>
                </a:lnTo>
                <a:lnTo>
                  <a:pt x="4902" y="1240"/>
                </a:lnTo>
                <a:lnTo>
                  <a:pt x="4901" y="1240"/>
                </a:lnTo>
                <a:lnTo>
                  <a:pt x="4900" y="1240"/>
                </a:lnTo>
                <a:lnTo>
                  <a:pt x="4900" y="1241"/>
                </a:lnTo>
                <a:lnTo>
                  <a:pt x="4900" y="1242"/>
                </a:lnTo>
                <a:lnTo>
                  <a:pt x="4900" y="1243"/>
                </a:lnTo>
                <a:lnTo>
                  <a:pt x="4901" y="1243"/>
                </a:lnTo>
                <a:lnTo>
                  <a:pt x="4901" y="1244"/>
                </a:lnTo>
                <a:lnTo>
                  <a:pt x="4900" y="1244"/>
                </a:lnTo>
                <a:lnTo>
                  <a:pt x="4899" y="1244"/>
                </a:lnTo>
                <a:lnTo>
                  <a:pt x="4899" y="1243"/>
                </a:lnTo>
                <a:lnTo>
                  <a:pt x="4899" y="1242"/>
                </a:lnTo>
                <a:lnTo>
                  <a:pt x="4898" y="1242"/>
                </a:lnTo>
                <a:lnTo>
                  <a:pt x="4897" y="1242"/>
                </a:lnTo>
                <a:lnTo>
                  <a:pt x="4897" y="1243"/>
                </a:lnTo>
                <a:lnTo>
                  <a:pt x="4897" y="1244"/>
                </a:lnTo>
                <a:lnTo>
                  <a:pt x="4896" y="1244"/>
                </a:lnTo>
                <a:lnTo>
                  <a:pt x="4896" y="1243"/>
                </a:lnTo>
                <a:lnTo>
                  <a:pt x="4895" y="1243"/>
                </a:lnTo>
                <a:lnTo>
                  <a:pt x="4895" y="1242"/>
                </a:lnTo>
                <a:lnTo>
                  <a:pt x="4894" y="1242"/>
                </a:lnTo>
                <a:lnTo>
                  <a:pt x="4893" y="1242"/>
                </a:lnTo>
                <a:lnTo>
                  <a:pt x="4893" y="1243"/>
                </a:lnTo>
                <a:lnTo>
                  <a:pt x="4893" y="1244"/>
                </a:lnTo>
                <a:lnTo>
                  <a:pt x="4893" y="1243"/>
                </a:lnTo>
                <a:lnTo>
                  <a:pt x="4892" y="1243"/>
                </a:lnTo>
                <a:lnTo>
                  <a:pt x="4893" y="1243"/>
                </a:lnTo>
                <a:lnTo>
                  <a:pt x="4892" y="1242"/>
                </a:lnTo>
                <a:lnTo>
                  <a:pt x="4891" y="1242"/>
                </a:lnTo>
                <a:lnTo>
                  <a:pt x="4890" y="1242"/>
                </a:lnTo>
                <a:lnTo>
                  <a:pt x="4888" y="1242"/>
                </a:lnTo>
                <a:lnTo>
                  <a:pt x="4887" y="1242"/>
                </a:lnTo>
                <a:lnTo>
                  <a:pt x="4887" y="1243"/>
                </a:lnTo>
                <a:lnTo>
                  <a:pt x="4885" y="1243"/>
                </a:lnTo>
                <a:lnTo>
                  <a:pt x="4884" y="1242"/>
                </a:lnTo>
                <a:lnTo>
                  <a:pt x="4883" y="1242"/>
                </a:lnTo>
                <a:lnTo>
                  <a:pt x="4883" y="1243"/>
                </a:lnTo>
                <a:lnTo>
                  <a:pt x="4882" y="1243"/>
                </a:lnTo>
                <a:lnTo>
                  <a:pt x="4882" y="1242"/>
                </a:lnTo>
                <a:lnTo>
                  <a:pt x="4881" y="1242"/>
                </a:lnTo>
                <a:lnTo>
                  <a:pt x="4880" y="1242"/>
                </a:lnTo>
                <a:lnTo>
                  <a:pt x="4881" y="1243"/>
                </a:lnTo>
                <a:lnTo>
                  <a:pt x="4882" y="1243"/>
                </a:lnTo>
                <a:lnTo>
                  <a:pt x="4882" y="1244"/>
                </a:lnTo>
                <a:lnTo>
                  <a:pt x="4881" y="1244"/>
                </a:lnTo>
                <a:lnTo>
                  <a:pt x="4880" y="1244"/>
                </a:lnTo>
                <a:lnTo>
                  <a:pt x="4879" y="1244"/>
                </a:lnTo>
                <a:lnTo>
                  <a:pt x="4879" y="1243"/>
                </a:lnTo>
                <a:lnTo>
                  <a:pt x="4878" y="1242"/>
                </a:lnTo>
                <a:lnTo>
                  <a:pt x="4877" y="1241"/>
                </a:lnTo>
                <a:lnTo>
                  <a:pt x="4876" y="1242"/>
                </a:lnTo>
                <a:lnTo>
                  <a:pt x="4875" y="1242"/>
                </a:lnTo>
                <a:lnTo>
                  <a:pt x="4873" y="1242"/>
                </a:lnTo>
                <a:lnTo>
                  <a:pt x="4873" y="1241"/>
                </a:lnTo>
                <a:lnTo>
                  <a:pt x="4872" y="1241"/>
                </a:lnTo>
                <a:lnTo>
                  <a:pt x="4871" y="1240"/>
                </a:lnTo>
                <a:lnTo>
                  <a:pt x="4871" y="1239"/>
                </a:lnTo>
                <a:lnTo>
                  <a:pt x="4871" y="1238"/>
                </a:lnTo>
                <a:lnTo>
                  <a:pt x="4871" y="1237"/>
                </a:lnTo>
                <a:lnTo>
                  <a:pt x="4870" y="1237"/>
                </a:lnTo>
                <a:lnTo>
                  <a:pt x="4869" y="1238"/>
                </a:lnTo>
                <a:lnTo>
                  <a:pt x="4868" y="1238"/>
                </a:lnTo>
                <a:lnTo>
                  <a:pt x="4868" y="1237"/>
                </a:lnTo>
                <a:lnTo>
                  <a:pt x="4867" y="1237"/>
                </a:lnTo>
                <a:lnTo>
                  <a:pt x="4866" y="1237"/>
                </a:lnTo>
                <a:lnTo>
                  <a:pt x="4865" y="1237"/>
                </a:lnTo>
                <a:lnTo>
                  <a:pt x="4864" y="1237"/>
                </a:lnTo>
                <a:lnTo>
                  <a:pt x="4865" y="1237"/>
                </a:lnTo>
                <a:lnTo>
                  <a:pt x="4865" y="1236"/>
                </a:lnTo>
                <a:lnTo>
                  <a:pt x="4864" y="1236"/>
                </a:lnTo>
                <a:lnTo>
                  <a:pt x="4864" y="1237"/>
                </a:lnTo>
                <a:lnTo>
                  <a:pt x="4863" y="1237"/>
                </a:lnTo>
                <a:lnTo>
                  <a:pt x="4864" y="1237"/>
                </a:lnTo>
                <a:lnTo>
                  <a:pt x="4864" y="1238"/>
                </a:lnTo>
                <a:lnTo>
                  <a:pt x="4863" y="1238"/>
                </a:lnTo>
                <a:lnTo>
                  <a:pt x="4862" y="1238"/>
                </a:lnTo>
                <a:lnTo>
                  <a:pt x="4861" y="1238"/>
                </a:lnTo>
                <a:lnTo>
                  <a:pt x="4860" y="1238"/>
                </a:lnTo>
                <a:lnTo>
                  <a:pt x="4859" y="1239"/>
                </a:lnTo>
                <a:lnTo>
                  <a:pt x="4859" y="1238"/>
                </a:lnTo>
                <a:lnTo>
                  <a:pt x="4858" y="1238"/>
                </a:lnTo>
                <a:lnTo>
                  <a:pt x="4858" y="1237"/>
                </a:lnTo>
                <a:lnTo>
                  <a:pt x="4858" y="1236"/>
                </a:lnTo>
                <a:lnTo>
                  <a:pt x="4857" y="1236"/>
                </a:lnTo>
                <a:lnTo>
                  <a:pt x="4856" y="1236"/>
                </a:lnTo>
                <a:lnTo>
                  <a:pt x="4855" y="1237"/>
                </a:lnTo>
                <a:lnTo>
                  <a:pt x="4855" y="1236"/>
                </a:lnTo>
                <a:lnTo>
                  <a:pt x="4854" y="1236"/>
                </a:lnTo>
                <a:lnTo>
                  <a:pt x="4854" y="1237"/>
                </a:lnTo>
                <a:lnTo>
                  <a:pt x="4854" y="1238"/>
                </a:lnTo>
                <a:lnTo>
                  <a:pt x="4853" y="1238"/>
                </a:lnTo>
                <a:lnTo>
                  <a:pt x="4852" y="1238"/>
                </a:lnTo>
                <a:lnTo>
                  <a:pt x="4852" y="1237"/>
                </a:lnTo>
                <a:lnTo>
                  <a:pt x="4851" y="1237"/>
                </a:lnTo>
                <a:lnTo>
                  <a:pt x="4850" y="1237"/>
                </a:lnTo>
                <a:lnTo>
                  <a:pt x="4849" y="1236"/>
                </a:lnTo>
                <a:lnTo>
                  <a:pt x="4848" y="1236"/>
                </a:lnTo>
                <a:lnTo>
                  <a:pt x="4847" y="1236"/>
                </a:lnTo>
                <a:lnTo>
                  <a:pt x="4847" y="1237"/>
                </a:lnTo>
                <a:lnTo>
                  <a:pt x="4845" y="1237"/>
                </a:lnTo>
                <a:lnTo>
                  <a:pt x="4845" y="1236"/>
                </a:lnTo>
                <a:lnTo>
                  <a:pt x="4844" y="1236"/>
                </a:lnTo>
                <a:lnTo>
                  <a:pt x="4844" y="1235"/>
                </a:lnTo>
                <a:lnTo>
                  <a:pt x="4845" y="1235"/>
                </a:lnTo>
                <a:lnTo>
                  <a:pt x="4846" y="1235"/>
                </a:lnTo>
                <a:lnTo>
                  <a:pt x="4847" y="1235"/>
                </a:lnTo>
                <a:lnTo>
                  <a:pt x="4847" y="1234"/>
                </a:lnTo>
                <a:lnTo>
                  <a:pt x="4848" y="1234"/>
                </a:lnTo>
                <a:lnTo>
                  <a:pt x="4847" y="1233"/>
                </a:lnTo>
                <a:lnTo>
                  <a:pt x="4846" y="1233"/>
                </a:lnTo>
                <a:lnTo>
                  <a:pt x="4845" y="1233"/>
                </a:lnTo>
                <a:lnTo>
                  <a:pt x="4844" y="1234"/>
                </a:lnTo>
                <a:lnTo>
                  <a:pt x="4843" y="1234"/>
                </a:lnTo>
                <a:lnTo>
                  <a:pt x="4843" y="1233"/>
                </a:lnTo>
                <a:lnTo>
                  <a:pt x="4843" y="1232"/>
                </a:lnTo>
                <a:lnTo>
                  <a:pt x="4842" y="1232"/>
                </a:lnTo>
                <a:lnTo>
                  <a:pt x="4841" y="1232"/>
                </a:lnTo>
                <a:lnTo>
                  <a:pt x="4840" y="1232"/>
                </a:lnTo>
                <a:lnTo>
                  <a:pt x="4841" y="1232"/>
                </a:lnTo>
                <a:lnTo>
                  <a:pt x="4841" y="1231"/>
                </a:lnTo>
                <a:lnTo>
                  <a:pt x="4840" y="1231"/>
                </a:lnTo>
                <a:lnTo>
                  <a:pt x="4839" y="1232"/>
                </a:lnTo>
                <a:lnTo>
                  <a:pt x="4838" y="1232"/>
                </a:lnTo>
                <a:lnTo>
                  <a:pt x="4837" y="1231"/>
                </a:lnTo>
                <a:lnTo>
                  <a:pt x="4837" y="1230"/>
                </a:lnTo>
                <a:lnTo>
                  <a:pt x="4836" y="1230"/>
                </a:lnTo>
                <a:lnTo>
                  <a:pt x="4836" y="1231"/>
                </a:lnTo>
                <a:lnTo>
                  <a:pt x="4835" y="1231"/>
                </a:lnTo>
                <a:lnTo>
                  <a:pt x="4835" y="1232"/>
                </a:lnTo>
                <a:lnTo>
                  <a:pt x="4834" y="1231"/>
                </a:lnTo>
                <a:lnTo>
                  <a:pt x="4835" y="1230"/>
                </a:lnTo>
                <a:lnTo>
                  <a:pt x="4834" y="1230"/>
                </a:lnTo>
                <a:lnTo>
                  <a:pt x="4833" y="1230"/>
                </a:lnTo>
                <a:lnTo>
                  <a:pt x="4832" y="1230"/>
                </a:lnTo>
                <a:lnTo>
                  <a:pt x="4831" y="1230"/>
                </a:lnTo>
                <a:lnTo>
                  <a:pt x="4831" y="1229"/>
                </a:lnTo>
                <a:lnTo>
                  <a:pt x="4832" y="1229"/>
                </a:lnTo>
                <a:lnTo>
                  <a:pt x="4833" y="1229"/>
                </a:lnTo>
                <a:lnTo>
                  <a:pt x="4832" y="1229"/>
                </a:lnTo>
                <a:lnTo>
                  <a:pt x="4832" y="1228"/>
                </a:lnTo>
                <a:lnTo>
                  <a:pt x="4833" y="1227"/>
                </a:lnTo>
                <a:lnTo>
                  <a:pt x="4834" y="1227"/>
                </a:lnTo>
                <a:lnTo>
                  <a:pt x="4835" y="1227"/>
                </a:lnTo>
                <a:lnTo>
                  <a:pt x="4835" y="1226"/>
                </a:lnTo>
                <a:lnTo>
                  <a:pt x="4834" y="1226"/>
                </a:lnTo>
                <a:lnTo>
                  <a:pt x="4835" y="1226"/>
                </a:lnTo>
                <a:lnTo>
                  <a:pt x="4835" y="1225"/>
                </a:lnTo>
                <a:lnTo>
                  <a:pt x="4836" y="1225"/>
                </a:lnTo>
                <a:lnTo>
                  <a:pt x="4838" y="1225"/>
                </a:lnTo>
                <a:lnTo>
                  <a:pt x="4838" y="1224"/>
                </a:lnTo>
                <a:lnTo>
                  <a:pt x="4836" y="1224"/>
                </a:lnTo>
                <a:lnTo>
                  <a:pt x="4835" y="1224"/>
                </a:lnTo>
                <a:lnTo>
                  <a:pt x="4834" y="1224"/>
                </a:lnTo>
                <a:lnTo>
                  <a:pt x="4833" y="1224"/>
                </a:lnTo>
                <a:lnTo>
                  <a:pt x="4833" y="1223"/>
                </a:lnTo>
                <a:lnTo>
                  <a:pt x="4833" y="1222"/>
                </a:lnTo>
                <a:lnTo>
                  <a:pt x="4832" y="1222"/>
                </a:lnTo>
                <a:lnTo>
                  <a:pt x="4831" y="1222"/>
                </a:lnTo>
                <a:lnTo>
                  <a:pt x="4830" y="1222"/>
                </a:lnTo>
                <a:lnTo>
                  <a:pt x="4830" y="1221"/>
                </a:lnTo>
                <a:lnTo>
                  <a:pt x="4831" y="1221"/>
                </a:lnTo>
                <a:lnTo>
                  <a:pt x="4831" y="1220"/>
                </a:lnTo>
                <a:lnTo>
                  <a:pt x="4831" y="1219"/>
                </a:lnTo>
                <a:lnTo>
                  <a:pt x="4830" y="1219"/>
                </a:lnTo>
                <a:lnTo>
                  <a:pt x="4830" y="1220"/>
                </a:lnTo>
                <a:lnTo>
                  <a:pt x="4829" y="1220"/>
                </a:lnTo>
                <a:lnTo>
                  <a:pt x="4829" y="1219"/>
                </a:lnTo>
                <a:lnTo>
                  <a:pt x="4828" y="1219"/>
                </a:lnTo>
                <a:lnTo>
                  <a:pt x="4828" y="1218"/>
                </a:lnTo>
                <a:lnTo>
                  <a:pt x="4827" y="1218"/>
                </a:lnTo>
                <a:lnTo>
                  <a:pt x="4826" y="1218"/>
                </a:lnTo>
                <a:lnTo>
                  <a:pt x="4826" y="1217"/>
                </a:lnTo>
                <a:lnTo>
                  <a:pt x="4825" y="1217"/>
                </a:lnTo>
                <a:lnTo>
                  <a:pt x="4825" y="1216"/>
                </a:lnTo>
                <a:lnTo>
                  <a:pt x="4826" y="1216"/>
                </a:lnTo>
                <a:lnTo>
                  <a:pt x="4826" y="1215"/>
                </a:lnTo>
                <a:lnTo>
                  <a:pt x="4826" y="1214"/>
                </a:lnTo>
                <a:lnTo>
                  <a:pt x="4827" y="1214"/>
                </a:lnTo>
                <a:lnTo>
                  <a:pt x="4827" y="1215"/>
                </a:lnTo>
                <a:lnTo>
                  <a:pt x="4828" y="1215"/>
                </a:lnTo>
                <a:lnTo>
                  <a:pt x="4829" y="1214"/>
                </a:lnTo>
                <a:lnTo>
                  <a:pt x="4829" y="1213"/>
                </a:lnTo>
                <a:lnTo>
                  <a:pt x="4828" y="1213"/>
                </a:lnTo>
                <a:lnTo>
                  <a:pt x="4828" y="1214"/>
                </a:lnTo>
                <a:lnTo>
                  <a:pt x="4827" y="1214"/>
                </a:lnTo>
                <a:lnTo>
                  <a:pt x="4826" y="1213"/>
                </a:lnTo>
                <a:lnTo>
                  <a:pt x="4827" y="1213"/>
                </a:lnTo>
                <a:lnTo>
                  <a:pt x="4827" y="1212"/>
                </a:lnTo>
                <a:lnTo>
                  <a:pt x="4826" y="1212"/>
                </a:lnTo>
                <a:lnTo>
                  <a:pt x="4826" y="1211"/>
                </a:lnTo>
                <a:lnTo>
                  <a:pt x="4826" y="1210"/>
                </a:lnTo>
                <a:lnTo>
                  <a:pt x="4826" y="1209"/>
                </a:lnTo>
                <a:lnTo>
                  <a:pt x="4825" y="1209"/>
                </a:lnTo>
                <a:lnTo>
                  <a:pt x="4825" y="1210"/>
                </a:lnTo>
                <a:lnTo>
                  <a:pt x="4823" y="1210"/>
                </a:lnTo>
                <a:lnTo>
                  <a:pt x="4823" y="1209"/>
                </a:lnTo>
                <a:lnTo>
                  <a:pt x="4822" y="1209"/>
                </a:lnTo>
                <a:lnTo>
                  <a:pt x="4822" y="1208"/>
                </a:lnTo>
                <a:lnTo>
                  <a:pt x="4822" y="1207"/>
                </a:lnTo>
                <a:lnTo>
                  <a:pt x="4821" y="1207"/>
                </a:lnTo>
                <a:lnTo>
                  <a:pt x="4820" y="1207"/>
                </a:lnTo>
                <a:lnTo>
                  <a:pt x="4820" y="1206"/>
                </a:lnTo>
                <a:lnTo>
                  <a:pt x="4819" y="1206"/>
                </a:lnTo>
                <a:lnTo>
                  <a:pt x="4818" y="1206"/>
                </a:lnTo>
                <a:lnTo>
                  <a:pt x="4817" y="1206"/>
                </a:lnTo>
                <a:lnTo>
                  <a:pt x="4817" y="1207"/>
                </a:lnTo>
                <a:lnTo>
                  <a:pt x="4816" y="1207"/>
                </a:lnTo>
                <a:lnTo>
                  <a:pt x="4816" y="1206"/>
                </a:lnTo>
                <a:lnTo>
                  <a:pt x="4816" y="1205"/>
                </a:lnTo>
                <a:lnTo>
                  <a:pt x="4817" y="1205"/>
                </a:lnTo>
                <a:lnTo>
                  <a:pt x="4817" y="1204"/>
                </a:lnTo>
                <a:lnTo>
                  <a:pt x="4817" y="1203"/>
                </a:lnTo>
                <a:lnTo>
                  <a:pt x="4816" y="1202"/>
                </a:lnTo>
                <a:lnTo>
                  <a:pt x="4815" y="1202"/>
                </a:lnTo>
                <a:lnTo>
                  <a:pt x="4815" y="1203"/>
                </a:lnTo>
                <a:lnTo>
                  <a:pt x="4814" y="1203"/>
                </a:lnTo>
                <a:lnTo>
                  <a:pt x="4814" y="1204"/>
                </a:lnTo>
                <a:lnTo>
                  <a:pt x="4813" y="1204"/>
                </a:lnTo>
                <a:lnTo>
                  <a:pt x="4812" y="1204"/>
                </a:lnTo>
                <a:lnTo>
                  <a:pt x="4811" y="1204"/>
                </a:lnTo>
                <a:lnTo>
                  <a:pt x="4810" y="1205"/>
                </a:lnTo>
                <a:lnTo>
                  <a:pt x="4810" y="1206"/>
                </a:lnTo>
                <a:lnTo>
                  <a:pt x="4809" y="1207"/>
                </a:lnTo>
                <a:lnTo>
                  <a:pt x="4809" y="1208"/>
                </a:lnTo>
                <a:lnTo>
                  <a:pt x="4809" y="1209"/>
                </a:lnTo>
                <a:lnTo>
                  <a:pt x="4808" y="1209"/>
                </a:lnTo>
                <a:lnTo>
                  <a:pt x="4808" y="1210"/>
                </a:lnTo>
                <a:lnTo>
                  <a:pt x="4808" y="1211"/>
                </a:lnTo>
                <a:lnTo>
                  <a:pt x="4807" y="1212"/>
                </a:lnTo>
                <a:lnTo>
                  <a:pt x="4806" y="1212"/>
                </a:lnTo>
                <a:lnTo>
                  <a:pt x="4806" y="1211"/>
                </a:lnTo>
                <a:lnTo>
                  <a:pt x="4806" y="1210"/>
                </a:lnTo>
                <a:lnTo>
                  <a:pt x="4805" y="1209"/>
                </a:lnTo>
                <a:lnTo>
                  <a:pt x="4804" y="1209"/>
                </a:lnTo>
                <a:lnTo>
                  <a:pt x="4804" y="1210"/>
                </a:lnTo>
                <a:lnTo>
                  <a:pt x="4804" y="1212"/>
                </a:lnTo>
                <a:lnTo>
                  <a:pt x="4803" y="1212"/>
                </a:lnTo>
                <a:lnTo>
                  <a:pt x="4803" y="1213"/>
                </a:lnTo>
                <a:lnTo>
                  <a:pt x="4804" y="1213"/>
                </a:lnTo>
                <a:lnTo>
                  <a:pt x="4804" y="1214"/>
                </a:lnTo>
                <a:lnTo>
                  <a:pt x="4803" y="1214"/>
                </a:lnTo>
                <a:lnTo>
                  <a:pt x="4803" y="1215"/>
                </a:lnTo>
                <a:lnTo>
                  <a:pt x="4802" y="1214"/>
                </a:lnTo>
                <a:lnTo>
                  <a:pt x="4801" y="1214"/>
                </a:lnTo>
                <a:lnTo>
                  <a:pt x="4801" y="1212"/>
                </a:lnTo>
                <a:lnTo>
                  <a:pt x="4800" y="1211"/>
                </a:lnTo>
                <a:lnTo>
                  <a:pt x="4799" y="1211"/>
                </a:lnTo>
                <a:lnTo>
                  <a:pt x="4798" y="1210"/>
                </a:lnTo>
                <a:lnTo>
                  <a:pt x="4797" y="1209"/>
                </a:lnTo>
                <a:lnTo>
                  <a:pt x="4795" y="1209"/>
                </a:lnTo>
                <a:lnTo>
                  <a:pt x="4794" y="1209"/>
                </a:lnTo>
                <a:lnTo>
                  <a:pt x="4794" y="1210"/>
                </a:lnTo>
                <a:lnTo>
                  <a:pt x="4795" y="1210"/>
                </a:lnTo>
                <a:lnTo>
                  <a:pt x="4796" y="1211"/>
                </a:lnTo>
                <a:lnTo>
                  <a:pt x="4797" y="1211"/>
                </a:lnTo>
                <a:lnTo>
                  <a:pt x="4798" y="1211"/>
                </a:lnTo>
                <a:lnTo>
                  <a:pt x="4798" y="1212"/>
                </a:lnTo>
                <a:lnTo>
                  <a:pt x="4798" y="1213"/>
                </a:lnTo>
                <a:lnTo>
                  <a:pt x="4797" y="1213"/>
                </a:lnTo>
                <a:lnTo>
                  <a:pt x="4797" y="1214"/>
                </a:lnTo>
                <a:lnTo>
                  <a:pt x="4796" y="1214"/>
                </a:lnTo>
                <a:lnTo>
                  <a:pt x="4796" y="1215"/>
                </a:lnTo>
                <a:lnTo>
                  <a:pt x="4795" y="1215"/>
                </a:lnTo>
                <a:lnTo>
                  <a:pt x="4794" y="1215"/>
                </a:lnTo>
                <a:lnTo>
                  <a:pt x="4794" y="1216"/>
                </a:lnTo>
                <a:lnTo>
                  <a:pt x="4795" y="1216"/>
                </a:lnTo>
                <a:lnTo>
                  <a:pt x="4795" y="1217"/>
                </a:lnTo>
                <a:lnTo>
                  <a:pt x="4794" y="1218"/>
                </a:lnTo>
                <a:lnTo>
                  <a:pt x="4793" y="1218"/>
                </a:lnTo>
                <a:lnTo>
                  <a:pt x="4792" y="1218"/>
                </a:lnTo>
                <a:lnTo>
                  <a:pt x="4792" y="1217"/>
                </a:lnTo>
                <a:lnTo>
                  <a:pt x="4792" y="1218"/>
                </a:lnTo>
                <a:lnTo>
                  <a:pt x="4791" y="1219"/>
                </a:lnTo>
                <a:lnTo>
                  <a:pt x="4790" y="1219"/>
                </a:lnTo>
                <a:lnTo>
                  <a:pt x="4790" y="1218"/>
                </a:lnTo>
                <a:lnTo>
                  <a:pt x="4789" y="1218"/>
                </a:lnTo>
                <a:lnTo>
                  <a:pt x="4788" y="1218"/>
                </a:lnTo>
                <a:lnTo>
                  <a:pt x="4788" y="1217"/>
                </a:lnTo>
                <a:lnTo>
                  <a:pt x="4787" y="1217"/>
                </a:lnTo>
                <a:lnTo>
                  <a:pt x="4787" y="1218"/>
                </a:lnTo>
                <a:lnTo>
                  <a:pt x="4787" y="1219"/>
                </a:lnTo>
                <a:lnTo>
                  <a:pt x="4788" y="1219"/>
                </a:lnTo>
                <a:lnTo>
                  <a:pt x="4787" y="1220"/>
                </a:lnTo>
                <a:lnTo>
                  <a:pt x="4786" y="1221"/>
                </a:lnTo>
                <a:lnTo>
                  <a:pt x="4786" y="1222"/>
                </a:lnTo>
                <a:lnTo>
                  <a:pt x="4785" y="1222"/>
                </a:lnTo>
                <a:lnTo>
                  <a:pt x="4785" y="1223"/>
                </a:lnTo>
                <a:lnTo>
                  <a:pt x="4783" y="1223"/>
                </a:lnTo>
                <a:lnTo>
                  <a:pt x="4783" y="1224"/>
                </a:lnTo>
                <a:lnTo>
                  <a:pt x="4784" y="1225"/>
                </a:lnTo>
                <a:lnTo>
                  <a:pt x="4784" y="1226"/>
                </a:lnTo>
                <a:lnTo>
                  <a:pt x="4785" y="1227"/>
                </a:lnTo>
                <a:lnTo>
                  <a:pt x="4785" y="1228"/>
                </a:lnTo>
                <a:lnTo>
                  <a:pt x="4785" y="1229"/>
                </a:lnTo>
                <a:lnTo>
                  <a:pt x="4784" y="1230"/>
                </a:lnTo>
                <a:lnTo>
                  <a:pt x="4783" y="1230"/>
                </a:lnTo>
                <a:lnTo>
                  <a:pt x="4783" y="1231"/>
                </a:lnTo>
                <a:lnTo>
                  <a:pt x="4783" y="1232"/>
                </a:lnTo>
                <a:lnTo>
                  <a:pt x="4783" y="1233"/>
                </a:lnTo>
                <a:lnTo>
                  <a:pt x="4782" y="1233"/>
                </a:lnTo>
                <a:lnTo>
                  <a:pt x="4782" y="1234"/>
                </a:lnTo>
                <a:lnTo>
                  <a:pt x="4782" y="1235"/>
                </a:lnTo>
                <a:lnTo>
                  <a:pt x="4782" y="1236"/>
                </a:lnTo>
                <a:lnTo>
                  <a:pt x="4781" y="1236"/>
                </a:lnTo>
                <a:lnTo>
                  <a:pt x="4781" y="1237"/>
                </a:lnTo>
                <a:lnTo>
                  <a:pt x="4780" y="1237"/>
                </a:lnTo>
                <a:lnTo>
                  <a:pt x="4780" y="1238"/>
                </a:lnTo>
                <a:lnTo>
                  <a:pt x="4779" y="1238"/>
                </a:lnTo>
                <a:lnTo>
                  <a:pt x="4779" y="1239"/>
                </a:lnTo>
                <a:lnTo>
                  <a:pt x="4778" y="1240"/>
                </a:lnTo>
                <a:lnTo>
                  <a:pt x="4778" y="1241"/>
                </a:lnTo>
                <a:lnTo>
                  <a:pt x="4779" y="1241"/>
                </a:lnTo>
                <a:lnTo>
                  <a:pt x="4780" y="1241"/>
                </a:lnTo>
                <a:lnTo>
                  <a:pt x="4779" y="1241"/>
                </a:lnTo>
                <a:lnTo>
                  <a:pt x="4779" y="1242"/>
                </a:lnTo>
                <a:lnTo>
                  <a:pt x="4778" y="1242"/>
                </a:lnTo>
                <a:lnTo>
                  <a:pt x="4778" y="1243"/>
                </a:lnTo>
                <a:lnTo>
                  <a:pt x="4778" y="1244"/>
                </a:lnTo>
                <a:lnTo>
                  <a:pt x="4778" y="1245"/>
                </a:lnTo>
                <a:lnTo>
                  <a:pt x="4779" y="1244"/>
                </a:lnTo>
                <a:lnTo>
                  <a:pt x="4780" y="1244"/>
                </a:lnTo>
                <a:lnTo>
                  <a:pt x="4780" y="1245"/>
                </a:lnTo>
                <a:lnTo>
                  <a:pt x="4779" y="1245"/>
                </a:lnTo>
                <a:lnTo>
                  <a:pt x="4778" y="1245"/>
                </a:lnTo>
                <a:lnTo>
                  <a:pt x="4778" y="1246"/>
                </a:lnTo>
                <a:lnTo>
                  <a:pt x="4779" y="1246"/>
                </a:lnTo>
                <a:lnTo>
                  <a:pt x="4779" y="1247"/>
                </a:lnTo>
                <a:lnTo>
                  <a:pt x="4780" y="1247"/>
                </a:lnTo>
                <a:lnTo>
                  <a:pt x="4780" y="1248"/>
                </a:lnTo>
                <a:lnTo>
                  <a:pt x="4780" y="1249"/>
                </a:lnTo>
                <a:lnTo>
                  <a:pt x="4779" y="1249"/>
                </a:lnTo>
                <a:lnTo>
                  <a:pt x="4779" y="1250"/>
                </a:lnTo>
                <a:lnTo>
                  <a:pt x="4778" y="1250"/>
                </a:lnTo>
                <a:lnTo>
                  <a:pt x="4777" y="1250"/>
                </a:lnTo>
                <a:lnTo>
                  <a:pt x="4776" y="1250"/>
                </a:lnTo>
                <a:lnTo>
                  <a:pt x="4775" y="1250"/>
                </a:lnTo>
                <a:lnTo>
                  <a:pt x="4775" y="1249"/>
                </a:lnTo>
                <a:lnTo>
                  <a:pt x="4777" y="1249"/>
                </a:lnTo>
                <a:lnTo>
                  <a:pt x="4778" y="1248"/>
                </a:lnTo>
                <a:lnTo>
                  <a:pt x="4778" y="1247"/>
                </a:lnTo>
                <a:lnTo>
                  <a:pt x="4776" y="1247"/>
                </a:lnTo>
                <a:lnTo>
                  <a:pt x="4775" y="1248"/>
                </a:lnTo>
                <a:lnTo>
                  <a:pt x="4774" y="1248"/>
                </a:lnTo>
                <a:lnTo>
                  <a:pt x="4774" y="1249"/>
                </a:lnTo>
                <a:lnTo>
                  <a:pt x="4773" y="1249"/>
                </a:lnTo>
                <a:lnTo>
                  <a:pt x="4772" y="1249"/>
                </a:lnTo>
                <a:lnTo>
                  <a:pt x="4771" y="1249"/>
                </a:lnTo>
                <a:lnTo>
                  <a:pt x="4771" y="1250"/>
                </a:lnTo>
                <a:lnTo>
                  <a:pt x="4770" y="1250"/>
                </a:lnTo>
                <a:lnTo>
                  <a:pt x="4771" y="1251"/>
                </a:lnTo>
                <a:lnTo>
                  <a:pt x="4771" y="1252"/>
                </a:lnTo>
                <a:lnTo>
                  <a:pt x="4770" y="1252"/>
                </a:lnTo>
                <a:lnTo>
                  <a:pt x="4770" y="1251"/>
                </a:lnTo>
                <a:lnTo>
                  <a:pt x="4769" y="1251"/>
                </a:lnTo>
                <a:lnTo>
                  <a:pt x="4768" y="1252"/>
                </a:lnTo>
                <a:lnTo>
                  <a:pt x="4768" y="1253"/>
                </a:lnTo>
                <a:lnTo>
                  <a:pt x="4768" y="1254"/>
                </a:lnTo>
                <a:lnTo>
                  <a:pt x="4767" y="1254"/>
                </a:lnTo>
                <a:lnTo>
                  <a:pt x="4767" y="1255"/>
                </a:lnTo>
                <a:lnTo>
                  <a:pt x="4766" y="1255"/>
                </a:lnTo>
                <a:lnTo>
                  <a:pt x="4765" y="1256"/>
                </a:lnTo>
                <a:lnTo>
                  <a:pt x="4765" y="1257"/>
                </a:lnTo>
                <a:lnTo>
                  <a:pt x="4764" y="1257"/>
                </a:lnTo>
                <a:lnTo>
                  <a:pt x="4765" y="1257"/>
                </a:lnTo>
                <a:lnTo>
                  <a:pt x="4764" y="1257"/>
                </a:lnTo>
                <a:lnTo>
                  <a:pt x="4764" y="1258"/>
                </a:lnTo>
                <a:lnTo>
                  <a:pt x="4764" y="1259"/>
                </a:lnTo>
                <a:lnTo>
                  <a:pt x="4764" y="1260"/>
                </a:lnTo>
                <a:lnTo>
                  <a:pt x="4764" y="1261"/>
                </a:lnTo>
                <a:lnTo>
                  <a:pt x="4763" y="1261"/>
                </a:lnTo>
                <a:lnTo>
                  <a:pt x="4762" y="1261"/>
                </a:lnTo>
                <a:lnTo>
                  <a:pt x="4761" y="1261"/>
                </a:lnTo>
                <a:lnTo>
                  <a:pt x="4760" y="1262"/>
                </a:lnTo>
                <a:lnTo>
                  <a:pt x="4760" y="1263"/>
                </a:lnTo>
                <a:lnTo>
                  <a:pt x="4760" y="1264"/>
                </a:lnTo>
                <a:lnTo>
                  <a:pt x="4760" y="1265"/>
                </a:lnTo>
                <a:lnTo>
                  <a:pt x="4759" y="1266"/>
                </a:lnTo>
                <a:lnTo>
                  <a:pt x="4758" y="1266"/>
                </a:lnTo>
                <a:lnTo>
                  <a:pt x="4757" y="1266"/>
                </a:lnTo>
                <a:lnTo>
                  <a:pt x="4758" y="1267"/>
                </a:lnTo>
                <a:lnTo>
                  <a:pt x="4758" y="1268"/>
                </a:lnTo>
                <a:lnTo>
                  <a:pt x="4757" y="1269"/>
                </a:lnTo>
                <a:lnTo>
                  <a:pt x="4756" y="1270"/>
                </a:lnTo>
                <a:lnTo>
                  <a:pt x="4755" y="1270"/>
                </a:lnTo>
                <a:lnTo>
                  <a:pt x="4754" y="1270"/>
                </a:lnTo>
                <a:lnTo>
                  <a:pt x="4753" y="1270"/>
                </a:lnTo>
                <a:lnTo>
                  <a:pt x="4753" y="1271"/>
                </a:lnTo>
                <a:lnTo>
                  <a:pt x="4752" y="1272"/>
                </a:lnTo>
                <a:lnTo>
                  <a:pt x="4751" y="1273"/>
                </a:lnTo>
                <a:lnTo>
                  <a:pt x="4750" y="1273"/>
                </a:lnTo>
                <a:lnTo>
                  <a:pt x="4749" y="1273"/>
                </a:lnTo>
                <a:lnTo>
                  <a:pt x="4749" y="1274"/>
                </a:lnTo>
                <a:lnTo>
                  <a:pt x="4748" y="1274"/>
                </a:lnTo>
                <a:lnTo>
                  <a:pt x="4748" y="1275"/>
                </a:lnTo>
                <a:lnTo>
                  <a:pt x="4747" y="1275"/>
                </a:lnTo>
                <a:lnTo>
                  <a:pt x="4747" y="1276"/>
                </a:lnTo>
                <a:lnTo>
                  <a:pt x="4746" y="1276"/>
                </a:lnTo>
                <a:lnTo>
                  <a:pt x="4745" y="1276"/>
                </a:lnTo>
                <a:lnTo>
                  <a:pt x="4744" y="1276"/>
                </a:lnTo>
                <a:lnTo>
                  <a:pt x="4743" y="1276"/>
                </a:lnTo>
                <a:lnTo>
                  <a:pt x="4742" y="1276"/>
                </a:lnTo>
                <a:lnTo>
                  <a:pt x="4742" y="1277"/>
                </a:lnTo>
                <a:lnTo>
                  <a:pt x="4742" y="1278"/>
                </a:lnTo>
                <a:lnTo>
                  <a:pt x="4743" y="1279"/>
                </a:lnTo>
                <a:lnTo>
                  <a:pt x="4744" y="1279"/>
                </a:lnTo>
                <a:lnTo>
                  <a:pt x="4744" y="1280"/>
                </a:lnTo>
                <a:lnTo>
                  <a:pt x="4743" y="1280"/>
                </a:lnTo>
                <a:lnTo>
                  <a:pt x="4743" y="1281"/>
                </a:lnTo>
                <a:lnTo>
                  <a:pt x="4743" y="1282"/>
                </a:lnTo>
                <a:lnTo>
                  <a:pt x="4742" y="1282"/>
                </a:lnTo>
                <a:lnTo>
                  <a:pt x="4741" y="1281"/>
                </a:lnTo>
                <a:lnTo>
                  <a:pt x="4741" y="1282"/>
                </a:lnTo>
                <a:lnTo>
                  <a:pt x="4740" y="1282"/>
                </a:lnTo>
                <a:lnTo>
                  <a:pt x="4740" y="1283"/>
                </a:lnTo>
                <a:lnTo>
                  <a:pt x="4741" y="1283"/>
                </a:lnTo>
                <a:lnTo>
                  <a:pt x="4741" y="1284"/>
                </a:lnTo>
                <a:lnTo>
                  <a:pt x="4741" y="1285"/>
                </a:lnTo>
                <a:lnTo>
                  <a:pt x="4740" y="1285"/>
                </a:lnTo>
                <a:lnTo>
                  <a:pt x="4739" y="1285"/>
                </a:lnTo>
                <a:lnTo>
                  <a:pt x="4738" y="1285"/>
                </a:lnTo>
                <a:lnTo>
                  <a:pt x="4738" y="1286"/>
                </a:lnTo>
                <a:lnTo>
                  <a:pt x="4738" y="1287"/>
                </a:lnTo>
                <a:lnTo>
                  <a:pt x="4739" y="1287"/>
                </a:lnTo>
                <a:lnTo>
                  <a:pt x="4739" y="1288"/>
                </a:lnTo>
                <a:lnTo>
                  <a:pt x="4738" y="1288"/>
                </a:lnTo>
                <a:lnTo>
                  <a:pt x="4737" y="1289"/>
                </a:lnTo>
                <a:lnTo>
                  <a:pt x="4736" y="1289"/>
                </a:lnTo>
                <a:lnTo>
                  <a:pt x="4736" y="1290"/>
                </a:lnTo>
                <a:lnTo>
                  <a:pt x="4737" y="1290"/>
                </a:lnTo>
                <a:lnTo>
                  <a:pt x="4736" y="1291"/>
                </a:lnTo>
                <a:lnTo>
                  <a:pt x="4735" y="1291"/>
                </a:lnTo>
                <a:lnTo>
                  <a:pt x="4735" y="1292"/>
                </a:lnTo>
                <a:lnTo>
                  <a:pt x="4735" y="1293"/>
                </a:lnTo>
                <a:lnTo>
                  <a:pt x="4734" y="1293"/>
                </a:lnTo>
                <a:lnTo>
                  <a:pt x="4733" y="1292"/>
                </a:lnTo>
                <a:lnTo>
                  <a:pt x="4732" y="1292"/>
                </a:lnTo>
                <a:lnTo>
                  <a:pt x="4731" y="1293"/>
                </a:lnTo>
                <a:lnTo>
                  <a:pt x="4730" y="1293"/>
                </a:lnTo>
                <a:lnTo>
                  <a:pt x="4730" y="1294"/>
                </a:lnTo>
                <a:lnTo>
                  <a:pt x="4730" y="1295"/>
                </a:lnTo>
                <a:lnTo>
                  <a:pt x="4731" y="1295"/>
                </a:lnTo>
                <a:lnTo>
                  <a:pt x="4731" y="1294"/>
                </a:lnTo>
                <a:lnTo>
                  <a:pt x="4732" y="1294"/>
                </a:lnTo>
                <a:lnTo>
                  <a:pt x="4733" y="1294"/>
                </a:lnTo>
                <a:lnTo>
                  <a:pt x="4733" y="1295"/>
                </a:lnTo>
                <a:lnTo>
                  <a:pt x="4734" y="1295"/>
                </a:lnTo>
                <a:lnTo>
                  <a:pt x="4734" y="1296"/>
                </a:lnTo>
                <a:lnTo>
                  <a:pt x="4733" y="1296"/>
                </a:lnTo>
                <a:lnTo>
                  <a:pt x="4732" y="1296"/>
                </a:lnTo>
                <a:lnTo>
                  <a:pt x="4732" y="1297"/>
                </a:lnTo>
                <a:lnTo>
                  <a:pt x="4731" y="1297"/>
                </a:lnTo>
                <a:lnTo>
                  <a:pt x="4732" y="1297"/>
                </a:lnTo>
                <a:lnTo>
                  <a:pt x="4732" y="1296"/>
                </a:lnTo>
                <a:lnTo>
                  <a:pt x="4731" y="1296"/>
                </a:lnTo>
                <a:lnTo>
                  <a:pt x="4730" y="1296"/>
                </a:lnTo>
                <a:lnTo>
                  <a:pt x="4729" y="1296"/>
                </a:lnTo>
                <a:lnTo>
                  <a:pt x="4730" y="1295"/>
                </a:lnTo>
                <a:lnTo>
                  <a:pt x="4729" y="1295"/>
                </a:lnTo>
                <a:lnTo>
                  <a:pt x="4729" y="1296"/>
                </a:lnTo>
                <a:lnTo>
                  <a:pt x="4729" y="1297"/>
                </a:lnTo>
                <a:lnTo>
                  <a:pt x="4728" y="1297"/>
                </a:lnTo>
                <a:lnTo>
                  <a:pt x="4728" y="1298"/>
                </a:lnTo>
                <a:lnTo>
                  <a:pt x="4727" y="1298"/>
                </a:lnTo>
                <a:lnTo>
                  <a:pt x="4726" y="1298"/>
                </a:lnTo>
                <a:lnTo>
                  <a:pt x="4725" y="1298"/>
                </a:lnTo>
                <a:lnTo>
                  <a:pt x="4724" y="1298"/>
                </a:lnTo>
                <a:lnTo>
                  <a:pt x="4724" y="1297"/>
                </a:lnTo>
                <a:lnTo>
                  <a:pt x="4723" y="1297"/>
                </a:lnTo>
                <a:lnTo>
                  <a:pt x="4723" y="1296"/>
                </a:lnTo>
                <a:lnTo>
                  <a:pt x="4724" y="1296"/>
                </a:lnTo>
                <a:lnTo>
                  <a:pt x="4724" y="1295"/>
                </a:lnTo>
                <a:lnTo>
                  <a:pt x="4723" y="1295"/>
                </a:lnTo>
                <a:lnTo>
                  <a:pt x="4723" y="1296"/>
                </a:lnTo>
                <a:lnTo>
                  <a:pt x="4722" y="1296"/>
                </a:lnTo>
                <a:lnTo>
                  <a:pt x="4721" y="1296"/>
                </a:lnTo>
                <a:lnTo>
                  <a:pt x="4721" y="1295"/>
                </a:lnTo>
                <a:lnTo>
                  <a:pt x="4720" y="1295"/>
                </a:lnTo>
                <a:lnTo>
                  <a:pt x="4720" y="1296"/>
                </a:lnTo>
                <a:lnTo>
                  <a:pt x="4720" y="1297"/>
                </a:lnTo>
                <a:lnTo>
                  <a:pt x="4719" y="1297"/>
                </a:lnTo>
                <a:lnTo>
                  <a:pt x="4718" y="1298"/>
                </a:lnTo>
                <a:lnTo>
                  <a:pt x="4717" y="1298"/>
                </a:lnTo>
                <a:lnTo>
                  <a:pt x="4716" y="1298"/>
                </a:lnTo>
                <a:lnTo>
                  <a:pt x="4716" y="1299"/>
                </a:lnTo>
                <a:lnTo>
                  <a:pt x="4715" y="1299"/>
                </a:lnTo>
                <a:lnTo>
                  <a:pt x="4715" y="1300"/>
                </a:lnTo>
                <a:lnTo>
                  <a:pt x="4714" y="1300"/>
                </a:lnTo>
                <a:lnTo>
                  <a:pt x="4714" y="1299"/>
                </a:lnTo>
                <a:lnTo>
                  <a:pt x="4713" y="1299"/>
                </a:lnTo>
                <a:lnTo>
                  <a:pt x="4713" y="1298"/>
                </a:lnTo>
                <a:lnTo>
                  <a:pt x="4714" y="1298"/>
                </a:lnTo>
                <a:lnTo>
                  <a:pt x="4713" y="1297"/>
                </a:lnTo>
                <a:lnTo>
                  <a:pt x="4712" y="1297"/>
                </a:lnTo>
                <a:lnTo>
                  <a:pt x="4711" y="1296"/>
                </a:lnTo>
                <a:lnTo>
                  <a:pt x="4711" y="1297"/>
                </a:lnTo>
                <a:lnTo>
                  <a:pt x="4710" y="1297"/>
                </a:lnTo>
                <a:lnTo>
                  <a:pt x="4710" y="1298"/>
                </a:lnTo>
                <a:lnTo>
                  <a:pt x="4710" y="1299"/>
                </a:lnTo>
                <a:lnTo>
                  <a:pt x="4710" y="1298"/>
                </a:lnTo>
                <a:lnTo>
                  <a:pt x="4711" y="1298"/>
                </a:lnTo>
                <a:lnTo>
                  <a:pt x="4710" y="1299"/>
                </a:lnTo>
                <a:lnTo>
                  <a:pt x="4709" y="1299"/>
                </a:lnTo>
                <a:lnTo>
                  <a:pt x="4708" y="1299"/>
                </a:lnTo>
                <a:lnTo>
                  <a:pt x="4707" y="1299"/>
                </a:lnTo>
                <a:lnTo>
                  <a:pt x="4706" y="1299"/>
                </a:lnTo>
                <a:lnTo>
                  <a:pt x="4706" y="1300"/>
                </a:lnTo>
                <a:lnTo>
                  <a:pt x="4705" y="1300"/>
                </a:lnTo>
                <a:lnTo>
                  <a:pt x="4705" y="1301"/>
                </a:lnTo>
                <a:lnTo>
                  <a:pt x="4704" y="1301"/>
                </a:lnTo>
                <a:lnTo>
                  <a:pt x="4704" y="1302"/>
                </a:lnTo>
                <a:lnTo>
                  <a:pt x="4703" y="1303"/>
                </a:lnTo>
                <a:lnTo>
                  <a:pt x="4702" y="1303"/>
                </a:lnTo>
                <a:lnTo>
                  <a:pt x="4701" y="1303"/>
                </a:lnTo>
                <a:lnTo>
                  <a:pt x="4701" y="1304"/>
                </a:lnTo>
                <a:lnTo>
                  <a:pt x="4700" y="1304"/>
                </a:lnTo>
                <a:lnTo>
                  <a:pt x="4700" y="1305"/>
                </a:lnTo>
                <a:lnTo>
                  <a:pt x="4700" y="1306"/>
                </a:lnTo>
                <a:lnTo>
                  <a:pt x="4701" y="1306"/>
                </a:lnTo>
                <a:lnTo>
                  <a:pt x="4702" y="1306"/>
                </a:lnTo>
                <a:lnTo>
                  <a:pt x="4702" y="1307"/>
                </a:lnTo>
                <a:lnTo>
                  <a:pt x="4703" y="1307"/>
                </a:lnTo>
                <a:lnTo>
                  <a:pt x="4704" y="1308"/>
                </a:lnTo>
                <a:lnTo>
                  <a:pt x="4704" y="1309"/>
                </a:lnTo>
                <a:lnTo>
                  <a:pt x="4704" y="1310"/>
                </a:lnTo>
                <a:lnTo>
                  <a:pt x="4703" y="1310"/>
                </a:lnTo>
                <a:lnTo>
                  <a:pt x="4701" y="1310"/>
                </a:lnTo>
                <a:lnTo>
                  <a:pt x="4699" y="1310"/>
                </a:lnTo>
                <a:lnTo>
                  <a:pt x="4698" y="1310"/>
                </a:lnTo>
                <a:lnTo>
                  <a:pt x="4697" y="1310"/>
                </a:lnTo>
                <a:lnTo>
                  <a:pt x="4696" y="1310"/>
                </a:lnTo>
                <a:lnTo>
                  <a:pt x="4696" y="1311"/>
                </a:lnTo>
                <a:lnTo>
                  <a:pt x="4695" y="1311"/>
                </a:lnTo>
                <a:lnTo>
                  <a:pt x="4695" y="1310"/>
                </a:lnTo>
                <a:lnTo>
                  <a:pt x="4695" y="1309"/>
                </a:lnTo>
                <a:lnTo>
                  <a:pt x="4694" y="1309"/>
                </a:lnTo>
                <a:lnTo>
                  <a:pt x="4693" y="1309"/>
                </a:lnTo>
                <a:lnTo>
                  <a:pt x="4692" y="1309"/>
                </a:lnTo>
                <a:lnTo>
                  <a:pt x="4692" y="1311"/>
                </a:lnTo>
                <a:lnTo>
                  <a:pt x="4692" y="1312"/>
                </a:lnTo>
                <a:lnTo>
                  <a:pt x="4691" y="1312"/>
                </a:lnTo>
                <a:lnTo>
                  <a:pt x="4692" y="1312"/>
                </a:lnTo>
                <a:lnTo>
                  <a:pt x="4691" y="1312"/>
                </a:lnTo>
                <a:lnTo>
                  <a:pt x="4691" y="1313"/>
                </a:lnTo>
                <a:lnTo>
                  <a:pt x="4691" y="1314"/>
                </a:lnTo>
                <a:lnTo>
                  <a:pt x="4690" y="1314"/>
                </a:lnTo>
                <a:lnTo>
                  <a:pt x="4690" y="1315"/>
                </a:lnTo>
                <a:lnTo>
                  <a:pt x="4689" y="1315"/>
                </a:lnTo>
                <a:lnTo>
                  <a:pt x="4688" y="1315"/>
                </a:lnTo>
                <a:lnTo>
                  <a:pt x="4687" y="1314"/>
                </a:lnTo>
                <a:lnTo>
                  <a:pt x="4686" y="1314"/>
                </a:lnTo>
                <a:lnTo>
                  <a:pt x="4685" y="1314"/>
                </a:lnTo>
                <a:lnTo>
                  <a:pt x="4685" y="1315"/>
                </a:lnTo>
                <a:lnTo>
                  <a:pt x="4684" y="1315"/>
                </a:lnTo>
                <a:lnTo>
                  <a:pt x="4684" y="1316"/>
                </a:lnTo>
                <a:lnTo>
                  <a:pt x="4683" y="1316"/>
                </a:lnTo>
                <a:lnTo>
                  <a:pt x="4683" y="1317"/>
                </a:lnTo>
                <a:lnTo>
                  <a:pt x="4683" y="1318"/>
                </a:lnTo>
                <a:lnTo>
                  <a:pt x="4683" y="1319"/>
                </a:lnTo>
                <a:lnTo>
                  <a:pt x="4683" y="1320"/>
                </a:lnTo>
                <a:lnTo>
                  <a:pt x="4682" y="1320"/>
                </a:lnTo>
                <a:lnTo>
                  <a:pt x="4681" y="1320"/>
                </a:lnTo>
                <a:lnTo>
                  <a:pt x="4680" y="1320"/>
                </a:lnTo>
                <a:lnTo>
                  <a:pt x="4680" y="1319"/>
                </a:lnTo>
                <a:lnTo>
                  <a:pt x="4679" y="1319"/>
                </a:lnTo>
                <a:lnTo>
                  <a:pt x="4679" y="1320"/>
                </a:lnTo>
                <a:lnTo>
                  <a:pt x="4679" y="1321"/>
                </a:lnTo>
                <a:lnTo>
                  <a:pt x="4680" y="1321"/>
                </a:lnTo>
                <a:lnTo>
                  <a:pt x="4680" y="1322"/>
                </a:lnTo>
                <a:lnTo>
                  <a:pt x="4680" y="1323"/>
                </a:lnTo>
                <a:lnTo>
                  <a:pt x="4680" y="1324"/>
                </a:lnTo>
                <a:lnTo>
                  <a:pt x="4679" y="1324"/>
                </a:lnTo>
                <a:lnTo>
                  <a:pt x="4678" y="1324"/>
                </a:lnTo>
                <a:lnTo>
                  <a:pt x="4677" y="1324"/>
                </a:lnTo>
                <a:lnTo>
                  <a:pt x="4677" y="1323"/>
                </a:lnTo>
                <a:lnTo>
                  <a:pt x="4676" y="1323"/>
                </a:lnTo>
                <a:lnTo>
                  <a:pt x="4676" y="1322"/>
                </a:lnTo>
                <a:lnTo>
                  <a:pt x="4675" y="1322"/>
                </a:lnTo>
                <a:lnTo>
                  <a:pt x="4676" y="1322"/>
                </a:lnTo>
                <a:lnTo>
                  <a:pt x="4675" y="1322"/>
                </a:lnTo>
                <a:lnTo>
                  <a:pt x="4675" y="1321"/>
                </a:lnTo>
                <a:lnTo>
                  <a:pt x="4674" y="1321"/>
                </a:lnTo>
                <a:lnTo>
                  <a:pt x="4674" y="1322"/>
                </a:lnTo>
                <a:lnTo>
                  <a:pt x="4673" y="1322"/>
                </a:lnTo>
                <a:lnTo>
                  <a:pt x="4672" y="1322"/>
                </a:lnTo>
                <a:lnTo>
                  <a:pt x="4672" y="1323"/>
                </a:lnTo>
                <a:lnTo>
                  <a:pt x="4671" y="1323"/>
                </a:lnTo>
                <a:lnTo>
                  <a:pt x="4670" y="1322"/>
                </a:lnTo>
                <a:lnTo>
                  <a:pt x="4669" y="1322"/>
                </a:lnTo>
                <a:lnTo>
                  <a:pt x="4669" y="1321"/>
                </a:lnTo>
                <a:lnTo>
                  <a:pt x="4668" y="1321"/>
                </a:lnTo>
                <a:lnTo>
                  <a:pt x="4667" y="1321"/>
                </a:lnTo>
                <a:lnTo>
                  <a:pt x="4667" y="1322"/>
                </a:lnTo>
                <a:lnTo>
                  <a:pt x="4666" y="1322"/>
                </a:lnTo>
                <a:lnTo>
                  <a:pt x="4666" y="1324"/>
                </a:lnTo>
                <a:lnTo>
                  <a:pt x="4666" y="1325"/>
                </a:lnTo>
                <a:lnTo>
                  <a:pt x="4665" y="1325"/>
                </a:lnTo>
                <a:lnTo>
                  <a:pt x="4665" y="1326"/>
                </a:lnTo>
                <a:lnTo>
                  <a:pt x="4665" y="1325"/>
                </a:lnTo>
                <a:lnTo>
                  <a:pt x="4665" y="1326"/>
                </a:lnTo>
                <a:lnTo>
                  <a:pt x="4665" y="1327"/>
                </a:lnTo>
                <a:lnTo>
                  <a:pt x="4664" y="1326"/>
                </a:lnTo>
                <a:lnTo>
                  <a:pt x="4663" y="1326"/>
                </a:lnTo>
                <a:lnTo>
                  <a:pt x="4662" y="1326"/>
                </a:lnTo>
                <a:lnTo>
                  <a:pt x="4661" y="1326"/>
                </a:lnTo>
                <a:lnTo>
                  <a:pt x="4660" y="1326"/>
                </a:lnTo>
                <a:lnTo>
                  <a:pt x="4660" y="1327"/>
                </a:lnTo>
                <a:lnTo>
                  <a:pt x="4659" y="1327"/>
                </a:lnTo>
                <a:lnTo>
                  <a:pt x="4658" y="1327"/>
                </a:lnTo>
                <a:lnTo>
                  <a:pt x="4657" y="1327"/>
                </a:lnTo>
                <a:lnTo>
                  <a:pt x="4656" y="1327"/>
                </a:lnTo>
                <a:lnTo>
                  <a:pt x="4656" y="1328"/>
                </a:lnTo>
                <a:lnTo>
                  <a:pt x="4655" y="1328"/>
                </a:lnTo>
                <a:lnTo>
                  <a:pt x="4654" y="1329"/>
                </a:lnTo>
                <a:lnTo>
                  <a:pt x="4654" y="1330"/>
                </a:lnTo>
                <a:lnTo>
                  <a:pt x="4653" y="1330"/>
                </a:lnTo>
                <a:lnTo>
                  <a:pt x="4652" y="1330"/>
                </a:lnTo>
                <a:lnTo>
                  <a:pt x="4652" y="1331"/>
                </a:lnTo>
                <a:lnTo>
                  <a:pt x="4653" y="1331"/>
                </a:lnTo>
                <a:lnTo>
                  <a:pt x="4654" y="1331"/>
                </a:lnTo>
                <a:lnTo>
                  <a:pt x="4653" y="1331"/>
                </a:lnTo>
                <a:lnTo>
                  <a:pt x="4651" y="1331"/>
                </a:lnTo>
                <a:lnTo>
                  <a:pt x="4650" y="1331"/>
                </a:lnTo>
                <a:lnTo>
                  <a:pt x="4649" y="1331"/>
                </a:lnTo>
                <a:lnTo>
                  <a:pt x="4649" y="1332"/>
                </a:lnTo>
                <a:lnTo>
                  <a:pt x="4648" y="1332"/>
                </a:lnTo>
                <a:lnTo>
                  <a:pt x="4647" y="1332"/>
                </a:lnTo>
                <a:lnTo>
                  <a:pt x="4648" y="1333"/>
                </a:lnTo>
                <a:lnTo>
                  <a:pt x="4649" y="1333"/>
                </a:lnTo>
                <a:lnTo>
                  <a:pt x="4650" y="1334"/>
                </a:lnTo>
                <a:lnTo>
                  <a:pt x="4649" y="1334"/>
                </a:lnTo>
                <a:lnTo>
                  <a:pt x="4649" y="1333"/>
                </a:lnTo>
                <a:lnTo>
                  <a:pt x="4648" y="1333"/>
                </a:lnTo>
                <a:lnTo>
                  <a:pt x="4647" y="1333"/>
                </a:lnTo>
                <a:lnTo>
                  <a:pt x="4646" y="1333"/>
                </a:lnTo>
                <a:lnTo>
                  <a:pt x="4645" y="1333"/>
                </a:lnTo>
                <a:lnTo>
                  <a:pt x="4644" y="1333"/>
                </a:lnTo>
                <a:lnTo>
                  <a:pt x="4644" y="1334"/>
                </a:lnTo>
                <a:lnTo>
                  <a:pt x="4643" y="1334"/>
                </a:lnTo>
                <a:lnTo>
                  <a:pt x="4643" y="1335"/>
                </a:lnTo>
                <a:lnTo>
                  <a:pt x="4643" y="1336"/>
                </a:lnTo>
                <a:lnTo>
                  <a:pt x="4644" y="1336"/>
                </a:lnTo>
                <a:lnTo>
                  <a:pt x="4645" y="1337"/>
                </a:lnTo>
                <a:lnTo>
                  <a:pt x="4646" y="1337"/>
                </a:lnTo>
                <a:lnTo>
                  <a:pt x="4647" y="1337"/>
                </a:lnTo>
                <a:lnTo>
                  <a:pt x="4647" y="1338"/>
                </a:lnTo>
                <a:lnTo>
                  <a:pt x="4648" y="1338"/>
                </a:lnTo>
                <a:lnTo>
                  <a:pt x="4649" y="1338"/>
                </a:lnTo>
                <a:lnTo>
                  <a:pt x="4648" y="1339"/>
                </a:lnTo>
                <a:lnTo>
                  <a:pt x="4647" y="1339"/>
                </a:lnTo>
                <a:lnTo>
                  <a:pt x="4647" y="1340"/>
                </a:lnTo>
                <a:lnTo>
                  <a:pt x="4646" y="1340"/>
                </a:lnTo>
                <a:lnTo>
                  <a:pt x="4646" y="1341"/>
                </a:lnTo>
                <a:lnTo>
                  <a:pt x="4645" y="1341"/>
                </a:lnTo>
                <a:lnTo>
                  <a:pt x="4644" y="1341"/>
                </a:lnTo>
                <a:lnTo>
                  <a:pt x="4643" y="1341"/>
                </a:lnTo>
                <a:lnTo>
                  <a:pt x="4642" y="1341"/>
                </a:lnTo>
                <a:lnTo>
                  <a:pt x="4642" y="1340"/>
                </a:lnTo>
                <a:lnTo>
                  <a:pt x="4641" y="1340"/>
                </a:lnTo>
                <a:lnTo>
                  <a:pt x="4640" y="1340"/>
                </a:lnTo>
                <a:lnTo>
                  <a:pt x="4639" y="1340"/>
                </a:lnTo>
                <a:lnTo>
                  <a:pt x="4639" y="1341"/>
                </a:lnTo>
                <a:lnTo>
                  <a:pt x="4638" y="1340"/>
                </a:lnTo>
                <a:lnTo>
                  <a:pt x="4638" y="1341"/>
                </a:lnTo>
                <a:lnTo>
                  <a:pt x="4637" y="1341"/>
                </a:lnTo>
                <a:lnTo>
                  <a:pt x="4636" y="1341"/>
                </a:lnTo>
                <a:lnTo>
                  <a:pt x="4635" y="1341"/>
                </a:lnTo>
                <a:lnTo>
                  <a:pt x="4634" y="1341"/>
                </a:lnTo>
                <a:lnTo>
                  <a:pt x="4633" y="1340"/>
                </a:lnTo>
                <a:lnTo>
                  <a:pt x="4633" y="1339"/>
                </a:lnTo>
                <a:lnTo>
                  <a:pt x="4632" y="1339"/>
                </a:lnTo>
                <a:lnTo>
                  <a:pt x="4632" y="1340"/>
                </a:lnTo>
                <a:lnTo>
                  <a:pt x="4631" y="1341"/>
                </a:lnTo>
                <a:lnTo>
                  <a:pt x="4630" y="1342"/>
                </a:lnTo>
                <a:lnTo>
                  <a:pt x="4630" y="1343"/>
                </a:lnTo>
                <a:lnTo>
                  <a:pt x="4629" y="1343"/>
                </a:lnTo>
                <a:lnTo>
                  <a:pt x="4629" y="1344"/>
                </a:lnTo>
                <a:lnTo>
                  <a:pt x="4628" y="1345"/>
                </a:lnTo>
                <a:lnTo>
                  <a:pt x="4627" y="1345"/>
                </a:lnTo>
                <a:lnTo>
                  <a:pt x="4627" y="1346"/>
                </a:lnTo>
                <a:lnTo>
                  <a:pt x="4626" y="1346"/>
                </a:lnTo>
                <a:lnTo>
                  <a:pt x="4625" y="1346"/>
                </a:lnTo>
                <a:lnTo>
                  <a:pt x="4625" y="1347"/>
                </a:lnTo>
                <a:lnTo>
                  <a:pt x="4624" y="1347"/>
                </a:lnTo>
                <a:lnTo>
                  <a:pt x="4623" y="1347"/>
                </a:lnTo>
                <a:lnTo>
                  <a:pt x="4623" y="1348"/>
                </a:lnTo>
                <a:lnTo>
                  <a:pt x="4622" y="1348"/>
                </a:lnTo>
                <a:lnTo>
                  <a:pt x="4621" y="1348"/>
                </a:lnTo>
                <a:lnTo>
                  <a:pt x="4620" y="1349"/>
                </a:lnTo>
                <a:lnTo>
                  <a:pt x="4619" y="1349"/>
                </a:lnTo>
                <a:lnTo>
                  <a:pt x="4619" y="1350"/>
                </a:lnTo>
                <a:lnTo>
                  <a:pt x="4619" y="1351"/>
                </a:lnTo>
                <a:lnTo>
                  <a:pt x="4618" y="1351"/>
                </a:lnTo>
                <a:lnTo>
                  <a:pt x="4618" y="1352"/>
                </a:lnTo>
                <a:lnTo>
                  <a:pt x="4618" y="1353"/>
                </a:lnTo>
                <a:lnTo>
                  <a:pt x="4618" y="1354"/>
                </a:lnTo>
                <a:lnTo>
                  <a:pt x="4618" y="1355"/>
                </a:lnTo>
                <a:lnTo>
                  <a:pt x="4617" y="1355"/>
                </a:lnTo>
                <a:lnTo>
                  <a:pt x="4616" y="1355"/>
                </a:lnTo>
                <a:lnTo>
                  <a:pt x="4616" y="1356"/>
                </a:lnTo>
                <a:lnTo>
                  <a:pt x="4615" y="1356"/>
                </a:lnTo>
                <a:lnTo>
                  <a:pt x="4614" y="1356"/>
                </a:lnTo>
                <a:lnTo>
                  <a:pt x="4613" y="1356"/>
                </a:lnTo>
                <a:lnTo>
                  <a:pt x="4613" y="1357"/>
                </a:lnTo>
                <a:lnTo>
                  <a:pt x="4612" y="1357"/>
                </a:lnTo>
                <a:lnTo>
                  <a:pt x="4611" y="1357"/>
                </a:lnTo>
                <a:lnTo>
                  <a:pt x="4610" y="1358"/>
                </a:lnTo>
                <a:lnTo>
                  <a:pt x="4609" y="1358"/>
                </a:lnTo>
                <a:lnTo>
                  <a:pt x="4608" y="1358"/>
                </a:lnTo>
                <a:lnTo>
                  <a:pt x="4607" y="1358"/>
                </a:lnTo>
                <a:lnTo>
                  <a:pt x="4607" y="1359"/>
                </a:lnTo>
                <a:lnTo>
                  <a:pt x="4606" y="1359"/>
                </a:lnTo>
                <a:lnTo>
                  <a:pt x="4606" y="1360"/>
                </a:lnTo>
                <a:lnTo>
                  <a:pt x="4606" y="1359"/>
                </a:lnTo>
                <a:lnTo>
                  <a:pt x="4606" y="1360"/>
                </a:lnTo>
                <a:lnTo>
                  <a:pt x="4605" y="1360"/>
                </a:lnTo>
                <a:lnTo>
                  <a:pt x="4605" y="1361"/>
                </a:lnTo>
                <a:lnTo>
                  <a:pt x="4605" y="1362"/>
                </a:lnTo>
                <a:lnTo>
                  <a:pt x="4604" y="1362"/>
                </a:lnTo>
                <a:lnTo>
                  <a:pt x="4604" y="1363"/>
                </a:lnTo>
                <a:lnTo>
                  <a:pt x="4604" y="1364"/>
                </a:lnTo>
                <a:lnTo>
                  <a:pt x="4603" y="1364"/>
                </a:lnTo>
                <a:lnTo>
                  <a:pt x="4603" y="1365"/>
                </a:lnTo>
                <a:lnTo>
                  <a:pt x="4602" y="1365"/>
                </a:lnTo>
                <a:lnTo>
                  <a:pt x="4601" y="1365"/>
                </a:lnTo>
                <a:lnTo>
                  <a:pt x="4600" y="1365"/>
                </a:lnTo>
                <a:lnTo>
                  <a:pt x="4600" y="1366"/>
                </a:lnTo>
                <a:lnTo>
                  <a:pt x="4599" y="1366"/>
                </a:lnTo>
                <a:lnTo>
                  <a:pt x="4598" y="1366"/>
                </a:lnTo>
                <a:lnTo>
                  <a:pt x="4598" y="1367"/>
                </a:lnTo>
                <a:lnTo>
                  <a:pt x="4599" y="1367"/>
                </a:lnTo>
                <a:lnTo>
                  <a:pt x="4599" y="1368"/>
                </a:lnTo>
                <a:lnTo>
                  <a:pt x="4598" y="1368"/>
                </a:lnTo>
                <a:lnTo>
                  <a:pt x="4599" y="1368"/>
                </a:lnTo>
                <a:lnTo>
                  <a:pt x="4599" y="1369"/>
                </a:lnTo>
                <a:lnTo>
                  <a:pt x="4599" y="1370"/>
                </a:lnTo>
                <a:lnTo>
                  <a:pt x="4599" y="1371"/>
                </a:lnTo>
                <a:lnTo>
                  <a:pt x="4597" y="1371"/>
                </a:lnTo>
                <a:lnTo>
                  <a:pt x="4596" y="1371"/>
                </a:lnTo>
                <a:lnTo>
                  <a:pt x="4597" y="1371"/>
                </a:lnTo>
                <a:lnTo>
                  <a:pt x="4597" y="1370"/>
                </a:lnTo>
                <a:lnTo>
                  <a:pt x="4597" y="1371"/>
                </a:lnTo>
                <a:lnTo>
                  <a:pt x="4597" y="1370"/>
                </a:lnTo>
                <a:lnTo>
                  <a:pt x="4597" y="1371"/>
                </a:lnTo>
                <a:lnTo>
                  <a:pt x="4599" y="1371"/>
                </a:lnTo>
                <a:lnTo>
                  <a:pt x="4599" y="1370"/>
                </a:lnTo>
                <a:lnTo>
                  <a:pt x="4599" y="1369"/>
                </a:lnTo>
                <a:lnTo>
                  <a:pt x="4598" y="1369"/>
                </a:lnTo>
                <a:lnTo>
                  <a:pt x="4598" y="1368"/>
                </a:lnTo>
                <a:lnTo>
                  <a:pt x="4598" y="1367"/>
                </a:lnTo>
                <a:lnTo>
                  <a:pt x="4598" y="1366"/>
                </a:lnTo>
                <a:lnTo>
                  <a:pt x="4598" y="1367"/>
                </a:lnTo>
                <a:lnTo>
                  <a:pt x="4597" y="1367"/>
                </a:lnTo>
                <a:lnTo>
                  <a:pt x="4597" y="1368"/>
                </a:lnTo>
                <a:lnTo>
                  <a:pt x="4596" y="1368"/>
                </a:lnTo>
                <a:lnTo>
                  <a:pt x="4596" y="1369"/>
                </a:lnTo>
                <a:lnTo>
                  <a:pt x="4596" y="1368"/>
                </a:lnTo>
                <a:lnTo>
                  <a:pt x="4596" y="1369"/>
                </a:lnTo>
                <a:lnTo>
                  <a:pt x="4596" y="1370"/>
                </a:lnTo>
                <a:lnTo>
                  <a:pt x="4595" y="1370"/>
                </a:lnTo>
                <a:lnTo>
                  <a:pt x="4594" y="1370"/>
                </a:lnTo>
                <a:lnTo>
                  <a:pt x="4593" y="1370"/>
                </a:lnTo>
                <a:lnTo>
                  <a:pt x="4593" y="1371"/>
                </a:lnTo>
                <a:lnTo>
                  <a:pt x="4592" y="1371"/>
                </a:lnTo>
                <a:lnTo>
                  <a:pt x="4592" y="1372"/>
                </a:lnTo>
                <a:lnTo>
                  <a:pt x="4591" y="1372"/>
                </a:lnTo>
                <a:lnTo>
                  <a:pt x="4591" y="1373"/>
                </a:lnTo>
                <a:lnTo>
                  <a:pt x="4590" y="1373"/>
                </a:lnTo>
                <a:lnTo>
                  <a:pt x="4590" y="1374"/>
                </a:lnTo>
                <a:lnTo>
                  <a:pt x="4589" y="1374"/>
                </a:lnTo>
                <a:lnTo>
                  <a:pt x="4588" y="1374"/>
                </a:lnTo>
                <a:lnTo>
                  <a:pt x="4588" y="1375"/>
                </a:lnTo>
                <a:lnTo>
                  <a:pt x="4590" y="1375"/>
                </a:lnTo>
                <a:lnTo>
                  <a:pt x="4591" y="1375"/>
                </a:lnTo>
                <a:lnTo>
                  <a:pt x="4591" y="1374"/>
                </a:lnTo>
                <a:lnTo>
                  <a:pt x="4592" y="1374"/>
                </a:lnTo>
                <a:lnTo>
                  <a:pt x="4593" y="1374"/>
                </a:lnTo>
                <a:lnTo>
                  <a:pt x="4594" y="1374"/>
                </a:lnTo>
                <a:lnTo>
                  <a:pt x="4594" y="1373"/>
                </a:lnTo>
                <a:lnTo>
                  <a:pt x="4594" y="1372"/>
                </a:lnTo>
                <a:lnTo>
                  <a:pt x="4594" y="1371"/>
                </a:lnTo>
                <a:lnTo>
                  <a:pt x="4594" y="1372"/>
                </a:lnTo>
                <a:lnTo>
                  <a:pt x="4594" y="1373"/>
                </a:lnTo>
                <a:lnTo>
                  <a:pt x="4594" y="1374"/>
                </a:lnTo>
                <a:lnTo>
                  <a:pt x="4593" y="1374"/>
                </a:lnTo>
                <a:lnTo>
                  <a:pt x="4593" y="1375"/>
                </a:lnTo>
                <a:lnTo>
                  <a:pt x="4592" y="1375"/>
                </a:lnTo>
                <a:lnTo>
                  <a:pt x="4591" y="1375"/>
                </a:lnTo>
                <a:lnTo>
                  <a:pt x="4590" y="1375"/>
                </a:lnTo>
                <a:lnTo>
                  <a:pt x="4590" y="1376"/>
                </a:lnTo>
                <a:lnTo>
                  <a:pt x="4591" y="1376"/>
                </a:lnTo>
                <a:lnTo>
                  <a:pt x="4590" y="1376"/>
                </a:lnTo>
                <a:lnTo>
                  <a:pt x="4589" y="1376"/>
                </a:lnTo>
                <a:lnTo>
                  <a:pt x="4588" y="1376"/>
                </a:lnTo>
                <a:lnTo>
                  <a:pt x="4587" y="1376"/>
                </a:lnTo>
                <a:lnTo>
                  <a:pt x="4587" y="1377"/>
                </a:lnTo>
                <a:lnTo>
                  <a:pt x="4586" y="1377"/>
                </a:lnTo>
                <a:lnTo>
                  <a:pt x="4585" y="1378"/>
                </a:lnTo>
                <a:lnTo>
                  <a:pt x="4585" y="1379"/>
                </a:lnTo>
                <a:lnTo>
                  <a:pt x="4585" y="1380"/>
                </a:lnTo>
                <a:lnTo>
                  <a:pt x="4586" y="1380"/>
                </a:lnTo>
                <a:lnTo>
                  <a:pt x="4586" y="1381"/>
                </a:lnTo>
                <a:lnTo>
                  <a:pt x="4586" y="1382"/>
                </a:lnTo>
                <a:lnTo>
                  <a:pt x="4585" y="1382"/>
                </a:lnTo>
                <a:lnTo>
                  <a:pt x="4585" y="1383"/>
                </a:lnTo>
                <a:lnTo>
                  <a:pt x="4586" y="1383"/>
                </a:lnTo>
                <a:lnTo>
                  <a:pt x="4586" y="1384"/>
                </a:lnTo>
                <a:lnTo>
                  <a:pt x="4586" y="1386"/>
                </a:lnTo>
                <a:lnTo>
                  <a:pt x="4586" y="1387"/>
                </a:lnTo>
                <a:lnTo>
                  <a:pt x="4585" y="1387"/>
                </a:lnTo>
                <a:lnTo>
                  <a:pt x="4585" y="1388"/>
                </a:lnTo>
                <a:lnTo>
                  <a:pt x="4585" y="1389"/>
                </a:lnTo>
                <a:lnTo>
                  <a:pt x="4584" y="1389"/>
                </a:lnTo>
                <a:lnTo>
                  <a:pt x="4584" y="1391"/>
                </a:lnTo>
                <a:lnTo>
                  <a:pt x="4585" y="1391"/>
                </a:lnTo>
                <a:lnTo>
                  <a:pt x="4584" y="1391"/>
                </a:lnTo>
                <a:lnTo>
                  <a:pt x="4584" y="1392"/>
                </a:lnTo>
                <a:lnTo>
                  <a:pt x="4585" y="1392"/>
                </a:lnTo>
                <a:lnTo>
                  <a:pt x="4585" y="1393"/>
                </a:lnTo>
                <a:lnTo>
                  <a:pt x="4585" y="1392"/>
                </a:lnTo>
                <a:lnTo>
                  <a:pt x="4584" y="1392"/>
                </a:lnTo>
                <a:lnTo>
                  <a:pt x="4583" y="1392"/>
                </a:lnTo>
                <a:lnTo>
                  <a:pt x="4583" y="1393"/>
                </a:lnTo>
                <a:lnTo>
                  <a:pt x="4582" y="1394"/>
                </a:lnTo>
                <a:lnTo>
                  <a:pt x="4583" y="1394"/>
                </a:lnTo>
                <a:lnTo>
                  <a:pt x="4584" y="1394"/>
                </a:lnTo>
                <a:lnTo>
                  <a:pt x="4584" y="1393"/>
                </a:lnTo>
                <a:lnTo>
                  <a:pt x="4584" y="1394"/>
                </a:lnTo>
                <a:lnTo>
                  <a:pt x="4583" y="1394"/>
                </a:lnTo>
                <a:lnTo>
                  <a:pt x="4582" y="1394"/>
                </a:lnTo>
                <a:lnTo>
                  <a:pt x="4581" y="1394"/>
                </a:lnTo>
                <a:lnTo>
                  <a:pt x="4581" y="1395"/>
                </a:lnTo>
                <a:lnTo>
                  <a:pt x="4580" y="1395"/>
                </a:lnTo>
                <a:lnTo>
                  <a:pt x="4580" y="1396"/>
                </a:lnTo>
                <a:lnTo>
                  <a:pt x="4580" y="1397"/>
                </a:lnTo>
                <a:lnTo>
                  <a:pt x="4580" y="1398"/>
                </a:lnTo>
                <a:lnTo>
                  <a:pt x="4581" y="1398"/>
                </a:lnTo>
                <a:lnTo>
                  <a:pt x="4581" y="1399"/>
                </a:lnTo>
                <a:lnTo>
                  <a:pt x="4582" y="1399"/>
                </a:lnTo>
                <a:lnTo>
                  <a:pt x="4582" y="1400"/>
                </a:lnTo>
                <a:lnTo>
                  <a:pt x="4583" y="1400"/>
                </a:lnTo>
                <a:lnTo>
                  <a:pt x="4583" y="1401"/>
                </a:lnTo>
                <a:lnTo>
                  <a:pt x="4583" y="1402"/>
                </a:lnTo>
                <a:lnTo>
                  <a:pt x="4583" y="1403"/>
                </a:lnTo>
                <a:lnTo>
                  <a:pt x="4584" y="1403"/>
                </a:lnTo>
                <a:lnTo>
                  <a:pt x="4584" y="1404"/>
                </a:lnTo>
                <a:lnTo>
                  <a:pt x="4585" y="1404"/>
                </a:lnTo>
                <a:lnTo>
                  <a:pt x="4585" y="1403"/>
                </a:lnTo>
                <a:lnTo>
                  <a:pt x="4584" y="1402"/>
                </a:lnTo>
                <a:lnTo>
                  <a:pt x="4584" y="1401"/>
                </a:lnTo>
                <a:lnTo>
                  <a:pt x="4584" y="1400"/>
                </a:lnTo>
                <a:lnTo>
                  <a:pt x="4584" y="1399"/>
                </a:lnTo>
                <a:lnTo>
                  <a:pt x="4583" y="1399"/>
                </a:lnTo>
                <a:lnTo>
                  <a:pt x="4583" y="1398"/>
                </a:lnTo>
                <a:lnTo>
                  <a:pt x="4582" y="1398"/>
                </a:lnTo>
                <a:lnTo>
                  <a:pt x="4583" y="1398"/>
                </a:lnTo>
                <a:lnTo>
                  <a:pt x="4583" y="1399"/>
                </a:lnTo>
                <a:lnTo>
                  <a:pt x="4584" y="1399"/>
                </a:lnTo>
                <a:lnTo>
                  <a:pt x="4584" y="1400"/>
                </a:lnTo>
                <a:lnTo>
                  <a:pt x="4584" y="1401"/>
                </a:lnTo>
                <a:lnTo>
                  <a:pt x="4585" y="1401"/>
                </a:lnTo>
                <a:lnTo>
                  <a:pt x="4585" y="1402"/>
                </a:lnTo>
                <a:lnTo>
                  <a:pt x="4584" y="1402"/>
                </a:lnTo>
                <a:lnTo>
                  <a:pt x="4585" y="1402"/>
                </a:lnTo>
                <a:lnTo>
                  <a:pt x="4585" y="1403"/>
                </a:lnTo>
                <a:lnTo>
                  <a:pt x="4586" y="1403"/>
                </a:lnTo>
                <a:lnTo>
                  <a:pt x="4586" y="1404"/>
                </a:lnTo>
                <a:lnTo>
                  <a:pt x="4586" y="1403"/>
                </a:lnTo>
                <a:lnTo>
                  <a:pt x="4586" y="1404"/>
                </a:lnTo>
                <a:lnTo>
                  <a:pt x="4586" y="1403"/>
                </a:lnTo>
                <a:lnTo>
                  <a:pt x="4586" y="1402"/>
                </a:lnTo>
                <a:lnTo>
                  <a:pt x="4587" y="1402"/>
                </a:lnTo>
                <a:lnTo>
                  <a:pt x="4587" y="1401"/>
                </a:lnTo>
                <a:lnTo>
                  <a:pt x="4587" y="1400"/>
                </a:lnTo>
                <a:lnTo>
                  <a:pt x="4586" y="1400"/>
                </a:lnTo>
                <a:lnTo>
                  <a:pt x="4587" y="1400"/>
                </a:lnTo>
                <a:lnTo>
                  <a:pt x="4587" y="1401"/>
                </a:lnTo>
                <a:lnTo>
                  <a:pt x="4587" y="1402"/>
                </a:lnTo>
                <a:lnTo>
                  <a:pt x="4586" y="1402"/>
                </a:lnTo>
                <a:lnTo>
                  <a:pt x="4586" y="1403"/>
                </a:lnTo>
                <a:lnTo>
                  <a:pt x="4587" y="1403"/>
                </a:lnTo>
                <a:lnTo>
                  <a:pt x="4588" y="1404"/>
                </a:lnTo>
                <a:lnTo>
                  <a:pt x="4588" y="1405"/>
                </a:lnTo>
                <a:lnTo>
                  <a:pt x="4589" y="1405"/>
                </a:lnTo>
                <a:lnTo>
                  <a:pt x="4589" y="1406"/>
                </a:lnTo>
                <a:lnTo>
                  <a:pt x="4589" y="1407"/>
                </a:lnTo>
                <a:lnTo>
                  <a:pt x="4587" y="1407"/>
                </a:lnTo>
                <a:lnTo>
                  <a:pt x="4586" y="1407"/>
                </a:lnTo>
                <a:lnTo>
                  <a:pt x="4585" y="1407"/>
                </a:lnTo>
                <a:lnTo>
                  <a:pt x="4584" y="1407"/>
                </a:lnTo>
                <a:lnTo>
                  <a:pt x="4583" y="1407"/>
                </a:lnTo>
                <a:lnTo>
                  <a:pt x="4582" y="1407"/>
                </a:lnTo>
                <a:lnTo>
                  <a:pt x="4581" y="1407"/>
                </a:lnTo>
                <a:lnTo>
                  <a:pt x="4580" y="1406"/>
                </a:lnTo>
                <a:lnTo>
                  <a:pt x="4579" y="1406"/>
                </a:lnTo>
                <a:lnTo>
                  <a:pt x="4578" y="1406"/>
                </a:lnTo>
                <a:lnTo>
                  <a:pt x="4577" y="1406"/>
                </a:lnTo>
                <a:lnTo>
                  <a:pt x="4576" y="1406"/>
                </a:lnTo>
                <a:lnTo>
                  <a:pt x="4576" y="1405"/>
                </a:lnTo>
                <a:lnTo>
                  <a:pt x="4576" y="1404"/>
                </a:lnTo>
                <a:lnTo>
                  <a:pt x="4576" y="1403"/>
                </a:lnTo>
                <a:lnTo>
                  <a:pt x="4576" y="1402"/>
                </a:lnTo>
                <a:lnTo>
                  <a:pt x="4576" y="1401"/>
                </a:lnTo>
                <a:lnTo>
                  <a:pt x="4576" y="1400"/>
                </a:lnTo>
                <a:lnTo>
                  <a:pt x="4576" y="1399"/>
                </a:lnTo>
                <a:lnTo>
                  <a:pt x="4576" y="1398"/>
                </a:lnTo>
                <a:lnTo>
                  <a:pt x="4577" y="1398"/>
                </a:lnTo>
                <a:lnTo>
                  <a:pt x="4577" y="1397"/>
                </a:lnTo>
                <a:lnTo>
                  <a:pt x="4577" y="1396"/>
                </a:lnTo>
                <a:lnTo>
                  <a:pt x="4577" y="1395"/>
                </a:lnTo>
                <a:lnTo>
                  <a:pt x="4576" y="1395"/>
                </a:lnTo>
                <a:lnTo>
                  <a:pt x="4576" y="1394"/>
                </a:lnTo>
                <a:lnTo>
                  <a:pt x="4575" y="1394"/>
                </a:lnTo>
                <a:lnTo>
                  <a:pt x="4575" y="1395"/>
                </a:lnTo>
                <a:lnTo>
                  <a:pt x="4574" y="1395"/>
                </a:lnTo>
                <a:lnTo>
                  <a:pt x="4572" y="1395"/>
                </a:lnTo>
                <a:lnTo>
                  <a:pt x="4572" y="1396"/>
                </a:lnTo>
                <a:lnTo>
                  <a:pt x="4572" y="1397"/>
                </a:lnTo>
                <a:lnTo>
                  <a:pt x="4572" y="1398"/>
                </a:lnTo>
                <a:lnTo>
                  <a:pt x="4571" y="1398"/>
                </a:lnTo>
                <a:lnTo>
                  <a:pt x="4571" y="1399"/>
                </a:lnTo>
                <a:lnTo>
                  <a:pt x="4571" y="1401"/>
                </a:lnTo>
                <a:lnTo>
                  <a:pt x="4571" y="1402"/>
                </a:lnTo>
                <a:lnTo>
                  <a:pt x="4571" y="1403"/>
                </a:lnTo>
                <a:lnTo>
                  <a:pt x="4571" y="1404"/>
                </a:lnTo>
                <a:lnTo>
                  <a:pt x="4570" y="1404"/>
                </a:lnTo>
                <a:lnTo>
                  <a:pt x="4570" y="1405"/>
                </a:lnTo>
                <a:lnTo>
                  <a:pt x="4569" y="1405"/>
                </a:lnTo>
                <a:lnTo>
                  <a:pt x="4568" y="1405"/>
                </a:lnTo>
                <a:lnTo>
                  <a:pt x="4567" y="1405"/>
                </a:lnTo>
                <a:lnTo>
                  <a:pt x="4566" y="1405"/>
                </a:lnTo>
                <a:lnTo>
                  <a:pt x="4566" y="1406"/>
                </a:lnTo>
                <a:lnTo>
                  <a:pt x="4565" y="1405"/>
                </a:lnTo>
                <a:lnTo>
                  <a:pt x="4564" y="1404"/>
                </a:lnTo>
                <a:lnTo>
                  <a:pt x="4563" y="1405"/>
                </a:lnTo>
                <a:lnTo>
                  <a:pt x="4561" y="1405"/>
                </a:lnTo>
                <a:lnTo>
                  <a:pt x="4560" y="1405"/>
                </a:lnTo>
                <a:lnTo>
                  <a:pt x="4557" y="1406"/>
                </a:lnTo>
                <a:lnTo>
                  <a:pt x="4556" y="1407"/>
                </a:lnTo>
                <a:lnTo>
                  <a:pt x="4555" y="1407"/>
                </a:lnTo>
                <a:lnTo>
                  <a:pt x="4554" y="1407"/>
                </a:lnTo>
                <a:lnTo>
                  <a:pt x="4552" y="1408"/>
                </a:lnTo>
                <a:lnTo>
                  <a:pt x="4551" y="1408"/>
                </a:lnTo>
                <a:lnTo>
                  <a:pt x="4548" y="1407"/>
                </a:lnTo>
                <a:lnTo>
                  <a:pt x="4547" y="1406"/>
                </a:lnTo>
                <a:lnTo>
                  <a:pt x="4546" y="1406"/>
                </a:lnTo>
                <a:lnTo>
                  <a:pt x="4544" y="1406"/>
                </a:lnTo>
                <a:lnTo>
                  <a:pt x="4543" y="1406"/>
                </a:lnTo>
                <a:lnTo>
                  <a:pt x="4542" y="1406"/>
                </a:lnTo>
                <a:lnTo>
                  <a:pt x="4542" y="1405"/>
                </a:lnTo>
                <a:lnTo>
                  <a:pt x="4541" y="1405"/>
                </a:lnTo>
                <a:lnTo>
                  <a:pt x="4541" y="1406"/>
                </a:lnTo>
                <a:lnTo>
                  <a:pt x="4540" y="1406"/>
                </a:lnTo>
                <a:lnTo>
                  <a:pt x="4539" y="1405"/>
                </a:lnTo>
                <a:lnTo>
                  <a:pt x="4538" y="1405"/>
                </a:lnTo>
                <a:lnTo>
                  <a:pt x="4537" y="1405"/>
                </a:lnTo>
                <a:lnTo>
                  <a:pt x="4536" y="1405"/>
                </a:lnTo>
                <a:lnTo>
                  <a:pt x="4537" y="1405"/>
                </a:lnTo>
                <a:lnTo>
                  <a:pt x="4537" y="1404"/>
                </a:lnTo>
                <a:lnTo>
                  <a:pt x="4538" y="1404"/>
                </a:lnTo>
                <a:lnTo>
                  <a:pt x="4537" y="1404"/>
                </a:lnTo>
                <a:lnTo>
                  <a:pt x="4535" y="1405"/>
                </a:lnTo>
                <a:lnTo>
                  <a:pt x="4534" y="1405"/>
                </a:lnTo>
                <a:lnTo>
                  <a:pt x="4533" y="1405"/>
                </a:lnTo>
                <a:lnTo>
                  <a:pt x="4532" y="1406"/>
                </a:lnTo>
                <a:lnTo>
                  <a:pt x="4531" y="1406"/>
                </a:lnTo>
                <a:lnTo>
                  <a:pt x="4529" y="1406"/>
                </a:lnTo>
                <a:lnTo>
                  <a:pt x="4528" y="1406"/>
                </a:lnTo>
                <a:lnTo>
                  <a:pt x="4528" y="1405"/>
                </a:lnTo>
                <a:lnTo>
                  <a:pt x="4524" y="1407"/>
                </a:lnTo>
                <a:lnTo>
                  <a:pt x="4523" y="1405"/>
                </a:lnTo>
                <a:lnTo>
                  <a:pt x="4522" y="1405"/>
                </a:lnTo>
                <a:lnTo>
                  <a:pt x="4521" y="1404"/>
                </a:lnTo>
                <a:lnTo>
                  <a:pt x="4520" y="1404"/>
                </a:lnTo>
                <a:lnTo>
                  <a:pt x="4521" y="1403"/>
                </a:lnTo>
                <a:lnTo>
                  <a:pt x="4520" y="1403"/>
                </a:lnTo>
                <a:lnTo>
                  <a:pt x="4520" y="1402"/>
                </a:lnTo>
                <a:lnTo>
                  <a:pt x="4519" y="1402"/>
                </a:lnTo>
                <a:lnTo>
                  <a:pt x="4520" y="1404"/>
                </a:lnTo>
                <a:lnTo>
                  <a:pt x="4520" y="1405"/>
                </a:lnTo>
                <a:lnTo>
                  <a:pt x="4518" y="1405"/>
                </a:lnTo>
                <a:lnTo>
                  <a:pt x="4518" y="1406"/>
                </a:lnTo>
                <a:lnTo>
                  <a:pt x="4519" y="1406"/>
                </a:lnTo>
                <a:lnTo>
                  <a:pt x="4519" y="1407"/>
                </a:lnTo>
                <a:lnTo>
                  <a:pt x="4519" y="1408"/>
                </a:lnTo>
                <a:lnTo>
                  <a:pt x="4518" y="1408"/>
                </a:lnTo>
                <a:lnTo>
                  <a:pt x="4518" y="1409"/>
                </a:lnTo>
                <a:lnTo>
                  <a:pt x="4517" y="1409"/>
                </a:lnTo>
                <a:lnTo>
                  <a:pt x="4517" y="1410"/>
                </a:lnTo>
                <a:lnTo>
                  <a:pt x="4516" y="1410"/>
                </a:lnTo>
                <a:lnTo>
                  <a:pt x="4515" y="1411"/>
                </a:lnTo>
                <a:lnTo>
                  <a:pt x="4514" y="1411"/>
                </a:lnTo>
                <a:lnTo>
                  <a:pt x="4514" y="1410"/>
                </a:lnTo>
                <a:lnTo>
                  <a:pt x="4513" y="1410"/>
                </a:lnTo>
                <a:lnTo>
                  <a:pt x="4512" y="1410"/>
                </a:lnTo>
                <a:lnTo>
                  <a:pt x="4512" y="1411"/>
                </a:lnTo>
                <a:lnTo>
                  <a:pt x="4512" y="1412"/>
                </a:lnTo>
                <a:lnTo>
                  <a:pt x="4511" y="1412"/>
                </a:lnTo>
                <a:lnTo>
                  <a:pt x="4510" y="1412"/>
                </a:lnTo>
                <a:lnTo>
                  <a:pt x="4511" y="1412"/>
                </a:lnTo>
                <a:lnTo>
                  <a:pt x="4511" y="1411"/>
                </a:lnTo>
                <a:lnTo>
                  <a:pt x="4511" y="1410"/>
                </a:lnTo>
                <a:lnTo>
                  <a:pt x="4510" y="1410"/>
                </a:lnTo>
                <a:lnTo>
                  <a:pt x="4510" y="1409"/>
                </a:lnTo>
                <a:lnTo>
                  <a:pt x="4509" y="1409"/>
                </a:lnTo>
                <a:lnTo>
                  <a:pt x="4508" y="1409"/>
                </a:lnTo>
                <a:lnTo>
                  <a:pt x="4508" y="1411"/>
                </a:lnTo>
                <a:lnTo>
                  <a:pt x="4506" y="1411"/>
                </a:lnTo>
                <a:lnTo>
                  <a:pt x="4506" y="1412"/>
                </a:lnTo>
                <a:lnTo>
                  <a:pt x="4505" y="1412"/>
                </a:lnTo>
                <a:lnTo>
                  <a:pt x="4504" y="1412"/>
                </a:lnTo>
                <a:lnTo>
                  <a:pt x="4503" y="1412"/>
                </a:lnTo>
                <a:lnTo>
                  <a:pt x="4503" y="1413"/>
                </a:lnTo>
                <a:lnTo>
                  <a:pt x="4504" y="1413"/>
                </a:lnTo>
                <a:lnTo>
                  <a:pt x="4503" y="1413"/>
                </a:lnTo>
                <a:lnTo>
                  <a:pt x="4502" y="1413"/>
                </a:lnTo>
                <a:lnTo>
                  <a:pt x="4502" y="1414"/>
                </a:lnTo>
                <a:lnTo>
                  <a:pt x="4501" y="1414"/>
                </a:lnTo>
                <a:lnTo>
                  <a:pt x="4501" y="1415"/>
                </a:lnTo>
                <a:lnTo>
                  <a:pt x="4500" y="1415"/>
                </a:lnTo>
                <a:lnTo>
                  <a:pt x="4499" y="1415"/>
                </a:lnTo>
                <a:lnTo>
                  <a:pt x="4499" y="1414"/>
                </a:lnTo>
                <a:lnTo>
                  <a:pt x="4498" y="1414"/>
                </a:lnTo>
                <a:lnTo>
                  <a:pt x="4498" y="1415"/>
                </a:lnTo>
                <a:lnTo>
                  <a:pt x="4497" y="1415"/>
                </a:lnTo>
                <a:lnTo>
                  <a:pt x="4497" y="1416"/>
                </a:lnTo>
                <a:lnTo>
                  <a:pt x="4496" y="1415"/>
                </a:lnTo>
                <a:lnTo>
                  <a:pt x="4496" y="1414"/>
                </a:lnTo>
                <a:lnTo>
                  <a:pt x="4497" y="1413"/>
                </a:lnTo>
                <a:lnTo>
                  <a:pt x="4498" y="1413"/>
                </a:lnTo>
                <a:lnTo>
                  <a:pt x="4499" y="1413"/>
                </a:lnTo>
                <a:lnTo>
                  <a:pt x="4499" y="1412"/>
                </a:lnTo>
                <a:lnTo>
                  <a:pt x="4498" y="1412"/>
                </a:lnTo>
                <a:lnTo>
                  <a:pt x="4498" y="1413"/>
                </a:lnTo>
                <a:lnTo>
                  <a:pt x="4497" y="1413"/>
                </a:lnTo>
                <a:lnTo>
                  <a:pt x="4497" y="1412"/>
                </a:lnTo>
                <a:lnTo>
                  <a:pt x="4497" y="1411"/>
                </a:lnTo>
                <a:lnTo>
                  <a:pt x="4497" y="1410"/>
                </a:lnTo>
                <a:lnTo>
                  <a:pt x="4498" y="1410"/>
                </a:lnTo>
                <a:lnTo>
                  <a:pt x="4498" y="1409"/>
                </a:lnTo>
                <a:lnTo>
                  <a:pt x="4498" y="1408"/>
                </a:lnTo>
                <a:lnTo>
                  <a:pt x="4498" y="1409"/>
                </a:lnTo>
                <a:lnTo>
                  <a:pt x="4497" y="1410"/>
                </a:lnTo>
                <a:lnTo>
                  <a:pt x="4496" y="1410"/>
                </a:lnTo>
                <a:lnTo>
                  <a:pt x="4497" y="1411"/>
                </a:lnTo>
                <a:lnTo>
                  <a:pt x="4497" y="1412"/>
                </a:lnTo>
                <a:lnTo>
                  <a:pt x="4496" y="1413"/>
                </a:lnTo>
                <a:lnTo>
                  <a:pt x="4495" y="1413"/>
                </a:lnTo>
                <a:lnTo>
                  <a:pt x="4494" y="1413"/>
                </a:lnTo>
                <a:lnTo>
                  <a:pt x="4492" y="1413"/>
                </a:lnTo>
                <a:lnTo>
                  <a:pt x="4492" y="1412"/>
                </a:lnTo>
                <a:lnTo>
                  <a:pt x="4491" y="1412"/>
                </a:lnTo>
                <a:lnTo>
                  <a:pt x="4491" y="1413"/>
                </a:lnTo>
                <a:lnTo>
                  <a:pt x="4490" y="1413"/>
                </a:lnTo>
                <a:lnTo>
                  <a:pt x="4489" y="1413"/>
                </a:lnTo>
                <a:lnTo>
                  <a:pt x="4488" y="1412"/>
                </a:lnTo>
                <a:lnTo>
                  <a:pt x="4488" y="1411"/>
                </a:lnTo>
                <a:lnTo>
                  <a:pt x="4487" y="1410"/>
                </a:lnTo>
                <a:lnTo>
                  <a:pt x="4487" y="1409"/>
                </a:lnTo>
                <a:lnTo>
                  <a:pt x="4486" y="1409"/>
                </a:lnTo>
                <a:lnTo>
                  <a:pt x="4486" y="1410"/>
                </a:lnTo>
                <a:lnTo>
                  <a:pt x="4488" y="1412"/>
                </a:lnTo>
                <a:lnTo>
                  <a:pt x="4486" y="1412"/>
                </a:lnTo>
                <a:lnTo>
                  <a:pt x="4486" y="1413"/>
                </a:lnTo>
                <a:lnTo>
                  <a:pt x="4486" y="1414"/>
                </a:lnTo>
                <a:lnTo>
                  <a:pt x="4485" y="1414"/>
                </a:lnTo>
                <a:lnTo>
                  <a:pt x="4484" y="1413"/>
                </a:lnTo>
                <a:lnTo>
                  <a:pt x="4483" y="1413"/>
                </a:lnTo>
                <a:lnTo>
                  <a:pt x="4483" y="1414"/>
                </a:lnTo>
                <a:lnTo>
                  <a:pt x="4484" y="1414"/>
                </a:lnTo>
                <a:lnTo>
                  <a:pt x="4485" y="1414"/>
                </a:lnTo>
                <a:lnTo>
                  <a:pt x="4486" y="1416"/>
                </a:lnTo>
                <a:lnTo>
                  <a:pt x="4486" y="1417"/>
                </a:lnTo>
                <a:lnTo>
                  <a:pt x="4485" y="1417"/>
                </a:lnTo>
                <a:lnTo>
                  <a:pt x="4486" y="1418"/>
                </a:lnTo>
                <a:lnTo>
                  <a:pt x="4487" y="1418"/>
                </a:lnTo>
                <a:lnTo>
                  <a:pt x="4487" y="1419"/>
                </a:lnTo>
                <a:lnTo>
                  <a:pt x="4486" y="1419"/>
                </a:lnTo>
                <a:lnTo>
                  <a:pt x="4485" y="1418"/>
                </a:lnTo>
                <a:lnTo>
                  <a:pt x="4484" y="1419"/>
                </a:lnTo>
                <a:lnTo>
                  <a:pt x="4483" y="1419"/>
                </a:lnTo>
                <a:lnTo>
                  <a:pt x="4482" y="1418"/>
                </a:lnTo>
                <a:lnTo>
                  <a:pt x="4481" y="1418"/>
                </a:lnTo>
                <a:lnTo>
                  <a:pt x="4480" y="1419"/>
                </a:lnTo>
                <a:lnTo>
                  <a:pt x="4480" y="1420"/>
                </a:lnTo>
                <a:lnTo>
                  <a:pt x="4481" y="1420"/>
                </a:lnTo>
                <a:lnTo>
                  <a:pt x="4481" y="1421"/>
                </a:lnTo>
                <a:lnTo>
                  <a:pt x="4480" y="1421"/>
                </a:lnTo>
                <a:lnTo>
                  <a:pt x="4478" y="1421"/>
                </a:lnTo>
                <a:lnTo>
                  <a:pt x="4477" y="1421"/>
                </a:lnTo>
                <a:lnTo>
                  <a:pt x="4476" y="1421"/>
                </a:lnTo>
                <a:lnTo>
                  <a:pt x="4476" y="1422"/>
                </a:lnTo>
                <a:lnTo>
                  <a:pt x="4475" y="1422"/>
                </a:lnTo>
                <a:lnTo>
                  <a:pt x="4474" y="1423"/>
                </a:lnTo>
                <a:lnTo>
                  <a:pt x="4474" y="1424"/>
                </a:lnTo>
                <a:lnTo>
                  <a:pt x="4473" y="1424"/>
                </a:lnTo>
                <a:lnTo>
                  <a:pt x="4472" y="1423"/>
                </a:lnTo>
                <a:lnTo>
                  <a:pt x="4473" y="1422"/>
                </a:lnTo>
                <a:lnTo>
                  <a:pt x="4472" y="1422"/>
                </a:lnTo>
                <a:lnTo>
                  <a:pt x="4471" y="1421"/>
                </a:lnTo>
                <a:lnTo>
                  <a:pt x="4470" y="1420"/>
                </a:lnTo>
                <a:lnTo>
                  <a:pt x="4470" y="1421"/>
                </a:lnTo>
                <a:lnTo>
                  <a:pt x="4470" y="1422"/>
                </a:lnTo>
                <a:lnTo>
                  <a:pt x="4469" y="1422"/>
                </a:lnTo>
                <a:lnTo>
                  <a:pt x="4468" y="1421"/>
                </a:lnTo>
                <a:lnTo>
                  <a:pt x="4467" y="1422"/>
                </a:lnTo>
                <a:lnTo>
                  <a:pt x="4466" y="1422"/>
                </a:lnTo>
                <a:lnTo>
                  <a:pt x="4465" y="1422"/>
                </a:lnTo>
                <a:lnTo>
                  <a:pt x="4464" y="1422"/>
                </a:lnTo>
                <a:lnTo>
                  <a:pt x="4463" y="1422"/>
                </a:lnTo>
                <a:lnTo>
                  <a:pt x="4462" y="1422"/>
                </a:lnTo>
                <a:lnTo>
                  <a:pt x="4462" y="1421"/>
                </a:lnTo>
                <a:lnTo>
                  <a:pt x="4462" y="1420"/>
                </a:lnTo>
                <a:lnTo>
                  <a:pt x="4462" y="1421"/>
                </a:lnTo>
                <a:lnTo>
                  <a:pt x="4461" y="1422"/>
                </a:lnTo>
                <a:lnTo>
                  <a:pt x="4460" y="1422"/>
                </a:lnTo>
                <a:lnTo>
                  <a:pt x="4459" y="1422"/>
                </a:lnTo>
                <a:lnTo>
                  <a:pt x="4460" y="1423"/>
                </a:lnTo>
                <a:lnTo>
                  <a:pt x="4461" y="1423"/>
                </a:lnTo>
                <a:lnTo>
                  <a:pt x="4461" y="1424"/>
                </a:lnTo>
                <a:lnTo>
                  <a:pt x="4460" y="1424"/>
                </a:lnTo>
                <a:lnTo>
                  <a:pt x="4459" y="1425"/>
                </a:lnTo>
                <a:lnTo>
                  <a:pt x="4458" y="1425"/>
                </a:lnTo>
                <a:lnTo>
                  <a:pt x="4458" y="1426"/>
                </a:lnTo>
                <a:lnTo>
                  <a:pt x="4458" y="1428"/>
                </a:lnTo>
                <a:lnTo>
                  <a:pt x="4456" y="1428"/>
                </a:lnTo>
                <a:lnTo>
                  <a:pt x="4456" y="1427"/>
                </a:lnTo>
                <a:lnTo>
                  <a:pt x="4453" y="1428"/>
                </a:lnTo>
                <a:lnTo>
                  <a:pt x="4452" y="1427"/>
                </a:lnTo>
                <a:lnTo>
                  <a:pt x="4450" y="1428"/>
                </a:lnTo>
                <a:lnTo>
                  <a:pt x="4449" y="1428"/>
                </a:lnTo>
                <a:lnTo>
                  <a:pt x="4447" y="1428"/>
                </a:lnTo>
                <a:lnTo>
                  <a:pt x="4447" y="1429"/>
                </a:lnTo>
                <a:lnTo>
                  <a:pt x="4446" y="1429"/>
                </a:lnTo>
                <a:lnTo>
                  <a:pt x="4447" y="1431"/>
                </a:lnTo>
                <a:lnTo>
                  <a:pt x="4445" y="1432"/>
                </a:lnTo>
                <a:lnTo>
                  <a:pt x="4444" y="1430"/>
                </a:lnTo>
                <a:lnTo>
                  <a:pt x="4443" y="1430"/>
                </a:lnTo>
                <a:lnTo>
                  <a:pt x="4443" y="1431"/>
                </a:lnTo>
                <a:lnTo>
                  <a:pt x="4442" y="1431"/>
                </a:lnTo>
                <a:lnTo>
                  <a:pt x="4444" y="1432"/>
                </a:lnTo>
                <a:lnTo>
                  <a:pt x="4436" y="1435"/>
                </a:lnTo>
                <a:lnTo>
                  <a:pt x="4435" y="1434"/>
                </a:lnTo>
                <a:lnTo>
                  <a:pt x="4433" y="1435"/>
                </a:lnTo>
                <a:lnTo>
                  <a:pt x="4433" y="1436"/>
                </a:lnTo>
                <a:lnTo>
                  <a:pt x="4433" y="1437"/>
                </a:lnTo>
                <a:lnTo>
                  <a:pt x="4432" y="1437"/>
                </a:lnTo>
                <a:lnTo>
                  <a:pt x="4431" y="1436"/>
                </a:lnTo>
                <a:lnTo>
                  <a:pt x="4432" y="1436"/>
                </a:lnTo>
                <a:lnTo>
                  <a:pt x="4431" y="1436"/>
                </a:lnTo>
                <a:lnTo>
                  <a:pt x="4430" y="1435"/>
                </a:lnTo>
                <a:lnTo>
                  <a:pt x="4429" y="1435"/>
                </a:lnTo>
                <a:lnTo>
                  <a:pt x="4429" y="1436"/>
                </a:lnTo>
                <a:lnTo>
                  <a:pt x="4430" y="1436"/>
                </a:lnTo>
                <a:lnTo>
                  <a:pt x="4429" y="1436"/>
                </a:lnTo>
                <a:lnTo>
                  <a:pt x="4429" y="1437"/>
                </a:lnTo>
                <a:lnTo>
                  <a:pt x="4429" y="1438"/>
                </a:lnTo>
                <a:lnTo>
                  <a:pt x="4429" y="1439"/>
                </a:lnTo>
                <a:lnTo>
                  <a:pt x="4428" y="1439"/>
                </a:lnTo>
                <a:lnTo>
                  <a:pt x="4427" y="1439"/>
                </a:lnTo>
                <a:lnTo>
                  <a:pt x="4427" y="1440"/>
                </a:lnTo>
                <a:lnTo>
                  <a:pt x="4428" y="1440"/>
                </a:lnTo>
                <a:lnTo>
                  <a:pt x="4427" y="1441"/>
                </a:lnTo>
                <a:lnTo>
                  <a:pt x="4427" y="1440"/>
                </a:lnTo>
                <a:lnTo>
                  <a:pt x="4426" y="1440"/>
                </a:lnTo>
                <a:lnTo>
                  <a:pt x="4425" y="1441"/>
                </a:lnTo>
                <a:lnTo>
                  <a:pt x="4424" y="1441"/>
                </a:lnTo>
                <a:lnTo>
                  <a:pt x="4424" y="1442"/>
                </a:lnTo>
                <a:lnTo>
                  <a:pt x="4423" y="1442"/>
                </a:lnTo>
                <a:lnTo>
                  <a:pt x="4423" y="1441"/>
                </a:lnTo>
                <a:lnTo>
                  <a:pt x="4424" y="1441"/>
                </a:lnTo>
                <a:lnTo>
                  <a:pt x="4424" y="1440"/>
                </a:lnTo>
                <a:lnTo>
                  <a:pt x="4423" y="1440"/>
                </a:lnTo>
                <a:lnTo>
                  <a:pt x="4422" y="1440"/>
                </a:lnTo>
                <a:lnTo>
                  <a:pt x="4423" y="1441"/>
                </a:lnTo>
                <a:lnTo>
                  <a:pt x="4422" y="1442"/>
                </a:lnTo>
                <a:lnTo>
                  <a:pt x="4422" y="1443"/>
                </a:lnTo>
                <a:lnTo>
                  <a:pt x="4422" y="1444"/>
                </a:lnTo>
                <a:lnTo>
                  <a:pt x="4423" y="1445"/>
                </a:lnTo>
                <a:lnTo>
                  <a:pt x="4423" y="1446"/>
                </a:lnTo>
                <a:lnTo>
                  <a:pt x="4422" y="1446"/>
                </a:lnTo>
                <a:lnTo>
                  <a:pt x="4421" y="1445"/>
                </a:lnTo>
                <a:lnTo>
                  <a:pt x="4419" y="1447"/>
                </a:lnTo>
                <a:lnTo>
                  <a:pt x="4418" y="1447"/>
                </a:lnTo>
                <a:lnTo>
                  <a:pt x="4417" y="1447"/>
                </a:lnTo>
                <a:lnTo>
                  <a:pt x="4417" y="1448"/>
                </a:lnTo>
                <a:lnTo>
                  <a:pt x="4417" y="1447"/>
                </a:lnTo>
                <a:lnTo>
                  <a:pt x="4416" y="1447"/>
                </a:lnTo>
                <a:lnTo>
                  <a:pt x="4417" y="1448"/>
                </a:lnTo>
                <a:lnTo>
                  <a:pt x="4416" y="1449"/>
                </a:lnTo>
                <a:lnTo>
                  <a:pt x="4415" y="1449"/>
                </a:lnTo>
                <a:lnTo>
                  <a:pt x="4415" y="1448"/>
                </a:lnTo>
                <a:lnTo>
                  <a:pt x="4413" y="1448"/>
                </a:lnTo>
                <a:lnTo>
                  <a:pt x="4412" y="1449"/>
                </a:lnTo>
                <a:lnTo>
                  <a:pt x="4412" y="1447"/>
                </a:lnTo>
                <a:lnTo>
                  <a:pt x="4411" y="1447"/>
                </a:lnTo>
                <a:lnTo>
                  <a:pt x="4408" y="1447"/>
                </a:lnTo>
                <a:lnTo>
                  <a:pt x="4407" y="1448"/>
                </a:lnTo>
                <a:lnTo>
                  <a:pt x="4406" y="1448"/>
                </a:lnTo>
                <a:lnTo>
                  <a:pt x="4406" y="1449"/>
                </a:lnTo>
                <a:lnTo>
                  <a:pt x="4403" y="1450"/>
                </a:lnTo>
                <a:lnTo>
                  <a:pt x="4402" y="1451"/>
                </a:lnTo>
                <a:lnTo>
                  <a:pt x="4401" y="1451"/>
                </a:lnTo>
                <a:lnTo>
                  <a:pt x="4402" y="1452"/>
                </a:lnTo>
                <a:lnTo>
                  <a:pt x="4399" y="1454"/>
                </a:lnTo>
                <a:lnTo>
                  <a:pt x="4399" y="1453"/>
                </a:lnTo>
                <a:lnTo>
                  <a:pt x="4398" y="1453"/>
                </a:lnTo>
                <a:lnTo>
                  <a:pt x="4399" y="1453"/>
                </a:lnTo>
                <a:lnTo>
                  <a:pt x="4399" y="1454"/>
                </a:lnTo>
                <a:lnTo>
                  <a:pt x="4400" y="1455"/>
                </a:lnTo>
                <a:lnTo>
                  <a:pt x="4400" y="1456"/>
                </a:lnTo>
                <a:lnTo>
                  <a:pt x="4399" y="1456"/>
                </a:lnTo>
                <a:lnTo>
                  <a:pt x="4398" y="1454"/>
                </a:lnTo>
                <a:lnTo>
                  <a:pt x="4397" y="1455"/>
                </a:lnTo>
                <a:lnTo>
                  <a:pt x="4395" y="1457"/>
                </a:lnTo>
                <a:lnTo>
                  <a:pt x="4394" y="1457"/>
                </a:lnTo>
                <a:lnTo>
                  <a:pt x="4393" y="1456"/>
                </a:lnTo>
                <a:lnTo>
                  <a:pt x="4393" y="1457"/>
                </a:lnTo>
                <a:lnTo>
                  <a:pt x="4394" y="1457"/>
                </a:lnTo>
                <a:lnTo>
                  <a:pt x="4395" y="1457"/>
                </a:lnTo>
                <a:lnTo>
                  <a:pt x="4395" y="1458"/>
                </a:lnTo>
                <a:lnTo>
                  <a:pt x="4395" y="1459"/>
                </a:lnTo>
                <a:lnTo>
                  <a:pt x="4394" y="1460"/>
                </a:lnTo>
                <a:lnTo>
                  <a:pt x="4393" y="1460"/>
                </a:lnTo>
                <a:lnTo>
                  <a:pt x="4393" y="1461"/>
                </a:lnTo>
                <a:lnTo>
                  <a:pt x="4393" y="1462"/>
                </a:lnTo>
                <a:lnTo>
                  <a:pt x="4392" y="1462"/>
                </a:lnTo>
                <a:lnTo>
                  <a:pt x="4391" y="1462"/>
                </a:lnTo>
                <a:lnTo>
                  <a:pt x="4390" y="1462"/>
                </a:lnTo>
                <a:lnTo>
                  <a:pt x="4390" y="1463"/>
                </a:lnTo>
                <a:lnTo>
                  <a:pt x="4390" y="1464"/>
                </a:lnTo>
                <a:lnTo>
                  <a:pt x="4389" y="1464"/>
                </a:lnTo>
                <a:lnTo>
                  <a:pt x="4389" y="1463"/>
                </a:lnTo>
                <a:lnTo>
                  <a:pt x="4388" y="1463"/>
                </a:lnTo>
                <a:lnTo>
                  <a:pt x="4387" y="1464"/>
                </a:lnTo>
                <a:lnTo>
                  <a:pt x="4386" y="1464"/>
                </a:lnTo>
                <a:lnTo>
                  <a:pt x="4386" y="1465"/>
                </a:lnTo>
                <a:lnTo>
                  <a:pt x="4385" y="1465"/>
                </a:lnTo>
                <a:lnTo>
                  <a:pt x="4384" y="1466"/>
                </a:lnTo>
                <a:lnTo>
                  <a:pt x="4384" y="1467"/>
                </a:lnTo>
                <a:lnTo>
                  <a:pt x="4383" y="1467"/>
                </a:lnTo>
                <a:lnTo>
                  <a:pt x="4382" y="1467"/>
                </a:lnTo>
                <a:lnTo>
                  <a:pt x="4382" y="1468"/>
                </a:lnTo>
                <a:lnTo>
                  <a:pt x="4381" y="1468"/>
                </a:lnTo>
                <a:lnTo>
                  <a:pt x="4381" y="1469"/>
                </a:lnTo>
                <a:lnTo>
                  <a:pt x="4382" y="1469"/>
                </a:lnTo>
                <a:lnTo>
                  <a:pt x="4382" y="1470"/>
                </a:lnTo>
                <a:lnTo>
                  <a:pt x="4381" y="1471"/>
                </a:lnTo>
                <a:lnTo>
                  <a:pt x="4380" y="1471"/>
                </a:lnTo>
                <a:lnTo>
                  <a:pt x="4379" y="1471"/>
                </a:lnTo>
                <a:lnTo>
                  <a:pt x="4379" y="1472"/>
                </a:lnTo>
                <a:lnTo>
                  <a:pt x="4380" y="1472"/>
                </a:lnTo>
                <a:lnTo>
                  <a:pt x="4381" y="1472"/>
                </a:lnTo>
                <a:lnTo>
                  <a:pt x="4382" y="1472"/>
                </a:lnTo>
                <a:lnTo>
                  <a:pt x="4381" y="1473"/>
                </a:lnTo>
                <a:lnTo>
                  <a:pt x="4382" y="1473"/>
                </a:lnTo>
                <a:lnTo>
                  <a:pt x="4383" y="1473"/>
                </a:lnTo>
                <a:lnTo>
                  <a:pt x="4384" y="1474"/>
                </a:lnTo>
                <a:lnTo>
                  <a:pt x="4385" y="1474"/>
                </a:lnTo>
                <a:lnTo>
                  <a:pt x="4386" y="1474"/>
                </a:lnTo>
                <a:lnTo>
                  <a:pt x="4385" y="1475"/>
                </a:lnTo>
                <a:lnTo>
                  <a:pt x="4385" y="1474"/>
                </a:lnTo>
                <a:lnTo>
                  <a:pt x="4384" y="1474"/>
                </a:lnTo>
                <a:lnTo>
                  <a:pt x="4383" y="1474"/>
                </a:lnTo>
                <a:lnTo>
                  <a:pt x="4383" y="1475"/>
                </a:lnTo>
                <a:lnTo>
                  <a:pt x="4382" y="1475"/>
                </a:lnTo>
                <a:lnTo>
                  <a:pt x="4382" y="1476"/>
                </a:lnTo>
                <a:lnTo>
                  <a:pt x="4381" y="1476"/>
                </a:lnTo>
                <a:lnTo>
                  <a:pt x="4380" y="1476"/>
                </a:lnTo>
                <a:lnTo>
                  <a:pt x="4380" y="1477"/>
                </a:lnTo>
                <a:lnTo>
                  <a:pt x="4379" y="1477"/>
                </a:lnTo>
                <a:lnTo>
                  <a:pt x="4378" y="1477"/>
                </a:lnTo>
                <a:lnTo>
                  <a:pt x="4378" y="1478"/>
                </a:lnTo>
                <a:lnTo>
                  <a:pt x="4379" y="1478"/>
                </a:lnTo>
                <a:lnTo>
                  <a:pt x="4378" y="1478"/>
                </a:lnTo>
                <a:lnTo>
                  <a:pt x="4377" y="1478"/>
                </a:lnTo>
                <a:lnTo>
                  <a:pt x="4376" y="1478"/>
                </a:lnTo>
                <a:lnTo>
                  <a:pt x="4375" y="1478"/>
                </a:lnTo>
                <a:lnTo>
                  <a:pt x="4375" y="1477"/>
                </a:lnTo>
                <a:lnTo>
                  <a:pt x="4374" y="1477"/>
                </a:lnTo>
                <a:lnTo>
                  <a:pt x="4374" y="1478"/>
                </a:lnTo>
                <a:lnTo>
                  <a:pt x="4375" y="1479"/>
                </a:lnTo>
                <a:lnTo>
                  <a:pt x="4375" y="1480"/>
                </a:lnTo>
                <a:lnTo>
                  <a:pt x="4375" y="1481"/>
                </a:lnTo>
                <a:lnTo>
                  <a:pt x="4376" y="1481"/>
                </a:lnTo>
                <a:lnTo>
                  <a:pt x="4377" y="1482"/>
                </a:lnTo>
                <a:lnTo>
                  <a:pt x="4377" y="1483"/>
                </a:lnTo>
                <a:lnTo>
                  <a:pt x="4377" y="1484"/>
                </a:lnTo>
                <a:lnTo>
                  <a:pt x="4377" y="1483"/>
                </a:lnTo>
                <a:lnTo>
                  <a:pt x="4376" y="1483"/>
                </a:lnTo>
                <a:lnTo>
                  <a:pt x="4375" y="1483"/>
                </a:lnTo>
                <a:lnTo>
                  <a:pt x="4374" y="1483"/>
                </a:lnTo>
                <a:lnTo>
                  <a:pt x="4374" y="1482"/>
                </a:lnTo>
                <a:lnTo>
                  <a:pt x="4373" y="1482"/>
                </a:lnTo>
                <a:lnTo>
                  <a:pt x="4372" y="1482"/>
                </a:lnTo>
                <a:lnTo>
                  <a:pt x="4370" y="1483"/>
                </a:lnTo>
                <a:lnTo>
                  <a:pt x="4369" y="1485"/>
                </a:lnTo>
                <a:lnTo>
                  <a:pt x="4368" y="1487"/>
                </a:lnTo>
                <a:lnTo>
                  <a:pt x="4367" y="1486"/>
                </a:lnTo>
                <a:lnTo>
                  <a:pt x="4366" y="1485"/>
                </a:lnTo>
                <a:lnTo>
                  <a:pt x="4365" y="1485"/>
                </a:lnTo>
                <a:lnTo>
                  <a:pt x="4365" y="1484"/>
                </a:lnTo>
                <a:lnTo>
                  <a:pt x="4364" y="1484"/>
                </a:lnTo>
                <a:lnTo>
                  <a:pt x="4363" y="1484"/>
                </a:lnTo>
                <a:lnTo>
                  <a:pt x="4362" y="1484"/>
                </a:lnTo>
                <a:lnTo>
                  <a:pt x="4362" y="1485"/>
                </a:lnTo>
                <a:lnTo>
                  <a:pt x="4363" y="1486"/>
                </a:lnTo>
                <a:lnTo>
                  <a:pt x="4364" y="1486"/>
                </a:lnTo>
                <a:lnTo>
                  <a:pt x="4364" y="1487"/>
                </a:lnTo>
                <a:lnTo>
                  <a:pt x="4364" y="1488"/>
                </a:lnTo>
                <a:lnTo>
                  <a:pt x="4363" y="1487"/>
                </a:lnTo>
                <a:lnTo>
                  <a:pt x="4362" y="1487"/>
                </a:lnTo>
                <a:lnTo>
                  <a:pt x="4361" y="1487"/>
                </a:lnTo>
                <a:lnTo>
                  <a:pt x="4360" y="1486"/>
                </a:lnTo>
                <a:lnTo>
                  <a:pt x="4358" y="1486"/>
                </a:lnTo>
                <a:lnTo>
                  <a:pt x="4357" y="1485"/>
                </a:lnTo>
                <a:lnTo>
                  <a:pt x="4357" y="1486"/>
                </a:lnTo>
                <a:lnTo>
                  <a:pt x="4357" y="1487"/>
                </a:lnTo>
                <a:lnTo>
                  <a:pt x="4358" y="1487"/>
                </a:lnTo>
                <a:lnTo>
                  <a:pt x="4358" y="1488"/>
                </a:lnTo>
                <a:lnTo>
                  <a:pt x="4359" y="1488"/>
                </a:lnTo>
                <a:lnTo>
                  <a:pt x="4360" y="1489"/>
                </a:lnTo>
                <a:lnTo>
                  <a:pt x="4362" y="1490"/>
                </a:lnTo>
                <a:lnTo>
                  <a:pt x="4362" y="1491"/>
                </a:lnTo>
                <a:lnTo>
                  <a:pt x="4362" y="1492"/>
                </a:lnTo>
                <a:lnTo>
                  <a:pt x="4362" y="1493"/>
                </a:lnTo>
                <a:lnTo>
                  <a:pt x="4362" y="1494"/>
                </a:lnTo>
                <a:lnTo>
                  <a:pt x="4361" y="1494"/>
                </a:lnTo>
                <a:lnTo>
                  <a:pt x="4360" y="1495"/>
                </a:lnTo>
                <a:lnTo>
                  <a:pt x="4359" y="1496"/>
                </a:lnTo>
                <a:lnTo>
                  <a:pt x="4358" y="1495"/>
                </a:lnTo>
                <a:lnTo>
                  <a:pt x="4357" y="1495"/>
                </a:lnTo>
                <a:lnTo>
                  <a:pt x="4356" y="1495"/>
                </a:lnTo>
                <a:lnTo>
                  <a:pt x="4356" y="1494"/>
                </a:lnTo>
                <a:lnTo>
                  <a:pt x="4357" y="1494"/>
                </a:lnTo>
                <a:lnTo>
                  <a:pt x="4356" y="1493"/>
                </a:lnTo>
                <a:lnTo>
                  <a:pt x="4355" y="1493"/>
                </a:lnTo>
                <a:lnTo>
                  <a:pt x="4354" y="1493"/>
                </a:lnTo>
                <a:lnTo>
                  <a:pt x="4355" y="1492"/>
                </a:lnTo>
                <a:lnTo>
                  <a:pt x="4354" y="1491"/>
                </a:lnTo>
                <a:lnTo>
                  <a:pt x="4353" y="1490"/>
                </a:lnTo>
                <a:lnTo>
                  <a:pt x="4354" y="1490"/>
                </a:lnTo>
                <a:lnTo>
                  <a:pt x="4353" y="1490"/>
                </a:lnTo>
                <a:lnTo>
                  <a:pt x="4353" y="1489"/>
                </a:lnTo>
                <a:lnTo>
                  <a:pt x="4353" y="1488"/>
                </a:lnTo>
                <a:lnTo>
                  <a:pt x="4352" y="1488"/>
                </a:lnTo>
                <a:lnTo>
                  <a:pt x="4352" y="1487"/>
                </a:lnTo>
                <a:lnTo>
                  <a:pt x="4351" y="1487"/>
                </a:lnTo>
                <a:lnTo>
                  <a:pt x="4350" y="1487"/>
                </a:lnTo>
                <a:lnTo>
                  <a:pt x="4349" y="1487"/>
                </a:lnTo>
                <a:lnTo>
                  <a:pt x="4348" y="1487"/>
                </a:lnTo>
                <a:lnTo>
                  <a:pt x="4348" y="1486"/>
                </a:lnTo>
                <a:lnTo>
                  <a:pt x="4347" y="1486"/>
                </a:lnTo>
                <a:lnTo>
                  <a:pt x="4346" y="1486"/>
                </a:lnTo>
                <a:lnTo>
                  <a:pt x="4346" y="1487"/>
                </a:lnTo>
                <a:lnTo>
                  <a:pt x="4347" y="1487"/>
                </a:lnTo>
                <a:lnTo>
                  <a:pt x="4348" y="1487"/>
                </a:lnTo>
                <a:lnTo>
                  <a:pt x="4349" y="1488"/>
                </a:lnTo>
                <a:lnTo>
                  <a:pt x="4348" y="1489"/>
                </a:lnTo>
                <a:lnTo>
                  <a:pt x="4347" y="1490"/>
                </a:lnTo>
                <a:lnTo>
                  <a:pt x="4345" y="1490"/>
                </a:lnTo>
                <a:lnTo>
                  <a:pt x="4345" y="1489"/>
                </a:lnTo>
                <a:lnTo>
                  <a:pt x="4345" y="1488"/>
                </a:lnTo>
                <a:lnTo>
                  <a:pt x="4344" y="1488"/>
                </a:lnTo>
                <a:lnTo>
                  <a:pt x="4343" y="1488"/>
                </a:lnTo>
                <a:lnTo>
                  <a:pt x="4343" y="1489"/>
                </a:lnTo>
                <a:lnTo>
                  <a:pt x="4342" y="1489"/>
                </a:lnTo>
                <a:lnTo>
                  <a:pt x="4342" y="1488"/>
                </a:lnTo>
                <a:lnTo>
                  <a:pt x="4341" y="1488"/>
                </a:lnTo>
                <a:lnTo>
                  <a:pt x="4339" y="1489"/>
                </a:lnTo>
                <a:lnTo>
                  <a:pt x="4339" y="1490"/>
                </a:lnTo>
                <a:lnTo>
                  <a:pt x="4340" y="1490"/>
                </a:lnTo>
                <a:lnTo>
                  <a:pt x="4341" y="1490"/>
                </a:lnTo>
                <a:lnTo>
                  <a:pt x="4341" y="1491"/>
                </a:lnTo>
                <a:lnTo>
                  <a:pt x="4341" y="1492"/>
                </a:lnTo>
                <a:lnTo>
                  <a:pt x="4341" y="1493"/>
                </a:lnTo>
                <a:lnTo>
                  <a:pt x="4340" y="1493"/>
                </a:lnTo>
                <a:lnTo>
                  <a:pt x="4339" y="1494"/>
                </a:lnTo>
                <a:lnTo>
                  <a:pt x="4339" y="1493"/>
                </a:lnTo>
                <a:lnTo>
                  <a:pt x="4338" y="1494"/>
                </a:lnTo>
                <a:lnTo>
                  <a:pt x="4337" y="1495"/>
                </a:lnTo>
                <a:lnTo>
                  <a:pt x="4336" y="1495"/>
                </a:lnTo>
                <a:lnTo>
                  <a:pt x="4337" y="1495"/>
                </a:lnTo>
                <a:lnTo>
                  <a:pt x="4337" y="1496"/>
                </a:lnTo>
                <a:lnTo>
                  <a:pt x="4336" y="1497"/>
                </a:lnTo>
                <a:lnTo>
                  <a:pt x="4337" y="1497"/>
                </a:lnTo>
                <a:lnTo>
                  <a:pt x="4338" y="1497"/>
                </a:lnTo>
                <a:lnTo>
                  <a:pt x="4338" y="1496"/>
                </a:lnTo>
                <a:lnTo>
                  <a:pt x="4339" y="1496"/>
                </a:lnTo>
                <a:lnTo>
                  <a:pt x="4340" y="1496"/>
                </a:lnTo>
                <a:lnTo>
                  <a:pt x="4339" y="1497"/>
                </a:lnTo>
                <a:lnTo>
                  <a:pt x="4341" y="1497"/>
                </a:lnTo>
                <a:lnTo>
                  <a:pt x="4342" y="1497"/>
                </a:lnTo>
                <a:lnTo>
                  <a:pt x="4343" y="1497"/>
                </a:lnTo>
                <a:lnTo>
                  <a:pt x="4343" y="1498"/>
                </a:lnTo>
                <a:lnTo>
                  <a:pt x="4344" y="1498"/>
                </a:lnTo>
                <a:lnTo>
                  <a:pt x="4346" y="1498"/>
                </a:lnTo>
                <a:lnTo>
                  <a:pt x="4346" y="1499"/>
                </a:lnTo>
                <a:lnTo>
                  <a:pt x="4346" y="1500"/>
                </a:lnTo>
                <a:lnTo>
                  <a:pt x="4345" y="1501"/>
                </a:lnTo>
                <a:lnTo>
                  <a:pt x="4345" y="1502"/>
                </a:lnTo>
                <a:lnTo>
                  <a:pt x="4345" y="1503"/>
                </a:lnTo>
                <a:lnTo>
                  <a:pt x="4344" y="1503"/>
                </a:lnTo>
                <a:lnTo>
                  <a:pt x="4344" y="1504"/>
                </a:lnTo>
                <a:lnTo>
                  <a:pt x="4343" y="1503"/>
                </a:lnTo>
                <a:lnTo>
                  <a:pt x="4343" y="1502"/>
                </a:lnTo>
                <a:lnTo>
                  <a:pt x="4342" y="1502"/>
                </a:lnTo>
                <a:lnTo>
                  <a:pt x="4342" y="1503"/>
                </a:lnTo>
                <a:lnTo>
                  <a:pt x="4342" y="1504"/>
                </a:lnTo>
                <a:lnTo>
                  <a:pt x="4341" y="1504"/>
                </a:lnTo>
                <a:lnTo>
                  <a:pt x="4340" y="1504"/>
                </a:lnTo>
                <a:lnTo>
                  <a:pt x="4339" y="1504"/>
                </a:lnTo>
                <a:lnTo>
                  <a:pt x="4338" y="1504"/>
                </a:lnTo>
                <a:lnTo>
                  <a:pt x="4337" y="1504"/>
                </a:lnTo>
                <a:lnTo>
                  <a:pt x="4337" y="1503"/>
                </a:lnTo>
                <a:lnTo>
                  <a:pt x="4336" y="1503"/>
                </a:lnTo>
                <a:lnTo>
                  <a:pt x="4335" y="1503"/>
                </a:lnTo>
                <a:lnTo>
                  <a:pt x="4334" y="1503"/>
                </a:lnTo>
                <a:lnTo>
                  <a:pt x="4334" y="1502"/>
                </a:lnTo>
                <a:lnTo>
                  <a:pt x="4332" y="1502"/>
                </a:lnTo>
                <a:lnTo>
                  <a:pt x="4332" y="1503"/>
                </a:lnTo>
                <a:lnTo>
                  <a:pt x="4331" y="1503"/>
                </a:lnTo>
                <a:lnTo>
                  <a:pt x="4331" y="1504"/>
                </a:lnTo>
                <a:lnTo>
                  <a:pt x="4330" y="1505"/>
                </a:lnTo>
                <a:lnTo>
                  <a:pt x="4329" y="1505"/>
                </a:lnTo>
                <a:lnTo>
                  <a:pt x="4329" y="1506"/>
                </a:lnTo>
                <a:lnTo>
                  <a:pt x="4328" y="1506"/>
                </a:lnTo>
                <a:lnTo>
                  <a:pt x="4328" y="1507"/>
                </a:lnTo>
                <a:lnTo>
                  <a:pt x="4328" y="1508"/>
                </a:lnTo>
                <a:lnTo>
                  <a:pt x="4327" y="1508"/>
                </a:lnTo>
                <a:lnTo>
                  <a:pt x="4326" y="1508"/>
                </a:lnTo>
                <a:lnTo>
                  <a:pt x="4325" y="1508"/>
                </a:lnTo>
                <a:lnTo>
                  <a:pt x="4324" y="1508"/>
                </a:lnTo>
                <a:lnTo>
                  <a:pt x="4322" y="1509"/>
                </a:lnTo>
                <a:lnTo>
                  <a:pt x="4322" y="1508"/>
                </a:lnTo>
                <a:lnTo>
                  <a:pt x="4321" y="1508"/>
                </a:lnTo>
                <a:lnTo>
                  <a:pt x="4320" y="1509"/>
                </a:lnTo>
                <a:lnTo>
                  <a:pt x="4319" y="1509"/>
                </a:lnTo>
                <a:lnTo>
                  <a:pt x="4318" y="1509"/>
                </a:lnTo>
                <a:lnTo>
                  <a:pt x="4317" y="1509"/>
                </a:lnTo>
                <a:lnTo>
                  <a:pt x="4316" y="1509"/>
                </a:lnTo>
                <a:lnTo>
                  <a:pt x="4316" y="1508"/>
                </a:lnTo>
                <a:lnTo>
                  <a:pt x="4314" y="1508"/>
                </a:lnTo>
                <a:lnTo>
                  <a:pt x="4313" y="1508"/>
                </a:lnTo>
                <a:lnTo>
                  <a:pt x="4311" y="1508"/>
                </a:lnTo>
                <a:lnTo>
                  <a:pt x="4310" y="1508"/>
                </a:lnTo>
                <a:lnTo>
                  <a:pt x="4310" y="1509"/>
                </a:lnTo>
                <a:lnTo>
                  <a:pt x="4310" y="1510"/>
                </a:lnTo>
                <a:lnTo>
                  <a:pt x="4309" y="1510"/>
                </a:lnTo>
                <a:lnTo>
                  <a:pt x="4309" y="1511"/>
                </a:lnTo>
                <a:lnTo>
                  <a:pt x="4308" y="1511"/>
                </a:lnTo>
                <a:lnTo>
                  <a:pt x="4307" y="1511"/>
                </a:lnTo>
                <a:lnTo>
                  <a:pt x="4306" y="1511"/>
                </a:lnTo>
                <a:lnTo>
                  <a:pt x="4305" y="1511"/>
                </a:lnTo>
                <a:lnTo>
                  <a:pt x="4304" y="1511"/>
                </a:lnTo>
                <a:lnTo>
                  <a:pt x="4304" y="1510"/>
                </a:lnTo>
                <a:lnTo>
                  <a:pt x="4305" y="1510"/>
                </a:lnTo>
                <a:lnTo>
                  <a:pt x="4304" y="1510"/>
                </a:lnTo>
                <a:lnTo>
                  <a:pt x="4303" y="1510"/>
                </a:lnTo>
                <a:lnTo>
                  <a:pt x="4302" y="1510"/>
                </a:lnTo>
                <a:lnTo>
                  <a:pt x="4301" y="1511"/>
                </a:lnTo>
                <a:lnTo>
                  <a:pt x="4301" y="1512"/>
                </a:lnTo>
                <a:lnTo>
                  <a:pt x="4301" y="1513"/>
                </a:lnTo>
                <a:lnTo>
                  <a:pt x="4301" y="1512"/>
                </a:lnTo>
                <a:lnTo>
                  <a:pt x="4302" y="1512"/>
                </a:lnTo>
                <a:lnTo>
                  <a:pt x="4303" y="1511"/>
                </a:lnTo>
                <a:lnTo>
                  <a:pt x="4304" y="1511"/>
                </a:lnTo>
                <a:lnTo>
                  <a:pt x="4304" y="1512"/>
                </a:lnTo>
                <a:lnTo>
                  <a:pt x="4303" y="1512"/>
                </a:lnTo>
                <a:lnTo>
                  <a:pt x="4303" y="1513"/>
                </a:lnTo>
                <a:lnTo>
                  <a:pt x="4302" y="1514"/>
                </a:lnTo>
                <a:lnTo>
                  <a:pt x="4301" y="1514"/>
                </a:lnTo>
                <a:lnTo>
                  <a:pt x="4301" y="1515"/>
                </a:lnTo>
                <a:lnTo>
                  <a:pt x="4301" y="1516"/>
                </a:lnTo>
                <a:lnTo>
                  <a:pt x="4300" y="1516"/>
                </a:lnTo>
                <a:lnTo>
                  <a:pt x="4299" y="1518"/>
                </a:lnTo>
                <a:lnTo>
                  <a:pt x="4298" y="1518"/>
                </a:lnTo>
                <a:lnTo>
                  <a:pt x="4297" y="1518"/>
                </a:lnTo>
                <a:lnTo>
                  <a:pt x="4296" y="1518"/>
                </a:lnTo>
                <a:lnTo>
                  <a:pt x="4295" y="1518"/>
                </a:lnTo>
                <a:lnTo>
                  <a:pt x="4294" y="1518"/>
                </a:lnTo>
                <a:lnTo>
                  <a:pt x="4293" y="1518"/>
                </a:lnTo>
                <a:lnTo>
                  <a:pt x="4293" y="1516"/>
                </a:lnTo>
                <a:lnTo>
                  <a:pt x="4293" y="1515"/>
                </a:lnTo>
                <a:lnTo>
                  <a:pt x="4293" y="1514"/>
                </a:lnTo>
                <a:lnTo>
                  <a:pt x="4292" y="1514"/>
                </a:lnTo>
                <a:lnTo>
                  <a:pt x="4291" y="1513"/>
                </a:lnTo>
                <a:lnTo>
                  <a:pt x="4291" y="1512"/>
                </a:lnTo>
                <a:lnTo>
                  <a:pt x="4292" y="1512"/>
                </a:lnTo>
                <a:lnTo>
                  <a:pt x="4293" y="1512"/>
                </a:lnTo>
                <a:lnTo>
                  <a:pt x="4294" y="1512"/>
                </a:lnTo>
                <a:lnTo>
                  <a:pt x="4294" y="1511"/>
                </a:lnTo>
                <a:lnTo>
                  <a:pt x="4293" y="1511"/>
                </a:lnTo>
                <a:lnTo>
                  <a:pt x="4293" y="1510"/>
                </a:lnTo>
                <a:lnTo>
                  <a:pt x="4293" y="1509"/>
                </a:lnTo>
                <a:lnTo>
                  <a:pt x="4294" y="1510"/>
                </a:lnTo>
                <a:lnTo>
                  <a:pt x="4294" y="1509"/>
                </a:lnTo>
                <a:lnTo>
                  <a:pt x="4293" y="1509"/>
                </a:lnTo>
                <a:lnTo>
                  <a:pt x="4292" y="1509"/>
                </a:lnTo>
                <a:lnTo>
                  <a:pt x="4292" y="1508"/>
                </a:lnTo>
                <a:lnTo>
                  <a:pt x="4291" y="1508"/>
                </a:lnTo>
                <a:lnTo>
                  <a:pt x="4292" y="1507"/>
                </a:lnTo>
                <a:lnTo>
                  <a:pt x="4292" y="1506"/>
                </a:lnTo>
                <a:lnTo>
                  <a:pt x="4291" y="1506"/>
                </a:lnTo>
                <a:lnTo>
                  <a:pt x="4291" y="1505"/>
                </a:lnTo>
                <a:lnTo>
                  <a:pt x="4291" y="1504"/>
                </a:lnTo>
                <a:lnTo>
                  <a:pt x="4292" y="1503"/>
                </a:lnTo>
                <a:lnTo>
                  <a:pt x="4293" y="1503"/>
                </a:lnTo>
                <a:lnTo>
                  <a:pt x="4292" y="1503"/>
                </a:lnTo>
                <a:lnTo>
                  <a:pt x="4292" y="1502"/>
                </a:lnTo>
                <a:lnTo>
                  <a:pt x="4292" y="1501"/>
                </a:lnTo>
                <a:lnTo>
                  <a:pt x="4291" y="1501"/>
                </a:lnTo>
                <a:lnTo>
                  <a:pt x="4290" y="1501"/>
                </a:lnTo>
                <a:lnTo>
                  <a:pt x="4289" y="1501"/>
                </a:lnTo>
                <a:lnTo>
                  <a:pt x="4289" y="1500"/>
                </a:lnTo>
                <a:lnTo>
                  <a:pt x="4289" y="1499"/>
                </a:lnTo>
                <a:lnTo>
                  <a:pt x="4289" y="1498"/>
                </a:lnTo>
                <a:lnTo>
                  <a:pt x="4290" y="1498"/>
                </a:lnTo>
                <a:lnTo>
                  <a:pt x="4290" y="1497"/>
                </a:lnTo>
                <a:lnTo>
                  <a:pt x="4291" y="1497"/>
                </a:lnTo>
                <a:lnTo>
                  <a:pt x="4291" y="1496"/>
                </a:lnTo>
                <a:lnTo>
                  <a:pt x="4292" y="1496"/>
                </a:lnTo>
                <a:lnTo>
                  <a:pt x="4292" y="1495"/>
                </a:lnTo>
                <a:lnTo>
                  <a:pt x="4294" y="1495"/>
                </a:lnTo>
                <a:lnTo>
                  <a:pt x="4295" y="1495"/>
                </a:lnTo>
                <a:lnTo>
                  <a:pt x="4296" y="1495"/>
                </a:lnTo>
                <a:lnTo>
                  <a:pt x="4297" y="1495"/>
                </a:lnTo>
                <a:lnTo>
                  <a:pt x="4298" y="1495"/>
                </a:lnTo>
                <a:lnTo>
                  <a:pt x="4299" y="1496"/>
                </a:lnTo>
                <a:lnTo>
                  <a:pt x="4299" y="1497"/>
                </a:lnTo>
                <a:lnTo>
                  <a:pt x="4301" y="1497"/>
                </a:lnTo>
                <a:lnTo>
                  <a:pt x="4302" y="1496"/>
                </a:lnTo>
                <a:lnTo>
                  <a:pt x="4302" y="1495"/>
                </a:lnTo>
                <a:lnTo>
                  <a:pt x="4303" y="1495"/>
                </a:lnTo>
                <a:lnTo>
                  <a:pt x="4303" y="1494"/>
                </a:lnTo>
                <a:lnTo>
                  <a:pt x="4303" y="1495"/>
                </a:lnTo>
                <a:lnTo>
                  <a:pt x="4305" y="1495"/>
                </a:lnTo>
                <a:lnTo>
                  <a:pt x="4305" y="1494"/>
                </a:lnTo>
                <a:lnTo>
                  <a:pt x="4306" y="1494"/>
                </a:lnTo>
                <a:lnTo>
                  <a:pt x="4306" y="1493"/>
                </a:lnTo>
                <a:lnTo>
                  <a:pt x="4308" y="1493"/>
                </a:lnTo>
                <a:lnTo>
                  <a:pt x="4309" y="1493"/>
                </a:lnTo>
                <a:lnTo>
                  <a:pt x="4310" y="1493"/>
                </a:lnTo>
                <a:lnTo>
                  <a:pt x="4311" y="1493"/>
                </a:lnTo>
                <a:lnTo>
                  <a:pt x="4312" y="1492"/>
                </a:lnTo>
                <a:lnTo>
                  <a:pt x="4312" y="1491"/>
                </a:lnTo>
                <a:lnTo>
                  <a:pt x="4312" y="1490"/>
                </a:lnTo>
                <a:lnTo>
                  <a:pt x="4311" y="1490"/>
                </a:lnTo>
                <a:lnTo>
                  <a:pt x="4310" y="1490"/>
                </a:lnTo>
                <a:lnTo>
                  <a:pt x="4310" y="1489"/>
                </a:lnTo>
                <a:lnTo>
                  <a:pt x="4311" y="1488"/>
                </a:lnTo>
                <a:lnTo>
                  <a:pt x="4311" y="1487"/>
                </a:lnTo>
                <a:lnTo>
                  <a:pt x="4312" y="1487"/>
                </a:lnTo>
                <a:lnTo>
                  <a:pt x="4312" y="1486"/>
                </a:lnTo>
                <a:lnTo>
                  <a:pt x="4312" y="1485"/>
                </a:lnTo>
                <a:lnTo>
                  <a:pt x="4313" y="1485"/>
                </a:lnTo>
                <a:lnTo>
                  <a:pt x="4313" y="1486"/>
                </a:lnTo>
                <a:lnTo>
                  <a:pt x="4314" y="1486"/>
                </a:lnTo>
                <a:lnTo>
                  <a:pt x="4314" y="1485"/>
                </a:lnTo>
                <a:lnTo>
                  <a:pt x="4314" y="1484"/>
                </a:lnTo>
                <a:lnTo>
                  <a:pt x="4315" y="1484"/>
                </a:lnTo>
                <a:lnTo>
                  <a:pt x="4316" y="1484"/>
                </a:lnTo>
                <a:lnTo>
                  <a:pt x="4316" y="1485"/>
                </a:lnTo>
                <a:lnTo>
                  <a:pt x="4317" y="1485"/>
                </a:lnTo>
                <a:lnTo>
                  <a:pt x="4317" y="1486"/>
                </a:lnTo>
                <a:lnTo>
                  <a:pt x="4318" y="1486"/>
                </a:lnTo>
                <a:lnTo>
                  <a:pt x="4318" y="1487"/>
                </a:lnTo>
                <a:lnTo>
                  <a:pt x="4320" y="1487"/>
                </a:lnTo>
                <a:lnTo>
                  <a:pt x="4320" y="1488"/>
                </a:lnTo>
                <a:lnTo>
                  <a:pt x="4320" y="1487"/>
                </a:lnTo>
                <a:lnTo>
                  <a:pt x="4321" y="1487"/>
                </a:lnTo>
                <a:lnTo>
                  <a:pt x="4322" y="1487"/>
                </a:lnTo>
                <a:lnTo>
                  <a:pt x="4323" y="1487"/>
                </a:lnTo>
                <a:lnTo>
                  <a:pt x="4323" y="1488"/>
                </a:lnTo>
                <a:lnTo>
                  <a:pt x="4324" y="1488"/>
                </a:lnTo>
                <a:lnTo>
                  <a:pt x="4325" y="1488"/>
                </a:lnTo>
                <a:lnTo>
                  <a:pt x="4325" y="1487"/>
                </a:lnTo>
                <a:lnTo>
                  <a:pt x="4326" y="1487"/>
                </a:lnTo>
                <a:lnTo>
                  <a:pt x="4327" y="1487"/>
                </a:lnTo>
                <a:lnTo>
                  <a:pt x="4327" y="1486"/>
                </a:lnTo>
                <a:lnTo>
                  <a:pt x="4328" y="1486"/>
                </a:lnTo>
                <a:lnTo>
                  <a:pt x="4328" y="1485"/>
                </a:lnTo>
                <a:lnTo>
                  <a:pt x="4329" y="1485"/>
                </a:lnTo>
                <a:lnTo>
                  <a:pt x="4330" y="1484"/>
                </a:lnTo>
                <a:lnTo>
                  <a:pt x="4331" y="1484"/>
                </a:lnTo>
                <a:lnTo>
                  <a:pt x="4332" y="1484"/>
                </a:lnTo>
                <a:lnTo>
                  <a:pt x="4333" y="1484"/>
                </a:lnTo>
                <a:lnTo>
                  <a:pt x="4333" y="1483"/>
                </a:lnTo>
                <a:lnTo>
                  <a:pt x="4334" y="1483"/>
                </a:lnTo>
                <a:lnTo>
                  <a:pt x="4335" y="1483"/>
                </a:lnTo>
                <a:lnTo>
                  <a:pt x="4336" y="1483"/>
                </a:lnTo>
                <a:lnTo>
                  <a:pt x="4336" y="1482"/>
                </a:lnTo>
                <a:lnTo>
                  <a:pt x="4337" y="1482"/>
                </a:lnTo>
                <a:lnTo>
                  <a:pt x="4338" y="1482"/>
                </a:lnTo>
                <a:lnTo>
                  <a:pt x="4339" y="1482"/>
                </a:lnTo>
                <a:lnTo>
                  <a:pt x="4338" y="1481"/>
                </a:lnTo>
                <a:lnTo>
                  <a:pt x="4339" y="1481"/>
                </a:lnTo>
                <a:lnTo>
                  <a:pt x="4340" y="1481"/>
                </a:lnTo>
                <a:lnTo>
                  <a:pt x="4340" y="1480"/>
                </a:lnTo>
                <a:lnTo>
                  <a:pt x="4341" y="1481"/>
                </a:lnTo>
                <a:lnTo>
                  <a:pt x="4342" y="1481"/>
                </a:lnTo>
                <a:lnTo>
                  <a:pt x="4342" y="1480"/>
                </a:lnTo>
                <a:lnTo>
                  <a:pt x="4342" y="1479"/>
                </a:lnTo>
                <a:lnTo>
                  <a:pt x="4343" y="1479"/>
                </a:lnTo>
                <a:lnTo>
                  <a:pt x="4343" y="1478"/>
                </a:lnTo>
                <a:lnTo>
                  <a:pt x="4343" y="1477"/>
                </a:lnTo>
                <a:lnTo>
                  <a:pt x="4342" y="1477"/>
                </a:lnTo>
                <a:lnTo>
                  <a:pt x="4342" y="1476"/>
                </a:lnTo>
                <a:lnTo>
                  <a:pt x="4343" y="1476"/>
                </a:lnTo>
                <a:lnTo>
                  <a:pt x="4342" y="1476"/>
                </a:lnTo>
                <a:lnTo>
                  <a:pt x="4342" y="1475"/>
                </a:lnTo>
                <a:lnTo>
                  <a:pt x="4341" y="1475"/>
                </a:lnTo>
                <a:lnTo>
                  <a:pt x="4340" y="1475"/>
                </a:lnTo>
                <a:lnTo>
                  <a:pt x="4340" y="1474"/>
                </a:lnTo>
                <a:lnTo>
                  <a:pt x="4339" y="1473"/>
                </a:lnTo>
                <a:lnTo>
                  <a:pt x="4338" y="1473"/>
                </a:lnTo>
                <a:lnTo>
                  <a:pt x="4337" y="1472"/>
                </a:lnTo>
                <a:lnTo>
                  <a:pt x="4335" y="1473"/>
                </a:lnTo>
                <a:lnTo>
                  <a:pt x="4335" y="1472"/>
                </a:lnTo>
                <a:lnTo>
                  <a:pt x="4335" y="1471"/>
                </a:lnTo>
                <a:lnTo>
                  <a:pt x="4335" y="1470"/>
                </a:lnTo>
                <a:lnTo>
                  <a:pt x="4335" y="1471"/>
                </a:lnTo>
                <a:lnTo>
                  <a:pt x="4334" y="1471"/>
                </a:lnTo>
                <a:lnTo>
                  <a:pt x="4334" y="1470"/>
                </a:lnTo>
                <a:lnTo>
                  <a:pt x="4334" y="1469"/>
                </a:lnTo>
                <a:lnTo>
                  <a:pt x="4335" y="1469"/>
                </a:lnTo>
                <a:lnTo>
                  <a:pt x="4336" y="1469"/>
                </a:lnTo>
                <a:lnTo>
                  <a:pt x="4336" y="1468"/>
                </a:lnTo>
                <a:lnTo>
                  <a:pt x="4335" y="1468"/>
                </a:lnTo>
                <a:lnTo>
                  <a:pt x="4334" y="1468"/>
                </a:lnTo>
                <a:lnTo>
                  <a:pt x="4334" y="1467"/>
                </a:lnTo>
                <a:lnTo>
                  <a:pt x="4335" y="1467"/>
                </a:lnTo>
                <a:lnTo>
                  <a:pt x="4336" y="1467"/>
                </a:lnTo>
                <a:lnTo>
                  <a:pt x="4338" y="1467"/>
                </a:lnTo>
                <a:lnTo>
                  <a:pt x="4339" y="1466"/>
                </a:lnTo>
                <a:lnTo>
                  <a:pt x="4339" y="1465"/>
                </a:lnTo>
                <a:lnTo>
                  <a:pt x="4337" y="1465"/>
                </a:lnTo>
                <a:lnTo>
                  <a:pt x="4336" y="1464"/>
                </a:lnTo>
                <a:lnTo>
                  <a:pt x="4336" y="1463"/>
                </a:lnTo>
                <a:lnTo>
                  <a:pt x="4335" y="1463"/>
                </a:lnTo>
                <a:lnTo>
                  <a:pt x="4335" y="1464"/>
                </a:lnTo>
                <a:lnTo>
                  <a:pt x="4334" y="1463"/>
                </a:lnTo>
                <a:lnTo>
                  <a:pt x="4334" y="1462"/>
                </a:lnTo>
                <a:lnTo>
                  <a:pt x="4335" y="1462"/>
                </a:lnTo>
                <a:lnTo>
                  <a:pt x="4336" y="1462"/>
                </a:lnTo>
                <a:lnTo>
                  <a:pt x="4337" y="1462"/>
                </a:lnTo>
                <a:lnTo>
                  <a:pt x="4337" y="1461"/>
                </a:lnTo>
                <a:lnTo>
                  <a:pt x="4338" y="1461"/>
                </a:lnTo>
                <a:lnTo>
                  <a:pt x="4339" y="1461"/>
                </a:lnTo>
                <a:lnTo>
                  <a:pt x="4339" y="1462"/>
                </a:lnTo>
                <a:lnTo>
                  <a:pt x="4340" y="1462"/>
                </a:lnTo>
                <a:lnTo>
                  <a:pt x="4341" y="1462"/>
                </a:lnTo>
                <a:lnTo>
                  <a:pt x="4342" y="1462"/>
                </a:lnTo>
                <a:lnTo>
                  <a:pt x="4342" y="1461"/>
                </a:lnTo>
                <a:lnTo>
                  <a:pt x="4343" y="1461"/>
                </a:lnTo>
                <a:lnTo>
                  <a:pt x="4343" y="1460"/>
                </a:lnTo>
                <a:lnTo>
                  <a:pt x="4342" y="1459"/>
                </a:lnTo>
                <a:lnTo>
                  <a:pt x="4342" y="1458"/>
                </a:lnTo>
                <a:lnTo>
                  <a:pt x="4344" y="1458"/>
                </a:lnTo>
                <a:lnTo>
                  <a:pt x="4345" y="1458"/>
                </a:lnTo>
                <a:lnTo>
                  <a:pt x="4346" y="1459"/>
                </a:lnTo>
                <a:lnTo>
                  <a:pt x="4347" y="1459"/>
                </a:lnTo>
                <a:lnTo>
                  <a:pt x="4347" y="1458"/>
                </a:lnTo>
                <a:lnTo>
                  <a:pt x="4347" y="1457"/>
                </a:lnTo>
                <a:lnTo>
                  <a:pt x="4346" y="1457"/>
                </a:lnTo>
                <a:lnTo>
                  <a:pt x="4346" y="1456"/>
                </a:lnTo>
                <a:lnTo>
                  <a:pt x="4345" y="1455"/>
                </a:lnTo>
                <a:lnTo>
                  <a:pt x="4346" y="1454"/>
                </a:lnTo>
                <a:lnTo>
                  <a:pt x="4347" y="1454"/>
                </a:lnTo>
                <a:lnTo>
                  <a:pt x="4347" y="1453"/>
                </a:lnTo>
                <a:lnTo>
                  <a:pt x="4346" y="1453"/>
                </a:lnTo>
                <a:lnTo>
                  <a:pt x="4347" y="1452"/>
                </a:lnTo>
                <a:lnTo>
                  <a:pt x="4347" y="1451"/>
                </a:lnTo>
                <a:lnTo>
                  <a:pt x="4348" y="1451"/>
                </a:lnTo>
                <a:lnTo>
                  <a:pt x="4349" y="1451"/>
                </a:lnTo>
                <a:lnTo>
                  <a:pt x="4351" y="1452"/>
                </a:lnTo>
                <a:lnTo>
                  <a:pt x="4354" y="1452"/>
                </a:lnTo>
                <a:lnTo>
                  <a:pt x="4355" y="1452"/>
                </a:lnTo>
                <a:lnTo>
                  <a:pt x="4356" y="1452"/>
                </a:lnTo>
                <a:lnTo>
                  <a:pt x="4357" y="1452"/>
                </a:lnTo>
                <a:lnTo>
                  <a:pt x="4358" y="1452"/>
                </a:lnTo>
                <a:lnTo>
                  <a:pt x="4359" y="1452"/>
                </a:lnTo>
                <a:lnTo>
                  <a:pt x="4359" y="1451"/>
                </a:lnTo>
                <a:lnTo>
                  <a:pt x="4361" y="1450"/>
                </a:lnTo>
                <a:lnTo>
                  <a:pt x="4362" y="1450"/>
                </a:lnTo>
                <a:lnTo>
                  <a:pt x="4362" y="1449"/>
                </a:lnTo>
                <a:lnTo>
                  <a:pt x="4362" y="1450"/>
                </a:lnTo>
                <a:lnTo>
                  <a:pt x="4363" y="1450"/>
                </a:lnTo>
                <a:lnTo>
                  <a:pt x="4363" y="1449"/>
                </a:lnTo>
                <a:lnTo>
                  <a:pt x="4364" y="1449"/>
                </a:lnTo>
                <a:lnTo>
                  <a:pt x="4365" y="1449"/>
                </a:lnTo>
                <a:lnTo>
                  <a:pt x="4364" y="1449"/>
                </a:lnTo>
                <a:lnTo>
                  <a:pt x="4361" y="1449"/>
                </a:lnTo>
                <a:lnTo>
                  <a:pt x="4360" y="1449"/>
                </a:lnTo>
                <a:lnTo>
                  <a:pt x="4359" y="1449"/>
                </a:lnTo>
                <a:lnTo>
                  <a:pt x="4358" y="1450"/>
                </a:lnTo>
                <a:lnTo>
                  <a:pt x="4357" y="1450"/>
                </a:lnTo>
                <a:lnTo>
                  <a:pt x="4356" y="1451"/>
                </a:lnTo>
                <a:lnTo>
                  <a:pt x="4355" y="1451"/>
                </a:lnTo>
                <a:lnTo>
                  <a:pt x="4354" y="1451"/>
                </a:lnTo>
                <a:lnTo>
                  <a:pt x="4352" y="1451"/>
                </a:lnTo>
                <a:lnTo>
                  <a:pt x="4351" y="1451"/>
                </a:lnTo>
                <a:lnTo>
                  <a:pt x="4350" y="1451"/>
                </a:lnTo>
                <a:lnTo>
                  <a:pt x="4349" y="1451"/>
                </a:lnTo>
                <a:lnTo>
                  <a:pt x="4349" y="1450"/>
                </a:lnTo>
                <a:lnTo>
                  <a:pt x="4348" y="1450"/>
                </a:lnTo>
                <a:lnTo>
                  <a:pt x="4347" y="1450"/>
                </a:lnTo>
                <a:lnTo>
                  <a:pt x="4346" y="1449"/>
                </a:lnTo>
                <a:lnTo>
                  <a:pt x="4345" y="1448"/>
                </a:lnTo>
                <a:lnTo>
                  <a:pt x="4345" y="1449"/>
                </a:lnTo>
                <a:lnTo>
                  <a:pt x="4345" y="1450"/>
                </a:lnTo>
                <a:lnTo>
                  <a:pt x="4345" y="1451"/>
                </a:lnTo>
                <a:lnTo>
                  <a:pt x="4346" y="1452"/>
                </a:lnTo>
                <a:lnTo>
                  <a:pt x="4345" y="1453"/>
                </a:lnTo>
                <a:lnTo>
                  <a:pt x="4344" y="1453"/>
                </a:lnTo>
                <a:lnTo>
                  <a:pt x="4343" y="1453"/>
                </a:lnTo>
                <a:lnTo>
                  <a:pt x="4343" y="1454"/>
                </a:lnTo>
                <a:lnTo>
                  <a:pt x="4342" y="1454"/>
                </a:lnTo>
                <a:lnTo>
                  <a:pt x="4341" y="1454"/>
                </a:lnTo>
                <a:lnTo>
                  <a:pt x="4339" y="1455"/>
                </a:lnTo>
                <a:lnTo>
                  <a:pt x="4338" y="1455"/>
                </a:lnTo>
                <a:lnTo>
                  <a:pt x="4338" y="1456"/>
                </a:lnTo>
                <a:lnTo>
                  <a:pt x="4337" y="1456"/>
                </a:lnTo>
                <a:lnTo>
                  <a:pt x="4335" y="1456"/>
                </a:lnTo>
                <a:lnTo>
                  <a:pt x="4334" y="1456"/>
                </a:lnTo>
                <a:lnTo>
                  <a:pt x="4333" y="1457"/>
                </a:lnTo>
                <a:lnTo>
                  <a:pt x="4332" y="1457"/>
                </a:lnTo>
                <a:lnTo>
                  <a:pt x="4332" y="1456"/>
                </a:lnTo>
                <a:lnTo>
                  <a:pt x="4331" y="1457"/>
                </a:lnTo>
                <a:lnTo>
                  <a:pt x="4331" y="1458"/>
                </a:lnTo>
                <a:lnTo>
                  <a:pt x="4330" y="1457"/>
                </a:lnTo>
                <a:lnTo>
                  <a:pt x="4330" y="1456"/>
                </a:lnTo>
                <a:lnTo>
                  <a:pt x="4329" y="1456"/>
                </a:lnTo>
                <a:lnTo>
                  <a:pt x="4328" y="1456"/>
                </a:lnTo>
                <a:lnTo>
                  <a:pt x="4328" y="1459"/>
                </a:lnTo>
                <a:lnTo>
                  <a:pt x="4327" y="1459"/>
                </a:lnTo>
                <a:lnTo>
                  <a:pt x="4327" y="1461"/>
                </a:lnTo>
                <a:lnTo>
                  <a:pt x="4326" y="1461"/>
                </a:lnTo>
                <a:lnTo>
                  <a:pt x="4326" y="1459"/>
                </a:lnTo>
                <a:lnTo>
                  <a:pt x="4323" y="1459"/>
                </a:lnTo>
                <a:lnTo>
                  <a:pt x="4324" y="1458"/>
                </a:lnTo>
                <a:lnTo>
                  <a:pt x="4324" y="1457"/>
                </a:lnTo>
                <a:lnTo>
                  <a:pt x="4324" y="1456"/>
                </a:lnTo>
                <a:lnTo>
                  <a:pt x="4324" y="1455"/>
                </a:lnTo>
                <a:lnTo>
                  <a:pt x="4323" y="1455"/>
                </a:lnTo>
                <a:lnTo>
                  <a:pt x="4322" y="1455"/>
                </a:lnTo>
                <a:lnTo>
                  <a:pt x="4321" y="1455"/>
                </a:lnTo>
                <a:lnTo>
                  <a:pt x="4321" y="1454"/>
                </a:lnTo>
                <a:lnTo>
                  <a:pt x="4322" y="1453"/>
                </a:lnTo>
                <a:lnTo>
                  <a:pt x="4323" y="1452"/>
                </a:lnTo>
                <a:lnTo>
                  <a:pt x="4323" y="1451"/>
                </a:lnTo>
                <a:lnTo>
                  <a:pt x="4324" y="1450"/>
                </a:lnTo>
                <a:lnTo>
                  <a:pt x="4324" y="1449"/>
                </a:lnTo>
                <a:lnTo>
                  <a:pt x="4324" y="1448"/>
                </a:lnTo>
                <a:lnTo>
                  <a:pt x="4323" y="1448"/>
                </a:lnTo>
                <a:lnTo>
                  <a:pt x="4323" y="1449"/>
                </a:lnTo>
                <a:lnTo>
                  <a:pt x="4323" y="1448"/>
                </a:lnTo>
                <a:lnTo>
                  <a:pt x="4322" y="1448"/>
                </a:lnTo>
                <a:lnTo>
                  <a:pt x="4323" y="1448"/>
                </a:lnTo>
                <a:lnTo>
                  <a:pt x="4322" y="1447"/>
                </a:lnTo>
                <a:lnTo>
                  <a:pt x="4321" y="1447"/>
                </a:lnTo>
                <a:lnTo>
                  <a:pt x="4321" y="1446"/>
                </a:lnTo>
                <a:lnTo>
                  <a:pt x="4321" y="1447"/>
                </a:lnTo>
                <a:lnTo>
                  <a:pt x="4321" y="1448"/>
                </a:lnTo>
                <a:lnTo>
                  <a:pt x="4321" y="1449"/>
                </a:lnTo>
                <a:lnTo>
                  <a:pt x="4321" y="1450"/>
                </a:lnTo>
                <a:lnTo>
                  <a:pt x="4320" y="1451"/>
                </a:lnTo>
                <a:lnTo>
                  <a:pt x="4319" y="1451"/>
                </a:lnTo>
                <a:lnTo>
                  <a:pt x="4319" y="1452"/>
                </a:lnTo>
                <a:lnTo>
                  <a:pt x="4318" y="1452"/>
                </a:lnTo>
                <a:lnTo>
                  <a:pt x="4318" y="1453"/>
                </a:lnTo>
                <a:lnTo>
                  <a:pt x="4317" y="1453"/>
                </a:lnTo>
                <a:lnTo>
                  <a:pt x="4317" y="1452"/>
                </a:lnTo>
                <a:lnTo>
                  <a:pt x="4316" y="1452"/>
                </a:lnTo>
                <a:lnTo>
                  <a:pt x="4315" y="1452"/>
                </a:lnTo>
                <a:lnTo>
                  <a:pt x="4314" y="1451"/>
                </a:lnTo>
                <a:lnTo>
                  <a:pt x="4313" y="1451"/>
                </a:lnTo>
                <a:lnTo>
                  <a:pt x="4312" y="1451"/>
                </a:lnTo>
                <a:lnTo>
                  <a:pt x="4311" y="1451"/>
                </a:lnTo>
                <a:lnTo>
                  <a:pt x="4311" y="1452"/>
                </a:lnTo>
                <a:lnTo>
                  <a:pt x="4310" y="1451"/>
                </a:lnTo>
                <a:lnTo>
                  <a:pt x="4310" y="1450"/>
                </a:lnTo>
                <a:lnTo>
                  <a:pt x="4310" y="1449"/>
                </a:lnTo>
                <a:lnTo>
                  <a:pt x="4310" y="1450"/>
                </a:lnTo>
                <a:lnTo>
                  <a:pt x="4311" y="1450"/>
                </a:lnTo>
                <a:lnTo>
                  <a:pt x="4311" y="1448"/>
                </a:lnTo>
                <a:lnTo>
                  <a:pt x="4312" y="1448"/>
                </a:lnTo>
                <a:lnTo>
                  <a:pt x="4312" y="1447"/>
                </a:lnTo>
                <a:lnTo>
                  <a:pt x="4313" y="1448"/>
                </a:lnTo>
                <a:lnTo>
                  <a:pt x="4313" y="1447"/>
                </a:lnTo>
                <a:lnTo>
                  <a:pt x="4314" y="1447"/>
                </a:lnTo>
                <a:lnTo>
                  <a:pt x="4314" y="1446"/>
                </a:lnTo>
                <a:lnTo>
                  <a:pt x="4314" y="1444"/>
                </a:lnTo>
                <a:lnTo>
                  <a:pt x="4313" y="1444"/>
                </a:lnTo>
                <a:lnTo>
                  <a:pt x="4312" y="1445"/>
                </a:lnTo>
                <a:lnTo>
                  <a:pt x="4311" y="1446"/>
                </a:lnTo>
                <a:lnTo>
                  <a:pt x="4310" y="1446"/>
                </a:lnTo>
                <a:lnTo>
                  <a:pt x="4312" y="1447"/>
                </a:lnTo>
                <a:lnTo>
                  <a:pt x="4311" y="1447"/>
                </a:lnTo>
                <a:lnTo>
                  <a:pt x="4311" y="1448"/>
                </a:lnTo>
                <a:lnTo>
                  <a:pt x="4310" y="1448"/>
                </a:lnTo>
                <a:lnTo>
                  <a:pt x="4310" y="1449"/>
                </a:lnTo>
                <a:lnTo>
                  <a:pt x="4309" y="1449"/>
                </a:lnTo>
                <a:lnTo>
                  <a:pt x="4308" y="1449"/>
                </a:lnTo>
                <a:lnTo>
                  <a:pt x="4308" y="1448"/>
                </a:lnTo>
                <a:lnTo>
                  <a:pt x="4307" y="1449"/>
                </a:lnTo>
                <a:lnTo>
                  <a:pt x="4307" y="1450"/>
                </a:lnTo>
                <a:lnTo>
                  <a:pt x="4306" y="1451"/>
                </a:lnTo>
                <a:lnTo>
                  <a:pt x="4305" y="1451"/>
                </a:lnTo>
                <a:lnTo>
                  <a:pt x="4304" y="1451"/>
                </a:lnTo>
                <a:lnTo>
                  <a:pt x="4304" y="1450"/>
                </a:lnTo>
                <a:lnTo>
                  <a:pt x="4303" y="1450"/>
                </a:lnTo>
                <a:lnTo>
                  <a:pt x="4304" y="1450"/>
                </a:lnTo>
                <a:lnTo>
                  <a:pt x="4304" y="1449"/>
                </a:lnTo>
                <a:lnTo>
                  <a:pt x="4305" y="1449"/>
                </a:lnTo>
                <a:lnTo>
                  <a:pt x="4305" y="1448"/>
                </a:lnTo>
                <a:lnTo>
                  <a:pt x="4305" y="1447"/>
                </a:lnTo>
                <a:lnTo>
                  <a:pt x="4306" y="1446"/>
                </a:lnTo>
                <a:lnTo>
                  <a:pt x="4306" y="1445"/>
                </a:lnTo>
                <a:lnTo>
                  <a:pt x="4306" y="1444"/>
                </a:lnTo>
                <a:lnTo>
                  <a:pt x="4307" y="1444"/>
                </a:lnTo>
                <a:lnTo>
                  <a:pt x="4306" y="1443"/>
                </a:lnTo>
                <a:lnTo>
                  <a:pt x="4307" y="1442"/>
                </a:lnTo>
                <a:lnTo>
                  <a:pt x="4308" y="1442"/>
                </a:lnTo>
                <a:lnTo>
                  <a:pt x="4308" y="1441"/>
                </a:lnTo>
                <a:lnTo>
                  <a:pt x="4309" y="1441"/>
                </a:lnTo>
                <a:lnTo>
                  <a:pt x="4310" y="1441"/>
                </a:lnTo>
                <a:lnTo>
                  <a:pt x="4310" y="1440"/>
                </a:lnTo>
                <a:lnTo>
                  <a:pt x="4311" y="1440"/>
                </a:lnTo>
                <a:lnTo>
                  <a:pt x="4312" y="1440"/>
                </a:lnTo>
                <a:lnTo>
                  <a:pt x="4312" y="1439"/>
                </a:lnTo>
                <a:lnTo>
                  <a:pt x="4313" y="1439"/>
                </a:lnTo>
                <a:lnTo>
                  <a:pt x="4313" y="1438"/>
                </a:lnTo>
                <a:lnTo>
                  <a:pt x="4314" y="1438"/>
                </a:lnTo>
                <a:lnTo>
                  <a:pt x="4315" y="1438"/>
                </a:lnTo>
                <a:lnTo>
                  <a:pt x="4316" y="1439"/>
                </a:lnTo>
                <a:lnTo>
                  <a:pt x="4316" y="1440"/>
                </a:lnTo>
                <a:lnTo>
                  <a:pt x="4317" y="1440"/>
                </a:lnTo>
                <a:lnTo>
                  <a:pt x="4318" y="1440"/>
                </a:lnTo>
                <a:lnTo>
                  <a:pt x="4318" y="1439"/>
                </a:lnTo>
                <a:lnTo>
                  <a:pt x="4319" y="1439"/>
                </a:lnTo>
                <a:lnTo>
                  <a:pt x="4320" y="1438"/>
                </a:lnTo>
                <a:lnTo>
                  <a:pt x="4321" y="1438"/>
                </a:lnTo>
                <a:lnTo>
                  <a:pt x="4321" y="1437"/>
                </a:lnTo>
                <a:lnTo>
                  <a:pt x="4322" y="1437"/>
                </a:lnTo>
                <a:lnTo>
                  <a:pt x="4323" y="1437"/>
                </a:lnTo>
                <a:lnTo>
                  <a:pt x="4324" y="1436"/>
                </a:lnTo>
                <a:lnTo>
                  <a:pt x="4325" y="1436"/>
                </a:lnTo>
                <a:lnTo>
                  <a:pt x="4323" y="1436"/>
                </a:lnTo>
                <a:lnTo>
                  <a:pt x="4322" y="1436"/>
                </a:lnTo>
                <a:lnTo>
                  <a:pt x="4322" y="1437"/>
                </a:lnTo>
                <a:lnTo>
                  <a:pt x="4321" y="1437"/>
                </a:lnTo>
                <a:lnTo>
                  <a:pt x="4321" y="1438"/>
                </a:lnTo>
                <a:lnTo>
                  <a:pt x="4320" y="1438"/>
                </a:lnTo>
                <a:lnTo>
                  <a:pt x="4319" y="1438"/>
                </a:lnTo>
                <a:lnTo>
                  <a:pt x="4318" y="1438"/>
                </a:lnTo>
                <a:lnTo>
                  <a:pt x="4318" y="1439"/>
                </a:lnTo>
                <a:lnTo>
                  <a:pt x="4317" y="1438"/>
                </a:lnTo>
                <a:lnTo>
                  <a:pt x="4318" y="1438"/>
                </a:lnTo>
                <a:lnTo>
                  <a:pt x="4317" y="1438"/>
                </a:lnTo>
                <a:lnTo>
                  <a:pt x="4317" y="1437"/>
                </a:lnTo>
                <a:lnTo>
                  <a:pt x="4316" y="1437"/>
                </a:lnTo>
                <a:lnTo>
                  <a:pt x="4314" y="1436"/>
                </a:lnTo>
                <a:lnTo>
                  <a:pt x="4313" y="1437"/>
                </a:lnTo>
                <a:lnTo>
                  <a:pt x="4312" y="1437"/>
                </a:lnTo>
                <a:lnTo>
                  <a:pt x="4311" y="1437"/>
                </a:lnTo>
                <a:lnTo>
                  <a:pt x="4310" y="1438"/>
                </a:lnTo>
                <a:lnTo>
                  <a:pt x="4311" y="1438"/>
                </a:lnTo>
                <a:lnTo>
                  <a:pt x="4310" y="1439"/>
                </a:lnTo>
                <a:lnTo>
                  <a:pt x="4309" y="1439"/>
                </a:lnTo>
                <a:lnTo>
                  <a:pt x="4309" y="1440"/>
                </a:lnTo>
                <a:lnTo>
                  <a:pt x="4308" y="1440"/>
                </a:lnTo>
                <a:lnTo>
                  <a:pt x="4308" y="1439"/>
                </a:lnTo>
                <a:lnTo>
                  <a:pt x="4308" y="1438"/>
                </a:lnTo>
                <a:lnTo>
                  <a:pt x="4307" y="1437"/>
                </a:lnTo>
                <a:lnTo>
                  <a:pt x="4306" y="1437"/>
                </a:lnTo>
                <a:lnTo>
                  <a:pt x="4306" y="1438"/>
                </a:lnTo>
                <a:lnTo>
                  <a:pt x="4306" y="1439"/>
                </a:lnTo>
                <a:lnTo>
                  <a:pt x="4305" y="1439"/>
                </a:lnTo>
                <a:lnTo>
                  <a:pt x="4305" y="1440"/>
                </a:lnTo>
                <a:lnTo>
                  <a:pt x="4302" y="1440"/>
                </a:lnTo>
                <a:lnTo>
                  <a:pt x="4302" y="1436"/>
                </a:lnTo>
                <a:lnTo>
                  <a:pt x="4302" y="1435"/>
                </a:lnTo>
                <a:lnTo>
                  <a:pt x="4302" y="1434"/>
                </a:lnTo>
                <a:lnTo>
                  <a:pt x="4302" y="1433"/>
                </a:lnTo>
                <a:lnTo>
                  <a:pt x="4304" y="1432"/>
                </a:lnTo>
                <a:lnTo>
                  <a:pt x="4304" y="1431"/>
                </a:lnTo>
                <a:lnTo>
                  <a:pt x="4306" y="1431"/>
                </a:lnTo>
                <a:lnTo>
                  <a:pt x="4307" y="1431"/>
                </a:lnTo>
                <a:lnTo>
                  <a:pt x="4308" y="1430"/>
                </a:lnTo>
                <a:lnTo>
                  <a:pt x="4308" y="1429"/>
                </a:lnTo>
                <a:lnTo>
                  <a:pt x="4308" y="1428"/>
                </a:lnTo>
                <a:lnTo>
                  <a:pt x="4309" y="1428"/>
                </a:lnTo>
                <a:lnTo>
                  <a:pt x="4309" y="1429"/>
                </a:lnTo>
                <a:lnTo>
                  <a:pt x="4310" y="1429"/>
                </a:lnTo>
                <a:lnTo>
                  <a:pt x="4312" y="1428"/>
                </a:lnTo>
                <a:lnTo>
                  <a:pt x="4313" y="1428"/>
                </a:lnTo>
                <a:lnTo>
                  <a:pt x="4314" y="1428"/>
                </a:lnTo>
                <a:lnTo>
                  <a:pt x="4315" y="1428"/>
                </a:lnTo>
                <a:lnTo>
                  <a:pt x="4316" y="1428"/>
                </a:lnTo>
                <a:lnTo>
                  <a:pt x="4317" y="1428"/>
                </a:lnTo>
                <a:lnTo>
                  <a:pt x="4318" y="1428"/>
                </a:lnTo>
                <a:lnTo>
                  <a:pt x="4319" y="1428"/>
                </a:lnTo>
                <a:lnTo>
                  <a:pt x="4319" y="1427"/>
                </a:lnTo>
                <a:lnTo>
                  <a:pt x="4320" y="1427"/>
                </a:lnTo>
                <a:lnTo>
                  <a:pt x="4321" y="1427"/>
                </a:lnTo>
                <a:lnTo>
                  <a:pt x="4322" y="1427"/>
                </a:lnTo>
                <a:lnTo>
                  <a:pt x="4322" y="1426"/>
                </a:lnTo>
                <a:lnTo>
                  <a:pt x="4323" y="1426"/>
                </a:lnTo>
                <a:lnTo>
                  <a:pt x="4323" y="1425"/>
                </a:lnTo>
                <a:lnTo>
                  <a:pt x="4323" y="1424"/>
                </a:lnTo>
                <a:lnTo>
                  <a:pt x="4322" y="1424"/>
                </a:lnTo>
                <a:lnTo>
                  <a:pt x="4321" y="1424"/>
                </a:lnTo>
                <a:lnTo>
                  <a:pt x="4322" y="1424"/>
                </a:lnTo>
                <a:lnTo>
                  <a:pt x="4322" y="1423"/>
                </a:lnTo>
                <a:lnTo>
                  <a:pt x="4323" y="1423"/>
                </a:lnTo>
                <a:lnTo>
                  <a:pt x="4324" y="1423"/>
                </a:lnTo>
                <a:lnTo>
                  <a:pt x="4325" y="1423"/>
                </a:lnTo>
                <a:lnTo>
                  <a:pt x="4325" y="1422"/>
                </a:lnTo>
                <a:lnTo>
                  <a:pt x="4326" y="1422"/>
                </a:lnTo>
                <a:lnTo>
                  <a:pt x="4326" y="1423"/>
                </a:lnTo>
                <a:lnTo>
                  <a:pt x="4327" y="1423"/>
                </a:lnTo>
                <a:lnTo>
                  <a:pt x="4328" y="1424"/>
                </a:lnTo>
                <a:lnTo>
                  <a:pt x="4328" y="1425"/>
                </a:lnTo>
                <a:lnTo>
                  <a:pt x="4329" y="1427"/>
                </a:lnTo>
                <a:lnTo>
                  <a:pt x="4329" y="1428"/>
                </a:lnTo>
                <a:lnTo>
                  <a:pt x="4329" y="1429"/>
                </a:lnTo>
                <a:lnTo>
                  <a:pt x="4330" y="1429"/>
                </a:lnTo>
                <a:lnTo>
                  <a:pt x="4331" y="1429"/>
                </a:lnTo>
                <a:lnTo>
                  <a:pt x="4332" y="1428"/>
                </a:lnTo>
                <a:lnTo>
                  <a:pt x="4331" y="1428"/>
                </a:lnTo>
                <a:lnTo>
                  <a:pt x="4330" y="1428"/>
                </a:lnTo>
                <a:lnTo>
                  <a:pt x="4330" y="1427"/>
                </a:lnTo>
                <a:lnTo>
                  <a:pt x="4329" y="1427"/>
                </a:lnTo>
                <a:lnTo>
                  <a:pt x="4329" y="1426"/>
                </a:lnTo>
                <a:lnTo>
                  <a:pt x="4329" y="1425"/>
                </a:lnTo>
                <a:lnTo>
                  <a:pt x="4328" y="1424"/>
                </a:lnTo>
                <a:lnTo>
                  <a:pt x="4327" y="1423"/>
                </a:lnTo>
                <a:lnTo>
                  <a:pt x="4327" y="1422"/>
                </a:lnTo>
                <a:lnTo>
                  <a:pt x="4326" y="1422"/>
                </a:lnTo>
                <a:lnTo>
                  <a:pt x="4326" y="1421"/>
                </a:lnTo>
                <a:lnTo>
                  <a:pt x="4327" y="1421"/>
                </a:lnTo>
                <a:lnTo>
                  <a:pt x="4326" y="1421"/>
                </a:lnTo>
                <a:lnTo>
                  <a:pt x="4326" y="1420"/>
                </a:lnTo>
                <a:lnTo>
                  <a:pt x="4327" y="1419"/>
                </a:lnTo>
                <a:lnTo>
                  <a:pt x="4327" y="1418"/>
                </a:lnTo>
                <a:lnTo>
                  <a:pt x="4326" y="1417"/>
                </a:lnTo>
                <a:lnTo>
                  <a:pt x="4325" y="1417"/>
                </a:lnTo>
                <a:lnTo>
                  <a:pt x="4325" y="1416"/>
                </a:lnTo>
                <a:lnTo>
                  <a:pt x="4324" y="1415"/>
                </a:lnTo>
                <a:lnTo>
                  <a:pt x="4323" y="1414"/>
                </a:lnTo>
                <a:lnTo>
                  <a:pt x="4322" y="1414"/>
                </a:lnTo>
                <a:lnTo>
                  <a:pt x="4323" y="1413"/>
                </a:lnTo>
                <a:lnTo>
                  <a:pt x="4324" y="1413"/>
                </a:lnTo>
                <a:lnTo>
                  <a:pt x="4325" y="1412"/>
                </a:lnTo>
                <a:lnTo>
                  <a:pt x="4326" y="1412"/>
                </a:lnTo>
                <a:lnTo>
                  <a:pt x="4326" y="1411"/>
                </a:lnTo>
                <a:lnTo>
                  <a:pt x="4326" y="1410"/>
                </a:lnTo>
                <a:lnTo>
                  <a:pt x="4325" y="1410"/>
                </a:lnTo>
                <a:lnTo>
                  <a:pt x="4325" y="1409"/>
                </a:lnTo>
                <a:lnTo>
                  <a:pt x="4324" y="1409"/>
                </a:lnTo>
                <a:lnTo>
                  <a:pt x="4324" y="1408"/>
                </a:lnTo>
                <a:lnTo>
                  <a:pt x="4324" y="1407"/>
                </a:lnTo>
                <a:lnTo>
                  <a:pt x="4326" y="1407"/>
                </a:lnTo>
                <a:lnTo>
                  <a:pt x="4326" y="1406"/>
                </a:lnTo>
                <a:lnTo>
                  <a:pt x="4327" y="1406"/>
                </a:lnTo>
                <a:lnTo>
                  <a:pt x="4327" y="1405"/>
                </a:lnTo>
                <a:lnTo>
                  <a:pt x="4328" y="1405"/>
                </a:lnTo>
                <a:lnTo>
                  <a:pt x="4328" y="1404"/>
                </a:lnTo>
                <a:lnTo>
                  <a:pt x="4329" y="1403"/>
                </a:lnTo>
                <a:lnTo>
                  <a:pt x="4330" y="1402"/>
                </a:lnTo>
                <a:lnTo>
                  <a:pt x="4330" y="1401"/>
                </a:lnTo>
                <a:lnTo>
                  <a:pt x="4330" y="1402"/>
                </a:lnTo>
                <a:lnTo>
                  <a:pt x="4331" y="1402"/>
                </a:lnTo>
                <a:lnTo>
                  <a:pt x="4332" y="1402"/>
                </a:lnTo>
                <a:lnTo>
                  <a:pt x="4333" y="1402"/>
                </a:lnTo>
                <a:lnTo>
                  <a:pt x="4334" y="1402"/>
                </a:lnTo>
                <a:lnTo>
                  <a:pt x="4335" y="1402"/>
                </a:lnTo>
                <a:lnTo>
                  <a:pt x="4335" y="1401"/>
                </a:lnTo>
                <a:lnTo>
                  <a:pt x="4336" y="1401"/>
                </a:lnTo>
                <a:lnTo>
                  <a:pt x="4337" y="1400"/>
                </a:lnTo>
                <a:lnTo>
                  <a:pt x="4338" y="1400"/>
                </a:lnTo>
                <a:lnTo>
                  <a:pt x="4338" y="1399"/>
                </a:lnTo>
                <a:lnTo>
                  <a:pt x="4338" y="1398"/>
                </a:lnTo>
                <a:lnTo>
                  <a:pt x="4339" y="1398"/>
                </a:lnTo>
                <a:lnTo>
                  <a:pt x="4340" y="1398"/>
                </a:lnTo>
                <a:lnTo>
                  <a:pt x="4341" y="1398"/>
                </a:lnTo>
                <a:lnTo>
                  <a:pt x="4341" y="1397"/>
                </a:lnTo>
                <a:lnTo>
                  <a:pt x="4342" y="1396"/>
                </a:lnTo>
                <a:lnTo>
                  <a:pt x="4343" y="1396"/>
                </a:lnTo>
                <a:lnTo>
                  <a:pt x="4344" y="1395"/>
                </a:lnTo>
                <a:lnTo>
                  <a:pt x="4344" y="1394"/>
                </a:lnTo>
                <a:lnTo>
                  <a:pt x="4345" y="1394"/>
                </a:lnTo>
                <a:lnTo>
                  <a:pt x="4346" y="1395"/>
                </a:lnTo>
                <a:lnTo>
                  <a:pt x="4347" y="1396"/>
                </a:lnTo>
                <a:lnTo>
                  <a:pt x="4348" y="1396"/>
                </a:lnTo>
                <a:lnTo>
                  <a:pt x="4348" y="1397"/>
                </a:lnTo>
                <a:lnTo>
                  <a:pt x="4348" y="1396"/>
                </a:lnTo>
                <a:lnTo>
                  <a:pt x="4349" y="1395"/>
                </a:lnTo>
                <a:lnTo>
                  <a:pt x="4350" y="1395"/>
                </a:lnTo>
                <a:lnTo>
                  <a:pt x="4351" y="1394"/>
                </a:lnTo>
                <a:lnTo>
                  <a:pt x="4352" y="1394"/>
                </a:lnTo>
                <a:lnTo>
                  <a:pt x="4352" y="1393"/>
                </a:lnTo>
                <a:lnTo>
                  <a:pt x="4353" y="1392"/>
                </a:lnTo>
                <a:lnTo>
                  <a:pt x="4355" y="1391"/>
                </a:lnTo>
                <a:lnTo>
                  <a:pt x="4355" y="1390"/>
                </a:lnTo>
                <a:lnTo>
                  <a:pt x="4356" y="1390"/>
                </a:lnTo>
                <a:lnTo>
                  <a:pt x="4357" y="1390"/>
                </a:lnTo>
                <a:lnTo>
                  <a:pt x="4355" y="1389"/>
                </a:lnTo>
                <a:lnTo>
                  <a:pt x="4356" y="1389"/>
                </a:lnTo>
                <a:lnTo>
                  <a:pt x="4355" y="1388"/>
                </a:lnTo>
                <a:lnTo>
                  <a:pt x="4356" y="1387"/>
                </a:lnTo>
                <a:lnTo>
                  <a:pt x="4355" y="1387"/>
                </a:lnTo>
                <a:lnTo>
                  <a:pt x="4353" y="1388"/>
                </a:lnTo>
                <a:lnTo>
                  <a:pt x="4350" y="1389"/>
                </a:lnTo>
                <a:lnTo>
                  <a:pt x="4350" y="1388"/>
                </a:lnTo>
                <a:lnTo>
                  <a:pt x="4351" y="1388"/>
                </a:lnTo>
                <a:lnTo>
                  <a:pt x="4352" y="1388"/>
                </a:lnTo>
                <a:lnTo>
                  <a:pt x="4353" y="1388"/>
                </a:lnTo>
                <a:lnTo>
                  <a:pt x="4354" y="1386"/>
                </a:lnTo>
                <a:lnTo>
                  <a:pt x="4355" y="1386"/>
                </a:lnTo>
                <a:lnTo>
                  <a:pt x="4356" y="1385"/>
                </a:lnTo>
                <a:lnTo>
                  <a:pt x="4356" y="1384"/>
                </a:lnTo>
                <a:lnTo>
                  <a:pt x="4357" y="1384"/>
                </a:lnTo>
                <a:lnTo>
                  <a:pt x="4359" y="1384"/>
                </a:lnTo>
                <a:lnTo>
                  <a:pt x="4360" y="1384"/>
                </a:lnTo>
                <a:lnTo>
                  <a:pt x="4361" y="1384"/>
                </a:lnTo>
                <a:lnTo>
                  <a:pt x="4361" y="1383"/>
                </a:lnTo>
                <a:lnTo>
                  <a:pt x="4362" y="1382"/>
                </a:lnTo>
                <a:lnTo>
                  <a:pt x="4363" y="1381"/>
                </a:lnTo>
                <a:lnTo>
                  <a:pt x="4363" y="1382"/>
                </a:lnTo>
                <a:lnTo>
                  <a:pt x="4363" y="1381"/>
                </a:lnTo>
                <a:lnTo>
                  <a:pt x="4364" y="1381"/>
                </a:lnTo>
                <a:lnTo>
                  <a:pt x="4365" y="1380"/>
                </a:lnTo>
                <a:lnTo>
                  <a:pt x="4365" y="1379"/>
                </a:lnTo>
                <a:lnTo>
                  <a:pt x="4365" y="1378"/>
                </a:lnTo>
                <a:lnTo>
                  <a:pt x="4366" y="1377"/>
                </a:lnTo>
                <a:lnTo>
                  <a:pt x="4367" y="1376"/>
                </a:lnTo>
                <a:lnTo>
                  <a:pt x="4368" y="1375"/>
                </a:lnTo>
                <a:lnTo>
                  <a:pt x="4368" y="1376"/>
                </a:lnTo>
                <a:lnTo>
                  <a:pt x="4369" y="1376"/>
                </a:lnTo>
                <a:lnTo>
                  <a:pt x="4370" y="1375"/>
                </a:lnTo>
                <a:lnTo>
                  <a:pt x="4371" y="1375"/>
                </a:lnTo>
                <a:lnTo>
                  <a:pt x="4372" y="1374"/>
                </a:lnTo>
                <a:lnTo>
                  <a:pt x="4372" y="1373"/>
                </a:lnTo>
                <a:lnTo>
                  <a:pt x="4372" y="1372"/>
                </a:lnTo>
                <a:lnTo>
                  <a:pt x="4372" y="1371"/>
                </a:lnTo>
                <a:lnTo>
                  <a:pt x="4372" y="1370"/>
                </a:lnTo>
                <a:lnTo>
                  <a:pt x="4372" y="1369"/>
                </a:lnTo>
                <a:lnTo>
                  <a:pt x="4371" y="1369"/>
                </a:lnTo>
                <a:lnTo>
                  <a:pt x="4370" y="1369"/>
                </a:lnTo>
                <a:lnTo>
                  <a:pt x="4371" y="1368"/>
                </a:lnTo>
                <a:lnTo>
                  <a:pt x="4368" y="1368"/>
                </a:lnTo>
                <a:lnTo>
                  <a:pt x="4368" y="1367"/>
                </a:lnTo>
                <a:lnTo>
                  <a:pt x="4373" y="1367"/>
                </a:lnTo>
                <a:lnTo>
                  <a:pt x="4373" y="1368"/>
                </a:lnTo>
                <a:lnTo>
                  <a:pt x="4374" y="1368"/>
                </a:lnTo>
                <a:lnTo>
                  <a:pt x="4375" y="1368"/>
                </a:lnTo>
                <a:lnTo>
                  <a:pt x="4375" y="1367"/>
                </a:lnTo>
                <a:lnTo>
                  <a:pt x="4376" y="1367"/>
                </a:lnTo>
                <a:lnTo>
                  <a:pt x="4377" y="1366"/>
                </a:lnTo>
                <a:lnTo>
                  <a:pt x="4378" y="1366"/>
                </a:lnTo>
                <a:lnTo>
                  <a:pt x="4379" y="1365"/>
                </a:lnTo>
                <a:lnTo>
                  <a:pt x="4380" y="1364"/>
                </a:lnTo>
                <a:lnTo>
                  <a:pt x="4380" y="1363"/>
                </a:lnTo>
                <a:lnTo>
                  <a:pt x="4379" y="1363"/>
                </a:lnTo>
                <a:lnTo>
                  <a:pt x="4379" y="1362"/>
                </a:lnTo>
                <a:lnTo>
                  <a:pt x="4380" y="1362"/>
                </a:lnTo>
                <a:lnTo>
                  <a:pt x="4380" y="1359"/>
                </a:lnTo>
                <a:lnTo>
                  <a:pt x="4380" y="1358"/>
                </a:lnTo>
                <a:lnTo>
                  <a:pt x="4380" y="1357"/>
                </a:lnTo>
                <a:lnTo>
                  <a:pt x="4379" y="1357"/>
                </a:lnTo>
                <a:lnTo>
                  <a:pt x="4378" y="1355"/>
                </a:lnTo>
                <a:lnTo>
                  <a:pt x="4375" y="1356"/>
                </a:lnTo>
                <a:lnTo>
                  <a:pt x="4375" y="1355"/>
                </a:lnTo>
                <a:lnTo>
                  <a:pt x="4378" y="1354"/>
                </a:lnTo>
                <a:lnTo>
                  <a:pt x="4379" y="1354"/>
                </a:lnTo>
                <a:lnTo>
                  <a:pt x="4380" y="1356"/>
                </a:lnTo>
                <a:lnTo>
                  <a:pt x="4381" y="1356"/>
                </a:lnTo>
                <a:lnTo>
                  <a:pt x="4381" y="1355"/>
                </a:lnTo>
                <a:lnTo>
                  <a:pt x="4383" y="1354"/>
                </a:lnTo>
                <a:lnTo>
                  <a:pt x="4384" y="1354"/>
                </a:lnTo>
                <a:lnTo>
                  <a:pt x="4384" y="1353"/>
                </a:lnTo>
                <a:lnTo>
                  <a:pt x="4385" y="1354"/>
                </a:lnTo>
                <a:lnTo>
                  <a:pt x="4385" y="1353"/>
                </a:lnTo>
                <a:lnTo>
                  <a:pt x="4386" y="1354"/>
                </a:lnTo>
                <a:lnTo>
                  <a:pt x="4386" y="1353"/>
                </a:lnTo>
                <a:lnTo>
                  <a:pt x="4385" y="1352"/>
                </a:lnTo>
                <a:lnTo>
                  <a:pt x="4385" y="1351"/>
                </a:lnTo>
                <a:lnTo>
                  <a:pt x="4386" y="1352"/>
                </a:lnTo>
                <a:lnTo>
                  <a:pt x="4387" y="1351"/>
                </a:lnTo>
                <a:lnTo>
                  <a:pt x="4387" y="1352"/>
                </a:lnTo>
                <a:lnTo>
                  <a:pt x="4388" y="1351"/>
                </a:lnTo>
                <a:lnTo>
                  <a:pt x="4389" y="1351"/>
                </a:lnTo>
                <a:lnTo>
                  <a:pt x="4389" y="1350"/>
                </a:lnTo>
                <a:lnTo>
                  <a:pt x="4388" y="1349"/>
                </a:lnTo>
                <a:lnTo>
                  <a:pt x="4389" y="1349"/>
                </a:lnTo>
                <a:lnTo>
                  <a:pt x="4390" y="1349"/>
                </a:lnTo>
                <a:lnTo>
                  <a:pt x="4390" y="1348"/>
                </a:lnTo>
                <a:lnTo>
                  <a:pt x="4390" y="1347"/>
                </a:lnTo>
                <a:lnTo>
                  <a:pt x="4390" y="1346"/>
                </a:lnTo>
                <a:lnTo>
                  <a:pt x="4390" y="1345"/>
                </a:lnTo>
                <a:lnTo>
                  <a:pt x="4389" y="1345"/>
                </a:lnTo>
                <a:lnTo>
                  <a:pt x="4390" y="1345"/>
                </a:lnTo>
                <a:lnTo>
                  <a:pt x="4390" y="1344"/>
                </a:lnTo>
                <a:lnTo>
                  <a:pt x="4391" y="1345"/>
                </a:lnTo>
                <a:lnTo>
                  <a:pt x="4392" y="1345"/>
                </a:lnTo>
                <a:lnTo>
                  <a:pt x="4392" y="1344"/>
                </a:lnTo>
                <a:lnTo>
                  <a:pt x="4393" y="1344"/>
                </a:lnTo>
                <a:lnTo>
                  <a:pt x="4394" y="1343"/>
                </a:lnTo>
                <a:lnTo>
                  <a:pt x="4394" y="1342"/>
                </a:lnTo>
                <a:lnTo>
                  <a:pt x="4394" y="1341"/>
                </a:lnTo>
                <a:lnTo>
                  <a:pt x="4395" y="1340"/>
                </a:lnTo>
                <a:lnTo>
                  <a:pt x="4396" y="1339"/>
                </a:lnTo>
                <a:lnTo>
                  <a:pt x="4397" y="1339"/>
                </a:lnTo>
                <a:lnTo>
                  <a:pt x="4397" y="1338"/>
                </a:lnTo>
                <a:lnTo>
                  <a:pt x="4396" y="1338"/>
                </a:lnTo>
                <a:lnTo>
                  <a:pt x="4394" y="1338"/>
                </a:lnTo>
                <a:lnTo>
                  <a:pt x="4395" y="1337"/>
                </a:lnTo>
                <a:lnTo>
                  <a:pt x="4394" y="1335"/>
                </a:lnTo>
                <a:lnTo>
                  <a:pt x="4393" y="1334"/>
                </a:lnTo>
                <a:lnTo>
                  <a:pt x="4391" y="1333"/>
                </a:lnTo>
                <a:lnTo>
                  <a:pt x="4392" y="1333"/>
                </a:lnTo>
                <a:lnTo>
                  <a:pt x="4392" y="1332"/>
                </a:lnTo>
                <a:lnTo>
                  <a:pt x="4391" y="1332"/>
                </a:lnTo>
                <a:lnTo>
                  <a:pt x="4390" y="1330"/>
                </a:lnTo>
                <a:lnTo>
                  <a:pt x="4389" y="1330"/>
                </a:lnTo>
                <a:lnTo>
                  <a:pt x="4389" y="1329"/>
                </a:lnTo>
                <a:lnTo>
                  <a:pt x="4388" y="1328"/>
                </a:lnTo>
                <a:lnTo>
                  <a:pt x="4387" y="1328"/>
                </a:lnTo>
                <a:lnTo>
                  <a:pt x="4386" y="1327"/>
                </a:lnTo>
                <a:lnTo>
                  <a:pt x="4385" y="1326"/>
                </a:lnTo>
                <a:lnTo>
                  <a:pt x="4383" y="1325"/>
                </a:lnTo>
                <a:lnTo>
                  <a:pt x="4383" y="1324"/>
                </a:lnTo>
                <a:lnTo>
                  <a:pt x="4384" y="1324"/>
                </a:lnTo>
                <a:lnTo>
                  <a:pt x="4384" y="1323"/>
                </a:lnTo>
                <a:lnTo>
                  <a:pt x="4385" y="1323"/>
                </a:lnTo>
                <a:lnTo>
                  <a:pt x="4385" y="1322"/>
                </a:lnTo>
                <a:lnTo>
                  <a:pt x="4386" y="1321"/>
                </a:lnTo>
                <a:lnTo>
                  <a:pt x="4386" y="1320"/>
                </a:lnTo>
                <a:lnTo>
                  <a:pt x="4386" y="1319"/>
                </a:lnTo>
                <a:lnTo>
                  <a:pt x="4386" y="1318"/>
                </a:lnTo>
                <a:lnTo>
                  <a:pt x="4385" y="1318"/>
                </a:lnTo>
                <a:lnTo>
                  <a:pt x="4384" y="1318"/>
                </a:lnTo>
                <a:lnTo>
                  <a:pt x="4384" y="1319"/>
                </a:lnTo>
                <a:lnTo>
                  <a:pt x="4383" y="1319"/>
                </a:lnTo>
                <a:lnTo>
                  <a:pt x="4382" y="1319"/>
                </a:lnTo>
                <a:lnTo>
                  <a:pt x="4381" y="1319"/>
                </a:lnTo>
                <a:lnTo>
                  <a:pt x="4380" y="1319"/>
                </a:lnTo>
                <a:lnTo>
                  <a:pt x="4380" y="1320"/>
                </a:lnTo>
                <a:lnTo>
                  <a:pt x="4379" y="1319"/>
                </a:lnTo>
                <a:lnTo>
                  <a:pt x="4378" y="1320"/>
                </a:lnTo>
                <a:lnTo>
                  <a:pt x="4377" y="1320"/>
                </a:lnTo>
                <a:lnTo>
                  <a:pt x="4376" y="1320"/>
                </a:lnTo>
                <a:lnTo>
                  <a:pt x="4376" y="1319"/>
                </a:lnTo>
                <a:lnTo>
                  <a:pt x="4376" y="1318"/>
                </a:lnTo>
                <a:lnTo>
                  <a:pt x="4377" y="1318"/>
                </a:lnTo>
                <a:lnTo>
                  <a:pt x="4378" y="1317"/>
                </a:lnTo>
                <a:lnTo>
                  <a:pt x="4377" y="1317"/>
                </a:lnTo>
                <a:lnTo>
                  <a:pt x="4376" y="1317"/>
                </a:lnTo>
                <a:lnTo>
                  <a:pt x="4376" y="1318"/>
                </a:lnTo>
                <a:lnTo>
                  <a:pt x="4377" y="1315"/>
                </a:lnTo>
                <a:lnTo>
                  <a:pt x="4375" y="1317"/>
                </a:lnTo>
                <a:lnTo>
                  <a:pt x="4375" y="1318"/>
                </a:lnTo>
                <a:lnTo>
                  <a:pt x="4375" y="1319"/>
                </a:lnTo>
                <a:lnTo>
                  <a:pt x="4372" y="1317"/>
                </a:lnTo>
                <a:lnTo>
                  <a:pt x="4371" y="1316"/>
                </a:lnTo>
                <a:lnTo>
                  <a:pt x="4369" y="1315"/>
                </a:lnTo>
                <a:lnTo>
                  <a:pt x="4372" y="1312"/>
                </a:lnTo>
                <a:lnTo>
                  <a:pt x="4370" y="1312"/>
                </a:lnTo>
                <a:lnTo>
                  <a:pt x="4369" y="1313"/>
                </a:lnTo>
                <a:lnTo>
                  <a:pt x="4370" y="1311"/>
                </a:lnTo>
                <a:lnTo>
                  <a:pt x="4369" y="1311"/>
                </a:lnTo>
                <a:lnTo>
                  <a:pt x="4368" y="1310"/>
                </a:lnTo>
                <a:lnTo>
                  <a:pt x="4369" y="1309"/>
                </a:lnTo>
                <a:lnTo>
                  <a:pt x="4368" y="1308"/>
                </a:lnTo>
                <a:lnTo>
                  <a:pt x="4367" y="1308"/>
                </a:lnTo>
                <a:lnTo>
                  <a:pt x="4367" y="1307"/>
                </a:lnTo>
                <a:lnTo>
                  <a:pt x="4367" y="1306"/>
                </a:lnTo>
                <a:lnTo>
                  <a:pt x="4366" y="1305"/>
                </a:lnTo>
                <a:lnTo>
                  <a:pt x="4366" y="1304"/>
                </a:lnTo>
                <a:lnTo>
                  <a:pt x="4365" y="1304"/>
                </a:lnTo>
                <a:lnTo>
                  <a:pt x="4366" y="1304"/>
                </a:lnTo>
                <a:lnTo>
                  <a:pt x="4367" y="1304"/>
                </a:lnTo>
                <a:lnTo>
                  <a:pt x="4367" y="1302"/>
                </a:lnTo>
                <a:lnTo>
                  <a:pt x="4365" y="1302"/>
                </a:lnTo>
                <a:lnTo>
                  <a:pt x="4363" y="1302"/>
                </a:lnTo>
                <a:lnTo>
                  <a:pt x="4363" y="1303"/>
                </a:lnTo>
                <a:lnTo>
                  <a:pt x="4363" y="1304"/>
                </a:lnTo>
                <a:lnTo>
                  <a:pt x="4364" y="1304"/>
                </a:lnTo>
                <a:lnTo>
                  <a:pt x="4365" y="1304"/>
                </a:lnTo>
                <a:lnTo>
                  <a:pt x="4365" y="1305"/>
                </a:lnTo>
                <a:lnTo>
                  <a:pt x="4362" y="1305"/>
                </a:lnTo>
                <a:lnTo>
                  <a:pt x="4361" y="1305"/>
                </a:lnTo>
                <a:lnTo>
                  <a:pt x="4361" y="1304"/>
                </a:lnTo>
                <a:lnTo>
                  <a:pt x="4360" y="1304"/>
                </a:lnTo>
                <a:lnTo>
                  <a:pt x="4359" y="1303"/>
                </a:lnTo>
                <a:lnTo>
                  <a:pt x="4359" y="1304"/>
                </a:lnTo>
                <a:lnTo>
                  <a:pt x="4358" y="1303"/>
                </a:lnTo>
                <a:lnTo>
                  <a:pt x="4358" y="1302"/>
                </a:lnTo>
                <a:lnTo>
                  <a:pt x="4358" y="1300"/>
                </a:lnTo>
                <a:lnTo>
                  <a:pt x="4357" y="1300"/>
                </a:lnTo>
                <a:lnTo>
                  <a:pt x="4357" y="1299"/>
                </a:lnTo>
                <a:lnTo>
                  <a:pt x="4357" y="1298"/>
                </a:lnTo>
                <a:lnTo>
                  <a:pt x="4357" y="1296"/>
                </a:lnTo>
                <a:lnTo>
                  <a:pt x="4356" y="1296"/>
                </a:lnTo>
                <a:lnTo>
                  <a:pt x="4356" y="1295"/>
                </a:lnTo>
                <a:lnTo>
                  <a:pt x="4356" y="1294"/>
                </a:lnTo>
                <a:lnTo>
                  <a:pt x="4357" y="1294"/>
                </a:lnTo>
                <a:lnTo>
                  <a:pt x="4357" y="1293"/>
                </a:lnTo>
                <a:lnTo>
                  <a:pt x="4356" y="1293"/>
                </a:lnTo>
                <a:lnTo>
                  <a:pt x="4356" y="1292"/>
                </a:lnTo>
                <a:lnTo>
                  <a:pt x="4355" y="1291"/>
                </a:lnTo>
                <a:lnTo>
                  <a:pt x="4355" y="1290"/>
                </a:lnTo>
                <a:lnTo>
                  <a:pt x="4356" y="1290"/>
                </a:lnTo>
                <a:lnTo>
                  <a:pt x="4357" y="1289"/>
                </a:lnTo>
                <a:lnTo>
                  <a:pt x="4357" y="1288"/>
                </a:lnTo>
                <a:lnTo>
                  <a:pt x="4358" y="1287"/>
                </a:lnTo>
                <a:lnTo>
                  <a:pt x="4357" y="1287"/>
                </a:lnTo>
                <a:lnTo>
                  <a:pt x="4356" y="1288"/>
                </a:lnTo>
                <a:lnTo>
                  <a:pt x="4355" y="1288"/>
                </a:lnTo>
                <a:lnTo>
                  <a:pt x="4354" y="1289"/>
                </a:lnTo>
                <a:lnTo>
                  <a:pt x="4354" y="1290"/>
                </a:lnTo>
                <a:lnTo>
                  <a:pt x="4354" y="1291"/>
                </a:lnTo>
                <a:lnTo>
                  <a:pt x="4353" y="1291"/>
                </a:lnTo>
                <a:lnTo>
                  <a:pt x="4353" y="1292"/>
                </a:lnTo>
                <a:lnTo>
                  <a:pt x="4352" y="1292"/>
                </a:lnTo>
                <a:lnTo>
                  <a:pt x="4351" y="1292"/>
                </a:lnTo>
                <a:lnTo>
                  <a:pt x="4351" y="1293"/>
                </a:lnTo>
                <a:lnTo>
                  <a:pt x="4352" y="1294"/>
                </a:lnTo>
                <a:lnTo>
                  <a:pt x="4352" y="1295"/>
                </a:lnTo>
                <a:lnTo>
                  <a:pt x="4351" y="1295"/>
                </a:lnTo>
                <a:lnTo>
                  <a:pt x="4351" y="1296"/>
                </a:lnTo>
                <a:lnTo>
                  <a:pt x="4350" y="1297"/>
                </a:lnTo>
                <a:lnTo>
                  <a:pt x="4350" y="1296"/>
                </a:lnTo>
                <a:lnTo>
                  <a:pt x="4349" y="1296"/>
                </a:lnTo>
                <a:lnTo>
                  <a:pt x="4349" y="1297"/>
                </a:lnTo>
                <a:lnTo>
                  <a:pt x="4348" y="1297"/>
                </a:lnTo>
                <a:lnTo>
                  <a:pt x="4348" y="1296"/>
                </a:lnTo>
                <a:lnTo>
                  <a:pt x="4347" y="1296"/>
                </a:lnTo>
                <a:lnTo>
                  <a:pt x="4346" y="1296"/>
                </a:lnTo>
                <a:lnTo>
                  <a:pt x="4345" y="1297"/>
                </a:lnTo>
                <a:lnTo>
                  <a:pt x="4346" y="1298"/>
                </a:lnTo>
                <a:lnTo>
                  <a:pt x="4347" y="1297"/>
                </a:lnTo>
                <a:lnTo>
                  <a:pt x="4348" y="1297"/>
                </a:lnTo>
                <a:lnTo>
                  <a:pt x="4349" y="1298"/>
                </a:lnTo>
                <a:lnTo>
                  <a:pt x="4349" y="1299"/>
                </a:lnTo>
                <a:lnTo>
                  <a:pt x="4348" y="1299"/>
                </a:lnTo>
                <a:lnTo>
                  <a:pt x="4348" y="1298"/>
                </a:lnTo>
                <a:lnTo>
                  <a:pt x="4348" y="1299"/>
                </a:lnTo>
                <a:lnTo>
                  <a:pt x="4347" y="1299"/>
                </a:lnTo>
                <a:lnTo>
                  <a:pt x="4347" y="1301"/>
                </a:lnTo>
                <a:lnTo>
                  <a:pt x="4346" y="1301"/>
                </a:lnTo>
                <a:lnTo>
                  <a:pt x="4345" y="1301"/>
                </a:lnTo>
                <a:lnTo>
                  <a:pt x="4345" y="1300"/>
                </a:lnTo>
                <a:lnTo>
                  <a:pt x="4344" y="1301"/>
                </a:lnTo>
                <a:lnTo>
                  <a:pt x="4343" y="1301"/>
                </a:lnTo>
                <a:lnTo>
                  <a:pt x="4343" y="1300"/>
                </a:lnTo>
                <a:lnTo>
                  <a:pt x="4343" y="1299"/>
                </a:lnTo>
                <a:lnTo>
                  <a:pt x="4343" y="1298"/>
                </a:lnTo>
                <a:lnTo>
                  <a:pt x="4343" y="1299"/>
                </a:lnTo>
                <a:lnTo>
                  <a:pt x="4343" y="1301"/>
                </a:lnTo>
                <a:lnTo>
                  <a:pt x="4343" y="1302"/>
                </a:lnTo>
                <a:lnTo>
                  <a:pt x="4342" y="1303"/>
                </a:lnTo>
                <a:lnTo>
                  <a:pt x="4342" y="1302"/>
                </a:lnTo>
                <a:lnTo>
                  <a:pt x="4342" y="1301"/>
                </a:lnTo>
                <a:lnTo>
                  <a:pt x="4342" y="1303"/>
                </a:lnTo>
                <a:lnTo>
                  <a:pt x="4340" y="1303"/>
                </a:lnTo>
                <a:lnTo>
                  <a:pt x="4340" y="1302"/>
                </a:lnTo>
                <a:lnTo>
                  <a:pt x="4339" y="1301"/>
                </a:lnTo>
                <a:lnTo>
                  <a:pt x="4340" y="1301"/>
                </a:lnTo>
                <a:lnTo>
                  <a:pt x="4339" y="1300"/>
                </a:lnTo>
                <a:lnTo>
                  <a:pt x="4339" y="1302"/>
                </a:lnTo>
                <a:lnTo>
                  <a:pt x="4338" y="1302"/>
                </a:lnTo>
                <a:lnTo>
                  <a:pt x="4338" y="1301"/>
                </a:lnTo>
                <a:lnTo>
                  <a:pt x="4337" y="1300"/>
                </a:lnTo>
                <a:lnTo>
                  <a:pt x="4336" y="1300"/>
                </a:lnTo>
                <a:lnTo>
                  <a:pt x="4336" y="1299"/>
                </a:lnTo>
                <a:lnTo>
                  <a:pt x="4334" y="1301"/>
                </a:lnTo>
                <a:lnTo>
                  <a:pt x="4333" y="1301"/>
                </a:lnTo>
                <a:lnTo>
                  <a:pt x="4332" y="1302"/>
                </a:lnTo>
                <a:lnTo>
                  <a:pt x="4332" y="1301"/>
                </a:lnTo>
                <a:lnTo>
                  <a:pt x="4331" y="1301"/>
                </a:lnTo>
                <a:lnTo>
                  <a:pt x="4332" y="1301"/>
                </a:lnTo>
                <a:lnTo>
                  <a:pt x="4331" y="1301"/>
                </a:lnTo>
                <a:lnTo>
                  <a:pt x="4332" y="1299"/>
                </a:lnTo>
                <a:lnTo>
                  <a:pt x="4332" y="1298"/>
                </a:lnTo>
                <a:lnTo>
                  <a:pt x="4331" y="1298"/>
                </a:lnTo>
                <a:lnTo>
                  <a:pt x="4331" y="1299"/>
                </a:lnTo>
                <a:lnTo>
                  <a:pt x="4331" y="1300"/>
                </a:lnTo>
                <a:lnTo>
                  <a:pt x="4331" y="1301"/>
                </a:lnTo>
                <a:lnTo>
                  <a:pt x="4330" y="1301"/>
                </a:lnTo>
                <a:lnTo>
                  <a:pt x="4329" y="1301"/>
                </a:lnTo>
                <a:lnTo>
                  <a:pt x="4328" y="1300"/>
                </a:lnTo>
                <a:lnTo>
                  <a:pt x="4328" y="1299"/>
                </a:lnTo>
                <a:lnTo>
                  <a:pt x="4329" y="1299"/>
                </a:lnTo>
                <a:lnTo>
                  <a:pt x="4328" y="1299"/>
                </a:lnTo>
                <a:lnTo>
                  <a:pt x="4328" y="1298"/>
                </a:lnTo>
                <a:lnTo>
                  <a:pt x="4327" y="1298"/>
                </a:lnTo>
                <a:lnTo>
                  <a:pt x="4326" y="1298"/>
                </a:lnTo>
                <a:lnTo>
                  <a:pt x="4326" y="1297"/>
                </a:lnTo>
                <a:lnTo>
                  <a:pt x="4327" y="1297"/>
                </a:lnTo>
                <a:lnTo>
                  <a:pt x="4326" y="1297"/>
                </a:lnTo>
                <a:lnTo>
                  <a:pt x="4324" y="1297"/>
                </a:lnTo>
                <a:lnTo>
                  <a:pt x="4322" y="1297"/>
                </a:lnTo>
                <a:lnTo>
                  <a:pt x="4321" y="1297"/>
                </a:lnTo>
                <a:lnTo>
                  <a:pt x="4320" y="1297"/>
                </a:lnTo>
                <a:lnTo>
                  <a:pt x="4320" y="1296"/>
                </a:lnTo>
                <a:lnTo>
                  <a:pt x="4320" y="1295"/>
                </a:lnTo>
                <a:lnTo>
                  <a:pt x="4320" y="1297"/>
                </a:lnTo>
                <a:lnTo>
                  <a:pt x="4316" y="1297"/>
                </a:lnTo>
                <a:lnTo>
                  <a:pt x="4316" y="1296"/>
                </a:lnTo>
                <a:lnTo>
                  <a:pt x="4316" y="1297"/>
                </a:lnTo>
                <a:lnTo>
                  <a:pt x="4317" y="1297"/>
                </a:lnTo>
                <a:lnTo>
                  <a:pt x="4320" y="1297"/>
                </a:lnTo>
                <a:lnTo>
                  <a:pt x="4320" y="1298"/>
                </a:lnTo>
                <a:lnTo>
                  <a:pt x="4320" y="1300"/>
                </a:lnTo>
                <a:lnTo>
                  <a:pt x="4320" y="1301"/>
                </a:lnTo>
                <a:lnTo>
                  <a:pt x="4320" y="1302"/>
                </a:lnTo>
                <a:lnTo>
                  <a:pt x="4316" y="1301"/>
                </a:lnTo>
                <a:lnTo>
                  <a:pt x="4315" y="1301"/>
                </a:lnTo>
                <a:lnTo>
                  <a:pt x="4313" y="1301"/>
                </a:lnTo>
                <a:lnTo>
                  <a:pt x="4311" y="1300"/>
                </a:lnTo>
                <a:lnTo>
                  <a:pt x="4311" y="1299"/>
                </a:lnTo>
                <a:lnTo>
                  <a:pt x="4311" y="1298"/>
                </a:lnTo>
                <a:lnTo>
                  <a:pt x="4310" y="1298"/>
                </a:lnTo>
                <a:lnTo>
                  <a:pt x="4307" y="1299"/>
                </a:lnTo>
                <a:lnTo>
                  <a:pt x="4307" y="1298"/>
                </a:lnTo>
                <a:lnTo>
                  <a:pt x="4307" y="1297"/>
                </a:lnTo>
                <a:lnTo>
                  <a:pt x="4306" y="1296"/>
                </a:lnTo>
                <a:lnTo>
                  <a:pt x="4306" y="1295"/>
                </a:lnTo>
                <a:lnTo>
                  <a:pt x="4307" y="1295"/>
                </a:lnTo>
                <a:lnTo>
                  <a:pt x="4308" y="1295"/>
                </a:lnTo>
                <a:lnTo>
                  <a:pt x="4309" y="1295"/>
                </a:lnTo>
                <a:lnTo>
                  <a:pt x="4308" y="1294"/>
                </a:lnTo>
                <a:lnTo>
                  <a:pt x="4305" y="1294"/>
                </a:lnTo>
                <a:lnTo>
                  <a:pt x="4304" y="1294"/>
                </a:lnTo>
                <a:lnTo>
                  <a:pt x="4304" y="1295"/>
                </a:lnTo>
                <a:lnTo>
                  <a:pt x="4303" y="1295"/>
                </a:lnTo>
                <a:lnTo>
                  <a:pt x="4304" y="1296"/>
                </a:lnTo>
                <a:lnTo>
                  <a:pt x="4304" y="1297"/>
                </a:lnTo>
                <a:lnTo>
                  <a:pt x="4302" y="1297"/>
                </a:lnTo>
                <a:lnTo>
                  <a:pt x="4302" y="1299"/>
                </a:lnTo>
                <a:lnTo>
                  <a:pt x="4302" y="1300"/>
                </a:lnTo>
                <a:lnTo>
                  <a:pt x="4301" y="1300"/>
                </a:lnTo>
                <a:lnTo>
                  <a:pt x="4299" y="1300"/>
                </a:lnTo>
                <a:lnTo>
                  <a:pt x="4300" y="1298"/>
                </a:lnTo>
                <a:lnTo>
                  <a:pt x="4301" y="1298"/>
                </a:lnTo>
                <a:lnTo>
                  <a:pt x="4301" y="1297"/>
                </a:lnTo>
                <a:lnTo>
                  <a:pt x="4300" y="1297"/>
                </a:lnTo>
                <a:lnTo>
                  <a:pt x="4299" y="1297"/>
                </a:lnTo>
                <a:lnTo>
                  <a:pt x="4298" y="1297"/>
                </a:lnTo>
                <a:lnTo>
                  <a:pt x="4298" y="1295"/>
                </a:lnTo>
                <a:lnTo>
                  <a:pt x="4297" y="1295"/>
                </a:lnTo>
                <a:lnTo>
                  <a:pt x="4296" y="1296"/>
                </a:lnTo>
                <a:lnTo>
                  <a:pt x="4297" y="1296"/>
                </a:lnTo>
                <a:lnTo>
                  <a:pt x="4297" y="1297"/>
                </a:lnTo>
                <a:lnTo>
                  <a:pt x="4297" y="1298"/>
                </a:lnTo>
                <a:lnTo>
                  <a:pt x="4296" y="1298"/>
                </a:lnTo>
                <a:lnTo>
                  <a:pt x="4295" y="1298"/>
                </a:lnTo>
                <a:lnTo>
                  <a:pt x="4294" y="1297"/>
                </a:lnTo>
                <a:lnTo>
                  <a:pt x="4293" y="1297"/>
                </a:lnTo>
                <a:lnTo>
                  <a:pt x="4292" y="1298"/>
                </a:lnTo>
                <a:lnTo>
                  <a:pt x="4291" y="1298"/>
                </a:lnTo>
                <a:lnTo>
                  <a:pt x="4290" y="1298"/>
                </a:lnTo>
                <a:lnTo>
                  <a:pt x="4289" y="1298"/>
                </a:lnTo>
                <a:lnTo>
                  <a:pt x="4289" y="1299"/>
                </a:lnTo>
                <a:lnTo>
                  <a:pt x="4288" y="1299"/>
                </a:lnTo>
                <a:lnTo>
                  <a:pt x="4288" y="1300"/>
                </a:lnTo>
                <a:lnTo>
                  <a:pt x="4289" y="1300"/>
                </a:lnTo>
                <a:lnTo>
                  <a:pt x="4289" y="1302"/>
                </a:lnTo>
                <a:lnTo>
                  <a:pt x="4288" y="1303"/>
                </a:lnTo>
                <a:lnTo>
                  <a:pt x="4287" y="1303"/>
                </a:lnTo>
                <a:lnTo>
                  <a:pt x="4287" y="1304"/>
                </a:lnTo>
                <a:lnTo>
                  <a:pt x="4288" y="1305"/>
                </a:lnTo>
                <a:lnTo>
                  <a:pt x="4287" y="1305"/>
                </a:lnTo>
                <a:lnTo>
                  <a:pt x="4286" y="1305"/>
                </a:lnTo>
                <a:lnTo>
                  <a:pt x="4287" y="1305"/>
                </a:lnTo>
                <a:lnTo>
                  <a:pt x="4287" y="1306"/>
                </a:lnTo>
                <a:lnTo>
                  <a:pt x="4286" y="1306"/>
                </a:lnTo>
                <a:lnTo>
                  <a:pt x="4285" y="1305"/>
                </a:lnTo>
                <a:lnTo>
                  <a:pt x="4284" y="1305"/>
                </a:lnTo>
                <a:lnTo>
                  <a:pt x="4284" y="1304"/>
                </a:lnTo>
                <a:lnTo>
                  <a:pt x="4283" y="1303"/>
                </a:lnTo>
                <a:lnTo>
                  <a:pt x="4282" y="1303"/>
                </a:lnTo>
                <a:lnTo>
                  <a:pt x="4281" y="1303"/>
                </a:lnTo>
                <a:lnTo>
                  <a:pt x="4280" y="1303"/>
                </a:lnTo>
                <a:lnTo>
                  <a:pt x="4279" y="1304"/>
                </a:lnTo>
                <a:lnTo>
                  <a:pt x="4278" y="1305"/>
                </a:lnTo>
                <a:lnTo>
                  <a:pt x="4278" y="1306"/>
                </a:lnTo>
                <a:lnTo>
                  <a:pt x="4279" y="1306"/>
                </a:lnTo>
                <a:lnTo>
                  <a:pt x="4279" y="1307"/>
                </a:lnTo>
                <a:lnTo>
                  <a:pt x="4279" y="1308"/>
                </a:lnTo>
                <a:lnTo>
                  <a:pt x="4278" y="1308"/>
                </a:lnTo>
                <a:lnTo>
                  <a:pt x="4277" y="1308"/>
                </a:lnTo>
                <a:lnTo>
                  <a:pt x="4277" y="1309"/>
                </a:lnTo>
                <a:lnTo>
                  <a:pt x="4279" y="1309"/>
                </a:lnTo>
                <a:lnTo>
                  <a:pt x="4279" y="1311"/>
                </a:lnTo>
                <a:lnTo>
                  <a:pt x="4279" y="1312"/>
                </a:lnTo>
                <a:lnTo>
                  <a:pt x="4280" y="1312"/>
                </a:lnTo>
                <a:lnTo>
                  <a:pt x="4280" y="1311"/>
                </a:lnTo>
                <a:lnTo>
                  <a:pt x="4283" y="1311"/>
                </a:lnTo>
                <a:lnTo>
                  <a:pt x="4283" y="1312"/>
                </a:lnTo>
                <a:lnTo>
                  <a:pt x="4283" y="1314"/>
                </a:lnTo>
                <a:lnTo>
                  <a:pt x="4284" y="1314"/>
                </a:lnTo>
                <a:lnTo>
                  <a:pt x="4284" y="1315"/>
                </a:lnTo>
                <a:lnTo>
                  <a:pt x="4283" y="1315"/>
                </a:lnTo>
                <a:lnTo>
                  <a:pt x="4282" y="1314"/>
                </a:lnTo>
                <a:lnTo>
                  <a:pt x="4281" y="1314"/>
                </a:lnTo>
                <a:lnTo>
                  <a:pt x="4279" y="1315"/>
                </a:lnTo>
                <a:lnTo>
                  <a:pt x="4277" y="1316"/>
                </a:lnTo>
                <a:lnTo>
                  <a:pt x="4276" y="1316"/>
                </a:lnTo>
                <a:lnTo>
                  <a:pt x="4276" y="1317"/>
                </a:lnTo>
                <a:lnTo>
                  <a:pt x="4275" y="1317"/>
                </a:lnTo>
                <a:lnTo>
                  <a:pt x="4272" y="1317"/>
                </a:lnTo>
                <a:lnTo>
                  <a:pt x="4271" y="1318"/>
                </a:lnTo>
                <a:lnTo>
                  <a:pt x="4270" y="1318"/>
                </a:lnTo>
                <a:lnTo>
                  <a:pt x="4268" y="1318"/>
                </a:lnTo>
                <a:lnTo>
                  <a:pt x="4267" y="1318"/>
                </a:lnTo>
                <a:lnTo>
                  <a:pt x="4266" y="1318"/>
                </a:lnTo>
                <a:lnTo>
                  <a:pt x="4265" y="1318"/>
                </a:lnTo>
                <a:lnTo>
                  <a:pt x="4265" y="1319"/>
                </a:lnTo>
                <a:lnTo>
                  <a:pt x="4264" y="1319"/>
                </a:lnTo>
                <a:lnTo>
                  <a:pt x="4264" y="1320"/>
                </a:lnTo>
                <a:lnTo>
                  <a:pt x="4264" y="1321"/>
                </a:lnTo>
                <a:lnTo>
                  <a:pt x="4265" y="1321"/>
                </a:lnTo>
                <a:lnTo>
                  <a:pt x="4265" y="1322"/>
                </a:lnTo>
                <a:lnTo>
                  <a:pt x="4264" y="1322"/>
                </a:lnTo>
                <a:lnTo>
                  <a:pt x="4263" y="1323"/>
                </a:lnTo>
                <a:lnTo>
                  <a:pt x="4262" y="1324"/>
                </a:lnTo>
                <a:lnTo>
                  <a:pt x="4262" y="1325"/>
                </a:lnTo>
                <a:lnTo>
                  <a:pt x="4262" y="1326"/>
                </a:lnTo>
                <a:lnTo>
                  <a:pt x="4261" y="1327"/>
                </a:lnTo>
                <a:lnTo>
                  <a:pt x="4260" y="1327"/>
                </a:lnTo>
                <a:lnTo>
                  <a:pt x="4260" y="1328"/>
                </a:lnTo>
                <a:lnTo>
                  <a:pt x="4259" y="1329"/>
                </a:lnTo>
                <a:lnTo>
                  <a:pt x="4259" y="1330"/>
                </a:lnTo>
                <a:lnTo>
                  <a:pt x="4258" y="1329"/>
                </a:lnTo>
                <a:lnTo>
                  <a:pt x="4257" y="1330"/>
                </a:lnTo>
                <a:lnTo>
                  <a:pt x="4256" y="1331"/>
                </a:lnTo>
                <a:lnTo>
                  <a:pt x="4255" y="1331"/>
                </a:lnTo>
                <a:lnTo>
                  <a:pt x="4256" y="1331"/>
                </a:lnTo>
                <a:lnTo>
                  <a:pt x="4254" y="1332"/>
                </a:lnTo>
                <a:lnTo>
                  <a:pt x="4253" y="1332"/>
                </a:lnTo>
                <a:lnTo>
                  <a:pt x="4253" y="1333"/>
                </a:lnTo>
                <a:lnTo>
                  <a:pt x="4252" y="1333"/>
                </a:lnTo>
                <a:lnTo>
                  <a:pt x="4253" y="1334"/>
                </a:lnTo>
                <a:lnTo>
                  <a:pt x="4254" y="1333"/>
                </a:lnTo>
                <a:lnTo>
                  <a:pt x="4255" y="1334"/>
                </a:lnTo>
                <a:lnTo>
                  <a:pt x="4255" y="1335"/>
                </a:lnTo>
                <a:lnTo>
                  <a:pt x="4254" y="1335"/>
                </a:lnTo>
                <a:lnTo>
                  <a:pt x="4253" y="1336"/>
                </a:lnTo>
                <a:lnTo>
                  <a:pt x="4252" y="1336"/>
                </a:lnTo>
                <a:lnTo>
                  <a:pt x="4252" y="1335"/>
                </a:lnTo>
                <a:lnTo>
                  <a:pt x="4251" y="1335"/>
                </a:lnTo>
                <a:lnTo>
                  <a:pt x="4250" y="1336"/>
                </a:lnTo>
                <a:lnTo>
                  <a:pt x="4250" y="1337"/>
                </a:lnTo>
                <a:lnTo>
                  <a:pt x="4250" y="1338"/>
                </a:lnTo>
                <a:lnTo>
                  <a:pt x="4249" y="1338"/>
                </a:lnTo>
                <a:lnTo>
                  <a:pt x="4248" y="1339"/>
                </a:lnTo>
                <a:lnTo>
                  <a:pt x="4248" y="1338"/>
                </a:lnTo>
                <a:lnTo>
                  <a:pt x="4247" y="1338"/>
                </a:lnTo>
                <a:lnTo>
                  <a:pt x="4246" y="1338"/>
                </a:lnTo>
                <a:lnTo>
                  <a:pt x="4246" y="1339"/>
                </a:lnTo>
                <a:lnTo>
                  <a:pt x="4245" y="1339"/>
                </a:lnTo>
                <a:lnTo>
                  <a:pt x="4244" y="1339"/>
                </a:lnTo>
                <a:lnTo>
                  <a:pt x="4244" y="1340"/>
                </a:lnTo>
                <a:lnTo>
                  <a:pt x="4245" y="1340"/>
                </a:lnTo>
                <a:lnTo>
                  <a:pt x="4245" y="1341"/>
                </a:lnTo>
                <a:lnTo>
                  <a:pt x="4246" y="1341"/>
                </a:lnTo>
                <a:lnTo>
                  <a:pt x="4246" y="1342"/>
                </a:lnTo>
                <a:lnTo>
                  <a:pt x="4245" y="1342"/>
                </a:lnTo>
                <a:lnTo>
                  <a:pt x="4244" y="1341"/>
                </a:lnTo>
                <a:lnTo>
                  <a:pt x="4244" y="1342"/>
                </a:lnTo>
                <a:lnTo>
                  <a:pt x="4245" y="1342"/>
                </a:lnTo>
                <a:lnTo>
                  <a:pt x="4245" y="1343"/>
                </a:lnTo>
                <a:lnTo>
                  <a:pt x="4244" y="1343"/>
                </a:lnTo>
                <a:lnTo>
                  <a:pt x="4244" y="1344"/>
                </a:lnTo>
                <a:lnTo>
                  <a:pt x="4245" y="1344"/>
                </a:lnTo>
                <a:lnTo>
                  <a:pt x="4245" y="1345"/>
                </a:lnTo>
                <a:lnTo>
                  <a:pt x="4245" y="1346"/>
                </a:lnTo>
                <a:lnTo>
                  <a:pt x="4244" y="1346"/>
                </a:lnTo>
                <a:lnTo>
                  <a:pt x="4243" y="1345"/>
                </a:lnTo>
                <a:lnTo>
                  <a:pt x="4242" y="1345"/>
                </a:lnTo>
                <a:lnTo>
                  <a:pt x="4243" y="1346"/>
                </a:lnTo>
                <a:lnTo>
                  <a:pt x="4242" y="1347"/>
                </a:lnTo>
                <a:lnTo>
                  <a:pt x="4242" y="1349"/>
                </a:lnTo>
                <a:lnTo>
                  <a:pt x="4243" y="1349"/>
                </a:lnTo>
                <a:lnTo>
                  <a:pt x="4243" y="1348"/>
                </a:lnTo>
                <a:lnTo>
                  <a:pt x="4244" y="1349"/>
                </a:lnTo>
                <a:lnTo>
                  <a:pt x="4243" y="1349"/>
                </a:lnTo>
                <a:lnTo>
                  <a:pt x="4243" y="1350"/>
                </a:lnTo>
                <a:lnTo>
                  <a:pt x="4243" y="1351"/>
                </a:lnTo>
                <a:lnTo>
                  <a:pt x="4242" y="1351"/>
                </a:lnTo>
                <a:lnTo>
                  <a:pt x="4240" y="1351"/>
                </a:lnTo>
                <a:lnTo>
                  <a:pt x="4239" y="1352"/>
                </a:lnTo>
                <a:lnTo>
                  <a:pt x="4238" y="1353"/>
                </a:lnTo>
                <a:lnTo>
                  <a:pt x="4237" y="1353"/>
                </a:lnTo>
                <a:lnTo>
                  <a:pt x="4236" y="1354"/>
                </a:lnTo>
                <a:lnTo>
                  <a:pt x="4235" y="1354"/>
                </a:lnTo>
                <a:lnTo>
                  <a:pt x="4235" y="1355"/>
                </a:lnTo>
                <a:lnTo>
                  <a:pt x="4235" y="1356"/>
                </a:lnTo>
                <a:lnTo>
                  <a:pt x="4236" y="1358"/>
                </a:lnTo>
                <a:lnTo>
                  <a:pt x="4237" y="1359"/>
                </a:lnTo>
                <a:lnTo>
                  <a:pt x="4237" y="1361"/>
                </a:lnTo>
                <a:lnTo>
                  <a:pt x="4236" y="1361"/>
                </a:lnTo>
                <a:lnTo>
                  <a:pt x="4236" y="1362"/>
                </a:lnTo>
                <a:lnTo>
                  <a:pt x="4235" y="1362"/>
                </a:lnTo>
                <a:lnTo>
                  <a:pt x="4235" y="1363"/>
                </a:lnTo>
                <a:lnTo>
                  <a:pt x="4235" y="1364"/>
                </a:lnTo>
                <a:lnTo>
                  <a:pt x="4234" y="1364"/>
                </a:lnTo>
                <a:lnTo>
                  <a:pt x="4234" y="1363"/>
                </a:lnTo>
                <a:lnTo>
                  <a:pt x="4234" y="1364"/>
                </a:lnTo>
                <a:lnTo>
                  <a:pt x="4233" y="1365"/>
                </a:lnTo>
                <a:lnTo>
                  <a:pt x="4232" y="1365"/>
                </a:lnTo>
                <a:lnTo>
                  <a:pt x="4232" y="1366"/>
                </a:lnTo>
                <a:lnTo>
                  <a:pt x="4231" y="1366"/>
                </a:lnTo>
                <a:lnTo>
                  <a:pt x="4231" y="1367"/>
                </a:lnTo>
                <a:lnTo>
                  <a:pt x="4230" y="1367"/>
                </a:lnTo>
                <a:lnTo>
                  <a:pt x="4229" y="1368"/>
                </a:lnTo>
                <a:lnTo>
                  <a:pt x="4228" y="1368"/>
                </a:lnTo>
                <a:lnTo>
                  <a:pt x="4227" y="1367"/>
                </a:lnTo>
                <a:lnTo>
                  <a:pt x="4226" y="1367"/>
                </a:lnTo>
                <a:lnTo>
                  <a:pt x="4224" y="1367"/>
                </a:lnTo>
                <a:lnTo>
                  <a:pt x="4224" y="1368"/>
                </a:lnTo>
                <a:lnTo>
                  <a:pt x="4223" y="1368"/>
                </a:lnTo>
                <a:lnTo>
                  <a:pt x="4222" y="1368"/>
                </a:lnTo>
                <a:lnTo>
                  <a:pt x="4221" y="1368"/>
                </a:lnTo>
                <a:lnTo>
                  <a:pt x="4220" y="1368"/>
                </a:lnTo>
                <a:lnTo>
                  <a:pt x="4219" y="1368"/>
                </a:lnTo>
                <a:lnTo>
                  <a:pt x="4219" y="1369"/>
                </a:lnTo>
                <a:lnTo>
                  <a:pt x="4218" y="1369"/>
                </a:lnTo>
                <a:lnTo>
                  <a:pt x="4217" y="1369"/>
                </a:lnTo>
                <a:lnTo>
                  <a:pt x="4218" y="1370"/>
                </a:lnTo>
                <a:lnTo>
                  <a:pt x="4217" y="1370"/>
                </a:lnTo>
                <a:lnTo>
                  <a:pt x="4216" y="1371"/>
                </a:lnTo>
                <a:lnTo>
                  <a:pt x="4215" y="1371"/>
                </a:lnTo>
                <a:lnTo>
                  <a:pt x="4215" y="1372"/>
                </a:lnTo>
                <a:lnTo>
                  <a:pt x="4214" y="1372"/>
                </a:lnTo>
                <a:lnTo>
                  <a:pt x="4213" y="1372"/>
                </a:lnTo>
                <a:lnTo>
                  <a:pt x="4212" y="1373"/>
                </a:lnTo>
                <a:lnTo>
                  <a:pt x="4211" y="1373"/>
                </a:lnTo>
                <a:lnTo>
                  <a:pt x="4210" y="1373"/>
                </a:lnTo>
                <a:lnTo>
                  <a:pt x="4210" y="1374"/>
                </a:lnTo>
                <a:lnTo>
                  <a:pt x="4209" y="1374"/>
                </a:lnTo>
                <a:lnTo>
                  <a:pt x="4208" y="1374"/>
                </a:lnTo>
                <a:lnTo>
                  <a:pt x="4208" y="1375"/>
                </a:lnTo>
                <a:lnTo>
                  <a:pt x="4207" y="1375"/>
                </a:lnTo>
                <a:lnTo>
                  <a:pt x="4206" y="1375"/>
                </a:lnTo>
                <a:lnTo>
                  <a:pt x="4205" y="1375"/>
                </a:lnTo>
                <a:lnTo>
                  <a:pt x="4205" y="1376"/>
                </a:lnTo>
                <a:lnTo>
                  <a:pt x="4204" y="1376"/>
                </a:lnTo>
                <a:lnTo>
                  <a:pt x="4203" y="1376"/>
                </a:lnTo>
                <a:lnTo>
                  <a:pt x="4201" y="1377"/>
                </a:lnTo>
                <a:lnTo>
                  <a:pt x="4198" y="1378"/>
                </a:lnTo>
                <a:lnTo>
                  <a:pt x="4196" y="1378"/>
                </a:lnTo>
                <a:lnTo>
                  <a:pt x="4196" y="1379"/>
                </a:lnTo>
                <a:lnTo>
                  <a:pt x="4194" y="1379"/>
                </a:lnTo>
                <a:lnTo>
                  <a:pt x="4193" y="1379"/>
                </a:lnTo>
                <a:lnTo>
                  <a:pt x="4193" y="1380"/>
                </a:lnTo>
                <a:lnTo>
                  <a:pt x="4193" y="1381"/>
                </a:lnTo>
                <a:lnTo>
                  <a:pt x="4192" y="1381"/>
                </a:lnTo>
                <a:lnTo>
                  <a:pt x="4192" y="1380"/>
                </a:lnTo>
                <a:lnTo>
                  <a:pt x="4191" y="1380"/>
                </a:lnTo>
                <a:lnTo>
                  <a:pt x="4190" y="1380"/>
                </a:lnTo>
                <a:lnTo>
                  <a:pt x="4188" y="1381"/>
                </a:lnTo>
                <a:lnTo>
                  <a:pt x="4187" y="1381"/>
                </a:lnTo>
                <a:lnTo>
                  <a:pt x="4186" y="1382"/>
                </a:lnTo>
                <a:lnTo>
                  <a:pt x="4185" y="1382"/>
                </a:lnTo>
                <a:lnTo>
                  <a:pt x="4184" y="1383"/>
                </a:lnTo>
                <a:lnTo>
                  <a:pt x="4183" y="1383"/>
                </a:lnTo>
                <a:lnTo>
                  <a:pt x="4183" y="1384"/>
                </a:lnTo>
                <a:lnTo>
                  <a:pt x="4182" y="1386"/>
                </a:lnTo>
                <a:lnTo>
                  <a:pt x="4183" y="1388"/>
                </a:lnTo>
                <a:lnTo>
                  <a:pt x="4181" y="1388"/>
                </a:lnTo>
                <a:lnTo>
                  <a:pt x="4180" y="1388"/>
                </a:lnTo>
                <a:lnTo>
                  <a:pt x="4179" y="1388"/>
                </a:lnTo>
                <a:lnTo>
                  <a:pt x="4178" y="1388"/>
                </a:lnTo>
                <a:lnTo>
                  <a:pt x="4177" y="1389"/>
                </a:lnTo>
                <a:lnTo>
                  <a:pt x="4176" y="1389"/>
                </a:lnTo>
                <a:lnTo>
                  <a:pt x="4174" y="1389"/>
                </a:lnTo>
                <a:lnTo>
                  <a:pt x="4173" y="1389"/>
                </a:lnTo>
                <a:lnTo>
                  <a:pt x="4173" y="1390"/>
                </a:lnTo>
                <a:lnTo>
                  <a:pt x="4172" y="1390"/>
                </a:lnTo>
                <a:lnTo>
                  <a:pt x="4172" y="1391"/>
                </a:lnTo>
                <a:lnTo>
                  <a:pt x="4171" y="1392"/>
                </a:lnTo>
                <a:lnTo>
                  <a:pt x="4170" y="1392"/>
                </a:lnTo>
                <a:lnTo>
                  <a:pt x="4168" y="1392"/>
                </a:lnTo>
                <a:lnTo>
                  <a:pt x="4167" y="1393"/>
                </a:lnTo>
                <a:lnTo>
                  <a:pt x="4166" y="1393"/>
                </a:lnTo>
                <a:lnTo>
                  <a:pt x="4164" y="1393"/>
                </a:lnTo>
                <a:lnTo>
                  <a:pt x="4164" y="1394"/>
                </a:lnTo>
                <a:lnTo>
                  <a:pt x="4163" y="1394"/>
                </a:lnTo>
                <a:lnTo>
                  <a:pt x="4162" y="1394"/>
                </a:lnTo>
                <a:lnTo>
                  <a:pt x="4162" y="1395"/>
                </a:lnTo>
                <a:lnTo>
                  <a:pt x="4161" y="1395"/>
                </a:lnTo>
                <a:lnTo>
                  <a:pt x="4161" y="1394"/>
                </a:lnTo>
                <a:lnTo>
                  <a:pt x="4160" y="1394"/>
                </a:lnTo>
                <a:lnTo>
                  <a:pt x="4159" y="1395"/>
                </a:lnTo>
                <a:lnTo>
                  <a:pt x="4158" y="1395"/>
                </a:lnTo>
                <a:lnTo>
                  <a:pt x="4157" y="1395"/>
                </a:lnTo>
                <a:lnTo>
                  <a:pt x="4157" y="1396"/>
                </a:lnTo>
                <a:lnTo>
                  <a:pt x="4156" y="1397"/>
                </a:lnTo>
                <a:lnTo>
                  <a:pt x="4155" y="1397"/>
                </a:lnTo>
                <a:lnTo>
                  <a:pt x="4154" y="1397"/>
                </a:lnTo>
                <a:lnTo>
                  <a:pt x="4153" y="1397"/>
                </a:lnTo>
                <a:lnTo>
                  <a:pt x="4153" y="1398"/>
                </a:lnTo>
                <a:lnTo>
                  <a:pt x="4152" y="1398"/>
                </a:lnTo>
                <a:lnTo>
                  <a:pt x="4152" y="1397"/>
                </a:lnTo>
                <a:lnTo>
                  <a:pt x="4151" y="1397"/>
                </a:lnTo>
                <a:lnTo>
                  <a:pt x="4150" y="1397"/>
                </a:lnTo>
                <a:lnTo>
                  <a:pt x="4149" y="1398"/>
                </a:lnTo>
                <a:lnTo>
                  <a:pt x="4148" y="1399"/>
                </a:lnTo>
                <a:lnTo>
                  <a:pt x="4148" y="1400"/>
                </a:lnTo>
                <a:lnTo>
                  <a:pt x="4147" y="1401"/>
                </a:lnTo>
                <a:lnTo>
                  <a:pt x="4147" y="1403"/>
                </a:lnTo>
                <a:lnTo>
                  <a:pt x="4146" y="1404"/>
                </a:lnTo>
                <a:lnTo>
                  <a:pt x="4146" y="1405"/>
                </a:lnTo>
                <a:lnTo>
                  <a:pt x="4147" y="1405"/>
                </a:lnTo>
                <a:lnTo>
                  <a:pt x="4147" y="1404"/>
                </a:lnTo>
                <a:lnTo>
                  <a:pt x="4147" y="1405"/>
                </a:lnTo>
                <a:lnTo>
                  <a:pt x="4148" y="1405"/>
                </a:lnTo>
                <a:lnTo>
                  <a:pt x="4148" y="1406"/>
                </a:lnTo>
                <a:lnTo>
                  <a:pt x="4148" y="1407"/>
                </a:lnTo>
                <a:lnTo>
                  <a:pt x="4147" y="1407"/>
                </a:lnTo>
                <a:lnTo>
                  <a:pt x="4147" y="1406"/>
                </a:lnTo>
                <a:lnTo>
                  <a:pt x="4146" y="1407"/>
                </a:lnTo>
                <a:lnTo>
                  <a:pt x="4146" y="1406"/>
                </a:lnTo>
                <a:lnTo>
                  <a:pt x="4145" y="1406"/>
                </a:lnTo>
                <a:lnTo>
                  <a:pt x="4144" y="1407"/>
                </a:lnTo>
                <a:lnTo>
                  <a:pt x="4143" y="1407"/>
                </a:lnTo>
                <a:lnTo>
                  <a:pt x="4141" y="1407"/>
                </a:lnTo>
                <a:lnTo>
                  <a:pt x="4141" y="1408"/>
                </a:lnTo>
                <a:lnTo>
                  <a:pt x="4140" y="1408"/>
                </a:lnTo>
                <a:lnTo>
                  <a:pt x="4139" y="1408"/>
                </a:lnTo>
                <a:lnTo>
                  <a:pt x="4139" y="1409"/>
                </a:lnTo>
                <a:lnTo>
                  <a:pt x="4138" y="1409"/>
                </a:lnTo>
                <a:lnTo>
                  <a:pt x="4138" y="1410"/>
                </a:lnTo>
                <a:lnTo>
                  <a:pt x="4137" y="1410"/>
                </a:lnTo>
                <a:lnTo>
                  <a:pt x="4137" y="1411"/>
                </a:lnTo>
                <a:lnTo>
                  <a:pt x="4136" y="1412"/>
                </a:lnTo>
                <a:lnTo>
                  <a:pt x="4135" y="1412"/>
                </a:lnTo>
                <a:lnTo>
                  <a:pt x="4134" y="1412"/>
                </a:lnTo>
                <a:lnTo>
                  <a:pt x="4133" y="1413"/>
                </a:lnTo>
                <a:lnTo>
                  <a:pt x="4133" y="1414"/>
                </a:lnTo>
                <a:lnTo>
                  <a:pt x="4132" y="1414"/>
                </a:lnTo>
                <a:lnTo>
                  <a:pt x="4132" y="1415"/>
                </a:lnTo>
                <a:lnTo>
                  <a:pt x="4132" y="1416"/>
                </a:lnTo>
                <a:lnTo>
                  <a:pt x="4131" y="1416"/>
                </a:lnTo>
                <a:lnTo>
                  <a:pt x="4131" y="1417"/>
                </a:lnTo>
                <a:lnTo>
                  <a:pt x="4130" y="1418"/>
                </a:lnTo>
                <a:lnTo>
                  <a:pt x="4130" y="1420"/>
                </a:lnTo>
                <a:lnTo>
                  <a:pt x="4130" y="1421"/>
                </a:lnTo>
                <a:lnTo>
                  <a:pt x="4129" y="1421"/>
                </a:lnTo>
                <a:lnTo>
                  <a:pt x="4129" y="1422"/>
                </a:lnTo>
                <a:lnTo>
                  <a:pt x="4129" y="1423"/>
                </a:lnTo>
                <a:lnTo>
                  <a:pt x="4128" y="1425"/>
                </a:lnTo>
                <a:lnTo>
                  <a:pt x="4128" y="1426"/>
                </a:lnTo>
                <a:lnTo>
                  <a:pt x="4127" y="1428"/>
                </a:lnTo>
                <a:lnTo>
                  <a:pt x="4126" y="1430"/>
                </a:lnTo>
                <a:lnTo>
                  <a:pt x="4126" y="1431"/>
                </a:lnTo>
                <a:lnTo>
                  <a:pt x="4126" y="1432"/>
                </a:lnTo>
                <a:lnTo>
                  <a:pt x="4125" y="1432"/>
                </a:lnTo>
                <a:lnTo>
                  <a:pt x="4125" y="1433"/>
                </a:lnTo>
                <a:lnTo>
                  <a:pt x="4124" y="1434"/>
                </a:lnTo>
                <a:lnTo>
                  <a:pt x="4124" y="1435"/>
                </a:lnTo>
                <a:lnTo>
                  <a:pt x="4124" y="1436"/>
                </a:lnTo>
                <a:lnTo>
                  <a:pt x="4123" y="1438"/>
                </a:lnTo>
                <a:lnTo>
                  <a:pt x="4123" y="1440"/>
                </a:lnTo>
                <a:lnTo>
                  <a:pt x="4124" y="1440"/>
                </a:lnTo>
                <a:lnTo>
                  <a:pt x="4125" y="1440"/>
                </a:lnTo>
                <a:lnTo>
                  <a:pt x="4126" y="1441"/>
                </a:lnTo>
                <a:lnTo>
                  <a:pt x="4127" y="1442"/>
                </a:lnTo>
                <a:lnTo>
                  <a:pt x="4127" y="1443"/>
                </a:lnTo>
                <a:lnTo>
                  <a:pt x="4128" y="1445"/>
                </a:lnTo>
                <a:lnTo>
                  <a:pt x="4127" y="1446"/>
                </a:lnTo>
                <a:lnTo>
                  <a:pt x="4126" y="1446"/>
                </a:lnTo>
                <a:lnTo>
                  <a:pt x="4126" y="1447"/>
                </a:lnTo>
                <a:lnTo>
                  <a:pt x="4126" y="1446"/>
                </a:lnTo>
                <a:lnTo>
                  <a:pt x="4127" y="1446"/>
                </a:lnTo>
                <a:lnTo>
                  <a:pt x="4128" y="1446"/>
                </a:lnTo>
                <a:lnTo>
                  <a:pt x="4128" y="1447"/>
                </a:lnTo>
                <a:lnTo>
                  <a:pt x="4127" y="1448"/>
                </a:lnTo>
                <a:lnTo>
                  <a:pt x="4126" y="1448"/>
                </a:lnTo>
                <a:lnTo>
                  <a:pt x="4126" y="1449"/>
                </a:lnTo>
                <a:lnTo>
                  <a:pt x="4126" y="1450"/>
                </a:lnTo>
                <a:lnTo>
                  <a:pt x="4125" y="1450"/>
                </a:lnTo>
                <a:lnTo>
                  <a:pt x="4125" y="1451"/>
                </a:lnTo>
                <a:lnTo>
                  <a:pt x="4124" y="1451"/>
                </a:lnTo>
                <a:lnTo>
                  <a:pt x="4125" y="1451"/>
                </a:lnTo>
                <a:lnTo>
                  <a:pt x="4124" y="1452"/>
                </a:lnTo>
                <a:lnTo>
                  <a:pt x="4123" y="1452"/>
                </a:lnTo>
                <a:lnTo>
                  <a:pt x="4123" y="1453"/>
                </a:lnTo>
                <a:lnTo>
                  <a:pt x="4122" y="1453"/>
                </a:lnTo>
                <a:lnTo>
                  <a:pt x="4121" y="1453"/>
                </a:lnTo>
                <a:lnTo>
                  <a:pt x="4120" y="1453"/>
                </a:lnTo>
                <a:lnTo>
                  <a:pt x="4119" y="1454"/>
                </a:lnTo>
                <a:lnTo>
                  <a:pt x="4119" y="1453"/>
                </a:lnTo>
                <a:lnTo>
                  <a:pt x="4118" y="1452"/>
                </a:lnTo>
                <a:lnTo>
                  <a:pt x="4117" y="1453"/>
                </a:lnTo>
                <a:lnTo>
                  <a:pt x="4117" y="1452"/>
                </a:lnTo>
                <a:lnTo>
                  <a:pt x="4117" y="1453"/>
                </a:lnTo>
                <a:lnTo>
                  <a:pt x="4116" y="1453"/>
                </a:lnTo>
                <a:lnTo>
                  <a:pt x="4116" y="1454"/>
                </a:lnTo>
                <a:lnTo>
                  <a:pt x="4115" y="1455"/>
                </a:lnTo>
                <a:lnTo>
                  <a:pt x="4115" y="1456"/>
                </a:lnTo>
                <a:lnTo>
                  <a:pt x="4114" y="1456"/>
                </a:lnTo>
                <a:lnTo>
                  <a:pt x="4113" y="1458"/>
                </a:lnTo>
                <a:lnTo>
                  <a:pt x="4112" y="1459"/>
                </a:lnTo>
                <a:lnTo>
                  <a:pt x="4112" y="1460"/>
                </a:lnTo>
                <a:lnTo>
                  <a:pt x="4111" y="1461"/>
                </a:lnTo>
                <a:lnTo>
                  <a:pt x="4110" y="1462"/>
                </a:lnTo>
                <a:lnTo>
                  <a:pt x="4109" y="1462"/>
                </a:lnTo>
                <a:lnTo>
                  <a:pt x="4108" y="1464"/>
                </a:lnTo>
                <a:lnTo>
                  <a:pt x="4109" y="1465"/>
                </a:lnTo>
                <a:lnTo>
                  <a:pt x="4109" y="1466"/>
                </a:lnTo>
                <a:lnTo>
                  <a:pt x="4107" y="1467"/>
                </a:lnTo>
                <a:lnTo>
                  <a:pt x="4106" y="1467"/>
                </a:lnTo>
                <a:lnTo>
                  <a:pt x="4105" y="1468"/>
                </a:lnTo>
                <a:lnTo>
                  <a:pt x="4103" y="1470"/>
                </a:lnTo>
                <a:lnTo>
                  <a:pt x="4103" y="1471"/>
                </a:lnTo>
                <a:lnTo>
                  <a:pt x="4104" y="1471"/>
                </a:lnTo>
                <a:lnTo>
                  <a:pt x="4103" y="1471"/>
                </a:lnTo>
                <a:lnTo>
                  <a:pt x="4103" y="1472"/>
                </a:lnTo>
                <a:lnTo>
                  <a:pt x="4103" y="1471"/>
                </a:lnTo>
                <a:lnTo>
                  <a:pt x="4102" y="1471"/>
                </a:lnTo>
                <a:lnTo>
                  <a:pt x="4100" y="1472"/>
                </a:lnTo>
                <a:lnTo>
                  <a:pt x="4099" y="1472"/>
                </a:lnTo>
                <a:lnTo>
                  <a:pt x="4099" y="1471"/>
                </a:lnTo>
                <a:lnTo>
                  <a:pt x="4098" y="1472"/>
                </a:lnTo>
                <a:lnTo>
                  <a:pt x="4099" y="1472"/>
                </a:lnTo>
                <a:lnTo>
                  <a:pt x="4098" y="1472"/>
                </a:lnTo>
                <a:lnTo>
                  <a:pt x="4098" y="1473"/>
                </a:lnTo>
                <a:lnTo>
                  <a:pt x="4097" y="1474"/>
                </a:lnTo>
                <a:lnTo>
                  <a:pt x="4096" y="1474"/>
                </a:lnTo>
                <a:lnTo>
                  <a:pt x="4095" y="1475"/>
                </a:lnTo>
                <a:lnTo>
                  <a:pt x="4094" y="1476"/>
                </a:lnTo>
                <a:lnTo>
                  <a:pt x="4093" y="1477"/>
                </a:lnTo>
                <a:lnTo>
                  <a:pt x="4092" y="1477"/>
                </a:lnTo>
                <a:lnTo>
                  <a:pt x="4091" y="1478"/>
                </a:lnTo>
                <a:lnTo>
                  <a:pt x="4090" y="1478"/>
                </a:lnTo>
                <a:lnTo>
                  <a:pt x="4090" y="1477"/>
                </a:lnTo>
                <a:lnTo>
                  <a:pt x="4091" y="1475"/>
                </a:lnTo>
                <a:lnTo>
                  <a:pt x="4092" y="1474"/>
                </a:lnTo>
                <a:lnTo>
                  <a:pt x="4095" y="1473"/>
                </a:lnTo>
                <a:lnTo>
                  <a:pt x="4096" y="1472"/>
                </a:lnTo>
                <a:lnTo>
                  <a:pt x="4097" y="1471"/>
                </a:lnTo>
                <a:lnTo>
                  <a:pt x="4098" y="1471"/>
                </a:lnTo>
                <a:lnTo>
                  <a:pt x="4099" y="1471"/>
                </a:lnTo>
                <a:lnTo>
                  <a:pt x="4099" y="1470"/>
                </a:lnTo>
                <a:lnTo>
                  <a:pt x="4097" y="1471"/>
                </a:lnTo>
                <a:lnTo>
                  <a:pt x="4096" y="1471"/>
                </a:lnTo>
                <a:lnTo>
                  <a:pt x="4095" y="1471"/>
                </a:lnTo>
                <a:lnTo>
                  <a:pt x="4094" y="1472"/>
                </a:lnTo>
                <a:lnTo>
                  <a:pt x="4094" y="1471"/>
                </a:lnTo>
                <a:lnTo>
                  <a:pt x="4094" y="1472"/>
                </a:lnTo>
                <a:lnTo>
                  <a:pt x="4092" y="1472"/>
                </a:lnTo>
                <a:lnTo>
                  <a:pt x="4092" y="1473"/>
                </a:lnTo>
                <a:lnTo>
                  <a:pt x="4091" y="1473"/>
                </a:lnTo>
                <a:lnTo>
                  <a:pt x="4090" y="1473"/>
                </a:lnTo>
                <a:lnTo>
                  <a:pt x="4089" y="1474"/>
                </a:lnTo>
                <a:lnTo>
                  <a:pt x="4088" y="1474"/>
                </a:lnTo>
                <a:lnTo>
                  <a:pt x="4088" y="1473"/>
                </a:lnTo>
                <a:lnTo>
                  <a:pt x="4087" y="1473"/>
                </a:lnTo>
                <a:lnTo>
                  <a:pt x="4087" y="1472"/>
                </a:lnTo>
                <a:lnTo>
                  <a:pt x="4088" y="1472"/>
                </a:lnTo>
                <a:lnTo>
                  <a:pt x="4088" y="1471"/>
                </a:lnTo>
                <a:lnTo>
                  <a:pt x="4087" y="1471"/>
                </a:lnTo>
                <a:lnTo>
                  <a:pt x="4087" y="1470"/>
                </a:lnTo>
                <a:lnTo>
                  <a:pt x="4087" y="1469"/>
                </a:lnTo>
                <a:lnTo>
                  <a:pt x="4087" y="1468"/>
                </a:lnTo>
                <a:lnTo>
                  <a:pt x="4087" y="1471"/>
                </a:lnTo>
                <a:lnTo>
                  <a:pt x="4088" y="1471"/>
                </a:lnTo>
                <a:lnTo>
                  <a:pt x="4088" y="1472"/>
                </a:lnTo>
                <a:lnTo>
                  <a:pt x="4087" y="1471"/>
                </a:lnTo>
                <a:lnTo>
                  <a:pt x="4087" y="1472"/>
                </a:lnTo>
                <a:lnTo>
                  <a:pt x="4087" y="1473"/>
                </a:lnTo>
                <a:lnTo>
                  <a:pt x="4086" y="1473"/>
                </a:lnTo>
                <a:lnTo>
                  <a:pt x="4086" y="1474"/>
                </a:lnTo>
                <a:lnTo>
                  <a:pt x="4085" y="1474"/>
                </a:lnTo>
                <a:lnTo>
                  <a:pt x="4084" y="1474"/>
                </a:lnTo>
                <a:lnTo>
                  <a:pt x="4083" y="1475"/>
                </a:lnTo>
                <a:lnTo>
                  <a:pt x="4083" y="1476"/>
                </a:lnTo>
                <a:lnTo>
                  <a:pt x="4082" y="1476"/>
                </a:lnTo>
                <a:lnTo>
                  <a:pt x="4081" y="1476"/>
                </a:lnTo>
                <a:lnTo>
                  <a:pt x="4080" y="1476"/>
                </a:lnTo>
                <a:lnTo>
                  <a:pt x="4078" y="1476"/>
                </a:lnTo>
                <a:lnTo>
                  <a:pt x="4075" y="1476"/>
                </a:lnTo>
                <a:lnTo>
                  <a:pt x="4074" y="1475"/>
                </a:lnTo>
                <a:lnTo>
                  <a:pt x="4073" y="1476"/>
                </a:lnTo>
                <a:lnTo>
                  <a:pt x="4073" y="1475"/>
                </a:lnTo>
                <a:lnTo>
                  <a:pt x="4072" y="1475"/>
                </a:lnTo>
                <a:lnTo>
                  <a:pt x="4071" y="1474"/>
                </a:lnTo>
                <a:lnTo>
                  <a:pt x="4070" y="1474"/>
                </a:lnTo>
                <a:lnTo>
                  <a:pt x="4069" y="1474"/>
                </a:lnTo>
                <a:lnTo>
                  <a:pt x="4067" y="1474"/>
                </a:lnTo>
                <a:lnTo>
                  <a:pt x="4066" y="1474"/>
                </a:lnTo>
                <a:lnTo>
                  <a:pt x="4065" y="1474"/>
                </a:lnTo>
                <a:lnTo>
                  <a:pt x="4066" y="1474"/>
                </a:lnTo>
                <a:lnTo>
                  <a:pt x="4065" y="1474"/>
                </a:lnTo>
                <a:lnTo>
                  <a:pt x="4064" y="1474"/>
                </a:lnTo>
                <a:lnTo>
                  <a:pt x="4063" y="1475"/>
                </a:lnTo>
                <a:lnTo>
                  <a:pt x="4062" y="1475"/>
                </a:lnTo>
                <a:lnTo>
                  <a:pt x="4061" y="1475"/>
                </a:lnTo>
                <a:lnTo>
                  <a:pt x="4060" y="1475"/>
                </a:lnTo>
                <a:lnTo>
                  <a:pt x="4059" y="1475"/>
                </a:lnTo>
                <a:lnTo>
                  <a:pt x="4058" y="1474"/>
                </a:lnTo>
                <a:lnTo>
                  <a:pt x="4058" y="1475"/>
                </a:lnTo>
                <a:lnTo>
                  <a:pt x="4059" y="1475"/>
                </a:lnTo>
                <a:lnTo>
                  <a:pt x="4060" y="1476"/>
                </a:lnTo>
                <a:lnTo>
                  <a:pt x="4062" y="1478"/>
                </a:lnTo>
                <a:lnTo>
                  <a:pt x="4062" y="1479"/>
                </a:lnTo>
                <a:lnTo>
                  <a:pt x="4061" y="1479"/>
                </a:lnTo>
                <a:lnTo>
                  <a:pt x="4060" y="1479"/>
                </a:lnTo>
                <a:lnTo>
                  <a:pt x="4058" y="1478"/>
                </a:lnTo>
                <a:lnTo>
                  <a:pt x="4058" y="1479"/>
                </a:lnTo>
                <a:lnTo>
                  <a:pt x="4059" y="1479"/>
                </a:lnTo>
                <a:lnTo>
                  <a:pt x="4059" y="1480"/>
                </a:lnTo>
                <a:lnTo>
                  <a:pt x="4059" y="1481"/>
                </a:lnTo>
                <a:lnTo>
                  <a:pt x="4055" y="1479"/>
                </a:lnTo>
                <a:lnTo>
                  <a:pt x="4055" y="1480"/>
                </a:lnTo>
                <a:lnTo>
                  <a:pt x="4056" y="1481"/>
                </a:lnTo>
                <a:lnTo>
                  <a:pt x="4056" y="1482"/>
                </a:lnTo>
                <a:lnTo>
                  <a:pt x="4055" y="1482"/>
                </a:lnTo>
                <a:lnTo>
                  <a:pt x="4053" y="1481"/>
                </a:lnTo>
                <a:lnTo>
                  <a:pt x="4052" y="1481"/>
                </a:lnTo>
                <a:lnTo>
                  <a:pt x="4052" y="1482"/>
                </a:lnTo>
                <a:lnTo>
                  <a:pt x="4053" y="1482"/>
                </a:lnTo>
                <a:lnTo>
                  <a:pt x="4053" y="1484"/>
                </a:lnTo>
                <a:lnTo>
                  <a:pt x="4053" y="1485"/>
                </a:lnTo>
                <a:lnTo>
                  <a:pt x="4054" y="1485"/>
                </a:lnTo>
                <a:lnTo>
                  <a:pt x="4057" y="1485"/>
                </a:lnTo>
                <a:lnTo>
                  <a:pt x="4058" y="1486"/>
                </a:lnTo>
                <a:lnTo>
                  <a:pt x="4058" y="1487"/>
                </a:lnTo>
                <a:lnTo>
                  <a:pt x="4059" y="1488"/>
                </a:lnTo>
                <a:lnTo>
                  <a:pt x="4060" y="1489"/>
                </a:lnTo>
                <a:lnTo>
                  <a:pt x="4060" y="1490"/>
                </a:lnTo>
                <a:lnTo>
                  <a:pt x="4061" y="1491"/>
                </a:lnTo>
                <a:lnTo>
                  <a:pt x="4062" y="1490"/>
                </a:lnTo>
                <a:lnTo>
                  <a:pt x="4063" y="1489"/>
                </a:lnTo>
                <a:lnTo>
                  <a:pt x="4065" y="1487"/>
                </a:lnTo>
                <a:lnTo>
                  <a:pt x="4066" y="1486"/>
                </a:lnTo>
                <a:lnTo>
                  <a:pt x="4067" y="1485"/>
                </a:lnTo>
                <a:lnTo>
                  <a:pt x="4066" y="1484"/>
                </a:lnTo>
                <a:lnTo>
                  <a:pt x="4066" y="1483"/>
                </a:lnTo>
                <a:lnTo>
                  <a:pt x="4067" y="1482"/>
                </a:lnTo>
                <a:lnTo>
                  <a:pt x="4068" y="1484"/>
                </a:lnTo>
                <a:lnTo>
                  <a:pt x="4068" y="1485"/>
                </a:lnTo>
                <a:lnTo>
                  <a:pt x="4067" y="1488"/>
                </a:lnTo>
                <a:lnTo>
                  <a:pt x="4065" y="1490"/>
                </a:lnTo>
                <a:lnTo>
                  <a:pt x="4064" y="1492"/>
                </a:lnTo>
                <a:lnTo>
                  <a:pt x="4064" y="1493"/>
                </a:lnTo>
                <a:lnTo>
                  <a:pt x="4063" y="1493"/>
                </a:lnTo>
                <a:lnTo>
                  <a:pt x="4061" y="1495"/>
                </a:lnTo>
                <a:lnTo>
                  <a:pt x="4060" y="1496"/>
                </a:lnTo>
                <a:lnTo>
                  <a:pt x="4056" y="1498"/>
                </a:lnTo>
                <a:lnTo>
                  <a:pt x="4055" y="1498"/>
                </a:lnTo>
                <a:lnTo>
                  <a:pt x="4053" y="1496"/>
                </a:lnTo>
                <a:lnTo>
                  <a:pt x="4054" y="1496"/>
                </a:lnTo>
                <a:lnTo>
                  <a:pt x="4054" y="1495"/>
                </a:lnTo>
                <a:lnTo>
                  <a:pt x="4052" y="1493"/>
                </a:lnTo>
                <a:lnTo>
                  <a:pt x="4052" y="1489"/>
                </a:lnTo>
                <a:lnTo>
                  <a:pt x="4052" y="1488"/>
                </a:lnTo>
                <a:lnTo>
                  <a:pt x="4051" y="1488"/>
                </a:lnTo>
                <a:lnTo>
                  <a:pt x="4051" y="1489"/>
                </a:lnTo>
                <a:lnTo>
                  <a:pt x="4051" y="1495"/>
                </a:lnTo>
                <a:lnTo>
                  <a:pt x="4050" y="1495"/>
                </a:lnTo>
                <a:lnTo>
                  <a:pt x="4050" y="1494"/>
                </a:lnTo>
                <a:lnTo>
                  <a:pt x="4049" y="1494"/>
                </a:lnTo>
                <a:lnTo>
                  <a:pt x="4048" y="1494"/>
                </a:lnTo>
                <a:lnTo>
                  <a:pt x="4048" y="1489"/>
                </a:lnTo>
                <a:lnTo>
                  <a:pt x="4049" y="1488"/>
                </a:lnTo>
                <a:lnTo>
                  <a:pt x="4049" y="1487"/>
                </a:lnTo>
                <a:lnTo>
                  <a:pt x="4050" y="1487"/>
                </a:lnTo>
                <a:lnTo>
                  <a:pt x="4051" y="1486"/>
                </a:lnTo>
                <a:lnTo>
                  <a:pt x="4052" y="1486"/>
                </a:lnTo>
                <a:lnTo>
                  <a:pt x="4053" y="1485"/>
                </a:lnTo>
                <a:lnTo>
                  <a:pt x="4053" y="1484"/>
                </a:lnTo>
                <a:lnTo>
                  <a:pt x="4052" y="1485"/>
                </a:lnTo>
                <a:lnTo>
                  <a:pt x="4049" y="1486"/>
                </a:lnTo>
                <a:lnTo>
                  <a:pt x="4048" y="1487"/>
                </a:lnTo>
                <a:lnTo>
                  <a:pt x="4047" y="1488"/>
                </a:lnTo>
                <a:lnTo>
                  <a:pt x="4046" y="1489"/>
                </a:lnTo>
                <a:lnTo>
                  <a:pt x="4046" y="1493"/>
                </a:lnTo>
                <a:lnTo>
                  <a:pt x="4044" y="1492"/>
                </a:lnTo>
                <a:lnTo>
                  <a:pt x="4044" y="1487"/>
                </a:lnTo>
                <a:lnTo>
                  <a:pt x="4043" y="1486"/>
                </a:lnTo>
                <a:lnTo>
                  <a:pt x="4042" y="1487"/>
                </a:lnTo>
                <a:lnTo>
                  <a:pt x="4041" y="1488"/>
                </a:lnTo>
                <a:lnTo>
                  <a:pt x="4041" y="1487"/>
                </a:lnTo>
                <a:lnTo>
                  <a:pt x="4040" y="1487"/>
                </a:lnTo>
                <a:lnTo>
                  <a:pt x="4039" y="1487"/>
                </a:lnTo>
                <a:lnTo>
                  <a:pt x="4038" y="1487"/>
                </a:lnTo>
                <a:lnTo>
                  <a:pt x="4038" y="1486"/>
                </a:lnTo>
                <a:lnTo>
                  <a:pt x="4037" y="1485"/>
                </a:lnTo>
                <a:lnTo>
                  <a:pt x="4037" y="1486"/>
                </a:lnTo>
                <a:lnTo>
                  <a:pt x="4036" y="1486"/>
                </a:lnTo>
                <a:lnTo>
                  <a:pt x="4035" y="1486"/>
                </a:lnTo>
                <a:lnTo>
                  <a:pt x="4035" y="1485"/>
                </a:lnTo>
                <a:lnTo>
                  <a:pt x="4035" y="1486"/>
                </a:lnTo>
                <a:lnTo>
                  <a:pt x="4034" y="1486"/>
                </a:lnTo>
                <a:lnTo>
                  <a:pt x="4033" y="1486"/>
                </a:lnTo>
                <a:lnTo>
                  <a:pt x="4032" y="1485"/>
                </a:lnTo>
                <a:lnTo>
                  <a:pt x="4031" y="1484"/>
                </a:lnTo>
                <a:lnTo>
                  <a:pt x="4029" y="1483"/>
                </a:lnTo>
                <a:lnTo>
                  <a:pt x="4028" y="1482"/>
                </a:lnTo>
                <a:lnTo>
                  <a:pt x="4027" y="1480"/>
                </a:lnTo>
                <a:lnTo>
                  <a:pt x="4027" y="1479"/>
                </a:lnTo>
                <a:lnTo>
                  <a:pt x="4026" y="1478"/>
                </a:lnTo>
                <a:lnTo>
                  <a:pt x="4026" y="1477"/>
                </a:lnTo>
                <a:lnTo>
                  <a:pt x="4025" y="1476"/>
                </a:lnTo>
                <a:lnTo>
                  <a:pt x="4025" y="1475"/>
                </a:lnTo>
                <a:lnTo>
                  <a:pt x="4024" y="1475"/>
                </a:lnTo>
                <a:lnTo>
                  <a:pt x="4024" y="1474"/>
                </a:lnTo>
                <a:lnTo>
                  <a:pt x="4023" y="1473"/>
                </a:lnTo>
                <a:lnTo>
                  <a:pt x="4022" y="1472"/>
                </a:lnTo>
                <a:lnTo>
                  <a:pt x="4021" y="1472"/>
                </a:lnTo>
                <a:lnTo>
                  <a:pt x="4022" y="1471"/>
                </a:lnTo>
                <a:lnTo>
                  <a:pt x="4021" y="1470"/>
                </a:lnTo>
                <a:lnTo>
                  <a:pt x="4019" y="1470"/>
                </a:lnTo>
                <a:lnTo>
                  <a:pt x="4019" y="1469"/>
                </a:lnTo>
                <a:lnTo>
                  <a:pt x="4017" y="1468"/>
                </a:lnTo>
                <a:lnTo>
                  <a:pt x="4016" y="1468"/>
                </a:lnTo>
                <a:lnTo>
                  <a:pt x="4016" y="1467"/>
                </a:lnTo>
                <a:lnTo>
                  <a:pt x="4016" y="1468"/>
                </a:lnTo>
                <a:lnTo>
                  <a:pt x="4015" y="1468"/>
                </a:lnTo>
                <a:lnTo>
                  <a:pt x="4014" y="1468"/>
                </a:lnTo>
                <a:lnTo>
                  <a:pt x="4013" y="1468"/>
                </a:lnTo>
                <a:lnTo>
                  <a:pt x="4013" y="1467"/>
                </a:lnTo>
                <a:lnTo>
                  <a:pt x="4010" y="1467"/>
                </a:lnTo>
                <a:lnTo>
                  <a:pt x="4009" y="1467"/>
                </a:lnTo>
                <a:lnTo>
                  <a:pt x="4008" y="1467"/>
                </a:lnTo>
                <a:lnTo>
                  <a:pt x="4007" y="1467"/>
                </a:lnTo>
                <a:lnTo>
                  <a:pt x="4007" y="1468"/>
                </a:lnTo>
                <a:lnTo>
                  <a:pt x="4006" y="1468"/>
                </a:lnTo>
                <a:lnTo>
                  <a:pt x="4005" y="1468"/>
                </a:lnTo>
                <a:lnTo>
                  <a:pt x="4005" y="1469"/>
                </a:lnTo>
                <a:lnTo>
                  <a:pt x="4006" y="1471"/>
                </a:lnTo>
                <a:lnTo>
                  <a:pt x="4005" y="1471"/>
                </a:lnTo>
                <a:lnTo>
                  <a:pt x="4004" y="1472"/>
                </a:lnTo>
                <a:lnTo>
                  <a:pt x="4003" y="1468"/>
                </a:lnTo>
                <a:lnTo>
                  <a:pt x="4002" y="1469"/>
                </a:lnTo>
                <a:lnTo>
                  <a:pt x="3998" y="1470"/>
                </a:lnTo>
                <a:lnTo>
                  <a:pt x="3999" y="1472"/>
                </a:lnTo>
                <a:lnTo>
                  <a:pt x="3999" y="1473"/>
                </a:lnTo>
                <a:lnTo>
                  <a:pt x="3999" y="1472"/>
                </a:lnTo>
                <a:lnTo>
                  <a:pt x="3999" y="1471"/>
                </a:lnTo>
                <a:lnTo>
                  <a:pt x="3998" y="1471"/>
                </a:lnTo>
                <a:lnTo>
                  <a:pt x="3998" y="1472"/>
                </a:lnTo>
                <a:lnTo>
                  <a:pt x="3999" y="1472"/>
                </a:lnTo>
                <a:lnTo>
                  <a:pt x="3999" y="1473"/>
                </a:lnTo>
                <a:lnTo>
                  <a:pt x="3998" y="1472"/>
                </a:lnTo>
                <a:lnTo>
                  <a:pt x="3997" y="1471"/>
                </a:lnTo>
                <a:lnTo>
                  <a:pt x="3997" y="1472"/>
                </a:lnTo>
                <a:lnTo>
                  <a:pt x="3998" y="1473"/>
                </a:lnTo>
                <a:lnTo>
                  <a:pt x="3997" y="1473"/>
                </a:lnTo>
                <a:lnTo>
                  <a:pt x="3997" y="1472"/>
                </a:lnTo>
                <a:lnTo>
                  <a:pt x="3996" y="1471"/>
                </a:lnTo>
                <a:lnTo>
                  <a:pt x="3995" y="1472"/>
                </a:lnTo>
                <a:lnTo>
                  <a:pt x="3994" y="1472"/>
                </a:lnTo>
                <a:lnTo>
                  <a:pt x="3994" y="1473"/>
                </a:lnTo>
                <a:lnTo>
                  <a:pt x="3995" y="1473"/>
                </a:lnTo>
                <a:lnTo>
                  <a:pt x="3994" y="1473"/>
                </a:lnTo>
                <a:lnTo>
                  <a:pt x="3994" y="1474"/>
                </a:lnTo>
                <a:lnTo>
                  <a:pt x="3993" y="1475"/>
                </a:lnTo>
                <a:lnTo>
                  <a:pt x="3992" y="1475"/>
                </a:lnTo>
                <a:lnTo>
                  <a:pt x="3991" y="1475"/>
                </a:lnTo>
                <a:lnTo>
                  <a:pt x="3991" y="1476"/>
                </a:lnTo>
                <a:lnTo>
                  <a:pt x="3992" y="1477"/>
                </a:lnTo>
                <a:lnTo>
                  <a:pt x="3996" y="1479"/>
                </a:lnTo>
                <a:lnTo>
                  <a:pt x="3995" y="1480"/>
                </a:lnTo>
                <a:lnTo>
                  <a:pt x="3994" y="1482"/>
                </a:lnTo>
                <a:lnTo>
                  <a:pt x="3993" y="1482"/>
                </a:lnTo>
                <a:lnTo>
                  <a:pt x="3992" y="1482"/>
                </a:lnTo>
                <a:lnTo>
                  <a:pt x="3991" y="1481"/>
                </a:lnTo>
                <a:lnTo>
                  <a:pt x="3988" y="1480"/>
                </a:lnTo>
                <a:lnTo>
                  <a:pt x="3987" y="1480"/>
                </a:lnTo>
                <a:lnTo>
                  <a:pt x="3986" y="1480"/>
                </a:lnTo>
                <a:lnTo>
                  <a:pt x="3985" y="1480"/>
                </a:lnTo>
                <a:lnTo>
                  <a:pt x="3985" y="1481"/>
                </a:lnTo>
                <a:lnTo>
                  <a:pt x="3986" y="1481"/>
                </a:lnTo>
                <a:lnTo>
                  <a:pt x="3986" y="1482"/>
                </a:lnTo>
                <a:lnTo>
                  <a:pt x="3988" y="1482"/>
                </a:lnTo>
                <a:lnTo>
                  <a:pt x="3990" y="1483"/>
                </a:lnTo>
                <a:lnTo>
                  <a:pt x="3993" y="1484"/>
                </a:lnTo>
                <a:lnTo>
                  <a:pt x="3994" y="1488"/>
                </a:lnTo>
                <a:lnTo>
                  <a:pt x="3995" y="1489"/>
                </a:lnTo>
                <a:lnTo>
                  <a:pt x="3995" y="1490"/>
                </a:lnTo>
                <a:lnTo>
                  <a:pt x="3994" y="1491"/>
                </a:lnTo>
                <a:lnTo>
                  <a:pt x="3994" y="1492"/>
                </a:lnTo>
                <a:lnTo>
                  <a:pt x="3995" y="1493"/>
                </a:lnTo>
                <a:lnTo>
                  <a:pt x="3994" y="1492"/>
                </a:lnTo>
                <a:lnTo>
                  <a:pt x="3993" y="1492"/>
                </a:lnTo>
                <a:lnTo>
                  <a:pt x="3991" y="1491"/>
                </a:lnTo>
                <a:lnTo>
                  <a:pt x="3991" y="1490"/>
                </a:lnTo>
                <a:lnTo>
                  <a:pt x="3991" y="1489"/>
                </a:lnTo>
                <a:lnTo>
                  <a:pt x="3990" y="1485"/>
                </a:lnTo>
                <a:lnTo>
                  <a:pt x="3989" y="1485"/>
                </a:lnTo>
                <a:lnTo>
                  <a:pt x="3988" y="1485"/>
                </a:lnTo>
                <a:lnTo>
                  <a:pt x="3989" y="1485"/>
                </a:lnTo>
                <a:lnTo>
                  <a:pt x="3989" y="1486"/>
                </a:lnTo>
                <a:lnTo>
                  <a:pt x="3989" y="1487"/>
                </a:lnTo>
                <a:lnTo>
                  <a:pt x="3989" y="1488"/>
                </a:lnTo>
                <a:lnTo>
                  <a:pt x="3990" y="1489"/>
                </a:lnTo>
                <a:lnTo>
                  <a:pt x="3990" y="1490"/>
                </a:lnTo>
                <a:lnTo>
                  <a:pt x="3990" y="1491"/>
                </a:lnTo>
                <a:lnTo>
                  <a:pt x="3991" y="1492"/>
                </a:lnTo>
                <a:lnTo>
                  <a:pt x="3991" y="1493"/>
                </a:lnTo>
                <a:lnTo>
                  <a:pt x="3990" y="1492"/>
                </a:lnTo>
                <a:lnTo>
                  <a:pt x="3989" y="1492"/>
                </a:lnTo>
                <a:lnTo>
                  <a:pt x="3988" y="1492"/>
                </a:lnTo>
                <a:lnTo>
                  <a:pt x="3988" y="1491"/>
                </a:lnTo>
                <a:lnTo>
                  <a:pt x="3987" y="1491"/>
                </a:lnTo>
                <a:lnTo>
                  <a:pt x="3986" y="1491"/>
                </a:lnTo>
                <a:lnTo>
                  <a:pt x="3985" y="1491"/>
                </a:lnTo>
                <a:lnTo>
                  <a:pt x="3985" y="1490"/>
                </a:lnTo>
                <a:lnTo>
                  <a:pt x="3984" y="1491"/>
                </a:lnTo>
                <a:lnTo>
                  <a:pt x="3985" y="1491"/>
                </a:lnTo>
                <a:lnTo>
                  <a:pt x="3985" y="1492"/>
                </a:lnTo>
                <a:lnTo>
                  <a:pt x="3987" y="1492"/>
                </a:lnTo>
                <a:lnTo>
                  <a:pt x="3988" y="1492"/>
                </a:lnTo>
                <a:lnTo>
                  <a:pt x="3988" y="1493"/>
                </a:lnTo>
                <a:lnTo>
                  <a:pt x="3989" y="1493"/>
                </a:lnTo>
                <a:lnTo>
                  <a:pt x="3990" y="1493"/>
                </a:lnTo>
                <a:lnTo>
                  <a:pt x="3991" y="1493"/>
                </a:lnTo>
                <a:lnTo>
                  <a:pt x="3992" y="1493"/>
                </a:lnTo>
                <a:lnTo>
                  <a:pt x="3993" y="1494"/>
                </a:lnTo>
                <a:lnTo>
                  <a:pt x="3996" y="1495"/>
                </a:lnTo>
                <a:lnTo>
                  <a:pt x="3999" y="1495"/>
                </a:lnTo>
                <a:lnTo>
                  <a:pt x="3999" y="1496"/>
                </a:lnTo>
                <a:lnTo>
                  <a:pt x="3999" y="1497"/>
                </a:lnTo>
                <a:lnTo>
                  <a:pt x="3994" y="1496"/>
                </a:lnTo>
                <a:lnTo>
                  <a:pt x="3988" y="1494"/>
                </a:lnTo>
                <a:lnTo>
                  <a:pt x="3987" y="1494"/>
                </a:lnTo>
                <a:lnTo>
                  <a:pt x="3986" y="1494"/>
                </a:lnTo>
                <a:lnTo>
                  <a:pt x="3985" y="1493"/>
                </a:lnTo>
                <a:lnTo>
                  <a:pt x="3984" y="1492"/>
                </a:lnTo>
                <a:lnTo>
                  <a:pt x="3984" y="1491"/>
                </a:lnTo>
                <a:lnTo>
                  <a:pt x="3984" y="1492"/>
                </a:lnTo>
                <a:lnTo>
                  <a:pt x="3984" y="1493"/>
                </a:lnTo>
                <a:lnTo>
                  <a:pt x="3985" y="1493"/>
                </a:lnTo>
                <a:lnTo>
                  <a:pt x="3985" y="1494"/>
                </a:lnTo>
                <a:lnTo>
                  <a:pt x="3986" y="1494"/>
                </a:lnTo>
                <a:lnTo>
                  <a:pt x="3986" y="1495"/>
                </a:lnTo>
                <a:lnTo>
                  <a:pt x="3988" y="1495"/>
                </a:lnTo>
                <a:lnTo>
                  <a:pt x="3989" y="1495"/>
                </a:lnTo>
                <a:lnTo>
                  <a:pt x="3989" y="1497"/>
                </a:lnTo>
                <a:lnTo>
                  <a:pt x="3990" y="1498"/>
                </a:lnTo>
                <a:lnTo>
                  <a:pt x="3991" y="1496"/>
                </a:lnTo>
                <a:lnTo>
                  <a:pt x="3994" y="1497"/>
                </a:lnTo>
                <a:lnTo>
                  <a:pt x="3993" y="1499"/>
                </a:lnTo>
                <a:lnTo>
                  <a:pt x="3994" y="1499"/>
                </a:lnTo>
                <a:lnTo>
                  <a:pt x="3995" y="1497"/>
                </a:lnTo>
                <a:lnTo>
                  <a:pt x="3997" y="1498"/>
                </a:lnTo>
                <a:lnTo>
                  <a:pt x="3996" y="1501"/>
                </a:lnTo>
                <a:lnTo>
                  <a:pt x="3995" y="1502"/>
                </a:lnTo>
                <a:lnTo>
                  <a:pt x="3996" y="1503"/>
                </a:lnTo>
                <a:lnTo>
                  <a:pt x="3995" y="1504"/>
                </a:lnTo>
                <a:lnTo>
                  <a:pt x="3993" y="1503"/>
                </a:lnTo>
                <a:lnTo>
                  <a:pt x="3993" y="1502"/>
                </a:lnTo>
                <a:lnTo>
                  <a:pt x="3992" y="1502"/>
                </a:lnTo>
                <a:lnTo>
                  <a:pt x="3990" y="1502"/>
                </a:lnTo>
                <a:lnTo>
                  <a:pt x="3986" y="1500"/>
                </a:lnTo>
                <a:lnTo>
                  <a:pt x="3986" y="1501"/>
                </a:lnTo>
                <a:lnTo>
                  <a:pt x="3985" y="1501"/>
                </a:lnTo>
                <a:lnTo>
                  <a:pt x="3984" y="1501"/>
                </a:lnTo>
                <a:lnTo>
                  <a:pt x="3983" y="1501"/>
                </a:lnTo>
                <a:lnTo>
                  <a:pt x="3982" y="1500"/>
                </a:lnTo>
                <a:lnTo>
                  <a:pt x="3981" y="1501"/>
                </a:lnTo>
                <a:lnTo>
                  <a:pt x="3982" y="1501"/>
                </a:lnTo>
                <a:lnTo>
                  <a:pt x="3983" y="1501"/>
                </a:lnTo>
                <a:lnTo>
                  <a:pt x="3984" y="1502"/>
                </a:lnTo>
                <a:lnTo>
                  <a:pt x="3986" y="1502"/>
                </a:lnTo>
                <a:lnTo>
                  <a:pt x="3988" y="1503"/>
                </a:lnTo>
                <a:lnTo>
                  <a:pt x="3987" y="1505"/>
                </a:lnTo>
                <a:lnTo>
                  <a:pt x="3986" y="1504"/>
                </a:lnTo>
                <a:lnTo>
                  <a:pt x="3982" y="1503"/>
                </a:lnTo>
                <a:lnTo>
                  <a:pt x="3982" y="1504"/>
                </a:lnTo>
                <a:lnTo>
                  <a:pt x="3986" y="1506"/>
                </a:lnTo>
                <a:lnTo>
                  <a:pt x="3987" y="1506"/>
                </a:lnTo>
                <a:lnTo>
                  <a:pt x="3986" y="1507"/>
                </a:lnTo>
                <a:lnTo>
                  <a:pt x="3983" y="1507"/>
                </a:lnTo>
                <a:lnTo>
                  <a:pt x="3980" y="1506"/>
                </a:lnTo>
                <a:lnTo>
                  <a:pt x="3979" y="1506"/>
                </a:lnTo>
                <a:lnTo>
                  <a:pt x="3978" y="1505"/>
                </a:lnTo>
                <a:lnTo>
                  <a:pt x="3977" y="1505"/>
                </a:lnTo>
                <a:lnTo>
                  <a:pt x="3977" y="1506"/>
                </a:lnTo>
                <a:lnTo>
                  <a:pt x="3976" y="1506"/>
                </a:lnTo>
                <a:lnTo>
                  <a:pt x="3975" y="1508"/>
                </a:lnTo>
                <a:lnTo>
                  <a:pt x="3974" y="1508"/>
                </a:lnTo>
                <a:lnTo>
                  <a:pt x="3974" y="1509"/>
                </a:lnTo>
                <a:lnTo>
                  <a:pt x="3973" y="1510"/>
                </a:lnTo>
                <a:lnTo>
                  <a:pt x="3973" y="1511"/>
                </a:lnTo>
                <a:lnTo>
                  <a:pt x="3973" y="1512"/>
                </a:lnTo>
                <a:lnTo>
                  <a:pt x="3973" y="1513"/>
                </a:lnTo>
                <a:lnTo>
                  <a:pt x="3974" y="1513"/>
                </a:lnTo>
                <a:lnTo>
                  <a:pt x="3974" y="1514"/>
                </a:lnTo>
                <a:lnTo>
                  <a:pt x="3973" y="1514"/>
                </a:lnTo>
                <a:lnTo>
                  <a:pt x="3974" y="1515"/>
                </a:lnTo>
                <a:lnTo>
                  <a:pt x="3975" y="1515"/>
                </a:lnTo>
                <a:lnTo>
                  <a:pt x="3975" y="1519"/>
                </a:lnTo>
                <a:lnTo>
                  <a:pt x="3976" y="1519"/>
                </a:lnTo>
                <a:lnTo>
                  <a:pt x="3976" y="1516"/>
                </a:lnTo>
                <a:lnTo>
                  <a:pt x="3978" y="1515"/>
                </a:lnTo>
                <a:lnTo>
                  <a:pt x="3982" y="1515"/>
                </a:lnTo>
                <a:lnTo>
                  <a:pt x="3982" y="1518"/>
                </a:lnTo>
                <a:lnTo>
                  <a:pt x="3984" y="1518"/>
                </a:lnTo>
                <a:lnTo>
                  <a:pt x="3984" y="1515"/>
                </a:lnTo>
                <a:lnTo>
                  <a:pt x="3985" y="1515"/>
                </a:lnTo>
                <a:lnTo>
                  <a:pt x="3985" y="1524"/>
                </a:lnTo>
                <a:lnTo>
                  <a:pt x="3975" y="1524"/>
                </a:lnTo>
                <a:lnTo>
                  <a:pt x="3975" y="1523"/>
                </a:lnTo>
                <a:lnTo>
                  <a:pt x="3972" y="1523"/>
                </a:lnTo>
                <a:lnTo>
                  <a:pt x="3972" y="1524"/>
                </a:lnTo>
                <a:lnTo>
                  <a:pt x="3972" y="1525"/>
                </a:lnTo>
                <a:lnTo>
                  <a:pt x="3973" y="1525"/>
                </a:lnTo>
                <a:lnTo>
                  <a:pt x="3973" y="1527"/>
                </a:lnTo>
                <a:lnTo>
                  <a:pt x="3974" y="1527"/>
                </a:lnTo>
                <a:lnTo>
                  <a:pt x="3974" y="1528"/>
                </a:lnTo>
                <a:lnTo>
                  <a:pt x="3974" y="1529"/>
                </a:lnTo>
                <a:lnTo>
                  <a:pt x="3972" y="1529"/>
                </a:lnTo>
                <a:lnTo>
                  <a:pt x="3973" y="1529"/>
                </a:lnTo>
                <a:lnTo>
                  <a:pt x="3973" y="1530"/>
                </a:lnTo>
                <a:lnTo>
                  <a:pt x="3973" y="1531"/>
                </a:lnTo>
                <a:lnTo>
                  <a:pt x="3973" y="1532"/>
                </a:lnTo>
                <a:lnTo>
                  <a:pt x="3974" y="1533"/>
                </a:lnTo>
                <a:lnTo>
                  <a:pt x="3974" y="1534"/>
                </a:lnTo>
                <a:lnTo>
                  <a:pt x="3974" y="1535"/>
                </a:lnTo>
                <a:lnTo>
                  <a:pt x="3975" y="1536"/>
                </a:lnTo>
                <a:lnTo>
                  <a:pt x="3975" y="1537"/>
                </a:lnTo>
                <a:lnTo>
                  <a:pt x="3976" y="1539"/>
                </a:lnTo>
                <a:lnTo>
                  <a:pt x="3977" y="1540"/>
                </a:lnTo>
                <a:lnTo>
                  <a:pt x="3977" y="1541"/>
                </a:lnTo>
                <a:lnTo>
                  <a:pt x="3977" y="1542"/>
                </a:lnTo>
                <a:lnTo>
                  <a:pt x="3978" y="1543"/>
                </a:lnTo>
                <a:lnTo>
                  <a:pt x="3979" y="1544"/>
                </a:lnTo>
                <a:lnTo>
                  <a:pt x="3979" y="1545"/>
                </a:lnTo>
                <a:lnTo>
                  <a:pt x="3980" y="1546"/>
                </a:lnTo>
                <a:lnTo>
                  <a:pt x="3981" y="1547"/>
                </a:lnTo>
                <a:lnTo>
                  <a:pt x="3981" y="1548"/>
                </a:lnTo>
                <a:lnTo>
                  <a:pt x="3981" y="1549"/>
                </a:lnTo>
                <a:lnTo>
                  <a:pt x="3983" y="1551"/>
                </a:lnTo>
                <a:lnTo>
                  <a:pt x="3983" y="1552"/>
                </a:lnTo>
                <a:lnTo>
                  <a:pt x="3984" y="1553"/>
                </a:lnTo>
                <a:lnTo>
                  <a:pt x="3985" y="1554"/>
                </a:lnTo>
                <a:lnTo>
                  <a:pt x="3985" y="1555"/>
                </a:lnTo>
                <a:lnTo>
                  <a:pt x="3986" y="1556"/>
                </a:lnTo>
                <a:lnTo>
                  <a:pt x="3987" y="1557"/>
                </a:lnTo>
                <a:lnTo>
                  <a:pt x="3988" y="1557"/>
                </a:lnTo>
                <a:lnTo>
                  <a:pt x="3988" y="1558"/>
                </a:lnTo>
                <a:lnTo>
                  <a:pt x="3989" y="1559"/>
                </a:lnTo>
                <a:lnTo>
                  <a:pt x="3989" y="1558"/>
                </a:lnTo>
                <a:lnTo>
                  <a:pt x="3989" y="1557"/>
                </a:lnTo>
                <a:lnTo>
                  <a:pt x="3990" y="1557"/>
                </a:lnTo>
                <a:lnTo>
                  <a:pt x="3990" y="1556"/>
                </a:lnTo>
                <a:lnTo>
                  <a:pt x="3991" y="1557"/>
                </a:lnTo>
                <a:lnTo>
                  <a:pt x="3992" y="1556"/>
                </a:lnTo>
                <a:lnTo>
                  <a:pt x="3993" y="1557"/>
                </a:lnTo>
                <a:lnTo>
                  <a:pt x="3995" y="1555"/>
                </a:lnTo>
                <a:lnTo>
                  <a:pt x="3996" y="1556"/>
                </a:lnTo>
                <a:lnTo>
                  <a:pt x="3997" y="1556"/>
                </a:lnTo>
                <a:lnTo>
                  <a:pt x="3994" y="1558"/>
                </a:lnTo>
                <a:lnTo>
                  <a:pt x="3995" y="1559"/>
                </a:lnTo>
                <a:lnTo>
                  <a:pt x="3999" y="1556"/>
                </a:lnTo>
                <a:lnTo>
                  <a:pt x="4002" y="1555"/>
                </a:lnTo>
                <a:lnTo>
                  <a:pt x="4004" y="1554"/>
                </a:lnTo>
                <a:lnTo>
                  <a:pt x="4005" y="1555"/>
                </a:lnTo>
                <a:lnTo>
                  <a:pt x="4003" y="1556"/>
                </a:lnTo>
                <a:lnTo>
                  <a:pt x="4003" y="1557"/>
                </a:lnTo>
                <a:lnTo>
                  <a:pt x="4002" y="1557"/>
                </a:lnTo>
                <a:lnTo>
                  <a:pt x="4001" y="1558"/>
                </a:lnTo>
                <a:lnTo>
                  <a:pt x="4000" y="1558"/>
                </a:lnTo>
                <a:lnTo>
                  <a:pt x="3999" y="1558"/>
                </a:lnTo>
                <a:lnTo>
                  <a:pt x="3998" y="1558"/>
                </a:lnTo>
                <a:lnTo>
                  <a:pt x="3998" y="1559"/>
                </a:lnTo>
                <a:lnTo>
                  <a:pt x="3999" y="1560"/>
                </a:lnTo>
                <a:lnTo>
                  <a:pt x="4000" y="1559"/>
                </a:lnTo>
                <a:lnTo>
                  <a:pt x="4000" y="1560"/>
                </a:lnTo>
                <a:lnTo>
                  <a:pt x="4001" y="1559"/>
                </a:lnTo>
                <a:lnTo>
                  <a:pt x="4001" y="1560"/>
                </a:lnTo>
                <a:lnTo>
                  <a:pt x="4000" y="1561"/>
                </a:lnTo>
                <a:lnTo>
                  <a:pt x="3996" y="1563"/>
                </a:lnTo>
                <a:lnTo>
                  <a:pt x="3996" y="1564"/>
                </a:lnTo>
                <a:lnTo>
                  <a:pt x="3997" y="1564"/>
                </a:lnTo>
                <a:lnTo>
                  <a:pt x="3996" y="1565"/>
                </a:lnTo>
                <a:lnTo>
                  <a:pt x="3997" y="1565"/>
                </a:lnTo>
                <a:lnTo>
                  <a:pt x="3998" y="1565"/>
                </a:lnTo>
                <a:lnTo>
                  <a:pt x="3999" y="1566"/>
                </a:lnTo>
                <a:lnTo>
                  <a:pt x="3999" y="1567"/>
                </a:lnTo>
                <a:lnTo>
                  <a:pt x="4000" y="1567"/>
                </a:lnTo>
                <a:lnTo>
                  <a:pt x="4000" y="1566"/>
                </a:lnTo>
                <a:lnTo>
                  <a:pt x="4001" y="1567"/>
                </a:lnTo>
                <a:lnTo>
                  <a:pt x="4002" y="1567"/>
                </a:lnTo>
                <a:lnTo>
                  <a:pt x="4003" y="1567"/>
                </a:lnTo>
                <a:lnTo>
                  <a:pt x="4003" y="1568"/>
                </a:lnTo>
                <a:lnTo>
                  <a:pt x="4004" y="1568"/>
                </a:lnTo>
                <a:lnTo>
                  <a:pt x="4005" y="1568"/>
                </a:lnTo>
                <a:lnTo>
                  <a:pt x="4006" y="1569"/>
                </a:lnTo>
                <a:lnTo>
                  <a:pt x="4006" y="1570"/>
                </a:lnTo>
                <a:lnTo>
                  <a:pt x="4007" y="1571"/>
                </a:lnTo>
                <a:lnTo>
                  <a:pt x="4007" y="1572"/>
                </a:lnTo>
                <a:lnTo>
                  <a:pt x="4008" y="1573"/>
                </a:lnTo>
                <a:lnTo>
                  <a:pt x="4009" y="1572"/>
                </a:lnTo>
                <a:lnTo>
                  <a:pt x="4010" y="1572"/>
                </a:lnTo>
                <a:lnTo>
                  <a:pt x="4011" y="1572"/>
                </a:lnTo>
                <a:lnTo>
                  <a:pt x="4014" y="1573"/>
                </a:lnTo>
                <a:lnTo>
                  <a:pt x="4013" y="1574"/>
                </a:lnTo>
                <a:lnTo>
                  <a:pt x="4014" y="1574"/>
                </a:lnTo>
                <a:lnTo>
                  <a:pt x="4015" y="1574"/>
                </a:lnTo>
                <a:lnTo>
                  <a:pt x="4015" y="1575"/>
                </a:lnTo>
                <a:lnTo>
                  <a:pt x="4016" y="1575"/>
                </a:lnTo>
                <a:lnTo>
                  <a:pt x="4017" y="1575"/>
                </a:lnTo>
                <a:lnTo>
                  <a:pt x="4017" y="1576"/>
                </a:lnTo>
                <a:lnTo>
                  <a:pt x="4016" y="1576"/>
                </a:lnTo>
                <a:lnTo>
                  <a:pt x="4016" y="1577"/>
                </a:lnTo>
                <a:lnTo>
                  <a:pt x="4016" y="1578"/>
                </a:lnTo>
                <a:lnTo>
                  <a:pt x="4019" y="1578"/>
                </a:lnTo>
                <a:lnTo>
                  <a:pt x="4019" y="1577"/>
                </a:lnTo>
                <a:lnTo>
                  <a:pt x="4019" y="1578"/>
                </a:lnTo>
                <a:lnTo>
                  <a:pt x="4019" y="1577"/>
                </a:lnTo>
                <a:lnTo>
                  <a:pt x="4021" y="1577"/>
                </a:lnTo>
                <a:lnTo>
                  <a:pt x="4022" y="1577"/>
                </a:lnTo>
                <a:lnTo>
                  <a:pt x="4023" y="1578"/>
                </a:lnTo>
                <a:lnTo>
                  <a:pt x="4024" y="1578"/>
                </a:lnTo>
                <a:lnTo>
                  <a:pt x="4025" y="1578"/>
                </a:lnTo>
                <a:lnTo>
                  <a:pt x="4027" y="1578"/>
                </a:lnTo>
                <a:lnTo>
                  <a:pt x="4028" y="1578"/>
                </a:lnTo>
                <a:lnTo>
                  <a:pt x="4029" y="1578"/>
                </a:lnTo>
                <a:lnTo>
                  <a:pt x="4030" y="1578"/>
                </a:lnTo>
                <a:lnTo>
                  <a:pt x="4031" y="1579"/>
                </a:lnTo>
                <a:lnTo>
                  <a:pt x="4032" y="1579"/>
                </a:lnTo>
                <a:lnTo>
                  <a:pt x="4033" y="1579"/>
                </a:lnTo>
                <a:lnTo>
                  <a:pt x="4033" y="1580"/>
                </a:lnTo>
                <a:lnTo>
                  <a:pt x="4034" y="1580"/>
                </a:lnTo>
                <a:lnTo>
                  <a:pt x="4034" y="1579"/>
                </a:lnTo>
                <a:lnTo>
                  <a:pt x="4035" y="1580"/>
                </a:lnTo>
                <a:lnTo>
                  <a:pt x="4036" y="1580"/>
                </a:lnTo>
                <a:lnTo>
                  <a:pt x="4037" y="1580"/>
                </a:lnTo>
                <a:lnTo>
                  <a:pt x="4037" y="1581"/>
                </a:lnTo>
                <a:lnTo>
                  <a:pt x="4037" y="1580"/>
                </a:lnTo>
                <a:lnTo>
                  <a:pt x="4038" y="1580"/>
                </a:lnTo>
                <a:lnTo>
                  <a:pt x="4039" y="1580"/>
                </a:lnTo>
                <a:lnTo>
                  <a:pt x="4039" y="1581"/>
                </a:lnTo>
                <a:lnTo>
                  <a:pt x="4038" y="1581"/>
                </a:lnTo>
                <a:lnTo>
                  <a:pt x="4040" y="1581"/>
                </a:lnTo>
                <a:lnTo>
                  <a:pt x="4041" y="1581"/>
                </a:lnTo>
                <a:lnTo>
                  <a:pt x="4041" y="1582"/>
                </a:lnTo>
                <a:lnTo>
                  <a:pt x="4041" y="1583"/>
                </a:lnTo>
                <a:lnTo>
                  <a:pt x="4041" y="1584"/>
                </a:lnTo>
                <a:lnTo>
                  <a:pt x="4041" y="1583"/>
                </a:lnTo>
                <a:lnTo>
                  <a:pt x="4041" y="1581"/>
                </a:lnTo>
                <a:lnTo>
                  <a:pt x="4048" y="1581"/>
                </a:lnTo>
                <a:lnTo>
                  <a:pt x="4048" y="1582"/>
                </a:lnTo>
                <a:lnTo>
                  <a:pt x="4047" y="1582"/>
                </a:lnTo>
                <a:lnTo>
                  <a:pt x="4047" y="1583"/>
                </a:lnTo>
                <a:lnTo>
                  <a:pt x="4046" y="1583"/>
                </a:lnTo>
                <a:lnTo>
                  <a:pt x="4046" y="1584"/>
                </a:lnTo>
                <a:lnTo>
                  <a:pt x="4047" y="1584"/>
                </a:lnTo>
                <a:lnTo>
                  <a:pt x="4047" y="1585"/>
                </a:lnTo>
                <a:lnTo>
                  <a:pt x="4047" y="1584"/>
                </a:lnTo>
                <a:lnTo>
                  <a:pt x="4048" y="1583"/>
                </a:lnTo>
                <a:lnTo>
                  <a:pt x="4048" y="1582"/>
                </a:lnTo>
                <a:lnTo>
                  <a:pt x="4049" y="1582"/>
                </a:lnTo>
                <a:lnTo>
                  <a:pt x="4050" y="1582"/>
                </a:lnTo>
                <a:lnTo>
                  <a:pt x="4052" y="1582"/>
                </a:lnTo>
                <a:lnTo>
                  <a:pt x="4053" y="1582"/>
                </a:lnTo>
                <a:lnTo>
                  <a:pt x="4054" y="1582"/>
                </a:lnTo>
                <a:lnTo>
                  <a:pt x="4055" y="1583"/>
                </a:lnTo>
                <a:lnTo>
                  <a:pt x="4056" y="1583"/>
                </a:lnTo>
                <a:lnTo>
                  <a:pt x="4056" y="1585"/>
                </a:lnTo>
                <a:lnTo>
                  <a:pt x="4056" y="1586"/>
                </a:lnTo>
                <a:lnTo>
                  <a:pt x="4056" y="1587"/>
                </a:lnTo>
                <a:lnTo>
                  <a:pt x="4057" y="1587"/>
                </a:lnTo>
                <a:lnTo>
                  <a:pt x="4058" y="1588"/>
                </a:lnTo>
                <a:lnTo>
                  <a:pt x="4059" y="1587"/>
                </a:lnTo>
                <a:lnTo>
                  <a:pt x="4060" y="1587"/>
                </a:lnTo>
                <a:lnTo>
                  <a:pt x="4061" y="1588"/>
                </a:lnTo>
                <a:lnTo>
                  <a:pt x="4063" y="1588"/>
                </a:lnTo>
                <a:lnTo>
                  <a:pt x="4064" y="1588"/>
                </a:lnTo>
                <a:lnTo>
                  <a:pt x="4065" y="1588"/>
                </a:lnTo>
                <a:lnTo>
                  <a:pt x="4065" y="1587"/>
                </a:lnTo>
                <a:lnTo>
                  <a:pt x="4064" y="1587"/>
                </a:lnTo>
                <a:lnTo>
                  <a:pt x="4064" y="1586"/>
                </a:lnTo>
                <a:lnTo>
                  <a:pt x="4064" y="1585"/>
                </a:lnTo>
                <a:lnTo>
                  <a:pt x="4064" y="1584"/>
                </a:lnTo>
                <a:lnTo>
                  <a:pt x="4065" y="1583"/>
                </a:lnTo>
                <a:lnTo>
                  <a:pt x="4066" y="1584"/>
                </a:lnTo>
                <a:lnTo>
                  <a:pt x="4067" y="1584"/>
                </a:lnTo>
                <a:lnTo>
                  <a:pt x="4067" y="1583"/>
                </a:lnTo>
                <a:lnTo>
                  <a:pt x="4068" y="1583"/>
                </a:lnTo>
                <a:lnTo>
                  <a:pt x="4068" y="1582"/>
                </a:lnTo>
                <a:lnTo>
                  <a:pt x="4067" y="1582"/>
                </a:lnTo>
                <a:lnTo>
                  <a:pt x="4067" y="1581"/>
                </a:lnTo>
                <a:lnTo>
                  <a:pt x="4068" y="1581"/>
                </a:lnTo>
                <a:lnTo>
                  <a:pt x="4069" y="1580"/>
                </a:lnTo>
                <a:lnTo>
                  <a:pt x="4070" y="1580"/>
                </a:lnTo>
                <a:lnTo>
                  <a:pt x="4070" y="1582"/>
                </a:lnTo>
                <a:lnTo>
                  <a:pt x="4071" y="1582"/>
                </a:lnTo>
                <a:lnTo>
                  <a:pt x="4072" y="1581"/>
                </a:lnTo>
                <a:lnTo>
                  <a:pt x="4073" y="1581"/>
                </a:lnTo>
                <a:lnTo>
                  <a:pt x="4073" y="1582"/>
                </a:lnTo>
                <a:lnTo>
                  <a:pt x="4072" y="1582"/>
                </a:lnTo>
                <a:lnTo>
                  <a:pt x="4073" y="1582"/>
                </a:lnTo>
                <a:lnTo>
                  <a:pt x="4074" y="1582"/>
                </a:lnTo>
                <a:lnTo>
                  <a:pt x="4074" y="1583"/>
                </a:lnTo>
                <a:lnTo>
                  <a:pt x="4075" y="1583"/>
                </a:lnTo>
                <a:lnTo>
                  <a:pt x="4075" y="1584"/>
                </a:lnTo>
                <a:lnTo>
                  <a:pt x="4076" y="1584"/>
                </a:lnTo>
                <a:lnTo>
                  <a:pt x="4077" y="1584"/>
                </a:lnTo>
                <a:lnTo>
                  <a:pt x="4078" y="1584"/>
                </a:lnTo>
                <a:lnTo>
                  <a:pt x="4079" y="1584"/>
                </a:lnTo>
                <a:lnTo>
                  <a:pt x="4080" y="1584"/>
                </a:lnTo>
                <a:lnTo>
                  <a:pt x="4081" y="1584"/>
                </a:lnTo>
                <a:lnTo>
                  <a:pt x="4082" y="1584"/>
                </a:lnTo>
                <a:lnTo>
                  <a:pt x="4083" y="1583"/>
                </a:lnTo>
                <a:lnTo>
                  <a:pt x="4083" y="1581"/>
                </a:lnTo>
                <a:lnTo>
                  <a:pt x="4082" y="1581"/>
                </a:lnTo>
                <a:lnTo>
                  <a:pt x="4082" y="1580"/>
                </a:lnTo>
                <a:lnTo>
                  <a:pt x="4083" y="1580"/>
                </a:lnTo>
                <a:lnTo>
                  <a:pt x="4083" y="1579"/>
                </a:lnTo>
                <a:lnTo>
                  <a:pt x="4082" y="1578"/>
                </a:lnTo>
                <a:lnTo>
                  <a:pt x="4082" y="1577"/>
                </a:lnTo>
                <a:lnTo>
                  <a:pt x="4084" y="1577"/>
                </a:lnTo>
                <a:lnTo>
                  <a:pt x="4086" y="1577"/>
                </a:lnTo>
                <a:lnTo>
                  <a:pt x="4086" y="1580"/>
                </a:lnTo>
                <a:lnTo>
                  <a:pt x="4087" y="1580"/>
                </a:lnTo>
                <a:lnTo>
                  <a:pt x="4089" y="1580"/>
                </a:lnTo>
                <a:lnTo>
                  <a:pt x="4089" y="1579"/>
                </a:lnTo>
                <a:lnTo>
                  <a:pt x="4090" y="1578"/>
                </a:lnTo>
                <a:lnTo>
                  <a:pt x="4090" y="1579"/>
                </a:lnTo>
                <a:lnTo>
                  <a:pt x="4096" y="1582"/>
                </a:lnTo>
                <a:lnTo>
                  <a:pt x="4096" y="1583"/>
                </a:lnTo>
                <a:lnTo>
                  <a:pt x="4094" y="1584"/>
                </a:lnTo>
                <a:lnTo>
                  <a:pt x="4095" y="1584"/>
                </a:lnTo>
                <a:lnTo>
                  <a:pt x="4096" y="1584"/>
                </a:lnTo>
                <a:lnTo>
                  <a:pt x="4097" y="1584"/>
                </a:lnTo>
                <a:lnTo>
                  <a:pt x="4097" y="1585"/>
                </a:lnTo>
                <a:lnTo>
                  <a:pt x="4097" y="1586"/>
                </a:lnTo>
                <a:lnTo>
                  <a:pt x="4097" y="1587"/>
                </a:lnTo>
                <a:lnTo>
                  <a:pt x="4098" y="1587"/>
                </a:lnTo>
                <a:lnTo>
                  <a:pt x="4098" y="1588"/>
                </a:lnTo>
                <a:lnTo>
                  <a:pt x="4098" y="1589"/>
                </a:lnTo>
                <a:lnTo>
                  <a:pt x="4099" y="1589"/>
                </a:lnTo>
                <a:lnTo>
                  <a:pt x="4098" y="1589"/>
                </a:lnTo>
                <a:lnTo>
                  <a:pt x="4098" y="1590"/>
                </a:lnTo>
                <a:lnTo>
                  <a:pt x="4097" y="1590"/>
                </a:lnTo>
                <a:lnTo>
                  <a:pt x="4097" y="1591"/>
                </a:lnTo>
                <a:lnTo>
                  <a:pt x="4098" y="1592"/>
                </a:lnTo>
                <a:lnTo>
                  <a:pt x="4098" y="1593"/>
                </a:lnTo>
                <a:lnTo>
                  <a:pt x="4099" y="1594"/>
                </a:lnTo>
                <a:lnTo>
                  <a:pt x="4100" y="1597"/>
                </a:lnTo>
                <a:lnTo>
                  <a:pt x="4101" y="1597"/>
                </a:lnTo>
                <a:lnTo>
                  <a:pt x="4103" y="1597"/>
                </a:lnTo>
                <a:lnTo>
                  <a:pt x="4104" y="1598"/>
                </a:lnTo>
                <a:lnTo>
                  <a:pt x="4106" y="1599"/>
                </a:lnTo>
                <a:lnTo>
                  <a:pt x="4106" y="1600"/>
                </a:lnTo>
                <a:lnTo>
                  <a:pt x="4107" y="1600"/>
                </a:lnTo>
                <a:lnTo>
                  <a:pt x="4108" y="1601"/>
                </a:lnTo>
                <a:lnTo>
                  <a:pt x="4109" y="1604"/>
                </a:lnTo>
                <a:lnTo>
                  <a:pt x="4109" y="1607"/>
                </a:lnTo>
                <a:lnTo>
                  <a:pt x="4109" y="1608"/>
                </a:lnTo>
                <a:lnTo>
                  <a:pt x="4108" y="1609"/>
                </a:lnTo>
                <a:lnTo>
                  <a:pt x="4107" y="1609"/>
                </a:lnTo>
                <a:lnTo>
                  <a:pt x="4107" y="1611"/>
                </a:lnTo>
                <a:lnTo>
                  <a:pt x="4108" y="1611"/>
                </a:lnTo>
                <a:lnTo>
                  <a:pt x="4109" y="1611"/>
                </a:lnTo>
                <a:lnTo>
                  <a:pt x="4109" y="1612"/>
                </a:lnTo>
                <a:lnTo>
                  <a:pt x="4108" y="1613"/>
                </a:lnTo>
                <a:lnTo>
                  <a:pt x="4108" y="1614"/>
                </a:lnTo>
                <a:lnTo>
                  <a:pt x="4107" y="1614"/>
                </a:lnTo>
                <a:lnTo>
                  <a:pt x="4107" y="1615"/>
                </a:lnTo>
                <a:lnTo>
                  <a:pt x="4108" y="1615"/>
                </a:lnTo>
                <a:lnTo>
                  <a:pt x="4108" y="1614"/>
                </a:lnTo>
                <a:lnTo>
                  <a:pt x="4111" y="1615"/>
                </a:lnTo>
                <a:lnTo>
                  <a:pt x="4111" y="1614"/>
                </a:lnTo>
                <a:lnTo>
                  <a:pt x="4112" y="1614"/>
                </a:lnTo>
                <a:lnTo>
                  <a:pt x="4114" y="1614"/>
                </a:lnTo>
                <a:lnTo>
                  <a:pt x="4114" y="1615"/>
                </a:lnTo>
                <a:lnTo>
                  <a:pt x="4115" y="1616"/>
                </a:lnTo>
                <a:lnTo>
                  <a:pt x="4116" y="1615"/>
                </a:lnTo>
                <a:lnTo>
                  <a:pt x="4117" y="1614"/>
                </a:lnTo>
                <a:lnTo>
                  <a:pt x="4118" y="1613"/>
                </a:lnTo>
                <a:lnTo>
                  <a:pt x="4119" y="1613"/>
                </a:lnTo>
                <a:lnTo>
                  <a:pt x="4119" y="1614"/>
                </a:lnTo>
                <a:lnTo>
                  <a:pt x="4120" y="1614"/>
                </a:lnTo>
                <a:lnTo>
                  <a:pt x="4120" y="1615"/>
                </a:lnTo>
                <a:lnTo>
                  <a:pt x="4121" y="1615"/>
                </a:lnTo>
                <a:lnTo>
                  <a:pt x="4121" y="1614"/>
                </a:lnTo>
                <a:lnTo>
                  <a:pt x="4122" y="1614"/>
                </a:lnTo>
                <a:lnTo>
                  <a:pt x="4122" y="1613"/>
                </a:lnTo>
                <a:lnTo>
                  <a:pt x="4123" y="1613"/>
                </a:lnTo>
                <a:lnTo>
                  <a:pt x="4124" y="1613"/>
                </a:lnTo>
                <a:lnTo>
                  <a:pt x="4125" y="1613"/>
                </a:lnTo>
                <a:lnTo>
                  <a:pt x="4125" y="1612"/>
                </a:lnTo>
                <a:lnTo>
                  <a:pt x="4126" y="1612"/>
                </a:lnTo>
                <a:lnTo>
                  <a:pt x="4126" y="1613"/>
                </a:lnTo>
                <a:lnTo>
                  <a:pt x="4127" y="1613"/>
                </a:lnTo>
                <a:lnTo>
                  <a:pt x="4127" y="1614"/>
                </a:lnTo>
                <a:lnTo>
                  <a:pt x="4126" y="1614"/>
                </a:lnTo>
                <a:lnTo>
                  <a:pt x="4127" y="1614"/>
                </a:lnTo>
                <a:lnTo>
                  <a:pt x="4127" y="1615"/>
                </a:lnTo>
                <a:lnTo>
                  <a:pt x="4125" y="1616"/>
                </a:lnTo>
                <a:lnTo>
                  <a:pt x="4125" y="1615"/>
                </a:lnTo>
                <a:lnTo>
                  <a:pt x="4124" y="1616"/>
                </a:lnTo>
                <a:lnTo>
                  <a:pt x="4123" y="1617"/>
                </a:lnTo>
                <a:lnTo>
                  <a:pt x="4122" y="1617"/>
                </a:lnTo>
                <a:lnTo>
                  <a:pt x="4121" y="1617"/>
                </a:lnTo>
                <a:lnTo>
                  <a:pt x="4120" y="1617"/>
                </a:lnTo>
                <a:lnTo>
                  <a:pt x="4119" y="1617"/>
                </a:lnTo>
                <a:lnTo>
                  <a:pt x="4119" y="1616"/>
                </a:lnTo>
                <a:lnTo>
                  <a:pt x="4118" y="1616"/>
                </a:lnTo>
                <a:lnTo>
                  <a:pt x="4117" y="1617"/>
                </a:lnTo>
                <a:lnTo>
                  <a:pt x="4116" y="1618"/>
                </a:lnTo>
                <a:lnTo>
                  <a:pt x="4118" y="1619"/>
                </a:lnTo>
                <a:lnTo>
                  <a:pt x="4119" y="1620"/>
                </a:lnTo>
                <a:lnTo>
                  <a:pt x="4120" y="1621"/>
                </a:lnTo>
                <a:lnTo>
                  <a:pt x="4121" y="1621"/>
                </a:lnTo>
                <a:lnTo>
                  <a:pt x="4122" y="1622"/>
                </a:lnTo>
                <a:lnTo>
                  <a:pt x="4123" y="1624"/>
                </a:lnTo>
                <a:lnTo>
                  <a:pt x="4124" y="1624"/>
                </a:lnTo>
                <a:lnTo>
                  <a:pt x="4125" y="1625"/>
                </a:lnTo>
                <a:lnTo>
                  <a:pt x="4125" y="1626"/>
                </a:lnTo>
                <a:lnTo>
                  <a:pt x="4124" y="1625"/>
                </a:lnTo>
                <a:lnTo>
                  <a:pt x="4121" y="1622"/>
                </a:lnTo>
                <a:lnTo>
                  <a:pt x="4118" y="1620"/>
                </a:lnTo>
                <a:lnTo>
                  <a:pt x="4120" y="1622"/>
                </a:lnTo>
                <a:lnTo>
                  <a:pt x="4122" y="1624"/>
                </a:lnTo>
                <a:lnTo>
                  <a:pt x="4124" y="1627"/>
                </a:lnTo>
                <a:lnTo>
                  <a:pt x="4123" y="1627"/>
                </a:lnTo>
                <a:lnTo>
                  <a:pt x="4122" y="1627"/>
                </a:lnTo>
                <a:lnTo>
                  <a:pt x="4122" y="1625"/>
                </a:lnTo>
                <a:lnTo>
                  <a:pt x="4121" y="1624"/>
                </a:lnTo>
                <a:lnTo>
                  <a:pt x="4120" y="1623"/>
                </a:lnTo>
                <a:lnTo>
                  <a:pt x="4118" y="1622"/>
                </a:lnTo>
                <a:lnTo>
                  <a:pt x="4117" y="1621"/>
                </a:lnTo>
                <a:lnTo>
                  <a:pt x="4116" y="1621"/>
                </a:lnTo>
                <a:lnTo>
                  <a:pt x="4115" y="1621"/>
                </a:lnTo>
                <a:lnTo>
                  <a:pt x="4114" y="1621"/>
                </a:lnTo>
                <a:lnTo>
                  <a:pt x="4112" y="1621"/>
                </a:lnTo>
                <a:lnTo>
                  <a:pt x="4111" y="1621"/>
                </a:lnTo>
                <a:lnTo>
                  <a:pt x="4110" y="1621"/>
                </a:lnTo>
                <a:lnTo>
                  <a:pt x="4110" y="1622"/>
                </a:lnTo>
                <a:lnTo>
                  <a:pt x="4109" y="1622"/>
                </a:lnTo>
                <a:lnTo>
                  <a:pt x="4108" y="1622"/>
                </a:lnTo>
                <a:lnTo>
                  <a:pt x="4107" y="1621"/>
                </a:lnTo>
                <a:lnTo>
                  <a:pt x="4106" y="1620"/>
                </a:lnTo>
                <a:lnTo>
                  <a:pt x="4105" y="1620"/>
                </a:lnTo>
                <a:lnTo>
                  <a:pt x="4104" y="1620"/>
                </a:lnTo>
                <a:lnTo>
                  <a:pt x="4103" y="1620"/>
                </a:lnTo>
                <a:lnTo>
                  <a:pt x="4102" y="1620"/>
                </a:lnTo>
                <a:lnTo>
                  <a:pt x="4103" y="1621"/>
                </a:lnTo>
                <a:lnTo>
                  <a:pt x="4103" y="1622"/>
                </a:lnTo>
                <a:lnTo>
                  <a:pt x="4103" y="1623"/>
                </a:lnTo>
                <a:lnTo>
                  <a:pt x="4103" y="1624"/>
                </a:lnTo>
                <a:lnTo>
                  <a:pt x="4103" y="1626"/>
                </a:lnTo>
                <a:lnTo>
                  <a:pt x="4102" y="1626"/>
                </a:lnTo>
                <a:lnTo>
                  <a:pt x="4102" y="1627"/>
                </a:lnTo>
                <a:lnTo>
                  <a:pt x="4101" y="1627"/>
                </a:lnTo>
                <a:lnTo>
                  <a:pt x="4100" y="1627"/>
                </a:lnTo>
                <a:lnTo>
                  <a:pt x="4100" y="1628"/>
                </a:lnTo>
                <a:lnTo>
                  <a:pt x="4098" y="1630"/>
                </a:lnTo>
                <a:lnTo>
                  <a:pt x="4097" y="1631"/>
                </a:lnTo>
                <a:lnTo>
                  <a:pt x="4096" y="1633"/>
                </a:lnTo>
                <a:lnTo>
                  <a:pt x="4096" y="1634"/>
                </a:lnTo>
                <a:lnTo>
                  <a:pt x="4095" y="1635"/>
                </a:lnTo>
                <a:lnTo>
                  <a:pt x="4094" y="1637"/>
                </a:lnTo>
                <a:lnTo>
                  <a:pt x="4094" y="1638"/>
                </a:lnTo>
                <a:lnTo>
                  <a:pt x="4093" y="1639"/>
                </a:lnTo>
                <a:lnTo>
                  <a:pt x="4093" y="1640"/>
                </a:lnTo>
                <a:lnTo>
                  <a:pt x="4092" y="1640"/>
                </a:lnTo>
                <a:lnTo>
                  <a:pt x="4091" y="1641"/>
                </a:lnTo>
                <a:lnTo>
                  <a:pt x="4090" y="1640"/>
                </a:lnTo>
                <a:lnTo>
                  <a:pt x="4090" y="1641"/>
                </a:lnTo>
                <a:lnTo>
                  <a:pt x="4091" y="1641"/>
                </a:lnTo>
                <a:lnTo>
                  <a:pt x="4092" y="1641"/>
                </a:lnTo>
                <a:lnTo>
                  <a:pt x="4092" y="1642"/>
                </a:lnTo>
                <a:lnTo>
                  <a:pt x="4093" y="1644"/>
                </a:lnTo>
                <a:lnTo>
                  <a:pt x="4093" y="1645"/>
                </a:lnTo>
                <a:lnTo>
                  <a:pt x="4094" y="1645"/>
                </a:lnTo>
                <a:lnTo>
                  <a:pt x="4094" y="1646"/>
                </a:lnTo>
                <a:lnTo>
                  <a:pt x="4093" y="1647"/>
                </a:lnTo>
                <a:lnTo>
                  <a:pt x="4093" y="1648"/>
                </a:lnTo>
                <a:lnTo>
                  <a:pt x="4093" y="1649"/>
                </a:lnTo>
                <a:lnTo>
                  <a:pt x="4093" y="1650"/>
                </a:lnTo>
                <a:lnTo>
                  <a:pt x="4092" y="1650"/>
                </a:lnTo>
                <a:lnTo>
                  <a:pt x="4092" y="1651"/>
                </a:lnTo>
                <a:lnTo>
                  <a:pt x="4093" y="1652"/>
                </a:lnTo>
                <a:lnTo>
                  <a:pt x="4093" y="1654"/>
                </a:lnTo>
                <a:lnTo>
                  <a:pt x="4093" y="1655"/>
                </a:lnTo>
                <a:lnTo>
                  <a:pt x="4094" y="1656"/>
                </a:lnTo>
                <a:lnTo>
                  <a:pt x="4094" y="1658"/>
                </a:lnTo>
                <a:lnTo>
                  <a:pt x="4093" y="1658"/>
                </a:lnTo>
                <a:lnTo>
                  <a:pt x="4092" y="1658"/>
                </a:lnTo>
                <a:lnTo>
                  <a:pt x="4091" y="1657"/>
                </a:lnTo>
                <a:lnTo>
                  <a:pt x="4090" y="1656"/>
                </a:lnTo>
                <a:lnTo>
                  <a:pt x="4089" y="1656"/>
                </a:lnTo>
                <a:lnTo>
                  <a:pt x="4089" y="1658"/>
                </a:lnTo>
                <a:lnTo>
                  <a:pt x="4090" y="1658"/>
                </a:lnTo>
                <a:lnTo>
                  <a:pt x="4090" y="1657"/>
                </a:lnTo>
                <a:lnTo>
                  <a:pt x="4091" y="1658"/>
                </a:lnTo>
                <a:lnTo>
                  <a:pt x="4091" y="1659"/>
                </a:lnTo>
                <a:lnTo>
                  <a:pt x="4090" y="1659"/>
                </a:lnTo>
                <a:lnTo>
                  <a:pt x="4089" y="1659"/>
                </a:lnTo>
                <a:lnTo>
                  <a:pt x="4089" y="1661"/>
                </a:lnTo>
                <a:lnTo>
                  <a:pt x="4088" y="1661"/>
                </a:lnTo>
                <a:lnTo>
                  <a:pt x="4089" y="1661"/>
                </a:lnTo>
                <a:lnTo>
                  <a:pt x="4089" y="1660"/>
                </a:lnTo>
                <a:lnTo>
                  <a:pt x="4090" y="1660"/>
                </a:lnTo>
                <a:lnTo>
                  <a:pt x="4091" y="1659"/>
                </a:lnTo>
                <a:lnTo>
                  <a:pt x="4092" y="1659"/>
                </a:lnTo>
                <a:lnTo>
                  <a:pt x="4093" y="1659"/>
                </a:lnTo>
                <a:lnTo>
                  <a:pt x="4094" y="1659"/>
                </a:lnTo>
                <a:lnTo>
                  <a:pt x="4095" y="1659"/>
                </a:lnTo>
                <a:lnTo>
                  <a:pt x="4095" y="1660"/>
                </a:lnTo>
                <a:lnTo>
                  <a:pt x="4096" y="1661"/>
                </a:lnTo>
                <a:lnTo>
                  <a:pt x="4096" y="1662"/>
                </a:lnTo>
                <a:lnTo>
                  <a:pt x="4096" y="1663"/>
                </a:lnTo>
                <a:lnTo>
                  <a:pt x="4097" y="1663"/>
                </a:lnTo>
                <a:lnTo>
                  <a:pt x="4097" y="1664"/>
                </a:lnTo>
                <a:lnTo>
                  <a:pt x="4098" y="1664"/>
                </a:lnTo>
                <a:lnTo>
                  <a:pt x="4097" y="1664"/>
                </a:lnTo>
                <a:lnTo>
                  <a:pt x="4097" y="1666"/>
                </a:lnTo>
                <a:lnTo>
                  <a:pt x="4098" y="1666"/>
                </a:lnTo>
                <a:lnTo>
                  <a:pt x="4099" y="1666"/>
                </a:lnTo>
                <a:lnTo>
                  <a:pt x="4100" y="1666"/>
                </a:lnTo>
                <a:lnTo>
                  <a:pt x="4100" y="1667"/>
                </a:lnTo>
                <a:lnTo>
                  <a:pt x="4103" y="1667"/>
                </a:lnTo>
                <a:lnTo>
                  <a:pt x="4104" y="1668"/>
                </a:lnTo>
                <a:lnTo>
                  <a:pt x="4104" y="1669"/>
                </a:lnTo>
                <a:lnTo>
                  <a:pt x="4105" y="1669"/>
                </a:lnTo>
                <a:lnTo>
                  <a:pt x="4105" y="1670"/>
                </a:lnTo>
                <a:lnTo>
                  <a:pt x="4106" y="1670"/>
                </a:lnTo>
                <a:lnTo>
                  <a:pt x="4106" y="1671"/>
                </a:lnTo>
                <a:lnTo>
                  <a:pt x="4107" y="1671"/>
                </a:lnTo>
                <a:lnTo>
                  <a:pt x="4109" y="1673"/>
                </a:lnTo>
                <a:lnTo>
                  <a:pt x="4110" y="1673"/>
                </a:lnTo>
                <a:lnTo>
                  <a:pt x="4111" y="1672"/>
                </a:lnTo>
                <a:lnTo>
                  <a:pt x="4111" y="1673"/>
                </a:lnTo>
                <a:lnTo>
                  <a:pt x="4112" y="1673"/>
                </a:lnTo>
                <a:lnTo>
                  <a:pt x="4112" y="1671"/>
                </a:lnTo>
                <a:lnTo>
                  <a:pt x="4112" y="1670"/>
                </a:lnTo>
                <a:lnTo>
                  <a:pt x="4113" y="1671"/>
                </a:lnTo>
                <a:lnTo>
                  <a:pt x="4114" y="1671"/>
                </a:lnTo>
                <a:lnTo>
                  <a:pt x="4115" y="1671"/>
                </a:lnTo>
                <a:lnTo>
                  <a:pt x="4117" y="1672"/>
                </a:lnTo>
                <a:lnTo>
                  <a:pt x="4117" y="1675"/>
                </a:lnTo>
                <a:lnTo>
                  <a:pt x="4119" y="1675"/>
                </a:lnTo>
                <a:lnTo>
                  <a:pt x="4118" y="1673"/>
                </a:lnTo>
                <a:lnTo>
                  <a:pt x="4118" y="1672"/>
                </a:lnTo>
                <a:lnTo>
                  <a:pt x="4119" y="1672"/>
                </a:lnTo>
                <a:lnTo>
                  <a:pt x="4120" y="1672"/>
                </a:lnTo>
                <a:lnTo>
                  <a:pt x="4122" y="1674"/>
                </a:lnTo>
                <a:lnTo>
                  <a:pt x="4123" y="1674"/>
                </a:lnTo>
                <a:lnTo>
                  <a:pt x="4125" y="1673"/>
                </a:lnTo>
                <a:lnTo>
                  <a:pt x="4126" y="1674"/>
                </a:lnTo>
                <a:lnTo>
                  <a:pt x="4126" y="1675"/>
                </a:lnTo>
                <a:lnTo>
                  <a:pt x="4126" y="1676"/>
                </a:lnTo>
                <a:lnTo>
                  <a:pt x="4125" y="1678"/>
                </a:lnTo>
                <a:lnTo>
                  <a:pt x="4126" y="1678"/>
                </a:lnTo>
                <a:lnTo>
                  <a:pt x="4126" y="1679"/>
                </a:lnTo>
                <a:lnTo>
                  <a:pt x="4123" y="1685"/>
                </a:lnTo>
                <a:lnTo>
                  <a:pt x="4124" y="1685"/>
                </a:lnTo>
                <a:lnTo>
                  <a:pt x="4125" y="1685"/>
                </a:lnTo>
                <a:lnTo>
                  <a:pt x="4126" y="1685"/>
                </a:lnTo>
                <a:lnTo>
                  <a:pt x="4127" y="1685"/>
                </a:lnTo>
                <a:lnTo>
                  <a:pt x="4127" y="1684"/>
                </a:lnTo>
                <a:lnTo>
                  <a:pt x="4128" y="1684"/>
                </a:lnTo>
                <a:lnTo>
                  <a:pt x="4129" y="1684"/>
                </a:lnTo>
                <a:lnTo>
                  <a:pt x="4129" y="1685"/>
                </a:lnTo>
                <a:lnTo>
                  <a:pt x="4129" y="1686"/>
                </a:lnTo>
                <a:lnTo>
                  <a:pt x="4129" y="1687"/>
                </a:lnTo>
                <a:lnTo>
                  <a:pt x="4130" y="1687"/>
                </a:lnTo>
                <a:lnTo>
                  <a:pt x="4130" y="1688"/>
                </a:lnTo>
                <a:lnTo>
                  <a:pt x="4130" y="1687"/>
                </a:lnTo>
                <a:lnTo>
                  <a:pt x="4131" y="1686"/>
                </a:lnTo>
                <a:lnTo>
                  <a:pt x="4130" y="1686"/>
                </a:lnTo>
                <a:lnTo>
                  <a:pt x="4130" y="1685"/>
                </a:lnTo>
                <a:lnTo>
                  <a:pt x="4131" y="1685"/>
                </a:lnTo>
                <a:lnTo>
                  <a:pt x="4131" y="1684"/>
                </a:lnTo>
                <a:lnTo>
                  <a:pt x="4132" y="1684"/>
                </a:lnTo>
                <a:lnTo>
                  <a:pt x="4133" y="1684"/>
                </a:lnTo>
                <a:lnTo>
                  <a:pt x="4133" y="1683"/>
                </a:lnTo>
                <a:lnTo>
                  <a:pt x="4134" y="1683"/>
                </a:lnTo>
                <a:lnTo>
                  <a:pt x="4134" y="1682"/>
                </a:lnTo>
                <a:lnTo>
                  <a:pt x="4136" y="1682"/>
                </a:lnTo>
                <a:lnTo>
                  <a:pt x="4139" y="1682"/>
                </a:lnTo>
                <a:lnTo>
                  <a:pt x="4139" y="1683"/>
                </a:lnTo>
                <a:lnTo>
                  <a:pt x="4142" y="1683"/>
                </a:lnTo>
                <a:lnTo>
                  <a:pt x="4142" y="1684"/>
                </a:lnTo>
                <a:lnTo>
                  <a:pt x="4142" y="1685"/>
                </a:lnTo>
                <a:lnTo>
                  <a:pt x="4143" y="1685"/>
                </a:lnTo>
                <a:lnTo>
                  <a:pt x="4143" y="1686"/>
                </a:lnTo>
                <a:lnTo>
                  <a:pt x="4143" y="1685"/>
                </a:lnTo>
                <a:lnTo>
                  <a:pt x="4144" y="1685"/>
                </a:lnTo>
                <a:lnTo>
                  <a:pt x="4144" y="1684"/>
                </a:lnTo>
                <a:lnTo>
                  <a:pt x="4145" y="1683"/>
                </a:lnTo>
                <a:lnTo>
                  <a:pt x="4145" y="1682"/>
                </a:lnTo>
                <a:lnTo>
                  <a:pt x="4150" y="1682"/>
                </a:lnTo>
                <a:lnTo>
                  <a:pt x="4150" y="1683"/>
                </a:lnTo>
                <a:lnTo>
                  <a:pt x="4150" y="1686"/>
                </a:lnTo>
                <a:lnTo>
                  <a:pt x="4150" y="1687"/>
                </a:lnTo>
                <a:lnTo>
                  <a:pt x="4149" y="1688"/>
                </a:lnTo>
                <a:lnTo>
                  <a:pt x="4149" y="1689"/>
                </a:lnTo>
                <a:lnTo>
                  <a:pt x="4150" y="1689"/>
                </a:lnTo>
                <a:lnTo>
                  <a:pt x="4151" y="1689"/>
                </a:lnTo>
                <a:lnTo>
                  <a:pt x="4151" y="1688"/>
                </a:lnTo>
                <a:lnTo>
                  <a:pt x="4150" y="1688"/>
                </a:lnTo>
                <a:lnTo>
                  <a:pt x="4151" y="1687"/>
                </a:lnTo>
                <a:lnTo>
                  <a:pt x="4151" y="1686"/>
                </a:lnTo>
                <a:lnTo>
                  <a:pt x="4152" y="1686"/>
                </a:lnTo>
                <a:lnTo>
                  <a:pt x="4152" y="1685"/>
                </a:lnTo>
                <a:lnTo>
                  <a:pt x="4152" y="1684"/>
                </a:lnTo>
                <a:lnTo>
                  <a:pt x="4153" y="1684"/>
                </a:lnTo>
                <a:lnTo>
                  <a:pt x="4153" y="1683"/>
                </a:lnTo>
                <a:lnTo>
                  <a:pt x="4154" y="1683"/>
                </a:lnTo>
                <a:lnTo>
                  <a:pt x="4153" y="1682"/>
                </a:lnTo>
                <a:lnTo>
                  <a:pt x="4155" y="1681"/>
                </a:lnTo>
                <a:lnTo>
                  <a:pt x="4156" y="1681"/>
                </a:lnTo>
                <a:lnTo>
                  <a:pt x="4156" y="1680"/>
                </a:lnTo>
                <a:lnTo>
                  <a:pt x="4156" y="1681"/>
                </a:lnTo>
                <a:lnTo>
                  <a:pt x="4161" y="1681"/>
                </a:lnTo>
                <a:lnTo>
                  <a:pt x="4161" y="1682"/>
                </a:lnTo>
                <a:lnTo>
                  <a:pt x="4161" y="1683"/>
                </a:lnTo>
                <a:lnTo>
                  <a:pt x="4164" y="1682"/>
                </a:lnTo>
                <a:lnTo>
                  <a:pt x="4164" y="1681"/>
                </a:lnTo>
                <a:lnTo>
                  <a:pt x="4164" y="1680"/>
                </a:lnTo>
                <a:lnTo>
                  <a:pt x="4165" y="1680"/>
                </a:lnTo>
                <a:lnTo>
                  <a:pt x="4165" y="1681"/>
                </a:lnTo>
                <a:lnTo>
                  <a:pt x="4166" y="1682"/>
                </a:lnTo>
                <a:lnTo>
                  <a:pt x="4168" y="1682"/>
                </a:lnTo>
                <a:lnTo>
                  <a:pt x="4168" y="1680"/>
                </a:lnTo>
                <a:lnTo>
                  <a:pt x="4169" y="1679"/>
                </a:lnTo>
                <a:lnTo>
                  <a:pt x="4170" y="1678"/>
                </a:lnTo>
                <a:lnTo>
                  <a:pt x="4170" y="1677"/>
                </a:lnTo>
                <a:lnTo>
                  <a:pt x="4171" y="1677"/>
                </a:lnTo>
                <a:lnTo>
                  <a:pt x="4171" y="1676"/>
                </a:lnTo>
                <a:lnTo>
                  <a:pt x="4172" y="1676"/>
                </a:lnTo>
                <a:lnTo>
                  <a:pt x="4173" y="1675"/>
                </a:lnTo>
                <a:lnTo>
                  <a:pt x="4173" y="1676"/>
                </a:lnTo>
                <a:lnTo>
                  <a:pt x="4173" y="1675"/>
                </a:lnTo>
                <a:lnTo>
                  <a:pt x="4174" y="1675"/>
                </a:lnTo>
                <a:lnTo>
                  <a:pt x="4176" y="1674"/>
                </a:lnTo>
                <a:lnTo>
                  <a:pt x="4176" y="1673"/>
                </a:lnTo>
                <a:lnTo>
                  <a:pt x="4175" y="1673"/>
                </a:lnTo>
                <a:lnTo>
                  <a:pt x="4176" y="1673"/>
                </a:lnTo>
                <a:lnTo>
                  <a:pt x="4177" y="1672"/>
                </a:lnTo>
                <a:lnTo>
                  <a:pt x="4178" y="1671"/>
                </a:lnTo>
                <a:lnTo>
                  <a:pt x="4179" y="1671"/>
                </a:lnTo>
                <a:lnTo>
                  <a:pt x="4179" y="1670"/>
                </a:lnTo>
                <a:lnTo>
                  <a:pt x="4180" y="1670"/>
                </a:lnTo>
                <a:lnTo>
                  <a:pt x="4180" y="1669"/>
                </a:lnTo>
                <a:lnTo>
                  <a:pt x="4180" y="1668"/>
                </a:lnTo>
                <a:lnTo>
                  <a:pt x="4179" y="1668"/>
                </a:lnTo>
                <a:lnTo>
                  <a:pt x="4181" y="1668"/>
                </a:lnTo>
                <a:lnTo>
                  <a:pt x="4181" y="1667"/>
                </a:lnTo>
                <a:lnTo>
                  <a:pt x="4181" y="1666"/>
                </a:lnTo>
                <a:lnTo>
                  <a:pt x="4180" y="1666"/>
                </a:lnTo>
                <a:lnTo>
                  <a:pt x="4180" y="1665"/>
                </a:lnTo>
                <a:lnTo>
                  <a:pt x="4180" y="1664"/>
                </a:lnTo>
                <a:lnTo>
                  <a:pt x="4181" y="1665"/>
                </a:lnTo>
                <a:lnTo>
                  <a:pt x="4182" y="1664"/>
                </a:lnTo>
                <a:lnTo>
                  <a:pt x="4181" y="1664"/>
                </a:lnTo>
                <a:lnTo>
                  <a:pt x="4182" y="1664"/>
                </a:lnTo>
                <a:lnTo>
                  <a:pt x="4181" y="1663"/>
                </a:lnTo>
                <a:lnTo>
                  <a:pt x="4180" y="1663"/>
                </a:lnTo>
                <a:lnTo>
                  <a:pt x="4180" y="1662"/>
                </a:lnTo>
                <a:lnTo>
                  <a:pt x="4179" y="1662"/>
                </a:lnTo>
                <a:lnTo>
                  <a:pt x="4179" y="1661"/>
                </a:lnTo>
                <a:lnTo>
                  <a:pt x="4179" y="1660"/>
                </a:lnTo>
                <a:lnTo>
                  <a:pt x="4178" y="1661"/>
                </a:lnTo>
                <a:lnTo>
                  <a:pt x="4178" y="1662"/>
                </a:lnTo>
                <a:lnTo>
                  <a:pt x="4178" y="1661"/>
                </a:lnTo>
                <a:lnTo>
                  <a:pt x="4177" y="1661"/>
                </a:lnTo>
                <a:lnTo>
                  <a:pt x="4176" y="1660"/>
                </a:lnTo>
                <a:lnTo>
                  <a:pt x="4177" y="1660"/>
                </a:lnTo>
                <a:lnTo>
                  <a:pt x="4175" y="1659"/>
                </a:lnTo>
                <a:lnTo>
                  <a:pt x="4176" y="1659"/>
                </a:lnTo>
                <a:lnTo>
                  <a:pt x="4176" y="1658"/>
                </a:lnTo>
                <a:lnTo>
                  <a:pt x="4176" y="1657"/>
                </a:lnTo>
                <a:lnTo>
                  <a:pt x="4176" y="1656"/>
                </a:lnTo>
                <a:lnTo>
                  <a:pt x="4177" y="1656"/>
                </a:lnTo>
                <a:lnTo>
                  <a:pt x="4178" y="1656"/>
                </a:lnTo>
                <a:lnTo>
                  <a:pt x="4179" y="1656"/>
                </a:lnTo>
                <a:lnTo>
                  <a:pt x="4180" y="1656"/>
                </a:lnTo>
                <a:lnTo>
                  <a:pt x="4182" y="1655"/>
                </a:lnTo>
                <a:lnTo>
                  <a:pt x="4183" y="1655"/>
                </a:lnTo>
                <a:lnTo>
                  <a:pt x="4184" y="1655"/>
                </a:lnTo>
                <a:lnTo>
                  <a:pt x="4185" y="1654"/>
                </a:lnTo>
                <a:lnTo>
                  <a:pt x="4185" y="1653"/>
                </a:lnTo>
                <a:lnTo>
                  <a:pt x="4185" y="1652"/>
                </a:lnTo>
                <a:lnTo>
                  <a:pt x="4186" y="1652"/>
                </a:lnTo>
                <a:lnTo>
                  <a:pt x="4185" y="1652"/>
                </a:lnTo>
                <a:lnTo>
                  <a:pt x="4186" y="1651"/>
                </a:lnTo>
                <a:lnTo>
                  <a:pt x="4188" y="1651"/>
                </a:lnTo>
                <a:lnTo>
                  <a:pt x="4188" y="1652"/>
                </a:lnTo>
                <a:lnTo>
                  <a:pt x="4190" y="1652"/>
                </a:lnTo>
                <a:lnTo>
                  <a:pt x="4190" y="1651"/>
                </a:lnTo>
                <a:lnTo>
                  <a:pt x="4191" y="1651"/>
                </a:lnTo>
                <a:lnTo>
                  <a:pt x="4192" y="1651"/>
                </a:lnTo>
                <a:lnTo>
                  <a:pt x="4192" y="1650"/>
                </a:lnTo>
                <a:lnTo>
                  <a:pt x="4191" y="1650"/>
                </a:lnTo>
                <a:lnTo>
                  <a:pt x="4192" y="1650"/>
                </a:lnTo>
                <a:lnTo>
                  <a:pt x="4194" y="1650"/>
                </a:lnTo>
                <a:lnTo>
                  <a:pt x="4195" y="1650"/>
                </a:lnTo>
                <a:lnTo>
                  <a:pt x="4196" y="1650"/>
                </a:lnTo>
                <a:lnTo>
                  <a:pt x="4197" y="1650"/>
                </a:lnTo>
                <a:lnTo>
                  <a:pt x="4197" y="1649"/>
                </a:lnTo>
                <a:lnTo>
                  <a:pt x="4198" y="1649"/>
                </a:lnTo>
                <a:lnTo>
                  <a:pt x="4198" y="1648"/>
                </a:lnTo>
                <a:lnTo>
                  <a:pt x="4199" y="1647"/>
                </a:lnTo>
                <a:lnTo>
                  <a:pt x="4200" y="1647"/>
                </a:lnTo>
                <a:lnTo>
                  <a:pt x="4201" y="1647"/>
                </a:lnTo>
                <a:lnTo>
                  <a:pt x="4202" y="1646"/>
                </a:lnTo>
                <a:lnTo>
                  <a:pt x="4203" y="1646"/>
                </a:lnTo>
                <a:lnTo>
                  <a:pt x="4204" y="1646"/>
                </a:lnTo>
                <a:lnTo>
                  <a:pt x="4204" y="1645"/>
                </a:lnTo>
                <a:lnTo>
                  <a:pt x="4205" y="1645"/>
                </a:lnTo>
                <a:lnTo>
                  <a:pt x="4208" y="1643"/>
                </a:lnTo>
                <a:lnTo>
                  <a:pt x="4210" y="1641"/>
                </a:lnTo>
                <a:lnTo>
                  <a:pt x="4211" y="1640"/>
                </a:lnTo>
                <a:lnTo>
                  <a:pt x="4211" y="1639"/>
                </a:lnTo>
                <a:lnTo>
                  <a:pt x="4212" y="1638"/>
                </a:lnTo>
                <a:lnTo>
                  <a:pt x="4212" y="1637"/>
                </a:lnTo>
                <a:lnTo>
                  <a:pt x="4209" y="1634"/>
                </a:lnTo>
                <a:lnTo>
                  <a:pt x="4210" y="1633"/>
                </a:lnTo>
                <a:lnTo>
                  <a:pt x="4211" y="1632"/>
                </a:lnTo>
                <a:lnTo>
                  <a:pt x="4212" y="1631"/>
                </a:lnTo>
                <a:lnTo>
                  <a:pt x="4213" y="1631"/>
                </a:lnTo>
                <a:lnTo>
                  <a:pt x="4218" y="1631"/>
                </a:lnTo>
                <a:lnTo>
                  <a:pt x="4218" y="1630"/>
                </a:lnTo>
                <a:lnTo>
                  <a:pt x="4219" y="1630"/>
                </a:lnTo>
                <a:lnTo>
                  <a:pt x="4219" y="1629"/>
                </a:lnTo>
                <a:lnTo>
                  <a:pt x="4220" y="1629"/>
                </a:lnTo>
                <a:lnTo>
                  <a:pt x="4220" y="1628"/>
                </a:lnTo>
                <a:lnTo>
                  <a:pt x="4219" y="1627"/>
                </a:lnTo>
                <a:lnTo>
                  <a:pt x="4218" y="1627"/>
                </a:lnTo>
                <a:lnTo>
                  <a:pt x="4218" y="1626"/>
                </a:lnTo>
                <a:lnTo>
                  <a:pt x="4217" y="1627"/>
                </a:lnTo>
                <a:lnTo>
                  <a:pt x="4218" y="1628"/>
                </a:lnTo>
                <a:lnTo>
                  <a:pt x="4216" y="1628"/>
                </a:lnTo>
                <a:lnTo>
                  <a:pt x="4216" y="1627"/>
                </a:lnTo>
                <a:lnTo>
                  <a:pt x="4217" y="1627"/>
                </a:lnTo>
                <a:lnTo>
                  <a:pt x="4218" y="1626"/>
                </a:lnTo>
                <a:lnTo>
                  <a:pt x="4216" y="1626"/>
                </a:lnTo>
                <a:lnTo>
                  <a:pt x="4216" y="1627"/>
                </a:lnTo>
                <a:lnTo>
                  <a:pt x="4215" y="1626"/>
                </a:lnTo>
                <a:lnTo>
                  <a:pt x="4214" y="1626"/>
                </a:lnTo>
                <a:lnTo>
                  <a:pt x="4213" y="1626"/>
                </a:lnTo>
                <a:lnTo>
                  <a:pt x="4212" y="1626"/>
                </a:lnTo>
                <a:lnTo>
                  <a:pt x="4211" y="1626"/>
                </a:lnTo>
                <a:lnTo>
                  <a:pt x="4210" y="1625"/>
                </a:lnTo>
                <a:lnTo>
                  <a:pt x="4210" y="1624"/>
                </a:lnTo>
                <a:lnTo>
                  <a:pt x="4211" y="1624"/>
                </a:lnTo>
                <a:lnTo>
                  <a:pt x="4212" y="1624"/>
                </a:lnTo>
                <a:lnTo>
                  <a:pt x="4218" y="1624"/>
                </a:lnTo>
                <a:lnTo>
                  <a:pt x="4219" y="1624"/>
                </a:lnTo>
                <a:lnTo>
                  <a:pt x="4220" y="1624"/>
                </a:lnTo>
                <a:lnTo>
                  <a:pt x="4221" y="1624"/>
                </a:lnTo>
                <a:lnTo>
                  <a:pt x="4222" y="1624"/>
                </a:lnTo>
                <a:lnTo>
                  <a:pt x="4223" y="1623"/>
                </a:lnTo>
                <a:lnTo>
                  <a:pt x="4224" y="1623"/>
                </a:lnTo>
                <a:lnTo>
                  <a:pt x="4225" y="1622"/>
                </a:lnTo>
                <a:lnTo>
                  <a:pt x="4226" y="1622"/>
                </a:lnTo>
                <a:lnTo>
                  <a:pt x="4226" y="1621"/>
                </a:lnTo>
                <a:lnTo>
                  <a:pt x="4227" y="1622"/>
                </a:lnTo>
                <a:lnTo>
                  <a:pt x="4227" y="1621"/>
                </a:lnTo>
                <a:lnTo>
                  <a:pt x="4228" y="1621"/>
                </a:lnTo>
                <a:lnTo>
                  <a:pt x="4228" y="1620"/>
                </a:lnTo>
                <a:lnTo>
                  <a:pt x="4229" y="1620"/>
                </a:lnTo>
                <a:lnTo>
                  <a:pt x="4229" y="1619"/>
                </a:lnTo>
                <a:lnTo>
                  <a:pt x="4230" y="1618"/>
                </a:lnTo>
                <a:lnTo>
                  <a:pt x="4231" y="1618"/>
                </a:lnTo>
                <a:lnTo>
                  <a:pt x="4232" y="1618"/>
                </a:lnTo>
                <a:lnTo>
                  <a:pt x="4233" y="1618"/>
                </a:lnTo>
                <a:lnTo>
                  <a:pt x="4234" y="1618"/>
                </a:lnTo>
                <a:lnTo>
                  <a:pt x="4235" y="1618"/>
                </a:lnTo>
                <a:lnTo>
                  <a:pt x="4237" y="1618"/>
                </a:lnTo>
                <a:lnTo>
                  <a:pt x="4238" y="1618"/>
                </a:lnTo>
                <a:lnTo>
                  <a:pt x="4239" y="1618"/>
                </a:lnTo>
                <a:lnTo>
                  <a:pt x="4240" y="1617"/>
                </a:lnTo>
                <a:lnTo>
                  <a:pt x="4241" y="1617"/>
                </a:lnTo>
                <a:lnTo>
                  <a:pt x="4242" y="1617"/>
                </a:lnTo>
                <a:lnTo>
                  <a:pt x="4243" y="1617"/>
                </a:lnTo>
                <a:lnTo>
                  <a:pt x="4244" y="1616"/>
                </a:lnTo>
                <a:lnTo>
                  <a:pt x="4245" y="1616"/>
                </a:lnTo>
                <a:lnTo>
                  <a:pt x="4245" y="1615"/>
                </a:lnTo>
                <a:lnTo>
                  <a:pt x="4246" y="1615"/>
                </a:lnTo>
                <a:lnTo>
                  <a:pt x="4247" y="1615"/>
                </a:lnTo>
                <a:lnTo>
                  <a:pt x="4248" y="1615"/>
                </a:lnTo>
                <a:lnTo>
                  <a:pt x="4249" y="1615"/>
                </a:lnTo>
                <a:lnTo>
                  <a:pt x="4249" y="1614"/>
                </a:lnTo>
                <a:lnTo>
                  <a:pt x="4250" y="1614"/>
                </a:lnTo>
                <a:lnTo>
                  <a:pt x="4251" y="1613"/>
                </a:lnTo>
                <a:lnTo>
                  <a:pt x="4252" y="1613"/>
                </a:lnTo>
                <a:lnTo>
                  <a:pt x="4253" y="1612"/>
                </a:lnTo>
                <a:lnTo>
                  <a:pt x="4254" y="1611"/>
                </a:lnTo>
                <a:lnTo>
                  <a:pt x="4255" y="1611"/>
                </a:lnTo>
                <a:lnTo>
                  <a:pt x="4255" y="1610"/>
                </a:lnTo>
                <a:lnTo>
                  <a:pt x="4256" y="1610"/>
                </a:lnTo>
                <a:lnTo>
                  <a:pt x="4257" y="1610"/>
                </a:lnTo>
                <a:lnTo>
                  <a:pt x="4258" y="1610"/>
                </a:lnTo>
                <a:lnTo>
                  <a:pt x="4259" y="1610"/>
                </a:lnTo>
                <a:lnTo>
                  <a:pt x="4260" y="1610"/>
                </a:lnTo>
                <a:lnTo>
                  <a:pt x="4261" y="1610"/>
                </a:lnTo>
                <a:lnTo>
                  <a:pt x="4261" y="1611"/>
                </a:lnTo>
                <a:lnTo>
                  <a:pt x="4262" y="1611"/>
                </a:lnTo>
                <a:lnTo>
                  <a:pt x="4263" y="1611"/>
                </a:lnTo>
                <a:lnTo>
                  <a:pt x="4264" y="1611"/>
                </a:lnTo>
                <a:lnTo>
                  <a:pt x="4265" y="1611"/>
                </a:lnTo>
                <a:lnTo>
                  <a:pt x="4266" y="1611"/>
                </a:lnTo>
                <a:lnTo>
                  <a:pt x="4267" y="1611"/>
                </a:lnTo>
                <a:lnTo>
                  <a:pt x="4267" y="1610"/>
                </a:lnTo>
                <a:lnTo>
                  <a:pt x="4268" y="1610"/>
                </a:lnTo>
                <a:lnTo>
                  <a:pt x="4270" y="1610"/>
                </a:lnTo>
                <a:lnTo>
                  <a:pt x="4271" y="1610"/>
                </a:lnTo>
                <a:lnTo>
                  <a:pt x="4272" y="1610"/>
                </a:lnTo>
                <a:lnTo>
                  <a:pt x="4273" y="1610"/>
                </a:lnTo>
                <a:lnTo>
                  <a:pt x="4274" y="1611"/>
                </a:lnTo>
                <a:lnTo>
                  <a:pt x="4275" y="1611"/>
                </a:lnTo>
                <a:lnTo>
                  <a:pt x="4276" y="1611"/>
                </a:lnTo>
                <a:lnTo>
                  <a:pt x="4276" y="1612"/>
                </a:lnTo>
                <a:lnTo>
                  <a:pt x="4275" y="1613"/>
                </a:lnTo>
                <a:lnTo>
                  <a:pt x="4275" y="1614"/>
                </a:lnTo>
                <a:lnTo>
                  <a:pt x="4275" y="1615"/>
                </a:lnTo>
                <a:lnTo>
                  <a:pt x="4276" y="1615"/>
                </a:lnTo>
                <a:lnTo>
                  <a:pt x="4276" y="1616"/>
                </a:lnTo>
                <a:lnTo>
                  <a:pt x="4278" y="1616"/>
                </a:lnTo>
                <a:lnTo>
                  <a:pt x="4278" y="1617"/>
                </a:lnTo>
                <a:lnTo>
                  <a:pt x="4279" y="1617"/>
                </a:lnTo>
                <a:lnTo>
                  <a:pt x="4280" y="1618"/>
                </a:lnTo>
                <a:lnTo>
                  <a:pt x="4281" y="1618"/>
                </a:lnTo>
                <a:lnTo>
                  <a:pt x="4281" y="1619"/>
                </a:lnTo>
                <a:lnTo>
                  <a:pt x="4282" y="1619"/>
                </a:lnTo>
                <a:lnTo>
                  <a:pt x="4282" y="1620"/>
                </a:lnTo>
                <a:lnTo>
                  <a:pt x="4282" y="1621"/>
                </a:lnTo>
                <a:lnTo>
                  <a:pt x="4283" y="1621"/>
                </a:lnTo>
                <a:lnTo>
                  <a:pt x="4284" y="1622"/>
                </a:lnTo>
                <a:lnTo>
                  <a:pt x="4285" y="1622"/>
                </a:lnTo>
                <a:lnTo>
                  <a:pt x="4286" y="1622"/>
                </a:lnTo>
                <a:lnTo>
                  <a:pt x="4287" y="1622"/>
                </a:lnTo>
                <a:lnTo>
                  <a:pt x="4287" y="1621"/>
                </a:lnTo>
                <a:lnTo>
                  <a:pt x="4288" y="1621"/>
                </a:lnTo>
                <a:lnTo>
                  <a:pt x="4289" y="1622"/>
                </a:lnTo>
                <a:lnTo>
                  <a:pt x="4291" y="1622"/>
                </a:lnTo>
                <a:lnTo>
                  <a:pt x="4292" y="1622"/>
                </a:lnTo>
                <a:lnTo>
                  <a:pt x="4294" y="1622"/>
                </a:lnTo>
                <a:lnTo>
                  <a:pt x="4295" y="1623"/>
                </a:lnTo>
                <a:lnTo>
                  <a:pt x="4294" y="1623"/>
                </a:lnTo>
                <a:lnTo>
                  <a:pt x="4294" y="1624"/>
                </a:lnTo>
                <a:lnTo>
                  <a:pt x="4294" y="1625"/>
                </a:lnTo>
                <a:lnTo>
                  <a:pt x="4293" y="1625"/>
                </a:lnTo>
                <a:lnTo>
                  <a:pt x="4293" y="1626"/>
                </a:lnTo>
                <a:lnTo>
                  <a:pt x="4292" y="1626"/>
                </a:lnTo>
                <a:lnTo>
                  <a:pt x="4293" y="1627"/>
                </a:lnTo>
                <a:lnTo>
                  <a:pt x="4294" y="1627"/>
                </a:lnTo>
                <a:lnTo>
                  <a:pt x="4295" y="1627"/>
                </a:lnTo>
                <a:lnTo>
                  <a:pt x="4295" y="1628"/>
                </a:lnTo>
                <a:lnTo>
                  <a:pt x="4295" y="1629"/>
                </a:lnTo>
                <a:lnTo>
                  <a:pt x="4294" y="1629"/>
                </a:lnTo>
                <a:lnTo>
                  <a:pt x="4294" y="1630"/>
                </a:lnTo>
                <a:lnTo>
                  <a:pt x="4294" y="1631"/>
                </a:lnTo>
                <a:lnTo>
                  <a:pt x="4293" y="1631"/>
                </a:lnTo>
                <a:lnTo>
                  <a:pt x="4293" y="1632"/>
                </a:lnTo>
                <a:lnTo>
                  <a:pt x="4294" y="1632"/>
                </a:lnTo>
                <a:lnTo>
                  <a:pt x="4294" y="1633"/>
                </a:lnTo>
                <a:lnTo>
                  <a:pt x="4295" y="1634"/>
                </a:lnTo>
                <a:lnTo>
                  <a:pt x="4296" y="1634"/>
                </a:lnTo>
                <a:lnTo>
                  <a:pt x="4297" y="1635"/>
                </a:lnTo>
                <a:lnTo>
                  <a:pt x="4298" y="1635"/>
                </a:lnTo>
                <a:lnTo>
                  <a:pt x="4299" y="1635"/>
                </a:lnTo>
                <a:lnTo>
                  <a:pt x="4301" y="1636"/>
                </a:lnTo>
                <a:lnTo>
                  <a:pt x="4302" y="1636"/>
                </a:lnTo>
                <a:lnTo>
                  <a:pt x="4303" y="1636"/>
                </a:lnTo>
                <a:lnTo>
                  <a:pt x="4304" y="1636"/>
                </a:lnTo>
                <a:lnTo>
                  <a:pt x="4306" y="1636"/>
                </a:lnTo>
                <a:lnTo>
                  <a:pt x="4306" y="1635"/>
                </a:lnTo>
                <a:lnTo>
                  <a:pt x="4309" y="1635"/>
                </a:lnTo>
                <a:lnTo>
                  <a:pt x="4310" y="1635"/>
                </a:lnTo>
                <a:lnTo>
                  <a:pt x="4311" y="1635"/>
                </a:lnTo>
                <a:lnTo>
                  <a:pt x="4312" y="1635"/>
                </a:lnTo>
                <a:lnTo>
                  <a:pt x="4313" y="1634"/>
                </a:lnTo>
                <a:lnTo>
                  <a:pt x="4314" y="1633"/>
                </a:lnTo>
                <a:lnTo>
                  <a:pt x="4314" y="1632"/>
                </a:lnTo>
                <a:lnTo>
                  <a:pt x="4314" y="1631"/>
                </a:lnTo>
                <a:lnTo>
                  <a:pt x="4313" y="1631"/>
                </a:lnTo>
                <a:lnTo>
                  <a:pt x="4312" y="1630"/>
                </a:lnTo>
                <a:lnTo>
                  <a:pt x="4313" y="1630"/>
                </a:lnTo>
                <a:lnTo>
                  <a:pt x="4315" y="1631"/>
                </a:lnTo>
                <a:lnTo>
                  <a:pt x="4316" y="1631"/>
                </a:lnTo>
                <a:lnTo>
                  <a:pt x="4316" y="1632"/>
                </a:lnTo>
                <a:lnTo>
                  <a:pt x="4317" y="1632"/>
                </a:lnTo>
                <a:lnTo>
                  <a:pt x="4318" y="1632"/>
                </a:lnTo>
                <a:lnTo>
                  <a:pt x="4319" y="1633"/>
                </a:lnTo>
                <a:lnTo>
                  <a:pt x="4320" y="1633"/>
                </a:lnTo>
                <a:lnTo>
                  <a:pt x="4320" y="1634"/>
                </a:lnTo>
                <a:lnTo>
                  <a:pt x="4319" y="1634"/>
                </a:lnTo>
                <a:lnTo>
                  <a:pt x="4318" y="1634"/>
                </a:lnTo>
                <a:lnTo>
                  <a:pt x="4318" y="1633"/>
                </a:lnTo>
                <a:lnTo>
                  <a:pt x="4317" y="1633"/>
                </a:lnTo>
                <a:lnTo>
                  <a:pt x="4316" y="1633"/>
                </a:lnTo>
                <a:lnTo>
                  <a:pt x="4315" y="1633"/>
                </a:lnTo>
                <a:lnTo>
                  <a:pt x="4315" y="1634"/>
                </a:lnTo>
                <a:lnTo>
                  <a:pt x="4315" y="1635"/>
                </a:lnTo>
                <a:lnTo>
                  <a:pt x="4317" y="1635"/>
                </a:lnTo>
                <a:lnTo>
                  <a:pt x="4317" y="1636"/>
                </a:lnTo>
                <a:lnTo>
                  <a:pt x="4315" y="1636"/>
                </a:lnTo>
                <a:lnTo>
                  <a:pt x="4315" y="1638"/>
                </a:lnTo>
                <a:lnTo>
                  <a:pt x="4316" y="1638"/>
                </a:lnTo>
                <a:lnTo>
                  <a:pt x="4316" y="1639"/>
                </a:lnTo>
                <a:lnTo>
                  <a:pt x="4317" y="1639"/>
                </a:lnTo>
                <a:lnTo>
                  <a:pt x="4318" y="1639"/>
                </a:lnTo>
                <a:lnTo>
                  <a:pt x="4319" y="1639"/>
                </a:lnTo>
                <a:lnTo>
                  <a:pt x="4319" y="1640"/>
                </a:lnTo>
                <a:lnTo>
                  <a:pt x="4320" y="1640"/>
                </a:lnTo>
                <a:lnTo>
                  <a:pt x="4321" y="1640"/>
                </a:lnTo>
                <a:lnTo>
                  <a:pt x="4321" y="1641"/>
                </a:lnTo>
                <a:lnTo>
                  <a:pt x="4322" y="1641"/>
                </a:lnTo>
                <a:lnTo>
                  <a:pt x="4321" y="1642"/>
                </a:lnTo>
                <a:lnTo>
                  <a:pt x="4321" y="1644"/>
                </a:lnTo>
                <a:lnTo>
                  <a:pt x="4322" y="1644"/>
                </a:lnTo>
                <a:lnTo>
                  <a:pt x="4322" y="1645"/>
                </a:lnTo>
                <a:lnTo>
                  <a:pt x="4323" y="1646"/>
                </a:lnTo>
                <a:lnTo>
                  <a:pt x="4324" y="1646"/>
                </a:lnTo>
                <a:lnTo>
                  <a:pt x="4324" y="1647"/>
                </a:lnTo>
                <a:lnTo>
                  <a:pt x="4325" y="1647"/>
                </a:lnTo>
                <a:lnTo>
                  <a:pt x="4326" y="1648"/>
                </a:lnTo>
                <a:lnTo>
                  <a:pt x="4327" y="1648"/>
                </a:lnTo>
                <a:lnTo>
                  <a:pt x="4328" y="1648"/>
                </a:lnTo>
                <a:lnTo>
                  <a:pt x="4329" y="1648"/>
                </a:lnTo>
                <a:lnTo>
                  <a:pt x="4330" y="1649"/>
                </a:lnTo>
                <a:lnTo>
                  <a:pt x="4331" y="1649"/>
                </a:lnTo>
                <a:lnTo>
                  <a:pt x="4332" y="1649"/>
                </a:lnTo>
                <a:lnTo>
                  <a:pt x="4333" y="1650"/>
                </a:lnTo>
                <a:lnTo>
                  <a:pt x="4333" y="1649"/>
                </a:lnTo>
                <a:lnTo>
                  <a:pt x="4335" y="1649"/>
                </a:lnTo>
                <a:lnTo>
                  <a:pt x="4336" y="1650"/>
                </a:lnTo>
                <a:lnTo>
                  <a:pt x="4337" y="1650"/>
                </a:lnTo>
                <a:lnTo>
                  <a:pt x="4337" y="1649"/>
                </a:lnTo>
                <a:lnTo>
                  <a:pt x="4336" y="1649"/>
                </a:lnTo>
                <a:lnTo>
                  <a:pt x="4339" y="1648"/>
                </a:lnTo>
                <a:lnTo>
                  <a:pt x="4339" y="1649"/>
                </a:lnTo>
                <a:lnTo>
                  <a:pt x="4340" y="1649"/>
                </a:lnTo>
                <a:lnTo>
                  <a:pt x="4340" y="1648"/>
                </a:lnTo>
                <a:lnTo>
                  <a:pt x="4340" y="1647"/>
                </a:lnTo>
                <a:lnTo>
                  <a:pt x="4339" y="1647"/>
                </a:lnTo>
                <a:lnTo>
                  <a:pt x="4340" y="1647"/>
                </a:lnTo>
                <a:lnTo>
                  <a:pt x="4341" y="1647"/>
                </a:lnTo>
                <a:lnTo>
                  <a:pt x="4343" y="1648"/>
                </a:lnTo>
                <a:lnTo>
                  <a:pt x="4344" y="1648"/>
                </a:lnTo>
                <a:lnTo>
                  <a:pt x="4345" y="1648"/>
                </a:lnTo>
                <a:lnTo>
                  <a:pt x="4346" y="1648"/>
                </a:lnTo>
                <a:lnTo>
                  <a:pt x="4347" y="1648"/>
                </a:lnTo>
                <a:lnTo>
                  <a:pt x="4348" y="1648"/>
                </a:lnTo>
                <a:lnTo>
                  <a:pt x="4349" y="1648"/>
                </a:lnTo>
                <a:lnTo>
                  <a:pt x="4349" y="1649"/>
                </a:lnTo>
                <a:lnTo>
                  <a:pt x="4350" y="1650"/>
                </a:lnTo>
                <a:lnTo>
                  <a:pt x="4350" y="1651"/>
                </a:lnTo>
                <a:lnTo>
                  <a:pt x="4350" y="1650"/>
                </a:lnTo>
                <a:lnTo>
                  <a:pt x="4349" y="1649"/>
                </a:lnTo>
                <a:lnTo>
                  <a:pt x="4349" y="1648"/>
                </a:lnTo>
                <a:lnTo>
                  <a:pt x="4350" y="1648"/>
                </a:lnTo>
                <a:lnTo>
                  <a:pt x="4351" y="1648"/>
                </a:lnTo>
                <a:lnTo>
                  <a:pt x="4353" y="1648"/>
                </a:lnTo>
                <a:lnTo>
                  <a:pt x="4356" y="1647"/>
                </a:lnTo>
                <a:lnTo>
                  <a:pt x="4357" y="1647"/>
                </a:lnTo>
                <a:lnTo>
                  <a:pt x="4358" y="1647"/>
                </a:lnTo>
                <a:lnTo>
                  <a:pt x="4360" y="1647"/>
                </a:lnTo>
                <a:lnTo>
                  <a:pt x="4361" y="1647"/>
                </a:lnTo>
                <a:lnTo>
                  <a:pt x="4362" y="1647"/>
                </a:lnTo>
                <a:lnTo>
                  <a:pt x="4363" y="1647"/>
                </a:lnTo>
                <a:lnTo>
                  <a:pt x="4364" y="1646"/>
                </a:lnTo>
                <a:lnTo>
                  <a:pt x="4365" y="1646"/>
                </a:lnTo>
                <a:lnTo>
                  <a:pt x="4366" y="1646"/>
                </a:lnTo>
                <a:lnTo>
                  <a:pt x="4367" y="1646"/>
                </a:lnTo>
                <a:lnTo>
                  <a:pt x="4368" y="1646"/>
                </a:lnTo>
                <a:lnTo>
                  <a:pt x="4368" y="1647"/>
                </a:lnTo>
                <a:lnTo>
                  <a:pt x="4368" y="1648"/>
                </a:lnTo>
                <a:lnTo>
                  <a:pt x="4368" y="1649"/>
                </a:lnTo>
                <a:lnTo>
                  <a:pt x="4369" y="1649"/>
                </a:lnTo>
                <a:lnTo>
                  <a:pt x="4369" y="1648"/>
                </a:lnTo>
                <a:lnTo>
                  <a:pt x="4368" y="1648"/>
                </a:lnTo>
                <a:lnTo>
                  <a:pt x="4368" y="1647"/>
                </a:lnTo>
                <a:lnTo>
                  <a:pt x="4369" y="1647"/>
                </a:lnTo>
                <a:lnTo>
                  <a:pt x="4369" y="1646"/>
                </a:lnTo>
                <a:lnTo>
                  <a:pt x="4368" y="1646"/>
                </a:lnTo>
                <a:lnTo>
                  <a:pt x="4368" y="1645"/>
                </a:lnTo>
                <a:lnTo>
                  <a:pt x="4369" y="1645"/>
                </a:lnTo>
                <a:lnTo>
                  <a:pt x="4370" y="1645"/>
                </a:lnTo>
                <a:lnTo>
                  <a:pt x="4371" y="1644"/>
                </a:lnTo>
                <a:lnTo>
                  <a:pt x="4371" y="1643"/>
                </a:lnTo>
                <a:lnTo>
                  <a:pt x="4372" y="1643"/>
                </a:lnTo>
                <a:lnTo>
                  <a:pt x="4373" y="1642"/>
                </a:lnTo>
                <a:lnTo>
                  <a:pt x="4373" y="1641"/>
                </a:lnTo>
                <a:lnTo>
                  <a:pt x="4372" y="1641"/>
                </a:lnTo>
                <a:lnTo>
                  <a:pt x="4373" y="1640"/>
                </a:lnTo>
                <a:lnTo>
                  <a:pt x="4373" y="1641"/>
                </a:lnTo>
                <a:lnTo>
                  <a:pt x="4374" y="1641"/>
                </a:lnTo>
                <a:lnTo>
                  <a:pt x="4375" y="1641"/>
                </a:lnTo>
                <a:lnTo>
                  <a:pt x="4375" y="1640"/>
                </a:lnTo>
                <a:lnTo>
                  <a:pt x="4376" y="1640"/>
                </a:lnTo>
                <a:lnTo>
                  <a:pt x="4376" y="1639"/>
                </a:lnTo>
                <a:lnTo>
                  <a:pt x="4377" y="1639"/>
                </a:lnTo>
                <a:lnTo>
                  <a:pt x="4377" y="1640"/>
                </a:lnTo>
                <a:lnTo>
                  <a:pt x="4378" y="1640"/>
                </a:lnTo>
                <a:lnTo>
                  <a:pt x="4378" y="1639"/>
                </a:lnTo>
                <a:lnTo>
                  <a:pt x="4378" y="1638"/>
                </a:lnTo>
                <a:lnTo>
                  <a:pt x="4378" y="1637"/>
                </a:lnTo>
                <a:lnTo>
                  <a:pt x="4379" y="1637"/>
                </a:lnTo>
                <a:lnTo>
                  <a:pt x="4379" y="1638"/>
                </a:lnTo>
                <a:lnTo>
                  <a:pt x="4380" y="1639"/>
                </a:lnTo>
                <a:lnTo>
                  <a:pt x="4381" y="1639"/>
                </a:lnTo>
                <a:lnTo>
                  <a:pt x="4382" y="1638"/>
                </a:lnTo>
                <a:lnTo>
                  <a:pt x="4383" y="1638"/>
                </a:lnTo>
                <a:lnTo>
                  <a:pt x="4382" y="1637"/>
                </a:lnTo>
                <a:lnTo>
                  <a:pt x="4383" y="1637"/>
                </a:lnTo>
                <a:lnTo>
                  <a:pt x="4383" y="1638"/>
                </a:lnTo>
                <a:lnTo>
                  <a:pt x="4385" y="1638"/>
                </a:lnTo>
                <a:lnTo>
                  <a:pt x="4384" y="1638"/>
                </a:lnTo>
                <a:lnTo>
                  <a:pt x="4384" y="1639"/>
                </a:lnTo>
                <a:lnTo>
                  <a:pt x="4385" y="1639"/>
                </a:lnTo>
                <a:lnTo>
                  <a:pt x="4386" y="1639"/>
                </a:lnTo>
                <a:lnTo>
                  <a:pt x="4386" y="1640"/>
                </a:lnTo>
                <a:lnTo>
                  <a:pt x="4385" y="1640"/>
                </a:lnTo>
                <a:lnTo>
                  <a:pt x="4385" y="1641"/>
                </a:lnTo>
                <a:lnTo>
                  <a:pt x="4386" y="1641"/>
                </a:lnTo>
                <a:lnTo>
                  <a:pt x="4385" y="1641"/>
                </a:lnTo>
                <a:lnTo>
                  <a:pt x="4385" y="1642"/>
                </a:lnTo>
                <a:lnTo>
                  <a:pt x="4384" y="1642"/>
                </a:lnTo>
                <a:lnTo>
                  <a:pt x="4382" y="1642"/>
                </a:lnTo>
                <a:lnTo>
                  <a:pt x="4382" y="1643"/>
                </a:lnTo>
                <a:lnTo>
                  <a:pt x="4383" y="1643"/>
                </a:lnTo>
                <a:lnTo>
                  <a:pt x="4383" y="1644"/>
                </a:lnTo>
                <a:lnTo>
                  <a:pt x="4384" y="1644"/>
                </a:lnTo>
                <a:lnTo>
                  <a:pt x="4384" y="1645"/>
                </a:lnTo>
                <a:lnTo>
                  <a:pt x="4384" y="1646"/>
                </a:lnTo>
                <a:lnTo>
                  <a:pt x="4384" y="1647"/>
                </a:lnTo>
                <a:lnTo>
                  <a:pt x="4385" y="1648"/>
                </a:lnTo>
                <a:lnTo>
                  <a:pt x="4386" y="1649"/>
                </a:lnTo>
                <a:lnTo>
                  <a:pt x="4386" y="1650"/>
                </a:lnTo>
                <a:lnTo>
                  <a:pt x="4387" y="1651"/>
                </a:lnTo>
                <a:lnTo>
                  <a:pt x="4388" y="1651"/>
                </a:lnTo>
                <a:lnTo>
                  <a:pt x="4388" y="1650"/>
                </a:lnTo>
                <a:lnTo>
                  <a:pt x="4389" y="1650"/>
                </a:lnTo>
                <a:lnTo>
                  <a:pt x="4389" y="1649"/>
                </a:lnTo>
                <a:lnTo>
                  <a:pt x="4388" y="1648"/>
                </a:lnTo>
                <a:lnTo>
                  <a:pt x="4389" y="1648"/>
                </a:lnTo>
                <a:lnTo>
                  <a:pt x="4389" y="1649"/>
                </a:lnTo>
                <a:lnTo>
                  <a:pt x="4391" y="1648"/>
                </a:lnTo>
                <a:lnTo>
                  <a:pt x="4392" y="1648"/>
                </a:lnTo>
                <a:lnTo>
                  <a:pt x="4392" y="1647"/>
                </a:lnTo>
                <a:lnTo>
                  <a:pt x="4393" y="1647"/>
                </a:lnTo>
                <a:lnTo>
                  <a:pt x="4394" y="1647"/>
                </a:lnTo>
                <a:lnTo>
                  <a:pt x="4394" y="1648"/>
                </a:lnTo>
                <a:lnTo>
                  <a:pt x="4395" y="1648"/>
                </a:lnTo>
                <a:lnTo>
                  <a:pt x="4396" y="1648"/>
                </a:lnTo>
                <a:lnTo>
                  <a:pt x="4397" y="1649"/>
                </a:lnTo>
                <a:lnTo>
                  <a:pt x="4396" y="1649"/>
                </a:lnTo>
                <a:lnTo>
                  <a:pt x="4396" y="1650"/>
                </a:lnTo>
                <a:lnTo>
                  <a:pt x="4396" y="1651"/>
                </a:lnTo>
                <a:lnTo>
                  <a:pt x="4397" y="1651"/>
                </a:lnTo>
                <a:lnTo>
                  <a:pt x="4399" y="1652"/>
                </a:lnTo>
                <a:lnTo>
                  <a:pt x="4400" y="1652"/>
                </a:lnTo>
                <a:lnTo>
                  <a:pt x="4401" y="1652"/>
                </a:lnTo>
                <a:lnTo>
                  <a:pt x="4401" y="1653"/>
                </a:lnTo>
                <a:lnTo>
                  <a:pt x="4402" y="1653"/>
                </a:lnTo>
                <a:lnTo>
                  <a:pt x="4403" y="1652"/>
                </a:lnTo>
                <a:lnTo>
                  <a:pt x="4404" y="1652"/>
                </a:lnTo>
                <a:lnTo>
                  <a:pt x="4405" y="1652"/>
                </a:lnTo>
                <a:lnTo>
                  <a:pt x="4406" y="1652"/>
                </a:lnTo>
                <a:lnTo>
                  <a:pt x="4407" y="1653"/>
                </a:lnTo>
                <a:lnTo>
                  <a:pt x="4408" y="1653"/>
                </a:lnTo>
                <a:lnTo>
                  <a:pt x="4409" y="1653"/>
                </a:lnTo>
                <a:lnTo>
                  <a:pt x="4410" y="1652"/>
                </a:lnTo>
                <a:lnTo>
                  <a:pt x="4412" y="1652"/>
                </a:lnTo>
                <a:lnTo>
                  <a:pt x="4413" y="1651"/>
                </a:lnTo>
                <a:lnTo>
                  <a:pt x="4414" y="1651"/>
                </a:lnTo>
                <a:lnTo>
                  <a:pt x="4415" y="1651"/>
                </a:lnTo>
                <a:lnTo>
                  <a:pt x="4415" y="1652"/>
                </a:lnTo>
                <a:lnTo>
                  <a:pt x="4415" y="1653"/>
                </a:lnTo>
                <a:lnTo>
                  <a:pt x="4414" y="1653"/>
                </a:lnTo>
                <a:lnTo>
                  <a:pt x="4414" y="1654"/>
                </a:lnTo>
                <a:lnTo>
                  <a:pt x="4415" y="1654"/>
                </a:lnTo>
                <a:lnTo>
                  <a:pt x="4415" y="1655"/>
                </a:lnTo>
                <a:lnTo>
                  <a:pt x="4416" y="1656"/>
                </a:lnTo>
                <a:lnTo>
                  <a:pt x="4416" y="1654"/>
                </a:lnTo>
                <a:lnTo>
                  <a:pt x="4416" y="1653"/>
                </a:lnTo>
                <a:lnTo>
                  <a:pt x="4418" y="1653"/>
                </a:lnTo>
                <a:lnTo>
                  <a:pt x="4419" y="1653"/>
                </a:lnTo>
                <a:lnTo>
                  <a:pt x="4420" y="1653"/>
                </a:lnTo>
                <a:lnTo>
                  <a:pt x="4421" y="1654"/>
                </a:lnTo>
                <a:lnTo>
                  <a:pt x="4422" y="1654"/>
                </a:lnTo>
                <a:lnTo>
                  <a:pt x="4423" y="1654"/>
                </a:lnTo>
                <a:lnTo>
                  <a:pt x="4424" y="1653"/>
                </a:lnTo>
                <a:lnTo>
                  <a:pt x="4425" y="1652"/>
                </a:lnTo>
                <a:lnTo>
                  <a:pt x="4426" y="1652"/>
                </a:lnTo>
                <a:lnTo>
                  <a:pt x="4426" y="1651"/>
                </a:lnTo>
                <a:lnTo>
                  <a:pt x="4427" y="1651"/>
                </a:lnTo>
                <a:lnTo>
                  <a:pt x="4428" y="1651"/>
                </a:lnTo>
                <a:lnTo>
                  <a:pt x="4429" y="1651"/>
                </a:lnTo>
                <a:lnTo>
                  <a:pt x="4429" y="1652"/>
                </a:lnTo>
                <a:lnTo>
                  <a:pt x="4430" y="1652"/>
                </a:lnTo>
                <a:lnTo>
                  <a:pt x="4430" y="1651"/>
                </a:lnTo>
                <a:lnTo>
                  <a:pt x="4431" y="1651"/>
                </a:lnTo>
                <a:lnTo>
                  <a:pt x="4430" y="1651"/>
                </a:lnTo>
                <a:lnTo>
                  <a:pt x="4430" y="1652"/>
                </a:lnTo>
                <a:lnTo>
                  <a:pt x="4431" y="1652"/>
                </a:lnTo>
                <a:lnTo>
                  <a:pt x="4431" y="1653"/>
                </a:lnTo>
                <a:lnTo>
                  <a:pt x="4432" y="1652"/>
                </a:lnTo>
                <a:lnTo>
                  <a:pt x="4432" y="1651"/>
                </a:lnTo>
                <a:lnTo>
                  <a:pt x="4431" y="1651"/>
                </a:lnTo>
                <a:lnTo>
                  <a:pt x="4432" y="1651"/>
                </a:lnTo>
                <a:lnTo>
                  <a:pt x="4433" y="1652"/>
                </a:lnTo>
                <a:lnTo>
                  <a:pt x="4434" y="1652"/>
                </a:lnTo>
                <a:lnTo>
                  <a:pt x="4434" y="1653"/>
                </a:lnTo>
                <a:lnTo>
                  <a:pt x="4434" y="1654"/>
                </a:lnTo>
                <a:lnTo>
                  <a:pt x="4435" y="1654"/>
                </a:lnTo>
                <a:lnTo>
                  <a:pt x="4434" y="1655"/>
                </a:lnTo>
                <a:lnTo>
                  <a:pt x="4433" y="1655"/>
                </a:lnTo>
                <a:lnTo>
                  <a:pt x="4433" y="1656"/>
                </a:lnTo>
                <a:lnTo>
                  <a:pt x="4433" y="1655"/>
                </a:lnTo>
                <a:lnTo>
                  <a:pt x="4432" y="1655"/>
                </a:lnTo>
                <a:lnTo>
                  <a:pt x="4431" y="1655"/>
                </a:lnTo>
                <a:lnTo>
                  <a:pt x="4431" y="1654"/>
                </a:lnTo>
                <a:lnTo>
                  <a:pt x="4430" y="1654"/>
                </a:lnTo>
                <a:lnTo>
                  <a:pt x="4429" y="1654"/>
                </a:lnTo>
                <a:lnTo>
                  <a:pt x="4428" y="1655"/>
                </a:lnTo>
                <a:lnTo>
                  <a:pt x="4427" y="1656"/>
                </a:lnTo>
                <a:lnTo>
                  <a:pt x="4426" y="1656"/>
                </a:lnTo>
                <a:lnTo>
                  <a:pt x="4425" y="1657"/>
                </a:lnTo>
                <a:lnTo>
                  <a:pt x="4424" y="1658"/>
                </a:lnTo>
                <a:lnTo>
                  <a:pt x="4424" y="1659"/>
                </a:lnTo>
                <a:lnTo>
                  <a:pt x="4424" y="1660"/>
                </a:lnTo>
                <a:lnTo>
                  <a:pt x="4425" y="1661"/>
                </a:lnTo>
                <a:lnTo>
                  <a:pt x="4424" y="1662"/>
                </a:lnTo>
                <a:lnTo>
                  <a:pt x="4423" y="1663"/>
                </a:lnTo>
                <a:lnTo>
                  <a:pt x="4423" y="1662"/>
                </a:lnTo>
                <a:lnTo>
                  <a:pt x="4422" y="1662"/>
                </a:lnTo>
                <a:lnTo>
                  <a:pt x="4421" y="1662"/>
                </a:lnTo>
                <a:lnTo>
                  <a:pt x="4422" y="1663"/>
                </a:lnTo>
                <a:lnTo>
                  <a:pt x="4423" y="1663"/>
                </a:lnTo>
                <a:lnTo>
                  <a:pt x="4423" y="1664"/>
                </a:lnTo>
                <a:lnTo>
                  <a:pt x="4422" y="1664"/>
                </a:lnTo>
                <a:lnTo>
                  <a:pt x="4422" y="1665"/>
                </a:lnTo>
                <a:lnTo>
                  <a:pt x="4423" y="1665"/>
                </a:lnTo>
                <a:lnTo>
                  <a:pt x="4423" y="1666"/>
                </a:lnTo>
                <a:lnTo>
                  <a:pt x="4422" y="1666"/>
                </a:lnTo>
                <a:lnTo>
                  <a:pt x="4422" y="1665"/>
                </a:lnTo>
                <a:lnTo>
                  <a:pt x="4421" y="1665"/>
                </a:lnTo>
                <a:lnTo>
                  <a:pt x="4421" y="1666"/>
                </a:lnTo>
                <a:lnTo>
                  <a:pt x="4422" y="1666"/>
                </a:lnTo>
                <a:lnTo>
                  <a:pt x="4422" y="1667"/>
                </a:lnTo>
                <a:lnTo>
                  <a:pt x="4422" y="1668"/>
                </a:lnTo>
                <a:lnTo>
                  <a:pt x="4423" y="1668"/>
                </a:lnTo>
                <a:lnTo>
                  <a:pt x="4424" y="1668"/>
                </a:lnTo>
                <a:lnTo>
                  <a:pt x="4424" y="1669"/>
                </a:lnTo>
                <a:lnTo>
                  <a:pt x="4425" y="1670"/>
                </a:lnTo>
                <a:lnTo>
                  <a:pt x="4425" y="1671"/>
                </a:lnTo>
                <a:lnTo>
                  <a:pt x="4425" y="1672"/>
                </a:lnTo>
                <a:lnTo>
                  <a:pt x="4426" y="1673"/>
                </a:lnTo>
                <a:lnTo>
                  <a:pt x="4427" y="1673"/>
                </a:lnTo>
                <a:lnTo>
                  <a:pt x="4427" y="1674"/>
                </a:lnTo>
                <a:lnTo>
                  <a:pt x="4426" y="1674"/>
                </a:lnTo>
                <a:lnTo>
                  <a:pt x="4425" y="1675"/>
                </a:lnTo>
                <a:lnTo>
                  <a:pt x="4424" y="1675"/>
                </a:lnTo>
                <a:lnTo>
                  <a:pt x="4422" y="1676"/>
                </a:lnTo>
                <a:lnTo>
                  <a:pt x="4422" y="1677"/>
                </a:lnTo>
                <a:lnTo>
                  <a:pt x="4423" y="1677"/>
                </a:lnTo>
                <a:lnTo>
                  <a:pt x="4423" y="1678"/>
                </a:lnTo>
                <a:lnTo>
                  <a:pt x="4424" y="1678"/>
                </a:lnTo>
                <a:lnTo>
                  <a:pt x="4424" y="1679"/>
                </a:lnTo>
                <a:lnTo>
                  <a:pt x="4423" y="1679"/>
                </a:lnTo>
                <a:lnTo>
                  <a:pt x="4422" y="1679"/>
                </a:lnTo>
                <a:lnTo>
                  <a:pt x="4421" y="1679"/>
                </a:lnTo>
                <a:lnTo>
                  <a:pt x="4420" y="1679"/>
                </a:lnTo>
                <a:lnTo>
                  <a:pt x="4419" y="1678"/>
                </a:lnTo>
                <a:lnTo>
                  <a:pt x="4418" y="1678"/>
                </a:lnTo>
                <a:lnTo>
                  <a:pt x="4417" y="1678"/>
                </a:lnTo>
                <a:lnTo>
                  <a:pt x="4417" y="1679"/>
                </a:lnTo>
                <a:lnTo>
                  <a:pt x="4416" y="1678"/>
                </a:lnTo>
                <a:lnTo>
                  <a:pt x="4416" y="1679"/>
                </a:lnTo>
                <a:lnTo>
                  <a:pt x="4415" y="1679"/>
                </a:lnTo>
                <a:lnTo>
                  <a:pt x="4415" y="1680"/>
                </a:lnTo>
                <a:lnTo>
                  <a:pt x="4414" y="1680"/>
                </a:lnTo>
                <a:lnTo>
                  <a:pt x="4414" y="1682"/>
                </a:lnTo>
                <a:lnTo>
                  <a:pt x="4414" y="1683"/>
                </a:lnTo>
                <a:lnTo>
                  <a:pt x="4413" y="1683"/>
                </a:lnTo>
                <a:lnTo>
                  <a:pt x="4413" y="1682"/>
                </a:lnTo>
                <a:lnTo>
                  <a:pt x="4412" y="1683"/>
                </a:lnTo>
                <a:lnTo>
                  <a:pt x="4412" y="1684"/>
                </a:lnTo>
                <a:lnTo>
                  <a:pt x="4413" y="1684"/>
                </a:lnTo>
                <a:lnTo>
                  <a:pt x="4413" y="1685"/>
                </a:lnTo>
                <a:lnTo>
                  <a:pt x="4413" y="1686"/>
                </a:lnTo>
                <a:lnTo>
                  <a:pt x="4413" y="1687"/>
                </a:lnTo>
                <a:lnTo>
                  <a:pt x="4413" y="1688"/>
                </a:lnTo>
                <a:lnTo>
                  <a:pt x="4411" y="1688"/>
                </a:lnTo>
                <a:lnTo>
                  <a:pt x="4411" y="1689"/>
                </a:lnTo>
                <a:lnTo>
                  <a:pt x="4410" y="1690"/>
                </a:lnTo>
                <a:lnTo>
                  <a:pt x="4410" y="1691"/>
                </a:lnTo>
                <a:lnTo>
                  <a:pt x="4411" y="1692"/>
                </a:lnTo>
                <a:lnTo>
                  <a:pt x="4412" y="1692"/>
                </a:lnTo>
                <a:lnTo>
                  <a:pt x="4412" y="1691"/>
                </a:lnTo>
                <a:lnTo>
                  <a:pt x="4413" y="1691"/>
                </a:lnTo>
                <a:lnTo>
                  <a:pt x="4414" y="1691"/>
                </a:lnTo>
                <a:lnTo>
                  <a:pt x="4415" y="1691"/>
                </a:lnTo>
                <a:lnTo>
                  <a:pt x="4415" y="1692"/>
                </a:lnTo>
                <a:lnTo>
                  <a:pt x="4416" y="1692"/>
                </a:lnTo>
                <a:lnTo>
                  <a:pt x="4417" y="1692"/>
                </a:lnTo>
                <a:lnTo>
                  <a:pt x="4418" y="1692"/>
                </a:lnTo>
                <a:lnTo>
                  <a:pt x="4419" y="1691"/>
                </a:lnTo>
                <a:lnTo>
                  <a:pt x="4422" y="1690"/>
                </a:lnTo>
                <a:lnTo>
                  <a:pt x="4423" y="1690"/>
                </a:lnTo>
                <a:lnTo>
                  <a:pt x="4423" y="1691"/>
                </a:lnTo>
                <a:lnTo>
                  <a:pt x="4422" y="1691"/>
                </a:lnTo>
                <a:lnTo>
                  <a:pt x="4421" y="1691"/>
                </a:lnTo>
                <a:lnTo>
                  <a:pt x="4420" y="1692"/>
                </a:lnTo>
                <a:lnTo>
                  <a:pt x="4420" y="1694"/>
                </a:lnTo>
                <a:lnTo>
                  <a:pt x="4419" y="1694"/>
                </a:lnTo>
                <a:lnTo>
                  <a:pt x="4420" y="1695"/>
                </a:lnTo>
                <a:lnTo>
                  <a:pt x="4420" y="1696"/>
                </a:lnTo>
                <a:lnTo>
                  <a:pt x="4420" y="1697"/>
                </a:lnTo>
                <a:lnTo>
                  <a:pt x="4419" y="1698"/>
                </a:lnTo>
                <a:lnTo>
                  <a:pt x="4419" y="1699"/>
                </a:lnTo>
                <a:lnTo>
                  <a:pt x="4418" y="1699"/>
                </a:lnTo>
                <a:lnTo>
                  <a:pt x="4418" y="1701"/>
                </a:lnTo>
                <a:lnTo>
                  <a:pt x="4419" y="1703"/>
                </a:lnTo>
                <a:lnTo>
                  <a:pt x="4419" y="1704"/>
                </a:lnTo>
                <a:lnTo>
                  <a:pt x="4418" y="1704"/>
                </a:lnTo>
                <a:lnTo>
                  <a:pt x="4418" y="1705"/>
                </a:lnTo>
                <a:lnTo>
                  <a:pt x="4417" y="1705"/>
                </a:lnTo>
                <a:lnTo>
                  <a:pt x="4416" y="1705"/>
                </a:lnTo>
                <a:lnTo>
                  <a:pt x="4416" y="1704"/>
                </a:lnTo>
                <a:lnTo>
                  <a:pt x="4417" y="1704"/>
                </a:lnTo>
                <a:lnTo>
                  <a:pt x="4417" y="1703"/>
                </a:lnTo>
                <a:lnTo>
                  <a:pt x="4417" y="1702"/>
                </a:lnTo>
                <a:lnTo>
                  <a:pt x="4417" y="1701"/>
                </a:lnTo>
                <a:lnTo>
                  <a:pt x="4416" y="1701"/>
                </a:lnTo>
                <a:lnTo>
                  <a:pt x="4415" y="1701"/>
                </a:lnTo>
                <a:lnTo>
                  <a:pt x="4414" y="1702"/>
                </a:lnTo>
                <a:lnTo>
                  <a:pt x="4413" y="1702"/>
                </a:lnTo>
                <a:lnTo>
                  <a:pt x="4412" y="1702"/>
                </a:lnTo>
                <a:lnTo>
                  <a:pt x="4411" y="1702"/>
                </a:lnTo>
                <a:lnTo>
                  <a:pt x="4410" y="1702"/>
                </a:lnTo>
                <a:lnTo>
                  <a:pt x="4409" y="1703"/>
                </a:lnTo>
                <a:lnTo>
                  <a:pt x="4409" y="1704"/>
                </a:lnTo>
                <a:lnTo>
                  <a:pt x="4408" y="1704"/>
                </a:lnTo>
                <a:lnTo>
                  <a:pt x="4409" y="1705"/>
                </a:lnTo>
                <a:lnTo>
                  <a:pt x="4410" y="1705"/>
                </a:lnTo>
                <a:lnTo>
                  <a:pt x="4410" y="1706"/>
                </a:lnTo>
                <a:lnTo>
                  <a:pt x="4411" y="1706"/>
                </a:lnTo>
                <a:lnTo>
                  <a:pt x="4411" y="1705"/>
                </a:lnTo>
                <a:lnTo>
                  <a:pt x="4411" y="1706"/>
                </a:lnTo>
                <a:lnTo>
                  <a:pt x="4411" y="1707"/>
                </a:lnTo>
                <a:lnTo>
                  <a:pt x="4410" y="1707"/>
                </a:lnTo>
                <a:lnTo>
                  <a:pt x="4410" y="1708"/>
                </a:lnTo>
                <a:lnTo>
                  <a:pt x="4409" y="1708"/>
                </a:lnTo>
                <a:lnTo>
                  <a:pt x="4408" y="1708"/>
                </a:lnTo>
                <a:lnTo>
                  <a:pt x="4407" y="1708"/>
                </a:lnTo>
                <a:lnTo>
                  <a:pt x="4406" y="1708"/>
                </a:lnTo>
                <a:lnTo>
                  <a:pt x="4405" y="1708"/>
                </a:lnTo>
                <a:lnTo>
                  <a:pt x="4405" y="1709"/>
                </a:lnTo>
                <a:lnTo>
                  <a:pt x="4405" y="1710"/>
                </a:lnTo>
                <a:lnTo>
                  <a:pt x="4404" y="1710"/>
                </a:lnTo>
                <a:lnTo>
                  <a:pt x="4404" y="1711"/>
                </a:lnTo>
                <a:lnTo>
                  <a:pt x="4403" y="1711"/>
                </a:lnTo>
                <a:lnTo>
                  <a:pt x="4402" y="1711"/>
                </a:lnTo>
                <a:lnTo>
                  <a:pt x="4403" y="1711"/>
                </a:lnTo>
                <a:lnTo>
                  <a:pt x="4403" y="1712"/>
                </a:lnTo>
                <a:lnTo>
                  <a:pt x="4402" y="1712"/>
                </a:lnTo>
                <a:lnTo>
                  <a:pt x="4402" y="1711"/>
                </a:lnTo>
                <a:lnTo>
                  <a:pt x="4401" y="1711"/>
                </a:lnTo>
                <a:lnTo>
                  <a:pt x="4400" y="1711"/>
                </a:lnTo>
                <a:lnTo>
                  <a:pt x="4399" y="1711"/>
                </a:lnTo>
                <a:lnTo>
                  <a:pt x="4398" y="1711"/>
                </a:lnTo>
                <a:lnTo>
                  <a:pt x="4397" y="1711"/>
                </a:lnTo>
                <a:lnTo>
                  <a:pt x="4396" y="1710"/>
                </a:lnTo>
                <a:lnTo>
                  <a:pt x="4395" y="1710"/>
                </a:lnTo>
                <a:lnTo>
                  <a:pt x="4395" y="1711"/>
                </a:lnTo>
                <a:lnTo>
                  <a:pt x="4394" y="1711"/>
                </a:lnTo>
                <a:lnTo>
                  <a:pt x="4393" y="1710"/>
                </a:lnTo>
                <a:lnTo>
                  <a:pt x="4392" y="1710"/>
                </a:lnTo>
                <a:lnTo>
                  <a:pt x="4391" y="1709"/>
                </a:lnTo>
                <a:lnTo>
                  <a:pt x="4390" y="1710"/>
                </a:lnTo>
                <a:lnTo>
                  <a:pt x="4389" y="1710"/>
                </a:lnTo>
                <a:lnTo>
                  <a:pt x="4388" y="1710"/>
                </a:lnTo>
                <a:lnTo>
                  <a:pt x="4388" y="1709"/>
                </a:lnTo>
                <a:lnTo>
                  <a:pt x="4389" y="1709"/>
                </a:lnTo>
                <a:lnTo>
                  <a:pt x="4389" y="1708"/>
                </a:lnTo>
                <a:lnTo>
                  <a:pt x="4388" y="1707"/>
                </a:lnTo>
                <a:lnTo>
                  <a:pt x="4388" y="1706"/>
                </a:lnTo>
                <a:lnTo>
                  <a:pt x="4388" y="1705"/>
                </a:lnTo>
                <a:lnTo>
                  <a:pt x="4389" y="1705"/>
                </a:lnTo>
                <a:lnTo>
                  <a:pt x="4389" y="1704"/>
                </a:lnTo>
                <a:lnTo>
                  <a:pt x="4390" y="1704"/>
                </a:lnTo>
                <a:lnTo>
                  <a:pt x="4391" y="1704"/>
                </a:lnTo>
                <a:lnTo>
                  <a:pt x="4392" y="1704"/>
                </a:lnTo>
                <a:lnTo>
                  <a:pt x="4393" y="1704"/>
                </a:lnTo>
                <a:lnTo>
                  <a:pt x="4394" y="1704"/>
                </a:lnTo>
                <a:lnTo>
                  <a:pt x="4393" y="1704"/>
                </a:lnTo>
                <a:lnTo>
                  <a:pt x="4392" y="1704"/>
                </a:lnTo>
                <a:lnTo>
                  <a:pt x="4391" y="1704"/>
                </a:lnTo>
                <a:lnTo>
                  <a:pt x="4390" y="1704"/>
                </a:lnTo>
                <a:lnTo>
                  <a:pt x="4390" y="1703"/>
                </a:lnTo>
                <a:lnTo>
                  <a:pt x="4389" y="1703"/>
                </a:lnTo>
                <a:lnTo>
                  <a:pt x="4388" y="1703"/>
                </a:lnTo>
                <a:lnTo>
                  <a:pt x="4388" y="1704"/>
                </a:lnTo>
                <a:lnTo>
                  <a:pt x="4386" y="1703"/>
                </a:lnTo>
                <a:lnTo>
                  <a:pt x="4386" y="1702"/>
                </a:lnTo>
                <a:lnTo>
                  <a:pt x="4386" y="1701"/>
                </a:lnTo>
                <a:lnTo>
                  <a:pt x="4385" y="1701"/>
                </a:lnTo>
                <a:lnTo>
                  <a:pt x="4384" y="1701"/>
                </a:lnTo>
                <a:lnTo>
                  <a:pt x="4385" y="1700"/>
                </a:lnTo>
                <a:lnTo>
                  <a:pt x="4385" y="1699"/>
                </a:lnTo>
                <a:lnTo>
                  <a:pt x="4386" y="1698"/>
                </a:lnTo>
                <a:lnTo>
                  <a:pt x="4387" y="1696"/>
                </a:lnTo>
                <a:lnTo>
                  <a:pt x="4387" y="1695"/>
                </a:lnTo>
                <a:lnTo>
                  <a:pt x="4387" y="1694"/>
                </a:lnTo>
                <a:lnTo>
                  <a:pt x="4388" y="1694"/>
                </a:lnTo>
                <a:lnTo>
                  <a:pt x="4389" y="1694"/>
                </a:lnTo>
                <a:lnTo>
                  <a:pt x="4389" y="1693"/>
                </a:lnTo>
                <a:lnTo>
                  <a:pt x="4390" y="1693"/>
                </a:lnTo>
                <a:lnTo>
                  <a:pt x="4390" y="1692"/>
                </a:lnTo>
                <a:lnTo>
                  <a:pt x="4391" y="1691"/>
                </a:lnTo>
                <a:lnTo>
                  <a:pt x="4392" y="1691"/>
                </a:lnTo>
                <a:lnTo>
                  <a:pt x="4391" y="1691"/>
                </a:lnTo>
                <a:lnTo>
                  <a:pt x="4390" y="1691"/>
                </a:lnTo>
                <a:lnTo>
                  <a:pt x="4390" y="1692"/>
                </a:lnTo>
                <a:lnTo>
                  <a:pt x="4390" y="1691"/>
                </a:lnTo>
                <a:lnTo>
                  <a:pt x="4390" y="1690"/>
                </a:lnTo>
                <a:lnTo>
                  <a:pt x="4389" y="1690"/>
                </a:lnTo>
                <a:lnTo>
                  <a:pt x="4389" y="1689"/>
                </a:lnTo>
                <a:lnTo>
                  <a:pt x="4388" y="1689"/>
                </a:lnTo>
                <a:lnTo>
                  <a:pt x="4389" y="1689"/>
                </a:lnTo>
                <a:lnTo>
                  <a:pt x="4389" y="1690"/>
                </a:lnTo>
                <a:lnTo>
                  <a:pt x="4389" y="1691"/>
                </a:lnTo>
                <a:lnTo>
                  <a:pt x="4389" y="1692"/>
                </a:lnTo>
                <a:lnTo>
                  <a:pt x="4389" y="1693"/>
                </a:lnTo>
                <a:lnTo>
                  <a:pt x="4388" y="1693"/>
                </a:lnTo>
                <a:lnTo>
                  <a:pt x="4387" y="1693"/>
                </a:lnTo>
                <a:lnTo>
                  <a:pt x="4386" y="1693"/>
                </a:lnTo>
                <a:lnTo>
                  <a:pt x="4386" y="1694"/>
                </a:lnTo>
                <a:lnTo>
                  <a:pt x="4385" y="1694"/>
                </a:lnTo>
                <a:lnTo>
                  <a:pt x="4385" y="1695"/>
                </a:lnTo>
                <a:lnTo>
                  <a:pt x="4385" y="1696"/>
                </a:lnTo>
                <a:lnTo>
                  <a:pt x="4385" y="1698"/>
                </a:lnTo>
                <a:lnTo>
                  <a:pt x="4385" y="1699"/>
                </a:lnTo>
                <a:lnTo>
                  <a:pt x="4384" y="1700"/>
                </a:lnTo>
                <a:lnTo>
                  <a:pt x="4383" y="1699"/>
                </a:lnTo>
                <a:lnTo>
                  <a:pt x="4382" y="1699"/>
                </a:lnTo>
                <a:lnTo>
                  <a:pt x="4381" y="1699"/>
                </a:lnTo>
                <a:lnTo>
                  <a:pt x="4380" y="1699"/>
                </a:lnTo>
                <a:lnTo>
                  <a:pt x="4380" y="1700"/>
                </a:lnTo>
                <a:lnTo>
                  <a:pt x="4379" y="1701"/>
                </a:lnTo>
                <a:lnTo>
                  <a:pt x="4379" y="1702"/>
                </a:lnTo>
                <a:lnTo>
                  <a:pt x="4380" y="1702"/>
                </a:lnTo>
                <a:lnTo>
                  <a:pt x="4379" y="1702"/>
                </a:lnTo>
                <a:lnTo>
                  <a:pt x="4378" y="1703"/>
                </a:lnTo>
                <a:lnTo>
                  <a:pt x="4377" y="1703"/>
                </a:lnTo>
                <a:lnTo>
                  <a:pt x="4376" y="1703"/>
                </a:lnTo>
                <a:lnTo>
                  <a:pt x="4375" y="1704"/>
                </a:lnTo>
                <a:lnTo>
                  <a:pt x="4374" y="1704"/>
                </a:lnTo>
                <a:lnTo>
                  <a:pt x="4374" y="1703"/>
                </a:lnTo>
                <a:lnTo>
                  <a:pt x="4374" y="1702"/>
                </a:lnTo>
                <a:lnTo>
                  <a:pt x="4374" y="1701"/>
                </a:lnTo>
                <a:lnTo>
                  <a:pt x="4374" y="1700"/>
                </a:lnTo>
                <a:lnTo>
                  <a:pt x="4373" y="1699"/>
                </a:lnTo>
                <a:lnTo>
                  <a:pt x="4373" y="1698"/>
                </a:lnTo>
                <a:lnTo>
                  <a:pt x="4372" y="1698"/>
                </a:lnTo>
                <a:lnTo>
                  <a:pt x="4371" y="1697"/>
                </a:lnTo>
                <a:lnTo>
                  <a:pt x="4371" y="1696"/>
                </a:lnTo>
                <a:lnTo>
                  <a:pt x="4372" y="1696"/>
                </a:lnTo>
                <a:lnTo>
                  <a:pt x="4372" y="1695"/>
                </a:lnTo>
                <a:lnTo>
                  <a:pt x="4371" y="1695"/>
                </a:lnTo>
                <a:lnTo>
                  <a:pt x="4371" y="1696"/>
                </a:lnTo>
                <a:lnTo>
                  <a:pt x="4371" y="1697"/>
                </a:lnTo>
                <a:lnTo>
                  <a:pt x="4372" y="1698"/>
                </a:lnTo>
                <a:lnTo>
                  <a:pt x="4369" y="1698"/>
                </a:lnTo>
                <a:lnTo>
                  <a:pt x="4369" y="1697"/>
                </a:lnTo>
                <a:lnTo>
                  <a:pt x="4368" y="1697"/>
                </a:lnTo>
                <a:lnTo>
                  <a:pt x="4367" y="1697"/>
                </a:lnTo>
                <a:lnTo>
                  <a:pt x="4367" y="1696"/>
                </a:lnTo>
                <a:lnTo>
                  <a:pt x="4366" y="1696"/>
                </a:lnTo>
                <a:lnTo>
                  <a:pt x="4367" y="1697"/>
                </a:lnTo>
                <a:lnTo>
                  <a:pt x="4368" y="1697"/>
                </a:lnTo>
                <a:lnTo>
                  <a:pt x="4369" y="1698"/>
                </a:lnTo>
                <a:lnTo>
                  <a:pt x="4368" y="1698"/>
                </a:lnTo>
                <a:lnTo>
                  <a:pt x="4369" y="1699"/>
                </a:lnTo>
                <a:lnTo>
                  <a:pt x="4368" y="1700"/>
                </a:lnTo>
                <a:lnTo>
                  <a:pt x="4367" y="1700"/>
                </a:lnTo>
                <a:lnTo>
                  <a:pt x="4366" y="1701"/>
                </a:lnTo>
                <a:lnTo>
                  <a:pt x="4365" y="1701"/>
                </a:lnTo>
                <a:lnTo>
                  <a:pt x="4364" y="1701"/>
                </a:lnTo>
                <a:lnTo>
                  <a:pt x="4363" y="1702"/>
                </a:lnTo>
                <a:lnTo>
                  <a:pt x="4362" y="1702"/>
                </a:lnTo>
                <a:lnTo>
                  <a:pt x="4361" y="1702"/>
                </a:lnTo>
                <a:lnTo>
                  <a:pt x="4360" y="1703"/>
                </a:lnTo>
                <a:lnTo>
                  <a:pt x="4359" y="1703"/>
                </a:lnTo>
                <a:lnTo>
                  <a:pt x="4358" y="1703"/>
                </a:lnTo>
                <a:lnTo>
                  <a:pt x="4358" y="1704"/>
                </a:lnTo>
                <a:lnTo>
                  <a:pt x="4357" y="1704"/>
                </a:lnTo>
                <a:lnTo>
                  <a:pt x="4356" y="1704"/>
                </a:lnTo>
                <a:lnTo>
                  <a:pt x="4355" y="1704"/>
                </a:lnTo>
                <a:lnTo>
                  <a:pt x="4355" y="1705"/>
                </a:lnTo>
                <a:lnTo>
                  <a:pt x="4354" y="1705"/>
                </a:lnTo>
                <a:lnTo>
                  <a:pt x="4353" y="1705"/>
                </a:lnTo>
                <a:lnTo>
                  <a:pt x="4352" y="1705"/>
                </a:lnTo>
                <a:lnTo>
                  <a:pt x="4351" y="1706"/>
                </a:lnTo>
                <a:lnTo>
                  <a:pt x="4350" y="1706"/>
                </a:lnTo>
                <a:lnTo>
                  <a:pt x="4350" y="1707"/>
                </a:lnTo>
                <a:lnTo>
                  <a:pt x="4349" y="1708"/>
                </a:lnTo>
                <a:lnTo>
                  <a:pt x="4349" y="1709"/>
                </a:lnTo>
                <a:lnTo>
                  <a:pt x="4349" y="1710"/>
                </a:lnTo>
                <a:lnTo>
                  <a:pt x="4347" y="1711"/>
                </a:lnTo>
                <a:lnTo>
                  <a:pt x="4347" y="1712"/>
                </a:lnTo>
                <a:lnTo>
                  <a:pt x="4346" y="1712"/>
                </a:lnTo>
                <a:lnTo>
                  <a:pt x="4345" y="1712"/>
                </a:lnTo>
                <a:lnTo>
                  <a:pt x="4344" y="1712"/>
                </a:lnTo>
                <a:lnTo>
                  <a:pt x="4343" y="1712"/>
                </a:lnTo>
                <a:lnTo>
                  <a:pt x="4342" y="1712"/>
                </a:lnTo>
                <a:lnTo>
                  <a:pt x="4341" y="1713"/>
                </a:lnTo>
                <a:lnTo>
                  <a:pt x="4339" y="1714"/>
                </a:lnTo>
                <a:lnTo>
                  <a:pt x="4338" y="1714"/>
                </a:lnTo>
                <a:lnTo>
                  <a:pt x="4338" y="1713"/>
                </a:lnTo>
                <a:lnTo>
                  <a:pt x="4339" y="1712"/>
                </a:lnTo>
                <a:lnTo>
                  <a:pt x="4340" y="1712"/>
                </a:lnTo>
                <a:lnTo>
                  <a:pt x="4339" y="1712"/>
                </a:lnTo>
                <a:lnTo>
                  <a:pt x="4338" y="1712"/>
                </a:lnTo>
                <a:lnTo>
                  <a:pt x="4337" y="1713"/>
                </a:lnTo>
                <a:lnTo>
                  <a:pt x="4337" y="1714"/>
                </a:lnTo>
                <a:lnTo>
                  <a:pt x="4338" y="1715"/>
                </a:lnTo>
                <a:lnTo>
                  <a:pt x="4337" y="1715"/>
                </a:lnTo>
                <a:lnTo>
                  <a:pt x="4337" y="1716"/>
                </a:lnTo>
                <a:lnTo>
                  <a:pt x="4338" y="1716"/>
                </a:lnTo>
                <a:lnTo>
                  <a:pt x="4338" y="1717"/>
                </a:lnTo>
                <a:lnTo>
                  <a:pt x="4338" y="1718"/>
                </a:lnTo>
                <a:lnTo>
                  <a:pt x="4338" y="1719"/>
                </a:lnTo>
                <a:lnTo>
                  <a:pt x="4339" y="1719"/>
                </a:lnTo>
                <a:lnTo>
                  <a:pt x="4339" y="1720"/>
                </a:lnTo>
                <a:lnTo>
                  <a:pt x="4339" y="1721"/>
                </a:lnTo>
                <a:lnTo>
                  <a:pt x="4338" y="1721"/>
                </a:lnTo>
                <a:lnTo>
                  <a:pt x="4337" y="1721"/>
                </a:lnTo>
                <a:lnTo>
                  <a:pt x="4336" y="1721"/>
                </a:lnTo>
                <a:lnTo>
                  <a:pt x="4335" y="1721"/>
                </a:lnTo>
                <a:lnTo>
                  <a:pt x="4335" y="1720"/>
                </a:lnTo>
                <a:lnTo>
                  <a:pt x="4335" y="1719"/>
                </a:lnTo>
                <a:lnTo>
                  <a:pt x="4335" y="1718"/>
                </a:lnTo>
                <a:lnTo>
                  <a:pt x="4334" y="1718"/>
                </a:lnTo>
                <a:lnTo>
                  <a:pt x="4334" y="1719"/>
                </a:lnTo>
                <a:lnTo>
                  <a:pt x="4333" y="1719"/>
                </a:lnTo>
                <a:lnTo>
                  <a:pt x="4333" y="1718"/>
                </a:lnTo>
                <a:lnTo>
                  <a:pt x="4332" y="1718"/>
                </a:lnTo>
                <a:lnTo>
                  <a:pt x="4331" y="1718"/>
                </a:lnTo>
                <a:lnTo>
                  <a:pt x="4331" y="1719"/>
                </a:lnTo>
                <a:lnTo>
                  <a:pt x="4332" y="1720"/>
                </a:lnTo>
                <a:lnTo>
                  <a:pt x="4333" y="1721"/>
                </a:lnTo>
                <a:lnTo>
                  <a:pt x="4332" y="1722"/>
                </a:lnTo>
                <a:lnTo>
                  <a:pt x="4331" y="1722"/>
                </a:lnTo>
                <a:lnTo>
                  <a:pt x="4330" y="1721"/>
                </a:lnTo>
                <a:lnTo>
                  <a:pt x="4331" y="1720"/>
                </a:lnTo>
                <a:lnTo>
                  <a:pt x="4330" y="1720"/>
                </a:lnTo>
                <a:lnTo>
                  <a:pt x="4329" y="1720"/>
                </a:lnTo>
                <a:lnTo>
                  <a:pt x="4328" y="1719"/>
                </a:lnTo>
                <a:lnTo>
                  <a:pt x="4327" y="1719"/>
                </a:lnTo>
                <a:lnTo>
                  <a:pt x="4326" y="1719"/>
                </a:lnTo>
                <a:lnTo>
                  <a:pt x="4327" y="1718"/>
                </a:lnTo>
                <a:lnTo>
                  <a:pt x="4326" y="1718"/>
                </a:lnTo>
                <a:lnTo>
                  <a:pt x="4325" y="1718"/>
                </a:lnTo>
                <a:lnTo>
                  <a:pt x="4325" y="1717"/>
                </a:lnTo>
                <a:lnTo>
                  <a:pt x="4326" y="1716"/>
                </a:lnTo>
                <a:lnTo>
                  <a:pt x="4327" y="1716"/>
                </a:lnTo>
                <a:lnTo>
                  <a:pt x="4327" y="1715"/>
                </a:lnTo>
                <a:lnTo>
                  <a:pt x="4328" y="1715"/>
                </a:lnTo>
                <a:lnTo>
                  <a:pt x="4329" y="1715"/>
                </a:lnTo>
                <a:lnTo>
                  <a:pt x="4329" y="1714"/>
                </a:lnTo>
                <a:lnTo>
                  <a:pt x="4330" y="1714"/>
                </a:lnTo>
                <a:lnTo>
                  <a:pt x="4330" y="1715"/>
                </a:lnTo>
                <a:lnTo>
                  <a:pt x="4331" y="1715"/>
                </a:lnTo>
                <a:lnTo>
                  <a:pt x="4331" y="1714"/>
                </a:lnTo>
                <a:lnTo>
                  <a:pt x="4331" y="1713"/>
                </a:lnTo>
                <a:lnTo>
                  <a:pt x="4332" y="1713"/>
                </a:lnTo>
                <a:lnTo>
                  <a:pt x="4333" y="1712"/>
                </a:lnTo>
                <a:lnTo>
                  <a:pt x="4333" y="1711"/>
                </a:lnTo>
                <a:lnTo>
                  <a:pt x="4334" y="1710"/>
                </a:lnTo>
                <a:lnTo>
                  <a:pt x="4335" y="1710"/>
                </a:lnTo>
                <a:lnTo>
                  <a:pt x="4336" y="1710"/>
                </a:lnTo>
                <a:lnTo>
                  <a:pt x="4337" y="1710"/>
                </a:lnTo>
                <a:lnTo>
                  <a:pt x="4336" y="1710"/>
                </a:lnTo>
                <a:lnTo>
                  <a:pt x="4335" y="1709"/>
                </a:lnTo>
                <a:lnTo>
                  <a:pt x="4335" y="1710"/>
                </a:lnTo>
                <a:lnTo>
                  <a:pt x="4334" y="1710"/>
                </a:lnTo>
                <a:lnTo>
                  <a:pt x="4333" y="1710"/>
                </a:lnTo>
                <a:lnTo>
                  <a:pt x="4332" y="1711"/>
                </a:lnTo>
                <a:lnTo>
                  <a:pt x="4331" y="1712"/>
                </a:lnTo>
                <a:lnTo>
                  <a:pt x="4330" y="1712"/>
                </a:lnTo>
                <a:lnTo>
                  <a:pt x="4329" y="1712"/>
                </a:lnTo>
                <a:lnTo>
                  <a:pt x="4328" y="1713"/>
                </a:lnTo>
                <a:lnTo>
                  <a:pt x="4328" y="1714"/>
                </a:lnTo>
                <a:lnTo>
                  <a:pt x="4327" y="1714"/>
                </a:lnTo>
                <a:lnTo>
                  <a:pt x="4326" y="1715"/>
                </a:lnTo>
                <a:lnTo>
                  <a:pt x="4325" y="1715"/>
                </a:lnTo>
                <a:lnTo>
                  <a:pt x="4325" y="1714"/>
                </a:lnTo>
                <a:lnTo>
                  <a:pt x="4325" y="1713"/>
                </a:lnTo>
                <a:lnTo>
                  <a:pt x="4324" y="1712"/>
                </a:lnTo>
                <a:lnTo>
                  <a:pt x="4324" y="1713"/>
                </a:lnTo>
                <a:lnTo>
                  <a:pt x="4323" y="1713"/>
                </a:lnTo>
                <a:lnTo>
                  <a:pt x="4324" y="1713"/>
                </a:lnTo>
                <a:lnTo>
                  <a:pt x="4324" y="1714"/>
                </a:lnTo>
                <a:lnTo>
                  <a:pt x="4324" y="1715"/>
                </a:lnTo>
                <a:lnTo>
                  <a:pt x="4323" y="1716"/>
                </a:lnTo>
                <a:lnTo>
                  <a:pt x="4324" y="1717"/>
                </a:lnTo>
                <a:lnTo>
                  <a:pt x="4324" y="1718"/>
                </a:lnTo>
                <a:lnTo>
                  <a:pt x="4323" y="1718"/>
                </a:lnTo>
                <a:lnTo>
                  <a:pt x="4322" y="1718"/>
                </a:lnTo>
                <a:lnTo>
                  <a:pt x="4322" y="1719"/>
                </a:lnTo>
                <a:lnTo>
                  <a:pt x="4321" y="1719"/>
                </a:lnTo>
                <a:lnTo>
                  <a:pt x="4320" y="1719"/>
                </a:lnTo>
                <a:lnTo>
                  <a:pt x="4320" y="1720"/>
                </a:lnTo>
                <a:lnTo>
                  <a:pt x="4319" y="1719"/>
                </a:lnTo>
                <a:lnTo>
                  <a:pt x="4318" y="1719"/>
                </a:lnTo>
                <a:lnTo>
                  <a:pt x="4317" y="1719"/>
                </a:lnTo>
                <a:lnTo>
                  <a:pt x="4316" y="1720"/>
                </a:lnTo>
                <a:lnTo>
                  <a:pt x="4315" y="1721"/>
                </a:lnTo>
                <a:lnTo>
                  <a:pt x="4315" y="1722"/>
                </a:lnTo>
                <a:lnTo>
                  <a:pt x="4315" y="1723"/>
                </a:lnTo>
                <a:lnTo>
                  <a:pt x="4316" y="1723"/>
                </a:lnTo>
                <a:lnTo>
                  <a:pt x="4317" y="1723"/>
                </a:lnTo>
                <a:lnTo>
                  <a:pt x="4317" y="1724"/>
                </a:lnTo>
                <a:lnTo>
                  <a:pt x="4317" y="1725"/>
                </a:lnTo>
                <a:lnTo>
                  <a:pt x="4315" y="1725"/>
                </a:lnTo>
                <a:lnTo>
                  <a:pt x="4315" y="1724"/>
                </a:lnTo>
                <a:lnTo>
                  <a:pt x="4314" y="1724"/>
                </a:lnTo>
                <a:lnTo>
                  <a:pt x="4314" y="1723"/>
                </a:lnTo>
                <a:lnTo>
                  <a:pt x="4313" y="1723"/>
                </a:lnTo>
                <a:lnTo>
                  <a:pt x="4312" y="1723"/>
                </a:lnTo>
                <a:lnTo>
                  <a:pt x="4311" y="1723"/>
                </a:lnTo>
                <a:lnTo>
                  <a:pt x="4310" y="1723"/>
                </a:lnTo>
                <a:lnTo>
                  <a:pt x="4310" y="1724"/>
                </a:lnTo>
                <a:lnTo>
                  <a:pt x="4309" y="1724"/>
                </a:lnTo>
                <a:lnTo>
                  <a:pt x="4308" y="1724"/>
                </a:lnTo>
                <a:lnTo>
                  <a:pt x="4306" y="1724"/>
                </a:lnTo>
                <a:lnTo>
                  <a:pt x="4305" y="1725"/>
                </a:lnTo>
                <a:lnTo>
                  <a:pt x="4304" y="1726"/>
                </a:lnTo>
                <a:lnTo>
                  <a:pt x="4303" y="1726"/>
                </a:lnTo>
                <a:lnTo>
                  <a:pt x="4303" y="1728"/>
                </a:lnTo>
                <a:lnTo>
                  <a:pt x="4303" y="1727"/>
                </a:lnTo>
                <a:lnTo>
                  <a:pt x="4303" y="1726"/>
                </a:lnTo>
                <a:lnTo>
                  <a:pt x="4302" y="1726"/>
                </a:lnTo>
                <a:lnTo>
                  <a:pt x="4301" y="1726"/>
                </a:lnTo>
                <a:lnTo>
                  <a:pt x="4300" y="1726"/>
                </a:lnTo>
                <a:lnTo>
                  <a:pt x="4299" y="1726"/>
                </a:lnTo>
                <a:lnTo>
                  <a:pt x="4298" y="1727"/>
                </a:lnTo>
                <a:lnTo>
                  <a:pt x="4297" y="1727"/>
                </a:lnTo>
                <a:lnTo>
                  <a:pt x="4297" y="1728"/>
                </a:lnTo>
                <a:lnTo>
                  <a:pt x="4296" y="1728"/>
                </a:lnTo>
                <a:lnTo>
                  <a:pt x="4295" y="1728"/>
                </a:lnTo>
                <a:lnTo>
                  <a:pt x="4294" y="1729"/>
                </a:lnTo>
                <a:lnTo>
                  <a:pt x="4293" y="1730"/>
                </a:lnTo>
                <a:lnTo>
                  <a:pt x="4292" y="1731"/>
                </a:lnTo>
                <a:lnTo>
                  <a:pt x="4291" y="1731"/>
                </a:lnTo>
                <a:lnTo>
                  <a:pt x="4290" y="1732"/>
                </a:lnTo>
                <a:lnTo>
                  <a:pt x="4289" y="1733"/>
                </a:lnTo>
                <a:lnTo>
                  <a:pt x="4288" y="1733"/>
                </a:lnTo>
                <a:lnTo>
                  <a:pt x="4287" y="1733"/>
                </a:lnTo>
                <a:lnTo>
                  <a:pt x="4287" y="1734"/>
                </a:lnTo>
                <a:lnTo>
                  <a:pt x="4286" y="1734"/>
                </a:lnTo>
                <a:lnTo>
                  <a:pt x="4286" y="1733"/>
                </a:lnTo>
                <a:lnTo>
                  <a:pt x="4286" y="1732"/>
                </a:lnTo>
                <a:lnTo>
                  <a:pt x="4285" y="1733"/>
                </a:lnTo>
                <a:lnTo>
                  <a:pt x="4285" y="1734"/>
                </a:lnTo>
                <a:lnTo>
                  <a:pt x="4285" y="1735"/>
                </a:lnTo>
                <a:lnTo>
                  <a:pt x="4285" y="1736"/>
                </a:lnTo>
                <a:lnTo>
                  <a:pt x="4284" y="1736"/>
                </a:lnTo>
                <a:lnTo>
                  <a:pt x="4283" y="1737"/>
                </a:lnTo>
                <a:lnTo>
                  <a:pt x="4282" y="1737"/>
                </a:lnTo>
                <a:lnTo>
                  <a:pt x="4281" y="1737"/>
                </a:lnTo>
                <a:lnTo>
                  <a:pt x="4281" y="1738"/>
                </a:lnTo>
                <a:lnTo>
                  <a:pt x="4280" y="1738"/>
                </a:lnTo>
                <a:lnTo>
                  <a:pt x="4279" y="1738"/>
                </a:lnTo>
                <a:lnTo>
                  <a:pt x="4278" y="1738"/>
                </a:lnTo>
                <a:lnTo>
                  <a:pt x="4278" y="1737"/>
                </a:lnTo>
                <a:lnTo>
                  <a:pt x="4277" y="1737"/>
                </a:lnTo>
                <a:lnTo>
                  <a:pt x="4277" y="1738"/>
                </a:lnTo>
                <a:lnTo>
                  <a:pt x="4277" y="1737"/>
                </a:lnTo>
                <a:lnTo>
                  <a:pt x="4276" y="1737"/>
                </a:lnTo>
                <a:lnTo>
                  <a:pt x="4276" y="1736"/>
                </a:lnTo>
                <a:lnTo>
                  <a:pt x="4275" y="1736"/>
                </a:lnTo>
                <a:lnTo>
                  <a:pt x="4275" y="1735"/>
                </a:lnTo>
                <a:lnTo>
                  <a:pt x="4275" y="1734"/>
                </a:lnTo>
                <a:lnTo>
                  <a:pt x="4275" y="1733"/>
                </a:lnTo>
                <a:lnTo>
                  <a:pt x="4276" y="1733"/>
                </a:lnTo>
                <a:lnTo>
                  <a:pt x="4276" y="1732"/>
                </a:lnTo>
                <a:lnTo>
                  <a:pt x="4275" y="1733"/>
                </a:lnTo>
                <a:lnTo>
                  <a:pt x="4274" y="1734"/>
                </a:lnTo>
                <a:lnTo>
                  <a:pt x="4274" y="1733"/>
                </a:lnTo>
                <a:lnTo>
                  <a:pt x="4273" y="1733"/>
                </a:lnTo>
                <a:lnTo>
                  <a:pt x="4272" y="1733"/>
                </a:lnTo>
                <a:lnTo>
                  <a:pt x="4272" y="1731"/>
                </a:lnTo>
                <a:lnTo>
                  <a:pt x="4272" y="1730"/>
                </a:lnTo>
                <a:lnTo>
                  <a:pt x="4272" y="1729"/>
                </a:lnTo>
                <a:lnTo>
                  <a:pt x="4272" y="1730"/>
                </a:lnTo>
                <a:lnTo>
                  <a:pt x="4272" y="1732"/>
                </a:lnTo>
                <a:lnTo>
                  <a:pt x="4272" y="1733"/>
                </a:lnTo>
                <a:lnTo>
                  <a:pt x="4271" y="1733"/>
                </a:lnTo>
                <a:lnTo>
                  <a:pt x="4271" y="1732"/>
                </a:lnTo>
                <a:lnTo>
                  <a:pt x="4270" y="1731"/>
                </a:lnTo>
                <a:lnTo>
                  <a:pt x="4270" y="1730"/>
                </a:lnTo>
                <a:lnTo>
                  <a:pt x="4268" y="1730"/>
                </a:lnTo>
                <a:lnTo>
                  <a:pt x="4267" y="1730"/>
                </a:lnTo>
                <a:lnTo>
                  <a:pt x="4268" y="1732"/>
                </a:lnTo>
                <a:lnTo>
                  <a:pt x="4270" y="1732"/>
                </a:lnTo>
                <a:lnTo>
                  <a:pt x="4268" y="1733"/>
                </a:lnTo>
                <a:lnTo>
                  <a:pt x="4267" y="1733"/>
                </a:lnTo>
                <a:lnTo>
                  <a:pt x="4266" y="1733"/>
                </a:lnTo>
                <a:lnTo>
                  <a:pt x="4266" y="1734"/>
                </a:lnTo>
                <a:lnTo>
                  <a:pt x="4265" y="1734"/>
                </a:lnTo>
                <a:lnTo>
                  <a:pt x="4264" y="1735"/>
                </a:lnTo>
                <a:lnTo>
                  <a:pt x="4263" y="1735"/>
                </a:lnTo>
                <a:lnTo>
                  <a:pt x="4263" y="1734"/>
                </a:lnTo>
                <a:lnTo>
                  <a:pt x="4262" y="1734"/>
                </a:lnTo>
                <a:lnTo>
                  <a:pt x="4262" y="1733"/>
                </a:lnTo>
                <a:lnTo>
                  <a:pt x="4261" y="1732"/>
                </a:lnTo>
                <a:lnTo>
                  <a:pt x="4261" y="1733"/>
                </a:lnTo>
                <a:lnTo>
                  <a:pt x="4260" y="1733"/>
                </a:lnTo>
                <a:lnTo>
                  <a:pt x="4261" y="1733"/>
                </a:lnTo>
                <a:lnTo>
                  <a:pt x="4262" y="1733"/>
                </a:lnTo>
                <a:lnTo>
                  <a:pt x="4262" y="1734"/>
                </a:lnTo>
                <a:lnTo>
                  <a:pt x="4263" y="1735"/>
                </a:lnTo>
                <a:lnTo>
                  <a:pt x="4263" y="1736"/>
                </a:lnTo>
                <a:lnTo>
                  <a:pt x="4262" y="1736"/>
                </a:lnTo>
                <a:lnTo>
                  <a:pt x="4261" y="1736"/>
                </a:lnTo>
                <a:lnTo>
                  <a:pt x="4261" y="1737"/>
                </a:lnTo>
                <a:lnTo>
                  <a:pt x="4261" y="1736"/>
                </a:lnTo>
                <a:lnTo>
                  <a:pt x="4260" y="1736"/>
                </a:lnTo>
                <a:lnTo>
                  <a:pt x="4259" y="1737"/>
                </a:lnTo>
                <a:lnTo>
                  <a:pt x="4260" y="1737"/>
                </a:lnTo>
                <a:lnTo>
                  <a:pt x="4261" y="1737"/>
                </a:lnTo>
                <a:lnTo>
                  <a:pt x="4262" y="1737"/>
                </a:lnTo>
                <a:lnTo>
                  <a:pt x="4263" y="1737"/>
                </a:lnTo>
                <a:lnTo>
                  <a:pt x="4263" y="1736"/>
                </a:lnTo>
                <a:lnTo>
                  <a:pt x="4264" y="1736"/>
                </a:lnTo>
                <a:lnTo>
                  <a:pt x="4265" y="1735"/>
                </a:lnTo>
                <a:lnTo>
                  <a:pt x="4266" y="1735"/>
                </a:lnTo>
                <a:lnTo>
                  <a:pt x="4266" y="1734"/>
                </a:lnTo>
                <a:lnTo>
                  <a:pt x="4267" y="1734"/>
                </a:lnTo>
                <a:lnTo>
                  <a:pt x="4267" y="1735"/>
                </a:lnTo>
                <a:lnTo>
                  <a:pt x="4268" y="1735"/>
                </a:lnTo>
                <a:lnTo>
                  <a:pt x="4270" y="1735"/>
                </a:lnTo>
                <a:lnTo>
                  <a:pt x="4271" y="1736"/>
                </a:lnTo>
                <a:lnTo>
                  <a:pt x="4271" y="1737"/>
                </a:lnTo>
                <a:lnTo>
                  <a:pt x="4271" y="1739"/>
                </a:lnTo>
                <a:lnTo>
                  <a:pt x="4272" y="1738"/>
                </a:lnTo>
                <a:lnTo>
                  <a:pt x="4272" y="1739"/>
                </a:lnTo>
                <a:lnTo>
                  <a:pt x="4273" y="1739"/>
                </a:lnTo>
                <a:lnTo>
                  <a:pt x="4274" y="1738"/>
                </a:lnTo>
                <a:lnTo>
                  <a:pt x="4274" y="1739"/>
                </a:lnTo>
                <a:lnTo>
                  <a:pt x="4275" y="1739"/>
                </a:lnTo>
                <a:lnTo>
                  <a:pt x="4277" y="1739"/>
                </a:lnTo>
                <a:lnTo>
                  <a:pt x="4278" y="1739"/>
                </a:lnTo>
                <a:lnTo>
                  <a:pt x="4279" y="1740"/>
                </a:lnTo>
                <a:lnTo>
                  <a:pt x="4279" y="1741"/>
                </a:lnTo>
                <a:lnTo>
                  <a:pt x="4279" y="1742"/>
                </a:lnTo>
                <a:lnTo>
                  <a:pt x="4278" y="1742"/>
                </a:lnTo>
                <a:lnTo>
                  <a:pt x="4278" y="1743"/>
                </a:lnTo>
                <a:lnTo>
                  <a:pt x="4277" y="1744"/>
                </a:lnTo>
                <a:lnTo>
                  <a:pt x="4277" y="1745"/>
                </a:lnTo>
                <a:lnTo>
                  <a:pt x="4277" y="1746"/>
                </a:lnTo>
                <a:lnTo>
                  <a:pt x="4276" y="1746"/>
                </a:lnTo>
                <a:lnTo>
                  <a:pt x="4276" y="1747"/>
                </a:lnTo>
                <a:lnTo>
                  <a:pt x="4277" y="1747"/>
                </a:lnTo>
                <a:lnTo>
                  <a:pt x="4277" y="1748"/>
                </a:lnTo>
                <a:lnTo>
                  <a:pt x="4277" y="1747"/>
                </a:lnTo>
                <a:lnTo>
                  <a:pt x="4278" y="1748"/>
                </a:lnTo>
                <a:lnTo>
                  <a:pt x="4278" y="1749"/>
                </a:lnTo>
                <a:lnTo>
                  <a:pt x="4277" y="1749"/>
                </a:lnTo>
                <a:lnTo>
                  <a:pt x="4276" y="1750"/>
                </a:lnTo>
                <a:lnTo>
                  <a:pt x="4276" y="1751"/>
                </a:lnTo>
                <a:lnTo>
                  <a:pt x="4276" y="1750"/>
                </a:lnTo>
                <a:lnTo>
                  <a:pt x="4275" y="1750"/>
                </a:lnTo>
                <a:lnTo>
                  <a:pt x="4274" y="1750"/>
                </a:lnTo>
                <a:lnTo>
                  <a:pt x="4273" y="1750"/>
                </a:lnTo>
                <a:lnTo>
                  <a:pt x="4272" y="1752"/>
                </a:lnTo>
                <a:lnTo>
                  <a:pt x="4273" y="1752"/>
                </a:lnTo>
                <a:lnTo>
                  <a:pt x="4273" y="1753"/>
                </a:lnTo>
                <a:lnTo>
                  <a:pt x="4273" y="1754"/>
                </a:lnTo>
                <a:lnTo>
                  <a:pt x="4272" y="1755"/>
                </a:lnTo>
                <a:lnTo>
                  <a:pt x="4272" y="1756"/>
                </a:lnTo>
                <a:lnTo>
                  <a:pt x="4271" y="1756"/>
                </a:lnTo>
                <a:lnTo>
                  <a:pt x="4271" y="1757"/>
                </a:lnTo>
                <a:lnTo>
                  <a:pt x="4271" y="1758"/>
                </a:lnTo>
                <a:lnTo>
                  <a:pt x="4272" y="1758"/>
                </a:lnTo>
                <a:lnTo>
                  <a:pt x="4271" y="1758"/>
                </a:lnTo>
                <a:lnTo>
                  <a:pt x="4270" y="1758"/>
                </a:lnTo>
                <a:lnTo>
                  <a:pt x="4270" y="1759"/>
                </a:lnTo>
                <a:lnTo>
                  <a:pt x="4270" y="1758"/>
                </a:lnTo>
                <a:lnTo>
                  <a:pt x="4268" y="1758"/>
                </a:lnTo>
                <a:lnTo>
                  <a:pt x="4267" y="1758"/>
                </a:lnTo>
                <a:lnTo>
                  <a:pt x="4267" y="1757"/>
                </a:lnTo>
                <a:lnTo>
                  <a:pt x="4267" y="1756"/>
                </a:lnTo>
                <a:lnTo>
                  <a:pt x="4267" y="1755"/>
                </a:lnTo>
                <a:lnTo>
                  <a:pt x="4268" y="1754"/>
                </a:lnTo>
                <a:lnTo>
                  <a:pt x="4268" y="1753"/>
                </a:lnTo>
                <a:lnTo>
                  <a:pt x="4267" y="1753"/>
                </a:lnTo>
                <a:lnTo>
                  <a:pt x="4266" y="1752"/>
                </a:lnTo>
                <a:lnTo>
                  <a:pt x="4266" y="1751"/>
                </a:lnTo>
                <a:lnTo>
                  <a:pt x="4266" y="1750"/>
                </a:lnTo>
                <a:lnTo>
                  <a:pt x="4266" y="1749"/>
                </a:lnTo>
                <a:lnTo>
                  <a:pt x="4265" y="1749"/>
                </a:lnTo>
                <a:lnTo>
                  <a:pt x="4264" y="1749"/>
                </a:lnTo>
                <a:lnTo>
                  <a:pt x="4264" y="1748"/>
                </a:lnTo>
                <a:lnTo>
                  <a:pt x="4264" y="1749"/>
                </a:lnTo>
                <a:lnTo>
                  <a:pt x="4263" y="1749"/>
                </a:lnTo>
                <a:lnTo>
                  <a:pt x="4262" y="1749"/>
                </a:lnTo>
                <a:lnTo>
                  <a:pt x="4258" y="1749"/>
                </a:lnTo>
                <a:lnTo>
                  <a:pt x="4257" y="1750"/>
                </a:lnTo>
                <a:lnTo>
                  <a:pt x="4258" y="1750"/>
                </a:lnTo>
                <a:lnTo>
                  <a:pt x="4258" y="1751"/>
                </a:lnTo>
                <a:lnTo>
                  <a:pt x="4258" y="1752"/>
                </a:lnTo>
                <a:lnTo>
                  <a:pt x="4257" y="1752"/>
                </a:lnTo>
                <a:lnTo>
                  <a:pt x="4256" y="1752"/>
                </a:lnTo>
                <a:lnTo>
                  <a:pt x="4255" y="1753"/>
                </a:lnTo>
                <a:lnTo>
                  <a:pt x="4255" y="1754"/>
                </a:lnTo>
                <a:lnTo>
                  <a:pt x="4254" y="1754"/>
                </a:lnTo>
                <a:lnTo>
                  <a:pt x="4253" y="1756"/>
                </a:lnTo>
                <a:lnTo>
                  <a:pt x="4252" y="1757"/>
                </a:lnTo>
                <a:lnTo>
                  <a:pt x="4252" y="1758"/>
                </a:lnTo>
                <a:lnTo>
                  <a:pt x="4252" y="1759"/>
                </a:lnTo>
                <a:lnTo>
                  <a:pt x="4253" y="1759"/>
                </a:lnTo>
                <a:lnTo>
                  <a:pt x="4254" y="1759"/>
                </a:lnTo>
                <a:lnTo>
                  <a:pt x="4254" y="1760"/>
                </a:lnTo>
                <a:lnTo>
                  <a:pt x="4255" y="1760"/>
                </a:lnTo>
                <a:lnTo>
                  <a:pt x="4256" y="1761"/>
                </a:lnTo>
                <a:lnTo>
                  <a:pt x="4256" y="1762"/>
                </a:lnTo>
                <a:lnTo>
                  <a:pt x="4256" y="1763"/>
                </a:lnTo>
                <a:lnTo>
                  <a:pt x="4255" y="1763"/>
                </a:lnTo>
                <a:lnTo>
                  <a:pt x="4254" y="1763"/>
                </a:lnTo>
                <a:lnTo>
                  <a:pt x="4253" y="1763"/>
                </a:lnTo>
                <a:lnTo>
                  <a:pt x="4252" y="1763"/>
                </a:lnTo>
                <a:lnTo>
                  <a:pt x="4251" y="1763"/>
                </a:lnTo>
                <a:lnTo>
                  <a:pt x="4251" y="1762"/>
                </a:lnTo>
                <a:lnTo>
                  <a:pt x="4250" y="1762"/>
                </a:lnTo>
                <a:lnTo>
                  <a:pt x="4249" y="1762"/>
                </a:lnTo>
                <a:lnTo>
                  <a:pt x="4249" y="1763"/>
                </a:lnTo>
                <a:lnTo>
                  <a:pt x="4248" y="1763"/>
                </a:lnTo>
                <a:lnTo>
                  <a:pt x="4248" y="1764"/>
                </a:lnTo>
                <a:lnTo>
                  <a:pt x="4249" y="1764"/>
                </a:lnTo>
                <a:lnTo>
                  <a:pt x="4249" y="1765"/>
                </a:lnTo>
                <a:lnTo>
                  <a:pt x="4250" y="1765"/>
                </a:lnTo>
                <a:lnTo>
                  <a:pt x="4250" y="1766"/>
                </a:lnTo>
                <a:lnTo>
                  <a:pt x="4249" y="1767"/>
                </a:lnTo>
                <a:lnTo>
                  <a:pt x="4248" y="1767"/>
                </a:lnTo>
                <a:lnTo>
                  <a:pt x="4248" y="1768"/>
                </a:lnTo>
                <a:lnTo>
                  <a:pt x="4249" y="1769"/>
                </a:lnTo>
                <a:lnTo>
                  <a:pt x="4250" y="1768"/>
                </a:lnTo>
                <a:lnTo>
                  <a:pt x="4251" y="1768"/>
                </a:lnTo>
                <a:lnTo>
                  <a:pt x="4251" y="1770"/>
                </a:lnTo>
                <a:lnTo>
                  <a:pt x="4251" y="1771"/>
                </a:lnTo>
                <a:lnTo>
                  <a:pt x="4252" y="1771"/>
                </a:lnTo>
                <a:lnTo>
                  <a:pt x="4251" y="1771"/>
                </a:lnTo>
                <a:lnTo>
                  <a:pt x="4251" y="1772"/>
                </a:lnTo>
                <a:lnTo>
                  <a:pt x="4251" y="1773"/>
                </a:lnTo>
                <a:lnTo>
                  <a:pt x="4251" y="1774"/>
                </a:lnTo>
                <a:lnTo>
                  <a:pt x="4252" y="1774"/>
                </a:lnTo>
                <a:lnTo>
                  <a:pt x="4252" y="1775"/>
                </a:lnTo>
                <a:lnTo>
                  <a:pt x="4252" y="1776"/>
                </a:lnTo>
                <a:lnTo>
                  <a:pt x="4252" y="1777"/>
                </a:lnTo>
                <a:lnTo>
                  <a:pt x="4252" y="1778"/>
                </a:lnTo>
                <a:lnTo>
                  <a:pt x="4252" y="1779"/>
                </a:lnTo>
                <a:lnTo>
                  <a:pt x="4252" y="1780"/>
                </a:lnTo>
                <a:lnTo>
                  <a:pt x="4252" y="1781"/>
                </a:lnTo>
                <a:lnTo>
                  <a:pt x="4253" y="1781"/>
                </a:lnTo>
                <a:lnTo>
                  <a:pt x="4253" y="1782"/>
                </a:lnTo>
                <a:lnTo>
                  <a:pt x="4253" y="1783"/>
                </a:lnTo>
                <a:lnTo>
                  <a:pt x="4254" y="1783"/>
                </a:lnTo>
                <a:lnTo>
                  <a:pt x="4254" y="1782"/>
                </a:lnTo>
                <a:lnTo>
                  <a:pt x="4255" y="1783"/>
                </a:lnTo>
                <a:lnTo>
                  <a:pt x="4254" y="1783"/>
                </a:lnTo>
                <a:lnTo>
                  <a:pt x="4253" y="1783"/>
                </a:lnTo>
                <a:lnTo>
                  <a:pt x="4252" y="1783"/>
                </a:lnTo>
                <a:lnTo>
                  <a:pt x="4251" y="1783"/>
                </a:lnTo>
                <a:lnTo>
                  <a:pt x="4250" y="1783"/>
                </a:lnTo>
                <a:lnTo>
                  <a:pt x="4249" y="1783"/>
                </a:lnTo>
                <a:lnTo>
                  <a:pt x="4249" y="1784"/>
                </a:lnTo>
                <a:lnTo>
                  <a:pt x="4248" y="1784"/>
                </a:lnTo>
                <a:lnTo>
                  <a:pt x="4247" y="1784"/>
                </a:lnTo>
                <a:lnTo>
                  <a:pt x="4246" y="1784"/>
                </a:lnTo>
                <a:lnTo>
                  <a:pt x="4245" y="1784"/>
                </a:lnTo>
                <a:lnTo>
                  <a:pt x="4244" y="1785"/>
                </a:lnTo>
                <a:lnTo>
                  <a:pt x="4245" y="1785"/>
                </a:lnTo>
                <a:lnTo>
                  <a:pt x="4245" y="1786"/>
                </a:lnTo>
                <a:lnTo>
                  <a:pt x="4244" y="1786"/>
                </a:lnTo>
                <a:lnTo>
                  <a:pt x="4243" y="1786"/>
                </a:lnTo>
                <a:lnTo>
                  <a:pt x="4243" y="1785"/>
                </a:lnTo>
                <a:lnTo>
                  <a:pt x="4241" y="1785"/>
                </a:lnTo>
                <a:lnTo>
                  <a:pt x="4241" y="1786"/>
                </a:lnTo>
                <a:lnTo>
                  <a:pt x="4240" y="1785"/>
                </a:lnTo>
                <a:lnTo>
                  <a:pt x="4239" y="1785"/>
                </a:lnTo>
                <a:lnTo>
                  <a:pt x="4239" y="1786"/>
                </a:lnTo>
                <a:lnTo>
                  <a:pt x="4240" y="1787"/>
                </a:lnTo>
                <a:lnTo>
                  <a:pt x="4239" y="1787"/>
                </a:lnTo>
                <a:lnTo>
                  <a:pt x="4238" y="1787"/>
                </a:lnTo>
                <a:lnTo>
                  <a:pt x="4237" y="1787"/>
                </a:lnTo>
                <a:lnTo>
                  <a:pt x="4236" y="1787"/>
                </a:lnTo>
                <a:lnTo>
                  <a:pt x="4235" y="1787"/>
                </a:lnTo>
                <a:lnTo>
                  <a:pt x="4234" y="1787"/>
                </a:lnTo>
                <a:lnTo>
                  <a:pt x="4233" y="1787"/>
                </a:lnTo>
                <a:lnTo>
                  <a:pt x="4232" y="1787"/>
                </a:lnTo>
                <a:lnTo>
                  <a:pt x="4232" y="1788"/>
                </a:lnTo>
                <a:lnTo>
                  <a:pt x="4231" y="1788"/>
                </a:lnTo>
                <a:lnTo>
                  <a:pt x="4231" y="1789"/>
                </a:lnTo>
                <a:lnTo>
                  <a:pt x="4230" y="1790"/>
                </a:lnTo>
                <a:lnTo>
                  <a:pt x="4229" y="1790"/>
                </a:lnTo>
                <a:lnTo>
                  <a:pt x="4229" y="1791"/>
                </a:lnTo>
                <a:lnTo>
                  <a:pt x="4228" y="1791"/>
                </a:lnTo>
                <a:lnTo>
                  <a:pt x="4227" y="1791"/>
                </a:lnTo>
                <a:lnTo>
                  <a:pt x="4226" y="1791"/>
                </a:lnTo>
                <a:lnTo>
                  <a:pt x="4225" y="1791"/>
                </a:lnTo>
                <a:lnTo>
                  <a:pt x="4226" y="1791"/>
                </a:lnTo>
                <a:lnTo>
                  <a:pt x="4225" y="1791"/>
                </a:lnTo>
                <a:lnTo>
                  <a:pt x="4225" y="1790"/>
                </a:lnTo>
                <a:lnTo>
                  <a:pt x="4224" y="1790"/>
                </a:lnTo>
                <a:lnTo>
                  <a:pt x="4223" y="1791"/>
                </a:lnTo>
                <a:lnTo>
                  <a:pt x="4222" y="1791"/>
                </a:lnTo>
                <a:lnTo>
                  <a:pt x="4221" y="1792"/>
                </a:lnTo>
                <a:lnTo>
                  <a:pt x="4221" y="1791"/>
                </a:lnTo>
                <a:lnTo>
                  <a:pt x="4220" y="1791"/>
                </a:lnTo>
                <a:lnTo>
                  <a:pt x="4219" y="1791"/>
                </a:lnTo>
                <a:lnTo>
                  <a:pt x="4219" y="1790"/>
                </a:lnTo>
                <a:lnTo>
                  <a:pt x="4218" y="1790"/>
                </a:lnTo>
                <a:lnTo>
                  <a:pt x="4218" y="1791"/>
                </a:lnTo>
                <a:lnTo>
                  <a:pt x="4216" y="1791"/>
                </a:lnTo>
                <a:lnTo>
                  <a:pt x="4216" y="1790"/>
                </a:lnTo>
                <a:lnTo>
                  <a:pt x="4217" y="1789"/>
                </a:lnTo>
                <a:lnTo>
                  <a:pt x="4218" y="1789"/>
                </a:lnTo>
                <a:lnTo>
                  <a:pt x="4219" y="1788"/>
                </a:lnTo>
                <a:lnTo>
                  <a:pt x="4218" y="1788"/>
                </a:lnTo>
                <a:lnTo>
                  <a:pt x="4219" y="1787"/>
                </a:lnTo>
                <a:lnTo>
                  <a:pt x="4219" y="1788"/>
                </a:lnTo>
                <a:lnTo>
                  <a:pt x="4220" y="1787"/>
                </a:lnTo>
                <a:lnTo>
                  <a:pt x="4220" y="1786"/>
                </a:lnTo>
                <a:lnTo>
                  <a:pt x="4219" y="1787"/>
                </a:lnTo>
                <a:lnTo>
                  <a:pt x="4218" y="1787"/>
                </a:lnTo>
                <a:lnTo>
                  <a:pt x="4218" y="1788"/>
                </a:lnTo>
                <a:lnTo>
                  <a:pt x="4218" y="1787"/>
                </a:lnTo>
                <a:lnTo>
                  <a:pt x="4219" y="1786"/>
                </a:lnTo>
                <a:lnTo>
                  <a:pt x="4218" y="1786"/>
                </a:lnTo>
                <a:lnTo>
                  <a:pt x="4219" y="1785"/>
                </a:lnTo>
                <a:lnTo>
                  <a:pt x="4220" y="1785"/>
                </a:lnTo>
                <a:lnTo>
                  <a:pt x="4220" y="1784"/>
                </a:lnTo>
                <a:lnTo>
                  <a:pt x="4220" y="1783"/>
                </a:lnTo>
                <a:lnTo>
                  <a:pt x="4220" y="1782"/>
                </a:lnTo>
                <a:lnTo>
                  <a:pt x="4221" y="1781"/>
                </a:lnTo>
                <a:lnTo>
                  <a:pt x="4222" y="1781"/>
                </a:lnTo>
                <a:lnTo>
                  <a:pt x="4223" y="1781"/>
                </a:lnTo>
                <a:lnTo>
                  <a:pt x="4224" y="1781"/>
                </a:lnTo>
                <a:lnTo>
                  <a:pt x="4223" y="1781"/>
                </a:lnTo>
                <a:lnTo>
                  <a:pt x="4222" y="1780"/>
                </a:lnTo>
                <a:lnTo>
                  <a:pt x="4223" y="1780"/>
                </a:lnTo>
                <a:lnTo>
                  <a:pt x="4222" y="1780"/>
                </a:lnTo>
                <a:lnTo>
                  <a:pt x="4222" y="1779"/>
                </a:lnTo>
                <a:lnTo>
                  <a:pt x="4223" y="1779"/>
                </a:lnTo>
                <a:lnTo>
                  <a:pt x="4223" y="1778"/>
                </a:lnTo>
                <a:lnTo>
                  <a:pt x="4223" y="1777"/>
                </a:lnTo>
                <a:lnTo>
                  <a:pt x="4222" y="1776"/>
                </a:lnTo>
                <a:lnTo>
                  <a:pt x="4221" y="1775"/>
                </a:lnTo>
                <a:lnTo>
                  <a:pt x="4220" y="1775"/>
                </a:lnTo>
                <a:lnTo>
                  <a:pt x="4220" y="1774"/>
                </a:lnTo>
                <a:lnTo>
                  <a:pt x="4221" y="1774"/>
                </a:lnTo>
                <a:lnTo>
                  <a:pt x="4220" y="1774"/>
                </a:lnTo>
                <a:lnTo>
                  <a:pt x="4220" y="1773"/>
                </a:lnTo>
                <a:lnTo>
                  <a:pt x="4219" y="1773"/>
                </a:lnTo>
                <a:lnTo>
                  <a:pt x="4219" y="1772"/>
                </a:lnTo>
                <a:lnTo>
                  <a:pt x="4219" y="1771"/>
                </a:lnTo>
                <a:lnTo>
                  <a:pt x="4218" y="1770"/>
                </a:lnTo>
                <a:lnTo>
                  <a:pt x="4218" y="1771"/>
                </a:lnTo>
                <a:lnTo>
                  <a:pt x="4217" y="1771"/>
                </a:lnTo>
                <a:lnTo>
                  <a:pt x="4217" y="1772"/>
                </a:lnTo>
                <a:lnTo>
                  <a:pt x="4217" y="1773"/>
                </a:lnTo>
                <a:lnTo>
                  <a:pt x="4216" y="1773"/>
                </a:lnTo>
                <a:lnTo>
                  <a:pt x="4216" y="1774"/>
                </a:lnTo>
                <a:lnTo>
                  <a:pt x="4216" y="1775"/>
                </a:lnTo>
                <a:lnTo>
                  <a:pt x="4216" y="1776"/>
                </a:lnTo>
                <a:lnTo>
                  <a:pt x="4217" y="1776"/>
                </a:lnTo>
                <a:lnTo>
                  <a:pt x="4218" y="1776"/>
                </a:lnTo>
                <a:lnTo>
                  <a:pt x="4218" y="1777"/>
                </a:lnTo>
                <a:lnTo>
                  <a:pt x="4217" y="1778"/>
                </a:lnTo>
                <a:lnTo>
                  <a:pt x="4216" y="1778"/>
                </a:lnTo>
                <a:lnTo>
                  <a:pt x="4215" y="1778"/>
                </a:lnTo>
                <a:lnTo>
                  <a:pt x="4214" y="1778"/>
                </a:lnTo>
                <a:lnTo>
                  <a:pt x="4213" y="1778"/>
                </a:lnTo>
                <a:lnTo>
                  <a:pt x="4213" y="1777"/>
                </a:lnTo>
                <a:lnTo>
                  <a:pt x="4214" y="1777"/>
                </a:lnTo>
                <a:lnTo>
                  <a:pt x="4214" y="1776"/>
                </a:lnTo>
                <a:lnTo>
                  <a:pt x="4213" y="1776"/>
                </a:lnTo>
                <a:lnTo>
                  <a:pt x="4212" y="1776"/>
                </a:lnTo>
                <a:lnTo>
                  <a:pt x="4211" y="1776"/>
                </a:lnTo>
                <a:lnTo>
                  <a:pt x="4211" y="1777"/>
                </a:lnTo>
                <a:lnTo>
                  <a:pt x="4210" y="1777"/>
                </a:lnTo>
                <a:lnTo>
                  <a:pt x="4210" y="1776"/>
                </a:lnTo>
                <a:lnTo>
                  <a:pt x="4210" y="1775"/>
                </a:lnTo>
                <a:lnTo>
                  <a:pt x="4210" y="1774"/>
                </a:lnTo>
                <a:lnTo>
                  <a:pt x="4209" y="1774"/>
                </a:lnTo>
                <a:lnTo>
                  <a:pt x="4208" y="1775"/>
                </a:lnTo>
                <a:lnTo>
                  <a:pt x="4207" y="1775"/>
                </a:lnTo>
                <a:lnTo>
                  <a:pt x="4206" y="1776"/>
                </a:lnTo>
                <a:lnTo>
                  <a:pt x="4205" y="1777"/>
                </a:lnTo>
                <a:lnTo>
                  <a:pt x="4204" y="1778"/>
                </a:lnTo>
                <a:lnTo>
                  <a:pt x="4203" y="1778"/>
                </a:lnTo>
                <a:lnTo>
                  <a:pt x="4202" y="1778"/>
                </a:lnTo>
                <a:lnTo>
                  <a:pt x="4201" y="1778"/>
                </a:lnTo>
                <a:lnTo>
                  <a:pt x="4201" y="1777"/>
                </a:lnTo>
                <a:lnTo>
                  <a:pt x="4202" y="1777"/>
                </a:lnTo>
                <a:lnTo>
                  <a:pt x="4201" y="1777"/>
                </a:lnTo>
                <a:lnTo>
                  <a:pt x="4200" y="1777"/>
                </a:lnTo>
                <a:lnTo>
                  <a:pt x="4200" y="1778"/>
                </a:lnTo>
                <a:lnTo>
                  <a:pt x="4201" y="1778"/>
                </a:lnTo>
                <a:lnTo>
                  <a:pt x="4202" y="1779"/>
                </a:lnTo>
                <a:lnTo>
                  <a:pt x="4201" y="1780"/>
                </a:lnTo>
                <a:lnTo>
                  <a:pt x="4202" y="1780"/>
                </a:lnTo>
                <a:lnTo>
                  <a:pt x="4202" y="1781"/>
                </a:lnTo>
                <a:lnTo>
                  <a:pt x="4202" y="1782"/>
                </a:lnTo>
                <a:lnTo>
                  <a:pt x="4201" y="1783"/>
                </a:lnTo>
                <a:lnTo>
                  <a:pt x="4200" y="1783"/>
                </a:lnTo>
                <a:lnTo>
                  <a:pt x="4199" y="1783"/>
                </a:lnTo>
                <a:lnTo>
                  <a:pt x="4198" y="1783"/>
                </a:lnTo>
                <a:lnTo>
                  <a:pt x="4197" y="1783"/>
                </a:lnTo>
                <a:lnTo>
                  <a:pt x="4198" y="1783"/>
                </a:lnTo>
                <a:lnTo>
                  <a:pt x="4198" y="1784"/>
                </a:lnTo>
                <a:lnTo>
                  <a:pt x="4199" y="1784"/>
                </a:lnTo>
                <a:lnTo>
                  <a:pt x="4200" y="1784"/>
                </a:lnTo>
                <a:lnTo>
                  <a:pt x="4200" y="1785"/>
                </a:lnTo>
                <a:lnTo>
                  <a:pt x="4200" y="1786"/>
                </a:lnTo>
                <a:lnTo>
                  <a:pt x="4200" y="1787"/>
                </a:lnTo>
                <a:lnTo>
                  <a:pt x="4201" y="1787"/>
                </a:lnTo>
                <a:lnTo>
                  <a:pt x="4202" y="1787"/>
                </a:lnTo>
                <a:lnTo>
                  <a:pt x="4203" y="1787"/>
                </a:lnTo>
                <a:lnTo>
                  <a:pt x="4203" y="1788"/>
                </a:lnTo>
                <a:lnTo>
                  <a:pt x="4204" y="1788"/>
                </a:lnTo>
                <a:lnTo>
                  <a:pt x="4204" y="1789"/>
                </a:lnTo>
                <a:lnTo>
                  <a:pt x="4205" y="1788"/>
                </a:lnTo>
                <a:lnTo>
                  <a:pt x="4205" y="1789"/>
                </a:lnTo>
                <a:lnTo>
                  <a:pt x="4205" y="1790"/>
                </a:lnTo>
                <a:lnTo>
                  <a:pt x="4206" y="1790"/>
                </a:lnTo>
                <a:lnTo>
                  <a:pt x="4207" y="1790"/>
                </a:lnTo>
                <a:lnTo>
                  <a:pt x="4211" y="1790"/>
                </a:lnTo>
                <a:lnTo>
                  <a:pt x="4212" y="1790"/>
                </a:lnTo>
                <a:lnTo>
                  <a:pt x="4212" y="1791"/>
                </a:lnTo>
                <a:lnTo>
                  <a:pt x="4211" y="1791"/>
                </a:lnTo>
                <a:lnTo>
                  <a:pt x="4211" y="1792"/>
                </a:lnTo>
                <a:lnTo>
                  <a:pt x="4210" y="1792"/>
                </a:lnTo>
                <a:lnTo>
                  <a:pt x="4210" y="1793"/>
                </a:lnTo>
                <a:lnTo>
                  <a:pt x="4211" y="1793"/>
                </a:lnTo>
                <a:lnTo>
                  <a:pt x="4211" y="1794"/>
                </a:lnTo>
                <a:lnTo>
                  <a:pt x="4209" y="1795"/>
                </a:lnTo>
                <a:lnTo>
                  <a:pt x="4210" y="1795"/>
                </a:lnTo>
                <a:lnTo>
                  <a:pt x="4208" y="1797"/>
                </a:lnTo>
                <a:lnTo>
                  <a:pt x="4207" y="1796"/>
                </a:lnTo>
                <a:lnTo>
                  <a:pt x="4207" y="1797"/>
                </a:lnTo>
                <a:lnTo>
                  <a:pt x="4208" y="1797"/>
                </a:lnTo>
                <a:lnTo>
                  <a:pt x="4209" y="1797"/>
                </a:lnTo>
                <a:lnTo>
                  <a:pt x="4212" y="1795"/>
                </a:lnTo>
                <a:lnTo>
                  <a:pt x="4212" y="1796"/>
                </a:lnTo>
                <a:lnTo>
                  <a:pt x="4212" y="1795"/>
                </a:lnTo>
                <a:lnTo>
                  <a:pt x="4213" y="1796"/>
                </a:lnTo>
                <a:lnTo>
                  <a:pt x="4212" y="1797"/>
                </a:lnTo>
                <a:lnTo>
                  <a:pt x="4212" y="1798"/>
                </a:lnTo>
                <a:lnTo>
                  <a:pt x="4212" y="1799"/>
                </a:lnTo>
                <a:lnTo>
                  <a:pt x="4213" y="1799"/>
                </a:lnTo>
                <a:lnTo>
                  <a:pt x="4214" y="1798"/>
                </a:lnTo>
                <a:lnTo>
                  <a:pt x="4214" y="1797"/>
                </a:lnTo>
                <a:lnTo>
                  <a:pt x="4213" y="1797"/>
                </a:lnTo>
                <a:lnTo>
                  <a:pt x="4214" y="1797"/>
                </a:lnTo>
                <a:lnTo>
                  <a:pt x="4215" y="1797"/>
                </a:lnTo>
                <a:lnTo>
                  <a:pt x="4215" y="1798"/>
                </a:lnTo>
                <a:lnTo>
                  <a:pt x="4215" y="1797"/>
                </a:lnTo>
                <a:lnTo>
                  <a:pt x="4215" y="1796"/>
                </a:lnTo>
                <a:lnTo>
                  <a:pt x="4216" y="1795"/>
                </a:lnTo>
                <a:lnTo>
                  <a:pt x="4218" y="1795"/>
                </a:lnTo>
                <a:lnTo>
                  <a:pt x="4218" y="1796"/>
                </a:lnTo>
                <a:lnTo>
                  <a:pt x="4218" y="1797"/>
                </a:lnTo>
                <a:lnTo>
                  <a:pt x="4217" y="1797"/>
                </a:lnTo>
                <a:lnTo>
                  <a:pt x="4217" y="1798"/>
                </a:lnTo>
                <a:lnTo>
                  <a:pt x="4217" y="1799"/>
                </a:lnTo>
                <a:lnTo>
                  <a:pt x="4216" y="1800"/>
                </a:lnTo>
                <a:lnTo>
                  <a:pt x="4215" y="1800"/>
                </a:lnTo>
                <a:lnTo>
                  <a:pt x="4214" y="1800"/>
                </a:lnTo>
                <a:lnTo>
                  <a:pt x="4213" y="1800"/>
                </a:lnTo>
                <a:lnTo>
                  <a:pt x="4211" y="1802"/>
                </a:lnTo>
                <a:lnTo>
                  <a:pt x="4210" y="1803"/>
                </a:lnTo>
                <a:lnTo>
                  <a:pt x="4209" y="1804"/>
                </a:lnTo>
                <a:lnTo>
                  <a:pt x="4209" y="1805"/>
                </a:lnTo>
                <a:lnTo>
                  <a:pt x="4208" y="1805"/>
                </a:lnTo>
                <a:lnTo>
                  <a:pt x="4208" y="1806"/>
                </a:lnTo>
                <a:lnTo>
                  <a:pt x="4207" y="1807"/>
                </a:lnTo>
                <a:lnTo>
                  <a:pt x="4207" y="1808"/>
                </a:lnTo>
                <a:lnTo>
                  <a:pt x="4206" y="1808"/>
                </a:lnTo>
                <a:lnTo>
                  <a:pt x="4205" y="1808"/>
                </a:lnTo>
                <a:lnTo>
                  <a:pt x="4205" y="1807"/>
                </a:lnTo>
                <a:lnTo>
                  <a:pt x="4206" y="1806"/>
                </a:lnTo>
                <a:lnTo>
                  <a:pt x="4207" y="1806"/>
                </a:lnTo>
                <a:lnTo>
                  <a:pt x="4207" y="1805"/>
                </a:lnTo>
                <a:lnTo>
                  <a:pt x="4208" y="1804"/>
                </a:lnTo>
                <a:lnTo>
                  <a:pt x="4209" y="1803"/>
                </a:lnTo>
                <a:lnTo>
                  <a:pt x="4209" y="1802"/>
                </a:lnTo>
                <a:lnTo>
                  <a:pt x="4208" y="1802"/>
                </a:lnTo>
                <a:lnTo>
                  <a:pt x="4207" y="1802"/>
                </a:lnTo>
                <a:lnTo>
                  <a:pt x="4206" y="1803"/>
                </a:lnTo>
                <a:lnTo>
                  <a:pt x="4205" y="1803"/>
                </a:lnTo>
                <a:lnTo>
                  <a:pt x="4205" y="1804"/>
                </a:lnTo>
                <a:lnTo>
                  <a:pt x="4205" y="1805"/>
                </a:lnTo>
                <a:lnTo>
                  <a:pt x="4204" y="1805"/>
                </a:lnTo>
                <a:lnTo>
                  <a:pt x="4204" y="1806"/>
                </a:lnTo>
                <a:lnTo>
                  <a:pt x="4203" y="1806"/>
                </a:lnTo>
                <a:lnTo>
                  <a:pt x="4203" y="1805"/>
                </a:lnTo>
                <a:lnTo>
                  <a:pt x="4202" y="1805"/>
                </a:lnTo>
                <a:lnTo>
                  <a:pt x="4202" y="1806"/>
                </a:lnTo>
                <a:lnTo>
                  <a:pt x="4201" y="1806"/>
                </a:lnTo>
                <a:lnTo>
                  <a:pt x="4200" y="1806"/>
                </a:lnTo>
                <a:lnTo>
                  <a:pt x="4199" y="1807"/>
                </a:lnTo>
                <a:lnTo>
                  <a:pt x="4198" y="1808"/>
                </a:lnTo>
                <a:lnTo>
                  <a:pt x="4197" y="1808"/>
                </a:lnTo>
                <a:lnTo>
                  <a:pt x="4196" y="1808"/>
                </a:lnTo>
                <a:lnTo>
                  <a:pt x="4196" y="1809"/>
                </a:lnTo>
                <a:lnTo>
                  <a:pt x="4195" y="1810"/>
                </a:lnTo>
                <a:lnTo>
                  <a:pt x="4195" y="1811"/>
                </a:lnTo>
                <a:lnTo>
                  <a:pt x="4194" y="1811"/>
                </a:lnTo>
                <a:lnTo>
                  <a:pt x="4194" y="1812"/>
                </a:lnTo>
                <a:lnTo>
                  <a:pt x="4194" y="1813"/>
                </a:lnTo>
                <a:lnTo>
                  <a:pt x="4193" y="1814"/>
                </a:lnTo>
                <a:lnTo>
                  <a:pt x="4193" y="1815"/>
                </a:lnTo>
                <a:lnTo>
                  <a:pt x="4193" y="1816"/>
                </a:lnTo>
                <a:lnTo>
                  <a:pt x="4193" y="1817"/>
                </a:lnTo>
                <a:lnTo>
                  <a:pt x="4194" y="1818"/>
                </a:lnTo>
                <a:lnTo>
                  <a:pt x="4194" y="1819"/>
                </a:lnTo>
                <a:lnTo>
                  <a:pt x="4193" y="1819"/>
                </a:lnTo>
                <a:lnTo>
                  <a:pt x="4193" y="1820"/>
                </a:lnTo>
                <a:lnTo>
                  <a:pt x="4193" y="1821"/>
                </a:lnTo>
                <a:lnTo>
                  <a:pt x="4192" y="1822"/>
                </a:lnTo>
                <a:lnTo>
                  <a:pt x="4192" y="1823"/>
                </a:lnTo>
                <a:lnTo>
                  <a:pt x="4192" y="1824"/>
                </a:lnTo>
                <a:lnTo>
                  <a:pt x="4191" y="1824"/>
                </a:lnTo>
                <a:lnTo>
                  <a:pt x="4192" y="1825"/>
                </a:lnTo>
                <a:lnTo>
                  <a:pt x="4191" y="1825"/>
                </a:lnTo>
                <a:lnTo>
                  <a:pt x="4190" y="1825"/>
                </a:lnTo>
                <a:lnTo>
                  <a:pt x="4189" y="1825"/>
                </a:lnTo>
                <a:lnTo>
                  <a:pt x="4189" y="1824"/>
                </a:lnTo>
                <a:lnTo>
                  <a:pt x="4188" y="1823"/>
                </a:lnTo>
                <a:lnTo>
                  <a:pt x="4187" y="1823"/>
                </a:lnTo>
                <a:lnTo>
                  <a:pt x="4187" y="1822"/>
                </a:lnTo>
                <a:lnTo>
                  <a:pt x="4187" y="1821"/>
                </a:lnTo>
                <a:lnTo>
                  <a:pt x="4186" y="1821"/>
                </a:lnTo>
                <a:lnTo>
                  <a:pt x="4185" y="1820"/>
                </a:lnTo>
                <a:lnTo>
                  <a:pt x="4184" y="1820"/>
                </a:lnTo>
                <a:lnTo>
                  <a:pt x="4184" y="1821"/>
                </a:lnTo>
                <a:lnTo>
                  <a:pt x="4183" y="1821"/>
                </a:lnTo>
                <a:lnTo>
                  <a:pt x="4182" y="1822"/>
                </a:lnTo>
                <a:lnTo>
                  <a:pt x="4182" y="1823"/>
                </a:lnTo>
                <a:lnTo>
                  <a:pt x="4182" y="1824"/>
                </a:lnTo>
                <a:lnTo>
                  <a:pt x="4184" y="1825"/>
                </a:lnTo>
                <a:lnTo>
                  <a:pt x="4185" y="1825"/>
                </a:lnTo>
                <a:lnTo>
                  <a:pt x="4185" y="1826"/>
                </a:lnTo>
                <a:lnTo>
                  <a:pt x="4185" y="1827"/>
                </a:lnTo>
                <a:lnTo>
                  <a:pt x="4184" y="1827"/>
                </a:lnTo>
                <a:lnTo>
                  <a:pt x="4183" y="1827"/>
                </a:lnTo>
                <a:lnTo>
                  <a:pt x="4183" y="1828"/>
                </a:lnTo>
                <a:lnTo>
                  <a:pt x="4182" y="1828"/>
                </a:lnTo>
                <a:lnTo>
                  <a:pt x="4182" y="1829"/>
                </a:lnTo>
                <a:lnTo>
                  <a:pt x="4182" y="1830"/>
                </a:lnTo>
                <a:lnTo>
                  <a:pt x="4182" y="1831"/>
                </a:lnTo>
                <a:lnTo>
                  <a:pt x="4182" y="1832"/>
                </a:lnTo>
                <a:lnTo>
                  <a:pt x="4183" y="1832"/>
                </a:lnTo>
                <a:lnTo>
                  <a:pt x="4183" y="1833"/>
                </a:lnTo>
                <a:lnTo>
                  <a:pt x="4183" y="1834"/>
                </a:lnTo>
                <a:lnTo>
                  <a:pt x="4182" y="1834"/>
                </a:lnTo>
                <a:lnTo>
                  <a:pt x="4181" y="1834"/>
                </a:lnTo>
                <a:lnTo>
                  <a:pt x="4180" y="1834"/>
                </a:lnTo>
                <a:lnTo>
                  <a:pt x="4180" y="1835"/>
                </a:lnTo>
                <a:lnTo>
                  <a:pt x="4179" y="1835"/>
                </a:lnTo>
                <a:lnTo>
                  <a:pt x="4179" y="1836"/>
                </a:lnTo>
                <a:lnTo>
                  <a:pt x="4178" y="1837"/>
                </a:lnTo>
                <a:lnTo>
                  <a:pt x="4178" y="1836"/>
                </a:lnTo>
                <a:lnTo>
                  <a:pt x="4178" y="1835"/>
                </a:lnTo>
                <a:lnTo>
                  <a:pt x="4177" y="1835"/>
                </a:lnTo>
                <a:lnTo>
                  <a:pt x="4177" y="1834"/>
                </a:lnTo>
                <a:lnTo>
                  <a:pt x="4176" y="1834"/>
                </a:lnTo>
                <a:lnTo>
                  <a:pt x="4176" y="1835"/>
                </a:lnTo>
                <a:lnTo>
                  <a:pt x="4175" y="1835"/>
                </a:lnTo>
                <a:lnTo>
                  <a:pt x="4175" y="1834"/>
                </a:lnTo>
                <a:lnTo>
                  <a:pt x="4175" y="1833"/>
                </a:lnTo>
                <a:lnTo>
                  <a:pt x="4174" y="1832"/>
                </a:lnTo>
                <a:lnTo>
                  <a:pt x="4173" y="1833"/>
                </a:lnTo>
                <a:lnTo>
                  <a:pt x="4174" y="1833"/>
                </a:lnTo>
                <a:lnTo>
                  <a:pt x="4173" y="1833"/>
                </a:lnTo>
                <a:lnTo>
                  <a:pt x="4172" y="1834"/>
                </a:lnTo>
                <a:lnTo>
                  <a:pt x="4171" y="1834"/>
                </a:lnTo>
                <a:lnTo>
                  <a:pt x="4171" y="1835"/>
                </a:lnTo>
                <a:lnTo>
                  <a:pt x="4172" y="1835"/>
                </a:lnTo>
                <a:lnTo>
                  <a:pt x="4171" y="1835"/>
                </a:lnTo>
                <a:lnTo>
                  <a:pt x="4171" y="1836"/>
                </a:lnTo>
                <a:lnTo>
                  <a:pt x="4172" y="1836"/>
                </a:lnTo>
                <a:lnTo>
                  <a:pt x="4172" y="1837"/>
                </a:lnTo>
                <a:lnTo>
                  <a:pt x="4171" y="1838"/>
                </a:lnTo>
                <a:lnTo>
                  <a:pt x="4172" y="1839"/>
                </a:lnTo>
                <a:lnTo>
                  <a:pt x="4171" y="1840"/>
                </a:lnTo>
                <a:lnTo>
                  <a:pt x="4170" y="1839"/>
                </a:lnTo>
                <a:lnTo>
                  <a:pt x="4169" y="1840"/>
                </a:lnTo>
                <a:lnTo>
                  <a:pt x="4169" y="1839"/>
                </a:lnTo>
                <a:lnTo>
                  <a:pt x="4168" y="1839"/>
                </a:lnTo>
                <a:lnTo>
                  <a:pt x="4168" y="1836"/>
                </a:lnTo>
                <a:lnTo>
                  <a:pt x="4167" y="1834"/>
                </a:lnTo>
                <a:lnTo>
                  <a:pt x="4167" y="1833"/>
                </a:lnTo>
                <a:lnTo>
                  <a:pt x="4166" y="1833"/>
                </a:lnTo>
                <a:lnTo>
                  <a:pt x="4166" y="1835"/>
                </a:lnTo>
                <a:lnTo>
                  <a:pt x="4167" y="1835"/>
                </a:lnTo>
                <a:lnTo>
                  <a:pt x="4166" y="1835"/>
                </a:lnTo>
                <a:lnTo>
                  <a:pt x="4165" y="1835"/>
                </a:lnTo>
                <a:lnTo>
                  <a:pt x="4164" y="1836"/>
                </a:lnTo>
                <a:lnTo>
                  <a:pt x="4163" y="1837"/>
                </a:lnTo>
                <a:lnTo>
                  <a:pt x="4162" y="1837"/>
                </a:lnTo>
                <a:lnTo>
                  <a:pt x="4162" y="1838"/>
                </a:lnTo>
                <a:lnTo>
                  <a:pt x="4161" y="1838"/>
                </a:lnTo>
                <a:lnTo>
                  <a:pt x="4161" y="1839"/>
                </a:lnTo>
                <a:lnTo>
                  <a:pt x="4160" y="1839"/>
                </a:lnTo>
                <a:lnTo>
                  <a:pt x="4160" y="1838"/>
                </a:lnTo>
                <a:lnTo>
                  <a:pt x="4159" y="1838"/>
                </a:lnTo>
                <a:lnTo>
                  <a:pt x="4159" y="1837"/>
                </a:lnTo>
                <a:lnTo>
                  <a:pt x="4158" y="1836"/>
                </a:lnTo>
                <a:lnTo>
                  <a:pt x="4158" y="1837"/>
                </a:lnTo>
                <a:lnTo>
                  <a:pt x="4159" y="1837"/>
                </a:lnTo>
                <a:lnTo>
                  <a:pt x="4159" y="1838"/>
                </a:lnTo>
                <a:lnTo>
                  <a:pt x="4159" y="1839"/>
                </a:lnTo>
                <a:lnTo>
                  <a:pt x="4158" y="1838"/>
                </a:lnTo>
                <a:lnTo>
                  <a:pt x="4158" y="1839"/>
                </a:lnTo>
                <a:lnTo>
                  <a:pt x="4159" y="1839"/>
                </a:lnTo>
                <a:lnTo>
                  <a:pt x="4160" y="1840"/>
                </a:lnTo>
                <a:lnTo>
                  <a:pt x="4159" y="1840"/>
                </a:lnTo>
                <a:lnTo>
                  <a:pt x="4159" y="1841"/>
                </a:lnTo>
                <a:lnTo>
                  <a:pt x="4158" y="1841"/>
                </a:lnTo>
                <a:lnTo>
                  <a:pt x="4157" y="1841"/>
                </a:lnTo>
                <a:lnTo>
                  <a:pt x="4157" y="1842"/>
                </a:lnTo>
                <a:lnTo>
                  <a:pt x="4158" y="1842"/>
                </a:lnTo>
                <a:lnTo>
                  <a:pt x="4157" y="1843"/>
                </a:lnTo>
                <a:lnTo>
                  <a:pt x="4157" y="1844"/>
                </a:lnTo>
                <a:lnTo>
                  <a:pt x="4157" y="1845"/>
                </a:lnTo>
                <a:lnTo>
                  <a:pt x="4156" y="1846"/>
                </a:lnTo>
                <a:lnTo>
                  <a:pt x="4157" y="1847"/>
                </a:lnTo>
                <a:lnTo>
                  <a:pt x="4156" y="1847"/>
                </a:lnTo>
                <a:lnTo>
                  <a:pt x="4155" y="1849"/>
                </a:lnTo>
                <a:lnTo>
                  <a:pt x="4155" y="1850"/>
                </a:lnTo>
                <a:lnTo>
                  <a:pt x="4155" y="1851"/>
                </a:lnTo>
                <a:lnTo>
                  <a:pt x="4154" y="1851"/>
                </a:lnTo>
                <a:lnTo>
                  <a:pt x="4154" y="1852"/>
                </a:lnTo>
                <a:lnTo>
                  <a:pt x="4153" y="1852"/>
                </a:lnTo>
                <a:lnTo>
                  <a:pt x="4152" y="1852"/>
                </a:lnTo>
                <a:lnTo>
                  <a:pt x="4152" y="1853"/>
                </a:lnTo>
                <a:lnTo>
                  <a:pt x="4152" y="1854"/>
                </a:lnTo>
                <a:lnTo>
                  <a:pt x="4152" y="1855"/>
                </a:lnTo>
                <a:lnTo>
                  <a:pt x="4151" y="1856"/>
                </a:lnTo>
                <a:lnTo>
                  <a:pt x="4151" y="1857"/>
                </a:lnTo>
                <a:lnTo>
                  <a:pt x="4151" y="1858"/>
                </a:lnTo>
                <a:lnTo>
                  <a:pt x="4150" y="1858"/>
                </a:lnTo>
                <a:lnTo>
                  <a:pt x="4150" y="1857"/>
                </a:lnTo>
                <a:lnTo>
                  <a:pt x="4150" y="1858"/>
                </a:lnTo>
                <a:lnTo>
                  <a:pt x="4151" y="1858"/>
                </a:lnTo>
                <a:lnTo>
                  <a:pt x="4151" y="1859"/>
                </a:lnTo>
                <a:lnTo>
                  <a:pt x="4151" y="1860"/>
                </a:lnTo>
                <a:lnTo>
                  <a:pt x="4151" y="1861"/>
                </a:lnTo>
                <a:lnTo>
                  <a:pt x="4150" y="1861"/>
                </a:lnTo>
                <a:lnTo>
                  <a:pt x="4150" y="1862"/>
                </a:lnTo>
                <a:lnTo>
                  <a:pt x="4150" y="1863"/>
                </a:lnTo>
                <a:lnTo>
                  <a:pt x="4149" y="1863"/>
                </a:lnTo>
                <a:lnTo>
                  <a:pt x="4150" y="1862"/>
                </a:lnTo>
                <a:lnTo>
                  <a:pt x="4150" y="1861"/>
                </a:lnTo>
                <a:lnTo>
                  <a:pt x="4149" y="1860"/>
                </a:lnTo>
                <a:lnTo>
                  <a:pt x="4148" y="1861"/>
                </a:lnTo>
                <a:lnTo>
                  <a:pt x="4148" y="1865"/>
                </a:lnTo>
                <a:lnTo>
                  <a:pt x="4148" y="1868"/>
                </a:lnTo>
                <a:lnTo>
                  <a:pt x="4147" y="1868"/>
                </a:lnTo>
                <a:lnTo>
                  <a:pt x="4147" y="1865"/>
                </a:lnTo>
                <a:lnTo>
                  <a:pt x="4145" y="1865"/>
                </a:lnTo>
                <a:lnTo>
                  <a:pt x="4144" y="1865"/>
                </a:lnTo>
                <a:lnTo>
                  <a:pt x="4143" y="1865"/>
                </a:lnTo>
                <a:lnTo>
                  <a:pt x="4142" y="1865"/>
                </a:lnTo>
                <a:lnTo>
                  <a:pt x="4143" y="1866"/>
                </a:lnTo>
                <a:lnTo>
                  <a:pt x="4143" y="1867"/>
                </a:lnTo>
                <a:lnTo>
                  <a:pt x="4142" y="1866"/>
                </a:lnTo>
                <a:lnTo>
                  <a:pt x="4141" y="1868"/>
                </a:lnTo>
                <a:lnTo>
                  <a:pt x="4140" y="1868"/>
                </a:lnTo>
                <a:lnTo>
                  <a:pt x="4140" y="1867"/>
                </a:lnTo>
                <a:lnTo>
                  <a:pt x="4140" y="1868"/>
                </a:lnTo>
                <a:lnTo>
                  <a:pt x="4139" y="1868"/>
                </a:lnTo>
                <a:lnTo>
                  <a:pt x="4140" y="1868"/>
                </a:lnTo>
                <a:lnTo>
                  <a:pt x="4140" y="1869"/>
                </a:lnTo>
                <a:lnTo>
                  <a:pt x="4139" y="1870"/>
                </a:lnTo>
                <a:lnTo>
                  <a:pt x="4138" y="1870"/>
                </a:lnTo>
                <a:lnTo>
                  <a:pt x="4138" y="1871"/>
                </a:lnTo>
                <a:lnTo>
                  <a:pt x="4137" y="1871"/>
                </a:lnTo>
                <a:lnTo>
                  <a:pt x="4137" y="1872"/>
                </a:lnTo>
                <a:lnTo>
                  <a:pt x="4137" y="1873"/>
                </a:lnTo>
                <a:lnTo>
                  <a:pt x="4137" y="1874"/>
                </a:lnTo>
                <a:lnTo>
                  <a:pt x="4136" y="1874"/>
                </a:lnTo>
                <a:lnTo>
                  <a:pt x="4136" y="1875"/>
                </a:lnTo>
                <a:lnTo>
                  <a:pt x="4136" y="1876"/>
                </a:lnTo>
                <a:lnTo>
                  <a:pt x="4135" y="1878"/>
                </a:lnTo>
                <a:lnTo>
                  <a:pt x="4135" y="1879"/>
                </a:lnTo>
                <a:lnTo>
                  <a:pt x="4135" y="1880"/>
                </a:lnTo>
                <a:lnTo>
                  <a:pt x="4135" y="1881"/>
                </a:lnTo>
                <a:lnTo>
                  <a:pt x="4134" y="1882"/>
                </a:lnTo>
                <a:lnTo>
                  <a:pt x="4134" y="1883"/>
                </a:lnTo>
                <a:lnTo>
                  <a:pt x="4134" y="1885"/>
                </a:lnTo>
                <a:lnTo>
                  <a:pt x="4134" y="1886"/>
                </a:lnTo>
                <a:lnTo>
                  <a:pt x="4135" y="1886"/>
                </a:lnTo>
                <a:lnTo>
                  <a:pt x="4135" y="1888"/>
                </a:lnTo>
                <a:lnTo>
                  <a:pt x="4134" y="1888"/>
                </a:lnTo>
                <a:lnTo>
                  <a:pt x="4135" y="1888"/>
                </a:lnTo>
                <a:lnTo>
                  <a:pt x="4135" y="1889"/>
                </a:lnTo>
                <a:lnTo>
                  <a:pt x="4134" y="1889"/>
                </a:lnTo>
                <a:lnTo>
                  <a:pt x="4134" y="1890"/>
                </a:lnTo>
                <a:lnTo>
                  <a:pt x="4134" y="1889"/>
                </a:lnTo>
                <a:lnTo>
                  <a:pt x="4133" y="1890"/>
                </a:lnTo>
                <a:lnTo>
                  <a:pt x="4133" y="1891"/>
                </a:lnTo>
                <a:lnTo>
                  <a:pt x="4132" y="1891"/>
                </a:lnTo>
                <a:lnTo>
                  <a:pt x="4132" y="1890"/>
                </a:lnTo>
                <a:lnTo>
                  <a:pt x="4133" y="1889"/>
                </a:lnTo>
                <a:lnTo>
                  <a:pt x="4132" y="1889"/>
                </a:lnTo>
                <a:lnTo>
                  <a:pt x="4132" y="1890"/>
                </a:lnTo>
                <a:lnTo>
                  <a:pt x="4131" y="1890"/>
                </a:lnTo>
                <a:lnTo>
                  <a:pt x="4130" y="1890"/>
                </a:lnTo>
                <a:lnTo>
                  <a:pt x="4129" y="1890"/>
                </a:lnTo>
                <a:lnTo>
                  <a:pt x="4127" y="1891"/>
                </a:lnTo>
                <a:lnTo>
                  <a:pt x="4127" y="1890"/>
                </a:lnTo>
                <a:lnTo>
                  <a:pt x="4126" y="1891"/>
                </a:lnTo>
                <a:lnTo>
                  <a:pt x="4125" y="1891"/>
                </a:lnTo>
                <a:lnTo>
                  <a:pt x="4123" y="1892"/>
                </a:lnTo>
                <a:lnTo>
                  <a:pt x="4123" y="1893"/>
                </a:lnTo>
                <a:lnTo>
                  <a:pt x="4122" y="1893"/>
                </a:lnTo>
                <a:lnTo>
                  <a:pt x="4122" y="1892"/>
                </a:lnTo>
                <a:lnTo>
                  <a:pt x="4122" y="1893"/>
                </a:lnTo>
                <a:lnTo>
                  <a:pt x="4121" y="1893"/>
                </a:lnTo>
                <a:lnTo>
                  <a:pt x="4121" y="1894"/>
                </a:lnTo>
                <a:lnTo>
                  <a:pt x="4120" y="1895"/>
                </a:lnTo>
                <a:lnTo>
                  <a:pt x="4119" y="1895"/>
                </a:lnTo>
                <a:lnTo>
                  <a:pt x="4119" y="1896"/>
                </a:lnTo>
                <a:lnTo>
                  <a:pt x="4119" y="1897"/>
                </a:lnTo>
                <a:lnTo>
                  <a:pt x="4119" y="1898"/>
                </a:lnTo>
                <a:lnTo>
                  <a:pt x="4119" y="1900"/>
                </a:lnTo>
                <a:lnTo>
                  <a:pt x="4118" y="1901"/>
                </a:lnTo>
                <a:lnTo>
                  <a:pt x="4118" y="1902"/>
                </a:lnTo>
                <a:lnTo>
                  <a:pt x="4118" y="1903"/>
                </a:lnTo>
                <a:lnTo>
                  <a:pt x="4118" y="1905"/>
                </a:lnTo>
                <a:lnTo>
                  <a:pt x="4118" y="1906"/>
                </a:lnTo>
                <a:lnTo>
                  <a:pt x="4118" y="1907"/>
                </a:lnTo>
                <a:lnTo>
                  <a:pt x="4118" y="1908"/>
                </a:lnTo>
                <a:lnTo>
                  <a:pt x="4118" y="1909"/>
                </a:lnTo>
                <a:lnTo>
                  <a:pt x="4117" y="1910"/>
                </a:lnTo>
                <a:lnTo>
                  <a:pt x="4118" y="1910"/>
                </a:lnTo>
                <a:lnTo>
                  <a:pt x="4117" y="1910"/>
                </a:lnTo>
                <a:lnTo>
                  <a:pt x="4117" y="1911"/>
                </a:lnTo>
                <a:lnTo>
                  <a:pt x="4118" y="1911"/>
                </a:lnTo>
                <a:lnTo>
                  <a:pt x="4118" y="1914"/>
                </a:lnTo>
                <a:lnTo>
                  <a:pt x="4117" y="1914"/>
                </a:lnTo>
                <a:lnTo>
                  <a:pt x="4118" y="1914"/>
                </a:lnTo>
                <a:lnTo>
                  <a:pt x="4119" y="1914"/>
                </a:lnTo>
                <a:lnTo>
                  <a:pt x="4119" y="1915"/>
                </a:lnTo>
                <a:lnTo>
                  <a:pt x="4118" y="1916"/>
                </a:lnTo>
                <a:lnTo>
                  <a:pt x="4118" y="1917"/>
                </a:lnTo>
                <a:lnTo>
                  <a:pt x="4119" y="1916"/>
                </a:lnTo>
                <a:lnTo>
                  <a:pt x="4119" y="1917"/>
                </a:lnTo>
                <a:lnTo>
                  <a:pt x="4119" y="1918"/>
                </a:lnTo>
                <a:lnTo>
                  <a:pt x="4120" y="1919"/>
                </a:lnTo>
                <a:lnTo>
                  <a:pt x="4120" y="1920"/>
                </a:lnTo>
                <a:lnTo>
                  <a:pt x="4120" y="1921"/>
                </a:lnTo>
                <a:lnTo>
                  <a:pt x="4121" y="1921"/>
                </a:lnTo>
                <a:lnTo>
                  <a:pt x="4122" y="1921"/>
                </a:lnTo>
                <a:lnTo>
                  <a:pt x="4124" y="1920"/>
                </a:lnTo>
                <a:lnTo>
                  <a:pt x="4125" y="1920"/>
                </a:lnTo>
                <a:lnTo>
                  <a:pt x="4125" y="1921"/>
                </a:lnTo>
                <a:lnTo>
                  <a:pt x="4126" y="1921"/>
                </a:lnTo>
                <a:lnTo>
                  <a:pt x="4127" y="1922"/>
                </a:lnTo>
                <a:lnTo>
                  <a:pt x="4128" y="1922"/>
                </a:lnTo>
                <a:lnTo>
                  <a:pt x="4129" y="1923"/>
                </a:lnTo>
                <a:lnTo>
                  <a:pt x="4130" y="1923"/>
                </a:lnTo>
                <a:lnTo>
                  <a:pt x="4131" y="1923"/>
                </a:lnTo>
                <a:lnTo>
                  <a:pt x="4132" y="1923"/>
                </a:lnTo>
                <a:lnTo>
                  <a:pt x="4133" y="1923"/>
                </a:lnTo>
                <a:lnTo>
                  <a:pt x="4134" y="1924"/>
                </a:lnTo>
                <a:lnTo>
                  <a:pt x="4134" y="1925"/>
                </a:lnTo>
                <a:lnTo>
                  <a:pt x="4135" y="1925"/>
                </a:lnTo>
                <a:lnTo>
                  <a:pt x="4136" y="1925"/>
                </a:lnTo>
                <a:lnTo>
                  <a:pt x="4137" y="1925"/>
                </a:lnTo>
                <a:lnTo>
                  <a:pt x="4138" y="1925"/>
                </a:lnTo>
                <a:lnTo>
                  <a:pt x="4139" y="1925"/>
                </a:lnTo>
                <a:lnTo>
                  <a:pt x="4139" y="1926"/>
                </a:lnTo>
                <a:lnTo>
                  <a:pt x="4139" y="1925"/>
                </a:lnTo>
                <a:lnTo>
                  <a:pt x="4140" y="1925"/>
                </a:lnTo>
                <a:lnTo>
                  <a:pt x="4141" y="1925"/>
                </a:lnTo>
                <a:lnTo>
                  <a:pt x="4141" y="1926"/>
                </a:lnTo>
                <a:lnTo>
                  <a:pt x="4142" y="1927"/>
                </a:lnTo>
                <a:lnTo>
                  <a:pt x="4142" y="1926"/>
                </a:lnTo>
                <a:lnTo>
                  <a:pt x="4143" y="1926"/>
                </a:lnTo>
                <a:lnTo>
                  <a:pt x="4145" y="1927"/>
                </a:lnTo>
                <a:lnTo>
                  <a:pt x="4146" y="1927"/>
                </a:lnTo>
                <a:lnTo>
                  <a:pt x="4147" y="1926"/>
                </a:lnTo>
                <a:lnTo>
                  <a:pt x="4147" y="1927"/>
                </a:lnTo>
                <a:lnTo>
                  <a:pt x="4146" y="1927"/>
                </a:lnTo>
                <a:lnTo>
                  <a:pt x="4145" y="1927"/>
                </a:lnTo>
                <a:lnTo>
                  <a:pt x="4145" y="1928"/>
                </a:lnTo>
                <a:lnTo>
                  <a:pt x="4143" y="1928"/>
                </a:lnTo>
                <a:lnTo>
                  <a:pt x="4143" y="1929"/>
                </a:lnTo>
                <a:lnTo>
                  <a:pt x="4144" y="1929"/>
                </a:lnTo>
                <a:lnTo>
                  <a:pt x="4143" y="1930"/>
                </a:lnTo>
                <a:lnTo>
                  <a:pt x="4142" y="1930"/>
                </a:lnTo>
                <a:lnTo>
                  <a:pt x="4142" y="1931"/>
                </a:lnTo>
                <a:lnTo>
                  <a:pt x="4142" y="1932"/>
                </a:lnTo>
                <a:lnTo>
                  <a:pt x="4141" y="1932"/>
                </a:lnTo>
                <a:lnTo>
                  <a:pt x="4142" y="1933"/>
                </a:lnTo>
                <a:lnTo>
                  <a:pt x="4143" y="1934"/>
                </a:lnTo>
                <a:lnTo>
                  <a:pt x="4144" y="1935"/>
                </a:lnTo>
                <a:lnTo>
                  <a:pt x="4147" y="1938"/>
                </a:lnTo>
                <a:lnTo>
                  <a:pt x="4149" y="1937"/>
                </a:lnTo>
                <a:lnTo>
                  <a:pt x="4150" y="1937"/>
                </a:lnTo>
                <a:lnTo>
                  <a:pt x="4150" y="1939"/>
                </a:lnTo>
                <a:lnTo>
                  <a:pt x="4151" y="1939"/>
                </a:lnTo>
                <a:lnTo>
                  <a:pt x="4151" y="1940"/>
                </a:lnTo>
                <a:lnTo>
                  <a:pt x="4152" y="1941"/>
                </a:lnTo>
                <a:lnTo>
                  <a:pt x="4153" y="1941"/>
                </a:lnTo>
                <a:lnTo>
                  <a:pt x="4156" y="1943"/>
                </a:lnTo>
                <a:lnTo>
                  <a:pt x="4157" y="1943"/>
                </a:lnTo>
                <a:lnTo>
                  <a:pt x="4157" y="1944"/>
                </a:lnTo>
                <a:lnTo>
                  <a:pt x="4158" y="1944"/>
                </a:lnTo>
                <a:lnTo>
                  <a:pt x="4158" y="1945"/>
                </a:lnTo>
                <a:lnTo>
                  <a:pt x="4158" y="1947"/>
                </a:lnTo>
                <a:lnTo>
                  <a:pt x="4158" y="1948"/>
                </a:lnTo>
                <a:lnTo>
                  <a:pt x="4158" y="1949"/>
                </a:lnTo>
                <a:lnTo>
                  <a:pt x="4159" y="1948"/>
                </a:lnTo>
                <a:lnTo>
                  <a:pt x="4161" y="1948"/>
                </a:lnTo>
                <a:lnTo>
                  <a:pt x="4162" y="1948"/>
                </a:lnTo>
                <a:lnTo>
                  <a:pt x="4163" y="1948"/>
                </a:lnTo>
                <a:lnTo>
                  <a:pt x="4163" y="1947"/>
                </a:lnTo>
                <a:lnTo>
                  <a:pt x="4165" y="1947"/>
                </a:lnTo>
                <a:lnTo>
                  <a:pt x="4165" y="1948"/>
                </a:lnTo>
                <a:lnTo>
                  <a:pt x="4166" y="1948"/>
                </a:lnTo>
                <a:lnTo>
                  <a:pt x="4168" y="1949"/>
                </a:lnTo>
                <a:lnTo>
                  <a:pt x="4169" y="1950"/>
                </a:lnTo>
                <a:lnTo>
                  <a:pt x="4170" y="1950"/>
                </a:lnTo>
                <a:lnTo>
                  <a:pt x="4171" y="1951"/>
                </a:lnTo>
                <a:lnTo>
                  <a:pt x="4170" y="1952"/>
                </a:lnTo>
                <a:lnTo>
                  <a:pt x="4171" y="1952"/>
                </a:lnTo>
                <a:lnTo>
                  <a:pt x="4171" y="1953"/>
                </a:lnTo>
                <a:lnTo>
                  <a:pt x="4172" y="1954"/>
                </a:lnTo>
                <a:lnTo>
                  <a:pt x="4173" y="1954"/>
                </a:lnTo>
                <a:lnTo>
                  <a:pt x="4173" y="1953"/>
                </a:lnTo>
                <a:lnTo>
                  <a:pt x="4174" y="1953"/>
                </a:lnTo>
                <a:lnTo>
                  <a:pt x="4174" y="1954"/>
                </a:lnTo>
                <a:lnTo>
                  <a:pt x="4175" y="1954"/>
                </a:lnTo>
                <a:lnTo>
                  <a:pt x="4176" y="1954"/>
                </a:lnTo>
                <a:lnTo>
                  <a:pt x="4178" y="1954"/>
                </a:lnTo>
                <a:lnTo>
                  <a:pt x="4179" y="1954"/>
                </a:lnTo>
                <a:lnTo>
                  <a:pt x="4180" y="1955"/>
                </a:lnTo>
                <a:lnTo>
                  <a:pt x="4181" y="1955"/>
                </a:lnTo>
                <a:lnTo>
                  <a:pt x="4182" y="1955"/>
                </a:lnTo>
                <a:lnTo>
                  <a:pt x="4183" y="1955"/>
                </a:lnTo>
                <a:lnTo>
                  <a:pt x="4184" y="1955"/>
                </a:lnTo>
                <a:lnTo>
                  <a:pt x="4185" y="1956"/>
                </a:lnTo>
                <a:lnTo>
                  <a:pt x="4186" y="1956"/>
                </a:lnTo>
                <a:lnTo>
                  <a:pt x="4187" y="1957"/>
                </a:lnTo>
                <a:lnTo>
                  <a:pt x="4188" y="1957"/>
                </a:lnTo>
                <a:lnTo>
                  <a:pt x="4189" y="1957"/>
                </a:lnTo>
                <a:lnTo>
                  <a:pt x="4190" y="1958"/>
                </a:lnTo>
                <a:lnTo>
                  <a:pt x="4191" y="1958"/>
                </a:lnTo>
                <a:lnTo>
                  <a:pt x="4193" y="1959"/>
                </a:lnTo>
                <a:lnTo>
                  <a:pt x="4195" y="1960"/>
                </a:lnTo>
                <a:lnTo>
                  <a:pt x="4196" y="1961"/>
                </a:lnTo>
                <a:lnTo>
                  <a:pt x="4197" y="1962"/>
                </a:lnTo>
                <a:lnTo>
                  <a:pt x="4198" y="1962"/>
                </a:lnTo>
                <a:lnTo>
                  <a:pt x="4198" y="1963"/>
                </a:lnTo>
                <a:lnTo>
                  <a:pt x="4198" y="1964"/>
                </a:lnTo>
                <a:lnTo>
                  <a:pt x="4199" y="1963"/>
                </a:lnTo>
                <a:lnTo>
                  <a:pt x="4200" y="1963"/>
                </a:lnTo>
                <a:lnTo>
                  <a:pt x="4200" y="1964"/>
                </a:lnTo>
                <a:lnTo>
                  <a:pt x="4201" y="1964"/>
                </a:lnTo>
                <a:lnTo>
                  <a:pt x="4204" y="1965"/>
                </a:lnTo>
                <a:lnTo>
                  <a:pt x="4205" y="1966"/>
                </a:lnTo>
                <a:lnTo>
                  <a:pt x="4206" y="1966"/>
                </a:lnTo>
                <a:lnTo>
                  <a:pt x="4207" y="1966"/>
                </a:lnTo>
                <a:lnTo>
                  <a:pt x="4208" y="1967"/>
                </a:lnTo>
                <a:lnTo>
                  <a:pt x="4210" y="1968"/>
                </a:lnTo>
                <a:lnTo>
                  <a:pt x="4212" y="1969"/>
                </a:lnTo>
                <a:lnTo>
                  <a:pt x="4214" y="1969"/>
                </a:lnTo>
                <a:lnTo>
                  <a:pt x="4214" y="1970"/>
                </a:lnTo>
                <a:lnTo>
                  <a:pt x="4215" y="1970"/>
                </a:lnTo>
                <a:lnTo>
                  <a:pt x="4215" y="1971"/>
                </a:lnTo>
                <a:lnTo>
                  <a:pt x="4215" y="1972"/>
                </a:lnTo>
                <a:lnTo>
                  <a:pt x="4215" y="1973"/>
                </a:lnTo>
                <a:lnTo>
                  <a:pt x="4216" y="1974"/>
                </a:lnTo>
                <a:lnTo>
                  <a:pt x="4215" y="1975"/>
                </a:lnTo>
                <a:lnTo>
                  <a:pt x="4215" y="1976"/>
                </a:lnTo>
                <a:lnTo>
                  <a:pt x="4216" y="1976"/>
                </a:lnTo>
                <a:lnTo>
                  <a:pt x="4216" y="1977"/>
                </a:lnTo>
                <a:lnTo>
                  <a:pt x="4216" y="1978"/>
                </a:lnTo>
                <a:lnTo>
                  <a:pt x="4216" y="1979"/>
                </a:lnTo>
                <a:lnTo>
                  <a:pt x="4217" y="1979"/>
                </a:lnTo>
                <a:lnTo>
                  <a:pt x="4217" y="1980"/>
                </a:lnTo>
                <a:lnTo>
                  <a:pt x="4217" y="1982"/>
                </a:lnTo>
                <a:lnTo>
                  <a:pt x="4217" y="1983"/>
                </a:lnTo>
                <a:lnTo>
                  <a:pt x="4218" y="1985"/>
                </a:lnTo>
                <a:lnTo>
                  <a:pt x="4218" y="1986"/>
                </a:lnTo>
                <a:lnTo>
                  <a:pt x="4219" y="1986"/>
                </a:lnTo>
                <a:lnTo>
                  <a:pt x="4219" y="1987"/>
                </a:lnTo>
                <a:lnTo>
                  <a:pt x="4219" y="1988"/>
                </a:lnTo>
                <a:lnTo>
                  <a:pt x="4220" y="1988"/>
                </a:lnTo>
                <a:lnTo>
                  <a:pt x="4220" y="1989"/>
                </a:lnTo>
                <a:lnTo>
                  <a:pt x="4220" y="1990"/>
                </a:lnTo>
                <a:lnTo>
                  <a:pt x="4219" y="1990"/>
                </a:lnTo>
                <a:lnTo>
                  <a:pt x="4219" y="1991"/>
                </a:lnTo>
                <a:lnTo>
                  <a:pt x="4220" y="1991"/>
                </a:lnTo>
                <a:lnTo>
                  <a:pt x="4221" y="1992"/>
                </a:lnTo>
                <a:lnTo>
                  <a:pt x="4221" y="1993"/>
                </a:lnTo>
                <a:lnTo>
                  <a:pt x="4222" y="1994"/>
                </a:lnTo>
                <a:lnTo>
                  <a:pt x="4222" y="1995"/>
                </a:lnTo>
                <a:lnTo>
                  <a:pt x="4223" y="1995"/>
                </a:lnTo>
                <a:lnTo>
                  <a:pt x="4223" y="1996"/>
                </a:lnTo>
                <a:lnTo>
                  <a:pt x="4224" y="1997"/>
                </a:lnTo>
                <a:lnTo>
                  <a:pt x="4225" y="2000"/>
                </a:lnTo>
                <a:lnTo>
                  <a:pt x="4225" y="2001"/>
                </a:lnTo>
                <a:lnTo>
                  <a:pt x="4226" y="2002"/>
                </a:lnTo>
                <a:lnTo>
                  <a:pt x="4226" y="2004"/>
                </a:lnTo>
                <a:lnTo>
                  <a:pt x="4227" y="2004"/>
                </a:lnTo>
                <a:lnTo>
                  <a:pt x="4227" y="2005"/>
                </a:lnTo>
                <a:lnTo>
                  <a:pt x="4228" y="2006"/>
                </a:lnTo>
                <a:lnTo>
                  <a:pt x="4228" y="2007"/>
                </a:lnTo>
                <a:lnTo>
                  <a:pt x="4228" y="2008"/>
                </a:lnTo>
                <a:lnTo>
                  <a:pt x="4228" y="2009"/>
                </a:lnTo>
                <a:lnTo>
                  <a:pt x="4229" y="2009"/>
                </a:lnTo>
                <a:lnTo>
                  <a:pt x="4229" y="2010"/>
                </a:lnTo>
                <a:lnTo>
                  <a:pt x="4230" y="2012"/>
                </a:lnTo>
                <a:lnTo>
                  <a:pt x="4231" y="2013"/>
                </a:lnTo>
                <a:lnTo>
                  <a:pt x="4232" y="2014"/>
                </a:lnTo>
                <a:lnTo>
                  <a:pt x="4232" y="2015"/>
                </a:lnTo>
                <a:lnTo>
                  <a:pt x="4233" y="2016"/>
                </a:lnTo>
                <a:lnTo>
                  <a:pt x="4233" y="2017"/>
                </a:lnTo>
                <a:lnTo>
                  <a:pt x="4233" y="2018"/>
                </a:lnTo>
                <a:lnTo>
                  <a:pt x="4234" y="2018"/>
                </a:lnTo>
                <a:lnTo>
                  <a:pt x="4234" y="2020"/>
                </a:lnTo>
                <a:lnTo>
                  <a:pt x="4233" y="2020"/>
                </a:lnTo>
                <a:lnTo>
                  <a:pt x="4233" y="2021"/>
                </a:lnTo>
                <a:lnTo>
                  <a:pt x="4232" y="2021"/>
                </a:lnTo>
                <a:lnTo>
                  <a:pt x="4232" y="2022"/>
                </a:lnTo>
                <a:lnTo>
                  <a:pt x="4233" y="2022"/>
                </a:lnTo>
                <a:lnTo>
                  <a:pt x="4234" y="2021"/>
                </a:lnTo>
                <a:lnTo>
                  <a:pt x="4235" y="2021"/>
                </a:lnTo>
                <a:lnTo>
                  <a:pt x="4236" y="2022"/>
                </a:lnTo>
                <a:lnTo>
                  <a:pt x="4237" y="2023"/>
                </a:lnTo>
                <a:lnTo>
                  <a:pt x="4238" y="2024"/>
                </a:lnTo>
                <a:lnTo>
                  <a:pt x="4238" y="2026"/>
                </a:lnTo>
                <a:lnTo>
                  <a:pt x="4239" y="2028"/>
                </a:lnTo>
                <a:lnTo>
                  <a:pt x="4240" y="2029"/>
                </a:lnTo>
                <a:lnTo>
                  <a:pt x="4240" y="2030"/>
                </a:lnTo>
                <a:lnTo>
                  <a:pt x="4241" y="2031"/>
                </a:lnTo>
                <a:lnTo>
                  <a:pt x="4241" y="2032"/>
                </a:lnTo>
                <a:lnTo>
                  <a:pt x="4241" y="2033"/>
                </a:lnTo>
                <a:lnTo>
                  <a:pt x="4242" y="2035"/>
                </a:lnTo>
                <a:lnTo>
                  <a:pt x="4242" y="2036"/>
                </a:lnTo>
                <a:lnTo>
                  <a:pt x="4243" y="2036"/>
                </a:lnTo>
                <a:lnTo>
                  <a:pt x="4243" y="2037"/>
                </a:lnTo>
                <a:lnTo>
                  <a:pt x="4243" y="2038"/>
                </a:lnTo>
                <a:lnTo>
                  <a:pt x="4242" y="2038"/>
                </a:lnTo>
                <a:lnTo>
                  <a:pt x="4241" y="2039"/>
                </a:lnTo>
                <a:lnTo>
                  <a:pt x="4242" y="2039"/>
                </a:lnTo>
                <a:lnTo>
                  <a:pt x="4243" y="2040"/>
                </a:lnTo>
                <a:lnTo>
                  <a:pt x="4243" y="2041"/>
                </a:lnTo>
                <a:lnTo>
                  <a:pt x="4243" y="2043"/>
                </a:lnTo>
                <a:lnTo>
                  <a:pt x="4241" y="2044"/>
                </a:lnTo>
                <a:lnTo>
                  <a:pt x="4240" y="2044"/>
                </a:lnTo>
                <a:lnTo>
                  <a:pt x="4241" y="2046"/>
                </a:lnTo>
                <a:lnTo>
                  <a:pt x="4240" y="2046"/>
                </a:lnTo>
                <a:lnTo>
                  <a:pt x="4239" y="2047"/>
                </a:lnTo>
                <a:lnTo>
                  <a:pt x="4240" y="2048"/>
                </a:lnTo>
                <a:lnTo>
                  <a:pt x="4242" y="2049"/>
                </a:lnTo>
                <a:lnTo>
                  <a:pt x="4244" y="2051"/>
                </a:lnTo>
                <a:lnTo>
                  <a:pt x="4245" y="2051"/>
                </a:lnTo>
                <a:lnTo>
                  <a:pt x="4245" y="2052"/>
                </a:lnTo>
                <a:lnTo>
                  <a:pt x="4246" y="2052"/>
                </a:lnTo>
                <a:lnTo>
                  <a:pt x="4247" y="2052"/>
                </a:lnTo>
                <a:lnTo>
                  <a:pt x="4248" y="2052"/>
                </a:lnTo>
                <a:lnTo>
                  <a:pt x="4247" y="2052"/>
                </a:lnTo>
                <a:lnTo>
                  <a:pt x="4247" y="2053"/>
                </a:lnTo>
                <a:lnTo>
                  <a:pt x="4249" y="2052"/>
                </a:lnTo>
                <a:lnTo>
                  <a:pt x="4249" y="2053"/>
                </a:lnTo>
                <a:lnTo>
                  <a:pt x="4249" y="2054"/>
                </a:lnTo>
                <a:lnTo>
                  <a:pt x="4249" y="2055"/>
                </a:lnTo>
                <a:lnTo>
                  <a:pt x="4249" y="2056"/>
                </a:lnTo>
                <a:lnTo>
                  <a:pt x="4250" y="2055"/>
                </a:lnTo>
                <a:lnTo>
                  <a:pt x="4251" y="2055"/>
                </a:lnTo>
                <a:lnTo>
                  <a:pt x="4251" y="2056"/>
                </a:lnTo>
                <a:lnTo>
                  <a:pt x="4252" y="2057"/>
                </a:lnTo>
                <a:lnTo>
                  <a:pt x="4252" y="2058"/>
                </a:lnTo>
                <a:lnTo>
                  <a:pt x="4252" y="2060"/>
                </a:lnTo>
                <a:lnTo>
                  <a:pt x="4253" y="2060"/>
                </a:lnTo>
                <a:lnTo>
                  <a:pt x="4254" y="2060"/>
                </a:lnTo>
                <a:lnTo>
                  <a:pt x="4254" y="2061"/>
                </a:lnTo>
                <a:lnTo>
                  <a:pt x="4254" y="2063"/>
                </a:lnTo>
                <a:lnTo>
                  <a:pt x="4255" y="2063"/>
                </a:lnTo>
                <a:lnTo>
                  <a:pt x="4255" y="2064"/>
                </a:lnTo>
                <a:lnTo>
                  <a:pt x="4255" y="2065"/>
                </a:lnTo>
                <a:lnTo>
                  <a:pt x="4254" y="2065"/>
                </a:lnTo>
                <a:lnTo>
                  <a:pt x="4254" y="2066"/>
                </a:lnTo>
                <a:lnTo>
                  <a:pt x="4254" y="2065"/>
                </a:lnTo>
                <a:lnTo>
                  <a:pt x="4255" y="2065"/>
                </a:lnTo>
                <a:lnTo>
                  <a:pt x="4255" y="2067"/>
                </a:lnTo>
                <a:lnTo>
                  <a:pt x="4255" y="2068"/>
                </a:lnTo>
                <a:lnTo>
                  <a:pt x="4254" y="2068"/>
                </a:lnTo>
                <a:lnTo>
                  <a:pt x="4253" y="2069"/>
                </a:lnTo>
                <a:lnTo>
                  <a:pt x="4252" y="2069"/>
                </a:lnTo>
                <a:lnTo>
                  <a:pt x="4252" y="2070"/>
                </a:lnTo>
                <a:lnTo>
                  <a:pt x="4251" y="2070"/>
                </a:lnTo>
                <a:lnTo>
                  <a:pt x="4253" y="2070"/>
                </a:lnTo>
                <a:lnTo>
                  <a:pt x="4253" y="2069"/>
                </a:lnTo>
                <a:lnTo>
                  <a:pt x="4254" y="2069"/>
                </a:lnTo>
                <a:lnTo>
                  <a:pt x="4255" y="2069"/>
                </a:lnTo>
                <a:lnTo>
                  <a:pt x="4255" y="2068"/>
                </a:lnTo>
                <a:lnTo>
                  <a:pt x="4256" y="2068"/>
                </a:lnTo>
                <a:lnTo>
                  <a:pt x="4256" y="2069"/>
                </a:lnTo>
                <a:lnTo>
                  <a:pt x="4257" y="2070"/>
                </a:lnTo>
                <a:lnTo>
                  <a:pt x="4258" y="2070"/>
                </a:lnTo>
                <a:lnTo>
                  <a:pt x="4258" y="2071"/>
                </a:lnTo>
                <a:lnTo>
                  <a:pt x="4259" y="2073"/>
                </a:lnTo>
                <a:lnTo>
                  <a:pt x="4259" y="2074"/>
                </a:lnTo>
                <a:lnTo>
                  <a:pt x="4260" y="2075"/>
                </a:lnTo>
                <a:lnTo>
                  <a:pt x="4260" y="2076"/>
                </a:lnTo>
                <a:lnTo>
                  <a:pt x="4261" y="2077"/>
                </a:lnTo>
                <a:lnTo>
                  <a:pt x="4261" y="2078"/>
                </a:lnTo>
                <a:lnTo>
                  <a:pt x="4262" y="2080"/>
                </a:lnTo>
                <a:lnTo>
                  <a:pt x="4262" y="2081"/>
                </a:lnTo>
                <a:lnTo>
                  <a:pt x="4264" y="2080"/>
                </a:lnTo>
                <a:lnTo>
                  <a:pt x="4265" y="2080"/>
                </a:lnTo>
                <a:lnTo>
                  <a:pt x="4266" y="2082"/>
                </a:lnTo>
                <a:lnTo>
                  <a:pt x="4265" y="2082"/>
                </a:lnTo>
                <a:lnTo>
                  <a:pt x="4265" y="2083"/>
                </a:lnTo>
                <a:lnTo>
                  <a:pt x="4265" y="2084"/>
                </a:lnTo>
                <a:lnTo>
                  <a:pt x="4266" y="2084"/>
                </a:lnTo>
                <a:lnTo>
                  <a:pt x="4266" y="2085"/>
                </a:lnTo>
                <a:lnTo>
                  <a:pt x="4264" y="2085"/>
                </a:lnTo>
                <a:lnTo>
                  <a:pt x="4265" y="2086"/>
                </a:lnTo>
                <a:lnTo>
                  <a:pt x="4265" y="2087"/>
                </a:lnTo>
                <a:lnTo>
                  <a:pt x="4266" y="2087"/>
                </a:lnTo>
                <a:lnTo>
                  <a:pt x="4266" y="2088"/>
                </a:lnTo>
                <a:lnTo>
                  <a:pt x="4266" y="2089"/>
                </a:lnTo>
                <a:lnTo>
                  <a:pt x="4267" y="2090"/>
                </a:lnTo>
                <a:lnTo>
                  <a:pt x="4267" y="2091"/>
                </a:lnTo>
                <a:lnTo>
                  <a:pt x="4267" y="2092"/>
                </a:lnTo>
                <a:lnTo>
                  <a:pt x="4267" y="2093"/>
                </a:lnTo>
                <a:lnTo>
                  <a:pt x="4268" y="2094"/>
                </a:lnTo>
                <a:lnTo>
                  <a:pt x="4268" y="2096"/>
                </a:lnTo>
                <a:lnTo>
                  <a:pt x="4268" y="2097"/>
                </a:lnTo>
                <a:lnTo>
                  <a:pt x="4268" y="2098"/>
                </a:lnTo>
                <a:lnTo>
                  <a:pt x="4265" y="2098"/>
                </a:lnTo>
                <a:lnTo>
                  <a:pt x="4263" y="2099"/>
                </a:lnTo>
                <a:lnTo>
                  <a:pt x="4264" y="2099"/>
                </a:lnTo>
                <a:lnTo>
                  <a:pt x="4265" y="2099"/>
                </a:lnTo>
                <a:lnTo>
                  <a:pt x="4267" y="2100"/>
                </a:lnTo>
                <a:lnTo>
                  <a:pt x="4268" y="2101"/>
                </a:lnTo>
                <a:lnTo>
                  <a:pt x="4271" y="2102"/>
                </a:lnTo>
                <a:lnTo>
                  <a:pt x="4272" y="2102"/>
                </a:lnTo>
                <a:lnTo>
                  <a:pt x="4272" y="2103"/>
                </a:lnTo>
                <a:lnTo>
                  <a:pt x="4272" y="2104"/>
                </a:lnTo>
                <a:lnTo>
                  <a:pt x="4273" y="2107"/>
                </a:lnTo>
                <a:lnTo>
                  <a:pt x="4273" y="2108"/>
                </a:lnTo>
                <a:lnTo>
                  <a:pt x="4272" y="2108"/>
                </a:lnTo>
                <a:lnTo>
                  <a:pt x="4272" y="2109"/>
                </a:lnTo>
                <a:lnTo>
                  <a:pt x="4273" y="2109"/>
                </a:lnTo>
                <a:lnTo>
                  <a:pt x="4273" y="2111"/>
                </a:lnTo>
                <a:lnTo>
                  <a:pt x="4274" y="2112"/>
                </a:lnTo>
                <a:lnTo>
                  <a:pt x="4274" y="2113"/>
                </a:lnTo>
                <a:lnTo>
                  <a:pt x="4274" y="2114"/>
                </a:lnTo>
                <a:lnTo>
                  <a:pt x="4274" y="2115"/>
                </a:lnTo>
                <a:lnTo>
                  <a:pt x="4273" y="2116"/>
                </a:lnTo>
                <a:lnTo>
                  <a:pt x="4273" y="2117"/>
                </a:lnTo>
                <a:lnTo>
                  <a:pt x="4274" y="2116"/>
                </a:lnTo>
                <a:lnTo>
                  <a:pt x="4275" y="2116"/>
                </a:lnTo>
                <a:lnTo>
                  <a:pt x="4276" y="2116"/>
                </a:lnTo>
                <a:lnTo>
                  <a:pt x="4278" y="2116"/>
                </a:lnTo>
                <a:lnTo>
                  <a:pt x="4279" y="2116"/>
                </a:lnTo>
                <a:lnTo>
                  <a:pt x="4278" y="2128"/>
                </a:lnTo>
                <a:lnTo>
                  <a:pt x="4277" y="2128"/>
                </a:lnTo>
                <a:lnTo>
                  <a:pt x="4276" y="2132"/>
                </a:lnTo>
                <a:lnTo>
                  <a:pt x="4273" y="2132"/>
                </a:lnTo>
                <a:lnTo>
                  <a:pt x="4273" y="2133"/>
                </a:lnTo>
                <a:lnTo>
                  <a:pt x="4272" y="2134"/>
                </a:lnTo>
                <a:lnTo>
                  <a:pt x="4272" y="2135"/>
                </a:lnTo>
                <a:lnTo>
                  <a:pt x="4272" y="2136"/>
                </a:lnTo>
                <a:lnTo>
                  <a:pt x="4273" y="2136"/>
                </a:lnTo>
                <a:lnTo>
                  <a:pt x="4275" y="2135"/>
                </a:lnTo>
                <a:lnTo>
                  <a:pt x="4275" y="2136"/>
                </a:lnTo>
                <a:lnTo>
                  <a:pt x="4275" y="2135"/>
                </a:lnTo>
                <a:lnTo>
                  <a:pt x="4276" y="2135"/>
                </a:lnTo>
                <a:lnTo>
                  <a:pt x="4276" y="2136"/>
                </a:lnTo>
                <a:lnTo>
                  <a:pt x="4277" y="2137"/>
                </a:lnTo>
                <a:lnTo>
                  <a:pt x="4277" y="2138"/>
                </a:lnTo>
                <a:lnTo>
                  <a:pt x="4278" y="2139"/>
                </a:lnTo>
                <a:lnTo>
                  <a:pt x="4279" y="2139"/>
                </a:lnTo>
                <a:lnTo>
                  <a:pt x="4279" y="2140"/>
                </a:lnTo>
                <a:lnTo>
                  <a:pt x="4279" y="2141"/>
                </a:lnTo>
                <a:lnTo>
                  <a:pt x="4277" y="2143"/>
                </a:lnTo>
                <a:lnTo>
                  <a:pt x="4276" y="2144"/>
                </a:lnTo>
                <a:lnTo>
                  <a:pt x="4276" y="2145"/>
                </a:lnTo>
                <a:lnTo>
                  <a:pt x="4277" y="2145"/>
                </a:lnTo>
                <a:lnTo>
                  <a:pt x="4277" y="2144"/>
                </a:lnTo>
                <a:lnTo>
                  <a:pt x="4278" y="2144"/>
                </a:lnTo>
                <a:lnTo>
                  <a:pt x="4279" y="2144"/>
                </a:lnTo>
                <a:lnTo>
                  <a:pt x="4280" y="2144"/>
                </a:lnTo>
                <a:lnTo>
                  <a:pt x="4282" y="2145"/>
                </a:lnTo>
                <a:lnTo>
                  <a:pt x="4283" y="2144"/>
                </a:lnTo>
                <a:lnTo>
                  <a:pt x="4285" y="2146"/>
                </a:lnTo>
                <a:lnTo>
                  <a:pt x="4284" y="2148"/>
                </a:lnTo>
                <a:lnTo>
                  <a:pt x="4285" y="2148"/>
                </a:lnTo>
                <a:lnTo>
                  <a:pt x="4285" y="2149"/>
                </a:lnTo>
                <a:lnTo>
                  <a:pt x="4286" y="2149"/>
                </a:lnTo>
                <a:lnTo>
                  <a:pt x="4287" y="2149"/>
                </a:lnTo>
                <a:lnTo>
                  <a:pt x="4288" y="2150"/>
                </a:lnTo>
                <a:lnTo>
                  <a:pt x="4289" y="2150"/>
                </a:lnTo>
                <a:lnTo>
                  <a:pt x="4291" y="2150"/>
                </a:lnTo>
                <a:lnTo>
                  <a:pt x="4291" y="2151"/>
                </a:lnTo>
                <a:lnTo>
                  <a:pt x="4292" y="2151"/>
                </a:lnTo>
                <a:lnTo>
                  <a:pt x="4299" y="2155"/>
                </a:lnTo>
                <a:lnTo>
                  <a:pt x="4298" y="2158"/>
                </a:lnTo>
                <a:lnTo>
                  <a:pt x="4299" y="2158"/>
                </a:lnTo>
                <a:lnTo>
                  <a:pt x="4300" y="2158"/>
                </a:lnTo>
                <a:lnTo>
                  <a:pt x="4301" y="2156"/>
                </a:lnTo>
                <a:lnTo>
                  <a:pt x="4305" y="2158"/>
                </a:lnTo>
                <a:lnTo>
                  <a:pt x="4305" y="2159"/>
                </a:lnTo>
                <a:lnTo>
                  <a:pt x="4307" y="2160"/>
                </a:lnTo>
                <a:lnTo>
                  <a:pt x="4307" y="2159"/>
                </a:lnTo>
                <a:lnTo>
                  <a:pt x="4308" y="2159"/>
                </a:lnTo>
                <a:lnTo>
                  <a:pt x="4311" y="2160"/>
                </a:lnTo>
                <a:lnTo>
                  <a:pt x="4315" y="2162"/>
                </a:lnTo>
                <a:lnTo>
                  <a:pt x="4315" y="2163"/>
                </a:lnTo>
                <a:lnTo>
                  <a:pt x="4318" y="2164"/>
                </a:lnTo>
                <a:lnTo>
                  <a:pt x="4319" y="2165"/>
                </a:lnTo>
                <a:lnTo>
                  <a:pt x="4319" y="2166"/>
                </a:lnTo>
                <a:lnTo>
                  <a:pt x="4319" y="2167"/>
                </a:lnTo>
                <a:lnTo>
                  <a:pt x="4319" y="2168"/>
                </a:lnTo>
                <a:lnTo>
                  <a:pt x="4319" y="2170"/>
                </a:lnTo>
                <a:lnTo>
                  <a:pt x="4319" y="2171"/>
                </a:lnTo>
                <a:lnTo>
                  <a:pt x="4319" y="2172"/>
                </a:lnTo>
                <a:lnTo>
                  <a:pt x="4319" y="2173"/>
                </a:lnTo>
                <a:lnTo>
                  <a:pt x="4319" y="2174"/>
                </a:lnTo>
                <a:lnTo>
                  <a:pt x="4320" y="2174"/>
                </a:lnTo>
                <a:lnTo>
                  <a:pt x="4321" y="2174"/>
                </a:lnTo>
                <a:lnTo>
                  <a:pt x="4321" y="2177"/>
                </a:lnTo>
                <a:lnTo>
                  <a:pt x="4322" y="2178"/>
                </a:lnTo>
                <a:lnTo>
                  <a:pt x="4322" y="2179"/>
                </a:lnTo>
                <a:lnTo>
                  <a:pt x="4322" y="2180"/>
                </a:lnTo>
                <a:lnTo>
                  <a:pt x="4323" y="2181"/>
                </a:lnTo>
                <a:lnTo>
                  <a:pt x="4324" y="2182"/>
                </a:lnTo>
                <a:lnTo>
                  <a:pt x="4325" y="2183"/>
                </a:lnTo>
                <a:lnTo>
                  <a:pt x="4324" y="2184"/>
                </a:lnTo>
                <a:lnTo>
                  <a:pt x="4323" y="2184"/>
                </a:lnTo>
                <a:lnTo>
                  <a:pt x="4322" y="2185"/>
                </a:lnTo>
                <a:lnTo>
                  <a:pt x="4321" y="2185"/>
                </a:lnTo>
                <a:lnTo>
                  <a:pt x="4320" y="2185"/>
                </a:lnTo>
                <a:lnTo>
                  <a:pt x="4318" y="2184"/>
                </a:lnTo>
                <a:lnTo>
                  <a:pt x="4318" y="2183"/>
                </a:lnTo>
                <a:lnTo>
                  <a:pt x="4317" y="2183"/>
                </a:lnTo>
                <a:lnTo>
                  <a:pt x="4317" y="2184"/>
                </a:lnTo>
                <a:lnTo>
                  <a:pt x="4316" y="2184"/>
                </a:lnTo>
                <a:lnTo>
                  <a:pt x="4315" y="2184"/>
                </a:lnTo>
                <a:lnTo>
                  <a:pt x="4316" y="2185"/>
                </a:lnTo>
                <a:lnTo>
                  <a:pt x="4315" y="2185"/>
                </a:lnTo>
                <a:lnTo>
                  <a:pt x="4314" y="2185"/>
                </a:lnTo>
                <a:lnTo>
                  <a:pt x="4315" y="2185"/>
                </a:lnTo>
                <a:lnTo>
                  <a:pt x="4316" y="2185"/>
                </a:lnTo>
                <a:lnTo>
                  <a:pt x="4318" y="2185"/>
                </a:lnTo>
                <a:lnTo>
                  <a:pt x="4319" y="2185"/>
                </a:lnTo>
                <a:lnTo>
                  <a:pt x="4319" y="2186"/>
                </a:lnTo>
                <a:lnTo>
                  <a:pt x="4319" y="2188"/>
                </a:lnTo>
                <a:lnTo>
                  <a:pt x="4320" y="2189"/>
                </a:lnTo>
                <a:lnTo>
                  <a:pt x="4322" y="2189"/>
                </a:lnTo>
                <a:lnTo>
                  <a:pt x="4322" y="2190"/>
                </a:lnTo>
                <a:lnTo>
                  <a:pt x="4324" y="2189"/>
                </a:lnTo>
                <a:lnTo>
                  <a:pt x="4325" y="2189"/>
                </a:lnTo>
                <a:lnTo>
                  <a:pt x="4326" y="2189"/>
                </a:lnTo>
                <a:lnTo>
                  <a:pt x="4327" y="2189"/>
                </a:lnTo>
                <a:lnTo>
                  <a:pt x="4328" y="2190"/>
                </a:lnTo>
                <a:lnTo>
                  <a:pt x="4328" y="2191"/>
                </a:lnTo>
                <a:lnTo>
                  <a:pt x="4328" y="2192"/>
                </a:lnTo>
                <a:lnTo>
                  <a:pt x="4328" y="2194"/>
                </a:lnTo>
                <a:lnTo>
                  <a:pt x="4329" y="2195"/>
                </a:lnTo>
                <a:lnTo>
                  <a:pt x="4330" y="2195"/>
                </a:lnTo>
                <a:lnTo>
                  <a:pt x="4331" y="2196"/>
                </a:lnTo>
                <a:lnTo>
                  <a:pt x="4332" y="2196"/>
                </a:lnTo>
                <a:lnTo>
                  <a:pt x="4333" y="2194"/>
                </a:lnTo>
                <a:lnTo>
                  <a:pt x="4335" y="2195"/>
                </a:lnTo>
                <a:lnTo>
                  <a:pt x="4344" y="2198"/>
                </a:lnTo>
                <a:lnTo>
                  <a:pt x="4347" y="2200"/>
                </a:lnTo>
                <a:lnTo>
                  <a:pt x="4349" y="2202"/>
                </a:lnTo>
                <a:lnTo>
                  <a:pt x="4348" y="2204"/>
                </a:lnTo>
                <a:lnTo>
                  <a:pt x="4349" y="2204"/>
                </a:lnTo>
                <a:lnTo>
                  <a:pt x="4349" y="2205"/>
                </a:lnTo>
                <a:lnTo>
                  <a:pt x="4350" y="2205"/>
                </a:lnTo>
                <a:lnTo>
                  <a:pt x="4351" y="2206"/>
                </a:lnTo>
                <a:lnTo>
                  <a:pt x="4352" y="2207"/>
                </a:lnTo>
                <a:lnTo>
                  <a:pt x="4353" y="2209"/>
                </a:lnTo>
                <a:lnTo>
                  <a:pt x="4354" y="2209"/>
                </a:lnTo>
                <a:lnTo>
                  <a:pt x="4356" y="2210"/>
                </a:lnTo>
                <a:lnTo>
                  <a:pt x="4360" y="2219"/>
                </a:lnTo>
                <a:lnTo>
                  <a:pt x="4360" y="2220"/>
                </a:lnTo>
                <a:lnTo>
                  <a:pt x="4360" y="2222"/>
                </a:lnTo>
                <a:lnTo>
                  <a:pt x="4360" y="2223"/>
                </a:lnTo>
                <a:lnTo>
                  <a:pt x="4361" y="2223"/>
                </a:lnTo>
                <a:lnTo>
                  <a:pt x="4361" y="2224"/>
                </a:lnTo>
                <a:lnTo>
                  <a:pt x="4361" y="2225"/>
                </a:lnTo>
                <a:lnTo>
                  <a:pt x="4362" y="2225"/>
                </a:lnTo>
                <a:lnTo>
                  <a:pt x="4362" y="2226"/>
                </a:lnTo>
                <a:lnTo>
                  <a:pt x="4363" y="2227"/>
                </a:lnTo>
                <a:lnTo>
                  <a:pt x="4362" y="2227"/>
                </a:lnTo>
                <a:lnTo>
                  <a:pt x="4363" y="2229"/>
                </a:lnTo>
                <a:lnTo>
                  <a:pt x="4364" y="2230"/>
                </a:lnTo>
                <a:lnTo>
                  <a:pt x="4365" y="2231"/>
                </a:lnTo>
                <a:lnTo>
                  <a:pt x="4365" y="2232"/>
                </a:lnTo>
                <a:lnTo>
                  <a:pt x="4365" y="2233"/>
                </a:lnTo>
                <a:lnTo>
                  <a:pt x="4365" y="2234"/>
                </a:lnTo>
                <a:lnTo>
                  <a:pt x="4364" y="2236"/>
                </a:lnTo>
                <a:lnTo>
                  <a:pt x="4363" y="2236"/>
                </a:lnTo>
                <a:lnTo>
                  <a:pt x="4362" y="2236"/>
                </a:lnTo>
                <a:lnTo>
                  <a:pt x="4362" y="2237"/>
                </a:lnTo>
                <a:lnTo>
                  <a:pt x="4361" y="2237"/>
                </a:lnTo>
                <a:lnTo>
                  <a:pt x="4361" y="2240"/>
                </a:lnTo>
                <a:lnTo>
                  <a:pt x="4360" y="2243"/>
                </a:lnTo>
                <a:lnTo>
                  <a:pt x="4360" y="2245"/>
                </a:lnTo>
                <a:lnTo>
                  <a:pt x="4360" y="2248"/>
                </a:lnTo>
                <a:lnTo>
                  <a:pt x="4361" y="2248"/>
                </a:lnTo>
                <a:lnTo>
                  <a:pt x="4363" y="2249"/>
                </a:lnTo>
                <a:lnTo>
                  <a:pt x="4364" y="2249"/>
                </a:lnTo>
                <a:lnTo>
                  <a:pt x="4368" y="2252"/>
                </a:lnTo>
                <a:lnTo>
                  <a:pt x="4369" y="2253"/>
                </a:lnTo>
                <a:lnTo>
                  <a:pt x="4370" y="2254"/>
                </a:lnTo>
                <a:lnTo>
                  <a:pt x="4370" y="2256"/>
                </a:lnTo>
                <a:lnTo>
                  <a:pt x="4370" y="2257"/>
                </a:lnTo>
                <a:lnTo>
                  <a:pt x="4370" y="2258"/>
                </a:lnTo>
                <a:lnTo>
                  <a:pt x="4370" y="2259"/>
                </a:lnTo>
                <a:lnTo>
                  <a:pt x="4369" y="2260"/>
                </a:lnTo>
                <a:lnTo>
                  <a:pt x="4368" y="2260"/>
                </a:lnTo>
                <a:lnTo>
                  <a:pt x="4365" y="2262"/>
                </a:lnTo>
                <a:lnTo>
                  <a:pt x="4361" y="2263"/>
                </a:lnTo>
                <a:lnTo>
                  <a:pt x="4361" y="2264"/>
                </a:lnTo>
                <a:lnTo>
                  <a:pt x="4360" y="2271"/>
                </a:lnTo>
                <a:lnTo>
                  <a:pt x="4363" y="2273"/>
                </a:lnTo>
                <a:lnTo>
                  <a:pt x="4363" y="2275"/>
                </a:lnTo>
                <a:lnTo>
                  <a:pt x="4364" y="2275"/>
                </a:lnTo>
                <a:lnTo>
                  <a:pt x="4370" y="2276"/>
                </a:lnTo>
                <a:lnTo>
                  <a:pt x="4377" y="2277"/>
                </a:lnTo>
                <a:lnTo>
                  <a:pt x="4376" y="2279"/>
                </a:lnTo>
                <a:lnTo>
                  <a:pt x="4373" y="2279"/>
                </a:lnTo>
                <a:lnTo>
                  <a:pt x="4370" y="2278"/>
                </a:lnTo>
                <a:lnTo>
                  <a:pt x="4369" y="2278"/>
                </a:lnTo>
                <a:lnTo>
                  <a:pt x="4367" y="2278"/>
                </a:lnTo>
                <a:lnTo>
                  <a:pt x="4362" y="2278"/>
                </a:lnTo>
                <a:lnTo>
                  <a:pt x="4358" y="2278"/>
                </a:lnTo>
                <a:lnTo>
                  <a:pt x="4358" y="2279"/>
                </a:lnTo>
                <a:lnTo>
                  <a:pt x="4358" y="2281"/>
                </a:lnTo>
                <a:lnTo>
                  <a:pt x="4358" y="2284"/>
                </a:lnTo>
                <a:lnTo>
                  <a:pt x="4357" y="2285"/>
                </a:lnTo>
                <a:lnTo>
                  <a:pt x="4357" y="2286"/>
                </a:lnTo>
                <a:lnTo>
                  <a:pt x="4356" y="2286"/>
                </a:lnTo>
                <a:lnTo>
                  <a:pt x="4355" y="2286"/>
                </a:lnTo>
                <a:lnTo>
                  <a:pt x="4355" y="2285"/>
                </a:lnTo>
                <a:lnTo>
                  <a:pt x="4354" y="2285"/>
                </a:lnTo>
                <a:lnTo>
                  <a:pt x="4353" y="2285"/>
                </a:lnTo>
                <a:lnTo>
                  <a:pt x="4351" y="2287"/>
                </a:lnTo>
                <a:lnTo>
                  <a:pt x="4352" y="2289"/>
                </a:lnTo>
                <a:lnTo>
                  <a:pt x="4353" y="2289"/>
                </a:lnTo>
                <a:lnTo>
                  <a:pt x="4355" y="2291"/>
                </a:lnTo>
                <a:lnTo>
                  <a:pt x="4356" y="2292"/>
                </a:lnTo>
                <a:lnTo>
                  <a:pt x="4357" y="2293"/>
                </a:lnTo>
                <a:lnTo>
                  <a:pt x="4360" y="2296"/>
                </a:lnTo>
                <a:lnTo>
                  <a:pt x="4359" y="2297"/>
                </a:lnTo>
                <a:lnTo>
                  <a:pt x="4359" y="2298"/>
                </a:lnTo>
                <a:lnTo>
                  <a:pt x="4362" y="2302"/>
                </a:lnTo>
                <a:lnTo>
                  <a:pt x="4365" y="2308"/>
                </a:lnTo>
                <a:lnTo>
                  <a:pt x="4366" y="2309"/>
                </a:lnTo>
                <a:lnTo>
                  <a:pt x="4369" y="2317"/>
                </a:lnTo>
                <a:lnTo>
                  <a:pt x="4369" y="2321"/>
                </a:lnTo>
                <a:lnTo>
                  <a:pt x="4368" y="2322"/>
                </a:lnTo>
                <a:lnTo>
                  <a:pt x="4367" y="2322"/>
                </a:lnTo>
                <a:lnTo>
                  <a:pt x="4364" y="2323"/>
                </a:lnTo>
                <a:lnTo>
                  <a:pt x="4364" y="2324"/>
                </a:lnTo>
                <a:lnTo>
                  <a:pt x="4361" y="2325"/>
                </a:lnTo>
                <a:lnTo>
                  <a:pt x="4360" y="2325"/>
                </a:lnTo>
                <a:lnTo>
                  <a:pt x="4358" y="2324"/>
                </a:lnTo>
                <a:lnTo>
                  <a:pt x="4358" y="2325"/>
                </a:lnTo>
                <a:lnTo>
                  <a:pt x="4357" y="2325"/>
                </a:lnTo>
                <a:lnTo>
                  <a:pt x="4355" y="2325"/>
                </a:lnTo>
                <a:lnTo>
                  <a:pt x="4354" y="2325"/>
                </a:lnTo>
                <a:lnTo>
                  <a:pt x="4350" y="2325"/>
                </a:lnTo>
                <a:lnTo>
                  <a:pt x="4350" y="2324"/>
                </a:lnTo>
                <a:lnTo>
                  <a:pt x="4348" y="2324"/>
                </a:lnTo>
                <a:lnTo>
                  <a:pt x="4346" y="2325"/>
                </a:lnTo>
                <a:lnTo>
                  <a:pt x="4345" y="2325"/>
                </a:lnTo>
                <a:lnTo>
                  <a:pt x="4344" y="2325"/>
                </a:lnTo>
                <a:lnTo>
                  <a:pt x="4343" y="2325"/>
                </a:lnTo>
                <a:lnTo>
                  <a:pt x="4342" y="2325"/>
                </a:lnTo>
                <a:lnTo>
                  <a:pt x="4341" y="2325"/>
                </a:lnTo>
                <a:lnTo>
                  <a:pt x="4340" y="2325"/>
                </a:lnTo>
                <a:lnTo>
                  <a:pt x="4339" y="2325"/>
                </a:lnTo>
                <a:lnTo>
                  <a:pt x="4338" y="2326"/>
                </a:lnTo>
                <a:lnTo>
                  <a:pt x="4337" y="2326"/>
                </a:lnTo>
                <a:lnTo>
                  <a:pt x="4335" y="2327"/>
                </a:lnTo>
                <a:lnTo>
                  <a:pt x="4333" y="2327"/>
                </a:lnTo>
                <a:lnTo>
                  <a:pt x="4329" y="2328"/>
                </a:lnTo>
                <a:lnTo>
                  <a:pt x="4327" y="2328"/>
                </a:lnTo>
                <a:lnTo>
                  <a:pt x="4327" y="2329"/>
                </a:lnTo>
                <a:lnTo>
                  <a:pt x="4326" y="2330"/>
                </a:lnTo>
                <a:lnTo>
                  <a:pt x="4325" y="2330"/>
                </a:lnTo>
                <a:lnTo>
                  <a:pt x="4324" y="2331"/>
                </a:lnTo>
                <a:lnTo>
                  <a:pt x="4323" y="2331"/>
                </a:lnTo>
                <a:lnTo>
                  <a:pt x="4320" y="2333"/>
                </a:lnTo>
                <a:lnTo>
                  <a:pt x="4319" y="2334"/>
                </a:lnTo>
                <a:lnTo>
                  <a:pt x="4318" y="2334"/>
                </a:lnTo>
                <a:lnTo>
                  <a:pt x="4316" y="2336"/>
                </a:lnTo>
                <a:lnTo>
                  <a:pt x="4314" y="2338"/>
                </a:lnTo>
                <a:lnTo>
                  <a:pt x="4313" y="2339"/>
                </a:lnTo>
                <a:lnTo>
                  <a:pt x="4312" y="2339"/>
                </a:lnTo>
                <a:lnTo>
                  <a:pt x="4311" y="2340"/>
                </a:lnTo>
                <a:lnTo>
                  <a:pt x="4310" y="2340"/>
                </a:lnTo>
                <a:lnTo>
                  <a:pt x="4309" y="2340"/>
                </a:lnTo>
                <a:lnTo>
                  <a:pt x="4308" y="2340"/>
                </a:lnTo>
                <a:lnTo>
                  <a:pt x="4306" y="2340"/>
                </a:lnTo>
                <a:lnTo>
                  <a:pt x="4306" y="2341"/>
                </a:lnTo>
                <a:lnTo>
                  <a:pt x="4305" y="2341"/>
                </a:lnTo>
                <a:lnTo>
                  <a:pt x="4304" y="2343"/>
                </a:lnTo>
                <a:lnTo>
                  <a:pt x="4303" y="2360"/>
                </a:lnTo>
                <a:lnTo>
                  <a:pt x="4303" y="2361"/>
                </a:lnTo>
                <a:lnTo>
                  <a:pt x="4303" y="2365"/>
                </a:lnTo>
                <a:lnTo>
                  <a:pt x="4302" y="2367"/>
                </a:lnTo>
                <a:lnTo>
                  <a:pt x="4302" y="2374"/>
                </a:lnTo>
                <a:lnTo>
                  <a:pt x="4305" y="2374"/>
                </a:lnTo>
                <a:lnTo>
                  <a:pt x="4306" y="2370"/>
                </a:lnTo>
                <a:lnTo>
                  <a:pt x="4309" y="2371"/>
                </a:lnTo>
                <a:lnTo>
                  <a:pt x="4311" y="2372"/>
                </a:lnTo>
                <a:lnTo>
                  <a:pt x="4315" y="2375"/>
                </a:lnTo>
                <a:lnTo>
                  <a:pt x="4314" y="2376"/>
                </a:lnTo>
                <a:lnTo>
                  <a:pt x="4317" y="2379"/>
                </a:lnTo>
                <a:lnTo>
                  <a:pt x="4319" y="2380"/>
                </a:lnTo>
                <a:lnTo>
                  <a:pt x="4321" y="2381"/>
                </a:lnTo>
                <a:lnTo>
                  <a:pt x="4323" y="2383"/>
                </a:lnTo>
                <a:lnTo>
                  <a:pt x="4325" y="2386"/>
                </a:lnTo>
                <a:lnTo>
                  <a:pt x="4328" y="2389"/>
                </a:lnTo>
                <a:lnTo>
                  <a:pt x="4330" y="2391"/>
                </a:lnTo>
                <a:lnTo>
                  <a:pt x="4331" y="2394"/>
                </a:lnTo>
                <a:lnTo>
                  <a:pt x="4332" y="2396"/>
                </a:lnTo>
                <a:lnTo>
                  <a:pt x="4335" y="2400"/>
                </a:lnTo>
                <a:lnTo>
                  <a:pt x="4335" y="2401"/>
                </a:lnTo>
                <a:lnTo>
                  <a:pt x="4337" y="2404"/>
                </a:lnTo>
                <a:lnTo>
                  <a:pt x="4338" y="2406"/>
                </a:lnTo>
                <a:lnTo>
                  <a:pt x="4338" y="2405"/>
                </a:lnTo>
                <a:lnTo>
                  <a:pt x="4340" y="2404"/>
                </a:lnTo>
                <a:lnTo>
                  <a:pt x="4342" y="2410"/>
                </a:lnTo>
                <a:lnTo>
                  <a:pt x="4342" y="2411"/>
                </a:lnTo>
                <a:lnTo>
                  <a:pt x="4343" y="2412"/>
                </a:lnTo>
                <a:lnTo>
                  <a:pt x="4344" y="2412"/>
                </a:lnTo>
                <a:lnTo>
                  <a:pt x="4345" y="2413"/>
                </a:lnTo>
                <a:lnTo>
                  <a:pt x="4346" y="2413"/>
                </a:lnTo>
                <a:lnTo>
                  <a:pt x="4347" y="2414"/>
                </a:lnTo>
                <a:lnTo>
                  <a:pt x="4348" y="2413"/>
                </a:lnTo>
                <a:lnTo>
                  <a:pt x="4349" y="2413"/>
                </a:lnTo>
                <a:lnTo>
                  <a:pt x="4349" y="2414"/>
                </a:lnTo>
                <a:lnTo>
                  <a:pt x="4350" y="2414"/>
                </a:lnTo>
                <a:lnTo>
                  <a:pt x="4351" y="2414"/>
                </a:lnTo>
                <a:lnTo>
                  <a:pt x="4353" y="2415"/>
                </a:lnTo>
                <a:lnTo>
                  <a:pt x="4354" y="2415"/>
                </a:lnTo>
                <a:lnTo>
                  <a:pt x="4354" y="2416"/>
                </a:lnTo>
                <a:lnTo>
                  <a:pt x="4355" y="2416"/>
                </a:lnTo>
                <a:lnTo>
                  <a:pt x="4355" y="2417"/>
                </a:lnTo>
                <a:lnTo>
                  <a:pt x="4354" y="2417"/>
                </a:lnTo>
                <a:lnTo>
                  <a:pt x="4355" y="2417"/>
                </a:lnTo>
                <a:lnTo>
                  <a:pt x="4356" y="2417"/>
                </a:lnTo>
                <a:lnTo>
                  <a:pt x="4357" y="2417"/>
                </a:lnTo>
                <a:lnTo>
                  <a:pt x="4358" y="2418"/>
                </a:lnTo>
                <a:lnTo>
                  <a:pt x="4360" y="2419"/>
                </a:lnTo>
                <a:lnTo>
                  <a:pt x="4361" y="2419"/>
                </a:lnTo>
                <a:lnTo>
                  <a:pt x="4363" y="2419"/>
                </a:lnTo>
                <a:lnTo>
                  <a:pt x="4364" y="2419"/>
                </a:lnTo>
                <a:lnTo>
                  <a:pt x="4365" y="2421"/>
                </a:lnTo>
                <a:lnTo>
                  <a:pt x="4365" y="2422"/>
                </a:lnTo>
                <a:lnTo>
                  <a:pt x="4365" y="2423"/>
                </a:lnTo>
                <a:lnTo>
                  <a:pt x="4366" y="2423"/>
                </a:lnTo>
                <a:lnTo>
                  <a:pt x="4367" y="2423"/>
                </a:lnTo>
                <a:lnTo>
                  <a:pt x="4368" y="2423"/>
                </a:lnTo>
                <a:lnTo>
                  <a:pt x="4371" y="2423"/>
                </a:lnTo>
                <a:lnTo>
                  <a:pt x="4372" y="2423"/>
                </a:lnTo>
                <a:lnTo>
                  <a:pt x="4372" y="2424"/>
                </a:lnTo>
                <a:lnTo>
                  <a:pt x="4373" y="2424"/>
                </a:lnTo>
                <a:lnTo>
                  <a:pt x="4373" y="2423"/>
                </a:lnTo>
                <a:lnTo>
                  <a:pt x="4374" y="2423"/>
                </a:lnTo>
                <a:lnTo>
                  <a:pt x="4374" y="2422"/>
                </a:lnTo>
                <a:lnTo>
                  <a:pt x="4374" y="2423"/>
                </a:lnTo>
                <a:lnTo>
                  <a:pt x="4376" y="2423"/>
                </a:lnTo>
                <a:lnTo>
                  <a:pt x="4377" y="2423"/>
                </a:lnTo>
                <a:lnTo>
                  <a:pt x="4378" y="2423"/>
                </a:lnTo>
                <a:lnTo>
                  <a:pt x="4379" y="2422"/>
                </a:lnTo>
                <a:lnTo>
                  <a:pt x="4380" y="2422"/>
                </a:lnTo>
                <a:lnTo>
                  <a:pt x="4380" y="2421"/>
                </a:lnTo>
                <a:lnTo>
                  <a:pt x="4381" y="2421"/>
                </a:lnTo>
                <a:lnTo>
                  <a:pt x="4382" y="2421"/>
                </a:lnTo>
                <a:lnTo>
                  <a:pt x="4383" y="2421"/>
                </a:lnTo>
                <a:lnTo>
                  <a:pt x="4384" y="2421"/>
                </a:lnTo>
                <a:lnTo>
                  <a:pt x="4384" y="2422"/>
                </a:lnTo>
                <a:lnTo>
                  <a:pt x="4384" y="2423"/>
                </a:lnTo>
                <a:lnTo>
                  <a:pt x="4384" y="2424"/>
                </a:lnTo>
                <a:lnTo>
                  <a:pt x="4383" y="2424"/>
                </a:lnTo>
                <a:lnTo>
                  <a:pt x="4382" y="2424"/>
                </a:lnTo>
                <a:lnTo>
                  <a:pt x="4381" y="2424"/>
                </a:lnTo>
                <a:lnTo>
                  <a:pt x="4381" y="2425"/>
                </a:lnTo>
                <a:lnTo>
                  <a:pt x="4380" y="2425"/>
                </a:lnTo>
                <a:lnTo>
                  <a:pt x="4379" y="2426"/>
                </a:lnTo>
                <a:lnTo>
                  <a:pt x="4378" y="2426"/>
                </a:lnTo>
                <a:lnTo>
                  <a:pt x="4378" y="2427"/>
                </a:lnTo>
                <a:lnTo>
                  <a:pt x="4377" y="2427"/>
                </a:lnTo>
                <a:lnTo>
                  <a:pt x="4376" y="2427"/>
                </a:lnTo>
                <a:lnTo>
                  <a:pt x="4376" y="2428"/>
                </a:lnTo>
                <a:lnTo>
                  <a:pt x="4375" y="2428"/>
                </a:lnTo>
                <a:lnTo>
                  <a:pt x="4374" y="2429"/>
                </a:lnTo>
                <a:lnTo>
                  <a:pt x="4372" y="2429"/>
                </a:lnTo>
                <a:lnTo>
                  <a:pt x="4371" y="2430"/>
                </a:lnTo>
                <a:lnTo>
                  <a:pt x="4370" y="2430"/>
                </a:lnTo>
                <a:lnTo>
                  <a:pt x="4369" y="2431"/>
                </a:lnTo>
                <a:lnTo>
                  <a:pt x="4368" y="2432"/>
                </a:lnTo>
                <a:lnTo>
                  <a:pt x="4367" y="2433"/>
                </a:lnTo>
                <a:lnTo>
                  <a:pt x="4366" y="2433"/>
                </a:lnTo>
                <a:lnTo>
                  <a:pt x="4365" y="2433"/>
                </a:lnTo>
                <a:lnTo>
                  <a:pt x="4365" y="2434"/>
                </a:lnTo>
                <a:lnTo>
                  <a:pt x="4365" y="2435"/>
                </a:lnTo>
                <a:lnTo>
                  <a:pt x="4364" y="2436"/>
                </a:lnTo>
                <a:lnTo>
                  <a:pt x="4363" y="2437"/>
                </a:lnTo>
                <a:lnTo>
                  <a:pt x="4362" y="2438"/>
                </a:lnTo>
                <a:lnTo>
                  <a:pt x="4361" y="2438"/>
                </a:lnTo>
                <a:lnTo>
                  <a:pt x="4362" y="2439"/>
                </a:lnTo>
                <a:lnTo>
                  <a:pt x="4361" y="2440"/>
                </a:lnTo>
                <a:lnTo>
                  <a:pt x="4359" y="2442"/>
                </a:lnTo>
                <a:lnTo>
                  <a:pt x="4358" y="2443"/>
                </a:lnTo>
                <a:lnTo>
                  <a:pt x="4357" y="2443"/>
                </a:lnTo>
                <a:lnTo>
                  <a:pt x="4356" y="2444"/>
                </a:lnTo>
                <a:lnTo>
                  <a:pt x="4355" y="2444"/>
                </a:lnTo>
                <a:lnTo>
                  <a:pt x="4354" y="2445"/>
                </a:lnTo>
                <a:lnTo>
                  <a:pt x="4353" y="2445"/>
                </a:lnTo>
                <a:lnTo>
                  <a:pt x="4353" y="2446"/>
                </a:lnTo>
                <a:lnTo>
                  <a:pt x="4352" y="2447"/>
                </a:lnTo>
                <a:lnTo>
                  <a:pt x="4351" y="2447"/>
                </a:lnTo>
                <a:lnTo>
                  <a:pt x="4351" y="2448"/>
                </a:lnTo>
                <a:lnTo>
                  <a:pt x="4350" y="2449"/>
                </a:lnTo>
                <a:lnTo>
                  <a:pt x="4349" y="2451"/>
                </a:lnTo>
                <a:lnTo>
                  <a:pt x="4348" y="2452"/>
                </a:lnTo>
                <a:lnTo>
                  <a:pt x="4347" y="2453"/>
                </a:lnTo>
                <a:lnTo>
                  <a:pt x="4346" y="2453"/>
                </a:lnTo>
                <a:lnTo>
                  <a:pt x="4346" y="2454"/>
                </a:lnTo>
                <a:lnTo>
                  <a:pt x="4345" y="2455"/>
                </a:lnTo>
                <a:lnTo>
                  <a:pt x="4345" y="2456"/>
                </a:lnTo>
                <a:lnTo>
                  <a:pt x="4344" y="2456"/>
                </a:lnTo>
                <a:lnTo>
                  <a:pt x="4343" y="2456"/>
                </a:lnTo>
                <a:lnTo>
                  <a:pt x="4342" y="2457"/>
                </a:lnTo>
                <a:lnTo>
                  <a:pt x="4340" y="2458"/>
                </a:lnTo>
                <a:lnTo>
                  <a:pt x="4340" y="2457"/>
                </a:lnTo>
                <a:lnTo>
                  <a:pt x="4339" y="2458"/>
                </a:lnTo>
                <a:lnTo>
                  <a:pt x="4338" y="2458"/>
                </a:lnTo>
                <a:lnTo>
                  <a:pt x="4337" y="2458"/>
                </a:lnTo>
                <a:lnTo>
                  <a:pt x="4336" y="2458"/>
                </a:lnTo>
                <a:lnTo>
                  <a:pt x="4335" y="2458"/>
                </a:lnTo>
                <a:lnTo>
                  <a:pt x="4334" y="2458"/>
                </a:lnTo>
                <a:lnTo>
                  <a:pt x="4333" y="2458"/>
                </a:lnTo>
                <a:lnTo>
                  <a:pt x="4332" y="2458"/>
                </a:lnTo>
                <a:lnTo>
                  <a:pt x="4332" y="2459"/>
                </a:lnTo>
                <a:lnTo>
                  <a:pt x="4331" y="2459"/>
                </a:lnTo>
                <a:lnTo>
                  <a:pt x="4331" y="2460"/>
                </a:lnTo>
                <a:lnTo>
                  <a:pt x="4331" y="2459"/>
                </a:lnTo>
                <a:lnTo>
                  <a:pt x="4331" y="2460"/>
                </a:lnTo>
                <a:lnTo>
                  <a:pt x="4330" y="2460"/>
                </a:lnTo>
                <a:lnTo>
                  <a:pt x="4330" y="2461"/>
                </a:lnTo>
                <a:lnTo>
                  <a:pt x="4329" y="2461"/>
                </a:lnTo>
                <a:lnTo>
                  <a:pt x="4329" y="2462"/>
                </a:lnTo>
                <a:lnTo>
                  <a:pt x="4328" y="2462"/>
                </a:lnTo>
                <a:lnTo>
                  <a:pt x="4328" y="2461"/>
                </a:lnTo>
                <a:lnTo>
                  <a:pt x="4328" y="2460"/>
                </a:lnTo>
                <a:lnTo>
                  <a:pt x="4324" y="2461"/>
                </a:lnTo>
                <a:lnTo>
                  <a:pt x="4323" y="2461"/>
                </a:lnTo>
                <a:lnTo>
                  <a:pt x="4322" y="2461"/>
                </a:lnTo>
                <a:lnTo>
                  <a:pt x="4322" y="2462"/>
                </a:lnTo>
                <a:lnTo>
                  <a:pt x="4323" y="2462"/>
                </a:lnTo>
                <a:lnTo>
                  <a:pt x="4323" y="2463"/>
                </a:lnTo>
                <a:lnTo>
                  <a:pt x="4322" y="2463"/>
                </a:lnTo>
                <a:lnTo>
                  <a:pt x="4321" y="2465"/>
                </a:lnTo>
                <a:lnTo>
                  <a:pt x="4320" y="2465"/>
                </a:lnTo>
                <a:lnTo>
                  <a:pt x="4320" y="2466"/>
                </a:lnTo>
                <a:lnTo>
                  <a:pt x="4320" y="2467"/>
                </a:lnTo>
                <a:lnTo>
                  <a:pt x="4321" y="2467"/>
                </a:lnTo>
                <a:lnTo>
                  <a:pt x="4321" y="2468"/>
                </a:lnTo>
                <a:lnTo>
                  <a:pt x="4322" y="2469"/>
                </a:lnTo>
                <a:lnTo>
                  <a:pt x="4321" y="2470"/>
                </a:lnTo>
                <a:lnTo>
                  <a:pt x="4321" y="2471"/>
                </a:lnTo>
                <a:lnTo>
                  <a:pt x="4321" y="2472"/>
                </a:lnTo>
                <a:lnTo>
                  <a:pt x="4322" y="2471"/>
                </a:lnTo>
                <a:lnTo>
                  <a:pt x="4323" y="2471"/>
                </a:lnTo>
                <a:lnTo>
                  <a:pt x="4324" y="2471"/>
                </a:lnTo>
                <a:lnTo>
                  <a:pt x="4324" y="2470"/>
                </a:lnTo>
                <a:lnTo>
                  <a:pt x="4323" y="2470"/>
                </a:lnTo>
                <a:lnTo>
                  <a:pt x="4323" y="2469"/>
                </a:lnTo>
                <a:lnTo>
                  <a:pt x="4324" y="2469"/>
                </a:lnTo>
                <a:lnTo>
                  <a:pt x="4324" y="2468"/>
                </a:lnTo>
                <a:lnTo>
                  <a:pt x="4324" y="2466"/>
                </a:lnTo>
                <a:lnTo>
                  <a:pt x="4325" y="2465"/>
                </a:lnTo>
                <a:lnTo>
                  <a:pt x="4326" y="2465"/>
                </a:lnTo>
                <a:lnTo>
                  <a:pt x="4327" y="2464"/>
                </a:lnTo>
                <a:lnTo>
                  <a:pt x="4327" y="2463"/>
                </a:lnTo>
                <a:lnTo>
                  <a:pt x="4329" y="2465"/>
                </a:lnTo>
                <a:lnTo>
                  <a:pt x="4328" y="2465"/>
                </a:lnTo>
                <a:lnTo>
                  <a:pt x="4329" y="2466"/>
                </a:lnTo>
                <a:lnTo>
                  <a:pt x="4329" y="2467"/>
                </a:lnTo>
                <a:lnTo>
                  <a:pt x="4328" y="2467"/>
                </a:lnTo>
                <a:lnTo>
                  <a:pt x="4329" y="2467"/>
                </a:lnTo>
                <a:lnTo>
                  <a:pt x="4329" y="2468"/>
                </a:lnTo>
                <a:lnTo>
                  <a:pt x="4328" y="2468"/>
                </a:lnTo>
                <a:lnTo>
                  <a:pt x="4328" y="2469"/>
                </a:lnTo>
                <a:lnTo>
                  <a:pt x="4328" y="2470"/>
                </a:lnTo>
                <a:lnTo>
                  <a:pt x="4328" y="2471"/>
                </a:lnTo>
                <a:lnTo>
                  <a:pt x="4327" y="2471"/>
                </a:lnTo>
                <a:lnTo>
                  <a:pt x="4326" y="2471"/>
                </a:lnTo>
                <a:lnTo>
                  <a:pt x="4325" y="2472"/>
                </a:lnTo>
                <a:lnTo>
                  <a:pt x="4325" y="2474"/>
                </a:lnTo>
                <a:lnTo>
                  <a:pt x="4326" y="2473"/>
                </a:lnTo>
                <a:lnTo>
                  <a:pt x="4327" y="2473"/>
                </a:lnTo>
                <a:lnTo>
                  <a:pt x="4328" y="2473"/>
                </a:lnTo>
                <a:lnTo>
                  <a:pt x="4328" y="2472"/>
                </a:lnTo>
                <a:lnTo>
                  <a:pt x="4329" y="2472"/>
                </a:lnTo>
                <a:lnTo>
                  <a:pt x="4329" y="2471"/>
                </a:lnTo>
                <a:lnTo>
                  <a:pt x="4329" y="2470"/>
                </a:lnTo>
                <a:lnTo>
                  <a:pt x="4330" y="2469"/>
                </a:lnTo>
                <a:lnTo>
                  <a:pt x="4331" y="2469"/>
                </a:lnTo>
                <a:lnTo>
                  <a:pt x="4330" y="2468"/>
                </a:lnTo>
                <a:lnTo>
                  <a:pt x="4330" y="2467"/>
                </a:lnTo>
                <a:lnTo>
                  <a:pt x="4331" y="2467"/>
                </a:lnTo>
                <a:lnTo>
                  <a:pt x="4332" y="2466"/>
                </a:lnTo>
                <a:lnTo>
                  <a:pt x="4332" y="2465"/>
                </a:lnTo>
                <a:lnTo>
                  <a:pt x="4333" y="2465"/>
                </a:lnTo>
                <a:lnTo>
                  <a:pt x="4334" y="2465"/>
                </a:lnTo>
                <a:lnTo>
                  <a:pt x="4338" y="2463"/>
                </a:lnTo>
                <a:lnTo>
                  <a:pt x="4339" y="2463"/>
                </a:lnTo>
                <a:lnTo>
                  <a:pt x="4340" y="2463"/>
                </a:lnTo>
                <a:lnTo>
                  <a:pt x="4341" y="2462"/>
                </a:lnTo>
                <a:lnTo>
                  <a:pt x="4342" y="2461"/>
                </a:lnTo>
                <a:lnTo>
                  <a:pt x="4343" y="2460"/>
                </a:lnTo>
                <a:lnTo>
                  <a:pt x="4344" y="2460"/>
                </a:lnTo>
                <a:lnTo>
                  <a:pt x="4344" y="2459"/>
                </a:lnTo>
                <a:lnTo>
                  <a:pt x="4344" y="2460"/>
                </a:lnTo>
                <a:lnTo>
                  <a:pt x="4345" y="2459"/>
                </a:lnTo>
                <a:lnTo>
                  <a:pt x="4346" y="2459"/>
                </a:lnTo>
                <a:lnTo>
                  <a:pt x="4346" y="2458"/>
                </a:lnTo>
                <a:lnTo>
                  <a:pt x="4347" y="2458"/>
                </a:lnTo>
                <a:lnTo>
                  <a:pt x="4348" y="2459"/>
                </a:lnTo>
                <a:lnTo>
                  <a:pt x="4349" y="2460"/>
                </a:lnTo>
                <a:lnTo>
                  <a:pt x="4350" y="2460"/>
                </a:lnTo>
                <a:lnTo>
                  <a:pt x="4350" y="2459"/>
                </a:lnTo>
                <a:lnTo>
                  <a:pt x="4351" y="2459"/>
                </a:lnTo>
                <a:lnTo>
                  <a:pt x="4352" y="2459"/>
                </a:lnTo>
                <a:lnTo>
                  <a:pt x="4351" y="2459"/>
                </a:lnTo>
                <a:lnTo>
                  <a:pt x="4351" y="2460"/>
                </a:lnTo>
                <a:lnTo>
                  <a:pt x="4351" y="2461"/>
                </a:lnTo>
                <a:lnTo>
                  <a:pt x="4350" y="2461"/>
                </a:lnTo>
                <a:lnTo>
                  <a:pt x="4350" y="2462"/>
                </a:lnTo>
                <a:lnTo>
                  <a:pt x="4350" y="2463"/>
                </a:lnTo>
                <a:lnTo>
                  <a:pt x="4350" y="2464"/>
                </a:lnTo>
                <a:lnTo>
                  <a:pt x="4350" y="2465"/>
                </a:lnTo>
                <a:lnTo>
                  <a:pt x="4351" y="2466"/>
                </a:lnTo>
                <a:lnTo>
                  <a:pt x="4352" y="2466"/>
                </a:lnTo>
                <a:lnTo>
                  <a:pt x="4353" y="2465"/>
                </a:lnTo>
                <a:lnTo>
                  <a:pt x="4354" y="2465"/>
                </a:lnTo>
                <a:lnTo>
                  <a:pt x="4354" y="2464"/>
                </a:lnTo>
                <a:lnTo>
                  <a:pt x="4355" y="2464"/>
                </a:lnTo>
                <a:lnTo>
                  <a:pt x="4355" y="2463"/>
                </a:lnTo>
                <a:lnTo>
                  <a:pt x="4355" y="2462"/>
                </a:lnTo>
                <a:lnTo>
                  <a:pt x="4355" y="2461"/>
                </a:lnTo>
                <a:lnTo>
                  <a:pt x="4356" y="2461"/>
                </a:lnTo>
                <a:lnTo>
                  <a:pt x="4356" y="2460"/>
                </a:lnTo>
                <a:lnTo>
                  <a:pt x="4356" y="2459"/>
                </a:lnTo>
                <a:lnTo>
                  <a:pt x="4357" y="2459"/>
                </a:lnTo>
                <a:lnTo>
                  <a:pt x="4357" y="2458"/>
                </a:lnTo>
                <a:lnTo>
                  <a:pt x="4356" y="2458"/>
                </a:lnTo>
                <a:lnTo>
                  <a:pt x="4355" y="2458"/>
                </a:lnTo>
                <a:lnTo>
                  <a:pt x="4353" y="2458"/>
                </a:lnTo>
                <a:lnTo>
                  <a:pt x="4352" y="2458"/>
                </a:lnTo>
                <a:lnTo>
                  <a:pt x="4351" y="2458"/>
                </a:lnTo>
                <a:lnTo>
                  <a:pt x="4350" y="2458"/>
                </a:lnTo>
                <a:lnTo>
                  <a:pt x="4349" y="2458"/>
                </a:lnTo>
                <a:lnTo>
                  <a:pt x="4348" y="2458"/>
                </a:lnTo>
                <a:lnTo>
                  <a:pt x="4348" y="2457"/>
                </a:lnTo>
                <a:lnTo>
                  <a:pt x="4349" y="2457"/>
                </a:lnTo>
                <a:lnTo>
                  <a:pt x="4349" y="2456"/>
                </a:lnTo>
                <a:lnTo>
                  <a:pt x="4350" y="2456"/>
                </a:lnTo>
                <a:lnTo>
                  <a:pt x="4350" y="2455"/>
                </a:lnTo>
                <a:lnTo>
                  <a:pt x="4351" y="2455"/>
                </a:lnTo>
                <a:lnTo>
                  <a:pt x="4351" y="2454"/>
                </a:lnTo>
                <a:lnTo>
                  <a:pt x="4352" y="2454"/>
                </a:lnTo>
                <a:lnTo>
                  <a:pt x="4352" y="2453"/>
                </a:lnTo>
                <a:lnTo>
                  <a:pt x="4353" y="2453"/>
                </a:lnTo>
                <a:lnTo>
                  <a:pt x="4353" y="2452"/>
                </a:lnTo>
                <a:lnTo>
                  <a:pt x="4354" y="2452"/>
                </a:lnTo>
                <a:lnTo>
                  <a:pt x="4355" y="2452"/>
                </a:lnTo>
                <a:lnTo>
                  <a:pt x="4355" y="2451"/>
                </a:lnTo>
                <a:lnTo>
                  <a:pt x="4357" y="2451"/>
                </a:lnTo>
                <a:lnTo>
                  <a:pt x="4358" y="2451"/>
                </a:lnTo>
                <a:lnTo>
                  <a:pt x="4358" y="2450"/>
                </a:lnTo>
                <a:lnTo>
                  <a:pt x="4359" y="2450"/>
                </a:lnTo>
                <a:lnTo>
                  <a:pt x="4360" y="2450"/>
                </a:lnTo>
                <a:lnTo>
                  <a:pt x="4361" y="2451"/>
                </a:lnTo>
                <a:lnTo>
                  <a:pt x="4361" y="2450"/>
                </a:lnTo>
                <a:lnTo>
                  <a:pt x="4362" y="2450"/>
                </a:lnTo>
                <a:lnTo>
                  <a:pt x="4363" y="2450"/>
                </a:lnTo>
                <a:lnTo>
                  <a:pt x="4363" y="2449"/>
                </a:lnTo>
                <a:lnTo>
                  <a:pt x="4364" y="2449"/>
                </a:lnTo>
                <a:lnTo>
                  <a:pt x="4364" y="2448"/>
                </a:lnTo>
                <a:lnTo>
                  <a:pt x="4363" y="2448"/>
                </a:lnTo>
                <a:lnTo>
                  <a:pt x="4364" y="2448"/>
                </a:lnTo>
                <a:lnTo>
                  <a:pt x="4365" y="2448"/>
                </a:lnTo>
                <a:lnTo>
                  <a:pt x="4365" y="2449"/>
                </a:lnTo>
                <a:lnTo>
                  <a:pt x="4366" y="2449"/>
                </a:lnTo>
                <a:lnTo>
                  <a:pt x="4367" y="2449"/>
                </a:lnTo>
                <a:lnTo>
                  <a:pt x="4368" y="2449"/>
                </a:lnTo>
                <a:lnTo>
                  <a:pt x="4367" y="2449"/>
                </a:lnTo>
                <a:lnTo>
                  <a:pt x="4367" y="2450"/>
                </a:lnTo>
                <a:lnTo>
                  <a:pt x="4369" y="2450"/>
                </a:lnTo>
                <a:lnTo>
                  <a:pt x="4369" y="2451"/>
                </a:lnTo>
                <a:lnTo>
                  <a:pt x="4369" y="2453"/>
                </a:lnTo>
                <a:lnTo>
                  <a:pt x="4370" y="2453"/>
                </a:lnTo>
                <a:lnTo>
                  <a:pt x="4370" y="2452"/>
                </a:lnTo>
                <a:lnTo>
                  <a:pt x="4371" y="2453"/>
                </a:lnTo>
                <a:lnTo>
                  <a:pt x="4371" y="2454"/>
                </a:lnTo>
                <a:lnTo>
                  <a:pt x="4370" y="2454"/>
                </a:lnTo>
                <a:lnTo>
                  <a:pt x="4369" y="2455"/>
                </a:lnTo>
                <a:lnTo>
                  <a:pt x="4370" y="2455"/>
                </a:lnTo>
                <a:lnTo>
                  <a:pt x="4370" y="2456"/>
                </a:lnTo>
                <a:lnTo>
                  <a:pt x="4370" y="2457"/>
                </a:lnTo>
                <a:lnTo>
                  <a:pt x="4371" y="2457"/>
                </a:lnTo>
                <a:lnTo>
                  <a:pt x="4371" y="2458"/>
                </a:lnTo>
                <a:lnTo>
                  <a:pt x="4370" y="2458"/>
                </a:lnTo>
                <a:lnTo>
                  <a:pt x="4368" y="2461"/>
                </a:lnTo>
                <a:lnTo>
                  <a:pt x="4367" y="2461"/>
                </a:lnTo>
                <a:lnTo>
                  <a:pt x="4367" y="2462"/>
                </a:lnTo>
                <a:lnTo>
                  <a:pt x="4368" y="2465"/>
                </a:lnTo>
                <a:lnTo>
                  <a:pt x="4369" y="2466"/>
                </a:lnTo>
                <a:lnTo>
                  <a:pt x="4370" y="2467"/>
                </a:lnTo>
                <a:lnTo>
                  <a:pt x="4370" y="2468"/>
                </a:lnTo>
                <a:lnTo>
                  <a:pt x="4369" y="2468"/>
                </a:lnTo>
                <a:lnTo>
                  <a:pt x="4369" y="2469"/>
                </a:lnTo>
                <a:lnTo>
                  <a:pt x="4368" y="2469"/>
                </a:lnTo>
                <a:lnTo>
                  <a:pt x="4368" y="2470"/>
                </a:lnTo>
                <a:lnTo>
                  <a:pt x="4369" y="2470"/>
                </a:lnTo>
                <a:lnTo>
                  <a:pt x="4368" y="2470"/>
                </a:lnTo>
                <a:lnTo>
                  <a:pt x="4369" y="2471"/>
                </a:lnTo>
                <a:lnTo>
                  <a:pt x="4368" y="2471"/>
                </a:lnTo>
                <a:lnTo>
                  <a:pt x="4366" y="2473"/>
                </a:lnTo>
                <a:lnTo>
                  <a:pt x="4365" y="2474"/>
                </a:lnTo>
                <a:lnTo>
                  <a:pt x="4365" y="2476"/>
                </a:lnTo>
                <a:lnTo>
                  <a:pt x="4365" y="2477"/>
                </a:lnTo>
                <a:lnTo>
                  <a:pt x="4364" y="2477"/>
                </a:lnTo>
                <a:lnTo>
                  <a:pt x="4365" y="2477"/>
                </a:lnTo>
                <a:lnTo>
                  <a:pt x="4365" y="2479"/>
                </a:lnTo>
                <a:lnTo>
                  <a:pt x="4366" y="2479"/>
                </a:lnTo>
                <a:lnTo>
                  <a:pt x="4367" y="2479"/>
                </a:lnTo>
                <a:lnTo>
                  <a:pt x="4366" y="2481"/>
                </a:lnTo>
                <a:lnTo>
                  <a:pt x="4365" y="2481"/>
                </a:lnTo>
                <a:lnTo>
                  <a:pt x="4364" y="2481"/>
                </a:lnTo>
                <a:lnTo>
                  <a:pt x="4364" y="2482"/>
                </a:lnTo>
                <a:lnTo>
                  <a:pt x="4365" y="2482"/>
                </a:lnTo>
                <a:lnTo>
                  <a:pt x="4365" y="2483"/>
                </a:lnTo>
                <a:lnTo>
                  <a:pt x="4365" y="2484"/>
                </a:lnTo>
                <a:lnTo>
                  <a:pt x="4365" y="2485"/>
                </a:lnTo>
                <a:lnTo>
                  <a:pt x="4367" y="2485"/>
                </a:lnTo>
                <a:lnTo>
                  <a:pt x="4368" y="2485"/>
                </a:lnTo>
                <a:lnTo>
                  <a:pt x="4369" y="2485"/>
                </a:lnTo>
                <a:lnTo>
                  <a:pt x="4369" y="2486"/>
                </a:lnTo>
                <a:lnTo>
                  <a:pt x="4369" y="2485"/>
                </a:lnTo>
                <a:lnTo>
                  <a:pt x="4370" y="2485"/>
                </a:lnTo>
                <a:lnTo>
                  <a:pt x="4371" y="2485"/>
                </a:lnTo>
                <a:lnTo>
                  <a:pt x="4371" y="2486"/>
                </a:lnTo>
                <a:lnTo>
                  <a:pt x="4370" y="2486"/>
                </a:lnTo>
                <a:lnTo>
                  <a:pt x="4369" y="2486"/>
                </a:lnTo>
                <a:lnTo>
                  <a:pt x="4369" y="2487"/>
                </a:lnTo>
                <a:lnTo>
                  <a:pt x="4368" y="2487"/>
                </a:lnTo>
                <a:lnTo>
                  <a:pt x="4368" y="2488"/>
                </a:lnTo>
                <a:lnTo>
                  <a:pt x="4368" y="2489"/>
                </a:lnTo>
                <a:lnTo>
                  <a:pt x="4369" y="2489"/>
                </a:lnTo>
                <a:lnTo>
                  <a:pt x="4369" y="2490"/>
                </a:lnTo>
                <a:lnTo>
                  <a:pt x="4369" y="2491"/>
                </a:lnTo>
                <a:lnTo>
                  <a:pt x="4368" y="2492"/>
                </a:lnTo>
                <a:lnTo>
                  <a:pt x="4368" y="2491"/>
                </a:lnTo>
                <a:lnTo>
                  <a:pt x="4368" y="2490"/>
                </a:lnTo>
                <a:lnTo>
                  <a:pt x="4367" y="2490"/>
                </a:lnTo>
                <a:lnTo>
                  <a:pt x="4367" y="2491"/>
                </a:lnTo>
                <a:lnTo>
                  <a:pt x="4366" y="2492"/>
                </a:lnTo>
                <a:lnTo>
                  <a:pt x="4366" y="2493"/>
                </a:lnTo>
                <a:lnTo>
                  <a:pt x="4366" y="2494"/>
                </a:lnTo>
                <a:lnTo>
                  <a:pt x="4365" y="2494"/>
                </a:lnTo>
                <a:lnTo>
                  <a:pt x="4364" y="2494"/>
                </a:lnTo>
                <a:lnTo>
                  <a:pt x="4362" y="2495"/>
                </a:lnTo>
                <a:lnTo>
                  <a:pt x="4361" y="2495"/>
                </a:lnTo>
                <a:lnTo>
                  <a:pt x="4361" y="2496"/>
                </a:lnTo>
                <a:lnTo>
                  <a:pt x="4360" y="2497"/>
                </a:lnTo>
                <a:lnTo>
                  <a:pt x="4360" y="2496"/>
                </a:lnTo>
                <a:lnTo>
                  <a:pt x="4359" y="2496"/>
                </a:lnTo>
                <a:lnTo>
                  <a:pt x="4359" y="2497"/>
                </a:lnTo>
                <a:lnTo>
                  <a:pt x="4358" y="2497"/>
                </a:lnTo>
                <a:lnTo>
                  <a:pt x="4357" y="2497"/>
                </a:lnTo>
                <a:lnTo>
                  <a:pt x="4355" y="2498"/>
                </a:lnTo>
                <a:lnTo>
                  <a:pt x="4354" y="2497"/>
                </a:lnTo>
                <a:lnTo>
                  <a:pt x="4353" y="2497"/>
                </a:lnTo>
                <a:lnTo>
                  <a:pt x="4352" y="2496"/>
                </a:lnTo>
                <a:lnTo>
                  <a:pt x="4352" y="2495"/>
                </a:lnTo>
                <a:lnTo>
                  <a:pt x="4352" y="2494"/>
                </a:lnTo>
                <a:lnTo>
                  <a:pt x="4352" y="2493"/>
                </a:lnTo>
                <a:lnTo>
                  <a:pt x="4353" y="2491"/>
                </a:lnTo>
                <a:lnTo>
                  <a:pt x="4353" y="2490"/>
                </a:lnTo>
                <a:lnTo>
                  <a:pt x="4353" y="2489"/>
                </a:lnTo>
                <a:lnTo>
                  <a:pt x="4353" y="2488"/>
                </a:lnTo>
                <a:lnTo>
                  <a:pt x="4353" y="2487"/>
                </a:lnTo>
                <a:lnTo>
                  <a:pt x="4353" y="2486"/>
                </a:lnTo>
                <a:lnTo>
                  <a:pt x="4354" y="2485"/>
                </a:lnTo>
                <a:lnTo>
                  <a:pt x="4354" y="2484"/>
                </a:lnTo>
                <a:lnTo>
                  <a:pt x="4354" y="2483"/>
                </a:lnTo>
                <a:lnTo>
                  <a:pt x="4354" y="2482"/>
                </a:lnTo>
                <a:lnTo>
                  <a:pt x="4355" y="2482"/>
                </a:lnTo>
                <a:lnTo>
                  <a:pt x="4356" y="2481"/>
                </a:lnTo>
                <a:lnTo>
                  <a:pt x="4357" y="2481"/>
                </a:lnTo>
                <a:lnTo>
                  <a:pt x="4357" y="2480"/>
                </a:lnTo>
                <a:lnTo>
                  <a:pt x="4356" y="2480"/>
                </a:lnTo>
                <a:lnTo>
                  <a:pt x="4355" y="2479"/>
                </a:lnTo>
                <a:lnTo>
                  <a:pt x="4354" y="2479"/>
                </a:lnTo>
                <a:lnTo>
                  <a:pt x="4354" y="2480"/>
                </a:lnTo>
                <a:lnTo>
                  <a:pt x="4354" y="2481"/>
                </a:lnTo>
                <a:lnTo>
                  <a:pt x="4353" y="2481"/>
                </a:lnTo>
                <a:lnTo>
                  <a:pt x="4353" y="2480"/>
                </a:lnTo>
                <a:lnTo>
                  <a:pt x="4353" y="2479"/>
                </a:lnTo>
                <a:lnTo>
                  <a:pt x="4354" y="2479"/>
                </a:lnTo>
                <a:lnTo>
                  <a:pt x="4354" y="2478"/>
                </a:lnTo>
                <a:lnTo>
                  <a:pt x="4354" y="2477"/>
                </a:lnTo>
                <a:lnTo>
                  <a:pt x="4353" y="2477"/>
                </a:lnTo>
                <a:lnTo>
                  <a:pt x="4353" y="2476"/>
                </a:lnTo>
                <a:lnTo>
                  <a:pt x="4354" y="2476"/>
                </a:lnTo>
                <a:lnTo>
                  <a:pt x="4354" y="2475"/>
                </a:lnTo>
                <a:lnTo>
                  <a:pt x="4353" y="2475"/>
                </a:lnTo>
                <a:lnTo>
                  <a:pt x="4353" y="2476"/>
                </a:lnTo>
                <a:lnTo>
                  <a:pt x="4352" y="2476"/>
                </a:lnTo>
                <a:lnTo>
                  <a:pt x="4352" y="2477"/>
                </a:lnTo>
                <a:lnTo>
                  <a:pt x="4351" y="2477"/>
                </a:lnTo>
                <a:lnTo>
                  <a:pt x="4351" y="2478"/>
                </a:lnTo>
                <a:lnTo>
                  <a:pt x="4352" y="2478"/>
                </a:lnTo>
                <a:lnTo>
                  <a:pt x="4352" y="2479"/>
                </a:lnTo>
                <a:lnTo>
                  <a:pt x="4352" y="2480"/>
                </a:lnTo>
                <a:lnTo>
                  <a:pt x="4351" y="2480"/>
                </a:lnTo>
                <a:lnTo>
                  <a:pt x="4352" y="2481"/>
                </a:lnTo>
                <a:lnTo>
                  <a:pt x="4352" y="2482"/>
                </a:lnTo>
                <a:lnTo>
                  <a:pt x="4352" y="2483"/>
                </a:lnTo>
                <a:lnTo>
                  <a:pt x="4352" y="2484"/>
                </a:lnTo>
                <a:lnTo>
                  <a:pt x="4352" y="2485"/>
                </a:lnTo>
                <a:lnTo>
                  <a:pt x="4352" y="2486"/>
                </a:lnTo>
                <a:lnTo>
                  <a:pt x="4352" y="2488"/>
                </a:lnTo>
                <a:lnTo>
                  <a:pt x="4351" y="2489"/>
                </a:lnTo>
                <a:lnTo>
                  <a:pt x="4351" y="2491"/>
                </a:lnTo>
                <a:lnTo>
                  <a:pt x="4350" y="2491"/>
                </a:lnTo>
                <a:lnTo>
                  <a:pt x="4350" y="2492"/>
                </a:lnTo>
                <a:lnTo>
                  <a:pt x="4350" y="2493"/>
                </a:lnTo>
                <a:lnTo>
                  <a:pt x="4350" y="2494"/>
                </a:lnTo>
                <a:lnTo>
                  <a:pt x="4350" y="2495"/>
                </a:lnTo>
                <a:lnTo>
                  <a:pt x="4350" y="2496"/>
                </a:lnTo>
                <a:lnTo>
                  <a:pt x="4350" y="2497"/>
                </a:lnTo>
                <a:lnTo>
                  <a:pt x="4349" y="2497"/>
                </a:lnTo>
                <a:lnTo>
                  <a:pt x="4349" y="2498"/>
                </a:lnTo>
                <a:lnTo>
                  <a:pt x="4346" y="2500"/>
                </a:lnTo>
                <a:lnTo>
                  <a:pt x="4345" y="2500"/>
                </a:lnTo>
                <a:lnTo>
                  <a:pt x="4344" y="2500"/>
                </a:lnTo>
                <a:lnTo>
                  <a:pt x="4343" y="2499"/>
                </a:lnTo>
                <a:lnTo>
                  <a:pt x="4342" y="2498"/>
                </a:lnTo>
                <a:lnTo>
                  <a:pt x="4342" y="2497"/>
                </a:lnTo>
                <a:lnTo>
                  <a:pt x="4341" y="2497"/>
                </a:lnTo>
                <a:lnTo>
                  <a:pt x="4339" y="2495"/>
                </a:lnTo>
                <a:lnTo>
                  <a:pt x="4338" y="2494"/>
                </a:lnTo>
                <a:lnTo>
                  <a:pt x="4337" y="2493"/>
                </a:lnTo>
                <a:lnTo>
                  <a:pt x="4337" y="2492"/>
                </a:lnTo>
                <a:lnTo>
                  <a:pt x="4336" y="2491"/>
                </a:lnTo>
                <a:lnTo>
                  <a:pt x="4336" y="2490"/>
                </a:lnTo>
                <a:lnTo>
                  <a:pt x="4336" y="2489"/>
                </a:lnTo>
                <a:lnTo>
                  <a:pt x="4335" y="2489"/>
                </a:lnTo>
                <a:lnTo>
                  <a:pt x="4336" y="2488"/>
                </a:lnTo>
                <a:lnTo>
                  <a:pt x="4335" y="2486"/>
                </a:lnTo>
                <a:lnTo>
                  <a:pt x="4334" y="2487"/>
                </a:lnTo>
                <a:lnTo>
                  <a:pt x="4333" y="2487"/>
                </a:lnTo>
                <a:lnTo>
                  <a:pt x="4332" y="2487"/>
                </a:lnTo>
                <a:lnTo>
                  <a:pt x="4332" y="2486"/>
                </a:lnTo>
                <a:lnTo>
                  <a:pt x="4331" y="2486"/>
                </a:lnTo>
                <a:lnTo>
                  <a:pt x="4330" y="2485"/>
                </a:lnTo>
                <a:lnTo>
                  <a:pt x="4329" y="2485"/>
                </a:lnTo>
                <a:lnTo>
                  <a:pt x="4329" y="2486"/>
                </a:lnTo>
                <a:lnTo>
                  <a:pt x="4328" y="2486"/>
                </a:lnTo>
                <a:lnTo>
                  <a:pt x="4329" y="2486"/>
                </a:lnTo>
                <a:lnTo>
                  <a:pt x="4330" y="2486"/>
                </a:lnTo>
                <a:lnTo>
                  <a:pt x="4331" y="2486"/>
                </a:lnTo>
                <a:lnTo>
                  <a:pt x="4331" y="2487"/>
                </a:lnTo>
                <a:lnTo>
                  <a:pt x="4332" y="2487"/>
                </a:lnTo>
                <a:lnTo>
                  <a:pt x="4333" y="2488"/>
                </a:lnTo>
                <a:lnTo>
                  <a:pt x="4333" y="2489"/>
                </a:lnTo>
                <a:lnTo>
                  <a:pt x="4334" y="2490"/>
                </a:lnTo>
                <a:lnTo>
                  <a:pt x="4333" y="2491"/>
                </a:lnTo>
                <a:lnTo>
                  <a:pt x="4333" y="2490"/>
                </a:lnTo>
                <a:lnTo>
                  <a:pt x="4332" y="2490"/>
                </a:lnTo>
                <a:lnTo>
                  <a:pt x="4331" y="2491"/>
                </a:lnTo>
                <a:lnTo>
                  <a:pt x="4330" y="2491"/>
                </a:lnTo>
                <a:lnTo>
                  <a:pt x="4329" y="2491"/>
                </a:lnTo>
                <a:lnTo>
                  <a:pt x="4329" y="2492"/>
                </a:lnTo>
                <a:lnTo>
                  <a:pt x="4329" y="2493"/>
                </a:lnTo>
                <a:lnTo>
                  <a:pt x="4328" y="2493"/>
                </a:lnTo>
                <a:lnTo>
                  <a:pt x="4329" y="2494"/>
                </a:lnTo>
                <a:lnTo>
                  <a:pt x="4330" y="2495"/>
                </a:lnTo>
                <a:lnTo>
                  <a:pt x="4331" y="2496"/>
                </a:lnTo>
                <a:lnTo>
                  <a:pt x="4331" y="2497"/>
                </a:lnTo>
                <a:lnTo>
                  <a:pt x="4331" y="2496"/>
                </a:lnTo>
                <a:lnTo>
                  <a:pt x="4332" y="2496"/>
                </a:lnTo>
                <a:lnTo>
                  <a:pt x="4333" y="2496"/>
                </a:lnTo>
                <a:lnTo>
                  <a:pt x="4333" y="2497"/>
                </a:lnTo>
                <a:lnTo>
                  <a:pt x="4333" y="2498"/>
                </a:lnTo>
                <a:lnTo>
                  <a:pt x="4334" y="2498"/>
                </a:lnTo>
                <a:lnTo>
                  <a:pt x="4335" y="2498"/>
                </a:lnTo>
                <a:lnTo>
                  <a:pt x="4335" y="2499"/>
                </a:lnTo>
                <a:lnTo>
                  <a:pt x="4333" y="2500"/>
                </a:lnTo>
                <a:lnTo>
                  <a:pt x="4331" y="2499"/>
                </a:lnTo>
                <a:lnTo>
                  <a:pt x="4330" y="2499"/>
                </a:lnTo>
                <a:lnTo>
                  <a:pt x="4328" y="2499"/>
                </a:lnTo>
                <a:lnTo>
                  <a:pt x="4327" y="2498"/>
                </a:lnTo>
                <a:lnTo>
                  <a:pt x="4326" y="2498"/>
                </a:lnTo>
                <a:lnTo>
                  <a:pt x="4326" y="2497"/>
                </a:lnTo>
                <a:lnTo>
                  <a:pt x="4326" y="2496"/>
                </a:lnTo>
                <a:lnTo>
                  <a:pt x="4326" y="2497"/>
                </a:lnTo>
                <a:lnTo>
                  <a:pt x="4325" y="2497"/>
                </a:lnTo>
                <a:lnTo>
                  <a:pt x="4324" y="2497"/>
                </a:lnTo>
                <a:lnTo>
                  <a:pt x="4324" y="2498"/>
                </a:lnTo>
                <a:lnTo>
                  <a:pt x="4323" y="2498"/>
                </a:lnTo>
                <a:lnTo>
                  <a:pt x="4323" y="2497"/>
                </a:lnTo>
                <a:lnTo>
                  <a:pt x="4322" y="2497"/>
                </a:lnTo>
                <a:lnTo>
                  <a:pt x="4321" y="2497"/>
                </a:lnTo>
                <a:lnTo>
                  <a:pt x="4322" y="2498"/>
                </a:lnTo>
                <a:lnTo>
                  <a:pt x="4323" y="2498"/>
                </a:lnTo>
                <a:lnTo>
                  <a:pt x="4323" y="2499"/>
                </a:lnTo>
                <a:lnTo>
                  <a:pt x="4324" y="2499"/>
                </a:lnTo>
                <a:lnTo>
                  <a:pt x="4325" y="2499"/>
                </a:lnTo>
                <a:lnTo>
                  <a:pt x="4326" y="2500"/>
                </a:lnTo>
                <a:lnTo>
                  <a:pt x="4326" y="2501"/>
                </a:lnTo>
                <a:lnTo>
                  <a:pt x="4327" y="2501"/>
                </a:lnTo>
                <a:lnTo>
                  <a:pt x="4328" y="2501"/>
                </a:lnTo>
                <a:lnTo>
                  <a:pt x="4329" y="2501"/>
                </a:lnTo>
                <a:lnTo>
                  <a:pt x="4331" y="2501"/>
                </a:lnTo>
                <a:lnTo>
                  <a:pt x="4331" y="2502"/>
                </a:lnTo>
                <a:lnTo>
                  <a:pt x="4332" y="2502"/>
                </a:lnTo>
                <a:lnTo>
                  <a:pt x="4333" y="2502"/>
                </a:lnTo>
                <a:lnTo>
                  <a:pt x="4334" y="2502"/>
                </a:lnTo>
                <a:lnTo>
                  <a:pt x="4335" y="2502"/>
                </a:lnTo>
                <a:lnTo>
                  <a:pt x="4336" y="2503"/>
                </a:lnTo>
                <a:lnTo>
                  <a:pt x="4338" y="2503"/>
                </a:lnTo>
                <a:lnTo>
                  <a:pt x="4339" y="2503"/>
                </a:lnTo>
                <a:lnTo>
                  <a:pt x="4340" y="2503"/>
                </a:lnTo>
                <a:lnTo>
                  <a:pt x="4339" y="2504"/>
                </a:lnTo>
                <a:lnTo>
                  <a:pt x="4338" y="2504"/>
                </a:lnTo>
                <a:lnTo>
                  <a:pt x="4338" y="2506"/>
                </a:lnTo>
                <a:lnTo>
                  <a:pt x="4338" y="2507"/>
                </a:lnTo>
                <a:lnTo>
                  <a:pt x="4338" y="2508"/>
                </a:lnTo>
                <a:lnTo>
                  <a:pt x="4339" y="2508"/>
                </a:lnTo>
                <a:lnTo>
                  <a:pt x="4338" y="2509"/>
                </a:lnTo>
                <a:lnTo>
                  <a:pt x="4337" y="2509"/>
                </a:lnTo>
                <a:lnTo>
                  <a:pt x="4336" y="2509"/>
                </a:lnTo>
                <a:lnTo>
                  <a:pt x="4335" y="2509"/>
                </a:lnTo>
                <a:lnTo>
                  <a:pt x="4334" y="2509"/>
                </a:lnTo>
                <a:lnTo>
                  <a:pt x="4333" y="2508"/>
                </a:lnTo>
                <a:lnTo>
                  <a:pt x="4332" y="2508"/>
                </a:lnTo>
                <a:lnTo>
                  <a:pt x="4331" y="2508"/>
                </a:lnTo>
                <a:lnTo>
                  <a:pt x="4330" y="2508"/>
                </a:lnTo>
                <a:lnTo>
                  <a:pt x="4330" y="2509"/>
                </a:lnTo>
                <a:lnTo>
                  <a:pt x="4330" y="2510"/>
                </a:lnTo>
                <a:lnTo>
                  <a:pt x="4330" y="2511"/>
                </a:lnTo>
                <a:lnTo>
                  <a:pt x="4330" y="2512"/>
                </a:lnTo>
                <a:lnTo>
                  <a:pt x="4329" y="2512"/>
                </a:lnTo>
                <a:lnTo>
                  <a:pt x="4329" y="2514"/>
                </a:lnTo>
                <a:lnTo>
                  <a:pt x="4331" y="2513"/>
                </a:lnTo>
                <a:lnTo>
                  <a:pt x="4332" y="2513"/>
                </a:lnTo>
                <a:lnTo>
                  <a:pt x="4332" y="2512"/>
                </a:lnTo>
                <a:lnTo>
                  <a:pt x="4331" y="2511"/>
                </a:lnTo>
                <a:lnTo>
                  <a:pt x="4331" y="2509"/>
                </a:lnTo>
                <a:lnTo>
                  <a:pt x="4332" y="2509"/>
                </a:lnTo>
                <a:lnTo>
                  <a:pt x="4333" y="2509"/>
                </a:lnTo>
                <a:lnTo>
                  <a:pt x="4334" y="2509"/>
                </a:lnTo>
                <a:lnTo>
                  <a:pt x="4334" y="2510"/>
                </a:lnTo>
                <a:lnTo>
                  <a:pt x="4335" y="2510"/>
                </a:lnTo>
                <a:lnTo>
                  <a:pt x="4336" y="2510"/>
                </a:lnTo>
                <a:lnTo>
                  <a:pt x="4337" y="2510"/>
                </a:lnTo>
                <a:lnTo>
                  <a:pt x="4338" y="2510"/>
                </a:lnTo>
                <a:lnTo>
                  <a:pt x="4339" y="2510"/>
                </a:lnTo>
                <a:lnTo>
                  <a:pt x="4339" y="2509"/>
                </a:lnTo>
                <a:lnTo>
                  <a:pt x="4340" y="2509"/>
                </a:lnTo>
                <a:lnTo>
                  <a:pt x="4340" y="2508"/>
                </a:lnTo>
                <a:lnTo>
                  <a:pt x="4341" y="2508"/>
                </a:lnTo>
                <a:lnTo>
                  <a:pt x="4341" y="2509"/>
                </a:lnTo>
                <a:lnTo>
                  <a:pt x="4342" y="2509"/>
                </a:lnTo>
                <a:lnTo>
                  <a:pt x="4342" y="2510"/>
                </a:lnTo>
                <a:lnTo>
                  <a:pt x="4343" y="2510"/>
                </a:lnTo>
                <a:lnTo>
                  <a:pt x="4343" y="2511"/>
                </a:lnTo>
                <a:lnTo>
                  <a:pt x="4343" y="2512"/>
                </a:lnTo>
                <a:lnTo>
                  <a:pt x="4344" y="2512"/>
                </a:lnTo>
                <a:lnTo>
                  <a:pt x="4345" y="2512"/>
                </a:lnTo>
                <a:lnTo>
                  <a:pt x="4344" y="2512"/>
                </a:lnTo>
                <a:lnTo>
                  <a:pt x="4343" y="2512"/>
                </a:lnTo>
                <a:lnTo>
                  <a:pt x="4342" y="2512"/>
                </a:lnTo>
                <a:lnTo>
                  <a:pt x="4342" y="2513"/>
                </a:lnTo>
                <a:lnTo>
                  <a:pt x="4343" y="2513"/>
                </a:lnTo>
                <a:lnTo>
                  <a:pt x="4343" y="2515"/>
                </a:lnTo>
                <a:lnTo>
                  <a:pt x="4342" y="2515"/>
                </a:lnTo>
                <a:lnTo>
                  <a:pt x="4341" y="2516"/>
                </a:lnTo>
                <a:lnTo>
                  <a:pt x="4343" y="2517"/>
                </a:lnTo>
                <a:lnTo>
                  <a:pt x="4344" y="2517"/>
                </a:lnTo>
                <a:lnTo>
                  <a:pt x="4344" y="2518"/>
                </a:lnTo>
                <a:lnTo>
                  <a:pt x="4345" y="2518"/>
                </a:lnTo>
                <a:lnTo>
                  <a:pt x="4345" y="2519"/>
                </a:lnTo>
                <a:lnTo>
                  <a:pt x="4346" y="2519"/>
                </a:lnTo>
                <a:lnTo>
                  <a:pt x="4347" y="2519"/>
                </a:lnTo>
                <a:lnTo>
                  <a:pt x="4347" y="2520"/>
                </a:lnTo>
                <a:lnTo>
                  <a:pt x="4346" y="2520"/>
                </a:lnTo>
                <a:lnTo>
                  <a:pt x="4345" y="2521"/>
                </a:lnTo>
                <a:lnTo>
                  <a:pt x="4344" y="2522"/>
                </a:lnTo>
                <a:lnTo>
                  <a:pt x="4345" y="2522"/>
                </a:lnTo>
                <a:lnTo>
                  <a:pt x="4344" y="2522"/>
                </a:lnTo>
                <a:lnTo>
                  <a:pt x="4344" y="2523"/>
                </a:lnTo>
                <a:lnTo>
                  <a:pt x="4344" y="2522"/>
                </a:lnTo>
                <a:lnTo>
                  <a:pt x="4343" y="2522"/>
                </a:lnTo>
                <a:lnTo>
                  <a:pt x="4343" y="2523"/>
                </a:lnTo>
                <a:lnTo>
                  <a:pt x="4342" y="2523"/>
                </a:lnTo>
                <a:lnTo>
                  <a:pt x="4341" y="2524"/>
                </a:lnTo>
                <a:lnTo>
                  <a:pt x="4340" y="2523"/>
                </a:lnTo>
                <a:lnTo>
                  <a:pt x="4339" y="2523"/>
                </a:lnTo>
                <a:lnTo>
                  <a:pt x="4337" y="2523"/>
                </a:lnTo>
                <a:lnTo>
                  <a:pt x="4336" y="2522"/>
                </a:lnTo>
                <a:lnTo>
                  <a:pt x="4336" y="2521"/>
                </a:lnTo>
                <a:lnTo>
                  <a:pt x="4335" y="2521"/>
                </a:lnTo>
                <a:lnTo>
                  <a:pt x="4334" y="2521"/>
                </a:lnTo>
                <a:lnTo>
                  <a:pt x="4332" y="2521"/>
                </a:lnTo>
                <a:lnTo>
                  <a:pt x="4332" y="2520"/>
                </a:lnTo>
                <a:lnTo>
                  <a:pt x="4331" y="2520"/>
                </a:lnTo>
                <a:lnTo>
                  <a:pt x="4331" y="2519"/>
                </a:lnTo>
                <a:lnTo>
                  <a:pt x="4331" y="2518"/>
                </a:lnTo>
                <a:lnTo>
                  <a:pt x="4330" y="2518"/>
                </a:lnTo>
                <a:lnTo>
                  <a:pt x="4328" y="2519"/>
                </a:lnTo>
                <a:lnTo>
                  <a:pt x="4328" y="2520"/>
                </a:lnTo>
                <a:lnTo>
                  <a:pt x="4329" y="2520"/>
                </a:lnTo>
                <a:lnTo>
                  <a:pt x="4329" y="2521"/>
                </a:lnTo>
                <a:lnTo>
                  <a:pt x="4330" y="2521"/>
                </a:lnTo>
                <a:lnTo>
                  <a:pt x="4332" y="2521"/>
                </a:lnTo>
                <a:lnTo>
                  <a:pt x="4331" y="2521"/>
                </a:lnTo>
                <a:lnTo>
                  <a:pt x="4331" y="2522"/>
                </a:lnTo>
                <a:lnTo>
                  <a:pt x="4331" y="2523"/>
                </a:lnTo>
                <a:lnTo>
                  <a:pt x="4331" y="2524"/>
                </a:lnTo>
                <a:lnTo>
                  <a:pt x="4332" y="2524"/>
                </a:lnTo>
                <a:lnTo>
                  <a:pt x="4332" y="2523"/>
                </a:lnTo>
                <a:lnTo>
                  <a:pt x="4333" y="2523"/>
                </a:lnTo>
                <a:lnTo>
                  <a:pt x="4334" y="2523"/>
                </a:lnTo>
                <a:lnTo>
                  <a:pt x="4335" y="2524"/>
                </a:lnTo>
                <a:lnTo>
                  <a:pt x="4336" y="2524"/>
                </a:lnTo>
                <a:lnTo>
                  <a:pt x="4337" y="2524"/>
                </a:lnTo>
                <a:lnTo>
                  <a:pt x="4338" y="2525"/>
                </a:lnTo>
                <a:lnTo>
                  <a:pt x="4339" y="2525"/>
                </a:lnTo>
                <a:lnTo>
                  <a:pt x="4340" y="2526"/>
                </a:lnTo>
                <a:lnTo>
                  <a:pt x="4339" y="2526"/>
                </a:lnTo>
                <a:lnTo>
                  <a:pt x="4340" y="2527"/>
                </a:lnTo>
                <a:lnTo>
                  <a:pt x="4340" y="2528"/>
                </a:lnTo>
                <a:lnTo>
                  <a:pt x="4339" y="2528"/>
                </a:lnTo>
                <a:lnTo>
                  <a:pt x="4341" y="2528"/>
                </a:lnTo>
                <a:lnTo>
                  <a:pt x="4342" y="2528"/>
                </a:lnTo>
                <a:lnTo>
                  <a:pt x="4342" y="2530"/>
                </a:lnTo>
                <a:lnTo>
                  <a:pt x="4341" y="2530"/>
                </a:lnTo>
                <a:lnTo>
                  <a:pt x="4341" y="2531"/>
                </a:lnTo>
                <a:lnTo>
                  <a:pt x="4342" y="2531"/>
                </a:lnTo>
                <a:lnTo>
                  <a:pt x="4343" y="2531"/>
                </a:lnTo>
                <a:lnTo>
                  <a:pt x="4342" y="2531"/>
                </a:lnTo>
                <a:lnTo>
                  <a:pt x="4342" y="2532"/>
                </a:lnTo>
                <a:lnTo>
                  <a:pt x="4343" y="2532"/>
                </a:lnTo>
                <a:lnTo>
                  <a:pt x="4343" y="2533"/>
                </a:lnTo>
                <a:lnTo>
                  <a:pt x="4343" y="2534"/>
                </a:lnTo>
                <a:lnTo>
                  <a:pt x="4342" y="2534"/>
                </a:lnTo>
                <a:lnTo>
                  <a:pt x="4342" y="2535"/>
                </a:lnTo>
                <a:lnTo>
                  <a:pt x="4343" y="2535"/>
                </a:lnTo>
                <a:lnTo>
                  <a:pt x="4343" y="2536"/>
                </a:lnTo>
                <a:lnTo>
                  <a:pt x="4342" y="2536"/>
                </a:lnTo>
                <a:lnTo>
                  <a:pt x="4341" y="2541"/>
                </a:lnTo>
                <a:lnTo>
                  <a:pt x="4341" y="2542"/>
                </a:lnTo>
                <a:lnTo>
                  <a:pt x="4341" y="2543"/>
                </a:lnTo>
                <a:lnTo>
                  <a:pt x="4340" y="2543"/>
                </a:lnTo>
                <a:lnTo>
                  <a:pt x="4339" y="2543"/>
                </a:lnTo>
                <a:lnTo>
                  <a:pt x="4338" y="2542"/>
                </a:lnTo>
                <a:lnTo>
                  <a:pt x="4337" y="2543"/>
                </a:lnTo>
                <a:lnTo>
                  <a:pt x="4337" y="2544"/>
                </a:lnTo>
                <a:lnTo>
                  <a:pt x="4336" y="2544"/>
                </a:lnTo>
                <a:lnTo>
                  <a:pt x="4334" y="2545"/>
                </a:lnTo>
                <a:lnTo>
                  <a:pt x="4333" y="2545"/>
                </a:lnTo>
                <a:lnTo>
                  <a:pt x="4332" y="2545"/>
                </a:lnTo>
                <a:lnTo>
                  <a:pt x="4329" y="2545"/>
                </a:lnTo>
                <a:lnTo>
                  <a:pt x="4328" y="2545"/>
                </a:lnTo>
                <a:lnTo>
                  <a:pt x="4327" y="2545"/>
                </a:lnTo>
                <a:lnTo>
                  <a:pt x="4326" y="2545"/>
                </a:lnTo>
                <a:lnTo>
                  <a:pt x="4325" y="2546"/>
                </a:lnTo>
                <a:lnTo>
                  <a:pt x="4325" y="2547"/>
                </a:lnTo>
                <a:lnTo>
                  <a:pt x="4327" y="2548"/>
                </a:lnTo>
                <a:lnTo>
                  <a:pt x="4328" y="2548"/>
                </a:lnTo>
                <a:lnTo>
                  <a:pt x="4329" y="2548"/>
                </a:lnTo>
                <a:lnTo>
                  <a:pt x="4331" y="2549"/>
                </a:lnTo>
                <a:lnTo>
                  <a:pt x="4331" y="2550"/>
                </a:lnTo>
                <a:lnTo>
                  <a:pt x="4333" y="2553"/>
                </a:lnTo>
                <a:lnTo>
                  <a:pt x="4333" y="2554"/>
                </a:lnTo>
                <a:lnTo>
                  <a:pt x="4334" y="2556"/>
                </a:lnTo>
                <a:lnTo>
                  <a:pt x="4334" y="2557"/>
                </a:lnTo>
                <a:lnTo>
                  <a:pt x="4335" y="2557"/>
                </a:lnTo>
                <a:lnTo>
                  <a:pt x="4335" y="2559"/>
                </a:lnTo>
                <a:lnTo>
                  <a:pt x="4335" y="2560"/>
                </a:lnTo>
                <a:lnTo>
                  <a:pt x="4335" y="2561"/>
                </a:lnTo>
                <a:lnTo>
                  <a:pt x="4336" y="2561"/>
                </a:lnTo>
                <a:lnTo>
                  <a:pt x="4337" y="2561"/>
                </a:lnTo>
                <a:lnTo>
                  <a:pt x="4337" y="2562"/>
                </a:lnTo>
                <a:lnTo>
                  <a:pt x="4337" y="2563"/>
                </a:lnTo>
                <a:lnTo>
                  <a:pt x="4338" y="2563"/>
                </a:lnTo>
                <a:lnTo>
                  <a:pt x="4337" y="2564"/>
                </a:lnTo>
                <a:lnTo>
                  <a:pt x="4337" y="2565"/>
                </a:lnTo>
                <a:lnTo>
                  <a:pt x="4336" y="2565"/>
                </a:lnTo>
                <a:lnTo>
                  <a:pt x="4336" y="2566"/>
                </a:lnTo>
                <a:lnTo>
                  <a:pt x="4336" y="2565"/>
                </a:lnTo>
                <a:lnTo>
                  <a:pt x="4335" y="2566"/>
                </a:lnTo>
                <a:lnTo>
                  <a:pt x="4334" y="2566"/>
                </a:lnTo>
                <a:lnTo>
                  <a:pt x="4334" y="2565"/>
                </a:lnTo>
                <a:lnTo>
                  <a:pt x="4333" y="2566"/>
                </a:lnTo>
                <a:lnTo>
                  <a:pt x="4334" y="2566"/>
                </a:lnTo>
                <a:lnTo>
                  <a:pt x="4335" y="2567"/>
                </a:lnTo>
                <a:lnTo>
                  <a:pt x="4336" y="2567"/>
                </a:lnTo>
                <a:lnTo>
                  <a:pt x="4336" y="2568"/>
                </a:lnTo>
                <a:lnTo>
                  <a:pt x="4335" y="2569"/>
                </a:lnTo>
                <a:lnTo>
                  <a:pt x="4335" y="2570"/>
                </a:lnTo>
                <a:lnTo>
                  <a:pt x="4335" y="2572"/>
                </a:lnTo>
                <a:lnTo>
                  <a:pt x="4336" y="2573"/>
                </a:lnTo>
                <a:lnTo>
                  <a:pt x="4339" y="2574"/>
                </a:lnTo>
                <a:lnTo>
                  <a:pt x="4339" y="2573"/>
                </a:lnTo>
                <a:lnTo>
                  <a:pt x="4340" y="2573"/>
                </a:lnTo>
                <a:lnTo>
                  <a:pt x="4340" y="2574"/>
                </a:lnTo>
                <a:lnTo>
                  <a:pt x="4341" y="2575"/>
                </a:lnTo>
                <a:lnTo>
                  <a:pt x="4340" y="2575"/>
                </a:lnTo>
                <a:lnTo>
                  <a:pt x="4339" y="2577"/>
                </a:lnTo>
                <a:lnTo>
                  <a:pt x="4340" y="2577"/>
                </a:lnTo>
                <a:lnTo>
                  <a:pt x="4340" y="2578"/>
                </a:lnTo>
                <a:lnTo>
                  <a:pt x="4339" y="2578"/>
                </a:lnTo>
                <a:lnTo>
                  <a:pt x="4339" y="2579"/>
                </a:lnTo>
                <a:lnTo>
                  <a:pt x="4338" y="2579"/>
                </a:lnTo>
                <a:lnTo>
                  <a:pt x="4337" y="2579"/>
                </a:lnTo>
                <a:lnTo>
                  <a:pt x="4338" y="2579"/>
                </a:lnTo>
                <a:lnTo>
                  <a:pt x="4337" y="2580"/>
                </a:lnTo>
                <a:lnTo>
                  <a:pt x="4338" y="2581"/>
                </a:lnTo>
                <a:lnTo>
                  <a:pt x="4339" y="2580"/>
                </a:lnTo>
                <a:lnTo>
                  <a:pt x="4340" y="2580"/>
                </a:lnTo>
                <a:lnTo>
                  <a:pt x="4341" y="2580"/>
                </a:lnTo>
                <a:lnTo>
                  <a:pt x="4340" y="2580"/>
                </a:lnTo>
                <a:lnTo>
                  <a:pt x="4340" y="2581"/>
                </a:lnTo>
                <a:lnTo>
                  <a:pt x="4341" y="2580"/>
                </a:lnTo>
                <a:lnTo>
                  <a:pt x="4341" y="2581"/>
                </a:lnTo>
                <a:lnTo>
                  <a:pt x="4340" y="2582"/>
                </a:lnTo>
                <a:lnTo>
                  <a:pt x="4340" y="2583"/>
                </a:lnTo>
                <a:lnTo>
                  <a:pt x="4340" y="2582"/>
                </a:lnTo>
                <a:lnTo>
                  <a:pt x="4340" y="2583"/>
                </a:lnTo>
                <a:lnTo>
                  <a:pt x="4339" y="2583"/>
                </a:lnTo>
                <a:lnTo>
                  <a:pt x="4339" y="2584"/>
                </a:lnTo>
                <a:lnTo>
                  <a:pt x="4339" y="2585"/>
                </a:lnTo>
                <a:lnTo>
                  <a:pt x="4339" y="2586"/>
                </a:lnTo>
                <a:lnTo>
                  <a:pt x="4338" y="2586"/>
                </a:lnTo>
                <a:lnTo>
                  <a:pt x="4339" y="2586"/>
                </a:lnTo>
                <a:lnTo>
                  <a:pt x="4339" y="2587"/>
                </a:lnTo>
                <a:lnTo>
                  <a:pt x="4338" y="2587"/>
                </a:lnTo>
                <a:lnTo>
                  <a:pt x="4338" y="2588"/>
                </a:lnTo>
                <a:lnTo>
                  <a:pt x="4337" y="2588"/>
                </a:lnTo>
                <a:lnTo>
                  <a:pt x="4337" y="2587"/>
                </a:lnTo>
                <a:lnTo>
                  <a:pt x="4337" y="2588"/>
                </a:lnTo>
                <a:lnTo>
                  <a:pt x="4337" y="2589"/>
                </a:lnTo>
                <a:lnTo>
                  <a:pt x="4338" y="2589"/>
                </a:lnTo>
                <a:lnTo>
                  <a:pt x="4337" y="2589"/>
                </a:lnTo>
                <a:lnTo>
                  <a:pt x="4337" y="2590"/>
                </a:lnTo>
                <a:lnTo>
                  <a:pt x="4336" y="2590"/>
                </a:lnTo>
                <a:lnTo>
                  <a:pt x="4335" y="2590"/>
                </a:lnTo>
                <a:lnTo>
                  <a:pt x="4335" y="2591"/>
                </a:lnTo>
                <a:lnTo>
                  <a:pt x="4334" y="2591"/>
                </a:lnTo>
                <a:lnTo>
                  <a:pt x="4334" y="2590"/>
                </a:lnTo>
                <a:lnTo>
                  <a:pt x="4334" y="2589"/>
                </a:lnTo>
                <a:lnTo>
                  <a:pt x="4335" y="2589"/>
                </a:lnTo>
                <a:lnTo>
                  <a:pt x="4335" y="2588"/>
                </a:lnTo>
                <a:lnTo>
                  <a:pt x="4334" y="2588"/>
                </a:lnTo>
                <a:lnTo>
                  <a:pt x="4334" y="2589"/>
                </a:lnTo>
                <a:lnTo>
                  <a:pt x="4333" y="2589"/>
                </a:lnTo>
                <a:lnTo>
                  <a:pt x="4333" y="2588"/>
                </a:lnTo>
                <a:lnTo>
                  <a:pt x="4333" y="2587"/>
                </a:lnTo>
                <a:lnTo>
                  <a:pt x="4334" y="2586"/>
                </a:lnTo>
                <a:lnTo>
                  <a:pt x="4333" y="2585"/>
                </a:lnTo>
                <a:lnTo>
                  <a:pt x="4332" y="2584"/>
                </a:lnTo>
                <a:lnTo>
                  <a:pt x="4331" y="2584"/>
                </a:lnTo>
                <a:lnTo>
                  <a:pt x="4331" y="2583"/>
                </a:lnTo>
                <a:lnTo>
                  <a:pt x="4329" y="2583"/>
                </a:lnTo>
                <a:lnTo>
                  <a:pt x="4328" y="2582"/>
                </a:lnTo>
                <a:lnTo>
                  <a:pt x="4327" y="2582"/>
                </a:lnTo>
                <a:lnTo>
                  <a:pt x="4326" y="2582"/>
                </a:lnTo>
                <a:lnTo>
                  <a:pt x="4324" y="2582"/>
                </a:lnTo>
                <a:lnTo>
                  <a:pt x="4323" y="2582"/>
                </a:lnTo>
                <a:lnTo>
                  <a:pt x="4323" y="2584"/>
                </a:lnTo>
                <a:lnTo>
                  <a:pt x="4323" y="2585"/>
                </a:lnTo>
                <a:lnTo>
                  <a:pt x="4322" y="2585"/>
                </a:lnTo>
                <a:lnTo>
                  <a:pt x="4322" y="2586"/>
                </a:lnTo>
                <a:lnTo>
                  <a:pt x="4321" y="2586"/>
                </a:lnTo>
                <a:lnTo>
                  <a:pt x="4321" y="2587"/>
                </a:lnTo>
                <a:lnTo>
                  <a:pt x="4321" y="2588"/>
                </a:lnTo>
                <a:lnTo>
                  <a:pt x="4321" y="2589"/>
                </a:lnTo>
                <a:lnTo>
                  <a:pt x="4320" y="2589"/>
                </a:lnTo>
                <a:lnTo>
                  <a:pt x="4319" y="2589"/>
                </a:lnTo>
                <a:lnTo>
                  <a:pt x="4319" y="2590"/>
                </a:lnTo>
                <a:lnTo>
                  <a:pt x="4320" y="2590"/>
                </a:lnTo>
                <a:lnTo>
                  <a:pt x="4320" y="2591"/>
                </a:lnTo>
                <a:lnTo>
                  <a:pt x="4319" y="2591"/>
                </a:lnTo>
                <a:lnTo>
                  <a:pt x="4319" y="2592"/>
                </a:lnTo>
                <a:lnTo>
                  <a:pt x="4318" y="2592"/>
                </a:lnTo>
                <a:lnTo>
                  <a:pt x="4318" y="2593"/>
                </a:lnTo>
                <a:lnTo>
                  <a:pt x="4318" y="2594"/>
                </a:lnTo>
                <a:lnTo>
                  <a:pt x="4317" y="2595"/>
                </a:lnTo>
                <a:lnTo>
                  <a:pt x="4316" y="2595"/>
                </a:lnTo>
                <a:lnTo>
                  <a:pt x="4316" y="2594"/>
                </a:lnTo>
                <a:lnTo>
                  <a:pt x="4315" y="2593"/>
                </a:lnTo>
                <a:lnTo>
                  <a:pt x="4314" y="2593"/>
                </a:lnTo>
                <a:lnTo>
                  <a:pt x="4314" y="2594"/>
                </a:lnTo>
                <a:lnTo>
                  <a:pt x="4314" y="2595"/>
                </a:lnTo>
                <a:lnTo>
                  <a:pt x="4315" y="2595"/>
                </a:lnTo>
                <a:lnTo>
                  <a:pt x="4316" y="2595"/>
                </a:lnTo>
                <a:lnTo>
                  <a:pt x="4316" y="2596"/>
                </a:lnTo>
                <a:lnTo>
                  <a:pt x="4315" y="2596"/>
                </a:lnTo>
                <a:lnTo>
                  <a:pt x="4316" y="2597"/>
                </a:lnTo>
                <a:lnTo>
                  <a:pt x="4316" y="2596"/>
                </a:lnTo>
                <a:lnTo>
                  <a:pt x="4317" y="2596"/>
                </a:lnTo>
                <a:lnTo>
                  <a:pt x="4317" y="2597"/>
                </a:lnTo>
                <a:lnTo>
                  <a:pt x="4316" y="2598"/>
                </a:lnTo>
                <a:lnTo>
                  <a:pt x="4316" y="2599"/>
                </a:lnTo>
                <a:lnTo>
                  <a:pt x="4315" y="2600"/>
                </a:lnTo>
                <a:lnTo>
                  <a:pt x="4315" y="2599"/>
                </a:lnTo>
                <a:lnTo>
                  <a:pt x="4314" y="2601"/>
                </a:lnTo>
                <a:lnTo>
                  <a:pt x="4314" y="2602"/>
                </a:lnTo>
                <a:lnTo>
                  <a:pt x="4313" y="2602"/>
                </a:lnTo>
                <a:lnTo>
                  <a:pt x="4313" y="2601"/>
                </a:lnTo>
                <a:lnTo>
                  <a:pt x="4312" y="2602"/>
                </a:lnTo>
                <a:lnTo>
                  <a:pt x="4312" y="2601"/>
                </a:lnTo>
                <a:lnTo>
                  <a:pt x="4311" y="2601"/>
                </a:lnTo>
                <a:lnTo>
                  <a:pt x="4311" y="2600"/>
                </a:lnTo>
                <a:lnTo>
                  <a:pt x="4310" y="2600"/>
                </a:lnTo>
                <a:lnTo>
                  <a:pt x="4309" y="2599"/>
                </a:lnTo>
                <a:lnTo>
                  <a:pt x="4308" y="2599"/>
                </a:lnTo>
                <a:lnTo>
                  <a:pt x="4308" y="2600"/>
                </a:lnTo>
                <a:lnTo>
                  <a:pt x="4307" y="2600"/>
                </a:lnTo>
                <a:lnTo>
                  <a:pt x="4307" y="2601"/>
                </a:lnTo>
                <a:lnTo>
                  <a:pt x="4306" y="2601"/>
                </a:lnTo>
                <a:lnTo>
                  <a:pt x="4306" y="2602"/>
                </a:lnTo>
                <a:lnTo>
                  <a:pt x="4306" y="2603"/>
                </a:lnTo>
                <a:lnTo>
                  <a:pt x="4305" y="2603"/>
                </a:lnTo>
                <a:lnTo>
                  <a:pt x="4306" y="2604"/>
                </a:lnTo>
                <a:lnTo>
                  <a:pt x="4306" y="2605"/>
                </a:lnTo>
                <a:lnTo>
                  <a:pt x="4307" y="2605"/>
                </a:lnTo>
                <a:lnTo>
                  <a:pt x="4308" y="2605"/>
                </a:lnTo>
                <a:lnTo>
                  <a:pt x="4308" y="2606"/>
                </a:lnTo>
                <a:lnTo>
                  <a:pt x="4307" y="2606"/>
                </a:lnTo>
                <a:lnTo>
                  <a:pt x="4307" y="2607"/>
                </a:lnTo>
                <a:lnTo>
                  <a:pt x="4306" y="2607"/>
                </a:lnTo>
                <a:lnTo>
                  <a:pt x="4306" y="2608"/>
                </a:lnTo>
                <a:lnTo>
                  <a:pt x="4307" y="2608"/>
                </a:lnTo>
                <a:lnTo>
                  <a:pt x="4308" y="2608"/>
                </a:lnTo>
                <a:lnTo>
                  <a:pt x="4308" y="2609"/>
                </a:lnTo>
                <a:lnTo>
                  <a:pt x="4307" y="2609"/>
                </a:lnTo>
                <a:lnTo>
                  <a:pt x="4307" y="2608"/>
                </a:lnTo>
                <a:lnTo>
                  <a:pt x="4307" y="2609"/>
                </a:lnTo>
                <a:lnTo>
                  <a:pt x="4307" y="2608"/>
                </a:lnTo>
                <a:lnTo>
                  <a:pt x="4306" y="2608"/>
                </a:lnTo>
                <a:lnTo>
                  <a:pt x="4306" y="2609"/>
                </a:lnTo>
                <a:lnTo>
                  <a:pt x="4305" y="2608"/>
                </a:lnTo>
                <a:lnTo>
                  <a:pt x="4306" y="2608"/>
                </a:lnTo>
                <a:lnTo>
                  <a:pt x="4305" y="2608"/>
                </a:lnTo>
                <a:lnTo>
                  <a:pt x="4304" y="2608"/>
                </a:lnTo>
                <a:lnTo>
                  <a:pt x="4304" y="2607"/>
                </a:lnTo>
                <a:lnTo>
                  <a:pt x="4303" y="2607"/>
                </a:lnTo>
                <a:lnTo>
                  <a:pt x="4303" y="2608"/>
                </a:lnTo>
                <a:lnTo>
                  <a:pt x="4302" y="2608"/>
                </a:lnTo>
                <a:lnTo>
                  <a:pt x="4303" y="2609"/>
                </a:lnTo>
                <a:lnTo>
                  <a:pt x="4304" y="2609"/>
                </a:lnTo>
                <a:lnTo>
                  <a:pt x="4303" y="2609"/>
                </a:lnTo>
                <a:lnTo>
                  <a:pt x="4303" y="2610"/>
                </a:lnTo>
                <a:lnTo>
                  <a:pt x="4304" y="2610"/>
                </a:lnTo>
                <a:lnTo>
                  <a:pt x="4303" y="2610"/>
                </a:lnTo>
                <a:lnTo>
                  <a:pt x="4304" y="2610"/>
                </a:lnTo>
                <a:lnTo>
                  <a:pt x="4303" y="2610"/>
                </a:lnTo>
                <a:lnTo>
                  <a:pt x="4303" y="2609"/>
                </a:lnTo>
                <a:lnTo>
                  <a:pt x="4302" y="2609"/>
                </a:lnTo>
                <a:lnTo>
                  <a:pt x="4301" y="2609"/>
                </a:lnTo>
                <a:lnTo>
                  <a:pt x="4300" y="2610"/>
                </a:lnTo>
                <a:lnTo>
                  <a:pt x="4301" y="2610"/>
                </a:lnTo>
                <a:lnTo>
                  <a:pt x="4302" y="2610"/>
                </a:lnTo>
                <a:lnTo>
                  <a:pt x="4300" y="2611"/>
                </a:lnTo>
                <a:lnTo>
                  <a:pt x="4299" y="2611"/>
                </a:lnTo>
                <a:lnTo>
                  <a:pt x="4298" y="2611"/>
                </a:lnTo>
                <a:lnTo>
                  <a:pt x="4297" y="2612"/>
                </a:lnTo>
                <a:lnTo>
                  <a:pt x="4297" y="2611"/>
                </a:lnTo>
                <a:lnTo>
                  <a:pt x="4295" y="2612"/>
                </a:lnTo>
                <a:lnTo>
                  <a:pt x="4295" y="2611"/>
                </a:lnTo>
                <a:lnTo>
                  <a:pt x="4295" y="2610"/>
                </a:lnTo>
                <a:lnTo>
                  <a:pt x="4294" y="2610"/>
                </a:lnTo>
                <a:lnTo>
                  <a:pt x="4295" y="2610"/>
                </a:lnTo>
                <a:lnTo>
                  <a:pt x="4295" y="2609"/>
                </a:lnTo>
                <a:lnTo>
                  <a:pt x="4296" y="2609"/>
                </a:lnTo>
                <a:lnTo>
                  <a:pt x="4295" y="2608"/>
                </a:lnTo>
                <a:lnTo>
                  <a:pt x="4294" y="2607"/>
                </a:lnTo>
                <a:lnTo>
                  <a:pt x="4294" y="2606"/>
                </a:lnTo>
                <a:lnTo>
                  <a:pt x="4294" y="2604"/>
                </a:lnTo>
                <a:lnTo>
                  <a:pt x="4293" y="2603"/>
                </a:lnTo>
                <a:lnTo>
                  <a:pt x="4293" y="2602"/>
                </a:lnTo>
                <a:lnTo>
                  <a:pt x="4295" y="2601"/>
                </a:lnTo>
                <a:lnTo>
                  <a:pt x="4295" y="2602"/>
                </a:lnTo>
                <a:lnTo>
                  <a:pt x="4296" y="2602"/>
                </a:lnTo>
                <a:lnTo>
                  <a:pt x="4296" y="2601"/>
                </a:lnTo>
                <a:lnTo>
                  <a:pt x="4297" y="2601"/>
                </a:lnTo>
                <a:lnTo>
                  <a:pt x="4297" y="2600"/>
                </a:lnTo>
                <a:lnTo>
                  <a:pt x="4299" y="2599"/>
                </a:lnTo>
                <a:lnTo>
                  <a:pt x="4299" y="2598"/>
                </a:lnTo>
                <a:lnTo>
                  <a:pt x="4300" y="2599"/>
                </a:lnTo>
                <a:lnTo>
                  <a:pt x="4300" y="2598"/>
                </a:lnTo>
                <a:lnTo>
                  <a:pt x="4300" y="2597"/>
                </a:lnTo>
                <a:lnTo>
                  <a:pt x="4300" y="2596"/>
                </a:lnTo>
                <a:lnTo>
                  <a:pt x="4300" y="2595"/>
                </a:lnTo>
                <a:lnTo>
                  <a:pt x="4299" y="2595"/>
                </a:lnTo>
                <a:lnTo>
                  <a:pt x="4299" y="2594"/>
                </a:lnTo>
                <a:lnTo>
                  <a:pt x="4300" y="2590"/>
                </a:lnTo>
                <a:lnTo>
                  <a:pt x="4301" y="2589"/>
                </a:lnTo>
                <a:lnTo>
                  <a:pt x="4302" y="2589"/>
                </a:lnTo>
                <a:lnTo>
                  <a:pt x="4303" y="2588"/>
                </a:lnTo>
                <a:lnTo>
                  <a:pt x="4303" y="2587"/>
                </a:lnTo>
                <a:lnTo>
                  <a:pt x="4303" y="2586"/>
                </a:lnTo>
                <a:lnTo>
                  <a:pt x="4302" y="2586"/>
                </a:lnTo>
                <a:lnTo>
                  <a:pt x="4302" y="2585"/>
                </a:lnTo>
                <a:lnTo>
                  <a:pt x="4302" y="2584"/>
                </a:lnTo>
                <a:lnTo>
                  <a:pt x="4301" y="2583"/>
                </a:lnTo>
                <a:lnTo>
                  <a:pt x="4301" y="2582"/>
                </a:lnTo>
                <a:lnTo>
                  <a:pt x="4301" y="2581"/>
                </a:lnTo>
                <a:lnTo>
                  <a:pt x="4302" y="2581"/>
                </a:lnTo>
                <a:lnTo>
                  <a:pt x="4303" y="2581"/>
                </a:lnTo>
                <a:lnTo>
                  <a:pt x="4303" y="2580"/>
                </a:lnTo>
                <a:lnTo>
                  <a:pt x="4302" y="2580"/>
                </a:lnTo>
                <a:lnTo>
                  <a:pt x="4301" y="2581"/>
                </a:lnTo>
                <a:lnTo>
                  <a:pt x="4301" y="2580"/>
                </a:lnTo>
                <a:lnTo>
                  <a:pt x="4301" y="2579"/>
                </a:lnTo>
                <a:lnTo>
                  <a:pt x="4300" y="2579"/>
                </a:lnTo>
                <a:lnTo>
                  <a:pt x="4300" y="2578"/>
                </a:lnTo>
                <a:lnTo>
                  <a:pt x="4299" y="2577"/>
                </a:lnTo>
                <a:lnTo>
                  <a:pt x="4300" y="2577"/>
                </a:lnTo>
                <a:lnTo>
                  <a:pt x="4300" y="2576"/>
                </a:lnTo>
                <a:lnTo>
                  <a:pt x="4299" y="2576"/>
                </a:lnTo>
                <a:lnTo>
                  <a:pt x="4298" y="2576"/>
                </a:lnTo>
                <a:lnTo>
                  <a:pt x="4298" y="2577"/>
                </a:lnTo>
                <a:lnTo>
                  <a:pt x="4297" y="2577"/>
                </a:lnTo>
                <a:lnTo>
                  <a:pt x="4297" y="2576"/>
                </a:lnTo>
                <a:lnTo>
                  <a:pt x="4297" y="2578"/>
                </a:lnTo>
                <a:lnTo>
                  <a:pt x="4298" y="2578"/>
                </a:lnTo>
                <a:lnTo>
                  <a:pt x="4298" y="2579"/>
                </a:lnTo>
                <a:lnTo>
                  <a:pt x="4298" y="2580"/>
                </a:lnTo>
                <a:lnTo>
                  <a:pt x="4297" y="2580"/>
                </a:lnTo>
                <a:lnTo>
                  <a:pt x="4296" y="2580"/>
                </a:lnTo>
                <a:lnTo>
                  <a:pt x="4295" y="2580"/>
                </a:lnTo>
                <a:lnTo>
                  <a:pt x="4295" y="2581"/>
                </a:lnTo>
                <a:lnTo>
                  <a:pt x="4295" y="2582"/>
                </a:lnTo>
                <a:lnTo>
                  <a:pt x="4295" y="2583"/>
                </a:lnTo>
                <a:lnTo>
                  <a:pt x="4294" y="2584"/>
                </a:lnTo>
                <a:lnTo>
                  <a:pt x="4293" y="2584"/>
                </a:lnTo>
                <a:lnTo>
                  <a:pt x="4293" y="2585"/>
                </a:lnTo>
                <a:lnTo>
                  <a:pt x="4294" y="2585"/>
                </a:lnTo>
                <a:lnTo>
                  <a:pt x="4293" y="2586"/>
                </a:lnTo>
                <a:lnTo>
                  <a:pt x="4292" y="2586"/>
                </a:lnTo>
                <a:lnTo>
                  <a:pt x="4292" y="2587"/>
                </a:lnTo>
                <a:lnTo>
                  <a:pt x="4291" y="2587"/>
                </a:lnTo>
                <a:lnTo>
                  <a:pt x="4290" y="2587"/>
                </a:lnTo>
                <a:lnTo>
                  <a:pt x="4289" y="2587"/>
                </a:lnTo>
                <a:lnTo>
                  <a:pt x="4289" y="2586"/>
                </a:lnTo>
                <a:lnTo>
                  <a:pt x="4288" y="2586"/>
                </a:lnTo>
                <a:lnTo>
                  <a:pt x="4288" y="2587"/>
                </a:lnTo>
                <a:lnTo>
                  <a:pt x="4287" y="2587"/>
                </a:lnTo>
                <a:lnTo>
                  <a:pt x="4289" y="2588"/>
                </a:lnTo>
                <a:lnTo>
                  <a:pt x="4290" y="2588"/>
                </a:lnTo>
                <a:lnTo>
                  <a:pt x="4290" y="2587"/>
                </a:lnTo>
                <a:lnTo>
                  <a:pt x="4292" y="2587"/>
                </a:lnTo>
                <a:lnTo>
                  <a:pt x="4292" y="2588"/>
                </a:lnTo>
                <a:lnTo>
                  <a:pt x="4292" y="2589"/>
                </a:lnTo>
                <a:lnTo>
                  <a:pt x="4292" y="2590"/>
                </a:lnTo>
                <a:lnTo>
                  <a:pt x="4293" y="2591"/>
                </a:lnTo>
                <a:lnTo>
                  <a:pt x="4292" y="2594"/>
                </a:lnTo>
                <a:lnTo>
                  <a:pt x="4292" y="2595"/>
                </a:lnTo>
                <a:lnTo>
                  <a:pt x="4291" y="2595"/>
                </a:lnTo>
                <a:lnTo>
                  <a:pt x="4291" y="2596"/>
                </a:lnTo>
                <a:lnTo>
                  <a:pt x="4290" y="2596"/>
                </a:lnTo>
                <a:lnTo>
                  <a:pt x="4290" y="2597"/>
                </a:lnTo>
                <a:lnTo>
                  <a:pt x="4291" y="2597"/>
                </a:lnTo>
                <a:lnTo>
                  <a:pt x="4291" y="2598"/>
                </a:lnTo>
                <a:lnTo>
                  <a:pt x="4290" y="2598"/>
                </a:lnTo>
                <a:lnTo>
                  <a:pt x="4290" y="2599"/>
                </a:lnTo>
                <a:lnTo>
                  <a:pt x="4290" y="2601"/>
                </a:lnTo>
                <a:lnTo>
                  <a:pt x="4289" y="2601"/>
                </a:lnTo>
                <a:lnTo>
                  <a:pt x="4288" y="2600"/>
                </a:lnTo>
                <a:lnTo>
                  <a:pt x="4287" y="2600"/>
                </a:lnTo>
                <a:lnTo>
                  <a:pt x="4288" y="2600"/>
                </a:lnTo>
                <a:lnTo>
                  <a:pt x="4287" y="2602"/>
                </a:lnTo>
                <a:lnTo>
                  <a:pt x="4284" y="2605"/>
                </a:lnTo>
                <a:lnTo>
                  <a:pt x="4283" y="2605"/>
                </a:lnTo>
                <a:lnTo>
                  <a:pt x="4283" y="2604"/>
                </a:lnTo>
                <a:lnTo>
                  <a:pt x="4283" y="2605"/>
                </a:lnTo>
                <a:lnTo>
                  <a:pt x="4282" y="2607"/>
                </a:lnTo>
                <a:lnTo>
                  <a:pt x="4283" y="2607"/>
                </a:lnTo>
                <a:lnTo>
                  <a:pt x="4283" y="2608"/>
                </a:lnTo>
                <a:lnTo>
                  <a:pt x="4282" y="2609"/>
                </a:lnTo>
                <a:lnTo>
                  <a:pt x="4283" y="2612"/>
                </a:lnTo>
                <a:lnTo>
                  <a:pt x="4282" y="2612"/>
                </a:lnTo>
                <a:lnTo>
                  <a:pt x="4282" y="2613"/>
                </a:lnTo>
                <a:lnTo>
                  <a:pt x="4281" y="2613"/>
                </a:lnTo>
                <a:lnTo>
                  <a:pt x="4281" y="2614"/>
                </a:lnTo>
                <a:lnTo>
                  <a:pt x="4282" y="2614"/>
                </a:lnTo>
                <a:lnTo>
                  <a:pt x="4281" y="2614"/>
                </a:lnTo>
                <a:lnTo>
                  <a:pt x="4281" y="2615"/>
                </a:lnTo>
                <a:lnTo>
                  <a:pt x="4280" y="2616"/>
                </a:lnTo>
                <a:lnTo>
                  <a:pt x="4279" y="2617"/>
                </a:lnTo>
                <a:lnTo>
                  <a:pt x="4278" y="2617"/>
                </a:lnTo>
                <a:lnTo>
                  <a:pt x="4278" y="2618"/>
                </a:lnTo>
                <a:lnTo>
                  <a:pt x="4277" y="2618"/>
                </a:lnTo>
                <a:lnTo>
                  <a:pt x="4277" y="2619"/>
                </a:lnTo>
                <a:lnTo>
                  <a:pt x="4277" y="2620"/>
                </a:lnTo>
                <a:lnTo>
                  <a:pt x="4277" y="2621"/>
                </a:lnTo>
                <a:lnTo>
                  <a:pt x="4279" y="2622"/>
                </a:lnTo>
                <a:lnTo>
                  <a:pt x="4279" y="2623"/>
                </a:lnTo>
                <a:lnTo>
                  <a:pt x="4278" y="2623"/>
                </a:lnTo>
                <a:lnTo>
                  <a:pt x="4278" y="2624"/>
                </a:lnTo>
                <a:lnTo>
                  <a:pt x="4277" y="2624"/>
                </a:lnTo>
                <a:lnTo>
                  <a:pt x="4277" y="2625"/>
                </a:lnTo>
                <a:lnTo>
                  <a:pt x="4276" y="2626"/>
                </a:lnTo>
                <a:lnTo>
                  <a:pt x="4276" y="2625"/>
                </a:lnTo>
                <a:lnTo>
                  <a:pt x="4275" y="2625"/>
                </a:lnTo>
                <a:lnTo>
                  <a:pt x="4275" y="2624"/>
                </a:lnTo>
                <a:lnTo>
                  <a:pt x="4274" y="2624"/>
                </a:lnTo>
                <a:lnTo>
                  <a:pt x="4272" y="2624"/>
                </a:lnTo>
                <a:lnTo>
                  <a:pt x="4271" y="2625"/>
                </a:lnTo>
                <a:lnTo>
                  <a:pt x="4270" y="2627"/>
                </a:lnTo>
                <a:lnTo>
                  <a:pt x="4270" y="2629"/>
                </a:lnTo>
                <a:lnTo>
                  <a:pt x="4266" y="2632"/>
                </a:lnTo>
                <a:lnTo>
                  <a:pt x="4263" y="2634"/>
                </a:lnTo>
                <a:lnTo>
                  <a:pt x="4262" y="2636"/>
                </a:lnTo>
                <a:lnTo>
                  <a:pt x="4262" y="2637"/>
                </a:lnTo>
                <a:lnTo>
                  <a:pt x="4261" y="2637"/>
                </a:lnTo>
                <a:lnTo>
                  <a:pt x="4260" y="2636"/>
                </a:lnTo>
                <a:lnTo>
                  <a:pt x="4260" y="2637"/>
                </a:lnTo>
                <a:lnTo>
                  <a:pt x="4259" y="2637"/>
                </a:lnTo>
                <a:lnTo>
                  <a:pt x="4259" y="2638"/>
                </a:lnTo>
                <a:lnTo>
                  <a:pt x="4259" y="2639"/>
                </a:lnTo>
                <a:lnTo>
                  <a:pt x="4258" y="2639"/>
                </a:lnTo>
                <a:lnTo>
                  <a:pt x="4258" y="2640"/>
                </a:lnTo>
                <a:lnTo>
                  <a:pt x="4258" y="2641"/>
                </a:lnTo>
                <a:lnTo>
                  <a:pt x="4257" y="2641"/>
                </a:lnTo>
                <a:lnTo>
                  <a:pt x="4257" y="2642"/>
                </a:lnTo>
                <a:lnTo>
                  <a:pt x="4257" y="2643"/>
                </a:lnTo>
                <a:lnTo>
                  <a:pt x="4258" y="2644"/>
                </a:lnTo>
                <a:lnTo>
                  <a:pt x="4257" y="2645"/>
                </a:lnTo>
                <a:lnTo>
                  <a:pt x="4255" y="2646"/>
                </a:lnTo>
                <a:lnTo>
                  <a:pt x="4254" y="2645"/>
                </a:lnTo>
                <a:lnTo>
                  <a:pt x="4253" y="2645"/>
                </a:lnTo>
                <a:lnTo>
                  <a:pt x="4252" y="2646"/>
                </a:lnTo>
                <a:lnTo>
                  <a:pt x="4251" y="2646"/>
                </a:lnTo>
                <a:lnTo>
                  <a:pt x="4251" y="2647"/>
                </a:lnTo>
                <a:lnTo>
                  <a:pt x="4252" y="2647"/>
                </a:lnTo>
                <a:lnTo>
                  <a:pt x="4253" y="2648"/>
                </a:lnTo>
                <a:lnTo>
                  <a:pt x="4252" y="2649"/>
                </a:lnTo>
                <a:lnTo>
                  <a:pt x="4251" y="2652"/>
                </a:lnTo>
                <a:lnTo>
                  <a:pt x="4251" y="2653"/>
                </a:lnTo>
                <a:lnTo>
                  <a:pt x="4250" y="2653"/>
                </a:lnTo>
                <a:lnTo>
                  <a:pt x="4250" y="2654"/>
                </a:lnTo>
                <a:lnTo>
                  <a:pt x="4250" y="2655"/>
                </a:lnTo>
                <a:lnTo>
                  <a:pt x="4249" y="2656"/>
                </a:lnTo>
                <a:lnTo>
                  <a:pt x="4249" y="2655"/>
                </a:lnTo>
                <a:lnTo>
                  <a:pt x="4248" y="2655"/>
                </a:lnTo>
                <a:lnTo>
                  <a:pt x="4248" y="2656"/>
                </a:lnTo>
                <a:lnTo>
                  <a:pt x="4248" y="2657"/>
                </a:lnTo>
                <a:lnTo>
                  <a:pt x="4249" y="2657"/>
                </a:lnTo>
                <a:lnTo>
                  <a:pt x="4249" y="2658"/>
                </a:lnTo>
                <a:lnTo>
                  <a:pt x="4248" y="2658"/>
                </a:lnTo>
                <a:lnTo>
                  <a:pt x="4247" y="2659"/>
                </a:lnTo>
                <a:lnTo>
                  <a:pt x="4245" y="2658"/>
                </a:lnTo>
                <a:lnTo>
                  <a:pt x="4245" y="2657"/>
                </a:lnTo>
                <a:lnTo>
                  <a:pt x="4244" y="2657"/>
                </a:lnTo>
                <a:lnTo>
                  <a:pt x="4244" y="2658"/>
                </a:lnTo>
                <a:lnTo>
                  <a:pt x="4245" y="2659"/>
                </a:lnTo>
                <a:lnTo>
                  <a:pt x="4247" y="2661"/>
                </a:lnTo>
                <a:lnTo>
                  <a:pt x="4248" y="2661"/>
                </a:lnTo>
                <a:lnTo>
                  <a:pt x="4249" y="2665"/>
                </a:lnTo>
                <a:lnTo>
                  <a:pt x="4250" y="2666"/>
                </a:lnTo>
                <a:lnTo>
                  <a:pt x="4251" y="2666"/>
                </a:lnTo>
                <a:lnTo>
                  <a:pt x="4250" y="2667"/>
                </a:lnTo>
                <a:lnTo>
                  <a:pt x="4250" y="2666"/>
                </a:lnTo>
                <a:lnTo>
                  <a:pt x="4248" y="2666"/>
                </a:lnTo>
                <a:lnTo>
                  <a:pt x="4248" y="2667"/>
                </a:lnTo>
                <a:lnTo>
                  <a:pt x="4247" y="2667"/>
                </a:lnTo>
                <a:lnTo>
                  <a:pt x="4247" y="2668"/>
                </a:lnTo>
                <a:lnTo>
                  <a:pt x="4248" y="2667"/>
                </a:lnTo>
                <a:lnTo>
                  <a:pt x="4249" y="2667"/>
                </a:lnTo>
                <a:lnTo>
                  <a:pt x="4250" y="2667"/>
                </a:lnTo>
                <a:lnTo>
                  <a:pt x="4250" y="2669"/>
                </a:lnTo>
                <a:lnTo>
                  <a:pt x="4251" y="2669"/>
                </a:lnTo>
                <a:lnTo>
                  <a:pt x="4252" y="2669"/>
                </a:lnTo>
                <a:lnTo>
                  <a:pt x="4252" y="2670"/>
                </a:lnTo>
                <a:lnTo>
                  <a:pt x="4252" y="2671"/>
                </a:lnTo>
                <a:lnTo>
                  <a:pt x="4251" y="2671"/>
                </a:lnTo>
                <a:lnTo>
                  <a:pt x="4251" y="2672"/>
                </a:lnTo>
                <a:lnTo>
                  <a:pt x="4250" y="2672"/>
                </a:lnTo>
                <a:lnTo>
                  <a:pt x="4250" y="2673"/>
                </a:lnTo>
                <a:lnTo>
                  <a:pt x="4249" y="2672"/>
                </a:lnTo>
                <a:lnTo>
                  <a:pt x="4249" y="2673"/>
                </a:lnTo>
                <a:lnTo>
                  <a:pt x="4248" y="2675"/>
                </a:lnTo>
                <a:lnTo>
                  <a:pt x="4248" y="2676"/>
                </a:lnTo>
                <a:lnTo>
                  <a:pt x="4248" y="2677"/>
                </a:lnTo>
                <a:lnTo>
                  <a:pt x="4249" y="2677"/>
                </a:lnTo>
                <a:lnTo>
                  <a:pt x="4249" y="2678"/>
                </a:lnTo>
                <a:lnTo>
                  <a:pt x="4249" y="2679"/>
                </a:lnTo>
                <a:lnTo>
                  <a:pt x="4249" y="2680"/>
                </a:lnTo>
                <a:lnTo>
                  <a:pt x="4249" y="2681"/>
                </a:lnTo>
                <a:lnTo>
                  <a:pt x="4248" y="2681"/>
                </a:lnTo>
                <a:lnTo>
                  <a:pt x="4247" y="2681"/>
                </a:lnTo>
                <a:lnTo>
                  <a:pt x="4246" y="2681"/>
                </a:lnTo>
                <a:lnTo>
                  <a:pt x="4246" y="2680"/>
                </a:lnTo>
                <a:lnTo>
                  <a:pt x="4246" y="2679"/>
                </a:lnTo>
                <a:lnTo>
                  <a:pt x="4245" y="2679"/>
                </a:lnTo>
                <a:lnTo>
                  <a:pt x="4246" y="2679"/>
                </a:lnTo>
                <a:lnTo>
                  <a:pt x="4246" y="2678"/>
                </a:lnTo>
                <a:lnTo>
                  <a:pt x="4245" y="2678"/>
                </a:lnTo>
                <a:lnTo>
                  <a:pt x="4244" y="2678"/>
                </a:lnTo>
                <a:lnTo>
                  <a:pt x="4244" y="2679"/>
                </a:lnTo>
                <a:lnTo>
                  <a:pt x="4243" y="2679"/>
                </a:lnTo>
                <a:lnTo>
                  <a:pt x="4242" y="2678"/>
                </a:lnTo>
                <a:lnTo>
                  <a:pt x="4241" y="2677"/>
                </a:lnTo>
                <a:lnTo>
                  <a:pt x="4240" y="2677"/>
                </a:lnTo>
                <a:lnTo>
                  <a:pt x="4239" y="2677"/>
                </a:lnTo>
                <a:lnTo>
                  <a:pt x="4239" y="2678"/>
                </a:lnTo>
                <a:lnTo>
                  <a:pt x="4240" y="2678"/>
                </a:lnTo>
                <a:lnTo>
                  <a:pt x="4239" y="2678"/>
                </a:lnTo>
                <a:lnTo>
                  <a:pt x="4239" y="2679"/>
                </a:lnTo>
                <a:lnTo>
                  <a:pt x="4239" y="2680"/>
                </a:lnTo>
                <a:lnTo>
                  <a:pt x="4240" y="2680"/>
                </a:lnTo>
                <a:lnTo>
                  <a:pt x="4240" y="2679"/>
                </a:lnTo>
                <a:lnTo>
                  <a:pt x="4241" y="2680"/>
                </a:lnTo>
                <a:lnTo>
                  <a:pt x="4240" y="2680"/>
                </a:lnTo>
                <a:lnTo>
                  <a:pt x="4240" y="2681"/>
                </a:lnTo>
                <a:lnTo>
                  <a:pt x="4239" y="2681"/>
                </a:lnTo>
                <a:lnTo>
                  <a:pt x="4238" y="2681"/>
                </a:lnTo>
                <a:lnTo>
                  <a:pt x="4238" y="2682"/>
                </a:lnTo>
                <a:lnTo>
                  <a:pt x="4238" y="2683"/>
                </a:lnTo>
                <a:lnTo>
                  <a:pt x="4239" y="2683"/>
                </a:lnTo>
                <a:lnTo>
                  <a:pt x="4239" y="2684"/>
                </a:lnTo>
                <a:lnTo>
                  <a:pt x="4238" y="2683"/>
                </a:lnTo>
                <a:lnTo>
                  <a:pt x="4238" y="2684"/>
                </a:lnTo>
                <a:lnTo>
                  <a:pt x="4237" y="2684"/>
                </a:lnTo>
                <a:lnTo>
                  <a:pt x="4237" y="2683"/>
                </a:lnTo>
                <a:lnTo>
                  <a:pt x="4236" y="2683"/>
                </a:lnTo>
                <a:lnTo>
                  <a:pt x="4236" y="2684"/>
                </a:lnTo>
                <a:lnTo>
                  <a:pt x="4237" y="2684"/>
                </a:lnTo>
                <a:lnTo>
                  <a:pt x="4238" y="2685"/>
                </a:lnTo>
                <a:lnTo>
                  <a:pt x="4239" y="2684"/>
                </a:lnTo>
                <a:lnTo>
                  <a:pt x="4239" y="2685"/>
                </a:lnTo>
                <a:lnTo>
                  <a:pt x="4239" y="2686"/>
                </a:lnTo>
                <a:lnTo>
                  <a:pt x="4240" y="2686"/>
                </a:lnTo>
                <a:lnTo>
                  <a:pt x="4240" y="2685"/>
                </a:lnTo>
                <a:lnTo>
                  <a:pt x="4240" y="2686"/>
                </a:lnTo>
                <a:lnTo>
                  <a:pt x="4240" y="2687"/>
                </a:lnTo>
                <a:lnTo>
                  <a:pt x="4239" y="2687"/>
                </a:lnTo>
                <a:lnTo>
                  <a:pt x="4239" y="2688"/>
                </a:lnTo>
                <a:lnTo>
                  <a:pt x="4240" y="2688"/>
                </a:lnTo>
                <a:lnTo>
                  <a:pt x="4240" y="2687"/>
                </a:lnTo>
                <a:lnTo>
                  <a:pt x="4241" y="2688"/>
                </a:lnTo>
                <a:lnTo>
                  <a:pt x="4240" y="2688"/>
                </a:lnTo>
                <a:lnTo>
                  <a:pt x="4239" y="2688"/>
                </a:lnTo>
                <a:lnTo>
                  <a:pt x="4239" y="2689"/>
                </a:lnTo>
                <a:lnTo>
                  <a:pt x="4240" y="2689"/>
                </a:lnTo>
                <a:lnTo>
                  <a:pt x="4239" y="2690"/>
                </a:lnTo>
                <a:lnTo>
                  <a:pt x="4238" y="2690"/>
                </a:lnTo>
                <a:lnTo>
                  <a:pt x="4237" y="2690"/>
                </a:lnTo>
                <a:lnTo>
                  <a:pt x="4237" y="2691"/>
                </a:lnTo>
                <a:lnTo>
                  <a:pt x="4238" y="2691"/>
                </a:lnTo>
                <a:lnTo>
                  <a:pt x="4237" y="2692"/>
                </a:lnTo>
                <a:lnTo>
                  <a:pt x="4237" y="2693"/>
                </a:lnTo>
                <a:lnTo>
                  <a:pt x="4239" y="2693"/>
                </a:lnTo>
                <a:lnTo>
                  <a:pt x="4239" y="2694"/>
                </a:lnTo>
                <a:lnTo>
                  <a:pt x="4238" y="2694"/>
                </a:lnTo>
                <a:lnTo>
                  <a:pt x="4238" y="2695"/>
                </a:lnTo>
                <a:lnTo>
                  <a:pt x="4237" y="2695"/>
                </a:lnTo>
                <a:lnTo>
                  <a:pt x="4237" y="2696"/>
                </a:lnTo>
                <a:lnTo>
                  <a:pt x="4236" y="2696"/>
                </a:lnTo>
                <a:lnTo>
                  <a:pt x="4236" y="2697"/>
                </a:lnTo>
                <a:lnTo>
                  <a:pt x="4237" y="2697"/>
                </a:lnTo>
                <a:lnTo>
                  <a:pt x="4237" y="2698"/>
                </a:lnTo>
                <a:lnTo>
                  <a:pt x="4237" y="2699"/>
                </a:lnTo>
                <a:lnTo>
                  <a:pt x="4236" y="2699"/>
                </a:lnTo>
                <a:lnTo>
                  <a:pt x="4235" y="2699"/>
                </a:lnTo>
                <a:lnTo>
                  <a:pt x="4235" y="2700"/>
                </a:lnTo>
                <a:lnTo>
                  <a:pt x="4234" y="2700"/>
                </a:lnTo>
                <a:lnTo>
                  <a:pt x="4234" y="2701"/>
                </a:lnTo>
                <a:lnTo>
                  <a:pt x="4233" y="2701"/>
                </a:lnTo>
                <a:lnTo>
                  <a:pt x="4232" y="2701"/>
                </a:lnTo>
                <a:lnTo>
                  <a:pt x="4232" y="2700"/>
                </a:lnTo>
                <a:lnTo>
                  <a:pt x="4232" y="2699"/>
                </a:lnTo>
                <a:lnTo>
                  <a:pt x="4232" y="2698"/>
                </a:lnTo>
                <a:lnTo>
                  <a:pt x="4232" y="2697"/>
                </a:lnTo>
                <a:lnTo>
                  <a:pt x="4232" y="2696"/>
                </a:lnTo>
                <a:lnTo>
                  <a:pt x="4231" y="2696"/>
                </a:lnTo>
                <a:lnTo>
                  <a:pt x="4231" y="2695"/>
                </a:lnTo>
                <a:lnTo>
                  <a:pt x="4231" y="2696"/>
                </a:lnTo>
                <a:lnTo>
                  <a:pt x="4231" y="2697"/>
                </a:lnTo>
                <a:lnTo>
                  <a:pt x="4230" y="2697"/>
                </a:lnTo>
                <a:lnTo>
                  <a:pt x="4230" y="2696"/>
                </a:lnTo>
                <a:lnTo>
                  <a:pt x="4229" y="2696"/>
                </a:lnTo>
                <a:lnTo>
                  <a:pt x="4229" y="2697"/>
                </a:lnTo>
                <a:lnTo>
                  <a:pt x="4229" y="2698"/>
                </a:lnTo>
                <a:lnTo>
                  <a:pt x="4228" y="2699"/>
                </a:lnTo>
                <a:lnTo>
                  <a:pt x="4229" y="2699"/>
                </a:lnTo>
                <a:lnTo>
                  <a:pt x="4229" y="2700"/>
                </a:lnTo>
                <a:lnTo>
                  <a:pt x="4230" y="2700"/>
                </a:lnTo>
                <a:lnTo>
                  <a:pt x="4229" y="2700"/>
                </a:lnTo>
                <a:lnTo>
                  <a:pt x="4229" y="2701"/>
                </a:lnTo>
                <a:lnTo>
                  <a:pt x="4228" y="2701"/>
                </a:lnTo>
                <a:lnTo>
                  <a:pt x="4228" y="2702"/>
                </a:lnTo>
                <a:lnTo>
                  <a:pt x="4228" y="2701"/>
                </a:lnTo>
                <a:lnTo>
                  <a:pt x="4228" y="2700"/>
                </a:lnTo>
                <a:lnTo>
                  <a:pt x="4227" y="2699"/>
                </a:lnTo>
                <a:lnTo>
                  <a:pt x="4226" y="2698"/>
                </a:lnTo>
                <a:lnTo>
                  <a:pt x="4225" y="2698"/>
                </a:lnTo>
                <a:lnTo>
                  <a:pt x="4225" y="2697"/>
                </a:lnTo>
                <a:lnTo>
                  <a:pt x="4225" y="2696"/>
                </a:lnTo>
                <a:lnTo>
                  <a:pt x="4226" y="2696"/>
                </a:lnTo>
                <a:lnTo>
                  <a:pt x="4227" y="2696"/>
                </a:lnTo>
                <a:lnTo>
                  <a:pt x="4226" y="2696"/>
                </a:lnTo>
                <a:lnTo>
                  <a:pt x="4226" y="2695"/>
                </a:lnTo>
                <a:lnTo>
                  <a:pt x="4226" y="2694"/>
                </a:lnTo>
                <a:lnTo>
                  <a:pt x="4225" y="2694"/>
                </a:lnTo>
                <a:lnTo>
                  <a:pt x="4224" y="2694"/>
                </a:lnTo>
                <a:lnTo>
                  <a:pt x="4225" y="2694"/>
                </a:lnTo>
                <a:lnTo>
                  <a:pt x="4224" y="2694"/>
                </a:lnTo>
                <a:lnTo>
                  <a:pt x="4224" y="2693"/>
                </a:lnTo>
                <a:lnTo>
                  <a:pt x="4224" y="2694"/>
                </a:lnTo>
                <a:lnTo>
                  <a:pt x="4224" y="2693"/>
                </a:lnTo>
                <a:lnTo>
                  <a:pt x="4223" y="2693"/>
                </a:lnTo>
                <a:lnTo>
                  <a:pt x="4222" y="2693"/>
                </a:lnTo>
                <a:lnTo>
                  <a:pt x="4221" y="2694"/>
                </a:lnTo>
                <a:lnTo>
                  <a:pt x="4220" y="2694"/>
                </a:lnTo>
                <a:lnTo>
                  <a:pt x="4220" y="2693"/>
                </a:lnTo>
                <a:lnTo>
                  <a:pt x="4219" y="2693"/>
                </a:lnTo>
                <a:lnTo>
                  <a:pt x="4219" y="2694"/>
                </a:lnTo>
                <a:lnTo>
                  <a:pt x="4218" y="2695"/>
                </a:lnTo>
                <a:lnTo>
                  <a:pt x="4217" y="2694"/>
                </a:lnTo>
                <a:lnTo>
                  <a:pt x="4217" y="2693"/>
                </a:lnTo>
                <a:lnTo>
                  <a:pt x="4217" y="2692"/>
                </a:lnTo>
                <a:lnTo>
                  <a:pt x="4217" y="2691"/>
                </a:lnTo>
                <a:lnTo>
                  <a:pt x="4218" y="2691"/>
                </a:lnTo>
                <a:lnTo>
                  <a:pt x="4218" y="2690"/>
                </a:lnTo>
                <a:lnTo>
                  <a:pt x="4219" y="2690"/>
                </a:lnTo>
                <a:lnTo>
                  <a:pt x="4219" y="2689"/>
                </a:lnTo>
                <a:lnTo>
                  <a:pt x="4220" y="2689"/>
                </a:lnTo>
                <a:lnTo>
                  <a:pt x="4220" y="2688"/>
                </a:lnTo>
                <a:lnTo>
                  <a:pt x="4220" y="2689"/>
                </a:lnTo>
                <a:lnTo>
                  <a:pt x="4219" y="2689"/>
                </a:lnTo>
                <a:lnTo>
                  <a:pt x="4218" y="2689"/>
                </a:lnTo>
                <a:lnTo>
                  <a:pt x="4218" y="2690"/>
                </a:lnTo>
                <a:lnTo>
                  <a:pt x="4217" y="2690"/>
                </a:lnTo>
                <a:lnTo>
                  <a:pt x="4216" y="2690"/>
                </a:lnTo>
                <a:lnTo>
                  <a:pt x="4217" y="2690"/>
                </a:lnTo>
                <a:lnTo>
                  <a:pt x="4217" y="2689"/>
                </a:lnTo>
                <a:lnTo>
                  <a:pt x="4216" y="2688"/>
                </a:lnTo>
                <a:lnTo>
                  <a:pt x="4216" y="2689"/>
                </a:lnTo>
                <a:lnTo>
                  <a:pt x="4216" y="2690"/>
                </a:lnTo>
                <a:lnTo>
                  <a:pt x="4215" y="2690"/>
                </a:lnTo>
                <a:lnTo>
                  <a:pt x="4216" y="2690"/>
                </a:lnTo>
                <a:lnTo>
                  <a:pt x="4216" y="2691"/>
                </a:lnTo>
                <a:lnTo>
                  <a:pt x="4216" y="2692"/>
                </a:lnTo>
                <a:lnTo>
                  <a:pt x="4215" y="2692"/>
                </a:lnTo>
                <a:lnTo>
                  <a:pt x="4214" y="2691"/>
                </a:lnTo>
                <a:lnTo>
                  <a:pt x="4214" y="2690"/>
                </a:lnTo>
                <a:lnTo>
                  <a:pt x="4215" y="2690"/>
                </a:lnTo>
                <a:lnTo>
                  <a:pt x="4214" y="2689"/>
                </a:lnTo>
                <a:lnTo>
                  <a:pt x="4213" y="2688"/>
                </a:lnTo>
                <a:lnTo>
                  <a:pt x="4212" y="2687"/>
                </a:lnTo>
                <a:lnTo>
                  <a:pt x="4212" y="2686"/>
                </a:lnTo>
                <a:lnTo>
                  <a:pt x="4211" y="2686"/>
                </a:lnTo>
                <a:lnTo>
                  <a:pt x="4211" y="2687"/>
                </a:lnTo>
                <a:lnTo>
                  <a:pt x="4212" y="2687"/>
                </a:lnTo>
                <a:lnTo>
                  <a:pt x="4211" y="2687"/>
                </a:lnTo>
                <a:lnTo>
                  <a:pt x="4212" y="2688"/>
                </a:lnTo>
                <a:lnTo>
                  <a:pt x="4212" y="2687"/>
                </a:lnTo>
                <a:lnTo>
                  <a:pt x="4212" y="2688"/>
                </a:lnTo>
                <a:lnTo>
                  <a:pt x="4213" y="2689"/>
                </a:lnTo>
                <a:lnTo>
                  <a:pt x="4213" y="2690"/>
                </a:lnTo>
                <a:lnTo>
                  <a:pt x="4213" y="2691"/>
                </a:lnTo>
                <a:lnTo>
                  <a:pt x="4212" y="2691"/>
                </a:lnTo>
                <a:lnTo>
                  <a:pt x="4212" y="2692"/>
                </a:lnTo>
                <a:lnTo>
                  <a:pt x="4211" y="2692"/>
                </a:lnTo>
                <a:lnTo>
                  <a:pt x="4211" y="2693"/>
                </a:lnTo>
                <a:lnTo>
                  <a:pt x="4211" y="2692"/>
                </a:lnTo>
                <a:lnTo>
                  <a:pt x="4211" y="2691"/>
                </a:lnTo>
                <a:lnTo>
                  <a:pt x="4210" y="2691"/>
                </a:lnTo>
                <a:lnTo>
                  <a:pt x="4210" y="2690"/>
                </a:lnTo>
                <a:lnTo>
                  <a:pt x="4209" y="2689"/>
                </a:lnTo>
                <a:lnTo>
                  <a:pt x="4209" y="2688"/>
                </a:lnTo>
                <a:lnTo>
                  <a:pt x="4209" y="2689"/>
                </a:lnTo>
                <a:lnTo>
                  <a:pt x="4209" y="2690"/>
                </a:lnTo>
                <a:lnTo>
                  <a:pt x="4208" y="2690"/>
                </a:lnTo>
                <a:lnTo>
                  <a:pt x="4207" y="2690"/>
                </a:lnTo>
                <a:lnTo>
                  <a:pt x="4207" y="2691"/>
                </a:lnTo>
                <a:lnTo>
                  <a:pt x="4208" y="2691"/>
                </a:lnTo>
                <a:lnTo>
                  <a:pt x="4208" y="2692"/>
                </a:lnTo>
                <a:lnTo>
                  <a:pt x="4208" y="2693"/>
                </a:lnTo>
                <a:lnTo>
                  <a:pt x="4208" y="2694"/>
                </a:lnTo>
                <a:lnTo>
                  <a:pt x="4207" y="2695"/>
                </a:lnTo>
                <a:lnTo>
                  <a:pt x="4207" y="2696"/>
                </a:lnTo>
                <a:lnTo>
                  <a:pt x="4207" y="2697"/>
                </a:lnTo>
                <a:lnTo>
                  <a:pt x="4207" y="2696"/>
                </a:lnTo>
                <a:lnTo>
                  <a:pt x="4208" y="2697"/>
                </a:lnTo>
                <a:lnTo>
                  <a:pt x="4208" y="2698"/>
                </a:lnTo>
                <a:lnTo>
                  <a:pt x="4208" y="2697"/>
                </a:lnTo>
                <a:lnTo>
                  <a:pt x="4209" y="2695"/>
                </a:lnTo>
                <a:lnTo>
                  <a:pt x="4209" y="2694"/>
                </a:lnTo>
                <a:lnTo>
                  <a:pt x="4209" y="2693"/>
                </a:lnTo>
                <a:lnTo>
                  <a:pt x="4210" y="2693"/>
                </a:lnTo>
                <a:lnTo>
                  <a:pt x="4211" y="2693"/>
                </a:lnTo>
                <a:lnTo>
                  <a:pt x="4212" y="2693"/>
                </a:lnTo>
                <a:lnTo>
                  <a:pt x="4213" y="2693"/>
                </a:lnTo>
                <a:lnTo>
                  <a:pt x="4213" y="2692"/>
                </a:lnTo>
                <a:lnTo>
                  <a:pt x="4214" y="2692"/>
                </a:lnTo>
                <a:lnTo>
                  <a:pt x="4215" y="2693"/>
                </a:lnTo>
                <a:lnTo>
                  <a:pt x="4215" y="2694"/>
                </a:lnTo>
                <a:lnTo>
                  <a:pt x="4216" y="2695"/>
                </a:lnTo>
                <a:lnTo>
                  <a:pt x="4217" y="2695"/>
                </a:lnTo>
                <a:lnTo>
                  <a:pt x="4217" y="2697"/>
                </a:lnTo>
                <a:lnTo>
                  <a:pt x="4218" y="2697"/>
                </a:lnTo>
                <a:lnTo>
                  <a:pt x="4219" y="2697"/>
                </a:lnTo>
                <a:lnTo>
                  <a:pt x="4219" y="2696"/>
                </a:lnTo>
                <a:lnTo>
                  <a:pt x="4219" y="2695"/>
                </a:lnTo>
                <a:lnTo>
                  <a:pt x="4220" y="2695"/>
                </a:lnTo>
                <a:lnTo>
                  <a:pt x="4221" y="2695"/>
                </a:lnTo>
                <a:lnTo>
                  <a:pt x="4222" y="2695"/>
                </a:lnTo>
                <a:lnTo>
                  <a:pt x="4222" y="2694"/>
                </a:lnTo>
                <a:lnTo>
                  <a:pt x="4223" y="2694"/>
                </a:lnTo>
                <a:lnTo>
                  <a:pt x="4223" y="2695"/>
                </a:lnTo>
                <a:lnTo>
                  <a:pt x="4224" y="2695"/>
                </a:lnTo>
                <a:lnTo>
                  <a:pt x="4224" y="2696"/>
                </a:lnTo>
                <a:lnTo>
                  <a:pt x="4224" y="2699"/>
                </a:lnTo>
                <a:lnTo>
                  <a:pt x="4224" y="2700"/>
                </a:lnTo>
                <a:lnTo>
                  <a:pt x="4225" y="2699"/>
                </a:lnTo>
                <a:lnTo>
                  <a:pt x="4225" y="2700"/>
                </a:lnTo>
                <a:lnTo>
                  <a:pt x="4225" y="2701"/>
                </a:lnTo>
                <a:lnTo>
                  <a:pt x="4226" y="2701"/>
                </a:lnTo>
                <a:lnTo>
                  <a:pt x="4226" y="2702"/>
                </a:lnTo>
                <a:lnTo>
                  <a:pt x="4227" y="2703"/>
                </a:lnTo>
                <a:lnTo>
                  <a:pt x="4228" y="2703"/>
                </a:lnTo>
                <a:lnTo>
                  <a:pt x="4229" y="2703"/>
                </a:lnTo>
                <a:lnTo>
                  <a:pt x="4230" y="2703"/>
                </a:lnTo>
                <a:lnTo>
                  <a:pt x="4230" y="2704"/>
                </a:lnTo>
                <a:lnTo>
                  <a:pt x="4229" y="2704"/>
                </a:lnTo>
                <a:lnTo>
                  <a:pt x="4228" y="2704"/>
                </a:lnTo>
                <a:lnTo>
                  <a:pt x="4227" y="2704"/>
                </a:lnTo>
                <a:lnTo>
                  <a:pt x="4226" y="2704"/>
                </a:lnTo>
                <a:lnTo>
                  <a:pt x="4225" y="2704"/>
                </a:lnTo>
                <a:lnTo>
                  <a:pt x="4224" y="2704"/>
                </a:lnTo>
                <a:lnTo>
                  <a:pt x="4225" y="2705"/>
                </a:lnTo>
                <a:lnTo>
                  <a:pt x="4226" y="2705"/>
                </a:lnTo>
                <a:lnTo>
                  <a:pt x="4227" y="2705"/>
                </a:lnTo>
                <a:lnTo>
                  <a:pt x="4228" y="2706"/>
                </a:lnTo>
                <a:lnTo>
                  <a:pt x="4227" y="2706"/>
                </a:lnTo>
                <a:lnTo>
                  <a:pt x="4226" y="2706"/>
                </a:lnTo>
                <a:lnTo>
                  <a:pt x="4225" y="2706"/>
                </a:lnTo>
                <a:lnTo>
                  <a:pt x="4224" y="2706"/>
                </a:lnTo>
                <a:lnTo>
                  <a:pt x="4224" y="2707"/>
                </a:lnTo>
                <a:lnTo>
                  <a:pt x="4224" y="2708"/>
                </a:lnTo>
                <a:lnTo>
                  <a:pt x="4224" y="2709"/>
                </a:lnTo>
                <a:lnTo>
                  <a:pt x="4225" y="2709"/>
                </a:lnTo>
                <a:lnTo>
                  <a:pt x="4226" y="2709"/>
                </a:lnTo>
                <a:lnTo>
                  <a:pt x="4225" y="2710"/>
                </a:lnTo>
                <a:lnTo>
                  <a:pt x="4224" y="2709"/>
                </a:lnTo>
                <a:lnTo>
                  <a:pt x="4223" y="2709"/>
                </a:lnTo>
                <a:lnTo>
                  <a:pt x="4222" y="2709"/>
                </a:lnTo>
                <a:lnTo>
                  <a:pt x="4220" y="2709"/>
                </a:lnTo>
                <a:lnTo>
                  <a:pt x="4220" y="2708"/>
                </a:lnTo>
                <a:lnTo>
                  <a:pt x="4219" y="2708"/>
                </a:lnTo>
                <a:lnTo>
                  <a:pt x="4218" y="2708"/>
                </a:lnTo>
                <a:lnTo>
                  <a:pt x="4217" y="2708"/>
                </a:lnTo>
                <a:lnTo>
                  <a:pt x="4217" y="2709"/>
                </a:lnTo>
                <a:lnTo>
                  <a:pt x="4217" y="2708"/>
                </a:lnTo>
                <a:lnTo>
                  <a:pt x="4216" y="2708"/>
                </a:lnTo>
                <a:lnTo>
                  <a:pt x="4216" y="2707"/>
                </a:lnTo>
                <a:lnTo>
                  <a:pt x="4216" y="2708"/>
                </a:lnTo>
                <a:lnTo>
                  <a:pt x="4215" y="2708"/>
                </a:lnTo>
                <a:lnTo>
                  <a:pt x="4215" y="2707"/>
                </a:lnTo>
                <a:lnTo>
                  <a:pt x="4214" y="2707"/>
                </a:lnTo>
                <a:lnTo>
                  <a:pt x="4213" y="2707"/>
                </a:lnTo>
                <a:lnTo>
                  <a:pt x="4213" y="2708"/>
                </a:lnTo>
                <a:lnTo>
                  <a:pt x="4214" y="2709"/>
                </a:lnTo>
                <a:lnTo>
                  <a:pt x="4215" y="2709"/>
                </a:lnTo>
                <a:lnTo>
                  <a:pt x="4216" y="2710"/>
                </a:lnTo>
                <a:lnTo>
                  <a:pt x="4216" y="2711"/>
                </a:lnTo>
                <a:lnTo>
                  <a:pt x="4215" y="2711"/>
                </a:lnTo>
                <a:lnTo>
                  <a:pt x="4215" y="2712"/>
                </a:lnTo>
                <a:lnTo>
                  <a:pt x="4216" y="2712"/>
                </a:lnTo>
                <a:lnTo>
                  <a:pt x="4215" y="2712"/>
                </a:lnTo>
                <a:lnTo>
                  <a:pt x="4215" y="2713"/>
                </a:lnTo>
                <a:lnTo>
                  <a:pt x="4216" y="2713"/>
                </a:lnTo>
                <a:lnTo>
                  <a:pt x="4217" y="2714"/>
                </a:lnTo>
                <a:lnTo>
                  <a:pt x="4216" y="2714"/>
                </a:lnTo>
                <a:lnTo>
                  <a:pt x="4215" y="2714"/>
                </a:lnTo>
                <a:lnTo>
                  <a:pt x="4215" y="2713"/>
                </a:lnTo>
                <a:lnTo>
                  <a:pt x="4214" y="2712"/>
                </a:lnTo>
                <a:lnTo>
                  <a:pt x="4213" y="2712"/>
                </a:lnTo>
                <a:lnTo>
                  <a:pt x="4213" y="2713"/>
                </a:lnTo>
                <a:lnTo>
                  <a:pt x="4214" y="2713"/>
                </a:lnTo>
                <a:lnTo>
                  <a:pt x="4213" y="2713"/>
                </a:lnTo>
                <a:lnTo>
                  <a:pt x="4213" y="2714"/>
                </a:lnTo>
                <a:lnTo>
                  <a:pt x="4214" y="2714"/>
                </a:lnTo>
                <a:lnTo>
                  <a:pt x="4213" y="2714"/>
                </a:lnTo>
                <a:lnTo>
                  <a:pt x="4212" y="2714"/>
                </a:lnTo>
                <a:lnTo>
                  <a:pt x="4213" y="2714"/>
                </a:lnTo>
                <a:lnTo>
                  <a:pt x="4212" y="2715"/>
                </a:lnTo>
                <a:lnTo>
                  <a:pt x="4213" y="2715"/>
                </a:lnTo>
                <a:lnTo>
                  <a:pt x="4214" y="2715"/>
                </a:lnTo>
                <a:lnTo>
                  <a:pt x="4214" y="2716"/>
                </a:lnTo>
                <a:lnTo>
                  <a:pt x="4214" y="2717"/>
                </a:lnTo>
                <a:lnTo>
                  <a:pt x="4214" y="2718"/>
                </a:lnTo>
                <a:lnTo>
                  <a:pt x="4214" y="2719"/>
                </a:lnTo>
                <a:lnTo>
                  <a:pt x="4212" y="2719"/>
                </a:lnTo>
                <a:lnTo>
                  <a:pt x="4213" y="2719"/>
                </a:lnTo>
                <a:lnTo>
                  <a:pt x="4213" y="2720"/>
                </a:lnTo>
                <a:lnTo>
                  <a:pt x="4212" y="2720"/>
                </a:lnTo>
                <a:lnTo>
                  <a:pt x="4211" y="2720"/>
                </a:lnTo>
                <a:lnTo>
                  <a:pt x="4210" y="2721"/>
                </a:lnTo>
                <a:lnTo>
                  <a:pt x="4209" y="2721"/>
                </a:lnTo>
                <a:lnTo>
                  <a:pt x="4209" y="2720"/>
                </a:lnTo>
                <a:lnTo>
                  <a:pt x="4208" y="2720"/>
                </a:lnTo>
                <a:lnTo>
                  <a:pt x="4208" y="2721"/>
                </a:lnTo>
                <a:lnTo>
                  <a:pt x="4207" y="2720"/>
                </a:lnTo>
                <a:lnTo>
                  <a:pt x="4207" y="2721"/>
                </a:lnTo>
                <a:lnTo>
                  <a:pt x="4208" y="2721"/>
                </a:lnTo>
                <a:lnTo>
                  <a:pt x="4207" y="2722"/>
                </a:lnTo>
                <a:lnTo>
                  <a:pt x="4207" y="2723"/>
                </a:lnTo>
                <a:lnTo>
                  <a:pt x="4208" y="2723"/>
                </a:lnTo>
                <a:lnTo>
                  <a:pt x="4209" y="2723"/>
                </a:lnTo>
                <a:lnTo>
                  <a:pt x="4209" y="2722"/>
                </a:lnTo>
                <a:lnTo>
                  <a:pt x="4210" y="2722"/>
                </a:lnTo>
                <a:lnTo>
                  <a:pt x="4211" y="2721"/>
                </a:lnTo>
                <a:lnTo>
                  <a:pt x="4212" y="2722"/>
                </a:lnTo>
                <a:lnTo>
                  <a:pt x="4211" y="2723"/>
                </a:lnTo>
                <a:lnTo>
                  <a:pt x="4212" y="2724"/>
                </a:lnTo>
                <a:lnTo>
                  <a:pt x="4212" y="2725"/>
                </a:lnTo>
                <a:lnTo>
                  <a:pt x="4212" y="2726"/>
                </a:lnTo>
                <a:lnTo>
                  <a:pt x="4211" y="2727"/>
                </a:lnTo>
                <a:lnTo>
                  <a:pt x="4210" y="2727"/>
                </a:lnTo>
                <a:lnTo>
                  <a:pt x="4210" y="2726"/>
                </a:lnTo>
                <a:lnTo>
                  <a:pt x="4210" y="2727"/>
                </a:lnTo>
                <a:lnTo>
                  <a:pt x="4209" y="2727"/>
                </a:lnTo>
                <a:lnTo>
                  <a:pt x="4209" y="2726"/>
                </a:lnTo>
                <a:lnTo>
                  <a:pt x="4208" y="2726"/>
                </a:lnTo>
                <a:lnTo>
                  <a:pt x="4207" y="2727"/>
                </a:lnTo>
                <a:lnTo>
                  <a:pt x="4207" y="2726"/>
                </a:lnTo>
                <a:lnTo>
                  <a:pt x="4206" y="2726"/>
                </a:lnTo>
                <a:lnTo>
                  <a:pt x="4205" y="2726"/>
                </a:lnTo>
                <a:lnTo>
                  <a:pt x="4205" y="2725"/>
                </a:lnTo>
                <a:lnTo>
                  <a:pt x="4204" y="2726"/>
                </a:lnTo>
                <a:lnTo>
                  <a:pt x="4203" y="2726"/>
                </a:lnTo>
                <a:lnTo>
                  <a:pt x="4202" y="2727"/>
                </a:lnTo>
                <a:lnTo>
                  <a:pt x="4202" y="2726"/>
                </a:lnTo>
                <a:lnTo>
                  <a:pt x="4201" y="2726"/>
                </a:lnTo>
                <a:lnTo>
                  <a:pt x="4201" y="2725"/>
                </a:lnTo>
                <a:lnTo>
                  <a:pt x="4200" y="2726"/>
                </a:lnTo>
                <a:lnTo>
                  <a:pt x="4200" y="2727"/>
                </a:lnTo>
                <a:lnTo>
                  <a:pt x="4200" y="2728"/>
                </a:lnTo>
                <a:lnTo>
                  <a:pt x="4200" y="2729"/>
                </a:lnTo>
                <a:lnTo>
                  <a:pt x="4201" y="2729"/>
                </a:lnTo>
                <a:lnTo>
                  <a:pt x="4200" y="2729"/>
                </a:lnTo>
                <a:lnTo>
                  <a:pt x="4201" y="2729"/>
                </a:lnTo>
                <a:lnTo>
                  <a:pt x="4200" y="2729"/>
                </a:lnTo>
                <a:lnTo>
                  <a:pt x="4199" y="2731"/>
                </a:lnTo>
                <a:lnTo>
                  <a:pt x="4198" y="2731"/>
                </a:lnTo>
                <a:lnTo>
                  <a:pt x="4198" y="2730"/>
                </a:lnTo>
                <a:lnTo>
                  <a:pt x="4198" y="2731"/>
                </a:lnTo>
                <a:lnTo>
                  <a:pt x="4197" y="2731"/>
                </a:lnTo>
                <a:lnTo>
                  <a:pt x="4197" y="2730"/>
                </a:lnTo>
                <a:lnTo>
                  <a:pt x="4197" y="2729"/>
                </a:lnTo>
                <a:lnTo>
                  <a:pt x="4196" y="2729"/>
                </a:lnTo>
                <a:lnTo>
                  <a:pt x="4195" y="2729"/>
                </a:lnTo>
                <a:lnTo>
                  <a:pt x="4194" y="2730"/>
                </a:lnTo>
                <a:lnTo>
                  <a:pt x="4195" y="2730"/>
                </a:lnTo>
                <a:lnTo>
                  <a:pt x="4196" y="2730"/>
                </a:lnTo>
                <a:lnTo>
                  <a:pt x="4196" y="2731"/>
                </a:lnTo>
                <a:lnTo>
                  <a:pt x="4196" y="2732"/>
                </a:lnTo>
                <a:lnTo>
                  <a:pt x="4197" y="2736"/>
                </a:lnTo>
                <a:lnTo>
                  <a:pt x="4197" y="2737"/>
                </a:lnTo>
                <a:lnTo>
                  <a:pt x="4198" y="2737"/>
                </a:lnTo>
                <a:lnTo>
                  <a:pt x="4198" y="2738"/>
                </a:lnTo>
                <a:lnTo>
                  <a:pt x="4198" y="2739"/>
                </a:lnTo>
                <a:lnTo>
                  <a:pt x="4199" y="2739"/>
                </a:lnTo>
                <a:lnTo>
                  <a:pt x="4199" y="2740"/>
                </a:lnTo>
                <a:lnTo>
                  <a:pt x="4199" y="2739"/>
                </a:lnTo>
                <a:lnTo>
                  <a:pt x="4200" y="2739"/>
                </a:lnTo>
                <a:lnTo>
                  <a:pt x="4201" y="2739"/>
                </a:lnTo>
                <a:lnTo>
                  <a:pt x="4200" y="2739"/>
                </a:lnTo>
                <a:lnTo>
                  <a:pt x="4200" y="2740"/>
                </a:lnTo>
                <a:lnTo>
                  <a:pt x="4201" y="2740"/>
                </a:lnTo>
                <a:lnTo>
                  <a:pt x="4201" y="2739"/>
                </a:lnTo>
                <a:lnTo>
                  <a:pt x="4202" y="2739"/>
                </a:lnTo>
                <a:lnTo>
                  <a:pt x="4202" y="2740"/>
                </a:lnTo>
                <a:lnTo>
                  <a:pt x="4201" y="2740"/>
                </a:lnTo>
                <a:lnTo>
                  <a:pt x="4200" y="2741"/>
                </a:lnTo>
                <a:lnTo>
                  <a:pt x="4200" y="2742"/>
                </a:lnTo>
                <a:lnTo>
                  <a:pt x="4199" y="2742"/>
                </a:lnTo>
                <a:lnTo>
                  <a:pt x="4199" y="2743"/>
                </a:lnTo>
                <a:lnTo>
                  <a:pt x="4199" y="2744"/>
                </a:lnTo>
                <a:lnTo>
                  <a:pt x="4200" y="2744"/>
                </a:lnTo>
                <a:lnTo>
                  <a:pt x="4200" y="2745"/>
                </a:lnTo>
                <a:lnTo>
                  <a:pt x="4200" y="2746"/>
                </a:lnTo>
                <a:lnTo>
                  <a:pt x="4201" y="2745"/>
                </a:lnTo>
                <a:lnTo>
                  <a:pt x="4202" y="2745"/>
                </a:lnTo>
                <a:lnTo>
                  <a:pt x="4203" y="2745"/>
                </a:lnTo>
                <a:lnTo>
                  <a:pt x="4202" y="2745"/>
                </a:lnTo>
                <a:lnTo>
                  <a:pt x="4202" y="2746"/>
                </a:lnTo>
                <a:lnTo>
                  <a:pt x="4203" y="2746"/>
                </a:lnTo>
                <a:lnTo>
                  <a:pt x="4204" y="2746"/>
                </a:lnTo>
                <a:lnTo>
                  <a:pt x="4204" y="2747"/>
                </a:lnTo>
                <a:lnTo>
                  <a:pt x="4203" y="2747"/>
                </a:lnTo>
                <a:lnTo>
                  <a:pt x="4203" y="2748"/>
                </a:lnTo>
                <a:lnTo>
                  <a:pt x="4202" y="2748"/>
                </a:lnTo>
                <a:lnTo>
                  <a:pt x="4201" y="2748"/>
                </a:lnTo>
                <a:lnTo>
                  <a:pt x="4200" y="2748"/>
                </a:lnTo>
                <a:lnTo>
                  <a:pt x="4200" y="2749"/>
                </a:lnTo>
                <a:lnTo>
                  <a:pt x="4199" y="2750"/>
                </a:lnTo>
                <a:lnTo>
                  <a:pt x="4200" y="2750"/>
                </a:lnTo>
                <a:lnTo>
                  <a:pt x="4200" y="2751"/>
                </a:lnTo>
                <a:lnTo>
                  <a:pt x="4200" y="2752"/>
                </a:lnTo>
                <a:lnTo>
                  <a:pt x="4200" y="2753"/>
                </a:lnTo>
                <a:lnTo>
                  <a:pt x="4200" y="2754"/>
                </a:lnTo>
                <a:lnTo>
                  <a:pt x="4200" y="2755"/>
                </a:lnTo>
                <a:lnTo>
                  <a:pt x="4201" y="2755"/>
                </a:lnTo>
                <a:lnTo>
                  <a:pt x="4201" y="2754"/>
                </a:lnTo>
                <a:lnTo>
                  <a:pt x="4202" y="2754"/>
                </a:lnTo>
                <a:lnTo>
                  <a:pt x="4202" y="2755"/>
                </a:lnTo>
                <a:lnTo>
                  <a:pt x="4201" y="2755"/>
                </a:lnTo>
                <a:lnTo>
                  <a:pt x="4201" y="2756"/>
                </a:lnTo>
                <a:lnTo>
                  <a:pt x="4200" y="2756"/>
                </a:lnTo>
                <a:lnTo>
                  <a:pt x="4199" y="2757"/>
                </a:lnTo>
                <a:lnTo>
                  <a:pt x="4198" y="2757"/>
                </a:lnTo>
                <a:lnTo>
                  <a:pt x="4197" y="2757"/>
                </a:lnTo>
                <a:lnTo>
                  <a:pt x="4198" y="2756"/>
                </a:lnTo>
                <a:lnTo>
                  <a:pt x="4198" y="2755"/>
                </a:lnTo>
                <a:lnTo>
                  <a:pt x="4198" y="2754"/>
                </a:lnTo>
                <a:lnTo>
                  <a:pt x="4197" y="2754"/>
                </a:lnTo>
                <a:lnTo>
                  <a:pt x="4196" y="2755"/>
                </a:lnTo>
                <a:lnTo>
                  <a:pt x="4196" y="2756"/>
                </a:lnTo>
                <a:lnTo>
                  <a:pt x="4194" y="2757"/>
                </a:lnTo>
                <a:lnTo>
                  <a:pt x="4193" y="2757"/>
                </a:lnTo>
                <a:lnTo>
                  <a:pt x="4192" y="2758"/>
                </a:lnTo>
                <a:lnTo>
                  <a:pt x="4191" y="2759"/>
                </a:lnTo>
                <a:lnTo>
                  <a:pt x="4190" y="2759"/>
                </a:lnTo>
                <a:lnTo>
                  <a:pt x="4189" y="2759"/>
                </a:lnTo>
                <a:lnTo>
                  <a:pt x="4188" y="2759"/>
                </a:lnTo>
                <a:lnTo>
                  <a:pt x="4188" y="2758"/>
                </a:lnTo>
                <a:lnTo>
                  <a:pt x="4187" y="2758"/>
                </a:lnTo>
                <a:lnTo>
                  <a:pt x="4186" y="2758"/>
                </a:lnTo>
                <a:lnTo>
                  <a:pt x="4185" y="2760"/>
                </a:lnTo>
                <a:lnTo>
                  <a:pt x="4185" y="2761"/>
                </a:lnTo>
                <a:lnTo>
                  <a:pt x="4184" y="2761"/>
                </a:lnTo>
                <a:lnTo>
                  <a:pt x="4185" y="2762"/>
                </a:lnTo>
                <a:lnTo>
                  <a:pt x="4185" y="2763"/>
                </a:lnTo>
                <a:lnTo>
                  <a:pt x="4184" y="2763"/>
                </a:lnTo>
                <a:lnTo>
                  <a:pt x="4184" y="2764"/>
                </a:lnTo>
                <a:lnTo>
                  <a:pt x="4183" y="2764"/>
                </a:lnTo>
                <a:lnTo>
                  <a:pt x="4182" y="2765"/>
                </a:lnTo>
                <a:lnTo>
                  <a:pt x="4181" y="2765"/>
                </a:lnTo>
                <a:lnTo>
                  <a:pt x="4181" y="2766"/>
                </a:lnTo>
                <a:lnTo>
                  <a:pt x="4180" y="2767"/>
                </a:lnTo>
                <a:lnTo>
                  <a:pt x="4180" y="2768"/>
                </a:lnTo>
                <a:lnTo>
                  <a:pt x="4179" y="2768"/>
                </a:lnTo>
                <a:lnTo>
                  <a:pt x="4179" y="2767"/>
                </a:lnTo>
                <a:lnTo>
                  <a:pt x="4178" y="2768"/>
                </a:lnTo>
                <a:lnTo>
                  <a:pt x="4178" y="2767"/>
                </a:lnTo>
                <a:lnTo>
                  <a:pt x="4177" y="2767"/>
                </a:lnTo>
                <a:lnTo>
                  <a:pt x="4176" y="2767"/>
                </a:lnTo>
                <a:lnTo>
                  <a:pt x="4175" y="2767"/>
                </a:lnTo>
                <a:lnTo>
                  <a:pt x="4176" y="2767"/>
                </a:lnTo>
                <a:lnTo>
                  <a:pt x="4176" y="2766"/>
                </a:lnTo>
                <a:lnTo>
                  <a:pt x="4175" y="2766"/>
                </a:lnTo>
                <a:lnTo>
                  <a:pt x="4175" y="2765"/>
                </a:lnTo>
                <a:lnTo>
                  <a:pt x="4176" y="2765"/>
                </a:lnTo>
                <a:lnTo>
                  <a:pt x="4175" y="2765"/>
                </a:lnTo>
                <a:lnTo>
                  <a:pt x="4175" y="2764"/>
                </a:lnTo>
                <a:lnTo>
                  <a:pt x="4176" y="2764"/>
                </a:lnTo>
                <a:lnTo>
                  <a:pt x="4176" y="2763"/>
                </a:lnTo>
                <a:lnTo>
                  <a:pt x="4175" y="2763"/>
                </a:lnTo>
                <a:lnTo>
                  <a:pt x="4176" y="2763"/>
                </a:lnTo>
                <a:lnTo>
                  <a:pt x="4176" y="2762"/>
                </a:lnTo>
                <a:lnTo>
                  <a:pt x="4177" y="2763"/>
                </a:lnTo>
                <a:lnTo>
                  <a:pt x="4177" y="2762"/>
                </a:lnTo>
                <a:lnTo>
                  <a:pt x="4176" y="2762"/>
                </a:lnTo>
                <a:lnTo>
                  <a:pt x="4176" y="2761"/>
                </a:lnTo>
                <a:lnTo>
                  <a:pt x="4177" y="2761"/>
                </a:lnTo>
                <a:lnTo>
                  <a:pt x="4176" y="2761"/>
                </a:lnTo>
                <a:lnTo>
                  <a:pt x="4177" y="2760"/>
                </a:lnTo>
                <a:lnTo>
                  <a:pt x="4177" y="2759"/>
                </a:lnTo>
                <a:lnTo>
                  <a:pt x="4178" y="2759"/>
                </a:lnTo>
                <a:lnTo>
                  <a:pt x="4179" y="2759"/>
                </a:lnTo>
                <a:lnTo>
                  <a:pt x="4179" y="2758"/>
                </a:lnTo>
                <a:lnTo>
                  <a:pt x="4181" y="2757"/>
                </a:lnTo>
                <a:lnTo>
                  <a:pt x="4182" y="2757"/>
                </a:lnTo>
                <a:lnTo>
                  <a:pt x="4183" y="2757"/>
                </a:lnTo>
                <a:lnTo>
                  <a:pt x="4184" y="2757"/>
                </a:lnTo>
                <a:lnTo>
                  <a:pt x="4184" y="2758"/>
                </a:lnTo>
                <a:lnTo>
                  <a:pt x="4184" y="2757"/>
                </a:lnTo>
                <a:lnTo>
                  <a:pt x="4185" y="2757"/>
                </a:lnTo>
                <a:lnTo>
                  <a:pt x="4185" y="2758"/>
                </a:lnTo>
                <a:lnTo>
                  <a:pt x="4186" y="2758"/>
                </a:lnTo>
                <a:lnTo>
                  <a:pt x="4186" y="2757"/>
                </a:lnTo>
                <a:lnTo>
                  <a:pt x="4185" y="2756"/>
                </a:lnTo>
                <a:lnTo>
                  <a:pt x="4186" y="2756"/>
                </a:lnTo>
                <a:lnTo>
                  <a:pt x="4187" y="2756"/>
                </a:lnTo>
                <a:lnTo>
                  <a:pt x="4187" y="2755"/>
                </a:lnTo>
                <a:lnTo>
                  <a:pt x="4187" y="2754"/>
                </a:lnTo>
                <a:lnTo>
                  <a:pt x="4186" y="2754"/>
                </a:lnTo>
                <a:lnTo>
                  <a:pt x="4187" y="2754"/>
                </a:lnTo>
                <a:lnTo>
                  <a:pt x="4188" y="2753"/>
                </a:lnTo>
                <a:lnTo>
                  <a:pt x="4188" y="2752"/>
                </a:lnTo>
                <a:lnTo>
                  <a:pt x="4189" y="2752"/>
                </a:lnTo>
                <a:lnTo>
                  <a:pt x="4189" y="2751"/>
                </a:lnTo>
                <a:lnTo>
                  <a:pt x="4190" y="2751"/>
                </a:lnTo>
                <a:lnTo>
                  <a:pt x="4189" y="2751"/>
                </a:lnTo>
                <a:lnTo>
                  <a:pt x="4188" y="2750"/>
                </a:lnTo>
                <a:lnTo>
                  <a:pt x="4188" y="2749"/>
                </a:lnTo>
                <a:lnTo>
                  <a:pt x="4189" y="2749"/>
                </a:lnTo>
                <a:lnTo>
                  <a:pt x="4190" y="2748"/>
                </a:lnTo>
                <a:lnTo>
                  <a:pt x="4191" y="2748"/>
                </a:lnTo>
                <a:lnTo>
                  <a:pt x="4190" y="2748"/>
                </a:lnTo>
                <a:lnTo>
                  <a:pt x="4190" y="2747"/>
                </a:lnTo>
                <a:lnTo>
                  <a:pt x="4189" y="2747"/>
                </a:lnTo>
                <a:lnTo>
                  <a:pt x="4190" y="2747"/>
                </a:lnTo>
                <a:lnTo>
                  <a:pt x="4191" y="2747"/>
                </a:lnTo>
                <a:lnTo>
                  <a:pt x="4192" y="2747"/>
                </a:lnTo>
                <a:lnTo>
                  <a:pt x="4192" y="2746"/>
                </a:lnTo>
                <a:lnTo>
                  <a:pt x="4192" y="2745"/>
                </a:lnTo>
                <a:lnTo>
                  <a:pt x="4193" y="2745"/>
                </a:lnTo>
                <a:lnTo>
                  <a:pt x="4194" y="2745"/>
                </a:lnTo>
                <a:lnTo>
                  <a:pt x="4195" y="2744"/>
                </a:lnTo>
                <a:lnTo>
                  <a:pt x="4194" y="2744"/>
                </a:lnTo>
                <a:lnTo>
                  <a:pt x="4194" y="2743"/>
                </a:lnTo>
                <a:lnTo>
                  <a:pt x="4195" y="2743"/>
                </a:lnTo>
                <a:lnTo>
                  <a:pt x="4196" y="2742"/>
                </a:lnTo>
                <a:lnTo>
                  <a:pt x="4197" y="2742"/>
                </a:lnTo>
                <a:lnTo>
                  <a:pt x="4197" y="2741"/>
                </a:lnTo>
                <a:lnTo>
                  <a:pt x="4197" y="2740"/>
                </a:lnTo>
                <a:lnTo>
                  <a:pt x="4197" y="2739"/>
                </a:lnTo>
                <a:lnTo>
                  <a:pt x="4196" y="2739"/>
                </a:lnTo>
                <a:lnTo>
                  <a:pt x="4195" y="2739"/>
                </a:lnTo>
                <a:lnTo>
                  <a:pt x="4194" y="2740"/>
                </a:lnTo>
                <a:lnTo>
                  <a:pt x="4193" y="2740"/>
                </a:lnTo>
                <a:lnTo>
                  <a:pt x="4192" y="2740"/>
                </a:lnTo>
                <a:lnTo>
                  <a:pt x="4191" y="2740"/>
                </a:lnTo>
                <a:lnTo>
                  <a:pt x="4190" y="2740"/>
                </a:lnTo>
                <a:lnTo>
                  <a:pt x="4189" y="2740"/>
                </a:lnTo>
                <a:lnTo>
                  <a:pt x="4188" y="2741"/>
                </a:lnTo>
                <a:lnTo>
                  <a:pt x="4187" y="2741"/>
                </a:lnTo>
                <a:lnTo>
                  <a:pt x="4187" y="2740"/>
                </a:lnTo>
                <a:lnTo>
                  <a:pt x="4188" y="2740"/>
                </a:lnTo>
                <a:lnTo>
                  <a:pt x="4188" y="2739"/>
                </a:lnTo>
                <a:lnTo>
                  <a:pt x="4187" y="2739"/>
                </a:lnTo>
                <a:lnTo>
                  <a:pt x="4186" y="2739"/>
                </a:lnTo>
                <a:lnTo>
                  <a:pt x="4186" y="2740"/>
                </a:lnTo>
                <a:lnTo>
                  <a:pt x="4185" y="2740"/>
                </a:lnTo>
                <a:lnTo>
                  <a:pt x="4185" y="2739"/>
                </a:lnTo>
                <a:lnTo>
                  <a:pt x="4184" y="2740"/>
                </a:lnTo>
                <a:lnTo>
                  <a:pt x="4185" y="2740"/>
                </a:lnTo>
                <a:lnTo>
                  <a:pt x="4184" y="2740"/>
                </a:lnTo>
                <a:lnTo>
                  <a:pt x="4183" y="2741"/>
                </a:lnTo>
                <a:lnTo>
                  <a:pt x="4183" y="2742"/>
                </a:lnTo>
                <a:lnTo>
                  <a:pt x="4183" y="2743"/>
                </a:lnTo>
                <a:lnTo>
                  <a:pt x="4184" y="2743"/>
                </a:lnTo>
                <a:lnTo>
                  <a:pt x="4184" y="2744"/>
                </a:lnTo>
                <a:lnTo>
                  <a:pt x="4184" y="2745"/>
                </a:lnTo>
                <a:lnTo>
                  <a:pt x="4183" y="2746"/>
                </a:lnTo>
                <a:lnTo>
                  <a:pt x="4182" y="2747"/>
                </a:lnTo>
                <a:lnTo>
                  <a:pt x="4181" y="2748"/>
                </a:lnTo>
                <a:lnTo>
                  <a:pt x="4181" y="2749"/>
                </a:lnTo>
                <a:lnTo>
                  <a:pt x="4181" y="2750"/>
                </a:lnTo>
                <a:lnTo>
                  <a:pt x="4181" y="2751"/>
                </a:lnTo>
                <a:lnTo>
                  <a:pt x="4180" y="2751"/>
                </a:lnTo>
                <a:lnTo>
                  <a:pt x="4180" y="2752"/>
                </a:lnTo>
                <a:lnTo>
                  <a:pt x="4181" y="2752"/>
                </a:lnTo>
                <a:lnTo>
                  <a:pt x="4182" y="2752"/>
                </a:lnTo>
                <a:lnTo>
                  <a:pt x="4181" y="2752"/>
                </a:lnTo>
                <a:lnTo>
                  <a:pt x="4181" y="2753"/>
                </a:lnTo>
                <a:lnTo>
                  <a:pt x="4180" y="2753"/>
                </a:lnTo>
                <a:lnTo>
                  <a:pt x="4180" y="2754"/>
                </a:lnTo>
                <a:lnTo>
                  <a:pt x="4179" y="2754"/>
                </a:lnTo>
                <a:lnTo>
                  <a:pt x="4178" y="2754"/>
                </a:lnTo>
                <a:lnTo>
                  <a:pt x="4178" y="2753"/>
                </a:lnTo>
                <a:lnTo>
                  <a:pt x="4178" y="2752"/>
                </a:lnTo>
                <a:lnTo>
                  <a:pt x="4179" y="2752"/>
                </a:lnTo>
                <a:lnTo>
                  <a:pt x="4179" y="2751"/>
                </a:lnTo>
                <a:lnTo>
                  <a:pt x="4178" y="2751"/>
                </a:lnTo>
                <a:lnTo>
                  <a:pt x="4177" y="2750"/>
                </a:lnTo>
                <a:lnTo>
                  <a:pt x="4176" y="2750"/>
                </a:lnTo>
                <a:lnTo>
                  <a:pt x="4176" y="2749"/>
                </a:lnTo>
                <a:lnTo>
                  <a:pt x="4176" y="2748"/>
                </a:lnTo>
                <a:lnTo>
                  <a:pt x="4175" y="2748"/>
                </a:lnTo>
                <a:lnTo>
                  <a:pt x="4174" y="2748"/>
                </a:lnTo>
                <a:lnTo>
                  <a:pt x="4174" y="2749"/>
                </a:lnTo>
                <a:lnTo>
                  <a:pt x="4173" y="2749"/>
                </a:lnTo>
                <a:lnTo>
                  <a:pt x="4173" y="2750"/>
                </a:lnTo>
                <a:lnTo>
                  <a:pt x="4172" y="2749"/>
                </a:lnTo>
                <a:lnTo>
                  <a:pt x="4171" y="2748"/>
                </a:lnTo>
                <a:lnTo>
                  <a:pt x="4172" y="2747"/>
                </a:lnTo>
                <a:lnTo>
                  <a:pt x="4173" y="2747"/>
                </a:lnTo>
                <a:lnTo>
                  <a:pt x="4173" y="2746"/>
                </a:lnTo>
                <a:lnTo>
                  <a:pt x="4173" y="2745"/>
                </a:lnTo>
                <a:lnTo>
                  <a:pt x="4172" y="2744"/>
                </a:lnTo>
                <a:lnTo>
                  <a:pt x="4172" y="2743"/>
                </a:lnTo>
                <a:lnTo>
                  <a:pt x="4173" y="2743"/>
                </a:lnTo>
                <a:lnTo>
                  <a:pt x="4173" y="2742"/>
                </a:lnTo>
                <a:lnTo>
                  <a:pt x="4173" y="2741"/>
                </a:lnTo>
                <a:lnTo>
                  <a:pt x="4174" y="2741"/>
                </a:lnTo>
                <a:lnTo>
                  <a:pt x="4174" y="2740"/>
                </a:lnTo>
                <a:lnTo>
                  <a:pt x="4175" y="2741"/>
                </a:lnTo>
                <a:lnTo>
                  <a:pt x="4176" y="2741"/>
                </a:lnTo>
                <a:lnTo>
                  <a:pt x="4177" y="2741"/>
                </a:lnTo>
                <a:lnTo>
                  <a:pt x="4177" y="2740"/>
                </a:lnTo>
                <a:lnTo>
                  <a:pt x="4176" y="2739"/>
                </a:lnTo>
                <a:lnTo>
                  <a:pt x="4177" y="2739"/>
                </a:lnTo>
                <a:lnTo>
                  <a:pt x="4177" y="2738"/>
                </a:lnTo>
                <a:lnTo>
                  <a:pt x="4177" y="2737"/>
                </a:lnTo>
                <a:lnTo>
                  <a:pt x="4176" y="2737"/>
                </a:lnTo>
                <a:lnTo>
                  <a:pt x="4176" y="2738"/>
                </a:lnTo>
                <a:lnTo>
                  <a:pt x="4175" y="2739"/>
                </a:lnTo>
                <a:lnTo>
                  <a:pt x="4174" y="2739"/>
                </a:lnTo>
                <a:lnTo>
                  <a:pt x="4173" y="2739"/>
                </a:lnTo>
                <a:lnTo>
                  <a:pt x="4172" y="2739"/>
                </a:lnTo>
                <a:lnTo>
                  <a:pt x="4171" y="2740"/>
                </a:lnTo>
                <a:lnTo>
                  <a:pt x="4171" y="2739"/>
                </a:lnTo>
                <a:lnTo>
                  <a:pt x="4171" y="2738"/>
                </a:lnTo>
                <a:lnTo>
                  <a:pt x="4171" y="2737"/>
                </a:lnTo>
                <a:lnTo>
                  <a:pt x="4172" y="2736"/>
                </a:lnTo>
                <a:lnTo>
                  <a:pt x="4173" y="2736"/>
                </a:lnTo>
                <a:lnTo>
                  <a:pt x="4174" y="2736"/>
                </a:lnTo>
                <a:lnTo>
                  <a:pt x="4176" y="2735"/>
                </a:lnTo>
                <a:lnTo>
                  <a:pt x="4176" y="2734"/>
                </a:lnTo>
                <a:lnTo>
                  <a:pt x="4177" y="2734"/>
                </a:lnTo>
                <a:lnTo>
                  <a:pt x="4177" y="2733"/>
                </a:lnTo>
                <a:lnTo>
                  <a:pt x="4176" y="2733"/>
                </a:lnTo>
                <a:lnTo>
                  <a:pt x="4176" y="2734"/>
                </a:lnTo>
                <a:lnTo>
                  <a:pt x="4174" y="2735"/>
                </a:lnTo>
                <a:lnTo>
                  <a:pt x="4173" y="2735"/>
                </a:lnTo>
                <a:lnTo>
                  <a:pt x="4172" y="2734"/>
                </a:lnTo>
                <a:lnTo>
                  <a:pt x="4172" y="2733"/>
                </a:lnTo>
                <a:lnTo>
                  <a:pt x="4173" y="2733"/>
                </a:lnTo>
                <a:lnTo>
                  <a:pt x="4172" y="2733"/>
                </a:lnTo>
                <a:lnTo>
                  <a:pt x="4172" y="2734"/>
                </a:lnTo>
                <a:lnTo>
                  <a:pt x="4172" y="2735"/>
                </a:lnTo>
                <a:lnTo>
                  <a:pt x="4171" y="2735"/>
                </a:lnTo>
                <a:lnTo>
                  <a:pt x="4171" y="2736"/>
                </a:lnTo>
                <a:lnTo>
                  <a:pt x="4170" y="2737"/>
                </a:lnTo>
                <a:lnTo>
                  <a:pt x="4170" y="2738"/>
                </a:lnTo>
                <a:lnTo>
                  <a:pt x="4169" y="2738"/>
                </a:lnTo>
                <a:lnTo>
                  <a:pt x="4168" y="2739"/>
                </a:lnTo>
                <a:lnTo>
                  <a:pt x="4169" y="2740"/>
                </a:lnTo>
                <a:lnTo>
                  <a:pt x="4169" y="2741"/>
                </a:lnTo>
                <a:lnTo>
                  <a:pt x="4170" y="2741"/>
                </a:lnTo>
                <a:lnTo>
                  <a:pt x="4170" y="2742"/>
                </a:lnTo>
                <a:lnTo>
                  <a:pt x="4169" y="2742"/>
                </a:lnTo>
                <a:lnTo>
                  <a:pt x="4169" y="2743"/>
                </a:lnTo>
                <a:lnTo>
                  <a:pt x="4169" y="2744"/>
                </a:lnTo>
                <a:lnTo>
                  <a:pt x="4168" y="2745"/>
                </a:lnTo>
                <a:lnTo>
                  <a:pt x="4167" y="2745"/>
                </a:lnTo>
                <a:lnTo>
                  <a:pt x="4166" y="2745"/>
                </a:lnTo>
                <a:lnTo>
                  <a:pt x="4166" y="2744"/>
                </a:lnTo>
                <a:lnTo>
                  <a:pt x="4166" y="2743"/>
                </a:lnTo>
                <a:lnTo>
                  <a:pt x="4165" y="2742"/>
                </a:lnTo>
                <a:lnTo>
                  <a:pt x="4165" y="2740"/>
                </a:lnTo>
                <a:lnTo>
                  <a:pt x="4164" y="2739"/>
                </a:lnTo>
                <a:lnTo>
                  <a:pt x="4164" y="2738"/>
                </a:lnTo>
                <a:lnTo>
                  <a:pt x="4163" y="2737"/>
                </a:lnTo>
                <a:lnTo>
                  <a:pt x="4162" y="2736"/>
                </a:lnTo>
                <a:lnTo>
                  <a:pt x="4162" y="2737"/>
                </a:lnTo>
                <a:lnTo>
                  <a:pt x="4162" y="2738"/>
                </a:lnTo>
                <a:lnTo>
                  <a:pt x="4162" y="2739"/>
                </a:lnTo>
                <a:lnTo>
                  <a:pt x="4162" y="2740"/>
                </a:lnTo>
                <a:lnTo>
                  <a:pt x="4162" y="2741"/>
                </a:lnTo>
                <a:lnTo>
                  <a:pt x="4163" y="2741"/>
                </a:lnTo>
                <a:lnTo>
                  <a:pt x="4162" y="2741"/>
                </a:lnTo>
                <a:lnTo>
                  <a:pt x="4161" y="2741"/>
                </a:lnTo>
                <a:lnTo>
                  <a:pt x="4162" y="2741"/>
                </a:lnTo>
                <a:lnTo>
                  <a:pt x="4161" y="2741"/>
                </a:lnTo>
                <a:lnTo>
                  <a:pt x="4162" y="2741"/>
                </a:lnTo>
                <a:lnTo>
                  <a:pt x="4162" y="2742"/>
                </a:lnTo>
                <a:lnTo>
                  <a:pt x="4162" y="2743"/>
                </a:lnTo>
                <a:lnTo>
                  <a:pt x="4162" y="2744"/>
                </a:lnTo>
                <a:lnTo>
                  <a:pt x="4163" y="2744"/>
                </a:lnTo>
                <a:lnTo>
                  <a:pt x="4163" y="2745"/>
                </a:lnTo>
                <a:lnTo>
                  <a:pt x="4163" y="2744"/>
                </a:lnTo>
                <a:lnTo>
                  <a:pt x="4164" y="2744"/>
                </a:lnTo>
                <a:lnTo>
                  <a:pt x="4164" y="2745"/>
                </a:lnTo>
                <a:lnTo>
                  <a:pt x="4165" y="2745"/>
                </a:lnTo>
                <a:lnTo>
                  <a:pt x="4167" y="2746"/>
                </a:lnTo>
                <a:lnTo>
                  <a:pt x="4166" y="2747"/>
                </a:lnTo>
                <a:lnTo>
                  <a:pt x="4166" y="2748"/>
                </a:lnTo>
                <a:lnTo>
                  <a:pt x="4166" y="2749"/>
                </a:lnTo>
                <a:lnTo>
                  <a:pt x="4165" y="2749"/>
                </a:lnTo>
                <a:lnTo>
                  <a:pt x="4165" y="2748"/>
                </a:lnTo>
                <a:lnTo>
                  <a:pt x="4164" y="2748"/>
                </a:lnTo>
                <a:lnTo>
                  <a:pt x="4163" y="2748"/>
                </a:lnTo>
                <a:lnTo>
                  <a:pt x="4162" y="2747"/>
                </a:lnTo>
                <a:lnTo>
                  <a:pt x="4161" y="2746"/>
                </a:lnTo>
                <a:lnTo>
                  <a:pt x="4160" y="2746"/>
                </a:lnTo>
                <a:lnTo>
                  <a:pt x="4160" y="2745"/>
                </a:lnTo>
                <a:lnTo>
                  <a:pt x="4160" y="2744"/>
                </a:lnTo>
                <a:lnTo>
                  <a:pt x="4159" y="2744"/>
                </a:lnTo>
                <a:lnTo>
                  <a:pt x="4159" y="2743"/>
                </a:lnTo>
                <a:lnTo>
                  <a:pt x="4158" y="2743"/>
                </a:lnTo>
                <a:lnTo>
                  <a:pt x="4156" y="2743"/>
                </a:lnTo>
                <a:lnTo>
                  <a:pt x="4155" y="2743"/>
                </a:lnTo>
                <a:lnTo>
                  <a:pt x="4155" y="2742"/>
                </a:lnTo>
                <a:lnTo>
                  <a:pt x="4156" y="2742"/>
                </a:lnTo>
                <a:lnTo>
                  <a:pt x="4156" y="2741"/>
                </a:lnTo>
                <a:lnTo>
                  <a:pt x="4156" y="2739"/>
                </a:lnTo>
                <a:lnTo>
                  <a:pt x="4155" y="2739"/>
                </a:lnTo>
                <a:lnTo>
                  <a:pt x="4155" y="2740"/>
                </a:lnTo>
                <a:lnTo>
                  <a:pt x="4154" y="2740"/>
                </a:lnTo>
                <a:lnTo>
                  <a:pt x="4153" y="2740"/>
                </a:lnTo>
                <a:lnTo>
                  <a:pt x="4152" y="2740"/>
                </a:lnTo>
                <a:lnTo>
                  <a:pt x="4152" y="2739"/>
                </a:lnTo>
                <a:lnTo>
                  <a:pt x="4151" y="2739"/>
                </a:lnTo>
                <a:lnTo>
                  <a:pt x="4152" y="2739"/>
                </a:lnTo>
                <a:lnTo>
                  <a:pt x="4152" y="2740"/>
                </a:lnTo>
                <a:lnTo>
                  <a:pt x="4152" y="2741"/>
                </a:lnTo>
                <a:lnTo>
                  <a:pt x="4151" y="2743"/>
                </a:lnTo>
                <a:lnTo>
                  <a:pt x="4150" y="2743"/>
                </a:lnTo>
                <a:lnTo>
                  <a:pt x="4150" y="2742"/>
                </a:lnTo>
                <a:lnTo>
                  <a:pt x="4150" y="2743"/>
                </a:lnTo>
                <a:lnTo>
                  <a:pt x="4150" y="2744"/>
                </a:lnTo>
                <a:lnTo>
                  <a:pt x="4151" y="2744"/>
                </a:lnTo>
                <a:lnTo>
                  <a:pt x="4150" y="2745"/>
                </a:lnTo>
                <a:lnTo>
                  <a:pt x="4151" y="2745"/>
                </a:lnTo>
                <a:lnTo>
                  <a:pt x="4152" y="2745"/>
                </a:lnTo>
                <a:lnTo>
                  <a:pt x="4153" y="2744"/>
                </a:lnTo>
                <a:lnTo>
                  <a:pt x="4154" y="2744"/>
                </a:lnTo>
                <a:lnTo>
                  <a:pt x="4155" y="2744"/>
                </a:lnTo>
                <a:lnTo>
                  <a:pt x="4156" y="2744"/>
                </a:lnTo>
                <a:lnTo>
                  <a:pt x="4157" y="2744"/>
                </a:lnTo>
                <a:lnTo>
                  <a:pt x="4157" y="2745"/>
                </a:lnTo>
                <a:lnTo>
                  <a:pt x="4158" y="2745"/>
                </a:lnTo>
                <a:lnTo>
                  <a:pt x="4158" y="2746"/>
                </a:lnTo>
                <a:lnTo>
                  <a:pt x="4157" y="2746"/>
                </a:lnTo>
                <a:lnTo>
                  <a:pt x="4157" y="2747"/>
                </a:lnTo>
                <a:lnTo>
                  <a:pt x="4156" y="2747"/>
                </a:lnTo>
                <a:lnTo>
                  <a:pt x="4156" y="2746"/>
                </a:lnTo>
                <a:lnTo>
                  <a:pt x="4157" y="2746"/>
                </a:lnTo>
                <a:lnTo>
                  <a:pt x="4156" y="2746"/>
                </a:lnTo>
                <a:lnTo>
                  <a:pt x="4156" y="2747"/>
                </a:lnTo>
                <a:lnTo>
                  <a:pt x="4157" y="2748"/>
                </a:lnTo>
                <a:lnTo>
                  <a:pt x="4156" y="2748"/>
                </a:lnTo>
                <a:lnTo>
                  <a:pt x="4156" y="2747"/>
                </a:lnTo>
                <a:lnTo>
                  <a:pt x="4155" y="2747"/>
                </a:lnTo>
                <a:lnTo>
                  <a:pt x="4154" y="2747"/>
                </a:lnTo>
                <a:lnTo>
                  <a:pt x="4155" y="2747"/>
                </a:lnTo>
                <a:lnTo>
                  <a:pt x="4155" y="2748"/>
                </a:lnTo>
                <a:lnTo>
                  <a:pt x="4156" y="2749"/>
                </a:lnTo>
                <a:lnTo>
                  <a:pt x="4157" y="2749"/>
                </a:lnTo>
                <a:lnTo>
                  <a:pt x="4157" y="2750"/>
                </a:lnTo>
                <a:lnTo>
                  <a:pt x="4157" y="2751"/>
                </a:lnTo>
                <a:lnTo>
                  <a:pt x="4156" y="2751"/>
                </a:lnTo>
                <a:lnTo>
                  <a:pt x="4156" y="2750"/>
                </a:lnTo>
                <a:lnTo>
                  <a:pt x="4155" y="2750"/>
                </a:lnTo>
                <a:lnTo>
                  <a:pt x="4156" y="2750"/>
                </a:lnTo>
                <a:lnTo>
                  <a:pt x="4156" y="2751"/>
                </a:lnTo>
                <a:lnTo>
                  <a:pt x="4155" y="2751"/>
                </a:lnTo>
                <a:lnTo>
                  <a:pt x="4155" y="2750"/>
                </a:lnTo>
                <a:lnTo>
                  <a:pt x="4155" y="2751"/>
                </a:lnTo>
                <a:lnTo>
                  <a:pt x="4155" y="2752"/>
                </a:lnTo>
                <a:lnTo>
                  <a:pt x="4156" y="2752"/>
                </a:lnTo>
                <a:lnTo>
                  <a:pt x="4156" y="2753"/>
                </a:lnTo>
                <a:lnTo>
                  <a:pt x="4156" y="2754"/>
                </a:lnTo>
                <a:lnTo>
                  <a:pt x="4155" y="2754"/>
                </a:lnTo>
                <a:lnTo>
                  <a:pt x="4154" y="2754"/>
                </a:lnTo>
                <a:lnTo>
                  <a:pt x="4153" y="2754"/>
                </a:lnTo>
                <a:lnTo>
                  <a:pt x="4152" y="2754"/>
                </a:lnTo>
                <a:lnTo>
                  <a:pt x="4152" y="2755"/>
                </a:lnTo>
                <a:lnTo>
                  <a:pt x="4151" y="2755"/>
                </a:lnTo>
                <a:lnTo>
                  <a:pt x="4150" y="2756"/>
                </a:lnTo>
                <a:lnTo>
                  <a:pt x="4151" y="2758"/>
                </a:lnTo>
                <a:lnTo>
                  <a:pt x="4152" y="2758"/>
                </a:lnTo>
                <a:lnTo>
                  <a:pt x="4153" y="2758"/>
                </a:lnTo>
                <a:lnTo>
                  <a:pt x="4154" y="2760"/>
                </a:lnTo>
                <a:lnTo>
                  <a:pt x="4154" y="2761"/>
                </a:lnTo>
                <a:lnTo>
                  <a:pt x="4154" y="2762"/>
                </a:lnTo>
                <a:lnTo>
                  <a:pt x="4154" y="2763"/>
                </a:lnTo>
                <a:lnTo>
                  <a:pt x="4154" y="2762"/>
                </a:lnTo>
                <a:lnTo>
                  <a:pt x="4155" y="2762"/>
                </a:lnTo>
                <a:lnTo>
                  <a:pt x="4155" y="2761"/>
                </a:lnTo>
                <a:lnTo>
                  <a:pt x="4155" y="2760"/>
                </a:lnTo>
                <a:lnTo>
                  <a:pt x="4156" y="2760"/>
                </a:lnTo>
                <a:lnTo>
                  <a:pt x="4156" y="2759"/>
                </a:lnTo>
                <a:lnTo>
                  <a:pt x="4157" y="2759"/>
                </a:lnTo>
                <a:lnTo>
                  <a:pt x="4158" y="2759"/>
                </a:lnTo>
                <a:lnTo>
                  <a:pt x="4158" y="2758"/>
                </a:lnTo>
                <a:lnTo>
                  <a:pt x="4159" y="2758"/>
                </a:lnTo>
                <a:lnTo>
                  <a:pt x="4160" y="2758"/>
                </a:lnTo>
                <a:lnTo>
                  <a:pt x="4160" y="2757"/>
                </a:lnTo>
                <a:lnTo>
                  <a:pt x="4161" y="2757"/>
                </a:lnTo>
                <a:lnTo>
                  <a:pt x="4162" y="2758"/>
                </a:lnTo>
                <a:lnTo>
                  <a:pt x="4163" y="2758"/>
                </a:lnTo>
                <a:lnTo>
                  <a:pt x="4164" y="2758"/>
                </a:lnTo>
                <a:lnTo>
                  <a:pt x="4165" y="2758"/>
                </a:lnTo>
                <a:lnTo>
                  <a:pt x="4166" y="2758"/>
                </a:lnTo>
                <a:lnTo>
                  <a:pt x="4167" y="2758"/>
                </a:lnTo>
                <a:lnTo>
                  <a:pt x="4167" y="2759"/>
                </a:lnTo>
                <a:lnTo>
                  <a:pt x="4168" y="2759"/>
                </a:lnTo>
                <a:lnTo>
                  <a:pt x="4168" y="2760"/>
                </a:lnTo>
                <a:lnTo>
                  <a:pt x="4169" y="2760"/>
                </a:lnTo>
                <a:lnTo>
                  <a:pt x="4170" y="2761"/>
                </a:lnTo>
                <a:lnTo>
                  <a:pt x="4171" y="2761"/>
                </a:lnTo>
                <a:lnTo>
                  <a:pt x="4171" y="2762"/>
                </a:lnTo>
                <a:lnTo>
                  <a:pt x="4171" y="2763"/>
                </a:lnTo>
                <a:lnTo>
                  <a:pt x="4172" y="2763"/>
                </a:lnTo>
                <a:lnTo>
                  <a:pt x="4172" y="2764"/>
                </a:lnTo>
                <a:lnTo>
                  <a:pt x="4171" y="2764"/>
                </a:lnTo>
                <a:lnTo>
                  <a:pt x="4171" y="2763"/>
                </a:lnTo>
                <a:lnTo>
                  <a:pt x="4170" y="2763"/>
                </a:lnTo>
                <a:lnTo>
                  <a:pt x="4169" y="2764"/>
                </a:lnTo>
                <a:lnTo>
                  <a:pt x="4169" y="2765"/>
                </a:lnTo>
                <a:lnTo>
                  <a:pt x="4169" y="2764"/>
                </a:lnTo>
                <a:lnTo>
                  <a:pt x="4170" y="2765"/>
                </a:lnTo>
                <a:lnTo>
                  <a:pt x="4171" y="2765"/>
                </a:lnTo>
                <a:lnTo>
                  <a:pt x="4171" y="2766"/>
                </a:lnTo>
                <a:lnTo>
                  <a:pt x="4170" y="2766"/>
                </a:lnTo>
                <a:lnTo>
                  <a:pt x="4170" y="2767"/>
                </a:lnTo>
                <a:lnTo>
                  <a:pt x="4171" y="2767"/>
                </a:lnTo>
                <a:lnTo>
                  <a:pt x="4170" y="2767"/>
                </a:lnTo>
                <a:lnTo>
                  <a:pt x="4170" y="2768"/>
                </a:lnTo>
                <a:lnTo>
                  <a:pt x="4171" y="2767"/>
                </a:lnTo>
                <a:lnTo>
                  <a:pt x="4171" y="2768"/>
                </a:lnTo>
                <a:lnTo>
                  <a:pt x="4172" y="2768"/>
                </a:lnTo>
                <a:lnTo>
                  <a:pt x="4172" y="2769"/>
                </a:lnTo>
                <a:lnTo>
                  <a:pt x="4170" y="2769"/>
                </a:lnTo>
                <a:lnTo>
                  <a:pt x="4170" y="2770"/>
                </a:lnTo>
                <a:lnTo>
                  <a:pt x="4172" y="2770"/>
                </a:lnTo>
                <a:lnTo>
                  <a:pt x="4173" y="2770"/>
                </a:lnTo>
                <a:lnTo>
                  <a:pt x="4172" y="2770"/>
                </a:lnTo>
                <a:lnTo>
                  <a:pt x="4172" y="2771"/>
                </a:lnTo>
                <a:lnTo>
                  <a:pt x="4173" y="2771"/>
                </a:lnTo>
                <a:lnTo>
                  <a:pt x="4172" y="2772"/>
                </a:lnTo>
                <a:lnTo>
                  <a:pt x="4173" y="2772"/>
                </a:lnTo>
                <a:lnTo>
                  <a:pt x="4174" y="2772"/>
                </a:lnTo>
                <a:lnTo>
                  <a:pt x="4174" y="2773"/>
                </a:lnTo>
                <a:lnTo>
                  <a:pt x="4173" y="2773"/>
                </a:lnTo>
                <a:lnTo>
                  <a:pt x="4174" y="2773"/>
                </a:lnTo>
                <a:lnTo>
                  <a:pt x="4174" y="2774"/>
                </a:lnTo>
                <a:lnTo>
                  <a:pt x="4174" y="2775"/>
                </a:lnTo>
                <a:lnTo>
                  <a:pt x="4174" y="2774"/>
                </a:lnTo>
                <a:lnTo>
                  <a:pt x="4175" y="2774"/>
                </a:lnTo>
                <a:lnTo>
                  <a:pt x="4175" y="2775"/>
                </a:lnTo>
                <a:lnTo>
                  <a:pt x="4174" y="2775"/>
                </a:lnTo>
                <a:lnTo>
                  <a:pt x="4173" y="2776"/>
                </a:lnTo>
                <a:lnTo>
                  <a:pt x="4173" y="2775"/>
                </a:lnTo>
                <a:lnTo>
                  <a:pt x="4172" y="2775"/>
                </a:lnTo>
                <a:lnTo>
                  <a:pt x="4172" y="2776"/>
                </a:lnTo>
                <a:lnTo>
                  <a:pt x="4172" y="2777"/>
                </a:lnTo>
                <a:lnTo>
                  <a:pt x="4171" y="2777"/>
                </a:lnTo>
                <a:lnTo>
                  <a:pt x="4171" y="2778"/>
                </a:lnTo>
                <a:lnTo>
                  <a:pt x="4171" y="2777"/>
                </a:lnTo>
                <a:lnTo>
                  <a:pt x="4172" y="2777"/>
                </a:lnTo>
                <a:lnTo>
                  <a:pt x="4172" y="2778"/>
                </a:lnTo>
                <a:lnTo>
                  <a:pt x="4171" y="2778"/>
                </a:lnTo>
                <a:lnTo>
                  <a:pt x="4170" y="2778"/>
                </a:lnTo>
                <a:lnTo>
                  <a:pt x="4169" y="2778"/>
                </a:lnTo>
                <a:lnTo>
                  <a:pt x="4169" y="2779"/>
                </a:lnTo>
                <a:lnTo>
                  <a:pt x="4169" y="2778"/>
                </a:lnTo>
                <a:lnTo>
                  <a:pt x="4169" y="2777"/>
                </a:lnTo>
                <a:lnTo>
                  <a:pt x="4170" y="2777"/>
                </a:lnTo>
                <a:lnTo>
                  <a:pt x="4170" y="2776"/>
                </a:lnTo>
                <a:lnTo>
                  <a:pt x="4168" y="2775"/>
                </a:lnTo>
                <a:lnTo>
                  <a:pt x="4167" y="2774"/>
                </a:lnTo>
                <a:lnTo>
                  <a:pt x="4167" y="2775"/>
                </a:lnTo>
                <a:lnTo>
                  <a:pt x="4165" y="2775"/>
                </a:lnTo>
                <a:lnTo>
                  <a:pt x="4163" y="2774"/>
                </a:lnTo>
                <a:lnTo>
                  <a:pt x="4162" y="2773"/>
                </a:lnTo>
                <a:lnTo>
                  <a:pt x="4161" y="2772"/>
                </a:lnTo>
                <a:lnTo>
                  <a:pt x="4159" y="2771"/>
                </a:lnTo>
                <a:lnTo>
                  <a:pt x="4158" y="2771"/>
                </a:lnTo>
                <a:lnTo>
                  <a:pt x="4157" y="2772"/>
                </a:lnTo>
                <a:lnTo>
                  <a:pt x="4156" y="2772"/>
                </a:lnTo>
                <a:lnTo>
                  <a:pt x="4155" y="2773"/>
                </a:lnTo>
                <a:lnTo>
                  <a:pt x="4156" y="2774"/>
                </a:lnTo>
                <a:lnTo>
                  <a:pt x="4157" y="2775"/>
                </a:lnTo>
                <a:lnTo>
                  <a:pt x="4157" y="2776"/>
                </a:lnTo>
                <a:lnTo>
                  <a:pt x="4158" y="2775"/>
                </a:lnTo>
                <a:lnTo>
                  <a:pt x="4159" y="2775"/>
                </a:lnTo>
                <a:lnTo>
                  <a:pt x="4160" y="2777"/>
                </a:lnTo>
                <a:lnTo>
                  <a:pt x="4160" y="2778"/>
                </a:lnTo>
                <a:lnTo>
                  <a:pt x="4160" y="2779"/>
                </a:lnTo>
                <a:lnTo>
                  <a:pt x="4159" y="2780"/>
                </a:lnTo>
                <a:lnTo>
                  <a:pt x="4159" y="2781"/>
                </a:lnTo>
                <a:lnTo>
                  <a:pt x="4160" y="2781"/>
                </a:lnTo>
                <a:lnTo>
                  <a:pt x="4160" y="2782"/>
                </a:lnTo>
                <a:lnTo>
                  <a:pt x="4160" y="2783"/>
                </a:lnTo>
                <a:lnTo>
                  <a:pt x="4160" y="2784"/>
                </a:lnTo>
                <a:lnTo>
                  <a:pt x="4161" y="2785"/>
                </a:lnTo>
                <a:lnTo>
                  <a:pt x="4162" y="2785"/>
                </a:lnTo>
                <a:lnTo>
                  <a:pt x="4163" y="2785"/>
                </a:lnTo>
                <a:lnTo>
                  <a:pt x="4164" y="2784"/>
                </a:lnTo>
                <a:lnTo>
                  <a:pt x="4165" y="2784"/>
                </a:lnTo>
                <a:lnTo>
                  <a:pt x="4166" y="2784"/>
                </a:lnTo>
                <a:lnTo>
                  <a:pt x="4166" y="2783"/>
                </a:lnTo>
                <a:lnTo>
                  <a:pt x="4167" y="2783"/>
                </a:lnTo>
                <a:lnTo>
                  <a:pt x="4167" y="2784"/>
                </a:lnTo>
                <a:lnTo>
                  <a:pt x="4166" y="2784"/>
                </a:lnTo>
                <a:lnTo>
                  <a:pt x="4166" y="2785"/>
                </a:lnTo>
                <a:lnTo>
                  <a:pt x="4167" y="2784"/>
                </a:lnTo>
                <a:lnTo>
                  <a:pt x="4168" y="2783"/>
                </a:lnTo>
                <a:lnTo>
                  <a:pt x="4169" y="2782"/>
                </a:lnTo>
                <a:lnTo>
                  <a:pt x="4170" y="2782"/>
                </a:lnTo>
                <a:lnTo>
                  <a:pt x="4170" y="2781"/>
                </a:lnTo>
                <a:lnTo>
                  <a:pt x="4171" y="2781"/>
                </a:lnTo>
                <a:lnTo>
                  <a:pt x="4171" y="2780"/>
                </a:lnTo>
                <a:lnTo>
                  <a:pt x="4172" y="2780"/>
                </a:lnTo>
                <a:lnTo>
                  <a:pt x="4172" y="2779"/>
                </a:lnTo>
                <a:lnTo>
                  <a:pt x="4173" y="2779"/>
                </a:lnTo>
                <a:lnTo>
                  <a:pt x="4174" y="2778"/>
                </a:lnTo>
                <a:lnTo>
                  <a:pt x="4174" y="2777"/>
                </a:lnTo>
                <a:lnTo>
                  <a:pt x="4175" y="2777"/>
                </a:lnTo>
                <a:lnTo>
                  <a:pt x="4175" y="2778"/>
                </a:lnTo>
                <a:lnTo>
                  <a:pt x="4176" y="2778"/>
                </a:lnTo>
                <a:lnTo>
                  <a:pt x="4176" y="2779"/>
                </a:lnTo>
                <a:lnTo>
                  <a:pt x="4177" y="2779"/>
                </a:lnTo>
                <a:lnTo>
                  <a:pt x="4177" y="2780"/>
                </a:lnTo>
                <a:lnTo>
                  <a:pt x="4176" y="2781"/>
                </a:lnTo>
                <a:lnTo>
                  <a:pt x="4177" y="2781"/>
                </a:lnTo>
                <a:lnTo>
                  <a:pt x="4178" y="2781"/>
                </a:lnTo>
                <a:lnTo>
                  <a:pt x="4178" y="2782"/>
                </a:lnTo>
                <a:lnTo>
                  <a:pt x="4179" y="2782"/>
                </a:lnTo>
                <a:lnTo>
                  <a:pt x="4179" y="2783"/>
                </a:lnTo>
                <a:lnTo>
                  <a:pt x="4178" y="2783"/>
                </a:lnTo>
                <a:lnTo>
                  <a:pt x="4177" y="2784"/>
                </a:lnTo>
                <a:lnTo>
                  <a:pt x="4177" y="2785"/>
                </a:lnTo>
                <a:lnTo>
                  <a:pt x="4178" y="2785"/>
                </a:lnTo>
                <a:lnTo>
                  <a:pt x="4179" y="2785"/>
                </a:lnTo>
                <a:lnTo>
                  <a:pt x="4180" y="2784"/>
                </a:lnTo>
                <a:lnTo>
                  <a:pt x="4181" y="2784"/>
                </a:lnTo>
                <a:lnTo>
                  <a:pt x="4181" y="2785"/>
                </a:lnTo>
                <a:lnTo>
                  <a:pt x="4182" y="2785"/>
                </a:lnTo>
                <a:lnTo>
                  <a:pt x="4182" y="2784"/>
                </a:lnTo>
                <a:lnTo>
                  <a:pt x="4183" y="2784"/>
                </a:lnTo>
                <a:lnTo>
                  <a:pt x="4184" y="2784"/>
                </a:lnTo>
                <a:lnTo>
                  <a:pt x="4184" y="2783"/>
                </a:lnTo>
                <a:lnTo>
                  <a:pt x="4185" y="2783"/>
                </a:lnTo>
                <a:lnTo>
                  <a:pt x="4186" y="2782"/>
                </a:lnTo>
                <a:lnTo>
                  <a:pt x="4186" y="2783"/>
                </a:lnTo>
                <a:lnTo>
                  <a:pt x="4185" y="2783"/>
                </a:lnTo>
                <a:lnTo>
                  <a:pt x="4185" y="2784"/>
                </a:lnTo>
                <a:lnTo>
                  <a:pt x="4184" y="2785"/>
                </a:lnTo>
                <a:lnTo>
                  <a:pt x="4183" y="2786"/>
                </a:lnTo>
                <a:lnTo>
                  <a:pt x="4182" y="2786"/>
                </a:lnTo>
                <a:lnTo>
                  <a:pt x="4182" y="2787"/>
                </a:lnTo>
                <a:lnTo>
                  <a:pt x="4181" y="2787"/>
                </a:lnTo>
                <a:lnTo>
                  <a:pt x="4182" y="2788"/>
                </a:lnTo>
                <a:lnTo>
                  <a:pt x="4181" y="2788"/>
                </a:lnTo>
                <a:lnTo>
                  <a:pt x="4180" y="2788"/>
                </a:lnTo>
                <a:lnTo>
                  <a:pt x="4180" y="2787"/>
                </a:lnTo>
                <a:lnTo>
                  <a:pt x="4179" y="2787"/>
                </a:lnTo>
                <a:lnTo>
                  <a:pt x="4179" y="2788"/>
                </a:lnTo>
                <a:lnTo>
                  <a:pt x="4178" y="2789"/>
                </a:lnTo>
                <a:lnTo>
                  <a:pt x="4178" y="2788"/>
                </a:lnTo>
                <a:lnTo>
                  <a:pt x="4178" y="2787"/>
                </a:lnTo>
                <a:lnTo>
                  <a:pt x="4177" y="2787"/>
                </a:lnTo>
                <a:lnTo>
                  <a:pt x="4176" y="2786"/>
                </a:lnTo>
                <a:lnTo>
                  <a:pt x="4176" y="2787"/>
                </a:lnTo>
                <a:lnTo>
                  <a:pt x="4175" y="2787"/>
                </a:lnTo>
                <a:lnTo>
                  <a:pt x="4173" y="2787"/>
                </a:lnTo>
                <a:lnTo>
                  <a:pt x="4171" y="2789"/>
                </a:lnTo>
                <a:lnTo>
                  <a:pt x="4171" y="2790"/>
                </a:lnTo>
                <a:lnTo>
                  <a:pt x="4172" y="2790"/>
                </a:lnTo>
                <a:lnTo>
                  <a:pt x="4173" y="2790"/>
                </a:lnTo>
                <a:lnTo>
                  <a:pt x="4173" y="2791"/>
                </a:lnTo>
                <a:lnTo>
                  <a:pt x="4172" y="2792"/>
                </a:lnTo>
                <a:lnTo>
                  <a:pt x="4171" y="2792"/>
                </a:lnTo>
                <a:lnTo>
                  <a:pt x="4171" y="2791"/>
                </a:lnTo>
                <a:lnTo>
                  <a:pt x="4171" y="2790"/>
                </a:lnTo>
                <a:lnTo>
                  <a:pt x="4169" y="2790"/>
                </a:lnTo>
                <a:lnTo>
                  <a:pt x="4168" y="2790"/>
                </a:lnTo>
                <a:lnTo>
                  <a:pt x="4168" y="2791"/>
                </a:lnTo>
                <a:lnTo>
                  <a:pt x="4169" y="2791"/>
                </a:lnTo>
                <a:lnTo>
                  <a:pt x="4168" y="2791"/>
                </a:lnTo>
                <a:lnTo>
                  <a:pt x="4167" y="2791"/>
                </a:lnTo>
                <a:lnTo>
                  <a:pt x="4168" y="2791"/>
                </a:lnTo>
                <a:lnTo>
                  <a:pt x="4167" y="2791"/>
                </a:lnTo>
                <a:lnTo>
                  <a:pt x="4166" y="2792"/>
                </a:lnTo>
                <a:lnTo>
                  <a:pt x="4165" y="2792"/>
                </a:lnTo>
                <a:lnTo>
                  <a:pt x="4164" y="2792"/>
                </a:lnTo>
                <a:lnTo>
                  <a:pt x="4163" y="2792"/>
                </a:lnTo>
                <a:lnTo>
                  <a:pt x="4162" y="2792"/>
                </a:lnTo>
                <a:lnTo>
                  <a:pt x="4161" y="2793"/>
                </a:lnTo>
                <a:lnTo>
                  <a:pt x="4159" y="2793"/>
                </a:lnTo>
                <a:lnTo>
                  <a:pt x="4158" y="2793"/>
                </a:lnTo>
                <a:lnTo>
                  <a:pt x="4157" y="2793"/>
                </a:lnTo>
                <a:lnTo>
                  <a:pt x="4157" y="2794"/>
                </a:lnTo>
                <a:lnTo>
                  <a:pt x="4157" y="2795"/>
                </a:lnTo>
                <a:lnTo>
                  <a:pt x="4157" y="2794"/>
                </a:lnTo>
                <a:lnTo>
                  <a:pt x="4158" y="2794"/>
                </a:lnTo>
                <a:lnTo>
                  <a:pt x="4159" y="2794"/>
                </a:lnTo>
                <a:lnTo>
                  <a:pt x="4159" y="2795"/>
                </a:lnTo>
                <a:lnTo>
                  <a:pt x="4160" y="2795"/>
                </a:lnTo>
                <a:lnTo>
                  <a:pt x="4160" y="2796"/>
                </a:lnTo>
                <a:lnTo>
                  <a:pt x="4161" y="2796"/>
                </a:lnTo>
                <a:lnTo>
                  <a:pt x="4161" y="2797"/>
                </a:lnTo>
                <a:lnTo>
                  <a:pt x="4160" y="2797"/>
                </a:lnTo>
                <a:lnTo>
                  <a:pt x="4159" y="2798"/>
                </a:lnTo>
                <a:lnTo>
                  <a:pt x="4159" y="2799"/>
                </a:lnTo>
                <a:lnTo>
                  <a:pt x="4160" y="2799"/>
                </a:lnTo>
                <a:lnTo>
                  <a:pt x="4159" y="2799"/>
                </a:lnTo>
                <a:lnTo>
                  <a:pt x="4159" y="2800"/>
                </a:lnTo>
                <a:lnTo>
                  <a:pt x="4158" y="2800"/>
                </a:lnTo>
                <a:lnTo>
                  <a:pt x="4157" y="2800"/>
                </a:lnTo>
                <a:lnTo>
                  <a:pt x="4156" y="2801"/>
                </a:lnTo>
                <a:lnTo>
                  <a:pt x="4156" y="2802"/>
                </a:lnTo>
                <a:lnTo>
                  <a:pt x="4155" y="2802"/>
                </a:lnTo>
                <a:lnTo>
                  <a:pt x="4154" y="2802"/>
                </a:lnTo>
                <a:lnTo>
                  <a:pt x="4154" y="2803"/>
                </a:lnTo>
                <a:lnTo>
                  <a:pt x="4154" y="2805"/>
                </a:lnTo>
                <a:lnTo>
                  <a:pt x="4155" y="2806"/>
                </a:lnTo>
                <a:lnTo>
                  <a:pt x="4153" y="2807"/>
                </a:lnTo>
                <a:lnTo>
                  <a:pt x="4152" y="2807"/>
                </a:lnTo>
                <a:lnTo>
                  <a:pt x="4151" y="2807"/>
                </a:lnTo>
                <a:lnTo>
                  <a:pt x="4150" y="2807"/>
                </a:lnTo>
                <a:lnTo>
                  <a:pt x="4150" y="2808"/>
                </a:lnTo>
                <a:lnTo>
                  <a:pt x="4149" y="2809"/>
                </a:lnTo>
                <a:lnTo>
                  <a:pt x="4147" y="2812"/>
                </a:lnTo>
                <a:lnTo>
                  <a:pt x="4146" y="2813"/>
                </a:lnTo>
                <a:lnTo>
                  <a:pt x="4146" y="2814"/>
                </a:lnTo>
                <a:lnTo>
                  <a:pt x="4146" y="2815"/>
                </a:lnTo>
                <a:lnTo>
                  <a:pt x="4146" y="2817"/>
                </a:lnTo>
                <a:lnTo>
                  <a:pt x="4145" y="2818"/>
                </a:lnTo>
                <a:lnTo>
                  <a:pt x="4144" y="2819"/>
                </a:lnTo>
                <a:lnTo>
                  <a:pt x="4145" y="2819"/>
                </a:lnTo>
                <a:lnTo>
                  <a:pt x="4145" y="2818"/>
                </a:lnTo>
                <a:lnTo>
                  <a:pt x="4146" y="2818"/>
                </a:lnTo>
                <a:lnTo>
                  <a:pt x="4146" y="2817"/>
                </a:lnTo>
                <a:lnTo>
                  <a:pt x="4146" y="2816"/>
                </a:lnTo>
                <a:lnTo>
                  <a:pt x="4146" y="2815"/>
                </a:lnTo>
                <a:lnTo>
                  <a:pt x="4147" y="2814"/>
                </a:lnTo>
                <a:lnTo>
                  <a:pt x="4148" y="2814"/>
                </a:lnTo>
                <a:lnTo>
                  <a:pt x="4148" y="2813"/>
                </a:lnTo>
                <a:lnTo>
                  <a:pt x="4149" y="2813"/>
                </a:lnTo>
                <a:lnTo>
                  <a:pt x="4150" y="2814"/>
                </a:lnTo>
                <a:lnTo>
                  <a:pt x="4150" y="2815"/>
                </a:lnTo>
                <a:lnTo>
                  <a:pt x="4152" y="2816"/>
                </a:lnTo>
                <a:lnTo>
                  <a:pt x="4153" y="2816"/>
                </a:lnTo>
                <a:lnTo>
                  <a:pt x="4154" y="2816"/>
                </a:lnTo>
                <a:lnTo>
                  <a:pt x="4155" y="2816"/>
                </a:lnTo>
                <a:lnTo>
                  <a:pt x="4155" y="2817"/>
                </a:lnTo>
                <a:lnTo>
                  <a:pt x="4156" y="2818"/>
                </a:lnTo>
                <a:lnTo>
                  <a:pt x="4157" y="2818"/>
                </a:lnTo>
                <a:lnTo>
                  <a:pt x="4160" y="2819"/>
                </a:lnTo>
                <a:lnTo>
                  <a:pt x="4161" y="2819"/>
                </a:lnTo>
                <a:lnTo>
                  <a:pt x="4161" y="2818"/>
                </a:lnTo>
                <a:lnTo>
                  <a:pt x="4162" y="2818"/>
                </a:lnTo>
                <a:lnTo>
                  <a:pt x="4163" y="2818"/>
                </a:lnTo>
                <a:lnTo>
                  <a:pt x="4164" y="2818"/>
                </a:lnTo>
                <a:lnTo>
                  <a:pt x="4164" y="2819"/>
                </a:lnTo>
                <a:lnTo>
                  <a:pt x="4165" y="2819"/>
                </a:lnTo>
                <a:lnTo>
                  <a:pt x="4165" y="2820"/>
                </a:lnTo>
                <a:lnTo>
                  <a:pt x="4164" y="2820"/>
                </a:lnTo>
                <a:lnTo>
                  <a:pt x="4164" y="2823"/>
                </a:lnTo>
                <a:lnTo>
                  <a:pt x="4164" y="2824"/>
                </a:lnTo>
                <a:lnTo>
                  <a:pt x="4163" y="2825"/>
                </a:lnTo>
                <a:lnTo>
                  <a:pt x="4162" y="2825"/>
                </a:lnTo>
                <a:lnTo>
                  <a:pt x="4162" y="2826"/>
                </a:lnTo>
                <a:lnTo>
                  <a:pt x="4162" y="2827"/>
                </a:lnTo>
                <a:lnTo>
                  <a:pt x="4162" y="2829"/>
                </a:lnTo>
                <a:lnTo>
                  <a:pt x="4161" y="2830"/>
                </a:lnTo>
                <a:lnTo>
                  <a:pt x="4160" y="2830"/>
                </a:lnTo>
                <a:lnTo>
                  <a:pt x="4159" y="2830"/>
                </a:lnTo>
                <a:lnTo>
                  <a:pt x="4158" y="2830"/>
                </a:lnTo>
                <a:lnTo>
                  <a:pt x="4157" y="2831"/>
                </a:lnTo>
                <a:lnTo>
                  <a:pt x="4156" y="2832"/>
                </a:lnTo>
                <a:lnTo>
                  <a:pt x="4156" y="2833"/>
                </a:lnTo>
                <a:lnTo>
                  <a:pt x="4155" y="2835"/>
                </a:lnTo>
                <a:lnTo>
                  <a:pt x="4155" y="2836"/>
                </a:lnTo>
                <a:lnTo>
                  <a:pt x="4156" y="2836"/>
                </a:lnTo>
                <a:lnTo>
                  <a:pt x="4156" y="2837"/>
                </a:lnTo>
                <a:lnTo>
                  <a:pt x="4155" y="2839"/>
                </a:lnTo>
                <a:lnTo>
                  <a:pt x="4155" y="2840"/>
                </a:lnTo>
                <a:lnTo>
                  <a:pt x="4155" y="2841"/>
                </a:lnTo>
                <a:lnTo>
                  <a:pt x="4156" y="2842"/>
                </a:lnTo>
                <a:lnTo>
                  <a:pt x="4156" y="2843"/>
                </a:lnTo>
                <a:lnTo>
                  <a:pt x="4155" y="2843"/>
                </a:lnTo>
                <a:lnTo>
                  <a:pt x="4155" y="2844"/>
                </a:lnTo>
                <a:lnTo>
                  <a:pt x="4156" y="2844"/>
                </a:lnTo>
                <a:lnTo>
                  <a:pt x="4156" y="2845"/>
                </a:lnTo>
                <a:lnTo>
                  <a:pt x="4157" y="2845"/>
                </a:lnTo>
                <a:lnTo>
                  <a:pt x="4157" y="2846"/>
                </a:lnTo>
                <a:lnTo>
                  <a:pt x="4156" y="2846"/>
                </a:lnTo>
                <a:lnTo>
                  <a:pt x="4156" y="2847"/>
                </a:lnTo>
                <a:lnTo>
                  <a:pt x="4155" y="2848"/>
                </a:lnTo>
                <a:lnTo>
                  <a:pt x="4155" y="2849"/>
                </a:lnTo>
                <a:lnTo>
                  <a:pt x="4154" y="2849"/>
                </a:lnTo>
                <a:lnTo>
                  <a:pt x="4154" y="2850"/>
                </a:lnTo>
                <a:lnTo>
                  <a:pt x="4154" y="2851"/>
                </a:lnTo>
                <a:lnTo>
                  <a:pt x="4154" y="2852"/>
                </a:lnTo>
                <a:lnTo>
                  <a:pt x="4153" y="2852"/>
                </a:lnTo>
                <a:lnTo>
                  <a:pt x="4153" y="2853"/>
                </a:lnTo>
                <a:lnTo>
                  <a:pt x="4152" y="2853"/>
                </a:lnTo>
                <a:lnTo>
                  <a:pt x="4150" y="2852"/>
                </a:lnTo>
                <a:lnTo>
                  <a:pt x="4147" y="2852"/>
                </a:lnTo>
                <a:lnTo>
                  <a:pt x="4147" y="2853"/>
                </a:lnTo>
                <a:lnTo>
                  <a:pt x="4146" y="2853"/>
                </a:lnTo>
                <a:lnTo>
                  <a:pt x="4145" y="2853"/>
                </a:lnTo>
                <a:lnTo>
                  <a:pt x="4144" y="2853"/>
                </a:lnTo>
                <a:lnTo>
                  <a:pt x="4143" y="2853"/>
                </a:lnTo>
                <a:lnTo>
                  <a:pt x="4144" y="2854"/>
                </a:lnTo>
                <a:lnTo>
                  <a:pt x="4143" y="2854"/>
                </a:lnTo>
                <a:lnTo>
                  <a:pt x="4142" y="2854"/>
                </a:lnTo>
                <a:lnTo>
                  <a:pt x="4142" y="2855"/>
                </a:lnTo>
                <a:lnTo>
                  <a:pt x="4142" y="2856"/>
                </a:lnTo>
                <a:lnTo>
                  <a:pt x="4142" y="2857"/>
                </a:lnTo>
                <a:lnTo>
                  <a:pt x="4142" y="2856"/>
                </a:lnTo>
                <a:lnTo>
                  <a:pt x="4143" y="2857"/>
                </a:lnTo>
                <a:lnTo>
                  <a:pt x="4142" y="2858"/>
                </a:lnTo>
                <a:lnTo>
                  <a:pt x="4142" y="2857"/>
                </a:lnTo>
                <a:lnTo>
                  <a:pt x="4142" y="2858"/>
                </a:lnTo>
                <a:lnTo>
                  <a:pt x="4143" y="2859"/>
                </a:lnTo>
                <a:lnTo>
                  <a:pt x="4144" y="2858"/>
                </a:lnTo>
                <a:lnTo>
                  <a:pt x="4144" y="2859"/>
                </a:lnTo>
                <a:lnTo>
                  <a:pt x="4145" y="2859"/>
                </a:lnTo>
                <a:lnTo>
                  <a:pt x="4146" y="2859"/>
                </a:lnTo>
                <a:lnTo>
                  <a:pt x="4148" y="2859"/>
                </a:lnTo>
                <a:lnTo>
                  <a:pt x="4148" y="2858"/>
                </a:lnTo>
                <a:lnTo>
                  <a:pt x="4148" y="2859"/>
                </a:lnTo>
                <a:lnTo>
                  <a:pt x="4149" y="2860"/>
                </a:lnTo>
                <a:lnTo>
                  <a:pt x="4148" y="2861"/>
                </a:lnTo>
                <a:lnTo>
                  <a:pt x="4148" y="2862"/>
                </a:lnTo>
                <a:lnTo>
                  <a:pt x="4148" y="2863"/>
                </a:lnTo>
                <a:lnTo>
                  <a:pt x="4149" y="2863"/>
                </a:lnTo>
                <a:lnTo>
                  <a:pt x="4151" y="2863"/>
                </a:lnTo>
                <a:lnTo>
                  <a:pt x="4151" y="2864"/>
                </a:lnTo>
                <a:lnTo>
                  <a:pt x="4152" y="2864"/>
                </a:lnTo>
                <a:lnTo>
                  <a:pt x="4153" y="2863"/>
                </a:lnTo>
                <a:lnTo>
                  <a:pt x="4153" y="2862"/>
                </a:lnTo>
                <a:lnTo>
                  <a:pt x="4153" y="2863"/>
                </a:lnTo>
                <a:lnTo>
                  <a:pt x="4153" y="2864"/>
                </a:lnTo>
                <a:lnTo>
                  <a:pt x="4154" y="2865"/>
                </a:lnTo>
                <a:lnTo>
                  <a:pt x="4154" y="2864"/>
                </a:lnTo>
                <a:lnTo>
                  <a:pt x="4155" y="2865"/>
                </a:lnTo>
                <a:lnTo>
                  <a:pt x="4155" y="2866"/>
                </a:lnTo>
                <a:lnTo>
                  <a:pt x="4155" y="2867"/>
                </a:lnTo>
                <a:lnTo>
                  <a:pt x="4155" y="2868"/>
                </a:lnTo>
                <a:lnTo>
                  <a:pt x="4154" y="2869"/>
                </a:lnTo>
                <a:lnTo>
                  <a:pt x="4154" y="2870"/>
                </a:lnTo>
                <a:lnTo>
                  <a:pt x="4154" y="2871"/>
                </a:lnTo>
                <a:lnTo>
                  <a:pt x="4155" y="2871"/>
                </a:lnTo>
                <a:lnTo>
                  <a:pt x="4154" y="2871"/>
                </a:lnTo>
                <a:lnTo>
                  <a:pt x="4154" y="2872"/>
                </a:lnTo>
                <a:lnTo>
                  <a:pt x="4155" y="2872"/>
                </a:lnTo>
                <a:lnTo>
                  <a:pt x="4155" y="2873"/>
                </a:lnTo>
                <a:lnTo>
                  <a:pt x="4156" y="2872"/>
                </a:lnTo>
                <a:lnTo>
                  <a:pt x="4156" y="2873"/>
                </a:lnTo>
                <a:lnTo>
                  <a:pt x="4155" y="2873"/>
                </a:lnTo>
                <a:lnTo>
                  <a:pt x="4154" y="2873"/>
                </a:lnTo>
                <a:lnTo>
                  <a:pt x="4155" y="2875"/>
                </a:lnTo>
                <a:lnTo>
                  <a:pt x="4156" y="2875"/>
                </a:lnTo>
                <a:lnTo>
                  <a:pt x="4157" y="2875"/>
                </a:lnTo>
                <a:lnTo>
                  <a:pt x="4157" y="2876"/>
                </a:lnTo>
                <a:lnTo>
                  <a:pt x="4158" y="2875"/>
                </a:lnTo>
                <a:lnTo>
                  <a:pt x="4158" y="2874"/>
                </a:lnTo>
                <a:lnTo>
                  <a:pt x="4158" y="2875"/>
                </a:lnTo>
                <a:lnTo>
                  <a:pt x="4158" y="2876"/>
                </a:lnTo>
                <a:lnTo>
                  <a:pt x="4157" y="2877"/>
                </a:lnTo>
                <a:lnTo>
                  <a:pt x="4156" y="2877"/>
                </a:lnTo>
                <a:lnTo>
                  <a:pt x="4155" y="2878"/>
                </a:lnTo>
                <a:lnTo>
                  <a:pt x="4155" y="2879"/>
                </a:lnTo>
                <a:lnTo>
                  <a:pt x="4156" y="2878"/>
                </a:lnTo>
                <a:lnTo>
                  <a:pt x="4157" y="2879"/>
                </a:lnTo>
                <a:lnTo>
                  <a:pt x="4158" y="2879"/>
                </a:lnTo>
                <a:lnTo>
                  <a:pt x="4159" y="2879"/>
                </a:lnTo>
                <a:lnTo>
                  <a:pt x="4159" y="2880"/>
                </a:lnTo>
                <a:lnTo>
                  <a:pt x="4159" y="2881"/>
                </a:lnTo>
                <a:lnTo>
                  <a:pt x="4159" y="2882"/>
                </a:lnTo>
                <a:lnTo>
                  <a:pt x="4159" y="2883"/>
                </a:lnTo>
                <a:lnTo>
                  <a:pt x="4159" y="2884"/>
                </a:lnTo>
                <a:lnTo>
                  <a:pt x="4160" y="2884"/>
                </a:lnTo>
                <a:lnTo>
                  <a:pt x="4159" y="2884"/>
                </a:lnTo>
                <a:lnTo>
                  <a:pt x="4160" y="2884"/>
                </a:lnTo>
                <a:lnTo>
                  <a:pt x="4160" y="2885"/>
                </a:lnTo>
                <a:lnTo>
                  <a:pt x="4159" y="2885"/>
                </a:lnTo>
                <a:lnTo>
                  <a:pt x="4158" y="2885"/>
                </a:lnTo>
                <a:lnTo>
                  <a:pt x="4156" y="2886"/>
                </a:lnTo>
                <a:lnTo>
                  <a:pt x="4157" y="2886"/>
                </a:lnTo>
                <a:lnTo>
                  <a:pt x="4158" y="2886"/>
                </a:lnTo>
                <a:lnTo>
                  <a:pt x="4159" y="2886"/>
                </a:lnTo>
                <a:lnTo>
                  <a:pt x="4159" y="2887"/>
                </a:lnTo>
                <a:lnTo>
                  <a:pt x="4158" y="2887"/>
                </a:lnTo>
                <a:lnTo>
                  <a:pt x="4157" y="2888"/>
                </a:lnTo>
                <a:lnTo>
                  <a:pt x="4156" y="2888"/>
                </a:lnTo>
                <a:lnTo>
                  <a:pt x="4155" y="2887"/>
                </a:lnTo>
                <a:lnTo>
                  <a:pt x="4154" y="2888"/>
                </a:lnTo>
                <a:lnTo>
                  <a:pt x="4153" y="2888"/>
                </a:lnTo>
                <a:lnTo>
                  <a:pt x="4153" y="2887"/>
                </a:lnTo>
                <a:lnTo>
                  <a:pt x="4154" y="2887"/>
                </a:lnTo>
                <a:lnTo>
                  <a:pt x="4154" y="2886"/>
                </a:lnTo>
                <a:lnTo>
                  <a:pt x="4153" y="2885"/>
                </a:lnTo>
                <a:lnTo>
                  <a:pt x="4152" y="2884"/>
                </a:lnTo>
                <a:lnTo>
                  <a:pt x="4153" y="2884"/>
                </a:lnTo>
                <a:lnTo>
                  <a:pt x="4153" y="2883"/>
                </a:lnTo>
                <a:lnTo>
                  <a:pt x="4154" y="2883"/>
                </a:lnTo>
                <a:lnTo>
                  <a:pt x="4153" y="2883"/>
                </a:lnTo>
                <a:lnTo>
                  <a:pt x="4153" y="2882"/>
                </a:lnTo>
                <a:lnTo>
                  <a:pt x="4153" y="2881"/>
                </a:lnTo>
                <a:lnTo>
                  <a:pt x="4153" y="2880"/>
                </a:lnTo>
                <a:lnTo>
                  <a:pt x="4152" y="2880"/>
                </a:lnTo>
                <a:lnTo>
                  <a:pt x="4153" y="2879"/>
                </a:lnTo>
                <a:lnTo>
                  <a:pt x="4153" y="2878"/>
                </a:lnTo>
                <a:lnTo>
                  <a:pt x="4153" y="2877"/>
                </a:lnTo>
                <a:lnTo>
                  <a:pt x="4152" y="2876"/>
                </a:lnTo>
                <a:lnTo>
                  <a:pt x="4151" y="2876"/>
                </a:lnTo>
                <a:lnTo>
                  <a:pt x="4150" y="2876"/>
                </a:lnTo>
                <a:lnTo>
                  <a:pt x="4150" y="2878"/>
                </a:lnTo>
                <a:lnTo>
                  <a:pt x="4149" y="2877"/>
                </a:lnTo>
                <a:lnTo>
                  <a:pt x="4148" y="2878"/>
                </a:lnTo>
                <a:lnTo>
                  <a:pt x="4149" y="2878"/>
                </a:lnTo>
                <a:lnTo>
                  <a:pt x="4148" y="2878"/>
                </a:lnTo>
                <a:lnTo>
                  <a:pt x="4148" y="2879"/>
                </a:lnTo>
                <a:lnTo>
                  <a:pt x="4149" y="2879"/>
                </a:lnTo>
                <a:lnTo>
                  <a:pt x="4149" y="2880"/>
                </a:lnTo>
                <a:lnTo>
                  <a:pt x="4150" y="2880"/>
                </a:lnTo>
                <a:lnTo>
                  <a:pt x="4150" y="2879"/>
                </a:lnTo>
                <a:lnTo>
                  <a:pt x="4151" y="2880"/>
                </a:lnTo>
                <a:lnTo>
                  <a:pt x="4150" y="2880"/>
                </a:lnTo>
                <a:lnTo>
                  <a:pt x="4150" y="2881"/>
                </a:lnTo>
                <a:lnTo>
                  <a:pt x="4151" y="2881"/>
                </a:lnTo>
                <a:lnTo>
                  <a:pt x="4151" y="2880"/>
                </a:lnTo>
                <a:lnTo>
                  <a:pt x="4152" y="2881"/>
                </a:lnTo>
                <a:lnTo>
                  <a:pt x="4151" y="2882"/>
                </a:lnTo>
                <a:lnTo>
                  <a:pt x="4151" y="2883"/>
                </a:lnTo>
                <a:lnTo>
                  <a:pt x="4150" y="2883"/>
                </a:lnTo>
                <a:lnTo>
                  <a:pt x="4149" y="2884"/>
                </a:lnTo>
                <a:lnTo>
                  <a:pt x="4149" y="2885"/>
                </a:lnTo>
                <a:lnTo>
                  <a:pt x="4148" y="2886"/>
                </a:lnTo>
                <a:lnTo>
                  <a:pt x="4148" y="2885"/>
                </a:lnTo>
                <a:lnTo>
                  <a:pt x="4148" y="2884"/>
                </a:lnTo>
                <a:lnTo>
                  <a:pt x="4147" y="2884"/>
                </a:lnTo>
                <a:lnTo>
                  <a:pt x="4146" y="2884"/>
                </a:lnTo>
                <a:lnTo>
                  <a:pt x="4145" y="2885"/>
                </a:lnTo>
                <a:lnTo>
                  <a:pt x="4144" y="2885"/>
                </a:lnTo>
                <a:lnTo>
                  <a:pt x="4145" y="2885"/>
                </a:lnTo>
                <a:lnTo>
                  <a:pt x="4145" y="2886"/>
                </a:lnTo>
                <a:lnTo>
                  <a:pt x="4144" y="2886"/>
                </a:lnTo>
                <a:lnTo>
                  <a:pt x="4144" y="2885"/>
                </a:lnTo>
                <a:lnTo>
                  <a:pt x="4144" y="2884"/>
                </a:lnTo>
                <a:lnTo>
                  <a:pt x="4145" y="2884"/>
                </a:lnTo>
                <a:lnTo>
                  <a:pt x="4146" y="2883"/>
                </a:lnTo>
                <a:lnTo>
                  <a:pt x="4146" y="2882"/>
                </a:lnTo>
                <a:lnTo>
                  <a:pt x="4146" y="2881"/>
                </a:lnTo>
                <a:lnTo>
                  <a:pt x="4145" y="2880"/>
                </a:lnTo>
                <a:lnTo>
                  <a:pt x="4144" y="2879"/>
                </a:lnTo>
                <a:lnTo>
                  <a:pt x="4144" y="2878"/>
                </a:lnTo>
                <a:lnTo>
                  <a:pt x="4145" y="2876"/>
                </a:lnTo>
                <a:lnTo>
                  <a:pt x="4145" y="2875"/>
                </a:lnTo>
                <a:lnTo>
                  <a:pt x="4145" y="2876"/>
                </a:lnTo>
                <a:lnTo>
                  <a:pt x="4145" y="2875"/>
                </a:lnTo>
                <a:lnTo>
                  <a:pt x="4144" y="2876"/>
                </a:lnTo>
                <a:lnTo>
                  <a:pt x="4143" y="2876"/>
                </a:lnTo>
                <a:lnTo>
                  <a:pt x="4142" y="2876"/>
                </a:lnTo>
                <a:lnTo>
                  <a:pt x="4141" y="2876"/>
                </a:lnTo>
                <a:lnTo>
                  <a:pt x="4141" y="2877"/>
                </a:lnTo>
                <a:lnTo>
                  <a:pt x="4141" y="2878"/>
                </a:lnTo>
                <a:lnTo>
                  <a:pt x="4140" y="2879"/>
                </a:lnTo>
                <a:lnTo>
                  <a:pt x="4139" y="2879"/>
                </a:lnTo>
                <a:lnTo>
                  <a:pt x="4139" y="2878"/>
                </a:lnTo>
                <a:lnTo>
                  <a:pt x="4140" y="2878"/>
                </a:lnTo>
                <a:lnTo>
                  <a:pt x="4140" y="2877"/>
                </a:lnTo>
                <a:lnTo>
                  <a:pt x="4140" y="2876"/>
                </a:lnTo>
                <a:lnTo>
                  <a:pt x="4140" y="2875"/>
                </a:lnTo>
                <a:lnTo>
                  <a:pt x="4140" y="2874"/>
                </a:lnTo>
                <a:lnTo>
                  <a:pt x="4141" y="2874"/>
                </a:lnTo>
                <a:lnTo>
                  <a:pt x="4141" y="2872"/>
                </a:lnTo>
                <a:lnTo>
                  <a:pt x="4141" y="2871"/>
                </a:lnTo>
                <a:lnTo>
                  <a:pt x="4140" y="2871"/>
                </a:lnTo>
                <a:lnTo>
                  <a:pt x="4139" y="2871"/>
                </a:lnTo>
                <a:lnTo>
                  <a:pt x="4138" y="2872"/>
                </a:lnTo>
                <a:lnTo>
                  <a:pt x="4136" y="2872"/>
                </a:lnTo>
                <a:lnTo>
                  <a:pt x="4137" y="2870"/>
                </a:lnTo>
                <a:lnTo>
                  <a:pt x="4136" y="2870"/>
                </a:lnTo>
                <a:lnTo>
                  <a:pt x="4135" y="2870"/>
                </a:lnTo>
                <a:lnTo>
                  <a:pt x="4135" y="2869"/>
                </a:lnTo>
                <a:lnTo>
                  <a:pt x="4134" y="2869"/>
                </a:lnTo>
                <a:lnTo>
                  <a:pt x="4133" y="2869"/>
                </a:lnTo>
                <a:lnTo>
                  <a:pt x="4132" y="2868"/>
                </a:lnTo>
                <a:lnTo>
                  <a:pt x="4132" y="2867"/>
                </a:lnTo>
                <a:lnTo>
                  <a:pt x="4133" y="2866"/>
                </a:lnTo>
                <a:lnTo>
                  <a:pt x="4132" y="2866"/>
                </a:lnTo>
                <a:lnTo>
                  <a:pt x="4132" y="2867"/>
                </a:lnTo>
                <a:lnTo>
                  <a:pt x="4131" y="2867"/>
                </a:lnTo>
                <a:lnTo>
                  <a:pt x="4131" y="2868"/>
                </a:lnTo>
                <a:lnTo>
                  <a:pt x="4131" y="2869"/>
                </a:lnTo>
                <a:lnTo>
                  <a:pt x="4131" y="2870"/>
                </a:lnTo>
                <a:lnTo>
                  <a:pt x="4131" y="2871"/>
                </a:lnTo>
                <a:lnTo>
                  <a:pt x="4131" y="2872"/>
                </a:lnTo>
                <a:lnTo>
                  <a:pt x="4130" y="2872"/>
                </a:lnTo>
                <a:lnTo>
                  <a:pt x="4130" y="2873"/>
                </a:lnTo>
                <a:lnTo>
                  <a:pt x="4130" y="2874"/>
                </a:lnTo>
                <a:lnTo>
                  <a:pt x="4130" y="2875"/>
                </a:lnTo>
                <a:lnTo>
                  <a:pt x="4130" y="2876"/>
                </a:lnTo>
                <a:lnTo>
                  <a:pt x="4130" y="2877"/>
                </a:lnTo>
                <a:lnTo>
                  <a:pt x="4131" y="2878"/>
                </a:lnTo>
                <a:lnTo>
                  <a:pt x="4131" y="2879"/>
                </a:lnTo>
                <a:lnTo>
                  <a:pt x="4131" y="2878"/>
                </a:lnTo>
                <a:lnTo>
                  <a:pt x="4130" y="2878"/>
                </a:lnTo>
                <a:lnTo>
                  <a:pt x="4129" y="2878"/>
                </a:lnTo>
                <a:lnTo>
                  <a:pt x="4128" y="2881"/>
                </a:lnTo>
                <a:lnTo>
                  <a:pt x="4127" y="2880"/>
                </a:lnTo>
                <a:lnTo>
                  <a:pt x="4127" y="2881"/>
                </a:lnTo>
                <a:lnTo>
                  <a:pt x="4125" y="2880"/>
                </a:lnTo>
                <a:lnTo>
                  <a:pt x="4126" y="2879"/>
                </a:lnTo>
                <a:lnTo>
                  <a:pt x="4125" y="2878"/>
                </a:lnTo>
                <a:lnTo>
                  <a:pt x="4124" y="2878"/>
                </a:lnTo>
                <a:lnTo>
                  <a:pt x="4124" y="2877"/>
                </a:lnTo>
                <a:lnTo>
                  <a:pt x="4124" y="2876"/>
                </a:lnTo>
                <a:lnTo>
                  <a:pt x="4124" y="2875"/>
                </a:lnTo>
                <a:lnTo>
                  <a:pt x="4124" y="2874"/>
                </a:lnTo>
                <a:lnTo>
                  <a:pt x="4125" y="2874"/>
                </a:lnTo>
                <a:lnTo>
                  <a:pt x="4125" y="2873"/>
                </a:lnTo>
                <a:lnTo>
                  <a:pt x="4124" y="2873"/>
                </a:lnTo>
                <a:lnTo>
                  <a:pt x="4123" y="2873"/>
                </a:lnTo>
                <a:lnTo>
                  <a:pt x="4124" y="2872"/>
                </a:lnTo>
                <a:lnTo>
                  <a:pt x="4124" y="2871"/>
                </a:lnTo>
                <a:lnTo>
                  <a:pt x="4123" y="2872"/>
                </a:lnTo>
                <a:lnTo>
                  <a:pt x="4122" y="2873"/>
                </a:lnTo>
                <a:lnTo>
                  <a:pt x="4121" y="2874"/>
                </a:lnTo>
                <a:lnTo>
                  <a:pt x="4120" y="2874"/>
                </a:lnTo>
                <a:lnTo>
                  <a:pt x="4119" y="2874"/>
                </a:lnTo>
                <a:lnTo>
                  <a:pt x="4119" y="2875"/>
                </a:lnTo>
                <a:lnTo>
                  <a:pt x="4117" y="2875"/>
                </a:lnTo>
                <a:lnTo>
                  <a:pt x="4117" y="2876"/>
                </a:lnTo>
                <a:lnTo>
                  <a:pt x="4116" y="2876"/>
                </a:lnTo>
                <a:lnTo>
                  <a:pt x="4115" y="2876"/>
                </a:lnTo>
                <a:lnTo>
                  <a:pt x="4114" y="2877"/>
                </a:lnTo>
                <a:lnTo>
                  <a:pt x="4113" y="2878"/>
                </a:lnTo>
                <a:lnTo>
                  <a:pt x="4113" y="2879"/>
                </a:lnTo>
                <a:lnTo>
                  <a:pt x="4112" y="2880"/>
                </a:lnTo>
                <a:lnTo>
                  <a:pt x="4113" y="2880"/>
                </a:lnTo>
                <a:lnTo>
                  <a:pt x="4112" y="2881"/>
                </a:lnTo>
                <a:lnTo>
                  <a:pt x="4111" y="2881"/>
                </a:lnTo>
                <a:lnTo>
                  <a:pt x="4111" y="2882"/>
                </a:lnTo>
                <a:lnTo>
                  <a:pt x="4112" y="2883"/>
                </a:lnTo>
                <a:lnTo>
                  <a:pt x="4113" y="2883"/>
                </a:lnTo>
                <a:lnTo>
                  <a:pt x="4113" y="2884"/>
                </a:lnTo>
                <a:lnTo>
                  <a:pt x="4115" y="2884"/>
                </a:lnTo>
                <a:lnTo>
                  <a:pt x="4116" y="2885"/>
                </a:lnTo>
                <a:lnTo>
                  <a:pt x="4118" y="2885"/>
                </a:lnTo>
                <a:lnTo>
                  <a:pt x="4118" y="2886"/>
                </a:lnTo>
                <a:lnTo>
                  <a:pt x="4119" y="2886"/>
                </a:lnTo>
                <a:lnTo>
                  <a:pt x="4118" y="2886"/>
                </a:lnTo>
                <a:lnTo>
                  <a:pt x="4119" y="2886"/>
                </a:lnTo>
                <a:lnTo>
                  <a:pt x="4120" y="2886"/>
                </a:lnTo>
                <a:lnTo>
                  <a:pt x="4119" y="2887"/>
                </a:lnTo>
                <a:lnTo>
                  <a:pt x="4120" y="2888"/>
                </a:lnTo>
                <a:lnTo>
                  <a:pt x="4120" y="2889"/>
                </a:lnTo>
                <a:lnTo>
                  <a:pt x="4120" y="2890"/>
                </a:lnTo>
                <a:lnTo>
                  <a:pt x="4121" y="2890"/>
                </a:lnTo>
                <a:lnTo>
                  <a:pt x="4121" y="2891"/>
                </a:lnTo>
                <a:lnTo>
                  <a:pt x="4122" y="2892"/>
                </a:lnTo>
                <a:lnTo>
                  <a:pt x="4123" y="2892"/>
                </a:lnTo>
                <a:lnTo>
                  <a:pt x="4123" y="2890"/>
                </a:lnTo>
                <a:lnTo>
                  <a:pt x="4123" y="2889"/>
                </a:lnTo>
                <a:lnTo>
                  <a:pt x="4123" y="2890"/>
                </a:lnTo>
                <a:lnTo>
                  <a:pt x="4124" y="2891"/>
                </a:lnTo>
                <a:lnTo>
                  <a:pt x="4125" y="2891"/>
                </a:lnTo>
                <a:lnTo>
                  <a:pt x="4126" y="2890"/>
                </a:lnTo>
                <a:lnTo>
                  <a:pt x="4126" y="2889"/>
                </a:lnTo>
                <a:lnTo>
                  <a:pt x="4127" y="2890"/>
                </a:lnTo>
                <a:lnTo>
                  <a:pt x="4127" y="2891"/>
                </a:lnTo>
                <a:lnTo>
                  <a:pt x="4127" y="2892"/>
                </a:lnTo>
                <a:lnTo>
                  <a:pt x="4128" y="2892"/>
                </a:lnTo>
                <a:lnTo>
                  <a:pt x="4128" y="2893"/>
                </a:lnTo>
                <a:lnTo>
                  <a:pt x="4129" y="2893"/>
                </a:lnTo>
                <a:lnTo>
                  <a:pt x="4130" y="2893"/>
                </a:lnTo>
                <a:lnTo>
                  <a:pt x="4130" y="2894"/>
                </a:lnTo>
                <a:lnTo>
                  <a:pt x="4131" y="2895"/>
                </a:lnTo>
                <a:lnTo>
                  <a:pt x="4132" y="2895"/>
                </a:lnTo>
                <a:lnTo>
                  <a:pt x="4133" y="2895"/>
                </a:lnTo>
                <a:lnTo>
                  <a:pt x="4134" y="2895"/>
                </a:lnTo>
                <a:lnTo>
                  <a:pt x="4133" y="2896"/>
                </a:lnTo>
                <a:lnTo>
                  <a:pt x="4133" y="2897"/>
                </a:lnTo>
                <a:lnTo>
                  <a:pt x="4132" y="2897"/>
                </a:lnTo>
                <a:lnTo>
                  <a:pt x="4130" y="2898"/>
                </a:lnTo>
                <a:lnTo>
                  <a:pt x="4130" y="2899"/>
                </a:lnTo>
                <a:lnTo>
                  <a:pt x="4129" y="2898"/>
                </a:lnTo>
                <a:lnTo>
                  <a:pt x="4128" y="2898"/>
                </a:lnTo>
                <a:lnTo>
                  <a:pt x="4127" y="2898"/>
                </a:lnTo>
                <a:lnTo>
                  <a:pt x="4126" y="2898"/>
                </a:lnTo>
                <a:lnTo>
                  <a:pt x="4126" y="2899"/>
                </a:lnTo>
                <a:lnTo>
                  <a:pt x="4127" y="2901"/>
                </a:lnTo>
                <a:lnTo>
                  <a:pt x="4127" y="2902"/>
                </a:lnTo>
                <a:lnTo>
                  <a:pt x="4127" y="2903"/>
                </a:lnTo>
                <a:lnTo>
                  <a:pt x="4126" y="2904"/>
                </a:lnTo>
                <a:lnTo>
                  <a:pt x="4125" y="2905"/>
                </a:lnTo>
                <a:lnTo>
                  <a:pt x="4124" y="2905"/>
                </a:lnTo>
                <a:lnTo>
                  <a:pt x="4124" y="2904"/>
                </a:lnTo>
                <a:lnTo>
                  <a:pt x="4122" y="2904"/>
                </a:lnTo>
                <a:lnTo>
                  <a:pt x="4122" y="2903"/>
                </a:lnTo>
                <a:lnTo>
                  <a:pt x="4120" y="2903"/>
                </a:lnTo>
                <a:lnTo>
                  <a:pt x="4119" y="2903"/>
                </a:lnTo>
                <a:lnTo>
                  <a:pt x="4119" y="2904"/>
                </a:lnTo>
                <a:lnTo>
                  <a:pt x="4118" y="2904"/>
                </a:lnTo>
                <a:lnTo>
                  <a:pt x="4117" y="2904"/>
                </a:lnTo>
                <a:lnTo>
                  <a:pt x="4116" y="2904"/>
                </a:lnTo>
                <a:lnTo>
                  <a:pt x="4115" y="2903"/>
                </a:lnTo>
                <a:lnTo>
                  <a:pt x="4115" y="2902"/>
                </a:lnTo>
                <a:lnTo>
                  <a:pt x="4114" y="2902"/>
                </a:lnTo>
                <a:lnTo>
                  <a:pt x="4113" y="2901"/>
                </a:lnTo>
                <a:lnTo>
                  <a:pt x="4113" y="2900"/>
                </a:lnTo>
                <a:lnTo>
                  <a:pt x="4114" y="2899"/>
                </a:lnTo>
                <a:lnTo>
                  <a:pt x="4113" y="2899"/>
                </a:lnTo>
                <a:lnTo>
                  <a:pt x="4112" y="2898"/>
                </a:lnTo>
                <a:lnTo>
                  <a:pt x="4111" y="2898"/>
                </a:lnTo>
                <a:lnTo>
                  <a:pt x="4111" y="2899"/>
                </a:lnTo>
                <a:lnTo>
                  <a:pt x="4111" y="2900"/>
                </a:lnTo>
                <a:lnTo>
                  <a:pt x="4110" y="2900"/>
                </a:lnTo>
                <a:lnTo>
                  <a:pt x="4110" y="2901"/>
                </a:lnTo>
                <a:lnTo>
                  <a:pt x="4110" y="2902"/>
                </a:lnTo>
                <a:lnTo>
                  <a:pt x="4109" y="2902"/>
                </a:lnTo>
                <a:lnTo>
                  <a:pt x="4110" y="2905"/>
                </a:lnTo>
                <a:lnTo>
                  <a:pt x="4111" y="2905"/>
                </a:lnTo>
                <a:lnTo>
                  <a:pt x="4112" y="2906"/>
                </a:lnTo>
                <a:lnTo>
                  <a:pt x="4112" y="2905"/>
                </a:lnTo>
                <a:lnTo>
                  <a:pt x="4113" y="2905"/>
                </a:lnTo>
                <a:lnTo>
                  <a:pt x="4113" y="2906"/>
                </a:lnTo>
                <a:lnTo>
                  <a:pt x="4112" y="2906"/>
                </a:lnTo>
                <a:lnTo>
                  <a:pt x="4112" y="2907"/>
                </a:lnTo>
                <a:lnTo>
                  <a:pt x="4112" y="2908"/>
                </a:lnTo>
                <a:lnTo>
                  <a:pt x="4113" y="2908"/>
                </a:lnTo>
                <a:lnTo>
                  <a:pt x="4114" y="2908"/>
                </a:lnTo>
                <a:lnTo>
                  <a:pt x="4113" y="2908"/>
                </a:lnTo>
                <a:lnTo>
                  <a:pt x="4114" y="2907"/>
                </a:lnTo>
                <a:lnTo>
                  <a:pt x="4115" y="2908"/>
                </a:lnTo>
                <a:lnTo>
                  <a:pt x="4114" y="2910"/>
                </a:lnTo>
                <a:lnTo>
                  <a:pt x="4114" y="2909"/>
                </a:lnTo>
                <a:lnTo>
                  <a:pt x="4110" y="2911"/>
                </a:lnTo>
                <a:lnTo>
                  <a:pt x="4109" y="2911"/>
                </a:lnTo>
                <a:lnTo>
                  <a:pt x="4108" y="2911"/>
                </a:lnTo>
                <a:lnTo>
                  <a:pt x="4107" y="2911"/>
                </a:lnTo>
                <a:lnTo>
                  <a:pt x="4107" y="2912"/>
                </a:lnTo>
                <a:lnTo>
                  <a:pt x="4106" y="2912"/>
                </a:lnTo>
                <a:lnTo>
                  <a:pt x="4106" y="2911"/>
                </a:lnTo>
                <a:lnTo>
                  <a:pt x="4107" y="2911"/>
                </a:lnTo>
                <a:lnTo>
                  <a:pt x="4106" y="2911"/>
                </a:lnTo>
                <a:lnTo>
                  <a:pt x="4105" y="2911"/>
                </a:lnTo>
                <a:lnTo>
                  <a:pt x="4105" y="2910"/>
                </a:lnTo>
                <a:lnTo>
                  <a:pt x="4103" y="2910"/>
                </a:lnTo>
                <a:lnTo>
                  <a:pt x="4103" y="2909"/>
                </a:lnTo>
                <a:lnTo>
                  <a:pt x="4103" y="2908"/>
                </a:lnTo>
                <a:lnTo>
                  <a:pt x="4103" y="2907"/>
                </a:lnTo>
                <a:lnTo>
                  <a:pt x="4103" y="2906"/>
                </a:lnTo>
                <a:lnTo>
                  <a:pt x="4103" y="2905"/>
                </a:lnTo>
                <a:lnTo>
                  <a:pt x="4104" y="2906"/>
                </a:lnTo>
                <a:lnTo>
                  <a:pt x="4105" y="2906"/>
                </a:lnTo>
                <a:lnTo>
                  <a:pt x="4106" y="2905"/>
                </a:lnTo>
                <a:lnTo>
                  <a:pt x="4106" y="2904"/>
                </a:lnTo>
                <a:lnTo>
                  <a:pt x="4107" y="2903"/>
                </a:lnTo>
                <a:lnTo>
                  <a:pt x="4107" y="2902"/>
                </a:lnTo>
                <a:lnTo>
                  <a:pt x="4106" y="2902"/>
                </a:lnTo>
                <a:lnTo>
                  <a:pt x="4107" y="2901"/>
                </a:lnTo>
                <a:lnTo>
                  <a:pt x="4107" y="2902"/>
                </a:lnTo>
                <a:lnTo>
                  <a:pt x="4107" y="2900"/>
                </a:lnTo>
                <a:lnTo>
                  <a:pt x="4107" y="2901"/>
                </a:lnTo>
                <a:lnTo>
                  <a:pt x="4106" y="2901"/>
                </a:lnTo>
                <a:lnTo>
                  <a:pt x="4105" y="2900"/>
                </a:lnTo>
                <a:lnTo>
                  <a:pt x="4106" y="2900"/>
                </a:lnTo>
                <a:lnTo>
                  <a:pt x="4106" y="2899"/>
                </a:lnTo>
                <a:lnTo>
                  <a:pt x="4105" y="2900"/>
                </a:lnTo>
                <a:lnTo>
                  <a:pt x="4103" y="2900"/>
                </a:lnTo>
                <a:lnTo>
                  <a:pt x="4101" y="2901"/>
                </a:lnTo>
                <a:lnTo>
                  <a:pt x="4101" y="2900"/>
                </a:lnTo>
                <a:lnTo>
                  <a:pt x="4102" y="2899"/>
                </a:lnTo>
                <a:lnTo>
                  <a:pt x="4103" y="2899"/>
                </a:lnTo>
                <a:lnTo>
                  <a:pt x="4105" y="2899"/>
                </a:lnTo>
                <a:lnTo>
                  <a:pt x="4106" y="2898"/>
                </a:lnTo>
                <a:lnTo>
                  <a:pt x="4105" y="2898"/>
                </a:lnTo>
                <a:lnTo>
                  <a:pt x="4105" y="2899"/>
                </a:lnTo>
                <a:lnTo>
                  <a:pt x="4105" y="2898"/>
                </a:lnTo>
                <a:lnTo>
                  <a:pt x="4104" y="2898"/>
                </a:lnTo>
                <a:lnTo>
                  <a:pt x="4103" y="2898"/>
                </a:lnTo>
                <a:lnTo>
                  <a:pt x="4103" y="2899"/>
                </a:lnTo>
                <a:lnTo>
                  <a:pt x="4101" y="2900"/>
                </a:lnTo>
                <a:lnTo>
                  <a:pt x="4100" y="2901"/>
                </a:lnTo>
                <a:lnTo>
                  <a:pt x="4099" y="2901"/>
                </a:lnTo>
                <a:lnTo>
                  <a:pt x="4098" y="2900"/>
                </a:lnTo>
                <a:lnTo>
                  <a:pt x="4098" y="2899"/>
                </a:lnTo>
                <a:lnTo>
                  <a:pt x="4099" y="2899"/>
                </a:lnTo>
                <a:lnTo>
                  <a:pt x="4099" y="2898"/>
                </a:lnTo>
                <a:lnTo>
                  <a:pt x="4099" y="2897"/>
                </a:lnTo>
                <a:lnTo>
                  <a:pt x="4099" y="2896"/>
                </a:lnTo>
                <a:lnTo>
                  <a:pt x="4100" y="2896"/>
                </a:lnTo>
                <a:lnTo>
                  <a:pt x="4100" y="2897"/>
                </a:lnTo>
                <a:lnTo>
                  <a:pt x="4101" y="2897"/>
                </a:lnTo>
                <a:lnTo>
                  <a:pt x="4102" y="2896"/>
                </a:lnTo>
                <a:lnTo>
                  <a:pt x="4103" y="2895"/>
                </a:lnTo>
                <a:lnTo>
                  <a:pt x="4103" y="2894"/>
                </a:lnTo>
                <a:lnTo>
                  <a:pt x="4102" y="2894"/>
                </a:lnTo>
                <a:lnTo>
                  <a:pt x="4101" y="2894"/>
                </a:lnTo>
                <a:lnTo>
                  <a:pt x="4100" y="2894"/>
                </a:lnTo>
                <a:lnTo>
                  <a:pt x="4099" y="2893"/>
                </a:lnTo>
                <a:lnTo>
                  <a:pt x="4099" y="2894"/>
                </a:lnTo>
                <a:lnTo>
                  <a:pt x="4098" y="2894"/>
                </a:lnTo>
                <a:lnTo>
                  <a:pt x="4097" y="2894"/>
                </a:lnTo>
                <a:lnTo>
                  <a:pt x="4096" y="2894"/>
                </a:lnTo>
                <a:lnTo>
                  <a:pt x="4096" y="2895"/>
                </a:lnTo>
                <a:lnTo>
                  <a:pt x="4095" y="2895"/>
                </a:lnTo>
                <a:lnTo>
                  <a:pt x="4093" y="2896"/>
                </a:lnTo>
                <a:lnTo>
                  <a:pt x="4092" y="2896"/>
                </a:lnTo>
                <a:lnTo>
                  <a:pt x="4092" y="2897"/>
                </a:lnTo>
                <a:lnTo>
                  <a:pt x="4091" y="2897"/>
                </a:lnTo>
                <a:lnTo>
                  <a:pt x="4091" y="2898"/>
                </a:lnTo>
                <a:lnTo>
                  <a:pt x="4090" y="2898"/>
                </a:lnTo>
                <a:lnTo>
                  <a:pt x="4089" y="2898"/>
                </a:lnTo>
                <a:lnTo>
                  <a:pt x="4088" y="2898"/>
                </a:lnTo>
                <a:lnTo>
                  <a:pt x="4089" y="2898"/>
                </a:lnTo>
                <a:lnTo>
                  <a:pt x="4091" y="2898"/>
                </a:lnTo>
                <a:lnTo>
                  <a:pt x="4092" y="2898"/>
                </a:lnTo>
                <a:lnTo>
                  <a:pt x="4092" y="2899"/>
                </a:lnTo>
                <a:lnTo>
                  <a:pt x="4093" y="2899"/>
                </a:lnTo>
                <a:lnTo>
                  <a:pt x="4094" y="2900"/>
                </a:lnTo>
                <a:lnTo>
                  <a:pt x="4095" y="2900"/>
                </a:lnTo>
                <a:lnTo>
                  <a:pt x="4094" y="2900"/>
                </a:lnTo>
                <a:lnTo>
                  <a:pt x="4095" y="2901"/>
                </a:lnTo>
                <a:lnTo>
                  <a:pt x="4094" y="2901"/>
                </a:lnTo>
                <a:lnTo>
                  <a:pt x="4095" y="2902"/>
                </a:lnTo>
                <a:lnTo>
                  <a:pt x="4096" y="2902"/>
                </a:lnTo>
                <a:lnTo>
                  <a:pt x="4097" y="2901"/>
                </a:lnTo>
                <a:lnTo>
                  <a:pt x="4097" y="2902"/>
                </a:lnTo>
                <a:lnTo>
                  <a:pt x="4098" y="2902"/>
                </a:lnTo>
                <a:lnTo>
                  <a:pt x="4099" y="2902"/>
                </a:lnTo>
                <a:lnTo>
                  <a:pt x="4098" y="2903"/>
                </a:lnTo>
                <a:lnTo>
                  <a:pt x="4098" y="2904"/>
                </a:lnTo>
                <a:lnTo>
                  <a:pt x="4098" y="2905"/>
                </a:lnTo>
                <a:lnTo>
                  <a:pt x="4098" y="2906"/>
                </a:lnTo>
                <a:lnTo>
                  <a:pt x="4097" y="2906"/>
                </a:lnTo>
                <a:lnTo>
                  <a:pt x="4097" y="2907"/>
                </a:lnTo>
                <a:lnTo>
                  <a:pt x="4096" y="2907"/>
                </a:lnTo>
                <a:lnTo>
                  <a:pt x="4095" y="2907"/>
                </a:lnTo>
                <a:lnTo>
                  <a:pt x="4095" y="2908"/>
                </a:lnTo>
                <a:lnTo>
                  <a:pt x="4095" y="2909"/>
                </a:lnTo>
                <a:lnTo>
                  <a:pt x="4095" y="2910"/>
                </a:lnTo>
                <a:lnTo>
                  <a:pt x="4096" y="2910"/>
                </a:lnTo>
                <a:lnTo>
                  <a:pt x="4097" y="2910"/>
                </a:lnTo>
                <a:lnTo>
                  <a:pt x="4097" y="2911"/>
                </a:lnTo>
                <a:lnTo>
                  <a:pt x="4096" y="2911"/>
                </a:lnTo>
                <a:lnTo>
                  <a:pt x="4095" y="2912"/>
                </a:lnTo>
                <a:lnTo>
                  <a:pt x="4092" y="2912"/>
                </a:lnTo>
                <a:lnTo>
                  <a:pt x="4092" y="2913"/>
                </a:lnTo>
                <a:lnTo>
                  <a:pt x="4091" y="2913"/>
                </a:lnTo>
                <a:lnTo>
                  <a:pt x="4091" y="2912"/>
                </a:lnTo>
                <a:lnTo>
                  <a:pt x="4091" y="2913"/>
                </a:lnTo>
                <a:lnTo>
                  <a:pt x="4090" y="2913"/>
                </a:lnTo>
                <a:lnTo>
                  <a:pt x="4089" y="2913"/>
                </a:lnTo>
                <a:lnTo>
                  <a:pt x="4088" y="2914"/>
                </a:lnTo>
                <a:lnTo>
                  <a:pt x="4087" y="2914"/>
                </a:lnTo>
                <a:lnTo>
                  <a:pt x="4088" y="2914"/>
                </a:lnTo>
                <a:lnTo>
                  <a:pt x="4089" y="2914"/>
                </a:lnTo>
                <a:lnTo>
                  <a:pt x="4090" y="2914"/>
                </a:lnTo>
                <a:lnTo>
                  <a:pt x="4090" y="2915"/>
                </a:lnTo>
                <a:lnTo>
                  <a:pt x="4091" y="2915"/>
                </a:lnTo>
                <a:lnTo>
                  <a:pt x="4091" y="2916"/>
                </a:lnTo>
                <a:lnTo>
                  <a:pt x="4093" y="2918"/>
                </a:lnTo>
                <a:lnTo>
                  <a:pt x="4094" y="2918"/>
                </a:lnTo>
                <a:lnTo>
                  <a:pt x="4095" y="2918"/>
                </a:lnTo>
                <a:lnTo>
                  <a:pt x="4095" y="2919"/>
                </a:lnTo>
                <a:lnTo>
                  <a:pt x="4097" y="2920"/>
                </a:lnTo>
                <a:lnTo>
                  <a:pt x="4098" y="2921"/>
                </a:lnTo>
                <a:lnTo>
                  <a:pt x="4099" y="2921"/>
                </a:lnTo>
                <a:lnTo>
                  <a:pt x="4099" y="2920"/>
                </a:lnTo>
                <a:lnTo>
                  <a:pt x="4099" y="2919"/>
                </a:lnTo>
                <a:lnTo>
                  <a:pt x="4099" y="2918"/>
                </a:lnTo>
                <a:lnTo>
                  <a:pt x="4099" y="2919"/>
                </a:lnTo>
                <a:lnTo>
                  <a:pt x="4099" y="2918"/>
                </a:lnTo>
                <a:lnTo>
                  <a:pt x="4100" y="2917"/>
                </a:lnTo>
                <a:lnTo>
                  <a:pt x="4101" y="2917"/>
                </a:lnTo>
                <a:lnTo>
                  <a:pt x="4102" y="2917"/>
                </a:lnTo>
                <a:lnTo>
                  <a:pt x="4102" y="2918"/>
                </a:lnTo>
                <a:lnTo>
                  <a:pt x="4101" y="2919"/>
                </a:lnTo>
                <a:lnTo>
                  <a:pt x="4100" y="2919"/>
                </a:lnTo>
                <a:lnTo>
                  <a:pt x="4100" y="2920"/>
                </a:lnTo>
                <a:lnTo>
                  <a:pt x="4100" y="2922"/>
                </a:lnTo>
                <a:lnTo>
                  <a:pt x="4099" y="2922"/>
                </a:lnTo>
                <a:lnTo>
                  <a:pt x="4099" y="2923"/>
                </a:lnTo>
                <a:lnTo>
                  <a:pt x="4098" y="2923"/>
                </a:lnTo>
                <a:lnTo>
                  <a:pt x="4098" y="2924"/>
                </a:lnTo>
                <a:lnTo>
                  <a:pt x="4099" y="2925"/>
                </a:lnTo>
                <a:lnTo>
                  <a:pt x="4099" y="2926"/>
                </a:lnTo>
                <a:lnTo>
                  <a:pt x="4100" y="2926"/>
                </a:lnTo>
                <a:lnTo>
                  <a:pt x="4100" y="2927"/>
                </a:lnTo>
                <a:lnTo>
                  <a:pt x="4100" y="2926"/>
                </a:lnTo>
                <a:lnTo>
                  <a:pt x="4101" y="2926"/>
                </a:lnTo>
                <a:lnTo>
                  <a:pt x="4100" y="2926"/>
                </a:lnTo>
                <a:lnTo>
                  <a:pt x="4100" y="2927"/>
                </a:lnTo>
                <a:lnTo>
                  <a:pt x="4101" y="2927"/>
                </a:lnTo>
                <a:lnTo>
                  <a:pt x="4102" y="2927"/>
                </a:lnTo>
                <a:lnTo>
                  <a:pt x="4103" y="2927"/>
                </a:lnTo>
                <a:lnTo>
                  <a:pt x="4102" y="2927"/>
                </a:lnTo>
                <a:lnTo>
                  <a:pt x="4101" y="2928"/>
                </a:lnTo>
                <a:lnTo>
                  <a:pt x="4099" y="2928"/>
                </a:lnTo>
                <a:lnTo>
                  <a:pt x="4098" y="2928"/>
                </a:lnTo>
                <a:lnTo>
                  <a:pt x="4099" y="2927"/>
                </a:lnTo>
                <a:lnTo>
                  <a:pt x="4098" y="2927"/>
                </a:lnTo>
                <a:lnTo>
                  <a:pt x="4097" y="2926"/>
                </a:lnTo>
                <a:lnTo>
                  <a:pt x="4096" y="2926"/>
                </a:lnTo>
                <a:lnTo>
                  <a:pt x="4095" y="2927"/>
                </a:lnTo>
                <a:lnTo>
                  <a:pt x="4094" y="2927"/>
                </a:lnTo>
                <a:lnTo>
                  <a:pt x="4092" y="2927"/>
                </a:lnTo>
                <a:lnTo>
                  <a:pt x="4091" y="2928"/>
                </a:lnTo>
                <a:lnTo>
                  <a:pt x="4091" y="2929"/>
                </a:lnTo>
                <a:lnTo>
                  <a:pt x="4092" y="2929"/>
                </a:lnTo>
                <a:lnTo>
                  <a:pt x="4092" y="2930"/>
                </a:lnTo>
                <a:lnTo>
                  <a:pt x="4092" y="2931"/>
                </a:lnTo>
                <a:lnTo>
                  <a:pt x="4092" y="2932"/>
                </a:lnTo>
                <a:lnTo>
                  <a:pt x="4093" y="2932"/>
                </a:lnTo>
                <a:lnTo>
                  <a:pt x="4093" y="2933"/>
                </a:lnTo>
                <a:lnTo>
                  <a:pt x="4094" y="2933"/>
                </a:lnTo>
                <a:lnTo>
                  <a:pt x="4095" y="2933"/>
                </a:lnTo>
                <a:lnTo>
                  <a:pt x="4097" y="2933"/>
                </a:lnTo>
                <a:lnTo>
                  <a:pt x="4098" y="2933"/>
                </a:lnTo>
                <a:lnTo>
                  <a:pt x="4099" y="2934"/>
                </a:lnTo>
                <a:lnTo>
                  <a:pt x="4099" y="2935"/>
                </a:lnTo>
                <a:lnTo>
                  <a:pt x="4098" y="2935"/>
                </a:lnTo>
                <a:lnTo>
                  <a:pt x="4097" y="2935"/>
                </a:lnTo>
                <a:lnTo>
                  <a:pt x="4096" y="2935"/>
                </a:lnTo>
                <a:lnTo>
                  <a:pt x="4095" y="2935"/>
                </a:lnTo>
                <a:lnTo>
                  <a:pt x="4094" y="2935"/>
                </a:lnTo>
                <a:lnTo>
                  <a:pt x="4094" y="2936"/>
                </a:lnTo>
                <a:lnTo>
                  <a:pt x="4092" y="2935"/>
                </a:lnTo>
                <a:lnTo>
                  <a:pt x="4091" y="2935"/>
                </a:lnTo>
                <a:lnTo>
                  <a:pt x="4091" y="2934"/>
                </a:lnTo>
                <a:lnTo>
                  <a:pt x="4090" y="2934"/>
                </a:lnTo>
                <a:lnTo>
                  <a:pt x="4089" y="2933"/>
                </a:lnTo>
                <a:lnTo>
                  <a:pt x="4088" y="2934"/>
                </a:lnTo>
                <a:lnTo>
                  <a:pt x="4087" y="2934"/>
                </a:lnTo>
                <a:lnTo>
                  <a:pt x="4087" y="2935"/>
                </a:lnTo>
                <a:lnTo>
                  <a:pt x="4086" y="2935"/>
                </a:lnTo>
                <a:lnTo>
                  <a:pt x="4085" y="2935"/>
                </a:lnTo>
                <a:lnTo>
                  <a:pt x="4085" y="2936"/>
                </a:lnTo>
                <a:lnTo>
                  <a:pt x="4084" y="2936"/>
                </a:lnTo>
                <a:lnTo>
                  <a:pt x="4083" y="2936"/>
                </a:lnTo>
                <a:lnTo>
                  <a:pt x="4082" y="2936"/>
                </a:lnTo>
                <a:lnTo>
                  <a:pt x="4081" y="2937"/>
                </a:lnTo>
                <a:lnTo>
                  <a:pt x="4080" y="2937"/>
                </a:lnTo>
                <a:lnTo>
                  <a:pt x="4078" y="2937"/>
                </a:lnTo>
                <a:lnTo>
                  <a:pt x="4077" y="2937"/>
                </a:lnTo>
                <a:lnTo>
                  <a:pt x="4077" y="2938"/>
                </a:lnTo>
                <a:lnTo>
                  <a:pt x="4076" y="2938"/>
                </a:lnTo>
                <a:lnTo>
                  <a:pt x="4075" y="2938"/>
                </a:lnTo>
                <a:lnTo>
                  <a:pt x="4074" y="2938"/>
                </a:lnTo>
                <a:lnTo>
                  <a:pt x="4073" y="2938"/>
                </a:lnTo>
                <a:lnTo>
                  <a:pt x="4073" y="2937"/>
                </a:lnTo>
                <a:lnTo>
                  <a:pt x="4073" y="2936"/>
                </a:lnTo>
                <a:lnTo>
                  <a:pt x="4073" y="2935"/>
                </a:lnTo>
                <a:lnTo>
                  <a:pt x="4073" y="2934"/>
                </a:lnTo>
                <a:lnTo>
                  <a:pt x="4072" y="2933"/>
                </a:lnTo>
                <a:lnTo>
                  <a:pt x="4072" y="2934"/>
                </a:lnTo>
                <a:lnTo>
                  <a:pt x="4072" y="2933"/>
                </a:lnTo>
                <a:lnTo>
                  <a:pt x="4072" y="2932"/>
                </a:lnTo>
                <a:lnTo>
                  <a:pt x="4072" y="2931"/>
                </a:lnTo>
                <a:lnTo>
                  <a:pt x="4073" y="2930"/>
                </a:lnTo>
                <a:lnTo>
                  <a:pt x="4073" y="2929"/>
                </a:lnTo>
                <a:lnTo>
                  <a:pt x="4073" y="2928"/>
                </a:lnTo>
                <a:lnTo>
                  <a:pt x="4072" y="2928"/>
                </a:lnTo>
                <a:lnTo>
                  <a:pt x="4072" y="2927"/>
                </a:lnTo>
                <a:lnTo>
                  <a:pt x="4071" y="2927"/>
                </a:lnTo>
                <a:lnTo>
                  <a:pt x="4070" y="2927"/>
                </a:lnTo>
                <a:lnTo>
                  <a:pt x="4071" y="2928"/>
                </a:lnTo>
                <a:lnTo>
                  <a:pt x="4071" y="2929"/>
                </a:lnTo>
                <a:lnTo>
                  <a:pt x="4071" y="2930"/>
                </a:lnTo>
                <a:lnTo>
                  <a:pt x="4071" y="2931"/>
                </a:lnTo>
                <a:lnTo>
                  <a:pt x="4070" y="2931"/>
                </a:lnTo>
                <a:lnTo>
                  <a:pt x="4069" y="2931"/>
                </a:lnTo>
                <a:lnTo>
                  <a:pt x="4069" y="2932"/>
                </a:lnTo>
                <a:lnTo>
                  <a:pt x="4069" y="2933"/>
                </a:lnTo>
                <a:lnTo>
                  <a:pt x="4070" y="2933"/>
                </a:lnTo>
                <a:lnTo>
                  <a:pt x="4071" y="2933"/>
                </a:lnTo>
                <a:lnTo>
                  <a:pt x="4072" y="2934"/>
                </a:lnTo>
                <a:lnTo>
                  <a:pt x="4072" y="2935"/>
                </a:lnTo>
                <a:lnTo>
                  <a:pt x="4072" y="2936"/>
                </a:lnTo>
                <a:lnTo>
                  <a:pt x="4071" y="2937"/>
                </a:lnTo>
                <a:lnTo>
                  <a:pt x="4070" y="2937"/>
                </a:lnTo>
                <a:lnTo>
                  <a:pt x="4069" y="2938"/>
                </a:lnTo>
                <a:lnTo>
                  <a:pt x="4068" y="2938"/>
                </a:lnTo>
                <a:lnTo>
                  <a:pt x="4068" y="2939"/>
                </a:lnTo>
                <a:lnTo>
                  <a:pt x="4068" y="2940"/>
                </a:lnTo>
                <a:lnTo>
                  <a:pt x="4068" y="2942"/>
                </a:lnTo>
                <a:lnTo>
                  <a:pt x="4068" y="2943"/>
                </a:lnTo>
                <a:lnTo>
                  <a:pt x="4069" y="2943"/>
                </a:lnTo>
                <a:lnTo>
                  <a:pt x="4069" y="2944"/>
                </a:lnTo>
                <a:lnTo>
                  <a:pt x="4069" y="2945"/>
                </a:lnTo>
                <a:lnTo>
                  <a:pt x="4072" y="2944"/>
                </a:lnTo>
                <a:lnTo>
                  <a:pt x="4073" y="2944"/>
                </a:lnTo>
                <a:lnTo>
                  <a:pt x="4074" y="2944"/>
                </a:lnTo>
                <a:lnTo>
                  <a:pt x="4074" y="2943"/>
                </a:lnTo>
                <a:lnTo>
                  <a:pt x="4074" y="2942"/>
                </a:lnTo>
                <a:lnTo>
                  <a:pt x="4075" y="2941"/>
                </a:lnTo>
                <a:lnTo>
                  <a:pt x="4076" y="2942"/>
                </a:lnTo>
                <a:lnTo>
                  <a:pt x="4075" y="2943"/>
                </a:lnTo>
                <a:lnTo>
                  <a:pt x="4075" y="2944"/>
                </a:lnTo>
                <a:lnTo>
                  <a:pt x="4075" y="2945"/>
                </a:lnTo>
                <a:lnTo>
                  <a:pt x="4076" y="2946"/>
                </a:lnTo>
                <a:lnTo>
                  <a:pt x="4077" y="2946"/>
                </a:lnTo>
                <a:lnTo>
                  <a:pt x="4077" y="2945"/>
                </a:lnTo>
                <a:lnTo>
                  <a:pt x="4078" y="2945"/>
                </a:lnTo>
                <a:lnTo>
                  <a:pt x="4078" y="2946"/>
                </a:lnTo>
                <a:lnTo>
                  <a:pt x="4079" y="2946"/>
                </a:lnTo>
                <a:lnTo>
                  <a:pt x="4080" y="2946"/>
                </a:lnTo>
                <a:lnTo>
                  <a:pt x="4079" y="2946"/>
                </a:lnTo>
                <a:lnTo>
                  <a:pt x="4080" y="2945"/>
                </a:lnTo>
                <a:lnTo>
                  <a:pt x="4080" y="2946"/>
                </a:lnTo>
                <a:lnTo>
                  <a:pt x="4080" y="2947"/>
                </a:lnTo>
                <a:lnTo>
                  <a:pt x="4080" y="2948"/>
                </a:lnTo>
                <a:lnTo>
                  <a:pt x="4080" y="2949"/>
                </a:lnTo>
                <a:lnTo>
                  <a:pt x="4079" y="2949"/>
                </a:lnTo>
                <a:lnTo>
                  <a:pt x="4078" y="2950"/>
                </a:lnTo>
                <a:lnTo>
                  <a:pt x="4078" y="2951"/>
                </a:lnTo>
                <a:lnTo>
                  <a:pt x="4077" y="2951"/>
                </a:lnTo>
                <a:lnTo>
                  <a:pt x="4076" y="2951"/>
                </a:lnTo>
                <a:lnTo>
                  <a:pt x="4076" y="2953"/>
                </a:lnTo>
                <a:lnTo>
                  <a:pt x="4076" y="2954"/>
                </a:lnTo>
                <a:lnTo>
                  <a:pt x="4075" y="2954"/>
                </a:lnTo>
                <a:lnTo>
                  <a:pt x="4074" y="2955"/>
                </a:lnTo>
                <a:lnTo>
                  <a:pt x="4075" y="2956"/>
                </a:lnTo>
                <a:lnTo>
                  <a:pt x="4073" y="2957"/>
                </a:lnTo>
                <a:lnTo>
                  <a:pt x="4072" y="2957"/>
                </a:lnTo>
                <a:lnTo>
                  <a:pt x="4071" y="2956"/>
                </a:lnTo>
                <a:lnTo>
                  <a:pt x="4071" y="2955"/>
                </a:lnTo>
                <a:lnTo>
                  <a:pt x="4070" y="2955"/>
                </a:lnTo>
                <a:lnTo>
                  <a:pt x="4069" y="2955"/>
                </a:lnTo>
                <a:lnTo>
                  <a:pt x="4068" y="2956"/>
                </a:lnTo>
                <a:lnTo>
                  <a:pt x="4068" y="2958"/>
                </a:lnTo>
                <a:lnTo>
                  <a:pt x="4068" y="2959"/>
                </a:lnTo>
                <a:lnTo>
                  <a:pt x="4068" y="2960"/>
                </a:lnTo>
                <a:lnTo>
                  <a:pt x="4069" y="2961"/>
                </a:lnTo>
                <a:lnTo>
                  <a:pt x="4069" y="2962"/>
                </a:lnTo>
                <a:lnTo>
                  <a:pt x="4070" y="2962"/>
                </a:lnTo>
                <a:lnTo>
                  <a:pt x="4070" y="2961"/>
                </a:lnTo>
                <a:lnTo>
                  <a:pt x="4071" y="2961"/>
                </a:lnTo>
                <a:lnTo>
                  <a:pt x="4072" y="2961"/>
                </a:lnTo>
                <a:lnTo>
                  <a:pt x="4071" y="2961"/>
                </a:lnTo>
                <a:lnTo>
                  <a:pt x="4071" y="2962"/>
                </a:lnTo>
                <a:lnTo>
                  <a:pt x="4072" y="2963"/>
                </a:lnTo>
                <a:lnTo>
                  <a:pt x="4071" y="2963"/>
                </a:lnTo>
                <a:lnTo>
                  <a:pt x="4071" y="2964"/>
                </a:lnTo>
                <a:lnTo>
                  <a:pt x="4070" y="2964"/>
                </a:lnTo>
                <a:lnTo>
                  <a:pt x="4071" y="2965"/>
                </a:lnTo>
                <a:lnTo>
                  <a:pt x="4070" y="2966"/>
                </a:lnTo>
                <a:lnTo>
                  <a:pt x="4069" y="2966"/>
                </a:lnTo>
                <a:lnTo>
                  <a:pt x="4068" y="2967"/>
                </a:lnTo>
                <a:lnTo>
                  <a:pt x="4069" y="2968"/>
                </a:lnTo>
                <a:lnTo>
                  <a:pt x="4068" y="2968"/>
                </a:lnTo>
                <a:lnTo>
                  <a:pt x="4067" y="2968"/>
                </a:lnTo>
                <a:lnTo>
                  <a:pt x="4067" y="2969"/>
                </a:lnTo>
                <a:lnTo>
                  <a:pt x="4066" y="2969"/>
                </a:lnTo>
                <a:lnTo>
                  <a:pt x="4066" y="2970"/>
                </a:lnTo>
                <a:lnTo>
                  <a:pt x="4065" y="2970"/>
                </a:lnTo>
                <a:lnTo>
                  <a:pt x="4065" y="2971"/>
                </a:lnTo>
                <a:lnTo>
                  <a:pt x="4064" y="2971"/>
                </a:lnTo>
                <a:lnTo>
                  <a:pt x="4063" y="2971"/>
                </a:lnTo>
                <a:lnTo>
                  <a:pt x="4062" y="2972"/>
                </a:lnTo>
                <a:lnTo>
                  <a:pt x="4062" y="2973"/>
                </a:lnTo>
                <a:lnTo>
                  <a:pt x="4061" y="2973"/>
                </a:lnTo>
                <a:lnTo>
                  <a:pt x="4061" y="2971"/>
                </a:lnTo>
                <a:lnTo>
                  <a:pt x="4062" y="2970"/>
                </a:lnTo>
                <a:lnTo>
                  <a:pt x="4062" y="2969"/>
                </a:lnTo>
                <a:lnTo>
                  <a:pt x="4062" y="2968"/>
                </a:lnTo>
                <a:lnTo>
                  <a:pt x="4061" y="2966"/>
                </a:lnTo>
                <a:lnTo>
                  <a:pt x="4059" y="2964"/>
                </a:lnTo>
                <a:lnTo>
                  <a:pt x="4058" y="2963"/>
                </a:lnTo>
                <a:lnTo>
                  <a:pt x="4056" y="2962"/>
                </a:lnTo>
                <a:lnTo>
                  <a:pt x="4055" y="2961"/>
                </a:lnTo>
                <a:lnTo>
                  <a:pt x="4054" y="2961"/>
                </a:lnTo>
                <a:lnTo>
                  <a:pt x="4053" y="2961"/>
                </a:lnTo>
                <a:lnTo>
                  <a:pt x="4052" y="2961"/>
                </a:lnTo>
                <a:lnTo>
                  <a:pt x="4050" y="2961"/>
                </a:lnTo>
                <a:lnTo>
                  <a:pt x="4050" y="2960"/>
                </a:lnTo>
                <a:lnTo>
                  <a:pt x="4050" y="2959"/>
                </a:lnTo>
                <a:lnTo>
                  <a:pt x="4050" y="2958"/>
                </a:lnTo>
                <a:lnTo>
                  <a:pt x="4051" y="2957"/>
                </a:lnTo>
                <a:lnTo>
                  <a:pt x="4050" y="2957"/>
                </a:lnTo>
                <a:lnTo>
                  <a:pt x="4050" y="2956"/>
                </a:lnTo>
                <a:lnTo>
                  <a:pt x="4051" y="2956"/>
                </a:lnTo>
                <a:lnTo>
                  <a:pt x="4050" y="2956"/>
                </a:lnTo>
                <a:lnTo>
                  <a:pt x="4050" y="2955"/>
                </a:lnTo>
                <a:lnTo>
                  <a:pt x="4050" y="2954"/>
                </a:lnTo>
                <a:lnTo>
                  <a:pt x="4049" y="2953"/>
                </a:lnTo>
                <a:lnTo>
                  <a:pt x="4049" y="2954"/>
                </a:lnTo>
                <a:lnTo>
                  <a:pt x="4050" y="2954"/>
                </a:lnTo>
                <a:lnTo>
                  <a:pt x="4049" y="2954"/>
                </a:lnTo>
                <a:lnTo>
                  <a:pt x="4049" y="2955"/>
                </a:lnTo>
                <a:lnTo>
                  <a:pt x="4049" y="2956"/>
                </a:lnTo>
                <a:lnTo>
                  <a:pt x="4050" y="2956"/>
                </a:lnTo>
                <a:lnTo>
                  <a:pt x="4050" y="2957"/>
                </a:lnTo>
                <a:lnTo>
                  <a:pt x="4049" y="2957"/>
                </a:lnTo>
                <a:lnTo>
                  <a:pt x="4049" y="2958"/>
                </a:lnTo>
                <a:lnTo>
                  <a:pt x="4048" y="2959"/>
                </a:lnTo>
                <a:lnTo>
                  <a:pt x="4049" y="2959"/>
                </a:lnTo>
                <a:lnTo>
                  <a:pt x="4049" y="2960"/>
                </a:lnTo>
                <a:lnTo>
                  <a:pt x="4049" y="2961"/>
                </a:lnTo>
                <a:lnTo>
                  <a:pt x="4049" y="2962"/>
                </a:lnTo>
                <a:lnTo>
                  <a:pt x="4048" y="2963"/>
                </a:lnTo>
                <a:lnTo>
                  <a:pt x="4047" y="2963"/>
                </a:lnTo>
                <a:lnTo>
                  <a:pt x="4046" y="2964"/>
                </a:lnTo>
                <a:lnTo>
                  <a:pt x="4045" y="2964"/>
                </a:lnTo>
                <a:lnTo>
                  <a:pt x="4045" y="2965"/>
                </a:lnTo>
                <a:lnTo>
                  <a:pt x="4044" y="2965"/>
                </a:lnTo>
                <a:lnTo>
                  <a:pt x="4043" y="2966"/>
                </a:lnTo>
                <a:lnTo>
                  <a:pt x="4042" y="2966"/>
                </a:lnTo>
                <a:lnTo>
                  <a:pt x="4041" y="2966"/>
                </a:lnTo>
                <a:lnTo>
                  <a:pt x="4040" y="2966"/>
                </a:lnTo>
                <a:lnTo>
                  <a:pt x="4039" y="2966"/>
                </a:lnTo>
                <a:lnTo>
                  <a:pt x="4038" y="2966"/>
                </a:lnTo>
                <a:lnTo>
                  <a:pt x="4037" y="2966"/>
                </a:lnTo>
                <a:lnTo>
                  <a:pt x="4037" y="2965"/>
                </a:lnTo>
                <a:lnTo>
                  <a:pt x="4036" y="2965"/>
                </a:lnTo>
                <a:lnTo>
                  <a:pt x="4036" y="2966"/>
                </a:lnTo>
                <a:lnTo>
                  <a:pt x="4036" y="2967"/>
                </a:lnTo>
                <a:lnTo>
                  <a:pt x="4034" y="2968"/>
                </a:lnTo>
                <a:lnTo>
                  <a:pt x="4033" y="2969"/>
                </a:lnTo>
                <a:lnTo>
                  <a:pt x="4033" y="2970"/>
                </a:lnTo>
                <a:lnTo>
                  <a:pt x="4032" y="2970"/>
                </a:lnTo>
                <a:lnTo>
                  <a:pt x="4031" y="2970"/>
                </a:lnTo>
                <a:lnTo>
                  <a:pt x="4030" y="2969"/>
                </a:lnTo>
                <a:lnTo>
                  <a:pt x="4029" y="2969"/>
                </a:lnTo>
                <a:lnTo>
                  <a:pt x="4028" y="2968"/>
                </a:lnTo>
                <a:lnTo>
                  <a:pt x="4027" y="2967"/>
                </a:lnTo>
                <a:lnTo>
                  <a:pt x="4027" y="2966"/>
                </a:lnTo>
                <a:lnTo>
                  <a:pt x="4027" y="2964"/>
                </a:lnTo>
                <a:lnTo>
                  <a:pt x="4027" y="2963"/>
                </a:lnTo>
                <a:lnTo>
                  <a:pt x="4027" y="2961"/>
                </a:lnTo>
                <a:lnTo>
                  <a:pt x="4026" y="2961"/>
                </a:lnTo>
                <a:lnTo>
                  <a:pt x="4027" y="2960"/>
                </a:lnTo>
                <a:lnTo>
                  <a:pt x="4028" y="2960"/>
                </a:lnTo>
                <a:lnTo>
                  <a:pt x="4028" y="2959"/>
                </a:lnTo>
                <a:lnTo>
                  <a:pt x="4028" y="2958"/>
                </a:lnTo>
                <a:lnTo>
                  <a:pt x="4027" y="2958"/>
                </a:lnTo>
                <a:lnTo>
                  <a:pt x="4027" y="2957"/>
                </a:lnTo>
                <a:lnTo>
                  <a:pt x="4026" y="2957"/>
                </a:lnTo>
                <a:lnTo>
                  <a:pt x="4026" y="2958"/>
                </a:lnTo>
                <a:lnTo>
                  <a:pt x="4026" y="2959"/>
                </a:lnTo>
                <a:lnTo>
                  <a:pt x="4025" y="2960"/>
                </a:lnTo>
                <a:lnTo>
                  <a:pt x="4024" y="2959"/>
                </a:lnTo>
                <a:lnTo>
                  <a:pt x="4024" y="2960"/>
                </a:lnTo>
                <a:lnTo>
                  <a:pt x="4023" y="2960"/>
                </a:lnTo>
                <a:lnTo>
                  <a:pt x="4023" y="2961"/>
                </a:lnTo>
                <a:lnTo>
                  <a:pt x="4023" y="2962"/>
                </a:lnTo>
                <a:lnTo>
                  <a:pt x="4022" y="2963"/>
                </a:lnTo>
                <a:lnTo>
                  <a:pt x="4021" y="2964"/>
                </a:lnTo>
                <a:lnTo>
                  <a:pt x="4020" y="2965"/>
                </a:lnTo>
                <a:lnTo>
                  <a:pt x="4020" y="2966"/>
                </a:lnTo>
                <a:lnTo>
                  <a:pt x="4019" y="2967"/>
                </a:lnTo>
                <a:lnTo>
                  <a:pt x="4018" y="2967"/>
                </a:lnTo>
                <a:lnTo>
                  <a:pt x="4016" y="2967"/>
                </a:lnTo>
                <a:lnTo>
                  <a:pt x="4016" y="2968"/>
                </a:lnTo>
                <a:lnTo>
                  <a:pt x="4015" y="2968"/>
                </a:lnTo>
                <a:lnTo>
                  <a:pt x="4013" y="2969"/>
                </a:lnTo>
                <a:lnTo>
                  <a:pt x="4013" y="2970"/>
                </a:lnTo>
                <a:lnTo>
                  <a:pt x="4013" y="2971"/>
                </a:lnTo>
                <a:lnTo>
                  <a:pt x="4014" y="2971"/>
                </a:lnTo>
                <a:lnTo>
                  <a:pt x="4014" y="2970"/>
                </a:lnTo>
                <a:lnTo>
                  <a:pt x="4014" y="2971"/>
                </a:lnTo>
                <a:lnTo>
                  <a:pt x="4016" y="2973"/>
                </a:lnTo>
                <a:lnTo>
                  <a:pt x="4016" y="2974"/>
                </a:lnTo>
                <a:lnTo>
                  <a:pt x="4015" y="2974"/>
                </a:lnTo>
                <a:lnTo>
                  <a:pt x="4014" y="2975"/>
                </a:lnTo>
                <a:lnTo>
                  <a:pt x="4013" y="2976"/>
                </a:lnTo>
                <a:lnTo>
                  <a:pt x="4013" y="2977"/>
                </a:lnTo>
                <a:lnTo>
                  <a:pt x="4013" y="2978"/>
                </a:lnTo>
                <a:lnTo>
                  <a:pt x="4014" y="2978"/>
                </a:lnTo>
                <a:lnTo>
                  <a:pt x="4014" y="2979"/>
                </a:lnTo>
                <a:lnTo>
                  <a:pt x="4014" y="2980"/>
                </a:lnTo>
                <a:lnTo>
                  <a:pt x="4012" y="2980"/>
                </a:lnTo>
                <a:lnTo>
                  <a:pt x="4008" y="2979"/>
                </a:lnTo>
                <a:lnTo>
                  <a:pt x="4006" y="2978"/>
                </a:lnTo>
                <a:lnTo>
                  <a:pt x="4006" y="2977"/>
                </a:lnTo>
                <a:lnTo>
                  <a:pt x="4005" y="2977"/>
                </a:lnTo>
                <a:lnTo>
                  <a:pt x="4003" y="2977"/>
                </a:lnTo>
                <a:lnTo>
                  <a:pt x="4003" y="2976"/>
                </a:lnTo>
                <a:lnTo>
                  <a:pt x="4002" y="2976"/>
                </a:lnTo>
                <a:lnTo>
                  <a:pt x="4001" y="2977"/>
                </a:lnTo>
                <a:lnTo>
                  <a:pt x="4002" y="2977"/>
                </a:lnTo>
                <a:lnTo>
                  <a:pt x="4002" y="2978"/>
                </a:lnTo>
                <a:lnTo>
                  <a:pt x="4002" y="2979"/>
                </a:lnTo>
                <a:lnTo>
                  <a:pt x="4001" y="2980"/>
                </a:lnTo>
                <a:lnTo>
                  <a:pt x="4001" y="2981"/>
                </a:lnTo>
                <a:lnTo>
                  <a:pt x="4000" y="2981"/>
                </a:lnTo>
                <a:lnTo>
                  <a:pt x="3999" y="2981"/>
                </a:lnTo>
                <a:lnTo>
                  <a:pt x="4000" y="2981"/>
                </a:lnTo>
                <a:lnTo>
                  <a:pt x="4001" y="2982"/>
                </a:lnTo>
                <a:lnTo>
                  <a:pt x="4002" y="2983"/>
                </a:lnTo>
                <a:lnTo>
                  <a:pt x="4001" y="2983"/>
                </a:lnTo>
                <a:lnTo>
                  <a:pt x="4000" y="2983"/>
                </a:lnTo>
                <a:lnTo>
                  <a:pt x="4001" y="2984"/>
                </a:lnTo>
                <a:lnTo>
                  <a:pt x="4002" y="2985"/>
                </a:lnTo>
                <a:lnTo>
                  <a:pt x="4003" y="2985"/>
                </a:lnTo>
                <a:lnTo>
                  <a:pt x="4004" y="2985"/>
                </a:lnTo>
                <a:lnTo>
                  <a:pt x="4005" y="2985"/>
                </a:lnTo>
                <a:lnTo>
                  <a:pt x="4006" y="2985"/>
                </a:lnTo>
                <a:lnTo>
                  <a:pt x="4006" y="2984"/>
                </a:lnTo>
                <a:lnTo>
                  <a:pt x="4008" y="2984"/>
                </a:lnTo>
                <a:lnTo>
                  <a:pt x="4009" y="2984"/>
                </a:lnTo>
                <a:lnTo>
                  <a:pt x="4010" y="2983"/>
                </a:lnTo>
                <a:lnTo>
                  <a:pt x="4011" y="2983"/>
                </a:lnTo>
                <a:lnTo>
                  <a:pt x="4012" y="2983"/>
                </a:lnTo>
                <a:lnTo>
                  <a:pt x="4013" y="2983"/>
                </a:lnTo>
                <a:lnTo>
                  <a:pt x="4015" y="2983"/>
                </a:lnTo>
                <a:lnTo>
                  <a:pt x="4016" y="2983"/>
                </a:lnTo>
                <a:lnTo>
                  <a:pt x="4016" y="2984"/>
                </a:lnTo>
                <a:lnTo>
                  <a:pt x="4016" y="2985"/>
                </a:lnTo>
                <a:lnTo>
                  <a:pt x="4015" y="2986"/>
                </a:lnTo>
                <a:lnTo>
                  <a:pt x="4015" y="2987"/>
                </a:lnTo>
                <a:lnTo>
                  <a:pt x="4015" y="2988"/>
                </a:lnTo>
                <a:lnTo>
                  <a:pt x="4014" y="2989"/>
                </a:lnTo>
                <a:lnTo>
                  <a:pt x="4013" y="2989"/>
                </a:lnTo>
                <a:lnTo>
                  <a:pt x="4014" y="2990"/>
                </a:lnTo>
                <a:lnTo>
                  <a:pt x="4014" y="2989"/>
                </a:lnTo>
                <a:lnTo>
                  <a:pt x="4015" y="2989"/>
                </a:lnTo>
                <a:lnTo>
                  <a:pt x="4017" y="2989"/>
                </a:lnTo>
                <a:lnTo>
                  <a:pt x="4018" y="2988"/>
                </a:lnTo>
                <a:lnTo>
                  <a:pt x="4019" y="2988"/>
                </a:lnTo>
                <a:lnTo>
                  <a:pt x="4020" y="2989"/>
                </a:lnTo>
                <a:lnTo>
                  <a:pt x="4020" y="2990"/>
                </a:lnTo>
                <a:lnTo>
                  <a:pt x="4020" y="2991"/>
                </a:lnTo>
                <a:lnTo>
                  <a:pt x="4020" y="2992"/>
                </a:lnTo>
                <a:lnTo>
                  <a:pt x="4021" y="2993"/>
                </a:lnTo>
                <a:lnTo>
                  <a:pt x="4022" y="2994"/>
                </a:lnTo>
                <a:lnTo>
                  <a:pt x="4021" y="2995"/>
                </a:lnTo>
                <a:lnTo>
                  <a:pt x="4021" y="2996"/>
                </a:lnTo>
                <a:lnTo>
                  <a:pt x="4022" y="2996"/>
                </a:lnTo>
                <a:lnTo>
                  <a:pt x="4022" y="2997"/>
                </a:lnTo>
                <a:lnTo>
                  <a:pt x="4023" y="2997"/>
                </a:lnTo>
                <a:lnTo>
                  <a:pt x="4023" y="2998"/>
                </a:lnTo>
                <a:lnTo>
                  <a:pt x="4022" y="2998"/>
                </a:lnTo>
                <a:lnTo>
                  <a:pt x="4021" y="2998"/>
                </a:lnTo>
                <a:lnTo>
                  <a:pt x="4020" y="2998"/>
                </a:lnTo>
                <a:lnTo>
                  <a:pt x="4019" y="2998"/>
                </a:lnTo>
                <a:lnTo>
                  <a:pt x="4019" y="2999"/>
                </a:lnTo>
                <a:lnTo>
                  <a:pt x="4018" y="2999"/>
                </a:lnTo>
                <a:lnTo>
                  <a:pt x="4017" y="2999"/>
                </a:lnTo>
                <a:lnTo>
                  <a:pt x="4016" y="3000"/>
                </a:lnTo>
                <a:lnTo>
                  <a:pt x="4015" y="3001"/>
                </a:lnTo>
                <a:lnTo>
                  <a:pt x="4014" y="3001"/>
                </a:lnTo>
                <a:lnTo>
                  <a:pt x="4014" y="3002"/>
                </a:lnTo>
                <a:lnTo>
                  <a:pt x="4013" y="3003"/>
                </a:lnTo>
                <a:lnTo>
                  <a:pt x="4012" y="3003"/>
                </a:lnTo>
                <a:lnTo>
                  <a:pt x="4012" y="3004"/>
                </a:lnTo>
                <a:lnTo>
                  <a:pt x="4011" y="3004"/>
                </a:lnTo>
                <a:lnTo>
                  <a:pt x="4010" y="3005"/>
                </a:lnTo>
                <a:lnTo>
                  <a:pt x="4010" y="3006"/>
                </a:lnTo>
                <a:lnTo>
                  <a:pt x="4009" y="3006"/>
                </a:lnTo>
                <a:lnTo>
                  <a:pt x="4009" y="3007"/>
                </a:lnTo>
                <a:lnTo>
                  <a:pt x="4008" y="3008"/>
                </a:lnTo>
                <a:lnTo>
                  <a:pt x="4008" y="3009"/>
                </a:lnTo>
                <a:lnTo>
                  <a:pt x="4007" y="3009"/>
                </a:lnTo>
                <a:lnTo>
                  <a:pt x="4007" y="3008"/>
                </a:lnTo>
                <a:lnTo>
                  <a:pt x="4007" y="3007"/>
                </a:lnTo>
                <a:lnTo>
                  <a:pt x="4008" y="3006"/>
                </a:lnTo>
                <a:lnTo>
                  <a:pt x="4007" y="3006"/>
                </a:lnTo>
                <a:lnTo>
                  <a:pt x="4007" y="3007"/>
                </a:lnTo>
                <a:lnTo>
                  <a:pt x="4007" y="3006"/>
                </a:lnTo>
                <a:lnTo>
                  <a:pt x="4007" y="3005"/>
                </a:lnTo>
                <a:lnTo>
                  <a:pt x="4006" y="3005"/>
                </a:lnTo>
                <a:lnTo>
                  <a:pt x="4006" y="3004"/>
                </a:lnTo>
                <a:lnTo>
                  <a:pt x="4005" y="3004"/>
                </a:lnTo>
                <a:lnTo>
                  <a:pt x="4005" y="3005"/>
                </a:lnTo>
                <a:lnTo>
                  <a:pt x="4006" y="3006"/>
                </a:lnTo>
                <a:lnTo>
                  <a:pt x="4007" y="3007"/>
                </a:lnTo>
                <a:lnTo>
                  <a:pt x="4006" y="3008"/>
                </a:lnTo>
                <a:lnTo>
                  <a:pt x="4006" y="3007"/>
                </a:lnTo>
                <a:lnTo>
                  <a:pt x="4005" y="3007"/>
                </a:lnTo>
                <a:lnTo>
                  <a:pt x="4005" y="3006"/>
                </a:lnTo>
                <a:lnTo>
                  <a:pt x="4005" y="3007"/>
                </a:lnTo>
                <a:lnTo>
                  <a:pt x="4004" y="3007"/>
                </a:lnTo>
                <a:lnTo>
                  <a:pt x="4005" y="3008"/>
                </a:lnTo>
                <a:lnTo>
                  <a:pt x="4006" y="3008"/>
                </a:lnTo>
                <a:lnTo>
                  <a:pt x="4005" y="3009"/>
                </a:lnTo>
                <a:lnTo>
                  <a:pt x="4005" y="3010"/>
                </a:lnTo>
                <a:lnTo>
                  <a:pt x="4004" y="3011"/>
                </a:lnTo>
                <a:lnTo>
                  <a:pt x="4004" y="3012"/>
                </a:lnTo>
                <a:lnTo>
                  <a:pt x="4003" y="3013"/>
                </a:lnTo>
                <a:lnTo>
                  <a:pt x="4002" y="3013"/>
                </a:lnTo>
                <a:lnTo>
                  <a:pt x="4001" y="3015"/>
                </a:lnTo>
                <a:lnTo>
                  <a:pt x="4001" y="3016"/>
                </a:lnTo>
                <a:lnTo>
                  <a:pt x="4001" y="3018"/>
                </a:lnTo>
                <a:lnTo>
                  <a:pt x="4001" y="3020"/>
                </a:lnTo>
                <a:lnTo>
                  <a:pt x="4001" y="3021"/>
                </a:lnTo>
                <a:lnTo>
                  <a:pt x="4001" y="3022"/>
                </a:lnTo>
                <a:lnTo>
                  <a:pt x="4000" y="3022"/>
                </a:lnTo>
                <a:lnTo>
                  <a:pt x="3999" y="3022"/>
                </a:lnTo>
                <a:lnTo>
                  <a:pt x="3998" y="3022"/>
                </a:lnTo>
                <a:lnTo>
                  <a:pt x="3997" y="3022"/>
                </a:lnTo>
                <a:lnTo>
                  <a:pt x="3996" y="3022"/>
                </a:lnTo>
                <a:lnTo>
                  <a:pt x="3995" y="3023"/>
                </a:lnTo>
                <a:lnTo>
                  <a:pt x="3995" y="3024"/>
                </a:lnTo>
                <a:lnTo>
                  <a:pt x="3994" y="3025"/>
                </a:lnTo>
                <a:lnTo>
                  <a:pt x="3994" y="3026"/>
                </a:lnTo>
                <a:lnTo>
                  <a:pt x="3994" y="3025"/>
                </a:lnTo>
                <a:lnTo>
                  <a:pt x="3993" y="3025"/>
                </a:lnTo>
                <a:lnTo>
                  <a:pt x="3992" y="3026"/>
                </a:lnTo>
                <a:lnTo>
                  <a:pt x="3992" y="3027"/>
                </a:lnTo>
                <a:lnTo>
                  <a:pt x="3992" y="3028"/>
                </a:lnTo>
                <a:lnTo>
                  <a:pt x="3992" y="3029"/>
                </a:lnTo>
                <a:lnTo>
                  <a:pt x="3991" y="3029"/>
                </a:lnTo>
                <a:lnTo>
                  <a:pt x="3990" y="3029"/>
                </a:lnTo>
                <a:lnTo>
                  <a:pt x="3990" y="3030"/>
                </a:lnTo>
                <a:lnTo>
                  <a:pt x="3989" y="3030"/>
                </a:lnTo>
                <a:lnTo>
                  <a:pt x="3989" y="3031"/>
                </a:lnTo>
                <a:lnTo>
                  <a:pt x="3989" y="3032"/>
                </a:lnTo>
                <a:lnTo>
                  <a:pt x="3989" y="3034"/>
                </a:lnTo>
                <a:lnTo>
                  <a:pt x="3988" y="3034"/>
                </a:lnTo>
                <a:lnTo>
                  <a:pt x="3987" y="3035"/>
                </a:lnTo>
                <a:lnTo>
                  <a:pt x="3986" y="3034"/>
                </a:lnTo>
                <a:lnTo>
                  <a:pt x="3987" y="3033"/>
                </a:lnTo>
                <a:lnTo>
                  <a:pt x="3986" y="3032"/>
                </a:lnTo>
                <a:lnTo>
                  <a:pt x="3986" y="3031"/>
                </a:lnTo>
                <a:lnTo>
                  <a:pt x="3988" y="3030"/>
                </a:lnTo>
                <a:lnTo>
                  <a:pt x="3988" y="3029"/>
                </a:lnTo>
                <a:lnTo>
                  <a:pt x="3989" y="3029"/>
                </a:lnTo>
                <a:lnTo>
                  <a:pt x="3989" y="3028"/>
                </a:lnTo>
                <a:lnTo>
                  <a:pt x="3989" y="3027"/>
                </a:lnTo>
                <a:lnTo>
                  <a:pt x="3990" y="3026"/>
                </a:lnTo>
                <a:lnTo>
                  <a:pt x="3991" y="3026"/>
                </a:lnTo>
                <a:lnTo>
                  <a:pt x="3991" y="3025"/>
                </a:lnTo>
                <a:lnTo>
                  <a:pt x="3990" y="3026"/>
                </a:lnTo>
                <a:lnTo>
                  <a:pt x="3990" y="3025"/>
                </a:lnTo>
                <a:lnTo>
                  <a:pt x="3989" y="3026"/>
                </a:lnTo>
                <a:lnTo>
                  <a:pt x="3989" y="3025"/>
                </a:lnTo>
                <a:lnTo>
                  <a:pt x="3990" y="3025"/>
                </a:lnTo>
                <a:lnTo>
                  <a:pt x="3989" y="3024"/>
                </a:lnTo>
                <a:lnTo>
                  <a:pt x="3988" y="3023"/>
                </a:lnTo>
                <a:lnTo>
                  <a:pt x="3989" y="3022"/>
                </a:lnTo>
                <a:lnTo>
                  <a:pt x="3989" y="3021"/>
                </a:lnTo>
                <a:lnTo>
                  <a:pt x="3988" y="3022"/>
                </a:lnTo>
                <a:lnTo>
                  <a:pt x="3988" y="3023"/>
                </a:lnTo>
                <a:lnTo>
                  <a:pt x="3988" y="3024"/>
                </a:lnTo>
                <a:lnTo>
                  <a:pt x="3987" y="3024"/>
                </a:lnTo>
                <a:lnTo>
                  <a:pt x="3986" y="3023"/>
                </a:lnTo>
                <a:lnTo>
                  <a:pt x="3985" y="3022"/>
                </a:lnTo>
                <a:lnTo>
                  <a:pt x="3984" y="3022"/>
                </a:lnTo>
                <a:lnTo>
                  <a:pt x="3984" y="3021"/>
                </a:lnTo>
                <a:lnTo>
                  <a:pt x="3983" y="3020"/>
                </a:lnTo>
                <a:lnTo>
                  <a:pt x="3983" y="3021"/>
                </a:lnTo>
                <a:lnTo>
                  <a:pt x="3984" y="3021"/>
                </a:lnTo>
                <a:lnTo>
                  <a:pt x="3984" y="3022"/>
                </a:lnTo>
                <a:lnTo>
                  <a:pt x="3984" y="3023"/>
                </a:lnTo>
                <a:lnTo>
                  <a:pt x="3984" y="3024"/>
                </a:lnTo>
                <a:lnTo>
                  <a:pt x="3983" y="3025"/>
                </a:lnTo>
                <a:lnTo>
                  <a:pt x="3983" y="3026"/>
                </a:lnTo>
                <a:lnTo>
                  <a:pt x="3982" y="3026"/>
                </a:lnTo>
                <a:lnTo>
                  <a:pt x="3982" y="3027"/>
                </a:lnTo>
                <a:lnTo>
                  <a:pt x="3982" y="3028"/>
                </a:lnTo>
                <a:lnTo>
                  <a:pt x="3983" y="3028"/>
                </a:lnTo>
                <a:lnTo>
                  <a:pt x="3983" y="3029"/>
                </a:lnTo>
                <a:lnTo>
                  <a:pt x="3984" y="3029"/>
                </a:lnTo>
                <a:lnTo>
                  <a:pt x="3984" y="3030"/>
                </a:lnTo>
                <a:lnTo>
                  <a:pt x="3983" y="3030"/>
                </a:lnTo>
                <a:lnTo>
                  <a:pt x="3982" y="3031"/>
                </a:lnTo>
                <a:lnTo>
                  <a:pt x="3981" y="3031"/>
                </a:lnTo>
                <a:lnTo>
                  <a:pt x="3981" y="3032"/>
                </a:lnTo>
                <a:lnTo>
                  <a:pt x="3980" y="3032"/>
                </a:lnTo>
                <a:lnTo>
                  <a:pt x="3979" y="3033"/>
                </a:lnTo>
                <a:lnTo>
                  <a:pt x="3978" y="3034"/>
                </a:lnTo>
                <a:lnTo>
                  <a:pt x="3978" y="3035"/>
                </a:lnTo>
                <a:lnTo>
                  <a:pt x="3977" y="3036"/>
                </a:lnTo>
                <a:lnTo>
                  <a:pt x="3977" y="3037"/>
                </a:lnTo>
                <a:lnTo>
                  <a:pt x="3977" y="3038"/>
                </a:lnTo>
                <a:lnTo>
                  <a:pt x="3976" y="3039"/>
                </a:lnTo>
                <a:lnTo>
                  <a:pt x="3976" y="3040"/>
                </a:lnTo>
                <a:lnTo>
                  <a:pt x="3976" y="3041"/>
                </a:lnTo>
                <a:lnTo>
                  <a:pt x="3976" y="3043"/>
                </a:lnTo>
                <a:lnTo>
                  <a:pt x="3976" y="3044"/>
                </a:lnTo>
                <a:lnTo>
                  <a:pt x="3976" y="3045"/>
                </a:lnTo>
                <a:lnTo>
                  <a:pt x="3977" y="3045"/>
                </a:lnTo>
                <a:lnTo>
                  <a:pt x="3977" y="3046"/>
                </a:lnTo>
                <a:lnTo>
                  <a:pt x="3978" y="3046"/>
                </a:lnTo>
                <a:lnTo>
                  <a:pt x="3978" y="3047"/>
                </a:lnTo>
                <a:lnTo>
                  <a:pt x="3977" y="3047"/>
                </a:lnTo>
                <a:lnTo>
                  <a:pt x="3976" y="3048"/>
                </a:lnTo>
                <a:lnTo>
                  <a:pt x="3976" y="3049"/>
                </a:lnTo>
                <a:lnTo>
                  <a:pt x="3975" y="3049"/>
                </a:lnTo>
                <a:lnTo>
                  <a:pt x="3975" y="3050"/>
                </a:lnTo>
                <a:lnTo>
                  <a:pt x="3975" y="3051"/>
                </a:lnTo>
                <a:lnTo>
                  <a:pt x="3974" y="3051"/>
                </a:lnTo>
                <a:lnTo>
                  <a:pt x="3973" y="3052"/>
                </a:lnTo>
                <a:lnTo>
                  <a:pt x="3973" y="3054"/>
                </a:lnTo>
                <a:lnTo>
                  <a:pt x="3972" y="3054"/>
                </a:lnTo>
                <a:lnTo>
                  <a:pt x="3972" y="3053"/>
                </a:lnTo>
                <a:lnTo>
                  <a:pt x="3973" y="3052"/>
                </a:lnTo>
                <a:lnTo>
                  <a:pt x="3973" y="3051"/>
                </a:lnTo>
                <a:lnTo>
                  <a:pt x="3974" y="3051"/>
                </a:lnTo>
                <a:lnTo>
                  <a:pt x="3974" y="3050"/>
                </a:lnTo>
                <a:lnTo>
                  <a:pt x="3973" y="3049"/>
                </a:lnTo>
                <a:lnTo>
                  <a:pt x="3973" y="3048"/>
                </a:lnTo>
                <a:lnTo>
                  <a:pt x="3974" y="3047"/>
                </a:lnTo>
                <a:lnTo>
                  <a:pt x="3974" y="3046"/>
                </a:lnTo>
                <a:lnTo>
                  <a:pt x="3975" y="3046"/>
                </a:lnTo>
                <a:lnTo>
                  <a:pt x="3975" y="3045"/>
                </a:lnTo>
                <a:lnTo>
                  <a:pt x="3975" y="3044"/>
                </a:lnTo>
                <a:lnTo>
                  <a:pt x="3975" y="3043"/>
                </a:lnTo>
                <a:lnTo>
                  <a:pt x="3975" y="3042"/>
                </a:lnTo>
                <a:lnTo>
                  <a:pt x="3975" y="3041"/>
                </a:lnTo>
                <a:lnTo>
                  <a:pt x="3974" y="3041"/>
                </a:lnTo>
                <a:lnTo>
                  <a:pt x="3974" y="3040"/>
                </a:lnTo>
                <a:lnTo>
                  <a:pt x="3974" y="3039"/>
                </a:lnTo>
                <a:lnTo>
                  <a:pt x="3974" y="3038"/>
                </a:lnTo>
                <a:lnTo>
                  <a:pt x="3973" y="3038"/>
                </a:lnTo>
                <a:lnTo>
                  <a:pt x="3973" y="3037"/>
                </a:lnTo>
                <a:lnTo>
                  <a:pt x="3972" y="3037"/>
                </a:lnTo>
                <a:lnTo>
                  <a:pt x="3971" y="3037"/>
                </a:lnTo>
                <a:lnTo>
                  <a:pt x="3972" y="3036"/>
                </a:lnTo>
                <a:lnTo>
                  <a:pt x="3971" y="3036"/>
                </a:lnTo>
                <a:lnTo>
                  <a:pt x="3971" y="3035"/>
                </a:lnTo>
                <a:lnTo>
                  <a:pt x="3971" y="3036"/>
                </a:lnTo>
                <a:lnTo>
                  <a:pt x="3970" y="3036"/>
                </a:lnTo>
                <a:lnTo>
                  <a:pt x="3970" y="3035"/>
                </a:lnTo>
                <a:lnTo>
                  <a:pt x="3969" y="3035"/>
                </a:lnTo>
                <a:lnTo>
                  <a:pt x="3968" y="3034"/>
                </a:lnTo>
                <a:lnTo>
                  <a:pt x="3967" y="3034"/>
                </a:lnTo>
                <a:lnTo>
                  <a:pt x="3966" y="3034"/>
                </a:lnTo>
                <a:lnTo>
                  <a:pt x="3966" y="3033"/>
                </a:lnTo>
                <a:lnTo>
                  <a:pt x="3965" y="3033"/>
                </a:lnTo>
                <a:lnTo>
                  <a:pt x="3964" y="3033"/>
                </a:lnTo>
                <a:lnTo>
                  <a:pt x="3963" y="3033"/>
                </a:lnTo>
                <a:lnTo>
                  <a:pt x="3962" y="3033"/>
                </a:lnTo>
                <a:lnTo>
                  <a:pt x="3961" y="3033"/>
                </a:lnTo>
                <a:lnTo>
                  <a:pt x="3961" y="3032"/>
                </a:lnTo>
                <a:lnTo>
                  <a:pt x="3960" y="3032"/>
                </a:lnTo>
                <a:lnTo>
                  <a:pt x="3960" y="3031"/>
                </a:lnTo>
                <a:lnTo>
                  <a:pt x="3959" y="3031"/>
                </a:lnTo>
                <a:lnTo>
                  <a:pt x="3958" y="3031"/>
                </a:lnTo>
                <a:lnTo>
                  <a:pt x="3957" y="3031"/>
                </a:lnTo>
                <a:lnTo>
                  <a:pt x="3956" y="3031"/>
                </a:lnTo>
                <a:lnTo>
                  <a:pt x="3956" y="3032"/>
                </a:lnTo>
                <a:lnTo>
                  <a:pt x="3957" y="3032"/>
                </a:lnTo>
                <a:lnTo>
                  <a:pt x="3957" y="3033"/>
                </a:lnTo>
                <a:lnTo>
                  <a:pt x="3958" y="3033"/>
                </a:lnTo>
                <a:lnTo>
                  <a:pt x="3958" y="3034"/>
                </a:lnTo>
                <a:lnTo>
                  <a:pt x="3959" y="3034"/>
                </a:lnTo>
                <a:lnTo>
                  <a:pt x="3960" y="3034"/>
                </a:lnTo>
                <a:lnTo>
                  <a:pt x="3962" y="3034"/>
                </a:lnTo>
                <a:lnTo>
                  <a:pt x="3963" y="3034"/>
                </a:lnTo>
                <a:lnTo>
                  <a:pt x="3963" y="3035"/>
                </a:lnTo>
                <a:lnTo>
                  <a:pt x="3964" y="3035"/>
                </a:lnTo>
                <a:lnTo>
                  <a:pt x="3964" y="3036"/>
                </a:lnTo>
                <a:lnTo>
                  <a:pt x="3964" y="3037"/>
                </a:lnTo>
                <a:lnTo>
                  <a:pt x="3964" y="3038"/>
                </a:lnTo>
                <a:lnTo>
                  <a:pt x="3965" y="3038"/>
                </a:lnTo>
                <a:lnTo>
                  <a:pt x="3965" y="3039"/>
                </a:lnTo>
                <a:lnTo>
                  <a:pt x="3964" y="3040"/>
                </a:lnTo>
                <a:lnTo>
                  <a:pt x="3964" y="3041"/>
                </a:lnTo>
                <a:lnTo>
                  <a:pt x="3964" y="3042"/>
                </a:lnTo>
                <a:lnTo>
                  <a:pt x="3965" y="3042"/>
                </a:lnTo>
                <a:lnTo>
                  <a:pt x="3965" y="3043"/>
                </a:lnTo>
                <a:lnTo>
                  <a:pt x="3964" y="3043"/>
                </a:lnTo>
                <a:lnTo>
                  <a:pt x="3963" y="3043"/>
                </a:lnTo>
                <a:lnTo>
                  <a:pt x="3962" y="3043"/>
                </a:lnTo>
                <a:lnTo>
                  <a:pt x="3962" y="3044"/>
                </a:lnTo>
                <a:lnTo>
                  <a:pt x="3962" y="3045"/>
                </a:lnTo>
                <a:lnTo>
                  <a:pt x="3963" y="3045"/>
                </a:lnTo>
                <a:lnTo>
                  <a:pt x="3963" y="3046"/>
                </a:lnTo>
                <a:lnTo>
                  <a:pt x="3962" y="3046"/>
                </a:lnTo>
                <a:lnTo>
                  <a:pt x="3961" y="3047"/>
                </a:lnTo>
                <a:lnTo>
                  <a:pt x="3960" y="3048"/>
                </a:lnTo>
                <a:lnTo>
                  <a:pt x="3960" y="3049"/>
                </a:lnTo>
                <a:lnTo>
                  <a:pt x="3960" y="3050"/>
                </a:lnTo>
                <a:lnTo>
                  <a:pt x="3959" y="3050"/>
                </a:lnTo>
                <a:lnTo>
                  <a:pt x="3958" y="3049"/>
                </a:lnTo>
                <a:lnTo>
                  <a:pt x="3957" y="3048"/>
                </a:lnTo>
                <a:lnTo>
                  <a:pt x="3956" y="3048"/>
                </a:lnTo>
                <a:lnTo>
                  <a:pt x="3957" y="3049"/>
                </a:lnTo>
                <a:lnTo>
                  <a:pt x="3958" y="3049"/>
                </a:lnTo>
                <a:lnTo>
                  <a:pt x="3958" y="3050"/>
                </a:lnTo>
                <a:lnTo>
                  <a:pt x="3959" y="3050"/>
                </a:lnTo>
                <a:lnTo>
                  <a:pt x="3959" y="3051"/>
                </a:lnTo>
                <a:lnTo>
                  <a:pt x="3959" y="3052"/>
                </a:lnTo>
                <a:lnTo>
                  <a:pt x="3960" y="3052"/>
                </a:lnTo>
                <a:lnTo>
                  <a:pt x="3960" y="3051"/>
                </a:lnTo>
                <a:lnTo>
                  <a:pt x="3961" y="3051"/>
                </a:lnTo>
                <a:lnTo>
                  <a:pt x="3961" y="3052"/>
                </a:lnTo>
                <a:lnTo>
                  <a:pt x="3962" y="3052"/>
                </a:lnTo>
                <a:lnTo>
                  <a:pt x="3962" y="3051"/>
                </a:lnTo>
                <a:lnTo>
                  <a:pt x="3962" y="3050"/>
                </a:lnTo>
                <a:lnTo>
                  <a:pt x="3963" y="3050"/>
                </a:lnTo>
                <a:lnTo>
                  <a:pt x="3963" y="3051"/>
                </a:lnTo>
                <a:lnTo>
                  <a:pt x="3964" y="3050"/>
                </a:lnTo>
                <a:lnTo>
                  <a:pt x="3964" y="3049"/>
                </a:lnTo>
                <a:lnTo>
                  <a:pt x="3965" y="3050"/>
                </a:lnTo>
                <a:lnTo>
                  <a:pt x="3965" y="3051"/>
                </a:lnTo>
                <a:lnTo>
                  <a:pt x="3966" y="3051"/>
                </a:lnTo>
                <a:lnTo>
                  <a:pt x="3966" y="3050"/>
                </a:lnTo>
                <a:lnTo>
                  <a:pt x="3966" y="3051"/>
                </a:lnTo>
                <a:lnTo>
                  <a:pt x="3967" y="3051"/>
                </a:lnTo>
                <a:lnTo>
                  <a:pt x="3968" y="3052"/>
                </a:lnTo>
                <a:lnTo>
                  <a:pt x="3967" y="3052"/>
                </a:lnTo>
                <a:lnTo>
                  <a:pt x="3967" y="3053"/>
                </a:lnTo>
                <a:lnTo>
                  <a:pt x="3967" y="3054"/>
                </a:lnTo>
                <a:lnTo>
                  <a:pt x="3966" y="3054"/>
                </a:lnTo>
                <a:lnTo>
                  <a:pt x="3965" y="3053"/>
                </a:lnTo>
                <a:lnTo>
                  <a:pt x="3964" y="3054"/>
                </a:lnTo>
                <a:lnTo>
                  <a:pt x="3963" y="3055"/>
                </a:lnTo>
                <a:lnTo>
                  <a:pt x="3963" y="3056"/>
                </a:lnTo>
                <a:lnTo>
                  <a:pt x="3963" y="3057"/>
                </a:lnTo>
                <a:lnTo>
                  <a:pt x="3962" y="3058"/>
                </a:lnTo>
                <a:lnTo>
                  <a:pt x="3963" y="3058"/>
                </a:lnTo>
                <a:lnTo>
                  <a:pt x="3963" y="3059"/>
                </a:lnTo>
                <a:lnTo>
                  <a:pt x="3964" y="3060"/>
                </a:lnTo>
                <a:lnTo>
                  <a:pt x="3963" y="3060"/>
                </a:lnTo>
                <a:lnTo>
                  <a:pt x="3962" y="3060"/>
                </a:lnTo>
                <a:lnTo>
                  <a:pt x="3962" y="3061"/>
                </a:lnTo>
                <a:lnTo>
                  <a:pt x="3961" y="3060"/>
                </a:lnTo>
                <a:lnTo>
                  <a:pt x="3960" y="3060"/>
                </a:lnTo>
                <a:lnTo>
                  <a:pt x="3960" y="3059"/>
                </a:lnTo>
                <a:lnTo>
                  <a:pt x="3959" y="3059"/>
                </a:lnTo>
                <a:lnTo>
                  <a:pt x="3959" y="3060"/>
                </a:lnTo>
                <a:lnTo>
                  <a:pt x="3958" y="3060"/>
                </a:lnTo>
                <a:lnTo>
                  <a:pt x="3958" y="3061"/>
                </a:lnTo>
                <a:lnTo>
                  <a:pt x="3958" y="3062"/>
                </a:lnTo>
                <a:lnTo>
                  <a:pt x="3957" y="3063"/>
                </a:lnTo>
                <a:lnTo>
                  <a:pt x="3957" y="3065"/>
                </a:lnTo>
                <a:lnTo>
                  <a:pt x="3958" y="3066"/>
                </a:lnTo>
                <a:lnTo>
                  <a:pt x="3958" y="3067"/>
                </a:lnTo>
                <a:lnTo>
                  <a:pt x="3959" y="3067"/>
                </a:lnTo>
                <a:lnTo>
                  <a:pt x="3959" y="3066"/>
                </a:lnTo>
                <a:lnTo>
                  <a:pt x="3959" y="3067"/>
                </a:lnTo>
                <a:lnTo>
                  <a:pt x="3960" y="3067"/>
                </a:lnTo>
                <a:lnTo>
                  <a:pt x="3960" y="3068"/>
                </a:lnTo>
                <a:lnTo>
                  <a:pt x="3959" y="3068"/>
                </a:lnTo>
                <a:lnTo>
                  <a:pt x="3959" y="3067"/>
                </a:lnTo>
                <a:lnTo>
                  <a:pt x="3958" y="3067"/>
                </a:lnTo>
                <a:lnTo>
                  <a:pt x="3957" y="3068"/>
                </a:lnTo>
                <a:lnTo>
                  <a:pt x="3956" y="3068"/>
                </a:lnTo>
                <a:lnTo>
                  <a:pt x="3955" y="3068"/>
                </a:lnTo>
                <a:lnTo>
                  <a:pt x="3954" y="3069"/>
                </a:lnTo>
                <a:lnTo>
                  <a:pt x="3953" y="3069"/>
                </a:lnTo>
                <a:lnTo>
                  <a:pt x="3953" y="3070"/>
                </a:lnTo>
                <a:lnTo>
                  <a:pt x="3953" y="3069"/>
                </a:lnTo>
                <a:lnTo>
                  <a:pt x="3953" y="3068"/>
                </a:lnTo>
                <a:lnTo>
                  <a:pt x="3952" y="3068"/>
                </a:lnTo>
                <a:lnTo>
                  <a:pt x="3951" y="3068"/>
                </a:lnTo>
                <a:lnTo>
                  <a:pt x="3950" y="3068"/>
                </a:lnTo>
                <a:lnTo>
                  <a:pt x="3950" y="3069"/>
                </a:lnTo>
                <a:lnTo>
                  <a:pt x="3949" y="3069"/>
                </a:lnTo>
                <a:lnTo>
                  <a:pt x="3948" y="3069"/>
                </a:lnTo>
                <a:lnTo>
                  <a:pt x="3948" y="3068"/>
                </a:lnTo>
                <a:lnTo>
                  <a:pt x="3949" y="3068"/>
                </a:lnTo>
                <a:lnTo>
                  <a:pt x="3950" y="3067"/>
                </a:lnTo>
                <a:lnTo>
                  <a:pt x="3951" y="3066"/>
                </a:lnTo>
                <a:lnTo>
                  <a:pt x="3951" y="3065"/>
                </a:lnTo>
                <a:lnTo>
                  <a:pt x="3952" y="3065"/>
                </a:lnTo>
                <a:lnTo>
                  <a:pt x="3953" y="3064"/>
                </a:lnTo>
                <a:lnTo>
                  <a:pt x="3954" y="3062"/>
                </a:lnTo>
                <a:lnTo>
                  <a:pt x="3954" y="3061"/>
                </a:lnTo>
                <a:lnTo>
                  <a:pt x="3953" y="3059"/>
                </a:lnTo>
                <a:lnTo>
                  <a:pt x="3952" y="3058"/>
                </a:lnTo>
                <a:lnTo>
                  <a:pt x="3951" y="3058"/>
                </a:lnTo>
                <a:lnTo>
                  <a:pt x="3951" y="3057"/>
                </a:lnTo>
                <a:lnTo>
                  <a:pt x="3951" y="3056"/>
                </a:lnTo>
                <a:lnTo>
                  <a:pt x="3952" y="3056"/>
                </a:lnTo>
                <a:lnTo>
                  <a:pt x="3953" y="3054"/>
                </a:lnTo>
                <a:lnTo>
                  <a:pt x="3952" y="3053"/>
                </a:lnTo>
                <a:lnTo>
                  <a:pt x="3952" y="3052"/>
                </a:lnTo>
                <a:lnTo>
                  <a:pt x="3951" y="3052"/>
                </a:lnTo>
                <a:lnTo>
                  <a:pt x="3951" y="3051"/>
                </a:lnTo>
                <a:lnTo>
                  <a:pt x="3952" y="3051"/>
                </a:lnTo>
                <a:lnTo>
                  <a:pt x="3952" y="3050"/>
                </a:lnTo>
                <a:lnTo>
                  <a:pt x="3953" y="3050"/>
                </a:lnTo>
                <a:lnTo>
                  <a:pt x="3953" y="3049"/>
                </a:lnTo>
                <a:lnTo>
                  <a:pt x="3954" y="3048"/>
                </a:lnTo>
                <a:lnTo>
                  <a:pt x="3955" y="3047"/>
                </a:lnTo>
                <a:lnTo>
                  <a:pt x="3956" y="3047"/>
                </a:lnTo>
                <a:lnTo>
                  <a:pt x="3956" y="3048"/>
                </a:lnTo>
                <a:lnTo>
                  <a:pt x="3957" y="3048"/>
                </a:lnTo>
                <a:lnTo>
                  <a:pt x="3956" y="3047"/>
                </a:lnTo>
                <a:lnTo>
                  <a:pt x="3955" y="3047"/>
                </a:lnTo>
                <a:lnTo>
                  <a:pt x="3954" y="3047"/>
                </a:lnTo>
                <a:lnTo>
                  <a:pt x="3953" y="3048"/>
                </a:lnTo>
                <a:lnTo>
                  <a:pt x="3952" y="3049"/>
                </a:lnTo>
                <a:lnTo>
                  <a:pt x="3952" y="3050"/>
                </a:lnTo>
                <a:lnTo>
                  <a:pt x="3951" y="3050"/>
                </a:lnTo>
                <a:lnTo>
                  <a:pt x="3950" y="3050"/>
                </a:lnTo>
                <a:lnTo>
                  <a:pt x="3949" y="3050"/>
                </a:lnTo>
                <a:lnTo>
                  <a:pt x="3949" y="3051"/>
                </a:lnTo>
                <a:lnTo>
                  <a:pt x="3949" y="3050"/>
                </a:lnTo>
                <a:lnTo>
                  <a:pt x="3948" y="3050"/>
                </a:lnTo>
                <a:lnTo>
                  <a:pt x="3948" y="3051"/>
                </a:lnTo>
                <a:lnTo>
                  <a:pt x="3947" y="3051"/>
                </a:lnTo>
                <a:lnTo>
                  <a:pt x="3946" y="3052"/>
                </a:lnTo>
                <a:lnTo>
                  <a:pt x="3945" y="3052"/>
                </a:lnTo>
                <a:lnTo>
                  <a:pt x="3945" y="3053"/>
                </a:lnTo>
                <a:lnTo>
                  <a:pt x="3944" y="3054"/>
                </a:lnTo>
                <a:lnTo>
                  <a:pt x="3944" y="3055"/>
                </a:lnTo>
                <a:lnTo>
                  <a:pt x="3945" y="3056"/>
                </a:lnTo>
                <a:lnTo>
                  <a:pt x="3945" y="3057"/>
                </a:lnTo>
                <a:lnTo>
                  <a:pt x="3945" y="3058"/>
                </a:lnTo>
                <a:lnTo>
                  <a:pt x="3944" y="3058"/>
                </a:lnTo>
                <a:lnTo>
                  <a:pt x="3944" y="3059"/>
                </a:lnTo>
                <a:lnTo>
                  <a:pt x="3944" y="3060"/>
                </a:lnTo>
                <a:lnTo>
                  <a:pt x="3944" y="3061"/>
                </a:lnTo>
                <a:lnTo>
                  <a:pt x="3945" y="3062"/>
                </a:lnTo>
                <a:lnTo>
                  <a:pt x="3945" y="3063"/>
                </a:lnTo>
                <a:lnTo>
                  <a:pt x="3944" y="3063"/>
                </a:lnTo>
                <a:lnTo>
                  <a:pt x="3943" y="3063"/>
                </a:lnTo>
                <a:lnTo>
                  <a:pt x="3943" y="3064"/>
                </a:lnTo>
                <a:lnTo>
                  <a:pt x="3943" y="3065"/>
                </a:lnTo>
                <a:lnTo>
                  <a:pt x="3942" y="3065"/>
                </a:lnTo>
                <a:lnTo>
                  <a:pt x="3941" y="3066"/>
                </a:lnTo>
                <a:lnTo>
                  <a:pt x="3941" y="3065"/>
                </a:lnTo>
                <a:lnTo>
                  <a:pt x="3941" y="3064"/>
                </a:lnTo>
                <a:lnTo>
                  <a:pt x="3941" y="3063"/>
                </a:lnTo>
                <a:lnTo>
                  <a:pt x="3941" y="3062"/>
                </a:lnTo>
                <a:lnTo>
                  <a:pt x="3941" y="3061"/>
                </a:lnTo>
                <a:lnTo>
                  <a:pt x="3941" y="3060"/>
                </a:lnTo>
                <a:lnTo>
                  <a:pt x="3942" y="3060"/>
                </a:lnTo>
                <a:lnTo>
                  <a:pt x="3942" y="3059"/>
                </a:lnTo>
                <a:lnTo>
                  <a:pt x="3942" y="3058"/>
                </a:lnTo>
                <a:lnTo>
                  <a:pt x="3941" y="3057"/>
                </a:lnTo>
                <a:lnTo>
                  <a:pt x="3940" y="3057"/>
                </a:lnTo>
                <a:lnTo>
                  <a:pt x="3941" y="3057"/>
                </a:lnTo>
                <a:lnTo>
                  <a:pt x="3941" y="3058"/>
                </a:lnTo>
                <a:lnTo>
                  <a:pt x="3942" y="3058"/>
                </a:lnTo>
                <a:lnTo>
                  <a:pt x="3941" y="3058"/>
                </a:lnTo>
                <a:lnTo>
                  <a:pt x="3941" y="3059"/>
                </a:lnTo>
                <a:lnTo>
                  <a:pt x="3941" y="3060"/>
                </a:lnTo>
                <a:lnTo>
                  <a:pt x="3940" y="3060"/>
                </a:lnTo>
                <a:lnTo>
                  <a:pt x="3940" y="3059"/>
                </a:lnTo>
                <a:lnTo>
                  <a:pt x="3940" y="3058"/>
                </a:lnTo>
                <a:lnTo>
                  <a:pt x="3939" y="3058"/>
                </a:lnTo>
                <a:lnTo>
                  <a:pt x="3939" y="3059"/>
                </a:lnTo>
                <a:lnTo>
                  <a:pt x="3940" y="3059"/>
                </a:lnTo>
                <a:lnTo>
                  <a:pt x="3940" y="3060"/>
                </a:lnTo>
                <a:lnTo>
                  <a:pt x="3939" y="3060"/>
                </a:lnTo>
                <a:lnTo>
                  <a:pt x="3939" y="3061"/>
                </a:lnTo>
                <a:lnTo>
                  <a:pt x="3939" y="3060"/>
                </a:lnTo>
                <a:lnTo>
                  <a:pt x="3940" y="3061"/>
                </a:lnTo>
                <a:lnTo>
                  <a:pt x="3940" y="3062"/>
                </a:lnTo>
                <a:lnTo>
                  <a:pt x="3940" y="3063"/>
                </a:lnTo>
                <a:lnTo>
                  <a:pt x="3940" y="3064"/>
                </a:lnTo>
                <a:lnTo>
                  <a:pt x="3939" y="3064"/>
                </a:lnTo>
                <a:lnTo>
                  <a:pt x="3938" y="3064"/>
                </a:lnTo>
                <a:lnTo>
                  <a:pt x="3937" y="3064"/>
                </a:lnTo>
                <a:lnTo>
                  <a:pt x="3936" y="3064"/>
                </a:lnTo>
                <a:lnTo>
                  <a:pt x="3935" y="3065"/>
                </a:lnTo>
                <a:lnTo>
                  <a:pt x="3934" y="3066"/>
                </a:lnTo>
                <a:lnTo>
                  <a:pt x="3933" y="3066"/>
                </a:lnTo>
                <a:lnTo>
                  <a:pt x="3932" y="3067"/>
                </a:lnTo>
                <a:lnTo>
                  <a:pt x="3932" y="3068"/>
                </a:lnTo>
                <a:lnTo>
                  <a:pt x="3931" y="3068"/>
                </a:lnTo>
                <a:lnTo>
                  <a:pt x="3931" y="3069"/>
                </a:lnTo>
                <a:lnTo>
                  <a:pt x="3931" y="3070"/>
                </a:lnTo>
                <a:lnTo>
                  <a:pt x="3930" y="3070"/>
                </a:lnTo>
                <a:lnTo>
                  <a:pt x="3929" y="3070"/>
                </a:lnTo>
                <a:lnTo>
                  <a:pt x="3928" y="3070"/>
                </a:lnTo>
                <a:lnTo>
                  <a:pt x="3928" y="3071"/>
                </a:lnTo>
                <a:lnTo>
                  <a:pt x="3927" y="3072"/>
                </a:lnTo>
                <a:lnTo>
                  <a:pt x="3927" y="3071"/>
                </a:lnTo>
                <a:lnTo>
                  <a:pt x="3928" y="3071"/>
                </a:lnTo>
                <a:lnTo>
                  <a:pt x="3927" y="3071"/>
                </a:lnTo>
                <a:lnTo>
                  <a:pt x="3927" y="3070"/>
                </a:lnTo>
                <a:lnTo>
                  <a:pt x="3928" y="3070"/>
                </a:lnTo>
                <a:lnTo>
                  <a:pt x="3927" y="3069"/>
                </a:lnTo>
                <a:lnTo>
                  <a:pt x="3927" y="3068"/>
                </a:lnTo>
                <a:lnTo>
                  <a:pt x="3928" y="3068"/>
                </a:lnTo>
                <a:lnTo>
                  <a:pt x="3928" y="3067"/>
                </a:lnTo>
                <a:lnTo>
                  <a:pt x="3927" y="3067"/>
                </a:lnTo>
                <a:lnTo>
                  <a:pt x="3927" y="3066"/>
                </a:lnTo>
                <a:lnTo>
                  <a:pt x="3927" y="3065"/>
                </a:lnTo>
                <a:lnTo>
                  <a:pt x="3927" y="3064"/>
                </a:lnTo>
                <a:lnTo>
                  <a:pt x="3926" y="3064"/>
                </a:lnTo>
                <a:lnTo>
                  <a:pt x="3925" y="3064"/>
                </a:lnTo>
                <a:lnTo>
                  <a:pt x="3923" y="3064"/>
                </a:lnTo>
                <a:lnTo>
                  <a:pt x="3923" y="3063"/>
                </a:lnTo>
                <a:lnTo>
                  <a:pt x="3923" y="3064"/>
                </a:lnTo>
                <a:lnTo>
                  <a:pt x="3922" y="3064"/>
                </a:lnTo>
                <a:lnTo>
                  <a:pt x="3921" y="3064"/>
                </a:lnTo>
                <a:lnTo>
                  <a:pt x="3920" y="3063"/>
                </a:lnTo>
                <a:lnTo>
                  <a:pt x="3919" y="3063"/>
                </a:lnTo>
                <a:lnTo>
                  <a:pt x="3918" y="3065"/>
                </a:lnTo>
                <a:lnTo>
                  <a:pt x="3917" y="3065"/>
                </a:lnTo>
                <a:lnTo>
                  <a:pt x="3916" y="3065"/>
                </a:lnTo>
                <a:lnTo>
                  <a:pt x="3917" y="3066"/>
                </a:lnTo>
                <a:lnTo>
                  <a:pt x="3918" y="3066"/>
                </a:lnTo>
                <a:lnTo>
                  <a:pt x="3918" y="3067"/>
                </a:lnTo>
                <a:lnTo>
                  <a:pt x="3917" y="3068"/>
                </a:lnTo>
                <a:lnTo>
                  <a:pt x="3916" y="3069"/>
                </a:lnTo>
                <a:lnTo>
                  <a:pt x="3916" y="3070"/>
                </a:lnTo>
                <a:lnTo>
                  <a:pt x="3917" y="3070"/>
                </a:lnTo>
                <a:lnTo>
                  <a:pt x="3917" y="3071"/>
                </a:lnTo>
                <a:lnTo>
                  <a:pt x="3917" y="3070"/>
                </a:lnTo>
                <a:lnTo>
                  <a:pt x="3918" y="3070"/>
                </a:lnTo>
                <a:lnTo>
                  <a:pt x="3919" y="3070"/>
                </a:lnTo>
                <a:lnTo>
                  <a:pt x="3920" y="3070"/>
                </a:lnTo>
                <a:lnTo>
                  <a:pt x="3920" y="3069"/>
                </a:lnTo>
                <a:lnTo>
                  <a:pt x="3921" y="3070"/>
                </a:lnTo>
                <a:lnTo>
                  <a:pt x="3922" y="3070"/>
                </a:lnTo>
                <a:lnTo>
                  <a:pt x="3922" y="3071"/>
                </a:lnTo>
                <a:lnTo>
                  <a:pt x="3921" y="3071"/>
                </a:lnTo>
                <a:lnTo>
                  <a:pt x="3920" y="3071"/>
                </a:lnTo>
                <a:lnTo>
                  <a:pt x="3920" y="3072"/>
                </a:lnTo>
                <a:lnTo>
                  <a:pt x="3920" y="3073"/>
                </a:lnTo>
                <a:lnTo>
                  <a:pt x="3919" y="3073"/>
                </a:lnTo>
                <a:lnTo>
                  <a:pt x="3919" y="3074"/>
                </a:lnTo>
                <a:lnTo>
                  <a:pt x="3919" y="3075"/>
                </a:lnTo>
                <a:lnTo>
                  <a:pt x="3920" y="3075"/>
                </a:lnTo>
                <a:lnTo>
                  <a:pt x="3919" y="3075"/>
                </a:lnTo>
                <a:lnTo>
                  <a:pt x="3918" y="3075"/>
                </a:lnTo>
                <a:lnTo>
                  <a:pt x="3917" y="3075"/>
                </a:lnTo>
                <a:lnTo>
                  <a:pt x="3916" y="3075"/>
                </a:lnTo>
                <a:lnTo>
                  <a:pt x="3916" y="3074"/>
                </a:lnTo>
                <a:lnTo>
                  <a:pt x="3915" y="3074"/>
                </a:lnTo>
                <a:lnTo>
                  <a:pt x="3914" y="3074"/>
                </a:lnTo>
                <a:lnTo>
                  <a:pt x="3914" y="3073"/>
                </a:lnTo>
                <a:lnTo>
                  <a:pt x="3915" y="3072"/>
                </a:lnTo>
                <a:lnTo>
                  <a:pt x="3916" y="3072"/>
                </a:lnTo>
                <a:lnTo>
                  <a:pt x="3917" y="3072"/>
                </a:lnTo>
                <a:lnTo>
                  <a:pt x="3916" y="3072"/>
                </a:lnTo>
                <a:lnTo>
                  <a:pt x="3915" y="3072"/>
                </a:lnTo>
                <a:lnTo>
                  <a:pt x="3914" y="3072"/>
                </a:lnTo>
                <a:lnTo>
                  <a:pt x="3913" y="3072"/>
                </a:lnTo>
                <a:lnTo>
                  <a:pt x="3913" y="3071"/>
                </a:lnTo>
                <a:lnTo>
                  <a:pt x="3912" y="3071"/>
                </a:lnTo>
                <a:lnTo>
                  <a:pt x="3910" y="3071"/>
                </a:lnTo>
                <a:lnTo>
                  <a:pt x="3909" y="3071"/>
                </a:lnTo>
                <a:lnTo>
                  <a:pt x="3911" y="3072"/>
                </a:lnTo>
                <a:lnTo>
                  <a:pt x="3910" y="3074"/>
                </a:lnTo>
                <a:lnTo>
                  <a:pt x="3909" y="3076"/>
                </a:lnTo>
                <a:lnTo>
                  <a:pt x="3908" y="3076"/>
                </a:lnTo>
                <a:lnTo>
                  <a:pt x="3908" y="3077"/>
                </a:lnTo>
                <a:lnTo>
                  <a:pt x="3908" y="3076"/>
                </a:lnTo>
                <a:lnTo>
                  <a:pt x="3908" y="3077"/>
                </a:lnTo>
                <a:lnTo>
                  <a:pt x="3908" y="3078"/>
                </a:lnTo>
                <a:lnTo>
                  <a:pt x="3907" y="3078"/>
                </a:lnTo>
                <a:lnTo>
                  <a:pt x="3907" y="3079"/>
                </a:lnTo>
                <a:lnTo>
                  <a:pt x="3908" y="3079"/>
                </a:lnTo>
                <a:lnTo>
                  <a:pt x="3909" y="3079"/>
                </a:lnTo>
                <a:lnTo>
                  <a:pt x="3908" y="3080"/>
                </a:lnTo>
                <a:lnTo>
                  <a:pt x="3907" y="3080"/>
                </a:lnTo>
                <a:lnTo>
                  <a:pt x="3906" y="3080"/>
                </a:lnTo>
                <a:lnTo>
                  <a:pt x="3905" y="3081"/>
                </a:lnTo>
                <a:lnTo>
                  <a:pt x="3904" y="3081"/>
                </a:lnTo>
                <a:lnTo>
                  <a:pt x="3905" y="3081"/>
                </a:lnTo>
                <a:lnTo>
                  <a:pt x="3906" y="3081"/>
                </a:lnTo>
                <a:lnTo>
                  <a:pt x="3907" y="3081"/>
                </a:lnTo>
                <a:lnTo>
                  <a:pt x="3908" y="3082"/>
                </a:lnTo>
                <a:lnTo>
                  <a:pt x="3907" y="3083"/>
                </a:lnTo>
                <a:lnTo>
                  <a:pt x="3907" y="3084"/>
                </a:lnTo>
                <a:lnTo>
                  <a:pt x="3907" y="3085"/>
                </a:lnTo>
                <a:lnTo>
                  <a:pt x="3908" y="3085"/>
                </a:lnTo>
                <a:lnTo>
                  <a:pt x="3907" y="3085"/>
                </a:lnTo>
                <a:lnTo>
                  <a:pt x="3906" y="3085"/>
                </a:lnTo>
                <a:lnTo>
                  <a:pt x="3906" y="3086"/>
                </a:lnTo>
                <a:lnTo>
                  <a:pt x="3905" y="3086"/>
                </a:lnTo>
                <a:lnTo>
                  <a:pt x="3905" y="3087"/>
                </a:lnTo>
                <a:lnTo>
                  <a:pt x="3905" y="3088"/>
                </a:lnTo>
                <a:lnTo>
                  <a:pt x="3904" y="3088"/>
                </a:lnTo>
                <a:lnTo>
                  <a:pt x="3904" y="3087"/>
                </a:lnTo>
                <a:lnTo>
                  <a:pt x="3903" y="3087"/>
                </a:lnTo>
                <a:lnTo>
                  <a:pt x="3903" y="3086"/>
                </a:lnTo>
                <a:lnTo>
                  <a:pt x="3902" y="3086"/>
                </a:lnTo>
                <a:lnTo>
                  <a:pt x="3902" y="3087"/>
                </a:lnTo>
                <a:lnTo>
                  <a:pt x="3903" y="3087"/>
                </a:lnTo>
                <a:lnTo>
                  <a:pt x="3903" y="3088"/>
                </a:lnTo>
                <a:lnTo>
                  <a:pt x="3903" y="3089"/>
                </a:lnTo>
                <a:lnTo>
                  <a:pt x="3904" y="3089"/>
                </a:lnTo>
                <a:lnTo>
                  <a:pt x="3903" y="3090"/>
                </a:lnTo>
                <a:lnTo>
                  <a:pt x="3902" y="3090"/>
                </a:lnTo>
                <a:lnTo>
                  <a:pt x="3902" y="3091"/>
                </a:lnTo>
                <a:lnTo>
                  <a:pt x="3901" y="3093"/>
                </a:lnTo>
                <a:lnTo>
                  <a:pt x="3900" y="3093"/>
                </a:lnTo>
                <a:lnTo>
                  <a:pt x="3900" y="3094"/>
                </a:lnTo>
                <a:lnTo>
                  <a:pt x="3899" y="3094"/>
                </a:lnTo>
                <a:lnTo>
                  <a:pt x="3899" y="3093"/>
                </a:lnTo>
                <a:lnTo>
                  <a:pt x="3899" y="3094"/>
                </a:lnTo>
                <a:lnTo>
                  <a:pt x="3898" y="3095"/>
                </a:lnTo>
                <a:lnTo>
                  <a:pt x="3898" y="3096"/>
                </a:lnTo>
                <a:lnTo>
                  <a:pt x="3899" y="3096"/>
                </a:lnTo>
                <a:lnTo>
                  <a:pt x="3899" y="3098"/>
                </a:lnTo>
                <a:lnTo>
                  <a:pt x="3899" y="3101"/>
                </a:lnTo>
                <a:lnTo>
                  <a:pt x="3900" y="3101"/>
                </a:lnTo>
                <a:lnTo>
                  <a:pt x="3900" y="3102"/>
                </a:lnTo>
                <a:lnTo>
                  <a:pt x="3900" y="3103"/>
                </a:lnTo>
                <a:lnTo>
                  <a:pt x="3901" y="3103"/>
                </a:lnTo>
                <a:lnTo>
                  <a:pt x="3902" y="3103"/>
                </a:lnTo>
                <a:lnTo>
                  <a:pt x="3903" y="3103"/>
                </a:lnTo>
                <a:lnTo>
                  <a:pt x="3902" y="3103"/>
                </a:lnTo>
                <a:lnTo>
                  <a:pt x="3902" y="3104"/>
                </a:lnTo>
                <a:lnTo>
                  <a:pt x="3901" y="3105"/>
                </a:lnTo>
                <a:lnTo>
                  <a:pt x="3902" y="3105"/>
                </a:lnTo>
                <a:lnTo>
                  <a:pt x="3901" y="3106"/>
                </a:lnTo>
                <a:lnTo>
                  <a:pt x="3900" y="3105"/>
                </a:lnTo>
                <a:lnTo>
                  <a:pt x="3900" y="3104"/>
                </a:lnTo>
                <a:lnTo>
                  <a:pt x="3899" y="3104"/>
                </a:lnTo>
                <a:lnTo>
                  <a:pt x="3898" y="3104"/>
                </a:lnTo>
                <a:lnTo>
                  <a:pt x="3898" y="3103"/>
                </a:lnTo>
                <a:lnTo>
                  <a:pt x="3897" y="3103"/>
                </a:lnTo>
                <a:lnTo>
                  <a:pt x="3897" y="3102"/>
                </a:lnTo>
                <a:lnTo>
                  <a:pt x="3897" y="3101"/>
                </a:lnTo>
                <a:lnTo>
                  <a:pt x="3896" y="3101"/>
                </a:lnTo>
                <a:lnTo>
                  <a:pt x="3895" y="3101"/>
                </a:lnTo>
                <a:lnTo>
                  <a:pt x="3895" y="3100"/>
                </a:lnTo>
                <a:lnTo>
                  <a:pt x="3895" y="3101"/>
                </a:lnTo>
                <a:lnTo>
                  <a:pt x="3895" y="3102"/>
                </a:lnTo>
                <a:lnTo>
                  <a:pt x="3895" y="3101"/>
                </a:lnTo>
                <a:lnTo>
                  <a:pt x="3896" y="3101"/>
                </a:lnTo>
                <a:lnTo>
                  <a:pt x="3897" y="3102"/>
                </a:lnTo>
                <a:lnTo>
                  <a:pt x="3896" y="3102"/>
                </a:lnTo>
                <a:lnTo>
                  <a:pt x="3895" y="3102"/>
                </a:lnTo>
                <a:lnTo>
                  <a:pt x="3895" y="3103"/>
                </a:lnTo>
                <a:lnTo>
                  <a:pt x="3894" y="3102"/>
                </a:lnTo>
                <a:lnTo>
                  <a:pt x="3894" y="3103"/>
                </a:lnTo>
                <a:lnTo>
                  <a:pt x="3893" y="3103"/>
                </a:lnTo>
                <a:lnTo>
                  <a:pt x="3892" y="3104"/>
                </a:lnTo>
                <a:lnTo>
                  <a:pt x="3891" y="3105"/>
                </a:lnTo>
                <a:lnTo>
                  <a:pt x="3890" y="3107"/>
                </a:lnTo>
                <a:lnTo>
                  <a:pt x="3889" y="3107"/>
                </a:lnTo>
                <a:lnTo>
                  <a:pt x="3889" y="3108"/>
                </a:lnTo>
                <a:lnTo>
                  <a:pt x="3890" y="3108"/>
                </a:lnTo>
                <a:lnTo>
                  <a:pt x="3889" y="3109"/>
                </a:lnTo>
                <a:lnTo>
                  <a:pt x="3888" y="3110"/>
                </a:lnTo>
                <a:lnTo>
                  <a:pt x="3888" y="3111"/>
                </a:lnTo>
                <a:lnTo>
                  <a:pt x="3887" y="3111"/>
                </a:lnTo>
                <a:lnTo>
                  <a:pt x="3887" y="3110"/>
                </a:lnTo>
                <a:lnTo>
                  <a:pt x="3886" y="3109"/>
                </a:lnTo>
                <a:lnTo>
                  <a:pt x="3887" y="3109"/>
                </a:lnTo>
                <a:lnTo>
                  <a:pt x="3887" y="3110"/>
                </a:lnTo>
                <a:lnTo>
                  <a:pt x="3887" y="3109"/>
                </a:lnTo>
                <a:lnTo>
                  <a:pt x="3886" y="3109"/>
                </a:lnTo>
                <a:lnTo>
                  <a:pt x="3885" y="3109"/>
                </a:lnTo>
                <a:lnTo>
                  <a:pt x="3885" y="3108"/>
                </a:lnTo>
                <a:lnTo>
                  <a:pt x="3884" y="3108"/>
                </a:lnTo>
                <a:lnTo>
                  <a:pt x="3885" y="3107"/>
                </a:lnTo>
                <a:lnTo>
                  <a:pt x="3886" y="3107"/>
                </a:lnTo>
                <a:lnTo>
                  <a:pt x="3886" y="3106"/>
                </a:lnTo>
                <a:lnTo>
                  <a:pt x="3886" y="3105"/>
                </a:lnTo>
                <a:lnTo>
                  <a:pt x="3885" y="3105"/>
                </a:lnTo>
                <a:lnTo>
                  <a:pt x="3885" y="3106"/>
                </a:lnTo>
                <a:lnTo>
                  <a:pt x="3885" y="3107"/>
                </a:lnTo>
                <a:lnTo>
                  <a:pt x="3885" y="3106"/>
                </a:lnTo>
                <a:lnTo>
                  <a:pt x="3884" y="3107"/>
                </a:lnTo>
                <a:lnTo>
                  <a:pt x="3884" y="3108"/>
                </a:lnTo>
                <a:lnTo>
                  <a:pt x="3883" y="3108"/>
                </a:lnTo>
                <a:lnTo>
                  <a:pt x="3882" y="3108"/>
                </a:lnTo>
                <a:lnTo>
                  <a:pt x="3882" y="3109"/>
                </a:lnTo>
                <a:lnTo>
                  <a:pt x="3881" y="3109"/>
                </a:lnTo>
                <a:lnTo>
                  <a:pt x="3880" y="3110"/>
                </a:lnTo>
                <a:lnTo>
                  <a:pt x="3880" y="3111"/>
                </a:lnTo>
                <a:lnTo>
                  <a:pt x="3879" y="3112"/>
                </a:lnTo>
                <a:lnTo>
                  <a:pt x="3879" y="3113"/>
                </a:lnTo>
                <a:lnTo>
                  <a:pt x="3878" y="3114"/>
                </a:lnTo>
                <a:lnTo>
                  <a:pt x="3878" y="3115"/>
                </a:lnTo>
                <a:lnTo>
                  <a:pt x="3878" y="3117"/>
                </a:lnTo>
                <a:lnTo>
                  <a:pt x="3879" y="3118"/>
                </a:lnTo>
                <a:lnTo>
                  <a:pt x="3880" y="3118"/>
                </a:lnTo>
                <a:lnTo>
                  <a:pt x="3880" y="3119"/>
                </a:lnTo>
                <a:lnTo>
                  <a:pt x="3879" y="3119"/>
                </a:lnTo>
                <a:lnTo>
                  <a:pt x="3879" y="3120"/>
                </a:lnTo>
                <a:lnTo>
                  <a:pt x="3879" y="3122"/>
                </a:lnTo>
                <a:lnTo>
                  <a:pt x="3880" y="3123"/>
                </a:lnTo>
                <a:lnTo>
                  <a:pt x="3880" y="3124"/>
                </a:lnTo>
                <a:lnTo>
                  <a:pt x="3880" y="3125"/>
                </a:lnTo>
                <a:lnTo>
                  <a:pt x="3881" y="3125"/>
                </a:lnTo>
                <a:lnTo>
                  <a:pt x="3880" y="3126"/>
                </a:lnTo>
                <a:lnTo>
                  <a:pt x="3880" y="3127"/>
                </a:lnTo>
                <a:lnTo>
                  <a:pt x="3879" y="3127"/>
                </a:lnTo>
                <a:lnTo>
                  <a:pt x="3879" y="3128"/>
                </a:lnTo>
                <a:lnTo>
                  <a:pt x="3879" y="3127"/>
                </a:lnTo>
                <a:lnTo>
                  <a:pt x="3878" y="3127"/>
                </a:lnTo>
                <a:lnTo>
                  <a:pt x="3877" y="3127"/>
                </a:lnTo>
                <a:lnTo>
                  <a:pt x="3877" y="3128"/>
                </a:lnTo>
                <a:lnTo>
                  <a:pt x="3876" y="3129"/>
                </a:lnTo>
                <a:lnTo>
                  <a:pt x="3876" y="3130"/>
                </a:lnTo>
                <a:lnTo>
                  <a:pt x="3876" y="3131"/>
                </a:lnTo>
                <a:lnTo>
                  <a:pt x="3875" y="3132"/>
                </a:lnTo>
                <a:lnTo>
                  <a:pt x="3875" y="3133"/>
                </a:lnTo>
                <a:lnTo>
                  <a:pt x="3875" y="3134"/>
                </a:lnTo>
                <a:lnTo>
                  <a:pt x="3874" y="3134"/>
                </a:lnTo>
                <a:lnTo>
                  <a:pt x="3873" y="3134"/>
                </a:lnTo>
                <a:lnTo>
                  <a:pt x="3873" y="3133"/>
                </a:lnTo>
                <a:lnTo>
                  <a:pt x="3872" y="3133"/>
                </a:lnTo>
                <a:lnTo>
                  <a:pt x="3871" y="3133"/>
                </a:lnTo>
                <a:lnTo>
                  <a:pt x="3870" y="3133"/>
                </a:lnTo>
                <a:lnTo>
                  <a:pt x="3869" y="3133"/>
                </a:lnTo>
                <a:lnTo>
                  <a:pt x="3869" y="3134"/>
                </a:lnTo>
                <a:lnTo>
                  <a:pt x="3868" y="3134"/>
                </a:lnTo>
                <a:lnTo>
                  <a:pt x="3867" y="3134"/>
                </a:lnTo>
                <a:lnTo>
                  <a:pt x="3866" y="3134"/>
                </a:lnTo>
                <a:lnTo>
                  <a:pt x="3865" y="3134"/>
                </a:lnTo>
                <a:lnTo>
                  <a:pt x="3865" y="3135"/>
                </a:lnTo>
                <a:lnTo>
                  <a:pt x="3864" y="3135"/>
                </a:lnTo>
                <a:lnTo>
                  <a:pt x="3863" y="3134"/>
                </a:lnTo>
                <a:lnTo>
                  <a:pt x="3862" y="3134"/>
                </a:lnTo>
                <a:lnTo>
                  <a:pt x="3861" y="3134"/>
                </a:lnTo>
                <a:lnTo>
                  <a:pt x="3861" y="3133"/>
                </a:lnTo>
                <a:lnTo>
                  <a:pt x="3860" y="3133"/>
                </a:lnTo>
                <a:lnTo>
                  <a:pt x="3859" y="3132"/>
                </a:lnTo>
                <a:lnTo>
                  <a:pt x="3859" y="3131"/>
                </a:lnTo>
                <a:lnTo>
                  <a:pt x="3858" y="3131"/>
                </a:lnTo>
                <a:lnTo>
                  <a:pt x="3857" y="3132"/>
                </a:lnTo>
                <a:lnTo>
                  <a:pt x="3856" y="3132"/>
                </a:lnTo>
                <a:lnTo>
                  <a:pt x="3855" y="3132"/>
                </a:lnTo>
                <a:lnTo>
                  <a:pt x="3854" y="3132"/>
                </a:lnTo>
                <a:lnTo>
                  <a:pt x="3853" y="3133"/>
                </a:lnTo>
                <a:lnTo>
                  <a:pt x="3852" y="3134"/>
                </a:lnTo>
                <a:lnTo>
                  <a:pt x="3851" y="3135"/>
                </a:lnTo>
                <a:lnTo>
                  <a:pt x="3850" y="3135"/>
                </a:lnTo>
                <a:lnTo>
                  <a:pt x="3849" y="3137"/>
                </a:lnTo>
                <a:lnTo>
                  <a:pt x="3848" y="3138"/>
                </a:lnTo>
                <a:lnTo>
                  <a:pt x="3846" y="3140"/>
                </a:lnTo>
                <a:lnTo>
                  <a:pt x="3845" y="3141"/>
                </a:lnTo>
                <a:lnTo>
                  <a:pt x="3843" y="3143"/>
                </a:lnTo>
                <a:lnTo>
                  <a:pt x="3842" y="3144"/>
                </a:lnTo>
                <a:lnTo>
                  <a:pt x="3841" y="3144"/>
                </a:lnTo>
                <a:lnTo>
                  <a:pt x="3840" y="3144"/>
                </a:lnTo>
                <a:lnTo>
                  <a:pt x="3840" y="3145"/>
                </a:lnTo>
                <a:lnTo>
                  <a:pt x="3839" y="3145"/>
                </a:lnTo>
                <a:lnTo>
                  <a:pt x="3839" y="3146"/>
                </a:lnTo>
                <a:lnTo>
                  <a:pt x="3838" y="3146"/>
                </a:lnTo>
                <a:lnTo>
                  <a:pt x="3838" y="3145"/>
                </a:lnTo>
                <a:lnTo>
                  <a:pt x="3838" y="3144"/>
                </a:lnTo>
                <a:lnTo>
                  <a:pt x="3837" y="3144"/>
                </a:lnTo>
                <a:lnTo>
                  <a:pt x="3837" y="3143"/>
                </a:lnTo>
                <a:lnTo>
                  <a:pt x="3836" y="3143"/>
                </a:lnTo>
                <a:lnTo>
                  <a:pt x="3834" y="3143"/>
                </a:lnTo>
                <a:lnTo>
                  <a:pt x="3833" y="3143"/>
                </a:lnTo>
                <a:lnTo>
                  <a:pt x="3832" y="3143"/>
                </a:lnTo>
                <a:lnTo>
                  <a:pt x="3831" y="3144"/>
                </a:lnTo>
                <a:lnTo>
                  <a:pt x="3830" y="3144"/>
                </a:lnTo>
                <a:lnTo>
                  <a:pt x="3830" y="3145"/>
                </a:lnTo>
                <a:lnTo>
                  <a:pt x="3829" y="3144"/>
                </a:lnTo>
                <a:lnTo>
                  <a:pt x="3829" y="3145"/>
                </a:lnTo>
                <a:lnTo>
                  <a:pt x="3828" y="3145"/>
                </a:lnTo>
                <a:lnTo>
                  <a:pt x="3828" y="3146"/>
                </a:lnTo>
                <a:lnTo>
                  <a:pt x="3827" y="3146"/>
                </a:lnTo>
                <a:lnTo>
                  <a:pt x="3827" y="3147"/>
                </a:lnTo>
                <a:lnTo>
                  <a:pt x="3826" y="3147"/>
                </a:lnTo>
                <a:lnTo>
                  <a:pt x="3826" y="3148"/>
                </a:lnTo>
                <a:lnTo>
                  <a:pt x="3825" y="3148"/>
                </a:lnTo>
                <a:lnTo>
                  <a:pt x="3825" y="3147"/>
                </a:lnTo>
                <a:lnTo>
                  <a:pt x="3826" y="3147"/>
                </a:lnTo>
                <a:lnTo>
                  <a:pt x="3826" y="3146"/>
                </a:lnTo>
                <a:lnTo>
                  <a:pt x="3825" y="3146"/>
                </a:lnTo>
                <a:lnTo>
                  <a:pt x="3825" y="3147"/>
                </a:lnTo>
                <a:lnTo>
                  <a:pt x="3824" y="3147"/>
                </a:lnTo>
                <a:lnTo>
                  <a:pt x="3823" y="3147"/>
                </a:lnTo>
                <a:lnTo>
                  <a:pt x="3822" y="3148"/>
                </a:lnTo>
                <a:lnTo>
                  <a:pt x="3821" y="3149"/>
                </a:lnTo>
                <a:lnTo>
                  <a:pt x="3820" y="3148"/>
                </a:lnTo>
                <a:lnTo>
                  <a:pt x="3819" y="3148"/>
                </a:lnTo>
                <a:lnTo>
                  <a:pt x="3818" y="3149"/>
                </a:lnTo>
                <a:lnTo>
                  <a:pt x="3817" y="3149"/>
                </a:lnTo>
                <a:lnTo>
                  <a:pt x="3817" y="3150"/>
                </a:lnTo>
                <a:lnTo>
                  <a:pt x="3816" y="3151"/>
                </a:lnTo>
                <a:lnTo>
                  <a:pt x="3815" y="3152"/>
                </a:lnTo>
                <a:lnTo>
                  <a:pt x="3814" y="3154"/>
                </a:lnTo>
                <a:lnTo>
                  <a:pt x="3813" y="3154"/>
                </a:lnTo>
                <a:lnTo>
                  <a:pt x="3812" y="3153"/>
                </a:lnTo>
                <a:lnTo>
                  <a:pt x="3811" y="3152"/>
                </a:lnTo>
                <a:lnTo>
                  <a:pt x="3812" y="3152"/>
                </a:lnTo>
                <a:lnTo>
                  <a:pt x="3812" y="3151"/>
                </a:lnTo>
                <a:lnTo>
                  <a:pt x="3812" y="3150"/>
                </a:lnTo>
                <a:lnTo>
                  <a:pt x="3812" y="3149"/>
                </a:lnTo>
                <a:lnTo>
                  <a:pt x="3812" y="3148"/>
                </a:lnTo>
                <a:lnTo>
                  <a:pt x="3811" y="3148"/>
                </a:lnTo>
                <a:lnTo>
                  <a:pt x="3811" y="3147"/>
                </a:lnTo>
                <a:lnTo>
                  <a:pt x="3811" y="3146"/>
                </a:lnTo>
                <a:lnTo>
                  <a:pt x="3812" y="3146"/>
                </a:lnTo>
                <a:lnTo>
                  <a:pt x="3813" y="3147"/>
                </a:lnTo>
                <a:lnTo>
                  <a:pt x="3813" y="3146"/>
                </a:lnTo>
                <a:lnTo>
                  <a:pt x="3812" y="3146"/>
                </a:lnTo>
                <a:lnTo>
                  <a:pt x="3812" y="3145"/>
                </a:lnTo>
                <a:lnTo>
                  <a:pt x="3811" y="3145"/>
                </a:lnTo>
                <a:lnTo>
                  <a:pt x="3810" y="3145"/>
                </a:lnTo>
                <a:lnTo>
                  <a:pt x="3809" y="3144"/>
                </a:lnTo>
                <a:lnTo>
                  <a:pt x="3808" y="3143"/>
                </a:lnTo>
                <a:lnTo>
                  <a:pt x="3807" y="3143"/>
                </a:lnTo>
                <a:lnTo>
                  <a:pt x="3805" y="3143"/>
                </a:lnTo>
                <a:lnTo>
                  <a:pt x="3803" y="3143"/>
                </a:lnTo>
                <a:lnTo>
                  <a:pt x="3803" y="3142"/>
                </a:lnTo>
                <a:lnTo>
                  <a:pt x="3803" y="3141"/>
                </a:lnTo>
                <a:lnTo>
                  <a:pt x="3803" y="3140"/>
                </a:lnTo>
                <a:lnTo>
                  <a:pt x="3802" y="3140"/>
                </a:lnTo>
                <a:lnTo>
                  <a:pt x="3801" y="3140"/>
                </a:lnTo>
                <a:lnTo>
                  <a:pt x="3800" y="3140"/>
                </a:lnTo>
                <a:lnTo>
                  <a:pt x="3799" y="3140"/>
                </a:lnTo>
                <a:lnTo>
                  <a:pt x="3798" y="3140"/>
                </a:lnTo>
                <a:lnTo>
                  <a:pt x="3797" y="3141"/>
                </a:lnTo>
                <a:lnTo>
                  <a:pt x="3796" y="3141"/>
                </a:lnTo>
                <a:lnTo>
                  <a:pt x="3795" y="3142"/>
                </a:lnTo>
                <a:lnTo>
                  <a:pt x="3795" y="3141"/>
                </a:lnTo>
                <a:lnTo>
                  <a:pt x="3794" y="3142"/>
                </a:lnTo>
                <a:lnTo>
                  <a:pt x="3794" y="3143"/>
                </a:lnTo>
                <a:lnTo>
                  <a:pt x="3793" y="3143"/>
                </a:lnTo>
                <a:lnTo>
                  <a:pt x="3792" y="3144"/>
                </a:lnTo>
                <a:lnTo>
                  <a:pt x="3791" y="3144"/>
                </a:lnTo>
                <a:lnTo>
                  <a:pt x="3791" y="3145"/>
                </a:lnTo>
                <a:lnTo>
                  <a:pt x="3791" y="3146"/>
                </a:lnTo>
                <a:lnTo>
                  <a:pt x="3790" y="3146"/>
                </a:lnTo>
                <a:lnTo>
                  <a:pt x="3790" y="3147"/>
                </a:lnTo>
                <a:lnTo>
                  <a:pt x="3790" y="3148"/>
                </a:lnTo>
                <a:lnTo>
                  <a:pt x="3789" y="3148"/>
                </a:lnTo>
                <a:lnTo>
                  <a:pt x="3789" y="3149"/>
                </a:lnTo>
                <a:lnTo>
                  <a:pt x="3788" y="3150"/>
                </a:lnTo>
                <a:lnTo>
                  <a:pt x="3787" y="3151"/>
                </a:lnTo>
                <a:lnTo>
                  <a:pt x="3788" y="3151"/>
                </a:lnTo>
                <a:lnTo>
                  <a:pt x="3787" y="3152"/>
                </a:lnTo>
                <a:lnTo>
                  <a:pt x="3787" y="3153"/>
                </a:lnTo>
                <a:lnTo>
                  <a:pt x="3787" y="3154"/>
                </a:lnTo>
                <a:lnTo>
                  <a:pt x="3788" y="3154"/>
                </a:lnTo>
                <a:lnTo>
                  <a:pt x="3788" y="3156"/>
                </a:lnTo>
                <a:lnTo>
                  <a:pt x="3789" y="3157"/>
                </a:lnTo>
                <a:lnTo>
                  <a:pt x="3789" y="3156"/>
                </a:lnTo>
                <a:lnTo>
                  <a:pt x="3790" y="3156"/>
                </a:lnTo>
                <a:lnTo>
                  <a:pt x="3790" y="3155"/>
                </a:lnTo>
                <a:lnTo>
                  <a:pt x="3791" y="3154"/>
                </a:lnTo>
                <a:lnTo>
                  <a:pt x="3790" y="3154"/>
                </a:lnTo>
                <a:lnTo>
                  <a:pt x="3790" y="3153"/>
                </a:lnTo>
                <a:lnTo>
                  <a:pt x="3791" y="3153"/>
                </a:lnTo>
                <a:lnTo>
                  <a:pt x="3792" y="3154"/>
                </a:lnTo>
                <a:lnTo>
                  <a:pt x="3793" y="3154"/>
                </a:lnTo>
                <a:lnTo>
                  <a:pt x="3793" y="3153"/>
                </a:lnTo>
                <a:lnTo>
                  <a:pt x="3794" y="3153"/>
                </a:lnTo>
                <a:lnTo>
                  <a:pt x="3794" y="3154"/>
                </a:lnTo>
                <a:lnTo>
                  <a:pt x="3794" y="3155"/>
                </a:lnTo>
                <a:lnTo>
                  <a:pt x="3793" y="3155"/>
                </a:lnTo>
                <a:lnTo>
                  <a:pt x="3792" y="3155"/>
                </a:lnTo>
                <a:lnTo>
                  <a:pt x="3791" y="3156"/>
                </a:lnTo>
                <a:lnTo>
                  <a:pt x="3791" y="3157"/>
                </a:lnTo>
                <a:lnTo>
                  <a:pt x="3790" y="3158"/>
                </a:lnTo>
                <a:lnTo>
                  <a:pt x="3790" y="3159"/>
                </a:lnTo>
                <a:lnTo>
                  <a:pt x="3790" y="3160"/>
                </a:lnTo>
                <a:lnTo>
                  <a:pt x="3791" y="3160"/>
                </a:lnTo>
                <a:lnTo>
                  <a:pt x="3791" y="3161"/>
                </a:lnTo>
                <a:lnTo>
                  <a:pt x="3792" y="3161"/>
                </a:lnTo>
                <a:lnTo>
                  <a:pt x="3791" y="3161"/>
                </a:lnTo>
                <a:lnTo>
                  <a:pt x="3791" y="3162"/>
                </a:lnTo>
                <a:lnTo>
                  <a:pt x="3791" y="3163"/>
                </a:lnTo>
                <a:lnTo>
                  <a:pt x="3790" y="3162"/>
                </a:lnTo>
                <a:lnTo>
                  <a:pt x="3790" y="3161"/>
                </a:lnTo>
                <a:lnTo>
                  <a:pt x="3789" y="3161"/>
                </a:lnTo>
                <a:lnTo>
                  <a:pt x="3788" y="3161"/>
                </a:lnTo>
                <a:lnTo>
                  <a:pt x="3787" y="3161"/>
                </a:lnTo>
                <a:lnTo>
                  <a:pt x="3786" y="3160"/>
                </a:lnTo>
                <a:lnTo>
                  <a:pt x="3784" y="3160"/>
                </a:lnTo>
                <a:lnTo>
                  <a:pt x="3784" y="3159"/>
                </a:lnTo>
                <a:lnTo>
                  <a:pt x="3783" y="3159"/>
                </a:lnTo>
                <a:lnTo>
                  <a:pt x="3783" y="3158"/>
                </a:lnTo>
                <a:lnTo>
                  <a:pt x="3782" y="3158"/>
                </a:lnTo>
                <a:lnTo>
                  <a:pt x="3781" y="3158"/>
                </a:lnTo>
                <a:lnTo>
                  <a:pt x="3780" y="3158"/>
                </a:lnTo>
                <a:lnTo>
                  <a:pt x="3779" y="3158"/>
                </a:lnTo>
                <a:lnTo>
                  <a:pt x="3778" y="3159"/>
                </a:lnTo>
                <a:lnTo>
                  <a:pt x="3777" y="3159"/>
                </a:lnTo>
                <a:lnTo>
                  <a:pt x="3776" y="3159"/>
                </a:lnTo>
                <a:lnTo>
                  <a:pt x="3775" y="3159"/>
                </a:lnTo>
                <a:lnTo>
                  <a:pt x="3774" y="3159"/>
                </a:lnTo>
                <a:lnTo>
                  <a:pt x="3774" y="3158"/>
                </a:lnTo>
                <a:lnTo>
                  <a:pt x="3773" y="3158"/>
                </a:lnTo>
                <a:lnTo>
                  <a:pt x="3772" y="3158"/>
                </a:lnTo>
                <a:lnTo>
                  <a:pt x="3772" y="3157"/>
                </a:lnTo>
                <a:lnTo>
                  <a:pt x="3771" y="3156"/>
                </a:lnTo>
                <a:lnTo>
                  <a:pt x="3771" y="3155"/>
                </a:lnTo>
                <a:lnTo>
                  <a:pt x="3770" y="3155"/>
                </a:lnTo>
                <a:lnTo>
                  <a:pt x="3771" y="3154"/>
                </a:lnTo>
                <a:lnTo>
                  <a:pt x="3771" y="3153"/>
                </a:lnTo>
                <a:lnTo>
                  <a:pt x="3771" y="3152"/>
                </a:lnTo>
                <a:lnTo>
                  <a:pt x="3772" y="3152"/>
                </a:lnTo>
                <a:lnTo>
                  <a:pt x="3773" y="3153"/>
                </a:lnTo>
                <a:lnTo>
                  <a:pt x="3774" y="3153"/>
                </a:lnTo>
                <a:lnTo>
                  <a:pt x="3775" y="3153"/>
                </a:lnTo>
                <a:lnTo>
                  <a:pt x="3776" y="3153"/>
                </a:lnTo>
                <a:lnTo>
                  <a:pt x="3777" y="3153"/>
                </a:lnTo>
                <a:lnTo>
                  <a:pt x="3777" y="3152"/>
                </a:lnTo>
                <a:lnTo>
                  <a:pt x="3778" y="3152"/>
                </a:lnTo>
                <a:lnTo>
                  <a:pt x="3779" y="3152"/>
                </a:lnTo>
                <a:lnTo>
                  <a:pt x="3778" y="3151"/>
                </a:lnTo>
                <a:lnTo>
                  <a:pt x="3777" y="3149"/>
                </a:lnTo>
                <a:lnTo>
                  <a:pt x="3775" y="3149"/>
                </a:lnTo>
                <a:lnTo>
                  <a:pt x="3775" y="3150"/>
                </a:lnTo>
                <a:lnTo>
                  <a:pt x="3774" y="3150"/>
                </a:lnTo>
                <a:lnTo>
                  <a:pt x="3773" y="3150"/>
                </a:lnTo>
                <a:lnTo>
                  <a:pt x="3773" y="3151"/>
                </a:lnTo>
                <a:lnTo>
                  <a:pt x="3772" y="3152"/>
                </a:lnTo>
                <a:lnTo>
                  <a:pt x="3771" y="3151"/>
                </a:lnTo>
                <a:lnTo>
                  <a:pt x="3771" y="3150"/>
                </a:lnTo>
                <a:lnTo>
                  <a:pt x="3770" y="3150"/>
                </a:lnTo>
                <a:lnTo>
                  <a:pt x="3770" y="3149"/>
                </a:lnTo>
                <a:lnTo>
                  <a:pt x="3769" y="3149"/>
                </a:lnTo>
                <a:lnTo>
                  <a:pt x="3768" y="3149"/>
                </a:lnTo>
                <a:lnTo>
                  <a:pt x="3768" y="3148"/>
                </a:lnTo>
                <a:lnTo>
                  <a:pt x="3766" y="3148"/>
                </a:lnTo>
                <a:lnTo>
                  <a:pt x="3765" y="3149"/>
                </a:lnTo>
                <a:lnTo>
                  <a:pt x="3764" y="3149"/>
                </a:lnTo>
                <a:lnTo>
                  <a:pt x="3763" y="3149"/>
                </a:lnTo>
                <a:lnTo>
                  <a:pt x="3762" y="3149"/>
                </a:lnTo>
                <a:lnTo>
                  <a:pt x="3761" y="3149"/>
                </a:lnTo>
                <a:lnTo>
                  <a:pt x="3761" y="3150"/>
                </a:lnTo>
                <a:lnTo>
                  <a:pt x="3760" y="3150"/>
                </a:lnTo>
                <a:lnTo>
                  <a:pt x="3760" y="3149"/>
                </a:lnTo>
                <a:lnTo>
                  <a:pt x="3761" y="3149"/>
                </a:lnTo>
                <a:lnTo>
                  <a:pt x="3761" y="3148"/>
                </a:lnTo>
                <a:lnTo>
                  <a:pt x="3761" y="3147"/>
                </a:lnTo>
                <a:lnTo>
                  <a:pt x="3762" y="3147"/>
                </a:lnTo>
                <a:lnTo>
                  <a:pt x="3762" y="3146"/>
                </a:lnTo>
                <a:lnTo>
                  <a:pt x="3764" y="3146"/>
                </a:lnTo>
                <a:lnTo>
                  <a:pt x="3764" y="3145"/>
                </a:lnTo>
                <a:lnTo>
                  <a:pt x="3765" y="3144"/>
                </a:lnTo>
                <a:lnTo>
                  <a:pt x="3765" y="3145"/>
                </a:lnTo>
                <a:lnTo>
                  <a:pt x="3765" y="3142"/>
                </a:lnTo>
                <a:lnTo>
                  <a:pt x="3766" y="3142"/>
                </a:lnTo>
                <a:lnTo>
                  <a:pt x="3766" y="3143"/>
                </a:lnTo>
                <a:lnTo>
                  <a:pt x="3767" y="3142"/>
                </a:lnTo>
                <a:lnTo>
                  <a:pt x="3768" y="3142"/>
                </a:lnTo>
                <a:lnTo>
                  <a:pt x="3768" y="3141"/>
                </a:lnTo>
                <a:lnTo>
                  <a:pt x="3768" y="3138"/>
                </a:lnTo>
                <a:lnTo>
                  <a:pt x="3768" y="3137"/>
                </a:lnTo>
                <a:lnTo>
                  <a:pt x="3769" y="3137"/>
                </a:lnTo>
                <a:lnTo>
                  <a:pt x="3769" y="3136"/>
                </a:lnTo>
                <a:lnTo>
                  <a:pt x="3769" y="3137"/>
                </a:lnTo>
                <a:lnTo>
                  <a:pt x="3768" y="3137"/>
                </a:lnTo>
                <a:lnTo>
                  <a:pt x="3767" y="3137"/>
                </a:lnTo>
                <a:lnTo>
                  <a:pt x="3768" y="3138"/>
                </a:lnTo>
                <a:lnTo>
                  <a:pt x="3768" y="3139"/>
                </a:lnTo>
                <a:lnTo>
                  <a:pt x="3768" y="3140"/>
                </a:lnTo>
                <a:lnTo>
                  <a:pt x="3768" y="3141"/>
                </a:lnTo>
                <a:lnTo>
                  <a:pt x="3767" y="3141"/>
                </a:lnTo>
                <a:lnTo>
                  <a:pt x="3766" y="3141"/>
                </a:lnTo>
                <a:lnTo>
                  <a:pt x="3766" y="3142"/>
                </a:lnTo>
                <a:lnTo>
                  <a:pt x="3765" y="3142"/>
                </a:lnTo>
                <a:lnTo>
                  <a:pt x="3765" y="3143"/>
                </a:lnTo>
                <a:lnTo>
                  <a:pt x="3765" y="3144"/>
                </a:lnTo>
                <a:lnTo>
                  <a:pt x="3764" y="3144"/>
                </a:lnTo>
                <a:lnTo>
                  <a:pt x="3763" y="3145"/>
                </a:lnTo>
                <a:lnTo>
                  <a:pt x="3763" y="3146"/>
                </a:lnTo>
                <a:lnTo>
                  <a:pt x="3762" y="3146"/>
                </a:lnTo>
                <a:lnTo>
                  <a:pt x="3762" y="3145"/>
                </a:lnTo>
                <a:lnTo>
                  <a:pt x="3761" y="3145"/>
                </a:lnTo>
                <a:lnTo>
                  <a:pt x="3759" y="3144"/>
                </a:lnTo>
                <a:lnTo>
                  <a:pt x="3758" y="3144"/>
                </a:lnTo>
                <a:lnTo>
                  <a:pt x="3758" y="3145"/>
                </a:lnTo>
                <a:lnTo>
                  <a:pt x="3757" y="3145"/>
                </a:lnTo>
                <a:lnTo>
                  <a:pt x="3756" y="3145"/>
                </a:lnTo>
                <a:lnTo>
                  <a:pt x="3755" y="3146"/>
                </a:lnTo>
                <a:lnTo>
                  <a:pt x="3755" y="3147"/>
                </a:lnTo>
                <a:lnTo>
                  <a:pt x="3755" y="3148"/>
                </a:lnTo>
                <a:lnTo>
                  <a:pt x="3756" y="3149"/>
                </a:lnTo>
                <a:lnTo>
                  <a:pt x="3756" y="3148"/>
                </a:lnTo>
                <a:lnTo>
                  <a:pt x="3757" y="3149"/>
                </a:lnTo>
                <a:lnTo>
                  <a:pt x="3757" y="3150"/>
                </a:lnTo>
                <a:lnTo>
                  <a:pt x="3756" y="3150"/>
                </a:lnTo>
                <a:lnTo>
                  <a:pt x="3755" y="3150"/>
                </a:lnTo>
                <a:lnTo>
                  <a:pt x="3756" y="3150"/>
                </a:lnTo>
                <a:lnTo>
                  <a:pt x="3756" y="3149"/>
                </a:lnTo>
                <a:lnTo>
                  <a:pt x="3755" y="3149"/>
                </a:lnTo>
                <a:lnTo>
                  <a:pt x="3754" y="3149"/>
                </a:lnTo>
                <a:lnTo>
                  <a:pt x="3754" y="3148"/>
                </a:lnTo>
                <a:lnTo>
                  <a:pt x="3754" y="3147"/>
                </a:lnTo>
                <a:lnTo>
                  <a:pt x="3753" y="3147"/>
                </a:lnTo>
                <a:lnTo>
                  <a:pt x="3752" y="3147"/>
                </a:lnTo>
                <a:lnTo>
                  <a:pt x="3751" y="3147"/>
                </a:lnTo>
                <a:lnTo>
                  <a:pt x="3750" y="3147"/>
                </a:lnTo>
                <a:lnTo>
                  <a:pt x="3749" y="3148"/>
                </a:lnTo>
                <a:lnTo>
                  <a:pt x="3747" y="3148"/>
                </a:lnTo>
                <a:lnTo>
                  <a:pt x="3746" y="3148"/>
                </a:lnTo>
                <a:lnTo>
                  <a:pt x="3745" y="3149"/>
                </a:lnTo>
                <a:lnTo>
                  <a:pt x="3744" y="3149"/>
                </a:lnTo>
                <a:lnTo>
                  <a:pt x="3745" y="3149"/>
                </a:lnTo>
                <a:lnTo>
                  <a:pt x="3744" y="3148"/>
                </a:lnTo>
                <a:lnTo>
                  <a:pt x="3744" y="3149"/>
                </a:lnTo>
                <a:lnTo>
                  <a:pt x="3744" y="3150"/>
                </a:lnTo>
                <a:lnTo>
                  <a:pt x="3744" y="3152"/>
                </a:lnTo>
                <a:lnTo>
                  <a:pt x="3744" y="3153"/>
                </a:lnTo>
                <a:lnTo>
                  <a:pt x="3743" y="3153"/>
                </a:lnTo>
                <a:lnTo>
                  <a:pt x="3742" y="3153"/>
                </a:lnTo>
                <a:lnTo>
                  <a:pt x="3742" y="3154"/>
                </a:lnTo>
                <a:lnTo>
                  <a:pt x="3741" y="3154"/>
                </a:lnTo>
                <a:lnTo>
                  <a:pt x="3741" y="3155"/>
                </a:lnTo>
                <a:lnTo>
                  <a:pt x="3742" y="3156"/>
                </a:lnTo>
                <a:lnTo>
                  <a:pt x="3743" y="3156"/>
                </a:lnTo>
                <a:lnTo>
                  <a:pt x="3742" y="3157"/>
                </a:lnTo>
                <a:lnTo>
                  <a:pt x="3742" y="3158"/>
                </a:lnTo>
                <a:lnTo>
                  <a:pt x="3740" y="3158"/>
                </a:lnTo>
                <a:lnTo>
                  <a:pt x="3739" y="3159"/>
                </a:lnTo>
                <a:lnTo>
                  <a:pt x="3738" y="3159"/>
                </a:lnTo>
                <a:lnTo>
                  <a:pt x="3737" y="3159"/>
                </a:lnTo>
                <a:lnTo>
                  <a:pt x="3738" y="3159"/>
                </a:lnTo>
                <a:lnTo>
                  <a:pt x="3737" y="3159"/>
                </a:lnTo>
                <a:lnTo>
                  <a:pt x="3737" y="3158"/>
                </a:lnTo>
                <a:lnTo>
                  <a:pt x="3736" y="3158"/>
                </a:lnTo>
                <a:lnTo>
                  <a:pt x="3735" y="3157"/>
                </a:lnTo>
                <a:lnTo>
                  <a:pt x="3735" y="3156"/>
                </a:lnTo>
                <a:lnTo>
                  <a:pt x="3735" y="3155"/>
                </a:lnTo>
                <a:lnTo>
                  <a:pt x="3736" y="3155"/>
                </a:lnTo>
                <a:lnTo>
                  <a:pt x="3736" y="3154"/>
                </a:lnTo>
                <a:lnTo>
                  <a:pt x="3735" y="3154"/>
                </a:lnTo>
                <a:lnTo>
                  <a:pt x="3734" y="3153"/>
                </a:lnTo>
                <a:lnTo>
                  <a:pt x="3733" y="3153"/>
                </a:lnTo>
                <a:lnTo>
                  <a:pt x="3732" y="3153"/>
                </a:lnTo>
                <a:lnTo>
                  <a:pt x="3731" y="3153"/>
                </a:lnTo>
                <a:lnTo>
                  <a:pt x="3730" y="3152"/>
                </a:lnTo>
                <a:lnTo>
                  <a:pt x="3729" y="3152"/>
                </a:lnTo>
                <a:lnTo>
                  <a:pt x="3729" y="3151"/>
                </a:lnTo>
                <a:lnTo>
                  <a:pt x="3729" y="3152"/>
                </a:lnTo>
                <a:lnTo>
                  <a:pt x="3728" y="3152"/>
                </a:lnTo>
                <a:lnTo>
                  <a:pt x="3728" y="3153"/>
                </a:lnTo>
                <a:lnTo>
                  <a:pt x="3729" y="3153"/>
                </a:lnTo>
                <a:lnTo>
                  <a:pt x="3729" y="3154"/>
                </a:lnTo>
                <a:lnTo>
                  <a:pt x="3729" y="3155"/>
                </a:lnTo>
                <a:lnTo>
                  <a:pt x="3730" y="3155"/>
                </a:lnTo>
                <a:lnTo>
                  <a:pt x="3730" y="3156"/>
                </a:lnTo>
                <a:lnTo>
                  <a:pt x="3731" y="3156"/>
                </a:lnTo>
                <a:lnTo>
                  <a:pt x="3732" y="3156"/>
                </a:lnTo>
                <a:lnTo>
                  <a:pt x="3733" y="3156"/>
                </a:lnTo>
                <a:lnTo>
                  <a:pt x="3733" y="3157"/>
                </a:lnTo>
                <a:lnTo>
                  <a:pt x="3734" y="3157"/>
                </a:lnTo>
                <a:lnTo>
                  <a:pt x="3735" y="3158"/>
                </a:lnTo>
                <a:lnTo>
                  <a:pt x="3736" y="3159"/>
                </a:lnTo>
                <a:lnTo>
                  <a:pt x="3737" y="3159"/>
                </a:lnTo>
                <a:lnTo>
                  <a:pt x="3737" y="3160"/>
                </a:lnTo>
                <a:lnTo>
                  <a:pt x="3736" y="3161"/>
                </a:lnTo>
                <a:lnTo>
                  <a:pt x="3734" y="3163"/>
                </a:lnTo>
                <a:lnTo>
                  <a:pt x="3733" y="3164"/>
                </a:lnTo>
                <a:lnTo>
                  <a:pt x="3733" y="3165"/>
                </a:lnTo>
                <a:lnTo>
                  <a:pt x="3732" y="3165"/>
                </a:lnTo>
                <a:lnTo>
                  <a:pt x="3732" y="3166"/>
                </a:lnTo>
                <a:lnTo>
                  <a:pt x="3732" y="3167"/>
                </a:lnTo>
                <a:lnTo>
                  <a:pt x="3731" y="3167"/>
                </a:lnTo>
                <a:lnTo>
                  <a:pt x="3731" y="3168"/>
                </a:lnTo>
                <a:lnTo>
                  <a:pt x="3731" y="3169"/>
                </a:lnTo>
                <a:lnTo>
                  <a:pt x="3731" y="3170"/>
                </a:lnTo>
                <a:lnTo>
                  <a:pt x="3731" y="3171"/>
                </a:lnTo>
                <a:lnTo>
                  <a:pt x="3732" y="3171"/>
                </a:lnTo>
                <a:lnTo>
                  <a:pt x="3732" y="3172"/>
                </a:lnTo>
                <a:lnTo>
                  <a:pt x="3732" y="3173"/>
                </a:lnTo>
                <a:lnTo>
                  <a:pt x="3731" y="3173"/>
                </a:lnTo>
                <a:lnTo>
                  <a:pt x="3730" y="3173"/>
                </a:lnTo>
                <a:lnTo>
                  <a:pt x="3730" y="3174"/>
                </a:lnTo>
                <a:lnTo>
                  <a:pt x="3729" y="3174"/>
                </a:lnTo>
                <a:lnTo>
                  <a:pt x="3729" y="3173"/>
                </a:lnTo>
                <a:lnTo>
                  <a:pt x="3730" y="3172"/>
                </a:lnTo>
                <a:lnTo>
                  <a:pt x="3729" y="3171"/>
                </a:lnTo>
                <a:lnTo>
                  <a:pt x="3730" y="3171"/>
                </a:lnTo>
                <a:lnTo>
                  <a:pt x="3730" y="3170"/>
                </a:lnTo>
                <a:lnTo>
                  <a:pt x="3729" y="3169"/>
                </a:lnTo>
                <a:lnTo>
                  <a:pt x="3728" y="3169"/>
                </a:lnTo>
                <a:lnTo>
                  <a:pt x="3728" y="3168"/>
                </a:lnTo>
                <a:lnTo>
                  <a:pt x="3727" y="3168"/>
                </a:lnTo>
                <a:lnTo>
                  <a:pt x="3726" y="3168"/>
                </a:lnTo>
                <a:lnTo>
                  <a:pt x="3725" y="3168"/>
                </a:lnTo>
                <a:lnTo>
                  <a:pt x="3724" y="3168"/>
                </a:lnTo>
                <a:lnTo>
                  <a:pt x="3724" y="3169"/>
                </a:lnTo>
                <a:lnTo>
                  <a:pt x="3723" y="3169"/>
                </a:lnTo>
                <a:lnTo>
                  <a:pt x="3722" y="3169"/>
                </a:lnTo>
                <a:lnTo>
                  <a:pt x="3721" y="3169"/>
                </a:lnTo>
                <a:lnTo>
                  <a:pt x="3721" y="3168"/>
                </a:lnTo>
                <a:lnTo>
                  <a:pt x="3720" y="3169"/>
                </a:lnTo>
                <a:lnTo>
                  <a:pt x="3719" y="3169"/>
                </a:lnTo>
                <a:lnTo>
                  <a:pt x="3718" y="3169"/>
                </a:lnTo>
                <a:lnTo>
                  <a:pt x="3719" y="3169"/>
                </a:lnTo>
                <a:lnTo>
                  <a:pt x="3718" y="3169"/>
                </a:lnTo>
                <a:lnTo>
                  <a:pt x="3717" y="3168"/>
                </a:lnTo>
                <a:lnTo>
                  <a:pt x="3716" y="3168"/>
                </a:lnTo>
                <a:lnTo>
                  <a:pt x="3716" y="3167"/>
                </a:lnTo>
                <a:lnTo>
                  <a:pt x="3717" y="3167"/>
                </a:lnTo>
                <a:lnTo>
                  <a:pt x="3717" y="3166"/>
                </a:lnTo>
                <a:lnTo>
                  <a:pt x="3717" y="3165"/>
                </a:lnTo>
                <a:lnTo>
                  <a:pt x="3717" y="3164"/>
                </a:lnTo>
                <a:lnTo>
                  <a:pt x="3716" y="3163"/>
                </a:lnTo>
                <a:lnTo>
                  <a:pt x="3716" y="3162"/>
                </a:lnTo>
                <a:lnTo>
                  <a:pt x="3716" y="3161"/>
                </a:lnTo>
                <a:lnTo>
                  <a:pt x="3717" y="3160"/>
                </a:lnTo>
                <a:lnTo>
                  <a:pt x="3717" y="3159"/>
                </a:lnTo>
                <a:lnTo>
                  <a:pt x="3717" y="3158"/>
                </a:lnTo>
                <a:lnTo>
                  <a:pt x="3716" y="3157"/>
                </a:lnTo>
                <a:lnTo>
                  <a:pt x="3716" y="3156"/>
                </a:lnTo>
                <a:lnTo>
                  <a:pt x="3717" y="3156"/>
                </a:lnTo>
                <a:lnTo>
                  <a:pt x="3716" y="3156"/>
                </a:lnTo>
                <a:lnTo>
                  <a:pt x="3716" y="3155"/>
                </a:lnTo>
                <a:lnTo>
                  <a:pt x="3716" y="3154"/>
                </a:lnTo>
                <a:lnTo>
                  <a:pt x="3717" y="3154"/>
                </a:lnTo>
                <a:lnTo>
                  <a:pt x="3717" y="3153"/>
                </a:lnTo>
                <a:lnTo>
                  <a:pt x="3718" y="3153"/>
                </a:lnTo>
                <a:lnTo>
                  <a:pt x="3718" y="3152"/>
                </a:lnTo>
                <a:lnTo>
                  <a:pt x="3719" y="3152"/>
                </a:lnTo>
                <a:lnTo>
                  <a:pt x="3720" y="3152"/>
                </a:lnTo>
                <a:lnTo>
                  <a:pt x="3721" y="3150"/>
                </a:lnTo>
                <a:lnTo>
                  <a:pt x="3722" y="3150"/>
                </a:lnTo>
                <a:lnTo>
                  <a:pt x="3723" y="3150"/>
                </a:lnTo>
                <a:lnTo>
                  <a:pt x="3724" y="3149"/>
                </a:lnTo>
                <a:lnTo>
                  <a:pt x="3722" y="3147"/>
                </a:lnTo>
                <a:lnTo>
                  <a:pt x="3722" y="3146"/>
                </a:lnTo>
                <a:lnTo>
                  <a:pt x="3721" y="3146"/>
                </a:lnTo>
                <a:lnTo>
                  <a:pt x="3721" y="3145"/>
                </a:lnTo>
                <a:lnTo>
                  <a:pt x="3720" y="3144"/>
                </a:lnTo>
                <a:lnTo>
                  <a:pt x="3720" y="3145"/>
                </a:lnTo>
                <a:lnTo>
                  <a:pt x="3720" y="3144"/>
                </a:lnTo>
                <a:lnTo>
                  <a:pt x="3721" y="3146"/>
                </a:lnTo>
                <a:lnTo>
                  <a:pt x="3720" y="3146"/>
                </a:lnTo>
                <a:lnTo>
                  <a:pt x="3720" y="3145"/>
                </a:lnTo>
                <a:lnTo>
                  <a:pt x="3719" y="3145"/>
                </a:lnTo>
                <a:lnTo>
                  <a:pt x="3720" y="3146"/>
                </a:lnTo>
                <a:lnTo>
                  <a:pt x="3720" y="3148"/>
                </a:lnTo>
                <a:lnTo>
                  <a:pt x="3719" y="3148"/>
                </a:lnTo>
                <a:lnTo>
                  <a:pt x="3719" y="3149"/>
                </a:lnTo>
                <a:lnTo>
                  <a:pt x="3718" y="3149"/>
                </a:lnTo>
                <a:lnTo>
                  <a:pt x="3718" y="3150"/>
                </a:lnTo>
                <a:lnTo>
                  <a:pt x="3717" y="3150"/>
                </a:lnTo>
                <a:lnTo>
                  <a:pt x="3716" y="3150"/>
                </a:lnTo>
                <a:lnTo>
                  <a:pt x="3715" y="3150"/>
                </a:lnTo>
                <a:lnTo>
                  <a:pt x="3715" y="3149"/>
                </a:lnTo>
                <a:lnTo>
                  <a:pt x="3715" y="3150"/>
                </a:lnTo>
                <a:lnTo>
                  <a:pt x="3715" y="3149"/>
                </a:lnTo>
                <a:lnTo>
                  <a:pt x="3715" y="3148"/>
                </a:lnTo>
                <a:lnTo>
                  <a:pt x="3714" y="3148"/>
                </a:lnTo>
                <a:lnTo>
                  <a:pt x="3714" y="3149"/>
                </a:lnTo>
                <a:lnTo>
                  <a:pt x="3713" y="3149"/>
                </a:lnTo>
                <a:lnTo>
                  <a:pt x="3712" y="3149"/>
                </a:lnTo>
                <a:lnTo>
                  <a:pt x="3711" y="3149"/>
                </a:lnTo>
                <a:lnTo>
                  <a:pt x="3712" y="3150"/>
                </a:lnTo>
                <a:lnTo>
                  <a:pt x="3711" y="3150"/>
                </a:lnTo>
                <a:lnTo>
                  <a:pt x="3710" y="3150"/>
                </a:lnTo>
                <a:lnTo>
                  <a:pt x="3709" y="3150"/>
                </a:lnTo>
                <a:lnTo>
                  <a:pt x="3709" y="3151"/>
                </a:lnTo>
                <a:lnTo>
                  <a:pt x="3708" y="3151"/>
                </a:lnTo>
                <a:lnTo>
                  <a:pt x="3707" y="3152"/>
                </a:lnTo>
                <a:lnTo>
                  <a:pt x="3707" y="3153"/>
                </a:lnTo>
                <a:lnTo>
                  <a:pt x="3704" y="3154"/>
                </a:lnTo>
                <a:lnTo>
                  <a:pt x="3703" y="3154"/>
                </a:lnTo>
                <a:lnTo>
                  <a:pt x="3703" y="3155"/>
                </a:lnTo>
                <a:lnTo>
                  <a:pt x="3702" y="3155"/>
                </a:lnTo>
                <a:lnTo>
                  <a:pt x="3701" y="3155"/>
                </a:lnTo>
                <a:lnTo>
                  <a:pt x="3700" y="3155"/>
                </a:lnTo>
                <a:lnTo>
                  <a:pt x="3700" y="3156"/>
                </a:lnTo>
                <a:lnTo>
                  <a:pt x="3701" y="3156"/>
                </a:lnTo>
                <a:lnTo>
                  <a:pt x="3701" y="3157"/>
                </a:lnTo>
                <a:lnTo>
                  <a:pt x="3701" y="3158"/>
                </a:lnTo>
                <a:lnTo>
                  <a:pt x="3702" y="3158"/>
                </a:lnTo>
                <a:lnTo>
                  <a:pt x="3702" y="3159"/>
                </a:lnTo>
                <a:lnTo>
                  <a:pt x="3701" y="3159"/>
                </a:lnTo>
                <a:lnTo>
                  <a:pt x="3700" y="3159"/>
                </a:lnTo>
                <a:lnTo>
                  <a:pt x="3700" y="3158"/>
                </a:lnTo>
                <a:lnTo>
                  <a:pt x="3699" y="3158"/>
                </a:lnTo>
                <a:lnTo>
                  <a:pt x="3698" y="3157"/>
                </a:lnTo>
                <a:lnTo>
                  <a:pt x="3697" y="3157"/>
                </a:lnTo>
                <a:lnTo>
                  <a:pt x="3698" y="3158"/>
                </a:lnTo>
                <a:lnTo>
                  <a:pt x="3698" y="3159"/>
                </a:lnTo>
                <a:lnTo>
                  <a:pt x="3698" y="3160"/>
                </a:lnTo>
                <a:lnTo>
                  <a:pt x="3697" y="3160"/>
                </a:lnTo>
                <a:lnTo>
                  <a:pt x="3696" y="3160"/>
                </a:lnTo>
                <a:lnTo>
                  <a:pt x="3696" y="3161"/>
                </a:lnTo>
                <a:lnTo>
                  <a:pt x="3696" y="3162"/>
                </a:lnTo>
                <a:lnTo>
                  <a:pt x="3695" y="3162"/>
                </a:lnTo>
                <a:lnTo>
                  <a:pt x="3695" y="3163"/>
                </a:lnTo>
                <a:lnTo>
                  <a:pt x="3694" y="3163"/>
                </a:lnTo>
                <a:lnTo>
                  <a:pt x="3695" y="3163"/>
                </a:lnTo>
                <a:lnTo>
                  <a:pt x="3695" y="3164"/>
                </a:lnTo>
                <a:lnTo>
                  <a:pt x="3696" y="3164"/>
                </a:lnTo>
                <a:lnTo>
                  <a:pt x="3696" y="3163"/>
                </a:lnTo>
                <a:lnTo>
                  <a:pt x="3697" y="3163"/>
                </a:lnTo>
                <a:lnTo>
                  <a:pt x="3698" y="3163"/>
                </a:lnTo>
                <a:lnTo>
                  <a:pt x="3699" y="3163"/>
                </a:lnTo>
                <a:lnTo>
                  <a:pt x="3700" y="3163"/>
                </a:lnTo>
                <a:lnTo>
                  <a:pt x="3701" y="3163"/>
                </a:lnTo>
                <a:lnTo>
                  <a:pt x="3701" y="3162"/>
                </a:lnTo>
                <a:lnTo>
                  <a:pt x="3702" y="3162"/>
                </a:lnTo>
                <a:lnTo>
                  <a:pt x="3703" y="3163"/>
                </a:lnTo>
                <a:lnTo>
                  <a:pt x="3703" y="3164"/>
                </a:lnTo>
                <a:lnTo>
                  <a:pt x="3702" y="3164"/>
                </a:lnTo>
                <a:lnTo>
                  <a:pt x="3702" y="3165"/>
                </a:lnTo>
                <a:lnTo>
                  <a:pt x="3702" y="3166"/>
                </a:lnTo>
                <a:lnTo>
                  <a:pt x="3702" y="3167"/>
                </a:lnTo>
                <a:lnTo>
                  <a:pt x="3701" y="3167"/>
                </a:lnTo>
                <a:lnTo>
                  <a:pt x="3700" y="3167"/>
                </a:lnTo>
                <a:lnTo>
                  <a:pt x="3699" y="3168"/>
                </a:lnTo>
                <a:lnTo>
                  <a:pt x="3698" y="3169"/>
                </a:lnTo>
                <a:lnTo>
                  <a:pt x="3697" y="3169"/>
                </a:lnTo>
                <a:lnTo>
                  <a:pt x="3696" y="3169"/>
                </a:lnTo>
                <a:lnTo>
                  <a:pt x="3695" y="3169"/>
                </a:lnTo>
                <a:lnTo>
                  <a:pt x="3695" y="3170"/>
                </a:lnTo>
                <a:lnTo>
                  <a:pt x="3695" y="3171"/>
                </a:lnTo>
                <a:lnTo>
                  <a:pt x="3695" y="3172"/>
                </a:lnTo>
                <a:lnTo>
                  <a:pt x="3695" y="3173"/>
                </a:lnTo>
                <a:lnTo>
                  <a:pt x="3696" y="3173"/>
                </a:lnTo>
                <a:lnTo>
                  <a:pt x="3697" y="3172"/>
                </a:lnTo>
                <a:lnTo>
                  <a:pt x="3698" y="3171"/>
                </a:lnTo>
                <a:lnTo>
                  <a:pt x="3699" y="3171"/>
                </a:lnTo>
                <a:lnTo>
                  <a:pt x="3699" y="3172"/>
                </a:lnTo>
                <a:lnTo>
                  <a:pt x="3700" y="3173"/>
                </a:lnTo>
                <a:lnTo>
                  <a:pt x="3701" y="3174"/>
                </a:lnTo>
                <a:lnTo>
                  <a:pt x="3702" y="3174"/>
                </a:lnTo>
                <a:lnTo>
                  <a:pt x="3703" y="3174"/>
                </a:lnTo>
                <a:lnTo>
                  <a:pt x="3704" y="3174"/>
                </a:lnTo>
                <a:lnTo>
                  <a:pt x="3704" y="3175"/>
                </a:lnTo>
                <a:lnTo>
                  <a:pt x="3704" y="3176"/>
                </a:lnTo>
                <a:lnTo>
                  <a:pt x="3705" y="3176"/>
                </a:lnTo>
                <a:lnTo>
                  <a:pt x="3706" y="3177"/>
                </a:lnTo>
                <a:lnTo>
                  <a:pt x="3706" y="3178"/>
                </a:lnTo>
                <a:lnTo>
                  <a:pt x="3705" y="3178"/>
                </a:lnTo>
                <a:lnTo>
                  <a:pt x="3705" y="3179"/>
                </a:lnTo>
                <a:lnTo>
                  <a:pt x="3704" y="3179"/>
                </a:lnTo>
                <a:lnTo>
                  <a:pt x="3703" y="3179"/>
                </a:lnTo>
                <a:lnTo>
                  <a:pt x="3702" y="3179"/>
                </a:lnTo>
                <a:lnTo>
                  <a:pt x="3702" y="3180"/>
                </a:lnTo>
                <a:lnTo>
                  <a:pt x="3701" y="3180"/>
                </a:lnTo>
                <a:lnTo>
                  <a:pt x="3700" y="3181"/>
                </a:lnTo>
                <a:lnTo>
                  <a:pt x="3699" y="3181"/>
                </a:lnTo>
                <a:lnTo>
                  <a:pt x="3699" y="3180"/>
                </a:lnTo>
                <a:lnTo>
                  <a:pt x="3698" y="3180"/>
                </a:lnTo>
                <a:lnTo>
                  <a:pt x="3698" y="3181"/>
                </a:lnTo>
                <a:lnTo>
                  <a:pt x="3697" y="3181"/>
                </a:lnTo>
                <a:lnTo>
                  <a:pt x="3697" y="3182"/>
                </a:lnTo>
                <a:lnTo>
                  <a:pt x="3697" y="3183"/>
                </a:lnTo>
                <a:lnTo>
                  <a:pt x="3696" y="3183"/>
                </a:lnTo>
                <a:lnTo>
                  <a:pt x="3695" y="3184"/>
                </a:lnTo>
                <a:lnTo>
                  <a:pt x="3694" y="3183"/>
                </a:lnTo>
                <a:lnTo>
                  <a:pt x="3694" y="3182"/>
                </a:lnTo>
                <a:lnTo>
                  <a:pt x="3693" y="3182"/>
                </a:lnTo>
                <a:lnTo>
                  <a:pt x="3693" y="3181"/>
                </a:lnTo>
                <a:lnTo>
                  <a:pt x="3694" y="3180"/>
                </a:lnTo>
                <a:lnTo>
                  <a:pt x="3694" y="3179"/>
                </a:lnTo>
                <a:lnTo>
                  <a:pt x="3693" y="3179"/>
                </a:lnTo>
                <a:lnTo>
                  <a:pt x="3693" y="3178"/>
                </a:lnTo>
                <a:lnTo>
                  <a:pt x="3693" y="3177"/>
                </a:lnTo>
                <a:lnTo>
                  <a:pt x="3693" y="3176"/>
                </a:lnTo>
                <a:lnTo>
                  <a:pt x="3694" y="3176"/>
                </a:lnTo>
                <a:lnTo>
                  <a:pt x="3694" y="3175"/>
                </a:lnTo>
                <a:lnTo>
                  <a:pt x="3693" y="3175"/>
                </a:lnTo>
                <a:lnTo>
                  <a:pt x="3693" y="3174"/>
                </a:lnTo>
                <a:lnTo>
                  <a:pt x="3692" y="3174"/>
                </a:lnTo>
                <a:lnTo>
                  <a:pt x="3692" y="3173"/>
                </a:lnTo>
                <a:lnTo>
                  <a:pt x="3691" y="3172"/>
                </a:lnTo>
                <a:lnTo>
                  <a:pt x="3691" y="3171"/>
                </a:lnTo>
                <a:lnTo>
                  <a:pt x="3690" y="3171"/>
                </a:lnTo>
                <a:lnTo>
                  <a:pt x="3689" y="3171"/>
                </a:lnTo>
                <a:lnTo>
                  <a:pt x="3689" y="3170"/>
                </a:lnTo>
                <a:lnTo>
                  <a:pt x="3689" y="3169"/>
                </a:lnTo>
                <a:lnTo>
                  <a:pt x="3688" y="3168"/>
                </a:lnTo>
                <a:lnTo>
                  <a:pt x="3687" y="3168"/>
                </a:lnTo>
                <a:lnTo>
                  <a:pt x="3687" y="3167"/>
                </a:lnTo>
                <a:lnTo>
                  <a:pt x="3686" y="3167"/>
                </a:lnTo>
                <a:lnTo>
                  <a:pt x="3685" y="3167"/>
                </a:lnTo>
                <a:lnTo>
                  <a:pt x="3684" y="3167"/>
                </a:lnTo>
                <a:lnTo>
                  <a:pt x="3683" y="3167"/>
                </a:lnTo>
                <a:lnTo>
                  <a:pt x="3683" y="3168"/>
                </a:lnTo>
                <a:lnTo>
                  <a:pt x="3682" y="3168"/>
                </a:lnTo>
                <a:lnTo>
                  <a:pt x="3681" y="3168"/>
                </a:lnTo>
                <a:lnTo>
                  <a:pt x="3680" y="3168"/>
                </a:lnTo>
                <a:lnTo>
                  <a:pt x="3679" y="3168"/>
                </a:lnTo>
                <a:lnTo>
                  <a:pt x="3678" y="3168"/>
                </a:lnTo>
                <a:lnTo>
                  <a:pt x="3677" y="3168"/>
                </a:lnTo>
                <a:lnTo>
                  <a:pt x="3677" y="3169"/>
                </a:lnTo>
                <a:lnTo>
                  <a:pt x="3677" y="3170"/>
                </a:lnTo>
                <a:lnTo>
                  <a:pt x="3677" y="3171"/>
                </a:lnTo>
                <a:lnTo>
                  <a:pt x="3676" y="3171"/>
                </a:lnTo>
                <a:lnTo>
                  <a:pt x="3675" y="3170"/>
                </a:lnTo>
                <a:lnTo>
                  <a:pt x="3674" y="3169"/>
                </a:lnTo>
                <a:lnTo>
                  <a:pt x="3674" y="3170"/>
                </a:lnTo>
                <a:lnTo>
                  <a:pt x="3671" y="3172"/>
                </a:lnTo>
                <a:lnTo>
                  <a:pt x="3671" y="3173"/>
                </a:lnTo>
                <a:lnTo>
                  <a:pt x="3671" y="3174"/>
                </a:lnTo>
                <a:lnTo>
                  <a:pt x="3670" y="3174"/>
                </a:lnTo>
                <a:lnTo>
                  <a:pt x="3669" y="3174"/>
                </a:lnTo>
                <a:lnTo>
                  <a:pt x="3669" y="3175"/>
                </a:lnTo>
                <a:lnTo>
                  <a:pt x="3668" y="3175"/>
                </a:lnTo>
                <a:lnTo>
                  <a:pt x="3668" y="3176"/>
                </a:lnTo>
                <a:lnTo>
                  <a:pt x="3669" y="3176"/>
                </a:lnTo>
                <a:lnTo>
                  <a:pt x="3671" y="3175"/>
                </a:lnTo>
                <a:lnTo>
                  <a:pt x="3671" y="3174"/>
                </a:lnTo>
                <a:lnTo>
                  <a:pt x="3672" y="3174"/>
                </a:lnTo>
                <a:lnTo>
                  <a:pt x="3673" y="3174"/>
                </a:lnTo>
                <a:lnTo>
                  <a:pt x="3674" y="3175"/>
                </a:lnTo>
                <a:lnTo>
                  <a:pt x="3673" y="3175"/>
                </a:lnTo>
                <a:lnTo>
                  <a:pt x="3673" y="3176"/>
                </a:lnTo>
                <a:lnTo>
                  <a:pt x="3674" y="3176"/>
                </a:lnTo>
                <a:lnTo>
                  <a:pt x="3675" y="3176"/>
                </a:lnTo>
                <a:lnTo>
                  <a:pt x="3675" y="3177"/>
                </a:lnTo>
                <a:lnTo>
                  <a:pt x="3674" y="3177"/>
                </a:lnTo>
                <a:lnTo>
                  <a:pt x="3674" y="3178"/>
                </a:lnTo>
                <a:lnTo>
                  <a:pt x="3675" y="3178"/>
                </a:lnTo>
                <a:lnTo>
                  <a:pt x="3676" y="3178"/>
                </a:lnTo>
                <a:lnTo>
                  <a:pt x="3677" y="3179"/>
                </a:lnTo>
                <a:lnTo>
                  <a:pt x="3678" y="3178"/>
                </a:lnTo>
                <a:lnTo>
                  <a:pt x="3679" y="3178"/>
                </a:lnTo>
                <a:lnTo>
                  <a:pt x="3680" y="3178"/>
                </a:lnTo>
                <a:lnTo>
                  <a:pt x="3680" y="3177"/>
                </a:lnTo>
                <a:lnTo>
                  <a:pt x="3680" y="3178"/>
                </a:lnTo>
                <a:lnTo>
                  <a:pt x="3679" y="3178"/>
                </a:lnTo>
                <a:lnTo>
                  <a:pt x="3679" y="3179"/>
                </a:lnTo>
                <a:lnTo>
                  <a:pt x="3678" y="3180"/>
                </a:lnTo>
                <a:lnTo>
                  <a:pt x="3677" y="3180"/>
                </a:lnTo>
                <a:lnTo>
                  <a:pt x="3676" y="3181"/>
                </a:lnTo>
                <a:lnTo>
                  <a:pt x="3674" y="3182"/>
                </a:lnTo>
                <a:lnTo>
                  <a:pt x="3673" y="3183"/>
                </a:lnTo>
                <a:lnTo>
                  <a:pt x="3672" y="3183"/>
                </a:lnTo>
                <a:lnTo>
                  <a:pt x="3671" y="3182"/>
                </a:lnTo>
                <a:lnTo>
                  <a:pt x="3671" y="3181"/>
                </a:lnTo>
                <a:lnTo>
                  <a:pt x="3669" y="3181"/>
                </a:lnTo>
                <a:lnTo>
                  <a:pt x="3669" y="3182"/>
                </a:lnTo>
                <a:lnTo>
                  <a:pt x="3668" y="3183"/>
                </a:lnTo>
                <a:lnTo>
                  <a:pt x="3667" y="3183"/>
                </a:lnTo>
                <a:lnTo>
                  <a:pt x="3667" y="3184"/>
                </a:lnTo>
                <a:lnTo>
                  <a:pt x="3666" y="3183"/>
                </a:lnTo>
                <a:lnTo>
                  <a:pt x="3666" y="3184"/>
                </a:lnTo>
                <a:lnTo>
                  <a:pt x="3666" y="3185"/>
                </a:lnTo>
                <a:lnTo>
                  <a:pt x="3667" y="3185"/>
                </a:lnTo>
                <a:lnTo>
                  <a:pt x="3668" y="3185"/>
                </a:lnTo>
                <a:lnTo>
                  <a:pt x="3669" y="3186"/>
                </a:lnTo>
                <a:lnTo>
                  <a:pt x="3669" y="3188"/>
                </a:lnTo>
                <a:lnTo>
                  <a:pt x="3670" y="3188"/>
                </a:lnTo>
                <a:lnTo>
                  <a:pt x="3670" y="3187"/>
                </a:lnTo>
                <a:lnTo>
                  <a:pt x="3670" y="3186"/>
                </a:lnTo>
                <a:lnTo>
                  <a:pt x="3671" y="3185"/>
                </a:lnTo>
                <a:lnTo>
                  <a:pt x="3672" y="3185"/>
                </a:lnTo>
                <a:lnTo>
                  <a:pt x="3673" y="3185"/>
                </a:lnTo>
                <a:lnTo>
                  <a:pt x="3674" y="3185"/>
                </a:lnTo>
                <a:lnTo>
                  <a:pt x="3674" y="3186"/>
                </a:lnTo>
                <a:lnTo>
                  <a:pt x="3674" y="3187"/>
                </a:lnTo>
                <a:lnTo>
                  <a:pt x="3675" y="3187"/>
                </a:lnTo>
                <a:lnTo>
                  <a:pt x="3675" y="3186"/>
                </a:lnTo>
                <a:lnTo>
                  <a:pt x="3675" y="3185"/>
                </a:lnTo>
                <a:lnTo>
                  <a:pt x="3675" y="3184"/>
                </a:lnTo>
                <a:lnTo>
                  <a:pt x="3675" y="3183"/>
                </a:lnTo>
                <a:lnTo>
                  <a:pt x="3676" y="3183"/>
                </a:lnTo>
                <a:lnTo>
                  <a:pt x="3677" y="3183"/>
                </a:lnTo>
                <a:lnTo>
                  <a:pt x="3677" y="3182"/>
                </a:lnTo>
                <a:lnTo>
                  <a:pt x="3678" y="3181"/>
                </a:lnTo>
                <a:lnTo>
                  <a:pt x="3679" y="3181"/>
                </a:lnTo>
                <a:lnTo>
                  <a:pt x="3679" y="3182"/>
                </a:lnTo>
                <a:lnTo>
                  <a:pt x="3679" y="3183"/>
                </a:lnTo>
                <a:lnTo>
                  <a:pt x="3680" y="3183"/>
                </a:lnTo>
                <a:lnTo>
                  <a:pt x="3680" y="3182"/>
                </a:lnTo>
                <a:lnTo>
                  <a:pt x="3680" y="3181"/>
                </a:lnTo>
                <a:lnTo>
                  <a:pt x="3681" y="3181"/>
                </a:lnTo>
                <a:lnTo>
                  <a:pt x="3681" y="3182"/>
                </a:lnTo>
                <a:lnTo>
                  <a:pt x="3681" y="3183"/>
                </a:lnTo>
                <a:lnTo>
                  <a:pt x="3680" y="3183"/>
                </a:lnTo>
                <a:lnTo>
                  <a:pt x="3680" y="3184"/>
                </a:lnTo>
                <a:lnTo>
                  <a:pt x="3680" y="3185"/>
                </a:lnTo>
                <a:lnTo>
                  <a:pt x="3680" y="3186"/>
                </a:lnTo>
                <a:lnTo>
                  <a:pt x="3681" y="3185"/>
                </a:lnTo>
                <a:lnTo>
                  <a:pt x="3680" y="3185"/>
                </a:lnTo>
                <a:lnTo>
                  <a:pt x="3681" y="3185"/>
                </a:lnTo>
                <a:lnTo>
                  <a:pt x="3681" y="3186"/>
                </a:lnTo>
                <a:lnTo>
                  <a:pt x="3681" y="3187"/>
                </a:lnTo>
                <a:lnTo>
                  <a:pt x="3682" y="3187"/>
                </a:lnTo>
                <a:lnTo>
                  <a:pt x="3682" y="3186"/>
                </a:lnTo>
                <a:lnTo>
                  <a:pt x="3682" y="3185"/>
                </a:lnTo>
                <a:lnTo>
                  <a:pt x="3682" y="3184"/>
                </a:lnTo>
                <a:lnTo>
                  <a:pt x="3682" y="3183"/>
                </a:lnTo>
                <a:lnTo>
                  <a:pt x="3683" y="3183"/>
                </a:lnTo>
                <a:lnTo>
                  <a:pt x="3683" y="3184"/>
                </a:lnTo>
                <a:lnTo>
                  <a:pt x="3683" y="3185"/>
                </a:lnTo>
                <a:lnTo>
                  <a:pt x="3684" y="3185"/>
                </a:lnTo>
                <a:lnTo>
                  <a:pt x="3685" y="3185"/>
                </a:lnTo>
                <a:lnTo>
                  <a:pt x="3686" y="3185"/>
                </a:lnTo>
                <a:lnTo>
                  <a:pt x="3686" y="3186"/>
                </a:lnTo>
                <a:lnTo>
                  <a:pt x="3685" y="3186"/>
                </a:lnTo>
                <a:lnTo>
                  <a:pt x="3686" y="3186"/>
                </a:lnTo>
                <a:lnTo>
                  <a:pt x="3686" y="3187"/>
                </a:lnTo>
                <a:lnTo>
                  <a:pt x="3686" y="3188"/>
                </a:lnTo>
                <a:lnTo>
                  <a:pt x="3685" y="3187"/>
                </a:lnTo>
                <a:lnTo>
                  <a:pt x="3684" y="3187"/>
                </a:lnTo>
                <a:lnTo>
                  <a:pt x="3683" y="3188"/>
                </a:lnTo>
                <a:lnTo>
                  <a:pt x="3683" y="3189"/>
                </a:lnTo>
                <a:lnTo>
                  <a:pt x="3684" y="3189"/>
                </a:lnTo>
                <a:lnTo>
                  <a:pt x="3684" y="3190"/>
                </a:lnTo>
                <a:lnTo>
                  <a:pt x="3685" y="3190"/>
                </a:lnTo>
                <a:lnTo>
                  <a:pt x="3685" y="3192"/>
                </a:lnTo>
                <a:lnTo>
                  <a:pt x="3684" y="3191"/>
                </a:lnTo>
                <a:lnTo>
                  <a:pt x="3683" y="3192"/>
                </a:lnTo>
                <a:lnTo>
                  <a:pt x="3684" y="3192"/>
                </a:lnTo>
                <a:lnTo>
                  <a:pt x="3684" y="3193"/>
                </a:lnTo>
                <a:lnTo>
                  <a:pt x="3683" y="3193"/>
                </a:lnTo>
                <a:lnTo>
                  <a:pt x="3683" y="3194"/>
                </a:lnTo>
                <a:lnTo>
                  <a:pt x="3683" y="3193"/>
                </a:lnTo>
                <a:lnTo>
                  <a:pt x="3682" y="3194"/>
                </a:lnTo>
                <a:lnTo>
                  <a:pt x="3682" y="3195"/>
                </a:lnTo>
                <a:lnTo>
                  <a:pt x="3681" y="3194"/>
                </a:lnTo>
                <a:lnTo>
                  <a:pt x="3680" y="3194"/>
                </a:lnTo>
                <a:lnTo>
                  <a:pt x="3680" y="3193"/>
                </a:lnTo>
                <a:lnTo>
                  <a:pt x="3679" y="3193"/>
                </a:lnTo>
                <a:lnTo>
                  <a:pt x="3679" y="3192"/>
                </a:lnTo>
                <a:lnTo>
                  <a:pt x="3680" y="3192"/>
                </a:lnTo>
                <a:lnTo>
                  <a:pt x="3680" y="3191"/>
                </a:lnTo>
                <a:lnTo>
                  <a:pt x="3678" y="3191"/>
                </a:lnTo>
                <a:lnTo>
                  <a:pt x="3678" y="3190"/>
                </a:lnTo>
                <a:lnTo>
                  <a:pt x="3677" y="3190"/>
                </a:lnTo>
                <a:lnTo>
                  <a:pt x="3676" y="3190"/>
                </a:lnTo>
                <a:lnTo>
                  <a:pt x="3676" y="3189"/>
                </a:lnTo>
                <a:lnTo>
                  <a:pt x="3675" y="3189"/>
                </a:lnTo>
                <a:lnTo>
                  <a:pt x="3675" y="3190"/>
                </a:lnTo>
                <a:lnTo>
                  <a:pt x="3674" y="3190"/>
                </a:lnTo>
                <a:lnTo>
                  <a:pt x="3674" y="3191"/>
                </a:lnTo>
                <a:lnTo>
                  <a:pt x="3674" y="3192"/>
                </a:lnTo>
                <a:lnTo>
                  <a:pt x="3674" y="3193"/>
                </a:lnTo>
                <a:lnTo>
                  <a:pt x="3675" y="3193"/>
                </a:lnTo>
                <a:lnTo>
                  <a:pt x="3674" y="3194"/>
                </a:lnTo>
                <a:lnTo>
                  <a:pt x="3674" y="3193"/>
                </a:lnTo>
                <a:lnTo>
                  <a:pt x="3674" y="3192"/>
                </a:lnTo>
                <a:lnTo>
                  <a:pt x="3673" y="3192"/>
                </a:lnTo>
                <a:lnTo>
                  <a:pt x="3674" y="3192"/>
                </a:lnTo>
                <a:lnTo>
                  <a:pt x="3673" y="3192"/>
                </a:lnTo>
                <a:lnTo>
                  <a:pt x="3673" y="3193"/>
                </a:lnTo>
                <a:lnTo>
                  <a:pt x="3672" y="3194"/>
                </a:lnTo>
                <a:lnTo>
                  <a:pt x="3673" y="3194"/>
                </a:lnTo>
                <a:lnTo>
                  <a:pt x="3674" y="3194"/>
                </a:lnTo>
                <a:lnTo>
                  <a:pt x="3674" y="3195"/>
                </a:lnTo>
                <a:lnTo>
                  <a:pt x="3674" y="3197"/>
                </a:lnTo>
                <a:lnTo>
                  <a:pt x="3675" y="3197"/>
                </a:lnTo>
                <a:lnTo>
                  <a:pt x="3676" y="3198"/>
                </a:lnTo>
                <a:lnTo>
                  <a:pt x="3677" y="3198"/>
                </a:lnTo>
                <a:lnTo>
                  <a:pt x="3678" y="3199"/>
                </a:lnTo>
                <a:lnTo>
                  <a:pt x="3678" y="3200"/>
                </a:lnTo>
                <a:lnTo>
                  <a:pt x="3677" y="3200"/>
                </a:lnTo>
                <a:lnTo>
                  <a:pt x="3676" y="3200"/>
                </a:lnTo>
                <a:lnTo>
                  <a:pt x="3676" y="3201"/>
                </a:lnTo>
                <a:lnTo>
                  <a:pt x="3676" y="3202"/>
                </a:lnTo>
                <a:lnTo>
                  <a:pt x="3677" y="3201"/>
                </a:lnTo>
                <a:lnTo>
                  <a:pt x="3677" y="3202"/>
                </a:lnTo>
                <a:lnTo>
                  <a:pt x="3677" y="3203"/>
                </a:lnTo>
                <a:lnTo>
                  <a:pt x="3676" y="3203"/>
                </a:lnTo>
                <a:lnTo>
                  <a:pt x="3676" y="3202"/>
                </a:lnTo>
                <a:lnTo>
                  <a:pt x="3675" y="3202"/>
                </a:lnTo>
                <a:lnTo>
                  <a:pt x="3675" y="3203"/>
                </a:lnTo>
                <a:lnTo>
                  <a:pt x="3674" y="3203"/>
                </a:lnTo>
                <a:lnTo>
                  <a:pt x="3674" y="3202"/>
                </a:lnTo>
                <a:lnTo>
                  <a:pt x="3674" y="3201"/>
                </a:lnTo>
                <a:lnTo>
                  <a:pt x="3674" y="3200"/>
                </a:lnTo>
                <a:lnTo>
                  <a:pt x="3673" y="3199"/>
                </a:lnTo>
                <a:lnTo>
                  <a:pt x="3672" y="3201"/>
                </a:lnTo>
                <a:lnTo>
                  <a:pt x="3671" y="3201"/>
                </a:lnTo>
                <a:lnTo>
                  <a:pt x="3671" y="3200"/>
                </a:lnTo>
                <a:lnTo>
                  <a:pt x="3670" y="3199"/>
                </a:lnTo>
                <a:lnTo>
                  <a:pt x="3670" y="3198"/>
                </a:lnTo>
                <a:lnTo>
                  <a:pt x="3669" y="3199"/>
                </a:lnTo>
                <a:lnTo>
                  <a:pt x="3667" y="3197"/>
                </a:lnTo>
                <a:lnTo>
                  <a:pt x="3667" y="3198"/>
                </a:lnTo>
                <a:lnTo>
                  <a:pt x="3667" y="3199"/>
                </a:lnTo>
                <a:lnTo>
                  <a:pt x="3666" y="3199"/>
                </a:lnTo>
                <a:lnTo>
                  <a:pt x="3666" y="3200"/>
                </a:lnTo>
                <a:lnTo>
                  <a:pt x="3665" y="3200"/>
                </a:lnTo>
                <a:lnTo>
                  <a:pt x="3664" y="3200"/>
                </a:lnTo>
                <a:lnTo>
                  <a:pt x="3664" y="3199"/>
                </a:lnTo>
                <a:lnTo>
                  <a:pt x="3664" y="3198"/>
                </a:lnTo>
                <a:lnTo>
                  <a:pt x="3664" y="3197"/>
                </a:lnTo>
                <a:lnTo>
                  <a:pt x="3663" y="3197"/>
                </a:lnTo>
                <a:lnTo>
                  <a:pt x="3662" y="3197"/>
                </a:lnTo>
                <a:lnTo>
                  <a:pt x="3661" y="3197"/>
                </a:lnTo>
                <a:lnTo>
                  <a:pt x="3661" y="3196"/>
                </a:lnTo>
                <a:lnTo>
                  <a:pt x="3661" y="3195"/>
                </a:lnTo>
                <a:lnTo>
                  <a:pt x="3660" y="3194"/>
                </a:lnTo>
                <a:lnTo>
                  <a:pt x="3660" y="3193"/>
                </a:lnTo>
                <a:lnTo>
                  <a:pt x="3660" y="3192"/>
                </a:lnTo>
                <a:lnTo>
                  <a:pt x="3659" y="3192"/>
                </a:lnTo>
                <a:lnTo>
                  <a:pt x="3658" y="3192"/>
                </a:lnTo>
                <a:lnTo>
                  <a:pt x="3657" y="3192"/>
                </a:lnTo>
                <a:lnTo>
                  <a:pt x="3656" y="3192"/>
                </a:lnTo>
                <a:lnTo>
                  <a:pt x="3656" y="3193"/>
                </a:lnTo>
                <a:lnTo>
                  <a:pt x="3655" y="3193"/>
                </a:lnTo>
                <a:lnTo>
                  <a:pt x="3655" y="3192"/>
                </a:lnTo>
                <a:lnTo>
                  <a:pt x="3655" y="3193"/>
                </a:lnTo>
                <a:lnTo>
                  <a:pt x="3654" y="3193"/>
                </a:lnTo>
                <a:lnTo>
                  <a:pt x="3653" y="3193"/>
                </a:lnTo>
                <a:lnTo>
                  <a:pt x="3652" y="3193"/>
                </a:lnTo>
                <a:lnTo>
                  <a:pt x="3651" y="3193"/>
                </a:lnTo>
                <a:lnTo>
                  <a:pt x="3651" y="3192"/>
                </a:lnTo>
                <a:lnTo>
                  <a:pt x="3650" y="3192"/>
                </a:lnTo>
                <a:lnTo>
                  <a:pt x="3650" y="3193"/>
                </a:lnTo>
                <a:lnTo>
                  <a:pt x="3649" y="3193"/>
                </a:lnTo>
                <a:lnTo>
                  <a:pt x="3648" y="3191"/>
                </a:lnTo>
                <a:lnTo>
                  <a:pt x="3647" y="3191"/>
                </a:lnTo>
                <a:lnTo>
                  <a:pt x="3647" y="3192"/>
                </a:lnTo>
                <a:lnTo>
                  <a:pt x="3646" y="3192"/>
                </a:lnTo>
                <a:lnTo>
                  <a:pt x="3645" y="3192"/>
                </a:lnTo>
                <a:lnTo>
                  <a:pt x="3645" y="3193"/>
                </a:lnTo>
                <a:lnTo>
                  <a:pt x="3644" y="3193"/>
                </a:lnTo>
                <a:lnTo>
                  <a:pt x="3643" y="3193"/>
                </a:lnTo>
                <a:lnTo>
                  <a:pt x="3643" y="3192"/>
                </a:lnTo>
                <a:lnTo>
                  <a:pt x="3642" y="3191"/>
                </a:lnTo>
                <a:lnTo>
                  <a:pt x="3643" y="3191"/>
                </a:lnTo>
                <a:lnTo>
                  <a:pt x="3643" y="3190"/>
                </a:lnTo>
                <a:lnTo>
                  <a:pt x="3642" y="3190"/>
                </a:lnTo>
                <a:lnTo>
                  <a:pt x="3642" y="3189"/>
                </a:lnTo>
                <a:lnTo>
                  <a:pt x="3642" y="3188"/>
                </a:lnTo>
                <a:lnTo>
                  <a:pt x="3641" y="3188"/>
                </a:lnTo>
                <a:lnTo>
                  <a:pt x="3642" y="3187"/>
                </a:lnTo>
                <a:lnTo>
                  <a:pt x="3643" y="3186"/>
                </a:lnTo>
                <a:lnTo>
                  <a:pt x="3644" y="3186"/>
                </a:lnTo>
                <a:lnTo>
                  <a:pt x="3645" y="3186"/>
                </a:lnTo>
                <a:lnTo>
                  <a:pt x="3645" y="3185"/>
                </a:lnTo>
                <a:lnTo>
                  <a:pt x="3646" y="3184"/>
                </a:lnTo>
                <a:lnTo>
                  <a:pt x="3647" y="3183"/>
                </a:lnTo>
                <a:lnTo>
                  <a:pt x="3648" y="3183"/>
                </a:lnTo>
                <a:lnTo>
                  <a:pt x="3648" y="3182"/>
                </a:lnTo>
                <a:lnTo>
                  <a:pt x="3648" y="3181"/>
                </a:lnTo>
                <a:lnTo>
                  <a:pt x="3649" y="3181"/>
                </a:lnTo>
                <a:lnTo>
                  <a:pt x="3649" y="3180"/>
                </a:lnTo>
                <a:lnTo>
                  <a:pt x="3650" y="3180"/>
                </a:lnTo>
                <a:lnTo>
                  <a:pt x="3651" y="3180"/>
                </a:lnTo>
                <a:lnTo>
                  <a:pt x="3651" y="3181"/>
                </a:lnTo>
                <a:lnTo>
                  <a:pt x="3652" y="3181"/>
                </a:lnTo>
                <a:lnTo>
                  <a:pt x="3653" y="3181"/>
                </a:lnTo>
                <a:lnTo>
                  <a:pt x="3653" y="3179"/>
                </a:lnTo>
                <a:lnTo>
                  <a:pt x="3653" y="3178"/>
                </a:lnTo>
                <a:lnTo>
                  <a:pt x="3654" y="3178"/>
                </a:lnTo>
                <a:lnTo>
                  <a:pt x="3653" y="3178"/>
                </a:lnTo>
                <a:lnTo>
                  <a:pt x="3653" y="3177"/>
                </a:lnTo>
                <a:lnTo>
                  <a:pt x="3652" y="3177"/>
                </a:lnTo>
                <a:lnTo>
                  <a:pt x="3651" y="3176"/>
                </a:lnTo>
                <a:lnTo>
                  <a:pt x="3650" y="3176"/>
                </a:lnTo>
                <a:lnTo>
                  <a:pt x="3649" y="3176"/>
                </a:lnTo>
                <a:lnTo>
                  <a:pt x="3650" y="3176"/>
                </a:lnTo>
                <a:lnTo>
                  <a:pt x="3649" y="3176"/>
                </a:lnTo>
                <a:lnTo>
                  <a:pt x="3646" y="3176"/>
                </a:lnTo>
                <a:lnTo>
                  <a:pt x="3645" y="3176"/>
                </a:lnTo>
                <a:lnTo>
                  <a:pt x="3645" y="3179"/>
                </a:lnTo>
                <a:lnTo>
                  <a:pt x="3644" y="3180"/>
                </a:lnTo>
                <a:lnTo>
                  <a:pt x="3644" y="3181"/>
                </a:lnTo>
                <a:lnTo>
                  <a:pt x="3643" y="3181"/>
                </a:lnTo>
                <a:lnTo>
                  <a:pt x="3643" y="3180"/>
                </a:lnTo>
                <a:lnTo>
                  <a:pt x="3642" y="3180"/>
                </a:lnTo>
                <a:lnTo>
                  <a:pt x="3641" y="3181"/>
                </a:lnTo>
                <a:lnTo>
                  <a:pt x="3641" y="3182"/>
                </a:lnTo>
                <a:lnTo>
                  <a:pt x="3640" y="3182"/>
                </a:lnTo>
                <a:lnTo>
                  <a:pt x="3640" y="3183"/>
                </a:lnTo>
                <a:lnTo>
                  <a:pt x="3640" y="3184"/>
                </a:lnTo>
                <a:lnTo>
                  <a:pt x="3639" y="3184"/>
                </a:lnTo>
                <a:lnTo>
                  <a:pt x="3639" y="3183"/>
                </a:lnTo>
                <a:lnTo>
                  <a:pt x="3638" y="3181"/>
                </a:lnTo>
                <a:lnTo>
                  <a:pt x="3638" y="3180"/>
                </a:lnTo>
                <a:lnTo>
                  <a:pt x="3637" y="3179"/>
                </a:lnTo>
                <a:lnTo>
                  <a:pt x="3637" y="3178"/>
                </a:lnTo>
                <a:lnTo>
                  <a:pt x="3637" y="3177"/>
                </a:lnTo>
                <a:lnTo>
                  <a:pt x="3638" y="3177"/>
                </a:lnTo>
                <a:lnTo>
                  <a:pt x="3639" y="3176"/>
                </a:lnTo>
                <a:lnTo>
                  <a:pt x="3639" y="3175"/>
                </a:lnTo>
                <a:lnTo>
                  <a:pt x="3640" y="3174"/>
                </a:lnTo>
                <a:lnTo>
                  <a:pt x="3639" y="3174"/>
                </a:lnTo>
                <a:lnTo>
                  <a:pt x="3638" y="3174"/>
                </a:lnTo>
                <a:lnTo>
                  <a:pt x="3638" y="3173"/>
                </a:lnTo>
                <a:lnTo>
                  <a:pt x="3637" y="3173"/>
                </a:lnTo>
                <a:lnTo>
                  <a:pt x="3638" y="3176"/>
                </a:lnTo>
                <a:lnTo>
                  <a:pt x="3637" y="3176"/>
                </a:lnTo>
                <a:lnTo>
                  <a:pt x="3636" y="3173"/>
                </a:lnTo>
                <a:lnTo>
                  <a:pt x="3636" y="3172"/>
                </a:lnTo>
                <a:lnTo>
                  <a:pt x="3635" y="3171"/>
                </a:lnTo>
                <a:lnTo>
                  <a:pt x="3635" y="3170"/>
                </a:lnTo>
                <a:lnTo>
                  <a:pt x="3634" y="3170"/>
                </a:lnTo>
                <a:lnTo>
                  <a:pt x="3635" y="3170"/>
                </a:lnTo>
                <a:lnTo>
                  <a:pt x="3634" y="3167"/>
                </a:lnTo>
                <a:lnTo>
                  <a:pt x="3632" y="3168"/>
                </a:lnTo>
                <a:lnTo>
                  <a:pt x="3631" y="3166"/>
                </a:lnTo>
                <a:lnTo>
                  <a:pt x="3630" y="3163"/>
                </a:lnTo>
                <a:lnTo>
                  <a:pt x="3629" y="3161"/>
                </a:lnTo>
                <a:lnTo>
                  <a:pt x="3628" y="3160"/>
                </a:lnTo>
                <a:lnTo>
                  <a:pt x="3629" y="3160"/>
                </a:lnTo>
                <a:lnTo>
                  <a:pt x="3628" y="3160"/>
                </a:lnTo>
                <a:lnTo>
                  <a:pt x="3628" y="3159"/>
                </a:lnTo>
                <a:lnTo>
                  <a:pt x="3627" y="3158"/>
                </a:lnTo>
                <a:lnTo>
                  <a:pt x="3627" y="3157"/>
                </a:lnTo>
                <a:lnTo>
                  <a:pt x="3627" y="3156"/>
                </a:lnTo>
                <a:lnTo>
                  <a:pt x="3628" y="3155"/>
                </a:lnTo>
                <a:lnTo>
                  <a:pt x="3628" y="3154"/>
                </a:lnTo>
                <a:lnTo>
                  <a:pt x="3627" y="3155"/>
                </a:lnTo>
                <a:lnTo>
                  <a:pt x="3627" y="3154"/>
                </a:lnTo>
                <a:lnTo>
                  <a:pt x="3626" y="3153"/>
                </a:lnTo>
                <a:lnTo>
                  <a:pt x="3625" y="3153"/>
                </a:lnTo>
                <a:lnTo>
                  <a:pt x="3624" y="3153"/>
                </a:lnTo>
                <a:lnTo>
                  <a:pt x="3624" y="3152"/>
                </a:lnTo>
                <a:lnTo>
                  <a:pt x="3624" y="3153"/>
                </a:lnTo>
                <a:lnTo>
                  <a:pt x="3624" y="3154"/>
                </a:lnTo>
                <a:lnTo>
                  <a:pt x="3621" y="3154"/>
                </a:lnTo>
                <a:lnTo>
                  <a:pt x="3620" y="3154"/>
                </a:lnTo>
                <a:lnTo>
                  <a:pt x="3619" y="3153"/>
                </a:lnTo>
                <a:lnTo>
                  <a:pt x="3619" y="3152"/>
                </a:lnTo>
                <a:lnTo>
                  <a:pt x="3618" y="3152"/>
                </a:lnTo>
                <a:lnTo>
                  <a:pt x="3615" y="3152"/>
                </a:lnTo>
                <a:lnTo>
                  <a:pt x="3615" y="3153"/>
                </a:lnTo>
                <a:lnTo>
                  <a:pt x="3614" y="3154"/>
                </a:lnTo>
                <a:lnTo>
                  <a:pt x="3613" y="3154"/>
                </a:lnTo>
                <a:lnTo>
                  <a:pt x="3612" y="3154"/>
                </a:lnTo>
                <a:lnTo>
                  <a:pt x="3611" y="3154"/>
                </a:lnTo>
                <a:lnTo>
                  <a:pt x="3610" y="3154"/>
                </a:lnTo>
                <a:lnTo>
                  <a:pt x="3610" y="3153"/>
                </a:lnTo>
                <a:lnTo>
                  <a:pt x="3609" y="3154"/>
                </a:lnTo>
                <a:lnTo>
                  <a:pt x="3610" y="3155"/>
                </a:lnTo>
                <a:lnTo>
                  <a:pt x="3611" y="3155"/>
                </a:lnTo>
                <a:lnTo>
                  <a:pt x="3611" y="3156"/>
                </a:lnTo>
                <a:lnTo>
                  <a:pt x="3612" y="3158"/>
                </a:lnTo>
                <a:lnTo>
                  <a:pt x="3612" y="3159"/>
                </a:lnTo>
                <a:lnTo>
                  <a:pt x="3613" y="3159"/>
                </a:lnTo>
                <a:lnTo>
                  <a:pt x="3614" y="3160"/>
                </a:lnTo>
                <a:lnTo>
                  <a:pt x="3615" y="3160"/>
                </a:lnTo>
                <a:lnTo>
                  <a:pt x="3616" y="3162"/>
                </a:lnTo>
                <a:lnTo>
                  <a:pt x="3616" y="3163"/>
                </a:lnTo>
                <a:lnTo>
                  <a:pt x="3617" y="3164"/>
                </a:lnTo>
                <a:lnTo>
                  <a:pt x="3618" y="3164"/>
                </a:lnTo>
                <a:lnTo>
                  <a:pt x="3618" y="3165"/>
                </a:lnTo>
                <a:lnTo>
                  <a:pt x="3618" y="3166"/>
                </a:lnTo>
                <a:lnTo>
                  <a:pt x="3618" y="3167"/>
                </a:lnTo>
                <a:lnTo>
                  <a:pt x="3619" y="3168"/>
                </a:lnTo>
                <a:lnTo>
                  <a:pt x="3618" y="3169"/>
                </a:lnTo>
                <a:lnTo>
                  <a:pt x="3616" y="3171"/>
                </a:lnTo>
                <a:lnTo>
                  <a:pt x="3615" y="3170"/>
                </a:lnTo>
                <a:lnTo>
                  <a:pt x="3615" y="3169"/>
                </a:lnTo>
                <a:lnTo>
                  <a:pt x="3614" y="3168"/>
                </a:lnTo>
                <a:lnTo>
                  <a:pt x="3613" y="3167"/>
                </a:lnTo>
                <a:lnTo>
                  <a:pt x="3613" y="3168"/>
                </a:lnTo>
                <a:lnTo>
                  <a:pt x="3612" y="3168"/>
                </a:lnTo>
                <a:lnTo>
                  <a:pt x="3612" y="3169"/>
                </a:lnTo>
                <a:lnTo>
                  <a:pt x="3611" y="3169"/>
                </a:lnTo>
                <a:lnTo>
                  <a:pt x="3612" y="3169"/>
                </a:lnTo>
                <a:lnTo>
                  <a:pt x="3611" y="3170"/>
                </a:lnTo>
                <a:lnTo>
                  <a:pt x="3610" y="3170"/>
                </a:lnTo>
                <a:lnTo>
                  <a:pt x="3609" y="3170"/>
                </a:lnTo>
                <a:lnTo>
                  <a:pt x="3610" y="3171"/>
                </a:lnTo>
                <a:lnTo>
                  <a:pt x="3610" y="3170"/>
                </a:lnTo>
                <a:lnTo>
                  <a:pt x="3611" y="3170"/>
                </a:lnTo>
                <a:lnTo>
                  <a:pt x="3612" y="3170"/>
                </a:lnTo>
                <a:lnTo>
                  <a:pt x="3613" y="3170"/>
                </a:lnTo>
                <a:lnTo>
                  <a:pt x="3614" y="3171"/>
                </a:lnTo>
                <a:lnTo>
                  <a:pt x="3615" y="3171"/>
                </a:lnTo>
                <a:lnTo>
                  <a:pt x="3615" y="3172"/>
                </a:lnTo>
                <a:lnTo>
                  <a:pt x="3616" y="3173"/>
                </a:lnTo>
                <a:lnTo>
                  <a:pt x="3616" y="3174"/>
                </a:lnTo>
                <a:lnTo>
                  <a:pt x="3616" y="3177"/>
                </a:lnTo>
                <a:lnTo>
                  <a:pt x="3616" y="3178"/>
                </a:lnTo>
                <a:lnTo>
                  <a:pt x="3615" y="3178"/>
                </a:lnTo>
                <a:lnTo>
                  <a:pt x="3614" y="3178"/>
                </a:lnTo>
                <a:lnTo>
                  <a:pt x="3613" y="3178"/>
                </a:lnTo>
                <a:lnTo>
                  <a:pt x="3613" y="3179"/>
                </a:lnTo>
                <a:lnTo>
                  <a:pt x="3613" y="3178"/>
                </a:lnTo>
                <a:lnTo>
                  <a:pt x="3613" y="3177"/>
                </a:lnTo>
                <a:lnTo>
                  <a:pt x="3612" y="3176"/>
                </a:lnTo>
                <a:lnTo>
                  <a:pt x="3612" y="3175"/>
                </a:lnTo>
                <a:lnTo>
                  <a:pt x="3612" y="3174"/>
                </a:lnTo>
                <a:lnTo>
                  <a:pt x="3612" y="3173"/>
                </a:lnTo>
                <a:lnTo>
                  <a:pt x="3611" y="3172"/>
                </a:lnTo>
                <a:lnTo>
                  <a:pt x="3611" y="3173"/>
                </a:lnTo>
                <a:lnTo>
                  <a:pt x="3612" y="3174"/>
                </a:lnTo>
                <a:lnTo>
                  <a:pt x="3612" y="3176"/>
                </a:lnTo>
                <a:lnTo>
                  <a:pt x="3612" y="3178"/>
                </a:lnTo>
                <a:lnTo>
                  <a:pt x="3612" y="3179"/>
                </a:lnTo>
                <a:lnTo>
                  <a:pt x="3612" y="3180"/>
                </a:lnTo>
                <a:lnTo>
                  <a:pt x="3611" y="3182"/>
                </a:lnTo>
                <a:lnTo>
                  <a:pt x="3612" y="3182"/>
                </a:lnTo>
                <a:lnTo>
                  <a:pt x="3612" y="3186"/>
                </a:lnTo>
                <a:lnTo>
                  <a:pt x="3611" y="3187"/>
                </a:lnTo>
                <a:lnTo>
                  <a:pt x="3610" y="3187"/>
                </a:lnTo>
                <a:lnTo>
                  <a:pt x="3610" y="3189"/>
                </a:lnTo>
                <a:lnTo>
                  <a:pt x="3610" y="3190"/>
                </a:lnTo>
                <a:lnTo>
                  <a:pt x="3611" y="3190"/>
                </a:lnTo>
                <a:lnTo>
                  <a:pt x="3612" y="3190"/>
                </a:lnTo>
                <a:lnTo>
                  <a:pt x="3613" y="3190"/>
                </a:lnTo>
                <a:lnTo>
                  <a:pt x="3614" y="3191"/>
                </a:lnTo>
                <a:lnTo>
                  <a:pt x="3615" y="3192"/>
                </a:lnTo>
                <a:lnTo>
                  <a:pt x="3615" y="3191"/>
                </a:lnTo>
                <a:lnTo>
                  <a:pt x="3616" y="3191"/>
                </a:lnTo>
                <a:lnTo>
                  <a:pt x="3616" y="3192"/>
                </a:lnTo>
                <a:lnTo>
                  <a:pt x="3616" y="3193"/>
                </a:lnTo>
                <a:lnTo>
                  <a:pt x="3616" y="3194"/>
                </a:lnTo>
                <a:lnTo>
                  <a:pt x="3615" y="3194"/>
                </a:lnTo>
                <a:lnTo>
                  <a:pt x="3614" y="3194"/>
                </a:lnTo>
                <a:lnTo>
                  <a:pt x="3613" y="3194"/>
                </a:lnTo>
                <a:lnTo>
                  <a:pt x="3613" y="3195"/>
                </a:lnTo>
                <a:lnTo>
                  <a:pt x="3614" y="3196"/>
                </a:lnTo>
                <a:lnTo>
                  <a:pt x="3614" y="3197"/>
                </a:lnTo>
                <a:lnTo>
                  <a:pt x="3613" y="3198"/>
                </a:lnTo>
                <a:lnTo>
                  <a:pt x="3613" y="3197"/>
                </a:lnTo>
                <a:lnTo>
                  <a:pt x="3612" y="3197"/>
                </a:lnTo>
                <a:lnTo>
                  <a:pt x="3612" y="3198"/>
                </a:lnTo>
                <a:lnTo>
                  <a:pt x="3611" y="3199"/>
                </a:lnTo>
                <a:lnTo>
                  <a:pt x="3611" y="3200"/>
                </a:lnTo>
                <a:lnTo>
                  <a:pt x="3611" y="3201"/>
                </a:lnTo>
                <a:lnTo>
                  <a:pt x="3612" y="3201"/>
                </a:lnTo>
                <a:lnTo>
                  <a:pt x="3612" y="3202"/>
                </a:lnTo>
                <a:lnTo>
                  <a:pt x="3612" y="3203"/>
                </a:lnTo>
                <a:lnTo>
                  <a:pt x="3612" y="3204"/>
                </a:lnTo>
                <a:lnTo>
                  <a:pt x="3613" y="3204"/>
                </a:lnTo>
                <a:lnTo>
                  <a:pt x="3613" y="3205"/>
                </a:lnTo>
                <a:lnTo>
                  <a:pt x="3612" y="3206"/>
                </a:lnTo>
                <a:lnTo>
                  <a:pt x="3611" y="3206"/>
                </a:lnTo>
                <a:lnTo>
                  <a:pt x="3610" y="3206"/>
                </a:lnTo>
                <a:lnTo>
                  <a:pt x="3609" y="3208"/>
                </a:lnTo>
                <a:lnTo>
                  <a:pt x="3610" y="3208"/>
                </a:lnTo>
                <a:lnTo>
                  <a:pt x="3610" y="3209"/>
                </a:lnTo>
                <a:lnTo>
                  <a:pt x="3610" y="3210"/>
                </a:lnTo>
                <a:lnTo>
                  <a:pt x="3610" y="3211"/>
                </a:lnTo>
                <a:lnTo>
                  <a:pt x="3609" y="3211"/>
                </a:lnTo>
                <a:lnTo>
                  <a:pt x="3608" y="3211"/>
                </a:lnTo>
                <a:lnTo>
                  <a:pt x="3607" y="3211"/>
                </a:lnTo>
                <a:lnTo>
                  <a:pt x="3608" y="3209"/>
                </a:lnTo>
                <a:lnTo>
                  <a:pt x="3608" y="3208"/>
                </a:lnTo>
                <a:lnTo>
                  <a:pt x="3608" y="3209"/>
                </a:lnTo>
                <a:lnTo>
                  <a:pt x="3607" y="3210"/>
                </a:lnTo>
                <a:lnTo>
                  <a:pt x="3607" y="3212"/>
                </a:lnTo>
                <a:lnTo>
                  <a:pt x="3607" y="3213"/>
                </a:lnTo>
                <a:lnTo>
                  <a:pt x="3607" y="3212"/>
                </a:lnTo>
                <a:lnTo>
                  <a:pt x="3608" y="3213"/>
                </a:lnTo>
                <a:lnTo>
                  <a:pt x="3608" y="3214"/>
                </a:lnTo>
                <a:lnTo>
                  <a:pt x="3609" y="3214"/>
                </a:lnTo>
                <a:lnTo>
                  <a:pt x="3609" y="3215"/>
                </a:lnTo>
                <a:lnTo>
                  <a:pt x="3609" y="3216"/>
                </a:lnTo>
                <a:lnTo>
                  <a:pt x="3609" y="3219"/>
                </a:lnTo>
                <a:lnTo>
                  <a:pt x="3609" y="3220"/>
                </a:lnTo>
                <a:lnTo>
                  <a:pt x="3610" y="3220"/>
                </a:lnTo>
                <a:lnTo>
                  <a:pt x="3609" y="3221"/>
                </a:lnTo>
                <a:lnTo>
                  <a:pt x="3610" y="3221"/>
                </a:lnTo>
                <a:lnTo>
                  <a:pt x="3610" y="3222"/>
                </a:lnTo>
                <a:lnTo>
                  <a:pt x="3609" y="3222"/>
                </a:lnTo>
                <a:lnTo>
                  <a:pt x="3609" y="3221"/>
                </a:lnTo>
                <a:lnTo>
                  <a:pt x="3608" y="3221"/>
                </a:lnTo>
                <a:lnTo>
                  <a:pt x="3607" y="3221"/>
                </a:lnTo>
                <a:lnTo>
                  <a:pt x="3606" y="3221"/>
                </a:lnTo>
                <a:lnTo>
                  <a:pt x="3605" y="3222"/>
                </a:lnTo>
                <a:lnTo>
                  <a:pt x="3604" y="3222"/>
                </a:lnTo>
                <a:lnTo>
                  <a:pt x="3603" y="3221"/>
                </a:lnTo>
                <a:lnTo>
                  <a:pt x="3602" y="3221"/>
                </a:lnTo>
                <a:lnTo>
                  <a:pt x="3602" y="3220"/>
                </a:lnTo>
                <a:lnTo>
                  <a:pt x="3601" y="3218"/>
                </a:lnTo>
                <a:lnTo>
                  <a:pt x="3601" y="3217"/>
                </a:lnTo>
                <a:lnTo>
                  <a:pt x="3599" y="3213"/>
                </a:lnTo>
                <a:lnTo>
                  <a:pt x="3599" y="3212"/>
                </a:lnTo>
                <a:lnTo>
                  <a:pt x="3596" y="3212"/>
                </a:lnTo>
                <a:lnTo>
                  <a:pt x="3597" y="3214"/>
                </a:lnTo>
                <a:lnTo>
                  <a:pt x="3596" y="3214"/>
                </a:lnTo>
                <a:lnTo>
                  <a:pt x="3595" y="3215"/>
                </a:lnTo>
                <a:lnTo>
                  <a:pt x="3594" y="3216"/>
                </a:lnTo>
                <a:lnTo>
                  <a:pt x="3593" y="3215"/>
                </a:lnTo>
                <a:lnTo>
                  <a:pt x="3593" y="3214"/>
                </a:lnTo>
                <a:lnTo>
                  <a:pt x="3592" y="3214"/>
                </a:lnTo>
                <a:lnTo>
                  <a:pt x="3592" y="3215"/>
                </a:lnTo>
                <a:lnTo>
                  <a:pt x="3593" y="3217"/>
                </a:lnTo>
                <a:lnTo>
                  <a:pt x="3593" y="3218"/>
                </a:lnTo>
                <a:lnTo>
                  <a:pt x="3593" y="3219"/>
                </a:lnTo>
                <a:lnTo>
                  <a:pt x="3593" y="3220"/>
                </a:lnTo>
                <a:lnTo>
                  <a:pt x="3594" y="3220"/>
                </a:lnTo>
                <a:lnTo>
                  <a:pt x="3594" y="3221"/>
                </a:lnTo>
                <a:lnTo>
                  <a:pt x="3595" y="3222"/>
                </a:lnTo>
                <a:lnTo>
                  <a:pt x="3596" y="3222"/>
                </a:lnTo>
                <a:lnTo>
                  <a:pt x="3597" y="3222"/>
                </a:lnTo>
                <a:lnTo>
                  <a:pt x="3597" y="3223"/>
                </a:lnTo>
                <a:lnTo>
                  <a:pt x="3596" y="3223"/>
                </a:lnTo>
                <a:lnTo>
                  <a:pt x="3596" y="3225"/>
                </a:lnTo>
                <a:lnTo>
                  <a:pt x="3595" y="3225"/>
                </a:lnTo>
                <a:lnTo>
                  <a:pt x="3596" y="3226"/>
                </a:lnTo>
                <a:lnTo>
                  <a:pt x="3595" y="3226"/>
                </a:lnTo>
                <a:lnTo>
                  <a:pt x="3595" y="3227"/>
                </a:lnTo>
                <a:lnTo>
                  <a:pt x="3595" y="3228"/>
                </a:lnTo>
                <a:lnTo>
                  <a:pt x="3596" y="3228"/>
                </a:lnTo>
                <a:lnTo>
                  <a:pt x="3596" y="3229"/>
                </a:lnTo>
                <a:lnTo>
                  <a:pt x="3595" y="3229"/>
                </a:lnTo>
                <a:lnTo>
                  <a:pt x="3594" y="3229"/>
                </a:lnTo>
                <a:lnTo>
                  <a:pt x="3594" y="3230"/>
                </a:lnTo>
                <a:lnTo>
                  <a:pt x="3593" y="3230"/>
                </a:lnTo>
                <a:lnTo>
                  <a:pt x="3593" y="3231"/>
                </a:lnTo>
                <a:lnTo>
                  <a:pt x="3592" y="3231"/>
                </a:lnTo>
                <a:lnTo>
                  <a:pt x="3592" y="3230"/>
                </a:lnTo>
                <a:lnTo>
                  <a:pt x="3591" y="3230"/>
                </a:lnTo>
                <a:lnTo>
                  <a:pt x="3591" y="3229"/>
                </a:lnTo>
                <a:lnTo>
                  <a:pt x="3589" y="3229"/>
                </a:lnTo>
                <a:lnTo>
                  <a:pt x="3588" y="3229"/>
                </a:lnTo>
                <a:lnTo>
                  <a:pt x="3587" y="3229"/>
                </a:lnTo>
                <a:lnTo>
                  <a:pt x="3586" y="3229"/>
                </a:lnTo>
                <a:lnTo>
                  <a:pt x="3586" y="3228"/>
                </a:lnTo>
                <a:lnTo>
                  <a:pt x="3586" y="3227"/>
                </a:lnTo>
                <a:lnTo>
                  <a:pt x="3585" y="3227"/>
                </a:lnTo>
                <a:lnTo>
                  <a:pt x="3585" y="3226"/>
                </a:lnTo>
                <a:lnTo>
                  <a:pt x="3585" y="3225"/>
                </a:lnTo>
                <a:lnTo>
                  <a:pt x="3585" y="3224"/>
                </a:lnTo>
                <a:lnTo>
                  <a:pt x="3585" y="3223"/>
                </a:lnTo>
                <a:lnTo>
                  <a:pt x="3584" y="3222"/>
                </a:lnTo>
                <a:lnTo>
                  <a:pt x="3584" y="3221"/>
                </a:lnTo>
                <a:lnTo>
                  <a:pt x="3583" y="3221"/>
                </a:lnTo>
                <a:lnTo>
                  <a:pt x="3583" y="3222"/>
                </a:lnTo>
                <a:lnTo>
                  <a:pt x="3584" y="3222"/>
                </a:lnTo>
                <a:lnTo>
                  <a:pt x="3584" y="3223"/>
                </a:lnTo>
                <a:lnTo>
                  <a:pt x="3584" y="3225"/>
                </a:lnTo>
                <a:lnTo>
                  <a:pt x="3584" y="3226"/>
                </a:lnTo>
                <a:lnTo>
                  <a:pt x="3583" y="3225"/>
                </a:lnTo>
                <a:lnTo>
                  <a:pt x="3583" y="3226"/>
                </a:lnTo>
                <a:lnTo>
                  <a:pt x="3582" y="3226"/>
                </a:lnTo>
                <a:lnTo>
                  <a:pt x="3582" y="3227"/>
                </a:lnTo>
                <a:lnTo>
                  <a:pt x="3581" y="3227"/>
                </a:lnTo>
                <a:lnTo>
                  <a:pt x="3581" y="3228"/>
                </a:lnTo>
                <a:lnTo>
                  <a:pt x="3582" y="3228"/>
                </a:lnTo>
                <a:lnTo>
                  <a:pt x="3582" y="3229"/>
                </a:lnTo>
                <a:lnTo>
                  <a:pt x="3582" y="3230"/>
                </a:lnTo>
                <a:lnTo>
                  <a:pt x="3583" y="3234"/>
                </a:lnTo>
                <a:lnTo>
                  <a:pt x="3584" y="3235"/>
                </a:lnTo>
                <a:lnTo>
                  <a:pt x="3584" y="3236"/>
                </a:lnTo>
                <a:lnTo>
                  <a:pt x="3585" y="3236"/>
                </a:lnTo>
                <a:lnTo>
                  <a:pt x="3585" y="3237"/>
                </a:lnTo>
                <a:lnTo>
                  <a:pt x="3586" y="3237"/>
                </a:lnTo>
                <a:lnTo>
                  <a:pt x="3586" y="3238"/>
                </a:lnTo>
                <a:lnTo>
                  <a:pt x="3585" y="3238"/>
                </a:lnTo>
                <a:lnTo>
                  <a:pt x="3585" y="3239"/>
                </a:lnTo>
                <a:lnTo>
                  <a:pt x="3585" y="3240"/>
                </a:lnTo>
                <a:lnTo>
                  <a:pt x="3584" y="3240"/>
                </a:lnTo>
                <a:lnTo>
                  <a:pt x="3584" y="3241"/>
                </a:lnTo>
                <a:lnTo>
                  <a:pt x="3583" y="3242"/>
                </a:lnTo>
                <a:lnTo>
                  <a:pt x="3583" y="3243"/>
                </a:lnTo>
                <a:lnTo>
                  <a:pt x="3583" y="3242"/>
                </a:lnTo>
                <a:lnTo>
                  <a:pt x="3581" y="3241"/>
                </a:lnTo>
                <a:lnTo>
                  <a:pt x="3581" y="3240"/>
                </a:lnTo>
                <a:lnTo>
                  <a:pt x="3580" y="3240"/>
                </a:lnTo>
                <a:lnTo>
                  <a:pt x="3580" y="3239"/>
                </a:lnTo>
                <a:lnTo>
                  <a:pt x="3579" y="3240"/>
                </a:lnTo>
                <a:lnTo>
                  <a:pt x="3579" y="3239"/>
                </a:lnTo>
                <a:lnTo>
                  <a:pt x="3579" y="3237"/>
                </a:lnTo>
                <a:lnTo>
                  <a:pt x="3580" y="3236"/>
                </a:lnTo>
                <a:lnTo>
                  <a:pt x="3581" y="3235"/>
                </a:lnTo>
                <a:lnTo>
                  <a:pt x="3580" y="3235"/>
                </a:lnTo>
                <a:lnTo>
                  <a:pt x="3579" y="3235"/>
                </a:lnTo>
                <a:lnTo>
                  <a:pt x="3579" y="3236"/>
                </a:lnTo>
                <a:lnTo>
                  <a:pt x="3578" y="3237"/>
                </a:lnTo>
                <a:lnTo>
                  <a:pt x="3578" y="3236"/>
                </a:lnTo>
                <a:lnTo>
                  <a:pt x="3578" y="3235"/>
                </a:lnTo>
                <a:lnTo>
                  <a:pt x="3579" y="3235"/>
                </a:lnTo>
                <a:lnTo>
                  <a:pt x="3579" y="3234"/>
                </a:lnTo>
                <a:lnTo>
                  <a:pt x="3579" y="3233"/>
                </a:lnTo>
                <a:lnTo>
                  <a:pt x="3578" y="3234"/>
                </a:lnTo>
                <a:lnTo>
                  <a:pt x="3577" y="3235"/>
                </a:lnTo>
                <a:lnTo>
                  <a:pt x="3577" y="3234"/>
                </a:lnTo>
                <a:lnTo>
                  <a:pt x="3576" y="3233"/>
                </a:lnTo>
                <a:lnTo>
                  <a:pt x="3575" y="3233"/>
                </a:lnTo>
                <a:lnTo>
                  <a:pt x="3574" y="3232"/>
                </a:lnTo>
                <a:lnTo>
                  <a:pt x="3573" y="3231"/>
                </a:lnTo>
                <a:lnTo>
                  <a:pt x="3574" y="3230"/>
                </a:lnTo>
                <a:lnTo>
                  <a:pt x="3573" y="3230"/>
                </a:lnTo>
                <a:lnTo>
                  <a:pt x="3573" y="3229"/>
                </a:lnTo>
                <a:lnTo>
                  <a:pt x="3572" y="3228"/>
                </a:lnTo>
                <a:lnTo>
                  <a:pt x="3571" y="3226"/>
                </a:lnTo>
                <a:lnTo>
                  <a:pt x="3569" y="3224"/>
                </a:lnTo>
                <a:lnTo>
                  <a:pt x="3569" y="3223"/>
                </a:lnTo>
                <a:lnTo>
                  <a:pt x="3569" y="3221"/>
                </a:lnTo>
                <a:lnTo>
                  <a:pt x="3569" y="3220"/>
                </a:lnTo>
                <a:lnTo>
                  <a:pt x="3569" y="3219"/>
                </a:lnTo>
                <a:lnTo>
                  <a:pt x="3569" y="3218"/>
                </a:lnTo>
                <a:lnTo>
                  <a:pt x="3570" y="3217"/>
                </a:lnTo>
                <a:lnTo>
                  <a:pt x="3570" y="3214"/>
                </a:lnTo>
                <a:lnTo>
                  <a:pt x="3569" y="3212"/>
                </a:lnTo>
                <a:lnTo>
                  <a:pt x="3569" y="3211"/>
                </a:lnTo>
                <a:lnTo>
                  <a:pt x="3569" y="3210"/>
                </a:lnTo>
                <a:lnTo>
                  <a:pt x="3569" y="3209"/>
                </a:lnTo>
                <a:lnTo>
                  <a:pt x="3570" y="3208"/>
                </a:lnTo>
                <a:lnTo>
                  <a:pt x="3571" y="3207"/>
                </a:lnTo>
                <a:lnTo>
                  <a:pt x="3570" y="3207"/>
                </a:lnTo>
                <a:lnTo>
                  <a:pt x="3570" y="3208"/>
                </a:lnTo>
                <a:lnTo>
                  <a:pt x="3569" y="3208"/>
                </a:lnTo>
                <a:lnTo>
                  <a:pt x="3569" y="3209"/>
                </a:lnTo>
                <a:lnTo>
                  <a:pt x="3568" y="3209"/>
                </a:lnTo>
                <a:lnTo>
                  <a:pt x="3568" y="3208"/>
                </a:lnTo>
                <a:lnTo>
                  <a:pt x="3568" y="3207"/>
                </a:lnTo>
                <a:lnTo>
                  <a:pt x="3567" y="3207"/>
                </a:lnTo>
                <a:lnTo>
                  <a:pt x="3567" y="3208"/>
                </a:lnTo>
                <a:lnTo>
                  <a:pt x="3567" y="3209"/>
                </a:lnTo>
                <a:lnTo>
                  <a:pt x="3567" y="3210"/>
                </a:lnTo>
                <a:lnTo>
                  <a:pt x="3567" y="3211"/>
                </a:lnTo>
                <a:lnTo>
                  <a:pt x="3567" y="3213"/>
                </a:lnTo>
                <a:lnTo>
                  <a:pt x="3566" y="3214"/>
                </a:lnTo>
                <a:lnTo>
                  <a:pt x="3567" y="3215"/>
                </a:lnTo>
                <a:lnTo>
                  <a:pt x="3566" y="3216"/>
                </a:lnTo>
                <a:lnTo>
                  <a:pt x="3565" y="3217"/>
                </a:lnTo>
                <a:lnTo>
                  <a:pt x="3565" y="3218"/>
                </a:lnTo>
                <a:lnTo>
                  <a:pt x="3562" y="3216"/>
                </a:lnTo>
                <a:lnTo>
                  <a:pt x="3561" y="3218"/>
                </a:lnTo>
                <a:lnTo>
                  <a:pt x="3562" y="3219"/>
                </a:lnTo>
                <a:lnTo>
                  <a:pt x="3562" y="3220"/>
                </a:lnTo>
                <a:lnTo>
                  <a:pt x="3561" y="3220"/>
                </a:lnTo>
                <a:lnTo>
                  <a:pt x="3561" y="3221"/>
                </a:lnTo>
                <a:lnTo>
                  <a:pt x="3562" y="3221"/>
                </a:lnTo>
                <a:lnTo>
                  <a:pt x="3561" y="3222"/>
                </a:lnTo>
                <a:lnTo>
                  <a:pt x="3561" y="3221"/>
                </a:lnTo>
                <a:lnTo>
                  <a:pt x="3560" y="3222"/>
                </a:lnTo>
                <a:lnTo>
                  <a:pt x="3561" y="3222"/>
                </a:lnTo>
                <a:lnTo>
                  <a:pt x="3561" y="3223"/>
                </a:lnTo>
                <a:lnTo>
                  <a:pt x="3561" y="3225"/>
                </a:lnTo>
                <a:lnTo>
                  <a:pt x="3561" y="3226"/>
                </a:lnTo>
                <a:lnTo>
                  <a:pt x="3561" y="3227"/>
                </a:lnTo>
                <a:lnTo>
                  <a:pt x="3561" y="3228"/>
                </a:lnTo>
                <a:lnTo>
                  <a:pt x="3562" y="3229"/>
                </a:lnTo>
                <a:lnTo>
                  <a:pt x="3562" y="3230"/>
                </a:lnTo>
                <a:lnTo>
                  <a:pt x="3562" y="3232"/>
                </a:lnTo>
                <a:lnTo>
                  <a:pt x="3562" y="3233"/>
                </a:lnTo>
                <a:lnTo>
                  <a:pt x="3562" y="3234"/>
                </a:lnTo>
                <a:lnTo>
                  <a:pt x="3562" y="3235"/>
                </a:lnTo>
                <a:lnTo>
                  <a:pt x="3561" y="3236"/>
                </a:lnTo>
                <a:lnTo>
                  <a:pt x="3560" y="3236"/>
                </a:lnTo>
                <a:lnTo>
                  <a:pt x="3559" y="3237"/>
                </a:lnTo>
                <a:lnTo>
                  <a:pt x="3559" y="3238"/>
                </a:lnTo>
                <a:lnTo>
                  <a:pt x="3558" y="3239"/>
                </a:lnTo>
                <a:lnTo>
                  <a:pt x="3558" y="3240"/>
                </a:lnTo>
                <a:lnTo>
                  <a:pt x="3558" y="3241"/>
                </a:lnTo>
                <a:lnTo>
                  <a:pt x="3557" y="3241"/>
                </a:lnTo>
                <a:lnTo>
                  <a:pt x="3556" y="3241"/>
                </a:lnTo>
                <a:lnTo>
                  <a:pt x="3556" y="3242"/>
                </a:lnTo>
                <a:lnTo>
                  <a:pt x="3556" y="3243"/>
                </a:lnTo>
                <a:lnTo>
                  <a:pt x="3555" y="3243"/>
                </a:lnTo>
                <a:lnTo>
                  <a:pt x="3554" y="3243"/>
                </a:lnTo>
                <a:lnTo>
                  <a:pt x="3553" y="3243"/>
                </a:lnTo>
                <a:lnTo>
                  <a:pt x="3553" y="3245"/>
                </a:lnTo>
                <a:lnTo>
                  <a:pt x="3552" y="3245"/>
                </a:lnTo>
                <a:lnTo>
                  <a:pt x="3551" y="3245"/>
                </a:lnTo>
                <a:lnTo>
                  <a:pt x="3550" y="3245"/>
                </a:lnTo>
                <a:lnTo>
                  <a:pt x="3550" y="3244"/>
                </a:lnTo>
                <a:lnTo>
                  <a:pt x="3550" y="3243"/>
                </a:lnTo>
                <a:lnTo>
                  <a:pt x="3550" y="3242"/>
                </a:lnTo>
                <a:lnTo>
                  <a:pt x="3549" y="3241"/>
                </a:lnTo>
                <a:lnTo>
                  <a:pt x="3548" y="3241"/>
                </a:lnTo>
                <a:lnTo>
                  <a:pt x="3547" y="3240"/>
                </a:lnTo>
                <a:lnTo>
                  <a:pt x="3547" y="3238"/>
                </a:lnTo>
                <a:lnTo>
                  <a:pt x="3546" y="3238"/>
                </a:lnTo>
                <a:lnTo>
                  <a:pt x="3546" y="3237"/>
                </a:lnTo>
                <a:lnTo>
                  <a:pt x="3547" y="3237"/>
                </a:lnTo>
                <a:lnTo>
                  <a:pt x="3547" y="3236"/>
                </a:lnTo>
                <a:lnTo>
                  <a:pt x="3546" y="3236"/>
                </a:lnTo>
                <a:lnTo>
                  <a:pt x="3545" y="3235"/>
                </a:lnTo>
                <a:lnTo>
                  <a:pt x="3544" y="3234"/>
                </a:lnTo>
                <a:lnTo>
                  <a:pt x="3544" y="3233"/>
                </a:lnTo>
                <a:lnTo>
                  <a:pt x="3543" y="3234"/>
                </a:lnTo>
                <a:lnTo>
                  <a:pt x="3544" y="3234"/>
                </a:lnTo>
                <a:lnTo>
                  <a:pt x="3544" y="3235"/>
                </a:lnTo>
                <a:lnTo>
                  <a:pt x="3542" y="3235"/>
                </a:lnTo>
                <a:lnTo>
                  <a:pt x="3541" y="3235"/>
                </a:lnTo>
                <a:lnTo>
                  <a:pt x="3541" y="3236"/>
                </a:lnTo>
                <a:lnTo>
                  <a:pt x="3540" y="3236"/>
                </a:lnTo>
                <a:lnTo>
                  <a:pt x="3539" y="3236"/>
                </a:lnTo>
                <a:lnTo>
                  <a:pt x="3538" y="3237"/>
                </a:lnTo>
                <a:lnTo>
                  <a:pt x="3537" y="3237"/>
                </a:lnTo>
                <a:lnTo>
                  <a:pt x="3537" y="3238"/>
                </a:lnTo>
                <a:lnTo>
                  <a:pt x="3536" y="3239"/>
                </a:lnTo>
                <a:lnTo>
                  <a:pt x="3537" y="3240"/>
                </a:lnTo>
                <a:lnTo>
                  <a:pt x="3536" y="3241"/>
                </a:lnTo>
                <a:lnTo>
                  <a:pt x="3535" y="3240"/>
                </a:lnTo>
                <a:lnTo>
                  <a:pt x="3535" y="3241"/>
                </a:lnTo>
                <a:lnTo>
                  <a:pt x="3534" y="3241"/>
                </a:lnTo>
                <a:lnTo>
                  <a:pt x="3533" y="3241"/>
                </a:lnTo>
                <a:lnTo>
                  <a:pt x="3533" y="3242"/>
                </a:lnTo>
                <a:lnTo>
                  <a:pt x="3532" y="3242"/>
                </a:lnTo>
                <a:lnTo>
                  <a:pt x="3532" y="3244"/>
                </a:lnTo>
                <a:lnTo>
                  <a:pt x="3531" y="3245"/>
                </a:lnTo>
                <a:lnTo>
                  <a:pt x="3530" y="3245"/>
                </a:lnTo>
                <a:lnTo>
                  <a:pt x="3529" y="3246"/>
                </a:lnTo>
                <a:lnTo>
                  <a:pt x="3529" y="3247"/>
                </a:lnTo>
                <a:lnTo>
                  <a:pt x="3528" y="3248"/>
                </a:lnTo>
                <a:lnTo>
                  <a:pt x="3528" y="3249"/>
                </a:lnTo>
                <a:lnTo>
                  <a:pt x="3528" y="3250"/>
                </a:lnTo>
                <a:lnTo>
                  <a:pt x="3528" y="3252"/>
                </a:lnTo>
                <a:lnTo>
                  <a:pt x="3527" y="3252"/>
                </a:lnTo>
                <a:lnTo>
                  <a:pt x="3527" y="3251"/>
                </a:lnTo>
                <a:lnTo>
                  <a:pt x="3526" y="3251"/>
                </a:lnTo>
                <a:lnTo>
                  <a:pt x="3525" y="3251"/>
                </a:lnTo>
                <a:lnTo>
                  <a:pt x="3526" y="3252"/>
                </a:lnTo>
                <a:lnTo>
                  <a:pt x="3526" y="3253"/>
                </a:lnTo>
                <a:lnTo>
                  <a:pt x="3525" y="3253"/>
                </a:lnTo>
                <a:lnTo>
                  <a:pt x="3524" y="3253"/>
                </a:lnTo>
                <a:lnTo>
                  <a:pt x="3524" y="3254"/>
                </a:lnTo>
                <a:lnTo>
                  <a:pt x="3523" y="3254"/>
                </a:lnTo>
                <a:lnTo>
                  <a:pt x="3521" y="3254"/>
                </a:lnTo>
                <a:lnTo>
                  <a:pt x="3521" y="3255"/>
                </a:lnTo>
                <a:lnTo>
                  <a:pt x="3520" y="3255"/>
                </a:lnTo>
                <a:lnTo>
                  <a:pt x="3519" y="3254"/>
                </a:lnTo>
                <a:lnTo>
                  <a:pt x="3518" y="3254"/>
                </a:lnTo>
                <a:lnTo>
                  <a:pt x="3518" y="3253"/>
                </a:lnTo>
                <a:lnTo>
                  <a:pt x="3517" y="3253"/>
                </a:lnTo>
                <a:lnTo>
                  <a:pt x="3516" y="3252"/>
                </a:lnTo>
                <a:lnTo>
                  <a:pt x="3515" y="3252"/>
                </a:lnTo>
                <a:lnTo>
                  <a:pt x="3514" y="3251"/>
                </a:lnTo>
                <a:lnTo>
                  <a:pt x="3513" y="3251"/>
                </a:lnTo>
                <a:lnTo>
                  <a:pt x="3513" y="3250"/>
                </a:lnTo>
                <a:lnTo>
                  <a:pt x="3512" y="3250"/>
                </a:lnTo>
                <a:lnTo>
                  <a:pt x="3511" y="3249"/>
                </a:lnTo>
                <a:lnTo>
                  <a:pt x="3510" y="3249"/>
                </a:lnTo>
                <a:lnTo>
                  <a:pt x="3509" y="3249"/>
                </a:lnTo>
                <a:lnTo>
                  <a:pt x="3508" y="3249"/>
                </a:lnTo>
                <a:lnTo>
                  <a:pt x="3508" y="3248"/>
                </a:lnTo>
                <a:lnTo>
                  <a:pt x="3508" y="3247"/>
                </a:lnTo>
                <a:lnTo>
                  <a:pt x="3507" y="3247"/>
                </a:lnTo>
                <a:lnTo>
                  <a:pt x="3507" y="3246"/>
                </a:lnTo>
                <a:lnTo>
                  <a:pt x="3507" y="3245"/>
                </a:lnTo>
                <a:lnTo>
                  <a:pt x="3507" y="3243"/>
                </a:lnTo>
                <a:lnTo>
                  <a:pt x="3507" y="3241"/>
                </a:lnTo>
                <a:lnTo>
                  <a:pt x="3507" y="3240"/>
                </a:lnTo>
                <a:lnTo>
                  <a:pt x="3507" y="3239"/>
                </a:lnTo>
                <a:lnTo>
                  <a:pt x="3507" y="3238"/>
                </a:lnTo>
                <a:lnTo>
                  <a:pt x="3508" y="3238"/>
                </a:lnTo>
                <a:lnTo>
                  <a:pt x="3509" y="3237"/>
                </a:lnTo>
                <a:lnTo>
                  <a:pt x="3510" y="3237"/>
                </a:lnTo>
                <a:lnTo>
                  <a:pt x="3511" y="3237"/>
                </a:lnTo>
                <a:lnTo>
                  <a:pt x="3512" y="3236"/>
                </a:lnTo>
                <a:lnTo>
                  <a:pt x="3513" y="3236"/>
                </a:lnTo>
                <a:lnTo>
                  <a:pt x="3515" y="3236"/>
                </a:lnTo>
                <a:lnTo>
                  <a:pt x="3515" y="3235"/>
                </a:lnTo>
                <a:lnTo>
                  <a:pt x="3515" y="3236"/>
                </a:lnTo>
                <a:lnTo>
                  <a:pt x="3515" y="3235"/>
                </a:lnTo>
                <a:lnTo>
                  <a:pt x="3515" y="3236"/>
                </a:lnTo>
                <a:lnTo>
                  <a:pt x="3514" y="3236"/>
                </a:lnTo>
                <a:lnTo>
                  <a:pt x="3514" y="3235"/>
                </a:lnTo>
                <a:lnTo>
                  <a:pt x="3513" y="3235"/>
                </a:lnTo>
                <a:lnTo>
                  <a:pt x="3512" y="3235"/>
                </a:lnTo>
                <a:lnTo>
                  <a:pt x="3511" y="3234"/>
                </a:lnTo>
                <a:lnTo>
                  <a:pt x="3511" y="3235"/>
                </a:lnTo>
                <a:lnTo>
                  <a:pt x="3511" y="3236"/>
                </a:lnTo>
                <a:lnTo>
                  <a:pt x="3510" y="3236"/>
                </a:lnTo>
                <a:lnTo>
                  <a:pt x="3509" y="3237"/>
                </a:lnTo>
                <a:lnTo>
                  <a:pt x="3508" y="3237"/>
                </a:lnTo>
                <a:lnTo>
                  <a:pt x="3507" y="3238"/>
                </a:lnTo>
                <a:lnTo>
                  <a:pt x="3507" y="3239"/>
                </a:lnTo>
                <a:lnTo>
                  <a:pt x="3506" y="3239"/>
                </a:lnTo>
                <a:lnTo>
                  <a:pt x="3507" y="3239"/>
                </a:lnTo>
                <a:lnTo>
                  <a:pt x="3506" y="3239"/>
                </a:lnTo>
                <a:lnTo>
                  <a:pt x="3506" y="3238"/>
                </a:lnTo>
                <a:lnTo>
                  <a:pt x="3506" y="3237"/>
                </a:lnTo>
                <a:lnTo>
                  <a:pt x="3505" y="3236"/>
                </a:lnTo>
                <a:lnTo>
                  <a:pt x="3505" y="3235"/>
                </a:lnTo>
                <a:lnTo>
                  <a:pt x="3505" y="3234"/>
                </a:lnTo>
                <a:lnTo>
                  <a:pt x="3504" y="3234"/>
                </a:lnTo>
                <a:lnTo>
                  <a:pt x="3504" y="3233"/>
                </a:lnTo>
                <a:lnTo>
                  <a:pt x="3504" y="3232"/>
                </a:lnTo>
                <a:lnTo>
                  <a:pt x="3504" y="3231"/>
                </a:lnTo>
                <a:lnTo>
                  <a:pt x="3503" y="3231"/>
                </a:lnTo>
                <a:lnTo>
                  <a:pt x="3503" y="3230"/>
                </a:lnTo>
                <a:lnTo>
                  <a:pt x="3503" y="3229"/>
                </a:lnTo>
                <a:lnTo>
                  <a:pt x="3504" y="3229"/>
                </a:lnTo>
                <a:lnTo>
                  <a:pt x="3504" y="3228"/>
                </a:lnTo>
                <a:lnTo>
                  <a:pt x="3504" y="3227"/>
                </a:lnTo>
                <a:lnTo>
                  <a:pt x="3505" y="3227"/>
                </a:lnTo>
                <a:lnTo>
                  <a:pt x="3505" y="3226"/>
                </a:lnTo>
                <a:lnTo>
                  <a:pt x="3505" y="3225"/>
                </a:lnTo>
                <a:lnTo>
                  <a:pt x="3506" y="3225"/>
                </a:lnTo>
                <a:lnTo>
                  <a:pt x="3506" y="3224"/>
                </a:lnTo>
                <a:lnTo>
                  <a:pt x="3505" y="3224"/>
                </a:lnTo>
                <a:lnTo>
                  <a:pt x="3505" y="3223"/>
                </a:lnTo>
                <a:lnTo>
                  <a:pt x="3505" y="3224"/>
                </a:lnTo>
                <a:lnTo>
                  <a:pt x="3505" y="3225"/>
                </a:lnTo>
                <a:lnTo>
                  <a:pt x="3505" y="3226"/>
                </a:lnTo>
                <a:lnTo>
                  <a:pt x="3504" y="3226"/>
                </a:lnTo>
                <a:lnTo>
                  <a:pt x="3504" y="3227"/>
                </a:lnTo>
                <a:lnTo>
                  <a:pt x="3503" y="3227"/>
                </a:lnTo>
                <a:lnTo>
                  <a:pt x="3503" y="3228"/>
                </a:lnTo>
                <a:lnTo>
                  <a:pt x="3503" y="3229"/>
                </a:lnTo>
                <a:lnTo>
                  <a:pt x="3502" y="3229"/>
                </a:lnTo>
                <a:lnTo>
                  <a:pt x="3502" y="3230"/>
                </a:lnTo>
                <a:lnTo>
                  <a:pt x="3503" y="3230"/>
                </a:lnTo>
                <a:lnTo>
                  <a:pt x="3503" y="3231"/>
                </a:lnTo>
                <a:lnTo>
                  <a:pt x="3503" y="3232"/>
                </a:lnTo>
                <a:lnTo>
                  <a:pt x="3503" y="3233"/>
                </a:lnTo>
                <a:lnTo>
                  <a:pt x="3503" y="3234"/>
                </a:lnTo>
                <a:lnTo>
                  <a:pt x="3504" y="3234"/>
                </a:lnTo>
                <a:lnTo>
                  <a:pt x="3504" y="3235"/>
                </a:lnTo>
                <a:lnTo>
                  <a:pt x="3504" y="3236"/>
                </a:lnTo>
                <a:lnTo>
                  <a:pt x="3504" y="3237"/>
                </a:lnTo>
                <a:lnTo>
                  <a:pt x="3505" y="3237"/>
                </a:lnTo>
                <a:lnTo>
                  <a:pt x="3505" y="3238"/>
                </a:lnTo>
                <a:lnTo>
                  <a:pt x="3505" y="3239"/>
                </a:lnTo>
                <a:lnTo>
                  <a:pt x="3505" y="3240"/>
                </a:lnTo>
                <a:lnTo>
                  <a:pt x="3506" y="3241"/>
                </a:lnTo>
                <a:lnTo>
                  <a:pt x="3506" y="3242"/>
                </a:lnTo>
                <a:lnTo>
                  <a:pt x="3506" y="3245"/>
                </a:lnTo>
                <a:lnTo>
                  <a:pt x="3506" y="3246"/>
                </a:lnTo>
                <a:lnTo>
                  <a:pt x="3506" y="3247"/>
                </a:lnTo>
                <a:lnTo>
                  <a:pt x="3507" y="3247"/>
                </a:lnTo>
                <a:lnTo>
                  <a:pt x="3507" y="3248"/>
                </a:lnTo>
                <a:lnTo>
                  <a:pt x="3506" y="3248"/>
                </a:lnTo>
                <a:lnTo>
                  <a:pt x="3507" y="3249"/>
                </a:lnTo>
                <a:lnTo>
                  <a:pt x="3506" y="3249"/>
                </a:lnTo>
                <a:lnTo>
                  <a:pt x="3506" y="3250"/>
                </a:lnTo>
                <a:lnTo>
                  <a:pt x="3507" y="3250"/>
                </a:lnTo>
                <a:lnTo>
                  <a:pt x="3507" y="3251"/>
                </a:lnTo>
                <a:lnTo>
                  <a:pt x="3506" y="3251"/>
                </a:lnTo>
                <a:lnTo>
                  <a:pt x="3507" y="3252"/>
                </a:lnTo>
                <a:lnTo>
                  <a:pt x="3507" y="3253"/>
                </a:lnTo>
                <a:lnTo>
                  <a:pt x="3506" y="3254"/>
                </a:lnTo>
                <a:lnTo>
                  <a:pt x="3506" y="3255"/>
                </a:lnTo>
                <a:lnTo>
                  <a:pt x="3506" y="3256"/>
                </a:lnTo>
                <a:lnTo>
                  <a:pt x="3506" y="3257"/>
                </a:lnTo>
                <a:lnTo>
                  <a:pt x="3505" y="3257"/>
                </a:lnTo>
                <a:lnTo>
                  <a:pt x="3504" y="3257"/>
                </a:lnTo>
                <a:lnTo>
                  <a:pt x="3503" y="3257"/>
                </a:lnTo>
                <a:lnTo>
                  <a:pt x="3502" y="3258"/>
                </a:lnTo>
                <a:lnTo>
                  <a:pt x="3501" y="3258"/>
                </a:lnTo>
                <a:lnTo>
                  <a:pt x="3501" y="3259"/>
                </a:lnTo>
                <a:lnTo>
                  <a:pt x="3500" y="3259"/>
                </a:lnTo>
                <a:lnTo>
                  <a:pt x="3500" y="3258"/>
                </a:lnTo>
                <a:lnTo>
                  <a:pt x="3499" y="3258"/>
                </a:lnTo>
                <a:lnTo>
                  <a:pt x="3499" y="3259"/>
                </a:lnTo>
                <a:lnTo>
                  <a:pt x="3498" y="3259"/>
                </a:lnTo>
                <a:lnTo>
                  <a:pt x="3498" y="3260"/>
                </a:lnTo>
                <a:lnTo>
                  <a:pt x="3497" y="3260"/>
                </a:lnTo>
                <a:lnTo>
                  <a:pt x="3496" y="3260"/>
                </a:lnTo>
                <a:lnTo>
                  <a:pt x="3495" y="3260"/>
                </a:lnTo>
                <a:lnTo>
                  <a:pt x="3494" y="3260"/>
                </a:lnTo>
                <a:lnTo>
                  <a:pt x="3493" y="3260"/>
                </a:lnTo>
                <a:lnTo>
                  <a:pt x="3492" y="3260"/>
                </a:lnTo>
                <a:lnTo>
                  <a:pt x="3491" y="3260"/>
                </a:lnTo>
                <a:lnTo>
                  <a:pt x="3491" y="3259"/>
                </a:lnTo>
                <a:lnTo>
                  <a:pt x="3492" y="3259"/>
                </a:lnTo>
                <a:lnTo>
                  <a:pt x="3491" y="3258"/>
                </a:lnTo>
                <a:lnTo>
                  <a:pt x="3491" y="3257"/>
                </a:lnTo>
                <a:lnTo>
                  <a:pt x="3490" y="3257"/>
                </a:lnTo>
                <a:lnTo>
                  <a:pt x="3489" y="3257"/>
                </a:lnTo>
                <a:lnTo>
                  <a:pt x="3488" y="3257"/>
                </a:lnTo>
                <a:lnTo>
                  <a:pt x="3489" y="3256"/>
                </a:lnTo>
                <a:lnTo>
                  <a:pt x="3488" y="3256"/>
                </a:lnTo>
                <a:lnTo>
                  <a:pt x="3487" y="3256"/>
                </a:lnTo>
                <a:lnTo>
                  <a:pt x="3487" y="3255"/>
                </a:lnTo>
                <a:lnTo>
                  <a:pt x="3487" y="3254"/>
                </a:lnTo>
                <a:lnTo>
                  <a:pt x="3487" y="3253"/>
                </a:lnTo>
                <a:lnTo>
                  <a:pt x="3487" y="3252"/>
                </a:lnTo>
                <a:lnTo>
                  <a:pt x="3487" y="3251"/>
                </a:lnTo>
                <a:lnTo>
                  <a:pt x="3487" y="3250"/>
                </a:lnTo>
                <a:lnTo>
                  <a:pt x="3486" y="3250"/>
                </a:lnTo>
                <a:lnTo>
                  <a:pt x="3485" y="3250"/>
                </a:lnTo>
                <a:lnTo>
                  <a:pt x="3485" y="3249"/>
                </a:lnTo>
                <a:lnTo>
                  <a:pt x="3483" y="3249"/>
                </a:lnTo>
                <a:lnTo>
                  <a:pt x="3483" y="3250"/>
                </a:lnTo>
                <a:lnTo>
                  <a:pt x="3481" y="3250"/>
                </a:lnTo>
                <a:lnTo>
                  <a:pt x="3480" y="3250"/>
                </a:lnTo>
                <a:lnTo>
                  <a:pt x="3479" y="3251"/>
                </a:lnTo>
                <a:lnTo>
                  <a:pt x="3478" y="3251"/>
                </a:lnTo>
                <a:lnTo>
                  <a:pt x="3477" y="3252"/>
                </a:lnTo>
                <a:lnTo>
                  <a:pt x="3476" y="3252"/>
                </a:lnTo>
                <a:lnTo>
                  <a:pt x="3475" y="3252"/>
                </a:lnTo>
                <a:lnTo>
                  <a:pt x="3474" y="3252"/>
                </a:lnTo>
                <a:lnTo>
                  <a:pt x="3473" y="3252"/>
                </a:lnTo>
                <a:lnTo>
                  <a:pt x="3473" y="3251"/>
                </a:lnTo>
                <a:lnTo>
                  <a:pt x="3472" y="3251"/>
                </a:lnTo>
                <a:lnTo>
                  <a:pt x="3471" y="3251"/>
                </a:lnTo>
                <a:lnTo>
                  <a:pt x="3471" y="3252"/>
                </a:lnTo>
                <a:lnTo>
                  <a:pt x="3472" y="3252"/>
                </a:lnTo>
                <a:lnTo>
                  <a:pt x="3473" y="3252"/>
                </a:lnTo>
                <a:lnTo>
                  <a:pt x="3474" y="3252"/>
                </a:lnTo>
                <a:lnTo>
                  <a:pt x="3474" y="3253"/>
                </a:lnTo>
                <a:lnTo>
                  <a:pt x="3473" y="3253"/>
                </a:lnTo>
                <a:lnTo>
                  <a:pt x="3472" y="3253"/>
                </a:lnTo>
                <a:lnTo>
                  <a:pt x="3472" y="3254"/>
                </a:lnTo>
                <a:lnTo>
                  <a:pt x="3471" y="3254"/>
                </a:lnTo>
                <a:lnTo>
                  <a:pt x="3470" y="3254"/>
                </a:lnTo>
                <a:lnTo>
                  <a:pt x="3469" y="3255"/>
                </a:lnTo>
                <a:lnTo>
                  <a:pt x="3468" y="3255"/>
                </a:lnTo>
                <a:lnTo>
                  <a:pt x="3468" y="3256"/>
                </a:lnTo>
                <a:lnTo>
                  <a:pt x="3467" y="3256"/>
                </a:lnTo>
                <a:lnTo>
                  <a:pt x="3467" y="3257"/>
                </a:lnTo>
                <a:lnTo>
                  <a:pt x="3466" y="3258"/>
                </a:lnTo>
                <a:lnTo>
                  <a:pt x="3465" y="3258"/>
                </a:lnTo>
                <a:lnTo>
                  <a:pt x="3465" y="3257"/>
                </a:lnTo>
                <a:lnTo>
                  <a:pt x="3466" y="3257"/>
                </a:lnTo>
                <a:lnTo>
                  <a:pt x="3466" y="3256"/>
                </a:lnTo>
                <a:lnTo>
                  <a:pt x="3467" y="3256"/>
                </a:lnTo>
                <a:lnTo>
                  <a:pt x="3467" y="3255"/>
                </a:lnTo>
                <a:lnTo>
                  <a:pt x="3467" y="3256"/>
                </a:lnTo>
                <a:lnTo>
                  <a:pt x="3466" y="3256"/>
                </a:lnTo>
                <a:lnTo>
                  <a:pt x="3466" y="3257"/>
                </a:lnTo>
                <a:lnTo>
                  <a:pt x="3465" y="3257"/>
                </a:lnTo>
                <a:lnTo>
                  <a:pt x="3464" y="3258"/>
                </a:lnTo>
                <a:lnTo>
                  <a:pt x="3464" y="3259"/>
                </a:lnTo>
                <a:lnTo>
                  <a:pt x="3464" y="3258"/>
                </a:lnTo>
                <a:lnTo>
                  <a:pt x="3463" y="3258"/>
                </a:lnTo>
                <a:lnTo>
                  <a:pt x="3463" y="3259"/>
                </a:lnTo>
                <a:lnTo>
                  <a:pt x="3462" y="3260"/>
                </a:lnTo>
                <a:lnTo>
                  <a:pt x="3461" y="3260"/>
                </a:lnTo>
                <a:lnTo>
                  <a:pt x="3460" y="3261"/>
                </a:lnTo>
                <a:lnTo>
                  <a:pt x="3459" y="3262"/>
                </a:lnTo>
                <a:lnTo>
                  <a:pt x="3458" y="3262"/>
                </a:lnTo>
                <a:lnTo>
                  <a:pt x="3457" y="3262"/>
                </a:lnTo>
                <a:lnTo>
                  <a:pt x="3457" y="3263"/>
                </a:lnTo>
                <a:lnTo>
                  <a:pt x="3457" y="3262"/>
                </a:lnTo>
                <a:lnTo>
                  <a:pt x="3456" y="3262"/>
                </a:lnTo>
                <a:lnTo>
                  <a:pt x="3455" y="3262"/>
                </a:lnTo>
                <a:lnTo>
                  <a:pt x="3454" y="3262"/>
                </a:lnTo>
                <a:lnTo>
                  <a:pt x="3454" y="3261"/>
                </a:lnTo>
                <a:lnTo>
                  <a:pt x="3454" y="3260"/>
                </a:lnTo>
                <a:lnTo>
                  <a:pt x="3455" y="3259"/>
                </a:lnTo>
                <a:lnTo>
                  <a:pt x="3455" y="3258"/>
                </a:lnTo>
                <a:lnTo>
                  <a:pt x="3454" y="3259"/>
                </a:lnTo>
                <a:lnTo>
                  <a:pt x="3454" y="3260"/>
                </a:lnTo>
                <a:lnTo>
                  <a:pt x="3453" y="3260"/>
                </a:lnTo>
                <a:lnTo>
                  <a:pt x="3452" y="3259"/>
                </a:lnTo>
                <a:lnTo>
                  <a:pt x="3453" y="3259"/>
                </a:lnTo>
                <a:lnTo>
                  <a:pt x="3453" y="3258"/>
                </a:lnTo>
                <a:lnTo>
                  <a:pt x="3454" y="3258"/>
                </a:lnTo>
                <a:lnTo>
                  <a:pt x="3454" y="3257"/>
                </a:lnTo>
                <a:lnTo>
                  <a:pt x="3455" y="3257"/>
                </a:lnTo>
                <a:lnTo>
                  <a:pt x="3454" y="3256"/>
                </a:lnTo>
                <a:lnTo>
                  <a:pt x="3454" y="3257"/>
                </a:lnTo>
                <a:lnTo>
                  <a:pt x="3453" y="3257"/>
                </a:lnTo>
                <a:lnTo>
                  <a:pt x="3453" y="3256"/>
                </a:lnTo>
                <a:lnTo>
                  <a:pt x="3454" y="3256"/>
                </a:lnTo>
                <a:lnTo>
                  <a:pt x="3455" y="3256"/>
                </a:lnTo>
                <a:lnTo>
                  <a:pt x="3455" y="3255"/>
                </a:lnTo>
                <a:lnTo>
                  <a:pt x="3454" y="3255"/>
                </a:lnTo>
                <a:lnTo>
                  <a:pt x="3453" y="3255"/>
                </a:lnTo>
                <a:lnTo>
                  <a:pt x="3453" y="3256"/>
                </a:lnTo>
                <a:lnTo>
                  <a:pt x="3452" y="3256"/>
                </a:lnTo>
                <a:lnTo>
                  <a:pt x="3452" y="3257"/>
                </a:lnTo>
                <a:lnTo>
                  <a:pt x="3451" y="3257"/>
                </a:lnTo>
                <a:lnTo>
                  <a:pt x="3451" y="3256"/>
                </a:lnTo>
                <a:lnTo>
                  <a:pt x="3452" y="3256"/>
                </a:lnTo>
                <a:lnTo>
                  <a:pt x="3451" y="3256"/>
                </a:lnTo>
                <a:lnTo>
                  <a:pt x="3451" y="3255"/>
                </a:lnTo>
                <a:lnTo>
                  <a:pt x="3452" y="3255"/>
                </a:lnTo>
                <a:lnTo>
                  <a:pt x="3451" y="3255"/>
                </a:lnTo>
                <a:lnTo>
                  <a:pt x="3451" y="3254"/>
                </a:lnTo>
                <a:lnTo>
                  <a:pt x="3452" y="3254"/>
                </a:lnTo>
                <a:lnTo>
                  <a:pt x="3451" y="3254"/>
                </a:lnTo>
                <a:lnTo>
                  <a:pt x="3451" y="3255"/>
                </a:lnTo>
                <a:lnTo>
                  <a:pt x="3451" y="3254"/>
                </a:lnTo>
                <a:lnTo>
                  <a:pt x="3450" y="3254"/>
                </a:lnTo>
                <a:lnTo>
                  <a:pt x="3451" y="3253"/>
                </a:lnTo>
                <a:lnTo>
                  <a:pt x="3451" y="3252"/>
                </a:lnTo>
                <a:lnTo>
                  <a:pt x="3450" y="3253"/>
                </a:lnTo>
                <a:lnTo>
                  <a:pt x="3449" y="3254"/>
                </a:lnTo>
                <a:lnTo>
                  <a:pt x="3448" y="3254"/>
                </a:lnTo>
                <a:lnTo>
                  <a:pt x="3448" y="3253"/>
                </a:lnTo>
                <a:lnTo>
                  <a:pt x="3447" y="3253"/>
                </a:lnTo>
                <a:lnTo>
                  <a:pt x="3446" y="3254"/>
                </a:lnTo>
                <a:lnTo>
                  <a:pt x="3445" y="3254"/>
                </a:lnTo>
                <a:lnTo>
                  <a:pt x="3444" y="3254"/>
                </a:lnTo>
                <a:lnTo>
                  <a:pt x="3443" y="3254"/>
                </a:lnTo>
                <a:lnTo>
                  <a:pt x="3443" y="3253"/>
                </a:lnTo>
                <a:lnTo>
                  <a:pt x="3443" y="3252"/>
                </a:lnTo>
                <a:lnTo>
                  <a:pt x="3443" y="3253"/>
                </a:lnTo>
                <a:lnTo>
                  <a:pt x="3443" y="3254"/>
                </a:lnTo>
                <a:lnTo>
                  <a:pt x="3442" y="3254"/>
                </a:lnTo>
                <a:lnTo>
                  <a:pt x="3441" y="3253"/>
                </a:lnTo>
                <a:lnTo>
                  <a:pt x="3442" y="3254"/>
                </a:lnTo>
                <a:lnTo>
                  <a:pt x="3443" y="3254"/>
                </a:lnTo>
                <a:lnTo>
                  <a:pt x="3443" y="3255"/>
                </a:lnTo>
                <a:lnTo>
                  <a:pt x="3444" y="3255"/>
                </a:lnTo>
                <a:lnTo>
                  <a:pt x="3443" y="3255"/>
                </a:lnTo>
                <a:lnTo>
                  <a:pt x="3442" y="3255"/>
                </a:lnTo>
                <a:lnTo>
                  <a:pt x="3442" y="3256"/>
                </a:lnTo>
                <a:lnTo>
                  <a:pt x="3443" y="3256"/>
                </a:lnTo>
                <a:lnTo>
                  <a:pt x="3444" y="3256"/>
                </a:lnTo>
                <a:lnTo>
                  <a:pt x="3445" y="3257"/>
                </a:lnTo>
                <a:lnTo>
                  <a:pt x="3444" y="3257"/>
                </a:lnTo>
                <a:lnTo>
                  <a:pt x="3445" y="3257"/>
                </a:lnTo>
                <a:lnTo>
                  <a:pt x="3446" y="3257"/>
                </a:lnTo>
                <a:lnTo>
                  <a:pt x="3445" y="3258"/>
                </a:lnTo>
                <a:lnTo>
                  <a:pt x="3446" y="3258"/>
                </a:lnTo>
                <a:lnTo>
                  <a:pt x="3446" y="3259"/>
                </a:lnTo>
                <a:lnTo>
                  <a:pt x="3446" y="3258"/>
                </a:lnTo>
                <a:lnTo>
                  <a:pt x="3446" y="3257"/>
                </a:lnTo>
                <a:lnTo>
                  <a:pt x="3447" y="3258"/>
                </a:lnTo>
                <a:lnTo>
                  <a:pt x="3448" y="3258"/>
                </a:lnTo>
                <a:lnTo>
                  <a:pt x="3449" y="3258"/>
                </a:lnTo>
                <a:lnTo>
                  <a:pt x="3449" y="3259"/>
                </a:lnTo>
                <a:lnTo>
                  <a:pt x="3450" y="3259"/>
                </a:lnTo>
                <a:lnTo>
                  <a:pt x="3450" y="3260"/>
                </a:lnTo>
                <a:lnTo>
                  <a:pt x="3450" y="3261"/>
                </a:lnTo>
                <a:lnTo>
                  <a:pt x="3450" y="3262"/>
                </a:lnTo>
                <a:lnTo>
                  <a:pt x="3450" y="3263"/>
                </a:lnTo>
                <a:lnTo>
                  <a:pt x="3450" y="3264"/>
                </a:lnTo>
                <a:lnTo>
                  <a:pt x="3450" y="3265"/>
                </a:lnTo>
                <a:lnTo>
                  <a:pt x="3449" y="3265"/>
                </a:lnTo>
                <a:lnTo>
                  <a:pt x="3449" y="3266"/>
                </a:lnTo>
                <a:lnTo>
                  <a:pt x="3448" y="3266"/>
                </a:lnTo>
                <a:lnTo>
                  <a:pt x="3448" y="3267"/>
                </a:lnTo>
                <a:lnTo>
                  <a:pt x="3449" y="3268"/>
                </a:lnTo>
                <a:lnTo>
                  <a:pt x="3448" y="3268"/>
                </a:lnTo>
                <a:lnTo>
                  <a:pt x="3449" y="3268"/>
                </a:lnTo>
                <a:lnTo>
                  <a:pt x="3450" y="3269"/>
                </a:lnTo>
                <a:lnTo>
                  <a:pt x="3449" y="3269"/>
                </a:lnTo>
                <a:lnTo>
                  <a:pt x="3448" y="3269"/>
                </a:lnTo>
                <a:lnTo>
                  <a:pt x="3447" y="3269"/>
                </a:lnTo>
                <a:lnTo>
                  <a:pt x="3446" y="3269"/>
                </a:lnTo>
                <a:lnTo>
                  <a:pt x="3444" y="3270"/>
                </a:lnTo>
                <a:lnTo>
                  <a:pt x="3443" y="3270"/>
                </a:lnTo>
                <a:lnTo>
                  <a:pt x="3442" y="3271"/>
                </a:lnTo>
                <a:lnTo>
                  <a:pt x="3441" y="3272"/>
                </a:lnTo>
                <a:lnTo>
                  <a:pt x="3440" y="3272"/>
                </a:lnTo>
                <a:lnTo>
                  <a:pt x="3440" y="3273"/>
                </a:lnTo>
                <a:lnTo>
                  <a:pt x="3440" y="3274"/>
                </a:lnTo>
                <a:lnTo>
                  <a:pt x="3440" y="3275"/>
                </a:lnTo>
                <a:lnTo>
                  <a:pt x="3440" y="3276"/>
                </a:lnTo>
                <a:lnTo>
                  <a:pt x="3440" y="3277"/>
                </a:lnTo>
                <a:lnTo>
                  <a:pt x="3440" y="3278"/>
                </a:lnTo>
                <a:lnTo>
                  <a:pt x="3439" y="3278"/>
                </a:lnTo>
                <a:lnTo>
                  <a:pt x="3438" y="3278"/>
                </a:lnTo>
                <a:lnTo>
                  <a:pt x="3438" y="3279"/>
                </a:lnTo>
                <a:lnTo>
                  <a:pt x="3437" y="3279"/>
                </a:lnTo>
                <a:lnTo>
                  <a:pt x="3437" y="3278"/>
                </a:lnTo>
                <a:lnTo>
                  <a:pt x="3437" y="3277"/>
                </a:lnTo>
                <a:lnTo>
                  <a:pt x="3436" y="3277"/>
                </a:lnTo>
                <a:lnTo>
                  <a:pt x="3435" y="3277"/>
                </a:lnTo>
                <a:lnTo>
                  <a:pt x="3435" y="3276"/>
                </a:lnTo>
                <a:lnTo>
                  <a:pt x="3434" y="3276"/>
                </a:lnTo>
                <a:lnTo>
                  <a:pt x="3434" y="3277"/>
                </a:lnTo>
                <a:lnTo>
                  <a:pt x="3435" y="3277"/>
                </a:lnTo>
                <a:lnTo>
                  <a:pt x="3436" y="3277"/>
                </a:lnTo>
                <a:lnTo>
                  <a:pt x="3436" y="3278"/>
                </a:lnTo>
                <a:lnTo>
                  <a:pt x="3435" y="3277"/>
                </a:lnTo>
                <a:lnTo>
                  <a:pt x="3433" y="3277"/>
                </a:lnTo>
                <a:lnTo>
                  <a:pt x="3433" y="3278"/>
                </a:lnTo>
                <a:lnTo>
                  <a:pt x="3432" y="3278"/>
                </a:lnTo>
                <a:lnTo>
                  <a:pt x="3431" y="3278"/>
                </a:lnTo>
                <a:lnTo>
                  <a:pt x="3430" y="3279"/>
                </a:lnTo>
                <a:lnTo>
                  <a:pt x="3429" y="3280"/>
                </a:lnTo>
                <a:lnTo>
                  <a:pt x="3428" y="3280"/>
                </a:lnTo>
                <a:lnTo>
                  <a:pt x="3428" y="3279"/>
                </a:lnTo>
                <a:lnTo>
                  <a:pt x="3429" y="3279"/>
                </a:lnTo>
                <a:lnTo>
                  <a:pt x="3428" y="3278"/>
                </a:lnTo>
                <a:lnTo>
                  <a:pt x="3427" y="3278"/>
                </a:lnTo>
                <a:lnTo>
                  <a:pt x="3426" y="3278"/>
                </a:lnTo>
                <a:lnTo>
                  <a:pt x="3426" y="3279"/>
                </a:lnTo>
                <a:lnTo>
                  <a:pt x="3425" y="3279"/>
                </a:lnTo>
                <a:lnTo>
                  <a:pt x="3424" y="3280"/>
                </a:lnTo>
                <a:lnTo>
                  <a:pt x="3423" y="3280"/>
                </a:lnTo>
                <a:lnTo>
                  <a:pt x="3422" y="3281"/>
                </a:lnTo>
                <a:lnTo>
                  <a:pt x="3422" y="3280"/>
                </a:lnTo>
                <a:lnTo>
                  <a:pt x="3421" y="3279"/>
                </a:lnTo>
                <a:lnTo>
                  <a:pt x="3420" y="3279"/>
                </a:lnTo>
                <a:lnTo>
                  <a:pt x="3421" y="3278"/>
                </a:lnTo>
                <a:lnTo>
                  <a:pt x="3422" y="3279"/>
                </a:lnTo>
                <a:lnTo>
                  <a:pt x="3423" y="3278"/>
                </a:lnTo>
                <a:lnTo>
                  <a:pt x="3422" y="3278"/>
                </a:lnTo>
                <a:lnTo>
                  <a:pt x="3421" y="3278"/>
                </a:lnTo>
                <a:lnTo>
                  <a:pt x="3421" y="3277"/>
                </a:lnTo>
                <a:lnTo>
                  <a:pt x="3420" y="3276"/>
                </a:lnTo>
                <a:lnTo>
                  <a:pt x="3420" y="3275"/>
                </a:lnTo>
                <a:lnTo>
                  <a:pt x="3420" y="3274"/>
                </a:lnTo>
                <a:lnTo>
                  <a:pt x="3419" y="3274"/>
                </a:lnTo>
                <a:lnTo>
                  <a:pt x="3420" y="3274"/>
                </a:lnTo>
                <a:lnTo>
                  <a:pt x="3419" y="3274"/>
                </a:lnTo>
                <a:lnTo>
                  <a:pt x="3419" y="3273"/>
                </a:lnTo>
                <a:lnTo>
                  <a:pt x="3418" y="3273"/>
                </a:lnTo>
                <a:lnTo>
                  <a:pt x="3419" y="3273"/>
                </a:lnTo>
                <a:lnTo>
                  <a:pt x="3418" y="3273"/>
                </a:lnTo>
                <a:lnTo>
                  <a:pt x="3419" y="3274"/>
                </a:lnTo>
                <a:lnTo>
                  <a:pt x="3419" y="3275"/>
                </a:lnTo>
                <a:lnTo>
                  <a:pt x="3419" y="3276"/>
                </a:lnTo>
                <a:lnTo>
                  <a:pt x="3419" y="3275"/>
                </a:lnTo>
                <a:lnTo>
                  <a:pt x="3419" y="3276"/>
                </a:lnTo>
                <a:lnTo>
                  <a:pt x="3419" y="3277"/>
                </a:lnTo>
                <a:lnTo>
                  <a:pt x="3418" y="3277"/>
                </a:lnTo>
                <a:lnTo>
                  <a:pt x="3419" y="3277"/>
                </a:lnTo>
                <a:lnTo>
                  <a:pt x="3420" y="3277"/>
                </a:lnTo>
                <a:lnTo>
                  <a:pt x="3420" y="3278"/>
                </a:lnTo>
                <a:lnTo>
                  <a:pt x="3419" y="3278"/>
                </a:lnTo>
                <a:lnTo>
                  <a:pt x="3418" y="3278"/>
                </a:lnTo>
                <a:lnTo>
                  <a:pt x="3418" y="3279"/>
                </a:lnTo>
                <a:lnTo>
                  <a:pt x="3417" y="3279"/>
                </a:lnTo>
                <a:lnTo>
                  <a:pt x="3417" y="3278"/>
                </a:lnTo>
                <a:lnTo>
                  <a:pt x="3416" y="3278"/>
                </a:lnTo>
                <a:lnTo>
                  <a:pt x="3415" y="3277"/>
                </a:lnTo>
                <a:lnTo>
                  <a:pt x="3414" y="3277"/>
                </a:lnTo>
                <a:lnTo>
                  <a:pt x="3413" y="3277"/>
                </a:lnTo>
                <a:lnTo>
                  <a:pt x="3414" y="3278"/>
                </a:lnTo>
                <a:lnTo>
                  <a:pt x="3414" y="3277"/>
                </a:lnTo>
                <a:lnTo>
                  <a:pt x="3415" y="3277"/>
                </a:lnTo>
                <a:lnTo>
                  <a:pt x="3415" y="3278"/>
                </a:lnTo>
                <a:lnTo>
                  <a:pt x="3415" y="3279"/>
                </a:lnTo>
                <a:lnTo>
                  <a:pt x="3416" y="3279"/>
                </a:lnTo>
                <a:lnTo>
                  <a:pt x="3417" y="3278"/>
                </a:lnTo>
                <a:lnTo>
                  <a:pt x="3417" y="3279"/>
                </a:lnTo>
                <a:lnTo>
                  <a:pt x="3416" y="3279"/>
                </a:lnTo>
                <a:lnTo>
                  <a:pt x="3415" y="3280"/>
                </a:lnTo>
                <a:lnTo>
                  <a:pt x="3413" y="3280"/>
                </a:lnTo>
                <a:lnTo>
                  <a:pt x="3413" y="3281"/>
                </a:lnTo>
                <a:lnTo>
                  <a:pt x="3412" y="3281"/>
                </a:lnTo>
                <a:lnTo>
                  <a:pt x="3411" y="3282"/>
                </a:lnTo>
                <a:lnTo>
                  <a:pt x="3411" y="3283"/>
                </a:lnTo>
                <a:lnTo>
                  <a:pt x="3410" y="3284"/>
                </a:lnTo>
                <a:lnTo>
                  <a:pt x="3409" y="3284"/>
                </a:lnTo>
                <a:lnTo>
                  <a:pt x="3409" y="3285"/>
                </a:lnTo>
                <a:lnTo>
                  <a:pt x="3408" y="3285"/>
                </a:lnTo>
                <a:lnTo>
                  <a:pt x="3407" y="3286"/>
                </a:lnTo>
                <a:lnTo>
                  <a:pt x="3407" y="3287"/>
                </a:lnTo>
                <a:lnTo>
                  <a:pt x="3406" y="3287"/>
                </a:lnTo>
                <a:lnTo>
                  <a:pt x="3405" y="3287"/>
                </a:lnTo>
                <a:lnTo>
                  <a:pt x="3405" y="3288"/>
                </a:lnTo>
                <a:lnTo>
                  <a:pt x="3404" y="3289"/>
                </a:lnTo>
                <a:lnTo>
                  <a:pt x="3403" y="3289"/>
                </a:lnTo>
                <a:lnTo>
                  <a:pt x="3403" y="3290"/>
                </a:lnTo>
                <a:lnTo>
                  <a:pt x="3402" y="3290"/>
                </a:lnTo>
                <a:lnTo>
                  <a:pt x="3402" y="3289"/>
                </a:lnTo>
                <a:lnTo>
                  <a:pt x="3402" y="3288"/>
                </a:lnTo>
                <a:lnTo>
                  <a:pt x="3403" y="3288"/>
                </a:lnTo>
                <a:lnTo>
                  <a:pt x="3402" y="3287"/>
                </a:lnTo>
                <a:lnTo>
                  <a:pt x="3402" y="3286"/>
                </a:lnTo>
                <a:lnTo>
                  <a:pt x="3403" y="3287"/>
                </a:lnTo>
                <a:lnTo>
                  <a:pt x="3404" y="3287"/>
                </a:lnTo>
                <a:lnTo>
                  <a:pt x="3405" y="3287"/>
                </a:lnTo>
                <a:lnTo>
                  <a:pt x="3405" y="3286"/>
                </a:lnTo>
                <a:lnTo>
                  <a:pt x="3405" y="3285"/>
                </a:lnTo>
                <a:lnTo>
                  <a:pt x="3404" y="3285"/>
                </a:lnTo>
                <a:lnTo>
                  <a:pt x="3405" y="3285"/>
                </a:lnTo>
                <a:lnTo>
                  <a:pt x="3405" y="3284"/>
                </a:lnTo>
                <a:lnTo>
                  <a:pt x="3405" y="3283"/>
                </a:lnTo>
                <a:lnTo>
                  <a:pt x="3406" y="3283"/>
                </a:lnTo>
                <a:lnTo>
                  <a:pt x="3405" y="3282"/>
                </a:lnTo>
                <a:lnTo>
                  <a:pt x="3404" y="3282"/>
                </a:lnTo>
                <a:lnTo>
                  <a:pt x="3404" y="3281"/>
                </a:lnTo>
                <a:lnTo>
                  <a:pt x="3403" y="3281"/>
                </a:lnTo>
                <a:lnTo>
                  <a:pt x="3403" y="3282"/>
                </a:lnTo>
                <a:lnTo>
                  <a:pt x="3402" y="3282"/>
                </a:lnTo>
                <a:lnTo>
                  <a:pt x="3402" y="3281"/>
                </a:lnTo>
                <a:lnTo>
                  <a:pt x="3401" y="3281"/>
                </a:lnTo>
                <a:lnTo>
                  <a:pt x="3400" y="3281"/>
                </a:lnTo>
                <a:lnTo>
                  <a:pt x="3400" y="3280"/>
                </a:lnTo>
                <a:lnTo>
                  <a:pt x="3399" y="3280"/>
                </a:lnTo>
                <a:lnTo>
                  <a:pt x="3398" y="3280"/>
                </a:lnTo>
                <a:lnTo>
                  <a:pt x="3398" y="3279"/>
                </a:lnTo>
                <a:lnTo>
                  <a:pt x="3398" y="3280"/>
                </a:lnTo>
                <a:lnTo>
                  <a:pt x="3397" y="3280"/>
                </a:lnTo>
                <a:lnTo>
                  <a:pt x="3396" y="3280"/>
                </a:lnTo>
                <a:lnTo>
                  <a:pt x="3397" y="3280"/>
                </a:lnTo>
                <a:lnTo>
                  <a:pt x="3397" y="3281"/>
                </a:lnTo>
                <a:lnTo>
                  <a:pt x="3396" y="3281"/>
                </a:lnTo>
                <a:lnTo>
                  <a:pt x="3397" y="3281"/>
                </a:lnTo>
                <a:lnTo>
                  <a:pt x="3399" y="3281"/>
                </a:lnTo>
                <a:lnTo>
                  <a:pt x="3400" y="3281"/>
                </a:lnTo>
                <a:lnTo>
                  <a:pt x="3400" y="3282"/>
                </a:lnTo>
                <a:lnTo>
                  <a:pt x="3401" y="3282"/>
                </a:lnTo>
                <a:lnTo>
                  <a:pt x="3400" y="3283"/>
                </a:lnTo>
                <a:lnTo>
                  <a:pt x="3399" y="3283"/>
                </a:lnTo>
                <a:lnTo>
                  <a:pt x="3398" y="3283"/>
                </a:lnTo>
                <a:lnTo>
                  <a:pt x="3397" y="3283"/>
                </a:lnTo>
                <a:lnTo>
                  <a:pt x="3396" y="3283"/>
                </a:lnTo>
                <a:lnTo>
                  <a:pt x="3396" y="3284"/>
                </a:lnTo>
                <a:lnTo>
                  <a:pt x="3394" y="3284"/>
                </a:lnTo>
                <a:lnTo>
                  <a:pt x="3393" y="3284"/>
                </a:lnTo>
                <a:lnTo>
                  <a:pt x="3392" y="3284"/>
                </a:lnTo>
                <a:lnTo>
                  <a:pt x="3392" y="3285"/>
                </a:lnTo>
                <a:lnTo>
                  <a:pt x="3392" y="3284"/>
                </a:lnTo>
                <a:lnTo>
                  <a:pt x="3391" y="3284"/>
                </a:lnTo>
                <a:lnTo>
                  <a:pt x="3390" y="3284"/>
                </a:lnTo>
                <a:lnTo>
                  <a:pt x="3389" y="3284"/>
                </a:lnTo>
                <a:lnTo>
                  <a:pt x="3389" y="3285"/>
                </a:lnTo>
                <a:lnTo>
                  <a:pt x="3388" y="3285"/>
                </a:lnTo>
                <a:lnTo>
                  <a:pt x="3388" y="3284"/>
                </a:lnTo>
                <a:lnTo>
                  <a:pt x="3387" y="3284"/>
                </a:lnTo>
                <a:lnTo>
                  <a:pt x="3387" y="3283"/>
                </a:lnTo>
                <a:lnTo>
                  <a:pt x="3388" y="3283"/>
                </a:lnTo>
                <a:lnTo>
                  <a:pt x="3388" y="3282"/>
                </a:lnTo>
                <a:lnTo>
                  <a:pt x="3387" y="3283"/>
                </a:lnTo>
                <a:lnTo>
                  <a:pt x="3386" y="3283"/>
                </a:lnTo>
                <a:lnTo>
                  <a:pt x="3386" y="3282"/>
                </a:lnTo>
                <a:lnTo>
                  <a:pt x="3386" y="3281"/>
                </a:lnTo>
                <a:lnTo>
                  <a:pt x="3386" y="3280"/>
                </a:lnTo>
                <a:lnTo>
                  <a:pt x="3386" y="3279"/>
                </a:lnTo>
                <a:lnTo>
                  <a:pt x="3385" y="3279"/>
                </a:lnTo>
                <a:lnTo>
                  <a:pt x="3384" y="3279"/>
                </a:lnTo>
                <a:lnTo>
                  <a:pt x="3383" y="3279"/>
                </a:lnTo>
                <a:lnTo>
                  <a:pt x="3382" y="3279"/>
                </a:lnTo>
                <a:lnTo>
                  <a:pt x="3383" y="3278"/>
                </a:lnTo>
                <a:lnTo>
                  <a:pt x="3382" y="3278"/>
                </a:lnTo>
                <a:lnTo>
                  <a:pt x="3382" y="3277"/>
                </a:lnTo>
                <a:lnTo>
                  <a:pt x="3383" y="3277"/>
                </a:lnTo>
                <a:lnTo>
                  <a:pt x="3382" y="3277"/>
                </a:lnTo>
                <a:lnTo>
                  <a:pt x="3382" y="3278"/>
                </a:lnTo>
                <a:lnTo>
                  <a:pt x="3382" y="3279"/>
                </a:lnTo>
                <a:lnTo>
                  <a:pt x="3381" y="3279"/>
                </a:lnTo>
                <a:lnTo>
                  <a:pt x="3381" y="3280"/>
                </a:lnTo>
                <a:lnTo>
                  <a:pt x="3381" y="3279"/>
                </a:lnTo>
                <a:lnTo>
                  <a:pt x="3381" y="3280"/>
                </a:lnTo>
                <a:lnTo>
                  <a:pt x="3380" y="3280"/>
                </a:lnTo>
                <a:lnTo>
                  <a:pt x="3380" y="3281"/>
                </a:lnTo>
                <a:lnTo>
                  <a:pt x="3379" y="3281"/>
                </a:lnTo>
                <a:lnTo>
                  <a:pt x="3380" y="3281"/>
                </a:lnTo>
                <a:lnTo>
                  <a:pt x="3379" y="3281"/>
                </a:lnTo>
                <a:lnTo>
                  <a:pt x="3379" y="3282"/>
                </a:lnTo>
                <a:lnTo>
                  <a:pt x="3380" y="3282"/>
                </a:lnTo>
                <a:lnTo>
                  <a:pt x="3381" y="3282"/>
                </a:lnTo>
                <a:lnTo>
                  <a:pt x="3381" y="3283"/>
                </a:lnTo>
                <a:lnTo>
                  <a:pt x="3381" y="3284"/>
                </a:lnTo>
                <a:lnTo>
                  <a:pt x="3381" y="3283"/>
                </a:lnTo>
                <a:lnTo>
                  <a:pt x="3382" y="3283"/>
                </a:lnTo>
                <a:lnTo>
                  <a:pt x="3383" y="3283"/>
                </a:lnTo>
                <a:lnTo>
                  <a:pt x="3384" y="3283"/>
                </a:lnTo>
                <a:lnTo>
                  <a:pt x="3384" y="3282"/>
                </a:lnTo>
                <a:lnTo>
                  <a:pt x="3385" y="3282"/>
                </a:lnTo>
                <a:lnTo>
                  <a:pt x="3386" y="3283"/>
                </a:lnTo>
                <a:lnTo>
                  <a:pt x="3387" y="3284"/>
                </a:lnTo>
                <a:lnTo>
                  <a:pt x="3386" y="3285"/>
                </a:lnTo>
                <a:lnTo>
                  <a:pt x="3385" y="3285"/>
                </a:lnTo>
                <a:lnTo>
                  <a:pt x="3383" y="3285"/>
                </a:lnTo>
                <a:lnTo>
                  <a:pt x="3383" y="3286"/>
                </a:lnTo>
                <a:lnTo>
                  <a:pt x="3382" y="3286"/>
                </a:lnTo>
                <a:lnTo>
                  <a:pt x="3381" y="3287"/>
                </a:lnTo>
                <a:lnTo>
                  <a:pt x="3380" y="3287"/>
                </a:lnTo>
                <a:lnTo>
                  <a:pt x="3379" y="3288"/>
                </a:lnTo>
                <a:lnTo>
                  <a:pt x="3378" y="3288"/>
                </a:lnTo>
                <a:lnTo>
                  <a:pt x="3377" y="3288"/>
                </a:lnTo>
                <a:lnTo>
                  <a:pt x="3376" y="3289"/>
                </a:lnTo>
                <a:lnTo>
                  <a:pt x="3375" y="3290"/>
                </a:lnTo>
                <a:lnTo>
                  <a:pt x="3374" y="3290"/>
                </a:lnTo>
                <a:lnTo>
                  <a:pt x="3374" y="3289"/>
                </a:lnTo>
                <a:lnTo>
                  <a:pt x="3375" y="3289"/>
                </a:lnTo>
                <a:lnTo>
                  <a:pt x="3374" y="3289"/>
                </a:lnTo>
                <a:lnTo>
                  <a:pt x="3373" y="3289"/>
                </a:lnTo>
                <a:lnTo>
                  <a:pt x="3372" y="3290"/>
                </a:lnTo>
                <a:lnTo>
                  <a:pt x="3371" y="3290"/>
                </a:lnTo>
                <a:lnTo>
                  <a:pt x="3371" y="3291"/>
                </a:lnTo>
                <a:lnTo>
                  <a:pt x="3370" y="3291"/>
                </a:lnTo>
                <a:lnTo>
                  <a:pt x="3370" y="3292"/>
                </a:lnTo>
                <a:lnTo>
                  <a:pt x="3369" y="3292"/>
                </a:lnTo>
                <a:lnTo>
                  <a:pt x="3369" y="3293"/>
                </a:lnTo>
                <a:lnTo>
                  <a:pt x="3368" y="3292"/>
                </a:lnTo>
                <a:lnTo>
                  <a:pt x="3367" y="3293"/>
                </a:lnTo>
                <a:lnTo>
                  <a:pt x="3367" y="3292"/>
                </a:lnTo>
                <a:lnTo>
                  <a:pt x="3366" y="3292"/>
                </a:lnTo>
                <a:lnTo>
                  <a:pt x="3365" y="3292"/>
                </a:lnTo>
                <a:lnTo>
                  <a:pt x="3364" y="3292"/>
                </a:lnTo>
                <a:lnTo>
                  <a:pt x="3363" y="3291"/>
                </a:lnTo>
                <a:lnTo>
                  <a:pt x="3362" y="3291"/>
                </a:lnTo>
                <a:lnTo>
                  <a:pt x="3361" y="3291"/>
                </a:lnTo>
                <a:lnTo>
                  <a:pt x="3361" y="3292"/>
                </a:lnTo>
                <a:lnTo>
                  <a:pt x="3361" y="3291"/>
                </a:lnTo>
                <a:lnTo>
                  <a:pt x="3360" y="3291"/>
                </a:lnTo>
                <a:lnTo>
                  <a:pt x="3359" y="3291"/>
                </a:lnTo>
                <a:lnTo>
                  <a:pt x="3359" y="3292"/>
                </a:lnTo>
                <a:lnTo>
                  <a:pt x="3358" y="3292"/>
                </a:lnTo>
                <a:lnTo>
                  <a:pt x="3358" y="3293"/>
                </a:lnTo>
                <a:lnTo>
                  <a:pt x="3357" y="3293"/>
                </a:lnTo>
                <a:lnTo>
                  <a:pt x="3356" y="3293"/>
                </a:lnTo>
                <a:lnTo>
                  <a:pt x="3356" y="3294"/>
                </a:lnTo>
                <a:lnTo>
                  <a:pt x="3355" y="3294"/>
                </a:lnTo>
                <a:lnTo>
                  <a:pt x="3355" y="3295"/>
                </a:lnTo>
                <a:lnTo>
                  <a:pt x="3354" y="3295"/>
                </a:lnTo>
                <a:lnTo>
                  <a:pt x="3353" y="3296"/>
                </a:lnTo>
                <a:lnTo>
                  <a:pt x="3353" y="3297"/>
                </a:lnTo>
                <a:lnTo>
                  <a:pt x="3352" y="3298"/>
                </a:lnTo>
                <a:lnTo>
                  <a:pt x="3352" y="3299"/>
                </a:lnTo>
                <a:lnTo>
                  <a:pt x="3351" y="3300"/>
                </a:lnTo>
                <a:lnTo>
                  <a:pt x="3350" y="3302"/>
                </a:lnTo>
                <a:lnTo>
                  <a:pt x="3349" y="3303"/>
                </a:lnTo>
                <a:lnTo>
                  <a:pt x="3349" y="3304"/>
                </a:lnTo>
                <a:lnTo>
                  <a:pt x="3349" y="3305"/>
                </a:lnTo>
                <a:lnTo>
                  <a:pt x="3348" y="3306"/>
                </a:lnTo>
                <a:lnTo>
                  <a:pt x="3348" y="3307"/>
                </a:lnTo>
                <a:lnTo>
                  <a:pt x="3347" y="3307"/>
                </a:lnTo>
                <a:lnTo>
                  <a:pt x="3347" y="3308"/>
                </a:lnTo>
                <a:lnTo>
                  <a:pt x="3346" y="3309"/>
                </a:lnTo>
                <a:lnTo>
                  <a:pt x="3345" y="3309"/>
                </a:lnTo>
                <a:lnTo>
                  <a:pt x="3344" y="3309"/>
                </a:lnTo>
                <a:lnTo>
                  <a:pt x="3344" y="3308"/>
                </a:lnTo>
                <a:lnTo>
                  <a:pt x="3344" y="3309"/>
                </a:lnTo>
                <a:lnTo>
                  <a:pt x="3344" y="3310"/>
                </a:lnTo>
                <a:lnTo>
                  <a:pt x="3343" y="3310"/>
                </a:lnTo>
                <a:lnTo>
                  <a:pt x="3342" y="3310"/>
                </a:lnTo>
                <a:lnTo>
                  <a:pt x="3341" y="3310"/>
                </a:lnTo>
                <a:lnTo>
                  <a:pt x="3341" y="3309"/>
                </a:lnTo>
                <a:lnTo>
                  <a:pt x="3340" y="3309"/>
                </a:lnTo>
                <a:lnTo>
                  <a:pt x="3339" y="3309"/>
                </a:lnTo>
                <a:lnTo>
                  <a:pt x="3339" y="3310"/>
                </a:lnTo>
                <a:lnTo>
                  <a:pt x="3338" y="3310"/>
                </a:lnTo>
                <a:lnTo>
                  <a:pt x="3338" y="3311"/>
                </a:lnTo>
                <a:lnTo>
                  <a:pt x="3337" y="3311"/>
                </a:lnTo>
                <a:lnTo>
                  <a:pt x="3336" y="3311"/>
                </a:lnTo>
                <a:lnTo>
                  <a:pt x="3336" y="3310"/>
                </a:lnTo>
                <a:lnTo>
                  <a:pt x="3335" y="3310"/>
                </a:lnTo>
                <a:lnTo>
                  <a:pt x="3334" y="3309"/>
                </a:lnTo>
                <a:lnTo>
                  <a:pt x="3333" y="3309"/>
                </a:lnTo>
                <a:lnTo>
                  <a:pt x="3333" y="3310"/>
                </a:lnTo>
                <a:lnTo>
                  <a:pt x="3332" y="3310"/>
                </a:lnTo>
                <a:lnTo>
                  <a:pt x="3332" y="3311"/>
                </a:lnTo>
                <a:lnTo>
                  <a:pt x="3332" y="3310"/>
                </a:lnTo>
                <a:lnTo>
                  <a:pt x="3331" y="3311"/>
                </a:lnTo>
                <a:lnTo>
                  <a:pt x="3330" y="3311"/>
                </a:lnTo>
                <a:lnTo>
                  <a:pt x="3330" y="3312"/>
                </a:lnTo>
                <a:lnTo>
                  <a:pt x="3330" y="3313"/>
                </a:lnTo>
                <a:lnTo>
                  <a:pt x="3328" y="3313"/>
                </a:lnTo>
                <a:lnTo>
                  <a:pt x="3328" y="3312"/>
                </a:lnTo>
                <a:lnTo>
                  <a:pt x="3328" y="3311"/>
                </a:lnTo>
                <a:lnTo>
                  <a:pt x="3329" y="3310"/>
                </a:lnTo>
                <a:lnTo>
                  <a:pt x="3329" y="3309"/>
                </a:lnTo>
                <a:lnTo>
                  <a:pt x="3330" y="3309"/>
                </a:lnTo>
                <a:lnTo>
                  <a:pt x="3330" y="3308"/>
                </a:lnTo>
                <a:lnTo>
                  <a:pt x="3329" y="3308"/>
                </a:lnTo>
                <a:lnTo>
                  <a:pt x="3330" y="3307"/>
                </a:lnTo>
                <a:lnTo>
                  <a:pt x="3329" y="3307"/>
                </a:lnTo>
                <a:lnTo>
                  <a:pt x="3328" y="3307"/>
                </a:lnTo>
                <a:lnTo>
                  <a:pt x="3328" y="3306"/>
                </a:lnTo>
                <a:lnTo>
                  <a:pt x="3328" y="3305"/>
                </a:lnTo>
                <a:lnTo>
                  <a:pt x="3328" y="3304"/>
                </a:lnTo>
                <a:lnTo>
                  <a:pt x="3328" y="3303"/>
                </a:lnTo>
                <a:lnTo>
                  <a:pt x="3328" y="3302"/>
                </a:lnTo>
                <a:lnTo>
                  <a:pt x="3329" y="3302"/>
                </a:lnTo>
                <a:lnTo>
                  <a:pt x="3330" y="3301"/>
                </a:lnTo>
                <a:lnTo>
                  <a:pt x="3330" y="3300"/>
                </a:lnTo>
                <a:lnTo>
                  <a:pt x="3329" y="3300"/>
                </a:lnTo>
                <a:lnTo>
                  <a:pt x="3329" y="3301"/>
                </a:lnTo>
                <a:lnTo>
                  <a:pt x="3328" y="3301"/>
                </a:lnTo>
                <a:lnTo>
                  <a:pt x="3328" y="3300"/>
                </a:lnTo>
                <a:lnTo>
                  <a:pt x="3327" y="3300"/>
                </a:lnTo>
                <a:lnTo>
                  <a:pt x="3327" y="3299"/>
                </a:lnTo>
                <a:lnTo>
                  <a:pt x="3328" y="3298"/>
                </a:lnTo>
                <a:lnTo>
                  <a:pt x="3328" y="3296"/>
                </a:lnTo>
                <a:lnTo>
                  <a:pt x="3328" y="3295"/>
                </a:lnTo>
                <a:lnTo>
                  <a:pt x="3328" y="3294"/>
                </a:lnTo>
                <a:lnTo>
                  <a:pt x="3328" y="3292"/>
                </a:lnTo>
                <a:lnTo>
                  <a:pt x="3328" y="3294"/>
                </a:lnTo>
                <a:lnTo>
                  <a:pt x="3328" y="3295"/>
                </a:lnTo>
                <a:lnTo>
                  <a:pt x="3327" y="3295"/>
                </a:lnTo>
                <a:lnTo>
                  <a:pt x="3327" y="3294"/>
                </a:lnTo>
                <a:lnTo>
                  <a:pt x="3326" y="3294"/>
                </a:lnTo>
                <a:lnTo>
                  <a:pt x="3325" y="3293"/>
                </a:lnTo>
                <a:lnTo>
                  <a:pt x="3325" y="3292"/>
                </a:lnTo>
                <a:lnTo>
                  <a:pt x="3324" y="3292"/>
                </a:lnTo>
                <a:lnTo>
                  <a:pt x="3324" y="3291"/>
                </a:lnTo>
                <a:lnTo>
                  <a:pt x="3324" y="3290"/>
                </a:lnTo>
                <a:lnTo>
                  <a:pt x="3323" y="3290"/>
                </a:lnTo>
                <a:lnTo>
                  <a:pt x="3324" y="3291"/>
                </a:lnTo>
                <a:lnTo>
                  <a:pt x="3324" y="3292"/>
                </a:lnTo>
                <a:lnTo>
                  <a:pt x="3324" y="3293"/>
                </a:lnTo>
                <a:lnTo>
                  <a:pt x="3324" y="3294"/>
                </a:lnTo>
                <a:lnTo>
                  <a:pt x="3325" y="3294"/>
                </a:lnTo>
                <a:lnTo>
                  <a:pt x="3325" y="3295"/>
                </a:lnTo>
                <a:lnTo>
                  <a:pt x="3325" y="3296"/>
                </a:lnTo>
                <a:lnTo>
                  <a:pt x="3326" y="3296"/>
                </a:lnTo>
                <a:lnTo>
                  <a:pt x="3326" y="3297"/>
                </a:lnTo>
                <a:lnTo>
                  <a:pt x="3326" y="3298"/>
                </a:lnTo>
                <a:lnTo>
                  <a:pt x="3325" y="3299"/>
                </a:lnTo>
                <a:lnTo>
                  <a:pt x="3324" y="3299"/>
                </a:lnTo>
                <a:lnTo>
                  <a:pt x="3325" y="3300"/>
                </a:lnTo>
                <a:lnTo>
                  <a:pt x="3325" y="3299"/>
                </a:lnTo>
                <a:lnTo>
                  <a:pt x="3326" y="3299"/>
                </a:lnTo>
                <a:lnTo>
                  <a:pt x="3326" y="3300"/>
                </a:lnTo>
                <a:lnTo>
                  <a:pt x="3327" y="3301"/>
                </a:lnTo>
                <a:lnTo>
                  <a:pt x="3327" y="3302"/>
                </a:lnTo>
                <a:lnTo>
                  <a:pt x="3326" y="3302"/>
                </a:lnTo>
                <a:lnTo>
                  <a:pt x="3326" y="3303"/>
                </a:lnTo>
                <a:lnTo>
                  <a:pt x="3325" y="3304"/>
                </a:lnTo>
                <a:lnTo>
                  <a:pt x="3324" y="3304"/>
                </a:lnTo>
                <a:lnTo>
                  <a:pt x="3324" y="3305"/>
                </a:lnTo>
                <a:lnTo>
                  <a:pt x="3325" y="3305"/>
                </a:lnTo>
                <a:lnTo>
                  <a:pt x="3325" y="3306"/>
                </a:lnTo>
                <a:lnTo>
                  <a:pt x="3325" y="3305"/>
                </a:lnTo>
                <a:lnTo>
                  <a:pt x="3326" y="3306"/>
                </a:lnTo>
                <a:lnTo>
                  <a:pt x="3326" y="3307"/>
                </a:lnTo>
                <a:lnTo>
                  <a:pt x="3327" y="3307"/>
                </a:lnTo>
                <a:lnTo>
                  <a:pt x="3327" y="3308"/>
                </a:lnTo>
                <a:lnTo>
                  <a:pt x="3328" y="3309"/>
                </a:lnTo>
                <a:lnTo>
                  <a:pt x="3327" y="3309"/>
                </a:lnTo>
                <a:lnTo>
                  <a:pt x="3327" y="3310"/>
                </a:lnTo>
                <a:lnTo>
                  <a:pt x="3327" y="3311"/>
                </a:lnTo>
                <a:lnTo>
                  <a:pt x="3327" y="3312"/>
                </a:lnTo>
                <a:lnTo>
                  <a:pt x="3327" y="3313"/>
                </a:lnTo>
                <a:lnTo>
                  <a:pt x="3326" y="3313"/>
                </a:lnTo>
                <a:lnTo>
                  <a:pt x="3326" y="3314"/>
                </a:lnTo>
                <a:lnTo>
                  <a:pt x="3326" y="3315"/>
                </a:lnTo>
                <a:lnTo>
                  <a:pt x="3326" y="3316"/>
                </a:lnTo>
                <a:lnTo>
                  <a:pt x="3325" y="3317"/>
                </a:lnTo>
                <a:lnTo>
                  <a:pt x="3326" y="3317"/>
                </a:lnTo>
                <a:lnTo>
                  <a:pt x="3325" y="3317"/>
                </a:lnTo>
                <a:lnTo>
                  <a:pt x="3325" y="3318"/>
                </a:lnTo>
                <a:lnTo>
                  <a:pt x="3324" y="3318"/>
                </a:lnTo>
                <a:lnTo>
                  <a:pt x="3323" y="3318"/>
                </a:lnTo>
                <a:lnTo>
                  <a:pt x="3323" y="3317"/>
                </a:lnTo>
                <a:lnTo>
                  <a:pt x="3323" y="3318"/>
                </a:lnTo>
                <a:lnTo>
                  <a:pt x="3322" y="3318"/>
                </a:lnTo>
                <a:lnTo>
                  <a:pt x="3322" y="3319"/>
                </a:lnTo>
                <a:lnTo>
                  <a:pt x="3321" y="3319"/>
                </a:lnTo>
                <a:lnTo>
                  <a:pt x="3321" y="3320"/>
                </a:lnTo>
                <a:lnTo>
                  <a:pt x="3320" y="3321"/>
                </a:lnTo>
                <a:lnTo>
                  <a:pt x="3319" y="3321"/>
                </a:lnTo>
                <a:lnTo>
                  <a:pt x="3318" y="3320"/>
                </a:lnTo>
                <a:lnTo>
                  <a:pt x="3318" y="3321"/>
                </a:lnTo>
                <a:lnTo>
                  <a:pt x="3317" y="3321"/>
                </a:lnTo>
                <a:lnTo>
                  <a:pt x="3316" y="3322"/>
                </a:lnTo>
                <a:lnTo>
                  <a:pt x="3315" y="3322"/>
                </a:lnTo>
                <a:lnTo>
                  <a:pt x="3314" y="3322"/>
                </a:lnTo>
                <a:lnTo>
                  <a:pt x="3314" y="3323"/>
                </a:lnTo>
                <a:lnTo>
                  <a:pt x="3313" y="3323"/>
                </a:lnTo>
                <a:lnTo>
                  <a:pt x="3312" y="3323"/>
                </a:lnTo>
                <a:lnTo>
                  <a:pt x="3312" y="3322"/>
                </a:lnTo>
                <a:lnTo>
                  <a:pt x="3311" y="3322"/>
                </a:lnTo>
                <a:lnTo>
                  <a:pt x="3311" y="3323"/>
                </a:lnTo>
                <a:lnTo>
                  <a:pt x="3312" y="3323"/>
                </a:lnTo>
                <a:lnTo>
                  <a:pt x="3312" y="3324"/>
                </a:lnTo>
                <a:lnTo>
                  <a:pt x="3311" y="3325"/>
                </a:lnTo>
                <a:lnTo>
                  <a:pt x="3311" y="3326"/>
                </a:lnTo>
                <a:lnTo>
                  <a:pt x="3311" y="3327"/>
                </a:lnTo>
                <a:lnTo>
                  <a:pt x="3310" y="3327"/>
                </a:lnTo>
                <a:lnTo>
                  <a:pt x="3310" y="3328"/>
                </a:lnTo>
                <a:lnTo>
                  <a:pt x="3309" y="3328"/>
                </a:lnTo>
                <a:lnTo>
                  <a:pt x="3309" y="3329"/>
                </a:lnTo>
                <a:lnTo>
                  <a:pt x="3309" y="3328"/>
                </a:lnTo>
                <a:lnTo>
                  <a:pt x="3309" y="3327"/>
                </a:lnTo>
                <a:lnTo>
                  <a:pt x="3309" y="3326"/>
                </a:lnTo>
                <a:lnTo>
                  <a:pt x="3308" y="3326"/>
                </a:lnTo>
                <a:lnTo>
                  <a:pt x="3309" y="3326"/>
                </a:lnTo>
                <a:lnTo>
                  <a:pt x="3309" y="3325"/>
                </a:lnTo>
                <a:lnTo>
                  <a:pt x="3308" y="3325"/>
                </a:lnTo>
                <a:lnTo>
                  <a:pt x="3309" y="3324"/>
                </a:lnTo>
                <a:lnTo>
                  <a:pt x="3309" y="3323"/>
                </a:lnTo>
                <a:lnTo>
                  <a:pt x="3309" y="3322"/>
                </a:lnTo>
                <a:lnTo>
                  <a:pt x="3310" y="3322"/>
                </a:lnTo>
                <a:lnTo>
                  <a:pt x="3310" y="3321"/>
                </a:lnTo>
                <a:lnTo>
                  <a:pt x="3309" y="3321"/>
                </a:lnTo>
                <a:lnTo>
                  <a:pt x="3308" y="3321"/>
                </a:lnTo>
                <a:lnTo>
                  <a:pt x="3308" y="3320"/>
                </a:lnTo>
                <a:lnTo>
                  <a:pt x="3308" y="3321"/>
                </a:lnTo>
                <a:lnTo>
                  <a:pt x="3307" y="3321"/>
                </a:lnTo>
                <a:lnTo>
                  <a:pt x="3308" y="3321"/>
                </a:lnTo>
                <a:lnTo>
                  <a:pt x="3308" y="3322"/>
                </a:lnTo>
                <a:lnTo>
                  <a:pt x="3308" y="3324"/>
                </a:lnTo>
                <a:lnTo>
                  <a:pt x="3308" y="3325"/>
                </a:lnTo>
                <a:lnTo>
                  <a:pt x="3308" y="3326"/>
                </a:lnTo>
                <a:lnTo>
                  <a:pt x="3307" y="3326"/>
                </a:lnTo>
                <a:lnTo>
                  <a:pt x="3307" y="3325"/>
                </a:lnTo>
                <a:lnTo>
                  <a:pt x="3306" y="3325"/>
                </a:lnTo>
                <a:lnTo>
                  <a:pt x="3306" y="3326"/>
                </a:lnTo>
                <a:lnTo>
                  <a:pt x="3307" y="3326"/>
                </a:lnTo>
                <a:lnTo>
                  <a:pt x="3307" y="3327"/>
                </a:lnTo>
                <a:lnTo>
                  <a:pt x="3307" y="3328"/>
                </a:lnTo>
                <a:lnTo>
                  <a:pt x="3307" y="3327"/>
                </a:lnTo>
                <a:lnTo>
                  <a:pt x="3307" y="3328"/>
                </a:lnTo>
                <a:lnTo>
                  <a:pt x="3306" y="3328"/>
                </a:lnTo>
                <a:lnTo>
                  <a:pt x="3306" y="3329"/>
                </a:lnTo>
                <a:lnTo>
                  <a:pt x="3306" y="3330"/>
                </a:lnTo>
                <a:lnTo>
                  <a:pt x="3305" y="3331"/>
                </a:lnTo>
                <a:lnTo>
                  <a:pt x="3305" y="3332"/>
                </a:lnTo>
                <a:lnTo>
                  <a:pt x="3306" y="3332"/>
                </a:lnTo>
                <a:lnTo>
                  <a:pt x="3306" y="3333"/>
                </a:lnTo>
                <a:lnTo>
                  <a:pt x="3305" y="3332"/>
                </a:lnTo>
                <a:lnTo>
                  <a:pt x="3305" y="3333"/>
                </a:lnTo>
                <a:lnTo>
                  <a:pt x="3304" y="3333"/>
                </a:lnTo>
                <a:lnTo>
                  <a:pt x="3305" y="3334"/>
                </a:lnTo>
                <a:lnTo>
                  <a:pt x="3304" y="3334"/>
                </a:lnTo>
                <a:lnTo>
                  <a:pt x="3304" y="3333"/>
                </a:lnTo>
                <a:lnTo>
                  <a:pt x="3303" y="3334"/>
                </a:lnTo>
                <a:lnTo>
                  <a:pt x="3304" y="3334"/>
                </a:lnTo>
                <a:lnTo>
                  <a:pt x="3305" y="3335"/>
                </a:lnTo>
                <a:lnTo>
                  <a:pt x="3305" y="3336"/>
                </a:lnTo>
                <a:lnTo>
                  <a:pt x="3304" y="3336"/>
                </a:lnTo>
                <a:lnTo>
                  <a:pt x="3304" y="3337"/>
                </a:lnTo>
                <a:lnTo>
                  <a:pt x="3304" y="3338"/>
                </a:lnTo>
                <a:lnTo>
                  <a:pt x="3304" y="3339"/>
                </a:lnTo>
                <a:lnTo>
                  <a:pt x="3304" y="3340"/>
                </a:lnTo>
                <a:lnTo>
                  <a:pt x="3304" y="3341"/>
                </a:lnTo>
                <a:lnTo>
                  <a:pt x="3304" y="3342"/>
                </a:lnTo>
                <a:lnTo>
                  <a:pt x="3305" y="3342"/>
                </a:lnTo>
                <a:lnTo>
                  <a:pt x="3305" y="3343"/>
                </a:lnTo>
                <a:lnTo>
                  <a:pt x="3305" y="3344"/>
                </a:lnTo>
                <a:lnTo>
                  <a:pt x="3306" y="3344"/>
                </a:lnTo>
                <a:lnTo>
                  <a:pt x="3306" y="3345"/>
                </a:lnTo>
                <a:lnTo>
                  <a:pt x="3306" y="3346"/>
                </a:lnTo>
                <a:lnTo>
                  <a:pt x="3307" y="3347"/>
                </a:lnTo>
                <a:lnTo>
                  <a:pt x="3306" y="3347"/>
                </a:lnTo>
                <a:lnTo>
                  <a:pt x="3305" y="3348"/>
                </a:lnTo>
                <a:lnTo>
                  <a:pt x="3305" y="3349"/>
                </a:lnTo>
                <a:lnTo>
                  <a:pt x="3305" y="3348"/>
                </a:lnTo>
                <a:lnTo>
                  <a:pt x="3306" y="3348"/>
                </a:lnTo>
                <a:lnTo>
                  <a:pt x="3307" y="3348"/>
                </a:lnTo>
                <a:lnTo>
                  <a:pt x="3308" y="3348"/>
                </a:lnTo>
                <a:lnTo>
                  <a:pt x="3309" y="3347"/>
                </a:lnTo>
                <a:lnTo>
                  <a:pt x="3310" y="3347"/>
                </a:lnTo>
                <a:lnTo>
                  <a:pt x="3311" y="3347"/>
                </a:lnTo>
                <a:lnTo>
                  <a:pt x="3311" y="3348"/>
                </a:lnTo>
                <a:lnTo>
                  <a:pt x="3312" y="3348"/>
                </a:lnTo>
                <a:lnTo>
                  <a:pt x="3313" y="3348"/>
                </a:lnTo>
                <a:lnTo>
                  <a:pt x="3313" y="3349"/>
                </a:lnTo>
                <a:lnTo>
                  <a:pt x="3313" y="3348"/>
                </a:lnTo>
                <a:lnTo>
                  <a:pt x="3314" y="3348"/>
                </a:lnTo>
                <a:lnTo>
                  <a:pt x="3315" y="3348"/>
                </a:lnTo>
                <a:lnTo>
                  <a:pt x="3317" y="3348"/>
                </a:lnTo>
                <a:lnTo>
                  <a:pt x="3318" y="3348"/>
                </a:lnTo>
                <a:lnTo>
                  <a:pt x="3319" y="3348"/>
                </a:lnTo>
                <a:lnTo>
                  <a:pt x="3318" y="3348"/>
                </a:lnTo>
                <a:lnTo>
                  <a:pt x="3319" y="3348"/>
                </a:lnTo>
                <a:lnTo>
                  <a:pt x="3319" y="3349"/>
                </a:lnTo>
                <a:lnTo>
                  <a:pt x="3320" y="3349"/>
                </a:lnTo>
                <a:lnTo>
                  <a:pt x="3320" y="3350"/>
                </a:lnTo>
                <a:lnTo>
                  <a:pt x="3321" y="3350"/>
                </a:lnTo>
                <a:lnTo>
                  <a:pt x="3322" y="3350"/>
                </a:lnTo>
                <a:lnTo>
                  <a:pt x="3323" y="3350"/>
                </a:lnTo>
                <a:lnTo>
                  <a:pt x="3323" y="3351"/>
                </a:lnTo>
                <a:lnTo>
                  <a:pt x="3324" y="3351"/>
                </a:lnTo>
                <a:lnTo>
                  <a:pt x="3323" y="3351"/>
                </a:lnTo>
                <a:lnTo>
                  <a:pt x="3323" y="3350"/>
                </a:lnTo>
                <a:lnTo>
                  <a:pt x="3324" y="3350"/>
                </a:lnTo>
                <a:lnTo>
                  <a:pt x="3324" y="3351"/>
                </a:lnTo>
                <a:lnTo>
                  <a:pt x="3324" y="3352"/>
                </a:lnTo>
                <a:lnTo>
                  <a:pt x="3324" y="3353"/>
                </a:lnTo>
                <a:lnTo>
                  <a:pt x="3324" y="3354"/>
                </a:lnTo>
                <a:lnTo>
                  <a:pt x="3324" y="3353"/>
                </a:lnTo>
                <a:lnTo>
                  <a:pt x="3324" y="3354"/>
                </a:lnTo>
                <a:lnTo>
                  <a:pt x="3324" y="3355"/>
                </a:lnTo>
                <a:lnTo>
                  <a:pt x="3324" y="3356"/>
                </a:lnTo>
                <a:lnTo>
                  <a:pt x="3325" y="3356"/>
                </a:lnTo>
                <a:lnTo>
                  <a:pt x="3325" y="3357"/>
                </a:lnTo>
                <a:lnTo>
                  <a:pt x="3324" y="3357"/>
                </a:lnTo>
                <a:lnTo>
                  <a:pt x="3324" y="3358"/>
                </a:lnTo>
                <a:lnTo>
                  <a:pt x="3324" y="3359"/>
                </a:lnTo>
                <a:lnTo>
                  <a:pt x="3324" y="3360"/>
                </a:lnTo>
                <a:lnTo>
                  <a:pt x="3324" y="3361"/>
                </a:lnTo>
                <a:lnTo>
                  <a:pt x="3323" y="3362"/>
                </a:lnTo>
                <a:lnTo>
                  <a:pt x="3322" y="3362"/>
                </a:lnTo>
                <a:lnTo>
                  <a:pt x="3321" y="3361"/>
                </a:lnTo>
                <a:lnTo>
                  <a:pt x="3321" y="3360"/>
                </a:lnTo>
                <a:lnTo>
                  <a:pt x="3320" y="3360"/>
                </a:lnTo>
                <a:lnTo>
                  <a:pt x="3320" y="3359"/>
                </a:lnTo>
                <a:lnTo>
                  <a:pt x="3320" y="3358"/>
                </a:lnTo>
                <a:lnTo>
                  <a:pt x="3320" y="3357"/>
                </a:lnTo>
                <a:lnTo>
                  <a:pt x="3319" y="3357"/>
                </a:lnTo>
                <a:lnTo>
                  <a:pt x="3319" y="3356"/>
                </a:lnTo>
                <a:lnTo>
                  <a:pt x="3319" y="3355"/>
                </a:lnTo>
                <a:lnTo>
                  <a:pt x="3319" y="3354"/>
                </a:lnTo>
                <a:lnTo>
                  <a:pt x="3319" y="3355"/>
                </a:lnTo>
                <a:lnTo>
                  <a:pt x="3318" y="3354"/>
                </a:lnTo>
                <a:lnTo>
                  <a:pt x="3318" y="3355"/>
                </a:lnTo>
                <a:lnTo>
                  <a:pt x="3319" y="3355"/>
                </a:lnTo>
                <a:lnTo>
                  <a:pt x="3319" y="3356"/>
                </a:lnTo>
                <a:lnTo>
                  <a:pt x="3319" y="3357"/>
                </a:lnTo>
                <a:lnTo>
                  <a:pt x="3319" y="3358"/>
                </a:lnTo>
                <a:lnTo>
                  <a:pt x="3318" y="3358"/>
                </a:lnTo>
                <a:lnTo>
                  <a:pt x="3318" y="3359"/>
                </a:lnTo>
                <a:lnTo>
                  <a:pt x="3317" y="3358"/>
                </a:lnTo>
                <a:lnTo>
                  <a:pt x="3317" y="3359"/>
                </a:lnTo>
                <a:lnTo>
                  <a:pt x="3317" y="3360"/>
                </a:lnTo>
                <a:lnTo>
                  <a:pt x="3317" y="3359"/>
                </a:lnTo>
                <a:lnTo>
                  <a:pt x="3317" y="3360"/>
                </a:lnTo>
                <a:lnTo>
                  <a:pt x="3318" y="3360"/>
                </a:lnTo>
                <a:lnTo>
                  <a:pt x="3318" y="3359"/>
                </a:lnTo>
                <a:lnTo>
                  <a:pt x="3319" y="3359"/>
                </a:lnTo>
                <a:lnTo>
                  <a:pt x="3319" y="3358"/>
                </a:lnTo>
                <a:lnTo>
                  <a:pt x="3319" y="3359"/>
                </a:lnTo>
                <a:lnTo>
                  <a:pt x="3319" y="3360"/>
                </a:lnTo>
                <a:lnTo>
                  <a:pt x="3319" y="3361"/>
                </a:lnTo>
                <a:lnTo>
                  <a:pt x="3319" y="3362"/>
                </a:lnTo>
                <a:lnTo>
                  <a:pt x="3319" y="3363"/>
                </a:lnTo>
                <a:lnTo>
                  <a:pt x="3318" y="3363"/>
                </a:lnTo>
                <a:lnTo>
                  <a:pt x="3318" y="3364"/>
                </a:lnTo>
                <a:lnTo>
                  <a:pt x="3317" y="3364"/>
                </a:lnTo>
                <a:lnTo>
                  <a:pt x="3317" y="3365"/>
                </a:lnTo>
                <a:lnTo>
                  <a:pt x="3316" y="3365"/>
                </a:lnTo>
                <a:lnTo>
                  <a:pt x="3316" y="3364"/>
                </a:lnTo>
                <a:lnTo>
                  <a:pt x="3317" y="3364"/>
                </a:lnTo>
                <a:lnTo>
                  <a:pt x="3316" y="3364"/>
                </a:lnTo>
                <a:lnTo>
                  <a:pt x="3316" y="3365"/>
                </a:lnTo>
                <a:lnTo>
                  <a:pt x="3317" y="3365"/>
                </a:lnTo>
                <a:lnTo>
                  <a:pt x="3317" y="3366"/>
                </a:lnTo>
                <a:lnTo>
                  <a:pt x="3316" y="3366"/>
                </a:lnTo>
                <a:lnTo>
                  <a:pt x="3316" y="3367"/>
                </a:lnTo>
                <a:lnTo>
                  <a:pt x="3315" y="3367"/>
                </a:lnTo>
                <a:lnTo>
                  <a:pt x="3316" y="3367"/>
                </a:lnTo>
                <a:lnTo>
                  <a:pt x="3317" y="3367"/>
                </a:lnTo>
                <a:lnTo>
                  <a:pt x="3317" y="3366"/>
                </a:lnTo>
                <a:lnTo>
                  <a:pt x="3318" y="3366"/>
                </a:lnTo>
                <a:lnTo>
                  <a:pt x="3318" y="3365"/>
                </a:lnTo>
                <a:lnTo>
                  <a:pt x="3319" y="3365"/>
                </a:lnTo>
                <a:lnTo>
                  <a:pt x="3319" y="3366"/>
                </a:lnTo>
                <a:lnTo>
                  <a:pt x="3320" y="3366"/>
                </a:lnTo>
                <a:lnTo>
                  <a:pt x="3320" y="3367"/>
                </a:lnTo>
                <a:lnTo>
                  <a:pt x="3319" y="3367"/>
                </a:lnTo>
                <a:lnTo>
                  <a:pt x="3319" y="3368"/>
                </a:lnTo>
                <a:lnTo>
                  <a:pt x="3319" y="3369"/>
                </a:lnTo>
                <a:lnTo>
                  <a:pt x="3320" y="3369"/>
                </a:lnTo>
                <a:lnTo>
                  <a:pt x="3319" y="3368"/>
                </a:lnTo>
                <a:lnTo>
                  <a:pt x="3319" y="3367"/>
                </a:lnTo>
                <a:lnTo>
                  <a:pt x="3320" y="3367"/>
                </a:lnTo>
                <a:lnTo>
                  <a:pt x="3320" y="3366"/>
                </a:lnTo>
                <a:lnTo>
                  <a:pt x="3320" y="3367"/>
                </a:lnTo>
                <a:lnTo>
                  <a:pt x="3321" y="3367"/>
                </a:lnTo>
                <a:lnTo>
                  <a:pt x="3321" y="3368"/>
                </a:lnTo>
                <a:lnTo>
                  <a:pt x="3321" y="3367"/>
                </a:lnTo>
                <a:lnTo>
                  <a:pt x="3321" y="3368"/>
                </a:lnTo>
                <a:lnTo>
                  <a:pt x="3322" y="3368"/>
                </a:lnTo>
                <a:lnTo>
                  <a:pt x="3322" y="3367"/>
                </a:lnTo>
                <a:lnTo>
                  <a:pt x="3322" y="3368"/>
                </a:lnTo>
                <a:lnTo>
                  <a:pt x="3322" y="3369"/>
                </a:lnTo>
                <a:lnTo>
                  <a:pt x="3323" y="3369"/>
                </a:lnTo>
                <a:lnTo>
                  <a:pt x="3323" y="3368"/>
                </a:lnTo>
                <a:lnTo>
                  <a:pt x="3323" y="3367"/>
                </a:lnTo>
                <a:lnTo>
                  <a:pt x="3324" y="3367"/>
                </a:lnTo>
                <a:lnTo>
                  <a:pt x="3324" y="3366"/>
                </a:lnTo>
                <a:lnTo>
                  <a:pt x="3324" y="3367"/>
                </a:lnTo>
                <a:lnTo>
                  <a:pt x="3324" y="3368"/>
                </a:lnTo>
                <a:lnTo>
                  <a:pt x="3324" y="3369"/>
                </a:lnTo>
                <a:lnTo>
                  <a:pt x="3325" y="3368"/>
                </a:lnTo>
                <a:lnTo>
                  <a:pt x="3326" y="3368"/>
                </a:lnTo>
                <a:lnTo>
                  <a:pt x="3326" y="3367"/>
                </a:lnTo>
                <a:lnTo>
                  <a:pt x="3327" y="3367"/>
                </a:lnTo>
                <a:lnTo>
                  <a:pt x="3328" y="3367"/>
                </a:lnTo>
                <a:lnTo>
                  <a:pt x="3328" y="3366"/>
                </a:lnTo>
                <a:lnTo>
                  <a:pt x="3329" y="3366"/>
                </a:lnTo>
                <a:lnTo>
                  <a:pt x="3329" y="3367"/>
                </a:lnTo>
                <a:lnTo>
                  <a:pt x="3329" y="3368"/>
                </a:lnTo>
                <a:lnTo>
                  <a:pt x="3330" y="3368"/>
                </a:lnTo>
                <a:lnTo>
                  <a:pt x="3330" y="3367"/>
                </a:lnTo>
                <a:lnTo>
                  <a:pt x="3330" y="3366"/>
                </a:lnTo>
                <a:lnTo>
                  <a:pt x="3330" y="3365"/>
                </a:lnTo>
                <a:lnTo>
                  <a:pt x="3331" y="3365"/>
                </a:lnTo>
                <a:lnTo>
                  <a:pt x="3331" y="3366"/>
                </a:lnTo>
                <a:lnTo>
                  <a:pt x="3332" y="3367"/>
                </a:lnTo>
                <a:lnTo>
                  <a:pt x="3332" y="3368"/>
                </a:lnTo>
                <a:lnTo>
                  <a:pt x="3332" y="3369"/>
                </a:lnTo>
                <a:lnTo>
                  <a:pt x="3332" y="3370"/>
                </a:lnTo>
                <a:lnTo>
                  <a:pt x="3333" y="3370"/>
                </a:lnTo>
                <a:lnTo>
                  <a:pt x="3333" y="3371"/>
                </a:lnTo>
                <a:lnTo>
                  <a:pt x="3333" y="3372"/>
                </a:lnTo>
                <a:lnTo>
                  <a:pt x="3333" y="3373"/>
                </a:lnTo>
                <a:lnTo>
                  <a:pt x="3333" y="3375"/>
                </a:lnTo>
                <a:lnTo>
                  <a:pt x="3332" y="3375"/>
                </a:lnTo>
                <a:lnTo>
                  <a:pt x="3332" y="3374"/>
                </a:lnTo>
                <a:lnTo>
                  <a:pt x="3331" y="3374"/>
                </a:lnTo>
                <a:lnTo>
                  <a:pt x="3331" y="3375"/>
                </a:lnTo>
                <a:lnTo>
                  <a:pt x="3331" y="3374"/>
                </a:lnTo>
                <a:lnTo>
                  <a:pt x="3331" y="3375"/>
                </a:lnTo>
                <a:lnTo>
                  <a:pt x="3330" y="3375"/>
                </a:lnTo>
                <a:lnTo>
                  <a:pt x="3329" y="3374"/>
                </a:lnTo>
                <a:lnTo>
                  <a:pt x="3329" y="3373"/>
                </a:lnTo>
                <a:lnTo>
                  <a:pt x="3330" y="3373"/>
                </a:lnTo>
                <a:lnTo>
                  <a:pt x="3329" y="3373"/>
                </a:lnTo>
                <a:lnTo>
                  <a:pt x="3329" y="3372"/>
                </a:lnTo>
                <a:lnTo>
                  <a:pt x="3329" y="3371"/>
                </a:lnTo>
                <a:lnTo>
                  <a:pt x="3329" y="3370"/>
                </a:lnTo>
                <a:lnTo>
                  <a:pt x="3328" y="3370"/>
                </a:lnTo>
                <a:lnTo>
                  <a:pt x="3328" y="3369"/>
                </a:lnTo>
                <a:lnTo>
                  <a:pt x="3327" y="3369"/>
                </a:lnTo>
                <a:lnTo>
                  <a:pt x="3327" y="3370"/>
                </a:lnTo>
                <a:lnTo>
                  <a:pt x="3326" y="3370"/>
                </a:lnTo>
                <a:lnTo>
                  <a:pt x="3325" y="3370"/>
                </a:lnTo>
                <a:lnTo>
                  <a:pt x="3325" y="3371"/>
                </a:lnTo>
                <a:lnTo>
                  <a:pt x="3325" y="3372"/>
                </a:lnTo>
                <a:lnTo>
                  <a:pt x="3325" y="3373"/>
                </a:lnTo>
                <a:lnTo>
                  <a:pt x="3326" y="3374"/>
                </a:lnTo>
                <a:lnTo>
                  <a:pt x="3326" y="3375"/>
                </a:lnTo>
                <a:lnTo>
                  <a:pt x="3327" y="3375"/>
                </a:lnTo>
                <a:lnTo>
                  <a:pt x="3327" y="3374"/>
                </a:lnTo>
                <a:lnTo>
                  <a:pt x="3329" y="3376"/>
                </a:lnTo>
                <a:lnTo>
                  <a:pt x="3329" y="3377"/>
                </a:lnTo>
                <a:lnTo>
                  <a:pt x="3330" y="3377"/>
                </a:lnTo>
                <a:lnTo>
                  <a:pt x="3331" y="3376"/>
                </a:lnTo>
                <a:lnTo>
                  <a:pt x="3331" y="3375"/>
                </a:lnTo>
                <a:lnTo>
                  <a:pt x="3332" y="3375"/>
                </a:lnTo>
                <a:lnTo>
                  <a:pt x="3333" y="3376"/>
                </a:lnTo>
                <a:lnTo>
                  <a:pt x="3333" y="3377"/>
                </a:lnTo>
                <a:lnTo>
                  <a:pt x="3334" y="3378"/>
                </a:lnTo>
                <a:lnTo>
                  <a:pt x="3334" y="3379"/>
                </a:lnTo>
                <a:lnTo>
                  <a:pt x="3335" y="3380"/>
                </a:lnTo>
                <a:lnTo>
                  <a:pt x="3334" y="3380"/>
                </a:lnTo>
                <a:lnTo>
                  <a:pt x="3335" y="3380"/>
                </a:lnTo>
                <a:lnTo>
                  <a:pt x="3335" y="3381"/>
                </a:lnTo>
                <a:lnTo>
                  <a:pt x="3336" y="3381"/>
                </a:lnTo>
                <a:lnTo>
                  <a:pt x="3336" y="3382"/>
                </a:lnTo>
                <a:lnTo>
                  <a:pt x="3336" y="3383"/>
                </a:lnTo>
                <a:lnTo>
                  <a:pt x="3336" y="3384"/>
                </a:lnTo>
                <a:lnTo>
                  <a:pt x="3337" y="3384"/>
                </a:lnTo>
                <a:lnTo>
                  <a:pt x="3337" y="3385"/>
                </a:lnTo>
                <a:lnTo>
                  <a:pt x="3337" y="3386"/>
                </a:lnTo>
                <a:lnTo>
                  <a:pt x="3337" y="3387"/>
                </a:lnTo>
                <a:lnTo>
                  <a:pt x="3336" y="3387"/>
                </a:lnTo>
                <a:lnTo>
                  <a:pt x="3336" y="3388"/>
                </a:lnTo>
                <a:lnTo>
                  <a:pt x="3336" y="3389"/>
                </a:lnTo>
                <a:lnTo>
                  <a:pt x="3336" y="3390"/>
                </a:lnTo>
                <a:lnTo>
                  <a:pt x="3336" y="3391"/>
                </a:lnTo>
                <a:lnTo>
                  <a:pt x="3335" y="3391"/>
                </a:lnTo>
                <a:lnTo>
                  <a:pt x="3335" y="3392"/>
                </a:lnTo>
                <a:lnTo>
                  <a:pt x="3334" y="3392"/>
                </a:lnTo>
                <a:lnTo>
                  <a:pt x="3333" y="3393"/>
                </a:lnTo>
                <a:lnTo>
                  <a:pt x="3332" y="3393"/>
                </a:lnTo>
                <a:lnTo>
                  <a:pt x="3332" y="3394"/>
                </a:lnTo>
                <a:lnTo>
                  <a:pt x="3332" y="3395"/>
                </a:lnTo>
                <a:lnTo>
                  <a:pt x="3331" y="3396"/>
                </a:lnTo>
                <a:lnTo>
                  <a:pt x="3331" y="3397"/>
                </a:lnTo>
                <a:lnTo>
                  <a:pt x="3330" y="3398"/>
                </a:lnTo>
                <a:lnTo>
                  <a:pt x="3330" y="3399"/>
                </a:lnTo>
                <a:lnTo>
                  <a:pt x="3329" y="3399"/>
                </a:lnTo>
                <a:lnTo>
                  <a:pt x="3329" y="3400"/>
                </a:lnTo>
                <a:lnTo>
                  <a:pt x="3329" y="3401"/>
                </a:lnTo>
                <a:lnTo>
                  <a:pt x="3328" y="3401"/>
                </a:lnTo>
                <a:lnTo>
                  <a:pt x="3327" y="3402"/>
                </a:lnTo>
                <a:lnTo>
                  <a:pt x="3326" y="3402"/>
                </a:lnTo>
                <a:lnTo>
                  <a:pt x="3326" y="3403"/>
                </a:lnTo>
                <a:lnTo>
                  <a:pt x="3325" y="3403"/>
                </a:lnTo>
                <a:lnTo>
                  <a:pt x="3324" y="3403"/>
                </a:lnTo>
                <a:lnTo>
                  <a:pt x="3323" y="3403"/>
                </a:lnTo>
                <a:lnTo>
                  <a:pt x="3322" y="3404"/>
                </a:lnTo>
                <a:lnTo>
                  <a:pt x="3321" y="3404"/>
                </a:lnTo>
                <a:lnTo>
                  <a:pt x="3321" y="3405"/>
                </a:lnTo>
                <a:lnTo>
                  <a:pt x="3320" y="3405"/>
                </a:lnTo>
                <a:lnTo>
                  <a:pt x="3319" y="3407"/>
                </a:lnTo>
                <a:lnTo>
                  <a:pt x="3318" y="3407"/>
                </a:lnTo>
                <a:lnTo>
                  <a:pt x="3317" y="3408"/>
                </a:lnTo>
                <a:lnTo>
                  <a:pt x="3316" y="3408"/>
                </a:lnTo>
                <a:lnTo>
                  <a:pt x="3316" y="3407"/>
                </a:lnTo>
                <a:lnTo>
                  <a:pt x="3315" y="3407"/>
                </a:lnTo>
                <a:lnTo>
                  <a:pt x="3315" y="3408"/>
                </a:lnTo>
                <a:lnTo>
                  <a:pt x="3315" y="3409"/>
                </a:lnTo>
                <a:lnTo>
                  <a:pt x="3314" y="3409"/>
                </a:lnTo>
                <a:lnTo>
                  <a:pt x="3314" y="3408"/>
                </a:lnTo>
                <a:lnTo>
                  <a:pt x="3314" y="3407"/>
                </a:lnTo>
                <a:lnTo>
                  <a:pt x="3312" y="3407"/>
                </a:lnTo>
                <a:lnTo>
                  <a:pt x="3312" y="3406"/>
                </a:lnTo>
                <a:lnTo>
                  <a:pt x="3311" y="3406"/>
                </a:lnTo>
                <a:lnTo>
                  <a:pt x="3309" y="3406"/>
                </a:lnTo>
                <a:lnTo>
                  <a:pt x="3309" y="3405"/>
                </a:lnTo>
                <a:lnTo>
                  <a:pt x="3309" y="3406"/>
                </a:lnTo>
                <a:lnTo>
                  <a:pt x="3310" y="3406"/>
                </a:lnTo>
                <a:lnTo>
                  <a:pt x="3310" y="3407"/>
                </a:lnTo>
                <a:lnTo>
                  <a:pt x="3309" y="3407"/>
                </a:lnTo>
                <a:lnTo>
                  <a:pt x="3308" y="3407"/>
                </a:lnTo>
                <a:lnTo>
                  <a:pt x="3308" y="3406"/>
                </a:lnTo>
                <a:lnTo>
                  <a:pt x="3307" y="3406"/>
                </a:lnTo>
                <a:lnTo>
                  <a:pt x="3307" y="3407"/>
                </a:lnTo>
                <a:lnTo>
                  <a:pt x="3307" y="3408"/>
                </a:lnTo>
                <a:lnTo>
                  <a:pt x="3306" y="3409"/>
                </a:lnTo>
                <a:lnTo>
                  <a:pt x="3303" y="3409"/>
                </a:lnTo>
                <a:lnTo>
                  <a:pt x="3303" y="3410"/>
                </a:lnTo>
                <a:lnTo>
                  <a:pt x="3302" y="3410"/>
                </a:lnTo>
                <a:lnTo>
                  <a:pt x="3301" y="3410"/>
                </a:lnTo>
                <a:lnTo>
                  <a:pt x="3300" y="3410"/>
                </a:lnTo>
                <a:lnTo>
                  <a:pt x="3300" y="3409"/>
                </a:lnTo>
                <a:lnTo>
                  <a:pt x="3300" y="3408"/>
                </a:lnTo>
                <a:lnTo>
                  <a:pt x="3300" y="3407"/>
                </a:lnTo>
                <a:lnTo>
                  <a:pt x="3298" y="3407"/>
                </a:lnTo>
                <a:lnTo>
                  <a:pt x="3297" y="3407"/>
                </a:lnTo>
                <a:lnTo>
                  <a:pt x="3296" y="3407"/>
                </a:lnTo>
                <a:lnTo>
                  <a:pt x="3296" y="3406"/>
                </a:lnTo>
                <a:lnTo>
                  <a:pt x="3295" y="3405"/>
                </a:lnTo>
                <a:lnTo>
                  <a:pt x="3294" y="3404"/>
                </a:lnTo>
                <a:lnTo>
                  <a:pt x="3293" y="3404"/>
                </a:lnTo>
                <a:lnTo>
                  <a:pt x="3293" y="3405"/>
                </a:lnTo>
                <a:lnTo>
                  <a:pt x="3293" y="3406"/>
                </a:lnTo>
                <a:lnTo>
                  <a:pt x="3292" y="3406"/>
                </a:lnTo>
                <a:lnTo>
                  <a:pt x="3291" y="3406"/>
                </a:lnTo>
                <a:lnTo>
                  <a:pt x="3291" y="3405"/>
                </a:lnTo>
                <a:lnTo>
                  <a:pt x="3290" y="3405"/>
                </a:lnTo>
                <a:lnTo>
                  <a:pt x="3290" y="3406"/>
                </a:lnTo>
                <a:lnTo>
                  <a:pt x="3291" y="3407"/>
                </a:lnTo>
                <a:lnTo>
                  <a:pt x="3290" y="3407"/>
                </a:lnTo>
                <a:lnTo>
                  <a:pt x="3289" y="3406"/>
                </a:lnTo>
                <a:lnTo>
                  <a:pt x="3289" y="3405"/>
                </a:lnTo>
                <a:lnTo>
                  <a:pt x="3288" y="3405"/>
                </a:lnTo>
                <a:lnTo>
                  <a:pt x="3287" y="3405"/>
                </a:lnTo>
                <a:lnTo>
                  <a:pt x="3287" y="3406"/>
                </a:lnTo>
                <a:lnTo>
                  <a:pt x="3286" y="3407"/>
                </a:lnTo>
                <a:lnTo>
                  <a:pt x="3284" y="3409"/>
                </a:lnTo>
                <a:lnTo>
                  <a:pt x="3284" y="3410"/>
                </a:lnTo>
                <a:lnTo>
                  <a:pt x="3283" y="3410"/>
                </a:lnTo>
                <a:lnTo>
                  <a:pt x="3283" y="3411"/>
                </a:lnTo>
                <a:lnTo>
                  <a:pt x="3282" y="3411"/>
                </a:lnTo>
                <a:lnTo>
                  <a:pt x="3282" y="3412"/>
                </a:lnTo>
                <a:lnTo>
                  <a:pt x="3282" y="3411"/>
                </a:lnTo>
                <a:lnTo>
                  <a:pt x="3282" y="3410"/>
                </a:lnTo>
                <a:lnTo>
                  <a:pt x="3282" y="3409"/>
                </a:lnTo>
                <a:lnTo>
                  <a:pt x="3282" y="3407"/>
                </a:lnTo>
                <a:lnTo>
                  <a:pt x="3283" y="3405"/>
                </a:lnTo>
                <a:lnTo>
                  <a:pt x="3283" y="3404"/>
                </a:lnTo>
                <a:lnTo>
                  <a:pt x="3283" y="3402"/>
                </a:lnTo>
                <a:lnTo>
                  <a:pt x="3283" y="3401"/>
                </a:lnTo>
                <a:lnTo>
                  <a:pt x="3282" y="3400"/>
                </a:lnTo>
                <a:lnTo>
                  <a:pt x="3282" y="3399"/>
                </a:lnTo>
                <a:lnTo>
                  <a:pt x="3282" y="3398"/>
                </a:lnTo>
                <a:lnTo>
                  <a:pt x="3281" y="3398"/>
                </a:lnTo>
                <a:lnTo>
                  <a:pt x="3281" y="3397"/>
                </a:lnTo>
                <a:lnTo>
                  <a:pt x="3280" y="3397"/>
                </a:lnTo>
                <a:lnTo>
                  <a:pt x="3280" y="3398"/>
                </a:lnTo>
                <a:lnTo>
                  <a:pt x="3279" y="3398"/>
                </a:lnTo>
                <a:lnTo>
                  <a:pt x="3279" y="3397"/>
                </a:lnTo>
                <a:lnTo>
                  <a:pt x="3279" y="3396"/>
                </a:lnTo>
                <a:lnTo>
                  <a:pt x="3278" y="3395"/>
                </a:lnTo>
                <a:lnTo>
                  <a:pt x="3278" y="3394"/>
                </a:lnTo>
                <a:lnTo>
                  <a:pt x="3278" y="3393"/>
                </a:lnTo>
                <a:lnTo>
                  <a:pt x="3279" y="3393"/>
                </a:lnTo>
                <a:lnTo>
                  <a:pt x="3280" y="3393"/>
                </a:lnTo>
                <a:lnTo>
                  <a:pt x="3280" y="3392"/>
                </a:lnTo>
                <a:lnTo>
                  <a:pt x="3280" y="3391"/>
                </a:lnTo>
                <a:lnTo>
                  <a:pt x="3281" y="3391"/>
                </a:lnTo>
                <a:lnTo>
                  <a:pt x="3281" y="3390"/>
                </a:lnTo>
                <a:lnTo>
                  <a:pt x="3281" y="3391"/>
                </a:lnTo>
                <a:lnTo>
                  <a:pt x="3282" y="3391"/>
                </a:lnTo>
                <a:lnTo>
                  <a:pt x="3283" y="3391"/>
                </a:lnTo>
                <a:lnTo>
                  <a:pt x="3283" y="3392"/>
                </a:lnTo>
                <a:lnTo>
                  <a:pt x="3283" y="3391"/>
                </a:lnTo>
                <a:lnTo>
                  <a:pt x="3283" y="3392"/>
                </a:lnTo>
                <a:lnTo>
                  <a:pt x="3284" y="3392"/>
                </a:lnTo>
                <a:lnTo>
                  <a:pt x="3284" y="3393"/>
                </a:lnTo>
                <a:lnTo>
                  <a:pt x="3285" y="3393"/>
                </a:lnTo>
                <a:lnTo>
                  <a:pt x="3286" y="3393"/>
                </a:lnTo>
                <a:lnTo>
                  <a:pt x="3287" y="3393"/>
                </a:lnTo>
                <a:lnTo>
                  <a:pt x="3287" y="3394"/>
                </a:lnTo>
                <a:lnTo>
                  <a:pt x="3286" y="3394"/>
                </a:lnTo>
                <a:lnTo>
                  <a:pt x="3286" y="3395"/>
                </a:lnTo>
                <a:lnTo>
                  <a:pt x="3286" y="3396"/>
                </a:lnTo>
                <a:lnTo>
                  <a:pt x="3287" y="3396"/>
                </a:lnTo>
                <a:lnTo>
                  <a:pt x="3287" y="3397"/>
                </a:lnTo>
                <a:lnTo>
                  <a:pt x="3288" y="3397"/>
                </a:lnTo>
                <a:lnTo>
                  <a:pt x="3288" y="3398"/>
                </a:lnTo>
                <a:lnTo>
                  <a:pt x="3287" y="3398"/>
                </a:lnTo>
                <a:lnTo>
                  <a:pt x="3287" y="3399"/>
                </a:lnTo>
                <a:lnTo>
                  <a:pt x="3288" y="3399"/>
                </a:lnTo>
                <a:lnTo>
                  <a:pt x="3288" y="3398"/>
                </a:lnTo>
                <a:lnTo>
                  <a:pt x="3288" y="3399"/>
                </a:lnTo>
                <a:lnTo>
                  <a:pt x="3289" y="3399"/>
                </a:lnTo>
                <a:lnTo>
                  <a:pt x="3289" y="3398"/>
                </a:lnTo>
                <a:lnTo>
                  <a:pt x="3288" y="3398"/>
                </a:lnTo>
                <a:lnTo>
                  <a:pt x="3288" y="3397"/>
                </a:lnTo>
                <a:lnTo>
                  <a:pt x="3288" y="3396"/>
                </a:lnTo>
                <a:lnTo>
                  <a:pt x="3288" y="3395"/>
                </a:lnTo>
                <a:lnTo>
                  <a:pt x="3287" y="3395"/>
                </a:lnTo>
                <a:lnTo>
                  <a:pt x="3288" y="3395"/>
                </a:lnTo>
                <a:lnTo>
                  <a:pt x="3289" y="3395"/>
                </a:lnTo>
                <a:lnTo>
                  <a:pt x="3289" y="3394"/>
                </a:lnTo>
                <a:lnTo>
                  <a:pt x="3290" y="3393"/>
                </a:lnTo>
                <a:lnTo>
                  <a:pt x="3290" y="3392"/>
                </a:lnTo>
                <a:lnTo>
                  <a:pt x="3290" y="3391"/>
                </a:lnTo>
                <a:lnTo>
                  <a:pt x="3290" y="3390"/>
                </a:lnTo>
                <a:lnTo>
                  <a:pt x="3289" y="3390"/>
                </a:lnTo>
                <a:lnTo>
                  <a:pt x="3289" y="3389"/>
                </a:lnTo>
                <a:lnTo>
                  <a:pt x="3288" y="3389"/>
                </a:lnTo>
                <a:lnTo>
                  <a:pt x="3287" y="3389"/>
                </a:lnTo>
                <a:lnTo>
                  <a:pt x="3287" y="3388"/>
                </a:lnTo>
                <a:lnTo>
                  <a:pt x="3287" y="3387"/>
                </a:lnTo>
                <a:lnTo>
                  <a:pt x="3286" y="3387"/>
                </a:lnTo>
                <a:lnTo>
                  <a:pt x="3287" y="3386"/>
                </a:lnTo>
                <a:lnTo>
                  <a:pt x="3286" y="3386"/>
                </a:lnTo>
                <a:lnTo>
                  <a:pt x="3286" y="3387"/>
                </a:lnTo>
                <a:lnTo>
                  <a:pt x="3285" y="3388"/>
                </a:lnTo>
                <a:lnTo>
                  <a:pt x="3285" y="3389"/>
                </a:lnTo>
                <a:lnTo>
                  <a:pt x="3284" y="3389"/>
                </a:lnTo>
                <a:lnTo>
                  <a:pt x="3284" y="3388"/>
                </a:lnTo>
                <a:lnTo>
                  <a:pt x="3284" y="3387"/>
                </a:lnTo>
                <a:lnTo>
                  <a:pt x="3284" y="3386"/>
                </a:lnTo>
                <a:lnTo>
                  <a:pt x="3284" y="3385"/>
                </a:lnTo>
                <a:lnTo>
                  <a:pt x="3284" y="3384"/>
                </a:lnTo>
                <a:lnTo>
                  <a:pt x="3283" y="3384"/>
                </a:lnTo>
                <a:lnTo>
                  <a:pt x="3283" y="3385"/>
                </a:lnTo>
                <a:lnTo>
                  <a:pt x="3283" y="3386"/>
                </a:lnTo>
                <a:lnTo>
                  <a:pt x="3283" y="3387"/>
                </a:lnTo>
                <a:lnTo>
                  <a:pt x="3283" y="3388"/>
                </a:lnTo>
                <a:lnTo>
                  <a:pt x="3283" y="3389"/>
                </a:lnTo>
                <a:lnTo>
                  <a:pt x="3282" y="3390"/>
                </a:lnTo>
                <a:lnTo>
                  <a:pt x="3282" y="3389"/>
                </a:lnTo>
                <a:lnTo>
                  <a:pt x="3282" y="3388"/>
                </a:lnTo>
                <a:lnTo>
                  <a:pt x="3282" y="3387"/>
                </a:lnTo>
                <a:lnTo>
                  <a:pt x="3281" y="3386"/>
                </a:lnTo>
                <a:lnTo>
                  <a:pt x="3281" y="3385"/>
                </a:lnTo>
                <a:lnTo>
                  <a:pt x="3280" y="3384"/>
                </a:lnTo>
                <a:lnTo>
                  <a:pt x="3279" y="3384"/>
                </a:lnTo>
                <a:lnTo>
                  <a:pt x="3278" y="3384"/>
                </a:lnTo>
                <a:lnTo>
                  <a:pt x="3278" y="3383"/>
                </a:lnTo>
                <a:lnTo>
                  <a:pt x="3277" y="3383"/>
                </a:lnTo>
                <a:lnTo>
                  <a:pt x="3276" y="3383"/>
                </a:lnTo>
                <a:lnTo>
                  <a:pt x="3275" y="3383"/>
                </a:lnTo>
                <a:lnTo>
                  <a:pt x="3274" y="3382"/>
                </a:lnTo>
                <a:lnTo>
                  <a:pt x="3274" y="3383"/>
                </a:lnTo>
                <a:lnTo>
                  <a:pt x="3274" y="3382"/>
                </a:lnTo>
                <a:lnTo>
                  <a:pt x="3273" y="3382"/>
                </a:lnTo>
                <a:lnTo>
                  <a:pt x="3273" y="3381"/>
                </a:lnTo>
                <a:lnTo>
                  <a:pt x="3273" y="3380"/>
                </a:lnTo>
                <a:lnTo>
                  <a:pt x="3273" y="3379"/>
                </a:lnTo>
                <a:lnTo>
                  <a:pt x="3272" y="3379"/>
                </a:lnTo>
                <a:lnTo>
                  <a:pt x="3273" y="3379"/>
                </a:lnTo>
                <a:lnTo>
                  <a:pt x="3274" y="3379"/>
                </a:lnTo>
                <a:lnTo>
                  <a:pt x="3274" y="3378"/>
                </a:lnTo>
                <a:lnTo>
                  <a:pt x="3275" y="3378"/>
                </a:lnTo>
                <a:lnTo>
                  <a:pt x="3275" y="3377"/>
                </a:lnTo>
                <a:lnTo>
                  <a:pt x="3274" y="3377"/>
                </a:lnTo>
                <a:lnTo>
                  <a:pt x="3274" y="3378"/>
                </a:lnTo>
                <a:lnTo>
                  <a:pt x="3274" y="3377"/>
                </a:lnTo>
                <a:lnTo>
                  <a:pt x="3274" y="3376"/>
                </a:lnTo>
                <a:lnTo>
                  <a:pt x="3274" y="3375"/>
                </a:lnTo>
                <a:lnTo>
                  <a:pt x="3273" y="3375"/>
                </a:lnTo>
                <a:lnTo>
                  <a:pt x="3273" y="3374"/>
                </a:lnTo>
                <a:lnTo>
                  <a:pt x="3273" y="3373"/>
                </a:lnTo>
                <a:lnTo>
                  <a:pt x="3272" y="3373"/>
                </a:lnTo>
                <a:lnTo>
                  <a:pt x="3272" y="3372"/>
                </a:lnTo>
                <a:lnTo>
                  <a:pt x="3272" y="3371"/>
                </a:lnTo>
                <a:lnTo>
                  <a:pt x="3271" y="3371"/>
                </a:lnTo>
                <a:lnTo>
                  <a:pt x="3271" y="3370"/>
                </a:lnTo>
                <a:lnTo>
                  <a:pt x="3270" y="3370"/>
                </a:lnTo>
                <a:lnTo>
                  <a:pt x="3270" y="3369"/>
                </a:lnTo>
                <a:lnTo>
                  <a:pt x="3269" y="3369"/>
                </a:lnTo>
                <a:lnTo>
                  <a:pt x="3268" y="3369"/>
                </a:lnTo>
                <a:lnTo>
                  <a:pt x="3268" y="3370"/>
                </a:lnTo>
                <a:lnTo>
                  <a:pt x="3267" y="3370"/>
                </a:lnTo>
                <a:lnTo>
                  <a:pt x="3266" y="3370"/>
                </a:lnTo>
                <a:lnTo>
                  <a:pt x="3266" y="3369"/>
                </a:lnTo>
                <a:lnTo>
                  <a:pt x="3267" y="3369"/>
                </a:lnTo>
                <a:lnTo>
                  <a:pt x="3266" y="3368"/>
                </a:lnTo>
                <a:lnTo>
                  <a:pt x="3266" y="3367"/>
                </a:lnTo>
                <a:lnTo>
                  <a:pt x="3266" y="3366"/>
                </a:lnTo>
                <a:lnTo>
                  <a:pt x="3266" y="3365"/>
                </a:lnTo>
                <a:lnTo>
                  <a:pt x="3267" y="3365"/>
                </a:lnTo>
                <a:lnTo>
                  <a:pt x="3268" y="3365"/>
                </a:lnTo>
                <a:lnTo>
                  <a:pt x="3268" y="3364"/>
                </a:lnTo>
                <a:lnTo>
                  <a:pt x="3268" y="3363"/>
                </a:lnTo>
                <a:lnTo>
                  <a:pt x="3269" y="3363"/>
                </a:lnTo>
                <a:lnTo>
                  <a:pt x="3270" y="3363"/>
                </a:lnTo>
                <a:lnTo>
                  <a:pt x="3270" y="3364"/>
                </a:lnTo>
                <a:lnTo>
                  <a:pt x="3271" y="3364"/>
                </a:lnTo>
                <a:lnTo>
                  <a:pt x="3271" y="3365"/>
                </a:lnTo>
                <a:lnTo>
                  <a:pt x="3271" y="3364"/>
                </a:lnTo>
                <a:lnTo>
                  <a:pt x="3272" y="3364"/>
                </a:lnTo>
                <a:lnTo>
                  <a:pt x="3272" y="3363"/>
                </a:lnTo>
                <a:lnTo>
                  <a:pt x="3273" y="3364"/>
                </a:lnTo>
                <a:lnTo>
                  <a:pt x="3273" y="3363"/>
                </a:lnTo>
                <a:lnTo>
                  <a:pt x="3273" y="3362"/>
                </a:lnTo>
                <a:lnTo>
                  <a:pt x="3273" y="3363"/>
                </a:lnTo>
                <a:lnTo>
                  <a:pt x="3272" y="3363"/>
                </a:lnTo>
                <a:lnTo>
                  <a:pt x="3272" y="3362"/>
                </a:lnTo>
                <a:lnTo>
                  <a:pt x="3273" y="3362"/>
                </a:lnTo>
                <a:lnTo>
                  <a:pt x="3274" y="3362"/>
                </a:lnTo>
                <a:lnTo>
                  <a:pt x="3273" y="3362"/>
                </a:lnTo>
                <a:lnTo>
                  <a:pt x="3273" y="3361"/>
                </a:lnTo>
                <a:lnTo>
                  <a:pt x="3272" y="3361"/>
                </a:lnTo>
                <a:lnTo>
                  <a:pt x="3271" y="3361"/>
                </a:lnTo>
                <a:lnTo>
                  <a:pt x="3271" y="3362"/>
                </a:lnTo>
                <a:lnTo>
                  <a:pt x="3271" y="3363"/>
                </a:lnTo>
                <a:lnTo>
                  <a:pt x="3271" y="3364"/>
                </a:lnTo>
                <a:lnTo>
                  <a:pt x="3270" y="3363"/>
                </a:lnTo>
                <a:lnTo>
                  <a:pt x="3269" y="3362"/>
                </a:lnTo>
                <a:lnTo>
                  <a:pt x="3268" y="3362"/>
                </a:lnTo>
                <a:lnTo>
                  <a:pt x="3268" y="3361"/>
                </a:lnTo>
                <a:lnTo>
                  <a:pt x="3267" y="3360"/>
                </a:lnTo>
                <a:lnTo>
                  <a:pt x="3267" y="3359"/>
                </a:lnTo>
                <a:lnTo>
                  <a:pt x="3266" y="3358"/>
                </a:lnTo>
                <a:lnTo>
                  <a:pt x="3267" y="3358"/>
                </a:lnTo>
                <a:lnTo>
                  <a:pt x="3267" y="3357"/>
                </a:lnTo>
                <a:lnTo>
                  <a:pt x="3267" y="3356"/>
                </a:lnTo>
                <a:lnTo>
                  <a:pt x="3268" y="3355"/>
                </a:lnTo>
                <a:lnTo>
                  <a:pt x="3268" y="3354"/>
                </a:lnTo>
                <a:lnTo>
                  <a:pt x="3268" y="3353"/>
                </a:lnTo>
                <a:lnTo>
                  <a:pt x="3268" y="3352"/>
                </a:lnTo>
                <a:lnTo>
                  <a:pt x="3267" y="3351"/>
                </a:lnTo>
                <a:lnTo>
                  <a:pt x="3266" y="3352"/>
                </a:lnTo>
                <a:lnTo>
                  <a:pt x="3265" y="3352"/>
                </a:lnTo>
                <a:lnTo>
                  <a:pt x="3265" y="3353"/>
                </a:lnTo>
                <a:lnTo>
                  <a:pt x="3264" y="3353"/>
                </a:lnTo>
                <a:lnTo>
                  <a:pt x="3264" y="3352"/>
                </a:lnTo>
                <a:lnTo>
                  <a:pt x="3264" y="3351"/>
                </a:lnTo>
                <a:lnTo>
                  <a:pt x="3263" y="3351"/>
                </a:lnTo>
                <a:lnTo>
                  <a:pt x="3263" y="3350"/>
                </a:lnTo>
                <a:lnTo>
                  <a:pt x="3262" y="3349"/>
                </a:lnTo>
                <a:lnTo>
                  <a:pt x="3262" y="3348"/>
                </a:lnTo>
                <a:lnTo>
                  <a:pt x="3261" y="3348"/>
                </a:lnTo>
                <a:lnTo>
                  <a:pt x="3261" y="3347"/>
                </a:lnTo>
                <a:lnTo>
                  <a:pt x="3260" y="3346"/>
                </a:lnTo>
                <a:lnTo>
                  <a:pt x="3260" y="3345"/>
                </a:lnTo>
                <a:lnTo>
                  <a:pt x="3260" y="3344"/>
                </a:lnTo>
                <a:lnTo>
                  <a:pt x="3259" y="3343"/>
                </a:lnTo>
                <a:lnTo>
                  <a:pt x="3259" y="3342"/>
                </a:lnTo>
                <a:lnTo>
                  <a:pt x="3259" y="3341"/>
                </a:lnTo>
                <a:lnTo>
                  <a:pt x="3259" y="3339"/>
                </a:lnTo>
                <a:lnTo>
                  <a:pt x="3259" y="3338"/>
                </a:lnTo>
                <a:lnTo>
                  <a:pt x="3259" y="3337"/>
                </a:lnTo>
                <a:lnTo>
                  <a:pt x="3259" y="3336"/>
                </a:lnTo>
                <a:lnTo>
                  <a:pt x="3260" y="3336"/>
                </a:lnTo>
                <a:lnTo>
                  <a:pt x="3260" y="3337"/>
                </a:lnTo>
                <a:lnTo>
                  <a:pt x="3261" y="3337"/>
                </a:lnTo>
                <a:lnTo>
                  <a:pt x="3260" y="3336"/>
                </a:lnTo>
                <a:lnTo>
                  <a:pt x="3260" y="3335"/>
                </a:lnTo>
                <a:lnTo>
                  <a:pt x="3260" y="3334"/>
                </a:lnTo>
                <a:lnTo>
                  <a:pt x="3261" y="3334"/>
                </a:lnTo>
                <a:lnTo>
                  <a:pt x="3261" y="3333"/>
                </a:lnTo>
                <a:lnTo>
                  <a:pt x="3261" y="3332"/>
                </a:lnTo>
                <a:lnTo>
                  <a:pt x="3261" y="3331"/>
                </a:lnTo>
                <a:lnTo>
                  <a:pt x="3262" y="3331"/>
                </a:lnTo>
                <a:lnTo>
                  <a:pt x="3262" y="3330"/>
                </a:lnTo>
                <a:lnTo>
                  <a:pt x="3262" y="3329"/>
                </a:lnTo>
                <a:lnTo>
                  <a:pt x="3263" y="3329"/>
                </a:lnTo>
                <a:lnTo>
                  <a:pt x="3263" y="3328"/>
                </a:lnTo>
                <a:lnTo>
                  <a:pt x="3263" y="3327"/>
                </a:lnTo>
                <a:lnTo>
                  <a:pt x="3263" y="3326"/>
                </a:lnTo>
                <a:lnTo>
                  <a:pt x="3263" y="3325"/>
                </a:lnTo>
                <a:lnTo>
                  <a:pt x="3262" y="3323"/>
                </a:lnTo>
                <a:lnTo>
                  <a:pt x="3262" y="3322"/>
                </a:lnTo>
                <a:lnTo>
                  <a:pt x="3261" y="3322"/>
                </a:lnTo>
                <a:lnTo>
                  <a:pt x="3260" y="3321"/>
                </a:lnTo>
                <a:lnTo>
                  <a:pt x="3260" y="3320"/>
                </a:lnTo>
                <a:lnTo>
                  <a:pt x="3260" y="3319"/>
                </a:lnTo>
                <a:lnTo>
                  <a:pt x="3261" y="3318"/>
                </a:lnTo>
                <a:lnTo>
                  <a:pt x="3262" y="3317"/>
                </a:lnTo>
                <a:lnTo>
                  <a:pt x="3263" y="3315"/>
                </a:lnTo>
                <a:lnTo>
                  <a:pt x="3264" y="3314"/>
                </a:lnTo>
                <a:lnTo>
                  <a:pt x="3265" y="3314"/>
                </a:lnTo>
                <a:lnTo>
                  <a:pt x="3265" y="3313"/>
                </a:lnTo>
                <a:lnTo>
                  <a:pt x="3265" y="3312"/>
                </a:lnTo>
                <a:lnTo>
                  <a:pt x="3266" y="3313"/>
                </a:lnTo>
                <a:lnTo>
                  <a:pt x="3266" y="3314"/>
                </a:lnTo>
                <a:lnTo>
                  <a:pt x="3266" y="3315"/>
                </a:lnTo>
                <a:lnTo>
                  <a:pt x="3267" y="3315"/>
                </a:lnTo>
                <a:lnTo>
                  <a:pt x="3267" y="3316"/>
                </a:lnTo>
                <a:lnTo>
                  <a:pt x="3268" y="3316"/>
                </a:lnTo>
                <a:lnTo>
                  <a:pt x="3267" y="3316"/>
                </a:lnTo>
                <a:lnTo>
                  <a:pt x="3267" y="3315"/>
                </a:lnTo>
                <a:lnTo>
                  <a:pt x="3266" y="3315"/>
                </a:lnTo>
                <a:lnTo>
                  <a:pt x="3267" y="3315"/>
                </a:lnTo>
                <a:lnTo>
                  <a:pt x="3266" y="3315"/>
                </a:lnTo>
                <a:lnTo>
                  <a:pt x="3266" y="3314"/>
                </a:lnTo>
                <a:lnTo>
                  <a:pt x="3266" y="3313"/>
                </a:lnTo>
                <a:lnTo>
                  <a:pt x="3267" y="3312"/>
                </a:lnTo>
                <a:lnTo>
                  <a:pt x="3267" y="3313"/>
                </a:lnTo>
                <a:lnTo>
                  <a:pt x="3267" y="3312"/>
                </a:lnTo>
                <a:lnTo>
                  <a:pt x="3268" y="3312"/>
                </a:lnTo>
                <a:lnTo>
                  <a:pt x="3268" y="3311"/>
                </a:lnTo>
                <a:lnTo>
                  <a:pt x="3268" y="3310"/>
                </a:lnTo>
                <a:lnTo>
                  <a:pt x="3269" y="3310"/>
                </a:lnTo>
                <a:lnTo>
                  <a:pt x="3269" y="3309"/>
                </a:lnTo>
                <a:lnTo>
                  <a:pt x="3269" y="3306"/>
                </a:lnTo>
                <a:lnTo>
                  <a:pt x="3269" y="3305"/>
                </a:lnTo>
                <a:lnTo>
                  <a:pt x="3268" y="3304"/>
                </a:lnTo>
                <a:lnTo>
                  <a:pt x="3269" y="3304"/>
                </a:lnTo>
                <a:lnTo>
                  <a:pt x="3269" y="3303"/>
                </a:lnTo>
                <a:lnTo>
                  <a:pt x="3269" y="3301"/>
                </a:lnTo>
                <a:lnTo>
                  <a:pt x="3269" y="3300"/>
                </a:lnTo>
                <a:lnTo>
                  <a:pt x="3269" y="3299"/>
                </a:lnTo>
                <a:lnTo>
                  <a:pt x="3269" y="3298"/>
                </a:lnTo>
                <a:lnTo>
                  <a:pt x="3268" y="3298"/>
                </a:lnTo>
                <a:lnTo>
                  <a:pt x="3268" y="3297"/>
                </a:lnTo>
                <a:lnTo>
                  <a:pt x="3267" y="3297"/>
                </a:lnTo>
                <a:lnTo>
                  <a:pt x="3267" y="3296"/>
                </a:lnTo>
                <a:lnTo>
                  <a:pt x="3268" y="3296"/>
                </a:lnTo>
                <a:lnTo>
                  <a:pt x="3269" y="3296"/>
                </a:lnTo>
                <a:lnTo>
                  <a:pt x="3269" y="3297"/>
                </a:lnTo>
                <a:lnTo>
                  <a:pt x="3270" y="3297"/>
                </a:lnTo>
                <a:lnTo>
                  <a:pt x="3270" y="3298"/>
                </a:lnTo>
                <a:lnTo>
                  <a:pt x="3270" y="3297"/>
                </a:lnTo>
                <a:lnTo>
                  <a:pt x="3270" y="3298"/>
                </a:lnTo>
                <a:lnTo>
                  <a:pt x="3271" y="3298"/>
                </a:lnTo>
                <a:lnTo>
                  <a:pt x="3271" y="3297"/>
                </a:lnTo>
                <a:lnTo>
                  <a:pt x="3270" y="3297"/>
                </a:lnTo>
                <a:lnTo>
                  <a:pt x="3271" y="3297"/>
                </a:lnTo>
                <a:lnTo>
                  <a:pt x="3271" y="3296"/>
                </a:lnTo>
                <a:lnTo>
                  <a:pt x="3273" y="3296"/>
                </a:lnTo>
                <a:lnTo>
                  <a:pt x="3274" y="3296"/>
                </a:lnTo>
                <a:lnTo>
                  <a:pt x="3274" y="3297"/>
                </a:lnTo>
                <a:lnTo>
                  <a:pt x="3274" y="3296"/>
                </a:lnTo>
                <a:lnTo>
                  <a:pt x="3275" y="3296"/>
                </a:lnTo>
                <a:lnTo>
                  <a:pt x="3277" y="3295"/>
                </a:lnTo>
                <a:lnTo>
                  <a:pt x="3282" y="3295"/>
                </a:lnTo>
                <a:lnTo>
                  <a:pt x="3281" y="3295"/>
                </a:lnTo>
                <a:lnTo>
                  <a:pt x="3281" y="3294"/>
                </a:lnTo>
                <a:lnTo>
                  <a:pt x="3280" y="3294"/>
                </a:lnTo>
                <a:lnTo>
                  <a:pt x="3280" y="3292"/>
                </a:lnTo>
                <a:lnTo>
                  <a:pt x="3281" y="3292"/>
                </a:lnTo>
                <a:lnTo>
                  <a:pt x="3281" y="3291"/>
                </a:lnTo>
                <a:lnTo>
                  <a:pt x="3281" y="3290"/>
                </a:lnTo>
                <a:lnTo>
                  <a:pt x="3281" y="3289"/>
                </a:lnTo>
                <a:lnTo>
                  <a:pt x="3282" y="3289"/>
                </a:lnTo>
                <a:lnTo>
                  <a:pt x="3283" y="3288"/>
                </a:lnTo>
                <a:lnTo>
                  <a:pt x="3283" y="3287"/>
                </a:lnTo>
                <a:lnTo>
                  <a:pt x="3283" y="3288"/>
                </a:lnTo>
                <a:lnTo>
                  <a:pt x="3282" y="3288"/>
                </a:lnTo>
                <a:lnTo>
                  <a:pt x="3282" y="3287"/>
                </a:lnTo>
                <a:lnTo>
                  <a:pt x="3281" y="3287"/>
                </a:lnTo>
                <a:lnTo>
                  <a:pt x="3281" y="3286"/>
                </a:lnTo>
                <a:lnTo>
                  <a:pt x="3281" y="3285"/>
                </a:lnTo>
                <a:lnTo>
                  <a:pt x="3282" y="3285"/>
                </a:lnTo>
                <a:lnTo>
                  <a:pt x="3282" y="3284"/>
                </a:lnTo>
                <a:lnTo>
                  <a:pt x="3281" y="3284"/>
                </a:lnTo>
                <a:lnTo>
                  <a:pt x="3280" y="3285"/>
                </a:lnTo>
                <a:lnTo>
                  <a:pt x="3279" y="3285"/>
                </a:lnTo>
                <a:lnTo>
                  <a:pt x="3278" y="3285"/>
                </a:lnTo>
                <a:lnTo>
                  <a:pt x="3277" y="3286"/>
                </a:lnTo>
                <a:lnTo>
                  <a:pt x="3276" y="3286"/>
                </a:lnTo>
                <a:lnTo>
                  <a:pt x="3274" y="3286"/>
                </a:lnTo>
                <a:lnTo>
                  <a:pt x="3273" y="3285"/>
                </a:lnTo>
                <a:lnTo>
                  <a:pt x="3272" y="3285"/>
                </a:lnTo>
                <a:lnTo>
                  <a:pt x="3272" y="3284"/>
                </a:lnTo>
                <a:lnTo>
                  <a:pt x="3271" y="3284"/>
                </a:lnTo>
                <a:lnTo>
                  <a:pt x="3270" y="3284"/>
                </a:lnTo>
                <a:lnTo>
                  <a:pt x="3271" y="3284"/>
                </a:lnTo>
                <a:lnTo>
                  <a:pt x="3271" y="3283"/>
                </a:lnTo>
                <a:lnTo>
                  <a:pt x="3271" y="3282"/>
                </a:lnTo>
                <a:lnTo>
                  <a:pt x="3271" y="3281"/>
                </a:lnTo>
                <a:lnTo>
                  <a:pt x="3271" y="3280"/>
                </a:lnTo>
                <a:lnTo>
                  <a:pt x="3270" y="3280"/>
                </a:lnTo>
                <a:lnTo>
                  <a:pt x="3270" y="3279"/>
                </a:lnTo>
                <a:lnTo>
                  <a:pt x="3270" y="3278"/>
                </a:lnTo>
                <a:lnTo>
                  <a:pt x="3271" y="3278"/>
                </a:lnTo>
                <a:lnTo>
                  <a:pt x="3270" y="3278"/>
                </a:lnTo>
                <a:lnTo>
                  <a:pt x="3269" y="3277"/>
                </a:lnTo>
                <a:lnTo>
                  <a:pt x="3269" y="3276"/>
                </a:lnTo>
                <a:lnTo>
                  <a:pt x="3268" y="3276"/>
                </a:lnTo>
                <a:lnTo>
                  <a:pt x="3268" y="3275"/>
                </a:lnTo>
                <a:lnTo>
                  <a:pt x="3268" y="3274"/>
                </a:lnTo>
                <a:lnTo>
                  <a:pt x="3269" y="3274"/>
                </a:lnTo>
                <a:lnTo>
                  <a:pt x="3269" y="3273"/>
                </a:lnTo>
                <a:lnTo>
                  <a:pt x="3269" y="3274"/>
                </a:lnTo>
                <a:lnTo>
                  <a:pt x="3268" y="3274"/>
                </a:lnTo>
                <a:lnTo>
                  <a:pt x="3267" y="3274"/>
                </a:lnTo>
                <a:lnTo>
                  <a:pt x="3267" y="3273"/>
                </a:lnTo>
                <a:lnTo>
                  <a:pt x="3266" y="3273"/>
                </a:lnTo>
                <a:lnTo>
                  <a:pt x="3266" y="3274"/>
                </a:lnTo>
                <a:lnTo>
                  <a:pt x="3267" y="3274"/>
                </a:lnTo>
                <a:lnTo>
                  <a:pt x="3267" y="3275"/>
                </a:lnTo>
                <a:lnTo>
                  <a:pt x="3266" y="3274"/>
                </a:lnTo>
                <a:lnTo>
                  <a:pt x="3266" y="3275"/>
                </a:lnTo>
                <a:lnTo>
                  <a:pt x="3267" y="3275"/>
                </a:lnTo>
                <a:lnTo>
                  <a:pt x="3267" y="3276"/>
                </a:lnTo>
                <a:lnTo>
                  <a:pt x="3267" y="3277"/>
                </a:lnTo>
                <a:lnTo>
                  <a:pt x="3267" y="3278"/>
                </a:lnTo>
                <a:lnTo>
                  <a:pt x="3267" y="3279"/>
                </a:lnTo>
                <a:lnTo>
                  <a:pt x="3268" y="3279"/>
                </a:lnTo>
                <a:lnTo>
                  <a:pt x="3268" y="3280"/>
                </a:lnTo>
                <a:lnTo>
                  <a:pt x="3268" y="3281"/>
                </a:lnTo>
                <a:lnTo>
                  <a:pt x="3269" y="3282"/>
                </a:lnTo>
                <a:lnTo>
                  <a:pt x="3269" y="3283"/>
                </a:lnTo>
                <a:lnTo>
                  <a:pt x="3269" y="3282"/>
                </a:lnTo>
                <a:lnTo>
                  <a:pt x="3268" y="3282"/>
                </a:lnTo>
                <a:lnTo>
                  <a:pt x="3268" y="3281"/>
                </a:lnTo>
                <a:lnTo>
                  <a:pt x="3267" y="3281"/>
                </a:lnTo>
                <a:lnTo>
                  <a:pt x="3267" y="3282"/>
                </a:lnTo>
                <a:lnTo>
                  <a:pt x="3267" y="3283"/>
                </a:lnTo>
                <a:lnTo>
                  <a:pt x="3268" y="3284"/>
                </a:lnTo>
                <a:lnTo>
                  <a:pt x="3267" y="3284"/>
                </a:lnTo>
                <a:lnTo>
                  <a:pt x="3267" y="3285"/>
                </a:lnTo>
                <a:lnTo>
                  <a:pt x="3266" y="3284"/>
                </a:lnTo>
                <a:lnTo>
                  <a:pt x="3265" y="3284"/>
                </a:lnTo>
                <a:lnTo>
                  <a:pt x="3264" y="3284"/>
                </a:lnTo>
                <a:lnTo>
                  <a:pt x="3264" y="3283"/>
                </a:lnTo>
                <a:lnTo>
                  <a:pt x="3263" y="3283"/>
                </a:lnTo>
                <a:lnTo>
                  <a:pt x="3262" y="3283"/>
                </a:lnTo>
                <a:lnTo>
                  <a:pt x="3262" y="3282"/>
                </a:lnTo>
                <a:lnTo>
                  <a:pt x="3261" y="3281"/>
                </a:lnTo>
                <a:lnTo>
                  <a:pt x="3260" y="3281"/>
                </a:lnTo>
                <a:lnTo>
                  <a:pt x="3259" y="3280"/>
                </a:lnTo>
                <a:lnTo>
                  <a:pt x="3259" y="3279"/>
                </a:lnTo>
                <a:lnTo>
                  <a:pt x="3258" y="3279"/>
                </a:lnTo>
                <a:lnTo>
                  <a:pt x="3259" y="3279"/>
                </a:lnTo>
                <a:lnTo>
                  <a:pt x="3259" y="3278"/>
                </a:lnTo>
                <a:lnTo>
                  <a:pt x="3260" y="3276"/>
                </a:lnTo>
                <a:lnTo>
                  <a:pt x="3260" y="3275"/>
                </a:lnTo>
                <a:lnTo>
                  <a:pt x="3260" y="3274"/>
                </a:lnTo>
                <a:lnTo>
                  <a:pt x="3260" y="3273"/>
                </a:lnTo>
                <a:lnTo>
                  <a:pt x="3259" y="3273"/>
                </a:lnTo>
                <a:lnTo>
                  <a:pt x="3260" y="3273"/>
                </a:lnTo>
                <a:lnTo>
                  <a:pt x="3259" y="3272"/>
                </a:lnTo>
                <a:lnTo>
                  <a:pt x="3260" y="3272"/>
                </a:lnTo>
                <a:lnTo>
                  <a:pt x="3260" y="3271"/>
                </a:lnTo>
                <a:lnTo>
                  <a:pt x="3259" y="3271"/>
                </a:lnTo>
                <a:lnTo>
                  <a:pt x="3260" y="3271"/>
                </a:lnTo>
                <a:lnTo>
                  <a:pt x="3260" y="3270"/>
                </a:lnTo>
                <a:lnTo>
                  <a:pt x="3260" y="3269"/>
                </a:lnTo>
                <a:lnTo>
                  <a:pt x="3260" y="3270"/>
                </a:lnTo>
                <a:lnTo>
                  <a:pt x="3261" y="3269"/>
                </a:lnTo>
                <a:lnTo>
                  <a:pt x="3260" y="3269"/>
                </a:lnTo>
                <a:lnTo>
                  <a:pt x="3260" y="3270"/>
                </a:lnTo>
                <a:lnTo>
                  <a:pt x="3259" y="3270"/>
                </a:lnTo>
                <a:lnTo>
                  <a:pt x="3258" y="3270"/>
                </a:lnTo>
                <a:lnTo>
                  <a:pt x="3258" y="3271"/>
                </a:lnTo>
                <a:lnTo>
                  <a:pt x="3257" y="3271"/>
                </a:lnTo>
                <a:lnTo>
                  <a:pt x="3257" y="3272"/>
                </a:lnTo>
                <a:lnTo>
                  <a:pt x="3256" y="3272"/>
                </a:lnTo>
                <a:lnTo>
                  <a:pt x="3256" y="3273"/>
                </a:lnTo>
                <a:lnTo>
                  <a:pt x="3257" y="3273"/>
                </a:lnTo>
                <a:lnTo>
                  <a:pt x="3256" y="3273"/>
                </a:lnTo>
                <a:lnTo>
                  <a:pt x="3256" y="3274"/>
                </a:lnTo>
                <a:lnTo>
                  <a:pt x="3257" y="3274"/>
                </a:lnTo>
                <a:lnTo>
                  <a:pt x="3257" y="3275"/>
                </a:lnTo>
                <a:lnTo>
                  <a:pt x="3256" y="3275"/>
                </a:lnTo>
                <a:lnTo>
                  <a:pt x="3256" y="3274"/>
                </a:lnTo>
                <a:lnTo>
                  <a:pt x="3255" y="3274"/>
                </a:lnTo>
                <a:lnTo>
                  <a:pt x="3255" y="3273"/>
                </a:lnTo>
                <a:lnTo>
                  <a:pt x="3254" y="3273"/>
                </a:lnTo>
                <a:lnTo>
                  <a:pt x="3254" y="3272"/>
                </a:lnTo>
                <a:lnTo>
                  <a:pt x="3255" y="3271"/>
                </a:lnTo>
                <a:lnTo>
                  <a:pt x="3254" y="3271"/>
                </a:lnTo>
                <a:lnTo>
                  <a:pt x="3254" y="3270"/>
                </a:lnTo>
                <a:lnTo>
                  <a:pt x="3254" y="3269"/>
                </a:lnTo>
                <a:lnTo>
                  <a:pt x="3253" y="3269"/>
                </a:lnTo>
                <a:lnTo>
                  <a:pt x="3253" y="3268"/>
                </a:lnTo>
                <a:lnTo>
                  <a:pt x="3254" y="3268"/>
                </a:lnTo>
                <a:lnTo>
                  <a:pt x="3254" y="3267"/>
                </a:lnTo>
                <a:lnTo>
                  <a:pt x="3254" y="3266"/>
                </a:lnTo>
                <a:lnTo>
                  <a:pt x="3255" y="3266"/>
                </a:lnTo>
                <a:lnTo>
                  <a:pt x="3254" y="3266"/>
                </a:lnTo>
                <a:lnTo>
                  <a:pt x="3254" y="3267"/>
                </a:lnTo>
                <a:lnTo>
                  <a:pt x="3253" y="3267"/>
                </a:lnTo>
                <a:lnTo>
                  <a:pt x="3253" y="3268"/>
                </a:lnTo>
                <a:lnTo>
                  <a:pt x="3252" y="3268"/>
                </a:lnTo>
                <a:lnTo>
                  <a:pt x="3251" y="3268"/>
                </a:lnTo>
                <a:lnTo>
                  <a:pt x="3252" y="3267"/>
                </a:lnTo>
                <a:lnTo>
                  <a:pt x="3252" y="3266"/>
                </a:lnTo>
                <a:lnTo>
                  <a:pt x="3251" y="3265"/>
                </a:lnTo>
                <a:lnTo>
                  <a:pt x="3251" y="3264"/>
                </a:lnTo>
                <a:lnTo>
                  <a:pt x="3250" y="3264"/>
                </a:lnTo>
                <a:lnTo>
                  <a:pt x="3250" y="3263"/>
                </a:lnTo>
                <a:lnTo>
                  <a:pt x="3251" y="3263"/>
                </a:lnTo>
                <a:lnTo>
                  <a:pt x="3250" y="3263"/>
                </a:lnTo>
                <a:lnTo>
                  <a:pt x="3250" y="3262"/>
                </a:lnTo>
                <a:lnTo>
                  <a:pt x="3250" y="3263"/>
                </a:lnTo>
                <a:lnTo>
                  <a:pt x="3250" y="3262"/>
                </a:lnTo>
                <a:lnTo>
                  <a:pt x="3250" y="3261"/>
                </a:lnTo>
                <a:lnTo>
                  <a:pt x="3250" y="3262"/>
                </a:lnTo>
                <a:lnTo>
                  <a:pt x="3250" y="3261"/>
                </a:lnTo>
                <a:lnTo>
                  <a:pt x="3250" y="3262"/>
                </a:lnTo>
                <a:lnTo>
                  <a:pt x="3250" y="3261"/>
                </a:lnTo>
                <a:lnTo>
                  <a:pt x="3249" y="3261"/>
                </a:lnTo>
                <a:lnTo>
                  <a:pt x="3249" y="3260"/>
                </a:lnTo>
                <a:lnTo>
                  <a:pt x="3250" y="3260"/>
                </a:lnTo>
                <a:lnTo>
                  <a:pt x="3249" y="3260"/>
                </a:lnTo>
                <a:lnTo>
                  <a:pt x="3250" y="3259"/>
                </a:lnTo>
                <a:lnTo>
                  <a:pt x="3250" y="3258"/>
                </a:lnTo>
                <a:lnTo>
                  <a:pt x="3251" y="3258"/>
                </a:lnTo>
                <a:lnTo>
                  <a:pt x="3252" y="3258"/>
                </a:lnTo>
                <a:lnTo>
                  <a:pt x="3252" y="3257"/>
                </a:lnTo>
                <a:lnTo>
                  <a:pt x="3253" y="3257"/>
                </a:lnTo>
                <a:lnTo>
                  <a:pt x="3253" y="3256"/>
                </a:lnTo>
                <a:lnTo>
                  <a:pt x="3253" y="3257"/>
                </a:lnTo>
                <a:lnTo>
                  <a:pt x="3252" y="3257"/>
                </a:lnTo>
                <a:lnTo>
                  <a:pt x="3252" y="3256"/>
                </a:lnTo>
                <a:lnTo>
                  <a:pt x="3252" y="3257"/>
                </a:lnTo>
                <a:lnTo>
                  <a:pt x="3251" y="3257"/>
                </a:lnTo>
                <a:lnTo>
                  <a:pt x="3252" y="3257"/>
                </a:lnTo>
                <a:lnTo>
                  <a:pt x="3252" y="3256"/>
                </a:lnTo>
                <a:lnTo>
                  <a:pt x="3251" y="3256"/>
                </a:lnTo>
                <a:lnTo>
                  <a:pt x="3251" y="3257"/>
                </a:lnTo>
                <a:lnTo>
                  <a:pt x="3250" y="3257"/>
                </a:lnTo>
                <a:lnTo>
                  <a:pt x="3249" y="3257"/>
                </a:lnTo>
                <a:lnTo>
                  <a:pt x="3248" y="3257"/>
                </a:lnTo>
                <a:lnTo>
                  <a:pt x="3248" y="3258"/>
                </a:lnTo>
                <a:lnTo>
                  <a:pt x="3247" y="3258"/>
                </a:lnTo>
                <a:lnTo>
                  <a:pt x="3247" y="3259"/>
                </a:lnTo>
                <a:lnTo>
                  <a:pt x="3246" y="3259"/>
                </a:lnTo>
                <a:lnTo>
                  <a:pt x="3246" y="3260"/>
                </a:lnTo>
                <a:lnTo>
                  <a:pt x="3247" y="3260"/>
                </a:lnTo>
                <a:lnTo>
                  <a:pt x="3246" y="3260"/>
                </a:lnTo>
                <a:lnTo>
                  <a:pt x="3245" y="3260"/>
                </a:lnTo>
                <a:lnTo>
                  <a:pt x="3244" y="3260"/>
                </a:lnTo>
                <a:lnTo>
                  <a:pt x="3245" y="3260"/>
                </a:lnTo>
                <a:lnTo>
                  <a:pt x="3245" y="3261"/>
                </a:lnTo>
                <a:lnTo>
                  <a:pt x="3245" y="3262"/>
                </a:lnTo>
                <a:lnTo>
                  <a:pt x="3245" y="3261"/>
                </a:lnTo>
                <a:lnTo>
                  <a:pt x="3246" y="3261"/>
                </a:lnTo>
                <a:lnTo>
                  <a:pt x="3246" y="3262"/>
                </a:lnTo>
                <a:lnTo>
                  <a:pt x="3246" y="3261"/>
                </a:lnTo>
                <a:lnTo>
                  <a:pt x="3246" y="3262"/>
                </a:lnTo>
                <a:lnTo>
                  <a:pt x="3247" y="3262"/>
                </a:lnTo>
                <a:lnTo>
                  <a:pt x="3247" y="3263"/>
                </a:lnTo>
                <a:lnTo>
                  <a:pt x="3247" y="3264"/>
                </a:lnTo>
                <a:lnTo>
                  <a:pt x="3247" y="3265"/>
                </a:lnTo>
                <a:lnTo>
                  <a:pt x="3248" y="3265"/>
                </a:lnTo>
                <a:lnTo>
                  <a:pt x="3247" y="3265"/>
                </a:lnTo>
                <a:lnTo>
                  <a:pt x="3246" y="3265"/>
                </a:lnTo>
                <a:lnTo>
                  <a:pt x="3245" y="3265"/>
                </a:lnTo>
                <a:lnTo>
                  <a:pt x="3244" y="3265"/>
                </a:lnTo>
                <a:lnTo>
                  <a:pt x="3244" y="3264"/>
                </a:lnTo>
                <a:lnTo>
                  <a:pt x="3243" y="3264"/>
                </a:lnTo>
                <a:lnTo>
                  <a:pt x="3243" y="3265"/>
                </a:lnTo>
                <a:lnTo>
                  <a:pt x="3244" y="3265"/>
                </a:lnTo>
                <a:lnTo>
                  <a:pt x="3245" y="3265"/>
                </a:lnTo>
                <a:lnTo>
                  <a:pt x="3245" y="3266"/>
                </a:lnTo>
                <a:lnTo>
                  <a:pt x="3246" y="3266"/>
                </a:lnTo>
                <a:lnTo>
                  <a:pt x="3247" y="3266"/>
                </a:lnTo>
                <a:lnTo>
                  <a:pt x="3248" y="3266"/>
                </a:lnTo>
                <a:lnTo>
                  <a:pt x="3248" y="3267"/>
                </a:lnTo>
                <a:lnTo>
                  <a:pt x="3248" y="3268"/>
                </a:lnTo>
                <a:lnTo>
                  <a:pt x="3249" y="3268"/>
                </a:lnTo>
                <a:lnTo>
                  <a:pt x="3249" y="3269"/>
                </a:lnTo>
                <a:lnTo>
                  <a:pt x="3250" y="3269"/>
                </a:lnTo>
                <a:lnTo>
                  <a:pt x="3250" y="3270"/>
                </a:lnTo>
                <a:lnTo>
                  <a:pt x="3251" y="3270"/>
                </a:lnTo>
                <a:lnTo>
                  <a:pt x="3250" y="3271"/>
                </a:lnTo>
                <a:lnTo>
                  <a:pt x="3251" y="3271"/>
                </a:lnTo>
                <a:lnTo>
                  <a:pt x="3251" y="3272"/>
                </a:lnTo>
                <a:lnTo>
                  <a:pt x="3252" y="3272"/>
                </a:lnTo>
                <a:lnTo>
                  <a:pt x="3252" y="3273"/>
                </a:lnTo>
                <a:lnTo>
                  <a:pt x="3252" y="3274"/>
                </a:lnTo>
                <a:lnTo>
                  <a:pt x="3251" y="3274"/>
                </a:lnTo>
                <a:lnTo>
                  <a:pt x="3251" y="3273"/>
                </a:lnTo>
                <a:lnTo>
                  <a:pt x="3251" y="3274"/>
                </a:lnTo>
                <a:lnTo>
                  <a:pt x="3251" y="3275"/>
                </a:lnTo>
                <a:lnTo>
                  <a:pt x="3250" y="3275"/>
                </a:lnTo>
                <a:lnTo>
                  <a:pt x="3250" y="3276"/>
                </a:lnTo>
                <a:lnTo>
                  <a:pt x="3250" y="3277"/>
                </a:lnTo>
                <a:lnTo>
                  <a:pt x="3250" y="3278"/>
                </a:lnTo>
                <a:lnTo>
                  <a:pt x="3249" y="3278"/>
                </a:lnTo>
                <a:lnTo>
                  <a:pt x="3249" y="3279"/>
                </a:lnTo>
                <a:lnTo>
                  <a:pt x="3249" y="3280"/>
                </a:lnTo>
                <a:lnTo>
                  <a:pt x="3248" y="3280"/>
                </a:lnTo>
                <a:lnTo>
                  <a:pt x="3249" y="3281"/>
                </a:lnTo>
                <a:lnTo>
                  <a:pt x="3249" y="3282"/>
                </a:lnTo>
                <a:lnTo>
                  <a:pt x="3249" y="3283"/>
                </a:lnTo>
                <a:lnTo>
                  <a:pt x="3246" y="3282"/>
                </a:lnTo>
                <a:lnTo>
                  <a:pt x="3245" y="3282"/>
                </a:lnTo>
                <a:lnTo>
                  <a:pt x="3245" y="3283"/>
                </a:lnTo>
                <a:lnTo>
                  <a:pt x="3244" y="3283"/>
                </a:lnTo>
                <a:lnTo>
                  <a:pt x="3242" y="3284"/>
                </a:lnTo>
                <a:lnTo>
                  <a:pt x="3241" y="3284"/>
                </a:lnTo>
                <a:lnTo>
                  <a:pt x="3240" y="3284"/>
                </a:lnTo>
                <a:lnTo>
                  <a:pt x="3240" y="3285"/>
                </a:lnTo>
                <a:lnTo>
                  <a:pt x="3239" y="3285"/>
                </a:lnTo>
                <a:lnTo>
                  <a:pt x="3238" y="3285"/>
                </a:lnTo>
                <a:lnTo>
                  <a:pt x="3237" y="3286"/>
                </a:lnTo>
                <a:lnTo>
                  <a:pt x="3236" y="3285"/>
                </a:lnTo>
                <a:lnTo>
                  <a:pt x="3235" y="3285"/>
                </a:lnTo>
                <a:lnTo>
                  <a:pt x="3234" y="3285"/>
                </a:lnTo>
                <a:lnTo>
                  <a:pt x="3233" y="3285"/>
                </a:lnTo>
                <a:lnTo>
                  <a:pt x="3232" y="3285"/>
                </a:lnTo>
                <a:lnTo>
                  <a:pt x="3231" y="3285"/>
                </a:lnTo>
                <a:lnTo>
                  <a:pt x="3231" y="3286"/>
                </a:lnTo>
                <a:lnTo>
                  <a:pt x="3230" y="3286"/>
                </a:lnTo>
                <a:lnTo>
                  <a:pt x="3229" y="3286"/>
                </a:lnTo>
                <a:lnTo>
                  <a:pt x="3229" y="3285"/>
                </a:lnTo>
                <a:lnTo>
                  <a:pt x="3230" y="3284"/>
                </a:lnTo>
                <a:lnTo>
                  <a:pt x="3229" y="3284"/>
                </a:lnTo>
                <a:lnTo>
                  <a:pt x="3229" y="3283"/>
                </a:lnTo>
                <a:lnTo>
                  <a:pt x="3229" y="3284"/>
                </a:lnTo>
                <a:lnTo>
                  <a:pt x="3229" y="3285"/>
                </a:lnTo>
                <a:lnTo>
                  <a:pt x="3228" y="3285"/>
                </a:lnTo>
                <a:lnTo>
                  <a:pt x="3227" y="3286"/>
                </a:lnTo>
                <a:lnTo>
                  <a:pt x="3226" y="3287"/>
                </a:lnTo>
                <a:lnTo>
                  <a:pt x="3225" y="3287"/>
                </a:lnTo>
                <a:lnTo>
                  <a:pt x="3224" y="3288"/>
                </a:lnTo>
                <a:lnTo>
                  <a:pt x="3223" y="3288"/>
                </a:lnTo>
                <a:lnTo>
                  <a:pt x="3222" y="3288"/>
                </a:lnTo>
                <a:lnTo>
                  <a:pt x="3221" y="3287"/>
                </a:lnTo>
                <a:lnTo>
                  <a:pt x="3220" y="3286"/>
                </a:lnTo>
                <a:lnTo>
                  <a:pt x="3221" y="3286"/>
                </a:lnTo>
                <a:lnTo>
                  <a:pt x="3221" y="3285"/>
                </a:lnTo>
                <a:lnTo>
                  <a:pt x="3221" y="3284"/>
                </a:lnTo>
                <a:lnTo>
                  <a:pt x="3221" y="3283"/>
                </a:lnTo>
                <a:lnTo>
                  <a:pt x="3221" y="3284"/>
                </a:lnTo>
                <a:lnTo>
                  <a:pt x="3220" y="3285"/>
                </a:lnTo>
                <a:lnTo>
                  <a:pt x="3220" y="3286"/>
                </a:lnTo>
                <a:lnTo>
                  <a:pt x="3220" y="3287"/>
                </a:lnTo>
                <a:lnTo>
                  <a:pt x="3220" y="3288"/>
                </a:lnTo>
                <a:lnTo>
                  <a:pt x="3219" y="3289"/>
                </a:lnTo>
                <a:lnTo>
                  <a:pt x="3218" y="3289"/>
                </a:lnTo>
                <a:lnTo>
                  <a:pt x="3217" y="3289"/>
                </a:lnTo>
                <a:lnTo>
                  <a:pt x="3216" y="3289"/>
                </a:lnTo>
                <a:lnTo>
                  <a:pt x="3216" y="3290"/>
                </a:lnTo>
                <a:lnTo>
                  <a:pt x="3215" y="3290"/>
                </a:lnTo>
                <a:lnTo>
                  <a:pt x="3214" y="3290"/>
                </a:lnTo>
                <a:lnTo>
                  <a:pt x="3214" y="3289"/>
                </a:lnTo>
                <a:lnTo>
                  <a:pt x="3213" y="3289"/>
                </a:lnTo>
                <a:lnTo>
                  <a:pt x="3213" y="3290"/>
                </a:lnTo>
                <a:lnTo>
                  <a:pt x="3214" y="3290"/>
                </a:lnTo>
                <a:lnTo>
                  <a:pt x="3214" y="3291"/>
                </a:lnTo>
                <a:lnTo>
                  <a:pt x="3213" y="3291"/>
                </a:lnTo>
                <a:lnTo>
                  <a:pt x="3213" y="3290"/>
                </a:lnTo>
                <a:lnTo>
                  <a:pt x="3212" y="3290"/>
                </a:lnTo>
                <a:lnTo>
                  <a:pt x="3211" y="3290"/>
                </a:lnTo>
                <a:lnTo>
                  <a:pt x="3210" y="3289"/>
                </a:lnTo>
                <a:lnTo>
                  <a:pt x="3209" y="3289"/>
                </a:lnTo>
                <a:lnTo>
                  <a:pt x="3208" y="3289"/>
                </a:lnTo>
                <a:lnTo>
                  <a:pt x="3208" y="3288"/>
                </a:lnTo>
                <a:lnTo>
                  <a:pt x="3207" y="3288"/>
                </a:lnTo>
                <a:lnTo>
                  <a:pt x="3207" y="3287"/>
                </a:lnTo>
                <a:lnTo>
                  <a:pt x="3206" y="3287"/>
                </a:lnTo>
                <a:lnTo>
                  <a:pt x="3205" y="3287"/>
                </a:lnTo>
                <a:lnTo>
                  <a:pt x="3204" y="3286"/>
                </a:lnTo>
                <a:lnTo>
                  <a:pt x="3204" y="3287"/>
                </a:lnTo>
                <a:lnTo>
                  <a:pt x="3203" y="3287"/>
                </a:lnTo>
                <a:lnTo>
                  <a:pt x="3203" y="3286"/>
                </a:lnTo>
                <a:lnTo>
                  <a:pt x="3203" y="3285"/>
                </a:lnTo>
                <a:lnTo>
                  <a:pt x="3204" y="3285"/>
                </a:lnTo>
                <a:lnTo>
                  <a:pt x="3204" y="3284"/>
                </a:lnTo>
                <a:lnTo>
                  <a:pt x="3205" y="3284"/>
                </a:lnTo>
                <a:lnTo>
                  <a:pt x="3206" y="3282"/>
                </a:lnTo>
                <a:lnTo>
                  <a:pt x="3207" y="3283"/>
                </a:lnTo>
                <a:lnTo>
                  <a:pt x="3208" y="3283"/>
                </a:lnTo>
                <a:lnTo>
                  <a:pt x="3209" y="3282"/>
                </a:lnTo>
                <a:lnTo>
                  <a:pt x="3210" y="3282"/>
                </a:lnTo>
                <a:lnTo>
                  <a:pt x="3211" y="3281"/>
                </a:lnTo>
                <a:lnTo>
                  <a:pt x="3212" y="3281"/>
                </a:lnTo>
                <a:lnTo>
                  <a:pt x="3212" y="3280"/>
                </a:lnTo>
                <a:lnTo>
                  <a:pt x="3213" y="3280"/>
                </a:lnTo>
                <a:lnTo>
                  <a:pt x="3214" y="3279"/>
                </a:lnTo>
                <a:lnTo>
                  <a:pt x="3214" y="3278"/>
                </a:lnTo>
                <a:lnTo>
                  <a:pt x="3214" y="3277"/>
                </a:lnTo>
                <a:lnTo>
                  <a:pt x="3214" y="3276"/>
                </a:lnTo>
                <a:lnTo>
                  <a:pt x="3213" y="3276"/>
                </a:lnTo>
                <a:lnTo>
                  <a:pt x="3213" y="3275"/>
                </a:lnTo>
                <a:lnTo>
                  <a:pt x="3213" y="3274"/>
                </a:lnTo>
                <a:lnTo>
                  <a:pt x="3213" y="3275"/>
                </a:lnTo>
                <a:lnTo>
                  <a:pt x="3212" y="3275"/>
                </a:lnTo>
                <a:lnTo>
                  <a:pt x="3212" y="3274"/>
                </a:lnTo>
                <a:lnTo>
                  <a:pt x="3213" y="3274"/>
                </a:lnTo>
                <a:lnTo>
                  <a:pt x="3213" y="3273"/>
                </a:lnTo>
                <a:lnTo>
                  <a:pt x="3213" y="3272"/>
                </a:lnTo>
                <a:lnTo>
                  <a:pt x="3212" y="3272"/>
                </a:lnTo>
                <a:lnTo>
                  <a:pt x="3212" y="3273"/>
                </a:lnTo>
                <a:lnTo>
                  <a:pt x="3211" y="3273"/>
                </a:lnTo>
                <a:lnTo>
                  <a:pt x="3211" y="3272"/>
                </a:lnTo>
                <a:lnTo>
                  <a:pt x="3210" y="3272"/>
                </a:lnTo>
                <a:lnTo>
                  <a:pt x="3209" y="3272"/>
                </a:lnTo>
                <a:lnTo>
                  <a:pt x="3208" y="3272"/>
                </a:lnTo>
                <a:lnTo>
                  <a:pt x="3207" y="3272"/>
                </a:lnTo>
                <a:lnTo>
                  <a:pt x="3206" y="3271"/>
                </a:lnTo>
                <a:lnTo>
                  <a:pt x="3206" y="3269"/>
                </a:lnTo>
                <a:lnTo>
                  <a:pt x="3206" y="3268"/>
                </a:lnTo>
                <a:lnTo>
                  <a:pt x="3206" y="3267"/>
                </a:lnTo>
                <a:lnTo>
                  <a:pt x="3207" y="3267"/>
                </a:lnTo>
                <a:lnTo>
                  <a:pt x="3208" y="3267"/>
                </a:lnTo>
                <a:lnTo>
                  <a:pt x="3208" y="3266"/>
                </a:lnTo>
                <a:lnTo>
                  <a:pt x="3208" y="3265"/>
                </a:lnTo>
                <a:lnTo>
                  <a:pt x="3209" y="3265"/>
                </a:lnTo>
                <a:lnTo>
                  <a:pt x="3210" y="3265"/>
                </a:lnTo>
                <a:lnTo>
                  <a:pt x="3210" y="3264"/>
                </a:lnTo>
                <a:lnTo>
                  <a:pt x="3209" y="3265"/>
                </a:lnTo>
                <a:lnTo>
                  <a:pt x="3208" y="3265"/>
                </a:lnTo>
                <a:lnTo>
                  <a:pt x="3207" y="3266"/>
                </a:lnTo>
                <a:lnTo>
                  <a:pt x="3207" y="3267"/>
                </a:lnTo>
                <a:lnTo>
                  <a:pt x="3206" y="3267"/>
                </a:lnTo>
                <a:lnTo>
                  <a:pt x="3206" y="3268"/>
                </a:lnTo>
                <a:lnTo>
                  <a:pt x="3205" y="3268"/>
                </a:lnTo>
                <a:lnTo>
                  <a:pt x="3205" y="3269"/>
                </a:lnTo>
                <a:lnTo>
                  <a:pt x="3206" y="3269"/>
                </a:lnTo>
                <a:lnTo>
                  <a:pt x="3206" y="3270"/>
                </a:lnTo>
                <a:lnTo>
                  <a:pt x="3206" y="3271"/>
                </a:lnTo>
                <a:lnTo>
                  <a:pt x="3205" y="3271"/>
                </a:lnTo>
                <a:lnTo>
                  <a:pt x="3204" y="3271"/>
                </a:lnTo>
                <a:lnTo>
                  <a:pt x="3204" y="3270"/>
                </a:lnTo>
                <a:lnTo>
                  <a:pt x="3203" y="3270"/>
                </a:lnTo>
                <a:lnTo>
                  <a:pt x="3204" y="3270"/>
                </a:lnTo>
                <a:lnTo>
                  <a:pt x="3204" y="3269"/>
                </a:lnTo>
                <a:lnTo>
                  <a:pt x="3205" y="3269"/>
                </a:lnTo>
                <a:lnTo>
                  <a:pt x="3205" y="3268"/>
                </a:lnTo>
                <a:lnTo>
                  <a:pt x="3205" y="3267"/>
                </a:lnTo>
                <a:lnTo>
                  <a:pt x="3206" y="3267"/>
                </a:lnTo>
                <a:lnTo>
                  <a:pt x="3206" y="3266"/>
                </a:lnTo>
                <a:lnTo>
                  <a:pt x="3205" y="3266"/>
                </a:lnTo>
                <a:lnTo>
                  <a:pt x="3205" y="3265"/>
                </a:lnTo>
                <a:lnTo>
                  <a:pt x="3206" y="3265"/>
                </a:lnTo>
                <a:lnTo>
                  <a:pt x="3207" y="3264"/>
                </a:lnTo>
                <a:lnTo>
                  <a:pt x="3206" y="3264"/>
                </a:lnTo>
                <a:lnTo>
                  <a:pt x="3206" y="3265"/>
                </a:lnTo>
                <a:lnTo>
                  <a:pt x="3205" y="3265"/>
                </a:lnTo>
                <a:lnTo>
                  <a:pt x="3205" y="3266"/>
                </a:lnTo>
                <a:lnTo>
                  <a:pt x="3205" y="3267"/>
                </a:lnTo>
                <a:lnTo>
                  <a:pt x="3204" y="3268"/>
                </a:lnTo>
                <a:lnTo>
                  <a:pt x="3203" y="3268"/>
                </a:lnTo>
                <a:lnTo>
                  <a:pt x="3202" y="3268"/>
                </a:lnTo>
                <a:lnTo>
                  <a:pt x="3202" y="3269"/>
                </a:lnTo>
                <a:lnTo>
                  <a:pt x="3201" y="3269"/>
                </a:lnTo>
                <a:lnTo>
                  <a:pt x="3200" y="3269"/>
                </a:lnTo>
                <a:lnTo>
                  <a:pt x="3200" y="3270"/>
                </a:lnTo>
                <a:lnTo>
                  <a:pt x="3199" y="3270"/>
                </a:lnTo>
                <a:lnTo>
                  <a:pt x="3198" y="3270"/>
                </a:lnTo>
                <a:lnTo>
                  <a:pt x="3197" y="3271"/>
                </a:lnTo>
                <a:lnTo>
                  <a:pt x="3196" y="3271"/>
                </a:lnTo>
                <a:lnTo>
                  <a:pt x="3195" y="3271"/>
                </a:lnTo>
                <a:lnTo>
                  <a:pt x="3195" y="3270"/>
                </a:lnTo>
                <a:lnTo>
                  <a:pt x="3194" y="3270"/>
                </a:lnTo>
                <a:lnTo>
                  <a:pt x="3193" y="3270"/>
                </a:lnTo>
                <a:lnTo>
                  <a:pt x="3193" y="3269"/>
                </a:lnTo>
                <a:lnTo>
                  <a:pt x="3192" y="3269"/>
                </a:lnTo>
                <a:lnTo>
                  <a:pt x="3191" y="3269"/>
                </a:lnTo>
                <a:lnTo>
                  <a:pt x="3191" y="3267"/>
                </a:lnTo>
                <a:lnTo>
                  <a:pt x="3190" y="3266"/>
                </a:lnTo>
                <a:lnTo>
                  <a:pt x="3189" y="3265"/>
                </a:lnTo>
                <a:lnTo>
                  <a:pt x="3190" y="3265"/>
                </a:lnTo>
                <a:lnTo>
                  <a:pt x="3189" y="3265"/>
                </a:lnTo>
                <a:lnTo>
                  <a:pt x="3189" y="3264"/>
                </a:lnTo>
                <a:lnTo>
                  <a:pt x="3188" y="3264"/>
                </a:lnTo>
                <a:lnTo>
                  <a:pt x="3187" y="3264"/>
                </a:lnTo>
                <a:lnTo>
                  <a:pt x="3187" y="3263"/>
                </a:lnTo>
                <a:lnTo>
                  <a:pt x="3186" y="3262"/>
                </a:lnTo>
                <a:lnTo>
                  <a:pt x="3186" y="3261"/>
                </a:lnTo>
                <a:lnTo>
                  <a:pt x="3186" y="3260"/>
                </a:lnTo>
                <a:lnTo>
                  <a:pt x="3187" y="3260"/>
                </a:lnTo>
                <a:lnTo>
                  <a:pt x="3187" y="3259"/>
                </a:lnTo>
                <a:lnTo>
                  <a:pt x="3187" y="3258"/>
                </a:lnTo>
                <a:lnTo>
                  <a:pt x="3187" y="3257"/>
                </a:lnTo>
                <a:lnTo>
                  <a:pt x="3187" y="3256"/>
                </a:lnTo>
                <a:lnTo>
                  <a:pt x="3188" y="3256"/>
                </a:lnTo>
                <a:lnTo>
                  <a:pt x="3189" y="3256"/>
                </a:lnTo>
                <a:lnTo>
                  <a:pt x="3189" y="3257"/>
                </a:lnTo>
                <a:lnTo>
                  <a:pt x="3189" y="3256"/>
                </a:lnTo>
                <a:lnTo>
                  <a:pt x="3190" y="3256"/>
                </a:lnTo>
                <a:lnTo>
                  <a:pt x="3190" y="3255"/>
                </a:lnTo>
                <a:lnTo>
                  <a:pt x="3191" y="3255"/>
                </a:lnTo>
                <a:lnTo>
                  <a:pt x="3190" y="3255"/>
                </a:lnTo>
                <a:lnTo>
                  <a:pt x="3189" y="3256"/>
                </a:lnTo>
                <a:lnTo>
                  <a:pt x="3189" y="3255"/>
                </a:lnTo>
                <a:lnTo>
                  <a:pt x="3189" y="3254"/>
                </a:lnTo>
                <a:lnTo>
                  <a:pt x="3190" y="3254"/>
                </a:lnTo>
                <a:lnTo>
                  <a:pt x="3190" y="3253"/>
                </a:lnTo>
                <a:lnTo>
                  <a:pt x="3189" y="3253"/>
                </a:lnTo>
                <a:lnTo>
                  <a:pt x="3189" y="3254"/>
                </a:lnTo>
                <a:lnTo>
                  <a:pt x="3189" y="3255"/>
                </a:lnTo>
                <a:lnTo>
                  <a:pt x="3188" y="3255"/>
                </a:lnTo>
                <a:lnTo>
                  <a:pt x="3187" y="3255"/>
                </a:lnTo>
                <a:lnTo>
                  <a:pt x="3187" y="3256"/>
                </a:lnTo>
                <a:lnTo>
                  <a:pt x="3187" y="3255"/>
                </a:lnTo>
                <a:lnTo>
                  <a:pt x="3187" y="3254"/>
                </a:lnTo>
                <a:lnTo>
                  <a:pt x="3187" y="3253"/>
                </a:lnTo>
                <a:lnTo>
                  <a:pt x="3187" y="3252"/>
                </a:lnTo>
                <a:lnTo>
                  <a:pt x="3186" y="3252"/>
                </a:lnTo>
                <a:lnTo>
                  <a:pt x="3186" y="3250"/>
                </a:lnTo>
                <a:lnTo>
                  <a:pt x="3185" y="3250"/>
                </a:lnTo>
                <a:lnTo>
                  <a:pt x="3184" y="3250"/>
                </a:lnTo>
                <a:lnTo>
                  <a:pt x="3184" y="3249"/>
                </a:lnTo>
                <a:lnTo>
                  <a:pt x="3184" y="3250"/>
                </a:lnTo>
                <a:lnTo>
                  <a:pt x="3185" y="3251"/>
                </a:lnTo>
                <a:lnTo>
                  <a:pt x="3185" y="3250"/>
                </a:lnTo>
                <a:lnTo>
                  <a:pt x="3185" y="3251"/>
                </a:lnTo>
                <a:lnTo>
                  <a:pt x="3185" y="3252"/>
                </a:lnTo>
                <a:lnTo>
                  <a:pt x="3184" y="3251"/>
                </a:lnTo>
                <a:lnTo>
                  <a:pt x="3183" y="3251"/>
                </a:lnTo>
                <a:lnTo>
                  <a:pt x="3184" y="3251"/>
                </a:lnTo>
                <a:lnTo>
                  <a:pt x="3184" y="3252"/>
                </a:lnTo>
                <a:lnTo>
                  <a:pt x="3184" y="3253"/>
                </a:lnTo>
                <a:lnTo>
                  <a:pt x="3185" y="3253"/>
                </a:lnTo>
                <a:lnTo>
                  <a:pt x="3186" y="3253"/>
                </a:lnTo>
                <a:lnTo>
                  <a:pt x="3186" y="3254"/>
                </a:lnTo>
                <a:lnTo>
                  <a:pt x="3186" y="3255"/>
                </a:lnTo>
                <a:lnTo>
                  <a:pt x="3186" y="3256"/>
                </a:lnTo>
                <a:lnTo>
                  <a:pt x="3185" y="3258"/>
                </a:lnTo>
                <a:lnTo>
                  <a:pt x="3184" y="3258"/>
                </a:lnTo>
                <a:lnTo>
                  <a:pt x="3185" y="3258"/>
                </a:lnTo>
                <a:lnTo>
                  <a:pt x="3185" y="3259"/>
                </a:lnTo>
                <a:lnTo>
                  <a:pt x="3185" y="3260"/>
                </a:lnTo>
                <a:lnTo>
                  <a:pt x="3184" y="3260"/>
                </a:lnTo>
                <a:lnTo>
                  <a:pt x="3183" y="3259"/>
                </a:lnTo>
                <a:lnTo>
                  <a:pt x="3183" y="3260"/>
                </a:lnTo>
                <a:lnTo>
                  <a:pt x="3184" y="3260"/>
                </a:lnTo>
                <a:lnTo>
                  <a:pt x="3184" y="3261"/>
                </a:lnTo>
                <a:lnTo>
                  <a:pt x="3184" y="3262"/>
                </a:lnTo>
                <a:lnTo>
                  <a:pt x="3185" y="3262"/>
                </a:lnTo>
                <a:lnTo>
                  <a:pt x="3185" y="3263"/>
                </a:lnTo>
                <a:lnTo>
                  <a:pt x="3185" y="3264"/>
                </a:lnTo>
                <a:lnTo>
                  <a:pt x="3185" y="3265"/>
                </a:lnTo>
                <a:lnTo>
                  <a:pt x="3186" y="3266"/>
                </a:lnTo>
                <a:lnTo>
                  <a:pt x="3187" y="3266"/>
                </a:lnTo>
                <a:lnTo>
                  <a:pt x="3187" y="3267"/>
                </a:lnTo>
                <a:lnTo>
                  <a:pt x="3187" y="3268"/>
                </a:lnTo>
                <a:lnTo>
                  <a:pt x="3186" y="3268"/>
                </a:lnTo>
                <a:lnTo>
                  <a:pt x="3185" y="3269"/>
                </a:lnTo>
                <a:lnTo>
                  <a:pt x="3184" y="3269"/>
                </a:lnTo>
                <a:lnTo>
                  <a:pt x="3184" y="3268"/>
                </a:lnTo>
                <a:lnTo>
                  <a:pt x="3183" y="3268"/>
                </a:lnTo>
                <a:lnTo>
                  <a:pt x="3183" y="3267"/>
                </a:lnTo>
                <a:lnTo>
                  <a:pt x="3182" y="3267"/>
                </a:lnTo>
                <a:lnTo>
                  <a:pt x="3182" y="3268"/>
                </a:lnTo>
                <a:lnTo>
                  <a:pt x="3181" y="3268"/>
                </a:lnTo>
                <a:lnTo>
                  <a:pt x="3181" y="3267"/>
                </a:lnTo>
                <a:lnTo>
                  <a:pt x="3180" y="3267"/>
                </a:lnTo>
                <a:lnTo>
                  <a:pt x="3179" y="3268"/>
                </a:lnTo>
                <a:lnTo>
                  <a:pt x="3178" y="3268"/>
                </a:lnTo>
                <a:lnTo>
                  <a:pt x="3177" y="3269"/>
                </a:lnTo>
                <a:lnTo>
                  <a:pt x="3176" y="3269"/>
                </a:lnTo>
                <a:lnTo>
                  <a:pt x="3176" y="3270"/>
                </a:lnTo>
                <a:lnTo>
                  <a:pt x="3176" y="3269"/>
                </a:lnTo>
                <a:lnTo>
                  <a:pt x="3175" y="3269"/>
                </a:lnTo>
                <a:lnTo>
                  <a:pt x="3175" y="3268"/>
                </a:lnTo>
                <a:lnTo>
                  <a:pt x="3175" y="3267"/>
                </a:lnTo>
                <a:lnTo>
                  <a:pt x="3175" y="3266"/>
                </a:lnTo>
                <a:lnTo>
                  <a:pt x="3174" y="3266"/>
                </a:lnTo>
                <a:lnTo>
                  <a:pt x="3173" y="3265"/>
                </a:lnTo>
                <a:lnTo>
                  <a:pt x="3173" y="3264"/>
                </a:lnTo>
                <a:lnTo>
                  <a:pt x="3174" y="3264"/>
                </a:lnTo>
                <a:lnTo>
                  <a:pt x="3174" y="3263"/>
                </a:lnTo>
                <a:lnTo>
                  <a:pt x="3173" y="3262"/>
                </a:lnTo>
                <a:lnTo>
                  <a:pt x="3173" y="3261"/>
                </a:lnTo>
                <a:lnTo>
                  <a:pt x="3173" y="3260"/>
                </a:lnTo>
                <a:lnTo>
                  <a:pt x="3173" y="3259"/>
                </a:lnTo>
                <a:lnTo>
                  <a:pt x="3173" y="3258"/>
                </a:lnTo>
                <a:lnTo>
                  <a:pt x="3174" y="3257"/>
                </a:lnTo>
                <a:lnTo>
                  <a:pt x="3173" y="3257"/>
                </a:lnTo>
                <a:lnTo>
                  <a:pt x="3174" y="3257"/>
                </a:lnTo>
                <a:lnTo>
                  <a:pt x="3173" y="3257"/>
                </a:lnTo>
                <a:lnTo>
                  <a:pt x="3173" y="3258"/>
                </a:lnTo>
                <a:lnTo>
                  <a:pt x="3172" y="3259"/>
                </a:lnTo>
                <a:lnTo>
                  <a:pt x="3172" y="3260"/>
                </a:lnTo>
                <a:lnTo>
                  <a:pt x="3172" y="3261"/>
                </a:lnTo>
                <a:lnTo>
                  <a:pt x="3171" y="3261"/>
                </a:lnTo>
                <a:lnTo>
                  <a:pt x="3171" y="3260"/>
                </a:lnTo>
                <a:lnTo>
                  <a:pt x="3171" y="3259"/>
                </a:lnTo>
                <a:lnTo>
                  <a:pt x="3170" y="3259"/>
                </a:lnTo>
                <a:lnTo>
                  <a:pt x="3169" y="3259"/>
                </a:lnTo>
                <a:lnTo>
                  <a:pt x="3168" y="3258"/>
                </a:lnTo>
                <a:lnTo>
                  <a:pt x="3168" y="3259"/>
                </a:lnTo>
                <a:lnTo>
                  <a:pt x="3170" y="3260"/>
                </a:lnTo>
                <a:lnTo>
                  <a:pt x="3170" y="3261"/>
                </a:lnTo>
                <a:lnTo>
                  <a:pt x="3169" y="3261"/>
                </a:lnTo>
                <a:lnTo>
                  <a:pt x="3169" y="3262"/>
                </a:lnTo>
                <a:lnTo>
                  <a:pt x="3170" y="3264"/>
                </a:lnTo>
                <a:lnTo>
                  <a:pt x="3168" y="3264"/>
                </a:lnTo>
                <a:lnTo>
                  <a:pt x="3166" y="3262"/>
                </a:lnTo>
                <a:lnTo>
                  <a:pt x="3166" y="3261"/>
                </a:lnTo>
                <a:lnTo>
                  <a:pt x="3167" y="3261"/>
                </a:lnTo>
                <a:lnTo>
                  <a:pt x="3167" y="3259"/>
                </a:lnTo>
                <a:lnTo>
                  <a:pt x="3166" y="3259"/>
                </a:lnTo>
                <a:lnTo>
                  <a:pt x="3166" y="3257"/>
                </a:lnTo>
                <a:lnTo>
                  <a:pt x="3167" y="3257"/>
                </a:lnTo>
                <a:lnTo>
                  <a:pt x="3167" y="3256"/>
                </a:lnTo>
                <a:lnTo>
                  <a:pt x="3167" y="3255"/>
                </a:lnTo>
                <a:lnTo>
                  <a:pt x="3168" y="3254"/>
                </a:lnTo>
                <a:lnTo>
                  <a:pt x="3167" y="3254"/>
                </a:lnTo>
                <a:lnTo>
                  <a:pt x="3168" y="3253"/>
                </a:lnTo>
                <a:lnTo>
                  <a:pt x="3168" y="3252"/>
                </a:lnTo>
                <a:lnTo>
                  <a:pt x="3169" y="3252"/>
                </a:lnTo>
                <a:lnTo>
                  <a:pt x="3169" y="3251"/>
                </a:lnTo>
                <a:lnTo>
                  <a:pt x="3170" y="3251"/>
                </a:lnTo>
                <a:lnTo>
                  <a:pt x="3170" y="3250"/>
                </a:lnTo>
                <a:lnTo>
                  <a:pt x="3169" y="3251"/>
                </a:lnTo>
                <a:lnTo>
                  <a:pt x="3169" y="3252"/>
                </a:lnTo>
                <a:lnTo>
                  <a:pt x="3168" y="3252"/>
                </a:lnTo>
                <a:lnTo>
                  <a:pt x="3168" y="3251"/>
                </a:lnTo>
                <a:lnTo>
                  <a:pt x="3168" y="3250"/>
                </a:lnTo>
                <a:lnTo>
                  <a:pt x="3167" y="3250"/>
                </a:lnTo>
                <a:lnTo>
                  <a:pt x="3167" y="3251"/>
                </a:lnTo>
                <a:lnTo>
                  <a:pt x="3168" y="3251"/>
                </a:lnTo>
                <a:lnTo>
                  <a:pt x="3168" y="3252"/>
                </a:lnTo>
                <a:lnTo>
                  <a:pt x="3168" y="3253"/>
                </a:lnTo>
                <a:lnTo>
                  <a:pt x="3167" y="3253"/>
                </a:lnTo>
                <a:lnTo>
                  <a:pt x="3167" y="3254"/>
                </a:lnTo>
                <a:lnTo>
                  <a:pt x="3166" y="3253"/>
                </a:lnTo>
                <a:lnTo>
                  <a:pt x="3165" y="3253"/>
                </a:lnTo>
                <a:lnTo>
                  <a:pt x="3166" y="3253"/>
                </a:lnTo>
                <a:lnTo>
                  <a:pt x="3166" y="3254"/>
                </a:lnTo>
                <a:lnTo>
                  <a:pt x="3166" y="3255"/>
                </a:lnTo>
                <a:lnTo>
                  <a:pt x="3167" y="3255"/>
                </a:lnTo>
                <a:lnTo>
                  <a:pt x="3166" y="3255"/>
                </a:lnTo>
                <a:lnTo>
                  <a:pt x="3166" y="3256"/>
                </a:lnTo>
                <a:lnTo>
                  <a:pt x="3166" y="3257"/>
                </a:lnTo>
                <a:lnTo>
                  <a:pt x="3165" y="3257"/>
                </a:lnTo>
                <a:lnTo>
                  <a:pt x="3165" y="3260"/>
                </a:lnTo>
                <a:lnTo>
                  <a:pt x="3164" y="3260"/>
                </a:lnTo>
                <a:lnTo>
                  <a:pt x="3165" y="3260"/>
                </a:lnTo>
                <a:lnTo>
                  <a:pt x="3164" y="3261"/>
                </a:lnTo>
                <a:lnTo>
                  <a:pt x="3164" y="3260"/>
                </a:lnTo>
                <a:lnTo>
                  <a:pt x="3163" y="3260"/>
                </a:lnTo>
                <a:lnTo>
                  <a:pt x="3163" y="3259"/>
                </a:lnTo>
                <a:lnTo>
                  <a:pt x="3163" y="3258"/>
                </a:lnTo>
                <a:lnTo>
                  <a:pt x="3163" y="3257"/>
                </a:lnTo>
                <a:lnTo>
                  <a:pt x="3163" y="3256"/>
                </a:lnTo>
                <a:lnTo>
                  <a:pt x="3163" y="3255"/>
                </a:lnTo>
                <a:lnTo>
                  <a:pt x="3162" y="3255"/>
                </a:lnTo>
                <a:lnTo>
                  <a:pt x="3163" y="3254"/>
                </a:lnTo>
                <a:lnTo>
                  <a:pt x="3162" y="3254"/>
                </a:lnTo>
                <a:lnTo>
                  <a:pt x="3162" y="3253"/>
                </a:lnTo>
                <a:lnTo>
                  <a:pt x="3161" y="3253"/>
                </a:lnTo>
                <a:lnTo>
                  <a:pt x="3161" y="3252"/>
                </a:lnTo>
                <a:lnTo>
                  <a:pt x="3160" y="3252"/>
                </a:lnTo>
                <a:lnTo>
                  <a:pt x="3160" y="3251"/>
                </a:lnTo>
                <a:lnTo>
                  <a:pt x="3160" y="3250"/>
                </a:lnTo>
                <a:lnTo>
                  <a:pt x="3161" y="3250"/>
                </a:lnTo>
                <a:lnTo>
                  <a:pt x="3161" y="3249"/>
                </a:lnTo>
                <a:lnTo>
                  <a:pt x="3162" y="3249"/>
                </a:lnTo>
                <a:lnTo>
                  <a:pt x="3162" y="3248"/>
                </a:lnTo>
                <a:lnTo>
                  <a:pt x="3163" y="3248"/>
                </a:lnTo>
                <a:lnTo>
                  <a:pt x="3163" y="3247"/>
                </a:lnTo>
                <a:lnTo>
                  <a:pt x="3163" y="3246"/>
                </a:lnTo>
                <a:lnTo>
                  <a:pt x="3164" y="3246"/>
                </a:lnTo>
                <a:lnTo>
                  <a:pt x="3164" y="3245"/>
                </a:lnTo>
                <a:lnTo>
                  <a:pt x="3163" y="3244"/>
                </a:lnTo>
                <a:lnTo>
                  <a:pt x="3164" y="3244"/>
                </a:lnTo>
                <a:lnTo>
                  <a:pt x="3164" y="3243"/>
                </a:lnTo>
                <a:lnTo>
                  <a:pt x="3165" y="3243"/>
                </a:lnTo>
                <a:lnTo>
                  <a:pt x="3165" y="3242"/>
                </a:lnTo>
                <a:lnTo>
                  <a:pt x="3166" y="3242"/>
                </a:lnTo>
                <a:lnTo>
                  <a:pt x="3166" y="3241"/>
                </a:lnTo>
                <a:lnTo>
                  <a:pt x="3165" y="3241"/>
                </a:lnTo>
                <a:lnTo>
                  <a:pt x="3165" y="3240"/>
                </a:lnTo>
                <a:lnTo>
                  <a:pt x="3165" y="3241"/>
                </a:lnTo>
                <a:lnTo>
                  <a:pt x="3164" y="3241"/>
                </a:lnTo>
                <a:lnTo>
                  <a:pt x="3164" y="3240"/>
                </a:lnTo>
                <a:lnTo>
                  <a:pt x="3163" y="3240"/>
                </a:lnTo>
                <a:lnTo>
                  <a:pt x="3163" y="3241"/>
                </a:lnTo>
                <a:lnTo>
                  <a:pt x="3162" y="3241"/>
                </a:lnTo>
                <a:lnTo>
                  <a:pt x="3161" y="3241"/>
                </a:lnTo>
                <a:lnTo>
                  <a:pt x="3160" y="3241"/>
                </a:lnTo>
                <a:lnTo>
                  <a:pt x="3159" y="3241"/>
                </a:lnTo>
                <a:lnTo>
                  <a:pt x="3158" y="3241"/>
                </a:lnTo>
                <a:lnTo>
                  <a:pt x="3158" y="3240"/>
                </a:lnTo>
                <a:lnTo>
                  <a:pt x="3158" y="3239"/>
                </a:lnTo>
                <a:lnTo>
                  <a:pt x="3159" y="3239"/>
                </a:lnTo>
                <a:lnTo>
                  <a:pt x="3159" y="3238"/>
                </a:lnTo>
                <a:lnTo>
                  <a:pt x="3158" y="3238"/>
                </a:lnTo>
                <a:lnTo>
                  <a:pt x="3158" y="3239"/>
                </a:lnTo>
                <a:lnTo>
                  <a:pt x="3157" y="3240"/>
                </a:lnTo>
                <a:lnTo>
                  <a:pt x="3157" y="3241"/>
                </a:lnTo>
                <a:lnTo>
                  <a:pt x="3156" y="3241"/>
                </a:lnTo>
                <a:lnTo>
                  <a:pt x="3156" y="3242"/>
                </a:lnTo>
                <a:lnTo>
                  <a:pt x="3155" y="3241"/>
                </a:lnTo>
                <a:lnTo>
                  <a:pt x="3154" y="3242"/>
                </a:lnTo>
                <a:lnTo>
                  <a:pt x="3154" y="3243"/>
                </a:lnTo>
                <a:lnTo>
                  <a:pt x="3155" y="3243"/>
                </a:lnTo>
                <a:lnTo>
                  <a:pt x="3154" y="3243"/>
                </a:lnTo>
                <a:lnTo>
                  <a:pt x="3153" y="3243"/>
                </a:lnTo>
                <a:lnTo>
                  <a:pt x="3152" y="3243"/>
                </a:lnTo>
                <a:lnTo>
                  <a:pt x="3153" y="3244"/>
                </a:lnTo>
                <a:lnTo>
                  <a:pt x="3153" y="3243"/>
                </a:lnTo>
                <a:lnTo>
                  <a:pt x="3153" y="3244"/>
                </a:lnTo>
                <a:lnTo>
                  <a:pt x="3153" y="3245"/>
                </a:lnTo>
                <a:lnTo>
                  <a:pt x="3153" y="3246"/>
                </a:lnTo>
                <a:lnTo>
                  <a:pt x="3152" y="3246"/>
                </a:lnTo>
                <a:lnTo>
                  <a:pt x="3152" y="3245"/>
                </a:lnTo>
                <a:lnTo>
                  <a:pt x="3151" y="3245"/>
                </a:lnTo>
                <a:lnTo>
                  <a:pt x="3151" y="3244"/>
                </a:lnTo>
                <a:lnTo>
                  <a:pt x="3150" y="3244"/>
                </a:lnTo>
                <a:lnTo>
                  <a:pt x="3150" y="3243"/>
                </a:lnTo>
                <a:lnTo>
                  <a:pt x="3151" y="3243"/>
                </a:lnTo>
                <a:lnTo>
                  <a:pt x="3150" y="3243"/>
                </a:lnTo>
                <a:lnTo>
                  <a:pt x="3150" y="3244"/>
                </a:lnTo>
                <a:lnTo>
                  <a:pt x="3151" y="3245"/>
                </a:lnTo>
                <a:lnTo>
                  <a:pt x="3151" y="3246"/>
                </a:lnTo>
                <a:lnTo>
                  <a:pt x="3152" y="3247"/>
                </a:lnTo>
                <a:lnTo>
                  <a:pt x="3153" y="3247"/>
                </a:lnTo>
                <a:lnTo>
                  <a:pt x="3153" y="3248"/>
                </a:lnTo>
                <a:lnTo>
                  <a:pt x="3154" y="3248"/>
                </a:lnTo>
                <a:lnTo>
                  <a:pt x="3154" y="3249"/>
                </a:lnTo>
                <a:lnTo>
                  <a:pt x="3154" y="3250"/>
                </a:lnTo>
                <a:lnTo>
                  <a:pt x="3155" y="3250"/>
                </a:lnTo>
                <a:lnTo>
                  <a:pt x="3155" y="3251"/>
                </a:lnTo>
                <a:lnTo>
                  <a:pt x="3155" y="3252"/>
                </a:lnTo>
                <a:lnTo>
                  <a:pt x="3155" y="3253"/>
                </a:lnTo>
                <a:lnTo>
                  <a:pt x="3155" y="3254"/>
                </a:lnTo>
                <a:lnTo>
                  <a:pt x="3155" y="3253"/>
                </a:lnTo>
                <a:lnTo>
                  <a:pt x="3156" y="3253"/>
                </a:lnTo>
                <a:lnTo>
                  <a:pt x="3156" y="3254"/>
                </a:lnTo>
                <a:lnTo>
                  <a:pt x="3156" y="3255"/>
                </a:lnTo>
                <a:lnTo>
                  <a:pt x="3157" y="3255"/>
                </a:lnTo>
                <a:lnTo>
                  <a:pt x="3158" y="3255"/>
                </a:lnTo>
                <a:lnTo>
                  <a:pt x="3159" y="3255"/>
                </a:lnTo>
                <a:lnTo>
                  <a:pt x="3158" y="3256"/>
                </a:lnTo>
                <a:lnTo>
                  <a:pt x="3158" y="3257"/>
                </a:lnTo>
                <a:lnTo>
                  <a:pt x="3157" y="3257"/>
                </a:lnTo>
                <a:lnTo>
                  <a:pt x="3156" y="3257"/>
                </a:lnTo>
                <a:lnTo>
                  <a:pt x="3156" y="3258"/>
                </a:lnTo>
                <a:lnTo>
                  <a:pt x="3155" y="3258"/>
                </a:lnTo>
                <a:lnTo>
                  <a:pt x="3155" y="3257"/>
                </a:lnTo>
                <a:lnTo>
                  <a:pt x="3155" y="3258"/>
                </a:lnTo>
                <a:lnTo>
                  <a:pt x="3154" y="3257"/>
                </a:lnTo>
                <a:lnTo>
                  <a:pt x="3155" y="3257"/>
                </a:lnTo>
                <a:lnTo>
                  <a:pt x="3155" y="3256"/>
                </a:lnTo>
                <a:lnTo>
                  <a:pt x="3155" y="3255"/>
                </a:lnTo>
                <a:lnTo>
                  <a:pt x="3154" y="3255"/>
                </a:lnTo>
                <a:lnTo>
                  <a:pt x="3154" y="3256"/>
                </a:lnTo>
                <a:lnTo>
                  <a:pt x="3154" y="3257"/>
                </a:lnTo>
                <a:lnTo>
                  <a:pt x="3154" y="3258"/>
                </a:lnTo>
                <a:lnTo>
                  <a:pt x="3155" y="3258"/>
                </a:lnTo>
                <a:lnTo>
                  <a:pt x="3155" y="3259"/>
                </a:lnTo>
                <a:lnTo>
                  <a:pt x="3154" y="3260"/>
                </a:lnTo>
                <a:lnTo>
                  <a:pt x="3155" y="3260"/>
                </a:lnTo>
                <a:lnTo>
                  <a:pt x="3155" y="3259"/>
                </a:lnTo>
                <a:lnTo>
                  <a:pt x="3156" y="3260"/>
                </a:lnTo>
                <a:lnTo>
                  <a:pt x="3156" y="3259"/>
                </a:lnTo>
                <a:lnTo>
                  <a:pt x="3157" y="3259"/>
                </a:lnTo>
                <a:lnTo>
                  <a:pt x="3157" y="3258"/>
                </a:lnTo>
                <a:lnTo>
                  <a:pt x="3158" y="3258"/>
                </a:lnTo>
                <a:lnTo>
                  <a:pt x="3159" y="3258"/>
                </a:lnTo>
                <a:lnTo>
                  <a:pt x="3159" y="3259"/>
                </a:lnTo>
                <a:lnTo>
                  <a:pt x="3158" y="3259"/>
                </a:lnTo>
                <a:lnTo>
                  <a:pt x="3158" y="3260"/>
                </a:lnTo>
                <a:lnTo>
                  <a:pt x="3157" y="3260"/>
                </a:lnTo>
                <a:lnTo>
                  <a:pt x="3158" y="3260"/>
                </a:lnTo>
                <a:lnTo>
                  <a:pt x="3158" y="3261"/>
                </a:lnTo>
                <a:lnTo>
                  <a:pt x="3157" y="3261"/>
                </a:lnTo>
                <a:lnTo>
                  <a:pt x="3157" y="3262"/>
                </a:lnTo>
                <a:lnTo>
                  <a:pt x="3157" y="3261"/>
                </a:lnTo>
                <a:lnTo>
                  <a:pt x="3158" y="3261"/>
                </a:lnTo>
                <a:lnTo>
                  <a:pt x="3159" y="3261"/>
                </a:lnTo>
                <a:lnTo>
                  <a:pt x="3159" y="3260"/>
                </a:lnTo>
                <a:lnTo>
                  <a:pt x="3160" y="3260"/>
                </a:lnTo>
                <a:lnTo>
                  <a:pt x="3160" y="3261"/>
                </a:lnTo>
                <a:lnTo>
                  <a:pt x="3160" y="3262"/>
                </a:lnTo>
                <a:lnTo>
                  <a:pt x="3160" y="3263"/>
                </a:lnTo>
                <a:lnTo>
                  <a:pt x="3160" y="3264"/>
                </a:lnTo>
                <a:lnTo>
                  <a:pt x="3159" y="3264"/>
                </a:lnTo>
                <a:lnTo>
                  <a:pt x="3158" y="3264"/>
                </a:lnTo>
                <a:lnTo>
                  <a:pt x="3158" y="3265"/>
                </a:lnTo>
                <a:lnTo>
                  <a:pt x="3159" y="3265"/>
                </a:lnTo>
                <a:lnTo>
                  <a:pt x="3159" y="3264"/>
                </a:lnTo>
                <a:lnTo>
                  <a:pt x="3159" y="3265"/>
                </a:lnTo>
                <a:lnTo>
                  <a:pt x="3159" y="3266"/>
                </a:lnTo>
                <a:lnTo>
                  <a:pt x="3158" y="3267"/>
                </a:lnTo>
                <a:lnTo>
                  <a:pt x="3157" y="3267"/>
                </a:lnTo>
                <a:lnTo>
                  <a:pt x="3156" y="3267"/>
                </a:lnTo>
                <a:lnTo>
                  <a:pt x="3157" y="3267"/>
                </a:lnTo>
                <a:lnTo>
                  <a:pt x="3157" y="3268"/>
                </a:lnTo>
                <a:lnTo>
                  <a:pt x="3157" y="3269"/>
                </a:lnTo>
                <a:lnTo>
                  <a:pt x="3156" y="3269"/>
                </a:lnTo>
                <a:lnTo>
                  <a:pt x="3157" y="3269"/>
                </a:lnTo>
                <a:lnTo>
                  <a:pt x="3156" y="3270"/>
                </a:lnTo>
                <a:lnTo>
                  <a:pt x="3156" y="3271"/>
                </a:lnTo>
                <a:lnTo>
                  <a:pt x="3155" y="3271"/>
                </a:lnTo>
                <a:lnTo>
                  <a:pt x="3155" y="3272"/>
                </a:lnTo>
                <a:lnTo>
                  <a:pt x="3153" y="3272"/>
                </a:lnTo>
                <a:lnTo>
                  <a:pt x="3152" y="3272"/>
                </a:lnTo>
                <a:lnTo>
                  <a:pt x="3152" y="3271"/>
                </a:lnTo>
                <a:lnTo>
                  <a:pt x="3153" y="3270"/>
                </a:lnTo>
                <a:lnTo>
                  <a:pt x="3154" y="3270"/>
                </a:lnTo>
                <a:lnTo>
                  <a:pt x="3154" y="3269"/>
                </a:lnTo>
                <a:lnTo>
                  <a:pt x="3153" y="3269"/>
                </a:lnTo>
                <a:lnTo>
                  <a:pt x="3153" y="3270"/>
                </a:lnTo>
                <a:lnTo>
                  <a:pt x="3152" y="3270"/>
                </a:lnTo>
                <a:lnTo>
                  <a:pt x="3152" y="3271"/>
                </a:lnTo>
                <a:lnTo>
                  <a:pt x="3152" y="3272"/>
                </a:lnTo>
                <a:lnTo>
                  <a:pt x="3152" y="3273"/>
                </a:lnTo>
                <a:lnTo>
                  <a:pt x="3152" y="3274"/>
                </a:lnTo>
                <a:lnTo>
                  <a:pt x="3151" y="3274"/>
                </a:lnTo>
                <a:lnTo>
                  <a:pt x="3152" y="3274"/>
                </a:lnTo>
                <a:lnTo>
                  <a:pt x="3152" y="3275"/>
                </a:lnTo>
                <a:lnTo>
                  <a:pt x="3150" y="3275"/>
                </a:lnTo>
                <a:lnTo>
                  <a:pt x="3149" y="3275"/>
                </a:lnTo>
                <a:lnTo>
                  <a:pt x="3148" y="3275"/>
                </a:lnTo>
                <a:lnTo>
                  <a:pt x="3147" y="3275"/>
                </a:lnTo>
                <a:lnTo>
                  <a:pt x="3146" y="3275"/>
                </a:lnTo>
                <a:lnTo>
                  <a:pt x="3146" y="3276"/>
                </a:lnTo>
                <a:lnTo>
                  <a:pt x="3145" y="3276"/>
                </a:lnTo>
                <a:lnTo>
                  <a:pt x="3145" y="3277"/>
                </a:lnTo>
                <a:lnTo>
                  <a:pt x="3143" y="3277"/>
                </a:lnTo>
                <a:lnTo>
                  <a:pt x="3143" y="3276"/>
                </a:lnTo>
                <a:lnTo>
                  <a:pt x="3143" y="3275"/>
                </a:lnTo>
                <a:lnTo>
                  <a:pt x="3143" y="3273"/>
                </a:lnTo>
                <a:lnTo>
                  <a:pt x="3145" y="3273"/>
                </a:lnTo>
                <a:lnTo>
                  <a:pt x="3145" y="3272"/>
                </a:lnTo>
                <a:lnTo>
                  <a:pt x="3144" y="3271"/>
                </a:lnTo>
                <a:lnTo>
                  <a:pt x="3145" y="3271"/>
                </a:lnTo>
                <a:lnTo>
                  <a:pt x="3146" y="3271"/>
                </a:lnTo>
                <a:lnTo>
                  <a:pt x="3147" y="3271"/>
                </a:lnTo>
                <a:lnTo>
                  <a:pt x="3148" y="3271"/>
                </a:lnTo>
                <a:lnTo>
                  <a:pt x="3148" y="3270"/>
                </a:lnTo>
                <a:lnTo>
                  <a:pt x="3149" y="3270"/>
                </a:lnTo>
                <a:lnTo>
                  <a:pt x="3149" y="3269"/>
                </a:lnTo>
                <a:lnTo>
                  <a:pt x="3148" y="3269"/>
                </a:lnTo>
                <a:lnTo>
                  <a:pt x="3148" y="3270"/>
                </a:lnTo>
                <a:lnTo>
                  <a:pt x="3147" y="3270"/>
                </a:lnTo>
                <a:lnTo>
                  <a:pt x="3147" y="3269"/>
                </a:lnTo>
                <a:lnTo>
                  <a:pt x="3146" y="3269"/>
                </a:lnTo>
                <a:lnTo>
                  <a:pt x="3147" y="3268"/>
                </a:lnTo>
                <a:lnTo>
                  <a:pt x="3147" y="3267"/>
                </a:lnTo>
                <a:lnTo>
                  <a:pt x="3148" y="3267"/>
                </a:lnTo>
                <a:lnTo>
                  <a:pt x="3148" y="3266"/>
                </a:lnTo>
                <a:lnTo>
                  <a:pt x="3149" y="3265"/>
                </a:lnTo>
                <a:lnTo>
                  <a:pt x="3150" y="3265"/>
                </a:lnTo>
                <a:lnTo>
                  <a:pt x="3150" y="3264"/>
                </a:lnTo>
                <a:lnTo>
                  <a:pt x="3151" y="3264"/>
                </a:lnTo>
                <a:lnTo>
                  <a:pt x="3152" y="3264"/>
                </a:lnTo>
                <a:lnTo>
                  <a:pt x="3151" y="3264"/>
                </a:lnTo>
                <a:lnTo>
                  <a:pt x="3150" y="3264"/>
                </a:lnTo>
                <a:lnTo>
                  <a:pt x="3149" y="3264"/>
                </a:lnTo>
                <a:lnTo>
                  <a:pt x="3148" y="3264"/>
                </a:lnTo>
                <a:lnTo>
                  <a:pt x="3148" y="3265"/>
                </a:lnTo>
                <a:lnTo>
                  <a:pt x="3147" y="3265"/>
                </a:lnTo>
                <a:lnTo>
                  <a:pt x="3148" y="3265"/>
                </a:lnTo>
                <a:lnTo>
                  <a:pt x="3147" y="3265"/>
                </a:lnTo>
                <a:lnTo>
                  <a:pt x="3146" y="3266"/>
                </a:lnTo>
                <a:lnTo>
                  <a:pt x="3146" y="3265"/>
                </a:lnTo>
                <a:lnTo>
                  <a:pt x="3147" y="3265"/>
                </a:lnTo>
                <a:lnTo>
                  <a:pt x="3147" y="3264"/>
                </a:lnTo>
                <a:lnTo>
                  <a:pt x="3147" y="3263"/>
                </a:lnTo>
                <a:lnTo>
                  <a:pt x="3148" y="3263"/>
                </a:lnTo>
                <a:lnTo>
                  <a:pt x="3148" y="3262"/>
                </a:lnTo>
                <a:lnTo>
                  <a:pt x="3149" y="3261"/>
                </a:lnTo>
                <a:lnTo>
                  <a:pt x="3148" y="3261"/>
                </a:lnTo>
                <a:lnTo>
                  <a:pt x="3148" y="3262"/>
                </a:lnTo>
                <a:lnTo>
                  <a:pt x="3148" y="3261"/>
                </a:lnTo>
                <a:lnTo>
                  <a:pt x="3147" y="3261"/>
                </a:lnTo>
                <a:lnTo>
                  <a:pt x="3147" y="3262"/>
                </a:lnTo>
                <a:lnTo>
                  <a:pt x="3147" y="3263"/>
                </a:lnTo>
                <a:lnTo>
                  <a:pt x="3146" y="3264"/>
                </a:lnTo>
                <a:lnTo>
                  <a:pt x="3145" y="3264"/>
                </a:lnTo>
                <a:lnTo>
                  <a:pt x="3144" y="3264"/>
                </a:lnTo>
                <a:lnTo>
                  <a:pt x="3144" y="3263"/>
                </a:lnTo>
                <a:lnTo>
                  <a:pt x="3144" y="3264"/>
                </a:lnTo>
                <a:lnTo>
                  <a:pt x="3143" y="3263"/>
                </a:lnTo>
                <a:lnTo>
                  <a:pt x="3142" y="3263"/>
                </a:lnTo>
                <a:lnTo>
                  <a:pt x="3142" y="3262"/>
                </a:lnTo>
                <a:lnTo>
                  <a:pt x="3141" y="3262"/>
                </a:lnTo>
                <a:lnTo>
                  <a:pt x="3141" y="3263"/>
                </a:lnTo>
                <a:lnTo>
                  <a:pt x="3141" y="3262"/>
                </a:lnTo>
                <a:lnTo>
                  <a:pt x="3140" y="3262"/>
                </a:lnTo>
                <a:lnTo>
                  <a:pt x="3139" y="3261"/>
                </a:lnTo>
                <a:lnTo>
                  <a:pt x="3140" y="3261"/>
                </a:lnTo>
                <a:lnTo>
                  <a:pt x="3140" y="3260"/>
                </a:lnTo>
                <a:lnTo>
                  <a:pt x="3140" y="3259"/>
                </a:lnTo>
                <a:lnTo>
                  <a:pt x="3139" y="3259"/>
                </a:lnTo>
                <a:lnTo>
                  <a:pt x="3139" y="3260"/>
                </a:lnTo>
                <a:lnTo>
                  <a:pt x="3139" y="3261"/>
                </a:lnTo>
                <a:lnTo>
                  <a:pt x="3138" y="3261"/>
                </a:lnTo>
                <a:lnTo>
                  <a:pt x="3139" y="3261"/>
                </a:lnTo>
                <a:lnTo>
                  <a:pt x="3139" y="3262"/>
                </a:lnTo>
                <a:lnTo>
                  <a:pt x="3139" y="3263"/>
                </a:lnTo>
                <a:lnTo>
                  <a:pt x="3139" y="3264"/>
                </a:lnTo>
                <a:lnTo>
                  <a:pt x="3139" y="3265"/>
                </a:lnTo>
                <a:lnTo>
                  <a:pt x="3139" y="3263"/>
                </a:lnTo>
                <a:lnTo>
                  <a:pt x="3138" y="3263"/>
                </a:lnTo>
                <a:lnTo>
                  <a:pt x="3138" y="3262"/>
                </a:lnTo>
                <a:lnTo>
                  <a:pt x="3139" y="3262"/>
                </a:lnTo>
                <a:lnTo>
                  <a:pt x="3138" y="3262"/>
                </a:lnTo>
                <a:lnTo>
                  <a:pt x="3138" y="3263"/>
                </a:lnTo>
                <a:lnTo>
                  <a:pt x="3137" y="3264"/>
                </a:lnTo>
                <a:lnTo>
                  <a:pt x="3137" y="3265"/>
                </a:lnTo>
                <a:lnTo>
                  <a:pt x="3138" y="3266"/>
                </a:lnTo>
                <a:lnTo>
                  <a:pt x="3138" y="3267"/>
                </a:lnTo>
                <a:lnTo>
                  <a:pt x="3137" y="3268"/>
                </a:lnTo>
                <a:lnTo>
                  <a:pt x="3138" y="3269"/>
                </a:lnTo>
                <a:lnTo>
                  <a:pt x="3137" y="3269"/>
                </a:lnTo>
                <a:lnTo>
                  <a:pt x="3137" y="3270"/>
                </a:lnTo>
                <a:lnTo>
                  <a:pt x="3136" y="3271"/>
                </a:lnTo>
                <a:lnTo>
                  <a:pt x="3137" y="3271"/>
                </a:lnTo>
                <a:lnTo>
                  <a:pt x="3138" y="3271"/>
                </a:lnTo>
                <a:lnTo>
                  <a:pt x="3138" y="3272"/>
                </a:lnTo>
                <a:lnTo>
                  <a:pt x="3137" y="3273"/>
                </a:lnTo>
                <a:lnTo>
                  <a:pt x="3137" y="3274"/>
                </a:lnTo>
                <a:lnTo>
                  <a:pt x="3136" y="3275"/>
                </a:lnTo>
                <a:lnTo>
                  <a:pt x="3135" y="3275"/>
                </a:lnTo>
                <a:lnTo>
                  <a:pt x="3135" y="3276"/>
                </a:lnTo>
                <a:lnTo>
                  <a:pt x="3136" y="3276"/>
                </a:lnTo>
                <a:lnTo>
                  <a:pt x="3136" y="3277"/>
                </a:lnTo>
                <a:lnTo>
                  <a:pt x="3135" y="3277"/>
                </a:lnTo>
                <a:lnTo>
                  <a:pt x="3134" y="3277"/>
                </a:lnTo>
                <a:lnTo>
                  <a:pt x="3133" y="3277"/>
                </a:lnTo>
                <a:lnTo>
                  <a:pt x="3133" y="3278"/>
                </a:lnTo>
                <a:lnTo>
                  <a:pt x="3132" y="3279"/>
                </a:lnTo>
                <a:lnTo>
                  <a:pt x="3130" y="3280"/>
                </a:lnTo>
                <a:lnTo>
                  <a:pt x="3129" y="3281"/>
                </a:lnTo>
                <a:lnTo>
                  <a:pt x="3128" y="3281"/>
                </a:lnTo>
                <a:lnTo>
                  <a:pt x="3128" y="3280"/>
                </a:lnTo>
                <a:lnTo>
                  <a:pt x="3129" y="3279"/>
                </a:lnTo>
                <a:lnTo>
                  <a:pt x="3130" y="3277"/>
                </a:lnTo>
                <a:lnTo>
                  <a:pt x="3131" y="3276"/>
                </a:lnTo>
                <a:lnTo>
                  <a:pt x="3132" y="3273"/>
                </a:lnTo>
                <a:lnTo>
                  <a:pt x="3133" y="3273"/>
                </a:lnTo>
                <a:lnTo>
                  <a:pt x="3133" y="3272"/>
                </a:lnTo>
                <a:lnTo>
                  <a:pt x="3133" y="3271"/>
                </a:lnTo>
                <a:lnTo>
                  <a:pt x="3132" y="3272"/>
                </a:lnTo>
                <a:lnTo>
                  <a:pt x="3131" y="3271"/>
                </a:lnTo>
                <a:lnTo>
                  <a:pt x="3131" y="3270"/>
                </a:lnTo>
                <a:lnTo>
                  <a:pt x="3132" y="3270"/>
                </a:lnTo>
                <a:lnTo>
                  <a:pt x="3131" y="3270"/>
                </a:lnTo>
                <a:lnTo>
                  <a:pt x="3131" y="3269"/>
                </a:lnTo>
                <a:lnTo>
                  <a:pt x="3130" y="3269"/>
                </a:lnTo>
                <a:lnTo>
                  <a:pt x="3129" y="3269"/>
                </a:lnTo>
                <a:lnTo>
                  <a:pt x="3129" y="3268"/>
                </a:lnTo>
                <a:lnTo>
                  <a:pt x="3130" y="3268"/>
                </a:lnTo>
                <a:lnTo>
                  <a:pt x="3129" y="3268"/>
                </a:lnTo>
                <a:lnTo>
                  <a:pt x="3128" y="3268"/>
                </a:lnTo>
                <a:lnTo>
                  <a:pt x="3129" y="3268"/>
                </a:lnTo>
                <a:lnTo>
                  <a:pt x="3129" y="3269"/>
                </a:lnTo>
                <a:lnTo>
                  <a:pt x="3128" y="3269"/>
                </a:lnTo>
                <a:lnTo>
                  <a:pt x="3128" y="3270"/>
                </a:lnTo>
                <a:lnTo>
                  <a:pt x="3127" y="3270"/>
                </a:lnTo>
                <a:lnTo>
                  <a:pt x="3126" y="3270"/>
                </a:lnTo>
                <a:lnTo>
                  <a:pt x="3125" y="3270"/>
                </a:lnTo>
                <a:lnTo>
                  <a:pt x="3125" y="3271"/>
                </a:lnTo>
                <a:lnTo>
                  <a:pt x="3124" y="3270"/>
                </a:lnTo>
                <a:lnTo>
                  <a:pt x="3124" y="3271"/>
                </a:lnTo>
                <a:lnTo>
                  <a:pt x="3125" y="3271"/>
                </a:lnTo>
                <a:lnTo>
                  <a:pt x="3125" y="3272"/>
                </a:lnTo>
                <a:lnTo>
                  <a:pt x="3124" y="3273"/>
                </a:lnTo>
                <a:lnTo>
                  <a:pt x="3124" y="3272"/>
                </a:lnTo>
                <a:lnTo>
                  <a:pt x="3123" y="3272"/>
                </a:lnTo>
                <a:lnTo>
                  <a:pt x="3123" y="3273"/>
                </a:lnTo>
                <a:lnTo>
                  <a:pt x="3123" y="3274"/>
                </a:lnTo>
                <a:lnTo>
                  <a:pt x="3122" y="3274"/>
                </a:lnTo>
                <a:lnTo>
                  <a:pt x="3122" y="3273"/>
                </a:lnTo>
                <a:lnTo>
                  <a:pt x="3121" y="3273"/>
                </a:lnTo>
                <a:lnTo>
                  <a:pt x="3121" y="3274"/>
                </a:lnTo>
                <a:lnTo>
                  <a:pt x="3122" y="3274"/>
                </a:lnTo>
                <a:lnTo>
                  <a:pt x="3122" y="3275"/>
                </a:lnTo>
                <a:lnTo>
                  <a:pt x="3123" y="3276"/>
                </a:lnTo>
                <a:lnTo>
                  <a:pt x="3124" y="3276"/>
                </a:lnTo>
                <a:lnTo>
                  <a:pt x="3125" y="3276"/>
                </a:lnTo>
                <a:lnTo>
                  <a:pt x="3125" y="3277"/>
                </a:lnTo>
                <a:lnTo>
                  <a:pt x="3126" y="3277"/>
                </a:lnTo>
                <a:lnTo>
                  <a:pt x="3126" y="3278"/>
                </a:lnTo>
                <a:lnTo>
                  <a:pt x="3125" y="3278"/>
                </a:lnTo>
                <a:lnTo>
                  <a:pt x="3123" y="3278"/>
                </a:lnTo>
                <a:lnTo>
                  <a:pt x="3122" y="3279"/>
                </a:lnTo>
                <a:lnTo>
                  <a:pt x="3121" y="3279"/>
                </a:lnTo>
                <a:lnTo>
                  <a:pt x="3120" y="3279"/>
                </a:lnTo>
                <a:lnTo>
                  <a:pt x="3119" y="3279"/>
                </a:lnTo>
                <a:lnTo>
                  <a:pt x="3120" y="3279"/>
                </a:lnTo>
                <a:lnTo>
                  <a:pt x="3121" y="3279"/>
                </a:lnTo>
                <a:lnTo>
                  <a:pt x="3121" y="3278"/>
                </a:lnTo>
                <a:lnTo>
                  <a:pt x="3121" y="3277"/>
                </a:lnTo>
                <a:lnTo>
                  <a:pt x="3120" y="3278"/>
                </a:lnTo>
                <a:lnTo>
                  <a:pt x="3119" y="3278"/>
                </a:lnTo>
                <a:lnTo>
                  <a:pt x="3118" y="3278"/>
                </a:lnTo>
                <a:lnTo>
                  <a:pt x="3118" y="3277"/>
                </a:lnTo>
                <a:lnTo>
                  <a:pt x="3117" y="3276"/>
                </a:lnTo>
                <a:lnTo>
                  <a:pt x="3116" y="3276"/>
                </a:lnTo>
                <a:lnTo>
                  <a:pt x="3117" y="3276"/>
                </a:lnTo>
                <a:lnTo>
                  <a:pt x="3117" y="3277"/>
                </a:lnTo>
                <a:lnTo>
                  <a:pt x="3116" y="3277"/>
                </a:lnTo>
                <a:lnTo>
                  <a:pt x="3115" y="3277"/>
                </a:lnTo>
                <a:lnTo>
                  <a:pt x="3114" y="3277"/>
                </a:lnTo>
                <a:lnTo>
                  <a:pt x="3114" y="3276"/>
                </a:lnTo>
                <a:lnTo>
                  <a:pt x="3113" y="3276"/>
                </a:lnTo>
                <a:lnTo>
                  <a:pt x="3112" y="3276"/>
                </a:lnTo>
                <a:lnTo>
                  <a:pt x="3111" y="3276"/>
                </a:lnTo>
                <a:lnTo>
                  <a:pt x="3110" y="3276"/>
                </a:lnTo>
                <a:lnTo>
                  <a:pt x="3109" y="3276"/>
                </a:lnTo>
                <a:lnTo>
                  <a:pt x="3108" y="3276"/>
                </a:lnTo>
                <a:lnTo>
                  <a:pt x="3107" y="3276"/>
                </a:lnTo>
                <a:lnTo>
                  <a:pt x="3107" y="3277"/>
                </a:lnTo>
                <a:lnTo>
                  <a:pt x="3106" y="3277"/>
                </a:lnTo>
                <a:lnTo>
                  <a:pt x="3105" y="3277"/>
                </a:lnTo>
                <a:lnTo>
                  <a:pt x="3105" y="3276"/>
                </a:lnTo>
                <a:lnTo>
                  <a:pt x="3104" y="3276"/>
                </a:lnTo>
                <a:lnTo>
                  <a:pt x="3104" y="3275"/>
                </a:lnTo>
                <a:lnTo>
                  <a:pt x="3104" y="3274"/>
                </a:lnTo>
                <a:lnTo>
                  <a:pt x="3103" y="3273"/>
                </a:lnTo>
                <a:lnTo>
                  <a:pt x="3102" y="3273"/>
                </a:lnTo>
                <a:lnTo>
                  <a:pt x="3102" y="3272"/>
                </a:lnTo>
                <a:lnTo>
                  <a:pt x="3101" y="3272"/>
                </a:lnTo>
                <a:lnTo>
                  <a:pt x="3100" y="3272"/>
                </a:lnTo>
                <a:lnTo>
                  <a:pt x="3100" y="3271"/>
                </a:lnTo>
                <a:lnTo>
                  <a:pt x="3099" y="3271"/>
                </a:lnTo>
                <a:lnTo>
                  <a:pt x="3099" y="3270"/>
                </a:lnTo>
                <a:lnTo>
                  <a:pt x="3098" y="3270"/>
                </a:lnTo>
                <a:lnTo>
                  <a:pt x="3098" y="3269"/>
                </a:lnTo>
                <a:lnTo>
                  <a:pt x="3099" y="3269"/>
                </a:lnTo>
                <a:lnTo>
                  <a:pt x="3099" y="3268"/>
                </a:lnTo>
                <a:lnTo>
                  <a:pt x="3098" y="3268"/>
                </a:lnTo>
                <a:lnTo>
                  <a:pt x="3098" y="3267"/>
                </a:lnTo>
                <a:lnTo>
                  <a:pt x="3098" y="3266"/>
                </a:lnTo>
                <a:lnTo>
                  <a:pt x="3097" y="3266"/>
                </a:lnTo>
                <a:lnTo>
                  <a:pt x="3098" y="3266"/>
                </a:lnTo>
                <a:lnTo>
                  <a:pt x="3097" y="3266"/>
                </a:lnTo>
                <a:lnTo>
                  <a:pt x="3096" y="3266"/>
                </a:lnTo>
                <a:lnTo>
                  <a:pt x="3096" y="3265"/>
                </a:lnTo>
                <a:lnTo>
                  <a:pt x="3095" y="3265"/>
                </a:lnTo>
                <a:lnTo>
                  <a:pt x="3095" y="3266"/>
                </a:lnTo>
                <a:lnTo>
                  <a:pt x="3094" y="3266"/>
                </a:lnTo>
                <a:lnTo>
                  <a:pt x="3094" y="3265"/>
                </a:lnTo>
                <a:lnTo>
                  <a:pt x="3093" y="3265"/>
                </a:lnTo>
                <a:lnTo>
                  <a:pt x="3092" y="3265"/>
                </a:lnTo>
                <a:lnTo>
                  <a:pt x="3091" y="3265"/>
                </a:lnTo>
                <a:lnTo>
                  <a:pt x="3090" y="3265"/>
                </a:lnTo>
                <a:lnTo>
                  <a:pt x="3089" y="3265"/>
                </a:lnTo>
                <a:lnTo>
                  <a:pt x="3089" y="3266"/>
                </a:lnTo>
                <a:lnTo>
                  <a:pt x="3088" y="3266"/>
                </a:lnTo>
                <a:lnTo>
                  <a:pt x="3087" y="3266"/>
                </a:lnTo>
                <a:lnTo>
                  <a:pt x="3086" y="3266"/>
                </a:lnTo>
                <a:lnTo>
                  <a:pt x="3086" y="3267"/>
                </a:lnTo>
                <a:lnTo>
                  <a:pt x="3085" y="3267"/>
                </a:lnTo>
                <a:lnTo>
                  <a:pt x="3085" y="3268"/>
                </a:lnTo>
                <a:lnTo>
                  <a:pt x="3084" y="3268"/>
                </a:lnTo>
                <a:lnTo>
                  <a:pt x="3083" y="3268"/>
                </a:lnTo>
                <a:lnTo>
                  <a:pt x="3083" y="3269"/>
                </a:lnTo>
                <a:lnTo>
                  <a:pt x="3082" y="3269"/>
                </a:lnTo>
                <a:lnTo>
                  <a:pt x="3081" y="3269"/>
                </a:lnTo>
                <a:lnTo>
                  <a:pt x="3081" y="3270"/>
                </a:lnTo>
                <a:lnTo>
                  <a:pt x="3080" y="3270"/>
                </a:lnTo>
                <a:lnTo>
                  <a:pt x="3080" y="3269"/>
                </a:lnTo>
                <a:lnTo>
                  <a:pt x="3080" y="3270"/>
                </a:lnTo>
                <a:lnTo>
                  <a:pt x="3080" y="3269"/>
                </a:lnTo>
                <a:lnTo>
                  <a:pt x="3079" y="3269"/>
                </a:lnTo>
                <a:lnTo>
                  <a:pt x="3078" y="3270"/>
                </a:lnTo>
                <a:lnTo>
                  <a:pt x="3076" y="3270"/>
                </a:lnTo>
                <a:lnTo>
                  <a:pt x="3075" y="3270"/>
                </a:lnTo>
                <a:lnTo>
                  <a:pt x="3074" y="3270"/>
                </a:lnTo>
                <a:lnTo>
                  <a:pt x="3073" y="3270"/>
                </a:lnTo>
                <a:lnTo>
                  <a:pt x="3072" y="3270"/>
                </a:lnTo>
                <a:lnTo>
                  <a:pt x="3072" y="3269"/>
                </a:lnTo>
                <a:lnTo>
                  <a:pt x="3071" y="3269"/>
                </a:lnTo>
                <a:lnTo>
                  <a:pt x="3070" y="3269"/>
                </a:lnTo>
                <a:lnTo>
                  <a:pt x="3069" y="3269"/>
                </a:lnTo>
                <a:lnTo>
                  <a:pt x="3069" y="3270"/>
                </a:lnTo>
                <a:lnTo>
                  <a:pt x="3069" y="3271"/>
                </a:lnTo>
                <a:lnTo>
                  <a:pt x="3068" y="3271"/>
                </a:lnTo>
                <a:lnTo>
                  <a:pt x="3068" y="3272"/>
                </a:lnTo>
                <a:lnTo>
                  <a:pt x="3067" y="3272"/>
                </a:lnTo>
                <a:lnTo>
                  <a:pt x="3067" y="3271"/>
                </a:lnTo>
                <a:lnTo>
                  <a:pt x="3067" y="3272"/>
                </a:lnTo>
                <a:lnTo>
                  <a:pt x="3066" y="3272"/>
                </a:lnTo>
                <a:lnTo>
                  <a:pt x="3066" y="3271"/>
                </a:lnTo>
                <a:lnTo>
                  <a:pt x="3065" y="3271"/>
                </a:lnTo>
                <a:lnTo>
                  <a:pt x="3064" y="3271"/>
                </a:lnTo>
                <a:lnTo>
                  <a:pt x="3063" y="3271"/>
                </a:lnTo>
                <a:lnTo>
                  <a:pt x="3062" y="3271"/>
                </a:lnTo>
                <a:lnTo>
                  <a:pt x="3063" y="3271"/>
                </a:lnTo>
                <a:lnTo>
                  <a:pt x="3063" y="3270"/>
                </a:lnTo>
                <a:lnTo>
                  <a:pt x="3064" y="3269"/>
                </a:lnTo>
                <a:lnTo>
                  <a:pt x="3063" y="3269"/>
                </a:lnTo>
                <a:lnTo>
                  <a:pt x="3063" y="3268"/>
                </a:lnTo>
                <a:lnTo>
                  <a:pt x="3062" y="3268"/>
                </a:lnTo>
                <a:lnTo>
                  <a:pt x="3062" y="3267"/>
                </a:lnTo>
                <a:lnTo>
                  <a:pt x="3063" y="3267"/>
                </a:lnTo>
                <a:lnTo>
                  <a:pt x="3062" y="3267"/>
                </a:lnTo>
                <a:lnTo>
                  <a:pt x="3063" y="3267"/>
                </a:lnTo>
                <a:lnTo>
                  <a:pt x="3063" y="3266"/>
                </a:lnTo>
                <a:lnTo>
                  <a:pt x="3062" y="3266"/>
                </a:lnTo>
                <a:lnTo>
                  <a:pt x="3062" y="3265"/>
                </a:lnTo>
                <a:lnTo>
                  <a:pt x="3062" y="3264"/>
                </a:lnTo>
                <a:lnTo>
                  <a:pt x="3062" y="3265"/>
                </a:lnTo>
                <a:lnTo>
                  <a:pt x="3062" y="3264"/>
                </a:lnTo>
                <a:lnTo>
                  <a:pt x="3061" y="3264"/>
                </a:lnTo>
                <a:lnTo>
                  <a:pt x="3060" y="3264"/>
                </a:lnTo>
                <a:lnTo>
                  <a:pt x="3060" y="3265"/>
                </a:lnTo>
                <a:lnTo>
                  <a:pt x="3059" y="3265"/>
                </a:lnTo>
                <a:lnTo>
                  <a:pt x="3058" y="3265"/>
                </a:lnTo>
                <a:lnTo>
                  <a:pt x="3058" y="3266"/>
                </a:lnTo>
                <a:lnTo>
                  <a:pt x="3058" y="3265"/>
                </a:lnTo>
                <a:lnTo>
                  <a:pt x="3058" y="3266"/>
                </a:lnTo>
                <a:lnTo>
                  <a:pt x="3057" y="3266"/>
                </a:lnTo>
                <a:lnTo>
                  <a:pt x="3057" y="3267"/>
                </a:lnTo>
                <a:lnTo>
                  <a:pt x="3056" y="3267"/>
                </a:lnTo>
                <a:lnTo>
                  <a:pt x="3057" y="3267"/>
                </a:lnTo>
                <a:lnTo>
                  <a:pt x="3056" y="3267"/>
                </a:lnTo>
                <a:lnTo>
                  <a:pt x="3056" y="3268"/>
                </a:lnTo>
                <a:lnTo>
                  <a:pt x="3055" y="3268"/>
                </a:lnTo>
                <a:lnTo>
                  <a:pt x="3055" y="3269"/>
                </a:lnTo>
                <a:lnTo>
                  <a:pt x="3055" y="3270"/>
                </a:lnTo>
                <a:lnTo>
                  <a:pt x="3054" y="3270"/>
                </a:lnTo>
                <a:lnTo>
                  <a:pt x="3054" y="3271"/>
                </a:lnTo>
                <a:lnTo>
                  <a:pt x="3053" y="3271"/>
                </a:lnTo>
                <a:lnTo>
                  <a:pt x="3052" y="3271"/>
                </a:lnTo>
                <a:lnTo>
                  <a:pt x="3052" y="3270"/>
                </a:lnTo>
                <a:lnTo>
                  <a:pt x="3052" y="3271"/>
                </a:lnTo>
                <a:lnTo>
                  <a:pt x="3051" y="3271"/>
                </a:lnTo>
                <a:lnTo>
                  <a:pt x="3052" y="3271"/>
                </a:lnTo>
                <a:lnTo>
                  <a:pt x="3052" y="3270"/>
                </a:lnTo>
                <a:lnTo>
                  <a:pt x="3051" y="3270"/>
                </a:lnTo>
                <a:lnTo>
                  <a:pt x="3051" y="3269"/>
                </a:lnTo>
                <a:lnTo>
                  <a:pt x="3051" y="3268"/>
                </a:lnTo>
                <a:lnTo>
                  <a:pt x="3051" y="3267"/>
                </a:lnTo>
                <a:lnTo>
                  <a:pt x="3052" y="3267"/>
                </a:lnTo>
                <a:lnTo>
                  <a:pt x="3052" y="3266"/>
                </a:lnTo>
                <a:lnTo>
                  <a:pt x="3051" y="3266"/>
                </a:lnTo>
                <a:lnTo>
                  <a:pt x="3051" y="3265"/>
                </a:lnTo>
                <a:lnTo>
                  <a:pt x="3051" y="3264"/>
                </a:lnTo>
                <a:lnTo>
                  <a:pt x="3051" y="3263"/>
                </a:lnTo>
                <a:lnTo>
                  <a:pt x="3050" y="3263"/>
                </a:lnTo>
                <a:lnTo>
                  <a:pt x="3050" y="3262"/>
                </a:lnTo>
                <a:lnTo>
                  <a:pt x="3049" y="3262"/>
                </a:lnTo>
                <a:lnTo>
                  <a:pt x="3049" y="3261"/>
                </a:lnTo>
                <a:lnTo>
                  <a:pt x="3049" y="3260"/>
                </a:lnTo>
                <a:lnTo>
                  <a:pt x="3048" y="3260"/>
                </a:lnTo>
                <a:lnTo>
                  <a:pt x="3048" y="3259"/>
                </a:lnTo>
                <a:lnTo>
                  <a:pt x="3048" y="3258"/>
                </a:lnTo>
                <a:lnTo>
                  <a:pt x="3047" y="3258"/>
                </a:lnTo>
                <a:lnTo>
                  <a:pt x="3047" y="3257"/>
                </a:lnTo>
                <a:lnTo>
                  <a:pt x="3046" y="3257"/>
                </a:lnTo>
                <a:lnTo>
                  <a:pt x="3046" y="3256"/>
                </a:lnTo>
                <a:lnTo>
                  <a:pt x="3045" y="3256"/>
                </a:lnTo>
                <a:lnTo>
                  <a:pt x="3045" y="3257"/>
                </a:lnTo>
                <a:lnTo>
                  <a:pt x="3044" y="3257"/>
                </a:lnTo>
                <a:lnTo>
                  <a:pt x="3043" y="3257"/>
                </a:lnTo>
                <a:lnTo>
                  <a:pt x="3043" y="3258"/>
                </a:lnTo>
                <a:lnTo>
                  <a:pt x="3042" y="3258"/>
                </a:lnTo>
                <a:lnTo>
                  <a:pt x="3042" y="3259"/>
                </a:lnTo>
                <a:lnTo>
                  <a:pt x="3041" y="3259"/>
                </a:lnTo>
                <a:lnTo>
                  <a:pt x="3041" y="3260"/>
                </a:lnTo>
                <a:lnTo>
                  <a:pt x="3040" y="3260"/>
                </a:lnTo>
                <a:lnTo>
                  <a:pt x="3039" y="3260"/>
                </a:lnTo>
                <a:lnTo>
                  <a:pt x="3039" y="3259"/>
                </a:lnTo>
                <a:lnTo>
                  <a:pt x="3038" y="3259"/>
                </a:lnTo>
                <a:lnTo>
                  <a:pt x="3037" y="3259"/>
                </a:lnTo>
                <a:lnTo>
                  <a:pt x="3037" y="3258"/>
                </a:lnTo>
                <a:lnTo>
                  <a:pt x="3037" y="3257"/>
                </a:lnTo>
                <a:lnTo>
                  <a:pt x="3036" y="3257"/>
                </a:lnTo>
                <a:lnTo>
                  <a:pt x="3036" y="3256"/>
                </a:lnTo>
                <a:lnTo>
                  <a:pt x="3035" y="3256"/>
                </a:lnTo>
                <a:lnTo>
                  <a:pt x="3035" y="3255"/>
                </a:lnTo>
                <a:lnTo>
                  <a:pt x="3035" y="3256"/>
                </a:lnTo>
                <a:lnTo>
                  <a:pt x="3035" y="3255"/>
                </a:lnTo>
                <a:lnTo>
                  <a:pt x="3034" y="3255"/>
                </a:lnTo>
                <a:lnTo>
                  <a:pt x="3033" y="3255"/>
                </a:lnTo>
                <a:lnTo>
                  <a:pt x="3033" y="3254"/>
                </a:lnTo>
                <a:lnTo>
                  <a:pt x="3032" y="3254"/>
                </a:lnTo>
                <a:lnTo>
                  <a:pt x="3031" y="3254"/>
                </a:lnTo>
                <a:lnTo>
                  <a:pt x="3031" y="3253"/>
                </a:lnTo>
                <a:lnTo>
                  <a:pt x="3030" y="3253"/>
                </a:lnTo>
                <a:lnTo>
                  <a:pt x="3030" y="3252"/>
                </a:lnTo>
                <a:lnTo>
                  <a:pt x="3029" y="3252"/>
                </a:lnTo>
                <a:lnTo>
                  <a:pt x="3029" y="3251"/>
                </a:lnTo>
                <a:lnTo>
                  <a:pt x="3028" y="3251"/>
                </a:lnTo>
                <a:lnTo>
                  <a:pt x="3028" y="3250"/>
                </a:lnTo>
                <a:lnTo>
                  <a:pt x="3027" y="3250"/>
                </a:lnTo>
                <a:lnTo>
                  <a:pt x="3027" y="3249"/>
                </a:lnTo>
                <a:lnTo>
                  <a:pt x="3026" y="3249"/>
                </a:lnTo>
                <a:lnTo>
                  <a:pt x="3025" y="3249"/>
                </a:lnTo>
                <a:lnTo>
                  <a:pt x="3024" y="3249"/>
                </a:lnTo>
                <a:lnTo>
                  <a:pt x="3023" y="3249"/>
                </a:lnTo>
                <a:lnTo>
                  <a:pt x="3022" y="3249"/>
                </a:lnTo>
                <a:lnTo>
                  <a:pt x="3021" y="3248"/>
                </a:lnTo>
                <a:lnTo>
                  <a:pt x="3021" y="3247"/>
                </a:lnTo>
                <a:lnTo>
                  <a:pt x="3020" y="3247"/>
                </a:lnTo>
                <a:lnTo>
                  <a:pt x="3020" y="3248"/>
                </a:lnTo>
                <a:lnTo>
                  <a:pt x="3020" y="3247"/>
                </a:lnTo>
                <a:lnTo>
                  <a:pt x="3019" y="3247"/>
                </a:lnTo>
                <a:lnTo>
                  <a:pt x="3019" y="3245"/>
                </a:lnTo>
                <a:lnTo>
                  <a:pt x="3020" y="3245"/>
                </a:lnTo>
                <a:lnTo>
                  <a:pt x="3020" y="3244"/>
                </a:lnTo>
                <a:lnTo>
                  <a:pt x="3021" y="3244"/>
                </a:lnTo>
                <a:lnTo>
                  <a:pt x="3021" y="3243"/>
                </a:lnTo>
                <a:lnTo>
                  <a:pt x="3021" y="3244"/>
                </a:lnTo>
                <a:lnTo>
                  <a:pt x="3021" y="3243"/>
                </a:lnTo>
                <a:lnTo>
                  <a:pt x="3022" y="3243"/>
                </a:lnTo>
                <a:lnTo>
                  <a:pt x="3022" y="3242"/>
                </a:lnTo>
                <a:lnTo>
                  <a:pt x="3023" y="3242"/>
                </a:lnTo>
                <a:lnTo>
                  <a:pt x="3024" y="3242"/>
                </a:lnTo>
                <a:lnTo>
                  <a:pt x="3024" y="3241"/>
                </a:lnTo>
                <a:lnTo>
                  <a:pt x="3025" y="3241"/>
                </a:lnTo>
                <a:lnTo>
                  <a:pt x="3025" y="3240"/>
                </a:lnTo>
                <a:lnTo>
                  <a:pt x="3024" y="3240"/>
                </a:lnTo>
                <a:lnTo>
                  <a:pt x="3024" y="3239"/>
                </a:lnTo>
                <a:lnTo>
                  <a:pt x="3024" y="3238"/>
                </a:lnTo>
                <a:lnTo>
                  <a:pt x="3024" y="3237"/>
                </a:lnTo>
                <a:lnTo>
                  <a:pt x="3023" y="3237"/>
                </a:lnTo>
                <a:lnTo>
                  <a:pt x="3022" y="3237"/>
                </a:lnTo>
                <a:lnTo>
                  <a:pt x="3022" y="3236"/>
                </a:lnTo>
                <a:lnTo>
                  <a:pt x="3021" y="3236"/>
                </a:lnTo>
                <a:lnTo>
                  <a:pt x="3021" y="3235"/>
                </a:lnTo>
                <a:lnTo>
                  <a:pt x="3020" y="3235"/>
                </a:lnTo>
                <a:lnTo>
                  <a:pt x="3019" y="3235"/>
                </a:lnTo>
                <a:lnTo>
                  <a:pt x="3018" y="3235"/>
                </a:lnTo>
                <a:lnTo>
                  <a:pt x="3018" y="3236"/>
                </a:lnTo>
                <a:lnTo>
                  <a:pt x="3017" y="3236"/>
                </a:lnTo>
                <a:lnTo>
                  <a:pt x="3018" y="3236"/>
                </a:lnTo>
                <a:lnTo>
                  <a:pt x="3017" y="3236"/>
                </a:lnTo>
                <a:lnTo>
                  <a:pt x="3017" y="3237"/>
                </a:lnTo>
                <a:lnTo>
                  <a:pt x="3016" y="3237"/>
                </a:lnTo>
                <a:lnTo>
                  <a:pt x="3016" y="3238"/>
                </a:lnTo>
                <a:lnTo>
                  <a:pt x="3016" y="3237"/>
                </a:lnTo>
                <a:lnTo>
                  <a:pt x="3016" y="3238"/>
                </a:lnTo>
                <a:lnTo>
                  <a:pt x="3015" y="3238"/>
                </a:lnTo>
                <a:lnTo>
                  <a:pt x="3015" y="3237"/>
                </a:lnTo>
                <a:lnTo>
                  <a:pt x="3014" y="3237"/>
                </a:lnTo>
                <a:lnTo>
                  <a:pt x="3013" y="3237"/>
                </a:lnTo>
                <a:lnTo>
                  <a:pt x="3013" y="3236"/>
                </a:lnTo>
                <a:lnTo>
                  <a:pt x="3012" y="3236"/>
                </a:lnTo>
                <a:lnTo>
                  <a:pt x="3013" y="3236"/>
                </a:lnTo>
                <a:lnTo>
                  <a:pt x="3012" y="3236"/>
                </a:lnTo>
                <a:lnTo>
                  <a:pt x="3013" y="3236"/>
                </a:lnTo>
                <a:lnTo>
                  <a:pt x="3012" y="3236"/>
                </a:lnTo>
                <a:lnTo>
                  <a:pt x="3012" y="3235"/>
                </a:lnTo>
                <a:lnTo>
                  <a:pt x="3012" y="3234"/>
                </a:lnTo>
                <a:lnTo>
                  <a:pt x="3012" y="3233"/>
                </a:lnTo>
                <a:lnTo>
                  <a:pt x="3012" y="3232"/>
                </a:lnTo>
                <a:lnTo>
                  <a:pt x="3011" y="3232"/>
                </a:lnTo>
                <a:lnTo>
                  <a:pt x="3011" y="3233"/>
                </a:lnTo>
                <a:lnTo>
                  <a:pt x="3010" y="3233"/>
                </a:lnTo>
                <a:lnTo>
                  <a:pt x="3010" y="3232"/>
                </a:lnTo>
                <a:lnTo>
                  <a:pt x="3009" y="3232"/>
                </a:lnTo>
                <a:lnTo>
                  <a:pt x="3008" y="3232"/>
                </a:lnTo>
                <a:lnTo>
                  <a:pt x="3007" y="3232"/>
                </a:lnTo>
                <a:lnTo>
                  <a:pt x="3007" y="3231"/>
                </a:lnTo>
                <a:lnTo>
                  <a:pt x="3007" y="3232"/>
                </a:lnTo>
                <a:lnTo>
                  <a:pt x="3007" y="3231"/>
                </a:lnTo>
                <a:lnTo>
                  <a:pt x="3006" y="3231"/>
                </a:lnTo>
                <a:lnTo>
                  <a:pt x="3006" y="3232"/>
                </a:lnTo>
                <a:lnTo>
                  <a:pt x="3005" y="3232"/>
                </a:lnTo>
                <a:lnTo>
                  <a:pt x="3005" y="3231"/>
                </a:lnTo>
                <a:lnTo>
                  <a:pt x="3004" y="3231"/>
                </a:lnTo>
                <a:lnTo>
                  <a:pt x="3004" y="3232"/>
                </a:lnTo>
                <a:lnTo>
                  <a:pt x="3003" y="3232"/>
                </a:lnTo>
                <a:lnTo>
                  <a:pt x="3002" y="3232"/>
                </a:lnTo>
                <a:lnTo>
                  <a:pt x="3002" y="3233"/>
                </a:lnTo>
                <a:lnTo>
                  <a:pt x="3002" y="3232"/>
                </a:lnTo>
                <a:lnTo>
                  <a:pt x="3002" y="3233"/>
                </a:lnTo>
                <a:lnTo>
                  <a:pt x="3002" y="3232"/>
                </a:lnTo>
                <a:lnTo>
                  <a:pt x="3001" y="3232"/>
                </a:lnTo>
                <a:lnTo>
                  <a:pt x="3001" y="3231"/>
                </a:lnTo>
                <a:lnTo>
                  <a:pt x="3001" y="3230"/>
                </a:lnTo>
                <a:lnTo>
                  <a:pt x="3000" y="3230"/>
                </a:lnTo>
                <a:lnTo>
                  <a:pt x="3000" y="3231"/>
                </a:lnTo>
                <a:lnTo>
                  <a:pt x="3000" y="3230"/>
                </a:lnTo>
                <a:lnTo>
                  <a:pt x="3000" y="3229"/>
                </a:lnTo>
                <a:lnTo>
                  <a:pt x="2999" y="3229"/>
                </a:lnTo>
                <a:lnTo>
                  <a:pt x="2998" y="3229"/>
                </a:lnTo>
                <a:lnTo>
                  <a:pt x="2998" y="3228"/>
                </a:lnTo>
                <a:lnTo>
                  <a:pt x="2998" y="3229"/>
                </a:lnTo>
                <a:lnTo>
                  <a:pt x="2997" y="3229"/>
                </a:lnTo>
                <a:lnTo>
                  <a:pt x="2997" y="3228"/>
                </a:lnTo>
                <a:lnTo>
                  <a:pt x="2997" y="3229"/>
                </a:lnTo>
                <a:lnTo>
                  <a:pt x="2996" y="3229"/>
                </a:lnTo>
                <a:lnTo>
                  <a:pt x="2995" y="3229"/>
                </a:lnTo>
                <a:lnTo>
                  <a:pt x="2995" y="3230"/>
                </a:lnTo>
                <a:lnTo>
                  <a:pt x="2994" y="3230"/>
                </a:lnTo>
                <a:lnTo>
                  <a:pt x="2994" y="3232"/>
                </a:lnTo>
                <a:lnTo>
                  <a:pt x="2993" y="3232"/>
                </a:lnTo>
                <a:lnTo>
                  <a:pt x="2993" y="3233"/>
                </a:lnTo>
                <a:lnTo>
                  <a:pt x="2993" y="3232"/>
                </a:lnTo>
                <a:lnTo>
                  <a:pt x="2993" y="3233"/>
                </a:lnTo>
                <a:lnTo>
                  <a:pt x="2992" y="3233"/>
                </a:lnTo>
                <a:lnTo>
                  <a:pt x="2992" y="3234"/>
                </a:lnTo>
                <a:lnTo>
                  <a:pt x="2991" y="3234"/>
                </a:lnTo>
                <a:lnTo>
                  <a:pt x="2991" y="3233"/>
                </a:lnTo>
                <a:lnTo>
                  <a:pt x="2991" y="3232"/>
                </a:lnTo>
                <a:lnTo>
                  <a:pt x="2990" y="3231"/>
                </a:lnTo>
                <a:lnTo>
                  <a:pt x="2990" y="3230"/>
                </a:lnTo>
                <a:lnTo>
                  <a:pt x="2990" y="3229"/>
                </a:lnTo>
                <a:lnTo>
                  <a:pt x="2991" y="3229"/>
                </a:lnTo>
                <a:lnTo>
                  <a:pt x="2991" y="3228"/>
                </a:lnTo>
                <a:lnTo>
                  <a:pt x="2992" y="3228"/>
                </a:lnTo>
                <a:lnTo>
                  <a:pt x="2992" y="3227"/>
                </a:lnTo>
                <a:lnTo>
                  <a:pt x="2993" y="3227"/>
                </a:lnTo>
                <a:lnTo>
                  <a:pt x="2993" y="3226"/>
                </a:lnTo>
                <a:lnTo>
                  <a:pt x="2992" y="3226"/>
                </a:lnTo>
                <a:lnTo>
                  <a:pt x="2993" y="3226"/>
                </a:lnTo>
                <a:lnTo>
                  <a:pt x="2992" y="3226"/>
                </a:lnTo>
                <a:lnTo>
                  <a:pt x="2993" y="3226"/>
                </a:lnTo>
                <a:lnTo>
                  <a:pt x="2992" y="3226"/>
                </a:lnTo>
                <a:lnTo>
                  <a:pt x="2992" y="3225"/>
                </a:lnTo>
                <a:lnTo>
                  <a:pt x="2992" y="3224"/>
                </a:lnTo>
                <a:lnTo>
                  <a:pt x="2992" y="3223"/>
                </a:lnTo>
                <a:lnTo>
                  <a:pt x="2993" y="3223"/>
                </a:lnTo>
                <a:lnTo>
                  <a:pt x="2993" y="3222"/>
                </a:lnTo>
                <a:lnTo>
                  <a:pt x="2992" y="3222"/>
                </a:lnTo>
                <a:lnTo>
                  <a:pt x="2992" y="3221"/>
                </a:lnTo>
                <a:lnTo>
                  <a:pt x="2993" y="3221"/>
                </a:lnTo>
                <a:lnTo>
                  <a:pt x="2993" y="3220"/>
                </a:lnTo>
                <a:lnTo>
                  <a:pt x="2993" y="3219"/>
                </a:lnTo>
                <a:lnTo>
                  <a:pt x="2992" y="3219"/>
                </a:lnTo>
                <a:lnTo>
                  <a:pt x="2992" y="3218"/>
                </a:lnTo>
                <a:lnTo>
                  <a:pt x="2991" y="3218"/>
                </a:lnTo>
                <a:lnTo>
                  <a:pt x="2991" y="3217"/>
                </a:lnTo>
                <a:lnTo>
                  <a:pt x="2991" y="3216"/>
                </a:lnTo>
                <a:lnTo>
                  <a:pt x="2991" y="3215"/>
                </a:lnTo>
                <a:lnTo>
                  <a:pt x="2992" y="3215"/>
                </a:lnTo>
                <a:lnTo>
                  <a:pt x="2991" y="3215"/>
                </a:lnTo>
                <a:lnTo>
                  <a:pt x="2992" y="3215"/>
                </a:lnTo>
                <a:lnTo>
                  <a:pt x="2992" y="3214"/>
                </a:lnTo>
                <a:lnTo>
                  <a:pt x="2993" y="3214"/>
                </a:lnTo>
                <a:lnTo>
                  <a:pt x="2992" y="3214"/>
                </a:lnTo>
                <a:lnTo>
                  <a:pt x="2993" y="3214"/>
                </a:lnTo>
                <a:lnTo>
                  <a:pt x="2993" y="3213"/>
                </a:lnTo>
                <a:lnTo>
                  <a:pt x="2992" y="3213"/>
                </a:lnTo>
                <a:lnTo>
                  <a:pt x="2991" y="3213"/>
                </a:lnTo>
                <a:lnTo>
                  <a:pt x="2990" y="3213"/>
                </a:lnTo>
                <a:lnTo>
                  <a:pt x="2990" y="3212"/>
                </a:lnTo>
                <a:lnTo>
                  <a:pt x="2990" y="3211"/>
                </a:lnTo>
                <a:lnTo>
                  <a:pt x="2989" y="3211"/>
                </a:lnTo>
                <a:lnTo>
                  <a:pt x="2990" y="3211"/>
                </a:lnTo>
                <a:lnTo>
                  <a:pt x="2990" y="3210"/>
                </a:lnTo>
                <a:lnTo>
                  <a:pt x="2990" y="3209"/>
                </a:lnTo>
                <a:lnTo>
                  <a:pt x="2991" y="3209"/>
                </a:lnTo>
                <a:lnTo>
                  <a:pt x="2992" y="3209"/>
                </a:lnTo>
                <a:lnTo>
                  <a:pt x="2992" y="3208"/>
                </a:lnTo>
                <a:lnTo>
                  <a:pt x="2992" y="3207"/>
                </a:lnTo>
                <a:lnTo>
                  <a:pt x="2992" y="3206"/>
                </a:lnTo>
                <a:lnTo>
                  <a:pt x="2991" y="3206"/>
                </a:lnTo>
                <a:lnTo>
                  <a:pt x="2991" y="3205"/>
                </a:lnTo>
                <a:lnTo>
                  <a:pt x="2991" y="3204"/>
                </a:lnTo>
                <a:lnTo>
                  <a:pt x="2991" y="3203"/>
                </a:lnTo>
                <a:lnTo>
                  <a:pt x="2990" y="3203"/>
                </a:lnTo>
                <a:lnTo>
                  <a:pt x="2991" y="3203"/>
                </a:lnTo>
                <a:lnTo>
                  <a:pt x="2991" y="3202"/>
                </a:lnTo>
                <a:lnTo>
                  <a:pt x="2991" y="3201"/>
                </a:lnTo>
                <a:lnTo>
                  <a:pt x="2990" y="3201"/>
                </a:lnTo>
                <a:lnTo>
                  <a:pt x="2989" y="3201"/>
                </a:lnTo>
                <a:lnTo>
                  <a:pt x="2989" y="3200"/>
                </a:lnTo>
                <a:lnTo>
                  <a:pt x="2989" y="3199"/>
                </a:lnTo>
                <a:lnTo>
                  <a:pt x="2989" y="3198"/>
                </a:lnTo>
                <a:lnTo>
                  <a:pt x="2989" y="3197"/>
                </a:lnTo>
                <a:lnTo>
                  <a:pt x="2988" y="3197"/>
                </a:lnTo>
                <a:lnTo>
                  <a:pt x="2988" y="3196"/>
                </a:lnTo>
                <a:lnTo>
                  <a:pt x="2988" y="3195"/>
                </a:lnTo>
                <a:lnTo>
                  <a:pt x="2987" y="3195"/>
                </a:lnTo>
                <a:lnTo>
                  <a:pt x="2986" y="3195"/>
                </a:lnTo>
                <a:lnTo>
                  <a:pt x="2985" y="3195"/>
                </a:lnTo>
                <a:lnTo>
                  <a:pt x="2985" y="3196"/>
                </a:lnTo>
                <a:lnTo>
                  <a:pt x="2984" y="3196"/>
                </a:lnTo>
                <a:lnTo>
                  <a:pt x="2984" y="3195"/>
                </a:lnTo>
                <a:lnTo>
                  <a:pt x="2983" y="3195"/>
                </a:lnTo>
                <a:lnTo>
                  <a:pt x="2982" y="3195"/>
                </a:lnTo>
                <a:lnTo>
                  <a:pt x="2981" y="3195"/>
                </a:lnTo>
                <a:lnTo>
                  <a:pt x="2981" y="3194"/>
                </a:lnTo>
                <a:lnTo>
                  <a:pt x="2981" y="3195"/>
                </a:lnTo>
                <a:lnTo>
                  <a:pt x="2980" y="3195"/>
                </a:lnTo>
                <a:lnTo>
                  <a:pt x="2980" y="3194"/>
                </a:lnTo>
                <a:lnTo>
                  <a:pt x="2979" y="3194"/>
                </a:lnTo>
                <a:lnTo>
                  <a:pt x="2979" y="3193"/>
                </a:lnTo>
                <a:lnTo>
                  <a:pt x="2980" y="3193"/>
                </a:lnTo>
                <a:lnTo>
                  <a:pt x="2979" y="3193"/>
                </a:lnTo>
                <a:lnTo>
                  <a:pt x="2979" y="3192"/>
                </a:lnTo>
                <a:lnTo>
                  <a:pt x="2980" y="3192"/>
                </a:lnTo>
                <a:lnTo>
                  <a:pt x="2981" y="3192"/>
                </a:lnTo>
                <a:lnTo>
                  <a:pt x="2981" y="3191"/>
                </a:lnTo>
                <a:lnTo>
                  <a:pt x="2982" y="3191"/>
                </a:lnTo>
                <a:lnTo>
                  <a:pt x="2981" y="3191"/>
                </a:lnTo>
                <a:lnTo>
                  <a:pt x="2981" y="3190"/>
                </a:lnTo>
                <a:lnTo>
                  <a:pt x="2982" y="3190"/>
                </a:lnTo>
                <a:lnTo>
                  <a:pt x="2982" y="3189"/>
                </a:lnTo>
                <a:lnTo>
                  <a:pt x="2981" y="3189"/>
                </a:lnTo>
                <a:lnTo>
                  <a:pt x="2980" y="3189"/>
                </a:lnTo>
                <a:lnTo>
                  <a:pt x="2980" y="3188"/>
                </a:lnTo>
                <a:lnTo>
                  <a:pt x="2980" y="3187"/>
                </a:lnTo>
                <a:lnTo>
                  <a:pt x="2979" y="3187"/>
                </a:lnTo>
                <a:lnTo>
                  <a:pt x="2979" y="3186"/>
                </a:lnTo>
                <a:lnTo>
                  <a:pt x="2980" y="3186"/>
                </a:lnTo>
                <a:lnTo>
                  <a:pt x="2980" y="3185"/>
                </a:lnTo>
                <a:lnTo>
                  <a:pt x="2980" y="3184"/>
                </a:lnTo>
                <a:lnTo>
                  <a:pt x="2979" y="3184"/>
                </a:lnTo>
                <a:lnTo>
                  <a:pt x="2979" y="3183"/>
                </a:lnTo>
                <a:lnTo>
                  <a:pt x="2979" y="3182"/>
                </a:lnTo>
                <a:lnTo>
                  <a:pt x="2980" y="3182"/>
                </a:lnTo>
                <a:lnTo>
                  <a:pt x="2980" y="3181"/>
                </a:lnTo>
                <a:lnTo>
                  <a:pt x="2981" y="3181"/>
                </a:lnTo>
                <a:lnTo>
                  <a:pt x="2981" y="3182"/>
                </a:lnTo>
                <a:lnTo>
                  <a:pt x="2981" y="3181"/>
                </a:lnTo>
                <a:lnTo>
                  <a:pt x="2981" y="3180"/>
                </a:lnTo>
                <a:lnTo>
                  <a:pt x="2981" y="3179"/>
                </a:lnTo>
                <a:lnTo>
                  <a:pt x="2981" y="3178"/>
                </a:lnTo>
                <a:lnTo>
                  <a:pt x="2981" y="3177"/>
                </a:lnTo>
                <a:lnTo>
                  <a:pt x="2981" y="3176"/>
                </a:lnTo>
                <a:lnTo>
                  <a:pt x="2982" y="3176"/>
                </a:lnTo>
                <a:lnTo>
                  <a:pt x="2982" y="3175"/>
                </a:lnTo>
                <a:lnTo>
                  <a:pt x="2982" y="3174"/>
                </a:lnTo>
                <a:lnTo>
                  <a:pt x="2982" y="3173"/>
                </a:lnTo>
                <a:lnTo>
                  <a:pt x="2983" y="3173"/>
                </a:lnTo>
                <a:lnTo>
                  <a:pt x="2983" y="3172"/>
                </a:lnTo>
                <a:lnTo>
                  <a:pt x="2983" y="3171"/>
                </a:lnTo>
                <a:lnTo>
                  <a:pt x="2984" y="3171"/>
                </a:lnTo>
                <a:lnTo>
                  <a:pt x="2984" y="3170"/>
                </a:lnTo>
                <a:lnTo>
                  <a:pt x="2983" y="3170"/>
                </a:lnTo>
                <a:lnTo>
                  <a:pt x="2983" y="3169"/>
                </a:lnTo>
                <a:lnTo>
                  <a:pt x="2984" y="3169"/>
                </a:lnTo>
                <a:lnTo>
                  <a:pt x="2983" y="3169"/>
                </a:lnTo>
                <a:lnTo>
                  <a:pt x="2984" y="3169"/>
                </a:lnTo>
                <a:lnTo>
                  <a:pt x="2984" y="3168"/>
                </a:lnTo>
                <a:lnTo>
                  <a:pt x="2985" y="3168"/>
                </a:lnTo>
                <a:lnTo>
                  <a:pt x="2986" y="3168"/>
                </a:lnTo>
                <a:lnTo>
                  <a:pt x="2986" y="3169"/>
                </a:lnTo>
                <a:lnTo>
                  <a:pt x="2986" y="3170"/>
                </a:lnTo>
                <a:lnTo>
                  <a:pt x="2987" y="3170"/>
                </a:lnTo>
                <a:lnTo>
                  <a:pt x="2987" y="3171"/>
                </a:lnTo>
                <a:lnTo>
                  <a:pt x="2988" y="3171"/>
                </a:lnTo>
                <a:lnTo>
                  <a:pt x="2989" y="3171"/>
                </a:lnTo>
                <a:lnTo>
                  <a:pt x="2990" y="3171"/>
                </a:lnTo>
                <a:lnTo>
                  <a:pt x="2990" y="3170"/>
                </a:lnTo>
                <a:lnTo>
                  <a:pt x="2990" y="3171"/>
                </a:lnTo>
                <a:lnTo>
                  <a:pt x="2991" y="3171"/>
                </a:lnTo>
                <a:lnTo>
                  <a:pt x="2991" y="3170"/>
                </a:lnTo>
                <a:lnTo>
                  <a:pt x="2992" y="3170"/>
                </a:lnTo>
                <a:lnTo>
                  <a:pt x="2992" y="3171"/>
                </a:lnTo>
                <a:lnTo>
                  <a:pt x="2993" y="3171"/>
                </a:lnTo>
                <a:lnTo>
                  <a:pt x="2993" y="3170"/>
                </a:lnTo>
                <a:lnTo>
                  <a:pt x="2994" y="3170"/>
                </a:lnTo>
                <a:lnTo>
                  <a:pt x="2994" y="3169"/>
                </a:lnTo>
                <a:lnTo>
                  <a:pt x="2995" y="3169"/>
                </a:lnTo>
                <a:lnTo>
                  <a:pt x="2994" y="3169"/>
                </a:lnTo>
                <a:lnTo>
                  <a:pt x="2994" y="3168"/>
                </a:lnTo>
                <a:lnTo>
                  <a:pt x="2995" y="3168"/>
                </a:lnTo>
                <a:lnTo>
                  <a:pt x="2994" y="3168"/>
                </a:lnTo>
                <a:lnTo>
                  <a:pt x="2994" y="3167"/>
                </a:lnTo>
                <a:lnTo>
                  <a:pt x="2994" y="3168"/>
                </a:lnTo>
                <a:lnTo>
                  <a:pt x="2994" y="3167"/>
                </a:lnTo>
                <a:lnTo>
                  <a:pt x="2993" y="3167"/>
                </a:lnTo>
                <a:lnTo>
                  <a:pt x="2994" y="3167"/>
                </a:lnTo>
                <a:lnTo>
                  <a:pt x="2994" y="3166"/>
                </a:lnTo>
                <a:lnTo>
                  <a:pt x="2994" y="3165"/>
                </a:lnTo>
                <a:lnTo>
                  <a:pt x="2995" y="3165"/>
                </a:lnTo>
                <a:lnTo>
                  <a:pt x="2994" y="3165"/>
                </a:lnTo>
                <a:lnTo>
                  <a:pt x="2995" y="3165"/>
                </a:lnTo>
                <a:lnTo>
                  <a:pt x="2994" y="3165"/>
                </a:lnTo>
                <a:lnTo>
                  <a:pt x="2994" y="3164"/>
                </a:lnTo>
                <a:lnTo>
                  <a:pt x="2995" y="3164"/>
                </a:lnTo>
                <a:lnTo>
                  <a:pt x="2995" y="3163"/>
                </a:lnTo>
                <a:lnTo>
                  <a:pt x="2995" y="3162"/>
                </a:lnTo>
                <a:lnTo>
                  <a:pt x="2996" y="3162"/>
                </a:lnTo>
                <a:lnTo>
                  <a:pt x="2996" y="3161"/>
                </a:lnTo>
                <a:lnTo>
                  <a:pt x="2997" y="3161"/>
                </a:lnTo>
                <a:lnTo>
                  <a:pt x="2997" y="3160"/>
                </a:lnTo>
                <a:lnTo>
                  <a:pt x="2997" y="3159"/>
                </a:lnTo>
                <a:lnTo>
                  <a:pt x="2997" y="3158"/>
                </a:lnTo>
                <a:lnTo>
                  <a:pt x="2998" y="3158"/>
                </a:lnTo>
                <a:lnTo>
                  <a:pt x="2998" y="3157"/>
                </a:lnTo>
                <a:lnTo>
                  <a:pt x="2999" y="3157"/>
                </a:lnTo>
                <a:lnTo>
                  <a:pt x="2998" y="3157"/>
                </a:lnTo>
                <a:lnTo>
                  <a:pt x="2998" y="3156"/>
                </a:lnTo>
                <a:lnTo>
                  <a:pt x="2998" y="3155"/>
                </a:lnTo>
                <a:lnTo>
                  <a:pt x="2997" y="3155"/>
                </a:lnTo>
                <a:lnTo>
                  <a:pt x="2998" y="3155"/>
                </a:lnTo>
                <a:lnTo>
                  <a:pt x="2998" y="3154"/>
                </a:lnTo>
                <a:lnTo>
                  <a:pt x="2999" y="3154"/>
                </a:lnTo>
                <a:lnTo>
                  <a:pt x="2999" y="3153"/>
                </a:lnTo>
                <a:lnTo>
                  <a:pt x="3000" y="3153"/>
                </a:lnTo>
                <a:lnTo>
                  <a:pt x="3000" y="3152"/>
                </a:lnTo>
                <a:lnTo>
                  <a:pt x="3000" y="3151"/>
                </a:lnTo>
                <a:lnTo>
                  <a:pt x="3001" y="3151"/>
                </a:lnTo>
                <a:lnTo>
                  <a:pt x="3002" y="3151"/>
                </a:lnTo>
                <a:lnTo>
                  <a:pt x="3003" y="3151"/>
                </a:lnTo>
                <a:lnTo>
                  <a:pt x="3003" y="3150"/>
                </a:lnTo>
                <a:lnTo>
                  <a:pt x="3003" y="3149"/>
                </a:lnTo>
                <a:lnTo>
                  <a:pt x="3004" y="3149"/>
                </a:lnTo>
                <a:lnTo>
                  <a:pt x="3004" y="3148"/>
                </a:lnTo>
                <a:lnTo>
                  <a:pt x="3004" y="3147"/>
                </a:lnTo>
                <a:lnTo>
                  <a:pt x="3003" y="3147"/>
                </a:lnTo>
                <a:lnTo>
                  <a:pt x="3003" y="3146"/>
                </a:lnTo>
                <a:lnTo>
                  <a:pt x="3002" y="3146"/>
                </a:lnTo>
                <a:lnTo>
                  <a:pt x="3001" y="3146"/>
                </a:lnTo>
                <a:lnTo>
                  <a:pt x="3000" y="3146"/>
                </a:lnTo>
                <a:lnTo>
                  <a:pt x="3000" y="3147"/>
                </a:lnTo>
                <a:lnTo>
                  <a:pt x="3000" y="3146"/>
                </a:lnTo>
                <a:lnTo>
                  <a:pt x="2999" y="3146"/>
                </a:lnTo>
                <a:lnTo>
                  <a:pt x="2998" y="3146"/>
                </a:lnTo>
                <a:lnTo>
                  <a:pt x="2998" y="3147"/>
                </a:lnTo>
                <a:lnTo>
                  <a:pt x="2998" y="3146"/>
                </a:lnTo>
                <a:lnTo>
                  <a:pt x="2998" y="3145"/>
                </a:lnTo>
                <a:lnTo>
                  <a:pt x="2997" y="3145"/>
                </a:lnTo>
                <a:lnTo>
                  <a:pt x="2997" y="3144"/>
                </a:lnTo>
                <a:lnTo>
                  <a:pt x="2996" y="3144"/>
                </a:lnTo>
                <a:lnTo>
                  <a:pt x="2996" y="3143"/>
                </a:lnTo>
                <a:lnTo>
                  <a:pt x="2995" y="3143"/>
                </a:lnTo>
                <a:lnTo>
                  <a:pt x="2994" y="3143"/>
                </a:lnTo>
                <a:lnTo>
                  <a:pt x="2994" y="3142"/>
                </a:lnTo>
                <a:lnTo>
                  <a:pt x="2993" y="3142"/>
                </a:lnTo>
                <a:lnTo>
                  <a:pt x="2993" y="3141"/>
                </a:lnTo>
                <a:lnTo>
                  <a:pt x="2993" y="3140"/>
                </a:lnTo>
                <a:lnTo>
                  <a:pt x="2993" y="3139"/>
                </a:lnTo>
                <a:lnTo>
                  <a:pt x="2992" y="3139"/>
                </a:lnTo>
                <a:lnTo>
                  <a:pt x="2991" y="3139"/>
                </a:lnTo>
                <a:lnTo>
                  <a:pt x="2990" y="3139"/>
                </a:lnTo>
                <a:lnTo>
                  <a:pt x="2990" y="3138"/>
                </a:lnTo>
                <a:lnTo>
                  <a:pt x="2990" y="3139"/>
                </a:lnTo>
                <a:lnTo>
                  <a:pt x="2989" y="3139"/>
                </a:lnTo>
                <a:lnTo>
                  <a:pt x="2989" y="3138"/>
                </a:lnTo>
                <a:lnTo>
                  <a:pt x="2989" y="3139"/>
                </a:lnTo>
                <a:lnTo>
                  <a:pt x="2989" y="3140"/>
                </a:lnTo>
                <a:lnTo>
                  <a:pt x="2988" y="3140"/>
                </a:lnTo>
                <a:lnTo>
                  <a:pt x="2988" y="3141"/>
                </a:lnTo>
                <a:lnTo>
                  <a:pt x="2987" y="3141"/>
                </a:lnTo>
                <a:lnTo>
                  <a:pt x="2987" y="3140"/>
                </a:lnTo>
                <a:lnTo>
                  <a:pt x="2986" y="3140"/>
                </a:lnTo>
                <a:lnTo>
                  <a:pt x="2986" y="3139"/>
                </a:lnTo>
                <a:lnTo>
                  <a:pt x="2985" y="3139"/>
                </a:lnTo>
                <a:lnTo>
                  <a:pt x="2986" y="3139"/>
                </a:lnTo>
                <a:lnTo>
                  <a:pt x="2985" y="3139"/>
                </a:lnTo>
                <a:lnTo>
                  <a:pt x="2985" y="3138"/>
                </a:lnTo>
                <a:lnTo>
                  <a:pt x="2984" y="3138"/>
                </a:lnTo>
                <a:lnTo>
                  <a:pt x="2984" y="3137"/>
                </a:lnTo>
                <a:lnTo>
                  <a:pt x="2984" y="3136"/>
                </a:lnTo>
                <a:lnTo>
                  <a:pt x="2983" y="3136"/>
                </a:lnTo>
                <a:lnTo>
                  <a:pt x="2983" y="3135"/>
                </a:lnTo>
                <a:lnTo>
                  <a:pt x="2982" y="3135"/>
                </a:lnTo>
                <a:lnTo>
                  <a:pt x="2982" y="3134"/>
                </a:lnTo>
                <a:lnTo>
                  <a:pt x="2982" y="3135"/>
                </a:lnTo>
                <a:lnTo>
                  <a:pt x="2981" y="3135"/>
                </a:lnTo>
                <a:lnTo>
                  <a:pt x="2980" y="3135"/>
                </a:lnTo>
                <a:lnTo>
                  <a:pt x="2980" y="3136"/>
                </a:lnTo>
                <a:lnTo>
                  <a:pt x="2979" y="3136"/>
                </a:lnTo>
                <a:lnTo>
                  <a:pt x="2979" y="3135"/>
                </a:lnTo>
                <a:lnTo>
                  <a:pt x="2978" y="3135"/>
                </a:lnTo>
                <a:lnTo>
                  <a:pt x="2978" y="3134"/>
                </a:lnTo>
                <a:lnTo>
                  <a:pt x="2977" y="3134"/>
                </a:lnTo>
                <a:lnTo>
                  <a:pt x="2978" y="3134"/>
                </a:lnTo>
                <a:lnTo>
                  <a:pt x="2978" y="3133"/>
                </a:lnTo>
                <a:lnTo>
                  <a:pt x="2977" y="3133"/>
                </a:lnTo>
                <a:lnTo>
                  <a:pt x="2977" y="3134"/>
                </a:lnTo>
                <a:lnTo>
                  <a:pt x="2977" y="3133"/>
                </a:lnTo>
                <a:lnTo>
                  <a:pt x="2976" y="3133"/>
                </a:lnTo>
                <a:lnTo>
                  <a:pt x="2975" y="3133"/>
                </a:lnTo>
                <a:lnTo>
                  <a:pt x="2975" y="3134"/>
                </a:lnTo>
                <a:lnTo>
                  <a:pt x="2974" y="3134"/>
                </a:lnTo>
                <a:lnTo>
                  <a:pt x="2974" y="3135"/>
                </a:lnTo>
                <a:lnTo>
                  <a:pt x="2974" y="3136"/>
                </a:lnTo>
                <a:lnTo>
                  <a:pt x="2974" y="3137"/>
                </a:lnTo>
                <a:lnTo>
                  <a:pt x="2973" y="3137"/>
                </a:lnTo>
                <a:lnTo>
                  <a:pt x="2972" y="3137"/>
                </a:lnTo>
                <a:lnTo>
                  <a:pt x="2971" y="3137"/>
                </a:lnTo>
                <a:lnTo>
                  <a:pt x="2971" y="3138"/>
                </a:lnTo>
                <a:lnTo>
                  <a:pt x="2971" y="3137"/>
                </a:lnTo>
                <a:lnTo>
                  <a:pt x="2971" y="3138"/>
                </a:lnTo>
                <a:lnTo>
                  <a:pt x="2970" y="3138"/>
                </a:lnTo>
                <a:lnTo>
                  <a:pt x="2970" y="3137"/>
                </a:lnTo>
                <a:lnTo>
                  <a:pt x="2969" y="3137"/>
                </a:lnTo>
                <a:lnTo>
                  <a:pt x="2969" y="3138"/>
                </a:lnTo>
                <a:lnTo>
                  <a:pt x="2969" y="3139"/>
                </a:lnTo>
                <a:lnTo>
                  <a:pt x="2968" y="3139"/>
                </a:lnTo>
                <a:lnTo>
                  <a:pt x="2967" y="3139"/>
                </a:lnTo>
                <a:lnTo>
                  <a:pt x="2967" y="3138"/>
                </a:lnTo>
                <a:lnTo>
                  <a:pt x="2966" y="3138"/>
                </a:lnTo>
                <a:lnTo>
                  <a:pt x="2966" y="3139"/>
                </a:lnTo>
                <a:lnTo>
                  <a:pt x="2966" y="3140"/>
                </a:lnTo>
                <a:lnTo>
                  <a:pt x="2965" y="3140"/>
                </a:lnTo>
                <a:lnTo>
                  <a:pt x="2965" y="3139"/>
                </a:lnTo>
                <a:lnTo>
                  <a:pt x="2965" y="3140"/>
                </a:lnTo>
                <a:lnTo>
                  <a:pt x="2964" y="3140"/>
                </a:lnTo>
                <a:lnTo>
                  <a:pt x="2964" y="3139"/>
                </a:lnTo>
                <a:lnTo>
                  <a:pt x="2963" y="3139"/>
                </a:lnTo>
                <a:lnTo>
                  <a:pt x="2962" y="3139"/>
                </a:lnTo>
                <a:lnTo>
                  <a:pt x="2962" y="3140"/>
                </a:lnTo>
                <a:lnTo>
                  <a:pt x="2961" y="3140"/>
                </a:lnTo>
                <a:lnTo>
                  <a:pt x="2961" y="3141"/>
                </a:lnTo>
                <a:lnTo>
                  <a:pt x="2962" y="3141"/>
                </a:lnTo>
                <a:lnTo>
                  <a:pt x="2961" y="3141"/>
                </a:lnTo>
                <a:lnTo>
                  <a:pt x="2961" y="3142"/>
                </a:lnTo>
                <a:lnTo>
                  <a:pt x="2960" y="3142"/>
                </a:lnTo>
                <a:lnTo>
                  <a:pt x="2959" y="3142"/>
                </a:lnTo>
                <a:lnTo>
                  <a:pt x="2959" y="3141"/>
                </a:lnTo>
                <a:lnTo>
                  <a:pt x="2958" y="3141"/>
                </a:lnTo>
                <a:lnTo>
                  <a:pt x="2958" y="3140"/>
                </a:lnTo>
                <a:lnTo>
                  <a:pt x="2958" y="3141"/>
                </a:lnTo>
                <a:lnTo>
                  <a:pt x="2957" y="3141"/>
                </a:lnTo>
                <a:lnTo>
                  <a:pt x="2956" y="3141"/>
                </a:lnTo>
                <a:lnTo>
                  <a:pt x="2956" y="3140"/>
                </a:lnTo>
                <a:lnTo>
                  <a:pt x="2955" y="3140"/>
                </a:lnTo>
                <a:lnTo>
                  <a:pt x="2955" y="3141"/>
                </a:lnTo>
                <a:lnTo>
                  <a:pt x="2954" y="3141"/>
                </a:lnTo>
                <a:lnTo>
                  <a:pt x="2954" y="3140"/>
                </a:lnTo>
                <a:lnTo>
                  <a:pt x="2953" y="3140"/>
                </a:lnTo>
                <a:lnTo>
                  <a:pt x="2952" y="3140"/>
                </a:lnTo>
                <a:lnTo>
                  <a:pt x="2952" y="3139"/>
                </a:lnTo>
                <a:lnTo>
                  <a:pt x="2953" y="3139"/>
                </a:lnTo>
                <a:lnTo>
                  <a:pt x="2952" y="3139"/>
                </a:lnTo>
                <a:lnTo>
                  <a:pt x="2951" y="3139"/>
                </a:lnTo>
                <a:lnTo>
                  <a:pt x="2951" y="3138"/>
                </a:lnTo>
                <a:lnTo>
                  <a:pt x="2952" y="3138"/>
                </a:lnTo>
                <a:lnTo>
                  <a:pt x="2952" y="3137"/>
                </a:lnTo>
                <a:lnTo>
                  <a:pt x="2953" y="3137"/>
                </a:lnTo>
                <a:lnTo>
                  <a:pt x="2953" y="3136"/>
                </a:lnTo>
                <a:lnTo>
                  <a:pt x="2952" y="3136"/>
                </a:lnTo>
                <a:lnTo>
                  <a:pt x="2952" y="3135"/>
                </a:lnTo>
                <a:lnTo>
                  <a:pt x="2951" y="3135"/>
                </a:lnTo>
                <a:lnTo>
                  <a:pt x="2951" y="3134"/>
                </a:lnTo>
                <a:lnTo>
                  <a:pt x="2950" y="3134"/>
                </a:lnTo>
                <a:lnTo>
                  <a:pt x="2951" y="3134"/>
                </a:lnTo>
                <a:lnTo>
                  <a:pt x="2951" y="3133"/>
                </a:lnTo>
                <a:lnTo>
                  <a:pt x="2950" y="3133"/>
                </a:lnTo>
                <a:lnTo>
                  <a:pt x="2950" y="3132"/>
                </a:lnTo>
                <a:lnTo>
                  <a:pt x="2949" y="3132"/>
                </a:lnTo>
                <a:lnTo>
                  <a:pt x="2949" y="3131"/>
                </a:lnTo>
                <a:lnTo>
                  <a:pt x="2948" y="3131"/>
                </a:lnTo>
                <a:lnTo>
                  <a:pt x="2948" y="3130"/>
                </a:lnTo>
                <a:lnTo>
                  <a:pt x="2947" y="3130"/>
                </a:lnTo>
                <a:lnTo>
                  <a:pt x="2947" y="3129"/>
                </a:lnTo>
                <a:lnTo>
                  <a:pt x="2946" y="3129"/>
                </a:lnTo>
                <a:lnTo>
                  <a:pt x="2946" y="3128"/>
                </a:lnTo>
                <a:lnTo>
                  <a:pt x="2946" y="3129"/>
                </a:lnTo>
                <a:lnTo>
                  <a:pt x="2946" y="3128"/>
                </a:lnTo>
                <a:lnTo>
                  <a:pt x="2946" y="3129"/>
                </a:lnTo>
                <a:lnTo>
                  <a:pt x="2945" y="3129"/>
                </a:lnTo>
                <a:lnTo>
                  <a:pt x="2944" y="3129"/>
                </a:lnTo>
                <a:lnTo>
                  <a:pt x="2943" y="3129"/>
                </a:lnTo>
                <a:lnTo>
                  <a:pt x="2943" y="3128"/>
                </a:lnTo>
                <a:lnTo>
                  <a:pt x="2942" y="3128"/>
                </a:lnTo>
                <a:lnTo>
                  <a:pt x="2941" y="3128"/>
                </a:lnTo>
                <a:lnTo>
                  <a:pt x="2940" y="3128"/>
                </a:lnTo>
                <a:lnTo>
                  <a:pt x="2940" y="3129"/>
                </a:lnTo>
                <a:lnTo>
                  <a:pt x="2939" y="3129"/>
                </a:lnTo>
                <a:lnTo>
                  <a:pt x="2939" y="3128"/>
                </a:lnTo>
                <a:lnTo>
                  <a:pt x="2938" y="3128"/>
                </a:lnTo>
                <a:lnTo>
                  <a:pt x="2938" y="3129"/>
                </a:lnTo>
                <a:lnTo>
                  <a:pt x="2938" y="3128"/>
                </a:lnTo>
                <a:lnTo>
                  <a:pt x="2937" y="3128"/>
                </a:lnTo>
                <a:lnTo>
                  <a:pt x="2937" y="3127"/>
                </a:lnTo>
                <a:lnTo>
                  <a:pt x="2936" y="3127"/>
                </a:lnTo>
                <a:lnTo>
                  <a:pt x="2936" y="3128"/>
                </a:lnTo>
                <a:lnTo>
                  <a:pt x="2935" y="3128"/>
                </a:lnTo>
                <a:lnTo>
                  <a:pt x="2934" y="3128"/>
                </a:lnTo>
                <a:lnTo>
                  <a:pt x="2933" y="3128"/>
                </a:lnTo>
                <a:lnTo>
                  <a:pt x="2932" y="3128"/>
                </a:lnTo>
                <a:lnTo>
                  <a:pt x="2931" y="3128"/>
                </a:lnTo>
                <a:lnTo>
                  <a:pt x="2930" y="3128"/>
                </a:lnTo>
                <a:lnTo>
                  <a:pt x="2929" y="3128"/>
                </a:lnTo>
                <a:lnTo>
                  <a:pt x="2929" y="3129"/>
                </a:lnTo>
                <a:lnTo>
                  <a:pt x="2929" y="3130"/>
                </a:lnTo>
                <a:lnTo>
                  <a:pt x="2930" y="3130"/>
                </a:lnTo>
                <a:lnTo>
                  <a:pt x="2929" y="3130"/>
                </a:lnTo>
                <a:lnTo>
                  <a:pt x="2929" y="3131"/>
                </a:lnTo>
                <a:lnTo>
                  <a:pt x="2930" y="3131"/>
                </a:lnTo>
                <a:lnTo>
                  <a:pt x="2929" y="3131"/>
                </a:lnTo>
                <a:lnTo>
                  <a:pt x="2929" y="3132"/>
                </a:lnTo>
                <a:lnTo>
                  <a:pt x="2929" y="3133"/>
                </a:lnTo>
                <a:lnTo>
                  <a:pt x="2928" y="3133"/>
                </a:lnTo>
                <a:lnTo>
                  <a:pt x="2928" y="3134"/>
                </a:lnTo>
                <a:lnTo>
                  <a:pt x="2928" y="3133"/>
                </a:lnTo>
                <a:lnTo>
                  <a:pt x="2927" y="3133"/>
                </a:lnTo>
                <a:lnTo>
                  <a:pt x="2926" y="3133"/>
                </a:lnTo>
                <a:lnTo>
                  <a:pt x="2926" y="3132"/>
                </a:lnTo>
                <a:lnTo>
                  <a:pt x="2925" y="3132"/>
                </a:lnTo>
                <a:lnTo>
                  <a:pt x="2925" y="3134"/>
                </a:lnTo>
                <a:lnTo>
                  <a:pt x="2924" y="3134"/>
                </a:lnTo>
                <a:lnTo>
                  <a:pt x="2923" y="3134"/>
                </a:lnTo>
                <a:lnTo>
                  <a:pt x="2923" y="3133"/>
                </a:lnTo>
                <a:lnTo>
                  <a:pt x="2923" y="3134"/>
                </a:lnTo>
                <a:lnTo>
                  <a:pt x="2923" y="3133"/>
                </a:lnTo>
                <a:lnTo>
                  <a:pt x="2922" y="3133"/>
                </a:lnTo>
                <a:lnTo>
                  <a:pt x="2921" y="3133"/>
                </a:lnTo>
                <a:lnTo>
                  <a:pt x="2921" y="3134"/>
                </a:lnTo>
                <a:lnTo>
                  <a:pt x="2920" y="3134"/>
                </a:lnTo>
                <a:lnTo>
                  <a:pt x="2920" y="3133"/>
                </a:lnTo>
                <a:lnTo>
                  <a:pt x="2920" y="3134"/>
                </a:lnTo>
                <a:lnTo>
                  <a:pt x="2919" y="3134"/>
                </a:lnTo>
                <a:lnTo>
                  <a:pt x="2918" y="3134"/>
                </a:lnTo>
                <a:lnTo>
                  <a:pt x="2918" y="3135"/>
                </a:lnTo>
                <a:lnTo>
                  <a:pt x="2919" y="3135"/>
                </a:lnTo>
                <a:lnTo>
                  <a:pt x="2919" y="3136"/>
                </a:lnTo>
                <a:lnTo>
                  <a:pt x="2918" y="3136"/>
                </a:lnTo>
                <a:lnTo>
                  <a:pt x="2917" y="3136"/>
                </a:lnTo>
                <a:lnTo>
                  <a:pt x="2917" y="3135"/>
                </a:lnTo>
                <a:lnTo>
                  <a:pt x="2917" y="3134"/>
                </a:lnTo>
                <a:lnTo>
                  <a:pt x="2916" y="3134"/>
                </a:lnTo>
                <a:lnTo>
                  <a:pt x="2916" y="3133"/>
                </a:lnTo>
                <a:lnTo>
                  <a:pt x="2916" y="3132"/>
                </a:lnTo>
                <a:lnTo>
                  <a:pt x="2915" y="3132"/>
                </a:lnTo>
                <a:lnTo>
                  <a:pt x="2915" y="3131"/>
                </a:lnTo>
                <a:lnTo>
                  <a:pt x="2915" y="3132"/>
                </a:lnTo>
                <a:lnTo>
                  <a:pt x="2915" y="3131"/>
                </a:lnTo>
                <a:lnTo>
                  <a:pt x="2916" y="3131"/>
                </a:lnTo>
                <a:lnTo>
                  <a:pt x="2916" y="3130"/>
                </a:lnTo>
                <a:lnTo>
                  <a:pt x="2915" y="3130"/>
                </a:lnTo>
                <a:lnTo>
                  <a:pt x="2915" y="3131"/>
                </a:lnTo>
                <a:lnTo>
                  <a:pt x="2914" y="3131"/>
                </a:lnTo>
                <a:lnTo>
                  <a:pt x="2914" y="3130"/>
                </a:lnTo>
                <a:lnTo>
                  <a:pt x="2915" y="3130"/>
                </a:lnTo>
                <a:lnTo>
                  <a:pt x="2915" y="3129"/>
                </a:lnTo>
                <a:lnTo>
                  <a:pt x="2914" y="3129"/>
                </a:lnTo>
                <a:lnTo>
                  <a:pt x="2914" y="3130"/>
                </a:lnTo>
                <a:lnTo>
                  <a:pt x="2914" y="3129"/>
                </a:lnTo>
                <a:lnTo>
                  <a:pt x="2914" y="3128"/>
                </a:lnTo>
                <a:lnTo>
                  <a:pt x="2913" y="3128"/>
                </a:lnTo>
                <a:lnTo>
                  <a:pt x="2912" y="3128"/>
                </a:lnTo>
                <a:lnTo>
                  <a:pt x="2912" y="3129"/>
                </a:lnTo>
                <a:lnTo>
                  <a:pt x="2912" y="3128"/>
                </a:lnTo>
                <a:lnTo>
                  <a:pt x="2912" y="3129"/>
                </a:lnTo>
                <a:lnTo>
                  <a:pt x="2912" y="3128"/>
                </a:lnTo>
                <a:lnTo>
                  <a:pt x="2911" y="3128"/>
                </a:lnTo>
                <a:lnTo>
                  <a:pt x="2910" y="3128"/>
                </a:lnTo>
                <a:lnTo>
                  <a:pt x="2910" y="3127"/>
                </a:lnTo>
                <a:lnTo>
                  <a:pt x="2910" y="3126"/>
                </a:lnTo>
                <a:lnTo>
                  <a:pt x="2909" y="3126"/>
                </a:lnTo>
                <a:lnTo>
                  <a:pt x="2909" y="3125"/>
                </a:lnTo>
                <a:lnTo>
                  <a:pt x="2908" y="3125"/>
                </a:lnTo>
                <a:lnTo>
                  <a:pt x="2907" y="3125"/>
                </a:lnTo>
                <a:lnTo>
                  <a:pt x="2907" y="3124"/>
                </a:lnTo>
                <a:lnTo>
                  <a:pt x="2907" y="3125"/>
                </a:lnTo>
                <a:lnTo>
                  <a:pt x="2907" y="3124"/>
                </a:lnTo>
                <a:lnTo>
                  <a:pt x="2906" y="3124"/>
                </a:lnTo>
                <a:lnTo>
                  <a:pt x="2905" y="3124"/>
                </a:lnTo>
                <a:lnTo>
                  <a:pt x="2905" y="3123"/>
                </a:lnTo>
                <a:lnTo>
                  <a:pt x="2904" y="3123"/>
                </a:lnTo>
                <a:lnTo>
                  <a:pt x="2904" y="3122"/>
                </a:lnTo>
                <a:lnTo>
                  <a:pt x="2905" y="3122"/>
                </a:lnTo>
                <a:lnTo>
                  <a:pt x="2904" y="3122"/>
                </a:lnTo>
                <a:lnTo>
                  <a:pt x="2904" y="3121"/>
                </a:lnTo>
                <a:lnTo>
                  <a:pt x="2903" y="3121"/>
                </a:lnTo>
                <a:lnTo>
                  <a:pt x="2903" y="3120"/>
                </a:lnTo>
                <a:lnTo>
                  <a:pt x="2903" y="3121"/>
                </a:lnTo>
                <a:lnTo>
                  <a:pt x="2902" y="3121"/>
                </a:lnTo>
                <a:lnTo>
                  <a:pt x="2900" y="3121"/>
                </a:lnTo>
                <a:lnTo>
                  <a:pt x="2899" y="3121"/>
                </a:lnTo>
                <a:lnTo>
                  <a:pt x="2899" y="3120"/>
                </a:lnTo>
                <a:lnTo>
                  <a:pt x="2898" y="3120"/>
                </a:lnTo>
                <a:lnTo>
                  <a:pt x="2897" y="3120"/>
                </a:lnTo>
                <a:lnTo>
                  <a:pt x="2897" y="3119"/>
                </a:lnTo>
                <a:lnTo>
                  <a:pt x="2896" y="3119"/>
                </a:lnTo>
                <a:lnTo>
                  <a:pt x="2895" y="3120"/>
                </a:lnTo>
                <a:lnTo>
                  <a:pt x="2895" y="3121"/>
                </a:lnTo>
                <a:lnTo>
                  <a:pt x="2894" y="3121"/>
                </a:lnTo>
                <a:lnTo>
                  <a:pt x="2894" y="3120"/>
                </a:lnTo>
                <a:lnTo>
                  <a:pt x="2893" y="3120"/>
                </a:lnTo>
                <a:lnTo>
                  <a:pt x="2892" y="3120"/>
                </a:lnTo>
                <a:lnTo>
                  <a:pt x="2891" y="3120"/>
                </a:lnTo>
                <a:lnTo>
                  <a:pt x="2890" y="3120"/>
                </a:lnTo>
                <a:lnTo>
                  <a:pt x="2890" y="3119"/>
                </a:lnTo>
                <a:lnTo>
                  <a:pt x="2889" y="3119"/>
                </a:lnTo>
                <a:lnTo>
                  <a:pt x="2889" y="3118"/>
                </a:lnTo>
                <a:lnTo>
                  <a:pt x="2889" y="3117"/>
                </a:lnTo>
                <a:lnTo>
                  <a:pt x="2890" y="3117"/>
                </a:lnTo>
                <a:lnTo>
                  <a:pt x="2890" y="3116"/>
                </a:lnTo>
                <a:lnTo>
                  <a:pt x="2889" y="3116"/>
                </a:lnTo>
                <a:lnTo>
                  <a:pt x="2890" y="3116"/>
                </a:lnTo>
                <a:lnTo>
                  <a:pt x="2889" y="3116"/>
                </a:lnTo>
                <a:lnTo>
                  <a:pt x="2889" y="3115"/>
                </a:lnTo>
                <a:lnTo>
                  <a:pt x="2890" y="3115"/>
                </a:lnTo>
                <a:lnTo>
                  <a:pt x="2889" y="3115"/>
                </a:lnTo>
                <a:lnTo>
                  <a:pt x="2889" y="3114"/>
                </a:lnTo>
                <a:lnTo>
                  <a:pt x="2890" y="3114"/>
                </a:lnTo>
                <a:lnTo>
                  <a:pt x="2890" y="3113"/>
                </a:lnTo>
                <a:lnTo>
                  <a:pt x="2889" y="3113"/>
                </a:lnTo>
                <a:lnTo>
                  <a:pt x="2890" y="3113"/>
                </a:lnTo>
                <a:lnTo>
                  <a:pt x="2890" y="3112"/>
                </a:lnTo>
                <a:lnTo>
                  <a:pt x="2890" y="3111"/>
                </a:lnTo>
                <a:lnTo>
                  <a:pt x="2890" y="3110"/>
                </a:lnTo>
                <a:lnTo>
                  <a:pt x="2889" y="3110"/>
                </a:lnTo>
                <a:lnTo>
                  <a:pt x="2889" y="3109"/>
                </a:lnTo>
                <a:lnTo>
                  <a:pt x="2889" y="3108"/>
                </a:lnTo>
                <a:lnTo>
                  <a:pt x="2888" y="3108"/>
                </a:lnTo>
                <a:lnTo>
                  <a:pt x="2887" y="3108"/>
                </a:lnTo>
                <a:lnTo>
                  <a:pt x="2886" y="3108"/>
                </a:lnTo>
                <a:lnTo>
                  <a:pt x="2885" y="3108"/>
                </a:lnTo>
                <a:lnTo>
                  <a:pt x="2885" y="3107"/>
                </a:lnTo>
                <a:lnTo>
                  <a:pt x="2884" y="3107"/>
                </a:lnTo>
                <a:lnTo>
                  <a:pt x="2883" y="3107"/>
                </a:lnTo>
                <a:lnTo>
                  <a:pt x="2883" y="3106"/>
                </a:lnTo>
                <a:lnTo>
                  <a:pt x="2884" y="3106"/>
                </a:lnTo>
                <a:lnTo>
                  <a:pt x="2883" y="3106"/>
                </a:lnTo>
                <a:lnTo>
                  <a:pt x="2883" y="3105"/>
                </a:lnTo>
                <a:lnTo>
                  <a:pt x="2883" y="3104"/>
                </a:lnTo>
                <a:lnTo>
                  <a:pt x="2883" y="3103"/>
                </a:lnTo>
                <a:lnTo>
                  <a:pt x="2882" y="3103"/>
                </a:lnTo>
                <a:lnTo>
                  <a:pt x="2882" y="3102"/>
                </a:lnTo>
                <a:lnTo>
                  <a:pt x="2881" y="3102"/>
                </a:lnTo>
                <a:lnTo>
                  <a:pt x="2881" y="3101"/>
                </a:lnTo>
                <a:lnTo>
                  <a:pt x="2881" y="3100"/>
                </a:lnTo>
                <a:lnTo>
                  <a:pt x="2880" y="3100"/>
                </a:lnTo>
                <a:lnTo>
                  <a:pt x="2880" y="3099"/>
                </a:lnTo>
                <a:lnTo>
                  <a:pt x="2879" y="3099"/>
                </a:lnTo>
                <a:lnTo>
                  <a:pt x="2879" y="3098"/>
                </a:lnTo>
                <a:lnTo>
                  <a:pt x="2879" y="3097"/>
                </a:lnTo>
                <a:lnTo>
                  <a:pt x="2878" y="3097"/>
                </a:lnTo>
                <a:lnTo>
                  <a:pt x="2879" y="3097"/>
                </a:lnTo>
                <a:lnTo>
                  <a:pt x="2878" y="3097"/>
                </a:lnTo>
                <a:lnTo>
                  <a:pt x="2878" y="3096"/>
                </a:lnTo>
                <a:lnTo>
                  <a:pt x="2877" y="3096"/>
                </a:lnTo>
                <a:lnTo>
                  <a:pt x="2877" y="3097"/>
                </a:lnTo>
                <a:lnTo>
                  <a:pt x="2877" y="3098"/>
                </a:lnTo>
                <a:lnTo>
                  <a:pt x="2876" y="3098"/>
                </a:lnTo>
                <a:lnTo>
                  <a:pt x="2875" y="3098"/>
                </a:lnTo>
                <a:lnTo>
                  <a:pt x="2875" y="3097"/>
                </a:lnTo>
                <a:lnTo>
                  <a:pt x="2875" y="3096"/>
                </a:lnTo>
                <a:lnTo>
                  <a:pt x="2874" y="3096"/>
                </a:lnTo>
                <a:lnTo>
                  <a:pt x="2874" y="3095"/>
                </a:lnTo>
                <a:lnTo>
                  <a:pt x="2873" y="3095"/>
                </a:lnTo>
                <a:lnTo>
                  <a:pt x="2873" y="3096"/>
                </a:lnTo>
                <a:lnTo>
                  <a:pt x="2873" y="3095"/>
                </a:lnTo>
                <a:lnTo>
                  <a:pt x="2872" y="3095"/>
                </a:lnTo>
                <a:lnTo>
                  <a:pt x="2872" y="3094"/>
                </a:lnTo>
                <a:lnTo>
                  <a:pt x="2871" y="3094"/>
                </a:lnTo>
                <a:lnTo>
                  <a:pt x="2871" y="3093"/>
                </a:lnTo>
                <a:lnTo>
                  <a:pt x="2870" y="3092"/>
                </a:lnTo>
                <a:lnTo>
                  <a:pt x="2870" y="3090"/>
                </a:lnTo>
                <a:lnTo>
                  <a:pt x="2870" y="3089"/>
                </a:lnTo>
                <a:lnTo>
                  <a:pt x="2869" y="3089"/>
                </a:lnTo>
                <a:lnTo>
                  <a:pt x="2869" y="3088"/>
                </a:lnTo>
                <a:lnTo>
                  <a:pt x="2868" y="3088"/>
                </a:lnTo>
                <a:lnTo>
                  <a:pt x="2868" y="3087"/>
                </a:lnTo>
                <a:lnTo>
                  <a:pt x="2867" y="3088"/>
                </a:lnTo>
                <a:lnTo>
                  <a:pt x="2866" y="3088"/>
                </a:lnTo>
                <a:lnTo>
                  <a:pt x="2866" y="3089"/>
                </a:lnTo>
                <a:lnTo>
                  <a:pt x="2866" y="3090"/>
                </a:lnTo>
                <a:lnTo>
                  <a:pt x="2865" y="3090"/>
                </a:lnTo>
                <a:lnTo>
                  <a:pt x="2865" y="3091"/>
                </a:lnTo>
                <a:lnTo>
                  <a:pt x="2865" y="3092"/>
                </a:lnTo>
                <a:lnTo>
                  <a:pt x="2864" y="3092"/>
                </a:lnTo>
                <a:lnTo>
                  <a:pt x="2864" y="3093"/>
                </a:lnTo>
                <a:lnTo>
                  <a:pt x="2863" y="3093"/>
                </a:lnTo>
                <a:lnTo>
                  <a:pt x="2863" y="3092"/>
                </a:lnTo>
                <a:lnTo>
                  <a:pt x="2862" y="3092"/>
                </a:lnTo>
                <a:lnTo>
                  <a:pt x="2862" y="3093"/>
                </a:lnTo>
                <a:lnTo>
                  <a:pt x="2861" y="3093"/>
                </a:lnTo>
                <a:lnTo>
                  <a:pt x="2861" y="3094"/>
                </a:lnTo>
                <a:lnTo>
                  <a:pt x="2862" y="3094"/>
                </a:lnTo>
                <a:lnTo>
                  <a:pt x="2862" y="3095"/>
                </a:lnTo>
                <a:lnTo>
                  <a:pt x="2862" y="3096"/>
                </a:lnTo>
                <a:lnTo>
                  <a:pt x="2861" y="3096"/>
                </a:lnTo>
                <a:lnTo>
                  <a:pt x="2861" y="3097"/>
                </a:lnTo>
                <a:lnTo>
                  <a:pt x="2861" y="3098"/>
                </a:lnTo>
                <a:lnTo>
                  <a:pt x="2860" y="3098"/>
                </a:lnTo>
                <a:lnTo>
                  <a:pt x="2860" y="3099"/>
                </a:lnTo>
                <a:lnTo>
                  <a:pt x="2860" y="3098"/>
                </a:lnTo>
                <a:lnTo>
                  <a:pt x="2860" y="3099"/>
                </a:lnTo>
                <a:lnTo>
                  <a:pt x="2860" y="3100"/>
                </a:lnTo>
                <a:lnTo>
                  <a:pt x="2860" y="3101"/>
                </a:lnTo>
                <a:lnTo>
                  <a:pt x="2859" y="3101"/>
                </a:lnTo>
                <a:lnTo>
                  <a:pt x="2859" y="3100"/>
                </a:lnTo>
                <a:lnTo>
                  <a:pt x="2858" y="3100"/>
                </a:lnTo>
                <a:lnTo>
                  <a:pt x="2857" y="3100"/>
                </a:lnTo>
                <a:lnTo>
                  <a:pt x="2857" y="3099"/>
                </a:lnTo>
                <a:lnTo>
                  <a:pt x="2856" y="3099"/>
                </a:lnTo>
                <a:lnTo>
                  <a:pt x="2855" y="3099"/>
                </a:lnTo>
                <a:lnTo>
                  <a:pt x="2855" y="3098"/>
                </a:lnTo>
                <a:lnTo>
                  <a:pt x="2854" y="3098"/>
                </a:lnTo>
                <a:lnTo>
                  <a:pt x="2854" y="3099"/>
                </a:lnTo>
                <a:lnTo>
                  <a:pt x="2853" y="3099"/>
                </a:lnTo>
                <a:lnTo>
                  <a:pt x="2853" y="3100"/>
                </a:lnTo>
                <a:lnTo>
                  <a:pt x="2852" y="3100"/>
                </a:lnTo>
                <a:lnTo>
                  <a:pt x="2852" y="3101"/>
                </a:lnTo>
                <a:lnTo>
                  <a:pt x="2851" y="3101"/>
                </a:lnTo>
                <a:lnTo>
                  <a:pt x="2850" y="3101"/>
                </a:lnTo>
                <a:lnTo>
                  <a:pt x="2850" y="3102"/>
                </a:lnTo>
                <a:lnTo>
                  <a:pt x="2849" y="3102"/>
                </a:lnTo>
                <a:lnTo>
                  <a:pt x="2848" y="3102"/>
                </a:lnTo>
                <a:lnTo>
                  <a:pt x="2848" y="3101"/>
                </a:lnTo>
                <a:lnTo>
                  <a:pt x="2847" y="3101"/>
                </a:lnTo>
                <a:lnTo>
                  <a:pt x="2847" y="3100"/>
                </a:lnTo>
                <a:lnTo>
                  <a:pt x="2846" y="3100"/>
                </a:lnTo>
                <a:lnTo>
                  <a:pt x="2846" y="3101"/>
                </a:lnTo>
                <a:lnTo>
                  <a:pt x="2845" y="3101"/>
                </a:lnTo>
                <a:lnTo>
                  <a:pt x="2844" y="3101"/>
                </a:lnTo>
                <a:lnTo>
                  <a:pt x="2844" y="3102"/>
                </a:lnTo>
                <a:lnTo>
                  <a:pt x="2843" y="3102"/>
                </a:lnTo>
                <a:lnTo>
                  <a:pt x="2843" y="3103"/>
                </a:lnTo>
                <a:lnTo>
                  <a:pt x="2843" y="3102"/>
                </a:lnTo>
                <a:lnTo>
                  <a:pt x="2843" y="3103"/>
                </a:lnTo>
                <a:lnTo>
                  <a:pt x="2842" y="3104"/>
                </a:lnTo>
                <a:lnTo>
                  <a:pt x="2841" y="3104"/>
                </a:lnTo>
                <a:lnTo>
                  <a:pt x="2841" y="3105"/>
                </a:lnTo>
                <a:lnTo>
                  <a:pt x="2840" y="3105"/>
                </a:lnTo>
                <a:lnTo>
                  <a:pt x="2839" y="3105"/>
                </a:lnTo>
                <a:lnTo>
                  <a:pt x="2839" y="3106"/>
                </a:lnTo>
                <a:lnTo>
                  <a:pt x="2838" y="3106"/>
                </a:lnTo>
                <a:lnTo>
                  <a:pt x="2838" y="3107"/>
                </a:lnTo>
                <a:lnTo>
                  <a:pt x="2837" y="3107"/>
                </a:lnTo>
                <a:lnTo>
                  <a:pt x="2837" y="3106"/>
                </a:lnTo>
                <a:lnTo>
                  <a:pt x="2837" y="3107"/>
                </a:lnTo>
                <a:lnTo>
                  <a:pt x="2836" y="3107"/>
                </a:lnTo>
                <a:lnTo>
                  <a:pt x="2835" y="3107"/>
                </a:lnTo>
                <a:lnTo>
                  <a:pt x="2835" y="3108"/>
                </a:lnTo>
                <a:lnTo>
                  <a:pt x="2835" y="3109"/>
                </a:lnTo>
                <a:lnTo>
                  <a:pt x="2834" y="3109"/>
                </a:lnTo>
                <a:lnTo>
                  <a:pt x="2834" y="3110"/>
                </a:lnTo>
                <a:lnTo>
                  <a:pt x="2834" y="3111"/>
                </a:lnTo>
                <a:lnTo>
                  <a:pt x="2834" y="3112"/>
                </a:lnTo>
                <a:lnTo>
                  <a:pt x="2833" y="3112"/>
                </a:lnTo>
                <a:lnTo>
                  <a:pt x="2833" y="3111"/>
                </a:lnTo>
                <a:lnTo>
                  <a:pt x="2832" y="3111"/>
                </a:lnTo>
                <a:lnTo>
                  <a:pt x="2832" y="3110"/>
                </a:lnTo>
                <a:lnTo>
                  <a:pt x="2831" y="3110"/>
                </a:lnTo>
                <a:lnTo>
                  <a:pt x="2831" y="3109"/>
                </a:lnTo>
                <a:lnTo>
                  <a:pt x="2830" y="3109"/>
                </a:lnTo>
                <a:lnTo>
                  <a:pt x="2829" y="3109"/>
                </a:lnTo>
                <a:lnTo>
                  <a:pt x="2829" y="3110"/>
                </a:lnTo>
                <a:lnTo>
                  <a:pt x="2828" y="3110"/>
                </a:lnTo>
                <a:lnTo>
                  <a:pt x="2828" y="3111"/>
                </a:lnTo>
                <a:lnTo>
                  <a:pt x="2828" y="3112"/>
                </a:lnTo>
                <a:lnTo>
                  <a:pt x="2828" y="3113"/>
                </a:lnTo>
                <a:lnTo>
                  <a:pt x="2828" y="3114"/>
                </a:lnTo>
                <a:lnTo>
                  <a:pt x="2828" y="3115"/>
                </a:lnTo>
                <a:lnTo>
                  <a:pt x="2827" y="3115"/>
                </a:lnTo>
                <a:lnTo>
                  <a:pt x="2826" y="3115"/>
                </a:lnTo>
                <a:lnTo>
                  <a:pt x="2826" y="3114"/>
                </a:lnTo>
                <a:lnTo>
                  <a:pt x="2826" y="3115"/>
                </a:lnTo>
                <a:lnTo>
                  <a:pt x="2825" y="3115"/>
                </a:lnTo>
                <a:lnTo>
                  <a:pt x="2824" y="3115"/>
                </a:lnTo>
                <a:lnTo>
                  <a:pt x="2824" y="3116"/>
                </a:lnTo>
                <a:lnTo>
                  <a:pt x="2823" y="3116"/>
                </a:lnTo>
                <a:lnTo>
                  <a:pt x="2823" y="3115"/>
                </a:lnTo>
                <a:lnTo>
                  <a:pt x="2822" y="3115"/>
                </a:lnTo>
                <a:lnTo>
                  <a:pt x="2822" y="3116"/>
                </a:lnTo>
                <a:lnTo>
                  <a:pt x="2821" y="3116"/>
                </a:lnTo>
                <a:lnTo>
                  <a:pt x="2821" y="3115"/>
                </a:lnTo>
                <a:lnTo>
                  <a:pt x="2821" y="3116"/>
                </a:lnTo>
                <a:lnTo>
                  <a:pt x="2821" y="3117"/>
                </a:lnTo>
                <a:lnTo>
                  <a:pt x="2821" y="3118"/>
                </a:lnTo>
                <a:lnTo>
                  <a:pt x="2821" y="3119"/>
                </a:lnTo>
                <a:lnTo>
                  <a:pt x="2822" y="3119"/>
                </a:lnTo>
                <a:lnTo>
                  <a:pt x="2822" y="3120"/>
                </a:lnTo>
                <a:lnTo>
                  <a:pt x="2822" y="3121"/>
                </a:lnTo>
                <a:lnTo>
                  <a:pt x="2822" y="3122"/>
                </a:lnTo>
                <a:lnTo>
                  <a:pt x="2823" y="3122"/>
                </a:lnTo>
                <a:lnTo>
                  <a:pt x="2823" y="3123"/>
                </a:lnTo>
                <a:lnTo>
                  <a:pt x="2822" y="3124"/>
                </a:lnTo>
                <a:lnTo>
                  <a:pt x="2823" y="3124"/>
                </a:lnTo>
                <a:lnTo>
                  <a:pt x="2823" y="3125"/>
                </a:lnTo>
                <a:lnTo>
                  <a:pt x="2823" y="3126"/>
                </a:lnTo>
                <a:lnTo>
                  <a:pt x="2823" y="3127"/>
                </a:lnTo>
                <a:lnTo>
                  <a:pt x="2824" y="3127"/>
                </a:lnTo>
                <a:lnTo>
                  <a:pt x="2823" y="3127"/>
                </a:lnTo>
                <a:lnTo>
                  <a:pt x="2823" y="3128"/>
                </a:lnTo>
                <a:lnTo>
                  <a:pt x="2824" y="3128"/>
                </a:lnTo>
                <a:lnTo>
                  <a:pt x="2824" y="3129"/>
                </a:lnTo>
                <a:lnTo>
                  <a:pt x="2825" y="3129"/>
                </a:lnTo>
                <a:lnTo>
                  <a:pt x="2825" y="3130"/>
                </a:lnTo>
                <a:lnTo>
                  <a:pt x="2826" y="3130"/>
                </a:lnTo>
                <a:lnTo>
                  <a:pt x="2826" y="3131"/>
                </a:lnTo>
                <a:lnTo>
                  <a:pt x="2827" y="3131"/>
                </a:lnTo>
                <a:lnTo>
                  <a:pt x="2827" y="3132"/>
                </a:lnTo>
                <a:lnTo>
                  <a:pt x="2826" y="3132"/>
                </a:lnTo>
                <a:lnTo>
                  <a:pt x="2826" y="3133"/>
                </a:lnTo>
                <a:lnTo>
                  <a:pt x="2826" y="3134"/>
                </a:lnTo>
                <a:lnTo>
                  <a:pt x="2825" y="3134"/>
                </a:lnTo>
                <a:lnTo>
                  <a:pt x="2825" y="3135"/>
                </a:lnTo>
                <a:lnTo>
                  <a:pt x="2824" y="3135"/>
                </a:lnTo>
                <a:lnTo>
                  <a:pt x="2824" y="3136"/>
                </a:lnTo>
                <a:lnTo>
                  <a:pt x="2824" y="3135"/>
                </a:lnTo>
                <a:lnTo>
                  <a:pt x="2823" y="3135"/>
                </a:lnTo>
                <a:lnTo>
                  <a:pt x="2822" y="3135"/>
                </a:lnTo>
                <a:lnTo>
                  <a:pt x="2822" y="3136"/>
                </a:lnTo>
                <a:lnTo>
                  <a:pt x="2821" y="3136"/>
                </a:lnTo>
                <a:lnTo>
                  <a:pt x="2821" y="3137"/>
                </a:lnTo>
                <a:lnTo>
                  <a:pt x="2821" y="3136"/>
                </a:lnTo>
                <a:lnTo>
                  <a:pt x="2820" y="3136"/>
                </a:lnTo>
                <a:lnTo>
                  <a:pt x="2820" y="3137"/>
                </a:lnTo>
                <a:lnTo>
                  <a:pt x="2819" y="3137"/>
                </a:lnTo>
                <a:lnTo>
                  <a:pt x="2818" y="3137"/>
                </a:lnTo>
                <a:lnTo>
                  <a:pt x="2818" y="3138"/>
                </a:lnTo>
                <a:lnTo>
                  <a:pt x="2818" y="3139"/>
                </a:lnTo>
                <a:lnTo>
                  <a:pt x="2817" y="3139"/>
                </a:lnTo>
                <a:lnTo>
                  <a:pt x="2818" y="3139"/>
                </a:lnTo>
                <a:lnTo>
                  <a:pt x="2818" y="3140"/>
                </a:lnTo>
                <a:lnTo>
                  <a:pt x="2817" y="3140"/>
                </a:lnTo>
                <a:lnTo>
                  <a:pt x="2817" y="3141"/>
                </a:lnTo>
                <a:lnTo>
                  <a:pt x="2817" y="3142"/>
                </a:lnTo>
                <a:lnTo>
                  <a:pt x="2816" y="3142"/>
                </a:lnTo>
                <a:lnTo>
                  <a:pt x="2815" y="3142"/>
                </a:lnTo>
                <a:lnTo>
                  <a:pt x="2814" y="3142"/>
                </a:lnTo>
                <a:lnTo>
                  <a:pt x="2814" y="3143"/>
                </a:lnTo>
                <a:lnTo>
                  <a:pt x="2815" y="3143"/>
                </a:lnTo>
                <a:lnTo>
                  <a:pt x="2815" y="3144"/>
                </a:lnTo>
                <a:lnTo>
                  <a:pt x="2815" y="3145"/>
                </a:lnTo>
                <a:lnTo>
                  <a:pt x="2815" y="3146"/>
                </a:lnTo>
                <a:lnTo>
                  <a:pt x="2814" y="3146"/>
                </a:lnTo>
                <a:lnTo>
                  <a:pt x="2813" y="3146"/>
                </a:lnTo>
                <a:lnTo>
                  <a:pt x="2813" y="3145"/>
                </a:lnTo>
                <a:lnTo>
                  <a:pt x="2812" y="3145"/>
                </a:lnTo>
                <a:lnTo>
                  <a:pt x="2811" y="3145"/>
                </a:lnTo>
                <a:lnTo>
                  <a:pt x="2811" y="3146"/>
                </a:lnTo>
                <a:lnTo>
                  <a:pt x="2810" y="3146"/>
                </a:lnTo>
                <a:lnTo>
                  <a:pt x="2809" y="3146"/>
                </a:lnTo>
                <a:lnTo>
                  <a:pt x="2809" y="3145"/>
                </a:lnTo>
                <a:lnTo>
                  <a:pt x="2808" y="3145"/>
                </a:lnTo>
                <a:lnTo>
                  <a:pt x="2808" y="3144"/>
                </a:lnTo>
                <a:lnTo>
                  <a:pt x="2807" y="3144"/>
                </a:lnTo>
                <a:lnTo>
                  <a:pt x="2806" y="3144"/>
                </a:lnTo>
                <a:lnTo>
                  <a:pt x="2805" y="3144"/>
                </a:lnTo>
                <a:lnTo>
                  <a:pt x="2805" y="3143"/>
                </a:lnTo>
                <a:lnTo>
                  <a:pt x="2804" y="3143"/>
                </a:lnTo>
                <a:lnTo>
                  <a:pt x="2805" y="3144"/>
                </a:lnTo>
                <a:lnTo>
                  <a:pt x="2804" y="3144"/>
                </a:lnTo>
                <a:lnTo>
                  <a:pt x="2805" y="3144"/>
                </a:lnTo>
                <a:lnTo>
                  <a:pt x="2805" y="3145"/>
                </a:lnTo>
                <a:lnTo>
                  <a:pt x="2805" y="3146"/>
                </a:lnTo>
                <a:lnTo>
                  <a:pt x="2804" y="3146"/>
                </a:lnTo>
                <a:lnTo>
                  <a:pt x="2804" y="3145"/>
                </a:lnTo>
                <a:lnTo>
                  <a:pt x="2804" y="3146"/>
                </a:lnTo>
                <a:lnTo>
                  <a:pt x="2803" y="3146"/>
                </a:lnTo>
                <a:lnTo>
                  <a:pt x="2802" y="3146"/>
                </a:lnTo>
                <a:lnTo>
                  <a:pt x="2803" y="3146"/>
                </a:lnTo>
                <a:lnTo>
                  <a:pt x="2802" y="3146"/>
                </a:lnTo>
                <a:lnTo>
                  <a:pt x="2802" y="3145"/>
                </a:lnTo>
                <a:lnTo>
                  <a:pt x="2803" y="3145"/>
                </a:lnTo>
                <a:lnTo>
                  <a:pt x="2803" y="3144"/>
                </a:lnTo>
                <a:lnTo>
                  <a:pt x="2803" y="3145"/>
                </a:lnTo>
                <a:lnTo>
                  <a:pt x="2803" y="3144"/>
                </a:lnTo>
                <a:lnTo>
                  <a:pt x="2803" y="3143"/>
                </a:lnTo>
                <a:lnTo>
                  <a:pt x="2802" y="3143"/>
                </a:lnTo>
                <a:lnTo>
                  <a:pt x="2801" y="3143"/>
                </a:lnTo>
                <a:lnTo>
                  <a:pt x="2801" y="3142"/>
                </a:lnTo>
                <a:lnTo>
                  <a:pt x="2801" y="3143"/>
                </a:lnTo>
                <a:lnTo>
                  <a:pt x="2800" y="3143"/>
                </a:lnTo>
                <a:lnTo>
                  <a:pt x="2799" y="3143"/>
                </a:lnTo>
                <a:lnTo>
                  <a:pt x="2799" y="3144"/>
                </a:lnTo>
                <a:lnTo>
                  <a:pt x="2799" y="3143"/>
                </a:lnTo>
                <a:lnTo>
                  <a:pt x="2799" y="3144"/>
                </a:lnTo>
                <a:lnTo>
                  <a:pt x="2798" y="3144"/>
                </a:lnTo>
                <a:lnTo>
                  <a:pt x="2799" y="3144"/>
                </a:lnTo>
                <a:lnTo>
                  <a:pt x="2798" y="3144"/>
                </a:lnTo>
                <a:lnTo>
                  <a:pt x="2798" y="3145"/>
                </a:lnTo>
                <a:lnTo>
                  <a:pt x="2797" y="3145"/>
                </a:lnTo>
                <a:lnTo>
                  <a:pt x="2797" y="3146"/>
                </a:lnTo>
                <a:lnTo>
                  <a:pt x="2796" y="3146"/>
                </a:lnTo>
                <a:lnTo>
                  <a:pt x="2796" y="3147"/>
                </a:lnTo>
                <a:lnTo>
                  <a:pt x="2795" y="3147"/>
                </a:lnTo>
                <a:lnTo>
                  <a:pt x="2795" y="3148"/>
                </a:lnTo>
                <a:lnTo>
                  <a:pt x="2795" y="3149"/>
                </a:lnTo>
                <a:lnTo>
                  <a:pt x="2794" y="3149"/>
                </a:lnTo>
                <a:lnTo>
                  <a:pt x="2794" y="3150"/>
                </a:lnTo>
                <a:lnTo>
                  <a:pt x="2793" y="3150"/>
                </a:lnTo>
                <a:lnTo>
                  <a:pt x="2793" y="3151"/>
                </a:lnTo>
                <a:lnTo>
                  <a:pt x="2792" y="3151"/>
                </a:lnTo>
                <a:lnTo>
                  <a:pt x="2792" y="3152"/>
                </a:lnTo>
                <a:lnTo>
                  <a:pt x="2791" y="3152"/>
                </a:lnTo>
                <a:lnTo>
                  <a:pt x="2790" y="3152"/>
                </a:lnTo>
                <a:lnTo>
                  <a:pt x="2790" y="3153"/>
                </a:lnTo>
                <a:lnTo>
                  <a:pt x="2789" y="3153"/>
                </a:lnTo>
                <a:lnTo>
                  <a:pt x="2788" y="3154"/>
                </a:lnTo>
                <a:lnTo>
                  <a:pt x="2787" y="3154"/>
                </a:lnTo>
                <a:lnTo>
                  <a:pt x="2786" y="3155"/>
                </a:lnTo>
                <a:lnTo>
                  <a:pt x="2785" y="3155"/>
                </a:lnTo>
                <a:lnTo>
                  <a:pt x="2785" y="3156"/>
                </a:lnTo>
                <a:lnTo>
                  <a:pt x="2785" y="3157"/>
                </a:lnTo>
                <a:lnTo>
                  <a:pt x="2785" y="3158"/>
                </a:lnTo>
                <a:lnTo>
                  <a:pt x="2784" y="3158"/>
                </a:lnTo>
                <a:lnTo>
                  <a:pt x="2783" y="3158"/>
                </a:lnTo>
                <a:lnTo>
                  <a:pt x="2783" y="3159"/>
                </a:lnTo>
                <a:lnTo>
                  <a:pt x="2782" y="3159"/>
                </a:lnTo>
                <a:lnTo>
                  <a:pt x="2780" y="3159"/>
                </a:lnTo>
                <a:lnTo>
                  <a:pt x="2780" y="3158"/>
                </a:lnTo>
                <a:lnTo>
                  <a:pt x="2780" y="3157"/>
                </a:lnTo>
                <a:lnTo>
                  <a:pt x="2779" y="3157"/>
                </a:lnTo>
                <a:lnTo>
                  <a:pt x="2779" y="3156"/>
                </a:lnTo>
                <a:lnTo>
                  <a:pt x="2779" y="3155"/>
                </a:lnTo>
                <a:lnTo>
                  <a:pt x="2778" y="3155"/>
                </a:lnTo>
                <a:lnTo>
                  <a:pt x="2777" y="3155"/>
                </a:lnTo>
                <a:lnTo>
                  <a:pt x="2776" y="3155"/>
                </a:lnTo>
                <a:lnTo>
                  <a:pt x="2775" y="3155"/>
                </a:lnTo>
                <a:lnTo>
                  <a:pt x="2775" y="3154"/>
                </a:lnTo>
                <a:lnTo>
                  <a:pt x="2774" y="3154"/>
                </a:lnTo>
                <a:lnTo>
                  <a:pt x="2773" y="3154"/>
                </a:lnTo>
                <a:lnTo>
                  <a:pt x="2773" y="3153"/>
                </a:lnTo>
                <a:lnTo>
                  <a:pt x="2773" y="3152"/>
                </a:lnTo>
                <a:lnTo>
                  <a:pt x="2772" y="3152"/>
                </a:lnTo>
                <a:lnTo>
                  <a:pt x="2772" y="3151"/>
                </a:lnTo>
                <a:lnTo>
                  <a:pt x="2772" y="3150"/>
                </a:lnTo>
                <a:lnTo>
                  <a:pt x="2772" y="3149"/>
                </a:lnTo>
                <a:lnTo>
                  <a:pt x="2772" y="3148"/>
                </a:lnTo>
                <a:lnTo>
                  <a:pt x="2772" y="3147"/>
                </a:lnTo>
                <a:lnTo>
                  <a:pt x="2773" y="3147"/>
                </a:lnTo>
                <a:lnTo>
                  <a:pt x="2773" y="3146"/>
                </a:lnTo>
                <a:lnTo>
                  <a:pt x="2773" y="3145"/>
                </a:lnTo>
                <a:lnTo>
                  <a:pt x="2773" y="3144"/>
                </a:lnTo>
                <a:lnTo>
                  <a:pt x="2772" y="3144"/>
                </a:lnTo>
                <a:lnTo>
                  <a:pt x="2772" y="3143"/>
                </a:lnTo>
                <a:lnTo>
                  <a:pt x="2771" y="3143"/>
                </a:lnTo>
                <a:lnTo>
                  <a:pt x="2771" y="3144"/>
                </a:lnTo>
                <a:lnTo>
                  <a:pt x="2771" y="3143"/>
                </a:lnTo>
                <a:lnTo>
                  <a:pt x="2770" y="3143"/>
                </a:lnTo>
                <a:lnTo>
                  <a:pt x="2770" y="3144"/>
                </a:lnTo>
                <a:lnTo>
                  <a:pt x="2769" y="3144"/>
                </a:lnTo>
                <a:lnTo>
                  <a:pt x="2769" y="3145"/>
                </a:lnTo>
                <a:lnTo>
                  <a:pt x="2768" y="3145"/>
                </a:lnTo>
                <a:lnTo>
                  <a:pt x="2767" y="3145"/>
                </a:lnTo>
                <a:lnTo>
                  <a:pt x="2766" y="3145"/>
                </a:lnTo>
                <a:lnTo>
                  <a:pt x="2766" y="3146"/>
                </a:lnTo>
                <a:lnTo>
                  <a:pt x="2766" y="3145"/>
                </a:lnTo>
                <a:lnTo>
                  <a:pt x="2766" y="3146"/>
                </a:lnTo>
                <a:lnTo>
                  <a:pt x="2765" y="3146"/>
                </a:lnTo>
                <a:lnTo>
                  <a:pt x="2765" y="3145"/>
                </a:lnTo>
                <a:lnTo>
                  <a:pt x="2765" y="3146"/>
                </a:lnTo>
                <a:lnTo>
                  <a:pt x="2764" y="3146"/>
                </a:lnTo>
                <a:lnTo>
                  <a:pt x="2763" y="3146"/>
                </a:lnTo>
                <a:lnTo>
                  <a:pt x="2762" y="3147"/>
                </a:lnTo>
                <a:lnTo>
                  <a:pt x="2761" y="3147"/>
                </a:lnTo>
                <a:lnTo>
                  <a:pt x="2760" y="3147"/>
                </a:lnTo>
                <a:lnTo>
                  <a:pt x="2759" y="3147"/>
                </a:lnTo>
                <a:lnTo>
                  <a:pt x="2759" y="3148"/>
                </a:lnTo>
                <a:lnTo>
                  <a:pt x="2758" y="3148"/>
                </a:lnTo>
                <a:lnTo>
                  <a:pt x="2758" y="3149"/>
                </a:lnTo>
                <a:lnTo>
                  <a:pt x="2757" y="3149"/>
                </a:lnTo>
                <a:lnTo>
                  <a:pt x="2757" y="3150"/>
                </a:lnTo>
                <a:lnTo>
                  <a:pt x="2757" y="3151"/>
                </a:lnTo>
                <a:lnTo>
                  <a:pt x="2756" y="3151"/>
                </a:lnTo>
                <a:lnTo>
                  <a:pt x="2756" y="3152"/>
                </a:lnTo>
                <a:lnTo>
                  <a:pt x="2755" y="3152"/>
                </a:lnTo>
                <a:lnTo>
                  <a:pt x="2754" y="3152"/>
                </a:lnTo>
                <a:lnTo>
                  <a:pt x="2754" y="3153"/>
                </a:lnTo>
                <a:lnTo>
                  <a:pt x="2754" y="3154"/>
                </a:lnTo>
                <a:lnTo>
                  <a:pt x="2753" y="3154"/>
                </a:lnTo>
                <a:lnTo>
                  <a:pt x="2753" y="3155"/>
                </a:lnTo>
                <a:lnTo>
                  <a:pt x="2752" y="3155"/>
                </a:lnTo>
                <a:lnTo>
                  <a:pt x="2752" y="3156"/>
                </a:lnTo>
                <a:lnTo>
                  <a:pt x="2752" y="3157"/>
                </a:lnTo>
                <a:lnTo>
                  <a:pt x="2752" y="3158"/>
                </a:lnTo>
                <a:lnTo>
                  <a:pt x="2751" y="3158"/>
                </a:lnTo>
                <a:lnTo>
                  <a:pt x="2751" y="3159"/>
                </a:lnTo>
                <a:lnTo>
                  <a:pt x="2751" y="3160"/>
                </a:lnTo>
                <a:lnTo>
                  <a:pt x="2752" y="3160"/>
                </a:lnTo>
                <a:lnTo>
                  <a:pt x="2752" y="3161"/>
                </a:lnTo>
                <a:lnTo>
                  <a:pt x="2752" y="3162"/>
                </a:lnTo>
                <a:lnTo>
                  <a:pt x="2751" y="3162"/>
                </a:lnTo>
                <a:lnTo>
                  <a:pt x="2752" y="3162"/>
                </a:lnTo>
                <a:lnTo>
                  <a:pt x="2751" y="3162"/>
                </a:lnTo>
                <a:lnTo>
                  <a:pt x="2751" y="3163"/>
                </a:lnTo>
                <a:lnTo>
                  <a:pt x="2751" y="3164"/>
                </a:lnTo>
                <a:lnTo>
                  <a:pt x="2751" y="3165"/>
                </a:lnTo>
                <a:lnTo>
                  <a:pt x="2751" y="3166"/>
                </a:lnTo>
                <a:lnTo>
                  <a:pt x="2751" y="3167"/>
                </a:lnTo>
                <a:lnTo>
                  <a:pt x="2751" y="3168"/>
                </a:lnTo>
                <a:lnTo>
                  <a:pt x="2750" y="3168"/>
                </a:lnTo>
                <a:lnTo>
                  <a:pt x="2750" y="3169"/>
                </a:lnTo>
                <a:lnTo>
                  <a:pt x="2750" y="3170"/>
                </a:lnTo>
                <a:lnTo>
                  <a:pt x="2750" y="3171"/>
                </a:lnTo>
                <a:lnTo>
                  <a:pt x="2749" y="3171"/>
                </a:lnTo>
                <a:lnTo>
                  <a:pt x="2750" y="3171"/>
                </a:lnTo>
                <a:lnTo>
                  <a:pt x="2750" y="3172"/>
                </a:lnTo>
                <a:lnTo>
                  <a:pt x="2750" y="3173"/>
                </a:lnTo>
                <a:lnTo>
                  <a:pt x="2750" y="3174"/>
                </a:lnTo>
                <a:lnTo>
                  <a:pt x="2749" y="3174"/>
                </a:lnTo>
                <a:lnTo>
                  <a:pt x="2749" y="3175"/>
                </a:lnTo>
                <a:lnTo>
                  <a:pt x="2750" y="3175"/>
                </a:lnTo>
                <a:lnTo>
                  <a:pt x="2749" y="3175"/>
                </a:lnTo>
                <a:lnTo>
                  <a:pt x="2749" y="3176"/>
                </a:lnTo>
                <a:lnTo>
                  <a:pt x="2750" y="3176"/>
                </a:lnTo>
                <a:lnTo>
                  <a:pt x="2749" y="3176"/>
                </a:lnTo>
                <a:lnTo>
                  <a:pt x="2749" y="3177"/>
                </a:lnTo>
                <a:lnTo>
                  <a:pt x="2748" y="3177"/>
                </a:lnTo>
                <a:lnTo>
                  <a:pt x="2747" y="3177"/>
                </a:lnTo>
                <a:lnTo>
                  <a:pt x="2747" y="3178"/>
                </a:lnTo>
                <a:lnTo>
                  <a:pt x="2746" y="3178"/>
                </a:lnTo>
                <a:lnTo>
                  <a:pt x="2746" y="3177"/>
                </a:lnTo>
                <a:lnTo>
                  <a:pt x="2745" y="3178"/>
                </a:lnTo>
                <a:lnTo>
                  <a:pt x="2744" y="3177"/>
                </a:lnTo>
                <a:lnTo>
                  <a:pt x="2744" y="3176"/>
                </a:lnTo>
                <a:lnTo>
                  <a:pt x="2743" y="3176"/>
                </a:lnTo>
                <a:lnTo>
                  <a:pt x="2742" y="3176"/>
                </a:lnTo>
                <a:lnTo>
                  <a:pt x="2742" y="3175"/>
                </a:lnTo>
                <a:lnTo>
                  <a:pt x="2742" y="3174"/>
                </a:lnTo>
                <a:lnTo>
                  <a:pt x="2742" y="3175"/>
                </a:lnTo>
                <a:lnTo>
                  <a:pt x="2741" y="3175"/>
                </a:lnTo>
                <a:lnTo>
                  <a:pt x="2741" y="3174"/>
                </a:lnTo>
                <a:lnTo>
                  <a:pt x="2740" y="3174"/>
                </a:lnTo>
                <a:lnTo>
                  <a:pt x="2740" y="3173"/>
                </a:lnTo>
                <a:lnTo>
                  <a:pt x="2739" y="3172"/>
                </a:lnTo>
                <a:lnTo>
                  <a:pt x="2739" y="3171"/>
                </a:lnTo>
                <a:lnTo>
                  <a:pt x="2738" y="3171"/>
                </a:lnTo>
                <a:lnTo>
                  <a:pt x="2738" y="3172"/>
                </a:lnTo>
                <a:lnTo>
                  <a:pt x="2737" y="3172"/>
                </a:lnTo>
                <a:lnTo>
                  <a:pt x="2737" y="3171"/>
                </a:lnTo>
                <a:lnTo>
                  <a:pt x="2736" y="3170"/>
                </a:lnTo>
                <a:lnTo>
                  <a:pt x="2736" y="3169"/>
                </a:lnTo>
                <a:lnTo>
                  <a:pt x="2735" y="3169"/>
                </a:lnTo>
                <a:lnTo>
                  <a:pt x="2735" y="3168"/>
                </a:lnTo>
                <a:lnTo>
                  <a:pt x="2734" y="3168"/>
                </a:lnTo>
                <a:lnTo>
                  <a:pt x="2733" y="3167"/>
                </a:lnTo>
                <a:lnTo>
                  <a:pt x="2733" y="3166"/>
                </a:lnTo>
                <a:lnTo>
                  <a:pt x="2732" y="3166"/>
                </a:lnTo>
                <a:lnTo>
                  <a:pt x="2732" y="3165"/>
                </a:lnTo>
                <a:lnTo>
                  <a:pt x="2732" y="3164"/>
                </a:lnTo>
                <a:lnTo>
                  <a:pt x="2731" y="3164"/>
                </a:lnTo>
                <a:lnTo>
                  <a:pt x="2731" y="3163"/>
                </a:lnTo>
                <a:lnTo>
                  <a:pt x="2730" y="3163"/>
                </a:lnTo>
                <a:lnTo>
                  <a:pt x="2730" y="3162"/>
                </a:lnTo>
                <a:lnTo>
                  <a:pt x="2729" y="3161"/>
                </a:lnTo>
                <a:lnTo>
                  <a:pt x="2729" y="3160"/>
                </a:lnTo>
                <a:lnTo>
                  <a:pt x="2728" y="3160"/>
                </a:lnTo>
                <a:lnTo>
                  <a:pt x="2728" y="3159"/>
                </a:lnTo>
                <a:lnTo>
                  <a:pt x="2727" y="3159"/>
                </a:lnTo>
                <a:lnTo>
                  <a:pt x="2726" y="3159"/>
                </a:lnTo>
                <a:lnTo>
                  <a:pt x="2726" y="3158"/>
                </a:lnTo>
                <a:lnTo>
                  <a:pt x="2725" y="3158"/>
                </a:lnTo>
                <a:lnTo>
                  <a:pt x="2725" y="3157"/>
                </a:lnTo>
                <a:lnTo>
                  <a:pt x="2725" y="3156"/>
                </a:lnTo>
                <a:lnTo>
                  <a:pt x="2724" y="3156"/>
                </a:lnTo>
                <a:lnTo>
                  <a:pt x="2724" y="3155"/>
                </a:lnTo>
                <a:lnTo>
                  <a:pt x="2723" y="3155"/>
                </a:lnTo>
                <a:lnTo>
                  <a:pt x="2723" y="3154"/>
                </a:lnTo>
                <a:lnTo>
                  <a:pt x="2722" y="3154"/>
                </a:lnTo>
                <a:lnTo>
                  <a:pt x="2722" y="3153"/>
                </a:lnTo>
                <a:lnTo>
                  <a:pt x="2721" y="3153"/>
                </a:lnTo>
                <a:lnTo>
                  <a:pt x="2720" y="3153"/>
                </a:lnTo>
                <a:lnTo>
                  <a:pt x="2720" y="3152"/>
                </a:lnTo>
                <a:lnTo>
                  <a:pt x="2720" y="3151"/>
                </a:lnTo>
                <a:lnTo>
                  <a:pt x="2719" y="3151"/>
                </a:lnTo>
                <a:lnTo>
                  <a:pt x="2719" y="3150"/>
                </a:lnTo>
                <a:lnTo>
                  <a:pt x="2718" y="3150"/>
                </a:lnTo>
                <a:lnTo>
                  <a:pt x="2718" y="3149"/>
                </a:lnTo>
                <a:lnTo>
                  <a:pt x="2717" y="3149"/>
                </a:lnTo>
                <a:lnTo>
                  <a:pt x="2717" y="3148"/>
                </a:lnTo>
                <a:lnTo>
                  <a:pt x="2716" y="3149"/>
                </a:lnTo>
                <a:lnTo>
                  <a:pt x="2716" y="3148"/>
                </a:lnTo>
                <a:lnTo>
                  <a:pt x="2716" y="3149"/>
                </a:lnTo>
                <a:lnTo>
                  <a:pt x="2715" y="3149"/>
                </a:lnTo>
                <a:lnTo>
                  <a:pt x="2714" y="3149"/>
                </a:lnTo>
                <a:lnTo>
                  <a:pt x="2714" y="3150"/>
                </a:lnTo>
                <a:lnTo>
                  <a:pt x="2714" y="3151"/>
                </a:lnTo>
                <a:lnTo>
                  <a:pt x="2713" y="3151"/>
                </a:lnTo>
                <a:lnTo>
                  <a:pt x="2713" y="3152"/>
                </a:lnTo>
                <a:lnTo>
                  <a:pt x="2713" y="3153"/>
                </a:lnTo>
                <a:lnTo>
                  <a:pt x="2712" y="3153"/>
                </a:lnTo>
                <a:lnTo>
                  <a:pt x="2712" y="3154"/>
                </a:lnTo>
                <a:lnTo>
                  <a:pt x="2712" y="3155"/>
                </a:lnTo>
                <a:lnTo>
                  <a:pt x="2711" y="3155"/>
                </a:lnTo>
                <a:lnTo>
                  <a:pt x="2711" y="3156"/>
                </a:lnTo>
                <a:lnTo>
                  <a:pt x="2710" y="3156"/>
                </a:lnTo>
                <a:lnTo>
                  <a:pt x="2710" y="3157"/>
                </a:lnTo>
                <a:lnTo>
                  <a:pt x="2709" y="3157"/>
                </a:lnTo>
                <a:lnTo>
                  <a:pt x="2709" y="3158"/>
                </a:lnTo>
                <a:lnTo>
                  <a:pt x="2709" y="3159"/>
                </a:lnTo>
                <a:lnTo>
                  <a:pt x="2709" y="3160"/>
                </a:lnTo>
                <a:lnTo>
                  <a:pt x="2710" y="3160"/>
                </a:lnTo>
                <a:lnTo>
                  <a:pt x="2710" y="3161"/>
                </a:lnTo>
                <a:lnTo>
                  <a:pt x="2711" y="3161"/>
                </a:lnTo>
                <a:lnTo>
                  <a:pt x="2711" y="3162"/>
                </a:lnTo>
                <a:lnTo>
                  <a:pt x="2711" y="3163"/>
                </a:lnTo>
                <a:lnTo>
                  <a:pt x="2710" y="3163"/>
                </a:lnTo>
                <a:lnTo>
                  <a:pt x="2710" y="3164"/>
                </a:lnTo>
                <a:lnTo>
                  <a:pt x="2709" y="3164"/>
                </a:lnTo>
                <a:lnTo>
                  <a:pt x="2708" y="3164"/>
                </a:lnTo>
                <a:lnTo>
                  <a:pt x="2708" y="3165"/>
                </a:lnTo>
                <a:lnTo>
                  <a:pt x="2708" y="3166"/>
                </a:lnTo>
                <a:lnTo>
                  <a:pt x="2708" y="3167"/>
                </a:lnTo>
                <a:lnTo>
                  <a:pt x="2707" y="3167"/>
                </a:lnTo>
                <a:lnTo>
                  <a:pt x="2707" y="3168"/>
                </a:lnTo>
                <a:lnTo>
                  <a:pt x="2707" y="3169"/>
                </a:lnTo>
                <a:lnTo>
                  <a:pt x="2706" y="3169"/>
                </a:lnTo>
                <a:lnTo>
                  <a:pt x="2705" y="3168"/>
                </a:lnTo>
                <a:lnTo>
                  <a:pt x="2705" y="3169"/>
                </a:lnTo>
                <a:lnTo>
                  <a:pt x="2705" y="3168"/>
                </a:lnTo>
                <a:lnTo>
                  <a:pt x="2704" y="3168"/>
                </a:lnTo>
                <a:lnTo>
                  <a:pt x="2704" y="3167"/>
                </a:lnTo>
                <a:lnTo>
                  <a:pt x="2703" y="3167"/>
                </a:lnTo>
                <a:lnTo>
                  <a:pt x="2703" y="3166"/>
                </a:lnTo>
                <a:lnTo>
                  <a:pt x="2702" y="3166"/>
                </a:lnTo>
                <a:lnTo>
                  <a:pt x="2702" y="3165"/>
                </a:lnTo>
                <a:lnTo>
                  <a:pt x="2701" y="3165"/>
                </a:lnTo>
                <a:lnTo>
                  <a:pt x="2702" y="3165"/>
                </a:lnTo>
                <a:lnTo>
                  <a:pt x="2701" y="3165"/>
                </a:lnTo>
                <a:lnTo>
                  <a:pt x="2701" y="3164"/>
                </a:lnTo>
                <a:lnTo>
                  <a:pt x="2701" y="3163"/>
                </a:lnTo>
                <a:lnTo>
                  <a:pt x="2700" y="3163"/>
                </a:lnTo>
                <a:lnTo>
                  <a:pt x="2700" y="3162"/>
                </a:lnTo>
                <a:lnTo>
                  <a:pt x="2700" y="3161"/>
                </a:lnTo>
                <a:lnTo>
                  <a:pt x="2700" y="3160"/>
                </a:lnTo>
                <a:lnTo>
                  <a:pt x="2699" y="3160"/>
                </a:lnTo>
                <a:lnTo>
                  <a:pt x="2699" y="3159"/>
                </a:lnTo>
                <a:lnTo>
                  <a:pt x="2698" y="3159"/>
                </a:lnTo>
                <a:lnTo>
                  <a:pt x="2698" y="3158"/>
                </a:lnTo>
                <a:lnTo>
                  <a:pt x="2697" y="3158"/>
                </a:lnTo>
                <a:lnTo>
                  <a:pt x="2698" y="3158"/>
                </a:lnTo>
                <a:lnTo>
                  <a:pt x="2698" y="3157"/>
                </a:lnTo>
                <a:lnTo>
                  <a:pt x="2697" y="3157"/>
                </a:lnTo>
                <a:lnTo>
                  <a:pt x="2698" y="3157"/>
                </a:lnTo>
                <a:lnTo>
                  <a:pt x="2697" y="3157"/>
                </a:lnTo>
                <a:lnTo>
                  <a:pt x="2697" y="3156"/>
                </a:lnTo>
                <a:lnTo>
                  <a:pt x="2697" y="3155"/>
                </a:lnTo>
                <a:lnTo>
                  <a:pt x="2697" y="3154"/>
                </a:lnTo>
                <a:lnTo>
                  <a:pt x="2698" y="3154"/>
                </a:lnTo>
                <a:lnTo>
                  <a:pt x="2698" y="3153"/>
                </a:lnTo>
                <a:lnTo>
                  <a:pt x="2698" y="3152"/>
                </a:lnTo>
                <a:lnTo>
                  <a:pt x="2697" y="3152"/>
                </a:lnTo>
                <a:lnTo>
                  <a:pt x="2696" y="3152"/>
                </a:lnTo>
                <a:lnTo>
                  <a:pt x="2696" y="3151"/>
                </a:lnTo>
                <a:lnTo>
                  <a:pt x="2696" y="3150"/>
                </a:lnTo>
                <a:lnTo>
                  <a:pt x="2695" y="3150"/>
                </a:lnTo>
                <a:lnTo>
                  <a:pt x="2694" y="3150"/>
                </a:lnTo>
                <a:lnTo>
                  <a:pt x="2693" y="3150"/>
                </a:lnTo>
                <a:lnTo>
                  <a:pt x="2693" y="3149"/>
                </a:lnTo>
                <a:lnTo>
                  <a:pt x="2693" y="3148"/>
                </a:lnTo>
                <a:lnTo>
                  <a:pt x="2692" y="3148"/>
                </a:lnTo>
                <a:lnTo>
                  <a:pt x="2693" y="3148"/>
                </a:lnTo>
                <a:lnTo>
                  <a:pt x="2692" y="3148"/>
                </a:lnTo>
                <a:lnTo>
                  <a:pt x="2691" y="3148"/>
                </a:lnTo>
                <a:lnTo>
                  <a:pt x="2690" y="3148"/>
                </a:lnTo>
                <a:lnTo>
                  <a:pt x="2690" y="3147"/>
                </a:lnTo>
                <a:lnTo>
                  <a:pt x="2689" y="3147"/>
                </a:lnTo>
                <a:lnTo>
                  <a:pt x="2688" y="3147"/>
                </a:lnTo>
                <a:lnTo>
                  <a:pt x="2687" y="3147"/>
                </a:lnTo>
                <a:lnTo>
                  <a:pt x="2687" y="3148"/>
                </a:lnTo>
                <a:lnTo>
                  <a:pt x="2687" y="3149"/>
                </a:lnTo>
                <a:lnTo>
                  <a:pt x="2687" y="3150"/>
                </a:lnTo>
                <a:lnTo>
                  <a:pt x="2687" y="3151"/>
                </a:lnTo>
                <a:lnTo>
                  <a:pt x="2686" y="3151"/>
                </a:lnTo>
                <a:lnTo>
                  <a:pt x="2687" y="3151"/>
                </a:lnTo>
                <a:lnTo>
                  <a:pt x="2686" y="3151"/>
                </a:lnTo>
                <a:lnTo>
                  <a:pt x="2686" y="3152"/>
                </a:lnTo>
                <a:lnTo>
                  <a:pt x="2686" y="3153"/>
                </a:lnTo>
                <a:lnTo>
                  <a:pt x="2685" y="3153"/>
                </a:lnTo>
                <a:lnTo>
                  <a:pt x="2685" y="3154"/>
                </a:lnTo>
                <a:lnTo>
                  <a:pt x="2684" y="3154"/>
                </a:lnTo>
                <a:lnTo>
                  <a:pt x="2684" y="3155"/>
                </a:lnTo>
                <a:lnTo>
                  <a:pt x="2684" y="3156"/>
                </a:lnTo>
                <a:lnTo>
                  <a:pt x="2685" y="3156"/>
                </a:lnTo>
                <a:lnTo>
                  <a:pt x="2684" y="3156"/>
                </a:lnTo>
                <a:lnTo>
                  <a:pt x="2684" y="3157"/>
                </a:lnTo>
                <a:lnTo>
                  <a:pt x="2685" y="3157"/>
                </a:lnTo>
                <a:lnTo>
                  <a:pt x="2684" y="3157"/>
                </a:lnTo>
                <a:lnTo>
                  <a:pt x="2685" y="3157"/>
                </a:lnTo>
                <a:lnTo>
                  <a:pt x="2684" y="3157"/>
                </a:lnTo>
                <a:lnTo>
                  <a:pt x="2684" y="3158"/>
                </a:lnTo>
                <a:lnTo>
                  <a:pt x="2684" y="3159"/>
                </a:lnTo>
                <a:lnTo>
                  <a:pt x="2684" y="3160"/>
                </a:lnTo>
                <a:lnTo>
                  <a:pt x="2683" y="3160"/>
                </a:lnTo>
                <a:lnTo>
                  <a:pt x="2683" y="3161"/>
                </a:lnTo>
                <a:lnTo>
                  <a:pt x="2682" y="3161"/>
                </a:lnTo>
                <a:lnTo>
                  <a:pt x="2681" y="3161"/>
                </a:lnTo>
                <a:lnTo>
                  <a:pt x="2681" y="3162"/>
                </a:lnTo>
                <a:lnTo>
                  <a:pt x="2680" y="3162"/>
                </a:lnTo>
                <a:lnTo>
                  <a:pt x="2679" y="3162"/>
                </a:lnTo>
                <a:lnTo>
                  <a:pt x="2679" y="3163"/>
                </a:lnTo>
                <a:lnTo>
                  <a:pt x="2679" y="3164"/>
                </a:lnTo>
                <a:lnTo>
                  <a:pt x="2679" y="3163"/>
                </a:lnTo>
                <a:lnTo>
                  <a:pt x="2679" y="3164"/>
                </a:lnTo>
                <a:lnTo>
                  <a:pt x="2678" y="3164"/>
                </a:lnTo>
                <a:lnTo>
                  <a:pt x="2678" y="3163"/>
                </a:lnTo>
                <a:lnTo>
                  <a:pt x="2678" y="3164"/>
                </a:lnTo>
                <a:lnTo>
                  <a:pt x="2677" y="3164"/>
                </a:lnTo>
                <a:lnTo>
                  <a:pt x="2677" y="3163"/>
                </a:lnTo>
                <a:lnTo>
                  <a:pt x="2677" y="3164"/>
                </a:lnTo>
                <a:lnTo>
                  <a:pt x="2677" y="3163"/>
                </a:lnTo>
                <a:lnTo>
                  <a:pt x="2676" y="3163"/>
                </a:lnTo>
                <a:lnTo>
                  <a:pt x="2676" y="3164"/>
                </a:lnTo>
                <a:lnTo>
                  <a:pt x="2675" y="3164"/>
                </a:lnTo>
                <a:lnTo>
                  <a:pt x="2675" y="3165"/>
                </a:lnTo>
                <a:lnTo>
                  <a:pt x="2674" y="3165"/>
                </a:lnTo>
                <a:lnTo>
                  <a:pt x="2674" y="3166"/>
                </a:lnTo>
                <a:lnTo>
                  <a:pt x="2674" y="3167"/>
                </a:lnTo>
                <a:lnTo>
                  <a:pt x="2673" y="3167"/>
                </a:lnTo>
                <a:lnTo>
                  <a:pt x="2673" y="3168"/>
                </a:lnTo>
                <a:lnTo>
                  <a:pt x="2673" y="3169"/>
                </a:lnTo>
                <a:lnTo>
                  <a:pt x="2673" y="3170"/>
                </a:lnTo>
                <a:lnTo>
                  <a:pt x="2673" y="3171"/>
                </a:lnTo>
                <a:lnTo>
                  <a:pt x="2674" y="3171"/>
                </a:lnTo>
                <a:lnTo>
                  <a:pt x="2674" y="3172"/>
                </a:lnTo>
                <a:lnTo>
                  <a:pt x="2675" y="3172"/>
                </a:lnTo>
                <a:lnTo>
                  <a:pt x="2675" y="3173"/>
                </a:lnTo>
                <a:lnTo>
                  <a:pt x="2674" y="3173"/>
                </a:lnTo>
                <a:lnTo>
                  <a:pt x="2674" y="3174"/>
                </a:lnTo>
                <a:lnTo>
                  <a:pt x="2673" y="3174"/>
                </a:lnTo>
                <a:lnTo>
                  <a:pt x="2672" y="3174"/>
                </a:lnTo>
                <a:lnTo>
                  <a:pt x="2671" y="3174"/>
                </a:lnTo>
                <a:lnTo>
                  <a:pt x="2671" y="3175"/>
                </a:lnTo>
                <a:lnTo>
                  <a:pt x="2670" y="3175"/>
                </a:lnTo>
                <a:lnTo>
                  <a:pt x="2670" y="3176"/>
                </a:lnTo>
                <a:lnTo>
                  <a:pt x="2669" y="3176"/>
                </a:lnTo>
                <a:lnTo>
                  <a:pt x="2669" y="3177"/>
                </a:lnTo>
                <a:lnTo>
                  <a:pt x="2668" y="3177"/>
                </a:lnTo>
                <a:lnTo>
                  <a:pt x="2667" y="3177"/>
                </a:lnTo>
                <a:lnTo>
                  <a:pt x="2666" y="3177"/>
                </a:lnTo>
                <a:lnTo>
                  <a:pt x="2666" y="3178"/>
                </a:lnTo>
                <a:lnTo>
                  <a:pt x="2665" y="3178"/>
                </a:lnTo>
                <a:lnTo>
                  <a:pt x="2665" y="3179"/>
                </a:lnTo>
                <a:lnTo>
                  <a:pt x="2665" y="3180"/>
                </a:lnTo>
                <a:lnTo>
                  <a:pt x="2665" y="3181"/>
                </a:lnTo>
                <a:lnTo>
                  <a:pt x="2665" y="3182"/>
                </a:lnTo>
                <a:lnTo>
                  <a:pt x="2666" y="3182"/>
                </a:lnTo>
                <a:lnTo>
                  <a:pt x="2666" y="3183"/>
                </a:lnTo>
                <a:lnTo>
                  <a:pt x="2666" y="3184"/>
                </a:lnTo>
                <a:lnTo>
                  <a:pt x="2665" y="3184"/>
                </a:lnTo>
                <a:lnTo>
                  <a:pt x="2664" y="3184"/>
                </a:lnTo>
                <a:lnTo>
                  <a:pt x="2664" y="3183"/>
                </a:lnTo>
                <a:lnTo>
                  <a:pt x="2663" y="3184"/>
                </a:lnTo>
                <a:lnTo>
                  <a:pt x="2662" y="3184"/>
                </a:lnTo>
                <a:lnTo>
                  <a:pt x="2661" y="3184"/>
                </a:lnTo>
                <a:lnTo>
                  <a:pt x="2660" y="3184"/>
                </a:lnTo>
                <a:lnTo>
                  <a:pt x="2660" y="3183"/>
                </a:lnTo>
                <a:lnTo>
                  <a:pt x="2659" y="3183"/>
                </a:lnTo>
                <a:lnTo>
                  <a:pt x="2658" y="3183"/>
                </a:lnTo>
                <a:lnTo>
                  <a:pt x="2658" y="3182"/>
                </a:lnTo>
                <a:lnTo>
                  <a:pt x="2658" y="3183"/>
                </a:lnTo>
                <a:lnTo>
                  <a:pt x="2658" y="3182"/>
                </a:lnTo>
                <a:lnTo>
                  <a:pt x="2658" y="3181"/>
                </a:lnTo>
                <a:lnTo>
                  <a:pt x="2657" y="3181"/>
                </a:lnTo>
                <a:lnTo>
                  <a:pt x="2657" y="3180"/>
                </a:lnTo>
                <a:lnTo>
                  <a:pt x="2657" y="3181"/>
                </a:lnTo>
                <a:lnTo>
                  <a:pt x="2656" y="3181"/>
                </a:lnTo>
                <a:lnTo>
                  <a:pt x="2655" y="3181"/>
                </a:lnTo>
                <a:lnTo>
                  <a:pt x="2655" y="3180"/>
                </a:lnTo>
                <a:lnTo>
                  <a:pt x="2654" y="3180"/>
                </a:lnTo>
                <a:lnTo>
                  <a:pt x="2653" y="3180"/>
                </a:lnTo>
                <a:lnTo>
                  <a:pt x="2652" y="3180"/>
                </a:lnTo>
                <a:lnTo>
                  <a:pt x="2652" y="3179"/>
                </a:lnTo>
                <a:lnTo>
                  <a:pt x="2651" y="3179"/>
                </a:lnTo>
                <a:lnTo>
                  <a:pt x="2651" y="3178"/>
                </a:lnTo>
                <a:lnTo>
                  <a:pt x="2652" y="3178"/>
                </a:lnTo>
                <a:lnTo>
                  <a:pt x="2651" y="3178"/>
                </a:lnTo>
                <a:lnTo>
                  <a:pt x="2652" y="3178"/>
                </a:lnTo>
                <a:lnTo>
                  <a:pt x="2651" y="3178"/>
                </a:lnTo>
                <a:lnTo>
                  <a:pt x="2650" y="3178"/>
                </a:lnTo>
                <a:lnTo>
                  <a:pt x="2650" y="3177"/>
                </a:lnTo>
                <a:lnTo>
                  <a:pt x="2650" y="3176"/>
                </a:lnTo>
                <a:lnTo>
                  <a:pt x="2649" y="3176"/>
                </a:lnTo>
                <a:lnTo>
                  <a:pt x="2649" y="3175"/>
                </a:lnTo>
                <a:lnTo>
                  <a:pt x="2648" y="3175"/>
                </a:lnTo>
                <a:lnTo>
                  <a:pt x="2649" y="3175"/>
                </a:lnTo>
                <a:lnTo>
                  <a:pt x="2649" y="3174"/>
                </a:lnTo>
                <a:lnTo>
                  <a:pt x="2649" y="3173"/>
                </a:lnTo>
                <a:lnTo>
                  <a:pt x="2649" y="3174"/>
                </a:lnTo>
                <a:lnTo>
                  <a:pt x="2649" y="3173"/>
                </a:lnTo>
                <a:lnTo>
                  <a:pt x="2648" y="3173"/>
                </a:lnTo>
                <a:lnTo>
                  <a:pt x="2647" y="3173"/>
                </a:lnTo>
                <a:lnTo>
                  <a:pt x="2647" y="3172"/>
                </a:lnTo>
                <a:lnTo>
                  <a:pt x="2648" y="3172"/>
                </a:lnTo>
                <a:lnTo>
                  <a:pt x="2648" y="3171"/>
                </a:lnTo>
                <a:lnTo>
                  <a:pt x="2647" y="3171"/>
                </a:lnTo>
                <a:lnTo>
                  <a:pt x="2647" y="3170"/>
                </a:lnTo>
                <a:lnTo>
                  <a:pt x="2648" y="3170"/>
                </a:lnTo>
                <a:lnTo>
                  <a:pt x="2647" y="3170"/>
                </a:lnTo>
                <a:lnTo>
                  <a:pt x="2647" y="3169"/>
                </a:lnTo>
                <a:lnTo>
                  <a:pt x="2646" y="3169"/>
                </a:lnTo>
                <a:lnTo>
                  <a:pt x="2647" y="3168"/>
                </a:lnTo>
                <a:lnTo>
                  <a:pt x="2646" y="3168"/>
                </a:lnTo>
                <a:lnTo>
                  <a:pt x="2646" y="3167"/>
                </a:lnTo>
                <a:lnTo>
                  <a:pt x="2646" y="3168"/>
                </a:lnTo>
                <a:lnTo>
                  <a:pt x="2646" y="3167"/>
                </a:lnTo>
                <a:lnTo>
                  <a:pt x="2645" y="3167"/>
                </a:lnTo>
                <a:lnTo>
                  <a:pt x="2644" y="3167"/>
                </a:lnTo>
                <a:lnTo>
                  <a:pt x="2644" y="3166"/>
                </a:lnTo>
                <a:lnTo>
                  <a:pt x="2643" y="3166"/>
                </a:lnTo>
                <a:lnTo>
                  <a:pt x="2642" y="3166"/>
                </a:lnTo>
                <a:lnTo>
                  <a:pt x="2641" y="3166"/>
                </a:lnTo>
                <a:lnTo>
                  <a:pt x="2640" y="3166"/>
                </a:lnTo>
                <a:lnTo>
                  <a:pt x="2639" y="3166"/>
                </a:lnTo>
                <a:lnTo>
                  <a:pt x="2639" y="3165"/>
                </a:lnTo>
                <a:lnTo>
                  <a:pt x="2639" y="3164"/>
                </a:lnTo>
                <a:lnTo>
                  <a:pt x="2638" y="3164"/>
                </a:lnTo>
                <a:lnTo>
                  <a:pt x="2638" y="3163"/>
                </a:lnTo>
                <a:lnTo>
                  <a:pt x="2637" y="3163"/>
                </a:lnTo>
                <a:lnTo>
                  <a:pt x="2636" y="3163"/>
                </a:lnTo>
                <a:lnTo>
                  <a:pt x="2636" y="3162"/>
                </a:lnTo>
                <a:lnTo>
                  <a:pt x="2636" y="3161"/>
                </a:lnTo>
                <a:lnTo>
                  <a:pt x="2635" y="3161"/>
                </a:lnTo>
                <a:lnTo>
                  <a:pt x="2635" y="3162"/>
                </a:lnTo>
                <a:lnTo>
                  <a:pt x="2635" y="3161"/>
                </a:lnTo>
                <a:lnTo>
                  <a:pt x="2634" y="3161"/>
                </a:lnTo>
                <a:lnTo>
                  <a:pt x="2634" y="3160"/>
                </a:lnTo>
                <a:lnTo>
                  <a:pt x="2633" y="3160"/>
                </a:lnTo>
                <a:lnTo>
                  <a:pt x="2632" y="3160"/>
                </a:lnTo>
                <a:lnTo>
                  <a:pt x="2632" y="3159"/>
                </a:lnTo>
                <a:lnTo>
                  <a:pt x="2632" y="3158"/>
                </a:lnTo>
                <a:lnTo>
                  <a:pt x="2631" y="3158"/>
                </a:lnTo>
                <a:lnTo>
                  <a:pt x="2630" y="3158"/>
                </a:lnTo>
                <a:lnTo>
                  <a:pt x="2629" y="3158"/>
                </a:lnTo>
                <a:lnTo>
                  <a:pt x="2629" y="3159"/>
                </a:lnTo>
                <a:lnTo>
                  <a:pt x="2628" y="3159"/>
                </a:lnTo>
                <a:lnTo>
                  <a:pt x="2627" y="3159"/>
                </a:lnTo>
                <a:lnTo>
                  <a:pt x="2627" y="3158"/>
                </a:lnTo>
                <a:lnTo>
                  <a:pt x="2626" y="3158"/>
                </a:lnTo>
                <a:lnTo>
                  <a:pt x="2626" y="3157"/>
                </a:lnTo>
                <a:lnTo>
                  <a:pt x="2625" y="3157"/>
                </a:lnTo>
                <a:lnTo>
                  <a:pt x="2625" y="3156"/>
                </a:lnTo>
                <a:lnTo>
                  <a:pt x="2624" y="3156"/>
                </a:lnTo>
                <a:lnTo>
                  <a:pt x="2624" y="3155"/>
                </a:lnTo>
                <a:lnTo>
                  <a:pt x="2623" y="3155"/>
                </a:lnTo>
                <a:lnTo>
                  <a:pt x="2624" y="3155"/>
                </a:lnTo>
                <a:lnTo>
                  <a:pt x="2623" y="3155"/>
                </a:lnTo>
                <a:lnTo>
                  <a:pt x="2622" y="3155"/>
                </a:lnTo>
                <a:lnTo>
                  <a:pt x="2622" y="3156"/>
                </a:lnTo>
                <a:lnTo>
                  <a:pt x="2621" y="3156"/>
                </a:lnTo>
                <a:lnTo>
                  <a:pt x="2621" y="3157"/>
                </a:lnTo>
                <a:lnTo>
                  <a:pt x="2621" y="3158"/>
                </a:lnTo>
                <a:lnTo>
                  <a:pt x="2620" y="3158"/>
                </a:lnTo>
                <a:lnTo>
                  <a:pt x="2620" y="3157"/>
                </a:lnTo>
                <a:lnTo>
                  <a:pt x="2619" y="3157"/>
                </a:lnTo>
                <a:lnTo>
                  <a:pt x="2619" y="3156"/>
                </a:lnTo>
                <a:lnTo>
                  <a:pt x="2619" y="3155"/>
                </a:lnTo>
                <a:lnTo>
                  <a:pt x="2618" y="3155"/>
                </a:lnTo>
                <a:lnTo>
                  <a:pt x="2618" y="3154"/>
                </a:lnTo>
                <a:lnTo>
                  <a:pt x="2618" y="3153"/>
                </a:lnTo>
                <a:lnTo>
                  <a:pt x="2617" y="3153"/>
                </a:lnTo>
                <a:lnTo>
                  <a:pt x="2617" y="3152"/>
                </a:lnTo>
                <a:lnTo>
                  <a:pt x="2616" y="3152"/>
                </a:lnTo>
                <a:lnTo>
                  <a:pt x="2616" y="3151"/>
                </a:lnTo>
                <a:lnTo>
                  <a:pt x="2615" y="3151"/>
                </a:lnTo>
                <a:lnTo>
                  <a:pt x="2615" y="3150"/>
                </a:lnTo>
                <a:lnTo>
                  <a:pt x="2614" y="3150"/>
                </a:lnTo>
                <a:lnTo>
                  <a:pt x="2613" y="3150"/>
                </a:lnTo>
                <a:lnTo>
                  <a:pt x="2612" y="3150"/>
                </a:lnTo>
                <a:lnTo>
                  <a:pt x="2612" y="3151"/>
                </a:lnTo>
                <a:lnTo>
                  <a:pt x="2611" y="3151"/>
                </a:lnTo>
                <a:lnTo>
                  <a:pt x="2610" y="3151"/>
                </a:lnTo>
                <a:lnTo>
                  <a:pt x="2610" y="3152"/>
                </a:lnTo>
                <a:lnTo>
                  <a:pt x="2609" y="3152"/>
                </a:lnTo>
                <a:lnTo>
                  <a:pt x="2609" y="3153"/>
                </a:lnTo>
                <a:lnTo>
                  <a:pt x="2609" y="3154"/>
                </a:lnTo>
                <a:lnTo>
                  <a:pt x="2609" y="3155"/>
                </a:lnTo>
                <a:lnTo>
                  <a:pt x="2610" y="3155"/>
                </a:lnTo>
                <a:lnTo>
                  <a:pt x="2609" y="3155"/>
                </a:lnTo>
                <a:lnTo>
                  <a:pt x="2608" y="3155"/>
                </a:lnTo>
                <a:lnTo>
                  <a:pt x="2608" y="3156"/>
                </a:lnTo>
                <a:lnTo>
                  <a:pt x="2608" y="3157"/>
                </a:lnTo>
                <a:lnTo>
                  <a:pt x="2608" y="3158"/>
                </a:lnTo>
                <a:lnTo>
                  <a:pt x="2607" y="3158"/>
                </a:lnTo>
                <a:lnTo>
                  <a:pt x="2607" y="3159"/>
                </a:lnTo>
                <a:lnTo>
                  <a:pt x="2606" y="3159"/>
                </a:lnTo>
                <a:lnTo>
                  <a:pt x="2606" y="3160"/>
                </a:lnTo>
                <a:lnTo>
                  <a:pt x="2605" y="3160"/>
                </a:lnTo>
                <a:lnTo>
                  <a:pt x="2604" y="3160"/>
                </a:lnTo>
                <a:lnTo>
                  <a:pt x="2604" y="3159"/>
                </a:lnTo>
                <a:lnTo>
                  <a:pt x="2603" y="3159"/>
                </a:lnTo>
                <a:lnTo>
                  <a:pt x="2603" y="3160"/>
                </a:lnTo>
                <a:lnTo>
                  <a:pt x="2603" y="3161"/>
                </a:lnTo>
                <a:lnTo>
                  <a:pt x="2603" y="3162"/>
                </a:lnTo>
                <a:lnTo>
                  <a:pt x="2604" y="3162"/>
                </a:lnTo>
                <a:lnTo>
                  <a:pt x="2604" y="3163"/>
                </a:lnTo>
                <a:lnTo>
                  <a:pt x="2604" y="3164"/>
                </a:lnTo>
                <a:lnTo>
                  <a:pt x="2605" y="3164"/>
                </a:lnTo>
                <a:lnTo>
                  <a:pt x="2606" y="3164"/>
                </a:lnTo>
                <a:lnTo>
                  <a:pt x="2606" y="3165"/>
                </a:lnTo>
                <a:lnTo>
                  <a:pt x="2605" y="3165"/>
                </a:lnTo>
                <a:lnTo>
                  <a:pt x="2604" y="3165"/>
                </a:lnTo>
                <a:lnTo>
                  <a:pt x="2604" y="3166"/>
                </a:lnTo>
                <a:lnTo>
                  <a:pt x="2603" y="3167"/>
                </a:lnTo>
                <a:lnTo>
                  <a:pt x="2603" y="3168"/>
                </a:lnTo>
                <a:lnTo>
                  <a:pt x="2602" y="3168"/>
                </a:lnTo>
                <a:lnTo>
                  <a:pt x="2602" y="3169"/>
                </a:lnTo>
                <a:lnTo>
                  <a:pt x="2601" y="3169"/>
                </a:lnTo>
                <a:lnTo>
                  <a:pt x="2600" y="3169"/>
                </a:lnTo>
                <a:lnTo>
                  <a:pt x="2600" y="3170"/>
                </a:lnTo>
                <a:lnTo>
                  <a:pt x="2600" y="3171"/>
                </a:lnTo>
                <a:lnTo>
                  <a:pt x="2600" y="3172"/>
                </a:lnTo>
                <a:lnTo>
                  <a:pt x="2599" y="3172"/>
                </a:lnTo>
                <a:lnTo>
                  <a:pt x="2599" y="3173"/>
                </a:lnTo>
                <a:lnTo>
                  <a:pt x="2598" y="3173"/>
                </a:lnTo>
                <a:lnTo>
                  <a:pt x="2597" y="3173"/>
                </a:lnTo>
                <a:lnTo>
                  <a:pt x="2597" y="3174"/>
                </a:lnTo>
                <a:lnTo>
                  <a:pt x="2598" y="3174"/>
                </a:lnTo>
                <a:lnTo>
                  <a:pt x="2597" y="3174"/>
                </a:lnTo>
                <a:lnTo>
                  <a:pt x="2596" y="3174"/>
                </a:lnTo>
                <a:lnTo>
                  <a:pt x="2596" y="3175"/>
                </a:lnTo>
                <a:lnTo>
                  <a:pt x="2595" y="3175"/>
                </a:lnTo>
                <a:lnTo>
                  <a:pt x="2595" y="3176"/>
                </a:lnTo>
                <a:lnTo>
                  <a:pt x="2595" y="3177"/>
                </a:lnTo>
                <a:lnTo>
                  <a:pt x="2595" y="3178"/>
                </a:lnTo>
                <a:lnTo>
                  <a:pt x="2594" y="3178"/>
                </a:lnTo>
                <a:lnTo>
                  <a:pt x="2594" y="3179"/>
                </a:lnTo>
                <a:lnTo>
                  <a:pt x="2593" y="3179"/>
                </a:lnTo>
                <a:lnTo>
                  <a:pt x="2593" y="3180"/>
                </a:lnTo>
                <a:lnTo>
                  <a:pt x="2593" y="3181"/>
                </a:lnTo>
                <a:lnTo>
                  <a:pt x="2592" y="3181"/>
                </a:lnTo>
                <a:lnTo>
                  <a:pt x="2592" y="3182"/>
                </a:lnTo>
                <a:lnTo>
                  <a:pt x="2591" y="3182"/>
                </a:lnTo>
                <a:lnTo>
                  <a:pt x="2591" y="3183"/>
                </a:lnTo>
                <a:lnTo>
                  <a:pt x="2591" y="3182"/>
                </a:lnTo>
                <a:lnTo>
                  <a:pt x="2591" y="3183"/>
                </a:lnTo>
                <a:lnTo>
                  <a:pt x="2591" y="3184"/>
                </a:lnTo>
                <a:lnTo>
                  <a:pt x="2592" y="3184"/>
                </a:lnTo>
                <a:lnTo>
                  <a:pt x="2592" y="3185"/>
                </a:lnTo>
                <a:lnTo>
                  <a:pt x="2592" y="3186"/>
                </a:lnTo>
                <a:lnTo>
                  <a:pt x="2593" y="3186"/>
                </a:lnTo>
                <a:lnTo>
                  <a:pt x="2592" y="3187"/>
                </a:lnTo>
                <a:lnTo>
                  <a:pt x="2591" y="3187"/>
                </a:lnTo>
                <a:lnTo>
                  <a:pt x="2590" y="3186"/>
                </a:lnTo>
                <a:lnTo>
                  <a:pt x="2589" y="3186"/>
                </a:lnTo>
                <a:lnTo>
                  <a:pt x="2588" y="3186"/>
                </a:lnTo>
                <a:lnTo>
                  <a:pt x="2587" y="3186"/>
                </a:lnTo>
                <a:lnTo>
                  <a:pt x="2586" y="3186"/>
                </a:lnTo>
                <a:lnTo>
                  <a:pt x="2586" y="3185"/>
                </a:lnTo>
                <a:lnTo>
                  <a:pt x="2585" y="3185"/>
                </a:lnTo>
                <a:lnTo>
                  <a:pt x="2585" y="3186"/>
                </a:lnTo>
                <a:lnTo>
                  <a:pt x="2584" y="3186"/>
                </a:lnTo>
                <a:lnTo>
                  <a:pt x="2583" y="3186"/>
                </a:lnTo>
                <a:lnTo>
                  <a:pt x="2582" y="3186"/>
                </a:lnTo>
                <a:lnTo>
                  <a:pt x="2582" y="3187"/>
                </a:lnTo>
                <a:lnTo>
                  <a:pt x="2582" y="3188"/>
                </a:lnTo>
                <a:lnTo>
                  <a:pt x="2581" y="3188"/>
                </a:lnTo>
                <a:lnTo>
                  <a:pt x="2582" y="3188"/>
                </a:lnTo>
                <a:lnTo>
                  <a:pt x="2582" y="3189"/>
                </a:lnTo>
                <a:lnTo>
                  <a:pt x="2581" y="3189"/>
                </a:lnTo>
                <a:lnTo>
                  <a:pt x="2581" y="3188"/>
                </a:lnTo>
                <a:lnTo>
                  <a:pt x="2580" y="3188"/>
                </a:lnTo>
                <a:lnTo>
                  <a:pt x="2580" y="3187"/>
                </a:lnTo>
                <a:lnTo>
                  <a:pt x="2580" y="3186"/>
                </a:lnTo>
                <a:lnTo>
                  <a:pt x="2580" y="3185"/>
                </a:lnTo>
                <a:lnTo>
                  <a:pt x="2579" y="3185"/>
                </a:lnTo>
                <a:lnTo>
                  <a:pt x="2578" y="3185"/>
                </a:lnTo>
                <a:lnTo>
                  <a:pt x="2578" y="3184"/>
                </a:lnTo>
                <a:lnTo>
                  <a:pt x="2577" y="3184"/>
                </a:lnTo>
                <a:lnTo>
                  <a:pt x="2576" y="3184"/>
                </a:lnTo>
                <a:lnTo>
                  <a:pt x="2576" y="3185"/>
                </a:lnTo>
                <a:lnTo>
                  <a:pt x="2576" y="3184"/>
                </a:lnTo>
                <a:lnTo>
                  <a:pt x="2575" y="3184"/>
                </a:lnTo>
                <a:lnTo>
                  <a:pt x="2574" y="3184"/>
                </a:lnTo>
                <a:lnTo>
                  <a:pt x="2573" y="3184"/>
                </a:lnTo>
                <a:lnTo>
                  <a:pt x="2573" y="3183"/>
                </a:lnTo>
                <a:lnTo>
                  <a:pt x="2572" y="3183"/>
                </a:lnTo>
                <a:lnTo>
                  <a:pt x="2570" y="3183"/>
                </a:lnTo>
                <a:lnTo>
                  <a:pt x="2570" y="3184"/>
                </a:lnTo>
                <a:lnTo>
                  <a:pt x="2569" y="3184"/>
                </a:lnTo>
                <a:lnTo>
                  <a:pt x="2569" y="3185"/>
                </a:lnTo>
                <a:lnTo>
                  <a:pt x="2569" y="3184"/>
                </a:lnTo>
                <a:lnTo>
                  <a:pt x="2568" y="3184"/>
                </a:lnTo>
                <a:lnTo>
                  <a:pt x="2568" y="3185"/>
                </a:lnTo>
                <a:lnTo>
                  <a:pt x="2568" y="3186"/>
                </a:lnTo>
                <a:lnTo>
                  <a:pt x="2567" y="3186"/>
                </a:lnTo>
                <a:lnTo>
                  <a:pt x="2566" y="3186"/>
                </a:lnTo>
                <a:lnTo>
                  <a:pt x="2565" y="3186"/>
                </a:lnTo>
                <a:lnTo>
                  <a:pt x="2565" y="3185"/>
                </a:lnTo>
                <a:lnTo>
                  <a:pt x="2564" y="3185"/>
                </a:lnTo>
                <a:lnTo>
                  <a:pt x="2564" y="3184"/>
                </a:lnTo>
                <a:lnTo>
                  <a:pt x="2564" y="3185"/>
                </a:lnTo>
                <a:lnTo>
                  <a:pt x="2563" y="3185"/>
                </a:lnTo>
                <a:lnTo>
                  <a:pt x="2562" y="3185"/>
                </a:lnTo>
                <a:lnTo>
                  <a:pt x="2561" y="3185"/>
                </a:lnTo>
                <a:lnTo>
                  <a:pt x="2560" y="3185"/>
                </a:lnTo>
                <a:lnTo>
                  <a:pt x="2560" y="3186"/>
                </a:lnTo>
                <a:lnTo>
                  <a:pt x="2561" y="3186"/>
                </a:lnTo>
                <a:lnTo>
                  <a:pt x="2561" y="3187"/>
                </a:lnTo>
                <a:lnTo>
                  <a:pt x="2560" y="3187"/>
                </a:lnTo>
                <a:lnTo>
                  <a:pt x="2560" y="3188"/>
                </a:lnTo>
                <a:lnTo>
                  <a:pt x="2560" y="3189"/>
                </a:lnTo>
                <a:lnTo>
                  <a:pt x="2560" y="3190"/>
                </a:lnTo>
                <a:lnTo>
                  <a:pt x="2559" y="3190"/>
                </a:lnTo>
                <a:lnTo>
                  <a:pt x="2559" y="3191"/>
                </a:lnTo>
                <a:lnTo>
                  <a:pt x="2559" y="3190"/>
                </a:lnTo>
                <a:lnTo>
                  <a:pt x="2558" y="3190"/>
                </a:lnTo>
                <a:lnTo>
                  <a:pt x="2557" y="3190"/>
                </a:lnTo>
                <a:lnTo>
                  <a:pt x="2556" y="3190"/>
                </a:lnTo>
                <a:lnTo>
                  <a:pt x="2556" y="3189"/>
                </a:lnTo>
                <a:lnTo>
                  <a:pt x="2555" y="3189"/>
                </a:lnTo>
                <a:lnTo>
                  <a:pt x="2555" y="3188"/>
                </a:lnTo>
                <a:lnTo>
                  <a:pt x="2554" y="3188"/>
                </a:lnTo>
                <a:lnTo>
                  <a:pt x="2554" y="3187"/>
                </a:lnTo>
                <a:lnTo>
                  <a:pt x="2553" y="3187"/>
                </a:lnTo>
                <a:lnTo>
                  <a:pt x="2553" y="3186"/>
                </a:lnTo>
                <a:lnTo>
                  <a:pt x="2553" y="3185"/>
                </a:lnTo>
                <a:lnTo>
                  <a:pt x="2552" y="3185"/>
                </a:lnTo>
                <a:lnTo>
                  <a:pt x="2553" y="3185"/>
                </a:lnTo>
                <a:lnTo>
                  <a:pt x="2553" y="3184"/>
                </a:lnTo>
                <a:lnTo>
                  <a:pt x="2553" y="3183"/>
                </a:lnTo>
                <a:lnTo>
                  <a:pt x="2552" y="3183"/>
                </a:lnTo>
                <a:lnTo>
                  <a:pt x="2552" y="3182"/>
                </a:lnTo>
                <a:lnTo>
                  <a:pt x="2551" y="3182"/>
                </a:lnTo>
                <a:lnTo>
                  <a:pt x="2551" y="3181"/>
                </a:lnTo>
                <a:lnTo>
                  <a:pt x="2551" y="3180"/>
                </a:lnTo>
                <a:lnTo>
                  <a:pt x="2550" y="3180"/>
                </a:lnTo>
                <a:lnTo>
                  <a:pt x="2549" y="3180"/>
                </a:lnTo>
                <a:lnTo>
                  <a:pt x="2549" y="3179"/>
                </a:lnTo>
                <a:lnTo>
                  <a:pt x="2549" y="3178"/>
                </a:lnTo>
                <a:lnTo>
                  <a:pt x="2548" y="3178"/>
                </a:lnTo>
                <a:lnTo>
                  <a:pt x="2547" y="3178"/>
                </a:lnTo>
                <a:lnTo>
                  <a:pt x="2546" y="3178"/>
                </a:lnTo>
                <a:lnTo>
                  <a:pt x="2546" y="3179"/>
                </a:lnTo>
                <a:lnTo>
                  <a:pt x="2545" y="3179"/>
                </a:lnTo>
                <a:lnTo>
                  <a:pt x="2544" y="3179"/>
                </a:lnTo>
                <a:lnTo>
                  <a:pt x="2544" y="3180"/>
                </a:lnTo>
                <a:lnTo>
                  <a:pt x="2544" y="3181"/>
                </a:lnTo>
                <a:lnTo>
                  <a:pt x="2543" y="3181"/>
                </a:lnTo>
                <a:lnTo>
                  <a:pt x="2543" y="3180"/>
                </a:lnTo>
                <a:lnTo>
                  <a:pt x="2543" y="3181"/>
                </a:lnTo>
                <a:lnTo>
                  <a:pt x="2542" y="3181"/>
                </a:lnTo>
                <a:lnTo>
                  <a:pt x="2541" y="3181"/>
                </a:lnTo>
                <a:lnTo>
                  <a:pt x="2541" y="3182"/>
                </a:lnTo>
                <a:lnTo>
                  <a:pt x="2541" y="3181"/>
                </a:lnTo>
                <a:lnTo>
                  <a:pt x="2540" y="3181"/>
                </a:lnTo>
                <a:lnTo>
                  <a:pt x="2539" y="3181"/>
                </a:lnTo>
                <a:lnTo>
                  <a:pt x="2539" y="3182"/>
                </a:lnTo>
                <a:lnTo>
                  <a:pt x="2539" y="3183"/>
                </a:lnTo>
                <a:lnTo>
                  <a:pt x="2539" y="3184"/>
                </a:lnTo>
                <a:lnTo>
                  <a:pt x="2538" y="3184"/>
                </a:lnTo>
                <a:lnTo>
                  <a:pt x="2539" y="3184"/>
                </a:lnTo>
                <a:lnTo>
                  <a:pt x="2539" y="3185"/>
                </a:lnTo>
                <a:lnTo>
                  <a:pt x="2538" y="3185"/>
                </a:lnTo>
                <a:lnTo>
                  <a:pt x="2538" y="3186"/>
                </a:lnTo>
                <a:lnTo>
                  <a:pt x="2538" y="3187"/>
                </a:lnTo>
                <a:lnTo>
                  <a:pt x="2537" y="3187"/>
                </a:lnTo>
                <a:lnTo>
                  <a:pt x="2537" y="3188"/>
                </a:lnTo>
                <a:lnTo>
                  <a:pt x="2537" y="3189"/>
                </a:lnTo>
                <a:lnTo>
                  <a:pt x="2537" y="3190"/>
                </a:lnTo>
                <a:lnTo>
                  <a:pt x="2538" y="3190"/>
                </a:lnTo>
                <a:lnTo>
                  <a:pt x="2539" y="3190"/>
                </a:lnTo>
                <a:lnTo>
                  <a:pt x="2539" y="3191"/>
                </a:lnTo>
                <a:lnTo>
                  <a:pt x="2539" y="3192"/>
                </a:lnTo>
                <a:lnTo>
                  <a:pt x="2538" y="3192"/>
                </a:lnTo>
                <a:lnTo>
                  <a:pt x="2537" y="3192"/>
                </a:lnTo>
                <a:lnTo>
                  <a:pt x="2537" y="3193"/>
                </a:lnTo>
                <a:lnTo>
                  <a:pt x="2536" y="3193"/>
                </a:lnTo>
                <a:lnTo>
                  <a:pt x="2537" y="3193"/>
                </a:lnTo>
                <a:lnTo>
                  <a:pt x="2537" y="3194"/>
                </a:lnTo>
                <a:lnTo>
                  <a:pt x="2537" y="3195"/>
                </a:lnTo>
                <a:lnTo>
                  <a:pt x="2537" y="3196"/>
                </a:lnTo>
                <a:lnTo>
                  <a:pt x="2537" y="3197"/>
                </a:lnTo>
                <a:lnTo>
                  <a:pt x="2536" y="3197"/>
                </a:lnTo>
                <a:lnTo>
                  <a:pt x="2535" y="3197"/>
                </a:lnTo>
                <a:lnTo>
                  <a:pt x="2535" y="3198"/>
                </a:lnTo>
                <a:lnTo>
                  <a:pt x="2535" y="3199"/>
                </a:lnTo>
                <a:lnTo>
                  <a:pt x="2535" y="3200"/>
                </a:lnTo>
                <a:lnTo>
                  <a:pt x="2535" y="3201"/>
                </a:lnTo>
                <a:lnTo>
                  <a:pt x="2535" y="3202"/>
                </a:lnTo>
                <a:lnTo>
                  <a:pt x="2534" y="3202"/>
                </a:lnTo>
                <a:lnTo>
                  <a:pt x="2534" y="3201"/>
                </a:lnTo>
                <a:lnTo>
                  <a:pt x="2533" y="3201"/>
                </a:lnTo>
                <a:lnTo>
                  <a:pt x="2533" y="3202"/>
                </a:lnTo>
                <a:lnTo>
                  <a:pt x="2532" y="3202"/>
                </a:lnTo>
                <a:lnTo>
                  <a:pt x="2531" y="3202"/>
                </a:lnTo>
                <a:lnTo>
                  <a:pt x="2530" y="3202"/>
                </a:lnTo>
                <a:lnTo>
                  <a:pt x="2529" y="3202"/>
                </a:lnTo>
                <a:lnTo>
                  <a:pt x="2529" y="3203"/>
                </a:lnTo>
                <a:lnTo>
                  <a:pt x="2529" y="3204"/>
                </a:lnTo>
                <a:lnTo>
                  <a:pt x="2529" y="3203"/>
                </a:lnTo>
                <a:lnTo>
                  <a:pt x="2528" y="3204"/>
                </a:lnTo>
                <a:lnTo>
                  <a:pt x="2528" y="3205"/>
                </a:lnTo>
                <a:lnTo>
                  <a:pt x="2528" y="3206"/>
                </a:lnTo>
                <a:lnTo>
                  <a:pt x="2528" y="3207"/>
                </a:lnTo>
                <a:lnTo>
                  <a:pt x="2529" y="3207"/>
                </a:lnTo>
                <a:lnTo>
                  <a:pt x="2529" y="3208"/>
                </a:lnTo>
                <a:lnTo>
                  <a:pt x="2530" y="3208"/>
                </a:lnTo>
                <a:lnTo>
                  <a:pt x="2530" y="3209"/>
                </a:lnTo>
                <a:lnTo>
                  <a:pt x="2530" y="3210"/>
                </a:lnTo>
                <a:lnTo>
                  <a:pt x="2530" y="3211"/>
                </a:lnTo>
                <a:lnTo>
                  <a:pt x="2531" y="3211"/>
                </a:lnTo>
                <a:lnTo>
                  <a:pt x="2532" y="3211"/>
                </a:lnTo>
                <a:lnTo>
                  <a:pt x="2531" y="3211"/>
                </a:lnTo>
                <a:lnTo>
                  <a:pt x="2531" y="3212"/>
                </a:lnTo>
                <a:lnTo>
                  <a:pt x="2532" y="3212"/>
                </a:lnTo>
                <a:lnTo>
                  <a:pt x="2531" y="3212"/>
                </a:lnTo>
                <a:lnTo>
                  <a:pt x="2531" y="3213"/>
                </a:lnTo>
                <a:lnTo>
                  <a:pt x="2532" y="3213"/>
                </a:lnTo>
                <a:lnTo>
                  <a:pt x="2533" y="3213"/>
                </a:lnTo>
                <a:lnTo>
                  <a:pt x="2533" y="3214"/>
                </a:lnTo>
                <a:lnTo>
                  <a:pt x="2532" y="3214"/>
                </a:lnTo>
                <a:lnTo>
                  <a:pt x="2532" y="3215"/>
                </a:lnTo>
                <a:lnTo>
                  <a:pt x="2532" y="3216"/>
                </a:lnTo>
                <a:lnTo>
                  <a:pt x="2533" y="3216"/>
                </a:lnTo>
                <a:lnTo>
                  <a:pt x="2533" y="3217"/>
                </a:lnTo>
                <a:lnTo>
                  <a:pt x="2533" y="3216"/>
                </a:lnTo>
                <a:lnTo>
                  <a:pt x="2532" y="3216"/>
                </a:lnTo>
                <a:lnTo>
                  <a:pt x="2532" y="3217"/>
                </a:lnTo>
                <a:lnTo>
                  <a:pt x="2532" y="3216"/>
                </a:lnTo>
                <a:lnTo>
                  <a:pt x="2531" y="3216"/>
                </a:lnTo>
                <a:lnTo>
                  <a:pt x="2531" y="3217"/>
                </a:lnTo>
                <a:lnTo>
                  <a:pt x="2530" y="3217"/>
                </a:lnTo>
                <a:lnTo>
                  <a:pt x="2530" y="3218"/>
                </a:lnTo>
                <a:lnTo>
                  <a:pt x="2530" y="3219"/>
                </a:lnTo>
                <a:lnTo>
                  <a:pt x="2531" y="3219"/>
                </a:lnTo>
                <a:lnTo>
                  <a:pt x="2531" y="3220"/>
                </a:lnTo>
                <a:lnTo>
                  <a:pt x="2531" y="3221"/>
                </a:lnTo>
                <a:lnTo>
                  <a:pt x="2532" y="3221"/>
                </a:lnTo>
                <a:lnTo>
                  <a:pt x="2532" y="3222"/>
                </a:lnTo>
                <a:lnTo>
                  <a:pt x="2532" y="3223"/>
                </a:lnTo>
                <a:lnTo>
                  <a:pt x="2533" y="3223"/>
                </a:lnTo>
                <a:lnTo>
                  <a:pt x="2533" y="3224"/>
                </a:lnTo>
                <a:lnTo>
                  <a:pt x="2533" y="3225"/>
                </a:lnTo>
                <a:lnTo>
                  <a:pt x="2534" y="3225"/>
                </a:lnTo>
                <a:lnTo>
                  <a:pt x="2534" y="3226"/>
                </a:lnTo>
                <a:lnTo>
                  <a:pt x="2533" y="3226"/>
                </a:lnTo>
                <a:lnTo>
                  <a:pt x="2534" y="3226"/>
                </a:lnTo>
                <a:lnTo>
                  <a:pt x="2534" y="3227"/>
                </a:lnTo>
                <a:lnTo>
                  <a:pt x="2534" y="3228"/>
                </a:lnTo>
                <a:lnTo>
                  <a:pt x="2535" y="3228"/>
                </a:lnTo>
                <a:lnTo>
                  <a:pt x="2535" y="3229"/>
                </a:lnTo>
                <a:lnTo>
                  <a:pt x="2534" y="3229"/>
                </a:lnTo>
                <a:lnTo>
                  <a:pt x="2534" y="3230"/>
                </a:lnTo>
                <a:lnTo>
                  <a:pt x="2534" y="3231"/>
                </a:lnTo>
                <a:lnTo>
                  <a:pt x="2534" y="3232"/>
                </a:lnTo>
                <a:lnTo>
                  <a:pt x="2533" y="3232"/>
                </a:lnTo>
                <a:lnTo>
                  <a:pt x="2533" y="3233"/>
                </a:lnTo>
                <a:lnTo>
                  <a:pt x="2534" y="3233"/>
                </a:lnTo>
                <a:lnTo>
                  <a:pt x="2535" y="3233"/>
                </a:lnTo>
                <a:lnTo>
                  <a:pt x="2535" y="3234"/>
                </a:lnTo>
                <a:lnTo>
                  <a:pt x="2536" y="3234"/>
                </a:lnTo>
                <a:lnTo>
                  <a:pt x="2537" y="3234"/>
                </a:lnTo>
                <a:lnTo>
                  <a:pt x="2537" y="3235"/>
                </a:lnTo>
                <a:lnTo>
                  <a:pt x="2537" y="3236"/>
                </a:lnTo>
                <a:lnTo>
                  <a:pt x="2538" y="3236"/>
                </a:lnTo>
                <a:lnTo>
                  <a:pt x="2538" y="3237"/>
                </a:lnTo>
                <a:lnTo>
                  <a:pt x="2539" y="3237"/>
                </a:lnTo>
                <a:lnTo>
                  <a:pt x="2539" y="3236"/>
                </a:lnTo>
                <a:lnTo>
                  <a:pt x="2540" y="3236"/>
                </a:lnTo>
                <a:lnTo>
                  <a:pt x="2540" y="3235"/>
                </a:lnTo>
                <a:lnTo>
                  <a:pt x="2541" y="3235"/>
                </a:lnTo>
                <a:lnTo>
                  <a:pt x="2541" y="3236"/>
                </a:lnTo>
                <a:lnTo>
                  <a:pt x="2541" y="3237"/>
                </a:lnTo>
                <a:lnTo>
                  <a:pt x="2542" y="3237"/>
                </a:lnTo>
                <a:lnTo>
                  <a:pt x="2542" y="3238"/>
                </a:lnTo>
                <a:lnTo>
                  <a:pt x="2541" y="3238"/>
                </a:lnTo>
                <a:lnTo>
                  <a:pt x="2541" y="3239"/>
                </a:lnTo>
                <a:lnTo>
                  <a:pt x="2542" y="3239"/>
                </a:lnTo>
                <a:lnTo>
                  <a:pt x="2541" y="3239"/>
                </a:lnTo>
                <a:lnTo>
                  <a:pt x="2541" y="3240"/>
                </a:lnTo>
                <a:lnTo>
                  <a:pt x="2542" y="3240"/>
                </a:lnTo>
                <a:lnTo>
                  <a:pt x="2542" y="3241"/>
                </a:lnTo>
                <a:lnTo>
                  <a:pt x="2543" y="3242"/>
                </a:lnTo>
                <a:lnTo>
                  <a:pt x="2543" y="3241"/>
                </a:lnTo>
                <a:lnTo>
                  <a:pt x="2544" y="3241"/>
                </a:lnTo>
                <a:lnTo>
                  <a:pt x="2544" y="3242"/>
                </a:lnTo>
                <a:lnTo>
                  <a:pt x="2545" y="3242"/>
                </a:lnTo>
                <a:lnTo>
                  <a:pt x="2545" y="3243"/>
                </a:lnTo>
                <a:lnTo>
                  <a:pt x="2545" y="3244"/>
                </a:lnTo>
                <a:lnTo>
                  <a:pt x="2545" y="3245"/>
                </a:lnTo>
                <a:lnTo>
                  <a:pt x="2545" y="3246"/>
                </a:lnTo>
                <a:lnTo>
                  <a:pt x="2546" y="3246"/>
                </a:lnTo>
                <a:lnTo>
                  <a:pt x="2547" y="3246"/>
                </a:lnTo>
                <a:lnTo>
                  <a:pt x="2547" y="3247"/>
                </a:lnTo>
                <a:lnTo>
                  <a:pt x="2547" y="3246"/>
                </a:lnTo>
                <a:lnTo>
                  <a:pt x="2548" y="3246"/>
                </a:lnTo>
                <a:lnTo>
                  <a:pt x="2548" y="3247"/>
                </a:lnTo>
                <a:lnTo>
                  <a:pt x="2549" y="3247"/>
                </a:lnTo>
                <a:lnTo>
                  <a:pt x="2549" y="3248"/>
                </a:lnTo>
                <a:lnTo>
                  <a:pt x="2548" y="3248"/>
                </a:lnTo>
                <a:lnTo>
                  <a:pt x="2548" y="3249"/>
                </a:lnTo>
                <a:lnTo>
                  <a:pt x="2548" y="3250"/>
                </a:lnTo>
                <a:lnTo>
                  <a:pt x="2548" y="3251"/>
                </a:lnTo>
                <a:lnTo>
                  <a:pt x="2547" y="3251"/>
                </a:lnTo>
                <a:lnTo>
                  <a:pt x="2547" y="3252"/>
                </a:lnTo>
                <a:lnTo>
                  <a:pt x="2547" y="3253"/>
                </a:lnTo>
                <a:lnTo>
                  <a:pt x="2547" y="3254"/>
                </a:lnTo>
                <a:lnTo>
                  <a:pt x="2546" y="3255"/>
                </a:lnTo>
                <a:lnTo>
                  <a:pt x="2545" y="3255"/>
                </a:lnTo>
                <a:lnTo>
                  <a:pt x="2545" y="3256"/>
                </a:lnTo>
                <a:lnTo>
                  <a:pt x="2546" y="3256"/>
                </a:lnTo>
                <a:lnTo>
                  <a:pt x="2545" y="3256"/>
                </a:lnTo>
                <a:lnTo>
                  <a:pt x="2545" y="3257"/>
                </a:lnTo>
                <a:lnTo>
                  <a:pt x="2546" y="3257"/>
                </a:lnTo>
                <a:lnTo>
                  <a:pt x="2545" y="3257"/>
                </a:lnTo>
                <a:lnTo>
                  <a:pt x="2545" y="3258"/>
                </a:lnTo>
                <a:lnTo>
                  <a:pt x="2546" y="3258"/>
                </a:lnTo>
                <a:lnTo>
                  <a:pt x="2547" y="3258"/>
                </a:lnTo>
                <a:lnTo>
                  <a:pt x="2547" y="3259"/>
                </a:lnTo>
                <a:lnTo>
                  <a:pt x="2547" y="3258"/>
                </a:lnTo>
                <a:lnTo>
                  <a:pt x="2547" y="3259"/>
                </a:lnTo>
                <a:lnTo>
                  <a:pt x="2548" y="3259"/>
                </a:lnTo>
                <a:lnTo>
                  <a:pt x="2548" y="3260"/>
                </a:lnTo>
                <a:lnTo>
                  <a:pt x="2548" y="3261"/>
                </a:lnTo>
                <a:lnTo>
                  <a:pt x="2548" y="3262"/>
                </a:lnTo>
                <a:lnTo>
                  <a:pt x="2548" y="3263"/>
                </a:lnTo>
                <a:lnTo>
                  <a:pt x="2548" y="3264"/>
                </a:lnTo>
                <a:lnTo>
                  <a:pt x="2548" y="3265"/>
                </a:lnTo>
                <a:lnTo>
                  <a:pt x="2549" y="3265"/>
                </a:lnTo>
                <a:lnTo>
                  <a:pt x="2549" y="3266"/>
                </a:lnTo>
                <a:lnTo>
                  <a:pt x="2549" y="3267"/>
                </a:lnTo>
                <a:lnTo>
                  <a:pt x="2549" y="3266"/>
                </a:lnTo>
                <a:lnTo>
                  <a:pt x="2550" y="3266"/>
                </a:lnTo>
                <a:lnTo>
                  <a:pt x="2551" y="3266"/>
                </a:lnTo>
                <a:lnTo>
                  <a:pt x="2551" y="3267"/>
                </a:lnTo>
                <a:lnTo>
                  <a:pt x="2551" y="3268"/>
                </a:lnTo>
                <a:lnTo>
                  <a:pt x="2552" y="3268"/>
                </a:lnTo>
                <a:lnTo>
                  <a:pt x="2553" y="3268"/>
                </a:lnTo>
                <a:lnTo>
                  <a:pt x="2553" y="3267"/>
                </a:lnTo>
                <a:lnTo>
                  <a:pt x="2553" y="3268"/>
                </a:lnTo>
                <a:lnTo>
                  <a:pt x="2554" y="3268"/>
                </a:lnTo>
                <a:lnTo>
                  <a:pt x="2553" y="3268"/>
                </a:lnTo>
                <a:lnTo>
                  <a:pt x="2553" y="3269"/>
                </a:lnTo>
                <a:lnTo>
                  <a:pt x="2553" y="3270"/>
                </a:lnTo>
                <a:lnTo>
                  <a:pt x="2553" y="3271"/>
                </a:lnTo>
                <a:lnTo>
                  <a:pt x="2553" y="3272"/>
                </a:lnTo>
                <a:lnTo>
                  <a:pt x="2552" y="3272"/>
                </a:lnTo>
                <a:lnTo>
                  <a:pt x="2551" y="3272"/>
                </a:lnTo>
                <a:lnTo>
                  <a:pt x="2551" y="3273"/>
                </a:lnTo>
                <a:lnTo>
                  <a:pt x="2550" y="3273"/>
                </a:lnTo>
                <a:lnTo>
                  <a:pt x="2549" y="3273"/>
                </a:lnTo>
                <a:lnTo>
                  <a:pt x="2548" y="3273"/>
                </a:lnTo>
                <a:lnTo>
                  <a:pt x="2548" y="3272"/>
                </a:lnTo>
                <a:lnTo>
                  <a:pt x="2547" y="3272"/>
                </a:lnTo>
                <a:lnTo>
                  <a:pt x="2546" y="3272"/>
                </a:lnTo>
                <a:lnTo>
                  <a:pt x="2546" y="3273"/>
                </a:lnTo>
                <a:lnTo>
                  <a:pt x="2546" y="3274"/>
                </a:lnTo>
                <a:lnTo>
                  <a:pt x="2546" y="3275"/>
                </a:lnTo>
                <a:lnTo>
                  <a:pt x="2547" y="3275"/>
                </a:lnTo>
                <a:lnTo>
                  <a:pt x="2547" y="3274"/>
                </a:lnTo>
                <a:lnTo>
                  <a:pt x="2547" y="3275"/>
                </a:lnTo>
                <a:lnTo>
                  <a:pt x="2546" y="3276"/>
                </a:lnTo>
                <a:lnTo>
                  <a:pt x="2546" y="3277"/>
                </a:lnTo>
                <a:lnTo>
                  <a:pt x="2547" y="3277"/>
                </a:lnTo>
                <a:lnTo>
                  <a:pt x="2547" y="3278"/>
                </a:lnTo>
                <a:lnTo>
                  <a:pt x="2548" y="3278"/>
                </a:lnTo>
                <a:lnTo>
                  <a:pt x="2548" y="3279"/>
                </a:lnTo>
                <a:lnTo>
                  <a:pt x="2548" y="3280"/>
                </a:lnTo>
                <a:lnTo>
                  <a:pt x="2547" y="3280"/>
                </a:lnTo>
                <a:lnTo>
                  <a:pt x="2547" y="3281"/>
                </a:lnTo>
                <a:lnTo>
                  <a:pt x="2546" y="3281"/>
                </a:lnTo>
                <a:lnTo>
                  <a:pt x="2546" y="3282"/>
                </a:lnTo>
                <a:lnTo>
                  <a:pt x="2545" y="3282"/>
                </a:lnTo>
                <a:lnTo>
                  <a:pt x="2545" y="3283"/>
                </a:lnTo>
                <a:lnTo>
                  <a:pt x="2545" y="3284"/>
                </a:lnTo>
                <a:lnTo>
                  <a:pt x="2546" y="3284"/>
                </a:lnTo>
                <a:lnTo>
                  <a:pt x="2545" y="3284"/>
                </a:lnTo>
                <a:lnTo>
                  <a:pt x="2545" y="3285"/>
                </a:lnTo>
                <a:lnTo>
                  <a:pt x="2546" y="3285"/>
                </a:lnTo>
                <a:lnTo>
                  <a:pt x="2546" y="3286"/>
                </a:lnTo>
                <a:lnTo>
                  <a:pt x="2546" y="3287"/>
                </a:lnTo>
                <a:lnTo>
                  <a:pt x="2546" y="3288"/>
                </a:lnTo>
                <a:lnTo>
                  <a:pt x="2545" y="3288"/>
                </a:lnTo>
                <a:lnTo>
                  <a:pt x="2546" y="3288"/>
                </a:lnTo>
                <a:lnTo>
                  <a:pt x="2546" y="3289"/>
                </a:lnTo>
                <a:lnTo>
                  <a:pt x="2546" y="3290"/>
                </a:lnTo>
                <a:lnTo>
                  <a:pt x="2546" y="3291"/>
                </a:lnTo>
                <a:lnTo>
                  <a:pt x="2546" y="3290"/>
                </a:lnTo>
                <a:lnTo>
                  <a:pt x="2545" y="3290"/>
                </a:lnTo>
                <a:lnTo>
                  <a:pt x="2545" y="3291"/>
                </a:lnTo>
                <a:lnTo>
                  <a:pt x="2545" y="3292"/>
                </a:lnTo>
                <a:lnTo>
                  <a:pt x="2545" y="3293"/>
                </a:lnTo>
                <a:lnTo>
                  <a:pt x="2545" y="3294"/>
                </a:lnTo>
                <a:lnTo>
                  <a:pt x="2545" y="3295"/>
                </a:lnTo>
                <a:lnTo>
                  <a:pt x="2544" y="3295"/>
                </a:lnTo>
                <a:lnTo>
                  <a:pt x="2544" y="3296"/>
                </a:lnTo>
                <a:lnTo>
                  <a:pt x="2544" y="3297"/>
                </a:lnTo>
                <a:lnTo>
                  <a:pt x="2544" y="3298"/>
                </a:lnTo>
                <a:lnTo>
                  <a:pt x="2544" y="3299"/>
                </a:lnTo>
                <a:lnTo>
                  <a:pt x="2545" y="3299"/>
                </a:lnTo>
                <a:lnTo>
                  <a:pt x="2545" y="3300"/>
                </a:lnTo>
                <a:lnTo>
                  <a:pt x="2545" y="3301"/>
                </a:lnTo>
                <a:lnTo>
                  <a:pt x="2546" y="3301"/>
                </a:lnTo>
                <a:lnTo>
                  <a:pt x="2546" y="3302"/>
                </a:lnTo>
                <a:lnTo>
                  <a:pt x="2547" y="3302"/>
                </a:lnTo>
                <a:lnTo>
                  <a:pt x="2547" y="3303"/>
                </a:lnTo>
                <a:lnTo>
                  <a:pt x="2548" y="3302"/>
                </a:lnTo>
                <a:lnTo>
                  <a:pt x="2549" y="3302"/>
                </a:lnTo>
                <a:lnTo>
                  <a:pt x="2549" y="3303"/>
                </a:lnTo>
                <a:lnTo>
                  <a:pt x="2549" y="3302"/>
                </a:lnTo>
                <a:lnTo>
                  <a:pt x="2549" y="3303"/>
                </a:lnTo>
                <a:lnTo>
                  <a:pt x="2549" y="3302"/>
                </a:lnTo>
                <a:lnTo>
                  <a:pt x="2550" y="3302"/>
                </a:lnTo>
                <a:lnTo>
                  <a:pt x="2550" y="3303"/>
                </a:lnTo>
                <a:lnTo>
                  <a:pt x="2550" y="3304"/>
                </a:lnTo>
                <a:lnTo>
                  <a:pt x="2551" y="3304"/>
                </a:lnTo>
                <a:lnTo>
                  <a:pt x="2551" y="3305"/>
                </a:lnTo>
                <a:lnTo>
                  <a:pt x="2552" y="3305"/>
                </a:lnTo>
                <a:lnTo>
                  <a:pt x="2552" y="3306"/>
                </a:lnTo>
                <a:lnTo>
                  <a:pt x="2552" y="3305"/>
                </a:lnTo>
                <a:lnTo>
                  <a:pt x="2553" y="3305"/>
                </a:lnTo>
                <a:lnTo>
                  <a:pt x="2553" y="3306"/>
                </a:lnTo>
                <a:lnTo>
                  <a:pt x="2554" y="3306"/>
                </a:lnTo>
                <a:lnTo>
                  <a:pt x="2554" y="3307"/>
                </a:lnTo>
                <a:lnTo>
                  <a:pt x="2554" y="3308"/>
                </a:lnTo>
                <a:lnTo>
                  <a:pt x="2553" y="3308"/>
                </a:lnTo>
                <a:lnTo>
                  <a:pt x="2553" y="3309"/>
                </a:lnTo>
                <a:lnTo>
                  <a:pt x="2554" y="3309"/>
                </a:lnTo>
                <a:lnTo>
                  <a:pt x="2553" y="3309"/>
                </a:lnTo>
                <a:lnTo>
                  <a:pt x="2554" y="3309"/>
                </a:lnTo>
                <a:lnTo>
                  <a:pt x="2554" y="3310"/>
                </a:lnTo>
                <a:lnTo>
                  <a:pt x="2554" y="3311"/>
                </a:lnTo>
                <a:lnTo>
                  <a:pt x="2553" y="3311"/>
                </a:lnTo>
                <a:lnTo>
                  <a:pt x="2553" y="3310"/>
                </a:lnTo>
                <a:lnTo>
                  <a:pt x="2551" y="3310"/>
                </a:lnTo>
                <a:lnTo>
                  <a:pt x="2551" y="3311"/>
                </a:lnTo>
                <a:lnTo>
                  <a:pt x="2550" y="3311"/>
                </a:lnTo>
                <a:lnTo>
                  <a:pt x="2549" y="3311"/>
                </a:lnTo>
                <a:lnTo>
                  <a:pt x="2549" y="3312"/>
                </a:lnTo>
                <a:lnTo>
                  <a:pt x="2549" y="3313"/>
                </a:lnTo>
                <a:lnTo>
                  <a:pt x="2549" y="3314"/>
                </a:lnTo>
                <a:lnTo>
                  <a:pt x="2549" y="3315"/>
                </a:lnTo>
                <a:lnTo>
                  <a:pt x="2548" y="3315"/>
                </a:lnTo>
                <a:lnTo>
                  <a:pt x="2548" y="3316"/>
                </a:lnTo>
                <a:lnTo>
                  <a:pt x="2547" y="3316"/>
                </a:lnTo>
                <a:lnTo>
                  <a:pt x="2547" y="3317"/>
                </a:lnTo>
                <a:lnTo>
                  <a:pt x="2546" y="3317"/>
                </a:lnTo>
                <a:lnTo>
                  <a:pt x="2545" y="3317"/>
                </a:lnTo>
                <a:lnTo>
                  <a:pt x="2544" y="3317"/>
                </a:lnTo>
                <a:lnTo>
                  <a:pt x="2543" y="3317"/>
                </a:lnTo>
                <a:lnTo>
                  <a:pt x="2542" y="3317"/>
                </a:lnTo>
                <a:lnTo>
                  <a:pt x="2541" y="3317"/>
                </a:lnTo>
                <a:lnTo>
                  <a:pt x="2541" y="3316"/>
                </a:lnTo>
                <a:lnTo>
                  <a:pt x="2541" y="3315"/>
                </a:lnTo>
                <a:lnTo>
                  <a:pt x="2541" y="3314"/>
                </a:lnTo>
                <a:lnTo>
                  <a:pt x="2540" y="3314"/>
                </a:lnTo>
                <a:lnTo>
                  <a:pt x="2540" y="3313"/>
                </a:lnTo>
                <a:lnTo>
                  <a:pt x="2539" y="3313"/>
                </a:lnTo>
                <a:lnTo>
                  <a:pt x="2539" y="3312"/>
                </a:lnTo>
                <a:lnTo>
                  <a:pt x="2539" y="3311"/>
                </a:lnTo>
                <a:lnTo>
                  <a:pt x="2538" y="3311"/>
                </a:lnTo>
                <a:lnTo>
                  <a:pt x="2538" y="3312"/>
                </a:lnTo>
                <a:lnTo>
                  <a:pt x="2537" y="3312"/>
                </a:lnTo>
                <a:lnTo>
                  <a:pt x="2536" y="3312"/>
                </a:lnTo>
                <a:lnTo>
                  <a:pt x="2535" y="3312"/>
                </a:lnTo>
                <a:lnTo>
                  <a:pt x="2535" y="3313"/>
                </a:lnTo>
                <a:lnTo>
                  <a:pt x="2534" y="3313"/>
                </a:lnTo>
                <a:lnTo>
                  <a:pt x="2534" y="3314"/>
                </a:lnTo>
                <a:lnTo>
                  <a:pt x="2533" y="3314"/>
                </a:lnTo>
                <a:lnTo>
                  <a:pt x="2532" y="3314"/>
                </a:lnTo>
                <a:lnTo>
                  <a:pt x="2532" y="3313"/>
                </a:lnTo>
                <a:lnTo>
                  <a:pt x="2531" y="3313"/>
                </a:lnTo>
                <a:lnTo>
                  <a:pt x="2531" y="3312"/>
                </a:lnTo>
                <a:lnTo>
                  <a:pt x="2532" y="3312"/>
                </a:lnTo>
                <a:lnTo>
                  <a:pt x="2532" y="3311"/>
                </a:lnTo>
                <a:lnTo>
                  <a:pt x="2533" y="3311"/>
                </a:lnTo>
                <a:lnTo>
                  <a:pt x="2533" y="3310"/>
                </a:lnTo>
                <a:lnTo>
                  <a:pt x="2532" y="3310"/>
                </a:lnTo>
                <a:lnTo>
                  <a:pt x="2533" y="3310"/>
                </a:lnTo>
                <a:lnTo>
                  <a:pt x="2533" y="3309"/>
                </a:lnTo>
                <a:lnTo>
                  <a:pt x="2534" y="3309"/>
                </a:lnTo>
                <a:lnTo>
                  <a:pt x="2533" y="3309"/>
                </a:lnTo>
                <a:lnTo>
                  <a:pt x="2533" y="3308"/>
                </a:lnTo>
                <a:lnTo>
                  <a:pt x="2533" y="3307"/>
                </a:lnTo>
                <a:lnTo>
                  <a:pt x="2532" y="3307"/>
                </a:lnTo>
                <a:lnTo>
                  <a:pt x="2532" y="3308"/>
                </a:lnTo>
                <a:lnTo>
                  <a:pt x="2531" y="3308"/>
                </a:lnTo>
                <a:lnTo>
                  <a:pt x="2531" y="3307"/>
                </a:lnTo>
                <a:lnTo>
                  <a:pt x="2530" y="3307"/>
                </a:lnTo>
                <a:lnTo>
                  <a:pt x="2529" y="3307"/>
                </a:lnTo>
                <a:lnTo>
                  <a:pt x="2528" y="3307"/>
                </a:lnTo>
                <a:lnTo>
                  <a:pt x="2528" y="3306"/>
                </a:lnTo>
                <a:lnTo>
                  <a:pt x="2528" y="3307"/>
                </a:lnTo>
                <a:lnTo>
                  <a:pt x="2528" y="3306"/>
                </a:lnTo>
                <a:lnTo>
                  <a:pt x="2527" y="3306"/>
                </a:lnTo>
                <a:lnTo>
                  <a:pt x="2526" y="3306"/>
                </a:lnTo>
                <a:lnTo>
                  <a:pt x="2526" y="3307"/>
                </a:lnTo>
                <a:lnTo>
                  <a:pt x="2525" y="3307"/>
                </a:lnTo>
                <a:lnTo>
                  <a:pt x="2525" y="3306"/>
                </a:lnTo>
                <a:lnTo>
                  <a:pt x="2524" y="3306"/>
                </a:lnTo>
                <a:lnTo>
                  <a:pt x="2524" y="3307"/>
                </a:lnTo>
                <a:lnTo>
                  <a:pt x="2523" y="3307"/>
                </a:lnTo>
                <a:lnTo>
                  <a:pt x="2522" y="3307"/>
                </a:lnTo>
                <a:lnTo>
                  <a:pt x="2521" y="3307"/>
                </a:lnTo>
                <a:lnTo>
                  <a:pt x="2522" y="3307"/>
                </a:lnTo>
                <a:lnTo>
                  <a:pt x="2521" y="3307"/>
                </a:lnTo>
                <a:lnTo>
                  <a:pt x="2521" y="3308"/>
                </a:lnTo>
                <a:lnTo>
                  <a:pt x="2520" y="3308"/>
                </a:lnTo>
                <a:lnTo>
                  <a:pt x="2519" y="3309"/>
                </a:lnTo>
                <a:lnTo>
                  <a:pt x="2519" y="3308"/>
                </a:lnTo>
                <a:lnTo>
                  <a:pt x="2517" y="3308"/>
                </a:lnTo>
                <a:lnTo>
                  <a:pt x="2516" y="3308"/>
                </a:lnTo>
                <a:lnTo>
                  <a:pt x="2516" y="3309"/>
                </a:lnTo>
                <a:lnTo>
                  <a:pt x="2515" y="3309"/>
                </a:lnTo>
                <a:lnTo>
                  <a:pt x="2514" y="3309"/>
                </a:lnTo>
                <a:lnTo>
                  <a:pt x="2514" y="3308"/>
                </a:lnTo>
                <a:lnTo>
                  <a:pt x="2514" y="3309"/>
                </a:lnTo>
                <a:lnTo>
                  <a:pt x="2513" y="3309"/>
                </a:lnTo>
                <a:lnTo>
                  <a:pt x="2512" y="3309"/>
                </a:lnTo>
                <a:lnTo>
                  <a:pt x="2512" y="3310"/>
                </a:lnTo>
                <a:lnTo>
                  <a:pt x="2511" y="3310"/>
                </a:lnTo>
                <a:lnTo>
                  <a:pt x="2511" y="3311"/>
                </a:lnTo>
                <a:lnTo>
                  <a:pt x="2510" y="3311"/>
                </a:lnTo>
                <a:lnTo>
                  <a:pt x="2509" y="3311"/>
                </a:lnTo>
                <a:lnTo>
                  <a:pt x="2509" y="3312"/>
                </a:lnTo>
                <a:lnTo>
                  <a:pt x="2509" y="3311"/>
                </a:lnTo>
                <a:lnTo>
                  <a:pt x="2509" y="3312"/>
                </a:lnTo>
                <a:lnTo>
                  <a:pt x="2508" y="3312"/>
                </a:lnTo>
                <a:lnTo>
                  <a:pt x="2508" y="3313"/>
                </a:lnTo>
                <a:lnTo>
                  <a:pt x="2508" y="3312"/>
                </a:lnTo>
                <a:lnTo>
                  <a:pt x="2507" y="3312"/>
                </a:lnTo>
                <a:lnTo>
                  <a:pt x="2506" y="3312"/>
                </a:lnTo>
                <a:lnTo>
                  <a:pt x="2506" y="3313"/>
                </a:lnTo>
                <a:lnTo>
                  <a:pt x="2505" y="3313"/>
                </a:lnTo>
                <a:lnTo>
                  <a:pt x="2505" y="3314"/>
                </a:lnTo>
                <a:lnTo>
                  <a:pt x="2504" y="3314"/>
                </a:lnTo>
                <a:lnTo>
                  <a:pt x="2504" y="3313"/>
                </a:lnTo>
                <a:lnTo>
                  <a:pt x="2503" y="3313"/>
                </a:lnTo>
                <a:lnTo>
                  <a:pt x="2503" y="3312"/>
                </a:lnTo>
                <a:lnTo>
                  <a:pt x="2502" y="3312"/>
                </a:lnTo>
                <a:lnTo>
                  <a:pt x="2501" y="3312"/>
                </a:lnTo>
                <a:lnTo>
                  <a:pt x="2501" y="3311"/>
                </a:lnTo>
                <a:lnTo>
                  <a:pt x="2500" y="3311"/>
                </a:lnTo>
                <a:lnTo>
                  <a:pt x="2501" y="3311"/>
                </a:lnTo>
                <a:lnTo>
                  <a:pt x="2501" y="3309"/>
                </a:lnTo>
                <a:lnTo>
                  <a:pt x="2500" y="3309"/>
                </a:lnTo>
                <a:lnTo>
                  <a:pt x="2499" y="3309"/>
                </a:lnTo>
                <a:lnTo>
                  <a:pt x="2499" y="3308"/>
                </a:lnTo>
                <a:lnTo>
                  <a:pt x="2498" y="3308"/>
                </a:lnTo>
                <a:lnTo>
                  <a:pt x="2498" y="3307"/>
                </a:lnTo>
                <a:lnTo>
                  <a:pt x="2499" y="3307"/>
                </a:lnTo>
                <a:lnTo>
                  <a:pt x="2499" y="3306"/>
                </a:lnTo>
                <a:lnTo>
                  <a:pt x="2498" y="3306"/>
                </a:lnTo>
                <a:lnTo>
                  <a:pt x="2499" y="3306"/>
                </a:lnTo>
                <a:lnTo>
                  <a:pt x="2499" y="3305"/>
                </a:lnTo>
                <a:lnTo>
                  <a:pt x="2500" y="3305"/>
                </a:lnTo>
                <a:lnTo>
                  <a:pt x="2500" y="3304"/>
                </a:lnTo>
                <a:lnTo>
                  <a:pt x="2501" y="3304"/>
                </a:lnTo>
                <a:lnTo>
                  <a:pt x="2501" y="3303"/>
                </a:lnTo>
                <a:lnTo>
                  <a:pt x="2501" y="3302"/>
                </a:lnTo>
                <a:lnTo>
                  <a:pt x="2501" y="3301"/>
                </a:lnTo>
                <a:lnTo>
                  <a:pt x="2500" y="3301"/>
                </a:lnTo>
                <a:lnTo>
                  <a:pt x="2500" y="3300"/>
                </a:lnTo>
                <a:lnTo>
                  <a:pt x="2499" y="3300"/>
                </a:lnTo>
                <a:lnTo>
                  <a:pt x="2498" y="3300"/>
                </a:lnTo>
                <a:lnTo>
                  <a:pt x="2498" y="3299"/>
                </a:lnTo>
                <a:lnTo>
                  <a:pt x="2497" y="3299"/>
                </a:lnTo>
                <a:lnTo>
                  <a:pt x="2496" y="3299"/>
                </a:lnTo>
                <a:lnTo>
                  <a:pt x="2495" y="3299"/>
                </a:lnTo>
                <a:lnTo>
                  <a:pt x="2495" y="3298"/>
                </a:lnTo>
                <a:lnTo>
                  <a:pt x="2495" y="3297"/>
                </a:lnTo>
                <a:lnTo>
                  <a:pt x="2494" y="3297"/>
                </a:lnTo>
                <a:lnTo>
                  <a:pt x="2495" y="3297"/>
                </a:lnTo>
                <a:lnTo>
                  <a:pt x="2495" y="3296"/>
                </a:lnTo>
                <a:lnTo>
                  <a:pt x="2494" y="3296"/>
                </a:lnTo>
                <a:lnTo>
                  <a:pt x="2494" y="3295"/>
                </a:lnTo>
                <a:lnTo>
                  <a:pt x="2493" y="3295"/>
                </a:lnTo>
                <a:lnTo>
                  <a:pt x="2493" y="3294"/>
                </a:lnTo>
                <a:lnTo>
                  <a:pt x="2493" y="3293"/>
                </a:lnTo>
                <a:lnTo>
                  <a:pt x="2492" y="3293"/>
                </a:lnTo>
                <a:lnTo>
                  <a:pt x="2492" y="3292"/>
                </a:lnTo>
                <a:lnTo>
                  <a:pt x="2492" y="3291"/>
                </a:lnTo>
                <a:lnTo>
                  <a:pt x="2491" y="3291"/>
                </a:lnTo>
                <a:lnTo>
                  <a:pt x="2491" y="3290"/>
                </a:lnTo>
                <a:lnTo>
                  <a:pt x="2492" y="3290"/>
                </a:lnTo>
                <a:lnTo>
                  <a:pt x="2492" y="3289"/>
                </a:lnTo>
                <a:lnTo>
                  <a:pt x="2493" y="3289"/>
                </a:lnTo>
                <a:lnTo>
                  <a:pt x="2494" y="3289"/>
                </a:lnTo>
                <a:lnTo>
                  <a:pt x="2494" y="3290"/>
                </a:lnTo>
                <a:lnTo>
                  <a:pt x="2494" y="3289"/>
                </a:lnTo>
                <a:lnTo>
                  <a:pt x="2495" y="3289"/>
                </a:lnTo>
                <a:lnTo>
                  <a:pt x="2496" y="3289"/>
                </a:lnTo>
                <a:lnTo>
                  <a:pt x="2496" y="3288"/>
                </a:lnTo>
                <a:lnTo>
                  <a:pt x="2496" y="3287"/>
                </a:lnTo>
                <a:lnTo>
                  <a:pt x="2496" y="3286"/>
                </a:lnTo>
                <a:lnTo>
                  <a:pt x="2496" y="3285"/>
                </a:lnTo>
                <a:lnTo>
                  <a:pt x="2496" y="3284"/>
                </a:lnTo>
                <a:lnTo>
                  <a:pt x="2495" y="3284"/>
                </a:lnTo>
                <a:lnTo>
                  <a:pt x="2496" y="3283"/>
                </a:lnTo>
                <a:lnTo>
                  <a:pt x="2497" y="3283"/>
                </a:lnTo>
                <a:lnTo>
                  <a:pt x="2497" y="3282"/>
                </a:lnTo>
                <a:lnTo>
                  <a:pt x="2498" y="3282"/>
                </a:lnTo>
                <a:lnTo>
                  <a:pt x="2498" y="3281"/>
                </a:lnTo>
                <a:lnTo>
                  <a:pt x="2497" y="3281"/>
                </a:lnTo>
                <a:lnTo>
                  <a:pt x="2497" y="3280"/>
                </a:lnTo>
                <a:lnTo>
                  <a:pt x="2497" y="3279"/>
                </a:lnTo>
                <a:lnTo>
                  <a:pt x="2497" y="3278"/>
                </a:lnTo>
                <a:lnTo>
                  <a:pt x="2497" y="3277"/>
                </a:lnTo>
                <a:lnTo>
                  <a:pt x="2498" y="3277"/>
                </a:lnTo>
                <a:lnTo>
                  <a:pt x="2497" y="3277"/>
                </a:lnTo>
                <a:lnTo>
                  <a:pt x="2497" y="3276"/>
                </a:lnTo>
                <a:lnTo>
                  <a:pt x="2498" y="3276"/>
                </a:lnTo>
                <a:lnTo>
                  <a:pt x="2497" y="3276"/>
                </a:lnTo>
                <a:lnTo>
                  <a:pt x="2497" y="3275"/>
                </a:lnTo>
                <a:lnTo>
                  <a:pt x="2496" y="3275"/>
                </a:lnTo>
                <a:lnTo>
                  <a:pt x="2495" y="3275"/>
                </a:lnTo>
                <a:lnTo>
                  <a:pt x="2494" y="3275"/>
                </a:lnTo>
                <a:lnTo>
                  <a:pt x="2494" y="3274"/>
                </a:lnTo>
                <a:lnTo>
                  <a:pt x="2494" y="3275"/>
                </a:lnTo>
                <a:lnTo>
                  <a:pt x="2493" y="3275"/>
                </a:lnTo>
                <a:lnTo>
                  <a:pt x="2493" y="3274"/>
                </a:lnTo>
                <a:lnTo>
                  <a:pt x="2492" y="3274"/>
                </a:lnTo>
                <a:lnTo>
                  <a:pt x="2491" y="3274"/>
                </a:lnTo>
                <a:lnTo>
                  <a:pt x="2491" y="3273"/>
                </a:lnTo>
                <a:lnTo>
                  <a:pt x="2491" y="3272"/>
                </a:lnTo>
                <a:lnTo>
                  <a:pt x="2492" y="3272"/>
                </a:lnTo>
                <a:lnTo>
                  <a:pt x="2493" y="3272"/>
                </a:lnTo>
                <a:lnTo>
                  <a:pt x="2493" y="3271"/>
                </a:lnTo>
                <a:lnTo>
                  <a:pt x="2493" y="3272"/>
                </a:lnTo>
                <a:lnTo>
                  <a:pt x="2494" y="3271"/>
                </a:lnTo>
                <a:lnTo>
                  <a:pt x="2494" y="3270"/>
                </a:lnTo>
                <a:lnTo>
                  <a:pt x="2493" y="3270"/>
                </a:lnTo>
                <a:lnTo>
                  <a:pt x="2493" y="3269"/>
                </a:lnTo>
                <a:lnTo>
                  <a:pt x="2493" y="3268"/>
                </a:lnTo>
                <a:lnTo>
                  <a:pt x="2493" y="3267"/>
                </a:lnTo>
                <a:lnTo>
                  <a:pt x="2493" y="3266"/>
                </a:lnTo>
                <a:lnTo>
                  <a:pt x="2492" y="3266"/>
                </a:lnTo>
                <a:lnTo>
                  <a:pt x="2492" y="3265"/>
                </a:lnTo>
                <a:lnTo>
                  <a:pt x="2492" y="3264"/>
                </a:lnTo>
                <a:lnTo>
                  <a:pt x="2492" y="3263"/>
                </a:lnTo>
                <a:lnTo>
                  <a:pt x="2491" y="3263"/>
                </a:lnTo>
                <a:lnTo>
                  <a:pt x="2490" y="3263"/>
                </a:lnTo>
                <a:lnTo>
                  <a:pt x="2490" y="3262"/>
                </a:lnTo>
                <a:lnTo>
                  <a:pt x="2490" y="3261"/>
                </a:lnTo>
                <a:lnTo>
                  <a:pt x="2489" y="3261"/>
                </a:lnTo>
                <a:lnTo>
                  <a:pt x="2489" y="3262"/>
                </a:lnTo>
                <a:lnTo>
                  <a:pt x="2489" y="3261"/>
                </a:lnTo>
                <a:lnTo>
                  <a:pt x="2489" y="3260"/>
                </a:lnTo>
                <a:lnTo>
                  <a:pt x="2489" y="3258"/>
                </a:lnTo>
                <a:lnTo>
                  <a:pt x="2489" y="3257"/>
                </a:lnTo>
                <a:lnTo>
                  <a:pt x="2488" y="3257"/>
                </a:lnTo>
                <a:lnTo>
                  <a:pt x="2488" y="3256"/>
                </a:lnTo>
                <a:lnTo>
                  <a:pt x="2488" y="3255"/>
                </a:lnTo>
                <a:lnTo>
                  <a:pt x="2488" y="3254"/>
                </a:lnTo>
                <a:lnTo>
                  <a:pt x="2489" y="3254"/>
                </a:lnTo>
                <a:lnTo>
                  <a:pt x="2489" y="3253"/>
                </a:lnTo>
                <a:lnTo>
                  <a:pt x="2489" y="3252"/>
                </a:lnTo>
                <a:lnTo>
                  <a:pt x="2489" y="3253"/>
                </a:lnTo>
                <a:lnTo>
                  <a:pt x="2488" y="3253"/>
                </a:lnTo>
                <a:lnTo>
                  <a:pt x="2487" y="3252"/>
                </a:lnTo>
                <a:lnTo>
                  <a:pt x="2487" y="3253"/>
                </a:lnTo>
                <a:lnTo>
                  <a:pt x="2486" y="3253"/>
                </a:lnTo>
                <a:lnTo>
                  <a:pt x="2486" y="3254"/>
                </a:lnTo>
                <a:lnTo>
                  <a:pt x="2485" y="3254"/>
                </a:lnTo>
                <a:lnTo>
                  <a:pt x="2484" y="3254"/>
                </a:lnTo>
                <a:lnTo>
                  <a:pt x="2484" y="3255"/>
                </a:lnTo>
                <a:lnTo>
                  <a:pt x="2483" y="3255"/>
                </a:lnTo>
                <a:lnTo>
                  <a:pt x="2483" y="3256"/>
                </a:lnTo>
                <a:lnTo>
                  <a:pt x="2482" y="3256"/>
                </a:lnTo>
                <a:lnTo>
                  <a:pt x="2482" y="3257"/>
                </a:lnTo>
                <a:lnTo>
                  <a:pt x="2481" y="3257"/>
                </a:lnTo>
                <a:lnTo>
                  <a:pt x="2481" y="3258"/>
                </a:lnTo>
                <a:lnTo>
                  <a:pt x="2480" y="3258"/>
                </a:lnTo>
                <a:lnTo>
                  <a:pt x="2480" y="3259"/>
                </a:lnTo>
                <a:lnTo>
                  <a:pt x="2479" y="3259"/>
                </a:lnTo>
                <a:lnTo>
                  <a:pt x="2480" y="3259"/>
                </a:lnTo>
                <a:lnTo>
                  <a:pt x="2479" y="3259"/>
                </a:lnTo>
                <a:lnTo>
                  <a:pt x="2479" y="3260"/>
                </a:lnTo>
                <a:lnTo>
                  <a:pt x="2478" y="3260"/>
                </a:lnTo>
                <a:lnTo>
                  <a:pt x="2477" y="3260"/>
                </a:lnTo>
                <a:lnTo>
                  <a:pt x="2476" y="3260"/>
                </a:lnTo>
                <a:lnTo>
                  <a:pt x="2476" y="3261"/>
                </a:lnTo>
                <a:lnTo>
                  <a:pt x="2476" y="3260"/>
                </a:lnTo>
                <a:lnTo>
                  <a:pt x="2476" y="3261"/>
                </a:lnTo>
                <a:lnTo>
                  <a:pt x="2475" y="3261"/>
                </a:lnTo>
                <a:lnTo>
                  <a:pt x="2475" y="3260"/>
                </a:lnTo>
                <a:lnTo>
                  <a:pt x="2475" y="3261"/>
                </a:lnTo>
                <a:lnTo>
                  <a:pt x="2474" y="3261"/>
                </a:lnTo>
                <a:lnTo>
                  <a:pt x="2474" y="3260"/>
                </a:lnTo>
                <a:lnTo>
                  <a:pt x="2474" y="3261"/>
                </a:lnTo>
                <a:lnTo>
                  <a:pt x="2474" y="3260"/>
                </a:lnTo>
                <a:lnTo>
                  <a:pt x="2473" y="3260"/>
                </a:lnTo>
                <a:lnTo>
                  <a:pt x="2473" y="3261"/>
                </a:lnTo>
                <a:lnTo>
                  <a:pt x="2472" y="3261"/>
                </a:lnTo>
                <a:lnTo>
                  <a:pt x="2472" y="3262"/>
                </a:lnTo>
                <a:lnTo>
                  <a:pt x="2471" y="3262"/>
                </a:lnTo>
                <a:lnTo>
                  <a:pt x="2471" y="3261"/>
                </a:lnTo>
                <a:lnTo>
                  <a:pt x="2471" y="3262"/>
                </a:lnTo>
                <a:lnTo>
                  <a:pt x="2471" y="3261"/>
                </a:lnTo>
                <a:lnTo>
                  <a:pt x="2470" y="3261"/>
                </a:lnTo>
                <a:lnTo>
                  <a:pt x="2470" y="3262"/>
                </a:lnTo>
                <a:lnTo>
                  <a:pt x="2471" y="3262"/>
                </a:lnTo>
                <a:lnTo>
                  <a:pt x="2470" y="3262"/>
                </a:lnTo>
                <a:lnTo>
                  <a:pt x="2469" y="3262"/>
                </a:lnTo>
                <a:lnTo>
                  <a:pt x="2468" y="3262"/>
                </a:lnTo>
                <a:lnTo>
                  <a:pt x="2467" y="3262"/>
                </a:lnTo>
                <a:lnTo>
                  <a:pt x="2467" y="3263"/>
                </a:lnTo>
                <a:lnTo>
                  <a:pt x="2466" y="3263"/>
                </a:lnTo>
                <a:lnTo>
                  <a:pt x="2467" y="3263"/>
                </a:lnTo>
                <a:lnTo>
                  <a:pt x="2466" y="3263"/>
                </a:lnTo>
                <a:lnTo>
                  <a:pt x="2466" y="3264"/>
                </a:lnTo>
                <a:lnTo>
                  <a:pt x="2466" y="3265"/>
                </a:lnTo>
                <a:lnTo>
                  <a:pt x="2465" y="3265"/>
                </a:lnTo>
                <a:lnTo>
                  <a:pt x="2466" y="3265"/>
                </a:lnTo>
                <a:lnTo>
                  <a:pt x="2465" y="3265"/>
                </a:lnTo>
                <a:lnTo>
                  <a:pt x="2465" y="3266"/>
                </a:lnTo>
                <a:lnTo>
                  <a:pt x="2465" y="3267"/>
                </a:lnTo>
                <a:lnTo>
                  <a:pt x="2464" y="3267"/>
                </a:lnTo>
                <a:lnTo>
                  <a:pt x="2464" y="3266"/>
                </a:lnTo>
                <a:lnTo>
                  <a:pt x="2464" y="3267"/>
                </a:lnTo>
                <a:lnTo>
                  <a:pt x="2463" y="3267"/>
                </a:lnTo>
                <a:lnTo>
                  <a:pt x="2463" y="3268"/>
                </a:lnTo>
                <a:lnTo>
                  <a:pt x="2462" y="3268"/>
                </a:lnTo>
                <a:lnTo>
                  <a:pt x="2462" y="3269"/>
                </a:lnTo>
                <a:lnTo>
                  <a:pt x="2461" y="3269"/>
                </a:lnTo>
                <a:lnTo>
                  <a:pt x="2461" y="3270"/>
                </a:lnTo>
                <a:lnTo>
                  <a:pt x="2460" y="3270"/>
                </a:lnTo>
                <a:lnTo>
                  <a:pt x="2460" y="3272"/>
                </a:lnTo>
                <a:lnTo>
                  <a:pt x="2460" y="3274"/>
                </a:lnTo>
                <a:lnTo>
                  <a:pt x="2459" y="3274"/>
                </a:lnTo>
                <a:lnTo>
                  <a:pt x="2458" y="3274"/>
                </a:lnTo>
                <a:lnTo>
                  <a:pt x="2457" y="3274"/>
                </a:lnTo>
                <a:lnTo>
                  <a:pt x="2457" y="3275"/>
                </a:lnTo>
                <a:lnTo>
                  <a:pt x="2458" y="3275"/>
                </a:lnTo>
                <a:lnTo>
                  <a:pt x="2457" y="3275"/>
                </a:lnTo>
                <a:lnTo>
                  <a:pt x="2456" y="3275"/>
                </a:lnTo>
                <a:lnTo>
                  <a:pt x="2456" y="3276"/>
                </a:lnTo>
                <a:lnTo>
                  <a:pt x="2455" y="3276"/>
                </a:lnTo>
                <a:lnTo>
                  <a:pt x="2455" y="3277"/>
                </a:lnTo>
                <a:lnTo>
                  <a:pt x="2455" y="3278"/>
                </a:lnTo>
                <a:lnTo>
                  <a:pt x="2454" y="3278"/>
                </a:lnTo>
                <a:lnTo>
                  <a:pt x="2454" y="3279"/>
                </a:lnTo>
                <a:lnTo>
                  <a:pt x="2453" y="3280"/>
                </a:lnTo>
                <a:lnTo>
                  <a:pt x="2452" y="3280"/>
                </a:lnTo>
                <a:lnTo>
                  <a:pt x="2452" y="3279"/>
                </a:lnTo>
                <a:lnTo>
                  <a:pt x="2451" y="3279"/>
                </a:lnTo>
                <a:lnTo>
                  <a:pt x="2451" y="3280"/>
                </a:lnTo>
                <a:lnTo>
                  <a:pt x="2450" y="3280"/>
                </a:lnTo>
                <a:lnTo>
                  <a:pt x="2450" y="3281"/>
                </a:lnTo>
                <a:lnTo>
                  <a:pt x="2450" y="3282"/>
                </a:lnTo>
                <a:lnTo>
                  <a:pt x="2449" y="3282"/>
                </a:lnTo>
                <a:lnTo>
                  <a:pt x="2449" y="3283"/>
                </a:lnTo>
                <a:lnTo>
                  <a:pt x="2448" y="3283"/>
                </a:lnTo>
                <a:lnTo>
                  <a:pt x="2447" y="3283"/>
                </a:lnTo>
                <a:lnTo>
                  <a:pt x="2446" y="3283"/>
                </a:lnTo>
                <a:lnTo>
                  <a:pt x="2445" y="3283"/>
                </a:lnTo>
                <a:lnTo>
                  <a:pt x="2445" y="3284"/>
                </a:lnTo>
                <a:lnTo>
                  <a:pt x="2444" y="3284"/>
                </a:lnTo>
                <a:lnTo>
                  <a:pt x="2443" y="3284"/>
                </a:lnTo>
                <a:lnTo>
                  <a:pt x="2443" y="3285"/>
                </a:lnTo>
                <a:lnTo>
                  <a:pt x="2443" y="3284"/>
                </a:lnTo>
                <a:lnTo>
                  <a:pt x="2443" y="3285"/>
                </a:lnTo>
                <a:lnTo>
                  <a:pt x="2443" y="3284"/>
                </a:lnTo>
                <a:lnTo>
                  <a:pt x="2443" y="3285"/>
                </a:lnTo>
                <a:lnTo>
                  <a:pt x="2442" y="3285"/>
                </a:lnTo>
                <a:lnTo>
                  <a:pt x="2441" y="3285"/>
                </a:lnTo>
                <a:lnTo>
                  <a:pt x="2441" y="3286"/>
                </a:lnTo>
                <a:lnTo>
                  <a:pt x="2440" y="3286"/>
                </a:lnTo>
                <a:lnTo>
                  <a:pt x="2439" y="3286"/>
                </a:lnTo>
                <a:lnTo>
                  <a:pt x="2439" y="3285"/>
                </a:lnTo>
                <a:lnTo>
                  <a:pt x="2438" y="3285"/>
                </a:lnTo>
                <a:lnTo>
                  <a:pt x="2437" y="3285"/>
                </a:lnTo>
                <a:lnTo>
                  <a:pt x="2437" y="3284"/>
                </a:lnTo>
                <a:lnTo>
                  <a:pt x="2436" y="3284"/>
                </a:lnTo>
                <a:lnTo>
                  <a:pt x="2435" y="3284"/>
                </a:lnTo>
                <a:lnTo>
                  <a:pt x="2434" y="3284"/>
                </a:lnTo>
                <a:lnTo>
                  <a:pt x="2433" y="3284"/>
                </a:lnTo>
                <a:lnTo>
                  <a:pt x="2433" y="3285"/>
                </a:lnTo>
                <a:lnTo>
                  <a:pt x="2432" y="3285"/>
                </a:lnTo>
                <a:lnTo>
                  <a:pt x="2431" y="3285"/>
                </a:lnTo>
                <a:lnTo>
                  <a:pt x="2431" y="3284"/>
                </a:lnTo>
                <a:lnTo>
                  <a:pt x="2430" y="3284"/>
                </a:lnTo>
                <a:lnTo>
                  <a:pt x="2431" y="3284"/>
                </a:lnTo>
                <a:lnTo>
                  <a:pt x="2431" y="3283"/>
                </a:lnTo>
                <a:lnTo>
                  <a:pt x="2430" y="3283"/>
                </a:lnTo>
                <a:lnTo>
                  <a:pt x="2430" y="3282"/>
                </a:lnTo>
                <a:lnTo>
                  <a:pt x="2429" y="3282"/>
                </a:lnTo>
                <a:lnTo>
                  <a:pt x="2430" y="3282"/>
                </a:lnTo>
                <a:lnTo>
                  <a:pt x="2430" y="3281"/>
                </a:lnTo>
                <a:lnTo>
                  <a:pt x="2430" y="3280"/>
                </a:lnTo>
                <a:lnTo>
                  <a:pt x="2429" y="3280"/>
                </a:lnTo>
                <a:lnTo>
                  <a:pt x="2428" y="3279"/>
                </a:lnTo>
                <a:lnTo>
                  <a:pt x="2428" y="3280"/>
                </a:lnTo>
                <a:lnTo>
                  <a:pt x="2428" y="3279"/>
                </a:lnTo>
                <a:lnTo>
                  <a:pt x="2428" y="3278"/>
                </a:lnTo>
                <a:lnTo>
                  <a:pt x="2427" y="3278"/>
                </a:lnTo>
                <a:lnTo>
                  <a:pt x="2427" y="3277"/>
                </a:lnTo>
                <a:lnTo>
                  <a:pt x="2426" y="3277"/>
                </a:lnTo>
                <a:lnTo>
                  <a:pt x="2425" y="3277"/>
                </a:lnTo>
                <a:lnTo>
                  <a:pt x="2425" y="3278"/>
                </a:lnTo>
                <a:lnTo>
                  <a:pt x="2424" y="3278"/>
                </a:lnTo>
                <a:lnTo>
                  <a:pt x="2423" y="3278"/>
                </a:lnTo>
                <a:lnTo>
                  <a:pt x="2422" y="3278"/>
                </a:lnTo>
                <a:lnTo>
                  <a:pt x="2421" y="3278"/>
                </a:lnTo>
                <a:lnTo>
                  <a:pt x="2420" y="3278"/>
                </a:lnTo>
                <a:lnTo>
                  <a:pt x="2419" y="3278"/>
                </a:lnTo>
                <a:lnTo>
                  <a:pt x="2419" y="3279"/>
                </a:lnTo>
                <a:lnTo>
                  <a:pt x="2418" y="3279"/>
                </a:lnTo>
                <a:lnTo>
                  <a:pt x="2418" y="3280"/>
                </a:lnTo>
                <a:lnTo>
                  <a:pt x="2417" y="3280"/>
                </a:lnTo>
                <a:lnTo>
                  <a:pt x="2417" y="3281"/>
                </a:lnTo>
                <a:lnTo>
                  <a:pt x="2416" y="3281"/>
                </a:lnTo>
                <a:lnTo>
                  <a:pt x="2416" y="3282"/>
                </a:lnTo>
                <a:lnTo>
                  <a:pt x="2417" y="3282"/>
                </a:lnTo>
                <a:lnTo>
                  <a:pt x="2416" y="3282"/>
                </a:lnTo>
                <a:lnTo>
                  <a:pt x="2415" y="3282"/>
                </a:lnTo>
                <a:lnTo>
                  <a:pt x="2415" y="3283"/>
                </a:lnTo>
                <a:lnTo>
                  <a:pt x="2414" y="3283"/>
                </a:lnTo>
                <a:lnTo>
                  <a:pt x="2414" y="3282"/>
                </a:lnTo>
                <a:lnTo>
                  <a:pt x="2413" y="3282"/>
                </a:lnTo>
                <a:lnTo>
                  <a:pt x="2413" y="3283"/>
                </a:lnTo>
                <a:lnTo>
                  <a:pt x="2413" y="3284"/>
                </a:lnTo>
                <a:lnTo>
                  <a:pt x="2412" y="3284"/>
                </a:lnTo>
                <a:lnTo>
                  <a:pt x="2411" y="3284"/>
                </a:lnTo>
                <a:lnTo>
                  <a:pt x="2410" y="3284"/>
                </a:lnTo>
                <a:lnTo>
                  <a:pt x="2409" y="3284"/>
                </a:lnTo>
                <a:lnTo>
                  <a:pt x="2409" y="3283"/>
                </a:lnTo>
                <a:lnTo>
                  <a:pt x="2408" y="3282"/>
                </a:lnTo>
                <a:lnTo>
                  <a:pt x="2408" y="3281"/>
                </a:lnTo>
                <a:lnTo>
                  <a:pt x="2407" y="3281"/>
                </a:lnTo>
                <a:lnTo>
                  <a:pt x="2408" y="3281"/>
                </a:lnTo>
                <a:lnTo>
                  <a:pt x="2407" y="3281"/>
                </a:lnTo>
                <a:lnTo>
                  <a:pt x="2407" y="3280"/>
                </a:lnTo>
                <a:lnTo>
                  <a:pt x="2406" y="3280"/>
                </a:lnTo>
                <a:lnTo>
                  <a:pt x="2406" y="3279"/>
                </a:lnTo>
                <a:lnTo>
                  <a:pt x="2405" y="3279"/>
                </a:lnTo>
                <a:lnTo>
                  <a:pt x="2404" y="3279"/>
                </a:lnTo>
                <a:lnTo>
                  <a:pt x="2404" y="3280"/>
                </a:lnTo>
                <a:lnTo>
                  <a:pt x="2404" y="3281"/>
                </a:lnTo>
                <a:lnTo>
                  <a:pt x="2404" y="3282"/>
                </a:lnTo>
                <a:lnTo>
                  <a:pt x="2403" y="3282"/>
                </a:lnTo>
                <a:lnTo>
                  <a:pt x="2402" y="3282"/>
                </a:lnTo>
                <a:lnTo>
                  <a:pt x="2402" y="3281"/>
                </a:lnTo>
                <a:lnTo>
                  <a:pt x="2401" y="3281"/>
                </a:lnTo>
                <a:lnTo>
                  <a:pt x="2401" y="3280"/>
                </a:lnTo>
                <a:lnTo>
                  <a:pt x="2400" y="3280"/>
                </a:lnTo>
                <a:lnTo>
                  <a:pt x="2399" y="3280"/>
                </a:lnTo>
                <a:lnTo>
                  <a:pt x="2399" y="3279"/>
                </a:lnTo>
                <a:lnTo>
                  <a:pt x="2399" y="3278"/>
                </a:lnTo>
                <a:lnTo>
                  <a:pt x="2399" y="3277"/>
                </a:lnTo>
                <a:lnTo>
                  <a:pt x="2399" y="3276"/>
                </a:lnTo>
                <a:lnTo>
                  <a:pt x="2399" y="3275"/>
                </a:lnTo>
                <a:lnTo>
                  <a:pt x="2399" y="3274"/>
                </a:lnTo>
                <a:lnTo>
                  <a:pt x="2399" y="3273"/>
                </a:lnTo>
                <a:lnTo>
                  <a:pt x="2398" y="3273"/>
                </a:lnTo>
                <a:lnTo>
                  <a:pt x="2398" y="3272"/>
                </a:lnTo>
                <a:lnTo>
                  <a:pt x="2398" y="3271"/>
                </a:lnTo>
                <a:lnTo>
                  <a:pt x="2398" y="3270"/>
                </a:lnTo>
                <a:lnTo>
                  <a:pt x="2399" y="3270"/>
                </a:lnTo>
                <a:lnTo>
                  <a:pt x="2399" y="3269"/>
                </a:lnTo>
                <a:lnTo>
                  <a:pt x="2400" y="3269"/>
                </a:lnTo>
                <a:lnTo>
                  <a:pt x="2400" y="3268"/>
                </a:lnTo>
                <a:lnTo>
                  <a:pt x="2401" y="3268"/>
                </a:lnTo>
                <a:lnTo>
                  <a:pt x="2401" y="3267"/>
                </a:lnTo>
                <a:lnTo>
                  <a:pt x="2401" y="3266"/>
                </a:lnTo>
                <a:lnTo>
                  <a:pt x="2402" y="3266"/>
                </a:lnTo>
                <a:lnTo>
                  <a:pt x="2402" y="3265"/>
                </a:lnTo>
                <a:lnTo>
                  <a:pt x="2403" y="3265"/>
                </a:lnTo>
                <a:lnTo>
                  <a:pt x="2403" y="3266"/>
                </a:lnTo>
                <a:lnTo>
                  <a:pt x="2404" y="3266"/>
                </a:lnTo>
                <a:lnTo>
                  <a:pt x="2404" y="3265"/>
                </a:lnTo>
                <a:lnTo>
                  <a:pt x="2404" y="3264"/>
                </a:lnTo>
                <a:lnTo>
                  <a:pt x="2403" y="3264"/>
                </a:lnTo>
                <a:lnTo>
                  <a:pt x="2403" y="3263"/>
                </a:lnTo>
                <a:lnTo>
                  <a:pt x="2402" y="3263"/>
                </a:lnTo>
                <a:lnTo>
                  <a:pt x="2402" y="3262"/>
                </a:lnTo>
                <a:lnTo>
                  <a:pt x="2401" y="3262"/>
                </a:lnTo>
                <a:lnTo>
                  <a:pt x="2401" y="3261"/>
                </a:lnTo>
                <a:lnTo>
                  <a:pt x="2400" y="3261"/>
                </a:lnTo>
                <a:lnTo>
                  <a:pt x="2401" y="3261"/>
                </a:lnTo>
                <a:lnTo>
                  <a:pt x="2400" y="3261"/>
                </a:lnTo>
                <a:lnTo>
                  <a:pt x="2400" y="3260"/>
                </a:lnTo>
                <a:lnTo>
                  <a:pt x="2399" y="3260"/>
                </a:lnTo>
                <a:lnTo>
                  <a:pt x="2398" y="3260"/>
                </a:lnTo>
                <a:lnTo>
                  <a:pt x="2398" y="3261"/>
                </a:lnTo>
                <a:lnTo>
                  <a:pt x="2398" y="3260"/>
                </a:lnTo>
                <a:lnTo>
                  <a:pt x="2397" y="3260"/>
                </a:lnTo>
                <a:lnTo>
                  <a:pt x="2396" y="3260"/>
                </a:lnTo>
                <a:lnTo>
                  <a:pt x="2396" y="3261"/>
                </a:lnTo>
                <a:lnTo>
                  <a:pt x="2395" y="3261"/>
                </a:lnTo>
                <a:lnTo>
                  <a:pt x="2394" y="3261"/>
                </a:lnTo>
                <a:lnTo>
                  <a:pt x="2394" y="3262"/>
                </a:lnTo>
                <a:lnTo>
                  <a:pt x="2393" y="3262"/>
                </a:lnTo>
                <a:lnTo>
                  <a:pt x="2393" y="3263"/>
                </a:lnTo>
                <a:lnTo>
                  <a:pt x="2393" y="3264"/>
                </a:lnTo>
                <a:lnTo>
                  <a:pt x="2392" y="3264"/>
                </a:lnTo>
                <a:lnTo>
                  <a:pt x="2392" y="3263"/>
                </a:lnTo>
                <a:lnTo>
                  <a:pt x="2391" y="3263"/>
                </a:lnTo>
                <a:lnTo>
                  <a:pt x="2391" y="3262"/>
                </a:lnTo>
                <a:lnTo>
                  <a:pt x="2391" y="3261"/>
                </a:lnTo>
                <a:lnTo>
                  <a:pt x="2390" y="3261"/>
                </a:lnTo>
                <a:lnTo>
                  <a:pt x="2389" y="3261"/>
                </a:lnTo>
                <a:lnTo>
                  <a:pt x="2389" y="3260"/>
                </a:lnTo>
                <a:lnTo>
                  <a:pt x="2389" y="3261"/>
                </a:lnTo>
                <a:lnTo>
                  <a:pt x="2388" y="3261"/>
                </a:lnTo>
                <a:lnTo>
                  <a:pt x="2388" y="3260"/>
                </a:lnTo>
                <a:lnTo>
                  <a:pt x="2387" y="3260"/>
                </a:lnTo>
                <a:lnTo>
                  <a:pt x="2387" y="3259"/>
                </a:lnTo>
                <a:lnTo>
                  <a:pt x="2387" y="3258"/>
                </a:lnTo>
                <a:lnTo>
                  <a:pt x="2387" y="3257"/>
                </a:lnTo>
                <a:lnTo>
                  <a:pt x="2386" y="3257"/>
                </a:lnTo>
                <a:lnTo>
                  <a:pt x="2386" y="3256"/>
                </a:lnTo>
                <a:lnTo>
                  <a:pt x="2386" y="3255"/>
                </a:lnTo>
                <a:lnTo>
                  <a:pt x="2386" y="3254"/>
                </a:lnTo>
                <a:lnTo>
                  <a:pt x="2385" y="3254"/>
                </a:lnTo>
                <a:lnTo>
                  <a:pt x="2385" y="3253"/>
                </a:lnTo>
                <a:lnTo>
                  <a:pt x="2385" y="3251"/>
                </a:lnTo>
                <a:lnTo>
                  <a:pt x="2385" y="3250"/>
                </a:lnTo>
                <a:lnTo>
                  <a:pt x="2384" y="3250"/>
                </a:lnTo>
                <a:lnTo>
                  <a:pt x="2384" y="3249"/>
                </a:lnTo>
                <a:lnTo>
                  <a:pt x="2383" y="3249"/>
                </a:lnTo>
                <a:lnTo>
                  <a:pt x="2383" y="3248"/>
                </a:lnTo>
                <a:lnTo>
                  <a:pt x="2383" y="3247"/>
                </a:lnTo>
                <a:lnTo>
                  <a:pt x="2383" y="3246"/>
                </a:lnTo>
                <a:lnTo>
                  <a:pt x="2383" y="3245"/>
                </a:lnTo>
                <a:lnTo>
                  <a:pt x="2383" y="3244"/>
                </a:lnTo>
                <a:lnTo>
                  <a:pt x="2383" y="3243"/>
                </a:lnTo>
                <a:lnTo>
                  <a:pt x="2384" y="3243"/>
                </a:lnTo>
                <a:lnTo>
                  <a:pt x="2385" y="3242"/>
                </a:lnTo>
                <a:lnTo>
                  <a:pt x="2385" y="3241"/>
                </a:lnTo>
                <a:lnTo>
                  <a:pt x="2385" y="3239"/>
                </a:lnTo>
                <a:lnTo>
                  <a:pt x="2386" y="3239"/>
                </a:lnTo>
                <a:lnTo>
                  <a:pt x="2386" y="3238"/>
                </a:lnTo>
                <a:lnTo>
                  <a:pt x="2387" y="3238"/>
                </a:lnTo>
                <a:lnTo>
                  <a:pt x="2387" y="3237"/>
                </a:lnTo>
                <a:lnTo>
                  <a:pt x="2386" y="3237"/>
                </a:lnTo>
                <a:lnTo>
                  <a:pt x="2386" y="3236"/>
                </a:lnTo>
                <a:lnTo>
                  <a:pt x="2387" y="3236"/>
                </a:lnTo>
                <a:lnTo>
                  <a:pt x="2387" y="3235"/>
                </a:lnTo>
                <a:lnTo>
                  <a:pt x="2387" y="3234"/>
                </a:lnTo>
                <a:lnTo>
                  <a:pt x="2387" y="3233"/>
                </a:lnTo>
                <a:lnTo>
                  <a:pt x="2388" y="3233"/>
                </a:lnTo>
                <a:lnTo>
                  <a:pt x="2388" y="3232"/>
                </a:lnTo>
                <a:lnTo>
                  <a:pt x="2388" y="3231"/>
                </a:lnTo>
                <a:lnTo>
                  <a:pt x="2387" y="3231"/>
                </a:lnTo>
                <a:lnTo>
                  <a:pt x="2387" y="3230"/>
                </a:lnTo>
                <a:lnTo>
                  <a:pt x="2386" y="3230"/>
                </a:lnTo>
                <a:lnTo>
                  <a:pt x="2386" y="3229"/>
                </a:lnTo>
                <a:lnTo>
                  <a:pt x="2385" y="3229"/>
                </a:lnTo>
                <a:lnTo>
                  <a:pt x="2385" y="3228"/>
                </a:lnTo>
                <a:lnTo>
                  <a:pt x="2385" y="3227"/>
                </a:lnTo>
                <a:lnTo>
                  <a:pt x="2385" y="3226"/>
                </a:lnTo>
                <a:lnTo>
                  <a:pt x="2384" y="3226"/>
                </a:lnTo>
                <a:lnTo>
                  <a:pt x="2385" y="3225"/>
                </a:lnTo>
                <a:lnTo>
                  <a:pt x="2385" y="3224"/>
                </a:lnTo>
                <a:lnTo>
                  <a:pt x="2386" y="3224"/>
                </a:lnTo>
                <a:lnTo>
                  <a:pt x="2385" y="3224"/>
                </a:lnTo>
                <a:lnTo>
                  <a:pt x="2384" y="3224"/>
                </a:lnTo>
                <a:lnTo>
                  <a:pt x="2383" y="3224"/>
                </a:lnTo>
                <a:lnTo>
                  <a:pt x="2383" y="3223"/>
                </a:lnTo>
                <a:lnTo>
                  <a:pt x="2382" y="3223"/>
                </a:lnTo>
                <a:lnTo>
                  <a:pt x="2382" y="3224"/>
                </a:lnTo>
                <a:lnTo>
                  <a:pt x="2382" y="3223"/>
                </a:lnTo>
                <a:lnTo>
                  <a:pt x="2382" y="3224"/>
                </a:lnTo>
                <a:lnTo>
                  <a:pt x="2381" y="3224"/>
                </a:lnTo>
                <a:lnTo>
                  <a:pt x="2380" y="3224"/>
                </a:lnTo>
                <a:lnTo>
                  <a:pt x="2380" y="3223"/>
                </a:lnTo>
                <a:lnTo>
                  <a:pt x="2379" y="3223"/>
                </a:lnTo>
                <a:lnTo>
                  <a:pt x="2378" y="3223"/>
                </a:lnTo>
                <a:lnTo>
                  <a:pt x="2378" y="3222"/>
                </a:lnTo>
                <a:lnTo>
                  <a:pt x="2378" y="3223"/>
                </a:lnTo>
                <a:lnTo>
                  <a:pt x="2377" y="3223"/>
                </a:lnTo>
                <a:lnTo>
                  <a:pt x="2377" y="3222"/>
                </a:lnTo>
                <a:lnTo>
                  <a:pt x="2377" y="3223"/>
                </a:lnTo>
                <a:lnTo>
                  <a:pt x="2376" y="3223"/>
                </a:lnTo>
                <a:lnTo>
                  <a:pt x="2376" y="3224"/>
                </a:lnTo>
                <a:lnTo>
                  <a:pt x="2376" y="3225"/>
                </a:lnTo>
                <a:lnTo>
                  <a:pt x="2377" y="3225"/>
                </a:lnTo>
                <a:lnTo>
                  <a:pt x="2377" y="3226"/>
                </a:lnTo>
                <a:lnTo>
                  <a:pt x="2376" y="3226"/>
                </a:lnTo>
                <a:lnTo>
                  <a:pt x="2376" y="3227"/>
                </a:lnTo>
                <a:lnTo>
                  <a:pt x="2375" y="3227"/>
                </a:lnTo>
                <a:lnTo>
                  <a:pt x="2374" y="3227"/>
                </a:lnTo>
                <a:lnTo>
                  <a:pt x="2373" y="3227"/>
                </a:lnTo>
                <a:lnTo>
                  <a:pt x="2373" y="3226"/>
                </a:lnTo>
                <a:lnTo>
                  <a:pt x="2373" y="3225"/>
                </a:lnTo>
                <a:lnTo>
                  <a:pt x="2372" y="3225"/>
                </a:lnTo>
                <a:lnTo>
                  <a:pt x="2371" y="3225"/>
                </a:lnTo>
                <a:lnTo>
                  <a:pt x="2371" y="3224"/>
                </a:lnTo>
                <a:lnTo>
                  <a:pt x="2370" y="3224"/>
                </a:lnTo>
                <a:lnTo>
                  <a:pt x="2369" y="3224"/>
                </a:lnTo>
                <a:lnTo>
                  <a:pt x="2368" y="3224"/>
                </a:lnTo>
                <a:lnTo>
                  <a:pt x="2368" y="3223"/>
                </a:lnTo>
                <a:lnTo>
                  <a:pt x="2367" y="3223"/>
                </a:lnTo>
                <a:lnTo>
                  <a:pt x="2367" y="3222"/>
                </a:lnTo>
                <a:lnTo>
                  <a:pt x="2367" y="3223"/>
                </a:lnTo>
                <a:lnTo>
                  <a:pt x="2367" y="3222"/>
                </a:lnTo>
                <a:lnTo>
                  <a:pt x="2366" y="3222"/>
                </a:lnTo>
                <a:lnTo>
                  <a:pt x="2365" y="3222"/>
                </a:lnTo>
                <a:lnTo>
                  <a:pt x="2364" y="3223"/>
                </a:lnTo>
                <a:lnTo>
                  <a:pt x="2363" y="3223"/>
                </a:lnTo>
                <a:lnTo>
                  <a:pt x="2363" y="3224"/>
                </a:lnTo>
                <a:lnTo>
                  <a:pt x="2363" y="3225"/>
                </a:lnTo>
                <a:lnTo>
                  <a:pt x="2362" y="3225"/>
                </a:lnTo>
                <a:lnTo>
                  <a:pt x="2362" y="3226"/>
                </a:lnTo>
                <a:lnTo>
                  <a:pt x="2362" y="3225"/>
                </a:lnTo>
                <a:lnTo>
                  <a:pt x="2361" y="3225"/>
                </a:lnTo>
                <a:lnTo>
                  <a:pt x="2361" y="3226"/>
                </a:lnTo>
                <a:lnTo>
                  <a:pt x="2361" y="3225"/>
                </a:lnTo>
                <a:lnTo>
                  <a:pt x="2361" y="3226"/>
                </a:lnTo>
                <a:lnTo>
                  <a:pt x="2361" y="3225"/>
                </a:lnTo>
                <a:lnTo>
                  <a:pt x="2360" y="3225"/>
                </a:lnTo>
                <a:lnTo>
                  <a:pt x="2360" y="3224"/>
                </a:lnTo>
                <a:lnTo>
                  <a:pt x="2361" y="3224"/>
                </a:lnTo>
                <a:lnTo>
                  <a:pt x="2361" y="3223"/>
                </a:lnTo>
                <a:lnTo>
                  <a:pt x="2361" y="3222"/>
                </a:lnTo>
                <a:lnTo>
                  <a:pt x="2360" y="3222"/>
                </a:lnTo>
                <a:lnTo>
                  <a:pt x="2359" y="3222"/>
                </a:lnTo>
                <a:lnTo>
                  <a:pt x="2358" y="3222"/>
                </a:lnTo>
                <a:lnTo>
                  <a:pt x="2358" y="3221"/>
                </a:lnTo>
                <a:lnTo>
                  <a:pt x="2358" y="3220"/>
                </a:lnTo>
                <a:lnTo>
                  <a:pt x="2357" y="3220"/>
                </a:lnTo>
                <a:lnTo>
                  <a:pt x="2357" y="3219"/>
                </a:lnTo>
                <a:lnTo>
                  <a:pt x="2356" y="3219"/>
                </a:lnTo>
                <a:lnTo>
                  <a:pt x="2355" y="3219"/>
                </a:lnTo>
                <a:lnTo>
                  <a:pt x="2354" y="3219"/>
                </a:lnTo>
                <a:lnTo>
                  <a:pt x="2354" y="3220"/>
                </a:lnTo>
                <a:lnTo>
                  <a:pt x="2353" y="3220"/>
                </a:lnTo>
                <a:lnTo>
                  <a:pt x="2353" y="3219"/>
                </a:lnTo>
                <a:lnTo>
                  <a:pt x="2352" y="3219"/>
                </a:lnTo>
                <a:lnTo>
                  <a:pt x="2352" y="3218"/>
                </a:lnTo>
                <a:lnTo>
                  <a:pt x="2351" y="3218"/>
                </a:lnTo>
                <a:lnTo>
                  <a:pt x="2351" y="3219"/>
                </a:lnTo>
                <a:lnTo>
                  <a:pt x="2350" y="3219"/>
                </a:lnTo>
                <a:lnTo>
                  <a:pt x="2349" y="3219"/>
                </a:lnTo>
                <a:lnTo>
                  <a:pt x="2349" y="3218"/>
                </a:lnTo>
                <a:lnTo>
                  <a:pt x="2348" y="3218"/>
                </a:lnTo>
                <a:lnTo>
                  <a:pt x="2348" y="3219"/>
                </a:lnTo>
                <a:lnTo>
                  <a:pt x="2348" y="3218"/>
                </a:lnTo>
                <a:lnTo>
                  <a:pt x="2347" y="3218"/>
                </a:lnTo>
                <a:lnTo>
                  <a:pt x="2346" y="3218"/>
                </a:lnTo>
                <a:lnTo>
                  <a:pt x="2346" y="3219"/>
                </a:lnTo>
                <a:lnTo>
                  <a:pt x="2345" y="3220"/>
                </a:lnTo>
                <a:lnTo>
                  <a:pt x="2346" y="3220"/>
                </a:lnTo>
                <a:lnTo>
                  <a:pt x="2345" y="3220"/>
                </a:lnTo>
                <a:lnTo>
                  <a:pt x="2345" y="3219"/>
                </a:lnTo>
                <a:lnTo>
                  <a:pt x="2344" y="3219"/>
                </a:lnTo>
                <a:lnTo>
                  <a:pt x="2344" y="3218"/>
                </a:lnTo>
                <a:lnTo>
                  <a:pt x="2343" y="3218"/>
                </a:lnTo>
                <a:lnTo>
                  <a:pt x="2343" y="3217"/>
                </a:lnTo>
                <a:lnTo>
                  <a:pt x="2342" y="3217"/>
                </a:lnTo>
                <a:lnTo>
                  <a:pt x="2342" y="3216"/>
                </a:lnTo>
                <a:lnTo>
                  <a:pt x="2341" y="3216"/>
                </a:lnTo>
                <a:lnTo>
                  <a:pt x="2340" y="3216"/>
                </a:lnTo>
                <a:lnTo>
                  <a:pt x="2340" y="3217"/>
                </a:lnTo>
                <a:lnTo>
                  <a:pt x="2339" y="3217"/>
                </a:lnTo>
                <a:lnTo>
                  <a:pt x="2339" y="3218"/>
                </a:lnTo>
                <a:lnTo>
                  <a:pt x="2338" y="3218"/>
                </a:lnTo>
                <a:lnTo>
                  <a:pt x="2337" y="3218"/>
                </a:lnTo>
                <a:lnTo>
                  <a:pt x="2337" y="3219"/>
                </a:lnTo>
                <a:lnTo>
                  <a:pt x="2336" y="3219"/>
                </a:lnTo>
                <a:lnTo>
                  <a:pt x="2336" y="3218"/>
                </a:lnTo>
                <a:lnTo>
                  <a:pt x="2336" y="3219"/>
                </a:lnTo>
                <a:lnTo>
                  <a:pt x="2335" y="3219"/>
                </a:lnTo>
                <a:lnTo>
                  <a:pt x="2335" y="3220"/>
                </a:lnTo>
                <a:lnTo>
                  <a:pt x="2335" y="3219"/>
                </a:lnTo>
                <a:lnTo>
                  <a:pt x="2334" y="3219"/>
                </a:lnTo>
                <a:lnTo>
                  <a:pt x="2334" y="3220"/>
                </a:lnTo>
                <a:lnTo>
                  <a:pt x="2333" y="3220"/>
                </a:lnTo>
                <a:lnTo>
                  <a:pt x="2333" y="3219"/>
                </a:lnTo>
                <a:lnTo>
                  <a:pt x="2332" y="3219"/>
                </a:lnTo>
                <a:lnTo>
                  <a:pt x="2331" y="3219"/>
                </a:lnTo>
                <a:lnTo>
                  <a:pt x="2331" y="3220"/>
                </a:lnTo>
                <a:lnTo>
                  <a:pt x="2330" y="3220"/>
                </a:lnTo>
                <a:lnTo>
                  <a:pt x="2329" y="3220"/>
                </a:lnTo>
                <a:lnTo>
                  <a:pt x="2329" y="3219"/>
                </a:lnTo>
                <a:lnTo>
                  <a:pt x="2329" y="3220"/>
                </a:lnTo>
                <a:lnTo>
                  <a:pt x="2328" y="3220"/>
                </a:lnTo>
                <a:lnTo>
                  <a:pt x="2327" y="3220"/>
                </a:lnTo>
                <a:lnTo>
                  <a:pt x="2327" y="3219"/>
                </a:lnTo>
                <a:lnTo>
                  <a:pt x="2326" y="3219"/>
                </a:lnTo>
                <a:lnTo>
                  <a:pt x="2325" y="3219"/>
                </a:lnTo>
                <a:lnTo>
                  <a:pt x="2325" y="3218"/>
                </a:lnTo>
                <a:lnTo>
                  <a:pt x="2324" y="3218"/>
                </a:lnTo>
                <a:lnTo>
                  <a:pt x="2323" y="3218"/>
                </a:lnTo>
                <a:lnTo>
                  <a:pt x="2323" y="3219"/>
                </a:lnTo>
                <a:lnTo>
                  <a:pt x="2322" y="3219"/>
                </a:lnTo>
                <a:lnTo>
                  <a:pt x="2322" y="3218"/>
                </a:lnTo>
                <a:lnTo>
                  <a:pt x="2321" y="3218"/>
                </a:lnTo>
                <a:lnTo>
                  <a:pt x="2320" y="3218"/>
                </a:lnTo>
                <a:lnTo>
                  <a:pt x="2319" y="3218"/>
                </a:lnTo>
                <a:lnTo>
                  <a:pt x="2319" y="3217"/>
                </a:lnTo>
                <a:lnTo>
                  <a:pt x="2319" y="3218"/>
                </a:lnTo>
                <a:lnTo>
                  <a:pt x="2318" y="3218"/>
                </a:lnTo>
                <a:lnTo>
                  <a:pt x="2318" y="3217"/>
                </a:lnTo>
                <a:lnTo>
                  <a:pt x="2317" y="3217"/>
                </a:lnTo>
                <a:lnTo>
                  <a:pt x="2317" y="3216"/>
                </a:lnTo>
                <a:lnTo>
                  <a:pt x="2317" y="3217"/>
                </a:lnTo>
                <a:lnTo>
                  <a:pt x="2316" y="3217"/>
                </a:lnTo>
                <a:lnTo>
                  <a:pt x="2316" y="3216"/>
                </a:lnTo>
                <a:lnTo>
                  <a:pt x="2315" y="3216"/>
                </a:lnTo>
                <a:lnTo>
                  <a:pt x="2315" y="3215"/>
                </a:lnTo>
                <a:lnTo>
                  <a:pt x="2314" y="3215"/>
                </a:lnTo>
                <a:lnTo>
                  <a:pt x="2314" y="3214"/>
                </a:lnTo>
                <a:lnTo>
                  <a:pt x="2313" y="3214"/>
                </a:lnTo>
                <a:lnTo>
                  <a:pt x="2312" y="3214"/>
                </a:lnTo>
                <a:lnTo>
                  <a:pt x="2312" y="3213"/>
                </a:lnTo>
                <a:lnTo>
                  <a:pt x="2312" y="3212"/>
                </a:lnTo>
                <a:lnTo>
                  <a:pt x="2313" y="3212"/>
                </a:lnTo>
                <a:lnTo>
                  <a:pt x="2313" y="3213"/>
                </a:lnTo>
                <a:lnTo>
                  <a:pt x="2313" y="3212"/>
                </a:lnTo>
                <a:lnTo>
                  <a:pt x="2314" y="3212"/>
                </a:lnTo>
                <a:lnTo>
                  <a:pt x="2314" y="3213"/>
                </a:lnTo>
                <a:lnTo>
                  <a:pt x="2315" y="3213"/>
                </a:lnTo>
                <a:lnTo>
                  <a:pt x="2316" y="3213"/>
                </a:lnTo>
                <a:lnTo>
                  <a:pt x="2316" y="3212"/>
                </a:lnTo>
                <a:lnTo>
                  <a:pt x="2315" y="3212"/>
                </a:lnTo>
                <a:lnTo>
                  <a:pt x="2314" y="3212"/>
                </a:lnTo>
                <a:lnTo>
                  <a:pt x="2314" y="3211"/>
                </a:lnTo>
                <a:lnTo>
                  <a:pt x="2314" y="3210"/>
                </a:lnTo>
                <a:lnTo>
                  <a:pt x="2315" y="3209"/>
                </a:lnTo>
                <a:lnTo>
                  <a:pt x="2315" y="3208"/>
                </a:lnTo>
                <a:lnTo>
                  <a:pt x="2316" y="3208"/>
                </a:lnTo>
                <a:lnTo>
                  <a:pt x="2316" y="3209"/>
                </a:lnTo>
                <a:lnTo>
                  <a:pt x="2316" y="3208"/>
                </a:lnTo>
                <a:lnTo>
                  <a:pt x="2316" y="3207"/>
                </a:lnTo>
                <a:lnTo>
                  <a:pt x="2317" y="3207"/>
                </a:lnTo>
                <a:lnTo>
                  <a:pt x="2316" y="3207"/>
                </a:lnTo>
                <a:lnTo>
                  <a:pt x="2316" y="3206"/>
                </a:lnTo>
                <a:lnTo>
                  <a:pt x="2317" y="3206"/>
                </a:lnTo>
                <a:lnTo>
                  <a:pt x="2318" y="3206"/>
                </a:lnTo>
                <a:lnTo>
                  <a:pt x="2318" y="3205"/>
                </a:lnTo>
                <a:lnTo>
                  <a:pt x="2319" y="3205"/>
                </a:lnTo>
                <a:lnTo>
                  <a:pt x="2319" y="3204"/>
                </a:lnTo>
                <a:lnTo>
                  <a:pt x="2319" y="3203"/>
                </a:lnTo>
                <a:lnTo>
                  <a:pt x="2319" y="3202"/>
                </a:lnTo>
                <a:lnTo>
                  <a:pt x="2319" y="3201"/>
                </a:lnTo>
                <a:lnTo>
                  <a:pt x="2319" y="3200"/>
                </a:lnTo>
                <a:lnTo>
                  <a:pt x="2319" y="3199"/>
                </a:lnTo>
                <a:lnTo>
                  <a:pt x="2319" y="3198"/>
                </a:lnTo>
                <a:lnTo>
                  <a:pt x="2320" y="3198"/>
                </a:lnTo>
                <a:lnTo>
                  <a:pt x="2320" y="3197"/>
                </a:lnTo>
                <a:lnTo>
                  <a:pt x="2321" y="3197"/>
                </a:lnTo>
                <a:lnTo>
                  <a:pt x="2321" y="3196"/>
                </a:lnTo>
                <a:lnTo>
                  <a:pt x="2321" y="3195"/>
                </a:lnTo>
                <a:lnTo>
                  <a:pt x="2322" y="3195"/>
                </a:lnTo>
                <a:lnTo>
                  <a:pt x="2322" y="3194"/>
                </a:lnTo>
                <a:lnTo>
                  <a:pt x="2323" y="3194"/>
                </a:lnTo>
                <a:lnTo>
                  <a:pt x="2323" y="3193"/>
                </a:lnTo>
                <a:lnTo>
                  <a:pt x="2323" y="3192"/>
                </a:lnTo>
                <a:lnTo>
                  <a:pt x="2322" y="3192"/>
                </a:lnTo>
                <a:lnTo>
                  <a:pt x="2322" y="3191"/>
                </a:lnTo>
                <a:lnTo>
                  <a:pt x="2321" y="3191"/>
                </a:lnTo>
                <a:lnTo>
                  <a:pt x="2321" y="3190"/>
                </a:lnTo>
                <a:lnTo>
                  <a:pt x="2320" y="3190"/>
                </a:lnTo>
                <a:lnTo>
                  <a:pt x="2321" y="3190"/>
                </a:lnTo>
                <a:lnTo>
                  <a:pt x="2321" y="3189"/>
                </a:lnTo>
                <a:lnTo>
                  <a:pt x="2322" y="3189"/>
                </a:lnTo>
                <a:lnTo>
                  <a:pt x="2323" y="3189"/>
                </a:lnTo>
                <a:lnTo>
                  <a:pt x="2323" y="3188"/>
                </a:lnTo>
                <a:lnTo>
                  <a:pt x="2324" y="3188"/>
                </a:lnTo>
                <a:lnTo>
                  <a:pt x="2324" y="3187"/>
                </a:lnTo>
                <a:lnTo>
                  <a:pt x="2325" y="3187"/>
                </a:lnTo>
                <a:lnTo>
                  <a:pt x="2325" y="3186"/>
                </a:lnTo>
                <a:lnTo>
                  <a:pt x="2326" y="3186"/>
                </a:lnTo>
                <a:lnTo>
                  <a:pt x="2326" y="3185"/>
                </a:lnTo>
                <a:lnTo>
                  <a:pt x="2326" y="3184"/>
                </a:lnTo>
                <a:lnTo>
                  <a:pt x="2327" y="3184"/>
                </a:lnTo>
                <a:lnTo>
                  <a:pt x="2328" y="3184"/>
                </a:lnTo>
                <a:lnTo>
                  <a:pt x="2328" y="3183"/>
                </a:lnTo>
                <a:lnTo>
                  <a:pt x="2329" y="3183"/>
                </a:lnTo>
                <a:lnTo>
                  <a:pt x="2329" y="3182"/>
                </a:lnTo>
                <a:lnTo>
                  <a:pt x="2330" y="3182"/>
                </a:lnTo>
                <a:lnTo>
                  <a:pt x="2330" y="3181"/>
                </a:lnTo>
                <a:lnTo>
                  <a:pt x="2331" y="3181"/>
                </a:lnTo>
                <a:lnTo>
                  <a:pt x="2331" y="3180"/>
                </a:lnTo>
                <a:lnTo>
                  <a:pt x="2332" y="3180"/>
                </a:lnTo>
                <a:lnTo>
                  <a:pt x="2332" y="3179"/>
                </a:lnTo>
                <a:lnTo>
                  <a:pt x="2332" y="3178"/>
                </a:lnTo>
                <a:lnTo>
                  <a:pt x="2332" y="3177"/>
                </a:lnTo>
                <a:lnTo>
                  <a:pt x="2331" y="3177"/>
                </a:lnTo>
                <a:lnTo>
                  <a:pt x="2331" y="3176"/>
                </a:lnTo>
                <a:lnTo>
                  <a:pt x="2330" y="3176"/>
                </a:lnTo>
                <a:lnTo>
                  <a:pt x="2330" y="3175"/>
                </a:lnTo>
                <a:lnTo>
                  <a:pt x="2330" y="3174"/>
                </a:lnTo>
                <a:lnTo>
                  <a:pt x="2331" y="3174"/>
                </a:lnTo>
                <a:lnTo>
                  <a:pt x="2331" y="3173"/>
                </a:lnTo>
                <a:lnTo>
                  <a:pt x="2332" y="3173"/>
                </a:lnTo>
                <a:lnTo>
                  <a:pt x="2332" y="3172"/>
                </a:lnTo>
                <a:lnTo>
                  <a:pt x="2332" y="3171"/>
                </a:lnTo>
                <a:lnTo>
                  <a:pt x="2333" y="3171"/>
                </a:lnTo>
                <a:lnTo>
                  <a:pt x="2333" y="3170"/>
                </a:lnTo>
                <a:lnTo>
                  <a:pt x="2333" y="3169"/>
                </a:lnTo>
                <a:lnTo>
                  <a:pt x="2332" y="3169"/>
                </a:lnTo>
                <a:lnTo>
                  <a:pt x="2332" y="3168"/>
                </a:lnTo>
                <a:lnTo>
                  <a:pt x="2331" y="3168"/>
                </a:lnTo>
                <a:lnTo>
                  <a:pt x="2331" y="3167"/>
                </a:lnTo>
                <a:lnTo>
                  <a:pt x="2332" y="3167"/>
                </a:lnTo>
                <a:lnTo>
                  <a:pt x="2331" y="3167"/>
                </a:lnTo>
                <a:lnTo>
                  <a:pt x="2331" y="3166"/>
                </a:lnTo>
                <a:lnTo>
                  <a:pt x="2331" y="3165"/>
                </a:lnTo>
                <a:lnTo>
                  <a:pt x="2331" y="3164"/>
                </a:lnTo>
                <a:lnTo>
                  <a:pt x="2330" y="3164"/>
                </a:lnTo>
                <a:lnTo>
                  <a:pt x="2330" y="3163"/>
                </a:lnTo>
                <a:lnTo>
                  <a:pt x="2330" y="3162"/>
                </a:lnTo>
                <a:lnTo>
                  <a:pt x="2330" y="3161"/>
                </a:lnTo>
                <a:lnTo>
                  <a:pt x="2329" y="3161"/>
                </a:lnTo>
                <a:lnTo>
                  <a:pt x="2330" y="3161"/>
                </a:lnTo>
                <a:lnTo>
                  <a:pt x="2330" y="3160"/>
                </a:lnTo>
                <a:lnTo>
                  <a:pt x="2329" y="3160"/>
                </a:lnTo>
                <a:lnTo>
                  <a:pt x="2329" y="3159"/>
                </a:lnTo>
                <a:lnTo>
                  <a:pt x="2329" y="3158"/>
                </a:lnTo>
                <a:lnTo>
                  <a:pt x="2329" y="3157"/>
                </a:lnTo>
                <a:lnTo>
                  <a:pt x="2328" y="3157"/>
                </a:lnTo>
                <a:lnTo>
                  <a:pt x="2328" y="3156"/>
                </a:lnTo>
                <a:lnTo>
                  <a:pt x="2327" y="3156"/>
                </a:lnTo>
                <a:lnTo>
                  <a:pt x="2327" y="3155"/>
                </a:lnTo>
                <a:lnTo>
                  <a:pt x="2326" y="3155"/>
                </a:lnTo>
                <a:lnTo>
                  <a:pt x="2326" y="3154"/>
                </a:lnTo>
                <a:lnTo>
                  <a:pt x="2327" y="3154"/>
                </a:lnTo>
                <a:lnTo>
                  <a:pt x="2327" y="3153"/>
                </a:lnTo>
                <a:lnTo>
                  <a:pt x="2328" y="3153"/>
                </a:lnTo>
                <a:lnTo>
                  <a:pt x="2328" y="3152"/>
                </a:lnTo>
                <a:lnTo>
                  <a:pt x="2329" y="3152"/>
                </a:lnTo>
                <a:lnTo>
                  <a:pt x="2329" y="3153"/>
                </a:lnTo>
                <a:lnTo>
                  <a:pt x="2329" y="3152"/>
                </a:lnTo>
                <a:lnTo>
                  <a:pt x="2330" y="3152"/>
                </a:lnTo>
                <a:lnTo>
                  <a:pt x="2331" y="3152"/>
                </a:lnTo>
                <a:lnTo>
                  <a:pt x="2331" y="3151"/>
                </a:lnTo>
                <a:lnTo>
                  <a:pt x="2332" y="3151"/>
                </a:lnTo>
                <a:lnTo>
                  <a:pt x="2333" y="3151"/>
                </a:lnTo>
                <a:lnTo>
                  <a:pt x="2333" y="3150"/>
                </a:lnTo>
                <a:lnTo>
                  <a:pt x="2333" y="3149"/>
                </a:lnTo>
                <a:lnTo>
                  <a:pt x="2333" y="3148"/>
                </a:lnTo>
                <a:lnTo>
                  <a:pt x="2333" y="3147"/>
                </a:lnTo>
                <a:lnTo>
                  <a:pt x="2333" y="3146"/>
                </a:lnTo>
                <a:lnTo>
                  <a:pt x="2334" y="3146"/>
                </a:lnTo>
                <a:lnTo>
                  <a:pt x="2334" y="3145"/>
                </a:lnTo>
                <a:lnTo>
                  <a:pt x="2335" y="3145"/>
                </a:lnTo>
                <a:lnTo>
                  <a:pt x="2336" y="3145"/>
                </a:lnTo>
                <a:lnTo>
                  <a:pt x="2336" y="3144"/>
                </a:lnTo>
                <a:lnTo>
                  <a:pt x="2337" y="3144"/>
                </a:lnTo>
                <a:lnTo>
                  <a:pt x="2337" y="3143"/>
                </a:lnTo>
                <a:lnTo>
                  <a:pt x="2338" y="3143"/>
                </a:lnTo>
                <a:lnTo>
                  <a:pt x="2339" y="3143"/>
                </a:lnTo>
                <a:lnTo>
                  <a:pt x="2340" y="3143"/>
                </a:lnTo>
                <a:lnTo>
                  <a:pt x="2339" y="3143"/>
                </a:lnTo>
                <a:lnTo>
                  <a:pt x="2339" y="3142"/>
                </a:lnTo>
                <a:lnTo>
                  <a:pt x="2339" y="3141"/>
                </a:lnTo>
                <a:lnTo>
                  <a:pt x="2339" y="3140"/>
                </a:lnTo>
                <a:lnTo>
                  <a:pt x="2338" y="3140"/>
                </a:lnTo>
                <a:lnTo>
                  <a:pt x="2338" y="3139"/>
                </a:lnTo>
                <a:lnTo>
                  <a:pt x="2338" y="3138"/>
                </a:lnTo>
                <a:lnTo>
                  <a:pt x="2338" y="3137"/>
                </a:lnTo>
                <a:lnTo>
                  <a:pt x="2338" y="3136"/>
                </a:lnTo>
                <a:lnTo>
                  <a:pt x="2337" y="3136"/>
                </a:lnTo>
                <a:lnTo>
                  <a:pt x="2338" y="3136"/>
                </a:lnTo>
                <a:lnTo>
                  <a:pt x="2338" y="3135"/>
                </a:lnTo>
                <a:lnTo>
                  <a:pt x="2337" y="3135"/>
                </a:lnTo>
                <a:lnTo>
                  <a:pt x="2338" y="3135"/>
                </a:lnTo>
                <a:lnTo>
                  <a:pt x="2337" y="3135"/>
                </a:lnTo>
                <a:lnTo>
                  <a:pt x="2338" y="3135"/>
                </a:lnTo>
                <a:lnTo>
                  <a:pt x="2337" y="3135"/>
                </a:lnTo>
                <a:lnTo>
                  <a:pt x="2338" y="3135"/>
                </a:lnTo>
                <a:lnTo>
                  <a:pt x="2338" y="3134"/>
                </a:lnTo>
                <a:lnTo>
                  <a:pt x="2338" y="3133"/>
                </a:lnTo>
                <a:lnTo>
                  <a:pt x="2338" y="3134"/>
                </a:lnTo>
                <a:lnTo>
                  <a:pt x="2339" y="3134"/>
                </a:lnTo>
                <a:lnTo>
                  <a:pt x="2340" y="3134"/>
                </a:lnTo>
                <a:lnTo>
                  <a:pt x="2340" y="3135"/>
                </a:lnTo>
                <a:lnTo>
                  <a:pt x="2341" y="3135"/>
                </a:lnTo>
                <a:lnTo>
                  <a:pt x="2341" y="3136"/>
                </a:lnTo>
                <a:lnTo>
                  <a:pt x="2342" y="3136"/>
                </a:lnTo>
                <a:lnTo>
                  <a:pt x="2343" y="3136"/>
                </a:lnTo>
                <a:lnTo>
                  <a:pt x="2343" y="3137"/>
                </a:lnTo>
                <a:lnTo>
                  <a:pt x="2344" y="3137"/>
                </a:lnTo>
                <a:lnTo>
                  <a:pt x="2345" y="3137"/>
                </a:lnTo>
                <a:lnTo>
                  <a:pt x="2346" y="3137"/>
                </a:lnTo>
                <a:lnTo>
                  <a:pt x="2346" y="3138"/>
                </a:lnTo>
                <a:lnTo>
                  <a:pt x="2346" y="3137"/>
                </a:lnTo>
                <a:lnTo>
                  <a:pt x="2347" y="3137"/>
                </a:lnTo>
                <a:lnTo>
                  <a:pt x="2348" y="3137"/>
                </a:lnTo>
                <a:lnTo>
                  <a:pt x="2348" y="3136"/>
                </a:lnTo>
                <a:lnTo>
                  <a:pt x="2349" y="3136"/>
                </a:lnTo>
                <a:lnTo>
                  <a:pt x="2349" y="3135"/>
                </a:lnTo>
                <a:lnTo>
                  <a:pt x="2349" y="3134"/>
                </a:lnTo>
                <a:lnTo>
                  <a:pt x="2349" y="3133"/>
                </a:lnTo>
                <a:lnTo>
                  <a:pt x="2349" y="3132"/>
                </a:lnTo>
                <a:lnTo>
                  <a:pt x="2348" y="3132"/>
                </a:lnTo>
                <a:lnTo>
                  <a:pt x="2348" y="3131"/>
                </a:lnTo>
                <a:lnTo>
                  <a:pt x="2347" y="3131"/>
                </a:lnTo>
                <a:lnTo>
                  <a:pt x="2346" y="3131"/>
                </a:lnTo>
                <a:lnTo>
                  <a:pt x="2346" y="3130"/>
                </a:lnTo>
                <a:lnTo>
                  <a:pt x="2346" y="3129"/>
                </a:lnTo>
                <a:lnTo>
                  <a:pt x="2345" y="3129"/>
                </a:lnTo>
                <a:lnTo>
                  <a:pt x="2345" y="3128"/>
                </a:lnTo>
                <a:lnTo>
                  <a:pt x="2345" y="3127"/>
                </a:lnTo>
                <a:lnTo>
                  <a:pt x="2345" y="3126"/>
                </a:lnTo>
                <a:lnTo>
                  <a:pt x="2345" y="3125"/>
                </a:lnTo>
                <a:lnTo>
                  <a:pt x="2345" y="3124"/>
                </a:lnTo>
                <a:lnTo>
                  <a:pt x="2345" y="3123"/>
                </a:lnTo>
                <a:lnTo>
                  <a:pt x="2346" y="3123"/>
                </a:lnTo>
                <a:lnTo>
                  <a:pt x="2345" y="3123"/>
                </a:lnTo>
                <a:lnTo>
                  <a:pt x="2345" y="3122"/>
                </a:lnTo>
                <a:lnTo>
                  <a:pt x="2346" y="3122"/>
                </a:lnTo>
                <a:lnTo>
                  <a:pt x="2346" y="3121"/>
                </a:lnTo>
                <a:lnTo>
                  <a:pt x="2346" y="3120"/>
                </a:lnTo>
                <a:lnTo>
                  <a:pt x="2345" y="3120"/>
                </a:lnTo>
                <a:lnTo>
                  <a:pt x="2345" y="3119"/>
                </a:lnTo>
                <a:lnTo>
                  <a:pt x="2344" y="3119"/>
                </a:lnTo>
                <a:lnTo>
                  <a:pt x="2343" y="3119"/>
                </a:lnTo>
                <a:lnTo>
                  <a:pt x="2342" y="3119"/>
                </a:lnTo>
                <a:lnTo>
                  <a:pt x="2341" y="3119"/>
                </a:lnTo>
                <a:lnTo>
                  <a:pt x="2340" y="3119"/>
                </a:lnTo>
                <a:lnTo>
                  <a:pt x="2339" y="3119"/>
                </a:lnTo>
                <a:lnTo>
                  <a:pt x="2338" y="3119"/>
                </a:lnTo>
                <a:lnTo>
                  <a:pt x="2337" y="3119"/>
                </a:lnTo>
                <a:lnTo>
                  <a:pt x="2337" y="3118"/>
                </a:lnTo>
                <a:lnTo>
                  <a:pt x="2336" y="3118"/>
                </a:lnTo>
                <a:lnTo>
                  <a:pt x="2335" y="3118"/>
                </a:lnTo>
                <a:lnTo>
                  <a:pt x="2335" y="3117"/>
                </a:lnTo>
                <a:lnTo>
                  <a:pt x="2335" y="3118"/>
                </a:lnTo>
                <a:lnTo>
                  <a:pt x="2334" y="3118"/>
                </a:lnTo>
                <a:lnTo>
                  <a:pt x="2334" y="3117"/>
                </a:lnTo>
                <a:lnTo>
                  <a:pt x="2333" y="3117"/>
                </a:lnTo>
                <a:lnTo>
                  <a:pt x="2333" y="3116"/>
                </a:lnTo>
                <a:lnTo>
                  <a:pt x="2332" y="3116"/>
                </a:lnTo>
                <a:lnTo>
                  <a:pt x="2331" y="3116"/>
                </a:lnTo>
                <a:lnTo>
                  <a:pt x="2331" y="3115"/>
                </a:lnTo>
                <a:lnTo>
                  <a:pt x="2331" y="3114"/>
                </a:lnTo>
                <a:lnTo>
                  <a:pt x="2330" y="3114"/>
                </a:lnTo>
                <a:lnTo>
                  <a:pt x="2330" y="3113"/>
                </a:lnTo>
                <a:lnTo>
                  <a:pt x="2329" y="3113"/>
                </a:lnTo>
                <a:lnTo>
                  <a:pt x="2329" y="3114"/>
                </a:lnTo>
                <a:lnTo>
                  <a:pt x="2328" y="3114"/>
                </a:lnTo>
                <a:lnTo>
                  <a:pt x="2328" y="3113"/>
                </a:lnTo>
                <a:lnTo>
                  <a:pt x="2328" y="3114"/>
                </a:lnTo>
                <a:lnTo>
                  <a:pt x="2327" y="3114"/>
                </a:lnTo>
                <a:lnTo>
                  <a:pt x="2327" y="3115"/>
                </a:lnTo>
                <a:lnTo>
                  <a:pt x="2327" y="3116"/>
                </a:lnTo>
                <a:lnTo>
                  <a:pt x="2326" y="3116"/>
                </a:lnTo>
                <a:lnTo>
                  <a:pt x="2326" y="3117"/>
                </a:lnTo>
                <a:lnTo>
                  <a:pt x="2325" y="3117"/>
                </a:lnTo>
                <a:lnTo>
                  <a:pt x="2325" y="3116"/>
                </a:lnTo>
                <a:lnTo>
                  <a:pt x="2324" y="3116"/>
                </a:lnTo>
                <a:lnTo>
                  <a:pt x="2323" y="3116"/>
                </a:lnTo>
                <a:lnTo>
                  <a:pt x="2323" y="3117"/>
                </a:lnTo>
                <a:lnTo>
                  <a:pt x="2322" y="3117"/>
                </a:lnTo>
                <a:lnTo>
                  <a:pt x="2322" y="3118"/>
                </a:lnTo>
                <a:lnTo>
                  <a:pt x="2322" y="3119"/>
                </a:lnTo>
                <a:lnTo>
                  <a:pt x="2321" y="3119"/>
                </a:lnTo>
                <a:lnTo>
                  <a:pt x="2320" y="3119"/>
                </a:lnTo>
                <a:lnTo>
                  <a:pt x="2320" y="3118"/>
                </a:lnTo>
                <a:lnTo>
                  <a:pt x="2319" y="3118"/>
                </a:lnTo>
                <a:lnTo>
                  <a:pt x="2318" y="3118"/>
                </a:lnTo>
                <a:lnTo>
                  <a:pt x="2317" y="3118"/>
                </a:lnTo>
                <a:lnTo>
                  <a:pt x="2317" y="3117"/>
                </a:lnTo>
                <a:lnTo>
                  <a:pt x="2317" y="3116"/>
                </a:lnTo>
                <a:lnTo>
                  <a:pt x="2316" y="3116"/>
                </a:lnTo>
                <a:lnTo>
                  <a:pt x="2315" y="3116"/>
                </a:lnTo>
                <a:lnTo>
                  <a:pt x="2315" y="3117"/>
                </a:lnTo>
                <a:lnTo>
                  <a:pt x="2315" y="3116"/>
                </a:lnTo>
                <a:lnTo>
                  <a:pt x="2313" y="3116"/>
                </a:lnTo>
                <a:lnTo>
                  <a:pt x="2313" y="3117"/>
                </a:lnTo>
                <a:lnTo>
                  <a:pt x="2312" y="3117"/>
                </a:lnTo>
                <a:lnTo>
                  <a:pt x="2312" y="3116"/>
                </a:lnTo>
                <a:lnTo>
                  <a:pt x="2311" y="3116"/>
                </a:lnTo>
                <a:lnTo>
                  <a:pt x="2311" y="3117"/>
                </a:lnTo>
                <a:lnTo>
                  <a:pt x="2311" y="3116"/>
                </a:lnTo>
                <a:lnTo>
                  <a:pt x="2310" y="3117"/>
                </a:lnTo>
                <a:lnTo>
                  <a:pt x="2309" y="3117"/>
                </a:lnTo>
                <a:lnTo>
                  <a:pt x="2308" y="3117"/>
                </a:lnTo>
                <a:lnTo>
                  <a:pt x="2308" y="3118"/>
                </a:lnTo>
                <a:lnTo>
                  <a:pt x="2307" y="3118"/>
                </a:lnTo>
                <a:lnTo>
                  <a:pt x="2307" y="3117"/>
                </a:lnTo>
                <a:lnTo>
                  <a:pt x="2306" y="3117"/>
                </a:lnTo>
                <a:lnTo>
                  <a:pt x="2306" y="3116"/>
                </a:lnTo>
                <a:lnTo>
                  <a:pt x="2305" y="3116"/>
                </a:lnTo>
                <a:lnTo>
                  <a:pt x="2304" y="3116"/>
                </a:lnTo>
                <a:lnTo>
                  <a:pt x="2303" y="3116"/>
                </a:lnTo>
                <a:lnTo>
                  <a:pt x="2303" y="3115"/>
                </a:lnTo>
                <a:lnTo>
                  <a:pt x="2302" y="3115"/>
                </a:lnTo>
                <a:lnTo>
                  <a:pt x="2302" y="3114"/>
                </a:lnTo>
                <a:lnTo>
                  <a:pt x="2303" y="3114"/>
                </a:lnTo>
                <a:lnTo>
                  <a:pt x="2302" y="3114"/>
                </a:lnTo>
                <a:lnTo>
                  <a:pt x="2303" y="3114"/>
                </a:lnTo>
                <a:lnTo>
                  <a:pt x="2303" y="3113"/>
                </a:lnTo>
                <a:lnTo>
                  <a:pt x="2302" y="3113"/>
                </a:lnTo>
                <a:lnTo>
                  <a:pt x="2303" y="3113"/>
                </a:lnTo>
                <a:lnTo>
                  <a:pt x="2303" y="3112"/>
                </a:lnTo>
                <a:lnTo>
                  <a:pt x="2303" y="3111"/>
                </a:lnTo>
                <a:lnTo>
                  <a:pt x="2303" y="3110"/>
                </a:lnTo>
                <a:lnTo>
                  <a:pt x="2304" y="3110"/>
                </a:lnTo>
                <a:lnTo>
                  <a:pt x="2303" y="3110"/>
                </a:lnTo>
                <a:lnTo>
                  <a:pt x="2303" y="3111"/>
                </a:lnTo>
                <a:lnTo>
                  <a:pt x="2302" y="3111"/>
                </a:lnTo>
                <a:lnTo>
                  <a:pt x="2302" y="3110"/>
                </a:lnTo>
                <a:lnTo>
                  <a:pt x="2302" y="3111"/>
                </a:lnTo>
                <a:lnTo>
                  <a:pt x="2301" y="3111"/>
                </a:lnTo>
                <a:lnTo>
                  <a:pt x="2300" y="3111"/>
                </a:lnTo>
                <a:lnTo>
                  <a:pt x="2299" y="3111"/>
                </a:lnTo>
                <a:lnTo>
                  <a:pt x="2298" y="3111"/>
                </a:lnTo>
                <a:lnTo>
                  <a:pt x="2298" y="3110"/>
                </a:lnTo>
                <a:lnTo>
                  <a:pt x="2297" y="3110"/>
                </a:lnTo>
                <a:lnTo>
                  <a:pt x="2296" y="3110"/>
                </a:lnTo>
                <a:lnTo>
                  <a:pt x="2295" y="3110"/>
                </a:lnTo>
                <a:lnTo>
                  <a:pt x="2294" y="3110"/>
                </a:lnTo>
                <a:lnTo>
                  <a:pt x="2294" y="3109"/>
                </a:lnTo>
                <a:lnTo>
                  <a:pt x="2293" y="3109"/>
                </a:lnTo>
                <a:lnTo>
                  <a:pt x="2292" y="3109"/>
                </a:lnTo>
                <a:lnTo>
                  <a:pt x="2292" y="3108"/>
                </a:lnTo>
                <a:lnTo>
                  <a:pt x="2291" y="3108"/>
                </a:lnTo>
                <a:lnTo>
                  <a:pt x="2290" y="3108"/>
                </a:lnTo>
                <a:lnTo>
                  <a:pt x="2289" y="3108"/>
                </a:lnTo>
                <a:lnTo>
                  <a:pt x="2289" y="3109"/>
                </a:lnTo>
                <a:lnTo>
                  <a:pt x="2288" y="3109"/>
                </a:lnTo>
                <a:lnTo>
                  <a:pt x="2288" y="3108"/>
                </a:lnTo>
                <a:lnTo>
                  <a:pt x="2288" y="3107"/>
                </a:lnTo>
                <a:lnTo>
                  <a:pt x="2289" y="3106"/>
                </a:lnTo>
                <a:lnTo>
                  <a:pt x="2288" y="3106"/>
                </a:lnTo>
                <a:lnTo>
                  <a:pt x="2288" y="3105"/>
                </a:lnTo>
                <a:lnTo>
                  <a:pt x="2289" y="3105"/>
                </a:lnTo>
                <a:lnTo>
                  <a:pt x="2290" y="3105"/>
                </a:lnTo>
                <a:lnTo>
                  <a:pt x="2290" y="3104"/>
                </a:lnTo>
                <a:lnTo>
                  <a:pt x="2290" y="3103"/>
                </a:lnTo>
                <a:lnTo>
                  <a:pt x="2290" y="3102"/>
                </a:lnTo>
                <a:lnTo>
                  <a:pt x="2290" y="3101"/>
                </a:lnTo>
                <a:lnTo>
                  <a:pt x="2291" y="3101"/>
                </a:lnTo>
                <a:lnTo>
                  <a:pt x="2291" y="3100"/>
                </a:lnTo>
                <a:lnTo>
                  <a:pt x="2292" y="3100"/>
                </a:lnTo>
                <a:lnTo>
                  <a:pt x="2292" y="3099"/>
                </a:lnTo>
                <a:lnTo>
                  <a:pt x="2291" y="3099"/>
                </a:lnTo>
                <a:lnTo>
                  <a:pt x="2291" y="3098"/>
                </a:lnTo>
                <a:lnTo>
                  <a:pt x="2291" y="3097"/>
                </a:lnTo>
                <a:lnTo>
                  <a:pt x="2292" y="3097"/>
                </a:lnTo>
                <a:lnTo>
                  <a:pt x="2292" y="3096"/>
                </a:lnTo>
                <a:lnTo>
                  <a:pt x="2293" y="3096"/>
                </a:lnTo>
                <a:lnTo>
                  <a:pt x="2293" y="3095"/>
                </a:lnTo>
                <a:lnTo>
                  <a:pt x="2292" y="3095"/>
                </a:lnTo>
                <a:lnTo>
                  <a:pt x="2292" y="3094"/>
                </a:lnTo>
                <a:lnTo>
                  <a:pt x="2291" y="3094"/>
                </a:lnTo>
                <a:lnTo>
                  <a:pt x="2290" y="3094"/>
                </a:lnTo>
                <a:lnTo>
                  <a:pt x="2290" y="3093"/>
                </a:lnTo>
                <a:lnTo>
                  <a:pt x="2289" y="3093"/>
                </a:lnTo>
                <a:lnTo>
                  <a:pt x="2288" y="3093"/>
                </a:lnTo>
                <a:lnTo>
                  <a:pt x="2288" y="3094"/>
                </a:lnTo>
                <a:lnTo>
                  <a:pt x="2287" y="3094"/>
                </a:lnTo>
                <a:lnTo>
                  <a:pt x="2287" y="3093"/>
                </a:lnTo>
                <a:lnTo>
                  <a:pt x="2288" y="3093"/>
                </a:lnTo>
                <a:lnTo>
                  <a:pt x="2288" y="3092"/>
                </a:lnTo>
                <a:lnTo>
                  <a:pt x="2289" y="3092"/>
                </a:lnTo>
                <a:lnTo>
                  <a:pt x="2289" y="3091"/>
                </a:lnTo>
                <a:lnTo>
                  <a:pt x="2290" y="3091"/>
                </a:lnTo>
                <a:lnTo>
                  <a:pt x="2291" y="3091"/>
                </a:lnTo>
                <a:lnTo>
                  <a:pt x="2291" y="3090"/>
                </a:lnTo>
                <a:lnTo>
                  <a:pt x="2291" y="3089"/>
                </a:lnTo>
                <a:lnTo>
                  <a:pt x="2291" y="3088"/>
                </a:lnTo>
                <a:lnTo>
                  <a:pt x="2290" y="3088"/>
                </a:lnTo>
                <a:lnTo>
                  <a:pt x="2290" y="3087"/>
                </a:lnTo>
                <a:lnTo>
                  <a:pt x="2290" y="3086"/>
                </a:lnTo>
                <a:lnTo>
                  <a:pt x="2290" y="3085"/>
                </a:lnTo>
                <a:lnTo>
                  <a:pt x="2291" y="3085"/>
                </a:lnTo>
                <a:lnTo>
                  <a:pt x="2291" y="3084"/>
                </a:lnTo>
                <a:lnTo>
                  <a:pt x="2290" y="3084"/>
                </a:lnTo>
                <a:lnTo>
                  <a:pt x="2290" y="3083"/>
                </a:lnTo>
                <a:lnTo>
                  <a:pt x="2289" y="3083"/>
                </a:lnTo>
                <a:lnTo>
                  <a:pt x="2289" y="3082"/>
                </a:lnTo>
                <a:lnTo>
                  <a:pt x="2289" y="3081"/>
                </a:lnTo>
                <a:lnTo>
                  <a:pt x="2289" y="3080"/>
                </a:lnTo>
                <a:lnTo>
                  <a:pt x="2288" y="3080"/>
                </a:lnTo>
                <a:lnTo>
                  <a:pt x="2288" y="3079"/>
                </a:lnTo>
                <a:lnTo>
                  <a:pt x="2287" y="3079"/>
                </a:lnTo>
                <a:lnTo>
                  <a:pt x="2287" y="3078"/>
                </a:lnTo>
                <a:lnTo>
                  <a:pt x="2287" y="3077"/>
                </a:lnTo>
                <a:lnTo>
                  <a:pt x="2286" y="3078"/>
                </a:lnTo>
                <a:lnTo>
                  <a:pt x="2285" y="3078"/>
                </a:lnTo>
                <a:lnTo>
                  <a:pt x="2284" y="3078"/>
                </a:lnTo>
                <a:lnTo>
                  <a:pt x="2283" y="3078"/>
                </a:lnTo>
                <a:lnTo>
                  <a:pt x="2282" y="3078"/>
                </a:lnTo>
                <a:lnTo>
                  <a:pt x="2282" y="3077"/>
                </a:lnTo>
                <a:lnTo>
                  <a:pt x="2282" y="3076"/>
                </a:lnTo>
                <a:lnTo>
                  <a:pt x="2281" y="3076"/>
                </a:lnTo>
                <a:lnTo>
                  <a:pt x="2281" y="3075"/>
                </a:lnTo>
                <a:lnTo>
                  <a:pt x="2281" y="3074"/>
                </a:lnTo>
                <a:lnTo>
                  <a:pt x="2281" y="3073"/>
                </a:lnTo>
                <a:lnTo>
                  <a:pt x="2280" y="3073"/>
                </a:lnTo>
                <a:lnTo>
                  <a:pt x="2280" y="3072"/>
                </a:lnTo>
                <a:lnTo>
                  <a:pt x="2281" y="3072"/>
                </a:lnTo>
                <a:lnTo>
                  <a:pt x="2281" y="3071"/>
                </a:lnTo>
                <a:lnTo>
                  <a:pt x="2282" y="3071"/>
                </a:lnTo>
                <a:lnTo>
                  <a:pt x="2282" y="3070"/>
                </a:lnTo>
                <a:lnTo>
                  <a:pt x="2283" y="3070"/>
                </a:lnTo>
                <a:lnTo>
                  <a:pt x="2283" y="3069"/>
                </a:lnTo>
                <a:lnTo>
                  <a:pt x="2284" y="3069"/>
                </a:lnTo>
                <a:lnTo>
                  <a:pt x="2284" y="3068"/>
                </a:lnTo>
                <a:lnTo>
                  <a:pt x="2285" y="3068"/>
                </a:lnTo>
                <a:lnTo>
                  <a:pt x="2286" y="3068"/>
                </a:lnTo>
                <a:lnTo>
                  <a:pt x="2286" y="3067"/>
                </a:lnTo>
                <a:lnTo>
                  <a:pt x="2287" y="3067"/>
                </a:lnTo>
                <a:lnTo>
                  <a:pt x="2288" y="3067"/>
                </a:lnTo>
                <a:lnTo>
                  <a:pt x="2288" y="3066"/>
                </a:lnTo>
                <a:lnTo>
                  <a:pt x="2288" y="3065"/>
                </a:lnTo>
                <a:lnTo>
                  <a:pt x="2288" y="3064"/>
                </a:lnTo>
                <a:lnTo>
                  <a:pt x="2287" y="3064"/>
                </a:lnTo>
                <a:lnTo>
                  <a:pt x="2287" y="3063"/>
                </a:lnTo>
                <a:lnTo>
                  <a:pt x="2286" y="3063"/>
                </a:lnTo>
                <a:lnTo>
                  <a:pt x="2285" y="3063"/>
                </a:lnTo>
                <a:lnTo>
                  <a:pt x="2285" y="3062"/>
                </a:lnTo>
                <a:lnTo>
                  <a:pt x="2284" y="3062"/>
                </a:lnTo>
                <a:lnTo>
                  <a:pt x="2284" y="3061"/>
                </a:lnTo>
                <a:lnTo>
                  <a:pt x="2284" y="3060"/>
                </a:lnTo>
                <a:lnTo>
                  <a:pt x="2284" y="3059"/>
                </a:lnTo>
                <a:lnTo>
                  <a:pt x="2283" y="3059"/>
                </a:lnTo>
                <a:lnTo>
                  <a:pt x="2284" y="3058"/>
                </a:lnTo>
                <a:lnTo>
                  <a:pt x="2283" y="3058"/>
                </a:lnTo>
                <a:lnTo>
                  <a:pt x="2284" y="3058"/>
                </a:lnTo>
                <a:lnTo>
                  <a:pt x="2284" y="3057"/>
                </a:lnTo>
                <a:lnTo>
                  <a:pt x="2283" y="3057"/>
                </a:lnTo>
                <a:lnTo>
                  <a:pt x="2283" y="3056"/>
                </a:lnTo>
                <a:lnTo>
                  <a:pt x="2283" y="3057"/>
                </a:lnTo>
                <a:lnTo>
                  <a:pt x="2282" y="3057"/>
                </a:lnTo>
                <a:lnTo>
                  <a:pt x="2282" y="3056"/>
                </a:lnTo>
                <a:lnTo>
                  <a:pt x="2282" y="3055"/>
                </a:lnTo>
                <a:lnTo>
                  <a:pt x="2282" y="3054"/>
                </a:lnTo>
                <a:lnTo>
                  <a:pt x="2282" y="3053"/>
                </a:lnTo>
                <a:lnTo>
                  <a:pt x="2283" y="3053"/>
                </a:lnTo>
                <a:lnTo>
                  <a:pt x="2282" y="3053"/>
                </a:lnTo>
                <a:lnTo>
                  <a:pt x="2282" y="3052"/>
                </a:lnTo>
                <a:lnTo>
                  <a:pt x="2282" y="3051"/>
                </a:lnTo>
                <a:lnTo>
                  <a:pt x="2281" y="3051"/>
                </a:lnTo>
                <a:lnTo>
                  <a:pt x="2281" y="3050"/>
                </a:lnTo>
                <a:lnTo>
                  <a:pt x="2280" y="3050"/>
                </a:lnTo>
                <a:lnTo>
                  <a:pt x="2280" y="3049"/>
                </a:lnTo>
                <a:lnTo>
                  <a:pt x="2281" y="3049"/>
                </a:lnTo>
                <a:lnTo>
                  <a:pt x="2280" y="3049"/>
                </a:lnTo>
                <a:lnTo>
                  <a:pt x="2281" y="3049"/>
                </a:lnTo>
                <a:lnTo>
                  <a:pt x="2280" y="3048"/>
                </a:lnTo>
                <a:lnTo>
                  <a:pt x="2280" y="3049"/>
                </a:lnTo>
                <a:lnTo>
                  <a:pt x="2280" y="3048"/>
                </a:lnTo>
                <a:lnTo>
                  <a:pt x="2279" y="3048"/>
                </a:lnTo>
                <a:lnTo>
                  <a:pt x="2279" y="3047"/>
                </a:lnTo>
                <a:lnTo>
                  <a:pt x="2278" y="3047"/>
                </a:lnTo>
                <a:lnTo>
                  <a:pt x="2278" y="3048"/>
                </a:lnTo>
                <a:lnTo>
                  <a:pt x="2277" y="3048"/>
                </a:lnTo>
                <a:lnTo>
                  <a:pt x="2276" y="3048"/>
                </a:lnTo>
                <a:lnTo>
                  <a:pt x="2275" y="3048"/>
                </a:lnTo>
                <a:lnTo>
                  <a:pt x="2275" y="3047"/>
                </a:lnTo>
                <a:lnTo>
                  <a:pt x="2274" y="3047"/>
                </a:lnTo>
                <a:lnTo>
                  <a:pt x="2273" y="3047"/>
                </a:lnTo>
                <a:lnTo>
                  <a:pt x="2273" y="3046"/>
                </a:lnTo>
                <a:lnTo>
                  <a:pt x="2272" y="3046"/>
                </a:lnTo>
                <a:lnTo>
                  <a:pt x="2272" y="3047"/>
                </a:lnTo>
                <a:lnTo>
                  <a:pt x="2271" y="3047"/>
                </a:lnTo>
                <a:lnTo>
                  <a:pt x="2270" y="3047"/>
                </a:lnTo>
                <a:lnTo>
                  <a:pt x="2270" y="3046"/>
                </a:lnTo>
                <a:lnTo>
                  <a:pt x="2270" y="3045"/>
                </a:lnTo>
                <a:lnTo>
                  <a:pt x="2269" y="3045"/>
                </a:lnTo>
                <a:lnTo>
                  <a:pt x="2269" y="3044"/>
                </a:lnTo>
                <a:lnTo>
                  <a:pt x="2270" y="3044"/>
                </a:lnTo>
                <a:lnTo>
                  <a:pt x="2271" y="3044"/>
                </a:lnTo>
                <a:lnTo>
                  <a:pt x="2271" y="3043"/>
                </a:lnTo>
                <a:lnTo>
                  <a:pt x="2271" y="3042"/>
                </a:lnTo>
                <a:lnTo>
                  <a:pt x="2271" y="3041"/>
                </a:lnTo>
                <a:lnTo>
                  <a:pt x="2270" y="3041"/>
                </a:lnTo>
                <a:lnTo>
                  <a:pt x="2270" y="3040"/>
                </a:lnTo>
                <a:lnTo>
                  <a:pt x="2271" y="3040"/>
                </a:lnTo>
                <a:lnTo>
                  <a:pt x="2271" y="3039"/>
                </a:lnTo>
                <a:lnTo>
                  <a:pt x="2271" y="3038"/>
                </a:lnTo>
                <a:lnTo>
                  <a:pt x="2271" y="3037"/>
                </a:lnTo>
                <a:lnTo>
                  <a:pt x="2270" y="3037"/>
                </a:lnTo>
                <a:lnTo>
                  <a:pt x="2270" y="3036"/>
                </a:lnTo>
                <a:lnTo>
                  <a:pt x="2270" y="3035"/>
                </a:lnTo>
                <a:lnTo>
                  <a:pt x="2269" y="3035"/>
                </a:lnTo>
                <a:lnTo>
                  <a:pt x="2269" y="3034"/>
                </a:lnTo>
                <a:lnTo>
                  <a:pt x="2270" y="3034"/>
                </a:lnTo>
                <a:lnTo>
                  <a:pt x="2270" y="3033"/>
                </a:lnTo>
                <a:lnTo>
                  <a:pt x="2270" y="3032"/>
                </a:lnTo>
                <a:lnTo>
                  <a:pt x="2271" y="3032"/>
                </a:lnTo>
                <a:lnTo>
                  <a:pt x="2271" y="3031"/>
                </a:lnTo>
                <a:lnTo>
                  <a:pt x="2271" y="3032"/>
                </a:lnTo>
                <a:lnTo>
                  <a:pt x="2271" y="3031"/>
                </a:lnTo>
                <a:lnTo>
                  <a:pt x="2271" y="3032"/>
                </a:lnTo>
                <a:lnTo>
                  <a:pt x="2272" y="3032"/>
                </a:lnTo>
                <a:lnTo>
                  <a:pt x="2272" y="3031"/>
                </a:lnTo>
                <a:lnTo>
                  <a:pt x="2271" y="3031"/>
                </a:lnTo>
                <a:lnTo>
                  <a:pt x="2271" y="3030"/>
                </a:lnTo>
                <a:lnTo>
                  <a:pt x="2270" y="3030"/>
                </a:lnTo>
                <a:lnTo>
                  <a:pt x="2269" y="3030"/>
                </a:lnTo>
                <a:lnTo>
                  <a:pt x="2269" y="3029"/>
                </a:lnTo>
                <a:lnTo>
                  <a:pt x="2269" y="3028"/>
                </a:lnTo>
                <a:lnTo>
                  <a:pt x="2270" y="3028"/>
                </a:lnTo>
                <a:lnTo>
                  <a:pt x="2270" y="3027"/>
                </a:lnTo>
                <a:lnTo>
                  <a:pt x="2271" y="3027"/>
                </a:lnTo>
                <a:lnTo>
                  <a:pt x="2272" y="3027"/>
                </a:lnTo>
                <a:lnTo>
                  <a:pt x="2273" y="3027"/>
                </a:lnTo>
                <a:lnTo>
                  <a:pt x="2272" y="3028"/>
                </a:lnTo>
                <a:lnTo>
                  <a:pt x="2273" y="3028"/>
                </a:lnTo>
                <a:lnTo>
                  <a:pt x="2274" y="3028"/>
                </a:lnTo>
                <a:lnTo>
                  <a:pt x="2275" y="3028"/>
                </a:lnTo>
                <a:lnTo>
                  <a:pt x="2275" y="3027"/>
                </a:lnTo>
                <a:lnTo>
                  <a:pt x="2276" y="3027"/>
                </a:lnTo>
                <a:lnTo>
                  <a:pt x="2276" y="3026"/>
                </a:lnTo>
                <a:lnTo>
                  <a:pt x="2276" y="3025"/>
                </a:lnTo>
                <a:lnTo>
                  <a:pt x="2276" y="3026"/>
                </a:lnTo>
                <a:lnTo>
                  <a:pt x="2276" y="3025"/>
                </a:lnTo>
                <a:lnTo>
                  <a:pt x="2277" y="3025"/>
                </a:lnTo>
                <a:lnTo>
                  <a:pt x="2277" y="3024"/>
                </a:lnTo>
                <a:lnTo>
                  <a:pt x="2277" y="3023"/>
                </a:lnTo>
                <a:lnTo>
                  <a:pt x="2278" y="3023"/>
                </a:lnTo>
                <a:lnTo>
                  <a:pt x="2278" y="3022"/>
                </a:lnTo>
                <a:lnTo>
                  <a:pt x="2279" y="3022"/>
                </a:lnTo>
                <a:lnTo>
                  <a:pt x="2279" y="3023"/>
                </a:lnTo>
                <a:lnTo>
                  <a:pt x="2279" y="3022"/>
                </a:lnTo>
                <a:lnTo>
                  <a:pt x="2280" y="3022"/>
                </a:lnTo>
                <a:lnTo>
                  <a:pt x="2280" y="3023"/>
                </a:lnTo>
                <a:lnTo>
                  <a:pt x="2281" y="3023"/>
                </a:lnTo>
                <a:lnTo>
                  <a:pt x="2281" y="3022"/>
                </a:lnTo>
                <a:lnTo>
                  <a:pt x="2280" y="3022"/>
                </a:lnTo>
                <a:lnTo>
                  <a:pt x="2281" y="3022"/>
                </a:lnTo>
                <a:lnTo>
                  <a:pt x="2281" y="3021"/>
                </a:lnTo>
                <a:lnTo>
                  <a:pt x="2282" y="3021"/>
                </a:lnTo>
                <a:lnTo>
                  <a:pt x="2282" y="3020"/>
                </a:lnTo>
                <a:lnTo>
                  <a:pt x="2283" y="3020"/>
                </a:lnTo>
                <a:lnTo>
                  <a:pt x="2284" y="3020"/>
                </a:lnTo>
                <a:lnTo>
                  <a:pt x="2284" y="3019"/>
                </a:lnTo>
                <a:lnTo>
                  <a:pt x="2285" y="3019"/>
                </a:lnTo>
                <a:lnTo>
                  <a:pt x="2285" y="3018"/>
                </a:lnTo>
                <a:lnTo>
                  <a:pt x="2286" y="3018"/>
                </a:lnTo>
                <a:lnTo>
                  <a:pt x="2286" y="3017"/>
                </a:lnTo>
                <a:lnTo>
                  <a:pt x="2286" y="3016"/>
                </a:lnTo>
                <a:lnTo>
                  <a:pt x="2287" y="3016"/>
                </a:lnTo>
                <a:lnTo>
                  <a:pt x="2288" y="3016"/>
                </a:lnTo>
                <a:lnTo>
                  <a:pt x="2288" y="3015"/>
                </a:lnTo>
                <a:lnTo>
                  <a:pt x="2289" y="3015"/>
                </a:lnTo>
                <a:lnTo>
                  <a:pt x="2289" y="3014"/>
                </a:lnTo>
                <a:lnTo>
                  <a:pt x="2289" y="3013"/>
                </a:lnTo>
                <a:lnTo>
                  <a:pt x="2288" y="3013"/>
                </a:lnTo>
                <a:lnTo>
                  <a:pt x="2288" y="3012"/>
                </a:lnTo>
                <a:lnTo>
                  <a:pt x="2288" y="3011"/>
                </a:lnTo>
                <a:lnTo>
                  <a:pt x="2288" y="3010"/>
                </a:lnTo>
                <a:lnTo>
                  <a:pt x="2287" y="3010"/>
                </a:lnTo>
                <a:lnTo>
                  <a:pt x="2287" y="3009"/>
                </a:lnTo>
                <a:lnTo>
                  <a:pt x="2287" y="3010"/>
                </a:lnTo>
                <a:lnTo>
                  <a:pt x="2286" y="3010"/>
                </a:lnTo>
                <a:lnTo>
                  <a:pt x="2286" y="3011"/>
                </a:lnTo>
                <a:lnTo>
                  <a:pt x="2285" y="3011"/>
                </a:lnTo>
                <a:lnTo>
                  <a:pt x="2285" y="3012"/>
                </a:lnTo>
                <a:lnTo>
                  <a:pt x="2284" y="3012"/>
                </a:lnTo>
                <a:lnTo>
                  <a:pt x="2283" y="3012"/>
                </a:lnTo>
                <a:lnTo>
                  <a:pt x="2283" y="3011"/>
                </a:lnTo>
                <a:lnTo>
                  <a:pt x="2282" y="3011"/>
                </a:lnTo>
                <a:lnTo>
                  <a:pt x="2281" y="3011"/>
                </a:lnTo>
                <a:lnTo>
                  <a:pt x="2280" y="3011"/>
                </a:lnTo>
                <a:lnTo>
                  <a:pt x="2279" y="3011"/>
                </a:lnTo>
                <a:lnTo>
                  <a:pt x="2279" y="3012"/>
                </a:lnTo>
                <a:lnTo>
                  <a:pt x="2279" y="3011"/>
                </a:lnTo>
                <a:lnTo>
                  <a:pt x="2278" y="3011"/>
                </a:lnTo>
                <a:lnTo>
                  <a:pt x="2278" y="3012"/>
                </a:lnTo>
                <a:lnTo>
                  <a:pt x="2277" y="3012"/>
                </a:lnTo>
                <a:lnTo>
                  <a:pt x="2276" y="3012"/>
                </a:lnTo>
                <a:lnTo>
                  <a:pt x="2275" y="3012"/>
                </a:lnTo>
                <a:lnTo>
                  <a:pt x="2274" y="3012"/>
                </a:lnTo>
                <a:lnTo>
                  <a:pt x="2273" y="3012"/>
                </a:lnTo>
                <a:lnTo>
                  <a:pt x="2272" y="3012"/>
                </a:lnTo>
                <a:lnTo>
                  <a:pt x="2272" y="3013"/>
                </a:lnTo>
                <a:lnTo>
                  <a:pt x="2271" y="3013"/>
                </a:lnTo>
                <a:lnTo>
                  <a:pt x="2271" y="3014"/>
                </a:lnTo>
                <a:lnTo>
                  <a:pt x="2270" y="3014"/>
                </a:lnTo>
                <a:lnTo>
                  <a:pt x="2269" y="3015"/>
                </a:lnTo>
                <a:lnTo>
                  <a:pt x="2268" y="3015"/>
                </a:lnTo>
                <a:lnTo>
                  <a:pt x="2268" y="3014"/>
                </a:lnTo>
                <a:lnTo>
                  <a:pt x="2267" y="3014"/>
                </a:lnTo>
                <a:lnTo>
                  <a:pt x="2266" y="3014"/>
                </a:lnTo>
                <a:lnTo>
                  <a:pt x="2265" y="3015"/>
                </a:lnTo>
                <a:lnTo>
                  <a:pt x="2264" y="3015"/>
                </a:lnTo>
                <a:lnTo>
                  <a:pt x="2264" y="3016"/>
                </a:lnTo>
                <a:lnTo>
                  <a:pt x="2263" y="3016"/>
                </a:lnTo>
                <a:lnTo>
                  <a:pt x="2262" y="3016"/>
                </a:lnTo>
                <a:lnTo>
                  <a:pt x="2261" y="3017"/>
                </a:lnTo>
                <a:lnTo>
                  <a:pt x="2261" y="3016"/>
                </a:lnTo>
                <a:lnTo>
                  <a:pt x="2261" y="3015"/>
                </a:lnTo>
                <a:lnTo>
                  <a:pt x="2260" y="3015"/>
                </a:lnTo>
                <a:lnTo>
                  <a:pt x="2259" y="3015"/>
                </a:lnTo>
                <a:lnTo>
                  <a:pt x="2259" y="3014"/>
                </a:lnTo>
                <a:lnTo>
                  <a:pt x="2258" y="3014"/>
                </a:lnTo>
                <a:lnTo>
                  <a:pt x="2258" y="3013"/>
                </a:lnTo>
                <a:lnTo>
                  <a:pt x="2258" y="3012"/>
                </a:lnTo>
                <a:lnTo>
                  <a:pt x="2257" y="3012"/>
                </a:lnTo>
                <a:lnTo>
                  <a:pt x="2256" y="3012"/>
                </a:lnTo>
                <a:lnTo>
                  <a:pt x="2255" y="3012"/>
                </a:lnTo>
                <a:lnTo>
                  <a:pt x="2253" y="3012"/>
                </a:lnTo>
                <a:lnTo>
                  <a:pt x="2252" y="3012"/>
                </a:lnTo>
                <a:lnTo>
                  <a:pt x="2252" y="3013"/>
                </a:lnTo>
                <a:lnTo>
                  <a:pt x="2251" y="3012"/>
                </a:lnTo>
                <a:lnTo>
                  <a:pt x="2250" y="3012"/>
                </a:lnTo>
                <a:lnTo>
                  <a:pt x="2249" y="3012"/>
                </a:lnTo>
                <a:lnTo>
                  <a:pt x="2248" y="3012"/>
                </a:lnTo>
                <a:lnTo>
                  <a:pt x="2247" y="3012"/>
                </a:lnTo>
                <a:lnTo>
                  <a:pt x="2247" y="3013"/>
                </a:lnTo>
                <a:lnTo>
                  <a:pt x="2247" y="3012"/>
                </a:lnTo>
                <a:lnTo>
                  <a:pt x="2247" y="3013"/>
                </a:lnTo>
                <a:lnTo>
                  <a:pt x="2246" y="3013"/>
                </a:lnTo>
                <a:lnTo>
                  <a:pt x="2245" y="3013"/>
                </a:lnTo>
                <a:lnTo>
                  <a:pt x="2244" y="3013"/>
                </a:lnTo>
                <a:lnTo>
                  <a:pt x="2243" y="3013"/>
                </a:lnTo>
                <a:lnTo>
                  <a:pt x="2242" y="3013"/>
                </a:lnTo>
                <a:lnTo>
                  <a:pt x="2241" y="3013"/>
                </a:lnTo>
                <a:lnTo>
                  <a:pt x="2241" y="3014"/>
                </a:lnTo>
                <a:lnTo>
                  <a:pt x="2240" y="3014"/>
                </a:lnTo>
                <a:lnTo>
                  <a:pt x="2241" y="3014"/>
                </a:lnTo>
                <a:lnTo>
                  <a:pt x="2240" y="3014"/>
                </a:lnTo>
                <a:lnTo>
                  <a:pt x="2240" y="3015"/>
                </a:lnTo>
                <a:lnTo>
                  <a:pt x="2241" y="3015"/>
                </a:lnTo>
                <a:lnTo>
                  <a:pt x="2240" y="3015"/>
                </a:lnTo>
                <a:lnTo>
                  <a:pt x="2240" y="3014"/>
                </a:lnTo>
                <a:lnTo>
                  <a:pt x="2239" y="3015"/>
                </a:lnTo>
                <a:lnTo>
                  <a:pt x="2238" y="3015"/>
                </a:lnTo>
                <a:lnTo>
                  <a:pt x="2238" y="3014"/>
                </a:lnTo>
                <a:lnTo>
                  <a:pt x="2237" y="3014"/>
                </a:lnTo>
                <a:lnTo>
                  <a:pt x="2237" y="3015"/>
                </a:lnTo>
                <a:lnTo>
                  <a:pt x="2236" y="3015"/>
                </a:lnTo>
                <a:lnTo>
                  <a:pt x="2236" y="3014"/>
                </a:lnTo>
                <a:lnTo>
                  <a:pt x="2236" y="3015"/>
                </a:lnTo>
                <a:lnTo>
                  <a:pt x="2236" y="3014"/>
                </a:lnTo>
                <a:lnTo>
                  <a:pt x="2236" y="3015"/>
                </a:lnTo>
                <a:lnTo>
                  <a:pt x="2235" y="3015"/>
                </a:lnTo>
                <a:lnTo>
                  <a:pt x="2234" y="3015"/>
                </a:lnTo>
                <a:lnTo>
                  <a:pt x="2234" y="3014"/>
                </a:lnTo>
                <a:lnTo>
                  <a:pt x="2233" y="3014"/>
                </a:lnTo>
                <a:lnTo>
                  <a:pt x="2231" y="3014"/>
                </a:lnTo>
                <a:lnTo>
                  <a:pt x="2230" y="3014"/>
                </a:lnTo>
                <a:lnTo>
                  <a:pt x="2229" y="3014"/>
                </a:lnTo>
                <a:lnTo>
                  <a:pt x="2229" y="3013"/>
                </a:lnTo>
                <a:lnTo>
                  <a:pt x="2228" y="3013"/>
                </a:lnTo>
                <a:lnTo>
                  <a:pt x="2227" y="3013"/>
                </a:lnTo>
                <a:lnTo>
                  <a:pt x="2227" y="3014"/>
                </a:lnTo>
                <a:lnTo>
                  <a:pt x="2226" y="3014"/>
                </a:lnTo>
                <a:lnTo>
                  <a:pt x="2226" y="3015"/>
                </a:lnTo>
                <a:lnTo>
                  <a:pt x="2225" y="3015"/>
                </a:lnTo>
                <a:lnTo>
                  <a:pt x="2224" y="3015"/>
                </a:lnTo>
                <a:lnTo>
                  <a:pt x="2224" y="3014"/>
                </a:lnTo>
                <a:lnTo>
                  <a:pt x="2223" y="3014"/>
                </a:lnTo>
                <a:lnTo>
                  <a:pt x="2223" y="3015"/>
                </a:lnTo>
                <a:lnTo>
                  <a:pt x="2222" y="3015"/>
                </a:lnTo>
                <a:lnTo>
                  <a:pt x="2221" y="3015"/>
                </a:lnTo>
                <a:lnTo>
                  <a:pt x="2219" y="3015"/>
                </a:lnTo>
                <a:lnTo>
                  <a:pt x="2218" y="3015"/>
                </a:lnTo>
                <a:lnTo>
                  <a:pt x="2218" y="3016"/>
                </a:lnTo>
                <a:lnTo>
                  <a:pt x="2217" y="3016"/>
                </a:lnTo>
                <a:lnTo>
                  <a:pt x="2216" y="3016"/>
                </a:lnTo>
                <a:lnTo>
                  <a:pt x="2216" y="3017"/>
                </a:lnTo>
                <a:lnTo>
                  <a:pt x="2215" y="3017"/>
                </a:lnTo>
                <a:lnTo>
                  <a:pt x="2214" y="3017"/>
                </a:lnTo>
                <a:lnTo>
                  <a:pt x="2213" y="3017"/>
                </a:lnTo>
                <a:lnTo>
                  <a:pt x="2213" y="3018"/>
                </a:lnTo>
                <a:lnTo>
                  <a:pt x="2212" y="3018"/>
                </a:lnTo>
                <a:lnTo>
                  <a:pt x="2212" y="3017"/>
                </a:lnTo>
                <a:lnTo>
                  <a:pt x="2212" y="3018"/>
                </a:lnTo>
                <a:lnTo>
                  <a:pt x="2211" y="3018"/>
                </a:lnTo>
                <a:lnTo>
                  <a:pt x="2210" y="3018"/>
                </a:lnTo>
                <a:lnTo>
                  <a:pt x="2210" y="3019"/>
                </a:lnTo>
                <a:lnTo>
                  <a:pt x="2209" y="3019"/>
                </a:lnTo>
                <a:lnTo>
                  <a:pt x="2209" y="3020"/>
                </a:lnTo>
                <a:lnTo>
                  <a:pt x="2208" y="3020"/>
                </a:lnTo>
                <a:lnTo>
                  <a:pt x="2207" y="3020"/>
                </a:lnTo>
                <a:lnTo>
                  <a:pt x="2208" y="3020"/>
                </a:lnTo>
                <a:lnTo>
                  <a:pt x="2207" y="3020"/>
                </a:lnTo>
                <a:lnTo>
                  <a:pt x="2207" y="3021"/>
                </a:lnTo>
                <a:lnTo>
                  <a:pt x="2207" y="3022"/>
                </a:lnTo>
                <a:lnTo>
                  <a:pt x="2206" y="3022"/>
                </a:lnTo>
                <a:lnTo>
                  <a:pt x="2205" y="3022"/>
                </a:lnTo>
                <a:lnTo>
                  <a:pt x="2204" y="3022"/>
                </a:lnTo>
                <a:lnTo>
                  <a:pt x="2204" y="3023"/>
                </a:lnTo>
                <a:lnTo>
                  <a:pt x="2203" y="3023"/>
                </a:lnTo>
                <a:lnTo>
                  <a:pt x="2202" y="3023"/>
                </a:lnTo>
                <a:lnTo>
                  <a:pt x="2201" y="3023"/>
                </a:lnTo>
                <a:lnTo>
                  <a:pt x="2200" y="3023"/>
                </a:lnTo>
                <a:lnTo>
                  <a:pt x="2199" y="3023"/>
                </a:lnTo>
                <a:lnTo>
                  <a:pt x="2199" y="3024"/>
                </a:lnTo>
                <a:lnTo>
                  <a:pt x="2198" y="3024"/>
                </a:lnTo>
                <a:lnTo>
                  <a:pt x="2198" y="3025"/>
                </a:lnTo>
                <a:lnTo>
                  <a:pt x="2197" y="3025"/>
                </a:lnTo>
                <a:lnTo>
                  <a:pt x="2197" y="3026"/>
                </a:lnTo>
                <a:lnTo>
                  <a:pt x="2198" y="3026"/>
                </a:lnTo>
                <a:lnTo>
                  <a:pt x="2198" y="3027"/>
                </a:lnTo>
                <a:lnTo>
                  <a:pt x="2199" y="3027"/>
                </a:lnTo>
                <a:lnTo>
                  <a:pt x="2198" y="3027"/>
                </a:lnTo>
                <a:lnTo>
                  <a:pt x="2198" y="3028"/>
                </a:lnTo>
                <a:lnTo>
                  <a:pt x="2197" y="3028"/>
                </a:lnTo>
                <a:lnTo>
                  <a:pt x="2197" y="3027"/>
                </a:lnTo>
                <a:lnTo>
                  <a:pt x="2196" y="3027"/>
                </a:lnTo>
                <a:lnTo>
                  <a:pt x="2195" y="3027"/>
                </a:lnTo>
                <a:lnTo>
                  <a:pt x="2194" y="3028"/>
                </a:lnTo>
                <a:lnTo>
                  <a:pt x="2193" y="3028"/>
                </a:lnTo>
                <a:lnTo>
                  <a:pt x="2194" y="3028"/>
                </a:lnTo>
                <a:lnTo>
                  <a:pt x="2194" y="3029"/>
                </a:lnTo>
                <a:lnTo>
                  <a:pt x="2193" y="3029"/>
                </a:lnTo>
                <a:lnTo>
                  <a:pt x="2193" y="3028"/>
                </a:lnTo>
                <a:lnTo>
                  <a:pt x="2192" y="3028"/>
                </a:lnTo>
                <a:lnTo>
                  <a:pt x="2192" y="3029"/>
                </a:lnTo>
                <a:lnTo>
                  <a:pt x="2192" y="3030"/>
                </a:lnTo>
                <a:lnTo>
                  <a:pt x="2191" y="3030"/>
                </a:lnTo>
                <a:lnTo>
                  <a:pt x="2191" y="3031"/>
                </a:lnTo>
                <a:lnTo>
                  <a:pt x="2191" y="3030"/>
                </a:lnTo>
                <a:lnTo>
                  <a:pt x="2191" y="3029"/>
                </a:lnTo>
                <a:lnTo>
                  <a:pt x="2191" y="3030"/>
                </a:lnTo>
                <a:lnTo>
                  <a:pt x="2190" y="3030"/>
                </a:lnTo>
                <a:lnTo>
                  <a:pt x="2189" y="3030"/>
                </a:lnTo>
                <a:lnTo>
                  <a:pt x="2190" y="3030"/>
                </a:lnTo>
                <a:lnTo>
                  <a:pt x="2189" y="3030"/>
                </a:lnTo>
                <a:lnTo>
                  <a:pt x="2189" y="3031"/>
                </a:lnTo>
                <a:lnTo>
                  <a:pt x="2188" y="3031"/>
                </a:lnTo>
                <a:lnTo>
                  <a:pt x="2187" y="3031"/>
                </a:lnTo>
                <a:lnTo>
                  <a:pt x="2187" y="3032"/>
                </a:lnTo>
                <a:lnTo>
                  <a:pt x="2187" y="3033"/>
                </a:lnTo>
                <a:lnTo>
                  <a:pt x="2186" y="3033"/>
                </a:lnTo>
                <a:lnTo>
                  <a:pt x="2187" y="3034"/>
                </a:lnTo>
                <a:lnTo>
                  <a:pt x="2186" y="3034"/>
                </a:lnTo>
                <a:lnTo>
                  <a:pt x="2185" y="3034"/>
                </a:lnTo>
                <a:lnTo>
                  <a:pt x="2185" y="3035"/>
                </a:lnTo>
                <a:lnTo>
                  <a:pt x="2184" y="3035"/>
                </a:lnTo>
                <a:lnTo>
                  <a:pt x="2183" y="3035"/>
                </a:lnTo>
                <a:lnTo>
                  <a:pt x="2183" y="3036"/>
                </a:lnTo>
                <a:lnTo>
                  <a:pt x="2183" y="3037"/>
                </a:lnTo>
                <a:lnTo>
                  <a:pt x="2182" y="3037"/>
                </a:lnTo>
                <a:lnTo>
                  <a:pt x="2181" y="3037"/>
                </a:lnTo>
                <a:lnTo>
                  <a:pt x="2181" y="3038"/>
                </a:lnTo>
                <a:lnTo>
                  <a:pt x="2182" y="3038"/>
                </a:lnTo>
                <a:lnTo>
                  <a:pt x="2182" y="3039"/>
                </a:lnTo>
                <a:lnTo>
                  <a:pt x="2181" y="3039"/>
                </a:lnTo>
                <a:lnTo>
                  <a:pt x="2181" y="3038"/>
                </a:lnTo>
                <a:lnTo>
                  <a:pt x="2180" y="3038"/>
                </a:lnTo>
                <a:lnTo>
                  <a:pt x="2180" y="3037"/>
                </a:lnTo>
                <a:lnTo>
                  <a:pt x="2179" y="3037"/>
                </a:lnTo>
                <a:lnTo>
                  <a:pt x="2179" y="3038"/>
                </a:lnTo>
                <a:lnTo>
                  <a:pt x="2179" y="3039"/>
                </a:lnTo>
                <a:lnTo>
                  <a:pt x="2178" y="3039"/>
                </a:lnTo>
                <a:lnTo>
                  <a:pt x="2178" y="3040"/>
                </a:lnTo>
                <a:lnTo>
                  <a:pt x="2178" y="3039"/>
                </a:lnTo>
                <a:lnTo>
                  <a:pt x="2177" y="3039"/>
                </a:lnTo>
                <a:lnTo>
                  <a:pt x="2178" y="3039"/>
                </a:lnTo>
                <a:lnTo>
                  <a:pt x="2177" y="3038"/>
                </a:lnTo>
                <a:lnTo>
                  <a:pt x="2177" y="3039"/>
                </a:lnTo>
                <a:lnTo>
                  <a:pt x="2177" y="3040"/>
                </a:lnTo>
                <a:lnTo>
                  <a:pt x="2176" y="3040"/>
                </a:lnTo>
                <a:lnTo>
                  <a:pt x="2176" y="3041"/>
                </a:lnTo>
                <a:lnTo>
                  <a:pt x="2176" y="3040"/>
                </a:lnTo>
                <a:lnTo>
                  <a:pt x="2175" y="3040"/>
                </a:lnTo>
                <a:lnTo>
                  <a:pt x="2176" y="3040"/>
                </a:lnTo>
                <a:lnTo>
                  <a:pt x="2176" y="3039"/>
                </a:lnTo>
                <a:lnTo>
                  <a:pt x="2175" y="3039"/>
                </a:lnTo>
                <a:lnTo>
                  <a:pt x="2175" y="3038"/>
                </a:lnTo>
                <a:lnTo>
                  <a:pt x="2175" y="3037"/>
                </a:lnTo>
                <a:lnTo>
                  <a:pt x="2174" y="3037"/>
                </a:lnTo>
                <a:lnTo>
                  <a:pt x="2174" y="3036"/>
                </a:lnTo>
                <a:lnTo>
                  <a:pt x="2173" y="3036"/>
                </a:lnTo>
                <a:lnTo>
                  <a:pt x="2172" y="3036"/>
                </a:lnTo>
                <a:lnTo>
                  <a:pt x="2172" y="3035"/>
                </a:lnTo>
                <a:lnTo>
                  <a:pt x="2171" y="3035"/>
                </a:lnTo>
                <a:lnTo>
                  <a:pt x="2170" y="3035"/>
                </a:lnTo>
                <a:lnTo>
                  <a:pt x="2170" y="3034"/>
                </a:lnTo>
                <a:lnTo>
                  <a:pt x="2169" y="3034"/>
                </a:lnTo>
                <a:lnTo>
                  <a:pt x="2168" y="3034"/>
                </a:lnTo>
                <a:lnTo>
                  <a:pt x="2168" y="3033"/>
                </a:lnTo>
                <a:lnTo>
                  <a:pt x="2167" y="3033"/>
                </a:lnTo>
                <a:lnTo>
                  <a:pt x="2166" y="3033"/>
                </a:lnTo>
                <a:lnTo>
                  <a:pt x="2166" y="3032"/>
                </a:lnTo>
                <a:lnTo>
                  <a:pt x="2165" y="3032"/>
                </a:lnTo>
                <a:lnTo>
                  <a:pt x="2165" y="3031"/>
                </a:lnTo>
                <a:lnTo>
                  <a:pt x="2166" y="3031"/>
                </a:lnTo>
                <a:lnTo>
                  <a:pt x="2166" y="3030"/>
                </a:lnTo>
                <a:lnTo>
                  <a:pt x="2167" y="3030"/>
                </a:lnTo>
                <a:lnTo>
                  <a:pt x="2167" y="3029"/>
                </a:lnTo>
                <a:lnTo>
                  <a:pt x="2168" y="3029"/>
                </a:lnTo>
                <a:lnTo>
                  <a:pt x="2169" y="3029"/>
                </a:lnTo>
                <a:lnTo>
                  <a:pt x="2169" y="3028"/>
                </a:lnTo>
                <a:lnTo>
                  <a:pt x="2169" y="3027"/>
                </a:lnTo>
                <a:lnTo>
                  <a:pt x="2170" y="3026"/>
                </a:lnTo>
                <a:lnTo>
                  <a:pt x="2171" y="3026"/>
                </a:lnTo>
                <a:lnTo>
                  <a:pt x="2172" y="3026"/>
                </a:lnTo>
                <a:lnTo>
                  <a:pt x="2172" y="3025"/>
                </a:lnTo>
                <a:lnTo>
                  <a:pt x="2173" y="3025"/>
                </a:lnTo>
                <a:lnTo>
                  <a:pt x="2174" y="3025"/>
                </a:lnTo>
                <a:lnTo>
                  <a:pt x="2175" y="3025"/>
                </a:lnTo>
                <a:lnTo>
                  <a:pt x="2175" y="3024"/>
                </a:lnTo>
                <a:lnTo>
                  <a:pt x="2174" y="3024"/>
                </a:lnTo>
                <a:lnTo>
                  <a:pt x="2174" y="3023"/>
                </a:lnTo>
                <a:lnTo>
                  <a:pt x="2175" y="3023"/>
                </a:lnTo>
                <a:lnTo>
                  <a:pt x="2175" y="3022"/>
                </a:lnTo>
                <a:lnTo>
                  <a:pt x="2175" y="3021"/>
                </a:lnTo>
                <a:lnTo>
                  <a:pt x="2175" y="3020"/>
                </a:lnTo>
                <a:lnTo>
                  <a:pt x="2176" y="3020"/>
                </a:lnTo>
                <a:lnTo>
                  <a:pt x="2176" y="3019"/>
                </a:lnTo>
                <a:lnTo>
                  <a:pt x="2177" y="3019"/>
                </a:lnTo>
                <a:lnTo>
                  <a:pt x="2176" y="3019"/>
                </a:lnTo>
                <a:lnTo>
                  <a:pt x="2177" y="3019"/>
                </a:lnTo>
                <a:lnTo>
                  <a:pt x="2177" y="3018"/>
                </a:lnTo>
                <a:lnTo>
                  <a:pt x="2178" y="3018"/>
                </a:lnTo>
                <a:lnTo>
                  <a:pt x="2179" y="3018"/>
                </a:lnTo>
                <a:lnTo>
                  <a:pt x="2179" y="3017"/>
                </a:lnTo>
                <a:lnTo>
                  <a:pt x="2180" y="3017"/>
                </a:lnTo>
                <a:lnTo>
                  <a:pt x="2179" y="3017"/>
                </a:lnTo>
                <a:lnTo>
                  <a:pt x="2179" y="3016"/>
                </a:lnTo>
                <a:lnTo>
                  <a:pt x="2180" y="3016"/>
                </a:lnTo>
                <a:lnTo>
                  <a:pt x="2180" y="3015"/>
                </a:lnTo>
                <a:lnTo>
                  <a:pt x="2181" y="3015"/>
                </a:lnTo>
                <a:lnTo>
                  <a:pt x="2182" y="3015"/>
                </a:lnTo>
                <a:lnTo>
                  <a:pt x="2182" y="3014"/>
                </a:lnTo>
                <a:lnTo>
                  <a:pt x="2183" y="3014"/>
                </a:lnTo>
                <a:lnTo>
                  <a:pt x="2183" y="3013"/>
                </a:lnTo>
                <a:lnTo>
                  <a:pt x="2184" y="3013"/>
                </a:lnTo>
                <a:lnTo>
                  <a:pt x="2183" y="3013"/>
                </a:lnTo>
                <a:lnTo>
                  <a:pt x="2184" y="3013"/>
                </a:lnTo>
                <a:lnTo>
                  <a:pt x="2184" y="3012"/>
                </a:lnTo>
                <a:lnTo>
                  <a:pt x="2184" y="3011"/>
                </a:lnTo>
                <a:lnTo>
                  <a:pt x="2184" y="3010"/>
                </a:lnTo>
                <a:lnTo>
                  <a:pt x="2185" y="3010"/>
                </a:lnTo>
                <a:lnTo>
                  <a:pt x="2185" y="3009"/>
                </a:lnTo>
                <a:lnTo>
                  <a:pt x="2184" y="3009"/>
                </a:lnTo>
                <a:lnTo>
                  <a:pt x="2185" y="3009"/>
                </a:lnTo>
                <a:lnTo>
                  <a:pt x="2185" y="3008"/>
                </a:lnTo>
                <a:lnTo>
                  <a:pt x="2186" y="3008"/>
                </a:lnTo>
                <a:lnTo>
                  <a:pt x="2186" y="3007"/>
                </a:lnTo>
                <a:lnTo>
                  <a:pt x="2185" y="3007"/>
                </a:lnTo>
                <a:lnTo>
                  <a:pt x="2185" y="3006"/>
                </a:lnTo>
                <a:lnTo>
                  <a:pt x="2184" y="3006"/>
                </a:lnTo>
                <a:lnTo>
                  <a:pt x="2183" y="3006"/>
                </a:lnTo>
                <a:lnTo>
                  <a:pt x="2183" y="3005"/>
                </a:lnTo>
                <a:lnTo>
                  <a:pt x="2183" y="3004"/>
                </a:lnTo>
                <a:lnTo>
                  <a:pt x="2183" y="3003"/>
                </a:lnTo>
                <a:lnTo>
                  <a:pt x="2184" y="3002"/>
                </a:lnTo>
                <a:lnTo>
                  <a:pt x="2184" y="3001"/>
                </a:lnTo>
                <a:lnTo>
                  <a:pt x="2185" y="3000"/>
                </a:lnTo>
                <a:lnTo>
                  <a:pt x="2186" y="2999"/>
                </a:lnTo>
                <a:lnTo>
                  <a:pt x="2187" y="2998"/>
                </a:lnTo>
                <a:lnTo>
                  <a:pt x="2186" y="2998"/>
                </a:lnTo>
                <a:lnTo>
                  <a:pt x="2186" y="2997"/>
                </a:lnTo>
                <a:lnTo>
                  <a:pt x="2185" y="2997"/>
                </a:lnTo>
                <a:lnTo>
                  <a:pt x="2185" y="2996"/>
                </a:lnTo>
                <a:lnTo>
                  <a:pt x="2186" y="2996"/>
                </a:lnTo>
                <a:lnTo>
                  <a:pt x="2185" y="2996"/>
                </a:lnTo>
                <a:lnTo>
                  <a:pt x="2184" y="2996"/>
                </a:lnTo>
                <a:lnTo>
                  <a:pt x="2184" y="2995"/>
                </a:lnTo>
                <a:lnTo>
                  <a:pt x="2183" y="2995"/>
                </a:lnTo>
                <a:lnTo>
                  <a:pt x="2183" y="2994"/>
                </a:lnTo>
                <a:lnTo>
                  <a:pt x="2183" y="2995"/>
                </a:lnTo>
                <a:lnTo>
                  <a:pt x="2182" y="2995"/>
                </a:lnTo>
                <a:lnTo>
                  <a:pt x="2182" y="2994"/>
                </a:lnTo>
                <a:lnTo>
                  <a:pt x="2182" y="2995"/>
                </a:lnTo>
                <a:lnTo>
                  <a:pt x="2181" y="2995"/>
                </a:lnTo>
                <a:lnTo>
                  <a:pt x="2180" y="2995"/>
                </a:lnTo>
                <a:lnTo>
                  <a:pt x="2179" y="2995"/>
                </a:lnTo>
                <a:lnTo>
                  <a:pt x="2178" y="2995"/>
                </a:lnTo>
                <a:lnTo>
                  <a:pt x="2178" y="2994"/>
                </a:lnTo>
                <a:lnTo>
                  <a:pt x="2178" y="2993"/>
                </a:lnTo>
                <a:lnTo>
                  <a:pt x="2177" y="2993"/>
                </a:lnTo>
                <a:lnTo>
                  <a:pt x="2177" y="2992"/>
                </a:lnTo>
                <a:lnTo>
                  <a:pt x="2178" y="2992"/>
                </a:lnTo>
                <a:lnTo>
                  <a:pt x="2177" y="2992"/>
                </a:lnTo>
                <a:lnTo>
                  <a:pt x="2177" y="2991"/>
                </a:lnTo>
                <a:lnTo>
                  <a:pt x="2177" y="2990"/>
                </a:lnTo>
                <a:lnTo>
                  <a:pt x="2178" y="2990"/>
                </a:lnTo>
                <a:lnTo>
                  <a:pt x="2178" y="2989"/>
                </a:lnTo>
                <a:lnTo>
                  <a:pt x="2179" y="2990"/>
                </a:lnTo>
                <a:lnTo>
                  <a:pt x="2180" y="2990"/>
                </a:lnTo>
                <a:lnTo>
                  <a:pt x="2181" y="2990"/>
                </a:lnTo>
                <a:lnTo>
                  <a:pt x="2181" y="2989"/>
                </a:lnTo>
                <a:lnTo>
                  <a:pt x="2182" y="2989"/>
                </a:lnTo>
                <a:lnTo>
                  <a:pt x="2182" y="2988"/>
                </a:lnTo>
                <a:lnTo>
                  <a:pt x="2182" y="2987"/>
                </a:lnTo>
                <a:lnTo>
                  <a:pt x="2182" y="2986"/>
                </a:lnTo>
                <a:lnTo>
                  <a:pt x="2181" y="2986"/>
                </a:lnTo>
                <a:lnTo>
                  <a:pt x="2180" y="2986"/>
                </a:lnTo>
                <a:lnTo>
                  <a:pt x="2180" y="2985"/>
                </a:lnTo>
                <a:lnTo>
                  <a:pt x="2180" y="2984"/>
                </a:lnTo>
                <a:lnTo>
                  <a:pt x="2179" y="2984"/>
                </a:lnTo>
                <a:lnTo>
                  <a:pt x="2179" y="2983"/>
                </a:lnTo>
                <a:lnTo>
                  <a:pt x="2180" y="2983"/>
                </a:lnTo>
                <a:lnTo>
                  <a:pt x="2179" y="2983"/>
                </a:lnTo>
                <a:lnTo>
                  <a:pt x="2179" y="2982"/>
                </a:lnTo>
                <a:lnTo>
                  <a:pt x="2179" y="2981"/>
                </a:lnTo>
                <a:lnTo>
                  <a:pt x="2179" y="2980"/>
                </a:lnTo>
                <a:lnTo>
                  <a:pt x="2179" y="2979"/>
                </a:lnTo>
                <a:lnTo>
                  <a:pt x="2178" y="2979"/>
                </a:lnTo>
                <a:lnTo>
                  <a:pt x="2178" y="2978"/>
                </a:lnTo>
                <a:lnTo>
                  <a:pt x="2178" y="2979"/>
                </a:lnTo>
                <a:lnTo>
                  <a:pt x="2177" y="2979"/>
                </a:lnTo>
                <a:lnTo>
                  <a:pt x="2176" y="2979"/>
                </a:lnTo>
                <a:lnTo>
                  <a:pt x="2175" y="2979"/>
                </a:lnTo>
                <a:lnTo>
                  <a:pt x="2175" y="2980"/>
                </a:lnTo>
                <a:lnTo>
                  <a:pt x="2174" y="2980"/>
                </a:lnTo>
                <a:lnTo>
                  <a:pt x="2173" y="2980"/>
                </a:lnTo>
                <a:lnTo>
                  <a:pt x="2172" y="2980"/>
                </a:lnTo>
                <a:lnTo>
                  <a:pt x="2171" y="2980"/>
                </a:lnTo>
                <a:lnTo>
                  <a:pt x="2170" y="2980"/>
                </a:lnTo>
                <a:lnTo>
                  <a:pt x="2169" y="2980"/>
                </a:lnTo>
                <a:lnTo>
                  <a:pt x="2168" y="2980"/>
                </a:lnTo>
                <a:lnTo>
                  <a:pt x="2167" y="2980"/>
                </a:lnTo>
                <a:lnTo>
                  <a:pt x="2166" y="2980"/>
                </a:lnTo>
                <a:lnTo>
                  <a:pt x="2166" y="2981"/>
                </a:lnTo>
                <a:lnTo>
                  <a:pt x="2166" y="2980"/>
                </a:lnTo>
                <a:lnTo>
                  <a:pt x="2165" y="2980"/>
                </a:lnTo>
                <a:lnTo>
                  <a:pt x="2166" y="2980"/>
                </a:lnTo>
                <a:lnTo>
                  <a:pt x="2166" y="2979"/>
                </a:lnTo>
                <a:lnTo>
                  <a:pt x="2166" y="2978"/>
                </a:lnTo>
                <a:lnTo>
                  <a:pt x="2167" y="2978"/>
                </a:lnTo>
                <a:lnTo>
                  <a:pt x="2167" y="2977"/>
                </a:lnTo>
                <a:lnTo>
                  <a:pt x="2167" y="2976"/>
                </a:lnTo>
                <a:lnTo>
                  <a:pt x="2168" y="2976"/>
                </a:lnTo>
                <a:lnTo>
                  <a:pt x="2168" y="2975"/>
                </a:lnTo>
                <a:lnTo>
                  <a:pt x="2168" y="2974"/>
                </a:lnTo>
                <a:lnTo>
                  <a:pt x="2168" y="2973"/>
                </a:lnTo>
                <a:lnTo>
                  <a:pt x="2168" y="2972"/>
                </a:lnTo>
                <a:lnTo>
                  <a:pt x="2168" y="2971"/>
                </a:lnTo>
                <a:lnTo>
                  <a:pt x="2168" y="2970"/>
                </a:lnTo>
                <a:lnTo>
                  <a:pt x="2168" y="2969"/>
                </a:lnTo>
                <a:lnTo>
                  <a:pt x="2168" y="2968"/>
                </a:lnTo>
                <a:lnTo>
                  <a:pt x="2169" y="2968"/>
                </a:lnTo>
                <a:lnTo>
                  <a:pt x="2169" y="2967"/>
                </a:lnTo>
                <a:lnTo>
                  <a:pt x="2168" y="2967"/>
                </a:lnTo>
                <a:lnTo>
                  <a:pt x="2168" y="2966"/>
                </a:lnTo>
                <a:lnTo>
                  <a:pt x="2169" y="2966"/>
                </a:lnTo>
                <a:lnTo>
                  <a:pt x="2168" y="2966"/>
                </a:lnTo>
                <a:lnTo>
                  <a:pt x="2169" y="2966"/>
                </a:lnTo>
                <a:lnTo>
                  <a:pt x="2169" y="2965"/>
                </a:lnTo>
                <a:lnTo>
                  <a:pt x="2169" y="2964"/>
                </a:lnTo>
                <a:lnTo>
                  <a:pt x="2169" y="2963"/>
                </a:lnTo>
                <a:lnTo>
                  <a:pt x="2169" y="2962"/>
                </a:lnTo>
                <a:lnTo>
                  <a:pt x="2169" y="2961"/>
                </a:lnTo>
                <a:lnTo>
                  <a:pt x="2169" y="2960"/>
                </a:lnTo>
                <a:lnTo>
                  <a:pt x="2169" y="2959"/>
                </a:lnTo>
                <a:lnTo>
                  <a:pt x="2169" y="2958"/>
                </a:lnTo>
                <a:lnTo>
                  <a:pt x="2170" y="2958"/>
                </a:lnTo>
                <a:lnTo>
                  <a:pt x="2170" y="2957"/>
                </a:lnTo>
                <a:lnTo>
                  <a:pt x="2169" y="2957"/>
                </a:lnTo>
                <a:lnTo>
                  <a:pt x="2169" y="2956"/>
                </a:lnTo>
                <a:lnTo>
                  <a:pt x="2169" y="2955"/>
                </a:lnTo>
                <a:lnTo>
                  <a:pt x="2169" y="2954"/>
                </a:lnTo>
                <a:lnTo>
                  <a:pt x="2169" y="2953"/>
                </a:lnTo>
                <a:lnTo>
                  <a:pt x="2169" y="2952"/>
                </a:lnTo>
                <a:lnTo>
                  <a:pt x="2169" y="2951"/>
                </a:lnTo>
                <a:lnTo>
                  <a:pt x="2168" y="2951"/>
                </a:lnTo>
                <a:lnTo>
                  <a:pt x="2168" y="2950"/>
                </a:lnTo>
                <a:lnTo>
                  <a:pt x="2167" y="2950"/>
                </a:lnTo>
                <a:lnTo>
                  <a:pt x="2167" y="2949"/>
                </a:lnTo>
                <a:lnTo>
                  <a:pt x="2168" y="2949"/>
                </a:lnTo>
                <a:lnTo>
                  <a:pt x="2168" y="2948"/>
                </a:lnTo>
                <a:lnTo>
                  <a:pt x="2169" y="2948"/>
                </a:lnTo>
                <a:lnTo>
                  <a:pt x="2169" y="2947"/>
                </a:lnTo>
                <a:lnTo>
                  <a:pt x="2169" y="2946"/>
                </a:lnTo>
                <a:lnTo>
                  <a:pt x="2170" y="2946"/>
                </a:lnTo>
                <a:lnTo>
                  <a:pt x="2171" y="2946"/>
                </a:lnTo>
                <a:lnTo>
                  <a:pt x="2170" y="2946"/>
                </a:lnTo>
                <a:lnTo>
                  <a:pt x="2171" y="2946"/>
                </a:lnTo>
                <a:lnTo>
                  <a:pt x="2172" y="2946"/>
                </a:lnTo>
                <a:lnTo>
                  <a:pt x="2173" y="2946"/>
                </a:lnTo>
                <a:lnTo>
                  <a:pt x="2173" y="2945"/>
                </a:lnTo>
                <a:lnTo>
                  <a:pt x="2174" y="2945"/>
                </a:lnTo>
                <a:lnTo>
                  <a:pt x="2175" y="2945"/>
                </a:lnTo>
                <a:lnTo>
                  <a:pt x="2175" y="2944"/>
                </a:lnTo>
                <a:lnTo>
                  <a:pt x="2176" y="2944"/>
                </a:lnTo>
                <a:lnTo>
                  <a:pt x="2177" y="2944"/>
                </a:lnTo>
                <a:lnTo>
                  <a:pt x="2177" y="2943"/>
                </a:lnTo>
                <a:lnTo>
                  <a:pt x="2177" y="2942"/>
                </a:lnTo>
                <a:lnTo>
                  <a:pt x="2178" y="2942"/>
                </a:lnTo>
                <a:lnTo>
                  <a:pt x="2178" y="2941"/>
                </a:lnTo>
                <a:lnTo>
                  <a:pt x="2179" y="2941"/>
                </a:lnTo>
                <a:lnTo>
                  <a:pt x="2179" y="2940"/>
                </a:lnTo>
                <a:lnTo>
                  <a:pt x="2180" y="2940"/>
                </a:lnTo>
                <a:lnTo>
                  <a:pt x="2181" y="2940"/>
                </a:lnTo>
                <a:lnTo>
                  <a:pt x="2181" y="2939"/>
                </a:lnTo>
                <a:lnTo>
                  <a:pt x="2182" y="2939"/>
                </a:lnTo>
                <a:lnTo>
                  <a:pt x="2182" y="2940"/>
                </a:lnTo>
                <a:lnTo>
                  <a:pt x="2183" y="2940"/>
                </a:lnTo>
                <a:lnTo>
                  <a:pt x="2184" y="2940"/>
                </a:lnTo>
                <a:lnTo>
                  <a:pt x="2184" y="2941"/>
                </a:lnTo>
                <a:lnTo>
                  <a:pt x="2184" y="2940"/>
                </a:lnTo>
                <a:lnTo>
                  <a:pt x="2185" y="2940"/>
                </a:lnTo>
                <a:lnTo>
                  <a:pt x="2185" y="2941"/>
                </a:lnTo>
                <a:lnTo>
                  <a:pt x="2185" y="2940"/>
                </a:lnTo>
                <a:lnTo>
                  <a:pt x="2186" y="2940"/>
                </a:lnTo>
                <a:lnTo>
                  <a:pt x="2186" y="2941"/>
                </a:lnTo>
                <a:lnTo>
                  <a:pt x="2186" y="2940"/>
                </a:lnTo>
                <a:lnTo>
                  <a:pt x="2187" y="2940"/>
                </a:lnTo>
                <a:lnTo>
                  <a:pt x="2187" y="2941"/>
                </a:lnTo>
                <a:lnTo>
                  <a:pt x="2187" y="2940"/>
                </a:lnTo>
                <a:lnTo>
                  <a:pt x="2188" y="2940"/>
                </a:lnTo>
                <a:lnTo>
                  <a:pt x="2188" y="2939"/>
                </a:lnTo>
                <a:lnTo>
                  <a:pt x="2189" y="2939"/>
                </a:lnTo>
                <a:lnTo>
                  <a:pt x="2189" y="2938"/>
                </a:lnTo>
                <a:lnTo>
                  <a:pt x="2190" y="2938"/>
                </a:lnTo>
                <a:lnTo>
                  <a:pt x="2190" y="2937"/>
                </a:lnTo>
                <a:lnTo>
                  <a:pt x="2189" y="2937"/>
                </a:lnTo>
                <a:lnTo>
                  <a:pt x="2189" y="2936"/>
                </a:lnTo>
                <a:lnTo>
                  <a:pt x="2189" y="2935"/>
                </a:lnTo>
                <a:lnTo>
                  <a:pt x="2188" y="2935"/>
                </a:lnTo>
                <a:lnTo>
                  <a:pt x="2188" y="2934"/>
                </a:lnTo>
                <a:lnTo>
                  <a:pt x="2187" y="2934"/>
                </a:lnTo>
                <a:lnTo>
                  <a:pt x="2187" y="2935"/>
                </a:lnTo>
                <a:lnTo>
                  <a:pt x="2186" y="2935"/>
                </a:lnTo>
                <a:lnTo>
                  <a:pt x="2186" y="2934"/>
                </a:lnTo>
                <a:lnTo>
                  <a:pt x="2185" y="2934"/>
                </a:lnTo>
                <a:lnTo>
                  <a:pt x="2185" y="2933"/>
                </a:lnTo>
                <a:lnTo>
                  <a:pt x="2184" y="2932"/>
                </a:lnTo>
                <a:lnTo>
                  <a:pt x="2184" y="2931"/>
                </a:lnTo>
                <a:lnTo>
                  <a:pt x="2183" y="2930"/>
                </a:lnTo>
                <a:lnTo>
                  <a:pt x="2184" y="2930"/>
                </a:lnTo>
                <a:lnTo>
                  <a:pt x="2184" y="2929"/>
                </a:lnTo>
                <a:lnTo>
                  <a:pt x="2184" y="2928"/>
                </a:lnTo>
                <a:lnTo>
                  <a:pt x="2184" y="2927"/>
                </a:lnTo>
                <a:lnTo>
                  <a:pt x="2183" y="2927"/>
                </a:lnTo>
                <a:lnTo>
                  <a:pt x="2183" y="2926"/>
                </a:lnTo>
                <a:lnTo>
                  <a:pt x="2183" y="2925"/>
                </a:lnTo>
                <a:lnTo>
                  <a:pt x="2182" y="2925"/>
                </a:lnTo>
                <a:lnTo>
                  <a:pt x="2182" y="2924"/>
                </a:lnTo>
                <a:lnTo>
                  <a:pt x="2183" y="2924"/>
                </a:lnTo>
                <a:lnTo>
                  <a:pt x="2182" y="2924"/>
                </a:lnTo>
                <a:lnTo>
                  <a:pt x="2183" y="2924"/>
                </a:lnTo>
                <a:lnTo>
                  <a:pt x="2183" y="2923"/>
                </a:lnTo>
                <a:lnTo>
                  <a:pt x="2182" y="2923"/>
                </a:lnTo>
                <a:lnTo>
                  <a:pt x="2183" y="2923"/>
                </a:lnTo>
                <a:lnTo>
                  <a:pt x="2183" y="2922"/>
                </a:lnTo>
                <a:lnTo>
                  <a:pt x="2183" y="2921"/>
                </a:lnTo>
                <a:lnTo>
                  <a:pt x="2182" y="2921"/>
                </a:lnTo>
                <a:lnTo>
                  <a:pt x="2183" y="2921"/>
                </a:lnTo>
                <a:lnTo>
                  <a:pt x="2183" y="2920"/>
                </a:lnTo>
                <a:lnTo>
                  <a:pt x="2183" y="2919"/>
                </a:lnTo>
                <a:lnTo>
                  <a:pt x="2183" y="2918"/>
                </a:lnTo>
                <a:lnTo>
                  <a:pt x="2183" y="2917"/>
                </a:lnTo>
                <a:lnTo>
                  <a:pt x="2183" y="2916"/>
                </a:lnTo>
                <a:lnTo>
                  <a:pt x="2183" y="2915"/>
                </a:lnTo>
                <a:lnTo>
                  <a:pt x="2183" y="2914"/>
                </a:lnTo>
                <a:lnTo>
                  <a:pt x="2184" y="2914"/>
                </a:lnTo>
                <a:lnTo>
                  <a:pt x="2184" y="2915"/>
                </a:lnTo>
                <a:lnTo>
                  <a:pt x="2185" y="2915"/>
                </a:lnTo>
                <a:lnTo>
                  <a:pt x="2185" y="2914"/>
                </a:lnTo>
                <a:lnTo>
                  <a:pt x="2185" y="2913"/>
                </a:lnTo>
                <a:lnTo>
                  <a:pt x="2186" y="2913"/>
                </a:lnTo>
                <a:lnTo>
                  <a:pt x="2186" y="2912"/>
                </a:lnTo>
                <a:lnTo>
                  <a:pt x="2187" y="2912"/>
                </a:lnTo>
                <a:lnTo>
                  <a:pt x="2187" y="2911"/>
                </a:lnTo>
                <a:lnTo>
                  <a:pt x="2188" y="2911"/>
                </a:lnTo>
                <a:lnTo>
                  <a:pt x="2188" y="2910"/>
                </a:lnTo>
                <a:lnTo>
                  <a:pt x="2188" y="2909"/>
                </a:lnTo>
                <a:lnTo>
                  <a:pt x="2188" y="2908"/>
                </a:lnTo>
                <a:lnTo>
                  <a:pt x="2189" y="2908"/>
                </a:lnTo>
                <a:lnTo>
                  <a:pt x="2189" y="2907"/>
                </a:lnTo>
                <a:lnTo>
                  <a:pt x="2190" y="2906"/>
                </a:lnTo>
                <a:lnTo>
                  <a:pt x="2190" y="2905"/>
                </a:lnTo>
                <a:lnTo>
                  <a:pt x="2190" y="2904"/>
                </a:lnTo>
                <a:lnTo>
                  <a:pt x="2190" y="2903"/>
                </a:lnTo>
                <a:lnTo>
                  <a:pt x="2191" y="2903"/>
                </a:lnTo>
                <a:lnTo>
                  <a:pt x="2191" y="2902"/>
                </a:lnTo>
                <a:lnTo>
                  <a:pt x="2191" y="2901"/>
                </a:lnTo>
                <a:lnTo>
                  <a:pt x="2191" y="2900"/>
                </a:lnTo>
                <a:lnTo>
                  <a:pt x="2191" y="2899"/>
                </a:lnTo>
                <a:lnTo>
                  <a:pt x="2192" y="2899"/>
                </a:lnTo>
                <a:lnTo>
                  <a:pt x="2192" y="2898"/>
                </a:lnTo>
                <a:lnTo>
                  <a:pt x="2192" y="2897"/>
                </a:lnTo>
                <a:lnTo>
                  <a:pt x="2193" y="2897"/>
                </a:lnTo>
                <a:lnTo>
                  <a:pt x="2192" y="2897"/>
                </a:lnTo>
                <a:lnTo>
                  <a:pt x="2193" y="2897"/>
                </a:lnTo>
                <a:lnTo>
                  <a:pt x="2193" y="2896"/>
                </a:lnTo>
                <a:lnTo>
                  <a:pt x="2193" y="2895"/>
                </a:lnTo>
                <a:lnTo>
                  <a:pt x="2194" y="2895"/>
                </a:lnTo>
                <a:lnTo>
                  <a:pt x="2195" y="2895"/>
                </a:lnTo>
                <a:lnTo>
                  <a:pt x="2195" y="2896"/>
                </a:lnTo>
                <a:lnTo>
                  <a:pt x="2196" y="2896"/>
                </a:lnTo>
                <a:lnTo>
                  <a:pt x="2196" y="2895"/>
                </a:lnTo>
                <a:lnTo>
                  <a:pt x="2196" y="2896"/>
                </a:lnTo>
                <a:lnTo>
                  <a:pt x="2197" y="2896"/>
                </a:lnTo>
                <a:lnTo>
                  <a:pt x="2197" y="2897"/>
                </a:lnTo>
                <a:lnTo>
                  <a:pt x="2197" y="2898"/>
                </a:lnTo>
                <a:lnTo>
                  <a:pt x="2198" y="2898"/>
                </a:lnTo>
                <a:lnTo>
                  <a:pt x="2198" y="2899"/>
                </a:lnTo>
                <a:lnTo>
                  <a:pt x="2199" y="2899"/>
                </a:lnTo>
                <a:lnTo>
                  <a:pt x="2199" y="2900"/>
                </a:lnTo>
                <a:lnTo>
                  <a:pt x="2199" y="2901"/>
                </a:lnTo>
                <a:lnTo>
                  <a:pt x="2200" y="2901"/>
                </a:lnTo>
                <a:lnTo>
                  <a:pt x="2201" y="2901"/>
                </a:lnTo>
                <a:lnTo>
                  <a:pt x="2202" y="2901"/>
                </a:lnTo>
                <a:lnTo>
                  <a:pt x="2203" y="2901"/>
                </a:lnTo>
                <a:lnTo>
                  <a:pt x="2203" y="2900"/>
                </a:lnTo>
                <a:lnTo>
                  <a:pt x="2204" y="2900"/>
                </a:lnTo>
                <a:lnTo>
                  <a:pt x="2204" y="2899"/>
                </a:lnTo>
                <a:lnTo>
                  <a:pt x="2204" y="2898"/>
                </a:lnTo>
                <a:lnTo>
                  <a:pt x="2205" y="2898"/>
                </a:lnTo>
                <a:lnTo>
                  <a:pt x="2206" y="2898"/>
                </a:lnTo>
                <a:lnTo>
                  <a:pt x="2206" y="2897"/>
                </a:lnTo>
                <a:lnTo>
                  <a:pt x="2207" y="2897"/>
                </a:lnTo>
                <a:lnTo>
                  <a:pt x="2207" y="2896"/>
                </a:lnTo>
                <a:lnTo>
                  <a:pt x="2207" y="2895"/>
                </a:lnTo>
                <a:lnTo>
                  <a:pt x="2208" y="2895"/>
                </a:lnTo>
                <a:lnTo>
                  <a:pt x="2208" y="2894"/>
                </a:lnTo>
                <a:lnTo>
                  <a:pt x="2209" y="2894"/>
                </a:lnTo>
                <a:lnTo>
                  <a:pt x="2208" y="2894"/>
                </a:lnTo>
                <a:lnTo>
                  <a:pt x="2208" y="2893"/>
                </a:lnTo>
                <a:lnTo>
                  <a:pt x="2208" y="2892"/>
                </a:lnTo>
                <a:lnTo>
                  <a:pt x="2209" y="2892"/>
                </a:lnTo>
                <a:lnTo>
                  <a:pt x="2209" y="2891"/>
                </a:lnTo>
                <a:lnTo>
                  <a:pt x="2210" y="2891"/>
                </a:lnTo>
                <a:lnTo>
                  <a:pt x="2211" y="2891"/>
                </a:lnTo>
                <a:lnTo>
                  <a:pt x="2211" y="2892"/>
                </a:lnTo>
                <a:lnTo>
                  <a:pt x="2211" y="2891"/>
                </a:lnTo>
                <a:lnTo>
                  <a:pt x="2211" y="2892"/>
                </a:lnTo>
                <a:lnTo>
                  <a:pt x="2212" y="2892"/>
                </a:lnTo>
                <a:lnTo>
                  <a:pt x="2212" y="2891"/>
                </a:lnTo>
                <a:lnTo>
                  <a:pt x="2212" y="2892"/>
                </a:lnTo>
                <a:lnTo>
                  <a:pt x="2212" y="2891"/>
                </a:lnTo>
                <a:lnTo>
                  <a:pt x="2213" y="2891"/>
                </a:lnTo>
                <a:lnTo>
                  <a:pt x="2214" y="2891"/>
                </a:lnTo>
                <a:lnTo>
                  <a:pt x="2214" y="2890"/>
                </a:lnTo>
                <a:lnTo>
                  <a:pt x="2214" y="2889"/>
                </a:lnTo>
                <a:lnTo>
                  <a:pt x="2215" y="2889"/>
                </a:lnTo>
                <a:lnTo>
                  <a:pt x="2215" y="2888"/>
                </a:lnTo>
                <a:lnTo>
                  <a:pt x="2215" y="2889"/>
                </a:lnTo>
                <a:lnTo>
                  <a:pt x="2215" y="2888"/>
                </a:lnTo>
                <a:lnTo>
                  <a:pt x="2216" y="2888"/>
                </a:lnTo>
                <a:lnTo>
                  <a:pt x="2216" y="2887"/>
                </a:lnTo>
                <a:lnTo>
                  <a:pt x="2217" y="2887"/>
                </a:lnTo>
                <a:lnTo>
                  <a:pt x="2217" y="2886"/>
                </a:lnTo>
                <a:lnTo>
                  <a:pt x="2217" y="2885"/>
                </a:lnTo>
                <a:lnTo>
                  <a:pt x="2217" y="2884"/>
                </a:lnTo>
                <a:lnTo>
                  <a:pt x="2217" y="2883"/>
                </a:lnTo>
                <a:lnTo>
                  <a:pt x="2217" y="2882"/>
                </a:lnTo>
                <a:lnTo>
                  <a:pt x="2218" y="2882"/>
                </a:lnTo>
                <a:lnTo>
                  <a:pt x="2218" y="2883"/>
                </a:lnTo>
                <a:lnTo>
                  <a:pt x="2219" y="2883"/>
                </a:lnTo>
                <a:lnTo>
                  <a:pt x="2220" y="2883"/>
                </a:lnTo>
                <a:lnTo>
                  <a:pt x="2221" y="2883"/>
                </a:lnTo>
                <a:lnTo>
                  <a:pt x="2221" y="2882"/>
                </a:lnTo>
                <a:lnTo>
                  <a:pt x="2221" y="2881"/>
                </a:lnTo>
                <a:lnTo>
                  <a:pt x="2221" y="2880"/>
                </a:lnTo>
                <a:lnTo>
                  <a:pt x="2222" y="2880"/>
                </a:lnTo>
                <a:lnTo>
                  <a:pt x="2222" y="2879"/>
                </a:lnTo>
                <a:lnTo>
                  <a:pt x="2221" y="2879"/>
                </a:lnTo>
                <a:lnTo>
                  <a:pt x="2221" y="2878"/>
                </a:lnTo>
                <a:lnTo>
                  <a:pt x="2222" y="2878"/>
                </a:lnTo>
                <a:lnTo>
                  <a:pt x="2222" y="2877"/>
                </a:lnTo>
                <a:lnTo>
                  <a:pt x="2222" y="2876"/>
                </a:lnTo>
                <a:lnTo>
                  <a:pt x="2222" y="2875"/>
                </a:lnTo>
                <a:lnTo>
                  <a:pt x="2222" y="2874"/>
                </a:lnTo>
                <a:lnTo>
                  <a:pt x="2221" y="2874"/>
                </a:lnTo>
                <a:lnTo>
                  <a:pt x="2221" y="2873"/>
                </a:lnTo>
                <a:lnTo>
                  <a:pt x="2220" y="2873"/>
                </a:lnTo>
                <a:lnTo>
                  <a:pt x="2220" y="2872"/>
                </a:lnTo>
                <a:lnTo>
                  <a:pt x="2220" y="2871"/>
                </a:lnTo>
                <a:lnTo>
                  <a:pt x="2219" y="2871"/>
                </a:lnTo>
                <a:lnTo>
                  <a:pt x="2219" y="2870"/>
                </a:lnTo>
                <a:lnTo>
                  <a:pt x="2220" y="2870"/>
                </a:lnTo>
                <a:lnTo>
                  <a:pt x="2220" y="2869"/>
                </a:lnTo>
                <a:lnTo>
                  <a:pt x="2220" y="2870"/>
                </a:lnTo>
                <a:lnTo>
                  <a:pt x="2221" y="2870"/>
                </a:lnTo>
                <a:lnTo>
                  <a:pt x="2221" y="2869"/>
                </a:lnTo>
                <a:lnTo>
                  <a:pt x="2221" y="2870"/>
                </a:lnTo>
                <a:lnTo>
                  <a:pt x="2221" y="2869"/>
                </a:lnTo>
                <a:lnTo>
                  <a:pt x="2222" y="2869"/>
                </a:lnTo>
                <a:lnTo>
                  <a:pt x="2222" y="2868"/>
                </a:lnTo>
                <a:lnTo>
                  <a:pt x="2223" y="2867"/>
                </a:lnTo>
                <a:lnTo>
                  <a:pt x="2222" y="2867"/>
                </a:lnTo>
                <a:lnTo>
                  <a:pt x="2223" y="2867"/>
                </a:lnTo>
                <a:lnTo>
                  <a:pt x="2224" y="2867"/>
                </a:lnTo>
                <a:lnTo>
                  <a:pt x="2224" y="2866"/>
                </a:lnTo>
                <a:lnTo>
                  <a:pt x="2225" y="2866"/>
                </a:lnTo>
                <a:lnTo>
                  <a:pt x="2225" y="2865"/>
                </a:lnTo>
                <a:lnTo>
                  <a:pt x="2224" y="2865"/>
                </a:lnTo>
                <a:lnTo>
                  <a:pt x="2225" y="2865"/>
                </a:lnTo>
                <a:lnTo>
                  <a:pt x="2225" y="2864"/>
                </a:lnTo>
                <a:lnTo>
                  <a:pt x="2225" y="2863"/>
                </a:lnTo>
                <a:lnTo>
                  <a:pt x="2224" y="2863"/>
                </a:lnTo>
                <a:lnTo>
                  <a:pt x="2224" y="2862"/>
                </a:lnTo>
                <a:lnTo>
                  <a:pt x="2224" y="2861"/>
                </a:lnTo>
                <a:lnTo>
                  <a:pt x="2224" y="2860"/>
                </a:lnTo>
                <a:lnTo>
                  <a:pt x="2223" y="2860"/>
                </a:lnTo>
                <a:lnTo>
                  <a:pt x="2223" y="2859"/>
                </a:lnTo>
                <a:lnTo>
                  <a:pt x="2224" y="2859"/>
                </a:lnTo>
                <a:lnTo>
                  <a:pt x="2225" y="2859"/>
                </a:lnTo>
                <a:lnTo>
                  <a:pt x="2225" y="2860"/>
                </a:lnTo>
                <a:lnTo>
                  <a:pt x="2226" y="2860"/>
                </a:lnTo>
                <a:lnTo>
                  <a:pt x="2226" y="2859"/>
                </a:lnTo>
                <a:lnTo>
                  <a:pt x="2227" y="2859"/>
                </a:lnTo>
                <a:lnTo>
                  <a:pt x="2227" y="2860"/>
                </a:lnTo>
                <a:lnTo>
                  <a:pt x="2228" y="2860"/>
                </a:lnTo>
                <a:lnTo>
                  <a:pt x="2229" y="2860"/>
                </a:lnTo>
                <a:lnTo>
                  <a:pt x="2229" y="2861"/>
                </a:lnTo>
                <a:lnTo>
                  <a:pt x="2229" y="2860"/>
                </a:lnTo>
                <a:lnTo>
                  <a:pt x="2230" y="2860"/>
                </a:lnTo>
                <a:lnTo>
                  <a:pt x="2230" y="2861"/>
                </a:lnTo>
                <a:lnTo>
                  <a:pt x="2231" y="2861"/>
                </a:lnTo>
                <a:lnTo>
                  <a:pt x="2232" y="2861"/>
                </a:lnTo>
                <a:lnTo>
                  <a:pt x="2232" y="2862"/>
                </a:lnTo>
                <a:lnTo>
                  <a:pt x="2233" y="2862"/>
                </a:lnTo>
                <a:lnTo>
                  <a:pt x="2233" y="2863"/>
                </a:lnTo>
                <a:lnTo>
                  <a:pt x="2234" y="2863"/>
                </a:lnTo>
                <a:lnTo>
                  <a:pt x="2234" y="2864"/>
                </a:lnTo>
                <a:lnTo>
                  <a:pt x="2235" y="2864"/>
                </a:lnTo>
                <a:lnTo>
                  <a:pt x="2235" y="2865"/>
                </a:lnTo>
                <a:lnTo>
                  <a:pt x="2235" y="2866"/>
                </a:lnTo>
                <a:lnTo>
                  <a:pt x="2235" y="2867"/>
                </a:lnTo>
                <a:lnTo>
                  <a:pt x="2236" y="2867"/>
                </a:lnTo>
                <a:lnTo>
                  <a:pt x="2237" y="2867"/>
                </a:lnTo>
                <a:lnTo>
                  <a:pt x="2237" y="2866"/>
                </a:lnTo>
                <a:lnTo>
                  <a:pt x="2237" y="2865"/>
                </a:lnTo>
                <a:lnTo>
                  <a:pt x="2238" y="2865"/>
                </a:lnTo>
                <a:lnTo>
                  <a:pt x="2238" y="2864"/>
                </a:lnTo>
                <a:lnTo>
                  <a:pt x="2239" y="2864"/>
                </a:lnTo>
                <a:lnTo>
                  <a:pt x="2240" y="2864"/>
                </a:lnTo>
                <a:lnTo>
                  <a:pt x="2241" y="2864"/>
                </a:lnTo>
                <a:lnTo>
                  <a:pt x="2241" y="2863"/>
                </a:lnTo>
                <a:lnTo>
                  <a:pt x="2242" y="2863"/>
                </a:lnTo>
                <a:lnTo>
                  <a:pt x="2242" y="2862"/>
                </a:lnTo>
                <a:lnTo>
                  <a:pt x="2244" y="2862"/>
                </a:lnTo>
                <a:lnTo>
                  <a:pt x="2244" y="2861"/>
                </a:lnTo>
                <a:lnTo>
                  <a:pt x="2245" y="2861"/>
                </a:lnTo>
                <a:lnTo>
                  <a:pt x="2245" y="2860"/>
                </a:lnTo>
                <a:lnTo>
                  <a:pt x="2245" y="2859"/>
                </a:lnTo>
                <a:lnTo>
                  <a:pt x="2245" y="2858"/>
                </a:lnTo>
                <a:lnTo>
                  <a:pt x="2244" y="2858"/>
                </a:lnTo>
                <a:lnTo>
                  <a:pt x="2245" y="2858"/>
                </a:lnTo>
                <a:lnTo>
                  <a:pt x="2245" y="2857"/>
                </a:lnTo>
                <a:lnTo>
                  <a:pt x="2245" y="2856"/>
                </a:lnTo>
                <a:lnTo>
                  <a:pt x="2245" y="2855"/>
                </a:lnTo>
                <a:lnTo>
                  <a:pt x="2245" y="2854"/>
                </a:lnTo>
                <a:lnTo>
                  <a:pt x="2246" y="2854"/>
                </a:lnTo>
                <a:lnTo>
                  <a:pt x="2247" y="2854"/>
                </a:lnTo>
                <a:lnTo>
                  <a:pt x="2247" y="2853"/>
                </a:lnTo>
                <a:lnTo>
                  <a:pt x="2248" y="2853"/>
                </a:lnTo>
                <a:lnTo>
                  <a:pt x="2249" y="2853"/>
                </a:lnTo>
                <a:lnTo>
                  <a:pt x="2249" y="2852"/>
                </a:lnTo>
                <a:lnTo>
                  <a:pt x="2250" y="2852"/>
                </a:lnTo>
                <a:lnTo>
                  <a:pt x="2250" y="2851"/>
                </a:lnTo>
                <a:lnTo>
                  <a:pt x="2250" y="2850"/>
                </a:lnTo>
                <a:lnTo>
                  <a:pt x="2250" y="2849"/>
                </a:lnTo>
                <a:lnTo>
                  <a:pt x="2249" y="2849"/>
                </a:lnTo>
                <a:lnTo>
                  <a:pt x="2249" y="2848"/>
                </a:lnTo>
                <a:lnTo>
                  <a:pt x="2249" y="2847"/>
                </a:lnTo>
                <a:lnTo>
                  <a:pt x="2250" y="2847"/>
                </a:lnTo>
                <a:lnTo>
                  <a:pt x="2250" y="2846"/>
                </a:lnTo>
                <a:lnTo>
                  <a:pt x="2251" y="2846"/>
                </a:lnTo>
                <a:lnTo>
                  <a:pt x="2251" y="2845"/>
                </a:lnTo>
                <a:lnTo>
                  <a:pt x="2251" y="2844"/>
                </a:lnTo>
                <a:lnTo>
                  <a:pt x="2251" y="2843"/>
                </a:lnTo>
                <a:lnTo>
                  <a:pt x="2251" y="2842"/>
                </a:lnTo>
                <a:lnTo>
                  <a:pt x="2252" y="2842"/>
                </a:lnTo>
                <a:lnTo>
                  <a:pt x="2252" y="2841"/>
                </a:lnTo>
                <a:lnTo>
                  <a:pt x="2252" y="2840"/>
                </a:lnTo>
                <a:lnTo>
                  <a:pt x="2253" y="2840"/>
                </a:lnTo>
                <a:lnTo>
                  <a:pt x="2253" y="2839"/>
                </a:lnTo>
                <a:lnTo>
                  <a:pt x="2254" y="2839"/>
                </a:lnTo>
                <a:lnTo>
                  <a:pt x="2255" y="2839"/>
                </a:lnTo>
                <a:lnTo>
                  <a:pt x="2255" y="2838"/>
                </a:lnTo>
                <a:lnTo>
                  <a:pt x="2255" y="2837"/>
                </a:lnTo>
                <a:lnTo>
                  <a:pt x="2256" y="2837"/>
                </a:lnTo>
                <a:lnTo>
                  <a:pt x="2256" y="2836"/>
                </a:lnTo>
                <a:lnTo>
                  <a:pt x="2257" y="2836"/>
                </a:lnTo>
                <a:lnTo>
                  <a:pt x="2257" y="2837"/>
                </a:lnTo>
                <a:lnTo>
                  <a:pt x="2258" y="2837"/>
                </a:lnTo>
                <a:lnTo>
                  <a:pt x="2258" y="2836"/>
                </a:lnTo>
                <a:lnTo>
                  <a:pt x="2259" y="2836"/>
                </a:lnTo>
                <a:lnTo>
                  <a:pt x="2259" y="2837"/>
                </a:lnTo>
                <a:lnTo>
                  <a:pt x="2260" y="2837"/>
                </a:lnTo>
                <a:lnTo>
                  <a:pt x="2260" y="2838"/>
                </a:lnTo>
                <a:lnTo>
                  <a:pt x="2261" y="2838"/>
                </a:lnTo>
                <a:lnTo>
                  <a:pt x="2261" y="2839"/>
                </a:lnTo>
                <a:lnTo>
                  <a:pt x="2262" y="2839"/>
                </a:lnTo>
                <a:lnTo>
                  <a:pt x="2262" y="2840"/>
                </a:lnTo>
                <a:lnTo>
                  <a:pt x="2263" y="2840"/>
                </a:lnTo>
                <a:lnTo>
                  <a:pt x="2263" y="2839"/>
                </a:lnTo>
                <a:lnTo>
                  <a:pt x="2263" y="2840"/>
                </a:lnTo>
                <a:lnTo>
                  <a:pt x="2264" y="2840"/>
                </a:lnTo>
                <a:lnTo>
                  <a:pt x="2265" y="2840"/>
                </a:lnTo>
                <a:lnTo>
                  <a:pt x="2265" y="2841"/>
                </a:lnTo>
                <a:lnTo>
                  <a:pt x="2266" y="2841"/>
                </a:lnTo>
                <a:lnTo>
                  <a:pt x="2266" y="2840"/>
                </a:lnTo>
                <a:lnTo>
                  <a:pt x="2267" y="2840"/>
                </a:lnTo>
                <a:lnTo>
                  <a:pt x="2267" y="2839"/>
                </a:lnTo>
                <a:lnTo>
                  <a:pt x="2268" y="2839"/>
                </a:lnTo>
                <a:lnTo>
                  <a:pt x="2269" y="2839"/>
                </a:lnTo>
                <a:lnTo>
                  <a:pt x="2269" y="2838"/>
                </a:lnTo>
                <a:lnTo>
                  <a:pt x="2269" y="2837"/>
                </a:lnTo>
                <a:lnTo>
                  <a:pt x="2270" y="2837"/>
                </a:lnTo>
                <a:lnTo>
                  <a:pt x="2270" y="2836"/>
                </a:lnTo>
                <a:lnTo>
                  <a:pt x="2271" y="2836"/>
                </a:lnTo>
                <a:lnTo>
                  <a:pt x="2272" y="2836"/>
                </a:lnTo>
                <a:lnTo>
                  <a:pt x="2272" y="2835"/>
                </a:lnTo>
                <a:lnTo>
                  <a:pt x="2272" y="2834"/>
                </a:lnTo>
                <a:lnTo>
                  <a:pt x="2272" y="2833"/>
                </a:lnTo>
                <a:lnTo>
                  <a:pt x="2272" y="2832"/>
                </a:lnTo>
                <a:lnTo>
                  <a:pt x="2271" y="2832"/>
                </a:lnTo>
                <a:lnTo>
                  <a:pt x="2272" y="2832"/>
                </a:lnTo>
                <a:lnTo>
                  <a:pt x="2272" y="2831"/>
                </a:lnTo>
                <a:lnTo>
                  <a:pt x="2271" y="2831"/>
                </a:lnTo>
                <a:lnTo>
                  <a:pt x="2271" y="2830"/>
                </a:lnTo>
                <a:lnTo>
                  <a:pt x="2270" y="2830"/>
                </a:lnTo>
                <a:lnTo>
                  <a:pt x="2270" y="2829"/>
                </a:lnTo>
                <a:lnTo>
                  <a:pt x="2270" y="2828"/>
                </a:lnTo>
                <a:lnTo>
                  <a:pt x="2270" y="2827"/>
                </a:lnTo>
                <a:lnTo>
                  <a:pt x="2269" y="2827"/>
                </a:lnTo>
                <a:lnTo>
                  <a:pt x="2269" y="2826"/>
                </a:lnTo>
                <a:lnTo>
                  <a:pt x="2268" y="2826"/>
                </a:lnTo>
                <a:lnTo>
                  <a:pt x="2268" y="2825"/>
                </a:lnTo>
                <a:lnTo>
                  <a:pt x="2267" y="2825"/>
                </a:lnTo>
                <a:lnTo>
                  <a:pt x="2268" y="2825"/>
                </a:lnTo>
                <a:lnTo>
                  <a:pt x="2268" y="2824"/>
                </a:lnTo>
                <a:lnTo>
                  <a:pt x="2267" y="2824"/>
                </a:lnTo>
                <a:lnTo>
                  <a:pt x="2267" y="2825"/>
                </a:lnTo>
                <a:lnTo>
                  <a:pt x="2267" y="2824"/>
                </a:lnTo>
                <a:lnTo>
                  <a:pt x="2266" y="2824"/>
                </a:lnTo>
                <a:lnTo>
                  <a:pt x="2266" y="2823"/>
                </a:lnTo>
                <a:lnTo>
                  <a:pt x="2265" y="2823"/>
                </a:lnTo>
                <a:lnTo>
                  <a:pt x="2264" y="2823"/>
                </a:lnTo>
                <a:lnTo>
                  <a:pt x="2263" y="2823"/>
                </a:lnTo>
                <a:lnTo>
                  <a:pt x="2264" y="2823"/>
                </a:lnTo>
                <a:lnTo>
                  <a:pt x="2264" y="2822"/>
                </a:lnTo>
                <a:lnTo>
                  <a:pt x="2263" y="2822"/>
                </a:lnTo>
                <a:lnTo>
                  <a:pt x="2264" y="2822"/>
                </a:lnTo>
                <a:lnTo>
                  <a:pt x="2263" y="2822"/>
                </a:lnTo>
                <a:lnTo>
                  <a:pt x="2263" y="2821"/>
                </a:lnTo>
                <a:lnTo>
                  <a:pt x="2263" y="2820"/>
                </a:lnTo>
                <a:lnTo>
                  <a:pt x="2263" y="2819"/>
                </a:lnTo>
                <a:lnTo>
                  <a:pt x="2263" y="2818"/>
                </a:lnTo>
                <a:lnTo>
                  <a:pt x="2262" y="2818"/>
                </a:lnTo>
                <a:lnTo>
                  <a:pt x="2262" y="2817"/>
                </a:lnTo>
                <a:lnTo>
                  <a:pt x="2262" y="2816"/>
                </a:lnTo>
                <a:lnTo>
                  <a:pt x="2262" y="2815"/>
                </a:lnTo>
                <a:lnTo>
                  <a:pt x="2262" y="2814"/>
                </a:lnTo>
                <a:lnTo>
                  <a:pt x="2262" y="2813"/>
                </a:lnTo>
                <a:lnTo>
                  <a:pt x="2261" y="2813"/>
                </a:lnTo>
                <a:lnTo>
                  <a:pt x="2260" y="2813"/>
                </a:lnTo>
                <a:lnTo>
                  <a:pt x="2260" y="2812"/>
                </a:lnTo>
                <a:lnTo>
                  <a:pt x="2261" y="2812"/>
                </a:lnTo>
                <a:lnTo>
                  <a:pt x="2261" y="2811"/>
                </a:lnTo>
                <a:lnTo>
                  <a:pt x="2261" y="2810"/>
                </a:lnTo>
                <a:lnTo>
                  <a:pt x="2260" y="2810"/>
                </a:lnTo>
                <a:lnTo>
                  <a:pt x="2260" y="2809"/>
                </a:lnTo>
                <a:lnTo>
                  <a:pt x="2260" y="2808"/>
                </a:lnTo>
                <a:lnTo>
                  <a:pt x="2260" y="2807"/>
                </a:lnTo>
                <a:lnTo>
                  <a:pt x="2261" y="2807"/>
                </a:lnTo>
                <a:lnTo>
                  <a:pt x="2260" y="2807"/>
                </a:lnTo>
                <a:lnTo>
                  <a:pt x="2261" y="2807"/>
                </a:lnTo>
                <a:lnTo>
                  <a:pt x="2261" y="2806"/>
                </a:lnTo>
                <a:lnTo>
                  <a:pt x="2260" y="2806"/>
                </a:lnTo>
                <a:lnTo>
                  <a:pt x="2261" y="2806"/>
                </a:lnTo>
                <a:lnTo>
                  <a:pt x="2262" y="2806"/>
                </a:lnTo>
                <a:lnTo>
                  <a:pt x="2262" y="2807"/>
                </a:lnTo>
                <a:lnTo>
                  <a:pt x="2263" y="2807"/>
                </a:lnTo>
                <a:lnTo>
                  <a:pt x="2263" y="2806"/>
                </a:lnTo>
                <a:lnTo>
                  <a:pt x="2264" y="2806"/>
                </a:lnTo>
                <a:lnTo>
                  <a:pt x="2264" y="2805"/>
                </a:lnTo>
                <a:lnTo>
                  <a:pt x="2265" y="2805"/>
                </a:lnTo>
                <a:lnTo>
                  <a:pt x="2266" y="2805"/>
                </a:lnTo>
                <a:lnTo>
                  <a:pt x="2266" y="2806"/>
                </a:lnTo>
                <a:lnTo>
                  <a:pt x="2267" y="2806"/>
                </a:lnTo>
                <a:lnTo>
                  <a:pt x="2267" y="2807"/>
                </a:lnTo>
                <a:lnTo>
                  <a:pt x="2268" y="2807"/>
                </a:lnTo>
                <a:lnTo>
                  <a:pt x="2268" y="2808"/>
                </a:lnTo>
                <a:lnTo>
                  <a:pt x="2268" y="2809"/>
                </a:lnTo>
                <a:lnTo>
                  <a:pt x="2267" y="2809"/>
                </a:lnTo>
                <a:lnTo>
                  <a:pt x="2267" y="2810"/>
                </a:lnTo>
                <a:lnTo>
                  <a:pt x="2267" y="2811"/>
                </a:lnTo>
                <a:lnTo>
                  <a:pt x="2268" y="2811"/>
                </a:lnTo>
                <a:lnTo>
                  <a:pt x="2269" y="2811"/>
                </a:lnTo>
                <a:lnTo>
                  <a:pt x="2269" y="2810"/>
                </a:lnTo>
                <a:lnTo>
                  <a:pt x="2270" y="2810"/>
                </a:lnTo>
                <a:lnTo>
                  <a:pt x="2270" y="2809"/>
                </a:lnTo>
                <a:lnTo>
                  <a:pt x="2271" y="2809"/>
                </a:lnTo>
                <a:lnTo>
                  <a:pt x="2271" y="2808"/>
                </a:lnTo>
                <a:lnTo>
                  <a:pt x="2272" y="2808"/>
                </a:lnTo>
                <a:lnTo>
                  <a:pt x="2272" y="2807"/>
                </a:lnTo>
                <a:lnTo>
                  <a:pt x="2273" y="2807"/>
                </a:lnTo>
                <a:lnTo>
                  <a:pt x="2273" y="2806"/>
                </a:lnTo>
                <a:lnTo>
                  <a:pt x="2272" y="2806"/>
                </a:lnTo>
                <a:lnTo>
                  <a:pt x="2272" y="2805"/>
                </a:lnTo>
                <a:lnTo>
                  <a:pt x="2272" y="2804"/>
                </a:lnTo>
                <a:lnTo>
                  <a:pt x="2273" y="2804"/>
                </a:lnTo>
                <a:lnTo>
                  <a:pt x="2274" y="2804"/>
                </a:lnTo>
                <a:lnTo>
                  <a:pt x="2274" y="2803"/>
                </a:lnTo>
                <a:lnTo>
                  <a:pt x="2274" y="2802"/>
                </a:lnTo>
                <a:lnTo>
                  <a:pt x="2274" y="2801"/>
                </a:lnTo>
                <a:lnTo>
                  <a:pt x="2274" y="2800"/>
                </a:lnTo>
                <a:lnTo>
                  <a:pt x="2273" y="2800"/>
                </a:lnTo>
                <a:lnTo>
                  <a:pt x="2273" y="2799"/>
                </a:lnTo>
                <a:lnTo>
                  <a:pt x="2273" y="2798"/>
                </a:lnTo>
                <a:lnTo>
                  <a:pt x="2272" y="2798"/>
                </a:lnTo>
                <a:lnTo>
                  <a:pt x="2272" y="2797"/>
                </a:lnTo>
                <a:lnTo>
                  <a:pt x="2272" y="2796"/>
                </a:lnTo>
                <a:lnTo>
                  <a:pt x="2271" y="2796"/>
                </a:lnTo>
                <a:lnTo>
                  <a:pt x="2270" y="2796"/>
                </a:lnTo>
                <a:lnTo>
                  <a:pt x="2269" y="2796"/>
                </a:lnTo>
                <a:lnTo>
                  <a:pt x="2269" y="2795"/>
                </a:lnTo>
                <a:lnTo>
                  <a:pt x="2269" y="2794"/>
                </a:lnTo>
                <a:lnTo>
                  <a:pt x="2269" y="2793"/>
                </a:lnTo>
                <a:lnTo>
                  <a:pt x="2269" y="2792"/>
                </a:lnTo>
                <a:lnTo>
                  <a:pt x="2269" y="2791"/>
                </a:lnTo>
                <a:lnTo>
                  <a:pt x="2270" y="2791"/>
                </a:lnTo>
                <a:lnTo>
                  <a:pt x="2270" y="2790"/>
                </a:lnTo>
                <a:lnTo>
                  <a:pt x="2270" y="2789"/>
                </a:lnTo>
                <a:lnTo>
                  <a:pt x="2269" y="2789"/>
                </a:lnTo>
                <a:lnTo>
                  <a:pt x="2270" y="2789"/>
                </a:lnTo>
                <a:lnTo>
                  <a:pt x="2270" y="2788"/>
                </a:lnTo>
                <a:lnTo>
                  <a:pt x="2271" y="2788"/>
                </a:lnTo>
                <a:lnTo>
                  <a:pt x="2271" y="2787"/>
                </a:lnTo>
                <a:lnTo>
                  <a:pt x="2272" y="2787"/>
                </a:lnTo>
                <a:lnTo>
                  <a:pt x="2272" y="2786"/>
                </a:lnTo>
                <a:lnTo>
                  <a:pt x="2273" y="2786"/>
                </a:lnTo>
                <a:lnTo>
                  <a:pt x="2273" y="2785"/>
                </a:lnTo>
                <a:lnTo>
                  <a:pt x="2274" y="2785"/>
                </a:lnTo>
                <a:lnTo>
                  <a:pt x="2274" y="2784"/>
                </a:lnTo>
                <a:lnTo>
                  <a:pt x="2274" y="2783"/>
                </a:lnTo>
                <a:lnTo>
                  <a:pt x="2273" y="2783"/>
                </a:lnTo>
                <a:lnTo>
                  <a:pt x="2273" y="2782"/>
                </a:lnTo>
                <a:lnTo>
                  <a:pt x="2274" y="2782"/>
                </a:lnTo>
                <a:lnTo>
                  <a:pt x="2274" y="2781"/>
                </a:lnTo>
                <a:lnTo>
                  <a:pt x="2275" y="2781"/>
                </a:lnTo>
                <a:lnTo>
                  <a:pt x="2275" y="2780"/>
                </a:lnTo>
                <a:lnTo>
                  <a:pt x="2275" y="2779"/>
                </a:lnTo>
                <a:lnTo>
                  <a:pt x="2275" y="2778"/>
                </a:lnTo>
                <a:lnTo>
                  <a:pt x="2275" y="2777"/>
                </a:lnTo>
                <a:lnTo>
                  <a:pt x="2276" y="2777"/>
                </a:lnTo>
                <a:lnTo>
                  <a:pt x="2275" y="2777"/>
                </a:lnTo>
                <a:lnTo>
                  <a:pt x="2275" y="2776"/>
                </a:lnTo>
                <a:lnTo>
                  <a:pt x="2275" y="2775"/>
                </a:lnTo>
                <a:lnTo>
                  <a:pt x="2275" y="2774"/>
                </a:lnTo>
                <a:lnTo>
                  <a:pt x="2275" y="2773"/>
                </a:lnTo>
                <a:lnTo>
                  <a:pt x="2276" y="2773"/>
                </a:lnTo>
                <a:lnTo>
                  <a:pt x="2276" y="2772"/>
                </a:lnTo>
                <a:lnTo>
                  <a:pt x="2276" y="2771"/>
                </a:lnTo>
                <a:lnTo>
                  <a:pt x="2276" y="2770"/>
                </a:lnTo>
                <a:lnTo>
                  <a:pt x="2276" y="2769"/>
                </a:lnTo>
                <a:lnTo>
                  <a:pt x="2275" y="2769"/>
                </a:lnTo>
                <a:lnTo>
                  <a:pt x="2275" y="2768"/>
                </a:lnTo>
                <a:lnTo>
                  <a:pt x="2276" y="2768"/>
                </a:lnTo>
                <a:lnTo>
                  <a:pt x="2276" y="2767"/>
                </a:lnTo>
                <a:lnTo>
                  <a:pt x="2276" y="2766"/>
                </a:lnTo>
                <a:lnTo>
                  <a:pt x="2276" y="2765"/>
                </a:lnTo>
                <a:lnTo>
                  <a:pt x="2276" y="2763"/>
                </a:lnTo>
                <a:lnTo>
                  <a:pt x="2276" y="2762"/>
                </a:lnTo>
                <a:lnTo>
                  <a:pt x="2277" y="2762"/>
                </a:lnTo>
                <a:lnTo>
                  <a:pt x="2277" y="2761"/>
                </a:lnTo>
                <a:lnTo>
                  <a:pt x="2278" y="2761"/>
                </a:lnTo>
                <a:lnTo>
                  <a:pt x="2278" y="2760"/>
                </a:lnTo>
                <a:lnTo>
                  <a:pt x="2278" y="2759"/>
                </a:lnTo>
                <a:lnTo>
                  <a:pt x="2278" y="2758"/>
                </a:lnTo>
                <a:lnTo>
                  <a:pt x="2278" y="2757"/>
                </a:lnTo>
                <a:lnTo>
                  <a:pt x="2278" y="2756"/>
                </a:lnTo>
                <a:lnTo>
                  <a:pt x="2278" y="2755"/>
                </a:lnTo>
                <a:lnTo>
                  <a:pt x="2277" y="2755"/>
                </a:lnTo>
                <a:lnTo>
                  <a:pt x="2277" y="2754"/>
                </a:lnTo>
                <a:lnTo>
                  <a:pt x="2277" y="2753"/>
                </a:lnTo>
                <a:lnTo>
                  <a:pt x="2277" y="2752"/>
                </a:lnTo>
                <a:lnTo>
                  <a:pt x="2277" y="2751"/>
                </a:lnTo>
                <a:lnTo>
                  <a:pt x="2277" y="2750"/>
                </a:lnTo>
                <a:lnTo>
                  <a:pt x="2276" y="2750"/>
                </a:lnTo>
                <a:lnTo>
                  <a:pt x="2276" y="2749"/>
                </a:lnTo>
                <a:lnTo>
                  <a:pt x="2275" y="2749"/>
                </a:lnTo>
                <a:lnTo>
                  <a:pt x="2275" y="2748"/>
                </a:lnTo>
                <a:lnTo>
                  <a:pt x="2275" y="2747"/>
                </a:lnTo>
                <a:lnTo>
                  <a:pt x="2275" y="2746"/>
                </a:lnTo>
                <a:lnTo>
                  <a:pt x="2276" y="2746"/>
                </a:lnTo>
                <a:lnTo>
                  <a:pt x="2276" y="2745"/>
                </a:lnTo>
                <a:lnTo>
                  <a:pt x="2276" y="2744"/>
                </a:lnTo>
                <a:lnTo>
                  <a:pt x="2276" y="2742"/>
                </a:lnTo>
                <a:lnTo>
                  <a:pt x="2276" y="2741"/>
                </a:lnTo>
                <a:lnTo>
                  <a:pt x="2276" y="2740"/>
                </a:lnTo>
                <a:lnTo>
                  <a:pt x="2276" y="2739"/>
                </a:lnTo>
                <a:lnTo>
                  <a:pt x="2277" y="2739"/>
                </a:lnTo>
                <a:lnTo>
                  <a:pt x="2277" y="2738"/>
                </a:lnTo>
                <a:lnTo>
                  <a:pt x="2276" y="2738"/>
                </a:lnTo>
                <a:lnTo>
                  <a:pt x="2276" y="2737"/>
                </a:lnTo>
                <a:lnTo>
                  <a:pt x="2276" y="2736"/>
                </a:lnTo>
                <a:lnTo>
                  <a:pt x="2275" y="2736"/>
                </a:lnTo>
                <a:lnTo>
                  <a:pt x="2275" y="2735"/>
                </a:lnTo>
                <a:lnTo>
                  <a:pt x="2274" y="2735"/>
                </a:lnTo>
                <a:lnTo>
                  <a:pt x="2274" y="2734"/>
                </a:lnTo>
                <a:lnTo>
                  <a:pt x="2274" y="2733"/>
                </a:lnTo>
                <a:lnTo>
                  <a:pt x="2274" y="2732"/>
                </a:lnTo>
                <a:lnTo>
                  <a:pt x="2275" y="2732"/>
                </a:lnTo>
                <a:lnTo>
                  <a:pt x="2275" y="2731"/>
                </a:lnTo>
                <a:lnTo>
                  <a:pt x="2276" y="2731"/>
                </a:lnTo>
                <a:lnTo>
                  <a:pt x="2276" y="2730"/>
                </a:lnTo>
                <a:lnTo>
                  <a:pt x="2276" y="2728"/>
                </a:lnTo>
                <a:lnTo>
                  <a:pt x="2276" y="2727"/>
                </a:lnTo>
                <a:lnTo>
                  <a:pt x="2276" y="2726"/>
                </a:lnTo>
                <a:lnTo>
                  <a:pt x="2275" y="2725"/>
                </a:lnTo>
                <a:lnTo>
                  <a:pt x="2275" y="2724"/>
                </a:lnTo>
                <a:lnTo>
                  <a:pt x="2275" y="2723"/>
                </a:lnTo>
                <a:lnTo>
                  <a:pt x="2275" y="2722"/>
                </a:lnTo>
                <a:lnTo>
                  <a:pt x="2274" y="2722"/>
                </a:lnTo>
                <a:lnTo>
                  <a:pt x="2274" y="2721"/>
                </a:lnTo>
                <a:lnTo>
                  <a:pt x="2275" y="2721"/>
                </a:lnTo>
                <a:lnTo>
                  <a:pt x="2275" y="2720"/>
                </a:lnTo>
                <a:lnTo>
                  <a:pt x="2275" y="2719"/>
                </a:lnTo>
                <a:lnTo>
                  <a:pt x="2275" y="2718"/>
                </a:lnTo>
                <a:lnTo>
                  <a:pt x="2274" y="2718"/>
                </a:lnTo>
                <a:lnTo>
                  <a:pt x="2274" y="2717"/>
                </a:lnTo>
                <a:lnTo>
                  <a:pt x="2275" y="2717"/>
                </a:lnTo>
                <a:lnTo>
                  <a:pt x="2275" y="2716"/>
                </a:lnTo>
                <a:lnTo>
                  <a:pt x="2276" y="2716"/>
                </a:lnTo>
                <a:lnTo>
                  <a:pt x="2277" y="2716"/>
                </a:lnTo>
                <a:lnTo>
                  <a:pt x="2277" y="2715"/>
                </a:lnTo>
                <a:lnTo>
                  <a:pt x="2277" y="2714"/>
                </a:lnTo>
                <a:lnTo>
                  <a:pt x="2277" y="2713"/>
                </a:lnTo>
                <a:lnTo>
                  <a:pt x="2276" y="2713"/>
                </a:lnTo>
                <a:lnTo>
                  <a:pt x="2276" y="2712"/>
                </a:lnTo>
                <a:lnTo>
                  <a:pt x="2276" y="2711"/>
                </a:lnTo>
                <a:lnTo>
                  <a:pt x="2275" y="2711"/>
                </a:lnTo>
                <a:lnTo>
                  <a:pt x="2274" y="2711"/>
                </a:lnTo>
                <a:lnTo>
                  <a:pt x="2273" y="2711"/>
                </a:lnTo>
                <a:lnTo>
                  <a:pt x="2272" y="2710"/>
                </a:lnTo>
                <a:lnTo>
                  <a:pt x="2272" y="2709"/>
                </a:lnTo>
                <a:lnTo>
                  <a:pt x="2272" y="2708"/>
                </a:lnTo>
                <a:lnTo>
                  <a:pt x="2272" y="2707"/>
                </a:lnTo>
                <a:lnTo>
                  <a:pt x="2272" y="2706"/>
                </a:lnTo>
                <a:lnTo>
                  <a:pt x="2272" y="2705"/>
                </a:lnTo>
                <a:lnTo>
                  <a:pt x="2272" y="2704"/>
                </a:lnTo>
                <a:lnTo>
                  <a:pt x="2272" y="2703"/>
                </a:lnTo>
                <a:lnTo>
                  <a:pt x="2272" y="2702"/>
                </a:lnTo>
                <a:lnTo>
                  <a:pt x="2272" y="2701"/>
                </a:lnTo>
                <a:lnTo>
                  <a:pt x="2272" y="2700"/>
                </a:lnTo>
                <a:lnTo>
                  <a:pt x="2271" y="2700"/>
                </a:lnTo>
                <a:lnTo>
                  <a:pt x="2271" y="2699"/>
                </a:lnTo>
                <a:lnTo>
                  <a:pt x="2271" y="2698"/>
                </a:lnTo>
                <a:lnTo>
                  <a:pt x="2270" y="2698"/>
                </a:lnTo>
                <a:lnTo>
                  <a:pt x="2270" y="2697"/>
                </a:lnTo>
                <a:lnTo>
                  <a:pt x="2271" y="2697"/>
                </a:lnTo>
                <a:lnTo>
                  <a:pt x="2271" y="2696"/>
                </a:lnTo>
                <a:lnTo>
                  <a:pt x="2272" y="2696"/>
                </a:lnTo>
                <a:lnTo>
                  <a:pt x="2273" y="2696"/>
                </a:lnTo>
                <a:lnTo>
                  <a:pt x="2273" y="2695"/>
                </a:lnTo>
                <a:lnTo>
                  <a:pt x="2273" y="2694"/>
                </a:lnTo>
                <a:lnTo>
                  <a:pt x="2273" y="2693"/>
                </a:lnTo>
                <a:lnTo>
                  <a:pt x="2274" y="2693"/>
                </a:lnTo>
                <a:lnTo>
                  <a:pt x="2273" y="2693"/>
                </a:lnTo>
                <a:lnTo>
                  <a:pt x="2273" y="2692"/>
                </a:lnTo>
                <a:lnTo>
                  <a:pt x="2272" y="2692"/>
                </a:lnTo>
                <a:lnTo>
                  <a:pt x="2272" y="2691"/>
                </a:lnTo>
                <a:lnTo>
                  <a:pt x="2273" y="2691"/>
                </a:lnTo>
                <a:lnTo>
                  <a:pt x="2273" y="2690"/>
                </a:lnTo>
                <a:lnTo>
                  <a:pt x="2273" y="2689"/>
                </a:lnTo>
                <a:lnTo>
                  <a:pt x="2274" y="2689"/>
                </a:lnTo>
                <a:lnTo>
                  <a:pt x="2274" y="2688"/>
                </a:lnTo>
                <a:lnTo>
                  <a:pt x="2274" y="2687"/>
                </a:lnTo>
                <a:lnTo>
                  <a:pt x="2274" y="2686"/>
                </a:lnTo>
                <a:lnTo>
                  <a:pt x="2275" y="2686"/>
                </a:lnTo>
                <a:lnTo>
                  <a:pt x="2275" y="2685"/>
                </a:lnTo>
                <a:lnTo>
                  <a:pt x="2275" y="2684"/>
                </a:lnTo>
                <a:lnTo>
                  <a:pt x="2274" y="2684"/>
                </a:lnTo>
                <a:lnTo>
                  <a:pt x="2274" y="2683"/>
                </a:lnTo>
                <a:lnTo>
                  <a:pt x="2274" y="2682"/>
                </a:lnTo>
                <a:lnTo>
                  <a:pt x="2273" y="2682"/>
                </a:lnTo>
                <a:lnTo>
                  <a:pt x="2272" y="2682"/>
                </a:lnTo>
                <a:lnTo>
                  <a:pt x="2272" y="2681"/>
                </a:lnTo>
                <a:lnTo>
                  <a:pt x="2271" y="2681"/>
                </a:lnTo>
                <a:lnTo>
                  <a:pt x="2271" y="2680"/>
                </a:lnTo>
                <a:lnTo>
                  <a:pt x="2271" y="2679"/>
                </a:lnTo>
                <a:lnTo>
                  <a:pt x="2271" y="2677"/>
                </a:lnTo>
                <a:lnTo>
                  <a:pt x="2271" y="2676"/>
                </a:lnTo>
                <a:lnTo>
                  <a:pt x="2271" y="2675"/>
                </a:lnTo>
                <a:lnTo>
                  <a:pt x="2270" y="2675"/>
                </a:lnTo>
                <a:lnTo>
                  <a:pt x="2270" y="2674"/>
                </a:lnTo>
                <a:lnTo>
                  <a:pt x="2270" y="2673"/>
                </a:lnTo>
                <a:lnTo>
                  <a:pt x="2270" y="2672"/>
                </a:lnTo>
                <a:lnTo>
                  <a:pt x="2271" y="2672"/>
                </a:lnTo>
                <a:lnTo>
                  <a:pt x="2271" y="2671"/>
                </a:lnTo>
                <a:lnTo>
                  <a:pt x="2271" y="2670"/>
                </a:lnTo>
                <a:lnTo>
                  <a:pt x="2271" y="2669"/>
                </a:lnTo>
                <a:lnTo>
                  <a:pt x="2270" y="2669"/>
                </a:lnTo>
                <a:lnTo>
                  <a:pt x="2270" y="2668"/>
                </a:lnTo>
                <a:lnTo>
                  <a:pt x="2270" y="2667"/>
                </a:lnTo>
                <a:lnTo>
                  <a:pt x="2270" y="2666"/>
                </a:lnTo>
                <a:lnTo>
                  <a:pt x="2270" y="2665"/>
                </a:lnTo>
                <a:lnTo>
                  <a:pt x="2271" y="2665"/>
                </a:lnTo>
                <a:lnTo>
                  <a:pt x="2272" y="2665"/>
                </a:lnTo>
                <a:lnTo>
                  <a:pt x="2271" y="2665"/>
                </a:lnTo>
                <a:lnTo>
                  <a:pt x="2271" y="2664"/>
                </a:lnTo>
                <a:lnTo>
                  <a:pt x="2271" y="2663"/>
                </a:lnTo>
                <a:lnTo>
                  <a:pt x="2271" y="2662"/>
                </a:lnTo>
                <a:lnTo>
                  <a:pt x="2272" y="2662"/>
                </a:lnTo>
                <a:lnTo>
                  <a:pt x="2272" y="2661"/>
                </a:lnTo>
                <a:lnTo>
                  <a:pt x="2271" y="2661"/>
                </a:lnTo>
                <a:lnTo>
                  <a:pt x="2271" y="2660"/>
                </a:lnTo>
                <a:lnTo>
                  <a:pt x="2271" y="2661"/>
                </a:lnTo>
                <a:lnTo>
                  <a:pt x="2270" y="2661"/>
                </a:lnTo>
                <a:lnTo>
                  <a:pt x="2270" y="2660"/>
                </a:lnTo>
                <a:lnTo>
                  <a:pt x="2269" y="2660"/>
                </a:lnTo>
                <a:lnTo>
                  <a:pt x="2269" y="2659"/>
                </a:lnTo>
                <a:lnTo>
                  <a:pt x="2269" y="2658"/>
                </a:lnTo>
                <a:lnTo>
                  <a:pt x="2268" y="2658"/>
                </a:lnTo>
                <a:lnTo>
                  <a:pt x="2267" y="2658"/>
                </a:lnTo>
                <a:lnTo>
                  <a:pt x="2267" y="2659"/>
                </a:lnTo>
                <a:lnTo>
                  <a:pt x="2267" y="2660"/>
                </a:lnTo>
                <a:lnTo>
                  <a:pt x="2266" y="2660"/>
                </a:lnTo>
                <a:lnTo>
                  <a:pt x="2265" y="2660"/>
                </a:lnTo>
                <a:lnTo>
                  <a:pt x="2265" y="2659"/>
                </a:lnTo>
                <a:lnTo>
                  <a:pt x="2264" y="2659"/>
                </a:lnTo>
                <a:lnTo>
                  <a:pt x="2263" y="2659"/>
                </a:lnTo>
                <a:lnTo>
                  <a:pt x="2262" y="2659"/>
                </a:lnTo>
                <a:lnTo>
                  <a:pt x="2262" y="2660"/>
                </a:lnTo>
                <a:lnTo>
                  <a:pt x="2261" y="2660"/>
                </a:lnTo>
                <a:lnTo>
                  <a:pt x="2260" y="2660"/>
                </a:lnTo>
                <a:lnTo>
                  <a:pt x="2260" y="2659"/>
                </a:lnTo>
                <a:lnTo>
                  <a:pt x="2261" y="2659"/>
                </a:lnTo>
                <a:lnTo>
                  <a:pt x="2261" y="2658"/>
                </a:lnTo>
                <a:lnTo>
                  <a:pt x="2261" y="2657"/>
                </a:lnTo>
                <a:lnTo>
                  <a:pt x="2260" y="2657"/>
                </a:lnTo>
                <a:lnTo>
                  <a:pt x="2260" y="2656"/>
                </a:lnTo>
                <a:lnTo>
                  <a:pt x="2260" y="2655"/>
                </a:lnTo>
                <a:lnTo>
                  <a:pt x="2259" y="2655"/>
                </a:lnTo>
                <a:lnTo>
                  <a:pt x="2259" y="2654"/>
                </a:lnTo>
                <a:lnTo>
                  <a:pt x="2259" y="2653"/>
                </a:lnTo>
                <a:lnTo>
                  <a:pt x="2259" y="2652"/>
                </a:lnTo>
                <a:lnTo>
                  <a:pt x="2258" y="2652"/>
                </a:lnTo>
                <a:lnTo>
                  <a:pt x="2257" y="2652"/>
                </a:lnTo>
                <a:lnTo>
                  <a:pt x="2257" y="2653"/>
                </a:lnTo>
                <a:lnTo>
                  <a:pt x="2256" y="2653"/>
                </a:lnTo>
                <a:lnTo>
                  <a:pt x="2256" y="2654"/>
                </a:lnTo>
                <a:lnTo>
                  <a:pt x="2256" y="2655"/>
                </a:lnTo>
                <a:lnTo>
                  <a:pt x="2255" y="2655"/>
                </a:lnTo>
                <a:lnTo>
                  <a:pt x="2255" y="2654"/>
                </a:lnTo>
                <a:lnTo>
                  <a:pt x="2254" y="2654"/>
                </a:lnTo>
                <a:lnTo>
                  <a:pt x="2254" y="2653"/>
                </a:lnTo>
                <a:lnTo>
                  <a:pt x="2252" y="2653"/>
                </a:lnTo>
                <a:lnTo>
                  <a:pt x="2251" y="2653"/>
                </a:lnTo>
                <a:lnTo>
                  <a:pt x="2250" y="2653"/>
                </a:lnTo>
                <a:lnTo>
                  <a:pt x="2250" y="2652"/>
                </a:lnTo>
                <a:lnTo>
                  <a:pt x="2249" y="2652"/>
                </a:lnTo>
                <a:lnTo>
                  <a:pt x="2249" y="2651"/>
                </a:lnTo>
                <a:lnTo>
                  <a:pt x="2248" y="2651"/>
                </a:lnTo>
                <a:lnTo>
                  <a:pt x="2248" y="2650"/>
                </a:lnTo>
                <a:lnTo>
                  <a:pt x="2247" y="2650"/>
                </a:lnTo>
                <a:lnTo>
                  <a:pt x="2247" y="2651"/>
                </a:lnTo>
                <a:lnTo>
                  <a:pt x="2247" y="2652"/>
                </a:lnTo>
                <a:lnTo>
                  <a:pt x="2247" y="2653"/>
                </a:lnTo>
                <a:lnTo>
                  <a:pt x="2248" y="2653"/>
                </a:lnTo>
                <a:lnTo>
                  <a:pt x="2248" y="2654"/>
                </a:lnTo>
                <a:lnTo>
                  <a:pt x="2247" y="2654"/>
                </a:lnTo>
                <a:lnTo>
                  <a:pt x="2247" y="2655"/>
                </a:lnTo>
                <a:lnTo>
                  <a:pt x="2247" y="2656"/>
                </a:lnTo>
                <a:lnTo>
                  <a:pt x="2247" y="2657"/>
                </a:lnTo>
                <a:lnTo>
                  <a:pt x="2247" y="2658"/>
                </a:lnTo>
                <a:lnTo>
                  <a:pt x="2247" y="2660"/>
                </a:lnTo>
                <a:lnTo>
                  <a:pt x="2247" y="2661"/>
                </a:lnTo>
                <a:lnTo>
                  <a:pt x="2247" y="2662"/>
                </a:lnTo>
                <a:lnTo>
                  <a:pt x="2246" y="2662"/>
                </a:lnTo>
                <a:lnTo>
                  <a:pt x="2245" y="2662"/>
                </a:lnTo>
                <a:lnTo>
                  <a:pt x="2245" y="2663"/>
                </a:lnTo>
                <a:lnTo>
                  <a:pt x="2244" y="2663"/>
                </a:lnTo>
                <a:lnTo>
                  <a:pt x="2244" y="2664"/>
                </a:lnTo>
                <a:lnTo>
                  <a:pt x="2243" y="2664"/>
                </a:lnTo>
                <a:lnTo>
                  <a:pt x="2243" y="2665"/>
                </a:lnTo>
                <a:lnTo>
                  <a:pt x="2242" y="2666"/>
                </a:lnTo>
                <a:lnTo>
                  <a:pt x="2241" y="2666"/>
                </a:lnTo>
                <a:lnTo>
                  <a:pt x="2240" y="2666"/>
                </a:lnTo>
                <a:lnTo>
                  <a:pt x="2240" y="2665"/>
                </a:lnTo>
                <a:lnTo>
                  <a:pt x="2239" y="2665"/>
                </a:lnTo>
                <a:lnTo>
                  <a:pt x="2239" y="2666"/>
                </a:lnTo>
                <a:lnTo>
                  <a:pt x="2238" y="2666"/>
                </a:lnTo>
                <a:lnTo>
                  <a:pt x="2238" y="2665"/>
                </a:lnTo>
                <a:lnTo>
                  <a:pt x="2237" y="2665"/>
                </a:lnTo>
                <a:lnTo>
                  <a:pt x="2237" y="2664"/>
                </a:lnTo>
                <a:lnTo>
                  <a:pt x="2237" y="2663"/>
                </a:lnTo>
                <a:lnTo>
                  <a:pt x="2236" y="2663"/>
                </a:lnTo>
                <a:lnTo>
                  <a:pt x="2236" y="2662"/>
                </a:lnTo>
                <a:lnTo>
                  <a:pt x="2236" y="2661"/>
                </a:lnTo>
                <a:lnTo>
                  <a:pt x="2236" y="2660"/>
                </a:lnTo>
                <a:lnTo>
                  <a:pt x="2236" y="2659"/>
                </a:lnTo>
                <a:lnTo>
                  <a:pt x="2236" y="2658"/>
                </a:lnTo>
                <a:lnTo>
                  <a:pt x="2235" y="2658"/>
                </a:lnTo>
                <a:lnTo>
                  <a:pt x="2235" y="2657"/>
                </a:lnTo>
                <a:lnTo>
                  <a:pt x="2235" y="2656"/>
                </a:lnTo>
                <a:lnTo>
                  <a:pt x="2235" y="2655"/>
                </a:lnTo>
                <a:lnTo>
                  <a:pt x="2235" y="2654"/>
                </a:lnTo>
                <a:lnTo>
                  <a:pt x="2235" y="2653"/>
                </a:lnTo>
                <a:lnTo>
                  <a:pt x="2234" y="2653"/>
                </a:lnTo>
                <a:lnTo>
                  <a:pt x="2234" y="2651"/>
                </a:lnTo>
                <a:lnTo>
                  <a:pt x="2233" y="2651"/>
                </a:lnTo>
                <a:lnTo>
                  <a:pt x="2233" y="2650"/>
                </a:lnTo>
                <a:lnTo>
                  <a:pt x="2233" y="2651"/>
                </a:lnTo>
                <a:lnTo>
                  <a:pt x="2232" y="2651"/>
                </a:lnTo>
                <a:lnTo>
                  <a:pt x="2232" y="2650"/>
                </a:lnTo>
                <a:lnTo>
                  <a:pt x="2232" y="2649"/>
                </a:lnTo>
                <a:lnTo>
                  <a:pt x="2231" y="2649"/>
                </a:lnTo>
                <a:lnTo>
                  <a:pt x="2230" y="2648"/>
                </a:lnTo>
                <a:lnTo>
                  <a:pt x="2229" y="2648"/>
                </a:lnTo>
                <a:lnTo>
                  <a:pt x="2229" y="2647"/>
                </a:lnTo>
                <a:lnTo>
                  <a:pt x="2229" y="2646"/>
                </a:lnTo>
                <a:lnTo>
                  <a:pt x="2228" y="2645"/>
                </a:lnTo>
                <a:lnTo>
                  <a:pt x="2228" y="2644"/>
                </a:lnTo>
                <a:lnTo>
                  <a:pt x="2229" y="2644"/>
                </a:lnTo>
                <a:lnTo>
                  <a:pt x="2229" y="2643"/>
                </a:lnTo>
                <a:lnTo>
                  <a:pt x="2230" y="2643"/>
                </a:lnTo>
                <a:lnTo>
                  <a:pt x="2230" y="2642"/>
                </a:lnTo>
                <a:lnTo>
                  <a:pt x="2230" y="2641"/>
                </a:lnTo>
                <a:lnTo>
                  <a:pt x="2229" y="2641"/>
                </a:lnTo>
                <a:lnTo>
                  <a:pt x="2228" y="2641"/>
                </a:lnTo>
                <a:lnTo>
                  <a:pt x="2228" y="2640"/>
                </a:lnTo>
                <a:lnTo>
                  <a:pt x="2228" y="2639"/>
                </a:lnTo>
                <a:lnTo>
                  <a:pt x="2228" y="2638"/>
                </a:lnTo>
                <a:lnTo>
                  <a:pt x="2228" y="2637"/>
                </a:lnTo>
                <a:lnTo>
                  <a:pt x="2228" y="2635"/>
                </a:lnTo>
                <a:lnTo>
                  <a:pt x="2227" y="2635"/>
                </a:lnTo>
                <a:lnTo>
                  <a:pt x="2226" y="2635"/>
                </a:lnTo>
                <a:lnTo>
                  <a:pt x="2226" y="2634"/>
                </a:lnTo>
                <a:lnTo>
                  <a:pt x="2225" y="2634"/>
                </a:lnTo>
                <a:lnTo>
                  <a:pt x="2225" y="2633"/>
                </a:lnTo>
                <a:lnTo>
                  <a:pt x="2224" y="2633"/>
                </a:lnTo>
                <a:lnTo>
                  <a:pt x="2224" y="2632"/>
                </a:lnTo>
                <a:lnTo>
                  <a:pt x="2224" y="2631"/>
                </a:lnTo>
                <a:lnTo>
                  <a:pt x="2223" y="2631"/>
                </a:lnTo>
                <a:lnTo>
                  <a:pt x="2224" y="2631"/>
                </a:lnTo>
                <a:lnTo>
                  <a:pt x="2224" y="2630"/>
                </a:lnTo>
                <a:lnTo>
                  <a:pt x="2224" y="2629"/>
                </a:lnTo>
                <a:lnTo>
                  <a:pt x="2226" y="2629"/>
                </a:lnTo>
                <a:lnTo>
                  <a:pt x="2226" y="2628"/>
                </a:lnTo>
                <a:lnTo>
                  <a:pt x="2226" y="2627"/>
                </a:lnTo>
                <a:lnTo>
                  <a:pt x="2226" y="2626"/>
                </a:lnTo>
                <a:lnTo>
                  <a:pt x="2226" y="2625"/>
                </a:lnTo>
                <a:lnTo>
                  <a:pt x="2226" y="2624"/>
                </a:lnTo>
                <a:lnTo>
                  <a:pt x="2225" y="2624"/>
                </a:lnTo>
                <a:lnTo>
                  <a:pt x="2225" y="2623"/>
                </a:lnTo>
                <a:lnTo>
                  <a:pt x="2225" y="2622"/>
                </a:lnTo>
                <a:lnTo>
                  <a:pt x="2223" y="2622"/>
                </a:lnTo>
                <a:lnTo>
                  <a:pt x="2222" y="2622"/>
                </a:lnTo>
                <a:lnTo>
                  <a:pt x="2221" y="2621"/>
                </a:lnTo>
                <a:lnTo>
                  <a:pt x="2221" y="2620"/>
                </a:lnTo>
                <a:lnTo>
                  <a:pt x="2220" y="2620"/>
                </a:lnTo>
                <a:lnTo>
                  <a:pt x="2220" y="2619"/>
                </a:lnTo>
                <a:lnTo>
                  <a:pt x="2220" y="2618"/>
                </a:lnTo>
                <a:lnTo>
                  <a:pt x="2220" y="2617"/>
                </a:lnTo>
                <a:lnTo>
                  <a:pt x="2220" y="2616"/>
                </a:lnTo>
                <a:lnTo>
                  <a:pt x="2221" y="2616"/>
                </a:lnTo>
                <a:lnTo>
                  <a:pt x="2220" y="2616"/>
                </a:lnTo>
                <a:lnTo>
                  <a:pt x="2221" y="2615"/>
                </a:lnTo>
                <a:lnTo>
                  <a:pt x="2221" y="2614"/>
                </a:lnTo>
                <a:lnTo>
                  <a:pt x="2221" y="2613"/>
                </a:lnTo>
                <a:lnTo>
                  <a:pt x="2221" y="2611"/>
                </a:lnTo>
                <a:lnTo>
                  <a:pt x="2221" y="2610"/>
                </a:lnTo>
                <a:lnTo>
                  <a:pt x="2222" y="2610"/>
                </a:lnTo>
                <a:lnTo>
                  <a:pt x="2222" y="2609"/>
                </a:lnTo>
                <a:lnTo>
                  <a:pt x="2222" y="2608"/>
                </a:lnTo>
                <a:lnTo>
                  <a:pt x="2222" y="2607"/>
                </a:lnTo>
                <a:lnTo>
                  <a:pt x="2222" y="2606"/>
                </a:lnTo>
                <a:lnTo>
                  <a:pt x="2222" y="2605"/>
                </a:lnTo>
                <a:lnTo>
                  <a:pt x="2221" y="2604"/>
                </a:lnTo>
                <a:lnTo>
                  <a:pt x="2221" y="2603"/>
                </a:lnTo>
                <a:lnTo>
                  <a:pt x="2221" y="2602"/>
                </a:lnTo>
                <a:lnTo>
                  <a:pt x="2220" y="2601"/>
                </a:lnTo>
                <a:lnTo>
                  <a:pt x="2220" y="2600"/>
                </a:lnTo>
                <a:lnTo>
                  <a:pt x="2219" y="2600"/>
                </a:lnTo>
                <a:lnTo>
                  <a:pt x="2218" y="2599"/>
                </a:lnTo>
                <a:lnTo>
                  <a:pt x="2217" y="2599"/>
                </a:lnTo>
                <a:lnTo>
                  <a:pt x="2217" y="2598"/>
                </a:lnTo>
                <a:lnTo>
                  <a:pt x="2216" y="2597"/>
                </a:lnTo>
                <a:lnTo>
                  <a:pt x="2216" y="2596"/>
                </a:lnTo>
                <a:lnTo>
                  <a:pt x="2216" y="2595"/>
                </a:lnTo>
                <a:lnTo>
                  <a:pt x="2215" y="2595"/>
                </a:lnTo>
                <a:lnTo>
                  <a:pt x="2214" y="2595"/>
                </a:lnTo>
                <a:lnTo>
                  <a:pt x="2213" y="2595"/>
                </a:lnTo>
                <a:lnTo>
                  <a:pt x="2213" y="2596"/>
                </a:lnTo>
                <a:lnTo>
                  <a:pt x="2212" y="2597"/>
                </a:lnTo>
                <a:lnTo>
                  <a:pt x="2211" y="2597"/>
                </a:lnTo>
                <a:lnTo>
                  <a:pt x="2210" y="2596"/>
                </a:lnTo>
                <a:lnTo>
                  <a:pt x="2209" y="2595"/>
                </a:lnTo>
                <a:lnTo>
                  <a:pt x="2209" y="2594"/>
                </a:lnTo>
                <a:lnTo>
                  <a:pt x="2209" y="2593"/>
                </a:lnTo>
                <a:lnTo>
                  <a:pt x="2209" y="2592"/>
                </a:lnTo>
                <a:lnTo>
                  <a:pt x="2210" y="2591"/>
                </a:lnTo>
                <a:lnTo>
                  <a:pt x="2210" y="2590"/>
                </a:lnTo>
                <a:lnTo>
                  <a:pt x="2210" y="2589"/>
                </a:lnTo>
                <a:lnTo>
                  <a:pt x="2209" y="2589"/>
                </a:lnTo>
                <a:lnTo>
                  <a:pt x="2208" y="2587"/>
                </a:lnTo>
                <a:lnTo>
                  <a:pt x="2207" y="2586"/>
                </a:lnTo>
                <a:lnTo>
                  <a:pt x="2206" y="2586"/>
                </a:lnTo>
                <a:lnTo>
                  <a:pt x="2205" y="2586"/>
                </a:lnTo>
                <a:lnTo>
                  <a:pt x="2204" y="2585"/>
                </a:lnTo>
                <a:lnTo>
                  <a:pt x="2204" y="2584"/>
                </a:lnTo>
                <a:lnTo>
                  <a:pt x="2205" y="2584"/>
                </a:lnTo>
                <a:lnTo>
                  <a:pt x="2205" y="2583"/>
                </a:lnTo>
                <a:lnTo>
                  <a:pt x="2204" y="2583"/>
                </a:lnTo>
                <a:lnTo>
                  <a:pt x="2203" y="2583"/>
                </a:lnTo>
                <a:lnTo>
                  <a:pt x="2203" y="2582"/>
                </a:lnTo>
                <a:lnTo>
                  <a:pt x="2202" y="2581"/>
                </a:lnTo>
                <a:lnTo>
                  <a:pt x="2201" y="2580"/>
                </a:lnTo>
                <a:lnTo>
                  <a:pt x="2200" y="2579"/>
                </a:lnTo>
                <a:lnTo>
                  <a:pt x="2198" y="2579"/>
                </a:lnTo>
                <a:lnTo>
                  <a:pt x="2197" y="2579"/>
                </a:lnTo>
                <a:lnTo>
                  <a:pt x="2196" y="2579"/>
                </a:lnTo>
                <a:lnTo>
                  <a:pt x="2195" y="2580"/>
                </a:lnTo>
                <a:lnTo>
                  <a:pt x="2194" y="2580"/>
                </a:lnTo>
                <a:lnTo>
                  <a:pt x="2194" y="2581"/>
                </a:lnTo>
                <a:lnTo>
                  <a:pt x="2194" y="2582"/>
                </a:lnTo>
                <a:lnTo>
                  <a:pt x="2193" y="2582"/>
                </a:lnTo>
                <a:lnTo>
                  <a:pt x="2192" y="2582"/>
                </a:lnTo>
                <a:lnTo>
                  <a:pt x="2191" y="2582"/>
                </a:lnTo>
                <a:lnTo>
                  <a:pt x="2190" y="2582"/>
                </a:lnTo>
                <a:lnTo>
                  <a:pt x="2189" y="2580"/>
                </a:lnTo>
                <a:lnTo>
                  <a:pt x="2189" y="2579"/>
                </a:lnTo>
                <a:lnTo>
                  <a:pt x="2188" y="2579"/>
                </a:lnTo>
                <a:lnTo>
                  <a:pt x="2187" y="2578"/>
                </a:lnTo>
                <a:lnTo>
                  <a:pt x="2187" y="2577"/>
                </a:lnTo>
                <a:lnTo>
                  <a:pt x="2186" y="2577"/>
                </a:lnTo>
                <a:lnTo>
                  <a:pt x="2185" y="2577"/>
                </a:lnTo>
                <a:lnTo>
                  <a:pt x="2185" y="2576"/>
                </a:lnTo>
                <a:lnTo>
                  <a:pt x="2185" y="2575"/>
                </a:lnTo>
                <a:lnTo>
                  <a:pt x="2185" y="2574"/>
                </a:lnTo>
                <a:lnTo>
                  <a:pt x="2185" y="2573"/>
                </a:lnTo>
                <a:lnTo>
                  <a:pt x="2184" y="2573"/>
                </a:lnTo>
                <a:lnTo>
                  <a:pt x="2184" y="2572"/>
                </a:lnTo>
                <a:lnTo>
                  <a:pt x="2185" y="2571"/>
                </a:lnTo>
                <a:lnTo>
                  <a:pt x="2185" y="2570"/>
                </a:lnTo>
                <a:lnTo>
                  <a:pt x="2184" y="2570"/>
                </a:lnTo>
                <a:lnTo>
                  <a:pt x="2184" y="2568"/>
                </a:lnTo>
                <a:lnTo>
                  <a:pt x="2184" y="2567"/>
                </a:lnTo>
                <a:lnTo>
                  <a:pt x="2183" y="2566"/>
                </a:lnTo>
                <a:lnTo>
                  <a:pt x="2183" y="2565"/>
                </a:lnTo>
                <a:lnTo>
                  <a:pt x="2182" y="2565"/>
                </a:lnTo>
                <a:lnTo>
                  <a:pt x="2181" y="2565"/>
                </a:lnTo>
                <a:lnTo>
                  <a:pt x="2180" y="2564"/>
                </a:lnTo>
                <a:lnTo>
                  <a:pt x="2180" y="2563"/>
                </a:lnTo>
                <a:lnTo>
                  <a:pt x="2179" y="2563"/>
                </a:lnTo>
                <a:lnTo>
                  <a:pt x="2178" y="2563"/>
                </a:lnTo>
                <a:lnTo>
                  <a:pt x="2178" y="2562"/>
                </a:lnTo>
                <a:lnTo>
                  <a:pt x="2178" y="2561"/>
                </a:lnTo>
                <a:lnTo>
                  <a:pt x="2177" y="2561"/>
                </a:lnTo>
                <a:lnTo>
                  <a:pt x="2176" y="2561"/>
                </a:lnTo>
                <a:lnTo>
                  <a:pt x="2175" y="2561"/>
                </a:lnTo>
                <a:lnTo>
                  <a:pt x="2175" y="2562"/>
                </a:lnTo>
                <a:lnTo>
                  <a:pt x="2174" y="2563"/>
                </a:lnTo>
                <a:lnTo>
                  <a:pt x="2173" y="2563"/>
                </a:lnTo>
                <a:lnTo>
                  <a:pt x="2172" y="2563"/>
                </a:lnTo>
                <a:lnTo>
                  <a:pt x="2172" y="2562"/>
                </a:lnTo>
                <a:lnTo>
                  <a:pt x="2171" y="2561"/>
                </a:lnTo>
                <a:lnTo>
                  <a:pt x="2171" y="2560"/>
                </a:lnTo>
                <a:lnTo>
                  <a:pt x="2170" y="2560"/>
                </a:lnTo>
                <a:lnTo>
                  <a:pt x="2169" y="2560"/>
                </a:lnTo>
                <a:lnTo>
                  <a:pt x="2169" y="2561"/>
                </a:lnTo>
                <a:lnTo>
                  <a:pt x="2168" y="2562"/>
                </a:lnTo>
                <a:lnTo>
                  <a:pt x="2167" y="2563"/>
                </a:lnTo>
                <a:lnTo>
                  <a:pt x="2166" y="2564"/>
                </a:lnTo>
                <a:lnTo>
                  <a:pt x="2165" y="2564"/>
                </a:lnTo>
                <a:lnTo>
                  <a:pt x="2165" y="2565"/>
                </a:lnTo>
                <a:lnTo>
                  <a:pt x="2164" y="2565"/>
                </a:lnTo>
                <a:lnTo>
                  <a:pt x="2164" y="2568"/>
                </a:lnTo>
                <a:lnTo>
                  <a:pt x="2164" y="2569"/>
                </a:lnTo>
                <a:lnTo>
                  <a:pt x="2165" y="2570"/>
                </a:lnTo>
                <a:lnTo>
                  <a:pt x="2165" y="2571"/>
                </a:lnTo>
                <a:lnTo>
                  <a:pt x="2164" y="2571"/>
                </a:lnTo>
                <a:lnTo>
                  <a:pt x="2163" y="2572"/>
                </a:lnTo>
                <a:lnTo>
                  <a:pt x="2163" y="2573"/>
                </a:lnTo>
                <a:lnTo>
                  <a:pt x="2163" y="2574"/>
                </a:lnTo>
                <a:lnTo>
                  <a:pt x="2163" y="2575"/>
                </a:lnTo>
                <a:lnTo>
                  <a:pt x="2162" y="2576"/>
                </a:lnTo>
                <a:lnTo>
                  <a:pt x="2161" y="2576"/>
                </a:lnTo>
                <a:lnTo>
                  <a:pt x="2161" y="2577"/>
                </a:lnTo>
                <a:lnTo>
                  <a:pt x="2162" y="2578"/>
                </a:lnTo>
                <a:lnTo>
                  <a:pt x="2162" y="2579"/>
                </a:lnTo>
                <a:lnTo>
                  <a:pt x="2162" y="2580"/>
                </a:lnTo>
                <a:lnTo>
                  <a:pt x="2162" y="2581"/>
                </a:lnTo>
                <a:lnTo>
                  <a:pt x="2163" y="2581"/>
                </a:lnTo>
                <a:lnTo>
                  <a:pt x="2164" y="2581"/>
                </a:lnTo>
                <a:lnTo>
                  <a:pt x="2164" y="2582"/>
                </a:lnTo>
                <a:lnTo>
                  <a:pt x="2165" y="2582"/>
                </a:lnTo>
                <a:lnTo>
                  <a:pt x="2164" y="2583"/>
                </a:lnTo>
                <a:lnTo>
                  <a:pt x="2163" y="2584"/>
                </a:lnTo>
                <a:lnTo>
                  <a:pt x="2162" y="2584"/>
                </a:lnTo>
                <a:lnTo>
                  <a:pt x="2161" y="2584"/>
                </a:lnTo>
                <a:lnTo>
                  <a:pt x="2160" y="2585"/>
                </a:lnTo>
                <a:lnTo>
                  <a:pt x="2161" y="2587"/>
                </a:lnTo>
                <a:lnTo>
                  <a:pt x="2160" y="2588"/>
                </a:lnTo>
                <a:lnTo>
                  <a:pt x="2159" y="2588"/>
                </a:lnTo>
                <a:lnTo>
                  <a:pt x="2158" y="2588"/>
                </a:lnTo>
                <a:lnTo>
                  <a:pt x="2157" y="2586"/>
                </a:lnTo>
                <a:lnTo>
                  <a:pt x="2156" y="2586"/>
                </a:lnTo>
                <a:lnTo>
                  <a:pt x="2155" y="2586"/>
                </a:lnTo>
                <a:lnTo>
                  <a:pt x="2154" y="2587"/>
                </a:lnTo>
                <a:lnTo>
                  <a:pt x="2154" y="2588"/>
                </a:lnTo>
                <a:lnTo>
                  <a:pt x="2155" y="2589"/>
                </a:lnTo>
                <a:lnTo>
                  <a:pt x="2155" y="2590"/>
                </a:lnTo>
                <a:lnTo>
                  <a:pt x="2155" y="2591"/>
                </a:lnTo>
                <a:lnTo>
                  <a:pt x="2153" y="2591"/>
                </a:lnTo>
                <a:lnTo>
                  <a:pt x="2152" y="2592"/>
                </a:lnTo>
                <a:lnTo>
                  <a:pt x="2151" y="2591"/>
                </a:lnTo>
                <a:lnTo>
                  <a:pt x="2150" y="2591"/>
                </a:lnTo>
                <a:lnTo>
                  <a:pt x="2149" y="2592"/>
                </a:lnTo>
                <a:lnTo>
                  <a:pt x="2149" y="2594"/>
                </a:lnTo>
                <a:lnTo>
                  <a:pt x="2150" y="2595"/>
                </a:lnTo>
                <a:lnTo>
                  <a:pt x="2150" y="2596"/>
                </a:lnTo>
                <a:lnTo>
                  <a:pt x="2150" y="2597"/>
                </a:lnTo>
                <a:lnTo>
                  <a:pt x="2150" y="2598"/>
                </a:lnTo>
                <a:lnTo>
                  <a:pt x="2150" y="2599"/>
                </a:lnTo>
                <a:lnTo>
                  <a:pt x="2150" y="2600"/>
                </a:lnTo>
                <a:lnTo>
                  <a:pt x="2149" y="2601"/>
                </a:lnTo>
                <a:lnTo>
                  <a:pt x="2148" y="2601"/>
                </a:lnTo>
                <a:lnTo>
                  <a:pt x="2147" y="2602"/>
                </a:lnTo>
                <a:lnTo>
                  <a:pt x="2148" y="2602"/>
                </a:lnTo>
                <a:lnTo>
                  <a:pt x="2148" y="2603"/>
                </a:lnTo>
                <a:lnTo>
                  <a:pt x="2149" y="2603"/>
                </a:lnTo>
                <a:lnTo>
                  <a:pt x="2149" y="2604"/>
                </a:lnTo>
                <a:lnTo>
                  <a:pt x="2148" y="2605"/>
                </a:lnTo>
                <a:lnTo>
                  <a:pt x="2146" y="2606"/>
                </a:lnTo>
                <a:lnTo>
                  <a:pt x="2146" y="2607"/>
                </a:lnTo>
                <a:lnTo>
                  <a:pt x="2145" y="2608"/>
                </a:lnTo>
                <a:lnTo>
                  <a:pt x="2146" y="2609"/>
                </a:lnTo>
                <a:lnTo>
                  <a:pt x="2146" y="2610"/>
                </a:lnTo>
                <a:lnTo>
                  <a:pt x="2147" y="2610"/>
                </a:lnTo>
                <a:lnTo>
                  <a:pt x="2148" y="2610"/>
                </a:lnTo>
                <a:lnTo>
                  <a:pt x="2149" y="2610"/>
                </a:lnTo>
                <a:lnTo>
                  <a:pt x="2150" y="2609"/>
                </a:lnTo>
                <a:lnTo>
                  <a:pt x="2151" y="2609"/>
                </a:lnTo>
                <a:lnTo>
                  <a:pt x="2152" y="2609"/>
                </a:lnTo>
                <a:lnTo>
                  <a:pt x="2152" y="2610"/>
                </a:lnTo>
                <a:lnTo>
                  <a:pt x="2151" y="2611"/>
                </a:lnTo>
                <a:lnTo>
                  <a:pt x="2152" y="2612"/>
                </a:lnTo>
                <a:lnTo>
                  <a:pt x="2152" y="2613"/>
                </a:lnTo>
                <a:lnTo>
                  <a:pt x="2153" y="2613"/>
                </a:lnTo>
                <a:lnTo>
                  <a:pt x="2154" y="2613"/>
                </a:lnTo>
                <a:lnTo>
                  <a:pt x="2154" y="2614"/>
                </a:lnTo>
                <a:lnTo>
                  <a:pt x="2155" y="2614"/>
                </a:lnTo>
                <a:lnTo>
                  <a:pt x="2155" y="2615"/>
                </a:lnTo>
                <a:lnTo>
                  <a:pt x="2154" y="2616"/>
                </a:lnTo>
                <a:lnTo>
                  <a:pt x="2153" y="2616"/>
                </a:lnTo>
                <a:lnTo>
                  <a:pt x="2153" y="2617"/>
                </a:lnTo>
                <a:lnTo>
                  <a:pt x="2153" y="2618"/>
                </a:lnTo>
                <a:lnTo>
                  <a:pt x="2152" y="2618"/>
                </a:lnTo>
                <a:lnTo>
                  <a:pt x="2152" y="2619"/>
                </a:lnTo>
                <a:lnTo>
                  <a:pt x="2152" y="2622"/>
                </a:lnTo>
                <a:lnTo>
                  <a:pt x="2151" y="2622"/>
                </a:lnTo>
                <a:lnTo>
                  <a:pt x="2151" y="2623"/>
                </a:lnTo>
                <a:lnTo>
                  <a:pt x="2152" y="2623"/>
                </a:lnTo>
                <a:lnTo>
                  <a:pt x="2153" y="2624"/>
                </a:lnTo>
                <a:lnTo>
                  <a:pt x="2152" y="2625"/>
                </a:lnTo>
                <a:lnTo>
                  <a:pt x="2151" y="2625"/>
                </a:lnTo>
                <a:lnTo>
                  <a:pt x="2151" y="2626"/>
                </a:lnTo>
                <a:lnTo>
                  <a:pt x="2152" y="2626"/>
                </a:lnTo>
                <a:lnTo>
                  <a:pt x="2152" y="2627"/>
                </a:lnTo>
                <a:lnTo>
                  <a:pt x="2153" y="2627"/>
                </a:lnTo>
                <a:lnTo>
                  <a:pt x="2153" y="2628"/>
                </a:lnTo>
                <a:lnTo>
                  <a:pt x="2152" y="2628"/>
                </a:lnTo>
                <a:lnTo>
                  <a:pt x="2151" y="2629"/>
                </a:lnTo>
                <a:lnTo>
                  <a:pt x="2150" y="2629"/>
                </a:lnTo>
                <a:lnTo>
                  <a:pt x="2150" y="2628"/>
                </a:lnTo>
                <a:lnTo>
                  <a:pt x="2149" y="2628"/>
                </a:lnTo>
                <a:lnTo>
                  <a:pt x="2148" y="2628"/>
                </a:lnTo>
                <a:lnTo>
                  <a:pt x="2147" y="2628"/>
                </a:lnTo>
                <a:lnTo>
                  <a:pt x="2147" y="2626"/>
                </a:lnTo>
                <a:lnTo>
                  <a:pt x="2146" y="2626"/>
                </a:lnTo>
                <a:lnTo>
                  <a:pt x="2146" y="2625"/>
                </a:lnTo>
                <a:lnTo>
                  <a:pt x="2145" y="2625"/>
                </a:lnTo>
                <a:lnTo>
                  <a:pt x="2144" y="2625"/>
                </a:lnTo>
                <a:lnTo>
                  <a:pt x="2143" y="2626"/>
                </a:lnTo>
                <a:lnTo>
                  <a:pt x="2142" y="2626"/>
                </a:lnTo>
                <a:lnTo>
                  <a:pt x="2141" y="2626"/>
                </a:lnTo>
                <a:lnTo>
                  <a:pt x="2141" y="2627"/>
                </a:lnTo>
                <a:lnTo>
                  <a:pt x="2139" y="2628"/>
                </a:lnTo>
                <a:lnTo>
                  <a:pt x="2139" y="2629"/>
                </a:lnTo>
                <a:lnTo>
                  <a:pt x="2138" y="2630"/>
                </a:lnTo>
                <a:lnTo>
                  <a:pt x="2137" y="2630"/>
                </a:lnTo>
                <a:lnTo>
                  <a:pt x="2137" y="2631"/>
                </a:lnTo>
                <a:lnTo>
                  <a:pt x="2136" y="2631"/>
                </a:lnTo>
                <a:lnTo>
                  <a:pt x="2136" y="2632"/>
                </a:lnTo>
                <a:lnTo>
                  <a:pt x="2135" y="2632"/>
                </a:lnTo>
                <a:lnTo>
                  <a:pt x="2135" y="2633"/>
                </a:lnTo>
                <a:lnTo>
                  <a:pt x="2134" y="2633"/>
                </a:lnTo>
                <a:lnTo>
                  <a:pt x="2134" y="2634"/>
                </a:lnTo>
                <a:lnTo>
                  <a:pt x="2133" y="2634"/>
                </a:lnTo>
                <a:lnTo>
                  <a:pt x="2133" y="2635"/>
                </a:lnTo>
                <a:lnTo>
                  <a:pt x="2132" y="2636"/>
                </a:lnTo>
                <a:lnTo>
                  <a:pt x="2131" y="2636"/>
                </a:lnTo>
                <a:lnTo>
                  <a:pt x="2130" y="2636"/>
                </a:lnTo>
                <a:lnTo>
                  <a:pt x="2130" y="2637"/>
                </a:lnTo>
                <a:lnTo>
                  <a:pt x="2129" y="2637"/>
                </a:lnTo>
                <a:lnTo>
                  <a:pt x="2129" y="2638"/>
                </a:lnTo>
                <a:lnTo>
                  <a:pt x="2128" y="2638"/>
                </a:lnTo>
                <a:lnTo>
                  <a:pt x="2127" y="2638"/>
                </a:lnTo>
                <a:lnTo>
                  <a:pt x="2127" y="2639"/>
                </a:lnTo>
                <a:lnTo>
                  <a:pt x="2127" y="2640"/>
                </a:lnTo>
                <a:lnTo>
                  <a:pt x="2127" y="2642"/>
                </a:lnTo>
                <a:lnTo>
                  <a:pt x="2126" y="2643"/>
                </a:lnTo>
                <a:lnTo>
                  <a:pt x="2126" y="2642"/>
                </a:lnTo>
                <a:lnTo>
                  <a:pt x="2126" y="2641"/>
                </a:lnTo>
                <a:lnTo>
                  <a:pt x="2126" y="2640"/>
                </a:lnTo>
                <a:lnTo>
                  <a:pt x="2125" y="2640"/>
                </a:lnTo>
                <a:lnTo>
                  <a:pt x="2125" y="2639"/>
                </a:lnTo>
                <a:lnTo>
                  <a:pt x="2125" y="2638"/>
                </a:lnTo>
                <a:lnTo>
                  <a:pt x="2124" y="2637"/>
                </a:lnTo>
                <a:lnTo>
                  <a:pt x="2124" y="2636"/>
                </a:lnTo>
                <a:lnTo>
                  <a:pt x="2123" y="2636"/>
                </a:lnTo>
                <a:lnTo>
                  <a:pt x="2122" y="2635"/>
                </a:lnTo>
                <a:lnTo>
                  <a:pt x="2122" y="2634"/>
                </a:lnTo>
                <a:lnTo>
                  <a:pt x="2121" y="2634"/>
                </a:lnTo>
                <a:lnTo>
                  <a:pt x="2121" y="2635"/>
                </a:lnTo>
                <a:lnTo>
                  <a:pt x="2120" y="2635"/>
                </a:lnTo>
                <a:lnTo>
                  <a:pt x="2119" y="2635"/>
                </a:lnTo>
                <a:lnTo>
                  <a:pt x="2118" y="2636"/>
                </a:lnTo>
                <a:lnTo>
                  <a:pt x="2117" y="2635"/>
                </a:lnTo>
                <a:lnTo>
                  <a:pt x="2117" y="2634"/>
                </a:lnTo>
                <a:lnTo>
                  <a:pt x="2116" y="2633"/>
                </a:lnTo>
                <a:lnTo>
                  <a:pt x="2116" y="2632"/>
                </a:lnTo>
                <a:lnTo>
                  <a:pt x="2115" y="2631"/>
                </a:lnTo>
                <a:lnTo>
                  <a:pt x="2115" y="2630"/>
                </a:lnTo>
                <a:lnTo>
                  <a:pt x="2114" y="2630"/>
                </a:lnTo>
                <a:lnTo>
                  <a:pt x="2113" y="2630"/>
                </a:lnTo>
                <a:lnTo>
                  <a:pt x="2113" y="2629"/>
                </a:lnTo>
                <a:lnTo>
                  <a:pt x="2112" y="2629"/>
                </a:lnTo>
                <a:lnTo>
                  <a:pt x="2112" y="2628"/>
                </a:lnTo>
                <a:lnTo>
                  <a:pt x="2111" y="2628"/>
                </a:lnTo>
                <a:lnTo>
                  <a:pt x="2110" y="2628"/>
                </a:lnTo>
                <a:lnTo>
                  <a:pt x="2109" y="2628"/>
                </a:lnTo>
                <a:lnTo>
                  <a:pt x="2108" y="2628"/>
                </a:lnTo>
                <a:lnTo>
                  <a:pt x="2108" y="2629"/>
                </a:lnTo>
                <a:lnTo>
                  <a:pt x="2107" y="2629"/>
                </a:lnTo>
                <a:lnTo>
                  <a:pt x="2106" y="2629"/>
                </a:lnTo>
                <a:lnTo>
                  <a:pt x="2105" y="2629"/>
                </a:lnTo>
                <a:lnTo>
                  <a:pt x="2104" y="2628"/>
                </a:lnTo>
                <a:lnTo>
                  <a:pt x="2103" y="2627"/>
                </a:lnTo>
                <a:lnTo>
                  <a:pt x="2102" y="2627"/>
                </a:lnTo>
                <a:lnTo>
                  <a:pt x="2101" y="2627"/>
                </a:lnTo>
                <a:lnTo>
                  <a:pt x="2101" y="2626"/>
                </a:lnTo>
                <a:lnTo>
                  <a:pt x="2101" y="2625"/>
                </a:lnTo>
                <a:lnTo>
                  <a:pt x="2100" y="2625"/>
                </a:lnTo>
                <a:lnTo>
                  <a:pt x="2100" y="2624"/>
                </a:lnTo>
                <a:lnTo>
                  <a:pt x="2100" y="2623"/>
                </a:lnTo>
                <a:lnTo>
                  <a:pt x="2099" y="2623"/>
                </a:lnTo>
                <a:lnTo>
                  <a:pt x="2098" y="2623"/>
                </a:lnTo>
                <a:lnTo>
                  <a:pt x="2097" y="2623"/>
                </a:lnTo>
                <a:lnTo>
                  <a:pt x="2096" y="2622"/>
                </a:lnTo>
                <a:lnTo>
                  <a:pt x="2095" y="2622"/>
                </a:lnTo>
                <a:lnTo>
                  <a:pt x="2095" y="2621"/>
                </a:lnTo>
                <a:lnTo>
                  <a:pt x="2094" y="2621"/>
                </a:lnTo>
                <a:lnTo>
                  <a:pt x="2093" y="2621"/>
                </a:lnTo>
                <a:lnTo>
                  <a:pt x="2093" y="2620"/>
                </a:lnTo>
                <a:lnTo>
                  <a:pt x="2092" y="2620"/>
                </a:lnTo>
                <a:lnTo>
                  <a:pt x="2091" y="2621"/>
                </a:lnTo>
                <a:lnTo>
                  <a:pt x="2090" y="2621"/>
                </a:lnTo>
                <a:lnTo>
                  <a:pt x="2089" y="2621"/>
                </a:lnTo>
                <a:lnTo>
                  <a:pt x="2089" y="2620"/>
                </a:lnTo>
                <a:lnTo>
                  <a:pt x="2088" y="2620"/>
                </a:lnTo>
                <a:lnTo>
                  <a:pt x="2088" y="2619"/>
                </a:lnTo>
                <a:lnTo>
                  <a:pt x="2087" y="2619"/>
                </a:lnTo>
                <a:lnTo>
                  <a:pt x="2087" y="2618"/>
                </a:lnTo>
                <a:lnTo>
                  <a:pt x="2086" y="2618"/>
                </a:lnTo>
                <a:lnTo>
                  <a:pt x="2086" y="2617"/>
                </a:lnTo>
                <a:lnTo>
                  <a:pt x="2085" y="2617"/>
                </a:lnTo>
                <a:lnTo>
                  <a:pt x="2085" y="2616"/>
                </a:lnTo>
                <a:lnTo>
                  <a:pt x="2085" y="2615"/>
                </a:lnTo>
                <a:lnTo>
                  <a:pt x="2085" y="2614"/>
                </a:lnTo>
                <a:lnTo>
                  <a:pt x="2084" y="2613"/>
                </a:lnTo>
                <a:lnTo>
                  <a:pt x="2082" y="2611"/>
                </a:lnTo>
                <a:lnTo>
                  <a:pt x="2081" y="2611"/>
                </a:lnTo>
                <a:lnTo>
                  <a:pt x="2080" y="2611"/>
                </a:lnTo>
                <a:lnTo>
                  <a:pt x="2080" y="2610"/>
                </a:lnTo>
                <a:lnTo>
                  <a:pt x="2079" y="2609"/>
                </a:lnTo>
                <a:lnTo>
                  <a:pt x="2077" y="2609"/>
                </a:lnTo>
                <a:lnTo>
                  <a:pt x="2077" y="2608"/>
                </a:lnTo>
                <a:lnTo>
                  <a:pt x="2076" y="2608"/>
                </a:lnTo>
                <a:lnTo>
                  <a:pt x="2075" y="2608"/>
                </a:lnTo>
                <a:lnTo>
                  <a:pt x="2074" y="2608"/>
                </a:lnTo>
                <a:lnTo>
                  <a:pt x="2073" y="2609"/>
                </a:lnTo>
                <a:lnTo>
                  <a:pt x="2073" y="2608"/>
                </a:lnTo>
                <a:lnTo>
                  <a:pt x="2072" y="2608"/>
                </a:lnTo>
                <a:lnTo>
                  <a:pt x="2072" y="2606"/>
                </a:lnTo>
                <a:lnTo>
                  <a:pt x="2072" y="2605"/>
                </a:lnTo>
                <a:lnTo>
                  <a:pt x="2071" y="2604"/>
                </a:lnTo>
                <a:lnTo>
                  <a:pt x="2071" y="2603"/>
                </a:lnTo>
                <a:lnTo>
                  <a:pt x="2070" y="2602"/>
                </a:lnTo>
                <a:lnTo>
                  <a:pt x="2069" y="2600"/>
                </a:lnTo>
                <a:lnTo>
                  <a:pt x="2068" y="2600"/>
                </a:lnTo>
                <a:lnTo>
                  <a:pt x="2067" y="2599"/>
                </a:lnTo>
                <a:lnTo>
                  <a:pt x="2066" y="2599"/>
                </a:lnTo>
                <a:lnTo>
                  <a:pt x="2065" y="2600"/>
                </a:lnTo>
                <a:lnTo>
                  <a:pt x="2064" y="2600"/>
                </a:lnTo>
                <a:lnTo>
                  <a:pt x="2063" y="2601"/>
                </a:lnTo>
                <a:lnTo>
                  <a:pt x="2064" y="2602"/>
                </a:lnTo>
                <a:lnTo>
                  <a:pt x="2064" y="2603"/>
                </a:lnTo>
                <a:lnTo>
                  <a:pt x="2063" y="2603"/>
                </a:lnTo>
                <a:lnTo>
                  <a:pt x="2061" y="2603"/>
                </a:lnTo>
                <a:lnTo>
                  <a:pt x="2060" y="2603"/>
                </a:lnTo>
                <a:lnTo>
                  <a:pt x="2059" y="2603"/>
                </a:lnTo>
                <a:lnTo>
                  <a:pt x="2058" y="2602"/>
                </a:lnTo>
                <a:lnTo>
                  <a:pt x="2058" y="2603"/>
                </a:lnTo>
                <a:lnTo>
                  <a:pt x="2057" y="2602"/>
                </a:lnTo>
                <a:lnTo>
                  <a:pt x="2056" y="2602"/>
                </a:lnTo>
                <a:lnTo>
                  <a:pt x="2055" y="2602"/>
                </a:lnTo>
                <a:lnTo>
                  <a:pt x="2055" y="2601"/>
                </a:lnTo>
                <a:lnTo>
                  <a:pt x="2054" y="2601"/>
                </a:lnTo>
                <a:lnTo>
                  <a:pt x="2054" y="2600"/>
                </a:lnTo>
                <a:lnTo>
                  <a:pt x="2054" y="2599"/>
                </a:lnTo>
                <a:lnTo>
                  <a:pt x="2054" y="2598"/>
                </a:lnTo>
                <a:lnTo>
                  <a:pt x="2053" y="2597"/>
                </a:lnTo>
                <a:lnTo>
                  <a:pt x="2053" y="2595"/>
                </a:lnTo>
                <a:lnTo>
                  <a:pt x="2053" y="2594"/>
                </a:lnTo>
                <a:lnTo>
                  <a:pt x="2053" y="2593"/>
                </a:lnTo>
                <a:lnTo>
                  <a:pt x="2052" y="2592"/>
                </a:lnTo>
                <a:lnTo>
                  <a:pt x="2050" y="2592"/>
                </a:lnTo>
                <a:lnTo>
                  <a:pt x="2048" y="2592"/>
                </a:lnTo>
                <a:lnTo>
                  <a:pt x="2047" y="2593"/>
                </a:lnTo>
                <a:lnTo>
                  <a:pt x="2046" y="2593"/>
                </a:lnTo>
                <a:lnTo>
                  <a:pt x="2045" y="2594"/>
                </a:lnTo>
                <a:lnTo>
                  <a:pt x="2043" y="2594"/>
                </a:lnTo>
                <a:lnTo>
                  <a:pt x="2042" y="2594"/>
                </a:lnTo>
                <a:lnTo>
                  <a:pt x="2040" y="2594"/>
                </a:lnTo>
                <a:lnTo>
                  <a:pt x="2039" y="2594"/>
                </a:lnTo>
                <a:lnTo>
                  <a:pt x="2038" y="2594"/>
                </a:lnTo>
                <a:lnTo>
                  <a:pt x="2037" y="2594"/>
                </a:lnTo>
                <a:lnTo>
                  <a:pt x="2036" y="2594"/>
                </a:lnTo>
                <a:lnTo>
                  <a:pt x="2035" y="2594"/>
                </a:lnTo>
                <a:lnTo>
                  <a:pt x="2035" y="2595"/>
                </a:lnTo>
                <a:lnTo>
                  <a:pt x="2034" y="2596"/>
                </a:lnTo>
                <a:lnTo>
                  <a:pt x="2033" y="2596"/>
                </a:lnTo>
                <a:lnTo>
                  <a:pt x="2032" y="2596"/>
                </a:lnTo>
                <a:lnTo>
                  <a:pt x="2030" y="2596"/>
                </a:lnTo>
                <a:lnTo>
                  <a:pt x="2028" y="2596"/>
                </a:lnTo>
                <a:lnTo>
                  <a:pt x="2027" y="2596"/>
                </a:lnTo>
                <a:lnTo>
                  <a:pt x="2026" y="2596"/>
                </a:lnTo>
                <a:lnTo>
                  <a:pt x="2026" y="2595"/>
                </a:lnTo>
                <a:lnTo>
                  <a:pt x="2025" y="2595"/>
                </a:lnTo>
                <a:lnTo>
                  <a:pt x="2025" y="2594"/>
                </a:lnTo>
                <a:lnTo>
                  <a:pt x="2024" y="2594"/>
                </a:lnTo>
                <a:lnTo>
                  <a:pt x="2024" y="2593"/>
                </a:lnTo>
                <a:lnTo>
                  <a:pt x="2023" y="2592"/>
                </a:lnTo>
                <a:lnTo>
                  <a:pt x="2022" y="2591"/>
                </a:lnTo>
                <a:lnTo>
                  <a:pt x="2021" y="2591"/>
                </a:lnTo>
                <a:lnTo>
                  <a:pt x="2020" y="2591"/>
                </a:lnTo>
                <a:lnTo>
                  <a:pt x="2019" y="2591"/>
                </a:lnTo>
                <a:lnTo>
                  <a:pt x="2019" y="2590"/>
                </a:lnTo>
                <a:lnTo>
                  <a:pt x="2019" y="2589"/>
                </a:lnTo>
                <a:lnTo>
                  <a:pt x="2019" y="2588"/>
                </a:lnTo>
                <a:lnTo>
                  <a:pt x="2019" y="2587"/>
                </a:lnTo>
                <a:lnTo>
                  <a:pt x="2018" y="2587"/>
                </a:lnTo>
                <a:lnTo>
                  <a:pt x="2017" y="2586"/>
                </a:lnTo>
                <a:lnTo>
                  <a:pt x="2016" y="2585"/>
                </a:lnTo>
                <a:lnTo>
                  <a:pt x="2015" y="2586"/>
                </a:lnTo>
                <a:lnTo>
                  <a:pt x="2014" y="2586"/>
                </a:lnTo>
                <a:lnTo>
                  <a:pt x="2013" y="2586"/>
                </a:lnTo>
                <a:lnTo>
                  <a:pt x="2012" y="2586"/>
                </a:lnTo>
                <a:lnTo>
                  <a:pt x="2011" y="2586"/>
                </a:lnTo>
                <a:lnTo>
                  <a:pt x="2011" y="2587"/>
                </a:lnTo>
                <a:lnTo>
                  <a:pt x="2010" y="2587"/>
                </a:lnTo>
                <a:lnTo>
                  <a:pt x="2009" y="2588"/>
                </a:lnTo>
                <a:lnTo>
                  <a:pt x="2008" y="2588"/>
                </a:lnTo>
                <a:lnTo>
                  <a:pt x="2007" y="2588"/>
                </a:lnTo>
                <a:lnTo>
                  <a:pt x="2007" y="2587"/>
                </a:lnTo>
                <a:lnTo>
                  <a:pt x="2006" y="2587"/>
                </a:lnTo>
                <a:lnTo>
                  <a:pt x="2005" y="2588"/>
                </a:lnTo>
                <a:lnTo>
                  <a:pt x="2004" y="2588"/>
                </a:lnTo>
                <a:lnTo>
                  <a:pt x="2003" y="2588"/>
                </a:lnTo>
                <a:lnTo>
                  <a:pt x="2002" y="2588"/>
                </a:lnTo>
                <a:lnTo>
                  <a:pt x="2002" y="2589"/>
                </a:lnTo>
                <a:lnTo>
                  <a:pt x="2001" y="2589"/>
                </a:lnTo>
                <a:lnTo>
                  <a:pt x="2000" y="2589"/>
                </a:lnTo>
                <a:lnTo>
                  <a:pt x="1999" y="2589"/>
                </a:lnTo>
                <a:lnTo>
                  <a:pt x="1999" y="2590"/>
                </a:lnTo>
                <a:lnTo>
                  <a:pt x="1998" y="2590"/>
                </a:lnTo>
                <a:lnTo>
                  <a:pt x="1997" y="2590"/>
                </a:lnTo>
                <a:lnTo>
                  <a:pt x="1997" y="2591"/>
                </a:lnTo>
                <a:lnTo>
                  <a:pt x="1996" y="2591"/>
                </a:lnTo>
                <a:lnTo>
                  <a:pt x="1995" y="2591"/>
                </a:lnTo>
                <a:lnTo>
                  <a:pt x="1995" y="2592"/>
                </a:lnTo>
                <a:lnTo>
                  <a:pt x="1994" y="2592"/>
                </a:lnTo>
                <a:lnTo>
                  <a:pt x="1994" y="2593"/>
                </a:lnTo>
                <a:lnTo>
                  <a:pt x="1993" y="2593"/>
                </a:lnTo>
                <a:lnTo>
                  <a:pt x="1992" y="2593"/>
                </a:lnTo>
                <a:lnTo>
                  <a:pt x="1992" y="2594"/>
                </a:lnTo>
                <a:lnTo>
                  <a:pt x="1991" y="2594"/>
                </a:lnTo>
                <a:lnTo>
                  <a:pt x="1990" y="2594"/>
                </a:lnTo>
                <a:lnTo>
                  <a:pt x="1990" y="2595"/>
                </a:lnTo>
                <a:lnTo>
                  <a:pt x="1989" y="2595"/>
                </a:lnTo>
                <a:lnTo>
                  <a:pt x="1988" y="2595"/>
                </a:lnTo>
                <a:lnTo>
                  <a:pt x="1988" y="2596"/>
                </a:lnTo>
                <a:lnTo>
                  <a:pt x="1987" y="2596"/>
                </a:lnTo>
                <a:lnTo>
                  <a:pt x="1986" y="2597"/>
                </a:lnTo>
                <a:lnTo>
                  <a:pt x="1985" y="2597"/>
                </a:lnTo>
                <a:lnTo>
                  <a:pt x="1984" y="2597"/>
                </a:lnTo>
                <a:lnTo>
                  <a:pt x="1984" y="2598"/>
                </a:lnTo>
                <a:lnTo>
                  <a:pt x="1983" y="2598"/>
                </a:lnTo>
                <a:lnTo>
                  <a:pt x="1982" y="2598"/>
                </a:lnTo>
                <a:lnTo>
                  <a:pt x="1981" y="2598"/>
                </a:lnTo>
                <a:lnTo>
                  <a:pt x="1980" y="2598"/>
                </a:lnTo>
                <a:lnTo>
                  <a:pt x="1980" y="2599"/>
                </a:lnTo>
                <a:lnTo>
                  <a:pt x="1979" y="2599"/>
                </a:lnTo>
                <a:lnTo>
                  <a:pt x="1978" y="2599"/>
                </a:lnTo>
                <a:lnTo>
                  <a:pt x="1977" y="2599"/>
                </a:lnTo>
                <a:lnTo>
                  <a:pt x="1976" y="2599"/>
                </a:lnTo>
                <a:lnTo>
                  <a:pt x="1976" y="2600"/>
                </a:lnTo>
                <a:lnTo>
                  <a:pt x="1975" y="2600"/>
                </a:lnTo>
                <a:lnTo>
                  <a:pt x="1974" y="2601"/>
                </a:lnTo>
                <a:lnTo>
                  <a:pt x="1973" y="2601"/>
                </a:lnTo>
                <a:lnTo>
                  <a:pt x="1973" y="2602"/>
                </a:lnTo>
                <a:lnTo>
                  <a:pt x="1972" y="2602"/>
                </a:lnTo>
                <a:lnTo>
                  <a:pt x="1972" y="2603"/>
                </a:lnTo>
                <a:lnTo>
                  <a:pt x="1971" y="2604"/>
                </a:lnTo>
                <a:lnTo>
                  <a:pt x="1971" y="2605"/>
                </a:lnTo>
                <a:lnTo>
                  <a:pt x="1971" y="2606"/>
                </a:lnTo>
                <a:lnTo>
                  <a:pt x="1971" y="2607"/>
                </a:lnTo>
                <a:lnTo>
                  <a:pt x="1970" y="2607"/>
                </a:lnTo>
                <a:lnTo>
                  <a:pt x="1970" y="2608"/>
                </a:lnTo>
                <a:lnTo>
                  <a:pt x="1970" y="2609"/>
                </a:lnTo>
                <a:lnTo>
                  <a:pt x="1969" y="2609"/>
                </a:lnTo>
                <a:lnTo>
                  <a:pt x="1970" y="2610"/>
                </a:lnTo>
                <a:lnTo>
                  <a:pt x="1969" y="2611"/>
                </a:lnTo>
                <a:lnTo>
                  <a:pt x="1969" y="2612"/>
                </a:lnTo>
                <a:lnTo>
                  <a:pt x="1968" y="2613"/>
                </a:lnTo>
                <a:lnTo>
                  <a:pt x="1967" y="2614"/>
                </a:lnTo>
                <a:lnTo>
                  <a:pt x="1966" y="2614"/>
                </a:lnTo>
                <a:lnTo>
                  <a:pt x="1966" y="2615"/>
                </a:lnTo>
                <a:lnTo>
                  <a:pt x="1965" y="2616"/>
                </a:lnTo>
                <a:lnTo>
                  <a:pt x="1964" y="2617"/>
                </a:lnTo>
                <a:lnTo>
                  <a:pt x="1964" y="2618"/>
                </a:lnTo>
                <a:lnTo>
                  <a:pt x="1963" y="2618"/>
                </a:lnTo>
                <a:lnTo>
                  <a:pt x="1963" y="2619"/>
                </a:lnTo>
                <a:lnTo>
                  <a:pt x="1962" y="2620"/>
                </a:lnTo>
                <a:lnTo>
                  <a:pt x="1962" y="2621"/>
                </a:lnTo>
                <a:lnTo>
                  <a:pt x="1961" y="2622"/>
                </a:lnTo>
                <a:lnTo>
                  <a:pt x="1960" y="2623"/>
                </a:lnTo>
                <a:lnTo>
                  <a:pt x="1960" y="2624"/>
                </a:lnTo>
                <a:lnTo>
                  <a:pt x="1959" y="2624"/>
                </a:lnTo>
                <a:lnTo>
                  <a:pt x="1958" y="2625"/>
                </a:lnTo>
                <a:lnTo>
                  <a:pt x="1957" y="2625"/>
                </a:lnTo>
                <a:lnTo>
                  <a:pt x="1956" y="2626"/>
                </a:lnTo>
                <a:lnTo>
                  <a:pt x="1955" y="2626"/>
                </a:lnTo>
                <a:lnTo>
                  <a:pt x="1954" y="2626"/>
                </a:lnTo>
                <a:lnTo>
                  <a:pt x="1954" y="2627"/>
                </a:lnTo>
                <a:lnTo>
                  <a:pt x="1953" y="2627"/>
                </a:lnTo>
                <a:lnTo>
                  <a:pt x="1952" y="2627"/>
                </a:lnTo>
                <a:lnTo>
                  <a:pt x="1952" y="2628"/>
                </a:lnTo>
                <a:lnTo>
                  <a:pt x="1951" y="2628"/>
                </a:lnTo>
                <a:lnTo>
                  <a:pt x="1950" y="2628"/>
                </a:lnTo>
                <a:lnTo>
                  <a:pt x="1950" y="2629"/>
                </a:lnTo>
                <a:lnTo>
                  <a:pt x="1949" y="2629"/>
                </a:lnTo>
                <a:lnTo>
                  <a:pt x="1948" y="2630"/>
                </a:lnTo>
                <a:lnTo>
                  <a:pt x="1947" y="2630"/>
                </a:lnTo>
                <a:lnTo>
                  <a:pt x="1946" y="2631"/>
                </a:lnTo>
                <a:lnTo>
                  <a:pt x="1945" y="2631"/>
                </a:lnTo>
                <a:lnTo>
                  <a:pt x="1945" y="2632"/>
                </a:lnTo>
                <a:lnTo>
                  <a:pt x="1944" y="2632"/>
                </a:lnTo>
                <a:lnTo>
                  <a:pt x="1943" y="2633"/>
                </a:lnTo>
                <a:lnTo>
                  <a:pt x="1942" y="2633"/>
                </a:lnTo>
                <a:lnTo>
                  <a:pt x="1941" y="2633"/>
                </a:lnTo>
                <a:lnTo>
                  <a:pt x="1940" y="2633"/>
                </a:lnTo>
                <a:lnTo>
                  <a:pt x="1939" y="2633"/>
                </a:lnTo>
                <a:lnTo>
                  <a:pt x="1938" y="2633"/>
                </a:lnTo>
                <a:lnTo>
                  <a:pt x="1938" y="2634"/>
                </a:lnTo>
                <a:lnTo>
                  <a:pt x="1937" y="2634"/>
                </a:lnTo>
                <a:lnTo>
                  <a:pt x="1937" y="2635"/>
                </a:lnTo>
                <a:lnTo>
                  <a:pt x="1936" y="2635"/>
                </a:lnTo>
                <a:lnTo>
                  <a:pt x="1935" y="2636"/>
                </a:lnTo>
                <a:lnTo>
                  <a:pt x="1934" y="2636"/>
                </a:lnTo>
                <a:lnTo>
                  <a:pt x="1933" y="2636"/>
                </a:lnTo>
                <a:lnTo>
                  <a:pt x="1932" y="2636"/>
                </a:lnTo>
                <a:lnTo>
                  <a:pt x="1931" y="2636"/>
                </a:lnTo>
                <a:lnTo>
                  <a:pt x="1930" y="2637"/>
                </a:lnTo>
                <a:lnTo>
                  <a:pt x="1930" y="2638"/>
                </a:lnTo>
                <a:lnTo>
                  <a:pt x="1929" y="2638"/>
                </a:lnTo>
                <a:lnTo>
                  <a:pt x="1928" y="2638"/>
                </a:lnTo>
                <a:lnTo>
                  <a:pt x="1927" y="2638"/>
                </a:lnTo>
                <a:lnTo>
                  <a:pt x="1926" y="2638"/>
                </a:lnTo>
                <a:lnTo>
                  <a:pt x="1925" y="2638"/>
                </a:lnTo>
                <a:lnTo>
                  <a:pt x="1922" y="2638"/>
                </a:lnTo>
                <a:lnTo>
                  <a:pt x="1921" y="2638"/>
                </a:lnTo>
                <a:lnTo>
                  <a:pt x="1920" y="2638"/>
                </a:lnTo>
                <a:lnTo>
                  <a:pt x="1919" y="2638"/>
                </a:lnTo>
                <a:lnTo>
                  <a:pt x="1919" y="2639"/>
                </a:lnTo>
                <a:lnTo>
                  <a:pt x="1918" y="2639"/>
                </a:lnTo>
                <a:lnTo>
                  <a:pt x="1917" y="2639"/>
                </a:lnTo>
                <a:lnTo>
                  <a:pt x="1916" y="2639"/>
                </a:lnTo>
                <a:lnTo>
                  <a:pt x="1916" y="2638"/>
                </a:lnTo>
                <a:lnTo>
                  <a:pt x="1915" y="2638"/>
                </a:lnTo>
                <a:lnTo>
                  <a:pt x="1915" y="2637"/>
                </a:lnTo>
                <a:lnTo>
                  <a:pt x="1914" y="2637"/>
                </a:lnTo>
                <a:lnTo>
                  <a:pt x="1914" y="2636"/>
                </a:lnTo>
                <a:lnTo>
                  <a:pt x="1913" y="2636"/>
                </a:lnTo>
                <a:lnTo>
                  <a:pt x="1912" y="2636"/>
                </a:lnTo>
                <a:lnTo>
                  <a:pt x="1911" y="2636"/>
                </a:lnTo>
                <a:lnTo>
                  <a:pt x="1911" y="2637"/>
                </a:lnTo>
                <a:lnTo>
                  <a:pt x="1910" y="2637"/>
                </a:lnTo>
                <a:lnTo>
                  <a:pt x="1910" y="2638"/>
                </a:lnTo>
                <a:lnTo>
                  <a:pt x="1909" y="2639"/>
                </a:lnTo>
                <a:lnTo>
                  <a:pt x="1908" y="2639"/>
                </a:lnTo>
                <a:lnTo>
                  <a:pt x="1907" y="2640"/>
                </a:lnTo>
                <a:lnTo>
                  <a:pt x="1905" y="2640"/>
                </a:lnTo>
                <a:lnTo>
                  <a:pt x="1904" y="2640"/>
                </a:lnTo>
                <a:lnTo>
                  <a:pt x="1903" y="2641"/>
                </a:lnTo>
                <a:lnTo>
                  <a:pt x="1902" y="2641"/>
                </a:lnTo>
                <a:lnTo>
                  <a:pt x="1902" y="2642"/>
                </a:lnTo>
                <a:lnTo>
                  <a:pt x="1901" y="2642"/>
                </a:lnTo>
                <a:lnTo>
                  <a:pt x="1900" y="2642"/>
                </a:lnTo>
                <a:lnTo>
                  <a:pt x="1899" y="2643"/>
                </a:lnTo>
                <a:lnTo>
                  <a:pt x="1898" y="2644"/>
                </a:lnTo>
                <a:lnTo>
                  <a:pt x="1897" y="2644"/>
                </a:lnTo>
                <a:lnTo>
                  <a:pt x="1896" y="2645"/>
                </a:lnTo>
                <a:lnTo>
                  <a:pt x="1895" y="2645"/>
                </a:lnTo>
                <a:lnTo>
                  <a:pt x="1894" y="2645"/>
                </a:lnTo>
                <a:lnTo>
                  <a:pt x="1893" y="2645"/>
                </a:lnTo>
                <a:lnTo>
                  <a:pt x="1892" y="2645"/>
                </a:lnTo>
                <a:lnTo>
                  <a:pt x="1891" y="2646"/>
                </a:lnTo>
                <a:lnTo>
                  <a:pt x="1890" y="2646"/>
                </a:lnTo>
                <a:lnTo>
                  <a:pt x="1890" y="2647"/>
                </a:lnTo>
                <a:lnTo>
                  <a:pt x="1891" y="2647"/>
                </a:lnTo>
                <a:lnTo>
                  <a:pt x="1891" y="2648"/>
                </a:lnTo>
                <a:lnTo>
                  <a:pt x="1890" y="2648"/>
                </a:lnTo>
                <a:lnTo>
                  <a:pt x="1890" y="2649"/>
                </a:lnTo>
                <a:lnTo>
                  <a:pt x="1889" y="2649"/>
                </a:lnTo>
                <a:lnTo>
                  <a:pt x="1889" y="2650"/>
                </a:lnTo>
                <a:lnTo>
                  <a:pt x="1888" y="2650"/>
                </a:lnTo>
                <a:lnTo>
                  <a:pt x="1887" y="2650"/>
                </a:lnTo>
                <a:lnTo>
                  <a:pt x="1887" y="2651"/>
                </a:lnTo>
                <a:lnTo>
                  <a:pt x="1887" y="2652"/>
                </a:lnTo>
                <a:lnTo>
                  <a:pt x="1886" y="2652"/>
                </a:lnTo>
                <a:lnTo>
                  <a:pt x="1886" y="2653"/>
                </a:lnTo>
                <a:lnTo>
                  <a:pt x="1885" y="2653"/>
                </a:lnTo>
                <a:lnTo>
                  <a:pt x="1885" y="2654"/>
                </a:lnTo>
                <a:lnTo>
                  <a:pt x="1884" y="2654"/>
                </a:lnTo>
                <a:lnTo>
                  <a:pt x="1884" y="2655"/>
                </a:lnTo>
                <a:lnTo>
                  <a:pt x="1883" y="2655"/>
                </a:lnTo>
                <a:lnTo>
                  <a:pt x="1883" y="2656"/>
                </a:lnTo>
                <a:lnTo>
                  <a:pt x="1882" y="2656"/>
                </a:lnTo>
                <a:lnTo>
                  <a:pt x="1881" y="2656"/>
                </a:lnTo>
                <a:lnTo>
                  <a:pt x="1880" y="2656"/>
                </a:lnTo>
                <a:lnTo>
                  <a:pt x="1879" y="2657"/>
                </a:lnTo>
                <a:lnTo>
                  <a:pt x="1878" y="2657"/>
                </a:lnTo>
                <a:lnTo>
                  <a:pt x="1877" y="2658"/>
                </a:lnTo>
                <a:lnTo>
                  <a:pt x="1876" y="2658"/>
                </a:lnTo>
                <a:lnTo>
                  <a:pt x="1875" y="2658"/>
                </a:lnTo>
                <a:lnTo>
                  <a:pt x="1874" y="2659"/>
                </a:lnTo>
                <a:lnTo>
                  <a:pt x="1873" y="2659"/>
                </a:lnTo>
                <a:lnTo>
                  <a:pt x="1873" y="2660"/>
                </a:lnTo>
                <a:lnTo>
                  <a:pt x="1872" y="2660"/>
                </a:lnTo>
                <a:lnTo>
                  <a:pt x="1871" y="2661"/>
                </a:lnTo>
                <a:lnTo>
                  <a:pt x="1870" y="2662"/>
                </a:lnTo>
                <a:lnTo>
                  <a:pt x="1870" y="2663"/>
                </a:lnTo>
                <a:lnTo>
                  <a:pt x="1869" y="2663"/>
                </a:lnTo>
                <a:lnTo>
                  <a:pt x="1868" y="2664"/>
                </a:lnTo>
                <a:lnTo>
                  <a:pt x="1867" y="2664"/>
                </a:lnTo>
                <a:lnTo>
                  <a:pt x="1866" y="2665"/>
                </a:lnTo>
                <a:lnTo>
                  <a:pt x="1865" y="2666"/>
                </a:lnTo>
                <a:lnTo>
                  <a:pt x="1863" y="2668"/>
                </a:lnTo>
                <a:lnTo>
                  <a:pt x="1863" y="2669"/>
                </a:lnTo>
                <a:lnTo>
                  <a:pt x="1862" y="2669"/>
                </a:lnTo>
                <a:lnTo>
                  <a:pt x="1862" y="2670"/>
                </a:lnTo>
                <a:lnTo>
                  <a:pt x="1861" y="2670"/>
                </a:lnTo>
                <a:lnTo>
                  <a:pt x="1860" y="2671"/>
                </a:lnTo>
                <a:lnTo>
                  <a:pt x="1859" y="2672"/>
                </a:lnTo>
                <a:lnTo>
                  <a:pt x="1858" y="2672"/>
                </a:lnTo>
                <a:lnTo>
                  <a:pt x="1858" y="2673"/>
                </a:lnTo>
                <a:lnTo>
                  <a:pt x="1857" y="2674"/>
                </a:lnTo>
                <a:lnTo>
                  <a:pt x="1856" y="2674"/>
                </a:lnTo>
                <a:lnTo>
                  <a:pt x="1856" y="2675"/>
                </a:lnTo>
                <a:lnTo>
                  <a:pt x="1854" y="2676"/>
                </a:lnTo>
                <a:lnTo>
                  <a:pt x="1854" y="2677"/>
                </a:lnTo>
                <a:lnTo>
                  <a:pt x="1853" y="2677"/>
                </a:lnTo>
                <a:lnTo>
                  <a:pt x="1853" y="2678"/>
                </a:lnTo>
                <a:lnTo>
                  <a:pt x="1852" y="2679"/>
                </a:lnTo>
                <a:lnTo>
                  <a:pt x="1852" y="2680"/>
                </a:lnTo>
                <a:lnTo>
                  <a:pt x="1851" y="2680"/>
                </a:lnTo>
                <a:lnTo>
                  <a:pt x="1850" y="2681"/>
                </a:lnTo>
                <a:lnTo>
                  <a:pt x="1849" y="2682"/>
                </a:lnTo>
                <a:lnTo>
                  <a:pt x="1848" y="2683"/>
                </a:lnTo>
                <a:lnTo>
                  <a:pt x="1848" y="2684"/>
                </a:lnTo>
                <a:lnTo>
                  <a:pt x="1847" y="2684"/>
                </a:lnTo>
                <a:lnTo>
                  <a:pt x="1847" y="2685"/>
                </a:lnTo>
                <a:lnTo>
                  <a:pt x="1846" y="2686"/>
                </a:lnTo>
                <a:lnTo>
                  <a:pt x="1846" y="2687"/>
                </a:lnTo>
                <a:lnTo>
                  <a:pt x="1845" y="2687"/>
                </a:lnTo>
                <a:lnTo>
                  <a:pt x="1845" y="2688"/>
                </a:lnTo>
                <a:lnTo>
                  <a:pt x="1844" y="2688"/>
                </a:lnTo>
                <a:lnTo>
                  <a:pt x="1844" y="2689"/>
                </a:lnTo>
                <a:lnTo>
                  <a:pt x="1840" y="2692"/>
                </a:lnTo>
                <a:lnTo>
                  <a:pt x="1840" y="2693"/>
                </a:lnTo>
                <a:lnTo>
                  <a:pt x="1839" y="2694"/>
                </a:lnTo>
                <a:lnTo>
                  <a:pt x="1839" y="2695"/>
                </a:lnTo>
                <a:lnTo>
                  <a:pt x="1838" y="2695"/>
                </a:lnTo>
                <a:lnTo>
                  <a:pt x="1838" y="2696"/>
                </a:lnTo>
                <a:lnTo>
                  <a:pt x="1837" y="2697"/>
                </a:lnTo>
                <a:lnTo>
                  <a:pt x="1836" y="2698"/>
                </a:lnTo>
                <a:lnTo>
                  <a:pt x="1835" y="2700"/>
                </a:lnTo>
                <a:lnTo>
                  <a:pt x="1834" y="2701"/>
                </a:lnTo>
                <a:lnTo>
                  <a:pt x="1834" y="2702"/>
                </a:lnTo>
                <a:lnTo>
                  <a:pt x="1833" y="2703"/>
                </a:lnTo>
                <a:lnTo>
                  <a:pt x="1833" y="2704"/>
                </a:lnTo>
                <a:lnTo>
                  <a:pt x="1833" y="2705"/>
                </a:lnTo>
                <a:lnTo>
                  <a:pt x="1834" y="2705"/>
                </a:lnTo>
                <a:lnTo>
                  <a:pt x="1834" y="2706"/>
                </a:lnTo>
                <a:lnTo>
                  <a:pt x="1834" y="2707"/>
                </a:lnTo>
                <a:lnTo>
                  <a:pt x="1834" y="2708"/>
                </a:lnTo>
                <a:lnTo>
                  <a:pt x="1834" y="2709"/>
                </a:lnTo>
                <a:lnTo>
                  <a:pt x="1834" y="2710"/>
                </a:lnTo>
                <a:lnTo>
                  <a:pt x="1833" y="2711"/>
                </a:lnTo>
                <a:lnTo>
                  <a:pt x="1833" y="2712"/>
                </a:lnTo>
                <a:lnTo>
                  <a:pt x="1833" y="2714"/>
                </a:lnTo>
                <a:lnTo>
                  <a:pt x="1832" y="2715"/>
                </a:lnTo>
                <a:lnTo>
                  <a:pt x="1832" y="2716"/>
                </a:lnTo>
                <a:lnTo>
                  <a:pt x="1831" y="2716"/>
                </a:lnTo>
                <a:lnTo>
                  <a:pt x="1830" y="2716"/>
                </a:lnTo>
                <a:lnTo>
                  <a:pt x="1829" y="2716"/>
                </a:lnTo>
                <a:lnTo>
                  <a:pt x="1828" y="2716"/>
                </a:lnTo>
                <a:lnTo>
                  <a:pt x="1827" y="2717"/>
                </a:lnTo>
                <a:lnTo>
                  <a:pt x="1826" y="2717"/>
                </a:lnTo>
                <a:lnTo>
                  <a:pt x="1825" y="2717"/>
                </a:lnTo>
                <a:lnTo>
                  <a:pt x="1824" y="2717"/>
                </a:lnTo>
                <a:lnTo>
                  <a:pt x="1823" y="2717"/>
                </a:lnTo>
                <a:lnTo>
                  <a:pt x="1823" y="2718"/>
                </a:lnTo>
                <a:lnTo>
                  <a:pt x="1822" y="2718"/>
                </a:lnTo>
                <a:lnTo>
                  <a:pt x="1821" y="2719"/>
                </a:lnTo>
                <a:lnTo>
                  <a:pt x="1820" y="2719"/>
                </a:lnTo>
                <a:lnTo>
                  <a:pt x="1820" y="2720"/>
                </a:lnTo>
                <a:lnTo>
                  <a:pt x="1819" y="2720"/>
                </a:lnTo>
                <a:lnTo>
                  <a:pt x="1818" y="2720"/>
                </a:lnTo>
                <a:lnTo>
                  <a:pt x="1818" y="2721"/>
                </a:lnTo>
                <a:lnTo>
                  <a:pt x="1817" y="2721"/>
                </a:lnTo>
                <a:lnTo>
                  <a:pt x="1816" y="2722"/>
                </a:lnTo>
                <a:lnTo>
                  <a:pt x="1815" y="2722"/>
                </a:lnTo>
                <a:lnTo>
                  <a:pt x="1814" y="2723"/>
                </a:lnTo>
                <a:lnTo>
                  <a:pt x="1813" y="2723"/>
                </a:lnTo>
                <a:lnTo>
                  <a:pt x="1812" y="2723"/>
                </a:lnTo>
                <a:lnTo>
                  <a:pt x="1811" y="2724"/>
                </a:lnTo>
                <a:lnTo>
                  <a:pt x="1810" y="2724"/>
                </a:lnTo>
                <a:lnTo>
                  <a:pt x="1809" y="2724"/>
                </a:lnTo>
                <a:lnTo>
                  <a:pt x="1808" y="2724"/>
                </a:lnTo>
                <a:lnTo>
                  <a:pt x="1807" y="2724"/>
                </a:lnTo>
                <a:lnTo>
                  <a:pt x="1806" y="2725"/>
                </a:lnTo>
                <a:lnTo>
                  <a:pt x="1805" y="2725"/>
                </a:lnTo>
                <a:lnTo>
                  <a:pt x="1804" y="2725"/>
                </a:lnTo>
                <a:lnTo>
                  <a:pt x="1803" y="2725"/>
                </a:lnTo>
                <a:lnTo>
                  <a:pt x="1802" y="2725"/>
                </a:lnTo>
                <a:lnTo>
                  <a:pt x="1800" y="2725"/>
                </a:lnTo>
                <a:lnTo>
                  <a:pt x="1800" y="2726"/>
                </a:lnTo>
                <a:lnTo>
                  <a:pt x="1799" y="2726"/>
                </a:lnTo>
                <a:lnTo>
                  <a:pt x="1797" y="2726"/>
                </a:lnTo>
                <a:lnTo>
                  <a:pt x="1796" y="2726"/>
                </a:lnTo>
                <a:lnTo>
                  <a:pt x="1795" y="2726"/>
                </a:lnTo>
                <a:lnTo>
                  <a:pt x="1794" y="2726"/>
                </a:lnTo>
                <a:lnTo>
                  <a:pt x="1793" y="2726"/>
                </a:lnTo>
                <a:lnTo>
                  <a:pt x="1789" y="2726"/>
                </a:lnTo>
                <a:lnTo>
                  <a:pt x="1788" y="2726"/>
                </a:lnTo>
                <a:lnTo>
                  <a:pt x="1787" y="2726"/>
                </a:lnTo>
                <a:lnTo>
                  <a:pt x="1786" y="2726"/>
                </a:lnTo>
                <a:lnTo>
                  <a:pt x="1785" y="2726"/>
                </a:lnTo>
                <a:lnTo>
                  <a:pt x="1784" y="2727"/>
                </a:lnTo>
                <a:lnTo>
                  <a:pt x="1783" y="2727"/>
                </a:lnTo>
                <a:lnTo>
                  <a:pt x="1782" y="2727"/>
                </a:lnTo>
                <a:lnTo>
                  <a:pt x="1780" y="2727"/>
                </a:lnTo>
                <a:lnTo>
                  <a:pt x="1779" y="2727"/>
                </a:lnTo>
                <a:lnTo>
                  <a:pt x="1778" y="2727"/>
                </a:lnTo>
                <a:lnTo>
                  <a:pt x="1777" y="2727"/>
                </a:lnTo>
                <a:lnTo>
                  <a:pt x="1777" y="2728"/>
                </a:lnTo>
                <a:lnTo>
                  <a:pt x="1776" y="2728"/>
                </a:lnTo>
                <a:lnTo>
                  <a:pt x="1775" y="2728"/>
                </a:lnTo>
                <a:lnTo>
                  <a:pt x="1774" y="2728"/>
                </a:lnTo>
                <a:lnTo>
                  <a:pt x="1773" y="2728"/>
                </a:lnTo>
                <a:lnTo>
                  <a:pt x="1772" y="2728"/>
                </a:lnTo>
                <a:lnTo>
                  <a:pt x="1771" y="2728"/>
                </a:lnTo>
                <a:lnTo>
                  <a:pt x="1771" y="2729"/>
                </a:lnTo>
                <a:lnTo>
                  <a:pt x="1770" y="2729"/>
                </a:lnTo>
                <a:lnTo>
                  <a:pt x="1769" y="2729"/>
                </a:lnTo>
                <a:lnTo>
                  <a:pt x="1768" y="2729"/>
                </a:lnTo>
                <a:lnTo>
                  <a:pt x="1767" y="2729"/>
                </a:lnTo>
                <a:lnTo>
                  <a:pt x="1766" y="2729"/>
                </a:lnTo>
                <a:lnTo>
                  <a:pt x="1765" y="2730"/>
                </a:lnTo>
                <a:lnTo>
                  <a:pt x="1764" y="2730"/>
                </a:lnTo>
                <a:lnTo>
                  <a:pt x="1763" y="2730"/>
                </a:lnTo>
                <a:lnTo>
                  <a:pt x="1762" y="2730"/>
                </a:lnTo>
                <a:lnTo>
                  <a:pt x="1762" y="2729"/>
                </a:lnTo>
                <a:lnTo>
                  <a:pt x="1761" y="2729"/>
                </a:lnTo>
                <a:lnTo>
                  <a:pt x="1760" y="2729"/>
                </a:lnTo>
                <a:lnTo>
                  <a:pt x="1759" y="2728"/>
                </a:lnTo>
                <a:lnTo>
                  <a:pt x="1758" y="2728"/>
                </a:lnTo>
                <a:lnTo>
                  <a:pt x="1757" y="2728"/>
                </a:lnTo>
                <a:lnTo>
                  <a:pt x="1756" y="2727"/>
                </a:lnTo>
                <a:lnTo>
                  <a:pt x="1755" y="2727"/>
                </a:lnTo>
                <a:lnTo>
                  <a:pt x="1754" y="2727"/>
                </a:lnTo>
                <a:lnTo>
                  <a:pt x="1752" y="2727"/>
                </a:lnTo>
                <a:lnTo>
                  <a:pt x="1752" y="2726"/>
                </a:lnTo>
                <a:lnTo>
                  <a:pt x="1751" y="2726"/>
                </a:lnTo>
                <a:lnTo>
                  <a:pt x="1750" y="2726"/>
                </a:lnTo>
                <a:lnTo>
                  <a:pt x="1749" y="2726"/>
                </a:lnTo>
                <a:lnTo>
                  <a:pt x="1746" y="2726"/>
                </a:lnTo>
                <a:lnTo>
                  <a:pt x="1745" y="2726"/>
                </a:lnTo>
                <a:lnTo>
                  <a:pt x="1745" y="2727"/>
                </a:lnTo>
                <a:lnTo>
                  <a:pt x="1744" y="2727"/>
                </a:lnTo>
                <a:lnTo>
                  <a:pt x="1743" y="2727"/>
                </a:lnTo>
                <a:lnTo>
                  <a:pt x="1742" y="2727"/>
                </a:lnTo>
                <a:lnTo>
                  <a:pt x="1742" y="2728"/>
                </a:lnTo>
                <a:lnTo>
                  <a:pt x="1741" y="2728"/>
                </a:lnTo>
                <a:lnTo>
                  <a:pt x="1740" y="2728"/>
                </a:lnTo>
                <a:lnTo>
                  <a:pt x="1740" y="2729"/>
                </a:lnTo>
                <a:lnTo>
                  <a:pt x="1738" y="2729"/>
                </a:lnTo>
                <a:lnTo>
                  <a:pt x="1738" y="2728"/>
                </a:lnTo>
                <a:lnTo>
                  <a:pt x="1737" y="2728"/>
                </a:lnTo>
                <a:lnTo>
                  <a:pt x="1736" y="2727"/>
                </a:lnTo>
                <a:lnTo>
                  <a:pt x="1735" y="2727"/>
                </a:lnTo>
                <a:lnTo>
                  <a:pt x="1734" y="2726"/>
                </a:lnTo>
                <a:lnTo>
                  <a:pt x="1733" y="2726"/>
                </a:lnTo>
                <a:lnTo>
                  <a:pt x="1732" y="2726"/>
                </a:lnTo>
                <a:lnTo>
                  <a:pt x="1732" y="2725"/>
                </a:lnTo>
                <a:lnTo>
                  <a:pt x="1731" y="2725"/>
                </a:lnTo>
                <a:lnTo>
                  <a:pt x="1730" y="2724"/>
                </a:lnTo>
                <a:lnTo>
                  <a:pt x="1729" y="2724"/>
                </a:lnTo>
                <a:lnTo>
                  <a:pt x="1728" y="2723"/>
                </a:lnTo>
                <a:lnTo>
                  <a:pt x="1727" y="2723"/>
                </a:lnTo>
                <a:lnTo>
                  <a:pt x="1726" y="2723"/>
                </a:lnTo>
                <a:lnTo>
                  <a:pt x="1725" y="2723"/>
                </a:lnTo>
                <a:lnTo>
                  <a:pt x="1724" y="2723"/>
                </a:lnTo>
                <a:lnTo>
                  <a:pt x="1723" y="2723"/>
                </a:lnTo>
                <a:lnTo>
                  <a:pt x="1722" y="2723"/>
                </a:lnTo>
                <a:lnTo>
                  <a:pt x="1721" y="2723"/>
                </a:lnTo>
                <a:lnTo>
                  <a:pt x="1720" y="2723"/>
                </a:lnTo>
                <a:lnTo>
                  <a:pt x="1719" y="2723"/>
                </a:lnTo>
                <a:lnTo>
                  <a:pt x="1718" y="2724"/>
                </a:lnTo>
                <a:lnTo>
                  <a:pt x="1717" y="2724"/>
                </a:lnTo>
                <a:lnTo>
                  <a:pt x="1716" y="2724"/>
                </a:lnTo>
                <a:lnTo>
                  <a:pt x="1715" y="2724"/>
                </a:lnTo>
                <a:lnTo>
                  <a:pt x="1715" y="2725"/>
                </a:lnTo>
                <a:lnTo>
                  <a:pt x="1714" y="2725"/>
                </a:lnTo>
                <a:lnTo>
                  <a:pt x="1713" y="2725"/>
                </a:lnTo>
                <a:lnTo>
                  <a:pt x="1713" y="2726"/>
                </a:lnTo>
                <a:lnTo>
                  <a:pt x="1712" y="2726"/>
                </a:lnTo>
                <a:lnTo>
                  <a:pt x="1711" y="2726"/>
                </a:lnTo>
                <a:lnTo>
                  <a:pt x="1710" y="2726"/>
                </a:lnTo>
                <a:lnTo>
                  <a:pt x="1710" y="2727"/>
                </a:lnTo>
                <a:lnTo>
                  <a:pt x="1709" y="2727"/>
                </a:lnTo>
                <a:lnTo>
                  <a:pt x="1708" y="2727"/>
                </a:lnTo>
                <a:lnTo>
                  <a:pt x="1707" y="2727"/>
                </a:lnTo>
                <a:lnTo>
                  <a:pt x="1706" y="2727"/>
                </a:lnTo>
                <a:lnTo>
                  <a:pt x="1706" y="2728"/>
                </a:lnTo>
                <a:lnTo>
                  <a:pt x="1705" y="2728"/>
                </a:lnTo>
                <a:lnTo>
                  <a:pt x="1704" y="2728"/>
                </a:lnTo>
                <a:lnTo>
                  <a:pt x="1703" y="2728"/>
                </a:lnTo>
                <a:lnTo>
                  <a:pt x="1702" y="2728"/>
                </a:lnTo>
                <a:lnTo>
                  <a:pt x="1701" y="2728"/>
                </a:lnTo>
                <a:lnTo>
                  <a:pt x="1700" y="2729"/>
                </a:lnTo>
                <a:lnTo>
                  <a:pt x="1699" y="2729"/>
                </a:lnTo>
                <a:lnTo>
                  <a:pt x="1698" y="2729"/>
                </a:lnTo>
                <a:lnTo>
                  <a:pt x="1697" y="2729"/>
                </a:lnTo>
                <a:lnTo>
                  <a:pt x="1696" y="2730"/>
                </a:lnTo>
                <a:lnTo>
                  <a:pt x="1695" y="2730"/>
                </a:lnTo>
                <a:lnTo>
                  <a:pt x="1694" y="2730"/>
                </a:lnTo>
                <a:lnTo>
                  <a:pt x="1693" y="2730"/>
                </a:lnTo>
                <a:lnTo>
                  <a:pt x="1692" y="2730"/>
                </a:lnTo>
                <a:lnTo>
                  <a:pt x="1691" y="2730"/>
                </a:lnTo>
                <a:lnTo>
                  <a:pt x="1691" y="2731"/>
                </a:lnTo>
                <a:lnTo>
                  <a:pt x="1690" y="2731"/>
                </a:lnTo>
                <a:lnTo>
                  <a:pt x="1689" y="2731"/>
                </a:lnTo>
                <a:lnTo>
                  <a:pt x="1688" y="2732"/>
                </a:lnTo>
                <a:lnTo>
                  <a:pt x="1687" y="2732"/>
                </a:lnTo>
                <a:lnTo>
                  <a:pt x="1686" y="2732"/>
                </a:lnTo>
                <a:lnTo>
                  <a:pt x="1685" y="2732"/>
                </a:lnTo>
                <a:lnTo>
                  <a:pt x="1685" y="2733"/>
                </a:lnTo>
                <a:lnTo>
                  <a:pt x="1684" y="2733"/>
                </a:lnTo>
                <a:lnTo>
                  <a:pt x="1683" y="2733"/>
                </a:lnTo>
                <a:lnTo>
                  <a:pt x="1682" y="2733"/>
                </a:lnTo>
                <a:lnTo>
                  <a:pt x="1680" y="2733"/>
                </a:lnTo>
                <a:lnTo>
                  <a:pt x="1676" y="2733"/>
                </a:lnTo>
                <a:lnTo>
                  <a:pt x="1675" y="2733"/>
                </a:lnTo>
                <a:lnTo>
                  <a:pt x="1676" y="2732"/>
                </a:lnTo>
                <a:lnTo>
                  <a:pt x="1676" y="2731"/>
                </a:lnTo>
                <a:lnTo>
                  <a:pt x="1677" y="2731"/>
                </a:lnTo>
                <a:lnTo>
                  <a:pt x="1677" y="2730"/>
                </a:lnTo>
                <a:lnTo>
                  <a:pt x="1677" y="2729"/>
                </a:lnTo>
                <a:lnTo>
                  <a:pt x="1677" y="2728"/>
                </a:lnTo>
                <a:lnTo>
                  <a:pt x="1678" y="2728"/>
                </a:lnTo>
                <a:lnTo>
                  <a:pt x="1678" y="2727"/>
                </a:lnTo>
                <a:lnTo>
                  <a:pt x="1678" y="2726"/>
                </a:lnTo>
                <a:lnTo>
                  <a:pt x="1678" y="2725"/>
                </a:lnTo>
                <a:lnTo>
                  <a:pt x="1678" y="2724"/>
                </a:lnTo>
                <a:lnTo>
                  <a:pt x="1678" y="2723"/>
                </a:lnTo>
                <a:lnTo>
                  <a:pt x="1678" y="2722"/>
                </a:lnTo>
                <a:lnTo>
                  <a:pt x="1678" y="2721"/>
                </a:lnTo>
                <a:lnTo>
                  <a:pt x="1678" y="2720"/>
                </a:lnTo>
                <a:lnTo>
                  <a:pt x="1677" y="2720"/>
                </a:lnTo>
                <a:lnTo>
                  <a:pt x="1677" y="2719"/>
                </a:lnTo>
                <a:lnTo>
                  <a:pt x="1677" y="2718"/>
                </a:lnTo>
                <a:lnTo>
                  <a:pt x="1676" y="2717"/>
                </a:lnTo>
                <a:lnTo>
                  <a:pt x="1675" y="2717"/>
                </a:lnTo>
                <a:lnTo>
                  <a:pt x="1675" y="2716"/>
                </a:lnTo>
                <a:lnTo>
                  <a:pt x="1674" y="2716"/>
                </a:lnTo>
                <a:lnTo>
                  <a:pt x="1674" y="2715"/>
                </a:lnTo>
                <a:lnTo>
                  <a:pt x="1675" y="2715"/>
                </a:lnTo>
                <a:lnTo>
                  <a:pt x="1675" y="2714"/>
                </a:lnTo>
                <a:lnTo>
                  <a:pt x="1674" y="2714"/>
                </a:lnTo>
                <a:lnTo>
                  <a:pt x="1673" y="2713"/>
                </a:lnTo>
                <a:lnTo>
                  <a:pt x="1672" y="2713"/>
                </a:lnTo>
                <a:lnTo>
                  <a:pt x="1671" y="2713"/>
                </a:lnTo>
                <a:lnTo>
                  <a:pt x="1671" y="2712"/>
                </a:lnTo>
                <a:lnTo>
                  <a:pt x="1671" y="2711"/>
                </a:lnTo>
                <a:lnTo>
                  <a:pt x="1670" y="2710"/>
                </a:lnTo>
                <a:lnTo>
                  <a:pt x="1670" y="2709"/>
                </a:lnTo>
                <a:lnTo>
                  <a:pt x="1670" y="2708"/>
                </a:lnTo>
                <a:lnTo>
                  <a:pt x="1670" y="2707"/>
                </a:lnTo>
                <a:lnTo>
                  <a:pt x="1669" y="2707"/>
                </a:lnTo>
                <a:lnTo>
                  <a:pt x="1670" y="2706"/>
                </a:lnTo>
                <a:lnTo>
                  <a:pt x="1670" y="2705"/>
                </a:lnTo>
                <a:lnTo>
                  <a:pt x="1671" y="2705"/>
                </a:lnTo>
                <a:lnTo>
                  <a:pt x="1671" y="2704"/>
                </a:lnTo>
                <a:lnTo>
                  <a:pt x="1670" y="2703"/>
                </a:lnTo>
                <a:lnTo>
                  <a:pt x="1671" y="2702"/>
                </a:lnTo>
                <a:lnTo>
                  <a:pt x="1670" y="2702"/>
                </a:lnTo>
                <a:lnTo>
                  <a:pt x="1670" y="2701"/>
                </a:lnTo>
                <a:lnTo>
                  <a:pt x="1671" y="2700"/>
                </a:lnTo>
                <a:lnTo>
                  <a:pt x="1671" y="2699"/>
                </a:lnTo>
                <a:lnTo>
                  <a:pt x="1672" y="2699"/>
                </a:lnTo>
                <a:lnTo>
                  <a:pt x="1673" y="2699"/>
                </a:lnTo>
                <a:lnTo>
                  <a:pt x="1673" y="2698"/>
                </a:lnTo>
                <a:lnTo>
                  <a:pt x="1673" y="2697"/>
                </a:lnTo>
                <a:lnTo>
                  <a:pt x="1673" y="2696"/>
                </a:lnTo>
                <a:lnTo>
                  <a:pt x="1674" y="2696"/>
                </a:lnTo>
                <a:lnTo>
                  <a:pt x="1674" y="2695"/>
                </a:lnTo>
                <a:lnTo>
                  <a:pt x="1674" y="2694"/>
                </a:lnTo>
                <a:lnTo>
                  <a:pt x="1673" y="2693"/>
                </a:lnTo>
                <a:lnTo>
                  <a:pt x="1673" y="2692"/>
                </a:lnTo>
                <a:lnTo>
                  <a:pt x="1672" y="2692"/>
                </a:lnTo>
                <a:lnTo>
                  <a:pt x="1671" y="2692"/>
                </a:lnTo>
                <a:lnTo>
                  <a:pt x="1672" y="2691"/>
                </a:lnTo>
                <a:lnTo>
                  <a:pt x="1672" y="2690"/>
                </a:lnTo>
                <a:lnTo>
                  <a:pt x="1673" y="2690"/>
                </a:lnTo>
                <a:lnTo>
                  <a:pt x="1674" y="2690"/>
                </a:lnTo>
                <a:lnTo>
                  <a:pt x="1675" y="2690"/>
                </a:lnTo>
                <a:lnTo>
                  <a:pt x="1675" y="2691"/>
                </a:lnTo>
                <a:lnTo>
                  <a:pt x="1676" y="2691"/>
                </a:lnTo>
                <a:lnTo>
                  <a:pt x="1677" y="2691"/>
                </a:lnTo>
                <a:lnTo>
                  <a:pt x="1678" y="2691"/>
                </a:lnTo>
                <a:lnTo>
                  <a:pt x="1678" y="2690"/>
                </a:lnTo>
                <a:lnTo>
                  <a:pt x="1679" y="2690"/>
                </a:lnTo>
                <a:lnTo>
                  <a:pt x="1679" y="2689"/>
                </a:lnTo>
                <a:lnTo>
                  <a:pt x="1678" y="2689"/>
                </a:lnTo>
                <a:lnTo>
                  <a:pt x="1678" y="2688"/>
                </a:lnTo>
                <a:lnTo>
                  <a:pt x="1678" y="2687"/>
                </a:lnTo>
                <a:lnTo>
                  <a:pt x="1677" y="2687"/>
                </a:lnTo>
                <a:lnTo>
                  <a:pt x="1677" y="2686"/>
                </a:lnTo>
                <a:lnTo>
                  <a:pt x="1676" y="2685"/>
                </a:lnTo>
                <a:lnTo>
                  <a:pt x="1676" y="2684"/>
                </a:lnTo>
                <a:lnTo>
                  <a:pt x="1676" y="2683"/>
                </a:lnTo>
                <a:lnTo>
                  <a:pt x="1675" y="2683"/>
                </a:lnTo>
                <a:lnTo>
                  <a:pt x="1675" y="2682"/>
                </a:lnTo>
                <a:lnTo>
                  <a:pt x="1675" y="2681"/>
                </a:lnTo>
                <a:lnTo>
                  <a:pt x="1674" y="2681"/>
                </a:lnTo>
                <a:lnTo>
                  <a:pt x="1674" y="2680"/>
                </a:lnTo>
                <a:lnTo>
                  <a:pt x="1674" y="2679"/>
                </a:lnTo>
                <a:lnTo>
                  <a:pt x="1673" y="2679"/>
                </a:lnTo>
                <a:lnTo>
                  <a:pt x="1673" y="2678"/>
                </a:lnTo>
                <a:lnTo>
                  <a:pt x="1673" y="2677"/>
                </a:lnTo>
                <a:lnTo>
                  <a:pt x="1672" y="2677"/>
                </a:lnTo>
                <a:lnTo>
                  <a:pt x="1672" y="2676"/>
                </a:lnTo>
                <a:lnTo>
                  <a:pt x="1672" y="2675"/>
                </a:lnTo>
                <a:lnTo>
                  <a:pt x="1671" y="2675"/>
                </a:lnTo>
                <a:lnTo>
                  <a:pt x="1671" y="2674"/>
                </a:lnTo>
                <a:lnTo>
                  <a:pt x="1670" y="2673"/>
                </a:lnTo>
                <a:lnTo>
                  <a:pt x="1669" y="2673"/>
                </a:lnTo>
                <a:lnTo>
                  <a:pt x="1669" y="2672"/>
                </a:lnTo>
                <a:lnTo>
                  <a:pt x="1669" y="2671"/>
                </a:lnTo>
                <a:lnTo>
                  <a:pt x="1669" y="2670"/>
                </a:lnTo>
                <a:lnTo>
                  <a:pt x="1669" y="2669"/>
                </a:lnTo>
                <a:lnTo>
                  <a:pt x="1668" y="2669"/>
                </a:lnTo>
                <a:lnTo>
                  <a:pt x="1668" y="2670"/>
                </a:lnTo>
                <a:lnTo>
                  <a:pt x="1667" y="2670"/>
                </a:lnTo>
                <a:lnTo>
                  <a:pt x="1667" y="2671"/>
                </a:lnTo>
                <a:lnTo>
                  <a:pt x="1666" y="2671"/>
                </a:lnTo>
                <a:lnTo>
                  <a:pt x="1665" y="2672"/>
                </a:lnTo>
                <a:lnTo>
                  <a:pt x="1664" y="2672"/>
                </a:lnTo>
                <a:lnTo>
                  <a:pt x="1662" y="2673"/>
                </a:lnTo>
                <a:lnTo>
                  <a:pt x="1661" y="2673"/>
                </a:lnTo>
                <a:lnTo>
                  <a:pt x="1660" y="2673"/>
                </a:lnTo>
                <a:lnTo>
                  <a:pt x="1659" y="2672"/>
                </a:lnTo>
                <a:lnTo>
                  <a:pt x="1658" y="2672"/>
                </a:lnTo>
                <a:lnTo>
                  <a:pt x="1657" y="2673"/>
                </a:lnTo>
                <a:lnTo>
                  <a:pt x="1655" y="2674"/>
                </a:lnTo>
                <a:lnTo>
                  <a:pt x="1654" y="2674"/>
                </a:lnTo>
                <a:lnTo>
                  <a:pt x="1653" y="2674"/>
                </a:lnTo>
                <a:lnTo>
                  <a:pt x="1651" y="2675"/>
                </a:lnTo>
                <a:lnTo>
                  <a:pt x="1651" y="2676"/>
                </a:lnTo>
                <a:lnTo>
                  <a:pt x="1650" y="2676"/>
                </a:lnTo>
                <a:lnTo>
                  <a:pt x="1649" y="2676"/>
                </a:lnTo>
                <a:lnTo>
                  <a:pt x="1648" y="2676"/>
                </a:lnTo>
                <a:lnTo>
                  <a:pt x="1647" y="2676"/>
                </a:lnTo>
                <a:lnTo>
                  <a:pt x="1646" y="2676"/>
                </a:lnTo>
                <a:lnTo>
                  <a:pt x="1646" y="2675"/>
                </a:lnTo>
                <a:lnTo>
                  <a:pt x="1647" y="2675"/>
                </a:lnTo>
                <a:lnTo>
                  <a:pt x="1648" y="2675"/>
                </a:lnTo>
                <a:lnTo>
                  <a:pt x="1648" y="2674"/>
                </a:lnTo>
                <a:lnTo>
                  <a:pt x="1649" y="2673"/>
                </a:lnTo>
                <a:lnTo>
                  <a:pt x="1648" y="2673"/>
                </a:lnTo>
                <a:lnTo>
                  <a:pt x="1646" y="2672"/>
                </a:lnTo>
                <a:lnTo>
                  <a:pt x="1645" y="2671"/>
                </a:lnTo>
                <a:lnTo>
                  <a:pt x="1644" y="2671"/>
                </a:lnTo>
                <a:lnTo>
                  <a:pt x="1643" y="2670"/>
                </a:lnTo>
                <a:lnTo>
                  <a:pt x="1642" y="2670"/>
                </a:lnTo>
                <a:lnTo>
                  <a:pt x="1640" y="2670"/>
                </a:lnTo>
                <a:lnTo>
                  <a:pt x="1639" y="2669"/>
                </a:lnTo>
                <a:lnTo>
                  <a:pt x="1638" y="2669"/>
                </a:lnTo>
                <a:lnTo>
                  <a:pt x="1637" y="2668"/>
                </a:lnTo>
                <a:lnTo>
                  <a:pt x="1637" y="2667"/>
                </a:lnTo>
                <a:lnTo>
                  <a:pt x="1636" y="2667"/>
                </a:lnTo>
                <a:lnTo>
                  <a:pt x="1635" y="2666"/>
                </a:lnTo>
                <a:lnTo>
                  <a:pt x="1634" y="2666"/>
                </a:lnTo>
                <a:lnTo>
                  <a:pt x="1633" y="2665"/>
                </a:lnTo>
                <a:lnTo>
                  <a:pt x="1633" y="2664"/>
                </a:lnTo>
                <a:lnTo>
                  <a:pt x="1632" y="2663"/>
                </a:lnTo>
                <a:lnTo>
                  <a:pt x="1631" y="2663"/>
                </a:lnTo>
                <a:lnTo>
                  <a:pt x="1630" y="2662"/>
                </a:lnTo>
                <a:lnTo>
                  <a:pt x="1630" y="2661"/>
                </a:lnTo>
                <a:lnTo>
                  <a:pt x="1630" y="2660"/>
                </a:lnTo>
                <a:lnTo>
                  <a:pt x="1629" y="2660"/>
                </a:lnTo>
                <a:lnTo>
                  <a:pt x="1629" y="2659"/>
                </a:lnTo>
                <a:lnTo>
                  <a:pt x="1628" y="2659"/>
                </a:lnTo>
                <a:lnTo>
                  <a:pt x="1629" y="2658"/>
                </a:lnTo>
                <a:lnTo>
                  <a:pt x="1629" y="2657"/>
                </a:lnTo>
                <a:lnTo>
                  <a:pt x="1630" y="2657"/>
                </a:lnTo>
                <a:lnTo>
                  <a:pt x="1630" y="2656"/>
                </a:lnTo>
                <a:lnTo>
                  <a:pt x="1629" y="2656"/>
                </a:lnTo>
                <a:lnTo>
                  <a:pt x="1629" y="2655"/>
                </a:lnTo>
                <a:lnTo>
                  <a:pt x="1628" y="2655"/>
                </a:lnTo>
                <a:lnTo>
                  <a:pt x="1628" y="2654"/>
                </a:lnTo>
                <a:lnTo>
                  <a:pt x="1628" y="2653"/>
                </a:lnTo>
                <a:lnTo>
                  <a:pt x="1629" y="2652"/>
                </a:lnTo>
                <a:lnTo>
                  <a:pt x="1629" y="2651"/>
                </a:lnTo>
                <a:lnTo>
                  <a:pt x="1630" y="2651"/>
                </a:lnTo>
                <a:lnTo>
                  <a:pt x="1630" y="2650"/>
                </a:lnTo>
                <a:lnTo>
                  <a:pt x="1631" y="2650"/>
                </a:lnTo>
                <a:lnTo>
                  <a:pt x="1631" y="2649"/>
                </a:lnTo>
                <a:lnTo>
                  <a:pt x="1632" y="2649"/>
                </a:lnTo>
                <a:lnTo>
                  <a:pt x="1632" y="2648"/>
                </a:lnTo>
                <a:lnTo>
                  <a:pt x="1633" y="2648"/>
                </a:lnTo>
                <a:lnTo>
                  <a:pt x="1633" y="2647"/>
                </a:lnTo>
                <a:lnTo>
                  <a:pt x="1634" y="2647"/>
                </a:lnTo>
                <a:lnTo>
                  <a:pt x="1634" y="2646"/>
                </a:lnTo>
                <a:lnTo>
                  <a:pt x="1634" y="2645"/>
                </a:lnTo>
                <a:lnTo>
                  <a:pt x="1634" y="2644"/>
                </a:lnTo>
                <a:lnTo>
                  <a:pt x="1635" y="2644"/>
                </a:lnTo>
                <a:lnTo>
                  <a:pt x="1635" y="2643"/>
                </a:lnTo>
                <a:lnTo>
                  <a:pt x="1635" y="2642"/>
                </a:lnTo>
                <a:lnTo>
                  <a:pt x="1634" y="2642"/>
                </a:lnTo>
                <a:lnTo>
                  <a:pt x="1635" y="2642"/>
                </a:lnTo>
                <a:lnTo>
                  <a:pt x="1635" y="2641"/>
                </a:lnTo>
                <a:lnTo>
                  <a:pt x="1635" y="2640"/>
                </a:lnTo>
                <a:lnTo>
                  <a:pt x="1635" y="2639"/>
                </a:lnTo>
                <a:lnTo>
                  <a:pt x="1635" y="2638"/>
                </a:lnTo>
                <a:lnTo>
                  <a:pt x="1635" y="2637"/>
                </a:lnTo>
                <a:lnTo>
                  <a:pt x="1634" y="2637"/>
                </a:lnTo>
                <a:lnTo>
                  <a:pt x="1634" y="2636"/>
                </a:lnTo>
                <a:lnTo>
                  <a:pt x="1634" y="2635"/>
                </a:lnTo>
                <a:lnTo>
                  <a:pt x="1633" y="2635"/>
                </a:lnTo>
                <a:lnTo>
                  <a:pt x="1633" y="2634"/>
                </a:lnTo>
                <a:lnTo>
                  <a:pt x="1632" y="2634"/>
                </a:lnTo>
                <a:lnTo>
                  <a:pt x="1631" y="2634"/>
                </a:lnTo>
                <a:lnTo>
                  <a:pt x="1631" y="2635"/>
                </a:lnTo>
                <a:lnTo>
                  <a:pt x="1630" y="2635"/>
                </a:lnTo>
                <a:lnTo>
                  <a:pt x="1629" y="2635"/>
                </a:lnTo>
                <a:lnTo>
                  <a:pt x="1628" y="2635"/>
                </a:lnTo>
                <a:lnTo>
                  <a:pt x="1627" y="2635"/>
                </a:lnTo>
                <a:lnTo>
                  <a:pt x="1627" y="2634"/>
                </a:lnTo>
                <a:lnTo>
                  <a:pt x="1626" y="2634"/>
                </a:lnTo>
                <a:lnTo>
                  <a:pt x="1626" y="2633"/>
                </a:lnTo>
                <a:lnTo>
                  <a:pt x="1627" y="2632"/>
                </a:lnTo>
                <a:lnTo>
                  <a:pt x="1627" y="2631"/>
                </a:lnTo>
                <a:lnTo>
                  <a:pt x="1628" y="2631"/>
                </a:lnTo>
                <a:lnTo>
                  <a:pt x="1628" y="2630"/>
                </a:lnTo>
                <a:lnTo>
                  <a:pt x="1629" y="2630"/>
                </a:lnTo>
                <a:lnTo>
                  <a:pt x="1630" y="2630"/>
                </a:lnTo>
                <a:lnTo>
                  <a:pt x="1630" y="2631"/>
                </a:lnTo>
                <a:lnTo>
                  <a:pt x="1631" y="2631"/>
                </a:lnTo>
                <a:lnTo>
                  <a:pt x="1631" y="2630"/>
                </a:lnTo>
                <a:lnTo>
                  <a:pt x="1632" y="2630"/>
                </a:lnTo>
                <a:lnTo>
                  <a:pt x="1633" y="2630"/>
                </a:lnTo>
                <a:lnTo>
                  <a:pt x="1633" y="2629"/>
                </a:lnTo>
                <a:lnTo>
                  <a:pt x="1633" y="2628"/>
                </a:lnTo>
                <a:lnTo>
                  <a:pt x="1633" y="2627"/>
                </a:lnTo>
                <a:lnTo>
                  <a:pt x="1632" y="2627"/>
                </a:lnTo>
                <a:lnTo>
                  <a:pt x="1632" y="2626"/>
                </a:lnTo>
                <a:lnTo>
                  <a:pt x="1631" y="2626"/>
                </a:lnTo>
                <a:lnTo>
                  <a:pt x="1630" y="2626"/>
                </a:lnTo>
                <a:lnTo>
                  <a:pt x="1629" y="2626"/>
                </a:lnTo>
                <a:lnTo>
                  <a:pt x="1629" y="2627"/>
                </a:lnTo>
                <a:lnTo>
                  <a:pt x="1628" y="2627"/>
                </a:lnTo>
                <a:lnTo>
                  <a:pt x="1628" y="2626"/>
                </a:lnTo>
                <a:lnTo>
                  <a:pt x="1627" y="2626"/>
                </a:lnTo>
                <a:lnTo>
                  <a:pt x="1627" y="2625"/>
                </a:lnTo>
                <a:lnTo>
                  <a:pt x="1627" y="2624"/>
                </a:lnTo>
                <a:lnTo>
                  <a:pt x="1626" y="2624"/>
                </a:lnTo>
                <a:lnTo>
                  <a:pt x="1625" y="2624"/>
                </a:lnTo>
                <a:lnTo>
                  <a:pt x="1624" y="2624"/>
                </a:lnTo>
                <a:lnTo>
                  <a:pt x="1624" y="2623"/>
                </a:lnTo>
                <a:lnTo>
                  <a:pt x="1623" y="2623"/>
                </a:lnTo>
                <a:lnTo>
                  <a:pt x="1623" y="2622"/>
                </a:lnTo>
                <a:lnTo>
                  <a:pt x="1623" y="2623"/>
                </a:lnTo>
                <a:lnTo>
                  <a:pt x="1622" y="2623"/>
                </a:lnTo>
                <a:lnTo>
                  <a:pt x="1622" y="2622"/>
                </a:lnTo>
                <a:lnTo>
                  <a:pt x="1621" y="2622"/>
                </a:lnTo>
                <a:lnTo>
                  <a:pt x="1621" y="2621"/>
                </a:lnTo>
                <a:lnTo>
                  <a:pt x="1621" y="2620"/>
                </a:lnTo>
                <a:lnTo>
                  <a:pt x="1622" y="2620"/>
                </a:lnTo>
                <a:lnTo>
                  <a:pt x="1622" y="2619"/>
                </a:lnTo>
                <a:lnTo>
                  <a:pt x="1621" y="2619"/>
                </a:lnTo>
                <a:lnTo>
                  <a:pt x="1621" y="2618"/>
                </a:lnTo>
                <a:lnTo>
                  <a:pt x="1620" y="2618"/>
                </a:lnTo>
                <a:lnTo>
                  <a:pt x="1620" y="2617"/>
                </a:lnTo>
                <a:lnTo>
                  <a:pt x="1619" y="2617"/>
                </a:lnTo>
                <a:lnTo>
                  <a:pt x="1619" y="2616"/>
                </a:lnTo>
                <a:lnTo>
                  <a:pt x="1619" y="2615"/>
                </a:lnTo>
                <a:lnTo>
                  <a:pt x="1618" y="2615"/>
                </a:lnTo>
                <a:lnTo>
                  <a:pt x="1617" y="2615"/>
                </a:lnTo>
                <a:lnTo>
                  <a:pt x="1617" y="2616"/>
                </a:lnTo>
                <a:lnTo>
                  <a:pt x="1616" y="2616"/>
                </a:lnTo>
                <a:lnTo>
                  <a:pt x="1616" y="2615"/>
                </a:lnTo>
                <a:lnTo>
                  <a:pt x="1616" y="2614"/>
                </a:lnTo>
                <a:lnTo>
                  <a:pt x="1615" y="2614"/>
                </a:lnTo>
                <a:lnTo>
                  <a:pt x="1614" y="2614"/>
                </a:lnTo>
                <a:lnTo>
                  <a:pt x="1614" y="2613"/>
                </a:lnTo>
                <a:lnTo>
                  <a:pt x="1613" y="2613"/>
                </a:lnTo>
                <a:lnTo>
                  <a:pt x="1612" y="2613"/>
                </a:lnTo>
                <a:lnTo>
                  <a:pt x="1611" y="2612"/>
                </a:lnTo>
                <a:lnTo>
                  <a:pt x="1610" y="2612"/>
                </a:lnTo>
                <a:lnTo>
                  <a:pt x="1610" y="2611"/>
                </a:lnTo>
                <a:lnTo>
                  <a:pt x="1609" y="2611"/>
                </a:lnTo>
                <a:lnTo>
                  <a:pt x="1608" y="2611"/>
                </a:lnTo>
                <a:lnTo>
                  <a:pt x="1608" y="2610"/>
                </a:lnTo>
                <a:lnTo>
                  <a:pt x="1608" y="2609"/>
                </a:lnTo>
                <a:lnTo>
                  <a:pt x="1607" y="2609"/>
                </a:lnTo>
                <a:lnTo>
                  <a:pt x="1607" y="2610"/>
                </a:lnTo>
                <a:lnTo>
                  <a:pt x="1606" y="2610"/>
                </a:lnTo>
                <a:lnTo>
                  <a:pt x="1605" y="2610"/>
                </a:lnTo>
                <a:lnTo>
                  <a:pt x="1605" y="2611"/>
                </a:lnTo>
                <a:lnTo>
                  <a:pt x="1605" y="2612"/>
                </a:lnTo>
                <a:lnTo>
                  <a:pt x="1605" y="2613"/>
                </a:lnTo>
                <a:lnTo>
                  <a:pt x="1604" y="2613"/>
                </a:lnTo>
                <a:lnTo>
                  <a:pt x="1603" y="2613"/>
                </a:lnTo>
                <a:lnTo>
                  <a:pt x="1603" y="2614"/>
                </a:lnTo>
                <a:lnTo>
                  <a:pt x="1602" y="2615"/>
                </a:lnTo>
                <a:lnTo>
                  <a:pt x="1602" y="2616"/>
                </a:lnTo>
                <a:lnTo>
                  <a:pt x="1602" y="2617"/>
                </a:lnTo>
                <a:lnTo>
                  <a:pt x="1601" y="2617"/>
                </a:lnTo>
                <a:lnTo>
                  <a:pt x="1601" y="2618"/>
                </a:lnTo>
                <a:lnTo>
                  <a:pt x="1600" y="2619"/>
                </a:lnTo>
                <a:lnTo>
                  <a:pt x="1599" y="2619"/>
                </a:lnTo>
                <a:lnTo>
                  <a:pt x="1599" y="2618"/>
                </a:lnTo>
                <a:lnTo>
                  <a:pt x="1598" y="2618"/>
                </a:lnTo>
                <a:lnTo>
                  <a:pt x="1598" y="2617"/>
                </a:lnTo>
                <a:lnTo>
                  <a:pt x="1597" y="2617"/>
                </a:lnTo>
                <a:lnTo>
                  <a:pt x="1596" y="2617"/>
                </a:lnTo>
                <a:lnTo>
                  <a:pt x="1595" y="2617"/>
                </a:lnTo>
                <a:lnTo>
                  <a:pt x="1594" y="2617"/>
                </a:lnTo>
                <a:lnTo>
                  <a:pt x="1594" y="2618"/>
                </a:lnTo>
                <a:lnTo>
                  <a:pt x="1593" y="2618"/>
                </a:lnTo>
                <a:lnTo>
                  <a:pt x="1593" y="2619"/>
                </a:lnTo>
                <a:lnTo>
                  <a:pt x="1592" y="2619"/>
                </a:lnTo>
                <a:lnTo>
                  <a:pt x="1592" y="2620"/>
                </a:lnTo>
                <a:lnTo>
                  <a:pt x="1592" y="2621"/>
                </a:lnTo>
                <a:lnTo>
                  <a:pt x="1592" y="2622"/>
                </a:lnTo>
                <a:lnTo>
                  <a:pt x="1591" y="2622"/>
                </a:lnTo>
                <a:lnTo>
                  <a:pt x="1591" y="2623"/>
                </a:lnTo>
                <a:lnTo>
                  <a:pt x="1590" y="2623"/>
                </a:lnTo>
                <a:lnTo>
                  <a:pt x="1589" y="2624"/>
                </a:lnTo>
                <a:lnTo>
                  <a:pt x="1589" y="2625"/>
                </a:lnTo>
                <a:lnTo>
                  <a:pt x="1588" y="2625"/>
                </a:lnTo>
                <a:lnTo>
                  <a:pt x="1588" y="2626"/>
                </a:lnTo>
                <a:lnTo>
                  <a:pt x="1587" y="2626"/>
                </a:lnTo>
                <a:lnTo>
                  <a:pt x="1586" y="2626"/>
                </a:lnTo>
                <a:lnTo>
                  <a:pt x="1585" y="2627"/>
                </a:lnTo>
                <a:lnTo>
                  <a:pt x="1584" y="2627"/>
                </a:lnTo>
                <a:lnTo>
                  <a:pt x="1584" y="2628"/>
                </a:lnTo>
                <a:lnTo>
                  <a:pt x="1584" y="2629"/>
                </a:lnTo>
                <a:lnTo>
                  <a:pt x="1584" y="2630"/>
                </a:lnTo>
                <a:lnTo>
                  <a:pt x="1583" y="2630"/>
                </a:lnTo>
                <a:lnTo>
                  <a:pt x="1583" y="2631"/>
                </a:lnTo>
                <a:lnTo>
                  <a:pt x="1582" y="2631"/>
                </a:lnTo>
                <a:lnTo>
                  <a:pt x="1580" y="2630"/>
                </a:lnTo>
                <a:lnTo>
                  <a:pt x="1580" y="2631"/>
                </a:lnTo>
                <a:lnTo>
                  <a:pt x="1579" y="2631"/>
                </a:lnTo>
                <a:lnTo>
                  <a:pt x="1579" y="2632"/>
                </a:lnTo>
                <a:lnTo>
                  <a:pt x="1578" y="2632"/>
                </a:lnTo>
                <a:lnTo>
                  <a:pt x="1577" y="2633"/>
                </a:lnTo>
                <a:lnTo>
                  <a:pt x="1575" y="2633"/>
                </a:lnTo>
                <a:lnTo>
                  <a:pt x="1574" y="2633"/>
                </a:lnTo>
                <a:lnTo>
                  <a:pt x="1573" y="2633"/>
                </a:lnTo>
                <a:lnTo>
                  <a:pt x="1572" y="2633"/>
                </a:lnTo>
                <a:lnTo>
                  <a:pt x="1571" y="2633"/>
                </a:lnTo>
                <a:lnTo>
                  <a:pt x="1571" y="2632"/>
                </a:lnTo>
                <a:lnTo>
                  <a:pt x="1570" y="2632"/>
                </a:lnTo>
                <a:lnTo>
                  <a:pt x="1569" y="2632"/>
                </a:lnTo>
                <a:lnTo>
                  <a:pt x="1568" y="2632"/>
                </a:lnTo>
                <a:lnTo>
                  <a:pt x="1568" y="2631"/>
                </a:lnTo>
                <a:lnTo>
                  <a:pt x="1567" y="2631"/>
                </a:lnTo>
                <a:lnTo>
                  <a:pt x="1566" y="2631"/>
                </a:lnTo>
                <a:lnTo>
                  <a:pt x="1565" y="2631"/>
                </a:lnTo>
                <a:lnTo>
                  <a:pt x="1565" y="2630"/>
                </a:lnTo>
                <a:lnTo>
                  <a:pt x="1564" y="2629"/>
                </a:lnTo>
                <a:lnTo>
                  <a:pt x="1564" y="2628"/>
                </a:lnTo>
                <a:lnTo>
                  <a:pt x="1564" y="2627"/>
                </a:lnTo>
                <a:lnTo>
                  <a:pt x="1563" y="2627"/>
                </a:lnTo>
                <a:lnTo>
                  <a:pt x="1562" y="2628"/>
                </a:lnTo>
                <a:lnTo>
                  <a:pt x="1562" y="2627"/>
                </a:lnTo>
                <a:lnTo>
                  <a:pt x="1561" y="2627"/>
                </a:lnTo>
                <a:lnTo>
                  <a:pt x="1561" y="2626"/>
                </a:lnTo>
                <a:lnTo>
                  <a:pt x="1561" y="2625"/>
                </a:lnTo>
                <a:lnTo>
                  <a:pt x="1560" y="2625"/>
                </a:lnTo>
                <a:lnTo>
                  <a:pt x="1560" y="2624"/>
                </a:lnTo>
                <a:lnTo>
                  <a:pt x="1560" y="2623"/>
                </a:lnTo>
                <a:lnTo>
                  <a:pt x="1559" y="2623"/>
                </a:lnTo>
                <a:lnTo>
                  <a:pt x="1559" y="2622"/>
                </a:lnTo>
                <a:lnTo>
                  <a:pt x="1559" y="2621"/>
                </a:lnTo>
                <a:lnTo>
                  <a:pt x="1559" y="2620"/>
                </a:lnTo>
                <a:lnTo>
                  <a:pt x="1559" y="2619"/>
                </a:lnTo>
                <a:lnTo>
                  <a:pt x="1559" y="2618"/>
                </a:lnTo>
                <a:lnTo>
                  <a:pt x="1559" y="2617"/>
                </a:lnTo>
                <a:lnTo>
                  <a:pt x="1559" y="2616"/>
                </a:lnTo>
                <a:lnTo>
                  <a:pt x="1560" y="2616"/>
                </a:lnTo>
                <a:lnTo>
                  <a:pt x="1560" y="2615"/>
                </a:lnTo>
                <a:lnTo>
                  <a:pt x="1559" y="2615"/>
                </a:lnTo>
                <a:lnTo>
                  <a:pt x="1559" y="2614"/>
                </a:lnTo>
                <a:lnTo>
                  <a:pt x="1559" y="2613"/>
                </a:lnTo>
                <a:lnTo>
                  <a:pt x="1560" y="2612"/>
                </a:lnTo>
                <a:lnTo>
                  <a:pt x="1559" y="2612"/>
                </a:lnTo>
                <a:lnTo>
                  <a:pt x="1559" y="2611"/>
                </a:lnTo>
                <a:lnTo>
                  <a:pt x="1558" y="2611"/>
                </a:lnTo>
                <a:lnTo>
                  <a:pt x="1558" y="2612"/>
                </a:lnTo>
                <a:lnTo>
                  <a:pt x="1557" y="2612"/>
                </a:lnTo>
                <a:lnTo>
                  <a:pt x="1557" y="2611"/>
                </a:lnTo>
                <a:lnTo>
                  <a:pt x="1556" y="2611"/>
                </a:lnTo>
                <a:lnTo>
                  <a:pt x="1555" y="2611"/>
                </a:lnTo>
                <a:lnTo>
                  <a:pt x="1554" y="2611"/>
                </a:lnTo>
                <a:lnTo>
                  <a:pt x="1554" y="2610"/>
                </a:lnTo>
                <a:lnTo>
                  <a:pt x="1553" y="2610"/>
                </a:lnTo>
                <a:lnTo>
                  <a:pt x="1552" y="2610"/>
                </a:lnTo>
                <a:lnTo>
                  <a:pt x="1552" y="2609"/>
                </a:lnTo>
                <a:lnTo>
                  <a:pt x="1551" y="2609"/>
                </a:lnTo>
                <a:lnTo>
                  <a:pt x="1550" y="2609"/>
                </a:lnTo>
                <a:lnTo>
                  <a:pt x="1550" y="2608"/>
                </a:lnTo>
                <a:lnTo>
                  <a:pt x="1549" y="2608"/>
                </a:lnTo>
                <a:lnTo>
                  <a:pt x="1549" y="2609"/>
                </a:lnTo>
                <a:lnTo>
                  <a:pt x="1548" y="2609"/>
                </a:lnTo>
                <a:lnTo>
                  <a:pt x="1547" y="2609"/>
                </a:lnTo>
                <a:lnTo>
                  <a:pt x="1547" y="2610"/>
                </a:lnTo>
                <a:lnTo>
                  <a:pt x="1546" y="2610"/>
                </a:lnTo>
                <a:lnTo>
                  <a:pt x="1546" y="2611"/>
                </a:lnTo>
                <a:lnTo>
                  <a:pt x="1545" y="2611"/>
                </a:lnTo>
                <a:lnTo>
                  <a:pt x="1544" y="2611"/>
                </a:lnTo>
                <a:lnTo>
                  <a:pt x="1543" y="2611"/>
                </a:lnTo>
                <a:lnTo>
                  <a:pt x="1542" y="2611"/>
                </a:lnTo>
                <a:lnTo>
                  <a:pt x="1542" y="2612"/>
                </a:lnTo>
                <a:lnTo>
                  <a:pt x="1541" y="2613"/>
                </a:lnTo>
                <a:lnTo>
                  <a:pt x="1540" y="2614"/>
                </a:lnTo>
                <a:lnTo>
                  <a:pt x="1540" y="2613"/>
                </a:lnTo>
                <a:lnTo>
                  <a:pt x="1539" y="2613"/>
                </a:lnTo>
                <a:lnTo>
                  <a:pt x="1539" y="2612"/>
                </a:lnTo>
                <a:lnTo>
                  <a:pt x="1538" y="2612"/>
                </a:lnTo>
                <a:lnTo>
                  <a:pt x="1538" y="2611"/>
                </a:lnTo>
                <a:lnTo>
                  <a:pt x="1537" y="2611"/>
                </a:lnTo>
                <a:lnTo>
                  <a:pt x="1536" y="2611"/>
                </a:lnTo>
                <a:lnTo>
                  <a:pt x="1535" y="2611"/>
                </a:lnTo>
                <a:lnTo>
                  <a:pt x="1535" y="2610"/>
                </a:lnTo>
                <a:lnTo>
                  <a:pt x="1534" y="2610"/>
                </a:lnTo>
                <a:lnTo>
                  <a:pt x="1533" y="2610"/>
                </a:lnTo>
                <a:lnTo>
                  <a:pt x="1533" y="2609"/>
                </a:lnTo>
                <a:lnTo>
                  <a:pt x="1532" y="2610"/>
                </a:lnTo>
                <a:lnTo>
                  <a:pt x="1531" y="2610"/>
                </a:lnTo>
                <a:lnTo>
                  <a:pt x="1531" y="2611"/>
                </a:lnTo>
                <a:lnTo>
                  <a:pt x="1530" y="2611"/>
                </a:lnTo>
                <a:lnTo>
                  <a:pt x="1529" y="2611"/>
                </a:lnTo>
                <a:lnTo>
                  <a:pt x="1528" y="2611"/>
                </a:lnTo>
                <a:lnTo>
                  <a:pt x="1527" y="2610"/>
                </a:lnTo>
                <a:lnTo>
                  <a:pt x="1526" y="2610"/>
                </a:lnTo>
                <a:lnTo>
                  <a:pt x="1526" y="2609"/>
                </a:lnTo>
                <a:lnTo>
                  <a:pt x="1525" y="2609"/>
                </a:lnTo>
                <a:lnTo>
                  <a:pt x="1524" y="2609"/>
                </a:lnTo>
                <a:lnTo>
                  <a:pt x="1523" y="2609"/>
                </a:lnTo>
                <a:lnTo>
                  <a:pt x="1523" y="2610"/>
                </a:lnTo>
                <a:lnTo>
                  <a:pt x="1522" y="2610"/>
                </a:lnTo>
                <a:lnTo>
                  <a:pt x="1521" y="2610"/>
                </a:lnTo>
                <a:lnTo>
                  <a:pt x="1521" y="2609"/>
                </a:lnTo>
                <a:lnTo>
                  <a:pt x="1520" y="2609"/>
                </a:lnTo>
                <a:lnTo>
                  <a:pt x="1520" y="2608"/>
                </a:lnTo>
                <a:lnTo>
                  <a:pt x="1520" y="2607"/>
                </a:lnTo>
                <a:lnTo>
                  <a:pt x="1520" y="2606"/>
                </a:lnTo>
                <a:lnTo>
                  <a:pt x="1519" y="2606"/>
                </a:lnTo>
                <a:lnTo>
                  <a:pt x="1519" y="2605"/>
                </a:lnTo>
                <a:lnTo>
                  <a:pt x="1518" y="2605"/>
                </a:lnTo>
                <a:lnTo>
                  <a:pt x="1518" y="2604"/>
                </a:lnTo>
                <a:lnTo>
                  <a:pt x="1517" y="2604"/>
                </a:lnTo>
                <a:lnTo>
                  <a:pt x="1517" y="2603"/>
                </a:lnTo>
                <a:lnTo>
                  <a:pt x="1516" y="2602"/>
                </a:lnTo>
                <a:lnTo>
                  <a:pt x="1515" y="2602"/>
                </a:lnTo>
                <a:lnTo>
                  <a:pt x="1514" y="2602"/>
                </a:lnTo>
                <a:lnTo>
                  <a:pt x="1514" y="2601"/>
                </a:lnTo>
                <a:lnTo>
                  <a:pt x="1514" y="2600"/>
                </a:lnTo>
                <a:lnTo>
                  <a:pt x="1513" y="2600"/>
                </a:lnTo>
                <a:lnTo>
                  <a:pt x="1512" y="2600"/>
                </a:lnTo>
                <a:lnTo>
                  <a:pt x="1512" y="2601"/>
                </a:lnTo>
                <a:lnTo>
                  <a:pt x="1511" y="2601"/>
                </a:lnTo>
                <a:lnTo>
                  <a:pt x="1510" y="2601"/>
                </a:lnTo>
                <a:lnTo>
                  <a:pt x="1509" y="2601"/>
                </a:lnTo>
                <a:lnTo>
                  <a:pt x="1508" y="2601"/>
                </a:lnTo>
                <a:lnTo>
                  <a:pt x="1507" y="2601"/>
                </a:lnTo>
                <a:lnTo>
                  <a:pt x="1506" y="2601"/>
                </a:lnTo>
                <a:lnTo>
                  <a:pt x="1506" y="2600"/>
                </a:lnTo>
                <a:lnTo>
                  <a:pt x="1505" y="2600"/>
                </a:lnTo>
                <a:lnTo>
                  <a:pt x="1504" y="2600"/>
                </a:lnTo>
                <a:lnTo>
                  <a:pt x="1504" y="2599"/>
                </a:lnTo>
                <a:lnTo>
                  <a:pt x="1504" y="2598"/>
                </a:lnTo>
                <a:lnTo>
                  <a:pt x="1503" y="2598"/>
                </a:lnTo>
                <a:lnTo>
                  <a:pt x="1503" y="2597"/>
                </a:lnTo>
                <a:lnTo>
                  <a:pt x="1502" y="2597"/>
                </a:lnTo>
                <a:lnTo>
                  <a:pt x="1502" y="2596"/>
                </a:lnTo>
                <a:lnTo>
                  <a:pt x="1501" y="2596"/>
                </a:lnTo>
                <a:lnTo>
                  <a:pt x="1500" y="2596"/>
                </a:lnTo>
                <a:lnTo>
                  <a:pt x="1499" y="2596"/>
                </a:lnTo>
                <a:lnTo>
                  <a:pt x="1498" y="2596"/>
                </a:lnTo>
                <a:lnTo>
                  <a:pt x="1498" y="2597"/>
                </a:lnTo>
                <a:lnTo>
                  <a:pt x="1498" y="2598"/>
                </a:lnTo>
                <a:lnTo>
                  <a:pt x="1498" y="2599"/>
                </a:lnTo>
                <a:lnTo>
                  <a:pt x="1497" y="2599"/>
                </a:lnTo>
                <a:lnTo>
                  <a:pt x="1497" y="2600"/>
                </a:lnTo>
                <a:lnTo>
                  <a:pt x="1497" y="2601"/>
                </a:lnTo>
                <a:lnTo>
                  <a:pt x="1496" y="2601"/>
                </a:lnTo>
                <a:lnTo>
                  <a:pt x="1496" y="2602"/>
                </a:lnTo>
                <a:lnTo>
                  <a:pt x="1496" y="2601"/>
                </a:lnTo>
                <a:lnTo>
                  <a:pt x="1495" y="2601"/>
                </a:lnTo>
                <a:lnTo>
                  <a:pt x="1495" y="2600"/>
                </a:lnTo>
                <a:lnTo>
                  <a:pt x="1494" y="2600"/>
                </a:lnTo>
                <a:lnTo>
                  <a:pt x="1493" y="2600"/>
                </a:lnTo>
                <a:lnTo>
                  <a:pt x="1492" y="2601"/>
                </a:lnTo>
                <a:lnTo>
                  <a:pt x="1491" y="2602"/>
                </a:lnTo>
                <a:lnTo>
                  <a:pt x="1490" y="2602"/>
                </a:lnTo>
                <a:lnTo>
                  <a:pt x="1490" y="2601"/>
                </a:lnTo>
                <a:lnTo>
                  <a:pt x="1489" y="2601"/>
                </a:lnTo>
                <a:lnTo>
                  <a:pt x="1489" y="2600"/>
                </a:lnTo>
                <a:lnTo>
                  <a:pt x="1489" y="2599"/>
                </a:lnTo>
                <a:lnTo>
                  <a:pt x="1488" y="2599"/>
                </a:lnTo>
                <a:lnTo>
                  <a:pt x="1487" y="2599"/>
                </a:lnTo>
                <a:lnTo>
                  <a:pt x="1487" y="2598"/>
                </a:lnTo>
                <a:lnTo>
                  <a:pt x="1486" y="2597"/>
                </a:lnTo>
                <a:lnTo>
                  <a:pt x="1485" y="2597"/>
                </a:lnTo>
                <a:lnTo>
                  <a:pt x="1485" y="2596"/>
                </a:lnTo>
                <a:lnTo>
                  <a:pt x="1484" y="2596"/>
                </a:lnTo>
                <a:lnTo>
                  <a:pt x="1484" y="2597"/>
                </a:lnTo>
                <a:lnTo>
                  <a:pt x="1483" y="2597"/>
                </a:lnTo>
                <a:lnTo>
                  <a:pt x="1483" y="2596"/>
                </a:lnTo>
                <a:lnTo>
                  <a:pt x="1482" y="2596"/>
                </a:lnTo>
                <a:lnTo>
                  <a:pt x="1482" y="2597"/>
                </a:lnTo>
                <a:lnTo>
                  <a:pt x="1481" y="2597"/>
                </a:lnTo>
                <a:lnTo>
                  <a:pt x="1480" y="2597"/>
                </a:lnTo>
                <a:lnTo>
                  <a:pt x="1479" y="2597"/>
                </a:lnTo>
                <a:lnTo>
                  <a:pt x="1479" y="2598"/>
                </a:lnTo>
                <a:lnTo>
                  <a:pt x="1479" y="2597"/>
                </a:lnTo>
                <a:lnTo>
                  <a:pt x="1478" y="2597"/>
                </a:lnTo>
                <a:lnTo>
                  <a:pt x="1478" y="2596"/>
                </a:lnTo>
                <a:lnTo>
                  <a:pt x="1477" y="2596"/>
                </a:lnTo>
                <a:lnTo>
                  <a:pt x="1477" y="2595"/>
                </a:lnTo>
                <a:lnTo>
                  <a:pt x="1476" y="2595"/>
                </a:lnTo>
                <a:lnTo>
                  <a:pt x="1476" y="2594"/>
                </a:lnTo>
                <a:lnTo>
                  <a:pt x="1475" y="2594"/>
                </a:lnTo>
                <a:lnTo>
                  <a:pt x="1476" y="2594"/>
                </a:lnTo>
                <a:lnTo>
                  <a:pt x="1475" y="2594"/>
                </a:lnTo>
                <a:lnTo>
                  <a:pt x="1476" y="2594"/>
                </a:lnTo>
                <a:lnTo>
                  <a:pt x="1475" y="2594"/>
                </a:lnTo>
                <a:lnTo>
                  <a:pt x="1475" y="2593"/>
                </a:lnTo>
                <a:lnTo>
                  <a:pt x="1475" y="2592"/>
                </a:lnTo>
                <a:lnTo>
                  <a:pt x="1474" y="2592"/>
                </a:lnTo>
                <a:lnTo>
                  <a:pt x="1474" y="2593"/>
                </a:lnTo>
                <a:lnTo>
                  <a:pt x="1473" y="2593"/>
                </a:lnTo>
                <a:lnTo>
                  <a:pt x="1472" y="2593"/>
                </a:lnTo>
                <a:lnTo>
                  <a:pt x="1472" y="2592"/>
                </a:lnTo>
                <a:lnTo>
                  <a:pt x="1472" y="2591"/>
                </a:lnTo>
                <a:lnTo>
                  <a:pt x="1471" y="2591"/>
                </a:lnTo>
                <a:lnTo>
                  <a:pt x="1470" y="2591"/>
                </a:lnTo>
                <a:lnTo>
                  <a:pt x="1470" y="2592"/>
                </a:lnTo>
                <a:lnTo>
                  <a:pt x="1469" y="2592"/>
                </a:lnTo>
                <a:lnTo>
                  <a:pt x="1469" y="2591"/>
                </a:lnTo>
                <a:lnTo>
                  <a:pt x="1468" y="2591"/>
                </a:lnTo>
                <a:lnTo>
                  <a:pt x="1468" y="2592"/>
                </a:lnTo>
                <a:lnTo>
                  <a:pt x="1468" y="2593"/>
                </a:lnTo>
                <a:lnTo>
                  <a:pt x="1467" y="2593"/>
                </a:lnTo>
                <a:lnTo>
                  <a:pt x="1466" y="2593"/>
                </a:lnTo>
                <a:lnTo>
                  <a:pt x="1467" y="2594"/>
                </a:lnTo>
                <a:lnTo>
                  <a:pt x="1467" y="2595"/>
                </a:lnTo>
                <a:lnTo>
                  <a:pt x="1468" y="2595"/>
                </a:lnTo>
                <a:lnTo>
                  <a:pt x="1467" y="2595"/>
                </a:lnTo>
                <a:lnTo>
                  <a:pt x="1467" y="2596"/>
                </a:lnTo>
                <a:lnTo>
                  <a:pt x="1466" y="2596"/>
                </a:lnTo>
                <a:lnTo>
                  <a:pt x="1466" y="2597"/>
                </a:lnTo>
                <a:lnTo>
                  <a:pt x="1465" y="2597"/>
                </a:lnTo>
                <a:lnTo>
                  <a:pt x="1464" y="2597"/>
                </a:lnTo>
                <a:lnTo>
                  <a:pt x="1463" y="2597"/>
                </a:lnTo>
                <a:lnTo>
                  <a:pt x="1463" y="2598"/>
                </a:lnTo>
                <a:lnTo>
                  <a:pt x="1462" y="2598"/>
                </a:lnTo>
                <a:lnTo>
                  <a:pt x="1461" y="2598"/>
                </a:lnTo>
                <a:lnTo>
                  <a:pt x="1460" y="2598"/>
                </a:lnTo>
                <a:lnTo>
                  <a:pt x="1460" y="2597"/>
                </a:lnTo>
                <a:lnTo>
                  <a:pt x="1459" y="2597"/>
                </a:lnTo>
                <a:lnTo>
                  <a:pt x="1459" y="2598"/>
                </a:lnTo>
                <a:lnTo>
                  <a:pt x="1459" y="2597"/>
                </a:lnTo>
                <a:lnTo>
                  <a:pt x="1458" y="2597"/>
                </a:lnTo>
                <a:lnTo>
                  <a:pt x="1458" y="2598"/>
                </a:lnTo>
                <a:lnTo>
                  <a:pt x="1457" y="2598"/>
                </a:lnTo>
                <a:lnTo>
                  <a:pt x="1456" y="2598"/>
                </a:lnTo>
                <a:lnTo>
                  <a:pt x="1456" y="2599"/>
                </a:lnTo>
                <a:lnTo>
                  <a:pt x="1454" y="2599"/>
                </a:lnTo>
                <a:lnTo>
                  <a:pt x="1453" y="2599"/>
                </a:lnTo>
                <a:lnTo>
                  <a:pt x="1452" y="2599"/>
                </a:lnTo>
                <a:lnTo>
                  <a:pt x="1451" y="2599"/>
                </a:lnTo>
                <a:lnTo>
                  <a:pt x="1451" y="2600"/>
                </a:lnTo>
                <a:lnTo>
                  <a:pt x="1451" y="2601"/>
                </a:lnTo>
                <a:lnTo>
                  <a:pt x="1450" y="2601"/>
                </a:lnTo>
                <a:lnTo>
                  <a:pt x="1449" y="2602"/>
                </a:lnTo>
                <a:lnTo>
                  <a:pt x="1449" y="2603"/>
                </a:lnTo>
                <a:lnTo>
                  <a:pt x="1449" y="2604"/>
                </a:lnTo>
                <a:lnTo>
                  <a:pt x="1448" y="2604"/>
                </a:lnTo>
                <a:lnTo>
                  <a:pt x="1447" y="2604"/>
                </a:lnTo>
                <a:lnTo>
                  <a:pt x="1447" y="2605"/>
                </a:lnTo>
                <a:lnTo>
                  <a:pt x="1446" y="2605"/>
                </a:lnTo>
                <a:lnTo>
                  <a:pt x="1446" y="2606"/>
                </a:lnTo>
                <a:lnTo>
                  <a:pt x="1445" y="2607"/>
                </a:lnTo>
                <a:lnTo>
                  <a:pt x="1444" y="2607"/>
                </a:lnTo>
                <a:lnTo>
                  <a:pt x="1444" y="2606"/>
                </a:lnTo>
                <a:lnTo>
                  <a:pt x="1443" y="2606"/>
                </a:lnTo>
                <a:lnTo>
                  <a:pt x="1443" y="2607"/>
                </a:lnTo>
                <a:lnTo>
                  <a:pt x="1443" y="2608"/>
                </a:lnTo>
                <a:lnTo>
                  <a:pt x="1442" y="2608"/>
                </a:lnTo>
                <a:lnTo>
                  <a:pt x="1442" y="2609"/>
                </a:lnTo>
                <a:lnTo>
                  <a:pt x="1441" y="2609"/>
                </a:lnTo>
                <a:lnTo>
                  <a:pt x="1441" y="2610"/>
                </a:lnTo>
                <a:lnTo>
                  <a:pt x="1440" y="2610"/>
                </a:lnTo>
                <a:lnTo>
                  <a:pt x="1441" y="2610"/>
                </a:lnTo>
                <a:lnTo>
                  <a:pt x="1440" y="2610"/>
                </a:lnTo>
                <a:lnTo>
                  <a:pt x="1440" y="2611"/>
                </a:lnTo>
                <a:lnTo>
                  <a:pt x="1440" y="2612"/>
                </a:lnTo>
                <a:lnTo>
                  <a:pt x="1440" y="2611"/>
                </a:lnTo>
                <a:lnTo>
                  <a:pt x="1440" y="2612"/>
                </a:lnTo>
                <a:lnTo>
                  <a:pt x="1439" y="2612"/>
                </a:lnTo>
                <a:lnTo>
                  <a:pt x="1439" y="2613"/>
                </a:lnTo>
                <a:lnTo>
                  <a:pt x="1438" y="2613"/>
                </a:lnTo>
                <a:lnTo>
                  <a:pt x="1439" y="2613"/>
                </a:lnTo>
                <a:lnTo>
                  <a:pt x="1439" y="2614"/>
                </a:lnTo>
                <a:lnTo>
                  <a:pt x="1440" y="2614"/>
                </a:lnTo>
                <a:lnTo>
                  <a:pt x="1439" y="2614"/>
                </a:lnTo>
                <a:lnTo>
                  <a:pt x="1439" y="2615"/>
                </a:lnTo>
                <a:lnTo>
                  <a:pt x="1438" y="2615"/>
                </a:lnTo>
                <a:lnTo>
                  <a:pt x="1438" y="2616"/>
                </a:lnTo>
                <a:lnTo>
                  <a:pt x="1438" y="2617"/>
                </a:lnTo>
                <a:lnTo>
                  <a:pt x="1438" y="2618"/>
                </a:lnTo>
                <a:lnTo>
                  <a:pt x="1438" y="2619"/>
                </a:lnTo>
                <a:lnTo>
                  <a:pt x="1437" y="2619"/>
                </a:lnTo>
                <a:lnTo>
                  <a:pt x="1437" y="2620"/>
                </a:lnTo>
                <a:lnTo>
                  <a:pt x="1437" y="2621"/>
                </a:lnTo>
                <a:lnTo>
                  <a:pt x="1436" y="2621"/>
                </a:lnTo>
                <a:lnTo>
                  <a:pt x="1436" y="2622"/>
                </a:lnTo>
                <a:lnTo>
                  <a:pt x="1435" y="2622"/>
                </a:lnTo>
                <a:lnTo>
                  <a:pt x="1434" y="2622"/>
                </a:lnTo>
                <a:lnTo>
                  <a:pt x="1434" y="2623"/>
                </a:lnTo>
                <a:lnTo>
                  <a:pt x="1434" y="2624"/>
                </a:lnTo>
                <a:lnTo>
                  <a:pt x="1433" y="2624"/>
                </a:lnTo>
                <a:lnTo>
                  <a:pt x="1433" y="2625"/>
                </a:lnTo>
                <a:lnTo>
                  <a:pt x="1433" y="2626"/>
                </a:lnTo>
                <a:lnTo>
                  <a:pt x="1432" y="2626"/>
                </a:lnTo>
                <a:lnTo>
                  <a:pt x="1432" y="2627"/>
                </a:lnTo>
                <a:lnTo>
                  <a:pt x="1431" y="2627"/>
                </a:lnTo>
                <a:lnTo>
                  <a:pt x="1431" y="2628"/>
                </a:lnTo>
                <a:lnTo>
                  <a:pt x="1431" y="2629"/>
                </a:lnTo>
                <a:lnTo>
                  <a:pt x="1430" y="2629"/>
                </a:lnTo>
                <a:lnTo>
                  <a:pt x="1429" y="2629"/>
                </a:lnTo>
                <a:lnTo>
                  <a:pt x="1429" y="2630"/>
                </a:lnTo>
                <a:lnTo>
                  <a:pt x="1428" y="2630"/>
                </a:lnTo>
                <a:lnTo>
                  <a:pt x="1427" y="2630"/>
                </a:lnTo>
                <a:lnTo>
                  <a:pt x="1427" y="2631"/>
                </a:lnTo>
                <a:lnTo>
                  <a:pt x="1426" y="2631"/>
                </a:lnTo>
                <a:lnTo>
                  <a:pt x="1424" y="2631"/>
                </a:lnTo>
                <a:lnTo>
                  <a:pt x="1423" y="2632"/>
                </a:lnTo>
                <a:lnTo>
                  <a:pt x="1423" y="2633"/>
                </a:lnTo>
                <a:lnTo>
                  <a:pt x="1422" y="2633"/>
                </a:lnTo>
                <a:lnTo>
                  <a:pt x="1422" y="2634"/>
                </a:lnTo>
                <a:lnTo>
                  <a:pt x="1422" y="2635"/>
                </a:lnTo>
                <a:lnTo>
                  <a:pt x="1421" y="2635"/>
                </a:lnTo>
                <a:lnTo>
                  <a:pt x="1421" y="2636"/>
                </a:lnTo>
                <a:lnTo>
                  <a:pt x="1420" y="2636"/>
                </a:lnTo>
                <a:lnTo>
                  <a:pt x="1419" y="2636"/>
                </a:lnTo>
                <a:lnTo>
                  <a:pt x="1418" y="2636"/>
                </a:lnTo>
                <a:lnTo>
                  <a:pt x="1418" y="2637"/>
                </a:lnTo>
                <a:lnTo>
                  <a:pt x="1418" y="2638"/>
                </a:lnTo>
                <a:lnTo>
                  <a:pt x="1417" y="2638"/>
                </a:lnTo>
                <a:lnTo>
                  <a:pt x="1417" y="2639"/>
                </a:lnTo>
                <a:lnTo>
                  <a:pt x="1417" y="2640"/>
                </a:lnTo>
                <a:lnTo>
                  <a:pt x="1417" y="2641"/>
                </a:lnTo>
                <a:lnTo>
                  <a:pt x="1417" y="2642"/>
                </a:lnTo>
                <a:lnTo>
                  <a:pt x="1417" y="2643"/>
                </a:lnTo>
                <a:lnTo>
                  <a:pt x="1418" y="2643"/>
                </a:lnTo>
                <a:lnTo>
                  <a:pt x="1418" y="2644"/>
                </a:lnTo>
                <a:lnTo>
                  <a:pt x="1417" y="2644"/>
                </a:lnTo>
                <a:lnTo>
                  <a:pt x="1416" y="2644"/>
                </a:lnTo>
                <a:lnTo>
                  <a:pt x="1416" y="2645"/>
                </a:lnTo>
                <a:lnTo>
                  <a:pt x="1415" y="2645"/>
                </a:lnTo>
                <a:lnTo>
                  <a:pt x="1415" y="2646"/>
                </a:lnTo>
                <a:lnTo>
                  <a:pt x="1414" y="2646"/>
                </a:lnTo>
                <a:lnTo>
                  <a:pt x="1415" y="2646"/>
                </a:lnTo>
                <a:lnTo>
                  <a:pt x="1415" y="2647"/>
                </a:lnTo>
                <a:lnTo>
                  <a:pt x="1414" y="2647"/>
                </a:lnTo>
                <a:lnTo>
                  <a:pt x="1414" y="2648"/>
                </a:lnTo>
                <a:lnTo>
                  <a:pt x="1413" y="2648"/>
                </a:lnTo>
                <a:lnTo>
                  <a:pt x="1413" y="2649"/>
                </a:lnTo>
                <a:lnTo>
                  <a:pt x="1413" y="2650"/>
                </a:lnTo>
                <a:lnTo>
                  <a:pt x="1412" y="2650"/>
                </a:lnTo>
                <a:lnTo>
                  <a:pt x="1412" y="2651"/>
                </a:lnTo>
                <a:lnTo>
                  <a:pt x="1411" y="2651"/>
                </a:lnTo>
                <a:lnTo>
                  <a:pt x="1410" y="2651"/>
                </a:lnTo>
                <a:lnTo>
                  <a:pt x="1410" y="2652"/>
                </a:lnTo>
                <a:lnTo>
                  <a:pt x="1410" y="2653"/>
                </a:lnTo>
                <a:lnTo>
                  <a:pt x="1409" y="2653"/>
                </a:lnTo>
                <a:lnTo>
                  <a:pt x="1409" y="2654"/>
                </a:lnTo>
                <a:lnTo>
                  <a:pt x="1409" y="2655"/>
                </a:lnTo>
                <a:lnTo>
                  <a:pt x="1408" y="2655"/>
                </a:lnTo>
                <a:lnTo>
                  <a:pt x="1408" y="2656"/>
                </a:lnTo>
                <a:lnTo>
                  <a:pt x="1409" y="2656"/>
                </a:lnTo>
                <a:lnTo>
                  <a:pt x="1410" y="2656"/>
                </a:lnTo>
                <a:lnTo>
                  <a:pt x="1410" y="2657"/>
                </a:lnTo>
                <a:lnTo>
                  <a:pt x="1411" y="2657"/>
                </a:lnTo>
                <a:lnTo>
                  <a:pt x="1410" y="2657"/>
                </a:lnTo>
                <a:lnTo>
                  <a:pt x="1411" y="2657"/>
                </a:lnTo>
                <a:lnTo>
                  <a:pt x="1411" y="2658"/>
                </a:lnTo>
                <a:lnTo>
                  <a:pt x="1411" y="2659"/>
                </a:lnTo>
                <a:lnTo>
                  <a:pt x="1412" y="2659"/>
                </a:lnTo>
                <a:lnTo>
                  <a:pt x="1412" y="2660"/>
                </a:lnTo>
                <a:lnTo>
                  <a:pt x="1411" y="2660"/>
                </a:lnTo>
                <a:lnTo>
                  <a:pt x="1411" y="2661"/>
                </a:lnTo>
                <a:lnTo>
                  <a:pt x="1410" y="2661"/>
                </a:lnTo>
                <a:lnTo>
                  <a:pt x="1410" y="2662"/>
                </a:lnTo>
                <a:lnTo>
                  <a:pt x="1409" y="2662"/>
                </a:lnTo>
                <a:lnTo>
                  <a:pt x="1409" y="2663"/>
                </a:lnTo>
                <a:lnTo>
                  <a:pt x="1408" y="2663"/>
                </a:lnTo>
                <a:lnTo>
                  <a:pt x="1407" y="2663"/>
                </a:lnTo>
                <a:lnTo>
                  <a:pt x="1407" y="2664"/>
                </a:lnTo>
                <a:lnTo>
                  <a:pt x="1406" y="2664"/>
                </a:lnTo>
                <a:lnTo>
                  <a:pt x="1406" y="2665"/>
                </a:lnTo>
                <a:lnTo>
                  <a:pt x="1407" y="2665"/>
                </a:lnTo>
                <a:lnTo>
                  <a:pt x="1407" y="2666"/>
                </a:lnTo>
                <a:lnTo>
                  <a:pt x="1406" y="2667"/>
                </a:lnTo>
                <a:lnTo>
                  <a:pt x="1407" y="2667"/>
                </a:lnTo>
                <a:lnTo>
                  <a:pt x="1407" y="2668"/>
                </a:lnTo>
                <a:lnTo>
                  <a:pt x="1407" y="2669"/>
                </a:lnTo>
                <a:lnTo>
                  <a:pt x="1408" y="2670"/>
                </a:lnTo>
                <a:lnTo>
                  <a:pt x="1408" y="2671"/>
                </a:lnTo>
                <a:lnTo>
                  <a:pt x="1408" y="2672"/>
                </a:lnTo>
                <a:lnTo>
                  <a:pt x="1408" y="2673"/>
                </a:lnTo>
                <a:lnTo>
                  <a:pt x="1408" y="2674"/>
                </a:lnTo>
                <a:lnTo>
                  <a:pt x="1409" y="2674"/>
                </a:lnTo>
                <a:lnTo>
                  <a:pt x="1409" y="2675"/>
                </a:lnTo>
                <a:lnTo>
                  <a:pt x="1410" y="2675"/>
                </a:lnTo>
                <a:lnTo>
                  <a:pt x="1410" y="2676"/>
                </a:lnTo>
                <a:lnTo>
                  <a:pt x="1410" y="2677"/>
                </a:lnTo>
                <a:lnTo>
                  <a:pt x="1410" y="2678"/>
                </a:lnTo>
                <a:lnTo>
                  <a:pt x="1409" y="2678"/>
                </a:lnTo>
                <a:lnTo>
                  <a:pt x="1409" y="2679"/>
                </a:lnTo>
                <a:lnTo>
                  <a:pt x="1409" y="2680"/>
                </a:lnTo>
                <a:lnTo>
                  <a:pt x="1408" y="2681"/>
                </a:lnTo>
                <a:lnTo>
                  <a:pt x="1408" y="2682"/>
                </a:lnTo>
                <a:lnTo>
                  <a:pt x="1407" y="2682"/>
                </a:lnTo>
                <a:lnTo>
                  <a:pt x="1407" y="2683"/>
                </a:lnTo>
                <a:lnTo>
                  <a:pt x="1407" y="2684"/>
                </a:lnTo>
                <a:lnTo>
                  <a:pt x="1407" y="2685"/>
                </a:lnTo>
                <a:lnTo>
                  <a:pt x="1406" y="2685"/>
                </a:lnTo>
                <a:lnTo>
                  <a:pt x="1406" y="2686"/>
                </a:lnTo>
                <a:lnTo>
                  <a:pt x="1405" y="2687"/>
                </a:lnTo>
                <a:lnTo>
                  <a:pt x="1405" y="2688"/>
                </a:lnTo>
                <a:lnTo>
                  <a:pt x="1404" y="2688"/>
                </a:lnTo>
                <a:lnTo>
                  <a:pt x="1404" y="2689"/>
                </a:lnTo>
                <a:lnTo>
                  <a:pt x="1403" y="2689"/>
                </a:lnTo>
                <a:lnTo>
                  <a:pt x="1402" y="2690"/>
                </a:lnTo>
                <a:lnTo>
                  <a:pt x="1401" y="2691"/>
                </a:lnTo>
                <a:lnTo>
                  <a:pt x="1400" y="2691"/>
                </a:lnTo>
                <a:lnTo>
                  <a:pt x="1400" y="2692"/>
                </a:lnTo>
                <a:lnTo>
                  <a:pt x="1399" y="2692"/>
                </a:lnTo>
                <a:lnTo>
                  <a:pt x="1399" y="2693"/>
                </a:lnTo>
                <a:lnTo>
                  <a:pt x="1399" y="2694"/>
                </a:lnTo>
                <a:lnTo>
                  <a:pt x="1399" y="2695"/>
                </a:lnTo>
                <a:lnTo>
                  <a:pt x="1399" y="2696"/>
                </a:lnTo>
                <a:lnTo>
                  <a:pt x="1398" y="2696"/>
                </a:lnTo>
                <a:lnTo>
                  <a:pt x="1398" y="2697"/>
                </a:lnTo>
                <a:lnTo>
                  <a:pt x="1397" y="2697"/>
                </a:lnTo>
                <a:lnTo>
                  <a:pt x="1396" y="2697"/>
                </a:lnTo>
                <a:lnTo>
                  <a:pt x="1396" y="2696"/>
                </a:lnTo>
                <a:lnTo>
                  <a:pt x="1396" y="2695"/>
                </a:lnTo>
                <a:lnTo>
                  <a:pt x="1395" y="2695"/>
                </a:lnTo>
                <a:lnTo>
                  <a:pt x="1395" y="2694"/>
                </a:lnTo>
                <a:lnTo>
                  <a:pt x="1394" y="2694"/>
                </a:lnTo>
                <a:lnTo>
                  <a:pt x="1394" y="2693"/>
                </a:lnTo>
                <a:lnTo>
                  <a:pt x="1392" y="2692"/>
                </a:lnTo>
                <a:lnTo>
                  <a:pt x="1392" y="2691"/>
                </a:lnTo>
                <a:lnTo>
                  <a:pt x="1391" y="2691"/>
                </a:lnTo>
                <a:lnTo>
                  <a:pt x="1390" y="2691"/>
                </a:lnTo>
                <a:lnTo>
                  <a:pt x="1389" y="2690"/>
                </a:lnTo>
                <a:lnTo>
                  <a:pt x="1389" y="2689"/>
                </a:lnTo>
                <a:lnTo>
                  <a:pt x="1390" y="2689"/>
                </a:lnTo>
                <a:lnTo>
                  <a:pt x="1390" y="2688"/>
                </a:lnTo>
                <a:lnTo>
                  <a:pt x="1390" y="2687"/>
                </a:lnTo>
                <a:lnTo>
                  <a:pt x="1390" y="2686"/>
                </a:lnTo>
                <a:lnTo>
                  <a:pt x="1390" y="2685"/>
                </a:lnTo>
                <a:lnTo>
                  <a:pt x="1389" y="2685"/>
                </a:lnTo>
                <a:lnTo>
                  <a:pt x="1389" y="2684"/>
                </a:lnTo>
                <a:lnTo>
                  <a:pt x="1388" y="2684"/>
                </a:lnTo>
                <a:lnTo>
                  <a:pt x="1387" y="2684"/>
                </a:lnTo>
                <a:lnTo>
                  <a:pt x="1387" y="2683"/>
                </a:lnTo>
                <a:lnTo>
                  <a:pt x="1386" y="2683"/>
                </a:lnTo>
                <a:lnTo>
                  <a:pt x="1387" y="2683"/>
                </a:lnTo>
                <a:lnTo>
                  <a:pt x="1387" y="2682"/>
                </a:lnTo>
                <a:lnTo>
                  <a:pt x="1386" y="2682"/>
                </a:lnTo>
                <a:lnTo>
                  <a:pt x="1386" y="2681"/>
                </a:lnTo>
                <a:lnTo>
                  <a:pt x="1385" y="2681"/>
                </a:lnTo>
                <a:lnTo>
                  <a:pt x="1385" y="2680"/>
                </a:lnTo>
                <a:lnTo>
                  <a:pt x="1385" y="2679"/>
                </a:lnTo>
                <a:lnTo>
                  <a:pt x="1384" y="2679"/>
                </a:lnTo>
                <a:lnTo>
                  <a:pt x="1383" y="2679"/>
                </a:lnTo>
                <a:lnTo>
                  <a:pt x="1382" y="2680"/>
                </a:lnTo>
                <a:lnTo>
                  <a:pt x="1382" y="2679"/>
                </a:lnTo>
                <a:lnTo>
                  <a:pt x="1382" y="2678"/>
                </a:lnTo>
                <a:lnTo>
                  <a:pt x="1381" y="2678"/>
                </a:lnTo>
                <a:lnTo>
                  <a:pt x="1381" y="2677"/>
                </a:lnTo>
                <a:lnTo>
                  <a:pt x="1380" y="2677"/>
                </a:lnTo>
                <a:lnTo>
                  <a:pt x="1380" y="2676"/>
                </a:lnTo>
                <a:lnTo>
                  <a:pt x="1379" y="2676"/>
                </a:lnTo>
                <a:lnTo>
                  <a:pt x="1380" y="2676"/>
                </a:lnTo>
                <a:lnTo>
                  <a:pt x="1380" y="2675"/>
                </a:lnTo>
                <a:lnTo>
                  <a:pt x="1379" y="2675"/>
                </a:lnTo>
                <a:lnTo>
                  <a:pt x="1379" y="2674"/>
                </a:lnTo>
                <a:lnTo>
                  <a:pt x="1378" y="2674"/>
                </a:lnTo>
                <a:lnTo>
                  <a:pt x="1378" y="2673"/>
                </a:lnTo>
                <a:lnTo>
                  <a:pt x="1378" y="2672"/>
                </a:lnTo>
                <a:lnTo>
                  <a:pt x="1377" y="2672"/>
                </a:lnTo>
                <a:lnTo>
                  <a:pt x="1378" y="2672"/>
                </a:lnTo>
                <a:lnTo>
                  <a:pt x="1378" y="2671"/>
                </a:lnTo>
                <a:lnTo>
                  <a:pt x="1377" y="2671"/>
                </a:lnTo>
                <a:lnTo>
                  <a:pt x="1377" y="2670"/>
                </a:lnTo>
                <a:lnTo>
                  <a:pt x="1377" y="2669"/>
                </a:lnTo>
                <a:lnTo>
                  <a:pt x="1378" y="2669"/>
                </a:lnTo>
                <a:lnTo>
                  <a:pt x="1378" y="2668"/>
                </a:lnTo>
                <a:lnTo>
                  <a:pt x="1377" y="2668"/>
                </a:lnTo>
                <a:lnTo>
                  <a:pt x="1377" y="2667"/>
                </a:lnTo>
                <a:lnTo>
                  <a:pt x="1378" y="2667"/>
                </a:lnTo>
                <a:lnTo>
                  <a:pt x="1378" y="2666"/>
                </a:lnTo>
                <a:lnTo>
                  <a:pt x="1378" y="2665"/>
                </a:lnTo>
                <a:lnTo>
                  <a:pt x="1378" y="2664"/>
                </a:lnTo>
                <a:lnTo>
                  <a:pt x="1377" y="2664"/>
                </a:lnTo>
                <a:lnTo>
                  <a:pt x="1377" y="2663"/>
                </a:lnTo>
                <a:lnTo>
                  <a:pt x="1377" y="2662"/>
                </a:lnTo>
                <a:lnTo>
                  <a:pt x="1376" y="2662"/>
                </a:lnTo>
                <a:lnTo>
                  <a:pt x="1377" y="2662"/>
                </a:lnTo>
                <a:lnTo>
                  <a:pt x="1377" y="2661"/>
                </a:lnTo>
                <a:lnTo>
                  <a:pt x="1376" y="2661"/>
                </a:lnTo>
                <a:lnTo>
                  <a:pt x="1376" y="2660"/>
                </a:lnTo>
                <a:lnTo>
                  <a:pt x="1377" y="2660"/>
                </a:lnTo>
                <a:lnTo>
                  <a:pt x="1378" y="2660"/>
                </a:lnTo>
                <a:lnTo>
                  <a:pt x="1378" y="2659"/>
                </a:lnTo>
                <a:lnTo>
                  <a:pt x="1378" y="2660"/>
                </a:lnTo>
                <a:lnTo>
                  <a:pt x="1378" y="2659"/>
                </a:lnTo>
                <a:lnTo>
                  <a:pt x="1378" y="2658"/>
                </a:lnTo>
                <a:lnTo>
                  <a:pt x="1379" y="2658"/>
                </a:lnTo>
                <a:lnTo>
                  <a:pt x="1380" y="2657"/>
                </a:lnTo>
                <a:lnTo>
                  <a:pt x="1380" y="2656"/>
                </a:lnTo>
                <a:lnTo>
                  <a:pt x="1380" y="2655"/>
                </a:lnTo>
                <a:lnTo>
                  <a:pt x="1379" y="2654"/>
                </a:lnTo>
                <a:lnTo>
                  <a:pt x="1380" y="2654"/>
                </a:lnTo>
                <a:lnTo>
                  <a:pt x="1380" y="2653"/>
                </a:lnTo>
                <a:lnTo>
                  <a:pt x="1380" y="2652"/>
                </a:lnTo>
                <a:lnTo>
                  <a:pt x="1381" y="2652"/>
                </a:lnTo>
                <a:lnTo>
                  <a:pt x="1382" y="2652"/>
                </a:lnTo>
                <a:lnTo>
                  <a:pt x="1382" y="2651"/>
                </a:lnTo>
                <a:lnTo>
                  <a:pt x="1383" y="2651"/>
                </a:lnTo>
                <a:lnTo>
                  <a:pt x="1383" y="2650"/>
                </a:lnTo>
                <a:lnTo>
                  <a:pt x="1383" y="2649"/>
                </a:lnTo>
                <a:lnTo>
                  <a:pt x="1383" y="2648"/>
                </a:lnTo>
                <a:lnTo>
                  <a:pt x="1383" y="2647"/>
                </a:lnTo>
                <a:lnTo>
                  <a:pt x="1383" y="2646"/>
                </a:lnTo>
                <a:lnTo>
                  <a:pt x="1383" y="2645"/>
                </a:lnTo>
                <a:lnTo>
                  <a:pt x="1384" y="2645"/>
                </a:lnTo>
                <a:lnTo>
                  <a:pt x="1384" y="2644"/>
                </a:lnTo>
                <a:lnTo>
                  <a:pt x="1384" y="2643"/>
                </a:lnTo>
                <a:lnTo>
                  <a:pt x="1385" y="2642"/>
                </a:lnTo>
                <a:lnTo>
                  <a:pt x="1385" y="2641"/>
                </a:lnTo>
                <a:lnTo>
                  <a:pt x="1384" y="2641"/>
                </a:lnTo>
                <a:lnTo>
                  <a:pt x="1384" y="2640"/>
                </a:lnTo>
                <a:lnTo>
                  <a:pt x="1384" y="2639"/>
                </a:lnTo>
                <a:lnTo>
                  <a:pt x="1384" y="2638"/>
                </a:lnTo>
                <a:lnTo>
                  <a:pt x="1384" y="2637"/>
                </a:lnTo>
                <a:lnTo>
                  <a:pt x="1385" y="2637"/>
                </a:lnTo>
                <a:lnTo>
                  <a:pt x="1385" y="2636"/>
                </a:lnTo>
                <a:lnTo>
                  <a:pt x="1384" y="2636"/>
                </a:lnTo>
                <a:lnTo>
                  <a:pt x="1384" y="2635"/>
                </a:lnTo>
                <a:lnTo>
                  <a:pt x="1385" y="2635"/>
                </a:lnTo>
                <a:lnTo>
                  <a:pt x="1385" y="2634"/>
                </a:lnTo>
                <a:lnTo>
                  <a:pt x="1386" y="2634"/>
                </a:lnTo>
                <a:lnTo>
                  <a:pt x="1386" y="2633"/>
                </a:lnTo>
                <a:lnTo>
                  <a:pt x="1387" y="2633"/>
                </a:lnTo>
                <a:lnTo>
                  <a:pt x="1386" y="2633"/>
                </a:lnTo>
                <a:lnTo>
                  <a:pt x="1386" y="2632"/>
                </a:lnTo>
                <a:lnTo>
                  <a:pt x="1386" y="2631"/>
                </a:lnTo>
                <a:lnTo>
                  <a:pt x="1387" y="2631"/>
                </a:lnTo>
                <a:lnTo>
                  <a:pt x="1387" y="2630"/>
                </a:lnTo>
                <a:lnTo>
                  <a:pt x="1386" y="2630"/>
                </a:lnTo>
                <a:lnTo>
                  <a:pt x="1386" y="2629"/>
                </a:lnTo>
                <a:lnTo>
                  <a:pt x="1386" y="2628"/>
                </a:lnTo>
                <a:lnTo>
                  <a:pt x="1386" y="2627"/>
                </a:lnTo>
                <a:lnTo>
                  <a:pt x="1386" y="2626"/>
                </a:lnTo>
                <a:lnTo>
                  <a:pt x="1385" y="2626"/>
                </a:lnTo>
                <a:lnTo>
                  <a:pt x="1386" y="2626"/>
                </a:lnTo>
                <a:lnTo>
                  <a:pt x="1385" y="2626"/>
                </a:lnTo>
                <a:lnTo>
                  <a:pt x="1385" y="2625"/>
                </a:lnTo>
                <a:lnTo>
                  <a:pt x="1385" y="2624"/>
                </a:lnTo>
                <a:lnTo>
                  <a:pt x="1384" y="2624"/>
                </a:lnTo>
                <a:lnTo>
                  <a:pt x="1384" y="2623"/>
                </a:lnTo>
                <a:lnTo>
                  <a:pt x="1384" y="2624"/>
                </a:lnTo>
                <a:lnTo>
                  <a:pt x="1384" y="2623"/>
                </a:lnTo>
                <a:lnTo>
                  <a:pt x="1383" y="2623"/>
                </a:lnTo>
                <a:lnTo>
                  <a:pt x="1382" y="2623"/>
                </a:lnTo>
                <a:lnTo>
                  <a:pt x="1382" y="2622"/>
                </a:lnTo>
                <a:lnTo>
                  <a:pt x="1383" y="2622"/>
                </a:lnTo>
                <a:lnTo>
                  <a:pt x="1383" y="2621"/>
                </a:lnTo>
                <a:lnTo>
                  <a:pt x="1383" y="2619"/>
                </a:lnTo>
                <a:lnTo>
                  <a:pt x="1383" y="2618"/>
                </a:lnTo>
                <a:lnTo>
                  <a:pt x="1383" y="2617"/>
                </a:lnTo>
                <a:lnTo>
                  <a:pt x="1383" y="2616"/>
                </a:lnTo>
                <a:lnTo>
                  <a:pt x="1382" y="2616"/>
                </a:lnTo>
                <a:lnTo>
                  <a:pt x="1382" y="2615"/>
                </a:lnTo>
                <a:lnTo>
                  <a:pt x="1382" y="2614"/>
                </a:lnTo>
                <a:lnTo>
                  <a:pt x="1381" y="2614"/>
                </a:lnTo>
                <a:lnTo>
                  <a:pt x="1380" y="2614"/>
                </a:lnTo>
                <a:lnTo>
                  <a:pt x="1380" y="2613"/>
                </a:lnTo>
                <a:lnTo>
                  <a:pt x="1379" y="2613"/>
                </a:lnTo>
                <a:lnTo>
                  <a:pt x="1379" y="2612"/>
                </a:lnTo>
                <a:lnTo>
                  <a:pt x="1378" y="2612"/>
                </a:lnTo>
                <a:lnTo>
                  <a:pt x="1378" y="2611"/>
                </a:lnTo>
                <a:lnTo>
                  <a:pt x="1377" y="2611"/>
                </a:lnTo>
                <a:lnTo>
                  <a:pt x="1377" y="2610"/>
                </a:lnTo>
                <a:lnTo>
                  <a:pt x="1376" y="2610"/>
                </a:lnTo>
                <a:lnTo>
                  <a:pt x="1376" y="2609"/>
                </a:lnTo>
                <a:lnTo>
                  <a:pt x="1375" y="2609"/>
                </a:lnTo>
                <a:lnTo>
                  <a:pt x="1375" y="2608"/>
                </a:lnTo>
                <a:lnTo>
                  <a:pt x="1374" y="2608"/>
                </a:lnTo>
                <a:lnTo>
                  <a:pt x="1373" y="2608"/>
                </a:lnTo>
                <a:lnTo>
                  <a:pt x="1373" y="2609"/>
                </a:lnTo>
                <a:lnTo>
                  <a:pt x="1372" y="2608"/>
                </a:lnTo>
                <a:lnTo>
                  <a:pt x="1371" y="2608"/>
                </a:lnTo>
                <a:lnTo>
                  <a:pt x="1370" y="2608"/>
                </a:lnTo>
                <a:lnTo>
                  <a:pt x="1369" y="2608"/>
                </a:lnTo>
                <a:lnTo>
                  <a:pt x="1368" y="2608"/>
                </a:lnTo>
                <a:lnTo>
                  <a:pt x="1368" y="2609"/>
                </a:lnTo>
                <a:lnTo>
                  <a:pt x="1367" y="2609"/>
                </a:lnTo>
                <a:lnTo>
                  <a:pt x="1367" y="2608"/>
                </a:lnTo>
                <a:lnTo>
                  <a:pt x="1367" y="2607"/>
                </a:lnTo>
                <a:lnTo>
                  <a:pt x="1366" y="2607"/>
                </a:lnTo>
                <a:lnTo>
                  <a:pt x="1366" y="2606"/>
                </a:lnTo>
                <a:lnTo>
                  <a:pt x="1365" y="2606"/>
                </a:lnTo>
                <a:lnTo>
                  <a:pt x="1365" y="2605"/>
                </a:lnTo>
                <a:lnTo>
                  <a:pt x="1365" y="2604"/>
                </a:lnTo>
                <a:lnTo>
                  <a:pt x="1364" y="2604"/>
                </a:lnTo>
                <a:lnTo>
                  <a:pt x="1363" y="2605"/>
                </a:lnTo>
                <a:lnTo>
                  <a:pt x="1363" y="2606"/>
                </a:lnTo>
                <a:lnTo>
                  <a:pt x="1362" y="2606"/>
                </a:lnTo>
                <a:lnTo>
                  <a:pt x="1361" y="2606"/>
                </a:lnTo>
                <a:lnTo>
                  <a:pt x="1361" y="2607"/>
                </a:lnTo>
                <a:lnTo>
                  <a:pt x="1360" y="2607"/>
                </a:lnTo>
                <a:lnTo>
                  <a:pt x="1359" y="2607"/>
                </a:lnTo>
                <a:lnTo>
                  <a:pt x="1358" y="2607"/>
                </a:lnTo>
                <a:lnTo>
                  <a:pt x="1357" y="2607"/>
                </a:lnTo>
                <a:lnTo>
                  <a:pt x="1357" y="2608"/>
                </a:lnTo>
                <a:lnTo>
                  <a:pt x="1357" y="2609"/>
                </a:lnTo>
                <a:lnTo>
                  <a:pt x="1357" y="2610"/>
                </a:lnTo>
                <a:lnTo>
                  <a:pt x="1357" y="2611"/>
                </a:lnTo>
                <a:lnTo>
                  <a:pt x="1357" y="2612"/>
                </a:lnTo>
                <a:lnTo>
                  <a:pt x="1356" y="2613"/>
                </a:lnTo>
                <a:lnTo>
                  <a:pt x="1355" y="2613"/>
                </a:lnTo>
                <a:lnTo>
                  <a:pt x="1355" y="2612"/>
                </a:lnTo>
                <a:lnTo>
                  <a:pt x="1354" y="2612"/>
                </a:lnTo>
                <a:lnTo>
                  <a:pt x="1353" y="2612"/>
                </a:lnTo>
                <a:lnTo>
                  <a:pt x="1353" y="2611"/>
                </a:lnTo>
                <a:lnTo>
                  <a:pt x="1352" y="2611"/>
                </a:lnTo>
                <a:lnTo>
                  <a:pt x="1351" y="2611"/>
                </a:lnTo>
                <a:lnTo>
                  <a:pt x="1350" y="2612"/>
                </a:lnTo>
                <a:lnTo>
                  <a:pt x="1349" y="2612"/>
                </a:lnTo>
                <a:lnTo>
                  <a:pt x="1350" y="2613"/>
                </a:lnTo>
                <a:lnTo>
                  <a:pt x="1349" y="2614"/>
                </a:lnTo>
                <a:lnTo>
                  <a:pt x="1348" y="2614"/>
                </a:lnTo>
                <a:lnTo>
                  <a:pt x="1348" y="2615"/>
                </a:lnTo>
                <a:lnTo>
                  <a:pt x="1347" y="2615"/>
                </a:lnTo>
                <a:lnTo>
                  <a:pt x="1346" y="2615"/>
                </a:lnTo>
                <a:lnTo>
                  <a:pt x="1345" y="2616"/>
                </a:lnTo>
                <a:lnTo>
                  <a:pt x="1344" y="2616"/>
                </a:lnTo>
                <a:lnTo>
                  <a:pt x="1344" y="2617"/>
                </a:lnTo>
                <a:lnTo>
                  <a:pt x="1344" y="2618"/>
                </a:lnTo>
                <a:lnTo>
                  <a:pt x="1343" y="2618"/>
                </a:lnTo>
                <a:lnTo>
                  <a:pt x="1342" y="2618"/>
                </a:lnTo>
                <a:lnTo>
                  <a:pt x="1341" y="2618"/>
                </a:lnTo>
                <a:lnTo>
                  <a:pt x="1341" y="2617"/>
                </a:lnTo>
                <a:lnTo>
                  <a:pt x="1340" y="2617"/>
                </a:lnTo>
                <a:lnTo>
                  <a:pt x="1339" y="2617"/>
                </a:lnTo>
                <a:lnTo>
                  <a:pt x="1338" y="2617"/>
                </a:lnTo>
                <a:lnTo>
                  <a:pt x="1337" y="2618"/>
                </a:lnTo>
                <a:lnTo>
                  <a:pt x="1336" y="2618"/>
                </a:lnTo>
                <a:lnTo>
                  <a:pt x="1335" y="2618"/>
                </a:lnTo>
                <a:lnTo>
                  <a:pt x="1335" y="2619"/>
                </a:lnTo>
                <a:lnTo>
                  <a:pt x="1334" y="2619"/>
                </a:lnTo>
                <a:lnTo>
                  <a:pt x="1334" y="2620"/>
                </a:lnTo>
                <a:lnTo>
                  <a:pt x="1334" y="2619"/>
                </a:lnTo>
                <a:lnTo>
                  <a:pt x="1333" y="2619"/>
                </a:lnTo>
                <a:lnTo>
                  <a:pt x="1333" y="2620"/>
                </a:lnTo>
                <a:lnTo>
                  <a:pt x="1333" y="2619"/>
                </a:lnTo>
                <a:lnTo>
                  <a:pt x="1333" y="2620"/>
                </a:lnTo>
                <a:lnTo>
                  <a:pt x="1333" y="2619"/>
                </a:lnTo>
                <a:lnTo>
                  <a:pt x="1333" y="2620"/>
                </a:lnTo>
                <a:lnTo>
                  <a:pt x="1332" y="2620"/>
                </a:lnTo>
                <a:lnTo>
                  <a:pt x="1332" y="2621"/>
                </a:lnTo>
                <a:lnTo>
                  <a:pt x="1331" y="2621"/>
                </a:lnTo>
                <a:lnTo>
                  <a:pt x="1331" y="2620"/>
                </a:lnTo>
                <a:lnTo>
                  <a:pt x="1331" y="2621"/>
                </a:lnTo>
                <a:lnTo>
                  <a:pt x="1330" y="2621"/>
                </a:lnTo>
                <a:lnTo>
                  <a:pt x="1330" y="2622"/>
                </a:lnTo>
                <a:lnTo>
                  <a:pt x="1329" y="2622"/>
                </a:lnTo>
                <a:lnTo>
                  <a:pt x="1329" y="2621"/>
                </a:lnTo>
                <a:lnTo>
                  <a:pt x="1329" y="2620"/>
                </a:lnTo>
                <a:lnTo>
                  <a:pt x="1329" y="2619"/>
                </a:lnTo>
                <a:lnTo>
                  <a:pt x="1328" y="2619"/>
                </a:lnTo>
                <a:lnTo>
                  <a:pt x="1328" y="2620"/>
                </a:lnTo>
                <a:lnTo>
                  <a:pt x="1327" y="2620"/>
                </a:lnTo>
                <a:lnTo>
                  <a:pt x="1326" y="2620"/>
                </a:lnTo>
                <a:lnTo>
                  <a:pt x="1326" y="2621"/>
                </a:lnTo>
                <a:lnTo>
                  <a:pt x="1325" y="2622"/>
                </a:lnTo>
                <a:lnTo>
                  <a:pt x="1324" y="2622"/>
                </a:lnTo>
                <a:lnTo>
                  <a:pt x="1323" y="2622"/>
                </a:lnTo>
                <a:lnTo>
                  <a:pt x="1323" y="2621"/>
                </a:lnTo>
                <a:lnTo>
                  <a:pt x="1322" y="2621"/>
                </a:lnTo>
                <a:lnTo>
                  <a:pt x="1322" y="2620"/>
                </a:lnTo>
                <a:lnTo>
                  <a:pt x="1321" y="2620"/>
                </a:lnTo>
                <a:lnTo>
                  <a:pt x="1320" y="2620"/>
                </a:lnTo>
                <a:lnTo>
                  <a:pt x="1319" y="2620"/>
                </a:lnTo>
                <a:lnTo>
                  <a:pt x="1319" y="2621"/>
                </a:lnTo>
                <a:lnTo>
                  <a:pt x="1319" y="2622"/>
                </a:lnTo>
                <a:lnTo>
                  <a:pt x="1319" y="2623"/>
                </a:lnTo>
                <a:lnTo>
                  <a:pt x="1319" y="2624"/>
                </a:lnTo>
                <a:lnTo>
                  <a:pt x="1318" y="2624"/>
                </a:lnTo>
                <a:lnTo>
                  <a:pt x="1318" y="2625"/>
                </a:lnTo>
                <a:lnTo>
                  <a:pt x="1318" y="2626"/>
                </a:lnTo>
                <a:lnTo>
                  <a:pt x="1319" y="2626"/>
                </a:lnTo>
                <a:lnTo>
                  <a:pt x="1319" y="2627"/>
                </a:lnTo>
                <a:lnTo>
                  <a:pt x="1319" y="2628"/>
                </a:lnTo>
                <a:lnTo>
                  <a:pt x="1318" y="2628"/>
                </a:lnTo>
                <a:lnTo>
                  <a:pt x="1318" y="2629"/>
                </a:lnTo>
                <a:lnTo>
                  <a:pt x="1317" y="2629"/>
                </a:lnTo>
                <a:lnTo>
                  <a:pt x="1317" y="2630"/>
                </a:lnTo>
                <a:lnTo>
                  <a:pt x="1316" y="2630"/>
                </a:lnTo>
                <a:lnTo>
                  <a:pt x="1316" y="2629"/>
                </a:lnTo>
                <a:lnTo>
                  <a:pt x="1315" y="2629"/>
                </a:lnTo>
                <a:lnTo>
                  <a:pt x="1315" y="2627"/>
                </a:lnTo>
                <a:lnTo>
                  <a:pt x="1314" y="2627"/>
                </a:lnTo>
                <a:lnTo>
                  <a:pt x="1313" y="2627"/>
                </a:lnTo>
                <a:lnTo>
                  <a:pt x="1313" y="2628"/>
                </a:lnTo>
                <a:lnTo>
                  <a:pt x="1312" y="2628"/>
                </a:lnTo>
                <a:lnTo>
                  <a:pt x="1312" y="2627"/>
                </a:lnTo>
                <a:lnTo>
                  <a:pt x="1311" y="2626"/>
                </a:lnTo>
                <a:lnTo>
                  <a:pt x="1310" y="2626"/>
                </a:lnTo>
                <a:lnTo>
                  <a:pt x="1309" y="2626"/>
                </a:lnTo>
                <a:lnTo>
                  <a:pt x="1309" y="2627"/>
                </a:lnTo>
                <a:lnTo>
                  <a:pt x="1309" y="2626"/>
                </a:lnTo>
                <a:lnTo>
                  <a:pt x="1308" y="2626"/>
                </a:lnTo>
                <a:lnTo>
                  <a:pt x="1307" y="2626"/>
                </a:lnTo>
                <a:lnTo>
                  <a:pt x="1307" y="2627"/>
                </a:lnTo>
                <a:lnTo>
                  <a:pt x="1306" y="2627"/>
                </a:lnTo>
                <a:lnTo>
                  <a:pt x="1306" y="2628"/>
                </a:lnTo>
                <a:lnTo>
                  <a:pt x="1305" y="2628"/>
                </a:lnTo>
                <a:lnTo>
                  <a:pt x="1305" y="2627"/>
                </a:lnTo>
                <a:lnTo>
                  <a:pt x="1304" y="2627"/>
                </a:lnTo>
                <a:lnTo>
                  <a:pt x="1304" y="2626"/>
                </a:lnTo>
                <a:lnTo>
                  <a:pt x="1303" y="2626"/>
                </a:lnTo>
                <a:lnTo>
                  <a:pt x="1303" y="2625"/>
                </a:lnTo>
                <a:lnTo>
                  <a:pt x="1301" y="2625"/>
                </a:lnTo>
                <a:lnTo>
                  <a:pt x="1301" y="2624"/>
                </a:lnTo>
                <a:lnTo>
                  <a:pt x="1300" y="2624"/>
                </a:lnTo>
                <a:lnTo>
                  <a:pt x="1300" y="2625"/>
                </a:lnTo>
                <a:lnTo>
                  <a:pt x="1299" y="2625"/>
                </a:lnTo>
                <a:lnTo>
                  <a:pt x="1298" y="2625"/>
                </a:lnTo>
                <a:lnTo>
                  <a:pt x="1297" y="2625"/>
                </a:lnTo>
                <a:lnTo>
                  <a:pt x="1296" y="2625"/>
                </a:lnTo>
                <a:lnTo>
                  <a:pt x="1295" y="2625"/>
                </a:lnTo>
                <a:lnTo>
                  <a:pt x="1295" y="2624"/>
                </a:lnTo>
                <a:lnTo>
                  <a:pt x="1294" y="2624"/>
                </a:lnTo>
                <a:lnTo>
                  <a:pt x="1294" y="2623"/>
                </a:lnTo>
                <a:lnTo>
                  <a:pt x="1294" y="2622"/>
                </a:lnTo>
                <a:lnTo>
                  <a:pt x="1294" y="2621"/>
                </a:lnTo>
                <a:lnTo>
                  <a:pt x="1293" y="2621"/>
                </a:lnTo>
                <a:lnTo>
                  <a:pt x="1293" y="2622"/>
                </a:lnTo>
                <a:lnTo>
                  <a:pt x="1293" y="2621"/>
                </a:lnTo>
                <a:lnTo>
                  <a:pt x="1292" y="2621"/>
                </a:lnTo>
                <a:lnTo>
                  <a:pt x="1292" y="2622"/>
                </a:lnTo>
                <a:lnTo>
                  <a:pt x="1291" y="2622"/>
                </a:lnTo>
                <a:lnTo>
                  <a:pt x="1291" y="2623"/>
                </a:lnTo>
                <a:lnTo>
                  <a:pt x="1291" y="2624"/>
                </a:lnTo>
                <a:lnTo>
                  <a:pt x="1290" y="2624"/>
                </a:lnTo>
                <a:lnTo>
                  <a:pt x="1290" y="2625"/>
                </a:lnTo>
                <a:lnTo>
                  <a:pt x="1289" y="2625"/>
                </a:lnTo>
                <a:lnTo>
                  <a:pt x="1290" y="2625"/>
                </a:lnTo>
                <a:lnTo>
                  <a:pt x="1289" y="2625"/>
                </a:lnTo>
                <a:lnTo>
                  <a:pt x="1289" y="2626"/>
                </a:lnTo>
                <a:lnTo>
                  <a:pt x="1288" y="2626"/>
                </a:lnTo>
                <a:lnTo>
                  <a:pt x="1287" y="2626"/>
                </a:lnTo>
                <a:lnTo>
                  <a:pt x="1287" y="2627"/>
                </a:lnTo>
                <a:lnTo>
                  <a:pt x="1287" y="2628"/>
                </a:lnTo>
                <a:lnTo>
                  <a:pt x="1287" y="2629"/>
                </a:lnTo>
                <a:lnTo>
                  <a:pt x="1287" y="2630"/>
                </a:lnTo>
                <a:lnTo>
                  <a:pt x="1286" y="2630"/>
                </a:lnTo>
                <a:lnTo>
                  <a:pt x="1286" y="2631"/>
                </a:lnTo>
                <a:lnTo>
                  <a:pt x="1285" y="2631"/>
                </a:lnTo>
                <a:lnTo>
                  <a:pt x="1285" y="2632"/>
                </a:lnTo>
                <a:lnTo>
                  <a:pt x="1285" y="2633"/>
                </a:lnTo>
                <a:lnTo>
                  <a:pt x="1284" y="2633"/>
                </a:lnTo>
                <a:lnTo>
                  <a:pt x="1284" y="2634"/>
                </a:lnTo>
                <a:lnTo>
                  <a:pt x="1283" y="2634"/>
                </a:lnTo>
                <a:lnTo>
                  <a:pt x="1283" y="2635"/>
                </a:lnTo>
                <a:lnTo>
                  <a:pt x="1283" y="2636"/>
                </a:lnTo>
                <a:lnTo>
                  <a:pt x="1282" y="2636"/>
                </a:lnTo>
                <a:lnTo>
                  <a:pt x="1281" y="2636"/>
                </a:lnTo>
                <a:lnTo>
                  <a:pt x="1281" y="2635"/>
                </a:lnTo>
                <a:lnTo>
                  <a:pt x="1280" y="2635"/>
                </a:lnTo>
                <a:lnTo>
                  <a:pt x="1279" y="2635"/>
                </a:lnTo>
                <a:lnTo>
                  <a:pt x="1278" y="2635"/>
                </a:lnTo>
                <a:lnTo>
                  <a:pt x="1278" y="2636"/>
                </a:lnTo>
                <a:lnTo>
                  <a:pt x="1278" y="2635"/>
                </a:lnTo>
                <a:lnTo>
                  <a:pt x="1278" y="2636"/>
                </a:lnTo>
                <a:lnTo>
                  <a:pt x="1277" y="2636"/>
                </a:lnTo>
                <a:lnTo>
                  <a:pt x="1277" y="2635"/>
                </a:lnTo>
                <a:lnTo>
                  <a:pt x="1277" y="2634"/>
                </a:lnTo>
                <a:lnTo>
                  <a:pt x="1277" y="2633"/>
                </a:lnTo>
                <a:lnTo>
                  <a:pt x="1275" y="2633"/>
                </a:lnTo>
                <a:lnTo>
                  <a:pt x="1274" y="2633"/>
                </a:lnTo>
                <a:lnTo>
                  <a:pt x="1274" y="2634"/>
                </a:lnTo>
                <a:lnTo>
                  <a:pt x="1273" y="2634"/>
                </a:lnTo>
                <a:lnTo>
                  <a:pt x="1272" y="2634"/>
                </a:lnTo>
                <a:lnTo>
                  <a:pt x="1272" y="2635"/>
                </a:lnTo>
                <a:lnTo>
                  <a:pt x="1271" y="2635"/>
                </a:lnTo>
                <a:lnTo>
                  <a:pt x="1271" y="2634"/>
                </a:lnTo>
                <a:lnTo>
                  <a:pt x="1270" y="2634"/>
                </a:lnTo>
                <a:lnTo>
                  <a:pt x="1270" y="2633"/>
                </a:lnTo>
                <a:lnTo>
                  <a:pt x="1270" y="2632"/>
                </a:lnTo>
                <a:lnTo>
                  <a:pt x="1270" y="2631"/>
                </a:lnTo>
                <a:lnTo>
                  <a:pt x="1269" y="2631"/>
                </a:lnTo>
                <a:lnTo>
                  <a:pt x="1269" y="2630"/>
                </a:lnTo>
                <a:lnTo>
                  <a:pt x="1268" y="2630"/>
                </a:lnTo>
                <a:lnTo>
                  <a:pt x="1267" y="2630"/>
                </a:lnTo>
                <a:lnTo>
                  <a:pt x="1266" y="2631"/>
                </a:lnTo>
                <a:lnTo>
                  <a:pt x="1266" y="2632"/>
                </a:lnTo>
                <a:lnTo>
                  <a:pt x="1265" y="2632"/>
                </a:lnTo>
                <a:lnTo>
                  <a:pt x="1264" y="2632"/>
                </a:lnTo>
                <a:lnTo>
                  <a:pt x="1263" y="2632"/>
                </a:lnTo>
                <a:lnTo>
                  <a:pt x="1262" y="2632"/>
                </a:lnTo>
                <a:lnTo>
                  <a:pt x="1261" y="2632"/>
                </a:lnTo>
                <a:lnTo>
                  <a:pt x="1260" y="2632"/>
                </a:lnTo>
                <a:lnTo>
                  <a:pt x="1260" y="2633"/>
                </a:lnTo>
                <a:lnTo>
                  <a:pt x="1259" y="2633"/>
                </a:lnTo>
                <a:lnTo>
                  <a:pt x="1258" y="2633"/>
                </a:lnTo>
                <a:lnTo>
                  <a:pt x="1258" y="2634"/>
                </a:lnTo>
                <a:lnTo>
                  <a:pt x="1257" y="2634"/>
                </a:lnTo>
                <a:lnTo>
                  <a:pt x="1256" y="2634"/>
                </a:lnTo>
                <a:lnTo>
                  <a:pt x="1256" y="2633"/>
                </a:lnTo>
                <a:lnTo>
                  <a:pt x="1255" y="2633"/>
                </a:lnTo>
                <a:lnTo>
                  <a:pt x="1254" y="2633"/>
                </a:lnTo>
                <a:lnTo>
                  <a:pt x="1253" y="2633"/>
                </a:lnTo>
                <a:lnTo>
                  <a:pt x="1254" y="2633"/>
                </a:lnTo>
                <a:lnTo>
                  <a:pt x="1254" y="2632"/>
                </a:lnTo>
                <a:lnTo>
                  <a:pt x="1255" y="2632"/>
                </a:lnTo>
                <a:lnTo>
                  <a:pt x="1256" y="2632"/>
                </a:lnTo>
                <a:lnTo>
                  <a:pt x="1256" y="2631"/>
                </a:lnTo>
                <a:lnTo>
                  <a:pt x="1255" y="2631"/>
                </a:lnTo>
                <a:lnTo>
                  <a:pt x="1255" y="2630"/>
                </a:lnTo>
                <a:lnTo>
                  <a:pt x="1254" y="2630"/>
                </a:lnTo>
                <a:lnTo>
                  <a:pt x="1254" y="2631"/>
                </a:lnTo>
                <a:lnTo>
                  <a:pt x="1253" y="2631"/>
                </a:lnTo>
                <a:lnTo>
                  <a:pt x="1252" y="2631"/>
                </a:lnTo>
                <a:lnTo>
                  <a:pt x="1252" y="2632"/>
                </a:lnTo>
                <a:lnTo>
                  <a:pt x="1252" y="2631"/>
                </a:lnTo>
                <a:lnTo>
                  <a:pt x="1252" y="2632"/>
                </a:lnTo>
                <a:lnTo>
                  <a:pt x="1251" y="2632"/>
                </a:lnTo>
                <a:lnTo>
                  <a:pt x="1250" y="2632"/>
                </a:lnTo>
                <a:lnTo>
                  <a:pt x="1250" y="2633"/>
                </a:lnTo>
                <a:lnTo>
                  <a:pt x="1249" y="2633"/>
                </a:lnTo>
                <a:lnTo>
                  <a:pt x="1249" y="2634"/>
                </a:lnTo>
                <a:lnTo>
                  <a:pt x="1248" y="2634"/>
                </a:lnTo>
                <a:lnTo>
                  <a:pt x="1248" y="2633"/>
                </a:lnTo>
                <a:lnTo>
                  <a:pt x="1248" y="2634"/>
                </a:lnTo>
                <a:lnTo>
                  <a:pt x="1248" y="2633"/>
                </a:lnTo>
                <a:lnTo>
                  <a:pt x="1247" y="2633"/>
                </a:lnTo>
                <a:lnTo>
                  <a:pt x="1247" y="2634"/>
                </a:lnTo>
                <a:lnTo>
                  <a:pt x="1246" y="2634"/>
                </a:lnTo>
                <a:lnTo>
                  <a:pt x="1245" y="2634"/>
                </a:lnTo>
                <a:lnTo>
                  <a:pt x="1245" y="2633"/>
                </a:lnTo>
                <a:lnTo>
                  <a:pt x="1244" y="2633"/>
                </a:lnTo>
                <a:lnTo>
                  <a:pt x="1244" y="2632"/>
                </a:lnTo>
                <a:lnTo>
                  <a:pt x="1243" y="2632"/>
                </a:lnTo>
                <a:lnTo>
                  <a:pt x="1242" y="2632"/>
                </a:lnTo>
                <a:lnTo>
                  <a:pt x="1241" y="2632"/>
                </a:lnTo>
                <a:lnTo>
                  <a:pt x="1241" y="2631"/>
                </a:lnTo>
                <a:lnTo>
                  <a:pt x="1240" y="2631"/>
                </a:lnTo>
                <a:lnTo>
                  <a:pt x="1240" y="2632"/>
                </a:lnTo>
                <a:lnTo>
                  <a:pt x="1239" y="2632"/>
                </a:lnTo>
                <a:lnTo>
                  <a:pt x="1238" y="2632"/>
                </a:lnTo>
                <a:lnTo>
                  <a:pt x="1238" y="2633"/>
                </a:lnTo>
                <a:lnTo>
                  <a:pt x="1238" y="2634"/>
                </a:lnTo>
                <a:lnTo>
                  <a:pt x="1237" y="2634"/>
                </a:lnTo>
                <a:lnTo>
                  <a:pt x="1236" y="2634"/>
                </a:lnTo>
                <a:lnTo>
                  <a:pt x="1235" y="2634"/>
                </a:lnTo>
                <a:lnTo>
                  <a:pt x="1234" y="2634"/>
                </a:lnTo>
                <a:lnTo>
                  <a:pt x="1233" y="2634"/>
                </a:lnTo>
                <a:lnTo>
                  <a:pt x="1232" y="2634"/>
                </a:lnTo>
                <a:lnTo>
                  <a:pt x="1231" y="2634"/>
                </a:lnTo>
                <a:lnTo>
                  <a:pt x="1231" y="2633"/>
                </a:lnTo>
                <a:lnTo>
                  <a:pt x="1230" y="2633"/>
                </a:lnTo>
                <a:lnTo>
                  <a:pt x="1229" y="2633"/>
                </a:lnTo>
                <a:lnTo>
                  <a:pt x="1228" y="2633"/>
                </a:lnTo>
                <a:lnTo>
                  <a:pt x="1228" y="2632"/>
                </a:lnTo>
                <a:lnTo>
                  <a:pt x="1227" y="2632"/>
                </a:lnTo>
                <a:lnTo>
                  <a:pt x="1227" y="2631"/>
                </a:lnTo>
                <a:lnTo>
                  <a:pt x="1227" y="2630"/>
                </a:lnTo>
                <a:lnTo>
                  <a:pt x="1227" y="2629"/>
                </a:lnTo>
                <a:lnTo>
                  <a:pt x="1226" y="2629"/>
                </a:lnTo>
                <a:lnTo>
                  <a:pt x="1226" y="2628"/>
                </a:lnTo>
                <a:lnTo>
                  <a:pt x="1225" y="2628"/>
                </a:lnTo>
                <a:lnTo>
                  <a:pt x="1225" y="2627"/>
                </a:lnTo>
                <a:lnTo>
                  <a:pt x="1224" y="2627"/>
                </a:lnTo>
                <a:lnTo>
                  <a:pt x="1224" y="2626"/>
                </a:lnTo>
                <a:lnTo>
                  <a:pt x="1224" y="2625"/>
                </a:lnTo>
                <a:lnTo>
                  <a:pt x="1224" y="2624"/>
                </a:lnTo>
                <a:lnTo>
                  <a:pt x="1223" y="2624"/>
                </a:lnTo>
                <a:lnTo>
                  <a:pt x="1222" y="2624"/>
                </a:lnTo>
                <a:lnTo>
                  <a:pt x="1222" y="2623"/>
                </a:lnTo>
                <a:lnTo>
                  <a:pt x="1221" y="2623"/>
                </a:lnTo>
                <a:lnTo>
                  <a:pt x="1221" y="2622"/>
                </a:lnTo>
                <a:lnTo>
                  <a:pt x="1221" y="2621"/>
                </a:lnTo>
                <a:lnTo>
                  <a:pt x="1220" y="2621"/>
                </a:lnTo>
                <a:lnTo>
                  <a:pt x="1219" y="2621"/>
                </a:lnTo>
                <a:lnTo>
                  <a:pt x="1218" y="2621"/>
                </a:lnTo>
                <a:lnTo>
                  <a:pt x="1218" y="2620"/>
                </a:lnTo>
                <a:lnTo>
                  <a:pt x="1218" y="2621"/>
                </a:lnTo>
                <a:lnTo>
                  <a:pt x="1217" y="2621"/>
                </a:lnTo>
                <a:lnTo>
                  <a:pt x="1216" y="2621"/>
                </a:lnTo>
                <a:lnTo>
                  <a:pt x="1215" y="2621"/>
                </a:lnTo>
                <a:lnTo>
                  <a:pt x="1214" y="2621"/>
                </a:lnTo>
                <a:lnTo>
                  <a:pt x="1213" y="2621"/>
                </a:lnTo>
                <a:lnTo>
                  <a:pt x="1213" y="2620"/>
                </a:lnTo>
                <a:lnTo>
                  <a:pt x="1212" y="2620"/>
                </a:lnTo>
                <a:lnTo>
                  <a:pt x="1211" y="2620"/>
                </a:lnTo>
                <a:lnTo>
                  <a:pt x="1211" y="2619"/>
                </a:lnTo>
                <a:lnTo>
                  <a:pt x="1211" y="2618"/>
                </a:lnTo>
                <a:lnTo>
                  <a:pt x="1210" y="2618"/>
                </a:lnTo>
                <a:lnTo>
                  <a:pt x="1210" y="2617"/>
                </a:lnTo>
                <a:lnTo>
                  <a:pt x="1209" y="2617"/>
                </a:lnTo>
                <a:lnTo>
                  <a:pt x="1208" y="2617"/>
                </a:lnTo>
                <a:lnTo>
                  <a:pt x="1207" y="2616"/>
                </a:lnTo>
                <a:lnTo>
                  <a:pt x="1206" y="2616"/>
                </a:lnTo>
                <a:lnTo>
                  <a:pt x="1206" y="2615"/>
                </a:lnTo>
                <a:lnTo>
                  <a:pt x="1205" y="2615"/>
                </a:lnTo>
                <a:lnTo>
                  <a:pt x="1205" y="2614"/>
                </a:lnTo>
                <a:lnTo>
                  <a:pt x="1205" y="2613"/>
                </a:lnTo>
                <a:lnTo>
                  <a:pt x="1204" y="2613"/>
                </a:lnTo>
                <a:lnTo>
                  <a:pt x="1203" y="2613"/>
                </a:lnTo>
                <a:lnTo>
                  <a:pt x="1203" y="2614"/>
                </a:lnTo>
                <a:lnTo>
                  <a:pt x="1202" y="2614"/>
                </a:lnTo>
                <a:lnTo>
                  <a:pt x="1201" y="2614"/>
                </a:lnTo>
                <a:lnTo>
                  <a:pt x="1200" y="2614"/>
                </a:lnTo>
                <a:lnTo>
                  <a:pt x="1199" y="2614"/>
                </a:lnTo>
                <a:lnTo>
                  <a:pt x="1198" y="2614"/>
                </a:lnTo>
                <a:lnTo>
                  <a:pt x="1197" y="2614"/>
                </a:lnTo>
                <a:lnTo>
                  <a:pt x="1197" y="2613"/>
                </a:lnTo>
                <a:lnTo>
                  <a:pt x="1197" y="2612"/>
                </a:lnTo>
                <a:lnTo>
                  <a:pt x="1196" y="2612"/>
                </a:lnTo>
                <a:lnTo>
                  <a:pt x="1195" y="2612"/>
                </a:lnTo>
                <a:lnTo>
                  <a:pt x="1194" y="2612"/>
                </a:lnTo>
                <a:lnTo>
                  <a:pt x="1194" y="2611"/>
                </a:lnTo>
                <a:lnTo>
                  <a:pt x="1194" y="2610"/>
                </a:lnTo>
                <a:lnTo>
                  <a:pt x="1195" y="2610"/>
                </a:lnTo>
                <a:lnTo>
                  <a:pt x="1195" y="2609"/>
                </a:lnTo>
                <a:lnTo>
                  <a:pt x="1196" y="2609"/>
                </a:lnTo>
                <a:lnTo>
                  <a:pt x="1196" y="2608"/>
                </a:lnTo>
                <a:lnTo>
                  <a:pt x="1195" y="2608"/>
                </a:lnTo>
                <a:lnTo>
                  <a:pt x="1194" y="2608"/>
                </a:lnTo>
                <a:lnTo>
                  <a:pt x="1194" y="2607"/>
                </a:lnTo>
                <a:lnTo>
                  <a:pt x="1194" y="2606"/>
                </a:lnTo>
                <a:lnTo>
                  <a:pt x="1193" y="2606"/>
                </a:lnTo>
                <a:lnTo>
                  <a:pt x="1193" y="2605"/>
                </a:lnTo>
                <a:lnTo>
                  <a:pt x="1192" y="2605"/>
                </a:lnTo>
                <a:lnTo>
                  <a:pt x="1191" y="2605"/>
                </a:lnTo>
                <a:lnTo>
                  <a:pt x="1190" y="2605"/>
                </a:lnTo>
                <a:lnTo>
                  <a:pt x="1189" y="2605"/>
                </a:lnTo>
                <a:lnTo>
                  <a:pt x="1188" y="2605"/>
                </a:lnTo>
                <a:lnTo>
                  <a:pt x="1187" y="2605"/>
                </a:lnTo>
                <a:lnTo>
                  <a:pt x="1187" y="2606"/>
                </a:lnTo>
                <a:lnTo>
                  <a:pt x="1186" y="2606"/>
                </a:lnTo>
                <a:lnTo>
                  <a:pt x="1186" y="2607"/>
                </a:lnTo>
                <a:lnTo>
                  <a:pt x="1186" y="2608"/>
                </a:lnTo>
                <a:lnTo>
                  <a:pt x="1185" y="2608"/>
                </a:lnTo>
                <a:lnTo>
                  <a:pt x="1184" y="2608"/>
                </a:lnTo>
                <a:lnTo>
                  <a:pt x="1184" y="2609"/>
                </a:lnTo>
                <a:lnTo>
                  <a:pt x="1183" y="2609"/>
                </a:lnTo>
                <a:lnTo>
                  <a:pt x="1183" y="2608"/>
                </a:lnTo>
                <a:lnTo>
                  <a:pt x="1182" y="2608"/>
                </a:lnTo>
                <a:lnTo>
                  <a:pt x="1182" y="2609"/>
                </a:lnTo>
                <a:lnTo>
                  <a:pt x="1182" y="2608"/>
                </a:lnTo>
                <a:lnTo>
                  <a:pt x="1181" y="2608"/>
                </a:lnTo>
                <a:lnTo>
                  <a:pt x="1181" y="2607"/>
                </a:lnTo>
                <a:lnTo>
                  <a:pt x="1181" y="2606"/>
                </a:lnTo>
                <a:lnTo>
                  <a:pt x="1181" y="2605"/>
                </a:lnTo>
                <a:lnTo>
                  <a:pt x="1180" y="2605"/>
                </a:lnTo>
                <a:lnTo>
                  <a:pt x="1179" y="2605"/>
                </a:lnTo>
                <a:lnTo>
                  <a:pt x="1179" y="2604"/>
                </a:lnTo>
                <a:lnTo>
                  <a:pt x="1178" y="2604"/>
                </a:lnTo>
                <a:lnTo>
                  <a:pt x="1178" y="2605"/>
                </a:lnTo>
                <a:lnTo>
                  <a:pt x="1177" y="2605"/>
                </a:lnTo>
                <a:lnTo>
                  <a:pt x="1178" y="2605"/>
                </a:lnTo>
                <a:lnTo>
                  <a:pt x="1177" y="2605"/>
                </a:lnTo>
                <a:lnTo>
                  <a:pt x="1177" y="2606"/>
                </a:lnTo>
                <a:lnTo>
                  <a:pt x="1178" y="2606"/>
                </a:lnTo>
                <a:lnTo>
                  <a:pt x="1178" y="2607"/>
                </a:lnTo>
                <a:lnTo>
                  <a:pt x="1177" y="2607"/>
                </a:lnTo>
                <a:lnTo>
                  <a:pt x="1177" y="2608"/>
                </a:lnTo>
                <a:lnTo>
                  <a:pt x="1177" y="2609"/>
                </a:lnTo>
                <a:lnTo>
                  <a:pt x="1178" y="2609"/>
                </a:lnTo>
                <a:lnTo>
                  <a:pt x="1177" y="2609"/>
                </a:lnTo>
                <a:lnTo>
                  <a:pt x="1177" y="2610"/>
                </a:lnTo>
                <a:lnTo>
                  <a:pt x="1176" y="2610"/>
                </a:lnTo>
                <a:lnTo>
                  <a:pt x="1176" y="2611"/>
                </a:lnTo>
                <a:lnTo>
                  <a:pt x="1175" y="2611"/>
                </a:lnTo>
                <a:lnTo>
                  <a:pt x="1175" y="2612"/>
                </a:lnTo>
                <a:lnTo>
                  <a:pt x="1175" y="2613"/>
                </a:lnTo>
                <a:lnTo>
                  <a:pt x="1174" y="2613"/>
                </a:lnTo>
                <a:lnTo>
                  <a:pt x="1175" y="2613"/>
                </a:lnTo>
                <a:lnTo>
                  <a:pt x="1174" y="2613"/>
                </a:lnTo>
                <a:lnTo>
                  <a:pt x="1174" y="2614"/>
                </a:lnTo>
                <a:lnTo>
                  <a:pt x="1174" y="2615"/>
                </a:lnTo>
                <a:lnTo>
                  <a:pt x="1173" y="2615"/>
                </a:lnTo>
                <a:lnTo>
                  <a:pt x="1173" y="2616"/>
                </a:lnTo>
                <a:lnTo>
                  <a:pt x="1173" y="2617"/>
                </a:lnTo>
                <a:lnTo>
                  <a:pt x="1173" y="2618"/>
                </a:lnTo>
                <a:lnTo>
                  <a:pt x="1173" y="2619"/>
                </a:lnTo>
                <a:lnTo>
                  <a:pt x="1174" y="2619"/>
                </a:lnTo>
                <a:lnTo>
                  <a:pt x="1173" y="2619"/>
                </a:lnTo>
                <a:lnTo>
                  <a:pt x="1173" y="2620"/>
                </a:lnTo>
                <a:lnTo>
                  <a:pt x="1172" y="2620"/>
                </a:lnTo>
                <a:lnTo>
                  <a:pt x="1171" y="2621"/>
                </a:lnTo>
                <a:lnTo>
                  <a:pt x="1170" y="2621"/>
                </a:lnTo>
                <a:lnTo>
                  <a:pt x="1169" y="2621"/>
                </a:lnTo>
                <a:lnTo>
                  <a:pt x="1169" y="2622"/>
                </a:lnTo>
                <a:lnTo>
                  <a:pt x="1169" y="2623"/>
                </a:lnTo>
                <a:lnTo>
                  <a:pt x="1168" y="2624"/>
                </a:lnTo>
                <a:lnTo>
                  <a:pt x="1168" y="2625"/>
                </a:lnTo>
                <a:lnTo>
                  <a:pt x="1167" y="2625"/>
                </a:lnTo>
                <a:lnTo>
                  <a:pt x="1167" y="2626"/>
                </a:lnTo>
                <a:lnTo>
                  <a:pt x="1166" y="2626"/>
                </a:lnTo>
                <a:lnTo>
                  <a:pt x="1166" y="2625"/>
                </a:lnTo>
                <a:lnTo>
                  <a:pt x="1165" y="2625"/>
                </a:lnTo>
                <a:lnTo>
                  <a:pt x="1164" y="2625"/>
                </a:lnTo>
                <a:lnTo>
                  <a:pt x="1164" y="2626"/>
                </a:lnTo>
                <a:lnTo>
                  <a:pt x="1164" y="2625"/>
                </a:lnTo>
                <a:lnTo>
                  <a:pt x="1163" y="2625"/>
                </a:lnTo>
                <a:lnTo>
                  <a:pt x="1163" y="2624"/>
                </a:lnTo>
                <a:lnTo>
                  <a:pt x="1162" y="2624"/>
                </a:lnTo>
                <a:lnTo>
                  <a:pt x="1162" y="2623"/>
                </a:lnTo>
                <a:lnTo>
                  <a:pt x="1161" y="2623"/>
                </a:lnTo>
                <a:lnTo>
                  <a:pt x="1161" y="2622"/>
                </a:lnTo>
                <a:lnTo>
                  <a:pt x="1160" y="2622"/>
                </a:lnTo>
                <a:lnTo>
                  <a:pt x="1159" y="2622"/>
                </a:lnTo>
                <a:lnTo>
                  <a:pt x="1158" y="2622"/>
                </a:lnTo>
                <a:lnTo>
                  <a:pt x="1157" y="2622"/>
                </a:lnTo>
                <a:lnTo>
                  <a:pt x="1157" y="2621"/>
                </a:lnTo>
                <a:lnTo>
                  <a:pt x="1157" y="2620"/>
                </a:lnTo>
                <a:lnTo>
                  <a:pt x="1156" y="2620"/>
                </a:lnTo>
                <a:lnTo>
                  <a:pt x="1156" y="2621"/>
                </a:lnTo>
                <a:lnTo>
                  <a:pt x="1155" y="2621"/>
                </a:lnTo>
                <a:lnTo>
                  <a:pt x="1154" y="2621"/>
                </a:lnTo>
                <a:lnTo>
                  <a:pt x="1154" y="2620"/>
                </a:lnTo>
                <a:lnTo>
                  <a:pt x="1154" y="2619"/>
                </a:lnTo>
                <a:lnTo>
                  <a:pt x="1153" y="2619"/>
                </a:lnTo>
                <a:lnTo>
                  <a:pt x="1153" y="2618"/>
                </a:lnTo>
                <a:lnTo>
                  <a:pt x="1152" y="2618"/>
                </a:lnTo>
                <a:lnTo>
                  <a:pt x="1151" y="2618"/>
                </a:lnTo>
                <a:lnTo>
                  <a:pt x="1150" y="2618"/>
                </a:lnTo>
                <a:lnTo>
                  <a:pt x="1149" y="2618"/>
                </a:lnTo>
                <a:lnTo>
                  <a:pt x="1149" y="2619"/>
                </a:lnTo>
                <a:lnTo>
                  <a:pt x="1148" y="2619"/>
                </a:lnTo>
                <a:lnTo>
                  <a:pt x="1148" y="2618"/>
                </a:lnTo>
                <a:lnTo>
                  <a:pt x="1147" y="2618"/>
                </a:lnTo>
                <a:lnTo>
                  <a:pt x="1147" y="2617"/>
                </a:lnTo>
                <a:lnTo>
                  <a:pt x="1147" y="2615"/>
                </a:lnTo>
                <a:lnTo>
                  <a:pt x="1146" y="2615"/>
                </a:lnTo>
                <a:lnTo>
                  <a:pt x="1147" y="2615"/>
                </a:lnTo>
                <a:lnTo>
                  <a:pt x="1147" y="2614"/>
                </a:lnTo>
                <a:lnTo>
                  <a:pt x="1147" y="2613"/>
                </a:lnTo>
                <a:lnTo>
                  <a:pt x="1147" y="2612"/>
                </a:lnTo>
                <a:lnTo>
                  <a:pt x="1146" y="2612"/>
                </a:lnTo>
                <a:lnTo>
                  <a:pt x="1146" y="2611"/>
                </a:lnTo>
                <a:lnTo>
                  <a:pt x="1146" y="2610"/>
                </a:lnTo>
                <a:lnTo>
                  <a:pt x="1146" y="2609"/>
                </a:lnTo>
                <a:lnTo>
                  <a:pt x="1146" y="2608"/>
                </a:lnTo>
                <a:lnTo>
                  <a:pt x="1145" y="2608"/>
                </a:lnTo>
                <a:lnTo>
                  <a:pt x="1145" y="2607"/>
                </a:lnTo>
                <a:lnTo>
                  <a:pt x="1146" y="2607"/>
                </a:lnTo>
                <a:lnTo>
                  <a:pt x="1145" y="2607"/>
                </a:lnTo>
                <a:lnTo>
                  <a:pt x="1145" y="2606"/>
                </a:lnTo>
                <a:lnTo>
                  <a:pt x="1146" y="2606"/>
                </a:lnTo>
                <a:lnTo>
                  <a:pt x="1147" y="2606"/>
                </a:lnTo>
                <a:lnTo>
                  <a:pt x="1147" y="2605"/>
                </a:lnTo>
                <a:lnTo>
                  <a:pt x="1146" y="2605"/>
                </a:lnTo>
                <a:lnTo>
                  <a:pt x="1146" y="2604"/>
                </a:lnTo>
                <a:lnTo>
                  <a:pt x="1146" y="2603"/>
                </a:lnTo>
                <a:lnTo>
                  <a:pt x="1145" y="2603"/>
                </a:lnTo>
                <a:lnTo>
                  <a:pt x="1145" y="2602"/>
                </a:lnTo>
                <a:lnTo>
                  <a:pt x="1144" y="2602"/>
                </a:lnTo>
                <a:lnTo>
                  <a:pt x="1145" y="2602"/>
                </a:lnTo>
                <a:lnTo>
                  <a:pt x="1145" y="2601"/>
                </a:lnTo>
                <a:lnTo>
                  <a:pt x="1144" y="2601"/>
                </a:lnTo>
                <a:lnTo>
                  <a:pt x="1144" y="2600"/>
                </a:lnTo>
                <a:lnTo>
                  <a:pt x="1145" y="2600"/>
                </a:lnTo>
                <a:lnTo>
                  <a:pt x="1144" y="2600"/>
                </a:lnTo>
                <a:lnTo>
                  <a:pt x="1144" y="2599"/>
                </a:lnTo>
                <a:lnTo>
                  <a:pt x="1144" y="2598"/>
                </a:lnTo>
                <a:lnTo>
                  <a:pt x="1143" y="2598"/>
                </a:lnTo>
                <a:lnTo>
                  <a:pt x="1143" y="2599"/>
                </a:lnTo>
                <a:lnTo>
                  <a:pt x="1143" y="2600"/>
                </a:lnTo>
                <a:lnTo>
                  <a:pt x="1143" y="2601"/>
                </a:lnTo>
                <a:lnTo>
                  <a:pt x="1143" y="2602"/>
                </a:lnTo>
                <a:lnTo>
                  <a:pt x="1142" y="2602"/>
                </a:lnTo>
                <a:lnTo>
                  <a:pt x="1141" y="2602"/>
                </a:lnTo>
                <a:lnTo>
                  <a:pt x="1141" y="2603"/>
                </a:lnTo>
                <a:lnTo>
                  <a:pt x="1140" y="2603"/>
                </a:lnTo>
                <a:lnTo>
                  <a:pt x="1139" y="2603"/>
                </a:lnTo>
                <a:lnTo>
                  <a:pt x="1140" y="2603"/>
                </a:lnTo>
                <a:lnTo>
                  <a:pt x="1140" y="2604"/>
                </a:lnTo>
                <a:lnTo>
                  <a:pt x="1139" y="2604"/>
                </a:lnTo>
                <a:lnTo>
                  <a:pt x="1139" y="2605"/>
                </a:lnTo>
                <a:lnTo>
                  <a:pt x="1138" y="2605"/>
                </a:lnTo>
                <a:lnTo>
                  <a:pt x="1138" y="2606"/>
                </a:lnTo>
                <a:lnTo>
                  <a:pt x="1138" y="2607"/>
                </a:lnTo>
                <a:lnTo>
                  <a:pt x="1137" y="2607"/>
                </a:lnTo>
                <a:lnTo>
                  <a:pt x="1137" y="2606"/>
                </a:lnTo>
                <a:lnTo>
                  <a:pt x="1136" y="2606"/>
                </a:lnTo>
                <a:lnTo>
                  <a:pt x="1135" y="2606"/>
                </a:lnTo>
                <a:lnTo>
                  <a:pt x="1134" y="2606"/>
                </a:lnTo>
                <a:lnTo>
                  <a:pt x="1134" y="2607"/>
                </a:lnTo>
                <a:lnTo>
                  <a:pt x="1134" y="2608"/>
                </a:lnTo>
                <a:lnTo>
                  <a:pt x="1135" y="2608"/>
                </a:lnTo>
                <a:lnTo>
                  <a:pt x="1135" y="2609"/>
                </a:lnTo>
                <a:lnTo>
                  <a:pt x="1135" y="2610"/>
                </a:lnTo>
                <a:lnTo>
                  <a:pt x="1135" y="2611"/>
                </a:lnTo>
                <a:lnTo>
                  <a:pt x="1135" y="2612"/>
                </a:lnTo>
                <a:lnTo>
                  <a:pt x="1135" y="2613"/>
                </a:lnTo>
                <a:lnTo>
                  <a:pt x="1134" y="2613"/>
                </a:lnTo>
                <a:lnTo>
                  <a:pt x="1134" y="2614"/>
                </a:lnTo>
                <a:lnTo>
                  <a:pt x="1134" y="2615"/>
                </a:lnTo>
                <a:lnTo>
                  <a:pt x="1135" y="2615"/>
                </a:lnTo>
                <a:lnTo>
                  <a:pt x="1135" y="2616"/>
                </a:lnTo>
                <a:lnTo>
                  <a:pt x="1135" y="2617"/>
                </a:lnTo>
                <a:lnTo>
                  <a:pt x="1136" y="2617"/>
                </a:lnTo>
                <a:lnTo>
                  <a:pt x="1136" y="2618"/>
                </a:lnTo>
                <a:lnTo>
                  <a:pt x="1136" y="2619"/>
                </a:lnTo>
                <a:lnTo>
                  <a:pt x="1136" y="2620"/>
                </a:lnTo>
                <a:lnTo>
                  <a:pt x="1137" y="2620"/>
                </a:lnTo>
                <a:lnTo>
                  <a:pt x="1136" y="2620"/>
                </a:lnTo>
                <a:lnTo>
                  <a:pt x="1137" y="2620"/>
                </a:lnTo>
                <a:lnTo>
                  <a:pt x="1136" y="2620"/>
                </a:lnTo>
                <a:lnTo>
                  <a:pt x="1136" y="2621"/>
                </a:lnTo>
                <a:lnTo>
                  <a:pt x="1137" y="2621"/>
                </a:lnTo>
                <a:lnTo>
                  <a:pt x="1137" y="2622"/>
                </a:lnTo>
                <a:lnTo>
                  <a:pt x="1138" y="2622"/>
                </a:lnTo>
                <a:lnTo>
                  <a:pt x="1138" y="2623"/>
                </a:lnTo>
                <a:lnTo>
                  <a:pt x="1137" y="2623"/>
                </a:lnTo>
                <a:lnTo>
                  <a:pt x="1137" y="2624"/>
                </a:lnTo>
                <a:lnTo>
                  <a:pt x="1136" y="2624"/>
                </a:lnTo>
                <a:lnTo>
                  <a:pt x="1135" y="2624"/>
                </a:lnTo>
                <a:lnTo>
                  <a:pt x="1135" y="2625"/>
                </a:lnTo>
                <a:lnTo>
                  <a:pt x="1134" y="2625"/>
                </a:lnTo>
                <a:lnTo>
                  <a:pt x="1133" y="2625"/>
                </a:lnTo>
                <a:lnTo>
                  <a:pt x="1133" y="2626"/>
                </a:lnTo>
                <a:lnTo>
                  <a:pt x="1132" y="2626"/>
                </a:lnTo>
                <a:lnTo>
                  <a:pt x="1131" y="2626"/>
                </a:lnTo>
                <a:lnTo>
                  <a:pt x="1130" y="2626"/>
                </a:lnTo>
                <a:lnTo>
                  <a:pt x="1129" y="2626"/>
                </a:lnTo>
                <a:lnTo>
                  <a:pt x="1129" y="2625"/>
                </a:lnTo>
                <a:lnTo>
                  <a:pt x="1129" y="2626"/>
                </a:lnTo>
                <a:lnTo>
                  <a:pt x="1129" y="2625"/>
                </a:lnTo>
                <a:lnTo>
                  <a:pt x="1128" y="2625"/>
                </a:lnTo>
                <a:lnTo>
                  <a:pt x="1127" y="2625"/>
                </a:lnTo>
                <a:lnTo>
                  <a:pt x="1126" y="2625"/>
                </a:lnTo>
                <a:lnTo>
                  <a:pt x="1126" y="2624"/>
                </a:lnTo>
                <a:lnTo>
                  <a:pt x="1125" y="2624"/>
                </a:lnTo>
                <a:lnTo>
                  <a:pt x="1124" y="2624"/>
                </a:lnTo>
                <a:lnTo>
                  <a:pt x="1124" y="2623"/>
                </a:lnTo>
                <a:lnTo>
                  <a:pt x="1123" y="2623"/>
                </a:lnTo>
                <a:lnTo>
                  <a:pt x="1123" y="2622"/>
                </a:lnTo>
                <a:lnTo>
                  <a:pt x="1122" y="2622"/>
                </a:lnTo>
                <a:lnTo>
                  <a:pt x="1122" y="2621"/>
                </a:lnTo>
                <a:lnTo>
                  <a:pt x="1123" y="2621"/>
                </a:lnTo>
                <a:lnTo>
                  <a:pt x="1123" y="2619"/>
                </a:lnTo>
                <a:lnTo>
                  <a:pt x="1124" y="2619"/>
                </a:lnTo>
                <a:lnTo>
                  <a:pt x="1124" y="2618"/>
                </a:lnTo>
                <a:lnTo>
                  <a:pt x="1124" y="2617"/>
                </a:lnTo>
                <a:lnTo>
                  <a:pt x="1125" y="2617"/>
                </a:lnTo>
                <a:lnTo>
                  <a:pt x="1125" y="2616"/>
                </a:lnTo>
                <a:lnTo>
                  <a:pt x="1124" y="2616"/>
                </a:lnTo>
                <a:lnTo>
                  <a:pt x="1123" y="2616"/>
                </a:lnTo>
                <a:lnTo>
                  <a:pt x="1123" y="2615"/>
                </a:lnTo>
                <a:lnTo>
                  <a:pt x="1123" y="2614"/>
                </a:lnTo>
                <a:lnTo>
                  <a:pt x="1122" y="2614"/>
                </a:lnTo>
                <a:lnTo>
                  <a:pt x="1121" y="2614"/>
                </a:lnTo>
                <a:lnTo>
                  <a:pt x="1121" y="2613"/>
                </a:lnTo>
                <a:lnTo>
                  <a:pt x="1120" y="2613"/>
                </a:lnTo>
                <a:lnTo>
                  <a:pt x="1120" y="2612"/>
                </a:lnTo>
                <a:lnTo>
                  <a:pt x="1119" y="2611"/>
                </a:lnTo>
                <a:lnTo>
                  <a:pt x="1118" y="2611"/>
                </a:lnTo>
                <a:lnTo>
                  <a:pt x="1118" y="2610"/>
                </a:lnTo>
                <a:lnTo>
                  <a:pt x="1118" y="2609"/>
                </a:lnTo>
                <a:lnTo>
                  <a:pt x="1117" y="2609"/>
                </a:lnTo>
                <a:lnTo>
                  <a:pt x="1117" y="2608"/>
                </a:lnTo>
                <a:lnTo>
                  <a:pt x="1118" y="2608"/>
                </a:lnTo>
                <a:lnTo>
                  <a:pt x="1118" y="2607"/>
                </a:lnTo>
                <a:lnTo>
                  <a:pt x="1118" y="2606"/>
                </a:lnTo>
                <a:lnTo>
                  <a:pt x="1118" y="2605"/>
                </a:lnTo>
                <a:lnTo>
                  <a:pt x="1117" y="2605"/>
                </a:lnTo>
                <a:lnTo>
                  <a:pt x="1117" y="2604"/>
                </a:lnTo>
                <a:lnTo>
                  <a:pt x="1116" y="2604"/>
                </a:lnTo>
                <a:lnTo>
                  <a:pt x="1115" y="2604"/>
                </a:lnTo>
                <a:lnTo>
                  <a:pt x="1115" y="2603"/>
                </a:lnTo>
                <a:lnTo>
                  <a:pt x="1115" y="2602"/>
                </a:lnTo>
                <a:lnTo>
                  <a:pt x="1115" y="2601"/>
                </a:lnTo>
                <a:lnTo>
                  <a:pt x="1114" y="2601"/>
                </a:lnTo>
                <a:lnTo>
                  <a:pt x="1114" y="2600"/>
                </a:lnTo>
                <a:lnTo>
                  <a:pt x="1114" y="2599"/>
                </a:lnTo>
                <a:lnTo>
                  <a:pt x="1113" y="2599"/>
                </a:lnTo>
                <a:lnTo>
                  <a:pt x="1113" y="2597"/>
                </a:lnTo>
                <a:lnTo>
                  <a:pt x="1112" y="2597"/>
                </a:lnTo>
                <a:lnTo>
                  <a:pt x="1111" y="2597"/>
                </a:lnTo>
                <a:lnTo>
                  <a:pt x="1111" y="2596"/>
                </a:lnTo>
                <a:lnTo>
                  <a:pt x="1110" y="2596"/>
                </a:lnTo>
                <a:lnTo>
                  <a:pt x="1110" y="2595"/>
                </a:lnTo>
                <a:lnTo>
                  <a:pt x="1110" y="2596"/>
                </a:lnTo>
                <a:lnTo>
                  <a:pt x="1109" y="2596"/>
                </a:lnTo>
                <a:lnTo>
                  <a:pt x="1108" y="2596"/>
                </a:lnTo>
                <a:lnTo>
                  <a:pt x="1108" y="2595"/>
                </a:lnTo>
                <a:lnTo>
                  <a:pt x="1107" y="2595"/>
                </a:lnTo>
                <a:lnTo>
                  <a:pt x="1107" y="2594"/>
                </a:lnTo>
                <a:lnTo>
                  <a:pt x="1106" y="2594"/>
                </a:lnTo>
                <a:lnTo>
                  <a:pt x="1107" y="2594"/>
                </a:lnTo>
                <a:lnTo>
                  <a:pt x="1106" y="2594"/>
                </a:lnTo>
                <a:lnTo>
                  <a:pt x="1106" y="2593"/>
                </a:lnTo>
                <a:lnTo>
                  <a:pt x="1105" y="2593"/>
                </a:lnTo>
                <a:lnTo>
                  <a:pt x="1105" y="2592"/>
                </a:lnTo>
                <a:lnTo>
                  <a:pt x="1104" y="2592"/>
                </a:lnTo>
                <a:lnTo>
                  <a:pt x="1104" y="2591"/>
                </a:lnTo>
                <a:lnTo>
                  <a:pt x="1104" y="2590"/>
                </a:lnTo>
                <a:lnTo>
                  <a:pt x="1103" y="2590"/>
                </a:lnTo>
                <a:lnTo>
                  <a:pt x="1103" y="2588"/>
                </a:lnTo>
                <a:lnTo>
                  <a:pt x="1103" y="2587"/>
                </a:lnTo>
                <a:lnTo>
                  <a:pt x="1103" y="2586"/>
                </a:lnTo>
                <a:lnTo>
                  <a:pt x="1103" y="2585"/>
                </a:lnTo>
                <a:lnTo>
                  <a:pt x="1103" y="2583"/>
                </a:lnTo>
                <a:lnTo>
                  <a:pt x="1102" y="2583"/>
                </a:lnTo>
                <a:lnTo>
                  <a:pt x="1102" y="2582"/>
                </a:lnTo>
                <a:lnTo>
                  <a:pt x="1103" y="2582"/>
                </a:lnTo>
                <a:lnTo>
                  <a:pt x="1103" y="2581"/>
                </a:lnTo>
                <a:lnTo>
                  <a:pt x="1102" y="2581"/>
                </a:lnTo>
                <a:lnTo>
                  <a:pt x="1102" y="2580"/>
                </a:lnTo>
                <a:lnTo>
                  <a:pt x="1102" y="2579"/>
                </a:lnTo>
                <a:lnTo>
                  <a:pt x="1101" y="2579"/>
                </a:lnTo>
                <a:lnTo>
                  <a:pt x="1101" y="2578"/>
                </a:lnTo>
                <a:lnTo>
                  <a:pt x="1102" y="2578"/>
                </a:lnTo>
                <a:lnTo>
                  <a:pt x="1101" y="2578"/>
                </a:lnTo>
                <a:lnTo>
                  <a:pt x="1101" y="2577"/>
                </a:lnTo>
                <a:lnTo>
                  <a:pt x="1100" y="2577"/>
                </a:lnTo>
                <a:lnTo>
                  <a:pt x="1099" y="2577"/>
                </a:lnTo>
                <a:lnTo>
                  <a:pt x="1098" y="2577"/>
                </a:lnTo>
                <a:lnTo>
                  <a:pt x="1098" y="2581"/>
                </a:lnTo>
                <a:lnTo>
                  <a:pt x="1098" y="2580"/>
                </a:lnTo>
                <a:lnTo>
                  <a:pt x="1097" y="2580"/>
                </a:lnTo>
                <a:lnTo>
                  <a:pt x="1097" y="2581"/>
                </a:lnTo>
                <a:lnTo>
                  <a:pt x="1097" y="2582"/>
                </a:lnTo>
                <a:lnTo>
                  <a:pt x="1096" y="2582"/>
                </a:lnTo>
                <a:lnTo>
                  <a:pt x="1097" y="2582"/>
                </a:lnTo>
                <a:lnTo>
                  <a:pt x="1096" y="2582"/>
                </a:lnTo>
                <a:lnTo>
                  <a:pt x="1096" y="2583"/>
                </a:lnTo>
                <a:lnTo>
                  <a:pt x="1096" y="2584"/>
                </a:lnTo>
                <a:lnTo>
                  <a:pt x="1096" y="2585"/>
                </a:lnTo>
                <a:lnTo>
                  <a:pt x="1096" y="2586"/>
                </a:lnTo>
                <a:lnTo>
                  <a:pt x="1095" y="2586"/>
                </a:lnTo>
                <a:lnTo>
                  <a:pt x="1095" y="2587"/>
                </a:lnTo>
                <a:lnTo>
                  <a:pt x="1094" y="2587"/>
                </a:lnTo>
                <a:lnTo>
                  <a:pt x="1094" y="2588"/>
                </a:lnTo>
                <a:lnTo>
                  <a:pt x="1093" y="2588"/>
                </a:lnTo>
                <a:lnTo>
                  <a:pt x="1093" y="2589"/>
                </a:lnTo>
                <a:lnTo>
                  <a:pt x="1092" y="2589"/>
                </a:lnTo>
                <a:lnTo>
                  <a:pt x="1092" y="2590"/>
                </a:lnTo>
                <a:lnTo>
                  <a:pt x="1091" y="2590"/>
                </a:lnTo>
                <a:lnTo>
                  <a:pt x="1091" y="2589"/>
                </a:lnTo>
                <a:lnTo>
                  <a:pt x="1091" y="2588"/>
                </a:lnTo>
                <a:lnTo>
                  <a:pt x="1091" y="2586"/>
                </a:lnTo>
                <a:lnTo>
                  <a:pt x="1090" y="2586"/>
                </a:lnTo>
                <a:lnTo>
                  <a:pt x="1090" y="2585"/>
                </a:lnTo>
                <a:lnTo>
                  <a:pt x="1091" y="2585"/>
                </a:lnTo>
                <a:lnTo>
                  <a:pt x="1090" y="2585"/>
                </a:lnTo>
                <a:lnTo>
                  <a:pt x="1089" y="2585"/>
                </a:lnTo>
                <a:lnTo>
                  <a:pt x="1089" y="2584"/>
                </a:lnTo>
                <a:lnTo>
                  <a:pt x="1088" y="2584"/>
                </a:lnTo>
                <a:lnTo>
                  <a:pt x="1087" y="2584"/>
                </a:lnTo>
                <a:lnTo>
                  <a:pt x="1086" y="2584"/>
                </a:lnTo>
                <a:lnTo>
                  <a:pt x="1086" y="2583"/>
                </a:lnTo>
                <a:lnTo>
                  <a:pt x="1085" y="2583"/>
                </a:lnTo>
                <a:lnTo>
                  <a:pt x="1084" y="2583"/>
                </a:lnTo>
                <a:lnTo>
                  <a:pt x="1084" y="2582"/>
                </a:lnTo>
                <a:lnTo>
                  <a:pt x="1083" y="2582"/>
                </a:lnTo>
                <a:lnTo>
                  <a:pt x="1082" y="2582"/>
                </a:lnTo>
                <a:lnTo>
                  <a:pt x="1081" y="2582"/>
                </a:lnTo>
                <a:lnTo>
                  <a:pt x="1080" y="2582"/>
                </a:lnTo>
                <a:lnTo>
                  <a:pt x="1079" y="2582"/>
                </a:lnTo>
                <a:lnTo>
                  <a:pt x="1078" y="2582"/>
                </a:lnTo>
                <a:lnTo>
                  <a:pt x="1077" y="2582"/>
                </a:lnTo>
                <a:lnTo>
                  <a:pt x="1076" y="2582"/>
                </a:lnTo>
                <a:lnTo>
                  <a:pt x="1075" y="2582"/>
                </a:lnTo>
                <a:lnTo>
                  <a:pt x="1074" y="2582"/>
                </a:lnTo>
                <a:lnTo>
                  <a:pt x="1074" y="2583"/>
                </a:lnTo>
                <a:lnTo>
                  <a:pt x="1074" y="2584"/>
                </a:lnTo>
                <a:lnTo>
                  <a:pt x="1074" y="2585"/>
                </a:lnTo>
                <a:lnTo>
                  <a:pt x="1073" y="2585"/>
                </a:lnTo>
                <a:lnTo>
                  <a:pt x="1072" y="2585"/>
                </a:lnTo>
                <a:lnTo>
                  <a:pt x="1072" y="2586"/>
                </a:lnTo>
                <a:lnTo>
                  <a:pt x="1072" y="2587"/>
                </a:lnTo>
                <a:lnTo>
                  <a:pt x="1071" y="2587"/>
                </a:lnTo>
                <a:lnTo>
                  <a:pt x="1071" y="2588"/>
                </a:lnTo>
                <a:lnTo>
                  <a:pt x="1071" y="2587"/>
                </a:lnTo>
                <a:lnTo>
                  <a:pt x="1070" y="2587"/>
                </a:lnTo>
                <a:lnTo>
                  <a:pt x="1069" y="2587"/>
                </a:lnTo>
                <a:lnTo>
                  <a:pt x="1068" y="2587"/>
                </a:lnTo>
                <a:lnTo>
                  <a:pt x="1068" y="2586"/>
                </a:lnTo>
                <a:lnTo>
                  <a:pt x="1068" y="2585"/>
                </a:lnTo>
                <a:lnTo>
                  <a:pt x="1067" y="2585"/>
                </a:lnTo>
                <a:lnTo>
                  <a:pt x="1066" y="2585"/>
                </a:lnTo>
                <a:lnTo>
                  <a:pt x="1066" y="2586"/>
                </a:lnTo>
                <a:lnTo>
                  <a:pt x="1065" y="2586"/>
                </a:lnTo>
                <a:lnTo>
                  <a:pt x="1064" y="2586"/>
                </a:lnTo>
                <a:lnTo>
                  <a:pt x="1063" y="2586"/>
                </a:lnTo>
                <a:lnTo>
                  <a:pt x="1063" y="2587"/>
                </a:lnTo>
                <a:lnTo>
                  <a:pt x="1061" y="2587"/>
                </a:lnTo>
                <a:lnTo>
                  <a:pt x="1061" y="2586"/>
                </a:lnTo>
                <a:lnTo>
                  <a:pt x="1060" y="2586"/>
                </a:lnTo>
                <a:lnTo>
                  <a:pt x="1059" y="2586"/>
                </a:lnTo>
                <a:lnTo>
                  <a:pt x="1059" y="2585"/>
                </a:lnTo>
                <a:lnTo>
                  <a:pt x="1059" y="2584"/>
                </a:lnTo>
                <a:lnTo>
                  <a:pt x="1058" y="2584"/>
                </a:lnTo>
                <a:lnTo>
                  <a:pt x="1058" y="2583"/>
                </a:lnTo>
                <a:lnTo>
                  <a:pt x="1057" y="2583"/>
                </a:lnTo>
                <a:lnTo>
                  <a:pt x="1057" y="2582"/>
                </a:lnTo>
                <a:lnTo>
                  <a:pt x="1056" y="2582"/>
                </a:lnTo>
                <a:lnTo>
                  <a:pt x="1055" y="2582"/>
                </a:lnTo>
                <a:lnTo>
                  <a:pt x="1055" y="2581"/>
                </a:lnTo>
                <a:lnTo>
                  <a:pt x="1054" y="2581"/>
                </a:lnTo>
                <a:lnTo>
                  <a:pt x="1054" y="2582"/>
                </a:lnTo>
                <a:lnTo>
                  <a:pt x="1053" y="2582"/>
                </a:lnTo>
                <a:lnTo>
                  <a:pt x="1053" y="2583"/>
                </a:lnTo>
                <a:lnTo>
                  <a:pt x="1052" y="2583"/>
                </a:lnTo>
                <a:lnTo>
                  <a:pt x="1052" y="2582"/>
                </a:lnTo>
                <a:lnTo>
                  <a:pt x="1051" y="2582"/>
                </a:lnTo>
                <a:lnTo>
                  <a:pt x="1050" y="2582"/>
                </a:lnTo>
                <a:lnTo>
                  <a:pt x="1049" y="2582"/>
                </a:lnTo>
                <a:lnTo>
                  <a:pt x="1048" y="2582"/>
                </a:lnTo>
                <a:lnTo>
                  <a:pt x="1048" y="2581"/>
                </a:lnTo>
                <a:lnTo>
                  <a:pt x="1048" y="2582"/>
                </a:lnTo>
                <a:lnTo>
                  <a:pt x="1047" y="2582"/>
                </a:lnTo>
                <a:lnTo>
                  <a:pt x="1047" y="2581"/>
                </a:lnTo>
                <a:lnTo>
                  <a:pt x="1046" y="2581"/>
                </a:lnTo>
                <a:lnTo>
                  <a:pt x="1046" y="2580"/>
                </a:lnTo>
                <a:lnTo>
                  <a:pt x="1047" y="2580"/>
                </a:lnTo>
                <a:lnTo>
                  <a:pt x="1047" y="2579"/>
                </a:lnTo>
                <a:lnTo>
                  <a:pt x="1047" y="2578"/>
                </a:lnTo>
                <a:lnTo>
                  <a:pt x="1048" y="2578"/>
                </a:lnTo>
                <a:lnTo>
                  <a:pt x="1048" y="2577"/>
                </a:lnTo>
                <a:lnTo>
                  <a:pt x="1048" y="2576"/>
                </a:lnTo>
                <a:lnTo>
                  <a:pt x="1048" y="2575"/>
                </a:lnTo>
                <a:lnTo>
                  <a:pt x="1047" y="2575"/>
                </a:lnTo>
                <a:lnTo>
                  <a:pt x="1047" y="2574"/>
                </a:lnTo>
                <a:lnTo>
                  <a:pt x="1047" y="2573"/>
                </a:lnTo>
                <a:lnTo>
                  <a:pt x="1047" y="2572"/>
                </a:lnTo>
                <a:lnTo>
                  <a:pt x="1047" y="2571"/>
                </a:lnTo>
                <a:lnTo>
                  <a:pt x="1046" y="2571"/>
                </a:lnTo>
                <a:lnTo>
                  <a:pt x="1046" y="2570"/>
                </a:lnTo>
                <a:lnTo>
                  <a:pt x="1046" y="2569"/>
                </a:lnTo>
                <a:lnTo>
                  <a:pt x="1046" y="2568"/>
                </a:lnTo>
                <a:lnTo>
                  <a:pt x="1047" y="2568"/>
                </a:lnTo>
                <a:lnTo>
                  <a:pt x="1047" y="2567"/>
                </a:lnTo>
                <a:lnTo>
                  <a:pt x="1047" y="2566"/>
                </a:lnTo>
                <a:lnTo>
                  <a:pt x="1048" y="2566"/>
                </a:lnTo>
                <a:lnTo>
                  <a:pt x="1049" y="2566"/>
                </a:lnTo>
                <a:lnTo>
                  <a:pt x="1050" y="2566"/>
                </a:lnTo>
                <a:lnTo>
                  <a:pt x="1051" y="2566"/>
                </a:lnTo>
                <a:lnTo>
                  <a:pt x="1051" y="2565"/>
                </a:lnTo>
                <a:lnTo>
                  <a:pt x="1051" y="2564"/>
                </a:lnTo>
                <a:lnTo>
                  <a:pt x="1051" y="2563"/>
                </a:lnTo>
                <a:lnTo>
                  <a:pt x="1052" y="2563"/>
                </a:lnTo>
                <a:lnTo>
                  <a:pt x="1052" y="2562"/>
                </a:lnTo>
                <a:lnTo>
                  <a:pt x="1051" y="2562"/>
                </a:lnTo>
                <a:lnTo>
                  <a:pt x="1052" y="2562"/>
                </a:lnTo>
                <a:lnTo>
                  <a:pt x="1052" y="2561"/>
                </a:lnTo>
                <a:lnTo>
                  <a:pt x="1052" y="2562"/>
                </a:lnTo>
                <a:lnTo>
                  <a:pt x="1053" y="2562"/>
                </a:lnTo>
                <a:lnTo>
                  <a:pt x="1053" y="2561"/>
                </a:lnTo>
                <a:lnTo>
                  <a:pt x="1053" y="2562"/>
                </a:lnTo>
                <a:lnTo>
                  <a:pt x="1053" y="2561"/>
                </a:lnTo>
                <a:lnTo>
                  <a:pt x="1053" y="2560"/>
                </a:lnTo>
                <a:lnTo>
                  <a:pt x="1054" y="2560"/>
                </a:lnTo>
                <a:lnTo>
                  <a:pt x="1053" y="2559"/>
                </a:lnTo>
                <a:lnTo>
                  <a:pt x="1054" y="2559"/>
                </a:lnTo>
                <a:lnTo>
                  <a:pt x="1053" y="2559"/>
                </a:lnTo>
                <a:lnTo>
                  <a:pt x="1053" y="2558"/>
                </a:lnTo>
                <a:lnTo>
                  <a:pt x="1054" y="2558"/>
                </a:lnTo>
                <a:lnTo>
                  <a:pt x="1054" y="2557"/>
                </a:lnTo>
                <a:lnTo>
                  <a:pt x="1053" y="2557"/>
                </a:lnTo>
                <a:lnTo>
                  <a:pt x="1053" y="2556"/>
                </a:lnTo>
                <a:lnTo>
                  <a:pt x="1053" y="2555"/>
                </a:lnTo>
                <a:lnTo>
                  <a:pt x="1052" y="2555"/>
                </a:lnTo>
                <a:lnTo>
                  <a:pt x="1053" y="2555"/>
                </a:lnTo>
                <a:lnTo>
                  <a:pt x="1053" y="2554"/>
                </a:lnTo>
                <a:lnTo>
                  <a:pt x="1054" y="2554"/>
                </a:lnTo>
                <a:lnTo>
                  <a:pt x="1054" y="2553"/>
                </a:lnTo>
                <a:lnTo>
                  <a:pt x="1054" y="2552"/>
                </a:lnTo>
                <a:lnTo>
                  <a:pt x="1055" y="2552"/>
                </a:lnTo>
                <a:lnTo>
                  <a:pt x="1054" y="2552"/>
                </a:lnTo>
                <a:lnTo>
                  <a:pt x="1054" y="2551"/>
                </a:lnTo>
                <a:lnTo>
                  <a:pt x="1053" y="2551"/>
                </a:lnTo>
                <a:lnTo>
                  <a:pt x="1054" y="2551"/>
                </a:lnTo>
                <a:lnTo>
                  <a:pt x="1054" y="2550"/>
                </a:lnTo>
                <a:lnTo>
                  <a:pt x="1053" y="2550"/>
                </a:lnTo>
                <a:lnTo>
                  <a:pt x="1052" y="2550"/>
                </a:lnTo>
                <a:lnTo>
                  <a:pt x="1051" y="2550"/>
                </a:lnTo>
                <a:lnTo>
                  <a:pt x="1050" y="2550"/>
                </a:lnTo>
                <a:lnTo>
                  <a:pt x="1050" y="2549"/>
                </a:lnTo>
                <a:lnTo>
                  <a:pt x="1050" y="2548"/>
                </a:lnTo>
                <a:lnTo>
                  <a:pt x="1049" y="2548"/>
                </a:lnTo>
                <a:lnTo>
                  <a:pt x="1049" y="2547"/>
                </a:lnTo>
                <a:lnTo>
                  <a:pt x="1048" y="2547"/>
                </a:lnTo>
                <a:lnTo>
                  <a:pt x="1048" y="2546"/>
                </a:lnTo>
                <a:lnTo>
                  <a:pt x="1047" y="2546"/>
                </a:lnTo>
                <a:lnTo>
                  <a:pt x="1046" y="2546"/>
                </a:lnTo>
                <a:lnTo>
                  <a:pt x="1045" y="2546"/>
                </a:lnTo>
                <a:lnTo>
                  <a:pt x="1045" y="2547"/>
                </a:lnTo>
                <a:lnTo>
                  <a:pt x="1044" y="2547"/>
                </a:lnTo>
                <a:lnTo>
                  <a:pt x="1043" y="2547"/>
                </a:lnTo>
                <a:lnTo>
                  <a:pt x="1043" y="2546"/>
                </a:lnTo>
                <a:lnTo>
                  <a:pt x="1042" y="2546"/>
                </a:lnTo>
                <a:lnTo>
                  <a:pt x="1041" y="2546"/>
                </a:lnTo>
                <a:lnTo>
                  <a:pt x="1041" y="2547"/>
                </a:lnTo>
                <a:lnTo>
                  <a:pt x="1041" y="2548"/>
                </a:lnTo>
                <a:lnTo>
                  <a:pt x="1040" y="2548"/>
                </a:lnTo>
                <a:lnTo>
                  <a:pt x="1040" y="2549"/>
                </a:lnTo>
                <a:lnTo>
                  <a:pt x="1039" y="2549"/>
                </a:lnTo>
                <a:lnTo>
                  <a:pt x="1039" y="2550"/>
                </a:lnTo>
                <a:lnTo>
                  <a:pt x="1038" y="2550"/>
                </a:lnTo>
                <a:lnTo>
                  <a:pt x="1038" y="2551"/>
                </a:lnTo>
                <a:lnTo>
                  <a:pt x="1037" y="2551"/>
                </a:lnTo>
                <a:lnTo>
                  <a:pt x="1037" y="2552"/>
                </a:lnTo>
                <a:lnTo>
                  <a:pt x="1037" y="2551"/>
                </a:lnTo>
                <a:lnTo>
                  <a:pt x="1037" y="2552"/>
                </a:lnTo>
                <a:lnTo>
                  <a:pt x="1036" y="2552"/>
                </a:lnTo>
                <a:lnTo>
                  <a:pt x="1036" y="2553"/>
                </a:lnTo>
                <a:lnTo>
                  <a:pt x="1036" y="2554"/>
                </a:lnTo>
                <a:lnTo>
                  <a:pt x="1035" y="2554"/>
                </a:lnTo>
                <a:lnTo>
                  <a:pt x="1036" y="2554"/>
                </a:lnTo>
                <a:lnTo>
                  <a:pt x="1036" y="2555"/>
                </a:lnTo>
                <a:lnTo>
                  <a:pt x="1035" y="2555"/>
                </a:lnTo>
                <a:lnTo>
                  <a:pt x="1035" y="2556"/>
                </a:lnTo>
                <a:lnTo>
                  <a:pt x="1034" y="2556"/>
                </a:lnTo>
                <a:lnTo>
                  <a:pt x="1033" y="2556"/>
                </a:lnTo>
                <a:lnTo>
                  <a:pt x="1032" y="2556"/>
                </a:lnTo>
                <a:lnTo>
                  <a:pt x="1032" y="2557"/>
                </a:lnTo>
                <a:lnTo>
                  <a:pt x="1032" y="2556"/>
                </a:lnTo>
                <a:lnTo>
                  <a:pt x="1032" y="2555"/>
                </a:lnTo>
                <a:lnTo>
                  <a:pt x="1031" y="2555"/>
                </a:lnTo>
                <a:lnTo>
                  <a:pt x="1030" y="2555"/>
                </a:lnTo>
                <a:lnTo>
                  <a:pt x="1029" y="2555"/>
                </a:lnTo>
                <a:lnTo>
                  <a:pt x="1029" y="2556"/>
                </a:lnTo>
                <a:lnTo>
                  <a:pt x="1028" y="2556"/>
                </a:lnTo>
                <a:lnTo>
                  <a:pt x="1028" y="2555"/>
                </a:lnTo>
                <a:lnTo>
                  <a:pt x="1028" y="2556"/>
                </a:lnTo>
                <a:lnTo>
                  <a:pt x="1027" y="2556"/>
                </a:lnTo>
                <a:lnTo>
                  <a:pt x="1026" y="2556"/>
                </a:lnTo>
                <a:lnTo>
                  <a:pt x="1025" y="2557"/>
                </a:lnTo>
                <a:lnTo>
                  <a:pt x="1025" y="2556"/>
                </a:lnTo>
                <a:lnTo>
                  <a:pt x="1025" y="2557"/>
                </a:lnTo>
                <a:lnTo>
                  <a:pt x="1024" y="2557"/>
                </a:lnTo>
                <a:lnTo>
                  <a:pt x="1024" y="2558"/>
                </a:lnTo>
                <a:lnTo>
                  <a:pt x="1024" y="2557"/>
                </a:lnTo>
                <a:lnTo>
                  <a:pt x="1023" y="2557"/>
                </a:lnTo>
                <a:lnTo>
                  <a:pt x="1022" y="2557"/>
                </a:lnTo>
                <a:lnTo>
                  <a:pt x="1022" y="2556"/>
                </a:lnTo>
                <a:lnTo>
                  <a:pt x="1021" y="2556"/>
                </a:lnTo>
                <a:lnTo>
                  <a:pt x="1020" y="2556"/>
                </a:lnTo>
                <a:lnTo>
                  <a:pt x="1020" y="2555"/>
                </a:lnTo>
                <a:lnTo>
                  <a:pt x="1019" y="2555"/>
                </a:lnTo>
                <a:lnTo>
                  <a:pt x="1018" y="2555"/>
                </a:lnTo>
                <a:lnTo>
                  <a:pt x="1018" y="2554"/>
                </a:lnTo>
                <a:lnTo>
                  <a:pt x="1017" y="2554"/>
                </a:lnTo>
                <a:lnTo>
                  <a:pt x="1016" y="2554"/>
                </a:lnTo>
                <a:lnTo>
                  <a:pt x="1015" y="2553"/>
                </a:lnTo>
                <a:lnTo>
                  <a:pt x="1014" y="2553"/>
                </a:lnTo>
                <a:lnTo>
                  <a:pt x="1013" y="2553"/>
                </a:lnTo>
                <a:lnTo>
                  <a:pt x="1012" y="2553"/>
                </a:lnTo>
                <a:lnTo>
                  <a:pt x="1012" y="2552"/>
                </a:lnTo>
                <a:lnTo>
                  <a:pt x="1011" y="2552"/>
                </a:lnTo>
                <a:lnTo>
                  <a:pt x="1011" y="2551"/>
                </a:lnTo>
                <a:lnTo>
                  <a:pt x="1010" y="2551"/>
                </a:lnTo>
                <a:lnTo>
                  <a:pt x="1009" y="2551"/>
                </a:lnTo>
                <a:lnTo>
                  <a:pt x="1009" y="2550"/>
                </a:lnTo>
                <a:lnTo>
                  <a:pt x="1010" y="2550"/>
                </a:lnTo>
                <a:lnTo>
                  <a:pt x="1010" y="2549"/>
                </a:lnTo>
                <a:lnTo>
                  <a:pt x="1009" y="2549"/>
                </a:lnTo>
                <a:lnTo>
                  <a:pt x="1010" y="2549"/>
                </a:lnTo>
                <a:lnTo>
                  <a:pt x="1010" y="2548"/>
                </a:lnTo>
                <a:lnTo>
                  <a:pt x="1010" y="2547"/>
                </a:lnTo>
                <a:lnTo>
                  <a:pt x="1009" y="2547"/>
                </a:lnTo>
                <a:lnTo>
                  <a:pt x="1008" y="2547"/>
                </a:lnTo>
                <a:lnTo>
                  <a:pt x="1007" y="2547"/>
                </a:lnTo>
                <a:lnTo>
                  <a:pt x="1007" y="2546"/>
                </a:lnTo>
                <a:lnTo>
                  <a:pt x="1007" y="2545"/>
                </a:lnTo>
                <a:lnTo>
                  <a:pt x="1006" y="2545"/>
                </a:lnTo>
                <a:lnTo>
                  <a:pt x="1006" y="2544"/>
                </a:lnTo>
                <a:lnTo>
                  <a:pt x="1005" y="2544"/>
                </a:lnTo>
                <a:lnTo>
                  <a:pt x="1005" y="2543"/>
                </a:lnTo>
                <a:lnTo>
                  <a:pt x="1005" y="2542"/>
                </a:lnTo>
                <a:lnTo>
                  <a:pt x="1004" y="2542"/>
                </a:lnTo>
                <a:lnTo>
                  <a:pt x="1004" y="2541"/>
                </a:lnTo>
                <a:lnTo>
                  <a:pt x="1003" y="2541"/>
                </a:lnTo>
                <a:lnTo>
                  <a:pt x="1002" y="2541"/>
                </a:lnTo>
                <a:lnTo>
                  <a:pt x="1001" y="2541"/>
                </a:lnTo>
                <a:lnTo>
                  <a:pt x="1000" y="2541"/>
                </a:lnTo>
                <a:lnTo>
                  <a:pt x="999" y="2541"/>
                </a:lnTo>
                <a:lnTo>
                  <a:pt x="998" y="2541"/>
                </a:lnTo>
                <a:lnTo>
                  <a:pt x="998" y="2540"/>
                </a:lnTo>
                <a:lnTo>
                  <a:pt x="997" y="2540"/>
                </a:lnTo>
                <a:lnTo>
                  <a:pt x="997" y="2539"/>
                </a:lnTo>
                <a:lnTo>
                  <a:pt x="996" y="2539"/>
                </a:lnTo>
                <a:lnTo>
                  <a:pt x="996" y="2540"/>
                </a:lnTo>
                <a:lnTo>
                  <a:pt x="995" y="2540"/>
                </a:lnTo>
                <a:lnTo>
                  <a:pt x="994" y="2540"/>
                </a:lnTo>
                <a:lnTo>
                  <a:pt x="993" y="2540"/>
                </a:lnTo>
                <a:lnTo>
                  <a:pt x="993" y="2539"/>
                </a:lnTo>
                <a:lnTo>
                  <a:pt x="993" y="2540"/>
                </a:lnTo>
                <a:lnTo>
                  <a:pt x="992" y="2540"/>
                </a:lnTo>
                <a:lnTo>
                  <a:pt x="991" y="2540"/>
                </a:lnTo>
                <a:lnTo>
                  <a:pt x="991" y="2541"/>
                </a:lnTo>
                <a:lnTo>
                  <a:pt x="990" y="2541"/>
                </a:lnTo>
                <a:lnTo>
                  <a:pt x="990" y="2540"/>
                </a:lnTo>
                <a:lnTo>
                  <a:pt x="990" y="2539"/>
                </a:lnTo>
                <a:lnTo>
                  <a:pt x="989" y="2539"/>
                </a:lnTo>
                <a:lnTo>
                  <a:pt x="989" y="2540"/>
                </a:lnTo>
                <a:lnTo>
                  <a:pt x="989" y="2539"/>
                </a:lnTo>
                <a:lnTo>
                  <a:pt x="988" y="2539"/>
                </a:lnTo>
                <a:lnTo>
                  <a:pt x="988" y="2538"/>
                </a:lnTo>
                <a:lnTo>
                  <a:pt x="987" y="2538"/>
                </a:lnTo>
                <a:lnTo>
                  <a:pt x="986" y="2538"/>
                </a:lnTo>
                <a:lnTo>
                  <a:pt x="986" y="2537"/>
                </a:lnTo>
                <a:lnTo>
                  <a:pt x="986" y="2536"/>
                </a:lnTo>
                <a:lnTo>
                  <a:pt x="987" y="2536"/>
                </a:lnTo>
                <a:lnTo>
                  <a:pt x="987" y="2535"/>
                </a:lnTo>
                <a:lnTo>
                  <a:pt x="986" y="2535"/>
                </a:lnTo>
                <a:lnTo>
                  <a:pt x="986" y="2534"/>
                </a:lnTo>
                <a:lnTo>
                  <a:pt x="985" y="2534"/>
                </a:lnTo>
                <a:lnTo>
                  <a:pt x="986" y="2534"/>
                </a:lnTo>
                <a:lnTo>
                  <a:pt x="986" y="2533"/>
                </a:lnTo>
                <a:lnTo>
                  <a:pt x="985" y="2533"/>
                </a:lnTo>
                <a:lnTo>
                  <a:pt x="985" y="2532"/>
                </a:lnTo>
                <a:lnTo>
                  <a:pt x="986" y="2532"/>
                </a:lnTo>
                <a:lnTo>
                  <a:pt x="985" y="2532"/>
                </a:lnTo>
                <a:lnTo>
                  <a:pt x="985" y="2531"/>
                </a:lnTo>
                <a:lnTo>
                  <a:pt x="984" y="2531"/>
                </a:lnTo>
                <a:lnTo>
                  <a:pt x="983" y="2531"/>
                </a:lnTo>
                <a:lnTo>
                  <a:pt x="982" y="2530"/>
                </a:lnTo>
                <a:lnTo>
                  <a:pt x="983" y="2530"/>
                </a:lnTo>
                <a:lnTo>
                  <a:pt x="983" y="2529"/>
                </a:lnTo>
                <a:lnTo>
                  <a:pt x="983" y="2528"/>
                </a:lnTo>
                <a:lnTo>
                  <a:pt x="982" y="2528"/>
                </a:lnTo>
                <a:lnTo>
                  <a:pt x="981" y="2528"/>
                </a:lnTo>
                <a:lnTo>
                  <a:pt x="980" y="2528"/>
                </a:lnTo>
                <a:lnTo>
                  <a:pt x="979" y="2528"/>
                </a:lnTo>
                <a:lnTo>
                  <a:pt x="978" y="2528"/>
                </a:lnTo>
                <a:lnTo>
                  <a:pt x="978" y="2527"/>
                </a:lnTo>
                <a:lnTo>
                  <a:pt x="977" y="2527"/>
                </a:lnTo>
                <a:lnTo>
                  <a:pt x="977" y="2528"/>
                </a:lnTo>
                <a:lnTo>
                  <a:pt x="976" y="2528"/>
                </a:lnTo>
                <a:lnTo>
                  <a:pt x="975" y="2528"/>
                </a:lnTo>
                <a:lnTo>
                  <a:pt x="975" y="2527"/>
                </a:lnTo>
                <a:lnTo>
                  <a:pt x="974" y="2527"/>
                </a:lnTo>
                <a:lnTo>
                  <a:pt x="973" y="2527"/>
                </a:lnTo>
                <a:lnTo>
                  <a:pt x="973" y="2526"/>
                </a:lnTo>
                <a:lnTo>
                  <a:pt x="972" y="2526"/>
                </a:lnTo>
                <a:lnTo>
                  <a:pt x="972" y="2525"/>
                </a:lnTo>
                <a:lnTo>
                  <a:pt x="971" y="2525"/>
                </a:lnTo>
                <a:lnTo>
                  <a:pt x="971" y="2524"/>
                </a:lnTo>
                <a:lnTo>
                  <a:pt x="970" y="2524"/>
                </a:lnTo>
                <a:lnTo>
                  <a:pt x="970" y="2525"/>
                </a:lnTo>
                <a:lnTo>
                  <a:pt x="968" y="2525"/>
                </a:lnTo>
                <a:lnTo>
                  <a:pt x="967" y="2525"/>
                </a:lnTo>
                <a:lnTo>
                  <a:pt x="967" y="2524"/>
                </a:lnTo>
                <a:lnTo>
                  <a:pt x="967" y="2523"/>
                </a:lnTo>
                <a:lnTo>
                  <a:pt x="966" y="2523"/>
                </a:lnTo>
                <a:lnTo>
                  <a:pt x="966" y="2522"/>
                </a:lnTo>
                <a:lnTo>
                  <a:pt x="967" y="2522"/>
                </a:lnTo>
                <a:lnTo>
                  <a:pt x="967" y="2521"/>
                </a:lnTo>
                <a:lnTo>
                  <a:pt x="967" y="2520"/>
                </a:lnTo>
                <a:lnTo>
                  <a:pt x="967" y="2519"/>
                </a:lnTo>
                <a:lnTo>
                  <a:pt x="967" y="2518"/>
                </a:lnTo>
                <a:lnTo>
                  <a:pt x="968" y="2518"/>
                </a:lnTo>
                <a:lnTo>
                  <a:pt x="968" y="2517"/>
                </a:lnTo>
                <a:lnTo>
                  <a:pt x="968" y="2516"/>
                </a:lnTo>
                <a:lnTo>
                  <a:pt x="968" y="2515"/>
                </a:lnTo>
                <a:lnTo>
                  <a:pt x="968" y="2514"/>
                </a:lnTo>
                <a:lnTo>
                  <a:pt x="968" y="2513"/>
                </a:lnTo>
                <a:lnTo>
                  <a:pt x="969" y="2513"/>
                </a:lnTo>
                <a:lnTo>
                  <a:pt x="969" y="2512"/>
                </a:lnTo>
                <a:lnTo>
                  <a:pt x="969" y="2511"/>
                </a:lnTo>
                <a:lnTo>
                  <a:pt x="969" y="2510"/>
                </a:lnTo>
                <a:lnTo>
                  <a:pt x="969" y="2509"/>
                </a:lnTo>
                <a:lnTo>
                  <a:pt x="968" y="2509"/>
                </a:lnTo>
                <a:lnTo>
                  <a:pt x="967" y="2509"/>
                </a:lnTo>
                <a:lnTo>
                  <a:pt x="967" y="2508"/>
                </a:lnTo>
                <a:lnTo>
                  <a:pt x="965" y="2508"/>
                </a:lnTo>
                <a:lnTo>
                  <a:pt x="965" y="2509"/>
                </a:lnTo>
                <a:lnTo>
                  <a:pt x="964" y="2509"/>
                </a:lnTo>
                <a:lnTo>
                  <a:pt x="964" y="2508"/>
                </a:lnTo>
                <a:lnTo>
                  <a:pt x="963" y="2508"/>
                </a:lnTo>
                <a:lnTo>
                  <a:pt x="963" y="2507"/>
                </a:lnTo>
                <a:lnTo>
                  <a:pt x="963" y="2506"/>
                </a:lnTo>
                <a:lnTo>
                  <a:pt x="963" y="2505"/>
                </a:lnTo>
                <a:lnTo>
                  <a:pt x="964" y="2505"/>
                </a:lnTo>
                <a:lnTo>
                  <a:pt x="964" y="2504"/>
                </a:lnTo>
                <a:lnTo>
                  <a:pt x="964" y="2503"/>
                </a:lnTo>
                <a:lnTo>
                  <a:pt x="965" y="2503"/>
                </a:lnTo>
                <a:lnTo>
                  <a:pt x="965" y="2502"/>
                </a:lnTo>
                <a:lnTo>
                  <a:pt x="964" y="2502"/>
                </a:lnTo>
                <a:lnTo>
                  <a:pt x="965" y="2502"/>
                </a:lnTo>
                <a:lnTo>
                  <a:pt x="965" y="2501"/>
                </a:lnTo>
                <a:lnTo>
                  <a:pt x="963" y="2501"/>
                </a:lnTo>
                <a:lnTo>
                  <a:pt x="962" y="2501"/>
                </a:lnTo>
                <a:lnTo>
                  <a:pt x="962" y="2500"/>
                </a:lnTo>
                <a:lnTo>
                  <a:pt x="962" y="2498"/>
                </a:lnTo>
                <a:lnTo>
                  <a:pt x="962" y="2497"/>
                </a:lnTo>
                <a:lnTo>
                  <a:pt x="961" y="2497"/>
                </a:lnTo>
                <a:lnTo>
                  <a:pt x="962" y="2497"/>
                </a:lnTo>
                <a:lnTo>
                  <a:pt x="962" y="2496"/>
                </a:lnTo>
                <a:lnTo>
                  <a:pt x="961" y="2496"/>
                </a:lnTo>
                <a:lnTo>
                  <a:pt x="961" y="2495"/>
                </a:lnTo>
                <a:lnTo>
                  <a:pt x="961" y="2494"/>
                </a:lnTo>
                <a:lnTo>
                  <a:pt x="962" y="2494"/>
                </a:lnTo>
                <a:lnTo>
                  <a:pt x="961" y="2494"/>
                </a:lnTo>
                <a:lnTo>
                  <a:pt x="961" y="2493"/>
                </a:lnTo>
                <a:lnTo>
                  <a:pt x="962" y="2493"/>
                </a:lnTo>
                <a:lnTo>
                  <a:pt x="963" y="2493"/>
                </a:lnTo>
                <a:lnTo>
                  <a:pt x="963" y="2492"/>
                </a:lnTo>
                <a:lnTo>
                  <a:pt x="963" y="2493"/>
                </a:lnTo>
                <a:lnTo>
                  <a:pt x="964" y="2493"/>
                </a:lnTo>
                <a:lnTo>
                  <a:pt x="964" y="2492"/>
                </a:lnTo>
                <a:lnTo>
                  <a:pt x="964" y="2491"/>
                </a:lnTo>
                <a:lnTo>
                  <a:pt x="964" y="2490"/>
                </a:lnTo>
                <a:lnTo>
                  <a:pt x="965" y="2490"/>
                </a:lnTo>
                <a:lnTo>
                  <a:pt x="965" y="2489"/>
                </a:lnTo>
                <a:lnTo>
                  <a:pt x="964" y="2489"/>
                </a:lnTo>
                <a:lnTo>
                  <a:pt x="963" y="2489"/>
                </a:lnTo>
                <a:lnTo>
                  <a:pt x="962" y="2489"/>
                </a:lnTo>
                <a:lnTo>
                  <a:pt x="960" y="2489"/>
                </a:lnTo>
                <a:lnTo>
                  <a:pt x="959" y="2489"/>
                </a:lnTo>
                <a:lnTo>
                  <a:pt x="958" y="2489"/>
                </a:lnTo>
                <a:lnTo>
                  <a:pt x="957" y="2489"/>
                </a:lnTo>
                <a:lnTo>
                  <a:pt x="957" y="2488"/>
                </a:lnTo>
                <a:lnTo>
                  <a:pt x="957" y="2487"/>
                </a:lnTo>
                <a:lnTo>
                  <a:pt x="957" y="2486"/>
                </a:lnTo>
                <a:lnTo>
                  <a:pt x="958" y="2486"/>
                </a:lnTo>
                <a:lnTo>
                  <a:pt x="957" y="2486"/>
                </a:lnTo>
                <a:lnTo>
                  <a:pt x="957" y="2485"/>
                </a:lnTo>
                <a:lnTo>
                  <a:pt x="956" y="2485"/>
                </a:lnTo>
                <a:lnTo>
                  <a:pt x="956" y="2484"/>
                </a:lnTo>
                <a:lnTo>
                  <a:pt x="955" y="2484"/>
                </a:lnTo>
                <a:lnTo>
                  <a:pt x="954" y="2484"/>
                </a:lnTo>
                <a:lnTo>
                  <a:pt x="953" y="2484"/>
                </a:lnTo>
                <a:lnTo>
                  <a:pt x="953" y="2485"/>
                </a:lnTo>
                <a:lnTo>
                  <a:pt x="953" y="2484"/>
                </a:lnTo>
                <a:lnTo>
                  <a:pt x="952" y="2484"/>
                </a:lnTo>
                <a:lnTo>
                  <a:pt x="951" y="2484"/>
                </a:lnTo>
                <a:lnTo>
                  <a:pt x="951" y="2483"/>
                </a:lnTo>
                <a:lnTo>
                  <a:pt x="950" y="2483"/>
                </a:lnTo>
                <a:lnTo>
                  <a:pt x="950" y="2484"/>
                </a:lnTo>
                <a:lnTo>
                  <a:pt x="949" y="2484"/>
                </a:lnTo>
                <a:lnTo>
                  <a:pt x="949" y="2485"/>
                </a:lnTo>
                <a:lnTo>
                  <a:pt x="949" y="2484"/>
                </a:lnTo>
                <a:lnTo>
                  <a:pt x="948" y="2484"/>
                </a:lnTo>
                <a:lnTo>
                  <a:pt x="947" y="2484"/>
                </a:lnTo>
                <a:lnTo>
                  <a:pt x="947" y="2483"/>
                </a:lnTo>
                <a:lnTo>
                  <a:pt x="947" y="2484"/>
                </a:lnTo>
                <a:lnTo>
                  <a:pt x="946" y="2484"/>
                </a:lnTo>
                <a:lnTo>
                  <a:pt x="946" y="2483"/>
                </a:lnTo>
                <a:lnTo>
                  <a:pt x="945" y="2483"/>
                </a:lnTo>
                <a:lnTo>
                  <a:pt x="946" y="2483"/>
                </a:lnTo>
                <a:lnTo>
                  <a:pt x="946" y="2482"/>
                </a:lnTo>
                <a:lnTo>
                  <a:pt x="947" y="2482"/>
                </a:lnTo>
                <a:lnTo>
                  <a:pt x="946" y="2482"/>
                </a:lnTo>
                <a:lnTo>
                  <a:pt x="946" y="2481"/>
                </a:lnTo>
                <a:lnTo>
                  <a:pt x="945" y="2481"/>
                </a:lnTo>
                <a:lnTo>
                  <a:pt x="944" y="2480"/>
                </a:lnTo>
                <a:lnTo>
                  <a:pt x="943" y="2480"/>
                </a:lnTo>
                <a:lnTo>
                  <a:pt x="942" y="2481"/>
                </a:lnTo>
                <a:lnTo>
                  <a:pt x="941" y="2481"/>
                </a:lnTo>
                <a:lnTo>
                  <a:pt x="940" y="2481"/>
                </a:lnTo>
                <a:lnTo>
                  <a:pt x="939" y="2481"/>
                </a:lnTo>
                <a:lnTo>
                  <a:pt x="938" y="2481"/>
                </a:lnTo>
                <a:lnTo>
                  <a:pt x="938" y="2480"/>
                </a:lnTo>
                <a:lnTo>
                  <a:pt x="938" y="2481"/>
                </a:lnTo>
                <a:lnTo>
                  <a:pt x="937" y="2481"/>
                </a:lnTo>
                <a:lnTo>
                  <a:pt x="936" y="2481"/>
                </a:lnTo>
                <a:lnTo>
                  <a:pt x="935" y="2481"/>
                </a:lnTo>
                <a:lnTo>
                  <a:pt x="935" y="2482"/>
                </a:lnTo>
                <a:lnTo>
                  <a:pt x="934" y="2482"/>
                </a:lnTo>
                <a:lnTo>
                  <a:pt x="933" y="2482"/>
                </a:lnTo>
                <a:lnTo>
                  <a:pt x="933" y="2483"/>
                </a:lnTo>
                <a:lnTo>
                  <a:pt x="932" y="2483"/>
                </a:lnTo>
                <a:lnTo>
                  <a:pt x="931" y="2483"/>
                </a:lnTo>
                <a:lnTo>
                  <a:pt x="930" y="2483"/>
                </a:lnTo>
                <a:lnTo>
                  <a:pt x="929" y="2483"/>
                </a:lnTo>
                <a:lnTo>
                  <a:pt x="929" y="2484"/>
                </a:lnTo>
                <a:lnTo>
                  <a:pt x="929" y="2485"/>
                </a:lnTo>
                <a:lnTo>
                  <a:pt x="928" y="2485"/>
                </a:lnTo>
                <a:lnTo>
                  <a:pt x="928" y="2486"/>
                </a:lnTo>
                <a:lnTo>
                  <a:pt x="928" y="2487"/>
                </a:lnTo>
                <a:lnTo>
                  <a:pt x="929" y="2487"/>
                </a:lnTo>
                <a:lnTo>
                  <a:pt x="929" y="2488"/>
                </a:lnTo>
                <a:lnTo>
                  <a:pt x="928" y="2488"/>
                </a:lnTo>
                <a:lnTo>
                  <a:pt x="927" y="2488"/>
                </a:lnTo>
                <a:lnTo>
                  <a:pt x="927" y="2489"/>
                </a:lnTo>
                <a:lnTo>
                  <a:pt x="927" y="2488"/>
                </a:lnTo>
                <a:lnTo>
                  <a:pt x="926" y="2488"/>
                </a:lnTo>
                <a:lnTo>
                  <a:pt x="926" y="2489"/>
                </a:lnTo>
                <a:lnTo>
                  <a:pt x="925" y="2489"/>
                </a:lnTo>
                <a:lnTo>
                  <a:pt x="924" y="2489"/>
                </a:lnTo>
                <a:lnTo>
                  <a:pt x="923" y="2489"/>
                </a:lnTo>
                <a:lnTo>
                  <a:pt x="922" y="2489"/>
                </a:lnTo>
                <a:lnTo>
                  <a:pt x="921" y="2489"/>
                </a:lnTo>
                <a:lnTo>
                  <a:pt x="920" y="2489"/>
                </a:lnTo>
                <a:lnTo>
                  <a:pt x="920" y="2490"/>
                </a:lnTo>
                <a:lnTo>
                  <a:pt x="919" y="2490"/>
                </a:lnTo>
                <a:lnTo>
                  <a:pt x="919" y="2491"/>
                </a:lnTo>
                <a:lnTo>
                  <a:pt x="918" y="2491"/>
                </a:lnTo>
                <a:lnTo>
                  <a:pt x="918" y="2492"/>
                </a:lnTo>
                <a:lnTo>
                  <a:pt x="917" y="2492"/>
                </a:lnTo>
                <a:lnTo>
                  <a:pt x="917" y="2493"/>
                </a:lnTo>
                <a:lnTo>
                  <a:pt x="916" y="2493"/>
                </a:lnTo>
                <a:lnTo>
                  <a:pt x="915" y="2493"/>
                </a:lnTo>
                <a:lnTo>
                  <a:pt x="916" y="2493"/>
                </a:lnTo>
                <a:lnTo>
                  <a:pt x="916" y="2494"/>
                </a:lnTo>
                <a:lnTo>
                  <a:pt x="916" y="2495"/>
                </a:lnTo>
                <a:lnTo>
                  <a:pt x="916" y="2496"/>
                </a:lnTo>
                <a:lnTo>
                  <a:pt x="915" y="2496"/>
                </a:lnTo>
                <a:lnTo>
                  <a:pt x="915" y="2497"/>
                </a:lnTo>
                <a:lnTo>
                  <a:pt x="915" y="2496"/>
                </a:lnTo>
                <a:lnTo>
                  <a:pt x="915" y="2497"/>
                </a:lnTo>
                <a:lnTo>
                  <a:pt x="914" y="2497"/>
                </a:lnTo>
                <a:lnTo>
                  <a:pt x="913" y="2497"/>
                </a:lnTo>
                <a:lnTo>
                  <a:pt x="912" y="2497"/>
                </a:lnTo>
                <a:lnTo>
                  <a:pt x="912" y="2496"/>
                </a:lnTo>
                <a:lnTo>
                  <a:pt x="912" y="2495"/>
                </a:lnTo>
                <a:lnTo>
                  <a:pt x="911" y="2495"/>
                </a:lnTo>
                <a:lnTo>
                  <a:pt x="911" y="2496"/>
                </a:lnTo>
                <a:lnTo>
                  <a:pt x="910" y="2496"/>
                </a:lnTo>
                <a:lnTo>
                  <a:pt x="909" y="2496"/>
                </a:lnTo>
                <a:lnTo>
                  <a:pt x="909" y="2495"/>
                </a:lnTo>
                <a:lnTo>
                  <a:pt x="908" y="2495"/>
                </a:lnTo>
                <a:lnTo>
                  <a:pt x="908" y="2494"/>
                </a:lnTo>
                <a:lnTo>
                  <a:pt x="908" y="2493"/>
                </a:lnTo>
                <a:lnTo>
                  <a:pt x="907" y="2493"/>
                </a:lnTo>
                <a:lnTo>
                  <a:pt x="906" y="2493"/>
                </a:lnTo>
                <a:lnTo>
                  <a:pt x="905" y="2493"/>
                </a:lnTo>
                <a:lnTo>
                  <a:pt x="904" y="2493"/>
                </a:lnTo>
                <a:lnTo>
                  <a:pt x="904" y="2492"/>
                </a:lnTo>
                <a:lnTo>
                  <a:pt x="903" y="2492"/>
                </a:lnTo>
                <a:lnTo>
                  <a:pt x="903" y="2491"/>
                </a:lnTo>
                <a:lnTo>
                  <a:pt x="903" y="2490"/>
                </a:lnTo>
                <a:lnTo>
                  <a:pt x="903" y="2489"/>
                </a:lnTo>
                <a:lnTo>
                  <a:pt x="904" y="2489"/>
                </a:lnTo>
                <a:lnTo>
                  <a:pt x="903" y="2489"/>
                </a:lnTo>
                <a:lnTo>
                  <a:pt x="903" y="2488"/>
                </a:lnTo>
                <a:lnTo>
                  <a:pt x="902" y="2488"/>
                </a:lnTo>
                <a:lnTo>
                  <a:pt x="902" y="2487"/>
                </a:lnTo>
                <a:lnTo>
                  <a:pt x="902" y="2488"/>
                </a:lnTo>
                <a:lnTo>
                  <a:pt x="902" y="2487"/>
                </a:lnTo>
                <a:lnTo>
                  <a:pt x="901" y="2487"/>
                </a:lnTo>
                <a:lnTo>
                  <a:pt x="901" y="2486"/>
                </a:lnTo>
                <a:lnTo>
                  <a:pt x="900" y="2486"/>
                </a:lnTo>
                <a:lnTo>
                  <a:pt x="900" y="2485"/>
                </a:lnTo>
                <a:lnTo>
                  <a:pt x="899" y="2485"/>
                </a:lnTo>
                <a:lnTo>
                  <a:pt x="899" y="2486"/>
                </a:lnTo>
                <a:lnTo>
                  <a:pt x="898" y="2486"/>
                </a:lnTo>
                <a:lnTo>
                  <a:pt x="898" y="2485"/>
                </a:lnTo>
                <a:lnTo>
                  <a:pt x="898" y="2484"/>
                </a:lnTo>
                <a:lnTo>
                  <a:pt x="897" y="2484"/>
                </a:lnTo>
                <a:lnTo>
                  <a:pt x="897" y="2483"/>
                </a:lnTo>
                <a:lnTo>
                  <a:pt x="896" y="2483"/>
                </a:lnTo>
                <a:lnTo>
                  <a:pt x="897" y="2483"/>
                </a:lnTo>
                <a:lnTo>
                  <a:pt x="896" y="2483"/>
                </a:lnTo>
                <a:lnTo>
                  <a:pt x="896" y="2482"/>
                </a:lnTo>
                <a:lnTo>
                  <a:pt x="896" y="2481"/>
                </a:lnTo>
                <a:lnTo>
                  <a:pt x="896" y="2480"/>
                </a:lnTo>
                <a:lnTo>
                  <a:pt x="897" y="2480"/>
                </a:lnTo>
                <a:lnTo>
                  <a:pt x="896" y="2480"/>
                </a:lnTo>
                <a:lnTo>
                  <a:pt x="896" y="2479"/>
                </a:lnTo>
                <a:lnTo>
                  <a:pt x="897" y="2479"/>
                </a:lnTo>
                <a:lnTo>
                  <a:pt x="896" y="2479"/>
                </a:lnTo>
                <a:lnTo>
                  <a:pt x="896" y="2478"/>
                </a:lnTo>
                <a:lnTo>
                  <a:pt x="895" y="2478"/>
                </a:lnTo>
                <a:lnTo>
                  <a:pt x="895" y="2477"/>
                </a:lnTo>
                <a:lnTo>
                  <a:pt x="894" y="2477"/>
                </a:lnTo>
                <a:lnTo>
                  <a:pt x="894" y="2476"/>
                </a:lnTo>
                <a:lnTo>
                  <a:pt x="894" y="2475"/>
                </a:lnTo>
                <a:lnTo>
                  <a:pt x="893" y="2475"/>
                </a:lnTo>
                <a:lnTo>
                  <a:pt x="894" y="2475"/>
                </a:lnTo>
                <a:lnTo>
                  <a:pt x="894" y="2474"/>
                </a:lnTo>
                <a:lnTo>
                  <a:pt x="895" y="2474"/>
                </a:lnTo>
                <a:lnTo>
                  <a:pt x="894" y="2474"/>
                </a:lnTo>
                <a:lnTo>
                  <a:pt x="894" y="2473"/>
                </a:lnTo>
                <a:lnTo>
                  <a:pt x="895" y="2473"/>
                </a:lnTo>
                <a:lnTo>
                  <a:pt x="895" y="2472"/>
                </a:lnTo>
                <a:lnTo>
                  <a:pt x="894" y="2472"/>
                </a:lnTo>
                <a:lnTo>
                  <a:pt x="894" y="2471"/>
                </a:lnTo>
                <a:lnTo>
                  <a:pt x="893" y="2471"/>
                </a:lnTo>
                <a:lnTo>
                  <a:pt x="893" y="2470"/>
                </a:lnTo>
                <a:lnTo>
                  <a:pt x="893" y="2471"/>
                </a:lnTo>
                <a:lnTo>
                  <a:pt x="892" y="2471"/>
                </a:lnTo>
                <a:lnTo>
                  <a:pt x="892" y="2470"/>
                </a:lnTo>
                <a:lnTo>
                  <a:pt x="891" y="2470"/>
                </a:lnTo>
                <a:lnTo>
                  <a:pt x="890" y="2470"/>
                </a:lnTo>
                <a:lnTo>
                  <a:pt x="890" y="2469"/>
                </a:lnTo>
                <a:lnTo>
                  <a:pt x="889" y="2469"/>
                </a:lnTo>
                <a:lnTo>
                  <a:pt x="889" y="2468"/>
                </a:lnTo>
                <a:lnTo>
                  <a:pt x="888" y="2468"/>
                </a:lnTo>
                <a:lnTo>
                  <a:pt x="888" y="2467"/>
                </a:lnTo>
                <a:lnTo>
                  <a:pt x="888" y="2466"/>
                </a:lnTo>
                <a:lnTo>
                  <a:pt x="887" y="2466"/>
                </a:lnTo>
                <a:lnTo>
                  <a:pt x="887" y="2465"/>
                </a:lnTo>
                <a:lnTo>
                  <a:pt x="888" y="2465"/>
                </a:lnTo>
                <a:lnTo>
                  <a:pt x="888" y="2464"/>
                </a:lnTo>
                <a:lnTo>
                  <a:pt x="888" y="2463"/>
                </a:lnTo>
                <a:lnTo>
                  <a:pt x="887" y="2463"/>
                </a:lnTo>
                <a:lnTo>
                  <a:pt x="886" y="2463"/>
                </a:lnTo>
                <a:lnTo>
                  <a:pt x="886" y="2462"/>
                </a:lnTo>
                <a:lnTo>
                  <a:pt x="885" y="2462"/>
                </a:lnTo>
                <a:lnTo>
                  <a:pt x="884" y="2462"/>
                </a:lnTo>
                <a:lnTo>
                  <a:pt x="884" y="2463"/>
                </a:lnTo>
                <a:lnTo>
                  <a:pt x="884" y="2462"/>
                </a:lnTo>
                <a:lnTo>
                  <a:pt x="883" y="2462"/>
                </a:lnTo>
                <a:lnTo>
                  <a:pt x="882" y="2462"/>
                </a:lnTo>
                <a:lnTo>
                  <a:pt x="882" y="2463"/>
                </a:lnTo>
                <a:lnTo>
                  <a:pt x="882" y="2462"/>
                </a:lnTo>
                <a:lnTo>
                  <a:pt x="881" y="2462"/>
                </a:lnTo>
                <a:lnTo>
                  <a:pt x="881" y="2461"/>
                </a:lnTo>
                <a:lnTo>
                  <a:pt x="880" y="2461"/>
                </a:lnTo>
                <a:lnTo>
                  <a:pt x="881" y="2461"/>
                </a:lnTo>
                <a:lnTo>
                  <a:pt x="881" y="2460"/>
                </a:lnTo>
                <a:lnTo>
                  <a:pt x="880" y="2460"/>
                </a:lnTo>
                <a:lnTo>
                  <a:pt x="880" y="2459"/>
                </a:lnTo>
                <a:lnTo>
                  <a:pt x="879" y="2459"/>
                </a:lnTo>
                <a:lnTo>
                  <a:pt x="879" y="2458"/>
                </a:lnTo>
                <a:lnTo>
                  <a:pt x="880" y="2458"/>
                </a:lnTo>
                <a:lnTo>
                  <a:pt x="880" y="2457"/>
                </a:lnTo>
                <a:lnTo>
                  <a:pt x="879" y="2457"/>
                </a:lnTo>
                <a:lnTo>
                  <a:pt x="880" y="2457"/>
                </a:lnTo>
                <a:lnTo>
                  <a:pt x="881" y="2457"/>
                </a:lnTo>
                <a:lnTo>
                  <a:pt x="882" y="2457"/>
                </a:lnTo>
                <a:lnTo>
                  <a:pt x="882" y="2456"/>
                </a:lnTo>
                <a:lnTo>
                  <a:pt x="881" y="2456"/>
                </a:lnTo>
                <a:lnTo>
                  <a:pt x="881" y="2455"/>
                </a:lnTo>
                <a:lnTo>
                  <a:pt x="881" y="2456"/>
                </a:lnTo>
                <a:lnTo>
                  <a:pt x="881" y="2455"/>
                </a:lnTo>
                <a:lnTo>
                  <a:pt x="880" y="2455"/>
                </a:lnTo>
                <a:lnTo>
                  <a:pt x="879" y="2455"/>
                </a:lnTo>
                <a:lnTo>
                  <a:pt x="878" y="2455"/>
                </a:lnTo>
                <a:lnTo>
                  <a:pt x="877" y="2455"/>
                </a:lnTo>
                <a:lnTo>
                  <a:pt x="877" y="2454"/>
                </a:lnTo>
                <a:lnTo>
                  <a:pt x="876" y="2454"/>
                </a:lnTo>
                <a:lnTo>
                  <a:pt x="876" y="2453"/>
                </a:lnTo>
                <a:lnTo>
                  <a:pt x="876" y="2452"/>
                </a:lnTo>
                <a:lnTo>
                  <a:pt x="875" y="2452"/>
                </a:lnTo>
                <a:lnTo>
                  <a:pt x="874" y="2452"/>
                </a:lnTo>
                <a:lnTo>
                  <a:pt x="874" y="2451"/>
                </a:lnTo>
                <a:lnTo>
                  <a:pt x="874" y="2452"/>
                </a:lnTo>
                <a:lnTo>
                  <a:pt x="874" y="2451"/>
                </a:lnTo>
                <a:lnTo>
                  <a:pt x="873" y="2451"/>
                </a:lnTo>
                <a:lnTo>
                  <a:pt x="873" y="2452"/>
                </a:lnTo>
                <a:lnTo>
                  <a:pt x="873" y="2453"/>
                </a:lnTo>
                <a:lnTo>
                  <a:pt x="872" y="2453"/>
                </a:lnTo>
                <a:lnTo>
                  <a:pt x="871" y="2453"/>
                </a:lnTo>
                <a:lnTo>
                  <a:pt x="871" y="2452"/>
                </a:lnTo>
                <a:lnTo>
                  <a:pt x="871" y="2451"/>
                </a:lnTo>
                <a:lnTo>
                  <a:pt x="871" y="2450"/>
                </a:lnTo>
                <a:lnTo>
                  <a:pt x="870" y="2450"/>
                </a:lnTo>
                <a:lnTo>
                  <a:pt x="869" y="2450"/>
                </a:lnTo>
                <a:lnTo>
                  <a:pt x="868" y="2450"/>
                </a:lnTo>
                <a:lnTo>
                  <a:pt x="867" y="2450"/>
                </a:lnTo>
                <a:lnTo>
                  <a:pt x="867" y="2449"/>
                </a:lnTo>
                <a:lnTo>
                  <a:pt x="867" y="2450"/>
                </a:lnTo>
                <a:lnTo>
                  <a:pt x="867" y="2451"/>
                </a:lnTo>
                <a:lnTo>
                  <a:pt x="866" y="2451"/>
                </a:lnTo>
                <a:lnTo>
                  <a:pt x="866" y="2450"/>
                </a:lnTo>
                <a:lnTo>
                  <a:pt x="866" y="2451"/>
                </a:lnTo>
                <a:lnTo>
                  <a:pt x="865" y="2451"/>
                </a:lnTo>
                <a:lnTo>
                  <a:pt x="864" y="2451"/>
                </a:lnTo>
                <a:lnTo>
                  <a:pt x="865" y="2451"/>
                </a:lnTo>
                <a:lnTo>
                  <a:pt x="865" y="2452"/>
                </a:lnTo>
                <a:lnTo>
                  <a:pt x="864" y="2452"/>
                </a:lnTo>
                <a:lnTo>
                  <a:pt x="863" y="2452"/>
                </a:lnTo>
                <a:lnTo>
                  <a:pt x="863" y="2451"/>
                </a:lnTo>
                <a:lnTo>
                  <a:pt x="862" y="2451"/>
                </a:lnTo>
                <a:lnTo>
                  <a:pt x="862" y="2450"/>
                </a:lnTo>
                <a:lnTo>
                  <a:pt x="861" y="2450"/>
                </a:lnTo>
                <a:lnTo>
                  <a:pt x="861" y="2449"/>
                </a:lnTo>
                <a:lnTo>
                  <a:pt x="860" y="2449"/>
                </a:lnTo>
                <a:lnTo>
                  <a:pt x="860" y="2448"/>
                </a:lnTo>
                <a:lnTo>
                  <a:pt x="860" y="2447"/>
                </a:lnTo>
                <a:lnTo>
                  <a:pt x="859" y="2447"/>
                </a:lnTo>
                <a:lnTo>
                  <a:pt x="858" y="2447"/>
                </a:lnTo>
                <a:lnTo>
                  <a:pt x="858" y="2446"/>
                </a:lnTo>
                <a:lnTo>
                  <a:pt x="857" y="2446"/>
                </a:lnTo>
                <a:lnTo>
                  <a:pt x="857" y="2445"/>
                </a:lnTo>
                <a:lnTo>
                  <a:pt x="857" y="2446"/>
                </a:lnTo>
                <a:lnTo>
                  <a:pt x="856" y="2446"/>
                </a:lnTo>
                <a:lnTo>
                  <a:pt x="855" y="2446"/>
                </a:lnTo>
                <a:lnTo>
                  <a:pt x="855" y="2445"/>
                </a:lnTo>
                <a:lnTo>
                  <a:pt x="855" y="2446"/>
                </a:lnTo>
                <a:lnTo>
                  <a:pt x="854" y="2446"/>
                </a:lnTo>
                <a:lnTo>
                  <a:pt x="852" y="2446"/>
                </a:lnTo>
                <a:lnTo>
                  <a:pt x="852" y="2445"/>
                </a:lnTo>
                <a:lnTo>
                  <a:pt x="851" y="2445"/>
                </a:lnTo>
                <a:lnTo>
                  <a:pt x="851" y="2444"/>
                </a:lnTo>
                <a:lnTo>
                  <a:pt x="852" y="2444"/>
                </a:lnTo>
                <a:lnTo>
                  <a:pt x="852" y="2443"/>
                </a:lnTo>
                <a:lnTo>
                  <a:pt x="851" y="2443"/>
                </a:lnTo>
                <a:lnTo>
                  <a:pt x="851" y="2442"/>
                </a:lnTo>
                <a:lnTo>
                  <a:pt x="850" y="2442"/>
                </a:lnTo>
                <a:lnTo>
                  <a:pt x="849" y="2442"/>
                </a:lnTo>
                <a:lnTo>
                  <a:pt x="848" y="2442"/>
                </a:lnTo>
                <a:lnTo>
                  <a:pt x="847" y="2442"/>
                </a:lnTo>
                <a:lnTo>
                  <a:pt x="846" y="2442"/>
                </a:lnTo>
                <a:lnTo>
                  <a:pt x="846" y="2443"/>
                </a:lnTo>
                <a:lnTo>
                  <a:pt x="845" y="2443"/>
                </a:lnTo>
                <a:lnTo>
                  <a:pt x="845" y="2444"/>
                </a:lnTo>
                <a:lnTo>
                  <a:pt x="844" y="2444"/>
                </a:lnTo>
                <a:lnTo>
                  <a:pt x="843" y="2444"/>
                </a:lnTo>
                <a:lnTo>
                  <a:pt x="843" y="2443"/>
                </a:lnTo>
                <a:lnTo>
                  <a:pt x="842" y="2443"/>
                </a:lnTo>
                <a:lnTo>
                  <a:pt x="841" y="2443"/>
                </a:lnTo>
                <a:lnTo>
                  <a:pt x="840" y="2443"/>
                </a:lnTo>
                <a:lnTo>
                  <a:pt x="840" y="2442"/>
                </a:lnTo>
                <a:lnTo>
                  <a:pt x="840" y="2441"/>
                </a:lnTo>
                <a:lnTo>
                  <a:pt x="840" y="2440"/>
                </a:lnTo>
                <a:lnTo>
                  <a:pt x="839" y="2440"/>
                </a:lnTo>
                <a:lnTo>
                  <a:pt x="838" y="2440"/>
                </a:lnTo>
                <a:lnTo>
                  <a:pt x="837" y="2440"/>
                </a:lnTo>
                <a:lnTo>
                  <a:pt x="837" y="2439"/>
                </a:lnTo>
                <a:lnTo>
                  <a:pt x="836" y="2439"/>
                </a:lnTo>
                <a:lnTo>
                  <a:pt x="835" y="2439"/>
                </a:lnTo>
                <a:lnTo>
                  <a:pt x="835" y="2438"/>
                </a:lnTo>
                <a:lnTo>
                  <a:pt x="835" y="2437"/>
                </a:lnTo>
                <a:lnTo>
                  <a:pt x="835" y="2436"/>
                </a:lnTo>
                <a:lnTo>
                  <a:pt x="834" y="2436"/>
                </a:lnTo>
                <a:lnTo>
                  <a:pt x="834" y="2435"/>
                </a:lnTo>
                <a:lnTo>
                  <a:pt x="833" y="2435"/>
                </a:lnTo>
                <a:lnTo>
                  <a:pt x="832" y="2435"/>
                </a:lnTo>
                <a:lnTo>
                  <a:pt x="831" y="2435"/>
                </a:lnTo>
                <a:lnTo>
                  <a:pt x="830" y="2435"/>
                </a:lnTo>
                <a:lnTo>
                  <a:pt x="830" y="2436"/>
                </a:lnTo>
                <a:lnTo>
                  <a:pt x="829" y="2436"/>
                </a:lnTo>
                <a:lnTo>
                  <a:pt x="828" y="2436"/>
                </a:lnTo>
                <a:lnTo>
                  <a:pt x="828" y="2435"/>
                </a:lnTo>
                <a:lnTo>
                  <a:pt x="828" y="2434"/>
                </a:lnTo>
                <a:lnTo>
                  <a:pt x="829" y="2434"/>
                </a:lnTo>
                <a:lnTo>
                  <a:pt x="829" y="2433"/>
                </a:lnTo>
                <a:lnTo>
                  <a:pt x="829" y="2432"/>
                </a:lnTo>
                <a:lnTo>
                  <a:pt x="830" y="2432"/>
                </a:lnTo>
                <a:lnTo>
                  <a:pt x="830" y="2433"/>
                </a:lnTo>
                <a:lnTo>
                  <a:pt x="831" y="2433"/>
                </a:lnTo>
                <a:lnTo>
                  <a:pt x="831" y="2432"/>
                </a:lnTo>
                <a:lnTo>
                  <a:pt x="832" y="2432"/>
                </a:lnTo>
                <a:lnTo>
                  <a:pt x="832" y="2431"/>
                </a:lnTo>
                <a:lnTo>
                  <a:pt x="833" y="2431"/>
                </a:lnTo>
                <a:lnTo>
                  <a:pt x="833" y="2430"/>
                </a:lnTo>
                <a:lnTo>
                  <a:pt x="832" y="2430"/>
                </a:lnTo>
                <a:lnTo>
                  <a:pt x="832" y="2429"/>
                </a:lnTo>
                <a:lnTo>
                  <a:pt x="832" y="2428"/>
                </a:lnTo>
                <a:lnTo>
                  <a:pt x="831" y="2428"/>
                </a:lnTo>
                <a:lnTo>
                  <a:pt x="830" y="2428"/>
                </a:lnTo>
                <a:lnTo>
                  <a:pt x="830" y="2427"/>
                </a:lnTo>
                <a:lnTo>
                  <a:pt x="829" y="2426"/>
                </a:lnTo>
                <a:lnTo>
                  <a:pt x="828" y="2426"/>
                </a:lnTo>
                <a:lnTo>
                  <a:pt x="828" y="2427"/>
                </a:lnTo>
                <a:lnTo>
                  <a:pt x="827" y="2427"/>
                </a:lnTo>
                <a:lnTo>
                  <a:pt x="826" y="2427"/>
                </a:lnTo>
                <a:lnTo>
                  <a:pt x="826" y="2428"/>
                </a:lnTo>
                <a:lnTo>
                  <a:pt x="826" y="2427"/>
                </a:lnTo>
                <a:lnTo>
                  <a:pt x="826" y="2428"/>
                </a:lnTo>
                <a:lnTo>
                  <a:pt x="825" y="2428"/>
                </a:lnTo>
                <a:lnTo>
                  <a:pt x="824" y="2428"/>
                </a:lnTo>
                <a:lnTo>
                  <a:pt x="823" y="2428"/>
                </a:lnTo>
                <a:lnTo>
                  <a:pt x="822" y="2428"/>
                </a:lnTo>
                <a:lnTo>
                  <a:pt x="822" y="2427"/>
                </a:lnTo>
                <a:lnTo>
                  <a:pt x="823" y="2427"/>
                </a:lnTo>
                <a:lnTo>
                  <a:pt x="823" y="2426"/>
                </a:lnTo>
                <a:lnTo>
                  <a:pt x="824" y="2426"/>
                </a:lnTo>
                <a:lnTo>
                  <a:pt x="824" y="2425"/>
                </a:lnTo>
                <a:lnTo>
                  <a:pt x="824" y="2424"/>
                </a:lnTo>
                <a:lnTo>
                  <a:pt x="823" y="2424"/>
                </a:lnTo>
                <a:lnTo>
                  <a:pt x="822" y="2424"/>
                </a:lnTo>
                <a:lnTo>
                  <a:pt x="822" y="2423"/>
                </a:lnTo>
                <a:lnTo>
                  <a:pt x="821" y="2423"/>
                </a:lnTo>
                <a:lnTo>
                  <a:pt x="820" y="2423"/>
                </a:lnTo>
                <a:lnTo>
                  <a:pt x="820" y="2422"/>
                </a:lnTo>
                <a:lnTo>
                  <a:pt x="820" y="2421"/>
                </a:lnTo>
                <a:lnTo>
                  <a:pt x="819" y="2421"/>
                </a:lnTo>
                <a:lnTo>
                  <a:pt x="819" y="2420"/>
                </a:lnTo>
                <a:lnTo>
                  <a:pt x="819" y="2419"/>
                </a:lnTo>
                <a:lnTo>
                  <a:pt x="818" y="2419"/>
                </a:lnTo>
                <a:lnTo>
                  <a:pt x="818" y="2418"/>
                </a:lnTo>
                <a:lnTo>
                  <a:pt x="817" y="2418"/>
                </a:lnTo>
                <a:lnTo>
                  <a:pt x="817" y="2417"/>
                </a:lnTo>
                <a:lnTo>
                  <a:pt x="817" y="2416"/>
                </a:lnTo>
                <a:lnTo>
                  <a:pt x="816" y="2416"/>
                </a:lnTo>
                <a:lnTo>
                  <a:pt x="816" y="2415"/>
                </a:lnTo>
                <a:lnTo>
                  <a:pt x="815" y="2415"/>
                </a:lnTo>
                <a:lnTo>
                  <a:pt x="814" y="2415"/>
                </a:lnTo>
                <a:lnTo>
                  <a:pt x="814" y="2414"/>
                </a:lnTo>
                <a:lnTo>
                  <a:pt x="814" y="2415"/>
                </a:lnTo>
                <a:lnTo>
                  <a:pt x="813" y="2415"/>
                </a:lnTo>
                <a:lnTo>
                  <a:pt x="813" y="2416"/>
                </a:lnTo>
                <a:lnTo>
                  <a:pt x="812" y="2416"/>
                </a:lnTo>
                <a:lnTo>
                  <a:pt x="812" y="2417"/>
                </a:lnTo>
                <a:lnTo>
                  <a:pt x="811" y="2417"/>
                </a:lnTo>
                <a:lnTo>
                  <a:pt x="811" y="2416"/>
                </a:lnTo>
                <a:lnTo>
                  <a:pt x="810" y="2416"/>
                </a:lnTo>
                <a:lnTo>
                  <a:pt x="810" y="2415"/>
                </a:lnTo>
                <a:lnTo>
                  <a:pt x="809" y="2415"/>
                </a:lnTo>
                <a:lnTo>
                  <a:pt x="809" y="2414"/>
                </a:lnTo>
                <a:lnTo>
                  <a:pt x="808" y="2414"/>
                </a:lnTo>
                <a:lnTo>
                  <a:pt x="808" y="2413"/>
                </a:lnTo>
                <a:lnTo>
                  <a:pt x="808" y="2414"/>
                </a:lnTo>
                <a:lnTo>
                  <a:pt x="807" y="2414"/>
                </a:lnTo>
                <a:lnTo>
                  <a:pt x="807" y="2413"/>
                </a:lnTo>
                <a:lnTo>
                  <a:pt x="806" y="2413"/>
                </a:lnTo>
                <a:lnTo>
                  <a:pt x="806" y="2412"/>
                </a:lnTo>
                <a:lnTo>
                  <a:pt x="805" y="2412"/>
                </a:lnTo>
                <a:lnTo>
                  <a:pt x="805" y="2413"/>
                </a:lnTo>
                <a:lnTo>
                  <a:pt x="805" y="2412"/>
                </a:lnTo>
                <a:lnTo>
                  <a:pt x="804" y="2412"/>
                </a:lnTo>
                <a:lnTo>
                  <a:pt x="804" y="2411"/>
                </a:lnTo>
                <a:lnTo>
                  <a:pt x="803" y="2411"/>
                </a:lnTo>
                <a:lnTo>
                  <a:pt x="803" y="2410"/>
                </a:lnTo>
                <a:lnTo>
                  <a:pt x="802" y="2410"/>
                </a:lnTo>
                <a:lnTo>
                  <a:pt x="802" y="2409"/>
                </a:lnTo>
                <a:lnTo>
                  <a:pt x="801" y="2409"/>
                </a:lnTo>
                <a:lnTo>
                  <a:pt x="800" y="2409"/>
                </a:lnTo>
                <a:lnTo>
                  <a:pt x="800" y="2410"/>
                </a:lnTo>
                <a:lnTo>
                  <a:pt x="799" y="2410"/>
                </a:lnTo>
                <a:lnTo>
                  <a:pt x="799" y="2409"/>
                </a:lnTo>
                <a:lnTo>
                  <a:pt x="798" y="2409"/>
                </a:lnTo>
                <a:lnTo>
                  <a:pt x="797" y="2409"/>
                </a:lnTo>
                <a:lnTo>
                  <a:pt x="797" y="2408"/>
                </a:lnTo>
                <a:lnTo>
                  <a:pt x="797" y="2407"/>
                </a:lnTo>
                <a:lnTo>
                  <a:pt x="796" y="2407"/>
                </a:lnTo>
                <a:lnTo>
                  <a:pt x="795" y="2407"/>
                </a:lnTo>
                <a:lnTo>
                  <a:pt x="795" y="2406"/>
                </a:lnTo>
                <a:lnTo>
                  <a:pt x="795" y="2407"/>
                </a:lnTo>
                <a:lnTo>
                  <a:pt x="794" y="2407"/>
                </a:lnTo>
                <a:lnTo>
                  <a:pt x="794" y="2408"/>
                </a:lnTo>
                <a:lnTo>
                  <a:pt x="794" y="2407"/>
                </a:lnTo>
                <a:lnTo>
                  <a:pt x="793" y="2407"/>
                </a:lnTo>
                <a:lnTo>
                  <a:pt x="792" y="2407"/>
                </a:lnTo>
                <a:lnTo>
                  <a:pt x="792" y="2406"/>
                </a:lnTo>
                <a:lnTo>
                  <a:pt x="792" y="2405"/>
                </a:lnTo>
                <a:lnTo>
                  <a:pt x="791" y="2405"/>
                </a:lnTo>
                <a:lnTo>
                  <a:pt x="790" y="2405"/>
                </a:lnTo>
                <a:lnTo>
                  <a:pt x="789" y="2405"/>
                </a:lnTo>
                <a:lnTo>
                  <a:pt x="789" y="2404"/>
                </a:lnTo>
                <a:lnTo>
                  <a:pt x="788" y="2404"/>
                </a:lnTo>
                <a:lnTo>
                  <a:pt x="787" y="2404"/>
                </a:lnTo>
                <a:lnTo>
                  <a:pt x="787" y="2405"/>
                </a:lnTo>
                <a:lnTo>
                  <a:pt x="786" y="2405"/>
                </a:lnTo>
                <a:lnTo>
                  <a:pt x="786" y="2404"/>
                </a:lnTo>
                <a:lnTo>
                  <a:pt x="786" y="2405"/>
                </a:lnTo>
                <a:lnTo>
                  <a:pt x="785" y="2405"/>
                </a:lnTo>
                <a:lnTo>
                  <a:pt x="784" y="2405"/>
                </a:lnTo>
                <a:lnTo>
                  <a:pt x="784" y="2404"/>
                </a:lnTo>
                <a:lnTo>
                  <a:pt x="783" y="2404"/>
                </a:lnTo>
                <a:lnTo>
                  <a:pt x="783" y="2405"/>
                </a:lnTo>
                <a:lnTo>
                  <a:pt x="782" y="2405"/>
                </a:lnTo>
                <a:lnTo>
                  <a:pt x="782" y="2404"/>
                </a:lnTo>
                <a:lnTo>
                  <a:pt x="781" y="2404"/>
                </a:lnTo>
                <a:lnTo>
                  <a:pt x="781" y="2403"/>
                </a:lnTo>
                <a:lnTo>
                  <a:pt x="782" y="2403"/>
                </a:lnTo>
                <a:lnTo>
                  <a:pt x="782" y="2402"/>
                </a:lnTo>
                <a:lnTo>
                  <a:pt x="783" y="2402"/>
                </a:lnTo>
                <a:lnTo>
                  <a:pt x="783" y="2401"/>
                </a:lnTo>
                <a:lnTo>
                  <a:pt x="782" y="2401"/>
                </a:lnTo>
                <a:lnTo>
                  <a:pt x="783" y="2401"/>
                </a:lnTo>
                <a:lnTo>
                  <a:pt x="783" y="2400"/>
                </a:lnTo>
                <a:lnTo>
                  <a:pt x="782" y="2400"/>
                </a:lnTo>
                <a:lnTo>
                  <a:pt x="782" y="2399"/>
                </a:lnTo>
                <a:lnTo>
                  <a:pt x="782" y="2398"/>
                </a:lnTo>
                <a:lnTo>
                  <a:pt x="783" y="2398"/>
                </a:lnTo>
                <a:lnTo>
                  <a:pt x="784" y="2398"/>
                </a:lnTo>
                <a:lnTo>
                  <a:pt x="784" y="2397"/>
                </a:lnTo>
                <a:lnTo>
                  <a:pt x="784" y="2398"/>
                </a:lnTo>
                <a:lnTo>
                  <a:pt x="784" y="2397"/>
                </a:lnTo>
                <a:lnTo>
                  <a:pt x="784" y="2396"/>
                </a:lnTo>
                <a:lnTo>
                  <a:pt x="785" y="2396"/>
                </a:lnTo>
                <a:lnTo>
                  <a:pt x="785" y="2395"/>
                </a:lnTo>
                <a:lnTo>
                  <a:pt x="784" y="2395"/>
                </a:lnTo>
                <a:lnTo>
                  <a:pt x="783" y="2395"/>
                </a:lnTo>
                <a:lnTo>
                  <a:pt x="783" y="2394"/>
                </a:lnTo>
                <a:lnTo>
                  <a:pt x="783" y="2393"/>
                </a:lnTo>
                <a:lnTo>
                  <a:pt x="783" y="2392"/>
                </a:lnTo>
                <a:lnTo>
                  <a:pt x="782" y="2392"/>
                </a:lnTo>
                <a:lnTo>
                  <a:pt x="781" y="2392"/>
                </a:lnTo>
                <a:lnTo>
                  <a:pt x="780" y="2392"/>
                </a:lnTo>
                <a:lnTo>
                  <a:pt x="780" y="2391"/>
                </a:lnTo>
                <a:lnTo>
                  <a:pt x="779" y="2391"/>
                </a:lnTo>
                <a:lnTo>
                  <a:pt x="778" y="2390"/>
                </a:lnTo>
                <a:lnTo>
                  <a:pt x="778" y="2389"/>
                </a:lnTo>
                <a:lnTo>
                  <a:pt x="778" y="2388"/>
                </a:lnTo>
                <a:lnTo>
                  <a:pt x="777" y="2388"/>
                </a:lnTo>
                <a:lnTo>
                  <a:pt x="776" y="2388"/>
                </a:lnTo>
                <a:lnTo>
                  <a:pt x="776" y="2387"/>
                </a:lnTo>
                <a:lnTo>
                  <a:pt x="775" y="2387"/>
                </a:lnTo>
                <a:lnTo>
                  <a:pt x="776" y="2387"/>
                </a:lnTo>
                <a:lnTo>
                  <a:pt x="776" y="2386"/>
                </a:lnTo>
                <a:lnTo>
                  <a:pt x="776" y="2385"/>
                </a:lnTo>
                <a:lnTo>
                  <a:pt x="777" y="2385"/>
                </a:lnTo>
                <a:lnTo>
                  <a:pt x="777" y="2384"/>
                </a:lnTo>
                <a:lnTo>
                  <a:pt x="777" y="2383"/>
                </a:lnTo>
                <a:lnTo>
                  <a:pt x="776" y="2383"/>
                </a:lnTo>
                <a:lnTo>
                  <a:pt x="776" y="2382"/>
                </a:lnTo>
                <a:lnTo>
                  <a:pt x="777" y="2382"/>
                </a:lnTo>
                <a:lnTo>
                  <a:pt x="777" y="2381"/>
                </a:lnTo>
                <a:lnTo>
                  <a:pt x="778" y="2381"/>
                </a:lnTo>
                <a:lnTo>
                  <a:pt x="778" y="2380"/>
                </a:lnTo>
                <a:lnTo>
                  <a:pt x="777" y="2380"/>
                </a:lnTo>
                <a:lnTo>
                  <a:pt x="777" y="2379"/>
                </a:lnTo>
                <a:lnTo>
                  <a:pt x="777" y="2378"/>
                </a:lnTo>
                <a:lnTo>
                  <a:pt x="776" y="2378"/>
                </a:lnTo>
                <a:lnTo>
                  <a:pt x="776" y="2377"/>
                </a:lnTo>
                <a:lnTo>
                  <a:pt x="776" y="2376"/>
                </a:lnTo>
                <a:lnTo>
                  <a:pt x="775" y="2376"/>
                </a:lnTo>
                <a:lnTo>
                  <a:pt x="775" y="2375"/>
                </a:lnTo>
                <a:lnTo>
                  <a:pt x="774" y="2375"/>
                </a:lnTo>
                <a:lnTo>
                  <a:pt x="773" y="2375"/>
                </a:lnTo>
                <a:lnTo>
                  <a:pt x="772" y="2375"/>
                </a:lnTo>
                <a:lnTo>
                  <a:pt x="772" y="2376"/>
                </a:lnTo>
                <a:lnTo>
                  <a:pt x="772" y="2377"/>
                </a:lnTo>
                <a:lnTo>
                  <a:pt x="771" y="2377"/>
                </a:lnTo>
                <a:lnTo>
                  <a:pt x="770" y="2377"/>
                </a:lnTo>
                <a:lnTo>
                  <a:pt x="769" y="2377"/>
                </a:lnTo>
                <a:lnTo>
                  <a:pt x="768" y="2376"/>
                </a:lnTo>
                <a:lnTo>
                  <a:pt x="767" y="2376"/>
                </a:lnTo>
                <a:lnTo>
                  <a:pt x="767" y="2377"/>
                </a:lnTo>
                <a:lnTo>
                  <a:pt x="767" y="2378"/>
                </a:lnTo>
                <a:lnTo>
                  <a:pt x="766" y="2378"/>
                </a:lnTo>
                <a:lnTo>
                  <a:pt x="766" y="2379"/>
                </a:lnTo>
                <a:lnTo>
                  <a:pt x="766" y="2378"/>
                </a:lnTo>
                <a:lnTo>
                  <a:pt x="766" y="2379"/>
                </a:lnTo>
                <a:lnTo>
                  <a:pt x="765" y="2379"/>
                </a:lnTo>
                <a:lnTo>
                  <a:pt x="765" y="2378"/>
                </a:lnTo>
                <a:lnTo>
                  <a:pt x="764" y="2378"/>
                </a:lnTo>
                <a:lnTo>
                  <a:pt x="764" y="2377"/>
                </a:lnTo>
                <a:lnTo>
                  <a:pt x="763" y="2377"/>
                </a:lnTo>
                <a:lnTo>
                  <a:pt x="762" y="2376"/>
                </a:lnTo>
                <a:lnTo>
                  <a:pt x="763" y="2376"/>
                </a:lnTo>
                <a:lnTo>
                  <a:pt x="763" y="2375"/>
                </a:lnTo>
                <a:lnTo>
                  <a:pt x="762" y="2375"/>
                </a:lnTo>
                <a:lnTo>
                  <a:pt x="761" y="2375"/>
                </a:lnTo>
                <a:lnTo>
                  <a:pt x="761" y="2376"/>
                </a:lnTo>
                <a:lnTo>
                  <a:pt x="760" y="2376"/>
                </a:lnTo>
                <a:lnTo>
                  <a:pt x="759" y="2376"/>
                </a:lnTo>
                <a:lnTo>
                  <a:pt x="758" y="2376"/>
                </a:lnTo>
                <a:lnTo>
                  <a:pt x="758" y="2375"/>
                </a:lnTo>
                <a:lnTo>
                  <a:pt x="757" y="2375"/>
                </a:lnTo>
                <a:lnTo>
                  <a:pt x="756" y="2375"/>
                </a:lnTo>
                <a:lnTo>
                  <a:pt x="756" y="2374"/>
                </a:lnTo>
                <a:lnTo>
                  <a:pt x="756" y="2375"/>
                </a:lnTo>
                <a:lnTo>
                  <a:pt x="756" y="2374"/>
                </a:lnTo>
                <a:lnTo>
                  <a:pt x="755" y="2374"/>
                </a:lnTo>
                <a:lnTo>
                  <a:pt x="755" y="2373"/>
                </a:lnTo>
                <a:lnTo>
                  <a:pt x="754" y="2373"/>
                </a:lnTo>
                <a:lnTo>
                  <a:pt x="753" y="2373"/>
                </a:lnTo>
                <a:lnTo>
                  <a:pt x="752" y="2373"/>
                </a:lnTo>
                <a:lnTo>
                  <a:pt x="750" y="2373"/>
                </a:lnTo>
                <a:lnTo>
                  <a:pt x="750" y="2372"/>
                </a:lnTo>
                <a:lnTo>
                  <a:pt x="749" y="2372"/>
                </a:lnTo>
                <a:lnTo>
                  <a:pt x="748" y="2372"/>
                </a:lnTo>
                <a:lnTo>
                  <a:pt x="747" y="2372"/>
                </a:lnTo>
                <a:lnTo>
                  <a:pt x="746" y="2372"/>
                </a:lnTo>
                <a:lnTo>
                  <a:pt x="745" y="2372"/>
                </a:lnTo>
                <a:lnTo>
                  <a:pt x="744" y="2372"/>
                </a:lnTo>
                <a:lnTo>
                  <a:pt x="744" y="2371"/>
                </a:lnTo>
                <a:lnTo>
                  <a:pt x="743" y="2371"/>
                </a:lnTo>
                <a:lnTo>
                  <a:pt x="742" y="2371"/>
                </a:lnTo>
                <a:lnTo>
                  <a:pt x="742" y="2370"/>
                </a:lnTo>
                <a:lnTo>
                  <a:pt x="742" y="2369"/>
                </a:lnTo>
                <a:lnTo>
                  <a:pt x="740" y="2369"/>
                </a:lnTo>
                <a:lnTo>
                  <a:pt x="739" y="2369"/>
                </a:lnTo>
                <a:lnTo>
                  <a:pt x="739" y="2368"/>
                </a:lnTo>
                <a:lnTo>
                  <a:pt x="738" y="2368"/>
                </a:lnTo>
                <a:lnTo>
                  <a:pt x="737" y="2368"/>
                </a:lnTo>
                <a:lnTo>
                  <a:pt x="736" y="2368"/>
                </a:lnTo>
                <a:lnTo>
                  <a:pt x="736" y="2367"/>
                </a:lnTo>
                <a:lnTo>
                  <a:pt x="735" y="2367"/>
                </a:lnTo>
                <a:lnTo>
                  <a:pt x="734" y="2367"/>
                </a:lnTo>
                <a:lnTo>
                  <a:pt x="734" y="2366"/>
                </a:lnTo>
                <a:lnTo>
                  <a:pt x="733" y="2366"/>
                </a:lnTo>
                <a:lnTo>
                  <a:pt x="732" y="2366"/>
                </a:lnTo>
                <a:lnTo>
                  <a:pt x="732" y="2367"/>
                </a:lnTo>
                <a:lnTo>
                  <a:pt x="732" y="2368"/>
                </a:lnTo>
                <a:lnTo>
                  <a:pt x="732" y="2369"/>
                </a:lnTo>
                <a:lnTo>
                  <a:pt x="731" y="2369"/>
                </a:lnTo>
                <a:lnTo>
                  <a:pt x="730" y="2369"/>
                </a:lnTo>
                <a:lnTo>
                  <a:pt x="729" y="2369"/>
                </a:lnTo>
                <a:lnTo>
                  <a:pt x="729" y="2368"/>
                </a:lnTo>
                <a:lnTo>
                  <a:pt x="728" y="2368"/>
                </a:lnTo>
                <a:lnTo>
                  <a:pt x="727" y="2368"/>
                </a:lnTo>
                <a:lnTo>
                  <a:pt x="726" y="2368"/>
                </a:lnTo>
                <a:lnTo>
                  <a:pt x="726" y="2369"/>
                </a:lnTo>
                <a:lnTo>
                  <a:pt x="727" y="2369"/>
                </a:lnTo>
                <a:lnTo>
                  <a:pt x="727" y="2370"/>
                </a:lnTo>
                <a:lnTo>
                  <a:pt x="726" y="2370"/>
                </a:lnTo>
                <a:lnTo>
                  <a:pt x="726" y="2373"/>
                </a:lnTo>
                <a:lnTo>
                  <a:pt x="726" y="2374"/>
                </a:lnTo>
                <a:lnTo>
                  <a:pt x="726" y="2373"/>
                </a:lnTo>
                <a:lnTo>
                  <a:pt x="725" y="2373"/>
                </a:lnTo>
                <a:lnTo>
                  <a:pt x="724" y="2373"/>
                </a:lnTo>
                <a:lnTo>
                  <a:pt x="723" y="2373"/>
                </a:lnTo>
                <a:lnTo>
                  <a:pt x="722" y="2373"/>
                </a:lnTo>
                <a:lnTo>
                  <a:pt x="722" y="2372"/>
                </a:lnTo>
                <a:lnTo>
                  <a:pt x="721" y="2372"/>
                </a:lnTo>
                <a:lnTo>
                  <a:pt x="720" y="2372"/>
                </a:lnTo>
                <a:lnTo>
                  <a:pt x="719" y="2372"/>
                </a:lnTo>
                <a:lnTo>
                  <a:pt x="719" y="2371"/>
                </a:lnTo>
                <a:lnTo>
                  <a:pt x="718" y="2370"/>
                </a:lnTo>
                <a:lnTo>
                  <a:pt x="717" y="2370"/>
                </a:lnTo>
                <a:lnTo>
                  <a:pt x="717" y="2369"/>
                </a:lnTo>
                <a:lnTo>
                  <a:pt x="716" y="2369"/>
                </a:lnTo>
                <a:lnTo>
                  <a:pt x="715" y="2369"/>
                </a:lnTo>
                <a:lnTo>
                  <a:pt x="715" y="2368"/>
                </a:lnTo>
                <a:lnTo>
                  <a:pt x="714" y="2368"/>
                </a:lnTo>
                <a:lnTo>
                  <a:pt x="714" y="2369"/>
                </a:lnTo>
                <a:lnTo>
                  <a:pt x="714" y="2368"/>
                </a:lnTo>
                <a:lnTo>
                  <a:pt x="714" y="2369"/>
                </a:lnTo>
                <a:lnTo>
                  <a:pt x="713" y="2369"/>
                </a:lnTo>
                <a:lnTo>
                  <a:pt x="713" y="2368"/>
                </a:lnTo>
                <a:lnTo>
                  <a:pt x="713" y="2369"/>
                </a:lnTo>
                <a:lnTo>
                  <a:pt x="713" y="2370"/>
                </a:lnTo>
                <a:lnTo>
                  <a:pt x="712" y="2370"/>
                </a:lnTo>
                <a:lnTo>
                  <a:pt x="712" y="2371"/>
                </a:lnTo>
                <a:lnTo>
                  <a:pt x="713" y="2371"/>
                </a:lnTo>
                <a:lnTo>
                  <a:pt x="713" y="2372"/>
                </a:lnTo>
                <a:lnTo>
                  <a:pt x="714" y="2372"/>
                </a:lnTo>
                <a:lnTo>
                  <a:pt x="715" y="2372"/>
                </a:lnTo>
                <a:lnTo>
                  <a:pt x="714" y="2373"/>
                </a:lnTo>
                <a:lnTo>
                  <a:pt x="714" y="2374"/>
                </a:lnTo>
                <a:lnTo>
                  <a:pt x="713" y="2374"/>
                </a:lnTo>
                <a:lnTo>
                  <a:pt x="713" y="2373"/>
                </a:lnTo>
                <a:lnTo>
                  <a:pt x="713" y="2374"/>
                </a:lnTo>
                <a:lnTo>
                  <a:pt x="713" y="2373"/>
                </a:lnTo>
                <a:lnTo>
                  <a:pt x="713" y="2374"/>
                </a:lnTo>
                <a:lnTo>
                  <a:pt x="712" y="2374"/>
                </a:lnTo>
                <a:lnTo>
                  <a:pt x="712" y="2373"/>
                </a:lnTo>
                <a:lnTo>
                  <a:pt x="712" y="2374"/>
                </a:lnTo>
                <a:lnTo>
                  <a:pt x="712" y="2375"/>
                </a:lnTo>
                <a:lnTo>
                  <a:pt x="713" y="2375"/>
                </a:lnTo>
                <a:lnTo>
                  <a:pt x="713" y="2376"/>
                </a:lnTo>
                <a:lnTo>
                  <a:pt x="712" y="2376"/>
                </a:lnTo>
                <a:lnTo>
                  <a:pt x="713" y="2377"/>
                </a:lnTo>
                <a:lnTo>
                  <a:pt x="712" y="2378"/>
                </a:lnTo>
                <a:lnTo>
                  <a:pt x="712" y="2379"/>
                </a:lnTo>
                <a:lnTo>
                  <a:pt x="713" y="2379"/>
                </a:lnTo>
                <a:lnTo>
                  <a:pt x="714" y="2380"/>
                </a:lnTo>
                <a:lnTo>
                  <a:pt x="714" y="2381"/>
                </a:lnTo>
                <a:lnTo>
                  <a:pt x="713" y="2381"/>
                </a:lnTo>
                <a:lnTo>
                  <a:pt x="712" y="2381"/>
                </a:lnTo>
                <a:lnTo>
                  <a:pt x="712" y="2382"/>
                </a:lnTo>
                <a:lnTo>
                  <a:pt x="713" y="2382"/>
                </a:lnTo>
                <a:lnTo>
                  <a:pt x="712" y="2382"/>
                </a:lnTo>
                <a:lnTo>
                  <a:pt x="712" y="2383"/>
                </a:lnTo>
                <a:lnTo>
                  <a:pt x="713" y="2383"/>
                </a:lnTo>
                <a:lnTo>
                  <a:pt x="713" y="2382"/>
                </a:lnTo>
                <a:lnTo>
                  <a:pt x="714" y="2382"/>
                </a:lnTo>
                <a:lnTo>
                  <a:pt x="714" y="2383"/>
                </a:lnTo>
                <a:lnTo>
                  <a:pt x="713" y="2383"/>
                </a:lnTo>
                <a:lnTo>
                  <a:pt x="713" y="2384"/>
                </a:lnTo>
                <a:lnTo>
                  <a:pt x="713" y="2385"/>
                </a:lnTo>
                <a:lnTo>
                  <a:pt x="712" y="2385"/>
                </a:lnTo>
                <a:lnTo>
                  <a:pt x="712" y="2386"/>
                </a:lnTo>
                <a:lnTo>
                  <a:pt x="711" y="2386"/>
                </a:lnTo>
                <a:lnTo>
                  <a:pt x="712" y="2386"/>
                </a:lnTo>
                <a:lnTo>
                  <a:pt x="712" y="2387"/>
                </a:lnTo>
                <a:lnTo>
                  <a:pt x="711" y="2387"/>
                </a:lnTo>
                <a:lnTo>
                  <a:pt x="711" y="2388"/>
                </a:lnTo>
                <a:lnTo>
                  <a:pt x="712" y="2388"/>
                </a:lnTo>
                <a:lnTo>
                  <a:pt x="712" y="2389"/>
                </a:lnTo>
                <a:lnTo>
                  <a:pt x="712" y="2390"/>
                </a:lnTo>
                <a:lnTo>
                  <a:pt x="711" y="2390"/>
                </a:lnTo>
                <a:lnTo>
                  <a:pt x="711" y="2391"/>
                </a:lnTo>
                <a:lnTo>
                  <a:pt x="710" y="2391"/>
                </a:lnTo>
                <a:lnTo>
                  <a:pt x="710" y="2392"/>
                </a:lnTo>
                <a:lnTo>
                  <a:pt x="709" y="2392"/>
                </a:lnTo>
                <a:lnTo>
                  <a:pt x="709" y="2393"/>
                </a:lnTo>
                <a:lnTo>
                  <a:pt x="708" y="2393"/>
                </a:lnTo>
                <a:lnTo>
                  <a:pt x="708" y="2394"/>
                </a:lnTo>
                <a:lnTo>
                  <a:pt x="707" y="2394"/>
                </a:lnTo>
                <a:lnTo>
                  <a:pt x="707" y="2395"/>
                </a:lnTo>
                <a:lnTo>
                  <a:pt x="706" y="2395"/>
                </a:lnTo>
                <a:lnTo>
                  <a:pt x="706" y="2396"/>
                </a:lnTo>
                <a:lnTo>
                  <a:pt x="705" y="2396"/>
                </a:lnTo>
                <a:lnTo>
                  <a:pt x="704" y="2396"/>
                </a:lnTo>
                <a:lnTo>
                  <a:pt x="704" y="2395"/>
                </a:lnTo>
                <a:lnTo>
                  <a:pt x="703" y="2395"/>
                </a:lnTo>
                <a:lnTo>
                  <a:pt x="704" y="2395"/>
                </a:lnTo>
                <a:lnTo>
                  <a:pt x="702" y="2395"/>
                </a:lnTo>
                <a:lnTo>
                  <a:pt x="702" y="2396"/>
                </a:lnTo>
                <a:lnTo>
                  <a:pt x="701" y="2396"/>
                </a:lnTo>
                <a:lnTo>
                  <a:pt x="700" y="2396"/>
                </a:lnTo>
                <a:lnTo>
                  <a:pt x="699" y="2396"/>
                </a:lnTo>
                <a:lnTo>
                  <a:pt x="699" y="2397"/>
                </a:lnTo>
                <a:lnTo>
                  <a:pt x="700" y="2397"/>
                </a:lnTo>
                <a:lnTo>
                  <a:pt x="700" y="2398"/>
                </a:lnTo>
                <a:lnTo>
                  <a:pt x="701" y="2398"/>
                </a:lnTo>
                <a:lnTo>
                  <a:pt x="701" y="2399"/>
                </a:lnTo>
                <a:lnTo>
                  <a:pt x="702" y="2399"/>
                </a:lnTo>
                <a:lnTo>
                  <a:pt x="702" y="2400"/>
                </a:lnTo>
                <a:lnTo>
                  <a:pt x="702" y="2401"/>
                </a:lnTo>
                <a:lnTo>
                  <a:pt x="702" y="2402"/>
                </a:lnTo>
                <a:lnTo>
                  <a:pt x="702" y="2403"/>
                </a:lnTo>
                <a:lnTo>
                  <a:pt x="702" y="2404"/>
                </a:lnTo>
                <a:lnTo>
                  <a:pt x="702" y="2405"/>
                </a:lnTo>
                <a:lnTo>
                  <a:pt x="701" y="2405"/>
                </a:lnTo>
                <a:lnTo>
                  <a:pt x="701" y="2406"/>
                </a:lnTo>
                <a:lnTo>
                  <a:pt x="701" y="2407"/>
                </a:lnTo>
                <a:lnTo>
                  <a:pt x="700" y="2407"/>
                </a:lnTo>
                <a:lnTo>
                  <a:pt x="699" y="2407"/>
                </a:lnTo>
                <a:lnTo>
                  <a:pt x="699" y="2408"/>
                </a:lnTo>
                <a:lnTo>
                  <a:pt x="698" y="2408"/>
                </a:lnTo>
                <a:lnTo>
                  <a:pt x="698" y="2409"/>
                </a:lnTo>
                <a:lnTo>
                  <a:pt x="699" y="2409"/>
                </a:lnTo>
                <a:lnTo>
                  <a:pt x="699" y="2410"/>
                </a:lnTo>
                <a:lnTo>
                  <a:pt x="698" y="2410"/>
                </a:lnTo>
                <a:lnTo>
                  <a:pt x="697" y="2410"/>
                </a:lnTo>
                <a:lnTo>
                  <a:pt x="697" y="2411"/>
                </a:lnTo>
                <a:lnTo>
                  <a:pt x="696" y="2411"/>
                </a:lnTo>
                <a:lnTo>
                  <a:pt x="696" y="2410"/>
                </a:lnTo>
                <a:lnTo>
                  <a:pt x="695" y="2410"/>
                </a:lnTo>
                <a:lnTo>
                  <a:pt x="695" y="2409"/>
                </a:lnTo>
                <a:lnTo>
                  <a:pt x="694" y="2409"/>
                </a:lnTo>
                <a:lnTo>
                  <a:pt x="693" y="2410"/>
                </a:lnTo>
                <a:lnTo>
                  <a:pt x="692" y="2410"/>
                </a:lnTo>
                <a:lnTo>
                  <a:pt x="691" y="2410"/>
                </a:lnTo>
                <a:lnTo>
                  <a:pt x="690" y="2410"/>
                </a:lnTo>
                <a:lnTo>
                  <a:pt x="689" y="2410"/>
                </a:lnTo>
                <a:lnTo>
                  <a:pt x="688" y="2410"/>
                </a:lnTo>
                <a:lnTo>
                  <a:pt x="687" y="2410"/>
                </a:lnTo>
                <a:lnTo>
                  <a:pt x="687" y="2409"/>
                </a:lnTo>
                <a:lnTo>
                  <a:pt x="687" y="2408"/>
                </a:lnTo>
                <a:lnTo>
                  <a:pt x="686" y="2408"/>
                </a:lnTo>
                <a:lnTo>
                  <a:pt x="686" y="2407"/>
                </a:lnTo>
                <a:lnTo>
                  <a:pt x="685" y="2407"/>
                </a:lnTo>
                <a:lnTo>
                  <a:pt x="685" y="2406"/>
                </a:lnTo>
                <a:lnTo>
                  <a:pt x="684" y="2406"/>
                </a:lnTo>
                <a:lnTo>
                  <a:pt x="685" y="2406"/>
                </a:lnTo>
                <a:lnTo>
                  <a:pt x="685" y="2405"/>
                </a:lnTo>
                <a:lnTo>
                  <a:pt x="685" y="2404"/>
                </a:lnTo>
                <a:lnTo>
                  <a:pt x="686" y="2404"/>
                </a:lnTo>
                <a:lnTo>
                  <a:pt x="686" y="2403"/>
                </a:lnTo>
                <a:lnTo>
                  <a:pt x="686" y="2402"/>
                </a:lnTo>
                <a:lnTo>
                  <a:pt x="685" y="2402"/>
                </a:lnTo>
                <a:lnTo>
                  <a:pt x="685" y="2401"/>
                </a:lnTo>
                <a:lnTo>
                  <a:pt x="684" y="2401"/>
                </a:lnTo>
                <a:lnTo>
                  <a:pt x="683" y="2401"/>
                </a:lnTo>
                <a:lnTo>
                  <a:pt x="684" y="2401"/>
                </a:lnTo>
                <a:lnTo>
                  <a:pt x="684" y="2400"/>
                </a:lnTo>
                <a:lnTo>
                  <a:pt x="684" y="2399"/>
                </a:lnTo>
                <a:lnTo>
                  <a:pt x="683" y="2399"/>
                </a:lnTo>
                <a:lnTo>
                  <a:pt x="683" y="2398"/>
                </a:lnTo>
                <a:lnTo>
                  <a:pt x="684" y="2398"/>
                </a:lnTo>
                <a:lnTo>
                  <a:pt x="684" y="2396"/>
                </a:lnTo>
                <a:lnTo>
                  <a:pt x="683" y="2396"/>
                </a:lnTo>
                <a:lnTo>
                  <a:pt x="683" y="2395"/>
                </a:lnTo>
                <a:lnTo>
                  <a:pt x="682" y="2395"/>
                </a:lnTo>
                <a:lnTo>
                  <a:pt x="682" y="2394"/>
                </a:lnTo>
                <a:lnTo>
                  <a:pt x="681" y="2394"/>
                </a:lnTo>
                <a:lnTo>
                  <a:pt x="681" y="2393"/>
                </a:lnTo>
                <a:lnTo>
                  <a:pt x="680" y="2393"/>
                </a:lnTo>
                <a:lnTo>
                  <a:pt x="680" y="2392"/>
                </a:lnTo>
                <a:lnTo>
                  <a:pt x="680" y="2391"/>
                </a:lnTo>
                <a:lnTo>
                  <a:pt x="679" y="2391"/>
                </a:lnTo>
                <a:lnTo>
                  <a:pt x="680" y="2391"/>
                </a:lnTo>
                <a:lnTo>
                  <a:pt x="680" y="2390"/>
                </a:lnTo>
                <a:lnTo>
                  <a:pt x="680" y="2389"/>
                </a:lnTo>
                <a:lnTo>
                  <a:pt x="679" y="2389"/>
                </a:lnTo>
                <a:lnTo>
                  <a:pt x="679" y="2388"/>
                </a:lnTo>
                <a:lnTo>
                  <a:pt x="678" y="2388"/>
                </a:lnTo>
                <a:lnTo>
                  <a:pt x="679" y="2388"/>
                </a:lnTo>
                <a:lnTo>
                  <a:pt x="679" y="2387"/>
                </a:lnTo>
                <a:lnTo>
                  <a:pt x="679" y="2386"/>
                </a:lnTo>
                <a:lnTo>
                  <a:pt x="678" y="2386"/>
                </a:lnTo>
                <a:lnTo>
                  <a:pt x="677" y="2386"/>
                </a:lnTo>
                <a:lnTo>
                  <a:pt x="677" y="2385"/>
                </a:lnTo>
                <a:lnTo>
                  <a:pt x="677" y="2384"/>
                </a:lnTo>
                <a:lnTo>
                  <a:pt x="676" y="2384"/>
                </a:lnTo>
                <a:lnTo>
                  <a:pt x="675" y="2384"/>
                </a:lnTo>
                <a:lnTo>
                  <a:pt x="674" y="2384"/>
                </a:lnTo>
                <a:lnTo>
                  <a:pt x="673" y="2384"/>
                </a:lnTo>
                <a:lnTo>
                  <a:pt x="672" y="2384"/>
                </a:lnTo>
                <a:lnTo>
                  <a:pt x="671" y="2384"/>
                </a:lnTo>
                <a:lnTo>
                  <a:pt x="670" y="2384"/>
                </a:lnTo>
                <a:lnTo>
                  <a:pt x="670" y="2383"/>
                </a:lnTo>
                <a:lnTo>
                  <a:pt x="670" y="2382"/>
                </a:lnTo>
                <a:lnTo>
                  <a:pt x="669" y="2382"/>
                </a:lnTo>
                <a:lnTo>
                  <a:pt x="668" y="2382"/>
                </a:lnTo>
                <a:lnTo>
                  <a:pt x="668" y="2381"/>
                </a:lnTo>
                <a:lnTo>
                  <a:pt x="668" y="2380"/>
                </a:lnTo>
                <a:lnTo>
                  <a:pt x="667" y="2380"/>
                </a:lnTo>
                <a:lnTo>
                  <a:pt x="666" y="2380"/>
                </a:lnTo>
                <a:lnTo>
                  <a:pt x="666" y="2381"/>
                </a:lnTo>
                <a:lnTo>
                  <a:pt x="665" y="2381"/>
                </a:lnTo>
                <a:lnTo>
                  <a:pt x="665" y="2380"/>
                </a:lnTo>
                <a:lnTo>
                  <a:pt x="664" y="2380"/>
                </a:lnTo>
                <a:lnTo>
                  <a:pt x="664" y="2379"/>
                </a:lnTo>
                <a:lnTo>
                  <a:pt x="663" y="2379"/>
                </a:lnTo>
                <a:lnTo>
                  <a:pt x="662" y="2379"/>
                </a:lnTo>
                <a:lnTo>
                  <a:pt x="661" y="2379"/>
                </a:lnTo>
                <a:lnTo>
                  <a:pt x="660" y="2379"/>
                </a:lnTo>
                <a:lnTo>
                  <a:pt x="660" y="2378"/>
                </a:lnTo>
                <a:lnTo>
                  <a:pt x="659" y="2378"/>
                </a:lnTo>
                <a:lnTo>
                  <a:pt x="658" y="2378"/>
                </a:lnTo>
                <a:lnTo>
                  <a:pt x="658" y="2377"/>
                </a:lnTo>
                <a:lnTo>
                  <a:pt x="657" y="2377"/>
                </a:lnTo>
                <a:lnTo>
                  <a:pt x="657" y="2376"/>
                </a:lnTo>
                <a:lnTo>
                  <a:pt x="657" y="2375"/>
                </a:lnTo>
                <a:lnTo>
                  <a:pt x="656" y="2375"/>
                </a:lnTo>
                <a:lnTo>
                  <a:pt x="656" y="2374"/>
                </a:lnTo>
                <a:lnTo>
                  <a:pt x="655" y="2374"/>
                </a:lnTo>
                <a:lnTo>
                  <a:pt x="655" y="2373"/>
                </a:lnTo>
                <a:lnTo>
                  <a:pt x="654" y="2373"/>
                </a:lnTo>
                <a:lnTo>
                  <a:pt x="654" y="2372"/>
                </a:lnTo>
                <a:lnTo>
                  <a:pt x="653" y="2372"/>
                </a:lnTo>
                <a:lnTo>
                  <a:pt x="653" y="2371"/>
                </a:lnTo>
                <a:lnTo>
                  <a:pt x="652" y="2371"/>
                </a:lnTo>
                <a:lnTo>
                  <a:pt x="652" y="2370"/>
                </a:lnTo>
                <a:lnTo>
                  <a:pt x="651" y="2370"/>
                </a:lnTo>
                <a:lnTo>
                  <a:pt x="651" y="2369"/>
                </a:lnTo>
                <a:lnTo>
                  <a:pt x="650" y="2369"/>
                </a:lnTo>
                <a:lnTo>
                  <a:pt x="649" y="2369"/>
                </a:lnTo>
                <a:lnTo>
                  <a:pt x="648" y="2369"/>
                </a:lnTo>
                <a:lnTo>
                  <a:pt x="648" y="2368"/>
                </a:lnTo>
                <a:lnTo>
                  <a:pt x="647" y="2368"/>
                </a:lnTo>
                <a:lnTo>
                  <a:pt x="647" y="2367"/>
                </a:lnTo>
                <a:lnTo>
                  <a:pt x="646" y="2367"/>
                </a:lnTo>
                <a:lnTo>
                  <a:pt x="645" y="2366"/>
                </a:lnTo>
                <a:lnTo>
                  <a:pt x="644" y="2366"/>
                </a:lnTo>
                <a:lnTo>
                  <a:pt x="644" y="2365"/>
                </a:lnTo>
                <a:lnTo>
                  <a:pt x="643" y="2365"/>
                </a:lnTo>
                <a:lnTo>
                  <a:pt x="642" y="2364"/>
                </a:lnTo>
                <a:lnTo>
                  <a:pt x="641" y="2364"/>
                </a:lnTo>
                <a:lnTo>
                  <a:pt x="641" y="2363"/>
                </a:lnTo>
                <a:lnTo>
                  <a:pt x="640" y="2363"/>
                </a:lnTo>
                <a:lnTo>
                  <a:pt x="640" y="2364"/>
                </a:lnTo>
                <a:lnTo>
                  <a:pt x="638" y="2364"/>
                </a:lnTo>
                <a:lnTo>
                  <a:pt x="637" y="2364"/>
                </a:lnTo>
                <a:lnTo>
                  <a:pt x="637" y="2365"/>
                </a:lnTo>
                <a:lnTo>
                  <a:pt x="636" y="2365"/>
                </a:lnTo>
                <a:lnTo>
                  <a:pt x="637" y="2365"/>
                </a:lnTo>
                <a:lnTo>
                  <a:pt x="636" y="2365"/>
                </a:lnTo>
                <a:lnTo>
                  <a:pt x="635" y="2366"/>
                </a:lnTo>
                <a:lnTo>
                  <a:pt x="635" y="2365"/>
                </a:lnTo>
                <a:lnTo>
                  <a:pt x="634" y="2365"/>
                </a:lnTo>
                <a:lnTo>
                  <a:pt x="634" y="2364"/>
                </a:lnTo>
                <a:lnTo>
                  <a:pt x="633" y="2364"/>
                </a:lnTo>
                <a:lnTo>
                  <a:pt x="633" y="2363"/>
                </a:lnTo>
                <a:lnTo>
                  <a:pt x="632" y="2363"/>
                </a:lnTo>
                <a:lnTo>
                  <a:pt x="632" y="2362"/>
                </a:lnTo>
                <a:lnTo>
                  <a:pt x="631" y="2362"/>
                </a:lnTo>
                <a:lnTo>
                  <a:pt x="631" y="2361"/>
                </a:lnTo>
                <a:lnTo>
                  <a:pt x="631" y="2362"/>
                </a:lnTo>
                <a:lnTo>
                  <a:pt x="630" y="2362"/>
                </a:lnTo>
                <a:lnTo>
                  <a:pt x="630" y="2361"/>
                </a:lnTo>
                <a:lnTo>
                  <a:pt x="629" y="2361"/>
                </a:lnTo>
                <a:lnTo>
                  <a:pt x="628" y="2361"/>
                </a:lnTo>
                <a:lnTo>
                  <a:pt x="627" y="2361"/>
                </a:lnTo>
                <a:lnTo>
                  <a:pt x="626" y="2361"/>
                </a:lnTo>
                <a:lnTo>
                  <a:pt x="626" y="2360"/>
                </a:lnTo>
                <a:lnTo>
                  <a:pt x="625" y="2360"/>
                </a:lnTo>
                <a:lnTo>
                  <a:pt x="625" y="2359"/>
                </a:lnTo>
                <a:lnTo>
                  <a:pt x="624" y="2359"/>
                </a:lnTo>
                <a:lnTo>
                  <a:pt x="624" y="2358"/>
                </a:lnTo>
                <a:lnTo>
                  <a:pt x="623" y="2358"/>
                </a:lnTo>
                <a:lnTo>
                  <a:pt x="622" y="2358"/>
                </a:lnTo>
                <a:lnTo>
                  <a:pt x="621" y="2358"/>
                </a:lnTo>
                <a:lnTo>
                  <a:pt x="620" y="2358"/>
                </a:lnTo>
                <a:lnTo>
                  <a:pt x="619" y="2358"/>
                </a:lnTo>
                <a:lnTo>
                  <a:pt x="619" y="2357"/>
                </a:lnTo>
                <a:lnTo>
                  <a:pt x="619" y="2358"/>
                </a:lnTo>
                <a:lnTo>
                  <a:pt x="618" y="2358"/>
                </a:lnTo>
                <a:lnTo>
                  <a:pt x="617" y="2358"/>
                </a:lnTo>
                <a:lnTo>
                  <a:pt x="616" y="2357"/>
                </a:lnTo>
                <a:lnTo>
                  <a:pt x="616" y="2356"/>
                </a:lnTo>
                <a:lnTo>
                  <a:pt x="615" y="2356"/>
                </a:lnTo>
                <a:lnTo>
                  <a:pt x="615" y="2355"/>
                </a:lnTo>
                <a:lnTo>
                  <a:pt x="615" y="2354"/>
                </a:lnTo>
                <a:lnTo>
                  <a:pt x="614" y="2354"/>
                </a:lnTo>
                <a:lnTo>
                  <a:pt x="614" y="2353"/>
                </a:lnTo>
                <a:lnTo>
                  <a:pt x="613" y="2353"/>
                </a:lnTo>
                <a:lnTo>
                  <a:pt x="612" y="2353"/>
                </a:lnTo>
                <a:lnTo>
                  <a:pt x="611" y="2353"/>
                </a:lnTo>
                <a:lnTo>
                  <a:pt x="610" y="2353"/>
                </a:lnTo>
                <a:lnTo>
                  <a:pt x="609" y="2354"/>
                </a:lnTo>
                <a:lnTo>
                  <a:pt x="609" y="2353"/>
                </a:lnTo>
                <a:lnTo>
                  <a:pt x="608" y="2353"/>
                </a:lnTo>
                <a:lnTo>
                  <a:pt x="608" y="2352"/>
                </a:lnTo>
                <a:lnTo>
                  <a:pt x="606" y="2352"/>
                </a:lnTo>
                <a:lnTo>
                  <a:pt x="605" y="2352"/>
                </a:lnTo>
                <a:lnTo>
                  <a:pt x="605" y="2351"/>
                </a:lnTo>
                <a:lnTo>
                  <a:pt x="604" y="2351"/>
                </a:lnTo>
                <a:lnTo>
                  <a:pt x="604" y="2352"/>
                </a:lnTo>
                <a:lnTo>
                  <a:pt x="603" y="2352"/>
                </a:lnTo>
                <a:lnTo>
                  <a:pt x="602" y="2352"/>
                </a:lnTo>
                <a:lnTo>
                  <a:pt x="602" y="2353"/>
                </a:lnTo>
                <a:lnTo>
                  <a:pt x="601" y="2353"/>
                </a:lnTo>
                <a:lnTo>
                  <a:pt x="600" y="2353"/>
                </a:lnTo>
                <a:lnTo>
                  <a:pt x="599" y="2353"/>
                </a:lnTo>
                <a:lnTo>
                  <a:pt x="598" y="2354"/>
                </a:lnTo>
                <a:lnTo>
                  <a:pt x="597" y="2354"/>
                </a:lnTo>
                <a:lnTo>
                  <a:pt x="596" y="2354"/>
                </a:lnTo>
                <a:lnTo>
                  <a:pt x="596" y="2353"/>
                </a:lnTo>
                <a:lnTo>
                  <a:pt x="595" y="2353"/>
                </a:lnTo>
                <a:lnTo>
                  <a:pt x="594" y="2353"/>
                </a:lnTo>
                <a:lnTo>
                  <a:pt x="594" y="2352"/>
                </a:lnTo>
                <a:lnTo>
                  <a:pt x="594" y="2351"/>
                </a:lnTo>
                <a:lnTo>
                  <a:pt x="593" y="2351"/>
                </a:lnTo>
                <a:lnTo>
                  <a:pt x="593" y="2350"/>
                </a:lnTo>
                <a:lnTo>
                  <a:pt x="592" y="2350"/>
                </a:lnTo>
                <a:lnTo>
                  <a:pt x="591" y="2350"/>
                </a:lnTo>
                <a:lnTo>
                  <a:pt x="590" y="2350"/>
                </a:lnTo>
                <a:lnTo>
                  <a:pt x="590" y="2349"/>
                </a:lnTo>
                <a:lnTo>
                  <a:pt x="589" y="2349"/>
                </a:lnTo>
                <a:lnTo>
                  <a:pt x="589" y="2348"/>
                </a:lnTo>
                <a:lnTo>
                  <a:pt x="589" y="2347"/>
                </a:lnTo>
                <a:lnTo>
                  <a:pt x="589" y="2346"/>
                </a:lnTo>
                <a:lnTo>
                  <a:pt x="589" y="2345"/>
                </a:lnTo>
                <a:lnTo>
                  <a:pt x="588" y="2345"/>
                </a:lnTo>
                <a:lnTo>
                  <a:pt x="588" y="2344"/>
                </a:lnTo>
                <a:lnTo>
                  <a:pt x="588" y="2343"/>
                </a:lnTo>
                <a:lnTo>
                  <a:pt x="587" y="2343"/>
                </a:lnTo>
                <a:lnTo>
                  <a:pt x="586" y="2343"/>
                </a:lnTo>
                <a:lnTo>
                  <a:pt x="586" y="2342"/>
                </a:lnTo>
                <a:lnTo>
                  <a:pt x="585" y="2342"/>
                </a:lnTo>
                <a:lnTo>
                  <a:pt x="584" y="2342"/>
                </a:lnTo>
                <a:lnTo>
                  <a:pt x="584" y="2341"/>
                </a:lnTo>
                <a:lnTo>
                  <a:pt x="583" y="2341"/>
                </a:lnTo>
                <a:lnTo>
                  <a:pt x="582" y="2340"/>
                </a:lnTo>
                <a:lnTo>
                  <a:pt x="583" y="2340"/>
                </a:lnTo>
                <a:lnTo>
                  <a:pt x="582" y="2340"/>
                </a:lnTo>
                <a:lnTo>
                  <a:pt x="583" y="2340"/>
                </a:lnTo>
                <a:lnTo>
                  <a:pt x="583" y="2339"/>
                </a:lnTo>
                <a:lnTo>
                  <a:pt x="584" y="2339"/>
                </a:lnTo>
                <a:lnTo>
                  <a:pt x="584" y="2338"/>
                </a:lnTo>
                <a:lnTo>
                  <a:pt x="583" y="2338"/>
                </a:lnTo>
                <a:lnTo>
                  <a:pt x="583" y="2337"/>
                </a:lnTo>
                <a:lnTo>
                  <a:pt x="583" y="2336"/>
                </a:lnTo>
                <a:lnTo>
                  <a:pt x="582" y="2336"/>
                </a:lnTo>
                <a:lnTo>
                  <a:pt x="582" y="2335"/>
                </a:lnTo>
                <a:lnTo>
                  <a:pt x="581" y="2335"/>
                </a:lnTo>
                <a:lnTo>
                  <a:pt x="582" y="2335"/>
                </a:lnTo>
                <a:lnTo>
                  <a:pt x="582" y="2334"/>
                </a:lnTo>
                <a:lnTo>
                  <a:pt x="582" y="2333"/>
                </a:lnTo>
                <a:lnTo>
                  <a:pt x="582" y="2332"/>
                </a:lnTo>
                <a:lnTo>
                  <a:pt x="581" y="2332"/>
                </a:lnTo>
                <a:lnTo>
                  <a:pt x="581" y="2331"/>
                </a:lnTo>
                <a:lnTo>
                  <a:pt x="581" y="2330"/>
                </a:lnTo>
                <a:lnTo>
                  <a:pt x="580" y="2330"/>
                </a:lnTo>
                <a:lnTo>
                  <a:pt x="579" y="2330"/>
                </a:lnTo>
                <a:lnTo>
                  <a:pt x="578" y="2330"/>
                </a:lnTo>
                <a:lnTo>
                  <a:pt x="578" y="2329"/>
                </a:lnTo>
                <a:lnTo>
                  <a:pt x="577" y="2329"/>
                </a:lnTo>
                <a:lnTo>
                  <a:pt x="577" y="2330"/>
                </a:lnTo>
                <a:lnTo>
                  <a:pt x="577" y="2329"/>
                </a:lnTo>
                <a:lnTo>
                  <a:pt x="576" y="2329"/>
                </a:lnTo>
                <a:lnTo>
                  <a:pt x="576" y="2328"/>
                </a:lnTo>
                <a:lnTo>
                  <a:pt x="578" y="2328"/>
                </a:lnTo>
                <a:lnTo>
                  <a:pt x="578" y="2327"/>
                </a:lnTo>
                <a:lnTo>
                  <a:pt x="578" y="2326"/>
                </a:lnTo>
                <a:lnTo>
                  <a:pt x="578" y="2325"/>
                </a:lnTo>
                <a:lnTo>
                  <a:pt x="577" y="2325"/>
                </a:lnTo>
                <a:lnTo>
                  <a:pt x="576" y="2325"/>
                </a:lnTo>
                <a:lnTo>
                  <a:pt x="576" y="2324"/>
                </a:lnTo>
                <a:lnTo>
                  <a:pt x="576" y="2323"/>
                </a:lnTo>
                <a:lnTo>
                  <a:pt x="575" y="2323"/>
                </a:lnTo>
                <a:lnTo>
                  <a:pt x="574" y="2323"/>
                </a:lnTo>
                <a:lnTo>
                  <a:pt x="573" y="2324"/>
                </a:lnTo>
                <a:lnTo>
                  <a:pt x="572" y="2324"/>
                </a:lnTo>
                <a:lnTo>
                  <a:pt x="571" y="2324"/>
                </a:lnTo>
                <a:lnTo>
                  <a:pt x="571" y="2325"/>
                </a:lnTo>
                <a:lnTo>
                  <a:pt x="570" y="2325"/>
                </a:lnTo>
                <a:lnTo>
                  <a:pt x="570" y="2324"/>
                </a:lnTo>
                <a:lnTo>
                  <a:pt x="570" y="2323"/>
                </a:lnTo>
                <a:lnTo>
                  <a:pt x="570" y="2322"/>
                </a:lnTo>
                <a:lnTo>
                  <a:pt x="569" y="2322"/>
                </a:lnTo>
                <a:lnTo>
                  <a:pt x="569" y="2321"/>
                </a:lnTo>
                <a:lnTo>
                  <a:pt x="568" y="2321"/>
                </a:lnTo>
                <a:lnTo>
                  <a:pt x="568" y="2320"/>
                </a:lnTo>
                <a:lnTo>
                  <a:pt x="568" y="2319"/>
                </a:lnTo>
                <a:lnTo>
                  <a:pt x="567" y="2319"/>
                </a:lnTo>
                <a:lnTo>
                  <a:pt x="567" y="2318"/>
                </a:lnTo>
                <a:lnTo>
                  <a:pt x="566" y="2318"/>
                </a:lnTo>
                <a:lnTo>
                  <a:pt x="566" y="2317"/>
                </a:lnTo>
                <a:lnTo>
                  <a:pt x="565" y="2317"/>
                </a:lnTo>
                <a:lnTo>
                  <a:pt x="565" y="2316"/>
                </a:lnTo>
                <a:lnTo>
                  <a:pt x="565" y="2315"/>
                </a:lnTo>
                <a:lnTo>
                  <a:pt x="564" y="2315"/>
                </a:lnTo>
                <a:lnTo>
                  <a:pt x="563" y="2315"/>
                </a:lnTo>
                <a:lnTo>
                  <a:pt x="562" y="2315"/>
                </a:lnTo>
                <a:lnTo>
                  <a:pt x="561" y="2315"/>
                </a:lnTo>
                <a:lnTo>
                  <a:pt x="561" y="2314"/>
                </a:lnTo>
                <a:lnTo>
                  <a:pt x="560" y="2314"/>
                </a:lnTo>
                <a:lnTo>
                  <a:pt x="559" y="2313"/>
                </a:lnTo>
                <a:lnTo>
                  <a:pt x="559" y="2312"/>
                </a:lnTo>
                <a:lnTo>
                  <a:pt x="558" y="2312"/>
                </a:lnTo>
                <a:lnTo>
                  <a:pt x="558" y="2311"/>
                </a:lnTo>
                <a:lnTo>
                  <a:pt x="557" y="2311"/>
                </a:lnTo>
                <a:lnTo>
                  <a:pt x="556" y="2311"/>
                </a:lnTo>
                <a:lnTo>
                  <a:pt x="556" y="2312"/>
                </a:lnTo>
                <a:lnTo>
                  <a:pt x="556" y="2313"/>
                </a:lnTo>
                <a:lnTo>
                  <a:pt x="555" y="2313"/>
                </a:lnTo>
                <a:lnTo>
                  <a:pt x="554" y="2313"/>
                </a:lnTo>
                <a:lnTo>
                  <a:pt x="554" y="2314"/>
                </a:lnTo>
                <a:lnTo>
                  <a:pt x="553" y="2314"/>
                </a:lnTo>
                <a:lnTo>
                  <a:pt x="552" y="2314"/>
                </a:lnTo>
                <a:lnTo>
                  <a:pt x="552" y="2315"/>
                </a:lnTo>
                <a:lnTo>
                  <a:pt x="551" y="2315"/>
                </a:lnTo>
                <a:lnTo>
                  <a:pt x="550" y="2315"/>
                </a:lnTo>
                <a:lnTo>
                  <a:pt x="550" y="2316"/>
                </a:lnTo>
                <a:lnTo>
                  <a:pt x="550" y="2315"/>
                </a:lnTo>
                <a:lnTo>
                  <a:pt x="549" y="2315"/>
                </a:lnTo>
                <a:lnTo>
                  <a:pt x="548" y="2314"/>
                </a:lnTo>
                <a:lnTo>
                  <a:pt x="547" y="2314"/>
                </a:lnTo>
                <a:lnTo>
                  <a:pt x="546" y="2314"/>
                </a:lnTo>
                <a:lnTo>
                  <a:pt x="546" y="2313"/>
                </a:lnTo>
                <a:lnTo>
                  <a:pt x="545" y="2313"/>
                </a:lnTo>
                <a:lnTo>
                  <a:pt x="545" y="2312"/>
                </a:lnTo>
                <a:lnTo>
                  <a:pt x="545" y="2311"/>
                </a:lnTo>
                <a:lnTo>
                  <a:pt x="544" y="2311"/>
                </a:lnTo>
                <a:lnTo>
                  <a:pt x="543" y="2311"/>
                </a:lnTo>
                <a:lnTo>
                  <a:pt x="543" y="2310"/>
                </a:lnTo>
                <a:lnTo>
                  <a:pt x="543" y="2309"/>
                </a:lnTo>
                <a:lnTo>
                  <a:pt x="543" y="2308"/>
                </a:lnTo>
                <a:lnTo>
                  <a:pt x="542" y="2308"/>
                </a:lnTo>
                <a:lnTo>
                  <a:pt x="542" y="2307"/>
                </a:lnTo>
                <a:lnTo>
                  <a:pt x="542" y="2306"/>
                </a:lnTo>
                <a:lnTo>
                  <a:pt x="541" y="2306"/>
                </a:lnTo>
                <a:lnTo>
                  <a:pt x="540" y="2306"/>
                </a:lnTo>
                <a:lnTo>
                  <a:pt x="539" y="2306"/>
                </a:lnTo>
                <a:lnTo>
                  <a:pt x="538" y="2306"/>
                </a:lnTo>
                <a:lnTo>
                  <a:pt x="537" y="2306"/>
                </a:lnTo>
                <a:lnTo>
                  <a:pt x="536" y="2306"/>
                </a:lnTo>
                <a:lnTo>
                  <a:pt x="536" y="2307"/>
                </a:lnTo>
                <a:lnTo>
                  <a:pt x="535" y="2307"/>
                </a:lnTo>
                <a:lnTo>
                  <a:pt x="534" y="2307"/>
                </a:lnTo>
                <a:lnTo>
                  <a:pt x="534" y="2306"/>
                </a:lnTo>
                <a:lnTo>
                  <a:pt x="534" y="2305"/>
                </a:lnTo>
                <a:lnTo>
                  <a:pt x="534" y="2304"/>
                </a:lnTo>
                <a:lnTo>
                  <a:pt x="534" y="2303"/>
                </a:lnTo>
                <a:lnTo>
                  <a:pt x="534" y="2302"/>
                </a:lnTo>
                <a:lnTo>
                  <a:pt x="533" y="2302"/>
                </a:lnTo>
                <a:lnTo>
                  <a:pt x="532" y="2302"/>
                </a:lnTo>
                <a:lnTo>
                  <a:pt x="531" y="2302"/>
                </a:lnTo>
                <a:lnTo>
                  <a:pt x="531" y="2303"/>
                </a:lnTo>
                <a:lnTo>
                  <a:pt x="530" y="2303"/>
                </a:lnTo>
                <a:lnTo>
                  <a:pt x="530" y="2304"/>
                </a:lnTo>
                <a:lnTo>
                  <a:pt x="529" y="2304"/>
                </a:lnTo>
                <a:lnTo>
                  <a:pt x="529" y="2305"/>
                </a:lnTo>
                <a:lnTo>
                  <a:pt x="529" y="2306"/>
                </a:lnTo>
                <a:lnTo>
                  <a:pt x="529" y="2305"/>
                </a:lnTo>
                <a:lnTo>
                  <a:pt x="528" y="2305"/>
                </a:lnTo>
                <a:lnTo>
                  <a:pt x="528" y="2306"/>
                </a:lnTo>
                <a:lnTo>
                  <a:pt x="527" y="2306"/>
                </a:lnTo>
                <a:lnTo>
                  <a:pt x="526" y="2306"/>
                </a:lnTo>
                <a:lnTo>
                  <a:pt x="525" y="2306"/>
                </a:lnTo>
                <a:lnTo>
                  <a:pt x="525" y="2307"/>
                </a:lnTo>
                <a:lnTo>
                  <a:pt x="524" y="2307"/>
                </a:lnTo>
                <a:lnTo>
                  <a:pt x="524" y="2308"/>
                </a:lnTo>
                <a:lnTo>
                  <a:pt x="524" y="2309"/>
                </a:lnTo>
                <a:lnTo>
                  <a:pt x="525" y="2309"/>
                </a:lnTo>
                <a:lnTo>
                  <a:pt x="526" y="2309"/>
                </a:lnTo>
                <a:lnTo>
                  <a:pt x="526" y="2310"/>
                </a:lnTo>
                <a:lnTo>
                  <a:pt x="525" y="2310"/>
                </a:lnTo>
                <a:lnTo>
                  <a:pt x="525" y="2311"/>
                </a:lnTo>
                <a:lnTo>
                  <a:pt x="526" y="2311"/>
                </a:lnTo>
                <a:lnTo>
                  <a:pt x="526" y="2312"/>
                </a:lnTo>
                <a:lnTo>
                  <a:pt x="525" y="2313"/>
                </a:lnTo>
                <a:lnTo>
                  <a:pt x="524" y="2313"/>
                </a:lnTo>
                <a:lnTo>
                  <a:pt x="523" y="2313"/>
                </a:lnTo>
                <a:lnTo>
                  <a:pt x="523" y="2312"/>
                </a:lnTo>
                <a:lnTo>
                  <a:pt x="522" y="2312"/>
                </a:lnTo>
                <a:lnTo>
                  <a:pt x="522" y="2313"/>
                </a:lnTo>
                <a:lnTo>
                  <a:pt x="521" y="2313"/>
                </a:lnTo>
                <a:lnTo>
                  <a:pt x="520" y="2313"/>
                </a:lnTo>
                <a:lnTo>
                  <a:pt x="520" y="2314"/>
                </a:lnTo>
                <a:lnTo>
                  <a:pt x="519" y="2314"/>
                </a:lnTo>
                <a:lnTo>
                  <a:pt x="518" y="2314"/>
                </a:lnTo>
                <a:lnTo>
                  <a:pt x="517" y="2314"/>
                </a:lnTo>
                <a:lnTo>
                  <a:pt x="516" y="2314"/>
                </a:lnTo>
                <a:lnTo>
                  <a:pt x="516" y="2313"/>
                </a:lnTo>
                <a:lnTo>
                  <a:pt x="515" y="2313"/>
                </a:lnTo>
                <a:lnTo>
                  <a:pt x="515" y="2312"/>
                </a:lnTo>
                <a:lnTo>
                  <a:pt x="515" y="2311"/>
                </a:lnTo>
                <a:lnTo>
                  <a:pt x="515" y="2310"/>
                </a:lnTo>
                <a:lnTo>
                  <a:pt x="514" y="2310"/>
                </a:lnTo>
                <a:lnTo>
                  <a:pt x="515" y="2310"/>
                </a:lnTo>
                <a:lnTo>
                  <a:pt x="515" y="2309"/>
                </a:lnTo>
                <a:lnTo>
                  <a:pt x="514" y="2309"/>
                </a:lnTo>
                <a:lnTo>
                  <a:pt x="514" y="2308"/>
                </a:lnTo>
                <a:lnTo>
                  <a:pt x="513" y="2308"/>
                </a:lnTo>
                <a:lnTo>
                  <a:pt x="512" y="2307"/>
                </a:lnTo>
                <a:lnTo>
                  <a:pt x="511" y="2307"/>
                </a:lnTo>
                <a:lnTo>
                  <a:pt x="511" y="2308"/>
                </a:lnTo>
                <a:lnTo>
                  <a:pt x="510" y="2309"/>
                </a:lnTo>
                <a:lnTo>
                  <a:pt x="509" y="2309"/>
                </a:lnTo>
                <a:lnTo>
                  <a:pt x="508" y="2309"/>
                </a:lnTo>
                <a:lnTo>
                  <a:pt x="508" y="2308"/>
                </a:lnTo>
                <a:lnTo>
                  <a:pt x="507" y="2309"/>
                </a:lnTo>
                <a:lnTo>
                  <a:pt x="506" y="2309"/>
                </a:lnTo>
                <a:lnTo>
                  <a:pt x="506" y="2310"/>
                </a:lnTo>
                <a:lnTo>
                  <a:pt x="505" y="2310"/>
                </a:lnTo>
                <a:lnTo>
                  <a:pt x="504" y="2310"/>
                </a:lnTo>
                <a:lnTo>
                  <a:pt x="504" y="2309"/>
                </a:lnTo>
                <a:lnTo>
                  <a:pt x="504" y="2308"/>
                </a:lnTo>
                <a:lnTo>
                  <a:pt x="503" y="2308"/>
                </a:lnTo>
                <a:lnTo>
                  <a:pt x="502" y="2308"/>
                </a:lnTo>
                <a:lnTo>
                  <a:pt x="503" y="2308"/>
                </a:lnTo>
                <a:lnTo>
                  <a:pt x="503" y="2307"/>
                </a:lnTo>
                <a:lnTo>
                  <a:pt x="502" y="2307"/>
                </a:lnTo>
                <a:lnTo>
                  <a:pt x="502" y="2306"/>
                </a:lnTo>
                <a:lnTo>
                  <a:pt x="501" y="2306"/>
                </a:lnTo>
                <a:lnTo>
                  <a:pt x="500" y="2306"/>
                </a:lnTo>
                <a:lnTo>
                  <a:pt x="500" y="2305"/>
                </a:lnTo>
                <a:lnTo>
                  <a:pt x="499" y="2305"/>
                </a:lnTo>
                <a:lnTo>
                  <a:pt x="498" y="2305"/>
                </a:lnTo>
                <a:lnTo>
                  <a:pt x="497" y="2305"/>
                </a:lnTo>
                <a:lnTo>
                  <a:pt x="496" y="2305"/>
                </a:lnTo>
                <a:lnTo>
                  <a:pt x="496" y="2304"/>
                </a:lnTo>
                <a:lnTo>
                  <a:pt x="496" y="2303"/>
                </a:lnTo>
                <a:lnTo>
                  <a:pt x="495" y="2303"/>
                </a:lnTo>
                <a:lnTo>
                  <a:pt x="496" y="2303"/>
                </a:lnTo>
                <a:lnTo>
                  <a:pt x="496" y="2302"/>
                </a:lnTo>
                <a:lnTo>
                  <a:pt x="495" y="2302"/>
                </a:lnTo>
                <a:lnTo>
                  <a:pt x="495" y="2301"/>
                </a:lnTo>
                <a:lnTo>
                  <a:pt x="495" y="2300"/>
                </a:lnTo>
                <a:lnTo>
                  <a:pt x="495" y="2299"/>
                </a:lnTo>
                <a:lnTo>
                  <a:pt x="494" y="2299"/>
                </a:lnTo>
                <a:lnTo>
                  <a:pt x="494" y="2298"/>
                </a:lnTo>
                <a:lnTo>
                  <a:pt x="493" y="2298"/>
                </a:lnTo>
                <a:lnTo>
                  <a:pt x="493" y="2297"/>
                </a:lnTo>
                <a:lnTo>
                  <a:pt x="494" y="2297"/>
                </a:lnTo>
                <a:lnTo>
                  <a:pt x="494" y="2296"/>
                </a:lnTo>
                <a:lnTo>
                  <a:pt x="494" y="2295"/>
                </a:lnTo>
                <a:lnTo>
                  <a:pt x="494" y="2294"/>
                </a:lnTo>
                <a:lnTo>
                  <a:pt x="495" y="2294"/>
                </a:lnTo>
                <a:lnTo>
                  <a:pt x="495" y="2293"/>
                </a:lnTo>
                <a:lnTo>
                  <a:pt x="495" y="2292"/>
                </a:lnTo>
                <a:lnTo>
                  <a:pt x="495" y="2291"/>
                </a:lnTo>
                <a:lnTo>
                  <a:pt x="494" y="2291"/>
                </a:lnTo>
                <a:lnTo>
                  <a:pt x="493" y="2291"/>
                </a:lnTo>
                <a:lnTo>
                  <a:pt x="493" y="2290"/>
                </a:lnTo>
                <a:lnTo>
                  <a:pt x="492" y="2290"/>
                </a:lnTo>
                <a:lnTo>
                  <a:pt x="492" y="2289"/>
                </a:lnTo>
                <a:lnTo>
                  <a:pt x="491" y="2289"/>
                </a:lnTo>
                <a:lnTo>
                  <a:pt x="491" y="2288"/>
                </a:lnTo>
                <a:lnTo>
                  <a:pt x="491" y="2287"/>
                </a:lnTo>
                <a:lnTo>
                  <a:pt x="490" y="2287"/>
                </a:lnTo>
                <a:lnTo>
                  <a:pt x="490" y="2286"/>
                </a:lnTo>
                <a:lnTo>
                  <a:pt x="489" y="2286"/>
                </a:lnTo>
                <a:lnTo>
                  <a:pt x="489" y="2285"/>
                </a:lnTo>
                <a:lnTo>
                  <a:pt x="489" y="2284"/>
                </a:lnTo>
                <a:lnTo>
                  <a:pt x="488" y="2283"/>
                </a:lnTo>
                <a:lnTo>
                  <a:pt x="487" y="2283"/>
                </a:lnTo>
                <a:lnTo>
                  <a:pt x="487" y="2281"/>
                </a:lnTo>
                <a:lnTo>
                  <a:pt x="486" y="2281"/>
                </a:lnTo>
                <a:lnTo>
                  <a:pt x="486" y="2280"/>
                </a:lnTo>
                <a:lnTo>
                  <a:pt x="486" y="2279"/>
                </a:lnTo>
                <a:lnTo>
                  <a:pt x="485" y="2279"/>
                </a:lnTo>
                <a:lnTo>
                  <a:pt x="486" y="2279"/>
                </a:lnTo>
                <a:lnTo>
                  <a:pt x="485" y="2279"/>
                </a:lnTo>
                <a:lnTo>
                  <a:pt x="485" y="2278"/>
                </a:lnTo>
                <a:lnTo>
                  <a:pt x="485" y="2277"/>
                </a:lnTo>
                <a:lnTo>
                  <a:pt x="484" y="2277"/>
                </a:lnTo>
                <a:lnTo>
                  <a:pt x="484" y="2276"/>
                </a:lnTo>
                <a:lnTo>
                  <a:pt x="483" y="2276"/>
                </a:lnTo>
                <a:lnTo>
                  <a:pt x="483" y="2277"/>
                </a:lnTo>
                <a:lnTo>
                  <a:pt x="483" y="2278"/>
                </a:lnTo>
                <a:lnTo>
                  <a:pt x="482" y="2278"/>
                </a:lnTo>
                <a:lnTo>
                  <a:pt x="481" y="2278"/>
                </a:lnTo>
                <a:lnTo>
                  <a:pt x="480" y="2278"/>
                </a:lnTo>
                <a:lnTo>
                  <a:pt x="479" y="2277"/>
                </a:lnTo>
                <a:lnTo>
                  <a:pt x="478" y="2277"/>
                </a:lnTo>
                <a:lnTo>
                  <a:pt x="477" y="2277"/>
                </a:lnTo>
                <a:lnTo>
                  <a:pt x="476" y="2277"/>
                </a:lnTo>
                <a:lnTo>
                  <a:pt x="476" y="2276"/>
                </a:lnTo>
                <a:lnTo>
                  <a:pt x="476" y="2275"/>
                </a:lnTo>
                <a:lnTo>
                  <a:pt x="475" y="2275"/>
                </a:lnTo>
                <a:lnTo>
                  <a:pt x="475" y="2274"/>
                </a:lnTo>
                <a:lnTo>
                  <a:pt x="476" y="2274"/>
                </a:lnTo>
                <a:lnTo>
                  <a:pt x="475" y="2274"/>
                </a:lnTo>
                <a:lnTo>
                  <a:pt x="475" y="2273"/>
                </a:lnTo>
                <a:lnTo>
                  <a:pt x="475" y="2272"/>
                </a:lnTo>
                <a:lnTo>
                  <a:pt x="474" y="2272"/>
                </a:lnTo>
                <a:lnTo>
                  <a:pt x="474" y="2271"/>
                </a:lnTo>
                <a:lnTo>
                  <a:pt x="473" y="2271"/>
                </a:lnTo>
                <a:lnTo>
                  <a:pt x="473" y="2270"/>
                </a:lnTo>
                <a:lnTo>
                  <a:pt x="474" y="2270"/>
                </a:lnTo>
                <a:lnTo>
                  <a:pt x="474" y="2269"/>
                </a:lnTo>
                <a:lnTo>
                  <a:pt x="474" y="2268"/>
                </a:lnTo>
                <a:lnTo>
                  <a:pt x="475" y="2268"/>
                </a:lnTo>
                <a:lnTo>
                  <a:pt x="475" y="2267"/>
                </a:lnTo>
                <a:lnTo>
                  <a:pt x="474" y="2267"/>
                </a:lnTo>
                <a:lnTo>
                  <a:pt x="475" y="2267"/>
                </a:lnTo>
                <a:lnTo>
                  <a:pt x="475" y="2266"/>
                </a:lnTo>
                <a:lnTo>
                  <a:pt x="476" y="2266"/>
                </a:lnTo>
                <a:lnTo>
                  <a:pt x="476" y="2265"/>
                </a:lnTo>
                <a:lnTo>
                  <a:pt x="476" y="2264"/>
                </a:lnTo>
                <a:lnTo>
                  <a:pt x="477" y="2264"/>
                </a:lnTo>
                <a:lnTo>
                  <a:pt x="477" y="2263"/>
                </a:lnTo>
                <a:lnTo>
                  <a:pt x="478" y="2263"/>
                </a:lnTo>
                <a:lnTo>
                  <a:pt x="477" y="2263"/>
                </a:lnTo>
                <a:lnTo>
                  <a:pt x="477" y="2262"/>
                </a:lnTo>
                <a:lnTo>
                  <a:pt x="476" y="2262"/>
                </a:lnTo>
                <a:lnTo>
                  <a:pt x="476" y="2261"/>
                </a:lnTo>
                <a:lnTo>
                  <a:pt x="475" y="2261"/>
                </a:lnTo>
                <a:lnTo>
                  <a:pt x="475" y="2260"/>
                </a:lnTo>
                <a:lnTo>
                  <a:pt x="475" y="2259"/>
                </a:lnTo>
                <a:lnTo>
                  <a:pt x="474" y="2259"/>
                </a:lnTo>
                <a:lnTo>
                  <a:pt x="473" y="2259"/>
                </a:lnTo>
                <a:lnTo>
                  <a:pt x="473" y="2258"/>
                </a:lnTo>
                <a:lnTo>
                  <a:pt x="473" y="2259"/>
                </a:lnTo>
                <a:lnTo>
                  <a:pt x="472" y="2259"/>
                </a:lnTo>
                <a:lnTo>
                  <a:pt x="471" y="2259"/>
                </a:lnTo>
                <a:lnTo>
                  <a:pt x="471" y="2258"/>
                </a:lnTo>
                <a:lnTo>
                  <a:pt x="471" y="2257"/>
                </a:lnTo>
                <a:lnTo>
                  <a:pt x="471" y="2256"/>
                </a:lnTo>
                <a:lnTo>
                  <a:pt x="471" y="2255"/>
                </a:lnTo>
                <a:lnTo>
                  <a:pt x="472" y="2255"/>
                </a:lnTo>
                <a:lnTo>
                  <a:pt x="472" y="2254"/>
                </a:lnTo>
                <a:lnTo>
                  <a:pt x="472" y="2253"/>
                </a:lnTo>
                <a:lnTo>
                  <a:pt x="473" y="2253"/>
                </a:lnTo>
                <a:lnTo>
                  <a:pt x="474" y="2253"/>
                </a:lnTo>
                <a:lnTo>
                  <a:pt x="474" y="2252"/>
                </a:lnTo>
                <a:lnTo>
                  <a:pt x="475" y="2252"/>
                </a:lnTo>
                <a:lnTo>
                  <a:pt x="475" y="2253"/>
                </a:lnTo>
                <a:lnTo>
                  <a:pt x="476" y="2253"/>
                </a:lnTo>
                <a:lnTo>
                  <a:pt x="476" y="2252"/>
                </a:lnTo>
                <a:lnTo>
                  <a:pt x="476" y="2251"/>
                </a:lnTo>
                <a:lnTo>
                  <a:pt x="477" y="2251"/>
                </a:lnTo>
                <a:lnTo>
                  <a:pt x="478" y="2251"/>
                </a:lnTo>
                <a:lnTo>
                  <a:pt x="478" y="2250"/>
                </a:lnTo>
                <a:lnTo>
                  <a:pt x="479" y="2250"/>
                </a:lnTo>
                <a:lnTo>
                  <a:pt x="479" y="2249"/>
                </a:lnTo>
                <a:lnTo>
                  <a:pt x="480" y="2249"/>
                </a:lnTo>
                <a:lnTo>
                  <a:pt x="480" y="2248"/>
                </a:lnTo>
                <a:lnTo>
                  <a:pt x="481" y="2248"/>
                </a:lnTo>
                <a:lnTo>
                  <a:pt x="481" y="2247"/>
                </a:lnTo>
                <a:lnTo>
                  <a:pt x="482" y="2247"/>
                </a:lnTo>
                <a:lnTo>
                  <a:pt x="482" y="2246"/>
                </a:lnTo>
                <a:lnTo>
                  <a:pt x="482" y="2245"/>
                </a:lnTo>
                <a:lnTo>
                  <a:pt x="482" y="2244"/>
                </a:lnTo>
                <a:lnTo>
                  <a:pt x="481" y="2244"/>
                </a:lnTo>
                <a:lnTo>
                  <a:pt x="480" y="2244"/>
                </a:lnTo>
                <a:lnTo>
                  <a:pt x="480" y="2243"/>
                </a:lnTo>
                <a:lnTo>
                  <a:pt x="479" y="2243"/>
                </a:lnTo>
                <a:lnTo>
                  <a:pt x="479" y="2242"/>
                </a:lnTo>
                <a:lnTo>
                  <a:pt x="478" y="2242"/>
                </a:lnTo>
                <a:lnTo>
                  <a:pt x="478" y="2241"/>
                </a:lnTo>
                <a:lnTo>
                  <a:pt x="478" y="2240"/>
                </a:lnTo>
                <a:lnTo>
                  <a:pt x="478" y="2239"/>
                </a:lnTo>
                <a:lnTo>
                  <a:pt x="478" y="2238"/>
                </a:lnTo>
                <a:lnTo>
                  <a:pt x="477" y="2238"/>
                </a:lnTo>
                <a:lnTo>
                  <a:pt x="477" y="2239"/>
                </a:lnTo>
                <a:lnTo>
                  <a:pt x="476" y="2239"/>
                </a:lnTo>
                <a:lnTo>
                  <a:pt x="475" y="2239"/>
                </a:lnTo>
                <a:lnTo>
                  <a:pt x="474" y="2239"/>
                </a:lnTo>
                <a:lnTo>
                  <a:pt x="474" y="2238"/>
                </a:lnTo>
                <a:lnTo>
                  <a:pt x="473" y="2238"/>
                </a:lnTo>
                <a:lnTo>
                  <a:pt x="474" y="2238"/>
                </a:lnTo>
                <a:lnTo>
                  <a:pt x="474" y="2237"/>
                </a:lnTo>
                <a:lnTo>
                  <a:pt x="473" y="2237"/>
                </a:lnTo>
                <a:lnTo>
                  <a:pt x="473" y="2236"/>
                </a:lnTo>
                <a:lnTo>
                  <a:pt x="473" y="2235"/>
                </a:lnTo>
                <a:lnTo>
                  <a:pt x="472" y="2235"/>
                </a:lnTo>
                <a:lnTo>
                  <a:pt x="472" y="2234"/>
                </a:lnTo>
                <a:lnTo>
                  <a:pt x="472" y="2233"/>
                </a:lnTo>
                <a:lnTo>
                  <a:pt x="472" y="2232"/>
                </a:lnTo>
                <a:lnTo>
                  <a:pt x="471" y="2231"/>
                </a:lnTo>
                <a:lnTo>
                  <a:pt x="471" y="2230"/>
                </a:lnTo>
                <a:lnTo>
                  <a:pt x="470" y="2230"/>
                </a:lnTo>
                <a:lnTo>
                  <a:pt x="470" y="2229"/>
                </a:lnTo>
                <a:lnTo>
                  <a:pt x="469" y="2229"/>
                </a:lnTo>
                <a:lnTo>
                  <a:pt x="469" y="2228"/>
                </a:lnTo>
                <a:lnTo>
                  <a:pt x="468" y="2228"/>
                </a:lnTo>
                <a:lnTo>
                  <a:pt x="468" y="2227"/>
                </a:lnTo>
                <a:lnTo>
                  <a:pt x="467" y="2227"/>
                </a:lnTo>
                <a:lnTo>
                  <a:pt x="466" y="2227"/>
                </a:lnTo>
                <a:lnTo>
                  <a:pt x="466" y="2226"/>
                </a:lnTo>
                <a:lnTo>
                  <a:pt x="465" y="2226"/>
                </a:lnTo>
                <a:lnTo>
                  <a:pt x="465" y="2225"/>
                </a:lnTo>
                <a:lnTo>
                  <a:pt x="465" y="2224"/>
                </a:lnTo>
                <a:lnTo>
                  <a:pt x="465" y="2223"/>
                </a:lnTo>
                <a:lnTo>
                  <a:pt x="465" y="2222"/>
                </a:lnTo>
                <a:lnTo>
                  <a:pt x="465" y="2221"/>
                </a:lnTo>
                <a:lnTo>
                  <a:pt x="466" y="2221"/>
                </a:lnTo>
                <a:lnTo>
                  <a:pt x="466" y="2220"/>
                </a:lnTo>
                <a:lnTo>
                  <a:pt x="467" y="2220"/>
                </a:lnTo>
                <a:lnTo>
                  <a:pt x="467" y="2219"/>
                </a:lnTo>
                <a:lnTo>
                  <a:pt x="468" y="2219"/>
                </a:lnTo>
                <a:lnTo>
                  <a:pt x="469" y="2219"/>
                </a:lnTo>
                <a:lnTo>
                  <a:pt x="469" y="2218"/>
                </a:lnTo>
                <a:lnTo>
                  <a:pt x="470" y="2218"/>
                </a:lnTo>
                <a:lnTo>
                  <a:pt x="471" y="2218"/>
                </a:lnTo>
                <a:lnTo>
                  <a:pt x="472" y="2218"/>
                </a:lnTo>
                <a:lnTo>
                  <a:pt x="473" y="2218"/>
                </a:lnTo>
                <a:lnTo>
                  <a:pt x="473" y="2217"/>
                </a:lnTo>
                <a:lnTo>
                  <a:pt x="473" y="2216"/>
                </a:lnTo>
                <a:lnTo>
                  <a:pt x="473" y="2215"/>
                </a:lnTo>
                <a:lnTo>
                  <a:pt x="474" y="2215"/>
                </a:lnTo>
                <a:lnTo>
                  <a:pt x="474" y="2214"/>
                </a:lnTo>
                <a:lnTo>
                  <a:pt x="475" y="2214"/>
                </a:lnTo>
                <a:lnTo>
                  <a:pt x="475" y="2213"/>
                </a:lnTo>
                <a:lnTo>
                  <a:pt x="475" y="2212"/>
                </a:lnTo>
                <a:lnTo>
                  <a:pt x="475" y="2211"/>
                </a:lnTo>
                <a:lnTo>
                  <a:pt x="474" y="2211"/>
                </a:lnTo>
                <a:lnTo>
                  <a:pt x="473" y="2211"/>
                </a:lnTo>
                <a:lnTo>
                  <a:pt x="472" y="2211"/>
                </a:lnTo>
                <a:lnTo>
                  <a:pt x="472" y="2210"/>
                </a:lnTo>
                <a:lnTo>
                  <a:pt x="472" y="2209"/>
                </a:lnTo>
                <a:lnTo>
                  <a:pt x="471" y="2209"/>
                </a:lnTo>
                <a:lnTo>
                  <a:pt x="471" y="2208"/>
                </a:lnTo>
                <a:lnTo>
                  <a:pt x="470" y="2208"/>
                </a:lnTo>
                <a:lnTo>
                  <a:pt x="470" y="2207"/>
                </a:lnTo>
                <a:lnTo>
                  <a:pt x="469" y="2207"/>
                </a:lnTo>
                <a:lnTo>
                  <a:pt x="468" y="2207"/>
                </a:lnTo>
                <a:lnTo>
                  <a:pt x="468" y="2206"/>
                </a:lnTo>
                <a:lnTo>
                  <a:pt x="467" y="2206"/>
                </a:lnTo>
                <a:lnTo>
                  <a:pt x="466" y="2206"/>
                </a:lnTo>
                <a:lnTo>
                  <a:pt x="465" y="2206"/>
                </a:lnTo>
                <a:lnTo>
                  <a:pt x="465" y="2205"/>
                </a:lnTo>
                <a:lnTo>
                  <a:pt x="464" y="2205"/>
                </a:lnTo>
                <a:lnTo>
                  <a:pt x="464" y="2204"/>
                </a:lnTo>
                <a:lnTo>
                  <a:pt x="463" y="2204"/>
                </a:lnTo>
                <a:lnTo>
                  <a:pt x="462" y="2204"/>
                </a:lnTo>
                <a:lnTo>
                  <a:pt x="461" y="2204"/>
                </a:lnTo>
                <a:lnTo>
                  <a:pt x="461" y="2203"/>
                </a:lnTo>
                <a:lnTo>
                  <a:pt x="461" y="2204"/>
                </a:lnTo>
                <a:lnTo>
                  <a:pt x="461" y="2203"/>
                </a:lnTo>
                <a:lnTo>
                  <a:pt x="460" y="2203"/>
                </a:lnTo>
                <a:lnTo>
                  <a:pt x="459" y="2203"/>
                </a:lnTo>
                <a:lnTo>
                  <a:pt x="460" y="2203"/>
                </a:lnTo>
                <a:lnTo>
                  <a:pt x="460" y="2202"/>
                </a:lnTo>
                <a:lnTo>
                  <a:pt x="459" y="2202"/>
                </a:lnTo>
                <a:lnTo>
                  <a:pt x="459" y="2201"/>
                </a:lnTo>
                <a:lnTo>
                  <a:pt x="460" y="2201"/>
                </a:lnTo>
                <a:lnTo>
                  <a:pt x="460" y="2202"/>
                </a:lnTo>
                <a:lnTo>
                  <a:pt x="460" y="2201"/>
                </a:lnTo>
                <a:lnTo>
                  <a:pt x="461" y="2201"/>
                </a:lnTo>
                <a:lnTo>
                  <a:pt x="461" y="2200"/>
                </a:lnTo>
                <a:lnTo>
                  <a:pt x="460" y="2200"/>
                </a:lnTo>
                <a:lnTo>
                  <a:pt x="460" y="2199"/>
                </a:lnTo>
                <a:lnTo>
                  <a:pt x="459" y="2199"/>
                </a:lnTo>
                <a:lnTo>
                  <a:pt x="459" y="2200"/>
                </a:lnTo>
                <a:lnTo>
                  <a:pt x="458" y="2199"/>
                </a:lnTo>
                <a:lnTo>
                  <a:pt x="458" y="2200"/>
                </a:lnTo>
                <a:lnTo>
                  <a:pt x="457" y="2200"/>
                </a:lnTo>
                <a:lnTo>
                  <a:pt x="456" y="2200"/>
                </a:lnTo>
                <a:lnTo>
                  <a:pt x="455" y="2199"/>
                </a:lnTo>
                <a:lnTo>
                  <a:pt x="455" y="2200"/>
                </a:lnTo>
                <a:lnTo>
                  <a:pt x="454" y="2200"/>
                </a:lnTo>
                <a:lnTo>
                  <a:pt x="454" y="2199"/>
                </a:lnTo>
                <a:lnTo>
                  <a:pt x="455" y="2199"/>
                </a:lnTo>
                <a:lnTo>
                  <a:pt x="455" y="2198"/>
                </a:lnTo>
                <a:lnTo>
                  <a:pt x="455" y="2197"/>
                </a:lnTo>
                <a:lnTo>
                  <a:pt x="455" y="2196"/>
                </a:lnTo>
                <a:lnTo>
                  <a:pt x="455" y="2195"/>
                </a:lnTo>
                <a:lnTo>
                  <a:pt x="454" y="2195"/>
                </a:lnTo>
                <a:lnTo>
                  <a:pt x="454" y="2194"/>
                </a:lnTo>
                <a:lnTo>
                  <a:pt x="453" y="2194"/>
                </a:lnTo>
                <a:lnTo>
                  <a:pt x="453" y="2193"/>
                </a:lnTo>
                <a:lnTo>
                  <a:pt x="453" y="2192"/>
                </a:lnTo>
                <a:lnTo>
                  <a:pt x="452" y="2192"/>
                </a:lnTo>
                <a:lnTo>
                  <a:pt x="452" y="2191"/>
                </a:lnTo>
                <a:lnTo>
                  <a:pt x="451" y="2191"/>
                </a:lnTo>
                <a:lnTo>
                  <a:pt x="450" y="2191"/>
                </a:lnTo>
                <a:lnTo>
                  <a:pt x="450" y="2192"/>
                </a:lnTo>
                <a:lnTo>
                  <a:pt x="449" y="2192"/>
                </a:lnTo>
                <a:lnTo>
                  <a:pt x="448" y="2192"/>
                </a:lnTo>
                <a:lnTo>
                  <a:pt x="447" y="2192"/>
                </a:lnTo>
                <a:lnTo>
                  <a:pt x="447" y="2191"/>
                </a:lnTo>
                <a:lnTo>
                  <a:pt x="446" y="2191"/>
                </a:lnTo>
                <a:lnTo>
                  <a:pt x="446" y="2190"/>
                </a:lnTo>
                <a:lnTo>
                  <a:pt x="446" y="2189"/>
                </a:lnTo>
                <a:lnTo>
                  <a:pt x="446" y="2188"/>
                </a:lnTo>
                <a:lnTo>
                  <a:pt x="446" y="2187"/>
                </a:lnTo>
                <a:lnTo>
                  <a:pt x="446" y="2186"/>
                </a:lnTo>
                <a:lnTo>
                  <a:pt x="445" y="2186"/>
                </a:lnTo>
                <a:lnTo>
                  <a:pt x="445" y="2185"/>
                </a:lnTo>
                <a:lnTo>
                  <a:pt x="444" y="2185"/>
                </a:lnTo>
                <a:lnTo>
                  <a:pt x="444" y="2184"/>
                </a:lnTo>
                <a:lnTo>
                  <a:pt x="445" y="2184"/>
                </a:lnTo>
                <a:lnTo>
                  <a:pt x="446" y="2184"/>
                </a:lnTo>
                <a:lnTo>
                  <a:pt x="446" y="2183"/>
                </a:lnTo>
                <a:lnTo>
                  <a:pt x="447" y="2182"/>
                </a:lnTo>
                <a:lnTo>
                  <a:pt x="448" y="2182"/>
                </a:lnTo>
                <a:lnTo>
                  <a:pt x="449" y="2182"/>
                </a:lnTo>
                <a:lnTo>
                  <a:pt x="449" y="2181"/>
                </a:lnTo>
                <a:lnTo>
                  <a:pt x="449" y="2180"/>
                </a:lnTo>
                <a:lnTo>
                  <a:pt x="450" y="2180"/>
                </a:lnTo>
                <a:lnTo>
                  <a:pt x="450" y="2179"/>
                </a:lnTo>
                <a:lnTo>
                  <a:pt x="450" y="2178"/>
                </a:lnTo>
                <a:lnTo>
                  <a:pt x="450" y="2177"/>
                </a:lnTo>
                <a:lnTo>
                  <a:pt x="451" y="2177"/>
                </a:lnTo>
                <a:lnTo>
                  <a:pt x="451" y="2176"/>
                </a:lnTo>
                <a:lnTo>
                  <a:pt x="451" y="2175"/>
                </a:lnTo>
                <a:lnTo>
                  <a:pt x="452" y="2175"/>
                </a:lnTo>
                <a:lnTo>
                  <a:pt x="451" y="2174"/>
                </a:lnTo>
                <a:lnTo>
                  <a:pt x="451" y="2173"/>
                </a:lnTo>
                <a:lnTo>
                  <a:pt x="450" y="2173"/>
                </a:lnTo>
                <a:lnTo>
                  <a:pt x="450" y="2172"/>
                </a:lnTo>
                <a:lnTo>
                  <a:pt x="449" y="2172"/>
                </a:lnTo>
                <a:lnTo>
                  <a:pt x="449" y="2171"/>
                </a:lnTo>
                <a:lnTo>
                  <a:pt x="449" y="2170"/>
                </a:lnTo>
                <a:lnTo>
                  <a:pt x="450" y="2170"/>
                </a:lnTo>
                <a:lnTo>
                  <a:pt x="450" y="2169"/>
                </a:lnTo>
                <a:lnTo>
                  <a:pt x="449" y="2169"/>
                </a:lnTo>
                <a:lnTo>
                  <a:pt x="449" y="2168"/>
                </a:lnTo>
                <a:lnTo>
                  <a:pt x="449" y="2169"/>
                </a:lnTo>
                <a:lnTo>
                  <a:pt x="448" y="2169"/>
                </a:lnTo>
                <a:lnTo>
                  <a:pt x="448" y="2168"/>
                </a:lnTo>
                <a:lnTo>
                  <a:pt x="448" y="2167"/>
                </a:lnTo>
                <a:lnTo>
                  <a:pt x="447" y="2167"/>
                </a:lnTo>
                <a:lnTo>
                  <a:pt x="447" y="2166"/>
                </a:lnTo>
                <a:lnTo>
                  <a:pt x="448" y="2166"/>
                </a:lnTo>
                <a:lnTo>
                  <a:pt x="448" y="2165"/>
                </a:lnTo>
                <a:lnTo>
                  <a:pt x="448" y="2164"/>
                </a:lnTo>
                <a:lnTo>
                  <a:pt x="449" y="2164"/>
                </a:lnTo>
                <a:lnTo>
                  <a:pt x="448" y="2163"/>
                </a:lnTo>
                <a:lnTo>
                  <a:pt x="448" y="2162"/>
                </a:lnTo>
                <a:lnTo>
                  <a:pt x="449" y="2162"/>
                </a:lnTo>
                <a:lnTo>
                  <a:pt x="449" y="2161"/>
                </a:lnTo>
                <a:lnTo>
                  <a:pt x="448" y="2161"/>
                </a:lnTo>
                <a:lnTo>
                  <a:pt x="449" y="2161"/>
                </a:lnTo>
                <a:lnTo>
                  <a:pt x="449" y="2160"/>
                </a:lnTo>
                <a:lnTo>
                  <a:pt x="448" y="2160"/>
                </a:lnTo>
                <a:lnTo>
                  <a:pt x="448" y="2159"/>
                </a:lnTo>
                <a:lnTo>
                  <a:pt x="447" y="2159"/>
                </a:lnTo>
                <a:lnTo>
                  <a:pt x="447" y="2158"/>
                </a:lnTo>
                <a:lnTo>
                  <a:pt x="447" y="2157"/>
                </a:lnTo>
                <a:lnTo>
                  <a:pt x="446" y="2157"/>
                </a:lnTo>
                <a:lnTo>
                  <a:pt x="445" y="2157"/>
                </a:lnTo>
                <a:lnTo>
                  <a:pt x="445" y="2156"/>
                </a:lnTo>
                <a:lnTo>
                  <a:pt x="445" y="2155"/>
                </a:lnTo>
                <a:lnTo>
                  <a:pt x="444" y="2155"/>
                </a:lnTo>
                <a:lnTo>
                  <a:pt x="444" y="2154"/>
                </a:lnTo>
                <a:lnTo>
                  <a:pt x="444" y="2153"/>
                </a:lnTo>
                <a:lnTo>
                  <a:pt x="443" y="2153"/>
                </a:lnTo>
                <a:lnTo>
                  <a:pt x="443" y="2152"/>
                </a:lnTo>
                <a:lnTo>
                  <a:pt x="442" y="2152"/>
                </a:lnTo>
                <a:lnTo>
                  <a:pt x="441" y="2152"/>
                </a:lnTo>
                <a:lnTo>
                  <a:pt x="441" y="2151"/>
                </a:lnTo>
                <a:lnTo>
                  <a:pt x="442" y="2151"/>
                </a:lnTo>
                <a:lnTo>
                  <a:pt x="442" y="2150"/>
                </a:lnTo>
                <a:lnTo>
                  <a:pt x="443" y="2150"/>
                </a:lnTo>
                <a:lnTo>
                  <a:pt x="443" y="2149"/>
                </a:lnTo>
                <a:lnTo>
                  <a:pt x="443" y="2148"/>
                </a:lnTo>
                <a:lnTo>
                  <a:pt x="444" y="2148"/>
                </a:lnTo>
                <a:lnTo>
                  <a:pt x="445" y="2148"/>
                </a:lnTo>
                <a:lnTo>
                  <a:pt x="445" y="2147"/>
                </a:lnTo>
                <a:lnTo>
                  <a:pt x="446" y="2147"/>
                </a:lnTo>
                <a:lnTo>
                  <a:pt x="447" y="2147"/>
                </a:lnTo>
                <a:lnTo>
                  <a:pt x="447" y="2146"/>
                </a:lnTo>
                <a:lnTo>
                  <a:pt x="447" y="2147"/>
                </a:lnTo>
                <a:lnTo>
                  <a:pt x="448" y="2147"/>
                </a:lnTo>
                <a:lnTo>
                  <a:pt x="449" y="2147"/>
                </a:lnTo>
                <a:lnTo>
                  <a:pt x="450" y="2147"/>
                </a:lnTo>
                <a:lnTo>
                  <a:pt x="450" y="2146"/>
                </a:lnTo>
                <a:lnTo>
                  <a:pt x="451" y="2146"/>
                </a:lnTo>
                <a:lnTo>
                  <a:pt x="451" y="2145"/>
                </a:lnTo>
                <a:lnTo>
                  <a:pt x="452" y="2145"/>
                </a:lnTo>
                <a:lnTo>
                  <a:pt x="452" y="2144"/>
                </a:lnTo>
                <a:lnTo>
                  <a:pt x="452" y="2143"/>
                </a:lnTo>
                <a:lnTo>
                  <a:pt x="453" y="2143"/>
                </a:lnTo>
                <a:lnTo>
                  <a:pt x="453" y="2142"/>
                </a:lnTo>
                <a:lnTo>
                  <a:pt x="453" y="2143"/>
                </a:lnTo>
                <a:lnTo>
                  <a:pt x="454" y="2143"/>
                </a:lnTo>
                <a:lnTo>
                  <a:pt x="455" y="2143"/>
                </a:lnTo>
                <a:lnTo>
                  <a:pt x="456" y="2143"/>
                </a:lnTo>
                <a:lnTo>
                  <a:pt x="456" y="2142"/>
                </a:lnTo>
                <a:lnTo>
                  <a:pt x="456" y="2143"/>
                </a:lnTo>
                <a:lnTo>
                  <a:pt x="457" y="2143"/>
                </a:lnTo>
                <a:lnTo>
                  <a:pt x="457" y="2142"/>
                </a:lnTo>
                <a:lnTo>
                  <a:pt x="458" y="2142"/>
                </a:lnTo>
                <a:lnTo>
                  <a:pt x="458" y="2141"/>
                </a:lnTo>
                <a:lnTo>
                  <a:pt x="459" y="2140"/>
                </a:lnTo>
                <a:lnTo>
                  <a:pt x="459" y="2141"/>
                </a:lnTo>
                <a:lnTo>
                  <a:pt x="460" y="2141"/>
                </a:lnTo>
                <a:lnTo>
                  <a:pt x="461" y="2141"/>
                </a:lnTo>
                <a:lnTo>
                  <a:pt x="462" y="2141"/>
                </a:lnTo>
                <a:lnTo>
                  <a:pt x="463" y="2141"/>
                </a:lnTo>
                <a:lnTo>
                  <a:pt x="463" y="2140"/>
                </a:lnTo>
                <a:lnTo>
                  <a:pt x="464" y="2140"/>
                </a:lnTo>
                <a:lnTo>
                  <a:pt x="464" y="2139"/>
                </a:lnTo>
                <a:lnTo>
                  <a:pt x="465" y="2139"/>
                </a:lnTo>
                <a:lnTo>
                  <a:pt x="465" y="2138"/>
                </a:lnTo>
                <a:lnTo>
                  <a:pt x="466" y="2138"/>
                </a:lnTo>
                <a:lnTo>
                  <a:pt x="467" y="2138"/>
                </a:lnTo>
                <a:lnTo>
                  <a:pt x="467" y="2137"/>
                </a:lnTo>
                <a:lnTo>
                  <a:pt x="467" y="2136"/>
                </a:lnTo>
                <a:lnTo>
                  <a:pt x="468" y="2136"/>
                </a:lnTo>
                <a:lnTo>
                  <a:pt x="469" y="2136"/>
                </a:lnTo>
                <a:lnTo>
                  <a:pt x="469" y="2135"/>
                </a:lnTo>
                <a:lnTo>
                  <a:pt x="470" y="2136"/>
                </a:lnTo>
                <a:lnTo>
                  <a:pt x="470" y="2135"/>
                </a:lnTo>
                <a:lnTo>
                  <a:pt x="470" y="2134"/>
                </a:lnTo>
                <a:lnTo>
                  <a:pt x="471" y="2134"/>
                </a:lnTo>
                <a:lnTo>
                  <a:pt x="471" y="2133"/>
                </a:lnTo>
                <a:lnTo>
                  <a:pt x="472" y="2133"/>
                </a:lnTo>
                <a:lnTo>
                  <a:pt x="472" y="2134"/>
                </a:lnTo>
                <a:lnTo>
                  <a:pt x="473" y="2133"/>
                </a:lnTo>
                <a:lnTo>
                  <a:pt x="473" y="2134"/>
                </a:lnTo>
                <a:lnTo>
                  <a:pt x="473" y="2135"/>
                </a:lnTo>
                <a:lnTo>
                  <a:pt x="472" y="2135"/>
                </a:lnTo>
                <a:lnTo>
                  <a:pt x="473" y="2135"/>
                </a:lnTo>
                <a:lnTo>
                  <a:pt x="473" y="2136"/>
                </a:lnTo>
                <a:lnTo>
                  <a:pt x="473" y="2137"/>
                </a:lnTo>
                <a:lnTo>
                  <a:pt x="473" y="2138"/>
                </a:lnTo>
                <a:lnTo>
                  <a:pt x="473" y="2139"/>
                </a:lnTo>
                <a:lnTo>
                  <a:pt x="473" y="2140"/>
                </a:lnTo>
                <a:lnTo>
                  <a:pt x="474" y="2140"/>
                </a:lnTo>
                <a:lnTo>
                  <a:pt x="474" y="2141"/>
                </a:lnTo>
                <a:lnTo>
                  <a:pt x="475" y="2141"/>
                </a:lnTo>
                <a:lnTo>
                  <a:pt x="475" y="2142"/>
                </a:lnTo>
                <a:lnTo>
                  <a:pt x="476" y="2142"/>
                </a:lnTo>
                <a:lnTo>
                  <a:pt x="476" y="2143"/>
                </a:lnTo>
                <a:lnTo>
                  <a:pt x="476" y="2144"/>
                </a:lnTo>
                <a:lnTo>
                  <a:pt x="476" y="2145"/>
                </a:lnTo>
                <a:lnTo>
                  <a:pt x="476" y="2146"/>
                </a:lnTo>
                <a:lnTo>
                  <a:pt x="475" y="2146"/>
                </a:lnTo>
                <a:lnTo>
                  <a:pt x="475" y="2147"/>
                </a:lnTo>
                <a:lnTo>
                  <a:pt x="474" y="2147"/>
                </a:lnTo>
                <a:lnTo>
                  <a:pt x="474" y="2146"/>
                </a:lnTo>
                <a:lnTo>
                  <a:pt x="474" y="2147"/>
                </a:lnTo>
                <a:lnTo>
                  <a:pt x="474" y="2148"/>
                </a:lnTo>
                <a:lnTo>
                  <a:pt x="474" y="2149"/>
                </a:lnTo>
                <a:lnTo>
                  <a:pt x="475" y="2149"/>
                </a:lnTo>
                <a:lnTo>
                  <a:pt x="474" y="2149"/>
                </a:lnTo>
                <a:lnTo>
                  <a:pt x="475" y="2149"/>
                </a:lnTo>
                <a:lnTo>
                  <a:pt x="475" y="2150"/>
                </a:lnTo>
                <a:lnTo>
                  <a:pt x="475" y="2151"/>
                </a:lnTo>
                <a:lnTo>
                  <a:pt x="475" y="2152"/>
                </a:lnTo>
                <a:lnTo>
                  <a:pt x="476" y="2153"/>
                </a:lnTo>
                <a:lnTo>
                  <a:pt x="476" y="2154"/>
                </a:lnTo>
                <a:lnTo>
                  <a:pt x="476" y="2155"/>
                </a:lnTo>
                <a:lnTo>
                  <a:pt x="476" y="2156"/>
                </a:lnTo>
                <a:lnTo>
                  <a:pt x="476" y="2157"/>
                </a:lnTo>
                <a:lnTo>
                  <a:pt x="477" y="2157"/>
                </a:lnTo>
                <a:lnTo>
                  <a:pt x="478" y="2157"/>
                </a:lnTo>
                <a:lnTo>
                  <a:pt x="478" y="2158"/>
                </a:lnTo>
                <a:lnTo>
                  <a:pt x="478" y="2159"/>
                </a:lnTo>
                <a:lnTo>
                  <a:pt x="478" y="2160"/>
                </a:lnTo>
                <a:lnTo>
                  <a:pt x="479" y="2160"/>
                </a:lnTo>
                <a:lnTo>
                  <a:pt x="479" y="2161"/>
                </a:lnTo>
                <a:lnTo>
                  <a:pt x="479" y="2162"/>
                </a:lnTo>
                <a:lnTo>
                  <a:pt x="480" y="2162"/>
                </a:lnTo>
                <a:lnTo>
                  <a:pt x="481" y="2162"/>
                </a:lnTo>
                <a:lnTo>
                  <a:pt x="481" y="2163"/>
                </a:lnTo>
                <a:lnTo>
                  <a:pt x="481" y="2164"/>
                </a:lnTo>
                <a:lnTo>
                  <a:pt x="482" y="2164"/>
                </a:lnTo>
                <a:lnTo>
                  <a:pt x="483" y="2164"/>
                </a:lnTo>
                <a:lnTo>
                  <a:pt x="483" y="2163"/>
                </a:lnTo>
                <a:lnTo>
                  <a:pt x="483" y="2164"/>
                </a:lnTo>
                <a:lnTo>
                  <a:pt x="484" y="2164"/>
                </a:lnTo>
                <a:lnTo>
                  <a:pt x="485" y="2164"/>
                </a:lnTo>
                <a:lnTo>
                  <a:pt x="485" y="2165"/>
                </a:lnTo>
                <a:lnTo>
                  <a:pt x="486" y="2165"/>
                </a:lnTo>
                <a:lnTo>
                  <a:pt x="487" y="2165"/>
                </a:lnTo>
                <a:lnTo>
                  <a:pt x="487" y="2166"/>
                </a:lnTo>
                <a:lnTo>
                  <a:pt x="488" y="2166"/>
                </a:lnTo>
                <a:lnTo>
                  <a:pt x="487" y="2166"/>
                </a:lnTo>
                <a:lnTo>
                  <a:pt x="487" y="2167"/>
                </a:lnTo>
                <a:lnTo>
                  <a:pt x="488" y="2167"/>
                </a:lnTo>
                <a:lnTo>
                  <a:pt x="488" y="2168"/>
                </a:lnTo>
                <a:lnTo>
                  <a:pt x="489" y="2168"/>
                </a:lnTo>
                <a:lnTo>
                  <a:pt x="489" y="2169"/>
                </a:lnTo>
                <a:lnTo>
                  <a:pt x="490" y="2169"/>
                </a:lnTo>
                <a:lnTo>
                  <a:pt x="491" y="2169"/>
                </a:lnTo>
                <a:lnTo>
                  <a:pt x="491" y="2170"/>
                </a:lnTo>
                <a:lnTo>
                  <a:pt x="492" y="2170"/>
                </a:lnTo>
                <a:lnTo>
                  <a:pt x="492" y="2171"/>
                </a:lnTo>
                <a:lnTo>
                  <a:pt x="493" y="2171"/>
                </a:lnTo>
                <a:lnTo>
                  <a:pt x="493" y="2172"/>
                </a:lnTo>
                <a:lnTo>
                  <a:pt x="493" y="2171"/>
                </a:lnTo>
                <a:lnTo>
                  <a:pt x="494" y="2171"/>
                </a:lnTo>
                <a:lnTo>
                  <a:pt x="494" y="2170"/>
                </a:lnTo>
                <a:lnTo>
                  <a:pt x="494" y="2169"/>
                </a:lnTo>
                <a:lnTo>
                  <a:pt x="495" y="2169"/>
                </a:lnTo>
                <a:lnTo>
                  <a:pt x="495" y="2168"/>
                </a:lnTo>
                <a:lnTo>
                  <a:pt x="496" y="2168"/>
                </a:lnTo>
                <a:lnTo>
                  <a:pt x="496" y="2167"/>
                </a:lnTo>
                <a:lnTo>
                  <a:pt x="497" y="2167"/>
                </a:lnTo>
                <a:lnTo>
                  <a:pt x="498" y="2167"/>
                </a:lnTo>
                <a:lnTo>
                  <a:pt x="499" y="2167"/>
                </a:lnTo>
                <a:lnTo>
                  <a:pt x="500" y="2167"/>
                </a:lnTo>
                <a:lnTo>
                  <a:pt x="501" y="2166"/>
                </a:lnTo>
                <a:lnTo>
                  <a:pt x="502" y="2166"/>
                </a:lnTo>
                <a:lnTo>
                  <a:pt x="502" y="2167"/>
                </a:lnTo>
                <a:lnTo>
                  <a:pt x="503" y="2167"/>
                </a:lnTo>
                <a:lnTo>
                  <a:pt x="504" y="2167"/>
                </a:lnTo>
                <a:lnTo>
                  <a:pt x="504" y="2168"/>
                </a:lnTo>
                <a:lnTo>
                  <a:pt x="505" y="2168"/>
                </a:lnTo>
                <a:lnTo>
                  <a:pt x="505" y="2167"/>
                </a:lnTo>
                <a:lnTo>
                  <a:pt x="505" y="2166"/>
                </a:lnTo>
                <a:lnTo>
                  <a:pt x="505" y="2165"/>
                </a:lnTo>
                <a:lnTo>
                  <a:pt x="506" y="2165"/>
                </a:lnTo>
                <a:lnTo>
                  <a:pt x="506" y="2164"/>
                </a:lnTo>
                <a:lnTo>
                  <a:pt x="505" y="2164"/>
                </a:lnTo>
                <a:lnTo>
                  <a:pt x="506" y="2164"/>
                </a:lnTo>
                <a:lnTo>
                  <a:pt x="506" y="2163"/>
                </a:lnTo>
                <a:lnTo>
                  <a:pt x="507" y="2163"/>
                </a:lnTo>
                <a:lnTo>
                  <a:pt x="507" y="2162"/>
                </a:lnTo>
                <a:lnTo>
                  <a:pt x="507" y="2161"/>
                </a:lnTo>
                <a:lnTo>
                  <a:pt x="507" y="2160"/>
                </a:lnTo>
                <a:lnTo>
                  <a:pt x="507" y="2159"/>
                </a:lnTo>
                <a:lnTo>
                  <a:pt x="508" y="2159"/>
                </a:lnTo>
                <a:lnTo>
                  <a:pt x="508" y="2158"/>
                </a:lnTo>
                <a:lnTo>
                  <a:pt x="508" y="2157"/>
                </a:lnTo>
                <a:lnTo>
                  <a:pt x="509" y="2157"/>
                </a:lnTo>
                <a:lnTo>
                  <a:pt x="510" y="2157"/>
                </a:lnTo>
                <a:lnTo>
                  <a:pt x="510" y="2156"/>
                </a:lnTo>
                <a:lnTo>
                  <a:pt x="510" y="2155"/>
                </a:lnTo>
                <a:lnTo>
                  <a:pt x="511" y="2155"/>
                </a:lnTo>
                <a:lnTo>
                  <a:pt x="512" y="2155"/>
                </a:lnTo>
                <a:lnTo>
                  <a:pt x="513" y="2155"/>
                </a:lnTo>
                <a:lnTo>
                  <a:pt x="512" y="2155"/>
                </a:lnTo>
                <a:lnTo>
                  <a:pt x="512" y="2154"/>
                </a:lnTo>
                <a:lnTo>
                  <a:pt x="512" y="2153"/>
                </a:lnTo>
                <a:lnTo>
                  <a:pt x="513" y="2153"/>
                </a:lnTo>
                <a:lnTo>
                  <a:pt x="514" y="2153"/>
                </a:lnTo>
                <a:lnTo>
                  <a:pt x="514" y="2154"/>
                </a:lnTo>
                <a:lnTo>
                  <a:pt x="514" y="2153"/>
                </a:lnTo>
                <a:lnTo>
                  <a:pt x="514" y="2154"/>
                </a:lnTo>
                <a:lnTo>
                  <a:pt x="515" y="2154"/>
                </a:lnTo>
                <a:lnTo>
                  <a:pt x="515" y="2153"/>
                </a:lnTo>
                <a:lnTo>
                  <a:pt x="515" y="2154"/>
                </a:lnTo>
                <a:lnTo>
                  <a:pt x="516" y="2154"/>
                </a:lnTo>
                <a:lnTo>
                  <a:pt x="516" y="2153"/>
                </a:lnTo>
                <a:lnTo>
                  <a:pt x="516" y="2152"/>
                </a:lnTo>
                <a:lnTo>
                  <a:pt x="516" y="2153"/>
                </a:lnTo>
                <a:lnTo>
                  <a:pt x="517" y="2153"/>
                </a:lnTo>
                <a:lnTo>
                  <a:pt x="518" y="2153"/>
                </a:lnTo>
                <a:lnTo>
                  <a:pt x="519" y="2153"/>
                </a:lnTo>
                <a:lnTo>
                  <a:pt x="519" y="2152"/>
                </a:lnTo>
                <a:lnTo>
                  <a:pt x="519" y="2151"/>
                </a:lnTo>
                <a:lnTo>
                  <a:pt x="520" y="2151"/>
                </a:lnTo>
                <a:lnTo>
                  <a:pt x="520" y="2150"/>
                </a:lnTo>
                <a:lnTo>
                  <a:pt x="521" y="2150"/>
                </a:lnTo>
                <a:lnTo>
                  <a:pt x="521" y="2149"/>
                </a:lnTo>
                <a:lnTo>
                  <a:pt x="520" y="2149"/>
                </a:lnTo>
                <a:lnTo>
                  <a:pt x="520" y="2148"/>
                </a:lnTo>
                <a:lnTo>
                  <a:pt x="521" y="2148"/>
                </a:lnTo>
                <a:lnTo>
                  <a:pt x="521" y="2147"/>
                </a:lnTo>
                <a:lnTo>
                  <a:pt x="521" y="2146"/>
                </a:lnTo>
                <a:lnTo>
                  <a:pt x="522" y="2146"/>
                </a:lnTo>
                <a:lnTo>
                  <a:pt x="522" y="2145"/>
                </a:lnTo>
                <a:lnTo>
                  <a:pt x="523" y="2145"/>
                </a:lnTo>
                <a:lnTo>
                  <a:pt x="523" y="2144"/>
                </a:lnTo>
                <a:lnTo>
                  <a:pt x="524" y="2144"/>
                </a:lnTo>
                <a:lnTo>
                  <a:pt x="523" y="2144"/>
                </a:lnTo>
                <a:lnTo>
                  <a:pt x="523" y="2143"/>
                </a:lnTo>
                <a:lnTo>
                  <a:pt x="523" y="2142"/>
                </a:lnTo>
                <a:lnTo>
                  <a:pt x="522" y="2142"/>
                </a:lnTo>
                <a:lnTo>
                  <a:pt x="522" y="2141"/>
                </a:lnTo>
                <a:lnTo>
                  <a:pt x="523" y="2141"/>
                </a:lnTo>
                <a:lnTo>
                  <a:pt x="523" y="2140"/>
                </a:lnTo>
                <a:lnTo>
                  <a:pt x="522" y="2140"/>
                </a:lnTo>
                <a:lnTo>
                  <a:pt x="522" y="2139"/>
                </a:lnTo>
                <a:lnTo>
                  <a:pt x="521" y="2139"/>
                </a:lnTo>
                <a:lnTo>
                  <a:pt x="521" y="2138"/>
                </a:lnTo>
                <a:lnTo>
                  <a:pt x="521" y="2137"/>
                </a:lnTo>
                <a:lnTo>
                  <a:pt x="520" y="2137"/>
                </a:lnTo>
                <a:lnTo>
                  <a:pt x="520" y="2136"/>
                </a:lnTo>
                <a:lnTo>
                  <a:pt x="521" y="2136"/>
                </a:lnTo>
                <a:lnTo>
                  <a:pt x="521" y="2135"/>
                </a:lnTo>
                <a:lnTo>
                  <a:pt x="521" y="2136"/>
                </a:lnTo>
                <a:lnTo>
                  <a:pt x="521" y="2135"/>
                </a:lnTo>
                <a:lnTo>
                  <a:pt x="522" y="2135"/>
                </a:lnTo>
                <a:lnTo>
                  <a:pt x="522" y="2134"/>
                </a:lnTo>
                <a:lnTo>
                  <a:pt x="521" y="2134"/>
                </a:lnTo>
                <a:lnTo>
                  <a:pt x="521" y="2133"/>
                </a:lnTo>
                <a:lnTo>
                  <a:pt x="522" y="2133"/>
                </a:lnTo>
                <a:lnTo>
                  <a:pt x="522" y="2132"/>
                </a:lnTo>
                <a:lnTo>
                  <a:pt x="523" y="2132"/>
                </a:lnTo>
                <a:lnTo>
                  <a:pt x="523" y="2131"/>
                </a:lnTo>
                <a:lnTo>
                  <a:pt x="522" y="2131"/>
                </a:lnTo>
                <a:lnTo>
                  <a:pt x="522" y="2130"/>
                </a:lnTo>
                <a:lnTo>
                  <a:pt x="522" y="2129"/>
                </a:lnTo>
                <a:lnTo>
                  <a:pt x="521" y="2129"/>
                </a:lnTo>
                <a:lnTo>
                  <a:pt x="522" y="2129"/>
                </a:lnTo>
                <a:lnTo>
                  <a:pt x="521" y="2129"/>
                </a:lnTo>
                <a:lnTo>
                  <a:pt x="521" y="2128"/>
                </a:lnTo>
                <a:lnTo>
                  <a:pt x="521" y="2127"/>
                </a:lnTo>
                <a:lnTo>
                  <a:pt x="521" y="2126"/>
                </a:lnTo>
                <a:lnTo>
                  <a:pt x="520" y="2126"/>
                </a:lnTo>
                <a:lnTo>
                  <a:pt x="520" y="2125"/>
                </a:lnTo>
                <a:lnTo>
                  <a:pt x="519" y="2125"/>
                </a:lnTo>
                <a:lnTo>
                  <a:pt x="518" y="2125"/>
                </a:lnTo>
                <a:lnTo>
                  <a:pt x="517" y="2125"/>
                </a:lnTo>
                <a:lnTo>
                  <a:pt x="517" y="2126"/>
                </a:lnTo>
                <a:lnTo>
                  <a:pt x="517" y="2125"/>
                </a:lnTo>
                <a:lnTo>
                  <a:pt x="516" y="2125"/>
                </a:lnTo>
                <a:lnTo>
                  <a:pt x="516" y="2124"/>
                </a:lnTo>
                <a:lnTo>
                  <a:pt x="516" y="2123"/>
                </a:lnTo>
                <a:lnTo>
                  <a:pt x="517" y="2122"/>
                </a:lnTo>
                <a:lnTo>
                  <a:pt x="517" y="2121"/>
                </a:lnTo>
                <a:lnTo>
                  <a:pt x="516" y="2121"/>
                </a:lnTo>
                <a:lnTo>
                  <a:pt x="517" y="2120"/>
                </a:lnTo>
                <a:lnTo>
                  <a:pt x="517" y="2119"/>
                </a:lnTo>
                <a:lnTo>
                  <a:pt x="517" y="2117"/>
                </a:lnTo>
                <a:lnTo>
                  <a:pt x="517" y="2116"/>
                </a:lnTo>
                <a:lnTo>
                  <a:pt x="517" y="2115"/>
                </a:lnTo>
                <a:lnTo>
                  <a:pt x="516" y="2115"/>
                </a:lnTo>
                <a:lnTo>
                  <a:pt x="516" y="2114"/>
                </a:lnTo>
                <a:lnTo>
                  <a:pt x="517" y="2114"/>
                </a:lnTo>
                <a:lnTo>
                  <a:pt x="517" y="2113"/>
                </a:lnTo>
                <a:lnTo>
                  <a:pt x="517" y="2112"/>
                </a:lnTo>
                <a:lnTo>
                  <a:pt x="517" y="2111"/>
                </a:lnTo>
                <a:lnTo>
                  <a:pt x="518" y="2111"/>
                </a:lnTo>
                <a:lnTo>
                  <a:pt x="518" y="2110"/>
                </a:lnTo>
                <a:lnTo>
                  <a:pt x="519" y="2110"/>
                </a:lnTo>
                <a:lnTo>
                  <a:pt x="519" y="2109"/>
                </a:lnTo>
                <a:lnTo>
                  <a:pt x="518" y="2109"/>
                </a:lnTo>
                <a:lnTo>
                  <a:pt x="518" y="2108"/>
                </a:lnTo>
                <a:lnTo>
                  <a:pt x="517" y="2108"/>
                </a:lnTo>
                <a:lnTo>
                  <a:pt x="516" y="2107"/>
                </a:lnTo>
                <a:lnTo>
                  <a:pt x="516" y="2108"/>
                </a:lnTo>
                <a:lnTo>
                  <a:pt x="515" y="2108"/>
                </a:lnTo>
                <a:lnTo>
                  <a:pt x="515" y="2107"/>
                </a:lnTo>
                <a:lnTo>
                  <a:pt x="514" y="2107"/>
                </a:lnTo>
                <a:lnTo>
                  <a:pt x="514" y="2106"/>
                </a:lnTo>
                <a:lnTo>
                  <a:pt x="514" y="2105"/>
                </a:lnTo>
                <a:lnTo>
                  <a:pt x="513" y="2105"/>
                </a:lnTo>
                <a:lnTo>
                  <a:pt x="512" y="2105"/>
                </a:lnTo>
                <a:lnTo>
                  <a:pt x="512" y="2104"/>
                </a:lnTo>
                <a:lnTo>
                  <a:pt x="511" y="2104"/>
                </a:lnTo>
                <a:lnTo>
                  <a:pt x="511" y="2103"/>
                </a:lnTo>
                <a:lnTo>
                  <a:pt x="511" y="2102"/>
                </a:lnTo>
                <a:lnTo>
                  <a:pt x="510" y="2101"/>
                </a:lnTo>
                <a:lnTo>
                  <a:pt x="510" y="2100"/>
                </a:lnTo>
                <a:lnTo>
                  <a:pt x="510" y="2099"/>
                </a:lnTo>
                <a:lnTo>
                  <a:pt x="510" y="2098"/>
                </a:lnTo>
                <a:lnTo>
                  <a:pt x="510" y="2097"/>
                </a:lnTo>
                <a:lnTo>
                  <a:pt x="509" y="2096"/>
                </a:lnTo>
                <a:lnTo>
                  <a:pt x="509" y="2095"/>
                </a:lnTo>
                <a:lnTo>
                  <a:pt x="509" y="2094"/>
                </a:lnTo>
                <a:lnTo>
                  <a:pt x="509" y="2093"/>
                </a:lnTo>
                <a:lnTo>
                  <a:pt x="509" y="2091"/>
                </a:lnTo>
                <a:lnTo>
                  <a:pt x="509" y="2090"/>
                </a:lnTo>
                <a:lnTo>
                  <a:pt x="509" y="2089"/>
                </a:lnTo>
                <a:lnTo>
                  <a:pt x="509" y="2088"/>
                </a:lnTo>
                <a:lnTo>
                  <a:pt x="510" y="2088"/>
                </a:lnTo>
                <a:lnTo>
                  <a:pt x="510" y="2087"/>
                </a:lnTo>
                <a:lnTo>
                  <a:pt x="511" y="2087"/>
                </a:lnTo>
                <a:lnTo>
                  <a:pt x="511" y="2086"/>
                </a:lnTo>
                <a:lnTo>
                  <a:pt x="510" y="2086"/>
                </a:lnTo>
                <a:lnTo>
                  <a:pt x="510" y="2085"/>
                </a:lnTo>
                <a:lnTo>
                  <a:pt x="509" y="2085"/>
                </a:lnTo>
                <a:lnTo>
                  <a:pt x="509" y="2084"/>
                </a:lnTo>
                <a:lnTo>
                  <a:pt x="508" y="2084"/>
                </a:lnTo>
                <a:lnTo>
                  <a:pt x="508" y="2083"/>
                </a:lnTo>
                <a:lnTo>
                  <a:pt x="507" y="2083"/>
                </a:lnTo>
                <a:lnTo>
                  <a:pt x="506" y="2083"/>
                </a:lnTo>
                <a:lnTo>
                  <a:pt x="505" y="2083"/>
                </a:lnTo>
                <a:lnTo>
                  <a:pt x="505" y="2082"/>
                </a:lnTo>
                <a:lnTo>
                  <a:pt x="504" y="2082"/>
                </a:lnTo>
                <a:lnTo>
                  <a:pt x="504" y="2081"/>
                </a:lnTo>
                <a:lnTo>
                  <a:pt x="503" y="2081"/>
                </a:lnTo>
                <a:lnTo>
                  <a:pt x="502" y="2081"/>
                </a:lnTo>
                <a:lnTo>
                  <a:pt x="502" y="2080"/>
                </a:lnTo>
                <a:lnTo>
                  <a:pt x="502" y="2079"/>
                </a:lnTo>
                <a:lnTo>
                  <a:pt x="503" y="2079"/>
                </a:lnTo>
                <a:lnTo>
                  <a:pt x="503" y="2078"/>
                </a:lnTo>
                <a:lnTo>
                  <a:pt x="502" y="2078"/>
                </a:lnTo>
                <a:lnTo>
                  <a:pt x="501" y="2077"/>
                </a:lnTo>
                <a:lnTo>
                  <a:pt x="500" y="2077"/>
                </a:lnTo>
                <a:lnTo>
                  <a:pt x="500" y="2076"/>
                </a:lnTo>
                <a:lnTo>
                  <a:pt x="499" y="2076"/>
                </a:lnTo>
                <a:lnTo>
                  <a:pt x="499" y="2075"/>
                </a:lnTo>
                <a:lnTo>
                  <a:pt x="499" y="2074"/>
                </a:lnTo>
                <a:lnTo>
                  <a:pt x="499" y="2073"/>
                </a:lnTo>
                <a:lnTo>
                  <a:pt x="499" y="2072"/>
                </a:lnTo>
                <a:lnTo>
                  <a:pt x="498" y="2072"/>
                </a:lnTo>
                <a:lnTo>
                  <a:pt x="498" y="2071"/>
                </a:lnTo>
                <a:lnTo>
                  <a:pt x="498" y="2070"/>
                </a:lnTo>
                <a:lnTo>
                  <a:pt x="498" y="2071"/>
                </a:lnTo>
                <a:lnTo>
                  <a:pt x="497" y="2071"/>
                </a:lnTo>
                <a:lnTo>
                  <a:pt x="497" y="2070"/>
                </a:lnTo>
                <a:lnTo>
                  <a:pt x="496" y="2070"/>
                </a:lnTo>
                <a:lnTo>
                  <a:pt x="495" y="2070"/>
                </a:lnTo>
                <a:lnTo>
                  <a:pt x="494" y="2070"/>
                </a:lnTo>
                <a:lnTo>
                  <a:pt x="494" y="2069"/>
                </a:lnTo>
                <a:lnTo>
                  <a:pt x="493" y="2069"/>
                </a:lnTo>
                <a:lnTo>
                  <a:pt x="492" y="2069"/>
                </a:lnTo>
                <a:lnTo>
                  <a:pt x="492" y="2068"/>
                </a:lnTo>
                <a:lnTo>
                  <a:pt x="492" y="2067"/>
                </a:lnTo>
                <a:lnTo>
                  <a:pt x="492" y="2066"/>
                </a:lnTo>
                <a:lnTo>
                  <a:pt x="491" y="2066"/>
                </a:lnTo>
                <a:lnTo>
                  <a:pt x="492" y="2066"/>
                </a:lnTo>
                <a:lnTo>
                  <a:pt x="492" y="2065"/>
                </a:lnTo>
                <a:lnTo>
                  <a:pt x="491" y="2065"/>
                </a:lnTo>
                <a:lnTo>
                  <a:pt x="491" y="2064"/>
                </a:lnTo>
                <a:lnTo>
                  <a:pt x="490" y="2064"/>
                </a:lnTo>
                <a:lnTo>
                  <a:pt x="489" y="2064"/>
                </a:lnTo>
                <a:lnTo>
                  <a:pt x="489" y="2063"/>
                </a:lnTo>
                <a:lnTo>
                  <a:pt x="488" y="2063"/>
                </a:lnTo>
                <a:lnTo>
                  <a:pt x="488" y="2062"/>
                </a:lnTo>
                <a:lnTo>
                  <a:pt x="487" y="2062"/>
                </a:lnTo>
                <a:lnTo>
                  <a:pt x="487" y="2061"/>
                </a:lnTo>
                <a:lnTo>
                  <a:pt x="486" y="2061"/>
                </a:lnTo>
                <a:lnTo>
                  <a:pt x="484" y="2061"/>
                </a:lnTo>
                <a:lnTo>
                  <a:pt x="483" y="2061"/>
                </a:lnTo>
                <a:lnTo>
                  <a:pt x="482" y="2061"/>
                </a:lnTo>
                <a:lnTo>
                  <a:pt x="482" y="2060"/>
                </a:lnTo>
                <a:lnTo>
                  <a:pt x="481" y="2060"/>
                </a:lnTo>
                <a:lnTo>
                  <a:pt x="481" y="2059"/>
                </a:lnTo>
                <a:lnTo>
                  <a:pt x="482" y="2059"/>
                </a:lnTo>
                <a:lnTo>
                  <a:pt x="481" y="2059"/>
                </a:lnTo>
                <a:lnTo>
                  <a:pt x="481" y="2058"/>
                </a:lnTo>
                <a:lnTo>
                  <a:pt x="480" y="2058"/>
                </a:lnTo>
                <a:lnTo>
                  <a:pt x="480" y="2057"/>
                </a:lnTo>
                <a:lnTo>
                  <a:pt x="479" y="2057"/>
                </a:lnTo>
                <a:lnTo>
                  <a:pt x="479" y="2056"/>
                </a:lnTo>
                <a:lnTo>
                  <a:pt x="479" y="2055"/>
                </a:lnTo>
                <a:lnTo>
                  <a:pt x="479" y="2054"/>
                </a:lnTo>
                <a:lnTo>
                  <a:pt x="478" y="2054"/>
                </a:lnTo>
                <a:lnTo>
                  <a:pt x="478" y="2053"/>
                </a:lnTo>
                <a:lnTo>
                  <a:pt x="477" y="2053"/>
                </a:lnTo>
                <a:lnTo>
                  <a:pt x="477" y="2052"/>
                </a:lnTo>
                <a:lnTo>
                  <a:pt x="476" y="2052"/>
                </a:lnTo>
                <a:lnTo>
                  <a:pt x="476" y="2051"/>
                </a:lnTo>
                <a:lnTo>
                  <a:pt x="476" y="2050"/>
                </a:lnTo>
                <a:lnTo>
                  <a:pt x="475" y="2050"/>
                </a:lnTo>
                <a:lnTo>
                  <a:pt x="476" y="2050"/>
                </a:lnTo>
                <a:lnTo>
                  <a:pt x="475" y="2050"/>
                </a:lnTo>
                <a:lnTo>
                  <a:pt x="475" y="2049"/>
                </a:lnTo>
                <a:lnTo>
                  <a:pt x="475" y="2050"/>
                </a:lnTo>
                <a:lnTo>
                  <a:pt x="475" y="2049"/>
                </a:lnTo>
                <a:lnTo>
                  <a:pt x="474" y="2049"/>
                </a:lnTo>
                <a:lnTo>
                  <a:pt x="474" y="2048"/>
                </a:lnTo>
                <a:lnTo>
                  <a:pt x="473" y="2048"/>
                </a:lnTo>
                <a:lnTo>
                  <a:pt x="473" y="2047"/>
                </a:lnTo>
                <a:lnTo>
                  <a:pt x="472" y="2047"/>
                </a:lnTo>
                <a:lnTo>
                  <a:pt x="472" y="2046"/>
                </a:lnTo>
                <a:lnTo>
                  <a:pt x="472" y="2045"/>
                </a:lnTo>
                <a:lnTo>
                  <a:pt x="473" y="2044"/>
                </a:lnTo>
                <a:lnTo>
                  <a:pt x="473" y="2042"/>
                </a:lnTo>
                <a:lnTo>
                  <a:pt x="473" y="2041"/>
                </a:lnTo>
                <a:lnTo>
                  <a:pt x="474" y="2041"/>
                </a:lnTo>
                <a:lnTo>
                  <a:pt x="474" y="2040"/>
                </a:lnTo>
                <a:lnTo>
                  <a:pt x="473" y="2040"/>
                </a:lnTo>
                <a:lnTo>
                  <a:pt x="472" y="2040"/>
                </a:lnTo>
                <a:lnTo>
                  <a:pt x="471" y="2040"/>
                </a:lnTo>
                <a:lnTo>
                  <a:pt x="470" y="2040"/>
                </a:lnTo>
                <a:lnTo>
                  <a:pt x="470" y="2039"/>
                </a:lnTo>
                <a:lnTo>
                  <a:pt x="469" y="2039"/>
                </a:lnTo>
                <a:lnTo>
                  <a:pt x="469" y="2038"/>
                </a:lnTo>
                <a:lnTo>
                  <a:pt x="469" y="2037"/>
                </a:lnTo>
                <a:lnTo>
                  <a:pt x="468" y="2037"/>
                </a:lnTo>
                <a:lnTo>
                  <a:pt x="467" y="2037"/>
                </a:lnTo>
                <a:lnTo>
                  <a:pt x="467" y="2036"/>
                </a:lnTo>
                <a:lnTo>
                  <a:pt x="467" y="2035"/>
                </a:lnTo>
                <a:lnTo>
                  <a:pt x="468" y="2035"/>
                </a:lnTo>
                <a:lnTo>
                  <a:pt x="469" y="2035"/>
                </a:lnTo>
                <a:lnTo>
                  <a:pt x="470" y="2035"/>
                </a:lnTo>
                <a:lnTo>
                  <a:pt x="470" y="2034"/>
                </a:lnTo>
                <a:lnTo>
                  <a:pt x="471" y="2034"/>
                </a:lnTo>
                <a:lnTo>
                  <a:pt x="472" y="2034"/>
                </a:lnTo>
                <a:lnTo>
                  <a:pt x="472" y="2033"/>
                </a:lnTo>
                <a:lnTo>
                  <a:pt x="473" y="2033"/>
                </a:lnTo>
                <a:lnTo>
                  <a:pt x="474" y="2033"/>
                </a:lnTo>
                <a:lnTo>
                  <a:pt x="474" y="2032"/>
                </a:lnTo>
                <a:lnTo>
                  <a:pt x="475" y="2031"/>
                </a:lnTo>
                <a:lnTo>
                  <a:pt x="476" y="2031"/>
                </a:lnTo>
                <a:lnTo>
                  <a:pt x="476" y="2030"/>
                </a:lnTo>
                <a:lnTo>
                  <a:pt x="477" y="2030"/>
                </a:lnTo>
                <a:lnTo>
                  <a:pt x="477" y="2029"/>
                </a:lnTo>
                <a:lnTo>
                  <a:pt x="476" y="2029"/>
                </a:lnTo>
                <a:lnTo>
                  <a:pt x="476" y="2028"/>
                </a:lnTo>
                <a:lnTo>
                  <a:pt x="476" y="2027"/>
                </a:lnTo>
                <a:lnTo>
                  <a:pt x="475" y="2027"/>
                </a:lnTo>
                <a:lnTo>
                  <a:pt x="475" y="2026"/>
                </a:lnTo>
                <a:lnTo>
                  <a:pt x="475" y="2025"/>
                </a:lnTo>
                <a:lnTo>
                  <a:pt x="475" y="2024"/>
                </a:lnTo>
                <a:lnTo>
                  <a:pt x="474" y="2024"/>
                </a:lnTo>
                <a:lnTo>
                  <a:pt x="474" y="2023"/>
                </a:lnTo>
                <a:lnTo>
                  <a:pt x="474" y="2022"/>
                </a:lnTo>
                <a:lnTo>
                  <a:pt x="474" y="2021"/>
                </a:lnTo>
                <a:lnTo>
                  <a:pt x="474" y="2020"/>
                </a:lnTo>
                <a:lnTo>
                  <a:pt x="475" y="2020"/>
                </a:lnTo>
                <a:lnTo>
                  <a:pt x="474" y="2020"/>
                </a:lnTo>
                <a:lnTo>
                  <a:pt x="474" y="2019"/>
                </a:lnTo>
                <a:lnTo>
                  <a:pt x="475" y="2019"/>
                </a:lnTo>
                <a:lnTo>
                  <a:pt x="475" y="2018"/>
                </a:lnTo>
                <a:lnTo>
                  <a:pt x="475" y="2017"/>
                </a:lnTo>
                <a:lnTo>
                  <a:pt x="474" y="2017"/>
                </a:lnTo>
                <a:lnTo>
                  <a:pt x="474" y="2016"/>
                </a:lnTo>
                <a:lnTo>
                  <a:pt x="474" y="2015"/>
                </a:lnTo>
                <a:lnTo>
                  <a:pt x="474" y="2014"/>
                </a:lnTo>
                <a:lnTo>
                  <a:pt x="474" y="2013"/>
                </a:lnTo>
                <a:lnTo>
                  <a:pt x="475" y="2013"/>
                </a:lnTo>
                <a:lnTo>
                  <a:pt x="475" y="2012"/>
                </a:lnTo>
                <a:lnTo>
                  <a:pt x="474" y="2012"/>
                </a:lnTo>
                <a:lnTo>
                  <a:pt x="474" y="2011"/>
                </a:lnTo>
                <a:lnTo>
                  <a:pt x="475" y="2011"/>
                </a:lnTo>
                <a:lnTo>
                  <a:pt x="475" y="2010"/>
                </a:lnTo>
                <a:lnTo>
                  <a:pt x="474" y="2010"/>
                </a:lnTo>
                <a:lnTo>
                  <a:pt x="473" y="2010"/>
                </a:lnTo>
                <a:lnTo>
                  <a:pt x="473" y="2009"/>
                </a:lnTo>
                <a:lnTo>
                  <a:pt x="472" y="2009"/>
                </a:lnTo>
                <a:lnTo>
                  <a:pt x="472" y="2007"/>
                </a:lnTo>
                <a:lnTo>
                  <a:pt x="472" y="2006"/>
                </a:lnTo>
                <a:lnTo>
                  <a:pt x="472" y="2005"/>
                </a:lnTo>
                <a:lnTo>
                  <a:pt x="472" y="2004"/>
                </a:lnTo>
                <a:lnTo>
                  <a:pt x="473" y="2004"/>
                </a:lnTo>
                <a:lnTo>
                  <a:pt x="472" y="2004"/>
                </a:lnTo>
                <a:lnTo>
                  <a:pt x="472" y="2003"/>
                </a:lnTo>
                <a:lnTo>
                  <a:pt x="473" y="2003"/>
                </a:lnTo>
                <a:lnTo>
                  <a:pt x="473" y="2002"/>
                </a:lnTo>
                <a:lnTo>
                  <a:pt x="472" y="2002"/>
                </a:lnTo>
                <a:lnTo>
                  <a:pt x="473" y="2002"/>
                </a:lnTo>
                <a:lnTo>
                  <a:pt x="473" y="2001"/>
                </a:lnTo>
                <a:lnTo>
                  <a:pt x="472" y="2001"/>
                </a:lnTo>
                <a:lnTo>
                  <a:pt x="471" y="2000"/>
                </a:lnTo>
                <a:lnTo>
                  <a:pt x="470" y="2000"/>
                </a:lnTo>
                <a:lnTo>
                  <a:pt x="470" y="1999"/>
                </a:lnTo>
                <a:lnTo>
                  <a:pt x="469" y="1999"/>
                </a:lnTo>
                <a:lnTo>
                  <a:pt x="469" y="1998"/>
                </a:lnTo>
                <a:lnTo>
                  <a:pt x="469" y="1999"/>
                </a:lnTo>
                <a:lnTo>
                  <a:pt x="468" y="1999"/>
                </a:lnTo>
                <a:lnTo>
                  <a:pt x="467" y="1999"/>
                </a:lnTo>
                <a:lnTo>
                  <a:pt x="466" y="1999"/>
                </a:lnTo>
                <a:lnTo>
                  <a:pt x="466" y="1998"/>
                </a:lnTo>
                <a:lnTo>
                  <a:pt x="465" y="1998"/>
                </a:lnTo>
                <a:lnTo>
                  <a:pt x="465" y="1997"/>
                </a:lnTo>
                <a:lnTo>
                  <a:pt x="465" y="1996"/>
                </a:lnTo>
                <a:lnTo>
                  <a:pt x="465" y="1995"/>
                </a:lnTo>
                <a:lnTo>
                  <a:pt x="466" y="1995"/>
                </a:lnTo>
                <a:lnTo>
                  <a:pt x="466" y="1994"/>
                </a:lnTo>
                <a:lnTo>
                  <a:pt x="465" y="1994"/>
                </a:lnTo>
                <a:lnTo>
                  <a:pt x="465" y="1993"/>
                </a:lnTo>
                <a:lnTo>
                  <a:pt x="466" y="1993"/>
                </a:lnTo>
                <a:lnTo>
                  <a:pt x="466" y="1992"/>
                </a:lnTo>
                <a:lnTo>
                  <a:pt x="467" y="1992"/>
                </a:lnTo>
                <a:lnTo>
                  <a:pt x="467" y="1993"/>
                </a:lnTo>
                <a:lnTo>
                  <a:pt x="468" y="1993"/>
                </a:lnTo>
                <a:lnTo>
                  <a:pt x="469" y="1993"/>
                </a:lnTo>
                <a:lnTo>
                  <a:pt x="468" y="1993"/>
                </a:lnTo>
                <a:lnTo>
                  <a:pt x="468" y="1992"/>
                </a:lnTo>
                <a:lnTo>
                  <a:pt x="469" y="1992"/>
                </a:lnTo>
                <a:lnTo>
                  <a:pt x="470" y="1992"/>
                </a:lnTo>
                <a:lnTo>
                  <a:pt x="471" y="1992"/>
                </a:lnTo>
                <a:lnTo>
                  <a:pt x="472" y="1992"/>
                </a:lnTo>
                <a:lnTo>
                  <a:pt x="473" y="1992"/>
                </a:lnTo>
                <a:lnTo>
                  <a:pt x="473" y="1991"/>
                </a:lnTo>
                <a:lnTo>
                  <a:pt x="474" y="1991"/>
                </a:lnTo>
                <a:lnTo>
                  <a:pt x="474" y="1990"/>
                </a:lnTo>
                <a:lnTo>
                  <a:pt x="475" y="1990"/>
                </a:lnTo>
                <a:lnTo>
                  <a:pt x="476" y="1990"/>
                </a:lnTo>
                <a:lnTo>
                  <a:pt x="476" y="1989"/>
                </a:lnTo>
                <a:lnTo>
                  <a:pt x="477" y="1989"/>
                </a:lnTo>
                <a:lnTo>
                  <a:pt x="477" y="1988"/>
                </a:lnTo>
                <a:lnTo>
                  <a:pt x="477" y="1987"/>
                </a:lnTo>
                <a:lnTo>
                  <a:pt x="478" y="1987"/>
                </a:lnTo>
                <a:lnTo>
                  <a:pt x="478" y="1988"/>
                </a:lnTo>
                <a:lnTo>
                  <a:pt x="479" y="1988"/>
                </a:lnTo>
                <a:lnTo>
                  <a:pt x="480" y="1988"/>
                </a:lnTo>
                <a:lnTo>
                  <a:pt x="480" y="1989"/>
                </a:lnTo>
                <a:lnTo>
                  <a:pt x="481" y="1988"/>
                </a:lnTo>
                <a:lnTo>
                  <a:pt x="481" y="1987"/>
                </a:lnTo>
                <a:lnTo>
                  <a:pt x="482" y="1987"/>
                </a:lnTo>
                <a:lnTo>
                  <a:pt x="483" y="1987"/>
                </a:lnTo>
                <a:lnTo>
                  <a:pt x="483" y="1986"/>
                </a:lnTo>
                <a:lnTo>
                  <a:pt x="483" y="1985"/>
                </a:lnTo>
                <a:lnTo>
                  <a:pt x="484" y="1985"/>
                </a:lnTo>
                <a:lnTo>
                  <a:pt x="484" y="1984"/>
                </a:lnTo>
                <a:lnTo>
                  <a:pt x="485" y="1984"/>
                </a:lnTo>
                <a:lnTo>
                  <a:pt x="485" y="1985"/>
                </a:lnTo>
                <a:lnTo>
                  <a:pt x="485" y="1986"/>
                </a:lnTo>
                <a:lnTo>
                  <a:pt x="486" y="1986"/>
                </a:lnTo>
                <a:lnTo>
                  <a:pt x="487" y="1986"/>
                </a:lnTo>
                <a:lnTo>
                  <a:pt x="487" y="1987"/>
                </a:lnTo>
                <a:lnTo>
                  <a:pt x="488" y="1987"/>
                </a:lnTo>
                <a:lnTo>
                  <a:pt x="488" y="1986"/>
                </a:lnTo>
                <a:lnTo>
                  <a:pt x="489" y="1986"/>
                </a:lnTo>
                <a:lnTo>
                  <a:pt x="489" y="1985"/>
                </a:lnTo>
                <a:lnTo>
                  <a:pt x="489" y="1984"/>
                </a:lnTo>
                <a:lnTo>
                  <a:pt x="490" y="1984"/>
                </a:lnTo>
                <a:lnTo>
                  <a:pt x="489" y="1984"/>
                </a:lnTo>
                <a:lnTo>
                  <a:pt x="489" y="1983"/>
                </a:lnTo>
                <a:lnTo>
                  <a:pt x="490" y="1982"/>
                </a:lnTo>
                <a:lnTo>
                  <a:pt x="490" y="1981"/>
                </a:lnTo>
                <a:lnTo>
                  <a:pt x="490" y="1980"/>
                </a:lnTo>
                <a:lnTo>
                  <a:pt x="491" y="1980"/>
                </a:lnTo>
                <a:lnTo>
                  <a:pt x="491" y="1979"/>
                </a:lnTo>
                <a:lnTo>
                  <a:pt x="491" y="1978"/>
                </a:lnTo>
                <a:lnTo>
                  <a:pt x="492" y="1978"/>
                </a:lnTo>
                <a:lnTo>
                  <a:pt x="492" y="1977"/>
                </a:lnTo>
                <a:lnTo>
                  <a:pt x="492" y="1976"/>
                </a:lnTo>
                <a:lnTo>
                  <a:pt x="493" y="1976"/>
                </a:lnTo>
                <a:lnTo>
                  <a:pt x="493" y="1975"/>
                </a:lnTo>
                <a:lnTo>
                  <a:pt x="493" y="1974"/>
                </a:lnTo>
                <a:lnTo>
                  <a:pt x="493" y="1973"/>
                </a:lnTo>
                <a:lnTo>
                  <a:pt x="494" y="1973"/>
                </a:lnTo>
                <a:lnTo>
                  <a:pt x="494" y="1972"/>
                </a:lnTo>
                <a:lnTo>
                  <a:pt x="494" y="1971"/>
                </a:lnTo>
                <a:lnTo>
                  <a:pt x="494" y="1970"/>
                </a:lnTo>
                <a:lnTo>
                  <a:pt x="494" y="1969"/>
                </a:lnTo>
                <a:lnTo>
                  <a:pt x="496" y="1969"/>
                </a:lnTo>
                <a:lnTo>
                  <a:pt x="497" y="1969"/>
                </a:lnTo>
                <a:lnTo>
                  <a:pt x="498" y="1969"/>
                </a:lnTo>
                <a:lnTo>
                  <a:pt x="499" y="1969"/>
                </a:lnTo>
                <a:lnTo>
                  <a:pt x="499" y="1968"/>
                </a:lnTo>
                <a:lnTo>
                  <a:pt x="500" y="1968"/>
                </a:lnTo>
                <a:lnTo>
                  <a:pt x="500" y="1967"/>
                </a:lnTo>
                <a:lnTo>
                  <a:pt x="499" y="1967"/>
                </a:lnTo>
                <a:lnTo>
                  <a:pt x="498" y="1967"/>
                </a:lnTo>
                <a:lnTo>
                  <a:pt x="498" y="1966"/>
                </a:lnTo>
                <a:lnTo>
                  <a:pt x="497" y="1966"/>
                </a:lnTo>
                <a:lnTo>
                  <a:pt x="496" y="1966"/>
                </a:lnTo>
                <a:lnTo>
                  <a:pt x="496" y="1965"/>
                </a:lnTo>
                <a:lnTo>
                  <a:pt x="495" y="1965"/>
                </a:lnTo>
                <a:lnTo>
                  <a:pt x="494" y="1965"/>
                </a:lnTo>
                <a:lnTo>
                  <a:pt x="494" y="1964"/>
                </a:lnTo>
                <a:lnTo>
                  <a:pt x="493" y="1964"/>
                </a:lnTo>
                <a:lnTo>
                  <a:pt x="493" y="1963"/>
                </a:lnTo>
                <a:lnTo>
                  <a:pt x="493" y="1962"/>
                </a:lnTo>
                <a:lnTo>
                  <a:pt x="492" y="1962"/>
                </a:lnTo>
                <a:lnTo>
                  <a:pt x="492" y="1961"/>
                </a:lnTo>
                <a:lnTo>
                  <a:pt x="491" y="1961"/>
                </a:lnTo>
                <a:lnTo>
                  <a:pt x="491" y="1962"/>
                </a:lnTo>
                <a:lnTo>
                  <a:pt x="490" y="1962"/>
                </a:lnTo>
                <a:lnTo>
                  <a:pt x="490" y="1963"/>
                </a:lnTo>
                <a:lnTo>
                  <a:pt x="489" y="1963"/>
                </a:lnTo>
                <a:lnTo>
                  <a:pt x="489" y="1964"/>
                </a:lnTo>
                <a:lnTo>
                  <a:pt x="488" y="1964"/>
                </a:lnTo>
                <a:lnTo>
                  <a:pt x="487" y="1964"/>
                </a:lnTo>
                <a:lnTo>
                  <a:pt x="488" y="1964"/>
                </a:lnTo>
                <a:lnTo>
                  <a:pt x="488" y="1965"/>
                </a:lnTo>
                <a:lnTo>
                  <a:pt x="487" y="1965"/>
                </a:lnTo>
                <a:lnTo>
                  <a:pt x="486" y="1965"/>
                </a:lnTo>
                <a:lnTo>
                  <a:pt x="486" y="1964"/>
                </a:lnTo>
                <a:lnTo>
                  <a:pt x="485" y="1964"/>
                </a:lnTo>
                <a:lnTo>
                  <a:pt x="485" y="1963"/>
                </a:lnTo>
                <a:lnTo>
                  <a:pt x="484" y="1963"/>
                </a:lnTo>
                <a:lnTo>
                  <a:pt x="484" y="1962"/>
                </a:lnTo>
                <a:lnTo>
                  <a:pt x="485" y="1962"/>
                </a:lnTo>
                <a:lnTo>
                  <a:pt x="485" y="1961"/>
                </a:lnTo>
                <a:lnTo>
                  <a:pt x="484" y="1961"/>
                </a:lnTo>
                <a:lnTo>
                  <a:pt x="484" y="1960"/>
                </a:lnTo>
                <a:lnTo>
                  <a:pt x="483" y="1960"/>
                </a:lnTo>
                <a:lnTo>
                  <a:pt x="483" y="1959"/>
                </a:lnTo>
                <a:lnTo>
                  <a:pt x="482" y="1959"/>
                </a:lnTo>
                <a:lnTo>
                  <a:pt x="482" y="1958"/>
                </a:lnTo>
                <a:lnTo>
                  <a:pt x="482" y="1959"/>
                </a:lnTo>
                <a:lnTo>
                  <a:pt x="481" y="1959"/>
                </a:lnTo>
                <a:lnTo>
                  <a:pt x="481" y="1958"/>
                </a:lnTo>
                <a:lnTo>
                  <a:pt x="480" y="1958"/>
                </a:lnTo>
                <a:lnTo>
                  <a:pt x="479" y="1958"/>
                </a:lnTo>
                <a:lnTo>
                  <a:pt x="479" y="1957"/>
                </a:lnTo>
                <a:lnTo>
                  <a:pt x="478" y="1957"/>
                </a:lnTo>
                <a:lnTo>
                  <a:pt x="477" y="1957"/>
                </a:lnTo>
                <a:lnTo>
                  <a:pt x="477" y="1956"/>
                </a:lnTo>
                <a:lnTo>
                  <a:pt x="476" y="1956"/>
                </a:lnTo>
                <a:lnTo>
                  <a:pt x="475" y="1956"/>
                </a:lnTo>
                <a:lnTo>
                  <a:pt x="474" y="1956"/>
                </a:lnTo>
                <a:lnTo>
                  <a:pt x="474" y="1955"/>
                </a:lnTo>
                <a:lnTo>
                  <a:pt x="473" y="1955"/>
                </a:lnTo>
                <a:lnTo>
                  <a:pt x="472" y="1955"/>
                </a:lnTo>
                <a:lnTo>
                  <a:pt x="472" y="1954"/>
                </a:lnTo>
                <a:lnTo>
                  <a:pt x="473" y="1954"/>
                </a:lnTo>
                <a:lnTo>
                  <a:pt x="474" y="1954"/>
                </a:lnTo>
                <a:lnTo>
                  <a:pt x="474" y="1953"/>
                </a:lnTo>
                <a:lnTo>
                  <a:pt x="474" y="1952"/>
                </a:lnTo>
                <a:lnTo>
                  <a:pt x="473" y="1952"/>
                </a:lnTo>
                <a:lnTo>
                  <a:pt x="473" y="1951"/>
                </a:lnTo>
                <a:lnTo>
                  <a:pt x="472" y="1951"/>
                </a:lnTo>
                <a:lnTo>
                  <a:pt x="472" y="1950"/>
                </a:lnTo>
                <a:lnTo>
                  <a:pt x="471" y="1950"/>
                </a:lnTo>
                <a:lnTo>
                  <a:pt x="470" y="1950"/>
                </a:lnTo>
                <a:lnTo>
                  <a:pt x="470" y="1949"/>
                </a:lnTo>
                <a:lnTo>
                  <a:pt x="470" y="1948"/>
                </a:lnTo>
                <a:lnTo>
                  <a:pt x="470" y="1947"/>
                </a:lnTo>
                <a:lnTo>
                  <a:pt x="469" y="1947"/>
                </a:lnTo>
                <a:lnTo>
                  <a:pt x="468" y="1947"/>
                </a:lnTo>
                <a:lnTo>
                  <a:pt x="467" y="1947"/>
                </a:lnTo>
                <a:lnTo>
                  <a:pt x="466" y="1947"/>
                </a:lnTo>
                <a:lnTo>
                  <a:pt x="465" y="1947"/>
                </a:lnTo>
                <a:lnTo>
                  <a:pt x="465" y="1946"/>
                </a:lnTo>
                <a:lnTo>
                  <a:pt x="464" y="1946"/>
                </a:lnTo>
                <a:lnTo>
                  <a:pt x="463" y="1946"/>
                </a:lnTo>
                <a:lnTo>
                  <a:pt x="462" y="1946"/>
                </a:lnTo>
                <a:lnTo>
                  <a:pt x="461" y="1946"/>
                </a:lnTo>
                <a:lnTo>
                  <a:pt x="460" y="1946"/>
                </a:lnTo>
                <a:lnTo>
                  <a:pt x="460" y="1947"/>
                </a:lnTo>
                <a:lnTo>
                  <a:pt x="459" y="1947"/>
                </a:lnTo>
                <a:lnTo>
                  <a:pt x="459" y="1948"/>
                </a:lnTo>
                <a:lnTo>
                  <a:pt x="459" y="1949"/>
                </a:lnTo>
                <a:lnTo>
                  <a:pt x="458" y="1950"/>
                </a:lnTo>
                <a:lnTo>
                  <a:pt x="458" y="1949"/>
                </a:lnTo>
                <a:lnTo>
                  <a:pt x="457" y="1949"/>
                </a:lnTo>
                <a:lnTo>
                  <a:pt x="456" y="1949"/>
                </a:lnTo>
                <a:lnTo>
                  <a:pt x="456" y="1948"/>
                </a:lnTo>
                <a:lnTo>
                  <a:pt x="456" y="1947"/>
                </a:lnTo>
                <a:lnTo>
                  <a:pt x="456" y="1946"/>
                </a:lnTo>
                <a:lnTo>
                  <a:pt x="456" y="1945"/>
                </a:lnTo>
                <a:lnTo>
                  <a:pt x="456" y="1944"/>
                </a:lnTo>
                <a:lnTo>
                  <a:pt x="456" y="1943"/>
                </a:lnTo>
                <a:lnTo>
                  <a:pt x="455" y="1943"/>
                </a:lnTo>
                <a:lnTo>
                  <a:pt x="454" y="1943"/>
                </a:lnTo>
                <a:lnTo>
                  <a:pt x="454" y="1942"/>
                </a:lnTo>
                <a:lnTo>
                  <a:pt x="453" y="1942"/>
                </a:lnTo>
                <a:lnTo>
                  <a:pt x="453" y="1943"/>
                </a:lnTo>
                <a:lnTo>
                  <a:pt x="452" y="1943"/>
                </a:lnTo>
                <a:lnTo>
                  <a:pt x="452" y="1942"/>
                </a:lnTo>
                <a:lnTo>
                  <a:pt x="451" y="1942"/>
                </a:lnTo>
                <a:lnTo>
                  <a:pt x="450" y="1942"/>
                </a:lnTo>
                <a:lnTo>
                  <a:pt x="449" y="1942"/>
                </a:lnTo>
                <a:lnTo>
                  <a:pt x="449" y="1943"/>
                </a:lnTo>
                <a:lnTo>
                  <a:pt x="448" y="1943"/>
                </a:lnTo>
                <a:lnTo>
                  <a:pt x="447" y="1943"/>
                </a:lnTo>
                <a:lnTo>
                  <a:pt x="447" y="1944"/>
                </a:lnTo>
                <a:lnTo>
                  <a:pt x="446" y="1944"/>
                </a:lnTo>
                <a:lnTo>
                  <a:pt x="446" y="1945"/>
                </a:lnTo>
                <a:lnTo>
                  <a:pt x="447" y="1945"/>
                </a:lnTo>
                <a:lnTo>
                  <a:pt x="446" y="1945"/>
                </a:lnTo>
                <a:lnTo>
                  <a:pt x="446" y="1946"/>
                </a:lnTo>
                <a:lnTo>
                  <a:pt x="445" y="1946"/>
                </a:lnTo>
                <a:lnTo>
                  <a:pt x="445" y="1945"/>
                </a:lnTo>
                <a:lnTo>
                  <a:pt x="445" y="1944"/>
                </a:lnTo>
                <a:lnTo>
                  <a:pt x="444" y="1944"/>
                </a:lnTo>
                <a:lnTo>
                  <a:pt x="444" y="1943"/>
                </a:lnTo>
                <a:lnTo>
                  <a:pt x="445" y="1943"/>
                </a:lnTo>
                <a:lnTo>
                  <a:pt x="445" y="1942"/>
                </a:lnTo>
                <a:lnTo>
                  <a:pt x="444" y="1942"/>
                </a:lnTo>
                <a:lnTo>
                  <a:pt x="445" y="1942"/>
                </a:lnTo>
                <a:lnTo>
                  <a:pt x="444" y="1942"/>
                </a:lnTo>
                <a:lnTo>
                  <a:pt x="444" y="1941"/>
                </a:lnTo>
                <a:lnTo>
                  <a:pt x="445" y="1941"/>
                </a:lnTo>
                <a:lnTo>
                  <a:pt x="444" y="1941"/>
                </a:lnTo>
                <a:lnTo>
                  <a:pt x="444" y="1940"/>
                </a:lnTo>
                <a:lnTo>
                  <a:pt x="443" y="1940"/>
                </a:lnTo>
                <a:lnTo>
                  <a:pt x="442" y="1940"/>
                </a:lnTo>
                <a:lnTo>
                  <a:pt x="441" y="1940"/>
                </a:lnTo>
                <a:lnTo>
                  <a:pt x="441" y="1939"/>
                </a:lnTo>
                <a:lnTo>
                  <a:pt x="440" y="1939"/>
                </a:lnTo>
                <a:lnTo>
                  <a:pt x="439" y="1939"/>
                </a:lnTo>
                <a:lnTo>
                  <a:pt x="438" y="1939"/>
                </a:lnTo>
                <a:lnTo>
                  <a:pt x="438" y="1940"/>
                </a:lnTo>
                <a:lnTo>
                  <a:pt x="438" y="1939"/>
                </a:lnTo>
                <a:lnTo>
                  <a:pt x="437" y="1939"/>
                </a:lnTo>
                <a:lnTo>
                  <a:pt x="437" y="1940"/>
                </a:lnTo>
                <a:lnTo>
                  <a:pt x="436" y="1940"/>
                </a:lnTo>
                <a:lnTo>
                  <a:pt x="436" y="1939"/>
                </a:lnTo>
                <a:lnTo>
                  <a:pt x="435" y="1939"/>
                </a:lnTo>
                <a:lnTo>
                  <a:pt x="434" y="1938"/>
                </a:lnTo>
                <a:lnTo>
                  <a:pt x="434" y="1939"/>
                </a:lnTo>
                <a:lnTo>
                  <a:pt x="433" y="1939"/>
                </a:lnTo>
                <a:lnTo>
                  <a:pt x="433" y="1938"/>
                </a:lnTo>
                <a:lnTo>
                  <a:pt x="432" y="1938"/>
                </a:lnTo>
                <a:lnTo>
                  <a:pt x="431" y="1938"/>
                </a:lnTo>
                <a:lnTo>
                  <a:pt x="431" y="1937"/>
                </a:lnTo>
                <a:lnTo>
                  <a:pt x="430" y="1937"/>
                </a:lnTo>
                <a:lnTo>
                  <a:pt x="430" y="1936"/>
                </a:lnTo>
                <a:lnTo>
                  <a:pt x="430" y="1935"/>
                </a:lnTo>
                <a:lnTo>
                  <a:pt x="430" y="1934"/>
                </a:lnTo>
                <a:lnTo>
                  <a:pt x="429" y="1934"/>
                </a:lnTo>
                <a:lnTo>
                  <a:pt x="430" y="1933"/>
                </a:lnTo>
                <a:lnTo>
                  <a:pt x="430" y="1932"/>
                </a:lnTo>
                <a:lnTo>
                  <a:pt x="431" y="1932"/>
                </a:lnTo>
                <a:lnTo>
                  <a:pt x="431" y="1931"/>
                </a:lnTo>
                <a:lnTo>
                  <a:pt x="431" y="1930"/>
                </a:lnTo>
                <a:lnTo>
                  <a:pt x="430" y="1930"/>
                </a:lnTo>
                <a:lnTo>
                  <a:pt x="430" y="1929"/>
                </a:lnTo>
                <a:lnTo>
                  <a:pt x="429" y="1929"/>
                </a:lnTo>
                <a:lnTo>
                  <a:pt x="428" y="1929"/>
                </a:lnTo>
                <a:lnTo>
                  <a:pt x="428" y="1928"/>
                </a:lnTo>
                <a:lnTo>
                  <a:pt x="427" y="1928"/>
                </a:lnTo>
                <a:lnTo>
                  <a:pt x="426" y="1928"/>
                </a:lnTo>
                <a:lnTo>
                  <a:pt x="425" y="1928"/>
                </a:lnTo>
                <a:lnTo>
                  <a:pt x="425" y="1927"/>
                </a:lnTo>
                <a:lnTo>
                  <a:pt x="424" y="1927"/>
                </a:lnTo>
                <a:lnTo>
                  <a:pt x="424" y="1926"/>
                </a:lnTo>
                <a:lnTo>
                  <a:pt x="424" y="1925"/>
                </a:lnTo>
                <a:lnTo>
                  <a:pt x="424" y="1924"/>
                </a:lnTo>
                <a:lnTo>
                  <a:pt x="425" y="1924"/>
                </a:lnTo>
                <a:lnTo>
                  <a:pt x="425" y="1923"/>
                </a:lnTo>
                <a:lnTo>
                  <a:pt x="425" y="1922"/>
                </a:lnTo>
                <a:lnTo>
                  <a:pt x="426" y="1922"/>
                </a:lnTo>
                <a:lnTo>
                  <a:pt x="426" y="1921"/>
                </a:lnTo>
                <a:lnTo>
                  <a:pt x="426" y="1920"/>
                </a:lnTo>
                <a:lnTo>
                  <a:pt x="427" y="1920"/>
                </a:lnTo>
                <a:lnTo>
                  <a:pt x="427" y="1919"/>
                </a:lnTo>
                <a:lnTo>
                  <a:pt x="426" y="1919"/>
                </a:lnTo>
                <a:lnTo>
                  <a:pt x="426" y="1918"/>
                </a:lnTo>
                <a:lnTo>
                  <a:pt x="427" y="1917"/>
                </a:lnTo>
                <a:lnTo>
                  <a:pt x="426" y="1917"/>
                </a:lnTo>
                <a:lnTo>
                  <a:pt x="427" y="1917"/>
                </a:lnTo>
                <a:lnTo>
                  <a:pt x="427" y="1916"/>
                </a:lnTo>
                <a:lnTo>
                  <a:pt x="427" y="1915"/>
                </a:lnTo>
                <a:lnTo>
                  <a:pt x="427" y="1914"/>
                </a:lnTo>
                <a:lnTo>
                  <a:pt x="426" y="1914"/>
                </a:lnTo>
                <a:lnTo>
                  <a:pt x="427" y="1914"/>
                </a:lnTo>
                <a:lnTo>
                  <a:pt x="427" y="1913"/>
                </a:lnTo>
                <a:lnTo>
                  <a:pt x="427" y="1912"/>
                </a:lnTo>
                <a:lnTo>
                  <a:pt x="427" y="1911"/>
                </a:lnTo>
                <a:lnTo>
                  <a:pt x="426" y="1911"/>
                </a:lnTo>
                <a:lnTo>
                  <a:pt x="426" y="1910"/>
                </a:lnTo>
                <a:lnTo>
                  <a:pt x="425" y="1910"/>
                </a:lnTo>
                <a:lnTo>
                  <a:pt x="424" y="1910"/>
                </a:lnTo>
                <a:lnTo>
                  <a:pt x="424" y="1909"/>
                </a:lnTo>
                <a:lnTo>
                  <a:pt x="425" y="1909"/>
                </a:lnTo>
                <a:lnTo>
                  <a:pt x="424" y="1909"/>
                </a:lnTo>
                <a:lnTo>
                  <a:pt x="424" y="1908"/>
                </a:lnTo>
                <a:lnTo>
                  <a:pt x="423" y="1908"/>
                </a:lnTo>
                <a:lnTo>
                  <a:pt x="424" y="1908"/>
                </a:lnTo>
                <a:lnTo>
                  <a:pt x="423" y="1908"/>
                </a:lnTo>
                <a:lnTo>
                  <a:pt x="423" y="1907"/>
                </a:lnTo>
                <a:lnTo>
                  <a:pt x="422" y="1907"/>
                </a:lnTo>
                <a:lnTo>
                  <a:pt x="422" y="1906"/>
                </a:lnTo>
                <a:lnTo>
                  <a:pt x="421" y="1905"/>
                </a:lnTo>
                <a:lnTo>
                  <a:pt x="422" y="1905"/>
                </a:lnTo>
                <a:lnTo>
                  <a:pt x="423" y="1905"/>
                </a:lnTo>
                <a:lnTo>
                  <a:pt x="423" y="1904"/>
                </a:lnTo>
                <a:lnTo>
                  <a:pt x="424" y="1904"/>
                </a:lnTo>
                <a:lnTo>
                  <a:pt x="424" y="1903"/>
                </a:lnTo>
                <a:lnTo>
                  <a:pt x="424" y="1902"/>
                </a:lnTo>
                <a:lnTo>
                  <a:pt x="423" y="1901"/>
                </a:lnTo>
                <a:lnTo>
                  <a:pt x="422" y="1901"/>
                </a:lnTo>
                <a:lnTo>
                  <a:pt x="422" y="1900"/>
                </a:lnTo>
                <a:lnTo>
                  <a:pt x="421" y="1900"/>
                </a:lnTo>
                <a:lnTo>
                  <a:pt x="420" y="1900"/>
                </a:lnTo>
                <a:lnTo>
                  <a:pt x="420" y="1899"/>
                </a:lnTo>
                <a:lnTo>
                  <a:pt x="419" y="1899"/>
                </a:lnTo>
                <a:lnTo>
                  <a:pt x="419" y="1898"/>
                </a:lnTo>
                <a:lnTo>
                  <a:pt x="418" y="1898"/>
                </a:lnTo>
                <a:lnTo>
                  <a:pt x="418" y="1897"/>
                </a:lnTo>
                <a:lnTo>
                  <a:pt x="417" y="1897"/>
                </a:lnTo>
                <a:lnTo>
                  <a:pt x="417" y="1896"/>
                </a:lnTo>
                <a:lnTo>
                  <a:pt x="416" y="1896"/>
                </a:lnTo>
                <a:lnTo>
                  <a:pt x="416" y="1895"/>
                </a:lnTo>
                <a:lnTo>
                  <a:pt x="417" y="1895"/>
                </a:lnTo>
                <a:lnTo>
                  <a:pt x="417" y="1894"/>
                </a:lnTo>
                <a:lnTo>
                  <a:pt x="418" y="1894"/>
                </a:lnTo>
                <a:lnTo>
                  <a:pt x="418" y="1893"/>
                </a:lnTo>
                <a:lnTo>
                  <a:pt x="418" y="1892"/>
                </a:lnTo>
                <a:lnTo>
                  <a:pt x="419" y="1892"/>
                </a:lnTo>
                <a:lnTo>
                  <a:pt x="419" y="1891"/>
                </a:lnTo>
                <a:lnTo>
                  <a:pt x="418" y="1891"/>
                </a:lnTo>
                <a:lnTo>
                  <a:pt x="418" y="1890"/>
                </a:lnTo>
                <a:lnTo>
                  <a:pt x="418" y="1889"/>
                </a:lnTo>
                <a:lnTo>
                  <a:pt x="417" y="1889"/>
                </a:lnTo>
                <a:lnTo>
                  <a:pt x="416" y="1888"/>
                </a:lnTo>
                <a:lnTo>
                  <a:pt x="415" y="1888"/>
                </a:lnTo>
                <a:lnTo>
                  <a:pt x="415" y="1889"/>
                </a:lnTo>
                <a:lnTo>
                  <a:pt x="414" y="1889"/>
                </a:lnTo>
                <a:lnTo>
                  <a:pt x="413" y="1889"/>
                </a:lnTo>
                <a:lnTo>
                  <a:pt x="412" y="1889"/>
                </a:lnTo>
                <a:lnTo>
                  <a:pt x="411" y="1889"/>
                </a:lnTo>
                <a:lnTo>
                  <a:pt x="411" y="1888"/>
                </a:lnTo>
                <a:lnTo>
                  <a:pt x="410" y="1887"/>
                </a:lnTo>
                <a:lnTo>
                  <a:pt x="411" y="1887"/>
                </a:lnTo>
                <a:lnTo>
                  <a:pt x="411" y="1886"/>
                </a:lnTo>
                <a:lnTo>
                  <a:pt x="411" y="1885"/>
                </a:lnTo>
                <a:lnTo>
                  <a:pt x="411" y="1884"/>
                </a:lnTo>
                <a:lnTo>
                  <a:pt x="410" y="1884"/>
                </a:lnTo>
                <a:lnTo>
                  <a:pt x="411" y="1884"/>
                </a:lnTo>
                <a:lnTo>
                  <a:pt x="411" y="1883"/>
                </a:lnTo>
                <a:lnTo>
                  <a:pt x="410" y="1883"/>
                </a:lnTo>
                <a:lnTo>
                  <a:pt x="411" y="1882"/>
                </a:lnTo>
                <a:lnTo>
                  <a:pt x="411" y="1881"/>
                </a:lnTo>
                <a:lnTo>
                  <a:pt x="411" y="1880"/>
                </a:lnTo>
                <a:lnTo>
                  <a:pt x="410" y="1880"/>
                </a:lnTo>
                <a:lnTo>
                  <a:pt x="411" y="1880"/>
                </a:lnTo>
                <a:lnTo>
                  <a:pt x="410" y="1880"/>
                </a:lnTo>
                <a:lnTo>
                  <a:pt x="410" y="1879"/>
                </a:lnTo>
                <a:lnTo>
                  <a:pt x="409" y="1879"/>
                </a:lnTo>
                <a:lnTo>
                  <a:pt x="409" y="1878"/>
                </a:lnTo>
                <a:lnTo>
                  <a:pt x="408" y="1878"/>
                </a:lnTo>
                <a:lnTo>
                  <a:pt x="408" y="1877"/>
                </a:lnTo>
                <a:lnTo>
                  <a:pt x="407" y="1877"/>
                </a:lnTo>
                <a:lnTo>
                  <a:pt x="407" y="1876"/>
                </a:lnTo>
                <a:lnTo>
                  <a:pt x="406" y="1876"/>
                </a:lnTo>
                <a:lnTo>
                  <a:pt x="406" y="1875"/>
                </a:lnTo>
                <a:lnTo>
                  <a:pt x="406" y="1872"/>
                </a:lnTo>
                <a:lnTo>
                  <a:pt x="407" y="1872"/>
                </a:lnTo>
                <a:lnTo>
                  <a:pt x="407" y="1871"/>
                </a:lnTo>
                <a:lnTo>
                  <a:pt x="407" y="1870"/>
                </a:lnTo>
                <a:lnTo>
                  <a:pt x="406" y="1869"/>
                </a:lnTo>
                <a:lnTo>
                  <a:pt x="407" y="1869"/>
                </a:lnTo>
                <a:lnTo>
                  <a:pt x="407" y="1868"/>
                </a:lnTo>
                <a:lnTo>
                  <a:pt x="407" y="1867"/>
                </a:lnTo>
                <a:lnTo>
                  <a:pt x="407" y="1865"/>
                </a:lnTo>
                <a:lnTo>
                  <a:pt x="407" y="1862"/>
                </a:lnTo>
                <a:lnTo>
                  <a:pt x="409" y="1861"/>
                </a:lnTo>
                <a:lnTo>
                  <a:pt x="410" y="1861"/>
                </a:lnTo>
                <a:lnTo>
                  <a:pt x="410" y="1860"/>
                </a:lnTo>
                <a:lnTo>
                  <a:pt x="410" y="1859"/>
                </a:lnTo>
                <a:lnTo>
                  <a:pt x="411" y="1858"/>
                </a:lnTo>
                <a:lnTo>
                  <a:pt x="412" y="1857"/>
                </a:lnTo>
                <a:lnTo>
                  <a:pt x="413" y="1857"/>
                </a:lnTo>
                <a:lnTo>
                  <a:pt x="413" y="1856"/>
                </a:lnTo>
                <a:lnTo>
                  <a:pt x="414" y="1856"/>
                </a:lnTo>
                <a:lnTo>
                  <a:pt x="415" y="1855"/>
                </a:lnTo>
                <a:lnTo>
                  <a:pt x="415" y="1854"/>
                </a:lnTo>
                <a:lnTo>
                  <a:pt x="415" y="1853"/>
                </a:lnTo>
                <a:lnTo>
                  <a:pt x="416" y="1852"/>
                </a:lnTo>
                <a:lnTo>
                  <a:pt x="416" y="1851"/>
                </a:lnTo>
                <a:lnTo>
                  <a:pt x="416" y="1850"/>
                </a:lnTo>
                <a:lnTo>
                  <a:pt x="417" y="1850"/>
                </a:lnTo>
                <a:lnTo>
                  <a:pt x="418" y="1850"/>
                </a:lnTo>
                <a:lnTo>
                  <a:pt x="418" y="1849"/>
                </a:lnTo>
                <a:lnTo>
                  <a:pt x="417" y="1849"/>
                </a:lnTo>
                <a:lnTo>
                  <a:pt x="417" y="1848"/>
                </a:lnTo>
                <a:lnTo>
                  <a:pt x="417" y="1849"/>
                </a:lnTo>
                <a:lnTo>
                  <a:pt x="416" y="1849"/>
                </a:lnTo>
                <a:lnTo>
                  <a:pt x="416" y="1848"/>
                </a:lnTo>
                <a:lnTo>
                  <a:pt x="415" y="1848"/>
                </a:lnTo>
                <a:lnTo>
                  <a:pt x="414" y="1848"/>
                </a:lnTo>
                <a:lnTo>
                  <a:pt x="413" y="1848"/>
                </a:lnTo>
                <a:lnTo>
                  <a:pt x="413" y="1849"/>
                </a:lnTo>
                <a:lnTo>
                  <a:pt x="412" y="1849"/>
                </a:lnTo>
                <a:lnTo>
                  <a:pt x="411" y="1849"/>
                </a:lnTo>
                <a:lnTo>
                  <a:pt x="410" y="1849"/>
                </a:lnTo>
                <a:lnTo>
                  <a:pt x="409" y="1849"/>
                </a:lnTo>
                <a:lnTo>
                  <a:pt x="409" y="1850"/>
                </a:lnTo>
                <a:lnTo>
                  <a:pt x="409" y="1851"/>
                </a:lnTo>
                <a:lnTo>
                  <a:pt x="408" y="1851"/>
                </a:lnTo>
                <a:lnTo>
                  <a:pt x="407" y="1850"/>
                </a:lnTo>
                <a:lnTo>
                  <a:pt x="407" y="1849"/>
                </a:lnTo>
                <a:lnTo>
                  <a:pt x="406" y="1849"/>
                </a:lnTo>
                <a:lnTo>
                  <a:pt x="406" y="1848"/>
                </a:lnTo>
                <a:lnTo>
                  <a:pt x="406" y="1849"/>
                </a:lnTo>
                <a:lnTo>
                  <a:pt x="405" y="1849"/>
                </a:lnTo>
                <a:lnTo>
                  <a:pt x="404" y="1849"/>
                </a:lnTo>
                <a:lnTo>
                  <a:pt x="403" y="1849"/>
                </a:lnTo>
                <a:lnTo>
                  <a:pt x="402" y="1850"/>
                </a:lnTo>
                <a:lnTo>
                  <a:pt x="401" y="1850"/>
                </a:lnTo>
                <a:lnTo>
                  <a:pt x="400" y="1849"/>
                </a:lnTo>
                <a:lnTo>
                  <a:pt x="399" y="1848"/>
                </a:lnTo>
                <a:lnTo>
                  <a:pt x="398" y="1848"/>
                </a:lnTo>
                <a:lnTo>
                  <a:pt x="398" y="1849"/>
                </a:lnTo>
                <a:lnTo>
                  <a:pt x="398" y="1850"/>
                </a:lnTo>
                <a:lnTo>
                  <a:pt x="398" y="1851"/>
                </a:lnTo>
                <a:lnTo>
                  <a:pt x="397" y="1851"/>
                </a:lnTo>
                <a:lnTo>
                  <a:pt x="396" y="1850"/>
                </a:lnTo>
                <a:lnTo>
                  <a:pt x="395" y="1849"/>
                </a:lnTo>
                <a:lnTo>
                  <a:pt x="394" y="1848"/>
                </a:lnTo>
                <a:lnTo>
                  <a:pt x="393" y="1848"/>
                </a:lnTo>
                <a:lnTo>
                  <a:pt x="393" y="1849"/>
                </a:lnTo>
                <a:lnTo>
                  <a:pt x="392" y="1849"/>
                </a:lnTo>
                <a:lnTo>
                  <a:pt x="392" y="1848"/>
                </a:lnTo>
                <a:lnTo>
                  <a:pt x="390" y="1847"/>
                </a:lnTo>
                <a:lnTo>
                  <a:pt x="390" y="1846"/>
                </a:lnTo>
                <a:lnTo>
                  <a:pt x="389" y="1846"/>
                </a:lnTo>
                <a:lnTo>
                  <a:pt x="388" y="1846"/>
                </a:lnTo>
                <a:lnTo>
                  <a:pt x="388" y="1847"/>
                </a:lnTo>
                <a:lnTo>
                  <a:pt x="388" y="1848"/>
                </a:lnTo>
                <a:lnTo>
                  <a:pt x="387" y="1849"/>
                </a:lnTo>
                <a:lnTo>
                  <a:pt x="385" y="1848"/>
                </a:lnTo>
                <a:lnTo>
                  <a:pt x="384" y="1848"/>
                </a:lnTo>
                <a:lnTo>
                  <a:pt x="383" y="1849"/>
                </a:lnTo>
                <a:lnTo>
                  <a:pt x="382" y="1849"/>
                </a:lnTo>
                <a:lnTo>
                  <a:pt x="382" y="1850"/>
                </a:lnTo>
                <a:lnTo>
                  <a:pt x="382" y="1852"/>
                </a:lnTo>
                <a:lnTo>
                  <a:pt x="381" y="1852"/>
                </a:lnTo>
                <a:lnTo>
                  <a:pt x="380" y="1852"/>
                </a:lnTo>
                <a:lnTo>
                  <a:pt x="379" y="1852"/>
                </a:lnTo>
                <a:lnTo>
                  <a:pt x="378" y="1853"/>
                </a:lnTo>
                <a:lnTo>
                  <a:pt x="377" y="1852"/>
                </a:lnTo>
                <a:lnTo>
                  <a:pt x="376" y="1851"/>
                </a:lnTo>
                <a:lnTo>
                  <a:pt x="375" y="1850"/>
                </a:lnTo>
                <a:lnTo>
                  <a:pt x="374" y="1850"/>
                </a:lnTo>
                <a:lnTo>
                  <a:pt x="374" y="1851"/>
                </a:lnTo>
                <a:lnTo>
                  <a:pt x="373" y="1852"/>
                </a:lnTo>
                <a:lnTo>
                  <a:pt x="372" y="1852"/>
                </a:lnTo>
                <a:lnTo>
                  <a:pt x="371" y="1851"/>
                </a:lnTo>
                <a:lnTo>
                  <a:pt x="370" y="1851"/>
                </a:lnTo>
                <a:lnTo>
                  <a:pt x="369" y="1851"/>
                </a:lnTo>
                <a:lnTo>
                  <a:pt x="369" y="1852"/>
                </a:lnTo>
                <a:lnTo>
                  <a:pt x="368" y="1852"/>
                </a:lnTo>
                <a:lnTo>
                  <a:pt x="368" y="1851"/>
                </a:lnTo>
                <a:lnTo>
                  <a:pt x="368" y="1850"/>
                </a:lnTo>
                <a:lnTo>
                  <a:pt x="366" y="1850"/>
                </a:lnTo>
                <a:lnTo>
                  <a:pt x="364" y="1849"/>
                </a:lnTo>
                <a:lnTo>
                  <a:pt x="362" y="1849"/>
                </a:lnTo>
                <a:lnTo>
                  <a:pt x="361" y="1850"/>
                </a:lnTo>
                <a:lnTo>
                  <a:pt x="360" y="1850"/>
                </a:lnTo>
                <a:lnTo>
                  <a:pt x="358" y="1851"/>
                </a:lnTo>
                <a:lnTo>
                  <a:pt x="357" y="1851"/>
                </a:lnTo>
                <a:lnTo>
                  <a:pt x="356" y="1852"/>
                </a:lnTo>
                <a:lnTo>
                  <a:pt x="355" y="1852"/>
                </a:lnTo>
                <a:lnTo>
                  <a:pt x="354" y="1852"/>
                </a:lnTo>
                <a:lnTo>
                  <a:pt x="354" y="1851"/>
                </a:lnTo>
                <a:lnTo>
                  <a:pt x="353" y="1851"/>
                </a:lnTo>
                <a:lnTo>
                  <a:pt x="352" y="1851"/>
                </a:lnTo>
                <a:lnTo>
                  <a:pt x="351" y="1851"/>
                </a:lnTo>
                <a:lnTo>
                  <a:pt x="350" y="1850"/>
                </a:lnTo>
                <a:lnTo>
                  <a:pt x="349" y="1849"/>
                </a:lnTo>
                <a:lnTo>
                  <a:pt x="349" y="1848"/>
                </a:lnTo>
                <a:lnTo>
                  <a:pt x="348" y="1848"/>
                </a:lnTo>
                <a:lnTo>
                  <a:pt x="347" y="1848"/>
                </a:lnTo>
                <a:lnTo>
                  <a:pt x="347" y="1847"/>
                </a:lnTo>
                <a:lnTo>
                  <a:pt x="346" y="1846"/>
                </a:lnTo>
                <a:lnTo>
                  <a:pt x="346" y="1845"/>
                </a:lnTo>
                <a:lnTo>
                  <a:pt x="345" y="1844"/>
                </a:lnTo>
                <a:lnTo>
                  <a:pt x="344" y="1844"/>
                </a:lnTo>
                <a:lnTo>
                  <a:pt x="343" y="1843"/>
                </a:lnTo>
                <a:lnTo>
                  <a:pt x="342" y="1844"/>
                </a:lnTo>
                <a:lnTo>
                  <a:pt x="341" y="1844"/>
                </a:lnTo>
                <a:lnTo>
                  <a:pt x="340" y="1844"/>
                </a:lnTo>
                <a:lnTo>
                  <a:pt x="339" y="1844"/>
                </a:lnTo>
                <a:lnTo>
                  <a:pt x="339" y="1845"/>
                </a:lnTo>
                <a:lnTo>
                  <a:pt x="338" y="1845"/>
                </a:lnTo>
                <a:lnTo>
                  <a:pt x="337" y="1845"/>
                </a:lnTo>
                <a:lnTo>
                  <a:pt x="335" y="1846"/>
                </a:lnTo>
                <a:lnTo>
                  <a:pt x="334" y="1846"/>
                </a:lnTo>
                <a:lnTo>
                  <a:pt x="333" y="1846"/>
                </a:lnTo>
                <a:lnTo>
                  <a:pt x="332" y="1845"/>
                </a:lnTo>
                <a:lnTo>
                  <a:pt x="331" y="1844"/>
                </a:lnTo>
                <a:lnTo>
                  <a:pt x="330" y="1844"/>
                </a:lnTo>
                <a:lnTo>
                  <a:pt x="329" y="1844"/>
                </a:lnTo>
                <a:lnTo>
                  <a:pt x="328" y="1843"/>
                </a:lnTo>
                <a:lnTo>
                  <a:pt x="327" y="1842"/>
                </a:lnTo>
                <a:lnTo>
                  <a:pt x="326" y="1842"/>
                </a:lnTo>
                <a:lnTo>
                  <a:pt x="325" y="1841"/>
                </a:lnTo>
                <a:lnTo>
                  <a:pt x="324" y="1841"/>
                </a:lnTo>
                <a:lnTo>
                  <a:pt x="323" y="1840"/>
                </a:lnTo>
                <a:lnTo>
                  <a:pt x="322" y="1839"/>
                </a:lnTo>
                <a:lnTo>
                  <a:pt x="321" y="1838"/>
                </a:lnTo>
                <a:lnTo>
                  <a:pt x="320" y="1838"/>
                </a:lnTo>
                <a:lnTo>
                  <a:pt x="319" y="1838"/>
                </a:lnTo>
                <a:lnTo>
                  <a:pt x="318" y="1837"/>
                </a:lnTo>
                <a:lnTo>
                  <a:pt x="317" y="1837"/>
                </a:lnTo>
                <a:lnTo>
                  <a:pt x="316" y="1837"/>
                </a:lnTo>
                <a:lnTo>
                  <a:pt x="315" y="1837"/>
                </a:lnTo>
                <a:lnTo>
                  <a:pt x="314" y="1838"/>
                </a:lnTo>
                <a:lnTo>
                  <a:pt x="313" y="1838"/>
                </a:lnTo>
                <a:lnTo>
                  <a:pt x="312" y="1838"/>
                </a:lnTo>
                <a:lnTo>
                  <a:pt x="311" y="1838"/>
                </a:lnTo>
                <a:lnTo>
                  <a:pt x="311" y="1837"/>
                </a:lnTo>
                <a:lnTo>
                  <a:pt x="310" y="1837"/>
                </a:lnTo>
                <a:lnTo>
                  <a:pt x="309" y="1837"/>
                </a:lnTo>
                <a:lnTo>
                  <a:pt x="307" y="1836"/>
                </a:lnTo>
                <a:lnTo>
                  <a:pt x="306" y="1836"/>
                </a:lnTo>
                <a:lnTo>
                  <a:pt x="306" y="1834"/>
                </a:lnTo>
                <a:lnTo>
                  <a:pt x="305" y="1834"/>
                </a:lnTo>
                <a:lnTo>
                  <a:pt x="304" y="1833"/>
                </a:lnTo>
                <a:lnTo>
                  <a:pt x="303" y="1832"/>
                </a:lnTo>
                <a:lnTo>
                  <a:pt x="302" y="1831"/>
                </a:lnTo>
                <a:lnTo>
                  <a:pt x="301" y="1831"/>
                </a:lnTo>
                <a:lnTo>
                  <a:pt x="300" y="1831"/>
                </a:lnTo>
                <a:lnTo>
                  <a:pt x="299" y="1831"/>
                </a:lnTo>
                <a:lnTo>
                  <a:pt x="298" y="1831"/>
                </a:lnTo>
                <a:lnTo>
                  <a:pt x="296" y="1832"/>
                </a:lnTo>
                <a:lnTo>
                  <a:pt x="295" y="1832"/>
                </a:lnTo>
                <a:lnTo>
                  <a:pt x="294" y="1832"/>
                </a:lnTo>
                <a:lnTo>
                  <a:pt x="294" y="1831"/>
                </a:lnTo>
                <a:lnTo>
                  <a:pt x="294" y="1830"/>
                </a:lnTo>
                <a:lnTo>
                  <a:pt x="293" y="1829"/>
                </a:lnTo>
                <a:lnTo>
                  <a:pt x="292" y="1828"/>
                </a:lnTo>
                <a:lnTo>
                  <a:pt x="291" y="1827"/>
                </a:lnTo>
                <a:lnTo>
                  <a:pt x="291" y="1826"/>
                </a:lnTo>
                <a:lnTo>
                  <a:pt x="290" y="1826"/>
                </a:lnTo>
                <a:lnTo>
                  <a:pt x="289" y="1825"/>
                </a:lnTo>
                <a:lnTo>
                  <a:pt x="289" y="1824"/>
                </a:lnTo>
                <a:lnTo>
                  <a:pt x="288" y="1823"/>
                </a:lnTo>
                <a:lnTo>
                  <a:pt x="288" y="1822"/>
                </a:lnTo>
                <a:lnTo>
                  <a:pt x="286" y="1822"/>
                </a:lnTo>
                <a:lnTo>
                  <a:pt x="284" y="1822"/>
                </a:lnTo>
                <a:lnTo>
                  <a:pt x="284" y="1821"/>
                </a:lnTo>
                <a:lnTo>
                  <a:pt x="284" y="1820"/>
                </a:lnTo>
                <a:lnTo>
                  <a:pt x="283" y="1820"/>
                </a:lnTo>
                <a:lnTo>
                  <a:pt x="283" y="1821"/>
                </a:lnTo>
                <a:lnTo>
                  <a:pt x="282" y="1821"/>
                </a:lnTo>
                <a:lnTo>
                  <a:pt x="281" y="1821"/>
                </a:lnTo>
                <a:lnTo>
                  <a:pt x="280" y="1821"/>
                </a:lnTo>
                <a:lnTo>
                  <a:pt x="279" y="1820"/>
                </a:lnTo>
                <a:lnTo>
                  <a:pt x="279" y="1819"/>
                </a:lnTo>
                <a:lnTo>
                  <a:pt x="278" y="1818"/>
                </a:lnTo>
                <a:lnTo>
                  <a:pt x="277" y="1817"/>
                </a:lnTo>
                <a:lnTo>
                  <a:pt x="277" y="1816"/>
                </a:lnTo>
                <a:lnTo>
                  <a:pt x="277" y="1815"/>
                </a:lnTo>
                <a:lnTo>
                  <a:pt x="277" y="1814"/>
                </a:lnTo>
                <a:lnTo>
                  <a:pt x="278" y="1813"/>
                </a:lnTo>
                <a:lnTo>
                  <a:pt x="279" y="1813"/>
                </a:lnTo>
                <a:lnTo>
                  <a:pt x="279" y="1812"/>
                </a:lnTo>
                <a:lnTo>
                  <a:pt x="278" y="1811"/>
                </a:lnTo>
                <a:lnTo>
                  <a:pt x="278" y="1810"/>
                </a:lnTo>
                <a:lnTo>
                  <a:pt x="279" y="1809"/>
                </a:lnTo>
                <a:lnTo>
                  <a:pt x="279" y="1808"/>
                </a:lnTo>
                <a:lnTo>
                  <a:pt x="279" y="1807"/>
                </a:lnTo>
                <a:lnTo>
                  <a:pt x="279" y="1806"/>
                </a:lnTo>
                <a:lnTo>
                  <a:pt x="278" y="1805"/>
                </a:lnTo>
                <a:lnTo>
                  <a:pt x="277" y="1805"/>
                </a:lnTo>
                <a:lnTo>
                  <a:pt x="276" y="1804"/>
                </a:lnTo>
                <a:lnTo>
                  <a:pt x="275" y="1805"/>
                </a:lnTo>
                <a:lnTo>
                  <a:pt x="275" y="1806"/>
                </a:lnTo>
                <a:lnTo>
                  <a:pt x="275" y="1807"/>
                </a:lnTo>
                <a:lnTo>
                  <a:pt x="274" y="1807"/>
                </a:lnTo>
                <a:lnTo>
                  <a:pt x="273" y="1808"/>
                </a:lnTo>
                <a:lnTo>
                  <a:pt x="272" y="1809"/>
                </a:lnTo>
                <a:lnTo>
                  <a:pt x="271" y="1808"/>
                </a:lnTo>
                <a:lnTo>
                  <a:pt x="270" y="1808"/>
                </a:lnTo>
                <a:lnTo>
                  <a:pt x="269" y="1808"/>
                </a:lnTo>
                <a:lnTo>
                  <a:pt x="267" y="1809"/>
                </a:lnTo>
                <a:lnTo>
                  <a:pt x="266" y="1809"/>
                </a:lnTo>
                <a:lnTo>
                  <a:pt x="266" y="1810"/>
                </a:lnTo>
                <a:lnTo>
                  <a:pt x="266" y="1811"/>
                </a:lnTo>
                <a:lnTo>
                  <a:pt x="265" y="1811"/>
                </a:lnTo>
                <a:lnTo>
                  <a:pt x="265" y="1812"/>
                </a:lnTo>
                <a:lnTo>
                  <a:pt x="264" y="1812"/>
                </a:lnTo>
                <a:lnTo>
                  <a:pt x="262" y="1812"/>
                </a:lnTo>
                <a:lnTo>
                  <a:pt x="261" y="1811"/>
                </a:lnTo>
                <a:lnTo>
                  <a:pt x="260" y="1811"/>
                </a:lnTo>
                <a:lnTo>
                  <a:pt x="259" y="1811"/>
                </a:lnTo>
                <a:lnTo>
                  <a:pt x="258" y="1811"/>
                </a:lnTo>
                <a:lnTo>
                  <a:pt x="258" y="1812"/>
                </a:lnTo>
                <a:lnTo>
                  <a:pt x="258" y="1813"/>
                </a:lnTo>
                <a:lnTo>
                  <a:pt x="259" y="1814"/>
                </a:lnTo>
                <a:lnTo>
                  <a:pt x="259" y="1815"/>
                </a:lnTo>
                <a:lnTo>
                  <a:pt x="258" y="1815"/>
                </a:lnTo>
                <a:lnTo>
                  <a:pt x="258" y="1814"/>
                </a:lnTo>
                <a:lnTo>
                  <a:pt x="257" y="1814"/>
                </a:lnTo>
                <a:lnTo>
                  <a:pt x="255" y="1814"/>
                </a:lnTo>
                <a:lnTo>
                  <a:pt x="254" y="1814"/>
                </a:lnTo>
                <a:lnTo>
                  <a:pt x="253" y="1813"/>
                </a:lnTo>
                <a:lnTo>
                  <a:pt x="251" y="1813"/>
                </a:lnTo>
                <a:lnTo>
                  <a:pt x="250" y="1813"/>
                </a:lnTo>
                <a:lnTo>
                  <a:pt x="249" y="1813"/>
                </a:lnTo>
                <a:lnTo>
                  <a:pt x="248" y="1813"/>
                </a:lnTo>
                <a:lnTo>
                  <a:pt x="246" y="1813"/>
                </a:lnTo>
                <a:lnTo>
                  <a:pt x="246" y="1814"/>
                </a:lnTo>
                <a:lnTo>
                  <a:pt x="245" y="1814"/>
                </a:lnTo>
                <a:lnTo>
                  <a:pt x="245" y="1815"/>
                </a:lnTo>
                <a:lnTo>
                  <a:pt x="241" y="1815"/>
                </a:lnTo>
                <a:lnTo>
                  <a:pt x="240" y="1814"/>
                </a:lnTo>
                <a:lnTo>
                  <a:pt x="239" y="1814"/>
                </a:lnTo>
                <a:lnTo>
                  <a:pt x="239" y="1813"/>
                </a:lnTo>
                <a:lnTo>
                  <a:pt x="239" y="1812"/>
                </a:lnTo>
                <a:lnTo>
                  <a:pt x="240" y="1811"/>
                </a:lnTo>
                <a:lnTo>
                  <a:pt x="240" y="1810"/>
                </a:lnTo>
                <a:lnTo>
                  <a:pt x="239" y="1809"/>
                </a:lnTo>
                <a:lnTo>
                  <a:pt x="240" y="1807"/>
                </a:lnTo>
                <a:lnTo>
                  <a:pt x="240" y="1806"/>
                </a:lnTo>
                <a:lnTo>
                  <a:pt x="240" y="1805"/>
                </a:lnTo>
                <a:lnTo>
                  <a:pt x="240" y="1804"/>
                </a:lnTo>
                <a:lnTo>
                  <a:pt x="239" y="1803"/>
                </a:lnTo>
                <a:lnTo>
                  <a:pt x="239" y="1802"/>
                </a:lnTo>
                <a:lnTo>
                  <a:pt x="238" y="1801"/>
                </a:lnTo>
                <a:lnTo>
                  <a:pt x="236" y="1799"/>
                </a:lnTo>
                <a:lnTo>
                  <a:pt x="235" y="1798"/>
                </a:lnTo>
                <a:lnTo>
                  <a:pt x="235" y="1797"/>
                </a:lnTo>
                <a:lnTo>
                  <a:pt x="235" y="1795"/>
                </a:lnTo>
                <a:lnTo>
                  <a:pt x="234" y="1795"/>
                </a:lnTo>
                <a:lnTo>
                  <a:pt x="234" y="1794"/>
                </a:lnTo>
                <a:lnTo>
                  <a:pt x="233" y="1794"/>
                </a:lnTo>
                <a:lnTo>
                  <a:pt x="232" y="1794"/>
                </a:lnTo>
                <a:lnTo>
                  <a:pt x="231" y="1794"/>
                </a:lnTo>
                <a:lnTo>
                  <a:pt x="230" y="1794"/>
                </a:lnTo>
                <a:lnTo>
                  <a:pt x="229" y="1794"/>
                </a:lnTo>
                <a:lnTo>
                  <a:pt x="228" y="1795"/>
                </a:lnTo>
                <a:lnTo>
                  <a:pt x="227" y="1795"/>
                </a:lnTo>
                <a:lnTo>
                  <a:pt x="226" y="1795"/>
                </a:lnTo>
                <a:lnTo>
                  <a:pt x="225" y="1794"/>
                </a:lnTo>
                <a:lnTo>
                  <a:pt x="224" y="1794"/>
                </a:lnTo>
                <a:lnTo>
                  <a:pt x="223" y="1793"/>
                </a:lnTo>
                <a:lnTo>
                  <a:pt x="223" y="1792"/>
                </a:lnTo>
                <a:lnTo>
                  <a:pt x="222" y="1792"/>
                </a:lnTo>
                <a:lnTo>
                  <a:pt x="222" y="1791"/>
                </a:lnTo>
                <a:lnTo>
                  <a:pt x="222" y="1790"/>
                </a:lnTo>
                <a:lnTo>
                  <a:pt x="221" y="1790"/>
                </a:lnTo>
                <a:lnTo>
                  <a:pt x="221" y="1789"/>
                </a:lnTo>
                <a:lnTo>
                  <a:pt x="222" y="1789"/>
                </a:lnTo>
                <a:lnTo>
                  <a:pt x="222" y="1788"/>
                </a:lnTo>
                <a:lnTo>
                  <a:pt x="221" y="1788"/>
                </a:lnTo>
                <a:lnTo>
                  <a:pt x="221" y="1787"/>
                </a:lnTo>
                <a:lnTo>
                  <a:pt x="220" y="1787"/>
                </a:lnTo>
                <a:lnTo>
                  <a:pt x="220" y="1786"/>
                </a:lnTo>
                <a:lnTo>
                  <a:pt x="221" y="1786"/>
                </a:lnTo>
                <a:lnTo>
                  <a:pt x="221" y="1785"/>
                </a:lnTo>
                <a:lnTo>
                  <a:pt x="220" y="1784"/>
                </a:lnTo>
                <a:lnTo>
                  <a:pt x="220" y="1783"/>
                </a:lnTo>
                <a:lnTo>
                  <a:pt x="221" y="1783"/>
                </a:lnTo>
                <a:lnTo>
                  <a:pt x="222" y="1782"/>
                </a:lnTo>
                <a:lnTo>
                  <a:pt x="223" y="1782"/>
                </a:lnTo>
                <a:lnTo>
                  <a:pt x="223" y="1781"/>
                </a:lnTo>
                <a:lnTo>
                  <a:pt x="223" y="1780"/>
                </a:lnTo>
                <a:lnTo>
                  <a:pt x="224" y="1780"/>
                </a:lnTo>
                <a:lnTo>
                  <a:pt x="226" y="1780"/>
                </a:lnTo>
                <a:lnTo>
                  <a:pt x="227" y="1780"/>
                </a:lnTo>
                <a:lnTo>
                  <a:pt x="227" y="1779"/>
                </a:lnTo>
                <a:lnTo>
                  <a:pt x="227" y="1777"/>
                </a:lnTo>
                <a:lnTo>
                  <a:pt x="227" y="1775"/>
                </a:lnTo>
                <a:lnTo>
                  <a:pt x="227" y="1774"/>
                </a:lnTo>
                <a:lnTo>
                  <a:pt x="226" y="1774"/>
                </a:lnTo>
                <a:lnTo>
                  <a:pt x="226" y="1773"/>
                </a:lnTo>
                <a:lnTo>
                  <a:pt x="227" y="1773"/>
                </a:lnTo>
                <a:lnTo>
                  <a:pt x="228" y="1773"/>
                </a:lnTo>
                <a:lnTo>
                  <a:pt x="229" y="1773"/>
                </a:lnTo>
                <a:lnTo>
                  <a:pt x="231" y="1774"/>
                </a:lnTo>
                <a:lnTo>
                  <a:pt x="232" y="1773"/>
                </a:lnTo>
                <a:lnTo>
                  <a:pt x="231" y="1772"/>
                </a:lnTo>
                <a:lnTo>
                  <a:pt x="230" y="1771"/>
                </a:lnTo>
                <a:lnTo>
                  <a:pt x="230" y="1770"/>
                </a:lnTo>
                <a:lnTo>
                  <a:pt x="229" y="1769"/>
                </a:lnTo>
                <a:lnTo>
                  <a:pt x="228" y="1769"/>
                </a:lnTo>
                <a:lnTo>
                  <a:pt x="228" y="1767"/>
                </a:lnTo>
                <a:lnTo>
                  <a:pt x="227" y="1766"/>
                </a:lnTo>
                <a:lnTo>
                  <a:pt x="226" y="1765"/>
                </a:lnTo>
                <a:lnTo>
                  <a:pt x="225" y="1764"/>
                </a:lnTo>
                <a:lnTo>
                  <a:pt x="225" y="1763"/>
                </a:lnTo>
                <a:lnTo>
                  <a:pt x="224" y="1762"/>
                </a:lnTo>
                <a:lnTo>
                  <a:pt x="225" y="1761"/>
                </a:lnTo>
                <a:lnTo>
                  <a:pt x="225" y="1760"/>
                </a:lnTo>
                <a:lnTo>
                  <a:pt x="226" y="1759"/>
                </a:lnTo>
                <a:lnTo>
                  <a:pt x="226" y="1758"/>
                </a:lnTo>
                <a:lnTo>
                  <a:pt x="227" y="1757"/>
                </a:lnTo>
                <a:lnTo>
                  <a:pt x="228" y="1757"/>
                </a:lnTo>
                <a:lnTo>
                  <a:pt x="228" y="1756"/>
                </a:lnTo>
                <a:lnTo>
                  <a:pt x="229" y="1755"/>
                </a:lnTo>
                <a:lnTo>
                  <a:pt x="228" y="1754"/>
                </a:lnTo>
                <a:lnTo>
                  <a:pt x="228" y="1752"/>
                </a:lnTo>
                <a:lnTo>
                  <a:pt x="227" y="1751"/>
                </a:lnTo>
                <a:lnTo>
                  <a:pt x="226" y="1750"/>
                </a:lnTo>
                <a:lnTo>
                  <a:pt x="227" y="1749"/>
                </a:lnTo>
                <a:lnTo>
                  <a:pt x="227" y="1748"/>
                </a:lnTo>
                <a:lnTo>
                  <a:pt x="226" y="1748"/>
                </a:lnTo>
                <a:lnTo>
                  <a:pt x="225" y="1748"/>
                </a:lnTo>
                <a:lnTo>
                  <a:pt x="225" y="1747"/>
                </a:lnTo>
                <a:lnTo>
                  <a:pt x="225" y="1746"/>
                </a:lnTo>
                <a:lnTo>
                  <a:pt x="225" y="1745"/>
                </a:lnTo>
                <a:lnTo>
                  <a:pt x="224" y="1745"/>
                </a:lnTo>
                <a:lnTo>
                  <a:pt x="223" y="1744"/>
                </a:lnTo>
                <a:lnTo>
                  <a:pt x="222" y="1742"/>
                </a:lnTo>
                <a:lnTo>
                  <a:pt x="222" y="1741"/>
                </a:lnTo>
                <a:lnTo>
                  <a:pt x="221" y="1740"/>
                </a:lnTo>
                <a:lnTo>
                  <a:pt x="220" y="1739"/>
                </a:lnTo>
                <a:lnTo>
                  <a:pt x="220" y="1738"/>
                </a:lnTo>
                <a:lnTo>
                  <a:pt x="220" y="1737"/>
                </a:lnTo>
                <a:lnTo>
                  <a:pt x="220" y="1736"/>
                </a:lnTo>
                <a:lnTo>
                  <a:pt x="220" y="1735"/>
                </a:lnTo>
                <a:lnTo>
                  <a:pt x="219" y="1734"/>
                </a:lnTo>
                <a:lnTo>
                  <a:pt x="218" y="1733"/>
                </a:lnTo>
                <a:lnTo>
                  <a:pt x="218" y="1732"/>
                </a:lnTo>
                <a:lnTo>
                  <a:pt x="217" y="1732"/>
                </a:lnTo>
                <a:lnTo>
                  <a:pt x="216" y="1732"/>
                </a:lnTo>
                <a:lnTo>
                  <a:pt x="215" y="1731"/>
                </a:lnTo>
                <a:lnTo>
                  <a:pt x="214" y="1730"/>
                </a:lnTo>
                <a:lnTo>
                  <a:pt x="214" y="1729"/>
                </a:lnTo>
                <a:lnTo>
                  <a:pt x="213" y="1728"/>
                </a:lnTo>
                <a:lnTo>
                  <a:pt x="211" y="1727"/>
                </a:lnTo>
                <a:lnTo>
                  <a:pt x="210" y="1726"/>
                </a:lnTo>
                <a:lnTo>
                  <a:pt x="209" y="1725"/>
                </a:lnTo>
                <a:lnTo>
                  <a:pt x="208" y="1725"/>
                </a:lnTo>
                <a:lnTo>
                  <a:pt x="208" y="1724"/>
                </a:lnTo>
                <a:lnTo>
                  <a:pt x="207" y="1724"/>
                </a:lnTo>
                <a:lnTo>
                  <a:pt x="207" y="1723"/>
                </a:lnTo>
                <a:lnTo>
                  <a:pt x="206" y="1723"/>
                </a:lnTo>
                <a:lnTo>
                  <a:pt x="205" y="1723"/>
                </a:lnTo>
                <a:lnTo>
                  <a:pt x="204" y="1722"/>
                </a:lnTo>
                <a:lnTo>
                  <a:pt x="203" y="1722"/>
                </a:lnTo>
                <a:lnTo>
                  <a:pt x="203" y="1721"/>
                </a:lnTo>
                <a:lnTo>
                  <a:pt x="202" y="1721"/>
                </a:lnTo>
                <a:lnTo>
                  <a:pt x="202" y="1720"/>
                </a:lnTo>
                <a:lnTo>
                  <a:pt x="201" y="1720"/>
                </a:lnTo>
                <a:lnTo>
                  <a:pt x="200" y="1720"/>
                </a:lnTo>
                <a:lnTo>
                  <a:pt x="199" y="1720"/>
                </a:lnTo>
                <a:lnTo>
                  <a:pt x="198" y="1720"/>
                </a:lnTo>
                <a:lnTo>
                  <a:pt x="198" y="1719"/>
                </a:lnTo>
                <a:lnTo>
                  <a:pt x="197" y="1719"/>
                </a:lnTo>
                <a:lnTo>
                  <a:pt x="196" y="1718"/>
                </a:lnTo>
                <a:lnTo>
                  <a:pt x="195" y="1718"/>
                </a:lnTo>
                <a:lnTo>
                  <a:pt x="194" y="1718"/>
                </a:lnTo>
                <a:lnTo>
                  <a:pt x="193" y="1718"/>
                </a:lnTo>
                <a:lnTo>
                  <a:pt x="192" y="1718"/>
                </a:lnTo>
                <a:lnTo>
                  <a:pt x="191" y="1718"/>
                </a:lnTo>
                <a:lnTo>
                  <a:pt x="190" y="1718"/>
                </a:lnTo>
                <a:lnTo>
                  <a:pt x="189" y="1719"/>
                </a:lnTo>
                <a:lnTo>
                  <a:pt x="188" y="1719"/>
                </a:lnTo>
                <a:lnTo>
                  <a:pt x="188" y="1718"/>
                </a:lnTo>
                <a:lnTo>
                  <a:pt x="187" y="1718"/>
                </a:lnTo>
                <a:lnTo>
                  <a:pt x="184" y="1718"/>
                </a:lnTo>
                <a:lnTo>
                  <a:pt x="184" y="1719"/>
                </a:lnTo>
                <a:lnTo>
                  <a:pt x="183" y="1720"/>
                </a:lnTo>
                <a:lnTo>
                  <a:pt x="184" y="1721"/>
                </a:lnTo>
                <a:lnTo>
                  <a:pt x="183" y="1722"/>
                </a:lnTo>
                <a:lnTo>
                  <a:pt x="182" y="1722"/>
                </a:lnTo>
                <a:lnTo>
                  <a:pt x="181" y="1721"/>
                </a:lnTo>
                <a:lnTo>
                  <a:pt x="179" y="1721"/>
                </a:lnTo>
                <a:lnTo>
                  <a:pt x="179" y="1722"/>
                </a:lnTo>
                <a:lnTo>
                  <a:pt x="178" y="1723"/>
                </a:lnTo>
                <a:lnTo>
                  <a:pt x="177" y="1723"/>
                </a:lnTo>
                <a:lnTo>
                  <a:pt x="176" y="1722"/>
                </a:lnTo>
                <a:lnTo>
                  <a:pt x="175" y="1721"/>
                </a:lnTo>
                <a:lnTo>
                  <a:pt x="175" y="1720"/>
                </a:lnTo>
                <a:lnTo>
                  <a:pt x="175" y="1719"/>
                </a:lnTo>
                <a:lnTo>
                  <a:pt x="174" y="1718"/>
                </a:lnTo>
                <a:lnTo>
                  <a:pt x="174" y="1717"/>
                </a:lnTo>
                <a:lnTo>
                  <a:pt x="174" y="1716"/>
                </a:lnTo>
                <a:lnTo>
                  <a:pt x="173" y="1715"/>
                </a:lnTo>
                <a:lnTo>
                  <a:pt x="174" y="1715"/>
                </a:lnTo>
                <a:lnTo>
                  <a:pt x="174" y="1714"/>
                </a:lnTo>
                <a:lnTo>
                  <a:pt x="174" y="1713"/>
                </a:lnTo>
                <a:lnTo>
                  <a:pt x="174" y="1712"/>
                </a:lnTo>
                <a:lnTo>
                  <a:pt x="174" y="1711"/>
                </a:lnTo>
                <a:lnTo>
                  <a:pt x="174" y="1710"/>
                </a:lnTo>
                <a:lnTo>
                  <a:pt x="174" y="1709"/>
                </a:lnTo>
                <a:lnTo>
                  <a:pt x="174" y="1708"/>
                </a:lnTo>
                <a:lnTo>
                  <a:pt x="174" y="1707"/>
                </a:lnTo>
                <a:lnTo>
                  <a:pt x="173" y="1706"/>
                </a:lnTo>
                <a:lnTo>
                  <a:pt x="173" y="1705"/>
                </a:lnTo>
                <a:lnTo>
                  <a:pt x="171" y="1704"/>
                </a:lnTo>
                <a:lnTo>
                  <a:pt x="171" y="1702"/>
                </a:lnTo>
                <a:lnTo>
                  <a:pt x="171" y="1701"/>
                </a:lnTo>
                <a:lnTo>
                  <a:pt x="172" y="1701"/>
                </a:lnTo>
                <a:lnTo>
                  <a:pt x="173" y="1701"/>
                </a:lnTo>
                <a:lnTo>
                  <a:pt x="173" y="1700"/>
                </a:lnTo>
                <a:lnTo>
                  <a:pt x="172" y="1699"/>
                </a:lnTo>
                <a:lnTo>
                  <a:pt x="171" y="1699"/>
                </a:lnTo>
                <a:lnTo>
                  <a:pt x="170" y="1699"/>
                </a:lnTo>
                <a:lnTo>
                  <a:pt x="169" y="1699"/>
                </a:lnTo>
                <a:lnTo>
                  <a:pt x="168" y="1698"/>
                </a:lnTo>
                <a:lnTo>
                  <a:pt x="167" y="1698"/>
                </a:lnTo>
                <a:lnTo>
                  <a:pt x="166" y="1698"/>
                </a:lnTo>
                <a:lnTo>
                  <a:pt x="165" y="1698"/>
                </a:lnTo>
                <a:lnTo>
                  <a:pt x="164" y="1697"/>
                </a:lnTo>
                <a:lnTo>
                  <a:pt x="163" y="1697"/>
                </a:lnTo>
                <a:lnTo>
                  <a:pt x="162" y="1697"/>
                </a:lnTo>
                <a:lnTo>
                  <a:pt x="161" y="1697"/>
                </a:lnTo>
                <a:lnTo>
                  <a:pt x="160" y="1697"/>
                </a:lnTo>
                <a:lnTo>
                  <a:pt x="159" y="1697"/>
                </a:lnTo>
                <a:lnTo>
                  <a:pt x="158" y="1698"/>
                </a:lnTo>
                <a:lnTo>
                  <a:pt x="157" y="1698"/>
                </a:lnTo>
                <a:lnTo>
                  <a:pt x="156" y="1698"/>
                </a:lnTo>
                <a:lnTo>
                  <a:pt x="156" y="1697"/>
                </a:lnTo>
                <a:lnTo>
                  <a:pt x="155" y="1697"/>
                </a:lnTo>
                <a:lnTo>
                  <a:pt x="154" y="1697"/>
                </a:lnTo>
                <a:lnTo>
                  <a:pt x="152" y="1696"/>
                </a:lnTo>
                <a:lnTo>
                  <a:pt x="151" y="1696"/>
                </a:lnTo>
                <a:lnTo>
                  <a:pt x="151" y="1695"/>
                </a:lnTo>
                <a:lnTo>
                  <a:pt x="151" y="1694"/>
                </a:lnTo>
                <a:lnTo>
                  <a:pt x="151" y="1693"/>
                </a:lnTo>
                <a:lnTo>
                  <a:pt x="150" y="1692"/>
                </a:lnTo>
                <a:lnTo>
                  <a:pt x="149" y="1692"/>
                </a:lnTo>
                <a:lnTo>
                  <a:pt x="148" y="1692"/>
                </a:lnTo>
                <a:lnTo>
                  <a:pt x="147" y="1692"/>
                </a:lnTo>
                <a:lnTo>
                  <a:pt x="147" y="1693"/>
                </a:lnTo>
                <a:lnTo>
                  <a:pt x="146" y="1693"/>
                </a:lnTo>
                <a:lnTo>
                  <a:pt x="145" y="1693"/>
                </a:lnTo>
                <a:lnTo>
                  <a:pt x="144" y="1693"/>
                </a:lnTo>
                <a:lnTo>
                  <a:pt x="143" y="1693"/>
                </a:lnTo>
                <a:lnTo>
                  <a:pt x="143" y="1694"/>
                </a:lnTo>
                <a:lnTo>
                  <a:pt x="142" y="1694"/>
                </a:lnTo>
                <a:lnTo>
                  <a:pt x="141" y="1694"/>
                </a:lnTo>
                <a:lnTo>
                  <a:pt x="140" y="1693"/>
                </a:lnTo>
                <a:lnTo>
                  <a:pt x="139" y="1693"/>
                </a:lnTo>
                <a:lnTo>
                  <a:pt x="138" y="1693"/>
                </a:lnTo>
                <a:lnTo>
                  <a:pt x="137" y="1693"/>
                </a:lnTo>
                <a:lnTo>
                  <a:pt x="137" y="1694"/>
                </a:lnTo>
                <a:lnTo>
                  <a:pt x="136" y="1695"/>
                </a:lnTo>
                <a:lnTo>
                  <a:pt x="135" y="1695"/>
                </a:lnTo>
                <a:lnTo>
                  <a:pt x="134" y="1695"/>
                </a:lnTo>
                <a:lnTo>
                  <a:pt x="133" y="1695"/>
                </a:lnTo>
                <a:lnTo>
                  <a:pt x="132" y="1695"/>
                </a:lnTo>
                <a:lnTo>
                  <a:pt x="131" y="1695"/>
                </a:lnTo>
                <a:lnTo>
                  <a:pt x="131" y="1696"/>
                </a:lnTo>
                <a:lnTo>
                  <a:pt x="130" y="1696"/>
                </a:lnTo>
                <a:lnTo>
                  <a:pt x="129" y="1696"/>
                </a:lnTo>
                <a:lnTo>
                  <a:pt x="129" y="1697"/>
                </a:lnTo>
                <a:lnTo>
                  <a:pt x="129" y="1698"/>
                </a:lnTo>
                <a:lnTo>
                  <a:pt x="129" y="1699"/>
                </a:lnTo>
                <a:lnTo>
                  <a:pt x="130" y="1700"/>
                </a:lnTo>
                <a:lnTo>
                  <a:pt x="129" y="1700"/>
                </a:lnTo>
                <a:lnTo>
                  <a:pt x="128" y="1700"/>
                </a:lnTo>
                <a:lnTo>
                  <a:pt x="128" y="1701"/>
                </a:lnTo>
                <a:lnTo>
                  <a:pt x="127" y="1701"/>
                </a:lnTo>
                <a:lnTo>
                  <a:pt x="126" y="1701"/>
                </a:lnTo>
                <a:lnTo>
                  <a:pt x="126" y="1700"/>
                </a:lnTo>
                <a:lnTo>
                  <a:pt x="125" y="1700"/>
                </a:lnTo>
                <a:lnTo>
                  <a:pt x="125" y="1699"/>
                </a:lnTo>
                <a:lnTo>
                  <a:pt x="125" y="1698"/>
                </a:lnTo>
                <a:lnTo>
                  <a:pt x="124" y="1697"/>
                </a:lnTo>
                <a:lnTo>
                  <a:pt x="124" y="1696"/>
                </a:lnTo>
                <a:lnTo>
                  <a:pt x="123" y="1694"/>
                </a:lnTo>
                <a:lnTo>
                  <a:pt x="122" y="1693"/>
                </a:lnTo>
                <a:lnTo>
                  <a:pt x="122" y="1691"/>
                </a:lnTo>
                <a:lnTo>
                  <a:pt x="122" y="1690"/>
                </a:lnTo>
                <a:lnTo>
                  <a:pt x="122" y="1689"/>
                </a:lnTo>
                <a:lnTo>
                  <a:pt x="120" y="1689"/>
                </a:lnTo>
                <a:lnTo>
                  <a:pt x="118" y="1689"/>
                </a:lnTo>
                <a:lnTo>
                  <a:pt x="117" y="1689"/>
                </a:lnTo>
                <a:lnTo>
                  <a:pt x="117" y="1690"/>
                </a:lnTo>
                <a:lnTo>
                  <a:pt x="117" y="1691"/>
                </a:lnTo>
                <a:lnTo>
                  <a:pt x="116" y="1692"/>
                </a:lnTo>
                <a:lnTo>
                  <a:pt x="115" y="1692"/>
                </a:lnTo>
                <a:lnTo>
                  <a:pt x="114" y="1692"/>
                </a:lnTo>
                <a:lnTo>
                  <a:pt x="113" y="1692"/>
                </a:lnTo>
                <a:lnTo>
                  <a:pt x="112" y="1692"/>
                </a:lnTo>
                <a:lnTo>
                  <a:pt x="111" y="1691"/>
                </a:lnTo>
                <a:lnTo>
                  <a:pt x="110" y="1690"/>
                </a:lnTo>
                <a:lnTo>
                  <a:pt x="110" y="1689"/>
                </a:lnTo>
                <a:lnTo>
                  <a:pt x="110" y="1688"/>
                </a:lnTo>
                <a:lnTo>
                  <a:pt x="109" y="1687"/>
                </a:lnTo>
                <a:lnTo>
                  <a:pt x="109" y="1686"/>
                </a:lnTo>
                <a:lnTo>
                  <a:pt x="109" y="1685"/>
                </a:lnTo>
                <a:lnTo>
                  <a:pt x="108" y="1685"/>
                </a:lnTo>
                <a:lnTo>
                  <a:pt x="107" y="1685"/>
                </a:lnTo>
                <a:lnTo>
                  <a:pt x="107" y="1686"/>
                </a:lnTo>
                <a:lnTo>
                  <a:pt x="106" y="1686"/>
                </a:lnTo>
                <a:lnTo>
                  <a:pt x="105" y="1687"/>
                </a:lnTo>
                <a:lnTo>
                  <a:pt x="104" y="1687"/>
                </a:lnTo>
                <a:lnTo>
                  <a:pt x="103" y="1687"/>
                </a:lnTo>
                <a:lnTo>
                  <a:pt x="102" y="1688"/>
                </a:lnTo>
                <a:lnTo>
                  <a:pt x="102" y="1689"/>
                </a:lnTo>
                <a:lnTo>
                  <a:pt x="101" y="1689"/>
                </a:lnTo>
                <a:lnTo>
                  <a:pt x="101" y="1690"/>
                </a:lnTo>
                <a:lnTo>
                  <a:pt x="100" y="1690"/>
                </a:lnTo>
                <a:lnTo>
                  <a:pt x="99" y="1690"/>
                </a:lnTo>
                <a:lnTo>
                  <a:pt x="97" y="1691"/>
                </a:lnTo>
                <a:lnTo>
                  <a:pt x="96" y="1690"/>
                </a:lnTo>
                <a:lnTo>
                  <a:pt x="95" y="1689"/>
                </a:lnTo>
                <a:lnTo>
                  <a:pt x="94" y="1688"/>
                </a:lnTo>
                <a:lnTo>
                  <a:pt x="94" y="1687"/>
                </a:lnTo>
                <a:lnTo>
                  <a:pt x="94" y="1686"/>
                </a:lnTo>
                <a:lnTo>
                  <a:pt x="93" y="1686"/>
                </a:lnTo>
                <a:lnTo>
                  <a:pt x="92" y="1686"/>
                </a:lnTo>
                <a:lnTo>
                  <a:pt x="91" y="1687"/>
                </a:lnTo>
                <a:lnTo>
                  <a:pt x="91" y="1688"/>
                </a:lnTo>
                <a:lnTo>
                  <a:pt x="90" y="1687"/>
                </a:lnTo>
                <a:lnTo>
                  <a:pt x="90" y="1686"/>
                </a:lnTo>
                <a:lnTo>
                  <a:pt x="90" y="1683"/>
                </a:lnTo>
                <a:lnTo>
                  <a:pt x="89" y="1682"/>
                </a:lnTo>
                <a:lnTo>
                  <a:pt x="88" y="1682"/>
                </a:lnTo>
                <a:lnTo>
                  <a:pt x="87" y="1681"/>
                </a:lnTo>
                <a:lnTo>
                  <a:pt x="87" y="1680"/>
                </a:lnTo>
                <a:lnTo>
                  <a:pt x="87" y="1679"/>
                </a:lnTo>
                <a:lnTo>
                  <a:pt x="88" y="1679"/>
                </a:lnTo>
                <a:lnTo>
                  <a:pt x="88" y="1678"/>
                </a:lnTo>
                <a:lnTo>
                  <a:pt x="89" y="1678"/>
                </a:lnTo>
                <a:lnTo>
                  <a:pt x="90" y="1678"/>
                </a:lnTo>
                <a:lnTo>
                  <a:pt x="90" y="1677"/>
                </a:lnTo>
                <a:lnTo>
                  <a:pt x="90" y="1676"/>
                </a:lnTo>
                <a:lnTo>
                  <a:pt x="89" y="1676"/>
                </a:lnTo>
                <a:lnTo>
                  <a:pt x="89" y="1675"/>
                </a:lnTo>
                <a:lnTo>
                  <a:pt x="88" y="1674"/>
                </a:lnTo>
                <a:lnTo>
                  <a:pt x="89" y="1673"/>
                </a:lnTo>
                <a:lnTo>
                  <a:pt x="90" y="1673"/>
                </a:lnTo>
                <a:lnTo>
                  <a:pt x="90" y="1672"/>
                </a:lnTo>
                <a:lnTo>
                  <a:pt x="91" y="1671"/>
                </a:lnTo>
                <a:lnTo>
                  <a:pt x="91" y="1670"/>
                </a:lnTo>
                <a:lnTo>
                  <a:pt x="92" y="1670"/>
                </a:lnTo>
                <a:lnTo>
                  <a:pt x="92" y="1669"/>
                </a:lnTo>
                <a:lnTo>
                  <a:pt x="93" y="1669"/>
                </a:lnTo>
                <a:lnTo>
                  <a:pt x="94" y="1669"/>
                </a:lnTo>
                <a:lnTo>
                  <a:pt x="95" y="1669"/>
                </a:lnTo>
                <a:lnTo>
                  <a:pt x="96" y="1669"/>
                </a:lnTo>
                <a:lnTo>
                  <a:pt x="96" y="1670"/>
                </a:lnTo>
                <a:lnTo>
                  <a:pt x="97" y="1670"/>
                </a:lnTo>
                <a:lnTo>
                  <a:pt x="98" y="1671"/>
                </a:lnTo>
                <a:lnTo>
                  <a:pt x="99" y="1670"/>
                </a:lnTo>
                <a:lnTo>
                  <a:pt x="99" y="1669"/>
                </a:lnTo>
                <a:lnTo>
                  <a:pt x="99" y="1668"/>
                </a:lnTo>
                <a:lnTo>
                  <a:pt x="100" y="1668"/>
                </a:lnTo>
                <a:lnTo>
                  <a:pt x="101" y="1668"/>
                </a:lnTo>
                <a:lnTo>
                  <a:pt x="102" y="1668"/>
                </a:lnTo>
                <a:lnTo>
                  <a:pt x="102" y="1667"/>
                </a:lnTo>
                <a:lnTo>
                  <a:pt x="103" y="1667"/>
                </a:lnTo>
                <a:lnTo>
                  <a:pt x="103" y="1668"/>
                </a:lnTo>
                <a:lnTo>
                  <a:pt x="104" y="1669"/>
                </a:lnTo>
                <a:lnTo>
                  <a:pt x="104" y="1670"/>
                </a:lnTo>
                <a:lnTo>
                  <a:pt x="105" y="1670"/>
                </a:lnTo>
                <a:lnTo>
                  <a:pt x="106" y="1670"/>
                </a:lnTo>
                <a:lnTo>
                  <a:pt x="106" y="1669"/>
                </a:lnTo>
                <a:lnTo>
                  <a:pt x="107" y="1668"/>
                </a:lnTo>
                <a:lnTo>
                  <a:pt x="108" y="1667"/>
                </a:lnTo>
                <a:lnTo>
                  <a:pt x="109" y="1666"/>
                </a:lnTo>
                <a:lnTo>
                  <a:pt x="110" y="1666"/>
                </a:lnTo>
                <a:lnTo>
                  <a:pt x="111" y="1665"/>
                </a:lnTo>
                <a:lnTo>
                  <a:pt x="112" y="1665"/>
                </a:lnTo>
                <a:lnTo>
                  <a:pt x="113" y="1665"/>
                </a:lnTo>
                <a:lnTo>
                  <a:pt x="113" y="1666"/>
                </a:lnTo>
                <a:lnTo>
                  <a:pt x="114" y="1666"/>
                </a:lnTo>
                <a:lnTo>
                  <a:pt x="115" y="1667"/>
                </a:lnTo>
                <a:lnTo>
                  <a:pt x="115" y="1668"/>
                </a:lnTo>
                <a:lnTo>
                  <a:pt x="116" y="1668"/>
                </a:lnTo>
                <a:lnTo>
                  <a:pt x="116" y="1669"/>
                </a:lnTo>
                <a:lnTo>
                  <a:pt x="117" y="1669"/>
                </a:lnTo>
                <a:lnTo>
                  <a:pt x="118" y="1670"/>
                </a:lnTo>
                <a:lnTo>
                  <a:pt x="118" y="1671"/>
                </a:lnTo>
                <a:lnTo>
                  <a:pt x="118" y="1672"/>
                </a:lnTo>
                <a:lnTo>
                  <a:pt x="119" y="1672"/>
                </a:lnTo>
                <a:lnTo>
                  <a:pt x="120" y="1672"/>
                </a:lnTo>
                <a:lnTo>
                  <a:pt x="121" y="1672"/>
                </a:lnTo>
                <a:lnTo>
                  <a:pt x="122" y="1672"/>
                </a:lnTo>
                <a:lnTo>
                  <a:pt x="123" y="1672"/>
                </a:lnTo>
                <a:lnTo>
                  <a:pt x="124" y="1672"/>
                </a:lnTo>
                <a:lnTo>
                  <a:pt x="124" y="1671"/>
                </a:lnTo>
                <a:lnTo>
                  <a:pt x="125" y="1671"/>
                </a:lnTo>
                <a:lnTo>
                  <a:pt x="126" y="1671"/>
                </a:lnTo>
                <a:lnTo>
                  <a:pt x="127" y="1670"/>
                </a:lnTo>
                <a:lnTo>
                  <a:pt x="128" y="1670"/>
                </a:lnTo>
                <a:lnTo>
                  <a:pt x="128" y="1669"/>
                </a:lnTo>
                <a:lnTo>
                  <a:pt x="128" y="1668"/>
                </a:lnTo>
                <a:lnTo>
                  <a:pt x="129" y="1667"/>
                </a:lnTo>
                <a:lnTo>
                  <a:pt x="129" y="1666"/>
                </a:lnTo>
                <a:lnTo>
                  <a:pt x="130" y="1666"/>
                </a:lnTo>
                <a:lnTo>
                  <a:pt x="132" y="1665"/>
                </a:lnTo>
                <a:lnTo>
                  <a:pt x="133" y="1665"/>
                </a:lnTo>
                <a:lnTo>
                  <a:pt x="134" y="1665"/>
                </a:lnTo>
                <a:lnTo>
                  <a:pt x="135" y="1665"/>
                </a:lnTo>
                <a:lnTo>
                  <a:pt x="136" y="1665"/>
                </a:lnTo>
                <a:lnTo>
                  <a:pt x="137" y="1664"/>
                </a:lnTo>
                <a:lnTo>
                  <a:pt x="138" y="1664"/>
                </a:lnTo>
                <a:lnTo>
                  <a:pt x="139" y="1664"/>
                </a:lnTo>
                <a:lnTo>
                  <a:pt x="140" y="1663"/>
                </a:lnTo>
                <a:lnTo>
                  <a:pt x="142" y="1662"/>
                </a:lnTo>
                <a:lnTo>
                  <a:pt x="143" y="1662"/>
                </a:lnTo>
                <a:lnTo>
                  <a:pt x="144" y="1662"/>
                </a:lnTo>
                <a:lnTo>
                  <a:pt x="145" y="1662"/>
                </a:lnTo>
                <a:lnTo>
                  <a:pt x="146" y="1662"/>
                </a:lnTo>
                <a:lnTo>
                  <a:pt x="147" y="1661"/>
                </a:lnTo>
                <a:lnTo>
                  <a:pt x="147" y="1660"/>
                </a:lnTo>
                <a:lnTo>
                  <a:pt x="148" y="1658"/>
                </a:lnTo>
                <a:lnTo>
                  <a:pt x="148" y="1657"/>
                </a:lnTo>
                <a:lnTo>
                  <a:pt x="147" y="1656"/>
                </a:lnTo>
                <a:lnTo>
                  <a:pt x="147" y="1655"/>
                </a:lnTo>
                <a:lnTo>
                  <a:pt x="147" y="1654"/>
                </a:lnTo>
                <a:lnTo>
                  <a:pt x="148" y="1654"/>
                </a:lnTo>
                <a:lnTo>
                  <a:pt x="149" y="1653"/>
                </a:lnTo>
                <a:lnTo>
                  <a:pt x="149" y="1652"/>
                </a:lnTo>
                <a:lnTo>
                  <a:pt x="149" y="1651"/>
                </a:lnTo>
                <a:lnTo>
                  <a:pt x="148" y="1648"/>
                </a:lnTo>
                <a:lnTo>
                  <a:pt x="147" y="1647"/>
                </a:lnTo>
                <a:lnTo>
                  <a:pt x="146" y="1646"/>
                </a:lnTo>
                <a:lnTo>
                  <a:pt x="145" y="1646"/>
                </a:lnTo>
                <a:lnTo>
                  <a:pt x="144" y="1645"/>
                </a:lnTo>
                <a:lnTo>
                  <a:pt x="144" y="1644"/>
                </a:lnTo>
                <a:lnTo>
                  <a:pt x="143" y="1644"/>
                </a:lnTo>
                <a:lnTo>
                  <a:pt x="143" y="1643"/>
                </a:lnTo>
                <a:lnTo>
                  <a:pt x="142" y="1642"/>
                </a:lnTo>
                <a:lnTo>
                  <a:pt x="141" y="1642"/>
                </a:lnTo>
                <a:lnTo>
                  <a:pt x="140" y="1642"/>
                </a:lnTo>
                <a:lnTo>
                  <a:pt x="139" y="1643"/>
                </a:lnTo>
                <a:lnTo>
                  <a:pt x="138" y="1643"/>
                </a:lnTo>
                <a:lnTo>
                  <a:pt x="137" y="1643"/>
                </a:lnTo>
                <a:lnTo>
                  <a:pt x="136" y="1642"/>
                </a:lnTo>
                <a:lnTo>
                  <a:pt x="135" y="1642"/>
                </a:lnTo>
                <a:lnTo>
                  <a:pt x="136" y="1641"/>
                </a:lnTo>
                <a:lnTo>
                  <a:pt x="136" y="1640"/>
                </a:lnTo>
                <a:lnTo>
                  <a:pt x="135" y="1640"/>
                </a:lnTo>
                <a:lnTo>
                  <a:pt x="134" y="1639"/>
                </a:lnTo>
                <a:lnTo>
                  <a:pt x="132" y="1638"/>
                </a:lnTo>
                <a:lnTo>
                  <a:pt x="131" y="1638"/>
                </a:lnTo>
                <a:lnTo>
                  <a:pt x="130" y="1638"/>
                </a:lnTo>
                <a:lnTo>
                  <a:pt x="130" y="1637"/>
                </a:lnTo>
                <a:lnTo>
                  <a:pt x="130" y="1636"/>
                </a:lnTo>
                <a:lnTo>
                  <a:pt x="129" y="1636"/>
                </a:lnTo>
                <a:lnTo>
                  <a:pt x="129" y="1635"/>
                </a:lnTo>
                <a:lnTo>
                  <a:pt x="129" y="1633"/>
                </a:lnTo>
                <a:lnTo>
                  <a:pt x="129" y="1632"/>
                </a:lnTo>
                <a:lnTo>
                  <a:pt x="128" y="1631"/>
                </a:lnTo>
                <a:lnTo>
                  <a:pt x="128" y="1630"/>
                </a:lnTo>
                <a:lnTo>
                  <a:pt x="127" y="1629"/>
                </a:lnTo>
                <a:lnTo>
                  <a:pt x="126" y="1627"/>
                </a:lnTo>
                <a:lnTo>
                  <a:pt x="126" y="1626"/>
                </a:lnTo>
                <a:lnTo>
                  <a:pt x="127" y="1625"/>
                </a:lnTo>
                <a:lnTo>
                  <a:pt x="128" y="1625"/>
                </a:lnTo>
                <a:lnTo>
                  <a:pt x="128" y="1624"/>
                </a:lnTo>
                <a:lnTo>
                  <a:pt x="129" y="1624"/>
                </a:lnTo>
                <a:lnTo>
                  <a:pt x="128" y="1622"/>
                </a:lnTo>
                <a:lnTo>
                  <a:pt x="128" y="1621"/>
                </a:lnTo>
                <a:lnTo>
                  <a:pt x="129" y="1621"/>
                </a:lnTo>
                <a:lnTo>
                  <a:pt x="130" y="1621"/>
                </a:lnTo>
                <a:lnTo>
                  <a:pt x="131" y="1620"/>
                </a:lnTo>
                <a:lnTo>
                  <a:pt x="132" y="1619"/>
                </a:lnTo>
                <a:lnTo>
                  <a:pt x="133" y="1618"/>
                </a:lnTo>
                <a:lnTo>
                  <a:pt x="133" y="1617"/>
                </a:lnTo>
                <a:lnTo>
                  <a:pt x="134" y="1617"/>
                </a:lnTo>
                <a:lnTo>
                  <a:pt x="135" y="1616"/>
                </a:lnTo>
                <a:lnTo>
                  <a:pt x="136" y="1616"/>
                </a:lnTo>
                <a:lnTo>
                  <a:pt x="136" y="1615"/>
                </a:lnTo>
                <a:lnTo>
                  <a:pt x="136" y="1614"/>
                </a:lnTo>
                <a:lnTo>
                  <a:pt x="135" y="1613"/>
                </a:lnTo>
                <a:lnTo>
                  <a:pt x="134" y="1612"/>
                </a:lnTo>
                <a:lnTo>
                  <a:pt x="133" y="1612"/>
                </a:lnTo>
                <a:lnTo>
                  <a:pt x="132" y="1611"/>
                </a:lnTo>
                <a:lnTo>
                  <a:pt x="130" y="1610"/>
                </a:lnTo>
                <a:lnTo>
                  <a:pt x="129" y="1609"/>
                </a:lnTo>
                <a:lnTo>
                  <a:pt x="128" y="1609"/>
                </a:lnTo>
                <a:lnTo>
                  <a:pt x="128" y="1608"/>
                </a:lnTo>
                <a:lnTo>
                  <a:pt x="128" y="1607"/>
                </a:lnTo>
                <a:lnTo>
                  <a:pt x="129" y="1606"/>
                </a:lnTo>
                <a:lnTo>
                  <a:pt x="130" y="1605"/>
                </a:lnTo>
                <a:lnTo>
                  <a:pt x="130" y="1604"/>
                </a:lnTo>
                <a:lnTo>
                  <a:pt x="130" y="1603"/>
                </a:lnTo>
                <a:lnTo>
                  <a:pt x="129" y="1602"/>
                </a:lnTo>
                <a:lnTo>
                  <a:pt x="128" y="1601"/>
                </a:lnTo>
                <a:lnTo>
                  <a:pt x="128" y="1600"/>
                </a:lnTo>
                <a:lnTo>
                  <a:pt x="128" y="1599"/>
                </a:lnTo>
                <a:lnTo>
                  <a:pt x="128" y="1598"/>
                </a:lnTo>
                <a:lnTo>
                  <a:pt x="128" y="1597"/>
                </a:lnTo>
                <a:lnTo>
                  <a:pt x="128" y="1596"/>
                </a:lnTo>
                <a:lnTo>
                  <a:pt x="128" y="1595"/>
                </a:lnTo>
                <a:lnTo>
                  <a:pt x="128" y="1594"/>
                </a:lnTo>
                <a:lnTo>
                  <a:pt x="129" y="1592"/>
                </a:lnTo>
                <a:lnTo>
                  <a:pt x="129" y="1591"/>
                </a:lnTo>
                <a:lnTo>
                  <a:pt x="129" y="1590"/>
                </a:lnTo>
                <a:lnTo>
                  <a:pt x="129" y="1589"/>
                </a:lnTo>
                <a:lnTo>
                  <a:pt x="128" y="1589"/>
                </a:lnTo>
                <a:lnTo>
                  <a:pt x="127" y="1589"/>
                </a:lnTo>
                <a:lnTo>
                  <a:pt x="126" y="1589"/>
                </a:lnTo>
                <a:lnTo>
                  <a:pt x="125" y="1589"/>
                </a:lnTo>
                <a:lnTo>
                  <a:pt x="124" y="1589"/>
                </a:lnTo>
                <a:lnTo>
                  <a:pt x="123" y="1588"/>
                </a:lnTo>
                <a:lnTo>
                  <a:pt x="123" y="1587"/>
                </a:lnTo>
                <a:lnTo>
                  <a:pt x="123" y="1586"/>
                </a:lnTo>
                <a:lnTo>
                  <a:pt x="122" y="1585"/>
                </a:lnTo>
                <a:lnTo>
                  <a:pt x="121" y="1584"/>
                </a:lnTo>
                <a:lnTo>
                  <a:pt x="119" y="1582"/>
                </a:lnTo>
                <a:lnTo>
                  <a:pt x="119" y="1581"/>
                </a:lnTo>
                <a:lnTo>
                  <a:pt x="119" y="1580"/>
                </a:lnTo>
                <a:lnTo>
                  <a:pt x="119" y="1579"/>
                </a:lnTo>
                <a:lnTo>
                  <a:pt x="119" y="1577"/>
                </a:lnTo>
                <a:lnTo>
                  <a:pt x="118" y="1576"/>
                </a:lnTo>
                <a:lnTo>
                  <a:pt x="118" y="1574"/>
                </a:lnTo>
                <a:lnTo>
                  <a:pt x="119" y="1572"/>
                </a:lnTo>
                <a:lnTo>
                  <a:pt x="119" y="1569"/>
                </a:lnTo>
                <a:lnTo>
                  <a:pt x="118" y="1567"/>
                </a:lnTo>
                <a:lnTo>
                  <a:pt x="117" y="1565"/>
                </a:lnTo>
                <a:lnTo>
                  <a:pt x="117" y="1564"/>
                </a:lnTo>
                <a:lnTo>
                  <a:pt x="118" y="1563"/>
                </a:lnTo>
                <a:lnTo>
                  <a:pt x="118" y="1562"/>
                </a:lnTo>
                <a:lnTo>
                  <a:pt x="117" y="1560"/>
                </a:lnTo>
                <a:lnTo>
                  <a:pt x="117" y="1558"/>
                </a:lnTo>
                <a:lnTo>
                  <a:pt x="118" y="1556"/>
                </a:lnTo>
                <a:lnTo>
                  <a:pt x="119" y="1555"/>
                </a:lnTo>
                <a:lnTo>
                  <a:pt x="120" y="1555"/>
                </a:lnTo>
                <a:lnTo>
                  <a:pt x="121" y="1555"/>
                </a:lnTo>
                <a:lnTo>
                  <a:pt x="121" y="1554"/>
                </a:lnTo>
                <a:lnTo>
                  <a:pt x="121" y="1553"/>
                </a:lnTo>
                <a:lnTo>
                  <a:pt x="123" y="1552"/>
                </a:lnTo>
                <a:lnTo>
                  <a:pt x="123" y="1550"/>
                </a:lnTo>
                <a:lnTo>
                  <a:pt x="124" y="1549"/>
                </a:lnTo>
                <a:lnTo>
                  <a:pt x="124" y="1547"/>
                </a:lnTo>
                <a:lnTo>
                  <a:pt x="123" y="1545"/>
                </a:lnTo>
                <a:lnTo>
                  <a:pt x="123" y="1544"/>
                </a:lnTo>
                <a:lnTo>
                  <a:pt x="123" y="1543"/>
                </a:lnTo>
                <a:lnTo>
                  <a:pt x="123" y="1542"/>
                </a:lnTo>
                <a:lnTo>
                  <a:pt x="122" y="1542"/>
                </a:lnTo>
                <a:lnTo>
                  <a:pt x="121" y="1542"/>
                </a:lnTo>
                <a:lnTo>
                  <a:pt x="120" y="1542"/>
                </a:lnTo>
                <a:lnTo>
                  <a:pt x="119" y="1542"/>
                </a:lnTo>
                <a:lnTo>
                  <a:pt x="119" y="1541"/>
                </a:lnTo>
                <a:lnTo>
                  <a:pt x="118" y="1540"/>
                </a:lnTo>
                <a:lnTo>
                  <a:pt x="118" y="1539"/>
                </a:lnTo>
                <a:lnTo>
                  <a:pt x="117" y="1538"/>
                </a:lnTo>
                <a:lnTo>
                  <a:pt x="116" y="1537"/>
                </a:lnTo>
                <a:lnTo>
                  <a:pt x="115" y="1537"/>
                </a:lnTo>
                <a:lnTo>
                  <a:pt x="114" y="1537"/>
                </a:lnTo>
                <a:lnTo>
                  <a:pt x="112" y="1537"/>
                </a:lnTo>
                <a:lnTo>
                  <a:pt x="111" y="1537"/>
                </a:lnTo>
                <a:lnTo>
                  <a:pt x="110" y="1537"/>
                </a:lnTo>
                <a:lnTo>
                  <a:pt x="110" y="1536"/>
                </a:lnTo>
                <a:lnTo>
                  <a:pt x="109" y="1535"/>
                </a:lnTo>
                <a:lnTo>
                  <a:pt x="108" y="1535"/>
                </a:lnTo>
                <a:lnTo>
                  <a:pt x="108" y="1534"/>
                </a:lnTo>
                <a:lnTo>
                  <a:pt x="107" y="1534"/>
                </a:lnTo>
                <a:lnTo>
                  <a:pt x="106" y="1533"/>
                </a:lnTo>
                <a:lnTo>
                  <a:pt x="105" y="1533"/>
                </a:lnTo>
                <a:lnTo>
                  <a:pt x="105" y="1532"/>
                </a:lnTo>
                <a:lnTo>
                  <a:pt x="103" y="1531"/>
                </a:lnTo>
                <a:lnTo>
                  <a:pt x="102" y="1530"/>
                </a:lnTo>
                <a:lnTo>
                  <a:pt x="101" y="1530"/>
                </a:lnTo>
                <a:lnTo>
                  <a:pt x="101" y="1531"/>
                </a:lnTo>
                <a:lnTo>
                  <a:pt x="100" y="1531"/>
                </a:lnTo>
                <a:lnTo>
                  <a:pt x="99" y="1531"/>
                </a:lnTo>
                <a:lnTo>
                  <a:pt x="98" y="1530"/>
                </a:lnTo>
                <a:lnTo>
                  <a:pt x="97" y="1530"/>
                </a:lnTo>
                <a:lnTo>
                  <a:pt x="96" y="1530"/>
                </a:lnTo>
                <a:lnTo>
                  <a:pt x="95" y="1530"/>
                </a:lnTo>
                <a:lnTo>
                  <a:pt x="94" y="1529"/>
                </a:lnTo>
                <a:lnTo>
                  <a:pt x="93" y="1528"/>
                </a:lnTo>
                <a:lnTo>
                  <a:pt x="92" y="1528"/>
                </a:lnTo>
                <a:lnTo>
                  <a:pt x="92" y="1527"/>
                </a:lnTo>
                <a:lnTo>
                  <a:pt x="91" y="1527"/>
                </a:lnTo>
                <a:lnTo>
                  <a:pt x="90" y="1527"/>
                </a:lnTo>
                <a:lnTo>
                  <a:pt x="88" y="1527"/>
                </a:lnTo>
                <a:lnTo>
                  <a:pt x="87" y="1527"/>
                </a:lnTo>
                <a:lnTo>
                  <a:pt x="86" y="1527"/>
                </a:lnTo>
                <a:lnTo>
                  <a:pt x="84" y="1526"/>
                </a:lnTo>
                <a:lnTo>
                  <a:pt x="83" y="1526"/>
                </a:lnTo>
                <a:lnTo>
                  <a:pt x="82" y="1526"/>
                </a:lnTo>
                <a:lnTo>
                  <a:pt x="81" y="1525"/>
                </a:lnTo>
                <a:lnTo>
                  <a:pt x="80" y="1525"/>
                </a:lnTo>
                <a:lnTo>
                  <a:pt x="79" y="1525"/>
                </a:lnTo>
                <a:lnTo>
                  <a:pt x="77" y="1525"/>
                </a:lnTo>
                <a:lnTo>
                  <a:pt x="75" y="1525"/>
                </a:lnTo>
                <a:lnTo>
                  <a:pt x="74" y="1525"/>
                </a:lnTo>
                <a:lnTo>
                  <a:pt x="72" y="1525"/>
                </a:lnTo>
                <a:lnTo>
                  <a:pt x="71" y="1525"/>
                </a:lnTo>
                <a:lnTo>
                  <a:pt x="70" y="1525"/>
                </a:lnTo>
                <a:lnTo>
                  <a:pt x="68" y="1525"/>
                </a:lnTo>
                <a:lnTo>
                  <a:pt x="67" y="1525"/>
                </a:lnTo>
                <a:lnTo>
                  <a:pt x="65" y="1525"/>
                </a:lnTo>
                <a:lnTo>
                  <a:pt x="64" y="1525"/>
                </a:lnTo>
                <a:lnTo>
                  <a:pt x="63" y="1524"/>
                </a:lnTo>
                <a:lnTo>
                  <a:pt x="61" y="1524"/>
                </a:lnTo>
                <a:lnTo>
                  <a:pt x="60" y="1524"/>
                </a:lnTo>
                <a:lnTo>
                  <a:pt x="59" y="1523"/>
                </a:lnTo>
                <a:lnTo>
                  <a:pt x="58" y="1523"/>
                </a:lnTo>
                <a:lnTo>
                  <a:pt x="57" y="1524"/>
                </a:lnTo>
                <a:lnTo>
                  <a:pt x="57" y="1525"/>
                </a:lnTo>
                <a:lnTo>
                  <a:pt x="56" y="1525"/>
                </a:lnTo>
                <a:lnTo>
                  <a:pt x="56" y="1526"/>
                </a:lnTo>
                <a:lnTo>
                  <a:pt x="56" y="1527"/>
                </a:lnTo>
                <a:lnTo>
                  <a:pt x="56" y="1528"/>
                </a:lnTo>
                <a:lnTo>
                  <a:pt x="56" y="1529"/>
                </a:lnTo>
                <a:lnTo>
                  <a:pt x="55" y="1529"/>
                </a:lnTo>
                <a:lnTo>
                  <a:pt x="54" y="1530"/>
                </a:lnTo>
                <a:lnTo>
                  <a:pt x="53" y="1530"/>
                </a:lnTo>
                <a:lnTo>
                  <a:pt x="52" y="1530"/>
                </a:lnTo>
                <a:lnTo>
                  <a:pt x="52" y="1531"/>
                </a:lnTo>
                <a:lnTo>
                  <a:pt x="52" y="1532"/>
                </a:lnTo>
                <a:lnTo>
                  <a:pt x="51" y="1532"/>
                </a:lnTo>
                <a:lnTo>
                  <a:pt x="51" y="1533"/>
                </a:lnTo>
                <a:lnTo>
                  <a:pt x="52" y="1534"/>
                </a:lnTo>
                <a:lnTo>
                  <a:pt x="53" y="1536"/>
                </a:lnTo>
                <a:lnTo>
                  <a:pt x="53" y="1537"/>
                </a:lnTo>
                <a:lnTo>
                  <a:pt x="51" y="1537"/>
                </a:lnTo>
                <a:lnTo>
                  <a:pt x="50" y="1537"/>
                </a:lnTo>
                <a:lnTo>
                  <a:pt x="49" y="1537"/>
                </a:lnTo>
                <a:lnTo>
                  <a:pt x="48" y="1537"/>
                </a:lnTo>
                <a:lnTo>
                  <a:pt x="47" y="1538"/>
                </a:lnTo>
                <a:lnTo>
                  <a:pt x="46" y="1538"/>
                </a:lnTo>
                <a:lnTo>
                  <a:pt x="45" y="1538"/>
                </a:lnTo>
                <a:lnTo>
                  <a:pt x="44" y="1538"/>
                </a:lnTo>
                <a:lnTo>
                  <a:pt x="43" y="1537"/>
                </a:lnTo>
                <a:lnTo>
                  <a:pt x="42" y="1537"/>
                </a:lnTo>
                <a:lnTo>
                  <a:pt x="41" y="1538"/>
                </a:lnTo>
                <a:lnTo>
                  <a:pt x="40" y="1537"/>
                </a:lnTo>
                <a:lnTo>
                  <a:pt x="39" y="1537"/>
                </a:lnTo>
                <a:lnTo>
                  <a:pt x="38" y="1537"/>
                </a:lnTo>
                <a:lnTo>
                  <a:pt x="37" y="1536"/>
                </a:lnTo>
                <a:lnTo>
                  <a:pt x="37" y="1535"/>
                </a:lnTo>
                <a:lnTo>
                  <a:pt x="36" y="1534"/>
                </a:lnTo>
                <a:lnTo>
                  <a:pt x="36" y="1533"/>
                </a:lnTo>
                <a:lnTo>
                  <a:pt x="35" y="1533"/>
                </a:lnTo>
                <a:lnTo>
                  <a:pt x="34" y="1533"/>
                </a:lnTo>
                <a:lnTo>
                  <a:pt x="33" y="1533"/>
                </a:lnTo>
                <a:lnTo>
                  <a:pt x="32" y="1533"/>
                </a:lnTo>
                <a:lnTo>
                  <a:pt x="31" y="1532"/>
                </a:lnTo>
                <a:lnTo>
                  <a:pt x="30" y="1532"/>
                </a:lnTo>
                <a:lnTo>
                  <a:pt x="29" y="1531"/>
                </a:lnTo>
                <a:lnTo>
                  <a:pt x="28" y="1530"/>
                </a:lnTo>
                <a:lnTo>
                  <a:pt x="28" y="1529"/>
                </a:lnTo>
                <a:lnTo>
                  <a:pt x="28" y="1528"/>
                </a:lnTo>
                <a:lnTo>
                  <a:pt x="28" y="1527"/>
                </a:lnTo>
                <a:lnTo>
                  <a:pt x="27" y="1526"/>
                </a:lnTo>
                <a:lnTo>
                  <a:pt x="27" y="1525"/>
                </a:lnTo>
                <a:lnTo>
                  <a:pt x="26" y="1524"/>
                </a:lnTo>
                <a:lnTo>
                  <a:pt x="25" y="1523"/>
                </a:lnTo>
                <a:lnTo>
                  <a:pt x="25" y="1522"/>
                </a:lnTo>
                <a:lnTo>
                  <a:pt x="24" y="1520"/>
                </a:lnTo>
                <a:lnTo>
                  <a:pt x="24" y="1519"/>
                </a:lnTo>
                <a:lnTo>
                  <a:pt x="23" y="1519"/>
                </a:lnTo>
                <a:lnTo>
                  <a:pt x="23" y="1518"/>
                </a:lnTo>
                <a:lnTo>
                  <a:pt x="23" y="1517"/>
                </a:lnTo>
                <a:lnTo>
                  <a:pt x="23" y="1516"/>
                </a:lnTo>
                <a:lnTo>
                  <a:pt x="23" y="1515"/>
                </a:lnTo>
                <a:lnTo>
                  <a:pt x="23" y="1514"/>
                </a:lnTo>
                <a:lnTo>
                  <a:pt x="24" y="1514"/>
                </a:lnTo>
                <a:lnTo>
                  <a:pt x="24" y="1513"/>
                </a:lnTo>
                <a:lnTo>
                  <a:pt x="24" y="1512"/>
                </a:lnTo>
                <a:lnTo>
                  <a:pt x="23" y="1511"/>
                </a:lnTo>
                <a:lnTo>
                  <a:pt x="23" y="1510"/>
                </a:lnTo>
                <a:lnTo>
                  <a:pt x="22" y="1509"/>
                </a:lnTo>
                <a:lnTo>
                  <a:pt x="22" y="1508"/>
                </a:lnTo>
                <a:lnTo>
                  <a:pt x="21" y="1508"/>
                </a:lnTo>
                <a:lnTo>
                  <a:pt x="21" y="1507"/>
                </a:lnTo>
                <a:lnTo>
                  <a:pt x="21" y="1506"/>
                </a:lnTo>
                <a:lnTo>
                  <a:pt x="20" y="1506"/>
                </a:lnTo>
                <a:lnTo>
                  <a:pt x="19" y="1506"/>
                </a:lnTo>
                <a:lnTo>
                  <a:pt x="18" y="1505"/>
                </a:lnTo>
                <a:lnTo>
                  <a:pt x="18" y="1504"/>
                </a:lnTo>
                <a:lnTo>
                  <a:pt x="18" y="1503"/>
                </a:lnTo>
                <a:lnTo>
                  <a:pt x="18" y="1502"/>
                </a:lnTo>
                <a:lnTo>
                  <a:pt x="19" y="1501"/>
                </a:lnTo>
                <a:lnTo>
                  <a:pt x="19" y="1500"/>
                </a:lnTo>
                <a:lnTo>
                  <a:pt x="20" y="1500"/>
                </a:lnTo>
                <a:lnTo>
                  <a:pt x="20" y="1499"/>
                </a:lnTo>
                <a:lnTo>
                  <a:pt x="21" y="1498"/>
                </a:lnTo>
                <a:lnTo>
                  <a:pt x="22" y="1497"/>
                </a:lnTo>
                <a:lnTo>
                  <a:pt x="22" y="1496"/>
                </a:lnTo>
                <a:lnTo>
                  <a:pt x="24" y="1496"/>
                </a:lnTo>
                <a:lnTo>
                  <a:pt x="25" y="1496"/>
                </a:lnTo>
                <a:lnTo>
                  <a:pt x="26" y="1496"/>
                </a:lnTo>
                <a:lnTo>
                  <a:pt x="26" y="1497"/>
                </a:lnTo>
                <a:lnTo>
                  <a:pt x="27" y="1497"/>
                </a:lnTo>
                <a:lnTo>
                  <a:pt x="28" y="1496"/>
                </a:lnTo>
                <a:lnTo>
                  <a:pt x="28" y="1497"/>
                </a:lnTo>
                <a:lnTo>
                  <a:pt x="28" y="1498"/>
                </a:lnTo>
                <a:lnTo>
                  <a:pt x="29" y="1498"/>
                </a:lnTo>
                <a:lnTo>
                  <a:pt x="30" y="1497"/>
                </a:lnTo>
                <a:lnTo>
                  <a:pt x="31" y="1496"/>
                </a:lnTo>
                <a:lnTo>
                  <a:pt x="31" y="1495"/>
                </a:lnTo>
                <a:lnTo>
                  <a:pt x="31" y="1493"/>
                </a:lnTo>
                <a:lnTo>
                  <a:pt x="31" y="1492"/>
                </a:lnTo>
                <a:lnTo>
                  <a:pt x="31" y="1490"/>
                </a:lnTo>
                <a:lnTo>
                  <a:pt x="31" y="1489"/>
                </a:lnTo>
                <a:lnTo>
                  <a:pt x="30" y="1488"/>
                </a:lnTo>
                <a:lnTo>
                  <a:pt x="30" y="1487"/>
                </a:lnTo>
                <a:lnTo>
                  <a:pt x="29" y="1487"/>
                </a:lnTo>
                <a:lnTo>
                  <a:pt x="29" y="1486"/>
                </a:lnTo>
                <a:lnTo>
                  <a:pt x="28" y="1486"/>
                </a:lnTo>
                <a:lnTo>
                  <a:pt x="27" y="1486"/>
                </a:lnTo>
                <a:lnTo>
                  <a:pt x="26" y="1486"/>
                </a:lnTo>
                <a:lnTo>
                  <a:pt x="26" y="1487"/>
                </a:lnTo>
                <a:lnTo>
                  <a:pt x="25" y="1487"/>
                </a:lnTo>
                <a:lnTo>
                  <a:pt x="24" y="1487"/>
                </a:lnTo>
                <a:lnTo>
                  <a:pt x="23" y="1488"/>
                </a:lnTo>
                <a:lnTo>
                  <a:pt x="22" y="1488"/>
                </a:lnTo>
                <a:lnTo>
                  <a:pt x="21" y="1487"/>
                </a:lnTo>
                <a:lnTo>
                  <a:pt x="21" y="1486"/>
                </a:lnTo>
                <a:lnTo>
                  <a:pt x="21" y="1485"/>
                </a:lnTo>
                <a:lnTo>
                  <a:pt x="21" y="1484"/>
                </a:lnTo>
                <a:lnTo>
                  <a:pt x="20" y="1483"/>
                </a:lnTo>
                <a:lnTo>
                  <a:pt x="20" y="1482"/>
                </a:lnTo>
                <a:lnTo>
                  <a:pt x="19" y="1482"/>
                </a:lnTo>
                <a:lnTo>
                  <a:pt x="20" y="1481"/>
                </a:lnTo>
                <a:lnTo>
                  <a:pt x="20" y="1479"/>
                </a:lnTo>
                <a:lnTo>
                  <a:pt x="20" y="1478"/>
                </a:lnTo>
                <a:lnTo>
                  <a:pt x="19" y="1478"/>
                </a:lnTo>
                <a:lnTo>
                  <a:pt x="19" y="1477"/>
                </a:lnTo>
                <a:lnTo>
                  <a:pt x="19" y="1476"/>
                </a:lnTo>
                <a:lnTo>
                  <a:pt x="18" y="1476"/>
                </a:lnTo>
                <a:lnTo>
                  <a:pt x="17" y="1476"/>
                </a:lnTo>
                <a:lnTo>
                  <a:pt x="17" y="1475"/>
                </a:lnTo>
                <a:lnTo>
                  <a:pt x="17" y="1474"/>
                </a:lnTo>
                <a:lnTo>
                  <a:pt x="16" y="1474"/>
                </a:lnTo>
                <a:lnTo>
                  <a:pt x="15" y="1474"/>
                </a:lnTo>
                <a:lnTo>
                  <a:pt x="14" y="1474"/>
                </a:lnTo>
                <a:lnTo>
                  <a:pt x="14" y="1473"/>
                </a:lnTo>
                <a:lnTo>
                  <a:pt x="14" y="1472"/>
                </a:lnTo>
                <a:lnTo>
                  <a:pt x="14" y="1471"/>
                </a:lnTo>
                <a:lnTo>
                  <a:pt x="14" y="1470"/>
                </a:lnTo>
                <a:lnTo>
                  <a:pt x="13" y="1470"/>
                </a:lnTo>
                <a:lnTo>
                  <a:pt x="13" y="1469"/>
                </a:lnTo>
                <a:lnTo>
                  <a:pt x="13" y="1468"/>
                </a:lnTo>
                <a:lnTo>
                  <a:pt x="12" y="1467"/>
                </a:lnTo>
                <a:lnTo>
                  <a:pt x="12" y="1466"/>
                </a:lnTo>
                <a:lnTo>
                  <a:pt x="11" y="1466"/>
                </a:lnTo>
                <a:lnTo>
                  <a:pt x="11" y="1465"/>
                </a:lnTo>
                <a:lnTo>
                  <a:pt x="10" y="1465"/>
                </a:lnTo>
                <a:lnTo>
                  <a:pt x="9" y="1465"/>
                </a:lnTo>
                <a:lnTo>
                  <a:pt x="8" y="1466"/>
                </a:lnTo>
                <a:lnTo>
                  <a:pt x="7" y="1465"/>
                </a:lnTo>
                <a:lnTo>
                  <a:pt x="6" y="1465"/>
                </a:lnTo>
                <a:lnTo>
                  <a:pt x="6" y="1464"/>
                </a:lnTo>
                <a:lnTo>
                  <a:pt x="6" y="1463"/>
                </a:lnTo>
                <a:lnTo>
                  <a:pt x="6" y="1462"/>
                </a:lnTo>
                <a:lnTo>
                  <a:pt x="4" y="1462"/>
                </a:lnTo>
                <a:lnTo>
                  <a:pt x="4" y="1461"/>
                </a:lnTo>
                <a:lnTo>
                  <a:pt x="5" y="1461"/>
                </a:lnTo>
                <a:lnTo>
                  <a:pt x="5" y="1460"/>
                </a:lnTo>
                <a:lnTo>
                  <a:pt x="5" y="1459"/>
                </a:lnTo>
                <a:lnTo>
                  <a:pt x="5" y="1458"/>
                </a:lnTo>
                <a:lnTo>
                  <a:pt x="4" y="1458"/>
                </a:lnTo>
                <a:lnTo>
                  <a:pt x="4" y="1457"/>
                </a:lnTo>
                <a:lnTo>
                  <a:pt x="4" y="1456"/>
                </a:lnTo>
                <a:lnTo>
                  <a:pt x="5" y="1456"/>
                </a:lnTo>
                <a:lnTo>
                  <a:pt x="5" y="1454"/>
                </a:lnTo>
                <a:lnTo>
                  <a:pt x="3" y="1452"/>
                </a:lnTo>
                <a:lnTo>
                  <a:pt x="1" y="1451"/>
                </a:lnTo>
                <a:lnTo>
                  <a:pt x="0" y="1451"/>
                </a:lnTo>
                <a:lnTo>
                  <a:pt x="1" y="1451"/>
                </a:lnTo>
                <a:lnTo>
                  <a:pt x="2" y="1450"/>
                </a:lnTo>
                <a:lnTo>
                  <a:pt x="4" y="1450"/>
                </a:lnTo>
                <a:lnTo>
                  <a:pt x="5" y="1450"/>
                </a:lnTo>
                <a:lnTo>
                  <a:pt x="7" y="1449"/>
                </a:lnTo>
                <a:lnTo>
                  <a:pt x="8" y="1448"/>
                </a:lnTo>
                <a:lnTo>
                  <a:pt x="9" y="1447"/>
                </a:lnTo>
                <a:lnTo>
                  <a:pt x="9" y="1445"/>
                </a:lnTo>
                <a:lnTo>
                  <a:pt x="9" y="1444"/>
                </a:lnTo>
                <a:lnTo>
                  <a:pt x="9" y="1443"/>
                </a:lnTo>
                <a:lnTo>
                  <a:pt x="10" y="1443"/>
                </a:lnTo>
                <a:lnTo>
                  <a:pt x="11" y="1442"/>
                </a:lnTo>
                <a:lnTo>
                  <a:pt x="12" y="1442"/>
                </a:lnTo>
                <a:lnTo>
                  <a:pt x="13" y="1442"/>
                </a:lnTo>
                <a:lnTo>
                  <a:pt x="14" y="1442"/>
                </a:lnTo>
                <a:lnTo>
                  <a:pt x="18" y="1442"/>
                </a:lnTo>
                <a:lnTo>
                  <a:pt x="20" y="1443"/>
                </a:lnTo>
                <a:lnTo>
                  <a:pt x="21" y="1443"/>
                </a:lnTo>
                <a:lnTo>
                  <a:pt x="22" y="1443"/>
                </a:lnTo>
                <a:lnTo>
                  <a:pt x="23" y="1443"/>
                </a:lnTo>
                <a:lnTo>
                  <a:pt x="25" y="1442"/>
                </a:lnTo>
                <a:lnTo>
                  <a:pt x="26" y="1442"/>
                </a:lnTo>
                <a:lnTo>
                  <a:pt x="29" y="1442"/>
                </a:lnTo>
                <a:lnTo>
                  <a:pt x="30" y="1442"/>
                </a:lnTo>
                <a:lnTo>
                  <a:pt x="32" y="1441"/>
                </a:lnTo>
                <a:lnTo>
                  <a:pt x="33" y="1441"/>
                </a:lnTo>
                <a:lnTo>
                  <a:pt x="34" y="1440"/>
                </a:lnTo>
                <a:lnTo>
                  <a:pt x="34" y="1439"/>
                </a:lnTo>
                <a:lnTo>
                  <a:pt x="35" y="1437"/>
                </a:lnTo>
                <a:lnTo>
                  <a:pt x="36" y="1436"/>
                </a:lnTo>
                <a:lnTo>
                  <a:pt x="36" y="1435"/>
                </a:lnTo>
                <a:lnTo>
                  <a:pt x="35" y="1435"/>
                </a:lnTo>
                <a:lnTo>
                  <a:pt x="35" y="1434"/>
                </a:lnTo>
                <a:lnTo>
                  <a:pt x="36" y="1434"/>
                </a:lnTo>
                <a:lnTo>
                  <a:pt x="36" y="1433"/>
                </a:lnTo>
                <a:lnTo>
                  <a:pt x="37" y="1433"/>
                </a:lnTo>
                <a:lnTo>
                  <a:pt x="38" y="1432"/>
                </a:lnTo>
                <a:lnTo>
                  <a:pt x="38" y="1431"/>
                </a:lnTo>
                <a:lnTo>
                  <a:pt x="38" y="1430"/>
                </a:lnTo>
                <a:lnTo>
                  <a:pt x="40" y="1430"/>
                </a:lnTo>
                <a:lnTo>
                  <a:pt x="40" y="1429"/>
                </a:lnTo>
                <a:lnTo>
                  <a:pt x="41" y="1429"/>
                </a:lnTo>
                <a:lnTo>
                  <a:pt x="41" y="1428"/>
                </a:lnTo>
                <a:lnTo>
                  <a:pt x="41" y="1427"/>
                </a:lnTo>
                <a:lnTo>
                  <a:pt x="41" y="1426"/>
                </a:lnTo>
                <a:lnTo>
                  <a:pt x="41" y="1425"/>
                </a:lnTo>
                <a:lnTo>
                  <a:pt x="40" y="1423"/>
                </a:lnTo>
                <a:lnTo>
                  <a:pt x="40" y="1422"/>
                </a:lnTo>
                <a:lnTo>
                  <a:pt x="39" y="1421"/>
                </a:lnTo>
                <a:lnTo>
                  <a:pt x="39" y="1420"/>
                </a:lnTo>
                <a:lnTo>
                  <a:pt x="39" y="1419"/>
                </a:lnTo>
                <a:lnTo>
                  <a:pt x="39" y="1418"/>
                </a:lnTo>
                <a:lnTo>
                  <a:pt x="39" y="1417"/>
                </a:lnTo>
                <a:lnTo>
                  <a:pt x="38" y="1417"/>
                </a:lnTo>
                <a:lnTo>
                  <a:pt x="38" y="1416"/>
                </a:lnTo>
                <a:lnTo>
                  <a:pt x="38" y="1415"/>
                </a:lnTo>
                <a:lnTo>
                  <a:pt x="37" y="1415"/>
                </a:lnTo>
                <a:lnTo>
                  <a:pt x="37" y="1414"/>
                </a:lnTo>
                <a:lnTo>
                  <a:pt x="36" y="1414"/>
                </a:lnTo>
                <a:lnTo>
                  <a:pt x="35" y="1414"/>
                </a:lnTo>
                <a:lnTo>
                  <a:pt x="34" y="1413"/>
                </a:lnTo>
                <a:lnTo>
                  <a:pt x="33" y="1412"/>
                </a:lnTo>
                <a:lnTo>
                  <a:pt x="32" y="1412"/>
                </a:lnTo>
                <a:lnTo>
                  <a:pt x="32" y="1413"/>
                </a:lnTo>
                <a:lnTo>
                  <a:pt x="31" y="1413"/>
                </a:lnTo>
                <a:lnTo>
                  <a:pt x="31" y="1412"/>
                </a:lnTo>
                <a:lnTo>
                  <a:pt x="31" y="1410"/>
                </a:lnTo>
                <a:lnTo>
                  <a:pt x="31" y="1408"/>
                </a:lnTo>
                <a:lnTo>
                  <a:pt x="31" y="1407"/>
                </a:lnTo>
                <a:lnTo>
                  <a:pt x="32" y="1406"/>
                </a:lnTo>
                <a:lnTo>
                  <a:pt x="33" y="1404"/>
                </a:lnTo>
                <a:lnTo>
                  <a:pt x="34" y="1403"/>
                </a:lnTo>
                <a:lnTo>
                  <a:pt x="35" y="1402"/>
                </a:lnTo>
                <a:lnTo>
                  <a:pt x="36" y="1402"/>
                </a:lnTo>
                <a:lnTo>
                  <a:pt x="37" y="1401"/>
                </a:lnTo>
                <a:lnTo>
                  <a:pt x="38" y="1401"/>
                </a:lnTo>
                <a:lnTo>
                  <a:pt x="38" y="1400"/>
                </a:lnTo>
                <a:lnTo>
                  <a:pt x="38" y="1399"/>
                </a:lnTo>
                <a:lnTo>
                  <a:pt x="38" y="1398"/>
                </a:lnTo>
                <a:lnTo>
                  <a:pt x="38" y="1397"/>
                </a:lnTo>
                <a:lnTo>
                  <a:pt x="37" y="1396"/>
                </a:lnTo>
                <a:lnTo>
                  <a:pt x="37" y="1395"/>
                </a:lnTo>
                <a:lnTo>
                  <a:pt x="38" y="1395"/>
                </a:lnTo>
                <a:lnTo>
                  <a:pt x="38" y="1394"/>
                </a:lnTo>
                <a:lnTo>
                  <a:pt x="39" y="1393"/>
                </a:lnTo>
                <a:lnTo>
                  <a:pt x="40" y="1392"/>
                </a:lnTo>
                <a:lnTo>
                  <a:pt x="40" y="1391"/>
                </a:lnTo>
                <a:lnTo>
                  <a:pt x="41" y="1391"/>
                </a:lnTo>
                <a:lnTo>
                  <a:pt x="41" y="1390"/>
                </a:lnTo>
                <a:lnTo>
                  <a:pt x="42" y="1389"/>
                </a:lnTo>
                <a:lnTo>
                  <a:pt x="43" y="1388"/>
                </a:lnTo>
                <a:lnTo>
                  <a:pt x="43" y="1387"/>
                </a:lnTo>
                <a:lnTo>
                  <a:pt x="43" y="1386"/>
                </a:lnTo>
                <a:lnTo>
                  <a:pt x="42" y="1386"/>
                </a:lnTo>
                <a:lnTo>
                  <a:pt x="41" y="1386"/>
                </a:lnTo>
                <a:lnTo>
                  <a:pt x="40" y="1386"/>
                </a:lnTo>
                <a:lnTo>
                  <a:pt x="40" y="1385"/>
                </a:lnTo>
                <a:lnTo>
                  <a:pt x="41" y="1385"/>
                </a:lnTo>
                <a:lnTo>
                  <a:pt x="42" y="1385"/>
                </a:lnTo>
                <a:lnTo>
                  <a:pt x="44" y="1383"/>
                </a:lnTo>
                <a:lnTo>
                  <a:pt x="45" y="1383"/>
                </a:lnTo>
                <a:lnTo>
                  <a:pt x="46" y="1382"/>
                </a:lnTo>
                <a:lnTo>
                  <a:pt x="46" y="1381"/>
                </a:lnTo>
                <a:lnTo>
                  <a:pt x="47" y="1379"/>
                </a:lnTo>
                <a:lnTo>
                  <a:pt x="48" y="1378"/>
                </a:lnTo>
                <a:lnTo>
                  <a:pt x="49" y="1378"/>
                </a:lnTo>
                <a:lnTo>
                  <a:pt x="50" y="1378"/>
                </a:lnTo>
                <a:lnTo>
                  <a:pt x="51" y="1379"/>
                </a:lnTo>
                <a:lnTo>
                  <a:pt x="52" y="1379"/>
                </a:lnTo>
                <a:lnTo>
                  <a:pt x="53" y="1379"/>
                </a:lnTo>
                <a:lnTo>
                  <a:pt x="54" y="1379"/>
                </a:lnTo>
                <a:lnTo>
                  <a:pt x="55" y="1379"/>
                </a:lnTo>
                <a:lnTo>
                  <a:pt x="56" y="1377"/>
                </a:lnTo>
                <a:lnTo>
                  <a:pt x="57" y="1377"/>
                </a:lnTo>
                <a:lnTo>
                  <a:pt x="60" y="1376"/>
                </a:lnTo>
                <a:lnTo>
                  <a:pt x="62" y="1376"/>
                </a:lnTo>
                <a:lnTo>
                  <a:pt x="63" y="1375"/>
                </a:lnTo>
                <a:lnTo>
                  <a:pt x="64" y="1375"/>
                </a:lnTo>
                <a:lnTo>
                  <a:pt x="66" y="1375"/>
                </a:lnTo>
                <a:lnTo>
                  <a:pt x="68" y="1375"/>
                </a:lnTo>
                <a:lnTo>
                  <a:pt x="69" y="1375"/>
                </a:lnTo>
                <a:lnTo>
                  <a:pt x="70" y="1375"/>
                </a:lnTo>
                <a:lnTo>
                  <a:pt x="70" y="1376"/>
                </a:lnTo>
                <a:lnTo>
                  <a:pt x="70" y="1377"/>
                </a:lnTo>
                <a:lnTo>
                  <a:pt x="71" y="1377"/>
                </a:lnTo>
                <a:lnTo>
                  <a:pt x="72" y="1377"/>
                </a:lnTo>
                <a:lnTo>
                  <a:pt x="73" y="1376"/>
                </a:lnTo>
                <a:lnTo>
                  <a:pt x="74" y="1377"/>
                </a:lnTo>
                <a:lnTo>
                  <a:pt x="75" y="1377"/>
                </a:lnTo>
                <a:lnTo>
                  <a:pt x="76" y="1378"/>
                </a:lnTo>
                <a:lnTo>
                  <a:pt x="77" y="1378"/>
                </a:lnTo>
                <a:lnTo>
                  <a:pt x="78" y="1378"/>
                </a:lnTo>
                <a:lnTo>
                  <a:pt x="81" y="1376"/>
                </a:lnTo>
                <a:lnTo>
                  <a:pt x="83" y="1374"/>
                </a:lnTo>
                <a:lnTo>
                  <a:pt x="85" y="1373"/>
                </a:lnTo>
                <a:lnTo>
                  <a:pt x="86" y="1372"/>
                </a:lnTo>
                <a:lnTo>
                  <a:pt x="87" y="1370"/>
                </a:lnTo>
                <a:lnTo>
                  <a:pt x="89" y="1369"/>
                </a:lnTo>
                <a:lnTo>
                  <a:pt x="91" y="1367"/>
                </a:lnTo>
                <a:lnTo>
                  <a:pt x="94" y="1366"/>
                </a:lnTo>
                <a:lnTo>
                  <a:pt x="94" y="1365"/>
                </a:lnTo>
                <a:lnTo>
                  <a:pt x="95" y="1365"/>
                </a:lnTo>
                <a:lnTo>
                  <a:pt x="96" y="1363"/>
                </a:lnTo>
                <a:lnTo>
                  <a:pt x="97" y="1362"/>
                </a:lnTo>
                <a:lnTo>
                  <a:pt x="98" y="1360"/>
                </a:lnTo>
                <a:lnTo>
                  <a:pt x="100" y="1359"/>
                </a:lnTo>
                <a:lnTo>
                  <a:pt x="101" y="1359"/>
                </a:lnTo>
                <a:lnTo>
                  <a:pt x="102" y="1359"/>
                </a:lnTo>
                <a:lnTo>
                  <a:pt x="103" y="1359"/>
                </a:lnTo>
                <a:lnTo>
                  <a:pt x="104" y="1360"/>
                </a:lnTo>
                <a:lnTo>
                  <a:pt x="105" y="1360"/>
                </a:lnTo>
                <a:lnTo>
                  <a:pt x="106" y="1360"/>
                </a:lnTo>
                <a:lnTo>
                  <a:pt x="107" y="1358"/>
                </a:lnTo>
                <a:lnTo>
                  <a:pt x="107" y="1357"/>
                </a:lnTo>
                <a:lnTo>
                  <a:pt x="108" y="1356"/>
                </a:lnTo>
                <a:lnTo>
                  <a:pt x="109" y="1354"/>
                </a:lnTo>
                <a:lnTo>
                  <a:pt x="108" y="1353"/>
                </a:lnTo>
                <a:lnTo>
                  <a:pt x="109" y="1352"/>
                </a:lnTo>
                <a:lnTo>
                  <a:pt x="110" y="1352"/>
                </a:lnTo>
                <a:lnTo>
                  <a:pt x="113" y="1352"/>
                </a:lnTo>
                <a:lnTo>
                  <a:pt x="114" y="1352"/>
                </a:lnTo>
                <a:lnTo>
                  <a:pt x="116" y="1352"/>
                </a:lnTo>
                <a:lnTo>
                  <a:pt x="118" y="1352"/>
                </a:lnTo>
                <a:lnTo>
                  <a:pt x="120" y="1352"/>
                </a:lnTo>
                <a:lnTo>
                  <a:pt x="121" y="1353"/>
                </a:lnTo>
                <a:lnTo>
                  <a:pt x="123" y="1354"/>
                </a:lnTo>
                <a:lnTo>
                  <a:pt x="125" y="1354"/>
                </a:lnTo>
                <a:lnTo>
                  <a:pt x="126" y="1353"/>
                </a:lnTo>
                <a:lnTo>
                  <a:pt x="127" y="1353"/>
                </a:lnTo>
                <a:lnTo>
                  <a:pt x="127" y="1352"/>
                </a:lnTo>
                <a:lnTo>
                  <a:pt x="127" y="1351"/>
                </a:lnTo>
                <a:lnTo>
                  <a:pt x="125" y="1351"/>
                </a:lnTo>
                <a:lnTo>
                  <a:pt x="125" y="1350"/>
                </a:lnTo>
                <a:lnTo>
                  <a:pt x="123" y="1349"/>
                </a:lnTo>
                <a:lnTo>
                  <a:pt x="123" y="1348"/>
                </a:lnTo>
                <a:lnTo>
                  <a:pt x="122" y="1347"/>
                </a:lnTo>
                <a:lnTo>
                  <a:pt x="121" y="1346"/>
                </a:lnTo>
                <a:lnTo>
                  <a:pt x="120" y="1345"/>
                </a:lnTo>
                <a:lnTo>
                  <a:pt x="118" y="1344"/>
                </a:lnTo>
                <a:lnTo>
                  <a:pt x="117" y="1343"/>
                </a:lnTo>
                <a:lnTo>
                  <a:pt x="117" y="1342"/>
                </a:lnTo>
                <a:lnTo>
                  <a:pt x="117" y="1341"/>
                </a:lnTo>
                <a:lnTo>
                  <a:pt x="118" y="1341"/>
                </a:lnTo>
                <a:lnTo>
                  <a:pt x="119" y="1340"/>
                </a:lnTo>
                <a:lnTo>
                  <a:pt x="119" y="1339"/>
                </a:lnTo>
                <a:lnTo>
                  <a:pt x="119" y="1337"/>
                </a:lnTo>
                <a:lnTo>
                  <a:pt x="119" y="1336"/>
                </a:lnTo>
                <a:lnTo>
                  <a:pt x="120" y="1335"/>
                </a:lnTo>
                <a:lnTo>
                  <a:pt x="121" y="1334"/>
                </a:lnTo>
                <a:lnTo>
                  <a:pt x="122" y="1334"/>
                </a:lnTo>
                <a:lnTo>
                  <a:pt x="123" y="1335"/>
                </a:lnTo>
                <a:lnTo>
                  <a:pt x="125" y="1335"/>
                </a:lnTo>
                <a:lnTo>
                  <a:pt x="126" y="1336"/>
                </a:lnTo>
                <a:lnTo>
                  <a:pt x="127" y="1336"/>
                </a:lnTo>
                <a:lnTo>
                  <a:pt x="129" y="1338"/>
                </a:lnTo>
                <a:lnTo>
                  <a:pt x="131" y="1339"/>
                </a:lnTo>
                <a:lnTo>
                  <a:pt x="132" y="1340"/>
                </a:lnTo>
                <a:lnTo>
                  <a:pt x="133" y="1341"/>
                </a:lnTo>
                <a:lnTo>
                  <a:pt x="134" y="1341"/>
                </a:lnTo>
                <a:lnTo>
                  <a:pt x="135" y="1341"/>
                </a:lnTo>
                <a:lnTo>
                  <a:pt x="136" y="1341"/>
                </a:lnTo>
                <a:lnTo>
                  <a:pt x="137" y="1340"/>
                </a:lnTo>
                <a:lnTo>
                  <a:pt x="139" y="1341"/>
                </a:lnTo>
                <a:lnTo>
                  <a:pt x="140" y="1342"/>
                </a:lnTo>
                <a:lnTo>
                  <a:pt x="142" y="1342"/>
                </a:lnTo>
                <a:lnTo>
                  <a:pt x="144" y="1342"/>
                </a:lnTo>
                <a:lnTo>
                  <a:pt x="145" y="1342"/>
                </a:lnTo>
                <a:lnTo>
                  <a:pt x="146" y="1342"/>
                </a:lnTo>
                <a:lnTo>
                  <a:pt x="147" y="1340"/>
                </a:lnTo>
                <a:lnTo>
                  <a:pt x="148" y="1340"/>
                </a:lnTo>
                <a:lnTo>
                  <a:pt x="149" y="1340"/>
                </a:lnTo>
                <a:lnTo>
                  <a:pt x="150" y="1341"/>
                </a:lnTo>
                <a:lnTo>
                  <a:pt x="152" y="1341"/>
                </a:lnTo>
                <a:lnTo>
                  <a:pt x="153" y="1342"/>
                </a:lnTo>
                <a:lnTo>
                  <a:pt x="154" y="1342"/>
                </a:lnTo>
                <a:lnTo>
                  <a:pt x="156" y="1342"/>
                </a:lnTo>
                <a:lnTo>
                  <a:pt x="157" y="1342"/>
                </a:lnTo>
                <a:lnTo>
                  <a:pt x="158" y="1340"/>
                </a:lnTo>
                <a:lnTo>
                  <a:pt x="159" y="1339"/>
                </a:lnTo>
                <a:lnTo>
                  <a:pt x="160" y="1338"/>
                </a:lnTo>
                <a:lnTo>
                  <a:pt x="161" y="1338"/>
                </a:lnTo>
                <a:lnTo>
                  <a:pt x="162" y="1337"/>
                </a:lnTo>
                <a:lnTo>
                  <a:pt x="163" y="1337"/>
                </a:lnTo>
                <a:lnTo>
                  <a:pt x="163" y="1336"/>
                </a:lnTo>
                <a:lnTo>
                  <a:pt x="165" y="1334"/>
                </a:lnTo>
                <a:lnTo>
                  <a:pt x="166" y="1333"/>
                </a:lnTo>
                <a:lnTo>
                  <a:pt x="167" y="1333"/>
                </a:lnTo>
                <a:lnTo>
                  <a:pt x="169" y="1332"/>
                </a:lnTo>
                <a:lnTo>
                  <a:pt x="170" y="1331"/>
                </a:lnTo>
                <a:lnTo>
                  <a:pt x="172" y="1331"/>
                </a:lnTo>
                <a:lnTo>
                  <a:pt x="173" y="1331"/>
                </a:lnTo>
                <a:lnTo>
                  <a:pt x="174" y="1330"/>
                </a:lnTo>
                <a:lnTo>
                  <a:pt x="175" y="1329"/>
                </a:lnTo>
                <a:lnTo>
                  <a:pt x="176" y="1328"/>
                </a:lnTo>
                <a:lnTo>
                  <a:pt x="177" y="1327"/>
                </a:lnTo>
                <a:lnTo>
                  <a:pt x="178" y="1326"/>
                </a:lnTo>
                <a:lnTo>
                  <a:pt x="180" y="1325"/>
                </a:lnTo>
                <a:lnTo>
                  <a:pt x="182" y="1323"/>
                </a:lnTo>
                <a:lnTo>
                  <a:pt x="184" y="1322"/>
                </a:lnTo>
                <a:lnTo>
                  <a:pt x="185" y="1321"/>
                </a:lnTo>
                <a:lnTo>
                  <a:pt x="187" y="1320"/>
                </a:lnTo>
                <a:lnTo>
                  <a:pt x="188" y="1320"/>
                </a:lnTo>
                <a:lnTo>
                  <a:pt x="189" y="1320"/>
                </a:lnTo>
                <a:lnTo>
                  <a:pt x="190" y="1320"/>
                </a:lnTo>
                <a:lnTo>
                  <a:pt x="190" y="1321"/>
                </a:lnTo>
                <a:lnTo>
                  <a:pt x="191" y="1322"/>
                </a:lnTo>
                <a:lnTo>
                  <a:pt x="191" y="1323"/>
                </a:lnTo>
                <a:lnTo>
                  <a:pt x="192" y="1323"/>
                </a:lnTo>
                <a:lnTo>
                  <a:pt x="193" y="1324"/>
                </a:lnTo>
                <a:lnTo>
                  <a:pt x="192" y="1324"/>
                </a:lnTo>
                <a:lnTo>
                  <a:pt x="192" y="1325"/>
                </a:lnTo>
                <a:lnTo>
                  <a:pt x="192" y="1327"/>
                </a:lnTo>
                <a:lnTo>
                  <a:pt x="192" y="1328"/>
                </a:lnTo>
                <a:lnTo>
                  <a:pt x="192" y="1330"/>
                </a:lnTo>
                <a:lnTo>
                  <a:pt x="192" y="1331"/>
                </a:lnTo>
                <a:lnTo>
                  <a:pt x="192" y="1332"/>
                </a:lnTo>
                <a:lnTo>
                  <a:pt x="193" y="1333"/>
                </a:lnTo>
                <a:lnTo>
                  <a:pt x="194" y="1335"/>
                </a:lnTo>
                <a:lnTo>
                  <a:pt x="195" y="1336"/>
                </a:lnTo>
                <a:lnTo>
                  <a:pt x="196" y="1336"/>
                </a:lnTo>
                <a:lnTo>
                  <a:pt x="197" y="1337"/>
                </a:lnTo>
                <a:lnTo>
                  <a:pt x="198" y="1337"/>
                </a:lnTo>
                <a:lnTo>
                  <a:pt x="199" y="1338"/>
                </a:lnTo>
                <a:lnTo>
                  <a:pt x="200" y="1338"/>
                </a:lnTo>
                <a:lnTo>
                  <a:pt x="201" y="1339"/>
                </a:lnTo>
                <a:lnTo>
                  <a:pt x="201" y="1340"/>
                </a:lnTo>
                <a:lnTo>
                  <a:pt x="200" y="1341"/>
                </a:lnTo>
                <a:lnTo>
                  <a:pt x="200" y="1342"/>
                </a:lnTo>
                <a:lnTo>
                  <a:pt x="199" y="1343"/>
                </a:lnTo>
                <a:lnTo>
                  <a:pt x="198" y="1344"/>
                </a:lnTo>
                <a:lnTo>
                  <a:pt x="197" y="1345"/>
                </a:lnTo>
                <a:lnTo>
                  <a:pt x="197" y="1346"/>
                </a:lnTo>
                <a:lnTo>
                  <a:pt x="196" y="1346"/>
                </a:lnTo>
                <a:lnTo>
                  <a:pt x="196" y="1347"/>
                </a:lnTo>
                <a:lnTo>
                  <a:pt x="196" y="1348"/>
                </a:lnTo>
                <a:lnTo>
                  <a:pt x="196" y="1349"/>
                </a:lnTo>
                <a:lnTo>
                  <a:pt x="196" y="1350"/>
                </a:lnTo>
                <a:lnTo>
                  <a:pt x="196" y="1351"/>
                </a:lnTo>
                <a:lnTo>
                  <a:pt x="197" y="1352"/>
                </a:lnTo>
                <a:lnTo>
                  <a:pt x="197" y="1353"/>
                </a:lnTo>
                <a:lnTo>
                  <a:pt x="198" y="1355"/>
                </a:lnTo>
                <a:lnTo>
                  <a:pt x="199" y="1355"/>
                </a:lnTo>
                <a:lnTo>
                  <a:pt x="199" y="1356"/>
                </a:lnTo>
                <a:lnTo>
                  <a:pt x="199" y="1357"/>
                </a:lnTo>
                <a:lnTo>
                  <a:pt x="198" y="1357"/>
                </a:lnTo>
                <a:lnTo>
                  <a:pt x="198" y="1358"/>
                </a:lnTo>
                <a:lnTo>
                  <a:pt x="199" y="1358"/>
                </a:lnTo>
                <a:lnTo>
                  <a:pt x="199" y="1359"/>
                </a:lnTo>
                <a:lnTo>
                  <a:pt x="200" y="1359"/>
                </a:lnTo>
                <a:lnTo>
                  <a:pt x="200" y="1358"/>
                </a:lnTo>
                <a:lnTo>
                  <a:pt x="201" y="1358"/>
                </a:lnTo>
                <a:lnTo>
                  <a:pt x="202" y="1357"/>
                </a:lnTo>
                <a:lnTo>
                  <a:pt x="203" y="1357"/>
                </a:lnTo>
                <a:lnTo>
                  <a:pt x="204" y="1357"/>
                </a:lnTo>
                <a:lnTo>
                  <a:pt x="205" y="1357"/>
                </a:lnTo>
                <a:lnTo>
                  <a:pt x="206" y="1357"/>
                </a:lnTo>
                <a:lnTo>
                  <a:pt x="207" y="1356"/>
                </a:lnTo>
                <a:lnTo>
                  <a:pt x="209" y="1355"/>
                </a:lnTo>
                <a:lnTo>
                  <a:pt x="210" y="1354"/>
                </a:lnTo>
                <a:lnTo>
                  <a:pt x="210" y="1355"/>
                </a:lnTo>
                <a:lnTo>
                  <a:pt x="211" y="1355"/>
                </a:lnTo>
                <a:lnTo>
                  <a:pt x="212" y="1356"/>
                </a:lnTo>
                <a:lnTo>
                  <a:pt x="213" y="1356"/>
                </a:lnTo>
                <a:lnTo>
                  <a:pt x="214" y="1356"/>
                </a:lnTo>
                <a:lnTo>
                  <a:pt x="215" y="1356"/>
                </a:lnTo>
                <a:lnTo>
                  <a:pt x="216" y="1356"/>
                </a:lnTo>
                <a:lnTo>
                  <a:pt x="217" y="1356"/>
                </a:lnTo>
                <a:lnTo>
                  <a:pt x="217" y="1357"/>
                </a:lnTo>
                <a:lnTo>
                  <a:pt x="218" y="1358"/>
                </a:lnTo>
                <a:lnTo>
                  <a:pt x="219" y="1358"/>
                </a:lnTo>
                <a:lnTo>
                  <a:pt x="219" y="1357"/>
                </a:lnTo>
                <a:lnTo>
                  <a:pt x="219" y="1355"/>
                </a:lnTo>
                <a:lnTo>
                  <a:pt x="219" y="1354"/>
                </a:lnTo>
                <a:lnTo>
                  <a:pt x="219" y="1353"/>
                </a:lnTo>
                <a:lnTo>
                  <a:pt x="220" y="1353"/>
                </a:lnTo>
                <a:lnTo>
                  <a:pt x="221" y="1351"/>
                </a:lnTo>
                <a:lnTo>
                  <a:pt x="222" y="1351"/>
                </a:lnTo>
                <a:lnTo>
                  <a:pt x="222" y="1350"/>
                </a:lnTo>
                <a:lnTo>
                  <a:pt x="221" y="1349"/>
                </a:lnTo>
                <a:lnTo>
                  <a:pt x="222" y="1349"/>
                </a:lnTo>
                <a:lnTo>
                  <a:pt x="223" y="1349"/>
                </a:lnTo>
                <a:lnTo>
                  <a:pt x="224" y="1348"/>
                </a:lnTo>
                <a:lnTo>
                  <a:pt x="225" y="1349"/>
                </a:lnTo>
                <a:lnTo>
                  <a:pt x="225" y="1350"/>
                </a:lnTo>
                <a:lnTo>
                  <a:pt x="227" y="1350"/>
                </a:lnTo>
                <a:lnTo>
                  <a:pt x="227" y="1351"/>
                </a:lnTo>
                <a:lnTo>
                  <a:pt x="228" y="1351"/>
                </a:lnTo>
                <a:lnTo>
                  <a:pt x="229" y="1351"/>
                </a:lnTo>
                <a:lnTo>
                  <a:pt x="230" y="1351"/>
                </a:lnTo>
                <a:lnTo>
                  <a:pt x="229" y="1349"/>
                </a:lnTo>
                <a:lnTo>
                  <a:pt x="229" y="1348"/>
                </a:lnTo>
                <a:lnTo>
                  <a:pt x="230" y="1348"/>
                </a:lnTo>
                <a:lnTo>
                  <a:pt x="231" y="1347"/>
                </a:lnTo>
                <a:lnTo>
                  <a:pt x="232" y="1347"/>
                </a:lnTo>
                <a:lnTo>
                  <a:pt x="234" y="1347"/>
                </a:lnTo>
                <a:lnTo>
                  <a:pt x="234" y="1348"/>
                </a:lnTo>
                <a:lnTo>
                  <a:pt x="235" y="1347"/>
                </a:lnTo>
                <a:lnTo>
                  <a:pt x="236" y="1347"/>
                </a:lnTo>
                <a:lnTo>
                  <a:pt x="238" y="1347"/>
                </a:lnTo>
                <a:lnTo>
                  <a:pt x="239" y="1347"/>
                </a:lnTo>
                <a:lnTo>
                  <a:pt x="240" y="1348"/>
                </a:lnTo>
                <a:lnTo>
                  <a:pt x="241" y="1349"/>
                </a:lnTo>
                <a:lnTo>
                  <a:pt x="242" y="1348"/>
                </a:lnTo>
                <a:lnTo>
                  <a:pt x="243" y="1348"/>
                </a:lnTo>
                <a:lnTo>
                  <a:pt x="244" y="1347"/>
                </a:lnTo>
                <a:lnTo>
                  <a:pt x="246" y="1346"/>
                </a:lnTo>
                <a:lnTo>
                  <a:pt x="246" y="1345"/>
                </a:lnTo>
                <a:lnTo>
                  <a:pt x="247" y="1345"/>
                </a:lnTo>
                <a:lnTo>
                  <a:pt x="248" y="1345"/>
                </a:lnTo>
                <a:lnTo>
                  <a:pt x="249" y="1344"/>
                </a:lnTo>
                <a:lnTo>
                  <a:pt x="250" y="1343"/>
                </a:lnTo>
                <a:lnTo>
                  <a:pt x="251" y="1343"/>
                </a:lnTo>
                <a:lnTo>
                  <a:pt x="251" y="1344"/>
                </a:lnTo>
                <a:lnTo>
                  <a:pt x="251" y="1345"/>
                </a:lnTo>
                <a:lnTo>
                  <a:pt x="251" y="1346"/>
                </a:lnTo>
                <a:lnTo>
                  <a:pt x="252" y="1346"/>
                </a:lnTo>
                <a:lnTo>
                  <a:pt x="253" y="1346"/>
                </a:lnTo>
                <a:lnTo>
                  <a:pt x="254" y="1346"/>
                </a:lnTo>
                <a:lnTo>
                  <a:pt x="254" y="1347"/>
                </a:lnTo>
                <a:lnTo>
                  <a:pt x="255" y="1348"/>
                </a:lnTo>
                <a:lnTo>
                  <a:pt x="255" y="1349"/>
                </a:lnTo>
                <a:lnTo>
                  <a:pt x="255" y="1351"/>
                </a:lnTo>
                <a:lnTo>
                  <a:pt x="255" y="1352"/>
                </a:lnTo>
                <a:lnTo>
                  <a:pt x="256" y="1353"/>
                </a:lnTo>
                <a:lnTo>
                  <a:pt x="256" y="1352"/>
                </a:lnTo>
                <a:lnTo>
                  <a:pt x="257" y="1351"/>
                </a:lnTo>
                <a:lnTo>
                  <a:pt x="257" y="1350"/>
                </a:lnTo>
                <a:lnTo>
                  <a:pt x="258" y="1350"/>
                </a:lnTo>
                <a:lnTo>
                  <a:pt x="258" y="1349"/>
                </a:lnTo>
                <a:lnTo>
                  <a:pt x="258" y="1348"/>
                </a:lnTo>
                <a:lnTo>
                  <a:pt x="259" y="1348"/>
                </a:lnTo>
                <a:lnTo>
                  <a:pt x="260" y="1348"/>
                </a:lnTo>
                <a:lnTo>
                  <a:pt x="260" y="1349"/>
                </a:lnTo>
                <a:lnTo>
                  <a:pt x="261" y="1349"/>
                </a:lnTo>
                <a:lnTo>
                  <a:pt x="262" y="1349"/>
                </a:lnTo>
                <a:lnTo>
                  <a:pt x="263" y="1348"/>
                </a:lnTo>
                <a:lnTo>
                  <a:pt x="265" y="1348"/>
                </a:lnTo>
                <a:lnTo>
                  <a:pt x="265" y="1347"/>
                </a:lnTo>
                <a:lnTo>
                  <a:pt x="267" y="1346"/>
                </a:lnTo>
                <a:lnTo>
                  <a:pt x="267" y="1345"/>
                </a:lnTo>
                <a:lnTo>
                  <a:pt x="268" y="1344"/>
                </a:lnTo>
                <a:lnTo>
                  <a:pt x="270" y="1344"/>
                </a:lnTo>
                <a:lnTo>
                  <a:pt x="271" y="1344"/>
                </a:lnTo>
                <a:lnTo>
                  <a:pt x="271" y="1343"/>
                </a:lnTo>
                <a:lnTo>
                  <a:pt x="271" y="1342"/>
                </a:lnTo>
                <a:lnTo>
                  <a:pt x="272" y="1342"/>
                </a:lnTo>
                <a:lnTo>
                  <a:pt x="273" y="1341"/>
                </a:lnTo>
                <a:lnTo>
                  <a:pt x="274" y="1340"/>
                </a:lnTo>
                <a:lnTo>
                  <a:pt x="274" y="1339"/>
                </a:lnTo>
                <a:lnTo>
                  <a:pt x="274" y="1337"/>
                </a:lnTo>
                <a:lnTo>
                  <a:pt x="274" y="1336"/>
                </a:lnTo>
                <a:lnTo>
                  <a:pt x="274" y="1335"/>
                </a:lnTo>
                <a:lnTo>
                  <a:pt x="275" y="1334"/>
                </a:lnTo>
                <a:lnTo>
                  <a:pt x="275" y="1332"/>
                </a:lnTo>
                <a:lnTo>
                  <a:pt x="277" y="1330"/>
                </a:lnTo>
                <a:lnTo>
                  <a:pt x="278" y="1329"/>
                </a:lnTo>
                <a:lnTo>
                  <a:pt x="279" y="1329"/>
                </a:lnTo>
                <a:lnTo>
                  <a:pt x="280" y="1328"/>
                </a:lnTo>
                <a:lnTo>
                  <a:pt x="280" y="1327"/>
                </a:lnTo>
                <a:lnTo>
                  <a:pt x="280" y="1326"/>
                </a:lnTo>
                <a:lnTo>
                  <a:pt x="281" y="1325"/>
                </a:lnTo>
                <a:lnTo>
                  <a:pt x="282" y="1325"/>
                </a:lnTo>
                <a:lnTo>
                  <a:pt x="283" y="1325"/>
                </a:lnTo>
                <a:lnTo>
                  <a:pt x="285" y="1324"/>
                </a:lnTo>
                <a:lnTo>
                  <a:pt x="285" y="1323"/>
                </a:lnTo>
                <a:lnTo>
                  <a:pt x="284" y="1322"/>
                </a:lnTo>
                <a:lnTo>
                  <a:pt x="284" y="1321"/>
                </a:lnTo>
                <a:lnTo>
                  <a:pt x="284" y="1320"/>
                </a:lnTo>
                <a:lnTo>
                  <a:pt x="285" y="1320"/>
                </a:lnTo>
                <a:lnTo>
                  <a:pt x="285" y="1319"/>
                </a:lnTo>
                <a:lnTo>
                  <a:pt x="285" y="1318"/>
                </a:lnTo>
                <a:lnTo>
                  <a:pt x="286" y="1317"/>
                </a:lnTo>
                <a:lnTo>
                  <a:pt x="286" y="1316"/>
                </a:lnTo>
                <a:lnTo>
                  <a:pt x="286" y="1315"/>
                </a:lnTo>
                <a:lnTo>
                  <a:pt x="285" y="1314"/>
                </a:lnTo>
                <a:lnTo>
                  <a:pt x="284" y="1313"/>
                </a:lnTo>
                <a:lnTo>
                  <a:pt x="284" y="1312"/>
                </a:lnTo>
                <a:lnTo>
                  <a:pt x="284" y="1311"/>
                </a:lnTo>
                <a:lnTo>
                  <a:pt x="283" y="1311"/>
                </a:lnTo>
                <a:lnTo>
                  <a:pt x="284" y="1310"/>
                </a:lnTo>
                <a:lnTo>
                  <a:pt x="285" y="1309"/>
                </a:lnTo>
                <a:lnTo>
                  <a:pt x="285" y="1308"/>
                </a:lnTo>
                <a:lnTo>
                  <a:pt x="286" y="1308"/>
                </a:lnTo>
                <a:lnTo>
                  <a:pt x="287" y="1308"/>
                </a:lnTo>
                <a:lnTo>
                  <a:pt x="288" y="1308"/>
                </a:lnTo>
                <a:lnTo>
                  <a:pt x="288" y="1307"/>
                </a:lnTo>
                <a:lnTo>
                  <a:pt x="289" y="1307"/>
                </a:lnTo>
                <a:lnTo>
                  <a:pt x="289" y="1306"/>
                </a:lnTo>
                <a:lnTo>
                  <a:pt x="290" y="1305"/>
                </a:lnTo>
                <a:lnTo>
                  <a:pt x="290" y="1304"/>
                </a:lnTo>
                <a:lnTo>
                  <a:pt x="291" y="1304"/>
                </a:lnTo>
                <a:lnTo>
                  <a:pt x="291" y="1303"/>
                </a:lnTo>
                <a:lnTo>
                  <a:pt x="290" y="1302"/>
                </a:lnTo>
                <a:lnTo>
                  <a:pt x="290" y="1301"/>
                </a:lnTo>
                <a:lnTo>
                  <a:pt x="291" y="1301"/>
                </a:lnTo>
                <a:lnTo>
                  <a:pt x="291" y="1300"/>
                </a:lnTo>
                <a:lnTo>
                  <a:pt x="291" y="1299"/>
                </a:lnTo>
                <a:lnTo>
                  <a:pt x="292" y="1298"/>
                </a:lnTo>
                <a:lnTo>
                  <a:pt x="292" y="1297"/>
                </a:lnTo>
                <a:lnTo>
                  <a:pt x="292" y="1296"/>
                </a:lnTo>
                <a:lnTo>
                  <a:pt x="292" y="1295"/>
                </a:lnTo>
                <a:lnTo>
                  <a:pt x="292" y="1294"/>
                </a:lnTo>
                <a:lnTo>
                  <a:pt x="293" y="1293"/>
                </a:lnTo>
                <a:lnTo>
                  <a:pt x="294" y="1291"/>
                </a:lnTo>
                <a:lnTo>
                  <a:pt x="294" y="1290"/>
                </a:lnTo>
                <a:lnTo>
                  <a:pt x="295" y="1289"/>
                </a:lnTo>
                <a:lnTo>
                  <a:pt x="296" y="1289"/>
                </a:lnTo>
                <a:lnTo>
                  <a:pt x="297" y="1290"/>
                </a:lnTo>
                <a:lnTo>
                  <a:pt x="298" y="1289"/>
                </a:lnTo>
                <a:lnTo>
                  <a:pt x="298" y="1288"/>
                </a:lnTo>
                <a:lnTo>
                  <a:pt x="299" y="1288"/>
                </a:lnTo>
                <a:lnTo>
                  <a:pt x="300" y="1288"/>
                </a:lnTo>
                <a:lnTo>
                  <a:pt x="301" y="1288"/>
                </a:lnTo>
                <a:lnTo>
                  <a:pt x="302" y="1288"/>
                </a:lnTo>
                <a:lnTo>
                  <a:pt x="302" y="1287"/>
                </a:lnTo>
                <a:lnTo>
                  <a:pt x="302" y="1286"/>
                </a:lnTo>
                <a:lnTo>
                  <a:pt x="303" y="1285"/>
                </a:lnTo>
                <a:lnTo>
                  <a:pt x="303" y="1284"/>
                </a:lnTo>
                <a:lnTo>
                  <a:pt x="304" y="1284"/>
                </a:lnTo>
                <a:lnTo>
                  <a:pt x="304" y="1283"/>
                </a:lnTo>
                <a:lnTo>
                  <a:pt x="305" y="1282"/>
                </a:lnTo>
                <a:lnTo>
                  <a:pt x="305" y="1283"/>
                </a:lnTo>
                <a:lnTo>
                  <a:pt x="306" y="1283"/>
                </a:lnTo>
                <a:lnTo>
                  <a:pt x="307" y="1283"/>
                </a:lnTo>
                <a:lnTo>
                  <a:pt x="308" y="1283"/>
                </a:lnTo>
                <a:lnTo>
                  <a:pt x="309" y="1283"/>
                </a:lnTo>
                <a:lnTo>
                  <a:pt x="310" y="1282"/>
                </a:lnTo>
                <a:lnTo>
                  <a:pt x="311" y="1282"/>
                </a:lnTo>
                <a:lnTo>
                  <a:pt x="312" y="1281"/>
                </a:lnTo>
                <a:lnTo>
                  <a:pt x="312" y="1280"/>
                </a:lnTo>
                <a:lnTo>
                  <a:pt x="313" y="1279"/>
                </a:lnTo>
                <a:lnTo>
                  <a:pt x="314" y="1279"/>
                </a:lnTo>
                <a:lnTo>
                  <a:pt x="315" y="1278"/>
                </a:lnTo>
                <a:lnTo>
                  <a:pt x="316" y="1278"/>
                </a:lnTo>
                <a:lnTo>
                  <a:pt x="317" y="1279"/>
                </a:lnTo>
                <a:lnTo>
                  <a:pt x="317" y="1280"/>
                </a:lnTo>
                <a:lnTo>
                  <a:pt x="318" y="1279"/>
                </a:lnTo>
                <a:lnTo>
                  <a:pt x="320" y="1279"/>
                </a:lnTo>
                <a:lnTo>
                  <a:pt x="323" y="1279"/>
                </a:lnTo>
                <a:lnTo>
                  <a:pt x="324" y="1279"/>
                </a:lnTo>
                <a:lnTo>
                  <a:pt x="325" y="1279"/>
                </a:lnTo>
                <a:lnTo>
                  <a:pt x="326" y="1280"/>
                </a:lnTo>
                <a:lnTo>
                  <a:pt x="326" y="1281"/>
                </a:lnTo>
                <a:lnTo>
                  <a:pt x="325" y="1281"/>
                </a:lnTo>
                <a:lnTo>
                  <a:pt x="325" y="1282"/>
                </a:lnTo>
                <a:lnTo>
                  <a:pt x="326" y="1282"/>
                </a:lnTo>
                <a:lnTo>
                  <a:pt x="327" y="1282"/>
                </a:lnTo>
                <a:lnTo>
                  <a:pt x="328" y="1283"/>
                </a:lnTo>
                <a:lnTo>
                  <a:pt x="329" y="1283"/>
                </a:lnTo>
                <a:lnTo>
                  <a:pt x="330" y="1284"/>
                </a:lnTo>
                <a:lnTo>
                  <a:pt x="331" y="1284"/>
                </a:lnTo>
                <a:lnTo>
                  <a:pt x="332" y="1284"/>
                </a:lnTo>
                <a:lnTo>
                  <a:pt x="333" y="1284"/>
                </a:lnTo>
                <a:lnTo>
                  <a:pt x="333" y="1283"/>
                </a:lnTo>
                <a:lnTo>
                  <a:pt x="334" y="1283"/>
                </a:lnTo>
                <a:lnTo>
                  <a:pt x="335" y="1283"/>
                </a:lnTo>
                <a:lnTo>
                  <a:pt x="336" y="1283"/>
                </a:lnTo>
                <a:lnTo>
                  <a:pt x="337" y="1283"/>
                </a:lnTo>
                <a:lnTo>
                  <a:pt x="338" y="1283"/>
                </a:lnTo>
                <a:lnTo>
                  <a:pt x="339" y="1284"/>
                </a:lnTo>
                <a:lnTo>
                  <a:pt x="340" y="1284"/>
                </a:lnTo>
                <a:lnTo>
                  <a:pt x="340" y="1285"/>
                </a:lnTo>
                <a:lnTo>
                  <a:pt x="342" y="1285"/>
                </a:lnTo>
                <a:lnTo>
                  <a:pt x="343" y="1285"/>
                </a:lnTo>
                <a:lnTo>
                  <a:pt x="344" y="1284"/>
                </a:lnTo>
                <a:lnTo>
                  <a:pt x="345" y="1283"/>
                </a:lnTo>
                <a:lnTo>
                  <a:pt x="347" y="1283"/>
                </a:lnTo>
                <a:lnTo>
                  <a:pt x="348" y="1282"/>
                </a:lnTo>
                <a:lnTo>
                  <a:pt x="348" y="1281"/>
                </a:lnTo>
                <a:lnTo>
                  <a:pt x="349" y="1281"/>
                </a:lnTo>
                <a:lnTo>
                  <a:pt x="350" y="1281"/>
                </a:lnTo>
                <a:lnTo>
                  <a:pt x="350" y="1282"/>
                </a:lnTo>
                <a:lnTo>
                  <a:pt x="351" y="1282"/>
                </a:lnTo>
                <a:lnTo>
                  <a:pt x="352" y="1282"/>
                </a:lnTo>
                <a:lnTo>
                  <a:pt x="353" y="1282"/>
                </a:lnTo>
                <a:lnTo>
                  <a:pt x="354" y="1283"/>
                </a:lnTo>
                <a:lnTo>
                  <a:pt x="355" y="1283"/>
                </a:lnTo>
                <a:lnTo>
                  <a:pt x="356" y="1283"/>
                </a:lnTo>
                <a:lnTo>
                  <a:pt x="357" y="1283"/>
                </a:lnTo>
                <a:lnTo>
                  <a:pt x="358" y="1283"/>
                </a:lnTo>
                <a:lnTo>
                  <a:pt x="358" y="1284"/>
                </a:lnTo>
                <a:lnTo>
                  <a:pt x="358" y="1285"/>
                </a:lnTo>
                <a:lnTo>
                  <a:pt x="358" y="1286"/>
                </a:lnTo>
                <a:lnTo>
                  <a:pt x="360" y="1286"/>
                </a:lnTo>
                <a:lnTo>
                  <a:pt x="363" y="1285"/>
                </a:lnTo>
                <a:lnTo>
                  <a:pt x="364" y="1285"/>
                </a:lnTo>
                <a:lnTo>
                  <a:pt x="365" y="1285"/>
                </a:lnTo>
                <a:lnTo>
                  <a:pt x="366" y="1285"/>
                </a:lnTo>
                <a:lnTo>
                  <a:pt x="367" y="1285"/>
                </a:lnTo>
                <a:lnTo>
                  <a:pt x="368" y="1285"/>
                </a:lnTo>
                <a:lnTo>
                  <a:pt x="369" y="1285"/>
                </a:lnTo>
                <a:lnTo>
                  <a:pt x="370" y="1285"/>
                </a:lnTo>
                <a:lnTo>
                  <a:pt x="371" y="1284"/>
                </a:lnTo>
                <a:lnTo>
                  <a:pt x="372" y="1284"/>
                </a:lnTo>
                <a:lnTo>
                  <a:pt x="373" y="1284"/>
                </a:lnTo>
                <a:lnTo>
                  <a:pt x="374" y="1284"/>
                </a:lnTo>
                <a:lnTo>
                  <a:pt x="375" y="1284"/>
                </a:lnTo>
                <a:lnTo>
                  <a:pt x="376" y="1285"/>
                </a:lnTo>
                <a:lnTo>
                  <a:pt x="378" y="1284"/>
                </a:lnTo>
                <a:lnTo>
                  <a:pt x="379" y="1284"/>
                </a:lnTo>
                <a:lnTo>
                  <a:pt x="380" y="1284"/>
                </a:lnTo>
                <a:lnTo>
                  <a:pt x="381" y="1284"/>
                </a:lnTo>
                <a:lnTo>
                  <a:pt x="381" y="1283"/>
                </a:lnTo>
                <a:lnTo>
                  <a:pt x="382" y="1283"/>
                </a:lnTo>
                <a:lnTo>
                  <a:pt x="382" y="1282"/>
                </a:lnTo>
                <a:lnTo>
                  <a:pt x="384" y="1283"/>
                </a:lnTo>
                <a:lnTo>
                  <a:pt x="385" y="1283"/>
                </a:lnTo>
                <a:lnTo>
                  <a:pt x="386" y="1283"/>
                </a:lnTo>
                <a:lnTo>
                  <a:pt x="386" y="1282"/>
                </a:lnTo>
                <a:lnTo>
                  <a:pt x="386" y="1281"/>
                </a:lnTo>
                <a:lnTo>
                  <a:pt x="387" y="1281"/>
                </a:lnTo>
                <a:lnTo>
                  <a:pt x="387" y="1280"/>
                </a:lnTo>
                <a:lnTo>
                  <a:pt x="388" y="1280"/>
                </a:lnTo>
                <a:lnTo>
                  <a:pt x="389" y="1281"/>
                </a:lnTo>
                <a:lnTo>
                  <a:pt x="389" y="1280"/>
                </a:lnTo>
                <a:lnTo>
                  <a:pt x="390" y="1280"/>
                </a:lnTo>
                <a:lnTo>
                  <a:pt x="390" y="1279"/>
                </a:lnTo>
                <a:lnTo>
                  <a:pt x="389" y="1278"/>
                </a:lnTo>
                <a:lnTo>
                  <a:pt x="389" y="1277"/>
                </a:lnTo>
                <a:lnTo>
                  <a:pt x="388" y="1277"/>
                </a:lnTo>
                <a:lnTo>
                  <a:pt x="388" y="1276"/>
                </a:lnTo>
                <a:lnTo>
                  <a:pt x="388" y="1275"/>
                </a:lnTo>
                <a:lnTo>
                  <a:pt x="388" y="1274"/>
                </a:lnTo>
                <a:lnTo>
                  <a:pt x="388" y="1273"/>
                </a:lnTo>
                <a:lnTo>
                  <a:pt x="389" y="1272"/>
                </a:lnTo>
                <a:lnTo>
                  <a:pt x="389" y="1271"/>
                </a:lnTo>
                <a:lnTo>
                  <a:pt x="390" y="1271"/>
                </a:lnTo>
                <a:lnTo>
                  <a:pt x="390" y="1270"/>
                </a:lnTo>
                <a:lnTo>
                  <a:pt x="391" y="1270"/>
                </a:lnTo>
                <a:lnTo>
                  <a:pt x="391" y="1269"/>
                </a:lnTo>
                <a:lnTo>
                  <a:pt x="392" y="1269"/>
                </a:lnTo>
                <a:lnTo>
                  <a:pt x="393" y="1269"/>
                </a:lnTo>
                <a:lnTo>
                  <a:pt x="394" y="1268"/>
                </a:lnTo>
                <a:lnTo>
                  <a:pt x="395" y="1268"/>
                </a:lnTo>
                <a:lnTo>
                  <a:pt x="395" y="1267"/>
                </a:lnTo>
                <a:lnTo>
                  <a:pt x="396" y="1267"/>
                </a:lnTo>
                <a:lnTo>
                  <a:pt x="397" y="1266"/>
                </a:lnTo>
                <a:lnTo>
                  <a:pt x="399" y="1266"/>
                </a:lnTo>
                <a:lnTo>
                  <a:pt x="402" y="1266"/>
                </a:lnTo>
                <a:lnTo>
                  <a:pt x="403" y="1266"/>
                </a:lnTo>
                <a:lnTo>
                  <a:pt x="404" y="1266"/>
                </a:lnTo>
                <a:lnTo>
                  <a:pt x="405" y="1266"/>
                </a:lnTo>
                <a:lnTo>
                  <a:pt x="406" y="1266"/>
                </a:lnTo>
                <a:lnTo>
                  <a:pt x="406" y="1265"/>
                </a:lnTo>
                <a:lnTo>
                  <a:pt x="406" y="1266"/>
                </a:lnTo>
                <a:lnTo>
                  <a:pt x="407" y="1266"/>
                </a:lnTo>
                <a:lnTo>
                  <a:pt x="408" y="1265"/>
                </a:lnTo>
                <a:lnTo>
                  <a:pt x="410" y="1265"/>
                </a:lnTo>
                <a:lnTo>
                  <a:pt x="412" y="1264"/>
                </a:lnTo>
                <a:lnTo>
                  <a:pt x="413" y="1263"/>
                </a:lnTo>
                <a:lnTo>
                  <a:pt x="414" y="1263"/>
                </a:lnTo>
                <a:lnTo>
                  <a:pt x="415" y="1263"/>
                </a:lnTo>
                <a:lnTo>
                  <a:pt x="416" y="1263"/>
                </a:lnTo>
                <a:lnTo>
                  <a:pt x="417" y="1263"/>
                </a:lnTo>
                <a:lnTo>
                  <a:pt x="418" y="1262"/>
                </a:lnTo>
                <a:lnTo>
                  <a:pt x="418" y="1261"/>
                </a:lnTo>
                <a:lnTo>
                  <a:pt x="418" y="1260"/>
                </a:lnTo>
                <a:lnTo>
                  <a:pt x="418" y="1259"/>
                </a:lnTo>
                <a:lnTo>
                  <a:pt x="419" y="1255"/>
                </a:lnTo>
                <a:lnTo>
                  <a:pt x="419" y="1254"/>
                </a:lnTo>
                <a:lnTo>
                  <a:pt x="419" y="1253"/>
                </a:lnTo>
                <a:lnTo>
                  <a:pt x="420" y="1252"/>
                </a:lnTo>
                <a:lnTo>
                  <a:pt x="420" y="1251"/>
                </a:lnTo>
                <a:lnTo>
                  <a:pt x="420" y="1249"/>
                </a:lnTo>
                <a:lnTo>
                  <a:pt x="420" y="1248"/>
                </a:lnTo>
                <a:lnTo>
                  <a:pt x="420" y="1247"/>
                </a:lnTo>
                <a:lnTo>
                  <a:pt x="422" y="1246"/>
                </a:lnTo>
                <a:lnTo>
                  <a:pt x="425" y="1245"/>
                </a:lnTo>
                <a:lnTo>
                  <a:pt x="426" y="1245"/>
                </a:lnTo>
                <a:lnTo>
                  <a:pt x="427" y="1245"/>
                </a:lnTo>
                <a:lnTo>
                  <a:pt x="430" y="1245"/>
                </a:lnTo>
                <a:lnTo>
                  <a:pt x="431" y="1246"/>
                </a:lnTo>
                <a:lnTo>
                  <a:pt x="432" y="1245"/>
                </a:lnTo>
                <a:lnTo>
                  <a:pt x="433" y="1245"/>
                </a:lnTo>
                <a:lnTo>
                  <a:pt x="434" y="1245"/>
                </a:lnTo>
                <a:lnTo>
                  <a:pt x="435" y="1246"/>
                </a:lnTo>
                <a:lnTo>
                  <a:pt x="436" y="1245"/>
                </a:lnTo>
                <a:lnTo>
                  <a:pt x="437" y="1245"/>
                </a:lnTo>
                <a:lnTo>
                  <a:pt x="438" y="1245"/>
                </a:lnTo>
                <a:lnTo>
                  <a:pt x="440" y="1245"/>
                </a:lnTo>
                <a:lnTo>
                  <a:pt x="441" y="1245"/>
                </a:lnTo>
                <a:lnTo>
                  <a:pt x="441" y="1244"/>
                </a:lnTo>
                <a:lnTo>
                  <a:pt x="442" y="1243"/>
                </a:lnTo>
                <a:lnTo>
                  <a:pt x="443" y="1243"/>
                </a:lnTo>
                <a:lnTo>
                  <a:pt x="446" y="1243"/>
                </a:lnTo>
                <a:lnTo>
                  <a:pt x="447" y="1243"/>
                </a:lnTo>
                <a:lnTo>
                  <a:pt x="448" y="1242"/>
                </a:lnTo>
                <a:lnTo>
                  <a:pt x="449" y="1242"/>
                </a:lnTo>
                <a:lnTo>
                  <a:pt x="451" y="1241"/>
                </a:lnTo>
                <a:lnTo>
                  <a:pt x="453" y="1240"/>
                </a:lnTo>
                <a:lnTo>
                  <a:pt x="454" y="1239"/>
                </a:lnTo>
                <a:lnTo>
                  <a:pt x="455" y="1238"/>
                </a:lnTo>
                <a:lnTo>
                  <a:pt x="456" y="1237"/>
                </a:lnTo>
                <a:lnTo>
                  <a:pt x="457" y="1236"/>
                </a:lnTo>
                <a:lnTo>
                  <a:pt x="458" y="1236"/>
                </a:lnTo>
                <a:lnTo>
                  <a:pt x="458" y="1237"/>
                </a:lnTo>
                <a:lnTo>
                  <a:pt x="459" y="1237"/>
                </a:lnTo>
                <a:lnTo>
                  <a:pt x="460" y="1237"/>
                </a:lnTo>
                <a:lnTo>
                  <a:pt x="461" y="1237"/>
                </a:lnTo>
                <a:lnTo>
                  <a:pt x="462" y="1237"/>
                </a:lnTo>
                <a:lnTo>
                  <a:pt x="463" y="1237"/>
                </a:lnTo>
                <a:lnTo>
                  <a:pt x="464" y="1237"/>
                </a:lnTo>
                <a:lnTo>
                  <a:pt x="465" y="1236"/>
                </a:lnTo>
                <a:lnTo>
                  <a:pt x="465" y="1235"/>
                </a:lnTo>
                <a:lnTo>
                  <a:pt x="466" y="1234"/>
                </a:lnTo>
                <a:lnTo>
                  <a:pt x="467" y="1233"/>
                </a:lnTo>
                <a:lnTo>
                  <a:pt x="468" y="1233"/>
                </a:lnTo>
                <a:lnTo>
                  <a:pt x="469" y="1232"/>
                </a:lnTo>
                <a:lnTo>
                  <a:pt x="469" y="1231"/>
                </a:lnTo>
                <a:lnTo>
                  <a:pt x="468" y="1230"/>
                </a:lnTo>
                <a:lnTo>
                  <a:pt x="469" y="1229"/>
                </a:lnTo>
                <a:lnTo>
                  <a:pt x="470" y="1229"/>
                </a:lnTo>
                <a:lnTo>
                  <a:pt x="471" y="1229"/>
                </a:lnTo>
                <a:lnTo>
                  <a:pt x="473" y="1228"/>
                </a:lnTo>
                <a:lnTo>
                  <a:pt x="475" y="1228"/>
                </a:lnTo>
                <a:lnTo>
                  <a:pt x="476" y="1228"/>
                </a:lnTo>
                <a:lnTo>
                  <a:pt x="477" y="1228"/>
                </a:lnTo>
                <a:lnTo>
                  <a:pt x="477" y="1227"/>
                </a:lnTo>
                <a:lnTo>
                  <a:pt x="478" y="1227"/>
                </a:lnTo>
                <a:lnTo>
                  <a:pt x="478" y="1228"/>
                </a:lnTo>
                <a:lnTo>
                  <a:pt x="479" y="1228"/>
                </a:lnTo>
                <a:lnTo>
                  <a:pt x="480" y="1227"/>
                </a:lnTo>
                <a:lnTo>
                  <a:pt x="482" y="1226"/>
                </a:lnTo>
                <a:lnTo>
                  <a:pt x="482" y="1225"/>
                </a:lnTo>
                <a:lnTo>
                  <a:pt x="483" y="1225"/>
                </a:lnTo>
                <a:lnTo>
                  <a:pt x="484" y="1225"/>
                </a:lnTo>
                <a:lnTo>
                  <a:pt x="485" y="1225"/>
                </a:lnTo>
                <a:lnTo>
                  <a:pt x="486" y="1224"/>
                </a:lnTo>
                <a:lnTo>
                  <a:pt x="488" y="1223"/>
                </a:lnTo>
                <a:lnTo>
                  <a:pt x="488" y="1222"/>
                </a:lnTo>
                <a:lnTo>
                  <a:pt x="489" y="1222"/>
                </a:lnTo>
                <a:lnTo>
                  <a:pt x="489" y="1221"/>
                </a:lnTo>
                <a:lnTo>
                  <a:pt x="490" y="1220"/>
                </a:lnTo>
                <a:lnTo>
                  <a:pt x="491" y="1220"/>
                </a:lnTo>
                <a:lnTo>
                  <a:pt x="491" y="1219"/>
                </a:lnTo>
                <a:lnTo>
                  <a:pt x="492" y="1218"/>
                </a:lnTo>
                <a:lnTo>
                  <a:pt x="493" y="1218"/>
                </a:lnTo>
                <a:lnTo>
                  <a:pt x="494" y="1218"/>
                </a:lnTo>
                <a:lnTo>
                  <a:pt x="495" y="1218"/>
                </a:lnTo>
                <a:lnTo>
                  <a:pt x="495" y="1217"/>
                </a:lnTo>
                <a:lnTo>
                  <a:pt x="496" y="1218"/>
                </a:lnTo>
                <a:lnTo>
                  <a:pt x="497" y="1218"/>
                </a:lnTo>
                <a:lnTo>
                  <a:pt x="498" y="1218"/>
                </a:lnTo>
                <a:lnTo>
                  <a:pt x="499" y="1217"/>
                </a:lnTo>
                <a:lnTo>
                  <a:pt x="499" y="1216"/>
                </a:lnTo>
                <a:lnTo>
                  <a:pt x="500" y="1216"/>
                </a:lnTo>
                <a:lnTo>
                  <a:pt x="501" y="1215"/>
                </a:lnTo>
                <a:lnTo>
                  <a:pt x="505" y="1214"/>
                </a:lnTo>
                <a:lnTo>
                  <a:pt x="506" y="1213"/>
                </a:lnTo>
                <a:lnTo>
                  <a:pt x="507" y="1213"/>
                </a:lnTo>
                <a:lnTo>
                  <a:pt x="507" y="1212"/>
                </a:lnTo>
                <a:lnTo>
                  <a:pt x="508" y="1211"/>
                </a:lnTo>
                <a:lnTo>
                  <a:pt x="510" y="1211"/>
                </a:lnTo>
                <a:lnTo>
                  <a:pt x="512" y="1211"/>
                </a:lnTo>
                <a:lnTo>
                  <a:pt x="513" y="1211"/>
                </a:lnTo>
                <a:lnTo>
                  <a:pt x="514" y="1211"/>
                </a:lnTo>
                <a:lnTo>
                  <a:pt x="515" y="1211"/>
                </a:lnTo>
                <a:lnTo>
                  <a:pt x="516" y="1210"/>
                </a:lnTo>
                <a:lnTo>
                  <a:pt x="517" y="1210"/>
                </a:lnTo>
                <a:lnTo>
                  <a:pt x="517" y="1209"/>
                </a:lnTo>
                <a:lnTo>
                  <a:pt x="519" y="1208"/>
                </a:lnTo>
                <a:lnTo>
                  <a:pt x="519" y="1207"/>
                </a:lnTo>
                <a:lnTo>
                  <a:pt x="520" y="1207"/>
                </a:lnTo>
                <a:lnTo>
                  <a:pt x="520" y="1206"/>
                </a:lnTo>
                <a:lnTo>
                  <a:pt x="520" y="1205"/>
                </a:lnTo>
                <a:lnTo>
                  <a:pt x="521" y="1205"/>
                </a:lnTo>
                <a:lnTo>
                  <a:pt x="522" y="1205"/>
                </a:lnTo>
                <a:lnTo>
                  <a:pt x="523" y="1204"/>
                </a:lnTo>
                <a:lnTo>
                  <a:pt x="524" y="1203"/>
                </a:lnTo>
                <a:lnTo>
                  <a:pt x="525" y="1203"/>
                </a:lnTo>
                <a:lnTo>
                  <a:pt x="525" y="1202"/>
                </a:lnTo>
                <a:lnTo>
                  <a:pt x="526" y="1202"/>
                </a:lnTo>
                <a:lnTo>
                  <a:pt x="526" y="1203"/>
                </a:lnTo>
                <a:lnTo>
                  <a:pt x="527" y="1203"/>
                </a:lnTo>
                <a:lnTo>
                  <a:pt x="527" y="1204"/>
                </a:lnTo>
                <a:lnTo>
                  <a:pt x="528" y="1204"/>
                </a:lnTo>
                <a:lnTo>
                  <a:pt x="529" y="1203"/>
                </a:lnTo>
                <a:lnTo>
                  <a:pt x="530" y="1202"/>
                </a:lnTo>
                <a:lnTo>
                  <a:pt x="531" y="1201"/>
                </a:lnTo>
                <a:lnTo>
                  <a:pt x="532" y="1200"/>
                </a:lnTo>
                <a:lnTo>
                  <a:pt x="533" y="1199"/>
                </a:lnTo>
                <a:lnTo>
                  <a:pt x="534" y="1199"/>
                </a:lnTo>
                <a:lnTo>
                  <a:pt x="536" y="1199"/>
                </a:lnTo>
                <a:lnTo>
                  <a:pt x="537" y="1199"/>
                </a:lnTo>
                <a:lnTo>
                  <a:pt x="538" y="1198"/>
                </a:lnTo>
                <a:lnTo>
                  <a:pt x="539" y="1199"/>
                </a:lnTo>
                <a:lnTo>
                  <a:pt x="540" y="1199"/>
                </a:lnTo>
                <a:lnTo>
                  <a:pt x="540" y="1200"/>
                </a:lnTo>
                <a:lnTo>
                  <a:pt x="541" y="1200"/>
                </a:lnTo>
                <a:lnTo>
                  <a:pt x="542" y="1200"/>
                </a:lnTo>
                <a:lnTo>
                  <a:pt x="544" y="1200"/>
                </a:lnTo>
                <a:lnTo>
                  <a:pt x="545" y="1200"/>
                </a:lnTo>
                <a:lnTo>
                  <a:pt x="547" y="1199"/>
                </a:lnTo>
                <a:lnTo>
                  <a:pt x="548" y="1199"/>
                </a:lnTo>
                <a:lnTo>
                  <a:pt x="550" y="1198"/>
                </a:lnTo>
                <a:lnTo>
                  <a:pt x="551" y="1198"/>
                </a:lnTo>
                <a:lnTo>
                  <a:pt x="551" y="1197"/>
                </a:lnTo>
                <a:lnTo>
                  <a:pt x="552" y="1196"/>
                </a:lnTo>
                <a:lnTo>
                  <a:pt x="553" y="1195"/>
                </a:lnTo>
                <a:lnTo>
                  <a:pt x="554" y="1195"/>
                </a:lnTo>
                <a:lnTo>
                  <a:pt x="555" y="1195"/>
                </a:lnTo>
                <a:lnTo>
                  <a:pt x="557" y="1194"/>
                </a:lnTo>
                <a:lnTo>
                  <a:pt x="559" y="1194"/>
                </a:lnTo>
                <a:lnTo>
                  <a:pt x="560" y="1194"/>
                </a:lnTo>
                <a:lnTo>
                  <a:pt x="561" y="1194"/>
                </a:lnTo>
                <a:lnTo>
                  <a:pt x="562" y="1193"/>
                </a:lnTo>
                <a:lnTo>
                  <a:pt x="564" y="1194"/>
                </a:lnTo>
                <a:lnTo>
                  <a:pt x="565" y="1194"/>
                </a:lnTo>
                <a:lnTo>
                  <a:pt x="566" y="1194"/>
                </a:lnTo>
                <a:lnTo>
                  <a:pt x="566" y="1193"/>
                </a:lnTo>
                <a:lnTo>
                  <a:pt x="567" y="1192"/>
                </a:lnTo>
                <a:lnTo>
                  <a:pt x="568" y="1191"/>
                </a:lnTo>
                <a:lnTo>
                  <a:pt x="568" y="1190"/>
                </a:lnTo>
                <a:lnTo>
                  <a:pt x="569" y="1189"/>
                </a:lnTo>
                <a:lnTo>
                  <a:pt x="569" y="1188"/>
                </a:lnTo>
                <a:lnTo>
                  <a:pt x="569" y="1187"/>
                </a:lnTo>
                <a:lnTo>
                  <a:pt x="570" y="1187"/>
                </a:lnTo>
                <a:lnTo>
                  <a:pt x="571" y="1186"/>
                </a:lnTo>
                <a:lnTo>
                  <a:pt x="572" y="1185"/>
                </a:lnTo>
                <a:lnTo>
                  <a:pt x="573" y="1185"/>
                </a:lnTo>
                <a:lnTo>
                  <a:pt x="573" y="1184"/>
                </a:lnTo>
                <a:lnTo>
                  <a:pt x="573" y="1183"/>
                </a:lnTo>
                <a:lnTo>
                  <a:pt x="572" y="1183"/>
                </a:lnTo>
                <a:lnTo>
                  <a:pt x="572" y="1182"/>
                </a:lnTo>
                <a:lnTo>
                  <a:pt x="573" y="1182"/>
                </a:lnTo>
                <a:lnTo>
                  <a:pt x="573" y="1181"/>
                </a:lnTo>
                <a:lnTo>
                  <a:pt x="574" y="1181"/>
                </a:lnTo>
                <a:lnTo>
                  <a:pt x="575" y="1180"/>
                </a:lnTo>
                <a:lnTo>
                  <a:pt x="576" y="1180"/>
                </a:lnTo>
                <a:lnTo>
                  <a:pt x="577" y="1179"/>
                </a:lnTo>
                <a:lnTo>
                  <a:pt x="578" y="1179"/>
                </a:lnTo>
                <a:lnTo>
                  <a:pt x="579" y="1179"/>
                </a:lnTo>
                <a:lnTo>
                  <a:pt x="582" y="1179"/>
                </a:lnTo>
                <a:lnTo>
                  <a:pt x="583" y="1179"/>
                </a:lnTo>
                <a:lnTo>
                  <a:pt x="584" y="1179"/>
                </a:lnTo>
                <a:lnTo>
                  <a:pt x="585" y="1179"/>
                </a:lnTo>
                <a:lnTo>
                  <a:pt x="586" y="1179"/>
                </a:lnTo>
                <a:lnTo>
                  <a:pt x="587" y="1179"/>
                </a:lnTo>
                <a:lnTo>
                  <a:pt x="589" y="1178"/>
                </a:lnTo>
                <a:lnTo>
                  <a:pt x="594" y="1178"/>
                </a:lnTo>
                <a:lnTo>
                  <a:pt x="595" y="1179"/>
                </a:lnTo>
                <a:lnTo>
                  <a:pt x="596" y="1179"/>
                </a:lnTo>
                <a:lnTo>
                  <a:pt x="598" y="1180"/>
                </a:lnTo>
                <a:lnTo>
                  <a:pt x="599" y="1179"/>
                </a:lnTo>
                <a:lnTo>
                  <a:pt x="600" y="1179"/>
                </a:lnTo>
                <a:lnTo>
                  <a:pt x="600" y="1178"/>
                </a:lnTo>
                <a:lnTo>
                  <a:pt x="601" y="1177"/>
                </a:lnTo>
                <a:lnTo>
                  <a:pt x="602" y="1175"/>
                </a:lnTo>
                <a:lnTo>
                  <a:pt x="603" y="1175"/>
                </a:lnTo>
                <a:lnTo>
                  <a:pt x="603" y="1174"/>
                </a:lnTo>
                <a:lnTo>
                  <a:pt x="602" y="1174"/>
                </a:lnTo>
                <a:lnTo>
                  <a:pt x="601" y="1173"/>
                </a:lnTo>
                <a:lnTo>
                  <a:pt x="600" y="1172"/>
                </a:lnTo>
                <a:lnTo>
                  <a:pt x="600" y="1170"/>
                </a:lnTo>
                <a:lnTo>
                  <a:pt x="599" y="1169"/>
                </a:lnTo>
                <a:lnTo>
                  <a:pt x="599" y="1168"/>
                </a:lnTo>
                <a:lnTo>
                  <a:pt x="598" y="1168"/>
                </a:lnTo>
                <a:lnTo>
                  <a:pt x="598" y="1167"/>
                </a:lnTo>
                <a:lnTo>
                  <a:pt x="599" y="1167"/>
                </a:lnTo>
                <a:lnTo>
                  <a:pt x="600" y="1168"/>
                </a:lnTo>
                <a:lnTo>
                  <a:pt x="600" y="1167"/>
                </a:lnTo>
                <a:lnTo>
                  <a:pt x="601" y="1166"/>
                </a:lnTo>
                <a:lnTo>
                  <a:pt x="601" y="1164"/>
                </a:lnTo>
                <a:lnTo>
                  <a:pt x="601" y="1162"/>
                </a:lnTo>
                <a:lnTo>
                  <a:pt x="603" y="1162"/>
                </a:lnTo>
                <a:lnTo>
                  <a:pt x="605" y="1162"/>
                </a:lnTo>
                <a:lnTo>
                  <a:pt x="607" y="1161"/>
                </a:lnTo>
                <a:lnTo>
                  <a:pt x="608" y="1161"/>
                </a:lnTo>
                <a:lnTo>
                  <a:pt x="610" y="1160"/>
                </a:lnTo>
                <a:lnTo>
                  <a:pt x="611" y="1160"/>
                </a:lnTo>
                <a:lnTo>
                  <a:pt x="612" y="1159"/>
                </a:lnTo>
                <a:lnTo>
                  <a:pt x="612" y="1157"/>
                </a:lnTo>
                <a:lnTo>
                  <a:pt x="612" y="1156"/>
                </a:lnTo>
                <a:lnTo>
                  <a:pt x="612" y="1155"/>
                </a:lnTo>
                <a:lnTo>
                  <a:pt x="610" y="1154"/>
                </a:lnTo>
                <a:lnTo>
                  <a:pt x="610" y="1153"/>
                </a:lnTo>
                <a:lnTo>
                  <a:pt x="610" y="1152"/>
                </a:lnTo>
                <a:lnTo>
                  <a:pt x="611" y="1152"/>
                </a:lnTo>
                <a:lnTo>
                  <a:pt x="611" y="1151"/>
                </a:lnTo>
                <a:lnTo>
                  <a:pt x="611" y="1150"/>
                </a:lnTo>
                <a:lnTo>
                  <a:pt x="610" y="1149"/>
                </a:lnTo>
                <a:lnTo>
                  <a:pt x="608" y="1148"/>
                </a:lnTo>
                <a:lnTo>
                  <a:pt x="607" y="1147"/>
                </a:lnTo>
                <a:lnTo>
                  <a:pt x="607" y="1146"/>
                </a:lnTo>
                <a:lnTo>
                  <a:pt x="607" y="1145"/>
                </a:lnTo>
                <a:lnTo>
                  <a:pt x="607" y="1143"/>
                </a:lnTo>
                <a:lnTo>
                  <a:pt x="606" y="1142"/>
                </a:lnTo>
                <a:lnTo>
                  <a:pt x="605" y="1140"/>
                </a:lnTo>
                <a:lnTo>
                  <a:pt x="605" y="1139"/>
                </a:lnTo>
                <a:lnTo>
                  <a:pt x="605" y="1137"/>
                </a:lnTo>
                <a:lnTo>
                  <a:pt x="605" y="1135"/>
                </a:lnTo>
                <a:lnTo>
                  <a:pt x="606" y="1134"/>
                </a:lnTo>
                <a:lnTo>
                  <a:pt x="607" y="1133"/>
                </a:lnTo>
                <a:lnTo>
                  <a:pt x="611" y="1131"/>
                </a:lnTo>
                <a:lnTo>
                  <a:pt x="609" y="1131"/>
                </a:lnTo>
                <a:lnTo>
                  <a:pt x="609" y="1130"/>
                </a:lnTo>
                <a:lnTo>
                  <a:pt x="608" y="1130"/>
                </a:lnTo>
                <a:lnTo>
                  <a:pt x="607" y="1130"/>
                </a:lnTo>
                <a:lnTo>
                  <a:pt x="607" y="1129"/>
                </a:lnTo>
                <a:lnTo>
                  <a:pt x="606" y="1129"/>
                </a:lnTo>
                <a:lnTo>
                  <a:pt x="605" y="1128"/>
                </a:lnTo>
                <a:lnTo>
                  <a:pt x="605" y="1127"/>
                </a:lnTo>
                <a:lnTo>
                  <a:pt x="605" y="1126"/>
                </a:lnTo>
                <a:lnTo>
                  <a:pt x="603" y="1124"/>
                </a:lnTo>
                <a:lnTo>
                  <a:pt x="602" y="1123"/>
                </a:lnTo>
                <a:lnTo>
                  <a:pt x="602" y="1122"/>
                </a:lnTo>
                <a:lnTo>
                  <a:pt x="601" y="1120"/>
                </a:lnTo>
                <a:lnTo>
                  <a:pt x="601" y="1119"/>
                </a:lnTo>
                <a:lnTo>
                  <a:pt x="601" y="1118"/>
                </a:lnTo>
                <a:lnTo>
                  <a:pt x="602" y="1116"/>
                </a:lnTo>
                <a:lnTo>
                  <a:pt x="602" y="1115"/>
                </a:lnTo>
                <a:lnTo>
                  <a:pt x="602" y="1114"/>
                </a:lnTo>
                <a:lnTo>
                  <a:pt x="604" y="1113"/>
                </a:lnTo>
                <a:lnTo>
                  <a:pt x="607" y="1112"/>
                </a:lnTo>
                <a:lnTo>
                  <a:pt x="606" y="1110"/>
                </a:lnTo>
                <a:lnTo>
                  <a:pt x="609" y="1103"/>
                </a:lnTo>
                <a:lnTo>
                  <a:pt x="609" y="1099"/>
                </a:lnTo>
                <a:lnTo>
                  <a:pt x="610" y="1098"/>
                </a:lnTo>
                <a:lnTo>
                  <a:pt x="611" y="1098"/>
                </a:lnTo>
                <a:lnTo>
                  <a:pt x="612" y="1098"/>
                </a:lnTo>
                <a:lnTo>
                  <a:pt x="613" y="1098"/>
                </a:lnTo>
                <a:lnTo>
                  <a:pt x="614" y="1097"/>
                </a:lnTo>
                <a:lnTo>
                  <a:pt x="615" y="1097"/>
                </a:lnTo>
                <a:lnTo>
                  <a:pt x="616" y="1098"/>
                </a:lnTo>
                <a:lnTo>
                  <a:pt x="615" y="1098"/>
                </a:lnTo>
                <a:lnTo>
                  <a:pt x="616" y="1098"/>
                </a:lnTo>
                <a:lnTo>
                  <a:pt x="616" y="1099"/>
                </a:lnTo>
                <a:lnTo>
                  <a:pt x="618" y="1099"/>
                </a:lnTo>
                <a:lnTo>
                  <a:pt x="618" y="1098"/>
                </a:lnTo>
                <a:lnTo>
                  <a:pt x="619" y="1098"/>
                </a:lnTo>
                <a:lnTo>
                  <a:pt x="620" y="1098"/>
                </a:lnTo>
                <a:lnTo>
                  <a:pt x="621" y="1097"/>
                </a:lnTo>
                <a:lnTo>
                  <a:pt x="621" y="1098"/>
                </a:lnTo>
                <a:lnTo>
                  <a:pt x="622" y="1098"/>
                </a:lnTo>
                <a:lnTo>
                  <a:pt x="623" y="1098"/>
                </a:lnTo>
                <a:lnTo>
                  <a:pt x="623" y="1097"/>
                </a:lnTo>
                <a:lnTo>
                  <a:pt x="624" y="1097"/>
                </a:lnTo>
                <a:lnTo>
                  <a:pt x="624" y="1096"/>
                </a:lnTo>
                <a:lnTo>
                  <a:pt x="625" y="1095"/>
                </a:lnTo>
                <a:lnTo>
                  <a:pt x="626" y="1095"/>
                </a:lnTo>
                <a:lnTo>
                  <a:pt x="627" y="1095"/>
                </a:lnTo>
                <a:lnTo>
                  <a:pt x="628" y="1095"/>
                </a:lnTo>
                <a:lnTo>
                  <a:pt x="628" y="1094"/>
                </a:lnTo>
                <a:lnTo>
                  <a:pt x="629" y="1094"/>
                </a:lnTo>
                <a:lnTo>
                  <a:pt x="630" y="1094"/>
                </a:lnTo>
                <a:lnTo>
                  <a:pt x="631" y="1093"/>
                </a:lnTo>
                <a:lnTo>
                  <a:pt x="632" y="1093"/>
                </a:lnTo>
                <a:lnTo>
                  <a:pt x="632" y="1094"/>
                </a:lnTo>
                <a:lnTo>
                  <a:pt x="633" y="1093"/>
                </a:lnTo>
                <a:lnTo>
                  <a:pt x="634" y="1093"/>
                </a:lnTo>
                <a:lnTo>
                  <a:pt x="635" y="1093"/>
                </a:lnTo>
                <a:lnTo>
                  <a:pt x="636" y="1093"/>
                </a:lnTo>
                <a:lnTo>
                  <a:pt x="635" y="1093"/>
                </a:lnTo>
                <a:lnTo>
                  <a:pt x="636" y="1092"/>
                </a:lnTo>
                <a:lnTo>
                  <a:pt x="637" y="1092"/>
                </a:lnTo>
                <a:lnTo>
                  <a:pt x="637" y="1093"/>
                </a:lnTo>
                <a:lnTo>
                  <a:pt x="637" y="1092"/>
                </a:lnTo>
                <a:lnTo>
                  <a:pt x="638" y="1092"/>
                </a:lnTo>
                <a:lnTo>
                  <a:pt x="639" y="1092"/>
                </a:lnTo>
                <a:lnTo>
                  <a:pt x="640" y="1092"/>
                </a:lnTo>
                <a:lnTo>
                  <a:pt x="640" y="1091"/>
                </a:lnTo>
                <a:lnTo>
                  <a:pt x="640" y="1090"/>
                </a:lnTo>
                <a:lnTo>
                  <a:pt x="639" y="1089"/>
                </a:lnTo>
                <a:lnTo>
                  <a:pt x="638" y="1089"/>
                </a:lnTo>
                <a:lnTo>
                  <a:pt x="638" y="1088"/>
                </a:lnTo>
                <a:lnTo>
                  <a:pt x="637" y="1088"/>
                </a:lnTo>
                <a:lnTo>
                  <a:pt x="635" y="1087"/>
                </a:lnTo>
                <a:lnTo>
                  <a:pt x="634" y="1087"/>
                </a:lnTo>
                <a:lnTo>
                  <a:pt x="633" y="1087"/>
                </a:lnTo>
                <a:lnTo>
                  <a:pt x="631" y="1087"/>
                </a:lnTo>
                <a:lnTo>
                  <a:pt x="630" y="1087"/>
                </a:lnTo>
                <a:lnTo>
                  <a:pt x="629" y="1086"/>
                </a:lnTo>
                <a:lnTo>
                  <a:pt x="628" y="1086"/>
                </a:lnTo>
                <a:lnTo>
                  <a:pt x="627" y="1085"/>
                </a:lnTo>
                <a:lnTo>
                  <a:pt x="626" y="1085"/>
                </a:lnTo>
                <a:lnTo>
                  <a:pt x="626" y="1084"/>
                </a:lnTo>
                <a:lnTo>
                  <a:pt x="624" y="1083"/>
                </a:lnTo>
                <a:lnTo>
                  <a:pt x="622" y="1082"/>
                </a:lnTo>
                <a:lnTo>
                  <a:pt x="622" y="1081"/>
                </a:lnTo>
                <a:lnTo>
                  <a:pt x="621" y="1081"/>
                </a:lnTo>
                <a:lnTo>
                  <a:pt x="621" y="1080"/>
                </a:lnTo>
                <a:lnTo>
                  <a:pt x="620" y="1079"/>
                </a:lnTo>
                <a:lnTo>
                  <a:pt x="620" y="1078"/>
                </a:lnTo>
                <a:lnTo>
                  <a:pt x="620" y="1077"/>
                </a:lnTo>
                <a:lnTo>
                  <a:pt x="622" y="1076"/>
                </a:lnTo>
                <a:lnTo>
                  <a:pt x="623" y="1075"/>
                </a:lnTo>
                <a:lnTo>
                  <a:pt x="625" y="1074"/>
                </a:lnTo>
                <a:lnTo>
                  <a:pt x="626" y="1074"/>
                </a:lnTo>
                <a:lnTo>
                  <a:pt x="628" y="1074"/>
                </a:lnTo>
                <a:lnTo>
                  <a:pt x="629" y="1074"/>
                </a:lnTo>
                <a:lnTo>
                  <a:pt x="632" y="1072"/>
                </a:lnTo>
                <a:lnTo>
                  <a:pt x="634" y="1071"/>
                </a:lnTo>
                <a:lnTo>
                  <a:pt x="636" y="1070"/>
                </a:lnTo>
                <a:lnTo>
                  <a:pt x="637" y="1069"/>
                </a:lnTo>
                <a:lnTo>
                  <a:pt x="638" y="1068"/>
                </a:lnTo>
                <a:lnTo>
                  <a:pt x="639" y="1068"/>
                </a:lnTo>
                <a:lnTo>
                  <a:pt x="639" y="1067"/>
                </a:lnTo>
                <a:lnTo>
                  <a:pt x="640" y="1067"/>
                </a:lnTo>
                <a:lnTo>
                  <a:pt x="642" y="1066"/>
                </a:lnTo>
                <a:lnTo>
                  <a:pt x="643" y="1066"/>
                </a:lnTo>
                <a:lnTo>
                  <a:pt x="644" y="1066"/>
                </a:lnTo>
                <a:lnTo>
                  <a:pt x="646" y="1066"/>
                </a:lnTo>
                <a:lnTo>
                  <a:pt x="647" y="1066"/>
                </a:lnTo>
                <a:lnTo>
                  <a:pt x="649" y="1066"/>
                </a:lnTo>
                <a:lnTo>
                  <a:pt x="650" y="1066"/>
                </a:lnTo>
                <a:lnTo>
                  <a:pt x="650" y="1067"/>
                </a:lnTo>
                <a:lnTo>
                  <a:pt x="651" y="1067"/>
                </a:lnTo>
                <a:lnTo>
                  <a:pt x="652" y="1067"/>
                </a:lnTo>
                <a:lnTo>
                  <a:pt x="653" y="1066"/>
                </a:lnTo>
                <a:lnTo>
                  <a:pt x="654" y="1066"/>
                </a:lnTo>
                <a:lnTo>
                  <a:pt x="655" y="1066"/>
                </a:lnTo>
                <a:lnTo>
                  <a:pt x="656" y="1067"/>
                </a:lnTo>
                <a:lnTo>
                  <a:pt x="657" y="1067"/>
                </a:lnTo>
                <a:lnTo>
                  <a:pt x="657" y="1066"/>
                </a:lnTo>
                <a:lnTo>
                  <a:pt x="657" y="1065"/>
                </a:lnTo>
                <a:lnTo>
                  <a:pt x="658" y="1065"/>
                </a:lnTo>
                <a:lnTo>
                  <a:pt x="658" y="1064"/>
                </a:lnTo>
                <a:lnTo>
                  <a:pt x="658" y="1063"/>
                </a:lnTo>
                <a:lnTo>
                  <a:pt x="658" y="1062"/>
                </a:lnTo>
                <a:lnTo>
                  <a:pt x="657" y="1061"/>
                </a:lnTo>
                <a:lnTo>
                  <a:pt x="657" y="1059"/>
                </a:lnTo>
                <a:lnTo>
                  <a:pt x="657" y="1056"/>
                </a:lnTo>
                <a:lnTo>
                  <a:pt x="656" y="1056"/>
                </a:lnTo>
                <a:lnTo>
                  <a:pt x="656" y="1055"/>
                </a:lnTo>
                <a:lnTo>
                  <a:pt x="655" y="1054"/>
                </a:lnTo>
                <a:lnTo>
                  <a:pt x="655" y="1052"/>
                </a:lnTo>
                <a:lnTo>
                  <a:pt x="655" y="1051"/>
                </a:lnTo>
                <a:lnTo>
                  <a:pt x="656" y="1051"/>
                </a:lnTo>
                <a:lnTo>
                  <a:pt x="656" y="1050"/>
                </a:lnTo>
                <a:lnTo>
                  <a:pt x="656" y="1049"/>
                </a:lnTo>
                <a:lnTo>
                  <a:pt x="655" y="1049"/>
                </a:lnTo>
                <a:lnTo>
                  <a:pt x="654" y="1049"/>
                </a:lnTo>
                <a:lnTo>
                  <a:pt x="653" y="1049"/>
                </a:lnTo>
                <a:lnTo>
                  <a:pt x="652" y="1049"/>
                </a:lnTo>
                <a:lnTo>
                  <a:pt x="651" y="1049"/>
                </a:lnTo>
                <a:lnTo>
                  <a:pt x="649" y="1049"/>
                </a:lnTo>
                <a:lnTo>
                  <a:pt x="649" y="1048"/>
                </a:lnTo>
                <a:lnTo>
                  <a:pt x="648" y="1048"/>
                </a:lnTo>
                <a:lnTo>
                  <a:pt x="648" y="1047"/>
                </a:lnTo>
                <a:lnTo>
                  <a:pt x="649" y="1046"/>
                </a:lnTo>
                <a:lnTo>
                  <a:pt x="649" y="1045"/>
                </a:lnTo>
                <a:lnTo>
                  <a:pt x="650" y="1044"/>
                </a:lnTo>
                <a:lnTo>
                  <a:pt x="651" y="1042"/>
                </a:lnTo>
                <a:lnTo>
                  <a:pt x="652" y="1042"/>
                </a:lnTo>
                <a:lnTo>
                  <a:pt x="652" y="1041"/>
                </a:lnTo>
                <a:lnTo>
                  <a:pt x="652" y="1040"/>
                </a:lnTo>
                <a:lnTo>
                  <a:pt x="652" y="1039"/>
                </a:lnTo>
                <a:lnTo>
                  <a:pt x="652" y="1038"/>
                </a:lnTo>
                <a:lnTo>
                  <a:pt x="653" y="1037"/>
                </a:lnTo>
                <a:lnTo>
                  <a:pt x="653" y="1036"/>
                </a:lnTo>
                <a:lnTo>
                  <a:pt x="654" y="1036"/>
                </a:lnTo>
                <a:lnTo>
                  <a:pt x="654" y="1035"/>
                </a:lnTo>
                <a:lnTo>
                  <a:pt x="654" y="1031"/>
                </a:lnTo>
                <a:lnTo>
                  <a:pt x="648" y="1022"/>
                </a:lnTo>
                <a:lnTo>
                  <a:pt x="641" y="1011"/>
                </a:lnTo>
                <a:lnTo>
                  <a:pt x="633" y="997"/>
                </a:lnTo>
                <a:lnTo>
                  <a:pt x="633" y="996"/>
                </a:lnTo>
                <a:lnTo>
                  <a:pt x="633" y="995"/>
                </a:lnTo>
                <a:lnTo>
                  <a:pt x="633" y="994"/>
                </a:lnTo>
                <a:lnTo>
                  <a:pt x="633" y="993"/>
                </a:lnTo>
                <a:lnTo>
                  <a:pt x="632" y="992"/>
                </a:lnTo>
                <a:lnTo>
                  <a:pt x="632" y="991"/>
                </a:lnTo>
                <a:lnTo>
                  <a:pt x="632" y="989"/>
                </a:lnTo>
                <a:lnTo>
                  <a:pt x="632" y="988"/>
                </a:lnTo>
                <a:lnTo>
                  <a:pt x="631" y="988"/>
                </a:lnTo>
                <a:lnTo>
                  <a:pt x="631" y="987"/>
                </a:lnTo>
                <a:lnTo>
                  <a:pt x="630" y="986"/>
                </a:lnTo>
                <a:lnTo>
                  <a:pt x="629" y="985"/>
                </a:lnTo>
                <a:lnTo>
                  <a:pt x="629" y="984"/>
                </a:lnTo>
                <a:lnTo>
                  <a:pt x="630" y="984"/>
                </a:lnTo>
                <a:lnTo>
                  <a:pt x="630" y="983"/>
                </a:lnTo>
                <a:lnTo>
                  <a:pt x="629" y="983"/>
                </a:lnTo>
                <a:lnTo>
                  <a:pt x="629" y="982"/>
                </a:lnTo>
                <a:lnTo>
                  <a:pt x="628" y="982"/>
                </a:lnTo>
                <a:lnTo>
                  <a:pt x="628" y="981"/>
                </a:lnTo>
                <a:lnTo>
                  <a:pt x="627" y="980"/>
                </a:lnTo>
                <a:lnTo>
                  <a:pt x="627" y="979"/>
                </a:lnTo>
                <a:lnTo>
                  <a:pt x="627" y="978"/>
                </a:lnTo>
                <a:lnTo>
                  <a:pt x="627" y="977"/>
                </a:lnTo>
                <a:lnTo>
                  <a:pt x="627" y="976"/>
                </a:lnTo>
                <a:lnTo>
                  <a:pt x="627" y="975"/>
                </a:lnTo>
                <a:lnTo>
                  <a:pt x="627" y="974"/>
                </a:lnTo>
                <a:lnTo>
                  <a:pt x="627" y="973"/>
                </a:lnTo>
                <a:lnTo>
                  <a:pt x="626" y="972"/>
                </a:lnTo>
                <a:lnTo>
                  <a:pt x="626" y="971"/>
                </a:lnTo>
                <a:lnTo>
                  <a:pt x="626" y="970"/>
                </a:lnTo>
                <a:lnTo>
                  <a:pt x="625" y="969"/>
                </a:lnTo>
                <a:lnTo>
                  <a:pt x="624" y="968"/>
                </a:lnTo>
                <a:lnTo>
                  <a:pt x="623" y="968"/>
                </a:lnTo>
                <a:lnTo>
                  <a:pt x="622" y="967"/>
                </a:lnTo>
                <a:lnTo>
                  <a:pt x="621" y="967"/>
                </a:lnTo>
                <a:lnTo>
                  <a:pt x="621" y="966"/>
                </a:lnTo>
                <a:lnTo>
                  <a:pt x="622" y="965"/>
                </a:lnTo>
                <a:lnTo>
                  <a:pt x="622" y="964"/>
                </a:lnTo>
                <a:lnTo>
                  <a:pt x="622" y="962"/>
                </a:lnTo>
                <a:lnTo>
                  <a:pt x="622" y="958"/>
                </a:lnTo>
                <a:lnTo>
                  <a:pt x="622" y="957"/>
                </a:lnTo>
                <a:lnTo>
                  <a:pt x="622" y="955"/>
                </a:lnTo>
                <a:lnTo>
                  <a:pt x="623" y="954"/>
                </a:lnTo>
                <a:lnTo>
                  <a:pt x="623" y="953"/>
                </a:lnTo>
                <a:lnTo>
                  <a:pt x="623" y="951"/>
                </a:lnTo>
                <a:lnTo>
                  <a:pt x="623" y="950"/>
                </a:lnTo>
                <a:lnTo>
                  <a:pt x="623" y="949"/>
                </a:lnTo>
                <a:lnTo>
                  <a:pt x="622" y="949"/>
                </a:lnTo>
                <a:lnTo>
                  <a:pt x="622" y="948"/>
                </a:lnTo>
                <a:lnTo>
                  <a:pt x="622" y="947"/>
                </a:lnTo>
                <a:lnTo>
                  <a:pt x="621" y="947"/>
                </a:lnTo>
                <a:lnTo>
                  <a:pt x="621" y="943"/>
                </a:lnTo>
                <a:lnTo>
                  <a:pt x="621" y="940"/>
                </a:lnTo>
                <a:lnTo>
                  <a:pt x="620" y="938"/>
                </a:lnTo>
                <a:lnTo>
                  <a:pt x="620" y="936"/>
                </a:lnTo>
                <a:lnTo>
                  <a:pt x="619" y="933"/>
                </a:lnTo>
                <a:lnTo>
                  <a:pt x="618" y="931"/>
                </a:lnTo>
                <a:lnTo>
                  <a:pt x="617" y="930"/>
                </a:lnTo>
                <a:lnTo>
                  <a:pt x="617" y="929"/>
                </a:lnTo>
                <a:lnTo>
                  <a:pt x="618" y="929"/>
                </a:lnTo>
                <a:lnTo>
                  <a:pt x="618" y="928"/>
                </a:lnTo>
                <a:lnTo>
                  <a:pt x="619" y="927"/>
                </a:lnTo>
                <a:lnTo>
                  <a:pt x="620" y="926"/>
                </a:lnTo>
                <a:lnTo>
                  <a:pt x="620" y="924"/>
                </a:lnTo>
                <a:lnTo>
                  <a:pt x="620" y="922"/>
                </a:lnTo>
                <a:lnTo>
                  <a:pt x="621" y="921"/>
                </a:lnTo>
                <a:lnTo>
                  <a:pt x="621" y="919"/>
                </a:lnTo>
                <a:lnTo>
                  <a:pt x="622" y="918"/>
                </a:lnTo>
                <a:lnTo>
                  <a:pt x="623" y="916"/>
                </a:lnTo>
                <a:lnTo>
                  <a:pt x="623" y="915"/>
                </a:lnTo>
                <a:lnTo>
                  <a:pt x="622" y="915"/>
                </a:lnTo>
                <a:lnTo>
                  <a:pt x="621" y="913"/>
                </a:lnTo>
                <a:lnTo>
                  <a:pt x="619" y="911"/>
                </a:lnTo>
                <a:lnTo>
                  <a:pt x="617" y="909"/>
                </a:lnTo>
                <a:lnTo>
                  <a:pt x="617" y="908"/>
                </a:lnTo>
                <a:lnTo>
                  <a:pt x="616" y="907"/>
                </a:lnTo>
                <a:lnTo>
                  <a:pt x="614" y="906"/>
                </a:lnTo>
                <a:lnTo>
                  <a:pt x="610" y="905"/>
                </a:lnTo>
                <a:lnTo>
                  <a:pt x="609" y="904"/>
                </a:lnTo>
                <a:lnTo>
                  <a:pt x="608" y="904"/>
                </a:lnTo>
                <a:lnTo>
                  <a:pt x="607" y="903"/>
                </a:lnTo>
                <a:lnTo>
                  <a:pt x="606" y="903"/>
                </a:lnTo>
                <a:lnTo>
                  <a:pt x="604" y="901"/>
                </a:lnTo>
                <a:lnTo>
                  <a:pt x="604" y="900"/>
                </a:lnTo>
                <a:lnTo>
                  <a:pt x="604" y="899"/>
                </a:lnTo>
                <a:lnTo>
                  <a:pt x="603" y="898"/>
                </a:lnTo>
                <a:lnTo>
                  <a:pt x="602" y="898"/>
                </a:lnTo>
                <a:lnTo>
                  <a:pt x="602" y="897"/>
                </a:lnTo>
                <a:lnTo>
                  <a:pt x="602" y="896"/>
                </a:lnTo>
                <a:lnTo>
                  <a:pt x="603" y="895"/>
                </a:lnTo>
                <a:lnTo>
                  <a:pt x="603" y="894"/>
                </a:lnTo>
                <a:lnTo>
                  <a:pt x="602" y="893"/>
                </a:lnTo>
                <a:lnTo>
                  <a:pt x="601" y="892"/>
                </a:lnTo>
                <a:lnTo>
                  <a:pt x="600" y="892"/>
                </a:lnTo>
                <a:lnTo>
                  <a:pt x="600" y="893"/>
                </a:lnTo>
                <a:lnTo>
                  <a:pt x="600" y="894"/>
                </a:lnTo>
                <a:lnTo>
                  <a:pt x="598" y="895"/>
                </a:lnTo>
                <a:lnTo>
                  <a:pt x="597" y="895"/>
                </a:lnTo>
                <a:lnTo>
                  <a:pt x="596" y="895"/>
                </a:lnTo>
                <a:lnTo>
                  <a:pt x="595" y="895"/>
                </a:lnTo>
                <a:lnTo>
                  <a:pt x="592" y="895"/>
                </a:lnTo>
                <a:lnTo>
                  <a:pt x="590" y="896"/>
                </a:lnTo>
                <a:lnTo>
                  <a:pt x="588" y="896"/>
                </a:lnTo>
                <a:lnTo>
                  <a:pt x="587" y="897"/>
                </a:lnTo>
                <a:lnTo>
                  <a:pt x="586" y="897"/>
                </a:lnTo>
                <a:lnTo>
                  <a:pt x="586" y="896"/>
                </a:lnTo>
                <a:lnTo>
                  <a:pt x="586" y="895"/>
                </a:lnTo>
                <a:lnTo>
                  <a:pt x="586" y="894"/>
                </a:lnTo>
                <a:lnTo>
                  <a:pt x="584" y="893"/>
                </a:lnTo>
                <a:lnTo>
                  <a:pt x="582" y="891"/>
                </a:lnTo>
                <a:lnTo>
                  <a:pt x="581" y="891"/>
                </a:lnTo>
                <a:lnTo>
                  <a:pt x="581" y="890"/>
                </a:lnTo>
                <a:lnTo>
                  <a:pt x="582" y="890"/>
                </a:lnTo>
                <a:lnTo>
                  <a:pt x="582" y="889"/>
                </a:lnTo>
                <a:lnTo>
                  <a:pt x="583" y="889"/>
                </a:lnTo>
                <a:lnTo>
                  <a:pt x="583" y="888"/>
                </a:lnTo>
                <a:lnTo>
                  <a:pt x="581" y="888"/>
                </a:lnTo>
                <a:lnTo>
                  <a:pt x="580" y="887"/>
                </a:lnTo>
                <a:lnTo>
                  <a:pt x="579" y="887"/>
                </a:lnTo>
                <a:lnTo>
                  <a:pt x="578" y="887"/>
                </a:lnTo>
                <a:lnTo>
                  <a:pt x="577" y="887"/>
                </a:lnTo>
                <a:lnTo>
                  <a:pt x="576" y="887"/>
                </a:lnTo>
                <a:lnTo>
                  <a:pt x="576" y="886"/>
                </a:lnTo>
                <a:lnTo>
                  <a:pt x="576" y="885"/>
                </a:lnTo>
                <a:lnTo>
                  <a:pt x="577" y="885"/>
                </a:lnTo>
                <a:lnTo>
                  <a:pt x="578" y="884"/>
                </a:lnTo>
                <a:lnTo>
                  <a:pt x="579" y="883"/>
                </a:lnTo>
                <a:lnTo>
                  <a:pt x="580" y="883"/>
                </a:lnTo>
                <a:lnTo>
                  <a:pt x="581" y="883"/>
                </a:lnTo>
                <a:lnTo>
                  <a:pt x="581" y="881"/>
                </a:lnTo>
                <a:lnTo>
                  <a:pt x="582" y="880"/>
                </a:lnTo>
                <a:lnTo>
                  <a:pt x="583" y="880"/>
                </a:lnTo>
                <a:lnTo>
                  <a:pt x="584" y="880"/>
                </a:lnTo>
                <a:lnTo>
                  <a:pt x="584" y="879"/>
                </a:lnTo>
                <a:lnTo>
                  <a:pt x="586" y="879"/>
                </a:lnTo>
                <a:lnTo>
                  <a:pt x="586" y="878"/>
                </a:lnTo>
                <a:lnTo>
                  <a:pt x="588" y="877"/>
                </a:lnTo>
                <a:lnTo>
                  <a:pt x="589" y="876"/>
                </a:lnTo>
                <a:lnTo>
                  <a:pt x="590" y="875"/>
                </a:lnTo>
                <a:lnTo>
                  <a:pt x="591" y="875"/>
                </a:lnTo>
                <a:lnTo>
                  <a:pt x="591" y="874"/>
                </a:lnTo>
                <a:lnTo>
                  <a:pt x="592" y="873"/>
                </a:lnTo>
                <a:lnTo>
                  <a:pt x="593" y="872"/>
                </a:lnTo>
                <a:lnTo>
                  <a:pt x="594" y="872"/>
                </a:lnTo>
                <a:lnTo>
                  <a:pt x="595" y="871"/>
                </a:lnTo>
                <a:lnTo>
                  <a:pt x="596" y="871"/>
                </a:lnTo>
                <a:lnTo>
                  <a:pt x="597" y="871"/>
                </a:lnTo>
                <a:lnTo>
                  <a:pt x="598" y="872"/>
                </a:lnTo>
                <a:lnTo>
                  <a:pt x="599" y="871"/>
                </a:lnTo>
                <a:lnTo>
                  <a:pt x="599" y="870"/>
                </a:lnTo>
                <a:lnTo>
                  <a:pt x="600" y="870"/>
                </a:lnTo>
                <a:lnTo>
                  <a:pt x="601" y="871"/>
                </a:lnTo>
                <a:lnTo>
                  <a:pt x="603" y="873"/>
                </a:lnTo>
                <a:lnTo>
                  <a:pt x="605" y="873"/>
                </a:lnTo>
                <a:lnTo>
                  <a:pt x="607" y="873"/>
                </a:lnTo>
                <a:lnTo>
                  <a:pt x="609" y="872"/>
                </a:lnTo>
                <a:lnTo>
                  <a:pt x="610" y="870"/>
                </a:lnTo>
                <a:lnTo>
                  <a:pt x="611" y="870"/>
                </a:lnTo>
                <a:lnTo>
                  <a:pt x="613" y="869"/>
                </a:lnTo>
                <a:lnTo>
                  <a:pt x="615" y="869"/>
                </a:lnTo>
                <a:lnTo>
                  <a:pt x="616" y="869"/>
                </a:lnTo>
                <a:lnTo>
                  <a:pt x="616" y="870"/>
                </a:lnTo>
                <a:lnTo>
                  <a:pt x="617" y="871"/>
                </a:lnTo>
                <a:lnTo>
                  <a:pt x="618" y="872"/>
                </a:lnTo>
                <a:lnTo>
                  <a:pt x="620" y="872"/>
                </a:lnTo>
                <a:lnTo>
                  <a:pt x="622" y="871"/>
                </a:lnTo>
                <a:lnTo>
                  <a:pt x="623" y="870"/>
                </a:lnTo>
                <a:lnTo>
                  <a:pt x="624" y="869"/>
                </a:lnTo>
                <a:lnTo>
                  <a:pt x="625" y="868"/>
                </a:lnTo>
                <a:lnTo>
                  <a:pt x="626" y="868"/>
                </a:lnTo>
                <a:lnTo>
                  <a:pt x="626" y="866"/>
                </a:lnTo>
                <a:lnTo>
                  <a:pt x="628" y="864"/>
                </a:lnTo>
                <a:lnTo>
                  <a:pt x="630" y="863"/>
                </a:lnTo>
                <a:lnTo>
                  <a:pt x="631" y="863"/>
                </a:lnTo>
                <a:lnTo>
                  <a:pt x="631" y="864"/>
                </a:lnTo>
                <a:lnTo>
                  <a:pt x="632" y="864"/>
                </a:lnTo>
                <a:lnTo>
                  <a:pt x="632" y="865"/>
                </a:lnTo>
                <a:lnTo>
                  <a:pt x="633" y="865"/>
                </a:lnTo>
                <a:lnTo>
                  <a:pt x="635" y="864"/>
                </a:lnTo>
                <a:lnTo>
                  <a:pt x="636" y="864"/>
                </a:lnTo>
                <a:lnTo>
                  <a:pt x="637" y="865"/>
                </a:lnTo>
                <a:lnTo>
                  <a:pt x="639" y="865"/>
                </a:lnTo>
                <a:lnTo>
                  <a:pt x="640" y="865"/>
                </a:lnTo>
                <a:lnTo>
                  <a:pt x="641" y="865"/>
                </a:lnTo>
                <a:lnTo>
                  <a:pt x="642" y="864"/>
                </a:lnTo>
                <a:lnTo>
                  <a:pt x="644" y="864"/>
                </a:lnTo>
                <a:lnTo>
                  <a:pt x="648" y="863"/>
                </a:lnTo>
                <a:lnTo>
                  <a:pt x="649" y="862"/>
                </a:lnTo>
                <a:lnTo>
                  <a:pt x="650" y="862"/>
                </a:lnTo>
                <a:lnTo>
                  <a:pt x="651" y="861"/>
                </a:lnTo>
                <a:lnTo>
                  <a:pt x="652" y="860"/>
                </a:lnTo>
                <a:lnTo>
                  <a:pt x="651" y="859"/>
                </a:lnTo>
                <a:lnTo>
                  <a:pt x="650" y="859"/>
                </a:lnTo>
                <a:lnTo>
                  <a:pt x="650" y="858"/>
                </a:lnTo>
                <a:lnTo>
                  <a:pt x="651" y="858"/>
                </a:lnTo>
                <a:lnTo>
                  <a:pt x="652" y="858"/>
                </a:lnTo>
                <a:lnTo>
                  <a:pt x="652" y="859"/>
                </a:lnTo>
                <a:lnTo>
                  <a:pt x="653" y="859"/>
                </a:lnTo>
                <a:lnTo>
                  <a:pt x="654" y="860"/>
                </a:lnTo>
                <a:lnTo>
                  <a:pt x="655" y="860"/>
                </a:lnTo>
                <a:lnTo>
                  <a:pt x="658" y="860"/>
                </a:lnTo>
                <a:lnTo>
                  <a:pt x="659" y="860"/>
                </a:lnTo>
                <a:lnTo>
                  <a:pt x="661" y="861"/>
                </a:lnTo>
                <a:lnTo>
                  <a:pt x="662" y="863"/>
                </a:lnTo>
                <a:lnTo>
                  <a:pt x="663" y="863"/>
                </a:lnTo>
                <a:lnTo>
                  <a:pt x="665" y="863"/>
                </a:lnTo>
                <a:lnTo>
                  <a:pt x="666" y="863"/>
                </a:lnTo>
                <a:lnTo>
                  <a:pt x="667" y="863"/>
                </a:lnTo>
                <a:lnTo>
                  <a:pt x="668" y="862"/>
                </a:lnTo>
                <a:lnTo>
                  <a:pt x="669" y="861"/>
                </a:lnTo>
                <a:lnTo>
                  <a:pt x="670" y="860"/>
                </a:lnTo>
                <a:lnTo>
                  <a:pt x="671" y="859"/>
                </a:lnTo>
                <a:lnTo>
                  <a:pt x="672" y="859"/>
                </a:lnTo>
                <a:lnTo>
                  <a:pt x="674" y="859"/>
                </a:lnTo>
                <a:lnTo>
                  <a:pt x="675" y="860"/>
                </a:lnTo>
                <a:lnTo>
                  <a:pt x="676" y="860"/>
                </a:lnTo>
                <a:lnTo>
                  <a:pt x="678" y="859"/>
                </a:lnTo>
                <a:lnTo>
                  <a:pt x="680" y="858"/>
                </a:lnTo>
                <a:lnTo>
                  <a:pt x="681" y="858"/>
                </a:lnTo>
                <a:lnTo>
                  <a:pt x="682" y="858"/>
                </a:lnTo>
                <a:lnTo>
                  <a:pt x="683" y="857"/>
                </a:lnTo>
                <a:lnTo>
                  <a:pt x="684" y="856"/>
                </a:lnTo>
                <a:lnTo>
                  <a:pt x="685" y="855"/>
                </a:lnTo>
                <a:lnTo>
                  <a:pt x="686" y="855"/>
                </a:lnTo>
                <a:lnTo>
                  <a:pt x="686" y="854"/>
                </a:lnTo>
                <a:lnTo>
                  <a:pt x="687" y="853"/>
                </a:lnTo>
                <a:lnTo>
                  <a:pt x="688" y="854"/>
                </a:lnTo>
                <a:lnTo>
                  <a:pt x="689" y="854"/>
                </a:lnTo>
                <a:lnTo>
                  <a:pt x="690" y="854"/>
                </a:lnTo>
                <a:lnTo>
                  <a:pt x="690" y="855"/>
                </a:lnTo>
                <a:lnTo>
                  <a:pt x="691" y="855"/>
                </a:lnTo>
                <a:lnTo>
                  <a:pt x="691" y="854"/>
                </a:lnTo>
                <a:lnTo>
                  <a:pt x="691" y="853"/>
                </a:lnTo>
                <a:lnTo>
                  <a:pt x="692" y="853"/>
                </a:lnTo>
                <a:lnTo>
                  <a:pt x="693" y="852"/>
                </a:lnTo>
                <a:lnTo>
                  <a:pt x="695" y="852"/>
                </a:lnTo>
                <a:lnTo>
                  <a:pt x="696" y="852"/>
                </a:lnTo>
                <a:lnTo>
                  <a:pt x="696" y="851"/>
                </a:lnTo>
                <a:lnTo>
                  <a:pt x="697" y="851"/>
                </a:lnTo>
                <a:lnTo>
                  <a:pt x="698" y="851"/>
                </a:lnTo>
                <a:lnTo>
                  <a:pt x="699" y="852"/>
                </a:lnTo>
                <a:lnTo>
                  <a:pt x="701" y="852"/>
                </a:lnTo>
                <a:lnTo>
                  <a:pt x="702" y="851"/>
                </a:lnTo>
                <a:lnTo>
                  <a:pt x="704" y="850"/>
                </a:lnTo>
                <a:lnTo>
                  <a:pt x="705" y="850"/>
                </a:lnTo>
                <a:lnTo>
                  <a:pt x="707" y="849"/>
                </a:lnTo>
                <a:lnTo>
                  <a:pt x="708" y="849"/>
                </a:lnTo>
                <a:lnTo>
                  <a:pt x="710" y="850"/>
                </a:lnTo>
                <a:lnTo>
                  <a:pt x="710" y="849"/>
                </a:lnTo>
                <a:lnTo>
                  <a:pt x="711" y="849"/>
                </a:lnTo>
                <a:lnTo>
                  <a:pt x="712" y="848"/>
                </a:lnTo>
                <a:lnTo>
                  <a:pt x="713" y="848"/>
                </a:lnTo>
                <a:lnTo>
                  <a:pt x="714" y="847"/>
                </a:lnTo>
                <a:lnTo>
                  <a:pt x="715" y="847"/>
                </a:lnTo>
                <a:lnTo>
                  <a:pt x="715" y="848"/>
                </a:lnTo>
                <a:lnTo>
                  <a:pt x="716" y="848"/>
                </a:lnTo>
                <a:lnTo>
                  <a:pt x="716" y="849"/>
                </a:lnTo>
                <a:lnTo>
                  <a:pt x="717" y="849"/>
                </a:lnTo>
                <a:lnTo>
                  <a:pt x="718" y="849"/>
                </a:lnTo>
                <a:lnTo>
                  <a:pt x="719" y="848"/>
                </a:lnTo>
                <a:lnTo>
                  <a:pt x="721" y="848"/>
                </a:lnTo>
                <a:lnTo>
                  <a:pt x="721" y="847"/>
                </a:lnTo>
                <a:lnTo>
                  <a:pt x="723" y="847"/>
                </a:lnTo>
                <a:lnTo>
                  <a:pt x="724" y="847"/>
                </a:lnTo>
                <a:lnTo>
                  <a:pt x="724" y="846"/>
                </a:lnTo>
                <a:lnTo>
                  <a:pt x="724" y="845"/>
                </a:lnTo>
                <a:lnTo>
                  <a:pt x="725" y="845"/>
                </a:lnTo>
                <a:lnTo>
                  <a:pt x="728" y="844"/>
                </a:lnTo>
                <a:lnTo>
                  <a:pt x="728" y="843"/>
                </a:lnTo>
                <a:lnTo>
                  <a:pt x="728" y="842"/>
                </a:lnTo>
                <a:lnTo>
                  <a:pt x="730" y="841"/>
                </a:lnTo>
                <a:lnTo>
                  <a:pt x="732" y="840"/>
                </a:lnTo>
                <a:lnTo>
                  <a:pt x="733" y="839"/>
                </a:lnTo>
                <a:lnTo>
                  <a:pt x="735" y="839"/>
                </a:lnTo>
                <a:lnTo>
                  <a:pt x="736" y="840"/>
                </a:lnTo>
                <a:lnTo>
                  <a:pt x="737" y="840"/>
                </a:lnTo>
                <a:lnTo>
                  <a:pt x="738" y="839"/>
                </a:lnTo>
                <a:lnTo>
                  <a:pt x="739" y="838"/>
                </a:lnTo>
                <a:lnTo>
                  <a:pt x="740" y="839"/>
                </a:lnTo>
                <a:lnTo>
                  <a:pt x="741" y="839"/>
                </a:lnTo>
                <a:lnTo>
                  <a:pt x="742" y="839"/>
                </a:lnTo>
                <a:lnTo>
                  <a:pt x="742" y="838"/>
                </a:lnTo>
                <a:lnTo>
                  <a:pt x="743" y="838"/>
                </a:lnTo>
                <a:lnTo>
                  <a:pt x="744" y="837"/>
                </a:lnTo>
                <a:lnTo>
                  <a:pt x="746" y="837"/>
                </a:lnTo>
                <a:lnTo>
                  <a:pt x="747" y="837"/>
                </a:lnTo>
                <a:lnTo>
                  <a:pt x="748" y="837"/>
                </a:lnTo>
                <a:lnTo>
                  <a:pt x="748" y="838"/>
                </a:lnTo>
                <a:lnTo>
                  <a:pt x="749" y="839"/>
                </a:lnTo>
                <a:lnTo>
                  <a:pt x="750" y="840"/>
                </a:lnTo>
                <a:lnTo>
                  <a:pt x="751" y="842"/>
                </a:lnTo>
                <a:lnTo>
                  <a:pt x="751" y="843"/>
                </a:lnTo>
                <a:lnTo>
                  <a:pt x="753" y="845"/>
                </a:lnTo>
                <a:lnTo>
                  <a:pt x="754" y="846"/>
                </a:lnTo>
                <a:lnTo>
                  <a:pt x="755" y="847"/>
                </a:lnTo>
                <a:lnTo>
                  <a:pt x="757" y="849"/>
                </a:lnTo>
                <a:lnTo>
                  <a:pt x="758" y="851"/>
                </a:lnTo>
                <a:lnTo>
                  <a:pt x="759" y="852"/>
                </a:lnTo>
                <a:lnTo>
                  <a:pt x="760" y="852"/>
                </a:lnTo>
                <a:lnTo>
                  <a:pt x="762" y="852"/>
                </a:lnTo>
                <a:lnTo>
                  <a:pt x="763" y="852"/>
                </a:lnTo>
                <a:lnTo>
                  <a:pt x="765" y="852"/>
                </a:lnTo>
                <a:lnTo>
                  <a:pt x="767" y="851"/>
                </a:lnTo>
                <a:lnTo>
                  <a:pt x="768" y="851"/>
                </a:lnTo>
                <a:lnTo>
                  <a:pt x="769" y="851"/>
                </a:lnTo>
                <a:lnTo>
                  <a:pt x="770" y="850"/>
                </a:lnTo>
                <a:lnTo>
                  <a:pt x="771" y="850"/>
                </a:lnTo>
                <a:lnTo>
                  <a:pt x="772" y="850"/>
                </a:lnTo>
                <a:lnTo>
                  <a:pt x="774" y="850"/>
                </a:lnTo>
                <a:lnTo>
                  <a:pt x="774" y="851"/>
                </a:lnTo>
                <a:lnTo>
                  <a:pt x="774" y="852"/>
                </a:lnTo>
                <a:lnTo>
                  <a:pt x="774" y="853"/>
                </a:lnTo>
                <a:lnTo>
                  <a:pt x="775" y="854"/>
                </a:lnTo>
                <a:lnTo>
                  <a:pt x="776" y="855"/>
                </a:lnTo>
                <a:lnTo>
                  <a:pt x="777" y="855"/>
                </a:lnTo>
                <a:lnTo>
                  <a:pt x="778" y="854"/>
                </a:lnTo>
                <a:lnTo>
                  <a:pt x="779" y="854"/>
                </a:lnTo>
                <a:lnTo>
                  <a:pt x="780" y="853"/>
                </a:lnTo>
                <a:lnTo>
                  <a:pt x="782" y="853"/>
                </a:lnTo>
                <a:lnTo>
                  <a:pt x="783" y="853"/>
                </a:lnTo>
                <a:lnTo>
                  <a:pt x="784" y="852"/>
                </a:lnTo>
                <a:lnTo>
                  <a:pt x="785" y="852"/>
                </a:lnTo>
                <a:lnTo>
                  <a:pt x="787" y="852"/>
                </a:lnTo>
                <a:lnTo>
                  <a:pt x="789" y="852"/>
                </a:lnTo>
                <a:lnTo>
                  <a:pt x="790" y="851"/>
                </a:lnTo>
                <a:lnTo>
                  <a:pt x="791" y="851"/>
                </a:lnTo>
                <a:lnTo>
                  <a:pt x="792" y="851"/>
                </a:lnTo>
                <a:lnTo>
                  <a:pt x="798" y="854"/>
                </a:lnTo>
                <a:lnTo>
                  <a:pt x="802" y="855"/>
                </a:lnTo>
                <a:lnTo>
                  <a:pt x="810" y="858"/>
                </a:lnTo>
                <a:lnTo>
                  <a:pt x="816" y="856"/>
                </a:lnTo>
                <a:lnTo>
                  <a:pt x="819" y="853"/>
                </a:lnTo>
                <a:lnTo>
                  <a:pt x="820" y="841"/>
                </a:lnTo>
                <a:lnTo>
                  <a:pt x="817" y="836"/>
                </a:lnTo>
                <a:lnTo>
                  <a:pt x="815" y="833"/>
                </a:lnTo>
                <a:lnTo>
                  <a:pt x="806" y="829"/>
                </a:lnTo>
                <a:lnTo>
                  <a:pt x="791" y="821"/>
                </a:lnTo>
                <a:lnTo>
                  <a:pt x="791" y="820"/>
                </a:lnTo>
                <a:lnTo>
                  <a:pt x="790" y="813"/>
                </a:lnTo>
                <a:lnTo>
                  <a:pt x="792" y="810"/>
                </a:lnTo>
                <a:lnTo>
                  <a:pt x="792" y="809"/>
                </a:lnTo>
                <a:lnTo>
                  <a:pt x="792" y="805"/>
                </a:lnTo>
                <a:lnTo>
                  <a:pt x="792" y="803"/>
                </a:lnTo>
                <a:lnTo>
                  <a:pt x="792" y="802"/>
                </a:lnTo>
                <a:lnTo>
                  <a:pt x="795" y="799"/>
                </a:lnTo>
                <a:lnTo>
                  <a:pt x="796" y="798"/>
                </a:lnTo>
                <a:lnTo>
                  <a:pt x="797" y="796"/>
                </a:lnTo>
                <a:lnTo>
                  <a:pt x="797" y="793"/>
                </a:lnTo>
                <a:lnTo>
                  <a:pt x="797" y="792"/>
                </a:lnTo>
                <a:lnTo>
                  <a:pt x="797" y="790"/>
                </a:lnTo>
                <a:lnTo>
                  <a:pt x="797" y="789"/>
                </a:lnTo>
                <a:lnTo>
                  <a:pt x="797" y="788"/>
                </a:lnTo>
                <a:lnTo>
                  <a:pt x="796" y="787"/>
                </a:lnTo>
                <a:lnTo>
                  <a:pt x="796" y="786"/>
                </a:lnTo>
                <a:lnTo>
                  <a:pt x="797" y="785"/>
                </a:lnTo>
                <a:lnTo>
                  <a:pt x="797" y="784"/>
                </a:lnTo>
                <a:lnTo>
                  <a:pt x="797" y="780"/>
                </a:lnTo>
                <a:lnTo>
                  <a:pt x="800" y="778"/>
                </a:lnTo>
                <a:lnTo>
                  <a:pt x="802" y="777"/>
                </a:lnTo>
                <a:lnTo>
                  <a:pt x="803" y="777"/>
                </a:lnTo>
                <a:lnTo>
                  <a:pt x="805" y="777"/>
                </a:lnTo>
                <a:lnTo>
                  <a:pt x="807" y="776"/>
                </a:lnTo>
                <a:lnTo>
                  <a:pt x="813" y="757"/>
                </a:lnTo>
                <a:lnTo>
                  <a:pt x="821" y="744"/>
                </a:lnTo>
                <a:lnTo>
                  <a:pt x="832" y="723"/>
                </a:lnTo>
                <a:lnTo>
                  <a:pt x="836" y="713"/>
                </a:lnTo>
                <a:lnTo>
                  <a:pt x="837" y="704"/>
                </a:lnTo>
                <a:lnTo>
                  <a:pt x="841" y="695"/>
                </a:lnTo>
                <a:lnTo>
                  <a:pt x="845" y="692"/>
                </a:lnTo>
                <a:lnTo>
                  <a:pt x="845" y="690"/>
                </a:lnTo>
                <a:lnTo>
                  <a:pt x="849" y="677"/>
                </a:lnTo>
                <a:lnTo>
                  <a:pt x="850" y="675"/>
                </a:lnTo>
                <a:lnTo>
                  <a:pt x="850" y="672"/>
                </a:lnTo>
                <a:lnTo>
                  <a:pt x="851" y="671"/>
                </a:lnTo>
                <a:lnTo>
                  <a:pt x="851" y="670"/>
                </a:lnTo>
                <a:lnTo>
                  <a:pt x="853" y="668"/>
                </a:lnTo>
                <a:lnTo>
                  <a:pt x="854" y="667"/>
                </a:lnTo>
                <a:lnTo>
                  <a:pt x="855" y="665"/>
                </a:lnTo>
                <a:lnTo>
                  <a:pt x="856" y="664"/>
                </a:lnTo>
                <a:lnTo>
                  <a:pt x="856" y="662"/>
                </a:lnTo>
                <a:lnTo>
                  <a:pt x="857" y="660"/>
                </a:lnTo>
                <a:lnTo>
                  <a:pt x="857" y="659"/>
                </a:lnTo>
                <a:lnTo>
                  <a:pt x="858" y="658"/>
                </a:lnTo>
                <a:lnTo>
                  <a:pt x="858" y="657"/>
                </a:lnTo>
                <a:lnTo>
                  <a:pt x="858" y="656"/>
                </a:lnTo>
                <a:lnTo>
                  <a:pt x="859" y="654"/>
                </a:lnTo>
                <a:lnTo>
                  <a:pt x="859" y="653"/>
                </a:lnTo>
                <a:lnTo>
                  <a:pt x="859" y="651"/>
                </a:lnTo>
                <a:lnTo>
                  <a:pt x="858" y="650"/>
                </a:lnTo>
                <a:lnTo>
                  <a:pt x="859" y="649"/>
                </a:lnTo>
                <a:lnTo>
                  <a:pt x="860" y="649"/>
                </a:lnTo>
                <a:lnTo>
                  <a:pt x="861" y="649"/>
                </a:lnTo>
                <a:lnTo>
                  <a:pt x="862" y="649"/>
                </a:lnTo>
                <a:lnTo>
                  <a:pt x="863" y="648"/>
                </a:lnTo>
                <a:lnTo>
                  <a:pt x="865" y="648"/>
                </a:lnTo>
                <a:lnTo>
                  <a:pt x="866" y="649"/>
                </a:lnTo>
                <a:lnTo>
                  <a:pt x="867" y="648"/>
                </a:lnTo>
                <a:lnTo>
                  <a:pt x="868" y="648"/>
                </a:lnTo>
                <a:lnTo>
                  <a:pt x="869" y="647"/>
                </a:lnTo>
                <a:lnTo>
                  <a:pt x="870" y="647"/>
                </a:lnTo>
                <a:lnTo>
                  <a:pt x="870" y="648"/>
                </a:lnTo>
                <a:lnTo>
                  <a:pt x="871" y="649"/>
                </a:lnTo>
                <a:lnTo>
                  <a:pt x="873" y="649"/>
                </a:lnTo>
                <a:lnTo>
                  <a:pt x="874" y="649"/>
                </a:lnTo>
                <a:lnTo>
                  <a:pt x="875" y="650"/>
                </a:lnTo>
                <a:lnTo>
                  <a:pt x="875" y="651"/>
                </a:lnTo>
                <a:lnTo>
                  <a:pt x="876" y="652"/>
                </a:lnTo>
                <a:lnTo>
                  <a:pt x="877" y="652"/>
                </a:lnTo>
                <a:lnTo>
                  <a:pt x="878" y="653"/>
                </a:lnTo>
                <a:lnTo>
                  <a:pt x="880" y="654"/>
                </a:lnTo>
                <a:lnTo>
                  <a:pt x="882" y="653"/>
                </a:lnTo>
                <a:lnTo>
                  <a:pt x="883" y="653"/>
                </a:lnTo>
                <a:lnTo>
                  <a:pt x="884" y="653"/>
                </a:lnTo>
                <a:lnTo>
                  <a:pt x="885" y="653"/>
                </a:lnTo>
                <a:lnTo>
                  <a:pt x="885" y="654"/>
                </a:lnTo>
                <a:lnTo>
                  <a:pt x="886" y="654"/>
                </a:lnTo>
                <a:lnTo>
                  <a:pt x="887" y="654"/>
                </a:lnTo>
                <a:lnTo>
                  <a:pt x="888" y="653"/>
                </a:lnTo>
                <a:lnTo>
                  <a:pt x="889" y="653"/>
                </a:lnTo>
                <a:lnTo>
                  <a:pt x="889" y="654"/>
                </a:lnTo>
                <a:lnTo>
                  <a:pt x="890" y="655"/>
                </a:lnTo>
                <a:lnTo>
                  <a:pt x="891" y="656"/>
                </a:lnTo>
                <a:lnTo>
                  <a:pt x="892" y="656"/>
                </a:lnTo>
                <a:lnTo>
                  <a:pt x="892" y="657"/>
                </a:lnTo>
                <a:lnTo>
                  <a:pt x="893" y="658"/>
                </a:lnTo>
                <a:lnTo>
                  <a:pt x="893" y="659"/>
                </a:lnTo>
                <a:lnTo>
                  <a:pt x="894" y="659"/>
                </a:lnTo>
                <a:lnTo>
                  <a:pt x="895" y="659"/>
                </a:lnTo>
                <a:lnTo>
                  <a:pt x="897" y="658"/>
                </a:lnTo>
                <a:lnTo>
                  <a:pt x="898" y="658"/>
                </a:lnTo>
                <a:lnTo>
                  <a:pt x="899" y="659"/>
                </a:lnTo>
                <a:lnTo>
                  <a:pt x="900" y="660"/>
                </a:lnTo>
                <a:lnTo>
                  <a:pt x="901" y="660"/>
                </a:lnTo>
                <a:lnTo>
                  <a:pt x="902" y="660"/>
                </a:lnTo>
                <a:lnTo>
                  <a:pt x="902" y="661"/>
                </a:lnTo>
                <a:lnTo>
                  <a:pt x="903" y="661"/>
                </a:lnTo>
                <a:lnTo>
                  <a:pt x="904" y="663"/>
                </a:lnTo>
                <a:lnTo>
                  <a:pt x="905" y="663"/>
                </a:lnTo>
                <a:lnTo>
                  <a:pt x="906" y="663"/>
                </a:lnTo>
                <a:lnTo>
                  <a:pt x="907" y="663"/>
                </a:lnTo>
                <a:lnTo>
                  <a:pt x="908" y="663"/>
                </a:lnTo>
                <a:lnTo>
                  <a:pt x="908" y="664"/>
                </a:lnTo>
                <a:lnTo>
                  <a:pt x="907" y="665"/>
                </a:lnTo>
                <a:lnTo>
                  <a:pt x="908" y="665"/>
                </a:lnTo>
                <a:lnTo>
                  <a:pt x="909" y="665"/>
                </a:lnTo>
                <a:lnTo>
                  <a:pt x="910" y="665"/>
                </a:lnTo>
                <a:lnTo>
                  <a:pt x="912" y="666"/>
                </a:lnTo>
                <a:lnTo>
                  <a:pt x="914" y="667"/>
                </a:lnTo>
                <a:lnTo>
                  <a:pt x="915" y="667"/>
                </a:lnTo>
                <a:lnTo>
                  <a:pt x="916" y="667"/>
                </a:lnTo>
                <a:lnTo>
                  <a:pt x="919" y="668"/>
                </a:lnTo>
                <a:lnTo>
                  <a:pt x="919" y="669"/>
                </a:lnTo>
                <a:lnTo>
                  <a:pt x="919" y="670"/>
                </a:lnTo>
                <a:lnTo>
                  <a:pt x="920" y="670"/>
                </a:lnTo>
                <a:lnTo>
                  <a:pt x="921" y="670"/>
                </a:lnTo>
                <a:lnTo>
                  <a:pt x="921" y="669"/>
                </a:lnTo>
                <a:lnTo>
                  <a:pt x="922" y="669"/>
                </a:lnTo>
                <a:lnTo>
                  <a:pt x="923" y="669"/>
                </a:lnTo>
                <a:lnTo>
                  <a:pt x="924" y="669"/>
                </a:lnTo>
                <a:lnTo>
                  <a:pt x="925" y="669"/>
                </a:lnTo>
                <a:lnTo>
                  <a:pt x="926" y="669"/>
                </a:lnTo>
                <a:lnTo>
                  <a:pt x="927" y="670"/>
                </a:lnTo>
                <a:lnTo>
                  <a:pt x="928" y="670"/>
                </a:lnTo>
                <a:lnTo>
                  <a:pt x="929" y="670"/>
                </a:lnTo>
                <a:lnTo>
                  <a:pt x="931" y="671"/>
                </a:lnTo>
                <a:lnTo>
                  <a:pt x="932" y="671"/>
                </a:lnTo>
                <a:lnTo>
                  <a:pt x="933" y="672"/>
                </a:lnTo>
                <a:lnTo>
                  <a:pt x="934" y="672"/>
                </a:lnTo>
                <a:lnTo>
                  <a:pt x="935" y="672"/>
                </a:lnTo>
                <a:lnTo>
                  <a:pt x="936" y="673"/>
                </a:lnTo>
                <a:lnTo>
                  <a:pt x="937" y="673"/>
                </a:lnTo>
                <a:lnTo>
                  <a:pt x="938" y="673"/>
                </a:lnTo>
                <a:lnTo>
                  <a:pt x="939" y="674"/>
                </a:lnTo>
                <a:lnTo>
                  <a:pt x="939" y="675"/>
                </a:lnTo>
                <a:lnTo>
                  <a:pt x="940" y="675"/>
                </a:lnTo>
                <a:lnTo>
                  <a:pt x="940" y="674"/>
                </a:lnTo>
                <a:lnTo>
                  <a:pt x="941" y="673"/>
                </a:lnTo>
                <a:lnTo>
                  <a:pt x="942" y="673"/>
                </a:lnTo>
                <a:lnTo>
                  <a:pt x="943" y="673"/>
                </a:lnTo>
                <a:lnTo>
                  <a:pt x="944" y="673"/>
                </a:lnTo>
                <a:lnTo>
                  <a:pt x="945" y="673"/>
                </a:lnTo>
                <a:lnTo>
                  <a:pt x="946" y="672"/>
                </a:lnTo>
                <a:lnTo>
                  <a:pt x="947" y="673"/>
                </a:lnTo>
                <a:lnTo>
                  <a:pt x="949" y="674"/>
                </a:lnTo>
                <a:lnTo>
                  <a:pt x="952" y="675"/>
                </a:lnTo>
                <a:lnTo>
                  <a:pt x="955" y="675"/>
                </a:lnTo>
                <a:lnTo>
                  <a:pt x="958" y="674"/>
                </a:lnTo>
                <a:lnTo>
                  <a:pt x="960" y="674"/>
                </a:lnTo>
                <a:lnTo>
                  <a:pt x="962" y="673"/>
                </a:lnTo>
                <a:lnTo>
                  <a:pt x="964" y="671"/>
                </a:lnTo>
                <a:lnTo>
                  <a:pt x="965" y="671"/>
                </a:lnTo>
                <a:lnTo>
                  <a:pt x="966" y="671"/>
                </a:lnTo>
                <a:lnTo>
                  <a:pt x="968" y="671"/>
                </a:lnTo>
                <a:lnTo>
                  <a:pt x="968" y="672"/>
                </a:lnTo>
                <a:lnTo>
                  <a:pt x="969" y="672"/>
                </a:lnTo>
                <a:lnTo>
                  <a:pt x="970" y="671"/>
                </a:lnTo>
                <a:lnTo>
                  <a:pt x="971" y="671"/>
                </a:lnTo>
                <a:lnTo>
                  <a:pt x="972" y="672"/>
                </a:lnTo>
                <a:lnTo>
                  <a:pt x="973" y="672"/>
                </a:lnTo>
                <a:lnTo>
                  <a:pt x="974" y="672"/>
                </a:lnTo>
                <a:lnTo>
                  <a:pt x="975" y="672"/>
                </a:lnTo>
                <a:lnTo>
                  <a:pt x="976" y="671"/>
                </a:lnTo>
                <a:lnTo>
                  <a:pt x="977" y="671"/>
                </a:lnTo>
                <a:lnTo>
                  <a:pt x="978" y="672"/>
                </a:lnTo>
                <a:lnTo>
                  <a:pt x="980" y="672"/>
                </a:lnTo>
                <a:lnTo>
                  <a:pt x="982" y="672"/>
                </a:lnTo>
                <a:lnTo>
                  <a:pt x="984" y="671"/>
                </a:lnTo>
                <a:lnTo>
                  <a:pt x="985" y="671"/>
                </a:lnTo>
                <a:lnTo>
                  <a:pt x="986" y="671"/>
                </a:lnTo>
                <a:lnTo>
                  <a:pt x="987" y="671"/>
                </a:lnTo>
                <a:lnTo>
                  <a:pt x="988" y="672"/>
                </a:lnTo>
                <a:lnTo>
                  <a:pt x="989" y="673"/>
                </a:lnTo>
                <a:lnTo>
                  <a:pt x="990" y="673"/>
                </a:lnTo>
                <a:lnTo>
                  <a:pt x="992" y="674"/>
                </a:lnTo>
                <a:lnTo>
                  <a:pt x="993" y="674"/>
                </a:lnTo>
                <a:lnTo>
                  <a:pt x="994" y="673"/>
                </a:lnTo>
                <a:lnTo>
                  <a:pt x="996" y="673"/>
                </a:lnTo>
                <a:lnTo>
                  <a:pt x="997" y="672"/>
                </a:lnTo>
                <a:lnTo>
                  <a:pt x="999" y="672"/>
                </a:lnTo>
                <a:lnTo>
                  <a:pt x="1001" y="672"/>
                </a:lnTo>
                <a:lnTo>
                  <a:pt x="1003" y="672"/>
                </a:lnTo>
                <a:lnTo>
                  <a:pt x="1004" y="672"/>
                </a:lnTo>
                <a:lnTo>
                  <a:pt x="1005" y="672"/>
                </a:lnTo>
                <a:lnTo>
                  <a:pt x="1006" y="671"/>
                </a:lnTo>
                <a:lnTo>
                  <a:pt x="1006" y="672"/>
                </a:lnTo>
                <a:lnTo>
                  <a:pt x="1007" y="672"/>
                </a:lnTo>
                <a:lnTo>
                  <a:pt x="1007" y="671"/>
                </a:lnTo>
                <a:lnTo>
                  <a:pt x="1008" y="671"/>
                </a:lnTo>
                <a:lnTo>
                  <a:pt x="1011" y="671"/>
                </a:lnTo>
                <a:lnTo>
                  <a:pt x="1014" y="671"/>
                </a:lnTo>
                <a:lnTo>
                  <a:pt x="1015" y="672"/>
                </a:lnTo>
                <a:lnTo>
                  <a:pt x="1016" y="673"/>
                </a:lnTo>
                <a:lnTo>
                  <a:pt x="1018" y="674"/>
                </a:lnTo>
                <a:lnTo>
                  <a:pt x="1020" y="675"/>
                </a:lnTo>
                <a:lnTo>
                  <a:pt x="1022" y="676"/>
                </a:lnTo>
                <a:lnTo>
                  <a:pt x="1023" y="676"/>
                </a:lnTo>
                <a:lnTo>
                  <a:pt x="1023" y="677"/>
                </a:lnTo>
                <a:lnTo>
                  <a:pt x="1023" y="678"/>
                </a:lnTo>
                <a:lnTo>
                  <a:pt x="1024" y="679"/>
                </a:lnTo>
                <a:lnTo>
                  <a:pt x="1028" y="682"/>
                </a:lnTo>
                <a:lnTo>
                  <a:pt x="1029" y="683"/>
                </a:lnTo>
                <a:lnTo>
                  <a:pt x="1029" y="685"/>
                </a:lnTo>
                <a:lnTo>
                  <a:pt x="1030" y="686"/>
                </a:lnTo>
                <a:lnTo>
                  <a:pt x="1031" y="685"/>
                </a:lnTo>
                <a:lnTo>
                  <a:pt x="1032" y="686"/>
                </a:lnTo>
                <a:lnTo>
                  <a:pt x="1032" y="685"/>
                </a:lnTo>
                <a:lnTo>
                  <a:pt x="1033" y="685"/>
                </a:lnTo>
                <a:lnTo>
                  <a:pt x="1034" y="683"/>
                </a:lnTo>
                <a:lnTo>
                  <a:pt x="1034" y="682"/>
                </a:lnTo>
                <a:lnTo>
                  <a:pt x="1034" y="681"/>
                </a:lnTo>
                <a:lnTo>
                  <a:pt x="1035" y="680"/>
                </a:lnTo>
                <a:lnTo>
                  <a:pt x="1036" y="680"/>
                </a:lnTo>
                <a:lnTo>
                  <a:pt x="1037" y="679"/>
                </a:lnTo>
                <a:lnTo>
                  <a:pt x="1039" y="679"/>
                </a:lnTo>
                <a:lnTo>
                  <a:pt x="1041" y="679"/>
                </a:lnTo>
                <a:lnTo>
                  <a:pt x="1042" y="679"/>
                </a:lnTo>
                <a:lnTo>
                  <a:pt x="1043" y="678"/>
                </a:lnTo>
                <a:lnTo>
                  <a:pt x="1044" y="677"/>
                </a:lnTo>
                <a:lnTo>
                  <a:pt x="1045" y="676"/>
                </a:lnTo>
                <a:lnTo>
                  <a:pt x="1046" y="674"/>
                </a:lnTo>
                <a:lnTo>
                  <a:pt x="1049" y="673"/>
                </a:lnTo>
                <a:lnTo>
                  <a:pt x="1050" y="672"/>
                </a:lnTo>
                <a:lnTo>
                  <a:pt x="1052" y="672"/>
                </a:lnTo>
                <a:lnTo>
                  <a:pt x="1053" y="671"/>
                </a:lnTo>
                <a:lnTo>
                  <a:pt x="1054" y="669"/>
                </a:lnTo>
                <a:lnTo>
                  <a:pt x="1055" y="667"/>
                </a:lnTo>
                <a:lnTo>
                  <a:pt x="1056" y="666"/>
                </a:lnTo>
                <a:lnTo>
                  <a:pt x="1058" y="666"/>
                </a:lnTo>
                <a:lnTo>
                  <a:pt x="1060" y="666"/>
                </a:lnTo>
                <a:lnTo>
                  <a:pt x="1061" y="665"/>
                </a:lnTo>
                <a:lnTo>
                  <a:pt x="1062" y="665"/>
                </a:lnTo>
                <a:lnTo>
                  <a:pt x="1063" y="665"/>
                </a:lnTo>
                <a:lnTo>
                  <a:pt x="1064" y="666"/>
                </a:lnTo>
                <a:lnTo>
                  <a:pt x="1065" y="667"/>
                </a:lnTo>
                <a:lnTo>
                  <a:pt x="1066" y="667"/>
                </a:lnTo>
                <a:lnTo>
                  <a:pt x="1067" y="667"/>
                </a:lnTo>
                <a:lnTo>
                  <a:pt x="1068" y="666"/>
                </a:lnTo>
                <a:lnTo>
                  <a:pt x="1070" y="666"/>
                </a:lnTo>
                <a:lnTo>
                  <a:pt x="1071" y="667"/>
                </a:lnTo>
                <a:lnTo>
                  <a:pt x="1072" y="666"/>
                </a:lnTo>
                <a:lnTo>
                  <a:pt x="1073" y="666"/>
                </a:lnTo>
                <a:lnTo>
                  <a:pt x="1075" y="665"/>
                </a:lnTo>
                <a:lnTo>
                  <a:pt x="1076" y="665"/>
                </a:lnTo>
                <a:lnTo>
                  <a:pt x="1078" y="665"/>
                </a:lnTo>
                <a:lnTo>
                  <a:pt x="1080" y="666"/>
                </a:lnTo>
                <a:lnTo>
                  <a:pt x="1082" y="666"/>
                </a:lnTo>
                <a:lnTo>
                  <a:pt x="1083" y="666"/>
                </a:lnTo>
                <a:lnTo>
                  <a:pt x="1085" y="666"/>
                </a:lnTo>
                <a:lnTo>
                  <a:pt x="1085" y="665"/>
                </a:lnTo>
                <a:lnTo>
                  <a:pt x="1085" y="663"/>
                </a:lnTo>
                <a:lnTo>
                  <a:pt x="1085" y="662"/>
                </a:lnTo>
                <a:lnTo>
                  <a:pt x="1086" y="660"/>
                </a:lnTo>
                <a:lnTo>
                  <a:pt x="1088" y="658"/>
                </a:lnTo>
                <a:lnTo>
                  <a:pt x="1088" y="657"/>
                </a:lnTo>
                <a:lnTo>
                  <a:pt x="1089" y="657"/>
                </a:lnTo>
                <a:lnTo>
                  <a:pt x="1095" y="651"/>
                </a:lnTo>
                <a:lnTo>
                  <a:pt x="1096" y="649"/>
                </a:lnTo>
                <a:lnTo>
                  <a:pt x="1097" y="649"/>
                </a:lnTo>
                <a:lnTo>
                  <a:pt x="1098" y="648"/>
                </a:lnTo>
                <a:lnTo>
                  <a:pt x="1099" y="647"/>
                </a:lnTo>
                <a:lnTo>
                  <a:pt x="1099" y="646"/>
                </a:lnTo>
                <a:lnTo>
                  <a:pt x="1099" y="645"/>
                </a:lnTo>
                <a:lnTo>
                  <a:pt x="1099" y="644"/>
                </a:lnTo>
                <a:lnTo>
                  <a:pt x="1099" y="643"/>
                </a:lnTo>
                <a:lnTo>
                  <a:pt x="1099" y="642"/>
                </a:lnTo>
                <a:lnTo>
                  <a:pt x="1099" y="641"/>
                </a:lnTo>
                <a:lnTo>
                  <a:pt x="1098" y="640"/>
                </a:lnTo>
                <a:lnTo>
                  <a:pt x="1097" y="639"/>
                </a:lnTo>
                <a:lnTo>
                  <a:pt x="1097" y="638"/>
                </a:lnTo>
                <a:lnTo>
                  <a:pt x="1098" y="637"/>
                </a:lnTo>
                <a:lnTo>
                  <a:pt x="1098" y="636"/>
                </a:lnTo>
                <a:lnTo>
                  <a:pt x="1098" y="635"/>
                </a:lnTo>
                <a:lnTo>
                  <a:pt x="1099" y="634"/>
                </a:lnTo>
                <a:lnTo>
                  <a:pt x="1100" y="633"/>
                </a:lnTo>
                <a:lnTo>
                  <a:pt x="1100" y="632"/>
                </a:lnTo>
                <a:lnTo>
                  <a:pt x="1100" y="631"/>
                </a:lnTo>
                <a:lnTo>
                  <a:pt x="1099" y="631"/>
                </a:lnTo>
                <a:lnTo>
                  <a:pt x="1099" y="629"/>
                </a:lnTo>
                <a:lnTo>
                  <a:pt x="1099" y="628"/>
                </a:lnTo>
                <a:lnTo>
                  <a:pt x="1098" y="627"/>
                </a:lnTo>
                <a:lnTo>
                  <a:pt x="1098" y="626"/>
                </a:lnTo>
                <a:lnTo>
                  <a:pt x="1097" y="626"/>
                </a:lnTo>
                <a:lnTo>
                  <a:pt x="1095" y="624"/>
                </a:lnTo>
                <a:lnTo>
                  <a:pt x="1094" y="624"/>
                </a:lnTo>
                <a:lnTo>
                  <a:pt x="1094" y="622"/>
                </a:lnTo>
                <a:lnTo>
                  <a:pt x="1094" y="621"/>
                </a:lnTo>
                <a:lnTo>
                  <a:pt x="1093" y="621"/>
                </a:lnTo>
                <a:lnTo>
                  <a:pt x="1092" y="620"/>
                </a:lnTo>
                <a:lnTo>
                  <a:pt x="1092" y="618"/>
                </a:lnTo>
                <a:lnTo>
                  <a:pt x="1092" y="616"/>
                </a:lnTo>
                <a:lnTo>
                  <a:pt x="1092" y="614"/>
                </a:lnTo>
                <a:lnTo>
                  <a:pt x="1091" y="611"/>
                </a:lnTo>
                <a:lnTo>
                  <a:pt x="1091" y="609"/>
                </a:lnTo>
                <a:lnTo>
                  <a:pt x="1091" y="607"/>
                </a:lnTo>
                <a:lnTo>
                  <a:pt x="1088" y="587"/>
                </a:lnTo>
                <a:lnTo>
                  <a:pt x="1087" y="575"/>
                </a:lnTo>
                <a:lnTo>
                  <a:pt x="1087" y="574"/>
                </a:lnTo>
                <a:lnTo>
                  <a:pt x="1086" y="573"/>
                </a:lnTo>
                <a:lnTo>
                  <a:pt x="1086" y="571"/>
                </a:lnTo>
                <a:lnTo>
                  <a:pt x="1085" y="570"/>
                </a:lnTo>
                <a:lnTo>
                  <a:pt x="1086" y="569"/>
                </a:lnTo>
                <a:lnTo>
                  <a:pt x="1085" y="568"/>
                </a:lnTo>
                <a:lnTo>
                  <a:pt x="1085" y="567"/>
                </a:lnTo>
                <a:lnTo>
                  <a:pt x="1084" y="567"/>
                </a:lnTo>
                <a:lnTo>
                  <a:pt x="1084" y="566"/>
                </a:lnTo>
                <a:lnTo>
                  <a:pt x="1085" y="566"/>
                </a:lnTo>
                <a:lnTo>
                  <a:pt x="1085" y="565"/>
                </a:lnTo>
                <a:lnTo>
                  <a:pt x="1085" y="564"/>
                </a:lnTo>
                <a:lnTo>
                  <a:pt x="1086" y="563"/>
                </a:lnTo>
                <a:lnTo>
                  <a:pt x="1085" y="563"/>
                </a:lnTo>
                <a:lnTo>
                  <a:pt x="1085" y="562"/>
                </a:lnTo>
                <a:lnTo>
                  <a:pt x="1085" y="561"/>
                </a:lnTo>
                <a:lnTo>
                  <a:pt x="1086" y="561"/>
                </a:lnTo>
                <a:lnTo>
                  <a:pt x="1086" y="560"/>
                </a:lnTo>
                <a:lnTo>
                  <a:pt x="1086" y="559"/>
                </a:lnTo>
                <a:lnTo>
                  <a:pt x="1086" y="558"/>
                </a:lnTo>
                <a:lnTo>
                  <a:pt x="1087" y="558"/>
                </a:lnTo>
                <a:lnTo>
                  <a:pt x="1086" y="558"/>
                </a:lnTo>
                <a:lnTo>
                  <a:pt x="1086" y="557"/>
                </a:lnTo>
                <a:lnTo>
                  <a:pt x="1087" y="556"/>
                </a:lnTo>
                <a:lnTo>
                  <a:pt x="1088" y="555"/>
                </a:lnTo>
                <a:lnTo>
                  <a:pt x="1087" y="555"/>
                </a:lnTo>
                <a:lnTo>
                  <a:pt x="1088" y="554"/>
                </a:lnTo>
                <a:lnTo>
                  <a:pt x="1088" y="553"/>
                </a:lnTo>
                <a:lnTo>
                  <a:pt x="1089" y="552"/>
                </a:lnTo>
                <a:lnTo>
                  <a:pt x="1089" y="551"/>
                </a:lnTo>
                <a:lnTo>
                  <a:pt x="1090" y="550"/>
                </a:lnTo>
                <a:lnTo>
                  <a:pt x="1090" y="549"/>
                </a:lnTo>
                <a:lnTo>
                  <a:pt x="1091" y="549"/>
                </a:lnTo>
                <a:lnTo>
                  <a:pt x="1091" y="548"/>
                </a:lnTo>
                <a:lnTo>
                  <a:pt x="1092" y="548"/>
                </a:lnTo>
                <a:lnTo>
                  <a:pt x="1093" y="548"/>
                </a:lnTo>
                <a:lnTo>
                  <a:pt x="1093" y="547"/>
                </a:lnTo>
                <a:lnTo>
                  <a:pt x="1093" y="546"/>
                </a:lnTo>
                <a:lnTo>
                  <a:pt x="1094" y="546"/>
                </a:lnTo>
                <a:lnTo>
                  <a:pt x="1094" y="545"/>
                </a:lnTo>
                <a:lnTo>
                  <a:pt x="1095" y="545"/>
                </a:lnTo>
                <a:lnTo>
                  <a:pt x="1096" y="544"/>
                </a:lnTo>
                <a:lnTo>
                  <a:pt x="1097" y="544"/>
                </a:lnTo>
                <a:lnTo>
                  <a:pt x="1097" y="543"/>
                </a:lnTo>
                <a:lnTo>
                  <a:pt x="1097" y="542"/>
                </a:lnTo>
                <a:lnTo>
                  <a:pt x="1098" y="542"/>
                </a:lnTo>
                <a:lnTo>
                  <a:pt x="1098" y="541"/>
                </a:lnTo>
                <a:lnTo>
                  <a:pt x="1099" y="541"/>
                </a:lnTo>
                <a:lnTo>
                  <a:pt x="1098" y="540"/>
                </a:lnTo>
                <a:lnTo>
                  <a:pt x="1099" y="539"/>
                </a:lnTo>
                <a:lnTo>
                  <a:pt x="1099" y="538"/>
                </a:lnTo>
                <a:lnTo>
                  <a:pt x="1099" y="537"/>
                </a:lnTo>
                <a:lnTo>
                  <a:pt x="1100" y="537"/>
                </a:lnTo>
                <a:lnTo>
                  <a:pt x="1099" y="536"/>
                </a:lnTo>
                <a:lnTo>
                  <a:pt x="1100" y="535"/>
                </a:lnTo>
                <a:lnTo>
                  <a:pt x="1100" y="534"/>
                </a:lnTo>
                <a:lnTo>
                  <a:pt x="1101" y="533"/>
                </a:lnTo>
                <a:lnTo>
                  <a:pt x="1101" y="532"/>
                </a:lnTo>
                <a:lnTo>
                  <a:pt x="1102" y="532"/>
                </a:lnTo>
                <a:lnTo>
                  <a:pt x="1103" y="531"/>
                </a:lnTo>
                <a:lnTo>
                  <a:pt x="1104" y="530"/>
                </a:lnTo>
                <a:lnTo>
                  <a:pt x="1104" y="529"/>
                </a:lnTo>
                <a:lnTo>
                  <a:pt x="1105" y="529"/>
                </a:lnTo>
                <a:lnTo>
                  <a:pt x="1105" y="528"/>
                </a:lnTo>
                <a:lnTo>
                  <a:pt x="1106" y="528"/>
                </a:lnTo>
                <a:lnTo>
                  <a:pt x="1107" y="527"/>
                </a:lnTo>
                <a:lnTo>
                  <a:pt x="1108" y="527"/>
                </a:lnTo>
                <a:lnTo>
                  <a:pt x="1108" y="526"/>
                </a:lnTo>
                <a:lnTo>
                  <a:pt x="1108" y="527"/>
                </a:lnTo>
                <a:lnTo>
                  <a:pt x="1109" y="527"/>
                </a:lnTo>
                <a:lnTo>
                  <a:pt x="1110" y="526"/>
                </a:lnTo>
                <a:lnTo>
                  <a:pt x="1111" y="526"/>
                </a:lnTo>
                <a:lnTo>
                  <a:pt x="1112" y="526"/>
                </a:lnTo>
                <a:lnTo>
                  <a:pt x="1112" y="525"/>
                </a:lnTo>
                <a:lnTo>
                  <a:pt x="1113" y="525"/>
                </a:lnTo>
                <a:lnTo>
                  <a:pt x="1114" y="525"/>
                </a:lnTo>
                <a:lnTo>
                  <a:pt x="1115" y="525"/>
                </a:lnTo>
                <a:lnTo>
                  <a:pt x="1117" y="525"/>
                </a:lnTo>
                <a:lnTo>
                  <a:pt x="1118" y="525"/>
                </a:lnTo>
                <a:lnTo>
                  <a:pt x="1119" y="525"/>
                </a:lnTo>
                <a:lnTo>
                  <a:pt x="1132" y="524"/>
                </a:lnTo>
                <a:lnTo>
                  <a:pt x="1147" y="525"/>
                </a:lnTo>
                <a:lnTo>
                  <a:pt x="1148" y="525"/>
                </a:lnTo>
                <a:lnTo>
                  <a:pt x="1148" y="524"/>
                </a:lnTo>
                <a:lnTo>
                  <a:pt x="1149" y="524"/>
                </a:lnTo>
                <a:lnTo>
                  <a:pt x="1150" y="523"/>
                </a:lnTo>
                <a:lnTo>
                  <a:pt x="1151" y="522"/>
                </a:lnTo>
                <a:lnTo>
                  <a:pt x="1152" y="522"/>
                </a:lnTo>
                <a:lnTo>
                  <a:pt x="1152" y="521"/>
                </a:lnTo>
                <a:lnTo>
                  <a:pt x="1153" y="521"/>
                </a:lnTo>
                <a:lnTo>
                  <a:pt x="1154" y="520"/>
                </a:lnTo>
                <a:lnTo>
                  <a:pt x="1155" y="519"/>
                </a:lnTo>
                <a:lnTo>
                  <a:pt x="1156" y="519"/>
                </a:lnTo>
                <a:lnTo>
                  <a:pt x="1158" y="519"/>
                </a:lnTo>
                <a:lnTo>
                  <a:pt x="1159" y="519"/>
                </a:lnTo>
                <a:lnTo>
                  <a:pt x="1160" y="518"/>
                </a:lnTo>
                <a:lnTo>
                  <a:pt x="1161" y="518"/>
                </a:lnTo>
                <a:lnTo>
                  <a:pt x="1161" y="519"/>
                </a:lnTo>
                <a:lnTo>
                  <a:pt x="1162" y="519"/>
                </a:lnTo>
                <a:lnTo>
                  <a:pt x="1163" y="520"/>
                </a:lnTo>
                <a:lnTo>
                  <a:pt x="1179" y="514"/>
                </a:lnTo>
                <a:lnTo>
                  <a:pt x="1180" y="514"/>
                </a:lnTo>
                <a:lnTo>
                  <a:pt x="1180" y="513"/>
                </a:lnTo>
                <a:lnTo>
                  <a:pt x="1181" y="513"/>
                </a:lnTo>
                <a:lnTo>
                  <a:pt x="1181" y="512"/>
                </a:lnTo>
                <a:lnTo>
                  <a:pt x="1181" y="511"/>
                </a:lnTo>
                <a:lnTo>
                  <a:pt x="1181" y="510"/>
                </a:lnTo>
                <a:lnTo>
                  <a:pt x="1182" y="509"/>
                </a:lnTo>
                <a:lnTo>
                  <a:pt x="1182" y="508"/>
                </a:lnTo>
                <a:lnTo>
                  <a:pt x="1183" y="508"/>
                </a:lnTo>
                <a:lnTo>
                  <a:pt x="1184" y="507"/>
                </a:lnTo>
                <a:lnTo>
                  <a:pt x="1184" y="506"/>
                </a:lnTo>
                <a:lnTo>
                  <a:pt x="1185" y="505"/>
                </a:lnTo>
                <a:lnTo>
                  <a:pt x="1186" y="505"/>
                </a:lnTo>
                <a:lnTo>
                  <a:pt x="1187" y="504"/>
                </a:lnTo>
                <a:lnTo>
                  <a:pt x="1189" y="504"/>
                </a:lnTo>
                <a:lnTo>
                  <a:pt x="1189" y="503"/>
                </a:lnTo>
                <a:lnTo>
                  <a:pt x="1190" y="502"/>
                </a:lnTo>
                <a:lnTo>
                  <a:pt x="1190" y="501"/>
                </a:lnTo>
                <a:lnTo>
                  <a:pt x="1191" y="500"/>
                </a:lnTo>
                <a:lnTo>
                  <a:pt x="1193" y="499"/>
                </a:lnTo>
                <a:lnTo>
                  <a:pt x="1195" y="498"/>
                </a:lnTo>
                <a:lnTo>
                  <a:pt x="1196" y="496"/>
                </a:lnTo>
                <a:lnTo>
                  <a:pt x="1196" y="495"/>
                </a:lnTo>
                <a:lnTo>
                  <a:pt x="1197" y="495"/>
                </a:lnTo>
                <a:lnTo>
                  <a:pt x="1197" y="494"/>
                </a:lnTo>
                <a:lnTo>
                  <a:pt x="1197" y="493"/>
                </a:lnTo>
                <a:lnTo>
                  <a:pt x="1197" y="492"/>
                </a:lnTo>
                <a:lnTo>
                  <a:pt x="1196" y="491"/>
                </a:lnTo>
                <a:lnTo>
                  <a:pt x="1195" y="490"/>
                </a:lnTo>
                <a:lnTo>
                  <a:pt x="1195" y="488"/>
                </a:lnTo>
                <a:lnTo>
                  <a:pt x="1195" y="487"/>
                </a:lnTo>
                <a:lnTo>
                  <a:pt x="1196" y="487"/>
                </a:lnTo>
                <a:lnTo>
                  <a:pt x="1196" y="486"/>
                </a:lnTo>
                <a:lnTo>
                  <a:pt x="1197" y="486"/>
                </a:lnTo>
                <a:lnTo>
                  <a:pt x="1199" y="485"/>
                </a:lnTo>
                <a:lnTo>
                  <a:pt x="1200" y="484"/>
                </a:lnTo>
                <a:lnTo>
                  <a:pt x="1201" y="484"/>
                </a:lnTo>
                <a:lnTo>
                  <a:pt x="1200" y="484"/>
                </a:lnTo>
                <a:lnTo>
                  <a:pt x="1201" y="484"/>
                </a:lnTo>
                <a:lnTo>
                  <a:pt x="1201" y="483"/>
                </a:lnTo>
                <a:lnTo>
                  <a:pt x="1201" y="482"/>
                </a:lnTo>
                <a:lnTo>
                  <a:pt x="1200" y="482"/>
                </a:lnTo>
                <a:lnTo>
                  <a:pt x="1200" y="481"/>
                </a:lnTo>
                <a:lnTo>
                  <a:pt x="1199" y="481"/>
                </a:lnTo>
                <a:lnTo>
                  <a:pt x="1199" y="480"/>
                </a:lnTo>
                <a:lnTo>
                  <a:pt x="1197" y="479"/>
                </a:lnTo>
                <a:lnTo>
                  <a:pt x="1197" y="478"/>
                </a:lnTo>
                <a:lnTo>
                  <a:pt x="1196" y="478"/>
                </a:lnTo>
                <a:lnTo>
                  <a:pt x="1195" y="477"/>
                </a:lnTo>
                <a:lnTo>
                  <a:pt x="1193" y="476"/>
                </a:lnTo>
                <a:lnTo>
                  <a:pt x="1193" y="474"/>
                </a:lnTo>
                <a:lnTo>
                  <a:pt x="1193" y="472"/>
                </a:lnTo>
                <a:lnTo>
                  <a:pt x="1193" y="471"/>
                </a:lnTo>
                <a:lnTo>
                  <a:pt x="1193" y="470"/>
                </a:lnTo>
                <a:lnTo>
                  <a:pt x="1193" y="469"/>
                </a:lnTo>
                <a:lnTo>
                  <a:pt x="1193" y="468"/>
                </a:lnTo>
                <a:lnTo>
                  <a:pt x="1193" y="467"/>
                </a:lnTo>
                <a:lnTo>
                  <a:pt x="1193" y="466"/>
                </a:lnTo>
                <a:lnTo>
                  <a:pt x="1194" y="466"/>
                </a:lnTo>
                <a:lnTo>
                  <a:pt x="1195" y="465"/>
                </a:lnTo>
                <a:lnTo>
                  <a:pt x="1196" y="464"/>
                </a:lnTo>
                <a:lnTo>
                  <a:pt x="1197" y="464"/>
                </a:lnTo>
                <a:lnTo>
                  <a:pt x="1198" y="464"/>
                </a:lnTo>
                <a:lnTo>
                  <a:pt x="1198" y="463"/>
                </a:lnTo>
                <a:lnTo>
                  <a:pt x="1199" y="463"/>
                </a:lnTo>
                <a:lnTo>
                  <a:pt x="1201" y="462"/>
                </a:lnTo>
                <a:lnTo>
                  <a:pt x="1202" y="462"/>
                </a:lnTo>
                <a:lnTo>
                  <a:pt x="1202" y="461"/>
                </a:lnTo>
                <a:lnTo>
                  <a:pt x="1203" y="461"/>
                </a:lnTo>
                <a:lnTo>
                  <a:pt x="1203" y="460"/>
                </a:lnTo>
                <a:lnTo>
                  <a:pt x="1203" y="459"/>
                </a:lnTo>
                <a:lnTo>
                  <a:pt x="1203" y="458"/>
                </a:lnTo>
                <a:lnTo>
                  <a:pt x="1203" y="457"/>
                </a:lnTo>
                <a:lnTo>
                  <a:pt x="1203" y="456"/>
                </a:lnTo>
                <a:lnTo>
                  <a:pt x="1204" y="456"/>
                </a:lnTo>
                <a:lnTo>
                  <a:pt x="1204" y="455"/>
                </a:lnTo>
                <a:lnTo>
                  <a:pt x="1205" y="455"/>
                </a:lnTo>
                <a:lnTo>
                  <a:pt x="1206" y="455"/>
                </a:lnTo>
                <a:lnTo>
                  <a:pt x="1206" y="454"/>
                </a:lnTo>
                <a:lnTo>
                  <a:pt x="1207" y="454"/>
                </a:lnTo>
                <a:lnTo>
                  <a:pt x="1207" y="453"/>
                </a:lnTo>
                <a:lnTo>
                  <a:pt x="1209" y="453"/>
                </a:lnTo>
                <a:lnTo>
                  <a:pt x="1210" y="453"/>
                </a:lnTo>
                <a:lnTo>
                  <a:pt x="1210" y="454"/>
                </a:lnTo>
                <a:lnTo>
                  <a:pt x="1212" y="454"/>
                </a:lnTo>
                <a:lnTo>
                  <a:pt x="1213" y="453"/>
                </a:lnTo>
                <a:lnTo>
                  <a:pt x="1214" y="453"/>
                </a:lnTo>
                <a:lnTo>
                  <a:pt x="1215" y="453"/>
                </a:lnTo>
                <a:lnTo>
                  <a:pt x="1216" y="452"/>
                </a:lnTo>
                <a:lnTo>
                  <a:pt x="1217" y="452"/>
                </a:lnTo>
                <a:lnTo>
                  <a:pt x="1218" y="453"/>
                </a:lnTo>
                <a:lnTo>
                  <a:pt x="1220" y="453"/>
                </a:lnTo>
                <a:lnTo>
                  <a:pt x="1221" y="453"/>
                </a:lnTo>
                <a:lnTo>
                  <a:pt x="1221" y="454"/>
                </a:lnTo>
                <a:lnTo>
                  <a:pt x="1221" y="453"/>
                </a:lnTo>
                <a:lnTo>
                  <a:pt x="1222" y="453"/>
                </a:lnTo>
                <a:lnTo>
                  <a:pt x="1224" y="453"/>
                </a:lnTo>
                <a:lnTo>
                  <a:pt x="1226" y="452"/>
                </a:lnTo>
                <a:lnTo>
                  <a:pt x="1226" y="451"/>
                </a:lnTo>
                <a:lnTo>
                  <a:pt x="1227" y="451"/>
                </a:lnTo>
                <a:lnTo>
                  <a:pt x="1229" y="451"/>
                </a:lnTo>
                <a:lnTo>
                  <a:pt x="1231" y="452"/>
                </a:lnTo>
                <a:lnTo>
                  <a:pt x="1235" y="453"/>
                </a:lnTo>
                <a:lnTo>
                  <a:pt x="1238" y="455"/>
                </a:lnTo>
                <a:lnTo>
                  <a:pt x="1242" y="455"/>
                </a:lnTo>
                <a:lnTo>
                  <a:pt x="1243" y="455"/>
                </a:lnTo>
                <a:lnTo>
                  <a:pt x="1245" y="456"/>
                </a:lnTo>
                <a:lnTo>
                  <a:pt x="1247" y="456"/>
                </a:lnTo>
                <a:lnTo>
                  <a:pt x="1250" y="457"/>
                </a:lnTo>
                <a:lnTo>
                  <a:pt x="1251" y="457"/>
                </a:lnTo>
                <a:lnTo>
                  <a:pt x="1252" y="458"/>
                </a:lnTo>
                <a:lnTo>
                  <a:pt x="1253" y="458"/>
                </a:lnTo>
                <a:lnTo>
                  <a:pt x="1254" y="459"/>
                </a:lnTo>
                <a:lnTo>
                  <a:pt x="1256" y="459"/>
                </a:lnTo>
                <a:lnTo>
                  <a:pt x="1257" y="459"/>
                </a:lnTo>
                <a:lnTo>
                  <a:pt x="1259" y="458"/>
                </a:lnTo>
                <a:lnTo>
                  <a:pt x="1260" y="458"/>
                </a:lnTo>
                <a:lnTo>
                  <a:pt x="1262" y="457"/>
                </a:lnTo>
                <a:lnTo>
                  <a:pt x="1263" y="457"/>
                </a:lnTo>
                <a:lnTo>
                  <a:pt x="1263" y="456"/>
                </a:lnTo>
                <a:lnTo>
                  <a:pt x="1262" y="455"/>
                </a:lnTo>
                <a:lnTo>
                  <a:pt x="1261" y="454"/>
                </a:lnTo>
                <a:lnTo>
                  <a:pt x="1261" y="453"/>
                </a:lnTo>
                <a:lnTo>
                  <a:pt x="1262" y="452"/>
                </a:lnTo>
                <a:lnTo>
                  <a:pt x="1265" y="452"/>
                </a:lnTo>
                <a:lnTo>
                  <a:pt x="1267" y="452"/>
                </a:lnTo>
                <a:lnTo>
                  <a:pt x="1268" y="452"/>
                </a:lnTo>
                <a:lnTo>
                  <a:pt x="1270" y="452"/>
                </a:lnTo>
                <a:lnTo>
                  <a:pt x="1271" y="451"/>
                </a:lnTo>
                <a:lnTo>
                  <a:pt x="1272" y="451"/>
                </a:lnTo>
                <a:lnTo>
                  <a:pt x="1273" y="452"/>
                </a:lnTo>
                <a:lnTo>
                  <a:pt x="1274" y="452"/>
                </a:lnTo>
                <a:lnTo>
                  <a:pt x="1275" y="451"/>
                </a:lnTo>
                <a:lnTo>
                  <a:pt x="1277" y="451"/>
                </a:lnTo>
                <a:lnTo>
                  <a:pt x="1278" y="451"/>
                </a:lnTo>
                <a:lnTo>
                  <a:pt x="1278" y="450"/>
                </a:lnTo>
                <a:lnTo>
                  <a:pt x="1279" y="449"/>
                </a:lnTo>
                <a:lnTo>
                  <a:pt x="1280" y="449"/>
                </a:lnTo>
                <a:lnTo>
                  <a:pt x="1281" y="448"/>
                </a:lnTo>
                <a:lnTo>
                  <a:pt x="1283" y="448"/>
                </a:lnTo>
                <a:lnTo>
                  <a:pt x="1284" y="449"/>
                </a:lnTo>
                <a:lnTo>
                  <a:pt x="1285" y="449"/>
                </a:lnTo>
                <a:lnTo>
                  <a:pt x="1286" y="449"/>
                </a:lnTo>
                <a:lnTo>
                  <a:pt x="1287" y="449"/>
                </a:lnTo>
                <a:lnTo>
                  <a:pt x="1287" y="448"/>
                </a:lnTo>
                <a:lnTo>
                  <a:pt x="1288" y="448"/>
                </a:lnTo>
                <a:lnTo>
                  <a:pt x="1289" y="448"/>
                </a:lnTo>
                <a:lnTo>
                  <a:pt x="1291" y="449"/>
                </a:lnTo>
                <a:lnTo>
                  <a:pt x="1290" y="451"/>
                </a:lnTo>
                <a:lnTo>
                  <a:pt x="1291" y="452"/>
                </a:lnTo>
                <a:lnTo>
                  <a:pt x="1292" y="452"/>
                </a:lnTo>
                <a:lnTo>
                  <a:pt x="1293" y="452"/>
                </a:lnTo>
                <a:lnTo>
                  <a:pt x="1293" y="453"/>
                </a:lnTo>
                <a:lnTo>
                  <a:pt x="1294" y="453"/>
                </a:lnTo>
                <a:lnTo>
                  <a:pt x="1294" y="454"/>
                </a:lnTo>
                <a:lnTo>
                  <a:pt x="1295" y="455"/>
                </a:lnTo>
                <a:lnTo>
                  <a:pt x="1295" y="456"/>
                </a:lnTo>
                <a:lnTo>
                  <a:pt x="1294" y="457"/>
                </a:lnTo>
                <a:lnTo>
                  <a:pt x="1293" y="457"/>
                </a:lnTo>
                <a:lnTo>
                  <a:pt x="1293" y="458"/>
                </a:lnTo>
                <a:lnTo>
                  <a:pt x="1293" y="459"/>
                </a:lnTo>
                <a:lnTo>
                  <a:pt x="1294" y="460"/>
                </a:lnTo>
                <a:lnTo>
                  <a:pt x="1293" y="460"/>
                </a:lnTo>
                <a:lnTo>
                  <a:pt x="1293" y="461"/>
                </a:lnTo>
                <a:lnTo>
                  <a:pt x="1292" y="461"/>
                </a:lnTo>
                <a:lnTo>
                  <a:pt x="1292" y="462"/>
                </a:lnTo>
                <a:lnTo>
                  <a:pt x="1292" y="463"/>
                </a:lnTo>
                <a:lnTo>
                  <a:pt x="1293" y="463"/>
                </a:lnTo>
                <a:lnTo>
                  <a:pt x="1294" y="463"/>
                </a:lnTo>
                <a:lnTo>
                  <a:pt x="1295" y="464"/>
                </a:lnTo>
                <a:lnTo>
                  <a:pt x="1296" y="464"/>
                </a:lnTo>
                <a:lnTo>
                  <a:pt x="1296" y="465"/>
                </a:lnTo>
                <a:lnTo>
                  <a:pt x="1296" y="466"/>
                </a:lnTo>
                <a:lnTo>
                  <a:pt x="1296" y="467"/>
                </a:lnTo>
                <a:lnTo>
                  <a:pt x="1297" y="468"/>
                </a:lnTo>
                <a:lnTo>
                  <a:pt x="1298" y="468"/>
                </a:lnTo>
                <a:lnTo>
                  <a:pt x="1299" y="469"/>
                </a:lnTo>
                <a:lnTo>
                  <a:pt x="1298" y="469"/>
                </a:lnTo>
                <a:lnTo>
                  <a:pt x="1297" y="470"/>
                </a:lnTo>
                <a:lnTo>
                  <a:pt x="1296" y="470"/>
                </a:lnTo>
                <a:lnTo>
                  <a:pt x="1295" y="471"/>
                </a:lnTo>
                <a:lnTo>
                  <a:pt x="1295" y="472"/>
                </a:lnTo>
                <a:lnTo>
                  <a:pt x="1295" y="473"/>
                </a:lnTo>
                <a:lnTo>
                  <a:pt x="1294" y="473"/>
                </a:lnTo>
                <a:lnTo>
                  <a:pt x="1293" y="473"/>
                </a:lnTo>
                <a:lnTo>
                  <a:pt x="1291" y="472"/>
                </a:lnTo>
                <a:lnTo>
                  <a:pt x="1290" y="472"/>
                </a:lnTo>
                <a:lnTo>
                  <a:pt x="1290" y="473"/>
                </a:lnTo>
                <a:lnTo>
                  <a:pt x="1289" y="474"/>
                </a:lnTo>
                <a:lnTo>
                  <a:pt x="1288" y="474"/>
                </a:lnTo>
                <a:lnTo>
                  <a:pt x="1287" y="474"/>
                </a:lnTo>
                <a:lnTo>
                  <a:pt x="1286" y="474"/>
                </a:lnTo>
                <a:lnTo>
                  <a:pt x="1285" y="474"/>
                </a:lnTo>
                <a:lnTo>
                  <a:pt x="1285" y="475"/>
                </a:lnTo>
                <a:lnTo>
                  <a:pt x="1285" y="476"/>
                </a:lnTo>
                <a:lnTo>
                  <a:pt x="1285" y="477"/>
                </a:lnTo>
                <a:lnTo>
                  <a:pt x="1283" y="479"/>
                </a:lnTo>
                <a:lnTo>
                  <a:pt x="1283" y="480"/>
                </a:lnTo>
                <a:lnTo>
                  <a:pt x="1284" y="480"/>
                </a:lnTo>
                <a:lnTo>
                  <a:pt x="1285" y="480"/>
                </a:lnTo>
                <a:lnTo>
                  <a:pt x="1286" y="480"/>
                </a:lnTo>
                <a:lnTo>
                  <a:pt x="1287" y="480"/>
                </a:lnTo>
                <a:lnTo>
                  <a:pt x="1288" y="481"/>
                </a:lnTo>
                <a:lnTo>
                  <a:pt x="1288" y="482"/>
                </a:lnTo>
                <a:lnTo>
                  <a:pt x="1288" y="483"/>
                </a:lnTo>
                <a:lnTo>
                  <a:pt x="1290" y="483"/>
                </a:lnTo>
                <a:lnTo>
                  <a:pt x="1291" y="484"/>
                </a:lnTo>
                <a:lnTo>
                  <a:pt x="1291" y="485"/>
                </a:lnTo>
                <a:lnTo>
                  <a:pt x="1289" y="485"/>
                </a:lnTo>
                <a:lnTo>
                  <a:pt x="1290" y="486"/>
                </a:lnTo>
                <a:lnTo>
                  <a:pt x="1291" y="487"/>
                </a:lnTo>
                <a:lnTo>
                  <a:pt x="1291" y="488"/>
                </a:lnTo>
                <a:lnTo>
                  <a:pt x="1292" y="488"/>
                </a:lnTo>
                <a:lnTo>
                  <a:pt x="1293" y="487"/>
                </a:lnTo>
                <a:lnTo>
                  <a:pt x="1294" y="487"/>
                </a:lnTo>
                <a:lnTo>
                  <a:pt x="1295" y="488"/>
                </a:lnTo>
                <a:lnTo>
                  <a:pt x="1297" y="489"/>
                </a:lnTo>
                <a:lnTo>
                  <a:pt x="1299" y="490"/>
                </a:lnTo>
                <a:lnTo>
                  <a:pt x="1300" y="491"/>
                </a:lnTo>
                <a:lnTo>
                  <a:pt x="1301" y="492"/>
                </a:lnTo>
                <a:lnTo>
                  <a:pt x="1302" y="492"/>
                </a:lnTo>
                <a:lnTo>
                  <a:pt x="1302" y="491"/>
                </a:lnTo>
                <a:lnTo>
                  <a:pt x="1303" y="490"/>
                </a:lnTo>
                <a:lnTo>
                  <a:pt x="1304" y="490"/>
                </a:lnTo>
                <a:lnTo>
                  <a:pt x="1305" y="491"/>
                </a:lnTo>
                <a:lnTo>
                  <a:pt x="1307" y="492"/>
                </a:lnTo>
                <a:lnTo>
                  <a:pt x="1309" y="492"/>
                </a:lnTo>
                <a:lnTo>
                  <a:pt x="1310" y="493"/>
                </a:lnTo>
                <a:lnTo>
                  <a:pt x="1311" y="494"/>
                </a:lnTo>
                <a:lnTo>
                  <a:pt x="1312" y="495"/>
                </a:lnTo>
                <a:lnTo>
                  <a:pt x="1312" y="496"/>
                </a:lnTo>
                <a:lnTo>
                  <a:pt x="1313" y="496"/>
                </a:lnTo>
                <a:lnTo>
                  <a:pt x="1314" y="496"/>
                </a:lnTo>
                <a:lnTo>
                  <a:pt x="1315" y="496"/>
                </a:lnTo>
                <a:lnTo>
                  <a:pt x="1316" y="496"/>
                </a:lnTo>
                <a:lnTo>
                  <a:pt x="1315" y="497"/>
                </a:lnTo>
                <a:lnTo>
                  <a:pt x="1315" y="498"/>
                </a:lnTo>
                <a:lnTo>
                  <a:pt x="1314" y="499"/>
                </a:lnTo>
                <a:lnTo>
                  <a:pt x="1313" y="500"/>
                </a:lnTo>
                <a:lnTo>
                  <a:pt x="1312" y="500"/>
                </a:lnTo>
                <a:lnTo>
                  <a:pt x="1312" y="501"/>
                </a:lnTo>
                <a:lnTo>
                  <a:pt x="1310" y="502"/>
                </a:lnTo>
                <a:lnTo>
                  <a:pt x="1309" y="503"/>
                </a:lnTo>
                <a:lnTo>
                  <a:pt x="1309" y="504"/>
                </a:lnTo>
                <a:lnTo>
                  <a:pt x="1310" y="504"/>
                </a:lnTo>
                <a:lnTo>
                  <a:pt x="1309" y="505"/>
                </a:lnTo>
                <a:lnTo>
                  <a:pt x="1308" y="506"/>
                </a:lnTo>
                <a:lnTo>
                  <a:pt x="1307" y="506"/>
                </a:lnTo>
                <a:lnTo>
                  <a:pt x="1305" y="507"/>
                </a:lnTo>
                <a:lnTo>
                  <a:pt x="1304" y="507"/>
                </a:lnTo>
                <a:lnTo>
                  <a:pt x="1304" y="508"/>
                </a:lnTo>
                <a:lnTo>
                  <a:pt x="1303" y="508"/>
                </a:lnTo>
                <a:lnTo>
                  <a:pt x="1303" y="509"/>
                </a:lnTo>
                <a:lnTo>
                  <a:pt x="1304" y="510"/>
                </a:lnTo>
                <a:lnTo>
                  <a:pt x="1305" y="511"/>
                </a:lnTo>
                <a:lnTo>
                  <a:pt x="1306" y="511"/>
                </a:lnTo>
                <a:lnTo>
                  <a:pt x="1307" y="511"/>
                </a:lnTo>
                <a:lnTo>
                  <a:pt x="1309" y="512"/>
                </a:lnTo>
                <a:lnTo>
                  <a:pt x="1309" y="513"/>
                </a:lnTo>
                <a:lnTo>
                  <a:pt x="1310" y="513"/>
                </a:lnTo>
                <a:lnTo>
                  <a:pt x="1311" y="513"/>
                </a:lnTo>
                <a:lnTo>
                  <a:pt x="1312" y="513"/>
                </a:lnTo>
                <a:lnTo>
                  <a:pt x="1313" y="513"/>
                </a:lnTo>
                <a:lnTo>
                  <a:pt x="1316" y="513"/>
                </a:lnTo>
                <a:lnTo>
                  <a:pt x="1317" y="514"/>
                </a:lnTo>
                <a:lnTo>
                  <a:pt x="1318" y="515"/>
                </a:lnTo>
                <a:lnTo>
                  <a:pt x="1318" y="516"/>
                </a:lnTo>
                <a:lnTo>
                  <a:pt x="1319" y="516"/>
                </a:lnTo>
                <a:lnTo>
                  <a:pt x="1319" y="515"/>
                </a:lnTo>
                <a:lnTo>
                  <a:pt x="1320" y="515"/>
                </a:lnTo>
                <a:lnTo>
                  <a:pt x="1323" y="518"/>
                </a:lnTo>
                <a:lnTo>
                  <a:pt x="1324" y="518"/>
                </a:lnTo>
                <a:lnTo>
                  <a:pt x="1325" y="519"/>
                </a:lnTo>
                <a:lnTo>
                  <a:pt x="1326" y="518"/>
                </a:lnTo>
                <a:lnTo>
                  <a:pt x="1327" y="518"/>
                </a:lnTo>
                <a:lnTo>
                  <a:pt x="1328" y="518"/>
                </a:lnTo>
                <a:lnTo>
                  <a:pt x="1329" y="518"/>
                </a:lnTo>
                <a:lnTo>
                  <a:pt x="1331" y="519"/>
                </a:lnTo>
                <a:lnTo>
                  <a:pt x="1334" y="520"/>
                </a:lnTo>
                <a:lnTo>
                  <a:pt x="1335" y="520"/>
                </a:lnTo>
                <a:lnTo>
                  <a:pt x="1337" y="521"/>
                </a:lnTo>
                <a:lnTo>
                  <a:pt x="1339" y="522"/>
                </a:lnTo>
                <a:lnTo>
                  <a:pt x="1339" y="523"/>
                </a:lnTo>
                <a:lnTo>
                  <a:pt x="1339" y="524"/>
                </a:lnTo>
                <a:lnTo>
                  <a:pt x="1339" y="525"/>
                </a:lnTo>
                <a:lnTo>
                  <a:pt x="1340" y="525"/>
                </a:lnTo>
                <a:lnTo>
                  <a:pt x="1341" y="526"/>
                </a:lnTo>
                <a:lnTo>
                  <a:pt x="1345" y="528"/>
                </a:lnTo>
                <a:lnTo>
                  <a:pt x="1346" y="528"/>
                </a:lnTo>
                <a:lnTo>
                  <a:pt x="1346" y="529"/>
                </a:lnTo>
                <a:lnTo>
                  <a:pt x="1347" y="529"/>
                </a:lnTo>
                <a:lnTo>
                  <a:pt x="1348" y="529"/>
                </a:lnTo>
                <a:lnTo>
                  <a:pt x="1350" y="528"/>
                </a:lnTo>
                <a:lnTo>
                  <a:pt x="1351" y="527"/>
                </a:lnTo>
                <a:lnTo>
                  <a:pt x="1352" y="527"/>
                </a:lnTo>
                <a:lnTo>
                  <a:pt x="1353" y="527"/>
                </a:lnTo>
                <a:lnTo>
                  <a:pt x="1354" y="528"/>
                </a:lnTo>
                <a:lnTo>
                  <a:pt x="1354" y="529"/>
                </a:lnTo>
                <a:lnTo>
                  <a:pt x="1354" y="530"/>
                </a:lnTo>
                <a:lnTo>
                  <a:pt x="1354" y="531"/>
                </a:lnTo>
                <a:lnTo>
                  <a:pt x="1355" y="532"/>
                </a:lnTo>
                <a:lnTo>
                  <a:pt x="1357" y="532"/>
                </a:lnTo>
                <a:lnTo>
                  <a:pt x="1358" y="532"/>
                </a:lnTo>
                <a:lnTo>
                  <a:pt x="1358" y="533"/>
                </a:lnTo>
                <a:lnTo>
                  <a:pt x="1359" y="533"/>
                </a:lnTo>
                <a:lnTo>
                  <a:pt x="1359" y="534"/>
                </a:lnTo>
                <a:lnTo>
                  <a:pt x="1361" y="534"/>
                </a:lnTo>
                <a:lnTo>
                  <a:pt x="1361" y="535"/>
                </a:lnTo>
                <a:lnTo>
                  <a:pt x="1362" y="535"/>
                </a:lnTo>
                <a:lnTo>
                  <a:pt x="1361" y="537"/>
                </a:lnTo>
                <a:lnTo>
                  <a:pt x="1359" y="538"/>
                </a:lnTo>
                <a:lnTo>
                  <a:pt x="1359" y="539"/>
                </a:lnTo>
                <a:lnTo>
                  <a:pt x="1359" y="540"/>
                </a:lnTo>
                <a:lnTo>
                  <a:pt x="1358" y="540"/>
                </a:lnTo>
                <a:lnTo>
                  <a:pt x="1359" y="541"/>
                </a:lnTo>
                <a:lnTo>
                  <a:pt x="1360" y="542"/>
                </a:lnTo>
                <a:lnTo>
                  <a:pt x="1360" y="543"/>
                </a:lnTo>
                <a:lnTo>
                  <a:pt x="1361" y="544"/>
                </a:lnTo>
                <a:lnTo>
                  <a:pt x="1361" y="546"/>
                </a:lnTo>
                <a:lnTo>
                  <a:pt x="1361" y="547"/>
                </a:lnTo>
                <a:lnTo>
                  <a:pt x="1362" y="547"/>
                </a:lnTo>
                <a:lnTo>
                  <a:pt x="1362" y="548"/>
                </a:lnTo>
                <a:lnTo>
                  <a:pt x="1363" y="548"/>
                </a:lnTo>
                <a:lnTo>
                  <a:pt x="1364" y="548"/>
                </a:lnTo>
                <a:lnTo>
                  <a:pt x="1364" y="549"/>
                </a:lnTo>
                <a:lnTo>
                  <a:pt x="1364" y="550"/>
                </a:lnTo>
                <a:lnTo>
                  <a:pt x="1365" y="551"/>
                </a:lnTo>
                <a:lnTo>
                  <a:pt x="1366" y="552"/>
                </a:lnTo>
                <a:lnTo>
                  <a:pt x="1368" y="552"/>
                </a:lnTo>
                <a:lnTo>
                  <a:pt x="1368" y="551"/>
                </a:lnTo>
                <a:lnTo>
                  <a:pt x="1369" y="551"/>
                </a:lnTo>
                <a:lnTo>
                  <a:pt x="1370" y="551"/>
                </a:lnTo>
                <a:lnTo>
                  <a:pt x="1371" y="551"/>
                </a:lnTo>
                <a:lnTo>
                  <a:pt x="1372" y="552"/>
                </a:lnTo>
                <a:lnTo>
                  <a:pt x="1372" y="553"/>
                </a:lnTo>
                <a:lnTo>
                  <a:pt x="1374" y="554"/>
                </a:lnTo>
                <a:lnTo>
                  <a:pt x="1375" y="554"/>
                </a:lnTo>
                <a:lnTo>
                  <a:pt x="1376" y="554"/>
                </a:lnTo>
                <a:lnTo>
                  <a:pt x="1376" y="555"/>
                </a:lnTo>
                <a:lnTo>
                  <a:pt x="1377" y="555"/>
                </a:lnTo>
                <a:lnTo>
                  <a:pt x="1378" y="555"/>
                </a:lnTo>
                <a:lnTo>
                  <a:pt x="1379" y="556"/>
                </a:lnTo>
                <a:lnTo>
                  <a:pt x="1380" y="556"/>
                </a:lnTo>
                <a:lnTo>
                  <a:pt x="1380" y="558"/>
                </a:lnTo>
                <a:lnTo>
                  <a:pt x="1381" y="558"/>
                </a:lnTo>
                <a:lnTo>
                  <a:pt x="1382" y="558"/>
                </a:lnTo>
                <a:lnTo>
                  <a:pt x="1383" y="558"/>
                </a:lnTo>
                <a:lnTo>
                  <a:pt x="1384" y="558"/>
                </a:lnTo>
                <a:lnTo>
                  <a:pt x="1386" y="558"/>
                </a:lnTo>
                <a:lnTo>
                  <a:pt x="1388" y="558"/>
                </a:lnTo>
                <a:lnTo>
                  <a:pt x="1389" y="558"/>
                </a:lnTo>
                <a:lnTo>
                  <a:pt x="1391" y="558"/>
                </a:lnTo>
                <a:lnTo>
                  <a:pt x="1392" y="559"/>
                </a:lnTo>
                <a:lnTo>
                  <a:pt x="1392" y="560"/>
                </a:lnTo>
                <a:lnTo>
                  <a:pt x="1393" y="560"/>
                </a:lnTo>
                <a:lnTo>
                  <a:pt x="1396" y="562"/>
                </a:lnTo>
                <a:lnTo>
                  <a:pt x="1398" y="563"/>
                </a:lnTo>
                <a:lnTo>
                  <a:pt x="1400" y="565"/>
                </a:lnTo>
                <a:lnTo>
                  <a:pt x="1400" y="566"/>
                </a:lnTo>
                <a:lnTo>
                  <a:pt x="1400" y="567"/>
                </a:lnTo>
                <a:lnTo>
                  <a:pt x="1401" y="568"/>
                </a:lnTo>
                <a:lnTo>
                  <a:pt x="1401" y="569"/>
                </a:lnTo>
                <a:lnTo>
                  <a:pt x="1402" y="569"/>
                </a:lnTo>
                <a:lnTo>
                  <a:pt x="1402" y="570"/>
                </a:lnTo>
                <a:lnTo>
                  <a:pt x="1403" y="570"/>
                </a:lnTo>
                <a:lnTo>
                  <a:pt x="1403" y="571"/>
                </a:lnTo>
                <a:lnTo>
                  <a:pt x="1404" y="571"/>
                </a:lnTo>
                <a:lnTo>
                  <a:pt x="1406" y="571"/>
                </a:lnTo>
                <a:lnTo>
                  <a:pt x="1408" y="570"/>
                </a:lnTo>
                <a:lnTo>
                  <a:pt x="1410" y="570"/>
                </a:lnTo>
                <a:lnTo>
                  <a:pt x="1411" y="570"/>
                </a:lnTo>
                <a:lnTo>
                  <a:pt x="1412" y="570"/>
                </a:lnTo>
                <a:lnTo>
                  <a:pt x="1413" y="571"/>
                </a:lnTo>
                <a:lnTo>
                  <a:pt x="1415" y="571"/>
                </a:lnTo>
                <a:lnTo>
                  <a:pt x="1416" y="571"/>
                </a:lnTo>
                <a:lnTo>
                  <a:pt x="1417" y="571"/>
                </a:lnTo>
                <a:lnTo>
                  <a:pt x="1419" y="571"/>
                </a:lnTo>
                <a:lnTo>
                  <a:pt x="1420" y="570"/>
                </a:lnTo>
                <a:lnTo>
                  <a:pt x="1421" y="570"/>
                </a:lnTo>
                <a:lnTo>
                  <a:pt x="1422" y="570"/>
                </a:lnTo>
                <a:lnTo>
                  <a:pt x="1423" y="569"/>
                </a:lnTo>
                <a:lnTo>
                  <a:pt x="1423" y="568"/>
                </a:lnTo>
                <a:lnTo>
                  <a:pt x="1424" y="567"/>
                </a:lnTo>
                <a:lnTo>
                  <a:pt x="1427" y="567"/>
                </a:lnTo>
                <a:lnTo>
                  <a:pt x="1428" y="567"/>
                </a:lnTo>
                <a:lnTo>
                  <a:pt x="1430" y="566"/>
                </a:lnTo>
                <a:lnTo>
                  <a:pt x="1430" y="565"/>
                </a:lnTo>
                <a:lnTo>
                  <a:pt x="1431" y="565"/>
                </a:lnTo>
                <a:lnTo>
                  <a:pt x="1432" y="565"/>
                </a:lnTo>
                <a:lnTo>
                  <a:pt x="1433" y="566"/>
                </a:lnTo>
                <a:lnTo>
                  <a:pt x="1437" y="566"/>
                </a:lnTo>
                <a:lnTo>
                  <a:pt x="1439" y="566"/>
                </a:lnTo>
                <a:lnTo>
                  <a:pt x="1440" y="567"/>
                </a:lnTo>
                <a:lnTo>
                  <a:pt x="1441" y="567"/>
                </a:lnTo>
                <a:lnTo>
                  <a:pt x="1444" y="566"/>
                </a:lnTo>
                <a:lnTo>
                  <a:pt x="1446" y="565"/>
                </a:lnTo>
                <a:lnTo>
                  <a:pt x="1448" y="565"/>
                </a:lnTo>
                <a:lnTo>
                  <a:pt x="1449" y="566"/>
                </a:lnTo>
                <a:lnTo>
                  <a:pt x="1450" y="567"/>
                </a:lnTo>
                <a:lnTo>
                  <a:pt x="1451" y="568"/>
                </a:lnTo>
                <a:lnTo>
                  <a:pt x="1450" y="569"/>
                </a:lnTo>
                <a:lnTo>
                  <a:pt x="1450" y="571"/>
                </a:lnTo>
                <a:lnTo>
                  <a:pt x="1450" y="572"/>
                </a:lnTo>
                <a:lnTo>
                  <a:pt x="1451" y="573"/>
                </a:lnTo>
                <a:lnTo>
                  <a:pt x="1452" y="574"/>
                </a:lnTo>
                <a:lnTo>
                  <a:pt x="1453" y="574"/>
                </a:lnTo>
                <a:lnTo>
                  <a:pt x="1454" y="575"/>
                </a:lnTo>
                <a:lnTo>
                  <a:pt x="1455" y="575"/>
                </a:lnTo>
                <a:lnTo>
                  <a:pt x="1455" y="577"/>
                </a:lnTo>
                <a:lnTo>
                  <a:pt x="1455" y="578"/>
                </a:lnTo>
                <a:lnTo>
                  <a:pt x="1456" y="578"/>
                </a:lnTo>
                <a:lnTo>
                  <a:pt x="1458" y="579"/>
                </a:lnTo>
                <a:lnTo>
                  <a:pt x="1459" y="579"/>
                </a:lnTo>
                <a:lnTo>
                  <a:pt x="1461" y="579"/>
                </a:lnTo>
                <a:lnTo>
                  <a:pt x="1462" y="580"/>
                </a:lnTo>
                <a:lnTo>
                  <a:pt x="1464" y="580"/>
                </a:lnTo>
                <a:lnTo>
                  <a:pt x="1464" y="581"/>
                </a:lnTo>
                <a:lnTo>
                  <a:pt x="1464" y="582"/>
                </a:lnTo>
                <a:lnTo>
                  <a:pt x="1464" y="583"/>
                </a:lnTo>
                <a:lnTo>
                  <a:pt x="1465" y="584"/>
                </a:lnTo>
                <a:lnTo>
                  <a:pt x="1465" y="585"/>
                </a:lnTo>
                <a:lnTo>
                  <a:pt x="1465" y="586"/>
                </a:lnTo>
                <a:lnTo>
                  <a:pt x="1466" y="586"/>
                </a:lnTo>
                <a:lnTo>
                  <a:pt x="1466" y="587"/>
                </a:lnTo>
                <a:lnTo>
                  <a:pt x="1467" y="587"/>
                </a:lnTo>
                <a:lnTo>
                  <a:pt x="1469" y="586"/>
                </a:lnTo>
                <a:lnTo>
                  <a:pt x="1470" y="586"/>
                </a:lnTo>
                <a:lnTo>
                  <a:pt x="1471" y="586"/>
                </a:lnTo>
                <a:lnTo>
                  <a:pt x="1473" y="587"/>
                </a:lnTo>
                <a:lnTo>
                  <a:pt x="1475" y="587"/>
                </a:lnTo>
                <a:lnTo>
                  <a:pt x="1476" y="586"/>
                </a:lnTo>
                <a:lnTo>
                  <a:pt x="1477" y="586"/>
                </a:lnTo>
                <a:lnTo>
                  <a:pt x="1478" y="586"/>
                </a:lnTo>
                <a:lnTo>
                  <a:pt x="1479" y="586"/>
                </a:lnTo>
                <a:lnTo>
                  <a:pt x="1481" y="586"/>
                </a:lnTo>
                <a:lnTo>
                  <a:pt x="1482" y="586"/>
                </a:lnTo>
                <a:lnTo>
                  <a:pt x="1483" y="586"/>
                </a:lnTo>
                <a:lnTo>
                  <a:pt x="1483" y="584"/>
                </a:lnTo>
                <a:lnTo>
                  <a:pt x="1483" y="583"/>
                </a:lnTo>
                <a:lnTo>
                  <a:pt x="1483" y="581"/>
                </a:lnTo>
                <a:lnTo>
                  <a:pt x="1484" y="581"/>
                </a:lnTo>
                <a:lnTo>
                  <a:pt x="1486" y="581"/>
                </a:lnTo>
                <a:lnTo>
                  <a:pt x="1487" y="582"/>
                </a:lnTo>
                <a:lnTo>
                  <a:pt x="1488" y="582"/>
                </a:lnTo>
                <a:lnTo>
                  <a:pt x="1489" y="582"/>
                </a:lnTo>
                <a:lnTo>
                  <a:pt x="1490" y="582"/>
                </a:lnTo>
                <a:lnTo>
                  <a:pt x="1491" y="582"/>
                </a:lnTo>
                <a:lnTo>
                  <a:pt x="1493" y="581"/>
                </a:lnTo>
                <a:lnTo>
                  <a:pt x="1494" y="582"/>
                </a:lnTo>
                <a:lnTo>
                  <a:pt x="1495" y="583"/>
                </a:lnTo>
                <a:lnTo>
                  <a:pt x="1494" y="585"/>
                </a:lnTo>
                <a:lnTo>
                  <a:pt x="1494" y="586"/>
                </a:lnTo>
                <a:lnTo>
                  <a:pt x="1494" y="587"/>
                </a:lnTo>
                <a:lnTo>
                  <a:pt x="1494" y="589"/>
                </a:lnTo>
                <a:lnTo>
                  <a:pt x="1494" y="591"/>
                </a:lnTo>
                <a:lnTo>
                  <a:pt x="1495" y="592"/>
                </a:lnTo>
                <a:lnTo>
                  <a:pt x="1495" y="593"/>
                </a:lnTo>
                <a:lnTo>
                  <a:pt x="1496" y="595"/>
                </a:lnTo>
                <a:lnTo>
                  <a:pt x="1497" y="595"/>
                </a:lnTo>
                <a:lnTo>
                  <a:pt x="1499" y="597"/>
                </a:lnTo>
                <a:lnTo>
                  <a:pt x="1500" y="598"/>
                </a:lnTo>
                <a:lnTo>
                  <a:pt x="1503" y="598"/>
                </a:lnTo>
                <a:lnTo>
                  <a:pt x="1505" y="598"/>
                </a:lnTo>
                <a:lnTo>
                  <a:pt x="1506" y="599"/>
                </a:lnTo>
                <a:lnTo>
                  <a:pt x="1507" y="600"/>
                </a:lnTo>
                <a:lnTo>
                  <a:pt x="1508" y="600"/>
                </a:lnTo>
                <a:lnTo>
                  <a:pt x="1509" y="599"/>
                </a:lnTo>
                <a:lnTo>
                  <a:pt x="1510" y="599"/>
                </a:lnTo>
                <a:lnTo>
                  <a:pt x="1511" y="600"/>
                </a:lnTo>
                <a:lnTo>
                  <a:pt x="1514" y="601"/>
                </a:lnTo>
                <a:lnTo>
                  <a:pt x="1516" y="602"/>
                </a:lnTo>
                <a:lnTo>
                  <a:pt x="1519" y="603"/>
                </a:lnTo>
                <a:lnTo>
                  <a:pt x="1520" y="604"/>
                </a:lnTo>
                <a:lnTo>
                  <a:pt x="1521" y="605"/>
                </a:lnTo>
                <a:lnTo>
                  <a:pt x="1522" y="606"/>
                </a:lnTo>
                <a:lnTo>
                  <a:pt x="1520" y="606"/>
                </a:lnTo>
                <a:lnTo>
                  <a:pt x="1519" y="606"/>
                </a:lnTo>
                <a:lnTo>
                  <a:pt x="1518" y="606"/>
                </a:lnTo>
                <a:lnTo>
                  <a:pt x="1518" y="607"/>
                </a:lnTo>
                <a:lnTo>
                  <a:pt x="1519" y="607"/>
                </a:lnTo>
                <a:lnTo>
                  <a:pt x="1519" y="608"/>
                </a:lnTo>
                <a:lnTo>
                  <a:pt x="1521" y="610"/>
                </a:lnTo>
                <a:lnTo>
                  <a:pt x="1522" y="612"/>
                </a:lnTo>
                <a:lnTo>
                  <a:pt x="1523" y="614"/>
                </a:lnTo>
                <a:lnTo>
                  <a:pt x="1523" y="615"/>
                </a:lnTo>
                <a:lnTo>
                  <a:pt x="1523" y="616"/>
                </a:lnTo>
                <a:lnTo>
                  <a:pt x="1524" y="617"/>
                </a:lnTo>
                <a:lnTo>
                  <a:pt x="1526" y="618"/>
                </a:lnTo>
                <a:lnTo>
                  <a:pt x="1528" y="620"/>
                </a:lnTo>
                <a:lnTo>
                  <a:pt x="1529" y="621"/>
                </a:lnTo>
                <a:lnTo>
                  <a:pt x="1529" y="622"/>
                </a:lnTo>
                <a:lnTo>
                  <a:pt x="1530" y="624"/>
                </a:lnTo>
                <a:lnTo>
                  <a:pt x="1530" y="625"/>
                </a:lnTo>
                <a:lnTo>
                  <a:pt x="1529" y="626"/>
                </a:lnTo>
                <a:lnTo>
                  <a:pt x="1528" y="627"/>
                </a:lnTo>
                <a:lnTo>
                  <a:pt x="1529" y="628"/>
                </a:lnTo>
                <a:lnTo>
                  <a:pt x="1529" y="630"/>
                </a:lnTo>
                <a:lnTo>
                  <a:pt x="1530" y="630"/>
                </a:lnTo>
                <a:lnTo>
                  <a:pt x="1532" y="631"/>
                </a:lnTo>
                <a:lnTo>
                  <a:pt x="1533" y="631"/>
                </a:lnTo>
                <a:lnTo>
                  <a:pt x="1534" y="632"/>
                </a:lnTo>
                <a:lnTo>
                  <a:pt x="1534" y="633"/>
                </a:lnTo>
                <a:lnTo>
                  <a:pt x="1533" y="634"/>
                </a:lnTo>
                <a:lnTo>
                  <a:pt x="1532" y="635"/>
                </a:lnTo>
                <a:lnTo>
                  <a:pt x="1532" y="636"/>
                </a:lnTo>
                <a:lnTo>
                  <a:pt x="1533" y="637"/>
                </a:lnTo>
                <a:lnTo>
                  <a:pt x="1532" y="638"/>
                </a:lnTo>
                <a:lnTo>
                  <a:pt x="1531" y="639"/>
                </a:lnTo>
                <a:lnTo>
                  <a:pt x="1531" y="640"/>
                </a:lnTo>
                <a:lnTo>
                  <a:pt x="1533" y="641"/>
                </a:lnTo>
                <a:lnTo>
                  <a:pt x="1535" y="644"/>
                </a:lnTo>
                <a:lnTo>
                  <a:pt x="1536" y="647"/>
                </a:lnTo>
                <a:lnTo>
                  <a:pt x="1537" y="648"/>
                </a:lnTo>
                <a:lnTo>
                  <a:pt x="1538" y="648"/>
                </a:lnTo>
                <a:lnTo>
                  <a:pt x="1538" y="649"/>
                </a:lnTo>
                <a:lnTo>
                  <a:pt x="1538" y="650"/>
                </a:lnTo>
                <a:lnTo>
                  <a:pt x="1540" y="652"/>
                </a:lnTo>
                <a:lnTo>
                  <a:pt x="1540" y="653"/>
                </a:lnTo>
                <a:lnTo>
                  <a:pt x="1541" y="654"/>
                </a:lnTo>
                <a:lnTo>
                  <a:pt x="1542" y="655"/>
                </a:lnTo>
                <a:lnTo>
                  <a:pt x="1543" y="656"/>
                </a:lnTo>
                <a:lnTo>
                  <a:pt x="1544" y="658"/>
                </a:lnTo>
                <a:lnTo>
                  <a:pt x="1545" y="658"/>
                </a:lnTo>
                <a:lnTo>
                  <a:pt x="1546" y="658"/>
                </a:lnTo>
                <a:lnTo>
                  <a:pt x="1546" y="659"/>
                </a:lnTo>
                <a:lnTo>
                  <a:pt x="1546" y="660"/>
                </a:lnTo>
                <a:lnTo>
                  <a:pt x="1546" y="661"/>
                </a:lnTo>
                <a:lnTo>
                  <a:pt x="1547" y="662"/>
                </a:lnTo>
                <a:lnTo>
                  <a:pt x="1549" y="663"/>
                </a:lnTo>
                <a:lnTo>
                  <a:pt x="1549" y="664"/>
                </a:lnTo>
                <a:lnTo>
                  <a:pt x="1550" y="665"/>
                </a:lnTo>
                <a:lnTo>
                  <a:pt x="1551" y="666"/>
                </a:lnTo>
                <a:lnTo>
                  <a:pt x="1552" y="667"/>
                </a:lnTo>
                <a:lnTo>
                  <a:pt x="1553" y="669"/>
                </a:lnTo>
                <a:lnTo>
                  <a:pt x="1555" y="670"/>
                </a:lnTo>
                <a:lnTo>
                  <a:pt x="1556" y="671"/>
                </a:lnTo>
                <a:lnTo>
                  <a:pt x="1556" y="672"/>
                </a:lnTo>
                <a:lnTo>
                  <a:pt x="1556" y="673"/>
                </a:lnTo>
                <a:lnTo>
                  <a:pt x="1557" y="672"/>
                </a:lnTo>
                <a:lnTo>
                  <a:pt x="1559" y="672"/>
                </a:lnTo>
                <a:lnTo>
                  <a:pt x="1562" y="672"/>
                </a:lnTo>
                <a:lnTo>
                  <a:pt x="1563" y="673"/>
                </a:lnTo>
                <a:lnTo>
                  <a:pt x="1564" y="673"/>
                </a:lnTo>
                <a:lnTo>
                  <a:pt x="1565" y="674"/>
                </a:lnTo>
                <a:lnTo>
                  <a:pt x="1567" y="675"/>
                </a:lnTo>
                <a:lnTo>
                  <a:pt x="1569" y="676"/>
                </a:lnTo>
                <a:lnTo>
                  <a:pt x="1569" y="677"/>
                </a:lnTo>
                <a:lnTo>
                  <a:pt x="1570" y="678"/>
                </a:lnTo>
                <a:lnTo>
                  <a:pt x="1570" y="680"/>
                </a:lnTo>
                <a:lnTo>
                  <a:pt x="1570" y="681"/>
                </a:lnTo>
                <a:lnTo>
                  <a:pt x="1570" y="682"/>
                </a:lnTo>
                <a:lnTo>
                  <a:pt x="1571" y="682"/>
                </a:lnTo>
                <a:lnTo>
                  <a:pt x="1571" y="683"/>
                </a:lnTo>
                <a:lnTo>
                  <a:pt x="1572" y="683"/>
                </a:lnTo>
                <a:lnTo>
                  <a:pt x="1573" y="684"/>
                </a:lnTo>
                <a:lnTo>
                  <a:pt x="1573" y="687"/>
                </a:lnTo>
                <a:lnTo>
                  <a:pt x="1572" y="688"/>
                </a:lnTo>
                <a:lnTo>
                  <a:pt x="1572" y="689"/>
                </a:lnTo>
                <a:lnTo>
                  <a:pt x="1575" y="692"/>
                </a:lnTo>
                <a:lnTo>
                  <a:pt x="1576" y="692"/>
                </a:lnTo>
                <a:lnTo>
                  <a:pt x="1576" y="693"/>
                </a:lnTo>
                <a:lnTo>
                  <a:pt x="1576" y="694"/>
                </a:lnTo>
                <a:lnTo>
                  <a:pt x="1577" y="695"/>
                </a:lnTo>
                <a:lnTo>
                  <a:pt x="1578" y="696"/>
                </a:lnTo>
                <a:lnTo>
                  <a:pt x="1579" y="696"/>
                </a:lnTo>
                <a:lnTo>
                  <a:pt x="1579" y="697"/>
                </a:lnTo>
                <a:lnTo>
                  <a:pt x="1581" y="700"/>
                </a:lnTo>
                <a:lnTo>
                  <a:pt x="1582" y="701"/>
                </a:lnTo>
                <a:lnTo>
                  <a:pt x="1580" y="705"/>
                </a:lnTo>
                <a:lnTo>
                  <a:pt x="1579" y="711"/>
                </a:lnTo>
                <a:lnTo>
                  <a:pt x="1579" y="714"/>
                </a:lnTo>
                <a:lnTo>
                  <a:pt x="1579" y="715"/>
                </a:lnTo>
                <a:lnTo>
                  <a:pt x="1583" y="715"/>
                </a:lnTo>
                <a:lnTo>
                  <a:pt x="1584" y="715"/>
                </a:lnTo>
                <a:lnTo>
                  <a:pt x="1584" y="716"/>
                </a:lnTo>
                <a:lnTo>
                  <a:pt x="1584" y="717"/>
                </a:lnTo>
                <a:lnTo>
                  <a:pt x="1584" y="718"/>
                </a:lnTo>
                <a:lnTo>
                  <a:pt x="1583" y="718"/>
                </a:lnTo>
                <a:lnTo>
                  <a:pt x="1583" y="719"/>
                </a:lnTo>
                <a:lnTo>
                  <a:pt x="1582" y="719"/>
                </a:lnTo>
                <a:lnTo>
                  <a:pt x="1582" y="720"/>
                </a:lnTo>
                <a:lnTo>
                  <a:pt x="1582" y="722"/>
                </a:lnTo>
                <a:lnTo>
                  <a:pt x="1580" y="723"/>
                </a:lnTo>
                <a:lnTo>
                  <a:pt x="1580" y="724"/>
                </a:lnTo>
                <a:lnTo>
                  <a:pt x="1580" y="725"/>
                </a:lnTo>
                <a:lnTo>
                  <a:pt x="1579" y="726"/>
                </a:lnTo>
                <a:lnTo>
                  <a:pt x="1579" y="727"/>
                </a:lnTo>
                <a:lnTo>
                  <a:pt x="1579" y="729"/>
                </a:lnTo>
                <a:lnTo>
                  <a:pt x="1577" y="730"/>
                </a:lnTo>
                <a:lnTo>
                  <a:pt x="1577" y="731"/>
                </a:lnTo>
                <a:lnTo>
                  <a:pt x="1576" y="732"/>
                </a:lnTo>
                <a:lnTo>
                  <a:pt x="1576" y="733"/>
                </a:lnTo>
                <a:lnTo>
                  <a:pt x="1576" y="734"/>
                </a:lnTo>
                <a:lnTo>
                  <a:pt x="1575" y="735"/>
                </a:lnTo>
                <a:lnTo>
                  <a:pt x="1574" y="737"/>
                </a:lnTo>
                <a:lnTo>
                  <a:pt x="1572" y="738"/>
                </a:lnTo>
                <a:lnTo>
                  <a:pt x="1571" y="739"/>
                </a:lnTo>
                <a:lnTo>
                  <a:pt x="1570" y="740"/>
                </a:lnTo>
                <a:lnTo>
                  <a:pt x="1570" y="741"/>
                </a:lnTo>
                <a:lnTo>
                  <a:pt x="1569" y="741"/>
                </a:lnTo>
                <a:lnTo>
                  <a:pt x="1569" y="742"/>
                </a:lnTo>
                <a:lnTo>
                  <a:pt x="1568" y="742"/>
                </a:lnTo>
                <a:lnTo>
                  <a:pt x="1568" y="743"/>
                </a:lnTo>
                <a:lnTo>
                  <a:pt x="1569" y="745"/>
                </a:lnTo>
                <a:lnTo>
                  <a:pt x="1570" y="746"/>
                </a:lnTo>
                <a:lnTo>
                  <a:pt x="1573" y="750"/>
                </a:lnTo>
                <a:lnTo>
                  <a:pt x="1572" y="751"/>
                </a:lnTo>
                <a:lnTo>
                  <a:pt x="1576" y="758"/>
                </a:lnTo>
                <a:lnTo>
                  <a:pt x="1579" y="761"/>
                </a:lnTo>
                <a:lnTo>
                  <a:pt x="1579" y="766"/>
                </a:lnTo>
                <a:lnTo>
                  <a:pt x="1578" y="767"/>
                </a:lnTo>
                <a:lnTo>
                  <a:pt x="1579" y="768"/>
                </a:lnTo>
                <a:lnTo>
                  <a:pt x="1579" y="769"/>
                </a:lnTo>
                <a:lnTo>
                  <a:pt x="1579" y="770"/>
                </a:lnTo>
                <a:lnTo>
                  <a:pt x="1579" y="771"/>
                </a:lnTo>
                <a:lnTo>
                  <a:pt x="1579" y="772"/>
                </a:lnTo>
                <a:lnTo>
                  <a:pt x="1577" y="774"/>
                </a:lnTo>
                <a:lnTo>
                  <a:pt x="1576" y="774"/>
                </a:lnTo>
                <a:lnTo>
                  <a:pt x="1571" y="778"/>
                </a:lnTo>
                <a:lnTo>
                  <a:pt x="1569" y="781"/>
                </a:lnTo>
                <a:lnTo>
                  <a:pt x="1567" y="782"/>
                </a:lnTo>
                <a:lnTo>
                  <a:pt x="1563" y="785"/>
                </a:lnTo>
                <a:lnTo>
                  <a:pt x="1557" y="794"/>
                </a:lnTo>
                <a:lnTo>
                  <a:pt x="1551" y="802"/>
                </a:lnTo>
                <a:lnTo>
                  <a:pt x="1548" y="815"/>
                </a:lnTo>
                <a:lnTo>
                  <a:pt x="1547" y="821"/>
                </a:lnTo>
                <a:lnTo>
                  <a:pt x="1547" y="826"/>
                </a:lnTo>
                <a:lnTo>
                  <a:pt x="1549" y="828"/>
                </a:lnTo>
                <a:lnTo>
                  <a:pt x="1550" y="829"/>
                </a:lnTo>
                <a:lnTo>
                  <a:pt x="1552" y="829"/>
                </a:lnTo>
                <a:lnTo>
                  <a:pt x="1554" y="831"/>
                </a:lnTo>
                <a:lnTo>
                  <a:pt x="1556" y="832"/>
                </a:lnTo>
                <a:lnTo>
                  <a:pt x="1557" y="835"/>
                </a:lnTo>
                <a:lnTo>
                  <a:pt x="1557" y="836"/>
                </a:lnTo>
                <a:lnTo>
                  <a:pt x="1558" y="839"/>
                </a:lnTo>
                <a:lnTo>
                  <a:pt x="1560" y="843"/>
                </a:lnTo>
                <a:lnTo>
                  <a:pt x="1560" y="845"/>
                </a:lnTo>
                <a:lnTo>
                  <a:pt x="1560" y="846"/>
                </a:lnTo>
                <a:lnTo>
                  <a:pt x="1562" y="846"/>
                </a:lnTo>
                <a:lnTo>
                  <a:pt x="1566" y="848"/>
                </a:lnTo>
                <a:lnTo>
                  <a:pt x="1568" y="851"/>
                </a:lnTo>
                <a:lnTo>
                  <a:pt x="1565" y="855"/>
                </a:lnTo>
                <a:lnTo>
                  <a:pt x="1567" y="856"/>
                </a:lnTo>
                <a:lnTo>
                  <a:pt x="1566" y="857"/>
                </a:lnTo>
                <a:lnTo>
                  <a:pt x="1574" y="856"/>
                </a:lnTo>
                <a:lnTo>
                  <a:pt x="1577" y="854"/>
                </a:lnTo>
                <a:lnTo>
                  <a:pt x="1579" y="854"/>
                </a:lnTo>
                <a:lnTo>
                  <a:pt x="1582" y="855"/>
                </a:lnTo>
                <a:lnTo>
                  <a:pt x="1584" y="854"/>
                </a:lnTo>
                <a:lnTo>
                  <a:pt x="1586" y="854"/>
                </a:lnTo>
                <a:lnTo>
                  <a:pt x="1587" y="855"/>
                </a:lnTo>
                <a:lnTo>
                  <a:pt x="1588" y="854"/>
                </a:lnTo>
                <a:lnTo>
                  <a:pt x="1590" y="855"/>
                </a:lnTo>
                <a:lnTo>
                  <a:pt x="1592" y="856"/>
                </a:lnTo>
                <a:lnTo>
                  <a:pt x="1592" y="857"/>
                </a:lnTo>
                <a:lnTo>
                  <a:pt x="1593" y="858"/>
                </a:lnTo>
                <a:lnTo>
                  <a:pt x="1594" y="860"/>
                </a:lnTo>
                <a:lnTo>
                  <a:pt x="1595" y="860"/>
                </a:lnTo>
                <a:lnTo>
                  <a:pt x="1596" y="860"/>
                </a:lnTo>
                <a:lnTo>
                  <a:pt x="1597" y="860"/>
                </a:lnTo>
                <a:lnTo>
                  <a:pt x="1598" y="861"/>
                </a:lnTo>
                <a:lnTo>
                  <a:pt x="1599" y="862"/>
                </a:lnTo>
                <a:lnTo>
                  <a:pt x="1600" y="862"/>
                </a:lnTo>
                <a:lnTo>
                  <a:pt x="1602" y="863"/>
                </a:lnTo>
                <a:lnTo>
                  <a:pt x="1604" y="863"/>
                </a:lnTo>
                <a:lnTo>
                  <a:pt x="1607" y="863"/>
                </a:lnTo>
                <a:lnTo>
                  <a:pt x="1609" y="864"/>
                </a:lnTo>
                <a:lnTo>
                  <a:pt x="1611" y="865"/>
                </a:lnTo>
                <a:lnTo>
                  <a:pt x="1612" y="865"/>
                </a:lnTo>
                <a:lnTo>
                  <a:pt x="1612" y="863"/>
                </a:lnTo>
                <a:lnTo>
                  <a:pt x="1616" y="860"/>
                </a:lnTo>
                <a:lnTo>
                  <a:pt x="1617" y="860"/>
                </a:lnTo>
                <a:lnTo>
                  <a:pt x="1618" y="861"/>
                </a:lnTo>
                <a:lnTo>
                  <a:pt x="1621" y="864"/>
                </a:lnTo>
                <a:lnTo>
                  <a:pt x="1622" y="865"/>
                </a:lnTo>
                <a:lnTo>
                  <a:pt x="1622" y="866"/>
                </a:lnTo>
                <a:lnTo>
                  <a:pt x="1625" y="867"/>
                </a:lnTo>
                <a:lnTo>
                  <a:pt x="1628" y="869"/>
                </a:lnTo>
                <a:lnTo>
                  <a:pt x="1629" y="868"/>
                </a:lnTo>
                <a:lnTo>
                  <a:pt x="1630" y="868"/>
                </a:lnTo>
                <a:lnTo>
                  <a:pt x="1633" y="869"/>
                </a:lnTo>
                <a:lnTo>
                  <a:pt x="1638" y="869"/>
                </a:lnTo>
                <a:lnTo>
                  <a:pt x="1639" y="870"/>
                </a:lnTo>
                <a:lnTo>
                  <a:pt x="1641" y="869"/>
                </a:lnTo>
                <a:lnTo>
                  <a:pt x="1650" y="868"/>
                </a:lnTo>
                <a:lnTo>
                  <a:pt x="1657" y="868"/>
                </a:lnTo>
                <a:lnTo>
                  <a:pt x="1662" y="868"/>
                </a:lnTo>
                <a:lnTo>
                  <a:pt x="1664" y="868"/>
                </a:lnTo>
                <a:lnTo>
                  <a:pt x="1666" y="868"/>
                </a:lnTo>
                <a:lnTo>
                  <a:pt x="1667" y="868"/>
                </a:lnTo>
                <a:lnTo>
                  <a:pt x="1672" y="868"/>
                </a:lnTo>
                <a:lnTo>
                  <a:pt x="1676" y="868"/>
                </a:lnTo>
                <a:lnTo>
                  <a:pt x="1680" y="870"/>
                </a:lnTo>
                <a:lnTo>
                  <a:pt x="1685" y="873"/>
                </a:lnTo>
                <a:lnTo>
                  <a:pt x="1689" y="875"/>
                </a:lnTo>
                <a:lnTo>
                  <a:pt x="1690" y="874"/>
                </a:lnTo>
                <a:lnTo>
                  <a:pt x="1691" y="874"/>
                </a:lnTo>
                <a:lnTo>
                  <a:pt x="1696" y="873"/>
                </a:lnTo>
                <a:lnTo>
                  <a:pt x="1698" y="875"/>
                </a:lnTo>
                <a:lnTo>
                  <a:pt x="1705" y="874"/>
                </a:lnTo>
                <a:lnTo>
                  <a:pt x="1711" y="876"/>
                </a:lnTo>
                <a:lnTo>
                  <a:pt x="1714" y="876"/>
                </a:lnTo>
                <a:lnTo>
                  <a:pt x="1716" y="874"/>
                </a:lnTo>
                <a:lnTo>
                  <a:pt x="1719" y="874"/>
                </a:lnTo>
                <a:lnTo>
                  <a:pt x="1721" y="874"/>
                </a:lnTo>
                <a:lnTo>
                  <a:pt x="1723" y="874"/>
                </a:lnTo>
                <a:lnTo>
                  <a:pt x="1726" y="874"/>
                </a:lnTo>
                <a:lnTo>
                  <a:pt x="1729" y="873"/>
                </a:lnTo>
                <a:lnTo>
                  <a:pt x="1732" y="873"/>
                </a:lnTo>
                <a:lnTo>
                  <a:pt x="1733" y="873"/>
                </a:lnTo>
                <a:lnTo>
                  <a:pt x="1733" y="872"/>
                </a:lnTo>
                <a:lnTo>
                  <a:pt x="1735" y="872"/>
                </a:lnTo>
                <a:lnTo>
                  <a:pt x="1737" y="871"/>
                </a:lnTo>
                <a:lnTo>
                  <a:pt x="1743" y="872"/>
                </a:lnTo>
                <a:lnTo>
                  <a:pt x="1746" y="871"/>
                </a:lnTo>
                <a:lnTo>
                  <a:pt x="1747" y="871"/>
                </a:lnTo>
                <a:lnTo>
                  <a:pt x="1748" y="872"/>
                </a:lnTo>
                <a:lnTo>
                  <a:pt x="1749" y="872"/>
                </a:lnTo>
                <a:lnTo>
                  <a:pt x="1750" y="873"/>
                </a:lnTo>
                <a:lnTo>
                  <a:pt x="1751" y="874"/>
                </a:lnTo>
                <a:lnTo>
                  <a:pt x="1752" y="874"/>
                </a:lnTo>
                <a:lnTo>
                  <a:pt x="1754" y="875"/>
                </a:lnTo>
                <a:lnTo>
                  <a:pt x="1755" y="875"/>
                </a:lnTo>
                <a:lnTo>
                  <a:pt x="1756" y="875"/>
                </a:lnTo>
                <a:lnTo>
                  <a:pt x="1756" y="876"/>
                </a:lnTo>
                <a:lnTo>
                  <a:pt x="1757" y="876"/>
                </a:lnTo>
                <a:lnTo>
                  <a:pt x="1758" y="875"/>
                </a:lnTo>
                <a:lnTo>
                  <a:pt x="1759" y="875"/>
                </a:lnTo>
                <a:lnTo>
                  <a:pt x="1761" y="875"/>
                </a:lnTo>
                <a:lnTo>
                  <a:pt x="1762" y="875"/>
                </a:lnTo>
                <a:lnTo>
                  <a:pt x="1763" y="875"/>
                </a:lnTo>
                <a:lnTo>
                  <a:pt x="1765" y="875"/>
                </a:lnTo>
                <a:lnTo>
                  <a:pt x="1766" y="876"/>
                </a:lnTo>
                <a:lnTo>
                  <a:pt x="1770" y="875"/>
                </a:lnTo>
                <a:lnTo>
                  <a:pt x="1772" y="875"/>
                </a:lnTo>
                <a:lnTo>
                  <a:pt x="1773" y="875"/>
                </a:lnTo>
                <a:lnTo>
                  <a:pt x="1779" y="877"/>
                </a:lnTo>
                <a:lnTo>
                  <a:pt x="1780" y="877"/>
                </a:lnTo>
                <a:lnTo>
                  <a:pt x="1781" y="877"/>
                </a:lnTo>
                <a:lnTo>
                  <a:pt x="1783" y="878"/>
                </a:lnTo>
                <a:lnTo>
                  <a:pt x="1785" y="878"/>
                </a:lnTo>
                <a:lnTo>
                  <a:pt x="1786" y="877"/>
                </a:lnTo>
                <a:lnTo>
                  <a:pt x="1787" y="877"/>
                </a:lnTo>
                <a:lnTo>
                  <a:pt x="1788" y="878"/>
                </a:lnTo>
                <a:lnTo>
                  <a:pt x="1790" y="878"/>
                </a:lnTo>
                <a:lnTo>
                  <a:pt x="1791" y="878"/>
                </a:lnTo>
                <a:lnTo>
                  <a:pt x="1792" y="878"/>
                </a:lnTo>
                <a:lnTo>
                  <a:pt x="1793" y="879"/>
                </a:lnTo>
                <a:lnTo>
                  <a:pt x="1794" y="879"/>
                </a:lnTo>
                <a:lnTo>
                  <a:pt x="1795" y="880"/>
                </a:lnTo>
                <a:lnTo>
                  <a:pt x="1796" y="881"/>
                </a:lnTo>
                <a:lnTo>
                  <a:pt x="1797" y="881"/>
                </a:lnTo>
                <a:lnTo>
                  <a:pt x="1798" y="881"/>
                </a:lnTo>
                <a:lnTo>
                  <a:pt x="1799" y="881"/>
                </a:lnTo>
                <a:lnTo>
                  <a:pt x="1801" y="880"/>
                </a:lnTo>
                <a:lnTo>
                  <a:pt x="1802" y="881"/>
                </a:lnTo>
                <a:lnTo>
                  <a:pt x="1803" y="881"/>
                </a:lnTo>
                <a:lnTo>
                  <a:pt x="1803" y="880"/>
                </a:lnTo>
                <a:lnTo>
                  <a:pt x="1803" y="879"/>
                </a:lnTo>
                <a:lnTo>
                  <a:pt x="1805" y="880"/>
                </a:lnTo>
                <a:lnTo>
                  <a:pt x="1807" y="881"/>
                </a:lnTo>
                <a:lnTo>
                  <a:pt x="1809" y="882"/>
                </a:lnTo>
                <a:lnTo>
                  <a:pt x="1811" y="883"/>
                </a:lnTo>
                <a:lnTo>
                  <a:pt x="1813" y="884"/>
                </a:lnTo>
                <a:lnTo>
                  <a:pt x="1815" y="885"/>
                </a:lnTo>
                <a:lnTo>
                  <a:pt x="1816" y="885"/>
                </a:lnTo>
                <a:lnTo>
                  <a:pt x="1818" y="886"/>
                </a:lnTo>
                <a:lnTo>
                  <a:pt x="1819" y="887"/>
                </a:lnTo>
                <a:lnTo>
                  <a:pt x="1820" y="887"/>
                </a:lnTo>
                <a:lnTo>
                  <a:pt x="1822" y="887"/>
                </a:lnTo>
                <a:lnTo>
                  <a:pt x="1822" y="888"/>
                </a:lnTo>
                <a:lnTo>
                  <a:pt x="1822" y="889"/>
                </a:lnTo>
                <a:lnTo>
                  <a:pt x="1823" y="890"/>
                </a:lnTo>
                <a:lnTo>
                  <a:pt x="1824" y="890"/>
                </a:lnTo>
                <a:lnTo>
                  <a:pt x="1826" y="891"/>
                </a:lnTo>
                <a:lnTo>
                  <a:pt x="1830" y="893"/>
                </a:lnTo>
                <a:lnTo>
                  <a:pt x="1832" y="894"/>
                </a:lnTo>
                <a:lnTo>
                  <a:pt x="1839" y="897"/>
                </a:lnTo>
                <a:lnTo>
                  <a:pt x="1843" y="899"/>
                </a:lnTo>
                <a:lnTo>
                  <a:pt x="1846" y="900"/>
                </a:lnTo>
                <a:lnTo>
                  <a:pt x="1850" y="902"/>
                </a:lnTo>
                <a:lnTo>
                  <a:pt x="1853" y="903"/>
                </a:lnTo>
                <a:lnTo>
                  <a:pt x="1861" y="908"/>
                </a:lnTo>
                <a:lnTo>
                  <a:pt x="1864" y="909"/>
                </a:lnTo>
                <a:lnTo>
                  <a:pt x="1867" y="910"/>
                </a:lnTo>
                <a:lnTo>
                  <a:pt x="1868" y="911"/>
                </a:lnTo>
                <a:lnTo>
                  <a:pt x="1868" y="912"/>
                </a:lnTo>
                <a:lnTo>
                  <a:pt x="1871" y="915"/>
                </a:lnTo>
                <a:lnTo>
                  <a:pt x="1873" y="917"/>
                </a:lnTo>
                <a:lnTo>
                  <a:pt x="1877" y="918"/>
                </a:lnTo>
                <a:lnTo>
                  <a:pt x="1877" y="919"/>
                </a:lnTo>
                <a:lnTo>
                  <a:pt x="1878" y="921"/>
                </a:lnTo>
                <a:lnTo>
                  <a:pt x="1879" y="923"/>
                </a:lnTo>
                <a:lnTo>
                  <a:pt x="1879" y="924"/>
                </a:lnTo>
                <a:lnTo>
                  <a:pt x="1879" y="925"/>
                </a:lnTo>
                <a:lnTo>
                  <a:pt x="1880" y="926"/>
                </a:lnTo>
                <a:lnTo>
                  <a:pt x="1882" y="925"/>
                </a:lnTo>
                <a:lnTo>
                  <a:pt x="1884" y="925"/>
                </a:lnTo>
                <a:lnTo>
                  <a:pt x="1887" y="926"/>
                </a:lnTo>
                <a:lnTo>
                  <a:pt x="1891" y="927"/>
                </a:lnTo>
                <a:lnTo>
                  <a:pt x="1896" y="930"/>
                </a:lnTo>
                <a:lnTo>
                  <a:pt x="1902" y="932"/>
                </a:lnTo>
                <a:lnTo>
                  <a:pt x="1908" y="938"/>
                </a:lnTo>
                <a:lnTo>
                  <a:pt x="1910" y="939"/>
                </a:lnTo>
                <a:lnTo>
                  <a:pt x="1912" y="943"/>
                </a:lnTo>
                <a:lnTo>
                  <a:pt x="1913" y="944"/>
                </a:lnTo>
                <a:lnTo>
                  <a:pt x="1915" y="944"/>
                </a:lnTo>
                <a:lnTo>
                  <a:pt x="1917" y="944"/>
                </a:lnTo>
                <a:lnTo>
                  <a:pt x="1919" y="944"/>
                </a:lnTo>
                <a:lnTo>
                  <a:pt x="1920" y="945"/>
                </a:lnTo>
                <a:lnTo>
                  <a:pt x="1921" y="945"/>
                </a:lnTo>
                <a:lnTo>
                  <a:pt x="1922" y="946"/>
                </a:lnTo>
                <a:lnTo>
                  <a:pt x="1923" y="946"/>
                </a:lnTo>
                <a:lnTo>
                  <a:pt x="1925" y="946"/>
                </a:lnTo>
                <a:lnTo>
                  <a:pt x="1927" y="947"/>
                </a:lnTo>
                <a:lnTo>
                  <a:pt x="1928" y="947"/>
                </a:lnTo>
                <a:lnTo>
                  <a:pt x="1929" y="947"/>
                </a:lnTo>
                <a:lnTo>
                  <a:pt x="1929" y="948"/>
                </a:lnTo>
                <a:lnTo>
                  <a:pt x="1929" y="947"/>
                </a:lnTo>
                <a:lnTo>
                  <a:pt x="1930" y="947"/>
                </a:lnTo>
                <a:lnTo>
                  <a:pt x="1931" y="948"/>
                </a:lnTo>
                <a:lnTo>
                  <a:pt x="1932" y="948"/>
                </a:lnTo>
                <a:lnTo>
                  <a:pt x="1933" y="949"/>
                </a:lnTo>
                <a:lnTo>
                  <a:pt x="1934" y="950"/>
                </a:lnTo>
                <a:lnTo>
                  <a:pt x="1936" y="951"/>
                </a:lnTo>
                <a:lnTo>
                  <a:pt x="1937" y="953"/>
                </a:lnTo>
                <a:lnTo>
                  <a:pt x="1940" y="952"/>
                </a:lnTo>
                <a:lnTo>
                  <a:pt x="1949" y="951"/>
                </a:lnTo>
                <a:lnTo>
                  <a:pt x="1955" y="951"/>
                </a:lnTo>
                <a:lnTo>
                  <a:pt x="1966" y="949"/>
                </a:lnTo>
                <a:lnTo>
                  <a:pt x="1975" y="948"/>
                </a:lnTo>
                <a:lnTo>
                  <a:pt x="1976" y="949"/>
                </a:lnTo>
                <a:lnTo>
                  <a:pt x="1976" y="951"/>
                </a:lnTo>
                <a:lnTo>
                  <a:pt x="1974" y="954"/>
                </a:lnTo>
                <a:lnTo>
                  <a:pt x="1971" y="955"/>
                </a:lnTo>
                <a:lnTo>
                  <a:pt x="1969" y="961"/>
                </a:lnTo>
                <a:lnTo>
                  <a:pt x="1969" y="969"/>
                </a:lnTo>
                <a:lnTo>
                  <a:pt x="1967" y="976"/>
                </a:lnTo>
                <a:lnTo>
                  <a:pt x="1971" y="976"/>
                </a:lnTo>
                <a:lnTo>
                  <a:pt x="1976" y="978"/>
                </a:lnTo>
                <a:lnTo>
                  <a:pt x="1980" y="978"/>
                </a:lnTo>
                <a:lnTo>
                  <a:pt x="1985" y="978"/>
                </a:lnTo>
                <a:lnTo>
                  <a:pt x="1987" y="982"/>
                </a:lnTo>
                <a:lnTo>
                  <a:pt x="1988" y="984"/>
                </a:lnTo>
                <a:lnTo>
                  <a:pt x="1989" y="986"/>
                </a:lnTo>
                <a:lnTo>
                  <a:pt x="1990" y="988"/>
                </a:lnTo>
                <a:lnTo>
                  <a:pt x="1992" y="990"/>
                </a:lnTo>
                <a:lnTo>
                  <a:pt x="1994" y="994"/>
                </a:lnTo>
                <a:lnTo>
                  <a:pt x="1996" y="1001"/>
                </a:lnTo>
                <a:lnTo>
                  <a:pt x="1998" y="1007"/>
                </a:lnTo>
                <a:lnTo>
                  <a:pt x="2001" y="1012"/>
                </a:lnTo>
                <a:lnTo>
                  <a:pt x="2002" y="1014"/>
                </a:lnTo>
                <a:lnTo>
                  <a:pt x="2003" y="1018"/>
                </a:lnTo>
                <a:lnTo>
                  <a:pt x="2004" y="1020"/>
                </a:lnTo>
                <a:lnTo>
                  <a:pt x="2011" y="1032"/>
                </a:lnTo>
                <a:lnTo>
                  <a:pt x="2015" y="1038"/>
                </a:lnTo>
                <a:lnTo>
                  <a:pt x="2017" y="1052"/>
                </a:lnTo>
                <a:lnTo>
                  <a:pt x="2020" y="1056"/>
                </a:lnTo>
                <a:lnTo>
                  <a:pt x="2022" y="1058"/>
                </a:lnTo>
                <a:lnTo>
                  <a:pt x="2028" y="1063"/>
                </a:lnTo>
                <a:lnTo>
                  <a:pt x="2028" y="1064"/>
                </a:lnTo>
                <a:lnTo>
                  <a:pt x="2038" y="1072"/>
                </a:lnTo>
                <a:lnTo>
                  <a:pt x="2060" y="1091"/>
                </a:lnTo>
                <a:lnTo>
                  <a:pt x="2062" y="1109"/>
                </a:lnTo>
                <a:lnTo>
                  <a:pt x="2067" y="1109"/>
                </a:lnTo>
                <a:lnTo>
                  <a:pt x="2069" y="1108"/>
                </a:lnTo>
                <a:lnTo>
                  <a:pt x="2071" y="1108"/>
                </a:lnTo>
                <a:lnTo>
                  <a:pt x="2073" y="1108"/>
                </a:lnTo>
                <a:lnTo>
                  <a:pt x="2076" y="1108"/>
                </a:lnTo>
                <a:lnTo>
                  <a:pt x="2077" y="1107"/>
                </a:lnTo>
                <a:lnTo>
                  <a:pt x="2079" y="1107"/>
                </a:lnTo>
                <a:lnTo>
                  <a:pt x="2081" y="1107"/>
                </a:lnTo>
                <a:lnTo>
                  <a:pt x="2083" y="1107"/>
                </a:lnTo>
                <a:lnTo>
                  <a:pt x="2086" y="1107"/>
                </a:lnTo>
                <a:lnTo>
                  <a:pt x="2095" y="1105"/>
                </a:lnTo>
                <a:lnTo>
                  <a:pt x="2101" y="1106"/>
                </a:lnTo>
                <a:lnTo>
                  <a:pt x="2116" y="1106"/>
                </a:lnTo>
                <a:lnTo>
                  <a:pt x="2118" y="1105"/>
                </a:lnTo>
                <a:lnTo>
                  <a:pt x="2120" y="1105"/>
                </a:lnTo>
                <a:lnTo>
                  <a:pt x="2122" y="1104"/>
                </a:lnTo>
                <a:lnTo>
                  <a:pt x="2123" y="1104"/>
                </a:lnTo>
                <a:lnTo>
                  <a:pt x="2124" y="1104"/>
                </a:lnTo>
                <a:lnTo>
                  <a:pt x="2127" y="1103"/>
                </a:lnTo>
                <a:lnTo>
                  <a:pt x="2130" y="1103"/>
                </a:lnTo>
                <a:lnTo>
                  <a:pt x="2131" y="1102"/>
                </a:lnTo>
                <a:lnTo>
                  <a:pt x="2132" y="1102"/>
                </a:lnTo>
                <a:lnTo>
                  <a:pt x="2133" y="1102"/>
                </a:lnTo>
                <a:lnTo>
                  <a:pt x="2180" y="1109"/>
                </a:lnTo>
                <a:lnTo>
                  <a:pt x="2198" y="1112"/>
                </a:lnTo>
                <a:lnTo>
                  <a:pt x="2225" y="1116"/>
                </a:lnTo>
                <a:lnTo>
                  <a:pt x="2257" y="1118"/>
                </a:lnTo>
                <a:lnTo>
                  <a:pt x="2267" y="1119"/>
                </a:lnTo>
                <a:lnTo>
                  <a:pt x="2287" y="1121"/>
                </a:lnTo>
                <a:lnTo>
                  <a:pt x="2293" y="1121"/>
                </a:lnTo>
                <a:lnTo>
                  <a:pt x="2298" y="1121"/>
                </a:lnTo>
                <a:lnTo>
                  <a:pt x="2344" y="1125"/>
                </a:lnTo>
                <a:lnTo>
                  <a:pt x="2385" y="1117"/>
                </a:lnTo>
                <a:lnTo>
                  <a:pt x="2412" y="1118"/>
                </a:lnTo>
                <a:lnTo>
                  <a:pt x="2413" y="1117"/>
                </a:lnTo>
                <a:lnTo>
                  <a:pt x="2417" y="1112"/>
                </a:lnTo>
                <a:lnTo>
                  <a:pt x="2465" y="1114"/>
                </a:lnTo>
                <a:lnTo>
                  <a:pt x="2517" y="1126"/>
                </a:lnTo>
                <a:lnTo>
                  <a:pt x="2529" y="1129"/>
                </a:lnTo>
                <a:lnTo>
                  <a:pt x="2551" y="1131"/>
                </a:lnTo>
                <a:lnTo>
                  <a:pt x="2568" y="1152"/>
                </a:lnTo>
                <a:lnTo>
                  <a:pt x="2575" y="1160"/>
                </a:lnTo>
                <a:lnTo>
                  <a:pt x="2609" y="1168"/>
                </a:lnTo>
                <a:lnTo>
                  <a:pt x="2617" y="1166"/>
                </a:lnTo>
                <a:lnTo>
                  <a:pt x="2626" y="1167"/>
                </a:lnTo>
                <a:lnTo>
                  <a:pt x="2632" y="1167"/>
                </a:lnTo>
                <a:lnTo>
                  <a:pt x="2652" y="1176"/>
                </a:lnTo>
                <a:lnTo>
                  <a:pt x="2658" y="1179"/>
                </a:lnTo>
                <a:lnTo>
                  <a:pt x="2696" y="1195"/>
                </a:lnTo>
                <a:lnTo>
                  <a:pt x="2705" y="1197"/>
                </a:lnTo>
                <a:lnTo>
                  <a:pt x="2726" y="1201"/>
                </a:lnTo>
                <a:lnTo>
                  <a:pt x="2736" y="1203"/>
                </a:lnTo>
                <a:lnTo>
                  <a:pt x="2755" y="1203"/>
                </a:lnTo>
                <a:lnTo>
                  <a:pt x="2776" y="1199"/>
                </a:lnTo>
                <a:lnTo>
                  <a:pt x="2796" y="1196"/>
                </a:lnTo>
                <a:lnTo>
                  <a:pt x="2795" y="1218"/>
                </a:lnTo>
                <a:lnTo>
                  <a:pt x="2810" y="1219"/>
                </a:lnTo>
                <a:lnTo>
                  <a:pt x="2831" y="1219"/>
                </a:lnTo>
                <a:lnTo>
                  <a:pt x="2839" y="1226"/>
                </a:lnTo>
                <a:lnTo>
                  <a:pt x="2859" y="1209"/>
                </a:lnTo>
                <a:lnTo>
                  <a:pt x="2864" y="1209"/>
                </a:lnTo>
                <a:lnTo>
                  <a:pt x="2871" y="1206"/>
                </a:lnTo>
                <a:lnTo>
                  <a:pt x="2873" y="1204"/>
                </a:lnTo>
                <a:lnTo>
                  <a:pt x="2882" y="1200"/>
                </a:lnTo>
                <a:lnTo>
                  <a:pt x="2891" y="1195"/>
                </a:lnTo>
                <a:lnTo>
                  <a:pt x="2903" y="1189"/>
                </a:lnTo>
                <a:lnTo>
                  <a:pt x="2918" y="1184"/>
                </a:lnTo>
                <a:lnTo>
                  <a:pt x="2936" y="1177"/>
                </a:lnTo>
                <a:lnTo>
                  <a:pt x="2962" y="1167"/>
                </a:lnTo>
                <a:lnTo>
                  <a:pt x="2983" y="1158"/>
                </a:lnTo>
                <a:lnTo>
                  <a:pt x="2999" y="1153"/>
                </a:lnTo>
                <a:lnTo>
                  <a:pt x="3023" y="1150"/>
                </a:lnTo>
                <a:lnTo>
                  <a:pt x="3043" y="1145"/>
                </a:lnTo>
                <a:lnTo>
                  <a:pt x="3045" y="1141"/>
                </a:lnTo>
                <a:lnTo>
                  <a:pt x="3060" y="1136"/>
                </a:lnTo>
                <a:lnTo>
                  <a:pt x="3064" y="1136"/>
                </a:lnTo>
                <a:lnTo>
                  <a:pt x="3070" y="1140"/>
                </a:lnTo>
                <a:lnTo>
                  <a:pt x="3085" y="1140"/>
                </a:lnTo>
                <a:lnTo>
                  <a:pt x="3103" y="1141"/>
                </a:lnTo>
                <a:lnTo>
                  <a:pt x="3105" y="1140"/>
                </a:lnTo>
                <a:lnTo>
                  <a:pt x="3107" y="1140"/>
                </a:lnTo>
                <a:lnTo>
                  <a:pt x="3109" y="1140"/>
                </a:lnTo>
                <a:lnTo>
                  <a:pt x="3111" y="1139"/>
                </a:lnTo>
                <a:lnTo>
                  <a:pt x="3117" y="1138"/>
                </a:lnTo>
                <a:lnTo>
                  <a:pt x="3131" y="1136"/>
                </a:lnTo>
                <a:lnTo>
                  <a:pt x="3135" y="1138"/>
                </a:lnTo>
                <a:lnTo>
                  <a:pt x="3152" y="1138"/>
                </a:lnTo>
                <a:lnTo>
                  <a:pt x="3156" y="1138"/>
                </a:lnTo>
                <a:lnTo>
                  <a:pt x="3172" y="1141"/>
                </a:lnTo>
                <a:lnTo>
                  <a:pt x="3180" y="1141"/>
                </a:lnTo>
                <a:lnTo>
                  <a:pt x="3184" y="1142"/>
                </a:lnTo>
                <a:lnTo>
                  <a:pt x="3185" y="1143"/>
                </a:lnTo>
                <a:lnTo>
                  <a:pt x="3195" y="1138"/>
                </a:lnTo>
                <a:lnTo>
                  <a:pt x="3197" y="1137"/>
                </a:lnTo>
                <a:lnTo>
                  <a:pt x="3198" y="1137"/>
                </a:lnTo>
                <a:lnTo>
                  <a:pt x="3200" y="1137"/>
                </a:lnTo>
                <a:lnTo>
                  <a:pt x="3201" y="1136"/>
                </a:lnTo>
                <a:lnTo>
                  <a:pt x="3221" y="1138"/>
                </a:lnTo>
                <a:lnTo>
                  <a:pt x="3225" y="1139"/>
                </a:lnTo>
                <a:lnTo>
                  <a:pt x="3227" y="1138"/>
                </a:lnTo>
                <a:lnTo>
                  <a:pt x="3232" y="1137"/>
                </a:lnTo>
                <a:lnTo>
                  <a:pt x="3233" y="1137"/>
                </a:lnTo>
                <a:lnTo>
                  <a:pt x="3235" y="1137"/>
                </a:lnTo>
                <a:lnTo>
                  <a:pt x="3236" y="1137"/>
                </a:lnTo>
                <a:lnTo>
                  <a:pt x="3239" y="1137"/>
                </a:lnTo>
                <a:lnTo>
                  <a:pt x="3242" y="1136"/>
                </a:lnTo>
                <a:lnTo>
                  <a:pt x="3244" y="1135"/>
                </a:lnTo>
                <a:lnTo>
                  <a:pt x="3247" y="1135"/>
                </a:lnTo>
                <a:lnTo>
                  <a:pt x="3260" y="1126"/>
                </a:lnTo>
                <a:lnTo>
                  <a:pt x="3264" y="1124"/>
                </a:lnTo>
                <a:lnTo>
                  <a:pt x="3280" y="1118"/>
                </a:lnTo>
                <a:lnTo>
                  <a:pt x="3287" y="1118"/>
                </a:lnTo>
                <a:lnTo>
                  <a:pt x="3298" y="1118"/>
                </a:lnTo>
                <a:lnTo>
                  <a:pt x="3301" y="1114"/>
                </a:lnTo>
                <a:lnTo>
                  <a:pt x="3305" y="1113"/>
                </a:lnTo>
                <a:lnTo>
                  <a:pt x="3314" y="1110"/>
                </a:lnTo>
                <a:lnTo>
                  <a:pt x="3317" y="1109"/>
                </a:lnTo>
                <a:lnTo>
                  <a:pt x="3319" y="1108"/>
                </a:lnTo>
                <a:lnTo>
                  <a:pt x="3328" y="1103"/>
                </a:lnTo>
                <a:lnTo>
                  <a:pt x="3331" y="1097"/>
                </a:lnTo>
                <a:lnTo>
                  <a:pt x="3342" y="1090"/>
                </a:lnTo>
                <a:lnTo>
                  <a:pt x="3345" y="1087"/>
                </a:lnTo>
                <a:lnTo>
                  <a:pt x="3351" y="1079"/>
                </a:lnTo>
                <a:lnTo>
                  <a:pt x="3351" y="1077"/>
                </a:lnTo>
                <a:lnTo>
                  <a:pt x="3355" y="1072"/>
                </a:lnTo>
                <a:lnTo>
                  <a:pt x="3358" y="1070"/>
                </a:lnTo>
                <a:lnTo>
                  <a:pt x="3368" y="1060"/>
                </a:lnTo>
                <a:lnTo>
                  <a:pt x="3380" y="1047"/>
                </a:lnTo>
                <a:lnTo>
                  <a:pt x="3384" y="1045"/>
                </a:lnTo>
                <a:lnTo>
                  <a:pt x="3385" y="1044"/>
                </a:lnTo>
                <a:lnTo>
                  <a:pt x="3387" y="1044"/>
                </a:lnTo>
                <a:lnTo>
                  <a:pt x="3392" y="1042"/>
                </a:lnTo>
                <a:lnTo>
                  <a:pt x="3395" y="1040"/>
                </a:lnTo>
                <a:lnTo>
                  <a:pt x="3403" y="1038"/>
                </a:lnTo>
                <a:lnTo>
                  <a:pt x="3407" y="1037"/>
                </a:lnTo>
                <a:lnTo>
                  <a:pt x="3410" y="1037"/>
                </a:lnTo>
                <a:lnTo>
                  <a:pt x="3411" y="1036"/>
                </a:lnTo>
                <a:lnTo>
                  <a:pt x="3415" y="1032"/>
                </a:lnTo>
                <a:lnTo>
                  <a:pt x="3420" y="1030"/>
                </a:lnTo>
                <a:lnTo>
                  <a:pt x="3425" y="1031"/>
                </a:lnTo>
                <a:lnTo>
                  <a:pt x="3430" y="1031"/>
                </a:lnTo>
                <a:lnTo>
                  <a:pt x="3433" y="1028"/>
                </a:lnTo>
                <a:lnTo>
                  <a:pt x="3444" y="1018"/>
                </a:lnTo>
                <a:lnTo>
                  <a:pt x="3450" y="1012"/>
                </a:lnTo>
                <a:lnTo>
                  <a:pt x="3459" y="1012"/>
                </a:lnTo>
                <a:lnTo>
                  <a:pt x="3462" y="1010"/>
                </a:lnTo>
                <a:lnTo>
                  <a:pt x="3464" y="1010"/>
                </a:lnTo>
                <a:lnTo>
                  <a:pt x="3466" y="1004"/>
                </a:lnTo>
                <a:lnTo>
                  <a:pt x="3466" y="999"/>
                </a:lnTo>
                <a:lnTo>
                  <a:pt x="3465" y="997"/>
                </a:lnTo>
                <a:lnTo>
                  <a:pt x="3457" y="985"/>
                </a:lnTo>
                <a:lnTo>
                  <a:pt x="3450" y="978"/>
                </a:lnTo>
                <a:lnTo>
                  <a:pt x="3449" y="978"/>
                </a:lnTo>
                <a:lnTo>
                  <a:pt x="3446" y="977"/>
                </a:lnTo>
                <a:lnTo>
                  <a:pt x="3444" y="976"/>
                </a:lnTo>
                <a:lnTo>
                  <a:pt x="3440" y="974"/>
                </a:lnTo>
                <a:lnTo>
                  <a:pt x="3438" y="972"/>
                </a:lnTo>
                <a:lnTo>
                  <a:pt x="3437" y="970"/>
                </a:lnTo>
                <a:lnTo>
                  <a:pt x="3434" y="967"/>
                </a:lnTo>
                <a:lnTo>
                  <a:pt x="3433" y="965"/>
                </a:lnTo>
                <a:lnTo>
                  <a:pt x="3431" y="963"/>
                </a:lnTo>
                <a:lnTo>
                  <a:pt x="3429" y="962"/>
                </a:lnTo>
                <a:lnTo>
                  <a:pt x="3428" y="960"/>
                </a:lnTo>
                <a:lnTo>
                  <a:pt x="3427" y="957"/>
                </a:lnTo>
                <a:lnTo>
                  <a:pt x="3427" y="953"/>
                </a:lnTo>
                <a:lnTo>
                  <a:pt x="3427" y="951"/>
                </a:lnTo>
                <a:lnTo>
                  <a:pt x="3426" y="949"/>
                </a:lnTo>
                <a:lnTo>
                  <a:pt x="3423" y="948"/>
                </a:lnTo>
                <a:lnTo>
                  <a:pt x="3417" y="946"/>
                </a:lnTo>
                <a:lnTo>
                  <a:pt x="3416" y="942"/>
                </a:lnTo>
                <a:lnTo>
                  <a:pt x="3417" y="938"/>
                </a:lnTo>
                <a:lnTo>
                  <a:pt x="3422" y="929"/>
                </a:lnTo>
                <a:lnTo>
                  <a:pt x="3425" y="926"/>
                </a:lnTo>
                <a:lnTo>
                  <a:pt x="3427" y="922"/>
                </a:lnTo>
                <a:lnTo>
                  <a:pt x="3429" y="921"/>
                </a:lnTo>
                <a:lnTo>
                  <a:pt x="3430" y="920"/>
                </a:lnTo>
                <a:lnTo>
                  <a:pt x="3429" y="912"/>
                </a:lnTo>
                <a:lnTo>
                  <a:pt x="3431" y="906"/>
                </a:lnTo>
                <a:lnTo>
                  <a:pt x="3433" y="902"/>
                </a:lnTo>
                <a:lnTo>
                  <a:pt x="3435" y="899"/>
                </a:lnTo>
                <a:lnTo>
                  <a:pt x="3439" y="893"/>
                </a:lnTo>
                <a:lnTo>
                  <a:pt x="3442" y="890"/>
                </a:lnTo>
                <a:lnTo>
                  <a:pt x="3446" y="882"/>
                </a:lnTo>
                <a:lnTo>
                  <a:pt x="3448" y="879"/>
                </a:lnTo>
                <a:lnTo>
                  <a:pt x="3459" y="871"/>
                </a:lnTo>
                <a:lnTo>
                  <a:pt x="3465" y="869"/>
                </a:lnTo>
                <a:lnTo>
                  <a:pt x="3469" y="867"/>
                </a:lnTo>
                <a:lnTo>
                  <a:pt x="3475" y="867"/>
                </a:lnTo>
                <a:lnTo>
                  <a:pt x="3479" y="869"/>
                </a:lnTo>
                <a:lnTo>
                  <a:pt x="3505" y="870"/>
                </a:lnTo>
                <a:lnTo>
                  <a:pt x="3508" y="869"/>
                </a:lnTo>
                <a:lnTo>
                  <a:pt x="3518" y="876"/>
                </a:lnTo>
                <a:lnTo>
                  <a:pt x="3523" y="883"/>
                </a:lnTo>
                <a:lnTo>
                  <a:pt x="3533" y="888"/>
                </a:lnTo>
                <a:lnTo>
                  <a:pt x="3546" y="892"/>
                </a:lnTo>
                <a:lnTo>
                  <a:pt x="3553" y="892"/>
                </a:lnTo>
                <a:lnTo>
                  <a:pt x="3560" y="894"/>
                </a:lnTo>
                <a:lnTo>
                  <a:pt x="3561" y="894"/>
                </a:lnTo>
                <a:lnTo>
                  <a:pt x="3570" y="897"/>
                </a:lnTo>
                <a:lnTo>
                  <a:pt x="3584" y="898"/>
                </a:lnTo>
                <a:lnTo>
                  <a:pt x="3604" y="899"/>
                </a:lnTo>
                <a:lnTo>
                  <a:pt x="3608" y="901"/>
                </a:lnTo>
                <a:lnTo>
                  <a:pt x="3616" y="902"/>
                </a:lnTo>
                <a:lnTo>
                  <a:pt x="3623" y="898"/>
                </a:lnTo>
                <a:lnTo>
                  <a:pt x="3627" y="895"/>
                </a:lnTo>
                <a:lnTo>
                  <a:pt x="3631" y="891"/>
                </a:lnTo>
                <a:lnTo>
                  <a:pt x="3637" y="890"/>
                </a:lnTo>
                <a:lnTo>
                  <a:pt x="3637" y="889"/>
                </a:lnTo>
                <a:lnTo>
                  <a:pt x="3638" y="889"/>
                </a:lnTo>
                <a:lnTo>
                  <a:pt x="3639" y="889"/>
                </a:lnTo>
                <a:lnTo>
                  <a:pt x="3639" y="888"/>
                </a:lnTo>
                <a:lnTo>
                  <a:pt x="3639" y="887"/>
                </a:lnTo>
                <a:lnTo>
                  <a:pt x="3640" y="887"/>
                </a:lnTo>
                <a:lnTo>
                  <a:pt x="3640" y="885"/>
                </a:lnTo>
                <a:lnTo>
                  <a:pt x="3641" y="885"/>
                </a:lnTo>
                <a:lnTo>
                  <a:pt x="3642" y="885"/>
                </a:lnTo>
                <a:lnTo>
                  <a:pt x="3643" y="885"/>
                </a:lnTo>
                <a:lnTo>
                  <a:pt x="3645" y="885"/>
                </a:lnTo>
                <a:lnTo>
                  <a:pt x="3646" y="884"/>
                </a:lnTo>
                <a:lnTo>
                  <a:pt x="3650" y="884"/>
                </a:lnTo>
                <a:lnTo>
                  <a:pt x="3655" y="883"/>
                </a:lnTo>
                <a:lnTo>
                  <a:pt x="3659" y="881"/>
                </a:lnTo>
                <a:lnTo>
                  <a:pt x="3663" y="877"/>
                </a:lnTo>
                <a:lnTo>
                  <a:pt x="3664" y="876"/>
                </a:lnTo>
                <a:lnTo>
                  <a:pt x="3665" y="872"/>
                </a:lnTo>
                <a:lnTo>
                  <a:pt x="3666" y="872"/>
                </a:lnTo>
                <a:lnTo>
                  <a:pt x="3672" y="869"/>
                </a:lnTo>
                <a:lnTo>
                  <a:pt x="3679" y="864"/>
                </a:lnTo>
                <a:lnTo>
                  <a:pt x="3680" y="864"/>
                </a:lnTo>
                <a:lnTo>
                  <a:pt x="3686" y="858"/>
                </a:lnTo>
                <a:lnTo>
                  <a:pt x="3691" y="855"/>
                </a:lnTo>
                <a:lnTo>
                  <a:pt x="3691" y="853"/>
                </a:lnTo>
                <a:lnTo>
                  <a:pt x="3696" y="847"/>
                </a:lnTo>
                <a:lnTo>
                  <a:pt x="3698" y="843"/>
                </a:lnTo>
                <a:lnTo>
                  <a:pt x="3699" y="837"/>
                </a:lnTo>
                <a:lnTo>
                  <a:pt x="3716" y="831"/>
                </a:lnTo>
                <a:lnTo>
                  <a:pt x="3717" y="832"/>
                </a:lnTo>
                <a:lnTo>
                  <a:pt x="3733" y="837"/>
                </a:lnTo>
                <a:lnTo>
                  <a:pt x="3737" y="838"/>
                </a:lnTo>
                <a:lnTo>
                  <a:pt x="3740" y="837"/>
                </a:lnTo>
                <a:lnTo>
                  <a:pt x="3741" y="837"/>
                </a:lnTo>
                <a:lnTo>
                  <a:pt x="3743" y="837"/>
                </a:lnTo>
                <a:lnTo>
                  <a:pt x="3747" y="837"/>
                </a:lnTo>
                <a:lnTo>
                  <a:pt x="3749" y="836"/>
                </a:lnTo>
                <a:lnTo>
                  <a:pt x="3755" y="836"/>
                </a:lnTo>
                <a:lnTo>
                  <a:pt x="3772" y="836"/>
                </a:lnTo>
                <a:lnTo>
                  <a:pt x="3774" y="836"/>
                </a:lnTo>
                <a:lnTo>
                  <a:pt x="3789" y="832"/>
                </a:lnTo>
                <a:lnTo>
                  <a:pt x="3802" y="829"/>
                </a:lnTo>
                <a:lnTo>
                  <a:pt x="3805" y="827"/>
                </a:lnTo>
                <a:lnTo>
                  <a:pt x="3818" y="817"/>
                </a:lnTo>
                <a:lnTo>
                  <a:pt x="3824" y="811"/>
                </a:lnTo>
                <a:lnTo>
                  <a:pt x="3830" y="809"/>
                </a:lnTo>
                <a:lnTo>
                  <a:pt x="3832" y="809"/>
                </a:lnTo>
                <a:lnTo>
                  <a:pt x="3832" y="806"/>
                </a:lnTo>
                <a:lnTo>
                  <a:pt x="3834" y="806"/>
                </a:lnTo>
                <a:lnTo>
                  <a:pt x="3838" y="806"/>
                </a:lnTo>
                <a:lnTo>
                  <a:pt x="3840" y="807"/>
                </a:lnTo>
                <a:lnTo>
                  <a:pt x="3842" y="806"/>
                </a:lnTo>
                <a:lnTo>
                  <a:pt x="3845" y="806"/>
                </a:lnTo>
                <a:lnTo>
                  <a:pt x="3848" y="803"/>
                </a:lnTo>
                <a:lnTo>
                  <a:pt x="3849" y="802"/>
                </a:lnTo>
                <a:lnTo>
                  <a:pt x="3849" y="800"/>
                </a:lnTo>
                <a:lnTo>
                  <a:pt x="3851" y="799"/>
                </a:lnTo>
                <a:lnTo>
                  <a:pt x="3853" y="797"/>
                </a:lnTo>
                <a:lnTo>
                  <a:pt x="3855" y="797"/>
                </a:lnTo>
                <a:lnTo>
                  <a:pt x="3854" y="791"/>
                </a:lnTo>
                <a:lnTo>
                  <a:pt x="3855" y="790"/>
                </a:lnTo>
                <a:lnTo>
                  <a:pt x="3853" y="788"/>
                </a:lnTo>
                <a:lnTo>
                  <a:pt x="3851" y="787"/>
                </a:lnTo>
                <a:lnTo>
                  <a:pt x="3854" y="777"/>
                </a:lnTo>
                <a:lnTo>
                  <a:pt x="3856" y="774"/>
                </a:lnTo>
                <a:lnTo>
                  <a:pt x="3866" y="761"/>
                </a:lnTo>
                <a:lnTo>
                  <a:pt x="3869" y="760"/>
                </a:lnTo>
                <a:lnTo>
                  <a:pt x="3877" y="751"/>
                </a:lnTo>
                <a:lnTo>
                  <a:pt x="3880" y="748"/>
                </a:lnTo>
                <a:lnTo>
                  <a:pt x="3882" y="744"/>
                </a:lnTo>
                <a:lnTo>
                  <a:pt x="3884" y="743"/>
                </a:lnTo>
                <a:lnTo>
                  <a:pt x="3890" y="741"/>
                </a:lnTo>
                <a:lnTo>
                  <a:pt x="3897" y="740"/>
                </a:lnTo>
                <a:lnTo>
                  <a:pt x="3899" y="740"/>
                </a:lnTo>
                <a:lnTo>
                  <a:pt x="3899" y="739"/>
                </a:lnTo>
                <a:lnTo>
                  <a:pt x="3900" y="738"/>
                </a:lnTo>
                <a:lnTo>
                  <a:pt x="3902" y="738"/>
                </a:lnTo>
                <a:lnTo>
                  <a:pt x="3903" y="736"/>
                </a:lnTo>
                <a:lnTo>
                  <a:pt x="3903" y="735"/>
                </a:lnTo>
                <a:lnTo>
                  <a:pt x="3904" y="735"/>
                </a:lnTo>
                <a:lnTo>
                  <a:pt x="3905" y="735"/>
                </a:lnTo>
                <a:lnTo>
                  <a:pt x="3911" y="736"/>
                </a:lnTo>
                <a:lnTo>
                  <a:pt x="3920" y="737"/>
                </a:lnTo>
                <a:lnTo>
                  <a:pt x="3922" y="737"/>
                </a:lnTo>
                <a:lnTo>
                  <a:pt x="3928" y="737"/>
                </a:lnTo>
                <a:lnTo>
                  <a:pt x="3942" y="737"/>
                </a:lnTo>
                <a:lnTo>
                  <a:pt x="3952" y="737"/>
                </a:lnTo>
                <a:lnTo>
                  <a:pt x="3954" y="733"/>
                </a:lnTo>
                <a:lnTo>
                  <a:pt x="3953" y="731"/>
                </a:lnTo>
                <a:lnTo>
                  <a:pt x="3955" y="726"/>
                </a:lnTo>
                <a:lnTo>
                  <a:pt x="3959" y="720"/>
                </a:lnTo>
                <a:lnTo>
                  <a:pt x="3957" y="715"/>
                </a:lnTo>
                <a:lnTo>
                  <a:pt x="3960" y="714"/>
                </a:lnTo>
                <a:lnTo>
                  <a:pt x="3964" y="713"/>
                </a:lnTo>
                <a:lnTo>
                  <a:pt x="3966" y="713"/>
                </a:lnTo>
                <a:lnTo>
                  <a:pt x="3969" y="713"/>
                </a:lnTo>
                <a:lnTo>
                  <a:pt x="3971" y="713"/>
                </a:lnTo>
                <a:lnTo>
                  <a:pt x="3973" y="712"/>
                </a:lnTo>
                <a:lnTo>
                  <a:pt x="3976" y="713"/>
                </a:lnTo>
                <a:lnTo>
                  <a:pt x="3977" y="714"/>
                </a:lnTo>
                <a:lnTo>
                  <a:pt x="3977" y="715"/>
                </a:lnTo>
                <a:lnTo>
                  <a:pt x="3977" y="717"/>
                </a:lnTo>
                <a:lnTo>
                  <a:pt x="3978" y="718"/>
                </a:lnTo>
                <a:lnTo>
                  <a:pt x="3980" y="720"/>
                </a:lnTo>
                <a:lnTo>
                  <a:pt x="3982" y="721"/>
                </a:lnTo>
                <a:lnTo>
                  <a:pt x="3984" y="721"/>
                </a:lnTo>
                <a:lnTo>
                  <a:pt x="3987" y="721"/>
                </a:lnTo>
                <a:lnTo>
                  <a:pt x="3988" y="720"/>
                </a:lnTo>
                <a:lnTo>
                  <a:pt x="3989" y="719"/>
                </a:lnTo>
                <a:lnTo>
                  <a:pt x="3992" y="720"/>
                </a:lnTo>
                <a:lnTo>
                  <a:pt x="3994" y="720"/>
                </a:lnTo>
                <a:lnTo>
                  <a:pt x="3996" y="719"/>
                </a:lnTo>
                <a:lnTo>
                  <a:pt x="3997" y="719"/>
                </a:lnTo>
                <a:lnTo>
                  <a:pt x="3998" y="718"/>
                </a:lnTo>
                <a:lnTo>
                  <a:pt x="3997" y="716"/>
                </a:lnTo>
                <a:lnTo>
                  <a:pt x="3998" y="715"/>
                </a:lnTo>
                <a:lnTo>
                  <a:pt x="3999" y="715"/>
                </a:lnTo>
                <a:lnTo>
                  <a:pt x="4000" y="714"/>
                </a:lnTo>
                <a:lnTo>
                  <a:pt x="4001" y="713"/>
                </a:lnTo>
                <a:lnTo>
                  <a:pt x="4002" y="712"/>
                </a:lnTo>
                <a:lnTo>
                  <a:pt x="4003" y="711"/>
                </a:lnTo>
                <a:lnTo>
                  <a:pt x="4005" y="711"/>
                </a:lnTo>
                <a:lnTo>
                  <a:pt x="4007" y="711"/>
                </a:lnTo>
                <a:lnTo>
                  <a:pt x="4008" y="711"/>
                </a:lnTo>
                <a:lnTo>
                  <a:pt x="4009" y="709"/>
                </a:lnTo>
                <a:lnTo>
                  <a:pt x="4010" y="709"/>
                </a:lnTo>
                <a:lnTo>
                  <a:pt x="4013" y="710"/>
                </a:lnTo>
                <a:lnTo>
                  <a:pt x="4015" y="709"/>
                </a:lnTo>
                <a:lnTo>
                  <a:pt x="4021" y="705"/>
                </a:lnTo>
                <a:lnTo>
                  <a:pt x="4023" y="704"/>
                </a:lnTo>
                <a:lnTo>
                  <a:pt x="4026" y="704"/>
                </a:lnTo>
                <a:lnTo>
                  <a:pt x="4027" y="704"/>
                </a:lnTo>
                <a:lnTo>
                  <a:pt x="4029" y="703"/>
                </a:lnTo>
                <a:lnTo>
                  <a:pt x="4030" y="702"/>
                </a:lnTo>
                <a:lnTo>
                  <a:pt x="4031" y="701"/>
                </a:lnTo>
                <a:lnTo>
                  <a:pt x="4034" y="701"/>
                </a:lnTo>
                <a:lnTo>
                  <a:pt x="4038" y="698"/>
                </a:lnTo>
                <a:lnTo>
                  <a:pt x="4046" y="700"/>
                </a:lnTo>
                <a:lnTo>
                  <a:pt x="4049" y="702"/>
                </a:lnTo>
                <a:lnTo>
                  <a:pt x="4063" y="703"/>
                </a:lnTo>
                <a:lnTo>
                  <a:pt x="4067" y="700"/>
                </a:lnTo>
                <a:lnTo>
                  <a:pt x="4068" y="700"/>
                </a:lnTo>
                <a:lnTo>
                  <a:pt x="4069" y="701"/>
                </a:lnTo>
                <a:lnTo>
                  <a:pt x="4070" y="703"/>
                </a:lnTo>
                <a:lnTo>
                  <a:pt x="4075" y="703"/>
                </a:lnTo>
                <a:lnTo>
                  <a:pt x="4080" y="704"/>
                </a:lnTo>
                <a:lnTo>
                  <a:pt x="4081" y="704"/>
                </a:lnTo>
                <a:lnTo>
                  <a:pt x="4081" y="703"/>
                </a:lnTo>
                <a:lnTo>
                  <a:pt x="4081" y="702"/>
                </a:lnTo>
                <a:lnTo>
                  <a:pt x="4080" y="701"/>
                </a:lnTo>
                <a:lnTo>
                  <a:pt x="4086" y="695"/>
                </a:lnTo>
                <a:lnTo>
                  <a:pt x="4088" y="695"/>
                </a:lnTo>
                <a:lnTo>
                  <a:pt x="4091" y="695"/>
                </a:lnTo>
                <a:lnTo>
                  <a:pt x="4092" y="695"/>
                </a:lnTo>
                <a:lnTo>
                  <a:pt x="4092" y="696"/>
                </a:lnTo>
                <a:lnTo>
                  <a:pt x="4093" y="698"/>
                </a:lnTo>
                <a:lnTo>
                  <a:pt x="4092" y="699"/>
                </a:lnTo>
                <a:lnTo>
                  <a:pt x="4093" y="700"/>
                </a:lnTo>
                <a:lnTo>
                  <a:pt x="4095" y="700"/>
                </a:lnTo>
                <a:lnTo>
                  <a:pt x="4097" y="699"/>
                </a:lnTo>
                <a:lnTo>
                  <a:pt x="4100" y="698"/>
                </a:lnTo>
                <a:lnTo>
                  <a:pt x="4102" y="700"/>
                </a:lnTo>
                <a:lnTo>
                  <a:pt x="4105" y="704"/>
                </a:lnTo>
                <a:lnTo>
                  <a:pt x="4109" y="708"/>
                </a:lnTo>
                <a:lnTo>
                  <a:pt x="4110" y="708"/>
                </a:lnTo>
                <a:lnTo>
                  <a:pt x="4111" y="708"/>
                </a:lnTo>
                <a:lnTo>
                  <a:pt x="4113" y="707"/>
                </a:lnTo>
                <a:lnTo>
                  <a:pt x="4114" y="707"/>
                </a:lnTo>
                <a:lnTo>
                  <a:pt x="4118" y="708"/>
                </a:lnTo>
                <a:lnTo>
                  <a:pt x="4121" y="708"/>
                </a:lnTo>
                <a:lnTo>
                  <a:pt x="4123" y="708"/>
                </a:lnTo>
                <a:lnTo>
                  <a:pt x="4124" y="709"/>
                </a:lnTo>
                <a:lnTo>
                  <a:pt x="4126" y="710"/>
                </a:lnTo>
                <a:lnTo>
                  <a:pt x="4128" y="712"/>
                </a:lnTo>
                <a:lnTo>
                  <a:pt x="4129" y="712"/>
                </a:lnTo>
                <a:lnTo>
                  <a:pt x="4131" y="711"/>
                </a:lnTo>
                <a:lnTo>
                  <a:pt x="4132" y="711"/>
                </a:lnTo>
                <a:lnTo>
                  <a:pt x="4133" y="712"/>
                </a:lnTo>
                <a:lnTo>
                  <a:pt x="4134" y="712"/>
                </a:lnTo>
                <a:lnTo>
                  <a:pt x="4135" y="711"/>
                </a:lnTo>
                <a:lnTo>
                  <a:pt x="4138" y="709"/>
                </a:lnTo>
                <a:lnTo>
                  <a:pt x="4143" y="710"/>
                </a:lnTo>
                <a:lnTo>
                  <a:pt x="4145" y="709"/>
                </a:lnTo>
                <a:lnTo>
                  <a:pt x="4146" y="709"/>
                </a:lnTo>
                <a:lnTo>
                  <a:pt x="4150" y="709"/>
                </a:lnTo>
                <a:lnTo>
                  <a:pt x="4152" y="711"/>
                </a:lnTo>
                <a:lnTo>
                  <a:pt x="4154" y="711"/>
                </a:lnTo>
                <a:lnTo>
                  <a:pt x="4157" y="710"/>
                </a:lnTo>
                <a:lnTo>
                  <a:pt x="4158" y="710"/>
                </a:lnTo>
                <a:lnTo>
                  <a:pt x="4159" y="711"/>
                </a:lnTo>
                <a:lnTo>
                  <a:pt x="4160" y="711"/>
                </a:lnTo>
                <a:lnTo>
                  <a:pt x="4161" y="712"/>
                </a:lnTo>
                <a:lnTo>
                  <a:pt x="4161" y="713"/>
                </a:lnTo>
                <a:lnTo>
                  <a:pt x="4161" y="714"/>
                </a:lnTo>
                <a:lnTo>
                  <a:pt x="4164" y="713"/>
                </a:lnTo>
                <a:lnTo>
                  <a:pt x="4165" y="711"/>
                </a:lnTo>
                <a:lnTo>
                  <a:pt x="4167" y="711"/>
                </a:lnTo>
                <a:lnTo>
                  <a:pt x="4168" y="711"/>
                </a:lnTo>
                <a:lnTo>
                  <a:pt x="4169" y="711"/>
                </a:lnTo>
                <a:lnTo>
                  <a:pt x="4171" y="708"/>
                </a:lnTo>
                <a:lnTo>
                  <a:pt x="4172" y="707"/>
                </a:lnTo>
                <a:lnTo>
                  <a:pt x="4173" y="705"/>
                </a:lnTo>
                <a:lnTo>
                  <a:pt x="4172" y="704"/>
                </a:lnTo>
                <a:lnTo>
                  <a:pt x="4178" y="706"/>
                </a:lnTo>
                <a:lnTo>
                  <a:pt x="4179" y="706"/>
                </a:lnTo>
                <a:lnTo>
                  <a:pt x="4182" y="706"/>
                </a:lnTo>
                <a:lnTo>
                  <a:pt x="4182" y="704"/>
                </a:lnTo>
                <a:lnTo>
                  <a:pt x="4182" y="703"/>
                </a:lnTo>
                <a:lnTo>
                  <a:pt x="4183" y="702"/>
                </a:lnTo>
                <a:lnTo>
                  <a:pt x="4184" y="701"/>
                </a:lnTo>
                <a:lnTo>
                  <a:pt x="4183" y="699"/>
                </a:lnTo>
                <a:lnTo>
                  <a:pt x="4182" y="697"/>
                </a:lnTo>
                <a:lnTo>
                  <a:pt x="4182" y="696"/>
                </a:lnTo>
                <a:lnTo>
                  <a:pt x="4181" y="696"/>
                </a:lnTo>
                <a:lnTo>
                  <a:pt x="4184" y="693"/>
                </a:lnTo>
                <a:lnTo>
                  <a:pt x="4184" y="692"/>
                </a:lnTo>
                <a:lnTo>
                  <a:pt x="4183" y="690"/>
                </a:lnTo>
                <a:lnTo>
                  <a:pt x="4183" y="688"/>
                </a:lnTo>
                <a:lnTo>
                  <a:pt x="4184" y="687"/>
                </a:lnTo>
                <a:lnTo>
                  <a:pt x="4182" y="687"/>
                </a:lnTo>
                <a:lnTo>
                  <a:pt x="4182" y="683"/>
                </a:lnTo>
                <a:lnTo>
                  <a:pt x="4183" y="681"/>
                </a:lnTo>
                <a:lnTo>
                  <a:pt x="4177" y="680"/>
                </a:lnTo>
                <a:lnTo>
                  <a:pt x="4176" y="677"/>
                </a:lnTo>
                <a:lnTo>
                  <a:pt x="4178" y="676"/>
                </a:lnTo>
                <a:lnTo>
                  <a:pt x="4177" y="676"/>
                </a:lnTo>
                <a:lnTo>
                  <a:pt x="4176" y="675"/>
                </a:lnTo>
                <a:lnTo>
                  <a:pt x="4173" y="672"/>
                </a:lnTo>
                <a:lnTo>
                  <a:pt x="4172" y="672"/>
                </a:lnTo>
                <a:lnTo>
                  <a:pt x="4171" y="670"/>
                </a:lnTo>
                <a:lnTo>
                  <a:pt x="4171" y="669"/>
                </a:lnTo>
                <a:lnTo>
                  <a:pt x="4171" y="668"/>
                </a:lnTo>
                <a:lnTo>
                  <a:pt x="4171" y="667"/>
                </a:lnTo>
                <a:lnTo>
                  <a:pt x="4172" y="666"/>
                </a:lnTo>
                <a:lnTo>
                  <a:pt x="4169" y="659"/>
                </a:lnTo>
                <a:lnTo>
                  <a:pt x="4168" y="658"/>
                </a:lnTo>
                <a:lnTo>
                  <a:pt x="4165" y="654"/>
                </a:lnTo>
                <a:lnTo>
                  <a:pt x="4165" y="653"/>
                </a:lnTo>
                <a:lnTo>
                  <a:pt x="4163" y="652"/>
                </a:lnTo>
                <a:lnTo>
                  <a:pt x="4162" y="651"/>
                </a:lnTo>
                <a:lnTo>
                  <a:pt x="4160" y="650"/>
                </a:lnTo>
                <a:lnTo>
                  <a:pt x="4159" y="648"/>
                </a:lnTo>
                <a:lnTo>
                  <a:pt x="4158" y="648"/>
                </a:lnTo>
                <a:lnTo>
                  <a:pt x="4158" y="647"/>
                </a:lnTo>
                <a:lnTo>
                  <a:pt x="4157" y="647"/>
                </a:lnTo>
                <a:lnTo>
                  <a:pt x="4156" y="646"/>
                </a:lnTo>
                <a:lnTo>
                  <a:pt x="4155" y="646"/>
                </a:lnTo>
                <a:lnTo>
                  <a:pt x="4154" y="646"/>
                </a:lnTo>
                <a:lnTo>
                  <a:pt x="4153" y="646"/>
                </a:lnTo>
                <a:lnTo>
                  <a:pt x="4152" y="646"/>
                </a:lnTo>
                <a:lnTo>
                  <a:pt x="4151" y="646"/>
                </a:lnTo>
                <a:lnTo>
                  <a:pt x="4150" y="646"/>
                </a:lnTo>
                <a:lnTo>
                  <a:pt x="4150" y="645"/>
                </a:lnTo>
                <a:lnTo>
                  <a:pt x="4150" y="644"/>
                </a:lnTo>
                <a:lnTo>
                  <a:pt x="4151" y="644"/>
                </a:lnTo>
                <a:lnTo>
                  <a:pt x="4150" y="643"/>
                </a:lnTo>
                <a:lnTo>
                  <a:pt x="4150" y="644"/>
                </a:lnTo>
                <a:lnTo>
                  <a:pt x="4150" y="643"/>
                </a:lnTo>
                <a:lnTo>
                  <a:pt x="4151" y="643"/>
                </a:lnTo>
                <a:lnTo>
                  <a:pt x="4151" y="642"/>
                </a:lnTo>
                <a:lnTo>
                  <a:pt x="4150" y="643"/>
                </a:lnTo>
                <a:lnTo>
                  <a:pt x="4151" y="643"/>
                </a:lnTo>
                <a:lnTo>
                  <a:pt x="4150" y="643"/>
                </a:lnTo>
                <a:lnTo>
                  <a:pt x="4150" y="642"/>
                </a:lnTo>
                <a:lnTo>
                  <a:pt x="4151" y="642"/>
                </a:lnTo>
                <a:lnTo>
                  <a:pt x="4150" y="642"/>
                </a:lnTo>
                <a:lnTo>
                  <a:pt x="4150" y="641"/>
                </a:lnTo>
                <a:lnTo>
                  <a:pt x="4148" y="641"/>
                </a:lnTo>
                <a:lnTo>
                  <a:pt x="4148" y="640"/>
                </a:lnTo>
                <a:lnTo>
                  <a:pt x="4147" y="641"/>
                </a:lnTo>
                <a:lnTo>
                  <a:pt x="4147" y="640"/>
                </a:lnTo>
                <a:lnTo>
                  <a:pt x="4147" y="639"/>
                </a:lnTo>
                <a:lnTo>
                  <a:pt x="4146" y="639"/>
                </a:lnTo>
                <a:lnTo>
                  <a:pt x="4145" y="639"/>
                </a:lnTo>
                <a:lnTo>
                  <a:pt x="4145" y="638"/>
                </a:lnTo>
                <a:lnTo>
                  <a:pt x="4145" y="639"/>
                </a:lnTo>
                <a:lnTo>
                  <a:pt x="4144" y="639"/>
                </a:lnTo>
                <a:lnTo>
                  <a:pt x="4144" y="638"/>
                </a:lnTo>
                <a:lnTo>
                  <a:pt x="4143" y="638"/>
                </a:lnTo>
                <a:lnTo>
                  <a:pt x="4143" y="637"/>
                </a:lnTo>
                <a:lnTo>
                  <a:pt x="4142" y="637"/>
                </a:lnTo>
                <a:lnTo>
                  <a:pt x="4141" y="636"/>
                </a:lnTo>
                <a:lnTo>
                  <a:pt x="4140" y="636"/>
                </a:lnTo>
                <a:lnTo>
                  <a:pt x="4140" y="635"/>
                </a:lnTo>
                <a:lnTo>
                  <a:pt x="4139" y="634"/>
                </a:lnTo>
                <a:lnTo>
                  <a:pt x="4139" y="633"/>
                </a:lnTo>
                <a:lnTo>
                  <a:pt x="4138" y="633"/>
                </a:lnTo>
                <a:lnTo>
                  <a:pt x="4137" y="633"/>
                </a:lnTo>
                <a:lnTo>
                  <a:pt x="4138" y="633"/>
                </a:lnTo>
                <a:lnTo>
                  <a:pt x="4137" y="633"/>
                </a:lnTo>
                <a:lnTo>
                  <a:pt x="4137" y="632"/>
                </a:lnTo>
                <a:lnTo>
                  <a:pt x="4136" y="632"/>
                </a:lnTo>
                <a:lnTo>
                  <a:pt x="4135" y="631"/>
                </a:lnTo>
                <a:lnTo>
                  <a:pt x="4134" y="631"/>
                </a:lnTo>
                <a:lnTo>
                  <a:pt x="4134" y="630"/>
                </a:lnTo>
                <a:lnTo>
                  <a:pt x="4133" y="630"/>
                </a:lnTo>
                <a:lnTo>
                  <a:pt x="4133" y="629"/>
                </a:lnTo>
                <a:lnTo>
                  <a:pt x="4132" y="629"/>
                </a:lnTo>
                <a:lnTo>
                  <a:pt x="4133" y="629"/>
                </a:lnTo>
                <a:lnTo>
                  <a:pt x="4133" y="628"/>
                </a:lnTo>
                <a:lnTo>
                  <a:pt x="4132" y="628"/>
                </a:lnTo>
                <a:lnTo>
                  <a:pt x="4131" y="628"/>
                </a:lnTo>
                <a:lnTo>
                  <a:pt x="4130" y="628"/>
                </a:lnTo>
                <a:lnTo>
                  <a:pt x="4130" y="627"/>
                </a:lnTo>
                <a:lnTo>
                  <a:pt x="4130" y="628"/>
                </a:lnTo>
                <a:lnTo>
                  <a:pt x="4129" y="628"/>
                </a:lnTo>
                <a:lnTo>
                  <a:pt x="4129" y="627"/>
                </a:lnTo>
                <a:lnTo>
                  <a:pt x="4131" y="624"/>
                </a:lnTo>
                <a:lnTo>
                  <a:pt x="4132" y="623"/>
                </a:lnTo>
                <a:lnTo>
                  <a:pt x="4130" y="622"/>
                </a:lnTo>
                <a:lnTo>
                  <a:pt x="4118" y="619"/>
                </a:lnTo>
                <a:lnTo>
                  <a:pt x="4118" y="618"/>
                </a:lnTo>
                <a:lnTo>
                  <a:pt x="4113" y="616"/>
                </a:lnTo>
                <a:lnTo>
                  <a:pt x="4113" y="614"/>
                </a:lnTo>
                <a:lnTo>
                  <a:pt x="4112" y="609"/>
                </a:lnTo>
                <a:lnTo>
                  <a:pt x="4112" y="608"/>
                </a:lnTo>
                <a:lnTo>
                  <a:pt x="4111" y="604"/>
                </a:lnTo>
                <a:lnTo>
                  <a:pt x="4100" y="600"/>
                </a:lnTo>
                <a:lnTo>
                  <a:pt x="4094" y="598"/>
                </a:lnTo>
                <a:lnTo>
                  <a:pt x="4079" y="593"/>
                </a:lnTo>
                <a:lnTo>
                  <a:pt x="4078" y="592"/>
                </a:lnTo>
                <a:lnTo>
                  <a:pt x="4069" y="581"/>
                </a:lnTo>
                <a:lnTo>
                  <a:pt x="4061" y="571"/>
                </a:lnTo>
                <a:lnTo>
                  <a:pt x="4060" y="570"/>
                </a:lnTo>
                <a:lnTo>
                  <a:pt x="4058" y="570"/>
                </a:lnTo>
                <a:lnTo>
                  <a:pt x="4051" y="570"/>
                </a:lnTo>
                <a:lnTo>
                  <a:pt x="4050" y="569"/>
                </a:lnTo>
                <a:lnTo>
                  <a:pt x="4050" y="570"/>
                </a:lnTo>
                <a:lnTo>
                  <a:pt x="4049" y="570"/>
                </a:lnTo>
                <a:lnTo>
                  <a:pt x="4049" y="569"/>
                </a:lnTo>
                <a:lnTo>
                  <a:pt x="4048" y="568"/>
                </a:lnTo>
                <a:lnTo>
                  <a:pt x="4047" y="568"/>
                </a:lnTo>
                <a:lnTo>
                  <a:pt x="4046" y="568"/>
                </a:lnTo>
                <a:lnTo>
                  <a:pt x="4045" y="568"/>
                </a:lnTo>
                <a:lnTo>
                  <a:pt x="4044" y="568"/>
                </a:lnTo>
                <a:lnTo>
                  <a:pt x="4043" y="568"/>
                </a:lnTo>
                <a:lnTo>
                  <a:pt x="4042" y="568"/>
                </a:lnTo>
                <a:lnTo>
                  <a:pt x="4042" y="569"/>
                </a:lnTo>
                <a:lnTo>
                  <a:pt x="4041" y="569"/>
                </a:lnTo>
                <a:lnTo>
                  <a:pt x="4040" y="569"/>
                </a:lnTo>
                <a:lnTo>
                  <a:pt x="4039" y="569"/>
                </a:lnTo>
                <a:lnTo>
                  <a:pt x="4038" y="569"/>
                </a:lnTo>
                <a:lnTo>
                  <a:pt x="4038" y="568"/>
                </a:lnTo>
                <a:lnTo>
                  <a:pt x="4037" y="568"/>
                </a:lnTo>
                <a:lnTo>
                  <a:pt x="4037" y="569"/>
                </a:lnTo>
                <a:lnTo>
                  <a:pt x="4036" y="569"/>
                </a:lnTo>
                <a:lnTo>
                  <a:pt x="4035" y="569"/>
                </a:lnTo>
                <a:lnTo>
                  <a:pt x="4035" y="568"/>
                </a:lnTo>
                <a:lnTo>
                  <a:pt x="4034" y="568"/>
                </a:lnTo>
                <a:lnTo>
                  <a:pt x="4034" y="567"/>
                </a:lnTo>
                <a:lnTo>
                  <a:pt x="4034" y="568"/>
                </a:lnTo>
                <a:lnTo>
                  <a:pt x="4033" y="567"/>
                </a:lnTo>
                <a:lnTo>
                  <a:pt x="4032" y="567"/>
                </a:lnTo>
                <a:lnTo>
                  <a:pt x="4031" y="567"/>
                </a:lnTo>
                <a:lnTo>
                  <a:pt x="4031" y="566"/>
                </a:lnTo>
                <a:lnTo>
                  <a:pt x="4031" y="565"/>
                </a:lnTo>
                <a:lnTo>
                  <a:pt x="4030" y="565"/>
                </a:lnTo>
                <a:lnTo>
                  <a:pt x="4029" y="565"/>
                </a:lnTo>
                <a:lnTo>
                  <a:pt x="4028" y="565"/>
                </a:lnTo>
                <a:lnTo>
                  <a:pt x="4027" y="565"/>
                </a:lnTo>
                <a:lnTo>
                  <a:pt x="4026" y="565"/>
                </a:lnTo>
                <a:lnTo>
                  <a:pt x="4026" y="564"/>
                </a:lnTo>
                <a:lnTo>
                  <a:pt x="4025" y="564"/>
                </a:lnTo>
                <a:lnTo>
                  <a:pt x="4025" y="565"/>
                </a:lnTo>
                <a:lnTo>
                  <a:pt x="4024" y="565"/>
                </a:lnTo>
                <a:lnTo>
                  <a:pt x="4023" y="566"/>
                </a:lnTo>
                <a:lnTo>
                  <a:pt x="4022" y="566"/>
                </a:lnTo>
                <a:lnTo>
                  <a:pt x="4021" y="566"/>
                </a:lnTo>
                <a:lnTo>
                  <a:pt x="4021" y="565"/>
                </a:lnTo>
                <a:lnTo>
                  <a:pt x="4020" y="565"/>
                </a:lnTo>
                <a:lnTo>
                  <a:pt x="4019" y="565"/>
                </a:lnTo>
                <a:lnTo>
                  <a:pt x="4019" y="566"/>
                </a:lnTo>
                <a:lnTo>
                  <a:pt x="4018" y="566"/>
                </a:lnTo>
                <a:lnTo>
                  <a:pt x="4017" y="567"/>
                </a:lnTo>
                <a:lnTo>
                  <a:pt x="4017" y="566"/>
                </a:lnTo>
                <a:lnTo>
                  <a:pt x="4017" y="567"/>
                </a:lnTo>
                <a:lnTo>
                  <a:pt x="4016" y="567"/>
                </a:lnTo>
                <a:lnTo>
                  <a:pt x="4015" y="567"/>
                </a:lnTo>
                <a:lnTo>
                  <a:pt x="4014" y="567"/>
                </a:lnTo>
                <a:lnTo>
                  <a:pt x="4014" y="568"/>
                </a:lnTo>
                <a:lnTo>
                  <a:pt x="4013" y="568"/>
                </a:lnTo>
                <a:lnTo>
                  <a:pt x="4012" y="568"/>
                </a:lnTo>
                <a:lnTo>
                  <a:pt x="4011" y="568"/>
                </a:lnTo>
                <a:lnTo>
                  <a:pt x="4010" y="568"/>
                </a:lnTo>
                <a:lnTo>
                  <a:pt x="4009" y="568"/>
                </a:lnTo>
                <a:lnTo>
                  <a:pt x="4008" y="568"/>
                </a:lnTo>
                <a:lnTo>
                  <a:pt x="4007" y="568"/>
                </a:lnTo>
                <a:lnTo>
                  <a:pt x="4006" y="568"/>
                </a:lnTo>
                <a:lnTo>
                  <a:pt x="4005" y="568"/>
                </a:lnTo>
                <a:lnTo>
                  <a:pt x="4004" y="568"/>
                </a:lnTo>
                <a:lnTo>
                  <a:pt x="4003" y="568"/>
                </a:lnTo>
                <a:lnTo>
                  <a:pt x="4003" y="567"/>
                </a:lnTo>
                <a:lnTo>
                  <a:pt x="4002" y="567"/>
                </a:lnTo>
                <a:lnTo>
                  <a:pt x="4001" y="567"/>
                </a:lnTo>
                <a:lnTo>
                  <a:pt x="4000" y="567"/>
                </a:lnTo>
                <a:lnTo>
                  <a:pt x="3993" y="568"/>
                </a:lnTo>
                <a:lnTo>
                  <a:pt x="3992" y="568"/>
                </a:lnTo>
                <a:lnTo>
                  <a:pt x="3991" y="569"/>
                </a:lnTo>
                <a:lnTo>
                  <a:pt x="3967" y="592"/>
                </a:lnTo>
                <a:lnTo>
                  <a:pt x="3967" y="593"/>
                </a:lnTo>
                <a:lnTo>
                  <a:pt x="3966" y="594"/>
                </a:lnTo>
                <a:lnTo>
                  <a:pt x="3964" y="594"/>
                </a:lnTo>
                <a:lnTo>
                  <a:pt x="3963" y="595"/>
                </a:lnTo>
                <a:lnTo>
                  <a:pt x="3954" y="606"/>
                </a:lnTo>
                <a:lnTo>
                  <a:pt x="3928" y="588"/>
                </a:lnTo>
                <a:lnTo>
                  <a:pt x="3920" y="585"/>
                </a:lnTo>
                <a:lnTo>
                  <a:pt x="3908" y="580"/>
                </a:lnTo>
                <a:lnTo>
                  <a:pt x="3901" y="580"/>
                </a:lnTo>
                <a:lnTo>
                  <a:pt x="3890" y="581"/>
                </a:lnTo>
                <a:lnTo>
                  <a:pt x="3870" y="586"/>
                </a:lnTo>
                <a:lnTo>
                  <a:pt x="3853" y="582"/>
                </a:lnTo>
                <a:lnTo>
                  <a:pt x="3840" y="588"/>
                </a:lnTo>
                <a:lnTo>
                  <a:pt x="3826" y="601"/>
                </a:lnTo>
                <a:lnTo>
                  <a:pt x="3824" y="602"/>
                </a:lnTo>
                <a:lnTo>
                  <a:pt x="3791" y="577"/>
                </a:lnTo>
                <a:lnTo>
                  <a:pt x="3791" y="573"/>
                </a:lnTo>
                <a:lnTo>
                  <a:pt x="3790" y="569"/>
                </a:lnTo>
                <a:lnTo>
                  <a:pt x="3789" y="564"/>
                </a:lnTo>
                <a:lnTo>
                  <a:pt x="3788" y="559"/>
                </a:lnTo>
                <a:lnTo>
                  <a:pt x="3787" y="559"/>
                </a:lnTo>
                <a:lnTo>
                  <a:pt x="3787" y="558"/>
                </a:lnTo>
                <a:lnTo>
                  <a:pt x="3788" y="558"/>
                </a:lnTo>
                <a:lnTo>
                  <a:pt x="3788" y="557"/>
                </a:lnTo>
                <a:lnTo>
                  <a:pt x="3789" y="556"/>
                </a:lnTo>
                <a:lnTo>
                  <a:pt x="3789" y="555"/>
                </a:lnTo>
                <a:lnTo>
                  <a:pt x="3788" y="555"/>
                </a:lnTo>
                <a:lnTo>
                  <a:pt x="3787" y="555"/>
                </a:lnTo>
                <a:lnTo>
                  <a:pt x="3788" y="554"/>
                </a:lnTo>
                <a:lnTo>
                  <a:pt x="3813" y="543"/>
                </a:lnTo>
                <a:lnTo>
                  <a:pt x="3811" y="516"/>
                </a:lnTo>
                <a:lnTo>
                  <a:pt x="3836" y="486"/>
                </a:lnTo>
                <a:lnTo>
                  <a:pt x="3836" y="485"/>
                </a:lnTo>
                <a:lnTo>
                  <a:pt x="3833" y="480"/>
                </a:lnTo>
                <a:lnTo>
                  <a:pt x="3894" y="380"/>
                </a:lnTo>
                <a:lnTo>
                  <a:pt x="3909" y="388"/>
                </a:lnTo>
                <a:lnTo>
                  <a:pt x="3925" y="396"/>
                </a:lnTo>
                <a:lnTo>
                  <a:pt x="3931" y="398"/>
                </a:lnTo>
                <a:lnTo>
                  <a:pt x="3945" y="402"/>
                </a:lnTo>
                <a:lnTo>
                  <a:pt x="3963" y="403"/>
                </a:lnTo>
                <a:lnTo>
                  <a:pt x="3977" y="408"/>
                </a:lnTo>
                <a:lnTo>
                  <a:pt x="3992" y="414"/>
                </a:lnTo>
                <a:lnTo>
                  <a:pt x="3993" y="414"/>
                </a:lnTo>
                <a:lnTo>
                  <a:pt x="3993" y="413"/>
                </a:lnTo>
                <a:lnTo>
                  <a:pt x="3993" y="412"/>
                </a:lnTo>
                <a:lnTo>
                  <a:pt x="3994" y="412"/>
                </a:lnTo>
                <a:lnTo>
                  <a:pt x="3995" y="411"/>
                </a:lnTo>
                <a:lnTo>
                  <a:pt x="3996" y="411"/>
                </a:lnTo>
                <a:lnTo>
                  <a:pt x="3996" y="410"/>
                </a:lnTo>
                <a:lnTo>
                  <a:pt x="3996" y="409"/>
                </a:lnTo>
                <a:lnTo>
                  <a:pt x="3997" y="409"/>
                </a:lnTo>
                <a:lnTo>
                  <a:pt x="3997" y="408"/>
                </a:lnTo>
                <a:lnTo>
                  <a:pt x="3998" y="408"/>
                </a:lnTo>
                <a:lnTo>
                  <a:pt x="3997" y="408"/>
                </a:lnTo>
                <a:lnTo>
                  <a:pt x="3997" y="407"/>
                </a:lnTo>
                <a:lnTo>
                  <a:pt x="3998" y="407"/>
                </a:lnTo>
                <a:lnTo>
                  <a:pt x="3998" y="406"/>
                </a:lnTo>
                <a:lnTo>
                  <a:pt x="3999" y="406"/>
                </a:lnTo>
                <a:lnTo>
                  <a:pt x="4000" y="406"/>
                </a:lnTo>
                <a:lnTo>
                  <a:pt x="4001" y="406"/>
                </a:lnTo>
                <a:lnTo>
                  <a:pt x="4002" y="406"/>
                </a:lnTo>
                <a:lnTo>
                  <a:pt x="4003" y="406"/>
                </a:lnTo>
                <a:lnTo>
                  <a:pt x="4004" y="406"/>
                </a:lnTo>
                <a:lnTo>
                  <a:pt x="4005" y="406"/>
                </a:lnTo>
                <a:lnTo>
                  <a:pt x="4005" y="405"/>
                </a:lnTo>
                <a:lnTo>
                  <a:pt x="4006" y="405"/>
                </a:lnTo>
                <a:lnTo>
                  <a:pt x="4006" y="404"/>
                </a:lnTo>
                <a:lnTo>
                  <a:pt x="4006" y="405"/>
                </a:lnTo>
                <a:lnTo>
                  <a:pt x="4007" y="405"/>
                </a:lnTo>
                <a:lnTo>
                  <a:pt x="4007" y="404"/>
                </a:lnTo>
                <a:lnTo>
                  <a:pt x="4008" y="404"/>
                </a:lnTo>
                <a:lnTo>
                  <a:pt x="4008" y="403"/>
                </a:lnTo>
                <a:lnTo>
                  <a:pt x="4009" y="403"/>
                </a:lnTo>
                <a:lnTo>
                  <a:pt x="4009" y="404"/>
                </a:lnTo>
                <a:lnTo>
                  <a:pt x="4010" y="404"/>
                </a:lnTo>
                <a:lnTo>
                  <a:pt x="4009" y="404"/>
                </a:lnTo>
                <a:lnTo>
                  <a:pt x="4010" y="404"/>
                </a:lnTo>
                <a:lnTo>
                  <a:pt x="4011" y="404"/>
                </a:lnTo>
                <a:lnTo>
                  <a:pt x="4012" y="404"/>
                </a:lnTo>
                <a:lnTo>
                  <a:pt x="4013" y="404"/>
                </a:lnTo>
                <a:lnTo>
                  <a:pt x="4014" y="405"/>
                </a:lnTo>
                <a:lnTo>
                  <a:pt x="4015" y="405"/>
                </a:lnTo>
                <a:lnTo>
                  <a:pt x="4015" y="404"/>
                </a:lnTo>
                <a:lnTo>
                  <a:pt x="4017" y="404"/>
                </a:lnTo>
                <a:lnTo>
                  <a:pt x="4017" y="403"/>
                </a:lnTo>
                <a:lnTo>
                  <a:pt x="4018" y="403"/>
                </a:lnTo>
                <a:lnTo>
                  <a:pt x="4018" y="402"/>
                </a:lnTo>
                <a:lnTo>
                  <a:pt x="4019" y="402"/>
                </a:lnTo>
                <a:lnTo>
                  <a:pt x="4019" y="401"/>
                </a:lnTo>
                <a:lnTo>
                  <a:pt x="4019" y="400"/>
                </a:lnTo>
                <a:lnTo>
                  <a:pt x="4020" y="400"/>
                </a:lnTo>
                <a:lnTo>
                  <a:pt x="4020" y="399"/>
                </a:lnTo>
                <a:lnTo>
                  <a:pt x="4020" y="398"/>
                </a:lnTo>
                <a:lnTo>
                  <a:pt x="4021" y="398"/>
                </a:lnTo>
                <a:lnTo>
                  <a:pt x="4022" y="399"/>
                </a:lnTo>
                <a:lnTo>
                  <a:pt x="4023" y="400"/>
                </a:lnTo>
                <a:lnTo>
                  <a:pt x="4025" y="400"/>
                </a:lnTo>
                <a:lnTo>
                  <a:pt x="4025" y="399"/>
                </a:lnTo>
                <a:lnTo>
                  <a:pt x="4025" y="398"/>
                </a:lnTo>
                <a:lnTo>
                  <a:pt x="4026" y="398"/>
                </a:lnTo>
                <a:lnTo>
                  <a:pt x="4026" y="397"/>
                </a:lnTo>
                <a:lnTo>
                  <a:pt x="4025" y="397"/>
                </a:lnTo>
                <a:lnTo>
                  <a:pt x="4026" y="397"/>
                </a:lnTo>
                <a:lnTo>
                  <a:pt x="4027" y="397"/>
                </a:lnTo>
                <a:lnTo>
                  <a:pt x="4026" y="397"/>
                </a:lnTo>
                <a:lnTo>
                  <a:pt x="4026" y="398"/>
                </a:lnTo>
                <a:lnTo>
                  <a:pt x="4027" y="398"/>
                </a:lnTo>
                <a:lnTo>
                  <a:pt x="4027" y="397"/>
                </a:lnTo>
                <a:lnTo>
                  <a:pt x="4028" y="397"/>
                </a:lnTo>
                <a:lnTo>
                  <a:pt x="4029" y="396"/>
                </a:lnTo>
                <a:lnTo>
                  <a:pt x="4028" y="396"/>
                </a:lnTo>
                <a:lnTo>
                  <a:pt x="4029" y="396"/>
                </a:lnTo>
                <a:lnTo>
                  <a:pt x="4029" y="395"/>
                </a:lnTo>
                <a:lnTo>
                  <a:pt x="4029" y="394"/>
                </a:lnTo>
                <a:lnTo>
                  <a:pt x="4028" y="394"/>
                </a:lnTo>
                <a:lnTo>
                  <a:pt x="4029" y="394"/>
                </a:lnTo>
                <a:lnTo>
                  <a:pt x="4030" y="394"/>
                </a:lnTo>
                <a:lnTo>
                  <a:pt x="4030" y="393"/>
                </a:lnTo>
                <a:lnTo>
                  <a:pt x="4031" y="393"/>
                </a:lnTo>
                <a:lnTo>
                  <a:pt x="4031" y="392"/>
                </a:lnTo>
                <a:lnTo>
                  <a:pt x="4032" y="392"/>
                </a:lnTo>
                <a:lnTo>
                  <a:pt x="4032" y="391"/>
                </a:lnTo>
                <a:lnTo>
                  <a:pt x="4033" y="391"/>
                </a:lnTo>
                <a:lnTo>
                  <a:pt x="4035" y="391"/>
                </a:lnTo>
                <a:lnTo>
                  <a:pt x="4036" y="391"/>
                </a:lnTo>
                <a:lnTo>
                  <a:pt x="4036" y="390"/>
                </a:lnTo>
                <a:lnTo>
                  <a:pt x="4037" y="390"/>
                </a:lnTo>
                <a:lnTo>
                  <a:pt x="4037" y="389"/>
                </a:lnTo>
                <a:lnTo>
                  <a:pt x="4038" y="389"/>
                </a:lnTo>
                <a:lnTo>
                  <a:pt x="4038" y="388"/>
                </a:lnTo>
                <a:lnTo>
                  <a:pt x="4037" y="388"/>
                </a:lnTo>
                <a:lnTo>
                  <a:pt x="4038" y="388"/>
                </a:lnTo>
                <a:lnTo>
                  <a:pt x="4039" y="388"/>
                </a:lnTo>
                <a:lnTo>
                  <a:pt x="4039" y="389"/>
                </a:lnTo>
                <a:lnTo>
                  <a:pt x="4040" y="389"/>
                </a:lnTo>
                <a:lnTo>
                  <a:pt x="4040" y="388"/>
                </a:lnTo>
                <a:lnTo>
                  <a:pt x="4041" y="388"/>
                </a:lnTo>
                <a:lnTo>
                  <a:pt x="4041" y="387"/>
                </a:lnTo>
                <a:lnTo>
                  <a:pt x="4042" y="388"/>
                </a:lnTo>
                <a:lnTo>
                  <a:pt x="4042" y="387"/>
                </a:lnTo>
                <a:lnTo>
                  <a:pt x="4043" y="387"/>
                </a:lnTo>
                <a:lnTo>
                  <a:pt x="4044" y="387"/>
                </a:lnTo>
                <a:lnTo>
                  <a:pt x="4044" y="386"/>
                </a:lnTo>
                <a:lnTo>
                  <a:pt x="4044" y="385"/>
                </a:lnTo>
                <a:lnTo>
                  <a:pt x="4045" y="385"/>
                </a:lnTo>
                <a:lnTo>
                  <a:pt x="4046" y="385"/>
                </a:lnTo>
                <a:lnTo>
                  <a:pt x="4045" y="384"/>
                </a:lnTo>
                <a:lnTo>
                  <a:pt x="4045" y="383"/>
                </a:lnTo>
                <a:lnTo>
                  <a:pt x="4044" y="383"/>
                </a:lnTo>
                <a:lnTo>
                  <a:pt x="4044" y="382"/>
                </a:lnTo>
                <a:lnTo>
                  <a:pt x="4045" y="382"/>
                </a:lnTo>
                <a:lnTo>
                  <a:pt x="4046" y="382"/>
                </a:lnTo>
                <a:lnTo>
                  <a:pt x="4047" y="383"/>
                </a:lnTo>
                <a:lnTo>
                  <a:pt x="4048" y="383"/>
                </a:lnTo>
                <a:lnTo>
                  <a:pt x="4049" y="383"/>
                </a:lnTo>
                <a:lnTo>
                  <a:pt x="4049" y="382"/>
                </a:lnTo>
                <a:lnTo>
                  <a:pt x="4048" y="382"/>
                </a:lnTo>
                <a:lnTo>
                  <a:pt x="4049" y="382"/>
                </a:lnTo>
                <a:lnTo>
                  <a:pt x="4051" y="382"/>
                </a:lnTo>
                <a:lnTo>
                  <a:pt x="4051" y="381"/>
                </a:lnTo>
                <a:lnTo>
                  <a:pt x="4051" y="382"/>
                </a:lnTo>
                <a:lnTo>
                  <a:pt x="4052" y="382"/>
                </a:lnTo>
                <a:lnTo>
                  <a:pt x="4052" y="383"/>
                </a:lnTo>
                <a:lnTo>
                  <a:pt x="4052" y="382"/>
                </a:lnTo>
                <a:lnTo>
                  <a:pt x="4053" y="382"/>
                </a:lnTo>
                <a:lnTo>
                  <a:pt x="4052" y="381"/>
                </a:lnTo>
                <a:lnTo>
                  <a:pt x="4053" y="381"/>
                </a:lnTo>
                <a:lnTo>
                  <a:pt x="4054" y="381"/>
                </a:lnTo>
                <a:lnTo>
                  <a:pt x="4054" y="380"/>
                </a:lnTo>
                <a:lnTo>
                  <a:pt x="4053" y="380"/>
                </a:lnTo>
                <a:lnTo>
                  <a:pt x="4053" y="379"/>
                </a:lnTo>
                <a:lnTo>
                  <a:pt x="4054" y="379"/>
                </a:lnTo>
                <a:lnTo>
                  <a:pt x="4053" y="379"/>
                </a:lnTo>
                <a:lnTo>
                  <a:pt x="4053" y="378"/>
                </a:lnTo>
                <a:lnTo>
                  <a:pt x="4054" y="378"/>
                </a:lnTo>
                <a:lnTo>
                  <a:pt x="4054" y="377"/>
                </a:lnTo>
                <a:lnTo>
                  <a:pt x="4055" y="377"/>
                </a:lnTo>
                <a:lnTo>
                  <a:pt x="4056" y="377"/>
                </a:lnTo>
                <a:lnTo>
                  <a:pt x="4057" y="377"/>
                </a:lnTo>
                <a:lnTo>
                  <a:pt x="4057" y="376"/>
                </a:lnTo>
                <a:lnTo>
                  <a:pt x="4057" y="375"/>
                </a:lnTo>
                <a:lnTo>
                  <a:pt x="4058" y="375"/>
                </a:lnTo>
                <a:lnTo>
                  <a:pt x="4059" y="375"/>
                </a:lnTo>
                <a:lnTo>
                  <a:pt x="4059" y="374"/>
                </a:lnTo>
                <a:lnTo>
                  <a:pt x="4060" y="374"/>
                </a:lnTo>
                <a:lnTo>
                  <a:pt x="4060" y="375"/>
                </a:lnTo>
                <a:lnTo>
                  <a:pt x="4060" y="374"/>
                </a:lnTo>
                <a:lnTo>
                  <a:pt x="4059" y="374"/>
                </a:lnTo>
                <a:lnTo>
                  <a:pt x="4060" y="374"/>
                </a:lnTo>
                <a:lnTo>
                  <a:pt x="4061" y="374"/>
                </a:lnTo>
                <a:lnTo>
                  <a:pt x="4061" y="373"/>
                </a:lnTo>
                <a:lnTo>
                  <a:pt x="4060" y="373"/>
                </a:lnTo>
                <a:lnTo>
                  <a:pt x="4060" y="372"/>
                </a:lnTo>
                <a:lnTo>
                  <a:pt x="4061" y="372"/>
                </a:lnTo>
                <a:lnTo>
                  <a:pt x="4062" y="372"/>
                </a:lnTo>
                <a:lnTo>
                  <a:pt x="4063" y="372"/>
                </a:lnTo>
                <a:lnTo>
                  <a:pt x="4064" y="372"/>
                </a:lnTo>
                <a:lnTo>
                  <a:pt x="4065" y="372"/>
                </a:lnTo>
                <a:lnTo>
                  <a:pt x="4064" y="372"/>
                </a:lnTo>
                <a:lnTo>
                  <a:pt x="4064" y="371"/>
                </a:lnTo>
                <a:lnTo>
                  <a:pt x="4065" y="371"/>
                </a:lnTo>
                <a:lnTo>
                  <a:pt x="4066" y="371"/>
                </a:lnTo>
                <a:lnTo>
                  <a:pt x="4065" y="371"/>
                </a:lnTo>
                <a:lnTo>
                  <a:pt x="4065" y="370"/>
                </a:lnTo>
                <a:lnTo>
                  <a:pt x="4066" y="370"/>
                </a:lnTo>
                <a:lnTo>
                  <a:pt x="4066" y="371"/>
                </a:lnTo>
                <a:lnTo>
                  <a:pt x="4067" y="371"/>
                </a:lnTo>
                <a:lnTo>
                  <a:pt x="4068" y="371"/>
                </a:lnTo>
                <a:lnTo>
                  <a:pt x="4068" y="370"/>
                </a:lnTo>
                <a:lnTo>
                  <a:pt x="4069" y="370"/>
                </a:lnTo>
                <a:lnTo>
                  <a:pt x="4070" y="370"/>
                </a:lnTo>
                <a:lnTo>
                  <a:pt x="4071" y="370"/>
                </a:lnTo>
                <a:lnTo>
                  <a:pt x="4071" y="369"/>
                </a:lnTo>
                <a:lnTo>
                  <a:pt x="4072" y="369"/>
                </a:lnTo>
                <a:lnTo>
                  <a:pt x="4072" y="370"/>
                </a:lnTo>
                <a:lnTo>
                  <a:pt x="4073" y="370"/>
                </a:lnTo>
                <a:lnTo>
                  <a:pt x="4074" y="370"/>
                </a:lnTo>
                <a:lnTo>
                  <a:pt x="4075" y="370"/>
                </a:lnTo>
                <a:lnTo>
                  <a:pt x="4076" y="370"/>
                </a:lnTo>
                <a:lnTo>
                  <a:pt x="4077" y="370"/>
                </a:lnTo>
                <a:lnTo>
                  <a:pt x="4077" y="369"/>
                </a:lnTo>
                <a:lnTo>
                  <a:pt x="4078" y="369"/>
                </a:lnTo>
                <a:lnTo>
                  <a:pt x="4079" y="369"/>
                </a:lnTo>
                <a:lnTo>
                  <a:pt x="4080" y="369"/>
                </a:lnTo>
                <a:lnTo>
                  <a:pt x="4081" y="369"/>
                </a:lnTo>
                <a:lnTo>
                  <a:pt x="4080" y="369"/>
                </a:lnTo>
                <a:lnTo>
                  <a:pt x="4081" y="369"/>
                </a:lnTo>
                <a:lnTo>
                  <a:pt x="4082" y="369"/>
                </a:lnTo>
                <a:lnTo>
                  <a:pt x="4082" y="368"/>
                </a:lnTo>
                <a:lnTo>
                  <a:pt x="4083" y="368"/>
                </a:lnTo>
                <a:lnTo>
                  <a:pt x="4084" y="369"/>
                </a:lnTo>
                <a:lnTo>
                  <a:pt x="4085" y="369"/>
                </a:lnTo>
                <a:lnTo>
                  <a:pt x="4085" y="368"/>
                </a:lnTo>
                <a:lnTo>
                  <a:pt x="4086" y="368"/>
                </a:lnTo>
                <a:lnTo>
                  <a:pt x="4087" y="368"/>
                </a:lnTo>
                <a:lnTo>
                  <a:pt x="4088" y="368"/>
                </a:lnTo>
                <a:lnTo>
                  <a:pt x="4088" y="367"/>
                </a:lnTo>
                <a:lnTo>
                  <a:pt x="4089" y="367"/>
                </a:lnTo>
                <a:lnTo>
                  <a:pt x="4088" y="367"/>
                </a:lnTo>
                <a:lnTo>
                  <a:pt x="4089" y="367"/>
                </a:lnTo>
                <a:lnTo>
                  <a:pt x="4090" y="367"/>
                </a:lnTo>
                <a:lnTo>
                  <a:pt x="4089" y="367"/>
                </a:lnTo>
                <a:lnTo>
                  <a:pt x="4090" y="367"/>
                </a:lnTo>
                <a:lnTo>
                  <a:pt x="4091" y="367"/>
                </a:lnTo>
                <a:lnTo>
                  <a:pt x="4092" y="367"/>
                </a:lnTo>
                <a:lnTo>
                  <a:pt x="4092" y="366"/>
                </a:lnTo>
                <a:lnTo>
                  <a:pt x="4093" y="366"/>
                </a:lnTo>
                <a:lnTo>
                  <a:pt x="4094" y="366"/>
                </a:lnTo>
                <a:lnTo>
                  <a:pt x="4095" y="366"/>
                </a:lnTo>
                <a:lnTo>
                  <a:pt x="4096" y="366"/>
                </a:lnTo>
                <a:lnTo>
                  <a:pt x="4098" y="366"/>
                </a:lnTo>
                <a:lnTo>
                  <a:pt x="4097" y="366"/>
                </a:lnTo>
                <a:lnTo>
                  <a:pt x="4097" y="367"/>
                </a:lnTo>
                <a:lnTo>
                  <a:pt x="4098" y="367"/>
                </a:lnTo>
                <a:lnTo>
                  <a:pt x="4098" y="366"/>
                </a:lnTo>
                <a:lnTo>
                  <a:pt x="4099" y="366"/>
                </a:lnTo>
                <a:lnTo>
                  <a:pt x="4099" y="367"/>
                </a:lnTo>
                <a:lnTo>
                  <a:pt x="4100" y="367"/>
                </a:lnTo>
                <a:lnTo>
                  <a:pt x="4102" y="367"/>
                </a:lnTo>
                <a:lnTo>
                  <a:pt x="4102" y="366"/>
                </a:lnTo>
                <a:lnTo>
                  <a:pt x="4104" y="366"/>
                </a:lnTo>
                <a:lnTo>
                  <a:pt x="4104" y="367"/>
                </a:lnTo>
                <a:lnTo>
                  <a:pt x="4105" y="367"/>
                </a:lnTo>
                <a:lnTo>
                  <a:pt x="4105" y="366"/>
                </a:lnTo>
                <a:lnTo>
                  <a:pt x="4106" y="366"/>
                </a:lnTo>
                <a:lnTo>
                  <a:pt x="4107" y="366"/>
                </a:lnTo>
                <a:lnTo>
                  <a:pt x="4108" y="366"/>
                </a:lnTo>
                <a:lnTo>
                  <a:pt x="4109" y="365"/>
                </a:lnTo>
                <a:lnTo>
                  <a:pt x="4110" y="365"/>
                </a:lnTo>
                <a:lnTo>
                  <a:pt x="4111" y="364"/>
                </a:lnTo>
                <a:lnTo>
                  <a:pt x="4111" y="363"/>
                </a:lnTo>
                <a:lnTo>
                  <a:pt x="4111" y="362"/>
                </a:lnTo>
                <a:lnTo>
                  <a:pt x="4113" y="362"/>
                </a:lnTo>
                <a:lnTo>
                  <a:pt x="4112" y="362"/>
                </a:lnTo>
                <a:lnTo>
                  <a:pt x="4113" y="362"/>
                </a:lnTo>
                <a:lnTo>
                  <a:pt x="4113" y="361"/>
                </a:lnTo>
                <a:lnTo>
                  <a:pt x="4113" y="362"/>
                </a:lnTo>
                <a:lnTo>
                  <a:pt x="4114" y="362"/>
                </a:lnTo>
                <a:lnTo>
                  <a:pt x="4114" y="361"/>
                </a:lnTo>
                <a:lnTo>
                  <a:pt x="4115" y="361"/>
                </a:lnTo>
                <a:lnTo>
                  <a:pt x="4115" y="360"/>
                </a:lnTo>
                <a:lnTo>
                  <a:pt x="4116" y="359"/>
                </a:lnTo>
                <a:lnTo>
                  <a:pt x="4116" y="358"/>
                </a:lnTo>
                <a:lnTo>
                  <a:pt x="4117" y="358"/>
                </a:lnTo>
                <a:lnTo>
                  <a:pt x="4116" y="357"/>
                </a:lnTo>
                <a:lnTo>
                  <a:pt x="4117" y="357"/>
                </a:lnTo>
                <a:lnTo>
                  <a:pt x="4117" y="356"/>
                </a:lnTo>
                <a:lnTo>
                  <a:pt x="4116" y="356"/>
                </a:lnTo>
                <a:lnTo>
                  <a:pt x="4117" y="356"/>
                </a:lnTo>
                <a:lnTo>
                  <a:pt x="4118" y="356"/>
                </a:lnTo>
                <a:lnTo>
                  <a:pt x="4119" y="357"/>
                </a:lnTo>
                <a:lnTo>
                  <a:pt x="4120" y="357"/>
                </a:lnTo>
                <a:lnTo>
                  <a:pt x="4121" y="357"/>
                </a:lnTo>
                <a:lnTo>
                  <a:pt x="4121" y="356"/>
                </a:lnTo>
                <a:lnTo>
                  <a:pt x="4122" y="356"/>
                </a:lnTo>
                <a:lnTo>
                  <a:pt x="4122" y="355"/>
                </a:lnTo>
                <a:lnTo>
                  <a:pt x="4123" y="355"/>
                </a:lnTo>
                <a:lnTo>
                  <a:pt x="4123" y="354"/>
                </a:lnTo>
                <a:lnTo>
                  <a:pt x="4124" y="354"/>
                </a:lnTo>
                <a:lnTo>
                  <a:pt x="4124" y="353"/>
                </a:lnTo>
                <a:lnTo>
                  <a:pt x="4125" y="353"/>
                </a:lnTo>
                <a:lnTo>
                  <a:pt x="4125" y="354"/>
                </a:lnTo>
                <a:lnTo>
                  <a:pt x="4126" y="354"/>
                </a:lnTo>
                <a:lnTo>
                  <a:pt x="4126" y="353"/>
                </a:lnTo>
                <a:lnTo>
                  <a:pt x="4126" y="352"/>
                </a:lnTo>
                <a:lnTo>
                  <a:pt x="4126" y="351"/>
                </a:lnTo>
                <a:lnTo>
                  <a:pt x="4127" y="351"/>
                </a:lnTo>
                <a:lnTo>
                  <a:pt x="4128" y="350"/>
                </a:lnTo>
                <a:lnTo>
                  <a:pt x="4128" y="349"/>
                </a:lnTo>
                <a:lnTo>
                  <a:pt x="4128" y="348"/>
                </a:lnTo>
                <a:lnTo>
                  <a:pt x="4129" y="348"/>
                </a:lnTo>
                <a:lnTo>
                  <a:pt x="4130" y="348"/>
                </a:lnTo>
                <a:lnTo>
                  <a:pt x="4131" y="348"/>
                </a:lnTo>
                <a:lnTo>
                  <a:pt x="4130" y="348"/>
                </a:lnTo>
                <a:lnTo>
                  <a:pt x="4130" y="347"/>
                </a:lnTo>
                <a:lnTo>
                  <a:pt x="4130" y="346"/>
                </a:lnTo>
                <a:lnTo>
                  <a:pt x="4130" y="345"/>
                </a:lnTo>
                <a:lnTo>
                  <a:pt x="4131" y="345"/>
                </a:lnTo>
                <a:lnTo>
                  <a:pt x="4132" y="345"/>
                </a:lnTo>
                <a:lnTo>
                  <a:pt x="4131" y="344"/>
                </a:lnTo>
                <a:lnTo>
                  <a:pt x="4130" y="343"/>
                </a:lnTo>
                <a:lnTo>
                  <a:pt x="4129" y="343"/>
                </a:lnTo>
                <a:lnTo>
                  <a:pt x="4128" y="343"/>
                </a:lnTo>
                <a:lnTo>
                  <a:pt x="4128" y="342"/>
                </a:lnTo>
                <a:lnTo>
                  <a:pt x="4129" y="342"/>
                </a:lnTo>
                <a:lnTo>
                  <a:pt x="4129" y="341"/>
                </a:lnTo>
                <a:lnTo>
                  <a:pt x="4129" y="340"/>
                </a:lnTo>
                <a:lnTo>
                  <a:pt x="4130" y="340"/>
                </a:lnTo>
                <a:lnTo>
                  <a:pt x="4130" y="339"/>
                </a:lnTo>
                <a:lnTo>
                  <a:pt x="4130" y="338"/>
                </a:lnTo>
                <a:lnTo>
                  <a:pt x="4130" y="339"/>
                </a:lnTo>
                <a:lnTo>
                  <a:pt x="4131" y="339"/>
                </a:lnTo>
                <a:lnTo>
                  <a:pt x="4131" y="338"/>
                </a:lnTo>
                <a:lnTo>
                  <a:pt x="4130" y="338"/>
                </a:lnTo>
                <a:lnTo>
                  <a:pt x="4129" y="338"/>
                </a:lnTo>
                <a:lnTo>
                  <a:pt x="4130" y="338"/>
                </a:lnTo>
                <a:lnTo>
                  <a:pt x="4130" y="337"/>
                </a:lnTo>
                <a:lnTo>
                  <a:pt x="4130" y="336"/>
                </a:lnTo>
                <a:lnTo>
                  <a:pt x="4129" y="337"/>
                </a:lnTo>
                <a:lnTo>
                  <a:pt x="4129" y="336"/>
                </a:lnTo>
                <a:lnTo>
                  <a:pt x="4131" y="336"/>
                </a:lnTo>
                <a:lnTo>
                  <a:pt x="4131" y="335"/>
                </a:lnTo>
                <a:lnTo>
                  <a:pt x="4131" y="334"/>
                </a:lnTo>
                <a:lnTo>
                  <a:pt x="4131" y="333"/>
                </a:lnTo>
                <a:lnTo>
                  <a:pt x="4132" y="333"/>
                </a:lnTo>
                <a:lnTo>
                  <a:pt x="4133" y="333"/>
                </a:lnTo>
                <a:lnTo>
                  <a:pt x="4133" y="332"/>
                </a:lnTo>
                <a:lnTo>
                  <a:pt x="4134" y="332"/>
                </a:lnTo>
                <a:lnTo>
                  <a:pt x="4133" y="332"/>
                </a:lnTo>
                <a:lnTo>
                  <a:pt x="4132" y="332"/>
                </a:lnTo>
                <a:lnTo>
                  <a:pt x="4132" y="331"/>
                </a:lnTo>
                <a:lnTo>
                  <a:pt x="4133" y="331"/>
                </a:lnTo>
                <a:lnTo>
                  <a:pt x="4133" y="330"/>
                </a:lnTo>
                <a:lnTo>
                  <a:pt x="4132" y="330"/>
                </a:lnTo>
                <a:lnTo>
                  <a:pt x="4132" y="329"/>
                </a:lnTo>
                <a:lnTo>
                  <a:pt x="4133" y="329"/>
                </a:lnTo>
                <a:lnTo>
                  <a:pt x="4132" y="329"/>
                </a:lnTo>
                <a:lnTo>
                  <a:pt x="4132" y="328"/>
                </a:lnTo>
                <a:lnTo>
                  <a:pt x="4131" y="328"/>
                </a:lnTo>
                <a:lnTo>
                  <a:pt x="4130" y="328"/>
                </a:lnTo>
                <a:lnTo>
                  <a:pt x="4129" y="328"/>
                </a:lnTo>
                <a:lnTo>
                  <a:pt x="4129" y="329"/>
                </a:lnTo>
                <a:lnTo>
                  <a:pt x="4128" y="329"/>
                </a:lnTo>
                <a:lnTo>
                  <a:pt x="4128" y="328"/>
                </a:lnTo>
                <a:lnTo>
                  <a:pt x="4127" y="328"/>
                </a:lnTo>
                <a:lnTo>
                  <a:pt x="4127" y="329"/>
                </a:lnTo>
                <a:lnTo>
                  <a:pt x="4126" y="328"/>
                </a:lnTo>
                <a:lnTo>
                  <a:pt x="4125" y="328"/>
                </a:lnTo>
                <a:lnTo>
                  <a:pt x="4125" y="327"/>
                </a:lnTo>
                <a:lnTo>
                  <a:pt x="4124" y="327"/>
                </a:lnTo>
                <a:lnTo>
                  <a:pt x="4124" y="328"/>
                </a:lnTo>
                <a:lnTo>
                  <a:pt x="4124" y="329"/>
                </a:lnTo>
                <a:lnTo>
                  <a:pt x="4123" y="329"/>
                </a:lnTo>
                <a:lnTo>
                  <a:pt x="4123" y="330"/>
                </a:lnTo>
                <a:lnTo>
                  <a:pt x="4122" y="330"/>
                </a:lnTo>
                <a:lnTo>
                  <a:pt x="4121" y="329"/>
                </a:lnTo>
                <a:lnTo>
                  <a:pt x="4121" y="328"/>
                </a:lnTo>
                <a:lnTo>
                  <a:pt x="4121" y="327"/>
                </a:lnTo>
                <a:lnTo>
                  <a:pt x="4120" y="327"/>
                </a:lnTo>
                <a:lnTo>
                  <a:pt x="4119" y="328"/>
                </a:lnTo>
                <a:lnTo>
                  <a:pt x="4118" y="328"/>
                </a:lnTo>
                <a:lnTo>
                  <a:pt x="4117" y="329"/>
                </a:lnTo>
                <a:lnTo>
                  <a:pt x="4116" y="329"/>
                </a:lnTo>
                <a:lnTo>
                  <a:pt x="4116" y="328"/>
                </a:lnTo>
                <a:lnTo>
                  <a:pt x="4117" y="328"/>
                </a:lnTo>
                <a:lnTo>
                  <a:pt x="4116" y="328"/>
                </a:lnTo>
                <a:lnTo>
                  <a:pt x="4115" y="328"/>
                </a:lnTo>
                <a:lnTo>
                  <a:pt x="4114" y="328"/>
                </a:lnTo>
                <a:lnTo>
                  <a:pt x="4114" y="327"/>
                </a:lnTo>
                <a:lnTo>
                  <a:pt x="4115" y="327"/>
                </a:lnTo>
                <a:lnTo>
                  <a:pt x="4115" y="326"/>
                </a:lnTo>
                <a:lnTo>
                  <a:pt x="4114" y="326"/>
                </a:lnTo>
                <a:lnTo>
                  <a:pt x="4113" y="326"/>
                </a:lnTo>
                <a:lnTo>
                  <a:pt x="4113" y="325"/>
                </a:lnTo>
                <a:lnTo>
                  <a:pt x="4112" y="325"/>
                </a:lnTo>
                <a:lnTo>
                  <a:pt x="4112" y="326"/>
                </a:lnTo>
                <a:lnTo>
                  <a:pt x="4111" y="326"/>
                </a:lnTo>
                <a:lnTo>
                  <a:pt x="4111" y="325"/>
                </a:lnTo>
                <a:lnTo>
                  <a:pt x="4112" y="324"/>
                </a:lnTo>
                <a:lnTo>
                  <a:pt x="4112" y="323"/>
                </a:lnTo>
                <a:lnTo>
                  <a:pt x="4113" y="323"/>
                </a:lnTo>
                <a:lnTo>
                  <a:pt x="4114" y="323"/>
                </a:lnTo>
                <a:lnTo>
                  <a:pt x="4114" y="322"/>
                </a:lnTo>
                <a:lnTo>
                  <a:pt x="4115" y="322"/>
                </a:lnTo>
                <a:lnTo>
                  <a:pt x="4116" y="322"/>
                </a:lnTo>
                <a:lnTo>
                  <a:pt x="4117" y="322"/>
                </a:lnTo>
                <a:lnTo>
                  <a:pt x="4118" y="323"/>
                </a:lnTo>
                <a:lnTo>
                  <a:pt x="4119" y="323"/>
                </a:lnTo>
                <a:lnTo>
                  <a:pt x="4119" y="322"/>
                </a:lnTo>
                <a:lnTo>
                  <a:pt x="4119" y="321"/>
                </a:lnTo>
                <a:lnTo>
                  <a:pt x="4120" y="321"/>
                </a:lnTo>
                <a:lnTo>
                  <a:pt x="4120" y="320"/>
                </a:lnTo>
                <a:lnTo>
                  <a:pt x="4120" y="319"/>
                </a:lnTo>
                <a:lnTo>
                  <a:pt x="4121" y="319"/>
                </a:lnTo>
                <a:lnTo>
                  <a:pt x="4121" y="320"/>
                </a:lnTo>
                <a:lnTo>
                  <a:pt x="4122" y="319"/>
                </a:lnTo>
                <a:lnTo>
                  <a:pt x="4122" y="318"/>
                </a:lnTo>
                <a:lnTo>
                  <a:pt x="4121" y="318"/>
                </a:lnTo>
                <a:lnTo>
                  <a:pt x="4121" y="317"/>
                </a:lnTo>
                <a:lnTo>
                  <a:pt x="4122" y="317"/>
                </a:lnTo>
                <a:lnTo>
                  <a:pt x="4123" y="317"/>
                </a:lnTo>
                <a:lnTo>
                  <a:pt x="4123" y="316"/>
                </a:lnTo>
                <a:lnTo>
                  <a:pt x="4123" y="315"/>
                </a:lnTo>
                <a:lnTo>
                  <a:pt x="4123" y="314"/>
                </a:lnTo>
                <a:lnTo>
                  <a:pt x="4122" y="314"/>
                </a:lnTo>
                <a:lnTo>
                  <a:pt x="4121" y="314"/>
                </a:lnTo>
                <a:lnTo>
                  <a:pt x="4121" y="313"/>
                </a:lnTo>
                <a:lnTo>
                  <a:pt x="4122" y="313"/>
                </a:lnTo>
                <a:lnTo>
                  <a:pt x="4123" y="313"/>
                </a:lnTo>
                <a:lnTo>
                  <a:pt x="4123" y="312"/>
                </a:lnTo>
                <a:lnTo>
                  <a:pt x="4124" y="311"/>
                </a:lnTo>
                <a:lnTo>
                  <a:pt x="4123" y="310"/>
                </a:lnTo>
                <a:lnTo>
                  <a:pt x="4124" y="310"/>
                </a:lnTo>
                <a:lnTo>
                  <a:pt x="4124" y="309"/>
                </a:lnTo>
                <a:lnTo>
                  <a:pt x="4125" y="309"/>
                </a:lnTo>
                <a:lnTo>
                  <a:pt x="4125" y="308"/>
                </a:lnTo>
                <a:lnTo>
                  <a:pt x="4124" y="308"/>
                </a:lnTo>
                <a:lnTo>
                  <a:pt x="4123" y="307"/>
                </a:lnTo>
                <a:lnTo>
                  <a:pt x="4124" y="307"/>
                </a:lnTo>
                <a:lnTo>
                  <a:pt x="4124" y="306"/>
                </a:lnTo>
                <a:lnTo>
                  <a:pt x="4125" y="306"/>
                </a:lnTo>
                <a:lnTo>
                  <a:pt x="4125" y="307"/>
                </a:lnTo>
                <a:lnTo>
                  <a:pt x="4125" y="306"/>
                </a:lnTo>
                <a:lnTo>
                  <a:pt x="4126" y="306"/>
                </a:lnTo>
                <a:lnTo>
                  <a:pt x="4126" y="305"/>
                </a:lnTo>
                <a:lnTo>
                  <a:pt x="4125" y="304"/>
                </a:lnTo>
                <a:lnTo>
                  <a:pt x="4125" y="303"/>
                </a:lnTo>
                <a:lnTo>
                  <a:pt x="4126" y="302"/>
                </a:lnTo>
                <a:lnTo>
                  <a:pt x="4127" y="302"/>
                </a:lnTo>
                <a:lnTo>
                  <a:pt x="4128" y="302"/>
                </a:lnTo>
                <a:lnTo>
                  <a:pt x="4129" y="301"/>
                </a:lnTo>
                <a:lnTo>
                  <a:pt x="4130" y="301"/>
                </a:lnTo>
                <a:lnTo>
                  <a:pt x="4130" y="300"/>
                </a:lnTo>
                <a:lnTo>
                  <a:pt x="4129" y="300"/>
                </a:lnTo>
                <a:lnTo>
                  <a:pt x="4129" y="299"/>
                </a:lnTo>
                <a:lnTo>
                  <a:pt x="4130" y="299"/>
                </a:lnTo>
                <a:lnTo>
                  <a:pt x="4131" y="300"/>
                </a:lnTo>
                <a:lnTo>
                  <a:pt x="4132" y="300"/>
                </a:lnTo>
                <a:lnTo>
                  <a:pt x="4133" y="299"/>
                </a:lnTo>
                <a:lnTo>
                  <a:pt x="4133" y="298"/>
                </a:lnTo>
                <a:lnTo>
                  <a:pt x="4134" y="298"/>
                </a:lnTo>
                <a:lnTo>
                  <a:pt x="4134" y="297"/>
                </a:lnTo>
                <a:lnTo>
                  <a:pt x="4135" y="297"/>
                </a:lnTo>
                <a:lnTo>
                  <a:pt x="4135" y="296"/>
                </a:lnTo>
                <a:lnTo>
                  <a:pt x="4134" y="296"/>
                </a:lnTo>
                <a:lnTo>
                  <a:pt x="4134" y="295"/>
                </a:lnTo>
                <a:lnTo>
                  <a:pt x="4136" y="295"/>
                </a:lnTo>
                <a:lnTo>
                  <a:pt x="4137" y="295"/>
                </a:lnTo>
                <a:lnTo>
                  <a:pt x="4138" y="295"/>
                </a:lnTo>
                <a:lnTo>
                  <a:pt x="4139" y="295"/>
                </a:lnTo>
                <a:lnTo>
                  <a:pt x="4140" y="294"/>
                </a:lnTo>
                <a:lnTo>
                  <a:pt x="4140" y="293"/>
                </a:lnTo>
                <a:lnTo>
                  <a:pt x="4140" y="292"/>
                </a:lnTo>
                <a:lnTo>
                  <a:pt x="4141" y="292"/>
                </a:lnTo>
                <a:lnTo>
                  <a:pt x="4142" y="292"/>
                </a:lnTo>
                <a:lnTo>
                  <a:pt x="4142" y="291"/>
                </a:lnTo>
                <a:lnTo>
                  <a:pt x="4143" y="290"/>
                </a:lnTo>
                <a:lnTo>
                  <a:pt x="4143" y="289"/>
                </a:lnTo>
                <a:lnTo>
                  <a:pt x="4144" y="289"/>
                </a:lnTo>
                <a:lnTo>
                  <a:pt x="4144" y="288"/>
                </a:lnTo>
                <a:lnTo>
                  <a:pt x="4145" y="288"/>
                </a:lnTo>
                <a:lnTo>
                  <a:pt x="4145" y="287"/>
                </a:lnTo>
                <a:lnTo>
                  <a:pt x="4145" y="286"/>
                </a:lnTo>
                <a:lnTo>
                  <a:pt x="4144" y="286"/>
                </a:lnTo>
                <a:lnTo>
                  <a:pt x="4144" y="285"/>
                </a:lnTo>
                <a:lnTo>
                  <a:pt x="4145" y="285"/>
                </a:lnTo>
                <a:lnTo>
                  <a:pt x="4146" y="285"/>
                </a:lnTo>
                <a:lnTo>
                  <a:pt x="4145" y="285"/>
                </a:lnTo>
                <a:lnTo>
                  <a:pt x="4145" y="284"/>
                </a:lnTo>
                <a:lnTo>
                  <a:pt x="4146" y="284"/>
                </a:lnTo>
                <a:lnTo>
                  <a:pt x="4147" y="284"/>
                </a:lnTo>
                <a:lnTo>
                  <a:pt x="4146" y="284"/>
                </a:lnTo>
                <a:lnTo>
                  <a:pt x="4146" y="283"/>
                </a:lnTo>
                <a:lnTo>
                  <a:pt x="4146" y="282"/>
                </a:lnTo>
                <a:lnTo>
                  <a:pt x="4146" y="281"/>
                </a:lnTo>
                <a:lnTo>
                  <a:pt x="4145" y="281"/>
                </a:lnTo>
                <a:lnTo>
                  <a:pt x="4145" y="280"/>
                </a:lnTo>
                <a:lnTo>
                  <a:pt x="4144" y="280"/>
                </a:lnTo>
                <a:lnTo>
                  <a:pt x="4144" y="278"/>
                </a:lnTo>
                <a:lnTo>
                  <a:pt x="4145" y="278"/>
                </a:lnTo>
                <a:lnTo>
                  <a:pt x="4145" y="277"/>
                </a:lnTo>
                <a:lnTo>
                  <a:pt x="4145" y="276"/>
                </a:lnTo>
                <a:lnTo>
                  <a:pt x="4144" y="276"/>
                </a:lnTo>
                <a:lnTo>
                  <a:pt x="4144" y="275"/>
                </a:lnTo>
                <a:lnTo>
                  <a:pt x="4145" y="275"/>
                </a:lnTo>
                <a:lnTo>
                  <a:pt x="4145" y="274"/>
                </a:lnTo>
                <a:lnTo>
                  <a:pt x="4146" y="274"/>
                </a:lnTo>
                <a:lnTo>
                  <a:pt x="4146" y="273"/>
                </a:lnTo>
                <a:lnTo>
                  <a:pt x="4146" y="272"/>
                </a:lnTo>
                <a:lnTo>
                  <a:pt x="4147" y="272"/>
                </a:lnTo>
                <a:lnTo>
                  <a:pt x="4148" y="272"/>
                </a:lnTo>
                <a:lnTo>
                  <a:pt x="4148" y="271"/>
                </a:lnTo>
                <a:lnTo>
                  <a:pt x="4149" y="271"/>
                </a:lnTo>
                <a:lnTo>
                  <a:pt x="4150" y="271"/>
                </a:lnTo>
                <a:lnTo>
                  <a:pt x="4150" y="270"/>
                </a:lnTo>
                <a:lnTo>
                  <a:pt x="4151" y="270"/>
                </a:lnTo>
                <a:lnTo>
                  <a:pt x="4151" y="269"/>
                </a:lnTo>
                <a:lnTo>
                  <a:pt x="4151" y="268"/>
                </a:lnTo>
                <a:lnTo>
                  <a:pt x="4152" y="268"/>
                </a:lnTo>
                <a:lnTo>
                  <a:pt x="4152" y="267"/>
                </a:lnTo>
                <a:lnTo>
                  <a:pt x="4152" y="266"/>
                </a:lnTo>
                <a:lnTo>
                  <a:pt x="4153" y="266"/>
                </a:lnTo>
                <a:lnTo>
                  <a:pt x="4153" y="265"/>
                </a:lnTo>
                <a:lnTo>
                  <a:pt x="4153" y="264"/>
                </a:lnTo>
                <a:lnTo>
                  <a:pt x="4154" y="264"/>
                </a:lnTo>
                <a:lnTo>
                  <a:pt x="4155" y="264"/>
                </a:lnTo>
                <a:lnTo>
                  <a:pt x="4155" y="263"/>
                </a:lnTo>
                <a:lnTo>
                  <a:pt x="4156" y="263"/>
                </a:lnTo>
                <a:lnTo>
                  <a:pt x="4156" y="262"/>
                </a:lnTo>
                <a:lnTo>
                  <a:pt x="4157" y="261"/>
                </a:lnTo>
                <a:lnTo>
                  <a:pt x="4158" y="261"/>
                </a:lnTo>
                <a:lnTo>
                  <a:pt x="4159" y="261"/>
                </a:lnTo>
                <a:lnTo>
                  <a:pt x="4160" y="261"/>
                </a:lnTo>
                <a:lnTo>
                  <a:pt x="4161" y="261"/>
                </a:lnTo>
                <a:lnTo>
                  <a:pt x="4162" y="260"/>
                </a:lnTo>
                <a:lnTo>
                  <a:pt x="4162" y="259"/>
                </a:lnTo>
                <a:lnTo>
                  <a:pt x="4161" y="259"/>
                </a:lnTo>
                <a:lnTo>
                  <a:pt x="4162" y="259"/>
                </a:lnTo>
                <a:lnTo>
                  <a:pt x="4163" y="259"/>
                </a:lnTo>
                <a:lnTo>
                  <a:pt x="4163" y="258"/>
                </a:lnTo>
                <a:lnTo>
                  <a:pt x="4164" y="258"/>
                </a:lnTo>
                <a:lnTo>
                  <a:pt x="4165" y="258"/>
                </a:lnTo>
                <a:lnTo>
                  <a:pt x="4165" y="257"/>
                </a:lnTo>
                <a:lnTo>
                  <a:pt x="4165" y="256"/>
                </a:lnTo>
                <a:lnTo>
                  <a:pt x="4165" y="255"/>
                </a:lnTo>
                <a:lnTo>
                  <a:pt x="4164" y="255"/>
                </a:lnTo>
                <a:lnTo>
                  <a:pt x="4165" y="255"/>
                </a:lnTo>
                <a:lnTo>
                  <a:pt x="4166" y="255"/>
                </a:lnTo>
                <a:lnTo>
                  <a:pt x="4167" y="255"/>
                </a:lnTo>
                <a:lnTo>
                  <a:pt x="4167" y="254"/>
                </a:lnTo>
                <a:lnTo>
                  <a:pt x="4166" y="254"/>
                </a:lnTo>
                <a:lnTo>
                  <a:pt x="4166" y="253"/>
                </a:lnTo>
                <a:lnTo>
                  <a:pt x="4167" y="253"/>
                </a:lnTo>
                <a:lnTo>
                  <a:pt x="4168" y="253"/>
                </a:lnTo>
                <a:lnTo>
                  <a:pt x="4168" y="252"/>
                </a:lnTo>
                <a:lnTo>
                  <a:pt x="4168" y="251"/>
                </a:lnTo>
                <a:lnTo>
                  <a:pt x="4167" y="251"/>
                </a:lnTo>
                <a:lnTo>
                  <a:pt x="4168" y="250"/>
                </a:lnTo>
                <a:lnTo>
                  <a:pt x="4169" y="250"/>
                </a:lnTo>
                <a:lnTo>
                  <a:pt x="4169" y="249"/>
                </a:lnTo>
                <a:lnTo>
                  <a:pt x="4170" y="249"/>
                </a:lnTo>
                <a:lnTo>
                  <a:pt x="4169" y="248"/>
                </a:lnTo>
                <a:lnTo>
                  <a:pt x="4170" y="248"/>
                </a:lnTo>
                <a:lnTo>
                  <a:pt x="4170" y="247"/>
                </a:lnTo>
                <a:lnTo>
                  <a:pt x="4170" y="246"/>
                </a:lnTo>
                <a:lnTo>
                  <a:pt x="4169" y="246"/>
                </a:lnTo>
                <a:lnTo>
                  <a:pt x="4168" y="246"/>
                </a:lnTo>
                <a:lnTo>
                  <a:pt x="4168" y="245"/>
                </a:lnTo>
                <a:lnTo>
                  <a:pt x="4169" y="245"/>
                </a:lnTo>
                <a:lnTo>
                  <a:pt x="4169" y="246"/>
                </a:lnTo>
                <a:lnTo>
                  <a:pt x="4170" y="246"/>
                </a:lnTo>
                <a:lnTo>
                  <a:pt x="4171" y="245"/>
                </a:lnTo>
                <a:lnTo>
                  <a:pt x="4170" y="245"/>
                </a:lnTo>
                <a:lnTo>
                  <a:pt x="4170" y="244"/>
                </a:lnTo>
                <a:lnTo>
                  <a:pt x="4169" y="244"/>
                </a:lnTo>
                <a:lnTo>
                  <a:pt x="4169" y="243"/>
                </a:lnTo>
                <a:lnTo>
                  <a:pt x="4169" y="242"/>
                </a:lnTo>
                <a:lnTo>
                  <a:pt x="4169" y="241"/>
                </a:lnTo>
                <a:lnTo>
                  <a:pt x="4168" y="241"/>
                </a:lnTo>
                <a:lnTo>
                  <a:pt x="4168" y="240"/>
                </a:lnTo>
                <a:lnTo>
                  <a:pt x="4169" y="240"/>
                </a:lnTo>
                <a:lnTo>
                  <a:pt x="4170" y="240"/>
                </a:lnTo>
                <a:lnTo>
                  <a:pt x="4170" y="239"/>
                </a:lnTo>
                <a:lnTo>
                  <a:pt x="4170" y="240"/>
                </a:lnTo>
                <a:lnTo>
                  <a:pt x="4171" y="240"/>
                </a:lnTo>
                <a:lnTo>
                  <a:pt x="4172" y="240"/>
                </a:lnTo>
                <a:lnTo>
                  <a:pt x="4173" y="240"/>
                </a:lnTo>
                <a:lnTo>
                  <a:pt x="4173" y="241"/>
                </a:lnTo>
                <a:lnTo>
                  <a:pt x="4174" y="240"/>
                </a:lnTo>
                <a:lnTo>
                  <a:pt x="4174" y="239"/>
                </a:lnTo>
                <a:lnTo>
                  <a:pt x="4173" y="239"/>
                </a:lnTo>
                <a:lnTo>
                  <a:pt x="4172" y="239"/>
                </a:lnTo>
                <a:lnTo>
                  <a:pt x="4172" y="238"/>
                </a:lnTo>
                <a:lnTo>
                  <a:pt x="4171" y="238"/>
                </a:lnTo>
                <a:lnTo>
                  <a:pt x="4171" y="237"/>
                </a:lnTo>
                <a:lnTo>
                  <a:pt x="4172" y="237"/>
                </a:lnTo>
                <a:lnTo>
                  <a:pt x="4172" y="236"/>
                </a:lnTo>
                <a:lnTo>
                  <a:pt x="4173" y="236"/>
                </a:lnTo>
                <a:lnTo>
                  <a:pt x="4174" y="236"/>
                </a:lnTo>
                <a:lnTo>
                  <a:pt x="4174" y="235"/>
                </a:lnTo>
                <a:lnTo>
                  <a:pt x="4173" y="235"/>
                </a:lnTo>
                <a:lnTo>
                  <a:pt x="4173" y="234"/>
                </a:lnTo>
                <a:lnTo>
                  <a:pt x="4173" y="233"/>
                </a:lnTo>
                <a:lnTo>
                  <a:pt x="4174" y="233"/>
                </a:lnTo>
                <a:lnTo>
                  <a:pt x="4175" y="233"/>
                </a:lnTo>
                <a:lnTo>
                  <a:pt x="4175" y="232"/>
                </a:lnTo>
                <a:lnTo>
                  <a:pt x="4176" y="232"/>
                </a:lnTo>
                <a:lnTo>
                  <a:pt x="4177" y="232"/>
                </a:lnTo>
                <a:lnTo>
                  <a:pt x="4178" y="232"/>
                </a:lnTo>
                <a:lnTo>
                  <a:pt x="4179" y="232"/>
                </a:lnTo>
                <a:lnTo>
                  <a:pt x="4179" y="231"/>
                </a:lnTo>
                <a:lnTo>
                  <a:pt x="4179" y="230"/>
                </a:lnTo>
                <a:lnTo>
                  <a:pt x="4179" y="229"/>
                </a:lnTo>
                <a:lnTo>
                  <a:pt x="4179" y="228"/>
                </a:lnTo>
                <a:lnTo>
                  <a:pt x="4180" y="228"/>
                </a:lnTo>
                <a:lnTo>
                  <a:pt x="4180" y="227"/>
                </a:lnTo>
                <a:lnTo>
                  <a:pt x="4181" y="227"/>
                </a:lnTo>
                <a:lnTo>
                  <a:pt x="4182" y="227"/>
                </a:lnTo>
                <a:lnTo>
                  <a:pt x="4183" y="227"/>
                </a:lnTo>
                <a:lnTo>
                  <a:pt x="4184" y="226"/>
                </a:lnTo>
                <a:lnTo>
                  <a:pt x="4185" y="226"/>
                </a:lnTo>
                <a:lnTo>
                  <a:pt x="4185" y="225"/>
                </a:lnTo>
                <a:lnTo>
                  <a:pt x="4184" y="225"/>
                </a:lnTo>
                <a:lnTo>
                  <a:pt x="4183" y="225"/>
                </a:lnTo>
                <a:lnTo>
                  <a:pt x="4182" y="224"/>
                </a:lnTo>
                <a:lnTo>
                  <a:pt x="4181" y="224"/>
                </a:lnTo>
                <a:lnTo>
                  <a:pt x="4181" y="223"/>
                </a:lnTo>
                <a:lnTo>
                  <a:pt x="4182" y="223"/>
                </a:lnTo>
                <a:lnTo>
                  <a:pt x="4182" y="222"/>
                </a:lnTo>
                <a:lnTo>
                  <a:pt x="4183" y="222"/>
                </a:lnTo>
                <a:lnTo>
                  <a:pt x="4184" y="222"/>
                </a:lnTo>
                <a:lnTo>
                  <a:pt x="4186" y="222"/>
                </a:lnTo>
                <a:lnTo>
                  <a:pt x="4187" y="222"/>
                </a:lnTo>
                <a:lnTo>
                  <a:pt x="4187" y="221"/>
                </a:lnTo>
                <a:lnTo>
                  <a:pt x="4187" y="220"/>
                </a:lnTo>
                <a:lnTo>
                  <a:pt x="4187" y="219"/>
                </a:lnTo>
                <a:lnTo>
                  <a:pt x="4187" y="218"/>
                </a:lnTo>
                <a:lnTo>
                  <a:pt x="4188" y="217"/>
                </a:lnTo>
                <a:lnTo>
                  <a:pt x="4189" y="217"/>
                </a:lnTo>
                <a:lnTo>
                  <a:pt x="4190" y="217"/>
                </a:lnTo>
                <a:lnTo>
                  <a:pt x="4190" y="216"/>
                </a:lnTo>
                <a:lnTo>
                  <a:pt x="4190" y="215"/>
                </a:lnTo>
                <a:lnTo>
                  <a:pt x="4189" y="215"/>
                </a:lnTo>
                <a:lnTo>
                  <a:pt x="4189" y="214"/>
                </a:lnTo>
                <a:lnTo>
                  <a:pt x="4188" y="213"/>
                </a:lnTo>
                <a:lnTo>
                  <a:pt x="4188" y="212"/>
                </a:lnTo>
                <a:lnTo>
                  <a:pt x="4189" y="212"/>
                </a:lnTo>
                <a:lnTo>
                  <a:pt x="4189" y="211"/>
                </a:lnTo>
                <a:lnTo>
                  <a:pt x="4188" y="211"/>
                </a:lnTo>
                <a:lnTo>
                  <a:pt x="4189" y="211"/>
                </a:lnTo>
                <a:lnTo>
                  <a:pt x="4189" y="210"/>
                </a:lnTo>
                <a:lnTo>
                  <a:pt x="4190" y="210"/>
                </a:lnTo>
                <a:lnTo>
                  <a:pt x="4191" y="210"/>
                </a:lnTo>
                <a:lnTo>
                  <a:pt x="4191" y="209"/>
                </a:lnTo>
                <a:lnTo>
                  <a:pt x="4192" y="209"/>
                </a:lnTo>
                <a:lnTo>
                  <a:pt x="4192" y="208"/>
                </a:lnTo>
                <a:lnTo>
                  <a:pt x="4192" y="207"/>
                </a:lnTo>
                <a:lnTo>
                  <a:pt x="4193" y="207"/>
                </a:lnTo>
                <a:lnTo>
                  <a:pt x="4194" y="207"/>
                </a:lnTo>
                <a:lnTo>
                  <a:pt x="4194" y="206"/>
                </a:lnTo>
                <a:lnTo>
                  <a:pt x="4194" y="205"/>
                </a:lnTo>
                <a:lnTo>
                  <a:pt x="4194" y="204"/>
                </a:lnTo>
                <a:lnTo>
                  <a:pt x="4193" y="203"/>
                </a:lnTo>
                <a:lnTo>
                  <a:pt x="4193" y="202"/>
                </a:lnTo>
                <a:lnTo>
                  <a:pt x="4193" y="201"/>
                </a:lnTo>
                <a:lnTo>
                  <a:pt x="4194" y="201"/>
                </a:lnTo>
                <a:lnTo>
                  <a:pt x="4194" y="200"/>
                </a:lnTo>
                <a:lnTo>
                  <a:pt x="4194" y="199"/>
                </a:lnTo>
                <a:lnTo>
                  <a:pt x="4195" y="199"/>
                </a:lnTo>
                <a:lnTo>
                  <a:pt x="4195" y="198"/>
                </a:lnTo>
                <a:lnTo>
                  <a:pt x="4195" y="197"/>
                </a:lnTo>
                <a:lnTo>
                  <a:pt x="4196" y="197"/>
                </a:lnTo>
                <a:lnTo>
                  <a:pt x="4197" y="197"/>
                </a:lnTo>
                <a:lnTo>
                  <a:pt x="4197" y="196"/>
                </a:lnTo>
                <a:lnTo>
                  <a:pt x="4198" y="196"/>
                </a:lnTo>
                <a:lnTo>
                  <a:pt x="4199" y="196"/>
                </a:lnTo>
                <a:lnTo>
                  <a:pt x="4199" y="195"/>
                </a:lnTo>
                <a:lnTo>
                  <a:pt x="4198" y="194"/>
                </a:lnTo>
                <a:lnTo>
                  <a:pt x="4197" y="193"/>
                </a:lnTo>
                <a:lnTo>
                  <a:pt x="4198" y="193"/>
                </a:lnTo>
                <a:lnTo>
                  <a:pt x="4199" y="193"/>
                </a:lnTo>
                <a:lnTo>
                  <a:pt x="4200" y="193"/>
                </a:lnTo>
                <a:lnTo>
                  <a:pt x="4201" y="193"/>
                </a:lnTo>
                <a:lnTo>
                  <a:pt x="4201" y="194"/>
                </a:lnTo>
                <a:lnTo>
                  <a:pt x="4202" y="194"/>
                </a:lnTo>
                <a:lnTo>
                  <a:pt x="4202" y="193"/>
                </a:lnTo>
                <a:lnTo>
                  <a:pt x="4202" y="194"/>
                </a:lnTo>
                <a:lnTo>
                  <a:pt x="4203" y="194"/>
                </a:lnTo>
                <a:lnTo>
                  <a:pt x="4203" y="193"/>
                </a:lnTo>
                <a:lnTo>
                  <a:pt x="4204" y="193"/>
                </a:lnTo>
                <a:lnTo>
                  <a:pt x="4205" y="193"/>
                </a:lnTo>
                <a:lnTo>
                  <a:pt x="4206" y="193"/>
                </a:lnTo>
                <a:lnTo>
                  <a:pt x="4206" y="192"/>
                </a:lnTo>
                <a:lnTo>
                  <a:pt x="4207" y="192"/>
                </a:lnTo>
                <a:lnTo>
                  <a:pt x="4207" y="191"/>
                </a:lnTo>
                <a:lnTo>
                  <a:pt x="4208" y="191"/>
                </a:lnTo>
                <a:lnTo>
                  <a:pt x="4208" y="190"/>
                </a:lnTo>
                <a:lnTo>
                  <a:pt x="4209" y="190"/>
                </a:lnTo>
                <a:lnTo>
                  <a:pt x="4210" y="189"/>
                </a:lnTo>
                <a:lnTo>
                  <a:pt x="4210" y="188"/>
                </a:lnTo>
                <a:lnTo>
                  <a:pt x="4211" y="188"/>
                </a:lnTo>
                <a:lnTo>
                  <a:pt x="4212" y="188"/>
                </a:lnTo>
                <a:lnTo>
                  <a:pt x="4213" y="188"/>
                </a:lnTo>
                <a:lnTo>
                  <a:pt x="4213" y="187"/>
                </a:lnTo>
                <a:lnTo>
                  <a:pt x="4214" y="187"/>
                </a:lnTo>
                <a:lnTo>
                  <a:pt x="4214" y="186"/>
                </a:lnTo>
                <a:lnTo>
                  <a:pt x="4215" y="186"/>
                </a:lnTo>
                <a:lnTo>
                  <a:pt x="4216" y="186"/>
                </a:lnTo>
                <a:lnTo>
                  <a:pt x="4216" y="185"/>
                </a:lnTo>
                <a:lnTo>
                  <a:pt x="4217" y="185"/>
                </a:lnTo>
                <a:lnTo>
                  <a:pt x="4217" y="184"/>
                </a:lnTo>
                <a:lnTo>
                  <a:pt x="4217" y="183"/>
                </a:lnTo>
                <a:lnTo>
                  <a:pt x="4218" y="183"/>
                </a:lnTo>
                <a:lnTo>
                  <a:pt x="4218" y="182"/>
                </a:lnTo>
                <a:lnTo>
                  <a:pt x="4220" y="182"/>
                </a:lnTo>
                <a:lnTo>
                  <a:pt x="4221" y="182"/>
                </a:lnTo>
                <a:lnTo>
                  <a:pt x="4222" y="182"/>
                </a:lnTo>
                <a:lnTo>
                  <a:pt x="4223" y="182"/>
                </a:lnTo>
                <a:lnTo>
                  <a:pt x="4223" y="181"/>
                </a:lnTo>
                <a:lnTo>
                  <a:pt x="4223" y="180"/>
                </a:lnTo>
                <a:lnTo>
                  <a:pt x="4224" y="180"/>
                </a:lnTo>
                <a:lnTo>
                  <a:pt x="4225" y="180"/>
                </a:lnTo>
                <a:lnTo>
                  <a:pt x="4226" y="180"/>
                </a:lnTo>
                <a:lnTo>
                  <a:pt x="4226" y="179"/>
                </a:lnTo>
                <a:lnTo>
                  <a:pt x="4226" y="178"/>
                </a:lnTo>
                <a:lnTo>
                  <a:pt x="4226" y="177"/>
                </a:lnTo>
                <a:lnTo>
                  <a:pt x="4227" y="177"/>
                </a:lnTo>
                <a:lnTo>
                  <a:pt x="4228" y="177"/>
                </a:lnTo>
                <a:lnTo>
                  <a:pt x="4229" y="177"/>
                </a:lnTo>
                <a:lnTo>
                  <a:pt x="4230" y="176"/>
                </a:lnTo>
                <a:lnTo>
                  <a:pt x="4231" y="176"/>
                </a:lnTo>
                <a:lnTo>
                  <a:pt x="4232" y="176"/>
                </a:lnTo>
                <a:lnTo>
                  <a:pt x="4232" y="175"/>
                </a:lnTo>
                <a:lnTo>
                  <a:pt x="4233" y="175"/>
                </a:lnTo>
                <a:lnTo>
                  <a:pt x="4233" y="174"/>
                </a:lnTo>
                <a:lnTo>
                  <a:pt x="4232" y="173"/>
                </a:lnTo>
                <a:lnTo>
                  <a:pt x="4232" y="172"/>
                </a:lnTo>
                <a:lnTo>
                  <a:pt x="4233" y="172"/>
                </a:lnTo>
                <a:lnTo>
                  <a:pt x="4234" y="172"/>
                </a:lnTo>
                <a:lnTo>
                  <a:pt x="4235" y="172"/>
                </a:lnTo>
                <a:lnTo>
                  <a:pt x="4236" y="172"/>
                </a:lnTo>
                <a:lnTo>
                  <a:pt x="4237" y="172"/>
                </a:lnTo>
                <a:lnTo>
                  <a:pt x="4237" y="173"/>
                </a:lnTo>
                <a:lnTo>
                  <a:pt x="4239" y="173"/>
                </a:lnTo>
                <a:lnTo>
                  <a:pt x="4239" y="172"/>
                </a:lnTo>
                <a:lnTo>
                  <a:pt x="4240" y="172"/>
                </a:lnTo>
                <a:lnTo>
                  <a:pt x="4240" y="171"/>
                </a:lnTo>
                <a:lnTo>
                  <a:pt x="4239" y="171"/>
                </a:lnTo>
                <a:lnTo>
                  <a:pt x="4239" y="170"/>
                </a:lnTo>
                <a:lnTo>
                  <a:pt x="4239" y="169"/>
                </a:lnTo>
                <a:lnTo>
                  <a:pt x="4240" y="169"/>
                </a:lnTo>
                <a:lnTo>
                  <a:pt x="4241" y="169"/>
                </a:lnTo>
                <a:lnTo>
                  <a:pt x="4243" y="169"/>
                </a:lnTo>
                <a:lnTo>
                  <a:pt x="4244" y="169"/>
                </a:lnTo>
                <a:lnTo>
                  <a:pt x="4245" y="169"/>
                </a:lnTo>
                <a:lnTo>
                  <a:pt x="4245" y="168"/>
                </a:lnTo>
                <a:lnTo>
                  <a:pt x="4246" y="168"/>
                </a:lnTo>
                <a:lnTo>
                  <a:pt x="4247" y="168"/>
                </a:lnTo>
                <a:lnTo>
                  <a:pt x="4248" y="168"/>
                </a:lnTo>
                <a:lnTo>
                  <a:pt x="4249" y="168"/>
                </a:lnTo>
                <a:lnTo>
                  <a:pt x="4249" y="167"/>
                </a:lnTo>
                <a:lnTo>
                  <a:pt x="4249" y="166"/>
                </a:lnTo>
                <a:lnTo>
                  <a:pt x="4249" y="165"/>
                </a:lnTo>
                <a:lnTo>
                  <a:pt x="4249" y="164"/>
                </a:lnTo>
                <a:lnTo>
                  <a:pt x="4250" y="164"/>
                </a:lnTo>
                <a:lnTo>
                  <a:pt x="4251" y="164"/>
                </a:lnTo>
                <a:lnTo>
                  <a:pt x="4251" y="163"/>
                </a:lnTo>
                <a:lnTo>
                  <a:pt x="4252" y="163"/>
                </a:lnTo>
                <a:lnTo>
                  <a:pt x="4252" y="162"/>
                </a:lnTo>
                <a:lnTo>
                  <a:pt x="4253" y="162"/>
                </a:lnTo>
                <a:lnTo>
                  <a:pt x="4253" y="161"/>
                </a:lnTo>
                <a:lnTo>
                  <a:pt x="4254" y="161"/>
                </a:lnTo>
                <a:lnTo>
                  <a:pt x="4254" y="160"/>
                </a:lnTo>
                <a:lnTo>
                  <a:pt x="4254" y="159"/>
                </a:lnTo>
                <a:lnTo>
                  <a:pt x="4254" y="158"/>
                </a:lnTo>
                <a:lnTo>
                  <a:pt x="4253" y="158"/>
                </a:lnTo>
                <a:lnTo>
                  <a:pt x="4252" y="158"/>
                </a:lnTo>
                <a:lnTo>
                  <a:pt x="4252" y="157"/>
                </a:lnTo>
                <a:lnTo>
                  <a:pt x="4251" y="157"/>
                </a:lnTo>
                <a:lnTo>
                  <a:pt x="4251" y="156"/>
                </a:lnTo>
                <a:lnTo>
                  <a:pt x="4252" y="156"/>
                </a:lnTo>
                <a:lnTo>
                  <a:pt x="4252" y="155"/>
                </a:lnTo>
                <a:lnTo>
                  <a:pt x="4253" y="154"/>
                </a:lnTo>
                <a:lnTo>
                  <a:pt x="4254" y="153"/>
                </a:lnTo>
                <a:lnTo>
                  <a:pt x="4255" y="152"/>
                </a:lnTo>
                <a:lnTo>
                  <a:pt x="4256" y="152"/>
                </a:lnTo>
                <a:lnTo>
                  <a:pt x="4257" y="152"/>
                </a:lnTo>
                <a:lnTo>
                  <a:pt x="4258" y="152"/>
                </a:lnTo>
                <a:lnTo>
                  <a:pt x="4258" y="151"/>
                </a:lnTo>
                <a:lnTo>
                  <a:pt x="4257" y="151"/>
                </a:lnTo>
                <a:lnTo>
                  <a:pt x="4257" y="150"/>
                </a:lnTo>
                <a:lnTo>
                  <a:pt x="4258" y="150"/>
                </a:lnTo>
                <a:lnTo>
                  <a:pt x="4258" y="149"/>
                </a:lnTo>
                <a:lnTo>
                  <a:pt x="4259" y="149"/>
                </a:lnTo>
                <a:lnTo>
                  <a:pt x="4259" y="148"/>
                </a:lnTo>
                <a:lnTo>
                  <a:pt x="4259" y="147"/>
                </a:lnTo>
                <a:lnTo>
                  <a:pt x="4258" y="147"/>
                </a:lnTo>
                <a:lnTo>
                  <a:pt x="4258" y="146"/>
                </a:lnTo>
                <a:lnTo>
                  <a:pt x="4259" y="145"/>
                </a:lnTo>
                <a:lnTo>
                  <a:pt x="4260" y="145"/>
                </a:lnTo>
                <a:lnTo>
                  <a:pt x="4260" y="144"/>
                </a:lnTo>
                <a:lnTo>
                  <a:pt x="4261" y="144"/>
                </a:lnTo>
                <a:lnTo>
                  <a:pt x="4261" y="143"/>
                </a:lnTo>
                <a:lnTo>
                  <a:pt x="4260" y="143"/>
                </a:lnTo>
                <a:lnTo>
                  <a:pt x="4260" y="142"/>
                </a:lnTo>
                <a:lnTo>
                  <a:pt x="4259" y="142"/>
                </a:lnTo>
                <a:lnTo>
                  <a:pt x="4259" y="141"/>
                </a:lnTo>
                <a:lnTo>
                  <a:pt x="4258" y="141"/>
                </a:lnTo>
                <a:lnTo>
                  <a:pt x="4258" y="140"/>
                </a:lnTo>
                <a:lnTo>
                  <a:pt x="4257" y="139"/>
                </a:lnTo>
                <a:lnTo>
                  <a:pt x="4257" y="138"/>
                </a:lnTo>
                <a:lnTo>
                  <a:pt x="4257" y="137"/>
                </a:lnTo>
                <a:lnTo>
                  <a:pt x="4257" y="136"/>
                </a:lnTo>
                <a:lnTo>
                  <a:pt x="4258" y="135"/>
                </a:lnTo>
                <a:lnTo>
                  <a:pt x="4258" y="134"/>
                </a:lnTo>
                <a:lnTo>
                  <a:pt x="4257" y="134"/>
                </a:lnTo>
                <a:lnTo>
                  <a:pt x="4256" y="134"/>
                </a:lnTo>
                <a:lnTo>
                  <a:pt x="4256" y="133"/>
                </a:lnTo>
                <a:lnTo>
                  <a:pt x="4256" y="134"/>
                </a:lnTo>
                <a:lnTo>
                  <a:pt x="4254" y="134"/>
                </a:lnTo>
                <a:lnTo>
                  <a:pt x="4254" y="133"/>
                </a:lnTo>
                <a:lnTo>
                  <a:pt x="4253" y="132"/>
                </a:lnTo>
                <a:lnTo>
                  <a:pt x="4253" y="131"/>
                </a:lnTo>
                <a:lnTo>
                  <a:pt x="4252" y="131"/>
                </a:lnTo>
                <a:lnTo>
                  <a:pt x="4252" y="130"/>
                </a:lnTo>
                <a:lnTo>
                  <a:pt x="4251" y="130"/>
                </a:lnTo>
                <a:lnTo>
                  <a:pt x="4250" y="130"/>
                </a:lnTo>
                <a:lnTo>
                  <a:pt x="4249" y="130"/>
                </a:lnTo>
                <a:lnTo>
                  <a:pt x="4249" y="129"/>
                </a:lnTo>
                <a:lnTo>
                  <a:pt x="4248" y="129"/>
                </a:lnTo>
                <a:lnTo>
                  <a:pt x="4247" y="128"/>
                </a:lnTo>
                <a:lnTo>
                  <a:pt x="4246" y="127"/>
                </a:lnTo>
                <a:lnTo>
                  <a:pt x="4246" y="126"/>
                </a:lnTo>
                <a:lnTo>
                  <a:pt x="4246" y="125"/>
                </a:lnTo>
                <a:lnTo>
                  <a:pt x="4246" y="124"/>
                </a:lnTo>
                <a:lnTo>
                  <a:pt x="4246" y="123"/>
                </a:lnTo>
                <a:lnTo>
                  <a:pt x="4247" y="123"/>
                </a:lnTo>
                <a:lnTo>
                  <a:pt x="4248" y="123"/>
                </a:lnTo>
                <a:lnTo>
                  <a:pt x="4249" y="122"/>
                </a:lnTo>
                <a:lnTo>
                  <a:pt x="4248" y="122"/>
                </a:lnTo>
                <a:lnTo>
                  <a:pt x="4248" y="121"/>
                </a:lnTo>
                <a:lnTo>
                  <a:pt x="4248" y="120"/>
                </a:lnTo>
                <a:lnTo>
                  <a:pt x="4249" y="119"/>
                </a:lnTo>
                <a:lnTo>
                  <a:pt x="4250" y="119"/>
                </a:lnTo>
                <a:lnTo>
                  <a:pt x="4250" y="118"/>
                </a:lnTo>
                <a:lnTo>
                  <a:pt x="4251" y="117"/>
                </a:lnTo>
                <a:lnTo>
                  <a:pt x="4252" y="116"/>
                </a:lnTo>
                <a:lnTo>
                  <a:pt x="4252" y="115"/>
                </a:lnTo>
                <a:lnTo>
                  <a:pt x="4251" y="115"/>
                </a:lnTo>
                <a:lnTo>
                  <a:pt x="4251" y="114"/>
                </a:lnTo>
                <a:lnTo>
                  <a:pt x="4251" y="113"/>
                </a:lnTo>
                <a:lnTo>
                  <a:pt x="4251" y="112"/>
                </a:lnTo>
                <a:lnTo>
                  <a:pt x="4252" y="111"/>
                </a:lnTo>
                <a:lnTo>
                  <a:pt x="4253" y="111"/>
                </a:lnTo>
                <a:lnTo>
                  <a:pt x="4253" y="110"/>
                </a:lnTo>
                <a:lnTo>
                  <a:pt x="4253" y="109"/>
                </a:lnTo>
                <a:lnTo>
                  <a:pt x="4252" y="109"/>
                </a:lnTo>
                <a:lnTo>
                  <a:pt x="4252" y="108"/>
                </a:lnTo>
                <a:lnTo>
                  <a:pt x="4252" y="107"/>
                </a:lnTo>
                <a:lnTo>
                  <a:pt x="4253" y="107"/>
                </a:lnTo>
                <a:lnTo>
                  <a:pt x="4254" y="107"/>
                </a:lnTo>
                <a:lnTo>
                  <a:pt x="4255" y="106"/>
                </a:lnTo>
                <a:lnTo>
                  <a:pt x="4256" y="105"/>
                </a:lnTo>
                <a:lnTo>
                  <a:pt x="4255" y="105"/>
                </a:lnTo>
                <a:lnTo>
                  <a:pt x="4255" y="104"/>
                </a:lnTo>
                <a:lnTo>
                  <a:pt x="4254" y="104"/>
                </a:lnTo>
                <a:lnTo>
                  <a:pt x="4253" y="104"/>
                </a:lnTo>
                <a:lnTo>
                  <a:pt x="4252" y="104"/>
                </a:lnTo>
                <a:lnTo>
                  <a:pt x="4251" y="104"/>
                </a:lnTo>
                <a:lnTo>
                  <a:pt x="4251" y="103"/>
                </a:lnTo>
                <a:lnTo>
                  <a:pt x="4250" y="102"/>
                </a:lnTo>
                <a:lnTo>
                  <a:pt x="4249" y="102"/>
                </a:lnTo>
                <a:lnTo>
                  <a:pt x="4248" y="102"/>
                </a:lnTo>
                <a:lnTo>
                  <a:pt x="4247" y="102"/>
                </a:lnTo>
                <a:lnTo>
                  <a:pt x="4246" y="102"/>
                </a:lnTo>
                <a:lnTo>
                  <a:pt x="4245" y="101"/>
                </a:lnTo>
                <a:lnTo>
                  <a:pt x="4244" y="100"/>
                </a:lnTo>
                <a:lnTo>
                  <a:pt x="4243" y="100"/>
                </a:lnTo>
                <a:lnTo>
                  <a:pt x="4241" y="100"/>
                </a:lnTo>
                <a:lnTo>
                  <a:pt x="4241" y="99"/>
                </a:lnTo>
                <a:lnTo>
                  <a:pt x="4240" y="99"/>
                </a:lnTo>
                <a:lnTo>
                  <a:pt x="4239" y="99"/>
                </a:lnTo>
                <a:lnTo>
                  <a:pt x="4239" y="98"/>
                </a:lnTo>
                <a:lnTo>
                  <a:pt x="4238" y="98"/>
                </a:lnTo>
                <a:lnTo>
                  <a:pt x="4236" y="97"/>
                </a:lnTo>
                <a:lnTo>
                  <a:pt x="4234" y="96"/>
                </a:lnTo>
                <a:lnTo>
                  <a:pt x="4233" y="96"/>
                </a:lnTo>
                <a:lnTo>
                  <a:pt x="4232" y="95"/>
                </a:lnTo>
                <a:lnTo>
                  <a:pt x="4232" y="94"/>
                </a:lnTo>
                <a:lnTo>
                  <a:pt x="4231" y="94"/>
                </a:lnTo>
                <a:lnTo>
                  <a:pt x="4230" y="94"/>
                </a:lnTo>
                <a:lnTo>
                  <a:pt x="4229" y="95"/>
                </a:lnTo>
                <a:lnTo>
                  <a:pt x="4228" y="95"/>
                </a:lnTo>
                <a:lnTo>
                  <a:pt x="4228" y="96"/>
                </a:lnTo>
                <a:lnTo>
                  <a:pt x="4227" y="96"/>
                </a:lnTo>
                <a:lnTo>
                  <a:pt x="4226" y="97"/>
                </a:lnTo>
                <a:lnTo>
                  <a:pt x="4223" y="97"/>
                </a:lnTo>
                <a:lnTo>
                  <a:pt x="4222" y="97"/>
                </a:lnTo>
                <a:lnTo>
                  <a:pt x="4221" y="97"/>
                </a:lnTo>
                <a:lnTo>
                  <a:pt x="4220" y="97"/>
                </a:lnTo>
                <a:lnTo>
                  <a:pt x="4218" y="97"/>
                </a:lnTo>
                <a:lnTo>
                  <a:pt x="4217" y="97"/>
                </a:lnTo>
                <a:lnTo>
                  <a:pt x="4216" y="97"/>
                </a:lnTo>
                <a:lnTo>
                  <a:pt x="4216" y="96"/>
                </a:lnTo>
                <a:lnTo>
                  <a:pt x="4215" y="96"/>
                </a:lnTo>
                <a:lnTo>
                  <a:pt x="4215" y="97"/>
                </a:lnTo>
                <a:lnTo>
                  <a:pt x="4214" y="97"/>
                </a:lnTo>
                <a:lnTo>
                  <a:pt x="4213" y="98"/>
                </a:lnTo>
                <a:lnTo>
                  <a:pt x="4212" y="98"/>
                </a:lnTo>
                <a:lnTo>
                  <a:pt x="4212" y="99"/>
                </a:lnTo>
                <a:lnTo>
                  <a:pt x="4211" y="99"/>
                </a:lnTo>
                <a:lnTo>
                  <a:pt x="4210" y="99"/>
                </a:lnTo>
                <a:lnTo>
                  <a:pt x="4209" y="100"/>
                </a:lnTo>
                <a:lnTo>
                  <a:pt x="4208" y="100"/>
                </a:lnTo>
                <a:lnTo>
                  <a:pt x="4208" y="101"/>
                </a:lnTo>
                <a:lnTo>
                  <a:pt x="4207" y="101"/>
                </a:lnTo>
                <a:lnTo>
                  <a:pt x="4206" y="101"/>
                </a:lnTo>
                <a:lnTo>
                  <a:pt x="4205" y="101"/>
                </a:lnTo>
                <a:lnTo>
                  <a:pt x="4204" y="101"/>
                </a:lnTo>
                <a:lnTo>
                  <a:pt x="4203" y="100"/>
                </a:lnTo>
                <a:lnTo>
                  <a:pt x="4201" y="100"/>
                </a:lnTo>
                <a:lnTo>
                  <a:pt x="4200" y="100"/>
                </a:lnTo>
                <a:lnTo>
                  <a:pt x="4199" y="100"/>
                </a:lnTo>
                <a:lnTo>
                  <a:pt x="4197" y="100"/>
                </a:lnTo>
                <a:lnTo>
                  <a:pt x="4196" y="100"/>
                </a:lnTo>
                <a:lnTo>
                  <a:pt x="4195" y="100"/>
                </a:lnTo>
                <a:lnTo>
                  <a:pt x="4195" y="99"/>
                </a:lnTo>
                <a:lnTo>
                  <a:pt x="4194" y="99"/>
                </a:lnTo>
                <a:lnTo>
                  <a:pt x="4194" y="98"/>
                </a:lnTo>
                <a:lnTo>
                  <a:pt x="4194" y="97"/>
                </a:lnTo>
                <a:lnTo>
                  <a:pt x="4193" y="96"/>
                </a:lnTo>
                <a:lnTo>
                  <a:pt x="4193" y="95"/>
                </a:lnTo>
                <a:lnTo>
                  <a:pt x="4193" y="94"/>
                </a:lnTo>
                <a:lnTo>
                  <a:pt x="4193" y="93"/>
                </a:lnTo>
                <a:lnTo>
                  <a:pt x="4193" y="92"/>
                </a:lnTo>
                <a:lnTo>
                  <a:pt x="4194" y="92"/>
                </a:lnTo>
                <a:lnTo>
                  <a:pt x="4194" y="91"/>
                </a:lnTo>
                <a:lnTo>
                  <a:pt x="4195" y="90"/>
                </a:lnTo>
                <a:lnTo>
                  <a:pt x="4195" y="89"/>
                </a:lnTo>
                <a:lnTo>
                  <a:pt x="4196" y="89"/>
                </a:lnTo>
                <a:lnTo>
                  <a:pt x="4196" y="88"/>
                </a:lnTo>
                <a:lnTo>
                  <a:pt x="4196" y="87"/>
                </a:lnTo>
                <a:lnTo>
                  <a:pt x="4195" y="87"/>
                </a:lnTo>
                <a:lnTo>
                  <a:pt x="4195" y="86"/>
                </a:lnTo>
                <a:lnTo>
                  <a:pt x="4195" y="85"/>
                </a:lnTo>
                <a:lnTo>
                  <a:pt x="4194" y="85"/>
                </a:lnTo>
                <a:lnTo>
                  <a:pt x="4194" y="84"/>
                </a:lnTo>
                <a:lnTo>
                  <a:pt x="4194" y="83"/>
                </a:lnTo>
                <a:lnTo>
                  <a:pt x="4193" y="82"/>
                </a:lnTo>
                <a:lnTo>
                  <a:pt x="4193" y="81"/>
                </a:lnTo>
                <a:lnTo>
                  <a:pt x="4192" y="81"/>
                </a:lnTo>
                <a:lnTo>
                  <a:pt x="4193" y="81"/>
                </a:lnTo>
                <a:lnTo>
                  <a:pt x="4193" y="80"/>
                </a:lnTo>
                <a:lnTo>
                  <a:pt x="4195" y="80"/>
                </a:lnTo>
                <a:lnTo>
                  <a:pt x="4195" y="81"/>
                </a:lnTo>
                <a:lnTo>
                  <a:pt x="4196" y="80"/>
                </a:lnTo>
                <a:lnTo>
                  <a:pt x="4197" y="80"/>
                </a:lnTo>
                <a:lnTo>
                  <a:pt x="4198" y="80"/>
                </a:lnTo>
                <a:lnTo>
                  <a:pt x="4199" y="80"/>
                </a:lnTo>
                <a:lnTo>
                  <a:pt x="4199" y="79"/>
                </a:lnTo>
                <a:lnTo>
                  <a:pt x="4200" y="78"/>
                </a:lnTo>
                <a:lnTo>
                  <a:pt x="4201" y="78"/>
                </a:lnTo>
                <a:lnTo>
                  <a:pt x="4202" y="77"/>
                </a:lnTo>
                <a:lnTo>
                  <a:pt x="4203" y="77"/>
                </a:lnTo>
                <a:lnTo>
                  <a:pt x="4204" y="77"/>
                </a:lnTo>
                <a:lnTo>
                  <a:pt x="4205" y="77"/>
                </a:lnTo>
                <a:lnTo>
                  <a:pt x="4206" y="78"/>
                </a:lnTo>
                <a:lnTo>
                  <a:pt x="4207" y="78"/>
                </a:lnTo>
                <a:lnTo>
                  <a:pt x="4207" y="77"/>
                </a:lnTo>
                <a:lnTo>
                  <a:pt x="4207" y="76"/>
                </a:lnTo>
                <a:lnTo>
                  <a:pt x="4208" y="76"/>
                </a:lnTo>
                <a:lnTo>
                  <a:pt x="4208" y="75"/>
                </a:lnTo>
                <a:lnTo>
                  <a:pt x="4209" y="75"/>
                </a:lnTo>
                <a:lnTo>
                  <a:pt x="4209" y="74"/>
                </a:lnTo>
                <a:lnTo>
                  <a:pt x="4210" y="74"/>
                </a:lnTo>
                <a:lnTo>
                  <a:pt x="4211" y="74"/>
                </a:lnTo>
                <a:lnTo>
                  <a:pt x="4211" y="73"/>
                </a:lnTo>
                <a:lnTo>
                  <a:pt x="4212" y="73"/>
                </a:lnTo>
                <a:lnTo>
                  <a:pt x="4213" y="73"/>
                </a:lnTo>
                <a:lnTo>
                  <a:pt x="4214" y="73"/>
                </a:lnTo>
                <a:lnTo>
                  <a:pt x="4214" y="72"/>
                </a:lnTo>
                <a:lnTo>
                  <a:pt x="4215" y="72"/>
                </a:lnTo>
                <a:lnTo>
                  <a:pt x="4216" y="72"/>
                </a:lnTo>
                <a:lnTo>
                  <a:pt x="4216" y="71"/>
                </a:lnTo>
                <a:lnTo>
                  <a:pt x="4216" y="70"/>
                </a:lnTo>
                <a:lnTo>
                  <a:pt x="4216" y="69"/>
                </a:lnTo>
                <a:lnTo>
                  <a:pt x="4217" y="69"/>
                </a:lnTo>
                <a:lnTo>
                  <a:pt x="4217" y="68"/>
                </a:lnTo>
                <a:lnTo>
                  <a:pt x="4218" y="68"/>
                </a:lnTo>
                <a:lnTo>
                  <a:pt x="4220" y="68"/>
                </a:lnTo>
                <a:lnTo>
                  <a:pt x="4221" y="68"/>
                </a:lnTo>
                <a:lnTo>
                  <a:pt x="4221" y="67"/>
                </a:lnTo>
                <a:lnTo>
                  <a:pt x="4221" y="66"/>
                </a:lnTo>
                <a:lnTo>
                  <a:pt x="4221" y="65"/>
                </a:lnTo>
                <a:lnTo>
                  <a:pt x="4222" y="65"/>
                </a:lnTo>
                <a:lnTo>
                  <a:pt x="4222" y="64"/>
                </a:lnTo>
                <a:lnTo>
                  <a:pt x="4223" y="64"/>
                </a:lnTo>
                <a:lnTo>
                  <a:pt x="4223" y="63"/>
                </a:lnTo>
                <a:lnTo>
                  <a:pt x="4224" y="63"/>
                </a:lnTo>
                <a:lnTo>
                  <a:pt x="4224" y="64"/>
                </a:lnTo>
                <a:lnTo>
                  <a:pt x="4224" y="63"/>
                </a:lnTo>
                <a:lnTo>
                  <a:pt x="4225" y="63"/>
                </a:lnTo>
                <a:lnTo>
                  <a:pt x="4226" y="63"/>
                </a:lnTo>
                <a:lnTo>
                  <a:pt x="4227" y="62"/>
                </a:lnTo>
                <a:lnTo>
                  <a:pt x="4227" y="61"/>
                </a:lnTo>
                <a:lnTo>
                  <a:pt x="4228" y="61"/>
                </a:lnTo>
                <a:lnTo>
                  <a:pt x="4228" y="60"/>
                </a:lnTo>
                <a:lnTo>
                  <a:pt x="4228" y="59"/>
                </a:lnTo>
                <a:lnTo>
                  <a:pt x="4229" y="59"/>
                </a:lnTo>
                <a:lnTo>
                  <a:pt x="4229" y="58"/>
                </a:lnTo>
                <a:lnTo>
                  <a:pt x="4230" y="57"/>
                </a:lnTo>
                <a:lnTo>
                  <a:pt x="4231" y="57"/>
                </a:lnTo>
                <a:lnTo>
                  <a:pt x="4231" y="56"/>
                </a:lnTo>
                <a:lnTo>
                  <a:pt x="4232" y="56"/>
                </a:lnTo>
                <a:lnTo>
                  <a:pt x="4233" y="56"/>
                </a:lnTo>
                <a:lnTo>
                  <a:pt x="4234" y="56"/>
                </a:lnTo>
                <a:lnTo>
                  <a:pt x="4234" y="55"/>
                </a:lnTo>
                <a:lnTo>
                  <a:pt x="4235" y="55"/>
                </a:lnTo>
                <a:lnTo>
                  <a:pt x="4235" y="54"/>
                </a:lnTo>
                <a:lnTo>
                  <a:pt x="4236" y="54"/>
                </a:lnTo>
                <a:lnTo>
                  <a:pt x="4237" y="53"/>
                </a:lnTo>
                <a:lnTo>
                  <a:pt x="4238" y="52"/>
                </a:lnTo>
                <a:lnTo>
                  <a:pt x="4238" y="51"/>
                </a:lnTo>
                <a:lnTo>
                  <a:pt x="4239" y="51"/>
                </a:lnTo>
                <a:lnTo>
                  <a:pt x="4239" y="50"/>
                </a:lnTo>
                <a:lnTo>
                  <a:pt x="4240" y="50"/>
                </a:lnTo>
                <a:lnTo>
                  <a:pt x="4241" y="50"/>
                </a:lnTo>
                <a:lnTo>
                  <a:pt x="4241" y="49"/>
                </a:lnTo>
                <a:lnTo>
                  <a:pt x="4242" y="49"/>
                </a:lnTo>
                <a:lnTo>
                  <a:pt x="4243" y="49"/>
                </a:lnTo>
                <a:lnTo>
                  <a:pt x="4244" y="48"/>
                </a:lnTo>
                <a:lnTo>
                  <a:pt x="4245" y="48"/>
                </a:lnTo>
                <a:lnTo>
                  <a:pt x="4246" y="48"/>
                </a:lnTo>
                <a:lnTo>
                  <a:pt x="4246" y="47"/>
                </a:lnTo>
                <a:lnTo>
                  <a:pt x="4247" y="47"/>
                </a:lnTo>
                <a:lnTo>
                  <a:pt x="4248" y="47"/>
                </a:lnTo>
                <a:lnTo>
                  <a:pt x="4248" y="46"/>
                </a:lnTo>
                <a:lnTo>
                  <a:pt x="4248" y="45"/>
                </a:lnTo>
                <a:lnTo>
                  <a:pt x="4249" y="45"/>
                </a:lnTo>
                <a:lnTo>
                  <a:pt x="4249" y="44"/>
                </a:lnTo>
                <a:lnTo>
                  <a:pt x="4250" y="44"/>
                </a:lnTo>
                <a:lnTo>
                  <a:pt x="4251" y="44"/>
                </a:lnTo>
                <a:lnTo>
                  <a:pt x="4251" y="43"/>
                </a:lnTo>
                <a:lnTo>
                  <a:pt x="4252" y="43"/>
                </a:lnTo>
                <a:lnTo>
                  <a:pt x="4252" y="42"/>
                </a:lnTo>
                <a:lnTo>
                  <a:pt x="4253" y="42"/>
                </a:lnTo>
                <a:lnTo>
                  <a:pt x="4253" y="41"/>
                </a:lnTo>
                <a:lnTo>
                  <a:pt x="4252" y="41"/>
                </a:lnTo>
                <a:lnTo>
                  <a:pt x="4252" y="40"/>
                </a:lnTo>
                <a:lnTo>
                  <a:pt x="4253" y="40"/>
                </a:lnTo>
                <a:lnTo>
                  <a:pt x="4254" y="39"/>
                </a:lnTo>
                <a:lnTo>
                  <a:pt x="4255" y="38"/>
                </a:lnTo>
                <a:lnTo>
                  <a:pt x="4255" y="37"/>
                </a:lnTo>
                <a:lnTo>
                  <a:pt x="4256" y="37"/>
                </a:lnTo>
                <a:lnTo>
                  <a:pt x="4257" y="37"/>
                </a:lnTo>
                <a:lnTo>
                  <a:pt x="4257" y="36"/>
                </a:lnTo>
                <a:lnTo>
                  <a:pt x="4258" y="36"/>
                </a:lnTo>
                <a:lnTo>
                  <a:pt x="4259" y="36"/>
                </a:lnTo>
                <a:lnTo>
                  <a:pt x="4260" y="36"/>
                </a:lnTo>
                <a:lnTo>
                  <a:pt x="4260" y="35"/>
                </a:lnTo>
                <a:lnTo>
                  <a:pt x="4261" y="35"/>
                </a:lnTo>
                <a:lnTo>
                  <a:pt x="4262" y="35"/>
                </a:lnTo>
                <a:lnTo>
                  <a:pt x="4262" y="34"/>
                </a:lnTo>
                <a:lnTo>
                  <a:pt x="4263" y="34"/>
                </a:lnTo>
                <a:lnTo>
                  <a:pt x="4263" y="33"/>
                </a:lnTo>
                <a:lnTo>
                  <a:pt x="4264" y="33"/>
                </a:lnTo>
                <a:lnTo>
                  <a:pt x="4265" y="34"/>
                </a:lnTo>
                <a:lnTo>
                  <a:pt x="4265" y="33"/>
                </a:lnTo>
                <a:lnTo>
                  <a:pt x="4265" y="32"/>
                </a:lnTo>
                <a:lnTo>
                  <a:pt x="4265" y="31"/>
                </a:lnTo>
                <a:lnTo>
                  <a:pt x="4264" y="31"/>
                </a:lnTo>
                <a:lnTo>
                  <a:pt x="4263" y="31"/>
                </a:lnTo>
                <a:lnTo>
                  <a:pt x="4264" y="31"/>
                </a:lnTo>
                <a:lnTo>
                  <a:pt x="4264" y="30"/>
                </a:lnTo>
                <a:lnTo>
                  <a:pt x="4265" y="30"/>
                </a:lnTo>
                <a:lnTo>
                  <a:pt x="4266" y="30"/>
                </a:lnTo>
                <a:lnTo>
                  <a:pt x="4267" y="30"/>
                </a:lnTo>
                <a:lnTo>
                  <a:pt x="4268" y="29"/>
                </a:lnTo>
                <a:lnTo>
                  <a:pt x="4270" y="29"/>
                </a:lnTo>
                <a:lnTo>
                  <a:pt x="4270" y="28"/>
                </a:lnTo>
                <a:lnTo>
                  <a:pt x="4271" y="28"/>
                </a:lnTo>
                <a:lnTo>
                  <a:pt x="4272" y="28"/>
                </a:lnTo>
                <a:lnTo>
                  <a:pt x="4272" y="29"/>
                </a:lnTo>
                <a:lnTo>
                  <a:pt x="4273" y="29"/>
                </a:lnTo>
                <a:lnTo>
                  <a:pt x="4274" y="29"/>
                </a:lnTo>
                <a:lnTo>
                  <a:pt x="4275" y="29"/>
                </a:lnTo>
                <a:lnTo>
                  <a:pt x="4275" y="28"/>
                </a:lnTo>
                <a:lnTo>
                  <a:pt x="4276" y="28"/>
                </a:lnTo>
                <a:lnTo>
                  <a:pt x="4277" y="27"/>
                </a:lnTo>
                <a:lnTo>
                  <a:pt x="4278" y="28"/>
                </a:lnTo>
                <a:lnTo>
                  <a:pt x="4279" y="28"/>
                </a:lnTo>
                <a:lnTo>
                  <a:pt x="4280" y="28"/>
                </a:lnTo>
                <a:lnTo>
                  <a:pt x="4281" y="28"/>
                </a:lnTo>
                <a:lnTo>
                  <a:pt x="4283" y="28"/>
                </a:lnTo>
                <a:lnTo>
                  <a:pt x="4284" y="28"/>
                </a:lnTo>
                <a:lnTo>
                  <a:pt x="4285" y="28"/>
                </a:lnTo>
                <a:lnTo>
                  <a:pt x="4286" y="28"/>
                </a:lnTo>
                <a:lnTo>
                  <a:pt x="4286" y="27"/>
                </a:lnTo>
                <a:lnTo>
                  <a:pt x="4287" y="27"/>
                </a:lnTo>
                <a:lnTo>
                  <a:pt x="4288" y="27"/>
                </a:lnTo>
                <a:lnTo>
                  <a:pt x="4289" y="27"/>
                </a:lnTo>
                <a:lnTo>
                  <a:pt x="4290" y="27"/>
                </a:lnTo>
                <a:lnTo>
                  <a:pt x="4290" y="28"/>
                </a:lnTo>
                <a:lnTo>
                  <a:pt x="4291" y="28"/>
                </a:lnTo>
                <a:lnTo>
                  <a:pt x="4291" y="29"/>
                </a:lnTo>
                <a:lnTo>
                  <a:pt x="4292" y="29"/>
                </a:lnTo>
                <a:lnTo>
                  <a:pt x="4292" y="30"/>
                </a:lnTo>
                <a:lnTo>
                  <a:pt x="4293" y="30"/>
                </a:lnTo>
                <a:lnTo>
                  <a:pt x="4294" y="29"/>
                </a:lnTo>
                <a:lnTo>
                  <a:pt x="4295" y="29"/>
                </a:lnTo>
                <a:lnTo>
                  <a:pt x="4296" y="29"/>
                </a:lnTo>
                <a:lnTo>
                  <a:pt x="4297" y="29"/>
                </a:lnTo>
                <a:lnTo>
                  <a:pt x="4298" y="29"/>
                </a:lnTo>
                <a:lnTo>
                  <a:pt x="4299" y="29"/>
                </a:lnTo>
                <a:lnTo>
                  <a:pt x="4300" y="29"/>
                </a:lnTo>
                <a:lnTo>
                  <a:pt x="4302" y="29"/>
                </a:lnTo>
                <a:lnTo>
                  <a:pt x="4303" y="29"/>
                </a:lnTo>
                <a:lnTo>
                  <a:pt x="4303" y="28"/>
                </a:lnTo>
                <a:lnTo>
                  <a:pt x="4304" y="28"/>
                </a:lnTo>
                <a:lnTo>
                  <a:pt x="4305" y="28"/>
                </a:lnTo>
                <a:lnTo>
                  <a:pt x="4306" y="28"/>
                </a:lnTo>
                <a:lnTo>
                  <a:pt x="4307" y="28"/>
                </a:lnTo>
                <a:lnTo>
                  <a:pt x="4308" y="28"/>
                </a:lnTo>
                <a:lnTo>
                  <a:pt x="4308" y="27"/>
                </a:lnTo>
                <a:lnTo>
                  <a:pt x="4309" y="27"/>
                </a:lnTo>
                <a:lnTo>
                  <a:pt x="4309" y="26"/>
                </a:lnTo>
                <a:lnTo>
                  <a:pt x="4310" y="26"/>
                </a:lnTo>
                <a:lnTo>
                  <a:pt x="4310" y="25"/>
                </a:lnTo>
                <a:lnTo>
                  <a:pt x="4311" y="25"/>
                </a:lnTo>
                <a:lnTo>
                  <a:pt x="4312" y="25"/>
                </a:lnTo>
                <a:lnTo>
                  <a:pt x="4313" y="25"/>
                </a:lnTo>
                <a:lnTo>
                  <a:pt x="4314" y="25"/>
                </a:lnTo>
                <a:lnTo>
                  <a:pt x="4315" y="25"/>
                </a:lnTo>
                <a:lnTo>
                  <a:pt x="4316" y="25"/>
                </a:lnTo>
                <a:lnTo>
                  <a:pt x="4317" y="25"/>
                </a:lnTo>
                <a:lnTo>
                  <a:pt x="4318" y="25"/>
                </a:lnTo>
                <a:lnTo>
                  <a:pt x="4319" y="25"/>
                </a:lnTo>
                <a:lnTo>
                  <a:pt x="4320" y="25"/>
                </a:lnTo>
                <a:lnTo>
                  <a:pt x="4321" y="25"/>
                </a:lnTo>
                <a:lnTo>
                  <a:pt x="4322" y="25"/>
                </a:lnTo>
                <a:lnTo>
                  <a:pt x="4323" y="24"/>
                </a:lnTo>
                <a:lnTo>
                  <a:pt x="4324" y="24"/>
                </a:lnTo>
                <a:lnTo>
                  <a:pt x="4325" y="24"/>
                </a:lnTo>
                <a:lnTo>
                  <a:pt x="4326" y="24"/>
                </a:lnTo>
                <a:lnTo>
                  <a:pt x="4327" y="24"/>
                </a:lnTo>
                <a:lnTo>
                  <a:pt x="4327" y="23"/>
                </a:lnTo>
                <a:lnTo>
                  <a:pt x="4328" y="23"/>
                </a:lnTo>
                <a:lnTo>
                  <a:pt x="4329" y="23"/>
                </a:lnTo>
                <a:lnTo>
                  <a:pt x="4330" y="23"/>
                </a:lnTo>
                <a:lnTo>
                  <a:pt x="4331" y="23"/>
                </a:lnTo>
                <a:lnTo>
                  <a:pt x="4332" y="23"/>
                </a:lnTo>
                <a:lnTo>
                  <a:pt x="4332" y="22"/>
                </a:lnTo>
                <a:lnTo>
                  <a:pt x="4333" y="22"/>
                </a:lnTo>
                <a:lnTo>
                  <a:pt x="4334" y="22"/>
                </a:lnTo>
                <a:lnTo>
                  <a:pt x="4335" y="21"/>
                </a:lnTo>
                <a:lnTo>
                  <a:pt x="4336" y="21"/>
                </a:lnTo>
                <a:lnTo>
                  <a:pt x="4337" y="21"/>
                </a:lnTo>
                <a:lnTo>
                  <a:pt x="4337" y="20"/>
                </a:lnTo>
                <a:lnTo>
                  <a:pt x="4338" y="20"/>
                </a:lnTo>
                <a:lnTo>
                  <a:pt x="4339" y="20"/>
                </a:lnTo>
                <a:lnTo>
                  <a:pt x="4340" y="20"/>
                </a:lnTo>
                <a:lnTo>
                  <a:pt x="4340" y="19"/>
                </a:lnTo>
                <a:lnTo>
                  <a:pt x="4341" y="19"/>
                </a:lnTo>
                <a:lnTo>
                  <a:pt x="4342" y="19"/>
                </a:lnTo>
                <a:lnTo>
                  <a:pt x="4342" y="18"/>
                </a:lnTo>
                <a:lnTo>
                  <a:pt x="4343" y="18"/>
                </a:lnTo>
                <a:lnTo>
                  <a:pt x="4344" y="18"/>
                </a:lnTo>
                <a:lnTo>
                  <a:pt x="4345" y="18"/>
                </a:lnTo>
                <a:lnTo>
                  <a:pt x="4346" y="18"/>
                </a:lnTo>
                <a:lnTo>
                  <a:pt x="4347" y="18"/>
                </a:lnTo>
                <a:lnTo>
                  <a:pt x="4348" y="18"/>
                </a:lnTo>
                <a:lnTo>
                  <a:pt x="4349" y="18"/>
                </a:lnTo>
                <a:lnTo>
                  <a:pt x="4350" y="18"/>
                </a:lnTo>
                <a:lnTo>
                  <a:pt x="4350" y="17"/>
                </a:lnTo>
                <a:lnTo>
                  <a:pt x="4351" y="17"/>
                </a:lnTo>
                <a:lnTo>
                  <a:pt x="4352" y="17"/>
                </a:lnTo>
                <a:lnTo>
                  <a:pt x="4353" y="16"/>
                </a:lnTo>
                <a:lnTo>
                  <a:pt x="4354" y="16"/>
                </a:lnTo>
                <a:lnTo>
                  <a:pt x="4355" y="16"/>
                </a:lnTo>
                <a:lnTo>
                  <a:pt x="4355" y="15"/>
                </a:lnTo>
                <a:lnTo>
                  <a:pt x="4356" y="15"/>
                </a:lnTo>
                <a:lnTo>
                  <a:pt x="4357" y="15"/>
                </a:lnTo>
                <a:lnTo>
                  <a:pt x="4358" y="15"/>
                </a:lnTo>
                <a:lnTo>
                  <a:pt x="4359" y="15"/>
                </a:lnTo>
                <a:lnTo>
                  <a:pt x="4359" y="14"/>
                </a:lnTo>
                <a:lnTo>
                  <a:pt x="4360" y="14"/>
                </a:lnTo>
                <a:lnTo>
                  <a:pt x="4361" y="14"/>
                </a:lnTo>
                <a:lnTo>
                  <a:pt x="4362" y="15"/>
                </a:lnTo>
                <a:lnTo>
                  <a:pt x="4364" y="15"/>
                </a:lnTo>
                <a:lnTo>
                  <a:pt x="4364" y="14"/>
                </a:lnTo>
                <a:lnTo>
                  <a:pt x="4365" y="14"/>
                </a:lnTo>
                <a:lnTo>
                  <a:pt x="4366" y="14"/>
                </a:lnTo>
                <a:lnTo>
                  <a:pt x="4367" y="14"/>
                </a:lnTo>
                <a:lnTo>
                  <a:pt x="4371" y="14"/>
                </a:lnTo>
                <a:lnTo>
                  <a:pt x="4372" y="14"/>
                </a:lnTo>
                <a:lnTo>
                  <a:pt x="4373" y="14"/>
                </a:lnTo>
                <a:lnTo>
                  <a:pt x="4374" y="14"/>
                </a:lnTo>
                <a:lnTo>
                  <a:pt x="4375" y="14"/>
                </a:lnTo>
                <a:lnTo>
                  <a:pt x="4375" y="15"/>
                </a:lnTo>
                <a:lnTo>
                  <a:pt x="4377" y="15"/>
                </a:lnTo>
                <a:lnTo>
                  <a:pt x="4378" y="15"/>
                </a:lnTo>
                <a:lnTo>
                  <a:pt x="4379" y="15"/>
                </a:lnTo>
                <a:lnTo>
                  <a:pt x="4380" y="15"/>
                </a:lnTo>
                <a:lnTo>
                  <a:pt x="4380" y="14"/>
                </a:lnTo>
                <a:lnTo>
                  <a:pt x="4381" y="14"/>
                </a:lnTo>
                <a:lnTo>
                  <a:pt x="4382" y="14"/>
                </a:lnTo>
                <a:lnTo>
                  <a:pt x="4383" y="13"/>
                </a:lnTo>
                <a:lnTo>
                  <a:pt x="4383" y="12"/>
                </a:lnTo>
                <a:lnTo>
                  <a:pt x="4384" y="12"/>
                </a:lnTo>
                <a:lnTo>
                  <a:pt x="4384" y="11"/>
                </a:lnTo>
                <a:lnTo>
                  <a:pt x="4385" y="10"/>
                </a:lnTo>
                <a:lnTo>
                  <a:pt x="4386" y="10"/>
                </a:lnTo>
                <a:lnTo>
                  <a:pt x="4387" y="10"/>
                </a:lnTo>
                <a:lnTo>
                  <a:pt x="4388" y="10"/>
                </a:lnTo>
                <a:lnTo>
                  <a:pt x="4389" y="10"/>
                </a:lnTo>
                <a:lnTo>
                  <a:pt x="4390" y="11"/>
                </a:lnTo>
                <a:lnTo>
                  <a:pt x="4391" y="11"/>
                </a:lnTo>
                <a:lnTo>
                  <a:pt x="4392" y="11"/>
                </a:lnTo>
                <a:lnTo>
                  <a:pt x="4393" y="11"/>
                </a:lnTo>
                <a:lnTo>
                  <a:pt x="4393" y="10"/>
                </a:lnTo>
                <a:lnTo>
                  <a:pt x="4394" y="10"/>
                </a:lnTo>
                <a:lnTo>
                  <a:pt x="4395" y="10"/>
                </a:lnTo>
                <a:lnTo>
                  <a:pt x="4396" y="10"/>
                </a:lnTo>
                <a:lnTo>
                  <a:pt x="4396" y="9"/>
                </a:lnTo>
                <a:lnTo>
                  <a:pt x="4397" y="9"/>
                </a:lnTo>
                <a:lnTo>
                  <a:pt x="4398" y="9"/>
                </a:lnTo>
                <a:lnTo>
                  <a:pt x="4399" y="8"/>
                </a:lnTo>
                <a:lnTo>
                  <a:pt x="4399" y="7"/>
                </a:lnTo>
                <a:lnTo>
                  <a:pt x="4400" y="7"/>
                </a:lnTo>
                <a:lnTo>
                  <a:pt x="4401" y="7"/>
                </a:lnTo>
                <a:lnTo>
                  <a:pt x="4402" y="7"/>
                </a:lnTo>
                <a:lnTo>
                  <a:pt x="4403" y="7"/>
                </a:lnTo>
                <a:lnTo>
                  <a:pt x="4404" y="8"/>
                </a:lnTo>
                <a:lnTo>
                  <a:pt x="4404" y="9"/>
                </a:lnTo>
                <a:lnTo>
                  <a:pt x="4405" y="10"/>
                </a:lnTo>
                <a:lnTo>
                  <a:pt x="4406" y="10"/>
                </a:lnTo>
                <a:lnTo>
                  <a:pt x="4407" y="11"/>
                </a:lnTo>
                <a:lnTo>
                  <a:pt x="4408" y="11"/>
                </a:lnTo>
                <a:lnTo>
                  <a:pt x="4408" y="12"/>
                </a:lnTo>
                <a:lnTo>
                  <a:pt x="4409" y="12"/>
                </a:lnTo>
                <a:lnTo>
                  <a:pt x="4410" y="12"/>
                </a:lnTo>
                <a:lnTo>
                  <a:pt x="4410" y="13"/>
                </a:lnTo>
                <a:lnTo>
                  <a:pt x="4411" y="13"/>
                </a:lnTo>
                <a:lnTo>
                  <a:pt x="4412" y="13"/>
                </a:lnTo>
                <a:lnTo>
                  <a:pt x="4412" y="12"/>
                </a:lnTo>
                <a:lnTo>
                  <a:pt x="4413" y="12"/>
                </a:lnTo>
                <a:lnTo>
                  <a:pt x="4414" y="12"/>
                </a:lnTo>
                <a:lnTo>
                  <a:pt x="4415" y="11"/>
                </a:lnTo>
                <a:lnTo>
                  <a:pt x="4416" y="11"/>
                </a:lnTo>
                <a:lnTo>
                  <a:pt x="4417" y="11"/>
                </a:lnTo>
                <a:lnTo>
                  <a:pt x="4418" y="11"/>
                </a:lnTo>
                <a:lnTo>
                  <a:pt x="4418" y="12"/>
                </a:lnTo>
                <a:lnTo>
                  <a:pt x="4419" y="12"/>
                </a:lnTo>
                <a:lnTo>
                  <a:pt x="4420" y="12"/>
                </a:lnTo>
                <a:lnTo>
                  <a:pt x="4421" y="11"/>
                </a:lnTo>
                <a:lnTo>
                  <a:pt x="4422" y="11"/>
                </a:lnTo>
                <a:lnTo>
                  <a:pt x="4423" y="11"/>
                </a:lnTo>
                <a:lnTo>
                  <a:pt x="4424" y="11"/>
                </a:lnTo>
                <a:lnTo>
                  <a:pt x="4424" y="10"/>
                </a:lnTo>
                <a:lnTo>
                  <a:pt x="4425" y="10"/>
                </a:lnTo>
                <a:lnTo>
                  <a:pt x="4428" y="10"/>
                </a:lnTo>
                <a:lnTo>
                  <a:pt x="4428" y="11"/>
                </a:lnTo>
                <a:lnTo>
                  <a:pt x="4429" y="11"/>
                </a:lnTo>
                <a:lnTo>
                  <a:pt x="4434" y="11"/>
                </a:lnTo>
                <a:lnTo>
                  <a:pt x="4436" y="11"/>
                </a:lnTo>
                <a:lnTo>
                  <a:pt x="4438" y="11"/>
                </a:lnTo>
                <a:lnTo>
                  <a:pt x="4439" y="10"/>
                </a:lnTo>
                <a:lnTo>
                  <a:pt x="4439" y="11"/>
                </a:lnTo>
                <a:lnTo>
                  <a:pt x="4440" y="11"/>
                </a:lnTo>
                <a:lnTo>
                  <a:pt x="4442" y="11"/>
                </a:lnTo>
                <a:lnTo>
                  <a:pt x="4443" y="11"/>
                </a:lnTo>
                <a:lnTo>
                  <a:pt x="4444" y="11"/>
                </a:lnTo>
                <a:lnTo>
                  <a:pt x="4445" y="11"/>
                </a:lnTo>
                <a:lnTo>
                  <a:pt x="4446" y="11"/>
                </a:lnTo>
                <a:lnTo>
                  <a:pt x="4447" y="11"/>
                </a:lnTo>
                <a:lnTo>
                  <a:pt x="4449" y="11"/>
                </a:lnTo>
                <a:lnTo>
                  <a:pt x="4450" y="11"/>
                </a:lnTo>
                <a:lnTo>
                  <a:pt x="4452" y="10"/>
                </a:lnTo>
                <a:lnTo>
                  <a:pt x="4453" y="10"/>
                </a:lnTo>
                <a:lnTo>
                  <a:pt x="4454" y="10"/>
                </a:lnTo>
                <a:lnTo>
                  <a:pt x="4455" y="9"/>
                </a:lnTo>
                <a:lnTo>
                  <a:pt x="4457" y="9"/>
                </a:lnTo>
                <a:lnTo>
                  <a:pt x="4459" y="8"/>
                </a:lnTo>
                <a:lnTo>
                  <a:pt x="4460" y="8"/>
                </a:lnTo>
                <a:lnTo>
                  <a:pt x="4461" y="8"/>
                </a:lnTo>
                <a:lnTo>
                  <a:pt x="4461" y="7"/>
                </a:lnTo>
                <a:lnTo>
                  <a:pt x="4462" y="7"/>
                </a:lnTo>
                <a:lnTo>
                  <a:pt x="4463" y="7"/>
                </a:lnTo>
                <a:lnTo>
                  <a:pt x="4464" y="7"/>
                </a:lnTo>
                <a:lnTo>
                  <a:pt x="4465" y="7"/>
                </a:lnTo>
                <a:lnTo>
                  <a:pt x="4465" y="6"/>
                </a:lnTo>
                <a:lnTo>
                  <a:pt x="4466" y="6"/>
                </a:lnTo>
                <a:lnTo>
                  <a:pt x="4467" y="6"/>
                </a:lnTo>
                <a:lnTo>
                  <a:pt x="4468" y="6"/>
                </a:lnTo>
                <a:lnTo>
                  <a:pt x="4469" y="6"/>
                </a:lnTo>
                <a:lnTo>
                  <a:pt x="4470" y="6"/>
                </a:lnTo>
                <a:lnTo>
                  <a:pt x="4471" y="6"/>
                </a:lnTo>
                <a:lnTo>
                  <a:pt x="4471" y="7"/>
                </a:lnTo>
                <a:lnTo>
                  <a:pt x="4472" y="7"/>
                </a:lnTo>
                <a:lnTo>
                  <a:pt x="4473" y="7"/>
                </a:lnTo>
                <a:lnTo>
                  <a:pt x="4474" y="7"/>
                </a:lnTo>
                <a:lnTo>
                  <a:pt x="4475" y="7"/>
                </a:lnTo>
                <a:lnTo>
                  <a:pt x="4476" y="6"/>
                </a:lnTo>
                <a:lnTo>
                  <a:pt x="4477" y="6"/>
                </a:lnTo>
                <a:lnTo>
                  <a:pt x="4478" y="5"/>
                </a:lnTo>
                <a:lnTo>
                  <a:pt x="4479" y="4"/>
                </a:lnTo>
                <a:lnTo>
                  <a:pt x="4479" y="3"/>
                </a:lnTo>
                <a:lnTo>
                  <a:pt x="4480" y="3"/>
                </a:lnTo>
                <a:lnTo>
                  <a:pt x="4481" y="3"/>
                </a:lnTo>
                <a:lnTo>
                  <a:pt x="4481" y="2"/>
                </a:lnTo>
                <a:lnTo>
                  <a:pt x="4482" y="2"/>
                </a:lnTo>
                <a:lnTo>
                  <a:pt x="4482" y="1"/>
                </a:lnTo>
                <a:lnTo>
                  <a:pt x="4483" y="1"/>
                </a:lnTo>
                <a:lnTo>
                  <a:pt x="4485" y="1"/>
                </a:lnTo>
                <a:lnTo>
                  <a:pt x="4486" y="0"/>
                </a:lnTo>
                <a:lnTo>
                  <a:pt x="4487" y="0"/>
                </a:lnTo>
                <a:lnTo>
                  <a:pt x="4487" y="1"/>
                </a:lnTo>
                <a:lnTo>
                  <a:pt x="4488" y="1"/>
                </a:lnTo>
                <a:lnTo>
                  <a:pt x="4489" y="1"/>
                </a:lnTo>
                <a:lnTo>
                  <a:pt x="4490" y="1"/>
                </a:lnTo>
                <a:lnTo>
                  <a:pt x="4492" y="2"/>
                </a:lnTo>
                <a:lnTo>
                  <a:pt x="4494" y="2"/>
                </a:lnTo>
                <a:lnTo>
                  <a:pt x="4495" y="3"/>
                </a:lnTo>
                <a:lnTo>
                  <a:pt x="4496" y="3"/>
                </a:lnTo>
                <a:lnTo>
                  <a:pt x="4498" y="3"/>
                </a:lnTo>
                <a:lnTo>
                  <a:pt x="4502" y="3"/>
                </a:lnTo>
                <a:lnTo>
                  <a:pt x="4503" y="3"/>
                </a:lnTo>
                <a:lnTo>
                  <a:pt x="4503" y="4"/>
                </a:lnTo>
                <a:lnTo>
                  <a:pt x="4503" y="5"/>
                </a:lnTo>
                <a:lnTo>
                  <a:pt x="4503" y="6"/>
                </a:lnTo>
                <a:lnTo>
                  <a:pt x="4504" y="6"/>
                </a:lnTo>
                <a:lnTo>
                  <a:pt x="4504" y="7"/>
                </a:lnTo>
                <a:lnTo>
                  <a:pt x="4505" y="7"/>
                </a:lnTo>
                <a:lnTo>
                  <a:pt x="4506" y="7"/>
                </a:lnTo>
                <a:lnTo>
                  <a:pt x="4507" y="7"/>
                </a:lnTo>
                <a:lnTo>
                  <a:pt x="4507" y="6"/>
                </a:lnTo>
                <a:lnTo>
                  <a:pt x="4507" y="5"/>
                </a:lnTo>
                <a:lnTo>
                  <a:pt x="4506" y="5"/>
                </a:lnTo>
                <a:lnTo>
                  <a:pt x="4505" y="5"/>
                </a:lnTo>
                <a:lnTo>
                  <a:pt x="4505" y="4"/>
                </a:lnTo>
                <a:lnTo>
                  <a:pt x="4505" y="3"/>
                </a:lnTo>
                <a:lnTo>
                  <a:pt x="4505" y="2"/>
                </a:lnTo>
                <a:lnTo>
                  <a:pt x="4506" y="2"/>
                </a:lnTo>
                <a:lnTo>
                  <a:pt x="4506" y="1"/>
                </a:lnTo>
                <a:lnTo>
                  <a:pt x="4507" y="1"/>
                </a:lnTo>
                <a:lnTo>
                  <a:pt x="4508" y="1"/>
                </a:lnTo>
                <a:lnTo>
                  <a:pt x="4509" y="1"/>
                </a:lnTo>
                <a:lnTo>
                  <a:pt x="4510" y="1"/>
                </a:lnTo>
                <a:lnTo>
                  <a:pt x="4510" y="2"/>
                </a:lnTo>
                <a:lnTo>
                  <a:pt x="4511" y="2"/>
                </a:lnTo>
                <a:lnTo>
                  <a:pt x="4511" y="3"/>
                </a:lnTo>
                <a:lnTo>
                  <a:pt x="4511" y="4"/>
                </a:lnTo>
                <a:lnTo>
                  <a:pt x="4510" y="4"/>
                </a:lnTo>
                <a:lnTo>
                  <a:pt x="4510" y="5"/>
                </a:lnTo>
                <a:lnTo>
                  <a:pt x="4509" y="6"/>
                </a:lnTo>
                <a:lnTo>
                  <a:pt x="4509" y="7"/>
                </a:lnTo>
                <a:lnTo>
                  <a:pt x="4510" y="7"/>
                </a:lnTo>
                <a:lnTo>
                  <a:pt x="4511" y="7"/>
                </a:lnTo>
                <a:lnTo>
                  <a:pt x="4512" y="7"/>
                </a:lnTo>
                <a:lnTo>
                  <a:pt x="4512" y="6"/>
                </a:lnTo>
                <a:lnTo>
                  <a:pt x="4513" y="6"/>
                </a:lnTo>
                <a:lnTo>
                  <a:pt x="4513" y="5"/>
                </a:lnTo>
                <a:lnTo>
                  <a:pt x="4513" y="4"/>
                </a:lnTo>
                <a:lnTo>
                  <a:pt x="4514" y="4"/>
                </a:lnTo>
                <a:lnTo>
                  <a:pt x="4514" y="2"/>
                </a:lnTo>
                <a:lnTo>
                  <a:pt x="451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28" name=""/>
          <p:cNvSpPr/>
          <p:nvPr/>
        </p:nvSpPr>
        <p:spPr>
          <a:xfrm>
            <a:off x="7049160" y="1852560"/>
            <a:ext cx="5040" cy="1440"/>
          </a:xfrm>
          <a:custGeom>
            <a:avLst/>
            <a:gdLst/>
            <a:ahLst/>
            <a:rect l="0" t="0" r="r" b="b"/>
            <a:pathLst>
              <a:path fill="none" w="14" h="4">
                <a:moveTo>
                  <a:pt x="0" y="4"/>
                </a:moveTo>
                <a:lnTo>
                  <a:pt x="3" y="4"/>
                </a:lnTo>
                <a:lnTo>
                  <a:pt x="5" y="3"/>
                </a:lnTo>
                <a:lnTo>
                  <a:pt x="8" y="2"/>
                </a:lnTo>
                <a:lnTo>
                  <a:pt x="1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29" name=""/>
          <p:cNvSpPr/>
          <p:nvPr/>
        </p:nvSpPr>
        <p:spPr>
          <a:xfrm>
            <a:off x="7040160" y="1854720"/>
            <a:ext cx="5040" cy="720"/>
          </a:xfrm>
          <a:custGeom>
            <a:avLst/>
            <a:gdLst/>
            <a:ahLst/>
            <a:rect l="0" t="0" r="r" b="b"/>
            <a:pathLst>
              <a:path fill="none" w="14" h="2">
                <a:moveTo>
                  <a:pt x="0" y="2"/>
                </a:moveTo>
                <a:lnTo>
                  <a:pt x="2" y="2"/>
                </a:lnTo>
                <a:lnTo>
                  <a:pt x="3" y="2"/>
                </a:lnTo>
                <a:lnTo>
                  <a:pt x="5" y="2"/>
                </a:lnTo>
                <a:lnTo>
                  <a:pt x="6" y="2"/>
                </a:lnTo>
                <a:lnTo>
                  <a:pt x="8" y="2"/>
                </a:lnTo>
                <a:lnTo>
                  <a:pt x="12" y="2"/>
                </a:lnTo>
                <a:lnTo>
                  <a:pt x="1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30" name=""/>
          <p:cNvSpPr/>
          <p:nvPr/>
        </p:nvSpPr>
        <p:spPr>
          <a:xfrm>
            <a:off x="7028640" y="1856160"/>
            <a:ext cx="4680" cy="2160"/>
          </a:xfrm>
          <a:custGeom>
            <a:avLst/>
            <a:gdLst/>
            <a:ahLst/>
            <a:rect l="0" t="0" r="r" b="b"/>
            <a:pathLst>
              <a:path fill="none" w="13" h="6">
                <a:moveTo>
                  <a:pt x="0" y="6"/>
                </a:moveTo>
                <a:lnTo>
                  <a:pt x="2" y="5"/>
                </a:lnTo>
                <a:lnTo>
                  <a:pt x="3" y="5"/>
                </a:lnTo>
                <a:lnTo>
                  <a:pt x="5" y="4"/>
                </a:lnTo>
                <a:lnTo>
                  <a:pt x="6" y="3"/>
                </a:lnTo>
                <a:lnTo>
                  <a:pt x="8" y="1"/>
                </a:lnTo>
                <a:lnTo>
                  <a:pt x="10" y="1"/>
                </a:lnTo>
                <a:lnTo>
                  <a:pt x="1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31" name=""/>
          <p:cNvSpPr/>
          <p:nvPr/>
        </p:nvSpPr>
        <p:spPr>
          <a:xfrm>
            <a:off x="7021440" y="1859760"/>
            <a:ext cx="4320" cy="1800"/>
          </a:xfrm>
          <a:custGeom>
            <a:avLst/>
            <a:gdLst/>
            <a:ahLst/>
            <a:rect l="0" t="0" r="r" b="b"/>
            <a:pathLst>
              <a:path fill="none" w="12" h="5">
                <a:moveTo>
                  <a:pt x="0" y="5"/>
                </a:moveTo>
                <a:lnTo>
                  <a:pt x="2" y="5"/>
                </a:lnTo>
                <a:lnTo>
                  <a:pt x="3" y="5"/>
                </a:lnTo>
                <a:lnTo>
                  <a:pt x="6" y="3"/>
                </a:lnTo>
                <a:lnTo>
                  <a:pt x="8" y="2"/>
                </a:lnTo>
                <a:lnTo>
                  <a:pt x="10" y="1"/>
                </a:lnTo>
                <a:lnTo>
                  <a:pt x="1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32" name=""/>
          <p:cNvSpPr/>
          <p:nvPr/>
        </p:nvSpPr>
        <p:spPr>
          <a:xfrm>
            <a:off x="7014600" y="1861920"/>
            <a:ext cx="3240" cy="720"/>
          </a:xfrm>
          <a:custGeom>
            <a:avLst/>
            <a:gdLst/>
            <a:ahLst/>
            <a:rect l="0" t="0" r="r" b="b"/>
            <a:pathLst>
              <a:path fill="none" w="9" h="2">
                <a:moveTo>
                  <a:pt x="0" y="2"/>
                </a:moveTo>
                <a:lnTo>
                  <a:pt x="1" y="2"/>
                </a:lnTo>
                <a:lnTo>
                  <a:pt x="2" y="2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8" y="0"/>
                </a:lnTo>
                <a:lnTo>
                  <a:pt x="9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33" name=""/>
          <p:cNvSpPr/>
          <p:nvPr/>
        </p:nvSpPr>
        <p:spPr>
          <a:xfrm flipV="1">
            <a:off x="7044840" y="2087640"/>
            <a:ext cx="9720" cy="4104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34" name=""/>
          <p:cNvSpPr/>
          <p:nvPr/>
        </p:nvSpPr>
        <p:spPr>
          <a:xfrm flipV="1">
            <a:off x="7001640" y="2193480"/>
            <a:ext cx="24480" cy="3240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35" name=""/>
          <p:cNvSpPr/>
          <p:nvPr/>
        </p:nvSpPr>
        <p:spPr>
          <a:xfrm>
            <a:off x="6858720" y="2227320"/>
            <a:ext cx="3600" cy="720"/>
          </a:xfrm>
          <a:custGeom>
            <a:avLst/>
            <a:gdLst/>
            <a:ahLst/>
            <a:rect l="0" t="0" r="r" b="b"/>
            <a:pathLst>
              <a:path fill="none" w="10" h="2">
                <a:moveTo>
                  <a:pt x="0" y="2"/>
                </a:move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9" y="0"/>
                </a:lnTo>
                <a:lnTo>
                  <a:pt x="1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36" name=""/>
          <p:cNvSpPr/>
          <p:nvPr/>
        </p:nvSpPr>
        <p:spPr>
          <a:xfrm>
            <a:off x="6856920" y="22287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37" name=""/>
          <p:cNvSpPr/>
          <p:nvPr/>
        </p:nvSpPr>
        <p:spPr>
          <a:xfrm>
            <a:off x="6858720" y="2229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38" name=""/>
          <p:cNvSpPr/>
          <p:nvPr/>
        </p:nvSpPr>
        <p:spPr>
          <a:xfrm>
            <a:off x="6859800" y="22291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39" name=""/>
          <p:cNvSpPr/>
          <p:nvPr/>
        </p:nvSpPr>
        <p:spPr>
          <a:xfrm flipH="1">
            <a:off x="6858720" y="22294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40" name=""/>
          <p:cNvSpPr/>
          <p:nvPr/>
        </p:nvSpPr>
        <p:spPr>
          <a:xfrm>
            <a:off x="6856560" y="2229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41" name=""/>
          <p:cNvSpPr/>
          <p:nvPr/>
        </p:nvSpPr>
        <p:spPr>
          <a:xfrm>
            <a:off x="6859800" y="2229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42" name=""/>
          <p:cNvSpPr/>
          <p:nvPr/>
        </p:nvSpPr>
        <p:spPr>
          <a:xfrm>
            <a:off x="6856920" y="22298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43" name=""/>
          <p:cNvSpPr/>
          <p:nvPr/>
        </p:nvSpPr>
        <p:spPr>
          <a:xfrm>
            <a:off x="6856560" y="22298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44" name=""/>
          <p:cNvSpPr/>
          <p:nvPr/>
        </p:nvSpPr>
        <p:spPr>
          <a:xfrm>
            <a:off x="6858000" y="2227680"/>
            <a:ext cx="6120" cy="7200"/>
          </a:xfrm>
          <a:custGeom>
            <a:avLst/>
            <a:gdLst/>
            <a:ahLst/>
            <a:rect l="0" t="0" r="r" b="b"/>
            <a:pathLst>
              <a:path fill="none" w="17" h="20">
                <a:moveTo>
                  <a:pt x="2" y="19"/>
                </a:moveTo>
                <a:lnTo>
                  <a:pt x="3" y="20"/>
                </a:lnTo>
                <a:lnTo>
                  <a:pt x="3" y="19"/>
                </a:lnTo>
                <a:lnTo>
                  <a:pt x="3" y="20"/>
                </a:lnTo>
                <a:lnTo>
                  <a:pt x="4" y="20"/>
                </a:lnTo>
                <a:lnTo>
                  <a:pt x="5" y="20"/>
                </a:lnTo>
                <a:lnTo>
                  <a:pt x="6" y="19"/>
                </a:lnTo>
                <a:lnTo>
                  <a:pt x="7" y="19"/>
                </a:lnTo>
                <a:lnTo>
                  <a:pt x="9" y="19"/>
                </a:lnTo>
                <a:lnTo>
                  <a:pt x="10" y="19"/>
                </a:lnTo>
                <a:lnTo>
                  <a:pt x="11" y="18"/>
                </a:lnTo>
                <a:lnTo>
                  <a:pt x="12" y="18"/>
                </a:lnTo>
                <a:lnTo>
                  <a:pt x="13" y="17"/>
                </a:lnTo>
                <a:lnTo>
                  <a:pt x="13" y="16"/>
                </a:lnTo>
                <a:lnTo>
                  <a:pt x="14" y="16"/>
                </a:lnTo>
                <a:lnTo>
                  <a:pt x="14" y="15"/>
                </a:lnTo>
                <a:lnTo>
                  <a:pt x="15" y="15"/>
                </a:lnTo>
                <a:lnTo>
                  <a:pt x="15" y="14"/>
                </a:lnTo>
                <a:lnTo>
                  <a:pt x="16" y="12"/>
                </a:lnTo>
                <a:lnTo>
                  <a:pt x="16" y="11"/>
                </a:lnTo>
                <a:lnTo>
                  <a:pt x="16" y="10"/>
                </a:lnTo>
                <a:lnTo>
                  <a:pt x="17" y="9"/>
                </a:lnTo>
                <a:lnTo>
                  <a:pt x="17" y="8"/>
                </a:lnTo>
                <a:lnTo>
                  <a:pt x="17" y="7"/>
                </a:lnTo>
                <a:lnTo>
                  <a:pt x="17" y="6"/>
                </a:lnTo>
                <a:lnTo>
                  <a:pt x="17" y="4"/>
                </a:lnTo>
                <a:lnTo>
                  <a:pt x="16" y="3"/>
                </a:lnTo>
                <a:lnTo>
                  <a:pt x="16" y="2"/>
                </a:lnTo>
                <a:lnTo>
                  <a:pt x="15" y="1"/>
                </a:lnTo>
                <a:lnTo>
                  <a:pt x="15" y="0"/>
                </a:lnTo>
                <a:lnTo>
                  <a:pt x="14" y="0"/>
                </a:lnTo>
                <a:lnTo>
                  <a:pt x="13" y="0"/>
                </a:lnTo>
                <a:lnTo>
                  <a:pt x="13" y="1"/>
                </a:lnTo>
                <a:lnTo>
                  <a:pt x="14" y="1"/>
                </a:lnTo>
                <a:lnTo>
                  <a:pt x="14" y="2"/>
                </a:lnTo>
                <a:lnTo>
                  <a:pt x="14" y="3"/>
                </a:lnTo>
                <a:lnTo>
                  <a:pt x="15" y="4"/>
                </a:lnTo>
                <a:lnTo>
                  <a:pt x="15" y="5"/>
                </a:lnTo>
                <a:lnTo>
                  <a:pt x="15" y="6"/>
                </a:lnTo>
                <a:lnTo>
                  <a:pt x="15" y="8"/>
                </a:lnTo>
                <a:lnTo>
                  <a:pt x="15" y="10"/>
                </a:lnTo>
                <a:lnTo>
                  <a:pt x="14" y="11"/>
                </a:lnTo>
                <a:lnTo>
                  <a:pt x="13" y="12"/>
                </a:lnTo>
                <a:lnTo>
                  <a:pt x="13" y="14"/>
                </a:lnTo>
                <a:lnTo>
                  <a:pt x="12" y="15"/>
                </a:lnTo>
                <a:lnTo>
                  <a:pt x="12" y="16"/>
                </a:lnTo>
                <a:lnTo>
                  <a:pt x="11" y="16"/>
                </a:lnTo>
                <a:lnTo>
                  <a:pt x="10" y="17"/>
                </a:lnTo>
                <a:lnTo>
                  <a:pt x="9" y="17"/>
                </a:lnTo>
                <a:lnTo>
                  <a:pt x="7" y="17"/>
                </a:lnTo>
                <a:lnTo>
                  <a:pt x="7" y="18"/>
                </a:lnTo>
                <a:lnTo>
                  <a:pt x="6" y="18"/>
                </a:lnTo>
                <a:lnTo>
                  <a:pt x="5" y="18"/>
                </a:lnTo>
                <a:lnTo>
                  <a:pt x="4" y="18"/>
                </a:lnTo>
                <a:lnTo>
                  <a:pt x="3" y="18"/>
                </a:lnTo>
                <a:lnTo>
                  <a:pt x="2" y="17"/>
                </a:lnTo>
                <a:lnTo>
                  <a:pt x="1" y="17"/>
                </a:lnTo>
                <a:lnTo>
                  <a:pt x="1" y="16"/>
                </a:lnTo>
                <a:lnTo>
                  <a:pt x="0" y="16"/>
                </a:lnTo>
                <a:lnTo>
                  <a:pt x="0" y="17"/>
                </a:lnTo>
                <a:lnTo>
                  <a:pt x="0" y="18"/>
                </a:lnTo>
                <a:lnTo>
                  <a:pt x="0" y="19"/>
                </a:lnTo>
                <a:lnTo>
                  <a:pt x="1" y="19"/>
                </a:lnTo>
                <a:lnTo>
                  <a:pt x="2" y="1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2160" rIns="5040" bIns="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45" name=""/>
          <p:cNvSpPr/>
          <p:nvPr/>
        </p:nvSpPr>
        <p:spPr>
          <a:xfrm>
            <a:off x="6946560" y="2291760"/>
            <a:ext cx="18000" cy="37440"/>
          </a:xfrm>
          <a:custGeom>
            <a:avLst/>
            <a:gdLst/>
            <a:ahLst/>
            <a:rect l="0" t="0" r="r" b="b"/>
            <a:pathLst>
              <a:path fill="none" w="50" h="104">
                <a:moveTo>
                  <a:pt x="0" y="104"/>
                </a:moveTo>
                <a:lnTo>
                  <a:pt x="1" y="101"/>
                </a:lnTo>
                <a:lnTo>
                  <a:pt x="3" y="98"/>
                </a:lnTo>
                <a:lnTo>
                  <a:pt x="4" y="95"/>
                </a:lnTo>
                <a:lnTo>
                  <a:pt x="5" y="91"/>
                </a:lnTo>
                <a:lnTo>
                  <a:pt x="7" y="88"/>
                </a:lnTo>
                <a:lnTo>
                  <a:pt x="9" y="83"/>
                </a:lnTo>
                <a:lnTo>
                  <a:pt x="11" y="79"/>
                </a:lnTo>
                <a:lnTo>
                  <a:pt x="13" y="75"/>
                </a:lnTo>
                <a:lnTo>
                  <a:pt x="14" y="70"/>
                </a:lnTo>
                <a:lnTo>
                  <a:pt x="16" y="67"/>
                </a:lnTo>
                <a:lnTo>
                  <a:pt x="18" y="64"/>
                </a:lnTo>
                <a:lnTo>
                  <a:pt x="20" y="59"/>
                </a:lnTo>
                <a:lnTo>
                  <a:pt x="22" y="54"/>
                </a:lnTo>
                <a:lnTo>
                  <a:pt x="24" y="51"/>
                </a:lnTo>
                <a:lnTo>
                  <a:pt x="26" y="48"/>
                </a:lnTo>
                <a:lnTo>
                  <a:pt x="27" y="45"/>
                </a:lnTo>
                <a:lnTo>
                  <a:pt x="28" y="42"/>
                </a:lnTo>
                <a:lnTo>
                  <a:pt x="31" y="36"/>
                </a:lnTo>
                <a:lnTo>
                  <a:pt x="34" y="31"/>
                </a:lnTo>
                <a:lnTo>
                  <a:pt x="37" y="27"/>
                </a:lnTo>
                <a:lnTo>
                  <a:pt x="39" y="22"/>
                </a:lnTo>
                <a:lnTo>
                  <a:pt x="41" y="18"/>
                </a:lnTo>
                <a:lnTo>
                  <a:pt x="44" y="14"/>
                </a:lnTo>
                <a:lnTo>
                  <a:pt x="46" y="8"/>
                </a:lnTo>
                <a:lnTo>
                  <a:pt x="48" y="4"/>
                </a:lnTo>
                <a:lnTo>
                  <a:pt x="5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46" name=""/>
          <p:cNvSpPr/>
          <p:nvPr/>
        </p:nvSpPr>
        <p:spPr>
          <a:xfrm>
            <a:off x="6793200" y="239400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0" y="4"/>
                </a:moveTo>
                <a:lnTo>
                  <a:pt x="1" y="4"/>
                </a:lnTo>
                <a:lnTo>
                  <a:pt x="2" y="2"/>
                </a:lnTo>
                <a:lnTo>
                  <a:pt x="4" y="0"/>
                </a:lnTo>
                <a:lnTo>
                  <a:pt x="6" y="0"/>
                </a:lnTo>
                <a:lnTo>
                  <a:pt x="7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47" name=""/>
          <p:cNvSpPr/>
          <p:nvPr/>
        </p:nvSpPr>
        <p:spPr>
          <a:xfrm>
            <a:off x="6791040" y="239508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48" name=""/>
          <p:cNvSpPr/>
          <p:nvPr/>
        </p:nvSpPr>
        <p:spPr>
          <a:xfrm>
            <a:off x="6793200" y="2395080"/>
            <a:ext cx="2520" cy="1080"/>
          </a:xfrm>
          <a:custGeom>
            <a:avLst/>
            <a:gdLst/>
            <a:ahLst/>
            <a:rect l="0" t="0" r="r" b="b"/>
            <a:pathLst>
              <a:path fill="none" w="7" h="3">
                <a:moveTo>
                  <a:pt x="7" y="0"/>
                </a:moveTo>
                <a:lnTo>
                  <a:pt x="6" y="3"/>
                </a:lnTo>
                <a:lnTo>
                  <a:pt x="5" y="3"/>
                </a:lnTo>
                <a:lnTo>
                  <a:pt x="4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49" name=""/>
          <p:cNvSpPr/>
          <p:nvPr/>
        </p:nvSpPr>
        <p:spPr>
          <a:xfrm>
            <a:off x="6791040" y="239580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3" y="0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50" name=""/>
          <p:cNvSpPr/>
          <p:nvPr/>
        </p:nvSpPr>
        <p:spPr>
          <a:xfrm>
            <a:off x="6788520" y="239544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0" y="5"/>
                </a:moveTo>
                <a:lnTo>
                  <a:pt x="2" y="4"/>
                </a:lnTo>
                <a:lnTo>
                  <a:pt x="3" y="3"/>
                </a:lnTo>
                <a:lnTo>
                  <a:pt x="4" y="3"/>
                </a:lnTo>
                <a:lnTo>
                  <a:pt x="4" y="1"/>
                </a:lnTo>
                <a:lnTo>
                  <a:pt x="5" y="1"/>
                </a:lnTo>
                <a:lnTo>
                  <a:pt x="7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51" name=""/>
          <p:cNvSpPr/>
          <p:nvPr/>
        </p:nvSpPr>
        <p:spPr>
          <a:xfrm>
            <a:off x="6788520" y="239616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7" y="0"/>
                </a:moveTo>
                <a:lnTo>
                  <a:pt x="7" y="2"/>
                </a:lnTo>
                <a:lnTo>
                  <a:pt x="5" y="2"/>
                </a:lnTo>
                <a:lnTo>
                  <a:pt x="3" y="3"/>
                </a:lnTo>
                <a:lnTo>
                  <a:pt x="2" y="5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52" name=""/>
          <p:cNvSpPr/>
          <p:nvPr/>
        </p:nvSpPr>
        <p:spPr>
          <a:xfrm>
            <a:off x="6779880" y="2398320"/>
            <a:ext cx="6480" cy="1800"/>
          </a:xfrm>
          <a:custGeom>
            <a:avLst/>
            <a:gdLst/>
            <a:ahLst/>
            <a:rect l="0" t="0" r="r" b="b"/>
            <a:pathLst>
              <a:path fill="none" w="18" h="5">
                <a:moveTo>
                  <a:pt x="0" y="5"/>
                </a:moveTo>
                <a:lnTo>
                  <a:pt x="2" y="2"/>
                </a:lnTo>
                <a:lnTo>
                  <a:pt x="3" y="2"/>
                </a:lnTo>
                <a:lnTo>
                  <a:pt x="5" y="4"/>
                </a:lnTo>
                <a:lnTo>
                  <a:pt x="6" y="4"/>
                </a:lnTo>
                <a:lnTo>
                  <a:pt x="8" y="4"/>
                </a:lnTo>
                <a:lnTo>
                  <a:pt x="10" y="2"/>
                </a:lnTo>
                <a:lnTo>
                  <a:pt x="13" y="2"/>
                </a:lnTo>
                <a:lnTo>
                  <a:pt x="15" y="2"/>
                </a:lnTo>
                <a:lnTo>
                  <a:pt x="16" y="1"/>
                </a:lnTo>
                <a:lnTo>
                  <a:pt x="17" y="1"/>
                </a:lnTo>
                <a:lnTo>
                  <a:pt x="18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53" name=""/>
          <p:cNvSpPr/>
          <p:nvPr/>
        </p:nvSpPr>
        <p:spPr>
          <a:xfrm>
            <a:off x="6780240" y="2399040"/>
            <a:ext cx="6120" cy="2160"/>
          </a:xfrm>
          <a:custGeom>
            <a:avLst/>
            <a:gdLst/>
            <a:ahLst/>
            <a:rect l="0" t="0" r="r" b="b"/>
            <a:pathLst>
              <a:path fill="none" w="17" h="6">
                <a:moveTo>
                  <a:pt x="17" y="0"/>
                </a:moveTo>
                <a:lnTo>
                  <a:pt x="17" y="1"/>
                </a:lnTo>
                <a:lnTo>
                  <a:pt x="16" y="1"/>
                </a:lnTo>
                <a:lnTo>
                  <a:pt x="15" y="3"/>
                </a:lnTo>
                <a:lnTo>
                  <a:pt x="14" y="4"/>
                </a:lnTo>
                <a:lnTo>
                  <a:pt x="13" y="4"/>
                </a:lnTo>
                <a:lnTo>
                  <a:pt x="12" y="4"/>
                </a:lnTo>
                <a:lnTo>
                  <a:pt x="11" y="4"/>
                </a:lnTo>
                <a:lnTo>
                  <a:pt x="10" y="5"/>
                </a:lnTo>
                <a:lnTo>
                  <a:pt x="9" y="6"/>
                </a:lnTo>
                <a:lnTo>
                  <a:pt x="8" y="6"/>
                </a:lnTo>
                <a:lnTo>
                  <a:pt x="7" y="5"/>
                </a:lnTo>
                <a:lnTo>
                  <a:pt x="4" y="5"/>
                </a:lnTo>
                <a:lnTo>
                  <a:pt x="2" y="5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54" name=""/>
          <p:cNvSpPr/>
          <p:nvPr/>
        </p:nvSpPr>
        <p:spPr>
          <a:xfrm>
            <a:off x="6775200" y="2400120"/>
            <a:ext cx="3960" cy="1080"/>
          </a:xfrm>
          <a:custGeom>
            <a:avLst/>
            <a:gdLst/>
            <a:ahLst/>
            <a:rect l="0" t="0" r="r" b="b"/>
            <a:pathLst>
              <a:path fill="none" w="11" h="3">
                <a:moveTo>
                  <a:pt x="0" y="3"/>
                </a:moveTo>
                <a:lnTo>
                  <a:pt x="1" y="3"/>
                </a:lnTo>
                <a:lnTo>
                  <a:pt x="2" y="3"/>
                </a:lnTo>
                <a:lnTo>
                  <a:pt x="3" y="1"/>
                </a:lnTo>
                <a:lnTo>
                  <a:pt x="6" y="1"/>
                </a:lnTo>
                <a:lnTo>
                  <a:pt x="8" y="1"/>
                </a:lnTo>
                <a:lnTo>
                  <a:pt x="9" y="0"/>
                </a:lnTo>
                <a:lnTo>
                  <a:pt x="10" y="0"/>
                </a:lnTo>
                <a:lnTo>
                  <a:pt x="1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55" name=""/>
          <p:cNvSpPr/>
          <p:nvPr/>
        </p:nvSpPr>
        <p:spPr>
          <a:xfrm>
            <a:off x="6775200" y="2401200"/>
            <a:ext cx="3960" cy="720"/>
          </a:xfrm>
          <a:custGeom>
            <a:avLst/>
            <a:gdLst/>
            <a:ahLst/>
            <a:rect l="0" t="0" r="r" b="b"/>
            <a:pathLst>
              <a:path fill="none" w="11" h="2">
                <a:moveTo>
                  <a:pt x="11" y="0"/>
                </a:moveTo>
                <a:lnTo>
                  <a:pt x="10" y="2"/>
                </a:lnTo>
                <a:lnTo>
                  <a:pt x="9" y="2"/>
                </a:lnTo>
                <a:lnTo>
                  <a:pt x="7" y="2"/>
                </a:lnTo>
                <a:lnTo>
                  <a:pt x="6" y="2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56" name=""/>
          <p:cNvSpPr/>
          <p:nvPr/>
        </p:nvSpPr>
        <p:spPr>
          <a:xfrm>
            <a:off x="6797520" y="2399400"/>
            <a:ext cx="2160" cy="3240"/>
          </a:xfrm>
          <a:custGeom>
            <a:avLst/>
            <a:gdLst/>
            <a:ahLst/>
            <a:rect l="0" t="0" r="r" b="b"/>
            <a:pathLst>
              <a:path fill="none" w="6" h="9">
                <a:moveTo>
                  <a:pt x="0" y="0"/>
                </a:moveTo>
                <a:lnTo>
                  <a:pt x="2" y="0"/>
                </a:lnTo>
                <a:lnTo>
                  <a:pt x="3" y="1"/>
                </a:lnTo>
                <a:lnTo>
                  <a:pt x="5" y="2"/>
                </a:lnTo>
                <a:lnTo>
                  <a:pt x="5" y="4"/>
                </a:lnTo>
                <a:lnTo>
                  <a:pt x="6" y="5"/>
                </a:lnTo>
                <a:lnTo>
                  <a:pt x="5" y="7"/>
                </a:lnTo>
                <a:lnTo>
                  <a:pt x="5" y="8"/>
                </a:lnTo>
                <a:lnTo>
                  <a:pt x="5" y="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57" name=""/>
          <p:cNvSpPr/>
          <p:nvPr/>
        </p:nvSpPr>
        <p:spPr>
          <a:xfrm>
            <a:off x="6796800" y="2399400"/>
            <a:ext cx="2160" cy="3600"/>
          </a:xfrm>
          <a:custGeom>
            <a:avLst/>
            <a:gdLst/>
            <a:ahLst/>
            <a:rect l="0" t="0" r="r" b="b"/>
            <a:pathLst>
              <a:path fill="none" w="6" h="10">
                <a:moveTo>
                  <a:pt x="6" y="10"/>
                </a:moveTo>
                <a:lnTo>
                  <a:pt x="6" y="8"/>
                </a:lnTo>
                <a:lnTo>
                  <a:pt x="6" y="7"/>
                </a:lnTo>
                <a:lnTo>
                  <a:pt x="4" y="6"/>
                </a:lnTo>
                <a:lnTo>
                  <a:pt x="4" y="5"/>
                </a:lnTo>
                <a:lnTo>
                  <a:pt x="3" y="3"/>
                </a:lnTo>
                <a:lnTo>
                  <a:pt x="2" y="2"/>
                </a:lnTo>
                <a:lnTo>
                  <a:pt x="0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58" name=""/>
          <p:cNvSpPr/>
          <p:nvPr/>
        </p:nvSpPr>
        <p:spPr>
          <a:xfrm>
            <a:off x="6770160" y="2402640"/>
            <a:ext cx="3240" cy="1800"/>
          </a:xfrm>
          <a:custGeom>
            <a:avLst/>
            <a:gdLst/>
            <a:ahLst/>
            <a:rect l="0" t="0" r="r" b="b"/>
            <a:pathLst>
              <a:path fill="none" w="9" h="5">
                <a:moveTo>
                  <a:pt x="0" y="5"/>
                </a:moveTo>
                <a:lnTo>
                  <a:pt x="2" y="2"/>
                </a:lnTo>
                <a:lnTo>
                  <a:pt x="3" y="2"/>
                </a:lnTo>
                <a:lnTo>
                  <a:pt x="5" y="1"/>
                </a:lnTo>
                <a:lnTo>
                  <a:pt x="6" y="0"/>
                </a:lnTo>
                <a:lnTo>
                  <a:pt x="7" y="0"/>
                </a:lnTo>
                <a:lnTo>
                  <a:pt x="9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59" name=""/>
          <p:cNvSpPr/>
          <p:nvPr/>
        </p:nvSpPr>
        <p:spPr>
          <a:xfrm>
            <a:off x="6770880" y="240336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8" y="0"/>
                </a:moveTo>
                <a:lnTo>
                  <a:pt x="7" y="2"/>
                </a:lnTo>
                <a:lnTo>
                  <a:pt x="4" y="2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60" name=""/>
          <p:cNvSpPr/>
          <p:nvPr/>
        </p:nvSpPr>
        <p:spPr>
          <a:xfrm>
            <a:off x="6796080" y="240480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0"/>
                </a:move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61" name=""/>
          <p:cNvSpPr/>
          <p:nvPr/>
        </p:nvSpPr>
        <p:spPr>
          <a:xfrm>
            <a:off x="6795720" y="2404800"/>
            <a:ext cx="0" cy="1080"/>
          </a:xfrm>
          <a:custGeom>
            <a:avLst/>
            <a:gdLst/>
            <a:ahLst/>
            <a:rect l="0" t="0" r="r" b="b"/>
            <a:pathLst>
              <a:path fill="none" w="0" h="3">
                <a:moveTo>
                  <a:pt x="0" y="3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62" name=""/>
          <p:cNvSpPr/>
          <p:nvPr/>
        </p:nvSpPr>
        <p:spPr>
          <a:xfrm>
            <a:off x="6767280" y="24058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4"/>
                </a:moveTo>
                <a:lnTo>
                  <a:pt x="2" y="4"/>
                </a:lnTo>
                <a:lnTo>
                  <a:pt x="3" y="1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63" name=""/>
          <p:cNvSpPr/>
          <p:nvPr/>
        </p:nvSpPr>
        <p:spPr>
          <a:xfrm>
            <a:off x="6767640" y="24062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0"/>
                </a:moveTo>
                <a:lnTo>
                  <a:pt x="3" y="1"/>
                </a:lnTo>
                <a:lnTo>
                  <a:pt x="3" y="3"/>
                </a:lnTo>
                <a:lnTo>
                  <a:pt x="3" y="4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64" name=""/>
          <p:cNvSpPr/>
          <p:nvPr/>
        </p:nvSpPr>
        <p:spPr>
          <a:xfrm>
            <a:off x="6765840" y="24080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65" name=""/>
          <p:cNvSpPr/>
          <p:nvPr/>
        </p:nvSpPr>
        <p:spPr>
          <a:xfrm>
            <a:off x="6794640" y="2406240"/>
            <a:ext cx="720" cy="2880"/>
          </a:xfrm>
          <a:custGeom>
            <a:avLst/>
            <a:gdLst/>
            <a:ahLst/>
            <a:rect l="0" t="0" r="r" b="b"/>
            <a:pathLst>
              <a:path fill="none" w="2" h="8">
                <a:moveTo>
                  <a:pt x="0" y="0"/>
                </a:moveTo>
                <a:lnTo>
                  <a:pt x="0" y="1"/>
                </a:lnTo>
                <a:lnTo>
                  <a:pt x="2" y="1"/>
                </a:lnTo>
                <a:lnTo>
                  <a:pt x="2" y="4"/>
                </a:lnTo>
                <a:lnTo>
                  <a:pt x="2" y="5"/>
                </a:lnTo>
                <a:lnTo>
                  <a:pt x="2" y="7"/>
                </a:lnTo>
                <a:lnTo>
                  <a:pt x="0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66" name=""/>
          <p:cNvSpPr/>
          <p:nvPr/>
        </p:nvSpPr>
        <p:spPr>
          <a:xfrm>
            <a:off x="6766200" y="24084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67" name=""/>
          <p:cNvSpPr/>
          <p:nvPr/>
        </p:nvSpPr>
        <p:spPr>
          <a:xfrm>
            <a:off x="6793560" y="2406600"/>
            <a:ext cx="1440" cy="2880"/>
          </a:xfrm>
          <a:custGeom>
            <a:avLst/>
            <a:gdLst/>
            <a:ahLst/>
            <a:rect l="0" t="0" r="r" b="b"/>
            <a:pathLst>
              <a:path fill="none" w="4" h="8">
                <a:moveTo>
                  <a:pt x="4" y="8"/>
                </a:moveTo>
                <a:lnTo>
                  <a:pt x="2" y="6"/>
                </a:lnTo>
                <a:lnTo>
                  <a:pt x="2" y="5"/>
                </a:lnTo>
                <a:lnTo>
                  <a:pt x="0" y="2"/>
                </a:lnTo>
                <a:lnTo>
                  <a:pt x="0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68" name=""/>
          <p:cNvSpPr/>
          <p:nvPr/>
        </p:nvSpPr>
        <p:spPr>
          <a:xfrm>
            <a:off x="6792480" y="24084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0"/>
                </a:moveTo>
                <a:lnTo>
                  <a:pt x="1" y="0"/>
                </a:lnTo>
                <a:lnTo>
                  <a:pt x="1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69" name=""/>
          <p:cNvSpPr/>
          <p:nvPr/>
        </p:nvSpPr>
        <p:spPr>
          <a:xfrm>
            <a:off x="6792120" y="24084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70" name=""/>
          <p:cNvSpPr/>
          <p:nvPr/>
        </p:nvSpPr>
        <p:spPr>
          <a:xfrm>
            <a:off x="6765480" y="24109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71" name=""/>
          <p:cNvSpPr/>
          <p:nvPr/>
        </p:nvSpPr>
        <p:spPr>
          <a:xfrm>
            <a:off x="6765840" y="241056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0"/>
                </a:moveTo>
                <a:lnTo>
                  <a:pt x="0" y="1"/>
                </a:lnTo>
                <a:lnTo>
                  <a:pt x="1" y="2"/>
                </a:lnTo>
                <a:lnTo>
                  <a:pt x="1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72" name=""/>
          <p:cNvSpPr/>
          <p:nvPr/>
        </p:nvSpPr>
        <p:spPr>
          <a:xfrm>
            <a:off x="6790320" y="2413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0" y="2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73" name=""/>
          <p:cNvSpPr/>
          <p:nvPr/>
        </p:nvSpPr>
        <p:spPr>
          <a:xfrm>
            <a:off x="6790680" y="24138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0"/>
                </a:moveTo>
                <a:lnTo>
                  <a:pt x="3" y="1"/>
                </a:lnTo>
                <a:lnTo>
                  <a:pt x="3" y="3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74" name=""/>
          <p:cNvSpPr/>
          <p:nvPr/>
        </p:nvSpPr>
        <p:spPr>
          <a:xfrm>
            <a:off x="6765120" y="24141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75" name=""/>
          <p:cNvSpPr/>
          <p:nvPr/>
        </p:nvSpPr>
        <p:spPr>
          <a:xfrm>
            <a:off x="6765480" y="241452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76" name=""/>
          <p:cNvSpPr/>
          <p:nvPr/>
        </p:nvSpPr>
        <p:spPr>
          <a:xfrm>
            <a:off x="6787440" y="24159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4"/>
                </a:moveTo>
                <a:lnTo>
                  <a:pt x="1" y="2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77" name=""/>
          <p:cNvSpPr/>
          <p:nvPr/>
        </p:nvSpPr>
        <p:spPr>
          <a:xfrm>
            <a:off x="6787800" y="24163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4" y="0"/>
                </a:lnTo>
                <a:lnTo>
                  <a:pt x="4" y="2"/>
                </a:lnTo>
                <a:lnTo>
                  <a:pt x="3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78" name=""/>
          <p:cNvSpPr/>
          <p:nvPr/>
        </p:nvSpPr>
        <p:spPr>
          <a:xfrm>
            <a:off x="6760080" y="241632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3" y="2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79" name=""/>
          <p:cNvSpPr/>
          <p:nvPr/>
        </p:nvSpPr>
        <p:spPr>
          <a:xfrm>
            <a:off x="6781680" y="241704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5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80" name=""/>
          <p:cNvSpPr/>
          <p:nvPr/>
        </p:nvSpPr>
        <p:spPr>
          <a:xfrm>
            <a:off x="6781680" y="2417760"/>
            <a:ext cx="1080" cy="0"/>
          </a:xfrm>
          <a:custGeom>
            <a:avLst/>
            <a:gdLst/>
            <a:ahLst/>
            <a:rect l="0" t="0" r="r" b="b"/>
            <a:pathLst>
              <a:path fill="none" w="3" h="0">
                <a:moveTo>
                  <a:pt x="3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81" name=""/>
          <p:cNvSpPr/>
          <p:nvPr/>
        </p:nvSpPr>
        <p:spPr>
          <a:xfrm>
            <a:off x="6759000" y="241668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4"/>
                </a:moveTo>
                <a:lnTo>
                  <a:pt x="4" y="4"/>
                </a:lnTo>
                <a:lnTo>
                  <a:pt x="3" y="2"/>
                </a:lnTo>
                <a:lnTo>
                  <a:pt x="2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82" name=""/>
          <p:cNvSpPr/>
          <p:nvPr/>
        </p:nvSpPr>
        <p:spPr>
          <a:xfrm>
            <a:off x="6777360" y="24192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0" y="0"/>
                </a:moveTo>
                <a:lnTo>
                  <a:pt x="2" y="2"/>
                </a:lnTo>
                <a:lnTo>
                  <a:pt x="4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83" name=""/>
          <p:cNvSpPr/>
          <p:nvPr/>
        </p:nvSpPr>
        <p:spPr>
          <a:xfrm>
            <a:off x="6777000" y="2419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84" name=""/>
          <p:cNvSpPr/>
          <p:nvPr/>
        </p:nvSpPr>
        <p:spPr>
          <a:xfrm>
            <a:off x="6761160" y="24199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0" y="0"/>
                </a:moveTo>
                <a:lnTo>
                  <a:pt x="1" y="0"/>
                </a:lnTo>
                <a:lnTo>
                  <a:pt x="3" y="2"/>
                </a:lnTo>
                <a:lnTo>
                  <a:pt x="4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85" name=""/>
          <p:cNvSpPr/>
          <p:nvPr/>
        </p:nvSpPr>
        <p:spPr>
          <a:xfrm>
            <a:off x="6760800" y="24202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4"/>
                </a:moveTo>
                <a:lnTo>
                  <a:pt x="2" y="3"/>
                </a:lnTo>
                <a:lnTo>
                  <a:pt x="2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86" name=""/>
          <p:cNvSpPr/>
          <p:nvPr/>
        </p:nvSpPr>
        <p:spPr>
          <a:xfrm>
            <a:off x="6764040" y="242136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1" y="0"/>
                </a:lnTo>
                <a:lnTo>
                  <a:pt x="3" y="2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87" name=""/>
          <p:cNvSpPr/>
          <p:nvPr/>
        </p:nvSpPr>
        <p:spPr>
          <a:xfrm>
            <a:off x="6763680" y="24217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4"/>
                </a:moveTo>
                <a:lnTo>
                  <a:pt x="2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88" name=""/>
          <p:cNvSpPr/>
          <p:nvPr/>
        </p:nvSpPr>
        <p:spPr>
          <a:xfrm>
            <a:off x="6774120" y="24231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0"/>
                </a:moveTo>
                <a:lnTo>
                  <a:pt x="1" y="0"/>
                </a:lnTo>
                <a:lnTo>
                  <a:pt x="3" y="2"/>
                </a:lnTo>
                <a:lnTo>
                  <a:pt x="4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89" name=""/>
          <p:cNvSpPr/>
          <p:nvPr/>
        </p:nvSpPr>
        <p:spPr>
          <a:xfrm>
            <a:off x="6768000" y="242316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0" y="0"/>
                </a:moveTo>
                <a:lnTo>
                  <a:pt x="1" y="0"/>
                </a:lnTo>
                <a:lnTo>
                  <a:pt x="4" y="2"/>
                </a:lnTo>
                <a:lnTo>
                  <a:pt x="6" y="2"/>
                </a:lnTo>
                <a:lnTo>
                  <a:pt x="7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90" name=""/>
          <p:cNvSpPr/>
          <p:nvPr/>
        </p:nvSpPr>
        <p:spPr>
          <a:xfrm>
            <a:off x="6774120" y="24235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1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91" name=""/>
          <p:cNvSpPr/>
          <p:nvPr/>
        </p:nvSpPr>
        <p:spPr>
          <a:xfrm>
            <a:off x="6768000" y="242388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4"/>
                </a:moveTo>
                <a:lnTo>
                  <a:pt x="5" y="4"/>
                </a:lnTo>
                <a:lnTo>
                  <a:pt x="4" y="4"/>
                </a:lnTo>
                <a:lnTo>
                  <a:pt x="1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92" name=""/>
          <p:cNvSpPr/>
          <p:nvPr/>
        </p:nvSpPr>
        <p:spPr>
          <a:xfrm>
            <a:off x="6889680" y="2431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93" name=""/>
          <p:cNvSpPr/>
          <p:nvPr/>
        </p:nvSpPr>
        <p:spPr>
          <a:xfrm>
            <a:off x="6616440" y="2395800"/>
            <a:ext cx="18360" cy="38880"/>
          </a:xfrm>
          <a:custGeom>
            <a:avLst/>
            <a:gdLst/>
            <a:ahLst/>
            <a:rect l="0" t="0" r="r" b="b"/>
            <a:pathLst>
              <a:path fill="none" w="51" h="108">
                <a:moveTo>
                  <a:pt x="0" y="0"/>
                </a:moveTo>
                <a:lnTo>
                  <a:pt x="3" y="4"/>
                </a:lnTo>
                <a:lnTo>
                  <a:pt x="6" y="9"/>
                </a:lnTo>
                <a:lnTo>
                  <a:pt x="9" y="14"/>
                </a:lnTo>
                <a:lnTo>
                  <a:pt x="12" y="18"/>
                </a:lnTo>
                <a:lnTo>
                  <a:pt x="13" y="20"/>
                </a:lnTo>
                <a:lnTo>
                  <a:pt x="16" y="24"/>
                </a:lnTo>
                <a:lnTo>
                  <a:pt x="20" y="29"/>
                </a:lnTo>
                <a:lnTo>
                  <a:pt x="23" y="33"/>
                </a:lnTo>
                <a:lnTo>
                  <a:pt x="27" y="37"/>
                </a:lnTo>
                <a:lnTo>
                  <a:pt x="28" y="41"/>
                </a:lnTo>
                <a:lnTo>
                  <a:pt x="31" y="45"/>
                </a:lnTo>
                <a:lnTo>
                  <a:pt x="33" y="48"/>
                </a:lnTo>
                <a:lnTo>
                  <a:pt x="34" y="52"/>
                </a:lnTo>
                <a:lnTo>
                  <a:pt x="38" y="60"/>
                </a:lnTo>
                <a:lnTo>
                  <a:pt x="40" y="64"/>
                </a:lnTo>
                <a:lnTo>
                  <a:pt x="42" y="71"/>
                </a:lnTo>
                <a:lnTo>
                  <a:pt x="44" y="78"/>
                </a:lnTo>
                <a:lnTo>
                  <a:pt x="45" y="83"/>
                </a:lnTo>
                <a:lnTo>
                  <a:pt x="46" y="87"/>
                </a:lnTo>
                <a:lnTo>
                  <a:pt x="48" y="91"/>
                </a:lnTo>
                <a:lnTo>
                  <a:pt x="49" y="97"/>
                </a:lnTo>
                <a:lnTo>
                  <a:pt x="50" y="101"/>
                </a:lnTo>
                <a:lnTo>
                  <a:pt x="50" y="105"/>
                </a:lnTo>
                <a:lnTo>
                  <a:pt x="51" y="107"/>
                </a:lnTo>
                <a:lnTo>
                  <a:pt x="51" y="10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94" name=""/>
          <p:cNvSpPr/>
          <p:nvPr/>
        </p:nvSpPr>
        <p:spPr>
          <a:xfrm>
            <a:off x="6893280" y="243432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95" name=""/>
          <p:cNvSpPr/>
          <p:nvPr/>
        </p:nvSpPr>
        <p:spPr>
          <a:xfrm>
            <a:off x="6892560" y="24354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96" name=""/>
          <p:cNvSpPr/>
          <p:nvPr/>
        </p:nvSpPr>
        <p:spPr>
          <a:xfrm>
            <a:off x="6889680" y="2431800"/>
            <a:ext cx="3960" cy="4320"/>
          </a:xfrm>
          <a:custGeom>
            <a:avLst/>
            <a:gdLst/>
            <a:ahLst/>
            <a:rect l="0" t="0" r="r" b="b"/>
            <a:pathLst>
              <a:path fill="none" w="11" h="12">
                <a:moveTo>
                  <a:pt x="4" y="12"/>
                </a:moveTo>
                <a:lnTo>
                  <a:pt x="3" y="11"/>
                </a:lnTo>
                <a:lnTo>
                  <a:pt x="2" y="12"/>
                </a:lnTo>
                <a:lnTo>
                  <a:pt x="1" y="12"/>
                </a:lnTo>
                <a:lnTo>
                  <a:pt x="0" y="11"/>
                </a:ln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lnTo>
                  <a:pt x="3" y="2"/>
                </a:lnTo>
                <a:lnTo>
                  <a:pt x="3" y="3"/>
                </a:lnTo>
                <a:lnTo>
                  <a:pt x="4" y="4"/>
                </a:lnTo>
                <a:lnTo>
                  <a:pt x="5" y="5"/>
                </a:lnTo>
                <a:lnTo>
                  <a:pt x="6" y="6"/>
                </a:lnTo>
                <a:lnTo>
                  <a:pt x="10" y="7"/>
                </a:lnTo>
                <a:lnTo>
                  <a:pt x="11" y="7"/>
                </a:lnTo>
                <a:lnTo>
                  <a:pt x="10" y="8"/>
                </a:lnTo>
                <a:lnTo>
                  <a:pt x="10" y="9"/>
                </a:lnTo>
                <a:lnTo>
                  <a:pt x="10" y="11"/>
                </a:lnTo>
                <a:lnTo>
                  <a:pt x="9" y="1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720" rIns="504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97" name=""/>
          <p:cNvSpPr/>
          <p:nvPr/>
        </p:nvSpPr>
        <p:spPr>
          <a:xfrm>
            <a:off x="6891480" y="2435760"/>
            <a:ext cx="1080" cy="0"/>
          </a:xfrm>
          <a:custGeom>
            <a:avLst/>
            <a:gdLst/>
            <a:ahLst/>
            <a:rect l="0" t="0" r="r" b="b"/>
            <a:pathLst>
              <a:path fill="none" w="3" h="0">
                <a:moveTo>
                  <a:pt x="3" y="0"/>
                </a:move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98" name=""/>
          <p:cNvSpPr/>
          <p:nvPr/>
        </p:nvSpPr>
        <p:spPr>
          <a:xfrm>
            <a:off x="6888960" y="2431440"/>
            <a:ext cx="4680" cy="4680"/>
          </a:xfrm>
          <a:custGeom>
            <a:avLst/>
            <a:gdLst/>
            <a:ahLst/>
            <a:rect l="0" t="0" r="r" b="b"/>
            <a:pathLst>
              <a:path fill="none" w="13" h="13">
                <a:moveTo>
                  <a:pt x="4" y="13"/>
                </a:moveTo>
                <a:lnTo>
                  <a:pt x="3" y="13"/>
                </a:lnTo>
                <a:lnTo>
                  <a:pt x="2" y="13"/>
                </a:lnTo>
                <a:lnTo>
                  <a:pt x="1" y="13"/>
                </a:lnTo>
                <a:lnTo>
                  <a:pt x="1" y="11"/>
                </a:lnTo>
                <a:lnTo>
                  <a:pt x="0" y="11"/>
                </a:lnTo>
                <a:lnTo>
                  <a:pt x="0" y="5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  <a:lnTo>
                  <a:pt x="6" y="2"/>
                </a:lnTo>
                <a:lnTo>
                  <a:pt x="7" y="4"/>
                </a:lnTo>
                <a:lnTo>
                  <a:pt x="8" y="5"/>
                </a:lnTo>
                <a:lnTo>
                  <a:pt x="9" y="5"/>
                </a:lnTo>
                <a:lnTo>
                  <a:pt x="11" y="6"/>
                </a:lnTo>
                <a:lnTo>
                  <a:pt x="12" y="6"/>
                </a:lnTo>
                <a:lnTo>
                  <a:pt x="12" y="7"/>
                </a:lnTo>
                <a:lnTo>
                  <a:pt x="13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" rIns="504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99" name=""/>
          <p:cNvSpPr/>
          <p:nvPr/>
        </p:nvSpPr>
        <p:spPr>
          <a:xfrm>
            <a:off x="6932880" y="2402280"/>
            <a:ext cx="720" cy="37800"/>
          </a:xfrm>
          <a:custGeom>
            <a:avLst/>
            <a:gdLst/>
            <a:ahLst/>
            <a:rect l="0" t="0" r="r" b="b"/>
            <a:pathLst>
              <a:path fill="none" w="2" h="105">
                <a:moveTo>
                  <a:pt x="2" y="105"/>
                </a:moveTo>
                <a:lnTo>
                  <a:pt x="0" y="103"/>
                </a:lnTo>
                <a:lnTo>
                  <a:pt x="2" y="100"/>
                </a:lnTo>
                <a:lnTo>
                  <a:pt x="0" y="97"/>
                </a:lnTo>
                <a:lnTo>
                  <a:pt x="0" y="92"/>
                </a:lnTo>
                <a:lnTo>
                  <a:pt x="0" y="88"/>
                </a:lnTo>
                <a:lnTo>
                  <a:pt x="0" y="84"/>
                </a:lnTo>
                <a:lnTo>
                  <a:pt x="0" y="77"/>
                </a:lnTo>
                <a:lnTo>
                  <a:pt x="2" y="72"/>
                </a:lnTo>
                <a:lnTo>
                  <a:pt x="0" y="65"/>
                </a:lnTo>
                <a:lnTo>
                  <a:pt x="0" y="59"/>
                </a:lnTo>
                <a:lnTo>
                  <a:pt x="2" y="53"/>
                </a:lnTo>
                <a:lnTo>
                  <a:pt x="2" y="49"/>
                </a:lnTo>
                <a:lnTo>
                  <a:pt x="0" y="44"/>
                </a:lnTo>
                <a:lnTo>
                  <a:pt x="0" y="36"/>
                </a:lnTo>
                <a:lnTo>
                  <a:pt x="0" y="30"/>
                </a:lnTo>
                <a:lnTo>
                  <a:pt x="0" y="25"/>
                </a:lnTo>
                <a:lnTo>
                  <a:pt x="2" y="15"/>
                </a:lnTo>
                <a:lnTo>
                  <a:pt x="2" y="9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00" name=""/>
          <p:cNvSpPr/>
          <p:nvPr/>
        </p:nvSpPr>
        <p:spPr>
          <a:xfrm>
            <a:off x="6780960" y="25700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2"/>
                </a:move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01" name=""/>
          <p:cNvSpPr/>
          <p:nvPr/>
        </p:nvSpPr>
        <p:spPr>
          <a:xfrm>
            <a:off x="6780240" y="2570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02" name=""/>
          <p:cNvSpPr/>
          <p:nvPr/>
        </p:nvSpPr>
        <p:spPr>
          <a:xfrm>
            <a:off x="6779880" y="25704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2"/>
                </a:move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1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03" name=""/>
          <p:cNvSpPr/>
          <p:nvPr/>
        </p:nvSpPr>
        <p:spPr>
          <a:xfrm>
            <a:off x="6779520" y="25714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04" name=""/>
          <p:cNvSpPr/>
          <p:nvPr/>
        </p:nvSpPr>
        <p:spPr>
          <a:xfrm>
            <a:off x="6779520" y="25711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0" y="2"/>
                </a:lnTo>
                <a:lnTo>
                  <a:pt x="0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05" name=""/>
          <p:cNvSpPr/>
          <p:nvPr/>
        </p:nvSpPr>
        <p:spPr>
          <a:xfrm>
            <a:off x="6778080" y="25725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3"/>
                </a:moveTo>
                <a:lnTo>
                  <a:pt x="4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06" name=""/>
          <p:cNvSpPr/>
          <p:nvPr/>
        </p:nvSpPr>
        <p:spPr>
          <a:xfrm>
            <a:off x="6641280" y="2541600"/>
            <a:ext cx="9000" cy="36720"/>
          </a:xfrm>
          <a:custGeom>
            <a:avLst/>
            <a:gdLst/>
            <a:ahLst/>
            <a:rect l="0" t="0" r="r" b="b"/>
            <a:pathLst>
              <a:path fill="none" w="25" h="102">
                <a:moveTo>
                  <a:pt x="24" y="0"/>
                </a:moveTo>
                <a:lnTo>
                  <a:pt x="24" y="5"/>
                </a:lnTo>
                <a:lnTo>
                  <a:pt x="24" y="9"/>
                </a:lnTo>
                <a:lnTo>
                  <a:pt x="25" y="13"/>
                </a:lnTo>
                <a:lnTo>
                  <a:pt x="24" y="18"/>
                </a:lnTo>
                <a:lnTo>
                  <a:pt x="24" y="24"/>
                </a:lnTo>
                <a:lnTo>
                  <a:pt x="24" y="28"/>
                </a:lnTo>
                <a:lnTo>
                  <a:pt x="23" y="32"/>
                </a:lnTo>
                <a:lnTo>
                  <a:pt x="23" y="38"/>
                </a:lnTo>
                <a:lnTo>
                  <a:pt x="22" y="43"/>
                </a:lnTo>
                <a:lnTo>
                  <a:pt x="20" y="56"/>
                </a:lnTo>
                <a:lnTo>
                  <a:pt x="18" y="62"/>
                </a:lnTo>
                <a:lnTo>
                  <a:pt x="17" y="67"/>
                </a:lnTo>
                <a:lnTo>
                  <a:pt x="16" y="71"/>
                </a:lnTo>
                <a:lnTo>
                  <a:pt x="15" y="75"/>
                </a:lnTo>
                <a:lnTo>
                  <a:pt x="13" y="77"/>
                </a:lnTo>
                <a:lnTo>
                  <a:pt x="12" y="81"/>
                </a:lnTo>
                <a:lnTo>
                  <a:pt x="11" y="84"/>
                </a:lnTo>
                <a:lnTo>
                  <a:pt x="8" y="87"/>
                </a:lnTo>
                <a:lnTo>
                  <a:pt x="7" y="89"/>
                </a:lnTo>
                <a:lnTo>
                  <a:pt x="5" y="93"/>
                </a:lnTo>
                <a:lnTo>
                  <a:pt x="3" y="96"/>
                </a:lnTo>
                <a:lnTo>
                  <a:pt x="2" y="99"/>
                </a:lnTo>
                <a:lnTo>
                  <a:pt x="1" y="101"/>
                </a:lnTo>
                <a:lnTo>
                  <a:pt x="0" y="10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07" name=""/>
          <p:cNvSpPr/>
          <p:nvPr/>
        </p:nvSpPr>
        <p:spPr>
          <a:xfrm>
            <a:off x="6794280" y="25819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1" y="2"/>
                </a:move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3" y="0"/>
                </a:lnTo>
                <a:lnTo>
                  <a:pt x="1" y="0"/>
                </a:lnTo>
                <a:lnTo>
                  <a:pt x="0" y="2"/>
                </a:lnTo>
                <a:lnTo>
                  <a:pt x="1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08" name=""/>
          <p:cNvSpPr/>
          <p:nvPr/>
        </p:nvSpPr>
        <p:spPr>
          <a:xfrm>
            <a:off x="6861960" y="258228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5" y="1"/>
                </a:lnTo>
                <a:lnTo>
                  <a:pt x="7" y="2"/>
                </a:lnTo>
                <a:lnTo>
                  <a:pt x="7" y="4"/>
                </a:lnTo>
                <a:lnTo>
                  <a:pt x="7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09" name=""/>
          <p:cNvSpPr/>
          <p:nvPr/>
        </p:nvSpPr>
        <p:spPr>
          <a:xfrm>
            <a:off x="6861600" y="25830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5"/>
                </a:moveTo>
                <a:lnTo>
                  <a:pt x="4" y="5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10" name=""/>
          <p:cNvSpPr/>
          <p:nvPr/>
        </p:nvSpPr>
        <p:spPr>
          <a:xfrm>
            <a:off x="6801840" y="25844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11" name=""/>
          <p:cNvSpPr/>
          <p:nvPr/>
        </p:nvSpPr>
        <p:spPr>
          <a:xfrm>
            <a:off x="6780600" y="25844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2" y="2"/>
                </a:lnTo>
                <a:lnTo>
                  <a:pt x="2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12" name=""/>
          <p:cNvSpPr/>
          <p:nvPr/>
        </p:nvSpPr>
        <p:spPr>
          <a:xfrm flipV="1">
            <a:off x="6777360" y="25848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13" name=""/>
          <p:cNvSpPr/>
          <p:nvPr/>
        </p:nvSpPr>
        <p:spPr>
          <a:xfrm>
            <a:off x="6801840" y="258408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0" y="3"/>
                </a:lnTo>
                <a:lnTo>
                  <a:pt x="0" y="5"/>
                </a:lnTo>
                <a:lnTo>
                  <a:pt x="2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14" name=""/>
          <p:cNvSpPr/>
          <p:nvPr/>
        </p:nvSpPr>
        <p:spPr>
          <a:xfrm>
            <a:off x="6802560" y="258444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15" name=""/>
          <p:cNvSpPr/>
          <p:nvPr/>
        </p:nvSpPr>
        <p:spPr>
          <a:xfrm>
            <a:off x="6777360" y="25848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16" name=""/>
          <p:cNvSpPr/>
          <p:nvPr/>
        </p:nvSpPr>
        <p:spPr>
          <a:xfrm flipH="1">
            <a:off x="6776280" y="25855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17" name=""/>
          <p:cNvSpPr/>
          <p:nvPr/>
        </p:nvSpPr>
        <p:spPr>
          <a:xfrm flipH="1">
            <a:off x="6775920" y="25855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18" name=""/>
          <p:cNvSpPr/>
          <p:nvPr/>
        </p:nvSpPr>
        <p:spPr>
          <a:xfrm>
            <a:off x="6776280" y="25855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19" name=""/>
          <p:cNvSpPr/>
          <p:nvPr/>
        </p:nvSpPr>
        <p:spPr>
          <a:xfrm>
            <a:off x="6775920" y="25855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20" name=""/>
          <p:cNvSpPr/>
          <p:nvPr/>
        </p:nvSpPr>
        <p:spPr>
          <a:xfrm>
            <a:off x="6778080" y="25855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21" name=""/>
          <p:cNvSpPr/>
          <p:nvPr/>
        </p:nvSpPr>
        <p:spPr>
          <a:xfrm>
            <a:off x="6779160" y="25851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4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22" name=""/>
          <p:cNvSpPr/>
          <p:nvPr/>
        </p:nvSpPr>
        <p:spPr>
          <a:xfrm>
            <a:off x="6778080" y="2585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23" name=""/>
          <p:cNvSpPr/>
          <p:nvPr/>
        </p:nvSpPr>
        <p:spPr>
          <a:xfrm>
            <a:off x="6778080" y="25855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24" name=""/>
          <p:cNvSpPr/>
          <p:nvPr/>
        </p:nvSpPr>
        <p:spPr>
          <a:xfrm>
            <a:off x="6774840" y="25858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25" name=""/>
          <p:cNvSpPr/>
          <p:nvPr/>
        </p:nvSpPr>
        <p:spPr>
          <a:xfrm>
            <a:off x="6772680" y="25905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26" name=""/>
          <p:cNvSpPr/>
          <p:nvPr/>
        </p:nvSpPr>
        <p:spPr>
          <a:xfrm>
            <a:off x="6916320" y="2551320"/>
            <a:ext cx="14400" cy="39600"/>
          </a:xfrm>
          <a:custGeom>
            <a:avLst/>
            <a:gdLst/>
            <a:ahLst/>
            <a:rect l="0" t="0" r="r" b="b"/>
            <a:pathLst>
              <a:path fill="none" w="40" h="110">
                <a:moveTo>
                  <a:pt x="0" y="110"/>
                </a:moveTo>
                <a:lnTo>
                  <a:pt x="2" y="106"/>
                </a:lnTo>
                <a:lnTo>
                  <a:pt x="4" y="102"/>
                </a:lnTo>
                <a:lnTo>
                  <a:pt x="6" y="98"/>
                </a:lnTo>
                <a:lnTo>
                  <a:pt x="8" y="95"/>
                </a:lnTo>
                <a:lnTo>
                  <a:pt x="9" y="91"/>
                </a:lnTo>
                <a:lnTo>
                  <a:pt x="11" y="87"/>
                </a:lnTo>
                <a:lnTo>
                  <a:pt x="13" y="82"/>
                </a:lnTo>
                <a:lnTo>
                  <a:pt x="17" y="72"/>
                </a:lnTo>
                <a:lnTo>
                  <a:pt x="19" y="69"/>
                </a:lnTo>
                <a:lnTo>
                  <a:pt x="21" y="63"/>
                </a:lnTo>
                <a:lnTo>
                  <a:pt x="23" y="58"/>
                </a:lnTo>
                <a:lnTo>
                  <a:pt x="24" y="54"/>
                </a:lnTo>
                <a:lnTo>
                  <a:pt x="26" y="47"/>
                </a:lnTo>
                <a:lnTo>
                  <a:pt x="27" y="43"/>
                </a:lnTo>
                <a:lnTo>
                  <a:pt x="29" y="38"/>
                </a:lnTo>
                <a:lnTo>
                  <a:pt x="31" y="33"/>
                </a:lnTo>
                <a:lnTo>
                  <a:pt x="32" y="29"/>
                </a:lnTo>
                <a:lnTo>
                  <a:pt x="33" y="24"/>
                </a:lnTo>
                <a:lnTo>
                  <a:pt x="34" y="21"/>
                </a:lnTo>
                <a:lnTo>
                  <a:pt x="36" y="18"/>
                </a:lnTo>
                <a:lnTo>
                  <a:pt x="38" y="13"/>
                </a:lnTo>
                <a:lnTo>
                  <a:pt x="38" y="8"/>
                </a:lnTo>
                <a:lnTo>
                  <a:pt x="39" y="4"/>
                </a:lnTo>
                <a:lnTo>
                  <a:pt x="4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27" name=""/>
          <p:cNvSpPr/>
          <p:nvPr/>
        </p:nvSpPr>
        <p:spPr>
          <a:xfrm>
            <a:off x="6772680" y="25909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28" name=""/>
          <p:cNvSpPr/>
          <p:nvPr/>
        </p:nvSpPr>
        <p:spPr>
          <a:xfrm flipH="1">
            <a:off x="6772320" y="25912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29" name=""/>
          <p:cNvSpPr/>
          <p:nvPr/>
        </p:nvSpPr>
        <p:spPr>
          <a:xfrm>
            <a:off x="6771960" y="25905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3"/>
                </a:move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30" name=""/>
          <p:cNvSpPr/>
          <p:nvPr/>
        </p:nvSpPr>
        <p:spPr>
          <a:xfrm>
            <a:off x="6773040" y="259092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31" name=""/>
          <p:cNvSpPr/>
          <p:nvPr/>
        </p:nvSpPr>
        <p:spPr>
          <a:xfrm>
            <a:off x="6798960" y="25905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4"/>
                </a:move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32" name=""/>
          <p:cNvSpPr/>
          <p:nvPr/>
        </p:nvSpPr>
        <p:spPr>
          <a:xfrm>
            <a:off x="6772320" y="25916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33" name=""/>
          <p:cNvSpPr/>
          <p:nvPr/>
        </p:nvSpPr>
        <p:spPr>
          <a:xfrm>
            <a:off x="6771240" y="259020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7" y="2"/>
                </a:moveTo>
                <a:lnTo>
                  <a:pt x="7" y="1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2"/>
                </a:lnTo>
                <a:lnTo>
                  <a:pt x="0" y="4"/>
                </a:lnTo>
                <a:lnTo>
                  <a:pt x="2" y="5"/>
                </a:lnTo>
                <a:lnTo>
                  <a:pt x="3" y="5"/>
                </a:lnTo>
                <a:lnTo>
                  <a:pt x="4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34" name=""/>
          <p:cNvSpPr/>
          <p:nvPr/>
        </p:nvSpPr>
        <p:spPr>
          <a:xfrm flipV="1">
            <a:off x="6799320" y="259164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35" name=""/>
          <p:cNvSpPr/>
          <p:nvPr/>
        </p:nvSpPr>
        <p:spPr>
          <a:xfrm>
            <a:off x="6798600" y="25920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36" name=""/>
          <p:cNvSpPr/>
          <p:nvPr/>
        </p:nvSpPr>
        <p:spPr>
          <a:xfrm>
            <a:off x="6797520" y="25923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37" name=""/>
          <p:cNvSpPr/>
          <p:nvPr/>
        </p:nvSpPr>
        <p:spPr>
          <a:xfrm flipV="1">
            <a:off x="6797520" y="259272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38" name=""/>
          <p:cNvSpPr/>
          <p:nvPr/>
        </p:nvSpPr>
        <p:spPr>
          <a:xfrm>
            <a:off x="6859080" y="25923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0" y="4"/>
                </a:moveTo>
                <a:lnTo>
                  <a:pt x="1" y="3"/>
                </a:lnTo>
                <a:lnTo>
                  <a:pt x="2" y="2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39" name=""/>
          <p:cNvSpPr/>
          <p:nvPr/>
        </p:nvSpPr>
        <p:spPr>
          <a:xfrm>
            <a:off x="6828480" y="259272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3" y="3"/>
                </a:lnTo>
                <a:lnTo>
                  <a:pt x="5" y="3"/>
                </a:lnTo>
                <a:lnTo>
                  <a:pt x="5" y="2"/>
                </a:ln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40" name=""/>
          <p:cNvSpPr/>
          <p:nvPr/>
        </p:nvSpPr>
        <p:spPr>
          <a:xfrm>
            <a:off x="6828120" y="2593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41" name=""/>
          <p:cNvSpPr/>
          <p:nvPr/>
        </p:nvSpPr>
        <p:spPr>
          <a:xfrm>
            <a:off x="6827760" y="25930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0"/>
                </a:moveTo>
                <a:lnTo>
                  <a:pt x="0" y="1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3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42" name=""/>
          <p:cNvSpPr/>
          <p:nvPr/>
        </p:nvSpPr>
        <p:spPr>
          <a:xfrm>
            <a:off x="6859440" y="259308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7" y="0"/>
                </a:moveTo>
                <a:lnTo>
                  <a:pt x="7" y="2"/>
                </a:lnTo>
                <a:lnTo>
                  <a:pt x="6" y="4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43" name=""/>
          <p:cNvSpPr/>
          <p:nvPr/>
        </p:nvSpPr>
        <p:spPr>
          <a:xfrm>
            <a:off x="6787440" y="25952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44" name=""/>
          <p:cNvSpPr/>
          <p:nvPr/>
        </p:nvSpPr>
        <p:spPr>
          <a:xfrm>
            <a:off x="6891840" y="2593080"/>
            <a:ext cx="1800" cy="2880"/>
          </a:xfrm>
          <a:custGeom>
            <a:avLst/>
            <a:gdLst/>
            <a:ahLst/>
            <a:rect l="0" t="0" r="r" b="b"/>
            <a:pathLst>
              <a:path fill="none" w="5" h="8">
                <a:moveTo>
                  <a:pt x="0" y="0"/>
                </a:moveTo>
                <a:lnTo>
                  <a:pt x="2" y="1"/>
                </a:lnTo>
                <a:lnTo>
                  <a:pt x="5" y="2"/>
                </a:lnTo>
                <a:lnTo>
                  <a:pt x="5" y="3"/>
                </a:lnTo>
                <a:lnTo>
                  <a:pt x="5" y="5"/>
                </a:lnTo>
                <a:lnTo>
                  <a:pt x="5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45" name=""/>
          <p:cNvSpPr/>
          <p:nvPr/>
        </p:nvSpPr>
        <p:spPr>
          <a:xfrm>
            <a:off x="6787440" y="25956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46" name=""/>
          <p:cNvSpPr/>
          <p:nvPr/>
        </p:nvSpPr>
        <p:spPr>
          <a:xfrm>
            <a:off x="6891120" y="2593800"/>
            <a:ext cx="1440" cy="2880"/>
          </a:xfrm>
          <a:custGeom>
            <a:avLst/>
            <a:gdLst/>
            <a:ahLst/>
            <a:rect l="0" t="0" r="r" b="b"/>
            <a:pathLst>
              <a:path fill="none" w="4" h="8">
                <a:moveTo>
                  <a:pt x="4" y="8"/>
                </a:moveTo>
                <a:lnTo>
                  <a:pt x="2" y="7"/>
                </a:lnTo>
                <a:lnTo>
                  <a:pt x="2" y="6"/>
                </a:lnTo>
                <a:lnTo>
                  <a:pt x="0" y="5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47" name=""/>
          <p:cNvSpPr/>
          <p:nvPr/>
        </p:nvSpPr>
        <p:spPr>
          <a:xfrm flipH="1">
            <a:off x="6787080" y="25963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48" name=""/>
          <p:cNvSpPr/>
          <p:nvPr/>
        </p:nvSpPr>
        <p:spPr>
          <a:xfrm>
            <a:off x="6787080" y="25963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49" name=""/>
          <p:cNvSpPr/>
          <p:nvPr/>
        </p:nvSpPr>
        <p:spPr>
          <a:xfrm>
            <a:off x="6779880" y="25966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0"/>
                </a:moveTo>
                <a:lnTo>
                  <a:pt x="0" y="1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50" name=""/>
          <p:cNvSpPr/>
          <p:nvPr/>
        </p:nvSpPr>
        <p:spPr>
          <a:xfrm flipH="1">
            <a:off x="6785640" y="25974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51" name=""/>
          <p:cNvSpPr/>
          <p:nvPr/>
        </p:nvSpPr>
        <p:spPr>
          <a:xfrm>
            <a:off x="6827400" y="2597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52" name=""/>
          <p:cNvSpPr/>
          <p:nvPr/>
        </p:nvSpPr>
        <p:spPr>
          <a:xfrm>
            <a:off x="6780240" y="2597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53" name=""/>
          <p:cNvSpPr/>
          <p:nvPr/>
        </p:nvSpPr>
        <p:spPr>
          <a:xfrm>
            <a:off x="6785640" y="25974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54" name=""/>
          <p:cNvSpPr/>
          <p:nvPr/>
        </p:nvSpPr>
        <p:spPr>
          <a:xfrm>
            <a:off x="6827040" y="25966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2"/>
                </a:moveTo>
                <a:lnTo>
                  <a:pt x="0" y="3"/>
                </a:lnTo>
                <a:lnTo>
                  <a:pt x="2" y="4"/>
                </a:lnTo>
                <a:lnTo>
                  <a:pt x="3" y="4"/>
                </a:lnTo>
                <a:lnTo>
                  <a:pt x="5" y="3"/>
                </a:lnTo>
                <a:lnTo>
                  <a:pt x="5" y="2"/>
                </a:ln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55" name=""/>
          <p:cNvSpPr/>
          <p:nvPr/>
        </p:nvSpPr>
        <p:spPr>
          <a:xfrm>
            <a:off x="6779160" y="25974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1"/>
                </a:lnTo>
                <a:lnTo>
                  <a:pt x="0" y="3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4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56" name=""/>
          <p:cNvSpPr/>
          <p:nvPr/>
        </p:nvSpPr>
        <p:spPr>
          <a:xfrm flipH="1">
            <a:off x="6783480" y="25984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57" name=""/>
          <p:cNvSpPr/>
          <p:nvPr/>
        </p:nvSpPr>
        <p:spPr>
          <a:xfrm>
            <a:off x="6783480" y="25988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58" name=""/>
          <p:cNvSpPr/>
          <p:nvPr/>
        </p:nvSpPr>
        <p:spPr>
          <a:xfrm>
            <a:off x="6782400" y="259884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59" name=""/>
          <p:cNvSpPr/>
          <p:nvPr/>
        </p:nvSpPr>
        <p:spPr>
          <a:xfrm>
            <a:off x="6782400" y="25988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60" name=""/>
          <p:cNvSpPr/>
          <p:nvPr/>
        </p:nvSpPr>
        <p:spPr>
          <a:xfrm>
            <a:off x="6872400" y="2595960"/>
            <a:ext cx="7920" cy="3960"/>
          </a:xfrm>
          <a:custGeom>
            <a:avLst/>
            <a:gdLst/>
            <a:ahLst/>
            <a:rect l="0" t="0" r="r" b="b"/>
            <a:pathLst>
              <a:path fill="none" w="22" h="11">
                <a:moveTo>
                  <a:pt x="0" y="1"/>
                </a:moveTo>
                <a:lnTo>
                  <a:pt x="4" y="1"/>
                </a:lnTo>
                <a:lnTo>
                  <a:pt x="6" y="1"/>
                </a:lnTo>
                <a:lnTo>
                  <a:pt x="9" y="0"/>
                </a:lnTo>
                <a:lnTo>
                  <a:pt x="14" y="0"/>
                </a:lnTo>
                <a:lnTo>
                  <a:pt x="17" y="2"/>
                </a:lnTo>
                <a:lnTo>
                  <a:pt x="19" y="5"/>
                </a:lnTo>
                <a:lnTo>
                  <a:pt x="21" y="6"/>
                </a:lnTo>
                <a:lnTo>
                  <a:pt x="22" y="9"/>
                </a:lnTo>
                <a:lnTo>
                  <a:pt x="22" y="1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61" name=""/>
          <p:cNvSpPr/>
          <p:nvPr/>
        </p:nvSpPr>
        <p:spPr>
          <a:xfrm>
            <a:off x="6838920" y="2599200"/>
            <a:ext cx="1440" cy="2520"/>
          </a:xfrm>
          <a:custGeom>
            <a:avLst/>
            <a:gdLst/>
            <a:ahLst/>
            <a:rect l="0" t="0" r="r" b="b"/>
            <a:pathLst>
              <a:path fill="none" w="4" h="7">
                <a:moveTo>
                  <a:pt x="0" y="7"/>
                </a:moveTo>
                <a:lnTo>
                  <a:pt x="0" y="4"/>
                </a:lnTo>
                <a:lnTo>
                  <a:pt x="1" y="2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62" name=""/>
          <p:cNvSpPr/>
          <p:nvPr/>
        </p:nvSpPr>
        <p:spPr>
          <a:xfrm>
            <a:off x="6870960" y="2597760"/>
            <a:ext cx="9000" cy="3960"/>
          </a:xfrm>
          <a:custGeom>
            <a:avLst/>
            <a:gdLst/>
            <a:ahLst/>
            <a:rect l="0" t="0" r="r" b="b"/>
            <a:pathLst>
              <a:path fill="none" w="25" h="11">
                <a:moveTo>
                  <a:pt x="25" y="10"/>
                </a:moveTo>
                <a:lnTo>
                  <a:pt x="25" y="11"/>
                </a:lnTo>
                <a:lnTo>
                  <a:pt x="21" y="11"/>
                </a:lnTo>
                <a:lnTo>
                  <a:pt x="19" y="10"/>
                </a:lnTo>
                <a:lnTo>
                  <a:pt x="15" y="9"/>
                </a:lnTo>
                <a:lnTo>
                  <a:pt x="11" y="6"/>
                </a:lnTo>
                <a:lnTo>
                  <a:pt x="8" y="5"/>
                </a:lnTo>
                <a:lnTo>
                  <a:pt x="4" y="4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63" name=""/>
          <p:cNvSpPr/>
          <p:nvPr/>
        </p:nvSpPr>
        <p:spPr>
          <a:xfrm>
            <a:off x="6840000" y="2599200"/>
            <a:ext cx="1800" cy="2520"/>
          </a:xfrm>
          <a:custGeom>
            <a:avLst/>
            <a:gdLst/>
            <a:ahLst/>
            <a:rect l="0" t="0" r="r" b="b"/>
            <a:pathLst>
              <a:path fill="none" w="5" h="7">
                <a:moveTo>
                  <a:pt x="5" y="0"/>
                </a:moveTo>
                <a:lnTo>
                  <a:pt x="5" y="4"/>
                </a:lnTo>
                <a:lnTo>
                  <a:pt x="5" y="5"/>
                </a:lnTo>
                <a:lnTo>
                  <a:pt x="3" y="7"/>
                </a:lnTo>
                <a:lnTo>
                  <a:pt x="0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64" name=""/>
          <p:cNvSpPr/>
          <p:nvPr/>
        </p:nvSpPr>
        <p:spPr>
          <a:xfrm>
            <a:off x="6826680" y="260388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0" y="1"/>
                </a:lnTo>
                <a:lnTo>
                  <a:pt x="1" y="3"/>
                </a:lnTo>
                <a:lnTo>
                  <a:pt x="3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65" name=""/>
          <p:cNvSpPr/>
          <p:nvPr/>
        </p:nvSpPr>
        <p:spPr>
          <a:xfrm>
            <a:off x="6824520" y="26042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0" y="3"/>
                </a:moveTo>
                <a:lnTo>
                  <a:pt x="1" y="3"/>
                </a:lnTo>
                <a:lnTo>
                  <a:pt x="3" y="2"/>
                </a:lnTo>
                <a:lnTo>
                  <a:pt x="4" y="0"/>
                </a:lnTo>
                <a:lnTo>
                  <a:pt x="3" y="0"/>
                </a:lnTo>
                <a:lnTo>
                  <a:pt x="1" y="0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66" name=""/>
          <p:cNvSpPr/>
          <p:nvPr/>
        </p:nvSpPr>
        <p:spPr>
          <a:xfrm>
            <a:off x="6824160" y="260496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0" y="1"/>
                </a:move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67" name=""/>
          <p:cNvSpPr/>
          <p:nvPr/>
        </p:nvSpPr>
        <p:spPr>
          <a:xfrm>
            <a:off x="6824880" y="26067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68" name=""/>
          <p:cNvSpPr/>
          <p:nvPr/>
        </p:nvSpPr>
        <p:spPr>
          <a:xfrm>
            <a:off x="6825960" y="26067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0" y="3"/>
                </a:moveTo>
                <a:lnTo>
                  <a:pt x="1" y="3"/>
                </a:lnTo>
                <a:lnTo>
                  <a:pt x="3" y="3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1" y="0"/>
                </a:lnTo>
                <a:lnTo>
                  <a:pt x="0" y="1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69" name=""/>
          <p:cNvSpPr/>
          <p:nvPr/>
        </p:nvSpPr>
        <p:spPr>
          <a:xfrm>
            <a:off x="6787440" y="26085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0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70" name=""/>
          <p:cNvSpPr/>
          <p:nvPr/>
        </p:nvSpPr>
        <p:spPr>
          <a:xfrm flipH="1">
            <a:off x="6782040" y="26096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71" name=""/>
          <p:cNvSpPr/>
          <p:nvPr/>
        </p:nvSpPr>
        <p:spPr>
          <a:xfrm>
            <a:off x="6782040" y="2609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72" name=""/>
          <p:cNvSpPr/>
          <p:nvPr/>
        </p:nvSpPr>
        <p:spPr>
          <a:xfrm>
            <a:off x="6784200" y="26100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73" name=""/>
          <p:cNvSpPr/>
          <p:nvPr/>
        </p:nvSpPr>
        <p:spPr>
          <a:xfrm>
            <a:off x="6780600" y="26100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74" name=""/>
          <p:cNvSpPr/>
          <p:nvPr/>
        </p:nvSpPr>
        <p:spPr>
          <a:xfrm>
            <a:off x="6784200" y="26096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75" name=""/>
          <p:cNvSpPr/>
          <p:nvPr/>
        </p:nvSpPr>
        <p:spPr>
          <a:xfrm>
            <a:off x="6780240" y="26096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2" y="4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76" name=""/>
          <p:cNvSpPr/>
          <p:nvPr/>
        </p:nvSpPr>
        <p:spPr>
          <a:xfrm>
            <a:off x="6792120" y="2610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77" name=""/>
          <p:cNvSpPr/>
          <p:nvPr/>
        </p:nvSpPr>
        <p:spPr>
          <a:xfrm>
            <a:off x="6791400" y="2610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1"/>
                </a:moveTo>
                <a:lnTo>
                  <a:pt x="4" y="0"/>
                </a:lnTo>
                <a:lnTo>
                  <a:pt x="3" y="1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78" name=""/>
          <p:cNvSpPr/>
          <p:nvPr/>
        </p:nvSpPr>
        <p:spPr>
          <a:xfrm flipV="1">
            <a:off x="6792120" y="26110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79" name=""/>
          <p:cNvSpPr/>
          <p:nvPr/>
        </p:nvSpPr>
        <p:spPr>
          <a:xfrm>
            <a:off x="6848640" y="2609280"/>
            <a:ext cx="3600" cy="2520"/>
          </a:xfrm>
          <a:custGeom>
            <a:avLst/>
            <a:gdLst/>
            <a:ahLst/>
            <a:rect l="0" t="0" r="r" b="b"/>
            <a:pathLst>
              <a:path fill="none" w="10" h="7">
                <a:moveTo>
                  <a:pt x="0" y="7"/>
                </a:moveTo>
                <a:lnTo>
                  <a:pt x="1" y="6"/>
                </a:lnTo>
                <a:lnTo>
                  <a:pt x="2" y="4"/>
                </a:lnTo>
                <a:lnTo>
                  <a:pt x="4" y="2"/>
                </a:lnTo>
                <a:lnTo>
                  <a:pt x="6" y="1"/>
                </a:lnTo>
                <a:lnTo>
                  <a:pt x="9" y="0"/>
                </a:lnTo>
                <a:lnTo>
                  <a:pt x="10" y="2"/>
                </a:lnTo>
                <a:lnTo>
                  <a:pt x="1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80" name=""/>
          <p:cNvSpPr/>
          <p:nvPr/>
        </p:nvSpPr>
        <p:spPr>
          <a:xfrm flipH="1">
            <a:off x="6791760" y="26118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81" name=""/>
          <p:cNvSpPr/>
          <p:nvPr/>
        </p:nvSpPr>
        <p:spPr>
          <a:xfrm>
            <a:off x="6791400" y="26114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82" name=""/>
          <p:cNvSpPr/>
          <p:nvPr/>
        </p:nvSpPr>
        <p:spPr>
          <a:xfrm>
            <a:off x="6791400" y="26121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83" name=""/>
          <p:cNvSpPr/>
          <p:nvPr/>
        </p:nvSpPr>
        <p:spPr>
          <a:xfrm>
            <a:off x="6849000" y="2611800"/>
            <a:ext cx="3960" cy="2160"/>
          </a:xfrm>
          <a:custGeom>
            <a:avLst/>
            <a:gdLst/>
            <a:ahLst/>
            <a:rect l="0" t="0" r="r" b="b"/>
            <a:pathLst>
              <a:path fill="none" w="11" h="6">
                <a:moveTo>
                  <a:pt x="11" y="0"/>
                </a:moveTo>
                <a:lnTo>
                  <a:pt x="9" y="1"/>
                </a:lnTo>
                <a:lnTo>
                  <a:pt x="9" y="4"/>
                </a:lnTo>
                <a:lnTo>
                  <a:pt x="7" y="6"/>
                </a:lnTo>
                <a:lnTo>
                  <a:pt x="4" y="6"/>
                </a:lnTo>
                <a:lnTo>
                  <a:pt x="2" y="6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84" name=""/>
          <p:cNvSpPr/>
          <p:nvPr/>
        </p:nvSpPr>
        <p:spPr>
          <a:xfrm>
            <a:off x="6756120" y="26146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0"/>
                </a:move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85" name=""/>
          <p:cNvSpPr/>
          <p:nvPr/>
        </p:nvSpPr>
        <p:spPr>
          <a:xfrm>
            <a:off x="6813360" y="26146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2" y="4"/>
                </a:ln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86" name=""/>
          <p:cNvSpPr/>
          <p:nvPr/>
        </p:nvSpPr>
        <p:spPr>
          <a:xfrm flipV="1">
            <a:off x="6776280" y="26161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87" name=""/>
          <p:cNvSpPr/>
          <p:nvPr/>
        </p:nvSpPr>
        <p:spPr>
          <a:xfrm>
            <a:off x="6775920" y="26161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88" name=""/>
          <p:cNvSpPr/>
          <p:nvPr/>
        </p:nvSpPr>
        <p:spPr>
          <a:xfrm flipH="1">
            <a:off x="6810840" y="26168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89" name=""/>
          <p:cNvSpPr/>
          <p:nvPr/>
        </p:nvSpPr>
        <p:spPr>
          <a:xfrm flipH="1" flipV="1">
            <a:off x="6780600" y="261684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90" name=""/>
          <p:cNvSpPr/>
          <p:nvPr/>
        </p:nvSpPr>
        <p:spPr>
          <a:xfrm>
            <a:off x="6780600" y="26172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91" name=""/>
          <p:cNvSpPr/>
          <p:nvPr/>
        </p:nvSpPr>
        <p:spPr>
          <a:xfrm>
            <a:off x="6811200" y="2617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92" name=""/>
          <p:cNvSpPr/>
          <p:nvPr/>
        </p:nvSpPr>
        <p:spPr>
          <a:xfrm>
            <a:off x="6780240" y="261720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93" name=""/>
          <p:cNvSpPr/>
          <p:nvPr/>
        </p:nvSpPr>
        <p:spPr>
          <a:xfrm>
            <a:off x="6811560" y="26175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94" name=""/>
          <p:cNvSpPr/>
          <p:nvPr/>
        </p:nvSpPr>
        <p:spPr>
          <a:xfrm>
            <a:off x="6811560" y="26168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4"/>
                </a:moveTo>
                <a:lnTo>
                  <a:pt x="1" y="3"/>
                </a:lnTo>
                <a:lnTo>
                  <a:pt x="3" y="3"/>
                </a:lnTo>
                <a:lnTo>
                  <a:pt x="3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95" name=""/>
          <p:cNvSpPr/>
          <p:nvPr/>
        </p:nvSpPr>
        <p:spPr>
          <a:xfrm>
            <a:off x="6811200" y="26172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96" name=""/>
          <p:cNvSpPr/>
          <p:nvPr/>
        </p:nvSpPr>
        <p:spPr>
          <a:xfrm>
            <a:off x="6777000" y="2617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97" name=""/>
          <p:cNvSpPr/>
          <p:nvPr/>
        </p:nvSpPr>
        <p:spPr>
          <a:xfrm>
            <a:off x="6810840" y="261720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0" y="0"/>
                </a:move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5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98" name=""/>
          <p:cNvSpPr/>
          <p:nvPr/>
        </p:nvSpPr>
        <p:spPr>
          <a:xfrm>
            <a:off x="6837480" y="261900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3"/>
                </a:moveTo>
                <a:lnTo>
                  <a:pt x="3" y="1"/>
                </a:ln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1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99" name=""/>
          <p:cNvSpPr/>
          <p:nvPr/>
        </p:nvSpPr>
        <p:spPr>
          <a:xfrm>
            <a:off x="6877800" y="2618640"/>
            <a:ext cx="1440" cy="3240"/>
          </a:xfrm>
          <a:custGeom>
            <a:avLst/>
            <a:gdLst/>
            <a:ahLst/>
            <a:rect l="0" t="0" r="r" b="b"/>
            <a:pathLst>
              <a:path fill="none" w="4" h="9">
                <a:moveTo>
                  <a:pt x="0" y="0"/>
                </a:moveTo>
                <a:lnTo>
                  <a:pt x="2" y="2"/>
                </a:lnTo>
                <a:lnTo>
                  <a:pt x="4" y="3"/>
                </a:lnTo>
                <a:lnTo>
                  <a:pt x="4" y="5"/>
                </a:lnTo>
                <a:lnTo>
                  <a:pt x="4" y="7"/>
                </a:lnTo>
                <a:lnTo>
                  <a:pt x="4" y="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00" name=""/>
          <p:cNvSpPr/>
          <p:nvPr/>
        </p:nvSpPr>
        <p:spPr>
          <a:xfrm>
            <a:off x="6876720" y="2619000"/>
            <a:ext cx="1080" cy="2520"/>
          </a:xfrm>
          <a:custGeom>
            <a:avLst/>
            <a:gdLst/>
            <a:ahLst/>
            <a:rect l="0" t="0" r="r" b="b"/>
            <a:pathLst>
              <a:path fill="none" w="3" h="7">
                <a:moveTo>
                  <a:pt x="3" y="7"/>
                </a:moveTo>
                <a:lnTo>
                  <a:pt x="2" y="7"/>
                </a:lnTo>
                <a:lnTo>
                  <a:pt x="0" y="5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01" name=""/>
          <p:cNvSpPr/>
          <p:nvPr/>
        </p:nvSpPr>
        <p:spPr>
          <a:xfrm>
            <a:off x="6769800" y="26229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02" name=""/>
          <p:cNvSpPr/>
          <p:nvPr/>
        </p:nvSpPr>
        <p:spPr>
          <a:xfrm>
            <a:off x="6769800" y="26233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03" name=""/>
          <p:cNvSpPr/>
          <p:nvPr/>
        </p:nvSpPr>
        <p:spPr>
          <a:xfrm>
            <a:off x="6763680" y="2620080"/>
            <a:ext cx="1800" cy="5400"/>
          </a:xfrm>
          <a:custGeom>
            <a:avLst/>
            <a:gdLst/>
            <a:ahLst/>
            <a:rect l="0" t="0" r="r" b="b"/>
            <a:pathLst>
              <a:path fill="none" w="5" h="15">
                <a:moveTo>
                  <a:pt x="1" y="13"/>
                </a:moveTo>
                <a:lnTo>
                  <a:pt x="1" y="12"/>
                </a:lnTo>
                <a:lnTo>
                  <a:pt x="1" y="11"/>
                </a:lnTo>
                <a:lnTo>
                  <a:pt x="1" y="8"/>
                </a:lnTo>
                <a:lnTo>
                  <a:pt x="2" y="6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1" y="2"/>
                </a:lnTo>
                <a:lnTo>
                  <a:pt x="2" y="1"/>
                </a:lnTo>
                <a:lnTo>
                  <a:pt x="2" y="0"/>
                </a:lnTo>
                <a:lnTo>
                  <a:pt x="5" y="1"/>
                </a:lnTo>
                <a:lnTo>
                  <a:pt x="5" y="3"/>
                </a:lnTo>
                <a:lnTo>
                  <a:pt x="5" y="4"/>
                </a:lnTo>
                <a:lnTo>
                  <a:pt x="5" y="6"/>
                </a:lnTo>
                <a:lnTo>
                  <a:pt x="5" y="7"/>
                </a:lnTo>
                <a:lnTo>
                  <a:pt x="5" y="10"/>
                </a:lnTo>
                <a:lnTo>
                  <a:pt x="4" y="11"/>
                </a:lnTo>
                <a:lnTo>
                  <a:pt x="4" y="13"/>
                </a:lnTo>
                <a:lnTo>
                  <a:pt x="4" y="14"/>
                </a:lnTo>
                <a:lnTo>
                  <a:pt x="2" y="14"/>
                </a:lnTo>
                <a:lnTo>
                  <a:pt x="2" y="15"/>
                </a:lnTo>
                <a:lnTo>
                  <a:pt x="1" y="14"/>
                </a:lnTo>
                <a:lnTo>
                  <a:pt x="0" y="1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360" rIns="504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04" name=""/>
          <p:cNvSpPr/>
          <p:nvPr/>
        </p:nvSpPr>
        <p:spPr>
          <a:xfrm>
            <a:off x="6789240" y="2625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05" name=""/>
          <p:cNvSpPr/>
          <p:nvPr/>
        </p:nvSpPr>
        <p:spPr>
          <a:xfrm>
            <a:off x="6788160" y="26247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0"/>
                </a:moveTo>
                <a:lnTo>
                  <a:pt x="4" y="0"/>
                </a:lnTo>
                <a:lnTo>
                  <a:pt x="3" y="2"/>
                </a:lnTo>
                <a:lnTo>
                  <a:pt x="2" y="2"/>
                </a:lnTo>
                <a:lnTo>
                  <a:pt x="0" y="4"/>
                </a:lnTo>
                <a:lnTo>
                  <a:pt x="2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06" name=""/>
          <p:cNvSpPr/>
          <p:nvPr/>
        </p:nvSpPr>
        <p:spPr>
          <a:xfrm>
            <a:off x="6788520" y="26254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07" name=""/>
          <p:cNvSpPr/>
          <p:nvPr/>
        </p:nvSpPr>
        <p:spPr>
          <a:xfrm>
            <a:off x="6789600" y="26244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5"/>
                </a:moveTo>
                <a:lnTo>
                  <a:pt x="4" y="3"/>
                </a:lnTo>
                <a:lnTo>
                  <a:pt x="4" y="1"/>
                </a:ln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08" name=""/>
          <p:cNvSpPr/>
          <p:nvPr/>
        </p:nvSpPr>
        <p:spPr>
          <a:xfrm>
            <a:off x="6787440" y="26254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4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09" name=""/>
          <p:cNvSpPr/>
          <p:nvPr/>
        </p:nvSpPr>
        <p:spPr>
          <a:xfrm>
            <a:off x="6786720" y="26258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0"/>
                </a:move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3" y="4"/>
                </a:lnTo>
                <a:lnTo>
                  <a:pt x="3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10" name=""/>
          <p:cNvSpPr/>
          <p:nvPr/>
        </p:nvSpPr>
        <p:spPr>
          <a:xfrm>
            <a:off x="6789240" y="26254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0"/>
                </a:moveTo>
                <a:lnTo>
                  <a:pt x="2" y="1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2" y="4"/>
                </a:lnTo>
                <a:lnTo>
                  <a:pt x="4" y="3"/>
                </a:lnTo>
                <a:lnTo>
                  <a:pt x="4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11" name=""/>
          <p:cNvSpPr/>
          <p:nvPr/>
        </p:nvSpPr>
        <p:spPr>
          <a:xfrm>
            <a:off x="6817680" y="262764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12" name=""/>
          <p:cNvSpPr/>
          <p:nvPr/>
        </p:nvSpPr>
        <p:spPr>
          <a:xfrm>
            <a:off x="6818760" y="262764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13" name=""/>
          <p:cNvSpPr/>
          <p:nvPr/>
        </p:nvSpPr>
        <p:spPr>
          <a:xfrm>
            <a:off x="6785280" y="26269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1"/>
                </a:moveTo>
                <a:lnTo>
                  <a:pt x="0" y="3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14" name=""/>
          <p:cNvSpPr/>
          <p:nvPr/>
        </p:nvSpPr>
        <p:spPr>
          <a:xfrm>
            <a:off x="6817680" y="262800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15" name=""/>
          <p:cNvSpPr/>
          <p:nvPr/>
        </p:nvSpPr>
        <p:spPr>
          <a:xfrm>
            <a:off x="6818760" y="26280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16" name=""/>
          <p:cNvSpPr/>
          <p:nvPr/>
        </p:nvSpPr>
        <p:spPr>
          <a:xfrm>
            <a:off x="6819480" y="26280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17" name=""/>
          <p:cNvSpPr/>
          <p:nvPr/>
        </p:nvSpPr>
        <p:spPr>
          <a:xfrm>
            <a:off x="6784200" y="26272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1"/>
                </a:moveTo>
                <a:lnTo>
                  <a:pt x="2" y="1"/>
                </a:lnTo>
                <a:lnTo>
                  <a:pt x="0" y="1"/>
                </a:lnTo>
                <a:lnTo>
                  <a:pt x="0" y="2"/>
                </a:lnTo>
                <a:lnTo>
                  <a:pt x="2" y="4"/>
                </a:lnTo>
                <a:lnTo>
                  <a:pt x="2" y="5"/>
                </a:lnTo>
                <a:lnTo>
                  <a:pt x="4" y="4"/>
                </a:lnTo>
                <a:lnTo>
                  <a:pt x="4" y="2"/>
                </a:lnTo>
                <a:lnTo>
                  <a:pt x="4" y="1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18" name=""/>
          <p:cNvSpPr/>
          <p:nvPr/>
        </p:nvSpPr>
        <p:spPr>
          <a:xfrm>
            <a:off x="6817320" y="262764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1" y="0"/>
                </a:move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19" name=""/>
          <p:cNvSpPr/>
          <p:nvPr/>
        </p:nvSpPr>
        <p:spPr>
          <a:xfrm>
            <a:off x="6786720" y="2628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20" name=""/>
          <p:cNvSpPr/>
          <p:nvPr/>
        </p:nvSpPr>
        <p:spPr>
          <a:xfrm flipV="1">
            <a:off x="6817680" y="26283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21" name=""/>
          <p:cNvSpPr/>
          <p:nvPr/>
        </p:nvSpPr>
        <p:spPr>
          <a:xfrm>
            <a:off x="6779520" y="26280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22" name=""/>
          <p:cNvSpPr/>
          <p:nvPr/>
        </p:nvSpPr>
        <p:spPr>
          <a:xfrm>
            <a:off x="6783120" y="26280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2"/>
                </a:moveTo>
                <a:lnTo>
                  <a:pt x="0" y="3"/>
                </a:lnTo>
                <a:lnTo>
                  <a:pt x="1" y="3"/>
                </a:lnTo>
                <a:lnTo>
                  <a:pt x="2" y="5"/>
                </a:lnTo>
                <a:lnTo>
                  <a:pt x="2" y="3"/>
                </a:lnTo>
                <a:lnTo>
                  <a:pt x="4" y="3"/>
                </a:lnTo>
                <a:lnTo>
                  <a:pt x="2" y="2"/>
                </a:lnTo>
                <a:lnTo>
                  <a:pt x="1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23" name=""/>
          <p:cNvSpPr/>
          <p:nvPr/>
        </p:nvSpPr>
        <p:spPr>
          <a:xfrm>
            <a:off x="6787800" y="26283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0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24" name=""/>
          <p:cNvSpPr/>
          <p:nvPr/>
        </p:nvSpPr>
        <p:spPr>
          <a:xfrm>
            <a:off x="6786360" y="262800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0" y="0"/>
                </a:moveTo>
                <a:lnTo>
                  <a:pt x="0" y="2"/>
                </a:lnTo>
                <a:lnTo>
                  <a:pt x="1" y="3"/>
                </a:lnTo>
                <a:lnTo>
                  <a:pt x="3" y="5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25" name=""/>
          <p:cNvSpPr/>
          <p:nvPr/>
        </p:nvSpPr>
        <p:spPr>
          <a:xfrm>
            <a:off x="6779520" y="2628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26" name=""/>
          <p:cNvSpPr/>
          <p:nvPr/>
        </p:nvSpPr>
        <p:spPr>
          <a:xfrm>
            <a:off x="6819480" y="2628000"/>
            <a:ext cx="0" cy="1080"/>
          </a:xfrm>
          <a:custGeom>
            <a:avLst/>
            <a:gdLst/>
            <a:ahLst/>
            <a:rect l="0" t="0" r="r" b="b"/>
            <a:pathLst>
              <a:path fill="none" w="0" h="3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27" name=""/>
          <p:cNvSpPr/>
          <p:nvPr/>
        </p:nvSpPr>
        <p:spPr>
          <a:xfrm>
            <a:off x="6780960" y="26283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0"/>
                </a:move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28" name=""/>
          <p:cNvSpPr/>
          <p:nvPr/>
        </p:nvSpPr>
        <p:spPr>
          <a:xfrm>
            <a:off x="6819840" y="2628360"/>
            <a:ext cx="0" cy="1080"/>
          </a:xfrm>
          <a:custGeom>
            <a:avLst/>
            <a:gdLst/>
            <a:ahLst/>
            <a:rect l="0" t="0" r="r" b="b"/>
            <a:pathLst>
              <a:path fill="none" w="0" h="3">
                <a:moveTo>
                  <a:pt x="0" y="3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29" name=""/>
          <p:cNvSpPr/>
          <p:nvPr/>
        </p:nvSpPr>
        <p:spPr>
          <a:xfrm>
            <a:off x="6818760" y="26290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30" name=""/>
          <p:cNvSpPr/>
          <p:nvPr/>
        </p:nvSpPr>
        <p:spPr>
          <a:xfrm>
            <a:off x="6818040" y="262944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31" name=""/>
          <p:cNvSpPr/>
          <p:nvPr/>
        </p:nvSpPr>
        <p:spPr>
          <a:xfrm>
            <a:off x="6785640" y="2628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2"/>
                </a:moveTo>
                <a:lnTo>
                  <a:pt x="2" y="4"/>
                </a:lnTo>
                <a:lnTo>
                  <a:pt x="4" y="4"/>
                </a:lnTo>
                <a:lnTo>
                  <a:pt x="4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32" name=""/>
          <p:cNvSpPr/>
          <p:nvPr/>
        </p:nvSpPr>
        <p:spPr>
          <a:xfrm>
            <a:off x="6778800" y="26283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1"/>
                </a:moveTo>
                <a:lnTo>
                  <a:pt x="2" y="1"/>
                </a:lnTo>
                <a:lnTo>
                  <a:pt x="2" y="0"/>
                </a:lnTo>
                <a:lnTo>
                  <a:pt x="0" y="1"/>
                </a:lnTo>
                <a:lnTo>
                  <a:pt x="0" y="3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33" name=""/>
          <p:cNvSpPr/>
          <p:nvPr/>
        </p:nvSpPr>
        <p:spPr>
          <a:xfrm>
            <a:off x="6817680" y="26287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34" name=""/>
          <p:cNvSpPr/>
          <p:nvPr/>
        </p:nvSpPr>
        <p:spPr>
          <a:xfrm>
            <a:off x="6817320" y="2629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35" name=""/>
          <p:cNvSpPr/>
          <p:nvPr/>
        </p:nvSpPr>
        <p:spPr>
          <a:xfrm>
            <a:off x="6778080" y="26290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36" name=""/>
          <p:cNvSpPr/>
          <p:nvPr/>
        </p:nvSpPr>
        <p:spPr>
          <a:xfrm>
            <a:off x="6818760" y="26294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37" name=""/>
          <p:cNvSpPr/>
          <p:nvPr/>
        </p:nvSpPr>
        <p:spPr>
          <a:xfrm>
            <a:off x="6817680" y="26294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0"/>
                </a:moveTo>
                <a:lnTo>
                  <a:pt x="1" y="1"/>
                </a:lnTo>
                <a:lnTo>
                  <a:pt x="2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38" name=""/>
          <p:cNvSpPr/>
          <p:nvPr/>
        </p:nvSpPr>
        <p:spPr>
          <a:xfrm>
            <a:off x="6777360" y="26294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39" name=""/>
          <p:cNvSpPr/>
          <p:nvPr/>
        </p:nvSpPr>
        <p:spPr>
          <a:xfrm>
            <a:off x="6784560" y="262944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2" y="2"/>
                </a:moveTo>
                <a:lnTo>
                  <a:pt x="0" y="3"/>
                </a:lnTo>
                <a:lnTo>
                  <a:pt x="2" y="3"/>
                </a:lnTo>
                <a:lnTo>
                  <a:pt x="2" y="5"/>
                </a:lnTo>
                <a:lnTo>
                  <a:pt x="3" y="5"/>
                </a:lnTo>
                <a:lnTo>
                  <a:pt x="3" y="3"/>
                </a:lnTo>
                <a:lnTo>
                  <a:pt x="5" y="3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40" name=""/>
          <p:cNvSpPr/>
          <p:nvPr/>
        </p:nvSpPr>
        <p:spPr>
          <a:xfrm>
            <a:off x="6777000" y="26301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0" y="2"/>
                </a:lnTo>
                <a:lnTo>
                  <a:pt x="2" y="3"/>
                </a:lnTo>
                <a:lnTo>
                  <a:pt x="4" y="3"/>
                </a:lnTo>
                <a:lnTo>
                  <a:pt x="4" y="2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41" name=""/>
          <p:cNvSpPr/>
          <p:nvPr/>
        </p:nvSpPr>
        <p:spPr>
          <a:xfrm>
            <a:off x="6784200" y="26305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42" name=""/>
          <p:cNvSpPr/>
          <p:nvPr/>
        </p:nvSpPr>
        <p:spPr>
          <a:xfrm>
            <a:off x="6783480" y="263088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0"/>
                </a:move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43" name=""/>
          <p:cNvSpPr/>
          <p:nvPr/>
        </p:nvSpPr>
        <p:spPr>
          <a:xfrm>
            <a:off x="6848640" y="26308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44" name=""/>
          <p:cNvSpPr/>
          <p:nvPr/>
        </p:nvSpPr>
        <p:spPr>
          <a:xfrm>
            <a:off x="6847200" y="263124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4" y="2"/>
                </a:move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lnTo>
                  <a:pt x="2" y="6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45" name=""/>
          <p:cNvSpPr/>
          <p:nvPr/>
        </p:nvSpPr>
        <p:spPr>
          <a:xfrm>
            <a:off x="6781320" y="26319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2" y="2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46" name=""/>
          <p:cNvSpPr/>
          <p:nvPr/>
        </p:nvSpPr>
        <p:spPr>
          <a:xfrm>
            <a:off x="6851160" y="26330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47" name=""/>
          <p:cNvSpPr/>
          <p:nvPr/>
        </p:nvSpPr>
        <p:spPr>
          <a:xfrm>
            <a:off x="6850800" y="2633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48" name=""/>
          <p:cNvSpPr/>
          <p:nvPr/>
        </p:nvSpPr>
        <p:spPr>
          <a:xfrm>
            <a:off x="6779880" y="26330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2" y="3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49" name=""/>
          <p:cNvSpPr/>
          <p:nvPr/>
        </p:nvSpPr>
        <p:spPr>
          <a:xfrm>
            <a:off x="6851880" y="26330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50" name=""/>
          <p:cNvSpPr/>
          <p:nvPr/>
        </p:nvSpPr>
        <p:spPr>
          <a:xfrm>
            <a:off x="6776640" y="26334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  <a:lnTo>
                  <a:pt x="4" y="3"/>
                </a:lnTo>
                <a:lnTo>
                  <a:pt x="4" y="1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51" name=""/>
          <p:cNvSpPr/>
          <p:nvPr/>
        </p:nvSpPr>
        <p:spPr>
          <a:xfrm>
            <a:off x="6853320" y="26337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52" name=""/>
          <p:cNvSpPr/>
          <p:nvPr/>
        </p:nvSpPr>
        <p:spPr>
          <a:xfrm>
            <a:off x="6828840" y="2631600"/>
            <a:ext cx="2160" cy="3240"/>
          </a:xfrm>
          <a:custGeom>
            <a:avLst/>
            <a:gdLst/>
            <a:ahLst/>
            <a:rect l="0" t="0" r="r" b="b"/>
            <a:pathLst>
              <a:path fill="none" w="6" h="9">
                <a:moveTo>
                  <a:pt x="0" y="9"/>
                </a:moveTo>
                <a:lnTo>
                  <a:pt x="0" y="7"/>
                </a:lnTo>
                <a:lnTo>
                  <a:pt x="0" y="5"/>
                </a:lnTo>
                <a:lnTo>
                  <a:pt x="1" y="3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6" y="0"/>
                </a:lnTo>
                <a:lnTo>
                  <a:pt x="6" y="3"/>
                </a:lnTo>
                <a:lnTo>
                  <a:pt x="5" y="5"/>
                </a:lnTo>
                <a:lnTo>
                  <a:pt x="5" y="6"/>
                </a:lnTo>
                <a:lnTo>
                  <a:pt x="5" y="7"/>
                </a:lnTo>
                <a:lnTo>
                  <a:pt x="5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53" name=""/>
          <p:cNvSpPr/>
          <p:nvPr/>
        </p:nvSpPr>
        <p:spPr>
          <a:xfrm>
            <a:off x="6852960" y="263412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54" name=""/>
          <p:cNvSpPr/>
          <p:nvPr/>
        </p:nvSpPr>
        <p:spPr>
          <a:xfrm>
            <a:off x="6829560" y="2632320"/>
            <a:ext cx="1080" cy="3240"/>
          </a:xfrm>
          <a:custGeom>
            <a:avLst/>
            <a:gdLst/>
            <a:ahLst/>
            <a:rect l="0" t="0" r="r" b="b"/>
            <a:pathLst>
              <a:path fill="none" w="3" h="9">
                <a:moveTo>
                  <a:pt x="0" y="6"/>
                </a:move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1"/>
                </a:ln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  <a:lnTo>
                  <a:pt x="1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1" y="9"/>
                </a:ln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55" name=""/>
          <p:cNvSpPr/>
          <p:nvPr/>
        </p:nvSpPr>
        <p:spPr>
          <a:xfrm>
            <a:off x="6777360" y="263484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2" y="4"/>
                </a:lnTo>
                <a:lnTo>
                  <a:pt x="2" y="5"/>
                </a:lnTo>
                <a:lnTo>
                  <a:pt x="3" y="5"/>
                </a:lnTo>
                <a:lnTo>
                  <a:pt x="5" y="5"/>
                </a:lnTo>
                <a:lnTo>
                  <a:pt x="5" y="4"/>
                </a:lnTo>
                <a:lnTo>
                  <a:pt x="5" y="2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56" name=""/>
          <p:cNvSpPr/>
          <p:nvPr/>
        </p:nvSpPr>
        <p:spPr>
          <a:xfrm>
            <a:off x="6828840" y="2634120"/>
            <a:ext cx="1800" cy="2880"/>
          </a:xfrm>
          <a:custGeom>
            <a:avLst/>
            <a:gdLst/>
            <a:ahLst/>
            <a:rect l="0" t="0" r="r" b="b"/>
            <a:pathLst>
              <a:path fill="none" w="5" h="8">
                <a:moveTo>
                  <a:pt x="5" y="0"/>
                </a:move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4" y="7"/>
                </a:lnTo>
                <a:lnTo>
                  <a:pt x="1" y="8"/>
                </a:lnTo>
                <a:lnTo>
                  <a:pt x="1" y="7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57" name=""/>
          <p:cNvSpPr/>
          <p:nvPr/>
        </p:nvSpPr>
        <p:spPr>
          <a:xfrm>
            <a:off x="6737040" y="263592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2" y="0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58" name=""/>
          <p:cNvSpPr/>
          <p:nvPr/>
        </p:nvSpPr>
        <p:spPr>
          <a:xfrm>
            <a:off x="6735600" y="26362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3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59" name=""/>
          <p:cNvSpPr/>
          <p:nvPr/>
        </p:nvSpPr>
        <p:spPr>
          <a:xfrm>
            <a:off x="6736320" y="2636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60" name=""/>
          <p:cNvSpPr/>
          <p:nvPr/>
        </p:nvSpPr>
        <p:spPr>
          <a:xfrm>
            <a:off x="6737040" y="2636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61" name=""/>
          <p:cNvSpPr/>
          <p:nvPr/>
        </p:nvSpPr>
        <p:spPr>
          <a:xfrm>
            <a:off x="6734160" y="2637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62" name=""/>
          <p:cNvSpPr/>
          <p:nvPr/>
        </p:nvSpPr>
        <p:spPr>
          <a:xfrm>
            <a:off x="6734880" y="2637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63" name=""/>
          <p:cNvSpPr/>
          <p:nvPr/>
        </p:nvSpPr>
        <p:spPr>
          <a:xfrm>
            <a:off x="6734160" y="2637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64" name=""/>
          <p:cNvSpPr/>
          <p:nvPr/>
        </p:nvSpPr>
        <p:spPr>
          <a:xfrm flipH="1">
            <a:off x="6734160" y="26380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65" name=""/>
          <p:cNvSpPr/>
          <p:nvPr/>
        </p:nvSpPr>
        <p:spPr>
          <a:xfrm>
            <a:off x="6838920" y="26388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66" name=""/>
          <p:cNvSpPr/>
          <p:nvPr/>
        </p:nvSpPr>
        <p:spPr>
          <a:xfrm>
            <a:off x="6732360" y="2639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67" name=""/>
          <p:cNvSpPr/>
          <p:nvPr/>
        </p:nvSpPr>
        <p:spPr>
          <a:xfrm>
            <a:off x="6732360" y="2639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68" name=""/>
          <p:cNvSpPr/>
          <p:nvPr/>
        </p:nvSpPr>
        <p:spPr>
          <a:xfrm>
            <a:off x="6732720" y="26391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0"/>
                </a:move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69" name=""/>
          <p:cNvSpPr/>
          <p:nvPr/>
        </p:nvSpPr>
        <p:spPr>
          <a:xfrm>
            <a:off x="6732360" y="26406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70" name=""/>
          <p:cNvSpPr/>
          <p:nvPr/>
        </p:nvSpPr>
        <p:spPr>
          <a:xfrm>
            <a:off x="6731640" y="2640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2"/>
                </a:move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71" name=""/>
          <p:cNvSpPr/>
          <p:nvPr/>
        </p:nvSpPr>
        <p:spPr>
          <a:xfrm>
            <a:off x="6863400" y="26442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72" name=""/>
          <p:cNvSpPr/>
          <p:nvPr/>
        </p:nvSpPr>
        <p:spPr>
          <a:xfrm>
            <a:off x="6815160" y="2646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1"/>
                </a:lnTo>
                <a:lnTo>
                  <a:pt x="4" y="1"/>
                </a:lnTo>
                <a:lnTo>
                  <a:pt x="4" y="2"/>
                </a:lnTo>
                <a:lnTo>
                  <a:pt x="4" y="4"/>
                </a:lnTo>
                <a:lnTo>
                  <a:pt x="2" y="2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73" name=""/>
          <p:cNvSpPr/>
          <p:nvPr/>
        </p:nvSpPr>
        <p:spPr>
          <a:xfrm>
            <a:off x="6814800" y="2645640"/>
            <a:ext cx="1800" cy="2880"/>
          </a:xfrm>
          <a:custGeom>
            <a:avLst/>
            <a:gdLst/>
            <a:ahLst/>
            <a:rect l="0" t="0" r="r" b="b"/>
            <a:pathLst>
              <a:path fill="none" w="5" h="8">
                <a:moveTo>
                  <a:pt x="1" y="1"/>
                </a:move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3" y="7"/>
                </a:lnTo>
                <a:lnTo>
                  <a:pt x="4" y="8"/>
                </a:lnTo>
                <a:lnTo>
                  <a:pt x="5" y="8"/>
                </a:lnTo>
                <a:lnTo>
                  <a:pt x="5" y="7"/>
                </a:lnTo>
                <a:lnTo>
                  <a:pt x="5" y="6"/>
                </a:lnTo>
                <a:lnTo>
                  <a:pt x="4" y="5"/>
                </a:lnTo>
                <a:lnTo>
                  <a:pt x="4" y="3"/>
                </a:lnTo>
                <a:lnTo>
                  <a:pt x="3" y="2"/>
                </a:lnTo>
                <a:lnTo>
                  <a:pt x="3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74" name=""/>
          <p:cNvSpPr/>
          <p:nvPr/>
        </p:nvSpPr>
        <p:spPr>
          <a:xfrm>
            <a:off x="6831720" y="26485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75" name=""/>
          <p:cNvSpPr/>
          <p:nvPr/>
        </p:nvSpPr>
        <p:spPr>
          <a:xfrm>
            <a:off x="6831720" y="26488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76" name=""/>
          <p:cNvSpPr/>
          <p:nvPr/>
        </p:nvSpPr>
        <p:spPr>
          <a:xfrm>
            <a:off x="6831000" y="2648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77" name=""/>
          <p:cNvSpPr/>
          <p:nvPr/>
        </p:nvSpPr>
        <p:spPr>
          <a:xfrm>
            <a:off x="6831360" y="26488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78" name=""/>
          <p:cNvSpPr/>
          <p:nvPr/>
        </p:nvSpPr>
        <p:spPr>
          <a:xfrm>
            <a:off x="6832080" y="2648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79" name=""/>
          <p:cNvSpPr/>
          <p:nvPr/>
        </p:nvSpPr>
        <p:spPr>
          <a:xfrm>
            <a:off x="6831720" y="26492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80" name=""/>
          <p:cNvSpPr/>
          <p:nvPr/>
        </p:nvSpPr>
        <p:spPr>
          <a:xfrm>
            <a:off x="6831360" y="26485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4" y="0"/>
                </a:move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0" y="4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81" name=""/>
          <p:cNvSpPr/>
          <p:nvPr/>
        </p:nvSpPr>
        <p:spPr>
          <a:xfrm>
            <a:off x="6848640" y="26546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82" name=""/>
          <p:cNvSpPr/>
          <p:nvPr/>
        </p:nvSpPr>
        <p:spPr>
          <a:xfrm>
            <a:off x="6848280" y="26542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3" y="0"/>
                </a:move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83" name=""/>
          <p:cNvSpPr/>
          <p:nvPr/>
        </p:nvSpPr>
        <p:spPr>
          <a:xfrm>
            <a:off x="6856560" y="26589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84" name=""/>
          <p:cNvSpPr/>
          <p:nvPr/>
        </p:nvSpPr>
        <p:spPr>
          <a:xfrm>
            <a:off x="6856200" y="26586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  <a:lnTo>
                  <a:pt x="4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85" name=""/>
          <p:cNvSpPr/>
          <p:nvPr/>
        </p:nvSpPr>
        <p:spPr>
          <a:xfrm>
            <a:off x="6759360" y="2660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86" name=""/>
          <p:cNvSpPr/>
          <p:nvPr/>
        </p:nvSpPr>
        <p:spPr>
          <a:xfrm>
            <a:off x="6757200" y="2660040"/>
            <a:ext cx="3240" cy="2520"/>
          </a:xfrm>
          <a:custGeom>
            <a:avLst/>
            <a:gdLst/>
            <a:ahLst/>
            <a:rect l="0" t="0" r="r" b="b"/>
            <a:pathLst>
              <a:path fill="none" w="9" h="7">
                <a:moveTo>
                  <a:pt x="7" y="1"/>
                </a:moveTo>
                <a:lnTo>
                  <a:pt x="6" y="1"/>
                </a:lnTo>
                <a:lnTo>
                  <a:pt x="6" y="2"/>
                </a:lnTo>
                <a:lnTo>
                  <a:pt x="4" y="2"/>
                </a:lnTo>
                <a:lnTo>
                  <a:pt x="3" y="2"/>
                </a:lnTo>
                <a:lnTo>
                  <a:pt x="1" y="3"/>
                </a:lnTo>
                <a:lnTo>
                  <a:pt x="0" y="3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7"/>
                </a:lnTo>
                <a:lnTo>
                  <a:pt x="3" y="7"/>
                </a:lnTo>
                <a:lnTo>
                  <a:pt x="4" y="6"/>
                </a:lnTo>
                <a:lnTo>
                  <a:pt x="5" y="6"/>
                </a:lnTo>
                <a:lnTo>
                  <a:pt x="5" y="5"/>
                </a:lnTo>
                <a:lnTo>
                  <a:pt x="6" y="5"/>
                </a:lnTo>
                <a:lnTo>
                  <a:pt x="7" y="3"/>
                </a:lnTo>
                <a:lnTo>
                  <a:pt x="8" y="3"/>
                </a:lnTo>
                <a:lnTo>
                  <a:pt x="9" y="2"/>
                </a:lnTo>
                <a:lnTo>
                  <a:pt x="9" y="1"/>
                </a:lnTo>
                <a:lnTo>
                  <a:pt x="8" y="0"/>
                </a:lnTo>
                <a:lnTo>
                  <a:pt x="7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87" name=""/>
          <p:cNvSpPr/>
          <p:nvPr/>
        </p:nvSpPr>
        <p:spPr>
          <a:xfrm>
            <a:off x="6715800" y="26629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88" name=""/>
          <p:cNvSpPr/>
          <p:nvPr/>
        </p:nvSpPr>
        <p:spPr>
          <a:xfrm>
            <a:off x="6731280" y="26640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89" name=""/>
          <p:cNvSpPr/>
          <p:nvPr/>
        </p:nvSpPr>
        <p:spPr>
          <a:xfrm>
            <a:off x="6842520" y="26640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90" name=""/>
          <p:cNvSpPr/>
          <p:nvPr/>
        </p:nvSpPr>
        <p:spPr>
          <a:xfrm>
            <a:off x="6732000" y="26643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91" name=""/>
          <p:cNvSpPr/>
          <p:nvPr/>
        </p:nvSpPr>
        <p:spPr>
          <a:xfrm>
            <a:off x="6842880" y="266400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2" y="0"/>
                </a:moveTo>
                <a:lnTo>
                  <a:pt x="3" y="0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92" name=""/>
          <p:cNvSpPr/>
          <p:nvPr/>
        </p:nvSpPr>
        <p:spPr>
          <a:xfrm flipV="1">
            <a:off x="6842520" y="26643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93" name=""/>
          <p:cNvSpPr/>
          <p:nvPr/>
        </p:nvSpPr>
        <p:spPr>
          <a:xfrm>
            <a:off x="6711840" y="2664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94" name=""/>
          <p:cNvSpPr/>
          <p:nvPr/>
        </p:nvSpPr>
        <p:spPr>
          <a:xfrm>
            <a:off x="6730560" y="266364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0" y="2"/>
                </a:move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7" y="4"/>
                </a:lnTo>
                <a:lnTo>
                  <a:pt x="6" y="4"/>
                </a:lnTo>
                <a:lnTo>
                  <a:pt x="5" y="6"/>
                </a:lnTo>
                <a:lnTo>
                  <a:pt x="4" y="6"/>
                </a:lnTo>
                <a:lnTo>
                  <a:pt x="4" y="4"/>
                </a:lnTo>
                <a:lnTo>
                  <a:pt x="3" y="4"/>
                </a:lnTo>
                <a:lnTo>
                  <a:pt x="1" y="3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95" name=""/>
          <p:cNvSpPr/>
          <p:nvPr/>
        </p:nvSpPr>
        <p:spPr>
          <a:xfrm>
            <a:off x="6842520" y="26650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96" name=""/>
          <p:cNvSpPr/>
          <p:nvPr/>
        </p:nvSpPr>
        <p:spPr>
          <a:xfrm>
            <a:off x="6712200" y="2665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97" name=""/>
          <p:cNvSpPr/>
          <p:nvPr/>
        </p:nvSpPr>
        <p:spPr>
          <a:xfrm>
            <a:off x="6711840" y="26650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3"/>
                </a:moveTo>
                <a:lnTo>
                  <a:pt x="0" y="4"/>
                </a:lnTo>
                <a:lnTo>
                  <a:pt x="2" y="4"/>
                </a:lnTo>
                <a:lnTo>
                  <a:pt x="3" y="3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98" name=""/>
          <p:cNvSpPr/>
          <p:nvPr/>
        </p:nvSpPr>
        <p:spPr>
          <a:xfrm>
            <a:off x="6789240" y="26654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3"/>
                </a:move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99" name=""/>
          <p:cNvSpPr/>
          <p:nvPr/>
        </p:nvSpPr>
        <p:spPr>
          <a:xfrm>
            <a:off x="6710040" y="266508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0" y="4"/>
                </a:move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1" y="2"/>
                </a:lnTo>
                <a:lnTo>
                  <a:pt x="1" y="4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00" name=""/>
          <p:cNvSpPr/>
          <p:nvPr/>
        </p:nvSpPr>
        <p:spPr>
          <a:xfrm>
            <a:off x="6768360" y="26654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3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01" name=""/>
          <p:cNvSpPr/>
          <p:nvPr/>
        </p:nvSpPr>
        <p:spPr>
          <a:xfrm>
            <a:off x="6765840" y="2665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4" y="1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02" name=""/>
          <p:cNvSpPr/>
          <p:nvPr/>
        </p:nvSpPr>
        <p:spPr>
          <a:xfrm>
            <a:off x="6721560" y="2666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03" name=""/>
          <p:cNvSpPr/>
          <p:nvPr/>
        </p:nvSpPr>
        <p:spPr>
          <a:xfrm>
            <a:off x="6767640" y="26665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04" name=""/>
          <p:cNvSpPr/>
          <p:nvPr/>
        </p:nvSpPr>
        <p:spPr>
          <a:xfrm>
            <a:off x="6710400" y="26661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2" y="0"/>
                </a:move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05" name=""/>
          <p:cNvSpPr/>
          <p:nvPr/>
        </p:nvSpPr>
        <p:spPr>
          <a:xfrm>
            <a:off x="6768000" y="2666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06" name=""/>
          <p:cNvSpPr/>
          <p:nvPr/>
        </p:nvSpPr>
        <p:spPr>
          <a:xfrm>
            <a:off x="6788520" y="2665080"/>
            <a:ext cx="2880" cy="2520"/>
          </a:xfrm>
          <a:custGeom>
            <a:avLst/>
            <a:gdLst/>
            <a:ahLst/>
            <a:rect l="0" t="0" r="r" b="b"/>
            <a:pathLst>
              <a:path fill="none" w="8" h="7">
                <a:moveTo>
                  <a:pt x="0" y="7"/>
                </a:moveTo>
                <a:lnTo>
                  <a:pt x="0" y="6"/>
                </a:lnTo>
                <a:lnTo>
                  <a:pt x="0" y="4"/>
                </a:lnTo>
                <a:lnTo>
                  <a:pt x="2" y="3"/>
                </a:lnTo>
                <a:lnTo>
                  <a:pt x="3" y="2"/>
                </a:lnTo>
                <a:lnTo>
                  <a:pt x="4" y="1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8" y="2"/>
                </a:lnTo>
                <a:lnTo>
                  <a:pt x="6" y="3"/>
                </a:lnTo>
                <a:lnTo>
                  <a:pt x="5" y="4"/>
                </a:lnTo>
                <a:lnTo>
                  <a:pt x="4" y="4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2" y="7"/>
                </a:lnTo>
                <a:lnTo>
                  <a:pt x="0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07" name=""/>
          <p:cNvSpPr/>
          <p:nvPr/>
        </p:nvSpPr>
        <p:spPr>
          <a:xfrm>
            <a:off x="6768360" y="26665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08" name=""/>
          <p:cNvSpPr/>
          <p:nvPr/>
        </p:nvSpPr>
        <p:spPr>
          <a:xfrm>
            <a:off x="6724440" y="2666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09" name=""/>
          <p:cNvSpPr/>
          <p:nvPr/>
        </p:nvSpPr>
        <p:spPr>
          <a:xfrm>
            <a:off x="6722280" y="26672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10" name=""/>
          <p:cNvSpPr/>
          <p:nvPr/>
        </p:nvSpPr>
        <p:spPr>
          <a:xfrm>
            <a:off x="6722640" y="266724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11" name=""/>
          <p:cNvSpPr/>
          <p:nvPr/>
        </p:nvSpPr>
        <p:spPr>
          <a:xfrm>
            <a:off x="6721560" y="2666160"/>
            <a:ext cx="3600" cy="1800"/>
          </a:xfrm>
          <a:custGeom>
            <a:avLst/>
            <a:gdLst/>
            <a:ahLst/>
            <a:rect l="0" t="0" r="r" b="b"/>
            <a:pathLst>
              <a:path fill="none" w="10" h="5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1"/>
                </a:lnTo>
                <a:lnTo>
                  <a:pt x="7" y="1"/>
                </a:lnTo>
                <a:lnTo>
                  <a:pt x="8" y="2"/>
                </a:lnTo>
                <a:lnTo>
                  <a:pt x="10" y="2"/>
                </a:lnTo>
                <a:lnTo>
                  <a:pt x="10" y="3"/>
                </a:lnTo>
                <a:lnTo>
                  <a:pt x="10" y="5"/>
                </a:lnTo>
                <a:lnTo>
                  <a:pt x="8" y="5"/>
                </a:lnTo>
                <a:lnTo>
                  <a:pt x="6" y="5"/>
                </a:lnTo>
                <a:lnTo>
                  <a:pt x="2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12" name=""/>
          <p:cNvSpPr/>
          <p:nvPr/>
        </p:nvSpPr>
        <p:spPr>
          <a:xfrm>
            <a:off x="6768720" y="2667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13" name=""/>
          <p:cNvSpPr/>
          <p:nvPr/>
        </p:nvSpPr>
        <p:spPr>
          <a:xfrm flipV="1">
            <a:off x="6769080" y="26676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14" name=""/>
          <p:cNvSpPr/>
          <p:nvPr/>
        </p:nvSpPr>
        <p:spPr>
          <a:xfrm>
            <a:off x="6769080" y="2665440"/>
            <a:ext cx="2520" cy="3960"/>
          </a:xfrm>
          <a:custGeom>
            <a:avLst/>
            <a:gdLst/>
            <a:ahLst/>
            <a:rect l="0" t="0" r="r" b="b"/>
            <a:pathLst>
              <a:path fill="none" w="7" h="11">
                <a:moveTo>
                  <a:pt x="0" y="3"/>
                </a:move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2" y="6"/>
                </a:lnTo>
                <a:lnTo>
                  <a:pt x="3" y="9"/>
                </a:lnTo>
                <a:lnTo>
                  <a:pt x="2" y="9"/>
                </a:lnTo>
                <a:lnTo>
                  <a:pt x="1" y="9"/>
                </a:lnTo>
                <a:lnTo>
                  <a:pt x="1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6" y="10"/>
                </a:lnTo>
                <a:lnTo>
                  <a:pt x="7" y="9"/>
                </a:lnTo>
                <a:lnTo>
                  <a:pt x="6" y="6"/>
                </a:lnTo>
                <a:lnTo>
                  <a:pt x="4" y="5"/>
                </a:lnTo>
                <a:lnTo>
                  <a:pt x="3" y="4"/>
                </a:lnTo>
                <a:lnTo>
                  <a:pt x="3" y="3"/>
                </a:lnTo>
                <a:lnTo>
                  <a:pt x="2" y="2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15" name=""/>
          <p:cNvSpPr/>
          <p:nvPr/>
        </p:nvSpPr>
        <p:spPr>
          <a:xfrm>
            <a:off x="6775200" y="2669040"/>
            <a:ext cx="2160" cy="3240"/>
          </a:xfrm>
          <a:custGeom>
            <a:avLst/>
            <a:gdLst/>
            <a:ahLst/>
            <a:rect l="0" t="0" r="r" b="b"/>
            <a:pathLst>
              <a:path fill="none" w="6" h="9">
                <a:moveTo>
                  <a:pt x="4" y="9"/>
                </a:moveTo>
                <a:lnTo>
                  <a:pt x="3" y="9"/>
                </a:lnTo>
                <a:lnTo>
                  <a:pt x="3" y="8"/>
                </a:lnTo>
                <a:lnTo>
                  <a:pt x="1" y="7"/>
                </a:lnTo>
                <a:lnTo>
                  <a:pt x="1" y="5"/>
                </a:lnTo>
                <a:lnTo>
                  <a:pt x="1" y="4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  <a:lnTo>
                  <a:pt x="5" y="2"/>
                </a:lnTo>
                <a:lnTo>
                  <a:pt x="6" y="3"/>
                </a:lnTo>
                <a:lnTo>
                  <a:pt x="6" y="4"/>
                </a:lnTo>
                <a:lnTo>
                  <a:pt x="6" y="5"/>
                </a:lnTo>
                <a:lnTo>
                  <a:pt x="6" y="7"/>
                </a:lnTo>
                <a:lnTo>
                  <a:pt x="5" y="8"/>
                </a:lnTo>
                <a:lnTo>
                  <a:pt x="5" y="7"/>
                </a:lnTo>
                <a:lnTo>
                  <a:pt x="4" y="4"/>
                </a:lnTo>
                <a:lnTo>
                  <a:pt x="4" y="3"/>
                </a:lnTo>
                <a:lnTo>
                  <a:pt x="3" y="3"/>
                </a:lnTo>
                <a:lnTo>
                  <a:pt x="4" y="5"/>
                </a:lnTo>
                <a:lnTo>
                  <a:pt x="4" y="7"/>
                </a:lnTo>
                <a:lnTo>
                  <a:pt x="4" y="8"/>
                </a:lnTo>
                <a:lnTo>
                  <a:pt x="4" y="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16" name=""/>
          <p:cNvSpPr/>
          <p:nvPr/>
        </p:nvSpPr>
        <p:spPr>
          <a:xfrm flipH="1">
            <a:off x="6701040" y="267372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17" name=""/>
          <p:cNvSpPr/>
          <p:nvPr/>
        </p:nvSpPr>
        <p:spPr>
          <a:xfrm>
            <a:off x="6692400" y="26730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4"/>
                </a:moveTo>
                <a:lnTo>
                  <a:pt x="0" y="3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18" name=""/>
          <p:cNvSpPr/>
          <p:nvPr/>
        </p:nvSpPr>
        <p:spPr>
          <a:xfrm>
            <a:off x="6701400" y="2674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19" name=""/>
          <p:cNvSpPr/>
          <p:nvPr/>
        </p:nvSpPr>
        <p:spPr>
          <a:xfrm flipV="1">
            <a:off x="6701760" y="26740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20" name=""/>
          <p:cNvSpPr/>
          <p:nvPr/>
        </p:nvSpPr>
        <p:spPr>
          <a:xfrm>
            <a:off x="6701040" y="267444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21" name=""/>
          <p:cNvSpPr/>
          <p:nvPr/>
        </p:nvSpPr>
        <p:spPr>
          <a:xfrm flipH="1" flipV="1">
            <a:off x="6807240" y="268416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22" name=""/>
          <p:cNvSpPr/>
          <p:nvPr/>
        </p:nvSpPr>
        <p:spPr>
          <a:xfrm>
            <a:off x="6807960" y="2684520"/>
            <a:ext cx="2520" cy="720"/>
          </a:xfrm>
          <a:custGeom>
            <a:avLst/>
            <a:gdLst/>
            <a:ahLst/>
            <a:rect l="0" t="0" r="r" b="b"/>
            <a:pathLst>
              <a:path fill="none" w="7" h="2">
                <a:moveTo>
                  <a:pt x="1" y="0"/>
                </a:moveTo>
                <a:lnTo>
                  <a:pt x="2" y="0"/>
                </a:lnTo>
                <a:lnTo>
                  <a:pt x="3" y="0"/>
                </a:lnTo>
                <a:lnTo>
                  <a:pt x="6" y="0"/>
                </a:lnTo>
                <a:lnTo>
                  <a:pt x="7" y="0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23" name=""/>
          <p:cNvSpPr/>
          <p:nvPr/>
        </p:nvSpPr>
        <p:spPr>
          <a:xfrm>
            <a:off x="6806160" y="2683440"/>
            <a:ext cx="4680" cy="2160"/>
          </a:xfrm>
          <a:custGeom>
            <a:avLst/>
            <a:gdLst/>
            <a:ahLst/>
            <a:rect l="0" t="0" r="r" b="b"/>
            <a:pathLst>
              <a:path fill="none" w="13" h="6">
                <a:moveTo>
                  <a:pt x="0" y="1"/>
                </a:move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6" y="2"/>
                </a:lnTo>
                <a:lnTo>
                  <a:pt x="7" y="2"/>
                </a:lnTo>
                <a:lnTo>
                  <a:pt x="8" y="2"/>
                </a:lnTo>
                <a:lnTo>
                  <a:pt x="9" y="2"/>
                </a:lnTo>
                <a:lnTo>
                  <a:pt x="11" y="2"/>
                </a:lnTo>
                <a:lnTo>
                  <a:pt x="13" y="2"/>
                </a:lnTo>
                <a:lnTo>
                  <a:pt x="13" y="3"/>
                </a:lnTo>
                <a:lnTo>
                  <a:pt x="13" y="5"/>
                </a:lnTo>
                <a:lnTo>
                  <a:pt x="11" y="6"/>
                </a:lnTo>
                <a:lnTo>
                  <a:pt x="9" y="6"/>
                </a:lnTo>
                <a:lnTo>
                  <a:pt x="8" y="6"/>
                </a:lnTo>
                <a:lnTo>
                  <a:pt x="7" y="5"/>
                </a:lnTo>
                <a:lnTo>
                  <a:pt x="6" y="5"/>
                </a:lnTo>
                <a:lnTo>
                  <a:pt x="5" y="5"/>
                </a:lnTo>
                <a:lnTo>
                  <a:pt x="4" y="3"/>
                </a:lnTo>
                <a:lnTo>
                  <a:pt x="3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24" name=""/>
          <p:cNvSpPr/>
          <p:nvPr/>
        </p:nvSpPr>
        <p:spPr>
          <a:xfrm>
            <a:off x="6643440" y="2685240"/>
            <a:ext cx="2160" cy="1080"/>
          </a:xfrm>
          <a:custGeom>
            <a:avLst/>
            <a:gdLst/>
            <a:ahLst/>
            <a:rect l="0" t="0" r="r" b="b"/>
            <a:pathLst>
              <a:path fill="none" w="6" h="3">
                <a:moveTo>
                  <a:pt x="0" y="3"/>
                </a:move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25" name=""/>
          <p:cNvSpPr/>
          <p:nvPr/>
        </p:nvSpPr>
        <p:spPr>
          <a:xfrm>
            <a:off x="6748200" y="2686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26" name=""/>
          <p:cNvSpPr/>
          <p:nvPr/>
        </p:nvSpPr>
        <p:spPr>
          <a:xfrm>
            <a:off x="6748560" y="26866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27" name=""/>
          <p:cNvSpPr/>
          <p:nvPr/>
        </p:nvSpPr>
        <p:spPr>
          <a:xfrm>
            <a:off x="6643440" y="268596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8" y="0"/>
                </a:moveTo>
                <a:lnTo>
                  <a:pt x="8" y="1"/>
                </a:lnTo>
                <a:lnTo>
                  <a:pt x="8" y="3"/>
                </a:lnTo>
                <a:lnTo>
                  <a:pt x="6" y="4"/>
                </a:lnTo>
                <a:lnTo>
                  <a:pt x="4" y="4"/>
                </a:lnTo>
                <a:lnTo>
                  <a:pt x="3" y="5"/>
                </a:lnTo>
                <a:lnTo>
                  <a:pt x="1" y="4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28" name=""/>
          <p:cNvSpPr/>
          <p:nvPr/>
        </p:nvSpPr>
        <p:spPr>
          <a:xfrm>
            <a:off x="6748200" y="26884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29" name=""/>
          <p:cNvSpPr/>
          <p:nvPr/>
        </p:nvSpPr>
        <p:spPr>
          <a:xfrm>
            <a:off x="6791400" y="2689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30" name=""/>
          <p:cNvSpPr/>
          <p:nvPr/>
        </p:nvSpPr>
        <p:spPr>
          <a:xfrm>
            <a:off x="6791040" y="26899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0"/>
                </a:moveTo>
                <a:lnTo>
                  <a:pt x="1" y="2"/>
                </a:lnTo>
                <a:lnTo>
                  <a:pt x="3" y="4"/>
                </a:lnTo>
                <a:lnTo>
                  <a:pt x="4" y="4"/>
                </a:lnTo>
                <a:lnTo>
                  <a:pt x="4" y="2"/>
                </a:lnTo>
                <a:lnTo>
                  <a:pt x="5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31" name=""/>
          <p:cNvSpPr/>
          <p:nvPr/>
        </p:nvSpPr>
        <p:spPr>
          <a:xfrm>
            <a:off x="6747480" y="26910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32" name=""/>
          <p:cNvSpPr/>
          <p:nvPr/>
        </p:nvSpPr>
        <p:spPr>
          <a:xfrm>
            <a:off x="6747120" y="26913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33" name=""/>
          <p:cNvSpPr/>
          <p:nvPr/>
        </p:nvSpPr>
        <p:spPr>
          <a:xfrm>
            <a:off x="6653880" y="2690640"/>
            <a:ext cx="5400" cy="2160"/>
          </a:xfrm>
          <a:custGeom>
            <a:avLst/>
            <a:gdLst/>
            <a:ahLst/>
            <a:rect l="0" t="0" r="r" b="b"/>
            <a:pathLst>
              <a:path fill="none" w="15" h="6">
                <a:moveTo>
                  <a:pt x="0" y="6"/>
                </a:moveTo>
                <a:lnTo>
                  <a:pt x="1" y="4"/>
                </a:lnTo>
                <a:lnTo>
                  <a:pt x="2" y="3"/>
                </a:lnTo>
                <a:lnTo>
                  <a:pt x="4" y="2"/>
                </a:lnTo>
                <a:lnTo>
                  <a:pt x="7" y="0"/>
                </a:lnTo>
                <a:lnTo>
                  <a:pt x="11" y="2"/>
                </a:lnTo>
                <a:lnTo>
                  <a:pt x="14" y="2"/>
                </a:lnTo>
                <a:lnTo>
                  <a:pt x="15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34" name=""/>
          <p:cNvSpPr/>
          <p:nvPr/>
        </p:nvSpPr>
        <p:spPr>
          <a:xfrm>
            <a:off x="6787440" y="269208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35" name=""/>
          <p:cNvSpPr/>
          <p:nvPr/>
        </p:nvSpPr>
        <p:spPr>
          <a:xfrm>
            <a:off x="6786000" y="2692440"/>
            <a:ext cx="1080" cy="0"/>
          </a:xfrm>
          <a:custGeom>
            <a:avLst/>
            <a:gdLst/>
            <a:ahLst/>
            <a:rect l="0" t="0" r="r" b="b"/>
            <a:pathLst>
              <a:path fill="none" w="3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36" name=""/>
          <p:cNvSpPr/>
          <p:nvPr/>
        </p:nvSpPr>
        <p:spPr>
          <a:xfrm>
            <a:off x="6788160" y="269208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2" y="0"/>
                </a:moveTo>
                <a:lnTo>
                  <a:pt x="3" y="0"/>
                </a:lnTo>
                <a:lnTo>
                  <a:pt x="2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37" name=""/>
          <p:cNvSpPr/>
          <p:nvPr/>
        </p:nvSpPr>
        <p:spPr>
          <a:xfrm>
            <a:off x="6746400" y="26928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38" name=""/>
          <p:cNvSpPr/>
          <p:nvPr/>
        </p:nvSpPr>
        <p:spPr>
          <a:xfrm>
            <a:off x="6746040" y="26931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39" name=""/>
          <p:cNvSpPr/>
          <p:nvPr/>
        </p:nvSpPr>
        <p:spPr>
          <a:xfrm>
            <a:off x="6784920" y="26928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40" name=""/>
          <p:cNvSpPr/>
          <p:nvPr/>
        </p:nvSpPr>
        <p:spPr>
          <a:xfrm>
            <a:off x="6786000" y="2692800"/>
            <a:ext cx="2160" cy="720"/>
          </a:xfrm>
          <a:custGeom>
            <a:avLst/>
            <a:gdLst/>
            <a:ahLst/>
            <a:rect l="0" t="0" r="r" b="b"/>
            <a:pathLst>
              <a:path fill="none" w="6" h="2">
                <a:moveTo>
                  <a:pt x="6" y="0"/>
                </a:moveTo>
                <a:lnTo>
                  <a:pt x="5" y="0"/>
                </a:lnTo>
                <a:lnTo>
                  <a:pt x="3" y="0"/>
                </a:ln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41" name=""/>
          <p:cNvSpPr/>
          <p:nvPr/>
        </p:nvSpPr>
        <p:spPr>
          <a:xfrm>
            <a:off x="6744960" y="2686320"/>
            <a:ext cx="4320" cy="7560"/>
          </a:xfrm>
          <a:custGeom>
            <a:avLst/>
            <a:gdLst/>
            <a:ahLst/>
            <a:rect l="0" t="0" r="r" b="b"/>
            <a:pathLst>
              <a:path fill="none" w="12" h="21">
                <a:moveTo>
                  <a:pt x="2" y="18"/>
                </a:moveTo>
                <a:lnTo>
                  <a:pt x="3" y="17"/>
                </a:lnTo>
                <a:lnTo>
                  <a:pt x="4" y="14"/>
                </a:lnTo>
                <a:lnTo>
                  <a:pt x="5" y="14"/>
                </a:lnTo>
                <a:lnTo>
                  <a:pt x="6" y="13"/>
                </a:lnTo>
                <a:lnTo>
                  <a:pt x="6" y="12"/>
                </a:lnTo>
                <a:lnTo>
                  <a:pt x="7" y="12"/>
                </a:lnTo>
                <a:lnTo>
                  <a:pt x="7" y="13"/>
                </a:lnTo>
                <a:lnTo>
                  <a:pt x="6" y="14"/>
                </a:lnTo>
                <a:lnTo>
                  <a:pt x="6" y="15"/>
                </a:lnTo>
                <a:lnTo>
                  <a:pt x="5" y="16"/>
                </a:lnTo>
                <a:lnTo>
                  <a:pt x="5" y="17"/>
                </a:lnTo>
                <a:lnTo>
                  <a:pt x="4" y="18"/>
                </a:lnTo>
                <a:lnTo>
                  <a:pt x="3" y="19"/>
                </a:lnTo>
                <a:lnTo>
                  <a:pt x="2" y="20"/>
                </a:lnTo>
                <a:lnTo>
                  <a:pt x="2" y="21"/>
                </a:lnTo>
                <a:lnTo>
                  <a:pt x="3" y="21"/>
                </a:lnTo>
                <a:lnTo>
                  <a:pt x="5" y="19"/>
                </a:lnTo>
                <a:lnTo>
                  <a:pt x="5" y="18"/>
                </a:lnTo>
                <a:lnTo>
                  <a:pt x="6" y="17"/>
                </a:lnTo>
                <a:lnTo>
                  <a:pt x="7" y="16"/>
                </a:lnTo>
                <a:lnTo>
                  <a:pt x="8" y="15"/>
                </a:lnTo>
                <a:lnTo>
                  <a:pt x="8" y="14"/>
                </a:lnTo>
                <a:lnTo>
                  <a:pt x="10" y="13"/>
                </a:lnTo>
                <a:lnTo>
                  <a:pt x="11" y="11"/>
                </a:lnTo>
                <a:lnTo>
                  <a:pt x="11" y="9"/>
                </a:lnTo>
                <a:lnTo>
                  <a:pt x="12" y="7"/>
                </a:lnTo>
                <a:lnTo>
                  <a:pt x="12" y="4"/>
                </a:lnTo>
                <a:lnTo>
                  <a:pt x="12" y="3"/>
                </a:lnTo>
                <a:lnTo>
                  <a:pt x="12" y="2"/>
                </a:lnTo>
                <a:lnTo>
                  <a:pt x="11" y="1"/>
                </a:lnTo>
                <a:lnTo>
                  <a:pt x="11" y="0"/>
                </a:lnTo>
                <a:lnTo>
                  <a:pt x="10" y="0"/>
                </a:lnTo>
                <a:lnTo>
                  <a:pt x="8" y="0"/>
                </a:lnTo>
                <a:lnTo>
                  <a:pt x="8" y="1"/>
                </a:lnTo>
                <a:lnTo>
                  <a:pt x="8" y="2"/>
                </a:lnTo>
                <a:lnTo>
                  <a:pt x="8" y="3"/>
                </a:lnTo>
                <a:lnTo>
                  <a:pt x="8" y="4"/>
                </a:lnTo>
                <a:lnTo>
                  <a:pt x="8" y="7"/>
                </a:lnTo>
                <a:lnTo>
                  <a:pt x="8" y="9"/>
                </a:lnTo>
                <a:lnTo>
                  <a:pt x="7" y="10"/>
                </a:lnTo>
                <a:lnTo>
                  <a:pt x="6" y="11"/>
                </a:lnTo>
                <a:lnTo>
                  <a:pt x="5" y="12"/>
                </a:lnTo>
                <a:lnTo>
                  <a:pt x="4" y="12"/>
                </a:lnTo>
                <a:lnTo>
                  <a:pt x="4" y="13"/>
                </a:lnTo>
                <a:lnTo>
                  <a:pt x="3" y="15"/>
                </a:lnTo>
                <a:lnTo>
                  <a:pt x="2" y="15"/>
                </a:lnTo>
                <a:lnTo>
                  <a:pt x="2" y="16"/>
                </a:lnTo>
                <a:lnTo>
                  <a:pt x="1" y="17"/>
                </a:lnTo>
                <a:lnTo>
                  <a:pt x="1" y="18"/>
                </a:lnTo>
                <a:lnTo>
                  <a:pt x="1" y="19"/>
                </a:lnTo>
                <a:lnTo>
                  <a:pt x="0" y="19"/>
                </a:lnTo>
                <a:lnTo>
                  <a:pt x="0" y="20"/>
                </a:lnTo>
                <a:lnTo>
                  <a:pt x="1" y="20"/>
                </a:lnTo>
                <a:lnTo>
                  <a:pt x="1" y="19"/>
                </a:lnTo>
                <a:lnTo>
                  <a:pt x="2" y="1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2520" rIns="504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42" name=""/>
          <p:cNvSpPr/>
          <p:nvPr/>
        </p:nvSpPr>
        <p:spPr>
          <a:xfrm>
            <a:off x="6784920" y="2693520"/>
            <a:ext cx="1080" cy="0"/>
          </a:xfrm>
          <a:custGeom>
            <a:avLst/>
            <a:gdLst/>
            <a:ahLst/>
            <a:rect l="0" t="0" r="r" b="b"/>
            <a:pathLst>
              <a:path fill="none" w="3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43" name=""/>
          <p:cNvSpPr/>
          <p:nvPr/>
        </p:nvSpPr>
        <p:spPr>
          <a:xfrm>
            <a:off x="6744600" y="26931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44" name=""/>
          <p:cNvSpPr/>
          <p:nvPr/>
        </p:nvSpPr>
        <p:spPr>
          <a:xfrm>
            <a:off x="6794280" y="269172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1" y="0"/>
                </a:moveTo>
                <a:lnTo>
                  <a:pt x="3" y="2"/>
                </a:lnTo>
                <a:lnTo>
                  <a:pt x="4" y="3"/>
                </a:ln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0" y="6"/>
                </a:lnTo>
                <a:lnTo>
                  <a:pt x="0" y="5"/>
                </a:lnTo>
                <a:lnTo>
                  <a:pt x="1" y="4"/>
                </a:lnTo>
                <a:lnTo>
                  <a:pt x="0" y="3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45" name=""/>
          <p:cNvSpPr/>
          <p:nvPr/>
        </p:nvSpPr>
        <p:spPr>
          <a:xfrm>
            <a:off x="6745320" y="26935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46" name=""/>
          <p:cNvSpPr/>
          <p:nvPr/>
        </p:nvSpPr>
        <p:spPr>
          <a:xfrm>
            <a:off x="6772320" y="26931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0"/>
                </a:moveTo>
                <a:lnTo>
                  <a:pt x="0" y="1"/>
                </a:lnTo>
                <a:lnTo>
                  <a:pt x="2" y="3"/>
                </a:lnTo>
                <a:lnTo>
                  <a:pt x="2" y="4"/>
                </a:lnTo>
                <a:lnTo>
                  <a:pt x="3" y="3"/>
                </a:lnTo>
                <a:lnTo>
                  <a:pt x="5" y="1"/>
                </a:lnTo>
                <a:lnTo>
                  <a:pt x="3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47" name=""/>
          <p:cNvSpPr/>
          <p:nvPr/>
        </p:nvSpPr>
        <p:spPr>
          <a:xfrm>
            <a:off x="6653520" y="2692080"/>
            <a:ext cx="5760" cy="3240"/>
          </a:xfrm>
          <a:custGeom>
            <a:avLst/>
            <a:gdLst/>
            <a:ahLst/>
            <a:rect l="0" t="0" r="r" b="b"/>
            <a:pathLst>
              <a:path fill="none" w="16" h="9">
                <a:moveTo>
                  <a:pt x="16" y="0"/>
                </a:moveTo>
                <a:lnTo>
                  <a:pt x="15" y="1"/>
                </a:lnTo>
                <a:lnTo>
                  <a:pt x="15" y="3"/>
                </a:lnTo>
                <a:lnTo>
                  <a:pt x="14" y="4"/>
                </a:lnTo>
                <a:lnTo>
                  <a:pt x="13" y="6"/>
                </a:lnTo>
                <a:lnTo>
                  <a:pt x="12" y="7"/>
                </a:lnTo>
                <a:lnTo>
                  <a:pt x="10" y="8"/>
                </a:lnTo>
                <a:lnTo>
                  <a:pt x="7" y="8"/>
                </a:lnTo>
                <a:lnTo>
                  <a:pt x="3" y="9"/>
                </a:lnTo>
                <a:lnTo>
                  <a:pt x="0" y="8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48" name=""/>
          <p:cNvSpPr/>
          <p:nvPr/>
        </p:nvSpPr>
        <p:spPr>
          <a:xfrm>
            <a:off x="6743880" y="26946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49" name=""/>
          <p:cNvSpPr/>
          <p:nvPr/>
        </p:nvSpPr>
        <p:spPr>
          <a:xfrm>
            <a:off x="6743520" y="2693160"/>
            <a:ext cx="2880" cy="2520"/>
          </a:xfrm>
          <a:custGeom>
            <a:avLst/>
            <a:gdLst/>
            <a:ahLst/>
            <a:rect l="0" t="0" r="r" b="b"/>
            <a:pathLst>
              <a:path fill="none" w="8" h="7">
                <a:moveTo>
                  <a:pt x="4" y="1"/>
                </a:move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0" y="6"/>
                </a:lnTo>
                <a:lnTo>
                  <a:pt x="0" y="7"/>
                </a:lnTo>
                <a:lnTo>
                  <a:pt x="2" y="7"/>
                </a:lnTo>
                <a:lnTo>
                  <a:pt x="3" y="7"/>
                </a:lnTo>
                <a:lnTo>
                  <a:pt x="3" y="6"/>
                </a:lnTo>
                <a:lnTo>
                  <a:pt x="4" y="5"/>
                </a:lnTo>
                <a:lnTo>
                  <a:pt x="5" y="4"/>
                </a:lnTo>
                <a:lnTo>
                  <a:pt x="6" y="4"/>
                </a:lnTo>
                <a:lnTo>
                  <a:pt x="6" y="3"/>
                </a:lnTo>
                <a:lnTo>
                  <a:pt x="8" y="1"/>
                </a:lnTo>
                <a:lnTo>
                  <a:pt x="8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50" name=""/>
          <p:cNvSpPr/>
          <p:nvPr/>
        </p:nvSpPr>
        <p:spPr>
          <a:xfrm>
            <a:off x="6765480" y="26967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4"/>
                </a:move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  <a:lnTo>
                  <a:pt x="5" y="3"/>
                </a:lnTo>
                <a:lnTo>
                  <a:pt x="5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51" name=""/>
          <p:cNvSpPr/>
          <p:nvPr/>
        </p:nvSpPr>
        <p:spPr>
          <a:xfrm>
            <a:off x="6766560" y="26982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52" name=""/>
          <p:cNvSpPr/>
          <p:nvPr/>
        </p:nvSpPr>
        <p:spPr>
          <a:xfrm>
            <a:off x="6658200" y="2695680"/>
            <a:ext cx="1440" cy="3600"/>
          </a:xfrm>
          <a:custGeom>
            <a:avLst/>
            <a:gdLst/>
            <a:ahLst/>
            <a:rect l="0" t="0" r="r" b="b"/>
            <a:pathLst>
              <a:path fill="none" w="4" h="10">
                <a:moveTo>
                  <a:pt x="4" y="10"/>
                </a:moveTo>
                <a:lnTo>
                  <a:pt x="2" y="9"/>
                </a:lnTo>
                <a:lnTo>
                  <a:pt x="0" y="6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53" name=""/>
          <p:cNvSpPr/>
          <p:nvPr/>
        </p:nvSpPr>
        <p:spPr>
          <a:xfrm>
            <a:off x="6658920" y="2694960"/>
            <a:ext cx="1440" cy="4320"/>
          </a:xfrm>
          <a:custGeom>
            <a:avLst/>
            <a:gdLst/>
            <a:ahLst/>
            <a:rect l="0" t="0" r="r" b="b"/>
            <a:pathLst>
              <a:path fill="none" w="4" h="12">
                <a:moveTo>
                  <a:pt x="0" y="0"/>
                </a:moveTo>
                <a:lnTo>
                  <a:pt x="1" y="1"/>
                </a:lnTo>
                <a:lnTo>
                  <a:pt x="3" y="2"/>
                </a:lnTo>
                <a:lnTo>
                  <a:pt x="4" y="4"/>
                </a:lnTo>
                <a:lnTo>
                  <a:pt x="4" y="10"/>
                </a:lnTo>
                <a:lnTo>
                  <a:pt x="3" y="11"/>
                </a:lnTo>
                <a:lnTo>
                  <a:pt x="3" y="1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720" rIns="504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54" name=""/>
          <p:cNvSpPr/>
          <p:nvPr/>
        </p:nvSpPr>
        <p:spPr>
          <a:xfrm>
            <a:off x="6765480" y="269784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4" y="0"/>
                </a:moveTo>
                <a:lnTo>
                  <a:pt x="6" y="1"/>
                </a:lnTo>
                <a:lnTo>
                  <a:pt x="6" y="2"/>
                </a:lnTo>
                <a:lnTo>
                  <a:pt x="7" y="3"/>
                </a:lnTo>
                <a:lnTo>
                  <a:pt x="7" y="5"/>
                </a:lnTo>
                <a:lnTo>
                  <a:pt x="7" y="6"/>
                </a:lnTo>
                <a:lnTo>
                  <a:pt x="6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3" y="3"/>
                </a:lnTo>
                <a:lnTo>
                  <a:pt x="2" y="2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55" name=""/>
          <p:cNvSpPr/>
          <p:nvPr/>
        </p:nvSpPr>
        <p:spPr>
          <a:xfrm>
            <a:off x="6636600" y="2698920"/>
            <a:ext cx="2880" cy="2520"/>
          </a:xfrm>
          <a:custGeom>
            <a:avLst/>
            <a:gdLst/>
            <a:ahLst/>
            <a:rect l="0" t="0" r="r" b="b"/>
            <a:pathLst>
              <a:path fill="none" w="8" h="7">
                <a:moveTo>
                  <a:pt x="0" y="7"/>
                </a:moveTo>
                <a:lnTo>
                  <a:pt x="1" y="4"/>
                </a:lnTo>
                <a:lnTo>
                  <a:pt x="2" y="2"/>
                </a:lnTo>
                <a:lnTo>
                  <a:pt x="3" y="1"/>
                </a:lnTo>
                <a:lnTo>
                  <a:pt x="6" y="0"/>
                </a:lnTo>
                <a:lnTo>
                  <a:pt x="8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56" name=""/>
          <p:cNvSpPr/>
          <p:nvPr/>
        </p:nvSpPr>
        <p:spPr>
          <a:xfrm>
            <a:off x="6692400" y="2699640"/>
            <a:ext cx="3240" cy="1800"/>
          </a:xfrm>
          <a:custGeom>
            <a:avLst/>
            <a:gdLst/>
            <a:ahLst/>
            <a:rect l="0" t="0" r="r" b="b"/>
            <a:pathLst>
              <a:path fill="none" w="9" h="5">
                <a:moveTo>
                  <a:pt x="0" y="1"/>
                </a:move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7" y="0"/>
                </a:lnTo>
                <a:lnTo>
                  <a:pt x="8" y="1"/>
                </a:lnTo>
                <a:lnTo>
                  <a:pt x="8" y="2"/>
                </a:lnTo>
                <a:lnTo>
                  <a:pt x="9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57" name=""/>
          <p:cNvSpPr/>
          <p:nvPr/>
        </p:nvSpPr>
        <p:spPr>
          <a:xfrm>
            <a:off x="6692400" y="2701080"/>
            <a:ext cx="3240" cy="1080"/>
          </a:xfrm>
          <a:custGeom>
            <a:avLst/>
            <a:gdLst/>
            <a:ahLst/>
            <a:rect l="0" t="0" r="r" b="b"/>
            <a:pathLst>
              <a:path fill="none" w="9" h="3">
                <a:moveTo>
                  <a:pt x="9" y="3"/>
                </a:move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3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58" name=""/>
          <p:cNvSpPr/>
          <p:nvPr/>
        </p:nvSpPr>
        <p:spPr>
          <a:xfrm>
            <a:off x="6636960" y="2699280"/>
            <a:ext cx="3600" cy="3600"/>
          </a:xfrm>
          <a:custGeom>
            <a:avLst/>
            <a:gdLst/>
            <a:ahLst/>
            <a:rect l="0" t="0" r="r" b="b"/>
            <a:pathLst>
              <a:path fill="none" w="10" h="10">
                <a:moveTo>
                  <a:pt x="10" y="0"/>
                </a:moveTo>
                <a:lnTo>
                  <a:pt x="10" y="4"/>
                </a:lnTo>
                <a:lnTo>
                  <a:pt x="9" y="6"/>
                </a:lnTo>
                <a:lnTo>
                  <a:pt x="7" y="8"/>
                </a:lnTo>
                <a:lnTo>
                  <a:pt x="5" y="9"/>
                </a:lnTo>
                <a:lnTo>
                  <a:pt x="3" y="9"/>
                </a:lnTo>
                <a:lnTo>
                  <a:pt x="0" y="1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59" name=""/>
          <p:cNvSpPr/>
          <p:nvPr/>
        </p:nvSpPr>
        <p:spPr>
          <a:xfrm>
            <a:off x="6733440" y="27028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60" name=""/>
          <p:cNvSpPr/>
          <p:nvPr/>
        </p:nvSpPr>
        <p:spPr>
          <a:xfrm>
            <a:off x="6733080" y="27025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61" name=""/>
          <p:cNvSpPr/>
          <p:nvPr/>
        </p:nvSpPr>
        <p:spPr>
          <a:xfrm>
            <a:off x="6653160" y="2703960"/>
            <a:ext cx="3600" cy="2160"/>
          </a:xfrm>
          <a:custGeom>
            <a:avLst/>
            <a:gdLst/>
            <a:ahLst/>
            <a:rect l="0" t="0" r="r" b="b"/>
            <a:pathLst>
              <a:path fill="none" w="10" h="6">
                <a:moveTo>
                  <a:pt x="0" y="6"/>
                </a:moveTo>
                <a:lnTo>
                  <a:pt x="1" y="5"/>
                </a:lnTo>
                <a:lnTo>
                  <a:pt x="4" y="2"/>
                </a:lnTo>
                <a:lnTo>
                  <a:pt x="5" y="1"/>
                </a:lnTo>
                <a:lnTo>
                  <a:pt x="7" y="0"/>
                </a:lnTo>
                <a:lnTo>
                  <a:pt x="9" y="1"/>
                </a:lnTo>
                <a:lnTo>
                  <a:pt x="1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62" name=""/>
          <p:cNvSpPr/>
          <p:nvPr/>
        </p:nvSpPr>
        <p:spPr>
          <a:xfrm>
            <a:off x="6653520" y="2705040"/>
            <a:ext cx="3240" cy="2520"/>
          </a:xfrm>
          <a:custGeom>
            <a:avLst/>
            <a:gdLst/>
            <a:ahLst/>
            <a:rect l="0" t="0" r="r" b="b"/>
            <a:pathLst>
              <a:path fill="none" w="9" h="7">
                <a:moveTo>
                  <a:pt x="9" y="0"/>
                </a:moveTo>
                <a:lnTo>
                  <a:pt x="8" y="2"/>
                </a:lnTo>
                <a:lnTo>
                  <a:pt x="7" y="3"/>
                </a:lnTo>
                <a:lnTo>
                  <a:pt x="6" y="6"/>
                </a:lnTo>
                <a:lnTo>
                  <a:pt x="4" y="6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63" name=""/>
          <p:cNvSpPr/>
          <p:nvPr/>
        </p:nvSpPr>
        <p:spPr>
          <a:xfrm>
            <a:off x="6693840" y="2707560"/>
            <a:ext cx="2160" cy="2880"/>
          </a:xfrm>
          <a:custGeom>
            <a:avLst/>
            <a:gdLst/>
            <a:ahLst/>
            <a:rect l="0" t="0" r="r" b="b"/>
            <a:pathLst>
              <a:path fill="none" w="6" h="8">
                <a:moveTo>
                  <a:pt x="0" y="8"/>
                </a:move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4"/>
                </a:lnTo>
                <a:lnTo>
                  <a:pt x="2" y="3"/>
                </a:lnTo>
                <a:lnTo>
                  <a:pt x="3" y="2"/>
                </a:lnTo>
                <a:lnTo>
                  <a:pt x="5" y="0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64" name=""/>
          <p:cNvSpPr/>
          <p:nvPr/>
        </p:nvSpPr>
        <p:spPr>
          <a:xfrm>
            <a:off x="6693840" y="2708280"/>
            <a:ext cx="2880" cy="2880"/>
          </a:xfrm>
          <a:custGeom>
            <a:avLst/>
            <a:gdLst/>
            <a:ahLst/>
            <a:rect l="0" t="0" r="r" b="b"/>
            <a:pathLst>
              <a:path fill="none" w="8" h="8">
                <a:moveTo>
                  <a:pt x="8" y="0"/>
                </a:moveTo>
                <a:lnTo>
                  <a:pt x="8" y="1"/>
                </a:lnTo>
                <a:lnTo>
                  <a:pt x="7" y="2"/>
                </a:lnTo>
                <a:lnTo>
                  <a:pt x="6" y="4"/>
                </a:lnTo>
                <a:lnTo>
                  <a:pt x="5" y="5"/>
                </a:lnTo>
                <a:lnTo>
                  <a:pt x="2" y="7"/>
                </a:lnTo>
                <a:lnTo>
                  <a:pt x="1" y="8"/>
                </a:lnTo>
                <a:lnTo>
                  <a:pt x="0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65" name=""/>
          <p:cNvSpPr/>
          <p:nvPr/>
        </p:nvSpPr>
        <p:spPr>
          <a:xfrm>
            <a:off x="6761160" y="27108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66" name=""/>
          <p:cNvSpPr/>
          <p:nvPr/>
        </p:nvSpPr>
        <p:spPr>
          <a:xfrm>
            <a:off x="6761160" y="2710800"/>
            <a:ext cx="2880" cy="1440"/>
          </a:xfrm>
          <a:custGeom>
            <a:avLst/>
            <a:gdLst/>
            <a:ahLst/>
            <a:rect l="0" t="0" r="r" b="b"/>
            <a:pathLst>
              <a:path fill="none" w="8" h="4">
                <a:moveTo>
                  <a:pt x="0" y="2"/>
                </a:moveTo>
                <a:lnTo>
                  <a:pt x="1" y="2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6" y="0"/>
                </a:lnTo>
                <a:lnTo>
                  <a:pt x="7" y="0"/>
                </a:lnTo>
                <a:lnTo>
                  <a:pt x="6" y="2"/>
                </a:lnTo>
                <a:lnTo>
                  <a:pt x="7" y="4"/>
                </a:lnTo>
                <a:lnTo>
                  <a:pt x="8" y="2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67" name=""/>
          <p:cNvSpPr/>
          <p:nvPr/>
        </p:nvSpPr>
        <p:spPr>
          <a:xfrm>
            <a:off x="6761160" y="2711160"/>
            <a:ext cx="1440" cy="360"/>
          </a:xfrm>
          <a:custGeom>
            <a:avLst/>
            <a:gdLst/>
            <a:ahLst/>
            <a:rect l="0" t="0" r="r" b="b"/>
            <a:pathLst>
              <a:path fill="none" w="4" h="1">
                <a:moveTo>
                  <a:pt x="4" y="0"/>
                </a:moveTo>
                <a:lnTo>
                  <a:pt x="3" y="0"/>
                </a:lnTo>
                <a:lnTo>
                  <a:pt x="3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68" name=""/>
          <p:cNvSpPr/>
          <p:nvPr/>
        </p:nvSpPr>
        <p:spPr>
          <a:xfrm>
            <a:off x="6760800" y="2711520"/>
            <a:ext cx="1800" cy="360"/>
          </a:xfrm>
          <a:custGeom>
            <a:avLst/>
            <a:gdLst/>
            <a:ahLst/>
            <a:rect l="0" t="0" r="r" b="b"/>
            <a:pathLst>
              <a:path fill="none" w="5" h="1">
                <a:moveTo>
                  <a:pt x="5" y="0"/>
                </a:move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69" name=""/>
          <p:cNvSpPr/>
          <p:nvPr/>
        </p:nvSpPr>
        <p:spPr>
          <a:xfrm>
            <a:off x="6766200" y="27108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0" y="3"/>
                </a:moveTo>
                <a:lnTo>
                  <a:pt x="0" y="5"/>
                </a:lnTo>
                <a:lnTo>
                  <a:pt x="4" y="5"/>
                </a:lnTo>
                <a:lnTo>
                  <a:pt x="4" y="3"/>
                </a:lnTo>
                <a:lnTo>
                  <a:pt x="5" y="2"/>
                </a:ln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70" name=""/>
          <p:cNvSpPr/>
          <p:nvPr/>
        </p:nvSpPr>
        <p:spPr>
          <a:xfrm>
            <a:off x="6627960" y="2713680"/>
            <a:ext cx="2880" cy="1080"/>
          </a:xfrm>
          <a:custGeom>
            <a:avLst/>
            <a:gdLst/>
            <a:ahLst/>
            <a:rect l="0" t="0" r="r" b="b"/>
            <a:pathLst>
              <a:path fill="none" w="8" h="3">
                <a:moveTo>
                  <a:pt x="0" y="3"/>
                </a:moveTo>
                <a:lnTo>
                  <a:pt x="1" y="3"/>
                </a:lnTo>
                <a:lnTo>
                  <a:pt x="2" y="2"/>
                </a:lnTo>
                <a:lnTo>
                  <a:pt x="4" y="0"/>
                </a:lnTo>
                <a:lnTo>
                  <a:pt x="8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71" name=""/>
          <p:cNvSpPr/>
          <p:nvPr/>
        </p:nvSpPr>
        <p:spPr>
          <a:xfrm>
            <a:off x="6633000" y="2713680"/>
            <a:ext cx="4680" cy="2160"/>
          </a:xfrm>
          <a:custGeom>
            <a:avLst/>
            <a:gdLst/>
            <a:ahLst/>
            <a:rect l="0" t="0" r="r" b="b"/>
            <a:pathLst>
              <a:path fill="none" w="13" h="6">
                <a:moveTo>
                  <a:pt x="0" y="0"/>
                </a:moveTo>
                <a:lnTo>
                  <a:pt x="2" y="0"/>
                </a:lnTo>
                <a:lnTo>
                  <a:pt x="4" y="1"/>
                </a:lnTo>
                <a:lnTo>
                  <a:pt x="7" y="2"/>
                </a:lnTo>
                <a:lnTo>
                  <a:pt x="9" y="2"/>
                </a:lnTo>
                <a:lnTo>
                  <a:pt x="10" y="2"/>
                </a:lnTo>
                <a:lnTo>
                  <a:pt x="12" y="3"/>
                </a:lnTo>
                <a:lnTo>
                  <a:pt x="12" y="5"/>
                </a:lnTo>
                <a:lnTo>
                  <a:pt x="13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72" name=""/>
          <p:cNvSpPr/>
          <p:nvPr/>
        </p:nvSpPr>
        <p:spPr>
          <a:xfrm>
            <a:off x="6688800" y="2712240"/>
            <a:ext cx="1440" cy="3600"/>
          </a:xfrm>
          <a:custGeom>
            <a:avLst/>
            <a:gdLst/>
            <a:ahLst/>
            <a:rect l="0" t="0" r="r" b="b"/>
            <a:pathLst>
              <a:path fill="none" w="4" h="10">
                <a:moveTo>
                  <a:pt x="0" y="10"/>
                </a:move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0" y="3"/>
                </a:lnTo>
                <a:lnTo>
                  <a:pt x="2" y="1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73" name=""/>
          <p:cNvSpPr/>
          <p:nvPr/>
        </p:nvSpPr>
        <p:spPr>
          <a:xfrm>
            <a:off x="6689520" y="2712240"/>
            <a:ext cx="1800" cy="3600"/>
          </a:xfrm>
          <a:custGeom>
            <a:avLst/>
            <a:gdLst/>
            <a:ahLst/>
            <a:rect l="0" t="0" r="r" b="b"/>
            <a:pathLst>
              <a:path fill="none" w="5" h="10">
                <a:moveTo>
                  <a:pt x="3" y="0"/>
                </a:moveTo>
                <a:lnTo>
                  <a:pt x="5" y="1"/>
                </a:lnTo>
                <a:lnTo>
                  <a:pt x="5" y="3"/>
                </a:lnTo>
                <a:lnTo>
                  <a:pt x="3" y="5"/>
                </a:lnTo>
                <a:lnTo>
                  <a:pt x="3" y="7"/>
                </a:lnTo>
                <a:lnTo>
                  <a:pt x="2" y="9"/>
                </a:lnTo>
                <a:lnTo>
                  <a:pt x="0" y="1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74" name=""/>
          <p:cNvSpPr/>
          <p:nvPr/>
        </p:nvSpPr>
        <p:spPr>
          <a:xfrm>
            <a:off x="6629040" y="2715840"/>
            <a:ext cx="2520" cy="720"/>
          </a:xfrm>
          <a:custGeom>
            <a:avLst/>
            <a:gdLst/>
            <a:ahLst/>
            <a:rect l="0" t="0" r="r" b="b"/>
            <a:pathLst>
              <a:path fill="none" w="7" h="2">
                <a:moveTo>
                  <a:pt x="7" y="0"/>
                </a:moveTo>
                <a:lnTo>
                  <a:pt x="6" y="0"/>
                </a:lnTo>
                <a:lnTo>
                  <a:pt x="5" y="2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75" name=""/>
          <p:cNvSpPr/>
          <p:nvPr/>
        </p:nvSpPr>
        <p:spPr>
          <a:xfrm>
            <a:off x="6633360" y="2715840"/>
            <a:ext cx="4320" cy="1080"/>
          </a:xfrm>
          <a:custGeom>
            <a:avLst/>
            <a:gdLst/>
            <a:ahLst/>
            <a:rect l="0" t="0" r="r" b="b"/>
            <a:pathLst>
              <a:path fill="none" w="12" h="3">
                <a:moveTo>
                  <a:pt x="12" y="2"/>
                </a:moveTo>
                <a:lnTo>
                  <a:pt x="12" y="3"/>
                </a:lnTo>
                <a:lnTo>
                  <a:pt x="11" y="3"/>
                </a:lnTo>
                <a:lnTo>
                  <a:pt x="9" y="3"/>
                </a:lnTo>
                <a:lnTo>
                  <a:pt x="8" y="3"/>
                </a:lnTo>
                <a:lnTo>
                  <a:pt x="6" y="2"/>
                </a:ln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76" name=""/>
          <p:cNvSpPr/>
          <p:nvPr/>
        </p:nvSpPr>
        <p:spPr>
          <a:xfrm>
            <a:off x="6625440" y="2715120"/>
            <a:ext cx="1800" cy="2880"/>
          </a:xfrm>
          <a:custGeom>
            <a:avLst/>
            <a:gdLst/>
            <a:ahLst/>
            <a:rect l="0" t="0" r="r" b="b"/>
            <a:pathLst>
              <a:path fill="none" w="5" h="8">
                <a:moveTo>
                  <a:pt x="0" y="8"/>
                </a:moveTo>
                <a:lnTo>
                  <a:pt x="1" y="4"/>
                </a:lnTo>
                <a:lnTo>
                  <a:pt x="3" y="3"/>
                </a:lnTo>
                <a:lnTo>
                  <a:pt x="5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77" name=""/>
          <p:cNvSpPr/>
          <p:nvPr/>
        </p:nvSpPr>
        <p:spPr>
          <a:xfrm>
            <a:off x="6626160" y="271656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7" y="0"/>
                </a:moveTo>
                <a:lnTo>
                  <a:pt x="6" y="2"/>
                </a:lnTo>
                <a:lnTo>
                  <a:pt x="5" y="3"/>
                </a:lnTo>
                <a:lnTo>
                  <a:pt x="3" y="5"/>
                </a:lnTo>
                <a:lnTo>
                  <a:pt x="1" y="6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78" name=""/>
          <p:cNvSpPr/>
          <p:nvPr/>
        </p:nvSpPr>
        <p:spPr>
          <a:xfrm>
            <a:off x="6763680" y="27198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79" name=""/>
          <p:cNvSpPr/>
          <p:nvPr/>
        </p:nvSpPr>
        <p:spPr>
          <a:xfrm>
            <a:off x="6763320" y="2719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80" name=""/>
          <p:cNvSpPr/>
          <p:nvPr/>
        </p:nvSpPr>
        <p:spPr>
          <a:xfrm>
            <a:off x="6761880" y="271944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0"/>
                </a:moveTo>
                <a:lnTo>
                  <a:pt x="5" y="0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81" name=""/>
          <p:cNvSpPr/>
          <p:nvPr/>
        </p:nvSpPr>
        <p:spPr>
          <a:xfrm>
            <a:off x="6761880" y="27201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0"/>
                </a:moveTo>
                <a:lnTo>
                  <a:pt x="4" y="2"/>
                </a:lnTo>
                <a:lnTo>
                  <a:pt x="2" y="4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82" name=""/>
          <p:cNvSpPr/>
          <p:nvPr/>
        </p:nvSpPr>
        <p:spPr>
          <a:xfrm>
            <a:off x="6819120" y="2698560"/>
            <a:ext cx="23040" cy="30600"/>
          </a:xfrm>
          <a:custGeom>
            <a:avLst/>
            <a:gdLst/>
            <a:ahLst/>
            <a:rect l="0" t="0" r="r" b="b"/>
            <a:pathLst>
              <a:path fill="none" w="64" h="85">
                <a:moveTo>
                  <a:pt x="0" y="85"/>
                </a:moveTo>
                <a:lnTo>
                  <a:pt x="1" y="83"/>
                </a:lnTo>
                <a:lnTo>
                  <a:pt x="2" y="81"/>
                </a:lnTo>
                <a:lnTo>
                  <a:pt x="5" y="78"/>
                </a:lnTo>
                <a:lnTo>
                  <a:pt x="7" y="74"/>
                </a:lnTo>
                <a:lnTo>
                  <a:pt x="10" y="70"/>
                </a:lnTo>
                <a:lnTo>
                  <a:pt x="12" y="67"/>
                </a:lnTo>
                <a:lnTo>
                  <a:pt x="15" y="63"/>
                </a:lnTo>
                <a:lnTo>
                  <a:pt x="18" y="59"/>
                </a:lnTo>
                <a:lnTo>
                  <a:pt x="21" y="56"/>
                </a:lnTo>
                <a:lnTo>
                  <a:pt x="24" y="51"/>
                </a:lnTo>
                <a:lnTo>
                  <a:pt x="28" y="47"/>
                </a:lnTo>
                <a:lnTo>
                  <a:pt x="31" y="43"/>
                </a:lnTo>
                <a:lnTo>
                  <a:pt x="34" y="39"/>
                </a:lnTo>
                <a:lnTo>
                  <a:pt x="37" y="35"/>
                </a:lnTo>
                <a:lnTo>
                  <a:pt x="39" y="32"/>
                </a:lnTo>
                <a:lnTo>
                  <a:pt x="42" y="28"/>
                </a:lnTo>
                <a:lnTo>
                  <a:pt x="46" y="23"/>
                </a:lnTo>
                <a:lnTo>
                  <a:pt x="49" y="17"/>
                </a:lnTo>
                <a:lnTo>
                  <a:pt x="52" y="14"/>
                </a:lnTo>
                <a:lnTo>
                  <a:pt x="54" y="10"/>
                </a:lnTo>
                <a:lnTo>
                  <a:pt x="56" y="7"/>
                </a:lnTo>
                <a:lnTo>
                  <a:pt x="58" y="5"/>
                </a:lnTo>
                <a:lnTo>
                  <a:pt x="62" y="2"/>
                </a:lnTo>
                <a:lnTo>
                  <a:pt x="6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83" name=""/>
          <p:cNvSpPr/>
          <p:nvPr/>
        </p:nvSpPr>
        <p:spPr>
          <a:xfrm>
            <a:off x="6755760" y="273672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84" name=""/>
          <p:cNvSpPr/>
          <p:nvPr/>
        </p:nvSpPr>
        <p:spPr>
          <a:xfrm>
            <a:off x="6755400" y="273600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2"/>
                </a:moveTo>
                <a:lnTo>
                  <a:pt x="1" y="0"/>
                </a:lnTo>
                <a:lnTo>
                  <a:pt x="0" y="2"/>
                </a:lnTo>
                <a:lnTo>
                  <a:pt x="0" y="3"/>
                </a:lnTo>
                <a:lnTo>
                  <a:pt x="1" y="5"/>
                </a:lnTo>
                <a:lnTo>
                  <a:pt x="3" y="3"/>
                </a:lnTo>
                <a:lnTo>
                  <a:pt x="3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85" name=""/>
          <p:cNvSpPr/>
          <p:nvPr/>
        </p:nvSpPr>
        <p:spPr>
          <a:xfrm>
            <a:off x="6744600" y="27590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86" name=""/>
          <p:cNvSpPr/>
          <p:nvPr/>
        </p:nvSpPr>
        <p:spPr>
          <a:xfrm>
            <a:off x="6743880" y="2759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87" name=""/>
          <p:cNvSpPr/>
          <p:nvPr/>
        </p:nvSpPr>
        <p:spPr>
          <a:xfrm>
            <a:off x="6580800" y="2731680"/>
            <a:ext cx="3600" cy="39600"/>
          </a:xfrm>
          <a:custGeom>
            <a:avLst/>
            <a:gdLst/>
            <a:ahLst/>
            <a:rect l="0" t="0" r="r" b="b"/>
            <a:pathLst>
              <a:path fill="none" w="10" h="110">
                <a:moveTo>
                  <a:pt x="3" y="0"/>
                </a:moveTo>
                <a:lnTo>
                  <a:pt x="2" y="4"/>
                </a:lnTo>
                <a:lnTo>
                  <a:pt x="2" y="8"/>
                </a:lnTo>
                <a:lnTo>
                  <a:pt x="1" y="13"/>
                </a:lnTo>
                <a:lnTo>
                  <a:pt x="1" y="19"/>
                </a:lnTo>
                <a:lnTo>
                  <a:pt x="1" y="23"/>
                </a:lnTo>
                <a:lnTo>
                  <a:pt x="1" y="29"/>
                </a:lnTo>
                <a:lnTo>
                  <a:pt x="0" y="36"/>
                </a:lnTo>
                <a:lnTo>
                  <a:pt x="0" y="40"/>
                </a:lnTo>
                <a:lnTo>
                  <a:pt x="0" y="44"/>
                </a:lnTo>
                <a:lnTo>
                  <a:pt x="1" y="50"/>
                </a:lnTo>
                <a:lnTo>
                  <a:pt x="1" y="56"/>
                </a:lnTo>
                <a:lnTo>
                  <a:pt x="1" y="62"/>
                </a:lnTo>
                <a:lnTo>
                  <a:pt x="2" y="70"/>
                </a:lnTo>
                <a:lnTo>
                  <a:pt x="2" y="72"/>
                </a:lnTo>
                <a:lnTo>
                  <a:pt x="2" y="77"/>
                </a:lnTo>
                <a:lnTo>
                  <a:pt x="3" y="82"/>
                </a:lnTo>
                <a:lnTo>
                  <a:pt x="6" y="91"/>
                </a:lnTo>
                <a:lnTo>
                  <a:pt x="7" y="97"/>
                </a:lnTo>
                <a:lnTo>
                  <a:pt x="7" y="100"/>
                </a:lnTo>
                <a:lnTo>
                  <a:pt x="8" y="104"/>
                </a:lnTo>
                <a:lnTo>
                  <a:pt x="9" y="106"/>
                </a:lnTo>
                <a:lnTo>
                  <a:pt x="10" y="11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88" name=""/>
          <p:cNvSpPr/>
          <p:nvPr/>
        </p:nvSpPr>
        <p:spPr>
          <a:xfrm>
            <a:off x="6720480" y="2772000"/>
            <a:ext cx="720" cy="3960"/>
          </a:xfrm>
          <a:custGeom>
            <a:avLst/>
            <a:gdLst/>
            <a:ahLst/>
            <a:rect l="0" t="0" r="r" b="b"/>
            <a:pathLst>
              <a:path fill="none" w="2" h="11">
                <a:moveTo>
                  <a:pt x="0" y="11"/>
                </a:moveTo>
                <a:lnTo>
                  <a:pt x="0" y="10"/>
                </a:lnTo>
                <a:lnTo>
                  <a:pt x="0" y="7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89" name=""/>
          <p:cNvSpPr/>
          <p:nvPr/>
        </p:nvSpPr>
        <p:spPr>
          <a:xfrm>
            <a:off x="6721200" y="2772360"/>
            <a:ext cx="720" cy="3600"/>
          </a:xfrm>
          <a:custGeom>
            <a:avLst/>
            <a:gdLst/>
            <a:ahLst/>
            <a:rect l="0" t="0" r="r" b="b"/>
            <a:pathLst>
              <a:path fill="none" w="2" h="10">
                <a:moveTo>
                  <a:pt x="2" y="0"/>
                </a:moveTo>
                <a:lnTo>
                  <a:pt x="2" y="1"/>
                </a:lnTo>
                <a:lnTo>
                  <a:pt x="2" y="3"/>
                </a:lnTo>
                <a:lnTo>
                  <a:pt x="2" y="4"/>
                </a:lnTo>
                <a:lnTo>
                  <a:pt x="2" y="6"/>
                </a:lnTo>
                <a:lnTo>
                  <a:pt x="2" y="9"/>
                </a:lnTo>
                <a:lnTo>
                  <a:pt x="2" y="10"/>
                </a:lnTo>
                <a:lnTo>
                  <a:pt x="0" y="1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90" name=""/>
          <p:cNvSpPr/>
          <p:nvPr/>
        </p:nvSpPr>
        <p:spPr>
          <a:xfrm>
            <a:off x="6720120" y="277776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0" y="4"/>
                </a:moveTo>
                <a:lnTo>
                  <a:pt x="1" y="4"/>
                </a:lnTo>
                <a:lnTo>
                  <a:pt x="1" y="3"/>
                </a:lnTo>
                <a:lnTo>
                  <a:pt x="3" y="1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91" name=""/>
          <p:cNvSpPr/>
          <p:nvPr/>
        </p:nvSpPr>
        <p:spPr>
          <a:xfrm>
            <a:off x="6720480" y="277956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0"/>
                </a:moveTo>
                <a:lnTo>
                  <a:pt x="6" y="4"/>
                </a:lnTo>
                <a:lnTo>
                  <a:pt x="6" y="5"/>
                </a:lnTo>
                <a:lnTo>
                  <a:pt x="4" y="5"/>
                </a:lnTo>
                <a:lnTo>
                  <a:pt x="2" y="5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92" name=""/>
          <p:cNvSpPr/>
          <p:nvPr/>
        </p:nvSpPr>
        <p:spPr>
          <a:xfrm>
            <a:off x="6718680" y="2779560"/>
            <a:ext cx="720" cy="2880"/>
          </a:xfrm>
          <a:custGeom>
            <a:avLst/>
            <a:gdLst/>
            <a:ahLst/>
            <a:rect l="0" t="0" r="r" b="b"/>
            <a:pathLst>
              <a:path fill="none" w="2" h="8">
                <a:moveTo>
                  <a:pt x="2" y="8"/>
                </a:moveTo>
                <a:lnTo>
                  <a:pt x="0" y="7"/>
                </a:lnTo>
                <a:lnTo>
                  <a:pt x="0" y="5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93" name=""/>
          <p:cNvSpPr/>
          <p:nvPr/>
        </p:nvSpPr>
        <p:spPr>
          <a:xfrm>
            <a:off x="6717240" y="278208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1" y="6"/>
                </a:moveTo>
                <a:lnTo>
                  <a:pt x="0" y="5"/>
                </a:lnTo>
                <a:lnTo>
                  <a:pt x="0" y="4"/>
                </a:lnTo>
                <a:lnTo>
                  <a:pt x="0" y="1"/>
                </a:lnTo>
                <a:lnTo>
                  <a:pt x="1" y="0"/>
                </a:lnTo>
                <a:lnTo>
                  <a:pt x="3" y="1"/>
                </a:lnTo>
                <a:lnTo>
                  <a:pt x="5" y="1"/>
                </a:lnTo>
                <a:lnTo>
                  <a:pt x="6" y="3"/>
                </a:lnTo>
                <a:lnTo>
                  <a:pt x="6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94" name=""/>
          <p:cNvSpPr/>
          <p:nvPr/>
        </p:nvSpPr>
        <p:spPr>
          <a:xfrm>
            <a:off x="6714720" y="278496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2" y="5"/>
                </a:moveTo>
                <a:lnTo>
                  <a:pt x="0" y="4"/>
                </a:lnTo>
                <a:lnTo>
                  <a:pt x="2" y="1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8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95" name=""/>
          <p:cNvSpPr/>
          <p:nvPr/>
        </p:nvSpPr>
        <p:spPr>
          <a:xfrm>
            <a:off x="6721560" y="2782800"/>
            <a:ext cx="1440" cy="3960"/>
          </a:xfrm>
          <a:custGeom>
            <a:avLst/>
            <a:gdLst/>
            <a:ahLst/>
            <a:rect l="0" t="0" r="r" b="b"/>
            <a:pathLst>
              <a:path fill="none" w="4" h="11">
                <a:moveTo>
                  <a:pt x="2" y="0"/>
                </a:moveTo>
                <a:lnTo>
                  <a:pt x="2" y="1"/>
                </a:lnTo>
                <a:lnTo>
                  <a:pt x="2" y="2"/>
                </a:lnTo>
                <a:lnTo>
                  <a:pt x="4" y="5"/>
                </a:lnTo>
                <a:lnTo>
                  <a:pt x="4" y="7"/>
                </a:lnTo>
                <a:lnTo>
                  <a:pt x="4" y="8"/>
                </a:lnTo>
                <a:lnTo>
                  <a:pt x="2" y="10"/>
                </a:lnTo>
                <a:lnTo>
                  <a:pt x="0" y="1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96" name=""/>
          <p:cNvSpPr/>
          <p:nvPr/>
        </p:nvSpPr>
        <p:spPr>
          <a:xfrm>
            <a:off x="6718680" y="2789280"/>
            <a:ext cx="3240" cy="1800"/>
          </a:xfrm>
          <a:custGeom>
            <a:avLst/>
            <a:gdLst/>
            <a:ahLst/>
            <a:rect l="0" t="0" r="r" b="b"/>
            <a:pathLst>
              <a:path fill="none" w="9" h="5">
                <a:moveTo>
                  <a:pt x="0" y="2"/>
                </a:moveTo>
                <a:lnTo>
                  <a:pt x="2" y="0"/>
                </a:lnTo>
                <a:lnTo>
                  <a:pt x="4" y="0"/>
                </a:lnTo>
                <a:lnTo>
                  <a:pt x="7" y="2"/>
                </a:lnTo>
                <a:lnTo>
                  <a:pt x="9" y="3"/>
                </a:lnTo>
                <a:lnTo>
                  <a:pt x="9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97" name=""/>
          <p:cNvSpPr/>
          <p:nvPr/>
        </p:nvSpPr>
        <p:spPr>
          <a:xfrm>
            <a:off x="6718680" y="2790360"/>
            <a:ext cx="3240" cy="1440"/>
          </a:xfrm>
          <a:custGeom>
            <a:avLst/>
            <a:gdLst/>
            <a:ahLst/>
            <a:rect l="0" t="0" r="r" b="b"/>
            <a:pathLst>
              <a:path fill="none" w="9" h="4">
                <a:moveTo>
                  <a:pt x="9" y="2"/>
                </a:moveTo>
                <a:lnTo>
                  <a:pt x="8" y="4"/>
                </a:lnTo>
                <a:lnTo>
                  <a:pt x="7" y="4"/>
                </a:lnTo>
                <a:lnTo>
                  <a:pt x="4" y="4"/>
                </a:lnTo>
                <a:lnTo>
                  <a:pt x="2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98" name=""/>
          <p:cNvSpPr/>
          <p:nvPr/>
        </p:nvSpPr>
        <p:spPr>
          <a:xfrm>
            <a:off x="6724800" y="27939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99" name=""/>
          <p:cNvSpPr/>
          <p:nvPr/>
        </p:nvSpPr>
        <p:spPr>
          <a:xfrm>
            <a:off x="6712920" y="284580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0"/>
                </a:move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00" name=""/>
          <p:cNvSpPr/>
          <p:nvPr/>
        </p:nvSpPr>
        <p:spPr>
          <a:xfrm>
            <a:off x="6712920" y="28490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0"/>
                </a:ln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01" name=""/>
          <p:cNvSpPr/>
          <p:nvPr/>
        </p:nvSpPr>
        <p:spPr>
          <a:xfrm>
            <a:off x="6705360" y="28497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4" y="4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02" name=""/>
          <p:cNvSpPr/>
          <p:nvPr/>
        </p:nvSpPr>
        <p:spPr>
          <a:xfrm>
            <a:off x="6697440" y="2854440"/>
            <a:ext cx="34560" cy="12600"/>
          </a:xfrm>
          <a:custGeom>
            <a:avLst/>
            <a:gdLst/>
            <a:ahLst/>
            <a:rect l="0" t="0" r="r" b="b"/>
            <a:pathLst>
              <a:path fill="none" w="96" h="35">
                <a:moveTo>
                  <a:pt x="0" y="35"/>
                </a:moveTo>
                <a:lnTo>
                  <a:pt x="6" y="34"/>
                </a:lnTo>
                <a:lnTo>
                  <a:pt x="12" y="32"/>
                </a:lnTo>
                <a:lnTo>
                  <a:pt x="17" y="31"/>
                </a:lnTo>
                <a:lnTo>
                  <a:pt x="24" y="29"/>
                </a:lnTo>
                <a:lnTo>
                  <a:pt x="28" y="28"/>
                </a:lnTo>
                <a:lnTo>
                  <a:pt x="33" y="26"/>
                </a:lnTo>
                <a:lnTo>
                  <a:pt x="40" y="25"/>
                </a:lnTo>
                <a:lnTo>
                  <a:pt x="45" y="23"/>
                </a:lnTo>
                <a:lnTo>
                  <a:pt x="51" y="21"/>
                </a:lnTo>
                <a:lnTo>
                  <a:pt x="57" y="19"/>
                </a:lnTo>
                <a:lnTo>
                  <a:pt x="63" y="17"/>
                </a:lnTo>
                <a:lnTo>
                  <a:pt x="69" y="15"/>
                </a:lnTo>
                <a:lnTo>
                  <a:pt x="72" y="14"/>
                </a:lnTo>
                <a:lnTo>
                  <a:pt x="76" y="12"/>
                </a:lnTo>
                <a:lnTo>
                  <a:pt x="81" y="9"/>
                </a:lnTo>
                <a:lnTo>
                  <a:pt x="84" y="6"/>
                </a:lnTo>
                <a:lnTo>
                  <a:pt x="89" y="4"/>
                </a:lnTo>
                <a:lnTo>
                  <a:pt x="93" y="2"/>
                </a:lnTo>
                <a:lnTo>
                  <a:pt x="9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03" name=""/>
          <p:cNvSpPr txBox="1"/>
          <p:nvPr/>
        </p:nvSpPr>
        <p:spPr>
          <a:xfrm>
            <a:off x="3196080" y="4790160"/>
            <a:ext cx="81864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404040"/>
                </a:solidFill>
                <a:effectLst/>
                <a:uFillTx/>
                <a:latin typeface="Arial"/>
                <a:ea typeface="Arial"/>
              </a:rPr>
              <a:t>0% within support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04" name=""/>
          <p:cNvSpPr/>
          <p:nvPr/>
        </p:nvSpPr>
        <p:spPr>
          <a:xfrm>
            <a:off x="6814800" y="3623400"/>
            <a:ext cx="68400" cy="59760"/>
          </a:xfrm>
          <a:custGeom>
            <a:avLst/>
            <a:gdLst/>
            <a:ahLst/>
            <a:rect l="0" t="0" r="r" b="b"/>
            <a:pathLst>
              <a:path w="190" h="166">
                <a:moveTo>
                  <a:pt x="114" y="2"/>
                </a:moveTo>
                <a:lnTo>
                  <a:pt x="115" y="2"/>
                </a:lnTo>
                <a:lnTo>
                  <a:pt x="115" y="3"/>
                </a:lnTo>
                <a:lnTo>
                  <a:pt x="115" y="4"/>
                </a:lnTo>
                <a:lnTo>
                  <a:pt x="115" y="5"/>
                </a:lnTo>
                <a:lnTo>
                  <a:pt x="114" y="6"/>
                </a:lnTo>
                <a:lnTo>
                  <a:pt x="114" y="8"/>
                </a:lnTo>
                <a:lnTo>
                  <a:pt x="113" y="9"/>
                </a:lnTo>
                <a:lnTo>
                  <a:pt x="114" y="10"/>
                </a:lnTo>
                <a:lnTo>
                  <a:pt x="114" y="11"/>
                </a:lnTo>
                <a:lnTo>
                  <a:pt x="115" y="12"/>
                </a:lnTo>
                <a:lnTo>
                  <a:pt x="116" y="12"/>
                </a:lnTo>
                <a:lnTo>
                  <a:pt x="116" y="13"/>
                </a:lnTo>
                <a:lnTo>
                  <a:pt x="117" y="13"/>
                </a:lnTo>
                <a:lnTo>
                  <a:pt x="117" y="14"/>
                </a:lnTo>
                <a:lnTo>
                  <a:pt x="117" y="15"/>
                </a:lnTo>
                <a:lnTo>
                  <a:pt x="117" y="16"/>
                </a:lnTo>
                <a:lnTo>
                  <a:pt x="118" y="16"/>
                </a:lnTo>
                <a:lnTo>
                  <a:pt x="118" y="17"/>
                </a:lnTo>
                <a:lnTo>
                  <a:pt x="119" y="17"/>
                </a:lnTo>
                <a:lnTo>
                  <a:pt x="120" y="17"/>
                </a:lnTo>
                <a:lnTo>
                  <a:pt x="121" y="18"/>
                </a:lnTo>
                <a:lnTo>
                  <a:pt x="122" y="19"/>
                </a:lnTo>
                <a:lnTo>
                  <a:pt x="123" y="19"/>
                </a:lnTo>
                <a:lnTo>
                  <a:pt x="124" y="20"/>
                </a:lnTo>
                <a:lnTo>
                  <a:pt x="124" y="21"/>
                </a:lnTo>
                <a:lnTo>
                  <a:pt x="124" y="22"/>
                </a:lnTo>
                <a:lnTo>
                  <a:pt x="125" y="22"/>
                </a:lnTo>
                <a:lnTo>
                  <a:pt x="125" y="23"/>
                </a:lnTo>
                <a:lnTo>
                  <a:pt x="125" y="22"/>
                </a:lnTo>
                <a:lnTo>
                  <a:pt x="126" y="22"/>
                </a:lnTo>
                <a:lnTo>
                  <a:pt x="127" y="22"/>
                </a:lnTo>
                <a:lnTo>
                  <a:pt x="128" y="22"/>
                </a:lnTo>
                <a:lnTo>
                  <a:pt x="129" y="23"/>
                </a:lnTo>
                <a:lnTo>
                  <a:pt x="130" y="23"/>
                </a:lnTo>
                <a:lnTo>
                  <a:pt x="130" y="24"/>
                </a:lnTo>
                <a:lnTo>
                  <a:pt x="131" y="25"/>
                </a:lnTo>
                <a:lnTo>
                  <a:pt x="132" y="25"/>
                </a:lnTo>
                <a:lnTo>
                  <a:pt x="132" y="26"/>
                </a:lnTo>
                <a:lnTo>
                  <a:pt x="132" y="27"/>
                </a:lnTo>
                <a:lnTo>
                  <a:pt x="133" y="27"/>
                </a:lnTo>
                <a:lnTo>
                  <a:pt x="133" y="28"/>
                </a:lnTo>
                <a:lnTo>
                  <a:pt x="133" y="29"/>
                </a:lnTo>
                <a:lnTo>
                  <a:pt x="134" y="29"/>
                </a:lnTo>
                <a:lnTo>
                  <a:pt x="135" y="29"/>
                </a:lnTo>
                <a:lnTo>
                  <a:pt x="136" y="29"/>
                </a:lnTo>
                <a:lnTo>
                  <a:pt x="136" y="30"/>
                </a:lnTo>
                <a:lnTo>
                  <a:pt x="135" y="30"/>
                </a:lnTo>
                <a:lnTo>
                  <a:pt x="136" y="31"/>
                </a:lnTo>
                <a:lnTo>
                  <a:pt x="135" y="32"/>
                </a:lnTo>
                <a:lnTo>
                  <a:pt x="136" y="32"/>
                </a:lnTo>
                <a:lnTo>
                  <a:pt x="137" y="33"/>
                </a:lnTo>
                <a:lnTo>
                  <a:pt x="137" y="34"/>
                </a:lnTo>
                <a:lnTo>
                  <a:pt x="138" y="34"/>
                </a:lnTo>
                <a:lnTo>
                  <a:pt x="139" y="35"/>
                </a:lnTo>
                <a:lnTo>
                  <a:pt x="139" y="36"/>
                </a:lnTo>
                <a:lnTo>
                  <a:pt x="140" y="36"/>
                </a:lnTo>
                <a:lnTo>
                  <a:pt x="141" y="37"/>
                </a:lnTo>
                <a:lnTo>
                  <a:pt x="143" y="37"/>
                </a:lnTo>
                <a:lnTo>
                  <a:pt x="145" y="38"/>
                </a:lnTo>
                <a:lnTo>
                  <a:pt x="146" y="37"/>
                </a:lnTo>
                <a:lnTo>
                  <a:pt x="147" y="37"/>
                </a:lnTo>
                <a:lnTo>
                  <a:pt x="148" y="37"/>
                </a:lnTo>
                <a:lnTo>
                  <a:pt x="149" y="37"/>
                </a:lnTo>
                <a:lnTo>
                  <a:pt x="150" y="37"/>
                </a:lnTo>
                <a:lnTo>
                  <a:pt x="151" y="36"/>
                </a:lnTo>
                <a:lnTo>
                  <a:pt x="153" y="36"/>
                </a:lnTo>
                <a:lnTo>
                  <a:pt x="154" y="37"/>
                </a:lnTo>
                <a:lnTo>
                  <a:pt x="155" y="37"/>
                </a:lnTo>
                <a:lnTo>
                  <a:pt x="156" y="37"/>
                </a:lnTo>
                <a:lnTo>
                  <a:pt x="158" y="37"/>
                </a:lnTo>
                <a:lnTo>
                  <a:pt x="159" y="37"/>
                </a:lnTo>
                <a:lnTo>
                  <a:pt x="161" y="37"/>
                </a:lnTo>
                <a:lnTo>
                  <a:pt x="162" y="37"/>
                </a:lnTo>
                <a:lnTo>
                  <a:pt x="163" y="38"/>
                </a:lnTo>
                <a:lnTo>
                  <a:pt x="164" y="38"/>
                </a:lnTo>
                <a:lnTo>
                  <a:pt x="165" y="39"/>
                </a:lnTo>
                <a:lnTo>
                  <a:pt x="166" y="39"/>
                </a:lnTo>
                <a:lnTo>
                  <a:pt x="167" y="39"/>
                </a:lnTo>
                <a:lnTo>
                  <a:pt x="168" y="40"/>
                </a:lnTo>
                <a:lnTo>
                  <a:pt x="168" y="41"/>
                </a:lnTo>
                <a:lnTo>
                  <a:pt x="169" y="41"/>
                </a:lnTo>
                <a:lnTo>
                  <a:pt x="170" y="41"/>
                </a:lnTo>
                <a:lnTo>
                  <a:pt x="172" y="41"/>
                </a:lnTo>
                <a:lnTo>
                  <a:pt x="173" y="41"/>
                </a:lnTo>
                <a:lnTo>
                  <a:pt x="174" y="41"/>
                </a:lnTo>
                <a:lnTo>
                  <a:pt x="174" y="40"/>
                </a:lnTo>
                <a:lnTo>
                  <a:pt x="175" y="40"/>
                </a:lnTo>
                <a:lnTo>
                  <a:pt x="176" y="40"/>
                </a:lnTo>
                <a:lnTo>
                  <a:pt x="176" y="39"/>
                </a:lnTo>
                <a:lnTo>
                  <a:pt x="177" y="39"/>
                </a:lnTo>
                <a:lnTo>
                  <a:pt x="178" y="39"/>
                </a:lnTo>
                <a:lnTo>
                  <a:pt x="179" y="39"/>
                </a:lnTo>
                <a:lnTo>
                  <a:pt x="180" y="38"/>
                </a:lnTo>
                <a:lnTo>
                  <a:pt x="181" y="38"/>
                </a:lnTo>
                <a:lnTo>
                  <a:pt x="182" y="39"/>
                </a:lnTo>
                <a:lnTo>
                  <a:pt x="184" y="39"/>
                </a:lnTo>
                <a:lnTo>
                  <a:pt x="185" y="40"/>
                </a:lnTo>
                <a:lnTo>
                  <a:pt x="186" y="40"/>
                </a:lnTo>
                <a:lnTo>
                  <a:pt x="187" y="39"/>
                </a:lnTo>
                <a:lnTo>
                  <a:pt x="188" y="40"/>
                </a:lnTo>
                <a:lnTo>
                  <a:pt x="189" y="40"/>
                </a:lnTo>
                <a:lnTo>
                  <a:pt x="189" y="41"/>
                </a:lnTo>
                <a:lnTo>
                  <a:pt x="190" y="41"/>
                </a:lnTo>
                <a:lnTo>
                  <a:pt x="189" y="42"/>
                </a:lnTo>
                <a:lnTo>
                  <a:pt x="189" y="43"/>
                </a:lnTo>
                <a:lnTo>
                  <a:pt x="188" y="43"/>
                </a:lnTo>
                <a:lnTo>
                  <a:pt x="187" y="44"/>
                </a:lnTo>
                <a:lnTo>
                  <a:pt x="186" y="43"/>
                </a:lnTo>
                <a:lnTo>
                  <a:pt x="186" y="42"/>
                </a:lnTo>
                <a:lnTo>
                  <a:pt x="185" y="42"/>
                </a:lnTo>
                <a:lnTo>
                  <a:pt x="184" y="42"/>
                </a:lnTo>
                <a:lnTo>
                  <a:pt x="184" y="43"/>
                </a:lnTo>
                <a:lnTo>
                  <a:pt x="184" y="44"/>
                </a:lnTo>
                <a:lnTo>
                  <a:pt x="183" y="44"/>
                </a:lnTo>
                <a:lnTo>
                  <a:pt x="182" y="44"/>
                </a:lnTo>
                <a:lnTo>
                  <a:pt x="182" y="43"/>
                </a:lnTo>
                <a:lnTo>
                  <a:pt x="181" y="44"/>
                </a:lnTo>
                <a:lnTo>
                  <a:pt x="182" y="44"/>
                </a:lnTo>
                <a:lnTo>
                  <a:pt x="182" y="45"/>
                </a:lnTo>
                <a:lnTo>
                  <a:pt x="181" y="45"/>
                </a:lnTo>
                <a:lnTo>
                  <a:pt x="181" y="46"/>
                </a:lnTo>
                <a:lnTo>
                  <a:pt x="181" y="47"/>
                </a:lnTo>
                <a:lnTo>
                  <a:pt x="182" y="49"/>
                </a:lnTo>
                <a:lnTo>
                  <a:pt x="182" y="50"/>
                </a:lnTo>
                <a:lnTo>
                  <a:pt x="181" y="50"/>
                </a:lnTo>
                <a:lnTo>
                  <a:pt x="180" y="50"/>
                </a:lnTo>
                <a:lnTo>
                  <a:pt x="179" y="50"/>
                </a:lnTo>
                <a:lnTo>
                  <a:pt x="179" y="51"/>
                </a:lnTo>
                <a:lnTo>
                  <a:pt x="178" y="51"/>
                </a:lnTo>
                <a:lnTo>
                  <a:pt x="177" y="51"/>
                </a:lnTo>
                <a:lnTo>
                  <a:pt x="176" y="50"/>
                </a:lnTo>
                <a:lnTo>
                  <a:pt x="175" y="49"/>
                </a:lnTo>
                <a:lnTo>
                  <a:pt x="174" y="49"/>
                </a:lnTo>
                <a:lnTo>
                  <a:pt x="173" y="50"/>
                </a:lnTo>
                <a:lnTo>
                  <a:pt x="173" y="49"/>
                </a:lnTo>
                <a:lnTo>
                  <a:pt x="172" y="49"/>
                </a:lnTo>
                <a:lnTo>
                  <a:pt x="171" y="49"/>
                </a:lnTo>
                <a:lnTo>
                  <a:pt x="171" y="50"/>
                </a:lnTo>
                <a:lnTo>
                  <a:pt x="170" y="50"/>
                </a:lnTo>
                <a:lnTo>
                  <a:pt x="169" y="51"/>
                </a:lnTo>
                <a:lnTo>
                  <a:pt x="168" y="51"/>
                </a:lnTo>
                <a:lnTo>
                  <a:pt x="166" y="52"/>
                </a:lnTo>
                <a:lnTo>
                  <a:pt x="166" y="53"/>
                </a:lnTo>
                <a:lnTo>
                  <a:pt x="166" y="55"/>
                </a:lnTo>
                <a:lnTo>
                  <a:pt x="167" y="55"/>
                </a:lnTo>
                <a:lnTo>
                  <a:pt x="167" y="56"/>
                </a:lnTo>
                <a:lnTo>
                  <a:pt x="166" y="56"/>
                </a:lnTo>
                <a:lnTo>
                  <a:pt x="165" y="56"/>
                </a:lnTo>
                <a:lnTo>
                  <a:pt x="164" y="56"/>
                </a:lnTo>
                <a:lnTo>
                  <a:pt x="163" y="56"/>
                </a:lnTo>
                <a:lnTo>
                  <a:pt x="162" y="57"/>
                </a:lnTo>
                <a:lnTo>
                  <a:pt x="162" y="58"/>
                </a:lnTo>
                <a:lnTo>
                  <a:pt x="163" y="58"/>
                </a:lnTo>
                <a:lnTo>
                  <a:pt x="164" y="59"/>
                </a:lnTo>
                <a:lnTo>
                  <a:pt x="164" y="60"/>
                </a:lnTo>
                <a:lnTo>
                  <a:pt x="164" y="61"/>
                </a:lnTo>
                <a:lnTo>
                  <a:pt x="165" y="62"/>
                </a:lnTo>
                <a:lnTo>
                  <a:pt x="166" y="62"/>
                </a:lnTo>
                <a:lnTo>
                  <a:pt x="167" y="63"/>
                </a:lnTo>
                <a:lnTo>
                  <a:pt x="167" y="64"/>
                </a:lnTo>
                <a:lnTo>
                  <a:pt x="166" y="65"/>
                </a:lnTo>
                <a:lnTo>
                  <a:pt x="165" y="65"/>
                </a:lnTo>
                <a:lnTo>
                  <a:pt x="165" y="66"/>
                </a:lnTo>
                <a:lnTo>
                  <a:pt x="165" y="67"/>
                </a:lnTo>
                <a:lnTo>
                  <a:pt x="165" y="68"/>
                </a:lnTo>
                <a:lnTo>
                  <a:pt x="164" y="69"/>
                </a:lnTo>
                <a:lnTo>
                  <a:pt x="164" y="70"/>
                </a:lnTo>
                <a:lnTo>
                  <a:pt x="164" y="71"/>
                </a:lnTo>
                <a:lnTo>
                  <a:pt x="165" y="71"/>
                </a:lnTo>
                <a:lnTo>
                  <a:pt x="166" y="72"/>
                </a:lnTo>
                <a:lnTo>
                  <a:pt x="166" y="73"/>
                </a:lnTo>
                <a:lnTo>
                  <a:pt x="167" y="73"/>
                </a:lnTo>
                <a:lnTo>
                  <a:pt x="167" y="74"/>
                </a:lnTo>
                <a:lnTo>
                  <a:pt x="168" y="74"/>
                </a:lnTo>
                <a:lnTo>
                  <a:pt x="168" y="75"/>
                </a:lnTo>
                <a:lnTo>
                  <a:pt x="168" y="76"/>
                </a:lnTo>
                <a:lnTo>
                  <a:pt x="168" y="77"/>
                </a:lnTo>
                <a:lnTo>
                  <a:pt x="169" y="78"/>
                </a:lnTo>
                <a:lnTo>
                  <a:pt x="170" y="78"/>
                </a:lnTo>
                <a:lnTo>
                  <a:pt x="170" y="79"/>
                </a:lnTo>
                <a:lnTo>
                  <a:pt x="170" y="80"/>
                </a:lnTo>
                <a:lnTo>
                  <a:pt x="171" y="80"/>
                </a:lnTo>
                <a:lnTo>
                  <a:pt x="172" y="79"/>
                </a:lnTo>
                <a:lnTo>
                  <a:pt x="173" y="79"/>
                </a:lnTo>
                <a:lnTo>
                  <a:pt x="174" y="79"/>
                </a:lnTo>
                <a:lnTo>
                  <a:pt x="174" y="80"/>
                </a:lnTo>
                <a:lnTo>
                  <a:pt x="174" y="81"/>
                </a:lnTo>
                <a:lnTo>
                  <a:pt x="174" y="82"/>
                </a:lnTo>
                <a:lnTo>
                  <a:pt x="174" y="84"/>
                </a:lnTo>
                <a:lnTo>
                  <a:pt x="175" y="85"/>
                </a:lnTo>
                <a:lnTo>
                  <a:pt x="175" y="86"/>
                </a:lnTo>
                <a:lnTo>
                  <a:pt x="176" y="86"/>
                </a:lnTo>
                <a:lnTo>
                  <a:pt x="177" y="86"/>
                </a:lnTo>
                <a:lnTo>
                  <a:pt x="178" y="86"/>
                </a:lnTo>
                <a:lnTo>
                  <a:pt x="179" y="86"/>
                </a:lnTo>
                <a:lnTo>
                  <a:pt x="179" y="87"/>
                </a:lnTo>
                <a:lnTo>
                  <a:pt x="178" y="87"/>
                </a:lnTo>
                <a:lnTo>
                  <a:pt x="177" y="87"/>
                </a:lnTo>
                <a:lnTo>
                  <a:pt x="177" y="88"/>
                </a:lnTo>
                <a:lnTo>
                  <a:pt x="178" y="88"/>
                </a:lnTo>
                <a:lnTo>
                  <a:pt x="179" y="89"/>
                </a:lnTo>
                <a:lnTo>
                  <a:pt x="178" y="89"/>
                </a:lnTo>
                <a:lnTo>
                  <a:pt x="178" y="90"/>
                </a:lnTo>
                <a:lnTo>
                  <a:pt x="179" y="90"/>
                </a:lnTo>
                <a:lnTo>
                  <a:pt x="180" y="90"/>
                </a:lnTo>
                <a:lnTo>
                  <a:pt x="180" y="91"/>
                </a:lnTo>
                <a:lnTo>
                  <a:pt x="179" y="91"/>
                </a:lnTo>
                <a:lnTo>
                  <a:pt x="178" y="92"/>
                </a:lnTo>
                <a:lnTo>
                  <a:pt x="177" y="92"/>
                </a:lnTo>
                <a:lnTo>
                  <a:pt x="175" y="92"/>
                </a:lnTo>
                <a:lnTo>
                  <a:pt x="175" y="93"/>
                </a:lnTo>
                <a:lnTo>
                  <a:pt x="176" y="93"/>
                </a:lnTo>
                <a:lnTo>
                  <a:pt x="176" y="94"/>
                </a:lnTo>
                <a:lnTo>
                  <a:pt x="175" y="94"/>
                </a:lnTo>
                <a:lnTo>
                  <a:pt x="176" y="95"/>
                </a:lnTo>
                <a:lnTo>
                  <a:pt x="175" y="95"/>
                </a:lnTo>
                <a:lnTo>
                  <a:pt x="175" y="96"/>
                </a:lnTo>
                <a:lnTo>
                  <a:pt x="173" y="96"/>
                </a:lnTo>
                <a:lnTo>
                  <a:pt x="173" y="95"/>
                </a:lnTo>
                <a:lnTo>
                  <a:pt x="171" y="95"/>
                </a:lnTo>
                <a:lnTo>
                  <a:pt x="171" y="96"/>
                </a:lnTo>
                <a:lnTo>
                  <a:pt x="171" y="97"/>
                </a:lnTo>
                <a:lnTo>
                  <a:pt x="170" y="97"/>
                </a:lnTo>
                <a:lnTo>
                  <a:pt x="169" y="97"/>
                </a:lnTo>
                <a:lnTo>
                  <a:pt x="168" y="98"/>
                </a:lnTo>
                <a:lnTo>
                  <a:pt x="167" y="98"/>
                </a:lnTo>
                <a:lnTo>
                  <a:pt x="166" y="98"/>
                </a:lnTo>
                <a:lnTo>
                  <a:pt x="165" y="98"/>
                </a:lnTo>
                <a:lnTo>
                  <a:pt x="164" y="99"/>
                </a:lnTo>
                <a:lnTo>
                  <a:pt x="164" y="100"/>
                </a:lnTo>
                <a:lnTo>
                  <a:pt x="162" y="100"/>
                </a:lnTo>
                <a:lnTo>
                  <a:pt x="163" y="100"/>
                </a:lnTo>
                <a:lnTo>
                  <a:pt x="163" y="101"/>
                </a:lnTo>
                <a:lnTo>
                  <a:pt x="162" y="101"/>
                </a:lnTo>
                <a:lnTo>
                  <a:pt x="162" y="102"/>
                </a:lnTo>
                <a:lnTo>
                  <a:pt x="161" y="103"/>
                </a:lnTo>
                <a:lnTo>
                  <a:pt x="161" y="102"/>
                </a:lnTo>
                <a:lnTo>
                  <a:pt x="160" y="101"/>
                </a:lnTo>
                <a:lnTo>
                  <a:pt x="160" y="102"/>
                </a:lnTo>
                <a:lnTo>
                  <a:pt x="159" y="102"/>
                </a:lnTo>
                <a:lnTo>
                  <a:pt x="158" y="102"/>
                </a:lnTo>
                <a:lnTo>
                  <a:pt x="157" y="102"/>
                </a:lnTo>
                <a:lnTo>
                  <a:pt x="157" y="103"/>
                </a:lnTo>
                <a:lnTo>
                  <a:pt x="156" y="103"/>
                </a:lnTo>
                <a:lnTo>
                  <a:pt x="155" y="103"/>
                </a:lnTo>
                <a:lnTo>
                  <a:pt x="155" y="102"/>
                </a:lnTo>
                <a:lnTo>
                  <a:pt x="154" y="102"/>
                </a:lnTo>
                <a:lnTo>
                  <a:pt x="151" y="102"/>
                </a:lnTo>
                <a:lnTo>
                  <a:pt x="150" y="102"/>
                </a:lnTo>
                <a:lnTo>
                  <a:pt x="150" y="103"/>
                </a:lnTo>
                <a:lnTo>
                  <a:pt x="149" y="103"/>
                </a:lnTo>
                <a:lnTo>
                  <a:pt x="148" y="103"/>
                </a:lnTo>
                <a:lnTo>
                  <a:pt x="147" y="104"/>
                </a:lnTo>
                <a:lnTo>
                  <a:pt x="146" y="104"/>
                </a:lnTo>
                <a:lnTo>
                  <a:pt x="146" y="105"/>
                </a:lnTo>
                <a:lnTo>
                  <a:pt x="145" y="106"/>
                </a:lnTo>
                <a:lnTo>
                  <a:pt x="143" y="106"/>
                </a:lnTo>
                <a:lnTo>
                  <a:pt x="142" y="106"/>
                </a:lnTo>
                <a:lnTo>
                  <a:pt x="141" y="106"/>
                </a:lnTo>
                <a:lnTo>
                  <a:pt x="140" y="106"/>
                </a:lnTo>
                <a:lnTo>
                  <a:pt x="140" y="104"/>
                </a:lnTo>
                <a:lnTo>
                  <a:pt x="139" y="104"/>
                </a:lnTo>
                <a:lnTo>
                  <a:pt x="138" y="105"/>
                </a:lnTo>
                <a:lnTo>
                  <a:pt x="137" y="105"/>
                </a:lnTo>
                <a:lnTo>
                  <a:pt x="136" y="104"/>
                </a:lnTo>
                <a:lnTo>
                  <a:pt x="135" y="105"/>
                </a:lnTo>
                <a:lnTo>
                  <a:pt x="135" y="104"/>
                </a:lnTo>
                <a:lnTo>
                  <a:pt x="134" y="104"/>
                </a:lnTo>
                <a:lnTo>
                  <a:pt x="133" y="105"/>
                </a:lnTo>
                <a:lnTo>
                  <a:pt x="132" y="105"/>
                </a:lnTo>
                <a:lnTo>
                  <a:pt x="131" y="105"/>
                </a:lnTo>
                <a:lnTo>
                  <a:pt x="130" y="105"/>
                </a:lnTo>
                <a:lnTo>
                  <a:pt x="130" y="104"/>
                </a:lnTo>
                <a:lnTo>
                  <a:pt x="129" y="104"/>
                </a:lnTo>
                <a:lnTo>
                  <a:pt x="127" y="104"/>
                </a:lnTo>
                <a:lnTo>
                  <a:pt x="127" y="105"/>
                </a:lnTo>
                <a:lnTo>
                  <a:pt x="126" y="105"/>
                </a:lnTo>
                <a:lnTo>
                  <a:pt x="126" y="106"/>
                </a:lnTo>
                <a:lnTo>
                  <a:pt x="124" y="107"/>
                </a:lnTo>
                <a:lnTo>
                  <a:pt x="124" y="106"/>
                </a:lnTo>
                <a:lnTo>
                  <a:pt x="123" y="106"/>
                </a:lnTo>
                <a:lnTo>
                  <a:pt x="122" y="107"/>
                </a:lnTo>
                <a:lnTo>
                  <a:pt x="122" y="108"/>
                </a:lnTo>
                <a:lnTo>
                  <a:pt x="122" y="109"/>
                </a:lnTo>
                <a:lnTo>
                  <a:pt x="122" y="110"/>
                </a:lnTo>
                <a:lnTo>
                  <a:pt x="122" y="111"/>
                </a:lnTo>
                <a:lnTo>
                  <a:pt x="121" y="111"/>
                </a:lnTo>
                <a:lnTo>
                  <a:pt x="121" y="112"/>
                </a:lnTo>
                <a:lnTo>
                  <a:pt x="121" y="113"/>
                </a:lnTo>
                <a:lnTo>
                  <a:pt x="121" y="114"/>
                </a:lnTo>
                <a:lnTo>
                  <a:pt x="122" y="114"/>
                </a:lnTo>
                <a:lnTo>
                  <a:pt x="123" y="115"/>
                </a:lnTo>
                <a:lnTo>
                  <a:pt x="123" y="116"/>
                </a:lnTo>
                <a:lnTo>
                  <a:pt x="123" y="119"/>
                </a:lnTo>
                <a:lnTo>
                  <a:pt x="123" y="120"/>
                </a:lnTo>
                <a:lnTo>
                  <a:pt x="123" y="121"/>
                </a:lnTo>
                <a:lnTo>
                  <a:pt x="124" y="122"/>
                </a:lnTo>
                <a:lnTo>
                  <a:pt x="125" y="122"/>
                </a:lnTo>
                <a:lnTo>
                  <a:pt x="125" y="121"/>
                </a:lnTo>
                <a:lnTo>
                  <a:pt x="126" y="121"/>
                </a:lnTo>
                <a:lnTo>
                  <a:pt x="126" y="122"/>
                </a:lnTo>
                <a:lnTo>
                  <a:pt x="127" y="122"/>
                </a:lnTo>
                <a:lnTo>
                  <a:pt x="127" y="123"/>
                </a:lnTo>
                <a:lnTo>
                  <a:pt x="128" y="123"/>
                </a:lnTo>
                <a:lnTo>
                  <a:pt x="128" y="124"/>
                </a:lnTo>
                <a:lnTo>
                  <a:pt x="129" y="124"/>
                </a:lnTo>
                <a:lnTo>
                  <a:pt x="129" y="125"/>
                </a:lnTo>
                <a:lnTo>
                  <a:pt x="130" y="125"/>
                </a:lnTo>
                <a:lnTo>
                  <a:pt x="131" y="125"/>
                </a:lnTo>
                <a:lnTo>
                  <a:pt x="132" y="125"/>
                </a:lnTo>
                <a:lnTo>
                  <a:pt x="133" y="126"/>
                </a:lnTo>
                <a:lnTo>
                  <a:pt x="133" y="127"/>
                </a:lnTo>
                <a:lnTo>
                  <a:pt x="134" y="127"/>
                </a:lnTo>
                <a:lnTo>
                  <a:pt x="134" y="126"/>
                </a:lnTo>
                <a:lnTo>
                  <a:pt x="134" y="125"/>
                </a:lnTo>
                <a:lnTo>
                  <a:pt x="135" y="125"/>
                </a:lnTo>
                <a:lnTo>
                  <a:pt x="135" y="126"/>
                </a:lnTo>
                <a:lnTo>
                  <a:pt x="136" y="126"/>
                </a:lnTo>
                <a:lnTo>
                  <a:pt x="136" y="127"/>
                </a:lnTo>
                <a:lnTo>
                  <a:pt x="136" y="128"/>
                </a:lnTo>
                <a:lnTo>
                  <a:pt x="136" y="129"/>
                </a:lnTo>
                <a:lnTo>
                  <a:pt x="137" y="129"/>
                </a:lnTo>
                <a:lnTo>
                  <a:pt x="137" y="130"/>
                </a:lnTo>
                <a:lnTo>
                  <a:pt x="137" y="131"/>
                </a:lnTo>
                <a:lnTo>
                  <a:pt x="138" y="131"/>
                </a:lnTo>
                <a:lnTo>
                  <a:pt x="138" y="132"/>
                </a:lnTo>
                <a:lnTo>
                  <a:pt x="137" y="132"/>
                </a:lnTo>
                <a:lnTo>
                  <a:pt x="136" y="132"/>
                </a:lnTo>
                <a:lnTo>
                  <a:pt x="135" y="132"/>
                </a:lnTo>
                <a:lnTo>
                  <a:pt x="135" y="133"/>
                </a:lnTo>
                <a:lnTo>
                  <a:pt x="134" y="133"/>
                </a:lnTo>
                <a:lnTo>
                  <a:pt x="134" y="134"/>
                </a:lnTo>
                <a:lnTo>
                  <a:pt x="133" y="134"/>
                </a:lnTo>
                <a:lnTo>
                  <a:pt x="134" y="134"/>
                </a:lnTo>
                <a:lnTo>
                  <a:pt x="134" y="135"/>
                </a:lnTo>
                <a:lnTo>
                  <a:pt x="135" y="135"/>
                </a:lnTo>
                <a:lnTo>
                  <a:pt x="135" y="136"/>
                </a:lnTo>
                <a:lnTo>
                  <a:pt x="134" y="136"/>
                </a:lnTo>
                <a:lnTo>
                  <a:pt x="135" y="136"/>
                </a:lnTo>
                <a:lnTo>
                  <a:pt x="135" y="137"/>
                </a:lnTo>
                <a:lnTo>
                  <a:pt x="134" y="137"/>
                </a:lnTo>
                <a:lnTo>
                  <a:pt x="133" y="138"/>
                </a:lnTo>
                <a:lnTo>
                  <a:pt x="132" y="138"/>
                </a:lnTo>
                <a:lnTo>
                  <a:pt x="132" y="139"/>
                </a:lnTo>
                <a:lnTo>
                  <a:pt x="133" y="139"/>
                </a:lnTo>
                <a:lnTo>
                  <a:pt x="132" y="139"/>
                </a:lnTo>
                <a:lnTo>
                  <a:pt x="132" y="140"/>
                </a:lnTo>
                <a:lnTo>
                  <a:pt x="133" y="140"/>
                </a:lnTo>
                <a:lnTo>
                  <a:pt x="133" y="141"/>
                </a:lnTo>
                <a:lnTo>
                  <a:pt x="134" y="141"/>
                </a:lnTo>
                <a:lnTo>
                  <a:pt x="134" y="142"/>
                </a:lnTo>
                <a:lnTo>
                  <a:pt x="133" y="143"/>
                </a:lnTo>
                <a:lnTo>
                  <a:pt x="132" y="143"/>
                </a:lnTo>
                <a:lnTo>
                  <a:pt x="131" y="143"/>
                </a:lnTo>
                <a:lnTo>
                  <a:pt x="130" y="143"/>
                </a:lnTo>
                <a:lnTo>
                  <a:pt x="129" y="143"/>
                </a:lnTo>
                <a:lnTo>
                  <a:pt x="129" y="144"/>
                </a:lnTo>
                <a:lnTo>
                  <a:pt x="129" y="145"/>
                </a:lnTo>
                <a:lnTo>
                  <a:pt x="128" y="145"/>
                </a:lnTo>
                <a:lnTo>
                  <a:pt x="128" y="146"/>
                </a:lnTo>
                <a:lnTo>
                  <a:pt x="127" y="146"/>
                </a:lnTo>
                <a:lnTo>
                  <a:pt x="127" y="147"/>
                </a:lnTo>
                <a:lnTo>
                  <a:pt x="128" y="148"/>
                </a:lnTo>
                <a:lnTo>
                  <a:pt x="127" y="149"/>
                </a:lnTo>
                <a:lnTo>
                  <a:pt x="126" y="148"/>
                </a:lnTo>
                <a:lnTo>
                  <a:pt x="126" y="149"/>
                </a:lnTo>
                <a:lnTo>
                  <a:pt x="125" y="149"/>
                </a:lnTo>
                <a:lnTo>
                  <a:pt x="123" y="149"/>
                </a:lnTo>
                <a:lnTo>
                  <a:pt x="123" y="150"/>
                </a:lnTo>
                <a:lnTo>
                  <a:pt x="124" y="150"/>
                </a:lnTo>
                <a:lnTo>
                  <a:pt x="124" y="151"/>
                </a:lnTo>
                <a:lnTo>
                  <a:pt x="123" y="151"/>
                </a:lnTo>
                <a:lnTo>
                  <a:pt x="122" y="151"/>
                </a:lnTo>
                <a:lnTo>
                  <a:pt x="122" y="150"/>
                </a:lnTo>
                <a:lnTo>
                  <a:pt x="121" y="149"/>
                </a:lnTo>
                <a:lnTo>
                  <a:pt x="120" y="149"/>
                </a:lnTo>
                <a:lnTo>
                  <a:pt x="120" y="148"/>
                </a:lnTo>
                <a:lnTo>
                  <a:pt x="119" y="148"/>
                </a:lnTo>
                <a:lnTo>
                  <a:pt x="119" y="149"/>
                </a:lnTo>
                <a:lnTo>
                  <a:pt x="118" y="149"/>
                </a:lnTo>
                <a:lnTo>
                  <a:pt x="118" y="148"/>
                </a:lnTo>
                <a:lnTo>
                  <a:pt x="117" y="148"/>
                </a:lnTo>
                <a:lnTo>
                  <a:pt x="116" y="149"/>
                </a:lnTo>
                <a:lnTo>
                  <a:pt x="116" y="148"/>
                </a:lnTo>
                <a:lnTo>
                  <a:pt x="116" y="149"/>
                </a:lnTo>
                <a:lnTo>
                  <a:pt x="116" y="150"/>
                </a:lnTo>
                <a:lnTo>
                  <a:pt x="117" y="150"/>
                </a:lnTo>
                <a:lnTo>
                  <a:pt x="118" y="151"/>
                </a:lnTo>
                <a:lnTo>
                  <a:pt x="117" y="151"/>
                </a:lnTo>
                <a:lnTo>
                  <a:pt x="116" y="152"/>
                </a:lnTo>
                <a:lnTo>
                  <a:pt x="116" y="151"/>
                </a:lnTo>
                <a:lnTo>
                  <a:pt x="115" y="151"/>
                </a:lnTo>
                <a:lnTo>
                  <a:pt x="115" y="150"/>
                </a:lnTo>
                <a:lnTo>
                  <a:pt x="114" y="150"/>
                </a:lnTo>
                <a:lnTo>
                  <a:pt x="113" y="150"/>
                </a:lnTo>
                <a:lnTo>
                  <a:pt x="112" y="150"/>
                </a:lnTo>
                <a:lnTo>
                  <a:pt x="111" y="150"/>
                </a:lnTo>
                <a:lnTo>
                  <a:pt x="112" y="150"/>
                </a:lnTo>
                <a:lnTo>
                  <a:pt x="111" y="150"/>
                </a:lnTo>
                <a:lnTo>
                  <a:pt x="110" y="150"/>
                </a:lnTo>
                <a:lnTo>
                  <a:pt x="109" y="150"/>
                </a:lnTo>
                <a:lnTo>
                  <a:pt x="108" y="150"/>
                </a:lnTo>
                <a:lnTo>
                  <a:pt x="108" y="149"/>
                </a:lnTo>
                <a:lnTo>
                  <a:pt x="107" y="148"/>
                </a:lnTo>
                <a:lnTo>
                  <a:pt x="106" y="148"/>
                </a:lnTo>
                <a:lnTo>
                  <a:pt x="106" y="149"/>
                </a:lnTo>
                <a:lnTo>
                  <a:pt x="106" y="148"/>
                </a:lnTo>
                <a:lnTo>
                  <a:pt x="105" y="148"/>
                </a:lnTo>
                <a:lnTo>
                  <a:pt x="104" y="148"/>
                </a:lnTo>
                <a:lnTo>
                  <a:pt x="103" y="148"/>
                </a:lnTo>
                <a:lnTo>
                  <a:pt x="103" y="149"/>
                </a:lnTo>
                <a:lnTo>
                  <a:pt x="104" y="149"/>
                </a:lnTo>
                <a:lnTo>
                  <a:pt x="103" y="150"/>
                </a:lnTo>
                <a:lnTo>
                  <a:pt x="102" y="151"/>
                </a:lnTo>
                <a:lnTo>
                  <a:pt x="101" y="151"/>
                </a:lnTo>
                <a:lnTo>
                  <a:pt x="101" y="150"/>
                </a:lnTo>
                <a:lnTo>
                  <a:pt x="101" y="151"/>
                </a:lnTo>
                <a:lnTo>
                  <a:pt x="100" y="151"/>
                </a:lnTo>
                <a:lnTo>
                  <a:pt x="100" y="150"/>
                </a:lnTo>
                <a:lnTo>
                  <a:pt x="100" y="151"/>
                </a:lnTo>
                <a:lnTo>
                  <a:pt x="99" y="151"/>
                </a:lnTo>
                <a:lnTo>
                  <a:pt x="99" y="152"/>
                </a:lnTo>
                <a:lnTo>
                  <a:pt x="99" y="153"/>
                </a:lnTo>
                <a:lnTo>
                  <a:pt x="100" y="153"/>
                </a:lnTo>
                <a:lnTo>
                  <a:pt x="99" y="153"/>
                </a:lnTo>
                <a:lnTo>
                  <a:pt x="99" y="154"/>
                </a:lnTo>
                <a:lnTo>
                  <a:pt x="98" y="154"/>
                </a:lnTo>
                <a:lnTo>
                  <a:pt x="98" y="155"/>
                </a:lnTo>
                <a:lnTo>
                  <a:pt x="98" y="156"/>
                </a:lnTo>
                <a:lnTo>
                  <a:pt x="98" y="155"/>
                </a:lnTo>
                <a:lnTo>
                  <a:pt x="96" y="155"/>
                </a:lnTo>
                <a:lnTo>
                  <a:pt x="95" y="155"/>
                </a:lnTo>
                <a:lnTo>
                  <a:pt x="95" y="156"/>
                </a:lnTo>
                <a:lnTo>
                  <a:pt x="96" y="157"/>
                </a:lnTo>
                <a:lnTo>
                  <a:pt x="95" y="157"/>
                </a:lnTo>
                <a:lnTo>
                  <a:pt x="94" y="157"/>
                </a:lnTo>
                <a:lnTo>
                  <a:pt x="94" y="158"/>
                </a:lnTo>
                <a:lnTo>
                  <a:pt x="92" y="158"/>
                </a:lnTo>
                <a:lnTo>
                  <a:pt x="92" y="159"/>
                </a:lnTo>
                <a:lnTo>
                  <a:pt x="92" y="160"/>
                </a:lnTo>
                <a:lnTo>
                  <a:pt x="91" y="160"/>
                </a:lnTo>
                <a:lnTo>
                  <a:pt x="90" y="159"/>
                </a:lnTo>
                <a:lnTo>
                  <a:pt x="91" y="159"/>
                </a:lnTo>
                <a:lnTo>
                  <a:pt x="91" y="158"/>
                </a:lnTo>
                <a:lnTo>
                  <a:pt x="90" y="158"/>
                </a:lnTo>
                <a:lnTo>
                  <a:pt x="89" y="158"/>
                </a:lnTo>
                <a:lnTo>
                  <a:pt x="89" y="159"/>
                </a:lnTo>
                <a:lnTo>
                  <a:pt x="89" y="160"/>
                </a:lnTo>
                <a:lnTo>
                  <a:pt x="90" y="160"/>
                </a:lnTo>
                <a:lnTo>
                  <a:pt x="90" y="161"/>
                </a:lnTo>
                <a:lnTo>
                  <a:pt x="90" y="162"/>
                </a:lnTo>
                <a:lnTo>
                  <a:pt x="89" y="162"/>
                </a:lnTo>
                <a:lnTo>
                  <a:pt x="90" y="162"/>
                </a:lnTo>
                <a:lnTo>
                  <a:pt x="91" y="162"/>
                </a:lnTo>
                <a:lnTo>
                  <a:pt x="91" y="163"/>
                </a:lnTo>
                <a:lnTo>
                  <a:pt x="91" y="162"/>
                </a:lnTo>
                <a:lnTo>
                  <a:pt x="91" y="163"/>
                </a:lnTo>
                <a:lnTo>
                  <a:pt x="92" y="163"/>
                </a:lnTo>
                <a:lnTo>
                  <a:pt x="92" y="162"/>
                </a:lnTo>
                <a:lnTo>
                  <a:pt x="93" y="163"/>
                </a:lnTo>
                <a:lnTo>
                  <a:pt x="93" y="164"/>
                </a:lnTo>
                <a:lnTo>
                  <a:pt x="93" y="165"/>
                </a:lnTo>
                <a:lnTo>
                  <a:pt x="93" y="166"/>
                </a:lnTo>
                <a:lnTo>
                  <a:pt x="92" y="166"/>
                </a:lnTo>
                <a:lnTo>
                  <a:pt x="91" y="166"/>
                </a:lnTo>
                <a:lnTo>
                  <a:pt x="90" y="166"/>
                </a:lnTo>
                <a:lnTo>
                  <a:pt x="89" y="166"/>
                </a:lnTo>
                <a:lnTo>
                  <a:pt x="88" y="166"/>
                </a:lnTo>
                <a:lnTo>
                  <a:pt x="88" y="165"/>
                </a:lnTo>
                <a:lnTo>
                  <a:pt x="87" y="166"/>
                </a:lnTo>
                <a:lnTo>
                  <a:pt x="87" y="165"/>
                </a:lnTo>
                <a:lnTo>
                  <a:pt x="85" y="166"/>
                </a:lnTo>
                <a:lnTo>
                  <a:pt x="85" y="165"/>
                </a:lnTo>
                <a:lnTo>
                  <a:pt x="83" y="165"/>
                </a:lnTo>
                <a:lnTo>
                  <a:pt x="82" y="165"/>
                </a:lnTo>
                <a:lnTo>
                  <a:pt x="81" y="164"/>
                </a:lnTo>
                <a:lnTo>
                  <a:pt x="81" y="163"/>
                </a:lnTo>
                <a:lnTo>
                  <a:pt x="80" y="162"/>
                </a:lnTo>
                <a:lnTo>
                  <a:pt x="79" y="161"/>
                </a:lnTo>
                <a:lnTo>
                  <a:pt x="77" y="161"/>
                </a:lnTo>
                <a:lnTo>
                  <a:pt x="76" y="161"/>
                </a:lnTo>
                <a:lnTo>
                  <a:pt x="76" y="160"/>
                </a:lnTo>
                <a:lnTo>
                  <a:pt x="75" y="160"/>
                </a:lnTo>
                <a:lnTo>
                  <a:pt x="75" y="159"/>
                </a:lnTo>
                <a:lnTo>
                  <a:pt x="74" y="159"/>
                </a:lnTo>
                <a:lnTo>
                  <a:pt x="75" y="159"/>
                </a:lnTo>
                <a:lnTo>
                  <a:pt x="75" y="158"/>
                </a:lnTo>
                <a:lnTo>
                  <a:pt x="74" y="158"/>
                </a:lnTo>
                <a:lnTo>
                  <a:pt x="74" y="157"/>
                </a:lnTo>
                <a:lnTo>
                  <a:pt x="75" y="157"/>
                </a:lnTo>
                <a:lnTo>
                  <a:pt x="74" y="156"/>
                </a:lnTo>
                <a:lnTo>
                  <a:pt x="74" y="155"/>
                </a:lnTo>
                <a:lnTo>
                  <a:pt x="75" y="155"/>
                </a:lnTo>
                <a:lnTo>
                  <a:pt x="74" y="155"/>
                </a:lnTo>
                <a:lnTo>
                  <a:pt x="74" y="154"/>
                </a:lnTo>
                <a:lnTo>
                  <a:pt x="73" y="154"/>
                </a:lnTo>
                <a:lnTo>
                  <a:pt x="72" y="153"/>
                </a:lnTo>
                <a:lnTo>
                  <a:pt x="71" y="153"/>
                </a:lnTo>
                <a:lnTo>
                  <a:pt x="71" y="152"/>
                </a:lnTo>
                <a:lnTo>
                  <a:pt x="70" y="152"/>
                </a:lnTo>
                <a:lnTo>
                  <a:pt x="69" y="152"/>
                </a:lnTo>
                <a:lnTo>
                  <a:pt x="69" y="151"/>
                </a:lnTo>
                <a:lnTo>
                  <a:pt x="68" y="151"/>
                </a:lnTo>
                <a:lnTo>
                  <a:pt x="68" y="152"/>
                </a:lnTo>
                <a:lnTo>
                  <a:pt x="67" y="152"/>
                </a:lnTo>
                <a:lnTo>
                  <a:pt x="66" y="152"/>
                </a:lnTo>
                <a:lnTo>
                  <a:pt x="66" y="153"/>
                </a:lnTo>
                <a:lnTo>
                  <a:pt x="65" y="153"/>
                </a:lnTo>
                <a:lnTo>
                  <a:pt x="66" y="153"/>
                </a:lnTo>
                <a:lnTo>
                  <a:pt x="65" y="153"/>
                </a:lnTo>
                <a:lnTo>
                  <a:pt x="65" y="154"/>
                </a:lnTo>
                <a:lnTo>
                  <a:pt x="64" y="154"/>
                </a:lnTo>
                <a:lnTo>
                  <a:pt x="63" y="153"/>
                </a:lnTo>
                <a:lnTo>
                  <a:pt x="62" y="153"/>
                </a:lnTo>
                <a:lnTo>
                  <a:pt x="61" y="152"/>
                </a:lnTo>
                <a:lnTo>
                  <a:pt x="61" y="153"/>
                </a:lnTo>
                <a:lnTo>
                  <a:pt x="60" y="153"/>
                </a:lnTo>
                <a:lnTo>
                  <a:pt x="58" y="153"/>
                </a:lnTo>
                <a:lnTo>
                  <a:pt x="55" y="153"/>
                </a:lnTo>
                <a:lnTo>
                  <a:pt x="55" y="152"/>
                </a:lnTo>
                <a:lnTo>
                  <a:pt x="54" y="152"/>
                </a:lnTo>
                <a:lnTo>
                  <a:pt x="53" y="152"/>
                </a:lnTo>
                <a:lnTo>
                  <a:pt x="54" y="152"/>
                </a:lnTo>
                <a:lnTo>
                  <a:pt x="53" y="152"/>
                </a:lnTo>
                <a:lnTo>
                  <a:pt x="53" y="153"/>
                </a:lnTo>
                <a:lnTo>
                  <a:pt x="52" y="153"/>
                </a:lnTo>
                <a:lnTo>
                  <a:pt x="52" y="152"/>
                </a:lnTo>
                <a:lnTo>
                  <a:pt x="52" y="151"/>
                </a:lnTo>
                <a:lnTo>
                  <a:pt x="50" y="151"/>
                </a:lnTo>
                <a:lnTo>
                  <a:pt x="50" y="153"/>
                </a:lnTo>
                <a:lnTo>
                  <a:pt x="49" y="154"/>
                </a:lnTo>
                <a:lnTo>
                  <a:pt x="48" y="154"/>
                </a:lnTo>
                <a:lnTo>
                  <a:pt x="48" y="153"/>
                </a:lnTo>
                <a:lnTo>
                  <a:pt x="47" y="153"/>
                </a:lnTo>
                <a:lnTo>
                  <a:pt x="46" y="152"/>
                </a:lnTo>
                <a:lnTo>
                  <a:pt x="46" y="151"/>
                </a:lnTo>
                <a:lnTo>
                  <a:pt x="45" y="151"/>
                </a:lnTo>
                <a:lnTo>
                  <a:pt x="45" y="150"/>
                </a:lnTo>
                <a:lnTo>
                  <a:pt x="44" y="150"/>
                </a:lnTo>
                <a:lnTo>
                  <a:pt x="44" y="151"/>
                </a:lnTo>
                <a:lnTo>
                  <a:pt x="44" y="152"/>
                </a:lnTo>
                <a:lnTo>
                  <a:pt x="45" y="152"/>
                </a:lnTo>
                <a:lnTo>
                  <a:pt x="45" y="153"/>
                </a:lnTo>
                <a:lnTo>
                  <a:pt x="44" y="153"/>
                </a:lnTo>
                <a:lnTo>
                  <a:pt x="45" y="153"/>
                </a:lnTo>
                <a:lnTo>
                  <a:pt x="44" y="153"/>
                </a:lnTo>
                <a:lnTo>
                  <a:pt x="44" y="154"/>
                </a:lnTo>
                <a:lnTo>
                  <a:pt x="42" y="154"/>
                </a:lnTo>
                <a:lnTo>
                  <a:pt x="43" y="154"/>
                </a:lnTo>
                <a:lnTo>
                  <a:pt x="43" y="155"/>
                </a:lnTo>
                <a:lnTo>
                  <a:pt x="42" y="155"/>
                </a:lnTo>
                <a:lnTo>
                  <a:pt x="42" y="156"/>
                </a:lnTo>
                <a:lnTo>
                  <a:pt x="41" y="156"/>
                </a:lnTo>
                <a:lnTo>
                  <a:pt x="40" y="156"/>
                </a:lnTo>
                <a:lnTo>
                  <a:pt x="40" y="155"/>
                </a:lnTo>
                <a:lnTo>
                  <a:pt x="39" y="155"/>
                </a:lnTo>
                <a:lnTo>
                  <a:pt x="38" y="156"/>
                </a:lnTo>
                <a:lnTo>
                  <a:pt x="37" y="156"/>
                </a:lnTo>
                <a:lnTo>
                  <a:pt x="37" y="157"/>
                </a:lnTo>
                <a:lnTo>
                  <a:pt x="36" y="158"/>
                </a:lnTo>
                <a:lnTo>
                  <a:pt x="36" y="159"/>
                </a:lnTo>
                <a:lnTo>
                  <a:pt x="37" y="159"/>
                </a:lnTo>
                <a:lnTo>
                  <a:pt x="37" y="160"/>
                </a:lnTo>
                <a:lnTo>
                  <a:pt x="36" y="160"/>
                </a:lnTo>
                <a:lnTo>
                  <a:pt x="35" y="159"/>
                </a:lnTo>
                <a:lnTo>
                  <a:pt x="34" y="160"/>
                </a:lnTo>
                <a:lnTo>
                  <a:pt x="33" y="160"/>
                </a:lnTo>
                <a:lnTo>
                  <a:pt x="33" y="159"/>
                </a:lnTo>
                <a:lnTo>
                  <a:pt x="32" y="159"/>
                </a:lnTo>
                <a:lnTo>
                  <a:pt x="31" y="159"/>
                </a:lnTo>
                <a:lnTo>
                  <a:pt x="32" y="159"/>
                </a:lnTo>
                <a:lnTo>
                  <a:pt x="32" y="160"/>
                </a:lnTo>
                <a:lnTo>
                  <a:pt x="31" y="160"/>
                </a:lnTo>
                <a:lnTo>
                  <a:pt x="31" y="159"/>
                </a:lnTo>
                <a:lnTo>
                  <a:pt x="30" y="159"/>
                </a:lnTo>
                <a:lnTo>
                  <a:pt x="30" y="158"/>
                </a:lnTo>
                <a:lnTo>
                  <a:pt x="29" y="158"/>
                </a:lnTo>
                <a:lnTo>
                  <a:pt x="29" y="157"/>
                </a:lnTo>
                <a:lnTo>
                  <a:pt x="29" y="156"/>
                </a:lnTo>
                <a:lnTo>
                  <a:pt x="28" y="156"/>
                </a:lnTo>
                <a:lnTo>
                  <a:pt x="27" y="156"/>
                </a:lnTo>
                <a:lnTo>
                  <a:pt x="27" y="155"/>
                </a:lnTo>
                <a:lnTo>
                  <a:pt x="27" y="154"/>
                </a:lnTo>
                <a:lnTo>
                  <a:pt x="26" y="154"/>
                </a:lnTo>
                <a:lnTo>
                  <a:pt x="25" y="154"/>
                </a:lnTo>
                <a:lnTo>
                  <a:pt x="25" y="153"/>
                </a:lnTo>
                <a:lnTo>
                  <a:pt x="25" y="152"/>
                </a:lnTo>
                <a:lnTo>
                  <a:pt x="24" y="151"/>
                </a:lnTo>
                <a:lnTo>
                  <a:pt x="24" y="150"/>
                </a:lnTo>
                <a:lnTo>
                  <a:pt x="23" y="150"/>
                </a:lnTo>
                <a:lnTo>
                  <a:pt x="23" y="149"/>
                </a:lnTo>
                <a:lnTo>
                  <a:pt x="22" y="149"/>
                </a:lnTo>
                <a:lnTo>
                  <a:pt x="22" y="150"/>
                </a:lnTo>
                <a:lnTo>
                  <a:pt x="21" y="150"/>
                </a:lnTo>
                <a:lnTo>
                  <a:pt x="20" y="150"/>
                </a:lnTo>
                <a:lnTo>
                  <a:pt x="19" y="150"/>
                </a:lnTo>
                <a:lnTo>
                  <a:pt x="19" y="151"/>
                </a:lnTo>
                <a:lnTo>
                  <a:pt x="19" y="150"/>
                </a:lnTo>
                <a:lnTo>
                  <a:pt x="18" y="150"/>
                </a:lnTo>
                <a:lnTo>
                  <a:pt x="17" y="150"/>
                </a:lnTo>
                <a:lnTo>
                  <a:pt x="16" y="150"/>
                </a:lnTo>
                <a:lnTo>
                  <a:pt x="16" y="151"/>
                </a:lnTo>
                <a:lnTo>
                  <a:pt x="15" y="151"/>
                </a:lnTo>
                <a:lnTo>
                  <a:pt x="14" y="151"/>
                </a:lnTo>
                <a:lnTo>
                  <a:pt x="13" y="150"/>
                </a:lnTo>
                <a:lnTo>
                  <a:pt x="12" y="149"/>
                </a:lnTo>
                <a:lnTo>
                  <a:pt x="11" y="148"/>
                </a:lnTo>
                <a:lnTo>
                  <a:pt x="11" y="149"/>
                </a:lnTo>
                <a:lnTo>
                  <a:pt x="10" y="149"/>
                </a:lnTo>
                <a:lnTo>
                  <a:pt x="10" y="150"/>
                </a:lnTo>
                <a:lnTo>
                  <a:pt x="9" y="151"/>
                </a:lnTo>
                <a:lnTo>
                  <a:pt x="9" y="150"/>
                </a:lnTo>
                <a:lnTo>
                  <a:pt x="8" y="150"/>
                </a:lnTo>
                <a:lnTo>
                  <a:pt x="8" y="149"/>
                </a:lnTo>
                <a:lnTo>
                  <a:pt x="9" y="149"/>
                </a:lnTo>
                <a:lnTo>
                  <a:pt x="9" y="148"/>
                </a:lnTo>
                <a:lnTo>
                  <a:pt x="9" y="147"/>
                </a:lnTo>
                <a:lnTo>
                  <a:pt x="9" y="146"/>
                </a:lnTo>
                <a:lnTo>
                  <a:pt x="8" y="146"/>
                </a:lnTo>
                <a:lnTo>
                  <a:pt x="8" y="145"/>
                </a:lnTo>
                <a:lnTo>
                  <a:pt x="7" y="145"/>
                </a:lnTo>
                <a:lnTo>
                  <a:pt x="5" y="145"/>
                </a:lnTo>
                <a:lnTo>
                  <a:pt x="5" y="144"/>
                </a:lnTo>
                <a:lnTo>
                  <a:pt x="6" y="144"/>
                </a:lnTo>
                <a:lnTo>
                  <a:pt x="7" y="143"/>
                </a:lnTo>
                <a:lnTo>
                  <a:pt x="6" y="143"/>
                </a:lnTo>
                <a:lnTo>
                  <a:pt x="6" y="142"/>
                </a:lnTo>
                <a:lnTo>
                  <a:pt x="7" y="142"/>
                </a:lnTo>
                <a:lnTo>
                  <a:pt x="7" y="141"/>
                </a:lnTo>
                <a:lnTo>
                  <a:pt x="7" y="140"/>
                </a:lnTo>
                <a:lnTo>
                  <a:pt x="7" y="139"/>
                </a:lnTo>
                <a:lnTo>
                  <a:pt x="6" y="138"/>
                </a:lnTo>
                <a:lnTo>
                  <a:pt x="6" y="137"/>
                </a:lnTo>
                <a:lnTo>
                  <a:pt x="7" y="137"/>
                </a:lnTo>
                <a:lnTo>
                  <a:pt x="7" y="136"/>
                </a:lnTo>
                <a:lnTo>
                  <a:pt x="6" y="136"/>
                </a:lnTo>
                <a:lnTo>
                  <a:pt x="5" y="136"/>
                </a:lnTo>
                <a:lnTo>
                  <a:pt x="4" y="136"/>
                </a:lnTo>
                <a:lnTo>
                  <a:pt x="3" y="135"/>
                </a:lnTo>
                <a:lnTo>
                  <a:pt x="2" y="135"/>
                </a:lnTo>
                <a:lnTo>
                  <a:pt x="1" y="134"/>
                </a:lnTo>
                <a:lnTo>
                  <a:pt x="1" y="133"/>
                </a:lnTo>
                <a:lnTo>
                  <a:pt x="0" y="133"/>
                </a:lnTo>
                <a:lnTo>
                  <a:pt x="1" y="133"/>
                </a:lnTo>
                <a:lnTo>
                  <a:pt x="1" y="132"/>
                </a:lnTo>
                <a:lnTo>
                  <a:pt x="2" y="132"/>
                </a:lnTo>
                <a:lnTo>
                  <a:pt x="2" y="131"/>
                </a:lnTo>
                <a:lnTo>
                  <a:pt x="3" y="132"/>
                </a:lnTo>
                <a:lnTo>
                  <a:pt x="4" y="131"/>
                </a:lnTo>
                <a:lnTo>
                  <a:pt x="5" y="131"/>
                </a:lnTo>
                <a:lnTo>
                  <a:pt x="5" y="130"/>
                </a:lnTo>
                <a:lnTo>
                  <a:pt x="6" y="130"/>
                </a:lnTo>
                <a:lnTo>
                  <a:pt x="7" y="130"/>
                </a:lnTo>
                <a:lnTo>
                  <a:pt x="7" y="131"/>
                </a:lnTo>
                <a:lnTo>
                  <a:pt x="8" y="131"/>
                </a:lnTo>
                <a:lnTo>
                  <a:pt x="8" y="132"/>
                </a:lnTo>
                <a:lnTo>
                  <a:pt x="8" y="131"/>
                </a:lnTo>
                <a:lnTo>
                  <a:pt x="9" y="131"/>
                </a:lnTo>
                <a:lnTo>
                  <a:pt x="10" y="131"/>
                </a:lnTo>
                <a:lnTo>
                  <a:pt x="11" y="131"/>
                </a:lnTo>
                <a:lnTo>
                  <a:pt x="11" y="130"/>
                </a:lnTo>
                <a:lnTo>
                  <a:pt x="12" y="130"/>
                </a:lnTo>
                <a:lnTo>
                  <a:pt x="13" y="130"/>
                </a:lnTo>
                <a:lnTo>
                  <a:pt x="13" y="129"/>
                </a:lnTo>
                <a:lnTo>
                  <a:pt x="14" y="129"/>
                </a:lnTo>
                <a:lnTo>
                  <a:pt x="14" y="128"/>
                </a:lnTo>
                <a:lnTo>
                  <a:pt x="13" y="128"/>
                </a:lnTo>
                <a:lnTo>
                  <a:pt x="12" y="128"/>
                </a:lnTo>
                <a:lnTo>
                  <a:pt x="11" y="127"/>
                </a:lnTo>
                <a:lnTo>
                  <a:pt x="10" y="127"/>
                </a:lnTo>
                <a:lnTo>
                  <a:pt x="10" y="126"/>
                </a:lnTo>
                <a:lnTo>
                  <a:pt x="9" y="126"/>
                </a:lnTo>
                <a:lnTo>
                  <a:pt x="8" y="126"/>
                </a:lnTo>
                <a:lnTo>
                  <a:pt x="8" y="125"/>
                </a:lnTo>
                <a:lnTo>
                  <a:pt x="9" y="125"/>
                </a:lnTo>
                <a:lnTo>
                  <a:pt x="9" y="124"/>
                </a:lnTo>
                <a:lnTo>
                  <a:pt x="9" y="123"/>
                </a:lnTo>
                <a:lnTo>
                  <a:pt x="10" y="123"/>
                </a:lnTo>
                <a:lnTo>
                  <a:pt x="10" y="122"/>
                </a:lnTo>
                <a:lnTo>
                  <a:pt x="9" y="122"/>
                </a:lnTo>
                <a:lnTo>
                  <a:pt x="8" y="122"/>
                </a:lnTo>
                <a:lnTo>
                  <a:pt x="8" y="121"/>
                </a:lnTo>
                <a:lnTo>
                  <a:pt x="9" y="120"/>
                </a:lnTo>
                <a:lnTo>
                  <a:pt x="9" y="119"/>
                </a:lnTo>
                <a:lnTo>
                  <a:pt x="8" y="119"/>
                </a:lnTo>
                <a:lnTo>
                  <a:pt x="8" y="118"/>
                </a:lnTo>
                <a:lnTo>
                  <a:pt x="7" y="118"/>
                </a:lnTo>
                <a:lnTo>
                  <a:pt x="6" y="117"/>
                </a:lnTo>
                <a:lnTo>
                  <a:pt x="6" y="116"/>
                </a:lnTo>
                <a:lnTo>
                  <a:pt x="5" y="116"/>
                </a:lnTo>
                <a:lnTo>
                  <a:pt x="4" y="116"/>
                </a:lnTo>
                <a:lnTo>
                  <a:pt x="4" y="115"/>
                </a:lnTo>
                <a:lnTo>
                  <a:pt x="3" y="115"/>
                </a:lnTo>
                <a:lnTo>
                  <a:pt x="2" y="115"/>
                </a:lnTo>
                <a:lnTo>
                  <a:pt x="2" y="114"/>
                </a:lnTo>
                <a:lnTo>
                  <a:pt x="2" y="115"/>
                </a:lnTo>
                <a:lnTo>
                  <a:pt x="1" y="115"/>
                </a:lnTo>
                <a:lnTo>
                  <a:pt x="1" y="114"/>
                </a:lnTo>
                <a:lnTo>
                  <a:pt x="0" y="114"/>
                </a:lnTo>
                <a:lnTo>
                  <a:pt x="1" y="113"/>
                </a:lnTo>
                <a:lnTo>
                  <a:pt x="0" y="113"/>
                </a:lnTo>
                <a:lnTo>
                  <a:pt x="1" y="112"/>
                </a:lnTo>
                <a:lnTo>
                  <a:pt x="1" y="111"/>
                </a:lnTo>
                <a:lnTo>
                  <a:pt x="1" y="110"/>
                </a:lnTo>
                <a:lnTo>
                  <a:pt x="2" y="110"/>
                </a:lnTo>
                <a:lnTo>
                  <a:pt x="3" y="110"/>
                </a:lnTo>
                <a:lnTo>
                  <a:pt x="3" y="109"/>
                </a:lnTo>
                <a:lnTo>
                  <a:pt x="2" y="109"/>
                </a:lnTo>
                <a:lnTo>
                  <a:pt x="2" y="108"/>
                </a:lnTo>
                <a:lnTo>
                  <a:pt x="3" y="108"/>
                </a:lnTo>
                <a:lnTo>
                  <a:pt x="3" y="107"/>
                </a:lnTo>
                <a:lnTo>
                  <a:pt x="3" y="106"/>
                </a:lnTo>
                <a:lnTo>
                  <a:pt x="4" y="106"/>
                </a:lnTo>
                <a:lnTo>
                  <a:pt x="5" y="106"/>
                </a:lnTo>
                <a:lnTo>
                  <a:pt x="6" y="105"/>
                </a:lnTo>
                <a:lnTo>
                  <a:pt x="7" y="104"/>
                </a:lnTo>
                <a:lnTo>
                  <a:pt x="8" y="104"/>
                </a:lnTo>
                <a:lnTo>
                  <a:pt x="8" y="103"/>
                </a:lnTo>
                <a:lnTo>
                  <a:pt x="9" y="103"/>
                </a:lnTo>
                <a:lnTo>
                  <a:pt x="9" y="102"/>
                </a:lnTo>
                <a:lnTo>
                  <a:pt x="10" y="102"/>
                </a:lnTo>
                <a:lnTo>
                  <a:pt x="11" y="102"/>
                </a:lnTo>
                <a:lnTo>
                  <a:pt x="12" y="101"/>
                </a:lnTo>
                <a:lnTo>
                  <a:pt x="12" y="100"/>
                </a:lnTo>
                <a:lnTo>
                  <a:pt x="13" y="99"/>
                </a:lnTo>
                <a:lnTo>
                  <a:pt x="14" y="99"/>
                </a:lnTo>
                <a:lnTo>
                  <a:pt x="14" y="100"/>
                </a:lnTo>
                <a:lnTo>
                  <a:pt x="15" y="100"/>
                </a:lnTo>
                <a:lnTo>
                  <a:pt x="15" y="99"/>
                </a:lnTo>
                <a:lnTo>
                  <a:pt x="16" y="99"/>
                </a:lnTo>
                <a:lnTo>
                  <a:pt x="15" y="99"/>
                </a:lnTo>
                <a:lnTo>
                  <a:pt x="16" y="98"/>
                </a:lnTo>
                <a:lnTo>
                  <a:pt x="16" y="97"/>
                </a:lnTo>
                <a:lnTo>
                  <a:pt x="17" y="97"/>
                </a:lnTo>
                <a:lnTo>
                  <a:pt x="20" y="98"/>
                </a:lnTo>
                <a:lnTo>
                  <a:pt x="20" y="97"/>
                </a:lnTo>
                <a:lnTo>
                  <a:pt x="20" y="96"/>
                </a:lnTo>
                <a:lnTo>
                  <a:pt x="21" y="96"/>
                </a:lnTo>
                <a:lnTo>
                  <a:pt x="22" y="96"/>
                </a:lnTo>
                <a:lnTo>
                  <a:pt x="23" y="96"/>
                </a:lnTo>
                <a:lnTo>
                  <a:pt x="24" y="96"/>
                </a:lnTo>
                <a:lnTo>
                  <a:pt x="25" y="96"/>
                </a:lnTo>
                <a:lnTo>
                  <a:pt x="26" y="96"/>
                </a:lnTo>
                <a:lnTo>
                  <a:pt x="25" y="96"/>
                </a:lnTo>
                <a:lnTo>
                  <a:pt x="26" y="96"/>
                </a:lnTo>
                <a:lnTo>
                  <a:pt x="27" y="96"/>
                </a:lnTo>
                <a:lnTo>
                  <a:pt x="28" y="96"/>
                </a:lnTo>
                <a:lnTo>
                  <a:pt x="29" y="96"/>
                </a:lnTo>
                <a:lnTo>
                  <a:pt x="30" y="95"/>
                </a:lnTo>
                <a:lnTo>
                  <a:pt x="30" y="94"/>
                </a:lnTo>
                <a:lnTo>
                  <a:pt x="30" y="93"/>
                </a:lnTo>
                <a:lnTo>
                  <a:pt x="32" y="92"/>
                </a:lnTo>
                <a:lnTo>
                  <a:pt x="32" y="91"/>
                </a:lnTo>
                <a:lnTo>
                  <a:pt x="33" y="91"/>
                </a:lnTo>
                <a:lnTo>
                  <a:pt x="33" y="92"/>
                </a:lnTo>
                <a:lnTo>
                  <a:pt x="34" y="93"/>
                </a:lnTo>
                <a:lnTo>
                  <a:pt x="35" y="94"/>
                </a:lnTo>
                <a:lnTo>
                  <a:pt x="36" y="94"/>
                </a:lnTo>
                <a:lnTo>
                  <a:pt x="37" y="94"/>
                </a:lnTo>
                <a:lnTo>
                  <a:pt x="38" y="94"/>
                </a:lnTo>
                <a:lnTo>
                  <a:pt x="39" y="94"/>
                </a:lnTo>
                <a:lnTo>
                  <a:pt x="39" y="93"/>
                </a:lnTo>
                <a:lnTo>
                  <a:pt x="38" y="93"/>
                </a:lnTo>
                <a:lnTo>
                  <a:pt x="38" y="92"/>
                </a:lnTo>
                <a:lnTo>
                  <a:pt x="39" y="92"/>
                </a:lnTo>
                <a:lnTo>
                  <a:pt x="39" y="91"/>
                </a:lnTo>
                <a:lnTo>
                  <a:pt x="39" y="90"/>
                </a:lnTo>
                <a:lnTo>
                  <a:pt x="40" y="90"/>
                </a:lnTo>
                <a:lnTo>
                  <a:pt x="41" y="90"/>
                </a:lnTo>
                <a:lnTo>
                  <a:pt x="42" y="89"/>
                </a:lnTo>
                <a:lnTo>
                  <a:pt x="42" y="88"/>
                </a:lnTo>
                <a:lnTo>
                  <a:pt x="42" y="87"/>
                </a:lnTo>
                <a:lnTo>
                  <a:pt x="43" y="86"/>
                </a:lnTo>
                <a:lnTo>
                  <a:pt x="43" y="85"/>
                </a:lnTo>
                <a:lnTo>
                  <a:pt x="44" y="86"/>
                </a:lnTo>
                <a:lnTo>
                  <a:pt x="45" y="85"/>
                </a:lnTo>
                <a:lnTo>
                  <a:pt x="45" y="84"/>
                </a:lnTo>
                <a:lnTo>
                  <a:pt x="46" y="82"/>
                </a:lnTo>
                <a:lnTo>
                  <a:pt x="47" y="82"/>
                </a:lnTo>
                <a:lnTo>
                  <a:pt x="47" y="84"/>
                </a:lnTo>
                <a:lnTo>
                  <a:pt x="49" y="82"/>
                </a:lnTo>
                <a:lnTo>
                  <a:pt x="50" y="82"/>
                </a:lnTo>
                <a:lnTo>
                  <a:pt x="50" y="81"/>
                </a:lnTo>
                <a:lnTo>
                  <a:pt x="49" y="81"/>
                </a:lnTo>
                <a:lnTo>
                  <a:pt x="48" y="80"/>
                </a:lnTo>
                <a:lnTo>
                  <a:pt x="48" y="79"/>
                </a:lnTo>
                <a:lnTo>
                  <a:pt x="47" y="78"/>
                </a:lnTo>
                <a:lnTo>
                  <a:pt x="47" y="77"/>
                </a:lnTo>
                <a:lnTo>
                  <a:pt x="47" y="76"/>
                </a:lnTo>
                <a:lnTo>
                  <a:pt x="46" y="76"/>
                </a:lnTo>
                <a:lnTo>
                  <a:pt x="45" y="75"/>
                </a:lnTo>
                <a:lnTo>
                  <a:pt x="45" y="74"/>
                </a:lnTo>
                <a:lnTo>
                  <a:pt x="45" y="73"/>
                </a:lnTo>
                <a:lnTo>
                  <a:pt x="45" y="72"/>
                </a:lnTo>
                <a:lnTo>
                  <a:pt x="44" y="72"/>
                </a:lnTo>
                <a:lnTo>
                  <a:pt x="42" y="72"/>
                </a:lnTo>
                <a:lnTo>
                  <a:pt x="41" y="72"/>
                </a:lnTo>
                <a:lnTo>
                  <a:pt x="40" y="72"/>
                </a:lnTo>
                <a:lnTo>
                  <a:pt x="40" y="71"/>
                </a:lnTo>
                <a:lnTo>
                  <a:pt x="40" y="70"/>
                </a:lnTo>
                <a:lnTo>
                  <a:pt x="39" y="70"/>
                </a:lnTo>
                <a:lnTo>
                  <a:pt x="38" y="70"/>
                </a:lnTo>
                <a:lnTo>
                  <a:pt x="38" y="69"/>
                </a:lnTo>
                <a:lnTo>
                  <a:pt x="37" y="68"/>
                </a:lnTo>
                <a:lnTo>
                  <a:pt x="34" y="65"/>
                </a:lnTo>
                <a:lnTo>
                  <a:pt x="32" y="63"/>
                </a:lnTo>
                <a:lnTo>
                  <a:pt x="32" y="62"/>
                </a:lnTo>
                <a:lnTo>
                  <a:pt x="32" y="61"/>
                </a:lnTo>
                <a:lnTo>
                  <a:pt x="32" y="60"/>
                </a:lnTo>
                <a:lnTo>
                  <a:pt x="33" y="58"/>
                </a:lnTo>
                <a:lnTo>
                  <a:pt x="32" y="58"/>
                </a:lnTo>
                <a:lnTo>
                  <a:pt x="31" y="57"/>
                </a:lnTo>
                <a:lnTo>
                  <a:pt x="29" y="58"/>
                </a:lnTo>
                <a:lnTo>
                  <a:pt x="29" y="57"/>
                </a:lnTo>
                <a:lnTo>
                  <a:pt x="29" y="56"/>
                </a:lnTo>
                <a:lnTo>
                  <a:pt x="29" y="55"/>
                </a:lnTo>
                <a:lnTo>
                  <a:pt x="30" y="55"/>
                </a:lnTo>
                <a:lnTo>
                  <a:pt x="30" y="54"/>
                </a:lnTo>
                <a:lnTo>
                  <a:pt x="30" y="53"/>
                </a:lnTo>
                <a:lnTo>
                  <a:pt x="32" y="52"/>
                </a:lnTo>
                <a:lnTo>
                  <a:pt x="33" y="51"/>
                </a:lnTo>
                <a:lnTo>
                  <a:pt x="34" y="51"/>
                </a:lnTo>
                <a:lnTo>
                  <a:pt x="36" y="51"/>
                </a:lnTo>
                <a:lnTo>
                  <a:pt x="36" y="50"/>
                </a:lnTo>
                <a:lnTo>
                  <a:pt x="37" y="49"/>
                </a:lnTo>
                <a:lnTo>
                  <a:pt x="37" y="48"/>
                </a:lnTo>
                <a:lnTo>
                  <a:pt x="38" y="48"/>
                </a:lnTo>
                <a:lnTo>
                  <a:pt x="39" y="48"/>
                </a:lnTo>
                <a:lnTo>
                  <a:pt x="40" y="48"/>
                </a:lnTo>
                <a:lnTo>
                  <a:pt x="42" y="48"/>
                </a:lnTo>
                <a:lnTo>
                  <a:pt x="42" y="47"/>
                </a:lnTo>
                <a:lnTo>
                  <a:pt x="43" y="47"/>
                </a:lnTo>
                <a:lnTo>
                  <a:pt x="43" y="46"/>
                </a:lnTo>
                <a:lnTo>
                  <a:pt x="44" y="45"/>
                </a:lnTo>
                <a:lnTo>
                  <a:pt x="45" y="45"/>
                </a:lnTo>
                <a:lnTo>
                  <a:pt x="46" y="46"/>
                </a:lnTo>
                <a:lnTo>
                  <a:pt x="49" y="46"/>
                </a:lnTo>
                <a:lnTo>
                  <a:pt x="49" y="47"/>
                </a:lnTo>
                <a:lnTo>
                  <a:pt x="50" y="47"/>
                </a:lnTo>
                <a:lnTo>
                  <a:pt x="50" y="48"/>
                </a:lnTo>
                <a:lnTo>
                  <a:pt x="51" y="49"/>
                </a:lnTo>
                <a:lnTo>
                  <a:pt x="52" y="49"/>
                </a:lnTo>
                <a:lnTo>
                  <a:pt x="53" y="48"/>
                </a:lnTo>
                <a:lnTo>
                  <a:pt x="54" y="47"/>
                </a:lnTo>
                <a:lnTo>
                  <a:pt x="55" y="47"/>
                </a:lnTo>
                <a:lnTo>
                  <a:pt x="55" y="46"/>
                </a:lnTo>
                <a:lnTo>
                  <a:pt x="55" y="47"/>
                </a:lnTo>
                <a:lnTo>
                  <a:pt x="56" y="47"/>
                </a:lnTo>
                <a:lnTo>
                  <a:pt x="57" y="47"/>
                </a:lnTo>
                <a:lnTo>
                  <a:pt x="58" y="46"/>
                </a:lnTo>
                <a:lnTo>
                  <a:pt x="59" y="45"/>
                </a:lnTo>
                <a:lnTo>
                  <a:pt x="60" y="44"/>
                </a:lnTo>
                <a:lnTo>
                  <a:pt x="61" y="44"/>
                </a:lnTo>
                <a:lnTo>
                  <a:pt x="63" y="44"/>
                </a:lnTo>
                <a:lnTo>
                  <a:pt x="63" y="43"/>
                </a:lnTo>
                <a:lnTo>
                  <a:pt x="62" y="43"/>
                </a:lnTo>
                <a:lnTo>
                  <a:pt x="62" y="42"/>
                </a:lnTo>
                <a:lnTo>
                  <a:pt x="64" y="42"/>
                </a:lnTo>
                <a:lnTo>
                  <a:pt x="64" y="41"/>
                </a:lnTo>
                <a:lnTo>
                  <a:pt x="64" y="40"/>
                </a:lnTo>
                <a:lnTo>
                  <a:pt x="65" y="40"/>
                </a:lnTo>
                <a:lnTo>
                  <a:pt x="66" y="41"/>
                </a:lnTo>
                <a:lnTo>
                  <a:pt x="67" y="41"/>
                </a:lnTo>
                <a:lnTo>
                  <a:pt x="68" y="39"/>
                </a:lnTo>
                <a:lnTo>
                  <a:pt x="68" y="38"/>
                </a:lnTo>
                <a:lnTo>
                  <a:pt x="68" y="37"/>
                </a:lnTo>
                <a:lnTo>
                  <a:pt x="69" y="36"/>
                </a:lnTo>
                <a:lnTo>
                  <a:pt x="70" y="34"/>
                </a:lnTo>
                <a:lnTo>
                  <a:pt x="71" y="33"/>
                </a:lnTo>
                <a:lnTo>
                  <a:pt x="72" y="32"/>
                </a:lnTo>
                <a:lnTo>
                  <a:pt x="73" y="31"/>
                </a:lnTo>
                <a:lnTo>
                  <a:pt x="73" y="30"/>
                </a:lnTo>
                <a:lnTo>
                  <a:pt x="74" y="29"/>
                </a:lnTo>
                <a:lnTo>
                  <a:pt x="75" y="28"/>
                </a:lnTo>
                <a:lnTo>
                  <a:pt x="76" y="28"/>
                </a:lnTo>
                <a:lnTo>
                  <a:pt x="76" y="29"/>
                </a:lnTo>
                <a:lnTo>
                  <a:pt x="77" y="29"/>
                </a:lnTo>
                <a:lnTo>
                  <a:pt x="77" y="30"/>
                </a:lnTo>
                <a:lnTo>
                  <a:pt x="77" y="31"/>
                </a:lnTo>
                <a:lnTo>
                  <a:pt x="78" y="30"/>
                </a:lnTo>
                <a:lnTo>
                  <a:pt x="79" y="30"/>
                </a:lnTo>
                <a:lnTo>
                  <a:pt x="79" y="31"/>
                </a:lnTo>
                <a:lnTo>
                  <a:pt x="80" y="32"/>
                </a:lnTo>
                <a:lnTo>
                  <a:pt x="80" y="31"/>
                </a:lnTo>
                <a:lnTo>
                  <a:pt x="80" y="30"/>
                </a:lnTo>
                <a:lnTo>
                  <a:pt x="81" y="30"/>
                </a:lnTo>
                <a:lnTo>
                  <a:pt x="82" y="29"/>
                </a:lnTo>
                <a:lnTo>
                  <a:pt x="83" y="29"/>
                </a:lnTo>
                <a:lnTo>
                  <a:pt x="84" y="30"/>
                </a:lnTo>
                <a:lnTo>
                  <a:pt x="87" y="30"/>
                </a:lnTo>
                <a:lnTo>
                  <a:pt x="87" y="29"/>
                </a:lnTo>
                <a:lnTo>
                  <a:pt x="88" y="29"/>
                </a:lnTo>
                <a:lnTo>
                  <a:pt x="89" y="29"/>
                </a:lnTo>
                <a:lnTo>
                  <a:pt x="90" y="29"/>
                </a:lnTo>
                <a:lnTo>
                  <a:pt x="90" y="30"/>
                </a:lnTo>
                <a:lnTo>
                  <a:pt x="91" y="30"/>
                </a:lnTo>
                <a:lnTo>
                  <a:pt x="93" y="30"/>
                </a:lnTo>
                <a:lnTo>
                  <a:pt x="94" y="30"/>
                </a:lnTo>
                <a:lnTo>
                  <a:pt x="94" y="29"/>
                </a:lnTo>
                <a:lnTo>
                  <a:pt x="94" y="28"/>
                </a:lnTo>
                <a:lnTo>
                  <a:pt x="94" y="27"/>
                </a:lnTo>
                <a:lnTo>
                  <a:pt x="93" y="27"/>
                </a:lnTo>
                <a:lnTo>
                  <a:pt x="92" y="26"/>
                </a:lnTo>
                <a:lnTo>
                  <a:pt x="92" y="25"/>
                </a:lnTo>
                <a:lnTo>
                  <a:pt x="91" y="25"/>
                </a:lnTo>
                <a:lnTo>
                  <a:pt x="90" y="24"/>
                </a:lnTo>
                <a:lnTo>
                  <a:pt x="89" y="24"/>
                </a:lnTo>
                <a:lnTo>
                  <a:pt x="89" y="23"/>
                </a:lnTo>
                <a:lnTo>
                  <a:pt x="88" y="22"/>
                </a:lnTo>
                <a:lnTo>
                  <a:pt x="87" y="20"/>
                </a:lnTo>
                <a:lnTo>
                  <a:pt x="86" y="19"/>
                </a:lnTo>
                <a:lnTo>
                  <a:pt x="85" y="19"/>
                </a:lnTo>
                <a:lnTo>
                  <a:pt x="85" y="18"/>
                </a:lnTo>
                <a:lnTo>
                  <a:pt x="84" y="18"/>
                </a:lnTo>
                <a:lnTo>
                  <a:pt x="84" y="17"/>
                </a:lnTo>
                <a:lnTo>
                  <a:pt x="83" y="17"/>
                </a:lnTo>
                <a:lnTo>
                  <a:pt x="82" y="16"/>
                </a:lnTo>
                <a:lnTo>
                  <a:pt x="82" y="14"/>
                </a:lnTo>
                <a:lnTo>
                  <a:pt x="83" y="13"/>
                </a:lnTo>
                <a:lnTo>
                  <a:pt x="84" y="13"/>
                </a:lnTo>
                <a:lnTo>
                  <a:pt x="85" y="13"/>
                </a:lnTo>
                <a:lnTo>
                  <a:pt x="85" y="12"/>
                </a:lnTo>
                <a:lnTo>
                  <a:pt x="86" y="12"/>
                </a:lnTo>
                <a:lnTo>
                  <a:pt x="86" y="13"/>
                </a:lnTo>
                <a:lnTo>
                  <a:pt x="87" y="13"/>
                </a:lnTo>
                <a:lnTo>
                  <a:pt x="87" y="14"/>
                </a:lnTo>
                <a:lnTo>
                  <a:pt x="88" y="15"/>
                </a:lnTo>
                <a:lnTo>
                  <a:pt x="88" y="16"/>
                </a:lnTo>
                <a:lnTo>
                  <a:pt x="90" y="17"/>
                </a:lnTo>
                <a:lnTo>
                  <a:pt x="90" y="16"/>
                </a:lnTo>
                <a:lnTo>
                  <a:pt x="91" y="16"/>
                </a:lnTo>
                <a:lnTo>
                  <a:pt x="92" y="17"/>
                </a:lnTo>
                <a:lnTo>
                  <a:pt x="93" y="17"/>
                </a:lnTo>
                <a:lnTo>
                  <a:pt x="93" y="16"/>
                </a:lnTo>
                <a:lnTo>
                  <a:pt x="94" y="16"/>
                </a:lnTo>
                <a:lnTo>
                  <a:pt x="94" y="17"/>
                </a:lnTo>
                <a:lnTo>
                  <a:pt x="95" y="17"/>
                </a:lnTo>
                <a:lnTo>
                  <a:pt x="95" y="16"/>
                </a:lnTo>
                <a:lnTo>
                  <a:pt x="95" y="14"/>
                </a:lnTo>
                <a:lnTo>
                  <a:pt x="94" y="13"/>
                </a:lnTo>
                <a:lnTo>
                  <a:pt x="93" y="11"/>
                </a:lnTo>
                <a:lnTo>
                  <a:pt x="93" y="10"/>
                </a:lnTo>
                <a:lnTo>
                  <a:pt x="93" y="9"/>
                </a:lnTo>
                <a:lnTo>
                  <a:pt x="93" y="8"/>
                </a:lnTo>
                <a:lnTo>
                  <a:pt x="94" y="8"/>
                </a:lnTo>
                <a:lnTo>
                  <a:pt x="95" y="8"/>
                </a:lnTo>
                <a:lnTo>
                  <a:pt x="96" y="8"/>
                </a:lnTo>
                <a:lnTo>
                  <a:pt x="97" y="8"/>
                </a:lnTo>
                <a:lnTo>
                  <a:pt x="98" y="9"/>
                </a:lnTo>
                <a:lnTo>
                  <a:pt x="99" y="9"/>
                </a:lnTo>
                <a:lnTo>
                  <a:pt x="100" y="8"/>
                </a:lnTo>
                <a:lnTo>
                  <a:pt x="102" y="7"/>
                </a:lnTo>
                <a:lnTo>
                  <a:pt x="102" y="8"/>
                </a:lnTo>
                <a:lnTo>
                  <a:pt x="103" y="7"/>
                </a:lnTo>
                <a:lnTo>
                  <a:pt x="104" y="7"/>
                </a:lnTo>
                <a:lnTo>
                  <a:pt x="104" y="8"/>
                </a:lnTo>
                <a:lnTo>
                  <a:pt x="105" y="8"/>
                </a:lnTo>
                <a:lnTo>
                  <a:pt x="105" y="9"/>
                </a:lnTo>
                <a:lnTo>
                  <a:pt x="106" y="9"/>
                </a:lnTo>
                <a:lnTo>
                  <a:pt x="107" y="9"/>
                </a:lnTo>
                <a:lnTo>
                  <a:pt x="108" y="8"/>
                </a:lnTo>
                <a:lnTo>
                  <a:pt x="108" y="7"/>
                </a:lnTo>
                <a:lnTo>
                  <a:pt x="108" y="6"/>
                </a:lnTo>
                <a:lnTo>
                  <a:pt x="108" y="5"/>
                </a:lnTo>
                <a:lnTo>
                  <a:pt x="108" y="4"/>
                </a:lnTo>
                <a:lnTo>
                  <a:pt x="108" y="3"/>
                </a:lnTo>
                <a:lnTo>
                  <a:pt x="108" y="2"/>
                </a:lnTo>
                <a:lnTo>
                  <a:pt x="108" y="1"/>
                </a:lnTo>
                <a:lnTo>
                  <a:pt x="109" y="0"/>
                </a:lnTo>
                <a:lnTo>
                  <a:pt x="111" y="0"/>
                </a:lnTo>
                <a:lnTo>
                  <a:pt x="111" y="1"/>
                </a:lnTo>
                <a:lnTo>
                  <a:pt x="112" y="1"/>
                </a:lnTo>
                <a:lnTo>
                  <a:pt x="113" y="2"/>
                </a:lnTo>
                <a:lnTo>
                  <a:pt x="11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05" name=""/>
          <p:cNvSpPr/>
          <p:nvPr/>
        </p:nvSpPr>
        <p:spPr>
          <a:xfrm>
            <a:off x="6856560" y="3653280"/>
            <a:ext cx="44280" cy="62640"/>
          </a:xfrm>
          <a:custGeom>
            <a:avLst/>
            <a:gdLst/>
            <a:ahLst/>
            <a:rect l="0" t="0" r="r" b="b"/>
            <a:pathLst>
              <a:path w="123" h="174">
                <a:moveTo>
                  <a:pt x="68" y="0"/>
                </a:moveTo>
                <a:lnTo>
                  <a:pt x="70" y="1"/>
                </a:lnTo>
                <a:lnTo>
                  <a:pt x="71" y="1"/>
                </a:lnTo>
                <a:lnTo>
                  <a:pt x="72" y="2"/>
                </a:lnTo>
                <a:lnTo>
                  <a:pt x="73" y="2"/>
                </a:lnTo>
                <a:lnTo>
                  <a:pt x="74" y="2"/>
                </a:lnTo>
                <a:lnTo>
                  <a:pt x="75" y="2"/>
                </a:lnTo>
                <a:lnTo>
                  <a:pt x="76" y="2"/>
                </a:lnTo>
                <a:lnTo>
                  <a:pt x="77" y="2"/>
                </a:lnTo>
                <a:lnTo>
                  <a:pt x="78" y="2"/>
                </a:lnTo>
                <a:lnTo>
                  <a:pt x="79" y="2"/>
                </a:lnTo>
                <a:lnTo>
                  <a:pt x="79" y="3"/>
                </a:lnTo>
                <a:lnTo>
                  <a:pt x="79" y="4"/>
                </a:lnTo>
                <a:lnTo>
                  <a:pt x="78" y="4"/>
                </a:lnTo>
                <a:lnTo>
                  <a:pt x="79" y="6"/>
                </a:lnTo>
                <a:lnTo>
                  <a:pt x="79" y="7"/>
                </a:lnTo>
                <a:lnTo>
                  <a:pt x="80" y="8"/>
                </a:lnTo>
                <a:lnTo>
                  <a:pt x="81" y="8"/>
                </a:lnTo>
                <a:lnTo>
                  <a:pt x="82" y="8"/>
                </a:lnTo>
                <a:lnTo>
                  <a:pt x="82" y="9"/>
                </a:lnTo>
                <a:lnTo>
                  <a:pt x="83" y="9"/>
                </a:lnTo>
                <a:lnTo>
                  <a:pt x="83" y="10"/>
                </a:lnTo>
                <a:lnTo>
                  <a:pt x="84" y="10"/>
                </a:lnTo>
                <a:lnTo>
                  <a:pt x="85" y="11"/>
                </a:lnTo>
                <a:lnTo>
                  <a:pt x="85" y="12"/>
                </a:lnTo>
                <a:lnTo>
                  <a:pt x="86" y="12"/>
                </a:lnTo>
                <a:lnTo>
                  <a:pt x="86" y="13"/>
                </a:lnTo>
                <a:lnTo>
                  <a:pt x="86" y="14"/>
                </a:lnTo>
                <a:lnTo>
                  <a:pt x="86" y="15"/>
                </a:lnTo>
                <a:lnTo>
                  <a:pt x="86" y="16"/>
                </a:lnTo>
                <a:lnTo>
                  <a:pt x="87" y="16"/>
                </a:lnTo>
                <a:lnTo>
                  <a:pt x="87" y="15"/>
                </a:lnTo>
                <a:lnTo>
                  <a:pt x="88" y="15"/>
                </a:lnTo>
                <a:lnTo>
                  <a:pt x="88" y="16"/>
                </a:lnTo>
                <a:lnTo>
                  <a:pt x="88" y="17"/>
                </a:lnTo>
                <a:lnTo>
                  <a:pt x="89" y="17"/>
                </a:lnTo>
                <a:lnTo>
                  <a:pt x="90" y="17"/>
                </a:lnTo>
                <a:lnTo>
                  <a:pt x="90" y="16"/>
                </a:lnTo>
                <a:lnTo>
                  <a:pt x="91" y="16"/>
                </a:lnTo>
                <a:lnTo>
                  <a:pt x="91" y="17"/>
                </a:lnTo>
                <a:lnTo>
                  <a:pt x="92" y="17"/>
                </a:lnTo>
                <a:lnTo>
                  <a:pt x="94" y="18"/>
                </a:lnTo>
                <a:lnTo>
                  <a:pt x="94" y="17"/>
                </a:lnTo>
                <a:lnTo>
                  <a:pt x="95" y="17"/>
                </a:lnTo>
                <a:lnTo>
                  <a:pt x="96" y="18"/>
                </a:lnTo>
                <a:lnTo>
                  <a:pt x="95" y="18"/>
                </a:lnTo>
                <a:lnTo>
                  <a:pt x="95" y="19"/>
                </a:lnTo>
                <a:lnTo>
                  <a:pt x="96" y="19"/>
                </a:lnTo>
                <a:lnTo>
                  <a:pt x="97" y="19"/>
                </a:lnTo>
                <a:lnTo>
                  <a:pt x="97" y="20"/>
                </a:lnTo>
                <a:lnTo>
                  <a:pt x="97" y="21"/>
                </a:lnTo>
                <a:lnTo>
                  <a:pt x="96" y="21"/>
                </a:lnTo>
                <a:lnTo>
                  <a:pt x="95" y="21"/>
                </a:lnTo>
                <a:lnTo>
                  <a:pt x="94" y="22"/>
                </a:lnTo>
                <a:lnTo>
                  <a:pt x="95" y="22"/>
                </a:lnTo>
                <a:lnTo>
                  <a:pt x="94" y="24"/>
                </a:lnTo>
                <a:lnTo>
                  <a:pt x="95" y="24"/>
                </a:lnTo>
                <a:lnTo>
                  <a:pt x="96" y="24"/>
                </a:lnTo>
                <a:lnTo>
                  <a:pt x="96" y="23"/>
                </a:lnTo>
                <a:lnTo>
                  <a:pt x="97" y="23"/>
                </a:lnTo>
                <a:lnTo>
                  <a:pt x="98" y="23"/>
                </a:lnTo>
                <a:lnTo>
                  <a:pt x="98" y="24"/>
                </a:lnTo>
                <a:lnTo>
                  <a:pt x="99" y="24"/>
                </a:lnTo>
                <a:lnTo>
                  <a:pt x="99" y="25"/>
                </a:lnTo>
                <a:lnTo>
                  <a:pt x="99" y="26"/>
                </a:lnTo>
                <a:lnTo>
                  <a:pt x="98" y="26"/>
                </a:lnTo>
                <a:lnTo>
                  <a:pt x="98" y="27"/>
                </a:lnTo>
                <a:lnTo>
                  <a:pt x="98" y="28"/>
                </a:lnTo>
                <a:lnTo>
                  <a:pt x="98" y="29"/>
                </a:lnTo>
                <a:lnTo>
                  <a:pt x="96" y="28"/>
                </a:lnTo>
                <a:lnTo>
                  <a:pt x="96" y="29"/>
                </a:lnTo>
                <a:lnTo>
                  <a:pt x="95" y="29"/>
                </a:lnTo>
                <a:lnTo>
                  <a:pt x="95" y="28"/>
                </a:lnTo>
                <a:lnTo>
                  <a:pt x="94" y="28"/>
                </a:lnTo>
                <a:lnTo>
                  <a:pt x="93" y="28"/>
                </a:lnTo>
                <a:lnTo>
                  <a:pt x="92" y="28"/>
                </a:lnTo>
                <a:lnTo>
                  <a:pt x="91" y="27"/>
                </a:lnTo>
                <a:lnTo>
                  <a:pt x="90" y="27"/>
                </a:lnTo>
                <a:lnTo>
                  <a:pt x="89" y="27"/>
                </a:lnTo>
                <a:lnTo>
                  <a:pt x="89" y="28"/>
                </a:lnTo>
                <a:lnTo>
                  <a:pt x="88" y="29"/>
                </a:lnTo>
                <a:lnTo>
                  <a:pt x="87" y="29"/>
                </a:lnTo>
                <a:lnTo>
                  <a:pt x="86" y="28"/>
                </a:lnTo>
                <a:lnTo>
                  <a:pt x="85" y="28"/>
                </a:lnTo>
                <a:lnTo>
                  <a:pt x="85" y="29"/>
                </a:lnTo>
                <a:lnTo>
                  <a:pt x="84" y="29"/>
                </a:lnTo>
                <a:lnTo>
                  <a:pt x="83" y="28"/>
                </a:lnTo>
                <a:lnTo>
                  <a:pt x="82" y="28"/>
                </a:lnTo>
                <a:lnTo>
                  <a:pt x="82" y="27"/>
                </a:lnTo>
                <a:lnTo>
                  <a:pt x="81" y="26"/>
                </a:lnTo>
                <a:lnTo>
                  <a:pt x="80" y="26"/>
                </a:lnTo>
                <a:lnTo>
                  <a:pt x="79" y="26"/>
                </a:lnTo>
                <a:lnTo>
                  <a:pt x="78" y="26"/>
                </a:lnTo>
                <a:lnTo>
                  <a:pt x="77" y="26"/>
                </a:lnTo>
                <a:lnTo>
                  <a:pt x="76" y="26"/>
                </a:lnTo>
                <a:lnTo>
                  <a:pt x="76" y="27"/>
                </a:lnTo>
                <a:lnTo>
                  <a:pt x="77" y="27"/>
                </a:lnTo>
                <a:lnTo>
                  <a:pt x="77" y="28"/>
                </a:lnTo>
                <a:lnTo>
                  <a:pt x="76" y="28"/>
                </a:lnTo>
                <a:lnTo>
                  <a:pt x="76" y="29"/>
                </a:lnTo>
                <a:lnTo>
                  <a:pt x="76" y="30"/>
                </a:lnTo>
                <a:lnTo>
                  <a:pt x="75" y="30"/>
                </a:lnTo>
                <a:lnTo>
                  <a:pt x="76" y="30"/>
                </a:lnTo>
                <a:lnTo>
                  <a:pt x="75" y="30"/>
                </a:lnTo>
                <a:lnTo>
                  <a:pt x="75" y="31"/>
                </a:lnTo>
                <a:lnTo>
                  <a:pt x="75" y="30"/>
                </a:lnTo>
                <a:lnTo>
                  <a:pt x="75" y="31"/>
                </a:lnTo>
                <a:lnTo>
                  <a:pt x="74" y="31"/>
                </a:lnTo>
                <a:lnTo>
                  <a:pt x="73" y="32"/>
                </a:lnTo>
                <a:lnTo>
                  <a:pt x="74" y="32"/>
                </a:lnTo>
                <a:lnTo>
                  <a:pt x="74" y="33"/>
                </a:lnTo>
                <a:lnTo>
                  <a:pt x="75" y="33"/>
                </a:lnTo>
                <a:lnTo>
                  <a:pt x="74" y="34"/>
                </a:lnTo>
                <a:lnTo>
                  <a:pt x="73" y="34"/>
                </a:lnTo>
                <a:lnTo>
                  <a:pt x="74" y="34"/>
                </a:lnTo>
                <a:lnTo>
                  <a:pt x="74" y="35"/>
                </a:lnTo>
                <a:lnTo>
                  <a:pt x="73" y="35"/>
                </a:lnTo>
                <a:lnTo>
                  <a:pt x="73" y="36"/>
                </a:lnTo>
                <a:lnTo>
                  <a:pt x="74" y="36"/>
                </a:lnTo>
                <a:lnTo>
                  <a:pt x="74" y="37"/>
                </a:lnTo>
                <a:lnTo>
                  <a:pt x="74" y="39"/>
                </a:lnTo>
                <a:lnTo>
                  <a:pt x="75" y="39"/>
                </a:lnTo>
                <a:lnTo>
                  <a:pt x="76" y="40"/>
                </a:lnTo>
                <a:lnTo>
                  <a:pt x="76" y="41"/>
                </a:lnTo>
                <a:lnTo>
                  <a:pt x="77" y="41"/>
                </a:lnTo>
                <a:lnTo>
                  <a:pt x="76" y="42"/>
                </a:lnTo>
                <a:lnTo>
                  <a:pt x="77" y="43"/>
                </a:lnTo>
                <a:lnTo>
                  <a:pt x="78" y="45"/>
                </a:lnTo>
                <a:lnTo>
                  <a:pt x="78" y="46"/>
                </a:lnTo>
                <a:lnTo>
                  <a:pt x="77" y="46"/>
                </a:lnTo>
                <a:lnTo>
                  <a:pt x="77" y="47"/>
                </a:lnTo>
                <a:lnTo>
                  <a:pt x="77" y="48"/>
                </a:lnTo>
                <a:lnTo>
                  <a:pt x="77" y="49"/>
                </a:lnTo>
                <a:lnTo>
                  <a:pt x="77" y="50"/>
                </a:lnTo>
                <a:lnTo>
                  <a:pt x="76" y="50"/>
                </a:lnTo>
                <a:lnTo>
                  <a:pt x="77" y="50"/>
                </a:lnTo>
                <a:lnTo>
                  <a:pt x="78" y="50"/>
                </a:lnTo>
                <a:lnTo>
                  <a:pt x="79" y="50"/>
                </a:lnTo>
                <a:lnTo>
                  <a:pt x="79" y="51"/>
                </a:lnTo>
                <a:lnTo>
                  <a:pt x="80" y="51"/>
                </a:lnTo>
                <a:lnTo>
                  <a:pt x="81" y="51"/>
                </a:lnTo>
                <a:lnTo>
                  <a:pt x="81" y="52"/>
                </a:lnTo>
                <a:lnTo>
                  <a:pt x="81" y="53"/>
                </a:lnTo>
                <a:lnTo>
                  <a:pt x="81" y="52"/>
                </a:lnTo>
                <a:lnTo>
                  <a:pt x="80" y="52"/>
                </a:lnTo>
                <a:lnTo>
                  <a:pt x="80" y="53"/>
                </a:lnTo>
                <a:lnTo>
                  <a:pt x="79" y="53"/>
                </a:lnTo>
                <a:lnTo>
                  <a:pt x="79" y="54"/>
                </a:lnTo>
                <a:lnTo>
                  <a:pt x="80" y="54"/>
                </a:lnTo>
                <a:lnTo>
                  <a:pt x="81" y="55"/>
                </a:lnTo>
                <a:lnTo>
                  <a:pt x="82" y="56"/>
                </a:lnTo>
                <a:lnTo>
                  <a:pt x="83" y="56"/>
                </a:lnTo>
                <a:lnTo>
                  <a:pt x="84" y="56"/>
                </a:lnTo>
                <a:lnTo>
                  <a:pt x="85" y="56"/>
                </a:lnTo>
                <a:lnTo>
                  <a:pt x="86" y="56"/>
                </a:lnTo>
                <a:lnTo>
                  <a:pt x="86" y="57"/>
                </a:lnTo>
                <a:lnTo>
                  <a:pt x="86" y="58"/>
                </a:lnTo>
                <a:lnTo>
                  <a:pt x="87" y="59"/>
                </a:lnTo>
                <a:lnTo>
                  <a:pt x="87" y="60"/>
                </a:lnTo>
                <a:lnTo>
                  <a:pt x="88" y="59"/>
                </a:lnTo>
                <a:lnTo>
                  <a:pt x="88" y="60"/>
                </a:lnTo>
                <a:lnTo>
                  <a:pt x="87" y="60"/>
                </a:lnTo>
                <a:lnTo>
                  <a:pt x="87" y="61"/>
                </a:lnTo>
                <a:lnTo>
                  <a:pt x="87" y="62"/>
                </a:lnTo>
                <a:lnTo>
                  <a:pt x="87" y="63"/>
                </a:lnTo>
                <a:lnTo>
                  <a:pt x="87" y="62"/>
                </a:lnTo>
                <a:lnTo>
                  <a:pt x="86" y="62"/>
                </a:lnTo>
                <a:lnTo>
                  <a:pt x="86" y="63"/>
                </a:lnTo>
                <a:lnTo>
                  <a:pt x="86" y="64"/>
                </a:lnTo>
                <a:lnTo>
                  <a:pt x="86" y="63"/>
                </a:lnTo>
                <a:lnTo>
                  <a:pt x="85" y="64"/>
                </a:lnTo>
                <a:lnTo>
                  <a:pt x="86" y="64"/>
                </a:lnTo>
                <a:lnTo>
                  <a:pt x="85" y="64"/>
                </a:lnTo>
                <a:lnTo>
                  <a:pt x="85" y="65"/>
                </a:lnTo>
                <a:lnTo>
                  <a:pt x="84" y="65"/>
                </a:lnTo>
                <a:lnTo>
                  <a:pt x="84" y="66"/>
                </a:lnTo>
                <a:lnTo>
                  <a:pt x="83" y="66"/>
                </a:lnTo>
                <a:lnTo>
                  <a:pt x="83" y="67"/>
                </a:lnTo>
                <a:lnTo>
                  <a:pt x="84" y="67"/>
                </a:lnTo>
                <a:lnTo>
                  <a:pt x="84" y="66"/>
                </a:lnTo>
                <a:lnTo>
                  <a:pt x="85" y="66"/>
                </a:lnTo>
                <a:lnTo>
                  <a:pt x="85" y="67"/>
                </a:lnTo>
                <a:lnTo>
                  <a:pt x="86" y="67"/>
                </a:lnTo>
                <a:lnTo>
                  <a:pt x="86" y="68"/>
                </a:lnTo>
                <a:lnTo>
                  <a:pt x="86" y="69"/>
                </a:lnTo>
                <a:lnTo>
                  <a:pt x="87" y="69"/>
                </a:lnTo>
                <a:lnTo>
                  <a:pt x="88" y="68"/>
                </a:lnTo>
                <a:lnTo>
                  <a:pt x="88" y="67"/>
                </a:lnTo>
                <a:lnTo>
                  <a:pt x="89" y="67"/>
                </a:lnTo>
                <a:lnTo>
                  <a:pt x="90" y="68"/>
                </a:lnTo>
                <a:lnTo>
                  <a:pt x="90" y="69"/>
                </a:lnTo>
                <a:lnTo>
                  <a:pt x="91" y="69"/>
                </a:lnTo>
                <a:lnTo>
                  <a:pt x="91" y="70"/>
                </a:lnTo>
                <a:lnTo>
                  <a:pt x="90" y="70"/>
                </a:lnTo>
                <a:lnTo>
                  <a:pt x="89" y="70"/>
                </a:lnTo>
                <a:lnTo>
                  <a:pt x="90" y="70"/>
                </a:lnTo>
                <a:lnTo>
                  <a:pt x="90" y="71"/>
                </a:lnTo>
                <a:lnTo>
                  <a:pt x="91" y="71"/>
                </a:lnTo>
                <a:lnTo>
                  <a:pt x="91" y="72"/>
                </a:lnTo>
                <a:lnTo>
                  <a:pt x="91" y="73"/>
                </a:lnTo>
                <a:lnTo>
                  <a:pt x="92" y="74"/>
                </a:lnTo>
                <a:lnTo>
                  <a:pt x="93" y="73"/>
                </a:lnTo>
                <a:lnTo>
                  <a:pt x="94" y="73"/>
                </a:lnTo>
                <a:lnTo>
                  <a:pt x="94" y="72"/>
                </a:lnTo>
                <a:lnTo>
                  <a:pt x="95" y="72"/>
                </a:lnTo>
                <a:lnTo>
                  <a:pt x="94" y="71"/>
                </a:lnTo>
                <a:lnTo>
                  <a:pt x="94" y="70"/>
                </a:lnTo>
                <a:lnTo>
                  <a:pt x="94" y="69"/>
                </a:lnTo>
                <a:lnTo>
                  <a:pt x="95" y="69"/>
                </a:lnTo>
                <a:lnTo>
                  <a:pt x="95" y="68"/>
                </a:lnTo>
                <a:lnTo>
                  <a:pt x="95" y="67"/>
                </a:lnTo>
                <a:lnTo>
                  <a:pt x="96" y="67"/>
                </a:lnTo>
                <a:lnTo>
                  <a:pt x="97" y="66"/>
                </a:lnTo>
                <a:lnTo>
                  <a:pt x="97" y="67"/>
                </a:lnTo>
                <a:lnTo>
                  <a:pt x="98" y="67"/>
                </a:lnTo>
                <a:lnTo>
                  <a:pt x="99" y="67"/>
                </a:lnTo>
                <a:lnTo>
                  <a:pt x="99" y="66"/>
                </a:lnTo>
                <a:lnTo>
                  <a:pt x="100" y="66"/>
                </a:lnTo>
                <a:lnTo>
                  <a:pt x="101" y="67"/>
                </a:lnTo>
                <a:lnTo>
                  <a:pt x="102" y="67"/>
                </a:lnTo>
                <a:lnTo>
                  <a:pt x="103" y="67"/>
                </a:lnTo>
                <a:lnTo>
                  <a:pt x="104" y="67"/>
                </a:lnTo>
                <a:lnTo>
                  <a:pt x="105" y="67"/>
                </a:lnTo>
                <a:lnTo>
                  <a:pt x="106" y="66"/>
                </a:lnTo>
                <a:lnTo>
                  <a:pt x="106" y="67"/>
                </a:lnTo>
                <a:lnTo>
                  <a:pt x="107" y="67"/>
                </a:lnTo>
                <a:lnTo>
                  <a:pt x="108" y="67"/>
                </a:lnTo>
                <a:lnTo>
                  <a:pt x="109" y="67"/>
                </a:lnTo>
                <a:lnTo>
                  <a:pt x="110" y="68"/>
                </a:lnTo>
                <a:lnTo>
                  <a:pt x="111" y="68"/>
                </a:lnTo>
                <a:lnTo>
                  <a:pt x="111" y="69"/>
                </a:lnTo>
                <a:lnTo>
                  <a:pt x="112" y="69"/>
                </a:lnTo>
                <a:lnTo>
                  <a:pt x="111" y="70"/>
                </a:lnTo>
                <a:lnTo>
                  <a:pt x="110" y="71"/>
                </a:lnTo>
                <a:lnTo>
                  <a:pt x="110" y="72"/>
                </a:lnTo>
                <a:lnTo>
                  <a:pt x="109" y="73"/>
                </a:lnTo>
                <a:lnTo>
                  <a:pt x="109" y="74"/>
                </a:lnTo>
                <a:lnTo>
                  <a:pt x="110" y="74"/>
                </a:lnTo>
                <a:lnTo>
                  <a:pt x="110" y="75"/>
                </a:lnTo>
                <a:lnTo>
                  <a:pt x="109" y="75"/>
                </a:lnTo>
                <a:lnTo>
                  <a:pt x="109" y="76"/>
                </a:lnTo>
                <a:lnTo>
                  <a:pt x="108" y="76"/>
                </a:lnTo>
                <a:lnTo>
                  <a:pt x="108" y="78"/>
                </a:lnTo>
                <a:lnTo>
                  <a:pt x="108" y="79"/>
                </a:lnTo>
                <a:lnTo>
                  <a:pt x="109" y="79"/>
                </a:lnTo>
                <a:lnTo>
                  <a:pt x="108" y="79"/>
                </a:lnTo>
                <a:lnTo>
                  <a:pt x="108" y="80"/>
                </a:lnTo>
                <a:lnTo>
                  <a:pt x="107" y="80"/>
                </a:lnTo>
                <a:lnTo>
                  <a:pt x="106" y="81"/>
                </a:lnTo>
                <a:lnTo>
                  <a:pt x="106" y="86"/>
                </a:lnTo>
                <a:lnTo>
                  <a:pt x="105" y="86"/>
                </a:lnTo>
                <a:lnTo>
                  <a:pt x="104" y="86"/>
                </a:lnTo>
                <a:lnTo>
                  <a:pt x="104" y="87"/>
                </a:lnTo>
                <a:lnTo>
                  <a:pt x="105" y="87"/>
                </a:lnTo>
                <a:lnTo>
                  <a:pt x="105" y="88"/>
                </a:lnTo>
                <a:lnTo>
                  <a:pt x="105" y="89"/>
                </a:lnTo>
                <a:lnTo>
                  <a:pt x="106" y="89"/>
                </a:lnTo>
                <a:lnTo>
                  <a:pt x="105" y="89"/>
                </a:lnTo>
                <a:lnTo>
                  <a:pt x="104" y="89"/>
                </a:lnTo>
                <a:lnTo>
                  <a:pt x="103" y="89"/>
                </a:lnTo>
                <a:lnTo>
                  <a:pt x="102" y="89"/>
                </a:lnTo>
                <a:lnTo>
                  <a:pt x="101" y="89"/>
                </a:lnTo>
                <a:lnTo>
                  <a:pt x="100" y="90"/>
                </a:lnTo>
                <a:lnTo>
                  <a:pt x="100" y="91"/>
                </a:lnTo>
                <a:lnTo>
                  <a:pt x="100" y="92"/>
                </a:lnTo>
                <a:lnTo>
                  <a:pt x="101" y="92"/>
                </a:lnTo>
                <a:lnTo>
                  <a:pt x="101" y="91"/>
                </a:lnTo>
                <a:lnTo>
                  <a:pt x="102" y="91"/>
                </a:lnTo>
                <a:lnTo>
                  <a:pt x="103" y="91"/>
                </a:lnTo>
                <a:lnTo>
                  <a:pt x="103" y="92"/>
                </a:lnTo>
                <a:lnTo>
                  <a:pt x="104" y="91"/>
                </a:lnTo>
                <a:lnTo>
                  <a:pt x="104" y="90"/>
                </a:lnTo>
                <a:lnTo>
                  <a:pt x="105" y="90"/>
                </a:lnTo>
                <a:lnTo>
                  <a:pt x="105" y="91"/>
                </a:lnTo>
                <a:lnTo>
                  <a:pt x="104" y="92"/>
                </a:lnTo>
                <a:lnTo>
                  <a:pt x="104" y="93"/>
                </a:lnTo>
                <a:lnTo>
                  <a:pt x="103" y="93"/>
                </a:lnTo>
                <a:lnTo>
                  <a:pt x="104" y="93"/>
                </a:lnTo>
                <a:lnTo>
                  <a:pt x="104" y="94"/>
                </a:lnTo>
                <a:lnTo>
                  <a:pt x="105" y="94"/>
                </a:lnTo>
                <a:lnTo>
                  <a:pt x="106" y="94"/>
                </a:lnTo>
                <a:lnTo>
                  <a:pt x="108" y="94"/>
                </a:lnTo>
                <a:lnTo>
                  <a:pt x="108" y="95"/>
                </a:lnTo>
                <a:lnTo>
                  <a:pt x="109" y="95"/>
                </a:lnTo>
                <a:lnTo>
                  <a:pt x="110" y="95"/>
                </a:lnTo>
                <a:lnTo>
                  <a:pt x="111" y="95"/>
                </a:lnTo>
                <a:lnTo>
                  <a:pt x="112" y="95"/>
                </a:lnTo>
                <a:lnTo>
                  <a:pt x="113" y="95"/>
                </a:lnTo>
                <a:lnTo>
                  <a:pt x="115" y="95"/>
                </a:lnTo>
                <a:lnTo>
                  <a:pt x="115" y="96"/>
                </a:lnTo>
                <a:lnTo>
                  <a:pt x="116" y="97"/>
                </a:lnTo>
                <a:lnTo>
                  <a:pt x="117" y="97"/>
                </a:lnTo>
                <a:lnTo>
                  <a:pt x="117" y="98"/>
                </a:lnTo>
                <a:lnTo>
                  <a:pt x="118" y="98"/>
                </a:lnTo>
                <a:lnTo>
                  <a:pt x="119" y="99"/>
                </a:lnTo>
                <a:lnTo>
                  <a:pt x="119" y="98"/>
                </a:lnTo>
                <a:lnTo>
                  <a:pt x="120" y="98"/>
                </a:lnTo>
                <a:lnTo>
                  <a:pt x="120" y="99"/>
                </a:lnTo>
                <a:lnTo>
                  <a:pt x="120" y="100"/>
                </a:lnTo>
                <a:lnTo>
                  <a:pt x="121" y="100"/>
                </a:lnTo>
                <a:lnTo>
                  <a:pt x="121" y="101"/>
                </a:lnTo>
                <a:lnTo>
                  <a:pt x="122" y="101"/>
                </a:lnTo>
                <a:lnTo>
                  <a:pt x="123" y="101"/>
                </a:lnTo>
                <a:lnTo>
                  <a:pt x="123" y="102"/>
                </a:lnTo>
                <a:lnTo>
                  <a:pt x="123" y="103"/>
                </a:lnTo>
                <a:lnTo>
                  <a:pt x="123" y="104"/>
                </a:lnTo>
                <a:lnTo>
                  <a:pt x="121" y="104"/>
                </a:lnTo>
                <a:lnTo>
                  <a:pt x="121" y="105"/>
                </a:lnTo>
                <a:lnTo>
                  <a:pt x="120" y="105"/>
                </a:lnTo>
                <a:lnTo>
                  <a:pt x="117" y="105"/>
                </a:lnTo>
                <a:lnTo>
                  <a:pt x="116" y="105"/>
                </a:lnTo>
                <a:lnTo>
                  <a:pt x="115" y="105"/>
                </a:lnTo>
                <a:lnTo>
                  <a:pt x="114" y="106"/>
                </a:lnTo>
                <a:lnTo>
                  <a:pt x="113" y="106"/>
                </a:lnTo>
                <a:lnTo>
                  <a:pt x="113" y="107"/>
                </a:lnTo>
                <a:lnTo>
                  <a:pt x="114" y="109"/>
                </a:lnTo>
                <a:lnTo>
                  <a:pt x="113" y="109"/>
                </a:lnTo>
                <a:lnTo>
                  <a:pt x="112" y="110"/>
                </a:lnTo>
                <a:lnTo>
                  <a:pt x="111" y="106"/>
                </a:lnTo>
                <a:lnTo>
                  <a:pt x="110" y="107"/>
                </a:lnTo>
                <a:lnTo>
                  <a:pt x="106" y="108"/>
                </a:lnTo>
                <a:lnTo>
                  <a:pt x="107" y="110"/>
                </a:lnTo>
                <a:lnTo>
                  <a:pt x="107" y="111"/>
                </a:lnTo>
                <a:lnTo>
                  <a:pt x="107" y="110"/>
                </a:lnTo>
                <a:lnTo>
                  <a:pt x="107" y="109"/>
                </a:lnTo>
                <a:lnTo>
                  <a:pt x="106" y="109"/>
                </a:lnTo>
                <a:lnTo>
                  <a:pt x="106" y="110"/>
                </a:lnTo>
                <a:lnTo>
                  <a:pt x="107" y="110"/>
                </a:lnTo>
                <a:lnTo>
                  <a:pt x="107" y="111"/>
                </a:lnTo>
                <a:lnTo>
                  <a:pt x="106" y="110"/>
                </a:lnTo>
                <a:lnTo>
                  <a:pt x="105" y="109"/>
                </a:lnTo>
                <a:lnTo>
                  <a:pt x="105" y="110"/>
                </a:lnTo>
                <a:lnTo>
                  <a:pt x="106" y="111"/>
                </a:lnTo>
                <a:lnTo>
                  <a:pt x="105" y="110"/>
                </a:lnTo>
                <a:lnTo>
                  <a:pt x="104" y="109"/>
                </a:lnTo>
                <a:lnTo>
                  <a:pt x="103" y="110"/>
                </a:lnTo>
                <a:lnTo>
                  <a:pt x="102" y="110"/>
                </a:lnTo>
                <a:lnTo>
                  <a:pt x="103" y="110"/>
                </a:lnTo>
                <a:lnTo>
                  <a:pt x="103" y="111"/>
                </a:lnTo>
                <a:lnTo>
                  <a:pt x="102" y="111"/>
                </a:lnTo>
                <a:lnTo>
                  <a:pt x="102" y="112"/>
                </a:lnTo>
                <a:lnTo>
                  <a:pt x="101" y="113"/>
                </a:lnTo>
                <a:lnTo>
                  <a:pt x="100" y="113"/>
                </a:lnTo>
                <a:lnTo>
                  <a:pt x="100" y="112"/>
                </a:lnTo>
                <a:lnTo>
                  <a:pt x="99" y="113"/>
                </a:lnTo>
                <a:lnTo>
                  <a:pt x="99" y="114"/>
                </a:lnTo>
                <a:lnTo>
                  <a:pt x="100" y="115"/>
                </a:lnTo>
                <a:lnTo>
                  <a:pt x="104" y="117"/>
                </a:lnTo>
                <a:lnTo>
                  <a:pt x="103" y="118"/>
                </a:lnTo>
                <a:lnTo>
                  <a:pt x="102" y="120"/>
                </a:lnTo>
                <a:lnTo>
                  <a:pt x="101" y="120"/>
                </a:lnTo>
                <a:lnTo>
                  <a:pt x="100" y="120"/>
                </a:lnTo>
                <a:lnTo>
                  <a:pt x="99" y="119"/>
                </a:lnTo>
                <a:lnTo>
                  <a:pt x="96" y="118"/>
                </a:lnTo>
                <a:lnTo>
                  <a:pt x="95" y="118"/>
                </a:lnTo>
                <a:lnTo>
                  <a:pt x="94" y="118"/>
                </a:lnTo>
                <a:lnTo>
                  <a:pt x="93" y="118"/>
                </a:lnTo>
                <a:lnTo>
                  <a:pt x="93" y="119"/>
                </a:lnTo>
                <a:lnTo>
                  <a:pt x="94" y="119"/>
                </a:lnTo>
                <a:lnTo>
                  <a:pt x="96" y="120"/>
                </a:lnTo>
                <a:lnTo>
                  <a:pt x="98" y="121"/>
                </a:lnTo>
                <a:lnTo>
                  <a:pt x="101" y="122"/>
                </a:lnTo>
                <a:lnTo>
                  <a:pt x="102" y="126"/>
                </a:lnTo>
                <a:lnTo>
                  <a:pt x="103" y="126"/>
                </a:lnTo>
                <a:lnTo>
                  <a:pt x="103" y="127"/>
                </a:lnTo>
                <a:lnTo>
                  <a:pt x="103" y="128"/>
                </a:lnTo>
                <a:lnTo>
                  <a:pt x="102" y="128"/>
                </a:lnTo>
                <a:lnTo>
                  <a:pt x="102" y="130"/>
                </a:lnTo>
                <a:lnTo>
                  <a:pt x="103" y="130"/>
                </a:lnTo>
                <a:lnTo>
                  <a:pt x="102" y="130"/>
                </a:lnTo>
                <a:lnTo>
                  <a:pt x="101" y="130"/>
                </a:lnTo>
                <a:lnTo>
                  <a:pt x="99" y="129"/>
                </a:lnTo>
                <a:lnTo>
                  <a:pt x="99" y="128"/>
                </a:lnTo>
                <a:lnTo>
                  <a:pt x="99" y="127"/>
                </a:lnTo>
                <a:lnTo>
                  <a:pt x="99" y="126"/>
                </a:lnTo>
                <a:lnTo>
                  <a:pt x="98" y="123"/>
                </a:lnTo>
                <a:lnTo>
                  <a:pt x="97" y="122"/>
                </a:lnTo>
                <a:lnTo>
                  <a:pt x="97" y="123"/>
                </a:lnTo>
                <a:lnTo>
                  <a:pt x="96" y="123"/>
                </a:lnTo>
                <a:lnTo>
                  <a:pt x="97" y="123"/>
                </a:lnTo>
                <a:lnTo>
                  <a:pt x="97" y="124"/>
                </a:lnTo>
                <a:lnTo>
                  <a:pt x="97" y="125"/>
                </a:lnTo>
                <a:lnTo>
                  <a:pt x="97" y="126"/>
                </a:lnTo>
                <a:lnTo>
                  <a:pt x="98" y="126"/>
                </a:lnTo>
                <a:lnTo>
                  <a:pt x="98" y="127"/>
                </a:lnTo>
                <a:lnTo>
                  <a:pt x="98" y="128"/>
                </a:lnTo>
                <a:lnTo>
                  <a:pt x="98" y="129"/>
                </a:lnTo>
                <a:lnTo>
                  <a:pt x="99" y="130"/>
                </a:lnTo>
                <a:lnTo>
                  <a:pt x="98" y="130"/>
                </a:lnTo>
                <a:lnTo>
                  <a:pt x="97" y="130"/>
                </a:lnTo>
                <a:lnTo>
                  <a:pt x="97" y="129"/>
                </a:lnTo>
                <a:lnTo>
                  <a:pt x="96" y="129"/>
                </a:lnTo>
                <a:lnTo>
                  <a:pt x="95" y="129"/>
                </a:lnTo>
                <a:lnTo>
                  <a:pt x="94" y="129"/>
                </a:lnTo>
                <a:lnTo>
                  <a:pt x="93" y="128"/>
                </a:lnTo>
                <a:lnTo>
                  <a:pt x="92" y="128"/>
                </a:lnTo>
                <a:lnTo>
                  <a:pt x="92" y="129"/>
                </a:lnTo>
                <a:lnTo>
                  <a:pt x="93" y="129"/>
                </a:lnTo>
                <a:lnTo>
                  <a:pt x="95" y="130"/>
                </a:lnTo>
                <a:lnTo>
                  <a:pt x="96" y="130"/>
                </a:lnTo>
                <a:lnTo>
                  <a:pt x="96" y="131"/>
                </a:lnTo>
                <a:lnTo>
                  <a:pt x="97" y="131"/>
                </a:lnTo>
                <a:lnTo>
                  <a:pt x="98" y="131"/>
                </a:lnTo>
                <a:lnTo>
                  <a:pt x="99" y="131"/>
                </a:lnTo>
                <a:lnTo>
                  <a:pt x="100" y="131"/>
                </a:lnTo>
                <a:lnTo>
                  <a:pt x="101" y="131"/>
                </a:lnTo>
                <a:lnTo>
                  <a:pt x="101" y="132"/>
                </a:lnTo>
                <a:lnTo>
                  <a:pt x="104" y="132"/>
                </a:lnTo>
                <a:lnTo>
                  <a:pt x="104" y="133"/>
                </a:lnTo>
                <a:lnTo>
                  <a:pt x="107" y="133"/>
                </a:lnTo>
                <a:lnTo>
                  <a:pt x="107" y="134"/>
                </a:lnTo>
                <a:lnTo>
                  <a:pt x="107" y="135"/>
                </a:lnTo>
                <a:lnTo>
                  <a:pt x="102" y="133"/>
                </a:lnTo>
                <a:lnTo>
                  <a:pt x="96" y="132"/>
                </a:lnTo>
                <a:lnTo>
                  <a:pt x="95" y="132"/>
                </a:lnTo>
                <a:lnTo>
                  <a:pt x="94" y="131"/>
                </a:lnTo>
                <a:lnTo>
                  <a:pt x="93" y="131"/>
                </a:lnTo>
                <a:lnTo>
                  <a:pt x="92" y="130"/>
                </a:lnTo>
                <a:lnTo>
                  <a:pt x="92" y="129"/>
                </a:lnTo>
                <a:lnTo>
                  <a:pt x="92" y="130"/>
                </a:lnTo>
                <a:lnTo>
                  <a:pt x="92" y="131"/>
                </a:lnTo>
                <a:lnTo>
                  <a:pt x="94" y="132"/>
                </a:lnTo>
                <a:lnTo>
                  <a:pt x="96" y="133"/>
                </a:lnTo>
                <a:lnTo>
                  <a:pt x="97" y="133"/>
                </a:lnTo>
                <a:lnTo>
                  <a:pt x="97" y="135"/>
                </a:lnTo>
                <a:lnTo>
                  <a:pt x="98" y="135"/>
                </a:lnTo>
                <a:lnTo>
                  <a:pt x="99" y="134"/>
                </a:lnTo>
                <a:lnTo>
                  <a:pt x="102" y="135"/>
                </a:lnTo>
                <a:lnTo>
                  <a:pt x="101" y="136"/>
                </a:lnTo>
                <a:lnTo>
                  <a:pt x="102" y="137"/>
                </a:lnTo>
                <a:lnTo>
                  <a:pt x="103" y="135"/>
                </a:lnTo>
                <a:lnTo>
                  <a:pt x="105" y="136"/>
                </a:lnTo>
                <a:lnTo>
                  <a:pt x="104" y="139"/>
                </a:lnTo>
                <a:lnTo>
                  <a:pt x="103" y="140"/>
                </a:lnTo>
                <a:lnTo>
                  <a:pt x="104" y="141"/>
                </a:lnTo>
                <a:lnTo>
                  <a:pt x="103" y="142"/>
                </a:lnTo>
                <a:lnTo>
                  <a:pt x="101" y="141"/>
                </a:lnTo>
                <a:lnTo>
                  <a:pt x="101" y="140"/>
                </a:lnTo>
                <a:lnTo>
                  <a:pt x="100" y="140"/>
                </a:lnTo>
                <a:lnTo>
                  <a:pt x="98" y="140"/>
                </a:lnTo>
                <a:lnTo>
                  <a:pt x="94" y="138"/>
                </a:lnTo>
                <a:lnTo>
                  <a:pt x="94" y="139"/>
                </a:lnTo>
                <a:lnTo>
                  <a:pt x="93" y="139"/>
                </a:lnTo>
                <a:lnTo>
                  <a:pt x="92" y="139"/>
                </a:lnTo>
                <a:lnTo>
                  <a:pt x="91" y="139"/>
                </a:lnTo>
                <a:lnTo>
                  <a:pt x="90" y="138"/>
                </a:lnTo>
                <a:lnTo>
                  <a:pt x="89" y="139"/>
                </a:lnTo>
                <a:lnTo>
                  <a:pt x="90" y="139"/>
                </a:lnTo>
                <a:lnTo>
                  <a:pt x="91" y="139"/>
                </a:lnTo>
                <a:lnTo>
                  <a:pt x="92" y="140"/>
                </a:lnTo>
                <a:lnTo>
                  <a:pt x="94" y="140"/>
                </a:lnTo>
                <a:lnTo>
                  <a:pt x="96" y="141"/>
                </a:lnTo>
                <a:lnTo>
                  <a:pt x="95" y="142"/>
                </a:lnTo>
                <a:lnTo>
                  <a:pt x="94" y="142"/>
                </a:lnTo>
                <a:lnTo>
                  <a:pt x="90" y="141"/>
                </a:lnTo>
                <a:lnTo>
                  <a:pt x="90" y="142"/>
                </a:lnTo>
                <a:lnTo>
                  <a:pt x="94" y="144"/>
                </a:lnTo>
                <a:lnTo>
                  <a:pt x="95" y="144"/>
                </a:lnTo>
                <a:lnTo>
                  <a:pt x="94" y="145"/>
                </a:lnTo>
                <a:lnTo>
                  <a:pt x="91" y="145"/>
                </a:lnTo>
                <a:lnTo>
                  <a:pt x="88" y="144"/>
                </a:lnTo>
                <a:lnTo>
                  <a:pt x="87" y="144"/>
                </a:lnTo>
                <a:lnTo>
                  <a:pt x="86" y="143"/>
                </a:lnTo>
                <a:lnTo>
                  <a:pt x="86" y="142"/>
                </a:lnTo>
                <a:lnTo>
                  <a:pt x="85" y="143"/>
                </a:lnTo>
                <a:lnTo>
                  <a:pt x="84" y="144"/>
                </a:lnTo>
                <a:lnTo>
                  <a:pt x="83" y="147"/>
                </a:lnTo>
                <a:lnTo>
                  <a:pt x="82" y="147"/>
                </a:lnTo>
                <a:lnTo>
                  <a:pt x="82" y="148"/>
                </a:lnTo>
                <a:lnTo>
                  <a:pt x="81" y="149"/>
                </a:lnTo>
                <a:lnTo>
                  <a:pt x="81" y="150"/>
                </a:lnTo>
                <a:lnTo>
                  <a:pt x="81" y="151"/>
                </a:lnTo>
                <a:lnTo>
                  <a:pt x="81" y="152"/>
                </a:lnTo>
                <a:lnTo>
                  <a:pt x="82" y="152"/>
                </a:lnTo>
                <a:lnTo>
                  <a:pt x="81" y="152"/>
                </a:lnTo>
                <a:lnTo>
                  <a:pt x="81" y="153"/>
                </a:lnTo>
                <a:lnTo>
                  <a:pt x="82" y="153"/>
                </a:lnTo>
                <a:lnTo>
                  <a:pt x="83" y="153"/>
                </a:lnTo>
                <a:lnTo>
                  <a:pt x="83" y="158"/>
                </a:lnTo>
                <a:lnTo>
                  <a:pt x="84" y="158"/>
                </a:lnTo>
                <a:lnTo>
                  <a:pt x="84" y="155"/>
                </a:lnTo>
                <a:lnTo>
                  <a:pt x="86" y="153"/>
                </a:lnTo>
                <a:lnTo>
                  <a:pt x="90" y="153"/>
                </a:lnTo>
                <a:lnTo>
                  <a:pt x="90" y="157"/>
                </a:lnTo>
                <a:lnTo>
                  <a:pt x="92" y="157"/>
                </a:lnTo>
                <a:lnTo>
                  <a:pt x="92" y="154"/>
                </a:lnTo>
                <a:lnTo>
                  <a:pt x="93" y="154"/>
                </a:lnTo>
                <a:lnTo>
                  <a:pt x="93" y="163"/>
                </a:lnTo>
                <a:lnTo>
                  <a:pt x="83" y="163"/>
                </a:lnTo>
                <a:lnTo>
                  <a:pt x="83" y="162"/>
                </a:lnTo>
                <a:lnTo>
                  <a:pt x="80" y="162"/>
                </a:lnTo>
                <a:lnTo>
                  <a:pt x="80" y="163"/>
                </a:lnTo>
                <a:lnTo>
                  <a:pt x="80" y="164"/>
                </a:lnTo>
                <a:lnTo>
                  <a:pt x="81" y="164"/>
                </a:lnTo>
                <a:lnTo>
                  <a:pt x="81" y="166"/>
                </a:lnTo>
                <a:lnTo>
                  <a:pt x="82" y="166"/>
                </a:lnTo>
                <a:lnTo>
                  <a:pt x="82" y="167"/>
                </a:lnTo>
                <a:lnTo>
                  <a:pt x="82" y="168"/>
                </a:lnTo>
                <a:lnTo>
                  <a:pt x="81" y="168"/>
                </a:lnTo>
                <a:lnTo>
                  <a:pt x="80" y="168"/>
                </a:lnTo>
                <a:lnTo>
                  <a:pt x="79" y="168"/>
                </a:lnTo>
                <a:lnTo>
                  <a:pt x="78" y="168"/>
                </a:lnTo>
                <a:lnTo>
                  <a:pt x="77" y="168"/>
                </a:lnTo>
                <a:lnTo>
                  <a:pt x="76" y="168"/>
                </a:lnTo>
                <a:lnTo>
                  <a:pt x="77" y="168"/>
                </a:lnTo>
                <a:lnTo>
                  <a:pt x="76" y="168"/>
                </a:lnTo>
                <a:lnTo>
                  <a:pt x="76" y="169"/>
                </a:lnTo>
                <a:lnTo>
                  <a:pt x="75" y="170"/>
                </a:lnTo>
                <a:lnTo>
                  <a:pt x="75" y="169"/>
                </a:lnTo>
                <a:lnTo>
                  <a:pt x="74" y="169"/>
                </a:lnTo>
                <a:lnTo>
                  <a:pt x="75" y="169"/>
                </a:lnTo>
                <a:lnTo>
                  <a:pt x="75" y="168"/>
                </a:lnTo>
                <a:lnTo>
                  <a:pt x="74" y="168"/>
                </a:lnTo>
                <a:lnTo>
                  <a:pt x="73" y="168"/>
                </a:lnTo>
                <a:lnTo>
                  <a:pt x="71" y="168"/>
                </a:lnTo>
                <a:lnTo>
                  <a:pt x="70" y="168"/>
                </a:lnTo>
                <a:lnTo>
                  <a:pt x="69" y="169"/>
                </a:lnTo>
                <a:lnTo>
                  <a:pt x="68" y="169"/>
                </a:lnTo>
                <a:lnTo>
                  <a:pt x="67" y="169"/>
                </a:lnTo>
                <a:lnTo>
                  <a:pt x="66" y="170"/>
                </a:lnTo>
                <a:lnTo>
                  <a:pt x="65" y="170"/>
                </a:lnTo>
                <a:lnTo>
                  <a:pt x="65" y="171"/>
                </a:lnTo>
                <a:lnTo>
                  <a:pt x="64" y="170"/>
                </a:lnTo>
                <a:lnTo>
                  <a:pt x="64" y="171"/>
                </a:lnTo>
                <a:lnTo>
                  <a:pt x="63" y="172"/>
                </a:lnTo>
                <a:lnTo>
                  <a:pt x="62" y="173"/>
                </a:lnTo>
                <a:lnTo>
                  <a:pt x="61" y="173"/>
                </a:lnTo>
                <a:lnTo>
                  <a:pt x="61" y="171"/>
                </a:lnTo>
                <a:lnTo>
                  <a:pt x="60" y="172"/>
                </a:lnTo>
                <a:lnTo>
                  <a:pt x="59" y="172"/>
                </a:lnTo>
                <a:lnTo>
                  <a:pt x="60" y="173"/>
                </a:lnTo>
                <a:lnTo>
                  <a:pt x="59" y="173"/>
                </a:lnTo>
                <a:lnTo>
                  <a:pt x="59" y="174"/>
                </a:lnTo>
                <a:lnTo>
                  <a:pt x="58" y="173"/>
                </a:lnTo>
                <a:lnTo>
                  <a:pt x="57" y="173"/>
                </a:lnTo>
                <a:lnTo>
                  <a:pt x="56" y="174"/>
                </a:lnTo>
                <a:lnTo>
                  <a:pt x="55" y="174"/>
                </a:lnTo>
                <a:lnTo>
                  <a:pt x="55" y="173"/>
                </a:lnTo>
                <a:lnTo>
                  <a:pt x="54" y="172"/>
                </a:lnTo>
                <a:lnTo>
                  <a:pt x="54" y="173"/>
                </a:lnTo>
                <a:lnTo>
                  <a:pt x="53" y="174"/>
                </a:lnTo>
                <a:lnTo>
                  <a:pt x="52" y="174"/>
                </a:lnTo>
                <a:lnTo>
                  <a:pt x="51" y="174"/>
                </a:lnTo>
                <a:lnTo>
                  <a:pt x="51" y="173"/>
                </a:lnTo>
                <a:lnTo>
                  <a:pt x="50" y="174"/>
                </a:lnTo>
                <a:lnTo>
                  <a:pt x="50" y="173"/>
                </a:lnTo>
                <a:lnTo>
                  <a:pt x="49" y="173"/>
                </a:lnTo>
                <a:lnTo>
                  <a:pt x="49" y="172"/>
                </a:lnTo>
                <a:lnTo>
                  <a:pt x="51" y="171"/>
                </a:lnTo>
                <a:lnTo>
                  <a:pt x="50" y="171"/>
                </a:lnTo>
                <a:lnTo>
                  <a:pt x="49" y="172"/>
                </a:lnTo>
                <a:lnTo>
                  <a:pt x="49" y="171"/>
                </a:lnTo>
                <a:lnTo>
                  <a:pt x="49" y="170"/>
                </a:lnTo>
                <a:lnTo>
                  <a:pt x="50" y="170"/>
                </a:lnTo>
                <a:lnTo>
                  <a:pt x="51" y="170"/>
                </a:lnTo>
                <a:lnTo>
                  <a:pt x="51" y="169"/>
                </a:lnTo>
                <a:lnTo>
                  <a:pt x="51" y="168"/>
                </a:lnTo>
                <a:lnTo>
                  <a:pt x="50" y="168"/>
                </a:lnTo>
                <a:lnTo>
                  <a:pt x="49" y="168"/>
                </a:lnTo>
                <a:lnTo>
                  <a:pt x="47" y="168"/>
                </a:lnTo>
                <a:lnTo>
                  <a:pt x="47" y="167"/>
                </a:lnTo>
                <a:lnTo>
                  <a:pt x="49" y="167"/>
                </a:lnTo>
                <a:lnTo>
                  <a:pt x="49" y="166"/>
                </a:lnTo>
                <a:lnTo>
                  <a:pt x="47" y="166"/>
                </a:lnTo>
                <a:lnTo>
                  <a:pt x="47" y="165"/>
                </a:lnTo>
                <a:lnTo>
                  <a:pt x="46" y="165"/>
                </a:lnTo>
                <a:lnTo>
                  <a:pt x="46" y="166"/>
                </a:lnTo>
                <a:lnTo>
                  <a:pt x="45" y="167"/>
                </a:lnTo>
                <a:lnTo>
                  <a:pt x="44" y="167"/>
                </a:lnTo>
                <a:lnTo>
                  <a:pt x="43" y="168"/>
                </a:lnTo>
                <a:lnTo>
                  <a:pt x="42" y="168"/>
                </a:lnTo>
                <a:lnTo>
                  <a:pt x="41" y="168"/>
                </a:lnTo>
                <a:lnTo>
                  <a:pt x="40" y="168"/>
                </a:lnTo>
                <a:lnTo>
                  <a:pt x="40" y="169"/>
                </a:lnTo>
                <a:lnTo>
                  <a:pt x="39" y="169"/>
                </a:lnTo>
                <a:lnTo>
                  <a:pt x="39" y="170"/>
                </a:lnTo>
                <a:lnTo>
                  <a:pt x="38" y="170"/>
                </a:lnTo>
                <a:lnTo>
                  <a:pt x="37" y="170"/>
                </a:lnTo>
                <a:lnTo>
                  <a:pt x="37" y="171"/>
                </a:lnTo>
                <a:lnTo>
                  <a:pt x="36" y="171"/>
                </a:lnTo>
                <a:lnTo>
                  <a:pt x="35" y="171"/>
                </a:lnTo>
                <a:lnTo>
                  <a:pt x="35" y="170"/>
                </a:lnTo>
                <a:lnTo>
                  <a:pt x="34" y="170"/>
                </a:lnTo>
                <a:lnTo>
                  <a:pt x="34" y="169"/>
                </a:lnTo>
                <a:lnTo>
                  <a:pt x="33" y="169"/>
                </a:lnTo>
                <a:lnTo>
                  <a:pt x="33" y="168"/>
                </a:lnTo>
                <a:lnTo>
                  <a:pt x="32" y="167"/>
                </a:lnTo>
                <a:lnTo>
                  <a:pt x="32" y="166"/>
                </a:lnTo>
                <a:lnTo>
                  <a:pt x="31" y="165"/>
                </a:lnTo>
                <a:lnTo>
                  <a:pt x="31" y="164"/>
                </a:lnTo>
                <a:lnTo>
                  <a:pt x="32" y="164"/>
                </a:lnTo>
                <a:lnTo>
                  <a:pt x="31" y="164"/>
                </a:lnTo>
                <a:lnTo>
                  <a:pt x="32" y="162"/>
                </a:lnTo>
                <a:lnTo>
                  <a:pt x="33" y="161"/>
                </a:lnTo>
                <a:lnTo>
                  <a:pt x="31" y="161"/>
                </a:lnTo>
                <a:lnTo>
                  <a:pt x="31" y="160"/>
                </a:lnTo>
                <a:lnTo>
                  <a:pt x="30" y="160"/>
                </a:lnTo>
                <a:lnTo>
                  <a:pt x="30" y="161"/>
                </a:lnTo>
                <a:lnTo>
                  <a:pt x="30" y="160"/>
                </a:lnTo>
                <a:lnTo>
                  <a:pt x="31" y="159"/>
                </a:lnTo>
                <a:lnTo>
                  <a:pt x="30" y="159"/>
                </a:lnTo>
                <a:lnTo>
                  <a:pt x="28" y="159"/>
                </a:lnTo>
                <a:lnTo>
                  <a:pt x="28" y="160"/>
                </a:lnTo>
                <a:lnTo>
                  <a:pt x="27" y="160"/>
                </a:lnTo>
                <a:lnTo>
                  <a:pt x="26" y="160"/>
                </a:lnTo>
                <a:lnTo>
                  <a:pt x="23" y="160"/>
                </a:lnTo>
                <a:lnTo>
                  <a:pt x="22" y="160"/>
                </a:lnTo>
                <a:lnTo>
                  <a:pt x="21" y="161"/>
                </a:lnTo>
                <a:lnTo>
                  <a:pt x="20" y="161"/>
                </a:lnTo>
                <a:lnTo>
                  <a:pt x="19" y="161"/>
                </a:lnTo>
                <a:lnTo>
                  <a:pt x="18" y="161"/>
                </a:lnTo>
                <a:lnTo>
                  <a:pt x="17" y="161"/>
                </a:lnTo>
                <a:lnTo>
                  <a:pt x="16" y="161"/>
                </a:lnTo>
                <a:lnTo>
                  <a:pt x="15" y="161"/>
                </a:lnTo>
                <a:lnTo>
                  <a:pt x="15" y="160"/>
                </a:lnTo>
                <a:lnTo>
                  <a:pt x="15" y="159"/>
                </a:lnTo>
                <a:lnTo>
                  <a:pt x="15" y="158"/>
                </a:lnTo>
                <a:lnTo>
                  <a:pt x="14" y="158"/>
                </a:lnTo>
                <a:lnTo>
                  <a:pt x="14" y="157"/>
                </a:lnTo>
                <a:lnTo>
                  <a:pt x="15" y="157"/>
                </a:lnTo>
                <a:lnTo>
                  <a:pt x="15" y="156"/>
                </a:lnTo>
                <a:lnTo>
                  <a:pt x="15" y="155"/>
                </a:lnTo>
                <a:lnTo>
                  <a:pt x="14" y="155"/>
                </a:lnTo>
                <a:lnTo>
                  <a:pt x="13" y="155"/>
                </a:lnTo>
                <a:lnTo>
                  <a:pt x="12" y="155"/>
                </a:lnTo>
                <a:lnTo>
                  <a:pt x="11" y="155"/>
                </a:lnTo>
                <a:lnTo>
                  <a:pt x="10" y="155"/>
                </a:lnTo>
                <a:lnTo>
                  <a:pt x="9" y="155"/>
                </a:lnTo>
                <a:lnTo>
                  <a:pt x="8" y="155"/>
                </a:lnTo>
                <a:lnTo>
                  <a:pt x="7" y="156"/>
                </a:lnTo>
                <a:lnTo>
                  <a:pt x="7" y="155"/>
                </a:lnTo>
                <a:lnTo>
                  <a:pt x="6" y="155"/>
                </a:lnTo>
                <a:lnTo>
                  <a:pt x="5" y="155"/>
                </a:lnTo>
                <a:lnTo>
                  <a:pt x="5" y="154"/>
                </a:lnTo>
                <a:lnTo>
                  <a:pt x="4" y="154"/>
                </a:lnTo>
                <a:lnTo>
                  <a:pt x="4" y="153"/>
                </a:lnTo>
                <a:lnTo>
                  <a:pt x="4" y="152"/>
                </a:lnTo>
                <a:lnTo>
                  <a:pt x="4" y="151"/>
                </a:lnTo>
                <a:lnTo>
                  <a:pt x="3" y="151"/>
                </a:lnTo>
                <a:lnTo>
                  <a:pt x="3" y="150"/>
                </a:lnTo>
                <a:lnTo>
                  <a:pt x="4" y="150"/>
                </a:lnTo>
                <a:lnTo>
                  <a:pt x="4" y="149"/>
                </a:lnTo>
                <a:lnTo>
                  <a:pt x="3" y="149"/>
                </a:lnTo>
                <a:lnTo>
                  <a:pt x="3" y="148"/>
                </a:lnTo>
                <a:lnTo>
                  <a:pt x="4" y="148"/>
                </a:lnTo>
                <a:lnTo>
                  <a:pt x="4" y="147"/>
                </a:lnTo>
                <a:lnTo>
                  <a:pt x="4" y="145"/>
                </a:lnTo>
                <a:lnTo>
                  <a:pt x="3" y="145"/>
                </a:lnTo>
                <a:lnTo>
                  <a:pt x="3" y="144"/>
                </a:lnTo>
                <a:lnTo>
                  <a:pt x="4" y="144"/>
                </a:lnTo>
                <a:lnTo>
                  <a:pt x="4" y="143"/>
                </a:lnTo>
                <a:lnTo>
                  <a:pt x="2" y="143"/>
                </a:lnTo>
                <a:lnTo>
                  <a:pt x="1" y="143"/>
                </a:lnTo>
                <a:lnTo>
                  <a:pt x="2" y="143"/>
                </a:lnTo>
                <a:lnTo>
                  <a:pt x="2" y="142"/>
                </a:lnTo>
                <a:lnTo>
                  <a:pt x="1" y="141"/>
                </a:lnTo>
                <a:lnTo>
                  <a:pt x="1" y="138"/>
                </a:lnTo>
                <a:lnTo>
                  <a:pt x="0" y="138"/>
                </a:lnTo>
                <a:lnTo>
                  <a:pt x="0" y="135"/>
                </a:lnTo>
                <a:lnTo>
                  <a:pt x="0" y="134"/>
                </a:lnTo>
                <a:lnTo>
                  <a:pt x="1" y="134"/>
                </a:lnTo>
                <a:lnTo>
                  <a:pt x="1" y="133"/>
                </a:lnTo>
                <a:lnTo>
                  <a:pt x="1" y="132"/>
                </a:lnTo>
                <a:lnTo>
                  <a:pt x="1" y="131"/>
                </a:lnTo>
                <a:lnTo>
                  <a:pt x="2" y="131"/>
                </a:lnTo>
                <a:lnTo>
                  <a:pt x="2" y="130"/>
                </a:lnTo>
                <a:lnTo>
                  <a:pt x="3" y="130"/>
                </a:lnTo>
                <a:lnTo>
                  <a:pt x="3" y="129"/>
                </a:lnTo>
                <a:lnTo>
                  <a:pt x="4" y="129"/>
                </a:lnTo>
                <a:lnTo>
                  <a:pt x="4" y="128"/>
                </a:lnTo>
                <a:lnTo>
                  <a:pt x="4" y="127"/>
                </a:lnTo>
                <a:lnTo>
                  <a:pt x="4" y="126"/>
                </a:lnTo>
                <a:lnTo>
                  <a:pt x="5" y="126"/>
                </a:lnTo>
                <a:lnTo>
                  <a:pt x="5" y="124"/>
                </a:lnTo>
                <a:lnTo>
                  <a:pt x="4" y="124"/>
                </a:lnTo>
                <a:lnTo>
                  <a:pt x="4" y="123"/>
                </a:lnTo>
                <a:lnTo>
                  <a:pt x="5" y="123"/>
                </a:lnTo>
                <a:lnTo>
                  <a:pt x="6" y="123"/>
                </a:lnTo>
                <a:lnTo>
                  <a:pt x="7" y="123"/>
                </a:lnTo>
                <a:lnTo>
                  <a:pt x="7" y="122"/>
                </a:lnTo>
                <a:lnTo>
                  <a:pt x="7" y="121"/>
                </a:lnTo>
                <a:lnTo>
                  <a:pt x="8" y="121"/>
                </a:lnTo>
                <a:lnTo>
                  <a:pt x="8" y="122"/>
                </a:lnTo>
                <a:lnTo>
                  <a:pt x="7" y="122"/>
                </a:lnTo>
                <a:lnTo>
                  <a:pt x="7" y="123"/>
                </a:lnTo>
                <a:lnTo>
                  <a:pt x="7" y="122"/>
                </a:lnTo>
                <a:lnTo>
                  <a:pt x="8" y="122"/>
                </a:lnTo>
                <a:lnTo>
                  <a:pt x="9" y="123"/>
                </a:lnTo>
                <a:lnTo>
                  <a:pt x="9" y="122"/>
                </a:lnTo>
                <a:lnTo>
                  <a:pt x="10" y="122"/>
                </a:lnTo>
                <a:lnTo>
                  <a:pt x="10" y="123"/>
                </a:lnTo>
                <a:lnTo>
                  <a:pt x="11" y="123"/>
                </a:lnTo>
                <a:lnTo>
                  <a:pt x="12" y="123"/>
                </a:lnTo>
                <a:lnTo>
                  <a:pt x="12" y="122"/>
                </a:lnTo>
                <a:lnTo>
                  <a:pt x="12" y="123"/>
                </a:lnTo>
                <a:lnTo>
                  <a:pt x="14" y="123"/>
                </a:lnTo>
                <a:lnTo>
                  <a:pt x="14" y="122"/>
                </a:lnTo>
                <a:lnTo>
                  <a:pt x="15" y="122"/>
                </a:lnTo>
                <a:lnTo>
                  <a:pt x="15" y="121"/>
                </a:lnTo>
                <a:lnTo>
                  <a:pt x="15" y="120"/>
                </a:lnTo>
                <a:lnTo>
                  <a:pt x="16" y="120"/>
                </a:lnTo>
                <a:lnTo>
                  <a:pt x="17" y="119"/>
                </a:lnTo>
                <a:lnTo>
                  <a:pt x="17" y="118"/>
                </a:lnTo>
                <a:lnTo>
                  <a:pt x="18" y="118"/>
                </a:lnTo>
                <a:lnTo>
                  <a:pt x="18" y="117"/>
                </a:lnTo>
                <a:lnTo>
                  <a:pt x="18" y="116"/>
                </a:lnTo>
                <a:lnTo>
                  <a:pt x="19" y="116"/>
                </a:lnTo>
                <a:lnTo>
                  <a:pt x="19" y="117"/>
                </a:lnTo>
                <a:lnTo>
                  <a:pt x="19" y="116"/>
                </a:lnTo>
                <a:lnTo>
                  <a:pt x="20" y="116"/>
                </a:lnTo>
                <a:lnTo>
                  <a:pt x="19" y="115"/>
                </a:lnTo>
                <a:lnTo>
                  <a:pt x="20" y="115"/>
                </a:lnTo>
                <a:lnTo>
                  <a:pt x="19" y="115"/>
                </a:lnTo>
                <a:lnTo>
                  <a:pt x="19" y="114"/>
                </a:lnTo>
                <a:lnTo>
                  <a:pt x="19" y="113"/>
                </a:lnTo>
                <a:lnTo>
                  <a:pt x="19" y="112"/>
                </a:lnTo>
                <a:lnTo>
                  <a:pt x="18" y="112"/>
                </a:lnTo>
                <a:lnTo>
                  <a:pt x="17" y="112"/>
                </a:lnTo>
                <a:lnTo>
                  <a:pt x="16" y="112"/>
                </a:lnTo>
                <a:lnTo>
                  <a:pt x="15" y="112"/>
                </a:lnTo>
                <a:lnTo>
                  <a:pt x="14" y="112"/>
                </a:lnTo>
                <a:lnTo>
                  <a:pt x="14" y="111"/>
                </a:lnTo>
                <a:lnTo>
                  <a:pt x="14" y="110"/>
                </a:lnTo>
                <a:lnTo>
                  <a:pt x="14" y="109"/>
                </a:lnTo>
                <a:lnTo>
                  <a:pt x="14" y="107"/>
                </a:lnTo>
                <a:lnTo>
                  <a:pt x="13" y="106"/>
                </a:lnTo>
                <a:lnTo>
                  <a:pt x="14" y="106"/>
                </a:lnTo>
                <a:lnTo>
                  <a:pt x="15" y="105"/>
                </a:lnTo>
                <a:lnTo>
                  <a:pt x="15" y="106"/>
                </a:lnTo>
                <a:lnTo>
                  <a:pt x="15" y="104"/>
                </a:lnTo>
                <a:lnTo>
                  <a:pt x="16" y="104"/>
                </a:lnTo>
                <a:lnTo>
                  <a:pt x="16" y="105"/>
                </a:lnTo>
                <a:lnTo>
                  <a:pt x="17" y="105"/>
                </a:lnTo>
                <a:lnTo>
                  <a:pt x="17" y="104"/>
                </a:lnTo>
                <a:lnTo>
                  <a:pt x="16" y="104"/>
                </a:lnTo>
                <a:lnTo>
                  <a:pt x="16" y="103"/>
                </a:lnTo>
                <a:lnTo>
                  <a:pt x="15" y="103"/>
                </a:lnTo>
                <a:lnTo>
                  <a:pt x="15" y="102"/>
                </a:lnTo>
                <a:lnTo>
                  <a:pt x="15" y="101"/>
                </a:lnTo>
                <a:lnTo>
                  <a:pt x="15" y="100"/>
                </a:lnTo>
                <a:lnTo>
                  <a:pt x="15" y="99"/>
                </a:lnTo>
                <a:lnTo>
                  <a:pt x="15" y="98"/>
                </a:lnTo>
                <a:lnTo>
                  <a:pt x="15" y="97"/>
                </a:lnTo>
                <a:lnTo>
                  <a:pt x="16" y="97"/>
                </a:lnTo>
                <a:lnTo>
                  <a:pt x="16" y="95"/>
                </a:lnTo>
                <a:lnTo>
                  <a:pt x="16" y="94"/>
                </a:lnTo>
                <a:lnTo>
                  <a:pt x="16" y="93"/>
                </a:lnTo>
                <a:lnTo>
                  <a:pt x="15" y="93"/>
                </a:lnTo>
                <a:lnTo>
                  <a:pt x="15" y="92"/>
                </a:lnTo>
                <a:lnTo>
                  <a:pt x="15" y="91"/>
                </a:lnTo>
                <a:lnTo>
                  <a:pt x="14" y="91"/>
                </a:lnTo>
                <a:lnTo>
                  <a:pt x="14" y="92"/>
                </a:lnTo>
                <a:lnTo>
                  <a:pt x="13" y="93"/>
                </a:lnTo>
                <a:lnTo>
                  <a:pt x="12" y="93"/>
                </a:lnTo>
                <a:lnTo>
                  <a:pt x="11" y="93"/>
                </a:lnTo>
                <a:lnTo>
                  <a:pt x="11" y="92"/>
                </a:lnTo>
                <a:lnTo>
                  <a:pt x="11" y="91"/>
                </a:lnTo>
                <a:lnTo>
                  <a:pt x="10" y="91"/>
                </a:lnTo>
                <a:lnTo>
                  <a:pt x="11" y="91"/>
                </a:lnTo>
                <a:lnTo>
                  <a:pt x="12" y="90"/>
                </a:lnTo>
                <a:lnTo>
                  <a:pt x="11" y="90"/>
                </a:lnTo>
                <a:lnTo>
                  <a:pt x="11" y="91"/>
                </a:lnTo>
                <a:lnTo>
                  <a:pt x="10" y="90"/>
                </a:lnTo>
                <a:lnTo>
                  <a:pt x="10" y="89"/>
                </a:lnTo>
                <a:lnTo>
                  <a:pt x="11" y="89"/>
                </a:lnTo>
                <a:lnTo>
                  <a:pt x="11" y="90"/>
                </a:lnTo>
                <a:lnTo>
                  <a:pt x="12" y="89"/>
                </a:lnTo>
                <a:lnTo>
                  <a:pt x="12" y="88"/>
                </a:lnTo>
                <a:lnTo>
                  <a:pt x="12" y="87"/>
                </a:lnTo>
                <a:lnTo>
                  <a:pt x="12" y="86"/>
                </a:lnTo>
                <a:lnTo>
                  <a:pt x="12" y="85"/>
                </a:lnTo>
                <a:lnTo>
                  <a:pt x="12" y="86"/>
                </a:lnTo>
                <a:lnTo>
                  <a:pt x="13" y="85"/>
                </a:lnTo>
                <a:lnTo>
                  <a:pt x="14" y="85"/>
                </a:lnTo>
                <a:lnTo>
                  <a:pt x="14" y="84"/>
                </a:lnTo>
                <a:lnTo>
                  <a:pt x="15" y="84"/>
                </a:lnTo>
                <a:lnTo>
                  <a:pt x="15" y="83"/>
                </a:lnTo>
                <a:lnTo>
                  <a:pt x="14" y="83"/>
                </a:lnTo>
                <a:lnTo>
                  <a:pt x="13" y="82"/>
                </a:lnTo>
                <a:lnTo>
                  <a:pt x="13" y="83"/>
                </a:lnTo>
                <a:lnTo>
                  <a:pt x="12" y="83"/>
                </a:lnTo>
                <a:lnTo>
                  <a:pt x="11" y="83"/>
                </a:lnTo>
                <a:lnTo>
                  <a:pt x="11" y="82"/>
                </a:lnTo>
                <a:lnTo>
                  <a:pt x="10" y="81"/>
                </a:lnTo>
                <a:lnTo>
                  <a:pt x="10" y="82"/>
                </a:lnTo>
                <a:lnTo>
                  <a:pt x="9" y="82"/>
                </a:lnTo>
                <a:lnTo>
                  <a:pt x="8" y="82"/>
                </a:lnTo>
                <a:lnTo>
                  <a:pt x="8" y="81"/>
                </a:lnTo>
                <a:lnTo>
                  <a:pt x="8" y="82"/>
                </a:lnTo>
                <a:lnTo>
                  <a:pt x="8" y="81"/>
                </a:lnTo>
                <a:lnTo>
                  <a:pt x="7" y="80"/>
                </a:lnTo>
                <a:lnTo>
                  <a:pt x="8" y="79"/>
                </a:lnTo>
                <a:lnTo>
                  <a:pt x="9" y="79"/>
                </a:lnTo>
                <a:lnTo>
                  <a:pt x="10" y="79"/>
                </a:lnTo>
                <a:lnTo>
                  <a:pt x="10" y="78"/>
                </a:lnTo>
                <a:lnTo>
                  <a:pt x="10" y="77"/>
                </a:lnTo>
                <a:lnTo>
                  <a:pt x="10" y="76"/>
                </a:lnTo>
                <a:lnTo>
                  <a:pt x="10" y="75"/>
                </a:lnTo>
                <a:lnTo>
                  <a:pt x="11" y="75"/>
                </a:lnTo>
                <a:lnTo>
                  <a:pt x="11" y="74"/>
                </a:lnTo>
                <a:lnTo>
                  <a:pt x="11" y="73"/>
                </a:lnTo>
                <a:lnTo>
                  <a:pt x="10" y="73"/>
                </a:lnTo>
                <a:lnTo>
                  <a:pt x="10" y="74"/>
                </a:lnTo>
                <a:lnTo>
                  <a:pt x="9" y="74"/>
                </a:lnTo>
                <a:lnTo>
                  <a:pt x="9" y="73"/>
                </a:lnTo>
                <a:lnTo>
                  <a:pt x="8" y="72"/>
                </a:lnTo>
                <a:lnTo>
                  <a:pt x="7" y="72"/>
                </a:lnTo>
                <a:lnTo>
                  <a:pt x="7" y="71"/>
                </a:lnTo>
                <a:lnTo>
                  <a:pt x="8" y="70"/>
                </a:lnTo>
                <a:lnTo>
                  <a:pt x="9" y="70"/>
                </a:lnTo>
                <a:lnTo>
                  <a:pt x="9" y="69"/>
                </a:lnTo>
                <a:lnTo>
                  <a:pt x="9" y="68"/>
                </a:lnTo>
                <a:lnTo>
                  <a:pt x="8" y="67"/>
                </a:lnTo>
                <a:lnTo>
                  <a:pt x="9" y="67"/>
                </a:lnTo>
                <a:lnTo>
                  <a:pt x="9" y="66"/>
                </a:lnTo>
                <a:lnTo>
                  <a:pt x="8" y="66"/>
                </a:lnTo>
                <a:lnTo>
                  <a:pt x="9" y="66"/>
                </a:lnTo>
                <a:lnTo>
                  <a:pt x="10" y="66"/>
                </a:lnTo>
                <a:lnTo>
                  <a:pt x="10" y="65"/>
                </a:lnTo>
                <a:lnTo>
                  <a:pt x="10" y="64"/>
                </a:lnTo>
                <a:lnTo>
                  <a:pt x="11" y="65"/>
                </a:lnTo>
                <a:lnTo>
                  <a:pt x="12" y="64"/>
                </a:lnTo>
                <a:lnTo>
                  <a:pt x="11" y="63"/>
                </a:lnTo>
                <a:lnTo>
                  <a:pt x="11" y="62"/>
                </a:lnTo>
                <a:lnTo>
                  <a:pt x="12" y="62"/>
                </a:lnTo>
                <a:lnTo>
                  <a:pt x="12" y="61"/>
                </a:lnTo>
                <a:lnTo>
                  <a:pt x="13" y="61"/>
                </a:lnTo>
                <a:lnTo>
                  <a:pt x="13" y="60"/>
                </a:lnTo>
                <a:lnTo>
                  <a:pt x="13" y="59"/>
                </a:lnTo>
                <a:lnTo>
                  <a:pt x="14" y="59"/>
                </a:lnTo>
                <a:lnTo>
                  <a:pt x="15" y="59"/>
                </a:lnTo>
                <a:lnTo>
                  <a:pt x="16" y="59"/>
                </a:lnTo>
                <a:lnTo>
                  <a:pt x="17" y="59"/>
                </a:lnTo>
                <a:lnTo>
                  <a:pt x="18" y="58"/>
                </a:lnTo>
                <a:lnTo>
                  <a:pt x="18" y="57"/>
                </a:lnTo>
                <a:lnTo>
                  <a:pt x="19" y="57"/>
                </a:lnTo>
                <a:lnTo>
                  <a:pt x="19" y="56"/>
                </a:lnTo>
                <a:lnTo>
                  <a:pt x="19" y="55"/>
                </a:lnTo>
                <a:lnTo>
                  <a:pt x="22" y="55"/>
                </a:lnTo>
                <a:lnTo>
                  <a:pt x="22" y="56"/>
                </a:lnTo>
                <a:lnTo>
                  <a:pt x="22" y="57"/>
                </a:lnTo>
                <a:lnTo>
                  <a:pt x="21" y="57"/>
                </a:lnTo>
                <a:lnTo>
                  <a:pt x="21" y="58"/>
                </a:lnTo>
                <a:lnTo>
                  <a:pt x="22" y="58"/>
                </a:lnTo>
                <a:lnTo>
                  <a:pt x="22" y="59"/>
                </a:lnTo>
                <a:lnTo>
                  <a:pt x="23" y="59"/>
                </a:lnTo>
                <a:lnTo>
                  <a:pt x="23" y="60"/>
                </a:lnTo>
                <a:lnTo>
                  <a:pt x="22" y="60"/>
                </a:lnTo>
                <a:lnTo>
                  <a:pt x="23" y="61"/>
                </a:lnTo>
                <a:lnTo>
                  <a:pt x="23" y="62"/>
                </a:lnTo>
                <a:lnTo>
                  <a:pt x="24" y="61"/>
                </a:lnTo>
                <a:lnTo>
                  <a:pt x="24" y="62"/>
                </a:lnTo>
                <a:lnTo>
                  <a:pt x="24" y="63"/>
                </a:lnTo>
                <a:lnTo>
                  <a:pt x="25" y="62"/>
                </a:lnTo>
                <a:lnTo>
                  <a:pt x="26" y="62"/>
                </a:lnTo>
                <a:lnTo>
                  <a:pt x="27" y="62"/>
                </a:lnTo>
                <a:lnTo>
                  <a:pt x="28" y="61"/>
                </a:lnTo>
                <a:lnTo>
                  <a:pt x="29" y="61"/>
                </a:lnTo>
                <a:lnTo>
                  <a:pt x="30" y="62"/>
                </a:lnTo>
                <a:lnTo>
                  <a:pt x="32" y="62"/>
                </a:lnTo>
                <a:lnTo>
                  <a:pt x="33" y="62"/>
                </a:lnTo>
                <a:lnTo>
                  <a:pt x="35" y="63"/>
                </a:lnTo>
                <a:lnTo>
                  <a:pt x="36" y="63"/>
                </a:lnTo>
                <a:lnTo>
                  <a:pt x="36" y="64"/>
                </a:lnTo>
                <a:lnTo>
                  <a:pt x="37" y="64"/>
                </a:lnTo>
                <a:lnTo>
                  <a:pt x="37" y="65"/>
                </a:lnTo>
                <a:lnTo>
                  <a:pt x="38" y="65"/>
                </a:lnTo>
                <a:lnTo>
                  <a:pt x="39" y="65"/>
                </a:lnTo>
                <a:lnTo>
                  <a:pt x="40" y="64"/>
                </a:lnTo>
                <a:lnTo>
                  <a:pt x="40" y="63"/>
                </a:lnTo>
                <a:lnTo>
                  <a:pt x="41" y="63"/>
                </a:lnTo>
                <a:lnTo>
                  <a:pt x="42" y="63"/>
                </a:lnTo>
                <a:lnTo>
                  <a:pt x="42" y="62"/>
                </a:lnTo>
                <a:lnTo>
                  <a:pt x="41" y="61"/>
                </a:lnTo>
                <a:lnTo>
                  <a:pt x="41" y="60"/>
                </a:lnTo>
                <a:lnTo>
                  <a:pt x="41" y="59"/>
                </a:lnTo>
                <a:lnTo>
                  <a:pt x="42" y="59"/>
                </a:lnTo>
                <a:lnTo>
                  <a:pt x="42" y="58"/>
                </a:lnTo>
                <a:lnTo>
                  <a:pt x="42" y="57"/>
                </a:lnTo>
                <a:lnTo>
                  <a:pt x="42" y="56"/>
                </a:lnTo>
                <a:lnTo>
                  <a:pt x="42" y="55"/>
                </a:lnTo>
                <a:lnTo>
                  <a:pt x="41" y="55"/>
                </a:lnTo>
                <a:lnTo>
                  <a:pt x="41" y="54"/>
                </a:lnTo>
                <a:lnTo>
                  <a:pt x="42" y="54"/>
                </a:lnTo>
                <a:lnTo>
                  <a:pt x="41" y="54"/>
                </a:lnTo>
                <a:lnTo>
                  <a:pt x="40" y="54"/>
                </a:lnTo>
                <a:lnTo>
                  <a:pt x="40" y="53"/>
                </a:lnTo>
                <a:lnTo>
                  <a:pt x="40" y="52"/>
                </a:lnTo>
                <a:lnTo>
                  <a:pt x="41" y="52"/>
                </a:lnTo>
                <a:lnTo>
                  <a:pt x="41" y="51"/>
                </a:lnTo>
                <a:lnTo>
                  <a:pt x="42" y="51"/>
                </a:lnTo>
                <a:lnTo>
                  <a:pt x="43" y="51"/>
                </a:lnTo>
                <a:lnTo>
                  <a:pt x="44" y="50"/>
                </a:lnTo>
                <a:lnTo>
                  <a:pt x="45" y="50"/>
                </a:lnTo>
                <a:lnTo>
                  <a:pt x="44" y="49"/>
                </a:lnTo>
                <a:lnTo>
                  <a:pt x="44" y="48"/>
                </a:lnTo>
                <a:lnTo>
                  <a:pt x="43" y="48"/>
                </a:lnTo>
                <a:lnTo>
                  <a:pt x="43" y="47"/>
                </a:lnTo>
                <a:lnTo>
                  <a:pt x="42" y="47"/>
                </a:lnTo>
                <a:lnTo>
                  <a:pt x="42" y="46"/>
                </a:lnTo>
                <a:lnTo>
                  <a:pt x="41" y="46"/>
                </a:lnTo>
                <a:lnTo>
                  <a:pt x="41" y="45"/>
                </a:lnTo>
                <a:lnTo>
                  <a:pt x="41" y="44"/>
                </a:lnTo>
                <a:lnTo>
                  <a:pt x="40" y="44"/>
                </a:lnTo>
                <a:lnTo>
                  <a:pt x="41" y="44"/>
                </a:lnTo>
                <a:lnTo>
                  <a:pt x="42" y="44"/>
                </a:lnTo>
                <a:lnTo>
                  <a:pt x="41" y="44"/>
                </a:lnTo>
                <a:lnTo>
                  <a:pt x="41" y="43"/>
                </a:lnTo>
                <a:lnTo>
                  <a:pt x="42" y="43"/>
                </a:lnTo>
                <a:lnTo>
                  <a:pt x="43" y="43"/>
                </a:lnTo>
                <a:lnTo>
                  <a:pt x="44" y="43"/>
                </a:lnTo>
                <a:lnTo>
                  <a:pt x="45" y="42"/>
                </a:lnTo>
                <a:lnTo>
                  <a:pt x="46" y="43"/>
                </a:lnTo>
                <a:lnTo>
                  <a:pt x="47" y="43"/>
                </a:lnTo>
                <a:lnTo>
                  <a:pt x="49" y="43"/>
                </a:lnTo>
                <a:lnTo>
                  <a:pt x="50" y="43"/>
                </a:lnTo>
                <a:lnTo>
                  <a:pt x="51" y="43"/>
                </a:lnTo>
                <a:lnTo>
                  <a:pt x="50" y="43"/>
                </a:lnTo>
                <a:lnTo>
                  <a:pt x="50" y="42"/>
                </a:lnTo>
                <a:lnTo>
                  <a:pt x="51" y="42"/>
                </a:lnTo>
                <a:lnTo>
                  <a:pt x="50" y="41"/>
                </a:lnTo>
                <a:lnTo>
                  <a:pt x="50" y="40"/>
                </a:lnTo>
                <a:lnTo>
                  <a:pt x="49" y="40"/>
                </a:lnTo>
                <a:lnTo>
                  <a:pt x="47" y="40"/>
                </a:lnTo>
                <a:lnTo>
                  <a:pt x="47" y="41"/>
                </a:lnTo>
                <a:lnTo>
                  <a:pt x="46" y="40"/>
                </a:lnTo>
                <a:lnTo>
                  <a:pt x="45" y="40"/>
                </a:lnTo>
                <a:lnTo>
                  <a:pt x="44" y="40"/>
                </a:lnTo>
                <a:lnTo>
                  <a:pt x="44" y="39"/>
                </a:lnTo>
                <a:lnTo>
                  <a:pt x="43" y="39"/>
                </a:lnTo>
                <a:lnTo>
                  <a:pt x="42" y="39"/>
                </a:lnTo>
                <a:lnTo>
                  <a:pt x="41" y="39"/>
                </a:lnTo>
                <a:lnTo>
                  <a:pt x="42" y="39"/>
                </a:lnTo>
                <a:lnTo>
                  <a:pt x="42" y="38"/>
                </a:lnTo>
                <a:lnTo>
                  <a:pt x="42" y="39"/>
                </a:lnTo>
                <a:lnTo>
                  <a:pt x="41" y="39"/>
                </a:lnTo>
                <a:lnTo>
                  <a:pt x="41" y="38"/>
                </a:lnTo>
                <a:lnTo>
                  <a:pt x="40" y="38"/>
                </a:lnTo>
                <a:lnTo>
                  <a:pt x="41" y="37"/>
                </a:lnTo>
                <a:lnTo>
                  <a:pt x="40" y="36"/>
                </a:lnTo>
                <a:lnTo>
                  <a:pt x="40" y="35"/>
                </a:lnTo>
                <a:lnTo>
                  <a:pt x="41" y="35"/>
                </a:lnTo>
                <a:lnTo>
                  <a:pt x="40" y="35"/>
                </a:lnTo>
                <a:lnTo>
                  <a:pt x="39" y="35"/>
                </a:lnTo>
                <a:lnTo>
                  <a:pt x="39" y="34"/>
                </a:lnTo>
                <a:lnTo>
                  <a:pt x="39" y="33"/>
                </a:lnTo>
                <a:lnTo>
                  <a:pt x="40" y="32"/>
                </a:lnTo>
                <a:lnTo>
                  <a:pt x="41" y="32"/>
                </a:lnTo>
                <a:lnTo>
                  <a:pt x="40" y="32"/>
                </a:lnTo>
                <a:lnTo>
                  <a:pt x="40" y="31"/>
                </a:lnTo>
                <a:lnTo>
                  <a:pt x="41" y="31"/>
                </a:lnTo>
                <a:lnTo>
                  <a:pt x="41" y="30"/>
                </a:lnTo>
                <a:lnTo>
                  <a:pt x="41" y="29"/>
                </a:lnTo>
                <a:lnTo>
                  <a:pt x="42" y="29"/>
                </a:lnTo>
                <a:lnTo>
                  <a:pt x="42" y="30"/>
                </a:lnTo>
                <a:lnTo>
                  <a:pt x="43" y="29"/>
                </a:lnTo>
                <a:lnTo>
                  <a:pt x="43" y="28"/>
                </a:lnTo>
                <a:lnTo>
                  <a:pt x="42" y="28"/>
                </a:lnTo>
                <a:lnTo>
                  <a:pt x="43" y="28"/>
                </a:lnTo>
                <a:lnTo>
                  <a:pt x="44" y="27"/>
                </a:lnTo>
                <a:lnTo>
                  <a:pt x="44" y="26"/>
                </a:lnTo>
                <a:lnTo>
                  <a:pt x="44" y="25"/>
                </a:lnTo>
                <a:lnTo>
                  <a:pt x="44" y="24"/>
                </a:lnTo>
                <a:lnTo>
                  <a:pt x="43" y="23"/>
                </a:lnTo>
                <a:lnTo>
                  <a:pt x="43" y="22"/>
                </a:lnTo>
                <a:lnTo>
                  <a:pt x="43" y="21"/>
                </a:lnTo>
                <a:lnTo>
                  <a:pt x="43" y="20"/>
                </a:lnTo>
                <a:lnTo>
                  <a:pt x="43" y="19"/>
                </a:lnTo>
                <a:lnTo>
                  <a:pt x="44" y="19"/>
                </a:lnTo>
                <a:lnTo>
                  <a:pt x="45" y="19"/>
                </a:lnTo>
                <a:lnTo>
                  <a:pt x="46" y="19"/>
                </a:lnTo>
                <a:lnTo>
                  <a:pt x="47" y="19"/>
                </a:lnTo>
                <a:lnTo>
                  <a:pt x="46" y="17"/>
                </a:lnTo>
                <a:lnTo>
                  <a:pt x="45" y="17"/>
                </a:lnTo>
                <a:lnTo>
                  <a:pt x="46" y="17"/>
                </a:lnTo>
                <a:lnTo>
                  <a:pt x="46" y="16"/>
                </a:lnTo>
                <a:lnTo>
                  <a:pt x="45" y="16"/>
                </a:lnTo>
                <a:lnTo>
                  <a:pt x="47" y="16"/>
                </a:lnTo>
                <a:lnTo>
                  <a:pt x="47" y="15"/>
                </a:lnTo>
                <a:lnTo>
                  <a:pt x="49" y="14"/>
                </a:lnTo>
                <a:lnTo>
                  <a:pt x="50" y="14"/>
                </a:lnTo>
                <a:lnTo>
                  <a:pt x="51" y="14"/>
                </a:lnTo>
                <a:lnTo>
                  <a:pt x="52" y="14"/>
                </a:lnTo>
                <a:lnTo>
                  <a:pt x="53" y="13"/>
                </a:lnTo>
                <a:lnTo>
                  <a:pt x="54" y="13"/>
                </a:lnTo>
                <a:lnTo>
                  <a:pt x="55" y="13"/>
                </a:lnTo>
                <a:lnTo>
                  <a:pt x="55" y="12"/>
                </a:lnTo>
                <a:lnTo>
                  <a:pt x="55" y="11"/>
                </a:lnTo>
                <a:lnTo>
                  <a:pt x="57" y="11"/>
                </a:lnTo>
                <a:lnTo>
                  <a:pt x="57" y="12"/>
                </a:lnTo>
                <a:lnTo>
                  <a:pt x="59" y="12"/>
                </a:lnTo>
                <a:lnTo>
                  <a:pt x="59" y="11"/>
                </a:lnTo>
                <a:lnTo>
                  <a:pt x="60" y="11"/>
                </a:lnTo>
                <a:lnTo>
                  <a:pt x="59" y="10"/>
                </a:lnTo>
                <a:lnTo>
                  <a:pt x="60" y="10"/>
                </a:lnTo>
                <a:lnTo>
                  <a:pt x="60" y="9"/>
                </a:lnTo>
                <a:lnTo>
                  <a:pt x="59" y="9"/>
                </a:lnTo>
                <a:lnTo>
                  <a:pt x="59" y="8"/>
                </a:lnTo>
                <a:lnTo>
                  <a:pt x="61" y="8"/>
                </a:lnTo>
                <a:lnTo>
                  <a:pt x="62" y="8"/>
                </a:lnTo>
                <a:lnTo>
                  <a:pt x="63" y="7"/>
                </a:lnTo>
                <a:lnTo>
                  <a:pt x="64" y="7"/>
                </a:lnTo>
                <a:lnTo>
                  <a:pt x="64" y="6"/>
                </a:lnTo>
                <a:lnTo>
                  <a:pt x="63" y="6"/>
                </a:lnTo>
                <a:lnTo>
                  <a:pt x="62" y="6"/>
                </a:lnTo>
                <a:lnTo>
                  <a:pt x="62" y="5"/>
                </a:lnTo>
                <a:lnTo>
                  <a:pt x="63" y="5"/>
                </a:lnTo>
                <a:lnTo>
                  <a:pt x="62" y="4"/>
                </a:lnTo>
                <a:lnTo>
                  <a:pt x="61" y="4"/>
                </a:lnTo>
                <a:lnTo>
                  <a:pt x="61" y="3"/>
                </a:lnTo>
                <a:lnTo>
                  <a:pt x="62" y="3"/>
                </a:lnTo>
                <a:lnTo>
                  <a:pt x="63" y="3"/>
                </a:lnTo>
                <a:lnTo>
                  <a:pt x="63" y="2"/>
                </a:lnTo>
                <a:lnTo>
                  <a:pt x="64" y="2"/>
                </a:lnTo>
                <a:lnTo>
                  <a:pt x="65" y="1"/>
                </a:lnTo>
                <a:lnTo>
                  <a:pt x="65" y="0"/>
                </a:lnTo>
                <a:lnTo>
                  <a:pt x="66" y="0"/>
                </a:lnTo>
                <a:lnTo>
                  <a:pt x="67" y="0"/>
                </a:lnTo>
                <a:lnTo>
                  <a:pt x="68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06" name=""/>
          <p:cNvSpPr/>
          <p:nvPr/>
        </p:nvSpPr>
        <p:spPr>
          <a:xfrm>
            <a:off x="6926040" y="369432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5"/>
                </a:moveTo>
                <a:lnTo>
                  <a:pt x="0" y="3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07" name=""/>
          <p:cNvSpPr/>
          <p:nvPr/>
        </p:nvSpPr>
        <p:spPr>
          <a:xfrm>
            <a:off x="6924960" y="36936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4"/>
                </a:moveTo>
                <a:lnTo>
                  <a:pt x="0" y="4"/>
                </a:lnTo>
                <a:lnTo>
                  <a:pt x="0" y="3"/>
                </a:lnTo>
                <a:lnTo>
                  <a:pt x="2" y="1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3" y="3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08" name=""/>
          <p:cNvSpPr/>
          <p:nvPr/>
        </p:nvSpPr>
        <p:spPr>
          <a:xfrm>
            <a:off x="6751080" y="3566160"/>
            <a:ext cx="208080" cy="241920"/>
          </a:xfrm>
          <a:custGeom>
            <a:avLst/>
            <a:gdLst/>
            <a:ahLst/>
            <a:rect l="0" t="0" r="r" b="b"/>
            <a:pathLst>
              <a:path w="578" h="672">
                <a:moveTo>
                  <a:pt x="392" y="0"/>
                </a:moveTo>
                <a:lnTo>
                  <a:pt x="392" y="1"/>
                </a:lnTo>
                <a:lnTo>
                  <a:pt x="391" y="3"/>
                </a:lnTo>
                <a:lnTo>
                  <a:pt x="392" y="4"/>
                </a:lnTo>
                <a:lnTo>
                  <a:pt x="393" y="4"/>
                </a:lnTo>
                <a:lnTo>
                  <a:pt x="394" y="5"/>
                </a:lnTo>
                <a:lnTo>
                  <a:pt x="395" y="5"/>
                </a:lnTo>
                <a:lnTo>
                  <a:pt x="395" y="6"/>
                </a:lnTo>
                <a:lnTo>
                  <a:pt x="396" y="7"/>
                </a:lnTo>
                <a:lnTo>
                  <a:pt x="396" y="8"/>
                </a:lnTo>
                <a:lnTo>
                  <a:pt x="397" y="8"/>
                </a:lnTo>
                <a:lnTo>
                  <a:pt x="398" y="10"/>
                </a:lnTo>
                <a:lnTo>
                  <a:pt x="398" y="12"/>
                </a:lnTo>
                <a:lnTo>
                  <a:pt x="398" y="13"/>
                </a:lnTo>
                <a:lnTo>
                  <a:pt x="399" y="13"/>
                </a:lnTo>
                <a:lnTo>
                  <a:pt x="399" y="12"/>
                </a:lnTo>
                <a:lnTo>
                  <a:pt x="399" y="13"/>
                </a:lnTo>
                <a:lnTo>
                  <a:pt x="400" y="13"/>
                </a:lnTo>
                <a:lnTo>
                  <a:pt x="401" y="13"/>
                </a:lnTo>
                <a:lnTo>
                  <a:pt x="401" y="14"/>
                </a:lnTo>
                <a:lnTo>
                  <a:pt x="402" y="14"/>
                </a:lnTo>
                <a:lnTo>
                  <a:pt x="403" y="14"/>
                </a:lnTo>
                <a:lnTo>
                  <a:pt x="403" y="15"/>
                </a:lnTo>
                <a:lnTo>
                  <a:pt x="404" y="16"/>
                </a:lnTo>
                <a:lnTo>
                  <a:pt x="404" y="17"/>
                </a:lnTo>
                <a:lnTo>
                  <a:pt x="406" y="19"/>
                </a:lnTo>
                <a:lnTo>
                  <a:pt x="407" y="19"/>
                </a:lnTo>
                <a:lnTo>
                  <a:pt x="408" y="19"/>
                </a:lnTo>
                <a:lnTo>
                  <a:pt x="408" y="20"/>
                </a:lnTo>
                <a:lnTo>
                  <a:pt x="409" y="20"/>
                </a:lnTo>
                <a:lnTo>
                  <a:pt x="410" y="20"/>
                </a:lnTo>
                <a:lnTo>
                  <a:pt x="410" y="21"/>
                </a:lnTo>
                <a:lnTo>
                  <a:pt x="411" y="21"/>
                </a:lnTo>
                <a:lnTo>
                  <a:pt x="411" y="22"/>
                </a:lnTo>
                <a:lnTo>
                  <a:pt x="411" y="23"/>
                </a:lnTo>
                <a:lnTo>
                  <a:pt x="412" y="23"/>
                </a:lnTo>
                <a:lnTo>
                  <a:pt x="412" y="24"/>
                </a:lnTo>
                <a:lnTo>
                  <a:pt x="412" y="25"/>
                </a:lnTo>
                <a:lnTo>
                  <a:pt x="411" y="25"/>
                </a:lnTo>
                <a:lnTo>
                  <a:pt x="410" y="27"/>
                </a:lnTo>
                <a:lnTo>
                  <a:pt x="410" y="28"/>
                </a:lnTo>
                <a:lnTo>
                  <a:pt x="411" y="29"/>
                </a:lnTo>
                <a:lnTo>
                  <a:pt x="412" y="30"/>
                </a:lnTo>
                <a:lnTo>
                  <a:pt x="412" y="31"/>
                </a:lnTo>
                <a:lnTo>
                  <a:pt x="414" y="31"/>
                </a:lnTo>
                <a:lnTo>
                  <a:pt x="415" y="31"/>
                </a:lnTo>
                <a:lnTo>
                  <a:pt x="415" y="34"/>
                </a:lnTo>
                <a:lnTo>
                  <a:pt x="413" y="35"/>
                </a:lnTo>
                <a:lnTo>
                  <a:pt x="412" y="35"/>
                </a:lnTo>
                <a:lnTo>
                  <a:pt x="411" y="36"/>
                </a:lnTo>
                <a:lnTo>
                  <a:pt x="411" y="37"/>
                </a:lnTo>
                <a:lnTo>
                  <a:pt x="410" y="37"/>
                </a:lnTo>
                <a:lnTo>
                  <a:pt x="409" y="37"/>
                </a:lnTo>
                <a:lnTo>
                  <a:pt x="408" y="37"/>
                </a:lnTo>
                <a:lnTo>
                  <a:pt x="407" y="38"/>
                </a:lnTo>
                <a:lnTo>
                  <a:pt x="407" y="39"/>
                </a:lnTo>
                <a:lnTo>
                  <a:pt x="408" y="39"/>
                </a:lnTo>
                <a:lnTo>
                  <a:pt x="410" y="40"/>
                </a:lnTo>
                <a:lnTo>
                  <a:pt x="411" y="41"/>
                </a:lnTo>
                <a:lnTo>
                  <a:pt x="412" y="41"/>
                </a:lnTo>
                <a:lnTo>
                  <a:pt x="413" y="42"/>
                </a:lnTo>
                <a:lnTo>
                  <a:pt x="413" y="43"/>
                </a:lnTo>
                <a:lnTo>
                  <a:pt x="414" y="43"/>
                </a:lnTo>
                <a:lnTo>
                  <a:pt x="415" y="43"/>
                </a:lnTo>
                <a:lnTo>
                  <a:pt x="416" y="43"/>
                </a:lnTo>
                <a:lnTo>
                  <a:pt x="416" y="44"/>
                </a:lnTo>
                <a:lnTo>
                  <a:pt x="418" y="45"/>
                </a:lnTo>
                <a:lnTo>
                  <a:pt x="419" y="45"/>
                </a:lnTo>
                <a:lnTo>
                  <a:pt x="420" y="46"/>
                </a:lnTo>
                <a:lnTo>
                  <a:pt x="419" y="47"/>
                </a:lnTo>
                <a:lnTo>
                  <a:pt x="419" y="48"/>
                </a:lnTo>
                <a:lnTo>
                  <a:pt x="418" y="49"/>
                </a:lnTo>
                <a:lnTo>
                  <a:pt x="418" y="50"/>
                </a:lnTo>
                <a:lnTo>
                  <a:pt x="418" y="51"/>
                </a:lnTo>
                <a:lnTo>
                  <a:pt x="418" y="52"/>
                </a:lnTo>
                <a:lnTo>
                  <a:pt x="419" y="52"/>
                </a:lnTo>
                <a:lnTo>
                  <a:pt x="420" y="53"/>
                </a:lnTo>
                <a:lnTo>
                  <a:pt x="421" y="53"/>
                </a:lnTo>
                <a:lnTo>
                  <a:pt x="422" y="53"/>
                </a:lnTo>
                <a:lnTo>
                  <a:pt x="423" y="54"/>
                </a:lnTo>
                <a:lnTo>
                  <a:pt x="424" y="54"/>
                </a:lnTo>
                <a:lnTo>
                  <a:pt x="424" y="55"/>
                </a:lnTo>
                <a:lnTo>
                  <a:pt x="424" y="56"/>
                </a:lnTo>
                <a:lnTo>
                  <a:pt x="424" y="57"/>
                </a:lnTo>
                <a:lnTo>
                  <a:pt x="423" y="57"/>
                </a:lnTo>
                <a:lnTo>
                  <a:pt x="423" y="56"/>
                </a:lnTo>
                <a:lnTo>
                  <a:pt x="422" y="56"/>
                </a:lnTo>
                <a:lnTo>
                  <a:pt x="423" y="57"/>
                </a:lnTo>
                <a:lnTo>
                  <a:pt x="423" y="58"/>
                </a:lnTo>
                <a:lnTo>
                  <a:pt x="422" y="58"/>
                </a:lnTo>
                <a:lnTo>
                  <a:pt x="421" y="59"/>
                </a:lnTo>
                <a:lnTo>
                  <a:pt x="420" y="59"/>
                </a:lnTo>
                <a:lnTo>
                  <a:pt x="422" y="60"/>
                </a:lnTo>
                <a:lnTo>
                  <a:pt x="423" y="60"/>
                </a:lnTo>
                <a:lnTo>
                  <a:pt x="424" y="60"/>
                </a:lnTo>
                <a:lnTo>
                  <a:pt x="427" y="60"/>
                </a:lnTo>
                <a:lnTo>
                  <a:pt x="429" y="59"/>
                </a:lnTo>
                <a:lnTo>
                  <a:pt x="429" y="58"/>
                </a:lnTo>
                <a:lnTo>
                  <a:pt x="430" y="57"/>
                </a:lnTo>
                <a:lnTo>
                  <a:pt x="429" y="57"/>
                </a:lnTo>
                <a:lnTo>
                  <a:pt x="429" y="56"/>
                </a:lnTo>
                <a:lnTo>
                  <a:pt x="429" y="55"/>
                </a:lnTo>
                <a:lnTo>
                  <a:pt x="430" y="54"/>
                </a:lnTo>
                <a:lnTo>
                  <a:pt x="431" y="54"/>
                </a:lnTo>
                <a:lnTo>
                  <a:pt x="432" y="54"/>
                </a:lnTo>
                <a:lnTo>
                  <a:pt x="433" y="54"/>
                </a:lnTo>
                <a:lnTo>
                  <a:pt x="434" y="54"/>
                </a:lnTo>
                <a:lnTo>
                  <a:pt x="434" y="55"/>
                </a:lnTo>
                <a:lnTo>
                  <a:pt x="435" y="56"/>
                </a:lnTo>
                <a:lnTo>
                  <a:pt x="436" y="57"/>
                </a:lnTo>
                <a:lnTo>
                  <a:pt x="436" y="58"/>
                </a:lnTo>
                <a:lnTo>
                  <a:pt x="436" y="59"/>
                </a:lnTo>
                <a:lnTo>
                  <a:pt x="435" y="59"/>
                </a:lnTo>
                <a:lnTo>
                  <a:pt x="435" y="60"/>
                </a:lnTo>
                <a:lnTo>
                  <a:pt x="434" y="60"/>
                </a:lnTo>
                <a:lnTo>
                  <a:pt x="433" y="61"/>
                </a:lnTo>
                <a:lnTo>
                  <a:pt x="432" y="61"/>
                </a:lnTo>
                <a:lnTo>
                  <a:pt x="431" y="61"/>
                </a:lnTo>
                <a:lnTo>
                  <a:pt x="431" y="62"/>
                </a:lnTo>
                <a:lnTo>
                  <a:pt x="432" y="62"/>
                </a:lnTo>
                <a:lnTo>
                  <a:pt x="433" y="62"/>
                </a:lnTo>
                <a:lnTo>
                  <a:pt x="436" y="62"/>
                </a:lnTo>
                <a:lnTo>
                  <a:pt x="436" y="63"/>
                </a:lnTo>
                <a:lnTo>
                  <a:pt x="437" y="64"/>
                </a:lnTo>
                <a:lnTo>
                  <a:pt x="438" y="64"/>
                </a:lnTo>
                <a:lnTo>
                  <a:pt x="438" y="65"/>
                </a:lnTo>
                <a:lnTo>
                  <a:pt x="437" y="65"/>
                </a:lnTo>
                <a:lnTo>
                  <a:pt x="437" y="67"/>
                </a:lnTo>
                <a:lnTo>
                  <a:pt x="437" y="68"/>
                </a:lnTo>
                <a:lnTo>
                  <a:pt x="437" y="69"/>
                </a:lnTo>
                <a:lnTo>
                  <a:pt x="435" y="70"/>
                </a:lnTo>
                <a:lnTo>
                  <a:pt x="434" y="70"/>
                </a:lnTo>
                <a:lnTo>
                  <a:pt x="434" y="71"/>
                </a:lnTo>
                <a:lnTo>
                  <a:pt x="434" y="72"/>
                </a:lnTo>
                <a:lnTo>
                  <a:pt x="435" y="72"/>
                </a:lnTo>
                <a:lnTo>
                  <a:pt x="436" y="72"/>
                </a:lnTo>
                <a:lnTo>
                  <a:pt x="437" y="73"/>
                </a:lnTo>
                <a:lnTo>
                  <a:pt x="437" y="74"/>
                </a:lnTo>
                <a:lnTo>
                  <a:pt x="438" y="75"/>
                </a:lnTo>
                <a:lnTo>
                  <a:pt x="439" y="75"/>
                </a:lnTo>
                <a:lnTo>
                  <a:pt x="440" y="75"/>
                </a:lnTo>
                <a:lnTo>
                  <a:pt x="440" y="76"/>
                </a:lnTo>
                <a:lnTo>
                  <a:pt x="440" y="77"/>
                </a:lnTo>
                <a:lnTo>
                  <a:pt x="440" y="78"/>
                </a:lnTo>
                <a:lnTo>
                  <a:pt x="441" y="78"/>
                </a:lnTo>
                <a:lnTo>
                  <a:pt x="441" y="79"/>
                </a:lnTo>
                <a:lnTo>
                  <a:pt x="440" y="79"/>
                </a:lnTo>
                <a:lnTo>
                  <a:pt x="439" y="80"/>
                </a:lnTo>
                <a:lnTo>
                  <a:pt x="439" y="81"/>
                </a:lnTo>
                <a:lnTo>
                  <a:pt x="438" y="82"/>
                </a:lnTo>
                <a:lnTo>
                  <a:pt x="438" y="83"/>
                </a:lnTo>
                <a:lnTo>
                  <a:pt x="438" y="84"/>
                </a:lnTo>
                <a:lnTo>
                  <a:pt x="437" y="85"/>
                </a:lnTo>
                <a:lnTo>
                  <a:pt x="437" y="86"/>
                </a:lnTo>
                <a:lnTo>
                  <a:pt x="436" y="86"/>
                </a:lnTo>
                <a:lnTo>
                  <a:pt x="435" y="86"/>
                </a:lnTo>
                <a:lnTo>
                  <a:pt x="435" y="87"/>
                </a:lnTo>
                <a:lnTo>
                  <a:pt x="434" y="87"/>
                </a:lnTo>
                <a:lnTo>
                  <a:pt x="433" y="87"/>
                </a:lnTo>
                <a:lnTo>
                  <a:pt x="432" y="86"/>
                </a:lnTo>
                <a:lnTo>
                  <a:pt x="432" y="84"/>
                </a:lnTo>
                <a:lnTo>
                  <a:pt x="431" y="82"/>
                </a:lnTo>
                <a:lnTo>
                  <a:pt x="430" y="82"/>
                </a:lnTo>
                <a:lnTo>
                  <a:pt x="429" y="82"/>
                </a:lnTo>
                <a:lnTo>
                  <a:pt x="428" y="83"/>
                </a:lnTo>
                <a:lnTo>
                  <a:pt x="428" y="82"/>
                </a:lnTo>
                <a:lnTo>
                  <a:pt x="427" y="82"/>
                </a:lnTo>
                <a:lnTo>
                  <a:pt x="426" y="82"/>
                </a:lnTo>
                <a:lnTo>
                  <a:pt x="425" y="82"/>
                </a:lnTo>
                <a:lnTo>
                  <a:pt x="425" y="83"/>
                </a:lnTo>
                <a:lnTo>
                  <a:pt x="423" y="83"/>
                </a:lnTo>
                <a:lnTo>
                  <a:pt x="423" y="84"/>
                </a:lnTo>
                <a:lnTo>
                  <a:pt x="423" y="85"/>
                </a:lnTo>
                <a:lnTo>
                  <a:pt x="422" y="85"/>
                </a:lnTo>
                <a:lnTo>
                  <a:pt x="422" y="86"/>
                </a:lnTo>
                <a:lnTo>
                  <a:pt x="422" y="87"/>
                </a:lnTo>
                <a:lnTo>
                  <a:pt x="423" y="87"/>
                </a:lnTo>
                <a:lnTo>
                  <a:pt x="423" y="88"/>
                </a:lnTo>
                <a:lnTo>
                  <a:pt x="422" y="89"/>
                </a:lnTo>
                <a:lnTo>
                  <a:pt x="422" y="90"/>
                </a:lnTo>
                <a:lnTo>
                  <a:pt x="422" y="91"/>
                </a:lnTo>
                <a:lnTo>
                  <a:pt x="423" y="91"/>
                </a:lnTo>
                <a:lnTo>
                  <a:pt x="424" y="91"/>
                </a:lnTo>
                <a:lnTo>
                  <a:pt x="424" y="92"/>
                </a:lnTo>
                <a:lnTo>
                  <a:pt x="424" y="93"/>
                </a:lnTo>
                <a:lnTo>
                  <a:pt x="424" y="94"/>
                </a:lnTo>
                <a:lnTo>
                  <a:pt x="425" y="94"/>
                </a:lnTo>
                <a:lnTo>
                  <a:pt x="425" y="95"/>
                </a:lnTo>
                <a:lnTo>
                  <a:pt x="424" y="96"/>
                </a:lnTo>
                <a:lnTo>
                  <a:pt x="425" y="96"/>
                </a:lnTo>
                <a:lnTo>
                  <a:pt x="426" y="97"/>
                </a:lnTo>
                <a:lnTo>
                  <a:pt x="427" y="97"/>
                </a:lnTo>
                <a:lnTo>
                  <a:pt x="427" y="98"/>
                </a:lnTo>
                <a:lnTo>
                  <a:pt x="428" y="98"/>
                </a:lnTo>
                <a:lnTo>
                  <a:pt x="428" y="99"/>
                </a:lnTo>
                <a:lnTo>
                  <a:pt x="429" y="99"/>
                </a:lnTo>
                <a:lnTo>
                  <a:pt x="429" y="100"/>
                </a:lnTo>
                <a:lnTo>
                  <a:pt x="429" y="101"/>
                </a:lnTo>
                <a:lnTo>
                  <a:pt x="429" y="103"/>
                </a:lnTo>
                <a:lnTo>
                  <a:pt x="430" y="105"/>
                </a:lnTo>
                <a:lnTo>
                  <a:pt x="431" y="106"/>
                </a:lnTo>
                <a:lnTo>
                  <a:pt x="432" y="106"/>
                </a:lnTo>
                <a:lnTo>
                  <a:pt x="433" y="106"/>
                </a:lnTo>
                <a:lnTo>
                  <a:pt x="434" y="107"/>
                </a:lnTo>
                <a:lnTo>
                  <a:pt x="435" y="107"/>
                </a:lnTo>
                <a:lnTo>
                  <a:pt x="435" y="108"/>
                </a:lnTo>
                <a:lnTo>
                  <a:pt x="436" y="108"/>
                </a:lnTo>
                <a:lnTo>
                  <a:pt x="437" y="107"/>
                </a:lnTo>
                <a:lnTo>
                  <a:pt x="438" y="107"/>
                </a:lnTo>
                <a:lnTo>
                  <a:pt x="438" y="108"/>
                </a:lnTo>
                <a:lnTo>
                  <a:pt x="437" y="108"/>
                </a:lnTo>
                <a:lnTo>
                  <a:pt x="437" y="109"/>
                </a:lnTo>
                <a:lnTo>
                  <a:pt x="437" y="110"/>
                </a:lnTo>
                <a:lnTo>
                  <a:pt x="437" y="111"/>
                </a:lnTo>
                <a:lnTo>
                  <a:pt x="438" y="111"/>
                </a:lnTo>
                <a:lnTo>
                  <a:pt x="438" y="112"/>
                </a:lnTo>
                <a:lnTo>
                  <a:pt x="439" y="112"/>
                </a:lnTo>
                <a:lnTo>
                  <a:pt x="439" y="113"/>
                </a:lnTo>
                <a:lnTo>
                  <a:pt x="438" y="114"/>
                </a:lnTo>
                <a:lnTo>
                  <a:pt x="437" y="114"/>
                </a:lnTo>
                <a:lnTo>
                  <a:pt x="437" y="115"/>
                </a:lnTo>
                <a:lnTo>
                  <a:pt x="437" y="116"/>
                </a:lnTo>
                <a:lnTo>
                  <a:pt x="436" y="116"/>
                </a:lnTo>
                <a:lnTo>
                  <a:pt x="435" y="116"/>
                </a:lnTo>
                <a:lnTo>
                  <a:pt x="434" y="117"/>
                </a:lnTo>
                <a:lnTo>
                  <a:pt x="434" y="118"/>
                </a:lnTo>
                <a:lnTo>
                  <a:pt x="435" y="118"/>
                </a:lnTo>
                <a:lnTo>
                  <a:pt x="436" y="118"/>
                </a:lnTo>
                <a:lnTo>
                  <a:pt x="437" y="118"/>
                </a:lnTo>
                <a:lnTo>
                  <a:pt x="438" y="119"/>
                </a:lnTo>
                <a:lnTo>
                  <a:pt x="439" y="119"/>
                </a:lnTo>
                <a:lnTo>
                  <a:pt x="440" y="119"/>
                </a:lnTo>
                <a:lnTo>
                  <a:pt x="440" y="120"/>
                </a:lnTo>
                <a:lnTo>
                  <a:pt x="441" y="120"/>
                </a:lnTo>
                <a:lnTo>
                  <a:pt x="441" y="121"/>
                </a:lnTo>
                <a:lnTo>
                  <a:pt x="442" y="122"/>
                </a:lnTo>
                <a:lnTo>
                  <a:pt x="441" y="122"/>
                </a:lnTo>
                <a:lnTo>
                  <a:pt x="441" y="124"/>
                </a:lnTo>
                <a:lnTo>
                  <a:pt x="441" y="125"/>
                </a:lnTo>
                <a:lnTo>
                  <a:pt x="442" y="125"/>
                </a:lnTo>
                <a:lnTo>
                  <a:pt x="443" y="125"/>
                </a:lnTo>
                <a:lnTo>
                  <a:pt x="443" y="126"/>
                </a:lnTo>
                <a:lnTo>
                  <a:pt x="442" y="127"/>
                </a:lnTo>
                <a:lnTo>
                  <a:pt x="441" y="127"/>
                </a:lnTo>
                <a:lnTo>
                  <a:pt x="441" y="128"/>
                </a:lnTo>
                <a:lnTo>
                  <a:pt x="442" y="128"/>
                </a:lnTo>
                <a:lnTo>
                  <a:pt x="442" y="129"/>
                </a:lnTo>
                <a:lnTo>
                  <a:pt x="442" y="130"/>
                </a:lnTo>
                <a:lnTo>
                  <a:pt x="442" y="131"/>
                </a:lnTo>
                <a:lnTo>
                  <a:pt x="442" y="132"/>
                </a:lnTo>
                <a:lnTo>
                  <a:pt x="443" y="133"/>
                </a:lnTo>
                <a:lnTo>
                  <a:pt x="444" y="133"/>
                </a:lnTo>
                <a:lnTo>
                  <a:pt x="445" y="133"/>
                </a:lnTo>
                <a:lnTo>
                  <a:pt x="446" y="133"/>
                </a:lnTo>
                <a:lnTo>
                  <a:pt x="447" y="132"/>
                </a:lnTo>
                <a:lnTo>
                  <a:pt x="447" y="133"/>
                </a:lnTo>
                <a:lnTo>
                  <a:pt x="447" y="132"/>
                </a:lnTo>
                <a:lnTo>
                  <a:pt x="447" y="131"/>
                </a:lnTo>
                <a:lnTo>
                  <a:pt x="448" y="131"/>
                </a:lnTo>
                <a:lnTo>
                  <a:pt x="449" y="131"/>
                </a:lnTo>
                <a:lnTo>
                  <a:pt x="450" y="131"/>
                </a:lnTo>
                <a:lnTo>
                  <a:pt x="450" y="130"/>
                </a:lnTo>
                <a:lnTo>
                  <a:pt x="451" y="130"/>
                </a:lnTo>
                <a:lnTo>
                  <a:pt x="452" y="130"/>
                </a:lnTo>
                <a:lnTo>
                  <a:pt x="453" y="130"/>
                </a:lnTo>
                <a:lnTo>
                  <a:pt x="454" y="130"/>
                </a:lnTo>
                <a:lnTo>
                  <a:pt x="456" y="130"/>
                </a:lnTo>
                <a:lnTo>
                  <a:pt x="457" y="129"/>
                </a:lnTo>
                <a:lnTo>
                  <a:pt x="458" y="129"/>
                </a:lnTo>
                <a:lnTo>
                  <a:pt x="459" y="130"/>
                </a:lnTo>
                <a:lnTo>
                  <a:pt x="459" y="129"/>
                </a:lnTo>
                <a:lnTo>
                  <a:pt x="460" y="129"/>
                </a:lnTo>
                <a:lnTo>
                  <a:pt x="462" y="129"/>
                </a:lnTo>
                <a:lnTo>
                  <a:pt x="463" y="129"/>
                </a:lnTo>
                <a:lnTo>
                  <a:pt x="464" y="130"/>
                </a:lnTo>
                <a:lnTo>
                  <a:pt x="464" y="129"/>
                </a:lnTo>
                <a:lnTo>
                  <a:pt x="465" y="129"/>
                </a:lnTo>
                <a:lnTo>
                  <a:pt x="465" y="130"/>
                </a:lnTo>
                <a:lnTo>
                  <a:pt x="466" y="130"/>
                </a:lnTo>
                <a:lnTo>
                  <a:pt x="467" y="130"/>
                </a:lnTo>
                <a:lnTo>
                  <a:pt x="468" y="130"/>
                </a:lnTo>
                <a:lnTo>
                  <a:pt x="469" y="130"/>
                </a:lnTo>
                <a:lnTo>
                  <a:pt x="469" y="129"/>
                </a:lnTo>
                <a:lnTo>
                  <a:pt x="470" y="129"/>
                </a:lnTo>
                <a:lnTo>
                  <a:pt x="471" y="129"/>
                </a:lnTo>
                <a:lnTo>
                  <a:pt x="471" y="130"/>
                </a:lnTo>
                <a:lnTo>
                  <a:pt x="472" y="131"/>
                </a:lnTo>
                <a:lnTo>
                  <a:pt x="473" y="131"/>
                </a:lnTo>
                <a:lnTo>
                  <a:pt x="474" y="131"/>
                </a:lnTo>
                <a:lnTo>
                  <a:pt x="474" y="132"/>
                </a:lnTo>
                <a:lnTo>
                  <a:pt x="476" y="132"/>
                </a:lnTo>
                <a:lnTo>
                  <a:pt x="477" y="132"/>
                </a:lnTo>
                <a:lnTo>
                  <a:pt x="478" y="132"/>
                </a:lnTo>
                <a:lnTo>
                  <a:pt x="478" y="131"/>
                </a:lnTo>
                <a:lnTo>
                  <a:pt x="479" y="131"/>
                </a:lnTo>
                <a:lnTo>
                  <a:pt x="479" y="130"/>
                </a:lnTo>
                <a:lnTo>
                  <a:pt x="479" y="129"/>
                </a:lnTo>
                <a:lnTo>
                  <a:pt x="480" y="129"/>
                </a:lnTo>
                <a:lnTo>
                  <a:pt x="481" y="128"/>
                </a:lnTo>
                <a:lnTo>
                  <a:pt x="482" y="128"/>
                </a:lnTo>
                <a:lnTo>
                  <a:pt x="483" y="128"/>
                </a:lnTo>
                <a:lnTo>
                  <a:pt x="483" y="127"/>
                </a:lnTo>
                <a:lnTo>
                  <a:pt x="485" y="127"/>
                </a:lnTo>
                <a:lnTo>
                  <a:pt x="486" y="126"/>
                </a:lnTo>
                <a:lnTo>
                  <a:pt x="486" y="127"/>
                </a:lnTo>
                <a:lnTo>
                  <a:pt x="486" y="128"/>
                </a:lnTo>
                <a:lnTo>
                  <a:pt x="485" y="128"/>
                </a:lnTo>
                <a:lnTo>
                  <a:pt x="485" y="129"/>
                </a:lnTo>
                <a:lnTo>
                  <a:pt x="486" y="130"/>
                </a:lnTo>
                <a:lnTo>
                  <a:pt x="487" y="131"/>
                </a:lnTo>
                <a:lnTo>
                  <a:pt x="487" y="132"/>
                </a:lnTo>
                <a:lnTo>
                  <a:pt x="487" y="133"/>
                </a:lnTo>
                <a:lnTo>
                  <a:pt x="488" y="134"/>
                </a:lnTo>
                <a:lnTo>
                  <a:pt x="489" y="134"/>
                </a:lnTo>
                <a:lnTo>
                  <a:pt x="490" y="134"/>
                </a:lnTo>
                <a:lnTo>
                  <a:pt x="491" y="135"/>
                </a:lnTo>
                <a:lnTo>
                  <a:pt x="491" y="134"/>
                </a:lnTo>
                <a:lnTo>
                  <a:pt x="492" y="134"/>
                </a:lnTo>
                <a:lnTo>
                  <a:pt x="493" y="134"/>
                </a:lnTo>
                <a:lnTo>
                  <a:pt x="494" y="134"/>
                </a:lnTo>
                <a:lnTo>
                  <a:pt x="495" y="133"/>
                </a:lnTo>
                <a:lnTo>
                  <a:pt x="496" y="133"/>
                </a:lnTo>
                <a:lnTo>
                  <a:pt x="496" y="134"/>
                </a:lnTo>
                <a:lnTo>
                  <a:pt x="497" y="134"/>
                </a:lnTo>
                <a:lnTo>
                  <a:pt x="498" y="134"/>
                </a:lnTo>
                <a:lnTo>
                  <a:pt x="499" y="134"/>
                </a:lnTo>
                <a:lnTo>
                  <a:pt x="500" y="134"/>
                </a:lnTo>
                <a:lnTo>
                  <a:pt x="502" y="134"/>
                </a:lnTo>
                <a:lnTo>
                  <a:pt x="502" y="135"/>
                </a:lnTo>
                <a:lnTo>
                  <a:pt x="503" y="135"/>
                </a:lnTo>
                <a:lnTo>
                  <a:pt x="504" y="135"/>
                </a:lnTo>
                <a:lnTo>
                  <a:pt x="505" y="135"/>
                </a:lnTo>
                <a:lnTo>
                  <a:pt x="506" y="135"/>
                </a:lnTo>
                <a:lnTo>
                  <a:pt x="507" y="135"/>
                </a:lnTo>
                <a:lnTo>
                  <a:pt x="509" y="135"/>
                </a:lnTo>
                <a:lnTo>
                  <a:pt x="510" y="135"/>
                </a:lnTo>
                <a:lnTo>
                  <a:pt x="511" y="135"/>
                </a:lnTo>
                <a:lnTo>
                  <a:pt x="512" y="135"/>
                </a:lnTo>
                <a:lnTo>
                  <a:pt x="513" y="135"/>
                </a:lnTo>
                <a:lnTo>
                  <a:pt x="514" y="135"/>
                </a:lnTo>
                <a:lnTo>
                  <a:pt x="516" y="135"/>
                </a:lnTo>
                <a:lnTo>
                  <a:pt x="516" y="136"/>
                </a:lnTo>
                <a:lnTo>
                  <a:pt x="518" y="136"/>
                </a:lnTo>
                <a:lnTo>
                  <a:pt x="519" y="135"/>
                </a:lnTo>
                <a:lnTo>
                  <a:pt x="519" y="134"/>
                </a:lnTo>
                <a:lnTo>
                  <a:pt x="521" y="133"/>
                </a:lnTo>
                <a:lnTo>
                  <a:pt x="522" y="136"/>
                </a:lnTo>
                <a:lnTo>
                  <a:pt x="522" y="137"/>
                </a:lnTo>
                <a:lnTo>
                  <a:pt x="522" y="138"/>
                </a:lnTo>
                <a:lnTo>
                  <a:pt x="521" y="139"/>
                </a:lnTo>
                <a:lnTo>
                  <a:pt x="520" y="139"/>
                </a:lnTo>
                <a:lnTo>
                  <a:pt x="519" y="139"/>
                </a:lnTo>
                <a:lnTo>
                  <a:pt x="519" y="140"/>
                </a:lnTo>
                <a:lnTo>
                  <a:pt x="519" y="142"/>
                </a:lnTo>
                <a:lnTo>
                  <a:pt x="518" y="142"/>
                </a:lnTo>
                <a:lnTo>
                  <a:pt x="518" y="143"/>
                </a:lnTo>
                <a:lnTo>
                  <a:pt x="517" y="143"/>
                </a:lnTo>
                <a:lnTo>
                  <a:pt x="516" y="143"/>
                </a:lnTo>
                <a:lnTo>
                  <a:pt x="516" y="142"/>
                </a:lnTo>
                <a:lnTo>
                  <a:pt x="515" y="143"/>
                </a:lnTo>
                <a:lnTo>
                  <a:pt x="515" y="144"/>
                </a:lnTo>
                <a:lnTo>
                  <a:pt x="516" y="144"/>
                </a:lnTo>
                <a:lnTo>
                  <a:pt x="517" y="144"/>
                </a:lnTo>
                <a:lnTo>
                  <a:pt x="517" y="145"/>
                </a:lnTo>
                <a:lnTo>
                  <a:pt x="518" y="146"/>
                </a:lnTo>
                <a:lnTo>
                  <a:pt x="517" y="146"/>
                </a:lnTo>
                <a:lnTo>
                  <a:pt x="516" y="146"/>
                </a:lnTo>
                <a:lnTo>
                  <a:pt x="515" y="148"/>
                </a:lnTo>
                <a:lnTo>
                  <a:pt x="514" y="148"/>
                </a:lnTo>
                <a:lnTo>
                  <a:pt x="513" y="149"/>
                </a:lnTo>
                <a:lnTo>
                  <a:pt x="512" y="150"/>
                </a:lnTo>
                <a:lnTo>
                  <a:pt x="513" y="150"/>
                </a:lnTo>
                <a:lnTo>
                  <a:pt x="512" y="151"/>
                </a:lnTo>
                <a:lnTo>
                  <a:pt x="511" y="151"/>
                </a:lnTo>
                <a:lnTo>
                  <a:pt x="510" y="151"/>
                </a:lnTo>
                <a:lnTo>
                  <a:pt x="509" y="152"/>
                </a:lnTo>
                <a:lnTo>
                  <a:pt x="508" y="152"/>
                </a:lnTo>
                <a:lnTo>
                  <a:pt x="508" y="151"/>
                </a:lnTo>
                <a:lnTo>
                  <a:pt x="507" y="151"/>
                </a:lnTo>
                <a:lnTo>
                  <a:pt x="507" y="152"/>
                </a:lnTo>
                <a:lnTo>
                  <a:pt x="507" y="153"/>
                </a:lnTo>
                <a:lnTo>
                  <a:pt x="507" y="154"/>
                </a:lnTo>
                <a:lnTo>
                  <a:pt x="507" y="156"/>
                </a:lnTo>
                <a:lnTo>
                  <a:pt x="507" y="157"/>
                </a:lnTo>
                <a:lnTo>
                  <a:pt x="506" y="157"/>
                </a:lnTo>
                <a:lnTo>
                  <a:pt x="506" y="158"/>
                </a:lnTo>
                <a:lnTo>
                  <a:pt x="505" y="158"/>
                </a:lnTo>
                <a:lnTo>
                  <a:pt x="505" y="157"/>
                </a:lnTo>
                <a:lnTo>
                  <a:pt x="504" y="157"/>
                </a:lnTo>
                <a:lnTo>
                  <a:pt x="504" y="158"/>
                </a:lnTo>
                <a:lnTo>
                  <a:pt x="503" y="158"/>
                </a:lnTo>
                <a:lnTo>
                  <a:pt x="503" y="159"/>
                </a:lnTo>
                <a:lnTo>
                  <a:pt x="502" y="159"/>
                </a:lnTo>
                <a:lnTo>
                  <a:pt x="501" y="158"/>
                </a:lnTo>
                <a:lnTo>
                  <a:pt x="500" y="158"/>
                </a:lnTo>
                <a:lnTo>
                  <a:pt x="499" y="158"/>
                </a:lnTo>
                <a:lnTo>
                  <a:pt x="499" y="157"/>
                </a:lnTo>
                <a:lnTo>
                  <a:pt x="498" y="157"/>
                </a:lnTo>
                <a:lnTo>
                  <a:pt x="496" y="157"/>
                </a:lnTo>
                <a:lnTo>
                  <a:pt x="496" y="158"/>
                </a:lnTo>
                <a:lnTo>
                  <a:pt x="495" y="158"/>
                </a:lnTo>
                <a:lnTo>
                  <a:pt x="495" y="159"/>
                </a:lnTo>
                <a:lnTo>
                  <a:pt x="494" y="160"/>
                </a:lnTo>
                <a:lnTo>
                  <a:pt x="494" y="161"/>
                </a:lnTo>
                <a:lnTo>
                  <a:pt x="494" y="162"/>
                </a:lnTo>
                <a:lnTo>
                  <a:pt x="495" y="163"/>
                </a:lnTo>
                <a:lnTo>
                  <a:pt x="496" y="163"/>
                </a:lnTo>
                <a:lnTo>
                  <a:pt x="497" y="163"/>
                </a:lnTo>
                <a:lnTo>
                  <a:pt x="497" y="164"/>
                </a:lnTo>
                <a:lnTo>
                  <a:pt x="498" y="164"/>
                </a:lnTo>
                <a:lnTo>
                  <a:pt x="499" y="164"/>
                </a:lnTo>
                <a:lnTo>
                  <a:pt x="500" y="164"/>
                </a:lnTo>
                <a:lnTo>
                  <a:pt x="502" y="164"/>
                </a:lnTo>
                <a:lnTo>
                  <a:pt x="502" y="165"/>
                </a:lnTo>
                <a:lnTo>
                  <a:pt x="501" y="166"/>
                </a:lnTo>
                <a:lnTo>
                  <a:pt x="502" y="166"/>
                </a:lnTo>
                <a:lnTo>
                  <a:pt x="501" y="166"/>
                </a:lnTo>
                <a:lnTo>
                  <a:pt x="501" y="167"/>
                </a:lnTo>
                <a:lnTo>
                  <a:pt x="500" y="168"/>
                </a:lnTo>
                <a:lnTo>
                  <a:pt x="499" y="169"/>
                </a:lnTo>
                <a:lnTo>
                  <a:pt x="498" y="169"/>
                </a:lnTo>
                <a:lnTo>
                  <a:pt x="497" y="169"/>
                </a:lnTo>
                <a:lnTo>
                  <a:pt x="495" y="170"/>
                </a:lnTo>
                <a:lnTo>
                  <a:pt x="493" y="169"/>
                </a:lnTo>
                <a:lnTo>
                  <a:pt x="492" y="168"/>
                </a:lnTo>
                <a:lnTo>
                  <a:pt x="491" y="169"/>
                </a:lnTo>
                <a:lnTo>
                  <a:pt x="491" y="170"/>
                </a:lnTo>
                <a:lnTo>
                  <a:pt x="491" y="171"/>
                </a:lnTo>
                <a:lnTo>
                  <a:pt x="490" y="172"/>
                </a:lnTo>
                <a:lnTo>
                  <a:pt x="490" y="173"/>
                </a:lnTo>
                <a:lnTo>
                  <a:pt x="490" y="174"/>
                </a:lnTo>
                <a:lnTo>
                  <a:pt x="490" y="176"/>
                </a:lnTo>
                <a:lnTo>
                  <a:pt x="489" y="178"/>
                </a:lnTo>
                <a:lnTo>
                  <a:pt x="489" y="179"/>
                </a:lnTo>
                <a:lnTo>
                  <a:pt x="488" y="180"/>
                </a:lnTo>
                <a:lnTo>
                  <a:pt x="488" y="181"/>
                </a:lnTo>
                <a:lnTo>
                  <a:pt x="487" y="181"/>
                </a:lnTo>
                <a:lnTo>
                  <a:pt x="487" y="182"/>
                </a:lnTo>
                <a:lnTo>
                  <a:pt x="486" y="183"/>
                </a:lnTo>
                <a:lnTo>
                  <a:pt x="486" y="184"/>
                </a:lnTo>
                <a:lnTo>
                  <a:pt x="486" y="186"/>
                </a:lnTo>
                <a:lnTo>
                  <a:pt x="487" y="186"/>
                </a:lnTo>
                <a:lnTo>
                  <a:pt x="487" y="185"/>
                </a:lnTo>
                <a:lnTo>
                  <a:pt x="487" y="186"/>
                </a:lnTo>
                <a:lnTo>
                  <a:pt x="488" y="186"/>
                </a:lnTo>
                <a:lnTo>
                  <a:pt x="488" y="187"/>
                </a:lnTo>
                <a:lnTo>
                  <a:pt x="489" y="187"/>
                </a:lnTo>
                <a:lnTo>
                  <a:pt x="489" y="188"/>
                </a:lnTo>
                <a:lnTo>
                  <a:pt x="490" y="188"/>
                </a:lnTo>
                <a:lnTo>
                  <a:pt x="491" y="188"/>
                </a:lnTo>
                <a:lnTo>
                  <a:pt x="491" y="189"/>
                </a:lnTo>
                <a:lnTo>
                  <a:pt x="491" y="190"/>
                </a:lnTo>
                <a:lnTo>
                  <a:pt x="490" y="190"/>
                </a:lnTo>
                <a:lnTo>
                  <a:pt x="491" y="190"/>
                </a:lnTo>
                <a:lnTo>
                  <a:pt x="492" y="190"/>
                </a:lnTo>
                <a:lnTo>
                  <a:pt x="494" y="191"/>
                </a:lnTo>
                <a:lnTo>
                  <a:pt x="495" y="191"/>
                </a:lnTo>
                <a:lnTo>
                  <a:pt x="496" y="191"/>
                </a:lnTo>
                <a:lnTo>
                  <a:pt x="496" y="193"/>
                </a:lnTo>
                <a:lnTo>
                  <a:pt x="496" y="194"/>
                </a:lnTo>
                <a:lnTo>
                  <a:pt x="498" y="195"/>
                </a:lnTo>
                <a:lnTo>
                  <a:pt x="498" y="196"/>
                </a:lnTo>
                <a:lnTo>
                  <a:pt x="499" y="196"/>
                </a:lnTo>
                <a:lnTo>
                  <a:pt x="500" y="196"/>
                </a:lnTo>
                <a:lnTo>
                  <a:pt x="501" y="197"/>
                </a:lnTo>
                <a:lnTo>
                  <a:pt x="502" y="197"/>
                </a:lnTo>
                <a:lnTo>
                  <a:pt x="504" y="198"/>
                </a:lnTo>
                <a:lnTo>
                  <a:pt x="504" y="199"/>
                </a:lnTo>
                <a:lnTo>
                  <a:pt x="505" y="199"/>
                </a:lnTo>
                <a:lnTo>
                  <a:pt x="506" y="200"/>
                </a:lnTo>
                <a:lnTo>
                  <a:pt x="506" y="199"/>
                </a:lnTo>
                <a:lnTo>
                  <a:pt x="507" y="198"/>
                </a:lnTo>
                <a:lnTo>
                  <a:pt x="508" y="199"/>
                </a:lnTo>
                <a:lnTo>
                  <a:pt x="509" y="200"/>
                </a:lnTo>
                <a:lnTo>
                  <a:pt x="510" y="199"/>
                </a:lnTo>
                <a:lnTo>
                  <a:pt x="511" y="199"/>
                </a:lnTo>
                <a:lnTo>
                  <a:pt x="512" y="198"/>
                </a:lnTo>
                <a:lnTo>
                  <a:pt x="513" y="197"/>
                </a:lnTo>
                <a:lnTo>
                  <a:pt x="514" y="197"/>
                </a:lnTo>
                <a:lnTo>
                  <a:pt x="514" y="196"/>
                </a:lnTo>
                <a:lnTo>
                  <a:pt x="515" y="196"/>
                </a:lnTo>
                <a:lnTo>
                  <a:pt x="516" y="197"/>
                </a:lnTo>
                <a:lnTo>
                  <a:pt x="516" y="198"/>
                </a:lnTo>
                <a:lnTo>
                  <a:pt x="516" y="199"/>
                </a:lnTo>
                <a:lnTo>
                  <a:pt x="516" y="200"/>
                </a:lnTo>
                <a:lnTo>
                  <a:pt x="515" y="201"/>
                </a:lnTo>
                <a:lnTo>
                  <a:pt x="514" y="201"/>
                </a:lnTo>
                <a:lnTo>
                  <a:pt x="514" y="202"/>
                </a:lnTo>
                <a:lnTo>
                  <a:pt x="513" y="203"/>
                </a:lnTo>
                <a:lnTo>
                  <a:pt x="513" y="204"/>
                </a:lnTo>
                <a:lnTo>
                  <a:pt x="514" y="204"/>
                </a:lnTo>
                <a:lnTo>
                  <a:pt x="514" y="205"/>
                </a:lnTo>
                <a:lnTo>
                  <a:pt x="514" y="206"/>
                </a:lnTo>
                <a:lnTo>
                  <a:pt x="515" y="206"/>
                </a:lnTo>
                <a:lnTo>
                  <a:pt x="516" y="205"/>
                </a:lnTo>
                <a:lnTo>
                  <a:pt x="516" y="206"/>
                </a:lnTo>
                <a:lnTo>
                  <a:pt x="517" y="206"/>
                </a:lnTo>
                <a:lnTo>
                  <a:pt x="517" y="205"/>
                </a:lnTo>
                <a:lnTo>
                  <a:pt x="519" y="205"/>
                </a:lnTo>
                <a:lnTo>
                  <a:pt x="520" y="205"/>
                </a:lnTo>
                <a:lnTo>
                  <a:pt x="520" y="206"/>
                </a:lnTo>
                <a:lnTo>
                  <a:pt x="521" y="206"/>
                </a:lnTo>
                <a:lnTo>
                  <a:pt x="521" y="207"/>
                </a:lnTo>
                <a:lnTo>
                  <a:pt x="520" y="207"/>
                </a:lnTo>
                <a:lnTo>
                  <a:pt x="520" y="208"/>
                </a:lnTo>
                <a:lnTo>
                  <a:pt x="520" y="209"/>
                </a:lnTo>
                <a:lnTo>
                  <a:pt x="519" y="209"/>
                </a:lnTo>
                <a:lnTo>
                  <a:pt x="520" y="209"/>
                </a:lnTo>
                <a:lnTo>
                  <a:pt x="521" y="209"/>
                </a:lnTo>
                <a:lnTo>
                  <a:pt x="521" y="210"/>
                </a:lnTo>
                <a:lnTo>
                  <a:pt x="522" y="211"/>
                </a:lnTo>
                <a:lnTo>
                  <a:pt x="523" y="211"/>
                </a:lnTo>
                <a:lnTo>
                  <a:pt x="523" y="212"/>
                </a:lnTo>
                <a:lnTo>
                  <a:pt x="524" y="212"/>
                </a:lnTo>
                <a:lnTo>
                  <a:pt x="525" y="212"/>
                </a:lnTo>
                <a:lnTo>
                  <a:pt x="526" y="212"/>
                </a:lnTo>
                <a:lnTo>
                  <a:pt x="526" y="213"/>
                </a:lnTo>
                <a:lnTo>
                  <a:pt x="527" y="213"/>
                </a:lnTo>
                <a:lnTo>
                  <a:pt x="526" y="213"/>
                </a:lnTo>
                <a:lnTo>
                  <a:pt x="527" y="213"/>
                </a:lnTo>
                <a:lnTo>
                  <a:pt x="528" y="213"/>
                </a:lnTo>
                <a:lnTo>
                  <a:pt x="529" y="213"/>
                </a:lnTo>
                <a:lnTo>
                  <a:pt x="530" y="213"/>
                </a:lnTo>
                <a:lnTo>
                  <a:pt x="531" y="213"/>
                </a:lnTo>
                <a:lnTo>
                  <a:pt x="532" y="212"/>
                </a:lnTo>
                <a:lnTo>
                  <a:pt x="533" y="211"/>
                </a:lnTo>
                <a:lnTo>
                  <a:pt x="534" y="211"/>
                </a:lnTo>
                <a:lnTo>
                  <a:pt x="535" y="212"/>
                </a:lnTo>
                <a:lnTo>
                  <a:pt x="535" y="213"/>
                </a:lnTo>
                <a:lnTo>
                  <a:pt x="534" y="213"/>
                </a:lnTo>
                <a:lnTo>
                  <a:pt x="535" y="214"/>
                </a:lnTo>
                <a:lnTo>
                  <a:pt x="536" y="214"/>
                </a:lnTo>
                <a:lnTo>
                  <a:pt x="536" y="213"/>
                </a:lnTo>
                <a:lnTo>
                  <a:pt x="538" y="212"/>
                </a:lnTo>
                <a:lnTo>
                  <a:pt x="539" y="212"/>
                </a:lnTo>
                <a:lnTo>
                  <a:pt x="540" y="213"/>
                </a:lnTo>
                <a:lnTo>
                  <a:pt x="541" y="213"/>
                </a:lnTo>
                <a:lnTo>
                  <a:pt x="541" y="212"/>
                </a:lnTo>
                <a:lnTo>
                  <a:pt x="542" y="213"/>
                </a:lnTo>
                <a:lnTo>
                  <a:pt x="544" y="213"/>
                </a:lnTo>
                <a:lnTo>
                  <a:pt x="545" y="213"/>
                </a:lnTo>
                <a:lnTo>
                  <a:pt x="545" y="212"/>
                </a:lnTo>
                <a:lnTo>
                  <a:pt x="546" y="211"/>
                </a:lnTo>
                <a:lnTo>
                  <a:pt x="547" y="211"/>
                </a:lnTo>
                <a:lnTo>
                  <a:pt x="548" y="211"/>
                </a:lnTo>
                <a:lnTo>
                  <a:pt x="549" y="211"/>
                </a:lnTo>
                <a:lnTo>
                  <a:pt x="550" y="211"/>
                </a:lnTo>
                <a:lnTo>
                  <a:pt x="550" y="212"/>
                </a:lnTo>
                <a:lnTo>
                  <a:pt x="551" y="212"/>
                </a:lnTo>
                <a:lnTo>
                  <a:pt x="551" y="213"/>
                </a:lnTo>
                <a:lnTo>
                  <a:pt x="552" y="213"/>
                </a:lnTo>
                <a:lnTo>
                  <a:pt x="552" y="214"/>
                </a:lnTo>
                <a:lnTo>
                  <a:pt x="551" y="214"/>
                </a:lnTo>
                <a:lnTo>
                  <a:pt x="550" y="214"/>
                </a:lnTo>
                <a:lnTo>
                  <a:pt x="550" y="215"/>
                </a:lnTo>
                <a:lnTo>
                  <a:pt x="550" y="216"/>
                </a:lnTo>
                <a:lnTo>
                  <a:pt x="552" y="216"/>
                </a:lnTo>
                <a:lnTo>
                  <a:pt x="551" y="217"/>
                </a:lnTo>
                <a:lnTo>
                  <a:pt x="553" y="219"/>
                </a:lnTo>
                <a:lnTo>
                  <a:pt x="554" y="219"/>
                </a:lnTo>
                <a:lnTo>
                  <a:pt x="555" y="220"/>
                </a:lnTo>
                <a:lnTo>
                  <a:pt x="555" y="221"/>
                </a:lnTo>
                <a:lnTo>
                  <a:pt x="555" y="222"/>
                </a:lnTo>
                <a:lnTo>
                  <a:pt x="554" y="223"/>
                </a:lnTo>
                <a:lnTo>
                  <a:pt x="554" y="224"/>
                </a:lnTo>
                <a:lnTo>
                  <a:pt x="554" y="225"/>
                </a:lnTo>
                <a:lnTo>
                  <a:pt x="554" y="226"/>
                </a:lnTo>
                <a:lnTo>
                  <a:pt x="554" y="227"/>
                </a:lnTo>
                <a:lnTo>
                  <a:pt x="554" y="228"/>
                </a:lnTo>
                <a:lnTo>
                  <a:pt x="553" y="228"/>
                </a:lnTo>
                <a:lnTo>
                  <a:pt x="553" y="229"/>
                </a:lnTo>
                <a:lnTo>
                  <a:pt x="554" y="229"/>
                </a:lnTo>
                <a:lnTo>
                  <a:pt x="554" y="230"/>
                </a:lnTo>
                <a:lnTo>
                  <a:pt x="555" y="230"/>
                </a:lnTo>
                <a:lnTo>
                  <a:pt x="555" y="231"/>
                </a:lnTo>
                <a:lnTo>
                  <a:pt x="554" y="231"/>
                </a:lnTo>
                <a:lnTo>
                  <a:pt x="554" y="232"/>
                </a:lnTo>
                <a:lnTo>
                  <a:pt x="554" y="233"/>
                </a:lnTo>
                <a:lnTo>
                  <a:pt x="555" y="233"/>
                </a:lnTo>
                <a:lnTo>
                  <a:pt x="556" y="233"/>
                </a:lnTo>
                <a:lnTo>
                  <a:pt x="556" y="234"/>
                </a:lnTo>
                <a:lnTo>
                  <a:pt x="556" y="235"/>
                </a:lnTo>
                <a:lnTo>
                  <a:pt x="556" y="236"/>
                </a:lnTo>
                <a:lnTo>
                  <a:pt x="556" y="237"/>
                </a:lnTo>
                <a:lnTo>
                  <a:pt x="558" y="237"/>
                </a:lnTo>
                <a:lnTo>
                  <a:pt x="558" y="238"/>
                </a:lnTo>
                <a:lnTo>
                  <a:pt x="559" y="238"/>
                </a:lnTo>
                <a:lnTo>
                  <a:pt x="559" y="240"/>
                </a:lnTo>
                <a:lnTo>
                  <a:pt x="559" y="241"/>
                </a:lnTo>
                <a:lnTo>
                  <a:pt x="558" y="242"/>
                </a:lnTo>
                <a:lnTo>
                  <a:pt x="557" y="243"/>
                </a:lnTo>
                <a:lnTo>
                  <a:pt x="557" y="244"/>
                </a:lnTo>
                <a:lnTo>
                  <a:pt x="557" y="245"/>
                </a:lnTo>
                <a:lnTo>
                  <a:pt x="558" y="245"/>
                </a:lnTo>
                <a:lnTo>
                  <a:pt x="558" y="244"/>
                </a:lnTo>
                <a:lnTo>
                  <a:pt x="559" y="244"/>
                </a:lnTo>
                <a:lnTo>
                  <a:pt x="560" y="244"/>
                </a:lnTo>
                <a:lnTo>
                  <a:pt x="560" y="243"/>
                </a:lnTo>
                <a:lnTo>
                  <a:pt x="561" y="243"/>
                </a:lnTo>
                <a:lnTo>
                  <a:pt x="562" y="244"/>
                </a:lnTo>
                <a:lnTo>
                  <a:pt x="562" y="245"/>
                </a:lnTo>
                <a:lnTo>
                  <a:pt x="563" y="246"/>
                </a:lnTo>
                <a:lnTo>
                  <a:pt x="564" y="246"/>
                </a:lnTo>
                <a:lnTo>
                  <a:pt x="565" y="247"/>
                </a:lnTo>
                <a:lnTo>
                  <a:pt x="566" y="247"/>
                </a:lnTo>
                <a:lnTo>
                  <a:pt x="565" y="246"/>
                </a:lnTo>
                <a:lnTo>
                  <a:pt x="566" y="246"/>
                </a:lnTo>
                <a:lnTo>
                  <a:pt x="568" y="246"/>
                </a:lnTo>
                <a:lnTo>
                  <a:pt x="568" y="248"/>
                </a:lnTo>
                <a:lnTo>
                  <a:pt x="568" y="249"/>
                </a:lnTo>
                <a:lnTo>
                  <a:pt x="568" y="250"/>
                </a:lnTo>
                <a:lnTo>
                  <a:pt x="569" y="252"/>
                </a:lnTo>
                <a:lnTo>
                  <a:pt x="569" y="253"/>
                </a:lnTo>
                <a:lnTo>
                  <a:pt x="569" y="254"/>
                </a:lnTo>
                <a:lnTo>
                  <a:pt x="569" y="255"/>
                </a:lnTo>
                <a:lnTo>
                  <a:pt x="568" y="255"/>
                </a:lnTo>
                <a:lnTo>
                  <a:pt x="567" y="256"/>
                </a:lnTo>
                <a:lnTo>
                  <a:pt x="567" y="257"/>
                </a:lnTo>
                <a:lnTo>
                  <a:pt x="569" y="258"/>
                </a:lnTo>
                <a:lnTo>
                  <a:pt x="569" y="259"/>
                </a:lnTo>
                <a:lnTo>
                  <a:pt x="570" y="259"/>
                </a:lnTo>
                <a:lnTo>
                  <a:pt x="570" y="260"/>
                </a:lnTo>
                <a:lnTo>
                  <a:pt x="569" y="261"/>
                </a:lnTo>
                <a:lnTo>
                  <a:pt x="570" y="262"/>
                </a:lnTo>
                <a:lnTo>
                  <a:pt x="571" y="262"/>
                </a:lnTo>
                <a:lnTo>
                  <a:pt x="571" y="263"/>
                </a:lnTo>
                <a:lnTo>
                  <a:pt x="572" y="263"/>
                </a:lnTo>
                <a:lnTo>
                  <a:pt x="574" y="263"/>
                </a:lnTo>
                <a:lnTo>
                  <a:pt x="574" y="262"/>
                </a:lnTo>
                <a:lnTo>
                  <a:pt x="575" y="263"/>
                </a:lnTo>
                <a:lnTo>
                  <a:pt x="576" y="263"/>
                </a:lnTo>
                <a:lnTo>
                  <a:pt x="577" y="264"/>
                </a:lnTo>
                <a:lnTo>
                  <a:pt x="578" y="264"/>
                </a:lnTo>
                <a:lnTo>
                  <a:pt x="577" y="265"/>
                </a:lnTo>
                <a:lnTo>
                  <a:pt x="577" y="266"/>
                </a:lnTo>
                <a:lnTo>
                  <a:pt x="577" y="267"/>
                </a:lnTo>
                <a:lnTo>
                  <a:pt x="577" y="268"/>
                </a:lnTo>
                <a:lnTo>
                  <a:pt x="578" y="268"/>
                </a:lnTo>
                <a:lnTo>
                  <a:pt x="577" y="269"/>
                </a:lnTo>
                <a:lnTo>
                  <a:pt x="575" y="269"/>
                </a:lnTo>
                <a:lnTo>
                  <a:pt x="574" y="269"/>
                </a:lnTo>
                <a:lnTo>
                  <a:pt x="574" y="270"/>
                </a:lnTo>
                <a:lnTo>
                  <a:pt x="573" y="270"/>
                </a:lnTo>
                <a:lnTo>
                  <a:pt x="573" y="271"/>
                </a:lnTo>
                <a:lnTo>
                  <a:pt x="572" y="272"/>
                </a:lnTo>
                <a:lnTo>
                  <a:pt x="571" y="272"/>
                </a:lnTo>
                <a:lnTo>
                  <a:pt x="570" y="272"/>
                </a:lnTo>
                <a:lnTo>
                  <a:pt x="569" y="272"/>
                </a:lnTo>
                <a:lnTo>
                  <a:pt x="568" y="273"/>
                </a:lnTo>
                <a:lnTo>
                  <a:pt x="567" y="273"/>
                </a:lnTo>
                <a:lnTo>
                  <a:pt x="565" y="273"/>
                </a:lnTo>
                <a:lnTo>
                  <a:pt x="565" y="274"/>
                </a:lnTo>
                <a:lnTo>
                  <a:pt x="564" y="274"/>
                </a:lnTo>
                <a:lnTo>
                  <a:pt x="563" y="274"/>
                </a:lnTo>
                <a:lnTo>
                  <a:pt x="563" y="275"/>
                </a:lnTo>
                <a:lnTo>
                  <a:pt x="562" y="275"/>
                </a:lnTo>
                <a:lnTo>
                  <a:pt x="562" y="274"/>
                </a:lnTo>
                <a:lnTo>
                  <a:pt x="561" y="274"/>
                </a:lnTo>
                <a:lnTo>
                  <a:pt x="560" y="274"/>
                </a:lnTo>
                <a:lnTo>
                  <a:pt x="560" y="275"/>
                </a:lnTo>
                <a:lnTo>
                  <a:pt x="559" y="275"/>
                </a:lnTo>
                <a:lnTo>
                  <a:pt x="558" y="275"/>
                </a:lnTo>
                <a:lnTo>
                  <a:pt x="558" y="276"/>
                </a:lnTo>
                <a:lnTo>
                  <a:pt x="557" y="276"/>
                </a:lnTo>
                <a:lnTo>
                  <a:pt x="557" y="277"/>
                </a:lnTo>
                <a:lnTo>
                  <a:pt x="556" y="277"/>
                </a:lnTo>
                <a:lnTo>
                  <a:pt x="555" y="277"/>
                </a:lnTo>
                <a:lnTo>
                  <a:pt x="555" y="276"/>
                </a:lnTo>
                <a:lnTo>
                  <a:pt x="554" y="277"/>
                </a:lnTo>
                <a:lnTo>
                  <a:pt x="554" y="278"/>
                </a:lnTo>
                <a:lnTo>
                  <a:pt x="553" y="278"/>
                </a:lnTo>
                <a:lnTo>
                  <a:pt x="553" y="277"/>
                </a:lnTo>
                <a:lnTo>
                  <a:pt x="552" y="277"/>
                </a:lnTo>
                <a:lnTo>
                  <a:pt x="551" y="277"/>
                </a:lnTo>
                <a:lnTo>
                  <a:pt x="550" y="278"/>
                </a:lnTo>
                <a:lnTo>
                  <a:pt x="549" y="279"/>
                </a:lnTo>
                <a:lnTo>
                  <a:pt x="549" y="280"/>
                </a:lnTo>
                <a:lnTo>
                  <a:pt x="548" y="281"/>
                </a:lnTo>
                <a:lnTo>
                  <a:pt x="548" y="283"/>
                </a:lnTo>
                <a:lnTo>
                  <a:pt x="547" y="284"/>
                </a:lnTo>
                <a:lnTo>
                  <a:pt x="548" y="284"/>
                </a:lnTo>
                <a:lnTo>
                  <a:pt x="548" y="285"/>
                </a:lnTo>
                <a:lnTo>
                  <a:pt x="549" y="285"/>
                </a:lnTo>
                <a:lnTo>
                  <a:pt x="549" y="286"/>
                </a:lnTo>
                <a:lnTo>
                  <a:pt x="549" y="287"/>
                </a:lnTo>
                <a:lnTo>
                  <a:pt x="548" y="287"/>
                </a:lnTo>
                <a:lnTo>
                  <a:pt x="548" y="286"/>
                </a:lnTo>
                <a:lnTo>
                  <a:pt x="547" y="286"/>
                </a:lnTo>
                <a:lnTo>
                  <a:pt x="546" y="286"/>
                </a:lnTo>
                <a:lnTo>
                  <a:pt x="545" y="287"/>
                </a:lnTo>
                <a:lnTo>
                  <a:pt x="544" y="287"/>
                </a:lnTo>
                <a:lnTo>
                  <a:pt x="541" y="287"/>
                </a:lnTo>
                <a:lnTo>
                  <a:pt x="540" y="288"/>
                </a:lnTo>
                <a:lnTo>
                  <a:pt x="539" y="288"/>
                </a:lnTo>
                <a:lnTo>
                  <a:pt x="538" y="289"/>
                </a:lnTo>
                <a:lnTo>
                  <a:pt x="538" y="290"/>
                </a:lnTo>
                <a:lnTo>
                  <a:pt x="537" y="290"/>
                </a:lnTo>
                <a:lnTo>
                  <a:pt x="537" y="291"/>
                </a:lnTo>
                <a:lnTo>
                  <a:pt x="536" y="291"/>
                </a:lnTo>
                <a:lnTo>
                  <a:pt x="535" y="292"/>
                </a:lnTo>
                <a:lnTo>
                  <a:pt x="534" y="292"/>
                </a:lnTo>
                <a:lnTo>
                  <a:pt x="533" y="293"/>
                </a:lnTo>
                <a:lnTo>
                  <a:pt x="533" y="294"/>
                </a:lnTo>
                <a:lnTo>
                  <a:pt x="532" y="294"/>
                </a:lnTo>
                <a:lnTo>
                  <a:pt x="532" y="295"/>
                </a:lnTo>
                <a:lnTo>
                  <a:pt x="532" y="296"/>
                </a:lnTo>
                <a:lnTo>
                  <a:pt x="531" y="296"/>
                </a:lnTo>
                <a:lnTo>
                  <a:pt x="531" y="297"/>
                </a:lnTo>
                <a:lnTo>
                  <a:pt x="530" y="298"/>
                </a:lnTo>
                <a:lnTo>
                  <a:pt x="530" y="299"/>
                </a:lnTo>
                <a:lnTo>
                  <a:pt x="530" y="300"/>
                </a:lnTo>
                <a:lnTo>
                  <a:pt x="529" y="301"/>
                </a:lnTo>
                <a:lnTo>
                  <a:pt x="529" y="302"/>
                </a:lnTo>
                <a:lnTo>
                  <a:pt x="529" y="303"/>
                </a:lnTo>
                <a:lnTo>
                  <a:pt x="528" y="304"/>
                </a:lnTo>
                <a:lnTo>
                  <a:pt x="528" y="305"/>
                </a:lnTo>
                <a:lnTo>
                  <a:pt x="528" y="306"/>
                </a:lnTo>
                <a:lnTo>
                  <a:pt x="527" y="308"/>
                </a:lnTo>
                <a:lnTo>
                  <a:pt x="526" y="309"/>
                </a:lnTo>
                <a:lnTo>
                  <a:pt x="526" y="311"/>
                </a:lnTo>
                <a:lnTo>
                  <a:pt x="526" y="312"/>
                </a:lnTo>
                <a:lnTo>
                  <a:pt x="525" y="312"/>
                </a:lnTo>
                <a:lnTo>
                  <a:pt x="524" y="314"/>
                </a:lnTo>
                <a:lnTo>
                  <a:pt x="524" y="315"/>
                </a:lnTo>
                <a:lnTo>
                  <a:pt x="524" y="316"/>
                </a:lnTo>
                <a:lnTo>
                  <a:pt x="523" y="317"/>
                </a:lnTo>
                <a:lnTo>
                  <a:pt x="523" y="320"/>
                </a:lnTo>
                <a:lnTo>
                  <a:pt x="524" y="320"/>
                </a:lnTo>
                <a:lnTo>
                  <a:pt x="524" y="319"/>
                </a:lnTo>
                <a:lnTo>
                  <a:pt x="524" y="320"/>
                </a:lnTo>
                <a:lnTo>
                  <a:pt x="525" y="320"/>
                </a:lnTo>
                <a:lnTo>
                  <a:pt x="526" y="321"/>
                </a:lnTo>
                <a:lnTo>
                  <a:pt x="527" y="322"/>
                </a:lnTo>
                <a:lnTo>
                  <a:pt x="527" y="323"/>
                </a:lnTo>
                <a:lnTo>
                  <a:pt x="528" y="325"/>
                </a:lnTo>
                <a:lnTo>
                  <a:pt x="527" y="326"/>
                </a:lnTo>
                <a:lnTo>
                  <a:pt x="526" y="326"/>
                </a:lnTo>
                <a:lnTo>
                  <a:pt x="527" y="326"/>
                </a:lnTo>
                <a:lnTo>
                  <a:pt x="528" y="326"/>
                </a:lnTo>
                <a:lnTo>
                  <a:pt x="527" y="328"/>
                </a:lnTo>
                <a:lnTo>
                  <a:pt x="526" y="328"/>
                </a:lnTo>
                <a:lnTo>
                  <a:pt x="526" y="329"/>
                </a:lnTo>
                <a:lnTo>
                  <a:pt x="526" y="330"/>
                </a:lnTo>
                <a:lnTo>
                  <a:pt x="525" y="330"/>
                </a:lnTo>
                <a:lnTo>
                  <a:pt x="524" y="331"/>
                </a:lnTo>
                <a:lnTo>
                  <a:pt x="525" y="331"/>
                </a:lnTo>
                <a:lnTo>
                  <a:pt x="524" y="331"/>
                </a:lnTo>
                <a:lnTo>
                  <a:pt x="523" y="332"/>
                </a:lnTo>
                <a:lnTo>
                  <a:pt x="523" y="333"/>
                </a:lnTo>
                <a:lnTo>
                  <a:pt x="522" y="333"/>
                </a:lnTo>
                <a:lnTo>
                  <a:pt x="521" y="333"/>
                </a:lnTo>
                <a:lnTo>
                  <a:pt x="520" y="333"/>
                </a:lnTo>
                <a:lnTo>
                  <a:pt x="519" y="334"/>
                </a:lnTo>
                <a:lnTo>
                  <a:pt x="519" y="333"/>
                </a:lnTo>
                <a:lnTo>
                  <a:pt x="518" y="332"/>
                </a:lnTo>
                <a:lnTo>
                  <a:pt x="517" y="332"/>
                </a:lnTo>
                <a:lnTo>
                  <a:pt x="517" y="333"/>
                </a:lnTo>
                <a:lnTo>
                  <a:pt x="516" y="333"/>
                </a:lnTo>
                <a:lnTo>
                  <a:pt x="516" y="334"/>
                </a:lnTo>
                <a:lnTo>
                  <a:pt x="515" y="335"/>
                </a:lnTo>
                <a:lnTo>
                  <a:pt x="515" y="336"/>
                </a:lnTo>
                <a:lnTo>
                  <a:pt x="514" y="336"/>
                </a:lnTo>
                <a:lnTo>
                  <a:pt x="513" y="338"/>
                </a:lnTo>
                <a:lnTo>
                  <a:pt x="512" y="338"/>
                </a:lnTo>
                <a:lnTo>
                  <a:pt x="512" y="339"/>
                </a:lnTo>
                <a:lnTo>
                  <a:pt x="512" y="340"/>
                </a:lnTo>
                <a:lnTo>
                  <a:pt x="511" y="341"/>
                </a:lnTo>
                <a:lnTo>
                  <a:pt x="511" y="340"/>
                </a:lnTo>
                <a:lnTo>
                  <a:pt x="510" y="342"/>
                </a:lnTo>
                <a:lnTo>
                  <a:pt x="509" y="342"/>
                </a:lnTo>
                <a:lnTo>
                  <a:pt x="509" y="343"/>
                </a:lnTo>
                <a:lnTo>
                  <a:pt x="508" y="343"/>
                </a:lnTo>
                <a:lnTo>
                  <a:pt x="508" y="344"/>
                </a:lnTo>
                <a:lnTo>
                  <a:pt x="509" y="345"/>
                </a:lnTo>
                <a:lnTo>
                  <a:pt x="509" y="346"/>
                </a:lnTo>
                <a:lnTo>
                  <a:pt x="507" y="347"/>
                </a:lnTo>
                <a:lnTo>
                  <a:pt x="506" y="347"/>
                </a:lnTo>
                <a:lnTo>
                  <a:pt x="505" y="348"/>
                </a:lnTo>
                <a:lnTo>
                  <a:pt x="503" y="349"/>
                </a:lnTo>
                <a:lnTo>
                  <a:pt x="503" y="351"/>
                </a:lnTo>
                <a:lnTo>
                  <a:pt x="504" y="351"/>
                </a:lnTo>
                <a:lnTo>
                  <a:pt x="503" y="351"/>
                </a:lnTo>
                <a:lnTo>
                  <a:pt x="502" y="351"/>
                </a:lnTo>
                <a:lnTo>
                  <a:pt x="500" y="352"/>
                </a:lnTo>
                <a:lnTo>
                  <a:pt x="499" y="352"/>
                </a:lnTo>
                <a:lnTo>
                  <a:pt x="499" y="351"/>
                </a:lnTo>
                <a:lnTo>
                  <a:pt x="498" y="351"/>
                </a:lnTo>
                <a:lnTo>
                  <a:pt x="499" y="352"/>
                </a:lnTo>
                <a:lnTo>
                  <a:pt x="498" y="352"/>
                </a:lnTo>
                <a:lnTo>
                  <a:pt x="497" y="353"/>
                </a:lnTo>
                <a:lnTo>
                  <a:pt x="496" y="354"/>
                </a:lnTo>
                <a:lnTo>
                  <a:pt x="495" y="355"/>
                </a:lnTo>
                <a:lnTo>
                  <a:pt x="494" y="356"/>
                </a:lnTo>
                <a:lnTo>
                  <a:pt x="493" y="357"/>
                </a:lnTo>
                <a:lnTo>
                  <a:pt x="492" y="357"/>
                </a:lnTo>
                <a:lnTo>
                  <a:pt x="491" y="357"/>
                </a:lnTo>
                <a:lnTo>
                  <a:pt x="490" y="358"/>
                </a:lnTo>
                <a:lnTo>
                  <a:pt x="490" y="357"/>
                </a:lnTo>
                <a:lnTo>
                  <a:pt x="490" y="356"/>
                </a:lnTo>
                <a:lnTo>
                  <a:pt x="491" y="355"/>
                </a:lnTo>
                <a:lnTo>
                  <a:pt x="492" y="354"/>
                </a:lnTo>
                <a:lnTo>
                  <a:pt x="493" y="353"/>
                </a:lnTo>
                <a:lnTo>
                  <a:pt x="494" y="353"/>
                </a:lnTo>
                <a:lnTo>
                  <a:pt x="495" y="353"/>
                </a:lnTo>
                <a:lnTo>
                  <a:pt x="496" y="352"/>
                </a:lnTo>
                <a:lnTo>
                  <a:pt x="497" y="351"/>
                </a:lnTo>
                <a:lnTo>
                  <a:pt x="498" y="351"/>
                </a:lnTo>
                <a:lnTo>
                  <a:pt x="499" y="351"/>
                </a:lnTo>
                <a:lnTo>
                  <a:pt x="499" y="350"/>
                </a:lnTo>
                <a:lnTo>
                  <a:pt x="497" y="351"/>
                </a:lnTo>
                <a:lnTo>
                  <a:pt x="496" y="351"/>
                </a:lnTo>
                <a:lnTo>
                  <a:pt x="495" y="351"/>
                </a:lnTo>
                <a:lnTo>
                  <a:pt x="494" y="351"/>
                </a:lnTo>
                <a:lnTo>
                  <a:pt x="492" y="352"/>
                </a:lnTo>
                <a:lnTo>
                  <a:pt x="492" y="353"/>
                </a:lnTo>
                <a:lnTo>
                  <a:pt x="491" y="353"/>
                </a:lnTo>
                <a:lnTo>
                  <a:pt x="490" y="353"/>
                </a:lnTo>
                <a:lnTo>
                  <a:pt x="489" y="354"/>
                </a:lnTo>
                <a:lnTo>
                  <a:pt x="488" y="354"/>
                </a:lnTo>
                <a:lnTo>
                  <a:pt x="488" y="353"/>
                </a:lnTo>
                <a:lnTo>
                  <a:pt x="487" y="352"/>
                </a:lnTo>
                <a:lnTo>
                  <a:pt x="488" y="352"/>
                </a:lnTo>
                <a:lnTo>
                  <a:pt x="488" y="351"/>
                </a:lnTo>
                <a:lnTo>
                  <a:pt x="487" y="351"/>
                </a:lnTo>
                <a:lnTo>
                  <a:pt x="487" y="350"/>
                </a:lnTo>
                <a:lnTo>
                  <a:pt x="487" y="349"/>
                </a:lnTo>
                <a:lnTo>
                  <a:pt x="487" y="348"/>
                </a:lnTo>
                <a:lnTo>
                  <a:pt x="487" y="350"/>
                </a:lnTo>
                <a:lnTo>
                  <a:pt x="487" y="351"/>
                </a:lnTo>
                <a:lnTo>
                  <a:pt x="488" y="351"/>
                </a:lnTo>
                <a:lnTo>
                  <a:pt x="487" y="351"/>
                </a:lnTo>
                <a:lnTo>
                  <a:pt x="487" y="352"/>
                </a:lnTo>
                <a:lnTo>
                  <a:pt x="487" y="353"/>
                </a:lnTo>
                <a:lnTo>
                  <a:pt x="486" y="353"/>
                </a:lnTo>
                <a:lnTo>
                  <a:pt x="486" y="354"/>
                </a:lnTo>
                <a:lnTo>
                  <a:pt x="485" y="354"/>
                </a:lnTo>
                <a:lnTo>
                  <a:pt x="484" y="354"/>
                </a:lnTo>
                <a:lnTo>
                  <a:pt x="483" y="355"/>
                </a:lnTo>
                <a:lnTo>
                  <a:pt x="482" y="355"/>
                </a:lnTo>
                <a:lnTo>
                  <a:pt x="482" y="356"/>
                </a:lnTo>
                <a:lnTo>
                  <a:pt x="481" y="356"/>
                </a:lnTo>
                <a:lnTo>
                  <a:pt x="480" y="356"/>
                </a:lnTo>
                <a:lnTo>
                  <a:pt x="478" y="356"/>
                </a:lnTo>
                <a:lnTo>
                  <a:pt x="478" y="355"/>
                </a:lnTo>
                <a:lnTo>
                  <a:pt x="475" y="355"/>
                </a:lnTo>
                <a:lnTo>
                  <a:pt x="474" y="355"/>
                </a:lnTo>
                <a:lnTo>
                  <a:pt x="473" y="355"/>
                </a:lnTo>
                <a:lnTo>
                  <a:pt x="472" y="355"/>
                </a:lnTo>
                <a:lnTo>
                  <a:pt x="471" y="354"/>
                </a:lnTo>
                <a:lnTo>
                  <a:pt x="470" y="354"/>
                </a:lnTo>
                <a:lnTo>
                  <a:pt x="469" y="354"/>
                </a:lnTo>
                <a:lnTo>
                  <a:pt x="467" y="353"/>
                </a:lnTo>
                <a:lnTo>
                  <a:pt x="466" y="353"/>
                </a:lnTo>
                <a:lnTo>
                  <a:pt x="465" y="354"/>
                </a:lnTo>
                <a:lnTo>
                  <a:pt x="466" y="354"/>
                </a:lnTo>
                <a:lnTo>
                  <a:pt x="466" y="353"/>
                </a:lnTo>
                <a:lnTo>
                  <a:pt x="466" y="354"/>
                </a:lnTo>
                <a:lnTo>
                  <a:pt x="465" y="354"/>
                </a:lnTo>
                <a:lnTo>
                  <a:pt x="464" y="354"/>
                </a:lnTo>
                <a:lnTo>
                  <a:pt x="464" y="355"/>
                </a:lnTo>
                <a:lnTo>
                  <a:pt x="463" y="355"/>
                </a:lnTo>
                <a:lnTo>
                  <a:pt x="462" y="355"/>
                </a:lnTo>
                <a:lnTo>
                  <a:pt x="461" y="355"/>
                </a:lnTo>
                <a:lnTo>
                  <a:pt x="460" y="354"/>
                </a:lnTo>
                <a:lnTo>
                  <a:pt x="459" y="354"/>
                </a:lnTo>
                <a:lnTo>
                  <a:pt x="459" y="355"/>
                </a:lnTo>
                <a:lnTo>
                  <a:pt x="458" y="354"/>
                </a:lnTo>
                <a:lnTo>
                  <a:pt x="458" y="355"/>
                </a:lnTo>
                <a:lnTo>
                  <a:pt x="459" y="355"/>
                </a:lnTo>
                <a:lnTo>
                  <a:pt x="459" y="356"/>
                </a:lnTo>
                <a:lnTo>
                  <a:pt x="460" y="356"/>
                </a:lnTo>
                <a:lnTo>
                  <a:pt x="462" y="358"/>
                </a:lnTo>
                <a:lnTo>
                  <a:pt x="461" y="359"/>
                </a:lnTo>
                <a:lnTo>
                  <a:pt x="460" y="359"/>
                </a:lnTo>
                <a:lnTo>
                  <a:pt x="458" y="358"/>
                </a:lnTo>
                <a:lnTo>
                  <a:pt x="458" y="359"/>
                </a:lnTo>
                <a:lnTo>
                  <a:pt x="459" y="359"/>
                </a:lnTo>
                <a:lnTo>
                  <a:pt x="459" y="360"/>
                </a:lnTo>
                <a:lnTo>
                  <a:pt x="459" y="361"/>
                </a:lnTo>
                <a:lnTo>
                  <a:pt x="455" y="359"/>
                </a:lnTo>
                <a:lnTo>
                  <a:pt x="455" y="360"/>
                </a:lnTo>
                <a:lnTo>
                  <a:pt x="456" y="361"/>
                </a:lnTo>
                <a:lnTo>
                  <a:pt x="456" y="362"/>
                </a:lnTo>
                <a:lnTo>
                  <a:pt x="455" y="362"/>
                </a:lnTo>
                <a:lnTo>
                  <a:pt x="455" y="361"/>
                </a:lnTo>
                <a:lnTo>
                  <a:pt x="454" y="361"/>
                </a:lnTo>
                <a:lnTo>
                  <a:pt x="453" y="361"/>
                </a:lnTo>
                <a:lnTo>
                  <a:pt x="452" y="361"/>
                </a:lnTo>
                <a:lnTo>
                  <a:pt x="453" y="362"/>
                </a:lnTo>
                <a:lnTo>
                  <a:pt x="453" y="364"/>
                </a:lnTo>
                <a:lnTo>
                  <a:pt x="454" y="365"/>
                </a:lnTo>
                <a:lnTo>
                  <a:pt x="457" y="365"/>
                </a:lnTo>
                <a:lnTo>
                  <a:pt x="458" y="366"/>
                </a:lnTo>
                <a:lnTo>
                  <a:pt x="458" y="367"/>
                </a:lnTo>
                <a:lnTo>
                  <a:pt x="459" y="368"/>
                </a:lnTo>
                <a:lnTo>
                  <a:pt x="460" y="369"/>
                </a:lnTo>
                <a:lnTo>
                  <a:pt x="460" y="370"/>
                </a:lnTo>
                <a:lnTo>
                  <a:pt x="461" y="370"/>
                </a:lnTo>
                <a:lnTo>
                  <a:pt x="461" y="371"/>
                </a:lnTo>
                <a:lnTo>
                  <a:pt x="461" y="370"/>
                </a:lnTo>
                <a:lnTo>
                  <a:pt x="462" y="370"/>
                </a:lnTo>
                <a:lnTo>
                  <a:pt x="463" y="368"/>
                </a:lnTo>
                <a:lnTo>
                  <a:pt x="465" y="366"/>
                </a:lnTo>
                <a:lnTo>
                  <a:pt x="466" y="366"/>
                </a:lnTo>
                <a:lnTo>
                  <a:pt x="466" y="365"/>
                </a:lnTo>
                <a:lnTo>
                  <a:pt x="467" y="365"/>
                </a:lnTo>
                <a:lnTo>
                  <a:pt x="466" y="364"/>
                </a:lnTo>
                <a:lnTo>
                  <a:pt x="466" y="363"/>
                </a:lnTo>
                <a:lnTo>
                  <a:pt x="467" y="362"/>
                </a:lnTo>
                <a:lnTo>
                  <a:pt x="468" y="363"/>
                </a:lnTo>
                <a:lnTo>
                  <a:pt x="468" y="364"/>
                </a:lnTo>
                <a:lnTo>
                  <a:pt x="468" y="365"/>
                </a:lnTo>
                <a:lnTo>
                  <a:pt x="467" y="368"/>
                </a:lnTo>
                <a:lnTo>
                  <a:pt x="465" y="370"/>
                </a:lnTo>
                <a:lnTo>
                  <a:pt x="464" y="372"/>
                </a:lnTo>
                <a:lnTo>
                  <a:pt x="463" y="373"/>
                </a:lnTo>
                <a:lnTo>
                  <a:pt x="461" y="374"/>
                </a:lnTo>
                <a:lnTo>
                  <a:pt x="460" y="376"/>
                </a:lnTo>
                <a:lnTo>
                  <a:pt x="456" y="378"/>
                </a:lnTo>
                <a:lnTo>
                  <a:pt x="455" y="378"/>
                </a:lnTo>
                <a:lnTo>
                  <a:pt x="453" y="376"/>
                </a:lnTo>
                <a:lnTo>
                  <a:pt x="454" y="376"/>
                </a:lnTo>
                <a:lnTo>
                  <a:pt x="454" y="375"/>
                </a:lnTo>
                <a:lnTo>
                  <a:pt x="452" y="373"/>
                </a:lnTo>
                <a:lnTo>
                  <a:pt x="452" y="369"/>
                </a:lnTo>
                <a:lnTo>
                  <a:pt x="452" y="368"/>
                </a:lnTo>
                <a:lnTo>
                  <a:pt x="452" y="367"/>
                </a:lnTo>
                <a:lnTo>
                  <a:pt x="451" y="368"/>
                </a:lnTo>
                <a:lnTo>
                  <a:pt x="451" y="369"/>
                </a:lnTo>
                <a:lnTo>
                  <a:pt x="451" y="375"/>
                </a:lnTo>
                <a:lnTo>
                  <a:pt x="450" y="375"/>
                </a:lnTo>
                <a:lnTo>
                  <a:pt x="450" y="374"/>
                </a:lnTo>
                <a:lnTo>
                  <a:pt x="449" y="374"/>
                </a:lnTo>
                <a:lnTo>
                  <a:pt x="448" y="374"/>
                </a:lnTo>
                <a:lnTo>
                  <a:pt x="448" y="369"/>
                </a:lnTo>
                <a:lnTo>
                  <a:pt x="449" y="368"/>
                </a:lnTo>
                <a:lnTo>
                  <a:pt x="449" y="367"/>
                </a:lnTo>
                <a:lnTo>
                  <a:pt x="450" y="367"/>
                </a:lnTo>
                <a:lnTo>
                  <a:pt x="450" y="366"/>
                </a:lnTo>
                <a:lnTo>
                  <a:pt x="451" y="366"/>
                </a:lnTo>
                <a:lnTo>
                  <a:pt x="452" y="366"/>
                </a:lnTo>
                <a:lnTo>
                  <a:pt x="452" y="365"/>
                </a:lnTo>
                <a:lnTo>
                  <a:pt x="453" y="365"/>
                </a:lnTo>
                <a:lnTo>
                  <a:pt x="453" y="364"/>
                </a:lnTo>
                <a:lnTo>
                  <a:pt x="452" y="364"/>
                </a:lnTo>
                <a:lnTo>
                  <a:pt x="452" y="365"/>
                </a:lnTo>
                <a:lnTo>
                  <a:pt x="449" y="366"/>
                </a:lnTo>
                <a:lnTo>
                  <a:pt x="448" y="367"/>
                </a:lnTo>
                <a:lnTo>
                  <a:pt x="447" y="367"/>
                </a:lnTo>
                <a:lnTo>
                  <a:pt x="446" y="369"/>
                </a:lnTo>
                <a:lnTo>
                  <a:pt x="446" y="373"/>
                </a:lnTo>
                <a:lnTo>
                  <a:pt x="444" y="372"/>
                </a:lnTo>
                <a:lnTo>
                  <a:pt x="444" y="371"/>
                </a:lnTo>
                <a:lnTo>
                  <a:pt x="444" y="367"/>
                </a:lnTo>
                <a:lnTo>
                  <a:pt x="443" y="366"/>
                </a:lnTo>
                <a:lnTo>
                  <a:pt x="443" y="367"/>
                </a:lnTo>
                <a:lnTo>
                  <a:pt x="442" y="367"/>
                </a:lnTo>
                <a:lnTo>
                  <a:pt x="441" y="367"/>
                </a:lnTo>
                <a:lnTo>
                  <a:pt x="440" y="367"/>
                </a:lnTo>
                <a:lnTo>
                  <a:pt x="439" y="367"/>
                </a:lnTo>
                <a:lnTo>
                  <a:pt x="438" y="366"/>
                </a:lnTo>
                <a:lnTo>
                  <a:pt x="438" y="365"/>
                </a:lnTo>
                <a:lnTo>
                  <a:pt x="437" y="365"/>
                </a:lnTo>
                <a:lnTo>
                  <a:pt x="437" y="366"/>
                </a:lnTo>
                <a:lnTo>
                  <a:pt x="436" y="366"/>
                </a:lnTo>
                <a:lnTo>
                  <a:pt x="435" y="365"/>
                </a:lnTo>
                <a:lnTo>
                  <a:pt x="434" y="366"/>
                </a:lnTo>
                <a:lnTo>
                  <a:pt x="433" y="366"/>
                </a:lnTo>
                <a:lnTo>
                  <a:pt x="432" y="365"/>
                </a:lnTo>
                <a:lnTo>
                  <a:pt x="431" y="364"/>
                </a:lnTo>
                <a:lnTo>
                  <a:pt x="429" y="363"/>
                </a:lnTo>
                <a:lnTo>
                  <a:pt x="428" y="361"/>
                </a:lnTo>
                <a:lnTo>
                  <a:pt x="427" y="360"/>
                </a:lnTo>
                <a:lnTo>
                  <a:pt x="427" y="359"/>
                </a:lnTo>
                <a:lnTo>
                  <a:pt x="426" y="357"/>
                </a:lnTo>
                <a:lnTo>
                  <a:pt x="425" y="356"/>
                </a:lnTo>
                <a:lnTo>
                  <a:pt x="425" y="355"/>
                </a:lnTo>
                <a:lnTo>
                  <a:pt x="424" y="354"/>
                </a:lnTo>
                <a:lnTo>
                  <a:pt x="423" y="353"/>
                </a:lnTo>
                <a:lnTo>
                  <a:pt x="423" y="352"/>
                </a:lnTo>
                <a:lnTo>
                  <a:pt x="422" y="352"/>
                </a:lnTo>
                <a:lnTo>
                  <a:pt x="421" y="351"/>
                </a:lnTo>
                <a:lnTo>
                  <a:pt x="422" y="351"/>
                </a:lnTo>
                <a:lnTo>
                  <a:pt x="421" y="350"/>
                </a:lnTo>
                <a:lnTo>
                  <a:pt x="419" y="350"/>
                </a:lnTo>
                <a:lnTo>
                  <a:pt x="419" y="349"/>
                </a:lnTo>
                <a:lnTo>
                  <a:pt x="417" y="348"/>
                </a:lnTo>
                <a:lnTo>
                  <a:pt x="416" y="347"/>
                </a:lnTo>
                <a:lnTo>
                  <a:pt x="416" y="348"/>
                </a:lnTo>
                <a:lnTo>
                  <a:pt x="415" y="348"/>
                </a:lnTo>
                <a:lnTo>
                  <a:pt x="414" y="348"/>
                </a:lnTo>
                <a:lnTo>
                  <a:pt x="413" y="347"/>
                </a:lnTo>
                <a:lnTo>
                  <a:pt x="413" y="346"/>
                </a:lnTo>
                <a:lnTo>
                  <a:pt x="415" y="346"/>
                </a:lnTo>
                <a:lnTo>
                  <a:pt x="415" y="345"/>
                </a:lnTo>
                <a:lnTo>
                  <a:pt x="415" y="344"/>
                </a:lnTo>
                <a:lnTo>
                  <a:pt x="415" y="343"/>
                </a:lnTo>
                <a:lnTo>
                  <a:pt x="414" y="343"/>
                </a:lnTo>
                <a:lnTo>
                  <a:pt x="413" y="343"/>
                </a:lnTo>
                <a:lnTo>
                  <a:pt x="413" y="342"/>
                </a:lnTo>
                <a:lnTo>
                  <a:pt x="412" y="342"/>
                </a:lnTo>
                <a:lnTo>
                  <a:pt x="412" y="341"/>
                </a:lnTo>
                <a:lnTo>
                  <a:pt x="412" y="340"/>
                </a:lnTo>
                <a:lnTo>
                  <a:pt x="411" y="340"/>
                </a:lnTo>
                <a:lnTo>
                  <a:pt x="411" y="341"/>
                </a:lnTo>
                <a:lnTo>
                  <a:pt x="410" y="340"/>
                </a:lnTo>
                <a:lnTo>
                  <a:pt x="409" y="340"/>
                </a:lnTo>
                <a:lnTo>
                  <a:pt x="409" y="339"/>
                </a:lnTo>
                <a:lnTo>
                  <a:pt x="408" y="339"/>
                </a:lnTo>
                <a:lnTo>
                  <a:pt x="407" y="338"/>
                </a:lnTo>
                <a:lnTo>
                  <a:pt x="407" y="337"/>
                </a:lnTo>
                <a:lnTo>
                  <a:pt x="405" y="337"/>
                </a:lnTo>
                <a:lnTo>
                  <a:pt x="404" y="337"/>
                </a:lnTo>
                <a:lnTo>
                  <a:pt x="403" y="337"/>
                </a:lnTo>
                <a:lnTo>
                  <a:pt x="402" y="337"/>
                </a:lnTo>
                <a:lnTo>
                  <a:pt x="401" y="337"/>
                </a:lnTo>
                <a:lnTo>
                  <a:pt x="400" y="337"/>
                </a:lnTo>
                <a:lnTo>
                  <a:pt x="400" y="336"/>
                </a:lnTo>
                <a:lnTo>
                  <a:pt x="398" y="336"/>
                </a:lnTo>
                <a:lnTo>
                  <a:pt x="397" y="336"/>
                </a:lnTo>
                <a:lnTo>
                  <a:pt x="396" y="336"/>
                </a:lnTo>
                <a:lnTo>
                  <a:pt x="396" y="335"/>
                </a:lnTo>
                <a:lnTo>
                  <a:pt x="395" y="335"/>
                </a:lnTo>
                <a:lnTo>
                  <a:pt x="396" y="335"/>
                </a:lnTo>
                <a:lnTo>
                  <a:pt x="396" y="334"/>
                </a:lnTo>
                <a:lnTo>
                  <a:pt x="397" y="333"/>
                </a:lnTo>
                <a:lnTo>
                  <a:pt x="397" y="332"/>
                </a:lnTo>
                <a:lnTo>
                  <a:pt x="396" y="332"/>
                </a:lnTo>
                <a:lnTo>
                  <a:pt x="396" y="333"/>
                </a:lnTo>
                <a:lnTo>
                  <a:pt x="395" y="334"/>
                </a:lnTo>
                <a:lnTo>
                  <a:pt x="395" y="333"/>
                </a:lnTo>
                <a:lnTo>
                  <a:pt x="394" y="333"/>
                </a:lnTo>
                <a:lnTo>
                  <a:pt x="393" y="333"/>
                </a:lnTo>
                <a:lnTo>
                  <a:pt x="393" y="334"/>
                </a:lnTo>
                <a:lnTo>
                  <a:pt x="392" y="334"/>
                </a:lnTo>
                <a:lnTo>
                  <a:pt x="392" y="333"/>
                </a:lnTo>
                <a:lnTo>
                  <a:pt x="392" y="332"/>
                </a:lnTo>
                <a:lnTo>
                  <a:pt x="393" y="331"/>
                </a:lnTo>
                <a:lnTo>
                  <a:pt x="394" y="331"/>
                </a:lnTo>
                <a:lnTo>
                  <a:pt x="395" y="331"/>
                </a:lnTo>
                <a:lnTo>
                  <a:pt x="396" y="331"/>
                </a:lnTo>
                <a:lnTo>
                  <a:pt x="397" y="331"/>
                </a:lnTo>
                <a:lnTo>
                  <a:pt x="398" y="331"/>
                </a:lnTo>
                <a:lnTo>
                  <a:pt x="397" y="331"/>
                </a:lnTo>
                <a:lnTo>
                  <a:pt x="397" y="330"/>
                </a:lnTo>
                <a:lnTo>
                  <a:pt x="397" y="329"/>
                </a:lnTo>
                <a:lnTo>
                  <a:pt x="396" y="329"/>
                </a:lnTo>
                <a:lnTo>
                  <a:pt x="396" y="328"/>
                </a:lnTo>
                <a:lnTo>
                  <a:pt x="397" y="328"/>
                </a:lnTo>
                <a:lnTo>
                  <a:pt x="398" y="328"/>
                </a:lnTo>
                <a:lnTo>
                  <a:pt x="398" y="323"/>
                </a:lnTo>
                <a:lnTo>
                  <a:pt x="399" y="322"/>
                </a:lnTo>
                <a:lnTo>
                  <a:pt x="400" y="322"/>
                </a:lnTo>
                <a:lnTo>
                  <a:pt x="400" y="321"/>
                </a:lnTo>
                <a:lnTo>
                  <a:pt x="401" y="321"/>
                </a:lnTo>
                <a:lnTo>
                  <a:pt x="400" y="321"/>
                </a:lnTo>
                <a:lnTo>
                  <a:pt x="400" y="320"/>
                </a:lnTo>
                <a:lnTo>
                  <a:pt x="400" y="318"/>
                </a:lnTo>
                <a:lnTo>
                  <a:pt x="401" y="318"/>
                </a:lnTo>
                <a:lnTo>
                  <a:pt x="401" y="317"/>
                </a:lnTo>
                <a:lnTo>
                  <a:pt x="402" y="317"/>
                </a:lnTo>
                <a:lnTo>
                  <a:pt x="402" y="316"/>
                </a:lnTo>
                <a:lnTo>
                  <a:pt x="401" y="316"/>
                </a:lnTo>
                <a:lnTo>
                  <a:pt x="401" y="315"/>
                </a:lnTo>
                <a:lnTo>
                  <a:pt x="402" y="314"/>
                </a:lnTo>
                <a:lnTo>
                  <a:pt x="402" y="313"/>
                </a:lnTo>
                <a:lnTo>
                  <a:pt x="403" y="312"/>
                </a:lnTo>
                <a:lnTo>
                  <a:pt x="404" y="311"/>
                </a:lnTo>
                <a:lnTo>
                  <a:pt x="403" y="311"/>
                </a:lnTo>
                <a:lnTo>
                  <a:pt x="403" y="310"/>
                </a:lnTo>
                <a:lnTo>
                  <a:pt x="402" y="310"/>
                </a:lnTo>
                <a:lnTo>
                  <a:pt x="401" y="309"/>
                </a:lnTo>
                <a:lnTo>
                  <a:pt x="400" y="309"/>
                </a:lnTo>
                <a:lnTo>
                  <a:pt x="399" y="309"/>
                </a:lnTo>
                <a:lnTo>
                  <a:pt x="398" y="309"/>
                </a:lnTo>
                <a:lnTo>
                  <a:pt x="398" y="308"/>
                </a:lnTo>
                <a:lnTo>
                  <a:pt x="397" y="309"/>
                </a:lnTo>
                <a:lnTo>
                  <a:pt x="396" y="309"/>
                </a:lnTo>
                <a:lnTo>
                  <a:pt x="395" y="309"/>
                </a:lnTo>
                <a:lnTo>
                  <a:pt x="394" y="309"/>
                </a:lnTo>
                <a:lnTo>
                  <a:pt x="393" y="309"/>
                </a:lnTo>
                <a:lnTo>
                  <a:pt x="392" y="308"/>
                </a:lnTo>
                <a:lnTo>
                  <a:pt x="391" y="308"/>
                </a:lnTo>
                <a:lnTo>
                  <a:pt x="391" y="309"/>
                </a:lnTo>
                <a:lnTo>
                  <a:pt x="390" y="309"/>
                </a:lnTo>
                <a:lnTo>
                  <a:pt x="389" y="309"/>
                </a:lnTo>
                <a:lnTo>
                  <a:pt x="389" y="308"/>
                </a:lnTo>
                <a:lnTo>
                  <a:pt x="388" y="309"/>
                </a:lnTo>
                <a:lnTo>
                  <a:pt x="387" y="309"/>
                </a:lnTo>
                <a:lnTo>
                  <a:pt x="387" y="310"/>
                </a:lnTo>
                <a:lnTo>
                  <a:pt x="387" y="311"/>
                </a:lnTo>
                <a:lnTo>
                  <a:pt x="386" y="311"/>
                </a:lnTo>
                <a:lnTo>
                  <a:pt x="386" y="312"/>
                </a:lnTo>
                <a:lnTo>
                  <a:pt x="386" y="313"/>
                </a:lnTo>
                <a:lnTo>
                  <a:pt x="387" y="314"/>
                </a:lnTo>
                <a:lnTo>
                  <a:pt x="386" y="314"/>
                </a:lnTo>
                <a:lnTo>
                  <a:pt x="386" y="315"/>
                </a:lnTo>
                <a:lnTo>
                  <a:pt x="385" y="315"/>
                </a:lnTo>
                <a:lnTo>
                  <a:pt x="384" y="316"/>
                </a:lnTo>
                <a:lnTo>
                  <a:pt x="383" y="315"/>
                </a:lnTo>
                <a:lnTo>
                  <a:pt x="383" y="314"/>
                </a:lnTo>
                <a:lnTo>
                  <a:pt x="383" y="313"/>
                </a:lnTo>
                <a:lnTo>
                  <a:pt x="382" y="313"/>
                </a:lnTo>
                <a:lnTo>
                  <a:pt x="382" y="312"/>
                </a:lnTo>
                <a:lnTo>
                  <a:pt x="381" y="312"/>
                </a:lnTo>
                <a:lnTo>
                  <a:pt x="382" y="312"/>
                </a:lnTo>
                <a:lnTo>
                  <a:pt x="383" y="312"/>
                </a:lnTo>
                <a:lnTo>
                  <a:pt x="383" y="311"/>
                </a:lnTo>
                <a:lnTo>
                  <a:pt x="382" y="311"/>
                </a:lnTo>
                <a:lnTo>
                  <a:pt x="382" y="310"/>
                </a:lnTo>
                <a:lnTo>
                  <a:pt x="381" y="309"/>
                </a:lnTo>
                <a:lnTo>
                  <a:pt x="380" y="309"/>
                </a:lnTo>
                <a:lnTo>
                  <a:pt x="380" y="310"/>
                </a:lnTo>
                <a:lnTo>
                  <a:pt x="379" y="311"/>
                </a:lnTo>
                <a:lnTo>
                  <a:pt x="378" y="311"/>
                </a:lnTo>
                <a:lnTo>
                  <a:pt x="378" y="310"/>
                </a:lnTo>
                <a:lnTo>
                  <a:pt x="378" y="309"/>
                </a:lnTo>
                <a:lnTo>
                  <a:pt x="377" y="309"/>
                </a:lnTo>
                <a:lnTo>
                  <a:pt x="377" y="308"/>
                </a:lnTo>
                <a:lnTo>
                  <a:pt x="376" y="308"/>
                </a:lnTo>
                <a:lnTo>
                  <a:pt x="376" y="309"/>
                </a:lnTo>
                <a:lnTo>
                  <a:pt x="375" y="309"/>
                </a:lnTo>
                <a:lnTo>
                  <a:pt x="375" y="308"/>
                </a:lnTo>
                <a:lnTo>
                  <a:pt x="376" y="308"/>
                </a:lnTo>
                <a:lnTo>
                  <a:pt x="376" y="307"/>
                </a:lnTo>
                <a:lnTo>
                  <a:pt x="377" y="307"/>
                </a:lnTo>
                <a:lnTo>
                  <a:pt x="377" y="306"/>
                </a:lnTo>
                <a:lnTo>
                  <a:pt x="378" y="306"/>
                </a:lnTo>
                <a:lnTo>
                  <a:pt x="377" y="306"/>
                </a:lnTo>
                <a:lnTo>
                  <a:pt x="378" y="305"/>
                </a:lnTo>
                <a:lnTo>
                  <a:pt x="378" y="306"/>
                </a:lnTo>
                <a:lnTo>
                  <a:pt x="378" y="305"/>
                </a:lnTo>
                <a:lnTo>
                  <a:pt x="378" y="304"/>
                </a:lnTo>
                <a:lnTo>
                  <a:pt x="379" y="304"/>
                </a:lnTo>
                <a:lnTo>
                  <a:pt x="379" y="305"/>
                </a:lnTo>
                <a:lnTo>
                  <a:pt x="379" y="304"/>
                </a:lnTo>
                <a:lnTo>
                  <a:pt x="379" y="303"/>
                </a:lnTo>
                <a:lnTo>
                  <a:pt x="379" y="302"/>
                </a:lnTo>
                <a:lnTo>
                  <a:pt x="380" y="302"/>
                </a:lnTo>
                <a:lnTo>
                  <a:pt x="380" y="301"/>
                </a:lnTo>
                <a:lnTo>
                  <a:pt x="379" y="302"/>
                </a:lnTo>
                <a:lnTo>
                  <a:pt x="379" y="301"/>
                </a:lnTo>
                <a:lnTo>
                  <a:pt x="378" y="300"/>
                </a:lnTo>
                <a:lnTo>
                  <a:pt x="378" y="299"/>
                </a:lnTo>
                <a:lnTo>
                  <a:pt x="378" y="298"/>
                </a:lnTo>
                <a:lnTo>
                  <a:pt x="377" y="298"/>
                </a:lnTo>
                <a:lnTo>
                  <a:pt x="376" y="298"/>
                </a:lnTo>
                <a:lnTo>
                  <a:pt x="375" y="298"/>
                </a:lnTo>
                <a:lnTo>
                  <a:pt x="374" y="298"/>
                </a:lnTo>
                <a:lnTo>
                  <a:pt x="373" y="297"/>
                </a:lnTo>
                <a:lnTo>
                  <a:pt x="372" y="296"/>
                </a:lnTo>
                <a:lnTo>
                  <a:pt x="371" y="296"/>
                </a:lnTo>
                <a:lnTo>
                  <a:pt x="371" y="295"/>
                </a:lnTo>
                <a:lnTo>
                  <a:pt x="372" y="295"/>
                </a:lnTo>
                <a:lnTo>
                  <a:pt x="372" y="294"/>
                </a:lnTo>
                <a:lnTo>
                  <a:pt x="373" y="294"/>
                </a:lnTo>
                <a:lnTo>
                  <a:pt x="373" y="295"/>
                </a:lnTo>
                <a:lnTo>
                  <a:pt x="373" y="294"/>
                </a:lnTo>
                <a:lnTo>
                  <a:pt x="373" y="293"/>
                </a:lnTo>
                <a:lnTo>
                  <a:pt x="372" y="293"/>
                </a:lnTo>
                <a:lnTo>
                  <a:pt x="371" y="293"/>
                </a:lnTo>
                <a:lnTo>
                  <a:pt x="371" y="292"/>
                </a:lnTo>
                <a:lnTo>
                  <a:pt x="370" y="292"/>
                </a:lnTo>
                <a:lnTo>
                  <a:pt x="369" y="292"/>
                </a:lnTo>
                <a:lnTo>
                  <a:pt x="368" y="292"/>
                </a:lnTo>
                <a:lnTo>
                  <a:pt x="369" y="292"/>
                </a:lnTo>
                <a:lnTo>
                  <a:pt x="369" y="291"/>
                </a:lnTo>
                <a:lnTo>
                  <a:pt x="369" y="290"/>
                </a:lnTo>
                <a:lnTo>
                  <a:pt x="369" y="289"/>
                </a:lnTo>
                <a:lnTo>
                  <a:pt x="369" y="288"/>
                </a:lnTo>
                <a:lnTo>
                  <a:pt x="370" y="288"/>
                </a:lnTo>
                <a:lnTo>
                  <a:pt x="370" y="287"/>
                </a:lnTo>
                <a:lnTo>
                  <a:pt x="369" y="285"/>
                </a:lnTo>
                <a:lnTo>
                  <a:pt x="368" y="284"/>
                </a:lnTo>
                <a:lnTo>
                  <a:pt x="369" y="283"/>
                </a:lnTo>
                <a:lnTo>
                  <a:pt x="368" y="283"/>
                </a:lnTo>
                <a:lnTo>
                  <a:pt x="368" y="282"/>
                </a:lnTo>
                <a:lnTo>
                  <a:pt x="367" y="281"/>
                </a:lnTo>
                <a:lnTo>
                  <a:pt x="366" y="281"/>
                </a:lnTo>
                <a:lnTo>
                  <a:pt x="366" y="279"/>
                </a:lnTo>
                <a:lnTo>
                  <a:pt x="366" y="278"/>
                </a:lnTo>
                <a:lnTo>
                  <a:pt x="365" y="278"/>
                </a:lnTo>
                <a:lnTo>
                  <a:pt x="365" y="277"/>
                </a:lnTo>
                <a:lnTo>
                  <a:pt x="366" y="277"/>
                </a:lnTo>
                <a:lnTo>
                  <a:pt x="366" y="276"/>
                </a:lnTo>
                <a:lnTo>
                  <a:pt x="365" y="276"/>
                </a:lnTo>
                <a:lnTo>
                  <a:pt x="366" y="276"/>
                </a:lnTo>
                <a:lnTo>
                  <a:pt x="367" y="275"/>
                </a:lnTo>
                <a:lnTo>
                  <a:pt x="366" y="275"/>
                </a:lnTo>
                <a:lnTo>
                  <a:pt x="366" y="274"/>
                </a:lnTo>
                <a:lnTo>
                  <a:pt x="365" y="274"/>
                </a:lnTo>
                <a:lnTo>
                  <a:pt x="366" y="273"/>
                </a:lnTo>
                <a:lnTo>
                  <a:pt x="367" y="273"/>
                </a:lnTo>
                <a:lnTo>
                  <a:pt x="367" y="272"/>
                </a:lnTo>
                <a:lnTo>
                  <a:pt x="367" y="273"/>
                </a:lnTo>
                <a:lnTo>
                  <a:pt x="367" y="272"/>
                </a:lnTo>
                <a:lnTo>
                  <a:pt x="368" y="272"/>
                </a:lnTo>
                <a:lnTo>
                  <a:pt x="367" y="272"/>
                </a:lnTo>
                <a:lnTo>
                  <a:pt x="368" y="272"/>
                </a:lnTo>
                <a:lnTo>
                  <a:pt x="368" y="271"/>
                </a:lnTo>
                <a:lnTo>
                  <a:pt x="368" y="270"/>
                </a:lnTo>
                <a:lnTo>
                  <a:pt x="369" y="270"/>
                </a:lnTo>
                <a:lnTo>
                  <a:pt x="369" y="269"/>
                </a:lnTo>
                <a:lnTo>
                  <a:pt x="368" y="269"/>
                </a:lnTo>
                <a:lnTo>
                  <a:pt x="368" y="268"/>
                </a:lnTo>
                <a:lnTo>
                  <a:pt x="369" y="268"/>
                </a:lnTo>
                <a:lnTo>
                  <a:pt x="370" y="268"/>
                </a:lnTo>
                <a:lnTo>
                  <a:pt x="371" y="268"/>
                </a:lnTo>
                <a:lnTo>
                  <a:pt x="372" y="268"/>
                </a:lnTo>
                <a:lnTo>
                  <a:pt x="373" y="268"/>
                </a:lnTo>
                <a:lnTo>
                  <a:pt x="374" y="269"/>
                </a:lnTo>
                <a:lnTo>
                  <a:pt x="374" y="270"/>
                </a:lnTo>
                <a:lnTo>
                  <a:pt x="375" y="270"/>
                </a:lnTo>
                <a:lnTo>
                  <a:pt x="376" y="271"/>
                </a:lnTo>
                <a:lnTo>
                  <a:pt x="377" y="271"/>
                </a:lnTo>
                <a:lnTo>
                  <a:pt x="377" y="270"/>
                </a:lnTo>
                <a:lnTo>
                  <a:pt x="378" y="270"/>
                </a:lnTo>
                <a:lnTo>
                  <a:pt x="379" y="271"/>
                </a:lnTo>
                <a:lnTo>
                  <a:pt x="380" y="271"/>
                </a:lnTo>
                <a:lnTo>
                  <a:pt x="381" y="270"/>
                </a:lnTo>
                <a:lnTo>
                  <a:pt x="381" y="269"/>
                </a:lnTo>
                <a:lnTo>
                  <a:pt x="382" y="269"/>
                </a:lnTo>
                <a:lnTo>
                  <a:pt x="383" y="269"/>
                </a:lnTo>
                <a:lnTo>
                  <a:pt x="384" y="270"/>
                </a:lnTo>
                <a:lnTo>
                  <a:pt x="385" y="270"/>
                </a:lnTo>
                <a:lnTo>
                  <a:pt x="386" y="270"/>
                </a:lnTo>
                <a:lnTo>
                  <a:pt x="387" y="270"/>
                </a:lnTo>
                <a:lnTo>
                  <a:pt x="387" y="271"/>
                </a:lnTo>
                <a:lnTo>
                  <a:pt x="388" y="271"/>
                </a:lnTo>
                <a:lnTo>
                  <a:pt x="388" y="270"/>
                </a:lnTo>
                <a:lnTo>
                  <a:pt x="390" y="271"/>
                </a:lnTo>
                <a:lnTo>
                  <a:pt x="390" y="270"/>
                </a:lnTo>
                <a:lnTo>
                  <a:pt x="390" y="269"/>
                </a:lnTo>
                <a:lnTo>
                  <a:pt x="390" y="268"/>
                </a:lnTo>
                <a:lnTo>
                  <a:pt x="391" y="268"/>
                </a:lnTo>
                <a:lnTo>
                  <a:pt x="391" y="267"/>
                </a:lnTo>
                <a:lnTo>
                  <a:pt x="391" y="266"/>
                </a:lnTo>
                <a:lnTo>
                  <a:pt x="390" y="266"/>
                </a:lnTo>
                <a:lnTo>
                  <a:pt x="390" y="265"/>
                </a:lnTo>
                <a:lnTo>
                  <a:pt x="389" y="265"/>
                </a:lnTo>
                <a:lnTo>
                  <a:pt x="388" y="265"/>
                </a:lnTo>
                <a:lnTo>
                  <a:pt x="388" y="266"/>
                </a:lnTo>
                <a:lnTo>
                  <a:pt x="387" y="266"/>
                </a:lnTo>
                <a:lnTo>
                  <a:pt x="386" y="266"/>
                </a:lnTo>
                <a:lnTo>
                  <a:pt x="387" y="264"/>
                </a:lnTo>
                <a:lnTo>
                  <a:pt x="386" y="264"/>
                </a:lnTo>
                <a:lnTo>
                  <a:pt x="387" y="263"/>
                </a:lnTo>
                <a:lnTo>
                  <a:pt x="388" y="263"/>
                </a:lnTo>
                <a:lnTo>
                  <a:pt x="389" y="263"/>
                </a:lnTo>
                <a:lnTo>
                  <a:pt x="389" y="262"/>
                </a:lnTo>
                <a:lnTo>
                  <a:pt x="389" y="261"/>
                </a:lnTo>
                <a:lnTo>
                  <a:pt x="388" y="261"/>
                </a:lnTo>
                <a:lnTo>
                  <a:pt x="387" y="261"/>
                </a:lnTo>
                <a:lnTo>
                  <a:pt x="387" y="260"/>
                </a:lnTo>
                <a:lnTo>
                  <a:pt x="388" y="260"/>
                </a:lnTo>
                <a:lnTo>
                  <a:pt x="387" y="259"/>
                </a:lnTo>
                <a:lnTo>
                  <a:pt x="386" y="259"/>
                </a:lnTo>
                <a:lnTo>
                  <a:pt x="386" y="260"/>
                </a:lnTo>
                <a:lnTo>
                  <a:pt x="384" y="259"/>
                </a:lnTo>
                <a:lnTo>
                  <a:pt x="383" y="259"/>
                </a:lnTo>
                <a:lnTo>
                  <a:pt x="383" y="258"/>
                </a:lnTo>
                <a:lnTo>
                  <a:pt x="382" y="258"/>
                </a:lnTo>
                <a:lnTo>
                  <a:pt x="382" y="259"/>
                </a:lnTo>
                <a:lnTo>
                  <a:pt x="381" y="259"/>
                </a:lnTo>
                <a:lnTo>
                  <a:pt x="380" y="259"/>
                </a:lnTo>
                <a:lnTo>
                  <a:pt x="380" y="258"/>
                </a:lnTo>
                <a:lnTo>
                  <a:pt x="380" y="257"/>
                </a:lnTo>
                <a:lnTo>
                  <a:pt x="379" y="257"/>
                </a:lnTo>
                <a:lnTo>
                  <a:pt x="379" y="258"/>
                </a:lnTo>
                <a:lnTo>
                  <a:pt x="378" y="258"/>
                </a:lnTo>
                <a:lnTo>
                  <a:pt x="378" y="257"/>
                </a:lnTo>
                <a:lnTo>
                  <a:pt x="378" y="256"/>
                </a:lnTo>
                <a:lnTo>
                  <a:pt x="378" y="255"/>
                </a:lnTo>
                <a:lnTo>
                  <a:pt x="378" y="254"/>
                </a:lnTo>
                <a:lnTo>
                  <a:pt x="377" y="254"/>
                </a:lnTo>
                <a:lnTo>
                  <a:pt x="377" y="253"/>
                </a:lnTo>
                <a:lnTo>
                  <a:pt x="376" y="252"/>
                </a:lnTo>
                <a:lnTo>
                  <a:pt x="375" y="252"/>
                </a:lnTo>
                <a:lnTo>
                  <a:pt x="375" y="251"/>
                </a:lnTo>
                <a:lnTo>
                  <a:pt x="374" y="251"/>
                </a:lnTo>
                <a:lnTo>
                  <a:pt x="374" y="250"/>
                </a:lnTo>
                <a:lnTo>
                  <a:pt x="373" y="250"/>
                </a:lnTo>
                <a:lnTo>
                  <a:pt x="372" y="250"/>
                </a:lnTo>
                <a:lnTo>
                  <a:pt x="371" y="249"/>
                </a:lnTo>
                <a:lnTo>
                  <a:pt x="371" y="248"/>
                </a:lnTo>
                <a:lnTo>
                  <a:pt x="370" y="246"/>
                </a:lnTo>
                <a:lnTo>
                  <a:pt x="371" y="246"/>
                </a:lnTo>
                <a:lnTo>
                  <a:pt x="371" y="245"/>
                </a:lnTo>
                <a:lnTo>
                  <a:pt x="371" y="244"/>
                </a:lnTo>
                <a:lnTo>
                  <a:pt x="370" y="244"/>
                </a:lnTo>
                <a:lnTo>
                  <a:pt x="369" y="244"/>
                </a:lnTo>
                <a:lnTo>
                  <a:pt x="368" y="244"/>
                </a:lnTo>
                <a:lnTo>
                  <a:pt x="367" y="244"/>
                </a:lnTo>
                <a:lnTo>
                  <a:pt x="366" y="244"/>
                </a:lnTo>
                <a:lnTo>
                  <a:pt x="365" y="244"/>
                </a:lnTo>
                <a:lnTo>
                  <a:pt x="364" y="244"/>
                </a:lnTo>
                <a:lnTo>
                  <a:pt x="363" y="243"/>
                </a:lnTo>
                <a:lnTo>
                  <a:pt x="362" y="243"/>
                </a:lnTo>
                <a:lnTo>
                  <a:pt x="360" y="242"/>
                </a:lnTo>
                <a:lnTo>
                  <a:pt x="359" y="242"/>
                </a:lnTo>
                <a:lnTo>
                  <a:pt x="358" y="242"/>
                </a:lnTo>
                <a:lnTo>
                  <a:pt x="357" y="242"/>
                </a:lnTo>
                <a:lnTo>
                  <a:pt x="357" y="243"/>
                </a:lnTo>
                <a:lnTo>
                  <a:pt x="356" y="244"/>
                </a:lnTo>
                <a:lnTo>
                  <a:pt x="355" y="244"/>
                </a:lnTo>
                <a:lnTo>
                  <a:pt x="354" y="244"/>
                </a:lnTo>
                <a:lnTo>
                  <a:pt x="353" y="244"/>
                </a:lnTo>
                <a:lnTo>
                  <a:pt x="352" y="244"/>
                </a:lnTo>
                <a:lnTo>
                  <a:pt x="351" y="244"/>
                </a:lnTo>
                <a:lnTo>
                  <a:pt x="351" y="243"/>
                </a:lnTo>
                <a:lnTo>
                  <a:pt x="350" y="242"/>
                </a:lnTo>
                <a:lnTo>
                  <a:pt x="350" y="241"/>
                </a:lnTo>
                <a:lnTo>
                  <a:pt x="350" y="240"/>
                </a:lnTo>
                <a:lnTo>
                  <a:pt x="350" y="239"/>
                </a:lnTo>
                <a:lnTo>
                  <a:pt x="350" y="238"/>
                </a:lnTo>
                <a:lnTo>
                  <a:pt x="349" y="238"/>
                </a:lnTo>
                <a:lnTo>
                  <a:pt x="348" y="238"/>
                </a:lnTo>
                <a:lnTo>
                  <a:pt x="347" y="239"/>
                </a:lnTo>
                <a:lnTo>
                  <a:pt x="346" y="239"/>
                </a:lnTo>
                <a:lnTo>
                  <a:pt x="346" y="238"/>
                </a:lnTo>
                <a:lnTo>
                  <a:pt x="346" y="237"/>
                </a:lnTo>
                <a:lnTo>
                  <a:pt x="345" y="237"/>
                </a:lnTo>
                <a:lnTo>
                  <a:pt x="344" y="236"/>
                </a:lnTo>
                <a:lnTo>
                  <a:pt x="344" y="235"/>
                </a:lnTo>
                <a:lnTo>
                  <a:pt x="344" y="234"/>
                </a:lnTo>
                <a:lnTo>
                  <a:pt x="344" y="233"/>
                </a:lnTo>
                <a:lnTo>
                  <a:pt x="343" y="233"/>
                </a:lnTo>
                <a:lnTo>
                  <a:pt x="343" y="232"/>
                </a:lnTo>
                <a:lnTo>
                  <a:pt x="342" y="232"/>
                </a:lnTo>
                <a:lnTo>
                  <a:pt x="342" y="231"/>
                </a:lnTo>
                <a:lnTo>
                  <a:pt x="341" y="230"/>
                </a:lnTo>
                <a:lnTo>
                  <a:pt x="340" y="230"/>
                </a:lnTo>
                <a:lnTo>
                  <a:pt x="340" y="229"/>
                </a:lnTo>
                <a:lnTo>
                  <a:pt x="340" y="228"/>
                </a:lnTo>
                <a:lnTo>
                  <a:pt x="341" y="227"/>
                </a:lnTo>
                <a:lnTo>
                  <a:pt x="341" y="226"/>
                </a:lnTo>
                <a:lnTo>
                  <a:pt x="341" y="225"/>
                </a:lnTo>
                <a:lnTo>
                  <a:pt x="341" y="224"/>
                </a:lnTo>
                <a:lnTo>
                  <a:pt x="342" y="224"/>
                </a:lnTo>
                <a:lnTo>
                  <a:pt x="343" y="223"/>
                </a:lnTo>
                <a:lnTo>
                  <a:pt x="343" y="222"/>
                </a:lnTo>
                <a:lnTo>
                  <a:pt x="342" y="221"/>
                </a:lnTo>
                <a:lnTo>
                  <a:pt x="341" y="221"/>
                </a:lnTo>
                <a:lnTo>
                  <a:pt x="340" y="220"/>
                </a:lnTo>
                <a:lnTo>
                  <a:pt x="340" y="219"/>
                </a:lnTo>
                <a:lnTo>
                  <a:pt x="340" y="218"/>
                </a:lnTo>
                <a:lnTo>
                  <a:pt x="339" y="217"/>
                </a:lnTo>
                <a:lnTo>
                  <a:pt x="338" y="217"/>
                </a:lnTo>
                <a:lnTo>
                  <a:pt x="338" y="216"/>
                </a:lnTo>
                <a:lnTo>
                  <a:pt x="339" y="215"/>
                </a:lnTo>
                <a:lnTo>
                  <a:pt x="340" y="215"/>
                </a:lnTo>
                <a:lnTo>
                  <a:pt x="341" y="215"/>
                </a:lnTo>
                <a:lnTo>
                  <a:pt x="342" y="215"/>
                </a:lnTo>
                <a:lnTo>
                  <a:pt x="343" y="215"/>
                </a:lnTo>
                <a:lnTo>
                  <a:pt x="343" y="214"/>
                </a:lnTo>
                <a:lnTo>
                  <a:pt x="342" y="214"/>
                </a:lnTo>
                <a:lnTo>
                  <a:pt x="342" y="212"/>
                </a:lnTo>
                <a:lnTo>
                  <a:pt x="342" y="211"/>
                </a:lnTo>
                <a:lnTo>
                  <a:pt x="344" y="210"/>
                </a:lnTo>
                <a:lnTo>
                  <a:pt x="345" y="210"/>
                </a:lnTo>
                <a:lnTo>
                  <a:pt x="346" y="209"/>
                </a:lnTo>
                <a:lnTo>
                  <a:pt x="347" y="209"/>
                </a:lnTo>
                <a:lnTo>
                  <a:pt x="347" y="208"/>
                </a:lnTo>
                <a:lnTo>
                  <a:pt x="348" y="208"/>
                </a:lnTo>
                <a:lnTo>
                  <a:pt x="349" y="208"/>
                </a:lnTo>
                <a:lnTo>
                  <a:pt x="349" y="209"/>
                </a:lnTo>
                <a:lnTo>
                  <a:pt x="350" y="208"/>
                </a:lnTo>
                <a:lnTo>
                  <a:pt x="351" y="208"/>
                </a:lnTo>
                <a:lnTo>
                  <a:pt x="352" y="209"/>
                </a:lnTo>
                <a:lnTo>
                  <a:pt x="353" y="210"/>
                </a:lnTo>
                <a:lnTo>
                  <a:pt x="354" y="210"/>
                </a:lnTo>
                <a:lnTo>
                  <a:pt x="355" y="210"/>
                </a:lnTo>
                <a:lnTo>
                  <a:pt x="355" y="209"/>
                </a:lnTo>
                <a:lnTo>
                  <a:pt x="356" y="209"/>
                </a:lnTo>
                <a:lnTo>
                  <a:pt x="357" y="209"/>
                </a:lnTo>
                <a:lnTo>
                  <a:pt x="358" y="209"/>
                </a:lnTo>
                <a:lnTo>
                  <a:pt x="358" y="208"/>
                </a:lnTo>
                <a:lnTo>
                  <a:pt x="357" y="206"/>
                </a:lnTo>
                <a:lnTo>
                  <a:pt x="357" y="205"/>
                </a:lnTo>
                <a:lnTo>
                  <a:pt x="357" y="204"/>
                </a:lnTo>
                <a:lnTo>
                  <a:pt x="358" y="204"/>
                </a:lnTo>
                <a:lnTo>
                  <a:pt x="358" y="203"/>
                </a:lnTo>
                <a:lnTo>
                  <a:pt x="357" y="203"/>
                </a:lnTo>
                <a:lnTo>
                  <a:pt x="358" y="202"/>
                </a:lnTo>
                <a:lnTo>
                  <a:pt x="358" y="203"/>
                </a:lnTo>
                <a:lnTo>
                  <a:pt x="359" y="203"/>
                </a:lnTo>
                <a:lnTo>
                  <a:pt x="360" y="203"/>
                </a:lnTo>
                <a:lnTo>
                  <a:pt x="360" y="202"/>
                </a:lnTo>
                <a:lnTo>
                  <a:pt x="360" y="201"/>
                </a:lnTo>
                <a:lnTo>
                  <a:pt x="361" y="201"/>
                </a:lnTo>
                <a:lnTo>
                  <a:pt x="362" y="201"/>
                </a:lnTo>
                <a:lnTo>
                  <a:pt x="362" y="202"/>
                </a:lnTo>
                <a:lnTo>
                  <a:pt x="363" y="203"/>
                </a:lnTo>
                <a:lnTo>
                  <a:pt x="364" y="202"/>
                </a:lnTo>
                <a:lnTo>
                  <a:pt x="365" y="202"/>
                </a:lnTo>
                <a:lnTo>
                  <a:pt x="365" y="201"/>
                </a:lnTo>
                <a:lnTo>
                  <a:pt x="366" y="200"/>
                </a:lnTo>
                <a:lnTo>
                  <a:pt x="365" y="200"/>
                </a:lnTo>
                <a:lnTo>
                  <a:pt x="365" y="199"/>
                </a:lnTo>
                <a:lnTo>
                  <a:pt x="364" y="199"/>
                </a:lnTo>
                <a:lnTo>
                  <a:pt x="363" y="198"/>
                </a:lnTo>
                <a:lnTo>
                  <a:pt x="362" y="199"/>
                </a:lnTo>
                <a:lnTo>
                  <a:pt x="361" y="199"/>
                </a:lnTo>
                <a:lnTo>
                  <a:pt x="360" y="198"/>
                </a:lnTo>
                <a:lnTo>
                  <a:pt x="358" y="198"/>
                </a:lnTo>
                <a:lnTo>
                  <a:pt x="357" y="197"/>
                </a:lnTo>
                <a:lnTo>
                  <a:pt x="356" y="197"/>
                </a:lnTo>
                <a:lnTo>
                  <a:pt x="355" y="198"/>
                </a:lnTo>
                <a:lnTo>
                  <a:pt x="354" y="198"/>
                </a:lnTo>
                <a:lnTo>
                  <a:pt x="353" y="198"/>
                </a:lnTo>
                <a:lnTo>
                  <a:pt x="352" y="198"/>
                </a:lnTo>
                <a:lnTo>
                  <a:pt x="352" y="199"/>
                </a:lnTo>
                <a:lnTo>
                  <a:pt x="351" y="199"/>
                </a:lnTo>
                <a:lnTo>
                  <a:pt x="350" y="199"/>
                </a:lnTo>
                <a:lnTo>
                  <a:pt x="350" y="200"/>
                </a:lnTo>
                <a:lnTo>
                  <a:pt x="349" y="200"/>
                </a:lnTo>
                <a:lnTo>
                  <a:pt x="348" y="200"/>
                </a:lnTo>
                <a:lnTo>
                  <a:pt x="346" y="200"/>
                </a:lnTo>
                <a:lnTo>
                  <a:pt x="345" y="200"/>
                </a:lnTo>
                <a:lnTo>
                  <a:pt x="344" y="200"/>
                </a:lnTo>
                <a:lnTo>
                  <a:pt x="344" y="199"/>
                </a:lnTo>
                <a:lnTo>
                  <a:pt x="343" y="198"/>
                </a:lnTo>
                <a:lnTo>
                  <a:pt x="342" y="198"/>
                </a:lnTo>
                <a:lnTo>
                  <a:pt x="341" y="198"/>
                </a:lnTo>
                <a:lnTo>
                  <a:pt x="340" y="197"/>
                </a:lnTo>
                <a:lnTo>
                  <a:pt x="339" y="197"/>
                </a:lnTo>
                <a:lnTo>
                  <a:pt x="338" y="196"/>
                </a:lnTo>
                <a:lnTo>
                  <a:pt x="337" y="196"/>
                </a:lnTo>
                <a:lnTo>
                  <a:pt x="335" y="196"/>
                </a:lnTo>
                <a:lnTo>
                  <a:pt x="334" y="196"/>
                </a:lnTo>
                <a:lnTo>
                  <a:pt x="332" y="196"/>
                </a:lnTo>
                <a:lnTo>
                  <a:pt x="331" y="196"/>
                </a:lnTo>
                <a:lnTo>
                  <a:pt x="330" y="196"/>
                </a:lnTo>
                <a:lnTo>
                  <a:pt x="329" y="195"/>
                </a:lnTo>
                <a:lnTo>
                  <a:pt x="328" y="195"/>
                </a:lnTo>
                <a:lnTo>
                  <a:pt x="327" y="196"/>
                </a:lnTo>
                <a:lnTo>
                  <a:pt x="326" y="196"/>
                </a:lnTo>
                <a:lnTo>
                  <a:pt x="325" y="196"/>
                </a:lnTo>
                <a:lnTo>
                  <a:pt x="324" y="196"/>
                </a:lnTo>
                <a:lnTo>
                  <a:pt x="323" y="196"/>
                </a:lnTo>
                <a:lnTo>
                  <a:pt x="322" y="197"/>
                </a:lnTo>
                <a:lnTo>
                  <a:pt x="320" y="196"/>
                </a:lnTo>
                <a:lnTo>
                  <a:pt x="318" y="196"/>
                </a:lnTo>
                <a:lnTo>
                  <a:pt x="317" y="195"/>
                </a:lnTo>
                <a:lnTo>
                  <a:pt x="316" y="195"/>
                </a:lnTo>
                <a:lnTo>
                  <a:pt x="316" y="194"/>
                </a:lnTo>
                <a:lnTo>
                  <a:pt x="315" y="193"/>
                </a:lnTo>
                <a:lnTo>
                  <a:pt x="314" y="193"/>
                </a:lnTo>
                <a:lnTo>
                  <a:pt x="314" y="192"/>
                </a:lnTo>
                <a:lnTo>
                  <a:pt x="313" y="191"/>
                </a:lnTo>
                <a:lnTo>
                  <a:pt x="312" y="191"/>
                </a:lnTo>
                <a:lnTo>
                  <a:pt x="313" y="190"/>
                </a:lnTo>
                <a:lnTo>
                  <a:pt x="312" y="189"/>
                </a:lnTo>
                <a:lnTo>
                  <a:pt x="313" y="189"/>
                </a:lnTo>
                <a:lnTo>
                  <a:pt x="313" y="188"/>
                </a:lnTo>
                <a:lnTo>
                  <a:pt x="312" y="188"/>
                </a:lnTo>
                <a:lnTo>
                  <a:pt x="311" y="188"/>
                </a:lnTo>
                <a:lnTo>
                  <a:pt x="310" y="188"/>
                </a:lnTo>
                <a:lnTo>
                  <a:pt x="310" y="187"/>
                </a:lnTo>
                <a:lnTo>
                  <a:pt x="310" y="186"/>
                </a:lnTo>
                <a:lnTo>
                  <a:pt x="309" y="186"/>
                </a:lnTo>
                <a:lnTo>
                  <a:pt x="309" y="185"/>
                </a:lnTo>
                <a:lnTo>
                  <a:pt x="309" y="184"/>
                </a:lnTo>
                <a:lnTo>
                  <a:pt x="308" y="184"/>
                </a:lnTo>
                <a:lnTo>
                  <a:pt x="307" y="183"/>
                </a:lnTo>
                <a:lnTo>
                  <a:pt x="307" y="182"/>
                </a:lnTo>
                <a:lnTo>
                  <a:pt x="306" y="182"/>
                </a:lnTo>
                <a:lnTo>
                  <a:pt x="305" y="181"/>
                </a:lnTo>
                <a:lnTo>
                  <a:pt x="304" y="181"/>
                </a:lnTo>
                <a:lnTo>
                  <a:pt x="303" y="181"/>
                </a:lnTo>
                <a:lnTo>
                  <a:pt x="302" y="181"/>
                </a:lnTo>
                <a:lnTo>
                  <a:pt x="302" y="182"/>
                </a:lnTo>
                <a:lnTo>
                  <a:pt x="302" y="181"/>
                </a:lnTo>
                <a:lnTo>
                  <a:pt x="301" y="181"/>
                </a:lnTo>
                <a:lnTo>
                  <a:pt x="301" y="180"/>
                </a:lnTo>
                <a:lnTo>
                  <a:pt x="301" y="179"/>
                </a:lnTo>
                <a:lnTo>
                  <a:pt x="300" y="178"/>
                </a:lnTo>
                <a:lnTo>
                  <a:pt x="299" y="178"/>
                </a:lnTo>
                <a:lnTo>
                  <a:pt x="298" y="177"/>
                </a:lnTo>
                <a:lnTo>
                  <a:pt x="297" y="176"/>
                </a:lnTo>
                <a:lnTo>
                  <a:pt x="296" y="176"/>
                </a:lnTo>
                <a:lnTo>
                  <a:pt x="295" y="176"/>
                </a:lnTo>
                <a:lnTo>
                  <a:pt x="295" y="175"/>
                </a:lnTo>
                <a:lnTo>
                  <a:pt x="294" y="175"/>
                </a:lnTo>
                <a:lnTo>
                  <a:pt x="294" y="174"/>
                </a:lnTo>
                <a:lnTo>
                  <a:pt x="294" y="173"/>
                </a:lnTo>
                <a:lnTo>
                  <a:pt x="294" y="172"/>
                </a:lnTo>
                <a:lnTo>
                  <a:pt x="293" y="172"/>
                </a:lnTo>
                <a:lnTo>
                  <a:pt x="293" y="171"/>
                </a:lnTo>
                <a:lnTo>
                  <a:pt x="292" y="171"/>
                </a:lnTo>
                <a:lnTo>
                  <a:pt x="291" y="170"/>
                </a:lnTo>
                <a:lnTo>
                  <a:pt x="291" y="169"/>
                </a:lnTo>
                <a:lnTo>
                  <a:pt x="290" y="168"/>
                </a:lnTo>
                <a:lnTo>
                  <a:pt x="291" y="167"/>
                </a:lnTo>
                <a:lnTo>
                  <a:pt x="291" y="165"/>
                </a:lnTo>
                <a:lnTo>
                  <a:pt x="292" y="164"/>
                </a:lnTo>
                <a:lnTo>
                  <a:pt x="292" y="163"/>
                </a:lnTo>
                <a:lnTo>
                  <a:pt x="292" y="162"/>
                </a:lnTo>
                <a:lnTo>
                  <a:pt x="292" y="161"/>
                </a:lnTo>
                <a:lnTo>
                  <a:pt x="291" y="161"/>
                </a:lnTo>
                <a:lnTo>
                  <a:pt x="290" y="161"/>
                </a:lnTo>
                <a:lnTo>
                  <a:pt x="289" y="160"/>
                </a:lnTo>
                <a:lnTo>
                  <a:pt x="288" y="160"/>
                </a:lnTo>
                <a:lnTo>
                  <a:pt x="288" y="159"/>
                </a:lnTo>
                <a:lnTo>
                  <a:pt x="286" y="159"/>
                </a:lnTo>
                <a:lnTo>
                  <a:pt x="285" y="160"/>
                </a:lnTo>
                <a:lnTo>
                  <a:pt x="285" y="161"/>
                </a:lnTo>
                <a:lnTo>
                  <a:pt x="285" y="162"/>
                </a:lnTo>
                <a:lnTo>
                  <a:pt x="285" y="163"/>
                </a:lnTo>
                <a:lnTo>
                  <a:pt x="285" y="164"/>
                </a:lnTo>
                <a:lnTo>
                  <a:pt x="285" y="165"/>
                </a:lnTo>
                <a:lnTo>
                  <a:pt x="285" y="166"/>
                </a:lnTo>
                <a:lnTo>
                  <a:pt x="285" y="167"/>
                </a:lnTo>
                <a:lnTo>
                  <a:pt x="284" y="168"/>
                </a:lnTo>
                <a:lnTo>
                  <a:pt x="283" y="168"/>
                </a:lnTo>
                <a:lnTo>
                  <a:pt x="282" y="168"/>
                </a:lnTo>
                <a:lnTo>
                  <a:pt x="282" y="167"/>
                </a:lnTo>
                <a:lnTo>
                  <a:pt x="281" y="167"/>
                </a:lnTo>
                <a:lnTo>
                  <a:pt x="281" y="166"/>
                </a:lnTo>
                <a:lnTo>
                  <a:pt x="280" y="166"/>
                </a:lnTo>
                <a:lnTo>
                  <a:pt x="279" y="167"/>
                </a:lnTo>
                <a:lnTo>
                  <a:pt x="279" y="166"/>
                </a:lnTo>
                <a:lnTo>
                  <a:pt x="277" y="167"/>
                </a:lnTo>
                <a:lnTo>
                  <a:pt x="276" y="168"/>
                </a:lnTo>
                <a:lnTo>
                  <a:pt x="275" y="168"/>
                </a:lnTo>
                <a:lnTo>
                  <a:pt x="274" y="167"/>
                </a:lnTo>
                <a:lnTo>
                  <a:pt x="273" y="167"/>
                </a:lnTo>
                <a:lnTo>
                  <a:pt x="272" y="167"/>
                </a:lnTo>
                <a:lnTo>
                  <a:pt x="271" y="167"/>
                </a:lnTo>
                <a:lnTo>
                  <a:pt x="270" y="167"/>
                </a:lnTo>
                <a:lnTo>
                  <a:pt x="270" y="168"/>
                </a:lnTo>
                <a:lnTo>
                  <a:pt x="270" y="169"/>
                </a:lnTo>
                <a:lnTo>
                  <a:pt x="270" y="170"/>
                </a:lnTo>
                <a:lnTo>
                  <a:pt x="271" y="172"/>
                </a:lnTo>
                <a:lnTo>
                  <a:pt x="272" y="173"/>
                </a:lnTo>
                <a:lnTo>
                  <a:pt x="272" y="175"/>
                </a:lnTo>
                <a:lnTo>
                  <a:pt x="272" y="176"/>
                </a:lnTo>
                <a:lnTo>
                  <a:pt x="271" y="176"/>
                </a:lnTo>
                <a:lnTo>
                  <a:pt x="271" y="175"/>
                </a:lnTo>
                <a:lnTo>
                  <a:pt x="270" y="175"/>
                </a:lnTo>
                <a:lnTo>
                  <a:pt x="270" y="176"/>
                </a:lnTo>
                <a:lnTo>
                  <a:pt x="269" y="176"/>
                </a:lnTo>
                <a:lnTo>
                  <a:pt x="268" y="175"/>
                </a:lnTo>
                <a:lnTo>
                  <a:pt x="267" y="175"/>
                </a:lnTo>
                <a:lnTo>
                  <a:pt x="267" y="176"/>
                </a:lnTo>
                <a:lnTo>
                  <a:pt x="265" y="175"/>
                </a:lnTo>
                <a:lnTo>
                  <a:pt x="265" y="174"/>
                </a:lnTo>
                <a:lnTo>
                  <a:pt x="264" y="173"/>
                </a:lnTo>
                <a:lnTo>
                  <a:pt x="264" y="172"/>
                </a:lnTo>
                <a:lnTo>
                  <a:pt x="263" y="172"/>
                </a:lnTo>
                <a:lnTo>
                  <a:pt x="263" y="171"/>
                </a:lnTo>
                <a:lnTo>
                  <a:pt x="262" y="171"/>
                </a:lnTo>
                <a:lnTo>
                  <a:pt x="262" y="172"/>
                </a:lnTo>
                <a:lnTo>
                  <a:pt x="261" y="172"/>
                </a:lnTo>
                <a:lnTo>
                  <a:pt x="260" y="172"/>
                </a:lnTo>
                <a:lnTo>
                  <a:pt x="259" y="173"/>
                </a:lnTo>
                <a:lnTo>
                  <a:pt x="259" y="175"/>
                </a:lnTo>
                <a:lnTo>
                  <a:pt x="260" y="176"/>
                </a:lnTo>
                <a:lnTo>
                  <a:pt x="261" y="176"/>
                </a:lnTo>
                <a:lnTo>
                  <a:pt x="261" y="177"/>
                </a:lnTo>
                <a:lnTo>
                  <a:pt x="262" y="177"/>
                </a:lnTo>
                <a:lnTo>
                  <a:pt x="262" y="178"/>
                </a:lnTo>
                <a:lnTo>
                  <a:pt x="263" y="178"/>
                </a:lnTo>
                <a:lnTo>
                  <a:pt x="264" y="179"/>
                </a:lnTo>
                <a:lnTo>
                  <a:pt x="265" y="181"/>
                </a:lnTo>
                <a:lnTo>
                  <a:pt x="266" y="182"/>
                </a:lnTo>
                <a:lnTo>
                  <a:pt x="266" y="183"/>
                </a:lnTo>
                <a:lnTo>
                  <a:pt x="267" y="183"/>
                </a:lnTo>
                <a:lnTo>
                  <a:pt x="268" y="184"/>
                </a:lnTo>
                <a:lnTo>
                  <a:pt x="269" y="184"/>
                </a:lnTo>
                <a:lnTo>
                  <a:pt x="269" y="185"/>
                </a:lnTo>
                <a:lnTo>
                  <a:pt x="270" y="186"/>
                </a:lnTo>
                <a:lnTo>
                  <a:pt x="271" y="186"/>
                </a:lnTo>
                <a:lnTo>
                  <a:pt x="271" y="187"/>
                </a:lnTo>
                <a:lnTo>
                  <a:pt x="271" y="188"/>
                </a:lnTo>
                <a:lnTo>
                  <a:pt x="271" y="189"/>
                </a:lnTo>
                <a:lnTo>
                  <a:pt x="270" y="189"/>
                </a:lnTo>
                <a:lnTo>
                  <a:pt x="268" y="189"/>
                </a:lnTo>
                <a:lnTo>
                  <a:pt x="267" y="189"/>
                </a:lnTo>
                <a:lnTo>
                  <a:pt x="267" y="188"/>
                </a:lnTo>
                <a:lnTo>
                  <a:pt x="266" y="188"/>
                </a:lnTo>
                <a:lnTo>
                  <a:pt x="265" y="188"/>
                </a:lnTo>
                <a:lnTo>
                  <a:pt x="264" y="188"/>
                </a:lnTo>
                <a:lnTo>
                  <a:pt x="264" y="189"/>
                </a:lnTo>
                <a:lnTo>
                  <a:pt x="261" y="189"/>
                </a:lnTo>
                <a:lnTo>
                  <a:pt x="260" y="188"/>
                </a:lnTo>
                <a:lnTo>
                  <a:pt x="259" y="188"/>
                </a:lnTo>
                <a:lnTo>
                  <a:pt x="258" y="189"/>
                </a:lnTo>
                <a:lnTo>
                  <a:pt x="257" y="189"/>
                </a:lnTo>
                <a:lnTo>
                  <a:pt x="257" y="190"/>
                </a:lnTo>
                <a:lnTo>
                  <a:pt x="257" y="191"/>
                </a:lnTo>
                <a:lnTo>
                  <a:pt x="256" y="190"/>
                </a:lnTo>
                <a:lnTo>
                  <a:pt x="256" y="189"/>
                </a:lnTo>
                <a:lnTo>
                  <a:pt x="255" y="189"/>
                </a:lnTo>
                <a:lnTo>
                  <a:pt x="254" y="190"/>
                </a:lnTo>
                <a:lnTo>
                  <a:pt x="254" y="189"/>
                </a:lnTo>
                <a:lnTo>
                  <a:pt x="254" y="188"/>
                </a:lnTo>
                <a:lnTo>
                  <a:pt x="253" y="188"/>
                </a:lnTo>
                <a:lnTo>
                  <a:pt x="253" y="187"/>
                </a:lnTo>
                <a:lnTo>
                  <a:pt x="252" y="187"/>
                </a:lnTo>
                <a:lnTo>
                  <a:pt x="251" y="188"/>
                </a:lnTo>
                <a:lnTo>
                  <a:pt x="250" y="189"/>
                </a:lnTo>
                <a:lnTo>
                  <a:pt x="250" y="190"/>
                </a:lnTo>
                <a:lnTo>
                  <a:pt x="249" y="191"/>
                </a:lnTo>
                <a:lnTo>
                  <a:pt x="248" y="192"/>
                </a:lnTo>
                <a:lnTo>
                  <a:pt x="247" y="193"/>
                </a:lnTo>
                <a:lnTo>
                  <a:pt x="246" y="195"/>
                </a:lnTo>
                <a:lnTo>
                  <a:pt x="245" y="196"/>
                </a:lnTo>
                <a:lnTo>
                  <a:pt x="245" y="197"/>
                </a:lnTo>
                <a:lnTo>
                  <a:pt x="245" y="198"/>
                </a:lnTo>
                <a:lnTo>
                  <a:pt x="244" y="200"/>
                </a:lnTo>
                <a:lnTo>
                  <a:pt x="243" y="200"/>
                </a:lnTo>
                <a:lnTo>
                  <a:pt x="242" y="199"/>
                </a:lnTo>
                <a:lnTo>
                  <a:pt x="241" y="199"/>
                </a:lnTo>
                <a:lnTo>
                  <a:pt x="241" y="200"/>
                </a:lnTo>
                <a:lnTo>
                  <a:pt x="241" y="201"/>
                </a:lnTo>
                <a:lnTo>
                  <a:pt x="239" y="201"/>
                </a:lnTo>
                <a:lnTo>
                  <a:pt x="239" y="202"/>
                </a:lnTo>
                <a:lnTo>
                  <a:pt x="240" y="202"/>
                </a:lnTo>
                <a:lnTo>
                  <a:pt x="240" y="203"/>
                </a:lnTo>
                <a:lnTo>
                  <a:pt x="238" y="203"/>
                </a:lnTo>
                <a:lnTo>
                  <a:pt x="237" y="203"/>
                </a:lnTo>
                <a:lnTo>
                  <a:pt x="236" y="204"/>
                </a:lnTo>
                <a:lnTo>
                  <a:pt x="235" y="205"/>
                </a:lnTo>
                <a:lnTo>
                  <a:pt x="234" y="206"/>
                </a:lnTo>
                <a:lnTo>
                  <a:pt x="233" y="206"/>
                </a:lnTo>
                <a:lnTo>
                  <a:pt x="232" y="206"/>
                </a:lnTo>
                <a:lnTo>
                  <a:pt x="232" y="205"/>
                </a:lnTo>
                <a:lnTo>
                  <a:pt x="232" y="206"/>
                </a:lnTo>
                <a:lnTo>
                  <a:pt x="231" y="206"/>
                </a:lnTo>
                <a:lnTo>
                  <a:pt x="230" y="207"/>
                </a:lnTo>
                <a:lnTo>
                  <a:pt x="229" y="208"/>
                </a:lnTo>
                <a:lnTo>
                  <a:pt x="228" y="208"/>
                </a:lnTo>
                <a:lnTo>
                  <a:pt x="227" y="207"/>
                </a:lnTo>
                <a:lnTo>
                  <a:pt x="227" y="206"/>
                </a:lnTo>
                <a:lnTo>
                  <a:pt x="226" y="206"/>
                </a:lnTo>
                <a:lnTo>
                  <a:pt x="226" y="205"/>
                </a:lnTo>
                <a:lnTo>
                  <a:pt x="223" y="205"/>
                </a:lnTo>
                <a:lnTo>
                  <a:pt x="222" y="204"/>
                </a:lnTo>
                <a:lnTo>
                  <a:pt x="221" y="204"/>
                </a:lnTo>
                <a:lnTo>
                  <a:pt x="220" y="205"/>
                </a:lnTo>
                <a:lnTo>
                  <a:pt x="220" y="206"/>
                </a:lnTo>
                <a:lnTo>
                  <a:pt x="219" y="206"/>
                </a:lnTo>
                <a:lnTo>
                  <a:pt x="219" y="207"/>
                </a:lnTo>
                <a:lnTo>
                  <a:pt x="217" y="207"/>
                </a:lnTo>
                <a:lnTo>
                  <a:pt x="216" y="207"/>
                </a:lnTo>
                <a:lnTo>
                  <a:pt x="215" y="207"/>
                </a:lnTo>
                <a:lnTo>
                  <a:pt x="214" y="207"/>
                </a:lnTo>
                <a:lnTo>
                  <a:pt x="214" y="208"/>
                </a:lnTo>
                <a:lnTo>
                  <a:pt x="213" y="209"/>
                </a:lnTo>
                <a:lnTo>
                  <a:pt x="213" y="210"/>
                </a:lnTo>
                <a:lnTo>
                  <a:pt x="211" y="210"/>
                </a:lnTo>
                <a:lnTo>
                  <a:pt x="210" y="210"/>
                </a:lnTo>
                <a:lnTo>
                  <a:pt x="209" y="211"/>
                </a:lnTo>
                <a:lnTo>
                  <a:pt x="207" y="212"/>
                </a:lnTo>
                <a:lnTo>
                  <a:pt x="207" y="213"/>
                </a:lnTo>
                <a:lnTo>
                  <a:pt x="207" y="214"/>
                </a:lnTo>
                <a:lnTo>
                  <a:pt x="206" y="214"/>
                </a:lnTo>
                <a:lnTo>
                  <a:pt x="206" y="215"/>
                </a:lnTo>
                <a:lnTo>
                  <a:pt x="206" y="216"/>
                </a:lnTo>
                <a:lnTo>
                  <a:pt x="206" y="217"/>
                </a:lnTo>
                <a:lnTo>
                  <a:pt x="208" y="216"/>
                </a:lnTo>
                <a:lnTo>
                  <a:pt x="209" y="217"/>
                </a:lnTo>
                <a:lnTo>
                  <a:pt x="210" y="217"/>
                </a:lnTo>
                <a:lnTo>
                  <a:pt x="209" y="219"/>
                </a:lnTo>
                <a:lnTo>
                  <a:pt x="209" y="220"/>
                </a:lnTo>
                <a:lnTo>
                  <a:pt x="209" y="221"/>
                </a:lnTo>
                <a:lnTo>
                  <a:pt x="209" y="222"/>
                </a:lnTo>
                <a:lnTo>
                  <a:pt x="211" y="224"/>
                </a:lnTo>
                <a:lnTo>
                  <a:pt x="214" y="227"/>
                </a:lnTo>
                <a:lnTo>
                  <a:pt x="215" y="228"/>
                </a:lnTo>
                <a:lnTo>
                  <a:pt x="215" y="229"/>
                </a:lnTo>
                <a:lnTo>
                  <a:pt x="216" y="229"/>
                </a:lnTo>
                <a:lnTo>
                  <a:pt x="217" y="229"/>
                </a:lnTo>
                <a:lnTo>
                  <a:pt x="217" y="230"/>
                </a:lnTo>
                <a:lnTo>
                  <a:pt x="217" y="231"/>
                </a:lnTo>
                <a:lnTo>
                  <a:pt x="218" y="231"/>
                </a:lnTo>
                <a:lnTo>
                  <a:pt x="219" y="231"/>
                </a:lnTo>
                <a:lnTo>
                  <a:pt x="221" y="231"/>
                </a:lnTo>
                <a:lnTo>
                  <a:pt x="222" y="231"/>
                </a:lnTo>
                <a:lnTo>
                  <a:pt x="222" y="232"/>
                </a:lnTo>
                <a:lnTo>
                  <a:pt x="222" y="233"/>
                </a:lnTo>
                <a:lnTo>
                  <a:pt x="222" y="234"/>
                </a:lnTo>
                <a:lnTo>
                  <a:pt x="223" y="235"/>
                </a:lnTo>
                <a:lnTo>
                  <a:pt x="224" y="235"/>
                </a:lnTo>
                <a:lnTo>
                  <a:pt x="224" y="236"/>
                </a:lnTo>
                <a:lnTo>
                  <a:pt x="224" y="237"/>
                </a:lnTo>
                <a:lnTo>
                  <a:pt x="225" y="238"/>
                </a:lnTo>
                <a:lnTo>
                  <a:pt x="225" y="239"/>
                </a:lnTo>
                <a:lnTo>
                  <a:pt x="226" y="240"/>
                </a:lnTo>
                <a:lnTo>
                  <a:pt x="227" y="240"/>
                </a:lnTo>
                <a:lnTo>
                  <a:pt x="227" y="241"/>
                </a:lnTo>
                <a:lnTo>
                  <a:pt x="226" y="241"/>
                </a:lnTo>
                <a:lnTo>
                  <a:pt x="224" y="242"/>
                </a:lnTo>
                <a:lnTo>
                  <a:pt x="224" y="241"/>
                </a:lnTo>
                <a:lnTo>
                  <a:pt x="223" y="241"/>
                </a:lnTo>
                <a:lnTo>
                  <a:pt x="222" y="242"/>
                </a:lnTo>
                <a:lnTo>
                  <a:pt x="222" y="243"/>
                </a:lnTo>
                <a:lnTo>
                  <a:pt x="221" y="244"/>
                </a:lnTo>
                <a:lnTo>
                  <a:pt x="220" y="243"/>
                </a:lnTo>
                <a:lnTo>
                  <a:pt x="220" y="244"/>
                </a:lnTo>
                <a:lnTo>
                  <a:pt x="219" y="245"/>
                </a:lnTo>
                <a:lnTo>
                  <a:pt x="219" y="246"/>
                </a:lnTo>
                <a:lnTo>
                  <a:pt x="219" y="247"/>
                </a:lnTo>
                <a:lnTo>
                  <a:pt x="218" y="248"/>
                </a:lnTo>
                <a:lnTo>
                  <a:pt x="217" y="248"/>
                </a:lnTo>
                <a:lnTo>
                  <a:pt x="216" y="248"/>
                </a:lnTo>
                <a:lnTo>
                  <a:pt x="216" y="249"/>
                </a:lnTo>
                <a:lnTo>
                  <a:pt x="216" y="250"/>
                </a:lnTo>
                <a:lnTo>
                  <a:pt x="215" y="250"/>
                </a:lnTo>
                <a:lnTo>
                  <a:pt x="215" y="251"/>
                </a:lnTo>
                <a:lnTo>
                  <a:pt x="216" y="251"/>
                </a:lnTo>
                <a:lnTo>
                  <a:pt x="216" y="252"/>
                </a:lnTo>
                <a:lnTo>
                  <a:pt x="215" y="252"/>
                </a:lnTo>
                <a:lnTo>
                  <a:pt x="214" y="252"/>
                </a:lnTo>
                <a:lnTo>
                  <a:pt x="213" y="252"/>
                </a:lnTo>
                <a:lnTo>
                  <a:pt x="212" y="252"/>
                </a:lnTo>
                <a:lnTo>
                  <a:pt x="211" y="251"/>
                </a:lnTo>
                <a:lnTo>
                  <a:pt x="210" y="250"/>
                </a:lnTo>
                <a:lnTo>
                  <a:pt x="210" y="249"/>
                </a:lnTo>
                <a:lnTo>
                  <a:pt x="209" y="249"/>
                </a:lnTo>
                <a:lnTo>
                  <a:pt x="209" y="250"/>
                </a:lnTo>
                <a:lnTo>
                  <a:pt x="207" y="251"/>
                </a:lnTo>
                <a:lnTo>
                  <a:pt x="207" y="252"/>
                </a:lnTo>
                <a:lnTo>
                  <a:pt x="207" y="253"/>
                </a:lnTo>
                <a:lnTo>
                  <a:pt x="206" y="254"/>
                </a:lnTo>
                <a:lnTo>
                  <a:pt x="205" y="254"/>
                </a:lnTo>
                <a:lnTo>
                  <a:pt x="204" y="254"/>
                </a:lnTo>
                <a:lnTo>
                  <a:pt x="203" y="254"/>
                </a:lnTo>
                <a:lnTo>
                  <a:pt x="202" y="254"/>
                </a:lnTo>
                <a:lnTo>
                  <a:pt x="203" y="254"/>
                </a:lnTo>
                <a:lnTo>
                  <a:pt x="202" y="254"/>
                </a:lnTo>
                <a:lnTo>
                  <a:pt x="201" y="254"/>
                </a:lnTo>
                <a:lnTo>
                  <a:pt x="200" y="254"/>
                </a:lnTo>
                <a:lnTo>
                  <a:pt x="199" y="254"/>
                </a:lnTo>
                <a:lnTo>
                  <a:pt x="198" y="254"/>
                </a:lnTo>
                <a:lnTo>
                  <a:pt x="197" y="254"/>
                </a:lnTo>
                <a:lnTo>
                  <a:pt x="197" y="255"/>
                </a:lnTo>
                <a:lnTo>
                  <a:pt x="197" y="256"/>
                </a:lnTo>
                <a:lnTo>
                  <a:pt x="194" y="255"/>
                </a:lnTo>
                <a:lnTo>
                  <a:pt x="193" y="255"/>
                </a:lnTo>
                <a:lnTo>
                  <a:pt x="193" y="256"/>
                </a:lnTo>
                <a:lnTo>
                  <a:pt x="192" y="257"/>
                </a:lnTo>
                <a:lnTo>
                  <a:pt x="193" y="257"/>
                </a:lnTo>
                <a:lnTo>
                  <a:pt x="192" y="257"/>
                </a:lnTo>
                <a:lnTo>
                  <a:pt x="192" y="258"/>
                </a:lnTo>
                <a:lnTo>
                  <a:pt x="191" y="258"/>
                </a:lnTo>
                <a:lnTo>
                  <a:pt x="191" y="257"/>
                </a:lnTo>
                <a:lnTo>
                  <a:pt x="190" y="257"/>
                </a:lnTo>
                <a:lnTo>
                  <a:pt x="189" y="258"/>
                </a:lnTo>
                <a:lnTo>
                  <a:pt x="189" y="259"/>
                </a:lnTo>
                <a:lnTo>
                  <a:pt x="188" y="260"/>
                </a:lnTo>
                <a:lnTo>
                  <a:pt x="187" y="260"/>
                </a:lnTo>
                <a:lnTo>
                  <a:pt x="186" y="260"/>
                </a:lnTo>
                <a:lnTo>
                  <a:pt x="186" y="261"/>
                </a:lnTo>
                <a:lnTo>
                  <a:pt x="185" y="261"/>
                </a:lnTo>
                <a:lnTo>
                  <a:pt x="185" y="262"/>
                </a:lnTo>
                <a:lnTo>
                  <a:pt x="184" y="262"/>
                </a:lnTo>
                <a:lnTo>
                  <a:pt x="183" y="263"/>
                </a:lnTo>
                <a:lnTo>
                  <a:pt x="182" y="264"/>
                </a:lnTo>
                <a:lnTo>
                  <a:pt x="181" y="264"/>
                </a:lnTo>
                <a:lnTo>
                  <a:pt x="180" y="264"/>
                </a:lnTo>
                <a:lnTo>
                  <a:pt x="180" y="265"/>
                </a:lnTo>
                <a:lnTo>
                  <a:pt x="180" y="266"/>
                </a:lnTo>
                <a:lnTo>
                  <a:pt x="179" y="266"/>
                </a:lnTo>
                <a:lnTo>
                  <a:pt x="179" y="267"/>
                </a:lnTo>
                <a:lnTo>
                  <a:pt x="180" y="267"/>
                </a:lnTo>
                <a:lnTo>
                  <a:pt x="180" y="268"/>
                </a:lnTo>
                <a:lnTo>
                  <a:pt x="179" y="268"/>
                </a:lnTo>
                <a:lnTo>
                  <a:pt x="178" y="268"/>
                </a:lnTo>
                <a:lnTo>
                  <a:pt x="178" y="269"/>
                </a:lnTo>
                <a:lnTo>
                  <a:pt x="178" y="270"/>
                </a:lnTo>
                <a:lnTo>
                  <a:pt x="177" y="271"/>
                </a:lnTo>
                <a:lnTo>
                  <a:pt x="178" y="271"/>
                </a:lnTo>
                <a:lnTo>
                  <a:pt x="177" y="272"/>
                </a:lnTo>
                <a:lnTo>
                  <a:pt x="178" y="272"/>
                </a:lnTo>
                <a:lnTo>
                  <a:pt x="178" y="273"/>
                </a:lnTo>
                <a:lnTo>
                  <a:pt x="179" y="273"/>
                </a:lnTo>
                <a:lnTo>
                  <a:pt x="179" y="272"/>
                </a:lnTo>
                <a:lnTo>
                  <a:pt x="179" y="273"/>
                </a:lnTo>
                <a:lnTo>
                  <a:pt x="180" y="273"/>
                </a:lnTo>
                <a:lnTo>
                  <a:pt x="181" y="273"/>
                </a:lnTo>
                <a:lnTo>
                  <a:pt x="181" y="274"/>
                </a:lnTo>
                <a:lnTo>
                  <a:pt x="182" y="274"/>
                </a:lnTo>
                <a:lnTo>
                  <a:pt x="183" y="274"/>
                </a:lnTo>
                <a:lnTo>
                  <a:pt x="183" y="275"/>
                </a:lnTo>
                <a:lnTo>
                  <a:pt x="184" y="276"/>
                </a:lnTo>
                <a:lnTo>
                  <a:pt x="185" y="276"/>
                </a:lnTo>
                <a:lnTo>
                  <a:pt x="185" y="277"/>
                </a:lnTo>
                <a:lnTo>
                  <a:pt x="186" y="277"/>
                </a:lnTo>
                <a:lnTo>
                  <a:pt x="186" y="278"/>
                </a:lnTo>
                <a:lnTo>
                  <a:pt x="185" y="279"/>
                </a:lnTo>
                <a:lnTo>
                  <a:pt x="185" y="280"/>
                </a:lnTo>
                <a:lnTo>
                  <a:pt x="186" y="280"/>
                </a:lnTo>
                <a:lnTo>
                  <a:pt x="187" y="280"/>
                </a:lnTo>
                <a:lnTo>
                  <a:pt x="187" y="281"/>
                </a:lnTo>
                <a:lnTo>
                  <a:pt x="186" y="281"/>
                </a:lnTo>
                <a:lnTo>
                  <a:pt x="186" y="282"/>
                </a:lnTo>
                <a:lnTo>
                  <a:pt x="186" y="283"/>
                </a:lnTo>
                <a:lnTo>
                  <a:pt x="185" y="283"/>
                </a:lnTo>
                <a:lnTo>
                  <a:pt x="185" y="284"/>
                </a:lnTo>
                <a:lnTo>
                  <a:pt x="186" y="284"/>
                </a:lnTo>
                <a:lnTo>
                  <a:pt x="187" y="284"/>
                </a:lnTo>
                <a:lnTo>
                  <a:pt x="187" y="285"/>
                </a:lnTo>
                <a:lnTo>
                  <a:pt x="188" y="285"/>
                </a:lnTo>
                <a:lnTo>
                  <a:pt x="189" y="286"/>
                </a:lnTo>
                <a:lnTo>
                  <a:pt x="190" y="286"/>
                </a:lnTo>
                <a:lnTo>
                  <a:pt x="191" y="286"/>
                </a:lnTo>
                <a:lnTo>
                  <a:pt x="191" y="287"/>
                </a:lnTo>
                <a:lnTo>
                  <a:pt x="190" y="287"/>
                </a:lnTo>
                <a:lnTo>
                  <a:pt x="190" y="288"/>
                </a:lnTo>
                <a:lnTo>
                  <a:pt x="189" y="288"/>
                </a:lnTo>
                <a:lnTo>
                  <a:pt x="188" y="288"/>
                </a:lnTo>
                <a:lnTo>
                  <a:pt x="188" y="289"/>
                </a:lnTo>
                <a:lnTo>
                  <a:pt x="187" y="289"/>
                </a:lnTo>
                <a:lnTo>
                  <a:pt x="186" y="289"/>
                </a:lnTo>
                <a:lnTo>
                  <a:pt x="185" y="289"/>
                </a:lnTo>
                <a:lnTo>
                  <a:pt x="185" y="290"/>
                </a:lnTo>
                <a:lnTo>
                  <a:pt x="185" y="289"/>
                </a:lnTo>
                <a:lnTo>
                  <a:pt x="184" y="289"/>
                </a:lnTo>
                <a:lnTo>
                  <a:pt x="184" y="288"/>
                </a:lnTo>
                <a:lnTo>
                  <a:pt x="183" y="288"/>
                </a:lnTo>
                <a:lnTo>
                  <a:pt x="182" y="288"/>
                </a:lnTo>
                <a:lnTo>
                  <a:pt x="182" y="289"/>
                </a:lnTo>
                <a:lnTo>
                  <a:pt x="181" y="289"/>
                </a:lnTo>
                <a:lnTo>
                  <a:pt x="180" y="290"/>
                </a:lnTo>
                <a:lnTo>
                  <a:pt x="179" y="289"/>
                </a:lnTo>
                <a:lnTo>
                  <a:pt x="179" y="290"/>
                </a:lnTo>
                <a:lnTo>
                  <a:pt x="178" y="290"/>
                </a:lnTo>
                <a:lnTo>
                  <a:pt x="178" y="291"/>
                </a:lnTo>
                <a:lnTo>
                  <a:pt x="177" y="291"/>
                </a:lnTo>
                <a:lnTo>
                  <a:pt x="178" y="291"/>
                </a:lnTo>
                <a:lnTo>
                  <a:pt x="178" y="292"/>
                </a:lnTo>
                <a:lnTo>
                  <a:pt x="179" y="293"/>
                </a:lnTo>
                <a:lnTo>
                  <a:pt x="180" y="293"/>
                </a:lnTo>
                <a:lnTo>
                  <a:pt x="181" y="294"/>
                </a:lnTo>
                <a:lnTo>
                  <a:pt x="182" y="294"/>
                </a:lnTo>
                <a:lnTo>
                  <a:pt x="183" y="294"/>
                </a:lnTo>
                <a:lnTo>
                  <a:pt x="184" y="294"/>
                </a:lnTo>
                <a:lnTo>
                  <a:pt x="184" y="295"/>
                </a:lnTo>
                <a:lnTo>
                  <a:pt x="183" y="295"/>
                </a:lnTo>
                <a:lnTo>
                  <a:pt x="183" y="296"/>
                </a:lnTo>
                <a:lnTo>
                  <a:pt x="184" y="297"/>
                </a:lnTo>
                <a:lnTo>
                  <a:pt x="184" y="298"/>
                </a:lnTo>
                <a:lnTo>
                  <a:pt x="184" y="299"/>
                </a:lnTo>
                <a:lnTo>
                  <a:pt x="184" y="300"/>
                </a:lnTo>
                <a:lnTo>
                  <a:pt x="183" y="300"/>
                </a:lnTo>
                <a:lnTo>
                  <a:pt x="183" y="301"/>
                </a:lnTo>
                <a:lnTo>
                  <a:pt x="184" y="301"/>
                </a:lnTo>
                <a:lnTo>
                  <a:pt x="183" y="302"/>
                </a:lnTo>
                <a:lnTo>
                  <a:pt x="182" y="302"/>
                </a:lnTo>
                <a:lnTo>
                  <a:pt x="182" y="303"/>
                </a:lnTo>
                <a:lnTo>
                  <a:pt x="184" y="303"/>
                </a:lnTo>
                <a:lnTo>
                  <a:pt x="185" y="303"/>
                </a:lnTo>
                <a:lnTo>
                  <a:pt x="185" y="304"/>
                </a:lnTo>
                <a:lnTo>
                  <a:pt x="186" y="304"/>
                </a:lnTo>
                <a:lnTo>
                  <a:pt x="186" y="305"/>
                </a:lnTo>
                <a:lnTo>
                  <a:pt x="186" y="306"/>
                </a:lnTo>
                <a:lnTo>
                  <a:pt x="186" y="307"/>
                </a:lnTo>
                <a:lnTo>
                  <a:pt x="185" y="307"/>
                </a:lnTo>
                <a:lnTo>
                  <a:pt x="185" y="308"/>
                </a:lnTo>
                <a:lnTo>
                  <a:pt x="186" y="308"/>
                </a:lnTo>
                <a:lnTo>
                  <a:pt x="186" y="309"/>
                </a:lnTo>
                <a:lnTo>
                  <a:pt x="187" y="308"/>
                </a:lnTo>
                <a:lnTo>
                  <a:pt x="187" y="307"/>
                </a:lnTo>
                <a:lnTo>
                  <a:pt x="188" y="307"/>
                </a:lnTo>
                <a:lnTo>
                  <a:pt x="188" y="306"/>
                </a:lnTo>
                <a:lnTo>
                  <a:pt x="189" y="307"/>
                </a:lnTo>
                <a:lnTo>
                  <a:pt x="190" y="308"/>
                </a:lnTo>
                <a:lnTo>
                  <a:pt x="191" y="309"/>
                </a:lnTo>
                <a:lnTo>
                  <a:pt x="192" y="309"/>
                </a:lnTo>
                <a:lnTo>
                  <a:pt x="193" y="309"/>
                </a:lnTo>
                <a:lnTo>
                  <a:pt x="193" y="308"/>
                </a:lnTo>
                <a:lnTo>
                  <a:pt x="194" y="308"/>
                </a:lnTo>
                <a:lnTo>
                  <a:pt x="195" y="308"/>
                </a:lnTo>
                <a:lnTo>
                  <a:pt x="196" y="308"/>
                </a:lnTo>
                <a:lnTo>
                  <a:pt x="196" y="309"/>
                </a:lnTo>
                <a:lnTo>
                  <a:pt x="196" y="308"/>
                </a:lnTo>
                <a:lnTo>
                  <a:pt x="197" y="308"/>
                </a:lnTo>
                <a:lnTo>
                  <a:pt x="198" y="308"/>
                </a:lnTo>
                <a:lnTo>
                  <a:pt x="199" y="308"/>
                </a:lnTo>
                <a:lnTo>
                  <a:pt x="199" y="307"/>
                </a:lnTo>
                <a:lnTo>
                  <a:pt x="200" y="307"/>
                </a:lnTo>
                <a:lnTo>
                  <a:pt x="200" y="308"/>
                </a:lnTo>
                <a:lnTo>
                  <a:pt x="201" y="308"/>
                </a:lnTo>
                <a:lnTo>
                  <a:pt x="201" y="309"/>
                </a:lnTo>
                <a:lnTo>
                  <a:pt x="202" y="310"/>
                </a:lnTo>
                <a:lnTo>
                  <a:pt x="202" y="311"/>
                </a:lnTo>
                <a:lnTo>
                  <a:pt x="202" y="312"/>
                </a:lnTo>
                <a:lnTo>
                  <a:pt x="203" y="312"/>
                </a:lnTo>
                <a:lnTo>
                  <a:pt x="204" y="312"/>
                </a:lnTo>
                <a:lnTo>
                  <a:pt x="204" y="313"/>
                </a:lnTo>
                <a:lnTo>
                  <a:pt x="204" y="314"/>
                </a:lnTo>
                <a:lnTo>
                  <a:pt x="205" y="314"/>
                </a:lnTo>
                <a:lnTo>
                  <a:pt x="206" y="314"/>
                </a:lnTo>
                <a:lnTo>
                  <a:pt x="206" y="315"/>
                </a:lnTo>
                <a:lnTo>
                  <a:pt x="206" y="316"/>
                </a:lnTo>
                <a:lnTo>
                  <a:pt x="207" y="316"/>
                </a:lnTo>
                <a:lnTo>
                  <a:pt x="207" y="317"/>
                </a:lnTo>
                <a:lnTo>
                  <a:pt x="208" y="317"/>
                </a:lnTo>
                <a:lnTo>
                  <a:pt x="208" y="318"/>
                </a:lnTo>
                <a:lnTo>
                  <a:pt x="209" y="318"/>
                </a:lnTo>
                <a:lnTo>
                  <a:pt x="209" y="317"/>
                </a:lnTo>
                <a:lnTo>
                  <a:pt x="208" y="317"/>
                </a:lnTo>
                <a:lnTo>
                  <a:pt x="209" y="317"/>
                </a:lnTo>
                <a:lnTo>
                  <a:pt x="210" y="317"/>
                </a:lnTo>
                <a:lnTo>
                  <a:pt x="210" y="318"/>
                </a:lnTo>
                <a:lnTo>
                  <a:pt x="211" y="318"/>
                </a:lnTo>
                <a:lnTo>
                  <a:pt x="212" y="317"/>
                </a:lnTo>
                <a:lnTo>
                  <a:pt x="213" y="318"/>
                </a:lnTo>
                <a:lnTo>
                  <a:pt x="214" y="318"/>
                </a:lnTo>
                <a:lnTo>
                  <a:pt x="214" y="317"/>
                </a:lnTo>
                <a:lnTo>
                  <a:pt x="213" y="317"/>
                </a:lnTo>
                <a:lnTo>
                  <a:pt x="213" y="316"/>
                </a:lnTo>
                <a:lnTo>
                  <a:pt x="214" y="315"/>
                </a:lnTo>
                <a:lnTo>
                  <a:pt x="214" y="314"/>
                </a:lnTo>
                <a:lnTo>
                  <a:pt x="215" y="314"/>
                </a:lnTo>
                <a:lnTo>
                  <a:pt x="216" y="313"/>
                </a:lnTo>
                <a:lnTo>
                  <a:pt x="217" y="313"/>
                </a:lnTo>
                <a:lnTo>
                  <a:pt x="217" y="314"/>
                </a:lnTo>
                <a:lnTo>
                  <a:pt x="218" y="314"/>
                </a:lnTo>
                <a:lnTo>
                  <a:pt x="219" y="314"/>
                </a:lnTo>
                <a:lnTo>
                  <a:pt x="219" y="313"/>
                </a:lnTo>
                <a:lnTo>
                  <a:pt x="220" y="313"/>
                </a:lnTo>
                <a:lnTo>
                  <a:pt x="220" y="312"/>
                </a:lnTo>
                <a:lnTo>
                  <a:pt x="219" y="312"/>
                </a:lnTo>
                <a:lnTo>
                  <a:pt x="221" y="312"/>
                </a:lnTo>
                <a:lnTo>
                  <a:pt x="221" y="311"/>
                </a:lnTo>
                <a:lnTo>
                  <a:pt x="222" y="311"/>
                </a:lnTo>
                <a:lnTo>
                  <a:pt x="221" y="311"/>
                </a:lnTo>
                <a:lnTo>
                  <a:pt x="222" y="311"/>
                </a:lnTo>
                <a:lnTo>
                  <a:pt x="222" y="310"/>
                </a:lnTo>
                <a:lnTo>
                  <a:pt x="221" y="310"/>
                </a:lnTo>
                <a:lnTo>
                  <a:pt x="221" y="309"/>
                </a:lnTo>
                <a:lnTo>
                  <a:pt x="221" y="308"/>
                </a:lnTo>
                <a:lnTo>
                  <a:pt x="222" y="308"/>
                </a:lnTo>
                <a:lnTo>
                  <a:pt x="222" y="309"/>
                </a:lnTo>
                <a:lnTo>
                  <a:pt x="223" y="309"/>
                </a:lnTo>
                <a:lnTo>
                  <a:pt x="223" y="310"/>
                </a:lnTo>
                <a:lnTo>
                  <a:pt x="224" y="311"/>
                </a:lnTo>
                <a:lnTo>
                  <a:pt x="225" y="311"/>
                </a:lnTo>
                <a:lnTo>
                  <a:pt x="225" y="312"/>
                </a:lnTo>
                <a:lnTo>
                  <a:pt x="226" y="312"/>
                </a:lnTo>
                <a:lnTo>
                  <a:pt x="227" y="311"/>
                </a:lnTo>
                <a:lnTo>
                  <a:pt x="227" y="309"/>
                </a:lnTo>
                <a:lnTo>
                  <a:pt x="229" y="309"/>
                </a:lnTo>
                <a:lnTo>
                  <a:pt x="229" y="310"/>
                </a:lnTo>
                <a:lnTo>
                  <a:pt x="229" y="311"/>
                </a:lnTo>
                <a:lnTo>
                  <a:pt x="230" y="311"/>
                </a:lnTo>
                <a:lnTo>
                  <a:pt x="230" y="310"/>
                </a:lnTo>
                <a:lnTo>
                  <a:pt x="231" y="310"/>
                </a:lnTo>
                <a:lnTo>
                  <a:pt x="230" y="310"/>
                </a:lnTo>
                <a:lnTo>
                  <a:pt x="231" y="310"/>
                </a:lnTo>
                <a:lnTo>
                  <a:pt x="232" y="310"/>
                </a:lnTo>
                <a:lnTo>
                  <a:pt x="232" y="311"/>
                </a:lnTo>
                <a:lnTo>
                  <a:pt x="235" y="311"/>
                </a:lnTo>
                <a:lnTo>
                  <a:pt x="237" y="311"/>
                </a:lnTo>
                <a:lnTo>
                  <a:pt x="238" y="311"/>
                </a:lnTo>
                <a:lnTo>
                  <a:pt x="238" y="310"/>
                </a:lnTo>
                <a:lnTo>
                  <a:pt x="239" y="311"/>
                </a:lnTo>
                <a:lnTo>
                  <a:pt x="240" y="311"/>
                </a:lnTo>
                <a:lnTo>
                  <a:pt x="241" y="312"/>
                </a:lnTo>
                <a:lnTo>
                  <a:pt x="242" y="312"/>
                </a:lnTo>
                <a:lnTo>
                  <a:pt x="242" y="311"/>
                </a:lnTo>
                <a:lnTo>
                  <a:pt x="243" y="311"/>
                </a:lnTo>
                <a:lnTo>
                  <a:pt x="242" y="311"/>
                </a:lnTo>
                <a:lnTo>
                  <a:pt x="243" y="311"/>
                </a:lnTo>
                <a:lnTo>
                  <a:pt x="243" y="310"/>
                </a:lnTo>
                <a:lnTo>
                  <a:pt x="244" y="310"/>
                </a:lnTo>
                <a:lnTo>
                  <a:pt x="245" y="310"/>
                </a:lnTo>
                <a:lnTo>
                  <a:pt x="245" y="309"/>
                </a:lnTo>
                <a:lnTo>
                  <a:pt x="246" y="309"/>
                </a:lnTo>
                <a:lnTo>
                  <a:pt x="246" y="310"/>
                </a:lnTo>
                <a:lnTo>
                  <a:pt x="247" y="310"/>
                </a:lnTo>
                <a:lnTo>
                  <a:pt x="248" y="310"/>
                </a:lnTo>
                <a:lnTo>
                  <a:pt x="248" y="311"/>
                </a:lnTo>
                <a:lnTo>
                  <a:pt x="249" y="311"/>
                </a:lnTo>
                <a:lnTo>
                  <a:pt x="250" y="312"/>
                </a:lnTo>
                <a:lnTo>
                  <a:pt x="251" y="312"/>
                </a:lnTo>
                <a:lnTo>
                  <a:pt x="251" y="313"/>
                </a:lnTo>
                <a:lnTo>
                  <a:pt x="252" y="313"/>
                </a:lnTo>
                <a:lnTo>
                  <a:pt x="251" y="313"/>
                </a:lnTo>
                <a:lnTo>
                  <a:pt x="251" y="314"/>
                </a:lnTo>
                <a:lnTo>
                  <a:pt x="252" y="315"/>
                </a:lnTo>
                <a:lnTo>
                  <a:pt x="251" y="315"/>
                </a:lnTo>
                <a:lnTo>
                  <a:pt x="251" y="316"/>
                </a:lnTo>
                <a:lnTo>
                  <a:pt x="252" y="316"/>
                </a:lnTo>
                <a:lnTo>
                  <a:pt x="252" y="317"/>
                </a:lnTo>
                <a:lnTo>
                  <a:pt x="251" y="317"/>
                </a:lnTo>
                <a:lnTo>
                  <a:pt x="252" y="317"/>
                </a:lnTo>
                <a:lnTo>
                  <a:pt x="252" y="318"/>
                </a:lnTo>
                <a:lnTo>
                  <a:pt x="253" y="318"/>
                </a:lnTo>
                <a:lnTo>
                  <a:pt x="253" y="319"/>
                </a:lnTo>
                <a:lnTo>
                  <a:pt x="254" y="319"/>
                </a:lnTo>
                <a:lnTo>
                  <a:pt x="256" y="319"/>
                </a:lnTo>
                <a:lnTo>
                  <a:pt x="257" y="320"/>
                </a:lnTo>
                <a:lnTo>
                  <a:pt x="258" y="321"/>
                </a:lnTo>
                <a:lnTo>
                  <a:pt x="258" y="322"/>
                </a:lnTo>
                <a:lnTo>
                  <a:pt x="259" y="323"/>
                </a:lnTo>
                <a:lnTo>
                  <a:pt x="260" y="323"/>
                </a:lnTo>
                <a:lnTo>
                  <a:pt x="262" y="323"/>
                </a:lnTo>
                <a:lnTo>
                  <a:pt x="262" y="324"/>
                </a:lnTo>
                <a:lnTo>
                  <a:pt x="264" y="323"/>
                </a:lnTo>
                <a:lnTo>
                  <a:pt x="264" y="324"/>
                </a:lnTo>
                <a:lnTo>
                  <a:pt x="265" y="323"/>
                </a:lnTo>
                <a:lnTo>
                  <a:pt x="265" y="324"/>
                </a:lnTo>
                <a:lnTo>
                  <a:pt x="266" y="324"/>
                </a:lnTo>
                <a:lnTo>
                  <a:pt x="267" y="324"/>
                </a:lnTo>
                <a:lnTo>
                  <a:pt x="268" y="324"/>
                </a:lnTo>
                <a:lnTo>
                  <a:pt x="269" y="324"/>
                </a:lnTo>
                <a:lnTo>
                  <a:pt x="270" y="324"/>
                </a:lnTo>
                <a:lnTo>
                  <a:pt x="270" y="323"/>
                </a:lnTo>
                <a:lnTo>
                  <a:pt x="270" y="322"/>
                </a:lnTo>
                <a:lnTo>
                  <a:pt x="270" y="321"/>
                </a:lnTo>
                <a:lnTo>
                  <a:pt x="269" y="320"/>
                </a:lnTo>
                <a:lnTo>
                  <a:pt x="269" y="321"/>
                </a:lnTo>
                <a:lnTo>
                  <a:pt x="268" y="321"/>
                </a:lnTo>
                <a:lnTo>
                  <a:pt x="268" y="320"/>
                </a:lnTo>
                <a:lnTo>
                  <a:pt x="268" y="321"/>
                </a:lnTo>
                <a:lnTo>
                  <a:pt x="268" y="320"/>
                </a:lnTo>
                <a:lnTo>
                  <a:pt x="267" y="320"/>
                </a:lnTo>
                <a:lnTo>
                  <a:pt x="266" y="320"/>
                </a:lnTo>
                <a:lnTo>
                  <a:pt x="267" y="320"/>
                </a:lnTo>
                <a:lnTo>
                  <a:pt x="267" y="319"/>
                </a:lnTo>
                <a:lnTo>
                  <a:pt x="267" y="318"/>
                </a:lnTo>
                <a:lnTo>
                  <a:pt x="266" y="318"/>
                </a:lnTo>
                <a:lnTo>
                  <a:pt x="266" y="317"/>
                </a:lnTo>
                <a:lnTo>
                  <a:pt x="266" y="316"/>
                </a:lnTo>
                <a:lnTo>
                  <a:pt x="267" y="316"/>
                </a:lnTo>
                <a:lnTo>
                  <a:pt x="268" y="316"/>
                </a:lnTo>
                <a:lnTo>
                  <a:pt x="268" y="317"/>
                </a:lnTo>
                <a:lnTo>
                  <a:pt x="267" y="317"/>
                </a:lnTo>
                <a:lnTo>
                  <a:pt x="268" y="318"/>
                </a:lnTo>
                <a:lnTo>
                  <a:pt x="269" y="318"/>
                </a:lnTo>
                <a:lnTo>
                  <a:pt x="269" y="317"/>
                </a:lnTo>
                <a:lnTo>
                  <a:pt x="269" y="316"/>
                </a:lnTo>
                <a:lnTo>
                  <a:pt x="271" y="316"/>
                </a:lnTo>
                <a:lnTo>
                  <a:pt x="271" y="315"/>
                </a:lnTo>
                <a:lnTo>
                  <a:pt x="272" y="315"/>
                </a:lnTo>
                <a:lnTo>
                  <a:pt x="273" y="315"/>
                </a:lnTo>
                <a:lnTo>
                  <a:pt x="272" y="314"/>
                </a:lnTo>
                <a:lnTo>
                  <a:pt x="272" y="313"/>
                </a:lnTo>
                <a:lnTo>
                  <a:pt x="273" y="313"/>
                </a:lnTo>
                <a:lnTo>
                  <a:pt x="275" y="313"/>
                </a:lnTo>
                <a:lnTo>
                  <a:pt x="275" y="314"/>
                </a:lnTo>
                <a:lnTo>
                  <a:pt x="275" y="313"/>
                </a:lnTo>
                <a:lnTo>
                  <a:pt x="275" y="312"/>
                </a:lnTo>
                <a:lnTo>
                  <a:pt x="276" y="312"/>
                </a:lnTo>
                <a:lnTo>
                  <a:pt x="276" y="311"/>
                </a:lnTo>
                <a:lnTo>
                  <a:pt x="277" y="311"/>
                </a:lnTo>
                <a:lnTo>
                  <a:pt x="276" y="311"/>
                </a:lnTo>
                <a:lnTo>
                  <a:pt x="276" y="310"/>
                </a:lnTo>
                <a:lnTo>
                  <a:pt x="276" y="309"/>
                </a:lnTo>
                <a:lnTo>
                  <a:pt x="277" y="309"/>
                </a:lnTo>
                <a:lnTo>
                  <a:pt x="277" y="308"/>
                </a:lnTo>
                <a:lnTo>
                  <a:pt x="277" y="309"/>
                </a:lnTo>
                <a:lnTo>
                  <a:pt x="278" y="309"/>
                </a:lnTo>
                <a:lnTo>
                  <a:pt x="278" y="308"/>
                </a:lnTo>
                <a:lnTo>
                  <a:pt x="278" y="309"/>
                </a:lnTo>
                <a:lnTo>
                  <a:pt x="279" y="309"/>
                </a:lnTo>
                <a:lnTo>
                  <a:pt x="280" y="308"/>
                </a:lnTo>
                <a:lnTo>
                  <a:pt x="281" y="307"/>
                </a:lnTo>
                <a:lnTo>
                  <a:pt x="280" y="307"/>
                </a:lnTo>
                <a:lnTo>
                  <a:pt x="280" y="306"/>
                </a:lnTo>
                <a:lnTo>
                  <a:pt x="281" y="306"/>
                </a:lnTo>
                <a:lnTo>
                  <a:pt x="282" y="306"/>
                </a:lnTo>
                <a:lnTo>
                  <a:pt x="283" y="306"/>
                </a:lnTo>
                <a:lnTo>
                  <a:pt x="283" y="307"/>
                </a:lnTo>
                <a:lnTo>
                  <a:pt x="283" y="306"/>
                </a:lnTo>
                <a:lnTo>
                  <a:pt x="284" y="306"/>
                </a:lnTo>
                <a:lnTo>
                  <a:pt x="285" y="307"/>
                </a:lnTo>
                <a:lnTo>
                  <a:pt x="285" y="308"/>
                </a:lnTo>
                <a:lnTo>
                  <a:pt x="286" y="308"/>
                </a:lnTo>
                <a:lnTo>
                  <a:pt x="287" y="308"/>
                </a:lnTo>
                <a:lnTo>
                  <a:pt x="288" y="308"/>
                </a:lnTo>
                <a:lnTo>
                  <a:pt x="289" y="308"/>
                </a:lnTo>
                <a:lnTo>
                  <a:pt x="288" y="308"/>
                </a:lnTo>
                <a:lnTo>
                  <a:pt x="289" y="308"/>
                </a:lnTo>
                <a:lnTo>
                  <a:pt x="290" y="308"/>
                </a:lnTo>
                <a:lnTo>
                  <a:pt x="291" y="308"/>
                </a:lnTo>
                <a:lnTo>
                  <a:pt x="292" y="308"/>
                </a:lnTo>
                <a:lnTo>
                  <a:pt x="292" y="309"/>
                </a:lnTo>
                <a:lnTo>
                  <a:pt x="293" y="309"/>
                </a:lnTo>
                <a:lnTo>
                  <a:pt x="293" y="310"/>
                </a:lnTo>
                <a:lnTo>
                  <a:pt x="294" y="309"/>
                </a:lnTo>
                <a:lnTo>
                  <a:pt x="295" y="309"/>
                </a:lnTo>
                <a:lnTo>
                  <a:pt x="294" y="308"/>
                </a:lnTo>
                <a:lnTo>
                  <a:pt x="293" y="308"/>
                </a:lnTo>
                <a:lnTo>
                  <a:pt x="293" y="307"/>
                </a:lnTo>
                <a:lnTo>
                  <a:pt x="293" y="306"/>
                </a:lnTo>
                <a:lnTo>
                  <a:pt x="293" y="307"/>
                </a:lnTo>
                <a:lnTo>
                  <a:pt x="294" y="306"/>
                </a:lnTo>
                <a:lnTo>
                  <a:pt x="295" y="306"/>
                </a:lnTo>
                <a:lnTo>
                  <a:pt x="295" y="307"/>
                </a:lnTo>
                <a:lnTo>
                  <a:pt x="296" y="307"/>
                </a:lnTo>
                <a:lnTo>
                  <a:pt x="296" y="306"/>
                </a:lnTo>
                <a:lnTo>
                  <a:pt x="297" y="306"/>
                </a:lnTo>
                <a:lnTo>
                  <a:pt x="297" y="307"/>
                </a:lnTo>
                <a:lnTo>
                  <a:pt x="298" y="307"/>
                </a:lnTo>
                <a:lnTo>
                  <a:pt x="299" y="308"/>
                </a:lnTo>
                <a:lnTo>
                  <a:pt x="299" y="309"/>
                </a:lnTo>
                <a:lnTo>
                  <a:pt x="300" y="309"/>
                </a:lnTo>
                <a:lnTo>
                  <a:pt x="301" y="309"/>
                </a:lnTo>
                <a:lnTo>
                  <a:pt x="301" y="308"/>
                </a:lnTo>
                <a:lnTo>
                  <a:pt x="300" y="308"/>
                </a:lnTo>
                <a:lnTo>
                  <a:pt x="300" y="307"/>
                </a:lnTo>
                <a:lnTo>
                  <a:pt x="302" y="307"/>
                </a:lnTo>
                <a:lnTo>
                  <a:pt x="303" y="307"/>
                </a:lnTo>
                <a:lnTo>
                  <a:pt x="303" y="308"/>
                </a:lnTo>
                <a:lnTo>
                  <a:pt x="302" y="308"/>
                </a:lnTo>
                <a:lnTo>
                  <a:pt x="301" y="308"/>
                </a:lnTo>
                <a:lnTo>
                  <a:pt x="302" y="308"/>
                </a:lnTo>
                <a:lnTo>
                  <a:pt x="302" y="309"/>
                </a:lnTo>
                <a:lnTo>
                  <a:pt x="301" y="309"/>
                </a:lnTo>
                <a:lnTo>
                  <a:pt x="302" y="310"/>
                </a:lnTo>
                <a:lnTo>
                  <a:pt x="302" y="311"/>
                </a:lnTo>
                <a:lnTo>
                  <a:pt x="302" y="312"/>
                </a:lnTo>
                <a:lnTo>
                  <a:pt x="301" y="312"/>
                </a:lnTo>
                <a:lnTo>
                  <a:pt x="300" y="313"/>
                </a:lnTo>
                <a:lnTo>
                  <a:pt x="300" y="314"/>
                </a:lnTo>
                <a:lnTo>
                  <a:pt x="301" y="314"/>
                </a:lnTo>
                <a:lnTo>
                  <a:pt x="302" y="315"/>
                </a:lnTo>
                <a:lnTo>
                  <a:pt x="302" y="316"/>
                </a:lnTo>
                <a:lnTo>
                  <a:pt x="303" y="316"/>
                </a:lnTo>
                <a:lnTo>
                  <a:pt x="303" y="315"/>
                </a:lnTo>
                <a:lnTo>
                  <a:pt x="304" y="315"/>
                </a:lnTo>
                <a:lnTo>
                  <a:pt x="304" y="316"/>
                </a:lnTo>
                <a:lnTo>
                  <a:pt x="304" y="317"/>
                </a:lnTo>
                <a:lnTo>
                  <a:pt x="303" y="317"/>
                </a:lnTo>
                <a:lnTo>
                  <a:pt x="303" y="318"/>
                </a:lnTo>
                <a:lnTo>
                  <a:pt x="303" y="319"/>
                </a:lnTo>
                <a:lnTo>
                  <a:pt x="303" y="320"/>
                </a:lnTo>
                <a:lnTo>
                  <a:pt x="303" y="321"/>
                </a:lnTo>
                <a:lnTo>
                  <a:pt x="302" y="321"/>
                </a:lnTo>
                <a:lnTo>
                  <a:pt x="301" y="321"/>
                </a:lnTo>
                <a:lnTo>
                  <a:pt x="300" y="322"/>
                </a:lnTo>
                <a:lnTo>
                  <a:pt x="301" y="323"/>
                </a:lnTo>
                <a:lnTo>
                  <a:pt x="301" y="324"/>
                </a:lnTo>
                <a:lnTo>
                  <a:pt x="301" y="323"/>
                </a:lnTo>
                <a:lnTo>
                  <a:pt x="301" y="324"/>
                </a:lnTo>
                <a:lnTo>
                  <a:pt x="302" y="324"/>
                </a:lnTo>
                <a:lnTo>
                  <a:pt x="303" y="324"/>
                </a:lnTo>
                <a:lnTo>
                  <a:pt x="303" y="323"/>
                </a:lnTo>
                <a:lnTo>
                  <a:pt x="304" y="324"/>
                </a:lnTo>
                <a:lnTo>
                  <a:pt x="304" y="325"/>
                </a:lnTo>
                <a:lnTo>
                  <a:pt x="305" y="325"/>
                </a:lnTo>
                <a:lnTo>
                  <a:pt x="306" y="325"/>
                </a:lnTo>
                <a:lnTo>
                  <a:pt x="306" y="324"/>
                </a:lnTo>
                <a:lnTo>
                  <a:pt x="307" y="325"/>
                </a:lnTo>
                <a:lnTo>
                  <a:pt x="308" y="325"/>
                </a:lnTo>
                <a:lnTo>
                  <a:pt x="308" y="326"/>
                </a:lnTo>
                <a:lnTo>
                  <a:pt x="307" y="326"/>
                </a:lnTo>
                <a:lnTo>
                  <a:pt x="307" y="327"/>
                </a:lnTo>
                <a:lnTo>
                  <a:pt x="306" y="327"/>
                </a:lnTo>
                <a:lnTo>
                  <a:pt x="305" y="328"/>
                </a:lnTo>
                <a:lnTo>
                  <a:pt x="305" y="327"/>
                </a:lnTo>
                <a:lnTo>
                  <a:pt x="305" y="328"/>
                </a:lnTo>
                <a:lnTo>
                  <a:pt x="305" y="329"/>
                </a:lnTo>
                <a:lnTo>
                  <a:pt x="305" y="330"/>
                </a:lnTo>
                <a:lnTo>
                  <a:pt x="305" y="331"/>
                </a:lnTo>
                <a:lnTo>
                  <a:pt x="304" y="332"/>
                </a:lnTo>
                <a:lnTo>
                  <a:pt x="304" y="331"/>
                </a:lnTo>
                <a:lnTo>
                  <a:pt x="303" y="331"/>
                </a:lnTo>
                <a:lnTo>
                  <a:pt x="303" y="332"/>
                </a:lnTo>
                <a:lnTo>
                  <a:pt x="304" y="333"/>
                </a:lnTo>
                <a:lnTo>
                  <a:pt x="304" y="332"/>
                </a:lnTo>
                <a:lnTo>
                  <a:pt x="305" y="332"/>
                </a:lnTo>
                <a:lnTo>
                  <a:pt x="304" y="333"/>
                </a:lnTo>
                <a:lnTo>
                  <a:pt x="303" y="333"/>
                </a:lnTo>
                <a:lnTo>
                  <a:pt x="304" y="333"/>
                </a:lnTo>
                <a:lnTo>
                  <a:pt x="304" y="334"/>
                </a:lnTo>
                <a:lnTo>
                  <a:pt x="304" y="335"/>
                </a:lnTo>
                <a:lnTo>
                  <a:pt x="305" y="335"/>
                </a:lnTo>
                <a:lnTo>
                  <a:pt x="306" y="335"/>
                </a:lnTo>
                <a:lnTo>
                  <a:pt x="307" y="334"/>
                </a:lnTo>
                <a:lnTo>
                  <a:pt x="307" y="333"/>
                </a:lnTo>
                <a:lnTo>
                  <a:pt x="308" y="333"/>
                </a:lnTo>
                <a:lnTo>
                  <a:pt x="308" y="334"/>
                </a:lnTo>
                <a:lnTo>
                  <a:pt x="308" y="335"/>
                </a:lnTo>
                <a:lnTo>
                  <a:pt x="309" y="335"/>
                </a:lnTo>
                <a:lnTo>
                  <a:pt x="309" y="336"/>
                </a:lnTo>
                <a:lnTo>
                  <a:pt x="309" y="337"/>
                </a:lnTo>
                <a:lnTo>
                  <a:pt x="309" y="339"/>
                </a:lnTo>
                <a:lnTo>
                  <a:pt x="308" y="339"/>
                </a:lnTo>
                <a:lnTo>
                  <a:pt x="308" y="340"/>
                </a:lnTo>
                <a:lnTo>
                  <a:pt x="308" y="341"/>
                </a:lnTo>
                <a:lnTo>
                  <a:pt x="308" y="342"/>
                </a:lnTo>
                <a:lnTo>
                  <a:pt x="308" y="343"/>
                </a:lnTo>
                <a:lnTo>
                  <a:pt x="308" y="344"/>
                </a:lnTo>
                <a:lnTo>
                  <a:pt x="308" y="345"/>
                </a:lnTo>
                <a:lnTo>
                  <a:pt x="309" y="345"/>
                </a:lnTo>
                <a:lnTo>
                  <a:pt x="309" y="346"/>
                </a:lnTo>
                <a:lnTo>
                  <a:pt x="310" y="346"/>
                </a:lnTo>
                <a:lnTo>
                  <a:pt x="310" y="347"/>
                </a:lnTo>
                <a:lnTo>
                  <a:pt x="309" y="347"/>
                </a:lnTo>
                <a:lnTo>
                  <a:pt x="309" y="346"/>
                </a:lnTo>
                <a:lnTo>
                  <a:pt x="308" y="346"/>
                </a:lnTo>
                <a:lnTo>
                  <a:pt x="308" y="348"/>
                </a:lnTo>
                <a:lnTo>
                  <a:pt x="308" y="347"/>
                </a:lnTo>
                <a:lnTo>
                  <a:pt x="307" y="348"/>
                </a:lnTo>
                <a:lnTo>
                  <a:pt x="306" y="348"/>
                </a:lnTo>
                <a:lnTo>
                  <a:pt x="307" y="349"/>
                </a:lnTo>
                <a:lnTo>
                  <a:pt x="307" y="351"/>
                </a:lnTo>
                <a:lnTo>
                  <a:pt x="307" y="352"/>
                </a:lnTo>
                <a:lnTo>
                  <a:pt x="307" y="353"/>
                </a:lnTo>
                <a:lnTo>
                  <a:pt x="307" y="354"/>
                </a:lnTo>
                <a:lnTo>
                  <a:pt x="308" y="354"/>
                </a:lnTo>
                <a:lnTo>
                  <a:pt x="309" y="354"/>
                </a:lnTo>
                <a:lnTo>
                  <a:pt x="310" y="354"/>
                </a:lnTo>
                <a:lnTo>
                  <a:pt x="311" y="354"/>
                </a:lnTo>
                <a:lnTo>
                  <a:pt x="312" y="354"/>
                </a:lnTo>
                <a:lnTo>
                  <a:pt x="312" y="355"/>
                </a:lnTo>
                <a:lnTo>
                  <a:pt x="312" y="356"/>
                </a:lnTo>
                <a:lnTo>
                  <a:pt x="312" y="357"/>
                </a:lnTo>
                <a:lnTo>
                  <a:pt x="313" y="357"/>
                </a:lnTo>
                <a:lnTo>
                  <a:pt x="312" y="357"/>
                </a:lnTo>
                <a:lnTo>
                  <a:pt x="313" y="358"/>
                </a:lnTo>
                <a:lnTo>
                  <a:pt x="312" y="358"/>
                </a:lnTo>
                <a:lnTo>
                  <a:pt x="312" y="359"/>
                </a:lnTo>
                <a:lnTo>
                  <a:pt x="312" y="358"/>
                </a:lnTo>
                <a:lnTo>
                  <a:pt x="311" y="358"/>
                </a:lnTo>
                <a:lnTo>
                  <a:pt x="311" y="359"/>
                </a:lnTo>
                <a:lnTo>
                  <a:pt x="311" y="360"/>
                </a:lnTo>
                <a:lnTo>
                  <a:pt x="310" y="360"/>
                </a:lnTo>
                <a:lnTo>
                  <a:pt x="310" y="361"/>
                </a:lnTo>
                <a:lnTo>
                  <a:pt x="309" y="362"/>
                </a:lnTo>
                <a:lnTo>
                  <a:pt x="308" y="362"/>
                </a:lnTo>
                <a:lnTo>
                  <a:pt x="308" y="363"/>
                </a:lnTo>
                <a:lnTo>
                  <a:pt x="308" y="364"/>
                </a:lnTo>
                <a:lnTo>
                  <a:pt x="307" y="364"/>
                </a:lnTo>
                <a:lnTo>
                  <a:pt x="307" y="365"/>
                </a:lnTo>
                <a:lnTo>
                  <a:pt x="305" y="365"/>
                </a:lnTo>
                <a:lnTo>
                  <a:pt x="305" y="364"/>
                </a:lnTo>
                <a:lnTo>
                  <a:pt x="305" y="365"/>
                </a:lnTo>
                <a:lnTo>
                  <a:pt x="304" y="365"/>
                </a:lnTo>
                <a:lnTo>
                  <a:pt x="303" y="365"/>
                </a:lnTo>
                <a:lnTo>
                  <a:pt x="303" y="364"/>
                </a:lnTo>
                <a:lnTo>
                  <a:pt x="302" y="364"/>
                </a:lnTo>
                <a:lnTo>
                  <a:pt x="302" y="365"/>
                </a:lnTo>
                <a:lnTo>
                  <a:pt x="301" y="364"/>
                </a:lnTo>
                <a:lnTo>
                  <a:pt x="300" y="364"/>
                </a:lnTo>
                <a:lnTo>
                  <a:pt x="300" y="365"/>
                </a:lnTo>
                <a:lnTo>
                  <a:pt x="300" y="364"/>
                </a:lnTo>
                <a:lnTo>
                  <a:pt x="301" y="364"/>
                </a:lnTo>
                <a:lnTo>
                  <a:pt x="301" y="363"/>
                </a:lnTo>
                <a:lnTo>
                  <a:pt x="300" y="363"/>
                </a:lnTo>
                <a:lnTo>
                  <a:pt x="300" y="364"/>
                </a:lnTo>
                <a:lnTo>
                  <a:pt x="300" y="365"/>
                </a:lnTo>
                <a:lnTo>
                  <a:pt x="299" y="365"/>
                </a:lnTo>
                <a:lnTo>
                  <a:pt x="298" y="365"/>
                </a:lnTo>
                <a:lnTo>
                  <a:pt x="297" y="365"/>
                </a:lnTo>
                <a:lnTo>
                  <a:pt x="297" y="366"/>
                </a:lnTo>
                <a:lnTo>
                  <a:pt x="298" y="366"/>
                </a:lnTo>
                <a:lnTo>
                  <a:pt x="298" y="368"/>
                </a:lnTo>
                <a:lnTo>
                  <a:pt x="297" y="368"/>
                </a:lnTo>
                <a:lnTo>
                  <a:pt x="297" y="369"/>
                </a:lnTo>
                <a:lnTo>
                  <a:pt x="297" y="370"/>
                </a:lnTo>
                <a:lnTo>
                  <a:pt x="297" y="371"/>
                </a:lnTo>
                <a:lnTo>
                  <a:pt x="296" y="371"/>
                </a:lnTo>
                <a:lnTo>
                  <a:pt x="296" y="372"/>
                </a:lnTo>
                <a:lnTo>
                  <a:pt x="295" y="372"/>
                </a:lnTo>
                <a:lnTo>
                  <a:pt x="295" y="373"/>
                </a:lnTo>
                <a:lnTo>
                  <a:pt x="294" y="373"/>
                </a:lnTo>
                <a:lnTo>
                  <a:pt x="294" y="374"/>
                </a:lnTo>
                <a:lnTo>
                  <a:pt x="294" y="375"/>
                </a:lnTo>
                <a:lnTo>
                  <a:pt x="294" y="376"/>
                </a:lnTo>
                <a:lnTo>
                  <a:pt x="293" y="376"/>
                </a:lnTo>
                <a:lnTo>
                  <a:pt x="293" y="377"/>
                </a:lnTo>
                <a:lnTo>
                  <a:pt x="293" y="380"/>
                </a:lnTo>
                <a:lnTo>
                  <a:pt x="294" y="380"/>
                </a:lnTo>
                <a:lnTo>
                  <a:pt x="294" y="383"/>
                </a:lnTo>
                <a:lnTo>
                  <a:pt x="295" y="384"/>
                </a:lnTo>
                <a:lnTo>
                  <a:pt x="295" y="385"/>
                </a:lnTo>
                <a:lnTo>
                  <a:pt x="294" y="385"/>
                </a:lnTo>
                <a:lnTo>
                  <a:pt x="295" y="385"/>
                </a:lnTo>
                <a:lnTo>
                  <a:pt x="297" y="385"/>
                </a:lnTo>
                <a:lnTo>
                  <a:pt x="297" y="386"/>
                </a:lnTo>
                <a:lnTo>
                  <a:pt x="296" y="386"/>
                </a:lnTo>
                <a:lnTo>
                  <a:pt x="296" y="387"/>
                </a:lnTo>
                <a:lnTo>
                  <a:pt x="297" y="387"/>
                </a:lnTo>
                <a:lnTo>
                  <a:pt x="297" y="388"/>
                </a:lnTo>
                <a:lnTo>
                  <a:pt x="297" y="389"/>
                </a:lnTo>
                <a:lnTo>
                  <a:pt x="296" y="389"/>
                </a:lnTo>
                <a:lnTo>
                  <a:pt x="296" y="390"/>
                </a:lnTo>
                <a:lnTo>
                  <a:pt x="297" y="390"/>
                </a:lnTo>
                <a:lnTo>
                  <a:pt x="297" y="391"/>
                </a:lnTo>
                <a:lnTo>
                  <a:pt x="296" y="391"/>
                </a:lnTo>
                <a:lnTo>
                  <a:pt x="296" y="392"/>
                </a:lnTo>
                <a:lnTo>
                  <a:pt x="297" y="392"/>
                </a:lnTo>
                <a:lnTo>
                  <a:pt x="297" y="393"/>
                </a:lnTo>
                <a:lnTo>
                  <a:pt x="297" y="394"/>
                </a:lnTo>
                <a:lnTo>
                  <a:pt x="297" y="395"/>
                </a:lnTo>
                <a:lnTo>
                  <a:pt x="298" y="395"/>
                </a:lnTo>
                <a:lnTo>
                  <a:pt x="298" y="396"/>
                </a:lnTo>
                <a:lnTo>
                  <a:pt x="299" y="396"/>
                </a:lnTo>
                <a:lnTo>
                  <a:pt x="300" y="396"/>
                </a:lnTo>
                <a:lnTo>
                  <a:pt x="300" y="397"/>
                </a:lnTo>
                <a:lnTo>
                  <a:pt x="301" y="396"/>
                </a:lnTo>
                <a:lnTo>
                  <a:pt x="302" y="396"/>
                </a:lnTo>
                <a:lnTo>
                  <a:pt x="303" y="396"/>
                </a:lnTo>
                <a:lnTo>
                  <a:pt x="304" y="396"/>
                </a:lnTo>
                <a:lnTo>
                  <a:pt x="305" y="396"/>
                </a:lnTo>
                <a:lnTo>
                  <a:pt x="306" y="396"/>
                </a:lnTo>
                <a:lnTo>
                  <a:pt x="307" y="396"/>
                </a:lnTo>
                <a:lnTo>
                  <a:pt x="308" y="396"/>
                </a:lnTo>
                <a:lnTo>
                  <a:pt x="308" y="397"/>
                </a:lnTo>
                <a:lnTo>
                  <a:pt x="308" y="398"/>
                </a:lnTo>
                <a:lnTo>
                  <a:pt x="307" y="398"/>
                </a:lnTo>
                <a:lnTo>
                  <a:pt x="307" y="399"/>
                </a:lnTo>
                <a:lnTo>
                  <a:pt x="308" y="399"/>
                </a:lnTo>
                <a:lnTo>
                  <a:pt x="308" y="400"/>
                </a:lnTo>
                <a:lnTo>
                  <a:pt x="308" y="401"/>
                </a:lnTo>
                <a:lnTo>
                  <a:pt x="308" y="402"/>
                </a:lnTo>
                <a:lnTo>
                  <a:pt x="309" y="402"/>
                </a:lnTo>
                <a:lnTo>
                  <a:pt x="310" y="402"/>
                </a:lnTo>
                <a:lnTo>
                  <a:pt x="311" y="402"/>
                </a:lnTo>
                <a:lnTo>
                  <a:pt x="312" y="402"/>
                </a:lnTo>
                <a:lnTo>
                  <a:pt x="313" y="402"/>
                </a:lnTo>
                <a:lnTo>
                  <a:pt x="314" y="402"/>
                </a:lnTo>
                <a:lnTo>
                  <a:pt x="315" y="401"/>
                </a:lnTo>
                <a:lnTo>
                  <a:pt x="316" y="401"/>
                </a:lnTo>
                <a:lnTo>
                  <a:pt x="319" y="401"/>
                </a:lnTo>
                <a:lnTo>
                  <a:pt x="320" y="401"/>
                </a:lnTo>
                <a:lnTo>
                  <a:pt x="321" y="401"/>
                </a:lnTo>
                <a:lnTo>
                  <a:pt x="321" y="400"/>
                </a:lnTo>
                <a:lnTo>
                  <a:pt x="323" y="400"/>
                </a:lnTo>
                <a:lnTo>
                  <a:pt x="324" y="400"/>
                </a:lnTo>
                <a:lnTo>
                  <a:pt x="323" y="401"/>
                </a:lnTo>
                <a:lnTo>
                  <a:pt x="323" y="402"/>
                </a:lnTo>
                <a:lnTo>
                  <a:pt x="323" y="401"/>
                </a:lnTo>
                <a:lnTo>
                  <a:pt x="324" y="401"/>
                </a:lnTo>
                <a:lnTo>
                  <a:pt x="324" y="402"/>
                </a:lnTo>
                <a:lnTo>
                  <a:pt x="326" y="402"/>
                </a:lnTo>
                <a:lnTo>
                  <a:pt x="325" y="403"/>
                </a:lnTo>
                <a:lnTo>
                  <a:pt x="324" y="405"/>
                </a:lnTo>
                <a:lnTo>
                  <a:pt x="325" y="405"/>
                </a:lnTo>
                <a:lnTo>
                  <a:pt x="324" y="405"/>
                </a:lnTo>
                <a:lnTo>
                  <a:pt x="324" y="406"/>
                </a:lnTo>
                <a:lnTo>
                  <a:pt x="325" y="407"/>
                </a:lnTo>
                <a:lnTo>
                  <a:pt x="325" y="408"/>
                </a:lnTo>
                <a:lnTo>
                  <a:pt x="326" y="409"/>
                </a:lnTo>
                <a:lnTo>
                  <a:pt x="326" y="410"/>
                </a:lnTo>
                <a:lnTo>
                  <a:pt x="327" y="410"/>
                </a:lnTo>
                <a:lnTo>
                  <a:pt x="327" y="411"/>
                </a:lnTo>
                <a:lnTo>
                  <a:pt x="328" y="411"/>
                </a:lnTo>
                <a:lnTo>
                  <a:pt x="328" y="412"/>
                </a:lnTo>
                <a:lnTo>
                  <a:pt x="329" y="412"/>
                </a:lnTo>
                <a:lnTo>
                  <a:pt x="330" y="412"/>
                </a:lnTo>
                <a:lnTo>
                  <a:pt x="330" y="411"/>
                </a:lnTo>
                <a:lnTo>
                  <a:pt x="331" y="411"/>
                </a:lnTo>
                <a:lnTo>
                  <a:pt x="332" y="411"/>
                </a:lnTo>
                <a:lnTo>
                  <a:pt x="332" y="410"/>
                </a:lnTo>
                <a:lnTo>
                  <a:pt x="333" y="410"/>
                </a:lnTo>
                <a:lnTo>
                  <a:pt x="333" y="409"/>
                </a:lnTo>
                <a:lnTo>
                  <a:pt x="334" y="409"/>
                </a:lnTo>
                <a:lnTo>
                  <a:pt x="335" y="409"/>
                </a:lnTo>
                <a:lnTo>
                  <a:pt x="336" y="409"/>
                </a:lnTo>
                <a:lnTo>
                  <a:pt x="337" y="408"/>
                </a:lnTo>
                <a:lnTo>
                  <a:pt x="338" y="408"/>
                </a:lnTo>
                <a:lnTo>
                  <a:pt x="339" y="407"/>
                </a:lnTo>
                <a:lnTo>
                  <a:pt x="339" y="406"/>
                </a:lnTo>
                <a:lnTo>
                  <a:pt x="340" y="406"/>
                </a:lnTo>
                <a:lnTo>
                  <a:pt x="340" y="407"/>
                </a:lnTo>
                <a:lnTo>
                  <a:pt x="341" y="407"/>
                </a:lnTo>
                <a:lnTo>
                  <a:pt x="341" y="408"/>
                </a:lnTo>
                <a:lnTo>
                  <a:pt x="340" y="408"/>
                </a:lnTo>
                <a:lnTo>
                  <a:pt x="340" y="409"/>
                </a:lnTo>
                <a:lnTo>
                  <a:pt x="341" y="409"/>
                </a:lnTo>
                <a:lnTo>
                  <a:pt x="342" y="409"/>
                </a:lnTo>
                <a:lnTo>
                  <a:pt x="343" y="409"/>
                </a:lnTo>
                <a:lnTo>
                  <a:pt x="343" y="410"/>
                </a:lnTo>
                <a:lnTo>
                  <a:pt x="343" y="411"/>
                </a:lnTo>
                <a:lnTo>
                  <a:pt x="342" y="411"/>
                </a:lnTo>
                <a:lnTo>
                  <a:pt x="341" y="411"/>
                </a:lnTo>
                <a:lnTo>
                  <a:pt x="341" y="412"/>
                </a:lnTo>
                <a:lnTo>
                  <a:pt x="341" y="413"/>
                </a:lnTo>
                <a:lnTo>
                  <a:pt x="342" y="412"/>
                </a:lnTo>
                <a:lnTo>
                  <a:pt x="343" y="412"/>
                </a:lnTo>
                <a:lnTo>
                  <a:pt x="341" y="413"/>
                </a:lnTo>
                <a:lnTo>
                  <a:pt x="341" y="414"/>
                </a:lnTo>
                <a:lnTo>
                  <a:pt x="342" y="414"/>
                </a:lnTo>
                <a:lnTo>
                  <a:pt x="342" y="415"/>
                </a:lnTo>
                <a:lnTo>
                  <a:pt x="343" y="414"/>
                </a:lnTo>
                <a:lnTo>
                  <a:pt x="343" y="415"/>
                </a:lnTo>
                <a:lnTo>
                  <a:pt x="344" y="415"/>
                </a:lnTo>
                <a:lnTo>
                  <a:pt x="345" y="415"/>
                </a:lnTo>
                <a:lnTo>
                  <a:pt x="346" y="414"/>
                </a:lnTo>
                <a:lnTo>
                  <a:pt x="346" y="413"/>
                </a:lnTo>
                <a:lnTo>
                  <a:pt x="347" y="414"/>
                </a:lnTo>
                <a:lnTo>
                  <a:pt x="347" y="415"/>
                </a:lnTo>
                <a:lnTo>
                  <a:pt x="348" y="415"/>
                </a:lnTo>
                <a:lnTo>
                  <a:pt x="349" y="414"/>
                </a:lnTo>
                <a:lnTo>
                  <a:pt x="350" y="414"/>
                </a:lnTo>
                <a:lnTo>
                  <a:pt x="351" y="415"/>
                </a:lnTo>
                <a:lnTo>
                  <a:pt x="351" y="414"/>
                </a:lnTo>
                <a:lnTo>
                  <a:pt x="352" y="414"/>
                </a:lnTo>
                <a:lnTo>
                  <a:pt x="351" y="413"/>
                </a:lnTo>
                <a:lnTo>
                  <a:pt x="352" y="413"/>
                </a:lnTo>
                <a:lnTo>
                  <a:pt x="353" y="412"/>
                </a:lnTo>
                <a:lnTo>
                  <a:pt x="353" y="414"/>
                </a:lnTo>
                <a:lnTo>
                  <a:pt x="354" y="414"/>
                </a:lnTo>
                <a:lnTo>
                  <a:pt x="355" y="413"/>
                </a:lnTo>
                <a:lnTo>
                  <a:pt x="356" y="412"/>
                </a:lnTo>
                <a:lnTo>
                  <a:pt x="356" y="411"/>
                </a:lnTo>
                <a:lnTo>
                  <a:pt x="357" y="412"/>
                </a:lnTo>
                <a:lnTo>
                  <a:pt x="357" y="411"/>
                </a:lnTo>
                <a:lnTo>
                  <a:pt x="358" y="411"/>
                </a:lnTo>
                <a:lnTo>
                  <a:pt x="359" y="410"/>
                </a:lnTo>
                <a:lnTo>
                  <a:pt x="360" y="410"/>
                </a:lnTo>
                <a:lnTo>
                  <a:pt x="361" y="410"/>
                </a:lnTo>
                <a:lnTo>
                  <a:pt x="362" y="409"/>
                </a:lnTo>
                <a:lnTo>
                  <a:pt x="363" y="409"/>
                </a:lnTo>
                <a:lnTo>
                  <a:pt x="365" y="409"/>
                </a:lnTo>
                <a:lnTo>
                  <a:pt x="366" y="409"/>
                </a:lnTo>
                <a:lnTo>
                  <a:pt x="367" y="409"/>
                </a:lnTo>
                <a:lnTo>
                  <a:pt x="367" y="410"/>
                </a:lnTo>
                <a:lnTo>
                  <a:pt x="366" y="410"/>
                </a:lnTo>
                <a:lnTo>
                  <a:pt x="367" y="410"/>
                </a:lnTo>
                <a:lnTo>
                  <a:pt x="367" y="411"/>
                </a:lnTo>
                <a:lnTo>
                  <a:pt x="368" y="410"/>
                </a:lnTo>
                <a:lnTo>
                  <a:pt x="368" y="409"/>
                </a:lnTo>
                <a:lnTo>
                  <a:pt x="369" y="409"/>
                </a:lnTo>
                <a:lnTo>
                  <a:pt x="368" y="409"/>
                </a:lnTo>
                <a:lnTo>
                  <a:pt x="369" y="409"/>
                </a:lnTo>
                <a:lnTo>
                  <a:pt x="370" y="409"/>
                </a:lnTo>
                <a:lnTo>
                  <a:pt x="371" y="409"/>
                </a:lnTo>
                <a:lnTo>
                  <a:pt x="372" y="409"/>
                </a:lnTo>
                <a:lnTo>
                  <a:pt x="373" y="409"/>
                </a:lnTo>
                <a:lnTo>
                  <a:pt x="373" y="411"/>
                </a:lnTo>
                <a:lnTo>
                  <a:pt x="373" y="412"/>
                </a:lnTo>
                <a:lnTo>
                  <a:pt x="374" y="413"/>
                </a:lnTo>
                <a:lnTo>
                  <a:pt x="374" y="414"/>
                </a:lnTo>
                <a:lnTo>
                  <a:pt x="374" y="415"/>
                </a:lnTo>
                <a:lnTo>
                  <a:pt x="375" y="416"/>
                </a:lnTo>
                <a:lnTo>
                  <a:pt x="375" y="417"/>
                </a:lnTo>
                <a:lnTo>
                  <a:pt x="376" y="418"/>
                </a:lnTo>
                <a:lnTo>
                  <a:pt x="377" y="419"/>
                </a:lnTo>
                <a:lnTo>
                  <a:pt x="377" y="421"/>
                </a:lnTo>
                <a:lnTo>
                  <a:pt x="377" y="422"/>
                </a:lnTo>
                <a:lnTo>
                  <a:pt x="378" y="423"/>
                </a:lnTo>
                <a:lnTo>
                  <a:pt x="379" y="424"/>
                </a:lnTo>
                <a:lnTo>
                  <a:pt x="380" y="426"/>
                </a:lnTo>
                <a:lnTo>
                  <a:pt x="381" y="427"/>
                </a:lnTo>
                <a:lnTo>
                  <a:pt x="381" y="428"/>
                </a:lnTo>
                <a:lnTo>
                  <a:pt x="382" y="429"/>
                </a:lnTo>
                <a:lnTo>
                  <a:pt x="383" y="430"/>
                </a:lnTo>
                <a:lnTo>
                  <a:pt x="383" y="432"/>
                </a:lnTo>
                <a:lnTo>
                  <a:pt x="384" y="433"/>
                </a:lnTo>
                <a:lnTo>
                  <a:pt x="385" y="434"/>
                </a:lnTo>
                <a:lnTo>
                  <a:pt x="386" y="436"/>
                </a:lnTo>
                <a:lnTo>
                  <a:pt x="387" y="437"/>
                </a:lnTo>
                <a:lnTo>
                  <a:pt x="388" y="437"/>
                </a:lnTo>
                <a:lnTo>
                  <a:pt x="388" y="438"/>
                </a:lnTo>
                <a:lnTo>
                  <a:pt x="389" y="438"/>
                </a:lnTo>
                <a:lnTo>
                  <a:pt x="389" y="437"/>
                </a:lnTo>
                <a:lnTo>
                  <a:pt x="390" y="437"/>
                </a:lnTo>
                <a:lnTo>
                  <a:pt x="390" y="436"/>
                </a:lnTo>
                <a:lnTo>
                  <a:pt x="391" y="437"/>
                </a:lnTo>
                <a:lnTo>
                  <a:pt x="392" y="436"/>
                </a:lnTo>
                <a:lnTo>
                  <a:pt x="393" y="437"/>
                </a:lnTo>
                <a:lnTo>
                  <a:pt x="395" y="435"/>
                </a:lnTo>
                <a:lnTo>
                  <a:pt x="396" y="435"/>
                </a:lnTo>
                <a:lnTo>
                  <a:pt x="397" y="436"/>
                </a:lnTo>
                <a:lnTo>
                  <a:pt x="394" y="438"/>
                </a:lnTo>
                <a:lnTo>
                  <a:pt x="395" y="438"/>
                </a:lnTo>
                <a:lnTo>
                  <a:pt x="395" y="439"/>
                </a:lnTo>
                <a:lnTo>
                  <a:pt x="399" y="436"/>
                </a:lnTo>
                <a:lnTo>
                  <a:pt x="402" y="434"/>
                </a:lnTo>
                <a:lnTo>
                  <a:pt x="404" y="433"/>
                </a:lnTo>
                <a:lnTo>
                  <a:pt x="405" y="435"/>
                </a:lnTo>
                <a:lnTo>
                  <a:pt x="403" y="436"/>
                </a:lnTo>
                <a:lnTo>
                  <a:pt x="403" y="437"/>
                </a:lnTo>
                <a:lnTo>
                  <a:pt x="402" y="437"/>
                </a:lnTo>
                <a:lnTo>
                  <a:pt x="401" y="438"/>
                </a:lnTo>
                <a:lnTo>
                  <a:pt x="400" y="438"/>
                </a:lnTo>
                <a:lnTo>
                  <a:pt x="399" y="438"/>
                </a:lnTo>
                <a:lnTo>
                  <a:pt x="398" y="438"/>
                </a:lnTo>
                <a:lnTo>
                  <a:pt x="398" y="439"/>
                </a:lnTo>
                <a:lnTo>
                  <a:pt x="399" y="440"/>
                </a:lnTo>
                <a:lnTo>
                  <a:pt x="400" y="439"/>
                </a:lnTo>
                <a:lnTo>
                  <a:pt x="401" y="439"/>
                </a:lnTo>
                <a:lnTo>
                  <a:pt x="400" y="441"/>
                </a:lnTo>
                <a:lnTo>
                  <a:pt x="396" y="443"/>
                </a:lnTo>
                <a:lnTo>
                  <a:pt x="396" y="444"/>
                </a:lnTo>
                <a:lnTo>
                  <a:pt x="397" y="444"/>
                </a:lnTo>
                <a:lnTo>
                  <a:pt x="396" y="444"/>
                </a:lnTo>
                <a:lnTo>
                  <a:pt x="396" y="445"/>
                </a:lnTo>
                <a:lnTo>
                  <a:pt x="395" y="445"/>
                </a:lnTo>
                <a:lnTo>
                  <a:pt x="394" y="445"/>
                </a:lnTo>
                <a:lnTo>
                  <a:pt x="392" y="444"/>
                </a:lnTo>
                <a:lnTo>
                  <a:pt x="391" y="445"/>
                </a:lnTo>
                <a:lnTo>
                  <a:pt x="393" y="447"/>
                </a:lnTo>
                <a:lnTo>
                  <a:pt x="393" y="448"/>
                </a:lnTo>
                <a:lnTo>
                  <a:pt x="392" y="449"/>
                </a:lnTo>
                <a:lnTo>
                  <a:pt x="392" y="450"/>
                </a:lnTo>
                <a:lnTo>
                  <a:pt x="392" y="451"/>
                </a:lnTo>
                <a:lnTo>
                  <a:pt x="391" y="451"/>
                </a:lnTo>
                <a:lnTo>
                  <a:pt x="391" y="452"/>
                </a:lnTo>
                <a:lnTo>
                  <a:pt x="391" y="453"/>
                </a:lnTo>
                <a:lnTo>
                  <a:pt x="390" y="453"/>
                </a:lnTo>
                <a:lnTo>
                  <a:pt x="391" y="454"/>
                </a:lnTo>
                <a:lnTo>
                  <a:pt x="392" y="454"/>
                </a:lnTo>
                <a:lnTo>
                  <a:pt x="391" y="455"/>
                </a:lnTo>
                <a:lnTo>
                  <a:pt x="390" y="455"/>
                </a:lnTo>
                <a:lnTo>
                  <a:pt x="389" y="455"/>
                </a:lnTo>
                <a:lnTo>
                  <a:pt x="388" y="455"/>
                </a:lnTo>
                <a:lnTo>
                  <a:pt x="388" y="456"/>
                </a:lnTo>
                <a:lnTo>
                  <a:pt x="389" y="457"/>
                </a:lnTo>
                <a:lnTo>
                  <a:pt x="389" y="458"/>
                </a:lnTo>
                <a:lnTo>
                  <a:pt x="388" y="459"/>
                </a:lnTo>
                <a:lnTo>
                  <a:pt x="387" y="459"/>
                </a:lnTo>
                <a:lnTo>
                  <a:pt x="386" y="459"/>
                </a:lnTo>
                <a:lnTo>
                  <a:pt x="386" y="460"/>
                </a:lnTo>
                <a:lnTo>
                  <a:pt x="386" y="461"/>
                </a:lnTo>
                <a:lnTo>
                  <a:pt x="385" y="461"/>
                </a:lnTo>
                <a:lnTo>
                  <a:pt x="385" y="463"/>
                </a:lnTo>
                <a:lnTo>
                  <a:pt x="384" y="463"/>
                </a:lnTo>
                <a:lnTo>
                  <a:pt x="383" y="464"/>
                </a:lnTo>
                <a:lnTo>
                  <a:pt x="382" y="464"/>
                </a:lnTo>
                <a:lnTo>
                  <a:pt x="381" y="464"/>
                </a:lnTo>
                <a:lnTo>
                  <a:pt x="380" y="464"/>
                </a:lnTo>
                <a:lnTo>
                  <a:pt x="379" y="465"/>
                </a:lnTo>
                <a:lnTo>
                  <a:pt x="378" y="464"/>
                </a:lnTo>
                <a:lnTo>
                  <a:pt x="377" y="465"/>
                </a:lnTo>
                <a:lnTo>
                  <a:pt x="375" y="465"/>
                </a:lnTo>
                <a:lnTo>
                  <a:pt x="374" y="465"/>
                </a:lnTo>
                <a:lnTo>
                  <a:pt x="374" y="464"/>
                </a:lnTo>
                <a:lnTo>
                  <a:pt x="373" y="464"/>
                </a:lnTo>
                <a:lnTo>
                  <a:pt x="372" y="465"/>
                </a:lnTo>
                <a:lnTo>
                  <a:pt x="371" y="465"/>
                </a:lnTo>
                <a:lnTo>
                  <a:pt x="370" y="465"/>
                </a:lnTo>
                <a:lnTo>
                  <a:pt x="370" y="466"/>
                </a:lnTo>
                <a:lnTo>
                  <a:pt x="370" y="467"/>
                </a:lnTo>
                <a:lnTo>
                  <a:pt x="370" y="468"/>
                </a:lnTo>
                <a:lnTo>
                  <a:pt x="369" y="469"/>
                </a:lnTo>
                <a:lnTo>
                  <a:pt x="368" y="470"/>
                </a:lnTo>
                <a:lnTo>
                  <a:pt x="368" y="471"/>
                </a:lnTo>
                <a:lnTo>
                  <a:pt x="367" y="472"/>
                </a:lnTo>
                <a:lnTo>
                  <a:pt x="367" y="473"/>
                </a:lnTo>
                <a:lnTo>
                  <a:pt x="367" y="474"/>
                </a:lnTo>
                <a:lnTo>
                  <a:pt x="366" y="474"/>
                </a:lnTo>
                <a:lnTo>
                  <a:pt x="366" y="476"/>
                </a:lnTo>
                <a:lnTo>
                  <a:pt x="366" y="477"/>
                </a:lnTo>
                <a:lnTo>
                  <a:pt x="366" y="478"/>
                </a:lnTo>
                <a:lnTo>
                  <a:pt x="365" y="478"/>
                </a:lnTo>
                <a:lnTo>
                  <a:pt x="365" y="479"/>
                </a:lnTo>
                <a:lnTo>
                  <a:pt x="364" y="479"/>
                </a:lnTo>
                <a:lnTo>
                  <a:pt x="363" y="481"/>
                </a:lnTo>
                <a:lnTo>
                  <a:pt x="362" y="482"/>
                </a:lnTo>
                <a:lnTo>
                  <a:pt x="362" y="483"/>
                </a:lnTo>
                <a:lnTo>
                  <a:pt x="359" y="487"/>
                </a:lnTo>
                <a:lnTo>
                  <a:pt x="358" y="488"/>
                </a:lnTo>
                <a:lnTo>
                  <a:pt x="357" y="488"/>
                </a:lnTo>
                <a:lnTo>
                  <a:pt x="356" y="488"/>
                </a:lnTo>
                <a:lnTo>
                  <a:pt x="355" y="488"/>
                </a:lnTo>
                <a:lnTo>
                  <a:pt x="355" y="487"/>
                </a:lnTo>
                <a:lnTo>
                  <a:pt x="354" y="487"/>
                </a:lnTo>
                <a:lnTo>
                  <a:pt x="353" y="487"/>
                </a:lnTo>
                <a:lnTo>
                  <a:pt x="352" y="487"/>
                </a:lnTo>
                <a:lnTo>
                  <a:pt x="351" y="487"/>
                </a:lnTo>
                <a:lnTo>
                  <a:pt x="351" y="486"/>
                </a:lnTo>
                <a:lnTo>
                  <a:pt x="350" y="486"/>
                </a:lnTo>
                <a:lnTo>
                  <a:pt x="348" y="486"/>
                </a:lnTo>
                <a:lnTo>
                  <a:pt x="347" y="487"/>
                </a:lnTo>
                <a:lnTo>
                  <a:pt x="346" y="487"/>
                </a:lnTo>
                <a:lnTo>
                  <a:pt x="345" y="488"/>
                </a:lnTo>
                <a:lnTo>
                  <a:pt x="344" y="488"/>
                </a:lnTo>
                <a:lnTo>
                  <a:pt x="343" y="489"/>
                </a:lnTo>
                <a:lnTo>
                  <a:pt x="342" y="488"/>
                </a:lnTo>
                <a:lnTo>
                  <a:pt x="341" y="488"/>
                </a:lnTo>
                <a:lnTo>
                  <a:pt x="340" y="488"/>
                </a:lnTo>
                <a:lnTo>
                  <a:pt x="338" y="488"/>
                </a:lnTo>
                <a:lnTo>
                  <a:pt x="337" y="488"/>
                </a:lnTo>
                <a:lnTo>
                  <a:pt x="336" y="487"/>
                </a:lnTo>
                <a:lnTo>
                  <a:pt x="335" y="488"/>
                </a:lnTo>
                <a:lnTo>
                  <a:pt x="334" y="488"/>
                </a:lnTo>
                <a:lnTo>
                  <a:pt x="333" y="488"/>
                </a:lnTo>
                <a:lnTo>
                  <a:pt x="332" y="488"/>
                </a:lnTo>
                <a:lnTo>
                  <a:pt x="329" y="488"/>
                </a:lnTo>
                <a:lnTo>
                  <a:pt x="328" y="487"/>
                </a:lnTo>
                <a:lnTo>
                  <a:pt x="327" y="487"/>
                </a:lnTo>
                <a:lnTo>
                  <a:pt x="326" y="487"/>
                </a:lnTo>
                <a:lnTo>
                  <a:pt x="325" y="488"/>
                </a:lnTo>
                <a:lnTo>
                  <a:pt x="324" y="488"/>
                </a:lnTo>
                <a:lnTo>
                  <a:pt x="323" y="489"/>
                </a:lnTo>
                <a:lnTo>
                  <a:pt x="322" y="489"/>
                </a:lnTo>
                <a:lnTo>
                  <a:pt x="320" y="489"/>
                </a:lnTo>
                <a:lnTo>
                  <a:pt x="318" y="488"/>
                </a:lnTo>
                <a:lnTo>
                  <a:pt x="317" y="488"/>
                </a:lnTo>
                <a:lnTo>
                  <a:pt x="316" y="488"/>
                </a:lnTo>
                <a:lnTo>
                  <a:pt x="316" y="489"/>
                </a:lnTo>
                <a:lnTo>
                  <a:pt x="315" y="489"/>
                </a:lnTo>
                <a:lnTo>
                  <a:pt x="315" y="488"/>
                </a:lnTo>
                <a:lnTo>
                  <a:pt x="315" y="489"/>
                </a:lnTo>
                <a:lnTo>
                  <a:pt x="314" y="489"/>
                </a:lnTo>
                <a:lnTo>
                  <a:pt x="314" y="488"/>
                </a:lnTo>
                <a:lnTo>
                  <a:pt x="312" y="488"/>
                </a:lnTo>
                <a:lnTo>
                  <a:pt x="311" y="488"/>
                </a:lnTo>
                <a:lnTo>
                  <a:pt x="310" y="488"/>
                </a:lnTo>
                <a:lnTo>
                  <a:pt x="309" y="488"/>
                </a:lnTo>
                <a:lnTo>
                  <a:pt x="308" y="488"/>
                </a:lnTo>
                <a:lnTo>
                  <a:pt x="306" y="489"/>
                </a:lnTo>
                <a:lnTo>
                  <a:pt x="305" y="489"/>
                </a:lnTo>
                <a:lnTo>
                  <a:pt x="304" y="489"/>
                </a:lnTo>
                <a:lnTo>
                  <a:pt x="304" y="488"/>
                </a:lnTo>
                <a:lnTo>
                  <a:pt x="303" y="488"/>
                </a:lnTo>
                <a:lnTo>
                  <a:pt x="303" y="487"/>
                </a:lnTo>
                <a:lnTo>
                  <a:pt x="302" y="487"/>
                </a:lnTo>
                <a:lnTo>
                  <a:pt x="302" y="488"/>
                </a:lnTo>
                <a:lnTo>
                  <a:pt x="301" y="488"/>
                </a:lnTo>
                <a:lnTo>
                  <a:pt x="300" y="488"/>
                </a:lnTo>
                <a:lnTo>
                  <a:pt x="300" y="489"/>
                </a:lnTo>
                <a:lnTo>
                  <a:pt x="300" y="490"/>
                </a:lnTo>
                <a:lnTo>
                  <a:pt x="299" y="491"/>
                </a:lnTo>
                <a:lnTo>
                  <a:pt x="298" y="491"/>
                </a:lnTo>
                <a:lnTo>
                  <a:pt x="298" y="492"/>
                </a:lnTo>
                <a:lnTo>
                  <a:pt x="297" y="493"/>
                </a:lnTo>
                <a:lnTo>
                  <a:pt x="297" y="494"/>
                </a:lnTo>
                <a:lnTo>
                  <a:pt x="297" y="497"/>
                </a:lnTo>
                <a:lnTo>
                  <a:pt x="297" y="498"/>
                </a:lnTo>
                <a:lnTo>
                  <a:pt x="296" y="498"/>
                </a:lnTo>
                <a:lnTo>
                  <a:pt x="295" y="498"/>
                </a:lnTo>
                <a:lnTo>
                  <a:pt x="295" y="497"/>
                </a:lnTo>
                <a:lnTo>
                  <a:pt x="294" y="497"/>
                </a:lnTo>
                <a:lnTo>
                  <a:pt x="294" y="498"/>
                </a:lnTo>
                <a:lnTo>
                  <a:pt x="294" y="499"/>
                </a:lnTo>
                <a:lnTo>
                  <a:pt x="295" y="499"/>
                </a:lnTo>
                <a:lnTo>
                  <a:pt x="294" y="500"/>
                </a:lnTo>
                <a:lnTo>
                  <a:pt x="293" y="500"/>
                </a:lnTo>
                <a:lnTo>
                  <a:pt x="292" y="500"/>
                </a:lnTo>
                <a:lnTo>
                  <a:pt x="292" y="501"/>
                </a:lnTo>
                <a:lnTo>
                  <a:pt x="291" y="501"/>
                </a:lnTo>
                <a:lnTo>
                  <a:pt x="290" y="501"/>
                </a:lnTo>
                <a:lnTo>
                  <a:pt x="290" y="502"/>
                </a:lnTo>
                <a:lnTo>
                  <a:pt x="290" y="504"/>
                </a:lnTo>
                <a:lnTo>
                  <a:pt x="289" y="505"/>
                </a:lnTo>
                <a:lnTo>
                  <a:pt x="289" y="506"/>
                </a:lnTo>
                <a:lnTo>
                  <a:pt x="288" y="506"/>
                </a:lnTo>
                <a:lnTo>
                  <a:pt x="287" y="506"/>
                </a:lnTo>
                <a:lnTo>
                  <a:pt x="287" y="505"/>
                </a:lnTo>
                <a:lnTo>
                  <a:pt x="287" y="506"/>
                </a:lnTo>
                <a:lnTo>
                  <a:pt x="287" y="507"/>
                </a:lnTo>
                <a:lnTo>
                  <a:pt x="287" y="508"/>
                </a:lnTo>
                <a:lnTo>
                  <a:pt x="286" y="508"/>
                </a:lnTo>
                <a:lnTo>
                  <a:pt x="286" y="509"/>
                </a:lnTo>
                <a:lnTo>
                  <a:pt x="285" y="510"/>
                </a:lnTo>
                <a:lnTo>
                  <a:pt x="284" y="511"/>
                </a:lnTo>
                <a:lnTo>
                  <a:pt x="283" y="512"/>
                </a:lnTo>
                <a:lnTo>
                  <a:pt x="281" y="513"/>
                </a:lnTo>
                <a:lnTo>
                  <a:pt x="280" y="514"/>
                </a:lnTo>
                <a:lnTo>
                  <a:pt x="280" y="515"/>
                </a:lnTo>
                <a:lnTo>
                  <a:pt x="278" y="516"/>
                </a:lnTo>
                <a:lnTo>
                  <a:pt x="278" y="517"/>
                </a:lnTo>
                <a:lnTo>
                  <a:pt x="277" y="517"/>
                </a:lnTo>
                <a:lnTo>
                  <a:pt x="277" y="518"/>
                </a:lnTo>
                <a:lnTo>
                  <a:pt x="276" y="518"/>
                </a:lnTo>
                <a:lnTo>
                  <a:pt x="276" y="519"/>
                </a:lnTo>
                <a:lnTo>
                  <a:pt x="275" y="520"/>
                </a:lnTo>
                <a:lnTo>
                  <a:pt x="274" y="520"/>
                </a:lnTo>
                <a:lnTo>
                  <a:pt x="274" y="521"/>
                </a:lnTo>
                <a:lnTo>
                  <a:pt x="273" y="521"/>
                </a:lnTo>
                <a:lnTo>
                  <a:pt x="273" y="522"/>
                </a:lnTo>
                <a:lnTo>
                  <a:pt x="271" y="522"/>
                </a:lnTo>
                <a:lnTo>
                  <a:pt x="271" y="523"/>
                </a:lnTo>
                <a:lnTo>
                  <a:pt x="270" y="523"/>
                </a:lnTo>
                <a:lnTo>
                  <a:pt x="270" y="524"/>
                </a:lnTo>
                <a:lnTo>
                  <a:pt x="269" y="526"/>
                </a:lnTo>
                <a:lnTo>
                  <a:pt x="269" y="527"/>
                </a:lnTo>
                <a:lnTo>
                  <a:pt x="268" y="526"/>
                </a:lnTo>
                <a:lnTo>
                  <a:pt x="267" y="526"/>
                </a:lnTo>
                <a:lnTo>
                  <a:pt x="266" y="525"/>
                </a:lnTo>
                <a:lnTo>
                  <a:pt x="266" y="524"/>
                </a:lnTo>
                <a:lnTo>
                  <a:pt x="266" y="523"/>
                </a:lnTo>
                <a:lnTo>
                  <a:pt x="265" y="523"/>
                </a:lnTo>
                <a:lnTo>
                  <a:pt x="264" y="523"/>
                </a:lnTo>
                <a:lnTo>
                  <a:pt x="264" y="522"/>
                </a:lnTo>
                <a:lnTo>
                  <a:pt x="263" y="522"/>
                </a:lnTo>
                <a:lnTo>
                  <a:pt x="263" y="521"/>
                </a:lnTo>
                <a:lnTo>
                  <a:pt x="262" y="521"/>
                </a:lnTo>
                <a:lnTo>
                  <a:pt x="263" y="520"/>
                </a:lnTo>
                <a:lnTo>
                  <a:pt x="264" y="520"/>
                </a:lnTo>
                <a:lnTo>
                  <a:pt x="263" y="519"/>
                </a:lnTo>
                <a:lnTo>
                  <a:pt x="263" y="518"/>
                </a:lnTo>
                <a:lnTo>
                  <a:pt x="262" y="517"/>
                </a:lnTo>
                <a:lnTo>
                  <a:pt x="263" y="517"/>
                </a:lnTo>
                <a:lnTo>
                  <a:pt x="262" y="517"/>
                </a:lnTo>
                <a:lnTo>
                  <a:pt x="262" y="518"/>
                </a:lnTo>
                <a:lnTo>
                  <a:pt x="261" y="518"/>
                </a:lnTo>
                <a:lnTo>
                  <a:pt x="260" y="517"/>
                </a:lnTo>
                <a:lnTo>
                  <a:pt x="260" y="516"/>
                </a:lnTo>
                <a:lnTo>
                  <a:pt x="259" y="516"/>
                </a:lnTo>
                <a:lnTo>
                  <a:pt x="258" y="516"/>
                </a:lnTo>
                <a:lnTo>
                  <a:pt x="259" y="516"/>
                </a:lnTo>
                <a:lnTo>
                  <a:pt x="260" y="516"/>
                </a:lnTo>
                <a:lnTo>
                  <a:pt x="260" y="517"/>
                </a:lnTo>
                <a:lnTo>
                  <a:pt x="259" y="517"/>
                </a:lnTo>
                <a:lnTo>
                  <a:pt x="258" y="517"/>
                </a:lnTo>
                <a:lnTo>
                  <a:pt x="257" y="517"/>
                </a:lnTo>
                <a:lnTo>
                  <a:pt x="257" y="518"/>
                </a:lnTo>
                <a:lnTo>
                  <a:pt x="257" y="517"/>
                </a:lnTo>
                <a:lnTo>
                  <a:pt x="256" y="517"/>
                </a:lnTo>
                <a:lnTo>
                  <a:pt x="256" y="518"/>
                </a:lnTo>
                <a:lnTo>
                  <a:pt x="257" y="518"/>
                </a:lnTo>
                <a:lnTo>
                  <a:pt x="256" y="518"/>
                </a:lnTo>
                <a:lnTo>
                  <a:pt x="256" y="519"/>
                </a:lnTo>
                <a:lnTo>
                  <a:pt x="255" y="519"/>
                </a:lnTo>
                <a:lnTo>
                  <a:pt x="256" y="519"/>
                </a:lnTo>
                <a:lnTo>
                  <a:pt x="256" y="520"/>
                </a:lnTo>
                <a:lnTo>
                  <a:pt x="255" y="521"/>
                </a:lnTo>
                <a:lnTo>
                  <a:pt x="256" y="522"/>
                </a:lnTo>
                <a:lnTo>
                  <a:pt x="255" y="522"/>
                </a:lnTo>
                <a:lnTo>
                  <a:pt x="254" y="522"/>
                </a:lnTo>
                <a:lnTo>
                  <a:pt x="255" y="522"/>
                </a:lnTo>
                <a:lnTo>
                  <a:pt x="255" y="523"/>
                </a:lnTo>
                <a:lnTo>
                  <a:pt x="255" y="524"/>
                </a:lnTo>
                <a:lnTo>
                  <a:pt x="256" y="524"/>
                </a:lnTo>
                <a:lnTo>
                  <a:pt x="256" y="525"/>
                </a:lnTo>
                <a:lnTo>
                  <a:pt x="255" y="525"/>
                </a:lnTo>
                <a:lnTo>
                  <a:pt x="256" y="525"/>
                </a:lnTo>
                <a:lnTo>
                  <a:pt x="256" y="526"/>
                </a:lnTo>
                <a:lnTo>
                  <a:pt x="255" y="526"/>
                </a:lnTo>
                <a:lnTo>
                  <a:pt x="254" y="526"/>
                </a:lnTo>
                <a:lnTo>
                  <a:pt x="254" y="527"/>
                </a:lnTo>
                <a:lnTo>
                  <a:pt x="255" y="527"/>
                </a:lnTo>
                <a:lnTo>
                  <a:pt x="254" y="528"/>
                </a:lnTo>
                <a:lnTo>
                  <a:pt x="253" y="527"/>
                </a:lnTo>
                <a:lnTo>
                  <a:pt x="253" y="526"/>
                </a:lnTo>
                <a:lnTo>
                  <a:pt x="252" y="526"/>
                </a:lnTo>
                <a:lnTo>
                  <a:pt x="252" y="525"/>
                </a:lnTo>
                <a:lnTo>
                  <a:pt x="251" y="525"/>
                </a:lnTo>
                <a:lnTo>
                  <a:pt x="251" y="526"/>
                </a:lnTo>
                <a:lnTo>
                  <a:pt x="250" y="526"/>
                </a:lnTo>
                <a:lnTo>
                  <a:pt x="250" y="527"/>
                </a:lnTo>
                <a:lnTo>
                  <a:pt x="250" y="528"/>
                </a:lnTo>
                <a:lnTo>
                  <a:pt x="251" y="528"/>
                </a:lnTo>
                <a:lnTo>
                  <a:pt x="251" y="529"/>
                </a:lnTo>
                <a:lnTo>
                  <a:pt x="251" y="530"/>
                </a:lnTo>
                <a:lnTo>
                  <a:pt x="250" y="530"/>
                </a:lnTo>
                <a:lnTo>
                  <a:pt x="250" y="531"/>
                </a:lnTo>
                <a:lnTo>
                  <a:pt x="250" y="532"/>
                </a:lnTo>
                <a:lnTo>
                  <a:pt x="252" y="532"/>
                </a:lnTo>
                <a:lnTo>
                  <a:pt x="253" y="532"/>
                </a:lnTo>
                <a:lnTo>
                  <a:pt x="253" y="531"/>
                </a:lnTo>
                <a:lnTo>
                  <a:pt x="254" y="531"/>
                </a:lnTo>
                <a:lnTo>
                  <a:pt x="254" y="532"/>
                </a:lnTo>
                <a:lnTo>
                  <a:pt x="253" y="532"/>
                </a:lnTo>
                <a:lnTo>
                  <a:pt x="254" y="532"/>
                </a:lnTo>
                <a:lnTo>
                  <a:pt x="254" y="533"/>
                </a:lnTo>
                <a:lnTo>
                  <a:pt x="255" y="534"/>
                </a:lnTo>
                <a:lnTo>
                  <a:pt x="254" y="534"/>
                </a:lnTo>
                <a:lnTo>
                  <a:pt x="254" y="535"/>
                </a:lnTo>
                <a:lnTo>
                  <a:pt x="253" y="535"/>
                </a:lnTo>
                <a:lnTo>
                  <a:pt x="253" y="536"/>
                </a:lnTo>
                <a:lnTo>
                  <a:pt x="252" y="536"/>
                </a:lnTo>
                <a:lnTo>
                  <a:pt x="252" y="537"/>
                </a:lnTo>
                <a:lnTo>
                  <a:pt x="251" y="538"/>
                </a:lnTo>
                <a:lnTo>
                  <a:pt x="250" y="538"/>
                </a:lnTo>
                <a:lnTo>
                  <a:pt x="249" y="538"/>
                </a:lnTo>
                <a:lnTo>
                  <a:pt x="248" y="538"/>
                </a:lnTo>
                <a:lnTo>
                  <a:pt x="247" y="538"/>
                </a:lnTo>
                <a:lnTo>
                  <a:pt x="246" y="537"/>
                </a:lnTo>
                <a:lnTo>
                  <a:pt x="244" y="536"/>
                </a:lnTo>
                <a:lnTo>
                  <a:pt x="242" y="537"/>
                </a:lnTo>
                <a:lnTo>
                  <a:pt x="241" y="537"/>
                </a:lnTo>
                <a:lnTo>
                  <a:pt x="240" y="537"/>
                </a:lnTo>
                <a:lnTo>
                  <a:pt x="239" y="537"/>
                </a:lnTo>
                <a:lnTo>
                  <a:pt x="239" y="538"/>
                </a:lnTo>
                <a:lnTo>
                  <a:pt x="238" y="538"/>
                </a:lnTo>
                <a:lnTo>
                  <a:pt x="237" y="537"/>
                </a:lnTo>
                <a:lnTo>
                  <a:pt x="236" y="537"/>
                </a:lnTo>
                <a:lnTo>
                  <a:pt x="236" y="538"/>
                </a:lnTo>
                <a:lnTo>
                  <a:pt x="235" y="538"/>
                </a:lnTo>
                <a:lnTo>
                  <a:pt x="234" y="538"/>
                </a:lnTo>
                <a:lnTo>
                  <a:pt x="234" y="539"/>
                </a:lnTo>
                <a:lnTo>
                  <a:pt x="233" y="539"/>
                </a:lnTo>
                <a:lnTo>
                  <a:pt x="232" y="539"/>
                </a:lnTo>
                <a:lnTo>
                  <a:pt x="231" y="539"/>
                </a:lnTo>
                <a:lnTo>
                  <a:pt x="230" y="540"/>
                </a:lnTo>
                <a:lnTo>
                  <a:pt x="229" y="540"/>
                </a:lnTo>
                <a:lnTo>
                  <a:pt x="228" y="540"/>
                </a:lnTo>
                <a:lnTo>
                  <a:pt x="227" y="541"/>
                </a:lnTo>
                <a:lnTo>
                  <a:pt x="228" y="542"/>
                </a:lnTo>
                <a:lnTo>
                  <a:pt x="228" y="543"/>
                </a:lnTo>
                <a:lnTo>
                  <a:pt x="228" y="544"/>
                </a:lnTo>
                <a:lnTo>
                  <a:pt x="227" y="544"/>
                </a:lnTo>
                <a:lnTo>
                  <a:pt x="227" y="545"/>
                </a:lnTo>
                <a:lnTo>
                  <a:pt x="227" y="546"/>
                </a:lnTo>
                <a:lnTo>
                  <a:pt x="227" y="547"/>
                </a:lnTo>
                <a:lnTo>
                  <a:pt x="227" y="548"/>
                </a:lnTo>
                <a:lnTo>
                  <a:pt x="227" y="549"/>
                </a:lnTo>
                <a:lnTo>
                  <a:pt x="226" y="550"/>
                </a:lnTo>
                <a:lnTo>
                  <a:pt x="227" y="550"/>
                </a:lnTo>
                <a:lnTo>
                  <a:pt x="227" y="551"/>
                </a:lnTo>
                <a:lnTo>
                  <a:pt x="226" y="551"/>
                </a:lnTo>
                <a:lnTo>
                  <a:pt x="225" y="552"/>
                </a:lnTo>
                <a:lnTo>
                  <a:pt x="224" y="552"/>
                </a:lnTo>
                <a:lnTo>
                  <a:pt x="223" y="553"/>
                </a:lnTo>
                <a:lnTo>
                  <a:pt x="222" y="553"/>
                </a:lnTo>
                <a:lnTo>
                  <a:pt x="222" y="554"/>
                </a:lnTo>
                <a:lnTo>
                  <a:pt x="221" y="555"/>
                </a:lnTo>
                <a:lnTo>
                  <a:pt x="221" y="556"/>
                </a:lnTo>
                <a:lnTo>
                  <a:pt x="221" y="557"/>
                </a:lnTo>
                <a:lnTo>
                  <a:pt x="222" y="557"/>
                </a:lnTo>
                <a:lnTo>
                  <a:pt x="221" y="557"/>
                </a:lnTo>
                <a:lnTo>
                  <a:pt x="221" y="558"/>
                </a:lnTo>
                <a:lnTo>
                  <a:pt x="220" y="558"/>
                </a:lnTo>
                <a:lnTo>
                  <a:pt x="220" y="559"/>
                </a:lnTo>
                <a:lnTo>
                  <a:pt x="219" y="559"/>
                </a:lnTo>
                <a:lnTo>
                  <a:pt x="219" y="560"/>
                </a:lnTo>
                <a:lnTo>
                  <a:pt x="219" y="561"/>
                </a:lnTo>
                <a:lnTo>
                  <a:pt x="219" y="562"/>
                </a:lnTo>
                <a:lnTo>
                  <a:pt x="219" y="563"/>
                </a:lnTo>
                <a:lnTo>
                  <a:pt x="219" y="564"/>
                </a:lnTo>
                <a:lnTo>
                  <a:pt x="218" y="565"/>
                </a:lnTo>
                <a:lnTo>
                  <a:pt x="218" y="566"/>
                </a:lnTo>
                <a:lnTo>
                  <a:pt x="218" y="567"/>
                </a:lnTo>
                <a:lnTo>
                  <a:pt x="217" y="568"/>
                </a:lnTo>
                <a:lnTo>
                  <a:pt x="217" y="569"/>
                </a:lnTo>
                <a:lnTo>
                  <a:pt x="216" y="569"/>
                </a:lnTo>
                <a:lnTo>
                  <a:pt x="216" y="570"/>
                </a:lnTo>
                <a:lnTo>
                  <a:pt x="215" y="570"/>
                </a:lnTo>
                <a:lnTo>
                  <a:pt x="214" y="571"/>
                </a:lnTo>
                <a:lnTo>
                  <a:pt x="214" y="572"/>
                </a:lnTo>
                <a:lnTo>
                  <a:pt x="213" y="572"/>
                </a:lnTo>
                <a:lnTo>
                  <a:pt x="212" y="572"/>
                </a:lnTo>
                <a:lnTo>
                  <a:pt x="213" y="573"/>
                </a:lnTo>
                <a:lnTo>
                  <a:pt x="212" y="573"/>
                </a:lnTo>
                <a:lnTo>
                  <a:pt x="212" y="574"/>
                </a:lnTo>
                <a:lnTo>
                  <a:pt x="211" y="575"/>
                </a:lnTo>
                <a:lnTo>
                  <a:pt x="210" y="575"/>
                </a:lnTo>
                <a:lnTo>
                  <a:pt x="209" y="576"/>
                </a:lnTo>
                <a:lnTo>
                  <a:pt x="209" y="577"/>
                </a:lnTo>
                <a:lnTo>
                  <a:pt x="210" y="577"/>
                </a:lnTo>
                <a:lnTo>
                  <a:pt x="210" y="578"/>
                </a:lnTo>
                <a:lnTo>
                  <a:pt x="211" y="578"/>
                </a:lnTo>
                <a:lnTo>
                  <a:pt x="211" y="579"/>
                </a:lnTo>
                <a:lnTo>
                  <a:pt x="210" y="580"/>
                </a:lnTo>
                <a:lnTo>
                  <a:pt x="210" y="581"/>
                </a:lnTo>
                <a:lnTo>
                  <a:pt x="209" y="581"/>
                </a:lnTo>
                <a:lnTo>
                  <a:pt x="209" y="582"/>
                </a:lnTo>
                <a:lnTo>
                  <a:pt x="208" y="581"/>
                </a:lnTo>
                <a:lnTo>
                  <a:pt x="208" y="582"/>
                </a:lnTo>
                <a:lnTo>
                  <a:pt x="208" y="583"/>
                </a:lnTo>
                <a:lnTo>
                  <a:pt x="208" y="584"/>
                </a:lnTo>
                <a:lnTo>
                  <a:pt x="208" y="585"/>
                </a:lnTo>
                <a:lnTo>
                  <a:pt x="207" y="585"/>
                </a:lnTo>
                <a:lnTo>
                  <a:pt x="206" y="585"/>
                </a:lnTo>
                <a:lnTo>
                  <a:pt x="206" y="586"/>
                </a:lnTo>
                <a:lnTo>
                  <a:pt x="205" y="586"/>
                </a:lnTo>
                <a:lnTo>
                  <a:pt x="204" y="586"/>
                </a:lnTo>
                <a:lnTo>
                  <a:pt x="203" y="587"/>
                </a:lnTo>
                <a:lnTo>
                  <a:pt x="203" y="588"/>
                </a:lnTo>
                <a:lnTo>
                  <a:pt x="203" y="589"/>
                </a:lnTo>
                <a:lnTo>
                  <a:pt x="202" y="589"/>
                </a:lnTo>
                <a:lnTo>
                  <a:pt x="202" y="591"/>
                </a:lnTo>
                <a:lnTo>
                  <a:pt x="201" y="591"/>
                </a:lnTo>
                <a:lnTo>
                  <a:pt x="201" y="592"/>
                </a:lnTo>
                <a:lnTo>
                  <a:pt x="202" y="592"/>
                </a:lnTo>
                <a:lnTo>
                  <a:pt x="202" y="593"/>
                </a:lnTo>
                <a:lnTo>
                  <a:pt x="201" y="593"/>
                </a:lnTo>
                <a:lnTo>
                  <a:pt x="201" y="594"/>
                </a:lnTo>
                <a:lnTo>
                  <a:pt x="201" y="595"/>
                </a:lnTo>
                <a:lnTo>
                  <a:pt x="200" y="595"/>
                </a:lnTo>
                <a:lnTo>
                  <a:pt x="199" y="594"/>
                </a:lnTo>
                <a:lnTo>
                  <a:pt x="199" y="595"/>
                </a:lnTo>
                <a:lnTo>
                  <a:pt x="197" y="595"/>
                </a:lnTo>
                <a:lnTo>
                  <a:pt x="196" y="596"/>
                </a:lnTo>
                <a:lnTo>
                  <a:pt x="195" y="596"/>
                </a:lnTo>
                <a:lnTo>
                  <a:pt x="195" y="597"/>
                </a:lnTo>
                <a:lnTo>
                  <a:pt x="193" y="597"/>
                </a:lnTo>
                <a:lnTo>
                  <a:pt x="192" y="598"/>
                </a:lnTo>
                <a:lnTo>
                  <a:pt x="191" y="598"/>
                </a:lnTo>
                <a:lnTo>
                  <a:pt x="189" y="598"/>
                </a:lnTo>
                <a:lnTo>
                  <a:pt x="188" y="598"/>
                </a:lnTo>
                <a:lnTo>
                  <a:pt x="187" y="599"/>
                </a:lnTo>
                <a:lnTo>
                  <a:pt x="187" y="598"/>
                </a:lnTo>
                <a:lnTo>
                  <a:pt x="187" y="599"/>
                </a:lnTo>
                <a:lnTo>
                  <a:pt x="186" y="599"/>
                </a:lnTo>
                <a:lnTo>
                  <a:pt x="185" y="599"/>
                </a:lnTo>
                <a:lnTo>
                  <a:pt x="184" y="600"/>
                </a:lnTo>
                <a:lnTo>
                  <a:pt x="183" y="600"/>
                </a:lnTo>
                <a:lnTo>
                  <a:pt x="182" y="600"/>
                </a:lnTo>
                <a:lnTo>
                  <a:pt x="182" y="601"/>
                </a:lnTo>
                <a:lnTo>
                  <a:pt x="181" y="602"/>
                </a:lnTo>
                <a:lnTo>
                  <a:pt x="181" y="603"/>
                </a:lnTo>
                <a:lnTo>
                  <a:pt x="180" y="603"/>
                </a:lnTo>
                <a:lnTo>
                  <a:pt x="180" y="604"/>
                </a:lnTo>
                <a:lnTo>
                  <a:pt x="180" y="605"/>
                </a:lnTo>
                <a:lnTo>
                  <a:pt x="180" y="606"/>
                </a:lnTo>
                <a:lnTo>
                  <a:pt x="179" y="607"/>
                </a:lnTo>
                <a:lnTo>
                  <a:pt x="178" y="607"/>
                </a:lnTo>
                <a:lnTo>
                  <a:pt x="177" y="607"/>
                </a:lnTo>
                <a:lnTo>
                  <a:pt x="177" y="608"/>
                </a:lnTo>
                <a:lnTo>
                  <a:pt x="176" y="608"/>
                </a:lnTo>
                <a:lnTo>
                  <a:pt x="176" y="609"/>
                </a:lnTo>
                <a:lnTo>
                  <a:pt x="176" y="610"/>
                </a:lnTo>
                <a:lnTo>
                  <a:pt x="175" y="610"/>
                </a:lnTo>
                <a:lnTo>
                  <a:pt x="174" y="610"/>
                </a:lnTo>
                <a:lnTo>
                  <a:pt x="174" y="611"/>
                </a:lnTo>
                <a:lnTo>
                  <a:pt x="174" y="612"/>
                </a:lnTo>
                <a:lnTo>
                  <a:pt x="173" y="613"/>
                </a:lnTo>
                <a:lnTo>
                  <a:pt x="172" y="614"/>
                </a:lnTo>
                <a:lnTo>
                  <a:pt x="171" y="613"/>
                </a:lnTo>
                <a:lnTo>
                  <a:pt x="171" y="614"/>
                </a:lnTo>
                <a:lnTo>
                  <a:pt x="170" y="615"/>
                </a:lnTo>
                <a:lnTo>
                  <a:pt x="170" y="616"/>
                </a:lnTo>
                <a:lnTo>
                  <a:pt x="170" y="617"/>
                </a:lnTo>
                <a:lnTo>
                  <a:pt x="169" y="618"/>
                </a:lnTo>
                <a:lnTo>
                  <a:pt x="169" y="619"/>
                </a:lnTo>
                <a:lnTo>
                  <a:pt x="169" y="620"/>
                </a:lnTo>
                <a:lnTo>
                  <a:pt x="169" y="621"/>
                </a:lnTo>
                <a:lnTo>
                  <a:pt x="168" y="622"/>
                </a:lnTo>
                <a:lnTo>
                  <a:pt x="168" y="623"/>
                </a:lnTo>
                <a:lnTo>
                  <a:pt x="167" y="623"/>
                </a:lnTo>
                <a:lnTo>
                  <a:pt x="167" y="624"/>
                </a:lnTo>
                <a:lnTo>
                  <a:pt x="166" y="625"/>
                </a:lnTo>
                <a:lnTo>
                  <a:pt x="166" y="626"/>
                </a:lnTo>
                <a:lnTo>
                  <a:pt x="165" y="627"/>
                </a:lnTo>
                <a:lnTo>
                  <a:pt x="165" y="629"/>
                </a:lnTo>
                <a:lnTo>
                  <a:pt x="166" y="629"/>
                </a:lnTo>
                <a:lnTo>
                  <a:pt x="165" y="629"/>
                </a:lnTo>
                <a:lnTo>
                  <a:pt x="165" y="630"/>
                </a:lnTo>
                <a:lnTo>
                  <a:pt x="166" y="631"/>
                </a:lnTo>
                <a:lnTo>
                  <a:pt x="166" y="630"/>
                </a:lnTo>
                <a:lnTo>
                  <a:pt x="167" y="630"/>
                </a:lnTo>
                <a:lnTo>
                  <a:pt x="168" y="631"/>
                </a:lnTo>
                <a:lnTo>
                  <a:pt x="168" y="632"/>
                </a:lnTo>
                <a:lnTo>
                  <a:pt x="168" y="633"/>
                </a:lnTo>
                <a:lnTo>
                  <a:pt x="167" y="633"/>
                </a:lnTo>
                <a:lnTo>
                  <a:pt x="167" y="634"/>
                </a:lnTo>
                <a:lnTo>
                  <a:pt x="166" y="635"/>
                </a:lnTo>
                <a:lnTo>
                  <a:pt x="166" y="636"/>
                </a:lnTo>
                <a:lnTo>
                  <a:pt x="167" y="636"/>
                </a:lnTo>
                <a:lnTo>
                  <a:pt x="168" y="636"/>
                </a:lnTo>
                <a:lnTo>
                  <a:pt x="169" y="636"/>
                </a:lnTo>
                <a:lnTo>
                  <a:pt x="169" y="637"/>
                </a:lnTo>
                <a:lnTo>
                  <a:pt x="170" y="637"/>
                </a:lnTo>
                <a:lnTo>
                  <a:pt x="170" y="638"/>
                </a:lnTo>
                <a:lnTo>
                  <a:pt x="170" y="639"/>
                </a:lnTo>
                <a:lnTo>
                  <a:pt x="170" y="640"/>
                </a:lnTo>
                <a:lnTo>
                  <a:pt x="171" y="640"/>
                </a:lnTo>
                <a:lnTo>
                  <a:pt x="170" y="641"/>
                </a:lnTo>
                <a:lnTo>
                  <a:pt x="171" y="642"/>
                </a:lnTo>
                <a:lnTo>
                  <a:pt x="172" y="642"/>
                </a:lnTo>
                <a:lnTo>
                  <a:pt x="172" y="641"/>
                </a:lnTo>
                <a:lnTo>
                  <a:pt x="172" y="642"/>
                </a:lnTo>
                <a:lnTo>
                  <a:pt x="172" y="644"/>
                </a:lnTo>
                <a:lnTo>
                  <a:pt x="172" y="645"/>
                </a:lnTo>
                <a:lnTo>
                  <a:pt x="171" y="645"/>
                </a:lnTo>
                <a:lnTo>
                  <a:pt x="171" y="646"/>
                </a:lnTo>
                <a:lnTo>
                  <a:pt x="172" y="646"/>
                </a:lnTo>
                <a:lnTo>
                  <a:pt x="173" y="646"/>
                </a:lnTo>
                <a:lnTo>
                  <a:pt x="173" y="645"/>
                </a:lnTo>
                <a:lnTo>
                  <a:pt x="174" y="645"/>
                </a:lnTo>
                <a:lnTo>
                  <a:pt x="175" y="645"/>
                </a:lnTo>
                <a:lnTo>
                  <a:pt x="176" y="645"/>
                </a:lnTo>
                <a:lnTo>
                  <a:pt x="176" y="644"/>
                </a:lnTo>
                <a:lnTo>
                  <a:pt x="177" y="644"/>
                </a:lnTo>
                <a:lnTo>
                  <a:pt x="177" y="645"/>
                </a:lnTo>
                <a:lnTo>
                  <a:pt x="177" y="646"/>
                </a:lnTo>
                <a:lnTo>
                  <a:pt x="177" y="647"/>
                </a:lnTo>
                <a:lnTo>
                  <a:pt x="177" y="648"/>
                </a:lnTo>
                <a:lnTo>
                  <a:pt x="178" y="648"/>
                </a:lnTo>
                <a:lnTo>
                  <a:pt x="178" y="649"/>
                </a:lnTo>
                <a:lnTo>
                  <a:pt x="179" y="649"/>
                </a:lnTo>
                <a:lnTo>
                  <a:pt x="180" y="649"/>
                </a:lnTo>
                <a:lnTo>
                  <a:pt x="181" y="649"/>
                </a:lnTo>
                <a:lnTo>
                  <a:pt x="181" y="650"/>
                </a:lnTo>
                <a:lnTo>
                  <a:pt x="181" y="651"/>
                </a:lnTo>
                <a:lnTo>
                  <a:pt x="181" y="652"/>
                </a:lnTo>
                <a:lnTo>
                  <a:pt x="182" y="652"/>
                </a:lnTo>
                <a:lnTo>
                  <a:pt x="182" y="653"/>
                </a:lnTo>
                <a:lnTo>
                  <a:pt x="182" y="654"/>
                </a:lnTo>
                <a:lnTo>
                  <a:pt x="182" y="655"/>
                </a:lnTo>
                <a:lnTo>
                  <a:pt x="182" y="656"/>
                </a:lnTo>
                <a:lnTo>
                  <a:pt x="183" y="657"/>
                </a:lnTo>
                <a:lnTo>
                  <a:pt x="182" y="657"/>
                </a:lnTo>
                <a:lnTo>
                  <a:pt x="182" y="658"/>
                </a:lnTo>
                <a:lnTo>
                  <a:pt x="182" y="659"/>
                </a:lnTo>
                <a:lnTo>
                  <a:pt x="183" y="660"/>
                </a:lnTo>
                <a:lnTo>
                  <a:pt x="182" y="660"/>
                </a:lnTo>
                <a:lnTo>
                  <a:pt x="182" y="661"/>
                </a:lnTo>
                <a:lnTo>
                  <a:pt x="183" y="661"/>
                </a:lnTo>
                <a:lnTo>
                  <a:pt x="183" y="662"/>
                </a:lnTo>
                <a:lnTo>
                  <a:pt x="182" y="662"/>
                </a:lnTo>
                <a:lnTo>
                  <a:pt x="181" y="662"/>
                </a:lnTo>
                <a:lnTo>
                  <a:pt x="182" y="661"/>
                </a:lnTo>
                <a:lnTo>
                  <a:pt x="182" y="660"/>
                </a:lnTo>
                <a:lnTo>
                  <a:pt x="181" y="660"/>
                </a:lnTo>
                <a:lnTo>
                  <a:pt x="180" y="659"/>
                </a:lnTo>
                <a:lnTo>
                  <a:pt x="180" y="660"/>
                </a:lnTo>
                <a:lnTo>
                  <a:pt x="180" y="661"/>
                </a:lnTo>
                <a:lnTo>
                  <a:pt x="180" y="662"/>
                </a:lnTo>
                <a:lnTo>
                  <a:pt x="180" y="663"/>
                </a:lnTo>
                <a:lnTo>
                  <a:pt x="179" y="663"/>
                </a:lnTo>
                <a:lnTo>
                  <a:pt x="179" y="662"/>
                </a:lnTo>
                <a:lnTo>
                  <a:pt x="178" y="662"/>
                </a:lnTo>
                <a:lnTo>
                  <a:pt x="178" y="663"/>
                </a:lnTo>
                <a:lnTo>
                  <a:pt x="177" y="663"/>
                </a:lnTo>
                <a:lnTo>
                  <a:pt x="177" y="664"/>
                </a:lnTo>
                <a:lnTo>
                  <a:pt x="176" y="664"/>
                </a:lnTo>
                <a:lnTo>
                  <a:pt x="176" y="663"/>
                </a:lnTo>
                <a:lnTo>
                  <a:pt x="176" y="662"/>
                </a:lnTo>
                <a:lnTo>
                  <a:pt x="176" y="661"/>
                </a:lnTo>
                <a:lnTo>
                  <a:pt x="175" y="662"/>
                </a:lnTo>
                <a:lnTo>
                  <a:pt x="175" y="663"/>
                </a:lnTo>
                <a:lnTo>
                  <a:pt x="175" y="664"/>
                </a:lnTo>
                <a:lnTo>
                  <a:pt x="173" y="664"/>
                </a:lnTo>
                <a:lnTo>
                  <a:pt x="173" y="665"/>
                </a:lnTo>
                <a:lnTo>
                  <a:pt x="173" y="666"/>
                </a:lnTo>
                <a:lnTo>
                  <a:pt x="172" y="667"/>
                </a:lnTo>
                <a:lnTo>
                  <a:pt x="173" y="667"/>
                </a:lnTo>
                <a:lnTo>
                  <a:pt x="172" y="667"/>
                </a:lnTo>
                <a:lnTo>
                  <a:pt x="172" y="668"/>
                </a:lnTo>
                <a:lnTo>
                  <a:pt x="170" y="669"/>
                </a:lnTo>
                <a:lnTo>
                  <a:pt x="169" y="668"/>
                </a:lnTo>
                <a:lnTo>
                  <a:pt x="169" y="669"/>
                </a:lnTo>
                <a:lnTo>
                  <a:pt x="168" y="669"/>
                </a:lnTo>
                <a:lnTo>
                  <a:pt x="167" y="669"/>
                </a:lnTo>
                <a:lnTo>
                  <a:pt x="167" y="668"/>
                </a:lnTo>
                <a:lnTo>
                  <a:pt x="166" y="667"/>
                </a:lnTo>
                <a:lnTo>
                  <a:pt x="166" y="666"/>
                </a:lnTo>
                <a:lnTo>
                  <a:pt x="167" y="665"/>
                </a:lnTo>
                <a:lnTo>
                  <a:pt x="167" y="664"/>
                </a:lnTo>
                <a:lnTo>
                  <a:pt x="166" y="664"/>
                </a:lnTo>
                <a:lnTo>
                  <a:pt x="165" y="664"/>
                </a:lnTo>
                <a:lnTo>
                  <a:pt x="164" y="663"/>
                </a:lnTo>
                <a:lnTo>
                  <a:pt x="164" y="662"/>
                </a:lnTo>
                <a:lnTo>
                  <a:pt x="163" y="662"/>
                </a:lnTo>
                <a:lnTo>
                  <a:pt x="163" y="661"/>
                </a:lnTo>
                <a:lnTo>
                  <a:pt x="163" y="660"/>
                </a:lnTo>
                <a:lnTo>
                  <a:pt x="163" y="659"/>
                </a:lnTo>
                <a:lnTo>
                  <a:pt x="162" y="659"/>
                </a:lnTo>
                <a:lnTo>
                  <a:pt x="162" y="658"/>
                </a:lnTo>
                <a:lnTo>
                  <a:pt x="161" y="658"/>
                </a:lnTo>
                <a:lnTo>
                  <a:pt x="161" y="657"/>
                </a:lnTo>
                <a:lnTo>
                  <a:pt x="160" y="657"/>
                </a:lnTo>
                <a:lnTo>
                  <a:pt x="160" y="658"/>
                </a:lnTo>
                <a:lnTo>
                  <a:pt x="159" y="657"/>
                </a:lnTo>
                <a:lnTo>
                  <a:pt x="158" y="657"/>
                </a:lnTo>
                <a:lnTo>
                  <a:pt x="157" y="656"/>
                </a:lnTo>
                <a:lnTo>
                  <a:pt x="157" y="657"/>
                </a:lnTo>
                <a:lnTo>
                  <a:pt x="156" y="657"/>
                </a:lnTo>
                <a:lnTo>
                  <a:pt x="156" y="658"/>
                </a:lnTo>
                <a:lnTo>
                  <a:pt x="155" y="658"/>
                </a:lnTo>
                <a:lnTo>
                  <a:pt x="154" y="658"/>
                </a:lnTo>
                <a:lnTo>
                  <a:pt x="154" y="657"/>
                </a:lnTo>
                <a:lnTo>
                  <a:pt x="153" y="657"/>
                </a:lnTo>
                <a:lnTo>
                  <a:pt x="153" y="656"/>
                </a:lnTo>
                <a:lnTo>
                  <a:pt x="152" y="656"/>
                </a:lnTo>
                <a:lnTo>
                  <a:pt x="151" y="656"/>
                </a:lnTo>
                <a:lnTo>
                  <a:pt x="150" y="656"/>
                </a:lnTo>
                <a:lnTo>
                  <a:pt x="149" y="657"/>
                </a:lnTo>
                <a:lnTo>
                  <a:pt x="148" y="658"/>
                </a:lnTo>
                <a:lnTo>
                  <a:pt x="148" y="659"/>
                </a:lnTo>
                <a:lnTo>
                  <a:pt x="149" y="659"/>
                </a:lnTo>
                <a:lnTo>
                  <a:pt x="149" y="660"/>
                </a:lnTo>
                <a:lnTo>
                  <a:pt x="148" y="660"/>
                </a:lnTo>
                <a:lnTo>
                  <a:pt x="147" y="660"/>
                </a:lnTo>
                <a:lnTo>
                  <a:pt x="146" y="659"/>
                </a:lnTo>
                <a:lnTo>
                  <a:pt x="145" y="659"/>
                </a:lnTo>
                <a:lnTo>
                  <a:pt x="144" y="660"/>
                </a:lnTo>
                <a:lnTo>
                  <a:pt x="145" y="660"/>
                </a:lnTo>
                <a:lnTo>
                  <a:pt x="144" y="660"/>
                </a:lnTo>
                <a:lnTo>
                  <a:pt x="144" y="661"/>
                </a:lnTo>
                <a:lnTo>
                  <a:pt x="143" y="661"/>
                </a:lnTo>
                <a:lnTo>
                  <a:pt x="143" y="662"/>
                </a:lnTo>
                <a:lnTo>
                  <a:pt x="144" y="662"/>
                </a:lnTo>
                <a:lnTo>
                  <a:pt x="144" y="663"/>
                </a:lnTo>
                <a:lnTo>
                  <a:pt x="144" y="664"/>
                </a:lnTo>
                <a:lnTo>
                  <a:pt x="143" y="664"/>
                </a:lnTo>
                <a:lnTo>
                  <a:pt x="143" y="665"/>
                </a:lnTo>
                <a:lnTo>
                  <a:pt x="144" y="665"/>
                </a:lnTo>
                <a:lnTo>
                  <a:pt x="144" y="666"/>
                </a:lnTo>
                <a:lnTo>
                  <a:pt x="143" y="667"/>
                </a:lnTo>
                <a:lnTo>
                  <a:pt x="142" y="667"/>
                </a:lnTo>
                <a:lnTo>
                  <a:pt x="140" y="669"/>
                </a:lnTo>
                <a:lnTo>
                  <a:pt x="140" y="670"/>
                </a:lnTo>
                <a:lnTo>
                  <a:pt x="140" y="671"/>
                </a:lnTo>
                <a:lnTo>
                  <a:pt x="139" y="671"/>
                </a:lnTo>
                <a:lnTo>
                  <a:pt x="138" y="671"/>
                </a:lnTo>
                <a:lnTo>
                  <a:pt x="137" y="671"/>
                </a:lnTo>
                <a:lnTo>
                  <a:pt x="136" y="670"/>
                </a:lnTo>
                <a:lnTo>
                  <a:pt x="135" y="671"/>
                </a:lnTo>
                <a:lnTo>
                  <a:pt x="134" y="671"/>
                </a:lnTo>
                <a:lnTo>
                  <a:pt x="133" y="672"/>
                </a:lnTo>
                <a:lnTo>
                  <a:pt x="133" y="671"/>
                </a:lnTo>
                <a:lnTo>
                  <a:pt x="133" y="672"/>
                </a:lnTo>
                <a:lnTo>
                  <a:pt x="132" y="672"/>
                </a:lnTo>
                <a:lnTo>
                  <a:pt x="132" y="671"/>
                </a:lnTo>
                <a:lnTo>
                  <a:pt x="131" y="671"/>
                </a:lnTo>
                <a:lnTo>
                  <a:pt x="132" y="671"/>
                </a:lnTo>
                <a:lnTo>
                  <a:pt x="132" y="670"/>
                </a:lnTo>
                <a:lnTo>
                  <a:pt x="133" y="669"/>
                </a:lnTo>
                <a:lnTo>
                  <a:pt x="133" y="668"/>
                </a:lnTo>
                <a:lnTo>
                  <a:pt x="133" y="667"/>
                </a:lnTo>
                <a:lnTo>
                  <a:pt x="132" y="667"/>
                </a:lnTo>
                <a:lnTo>
                  <a:pt x="131" y="666"/>
                </a:lnTo>
                <a:lnTo>
                  <a:pt x="132" y="666"/>
                </a:lnTo>
                <a:lnTo>
                  <a:pt x="131" y="666"/>
                </a:lnTo>
                <a:lnTo>
                  <a:pt x="131" y="665"/>
                </a:lnTo>
                <a:lnTo>
                  <a:pt x="131" y="664"/>
                </a:lnTo>
                <a:lnTo>
                  <a:pt x="131" y="663"/>
                </a:lnTo>
                <a:lnTo>
                  <a:pt x="130" y="663"/>
                </a:lnTo>
                <a:lnTo>
                  <a:pt x="129" y="663"/>
                </a:lnTo>
                <a:lnTo>
                  <a:pt x="128" y="663"/>
                </a:lnTo>
                <a:lnTo>
                  <a:pt x="127" y="663"/>
                </a:lnTo>
                <a:lnTo>
                  <a:pt x="126" y="663"/>
                </a:lnTo>
                <a:lnTo>
                  <a:pt x="126" y="664"/>
                </a:lnTo>
                <a:lnTo>
                  <a:pt x="127" y="664"/>
                </a:lnTo>
                <a:lnTo>
                  <a:pt x="126" y="664"/>
                </a:lnTo>
                <a:lnTo>
                  <a:pt x="125" y="664"/>
                </a:lnTo>
                <a:lnTo>
                  <a:pt x="124" y="664"/>
                </a:lnTo>
                <a:lnTo>
                  <a:pt x="124" y="665"/>
                </a:lnTo>
                <a:lnTo>
                  <a:pt x="123" y="665"/>
                </a:lnTo>
                <a:lnTo>
                  <a:pt x="123" y="664"/>
                </a:lnTo>
                <a:lnTo>
                  <a:pt x="122" y="664"/>
                </a:lnTo>
                <a:lnTo>
                  <a:pt x="121" y="664"/>
                </a:lnTo>
                <a:lnTo>
                  <a:pt x="120" y="664"/>
                </a:lnTo>
                <a:lnTo>
                  <a:pt x="119" y="664"/>
                </a:lnTo>
                <a:lnTo>
                  <a:pt x="119" y="665"/>
                </a:lnTo>
                <a:lnTo>
                  <a:pt x="118" y="665"/>
                </a:lnTo>
                <a:lnTo>
                  <a:pt x="118" y="664"/>
                </a:lnTo>
                <a:lnTo>
                  <a:pt x="117" y="664"/>
                </a:lnTo>
                <a:lnTo>
                  <a:pt x="117" y="663"/>
                </a:lnTo>
                <a:lnTo>
                  <a:pt x="117" y="662"/>
                </a:lnTo>
                <a:lnTo>
                  <a:pt x="116" y="662"/>
                </a:lnTo>
                <a:lnTo>
                  <a:pt x="115" y="662"/>
                </a:lnTo>
                <a:lnTo>
                  <a:pt x="114" y="662"/>
                </a:lnTo>
                <a:lnTo>
                  <a:pt x="114" y="663"/>
                </a:lnTo>
                <a:lnTo>
                  <a:pt x="113" y="663"/>
                </a:lnTo>
                <a:lnTo>
                  <a:pt x="112" y="663"/>
                </a:lnTo>
                <a:lnTo>
                  <a:pt x="111" y="663"/>
                </a:lnTo>
                <a:lnTo>
                  <a:pt x="110" y="663"/>
                </a:lnTo>
                <a:lnTo>
                  <a:pt x="108" y="663"/>
                </a:lnTo>
                <a:lnTo>
                  <a:pt x="107" y="663"/>
                </a:lnTo>
                <a:lnTo>
                  <a:pt x="107" y="664"/>
                </a:lnTo>
                <a:lnTo>
                  <a:pt x="106" y="664"/>
                </a:lnTo>
                <a:lnTo>
                  <a:pt x="106" y="665"/>
                </a:lnTo>
                <a:lnTo>
                  <a:pt x="105" y="665"/>
                </a:lnTo>
                <a:lnTo>
                  <a:pt x="105" y="664"/>
                </a:lnTo>
                <a:lnTo>
                  <a:pt x="104" y="664"/>
                </a:lnTo>
                <a:lnTo>
                  <a:pt x="104" y="665"/>
                </a:lnTo>
                <a:lnTo>
                  <a:pt x="103" y="665"/>
                </a:lnTo>
                <a:lnTo>
                  <a:pt x="102" y="665"/>
                </a:lnTo>
                <a:lnTo>
                  <a:pt x="102" y="666"/>
                </a:lnTo>
                <a:lnTo>
                  <a:pt x="101" y="665"/>
                </a:lnTo>
                <a:lnTo>
                  <a:pt x="102" y="665"/>
                </a:lnTo>
                <a:lnTo>
                  <a:pt x="102" y="664"/>
                </a:lnTo>
                <a:lnTo>
                  <a:pt x="102" y="663"/>
                </a:lnTo>
                <a:lnTo>
                  <a:pt x="101" y="663"/>
                </a:lnTo>
                <a:lnTo>
                  <a:pt x="101" y="662"/>
                </a:lnTo>
                <a:lnTo>
                  <a:pt x="100" y="662"/>
                </a:lnTo>
                <a:lnTo>
                  <a:pt x="99" y="662"/>
                </a:lnTo>
                <a:lnTo>
                  <a:pt x="98" y="662"/>
                </a:lnTo>
                <a:lnTo>
                  <a:pt x="98" y="661"/>
                </a:lnTo>
                <a:lnTo>
                  <a:pt x="97" y="661"/>
                </a:lnTo>
                <a:lnTo>
                  <a:pt x="97" y="660"/>
                </a:lnTo>
                <a:lnTo>
                  <a:pt x="96" y="660"/>
                </a:lnTo>
                <a:lnTo>
                  <a:pt x="95" y="660"/>
                </a:lnTo>
                <a:lnTo>
                  <a:pt x="94" y="659"/>
                </a:lnTo>
                <a:lnTo>
                  <a:pt x="93" y="659"/>
                </a:lnTo>
                <a:lnTo>
                  <a:pt x="92" y="659"/>
                </a:lnTo>
                <a:lnTo>
                  <a:pt x="91" y="658"/>
                </a:lnTo>
                <a:lnTo>
                  <a:pt x="92" y="658"/>
                </a:lnTo>
                <a:lnTo>
                  <a:pt x="91" y="658"/>
                </a:lnTo>
                <a:lnTo>
                  <a:pt x="91" y="657"/>
                </a:lnTo>
                <a:lnTo>
                  <a:pt x="90" y="656"/>
                </a:lnTo>
                <a:lnTo>
                  <a:pt x="89" y="656"/>
                </a:lnTo>
                <a:lnTo>
                  <a:pt x="89" y="657"/>
                </a:lnTo>
                <a:lnTo>
                  <a:pt x="88" y="657"/>
                </a:lnTo>
                <a:lnTo>
                  <a:pt x="87" y="657"/>
                </a:lnTo>
                <a:lnTo>
                  <a:pt x="87" y="656"/>
                </a:lnTo>
                <a:lnTo>
                  <a:pt x="86" y="656"/>
                </a:lnTo>
                <a:lnTo>
                  <a:pt x="86" y="657"/>
                </a:lnTo>
                <a:lnTo>
                  <a:pt x="86" y="656"/>
                </a:lnTo>
                <a:lnTo>
                  <a:pt x="86" y="655"/>
                </a:lnTo>
                <a:lnTo>
                  <a:pt x="86" y="654"/>
                </a:lnTo>
                <a:lnTo>
                  <a:pt x="85" y="654"/>
                </a:lnTo>
                <a:lnTo>
                  <a:pt x="85" y="655"/>
                </a:lnTo>
                <a:lnTo>
                  <a:pt x="84" y="655"/>
                </a:lnTo>
                <a:lnTo>
                  <a:pt x="83" y="655"/>
                </a:lnTo>
                <a:lnTo>
                  <a:pt x="82" y="655"/>
                </a:lnTo>
                <a:lnTo>
                  <a:pt x="82" y="654"/>
                </a:lnTo>
                <a:lnTo>
                  <a:pt x="81" y="654"/>
                </a:lnTo>
                <a:lnTo>
                  <a:pt x="81" y="653"/>
                </a:lnTo>
                <a:lnTo>
                  <a:pt x="81" y="652"/>
                </a:lnTo>
                <a:lnTo>
                  <a:pt x="80" y="652"/>
                </a:lnTo>
                <a:lnTo>
                  <a:pt x="80" y="651"/>
                </a:lnTo>
                <a:lnTo>
                  <a:pt x="79" y="651"/>
                </a:lnTo>
                <a:lnTo>
                  <a:pt x="79" y="652"/>
                </a:lnTo>
                <a:lnTo>
                  <a:pt x="78" y="652"/>
                </a:lnTo>
                <a:lnTo>
                  <a:pt x="77" y="652"/>
                </a:lnTo>
                <a:lnTo>
                  <a:pt x="76" y="652"/>
                </a:lnTo>
                <a:lnTo>
                  <a:pt x="75" y="652"/>
                </a:lnTo>
                <a:lnTo>
                  <a:pt x="74" y="651"/>
                </a:lnTo>
                <a:lnTo>
                  <a:pt x="73" y="651"/>
                </a:lnTo>
                <a:lnTo>
                  <a:pt x="72" y="651"/>
                </a:lnTo>
                <a:lnTo>
                  <a:pt x="71" y="652"/>
                </a:lnTo>
                <a:lnTo>
                  <a:pt x="70" y="652"/>
                </a:lnTo>
                <a:lnTo>
                  <a:pt x="70" y="651"/>
                </a:lnTo>
                <a:lnTo>
                  <a:pt x="70" y="650"/>
                </a:lnTo>
                <a:lnTo>
                  <a:pt x="69" y="650"/>
                </a:lnTo>
                <a:lnTo>
                  <a:pt x="68" y="650"/>
                </a:lnTo>
                <a:lnTo>
                  <a:pt x="68" y="651"/>
                </a:lnTo>
                <a:lnTo>
                  <a:pt x="68" y="652"/>
                </a:lnTo>
                <a:lnTo>
                  <a:pt x="67" y="652"/>
                </a:lnTo>
                <a:lnTo>
                  <a:pt x="66" y="652"/>
                </a:lnTo>
                <a:lnTo>
                  <a:pt x="65" y="653"/>
                </a:lnTo>
                <a:lnTo>
                  <a:pt x="64" y="652"/>
                </a:lnTo>
                <a:lnTo>
                  <a:pt x="65" y="652"/>
                </a:lnTo>
                <a:lnTo>
                  <a:pt x="65" y="651"/>
                </a:lnTo>
                <a:lnTo>
                  <a:pt x="65" y="650"/>
                </a:lnTo>
                <a:lnTo>
                  <a:pt x="64" y="650"/>
                </a:lnTo>
                <a:lnTo>
                  <a:pt x="63" y="650"/>
                </a:lnTo>
                <a:lnTo>
                  <a:pt x="62" y="649"/>
                </a:lnTo>
                <a:lnTo>
                  <a:pt x="61" y="649"/>
                </a:lnTo>
                <a:lnTo>
                  <a:pt x="60" y="650"/>
                </a:lnTo>
                <a:lnTo>
                  <a:pt x="60" y="649"/>
                </a:lnTo>
                <a:lnTo>
                  <a:pt x="59" y="649"/>
                </a:lnTo>
                <a:lnTo>
                  <a:pt x="59" y="650"/>
                </a:lnTo>
                <a:lnTo>
                  <a:pt x="58" y="649"/>
                </a:lnTo>
                <a:lnTo>
                  <a:pt x="57" y="649"/>
                </a:lnTo>
                <a:lnTo>
                  <a:pt x="57" y="650"/>
                </a:lnTo>
                <a:lnTo>
                  <a:pt x="56" y="650"/>
                </a:lnTo>
                <a:lnTo>
                  <a:pt x="55" y="650"/>
                </a:lnTo>
                <a:lnTo>
                  <a:pt x="55" y="649"/>
                </a:lnTo>
                <a:lnTo>
                  <a:pt x="54" y="648"/>
                </a:lnTo>
                <a:lnTo>
                  <a:pt x="54" y="647"/>
                </a:lnTo>
                <a:lnTo>
                  <a:pt x="53" y="647"/>
                </a:lnTo>
                <a:lnTo>
                  <a:pt x="52" y="646"/>
                </a:lnTo>
                <a:lnTo>
                  <a:pt x="53" y="646"/>
                </a:lnTo>
                <a:lnTo>
                  <a:pt x="54" y="646"/>
                </a:lnTo>
                <a:lnTo>
                  <a:pt x="54" y="645"/>
                </a:lnTo>
                <a:lnTo>
                  <a:pt x="55" y="645"/>
                </a:lnTo>
                <a:lnTo>
                  <a:pt x="54" y="645"/>
                </a:lnTo>
                <a:lnTo>
                  <a:pt x="55" y="644"/>
                </a:lnTo>
                <a:lnTo>
                  <a:pt x="54" y="644"/>
                </a:lnTo>
                <a:lnTo>
                  <a:pt x="53" y="644"/>
                </a:lnTo>
                <a:lnTo>
                  <a:pt x="52" y="644"/>
                </a:lnTo>
                <a:lnTo>
                  <a:pt x="51" y="644"/>
                </a:lnTo>
                <a:lnTo>
                  <a:pt x="52" y="644"/>
                </a:lnTo>
                <a:lnTo>
                  <a:pt x="52" y="643"/>
                </a:lnTo>
                <a:lnTo>
                  <a:pt x="52" y="642"/>
                </a:lnTo>
                <a:lnTo>
                  <a:pt x="52" y="641"/>
                </a:lnTo>
                <a:lnTo>
                  <a:pt x="51" y="641"/>
                </a:lnTo>
                <a:lnTo>
                  <a:pt x="50" y="641"/>
                </a:lnTo>
                <a:lnTo>
                  <a:pt x="50" y="642"/>
                </a:lnTo>
                <a:lnTo>
                  <a:pt x="49" y="642"/>
                </a:lnTo>
                <a:lnTo>
                  <a:pt x="49" y="641"/>
                </a:lnTo>
                <a:lnTo>
                  <a:pt x="48" y="641"/>
                </a:lnTo>
                <a:lnTo>
                  <a:pt x="47" y="641"/>
                </a:lnTo>
                <a:lnTo>
                  <a:pt x="47" y="642"/>
                </a:lnTo>
                <a:lnTo>
                  <a:pt x="48" y="642"/>
                </a:lnTo>
                <a:lnTo>
                  <a:pt x="49" y="642"/>
                </a:lnTo>
                <a:lnTo>
                  <a:pt x="49" y="643"/>
                </a:lnTo>
                <a:lnTo>
                  <a:pt x="49" y="644"/>
                </a:lnTo>
                <a:lnTo>
                  <a:pt x="49" y="645"/>
                </a:lnTo>
                <a:lnTo>
                  <a:pt x="48" y="645"/>
                </a:lnTo>
                <a:lnTo>
                  <a:pt x="47" y="645"/>
                </a:lnTo>
                <a:lnTo>
                  <a:pt x="47" y="644"/>
                </a:lnTo>
                <a:lnTo>
                  <a:pt x="47" y="643"/>
                </a:lnTo>
                <a:lnTo>
                  <a:pt x="46" y="641"/>
                </a:lnTo>
                <a:lnTo>
                  <a:pt x="45" y="641"/>
                </a:lnTo>
                <a:lnTo>
                  <a:pt x="44" y="641"/>
                </a:lnTo>
                <a:lnTo>
                  <a:pt x="44" y="642"/>
                </a:lnTo>
                <a:lnTo>
                  <a:pt x="45" y="642"/>
                </a:lnTo>
                <a:lnTo>
                  <a:pt x="45" y="643"/>
                </a:lnTo>
                <a:lnTo>
                  <a:pt x="44" y="643"/>
                </a:lnTo>
                <a:lnTo>
                  <a:pt x="43" y="643"/>
                </a:lnTo>
                <a:lnTo>
                  <a:pt x="43" y="644"/>
                </a:lnTo>
                <a:lnTo>
                  <a:pt x="43" y="645"/>
                </a:lnTo>
                <a:lnTo>
                  <a:pt x="42" y="645"/>
                </a:lnTo>
                <a:lnTo>
                  <a:pt x="41" y="645"/>
                </a:lnTo>
                <a:lnTo>
                  <a:pt x="39" y="642"/>
                </a:lnTo>
                <a:lnTo>
                  <a:pt x="39" y="641"/>
                </a:lnTo>
                <a:lnTo>
                  <a:pt x="37" y="641"/>
                </a:lnTo>
                <a:lnTo>
                  <a:pt x="36" y="642"/>
                </a:lnTo>
                <a:lnTo>
                  <a:pt x="36" y="643"/>
                </a:lnTo>
                <a:lnTo>
                  <a:pt x="37" y="644"/>
                </a:lnTo>
                <a:lnTo>
                  <a:pt x="36" y="644"/>
                </a:lnTo>
                <a:lnTo>
                  <a:pt x="35" y="643"/>
                </a:lnTo>
                <a:lnTo>
                  <a:pt x="34" y="643"/>
                </a:lnTo>
                <a:lnTo>
                  <a:pt x="33" y="644"/>
                </a:lnTo>
                <a:lnTo>
                  <a:pt x="32" y="644"/>
                </a:lnTo>
                <a:lnTo>
                  <a:pt x="31" y="643"/>
                </a:lnTo>
                <a:lnTo>
                  <a:pt x="31" y="642"/>
                </a:lnTo>
                <a:lnTo>
                  <a:pt x="30" y="642"/>
                </a:lnTo>
                <a:lnTo>
                  <a:pt x="29" y="642"/>
                </a:lnTo>
                <a:lnTo>
                  <a:pt x="28" y="641"/>
                </a:lnTo>
                <a:lnTo>
                  <a:pt x="27" y="641"/>
                </a:lnTo>
                <a:lnTo>
                  <a:pt x="27" y="640"/>
                </a:lnTo>
                <a:lnTo>
                  <a:pt x="26" y="640"/>
                </a:lnTo>
                <a:lnTo>
                  <a:pt x="26" y="641"/>
                </a:lnTo>
                <a:lnTo>
                  <a:pt x="25" y="641"/>
                </a:lnTo>
                <a:lnTo>
                  <a:pt x="25" y="640"/>
                </a:lnTo>
                <a:lnTo>
                  <a:pt x="26" y="640"/>
                </a:lnTo>
                <a:lnTo>
                  <a:pt x="26" y="639"/>
                </a:lnTo>
                <a:lnTo>
                  <a:pt x="25" y="639"/>
                </a:lnTo>
                <a:lnTo>
                  <a:pt x="24" y="637"/>
                </a:lnTo>
                <a:lnTo>
                  <a:pt x="23" y="636"/>
                </a:lnTo>
                <a:lnTo>
                  <a:pt x="23" y="634"/>
                </a:lnTo>
                <a:lnTo>
                  <a:pt x="22" y="634"/>
                </a:lnTo>
                <a:lnTo>
                  <a:pt x="21" y="634"/>
                </a:lnTo>
                <a:lnTo>
                  <a:pt x="20" y="634"/>
                </a:lnTo>
                <a:lnTo>
                  <a:pt x="18" y="634"/>
                </a:lnTo>
                <a:lnTo>
                  <a:pt x="18" y="633"/>
                </a:lnTo>
                <a:lnTo>
                  <a:pt x="17" y="632"/>
                </a:lnTo>
                <a:lnTo>
                  <a:pt x="16" y="631"/>
                </a:lnTo>
                <a:lnTo>
                  <a:pt x="15" y="631"/>
                </a:lnTo>
                <a:lnTo>
                  <a:pt x="14" y="630"/>
                </a:lnTo>
                <a:lnTo>
                  <a:pt x="14" y="631"/>
                </a:lnTo>
                <a:lnTo>
                  <a:pt x="12" y="631"/>
                </a:lnTo>
                <a:lnTo>
                  <a:pt x="11" y="629"/>
                </a:lnTo>
                <a:lnTo>
                  <a:pt x="12" y="629"/>
                </a:lnTo>
                <a:lnTo>
                  <a:pt x="12" y="628"/>
                </a:lnTo>
                <a:lnTo>
                  <a:pt x="11" y="628"/>
                </a:lnTo>
                <a:lnTo>
                  <a:pt x="10" y="627"/>
                </a:lnTo>
                <a:lnTo>
                  <a:pt x="9" y="627"/>
                </a:lnTo>
                <a:lnTo>
                  <a:pt x="9" y="625"/>
                </a:lnTo>
                <a:lnTo>
                  <a:pt x="10" y="624"/>
                </a:lnTo>
                <a:lnTo>
                  <a:pt x="10" y="623"/>
                </a:lnTo>
                <a:lnTo>
                  <a:pt x="9" y="623"/>
                </a:lnTo>
                <a:lnTo>
                  <a:pt x="8" y="623"/>
                </a:lnTo>
                <a:lnTo>
                  <a:pt x="8" y="622"/>
                </a:lnTo>
                <a:lnTo>
                  <a:pt x="10" y="622"/>
                </a:lnTo>
                <a:lnTo>
                  <a:pt x="11" y="622"/>
                </a:lnTo>
                <a:lnTo>
                  <a:pt x="12" y="622"/>
                </a:lnTo>
                <a:lnTo>
                  <a:pt x="12" y="621"/>
                </a:lnTo>
                <a:lnTo>
                  <a:pt x="12" y="620"/>
                </a:lnTo>
                <a:lnTo>
                  <a:pt x="10" y="619"/>
                </a:lnTo>
                <a:lnTo>
                  <a:pt x="9" y="618"/>
                </a:lnTo>
                <a:lnTo>
                  <a:pt x="8" y="617"/>
                </a:lnTo>
                <a:lnTo>
                  <a:pt x="7" y="617"/>
                </a:lnTo>
                <a:lnTo>
                  <a:pt x="7" y="616"/>
                </a:lnTo>
                <a:lnTo>
                  <a:pt x="8" y="616"/>
                </a:lnTo>
                <a:lnTo>
                  <a:pt x="8" y="615"/>
                </a:lnTo>
                <a:lnTo>
                  <a:pt x="9" y="614"/>
                </a:lnTo>
                <a:lnTo>
                  <a:pt x="6" y="614"/>
                </a:lnTo>
                <a:lnTo>
                  <a:pt x="3" y="612"/>
                </a:lnTo>
                <a:lnTo>
                  <a:pt x="2" y="612"/>
                </a:lnTo>
                <a:lnTo>
                  <a:pt x="2" y="611"/>
                </a:lnTo>
                <a:lnTo>
                  <a:pt x="2" y="610"/>
                </a:lnTo>
                <a:lnTo>
                  <a:pt x="3" y="609"/>
                </a:lnTo>
                <a:lnTo>
                  <a:pt x="4" y="609"/>
                </a:lnTo>
                <a:lnTo>
                  <a:pt x="4" y="608"/>
                </a:lnTo>
                <a:lnTo>
                  <a:pt x="5" y="607"/>
                </a:lnTo>
                <a:lnTo>
                  <a:pt x="5" y="606"/>
                </a:lnTo>
                <a:lnTo>
                  <a:pt x="4" y="605"/>
                </a:lnTo>
                <a:lnTo>
                  <a:pt x="2" y="605"/>
                </a:lnTo>
                <a:lnTo>
                  <a:pt x="2" y="606"/>
                </a:lnTo>
                <a:lnTo>
                  <a:pt x="2" y="605"/>
                </a:lnTo>
                <a:lnTo>
                  <a:pt x="1" y="605"/>
                </a:lnTo>
                <a:lnTo>
                  <a:pt x="0" y="605"/>
                </a:lnTo>
                <a:lnTo>
                  <a:pt x="1" y="604"/>
                </a:lnTo>
                <a:lnTo>
                  <a:pt x="2" y="602"/>
                </a:lnTo>
                <a:lnTo>
                  <a:pt x="3" y="602"/>
                </a:lnTo>
                <a:lnTo>
                  <a:pt x="4" y="602"/>
                </a:lnTo>
                <a:lnTo>
                  <a:pt x="5" y="602"/>
                </a:lnTo>
                <a:lnTo>
                  <a:pt x="5" y="603"/>
                </a:lnTo>
                <a:lnTo>
                  <a:pt x="6" y="603"/>
                </a:lnTo>
                <a:lnTo>
                  <a:pt x="7" y="603"/>
                </a:lnTo>
                <a:lnTo>
                  <a:pt x="7" y="602"/>
                </a:lnTo>
                <a:lnTo>
                  <a:pt x="8" y="602"/>
                </a:lnTo>
                <a:lnTo>
                  <a:pt x="8" y="601"/>
                </a:lnTo>
                <a:lnTo>
                  <a:pt x="7" y="601"/>
                </a:lnTo>
                <a:lnTo>
                  <a:pt x="8" y="600"/>
                </a:lnTo>
                <a:lnTo>
                  <a:pt x="11" y="599"/>
                </a:lnTo>
                <a:lnTo>
                  <a:pt x="11" y="600"/>
                </a:lnTo>
                <a:lnTo>
                  <a:pt x="12" y="600"/>
                </a:lnTo>
                <a:lnTo>
                  <a:pt x="13" y="601"/>
                </a:lnTo>
                <a:lnTo>
                  <a:pt x="14" y="600"/>
                </a:lnTo>
                <a:lnTo>
                  <a:pt x="17" y="598"/>
                </a:lnTo>
                <a:lnTo>
                  <a:pt x="18" y="597"/>
                </a:lnTo>
                <a:lnTo>
                  <a:pt x="19" y="597"/>
                </a:lnTo>
                <a:lnTo>
                  <a:pt x="19" y="596"/>
                </a:lnTo>
                <a:lnTo>
                  <a:pt x="20" y="596"/>
                </a:lnTo>
                <a:lnTo>
                  <a:pt x="20" y="595"/>
                </a:lnTo>
                <a:lnTo>
                  <a:pt x="20" y="593"/>
                </a:lnTo>
                <a:lnTo>
                  <a:pt x="20" y="592"/>
                </a:lnTo>
                <a:lnTo>
                  <a:pt x="20" y="591"/>
                </a:lnTo>
                <a:lnTo>
                  <a:pt x="20" y="590"/>
                </a:lnTo>
                <a:lnTo>
                  <a:pt x="21" y="589"/>
                </a:lnTo>
                <a:lnTo>
                  <a:pt x="21" y="587"/>
                </a:lnTo>
                <a:lnTo>
                  <a:pt x="22" y="587"/>
                </a:lnTo>
                <a:lnTo>
                  <a:pt x="23" y="587"/>
                </a:lnTo>
                <a:lnTo>
                  <a:pt x="25" y="587"/>
                </a:lnTo>
                <a:lnTo>
                  <a:pt x="25" y="588"/>
                </a:lnTo>
                <a:lnTo>
                  <a:pt x="25" y="589"/>
                </a:lnTo>
                <a:lnTo>
                  <a:pt x="26" y="591"/>
                </a:lnTo>
                <a:lnTo>
                  <a:pt x="27" y="590"/>
                </a:lnTo>
                <a:lnTo>
                  <a:pt x="27" y="589"/>
                </a:lnTo>
                <a:lnTo>
                  <a:pt x="29" y="589"/>
                </a:lnTo>
                <a:lnTo>
                  <a:pt x="30" y="589"/>
                </a:lnTo>
                <a:lnTo>
                  <a:pt x="31" y="588"/>
                </a:lnTo>
                <a:lnTo>
                  <a:pt x="31" y="587"/>
                </a:lnTo>
                <a:lnTo>
                  <a:pt x="30" y="584"/>
                </a:lnTo>
                <a:lnTo>
                  <a:pt x="29" y="584"/>
                </a:lnTo>
                <a:lnTo>
                  <a:pt x="28" y="582"/>
                </a:lnTo>
                <a:lnTo>
                  <a:pt x="27" y="580"/>
                </a:lnTo>
                <a:lnTo>
                  <a:pt x="28" y="579"/>
                </a:lnTo>
                <a:lnTo>
                  <a:pt x="29" y="577"/>
                </a:lnTo>
                <a:lnTo>
                  <a:pt x="30" y="576"/>
                </a:lnTo>
                <a:lnTo>
                  <a:pt x="31" y="576"/>
                </a:lnTo>
                <a:lnTo>
                  <a:pt x="30" y="575"/>
                </a:lnTo>
                <a:lnTo>
                  <a:pt x="29" y="575"/>
                </a:lnTo>
                <a:lnTo>
                  <a:pt x="28" y="574"/>
                </a:lnTo>
                <a:lnTo>
                  <a:pt x="28" y="573"/>
                </a:lnTo>
                <a:lnTo>
                  <a:pt x="29" y="572"/>
                </a:lnTo>
                <a:lnTo>
                  <a:pt x="30" y="571"/>
                </a:lnTo>
                <a:lnTo>
                  <a:pt x="30" y="570"/>
                </a:lnTo>
                <a:lnTo>
                  <a:pt x="30" y="569"/>
                </a:lnTo>
                <a:lnTo>
                  <a:pt x="29" y="569"/>
                </a:lnTo>
                <a:lnTo>
                  <a:pt x="28" y="568"/>
                </a:lnTo>
                <a:lnTo>
                  <a:pt x="27" y="568"/>
                </a:lnTo>
                <a:lnTo>
                  <a:pt x="27" y="567"/>
                </a:lnTo>
                <a:lnTo>
                  <a:pt x="28" y="567"/>
                </a:lnTo>
                <a:lnTo>
                  <a:pt x="28" y="566"/>
                </a:lnTo>
                <a:lnTo>
                  <a:pt x="28" y="565"/>
                </a:lnTo>
                <a:lnTo>
                  <a:pt x="29" y="565"/>
                </a:lnTo>
                <a:lnTo>
                  <a:pt x="29" y="563"/>
                </a:lnTo>
                <a:lnTo>
                  <a:pt x="29" y="562"/>
                </a:lnTo>
                <a:lnTo>
                  <a:pt x="28" y="562"/>
                </a:lnTo>
                <a:lnTo>
                  <a:pt x="28" y="561"/>
                </a:lnTo>
                <a:lnTo>
                  <a:pt x="29" y="560"/>
                </a:lnTo>
                <a:lnTo>
                  <a:pt x="29" y="559"/>
                </a:lnTo>
                <a:lnTo>
                  <a:pt x="30" y="559"/>
                </a:lnTo>
                <a:lnTo>
                  <a:pt x="31" y="559"/>
                </a:lnTo>
                <a:lnTo>
                  <a:pt x="31" y="558"/>
                </a:lnTo>
                <a:lnTo>
                  <a:pt x="32" y="558"/>
                </a:lnTo>
                <a:lnTo>
                  <a:pt x="33" y="558"/>
                </a:lnTo>
                <a:lnTo>
                  <a:pt x="34" y="558"/>
                </a:lnTo>
                <a:lnTo>
                  <a:pt x="34" y="557"/>
                </a:lnTo>
                <a:lnTo>
                  <a:pt x="34" y="556"/>
                </a:lnTo>
                <a:lnTo>
                  <a:pt x="37" y="553"/>
                </a:lnTo>
                <a:lnTo>
                  <a:pt x="38" y="550"/>
                </a:lnTo>
                <a:lnTo>
                  <a:pt x="39" y="550"/>
                </a:lnTo>
                <a:lnTo>
                  <a:pt x="39" y="549"/>
                </a:lnTo>
                <a:lnTo>
                  <a:pt x="39" y="547"/>
                </a:lnTo>
                <a:lnTo>
                  <a:pt x="40" y="547"/>
                </a:lnTo>
                <a:lnTo>
                  <a:pt x="40" y="544"/>
                </a:lnTo>
                <a:lnTo>
                  <a:pt x="40" y="543"/>
                </a:lnTo>
                <a:lnTo>
                  <a:pt x="41" y="542"/>
                </a:lnTo>
                <a:lnTo>
                  <a:pt x="42" y="542"/>
                </a:lnTo>
                <a:lnTo>
                  <a:pt x="42" y="541"/>
                </a:lnTo>
                <a:lnTo>
                  <a:pt x="42" y="540"/>
                </a:lnTo>
                <a:lnTo>
                  <a:pt x="43" y="540"/>
                </a:lnTo>
                <a:lnTo>
                  <a:pt x="44" y="540"/>
                </a:lnTo>
                <a:lnTo>
                  <a:pt x="44" y="541"/>
                </a:lnTo>
                <a:lnTo>
                  <a:pt x="45" y="540"/>
                </a:lnTo>
                <a:lnTo>
                  <a:pt x="45" y="539"/>
                </a:lnTo>
                <a:lnTo>
                  <a:pt x="45" y="538"/>
                </a:lnTo>
                <a:lnTo>
                  <a:pt x="45" y="537"/>
                </a:lnTo>
                <a:lnTo>
                  <a:pt x="45" y="536"/>
                </a:lnTo>
                <a:lnTo>
                  <a:pt x="46" y="535"/>
                </a:lnTo>
                <a:lnTo>
                  <a:pt x="47" y="535"/>
                </a:lnTo>
                <a:lnTo>
                  <a:pt x="47" y="534"/>
                </a:lnTo>
                <a:lnTo>
                  <a:pt x="47" y="533"/>
                </a:lnTo>
                <a:lnTo>
                  <a:pt x="48" y="532"/>
                </a:lnTo>
                <a:lnTo>
                  <a:pt x="49" y="532"/>
                </a:lnTo>
                <a:lnTo>
                  <a:pt x="50" y="532"/>
                </a:lnTo>
                <a:lnTo>
                  <a:pt x="51" y="531"/>
                </a:lnTo>
                <a:lnTo>
                  <a:pt x="52" y="530"/>
                </a:lnTo>
                <a:lnTo>
                  <a:pt x="52" y="529"/>
                </a:lnTo>
                <a:lnTo>
                  <a:pt x="52" y="528"/>
                </a:lnTo>
                <a:lnTo>
                  <a:pt x="52" y="527"/>
                </a:lnTo>
                <a:lnTo>
                  <a:pt x="52" y="526"/>
                </a:lnTo>
                <a:lnTo>
                  <a:pt x="53" y="526"/>
                </a:lnTo>
                <a:lnTo>
                  <a:pt x="53" y="525"/>
                </a:lnTo>
                <a:lnTo>
                  <a:pt x="53" y="524"/>
                </a:lnTo>
                <a:lnTo>
                  <a:pt x="54" y="524"/>
                </a:lnTo>
                <a:lnTo>
                  <a:pt x="54" y="523"/>
                </a:lnTo>
                <a:lnTo>
                  <a:pt x="55" y="523"/>
                </a:lnTo>
                <a:lnTo>
                  <a:pt x="56" y="522"/>
                </a:lnTo>
                <a:lnTo>
                  <a:pt x="56" y="521"/>
                </a:lnTo>
                <a:lnTo>
                  <a:pt x="56" y="520"/>
                </a:lnTo>
                <a:lnTo>
                  <a:pt x="57" y="520"/>
                </a:lnTo>
                <a:lnTo>
                  <a:pt x="58" y="520"/>
                </a:lnTo>
                <a:lnTo>
                  <a:pt x="58" y="519"/>
                </a:lnTo>
                <a:lnTo>
                  <a:pt x="58" y="518"/>
                </a:lnTo>
                <a:lnTo>
                  <a:pt x="58" y="517"/>
                </a:lnTo>
                <a:lnTo>
                  <a:pt x="59" y="517"/>
                </a:lnTo>
                <a:lnTo>
                  <a:pt x="59" y="516"/>
                </a:lnTo>
                <a:lnTo>
                  <a:pt x="59" y="515"/>
                </a:lnTo>
                <a:lnTo>
                  <a:pt x="60" y="515"/>
                </a:lnTo>
                <a:lnTo>
                  <a:pt x="61" y="514"/>
                </a:lnTo>
                <a:lnTo>
                  <a:pt x="61" y="513"/>
                </a:lnTo>
                <a:lnTo>
                  <a:pt x="60" y="513"/>
                </a:lnTo>
                <a:lnTo>
                  <a:pt x="60" y="512"/>
                </a:lnTo>
                <a:lnTo>
                  <a:pt x="59" y="512"/>
                </a:lnTo>
                <a:lnTo>
                  <a:pt x="59" y="511"/>
                </a:lnTo>
                <a:lnTo>
                  <a:pt x="60" y="510"/>
                </a:lnTo>
                <a:lnTo>
                  <a:pt x="61" y="510"/>
                </a:lnTo>
                <a:lnTo>
                  <a:pt x="61" y="509"/>
                </a:lnTo>
                <a:lnTo>
                  <a:pt x="62" y="509"/>
                </a:lnTo>
                <a:lnTo>
                  <a:pt x="61" y="509"/>
                </a:lnTo>
                <a:lnTo>
                  <a:pt x="61" y="508"/>
                </a:lnTo>
                <a:lnTo>
                  <a:pt x="61" y="507"/>
                </a:lnTo>
                <a:lnTo>
                  <a:pt x="62" y="507"/>
                </a:lnTo>
                <a:lnTo>
                  <a:pt x="62" y="506"/>
                </a:lnTo>
                <a:lnTo>
                  <a:pt x="61" y="506"/>
                </a:lnTo>
                <a:lnTo>
                  <a:pt x="61" y="505"/>
                </a:lnTo>
                <a:lnTo>
                  <a:pt x="61" y="504"/>
                </a:lnTo>
                <a:lnTo>
                  <a:pt x="60" y="504"/>
                </a:lnTo>
                <a:lnTo>
                  <a:pt x="60" y="503"/>
                </a:lnTo>
                <a:lnTo>
                  <a:pt x="59" y="503"/>
                </a:lnTo>
                <a:lnTo>
                  <a:pt x="58" y="503"/>
                </a:lnTo>
                <a:lnTo>
                  <a:pt x="59" y="503"/>
                </a:lnTo>
                <a:lnTo>
                  <a:pt x="58" y="502"/>
                </a:lnTo>
                <a:lnTo>
                  <a:pt x="57" y="503"/>
                </a:lnTo>
                <a:lnTo>
                  <a:pt x="57" y="502"/>
                </a:lnTo>
                <a:lnTo>
                  <a:pt x="56" y="502"/>
                </a:lnTo>
                <a:lnTo>
                  <a:pt x="55" y="502"/>
                </a:lnTo>
                <a:lnTo>
                  <a:pt x="55" y="501"/>
                </a:lnTo>
                <a:lnTo>
                  <a:pt x="54" y="501"/>
                </a:lnTo>
                <a:lnTo>
                  <a:pt x="53" y="501"/>
                </a:lnTo>
                <a:lnTo>
                  <a:pt x="52" y="501"/>
                </a:lnTo>
                <a:lnTo>
                  <a:pt x="52" y="502"/>
                </a:lnTo>
                <a:lnTo>
                  <a:pt x="51" y="502"/>
                </a:lnTo>
                <a:lnTo>
                  <a:pt x="50" y="502"/>
                </a:lnTo>
                <a:lnTo>
                  <a:pt x="49" y="503"/>
                </a:lnTo>
                <a:lnTo>
                  <a:pt x="48" y="502"/>
                </a:lnTo>
                <a:lnTo>
                  <a:pt x="49" y="499"/>
                </a:lnTo>
                <a:lnTo>
                  <a:pt x="50" y="499"/>
                </a:lnTo>
                <a:lnTo>
                  <a:pt x="51" y="499"/>
                </a:lnTo>
                <a:lnTo>
                  <a:pt x="52" y="499"/>
                </a:lnTo>
                <a:lnTo>
                  <a:pt x="53" y="498"/>
                </a:lnTo>
                <a:lnTo>
                  <a:pt x="53" y="497"/>
                </a:lnTo>
                <a:lnTo>
                  <a:pt x="53" y="496"/>
                </a:lnTo>
                <a:lnTo>
                  <a:pt x="53" y="494"/>
                </a:lnTo>
                <a:lnTo>
                  <a:pt x="52" y="494"/>
                </a:lnTo>
                <a:lnTo>
                  <a:pt x="52" y="493"/>
                </a:lnTo>
                <a:lnTo>
                  <a:pt x="51" y="493"/>
                </a:lnTo>
                <a:lnTo>
                  <a:pt x="51" y="492"/>
                </a:lnTo>
                <a:lnTo>
                  <a:pt x="50" y="492"/>
                </a:lnTo>
                <a:lnTo>
                  <a:pt x="50" y="491"/>
                </a:lnTo>
                <a:lnTo>
                  <a:pt x="49" y="491"/>
                </a:lnTo>
                <a:lnTo>
                  <a:pt x="48" y="491"/>
                </a:lnTo>
                <a:lnTo>
                  <a:pt x="47" y="491"/>
                </a:lnTo>
                <a:lnTo>
                  <a:pt x="46" y="490"/>
                </a:lnTo>
                <a:lnTo>
                  <a:pt x="46" y="487"/>
                </a:lnTo>
                <a:lnTo>
                  <a:pt x="47" y="486"/>
                </a:lnTo>
                <a:lnTo>
                  <a:pt x="47" y="484"/>
                </a:lnTo>
                <a:lnTo>
                  <a:pt x="45" y="481"/>
                </a:lnTo>
                <a:lnTo>
                  <a:pt x="44" y="480"/>
                </a:lnTo>
                <a:lnTo>
                  <a:pt x="43" y="480"/>
                </a:lnTo>
                <a:lnTo>
                  <a:pt x="42" y="478"/>
                </a:lnTo>
                <a:lnTo>
                  <a:pt x="43" y="477"/>
                </a:lnTo>
                <a:lnTo>
                  <a:pt x="40" y="474"/>
                </a:lnTo>
                <a:lnTo>
                  <a:pt x="40" y="473"/>
                </a:lnTo>
                <a:lnTo>
                  <a:pt x="39" y="473"/>
                </a:lnTo>
                <a:lnTo>
                  <a:pt x="38" y="473"/>
                </a:lnTo>
                <a:lnTo>
                  <a:pt x="37" y="473"/>
                </a:lnTo>
                <a:lnTo>
                  <a:pt x="37" y="472"/>
                </a:lnTo>
                <a:lnTo>
                  <a:pt x="38" y="471"/>
                </a:lnTo>
                <a:lnTo>
                  <a:pt x="38" y="466"/>
                </a:lnTo>
                <a:lnTo>
                  <a:pt x="36" y="464"/>
                </a:lnTo>
                <a:lnTo>
                  <a:pt x="33" y="461"/>
                </a:lnTo>
                <a:lnTo>
                  <a:pt x="32" y="461"/>
                </a:lnTo>
                <a:lnTo>
                  <a:pt x="32" y="460"/>
                </a:lnTo>
                <a:lnTo>
                  <a:pt x="32" y="459"/>
                </a:lnTo>
                <a:lnTo>
                  <a:pt x="33" y="459"/>
                </a:lnTo>
                <a:lnTo>
                  <a:pt x="33" y="457"/>
                </a:lnTo>
                <a:lnTo>
                  <a:pt x="34" y="455"/>
                </a:lnTo>
                <a:lnTo>
                  <a:pt x="33" y="455"/>
                </a:lnTo>
                <a:lnTo>
                  <a:pt x="32" y="455"/>
                </a:lnTo>
                <a:lnTo>
                  <a:pt x="31" y="455"/>
                </a:lnTo>
                <a:lnTo>
                  <a:pt x="29" y="455"/>
                </a:lnTo>
                <a:lnTo>
                  <a:pt x="27" y="454"/>
                </a:lnTo>
                <a:lnTo>
                  <a:pt x="24" y="452"/>
                </a:lnTo>
                <a:lnTo>
                  <a:pt x="24" y="451"/>
                </a:lnTo>
                <a:lnTo>
                  <a:pt x="22" y="451"/>
                </a:lnTo>
                <a:lnTo>
                  <a:pt x="21" y="451"/>
                </a:lnTo>
                <a:lnTo>
                  <a:pt x="19" y="450"/>
                </a:lnTo>
                <a:lnTo>
                  <a:pt x="19" y="449"/>
                </a:lnTo>
                <a:lnTo>
                  <a:pt x="18" y="449"/>
                </a:lnTo>
                <a:lnTo>
                  <a:pt x="18" y="448"/>
                </a:lnTo>
                <a:lnTo>
                  <a:pt x="17" y="448"/>
                </a:lnTo>
                <a:lnTo>
                  <a:pt x="15" y="448"/>
                </a:lnTo>
                <a:lnTo>
                  <a:pt x="13" y="448"/>
                </a:lnTo>
                <a:lnTo>
                  <a:pt x="12" y="448"/>
                </a:lnTo>
                <a:lnTo>
                  <a:pt x="11" y="448"/>
                </a:lnTo>
                <a:lnTo>
                  <a:pt x="10" y="447"/>
                </a:lnTo>
                <a:lnTo>
                  <a:pt x="8" y="446"/>
                </a:lnTo>
                <a:lnTo>
                  <a:pt x="8" y="445"/>
                </a:lnTo>
                <a:lnTo>
                  <a:pt x="8" y="442"/>
                </a:lnTo>
                <a:lnTo>
                  <a:pt x="8" y="440"/>
                </a:lnTo>
                <a:lnTo>
                  <a:pt x="9" y="439"/>
                </a:lnTo>
                <a:lnTo>
                  <a:pt x="10" y="438"/>
                </a:lnTo>
                <a:lnTo>
                  <a:pt x="10" y="437"/>
                </a:lnTo>
                <a:lnTo>
                  <a:pt x="9" y="437"/>
                </a:lnTo>
                <a:lnTo>
                  <a:pt x="8" y="436"/>
                </a:lnTo>
                <a:lnTo>
                  <a:pt x="7" y="435"/>
                </a:lnTo>
                <a:lnTo>
                  <a:pt x="7" y="434"/>
                </a:lnTo>
                <a:lnTo>
                  <a:pt x="6" y="434"/>
                </a:lnTo>
                <a:lnTo>
                  <a:pt x="6" y="433"/>
                </a:lnTo>
                <a:lnTo>
                  <a:pt x="7" y="429"/>
                </a:lnTo>
                <a:lnTo>
                  <a:pt x="8" y="429"/>
                </a:lnTo>
                <a:lnTo>
                  <a:pt x="8" y="428"/>
                </a:lnTo>
                <a:lnTo>
                  <a:pt x="9" y="428"/>
                </a:lnTo>
                <a:lnTo>
                  <a:pt x="9" y="429"/>
                </a:lnTo>
                <a:lnTo>
                  <a:pt x="10" y="429"/>
                </a:lnTo>
                <a:lnTo>
                  <a:pt x="10" y="427"/>
                </a:lnTo>
                <a:lnTo>
                  <a:pt x="10" y="426"/>
                </a:lnTo>
                <a:lnTo>
                  <a:pt x="11" y="426"/>
                </a:lnTo>
                <a:lnTo>
                  <a:pt x="11" y="425"/>
                </a:lnTo>
                <a:lnTo>
                  <a:pt x="12" y="425"/>
                </a:lnTo>
                <a:lnTo>
                  <a:pt x="12" y="424"/>
                </a:lnTo>
                <a:lnTo>
                  <a:pt x="11" y="424"/>
                </a:lnTo>
                <a:lnTo>
                  <a:pt x="11" y="423"/>
                </a:lnTo>
                <a:lnTo>
                  <a:pt x="10" y="423"/>
                </a:lnTo>
                <a:lnTo>
                  <a:pt x="9" y="423"/>
                </a:lnTo>
                <a:lnTo>
                  <a:pt x="9" y="422"/>
                </a:lnTo>
                <a:lnTo>
                  <a:pt x="9" y="421"/>
                </a:lnTo>
                <a:lnTo>
                  <a:pt x="9" y="420"/>
                </a:lnTo>
                <a:lnTo>
                  <a:pt x="8" y="419"/>
                </a:lnTo>
                <a:lnTo>
                  <a:pt x="9" y="418"/>
                </a:lnTo>
                <a:lnTo>
                  <a:pt x="9" y="417"/>
                </a:lnTo>
                <a:lnTo>
                  <a:pt x="9" y="415"/>
                </a:lnTo>
                <a:lnTo>
                  <a:pt x="10" y="414"/>
                </a:lnTo>
                <a:lnTo>
                  <a:pt x="11" y="413"/>
                </a:lnTo>
                <a:lnTo>
                  <a:pt x="13" y="413"/>
                </a:lnTo>
                <a:lnTo>
                  <a:pt x="14" y="411"/>
                </a:lnTo>
                <a:lnTo>
                  <a:pt x="14" y="410"/>
                </a:lnTo>
                <a:lnTo>
                  <a:pt x="13" y="410"/>
                </a:lnTo>
                <a:lnTo>
                  <a:pt x="13" y="409"/>
                </a:lnTo>
                <a:lnTo>
                  <a:pt x="13" y="408"/>
                </a:lnTo>
                <a:lnTo>
                  <a:pt x="14" y="407"/>
                </a:lnTo>
                <a:lnTo>
                  <a:pt x="15" y="406"/>
                </a:lnTo>
                <a:lnTo>
                  <a:pt x="15" y="405"/>
                </a:lnTo>
                <a:lnTo>
                  <a:pt x="16" y="405"/>
                </a:lnTo>
                <a:lnTo>
                  <a:pt x="19" y="405"/>
                </a:lnTo>
                <a:lnTo>
                  <a:pt x="20" y="406"/>
                </a:lnTo>
                <a:lnTo>
                  <a:pt x="21" y="406"/>
                </a:lnTo>
                <a:lnTo>
                  <a:pt x="22" y="405"/>
                </a:lnTo>
                <a:lnTo>
                  <a:pt x="23" y="405"/>
                </a:lnTo>
                <a:lnTo>
                  <a:pt x="24" y="404"/>
                </a:lnTo>
                <a:lnTo>
                  <a:pt x="24" y="403"/>
                </a:lnTo>
                <a:lnTo>
                  <a:pt x="23" y="402"/>
                </a:lnTo>
                <a:lnTo>
                  <a:pt x="23" y="401"/>
                </a:lnTo>
                <a:lnTo>
                  <a:pt x="23" y="399"/>
                </a:lnTo>
                <a:lnTo>
                  <a:pt x="24" y="399"/>
                </a:lnTo>
                <a:lnTo>
                  <a:pt x="25" y="399"/>
                </a:lnTo>
                <a:lnTo>
                  <a:pt x="26" y="400"/>
                </a:lnTo>
                <a:lnTo>
                  <a:pt x="27" y="400"/>
                </a:lnTo>
                <a:lnTo>
                  <a:pt x="27" y="401"/>
                </a:lnTo>
                <a:lnTo>
                  <a:pt x="28" y="400"/>
                </a:lnTo>
                <a:lnTo>
                  <a:pt x="29" y="399"/>
                </a:lnTo>
                <a:lnTo>
                  <a:pt x="29" y="398"/>
                </a:lnTo>
                <a:lnTo>
                  <a:pt x="30" y="395"/>
                </a:lnTo>
                <a:lnTo>
                  <a:pt x="31" y="394"/>
                </a:lnTo>
                <a:lnTo>
                  <a:pt x="32" y="394"/>
                </a:lnTo>
                <a:lnTo>
                  <a:pt x="33" y="394"/>
                </a:lnTo>
                <a:lnTo>
                  <a:pt x="34" y="394"/>
                </a:lnTo>
                <a:lnTo>
                  <a:pt x="34" y="393"/>
                </a:lnTo>
                <a:lnTo>
                  <a:pt x="34" y="392"/>
                </a:lnTo>
                <a:lnTo>
                  <a:pt x="34" y="391"/>
                </a:lnTo>
                <a:lnTo>
                  <a:pt x="34" y="390"/>
                </a:lnTo>
                <a:lnTo>
                  <a:pt x="35" y="389"/>
                </a:lnTo>
                <a:lnTo>
                  <a:pt x="36" y="389"/>
                </a:lnTo>
                <a:lnTo>
                  <a:pt x="36" y="388"/>
                </a:lnTo>
                <a:lnTo>
                  <a:pt x="36" y="387"/>
                </a:lnTo>
                <a:lnTo>
                  <a:pt x="35" y="386"/>
                </a:lnTo>
                <a:lnTo>
                  <a:pt x="34" y="386"/>
                </a:lnTo>
                <a:lnTo>
                  <a:pt x="33" y="386"/>
                </a:lnTo>
                <a:lnTo>
                  <a:pt x="32" y="385"/>
                </a:lnTo>
                <a:lnTo>
                  <a:pt x="31" y="385"/>
                </a:lnTo>
                <a:lnTo>
                  <a:pt x="31" y="384"/>
                </a:lnTo>
                <a:lnTo>
                  <a:pt x="31" y="383"/>
                </a:lnTo>
                <a:lnTo>
                  <a:pt x="30" y="383"/>
                </a:lnTo>
                <a:lnTo>
                  <a:pt x="30" y="382"/>
                </a:lnTo>
                <a:lnTo>
                  <a:pt x="29" y="382"/>
                </a:lnTo>
                <a:lnTo>
                  <a:pt x="29" y="381"/>
                </a:lnTo>
                <a:lnTo>
                  <a:pt x="29" y="379"/>
                </a:lnTo>
                <a:lnTo>
                  <a:pt x="29" y="377"/>
                </a:lnTo>
                <a:lnTo>
                  <a:pt x="28" y="376"/>
                </a:lnTo>
                <a:lnTo>
                  <a:pt x="28" y="374"/>
                </a:lnTo>
                <a:lnTo>
                  <a:pt x="28" y="372"/>
                </a:lnTo>
                <a:lnTo>
                  <a:pt x="29" y="371"/>
                </a:lnTo>
                <a:lnTo>
                  <a:pt x="29" y="370"/>
                </a:lnTo>
                <a:lnTo>
                  <a:pt x="30" y="370"/>
                </a:lnTo>
                <a:lnTo>
                  <a:pt x="31" y="371"/>
                </a:lnTo>
                <a:lnTo>
                  <a:pt x="32" y="370"/>
                </a:lnTo>
                <a:lnTo>
                  <a:pt x="33" y="370"/>
                </a:lnTo>
                <a:lnTo>
                  <a:pt x="33" y="369"/>
                </a:lnTo>
                <a:lnTo>
                  <a:pt x="33" y="368"/>
                </a:lnTo>
                <a:lnTo>
                  <a:pt x="35" y="367"/>
                </a:lnTo>
                <a:lnTo>
                  <a:pt x="36" y="367"/>
                </a:lnTo>
                <a:lnTo>
                  <a:pt x="37" y="365"/>
                </a:lnTo>
                <a:lnTo>
                  <a:pt x="38" y="364"/>
                </a:lnTo>
                <a:lnTo>
                  <a:pt x="39" y="363"/>
                </a:lnTo>
                <a:lnTo>
                  <a:pt x="40" y="363"/>
                </a:lnTo>
                <a:lnTo>
                  <a:pt x="41" y="363"/>
                </a:lnTo>
                <a:lnTo>
                  <a:pt x="42" y="363"/>
                </a:lnTo>
                <a:lnTo>
                  <a:pt x="43" y="363"/>
                </a:lnTo>
                <a:lnTo>
                  <a:pt x="43" y="362"/>
                </a:lnTo>
                <a:lnTo>
                  <a:pt x="43" y="361"/>
                </a:lnTo>
                <a:lnTo>
                  <a:pt x="44" y="360"/>
                </a:lnTo>
                <a:lnTo>
                  <a:pt x="46" y="359"/>
                </a:lnTo>
                <a:lnTo>
                  <a:pt x="46" y="360"/>
                </a:lnTo>
                <a:lnTo>
                  <a:pt x="47" y="360"/>
                </a:lnTo>
                <a:lnTo>
                  <a:pt x="48" y="360"/>
                </a:lnTo>
                <a:lnTo>
                  <a:pt x="49" y="360"/>
                </a:lnTo>
                <a:lnTo>
                  <a:pt x="49" y="359"/>
                </a:lnTo>
                <a:lnTo>
                  <a:pt x="49" y="358"/>
                </a:lnTo>
                <a:lnTo>
                  <a:pt x="50" y="357"/>
                </a:lnTo>
                <a:lnTo>
                  <a:pt x="51" y="357"/>
                </a:lnTo>
                <a:lnTo>
                  <a:pt x="52" y="357"/>
                </a:lnTo>
                <a:lnTo>
                  <a:pt x="53" y="357"/>
                </a:lnTo>
                <a:lnTo>
                  <a:pt x="53" y="356"/>
                </a:lnTo>
                <a:lnTo>
                  <a:pt x="54" y="356"/>
                </a:lnTo>
                <a:lnTo>
                  <a:pt x="54" y="357"/>
                </a:lnTo>
                <a:lnTo>
                  <a:pt x="55" y="359"/>
                </a:lnTo>
                <a:lnTo>
                  <a:pt x="55" y="360"/>
                </a:lnTo>
                <a:lnTo>
                  <a:pt x="56" y="360"/>
                </a:lnTo>
                <a:lnTo>
                  <a:pt x="57" y="360"/>
                </a:lnTo>
                <a:lnTo>
                  <a:pt x="57" y="361"/>
                </a:lnTo>
                <a:lnTo>
                  <a:pt x="58" y="361"/>
                </a:lnTo>
                <a:lnTo>
                  <a:pt x="58" y="362"/>
                </a:lnTo>
                <a:lnTo>
                  <a:pt x="59" y="362"/>
                </a:lnTo>
                <a:lnTo>
                  <a:pt x="59" y="363"/>
                </a:lnTo>
                <a:lnTo>
                  <a:pt x="59" y="364"/>
                </a:lnTo>
                <a:lnTo>
                  <a:pt x="60" y="365"/>
                </a:lnTo>
                <a:lnTo>
                  <a:pt x="62" y="365"/>
                </a:lnTo>
                <a:lnTo>
                  <a:pt x="63" y="365"/>
                </a:lnTo>
                <a:lnTo>
                  <a:pt x="63" y="364"/>
                </a:lnTo>
                <a:lnTo>
                  <a:pt x="64" y="363"/>
                </a:lnTo>
                <a:lnTo>
                  <a:pt x="65" y="363"/>
                </a:lnTo>
                <a:lnTo>
                  <a:pt x="66" y="364"/>
                </a:lnTo>
                <a:lnTo>
                  <a:pt x="67" y="365"/>
                </a:lnTo>
                <a:lnTo>
                  <a:pt x="68" y="365"/>
                </a:lnTo>
                <a:lnTo>
                  <a:pt x="68" y="364"/>
                </a:lnTo>
                <a:lnTo>
                  <a:pt x="69" y="364"/>
                </a:lnTo>
                <a:lnTo>
                  <a:pt x="68" y="364"/>
                </a:lnTo>
                <a:lnTo>
                  <a:pt x="69" y="363"/>
                </a:lnTo>
                <a:lnTo>
                  <a:pt x="70" y="363"/>
                </a:lnTo>
                <a:lnTo>
                  <a:pt x="71" y="363"/>
                </a:lnTo>
                <a:lnTo>
                  <a:pt x="72" y="362"/>
                </a:lnTo>
                <a:lnTo>
                  <a:pt x="73" y="362"/>
                </a:lnTo>
                <a:lnTo>
                  <a:pt x="74" y="362"/>
                </a:lnTo>
                <a:lnTo>
                  <a:pt x="75" y="362"/>
                </a:lnTo>
                <a:lnTo>
                  <a:pt x="76" y="362"/>
                </a:lnTo>
                <a:lnTo>
                  <a:pt x="77" y="362"/>
                </a:lnTo>
                <a:lnTo>
                  <a:pt x="78" y="362"/>
                </a:lnTo>
                <a:lnTo>
                  <a:pt x="79" y="362"/>
                </a:lnTo>
                <a:lnTo>
                  <a:pt x="80" y="362"/>
                </a:lnTo>
                <a:lnTo>
                  <a:pt x="81" y="362"/>
                </a:lnTo>
                <a:lnTo>
                  <a:pt x="82" y="361"/>
                </a:lnTo>
                <a:lnTo>
                  <a:pt x="82" y="360"/>
                </a:lnTo>
                <a:lnTo>
                  <a:pt x="82" y="359"/>
                </a:lnTo>
                <a:lnTo>
                  <a:pt x="83" y="359"/>
                </a:lnTo>
                <a:lnTo>
                  <a:pt x="83" y="358"/>
                </a:lnTo>
                <a:lnTo>
                  <a:pt x="82" y="358"/>
                </a:lnTo>
                <a:lnTo>
                  <a:pt x="82" y="357"/>
                </a:lnTo>
                <a:lnTo>
                  <a:pt x="82" y="356"/>
                </a:lnTo>
                <a:lnTo>
                  <a:pt x="82" y="355"/>
                </a:lnTo>
                <a:lnTo>
                  <a:pt x="83" y="355"/>
                </a:lnTo>
                <a:lnTo>
                  <a:pt x="83" y="354"/>
                </a:lnTo>
                <a:lnTo>
                  <a:pt x="83" y="353"/>
                </a:lnTo>
                <a:lnTo>
                  <a:pt x="84" y="352"/>
                </a:lnTo>
                <a:lnTo>
                  <a:pt x="85" y="352"/>
                </a:lnTo>
                <a:lnTo>
                  <a:pt x="86" y="352"/>
                </a:lnTo>
                <a:lnTo>
                  <a:pt x="86" y="351"/>
                </a:lnTo>
                <a:lnTo>
                  <a:pt x="87" y="352"/>
                </a:lnTo>
                <a:lnTo>
                  <a:pt x="88" y="352"/>
                </a:lnTo>
                <a:lnTo>
                  <a:pt x="89" y="352"/>
                </a:lnTo>
                <a:lnTo>
                  <a:pt x="89" y="351"/>
                </a:lnTo>
                <a:lnTo>
                  <a:pt x="89" y="350"/>
                </a:lnTo>
                <a:lnTo>
                  <a:pt x="90" y="350"/>
                </a:lnTo>
                <a:lnTo>
                  <a:pt x="91" y="351"/>
                </a:lnTo>
                <a:lnTo>
                  <a:pt x="91" y="350"/>
                </a:lnTo>
                <a:lnTo>
                  <a:pt x="92" y="349"/>
                </a:lnTo>
                <a:lnTo>
                  <a:pt x="92" y="348"/>
                </a:lnTo>
                <a:lnTo>
                  <a:pt x="92" y="347"/>
                </a:lnTo>
                <a:lnTo>
                  <a:pt x="91" y="347"/>
                </a:lnTo>
                <a:lnTo>
                  <a:pt x="90" y="347"/>
                </a:lnTo>
                <a:lnTo>
                  <a:pt x="90" y="346"/>
                </a:lnTo>
                <a:lnTo>
                  <a:pt x="89" y="346"/>
                </a:lnTo>
                <a:lnTo>
                  <a:pt x="88" y="346"/>
                </a:lnTo>
                <a:lnTo>
                  <a:pt x="87" y="346"/>
                </a:lnTo>
                <a:lnTo>
                  <a:pt x="87" y="345"/>
                </a:lnTo>
                <a:lnTo>
                  <a:pt x="87" y="344"/>
                </a:lnTo>
                <a:lnTo>
                  <a:pt x="88" y="344"/>
                </a:lnTo>
                <a:lnTo>
                  <a:pt x="88" y="343"/>
                </a:lnTo>
                <a:lnTo>
                  <a:pt x="88" y="342"/>
                </a:lnTo>
                <a:lnTo>
                  <a:pt x="87" y="342"/>
                </a:lnTo>
                <a:lnTo>
                  <a:pt x="87" y="341"/>
                </a:lnTo>
                <a:lnTo>
                  <a:pt x="88" y="340"/>
                </a:lnTo>
                <a:lnTo>
                  <a:pt x="88" y="339"/>
                </a:lnTo>
                <a:lnTo>
                  <a:pt x="88" y="338"/>
                </a:lnTo>
                <a:lnTo>
                  <a:pt x="88" y="337"/>
                </a:lnTo>
                <a:lnTo>
                  <a:pt x="89" y="337"/>
                </a:lnTo>
                <a:lnTo>
                  <a:pt x="90" y="337"/>
                </a:lnTo>
                <a:lnTo>
                  <a:pt x="90" y="336"/>
                </a:lnTo>
                <a:lnTo>
                  <a:pt x="91" y="336"/>
                </a:lnTo>
                <a:lnTo>
                  <a:pt x="91" y="335"/>
                </a:lnTo>
                <a:lnTo>
                  <a:pt x="92" y="335"/>
                </a:lnTo>
                <a:lnTo>
                  <a:pt x="92" y="334"/>
                </a:lnTo>
                <a:lnTo>
                  <a:pt x="91" y="333"/>
                </a:lnTo>
                <a:lnTo>
                  <a:pt x="92" y="332"/>
                </a:lnTo>
                <a:lnTo>
                  <a:pt x="92" y="331"/>
                </a:lnTo>
                <a:lnTo>
                  <a:pt x="92" y="330"/>
                </a:lnTo>
                <a:lnTo>
                  <a:pt x="92" y="329"/>
                </a:lnTo>
                <a:lnTo>
                  <a:pt x="92" y="328"/>
                </a:lnTo>
                <a:lnTo>
                  <a:pt x="93" y="327"/>
                </a:lnTo>
                <a:lnTo>
                  <a:pt x="93" y="326"/>
                </a:lnTo>
                <a:lnTo>
                  <a:pt x="94" y="326"/>
                </a:lnTo>
                <a:lnTo>
                  <a:pt x="94" y="324"/>
                </a:lnTo>
                <a:lnTo>
                  <a:pt x="95" y="323"/>
                </a:lnTo>
                <a:lnTo>
                  <a:pt x="95" y="322"/>
                </a:lnTo>
                <a:lnTo>
                  <a:pt x="94" y="322"/>
                </a:lnTo>
                <a:lnTo>
                  <a:pt x="94" y="321"/>
                </a:lnTo>
                <a:lnTo>
                  <a:pt x="95" y="321"/>
                </a:lnTo>
                <a:lnTo>
                  <a:pt x="96" y="321"/>
                </a:lnTo>
                <a:lnTo>
                  <a:pt x="96" y="320"/>
                </a:lnTo>
                <a:lnTo>
                  <a:pt x="97" y="320"/>
                </a:lnTo>
                <a:lnTo>
                  <a:pt x="98" y="318"/>
                </a:lnTo>
                <a:lnTo>
                  <a:pt x="97" y="318"/>
                </a:lnTo>
                <a:lnTo>
                  <a:pt x="97" y="317"/>
                </a:lnTo>
                <a:lnTo>
                  <a:pt x="98" y="317"/>
                </a:lnTo>
                <a:lnTo>
                  <a:pt x="98" y="316"/>
                </a:lnTo>
                <a:lnTo>
                  <a:pt x="99" y="316"/>
                </a:lnTo>
                <a:lnTo>
                  <a:pt x="99" y="315"/>
                </a:lnTo>
                <a:lnTo>
                  <a:pt x="99" y="314"/>
                </a:lnTo>
                <a:lnTo>
                  <a:pt x="99" y="313"/>
                </a:lnTo>
                <a:lnTo>
                  <a:pt x="100" y="313"/>
                </a:lnTo>
                <a:lnTo>
                  <a:pt x="100" y="312"/>
                </a:lnTo>
                <a:lnTo>
                  <a:pt x="100" y="311"/>
                </a:lnTo>
                <a:lnTo>
                  <a:pt x="99" y="310"/>
                </a:lnTo>
                <a:lnTo>
                  <a:pt x="98" y="311"/>
                </a:lnTo>
                <a:lnTo>
                  <a:pt x="97" y="311"/>
                </a:lnTo>
                <a:lnTo>
                  <a:pt x="97" y="312"/>
                </a:lnTo>
                <a:lnTo>
                  <a:pt x="96" y="312"/>
                </a:lnTo>
                <a:lnTo>
                  <a:pt x="95" y="311"/>
                </a:lnTo>
                <a:lnTo>
                  <a:pt x="95" y="310"/>
                </a:lnTo>
                <a:lnTo>
                  <a:pt x="95" y="309"/>
                </a:lnTo>
                <a:lnTo>
                  <a:pt x="94" y="308"/>
                </a:lnTo>
                <a:lnTo>
                  <a:pt x="93" y="308"/>
                </a:lnTo>
                <a:lnTo>
                  <a:pt x="92" y="308"/>
                </a:lnTo>
                <a:lnTo>
                  <a:pt x="91" y="307"/>
                </a:lnTo>
                <a:lnTo>
                  <a:pt x="90" y="307"/>
                </a:lnTo>
                <a:lnTo>
                  <a:pt x="90" y="308"/>
                </a:lnTo>
                <a:lnTo>
                  <a:pt x="88" y="308"/>
                </a:lnTo>
                <a:lnTo>
                  <a:pt x="88" y="307"/>
                </a:lnTo>
                <a:lnTo>
                  <a:pt x="87" y="307"/>
                </a:lnTo>
                <a:lnTo>
                  <a:pt x="88" y="306"/>
                </a:lnTo>
                <a:lnTo>
                  <a:pt x="87" y="305"/>
                </a:lnTo>
                <a:lnTo>
                  <a:pt x="86" y="304"/>
                </a:lnTo>
                <a:lnTo>
                  <a:pt x="85" y="304"/>
                </a:lnTo>
                <a:lnTo>
                  <a:pt x="85" y="303"/>
                </a:lnTo>
                <a:lnTo>
                  <a:pt x="85" y="302"/>
                </a:lnTo>
                <a:lnTo>
                  <a:pt x="86" y="302"/>
                </a:lnTo>
                <a:lnTo>
                  <a:pt x="85" y="302"/>
                </a:lnTo>
                <a:lnTo>
                  <a:pt x="85" y="301"/>
                </a:lnTo>
                <a:lnTo>
                  <a:pt x="86" y="301"/>
                </a:lnTo>
                <a:lnTo>
                  <a:pt x="86" y="300"/>
                </a:lnTo>
                <a:lnTo>
                  <a:pt x="86" y="299"/>
                </a:lnTo>
                <a:lnTo>
                  <a:pt x="85" y="299"/>
                </a:lnTo>
                <a:lnTo>
                  <a:pt x="86" y="299"/>
                </a:lnTo>
                <a:lnTo>
                  <a:pt x="86" y="297"/>
                </a:lnTo>
                <a:lnTo>
                  <a:pt x="86" y="296"/>
                </a:lnTo>
                <a:lnTo>
                  <a:pt x="86" y="295"/>
                </a:lnTo>
                <a:lnTo>
                  <a:pt x="86" y="294"/>
                </a:lnTo>
                <a:lnTo>
                  <a:pt x="86" y="293"/>
                </a:lnTo>
                <a:lnTo>
                  <a:pt x="86" y="292"/>
                </a:lnTo>
                <a:lnTo>
                  <a:pt x="86" y="291"/>
                </a:lnTo>
                <a:lnTo>
                  <a:pt x="87" y="291"/>
                </a:lnTo>
                <a:lnTo>
                  <a:pt x="87" y="290"/>
                </a:lnTo>
                <a:lnTo>
                  <a:pt x="86" y="290"/>
                </a:lnTo>
                <a:lnTo>
                  <a:pt x="86" y="289"/>
                </a:lnTo>
                <a:lnTo>
                  <a:pt x="85" y="288"/>
                </a:lnTo>
                <a:lnTo>
                  <a:pt x="85" y="287"/>
                </a:lnTo>
                <a:lnTo>
                  <a:pt x="84" y="286"/>
                </a:lnTo>
                <a:lnTo>
                  <a:pt x="85" y="286"/>
                </a:lnTo>
                <a:lnTo>
                  <a:pt x="85" y="285"/>
                </a:lnTo>
                <a:lnTo>
                  <a:pt x="86" y="285"/>
                </a:lnTo>
                <a:lnTo>
                  <a:pt x="85" y="284"/>
                </a:lnTo>
                <a:lnTo>
                  <a:pt x="85" y="283"/>
                </a:lnTo>
                <a:lnTo>
                  <a:pt x="85" y="282"/>
                </a:lnTo>
                <a:lnTo>
                  <a:pt x="85" y="281"/>
                </a:lnTo>
                <a:lnTo>
                  <a:pt x="84" y="281"/>
                </a:lnTo>
                <a:lnTo>
                  <a:pt x="83" y="281"/>
                </a:lnTo>
                <a:lnTo>
                  <a:pt x="82" y="281"/>
                </a:lnTo>
                <a:lnTo>
                  <a:pt x="81" y="281"/>
                </a:lnTo>
                <a:lnTo>
                  <a:pt x="81" y="282"/>
                </a:lnTo>
                <a:lnTo>
                  <a:pt x="80" y="281"/>
                </a:lnTo>
                <a:lnTo>
                  <a:pt x="79" y="281"/>
                </a:lnTo>
                <a:lnTo>
                  <a:pt x="78" y="281"/>
                </a:lnTo>
                <a:lnTo>
                  <a:pt x="78" y="282"/>
                </a:lnTo>
                <a:lnTo>
                  <a:pt x="77" y="282"/>
                </a:lnTo>
                <a:lnTo>
                  <a:pt x="76" y="282"/>
                </a:lnTo>
                <a:lnTo>
                  <a:pt x="75" y="282"/>
                </a:lnTo>
                <a:lnTo>
                  <a:pt x="75" y="281"/>
                </a:lnTo>
                <a:lnTo>
                  <a:pt x="74" y="280"/>
                </a:lnTo>
                <a:lnTo>
                  <a:pt x="74" y="281"/>
                </a:lnTo>
                <a:lnTo>
                  <a:pt x="73" y="281"/>
                </a:lnTo>
                <a:lnTo>
                  <a:pt x="72" y="281"/>
                </a:lnTo>
                <a:lnTo>
                  <a:pt x="71" y="281"/>
                </a:lnTo>
                <a:lnTo>
                  <a:pt x="71" y="282"/>
                </a:lnTo>
                <a:lnTo>
                  <a:pt x="70" y="282"/>
                </a:lnTo>
                <a:lnTo>
                  <a:pt x="69" y="282"/>
                </a:lnTo>
                <a:lnTo>
                  <a:pt x="70" y="282"/>
                </a:lnTo>
                <a:lnTo>
                  <a:pt x="70" y="283"/>
                </a:lnTo>
                <a:lnTo>
                  <a:pt x="69" y="283"/>
                </a:lnTo>
                <a:lnTo>
                  <a:pt x="69" y="282"/>
                </a:lnTo>
                <a:lnTo>
                  <a:pt x="69" y="281"/>
                </a:lnTo>
                <a:lnTo>
                  <a:pt x="69" y="282"/>
                </a:lnTo>
                <a:lnTo>
                  <a:pt x="68" y="281"/>
                </a:lnTo>
                <a:lnTo>
                  <a:pt x="67" y="281"/>
                </a:lnTo>
                <a:lnTo>
                  <a:pt x="67" y="280"/>
                </a:lnTo>
                <a:lnTo>
                  <a:pt x="68" y="279"/>
                </a:lnTo>
                <a:lnTo>
                  <a:pt x="69" y="278"/>
                </a:lnTo>
                <a:lnTo>
                  <a:pt x="70" y="278"/>
                </a:lnTo>
                <a:lnTo>
                  <a:pt x="70" y="277"/>
                </a:lnTo>
                <a:lnTo>
                  <a:pt x="69" y="276"/>
                </a:lnTo>
                <a:lnTo>
                  <a:pt x="68" y="276"/>
                </a:lnTo>
                <a:lnTo>
                  <a:pt x="68" y="277"/>
                </a:lnTo>
                <a:lnTo>
                  <a:pt x="67" y="277"/>
                </a:lnTo>
                <a:lnTo>
                  <a:pt x="66" y="277"/>
                </a:lnTo>
                <a:lnTo>
                  <a:pt x="65" y="278"/>
                </a:lnTo>
                <a:lnTo>
                  <a:pt x="63" y="278"/>
                </a:lnTo>
                <a:lnTo>
                  <a:pt x="62" y="278"/>
                </a:lnTo>
                <a:lnTo>
                  <a:pt x="62" y="277"/>
                </a:lnTo>
                <a:lnTo>
                  <a:pt x="61" y="277"/>
                </a:lnTo>
                <a:lnTo>
                  <a:pt x="60" y="277"/>
                </a:lnTo>
                <a:lnTo>
                  <a:pt x="58" y="277"/>
                </a:lnTo>
                <a:lnTo>
                  <a:pt x="57" y="277"/>
                </a:lnTo>
                <a:lnTo>
                  <a:pt x="57" y="276"/>
                </a:lnTo>
                <a:lnTo>
                  <a:pt x="56" y="276"/>
                </a:lnTo>
                <a:lnTo>
                  <a:pt x="56" y="275"/>
                </a:lnTo>
                <a:lnTo>
                  <a:pt x="55" y="275"/>
                </a:lnTo>
                <a:lnTo>
                  <a:pt x="55" y="276"/>
                </a:lnTo>
                <a:lnTo>
                  <a:pt x="54" y="276"/>
                </a:lnTo>
                <a:lnTo>
                  <a:pt x="53" y="276"/>
                </a:lnTo>
                <a:lnTo>
                  <a:pt x="53" y="275"/>
                </a:lnTo>
                <a:lnTo>
                  <a:pt x="53" y="274"/>
                </a:lnTo>
                <a:lnTo>
                  <a:pt x="52" y="274"/>
                </a:lnTo>
                <a:lnTo>
                  <a:pt x="52" y="273"/>
                </a:lnTo>
                <a:lnTo>
                  <a:pt x="52" y="272"/>
                </a:lnTo>
                <a:lnTo>
                  <a:pt x="52" y="271"/>
                </a:lnTo>
                <a:lnTo>
                  <a:pt x="51" y="271"/>
                </a:lnTo>
                <a:lnTo>
                  <a:pt x="52" y="270"/>
                </a:lnTo>
                <a:lnTo>
                  <a:pt x="52" y="269"/>
                </a:lnTo>
                <a:lnTo>
                  <a:pt x="51" y="269"/>
                </a:lnTo>
                <a:lnTo>
                  <a:pt x="51" y="268"/>
                </a:lnTo>
                <a:lnTo>
                  <a:pt x="50" y="268"/>
                </a:lnTo>
                <a:lnTo>
                  <a:pt x="49" y="268"/>
                </a:lnTo>
                <a:lnTo>
                  <a:pt x="48" y="268"/>
                </a:lnTo>
                <a:lnTo>
                  <a:pt x="46" y="267"/>
                </a:lnTo>
                <a:lnTo>
                  <a:pt x="45" y="267"/>
                </a:lnTo>
                <a:lnTo>
                  <a:pt x="44" y="267"/>
                </a:lnTo>
                <a:lnTo>
                  <a:pt x="43" y="267"/>
                </a:lnTo>
                <a:lnTo>
                  <a:pt x="42" y="267"/>
                </a:lnTo>
                <a:lnTo>
                  <a:pt x="41" y="267"/>
                </a:lnTo>
                <a:lnTo>
                  <a:pt x="41" y="266"/>
                </a:lnTo>
                <a:lnTo>
                  <a:pt x="41" y="265"/>
                </a:lnTo>
                <a:lnTo>
                  <a:pt x="42" y="265"/>
                </a:lnTo>
                <a:lnTo>
                  <a:pt x="43" y="265"/>
                </a:lnTo>
                <a:lnTo>
                  <a:pt x="45" y="265"/>
                </a:lnTo>
                <a:lnTo>
                  <a:pt x="45" y="264"/>
                </a:lnTo>
                <a:lnTo>
                  <a:pt x="46" y="264"/>
                </a:lnTo>
                <a:lnTo>
                  <a:pt x="46" y="263"/>
                </a:lnTo>
                <a:lnTo>
                  <a:pt x="46" y="262"/>
                </a:lnTo>
                <a:lnTo>
                  <a:pt x="47" y="262"/>
                </a:lnTo>
                <a:lnTo>
                  <a:pt x="47" y="261"/>
                </a:lnTo>
                <a:lnTo>
                  <a:pt x="47" y="260"/>
                </a:lnTo>
                <a:lnTo>
                  <a:pt x="47" y="258"/>
                </a:lnTo>
                <a:lnTo>
                  <a:pt x="47" y="257"/>
                </a:lnTo>
                <a:lnTo>
                  <a:pt x="47" y="256"/>
                </a:lnTo>
                <a:lnTo>
                  <a:pt x="48" y="256"/>
                </a:lnTo>
                <a:lnTo>
                  <a:pt x="49" y="256"/>
                </a:lnTo>
                <a:lnTo>
                  <a:pt x="50" y="256"/>
                </a:lnTo>
                <a:lnTo>
                  <a:pt x="50" y="257"/>
                </a:lnTo>
                <a:lnTo>
                  <a:pt x="51" y="257"/>
                </a:lnTo>
                <a:lnTo>
                  <a:pt x="51" y="258"/>
                </a:lnTo>
                <a:lnTo>
                  <a:pt x="52" y="259"/>
                </a:lnTo>
                <a:lnTo>
                  <a:pt x="52" y="260"/>
                </a:lnTo>
                <a:lnTo>
                  <a:pt x="52" y="261"/>
                </a:lnTo>
                <a:lnTo>
                  <a:pt x="53" y="262"/>
                </a:lnTo>
                <a:lnTo>
                  <a:pt x="54" y="262"/>
                </a:lnTo>
                <a:lnTo>
                  <a:pt x="54" y="261"/>
                </a:lnTo>
                <a:lnTo>
                  <a:pt x="55" y="261"/>
                </a:lnTo>
                <a:lnTo>
                  <a:pt x="56" y="260"/>
                </a:lnTo>
                <a:lnTo>
                  <a:pt x="57" y="260"/>
                </a:lnTo>
                <a:lnTo>
                  <a:pt x="57" y="259"/>
                </a:lnTo>
                <a:lnTo>
                  <a:pt x="58" y="258"/>
                </a:lnTo>
                <a:lnTo>
                  <a:pt x="58" y="257"/>
                </a:lnTo>
                <a:lnTo>
                  <a:pt x="58" y="256"/>
                </a:lnTo>
                <a:lnTo>
                  <a:pt x="57" y="255"/>
                </a:lnTo>
                <a:lnTo>
                  <a:pt x="57" y="254"/>
                </a:lnTo>
                <a:lnTo>
                  <a:pt x="56" y="253"/>
                </a:lnTo>
                <a:lnTo>
                  <a:pt x="56" y="252"/>
                </a:lnTo>
                <a:lnTo>
                  <a:pt x="56" y="251"/>
                </a:lnTo>
                <a:lnTo>
                  <a:pt x="56" y="250"/>
                </a:lnTo>
                <a:lnTo>
                  <a:pt x="55" y="249"/>
                </a:lnTo>
                <a:lnTo>
                  <a:pt x="55" y="248"/>
                </a:lnTo>
                <a:lnTo>
                  <a:pt x="56" y="248"/>
                </a:lnTo>
                <a:lnTo>
                  <a:pt x="56" y="249"/>
                </a:lnTo>
                <a:lnTo>
                  <a:pt x="57" y="248"/>
                </a:lnTo>
                <a:lnTo>
                  <a:pt x="58" y="248"/>
                </a:lnTo>
                <a:lnTo>
                  <a:pt x="59" y="248"/>
                </a:lnTo>
                <a:lnTo>
                  <a:pt x="60" y="248"/>
                </a:lnTo>
                <a:lnTo>
                  <a:pt x="60" y="249"/>
                </a:lnTo>
                <a:lnTo>
                  <a:pt x="61" y="250"/>
                </a:lnTo>
                <a:lnTo>
                  <a:pt x="62" y="250"/>
                </a:lnTo>
                <a:lnTo>
                  <a:pt x="63" y="249"/>
                </a:lnTo>
                <a:lnTo>
                  <a:pt x="64" y="249"/>
                </a:lnTo>
                <a:lnTo>
                  <a:pt x="64" y="248"/>
                </a:lnTo>
                <a:lnTo>
                  <a:pt x="65" y="248"/>
                </a:lnTo>
                <a:lnTo>
                  <a:pt x="66" y="248"/>
                </a:lnTo>
                <a:lnTo>
                  <a:pt x="67" y="248"/>
                </a:lnTo>
                <a:lnTo>
                  <a:pt x="68" y="248"/>
                </a:lnTo>
                <a:lnTo>
                  <a:pt x="69" y="248"/>
                </a:lnTo>
                <a:lnTo>
                  <a:pt x="69" y="247"/>
                </a:lnTo>
                <a:lnTo>
                  <a:pt x="70" y="248"/>
                </a:lnTo>
                <a:lnTo>
                  <a:pt x="70" y="247"/>
                </a:lnTo>
                <a:lnTo>
                  <a:pt x="70" y="246"/>
                </a:lnTo>
                <a:lnTo>
                  <a:pt x="70" y="245"/>
                </a:lnTo>
                <a:lnTo>
                  <a:pt x="71" y="245"/>
                </a:lnTo>
                <a:lnTo>
                  <a:pt x="72" y="244"/>
                </a:lnTo>
                <a:lnTo>
                  <a:pt x="73" y="243"/>
                </a:lnTo>
                <a:lnTo>
                  <a:pt x="73" y="244"/>
                </a:lnTo>
                <a:lnTo>
                  <a:pt x="74" y="245"/>
                </a:lnTo>
                <a:lnTo>
                  <a:pt x="75" y="245"/>
                </a:lnTo>
                <a:lnTo>
                  <a:pt x="75" y="244"/>
                </a:lnTo>
                <a:lnTo>
                  <a:pt x="76" y="244"/>
                </a:lnTo>
                <a:lnTo>
                  <a:pt x="77" y="244"/>
                </a:lnTo>
                <a:lnTo>
                  <a:pt x="77" y="243"/>
                </a:lnTo>
                <a:lnTo>
                  <a:pt x="78" y="243"/>
                </a:lnTo>
                <a:lnTo>
                  <a:pt x="79" y="243"/>
                </a:lnTo>
                <a:lnTo>
                  <a:pt x="80" y="243"/>
                </a:lnTo>
                <a:lnTo>
                  <a:pt x="80" y="242"/>
                </a:lnTo>
                <a:lnTo>
                  <a:pt x="81" y="242"/>
                </a:lnTo>
                <a:lnTo>
                  <a:pt x="82" y="242"/>
                </a:lnTo>
                <a:lnTo>
                  <a:pt x="83" y="242"/>
                </a:lnTo>
                <a:lnTo>
                  <a:pt x="83" y="243"/>
                </a:lnTo>
                <a:lnTo>
                  <a:pt x="84" y="243"/>
                </a:lnTo>
                <a:lnTo>
                  <a:pt x="86" y="243"/>
                </a:lnTo>
                <a:lnTo>
                  <a:pt x="87" y="242"/>
                </a:lnTo>
                <a:lnTo>
                  <a:pt x="89" y="242"/>
                </a:lnTo>
                <a:lnTo>
                  <a:pt x="90" y="241"/>
                </a:lnTo>
                <a:lnTo>
                  <a:pt x="91" y="241"/>
                </a:lnTo>
                <a:lnTo>
                  <a:pt x="92" y="240"/>
                </a:lnTo>
                <a:lnTo>
                  <a:pt x="93" y="239"/>
                </a:lnTo>
                <a:lnTo>
                  <a:pt x="94" y="239"/>
                </a:lnTo>
                <a:lnTo>
                  <a:pt x="94" y="238"/>
                </a:lnTo>
                <a:lnTo>
                  <a:pt x="94" y="237"/>
                </a:lnTo>
                <a:lnTo>
                  <a:pt x="96" y="237"/>
                </a:lnTo>
                <a:lnTo>
                  <a:pt x="96" y="236"/>
                </a:lnTo>
                <a:lnTo>
                  <a:pt x="96" y="235"/>
                </a:lnTo>
                <a:lnTo>
                  <a:pt x="96" y="234"/>
                </a:lnTo>
                <a:lnTo>
                  <a:pt x="97" y="234"/>
                </a:lnTo>
                <a:lnTo>
                  <a:pt x="97" y="233"/>
                </a:lnTo>
                <a:lnTo>
                  <a:pt x="97" y="232"/>
                </a:lnTo>
                <a:lnTo>
                  <a:pt x="96" y="232"/>
                </a:lnTo>
                <a:lnTo>
                  <a:pt x="96" y="231"/>
                </a:lnTo>
                <a:lnTo>
                  <a:pt x="95" y="231"/>
                </a:lnTo>
                <a:lnTo>
                  <a:pt x="94" y="232"/>
                </a:lnTo>
                <a:lnTo>
                  <a:pt x="92" y="232"/>
                </a:lnTo>
                <a:lnTo>
                  <a:pt x="91" y="232"/>
                </a:lnTo>
                <a:lnTo>
                  <a:pt x="91" y="231"/>
                </a:lnTo>
                <a:lnTo>
                  <a:pt x="91" y="230"/>
                </a:lnTo>
                <a:lnTo>
                  <a:pt x="90" y="230"/>
                </a:lnTo>
                <a:lnTo>
                  <a:pt x="89" y="230"/>
                </a:lnTo>
                <a:lnTo>
                  <a:pt x="88" y="230"/>
                </a:lnTo>
                <a:lnTo>
                  <a:pt x="87" y="230"/>
                </a:lnTo>
                <a:lnTo>
                  <a:pt x="86" y="231"/>
                </a:lnTo>
                <a:lnTo>
                  <a:pt x="85" y="232"/>
                </a:lnTo>
                <a:lnTo>
                  <a:pt x="84" y="232"/>
                </a:lnTo>
                <a:lnTo>
                  <a:pt x="84" y="231"/>
                </a:lnTo>
                <a:lnTo>
                  <a:pt x="84" y="230"/>
                </a:lnTo>
                <a:lnTo>
                  <a:pt x="83" y="230"/>
                </a:lnTo>
                <a:lnTo>
                  <a:pt x="82" y="230"/>
                </a:lnTo>
                <a:lnTo>
                  <a:pt x="81" y="230"/>
                </a:lnTo>
                <a:lnTo>
                  <a:pt x="80" y="230"/>
                </a:lnTo>
                <a:lnTo>
                  <a:pt x="78" y="230"/>
                </a:lnTo>
                <a:lnTo>
                  <a:pt x="77" y="230"/>
                </a:lnTo>
                <a:lnTo>
                  <a:pt x="76" y="230"/>
                </a:lnTo>
                <a:lnTo>
                  <a:pt x="76" y="229"/>
                </a:lnTo>
                <a:lnTo>
                  <a:pt x="76" y="228"/>
                </a:lnTo>
                <a:lnTo>
                  <a:pt x="76" y="227"/>
                </a:lnTo>
                <a:lnTo>
                  <a:pt x="76" y="226"/>
                </a:lnTo>
                <a:lnTo>
                  <a:pt x="76" y="225"/>
                </a:lnTo>
                <a:lnTo>
                  <a:pt x="75" y="225"/>
                </a:lnTo>
                <a:lnTo>
                  <a:pt x="75" y="224"/>
                </a:lnTo>
                <a:lnTo>
                  <a:pt x="75" y="223"/>
                </a:lnTo>
                <a:lnTo>
                  <a:pt x="76" y="223"/>
                </a:lnTo>
                <a:lnTo>
                  <a:pt x="76" y="222"/>
                </a:lnTo>
                <a:lnTo>
                  <a:pt x="75" y="222"/>
                </a:lnTo>
                <a:lnTo>
                  <a:pt x="75" y="221"/>
                </a:lnTo>
                <a:lnTo>
                  <a:pt x="74" y="221"/>
                </a:lnTo>
                <a:lnTo>
                  <a:pt x="74" y="220"/>
                </a:lnTo>
                <a:lnTo>
                  <a:pt x="73" y="220"/>
                </a:lnTo>
                <a:lnTo>
                  <a:pt x="73" y="219"/>
                </a:lnTo>
                <a:lnTo>
                  <a:pt x="74" y="218"/>
                </a:lnTo>
                <a:lnTo>
                  <a:pt x="74" y="217"/>
                </a:lnTo>
                <a:lnTo>
                  <a:pt x="75" y="215"/>
                </a:lnTo>
                <a:lnTo>
                  <a:pt x="75" y="214"/>
                </a:lnTo>
                <a:lnTo>
                  <a:pt x="75" y="213"/>
                </a:lnTo>
                <a:lnTo>
                  <a:pt x="76" y="213"/>
                </a:lnTo>
                <a:lnTo>
                  <a:pt x="76" y="212"/>
                </a:lnTo>
                <a:lnTo>
                  <a:pt x="76" y="211"/>
                </a:lnTo>
                <a:lnTo>
                  <a:pt x="75" y="211"/>
                </a:lnTo>
                <a:lnTo>
                  <a:pt x="74" y="211"/>
                </a:lnTo>
                <a:lnTo>
                  <a:pt x="74" y="210"/>
                </a:lnTo>
                <a:lnTo>
                  <a:pt x="74" y="209"/>
                </a:lnTo>
                <a:lnTo>
                  <a:pt x="74" y="208"/>
                </a:lnTo>
                <a:lnTo>
                  <a:pt x="75" y="208"/>
                </a:lnTo>
                <a:lnTo>
                  <a:pt x="75" y="207"/>
                </a:lnTo>
                <a:lnTo>
                  <a:pt x="74" y="206"/>
                </a:lnTo>
                <a:lnTo>
                  <a:pt x="73" y="206"/>
                </a:lnTo>
                <a:lnTo>
                  <a:pt x="73" y="205"/>
                </a:lnTo>
                <a:lnTo>
                  <a:pt x="72" y="205"/>
                </a:lnTo>
                <a:lnTo>
                  <a:pt x="72" y="206"/>
                </a:lnTo>
                <a:lnTo>
                  <a:pt x="71" y="206"/>
                </a:lnTo>
                <a:lnTo>
                  <a:pt x="70" y="205"/>
                </a:lnTo>
                <a:lnTo>
                  <a:pt x="69" y="205"/>
                </a:lnTo>
                <a:lnTo>
                  <a:pt x="69" y="204"/>
                </a:lnTo>
                <a:lnTo>
                  <a:pt x="68" y="204"/>
                </a:lnTo>
                <a:lnTo>
                  <a:pt x="68" y="203"/>
                </a:lnTo>
                <a:lnTo>
                  <a:pt x="69" y="203"/>
                </a:lnTo>
                <a:lnTo>
                  <a:pt x="69" y="202"/>
                </a:lnTo>
                <a:lnTo>
                  <a:pt x="68" y="202"/>
                </a:lnTo>
                <a:lnTo>
                  <a:pt x="67" y="201"/>
                </a:lnTo>
                <a:lnTo>
                  <a:pt x="66" y="200"/>
                </a:lnTo>
                <a:lnTo>
                  <a:pt x="65" y="198"/>
                </a:lnTo>
                <a:lnTo>
                  <a:pt x="65" y="197"/>
                </a:lnTo>
                <a:lnTo>
                  <a:pt x="65" y="196"/>
                </a:lnTo>
                <a:lnTo>
                  <a:pt x="64" y="196"/>
                </a:lnTo>
                <a:lnTo>
                  <a:pt x="64" y="195"/>
                </a:lnTo>
                <a:lnTo>
                  <a:pt x="64" y="194"/>
                </a:lnTo>
                <a:lnTo>
                  <a:pt x="63" y="194"/>
                </a:lnTo>
                <a:lnTo>
                  <a:pt x="62" y="193"/>
                </a:lnTo>
                <a:lnTo>
                  <a:pt x="62" y="192"/>
                </a:lnTo>
                <a:lnTo>
                  <a:pt x="61" y="191"/>
                </a:lnTo>
                <a:lnTo>
                  <a:pt x="60" y="191"/>
                </a:lnTo>
                <a:lnTo>
                  <a:pt x="59" y="190"/>
                </a:lnTo>
                <a:lnTo>
                  <a:pt x="58" y="189"/>
                </a:lnTo>
                <a:lnTo>
                  <a:pt x="59" y="188"/>
                </a:lnTo>
                <a:lnTo>
                  <a:pt x="59" y="187"/>
                </a:lnTo>
                <a:lnTo>
                  <a:pt x="59" y="186"/>
                </a:lnTo>
                <a:lnTo>
                  <a:pt x="58" y="186"/>
                </a:lnTo>
                <a:lnTo>
                  <a:pt x="57" y="186"/>
                </a:lnTo>
                <a:lnTo>
                  <a:pt x="57" y="187"/>
                </a:lnTo>
                <a:lnTo>
                  <a:pt x="56" y="187"/>
                </a:lnTo>
                <a:lnTo>
                  <a:pt x="56" y="186"/>
                </a:lnTo>
                <a:lnTo>
                  <a:pt x="55" y="186"/>
                </a:lnTo>
                <a:lnTo>
                  <a:pt x="54" y="184"/>
                </a:lnTo>
                <a:lnTo>
                  <a:pt x="54" y="183"/>
                </a:lnTo>
                <a:lnTo>
                  <a:pt x="53" y="183"/>
                </a:lnTo>
                <a:lnTo>
                  <a:pt x="53" y="182"/>
                </a:lnTo>
                <a:lnTo>
                  <a:pt x="54" y="181"/>
                </a:lnTo>
                <a:lnTo>
                  <a:pt x="55" y="181"/>
                </a:lnTo>
                <a:lnTo>
                  <a:pt x="56" y="180"/>
                </a:lnTo>
                <a:lnTo>
                  <a:pt x="55" y="180"/>
                </a:lnTo>
                <a:lnTo>
                  <a:pt x="54" y="179"/>
                </a:lnTo>
                <a:lnTo>
                  <a:pt x="54" y="177"/>
                </a:lnTo>
                <a:lnTo>
                  <a:pt x="54" y="176"/>
                </a:lnTo>
                <a:lnTo>
                  <a:pt x="53" y="175"/>
                </a:lnTo>
                <a:lnTo>
                  <a:pt x="53" y="174"/>
                </a:lnTo>
                <a:lnTo>
                  <a:pt x="53" y="173"/>
                </a:lnTo>
                <a:lnTo>
                  <a:pt x="54" y="173"/>
                </a:lnTo>
                <a:lnTo>
                  <a:pt x="54" y="172"/>
                </a:lnTo>
                <a:lnTo>
                  <a:pt x="53" y="172"/>
                </a:lnTo>
                <a:lnTo>
                  <a:pt x="52" y="172"/>
                </a:lnTo>
                <a:lnTo>
                  <a:pt x="50" y="172"/>
                </a:lnTo>
                <a:lnTo>
                  <a:pt x="50" y="171"/>
                </a:lnTo>
                <a:lnTo>
                  <a:pt x="49" y="171"/>
                </a:lnTo>
                <a:lnTo>
                  <a:pt x="49" y="172"/>
                </a:lnTo>
                <a:lnTo>
                  <a:pt x="48" y="171"/>
                </a:lnTo>
                <a:lnTo>
                  <a:pt x="47" y="171"/>
                </a:lnTo>
                <a:lnTo>
                  <a:pt x="47" y="170"/>
                </a:lnTo>
                <a:lnTo>
                  <a:pt x="47" y="169"/>
                </a:lnTo>
                <a:lnTo>
                  <a:pt x="47" y="167"/>
                </a:lnTo>
                <a:lnTo>
                  <a:pt x="47" y="166"/>
                </a:lnTo>
                <a:lnTo>
                  <a:pt x="46" y="166"/>
                </a:lnTo>
                <a:lnTo>
                  <a:pt x="45" y="165"/>
                </a:lnTo>
                <a:lnTo>
                  <a:pt x="44" y="164"/>
                </a:lnTo>
                <a:lnTo>
                  <a:pt x="43" y="164"/>
                </a:lnTo>
                <a:lnTo>
                  <a:pt x="42" y="163"/>
                </a:lnTo>
                <a:lnTo>
                  <a:pt x="42" y="162"/>
                </a:lnTo>
                <a:lnTo>
                  <a:pt x="42" y="161"/>
                </a:lnTo>
                <a:lnTo>
                  <a:pt x="41" y="161"/>
                </a:lnTo>
                <a:lnTo>
                  <a:pt x="40" y="161"/>
                </a:lnTo>
                <a:lnTo>
                  <a:pt x="39" y="160"/>
                </a:lnTo>
                <a:lnTo>
                  <a:pt x="38" y="159"/>
                </a:lnTo>
                <a:lnTo>
                  <a:pt x="37" y="159"/>
                </a:lnTo>
                <a:lnTo>
                  <a:pt x="38" y="159"/>
                </a:lnTo>
                <a:lnTo>
                  <a:pt x="37" y="158"/>
                </a:lnTo>
                <a:lnTo>
                  <a:pt x="37" y="157"/>
                </a:lnTo>
                <a:lnTo>
                  <a:pt x="35" y="157"/>
                </a:lnTo>
                <a:lnTo>
                  <a:pt x="34" y="156"/>
                </a:lnTo>
                <a:lnTo>
                  <a:pt x="33" y="156"/>
                </a:lnTo>
                <a:lnTo>
                  <a:pt x="33" y="155"/>
                </a:lnTo>
                <a:lnTo>
                  <a:pt x="35" y="154"/>
                </a:lnTo>
                <a:lnTo>
                  <a:pt x="37" y="154"/>
                </a:lnTo>
                <a:lnTo>
                  <a:pt x="39" y="154"/>
                </a:lnTo>
                <a:lnTo>
                  <a:pt x="38" y="154"/>
                </a:lnTo>
                <a:lnTo>
                  <a:pt x="38" y="153"/>
                </a:lnTo>
                <a:lnTo>
                  <a:pt x="39" y="153"/>
                </a:lnTo>
                <a:lnTo>
                  <a:pt x="38" y="152"/>
                </a:lnTo>
                <a:lnTo>
                  <a:pt x="39" y="152"/>
                </a:lnTo>
                <a:lnTo>
                  <a:pt x="39" y="151"/>
                </a:lnTo>
                <a:lnTo>
                  <a:pt x="39" y="152"/>
                </a:lnTo>
                <a:lnTo>
                  <a:pt x="40" y="152"/>
                </a:lnTo>
                <a:lnTo>
                  <a:pt x="40" y="151"/>
                </a:lnTo>
                <a:lnTo>
                  <a:pt x="41" y="150"/>
                </a:lnTo>
                <a:lnTo>
                  <a:pt x="41" y="149"/>
                </a:lnTo>
                <a:lnTo>
                  <a:pt x="41" y="148"/>
                </a:lnTo>
                <a:lnTo>
                  <a:pt x="42" y="148"/>
                </a:lnTo>
                <a:lnTo>
                  <a:pt x="43" y="148"/>
                </a:lnTo>
                <a:lnTo>
                  <a:pt x="43" y="147"/>
                </a:lnTo>
                <a:lnTo>
                  <a:pt x="44" y="147"/>
                </a:lnTo>
                <a:lnTo>
                  <a:pt x="45" y="147"/>
                </a:lnTo>
                <a:lnTo>
                  <a:pt x="45" y="148"/>
                </a:lnTo>
                <a:lnTo>
                  <a:pt x="46" y="148"/>
                </a:lnTo>
                <a:lnTo>
                  <a:pt x="46" y="147"/>
                </a:lnTo>
                <a:lnTo>
                  <a:pt x="47" y="147"/>
                </a:lnTo>
                <a:lnTo>
                  <a:pt x="48" y="147"/>
                </a:lnTo>
                <a:lnTo>
                  <a:pt x="49" y="147"/>
                </a:lnTo>
                <a:lnTo>
                  <a:pt x="49" y="146"/>
                </a:lnTo>
                <a:lnTo>
                  <a:pt x="49" y="145"/>
                </a:lnTo>
                <a:lnTo>
                  <a:pt x="50" y="144"/>
                </a:lnTo>
                <a:lnTo>
                  <a:pt x="50" y="143"/>
                </a:lnTo>
                <a:lnTo>
                  <a:pt x="50" y="142"/>
                </a:lnTo>
                <a:lnTo>
                  <a:pt x="50" y="141"/>
                </a:lnTo>
                <a:lnTo>
                  <a:pt x="50" y="140"/>
                </a:lnTo>
                <a:lnTo>
                  <a:pt x="49" y="139"/>
                </a:lnTo>
                <a:lnTo>
                  <a:pt x="49" y="138"/>
                </a:lnTo>
                <a:lnTo>
                  <a:pt x="48" y="138"/>
                </a:lnTo>
                <a:lnTo>
                  <a:pt x="47" y="138"/>
                </a:lnTo>
                <a:lnTo>
                  <a:pt x="47" y="139"/>
                </a:lnTo>
                <a:lnTo>
                  <a:pt x="47" y="141"/>
                </a:lnTo>
                <a:lnTo>
                  <a:pt x="46" y="141"/>
                </a:lnTo>
                <a:lnTo>
                  <a:pt x="46" y="140"/>
                </a:lnTo>
                <a:lnTo>
                  <a:pt x="46" y="139"/>
                </a:lnTo>
                <a:lnTo>
                  <a:pt x="45" y="139"/>
                </a:lnTo>
                <a:lnTo>
                  <a:pt x="45" y="138"/>
                </a:lnTo>
                <a:lnTo>
                  <a:pt x="45" y="137"/>
                </a:lnTo>
                <a:lnTo>
                  <a:pt x="45" y="136"/>
                </a:lnTo>
                <a:lnTo>
                  <a:pt x="44" y="136"/>
                </a:lnTo>
                <a:lnTo>
                  <a:pt x="43" y="135"/>
                </a:lnTo>
                <a:lnTo>
                  <a:pt x="42" y="135"/>
                </a:lnTo>
                <a:lnTo>
                  <a:pt x="41" y="135"/>
                </a:lnTo>
                <a:lnTo>
                  <a:pt x="41" y="134"/>
                </a:lnTo>
                <a:lnTo>
                  <a:pt x="40" y="134"/>
                </a:lnTo>
                <a:lnTo>
                  <a:pt x="40" y="133"/>
                </a:lnTo>
                <a:lnTo>
                  <a:pt x="40" y="132"/>
                </a:lnTo>
                <a:lnTo>
                  <a:pt x="41" y="132"/>
                </a:lnTo>
                <a:lnTo>
                  <a:pt x="42" y="132"/>
                </a:lnTo>
                <a:lnTo>
                  <a:pt x="42" y="131"/>
                </a:lnTo>
                <a:lnTo>
                  <a:pt x="43" y="131"/>
                </a:lnTo>
                <a:lnTo>
                  <a:pt x="42" y="131"/>
                </a:lnTo>
                <a:lnTo>
                  <a:pt x="42" y="130"/>
                </a:lnTo>
                <a:lnTo>
                  <a:pt x="43" y="129"/>
                </a:lnTo>
                <a:lnTo>
                  <a:pt x="43" y="127"/>
                </a:lnTo>
                <a:lnTo>
                  <a:pt x="43" y="128"/>
                </a:lnTo>
                <a:lnTo>
                  <a:pt x="43" y="127"/>
                </a:lnTo>
                <a:lnTo>
                  <a:pt x="43" y="126"/>
                </a:lnTo>
                <a:lnTo>
                  <a:pt x="44" y="125"/>
                </a:lnTo>
                <a:lnTo>
                  <a:pt x="43" y="125"/>
                </a:lnTo>
                <a:lnTo>
                  <a:pt x="42" y="124"/>
                </a:lnTo>
                <a:lnTo>
                  <a:pt x="41" y="124"/>
                </a:lnTo>
                <a:lnTo>
                  <a:pt x="40" y="124"/>
                </a:lnTo>
                <a:lnTo>
                  <a:pt x="40" y="123"/>
                </a:lnTo>
                <a:lnTo>
                  <a:pt x="38" y="123"/>
                </a:lnTo>
                <a:lnTo>
                  <a:pt x="37" y="123"/>
                </a:lnTo>
                <a:lnTo>
                  <a:pt x="38" y="123"/>
                </a:lnTo>
                <a:lnTo>
                  <a:pt x="38" y="122"/>
                </a:lnTo>
                <a:lnTo>
                  <a:pt x="38" y="121"/>
                </a:lnTo>
                <a:lnTo>
                  <a:pt x="39" y="121"/>
                </a:lnTo>
                <a:lnTo>
                  <a:pt x="39" y="120"/>
                </a:lnTo>
                <a:lnTo>
                  <a:pt x="40" y="120"/>
                </a:lnTo>
                <a:lnTo>
                  <a:pt x="41" y="120"/>
                </a:lnTo>
                <a:lnTo>
                  <a:pt x="41" y="119"/>
                </a:lnTo>
                <a:lnTo>
                  <a:pt x="42" y="119"/>
                </a:lnTo>
                <a:lnTo>
                  <a:pt x="42" y="118"/>
                </a:lnTo>
                <a:lnTo>
                  <a:pt x="42" y="117"/>
                </a:lnTo>
                <a:lnTo>
                  <a:pt x="43" y="117"/>
                </a:lnTo>
                <a:lnTo>
                  <a:pt x="43" y="116"/>
                </a:lnTo>
                <a:lnTo>
                  <a:pt x="43" y="115"/>
                </a:lnTo>
                <a:lnTo>
                  <a:pt x="44" y="116"/>
                </a:lnTo>
                <a:lnTo>
                  <a:pt x="45" y="116"/>
                </a:lnTo>
                <a:lnTo>
                  <a:pt x="45" y="115"/>
                </a:lnTo>
                <a:lnTo>
                  <a:pt x="46" y="115"/>
                </a:lnTo>
                <a:lnTo>
                  <a:pt x="47" y="114"/>
                </a:lnTo>
                <a:lnTo>
                  <a:pt x="47" y="113"/>
                </a:lnTo>
                <a:lnTo>
                  <a:pt x="48" y="113"/>
                </a:lnTo>
                <a:lnTo>
                  <a:pt x="49" y="113"/>
                </a:lnTo>
                <a:lnTo>
                  <a:pt x="49" y="112"/>
                </a:lnTo>
                <a:lnTo>
                  <a:pt x="50" y="112"/>
                </a:lnTo>
                <a:lnTo>
                  <a:pt x="51" y="112"/>
                </a:lnTo>
                <a:lnTo>
                  <a:pt x="52" y="111"/>
                </a:lnTo>
                <a:lnTo>
                  <a:pt x="53" y="111"/>
                </a:lnTo>
                <a:lnTo>
                  <a:pt x="54" y="112"/>
                </a:lnTo>
                <a:lnTo>
                  <a:pt x="54" y="111"/>
                </a:lnTo>
                <a:lnTo>
                  <a:pt x="55" y="111"/>
                </a:lnTo>
                <a:lnTo>
                  <a:pt x="56" y="111"/>
                </a:lnTo>
                <a:lnTo>
                  <a:pt x="57" y="111"/>
                </a:lnTo>
                <a:lnTo>
                  <a:pt x="58" y="110"/>
                </a:lnTo>
                <a:lnTo>
                  <a:pt x="59" y="110"/>
                </a:lnTo>
                <a:lnTo>
                  <a:pt x="60" y="111"/>
                </a:lnTo>
                <a:lnTo>
                  <a:pt x="61" y="111"/>
                </a:lnTo>
                <a:lnTo>
                  <a:pt x="62" y="111"/>
                </a:lnTo>
                <a:lnTo>
                  <a:pt x="63" y="111"/>
                </a:lnTo>
                <a:lnTo>
                  <a:pt x="65" y="112"/>
                </a:lnTo>
                <a:lnTo>
                  <a:pt x="67" y="112"/>
                </a:lnTo>
                <a:lnTo>
                  <a:pt x="68" y="113"/>
                </a:lnTo>
                <a:lnTo>
                  <a:pt x="69" y="113"/>
                </a:lnTo>
                <a:lnTo>
                  <a:pt x="70" y="113"/>
                </a:lnTo>
                <a:lnTo>
                  <a:pt x="70" y="109"/>
                </a:lnTo>
                <a:lnTo>
                  <a:pt x="69" y="108"/>
                </a:lnTo>
                <a:lnTo>
                  <a:pt x="69" y="107"/>
                </a:lnTo>
                <a:lnTo>
                  <a:pt x="69" y="106"/>
                </a:lnTo>
                <a:lnTo>
                  <a:pt x="71" y="104"/>
                </a:lnTo>
                <a:lnTo>
                  <a:pt x="70" y="103"/>
                </a:lnTo>
                <a:lnTo>
                  <a:pt x="70" y="102"/>
                </a:lnTo>
                <a:lnTo>
                  <a:pt x="71" y="102"/>
                </a:lnTo>
                <a:lnTo>
                  <a:pt x="71" y="101"/>
                </a:lnTo>
                <a:lnTo>
                  <a:pt x="72" y="101"/>
                </a:lnTo>
                <a:lnTo>
                  <a:pt x="71" y="98"/>
                </a:lnTo>
                <a:lnTo>
                  <a:pt x="69" y="97"/>
                </a:lnTo>
                <a:lnTo>
                  <a:pt x="69" y="96"/>
                </a:lnTo>
                <a:lnTo>
                  <a:pt x="69" y="95"/>
                </a:lnTo>
                <a:lnTo>
                  <a:pt x="68" y="95"/>
                </a:lnTo>
                <a:lnTo>
                  <a:pt x="69" y="94"/>
                </a:lnTo>
                <a:lnTo>
                  <a:pt x="70" y="94"/>
                </a:lnTo>
                <a:lnTo>
                  <a:pt x="71" y="94"/>
                </a:lnTo>
                <a:lnTo>
                  <a:pt x="70" y="94"/>
                </a:lnTo>
                <a:lnTo>
                  <a:pt x="70" y="93"/>
                </a:lnTo>
                <a:lnTo>
                  <a:pt x="70" y="92"/>
                </a:lnTo>
                <a:lnTo>
                  <a:pt x="69" y="91"/>
                </a:lnTo>
                <a:lnTo>
                  <a:pt x="68" y="90"/>
                </a:lnTo>
                <a:lnTo>
                  <a:pt x="68" y="89"/>
                </a:lnTo>
                <a:lnTo>
                  <a:pt x="69" y="88"/>
                </a:lnTo>
                <a:lnTo>
                  <a:pt x="68" y="88"/>
                </a:lnTo>
                <a:lnTo>
                  <a:pt x="67" y="87"/>
                </a:lnTo>
                <a:lnTo>
                  <a:pt x="68" y="87"/>
                </a:lnTo>
                <a:lnTo>
                  <a:pt x="68" y="86"/>
                </a:lnTo>
                <a:lnTo>
                  <a:pt x="67" y="86"/>
                </a:lnTo>
                <a:lnTo>
                  <a:pt x="67" y="85"/>
                </a:lnTo>
                <a:lnTo>
                  <a:pt x="67" y="84"/>
                </a:lnTo>
                <a:lnTo>
                  <a:pt x="68" y="83"/>
                </a:lnTo>
                <a:lnTo>
                  <a:pt x="69" y="83"/>
                </a:lnTo>
                <a:lnTo>
                  <a:pt x="69" y="82"/>
                </a:lnTo>
                <a:lnTo>
                  <a:pt x="70" y="82"/>
                </a:lnTo>
                <a:lnTo>
                  <a:pt x="71" y="81"/>
                </a:lnTo>
                <a:lnTo>
                  <a:pt x="71" y="80"/>
                </a:lnTo>
                <a:lnTo>
                  <a:pt x="72" y="80"/>
                </a:lnTo>
                <a:lnTo>
                  <a:pt x="72" y="79"/>
                </a:lnTo>
                <a:lnTo>
                  <a:pt x="73" y="79"/>
                </a:lnTo>
                <a:lnTo>
                  <a:pt x="73" y="78"/>
                </a:lnTo>
                <a:lnTo>
                  <a:pt x="74" y="78"/>
                </a:lnTo>
                <a:lnTo>
                  <a:pt x="75" y="78"/>
                </a:lnTo>
                <a:lnTo>
                  <a:pt x="75" y="77"/>
                </a:lnTo>
                <a:lnTo>
                  <a:pt x="75" y="76"/>
                </a:lnTo>
                <a:lnTo>
                  <a:pt x="76" y="76"/>
                </a:lnTo>
                <a:lnTo>
                  <a:pt x="76" y="75"/>
                </a:lnTo>
                <a:lnTo>
                  <a:pt x="76" y="74"/>
                </a:lnTo>
                <a:lnTo>
                  <a:pt x="77" y="74"/>
                </a:lnTo>
                <a:lnTo>
                  <a:pt x="78" y="73"/>
                </a:lnTo>
                <a:lnTo>
                  <a:pt x="79" y="72"/>
                </a:lnTo>
                <a:lnTo>
                  <a:pt x="79" y="71"/>
                </a:lnTo>
                <a:lnTo>
                  <a:pt x="78" y="71"/>
                </a:lnTo>
                <a:lnTo>
                  <a:pt x="78" y="70"/>
                </a:lnTo>
                <a:lnTo>
                  <a:pt x="79" y="70"/>
                </a:lnTo>
                <a:lnTo>
                  <a:pt x="80" y="70"/>
                </a:lnTo>
                <a:lnTo>
                  <a:pt x="81" y="70"/>
                </a:lnTo>
                <a:lnTo>
                  <a:pt x="81" y="69"/>
                </a:lnTo>
                <a:lnTo>
                  <a:pt x="81" y="68"/>
                </a:lnTo>
                <a:lnTo>
                  <a:pt x="80" y="68"/>
                </a:lnTo>
                <a:lnTo>
                  <a:pt x="81" y="68"/>
                </a:lnTo>
                <a:lnTo>
                  <a:pt x="82" y="68"/>
                </a:lnTo>
                <a:lnTo>
                  <a:pt x="83" y="68"/>
                </a:lnTo>
                <a:lnTo>
                  <a:pt x="83" y="67"/>
                </a:lnTo>
                <a:lnTo>
                  <a:pt x="85" y="68"/>
                </a:lnTo>
                <a:lnTo>
                  <a:pt x="86" y="68"/>
                </a:lnTo>
                <a:lnTo>
                  <a:pt x="87" y="69"/>
                </a:lnTo>
                <a:lnTo>
                  <a:pt x="88" y="69"/>
                </a:lnTo>
                <a:lnTo>
                  <a:pt x="91" y="68"/>
                </a:lnTo>
                <a:lnTo>
                  <a:pt x="92" y="68"/>
                </a:lnTo>
                <a:lnTo>
                  <a:pt x="92" y="67"/>
                </a:lnTo>
                <a:lnTo>
                  <a:pt x="93" y="67"/>
                </a:lnTo>
                <a:lnTo>
                  <a:pt x="93" y="66"/>
                </a:lnTo>
                <a:lnTo>
                  <a:pt x="94" y="66"/>
                </a:lnTo>
                <a:lnTo>
                  <a:pt x="95" y="66"/>
                </a:lnTo>
                <a:lnTo>
                  <a:pt x="95" y="65"/>
                </a:lnTo>
                <a:lnTo>
                  <a:pt x="94" y="64"/>
                </a:lnTo>
                <a:lnTo>
                  <a:pt x="93" y="63"/>
                </a:lnTo>
                <a:lnTo>
                  <a:pt x="93" y="62"/>
                </a:lnTo>
                <a:lnTo>
                  <a:pt x="92" y="62"/>
                </a:lnTo>
                <a:lnTo>
                  <a:pt x="93" y="62"/>
                </a:lnTo>
                <a:lnTo>
                  <a:pt x="93" y="61"/>
                </a:lnTo>
                <a:lnTo>
                  <a:pt x="92" y="61"/>
                </a:lnTo>
                <a:lnTo>
                  <a:pt x="91" y="60"/>
                </a:lnTo>
                <a:lnTo>
                  <a:pt x="91" y="59"/>
                </a:lnTo>
                <a:lnTo>
                  <a:pt x="92" y="58"/>
                </a:lnTo>
                <a:lnTo>
                  <a:pt x="92" y="57"/>
                </a:lnTo>
                <a:lnTo>
                  <a:pt x="92" y="56"/>
                </a:lnTo>
                <a:lnTo>
                  <a:pt x="93" y="57"/>
                </a:lnTo>
                <a:lnTo>
                  <a:pt x="94" y="57"/>
                </a:lnTo>
                <a:lnTo>
                  <a:pt x="94" y="56"/>
                </a:lnTo>
                <a:lnTo>
                  <a:pt x="95" y="55"/>
                </a:lnTo>
                <a:lnTo>
                  <a:pt x="94" y="54"/>
                </a:lnTo>
                <a:lnTo>
                  <a:pt x="95" y="54"/>
                </a:lnTo>
                <a:lnTo>
                  <a:pt x="95" y="53"/>
                </a:lnTo>
                <a:lnTo>
                  <a:pt x="95" y="52"/>
                </a:lnTo>
                <a:lnTo>
                  <a:pt x="95" y="51"/>
                </a:lnTo>
                <a:lnTo>
                  <a:pt x="96" y="51"/>
                </a:lnTo>
                <a:lnTo>
                  <a:pt x="98" y="50"/>
                </a:lnTo>
                <a:lnTo>
                  <a:pt x="99" y="51"/>
                </a:lnTo>
                <a:lnTo>
                  <a:pt x="99" y="50"/>
                </a:lnTo>
                <a:lnTo>
                  <a:pt x="100" y="50"/>
                </a:lnTo>
                <a:lnTo>
                  <a:pt x="102" y="49"/>
                </a:lnTo>
                <a:lnTo>
                  <a:pt x="103" y="50"/>
                </a:lnTo>
                <a:lnTo>
                  <a:pt x="104" y="50"/>
                </a:lnTo>
                <a:lnTo>
                  <a:pt x="105" y="51"/>
                </a:lnTo>
                <a:lnTo>
                  <a:pt x="106" y="51"/>
                </a:lnTo>
                <a:lnTo>
                  <a:pt x="107" y="51"/>
                </a:lnTo>
                <a:lnTo>
                  <a:pt x="107" y="52"/>
                </a:lnTo>
                <a:lnTo>
                  <a:pt x="108" y="52"/>
                </a:lnTo>
                <a:lnTo>
                  <a:pt x="109" y="52"/>
                </a:lnTo>
                <a:lnTo>
                  <a:pt x="109" y="51"/>
                </a:lnTo>
                <a:lnTo>
                  <a:pt x="110" y="51"/>
                </a:lnTo>
                <a:lnTo>
                  <a:pt x="111" y="51"/>
                </a:lnTo>
                <a:lnTo>
                  <a:pt x="113" y="51"/>
                </a:lnTo>
                <a:lnTo>
                  <a:pt x="115" y="51"/>
                </a:lnTo>
                <a:lnTo>
                  <a:pt x="116" y="51"/>
                </a:lnTo>
                <a:lnTo>
                  <a:pt x="117" y="51"/>
                </a:lnTo>
                <a:lnTo>
                  <a:pt x="118" y="51"/>
                </a:lnTo>
                <a:lnTo>
                  <a:pt x="119" y="51"/>
                </a:lnTo>
                <a:lnTo>
                  <a:pt x="119" y="50"/>
                </a:lnTo>
                <a:lnTo>
                  <a:pt x="120" y="50"/>
                </a:lnTo>
                <a:lnTo>
                  <a:pt x="121" y="48"/>
                </a:lnTo>
                <a:lnTo>
                  <a:pt x="122" y="48"/>
                </a:lnTo>
                <a:lnTo>
                  <a:pt x="123" y="48"/>
                </a:lnTo>
                <a:lnTo>
                  <a:pt x="124" y="48"/>
                </a:lnTo>
                <a:lnTo>
                  <a:pt x="123" y="48"/>
                </a:lnTo>
                <a:lnTo>
                  <a:pt x="124" y="49"/>
                </a:lnTo>
                <a:lnTo>
                  <a:pt x="125" y="51"/>
                </a:lnTo>
                <a:lnTo>
                  <a:pt x="127" y="52"/>
                </a:lnTo>
                <a:lnTo>
                  <a:pt x="127" y="53"/>
                </a:lnTo>
                <a:lnTo>
                  <a:pt x="126" y="53"/>
                </a:lnTo>
                <a:lnTo>
                  <a:pt x="126" y="54"/>
                </a:lnTo>
                <a:lnTo>
                  <a:pt x="127" y="54"/>
                </a:lnTo>
                <a:lnTo>
                  <a:pt x="127" y="55"/>
                </a:lnTo>
                <a:lnTo>
                  <a:pt x="127" y="57"/>
                </a:lnTo>
                <a:lnTo>
                  <a:pt x="128" y="59"/>
                </a:lnTo>
                <a:lnTo>
                  <a:pt x="129" y="59"/>
                </a:lnTo>
                <a:lnTo>
                  <a:pt x="129" y="60"/>
                </a:lnTo>
                <a:lnTo>
                  <a:pt x="129" y="61"/>
                </a:lnTo>
                <a:lnTo>
                  <a:pt x="128" y="61"/>
                </a:lnTo>
                <a:lnTo>
                  <a:pt x="130" y="62"/>
                </a:lnTo>
                <a:lnTo>
                  <a:pt x="130" y="61"/>
                </a:lnTo>
                <a:lnTo>
                  <a:pt x="131" y="62"/>
                </a:lnTo>
                <a:lnTo>
                  <a:pt x="131" y="63"/>
                </a:lnTo>
                <a:lnTo>
                  <a:pt x="132" y="64"/>
                </a:lnTo>
                <a:lnTo>
                  <a:pt x="132" y="65"/>
                </a:lnTo>
                <a:lnTo>
                  <a:pt x="132" y="66"/>
                </a:lnTo>
                <a:lnTo>
                  <a:pt x="131" y="66"/>
                </a:lnTo>
                <a:lnTo>
                  <a:pt x="132" y="67"/>
                </a:lnTo>
                <a:lnTo>
                  <a:pt x="132" y="68"/>
                </a:lnTo>
                <a:lnTo>
                  <a:pt x="133" y="68"/>
                </a:lnTo>
                <a:lnTo>
                  <a:pt x="133" y="69"/>
                </a:lnTo>
                <a:lnTo>
                  <a:pt x="133" y="70"/>
                </a:lnTo>
                <a:lnTo>
                  <a:pt x="132" y="69"/>
                </a:lnTo>
                <a:lnTo>
                  <a:pt x="132" y="70"/>
                </a:lnTo>
                <a:lnTo>
                  <a:pt x="132" y="71"/>
                </a:lnTo>
                <a:lnTo>
                  <a:pt x="132" y="72"/>
                </a:lnTo>
                <a:lnTo>
                  <a:pt x="132" y="73"/>
                </a:lnTo>
                <a:lnTo>
                  <a:pt x="133" y="73"/>
                </a:lnTo>
                <a:lnTo>
                  <a:pt x="132" y="73"/>
                </a:lnTo>
                <a:lnTo>
                  <a:pt x="132" y="74"/>
                </a:lnTo>
                <a:lnTo>
                  <a:pt x="131" y="75"/>
                </a:lnTo>
                <a:lnTo>
                  <a:pt x="132" y="75"/>
                </a:lnTo>
                <a:lnTo>
                  <a:pt x="131" y="75"/>
                </a:lnTo>
                <a:lnTo>
                  <a:pt x="131" y="76"/>
                </a:lnTo>
                <a:lnTo>
                  <a:pt x="132" y="78"/>
                </a:lnTo>
                <a:lnTo>
                  <a:pt x="133" y="78"/>
                </a:lnTo>
                <a:lnTo>
                  <a:pt x="134" y="78"/>
                </a:lnTo>
                <a:lnTo>
                  <a:pt x="134" y="79"/>
                </a:lnTo>
                <a:lnTo>
                  <a:pt x="133" y="80"/>
                </a:lnTo>
                <a:lnTo>
                  <a:pt x="132" y="80"/>
                </a:lnTo>
                <a:lnTo>
                  <a:pt x="132" y="81"/>
                </a:lnTo>
                <a:lnTo>
                  <a:pt x="131" y="81"/>
                </a:lnTo>
                <a:lnTo>
                  <a:pt x="129" y="82"/>
                </a:lnTo>
                <a:lnTo>
                  <a:pt x="128" y="82"/>
                </a:lnTo>
                <a:lnTo>
                  <a:pt x="127" y="82"/>
                </a:lnTo>
                <a:lnTo>
                  <a:pt x="127" y="83"/>
                </a:lnTo>
                <a:lnTo>
                  <a:pt x="128" y="83"/>
                </a:lnTo>
                <a:lnTo>
                  <a:pt x="129" y="84"/>
                </a:lnTo>
                <a:lnTo>
                  <a:pt x="129" y="85"/>
                </a:lnTo>
                <a:lnTo>
                  <a:pt x="130" y="85"/>
                </a:lnTo>
                <a:lnTo>
                  <a:pt x="130" y="88"/>
                </a:lnTo>
                <a:lnTo>
                  <a:pt x="130" y="89"/>
                </a:lnTo>
                <a:lnTo>
                  <a:pt x="130" y="90"/>
                </a:lnTo>
                <a:lnTo>
                  <a:pt x="130" y="92"/>
                </a:lnTo>
                <a:lnTo>
                  <a:pt x="131" y="94"/>
                </a:lnTo>
                <a:lnTo>
                  <a:pt x="131" y="95"/>
                </a:lnTo>
                <a:lnTo>
                  <a:pt x="131" y="96"/>
                </a:lnTo>
                <a:lnTo>
                  <a:pt x="131" y="97"/>
                </a:lnTo>
                <a:lnTo>
                  <a:pt x="130" y="98"/>
                </a:lnTo>
                <a:lnTo>
                  <a:pt x="130" y="99"/>
                </a:lnTo>
                <a:lnTo>
                  <a:pt x="131" y="99"/>
                </a:lnTo>
                <a:lnTo>
                  <a:pt x="131" y="100"/>
                </a:lnTo>
                <a:lnTo>
                  <a:pt x="130" y="101"/>
                </a:lnTo>
                <a:lnTo>
                  <a:pt x="129" y="101"/>
                </a:lnTo>
                <a:lnTo>
                  <a:pt x="128" y="101"/>
                </a:lnTo>
                <a:lnTo>
                  <a:pt x="128" y="102"/>
                </a:lnTo>
                <a:lnTo>
                  <a:pt x="127" y="103"/>
                </a:lnTo>
                <a:lnTo>
                  <a:pt x="127" y="104"/>
                </a:lnTo>
                <a:lnTo>
                  <a:pt x="128" y="104"/>
                </a:lnTo>
                <a:lnTo>
                  <a:pt x="129" y="104"/>
                </a:lnTo>
                <a:lnTo>
                  <a:pt x="128" y="104"/>
                </a:lnTo>
                <a:lnTo>
                  <a:pt x="128" y="103"/>
                </a:lnTo>
                <a:lnTo>
                  <a:pt x="129" y="103"/>
                </a:lnTo>
                <a:lnTo>
                  <a:pt x="131" y="103"/>
                </a:lnTo>
                <a:lnTo>
                  <a:pt x="132" y="103"/>
                </a:lnTo>
                <a:lnTo>
                  <a:pt x="133" y="103"/>
                </a:lnTo>
                <a:lnTo>
                  <a:pt x="134" y="103"/>
                </a:lnTo>
                <a:lnTo>
                  <a:pt x="134" y="102"/>
                </a:lnTo>
                <a:lnTo>
                  <a:pt x="137" y="102"/>
                </a:lnTo>
                <a:lnTo>
                  <a:pt x="137" y="103"/>
                </a:lnTo>
                <a:lnTo>
                  <a:pt x="138" y="103"/>
                </a:lnTo>
                <a:lnTo>
                  <a:pt x="139" y="103"/>
                </a:lnTo>
                <a:lnTo>
                  <a:pt x="140" y="102"/>
                </a:lnTo>
                <a:lnTo>
                  <a:pt x="141" y="102"/>
                </a:lnTo>
                <a:lnTo>
                  <a:pt x="143" y="103"/>
                </a:lnTo>
                <a:lnTo>
                  <a:pt x="143" y="104"/>
                </a:lnTo>
                <a:lnTo>
                  <a:pt x="142" y="104"/>
                </a:lnTo>
                <a:lnTo>
                  <a:pt x="143" y="104"/>
                </a:lnTo>
                <a:lnTo>
                  <a:pt x="144" y="104"/>
                </a:lnTo>
                <a:lnTo>
                  <a:pt x="145" y="104"/>
                </a:lnTo>
                <a:lnTo>
                  <a:pt x="146" y="104"/>
                </a:lnTo>
                <a:lnTo>
                  <a:pt x="146" y="103"/>
                </a:lnTo>
                <a:lnTo>
                  <a:pt x="146" y="102"/>
                </a:lnTo>
                <a:lnTo>
                  <a:pt x="147" y="103"/>
                </a:lnTo>
                <a:lnTo>
                  <a:pt x="147" y="102"/>
                </a:lnTo>
                <a:lnTo>
                  <a:pt x="147" y="101"/>
                </a:lnTo>
                <a:lnTo>
                  <a:pt x="148" y="101"/>
                </a:lnTo>
                <a:lnTo>
                  <a:pt x="148" y="102"/>
                </a:lnTo>
                <a:lnTo>
                  <a:pt x="149" y="102"/>
                </a:lnTo>
                <a:lnTo>
                  <a:pt x="150" y="102"/>
                </a:lnTo>
                <a:lnTo>
                  <a:pt x="151" y="102"/>
                </a:lnTo>
                <a:lnTo>
                  <a:pt x="152" y="102"/>
                </a:lnTo>
                <a:lnTo>
                  <a:pt x="153" y="102"/>
                </a:lnTo>
                <a:lnTo>
                  <a:pt x="153" y="103"/>
                </a:lnTo>
                <a:lnTo>
                  <a:pt x="153" y="104"/>
                </a:lnTo>
                <a:lnTo>
                  <a:pt x="156" y="104"/>
                </a:lnTo>
                <a:lnTo>
                  <a:pt x="156" y="103"/>
                </a:lnTo>
                <a:lnTo>
                  <a:pt x="157" y="103"/>
                </a:lnTo>
                <a:lnTo>
                  <a:pt x="158" y="104"/>
                </a:lnTo>
                <a:lnTo>
                  <a:pt x="158" y="106"/>
                </a:lnTo>
                <a:lnTo>
                  <a:pt x="158" y="107"/>
                </a:lnTo>
                <a:lnTo>
                  <a:pt x="161" y="106"/>
                </a:lnTo>
                <a:lnTo>
                  <a:pt x="162" y="106"/>
                </a:lnTo>
                <a:lnTo>
                  <a:pt x="163" y="105"/>
                </a:lnTo>
                <a:lnTo>
                  <a:pt x="163" y="104"/>
                </a:lnTo>
                <a:lnTo>
                  <a:pt x="163" y="103"/>
                </a:lnTo>
                <a:lnTo>
                  <a:pt x="163" y="102"/>
                </a:lnTo>
                <a:lnTo>
                  <a:pt x="164" y="102"/>
                </a:lnTo>
                <a:lnTo>
                  <a:pt x="165" y="102"/>
                </a:lnTo>
                <a:lnTo>
                  <a:pt x="166" y="102"/>
                </a:lnTo>
                <a:lnTo>
                  <a:pt x="167" y="104"/>
                </a:lnTo>
                <a:lnTo>
                  <a:pt x="167" y="105"/>
                </a:lnTo>
                <a:lnTo>
                  <a:pt x="168" y="105"/>
                </a:lnTo>
                <a:lnTo>
                  <a:pt x="169" y="105"/>
                </a:lnTo>
                <a:lnTo>
                  <a:pt x="170" y="105"/>
                </a:lnTo>
                <a:lnTo>
                  <a:pt x="172" y="104"/>
                </a:lnTo>
                <a:lnTo>
                  <a:pt x="173" y="104"/>
                </a:lnTo>
                <a:lnTo>
                  <a:pt x="173" y="103"/>
                </a:lnTo>
                <a:lnTo>
                  <a:pt x="172" y="103"/>
                </a:lnTo>
                <a:lnTo>
                  <a:pt x="171" y="102"/>
                </a:lnTo>
                <a:lnTo>
                  <a:pt x="171" y="101"/>
                </a:lnTo>
                <a:lnTo>
                  <a:pt x="170" y="100"/>
                </a:lnTo>
                <a:lnTo>
                  <a:pt x="171" y="100"/>
                </a:lnTo>
                <a:lnTo>
                  <a:pt x="171" y="99"/>
                </a:lnTo>
                <a:lnTo>
                  <a:pt x="172" y="98"/>
                </a:lnTo>
                <a:lnTo>
                  <a:pt x="172" y="97"/>
                </a:lnTo>
                <a:lnTo>
                  <a:pt x="171" y="97"/>
                </a:lnTo>
                <a:lnTo>
                  <a:pt x="171" y="96"/>
                </a:lnTo>
                <a:lnTo>
                  <a:pt x="170" y="96"/>
                </a:lnTo>
                <a:lnTo>
                  <a:pt x="169" y="95"/>
                </a:lnTo>
                <a:lnTo>
                  <a:pt x="168" y="95"/>
                </a:lnTo>
                <a:lnTo>
                  <a:pt x="168" y="94"/>
                </a:lnTo>
                <a:lnTo>
                  <a:pt x="168" y="93"/>
                </a:lnTo>
                <a:lnTo>
                  <a:pt x="169" y="93"/>
                </a:lnTo>
                <a:lnTo>
                  <a:pt x="170" y="92"/>
                </a:lnTo>
                <a:lnTo>
                  <a:pt x="172" y="92"/>
                </a:lnTo>
                <a:lnTo>
                  <a:pt x="173" y="92"/>
                </a:lnTo>
                <a:lnTo>
                  <a:pt x="175" y="91"/>
                </a:lnTo>
                <a:lnTo>
                  <a:pt x="177" y="90"/>
                </a:lnTo>
                <a:lnTo>
                  <a:pt x="178" y="90"/>
                </a:lnTo>
                <a:lnTo>
                  <a:pt x="179" y="89"/>
                </a:lnTo>
                <a:lnTo>
                  <a:pt x="180" y="89"/>
                </a:lnTo>
                <a:lnTo>
                  <a:pt x="181" y="89"/>
                </a:lnTo>
                <a:lnTo>
                  <a:pt x="183" y="88"/>
                </a:lnTo>
                <a:lnTo>
                  <a:pt x="184" y="88"/>
                </a:lnTo>
                <a:lnTo>
                  <a:pt x="184" y="87"/>
                </a:lnTo>
                <a:lnTo>
                  <a:pt x="185" y="87"/>
                </a:lnTo>
                <a:lnTo>
                  <a:pt x="186" y="87"/>
                </a:lnTo>
                <a:lnTo>
                  <a:pt x="187" y="86"/>
                </a:lnTo>
                <a:lnTo>
                  <a:pt x="189" y="85"/>
                </a:lnTo>
                <a:lnTo>
                  <a:pt x="190" y="84"/>
                </a:lnTo>
                <a:lnTo>
                  <a:pt x="191" y="84"/>
                </a:lnTo>
                <a:lnTo>
                  <a:pt x="193" y="83"/>
                </a:lnTo>
                <a:lnTo>
                  <a:pt x="194" y="82"/>
                </a:lnTo>
                <a:lnTo>
                  <a:pt x="195" y="82"/>
                </a:lnTo>
                <a:lnTo>
                  <a:pt x="197" y="81"/>
                </a:lnTo>
                <a:lnTo>
                  <a:pt x="198" y="81"/>
                </a:lnTo>
                <a:lnTo>
                  <a:pt x="198" y="80"/>
                </a:lnTo>
                <a:lnTo>
                  <a:pt x="199" y="80"/>
                </a:lnTo>
                <a:lnTo>
                  <a:pt x="202" y="77"/>
                </a:lnTo>
                <a:lnTo>
                  <a:pt x="203" y="77"/>
                </a:lnTo>
                <a:lnTo>
                  <a:pt x="204" y="76"/>
                </a:lnTo>
                <a:lnTo>
                  <a:pt x="205" y="76"/>
                </a:lnTo>
                <a:lnTo>
                  <a:pt x="205" y="75"/>
                </a:lnTo>
                <a:lnTo>
                  <a:pt x="205" y="74"/>
                </a:lnTo>
                <a:lnTo>
                  <a:pt x="206" y="74"/>
                </a:lnTo>
                <a:lnTo>
                  <a:pt x="207" y="74"/>
                </a:lnTo>
                <a:lnTo>
                  <a:pt x="208" y="75"/>
                </a:lnTo>
                <a:lnTo>
                  <a:pt x="209" y="75"/>
                </a:lnTo>
                <a:lnTo>
                  <a:pt x="209" y="74"/>
                </a:lnTo>
                <a:lnTo>
                  <a:pt x="210" y="73"/>
                </a:lnTo>
                <a:lnTo>
                  <a:pt x="211" y="73"/>
                </a:lnTo>
                <a:lnTo>
                  <a:pt x="211" y="72"/>
                </a:lnTo>
                <a:lnTo>
                  <a:pt x="212" y="72"/>
                </a:lnTo>
                <a:lnTo>
                  <a:pt x="213" y="71"/>
                </a:lnTo>
                <a:lnTo>
                  <a:pt x="214" y="70"/>
                </a:lnTo>
                <a:lnTo>
                  <a:pt x="215" y="69"/>
                </a:lnTo>
                <a:lnTo>
                  <a:pt x="216" y="69"/>
                </a:lnTo>
                <a:lnTo>
                  <a:pt x="216" y="70"/>
                </a:lnTo>
                <a:lnTo>
                  <a:pt x="217" y="70"/>
                </a:lnTo>
                <a:lnTo>
                  <a:pt x="219" y="69"/>
                </a:lnTo>
                <a:lnTo>
                  <a:pt x="220" y="69"/>
                </a:lnTo>
                <a:lnTo>
                  <a:pt x="221" y="69"/>
                </a:lnTo>
                <a:lnTo>
                  <a:pt x="222" y="68"/>
                </a:lnTo>
                <a:lnTo>
                  <a:pt x="222" y="69"/>
                </a:lnTo>
                <a:lnTo>
                  <a:pt x="223" y="70"/>
                </a:lnTo>
                <a:lnTo>
                  <a:pt x="223" y="71"/>
                </a:lnTo>
                <a:lnTo>
                  <a:pt x="223" y="72"/>
                </a:lnTo>
                <a:lnTo>
                  <a:pt x="224" y="72"/>
                </a:lnTo>
                <a:lnTo>
                  <a:pt x="224" y="73"/>
                </a:lnTo>
                <a:lnTo>
                  <a:pt x="224" y="74"/>
                </a:lnTo>
                <a:lnTo>
                  <a:pt x="225" y="74"/>
                </a:lnTo>
                <a:lnTo>
                  <a:pt x="225" y="75"/>
                </a:lnTo>
                <a:lnTo>
                  <a:pt x="226" y="75"/>
                </a:lnTo>
                <a:lnTo>
                  <a:pt x="226" y="76"/>
                </a:lnTo>
                <a:lnTo>
                  <a:pt x="227" y="77"/>
                </a:lnTo>
                <a:lnTo>
                  <a:pt x="227" y="78"/>
                </a:lnTo>
                <a:lnTo>
                  <a:pt x="228" y="79"/>
                </a:lnTo>
                <a:lnTo>
                  <a:pt x="229" y="80"/>
                </a:lnTo>
                <a:lnTo>
                  <a:pt x="230" y="80"/>
                </a:lnTo>
                <a:lnTo>
                  <a:pt x="230" y="81"/>
                </a:lnTo>
                <a:lnTo>
                  <a:pt x="229" y="81"/>
                </a:lnTo>
                <a:lnTo>
                  <a:pt x="229" y="83"/>
                </a:lnTo>
                <a:lnTo>
                  <a:pt x="230" y="83"/>
                </a:lnTo>
                <a:lnTo>
                  <a:pt x="230" y="84"/>
                </a:lnTo>
                <a:lnTo>
                  <a:pt x="231" y="84"/>
                </a:lnTo>
                <a:lnTo>
                  <a:pt x="231" y="86"/>
                </a:lnTo>
                <a:lnTo>
                  <a:pt x="232" y="86"/>
                </a:lnTo>
                <a:lnTo>
                  <a:pt x="232" y="85"/>
                </a:lnTo>
                <a:lnTo>
                  <a:pt x="233" y="85"/>
                </a:lnTo>
                <a:lnTo>
                  <a:pt x="234" y="85"/>
                </a:lnTo>
                <a:lnTo>
                  <a:pt x="237" y="85"/>
                </a:lnTo>
                <a:lnTo>
                  <a:pt x="237" y="86"/>
                </a:lnTo>
                <a:lnTo>
                  <a:pt x="238" y="86"/>
                </a:lnTo>
                <a:lnTo>
                  <a:pt x="239" y="85"/>
                </a:lnTo>
                <a:lnTo>
                  <a:pt x="240" y="83"/>
                </a:lnTo>
                <a:lnTo>
                  <a:pt x="241" y="83"/>
                </a:lnTo>
                <a:lnTo>
                  <a:pt x="241" y="82"/>
                </a:lnTo>
                <a:lnTo>
                  <a:pt x="239" y="81"/>
                </a:lnTo>
                <a:lnTo>
                  <a:pt x="239" y="80"/>
                </a:lnTo>
                <a:lnTo>
                  <a:pt x="239" y="78"/>
                </a:lnTo>
                <a:lnTo>
                  <a:pt x="241" y="77"/>
                </a:lnTo>
                <a:lnTo>
                  <a:pt x="241" y="76"/>
                </a:lnTo>
                <a:lnTo>
                  <a:pt x="242" y="76"/>
                </a:lnTo>
                <a:lnTo>
                  <a:pt x="242" y="77"/>
                </a:lnTo>
                <a:lnTo>
                  <a:pt x="243" y="77"/>
                </a:lnTo>
                <a:lnTo>
                  <a:pt x="244" y="77"/>
                </a:lnTo>
                <a:lnTo>
                  <a:pt x="245" y="76"/>
                </a:lnTo>
                <a:lnTo>
                  <a:pt x="246" y="77"/>
                </a:lnTo>
                <a:lnTo>
                  <a:pt x="247" y="77"/>
                </a:lnTo>
                <a:lnTo>
                  <a:pt x="248" y="76"/>
                </a:lnTo>
                <a:lnTo>
                  <a:pt x="248" y="75"/>
                </a:lnTo>
                <a:lnTo>
                  <a:pt x="248" y="74"/>
                </a:lnTo>
                <a:lnTo>
                  <a:pt x="249" y="73"/>
                </a:lnTo>
                <a:lnTo>
                  <a:pt x="249" y="72"/>
                </a:lnTo>
                <a:lnTo>
                  <a:pt x="250" y="71"/>
                </a:lnTo>
                <a:lnTo>
                  <a:pt x="250" y="70"/>
                </a:lnTo>
                <a:lnTo>
                  <a:pt x="250" y="69"/>
                </a:lnTo>
                <a:lnTo>
                  <a:pt x="251" y="69"/>
                </a:lnTo>
                <a:lnTo>
                  <a:pt x="252" y="69"/>
                </a:lnTo>
                <a:lnTo>
                  <a:pt x="252" y="68"/>
                </a:lnTo>
                <a:lnTo>
                  <a:pt x="253" y="67"/>
                </a:lnTo>
                <a:lnTo>
                  <a:pt x="254" y="68"/>
                </a:lnTo>
                <a:lnTo>
                  <a:pt x="255" y="67"/>
                </a:lnTo>
                <a:lnTo>
                  <a:pt x="255" y="66"/>
                </a:lnTo>
                <a:lnTo>
                  <a:pt x="256" y="66"/>
                </a:lnTo>
                <a:lnTo>
                  <a:pt x="257" y="66"/>
                </a:lnTo>
                <a:lnTo>
                  <a:pt x="257" y="65"/>
                </a:lnTo>
                <a:lnTo>
                  <a:pt x="258" y="64"/>
                </a:lnTo>
                <a:lnTo>
                  <a:pt x="258" y="63"/>
                </a:lnTo>
                <a:lnTo>
                  <a:pt x="259" y="62"/>
                </a:lnTo>
                <a:lnTo>
                  <a:pt x="260" y="62"/>
                </a:lnTo>
                <a:lnTo>
                  <a:pt x="261" y="62"/>
                </a:lnTo>
                <a:lnTo>
                  <a:pt x="263" y="62"/>
                </a:lnTo>
                <a:lnTo>
                  <a:pt x="264" y="62"/>
                </a:lnTo>
                <a:lnTo>
                  <a:pt x="264" y="63"/>
                </a:lnTo>
                <a:lnTo>
                  <a:pt x="265" y="63"/>
                </a:lnTo>
                <a:lnTo>
                  <a:pt x="266" y="63"/>
                </a:lnTo>
                <a:lnTo>
                  <a:pt x="267" y="63"/>
                </a:lnTo>
                <a:lnTo>
                  <a:pt x="267" y="64"/>
                </a:lnTo>
                <a:lnTo>
                  <a:pt x="267" y="66"/>
                </a:lnTo>
                <a:lnTo>
                  <a:pt x="265" y="68"/>
                </a:lnTo>
                <a:lnTo>
                  <a:pt x="264" y="68"/>
                </a:lnTo>
                <a:lnTo>
                  <a:pt x="264" y="69"/>
                </a:lnTo>
                <a:lnTo>
                  <a:pt x="265" y="69"/>
                </a:lnTo>
                <a:lnTo>
                  <a:pt x="266" y="68"/>
                </a:lnTo>
                <a:lnTo>
                  <a:pt x="267" y="69"/>
                </a:lnTo>
                <a:lnTo>
                  <a:pt x="269" y="69"/>
                </a:lnTo>
                <a:lnTo>
                  <a:pt x="270" y="68"/>
                </a:lnTo>
                <a:lnTo>
                  <a:pt x="271" y="68"/>
                </a:lnTo>
                <a:lnTo>
                  <a:pt x="273" y="66"/>
                </a:lnTo>
                <a:lnTo>
                  <a:pt x="274" y="65"/>
                </a:lnTo>
                <a:lnTo>
                  <a:pt x="273" y="65"/>
                </a:lnTo>
                <a:lnTo>
                  <a:pt x="274" y="65"/>
                </a:lnTo>
                <a:lnTo>
                  <a:pt x="275" y="65"/>
                </a:lnTo>
                <a:lnTo>
                  <a:pt x="276" y="66"/>
                </a:lnTo>
                <a:lnTo>
                  <a:pt x="277" y="67"/>
                </a:lnTo>
                <a:lnTo>
                  <a:pt x="277" y="68"/>
                </a:lnTo>
                <a:lnTo>
                  <a:pt x="278" y="68"/>
                </a:lnTo>
                <a:lnTo>
                  <a:pt x="277" y="68"/>
                </a:lnTo>
                <a:lnTo>
                  <a:pt x="279" y="70"/>
                </a:lnTo>
                <a:lnTo>
                  <a:pt x="280" y="70"/>
                </a:lnTo>
                <a:lnTo>
                  <a:pt x="281" y="70"/>
                </a:lnTo>
                <a:lnTo>
                  <a:pt x="282" y="71"/>
                </a:lnTo>
                <a:lnTo>
                  <a:pt x="283" y="70"/>
                </a:lnTo>
                <a:lnTo>
                  <a:pt x="284" y="70"/>
                </a:lnTo>
                <a:lnTo>
                  <a:pt x="285" y="70"/>
                </a:lnTo>
                <a:lnTo>
                  <a:pt x="286" y="70"/>
                </a:lnTo>
                <a:lnTo>
                  <a:pt x="287" y="70"/>
                </a:lnTo>
                <a:lnTo>
                  <a:pt x="288" y="69"/>
                </a:lnTo>
                <a:lnTo>
                  <a:pt x="289" y="68"/>
                </a:lnTo>
                <a:lnTo>
                  <a:pt x="290" y="68"/>
                </a:lnTo>
                <a:lnTo>
                  <a:pt x="292" y="69"/>
                </a:lnTo>
                <a:lnTo>
                  <a:pt x="292" y="68"/>
                </a:lnTo>
                <a:lnTo>
                  <a:pt x="295" y="68"/>
                </a:lnTo>
                <a:lnTo>
                  <a:pt x="295" y="67"/>
                </a:lnTo>
                <a:lnTo>
                  <a:pt x="296" y="66"/>
                </a:lnTo>
                <a:lnTo>
                  <a:pt x="297" y="65"/>
                </a:lnTo>
                <a:lnTo>
                  <a:pt x="298" y="64"/>
                </a:lnTo>
                <a:lnTo>
                  <a:pt x="298" y="63"/>
                </a:lnTo>
                <a:lnTo>
                  <a:pt x="299" y="64"/>
                </a:lnTo>
                <a:lnTo>
                  <a:pt x="300" y="66"/>
                </a:lnTo>
                <a:lnTo>
                  <a:pt x="304" y="64"/>
                </a:lnTo>
                <a:lnTo>
                  <a:pt x="305" y="64"/>
                </a:lnTo>
                <a:lnTo>
                  <a:pt x="305" y="63"/>
                </a:lnTo>
                <a:lnTo>
                  <a:pt x="306" y="63"/>
                </a:lnTo>
                <a:lnTo>
                  <a:pt x="307" y="63"/>
                </a:lnTo>
                <a:lnTo>
                  <a:pt x="308" y="62"/>
                </a:lnTo>
                <a:lnTo>
                  <a:pt x="309" y="61"/>
                </a:lnTo>
                <a:lnTo>
                  <a:pt x="309" y="60"/>
                </a:lnTo>
                <a:lnTo>
                  <a:pt x="309" y="58"/>
                </a:lnTo>
                <a:lnTo>
                  <a:pt x="309" y="57"/>
                </a:lnTo>
                <a:lnTo>
                  <a:pt x="309" y="56"/>
                </a:lnTo>
                <a:lnTo>
                  <a:pt x="309" y="55"/>
                </a:lnTo>
                <a:lnTo>
                  <a:pt x="310" y="54"/>
                </a:lnTo>
                <a:lnTo>
                  <a:pt x="310" y="53"/>
                </a:lnTo>
                <a:lnTo>
                  <a:pt x="310" y="52"/>
                </a:lnTo>
                <a:lnTo>
                  <a:pt x="309" y="52"/>
                </a:lnTo>
                <a:lnTo>
                  <a:pt x="309" y="51"/>
                </a:lnTo>
                <a:lnTo>
                  <a:pt x="308" y="51"/>
                </a:lnTo>
                <a:lnTo>
                  <a:pt x="308" y="50"/>
                </a:lnTo>
                <a:lnTo>
                  <a:pt x="307" y="50"/>
                </a:lnTo>
                <a:lnTo>
                  <a:pt x="307" y="49"/>
                </a:lnTo>
                <a:lnTo>
                  <a:pt x="306" y="48"/>
                </a:lnTo>
                <a:lnTo>
                  <a:pt x="306" y="47"/>
                </a:lnTo>
                <a:lnTo>
                  <a:pt x="305" y="47"/>
                </a:lnTo>
                <a:lnTo>
                  <a:pt x="304" y="47"/>
                </a:lnTo>
                <a:lnTo>
                  <a:pt x="303" y="47"/>
                </a:lnTo>
                <a:lnTo>
                  <a:pt x="303" y="46"/>
                </a:lnTo>
                <a:lnTo>
                  <a:pt x="302" y="45"/>
                </a:lnTo>
                <a:lnTo>
                  <a:pt x="302" y="44"/>
                </a:lnTo>
                <a:lnTo>
                  <a:pt x="301" y="43"/>
                </a:lnTo>
                <a:lnTo>
                  <a:pt x="300" y="42"/>
                </a:lnTo>
                <a:lnTo>
                  <a:pt x="301" y="42"/>
                </a:lnTo>
                <a:lnTo>
                  <a:pt x="302" y="42"/>
                </a:lnTo>
                <a:lnTo>
                  <a:pt x="303" y="42"/>
                </a:lnTo>
                <a:lnTo>
                  <a:pt x="303" y="43"/>
                </a:lnTo>
                <a:lnTo>
                  <a:pt x="304" y="43"/>
                </a:lnTo>
                <a:lnTo>
                  <a:pt x="306" y="43"/>
                </a:lnTo>
                <a:lnTo>
                  <a:pt x="307" y="43"/>
                </a:lnTo>
                <a:lnTo>
                  <a:pt x="307" y="44"/>
                </a:lnTo>
                <a:lnTo>
                  <a:pt x="307" y="43"/>
                </a:lnTo>
                <a:lnTo>
                  <a:pt x="308" y="43"/>
                </a:lnTo>
                <a:lnTo>
                  <a:pt x="309" y="43"/>
                </a:lnTo>
                <a:lnTo>
                  <a:pt x="310" y="43"/>
                </a:lnTo>
                <a:lnTo>
                  <a:pt x="310" y="44"/>
                </a:lnTo>
                <a:lnTo>
                  <a:pt x="311" y="44"/>
                </a:lnTo>
                <a:lnTo>
                  <a:pt x="312" y="43"/>
                </a:lnTo>
                <a:lnTo>
                  <a:pt x="313" y="43"/>
                </a:lnTo>
                <a:lnTo>
                  <a:pt x="313" y="41"/>
                </a:lnTo>
                <a:lnTo>
                  <a:pt x="312" y="41"/>
                </a:lnTo>
                <a:lnTo>
                  <a:pt x="312" y="40"/>
                </a:lnTo>
                <a:lnTo>
                  <a:pt x="312" y="39"/>
                </a:lnTo>
                <a:lnTo>
                  <a:pt x="311" y="39"/>
                </a:lnTo>
                <a:lnTo>
                  <a:pt x="311" y="38"/>
                </a:lnTo>
                <a:lnTo>
                  <a:pt x="311" y="36"/>
                </a:lnTo>
                <a:lnTo>
                  <a:pt x="311" y="35"/>
                </a:lnTo>
                <a:lnTo>
                  <a:pt x="311" y="34"/>
                </a:lnTo>
                <a:lnTo>
                  <a:pt x="311" y="33"/>
                </a:lnTo>
                <a:lnTo>
                  <a:pt x="311" y="32"/>
                </a:lnTo>
                <a:lnTo>
                  <a:pt x="310" y="31"/>
                </a:lnTo>
                <a:lnTo>
                  <a:pt x="310" y="30"/>
                </a:lnTo>
                <a:lnTo>
                  <a:pt x="310" y="29"/>
                </a:lnTo>
                <a:lnTo>
                  <a:pt x="309" y="29"/>
                </a:lnTo>
                <a:lnTo>
                  <a:pt x="309" y="27"/>
                </a:lnTo>
                <a:lnTo>
                  <a:pt x="309" y="26"/>
                </a:lnTo>
                <a:lnTo>
                  <a:pt x="309" y="25"/>
                </a:lnTo>
                <a:lnTo>
                  <a:pt x="310" y="25"/>
                </a:lnTo>
                <a:lnTo>
                  <a:pt x="310" y="24"/>
                </a:lnTo>
                <a:lnTo>
                  <a:pt x="310" y="23"/>
                </a:lnTo>
                <a:lnTo>
                  <a:pt x="311" y="23"/>
                </a:lnTo>
                <a:lnTo>
                  <a:pt x="312" y="22"/>
                </a:lnTo>
                <a:lnTo>
                  <a:pt x="313" y="21"/>
                </a:lnTo>
                <a:lnTo>
                  <a:pt x="315" y="20"/>
                </a:lnTo>
                <a:lnTo>
                  <a:pt x="317" y="19"/>
                </a:lnTo>
                <a:lnTo>
                  <a:pt x="318" y="19"/>
                </a:lnTo>
                <a:lnTo>
                  <a:pt x="318" y="20"/>
                </a:lnTo>
                <a:lnTo>
                  <a:pt x="319" y="20"/>
                </a:lnTo>
                <a:lnTo>
                  <a:pt x="319" y="19"/>
                </a:lnTo>
                <a:lnTo>
                  <a:pt x="320" y="19"/>
                </a:lnTo>
                <a:lnTo>
                  <a:pt x="320" y="18"/>
                </a:lnTo>
                <a:lnTo>
                  <a:pt x="320" y="17"/>
                </a:lnTo>
                <a:lnTo>
                  <a:pt x="320" y="16"/>
                </a:lnTo>
                <a:lnTo>
                  <a:pt x="321" y="16"/>
                </a:lnTo>
                <a:lnTo>
                  <a:pt x="322" y="16"/>
                </a:lnTo>
                <a:lnTo>
                  <a:pt x="323" y="16"/>
                </a:lnTo>
                <a:lnTo>
                  <a:pt x="324" y="16"/>
                </a:lnTo>
                <a:lnTo>
                  <a:pt x="325" y="16"/>
                </a:lnTo>
                <a:lnTo>
                  <a:pt x="326" y="16"/>
                </a:lnTo>
                <a:lnTo>
                  <a:pt x="327" y="15"/>
                </a:lnTo>
                <a:lnTo>
                  <a:pt x="328" y="14"/>
                </a:lnTo>
                <a:lnTo>
                  <a:pt x="328" y="13"/>
                </a:lnTo>
                <a:lnTo>
                  <a:pt x="328" y="14"/>
                </a:lnTo>
                <a:lnTo>
                  <a:pt x="329" y="14"/>
                </a:lnTo>
                <a:lnTo>
                  <a:pt x="330" y="15"/>
                </a:lnTo>
                <a:lnTo>
                  <a:pt x="331" y="15"/>
                </a:lnTo>
                <a:lnTo>
                  <a:pt x="333" y="15"/>
                </a:lnTo>
                <a:lnTo>
                  <a:pt x="334" y="15"/>
                </a:lnTo>
                <a:lnTo>
                  <a:pt x="335" y="15"/>
                </a:lnTo>
                <a:lnTo>
                  <a:pt x="338" y="15"/>
                </a:lnTo>
                <a:lnTo>
                  <a:pt x="339" y="15"/>
                </a:lnTo>
                <a:lnTo>
                  <a:pt x="341" y="14"/>
                </a:lnTo>
                <a:lnTo>
                  <a:pt x="342" y="14"/>
                </a:lnTo>
                <a:lnTo>
                  <a:pt x="342" y="15"/>
                </a:lnTo>
                <a:lnTo>
                  <a:pt x="343" y="14"/>
                </a:lnTo>
                <a:lnTo>
                  <a:pt x="344" y="14"/>
                </a:lnTo>
                <a:lnTo>
                  <a:pt x="345" y="14"/>
                </a:lnTo>
                <a:lnTo>
                  <a:pt x="346" y="15"/>
                </a:lnTo>
                <a:lnTo>
                  <a:pt x="347" y="15"/>
                </a:lnTo>
                <a:lnTo>
                  <a:pt x="348" y="15"/>
                </a:lnTo>
                <a:lnTo>
                  <a:pt x="349" y="15"/>
                </a:lnTo>
                <a:lnTo>
                  <a:pt x="349" y="16"/>
                </a:lnTo>
                <a:lnTo>
                  <a:pt x="350" y="16"/>
                </a:lnTo>
                <a:lnTo>
                  <a:pt x="352" y="16"/>
                </a:lnTo>
                <a:lnTo>
                  <a:pt x="353" y="16"/>
                </a:lnTo>
                <a:lnTo>
                  <a:pt x="354" y="16"/>
                </a:lnTo>
                <a:lnTo>
                  <a:pt x="355" y="16"/>
                </a:lnTo>
                <a:lnTo>
                  <a:pt x="355" y="15"/>
                </a:lnTo>
                <a:lnTo>
                  <a:pt x="356" y="15"/>
                </a:lnTo>
                <a:lnTo>
                  <a:pt x="357" y="15"/>
                </a:lnTo>
                <a:lnTo>
                  <a:pt x="357" y="14"/>
                </a:lnTo>
                <a:lnTo>
                  <a:pt x="356" y="14"/>
                </a:lnTo>
                <a:lnTo>
                  <a:pt x="357" y="13"/>
                </a:lnTo>
                <a:lnTo>
                  <a:pt x="357" y="12"/>
                </a:lnTo>
                <a:lnTo>
                  <a:pt x="357" y="11"/>
                </a:lnTo>
                <a:lnTo>
                  <a:pt x="357" y="10"/>
                </a:lnTo>
                <a:lnTo>
                  <a:pt x="356" y="10"/>
                </a:lnTo>
                <a:lnTo>
                  <a:pt x="355" y="10"/>
                </a:lnTo>
                <a:lnTo>
                  <a:pt x="355" y="9"/>
                </a:lnTo>
                <a:lnTo>
                  <a:pt x="355" y="8"/>
                </a:lnTo>
                <a:lnTo>
                  <a:pt x="356" y="8"/>
                </a:lnTo>
                <a:lnTo>
                  <a:pt x="356" y="7"/>
                </a:lnTo>
                <a:lnTo>
                  <a:pt x="357" y="7"/>
                </a:lnTo>
                <a:lnTo>
                  <a:pt x="358" y="6"/>
                </a:lnTo>
                <a:lnTo>
                  <a:pt x="359" y="6"/>
                </a:lnTo>
                <a:lnTo>
                  <a:pt x="359" y="5"/>
                </a:lnTo>
                <a:lnTo>
                  <a:pt x="359" y="4"/>
                </a:lnTo>
                <a:lnTo>
                  <a:pt x="359" y="3"/>
                </a:lnTo>
                <a:lnTo>
                  <a:pt x="360" y="3"/>
                </a:lnTo>
                <a:lnTo>
                  <a:pt x="361" y="3"/>
                </a:lnTo>
                <a:lnTo>
                  <a:pt x="361" y="2"/>
                </a:lnTo>
                <a:lnTo>
                  <a:pt x="362" y="2"/>
                </a:lnTo>
                <a:lnTo>
                  <a:pt x="362" y="1"/>
                </a:lnTo>
                <a:lnTo>
                  <a:pt x="363" y="1"/>
                </a:lnTo>
                <a:lnTo>
                  <a:pt x="363" y="2"/>
                </a:lnTo>
                <a:lnTo>
                  <a:pt x="365" y="2"/>
                </a:lnTo>
                <a:lnTo>
                  <a:pt x="366" y="2"/>
                </a:lnTo>
                <a:lnTo>
                  <a:pt x="367" y="3"/>
                </a:lnTo>
                <a:lnTo>
                  <a:pt x="368" y="2"/>
                </a:lnTo>
                <a:lnTo>
                  <a:pt x="368" y="1"/>
                </a:lnTo>
                <a:lnTo>
                  <a:pt x="369" y="1"/>
                </a:lnTo>
                <a:lnTo>
                  <a:pt x="372" y="1"/>
                </a:lnTo>
                <a:lnTo>
                  <a:pt x="373" y="1"/>
                </a:lnTo>
                <a:lnTo>
                  <a:pt x="374" y="1"/>
                </a:lnTo>
                <a:lnTo>
                  <a:pt x="374" y="2"/>
                </a:lnTo>
                <a:lnTo>
                  <a:pt x="376" y="3"/>
                </a:lnTo>
                <a:lnTo>
                  <a:pt x="378" y="3"/>
                </a:lnTo>
                <a:lnTo>
                  <a:pt x="379" y="3"/>
                </a:lnTo>
                <a:lnTo>
                  <a:pt x="380" y="3"/>
                </a:lnTo>
                <a:lnTo>
                  <a:pt x="381" y="3"/>
                </a:lnTo>
                <a:lnTo>
                  <a:pt x="382" y="3"/>
                </a:lnTo>
                <a:lnTo>
                  <a:pt x="383" y="3"/>
                </a:lnTo>
                <a:lnTo>
                  <a:pt x="384" y="2"/>
                </a:lnTo>
                <a:lnTo>
                  <a:pt x="385" y="2"/>
                </a:lnTo>
                <a:lnTo>
                  <a:pt x="386" y="2"/>
                </a:lnTo>
                <a:lnTo>
                  <a:pt x="387" y="2"/>
                </a:lnTo>
                <a:lnTo>
                  <a:pt x="387" y="1"/>
                </a:lnTo>
                <a:lnTo>
                  <a:pt x="388" y="1"/>
                </a:lnTo>
                <a:lnTo>
                  <a:pt x="390" y="0"/>
                </a:lnTo>
                <a:lnTo>
                  <a:pt x="391" y="0"/>
                </a:lnTo>
                <a:lnTo>
                  <a:pt x="39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09" name=""/>
          <p:cNvSpPr/>
          <p:nvPr/>
        </p:nvSpPr>
        <p:spPr>
          <a:xfrm>
            <a:off x="6858360" y="3659400"/>
            <a:ext cx="16560" cy="17640"/>
          </a:xfrm>
          <a:custGeom>
            <a:avLst/>
            <a:gdLst/>
            <a:ahLst/>
            <a:rect l="0" t="0" r="r" b="b"/>
            <a:pathLst>
              <a:path w="46" h="49">
                <a:moveTo>
                  <a:pt x="41" y="1"/>
                </a:moveTo>
                <a:lnTo>
                  <a:pt x="41" y="0"/>
                </a:lnTo>
                <a:lnTo>
                  <a:pt x="42" y="0"/>
                </a:lnTo>
                <a:lnTo>
                  <a:pt x="43" y="2"/>
                </a:lnTo>
                <a:lnTo>
                  <a:pt x="42" y="2"/>
                </a:lnTo>
                <a:lnTo>
                  <a:pt x="41" y="2"/>
                </a:lnTo>
                <a:lnTo>
                  <a:pt x="40" y="2"/>
                </a:lnTo>
                <a:lnTo>
                  <a:pt x="39" y="2"/>
                </a:lnTo>
                <a:lnTo>
                  <a:pt x="39" y="3"/>
                </a:lnTo>
                <a:lnTo>
                  <a:pt x="39" y="4"/>
                </a:lnTo>
                <a:lnTo>
                  <a:pt x="39" y="5"/>
                </a:lnTo>
                <a:lnTo>
                  <a:pt x="39" y="6"/>
                </a:lnTo>
                <a:lnTo>
                  <a:pt x="40" y="7"/>
                </a:lnTo>
                <a:lnTo>
                  <a:pt x="40" y="8"/>
                </a:lnTo>
                <a:lnTo>
                  <a:pt x="40" y="9"/>
                </a:lnTo>
                <a:lnTo>
                  <a:pt x="40" y="10"/>
                </a:lnTo>
                <a:lnTo>
                  <a:pt x="39" y="12"/>
                </a:lnTo>
                <a:lnTo>
                  <a:pt x="38" y="12"/>
                </a:lnTo>
                <a:lnTo>
                  <a:pt x="39" y="12"/>
                </a:lnTo>
                <a:lnTo>
                  <a:pt x="39" y="13"/>
                </a:lnTo>
                <a:lnTo>
                  <a:pt x="38" y="14"/>
                </a:lnTo>
                <a:lnTo>
                  <a:pt x="38" y="13"/>
                </a:lnTo>
                <a:lnTo>
                  <a:pt x="37" y="13"/>
                </a:lnTo>
                <a:lnTo>
                  <a:pt x="37" y="14"/>
                </a:lnTo>
                <a:lnTo>
                  <a:pt x="37" y="15"/>
                </a:lnTo>
                <a:lnTo>
                  <a:pt x="36" y="15"/>
                </a:lnTo>
                <a:lnTo>
                  <a:pt x="36" y="16"/>
                </a:lnTo>
                <a:lnTo>
                  <a:pt x="37" y="16"/>
                </a:lnTo>
                <a:lnTo>
                  <a:pt x="36" y="16"/>
                </a:lnTo>
                <a:lnTo>
                  <a:pt x="35" y="17"/>
                </a:lnTo>
                <a:lnTo>
                  <a:pt x="35" y="18"/>
                </a:lnTo>
                <a:lnTo>
                  <a:pt x="35" y="19"/>
                </a:lnTo>
                <a:lnTo>
                  <a:pt x="36" y="19"/>
                </a:lnTo>
                <a:lnTo>
                  <a:pt x="37" y="19"/>
                </a:lnTo>
                <a:lnTo>
                  <a:pt x="36" y="19"/>
                </a:lnTo>
                <a:lnTo>
                  <a:pt x="36" y="20"/>
                </a:lnTo>
                <a:lnTo>
                  <a:pt x="37" y="21"/>
                </a:lnTo>
                <a:lnTo>
                  <a:pt x="36" y="22"/>
                </a:lnTo>
                <a:lnTo>
                  <a:pt x="37" y="22"/>
                </a:lnTo>
                <a:lnTo>
                  <a:pt x="37" y="23"/>
                </a:lnTo>
                <a:lnTo>
                  <a:pt x="38" y="23"/>
                </a:lnTo>
                <a:lnTo>
                  <a:pt x="38" y="22"/>
                </a:lnTo>
                <a:lnTo>
                  <a:pt x="38" y="23"/>
                </a:lnTo>
                <a:lnTo>
                  <a:pt x="37" y="23"/>
                </a:lnTo>
                <a:lnTo>
                  <a:pt x="38" y="23"/>
                </a:lnTo>
                <a:lnTo>
                  <a:pt x="39" y="23"/>
                </a:lnTo>
                <a:lnTo>
                  <a:pt x="40" y="23"/>
                </a:lnTo>
                <a:lnTo>
                  <a:pt x="40" y="24"/>
                </a:lnTo>
                <a:lnTo>
                  <a:pt x="41" y="24"/>
                </a:lnTo>
                <a:lnTo>
                  <a:pt x="42" y="24"/>
                </a:lnTo>
                <a:lnTo>
                  <a:pt x="43" y="25"/>
                </a:lnTo>
                <a:lnTo>
                  <a:pt x="43" y="24"/>
                </a:lnTo>
                <a:lnTo>
                  <a:pt x="44" y="24"/>
                </a:lnTo>
                <a:lnTo>
                  <a:pt x="45" y="24"/>
                </a:lnTo>
                <a:lnTo>
                  <a:pt x="45" y="25"/>
                </a:lnTo>
                <a:lnTo>
                  <a:pt x="46" y="26"/>
                </a:lnTo>
                <a:lnTo>
                  <a:pt x="45" y="26"/>
                </a:lnTo>
                <a:lnTo>
                  <a:pt x="45" y="27"/>
                </a:lnTo>
                <a:lnTo>
                  <a:pt x="46" y="27"/>
                </a:lnTo>
                <a:lnTo>
                  <a:pt x="45" y="27"/>
                </a:lnTo>
                <a:lnTo>
                  <a:pt x="44" y="27"/>
                </a:lnTo>
                <a:lnTo>
                  <a:pt x="43" y="27"/>
                </a:lnTo>
                <a:lnTo>
                  <a:pt x="42" y="27"/>
                </a:lnTo>
                <a:lnTo>
                  <a:pt x="41" y="26"/>
                </a:lnTo>
                <a:lnTo>
                  <a:pt x="40" y="27"/>
                </a:lnTo>
                <a:lnTo>
                  <a:pt x="39" y="27"/>
                </a:lnTo>
                <a:lnTo>
                  <a:pt x="38" y="27"/>
                </a:lnTo>
                <a:lnTo>
                  <a:pt x="37" y="27"/>
                </a:lnTo>
                <a:lnTo>
                  <a:pt x="37" y="28"/>
                </a:lnTo>
                <a:lnTo>
                  <a:pt x="38" y="28"/>
                </a:lnTo>
                <a:lnTo>
                  <a:pt x="37" y="28"/>
                </a:lnTo>
                <a:lnTo>
                  <a:pt x="36" y="28"/>
                </a:lnTo>
                <a:lnTo>
                  <a:pt x="37" y="28"/>
                </a:lnTo>
                <a:lnTo>
                  <a:pt x="37" y="29"/>
                </a:lnTo>
                <a:lnTo>
                  <a:pt x="37" y="30"/>
                </a:lnTo>
                <a:lnTo>
                  <a:pt x="38" y="30"/>
                </a:lnTo>
                <a:lnTo>
                  <a:pt x="38" y="31"/>
                </a:lnTo>
                <a:lnTo>
                  <a:pt x="39" y="31"/>
                </a:lnTo>
                <a:lnTo>
                  <a:pt x="39" y="32"/>
                </a:lnTo>
                <a:lnTo>
                  <a:pt x="40" y="32"/>
                </a:lnTo>
                <a:lnTo>
                  <a:pt x="40" y="33"/>
                </a:lnTo>
                <a:lnTo>
                  <a:pt x="41" y="34"/>
                </a:lnTo>
                <a:lnTo>
                  <a:pt x="40" y="34"/>
                </a:lnTo>
                <a:lnTo>
                  <a:pt x="39" y="35"/>
                </a:lnTo>
                <a:lnTo>
                  <a:pt x="38" y="35"/>
                </a:lnTo>
                <a:lnTo>
                  <a:pt x="37" y="35"/>
                </a:lnTo>
                <a:lnTo>
                  <a:pt x="37" y="36"/>
                </a:lnTo>
                <a:lnTo>
                  <a:pt x="36" y="36"/>
                </a:lnTo>
                <a:lnTo>
                  <a:pt x="36" y="37"/>
                </a:lnTo>
                <a:lnTo>
                  <a:pt x="36" y="38"/>
                </a:lnTo>
                <a:lnTo>
                  <a:pt x="37" y="38"/>
                </a:lnTo>
                <a:lnTo>
                  <a:pt x="38" y="38"/>
                </a:lnTo>
                <a:lnTo>
                  <a:pt x="37" y="38"/>
                </a:lnTo>
                <a:lnTo>
                  <a:pt x="37" y="39"/>
                </a:lnTo>
                <a:lnTo>
                  <a:pt x="38" y="39"/>
                </a:lnTo>
                <a:lnTo>
                  <a:pt x="38" y="40"/>
                </a:lnTo>
                <a:lnTo>
                  <a:pt x="38" y="41"/>
                </a:lnTo>
                <a:lnTo>
                  <a:pt x="38" y="42"/>
                </a:lnTo>
                <a:lnTo>
                  <a:pt x="38" y="43"/>
                </a:lnTo>
                <a:lnTo>
                  <a:pt x="37" y="43"/>
                </a:lnTo>
                <a:lnTo>
                  <a:pt x="37" y="44"/>
                </a:lnTo>
                <a:lnTo>
                  <a:pt x="37" y="45"/>
                </a:lnTo>
                <a:lnTo>
                  <a:pt x="38" y="46"/>
                </a:lnTo>
                <a:lnTo>
                  <a:pt x="38" y="47"/>
                </a:lnTo>
                <a:lnTo>
                  <a:pt x="37" y="47"/>
                </a:lnTo>
                <a:lnTo>
                  <a:pt x="36" y="47"/>
                </a:lnTo>
                <a:lnTo>
                  <a:pt x="36" y="48"/>
                </a:lnTo>
                <a:lnTo>
                  <a:pt x="35" y="49"/>
                </a:lnTo>
                <a:lnTo>
                  <a:pt x="34" y="49"/>
                </a:lnTo>
                <a:lnTo>
                  <a:pt x="33" y="49"/>
                </a:lnTo>
                <a:lnTo>
                  <a:pt x="33" y="48"/>
                </a:lnTo>
                <a:lnTo>
                  <a:pt x="32" y="48"/>
                </a:lnTo>
                <a:lnTo>
                  <a:pt x="32" y="47"/>
                </a:lnTo>
                <a:lnTo>
                  <a:pt x="31" y="47"/>
                </a:lnTo>
                <a:lnTo>
                  <a:pt x="29" y="46"/>
                </a:lnTo>
                <a:lnTo>
                  <a:pt x="28" y="46"/>
                </a:lnTo>
                <a:lnTo>
                  <a:pt x="26" y="46"/>
                </a:lnTo>
                <a:lnTo>
                  <a:pt x="25" y="45"/>
                </a:lnTo>
                <a:lnTo>
                  <a:pt x="24" y="45"/>
                </a:lnTo>
                <a:lnTo>
                  <a:pt x="22" y="46"/>
                </a:lnTo>
                <a:lnTo>
                  <a:pt x="21" y="46"/>
                </a:lnTo>
                <a:lnTo>
                  <a:pt x="20" y="46"/>
                </a:lnTo>
                <a:lnTo>
                  <a:pt x="19" y="47"/>
                </a:lnTo>
                <a:lnTo>
                  <a:pt x="19" y="46"/>
                </a:lnTo>
                <a:lnTo>
                  <a:pt x="19" y="45"/>
                </a:lnTo>
                <a:lnTo>
                  <a:pt x="18" y="46"/>
                </a:lnTo>
                <a:lnTo>
                  <a:pt x="18" y="45"/>
                </a:lnTo>
                <a:lnTo>
                  <a:pt x="17" y="44"/>
                </a:lnTo>
                <a:lnTo>
                  <a:pt x="18" y="44"/>
                </a:lnTo>
                <a:lnTo>
                  <a:pt x="18" y="43"/>
                </a:lnTo>
                <a:lnTo>
                  <a:pt x="17" y="43"/>
                </a:lnTo>
                <a:lnTo>
                  <a:pt x="17" y="42"/>
                </a:lnTo>
                <a:lnTo>
                  <a:pt x="16" y="42"/>
                </a:lnTo>
                <a:lnTo>
                  <a:pt x="16" y="41"/>
                </a:lnTo>
                <a:lnTo>
                  <a:pt x="17" y="41"/>
                </a:lnTo>
                <a:lnTo>
                  <a:pt x="17" y="40"/>
                </a:lnTo>
                <a:lnTo>
                  <a:pt x="17" y="39"/>
                </a:lnTo>
                <a:lnTo>
                  <a:pt x="14" y="39"/>
                </a:lnTo>
                <a:lnTo>
                  <a:pt x="14" y="40"/>
                </a:lnTo>
                <a:lnTo>
                  <a:pt x="14" y="41"/>
                </a:lnTo>
                <a:lnTo>
                  <a:pt x="13" y="41"/>
                </a:lnTo>
                <a:lnTo>
                  <a:pt x="12" y="41"/>
                </a:lnTo>
                <a:lnTo>
                  <a:pt x="12" y="40"/>
                </a:lnTo>
                <a:lnTo>
                  <a:pt x="11" y="40"/>
                </a:lnTo>
                <a:lnTo>
                  <a:pt x="11" y="39"/>
                </a:lnTo>
                <a:lnTo>
                  <a:pt x="12" y="39"/>
                </a:lnTo>
                <a:lnTo>
                  <a:pt x="11" y="39"/>
                </a:lnTo>
                <a:lnTo>
                  <a:pt x="11" y="38"/>
                </a:lnTo>
                <a:lnTo>
                  <a:pt x="12" y="38"/>
                </a:lnTo>
                <a:lnTo>
                  <a:pt x="13" y="37"/>
                </a:lnTo>
                <a:lnTo>
                  <a:pt x="14" y="37"/>
                </a:lnTo>
                <a:lnTo>
                  <a:pt x="14" y="36"/>
                </a:lnTo>
                <a:lnTo>
                  <a:pt x="13" y="36"/>
                </a:lnTo>
                <a:lnTo>
                  <a:pt x="14" y="36"/>
                </a:lnTo>
                <a:lnTo>
                  <a:pt x="14" y="35"/>
                </a:lnTo>
                <a:lnTo>
                  <a:pt x="13" y="35"/>
                </a:lnTo>
                <a:lnTo>
                  <a:pt x="13" y="34"/>
                </a:lnTo>
                <a:lnTo>
                  <a:pt x="12" y="34"/>
                </a:lnTo>
                <a:lnTo>
                  <a:pt x="13" y="34"/>
                </a:lnTo>
                <a:lnTo>
                  <a:pt x="13" y="33"/>
                </a:lnTo>
                <a:lnTo>
                  <a:pt x="14" y="33"/>
                </a:lnTo>
                <a:lnTo>
                  <a:pt x="14" y="32"/>
                </a:lnTo>
                <a:lnTo>
                  <a:pt x="15" y="32"/>
                </a:lnTo>
                <a:lnTo>
                  <a:pt x="16" y="32"/>
                </a:lnTo>
                <a:lnTo>
                  <a:pt x="17" y="32"/>
                </a:lnTo>
                <a:lnTo>
                  <a:pt x="17" y="31"/>
                </a:lnTo>
                <a:lnTo>
                  <a:pt x="16" y="31"/>
                </a:lnTo>
                <a:lnTo>
                  <a:pt x="16" y="30"/>
                </a:lnTo>
                <a:lnTo>
                  <a:pt x="16" y="29"/>
                </a:lnTo>
                <a:lnTo>
                  <a:pt x="15" y="29"/>
                </a:lnTo>
                <a:lnTo>
                  <a:pt x="15" y="28"/>
                </a:lnTo>
                <a:lnTo>
                  <a:pt x="15" y="27"/>
                </a:lnTo>
                <a:lnTo>
                  <a:pt x="15" y="26"/>
                </a:lnTo>
                <a:lnTo>
                  <a:pt x="14" y="26"/>
                </a:lnTo>
                <a:lnTo>
                  <a:pt x="14" y="25"/>
                </a:lnTo>
                <a:lnTo>
                  <a:pt x="13" y="25"/>
                </a:lnTo>
                <a:lnTo>
                  <a:pt x="13" y="26"/>
                </a:lnTo>
                <a:lnTo>
                  <a:pt x="13" y="27"/>
                </a:lnTo>
                <a:lnTo>
                  <a:pt x="12" y="27"/>
                </a:lnTo>
                <a:lnTo>
                  <a:pt x="12" y="26"/>
                </a:lnTo>
                <a:lnTo>
                  <a:pt x="11" y="25"/>
                </a:lnTo>
                <a:lnTo>
                  <a:pt x="10" y="25"/>
                </a:lnTo>
                <a:lnTo>
                  <a:pt x="9" y="25"/>
                </a:lnTo>
                <a:lnTo>
                  <a:pt x="8" y="25"/>
                </a:lnTo>
                <a:lnTo>
                  <a:pt x="8" y="24"/>
                </a:lnTo>
                <a:lnTo>
                  <a:pt x="7" y="24"/>
                </a:lnTo>
                <a:lnTo>
                  <a:pt x="7" y="23"/>
                </a:lnTo>
                <a:lnTo>
                  <a:pt x="6" y="23"/>
                </a:lnTo>
                <a:lnTo>
                  <a:pt x="6" y="22"/>
                </a:lnTo>
                <a:lnTo>
                  <a:pt x="5" y="22"/>
                </a:lnTo>
                <a:lnTo>
                  <a:pt x="5" y="21"/>
                </a:lnTo>
                <a:lnTo>
                  <a:pt x="4" y="21"/>
                </a:lnTo>
                <a:lnTo>
                  <a:pt x="4" y="22"/>
                </a:lnTo>
                <a:lnTo>
                  <a:pt x="3" y="22"/>
                </a:lnTo>
                <a:lnTo>
                  <a:pt x="2" y="21"/>
                </a:lnTo>
                <a:lnTo>
                  <a:pt x="2" y="20"/>
                </a:lnTo>
                <a:lnTo>
                  <a:pt x="2" y="19"/>
                </a:lnTo>
                <a:lnTo>
                  <a:pt x="2" y="16"/>
                </a:lnTo>
                <a:lnTo>
                  <a:pt x="2" y="15"/>
                </a:lnTo>
                <a:lnTo>
                  <a:pt x="1" y="14"/>
                </a:lnTo>
                <a:lnTo>
                  <a:pt x="0" y="14"/>
                </a:lnTo>
                <a:lnTo>
                  <a:pt x="0" y="13"/>
                </a:lnTo>
                <a:lnTo>
                  <a:pt x="0" y="12"/>
                </a:lnTo>
                <a:lnTo>
                  <a:pt x="0" y="10"/>
                </a:lnTo>
                <a:lnTo>
                  <a:pt x="1" y="10"/>
                </a:lnTo>
                <a:lnTo>
                  <a:pt x="1" y="9"/>
                </a:lnTo>
                <a:lnTo>
                  <a:pt x="1" y="8"/>
                </a:lnTo>
                <a:lnTo>
                  <a:pt x="1" y="7"/>
                </a:lnTo>
                <a:lnTo>
                  <a:pt x="1" y="6"/>
                </a:lnTo>
                <a:lnTo>
                  <a:pt x="2" y="5"/>
                </a:lnTo>
                <a:lnTo>
                  <a:pt x="3" y="5"/>
                </a:lnTo>
                <a:lnTo>
                  <a:pt x="3" y="6"/>
                </a:lnTo>
                <a:lnTo>
                  <a:pt x="5" y="5"/>
                </a:lnTo>
                <a:lnTo>
                  <a:pt x="5" y="4"/>
                </a:lnTo>
                <a:lnTo>
                  <a:pt x="6" y="4"/>
                </a:lnTo>
                <a:lnTo>
                  <a:pt x="6" y="3"/>
                </a:lnTo>
                <a:lnTo>
                  <a:pt x="8" y="3"/>
                </a:lnTo>
                <a:lnTo>
                  <a:pt x="9" y="3"/>
                </a:lnTo>
                <a:lnTo>
                  <a:pt x="9" y="4"/>
                </a:lnTo>
                <a:lnTo>
                  <a:pt x="10" y="4"/>
                </a:lnTo>
                <a:lnTo>
                  <a:pt x="11" y="4"/>
                </a:lnTo>
                <a:lnTo>
                  <a:pt x="12" y="4"/>
                </a:lnTo>
                <a:lnTo>
                  <a:pt x="13" y="3"/>
                </a:lnTo>
                <a:lnTo>
                  <a:pt x="14" y="3"/>
                </a:lnTo>
                <a:lnTo>
                  <a:pt x="14" y="4"/>
                </a:lnTo>
                <a:lnTo>
                  <a:pt x="15" y="3"/>
                </a:lnTo>
                <a:lnTo>
                  <a:pt x="16" y="4"/>
                </a:lnTo>
                <a:lnTo>
                  <a:pt x="17" y="4"/>
                </a:lnTo>
                <a:lnTo>
                  <a:pt x="18" y="3"/>
                </a:lnTo>
                <a:lnTo>
                  <a:pt x="19" y="3"/>
                </a:lnTo>
                <a:lnTo>
                  <a:pt x="19" y="5"/>
                </a:lnTo>
                <a:lnTo>
                  <a:pt x="20" y="5"/>
                </a:lnTo>
                <a:lnTo>
                  <a:pt x="21" y="5"/>
                </a:lnTo>
                <a:lnTo>
                  <a:pt x="22" y="5"/>
                </a:lnTo>
                <a:lnTo>
                  <a:pt x="25" y="5"/>
                </a:lnTo>
                <a:lnTo>
                  <a:pt x="26" y="4"/>
                </a:lnTo>
                <a:lnTo>
                  <a:pt x="26" y="3"/>
                </a:lnTo>
                <a:lnTo>
                  <a:pt x="27" y="3"/>
                </a:lnTo>
                <a:lnTo>
                  <a:pt x="28" y="2"/>
                </a:lnTo>
                <a:lnTo>
                  <a:pt x="29" y="2"/>
                </a:lnTo>
                <a:lnTo>
                  <a:pt x="30" y="2"/>
                </a:lnTo>
                <a:lnTo>
                  <a:pt x="30" y="1"/>
                </a:lnTo>
                <a:lnTo>
                  <a:pt x="31" y="1"/>
                </a:lnTo>
                <a:lnTo>
                  <a:pt x="33" y="1"/>
                </a:lnTo>
                <a:lnTo>
                  <a:pt x="34" y="1"/>
                </a:lnTo>
                <a:lnTo>
                  <a:pt x="34" y="2"/>
                </a:lnTo>
                <a:lnTo>
                  <a:pt x="35" y="2"/>
                </a:lnTo>
                <a:lnTo>
                  <a:pt x="36" y="2"/>
                </a:lnTo>
                <a:lnTo>
                  <a:pt x="36" y="1"/>
                </a:lnTo>
                <a:lnTo>
                  <a:pt x="37" y="1"/>
                </a:lnTo>
                <a:lnTo>
                  <a:pt x="38" y="1"/>
                </a:lnTo>
                <a:lnTo>
                  <a:pt x="39" y="1"/>
                </a:lnTo>
                <a:lnTo>
                  <a:pt x="39" y="0"/>
                </a:lnTo>
                <a:lnTo>
                  <a:pt x="40" y="1"/>
                </a:lnTo>
                <a:lnTo>
                  <a:pt x="40" y="2"/>
                </a:lnTo>
                <a:lnTo>
                  <a:pt x="4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10" name=""/>
          <p:cNvSpPr/>
          <p:nvPr/>
        </p:nvSpPr>
        <p:spPr>
          <a:xfrm>
            <a:off x="6646680" y="3634920"/>
            <a:ext cx="140760" cy="227160"/>
          </a:xfrm>
          <a:custGeom>
            <a:avLst/>
            <a:gdLst/>
            <a:ahLst/>
            <a:rect l="0" t="0" r="r" b="b"/>
            <a:pathLst>
              <a:path w="391" h="631">
                <a:moveTo>
                  <a:pt x="353" y="1"/>
                </a:moveTo>
                <a:lnTo>
                  <a:pt x="353" y="2"/>
                </a:lnTo>
                <a:lnTo>
                  <a:pt x="354" y="3"/>
                </a:lnTo>
                <a:lnTo>
                  <a:pt x="355" y="3"/>
                </a:lnTo>
                <a:lnTo>
                  <a:pt x="355" y="4"/>
                </a:lnTo>
                <a:lnTo>
                  <a:pt x="355" y="5"/>
                </a:lnTo>
                <a:lnTo>
                  <a:pt x="356" y="5"/>
                </a:lnTo>
                <a:lnTo>
                  <a:pt x="356" y="6"/>
                </a:lnTo>
                <a:lnTo>
                  <a:pt x="356" y="7"/>
                </a:lnTo>
                <a:lnTo>
                  <a:pt x="357" y="9"/>
                </a:lnTo>
                <a:lnTo>
                  <a:pt x="358" y="10"/>
                </a:lnTo>
                <a:lnTo>
                  <a:pt x="359" y="11"/>
                </a:lnTo>
                <a:lnTo>
                  <a:pt x="360" y="11"/>
                </a:lnTo>
                <a:lnTo>
                  <a:pt x="360" y="12"/>
                </a:lnTo>
                <a:lnTo>
                  <a:pt x="359" y="12"/>
                </a:lnTo>
                <a:lnTo>
                  <a:pt x="359" y="13"/>
                </a:lnTo>
                <a:lnTo>
                  <a:pt x="360" y="13"/>
                </a:lnTo>
                <a:lnTo>
                  <a:pt x="360" y="14"/>
                </a:lnTo>
                <a:lnTo>
                  <a:pt x="361" y="14"/>
                </a:lnTo>
                <a:lnTo>
                  <a:pt x="362" y="15"/>
                </a:lnTo>
                <a:lnTo>
                  <a:pt x="363" y="15"/>
                </a:lnTo>
                <a:lnTo>
                  <a:pt x="363" y="14"/>
                </a:lnTo>
                <a:lnTo>
                  <a:pt x="364" y="14"/>
                </a:lnTo>
                <a:lnTo>
                  <a:pt x="364" y="15"/>
                </a:lnTo>
                <a:lnTo>
                  <a:pt x="365" y="15"/>
                </a:lnTo>
                <a:lnTo>
                  <a:pt x="366" y="16"/>
                </a:lnTo>
                <a:lnTo>
                  <a:pt x="366" y="17"/>
                </a:lnTo>
                <a:lnTo>
                  <a:pt x="365" y="17"/>
                </a:lnTo>
                <a:lnTo>
                  <a:pt x="365" y="18"/>
                </a:lnTo>
                <a:lnTo>
                  <a:pt x="365" y="19"/>
                </a:lnTo>
                <a:lnTo>
                  <a:pt x="365" y="20"/>
                </a:lnTo>
                <a:lnTo>
                  <a:pt x="366" y="20"/>
                </a:lnTo>
                <a:lnTo>
                  <a:pt x="367" y="20"/>
                </a:lnTo>
                <a:lnTo>
                  <a:pt x="367" y="21"/>
                </a:lnTo>
                <a:lnTo>
                  <a:pt x="367" y="22"/>
                </a:lnTo>
                <a:lnTo>
                  <a:pt x="366" y="22"/>
                </a:lnTo>
                <a:lnTo>
                  <a:pt x="366" y="23"/>
                </a:lnTo>
                <a:lnTo>
                  <a:pt x="366" y="24"/>
                </a:lnTo>
                <a:lnTo>
                  <a:pt x="365" y="26"/>
                </a:lnTo>
                <a:lnTo>
                  <a:pt x="365" y="27"/>
                </a:lnTo>
                <a:lnTo>
                  <a:pt x="364" y="28"/>
                </a:lnTo>
                <a:lnTo>
                  <a:pt x="364" y="29"/>
                </a:lnTo>
                <a:lnTo>
                  <a:pt x="365" y="29"/>
                </a:lnTo>
                <a:lnTo>
                  <a:pt x="365" y="30"/>
                </a:lnTo>
                <a:lnTo>
                  <a:pt x="366" y="30"/>
                </a:lnTo>
                <a:lnTo>
                  <a:pt x="366" y="31"/>
                </a:lnTo>
                <a:lnTo>
                  <a:pt x="367" y="31"/>
                </a:lnTo>
                <a:lnTo>
                  <a:pt x="367" y="32"/>
                </a:lnTo>
                <a:lnTo>
                  <a:pt x="366" y="32"/>
                </a:lnTo>
                <a:lnTo>
                  <a:pt x="366" y="33"/>
                </a:lnTo>
                <a:lnTo>
                  <a:pt x="366" y="34"/>
                </a:lnTo>
                <a:lnTo>
                  <a:pt x="367" y="34"/>
                </a:lnTo>
                <a:lnTo>
                  <a:pt x="367" y="35"/>
                </a:lnTo>
                <a:lnTo>
                  <a:pt x="367" y="36"/>
                </a:lnTo>
                <a:lnTo>
                  <a:pt x="367" y="37"/>
                </a:lnTo>
                <a:lnTo>
                  <a:pt x="367" y="38"/>
                </a:lnTo>
                <a:lnTo>
                  <a:pt x="367" y="39"/>
                </a:lnTo>
                <a:lnTo>
                  <a:pt x="368" y="39"/>
                </a:lnTo>
                <a:lnTo>
                  <a:pt x="369" y="39"/>
                </a:lnTo>
                <a:lnTo>
                  <a:pt x="371" y="39"/>
                </a:lnTo>
                <a:lnTo>
                  <a:pt x="372" y="39"/>
                </a:lnTo>
                <a:lnTo>
                  <a:pt x="373" y="39"/>
                </a:lnTo>
                <a:lnTo>
                  <a:pt x="374" y="39"/>
                </a:lnTo>
                <a:lnTo>
                  <a:pt x="375" y="39"/>
                </a:lnTo>
                <a:lnTo>
                  <a:pt x="375" y="40"/>
                </a:lnTo>
                <a:lnTo>
                  <a:pt x="375" y="41"/>
                </a:lnTo>
                <a:lnTo>
                  <a:pt x="376" y="41"/>
                </a:lnTo>
                <a:lnTo>
                  <a:pt x="377" y="40"/>
                </a:lnTo>
                <a:lnTo>
                  <a:pt x="378" y="39"/>
                </a:lnTo>
                <a:lnTo>
                  <a:pt x="379" y="39"/>
                </a:lnTo>
                <a:lnTo>
                  <a:pt x="380" y="39"/>
                </a:lnTo>
                <a:lnTo>
                  <a:pt x="381" y="39"/>
                </a:lnTo>
                <a:lnTo>
                  <a:pt x="382" y="39"/>
                </a:lnTo>
                <a:lnTo>
                  <a:pt x="382" y="40"/>
                </a:lnTo>
                <a:lnTo>
                  <a:pt x="382" y="41"/>
                </a:lnTo>
                <a:lnTo>
                  <a:pt x="383" y="41"/>
                </a:lnTo>
                <a:lnTo>
                  <a:pt x="385" y="41"/>
                </a:lnTo>
                <a:lnTo>
                  <a:pt x="386" y="40"/>
                </a:lnTo>
                <a:lnTo>
                  <a:pt x="387" y="40"/>
                </a:lnTo>
                <a:lnTo>
                  <a:pt x="387" y="41"/>
                </a:lnTo>
                <a:lnTo>
                  <a:pt x="388" y="41"/>
                </a:lnTo>
                <a:lnTo>
                  <a:pt x="388" y="42"/>
                </a:lnTo>
                <a:lnTo>
                  <a:pt x="388" y="43"/>
                </a:lnTo>
                <a:lnTo>
                  <a:pt x="387" y="43"/>
                </a:lnTo>
                <a:lnTo>
                  <a:pt x="387" y="44"/>
                </a:lnTo>
                <a:lnTo>
                  <a:pt x="387" y="45"/>
                </a:lnTo>
                <a:lnTo>
                  <a:pt x="387" y="46"/>
                </a:lnTo>
                <a:lnTo>
                  <a:pt x="385" y="46"/>
                </a:lnTo>
                <a:lnTo>
                  <a:pt x="385" y="47"/>
                </a:lnTo>
                <a:lnTo>
                  <a:pt x="385" y="48"/>
                </a:lnTo>
                <a:lnTo>
                  <a:pt x="384" y="48"/>
                </a:lnTo>
                <a:lnTo>
                  <a:pt x="383" y="49"/>
                </a:lnTo>
                <a:lnTo>
                  <a:pt x="382" y="50"/>
                </a:lnTo>
                <a:lnTo>
                  <a:pt x="381" y="50"/>
                </a:lnTo>
                <a:lnTo>
                  <a:pt x="380" y="51"/>
                </a:lnTo>
                <a:lnTo>
                  <a:pt x="378" y="51"/>
                </a:lnTo>
                <a:lnTo>
                  <a:pt x="377" y="52"/>
                </a:lnTo>
                <a:lnTo>
                  <a:pt x="375" y="52"/>
                </a:lnTo>
                <a:lnTo>
                  <a:pt x="374" y="52"/>
                </a:lnTo>
                <a:lnTo>
                  <a:pt x="374" y="51"/>
                </a:lnTo>
                <a:lnTo>
                  <a:pt x="373" y="51"/>
                </a:lnTo>
                <a:lnTo>
                  <a:pt x="372" y="51"/>
                </a:lnTo>
                <a:lnTo>
                  <a:pt x="371" y="51"/>
                </a:lnTo>
                <a:lnTo>
                  <a:pt x="371" y="52"/>
                </a:lnTo>
                <a:lnTo>
                  <a:pt x="370" y="52"/>
                </a:lnTo>
                <a:lnTo>
                  <a:pt x="369" y="52"/>
                </a:lnTo>
                <a:lnTo>
                  <a:pt x="368" y="52"/>
                </a:lnTo>
                <a:lnTo>
                  <a:pt x="368" y="53"/>
                </a:lnTo>
                <a:lnTo>
                  <a:pt x="367" y="53"/>
                </a:lnTo>
                <a:lnTo>
                  <a:pt x="366" y="53"/>
                </a:lnTo>
                <a:lnTo>
                  <a:pt x="366" y="54"/>
                </a:lnTo>
                <a:lnTo>
                  <a:pt x="365" y="54"/>
                </a:lnTo>
                <a:lnTo>
                  <a:pt x="364" y="53"/>
                </a:lnTo>
                <a:lnTo>
                  <a:pt x="364" y="52"/>
                </a:lnTo>
                <a:lnTo>
                  <a:pt x="363" y="53"/>
                </a:lnTo>
                <a:lnTo>
                  <a:pt x="362" y="54"/>
                </a:lnTo>
                <a:lnTo>
                  <a:pt x="361" y="54"/>
                </a:lnTo>
                <a:lnTo>
                  <a:pt x="361" y="55"/>
                </a:lnTo>
                <a:lnTo>
                  <a:pt x="361" y="56"/>
                </a:lnTo>
                <a:lnTo>
                  <a:pt x="361" y="57"/>
                </a:lnTo>
                <a:lnTo>
                  <a:pt x="360" y="56"/>
                </a:lnTo>
                <a:lnTo>
                  <a:pt x="360" y="57"/>
                </a:lnTo>
                <a:lnTo>
                  <a:pt x="359" y="57"/>
                </a:lnTo>
                <a:lnTo>
                  <a:pt x="358" y="57"/>
                </a:lnTo>
                <a:lnTo>
                  <a:pt x="357" y="57"/>
                </a:lnTo>
                <a:lnTo>
                  <a:pt x="356" y="57"/>
                </a:lnTo>
                <a:lnTo>
                  <a:pt x="355" y="57"/>
                </a:lnTo>
                <a:lnTo>
                  <a:pt x="355" y="58"/>
                </a:lnTo>
                <a:lnTo>
                  <a:pt x="354" y="58"/>
                </a:lnTo>
                <a:lnTo>
                  <a:pt x="353" y="59"/>
                </a:lnTo>
                <a:lnTo>
                  <a:pt x="352" y="59"/>
                </a:lnTo>
                <a:lnTo>
                  <a:pt x="351" y="58"/>
                </a:lnTo>
                <a:lnTo>
                  <a:pt x="351" y="57"/>
                </a:lnTo>
                <a:lnTo>
                  <a:pt x="350" y="57"/>
                </a:lnTo>
                <a:lnTo>
                  <a:pt x="349" y="57"/>
                </a:lnTo>
                <a:lnTo>
                  <a:pt x="348" y="57"/>
                </a:lnTo>
                <a:lnTo>
                  <a:pt x="347" y="58"/>
                </a:lnTo>
                <a:lnTo>
                  <a:pt x="347" y="57"/>
                </a:lnTo>
                <a:lnTo>
                  <a:pt x="346" y="57"/>
                </a:lnTo>
                <a:lnTo>
                  <a:pt x="346" y="58"/>
                </a:lnTo>
                <a:lnTo>
                  <a:pt x="347" y="59"/>
                </a:lnTo>
                <a:lnTo>
                  <a:pt x="347" y="60"/>
                </a:lnTo>
                <a:lnTo>
                  <a:pt x="347" y="61"/>
                </a:lnTo>
                <a:lnTo>
                  <a:pt x="347" y="62"/>
                </a:lnTo>
                <a:lnTo>
                  <a:pt x="348" y="63"/>
                </a:lnTo>
                <a:lnTo>
                  <a:pt x="348" y="64"/>
                </a:lnTo>
                <a:lnTo>
                  <a:pt x="349" y="65"/>
                </a:lnTo>
                <a:lnTo>
                  <a:pt x="349" y="66"/>
                </a:lnTo>
                <a:lnTo>
                  <a:pt x="349" y="67"/>
                </a:lnTo>
                <a:lnTo>
                  <a:pt x="348" y="68"/>
                </a:lnTo>
                <a:lnTo>
                  <a:pt x="348" y="69"/>
                </a:lnTo>
                <a:lnTo>
                  <a:pt x="347" y="69"/>
                </a:lnTo>
                <a:lnTo>
                  <a:pt x="346" y="70"/>
                </a:lnTo>
                <a:lnTo>
                  <a:pt x="345" y="70"/>
                </a:lnTo>
                <a:lnTo>
                  <a:pt x="345" y="71"/>
                </a:lnTo>
                <a:lnTo>
                  <a:pt x="344" y="71"/>
                </a:lnTo>
                <a:lnTo>
                  <a:pt x="343" y="70"/>
                </a:lnTo>
                <a:lnTo>
                  <a:pt x="343" y="69"/>
                </a:lnTo>
                <a:lnTo>
                  <a:pt x="343" y="68"/>
                </a:lnTo>
                <a:lnTo>
                  <a:pt x="342" y="67"/>
                </a:lnTo>
                <a:lnTo>
                  <a:pt x="342" y="66"/>
                </a:lnTo>
                <a:lnTo>
                  <a:pt x="341" y="66"/>
                </a:lnTo>
                <a:lnTo>
                  <a:pt x="341" y="65"/>
                </a:lnTo>
                <a:lnTo>
                  <a:pt x="340" y="65"/>
                </a:lnTo>
                <a:lnTo>
                  <a:pt x="339" y="65"/>
                </a:lnTo>
                <a:lnTo>
                  <a:pt x="338" y="65"/>
                </a:lnTo>
                <a:lnTo>
                  <a:pt x="338" y="66"/>
                </a:lnTo>
                <a:lnTo>
                  <a:pt x="338" y="67"/>
                </a:lnTo>
                <a:lnTo>
                  <a:pt x="338" y="69"/>
                </a:lnTo>
                <a:lnTo>
                  <a:pt x="338" y="70"/>
                </a:lnTo>
                <a:lnTo>
                  <a:pt x="338" y="71"/>
                </a:lnTo>
                <a:lnTo>
                  <a:pt x="337" y="71"/>
                </a:lnTo>
                <a:lnTo>
                  <a:pt x="337" y="72"/>
                </a:lnTo>
                <a:lnTo>
                  <a:pt x="337" y="73"/>
                </a:lnTo>
                <a:lnTo>
                  <a:pt x="336" y="73"/>
                </a:lnTo>
                <a:lnTo>
                  <a:pt x="336" y="74"/>
                </a:lnTo>
                <a:lnTo>
                  <a:pt x="334" y="74"/>
                </a:lnTo>
                <a:lnTo>
                  <a:pt x="333" y="74"/>
                </a:lnTo>
                <a:lnTo>
                  <a:pt x="332" y="74"/>
                </a:lnTo>
                <a:lnTo>
                  <a:pt x="332" y="75"/>
                </a:lnTo>
                <a:lnTo>
                  <a:pt x="332" y="76"/>
                </a:lnTo>
                <a:lnTo>
                  <a:pt x="333" y="76"/>
                </a:lnTo>
                <a:lnTo>
                  <a:pt x="334" y="76"/>
                </a:lnTo>
                <a:lnTo>
                  <a:pt x="335" y="76"/>
                </a:lnTo>
                <a:lnTo>
                  <a:pt x="336" y="76"/>
                </a:lnTo>
                <a:lnTo>
                  <a:pt x="337" y="76"/>
                </a:lnTo>
                <a:lnTo>
                  <a:pt x="339" y="77"/>
                </a:lnTo>
                <a:lnTo>
                  <a:pt x="340" y="77"/>
                </a:lnTo>
                <a:lnTo>
                  <a:pt x="341" y="77"/>
                </a:lnTo>
                <a:lnTo>
                  <a:pt x="342" y="77"/>
                </a:lnTo>
                <a:lnTo>
                  <a:pt x="342" y="78"/>
                </a:lnTo>
                <a:lnTo>
                  <a:pt x="343" y="78"/>
                </a:lnTo>
                <a:lnTo>
                  <a:pt x="343" y="79"/>
                </a:lnTo>
                <a:lnTo>
                  <a:pt x="342" y="80"/>
                </a:lnTo>
                <a:lnTo>
                  <a:pt x="343" y="80"/>
                </a:lnTo>
                <a:lnTo>
                  <a:pt x="343" y="81"/>
                </a:lnTo>
                <a:lnTo>
                  <a:pt x="343" y="82"/>
                </a:lnTo>
                <a:lnTo>
                  <a:pt x="343" y="83"/>
                </a:lnTo>
                <a:lnTo>
                  <a:pt x="344" y="83"/>
                </a:lnTo>
                <a:lnTo>
                  <a:pt x="344" y="84"/>
                </a:lnTo>
                <a:lnTo>
                  <a:pt x="344" y="85"/>
                </a:lnTo>
                <a:lnTo>
                  <a:pt x="345" y="85"/>
                </a:lnTo>
                <a:lnTo>
                  <a:pt x="346" y="85"/>
                </a:lnTo>
                <a:lnTo>
                  <a:pt x="346" y="84"/>
                </a:lnTo>
                <a:lnTo>
                  <a:pt x="347" y="84"/>
                </a:lnTo>
                <a:lnTo>
                  <a:pt x="347" y="85"/>
                </a:lnTo>
                <a:lnTo>
                  <a:pt x="348" y="85"/>
                </a:lnTo>
                <a:lnTo>
                  <a:pt x="348" y="86"/>
                </a:lnTo>
                <a:lnTo>
                  <a:pt x="349" y="86"/>
                </a:lnTo>
                <a:lnTo>
                  <a:pt x="351" y="86"/>
                </a:lnTo>
                <a:lnTo>
                  <a:pt x="352" y="86"/>
                </a:lnTo>
                <a:lnTo>
                  <a:pt x="353" y="86"/>
                </a:lnTo>
                <a:lnTo>
                  <a:pt x="353" y="87"/>
                </a:lnTo>
                <a:lnTo>
                  <a:pt x="354" y="87"/>
                </a:lnTo>
                <a:lnTo>
                  <a:pt x="356" y="87"/>
                </a:lnTo>
                <a:lnTo>
                  <a:pt x="357" y="86"/>
                </a:lnTo>
                <a:lnTo>
                  <a:pt x="358" y="86"/>
                </a:lnTo>
                <a:lnTo>
                  <a:pt x="359" y="86"/>
                </a:lnTo>
                <a:lnTo>
                  <a:pt x="359" y="85"/>
                </a:lnTo>
                <a:lnTo>
                  <a:pt x="360" y="85"/>
                </a:lnTo>
                <a:lnTo>
                  <a:pt x="361" y="86"/>
                </a:lnTo>
                <a:lnTo>
                  <a:pt x="361" y="87"/>
                </a:lnTo>
                <a:lnTo>
                  <a:pt x="360" y="87"/>
                </a:lnTo>
                <a:lnTo>
                  <a:pt x="359" y="88"/>
                </a:lnTo>
                <a:lnTo>
                  <a:pt x="358" y="89"/>
                </a:lnTo>
                <a:lnTo>
                  <a:pt x="358" y="90"/>
                </a:lnTo>
                <a:lnTo>
                  <a:pt x="359" y="90"/>
                </a:lnTo>
                <a:lnTo>
                  <a:pt x="360" y="91"/>
                </a:lnTo>
                <a:lnTo>
                  <a:pt x="360" y="90"/>
                </a:lnTo>
                <a:lnTo>
                  <a:pt x="360" y="91"/>
                </a:lnTo>
                <a:lnTo>
                  <a:pt x="360" y="92"/>
                </a:lnTo>
                <a:lnTo>
                  <a:pt x="361" y="92"/>
                </a:lnTo>
                <a:lnTo>
                  <a:pt x="361" y="91"/>
                </a:lnTo>
                <a:lnTo>
                  <a:pt x="360" y="91"/>
                </a:lnTo>
                <a:lnTo>
                  <a:pt x="361" y="91"/>
                </a:lnTo>
                <a:lnTo>
                  <a:pt x="362" y="91"/>
                </a:lnTo>
                <a:lnTo>
                  <a:pt x="362" y="90"/>
                </a:lnTo>
                <a:lnTo>
                  <a:pt x="363" y="90"/>
                </a:lnTo>
                <a:lnTo>
                  <a:pt x="364" y="90"/>
                </a:lnTo>
                <a:lnTo>
                  <a:pt x="365" y="90"/>
                </a:lnTo>
                <a:lnTo>
                  <a:pt x="365" y="89"/>
                </a:lnTo>
                <a:lnTo>
                  <a:pt x="366" y="90"/>
                </a:lnTo>
                <a:lnTo>
                  <a:pt x="366" y="91"/>
                </a:lnTo>
                <a:lnTo>
                  <a:pt x="367" y="91"/>
                </a:lnTo>
                <a:lnTo>
                  <a:pt x="368" y="91"/>
                </a:lnTo>
                <a:lnTo>
                  <a:pt x="369" y="91"/>
                </a:lnTo>
                <a:lnTo>
                  <a:pt x="369" y="90"/>
                </a:lnTo>
                <a:lnTo>
                  <a:pt x="370" y="90"/>
                </a:lnTo>
                <a:lnTo>
                  <a:pt x="371" y="90"/>
                </a:lnTo>
                <a:lnTo>
                  <a:pt x="372" y="91"/>
                </a:lnTo>
                <a:lnTo>
                  <a:pt x="372" y="90"/>
                </a:lnTo>
                <a:lnTo>
                  <a:pt x="373" y="90"/>
                </a:lnTo>
                <a:lnTo>
                  <a:pt x="374" y="90"/>
                </a:lnTo>
                <a:lnTo>
                  <a:pt x="375" y="90"/>
                </a:lnTo>
                <a:lnTo>
                  <a:pt x="376" y="90"/>
                </a:lnTo>
                <a:lnTo>
                  <a:pt x="376" y="91"/>
                </a:lnTo>
                <a:lnTo>
                  <a:pt x="376" y="92"/>
                </a:lnTo>
                <a:lnTo>
                  <a:pt x="376" y="93"/>
                </a:lnTo>
                <a:lnTo>
                  <a:pt x="377" y="94"/>
                </a:lnTo>
                <a:lnTo>
                  <a:pt x="376" y="94"/>
                </a:lnTo>
                <a:lnTo>
                  <a:pt x="376" y="95"/>
                </a:lnTo>
                <a:lnTo>
                  <a:pt x="375" y="95"/>
                </a:lnTo>
                <a:lnTo>
                  <a:pt x="376" y="96"/>
                </a:lnTo>
                <a:lnTo>
                  <a:pt x="376" y="97"/>
                </a:lnTo>
                <a:lnTo>
                  <a:pt x="377" y="98"/>
                </a:lnTo>
                <a:lnTo>
                  <a:pt x="377" y="99"/>
                </a:lnTo>
                <a:lnTo>
                  <a:pt x="378" y="99"/>
                </a:lnTo>
                <a:lnTo>
                  <a:pt x="378" y="100"/>
                </a:lnTo>
                <a:lnTo>
                  <a:pt x="377" y="100"/>
                </a:lnTo>
                <a:lnTo>
                  <a:pt x="377" y="101"/>
                </a:lnTo>
                <a:lnTo>
                  <a:pt x="377" y="102"/>
                </a:lnTo>
                <a:lnTo>
                  <a:pt x="377" y="103"/>
                </a:lnTo>
                <a:lnTo>
                  <a:pt x="377" y="104"/>
                </a:lnTo>
                <a:lnTo>
                  <a:pt x="377" y="105"/>
                </a:lnTo>
                <a:lnTo>
                  <a:pt x="377" y="106"/>
                </a:lnTo>
                <a:lnTo>
                  <a:pt x="377" y="108"/>
                </a:lnTo>
                <a:lnTo>
                  <a:pt x="376" y="108"/>
                </a:lnTo>
                <a:lnTo>
                  <a:pt x="377" y="108"/>
                </a:lnTo>
                <a:lnTo>
                  <a:pt x="377" y="109"/>
                </a:lnTo>
                <a:lnTo>
                  <a:pt x="377" y="110"/>
                </a:lnTo>
                <a:lnTo>
                  <a:pt x="376" y="110"/>
                </a:lnTo>
                <a:lnTo>
                  <a:pt x="376" y="111"/>
                </a:lnTo>
                <a:lnTo>
                  <a:pt x="377" y="111"/>
                </a:lnTo>
                <a:lnTo>
                  <a:pt x="376" y="111"/>
                </a:lnTo>
                <a:lnTo>
                  <a:pt x="376" y="112"/>
                </a:lnTo>
                <a:lnTo>
                  <a:pt x="376" y="113"/>
                </a:lnTo>
                <a:lnTo>
                  <a:pt x="377" y="113"/>
                </a:lnTo>
                <a:lnTo>
                  <a:pt x="378" y="114"/>
                </a:lnTo>
                <a:lnTo>
                  <a:pt x="379" y="115"/>
                </a:lnTo>
                <a:lnTo>
                  <a:pt x="378" y="116"/>
                </a:lnTo>
                <a:lnTo>
                  <a:pt x="379" y="116"/>
                </a:lnTo>
                <a:lnTo>
                  <a:pt x="379" y="117"/>
                </a:lnTo>
                <a:lnTo>
                  <a:pt x="381" y="117"/>
                </a:lnTo>
                <a:lnTo>
                  <a:pt x="381" y="116"/>
                </a:lnTo>
                <a:lnTo>
                  <a:pt x="382" y="116"/>
                </a:lnTo>
                <a:lnTo>
                  <a:pt x="383" y="117"/>
                </a:lnTo>
                <a:lnTo>
                  <a:pt x="384" y="117"/>
                </a:lnTo>
                <a:lnTo>
                  <a:pt x="385" y="117"/>
                </a:lnTo>
                <a:lnTo>
                  <a:pt x="386" y="118"/>
                </a:lnTo>
                <a:lnTo>
                  <a:pt x="386" y="119"/>
                </a:lnTo>
                <a:lnTo>
                  <a:pt x="386" y="120"/>
                </a:lnTo>
                <a:lnTo>
                  <a:pt x="387" y="121"/>
                </a:lnTo>
                <a:lnTo>
                  <a:pt x="388" y="121"/>
                </a:lnTo>
                <a:lnTo>
                  <a:pt x="388" y="120"/>
                </a:lnTo>
                <a:lnTo>
                  <a:pt x="389" y="120"/>
                </a:lnTo>
                <a:lnTo>
                  <a:pt x="390" y="119"/>
                </a:lnTo>
                <a:lnTo>
                  <a:pt x="391" y="120"/>
                </a:lnTo>
                <a:lnTo>
                  <a:pt x="391" y="121"/>
                </a:lnTo>
                <a:lnTo>
                  <a:pt x="391" y="122"/>
                </a:lnTo>
                <a:lnTo>
                  <a:pt x="390" y="122"/>
                </a:lnTo>
                <a:lnTo>
                  <a:pt x="390" y="123"/>
                </a:lnTo>
                <a:lnTo>
                  <a:pt x="390" y="124"/>
                </a:lnTo>
                <a:lnTo>
                  <a:pt x="390" y="125"/>
                </a:lnTo>
                <a:lnTo>
                  <a:pt x="389" y="125"/>
                </a:lnTo>
                <a:lnTo>
                  <a:pt x="389" y="126"/>
                </a:lnTo>
                <a:lnTo>
                  <a:pt x="388" y="126"/>
                </a:lnTo>
                <a:lnTo>
                  <a:pt x="388" y="127"/>
                </a:lnTo>
                <a:lnTo>
                  <a:pt x="389" y="127"/>
                </a:lnTo>
                <a:lnTo>
                  <a:pt x="388" y="129"/>
                </a:lnTo>
                <a:lnTo>
                  <a:pt x="387" y="129"/>
                </a:lnTo>
                <a:lnTo>
                  <a:pt x="387" y="130"/>
                </a:lnTo>
                <a:lnTo>
                  <a:pt x="386" y="130"/>
                </a:lnTo>
                <a:lnTo>
                  <a:pt x="385" y="130"/>
                </a:lnTo>
                <a:lnTo>
                  <a:pt x="385" y="131"/>
                </a:lnTo>
                <a:lnTo>
                  <a:pt x="386" y="131"/>
                </a:lnTo>
                <a:lnTo>
                  <a:pt x="386" y="132"/>
                </a:lnTo>
                <a:lnTo>
                  <a:pt x="385" y="133"/>
                </a:lnTo>
                <a:lnTo>
                  <a:pt x="385" y="135"/>
                </a:lnTo>
                <a:lnTo>
                  <a:pt x="384" y="135"/>
                </a:lnTo>
                <a:lnTo>
                  <a:pt x="384" y="136"/>
                </a:lnTo>
                <a:lnTo>
                  <a:pt x="383" y="137"/>
                </a:lnTo>
                <a:lnTo>
                  <a:pt x="383" y="138"/>
                </a:lnTo>
                <a:lnTo>
                  <a:pt x="383" y="139"/>
                </a:lnTo>
                <a:lnTo>
                  <a:pt x="383" y="140"/>
                </a:lnTo>
                <a:lnTo>
                  <a:pt x="383" y="141"/>
                </a:lnTo>
                <a:lnTo>
                  <a:pt x="382" y="142"/>
                </a:lnTo>
                <a:lnTo>
                  <a:pt x="383" y="143"/>
                </a:lnTo>
                <a:lnTo>
                  <a:pt x="383" y="144"/>
                </a:lnTo>
                <a:lnTo>
                  <a:pt x="382" y="144"/>
                </a:lnTo>
                <a:lnTo>
                  <a:pt x="382" y="145"/>
                </a:lnTo>
                <a:lnTo>
                  <a:pt x="381" y="145"/>
                </a:lnTo>
                <a:lnTo>
                  <a:pt x="381" y="146"/>
                </a:lnTo>
                <a:lnTo>
                  <a:pt x="380" y="146"/>
                </a:lnTo>
                <a:lnTo>
                  <a:pt x="379" y="146"/>
                </a:lnTo>
                <a:lnTo>
                  <a:pt x="379" y="147"/>
                </a:lnTo>
                <a:lnTo>
                  <a:pt x="379" y="148"/>
                </a:lnTo>
                <a:lnTo>
                  <a:pt x="379" y="149"/>
                </a:lnTo>
                <a:lnTo>
                  <a:pt x="378" y="150"/>
                </a:lnTo>
                <a:lnTo>
                  <a:pt x="378" y="151"/>
                </a:lnTo>
                <a:lnTo>
                  <a:pt x="379" y="151"/>
                </a:lnTo>
                <a:lnTo>
                  <a:pt x="379" y="152"/>
                </a:lnTo>
                <a:lnTo>
                  <a:pt x="379" y="153"/>
                </a:lnTo>
                <a:lnTo>
                  <a:pt x="378" y="153"/>
                </a:lnTo>
                <a:lnTo>
                  <a:pt x="378" y="154"/>
                </a:lnTo>
                <a:lnTo>
                  <a:pt x="378" y="155"/>
                </a:lnTo>
                <a:lnTo>
                  <a:pt x="379" y="155"/>
                </a:lnTo>
                <a:lnTo>
                  <a:pt x="380" y="155"/>
                </a:lnTo>
                <a:lnTo>
                  <a:pt x="381" y="155"/>
                </a:lnTo>
                <a:lnTo>
                  <a:pt x="381" y="156"/>
                </a:lnTo>
                <a:lnTo>
                  <a:pt x="382" y="156"/>
                </a:lnTo>
                <a:lnTo>
                  <a:pt x="383" y="156"/>
                </a:lnTo>
                <a:lnTo>
                  <a:pt x="383" y="157"/>
                </a:lnTo>
                <a:lnTo>
                  <a:pt x="383" y="158"/>
                </a:lnTo>
                <a:lnTo>
                  <a:pt x="382" y="159"/>
                </a:lnTo>
                <a:lnTo>
                  <a:pt x="382" y="160"/>
                </a:lnTo>
                <a:lnTo>
                  <a:pt x="381" y="159"/>
                </a:lnTo>
                <a:lnTo>
                  <a:pt x="380" y="159"/>
                </a:lnTo>
                <a:lnTo>
                  <a:pt x="380" y="160"/>
                </a:lnTo>
                <a:lnTo>
                  <a:pt x="380" y="161"/>
                </a:lnTo>
                <a:lnTo>
                  <a:pt x="379" y="161"/>
                </a:lnTo>
                <a:lnTo>
                  <a:pt x="378" y="161"/>
                </a:lnTo>
                <a:lnTo>
                  <a:pt x="377" y="160"/>
                </a:lnTo>
                <a:lnTo>
                  <a:pt x="377" y="161"/>
                </a:lnTo>
                <a:lnTo>
                  <a:pt x="376" y="161"/>
                </a:lnTo>
                <a:lnTo>
                  <a:pt x="375" y="161"/>
                </a:lnTo>
                <a:lnTo>
                  <a:pt x="374" y="162"/>
                </a:lnTo>
                <a:lnTo>
                  <a:pt x="374" y="163"/>
                </a:lnTo>
                <a:lnTo>
                  <a:pt x="374" y="164"/>
                </a:lnTo>
                <a:lnTo>
                  <a:pt x="373" y="164"/>
                </a:lnTo>
                <a:lnTo>
                  <a:pt x="373" y="165"/>
                </a:lnTo>
                <a:lnTo>
                  <a:pt x="373" y="166"/>
                </a:lnTo>
                <a:lnTo>
                  <a:pt x="373" y="167"/>
                </a:lnTo>
                <a:lnTo>
                  <a:pt x="374" y="167"/>
                </a:lnTo>
                <a:lnTo>
                  <a:pt x="374" y="168"/>
                </a:lnTo>
                <a:lnTo>
                  <a:pt x="373" y="168"/>
                </a:lnTo>
                <a:lnTo>
                  <a:pt x="373" y="169"/>
                </a:lnTo>
                <a:lnTo>
                  <a:pt x="373" y="170"/>
                </a:lnTo>
                <a:lnTo>
                  <a:pt x="372" y="171"/>
                </a:lnTo>
                <a:lnTo>
                  <a:pt x="371" y="171"/>
                </a:lnTo>
                <a:lnTo>
                  <a:pt x="370" y="171"/>
                </a:lnTo>
                <a:lnTo>
                  <a:pt x="369" y="171"/>
                </a:lnTo>
                <a:lnTo>
                  <a:pt x="368" y="171"/>
                </a:lnTo>
                <a:lnTo>
                  <a:pt x="367" y="171"/>
                </a:lnTo>
                <a:lnTo>
                  <a:pt x="366" y="171"/>
                </a:lnTo>
                <a:lnTo>
                  <a:pt x="365" y="171"/>
                </a:lnTo>
                <a:lnTo>
                  <a:pt x="364" y="171"/>
                </a:lnTo>
                <a:lnTo>
                  <a:pt x="363" y="171"/>
                </a:lnTo>
                <a:lnTo>
                  <a:pt x="362" y="172"/>
                </a:lnTo>
                <a:lnTo>
                  <a:pt x="361" y="172"/>
                </a:lnTo>
                <a:lnTo>
                  <a:pt x="360" y="172"/>
                </a:lnTo>
                <a:lnTo>
                  <a:pt x="359" y="173"/>
                </a:lnTo>
                <a:lnTo>
                  <a:pt x="360" y="173"/>
                </a:lnTo>
                <a:lnTo>
                  <a:pt x="359" y="173"/>
                </a:lnTo>
                <a:lnTo>
                  <a:pt x="359" y="174"/>
                </a:lnTo>
                <a:lnTo>
                  <a:pt x="358" y="174"/>
                </a:lnTo>
                <a:lnTo>
                  <a:pt x="357" y="173"/>
                </a:lnTo>
                <a:lnTo>
                  <a:pt x="356" y="172"/>
                </a:lnTo>
                <a:lnTo>
                  <a:pt x="355" y="172"/>
                </a:lnTo>
                <a:lnTo>
                  <a:pt x="354" y="173"/>
                </a:lnTo>
                <a:lnTo>
                  <a:pt x="354" y="174"/>
                </a:lnTo>
                <a:lnTo>
                  <a:pt x="353" y="174"/>
                </a:lnTo>
                <a:lnTo>
                  <a:pt x="351" y="174"/>
                </a:lnTo>
                <a:lnTo>
                  <a:pt x="350" y="173"/>
                </a:lnTo>
                <a:lnTo>
                  <a:pt x="350" y="172"/>
                </a:lnTo>
                <a:lnTo>
                  <a:pt x="350" y="171"/>
                </a:lnTo>
                <a:lnTo>
                  <a:pt x="349" y="171"/>
                </a:lnTo>
                <a:lnTo>
                  <a:pt x="349" y="170"/>
                </a:lnTo>
                <a:lnTo>
                  <a:pt x="348" y="170"/>
                </a:lnTo>
                <a:lnTo>
                  <a:pt x="348" y="169"/>
                </a:lnTo>
                <a:lnTo>
                  <a:pt x="347" y="169"/>
                </a:lnTo>
                <a:lnTo>
                  <a:pt x="346" y="169"/>
                </a:lnTo>
                <a:lnTo>
                  <a:pt x="346" y="168"/>
                </a:lnTo>
                <a:lnTo>
                  <a:pt x="345" y="166"/>
                </a:lnTo>
                <a:lnTo>
                  <a:pt x="345" y="165"/>
                </a:lnTo>
                <a:lnTo>
                  <a:pt x="344" y="165"/>
                </a:lnTo>
                <a:lnTo>
                  <a:pt x="344" y="166"/>
                </a:lnTo>
                <a:lnTo>
                  <a:pt x="343" y="166"/>
                </a:lnTo>
                <a:lnTo>
                  <a:pt x="342" y="166"/>
                </a:lnTo>
                <a:lnTo>
                  <a:pt x="341" y="166"/>
                </a:lnTo>
                <a:lnTo>
                  <a:pt x="340" y="167"/>
                </a:lnTo>
                <a:lnTo>
                  <a:pt x="340" y="168"/>
                </a:lnTo>
                <a:lnTo>
                  <a:pt x="340" y="169"/>
                </a:lnTo>
                <a:lnTo>
                  <a:pt x="339" y="169"/>
                </a:lnTo>
                <a:lnTo>
                  <a:pt x="338" y="169"/>
                </a:lnTo>
                <a:lnTo>
                  <a:pt x="337" y="169"/>
                </a:lnTo>
                <a:lnTo>
                  <a:pt x="337" y="168"/>
                </a:lnTo>
                <a:lnTo>
                  <a:pt x="335" y="169"/>
                </a:lnTo>
                <a:lnTo>
                  <a:pt x="334" y="170"/>
                </a:lnTo>
                <a:lnTo>
                  <a:pt x="334" y="171"/>
                </a:lnTo>
                <a:lnTo>
                  <a:pt x="334" y="172"/>
                </a:lnTo>
                <a:lnTo>
                  <a:pt x="333" y="172"/>
                </a:lnTo>
                <a:lnTo>
                  <a:pt x="332" y="172"/>
                </a:lnTo>
                <a:lnTo>
                  <a:pt x="331" y="172"/>
                </a:lnTo>
                <a:lnTo>
                  <a:pt x="330" y="172"/>
                </a:lnTo>
                <a:lnTo>
                  <a:pt x="329" y="173"/>
                </a:lnTo>
                <a:lnTo>
                  <a:pt x="328" y="174"/>
                </a:lnTo>
                <a:lnTo>
                  <a:pt x="327" y="176"/>
                </a:lnTo>
                <a:lnTo>
                  <a:pt x="326" y="176"/>
                </a:lnTo>
                <a:lnTo>
                  <a:pt x="324" y="177"/>
                </a:lnTo>
                <a:lnTo>
                  <a:pt x="324" y="178"/>
                </a:lnTo>
                <a:lnTo>
                  <a:pt x="324" y="179"/>
                </a:lnTo>
                <a:lnTo>
                  <a:pt x="323" y="179"/>
                </a:lnTo>
                <a:lnTo>
                  <a:pt x="322" y="180"/>
                </a:lnTo>
                <a:lnTo>
                  <a:pt x="321" y="179"/>
                </a:lnTo>
                <a:lnTo>
                  <a:pt x="320" y="179"/>
                </a:lnTo>
                <a:lnTo>
                  <a:pt x="320" y="180"/>
                </a:lnTo>
                <a:lnTo>
                  <a:pt x="319" y="181"/>
                </a:lnTo>
                <a:lnTo>
                  <a:pt x="319" y="183"/>
                </a:lnTo>
                <a:lnTo>
                  <a:pt x="319" y="185"/>
                </a:lnTo>
                <a:lnTo>
                  <a:pt x="320" y="186"/>
                </a:lnTo>
                <a:lnTo>
                  <a:pt x="320" y="188"/>
                </a:lnTo>
                <a:lnTo>
                  <a:pt x="320" y="190"/>
                </a:lnTo>
                <a:lnTo>
                  <a:pt x="320" y="191"/>
                </a:lnTo>
                <a:lnTo>
                  <a:pt x="321" y="191"/>
                </a:lnTo>
                <a:lnTo>
                  <a:pt x="321" y="192"/>
                </a:lnTo>
                <a:lnTo>
                  <a:pt x="322" y="192"/>
                </a:lnTo>
                <a:lnTo>
                  <a:pt x="322" y="193"/>
                </a:lnTo>
                <a:lnTo>
                  <a:pt x="322" y="194"/>
                </a:lnTo>
                <a:lnTo>
                  <a:pt x="323" y="194"/>
                </a:lnTo>
                <a:lnTo>
                  <a:pt x="324" y="195"/>
                </a:lnTo>
                <a:lnTo>
                  <a:pt x="325" y="195"/>
                </a:lnTo>
                <a:lnTo>
                  <a:pt x="326" y="195"/>
                </a:lnTo>
                <a:lnTo>
                  <a:pt x="327" y="196"/>
                </a:lnTo>
                <a:lnTo>
                  <a:pt x="327" y="197"/>
                </a:lnTo>
                <a:lnTo>
                  <a:pt x="327" y="198"/>
                </a:lnTo>
                <a:lnTo>
                  <a:pt x="326" y="198"/>
                </a:lnTo>
                <a:lnTo>
                  <a:pt x="325" y="199"/>
                </a:lnTo>
                <a:lnTo>
                  <a:pt x="325" y="200"/>
                </a:lnTo>
                <a:lnTo>
                  <a:pt x="325" y="201"/>
                </a:lnTo>
                <a:lnTo>
                  <a:pt x="325" y="202"/>
                </a:lnTo>
                <a:lnTo>
                  <a:pt x="325" y="203"/>
                </a:lnTo>
                <a:lnTo>
                  <a:pt x="324" y="203"/>
                </a:lnTo>
                <a:lnTo>
                  <a:pt x="323" y="203"/>
                </a:lnTo>
                <a:lnTo>
                  <a:pt x="322" y="203"/>
                </a:lnTo>
                <a:lnTo>
                  <a:pt x="321" y="204"/>
                </a:lnTo>
                <a:lnTo>
                  <a:pt x="320" y="207"/>
                </a:lnTo>
                <a:lnTo>
                  <a:pt x="320" y="208"/>
                </a:lnTo>
                <a:lnTo>
                  <a:pt x="319" y="209"/>
                </a:lnTo>
                <a:lnTo>
                  <a:pt x="318" y="210"/>
                </a:lnTo>
                <a:lnTo>
                  <a:pt x="318" y="209"/>
                </a:lnTo>
                <a:lnTo>
                  <a:pt x="317" y="209"/>
                </a:lnTo>
                <a:lnTo>
                  <a:pt x="316" y="208"/>
                </a:lnTo>
                <a:lnTo>
                  <a:pt x="315" y="208"/>
                </a:lnTo>
                <a:lnTo>
                  <a:pt x="314" y="208"/>
                </a:lnTo>
                <a:lnTo>
                  <a:pt x="314" y="210"/>
                </a:lnTo>
                <a:lnTo>
                  <a:pt x="314" y="211"/>
                </a:lnTo>
                <a:lnTo>
                  <a:pt x="315" y="212"/>
                </a:lnTo>
                <a:lnTo>
                  <a:pt x="315" y="213"/>
                </a:lnTo>
                <a:lnTo>
                  <a:pt x="314" y="214"/>
                </a:lnTo>
                <a:lnTo>
                  <a:pt x="313" y="214"/>
                </a:lnTo>
                <a:lnTo>
                  <a:pt x="312" y="215"/>
                </a:lnTo>
                <a:lnTo>
                  <a:pt x="311" y="215"/>
                </a:lnTo>
                <a:lnTo>
                  <a:pt x="310" y="214"/>
                </a:lnTo>
                <a:lnTo>
                  <a:pt x="307" y="214"/>
                </a:lnTo>
                <a:lnTo>
                  <a:pt x="306" y="214"/>
                </a:lnTo>
                <a:lnTo>
                  <a:pt x="306" y="215"/>
                </a:lnTo>
                <a:lnTo>
                  <a:pt x="305" y="216"/>
                </a:lnTo>
                <a:lnTo>
                  <a:pt x="304" y="217"/>
                </a:lnTo>
                <a:lnTo>
                  <a:pt x="304" y="218"/>
                </a:lnTo>
                <a:lnTo>
                  <a:pt x="304" y="219"/>
                </a:lnTo>
                <a:lnTo>
                  <a:pt x="305" y="219"/>
                </a:lnTo>
                <a:lnTo>
                  <a:pt x="305" y="220"/>
                </a:lnTo>
                <a:lnTo>
                  <a:pt x="304" y="222"/>
                </a:lnTo>
                <a:lnTo>
                  <a:pt x="302" y="222"/>
                </a:lnTo>
                <a:lnTo>
                  <a:pt x="301" y="223"/>
                </a:lnTo>
                <a:lnTo>
                  <a:pt x="300" y="224"/>
                </a:lnTo>
                <a:lnTo>
                  <a:pt x="300" y="226"/>
                </a:lnTo>
                <a:lnTo>
                  <a:pt x="300" y="227"/>
                </a:lnTo>
                <a:lnTo>
                  <a:pt x="299" y="228"/>
                </a:lnTo>
                <a:lnTo>
                  <a:pt x="300" y="229"/>
                </a:lnTo>
                <a:lnTo>
                  <a:pt x="300" y="230"/>
                </a:lnTo>
                <a:lnTo>
                  <a:pt x="300" y="231"/>
                </a:lnTo>
                <a:lnTo>
                  <a:pt x="300" y="232"/>
                </a:lnTo>
                <a:lnTo>
                  <a:pt x="301" y="232"/>
                </a:lnTo>
                <a:lnTo>
                  <a:pt x="302" y="232"/>
                </a:lnTo>
                <a:lnTo>
                  <a:pt x="302" y="233"/>
                </a:lnTo>
                <a:lnTo>
                  <a:pt x="303" y="233"/>
                </a:lnTo>
                <a:lnTo>
                  <a:pt x="303" y="234"/>
                </a:lnTo>
                <a:lnTo>
                  <a:pt x="302" y="234"/>
                </a:lnTo>
                <a:lnTo>
                  <a:pt x="302" y="235"/>
                </a:lnTo>
                <a:lnTo>
                  <a:pt x="301" y="235"/>
                </a:lnTo>
                <a:lnTo>
                  <a:pt x="301" y="236"/>
                </a:lnTo>
                <a:lnTo>
                  <a:pt x="301" y="238"/>
                </a:lnTo>
                <a:lnTo>
                  <a:pt x="300" y="238"/>
                </a:lnTo>
                <a:lnTo>
                  <a:pt x="300" y="237"/>
                </a:lnTo>
                <a:lnTo>
                  <a:pt x="299" y="237"/>
                </a:lnTo>
                <a:lnTo>
                  <a:pt x="299" y="238"/>
                </a:lnTo>
                <a:lnTo>
                  <a:pt x="298" y="238"/>
                </a:lnTo>
                <a:lnTo>
                  <a:pt x="297" y="242"/>
                </a:lnTo>
                <a:lnTo>
                  <a:pt x="297" y="243"/>
                </a:lnTo>
                <a:lnTo>
                  <a:pt x="298" y="243"/>
                </a:lnTo>
                <a:lnTo>
                  <a:pt x="298" y="244"/>
                </a:lnTo>
                <a:lnTo>
                  <a:pt x="299" y="245"/>
                </a:lnTo>
                <a:lnTo>
                  <a:pt x="300" y="246"/>
                </a:lnTo>
                <a:lnTo>
                  <a:pt x="301" y="246"/>
                </a:lnTo>
                <a:lnTo>
                  <a:pt x="301" y="247"/>
                </a:lnTo>
                <a:lnTo>
                  <a:pt x="300" y="248"/>
                </a:lnTo>
                <a:lnTo>
                  <a:pt x="299" y="249"/>
                </a:lnTo>
                <a:lnTo>
                  <a:pt x="299" y="251"/>
                </a:lnTo>
                <a:lnTo>
                  <a:pt x="299" y="254"/>
                </a:lnTo>
                <a:lnTo>
                  <a:pt x="299" y="255"/>
                </a:lnTo>
                <a:lnTo>
                  <a:pt x="301" y="256"/>
                </a:lnTo>
                <a:lnTo>
                  <a:pt x="302" y="257"/>
                </a:lnTo>
                <a:lnTo>
                  <a:pt x="303" y="257"/>
                </a:lnTo>
                <a:lnTo>
                  <a:pt x="304" y="257"/>
                </a:lnTo>
                <a:lnTo>
                  <a:pt x="306" y="257"/>
                </a:lnTo>
                <a:lnTo>
                  <a:pt x="308" y="257"/>
                </a:lnTo>
                <a:lnTo>
                  <a:pt x="309" y="257"/>
                </a:lnTo>
                <a:lnTo>
                  <a:pt x="309" y="258"/>
                </a:lnTo>
                <a:lnTo>
                  <a:pt x="310" y="258"/>
                </a:lnTo>
                <a:lnTo>
                  <a:pt x="310" y="259"/>
                </a:lnTo>
                <a:lnTo>
                  <a:pt x="312" y="260"/>
                </a:lnTo>
                <a:lnTo>
                  <a:pt x="313" y="260"/>
                </a:lnTo>
                <a:lnTo>
                  <a:pt x="315" y="260"/>
                </a:lnTo>
                <a:lnTo>
                  <a:pt x="315" y="261"/>
                </a:lnTo>
                <a:lnTo>
                  <a:pt x="318" y="263"/>
                </a:lnTo>
                <a:lnTo>
                  <a:pt x="320" y="264"/>
                </a:lnTo>
                <a:lnTo>
                  <a:pt x="322" y="264"/>
                </a:lnTo>
                <a:lnTo>
                  <a:pt x="323" y="264"/>
                </a:lnTo>
                <a:lnTo>
                  <a:pt x="324" y="264"/>
                </a:lnTo>
                <a:lnTo>
                  <a:pt x="325" y="264"/>
                </a:lnTo>
                <a:lnTo>
                  <a:pt x="324" y="266"/>
                </a:lnTo>
                <a:lnTo>
                  <a:pt x="324" y="268"/>
                </a:lnTo>
                <a:lnTo>
                  <a:pt x="323" y="268"/>
                </a:lnTo>
                <a:lnTo>
                  <a:pt x="323" y="269"/>
                </a:lnTo>
                <a:lnTo>
                  <a:pt x="323" y="270"/>
                </a:lnTo>
                <a:lnTo>
                  <a:pt x="324" y="270"/>
                </a:lnTo>
                <a:lnTo>
                  <a:pt x="327" y="273"/>
                </a:lnTo>
                <a:lnTo>
                  <a:pt x="329" y="275"/>
                </a:lnTo>
                <a:lnTo>
                  <a:pt x="329" y="280"/>
                </a:lnTo>
                <a:lnTo>
                  <a:pt x="328" y="281"/>
                </a:lnTo>
                <a:lnTo>
                  <a:pt x="328" y="282"/>
                </a:lnTo>
                <a:lnTo>
                  <a:pt x="329" y="282"/>
                </a:lnTo>
                <a:lnTo>
                  <a:pt x="330" y="282"/>
                </a:lnTo>
                <a:lnTo>
                  <a:pt x="331" y="282"/>
                </a:lnTo>
                <a:lnTo>
                  <a:pt x="331" y="283"/>
                </a:lnTo>
                <a:lnTo>
                  <a:pt x="334" y="286"/>
                </a:lnTo>
                <a:lnTo>
                  <a:pt x="333" y="287"/>
                </a:lnTo>
                <a:lnTo>
                  <a:pt x="334" y="289"/>
                </a:lnTo>
                <a:lnTo>
                  <a:pt x="335" y="289"/>
                </a:lnTo>
                <a:lnTo>
                  <a:pt x="336" y="290"/>
                </a:lnTo>
                <a:lnTo>
                  <a:pt x="338" y="293"/>
                </a:lnTo>
                <a:lnTo>
                  <a:pt x="338" y="295"/>
                </a:lnTo>
                <a:lnTo>
                  <a:pt x="337" y="296"/>
                </a:lnTo>
                <a:lnTo>
                  <a:pt x="337" y="300"/>
                </a:lnTo>
                <a:lnTo>
                  <a:pt x="338" y="301"/>
                </a:lnTo>
                <a:lnTo>
                  <a:pt x="339" y="301"/>
                </a:lnTo>
                <a:lnTo>
                  <a:pt x="340" y="301"/>
                </a:lnTo>
                <a:lnTo>
                  <a:pt x="341" y="301"/>
                </a:lnTo>
                <a:lnTo>
                  <a:pt x="341" y="302"/>
                </a:lnTo>
                <a:lnTo>
                  <a:pt x="342" y="302"/>
                </a:lnTo>
                <a:lnTo>
                  <a:pt x="342" y="303"/>
                </a:lnTo>
                <a:lnTo>
                  <a:pt x="343" y="303"/>
                </a:lnTo>
                <a:lnTo>
                  <a:pt x="343" y="304"/>
                </a:lnTo>
                <a:lnTo>
                  <a:pt x="344" y="304"/>
                </a:lnTo>
                <a:lnTo>
                  <a:pt x="344" y="305"/>
                </a:lnTo>
                <a:lnTo>
                  <a:pt x="344" y="306"/>
                </a:lnTo>
                <a:lnTo>
                  <a:pt x="344" y="307"/>
                </a:lnTo>
                <a:lnTo>
                  <a:pt x="343" y="308"/>
                </a:lnTo>
                <a:lnTo>
                  <a:pt x="342" y="308"/>
                </a:lnTo>
                <a:lnTo>
                  <a:pt x="341" y="308"/>
                </a:lnTo>
                <a:lnTo>
                  <a:pt x="340" y="308"/>
                </a:lnTo>
                <a:lnTo>
                  <a:pt x="339" y="311"/>
                </a:lnTo>
                <a:lnTo>
                  <a:pt x="340" y="312"/>
                </a:lnTo>
                <a:lnTo>
                  <a:pt x="341" y="311"/>
                </a:lnTo>
                <a:lnTo>
                  <a:pt x="342" y="311"/>
                </a:lnTo>
                <a:lnTo>
                  <a:pt x="343" y="311"/>
                </a:lnTo>
                <a:lnTo>
                  <a:pt x="343" y="310"/>
                </a:lnTo>
                <a:lnTo>
                  <a:pt x="344" y="310"/>
                </a:lnTo>
                <a:lnTo>
                  <a:pt x="345" y="310"/>
                </a:lnTo>
                <a:lnTo>
                  <a:pt x="346" y="310"/>
                </a:lnTo>
                <a:lnTo>
                  <a:pt x="346" y="311"/>
                </a:lnTo>
                <a:lnTo>
                  <a:pt x="347" y="311"/>
                </a:lnTo>
                <a:lnTo>
                  <a:pt x="348" y="311"/>
                </a:lnTo>
                <a:lnTo>
                  <a:pt x="348" y="312"/>
                </a:lnTo>
                <a:lnTo>
                  <a:pt x="349" y="311"/>
                </a:lnTo>
                <a:lnTo>
                  <a:pt x="350" y="312"/>
                </a:lnTo>
                <a:lnTo>
                  <a:pt x="349" y="312"/>
                </a:lnTo>
                <a:lnTo>
                  <a:pt x="350" y="312"/>
                </a:lnTo>
                <a:lnTo>
                  <a:pt x="351" y="312"/>
                </a:lnTo>
                <a:lnTo>
                  <a:pt x="351" y="313"/>
                </a:lnTo>
                <a:lnTo>
                  <a:pt x="352" y="313"/>
                </a:lnTo>
                <a:lnTo>
                  <a:pt x="352" y="314"/>
                </a:lnTo>
                <a:lnTo>
                  <a:pt x="352" y="315"/>
                </a:lnTo>
                <a:lnTo>
                  <a:pt x="353" y="315"/>
                </a:lnTo>
                <a:lnTo>
                  <a:pt x="353" y="316"/>
                </a:lnTo>
                <a:lnTo>
                  <a:pt x="352" y="316"/>
                </a:lnTo>
                <a:lnTo>
                  <a:pt x="352" y="317"/>
                </a:lnTo>
                <a:lnTo>
                  <a:pt x="352" y="318"/>
                </a:lnTo>
                <a:lnTo>
                  <a:pt x="353" y="318"/>
                </a:lnTo>
                <a:lnTo>
                  <a:pt x="352" y="318"/>
                </a:lnTo>
                <a:lnTo>
                  <a:pt x="352" y="319"/>
                </a:lnTo>
                <a:lnTo>
                  <a:pt x="351" y="319"/>
                </a:lnTo>
                <a:lnTo>
                  <a:pt x="350" y="320"/>
                </a:lnTo>
                <a:lnTo>
                  <a:pt x="350" y="321"/>
                </a:lnTo>
                <a:lnTo>
                  <a:pt x="351" y="321"/>
                </a:lnTo>
                <a:lnTo>
                  <a:pt x="351" y="322"/>
                </a:lnTo>
                <a:lnTo>
                  <a:pt x="352" y="322"/>
                </a:lnTo>
                <a:lnTo>
                  <a:pt x="352" y="323"/>
                </a:lnTo>
                <a:lnTo>
                  <a:pt x="351" y="324"/>
                </a:lnTo>
                <a:lnTo>
                  <a:pt x="350" y="324"/>
                </a:lnTo>
                <a:lnTo>
                  <a:pt x="350" y="325"/>
                </a:lnTo>
                <a:lnTo>
                  <a:pt x="350" y="326"/>
                </a:lnTo>
                <a:lnTo>
                  <a:pt x="349" y="326"/>
                </a:lnTo>
                <a:lnTo>
                  <a:pt x="349" y="327"/>
                </a:lnTo>
                <a:lnTo>
                  <a:pt x="349" y="328"/>
                </a:lnTo>
                <a:lnTo>
                  <a:pt x="349" y="329"/>
                </a:lnTo>
                <a:lnTo>
                  <a:pt x="348" y="329"/>
                </a:lnTo>
                <a:lnTo>
                  <a:pt x="347" y="329"/>
                </a:lnTo>
                <a:lnTo>
                  <a:pt x="347" y="330"/>
                </a:lnTo>
                <a:lnTo>
                  <a:pt x="347" y="331"/>
                </a:lnTo>
                <a:lnTo>
                  <a:pt x="346" y="332"/>
                </a:lnTo>
                <a:lnTo>
                  <a:pt x="345" y="332"/>
                </a:lnTo>
                <a:lnTo>
                  <a:pt x="345" y="333"/>
                </a:lnTo>
                <a:lnTo>
                  <a:pt x="344" y="333"/>
                </a:lnTo>
                <a:lnTo>
                  <a:pt x="344" y="334"/>
                </a:lnTo>
                <a:lnTo>
                  <a:pt x="344" y="335"/>
                </a:lnTo>
                <a:lnTo>
                  <a:pt x="343" y="335"/>
                </a:lnTo>
                <a:lnTo>
                  <a:pt x="343" y="336"/>
                </a:lnTo>
                <a:lnTo>
                  <a:pt x="343" y="337"/>
                </a:lnTo>
                <a:lnTo>
                  <a:pt x="343" y="338"/>
                </a:lnTo>
                <a:lnTo>
                  <a:pt x="343" y="339"/>
                </a:lnTo>
                <a:lnTo>
                  <a:pt x="342" y="340"/>
                </a:lnTo>
                <a:lnTo>
                  <a:pt x="341" y="341"/>
                </a:lnTo>
                <a:lnTo>
                  <a:pt x="340" y="341"/>
                </a:lnTo>
                <a:lnTo>
                  <a:pt x="339" y="341"/>
                </a:lnTo>
                <a:lnTo>
                  <a:pt x="338" y="342"/>
                </a:lnTo>
                <a:lnTo>
                  <a:pt x="338" y="343"/>
                </a:lnTo>
                <a:lnTo>
                  <a:pt x="338" y="344"/>
                </a:lnTo>
                <a:lnTo>
                  <a:pt x="337" y="344"/>
                </a:lnTo>
                <a:lnTo>
                  <a:pt x="336" y="345"/>
                </a:lnTo>
                <a:lnTo>
                  <a:pt x="336" y="346"/>
                </a:lnTo>
                <a:lnTo>
                  <a:pt x="336" y="347"/>
                </a:lnTo>
                <a:lnTo>
                  <a:pt x="336" y="348"/>
                </a:lnTo>
                <a:lnTo>
                  <a:pt x="336" y="349"/>
                </a:lnTo>
                <a:lnTo>
                  <a:pt x="335" y="350"/>
                </a:lnTo>
                <a:lnTo>
                  <a:pt x="335" y="349"/>
                </a:lnTo>
                <a:lnTo>
                  <a:pt x="334" y="349"/>
                </a:lnTo>
                <a:lnTo>
                  <a:pt x="333" y="349"/>
                </a:lnTo>
                <a:lnTo>
                  <a:pt x="333" y="350"/>
                </a:lnTo>
                <a:lnTo>
                  <a:pt x="333" y="351"/>
                </a:lnTo>
                <a:lnTo>
                  <a:pt x="332" y="351"/>
                </a:lnTo>
                <a:lnTo>
                  <a:pt x="331" y="352"/>
                </a:lnTo>
                <a:lnTo>
                  <a:pt x="331" y="353"/>
                </a:lnTo>
                <a:lnTo>
                  <a:pt x="331" y="356"/>
                </a:lnTo>
                <a:lnTo>
                  <a:pt x="330" y="356"/>
                </a:lnTo>
                <a:lnTo>
                  <a:pt x="330" y="358"/>
                </a:lnTo>
                <a:lnTo>
                  <a:pt x="330" y="359"/>
                </a:lnTo>
                <a:lnTo>
                  <a:pt x="329" y="359"/>
                </a:lnTo>
                <a:lnTo>
                  <a:pt x="328" y="362"/>
                </a:lnTo>
                <a:lnTo>
                  <a:pt x="325" y="365"/>
                </a:lnTo>
                <a:lnTo>
                  <a:pt x="325" y="366"/>
                </a:lnTo>
                <a:lnTo>
                  <a:pt x="325" y="367"/>
                </a:lnTo>
                <a:lnTo>
                  <a:pt x="324" y="367"/>
                </a:lnTo>
                <a:lnTo>
                  <a:pt x="323" y="367"/>
                </a:lnTo>
                <a:lnTo>
                  <a:pt x="322" y="367"/>
                </a:lnTo>
                <a:lnTo>
                  <a:pt x="322" y="368"/>
                </a:lnTo>
                <a:lnTo>
                  <a:pt x="321" y="368"/>
                </a:lnTo>
                <a:lnTo>
                  <a:pt x="320" y="368"/>
                </a:lnTo>
                <a:lnTo>
                  <a:pt x="320" y="369"/>
                </a:lnTo>
                <a:lnTo>
                  <a:pt x="319" y="370"/>
                </a:lnTo>
                <a:lnTo>
                  <a:pt x="319" y="371"/>
                </a:lnTo>
                <a:lnTo>
                  <a:pt x="320" y="371"/>
                </a:lnTo>
                <a:lnTo>
                  <a:pt x="320" y="372"/>
                </a:lnTo>
                <a:lnTo>
                  <a:pt x="320" y="374"/>
                </a:lnTo>
                <a:lnTo>
                  <a:pt x="319" y="374"/>
                </a:lnTo>
                <a:lnTo>
                  <a:pt x="319" y="375"/>
                </a:lnTo>
                <a:lnTo>
                  <a:pt x="319" y="376"/>
                </a:lnTo>
                <a:lnTo>
                  <a:pt x="318" y="376"/>
                </a:lnTo>
                <a:lnTo>
                  <a:pt x="318" y="377"/>
                </a:lnTo>
                <a:lnTo>
                  <a:pt x="319" y="377"/>
                </a:lnTo>
                <a:lnTo>
                  <a:pt x="320" y="378"/>
                </a:lnTo>
                <a:lnTo>
                  <a:pt x="321" y="378"/>
                </a:lnTo>
                <a:lnTo>
                  <a:pt x="321" y="379"/>
                </a:lnTo>
                <a:lnTo>
                  <a:pt x="321" y="380"/>
                </a:lnTo>
                <a:lnTo>
                  <a:pt x="320" y="381"/>
                </a:lnTo>
                <a:lnTo>
                  <a:pt x="319" y="382"/>
                </a:lnTo>
                <a:lnTo>
                  <a:pt x="319" y="383"/>
                </a:lnTo>
                <a:lnTo>
                  <a:pt x="320" y="384"/>
                </a:lnTo>
                <a:lnTo>
                  <a:pt x="321" y="384"/>
                </a:lnTo>
                <a:lnTo>
                  <a:pt x="322" y="385"/>
                </a:lnTo>
                <a:lnTo>
                  <a:pt x="321" y="385"/>
                </a:lnTo>
                <a:lnTo>
                  <a:pt x="320" y="386"/>
                </a:lnTo>
                <a:lnTo>
                  <a:pt x="319" y="388"/>
                </a:lnTo>
                <a:lnTo>
                  <a:pt x="318" y="389"/>
                </a:lnTo>
                <a:lnTo>
                  <a:pt x="319" y="391"/>
                </a:lnTo>
                <a:lnTo>
                  <a:pt x="320" y="393"/>
                </a:lnTo>
                <a:lnTo>
                  <a:pt x="321" y="393"/>
                </a:lnTo>
                <a:lnTo>
                  <a:pt x="322" y="396"/>
                </a:lnTo>
                <a:lnTo>
                  <a:pt x="322" y="397"/>
                </a:lnTo>
                <a:lnTo>
                  <a:pt x="321" y="398"/>
                </a:lnTo>
                <a:lnTo>
                  <a:pt x="320" y="398"/>
                </a:lnTo>
                <a:lnTo>
                  <a:pt x="318" y="398"/>
                </a:lnTo>
                <a:lnTo>
                  <a:pt x="318" y="399"/>
                </a:lnTo>
                <a:lnTo>
                  <a:pt x="317" y="400"/>
                </a:lnTo>
                <a:lnTo>
                  <a:pt x="316" y="398"/>
                </a:lnTo>
                <a:lnTo>
                  <a:pt x="316" y="397"/>
                </a:lnTo>
                <a:lnTo>
                  <a:pt x="316" y="396"/>
                </a:lnTo>
                <a:lnTo>
                  <a:pt x="314" y="396"/>
                </a:lnTo>
                <a:lnTo>
                  <a:pt x="313" y="396"/>
                </a:lnTo>
                <a:lnTo>
                  <a:pt x="312" y="396"/>
                </a:lnTo>
                <a:lnTo>
                  <a:pt x="312" y="398"/>
                </a:lnTo>
                <a:lnTo>
                  <a:pt x="311" y="399"/>
                </a:lnTo>
                <a:lnTo>
                  <a:pt x="311" y="400"/>
                </a:lnTo>
                <a:lnTo>
                  <a:pt x="311" y="401"/>
                </a:lnTo>
                <a:lnTo>
                  <a:pt x="311" y="402"/>
                </a:lnTo>
                <a:lnTo>
                  <a:pt x="311" y="404"/>
                </a:lnTo>
                <a:lnTo>
                  <a:pt x="311" y="405"/>
                </a:lnTo>
                <a:lnTo>
                  <a:pt x="310" y="405"/>
                </a:lnTo>
                <a:lnTo>
                  <a:pt x="310" y="406"/>
                </a:lnTo>
                <a:lnTo>
                  <a:pt x="309" y="406"/>
                </a:lnTo>
                <a:lnTo>
                  <a:pt x="308" y="407"/>
                </a:lnTo>
                <a:lnTo>
                  <a:pt x="305" y="409"/>
                </a:lnTo>
                <a:lnTo>
                  <a:pt x="304" y="410"/>
                </a:lnTo>
                <a:lnTo>
                  <a:pt x="303" y="409"/>
                </a:lnTo>
                <a:lnTo>
                  <a:pt x="302" y="409"/>
                </a:lnTo>
                <a:lnTo>
                  <a:pt x="302" y="408"/>
                </a:lnTo>
                <a:lnTo>
                  <a:pt x="299" y="409"/>
                </a:lnTo>
                <a:lnTo>
                  <a:pt x="298" y="410"/>
                </a:lnTo>
                <a:lnTo>
                  <a:pt x="299" y="410"/>
                </a:lnTo>
                <a:lnTo>
                  <a:pt x="299" y="411"/>
                </a:lnTo>
                <a:lnTo>
                  <a:pt x="298" y="411"/>
                </a:lnTo>
                <a:lnTo>
                  <a:pt x="298" y="412"/>
                </a:lnTo>
                <a:lnTo>
                  <a:pt x="297" y="412"/>
                </a:lnTo>
                <a:lnTo>
                  <a:pt x="296" y="412"/>
                </a:lnTo>
                <a:lnTo>
                  <a:pt x="296" y="411"/>
                </a:lnTo>
                <a:lnTo>
                  <a:pt x="295" y="411"/>
                </a:lnTo>
                <a:lnTo>
                  <a:pt x="294" y="411"/>
                </a:lnTo>
                <a:lnTo>
                  <a:pt x="293" y="411"/>
                </a:lnTo>
                <a:lnTo>
                  <a:pt x="292" y="413"/>
                </a:lnTo>
                <a:lnTo>
                  <a:pt x="291" y="414"/>
                </a:lnTo>
                <a:lnTo>
                  <a:pt x="292" y="414"/>
                </a:lnTo>
                <a:lnTo>
                  <a:pt x="293" y="414"/>
                </a:lnTo>
                <a:lnTo>
                  <a:pt x="293" y="415"/>
                </a:lnTo>
                <a:lnTo>
                  <a:pt x="293" y="414"/>
                </a:lnTo>
                <a:lnTo>
                  <a:pt x="295" y="414"/>
                </a:lnTo>
                <a:lnTo>
                  <a:pt x="296" y="415"/>
                </a:lnTo>
                <a:lnTo>
                  <a:pt x="296" y="416"/>
                </a:lnTo>
                <a:lnTo>
                  <a:pt x="295" y="417"/>
                </a:lnTo>
                <a:lnTo>
                  <a:pt x="295" y="418"/>
                </a:lnTo>
                <a:lnTo>
                  <a:pt x="294" y="418"/>
                </a:lnTo>
                <a:lnTo>
                  <a:pt x="293" y="419"/>
                </a:lnTo>
                <a:lnTo>
                  <a:pt x="293" y="420"/>
                </a:lnTo>
                <a:lnTo>
                  <a:pt x="293" y="421"/>
                </a:lnTo>
                <a:lnTo>
                  <a:pt x="294" y="421"/>
                </a:lnTo>
                <a:lnTo>
                  <a:pt x="297" y="423"/>
                </a:lnTo>
                <a:lnTo>
                  <a:pt x="300" y="423"/>
                </a:lnTo>
                <a:lnTo>
                  <a:pt x="299" y="424"/>
                </a:lnTo>
                <a:lnTo>
                  <a:pt x="299" y="425"/>
                </a:lnTo>
                <a:lnTo>
                  <a:pt x="298" y="425"/>
                </a:lnTo>
                <a:lnTo>
                  <a:pt x="298" y="426"/>
                </a:lnTo>
                <a:lnTo>
                  <a:pt x="299" y="426"/>
                </a:lnTo>
                <a:lnTo>
                  <a:pt x="300" y="427"/>
                </a:lnTo>
                <a:lnTo>
                  <a:pt x="301" y="428"/>
                </a:lnTo>
                <a:lnTo>
                  <a:pt x="303" y="429"/>
                </a:lnTo>
                <a:lnTo>
                  <a:pt x="303" y="430"/>
                </a:lnTo>
                <a:lnTo>
                  <a:pt x="303" y="431"/>
                </a:lnTo>
                <a:lnTo>
                  <a:pt x="302" y="431"/>
                </a:lnTo>
                <a:lnTo>
                  <a:pt x="301" y="431"/>
                </a:lnTo>
                <a:lnTo>
                  <a:pt x="299" y="431"/>
                </a:lnTo>
                <a:lnTo>
                  <a:pt x="299" y="432"/>
                </a:lnTo>
                <a:lnTo>
                  <a:pt x="300" y="432"/>
                </a:lnTo>
                <a:lnTo>
                  <a:pt x="301" y="432"/>
                </a:lnTo>
                <a:lnTo>
                  <a:pt x="301" y="433"/>
                </a:lnTo>
                <a:lnTo>
                  <a:pt x="300" y="434"/>
                </a:lnTo>
                <a:lnTo>
                  <a:pt x="300" y="436"/>
                </a:lnTo>
                <a:lnTo>
                  <a:pt x="301" y="436"/>
                </a:lnTo>
                <a:lnTo>
                  <a:pt x="302" y="437"/>
                </a:lnTo>
                <a:lnTo>
                  <a:pt x="303" y="437"/>
                </a:lnTo>
                <a:lnTo>
                  <a:pt x="303" y="438"/>
                </a:lnTo>
                <a:lnTo>
                  <a:pt x="302" y="438"/>
                </a:lnTo>
                <a:lnTo>
                  <a:pt x="303" y="440"/>
                </a:lnTo>
                <a:lnTo>
                  <a:pt x="305" y="440"/>
                </a:lnTo>
                <a:lnTo>
                  <a:pt x="305" y="439"/>
                </a:lnTo>
                <a:lnTo>
                  <a:pt x="306" y="440"/>
                </a:lnTo>
                <a:lnTo>
                  <a:pt x="307" y="440"/>
                </a:lnTo>
                <a:lnTo>
                  <a:pt x="308" y="441"/>
                </a:lnTo>
                <a:lnTo>
                  <a:pt x="309" y="442"/>
                </a:lnTo>
                <a:lnTo>
                  <a:pt x="309" y="443"/>
                </a:lnTo>
                <a:lnTo>
                  <a:pt x="311" y="443"/>
                </a:lnTo>
                <a:lnTo>
                  <a:pt x="312" y="443"/>
                </a:lnTo>
                <a:lnTo>
                  <a:pt x="313" y="443"/>
                </a:lnTo>
                <a:lnTo>
                  <a:pt x="314" y="443"/>
                </a:lnTo>
                <a:lnTo>
                  <a:pt x="314" y="445"/>
                </a:lnTo>
                <a:lnTo>
                  <a:pt x="315" y="446"/>
                </a:lnTo>
                <a:lnTo>
                  <a:pt x="316" y="448"/>
                </a:lnTo>
                <a:lnTo>
                  <a:pt x="317" y="448"/>
                </a:lnTo>
                <a:lnTo>
                  <a:pt x="317" y="449"/>
                </a:lnTo>
                <a:lnTo>
                  <a:pt x="316" y="449"/>
                </a:lnTo>
                <a:lnTo>
                  <a:pt x="316" y="450"/>
                </a:lnTo>
                <a:lnTo>
                  <a:pt x="317" y="450"/>
                </a:lnTo>
                <a:lnTo>
                  <a:pt x="315" y="452"/>
                </a:lnTo>
                <a:lnTo>
                  <a:pt x="316" y="453"/>
                </a:lnTo>
                <a:lnTo>
                  <a:pt x="317" y="453"/>
                </a:lnTo>
                <a:lnTo>
                  <a:pt x="317" y="454"/>
                </a:lnTo>
                <a:lnTo>
                  <a:pt x="316" y="455"/>
                </a:lnTo>
                <a:lnTo>
                  <a:pt x="315" y="455"/>
                </a:lnTo>
                <a:lnTo>
                  <a:pt x="315" y="456"/>
                </a:lnTo>
                <a:lnTo>
                  <a:pt x="315" y="455"/>
                </a:lnTo>
                <a:lnTo>
                  <a:pt x="314" y="455"/>
                </a:lnTo>
                <a:lnTo>
                  <a:pt x="314" y="456"/>
                </a:lnTo>
                <a:lnTo>
                  <a:pt x="314" y="458"/>
                </a:lnTo>
                <a:lnTo>
                  <a:pt x="314" y="459"/>
                </a:lnTo>
                <a:lnTo>
                  <a:pt x="314" y="460"/>
                </a:lnTo>
                <a:lnTo>
                  <a:pt x="313" y="460"/>
                </a:lnTo>
                <a:lnTo>
                  <a:pt x="313" y="461"/>
                </a:lnTo>
                <a:lnTo>
                  <a:pt x="313" y="463"/>
                </a:lnTo>
                <a:lnTo>
                  <a:pt x="312" y="465"/>
                </a:lnTo>
                <a:lnTo>
                  <a:pt x="313" y="465"/>
                </a:lnTo>
                <a:lnTo>
                  <a:pt x="313" y="466"/>
                </a:lnTo>
                <a:lnTo>
                  <a:pt x="312" y="466"/>
                </a:lnTo>
                <a:lnTo>
                  <a:pt x="312" y="467"/>
                </a:lnTo>
                <a:lnTo>
                  <a:pt x="313" y="467"/>
                </a:lnTo>
                <a:lnTo>
                  <a:pt x="313" y="468"/>
                </a:lnTo>
                <a:lnTo>
                  <a:pt x="312" y="468"/>
                </a:lnTo>
                <a:lnTo>
                  <a:pt x="311" y="468"/>
                </a:lnTo>
                <a:lnTo>
                  <a:pt x="310" y="468"/>
                </a:lnTo>
                <a:lnTo>
                  <a:pt x="309" y="469"/>
                </a:lnTo>
                <a:lnTo>
                  <a:pt x="309" y="470"/>
                </a:lnTo>
                <a:lnTo>
                  <a:pt x="310" y="470"/>
                </a:lnTo>
                <a:lnTo>
                  <a:pt x="311" y="470"/>
                </a:lnTo>
                <a:lnTo>
                  <a:pt x="313" y="471"/>
                </a:lnTo>
                <a:lnTo>
                  <a:pt x="314" y="471"/>
                </a:lnTo>
                <a:lnTo>
                  <a:pt x="314" y="473"/>
                </a:lnTo>
                <a:lnTo>
                  <a:pt x="314" y="474"/>
                </a:lnTo>
                <a:lnTo>
                  <a:pt x="312" y="474"/>
                </a:lnTo>
                <a:lnTo>
                  <a:pt x="311" y="474"/>
                </a:lnTo>
                <a:lnTo>
                  <a:pt x="310" y="474"/>
                </a:lnTo>
                <a:lnTo>
                  <a:pt x="311" y="475"/>
                </a:lnTo>
                <a:lnTo>
                  <a:pt x="311" y="477"/>
                </a:lnTo>
                <a:lnTo>
                  <a:pt x="312" y="479"/>
                </a:lnTo>
                <a:lnTo>
                  <a:pt x="312" y="480"/>
                </a:lnTo>
                <a:lnTo>
                  <a:pt x="312" y="481"/>
                </a:lnTo>
                <a:lnTo>
                  <a:pt x="311" y="481"/>
                </a:lnTo>
                <a:lnTo>
                  <a:pt x="310" y="481"/>
                </a:lnTo>
                <a:lnTo>
                  <a:pt x="310" y="482"/>
                </a:lnTo>
                <a:lnTo>
                  <a:pt x="309" y="482"/>
                </a:lnTo>
                <a:lnTo>
                  <a:pt x="310" y="483"/>
                </a:lnTo>
                <a:lnTo>
                  <a:pt x="310" y="484"/>
                </a:lnTo>
                <a:lnTo>
                  <a:pt x="311" y="484"/>
                </a:lnTo>
                <a:lnTo>
                  <a:pt x="313" y="484"/>
                </a:lnTo>
                <a:lnTo>
                  <a:pt x="314" y="484"/>
                </a:lnTo>
                <a:lnTo>
                  <a:pt x="314" y="485"/>
                </a:lnTo>
                <a:lnTo>
                  <a:pt x="313" y="486"/>
                </a:lnTo>
                <a:lnTo>
                  <a:pt x="313" y="487"/>
                </a:lnTo>
                <a:lnTo>
                  <a:pt x="313" y="488"/>
                </a:lnTo>
                <a:lnTo>
                  <a:pt x="312" y="488"/>
                </a:lnTo>
                <a:lnTo>
                  <a:pt x="311" y="488"/>
                </a:lnTo>
                <a:lnTo>
                  <a:pt x="310" y="488"/>
                </a:lnTo>
                <a:lnTo>
                  <a:pt x="309" y="487"/>
                </a:lnTo>
                <a:lnTo>
                  <a:pt x="308" y="487"/>
                </a:lnTo>
                <a:lnTo>
                  <a:pt x="308" y="488"/>
                </a:lnTo>
                <a:lnTo>
                  <a:pt x="307" y="488"/>
                </a:lnTo>
                <a:lnTo>
                  <a:pt x="307" y="489"/>
                </a:lnTo>
                <a:lnTo>
                  <a:pt x="308" y="489"/>
                </a:lnTo>
                <a:lnTo>
                  <a:pt x="308" y="490"/>
                </a:lnTo>
                <a:lnTo>
                  <a:pt x="309" y="490"/>
                </a:lnTo>
                <a:lnTo>
                  <a:pt x="309" y="491"/>
                </a:lnTo>
                <a:lnTo>
                  <a:pt x="309" y="492"/>
                </a:lnTo>
                <a:lnTo>
                  <a:pt x="309" y="493"/>
                </a:lnTo>
                <a:lnTo>
                  <a:pt x="309" y="494"/>
                </a:lnTo>
                <a:lnTo>
                  <a:pt x="308" y="494"/>
                </a:lnTo>
                <a:lnTo>
                  <a:pt x="308" y="495"/>
                </a:lnTo>
                <a:lnTo>
                  <a:pt x="309" y="496"/>
                </a:lnTo>
                <a:lnTo>
                  <a:pt x="308" y="496"/>
                </a:lnTo>
                <a:lnTo>
                  <a:pt x="308" y="497"/>
                </a:lnTo>
                <a:lnTo>
                  <a:pt x="308" y="498"/>
                </a:lnTo>
                <a:lnTo>
                  <a:pt x="308" y="499"/>
                </a:lnTo>
                <a:lnTo>
                  <a:pt x="307" y="499"/>
                </a:lnTo>
                <a:lnTo>
                  <a:pt x="307" y="500"/>
                </a:lnTo>
                <a:lnTo>
                  <a:pt x="307" y="501"/>
                </a:lnTo>
                <a:lnTo>
                  <a:pt x="308" y="501"/>
                </a:lnTo>
                <a:lnTo>
                  <a:pt x="308" y="502"/>
                </a:lnTo>
                <a:lnTo>
                  <a:pt x="308" y="501"/>
                </a:lnTo>
                <a:lnTo>
                  <a:pt x="309" y="501"/>
                </a:lnTo>
                <a:lnTo>
                  <a:pt x="310" y="501"/>
                </a:lnTo>
                <a:lnTo>
                  <a:pt x="310" y="502"/>
                </a:lnTo>
                <a:lnTo>
                  <a:pt x="309" y="502"/>
                </a:lnTo>
                <a:lnTo>
                  <a:pt x="309" y="503"/>
                </a:lnTo>
                <a:lnTo>
                  <a:pt x="310" y="503"/>
                </a:lnTo>
                <a:lnTo>
                  <a:pt x="309" y="504"/>
                </a:lnTo>
                <a:lnTo>
                  <a:pt x="308" y="505"/>
                </a:lnTo>
                <a:lnTo>
                  <a:pt x="307" y="504"/>
                </a:lnTo>
                <a:lnTo>
                  <a:pt x="306" y="503"/>
                </a:lnTo>
                <a:lnTo>
                  <a:pt x="306" y="504"/>
                </a:lnTo>
                <a:lnTo>
                  <a:pt x="305" y="504"/>
                </a:lnTo>
                <a:lnTo>
                  <a:pt x="305" y="505"/>
                </a:lnTo>
                <a:lnTo>
                  <a:pt x="304" y="505"/>
                </a:lnTo>
                <a:lnTo>
                  <a:pt x="303" y="505"/>
                </a:lnTo>
                <a:lnTo>
                  <a:pt x="303" y="504"/>
                </a:lnTo>
                <a:lnTo>
                  <a:pt x="303" y="505"/>
                </a:lnTo>
                <a:lnTo>
                  <a:pt x="303" y="506"/>
                </a:lnTo>
                <a:lnTo>
                  <a:pt x="304" y="507"/>
                </a:lnTo>
                <a:lnTo>
                  <a:pt x="305" y="507"/>
                </a:lnTo>
                <a:lnTo>
                  <a:pt x="304" y="508"/>
                </a:lnTo>
                <a:lnTo>
                  <a:pt x="303" y="508"/>
                </a:lnTo>
                <a:lnTo>
                  <a:pt x="302" y="508"/>
                </a:lnTo>
                <a:lnTo>
                  <a:pt x="303" y="508"/>
                </a:lnTo>
                <a:lnTo>
                  <a:pt x="304" y="509"/>
                </a:lnTo>
                <a:lnTo>
                  <a:pt x="304" y="510"/>
                </a:lnTo>
                <a:lnTo>
                  <a:pt x="305" y="510"/>
                </a:lnTo>
                <a:lnTo>
                  <a:pt x="305" y="511"/>
                </a:lnTo>
                <a:lnTo>
                  <a:pt x="304" y="512"/>
                </a:lnTo>
                <a:lnTo>
                  <a:pt x="303" y="512"/>
                </a:lnTo>
                <a:lnTo>
                  <a:pt x="303" y="513"/>
                </a:lnTo>
                <a:lnTo>
                  <a:pt x="303" y="514"/>
                </a:lnTo>
                <a:lnTo>
                  <a:pt x="304" y="514"/>
                </a:lnTo>
                <a:lnTo>
                  <a:pt x="304" y="515"/>
                </a:lnTo>
                <a:lnTo>
                  <a:pt x="305" y="515"/>
                </a:lnTo>
                <a:lnTo>
                  <a:pt x="305" y="516"/>
                </a:lnTo>
                <a:lnTo>
                  <a:pt x="304" y="516"/>
                </a:lnTo>
                <a:lnTo>
                  <a:pt x="304" y="517"/>
                </a:lnTo>
                <a:lnTo>
                  <a:pt x="304" y="518"/>
                </a:lnTo>
                <a:lnTo>
                  <a:pt x="303" y="518"/>
                </a:lnTo>
                <a:lnTo>
                  <a:pt x="304" y="518"/>
                </a:lnTo>
                <a:lnTo>
                  <a:pt x="305" y="519"/>
                </a:lnTo>
                <a:lnTo>
                  <a:pt x="306" y="520"/>
                </a:lnTo>
                <a:lnTo>
                  <a:pt x="306" y="521"/>
                </a:lnTo>
                <a:lnTo>
                  <a:pt x="306" y="522"/>
                </a:lnTo>
                <a:lnTo>
                  <a:pt x="306" y="523"/>
                </a:lnTo>
                <a:lnTo>
                  <a:pt x="306" y="524"/>
                </a:lnTo>
                <a:lnTo>
                  <a:pt x="305" y="524"/>
                </a:lnTo>
                <a:lnTo>
                  <a:pt x="304" y="524"/>
                </a:lnTo>
                <a:lnTo>
                  <a:pt x="303" y="524"/>
                </a:lnTo>
                <a:lnTo>
                  <a:pt x="302" y="524"/>
                </a:lnTo>
                <a:lnTo>
                  <a:pt x="302" y="523"/>
                </a:lnTo>
                <a:lnTo>
                  <a:pt x="301" y="523"/>
                </a:lnTo>
                <a:lnTo>
                  <a:pt x="300" y="523"/>
                </a:lnTo>
                <a:lnTo>
                  <a:pt x="300" y="522"/>
                </a:lnTo>
                <a:lnTo>
                  <a:pt x="299" y="522"/>
                </a:lnTo>
                <a:lnTo>
                  <a:pt x="299" y="523"/>
                </a:lnTo>
                <a:lnTo>
                  <a:pt x="300" y="523"/>
                </a:lnTo>
                <a:lnTo>
                  <a:pt x="300" y="524"/>
                </a:lnTo>
                <a:lnTo>
                  <a:pt x="299" y="524"/>
                </a:lnTo>
                <a:lnTo>
                  <a:pt x="300" y="524"/>
                </a:lnTo>
                <a:lnTo>
                  <a:pt x="300" y="525"/>
                </a:lnTo>
                <a:lnTo>
                  <a:pt x="299" y="526"/>
                </a:lnTo>
                <a:lnTo>
                  <a:pt x="299" y="527"/>
                </a:lnTo>
                <a:lnTo>
                  <a:pt x="299" y="528"/>
                </a:lnTo>
                <a:lnTo>
                  <a:pt x="298" y="528"/>
                </a:lnTo>
                <a:lnTo>
                  <a:pt x="297" y="529"/>
                </a:lnTo>
                <a:lnTo>
                  <a:pt x="297" y="530"/>
                </a:lnTo>
                <a:lnTo>
                  <a:pt x="296" y="530"/>
                </a:lnTo>
                <a:lnTo>
                  <a:pt x="295" y="530"/>
                </a:lnTo>
                <a:lnTo>
                  <a:pt x="295" y="531"/>
                </a:lnTo>
                <a:lnTo>
                  <a:pt x="296" y="531"/>
                </a:lnTo>
                <a:lnTo>
                  <a:pt x="296" y="532"/>
                </a:lnTo>
                <a:lnTo>
                  <a:pt x="295" y="532"/>
                </a:lnTo>
                <a:lnTo>
                  <a:pt x="295" y="533"/>
                </a:lnTo>
                <a:lnTo>
                  <a:pt x="295" y="534"/>
                </a:lnTo>
                <a:lnTo>
                  <a:pt x="295" y="535"/>
                </a:lnTo>
                <a:lnTo>
                  <a:pt x="296" y="535"/>
                </a:lnTo>
                <a:lnTo>
                  <a:pt x="296" y="536"/>
                </a:lnTo>
                <a:lnTo>
                  <a:pt x="295" y="536"/>
                </a:lnTo>
                <a:lnTo>
                  <a:pt x="294" y="536"/>
                </a:lnTo>
                <a:lnTo>
                  <a:pt x="294" y="535"/>
                </a:lnTo>
                <a:lnTo>
                  <a:pt x="293" y="535"/>
                </a:lnTo>
                <a:lnTo>
                  <a:pt x="293" y="536"/>
                </a:lnTo>
                <a:lnTo>
                  <a:pt x="293" y="537"/>
                </a:lnTo>
                <a:lnTo>
                  <a:pt x="292" y="537"/>
                </a:lnTo>
                <a:lnTo>
                  <a:pt x="292" y="536"/>
                </a:lnTo>
                <a:lnTo>
                  <a:pt x="291" y="536"/>
                </a:lnTo>
                <a:lnTo>
                  <a:pt x="290" y="536"/>
                </a:lnTo>
                <a:lnTo>
                  <a:pt x="290" y="537"/>
                </a:lnTo>
                <a:lnTo>
                  <a:pt x="288" y="537"/>
                </a:lnTo>
                <a:lnTo>
                  <a:pt x="287" y="537"/>
                </a:lnTo>
                <a:lnTo>
                  <a:pt x="287" y="536"/>
                </a:lnTo>
                <a:lnTo>
                  <a:pt x="286" y="536"/>
                </a:lnTo>
                <a:lnTo>
                  <a:pt x="286" y="537"/>
                </a:lnTo>
                <a:lnTo>
                  <a:pt x="285" y="537"/>
                </a:lnTo>
                <a:lnTo>
                  <a:pt x="285" y="538"/>
                </a:lnTo>
                <a:lnTo>
                  <a:pt x="284" y="538"/>
                </a:lnTo>
                <a:lnTo>
                  <a:pt x="284" y="539"/>
                </a:lnTo>
                <a:lnTo>
                  <a:pt x="283" y="540"/>
                </a:lnTo>
                <a:lnTo>
                  <a:pt x="282" y="540"/>
                </a:lnTo>
                <a:lnTo>
                  <a:pt x="282" y="541"/>
                </a:lnTo>
                <a:lnTo>
                  <a:pt x="281" y="541"/>
                </a:lnTo>
                <a:lnTo>
                  <a:pt x="280" y="541"/>
                </a:lnTo>
                <a:lnTo>
                  <a:pt x="279" y="541"/>
                </a:lnTo>
                <a:lnTo>
                  <a:pt x="279" y="540"/>
                </a:lnTo>
                <a:lnTo>
                  <a:pt x="278" y="540"/>
                </a:lnTo>
                <a:lnTo>
                  <a:pt x="278" y="539"/>
                </a:lnTo>
                <a:lnTo>
                  <a:pt x="278" y="540"/>
                </a:lnTo>
                <a:lnTo>
                  <a:pt x="277" y="540"/>
                </a:lnTo>
                <a:lnTo>
                  <a:pt x="276" y="541"/>
                </a:lnTo>
                <a:lnTo>
                  <a:pt x="277" y="541"/>
                </a:lnTo>
                <a:lnTo>
                  <a:pt x="278" y="541"/>
                </a:lnTo>
                <a:lnTo>
                  <a:pt x="279" y="542"/>
                </a:lnTo>
                <a:lnTo>
                  <a:pt x="278" y="543"/>
                </a:lnTo>
                <a:lnTo>
                  <a:pt x="278" y="542"/>
                </a:lnTo>
                <a:lnTo>
                  <a:pt x="277" y="542"/>
                </a:lnTo>
                <a:lnTo>
                  <a:pt x="278" y="542"/>
                </a:lnTo>
                <a:lnTo>
                  <a:pt x="278" y="543"/>
                </a:lnTo>
                <a:lnTo>
                  <a:pt x="277" y="543"/>
                </a:lnTo>
                <a:lnTo>
                  <a:pt x="277" y="544"/>
                </a:lnTo>
                <a:lnTo>
                  <a:pt x="277" y="545"/>
                </a:lnTo>
                <a:lnTo>
                  <a:pt x="278" y="545"/>
                </a:lnTo>
                <a:lnTo>
                  <a:pt x="277" y="545"/>
                </a:lnTo>
                <a:lnTo>
                  <a:pt x="276" y="545"/>
                </a:lnTo>
                <a:lnTo>
                  <a:pt x="275" y="544"/>
                </a:lnTo>
                <a:lnTo>
                  <a:pt x="274" y="544"/>
                </a:lnTo>
                <a:lnTo>
                  <a:pt x="273" y="544"/>
                </a:lnTo>
                <a:lnTo>
                  <a:pt x="272" y="543"/>
                </a:lnTo>
                <a:lnTo>
                  <a:pt x="272" y="542"/>
                </a:lnTo>
                <a:lnTo>
                  <a:pt x="271" y="542"/>
                </a:lnTo>
                <a:lnTo>
                  <a:pt x="270" y="543"/>
                </a:lnTo>
                <a:lnTo>
                  <a:pt x="269" y="543"/>
                </a:lnTo>
                <a:lnTo>
                  <a:pt x="267" y="543"/>
                </a:lnTo>
                <a:lnTo>
                  <a:pt x="267" y="544"/>
                </a:lnTo>
                <a:lnTo>
                  <a:pt x="267" y="545"/>
                </a:lnTo>
                <a:lnTo>
                  <a:pt x="267" y="546"/>
                </a:lnTo>
                <a:lnTo>
                  <a:pt x="267" y="547"/>
                </a:lnTo>
                <a:lnTo>
                  <a:pt x="266" y="547"/>
                </a:lnTo>
                <a:lnTo>
                  <a:pt x="266" y="546"/>
                </a:lnTo>
                <a:lnTo>
                  <a:pt x="265" y="546"/>
                </a:lnTo>
                <a:lnTo>
                  <a:pt x="265" y="547"/>
                </a:lnTo>
                <a:lnTo>
                  <a:pt x="265" y="548"/>
                </a:lnTo>
                <a:lnTo>
                  <a:pt x="266" y="548"/>
                </a:lnTo>
                <a:lnTo>
                  <a:pt x="266" y="549"/>
                </a:lnTo>
                <a:lnTo>
                  <a:pt x="265" y="549"/>
                </a:lnTo>
                <a:lnTo>
                  <a:pt x="264" y="549"/>
                </a:lnTo>
                <a:lnTo>
                  <a:pt x="264" y="550"/>
                </a:lnTo>
                <a:lnTo>
                  <a:pt x="264" y="551"/>
                </a:lnTo>
                <a:lnTo>
                  <a:pt x="263" y="551"/>
                </a:lnTo>
                <a:lnTo>
                  <a:pt x="263" y="552"/>
                </a:lnTo>
                <a:lnTo>
                  <a:pt x="263" y="553"/>
                </a:lnTo>
                <a:lnTo>
                  <a:pt x="264" y="553"/>
                </a:lnTo>
                <a:lnTo>
                  <a:pt x="263" y="553"/>
                </a:lnTo>
                <a:lnTo>
                  <a:pt x="262" y="553"/>
                </a:lnTo>
                <a:lnTo>
                  <a:pt x="262" y="554"/>
                </a:lnTo>
                <a:lnTo>
                  <a:pt x="263" y="554"/>
                </a:lnTo>
                <a:lnTo>
                  <a:pt x="262" y="554"/>
                </a:lnTo>
                <a:lnTo>
                  <a:pt x="262" y="555"/>
                </a:lnTo>
                <a:lnTo>
                  <a:pt x="261" y="555"/>
                </a:lnTo>
                <a:lnTo>
                  <a:pt x="260" y="555"/>
                </a:lnTo>
                <a:lnTo>
                  <a:pt x="260" y="554"/>
                </a:lnTo>
                <a:lnTo>
                  <a:pt x="259" y="554"/>
                </a:lnTo>
                <a:lnTo>
                  <a:pt x="258" y="554"/>
                </a:lnTo>
                <a:lnTo>
                  <a:pt x="257" y="554"/>
                </a:lnTo>
                <a:lnTo>
                  <a:pt x="257" y="553"/>
                </a:lnTo>
                <a:lnTo>
                  <a:pt x="256" y="553"/>
                </a:lnTo>
                <a:lnTo>
                  <a:pt x="255" y="553"/>
                </a:lnTo>
                <a:lnTo>
                  <a:pt x="254" y="552"/>
                </a:lnTo>
                <a:lnTo>
                  <a:pt x="253" y="552"/>
                </a:lnTo>
                <a:lnTo>
                  <a:pt x="252" y="552"/>
                </a:lnTo>
                <a:lnTo>
                  <a:pt x="251" y="552"/>
                </a:lnTo>
                <a:lnTo>
                  <a:pt x="250" y="552"/>
                </a:lnTo>
                <a:lnTo>
                  <a:pt x="249" y="552"/>
                </a:lnTo>
                <a:lnTo>
                  <a:pt x="249" y="553"/>
                </a:lnTo>
                <a:lnTo>
                  <a:pt x="249" y="554"/>
                </a:lnTo>
                <a:lnTo>
                  <a:pt x="249" y="557"/>
                </a:lnTo>
                <a:lnTo>
                  <a:pt x="249" y="558"/>
                </a:lnTo>
                <a:lnTo>
                  <a:pt x="249" y="559"/>
                </a:lnTo>
                <a:lnTo>
                  <a:pt x="249" y="560"/>
                </a:lnTo>
                <a:lnTo>
                  <a:pt x="248" y="559"/>
                </a:lnTo>
                <a:lnTo>
                  <a:pt x="247" y="559"/>
                </a:lnTo>
                <a:lnTo>
                  <a:pt x="246" y="559"/>
                </a:lnTo>
                <a:lnTo>
                  <a:pt x="245" y="559"/>
                </a:lnTo>
                <a:lnTo>
                  <a:pt x="245" y="560"/>
                </a:lnTo>
                <a:lnTo>
                  <a:pt x="244" y="560"/>
                </a:lnTo>
                <a:lnTo>
                  <a:pt x="244" y="561"/>
                </a:lnTo>
                <a:lnTo>
                  <a:pt x="244" y="562"/>
                </a:lnTo>
                <a:lnTo>
                  <a:pt x="244" y="563"/>
                </a:lnTo>
                <a:lnTo>
                  <a:pt x="243" y="563"/>
                </a:lnTo>
                <a:lnTo>
                  <a:pt x="242" y="564"/>
                </a:lnTo>
                <a:lnTo>
                  <a:pt x="240" y="564"/>
                </a:lnTo>
                <a:lnTo>
                  <a:pt x="239" y="564"/>
                </a:lnTo>
                <a:lnTo>
                  <a:pt x="238" y="564"/>
                </a:lnTo>
                <a:lnTo>
                  <a:pt x="238" y="563"/>
                </a:lnTo>
                <a:lnTo>
                  <a:pt x="237" y="563"/>
                </a:lnTo>
                <a:lnTo>
                  <a:pt x="236" y="563"/>
                </a:lnTo>
                <a:lnTo>
                  <a:pt x="235" y="563"/>
                </a:lnTo>
                <a:lnTo>
                  <a:pt x="234" y="563"/>
                </a:lnTo>
                <a:lnTo>
                  <a:pt x="233" y="563"/>
                </a:lnTo>
                <a:lnTo>
                  <a:pt x="233" y="564"/>
                </a:lnTo>
                <a:lnTo>
                  <a:pt x="232" y="565"/>
                </a:lnTo>
                <a:lnTo>
                  <a:pt x="231" y="564"/>
                </a:lnTo>
                <a:lnTo>
                  <a:pt x="230" y="564"/>
                </a:lnTo>
                <a:lnTo>
                  <a:pt x="230" y="565"/>
                </a:lnTo>
                <a:lnTo>
                  <a:pt x="230" y="566"/>
                </a:lnTo>
                <a:lnTo>
                  <a:pt x="229" y="567"/>
                </a:lnTo>
                <a:lnTo>
                  <a:pt x="229" y="568"/>
                </a:lnTo>
                <a:lnTo>
                  <a:pt x="228" y="568"/>
                </a:lnTo>
                <a:lnTo>
                  <a:pt x="227" y="568"/>
                </a:lnTo>
                <a:lnTo>
                  <a:pt x="226" y="567"/>
                </a:lnTo>
                <a:lnTo>
                  <a:pt x="225" y="567"/>
                </a:lnTo>
                <a:lnTo>
                  <a:pt x="225" y="568"/>
                </a:lnTo>
                <a:lnTo>
                  <a:pt x="224" y="568"/>
                </a:lnTo>
                <a:lnTo>
                  <a:pt x="224" y="569"/>
                </a:lnTo>
                <a:lnTo>
                  <a:pt x="224" y="570"/>
                </a:lnTo>
                <a:lnTo>
                  <a:pt x="224" y="569"/>
                </a:lnTo>
                <a:lnTo>
                  <a:pt x="223" y="568"/>
                </a:lnTo>
                <a:lnTo>
                  <a:pt x="223" y="567"/>
                </a:lnTo>
                <a:lnTo>
                  <a:pt x="224" y="567"/>
                </a:lnTo>
                <a:lnTo>
                  <a:pt x="223" y="566"/>
                </a:lnTo>
                <a:lnTo>
                  <a:pt x="222" y="566"/>
                </a:lnTo>
                <a:lnTo>
                  <a:pt x="221" y="566"/>
                </a:lnTo>
                <a:lnTo>
                  <a:pt x="221" y="565"/>
                </a:lnTo>
                <a:lnTo>
                  <a:pt x="222" y="565"/>
                </a:lnTo>
                <a:lnTo>
                  <a:pt x="221" y="565"/>
                </a:lnTo>
                <a:lnTo>
                  <a:pt x="220" y="564"/>
                </a:lnTo>
                <a:lnTo>
                  <a:pt x="219" y="564"/>
                </a:lnTo>
                <a:lnTo>
                  <a:pt x="219" y="563"/>
                </a:lnTo>
                <a:lnTo>
                  <a:pt x="219" y="562"/>
                </a:lnTo>
                <a:lnTo>
                  <a:pt x="218" y="562"/>
                </a:lnTo>
                <a:lnTo>
                  <a:pt x="217" y="561"/>
                </a:lnTo>
                <a:lnTo>
                  <a:pt x="216" y="561"/>
                </a:lnTo>
                <a:lnTo>
                  <a:pt x="217" y="561"/>
                </a:lnTo>
                <a:lnTo>
                  <a:pt x="217" y="562"/>
                </a:lnTo>
                <a:lnTo>
                  <a:pt x="216" y="562"/>
                </a:lnTo>
                <a:lnTo>
                  <a:pt x="216" y="563"/>
                </a:lnTo>
                <a:lnTo>
                  <a:pt x="215" y="563"/>
                </a:lnTo>
                <a:lnTo>
                  <a:pt x="216" y="563"/>
                </a:lnTo>
                <a:lnTo>
                  <a:pt x="216" y="564"/>
                </a:lnTo>
                <a:lnTo>
                  <a:pt x="217" y="564"/>
                </a:lnTo>
                <a:lnTo>
                  <a:pt x="218" y="564"/>
                </a:lnTo>
                <a:lnTo>
                  <a:pt x="218" y="565"/>
                </a:lnTo>
                <a:lnTo>
                  <a:pt x="217" y="565"/>
                </a:lnTo>
                <a:lnTo>
                  <a:pt x="216" y="565"/>
                </a:lnTo>
                <a:lnTo>
                  <a:pt x="216" y="566"/>
                </a:lnTo>
                <a:lnTo>
                  <a:pt x="215" y="566"/>
                </a:lnTo>
                <a:lnTo>
                  <a:pt x="214" y="566"/>
                </a:lnTo>
                <a:lnTo>
                  <a:pt x="213" y="566"/>
                </a:lnTo>
                <a:lnTo>
                  <a:pt x="212" y="566"/>
                </a:lnTo>
                <a:lnTo>
                  <a:pt x="211" y="566"/>
                </a:lnTo>
                <a:lnTo>
                  <a:pt x="211" y="567"/>
                </a:lnTo>
                <a:lnTo>
                  <a:pt x="210" y="567"/>
                </a:lnTo>
                <a:lnTo>
                  <a:pt x="209" y="566"/>
                </a:lnTo>
                <a:lnTo>
                  <a:pt x="208" y="566"/>
                </a:lnTo>
                <a:lnTo>
                  <a:pt x="207" y="566"/>
                </a:lnTo>
                <a:lnTo>
                  <a:pt x="205" y="566"/>
                </a:lnTo>
                <a:lnTo>
                  <a:pt x="204" y="565"/>
                </a:lnTo>
                <a:lnTo>
                  <a:pt x="203" y="565"/>
                </a:lnTo>
                <a:lnTo>
                  <a:pt x="203" y="566"/>
                </a:lnTo>
                <a:lnTo>
                  <a:pt x="203" y="565"/>
                </a:lnTo>
                <a:lnTo>
                  <a:pt x="202" y="565"/>
                </a:lnTo>
                <a:lnTo>
                  <a:pt x="201" y="565"/>
                </a:lnTo>
                <a:lnTo>
                  <a:pt x="200" y="565"/>
                </a:lnTo>
                <a:lnTo>
                  <a:pt x="199" y="565"/>
                </a:lnTo>
                <a:lnTo>
                  <a:pt x="199" y="564"/>
                </a:lnTo>
                <a:lnTo>
                  <a:pt x="198" y="564"/>
                </a:lnTo>
                <a:lnTo>
                  <a:pt x="197" y="564"/>
                </a:lnTo>
                <a:lnTo>
                  <a:pt x="196" y="564"/>
                </a:lnTo>
                <a:lnTo>
                  <a:pt x="195" y="564"/>
                </a:lnTo>
                <a:lnTo>
                  <a:pt x="195" y="565"/>
                </a:lnTo>
                <a:lnTo>
                  <a:pt x="194" y="565"/>
                </a:lnTo>
                <a:lnTo>
                  <a:pt x="193" y="566"/>
                </a:lnTo>
                <a:lnTo>
                  <a:pt x="191" y="566"/>
                </a:lnTo>
                <a:lnTo>
                  <a:pt x="190" y="566"/>
                </a:lnTo>
                <a:lnTo>
                  <a:pt x="188" y="566"/>
                </a:lnTo>
                <a:lnTo>
                  <a:pt x="187" y="566"/>
                </a:lnTo>
                <a:lnTo>
                  <a:pt x="186" y="566"/>
                </a:lnTo>
                <a:lnTo>
                  <a:pt x="186" y="565"/>
                </a:lnTo>
                <a:lnTo>
                  <a:pt x="187" y="564"/>
                </a:lnTo>
                <a:lnTo>
                  <a:pt x="187" y="563"/>
                </a:lnTo>
                <a:lnTo>
                  <a:pt x="186" y="563"/>
                </a:lnTo>
                <a:lnTo>
                  <a:pt x="185" y="563"/>
                </a:lnTo>
                <a:lnTo>
                  <a:pt x="184" y="563"/>
                </a:lnTo>
                <a:lnTo>
                  <a:pt x="183" y="564"/>
                </a:lnTo>
                <a:lnTo>
                  <a:pt x="182" y="564"/>
                </a:lnTo>
                <a:lnTo>
                  <a:pt x="182" y="565"/>
                </a:lnTo>
                <a:lnTo>
                  <a:pt x="180" y="564"/>
                </a:lnTo>
                <a:lnTo>
                  <a:pt x="179" y="564"/>
                </a:lnTo>
                <a:lnTo>
                  <a:pt x="179" y="563"/>
                </a:lnTo>
                <a:lnTo>
                  <a:pt x="178" y="563"/>
                </a:lnTo>
                <a:lnTo>
                  <a:pt x="176" y="562"/>
                </a:lnTo>
                <a:lnTo>
                  <a:pt x="175" y="562"/>
                </a:lnTo>
                <a:lnTo>
                  <a:pt x="174" y="562"/>
                </a:lnTo>
                <a:lnTo>
                  <a:pt x="174" y="561"/>
                </a:lnTo>
                <a:lnTo>
                  <a:pt x="173" y="561"/>
                </a:lnTo>
                <a:lnTo>
                  <a:pt x="172" y="561"/>
                </a:lnTo>
                <a:lnTo>
                  <a:pt x="171" y="561"/>
                </a:lnTo>
                <a:lnTo>
                  <a:pt x="171" y="562"/>
                </a:lnTo>
                <a:lnTo>
                  <a:pt x="170" y="562"/>
                </a:lnTo>
                <a:lnTo>
                  <a:pt x="170" y="561"/>
                </a:lnTo>
                <a:lnTo>
                  <a:pt x="169" y="561"/>
                </a:lnTo>
                <a:lnTo>
                  <a:pt x="168" y="560"/>
                </a:lnTo>
                <a:lnTo>
                  <a:pt x="167" y="560"/>
                </a:lnTo>
                <a:lnTo>
                  <a:pt x="166" y="560"/>
                </a:lnTo>
                <a:lnTo>
                  <a:pt x="165" y="560"/>
                </a:lnTo>
                <a:lnTo>
                  <a:pt x="165" y="561"/>
                </a:lnTo>
                <a:lnTo>
                  <a:pt x="165" y="562"/>
                </a:lnTo>
                <a:lnTo>
                  <a:pt x="167" y="563"/>
                </a:lnTo>
                <a:lnTo>
                  <a:pt x="167" y="564"/>
                </a:lnTo>
                <a:lnTo>
                  <a:pt x="167" y="565"/>
                </a:lnTo>
                <a:lnTo>
                  <a:pt x="167" y="566"/>
                </a:lnTo>
                <a:lnTo>
                  <a:pt x="166" y="566"/>
                </a:lnTo>
                <a:lnTo>
                  <a:pt x="166" y="567"/>
                </a:lnTo>
                <a:lnTo>
                  <a:pt x="165" y="567"/>
                </a:lnTo>
                <a:lnTo>
                  <a:pt x="164" y="568"/>
                </a:lnTo>
                <a:lnTo>
                  <a:pt x="164" y="569"/>
                </a:lnTo>
                <a:lnTo>
                  <a:pt x="163" y="569"/>
                </a:lnTo>
                <a:lnTo>
                  <a:pt x="164" y="569"/>
                </a:lnTo>
                <a:lnTo>
                  <a:pt x="164" y="570"/>
                </a:lnTo>
                <a:lnTo>
                  <a:pt x="165" y="571"/>
                </a:lnTo>
                <a:lnTo>
                  <a:pt x="165" y="572"/>
                </a:lnTo>
                <a:lnTo>
                  <a:pt x="166" y="573"/>
                </a:lnTo>
                <a:lnTo>
                  <a:pt x="166" y="574"/>
                </a:lnTo>
                <a:lnTo>
                  <a:pt x="165" y="574"/>
                </a:lnTo>
                <a:lnTo>
                  <a:pt x="166" y="575"/>
                </a:lnTo>
                <a:lnTo>
                  <a:pt x="166" y="576"/>
                </a:lnTo>
                <a:lnTo>
                  <a:pt x="165" y="577"/>
                </a:lnTo>
                <a:lnTo>
                  <a:pt x="165" y="578"/>
                </a:lnTo>
                <a:lnTo>
                  <a:pt x="165" y="579"/>
                </a:lnTo>
                <a:lnTo>
                  <a:pt x="165" y="580"/>
                </a:lnTo>
                <a:lnTo>
                  <a:pt x="165" y="581"/>
                </a:lnTo>
                <a:lnTo>
                  <a:pt x="166" y="581"/>
                </a:lnTo>
                <a:lnTo>
                  <a:pt x="166" y="583"/>
                </a:lnTo>
                <a:lnTo>
                  <a:pt x="165" y="583"/>
                </a:lnTo>
                <a:lnTo>
                  <a:pt x="165" y="584"/>
                </a:lnTo>
                <a:lnTo>
                  <a:pt x="164" y="584"/>
                </a:lnTo>
                <a:lnTo>
                  <a:pt x="163" y="584"/>
                </a:lnTo>
                <a:lnTo>
                  <a:pt x="163" y="583"/>
                </a:lnTo>
                <a:lnTo>
                  <a:pt x="162" y="583"/>
                </a:lnTo>
                <a:lnTo>
                  <a:pt x="162" y="582"/>
                </a:lnTo>
                <a:lnTo>
                  <a:pt x="161" y="582"/>
                </a:lnTo>
                <a:lnTo>
                  <a:pt x="160" y="582"/>
                </a:lnTo>
                <a:lnTo>
                  <a:pt x="159" y="582"/>
                </a:lnTo>
                <a:lnTo>
                  <a:pt x="158" y="582"/>
                </a:lnTo>
                <a:lnTo>
                  <a:pt x="157" y="582"/>
                </a:lnTo>
                <a:lnTo>
                  <a:pt x="157" y="581"/>
                </a:lnTo>
                <a:lnTo>
                  <a:pt x="156" y="581"/>
                </a:lnTo>
                <a:lnTo>
                  <a:pt x="156" y="580"/>
                </a:lnTo>
                <a:lnTo>
                  <a:pt x="155" y="580"/>
                </a:lnTo>
                <a:lnTo>
                  <a:pt x="154" y="580"/>
                </a:lnTo>
                <a:lnTo>
                  <a:pt x="153" y="580"/>
                </a:lnTo>
                <a:lnTo>
                  <a:pt x="153" y="581"/>
                </a:lnTo>
                <a:lnTo>
                  <a:pt x="152" y="581"/>
                </a:lnTo>
                <a:lnTo>
                  <a:pt x="151" y="581"/>
                </a:lnTo>
                <a:lnTo>
                  <a:pt x="150" y="581"/>
                </a:lnTo>
                <a:lnTo>
                  <a:pt x="150" y="582"/>
                </a:lnTo>
                <a:lnTo>
                  <a:pt x="149" y="582"/>
                </a:lnTo>
                <a:lnTo>
                  <a:pt x="149" y="581"/>
                </a:lnTo>
                <a:lnTo>
                  <a:pt x="148" y="581"/>
                </a:lnTo>
                <a:lnTo>
                  <a:pt x="147" y="581"/>
                </a:lnTo>
                <a:lnTo>
                  <a:pt x="146" y="581"/>
                </a:lnTo>
                <a:lnTo>
                  <a:pt x="145" y="581"/>
                </a:lnTo>
                <a:lnTo>
                  <a:pt x="145" y="582"/>
                </a:lnTo>
                <a:lnTo>
                  <a:pt x="143" y="582"/>
                </a:lnTo>
                <a:lnTo>
                  <a:pt x="143" y="583"/>
                </a:lnTo>
                <a:lnTo>
                  <a:pt x="143" y="584"/>
                </a:lnTo>
                <a:lnTo>
                  <a:pt x="143" y="585"/>
                </a:lnTo>
                <a:lnTo>
                  <a:pt x="142" y="586"/>
                </a:lnTo>
                <a:lnTo>
                  <a:pt x="141" y="586"/>
                </a:lnTo>
                <a:lnTo>
                  <a:pt x="140" y="586"/>
                </a:lnTo>
                <a:lnTo>
                  <a:pt x="140" y="587"/>
                </a:lnTo>
                <a:lnTo>
                  <a:pt x="139" y="587"/>
                </a:lnTo>
                <a:lnTo>
                  <a:pt x="137" y="587"/>
                </a:lnTo>
                <a:lnTo>
                  <a:pt x="137" y="588"/>
                </a:lnTo>
                <a:lnTo>
                  <a:pt x="135" y="588"/>
                </a:lnTo>
                <a:lnTo>
                  <a:pt x="134" y="589"/>
                </a:lnTo>
                <a:lnTo>
                  <a:pt x="133" y="589"/>
                </a:lnTo>
                <a:lnTo>
                  <a:pt x="132" y="589"/>
                </a:lnTo>
                <a:lnTo>
                  <a:pt x="131" y="590"/>
                </a:lnTo>
                <a:lnTo>
                  <a:pt x="130" y="590"/>
                </a:lnTo>
                <a:lnTo>
                  <a:pt x="130" y="591"/>
                </a:lnTo>
                <a:lnTo>
                  <a:pt x="131" y="591"/>
                </a:lnTo>
                <a:lnTo>
                  <a:pt x="131" y="592"/>
                </a:lnTo>
                <a:lnTo>
                  <a:pt x="131" y="593"/>
                </a:lnTo>
                <a:lnTo>
                  <a:pt x="131" y="594"/>
                </a:lnTo>
                <a:lnTo>
                  <a:pt x="130" y="595"/>
                </a:lnTo>
                <a:lnTo>
                  <a:pt x="129" y="595"/>
                </a:lnTo>
                <a:lnTo>
                  <a:pt x="128" y="595"/>
                </a:lnTo>
                <a:lnTo>
                  <a:pt x="128" y="596"/>
                </a:lnTo>
                <a:lnTo>
                  <a:pt x="127" y="596"/>
                </a:lnTo>
                <a:lnTo>
                  <a:pt x="126" y="597"/>
                </a:lnTo>
                <a:lnTo>
                  <a:pt x="126" y="598"/>
                </a:lnTo>
                <a:lnTo>
                  <a:pt x="126" y="599"/>
                </a:lnTo>
                <a:lnTo>
                  <a:pt x="125" y="599"/>
                </a:lnTo>
                <a:lnTo>
                  <a:pt x="125" y="600"/>
                </a:lnTo>
                <a:lnTo>
                  <a:pt x="124" y="600"/>
                </a:lnTo>
                <a:lnTo>
                  <a:pt x="123" y="600"/>
                </a:lnTo>
                <a:lnTo>
                  <a:pt x="123" y="601"/>
                </a:lnTo>
                <a:lnTo>
                  <a:pt x="123" y="602"/>
                </a:lnTo>
                <a:lnTo>
                  <a:pt x="123" y="603"/>
                </a:lnTo>
                <a:lnTo>
                  <a:pt x="122" y="604"/>
                </a:lnTo>
                <a:lnTo>
                  <a:pt x="121" y="605"/>
                </a:lnTo>
                <a:lnTo>
                  <a:pt x="120" y="605"/>
                </a:lnTo>
                <a:lnTo>
                  <a:pt x="120" y="604"/>
                </a:lnTo>
                <a:lnTo>
                  <a:pt x="119" y="604"/>
                </a:lnTo>
                <a:lnTo>
                  <a:pt x="117" y="604"/>
                </a:lnTo>
                <a:lnTo>
                  <a:pt x="116" y="605"/>
                </a:lnTo>
                <a:lnTo>
                  <a:pt x="115" y="606"/>
                </a:lnTo>
                <a:lnTo>
                  <a:pt x="114" y="606"/>
                </a:lnTo>
                <a:lnTo>
                  <a:pt x="113" y="606"/>
                </a:lnTo>
                <a:lnTo>
                  <a:pt x="113" y="607"/>
                </a:lnTo>
                <a:lnTo>
                  <a:pt x="113" y="606"/>
                </a:lnTo>
                <a:lnTo>
                  <a:pt x="112" y="606"/>
                </a:lnTo>
                <a:lnTo>
                  <a:pt x="111" y="606"/>
                </a:lnTo>
                <a:lnTo>
                  <a:pt x="111" y="605"/>
                </a:lnTo>
                <a:lnTo>
                  <a:pt x="109" y="605"/>
                </a:lnTo>
                <a:lnTo>
                  <a:pt x="109" y="606"/>
                </a:lnTo>
                <a:lnTo>
                  <a:pt x="108" y="606"/>
                </a:lnTo>
                <a:lnTo>
                  <a:pt x="107" y="606"/>
                </a:lnTo>
                <a:lnTo>
                  <a:pt x="107" y="607"/>
                </a:lnTo>
                <a:lnTo>
                  <a:pt x="106" y="607"/>
                </a:lnTo>
                <a:lnTo>
                  <a:pt x="105" y="608"/>
                </a:lnTo>
                <a:lnTo>
                  <a:pt x="105" y="607"/>
                </a:lnTo>
                <a:lnTo>
                  <a:pt x="103" y="607"/>
                </a:lnTo>
                <a:lnTo>
                  <a:pt x="102" y="607"/>
                </a:lnTo>
                <a:lnTo>
                  <a:pt x="101" y="607"/>
                </a:lnTo>
                <a:lnTo>
                  <a:pt x="101" y="606"/>
                </a:lnTo>
                <a:lnTo>
                  <a:pt x="100" y="606"/>
                </a:lnTo>
                <a:lnTo>
                  <a:pt x="99" y="607"/>
                </a:lnTo>
                <a:lnTo>
                  <a:pt x="97" y="608"/>
                </a:lnTo>
                <a:lnTo>
                  <a:pt x="96" y="608"/>
                </a:lnTo>
                <a:lnTo>
                  <a:pt x="96" y="609"/>
                </a:lnTo>
                <a:lnTo>
                  <a:pt x="95" y="608"/>
                </a:lnTo>
                <a:lnTo>
                  <a:pt x="94" y="608"/>
                </a:lnTo>
                <a:lnTo>
                  <a:pt x="94" y="607"/>
                </a:lnTo>
                <a:lnTo>
                  <a:pt x="93" y="607"/>
                </a:lnTo>
                <a:lnTo>
                  <a:pt x="92" y="607"/>
                </a:lnTo>
                <a:lnTo>
                  <a:pt x="92" y="608"/>
                </a:lnTo>
                <a:lnTo>
                  <a:pt x="92" y="609"/>
                </a:lnTo>
                <a:lnTo>
                  <a:pt x="92" y="610"/>
                </a:lnTo>
                <a:lnTo>
                  <a:pt x="91" y="610"/>
                </a:lnTo>
                <a:lnTo>
                  <a:pt x="90" y="610"/>
                </a:lnTo>
                <a:lnTo>
                  <a:pt x="89" y="610"/>
                </a:lnTo>
                <a:lnTo>
                  <a:pt x="89" y="609"/>
                </a:lnTo>
                <a:lnTo>
                  <a:pt x="88" y="609"/>
                </a:lnTo>
                <a:lnTo>
                  <a:pt x="86" y="609"/>
                </a:lnTo>
                <a:lnTo>
                  <a:pt x="85" y="608"/>
                </a:lnTo>
                <a:lnTo>
                  <a:pt x="84" y="608"/>
                </a:lnTo>
                <a:lnTo>
                  <a:pt x="83" y="608"/>
                </a:lnTo>
                <a:lnTo>
                  <a:pt x="82" y="610"/>
                </a:lnTo>
                <a:lnTo>
                  <a:pt x="82" y="611"/>
                </a:lnTo>
                <a:lnTo>
                  <a:pt x="81" y="612"/>
                </a:lnTo>
                <a:lnTo>
                  <a:pt x="81" y="613"/>
                </a:lnTo>
                <a:lnTo>
                  <a:pt x="80" y="614"/>
                </a:lnTo>
                <a:lnTo>
                  <a:pt x="79" y="614"/>
                </a:lnTo>
                <a:lnTo>
                  <a:pt x="78" y="614"/>
                </a:lnTo>
                <a:lnTo>
                  <a:pt x="77" y="614"/>
                </a:lnTo>
                <a:lnTo>
                  <a:pt x="75" y="614"/>
                </a:lnTo>
                <a:lnTo>
                  <a:pt x="74" y="615"/>
                </a:lnTo>
                <a:lnTo>
                  <a:pt x="73" y="615"/>
                </a:lnTo>
                <a:lnTo>
                  <a:pt x="72" y="616"/>
                </a:lnTo>
                <a:lnTo>
                  <a:pt x="71" y="616"/>
                </a:lnTo>
                <a:lnTo>
                  <a:pt x="70" y="617"/>
                </a:lnTo>
                <a:lnTo>
                  <a:pt x="69" y="618"/>
                </a:lnTo>
                <a:lnTo>
                  <a:pt x="68" y="618"/>
                </a:lnTo>
                <a:lnTo>
                  <a:pt x="68" y="619"/>
                </a:lnTo>
                <a:lnTo>
                  <a:pt x="67" y="619"/>
                </a:lnTo>
                <a:lnTo>
                  <a:pt x="67" y="618"/>
                </a:lnTo>
                <a:lnTo>
                  <a:pt x="66" y="618"/>
                </a:lnTo>
                <a:lnTo>
                  <a:pt x="66" y="617"/>
                </a:lnTo>
                <a:lnTo>
                  <a:pt x="65" y="617"/>
                </a:lnTo>
                <a:lnTo>
                  <a:pt x="64" y="616"/>
                </a:lnTo>
                <a:lnTo>
                  <a:pt x="63" y="616"/>
                </a:lnTo>
                <a:lnTo>
                  <a:pt x="63" y="617"/>
                </a:lnTo>
                <a:lnTo>
                  <a:pt x="61" y="617"/>
                </a:lnTo>
                <a:lnTo>
                  <a:pt x="63" y="617"/>
                </a:lnTo>
                <a:lnTo>
                  <a:pt x="63" y="618"/>
                </a:lnTo>
                <a:lnTo>
                  <a:pt x="61" y="619"/>
                </a:lnTo>
                <a:lnTo>
                  <a:pt x="61" y="621"/>
                </a:lnTo>
                <a:lnTo>
                  <a:pt x="60" y="622"/>
                </a:lnTo>
                <a:lnTo>
                  <a:pt x="60" y="623"/>
                </a:lnTo>
                <a:lnTo>
                  <a:pt x="59" y="624"/>
                </a:lnTo>
                <a:lnTo>
                  <a:pt x="58" y="625"/>
                </a:lnTo>
                <a:lnTo>
                  <a:pt x="57" y="626"/>
                </a:lnTo>
                <a:lnTo>
                  <a:pt x="56" y="626"/>
                </a:lnTo>
                <a:lnTo>
                  <a:pt x="55" y="626"/>
                </a:lnTo>
                <a:lnTo>
                  <a:pt x="54" y="627"/>
                </a:lnTo>
                <a:lnTo>
                  <a:pt x="54" y="628"/>
                </a:lnTo>
                <a:lnTo>
                  <a:pt x="53" y="628"/>
                </a:lnTo>
                <a:lnTo>
                  <a:pt x="52" y="627"/>
                </a:lnTo>
                <a:lnTo>
                  <a:pt x="51" y="626"/>
                </a:lnTo>
                <a:lnTo>
                  <a:pt x="51" y="625"/>
                </a:lnTo>
                <a:lnTo>
                  <a:pt x="50" y="624"/>
                </a:lnTo>
                <a:lnTo>
                  <a:pt x="49" y="624"/>
                </a:lnTo>
                <a:lnTo>
                  <a:pt x="47" y="624"/>
                </a:lnTo>
                <a:lnTo>
                  <a:pt x="46" y="624"/>
                </a:lnTo>
                <a:lnTo>
                  <a:pt x="46" y="625"/>
                </a:lnTo>
                <a:lnTo>
                  <a:pt x="45" y="626"/>
                </a:lnTo>
                <a:lnTo>
                  <a:pt x="44" y="626"/>
                </a:lnTo>
                <a:lnTo>
                  <a:pt x="44" y="627"/>
                </a:lnTo>
                <a:lnTo>
                  <a:pt x="43" y="627"/>
                </a:lnTo>
                <a:lnTo>
                  <a:pt x="43" y="628"/>
                </a:lnTo>
                <a:lnTo>
                  <a:pt x="43" y="629"/>
                </a:lnTo>
                <a:lnTo>
                  <a:pt x="42" y="629"/>
                </a:lnTo>
                <a:lnTo>
                  <a:pt x="41" y="629"/>
                </a:lnTo>
                <a:lnTo>
                  <a:pt x="41" y="628"/>
                </a:lnTo>
                <a:lnTo>
                  <a:pt x="41" y="629"/>
                </a:lnTo>
                <a:lnTo>
                  <a:pt x="40" y="629"/>
                </a:lnTo>
                <a:lnTo>
                  <a:pt x="40" y="630"/>
                </a:lnTo>
                <a:lnTo>
                  <a:pt x="40" y="631"/>
                </a:lnTo>
                <a:lnTo>
                  <a:pt x="39" y="631"/>
                </a:lnTo>
                <a:lnTo>
                  <a:pt x="38" y="631"/>
                </a:lnTo>
                <a:lnTo>
                  <a:pt x="38" y="630"/>
                </a:lnTo>
                <a:lnTo>
                  <a:pt x="37" y="630"/>
                </a:lnTo>
                <a:lnTo>
                  <a:pt x="36" y="630"/>
                </a:lnTo>
                <a:lnTo>
                  <a:pt x="36" y="629"/>
                </a:lnTo>
                <a:lnTo>
                  <a:pt x="35" y="629"/>
                </a:lnTo>
                <a:lnTo>
                  <a:pt x="34" y="629"/>
                </a:lnTo>
                <a:lnTo>
                  <a:pt x="34" y="628"/>
                </a:lnTo>
                <a:lnTo>
                  <a:pt x="34" y="629"/>
                </a:lnTo>
                <a:lnTo>
                  <a:pt x="33" y="629"/>
                </a:lnTo>
                <a:lnTo>
                  <a:pt x="32" y="630"/>
                </a:lnTo>
                <a:lnTo>
                  <a:pt x="31" y="630"/>
                </a:lnTo>
                <a:lnTo>
                  <a:pt x="31" y="631"/>
                </a:lnTo>
                <a:lnTo>
                  <a:pt x="30" y="631"/>
                </a:lnTo>
                <a:lnTo>
                  <a:pt x="29" y="631"/>
                </a:lnTo>
                <a:lnTo>
                  <a:pt x="28" y="631"/>
                </a:lnTo>
                <a:lnTo>
                  <a:pt x="27" y="631"/>
                </a:lnTo>
                <a:lnTo>
                  <a:pt x="26" y="631"/>
                </a:lnTo>
                <a:lnTo>
                  <a:pt x="26" y="630"/>
                </a:lnTo>
                <a:lnTo>
                  <a:pt x="25" y="630"/>
                </a:lnTo>
                <a:lnTo>
                  <a:pt x="24" y="630"/>
                </a:lnTo>
                <a:lnTo>
                  <a:pt x="24" y="629"/>
                </a:lnTo>
                <a:lnTo>
                  <a:pt x="23" y="629"/>
                </a:lnTo>
                <a:lnTo>
                  <a:pt x="23" y="628"/>
                </a:lnTo>
                <a:lnTo>
                  <a:pt x="22" y="628"/>
                </a:lnTo>
                <a:lnTo>
                  <a:pt x="21" y="628"/>
                </a:lnTo>
                <a:lnTo>
                  <a:pt x="20" y="628"/>
                </a:lnTo>
                <a:lnTo>
                  <a:pt x="20" y="629"/>
                </a:lnTo>
                <a:lnTo>
                  <a:pt x="19" y="629"/>
                </a:lnTo>
                <a:lnTo>
                  <a:pt x="19" y="630"/>
                </a:lnTo>
                <a:lnTo>
                  <a:pt x="18" y="630"/>
                </a:lnTo>
                <a:lnTo>
                  <a:pt x="17" y="630"/>
                </a:lnTo>
                <a:lnTo>
                  <a:pt x="17" y="631"/>
                </a:lnTo>
                <a:lnTo>
                  <a:pt x="15" y="631"/>
                </a:lnTo>
                <a:lnTo>
                  <a:pt x="15" y="630"/>
                </a:lnTo>
                <a:lnTo>
                  <a:pt x="14" y="630"/>
                </a:lnTo>
                <a:lnTo>
                  <a:pt x="13" y="630"/>
                </a:lnTo>
                <a:lnTo>
                  <a:pt x="12" y="629"/>
                </a:lnTo>
                <a:lnTo>
                  <a:pt x="11" y="629"/>
                </a:lnTo>
                <a:lnTo>
                  <a:pt x="8" y="629"/>
                </a:lnTo>
                <a:lnTo>
                  <a:pt x="6" y="629"/>
                </a:lnTo>
                <a:lnTo>
                  <a:pt x="5" y="629"/>
                </a:lnTo>
                <a:lnTo>
                  <a:pt x="5" y="628"/>
                </a:lnTo>
                <a:lnTo>
                  <a:pt x="4" y="628"/>
                </a:lnTo>
                <a:lnTo>
                  <a:pt x="3" y="628"/>
                </a:lnTo>
                <a:lnTo>
                  <a:pt x="3" y="627"/>
                </a:lnTo>
                <a:lnTo>
                  <a:pt x="2" y="627"/>
                </a:lnTo>
                <a:lnTo>
                  <a:pt x="2" y="626"/>
                </a:lnTo>
                <a:lnTo>
                  <a:pt x="1" y="626"/>
                </a:lnTo>
                <a:lnTo>
                  <a:pt x="1" y="625"/>
                </a:lnTo>
                <a:lnTo>
                  <a:pt x="1" y="624"/>
                </a:lnTo>
                <a:lnTo>
                  <a:pt x="0" y="624"/>
                </a:lnTo>
                <a:lnTo>
                  <a:pt x="0" y="623"/>
                </a:lnTo>
                <a:lnTo>
                  <a:pt x="1" y="622"/>
                </a:lnTo>
                <a:lnTo>
                  <a:pt x="0" y="622"/>
                </a:lnTo>
                <a:lnTo>
                  <a:pt x="1" y="622"/>
                </a:lnTo>
                <a:lnTo>
                  <a:pt x="1" y="621"/>
                </a:lnTo>
                <a:lnTo>
                  <a:pt x="1" y="620"/>
                </a:lnTo>
                <a:lnTo>
                  <a:pt x="1" y="619"/>
                </a:lnTo>
                <a:lnTo>
                  <a:pt x="1" y="618"/>
                </a:lnTo>
                <a:lnTo>
                  <a:pt x="2" y="618"/>
                </a:lnTo>
                <a:lnTo>
                  <a:pt x="2" y="617"/>
                </a:lnTo>
                <a:lnTo>
                  <a:pt x="2" y="616"/>
                </a:lnTo>
                <a:lnTo>
                  <a:pt x="2" y="615"/>
                </a:lnTo>
                <a:lnTo>
                  <a:pt x="2" y="612"/>
                </a:lnTo>
                <a:lnTo>
                  <a:pt x="2" y="611"/>
                </a:lnTo>
                <a:lnTo>
                  <a:pt x="2" y="610"/>
                </a:lnTo>
                <a:lnTo>
                  <a:pt x="2" y="609"/>
                </a:lnTo>
                <a:lnTo>
                  <a:pt x="1" y="609"/>
                </a:lnTo>
                <a:lnTo>
                  <a:pt x="1" y="608"/>
                </a:lnTo>
                <a:lnTo>
                  <a:pt x="1" y="607"/>
                </a:lnTo>
                <a:lnTo>
                  <a:pt x="1" y="606"/>
                </a:lnTo>
                <a:lnTo>
                  <a:pt x="1" y="605"/>
                </a:lnTo>
                <a:lnTo>
                  <a:pt x="1" y="604"/>
                </a:lnTo>
                <a:lnTo>
                  <a:pt x="1" y="603"/>
                </a:lnTo>
                <a:lnTo>
                  <a:pt x="1" y="602"/>
                </a:lnTo>
                <a:lnTo>
                  <a:pt x="0" y="602"/>
                </a:lnTo>
                <a:lnTo>
                  <a:pt x="0" y="601"/>
                </a:lnTo>
                <a:lnTo>
                  <a:pt x="0" y="600"/>
                </a:lnTo>
                <a:lnTo>
                  <a:pt x="0" y="599"/>
                </a:lnTo>
                <a:lnTo>
                  <a:pt x="0" y="596"/>
                </a:lnTo>
                <a:lnTo>
                  <a:pt x="0" y="595"/>
                </a:lnTo>
                <a:lnTo>
                  <a:pt x="1" y="595"/>
                </a:lnTo>
                <a:lnTo>
                  <a:pt x="1" y="594"/>
                </a:lnTo>
                <a:lnTo>
                  <a:pt x="2" y="594"/>
                </a:lnTo>
                <a:lnTo>
                  <a:pt x="3" y="593"/>
                </a:lnTo>
                <a:lnTo>
                  <a:pt x="3" y="592"/>
                </a:lnTo>
                <a:lnTo>
                  <a:pt x="3" y="591"/>
                </a:lnTo>
                <a:lnTo>
                  <a:pt x="4" y="591"/>
                </a:lnTo>
                <a:lnTo>
                  <a:pt x="4" y="590"/>
                </a:lnTo>
                <a:lnTo>
                  <a:pt x="5" y="590"/>
                </a:lnTo>
                <a:lnTo>
                  <a:pt x="6" y="590"/>
                </a:lnTo>
                <a:lnTo>
                  <a:pt x="6" y="589"/>
                </a:lnTo>
                <a:lnTo>
                  <a:pt x="6" y="588"/>
                </a:lnTo>
                <a:lnTo>
                  <a:pt x="6" y="587"/>
                </a:lnTo>
                <a:lnTo>
                  <a:pt x="6" y="586"/>
                </a:lnTo>
                <a:lnTo>
                  <a:pt x="7" y="586"/>
                </a:lnTo>
                <a:lnTo>
                  <a:pt x="8" y="586"/>
                </a:lnTo>
                <a:lnTo>
                  <a:pt x="9" y="585"/>
                </a:lnTo>
                <a:lnTo>
                  <a:pt x="9" y="584"/>
                </a:lnTo>
                <a:lnTo>
                  <a:pt x="10" y="583"/>
                </a:lnTo>
                <a:lnTo>
                  <a:pt x="10" y="582"/>
                </a:lnTo>
                <a:lnTo>
                  <a:pt x="9" y="582"/>
                </a:lnTo>
                <a:lnTo>
                  <a:pt x="9" y="581"/>
                </a:lnTo>
                <a:lnTo>
                  <a:pt x="8" y="581"/>
                </a:lnTo>
                <a:lnTo>
                  <a:pt x="8" y="580"/>
                </a:lnTo>
                <a:lnTo>
                  <a:pt x="9" y="580"/>
                </a:lnTo>
                <a:lnTo>
                  <a:pt x="10" y="580"/>
                </a:lnTo>
                <a:lnTo>
                  <a:pt x="10" y="579"/>
                </a:lnTo>
                <a:lnTo>
                  <a:pt x="11" y="579"/>
                </a:lnTo>
                <a:lnTo>
                  <a:pt x="11" y="578"/>
                </a:lnTo>
                <a:lnTo>
                  <a:pt x="11" y="577"/>
                </a:lnTo>
                <a:lnTo>
                  <a:pt x="12" y="577"/>
                </a:lnTo>
                <a:lnTo>
                  <a:pt x="12" y="576"/>
                </a:lnTo>
                <a:lnTo>
                  <a:pt x="12" y="575"/>
                </a:lnTo>
                <a:lnTo>
                  <a:pt x="13" y="575"/>
                </a:lnTo>
                <a:lnTo>
                  <a:pt x="13" y="574"/>
                </a:lnTo>
                <a:lnTo>
                  <a:pt x="12" y="574"/>
                </a:lnTo>
                <a:lnTo>
                  <a:pt x="12" y="573"/>
                </a:lnTo>
                <a:lnTo>
                  <a:pt x="11" y="572"/>
                </a:lnTo>
                <a:lnTo>
                  <a:pt x="11" y="571"/>
                </a:lnTo>
                <a:lnTo>
                  <a:pt x="11" y="569"/>
                </a:lnTo>
                <a:lnTo>
                  <a:pt x="11" y="568"/>
                </a:lnTo>
                <a:lnTo>
                  <a:pt x="12" y="567"/>
                </a:lnTo>
                <a:lnTo>
                  <a:pt x="12" y="566"/>
                </a:lnTo>
                <a:lnTo>
                  <a:pt x="12" y="564"/>
                </a:lnTo>
                <a:lnTo>
                  <a:pt x="12" y="563"/>
                </a:lnTo>
                <a:lnTo>
                  <a:pt x="12" y="562"/>
                </a:lnTo>
                <a:lnTo>
                  <a:pt x="13" y="562"/>
                </a:lnTo>
                <a:lnTo>
                  <a:pt x="13" y="561"/>
                </a:lnTo>
                <a:lnTo>
                  <a:pt x="13" y="560"/>
                </a:lnTo>
                <a:lnTo>
                  <a:pt x="14" y="560"/>
                </a:lnTo>
                <a:lnTo>
                  <a:pt x="15" y="560"/>
                </a:lnTo>
                <a:lnTo>
                  <a:pt x="16" y="559"/>
                </a:lnTo>
                <a:lnTo>
                  <a:pt x="16" y="558"/>
                </a:lnTo>
                <a:lnTo>
                  <a:pt x="16" y="557"/>
                </a:lnTo>
                <a:lnTo>
                  <a:pt x="16" y="556"/>
                </a:lnTo>
                <a:lnTo>
                  <a:pt x="16" y="555"/>
                </a:lnTo>
                <a:lnTo>
                  <a:pt x="17" y="555"/>
                </a:lnTo>
                <a:lnTo>
                  <a:pt x="16" y="554"/>
                </a:lnTo>
                <a:lnTo>
                  <a:pt x="17" y="554"/>
                </a:lnTo>
                <a:lnTo>
                  <a:pt x="17" y="553"/>
                </a:lnTo>
                <a:lnTo>
                  <a:pt x="18" y="552"/>
                </a:lnTo>
                <a:lnTo>
                  <a:pt x="18" y="551"/>
                </a:lnTo>
                <a:lnTo>
                  <a:pt x="19" y="550"/>
                </a:lnTo>
                <a:lnTo>
                  <a:pt x="19" y="549"/>
                </a:lnTo>
                <a:lnTo>
                  <a:pt x="20" y="548"/>
                </a:lnTo>
                <a:lnTo>
                  <a:pt x="21" y="548"/>
                </a:lnTo>
                <a:lnTo>
                  <a:pt x="21" y="547"/>
                </a:lnTo>
                <a:lnTo>
                  <a:pt x="21" y="546"/>
                </a:lnTo>
                <a:lnTo>
                  <a:pt x="22" y="546"/>
                </a:lnTo>
                <a:lnTo>
                  <a:pt x="22" y="545"/>
                </a:lnTo>
                <a:lnTo>
                  <a:pt x="23" y="544"/>
                </a:lnTo>
                <a:lnTo>
                  <a:pt x="24" y="544"/>
                </a:lnTo>
                <a:lnTo>
                  <a:pt x="25" y="543"/>
                </a:lnTo>
                <a:lnTo>
                  <a:pt x="26" y="542"/>
                </a:lnTo>
                <a:lnTo>
                  <a:pt x="27" y="542"/>
                </a:lnTo>
                <a:lnTo>
                  <a:pt x="27" y="541"/>
                </a:lnTo>
                <a:lnTo>
                  <a:pt x="28" y="540"/>
                </a:lnTo>
                <a:lnTo>
                  <a:pt x="28" y="539"/>
                </a:lnTo>
                <a:lnTo>
                  <a:pt x="28" y="538"/>
                </a:lnTo>
                <a:lnTo>
                  <a:pt x="29" y="537"/>
                </a:lnTo>
                <a:lnTo>
                  <a:pt x="29" y="535"/>
                </a:lnTo>
                <a:lnTo>
                  <a:pt x="30" y="535"/>
                </a:lnTo>
                <a:lnTo>
                  <a:pt x="30" y="534"/>
                </a:lnTo>
                <a:lnTo>
                  <a:pt x="30" y="533"/>
                </a:lnTo>
                <a:lnTo>
                  <a:pt x="31" y="532"/>
                </a:lnTo>
                <a:lnTo>
                  <a:pt x="32" y="531"/>
                </a:lnTo>
                <a:lnTo>
                  <a:pt x="33" y="531"/>
                </a:lnTo>
                <a:lnTo>
                  <a:pt x="33" y="530"/>
                </a:lnTo>
                <a:lnTo>
                  <a:pt x="34" y="529"/>
                </a:lnTo>
                <a:lnTo>
                  <a:pt x="34" y="528"/>
                </a:lnTo>
                <a:lnTo>
                  <a:pt x="34" y="527"/>
                </a:lnTo>
                <a:lnTo>
                  <a:pt x="34" y="526"/>
                </a:lnTo>
                <a:lnTo>
                  <a:pt x="34" y="525"/>
                </a:lnTo>
                <a:lnTo>
                  <a:pt x="34" y="523"/>
                </a:lnTo>
                <a:lnTo>
                  <a:pt x="34" y="522"/>
                </a:lnTo>
                <a:lnTo>
                  <a:pt x="33" y="521"/>
                </a:lnTo>
                <a:lnTo>
                  <a:pt x="32" y="521"/>
                </a:lnTo>
                <a:lnTo>
                  <a:pt x="32" y="520"/>
                </a:lnTo>
                <a:lnTo>
                  <a:pt x="32" y="519"/>
                </a:lnTo>
                <a:lnTo>
                  <a:pt x="32" y="518"/>
                </a:lnTo>
                <a:lnTo>
                  <a:pt x="31" y="518"/>
                </a:lnTo>
                <a:lnTo>
                  <a:pt x="31" y="517"/>
                </a:lnTo>
                <a:lnTo>
                  <a:pt x="31" y="516"/>
                </a:lnTo>
                <a:lnTo>
                  <a:pt x="31" y="515"/>
                </a:lnTo>
                <a:lnTo>
                  <a:pt x="31" y="514"/>
                </a:lnTo>
                <a:lnTo>
                  <a:pt x="31" y="513"/>
                </a:lnTo>
                <a:lnTo>
                  <a:pt x="31" y="512"/>
                </a:lnTo>
                <a:lnTo>
                  <a:pt x="30" y="512"/>
                </a:lnTo>
                <a:lnTo>
                  <a:pt x="30" y="511"/>
                </a:lnTo>
                <a:lnTo>
                  <a:pt x="31" y="511"/>
                </a:lnTo>
                <a:lnTo>
                  <a:pt x="31" y="510"/>
                </a:lnTo>
                <a:lnTo>
                  <a:pt x="30" y="510"/>
                </a:lnTo>
                <a:lnTo>
                  <a:pt x="30" y="509"/>
                </a:lnTo>
                <a:lnTo>
                  <a:pt x="30" y="508"/>
                </a:lnTo>
                <a:lnTo>
                  <a:pt x="30" y="507"/>
                </a:lnTo>
                <a:lnTo>
                  <a:pt x="30" y="505"/>
                </a:lnTo>
                <a:lnTo>
                  <a:pt x="29" y="504"/>
                </a:lnTo>
                <a:lnTo>
                  <a:pt x="29" y="503"/>
                </a:lnTo>
                <a:lnTo>
                  <a:pt x="28" y="503"/>
                </a:lnTo>
                <a:lnTo>
                  <a:pt x="28" y="501"/>
                </a:lnTo>
                <a:lnTo>
                  <a:pt x="28" y="499"/>
                </a:lnTo>
                <a:lnTo>
                  <a:pt x="27" y="499"/>
                </a:lnTo>
                <a:lnTo>
                  <a:pt x="26" y="499"/>
                </a:lnTo>
                <a:lnTo>
                  <a:pt x="25" y="499"/>
                </a:lnTo>
                <a:lnTo>
                  <a:pt x="25" y="498"/>
                </a:lnTo>
                <a:lnTo>
                  <a:pt x="25" y="497"/>
                </a:lnTo>
                <a:lnTo>
                  <a:pt x="25" y="496"/>
                </a:lnTo>
                <a:lnTo>
                  <a:pt x="25" y="495"/>
                </a:lnTo>
                <a:lnTo>
                  <a:pt x="25" y="494"/>
                </a:lnTo>
                <a:lnTo>
                  <a:pt x="25" y="493"/>
                </a:lnTo>
                <a:lnTo>
                  <a:pt x="24" y="493"/>
                </a:lnTo>
                <a:lnTo>
                  <a:pt x="24" y="492"/>
                </a:lnTo>
                <a:lnTo>
                  <a:pt x="24" y="491"/>
                </a:lnTo>
                <a:lnTo>
                  <a:pt x="25" y="491"/>
                </a:lnTo>
                <a:lnTo>
                  <a:pt x="25" y="490"/>
                </a:lnTo>
                <a:lnTo>
                  <a:pt x="25" y="489"/>
                </a:lnTo>
                <a:lnTo>
                  <a:pt x="24" y="489"/>
                </a:lnTo>
                <a:lnTo>
                  <a:pt x="24" y="488"/>
                </a:lnTo>
                <a:lnTo>
                  <a:pt x="23" y="488"/>
                </a:lnTo>
                <a:lnTo>
                  <a:pt x="23" y="487"/>
                </a:lnTo>
                <a:lnTo>
                  <a:pt x="23" y="486"/>
                </a:lnTo>
                <a:lnTo>
                  <a:pt x="24" y="486"/>
                </a:lnTo>
                <a:lnTo>
                  <a:pt x="24" y="485"/>
                </a:lnTo>
                <a:lnTo>
                  <a:pt x="23" y="485"/>
                </a:lnTo>
                <a:lnTo>
                  <a:pt x="23" y="484"/>
                </a:lnTo>
                <a:lnTo>
                  <a:pt x="23" y="483"/>
                </a:lnTo>
                <a:lnTo>
                  <a:pt x="23" y="482"/>
                </a:lnTo>
                <a:lnTo>
                  <a:pt x="22" y="482"/>
                </a:lnTo>
                <a:lnTo>
                  <a:pt x="22" y="481"/>
                </a:lnTo>
                <a:lnTo>
                  <a:pt x="22" y="480"/>
                </a:lnTo>
                <a:lnTo>
                  <a:pt x="21" y="480"/>
                </a:lnTo>
                <a:lnTo>
                  <a:pt x="21" y="479"/>
                </a:lnTo>
                <a:lnTo>
                  <a:pt x="21" y="478"/>
                </a:lnTo>
                <a:lnTo>
                  <a:pt x="21" y="477"/>
                </a:lnTo>
                <a:lnTo>
                  <a:pt x="21" y="476"/>
                </a:lnTo>
                <a:lnTo>
                  <a:pt x="20" y="476"/>
                </a:lnTo>
                <a:lnTo>
                  <a:pt x="20" y="475"/>
                </a:lnTo>
                <a:lnTo>
                  <a:pt x="20" y="474"/>
                </a:lnTo>
                <a:lnTo>
                  <a:pt x="19" y="473"/>
                </a:lnTo>
                <a:lnTo>
                  <a:pt x="19" y="471"/>
                </a:lnTo>
                <a:lnTo>
                  <a:pt x="19" y="470"/>
                </a:lnTo>
                <a:lnTo>
                  <a:pt x="19" y="469"/>
                </a:lnTo>
                <a:lnTo>
                  <a:pt x="19" y="468"/>
                </a:lnTo>
                <a:lnTo>
                  <a:pt x="20" y="468"/>
                </a:lnTo>
                <a:lnTo>
                  <a:pt x="20" y="467"/>
                </a:lnTo>
                <a:lnTo>
                  <a:pt x="20" y="466"/>
                </a:lnTo>
                <a:lnTo>
                  <a:pt x="20" y="465"/>
                </a:lnTo>
                <a:lnTo>
                  <a:pt x="20" y="464"/>
                </a:lnTo>
                <a:lnTo>
                  <a:pt x="20" y="463"/>
                </a:lnTo>
                <a:lnTo>
                  <a:pt x="21" y="462"/>
                </a:lnTo>
                <a:lnTo>
                  <a:pt x="21" y="461"/>
                </a:lnTo>
                <a:lnTo>
                  <a:pt x="22" y="461"/>
                </a:lnTo>
                <a:lnTo>
                  <a:pt x="22" y="460"/>
                </a:lnTo>
                <a:lnTo>
                  <a:pt x="22" y="459"/>
                </a:lnTo>
                <a:lnTo>
                  <a:pt x="21" y="459"/>
                </a:lnTo>
                <a:lnTo>
                  <a:pt x="22" y="458"/>
                </a:lnTo>
                <a:lnTo>
                  <a:pt x="21" y="457"/>
                </a:lnTo>
                <a:lnTo>
                  <a:pt x="21" y="456"/>
                </a:lnTo>
                <a:lnTo>
                  <a:pt x="21" y="455"/>
                </a:lnTo>
                <a:lnTo>
                  <a:pt x="21" y="454"/>
                </a:lnTo>
                <a:lnTo>
                  <a:pt x="20" y="453"/>
                </a:lnTo>
                <a:lnTo>
                  <a:pt x="20" y="452"/>
                </a:lnTo>
                <a:lnTo>
                  <a:pt x="21" y="451"/>
                </a:lnTo>
                <a:lnTo>
                  <a:pt x="21" y="450"/>
                </a:lnTo>
                <a:lnTo>
                  <a:pt x="21" y="449"/>
                </a:lnTo>
                <a:lnTo>
                  <a:pt x="21" y="448"/>
                </a:lnTo>
                <a:lnTo>
                  <a:pt x="22" y="448"/>
                </a:lnTo>
                <a:lnTo>
                  <a:pt x="22" y="447"/>
                </a:lnTo>
                <a:lnTo>
                  <a:pt x="23" y="446"/>
                </a:lnTo>
                <a:lnTo>
                  <a:pt x="23" y="445"/>
                </a:lnTo>
                <a:lnTo>
                  <a:pt x="23" y="444"/>
                </a:lnTo>
                <a:lnTo>
                  <a:pt x="23" y="443"/>
                </a:lnTo>
                <a:lnTo>
                  <a:pt x="23" y="442"/>
                </a:lnTo>
                <a:lnTo>
                  <a:pt x="22" y="442"/>
                </a:lnTo>
                <a:lnTo>
                  <a:pt x="22" y="441"/>
                </a:lnTo>
                <a:lnTo>
                  <a:pt x="21" y="441"/>
                </a:lnTo>
                <a:lnTo>
                  <a:pt x="21" y="440"/>
                </a:lnTo>
                <a:lnTo>
                  <a:pt x="22" y="439"/>
                </a:lnTo>
                <a:lnTo>
                  <a:pt x="23" y="439"/>
                </a:lnTo>
                <a:lnTo>
                  <a:pt x="23" y="438"/>
                </a:lnTo>
                <a:lnTo>
                  <a:pt x="24" y="438"/>
                </a:lnTo>
                <a:lnTo>
                  <a:pt x="24" y="437"/>
                </a:lnTo>
                <a:lnTo>
                  <a:pt x="24" y="436"/>
                </a:lnTo>
                <a:lnTo>
                  <a:pt x="24" y="435"/>
                </a:lnTo>
                <a:lnTo>
                  <a:pt x="24" y="434"/>
                </a:lnTo>
                <a:lnTo>
                  <a:pt x="24" y="432"/>
                </a:lnTo>
                <a:lnTo>
                  <a:pt x="23" y="431"/>
                </a:lnTo>
                <a:lnTo>
                  <a:pt x="23" y="430"/>
                </a:lnTo>
                <a:lnTo>
                  <a:pt x="23" y="429"/>
                </a:lnTo>
                <a:lnTo>
                  <a:pt x="23" y="428"/>
                </a:lnTo>
                <a:lnTo>
                  <a:pt x="24" y="428"/>
                </a:lnTo>
                <a:lnTo>
                  <a:pt x="24" y="427"/>
                </a:lnTo>
                <a:lnTo>
                  <a:pt x="23" y="427"/>
                </a:lnTo>
                <a:lnTo>
                  <a:pt x="23" y="426"/>
                </a:lnTo>
                <a:lnTo>
                  <a:pt x="22" y="426"/>
                </a:lnTo>
                <a:lnTo>
                  <a:pt x="21" y="426"/>
                </a:lnTo>
                <a:lnTo>
                  <a:pt x="21" y="425"/>
                </a:lnTo>
                <a:lnTo>
                  <a:pt x="19" y="423"/>
                </a:lnTo>
                <a:lnTo>
                  <a:pt x="18" y="422"/>
                </a:lnTo>
                <a:lnTo>
                  <a:pt x="18" y="421"/>
                </a:lnTo>
                <a:lnTo>
                  <a:pt x="18" y="420"/>
                </a:lnTo>
                <a:lnTo>
                  <a:pt x="17" y="420"/>
                </a:lnTo>
                <a:lnTo>
                  <a:pt x="17" y="419"/>
                </a:lnTo>
                <a:lnTo>
                  <a:pt x="16" y="418"/>
                </a:lnTo>
                <a:lnTo>
                  <a:pt x="15" y="418"/>
                </a:lnTo>
                <a:lnTo>
                  <a:pt x="14" y="417"/>
                </a:lnTo>
                <a:lnTo>
                  <a:pt x="14" y="416"/>
                </a:lnTo>
                <a:lnTo>
                  <a:pt x="14" y="415"/>
                </a:lnTo>
                <a:lnTo>
                  <a:pt x="15" y="415"/>
                </a:lnTo>
                <a:lnTo>
                  <a:pt x="16" y="415"/>
                </a:lnTo>
                <a:lnTo>
                  <a:pt x="16" y="416"/>
                </a:lnTo>
                <a:lnTo>
                  <a:pt x="17" y="417"/>
                </a:lnTo>
                <a:lnTo>
                  <a:pt x="18" y="417"/>
                </a:lnTo>
                <a:lnTo>
                  <a:pt x="18" y="416"/>
                </a:lnTo>
                <a:lnTo>
                  <a:pt x="18" y="415"/>
                </a:lnTo>
                <a:lnTo>
                  <a:pt x="18" y="414"/>
                </a:lnTo>
                <a:lnTo>
                  <a:pt x="19" y="413"/>
                </a:lnTo>
                <a:lnTo>
                  <a:pt x="20" y="412"/>
                </a:lnTo>
                <a:lnTo>
                  <a:pt x="19" y="412"/>
                </a:lnTo>
                <a:lnTo>
                  <a:pt x="19" y="411"/>
                </a:lnTo>
                <a:lnTo>
                  <a:pt x="18" y="411"/>
                </a:lnTo>
                <a:lnTo>
                  <a:pt x="18" y="412"/>
                </a:lnTo>
                <a:lnTo>
                  <a:pt x="17" y="412"/>
                </a:lnTo>
                <a:lnTo>
                  <a:pt x="17" y="413"/>
                </a:lnTo>
                <a:lnTo>
                  <a:pt x="16" y="413"/>
                </a:lnTo>
                <a:lnTo>
                  <a:pt x="16" y="412"/>
                </a:lnTo>
                <a:lnTo>
                  <a:pt x="17" y="411"/>
                </a:lnTo>
                <a:lnTo>
                  <a:pt x="18" y="411"/>
                </a:lnTo>
                <a:lnTo>
                  <a:pt x="18" y="410"/>
                </a:lnTo>
                <a:lnTo>
                  <a:pt x="17" y="409"/>
                </a:lnTo>
                <a:lnTo>
                  <a:pt x="16" y="409"/>
                </a:lnTo>
                <a:lnTo>
                  <a:pt x="15" y="408"/>
                </a:lnTo>
                <a:lnTo>
                  <a:pt x="14" y="408"/>
                </a:lnTo>
                <a:lnTo>
                  <a:pt x="13" y="408"/>
                </a:lnTo>
                <a:lnTo>
                  <a:pt x="13" y="407"/>
                </a:lnTo>
                <a:lnTo>
                  <a:pt x="14" y="407"/>
                </a:lnTo>
                <a:lnTo>
                  <a:pt x="15" y="407"/>
                </a:lnTo>
                <a:lnTo>
                  <a:pt x="16" y="407"/>
                </a:lnTo>
                <a:lnTo>
                  <a:pt x="16" y="405"/>
                </a:lnTo>
                <a:lnTo>
                  <a:pt x="17" y="405"/>
                </a:lnTo>
                <a:lnTo>
                  <a:pt x="17" y="404"/>
                </a:lnTo>
                <a:lnTo>
                  <a:pt x="17" y="403"/>
                </a:lnTo>
                <a:lnTo>
                  <a:pt x="17" y="402"/>
                </a:lnTo>
                <a:lnTo>
                  <a:pt x="16" y="402"/>
                </a:lnTo>
                <a:lnTo>
                  <a:pt x="15" y="402"/>
                </a:lnTo>
                <a:lnTo>
                  <a:pt x="16" y="402"/>
                </a:lnTo>
                <a:lnTo>
                  <a:pt x="16" y="401"/>
                </a:lnTo>
                <a:lnTo>
                  <a:pt x="17" y="401"/>
                </a:lnTo>
                <a:lnTo>
                  <a:pt x="17" y="400"/>
                </a:lnTo>
                <a:lnTo>
                  <a:pt x="17" y="399"/>
                </a:lnTo>
                <a:lnTo>
                  <a:pt x="16" y="398"/>
                </a:lnTo>
                <a:lnTo>
                  <a:pt x="15" y="398"/>
                </a:lnTo>
                <a:lnTo>
                  <a:pt x="14" y="398"/>
                </a:lnTo>
                <a:lnTo>
                  <a:pt x="13" y="398"/>
                </a:lnTo>
                <a:lnTo>
                  <a:pt x="13" y="397"/>
                </a:lnTo>
                <a:lnTo>
                  <a:pt x="13" y="396"/>
                </a:lnTo>
                <a:lnTo>
                  <a:pt x="14" y="396"/>
                </a:lnTo>
                <a:lnTo>
                  <a:pt x="15" y="396"/>
                </a:lnTo>
                <a:lnTo>
                  <a:pt x="15" y="395"/>
                </a:lnTo>
                <a:lnTo>
                  <a:pt x="16" y="395"/>
                </a:lnTo>
                <a:lnTo>
                  <a:pt x="16" y="394"/>
                </a:lnTo>
                <a:lnTo>
                  <a:pt x="16" y="392"/>
                </a:lnTo>
                <a:lnTo>
                  <a:pt x="16" y="391"/>
                </a:lnTo>
                <a:lnTo>
                  <a:pt x="17" y="389"/>
                </a:lnTo>
                <a:lnTo>
                  <a:pt x="17" y="388"/>
                </a:lnTo>
                <a:lnTo>
                  <a:pt x="17" y="387"/>
                </a:lnTo>
                <a:lnTo>
                  <a:pt x="16" y="387"/>
                </a:lnTo>
                <a:lnTo>
                  <a:pt x="16" y="386"/>
                </a:lnTo>
                <a:lnTo>
                  <a:pt x="15" y="385"/>
                </a:lnTo>
                <a:lnTo>
                  <a:pt x="14" y="385"/>
                </a:lnTo>
                <a:lnTo>
                  <a:pt x="14" y="384"/>
                </a:lnTo>
                <a:lnTo>
                  <a:pt x="13" y="384"/>
                </a:lnTo>
                <a:lnTo>
                  <a:pt x="13" y="383"/>
                </a:lnTo>
                <a:lnTo>
                  <a:pt x="13" y="382"/>
                </a:lnTo>
                <a:lnTo>
                  <a:pt x="15" y="382"/>
                </a:lnTo>
                <a:lnTo>
                  <a:pt x="16" y="382"/>
                </a:lnTo>
                <a:lnTo>
                  <a:pt x="17" y="383"/>
                </a:lnTo>
                <a:lnTo>
                  <a:pt x="17" y="384"/>
                </a:lnTo>
                <a:lnTo>
                  <a:pt x="18" y="384"/>
                </a:lnTo>
                <a:lnTo>
                  <a:pt x="19" y="384"/>
                </a:lnTo>
                <a:lnTo>
                  <a:pt x="19" y="383"/>
                </a:lnTo>
                <a:lnTo>
                  <a:pt x="19" y="382"/>
                </a:lnTo>
                <a:lnTo>
                  <a:pt x="18" y="382"/>
                </a:lnTo>
                <a:lnTo>
                  <a:pt x="17" y="382"/>
                </a:lnTo>
                <a:lnTo>
                  <a:pt x="16" y="382"/>
                </a:lnTo>
                <a:lnTo>
                  <a:pt x="16" y="381"/>
                </a:lnTo>
                <a:lnTo>
                  <a:pt x="17" y="381"/>
                </a:lnTo>
                <a:lnTo>
                  <a:pt x="17" y="380"/>
                </a:lnTo>
                <a:lnTo>
                  <a:pt x="18" y="380"/>
                </a:lnTo>
                <a:lnTo>
                  <a:pt x="19" y="380"/>
                </a:lnTo>
                <a:lnTo>
                  <a:pt x="20" y="380"/>
                </a:lnTo>
                <a:lnTo>
                  <a:pt x="21" y="379"/>
                </a:lnTo>
                <a:lnTo>
                  <a:pt x="21" y="378"/>
                </a:lnTo>
                <a:lnTo>
                  <a:pt x="22" y="378"/>
                </a:lnTo>
                <a:lnTo>
                  <a:pt x="22" y="377"/>
                </a:lnTo>
                <a:lnTo>
                  <a:pt x="23" y="377"/>
                </a:lnTo>
                <a:lnTo>
                  <a:pt x="23" y="376"/>
                </a:lnTo>
                <a:lnTo>
                  <a:pt x="23" y="375"/>
                </a:lnTo>
                <a:lnTo>
                  <a:pt x="24" y="375"/>
                </a:lnTo>
                <a:lnTo>
                  <a:pt x="26" y="374"/>
                </a:lnTo>
                <a:lnTo>
                  <a:pt x="26" y="373"/>
                </a:lnTo>
                <a:lnTo>
                  <a:pt x="27" y="373"/>
                </a:lnTo>
                <a:lnTo>
                  <a:pt x="27" y="372"/>
                </a:lnTo>
                <a:lnTo>
                  <a:pt x="27" y="370"/>
                </a:lnTo>
                <a:lnTo>
                  <a:pt x="27" y="369"/>
                </a:lnTo>
                <a:lnTo>
                  <a:pt x="28" y="369"/>
                </a:lnTo>
                <a:lnTo>
                  <a:pt x="29" y="368"/>
                </a:lnTo>
                <a:lnTo>
                  <a:pt x="30" y="367"/>
                </a:lnTo>
                <a:lnTo>
                  <a:pt x="31" y="366"/>
                </a:lnTo>
                <a:lnTo>
                  <a:pt x="32" y="366"/>
                </a:lnTo>
                <a:lnTo>
                  <a:pt x="32" y="365"/>
                </a:lnTo>
                <a:lnTo>
                  <a:pt x="33" y="364"/>
                </a:lnTo>
                <a:lnTo>
                  <a:pt x="33" y="363"/>
                </a:lnTo>
                <a:lnTo>
                  <a:pt x="34" y="363"/>
                </a:lnTo>
                <a:lnTo>
                  <a:pt x="34" y="362"/>
                </a:lnTo>
                <a:lnTo>
                  <a:pt x="35" y="361"/>
                </a:lnTo>
                <a:lnTo>
                  <a:pt x="36" y="360"/>
                </a:lnTo>
                <a:lnTo>
                  <a:pt x="36" y="359"/>
                </a:lnTo>
                <a:lnTo>
                  <a:pt x="37" y="359"/>
                </a:lnTo>
                <a:lnTo>
                  <a:pt x="38" y="358"/>
                </a:lnTo>
                <a:lnTo>
                  <a:pt x="38" y="357"/>
                </a:lnTo>
                <a:lnTo>
                  <a:pt x="38" y="356"/>
                </a:lnTo>
                <a:lnTo>
                  <a:pt x="38" y="355"/>
                </a:lnTo>
                <a:lnTo>
                  <a:pt x="39" y="355"/>
                </a:lnTo>
                <a:lnTo>
                  <a:pt x="40" y="355"/>
                </a:lnTo>
                <a:lnTo>
                  <a:pt x="41" y="355"/>
                </a:lnTo>
                <a:lnTo>
                  <a:pt x="41" y="354"/>
                </a:lnTo>
                <a:lnTo>
                  <a:pt x="40" y="353"/>
                </a:lnTo>
                <a:lnTo>
                  <a:pt x="40" y="352"/>
                </a:lnTo>
                <a:lnTo>
                  <a:pt x="41" y="352"/>
                </a:lnTo>
                <a:lnTo>
                  <a:pt x="41" y="351"/>
                </a:lnTo>
                <a:lnTo>
                  <a:pt x="42" y="351"/>
                </a:lnTo>
                <a:lnTo>
                  <a:pt x="42" y="350"/>
                </a:lnTo>
                <a:lnTo>
                  <a:pt x="42" y="349"/>
                </a:lnTo>
                <a:lnTo>
                  <a:pt x="42" y="348"/>
                </a:lnTo>
                <a:lnTo>
                  <a:pt x="41" y="348"/>
                </a:lnTo>
                <a:lnTo>
                  <a:pt x="38" y="348"/>
                </a:lnTo>
                <a:lnTo>
                  <a:pt x="37" y="348"/>
                </a:lnTo>
                <a:lnTo>
                  <a:pt x="37" y="347"/>
                </a:lnTo>
                <a:lnTo>
                  <a:pt x="36" y="347"/>
                </a:lnTo>
                <a:lnTo>
                  <a:pt x="36" y="346"/>
                </a:lnTo>
                <a:lnTo>
                  <a:pt x="36" y="344"/>
                </a:lnTo>
                <a:lnTo>
                  <a:pt x="36" y="343"/>
                </a:lnTo>
                <a:lnTo>
                  <a:pt x="36" y="341"/>
                </a:lnTo>
                <a:lnTo>
                  <a:pt x="37" y="341"/>
                </a:lnTo>
                <a:lnTo>
                  <a:pt x="37" y="340"/>
                </a:lnTo>
                <a:lnTo>
                  <a:pt x="37" y="339"/>
                </a:lnTo>
                <a:lnTo>
                  <a:pt x="38" y="339"/>
                </a:lnTo>
                <a:lnTo>
                  <a:pt x="40" y="339"/>
                </a:lnTo>
                <a:lnTo>
                  <a:pt x="41" y="339"/>
                </a:lnTo>
                <a:lnTo>
                  <a:pt x="43" y="339"/>
                </a:lnTo>
                <a:lnTo>
                  <a:pt x="45" y="338"/>
                </a:lnTo>
                <a:lnTo>
                  <a:pt x="46" y="338"/>
                </a:lnTo>
                <a:lnTo>
                  <a:pt x="47" y="336"/>
                </a:lnTo>
                <a:lnTo>
                  <a:pt x="47" y="335"/>
                </a:lnTo>
                <a:lnTo>
                  <a:pt x="47" y="333"/>
                </a:lnTo>
                <a:lnTo>
                  <a:pt x="47" y="332"/>
                </a:lnTo>
                <a:lnTo>
                  <a:pt x="48" y="332"/>
                </a:lnTo>
                <a:lnTo>
                  <a:pt x="48" y="331"/>
                </a:lnTo>
                <a:lnTo>
                  <a:pt x="48" y="330"/>
                </a:lnTo>
                <a:lnTo>
                  <a:pt x="48" y="329"/>
                </a:lnTo>
                <a:lnTo>
                  <a:pt x="49" y="329"/>
                </a:lnTo>
                <a:lnTo>
                  <a:pt x="50" y="328"/>
                </a:lnTo>
                <a:lnTo>
                  <a:pt x="50" y="327"/>
                </a:lnTo>
                <a:lnTo>
                  <a:pt x="50" y="326"/>
                </a:lnTo>
                <a:lnTo>
                  <a:pt x="50" y="325"/>
                </a:lnTo>
                <a:lnTo>
                  <a:pt x="49" y="325"/>
                </a:lnTo>
                <a:lnTo>
                  <a:pt x="49" y="324"/>
                </a:lnTo>
                <a:lnTo>
                  <a:pt x="48" y="323"/>
                </a:lnTo>
                <a:lnTo>
                  <a:pt x="48" y="322"/>
                </a:lnTo>
                <a:lnTo>
                  <a:pt x="48" y="321"/>
                </a:lnTo>
                <a:lnTo>
                  <a:pt x="48" y="320"/>
                </a:lnTo>
                <a:lnTo>
                  <a:pt x="48" y="319"/>
                </a:lnTo>
                <a:lnTo>
                  <a:pt x="48" y="318"/>
                </a:lnTo>
                <a:lnTo>
                  <a:pt x="49" y="318"/>
                </a:lnTo>
                <a:lnTo>
                  <a:pt x="50" y="318"/>
                </a:lnTo>
                <a:lnTo>
                  <a:pt x="50" y="317"/>
                </a:lnTo>
                <a:lnTo>
                  <a:pt x="51" y="317"/>
                </a:lnTo>
                <a:lnTo>
                  <a:pt x="50" y="316"/>
                </a:lnTo>
                <a:lnTo>
                  <a:pt x="49" y="315"/>
                </a:lnTo>
                <a:lnTo>
                  <a:pt x="48" y="315"/>
                </a:lnTo>
                <a:lnTo>
                  <a:pt x="48" y="314"/>
                </a:lnTo>
                <a:lnTo>
                  <a:pt x="47" y="314"/>
                </a:lnTo>
                <a:lnTo>
                  <a:pt x="45" y="314"/>
                </a:lnTo>
                <a:lnTo>
                  <a:pt x="45" y="313"/>
                </a:lnTo>
                <a:lnTo>
                  <a:pt x="44" y="313"/>
                </a:lnTo>
                <a:lnTo>
                  <a:pt x="43" y="313"/>
                </a:lnTo>
                <a:lnTo>
                  <a:pt x="43" y="312"/>
                </a:lnTo>
                <a:lnTo>
                  <a:pt x="42" y="312"/>
                </a:lnTo>
                <a:lnTo>
                  <a:pt x="42" y="311"/>
                </a:lnTo>
                <a:lnTo>
                  <a:pt x="42" y="310"/>
                </a:lnTo>
                <a:lnTo>
                  <a:pt x="43" y="310"/>
                </a:lnTo>
                <a:lnTo>
                  <a:pt x="44" y="310"/>
                </a:lnTo>
                <a:lnTo>
                  <a:pt x="45" y="310"/>
                </a:lnTo>
                <a:lnTo>
                  <a:pt x="45" y="309"/>
                </a:lnTo>
                <a:lnTo>
                  <a:pt x="47" y="309"/>
                </a:lnTo>
                <a:lnTo>
                  <a:pt x="47" y="308"/>
                </a:lnTo>
                <a:lnTo>
                  <a:pt x="47" y="307"/>
                </a:lnTo>
                <a:lnTo>
                  <a:pt x="46" y="307"/>
                </a:lnTo>
                <a:lnTo>
                  <a:pt x="45" y="306"/>
                </a:lnTo>
                <a:lnTo>
                  <a:pt x="43" y="305"/>
                </a:lnTo>
                <a:lnTo>
                  <a:pt x="42" y="304"/>
                </a:lnTo>
                <a:lnTo>
                  <a:pt x="41" y="304"/>
                </a:lnTo>
                <a:lnTo>
                  <a:pt x="40" y="304"/>
                </a:lnTo>
                <a:lnTo>
                  <a:pt x="40" y="303"/>
                </a:lnTo>
                <a:lnTo>
                  <a:pt x="39" y="303"/>
                </a:lnTo>
                <a:lnTo>
                  <a:pt x="39" y="302"/>
                </a:lnTo>
                <a:lnTo>
                  <a:pt x="38" y="299"/>
                </a:lnTo>
                <a:lnTo>
                  <a:pt x="37" y="297"/>
                </a:lnTo>
                <a:lnTo>
                  <a:pt x="35" y="294"/>
                </a:lnTo>
                <a:lnTo>
                  <a:pt x="35" y="293"/>
                </a:lnTo>
                <a:lnTo>
                  <a:pt x="34" y="293"/>
                </a:lnTo>
                <a:lnTo>
                  <a:pt x="34" y="292"/>
                </a:lnTo>
                <a:lnTo>
                  <a:pt x="33" y="290"/>
                </a:lnTo>
                <a:lnTo>
                  <a:pt x="33" y="289"/>
                </a:lnTo>
                <a:lnTo>
                  <a:pt x="32" y="289"/>
                </a:lnTo>
                <a:lnTo>
                  <a:pt x="32" y="288"/>
                </a:lnTo>
                <a:lnTo>
                  <a:pt x="31" y="288"/>
                </a:lnTo>
                <a:lnTo>
                  <a:pt x="29" y="287"/>
                </a:lnTo>
                <a:lnTo>
                  <a:pt x="28" y="287"/>
                </a:lnTo>
                <a:lnTo>
                  <a:pt x="28" y="286"/>
                </a:lnTo>
                <a:lnTo>
                  <a:pt x="27" y="286"/>
                </a:lnTo>
                <a:lnTo>
                  <a:pt x="26" y="286"/>
                </a:lnTo>
                <a:lnTo>
                  <a:pt x="25" y="285"/>
                </a:lnTo>
                <a:lnTo>
                  <a:pt x="25" y="284"/>
                </a:lnTo>
                <a:lnTo>
                  <a:pt x="26" y="283"/>
                </a:lnTo>
                <a:lnTo>
                  <a:pt x="26" y="282"/>
                </a:lnTo>
                <a:lnTo>
                  <a:pt x="26" y="281"/>
                </a:lnTo>
                <a:lnTo>
                  <a:pt x="26" y="280"/>
                </a:lnTo>
                <a:lnTo>
                  <a:pt x="25" y="280"/>
                </a:lnTo>
                <a:lnTo>
                  <a:pt x="24" y="280"/>
                </a:lnTo>
                <a:lnTo>
                  <a:pt x="24" y="279"/>
                </a:lnTo>
                <a:lnTo>
                  <a:pt x="24" y="278"/>
                </a:lnTo>
                <a:lnTo>
                  <a:pt x="24" y="277"/>
                </a:lnTo>
                <a:lnTo>
                  <a:pt x="24" y="276"/>
                </a:lnTo>
                <a:lnTo>
                  <a:pt x="25" y="275"/>
                </a:lnTo>
                <a:lnTo>
                  <a:pt x="25" y="274"/>
                </a:lnTo>
                <a:lnTo>
                  <a:pt x="24" y="273"/>
                </a:lnTo>
                <a:lnTo>
                  <a:pt x="24" y="272"/>
                </a:lnTo>
                <a:lnTo>
                  <a:pt x="24" y="271"/>
                </a:lnTo>
                <a:lnTo>
                  <a:pt x="25" y="270"/>
                </a:lnTo>
                <a:lnTo>
                  <a:pt x="25" y="269"/>
                </a:lnTo>
                <a:lnTo>
                  <a:pt x="26" y="269"/>
                </a:lnTo>
                <a:lnTo>
                  <a:pt x="26" y="268"/>
                </a:lnTo>
                <a:lnTo>
                  <a:pt x="26" y="267"/>
                </a:lnTo>
                <a:lnTo>
                  <a:pt x="25" y="267"/>
                </a:lnTo>
                <a:lnTo>
                  <a:pt x="25" y="266"/>
                </a:lnTo>
                <a:lnTo>
                  <a:pt x="24" y="265"/>
                </a:lnTo>
                <a:lnTo>
                  <a:pt x="24" y="262"/>
                </a:lnTo>
                <a:lnTo>
                  <a:pt x="25" y="262"/>
                </a:lnTo>
                <a:lnTo>
                  <a:pt x="25" y="261"/>
                </a:lnTo>
                <a:lnTo>
                  <a:pt x="25" y="260"/>
                </a:lnTo>
                <a:lnTo>
                  <a:pt x="26" y="260"/>
                </a:lnTo>
                <a:lnTo>
                  <a:pt x="26" y="259"/>
                </a:lnTo>
                <a:lnTo>
                  <a:pt x="27" y="259"/>
                </a:lnTo>
                <a:lnTo>
                  <a:pt x="28" y="259"/>
                </a:lnTo>
                <a:lnTo>
                  <a:pt x="28" y="260"/>
                </a:lnTo>
                <a:lnTo>
                  <a:pt x="29" y="260"/>
                </a:lnTo>
                <a:lnTo>
                  <a:pt x="29" y="259"/>
                </a:lnTo>
                <a:lnTo>
                  <a:pt x="30" y="259"/>
                </a:lnTo>
                <a:lnTo>
                  <a:pt x="30" y="258"/>
                </a:lnTo>
                <a:lnTo>
                  <a:pt x="30" y="257"/>
                </a:lnTo>
                <a:lnTo>
                  <a:pt x="30" y="256"/>
                </a:lnTo>
                <a:lnTo>
                  <a:pt x="30" y="255"/>
                </a:lnTo>
                <a:lnTo>
                  <a:pt x="30" y="254"/>
                </a:lnTo>
                <a:lnTo>
                  <a:pt x="30" y="253"/>
                </a:lnTo>
                <a:lnTo>
                  <a:pt x="30" y="252"/>
                </a:lnTo>
                <a:lnTo>
                  <a:pt x="30" y="251"/>
                </a:lnTo>
                <a:lnTo>
                  <a:pt x="31" y="251"/>
                </a:lnTo>
                <a:lnTo>
                  <a:pt x="31" y="250"/>
                </a:lnTo>
                <a:lnTo>
                  <a:pt x="32" y="250"/>
                </a:lnTo>
                <a:lnTo>
                  <a:pt x="32" y="249"/>
                </a:lnTo>
                <a:lnTo>
                  <a:pt x="33" y="249"/>
                </a:lnTo>
                <a:lnTo>
                  <a:pt x="33" y="250"/>
                </a:lnTo>
                <a:lnTo>
                  <a:pt x="34" y="250"/>
                </a:lnTo>
                <a:lnTo>
                  <a:pt x="35" y="250"/>
                </a:lnTo>
                <a:lnTo>
                  <a:pt x="38" y="250"/>
                </a:lnTo>
                <a:lnTo>
                  <a:pt x="39" y="249"/>
                </a:lnTo>
                <a:lnTo>
                  <a:pt x="40" y="248"/>
                </a:lnTo>
                <a:lnTo>
                  <a:pt x="40" y="247"/>
                </a:lnTo>
                <a:lnTo>
                  <a:pt x="41" y="246"/>
                </a:lnTo>
                <a:lnTo>
                  <a:pt x="42" y="246"/>
                </a:lnTo>
                <a:lnTo>
                  <a:pt x="43" y="245"/>
                </a:lnTo>
                <a:lnTo>
                  <a:pt x="44" y="245"/>
                </a:lnTo>
                <a:lnTo>
                  <a:pt x="44" y="244"/>
                </a:lnTo>
                <a:lnTo>
                  <a:pt x="45" y="244"/>
                </a:lnTo>
                <a:lnTo>
                  <a:pt x="46" y="244"/>
                </a:lnTo>
                <a:lnTo>
                  <a:pt x="46" y="243"/>
                </a:lnTo>
                <a:lnTo>
                  <a:pt x="47" y="243"/>
                </a:lnTo>
                <a:lnTo>
                  <a:pt x="47" y="242"/>
                </a:lnTo>
                <a:lnTo>
                  <a:pt x="47" y="241"/>
                </a:lnTo>
                <a:lnTo>
                  <a:pt x="48" y="238"/>
                </a:lnTo>
                <a:lnTo>
                  <a:pt x="49" y="235"/>
                </a:lnTo>
                <a:lnTo>
                  <a:pt x="50" y="235"/>
                </a:lnTo>
                <a:lnTo>
                  <a:pt x="52" y="235"/>
                </a:lnTo>
                <a:lnTo>
                  <a:pt x="53" y="235"/>
                </a:lnTo>
                <a:lnTo>
                  <a:pt x="54" y="236"/>
                </a:lnTo>
                <a:lnTo>
                  <a:pt x="55" y="236"/>
                </a:lnTo>
                <a:lnTo>
                  <a:pt x="57" y="235"/>
                </a:lnTo>
                <a:lnTo>
                  <a:pt x="57" y="234"/>
                </a:lnTo>
                <a:lnTo>
                  <a:pt x="58" y="234"/>
                </a:lnTo>
                <a:lnTo>
                  <a:pt x="58" y="233"/>
                </a:lnTo>
                <a:lnTo>
                  <a:pt x="57" y="233"/>
                </a:lnTo>
                <a:lnTo>
                  <a:pt x="57" y="232"/>
                </a:lnTo>
                <a:lnTo>
                  <a:pt x="58" y="230"/>
                </a:lnTo>
                <a:lnTo>
                  <a:pt x="57" y="230"/>
                </a:lnTo>
                <a:lnTo>
                  <a:pt x="57" y="229"/>
                </a:lnTo>
                <a:lnTo>
                  <a:pt x="58" y="228"/>
                </a:lnTo>
                <a:lnTo>
                  <a:pt x="59" y="228"/>
                </a:lnTo>
                <a:lnTo>
                  <a:pt x="60" y="228"/>
                </a:lnTo>
                <a:lnTo>
                  <a:pt x="61" y="228"/>
                </a:lnTo>
                <a:lnTo>
                  <a:pt x="61" y="227"/>
                </a:lnTo>
                <a:lnTo>
                  <a:pt x="61" y="226"/>
                </a:lnTo>
                <a:lnTo>
                  <a:pt x="61" y="225"/>
                </a:lnTo>
                <a:lnTo>
                  <a:pt x="61" y="223"/>
                </a:lnTo>
                <a:lnTo>
                  <a:pt x="61" y="222"/>
                </a:lnTo>
                <a:lnTo>
                  <a:pt x="63" y="222"/>
                </a:lnTo>
                <a:lnTo>
                  <a:pt x="61" y="222"/>
                </a:lnTo>
                <a:lnTo>
                  <a:pt x="61" y="221"/>
                </a:lnTo>
                <a:lnTo>
                  <a:pt x="60" y="221"/>
                </a:lnTo>
                <a:lnTo>
                  <a:pt x="59" y="221"/>
                </a:lnTo>
                <a:lnTo>
                  <a:pt x="59" y="220"/>
                </a:lnTo>
                <a:lnTo>
                  <a:pt x="58" y="218"/>
                </a:lnTo>
                <a:lnTo>
                  <a:pt x="58" y="217"/>
                </a:lnTo>
                <a:lnTo>
                  <a:pt x="58" y="216"/>
                </a:lnTo>
                <a:lnTo>
                  <a:pt x="59" y="216"/>
                </a:lnTo>
                <a:lnTo>
                  <a:pt x="59" y="215"/>
                </a:lnTo>
                <a:lnTo>
                  <a:pt x="59" y="214"/>
                </a:lnTo>
                <a:lnTo>
                  <a:pt x="59" y="213"/>
                </a:lnTo>
                <a:lnTo>
                  <a:pt x="60" y="213"/>
                </a:lnTo>
                <a:lnTo>
                  <a:pt x="61" y="213"/>
                </a:lnTo>
                <a:lnTo>
                  <a:pt x="61" y="212"/>
                </a:lnTo>
                <a:lnTo>
                  <a:pt x="61" y="211"/>
                </a:lnTo>
                <a:lnTo>
                  <a:pt x="61" y="210"/>
                </a:lnTo>
                <a:lnTo>
                  <a:pt x="61" y="209"/>
                </a:lnTo>
                <a:lnTo>
                  <a:pt x="63" y="208"/>
                </a:lnTo>
                <a:lnTo>
                  <a:pt x="64" y="208"/>
                </a:lnTo>
                <a:lnTo>
                  <a:pt x="64" y="207"/>
                </a:lnTo>
                <a:lnTo>
                  <a:pt x="65" y="207"/>
                </a:lnTo>
                <a:lnTo>
                  <a:pt x="65" y="206"/>
                </a:lnTo>
                <a:lnTo>
                  <a:pt x="66" y="205"/>
                </a:lnTo>
                <a:lnTo>
                  <a:pt x="67" y="204"/>
                </a:lnTo>
                <a:lnTo>
                  <a:pt x="67" y="203"/>
                </a:lnTo>
                <a:lnTo>
                  <a:pt x="66" y="203"/>
                </a:lnTo>
                <a:lnTo>
                  <a:pt x="66" y="202"/>
                </a:lnTo>
                <a:lnTo>
                  <a:pt x="66" y="201"/>
                </a:lnTo>
                <a:lnTo>
                  <a:pt x="67" y="201"/>
                </a:lnTo>
                <a:lnTo>
                  <a:pt x="68" y="201"/>
                </a:lnTo>
                <a:lnTo>
                  <a:pt x="68" y="200"/>
                </a:lnTo>
                <a:lnTo>
                  <a:pt x="69" y="200"/>
                </a:lnTo>
                <a:lnTo>
                  <a:pt x="69" y="199"/>
                </a:lnTo>
                <a:lnTo>
                  <a:pt x="69" y="198"/>
                </a:lnTo>
                <a:lnTo>
                  <a:pt x="69" y="197"/>
                </a:lnTo>
                <a:lnTo>
                  <a:pt x="70" y="196"/>
                </a:lnTo>
                <a:lnTo>
                  <a:pt x="70" y="195"/>
                </a:lnTo>
                <a:lnTo>
                  <a:pt x="70" y="194"/>
                </a:lnTo>
                <a:lnTo>
                  <a:pt x="70" y="193"/>
                </a:lnTo>
                <a:lnTo>
                  <a:pt x="69" y="193"/>
                </a:lnTo>
                <a:lnTo>
                  <a:pt x="69" y="192"/>
                </a:lnTo>
                <a:lnTo>
                  <a:pt x="70" y="192"/>
                </a:lnTo>
                <a:lnTo>
                  <a:pt x="70" y="191"/>
                </a:lnTo>
                <a:lnTo>
                  <a:pt x="71" y="191"/>
                </a:lnTo>
                <a:lnTo>
                  <a:pt x="71" y="190"/>
                </a:lnTo>
                <a:lnTo>
                  <a:pt x="71" y="189"/>
                </a:lnTo>
                <a:lnTo>
                  <a:pt x="71" y="187"/>
                </a:lnTo>
                <a:lnTo>
                  <a:pt x="71" y="186"/>
                </a:lnTo>
                <a:lnTo>
                  <a:pt x="70" y="183"/>
                </a:lnTo>
                <a:lnTo>
                  <a:pt x="69" y="183"/>
                </a:lnTo>
                <a:lnTo>
                  <a:pt x="68" y="182"/>
                </a:lnTo>
                <a:lnTo>
                  <a:pt x="68" y="181"/>
                </a:lnTo>
                <a:lnTo>
                  <a:pt x="69" y="180"/>
                </a:lnTo>
                <a:lnTo>
                  <a:pt x="69" y="179"/>
                </a:lnTo>
                <a:lnTo>
                  <a:pt x="70" y="179"/>
                </a:lnTo>
                <a:lnTo>
                  <a:pt x="73" y="177"/>
                </a:lnTo>
                <a:lnTo>
                  <a:pt x="74" y="177"/>
                </a:lnTo>
                <a:lnTo>
                  <a:pt x="75" y="177"/>
                </a:lnTo>
                <a:lnTo>
                  <a:pt x="75" y="176"/>
                </a:lnTo>
                <a:lnTo>
                  <a:pt x="77" y="176"/>
                </a:lnTo>
                <a:lnTo>
                  <a:pt x="78" y="176"/>
                </a:lnTo>
                <a:lnTo>
                  <a:pt x="78" y="175"/>
                </a:lnTo>
                <a:lnTo>
                  <a:pt x="79" y="175"/>
                </a:lnTo>
                <a:lnTo>
                  <a:pt x="80" y="174"/>
                </a:lnTo>
                <a:lnTo>
                  <a:pt x="82" y="172"/>
                </a:lnTo>
                <a:lnTo>
                  <a:pt x="83" y="172"/>
                </a:lnTo>
                <a:lnTo>
                  <a:pt x="83" y="171"/>
                </a:lnTo>
                <a:lnTo>
                  <a:pt x="83" y="169"/>
                </a:lnTo>
                <a:lnTo>
                  <a:pt x="83" y="168"/>
                </a:lnTo>
                <a:lnTo>
                  <a:pt x="84" y="168"/>
                </a:lnTo>
                <a:lnTo>
                  <a:pt x="85" y="168"/>
                </a:lnTo>
                <a:lnTo>
                  <a:pt x="85" y="167"/>
                </a:lnTo>
                <a:lnTo>
                  <a:pt x="85" y="166"/>
                </a:lnTo>
                <a:lnTo>
                  <a:pt x="85" y="165"/>
                </a:lnTo>
                <a:lnTo>
                  <a:pt x="85" y="164"/>
                </a:lnTo>
                <a:lnTo>
                  <a:pt x="85" y="163"/>
                </a:lnTo>
                <a:lnTo>
                  <a:pt x="84" y="163"/>
                </a:lnTo>
                <a:lnTo>
                  <a:pt x="85" y="163"/>
                </a:lnTo>
                <a:lnTo>
                  <a:pt x="85" y="161"/>
                </a:lnTo>
                <a:lnTo>
                  <a:pt x="86" y="161"/>
                </a:lnTo>
                <a:lnTo>
                  <a:pt x="86" y="160"/>
                </a:lnTo>
                <a:lnTo>
                  <a:pt x="87" y="160"/>
                </a:lnTo>
                <a:lnTo>
                  <a:pt x="87" y="159"/>
                </a:lnTo>
                <a:lnTo>
                  <a:pt x="87" y="158"/>
                </a:lnTo>
                <a:lnTo>
                  <a:pt x="88" y="157"/>
                </a:lnTo>
                <a:lnTo>
                  <a:pt x="88" y="156"/>
                </a:lnTo>
                <a:lnTo>
                  <a:pt x="89" y="155"/>
                </a:lnTo>
                <a:lnTo>
                  <a:pt x="89" y="154"/>
                </a:lnTo>
                <a:lnTo>
                  <a:pt x="90" y="154"/>
                </a:lnTo>
                <a:lnTo>
                  <a:pt x="89" y="154"/>
                </a:lnTo>
                <a:lnTo>
                  <a:pt x="89" y="153"/>
                </a:lnTo>
                <a:lnTo>
                  <a:pt x="89" y="152"/>
                </a:lnTo>
                <a:lnTo>
                  <a:pt x="89" y="151"/>
                </a:lnTo>
                <a:lnTo>
                  <a:pt x="90" y="150"/>
                </a:lnTo>
                <a:lnTo>
                  <a:pt x="91" y="149"/>
                </a:lnTo>
                <a:lnTo>
                  <a:pt x="92" y="148"/>
                </a:lnTo>
                <a:lnTo>
                  <a:pt x="91" y="148"/>
                </a:lnTo>
                <a:lnTo>
                  <a:pt x="90" y="148"/>
                </a:lnTo>
                <a:lnTo>
                  <a:pt x="89" y="148"/>
                </a:lnTo>
                <a:lnTo>
                  <a:pt x="88" y="148"/>
                </a:lnTo>
                <a:lnTo>
                  <a:pt x="88" y="147"/>
                </a:lnTo>
                <a:lnTo>
                  <a:pt x="87" y="147"/>
                </a:lnTo>
                <a:lnTo>
                  <a:pt x="86" y="145"/>
                </a:lnTo>
                <a:lnTo>
                  <a:pt x="86" y="144"/>
                </a:lnTo>
                <a:lnTo>
                  <a:pt x="87" y="144"/>
                </a:lnTo>
                <a:lnTo>
                  <a:pt x="87" y="143"/>
                </a:lnTo>
                <a:lnTo>
                  <a:pt x="86" y="143"/>
                </a:lnTo>
                <a:lnTo>
                  <a:pt x="85" y="143"/>
                </a:lnTo>
                <a:lnTo>
                  <a:pt x="85" y="144"/>
                </a:lnTo>
                <a:lnTo>
                  <a:pt x="84" y="144"/>
                </a:lnTo>
                <a:lnTo>
                  <a:pt x="84" y="143"/>
                </a:lnTo>
                <a:lnTo>
                  <a:pt x="84" y="142"/>
                </a:lnTo>
                <a:lnTo>
                  <a:pt x="84" y="141"/>
                </a:lnTo>
                <a:lnTo>
                  <a:pt x="83" y="141"/>
                </a:lnTo>
                <a:lnTo>
                  <a:pt x="82" y="141"/>
                </a:lnTo>
                <a:lnTo>
                  <a:pt x="81" y="141"/>
                </a:lnTo>
                <a:lnTo>
                  <a:pt x="80" y="141"/>
                </a:lnTo>
                <a:lnTo>
                  <a:pt x="80" y="140"/>
                </a:lnTo>
                <a:lnTo>
                  <a:pt x="81" y="140"/>
                </a:lnTo>
                <a:lnTo>
                  <a:pt x="82" y="139"/>
                </a:lnTo>
                <a:lnTo>
                  <a:pt x="82" y="138"/>
                </a:lnTo>
                <a:lnTo>
                  <a:pt x="83" y="137"/>
                </a:lnTo>
                <a:lnTo>
                  <a:pt x="84" y="136"/>
                </a:lnTo>
                <a:lnTo>
                  <a:pt x="85" y="136"/>
                </a:lnTo>
                <a:lnTo>
                  <a:pt x="85" y="135"/>
                </a:lnTo>
                <a:lnTo>
                  <a:pt x="86" y="135"/>
                </a:lnTo>
                <a:lnTo>
                  <a:pt x="86" y="136"/>
                </a:lnTo>
                <a:lnTo>
                  <a:pt x="87" y="136"/>
                </a:lnTo>
                <a:lnTo>
                  <a:pt x="88" y="136"/>
                </a:lnTo>
                <a:lnTo>
                  <a:pt x="88" y="135"/>
                </a:lnTo>
                <a:lnTo>
                  <a:pt x="89" y="135"/>
                </a:lnTo>
                <a:lnTo>
                  <a:pt x="90" y="135"/>
                </a:lnTo>
                <a:lnTo>
                  <a:pt x="91" y="135"/>
                </a:lnTo>
                <a:lnTo>
                  <a:pt x="92" y="135"/>
                </a:lnTo>
                <a:lnTo>
                  <a:pt x="93" y="135"/>
                </a:lnTo>
                <a:lnTo>
                  <a:pt x="94" y="135"/>
                </a:lnTo>
                <a:lnTo>
                  <a:pt x="94" y="136"/>
                </a:lnTo>
                <a:lnTo>
                  <a:pt x="95" y="136"/>
                </a:lnTo>
                <a:lnTo>
                  <a:pt x="96" y="136"/>
                </a:lnTo>
                <a:lnTo>
                  <a:pt x="97" y="136"/>
                </a:lnTo>
                <a:lnTo>
                  <a:pt x="99" y="136"/>
                </a:lnTo>
                <a:lnTo>
                  <a:pt x="100" y="136"/>
                </a:lnTo>
                <a:lnTo>
                  <a:pt x="101" y="136"/>
                </a:lnTo>
                <a:lnTo>
                  <a:pt x="101" y="135"/>
                </a:lnTo>
                <a:lnTo>
                  <a:pt x="102" y="135"/>
                </a:lnTo>
                <a:lnTo>
                  <a:pt x="102" y="134"/>
                </a:lnTo>
                <a:lnTo>
                  <a:pt x="103" y="133"/>
                </a:lnTo>
                <a:lnTo>
                  <a:pt x="103" y="131"/>
                </a:lnTo>
                <a:lnTo>
                  <a:pt x="103" y="130"/>
                </a:lnTo>
                <a:lnTo>
                  <a:pt x="104" y="129"/>
                </a:lnTo>
                <a:lnTo>
                  <a:pt x="105" y="128"/>
                </a:lnTo>
                <a:lnTo>
                  <a:pt x="106" y="128"/>
                </a:lnTo>
                <a:lnTo>
                  <a:pt x="107" y="128"/>
                </a:lnTo>
                <a:lnTo>
                  <a:pt x="108" y="128"/>
                </a:lnTo>
                <a:lnTo>
                  <a:pt x="108" y="127"/>
                </a:lnTo>
                <a:lnTo>
                  <a:pt x="109" y="127"/>
                </a:lnTo>
                <a:lnTo>
                  <a:pt x="109" y="125"/>
                </a:lnTo>
                <a:lnTo>
                  <a:pt x="108" y="125"/>
                </a:lnTo>
                <a:lnTo>
                  <a:pt x="108" y="124"/>
                </a:lnTo>
                <a:lnTo>
                  <a:pt x="108" y="123"/>
                </a:lnTo>
                <a:lnTo>
                  <a:pt x="108" y="122"/>
                </a:lnTo>
                <a:lnTo>
                  <a:pt x="109" y="120"/>
                </a:lnTo>
                <a:lnTo>
                  <a:pt x="109" y="118"/>
                </a:lnTo>
                <a:lnTo>
                  <a:pt x="109" y="117"/>
                </a:lnTo>
                <a:lnTo>
                  <a:pt x="108" y="116"/>
                </a:lnTo>
                <a:lnTo>
                  <a:pt x="108" y="115"/>
                </a:lnTo>
                <a:lnTo>
                  <a:pt x="109" y="115"/>
                </a:lnTo>
                <a:lnTo>
                  <a:pt x="110" y="116"/>
                </a:lnTo>
                <a:lnTo>
                  <a:pt x="111" y="117"/>
                </a:lnTo>
                <a:lnTo>
                  <a:pt x="112" y="116"/>
                </a:lnTo>
                <a:lnTo>
                  <a:pt x="112" y="115"/>
                </a:lnTo>
                <a:lnTo>
                  <a:pt x="111" y="115"/>
                </a:lnTo>
                <a:lnTo>
                  <a:pt x="111" y="114"/>
                </a:lnTo>
                <a:lnTo>
                  <a:pt x="110" y="114"/>
                </a:lnTo>
                <a:lnTo>
                  <a:pt x="109" y="114"/>
                </a:lnTo>
                <a:lnTo>
                  <a:pt x="109" y="113"/>
                </a:lnTo>
                <a:lnTo>
                  <a:pt x="110" y="113"/>
                </a:lnTo>
                <a:lnTo>
                  <a:pt x="111" y="113"/>
                </a:lnTo>
                <a:lnTo>
                  <a:pt x="111" y="112"/>
                </a:lnTo>
                <a:lnTo>
                  <a:pt x="112" y="112"/>
                </a:lnTo>
                <a:lnTo>
                  <a:pt x="113" y="112"/>
                </a:lnTo>
                <a:lnTo>
                  <a:pt x="114" y="111"/>
                </a:lnTo>
                <a:lnTo>
                  <a:pt x="115" y="111"/>
                </a:lnTo>
                <a:lnTo>
                  <a:pt x="116" y="111"/>
                </a:lnTo>
                <a:lnTo>
                  <a:pt x="117" y="111"/>
                </a:lnTo>
                <a:lnTo>
                  <a:pt x="118" y="112"/>
                </a:lnTo>
                <a:lnTo>
                  <a:pt x="119" y="112"/>
                </a:lnTo>
                <a:lnTo>
                  <a:pt x="122" y="113"/>
                </a:lnTo>
                <a:lnTo>
                  <a:pt x="123" y="113"/>
                </a:lnTo>
                <a:lnTo>
                  <a:pt x="125" y="114"/>
                </a:lnTo>
                <a:lnTo>
                  <a:pt x="126" y="114"/>
                </a:lnTo>
                <a:lnTo>
                  <a:pt x="127" y="113"/>
                </a:lnTo>
                <a:lnTo>
                  <a:pt x="128" y="113"/>
                </a:lnTo>
                <a:lnTo>
                  <a:pt x="129" y="113"/>
                </a:lnTo>
                <a:lnTo>
                  <a:pt x="130" y="114"/>
                </a:lnTo>
                <a:lnTo>
                  <a:pt x="132" y="114"/>
                </a:lnTo>
                <a:lnTo>
                  <a:pt x="133" y="115"/>
                </a:lnTo>
                <a:lnTo>
                  <a:pt x="134" y="116"/>
                </a:lnTo>
                <a:lnTo>
                  <a:pt x="134" y="117"/>
                </a:lnTo>
                <a:lnTo>
                  <a:pt x="135" y="117"/>
                </a:lnTo>
                <a:lnTo>
                  <a:pt x="138" y="118"/>
                </a:lnTo>
                <a:lnTo>
                  <a:pt x="140" y="119"/>
                </a:lnTo>
                <a:lnTo>
                  <a:pt x="141" y="119"/>
                </a:lnTo>
                <a:lnTo>
                  <a:pt x="141" y="118"/>
                </a:lnTo>
                <a:lnTo>
                  <a:pt x="143" y="117"/>
                </a:lnTo>
                <a:lnTo>
                  <a:pt x="144" y="116"/>
                </a:lnTo>
                <a:lnTo>
                  <a:pt x="145" y="115"/>
                </a:lnTo>
                <a:lnTo>
                  <a:pt x="146" y="115"/>
                </a:lnTo>
                <a:lnTo>
                  <a:pt x="146" y="116"/>
                </a:lnTo>
                <a:lnTo>
                  <a:pt x="149" y="117"/>
                </a:lnTo>
                <a:lnTo>
                  <a:pt x="149" y="116"/>
                </a:lnTo>
                <a:lnTo>
                  <a:pt x="150" y="116"/>
                </a:lnTo>
                <a:lnTo>
                  <a:pt x="151" y="116"/>
                </a:lnTo>
                <a:lnTo>
                  <a:pt x="152" y="116"/>
                </a:lnTo>
                <a:lnTo>
                  <a:pt x="153" y="116"/>
                </a:lnTo>
                <a:lnTo>
                  <a:pt x="154" y="116"/>
                </a:lnTo>
                <a:lnTo>
                  <a:pt x="154" y="114"/>
                </a:lnTo>
                <a:lnTo>
                  <a:pt x="154" y="113"/>
                </a:lnTo>
                <a:lnTo>
                  <a:pt x="154" y="112"/>
                </a:lnTo>
                <a:lnTo>
                  <a:pt x="153" y="112"/>
                </a:lnTo>
                <a:lnTo>
                  <a:pt x="153" y="111"/>
                </a:lnTo>
                <a:lnTo>
                  <a:pt x="153" y="110"/>
                </a:lnTo>
                <a:lnTo>
                  <a:pt x="155" y="109"/>
                </a:lnTo>
                <a:lnTo>
                  <a:pt x="156" y="109"/>
                </a:lnTo>
                <a:lnTo>
                  <a:pt x="156" y="108"/>
                </a:lnTo>
                <a:lnTo>
                  <a:pt x="157" y="106"/>
                </a:lnTo>
                <a:lnTo>
                  <a:pt x="157" y="105"/>
                </a:lnTo>
                <a:lnTo>
                  <a:pt x="157" y="101"/>
                </a:lnTo>
                <a:lnTo>
                  <a:pt x="157" y="98"/>
                </a:lnTo>
                <a:lnTo>
                  <a:pt x="157" y="97"/>
                </a:lnTo>
                <a:lnTo>
                  <a:pt x="159" y="96"/>
                </a:lnTo>
                <a:lnTo>
                  <a:pt x="160" y="94"/>
                </a:lnTo>
                <a:lnTo>
                  <a:pt x="162" y="93"/>
                </a:lnTo>
                <a:lnTo>
                  <a:pt x="163" y="92"/>
                </a:lnTo>
                <a:lnTo>
                  <a:pt x="163" y="91"/>
                </a:lnTo>
                <a:lnTo>
                  <a:pt x="164" y="89"/>
                </a:lnTo>
                <a:lnTo>
                  <a:pt x="164" y="88"/>
                </a:lnTo>
                <a:lnTo>
                  <a:pt x="164" y="87"/>
                </a:lnTo>
                <a:lnTo>
                  <a:pt x="165" y="86"/>
                </a:lnTo>
                <a:lnTo>
                  <a:pt x="166" y="86"/>
                </a:lnTo>
                <a:lnTo>
                  <a:pt x="166" y="85"/>
                </a:lnTo>
                <a:lnTo>
                  <a:pt x="167" y="85"/>
                </a:lnTo>
                <a:lnTo>
                  <a:pt x="167" y="84"/>
                </a:lnTo>
                <a:lnTo>
                  <a:pt x="167" y="83"/>
                </a:lnTo>
                <a:lnTo>
                  <a:pt x="168" y="82"/>
                </a:lnTo>
                <a:lnTo>
                  <a:pt x="169" y="81"/>
                </a:lnTo>
                <a:lnTo>
                  <a:pt x="170" y="79"/>
                </a:lnTo>
                <a:lnTo>
                  <a:pt x="171" y="78"/>
                </a:lnTo>
                <a:lnTo>
                  <a:pt x="171" y="77"/>
                </a:lnTo>
                <a:lnTo>
                  <a:pt x="172" y="77"/>
                </a:lnTo>
                <a:lnTo>
                  <a:pt x="172" y="75"/>
                </a:lnTo>
                <a:lnTo>
                  <a:pt x="173" y="74"/>
                </a:lnTo>
                <a:lnTo>
                  <a:pt x="173" y="73"/>
                </a:lnTo>
                <a:lnTo>
                  <a:pt x="174" y="73"/>
                </a:lnTo>
                <a:lnTo>
                  <a:pt x="175" y="72"/>
                </a:lnTo>
                <a:lnTo>
                  <a:pt x="176" y="71"/>
                </a:lnTo>
                <a:lnTo>
                  <a:pt x="176" y="70"/>
                </a:lnTo>
                <a:lnTo>
                  <a:pt x="176" y="69"/>
                </a:lnTo>
                <a:lnTo>
                  <a:pt x="176" y="68"/>
                </a:lnTo>
                <a:lnTo>
                  <a:pt x="177" y="68"/>
                </a:lnTo>
                <a:lnTo>
                  <a:pt x="177" y="67"/>
                </a:lnTo>
                <a:lnTo>
                  <a:pt x="178" y="67"/>
                </a:lnTo>
                <a:lnTo>
                  <a:pt x="178" y="66"/>
                </a:lnTo>
                <a:lnTo>
                  <a:pt x="179" y="65"/>
                </a:lnTo>
                <a:lnTo>
                  <a:pt x="179" y="64"/>
                </a:lnTo>
                <a:lnTo>
                  <a:pt x="180" y="64"/>
                </a:lnTo>
                <a:lnTo>
                  <a:pt x="180" y="63"/>
                </a:lnTo>
                <a:lnTo>
                  <a:pt x="181" y="63"/>
                </a:lnTo>
                <a:lnTo>
                  <a:pt x="181" y="62"/>
                </a:lnTo>
                <a:lnTo>
                  <a:pt x="180" y="62"/>
                </a:lnTo>
                <a:lnTo>
                  <a:pt x="180" y="61"/>
                </a:lnTo>
                <a:lnTo>
                  <a:pt x="180" y="60"/>
                </a:lnTo>
                <a:lnTo>
                  <a:pt x="181" y="60"/>
                </a:lnTo>
                <a:lnTo>
                  <a:pt x="181" y="59"/>
                </a:lnTo>
                <a:lnTo>
                  <a:pt x="182" y="59"/>
                </a:lnTo>
                <a:lnTo>
                  <a:pt x="182" y="58"/>
                </a:lnTo>
                <a:lnTo>
                  <a:pt x="183" y="58"/>
                </a:lnTo>
                <a:lnTo>
                  <a:pt x="183" y="57"/>
                </a:lnTo>
                <a:lnTo>
                  <a:pt x="184" y="57"/>
                </a:lnTo>
                <a:lnTo>
                  <a:pt x="185" y="57"/>
                </a:lnTo>
                <a:lnTo>
                  <a:pt x="185" y="56"/>
                </a:lnTo>
                <a:lnTo>
                  <a:pt x="186" y="56"/>
                </a:lnTo>
                <a:lnTo>
                  <a:pt x="187" y="55"/>
                </a:lnTo>
                <a:lnTo>
                  <a:pt x="187" y="54"/>
                </a:lnTo>
                <a:lnTo>
                  <a:pt x="186" y="54"/>
                </a:lnTo>
                <a:lnTo>
                  <a:pt x="186" y="53"/>
                </a:lnTo>
                <a:lnTo>
                  <a:pt x="187" y="52"/>
                </a:lnTo>
                <a:lnTo>
                  <a:pt x="188" y="51"/>
                </a:lnTo>
                <a:lnTo>
                  <a:pt x="188" y="50"/>
                </a:lnTo>
                <a:lnTo>
                  <a:pt x="189" y="50"/>
                </a:lnTo>
                <a:lnTo>
                  <a:pt x="190" y="50"/>
                </a:lnTo>
                <a:lnTo>
                  <a:pt x="190" y="51"/>
                </a:lnTo>
                <a:lnTo>
                  <a:pt x="191" y="51"/>
                </a:lnTo>
                <a:lnTo>
                  <a:pt x="192" y="50"/>
                </a:lnTo>
                <a:lnTo>
                  <a:pt x="195" y="49"/>
                </a:lnTo>
                <a:lnTo>
                  <a:pt x="196" y="47"/>
                </a:lnTo>
                <a:lnTo>
                  <a:pt x="197" y="46"/>
                </a:lnTo>
                <a:lnTo>
                  <a:pt x="201" y="46"/>
                </a:lnTo>
                <a:lnTo>
                  <a:pt x="202" y="46"/>
                </a:lnTo>
                <a:lnTo>
                  <a:pt x="205" y="48"/>
                </a:lnTo>
                <a:lnTo>
                  <a:pt x="208" y="50"/>
                </a:lnTo>
                <a:lnTo>
                  <a:pt x="209" y="50"/>
                </a:lnTo>
                <a:lnTo>
                  <a:pt x="211" y="50"/>
                </a:lnTo>
                <a:lnTo>
                  <a:pt x="212" y="51"/>
                </a:lnTo>
                <a:lnTo>
                  <a:pt x="214" y="51"/>
                </a:lnTo>
                <a:lnTo>
                  <a:pt x="216" y="52"/>
                </a:lnTo>
                <a:lnTo>
                  <a:pt x="217" y="52"/>
                </a:lnTo>
                <a:lnTo>
                  <a:pt x="217" y="53"/>
                </a:lnTo>
                <a:lnTo>
                  <a:pt x="218" y="53"/>
                </a:lnTo>
                <a:lnTo>
                  <a:pt x="218" y="54"/>
                </a:lnTo>
                <a:lnTo>
                  <a:pt x="219" y="54"/>
                </a:lnTo>
                <a:lnTo>
                  <a:pt x="220" y="55"/>
                </a:lnTo>
                <a:lnTo>
                  <a:pt x="221" y="55"/>
                </a:lnTo>
                <a:lnTo>
                  <a:pt x="221" y="56"/>
                </a:lnTo>
                <a:lnTo>
                  <a:pt x="222" y="57"/>
                </a:lnTo>
                <a:lnTo>
                  <a:pt x="224" y="58"/>
                </a:lnTo>
                <a:lnTo>
                  <a:pt x="226" y="59"/>
                </a:lnTo>
                <a:lnTo>
                  <a:pt x="227" y="60"/>
                </a:lnTo>
                <a:lnTo>
                  <a:pt x="228" y="59"/>
                </a:lnTo>
                <a:lnTo>
                  <a:pt x="229" y="59"/>
                </a:lnTo>
                <a:lnTo>
                  <a:pt x="230" y="58"/>
                </a:lnTo>
                <a:lnTo>
                  <a:pt x="231" y="58"/>
                </a:lnTo>
                <a:lnTo>
                  <a:pt x="232" y="58"/>
                </a:lnTo>
                <a:lnTo>
                  <a:pt x="232" y="57"/>
                </a:lnTo>
                <a:lnTo>
                  <a:pt x="234" y="57"/>
                </a:lnTo>
                <a:lnTo>
                  <a:pt x="236" y="56"/>
                </a:lnTo>
                <a:lnTo>
                  <a:pt x="237" y="56"/>
                </a:lnTo>
                <a:lnTo>
                  <a:pt x="237" y="55"/>
                </a:lnTo>
                <a:lnTo>
                  <a:pt x="237" y="54"/>
                </a:lnTo>
                <a:lnTo>
                  <a:pt x="238" y="54"/>
                </a:lnTo>
                <a:lnTo>
                  <a:pt x="238" y="53"/>
                </a:lnTo>
                <a:lnTo>
                  <a:pt x="238" y="52"/>
                </a:lnTo>
                <a:lnTo>
                  <a:pt x="238" y="51"/>
                </a:lnTo>
                <a:lnTo>
                  <a:pt x="239" y="51"/>
                </a:lnTo>
                <a:lnTo>
                  <a:pt x="239" y="50"/>
                </a:lnTo>
                <a:lnTo>
                  <a:pt x="239" y="49"/>
                </a:lnTo>
                <a:lnTo>
                  <a:pt x="239" y="48"/>
                </a:lnTo>
                <a:lnTo>
                  <a:pt x="240" y="48"/>
                </a:lnTo>
                <a:lnTo>
                  <a:pt x="240" y="47"/>
                </a:lnTo>
                <a:lnTo>
                  <a:pt x="240" y="46"/>
                </a:lnTo>
                <a:lnTo>
                  <a:pt x="241" y="46"/>
                </a:lnTo>
                <a:lnTo>
                  <a:pt x="241" y="45"/>
                </a:lnTo>
                <a:lnTo>
                  <a:pt x="241" y="44"/>
                </a:lnTo>
                <a:lnTo>
                  <a:pt x="241" y="43"/>
                </a:lnTo>
                <a:lnTo>
                  <a:pt x="242" y="42"/>
                </a:lnTo>
                <a:lnTo>
                  <a:pt x="243" y="42"/>
                </a:lnTo>
                <a:lnTo>
                  <a:pt x="244" y="42"/>
                </a:lnTo>
                <a:lnTo>
                  <a:pt x="245" y="41"/>
                </a:lnTo>
                <a:lnTo>
                  <a:pt x="246" y="41"/>
                </a:lnTo>
                <a:lnTo>
                  <a:pt x="247" y="41"/>
                </a:lnTo>
                <a:lnTo>
                  <a:pt x="248" y="40"/>
                </a:lnTo>
                <a:lnTo>
                  <a:pt x="249" y="40"/>
                </a:lnTo>
                <a:lnTo>
                  <a:pt x="250" y="40"/>
                </a:lnTo>
                <a:lnTo>
                  <a:pt x="251" y="40"/>
                </a:lnTo>
                <a:lnTo>
                  <a:pt x="251" y="39"/>
                </a:lnTo>
                <a:lnTo>
                  <a:pt x="252" y="39"/>
                </a:lnTo>
                <a:lnTo>
                  <a:pt x="253" y="39"/>
                </a:lnTo>
                <a:lnTo>
                  <a:pt x="255" y="39"/>
                </a:lnTo>
                <a:lnTo>
                  <a:pt x="256" y="39"/>
                </a:lnTo>
                <a:lnTo>
                  <a:pt x="257" y="39"/>
                </a:lnTo>
                <a:lnTo>
                  <a:pt x="258" y="38"/>
                </a:lnTo>
                <a:lnTo>
                  <a:pt x="260" y="38"/>
                </a:lnTo>
                <a:lnTo>
                  <a:pt x="261" y="38"/>
                </a:lnTo>
                <a:lnTo>
                  <a:pt x="262" y="38"/>
                </a:lnTo>
                <a:lnTo>
                  <a:pt x="262" y="37"/>
                </a:lnTo>
                <a:lnTo>
                  <a:pt x="263" y="37"/>
                </a:lnTo>
                <a:lnTo>
                  <a:pt x="264" y="37"/>
                </a:lnTo>
                <a:lnTo>
                  <a:pt x="265" y="36"/>
                </a:lnTo>
                <a:lnTo>
                  <a:pt x="266" y="36"/>
                </a:lnTo>
                <a:lnTo>
                  <a:pt x="267" y="36"/>
                </a:lnTo>
                <a:lnTo>
                  <a:pt x="268" y="36"/>
                </a:lnTo>
                <a:lnTo>
                  <a:pt x="269" y="36"/>
                </a:lnTo>
                <a:lnTo>
                  <a:pt x="270" y="35"/>
                </a:lnTo>
                <a:lnTo>
                  <a:pt x="271" y="35"/>
                </a:lnTo>
                <a:lnTo>
                  <a:pt x="272" y="35"/>
                </a:lnTo>
                <a:lnTo>
                  <a:pt x="272" y="34"/>
                </a:lnTo>
                <a:lnTo>
                  <a:pt x="273" y="34"/>
                </a:lnTo>
                <a:lnTo>
                  <a:pt x="273" y="35"/>
                </a:lnTo>
                <a:lnTo>
                  <a:pt x="274" y="36"/>
                </a:lnTo>
                <a:lnTo>
                  <a:pt x="275" y="36"/>
                </a:lnTo>
                <a:lnTo>
                  <a:pt x="275" y="37"/>
                </a:lnTo>
                <a:lnTo>
                  <a:pt x="276" y="38"/>
                </a:lnTo>
                <a:lnTo>
                  <a:pt x="276" y="39"/>
                </a:lnTo>
                <a:lnTo>
                  <a:pt x="276" y="40"/>
                </a:lnTo>
                <a:lnTo>
                  <a:pt x="277" y="41"/>
                </a:lnTo>
                <a:lnTo>
                  <a:pt x="277" y="42"/>
                </a:lnTo>
                <a:lnTo>
                  <a:pt x="278" y="43"/>
                </a:lnTo>
                <a:lnTo>
                  <a:pt x="278" y="44"/>
                </a:lnTo>
                <a:lnTo>
                  <a:pt x="279" y="44"/>
                </a:lnTo>
                <a:lnTo>
                  <a:pt x="280" y="44"/>
                </a:lnTo>
                <a:lnTo>
                  <a:pt x="281" y="44"/>
                </a:lnTo>
                <a:lnTo>
                  <a:pt x="282" y="44"/>
                </a:lnTo>
                <a:lnTo>
                  <a:pt x="283" y="44"/>
                </a:lnTo>
                <a:lnTo>
                  <a:pt x="285" y="44"/>
                </a:lnTo>
                <a:lnTo>
                  <a:pt x="286" y="44"/>
                </a:lnTo>
                <a:lnTo>
                  <a:pt x="287" y="44"/>
                </a:lnTo>
                <a:lnTo>
                  <a:pt x="288" y="44"/>
                </a:lnTo>
                <a:lnTo>
                  <a:pt x="289" y="43"/>
                </a:lnTo>
                <a:lnTo>
                  <a:pt x="290" y="43"/>
                </a:lnTo>
                <a:lnTo>
                  <a:pt x="291" y="43"/>
                </a:lnTo>
                <a:lnTo>
                  <a:pt x="292" y="43"/>
                </a:lnTo>
                <a:lnTo>
                  <a:pt x="293" y="43"/>
                </a:lnTo>
                <a:lnTo>
                  <a:pt x="294" y="43"/>
                </a:lnTo>
                <a:lnTo>
                  <a:pt x="295" y="42"/>
                </a:lnTo>
                <a:lnTo>
                  <a:pt x="296" y="42"/>
                </a:lnTo>
                <a:lnTo>
                  <a:pt x="297" y="42"/>
                </a:lnTo>
                <a:lnTo>
                  <a:pt x="298" y="42"/>
                </a:lnTo>
                <a:lnTo>
                  <a:pt x="299" y="42"/>
                </a:lnTo>
                <a:lnTo>
                  <a:pt x="300" y="42"/>
                </a:lnTo>
                <a:lnTo>
                  <a:pt x="300" y="41"/>
                </a:lnTo>
                <a:lnTo>
                  <a:pt x="301" y="41"/>
                </a:lnTo>
                <a:lnTo>
                  <a:pt x="302" y="41"/>
                </a:lnTo>
                <a:lnTo>
                  <a:pt x="302" y="40"/>
                </a:lnTo>
                <a:lnTo>
                  <a:pt x="302" y="39"/>
                </a:lnTo>
                <a:lnTo>
                  <a:pt x="303" y="39"/>
                </a:lnTo>
                <a:lnTo>
                  <a:pt x="303" y="38"/>
                </a:lnTo>
                <a:lnTo>
                  <a:pt x="304" y="38"/>
                </a:lnTo>
                <a:lnTo>
                  <a:pt x="304" y="37"/>
                </a:lnTo>
                <a:lnTo>
                  <a:pt x="305" y="37"/>
                </a:lnTo>
                <a:lnTo>
                  <a:pt x="306" y="37"/>
                </a:lnTo>
                <a:lnTo>
                  <a:pt x="306" y="36"/>
                </a:lnTo>
                <a:lnTo>
                  <a:pt x="307" y="36"/>
                </a:lnTo>
                <a:lnTo>
                  <a:pt x="307" y="35"/>
                </a:lnTo>
                <a:lnTo>
                  <a:pt x="308" y="35"/>
                </a:lnTo>
                <a:lnTo>
                  <a:pt x="309" y="34"/>
                </a:lnTo>
                <a:lnTo>
                  <a:pt x="310" y="34"/>
                </a:lnTo>
                <a:lnTo>
                  <a:pt x="310" y="33"/>
                </a:lnTo>
                <a:lnTo>
                  <a:pt x="311" y="32"/>
                </a:lnTo>
                <a:lnTo>
                  <a:pt x="311" y="31"/>
                </a:lnTo>
                <a:lnTo>
                  <a:pt x="312" y="31"/>
                </a:lnTo>
                <a:lnTo>
                  <a:pt x="313" y="30"/>
                </a:lnTo>
                <a:lnTo>
                  <a:pt x="315" y="30"/>
                </a:lnTo>
                <a:lnTo>
                  <a:pt x="316" y="29"/>
                </a:lnTo>
                <a:lnTo>
                  <a:pt x="317" y="29"/>
                </a:lnTo>
                <a:lnTo>
                  <a:pt x="318" y="29"/>
                </a:lnTo>
                <a:lnTo>
                  <a:pt x="318" y="28"/>
                </a:lnTo>
                <a:lnTo>
                  <a:pt x="319" y="28"/>
                </a:lnTo>
                <a:lnTo>
                  <a:pt x="319" y="27"/>
                </a:lnTo>
                <a:lnTo>
                  <a:pt x="320" y="27"/>
                </a:lnTo>
                <a:lnTo>
                  <a:pt x="320" y="26"/>
                </a:lnTo>
                <a:lnTo>
                  <a:pt x="321" y="26"/>
                </a:lnTo>
                <a:lnTo>
                  <a:pt x="321" y="25"/>
                </a:lnTo>
                <a:lnTo>
                  <a:pt x="321" y="24"/>
                </a:lnTo>
                <a:lnTo>
                  <a:pt x="322" y="23"/>
                </a:lnTo>
                <a:lnTo>
                  <a:pt x="322" y="24"/>
                </a:lnTo>
                <a:lnTo>
                  <a:pt x="323" y="24"/>
                </a:lnTo>
                <a:lnTo>
                  <a:pt x="323" y="25"/>
                </a:lnTo>
                <a:lnTo>
                  <a:pt x="324" y="25"/>
                </a:lnTo>
                <a:lnTo>
                  <a:pt x="325" y="26"/>
                </a:lnTo>
                <a:lnTo>
                  <a:pt x="325" y="27"/>
                </a:lnTo>
                <a:lnTo>
                  <a:pt x="326" y="27"/>
                </a:lnTo>
                <a:lnTo>
                  <a:pt x="326" y="28"/>
                </a:lnTo>
                <a:lnTo>
                  <a:pt x="327" y="29"/>
                </a:lnTo>
                <a:lnTo>
                  <a:pt x="328" y="29"/>
                </a:lnTo>
                <a:lnTo>
                  <a:pt x="328" y="30"/>
                </a:lnTo>
                <a:lnTo>
                  <a:pt x="328" y="31"/>
                </a:lnTo>
                <a:lnTo>
                  <a:pt x="329" y="30"/>
                </a:lnTo>
                <a:lnTo>
                  <a:pt x="331" y="29"/>
                </a:lnTo>
                <a:lnTo>
                  <a:pt x="331" y="28"/>
                </a:lnTo>
                <a:lnTo>
                  <a:pt x="332" y="27"/>
                </a:lnTo>
                <a:lnTo>
                  <a:pt x="333" y="26"/>
                </a:lnTo>
                <a:lnTo>
                  <a:pt x="334" y="26"/>
                </a:lnTo>
                <a:lnTo>
                  <a:pt x="335" y="25"/>
                </a:lnTo>
                <a:lnTo>
                  <a:pt x="335" y="24"/>
                </a:lnTo>
                <a:lnTo>
                  <a:pt x="336" y="24"/>
                </a:lnTo>
                <a:lnTo>
                  <a:pt x="336" y="23"/>
                </a:lnTo>
                <a:lnTo>
                  <a:pt x="337" y="23"/>
                </a:lnTo>
                <a:lnTo>
                  <a:pt x="338" y="23"/>
                </a:lnTo>
                <a:lnTo>
                  <a:pt x="339" y="23"/>
                </a:lnTo>
                <a:lnTo>
                  <a:pt x="340" y="23"/>
                </a:lnTo>
                <a:lnTo>
                  <a:pt x="341" y="23"/>
                </a:lnTo>
                <a:lnTo>
                  <a:pt x="342" y="23"/>
                </a:lnTo>
                <a:lnTo>
                  <a:pt x="343" y="23"/>
                </a:lnTo>
                <a:lnTo>
                  <a:pt x="345" y="22"/>
                </a:lnTo>
                <a:lnTo>
                  <a:pt x="347" y="21"/>
                </a:lnTo>
                <a:lnTo>
                  <a:pt x="348" y="20"/>
                </a:lnTo>
                <a:lnTo>
                  <a:pt x="348" y="19"/>
                </a:lnTo>
                <a:lnTo>
                  <a:pt x="347" y="19"/>
                </a:lnTo>
                <a:lnTo>
                  <a:pt x="347" y="18"/>
                </a:lnTo>
                <a:lnTo>
                  <a:pt x="347" y="17"/>
                </a:lnTo>
                <a:lnTo>
                  <a:pt x="346" y="17"/>
                </a:lnTo>
                <a:lnTo>
                  <a:pt x="346" y="16"/>
                </a:lnTo>
                <a:lnTo>
                  <a:pt x="345" y="16"/>
                </a:lnTo>
                <a:lnTo>
                  <a:pt x="345" y="15"/>
                </a:lnTo>
                <a:lnTo>
                  <a:pt x="344" y="15"/>
                </a:lnTo>
                <a:lnTo>
                  <a:pt x="344" y="14"/>
                </a:lnTo>
                <a:lnTo>
                  <a:pt x="345" y="12"/>
                </a:lnTo>
                <a:lnTo>
                  <a:pt x="346" y="12"/>
                </a:lnTo>
                <a:lnTo>
                  <a:pt x="346" y="11"/>
                </a:lnTo>
                <a:lnTo>
                  <a:pt x="346" y="9"/>
                </a:lnTo>
                <a:lnTo>
                  <a:pt x="346" y="8"/>
                </a:lnTo>
                <a:lnTo>
                  <a:pt x="346" y="7"/>
                </a:lnTo>
                <a:lnTo>
                  <a:pt x="346" y="6"/>
                </a:lnTo>
                <a:lnTo>
                  <a:pt x="346" y="5"/>
                </a:lnTo>
                <a:lnTo>
                  <a:pt x="346" y="3"/>
                </a:lnTo>
                <a:lnTo>
                  <a:pt x="346" y="2"/>
                </a:lnTo>
                <a:lnTo>
                  <a:pt x="347" y="2"/>
                </a:lnTo>
                <a:lnTo>
                  <a:pt x="348" y="1"/>
                </a:lnTo>
                <a:lnTo>
                  <a:pt x="349" y="1"/>
                </a:lnTo>
                <a:lnTo>
                  <a:pt x="350" y="1"/>
                </a:lnTo>
                <a:lnTo>
                  <a:pt x="351" y="1"/>
                </a:lnTo>
                <a:lnTo>
                  <a:pt x="352" y="0"/>
                </a:lnTo>
                <a:lnTo>
                  <a:pt x="35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11" name=""/>
          <p:cNvSpPr/>
          <p:nvPr/>
        </p:nvSpPr>
        <p:spPr>
          <a:xfrm>
            <a:off x="6222960" y="3171240"/>
            <a:ext cx="937800" cy="587160"/>
          </a:xfrm>
          <a:custGeom>
            <a:avLst/>
            <a:gdLst/>
            <a:ahLst/>
            <a:rect l="0" t="0" r="r" b="b"/>
            <a:pathLst>
              <a:path w="2605" h="1631">
                <a:moveTo>
                  <a:pt x="2192" y="1"/>
                </a:moveTo>
                <a:lnTo>
                  <a:pt x="2193" y="2"/>
                </a:lnTo>
                <a:lnTo>
                  <a:pt x="2194" y="2"/>
                </a:lnTo>
                <a:lnTo>
                  <a:pt x="2195" y="2"/>
                </a:lnTo>
                <a:lnTo>
                  <a:pt x="2196" y="3"/>
                </a:lnTo>
                <a:lnTo>
                  <a:pt x="2196" y="4"/>
                </a:lnTo>
                <a:lnTo>
                  <a:pt x="2196" y="5"/>
                </a:lnTo>
                <a:lnTo>
                  <a:pt x="2197" y="5"/>
                </a:lnTo>
                <a:lnTo>
                  <a:pt x="2198" y="4"/>
                </a:lnTo>
                <a:lnTo>
                  <a:pt x="2199" y="4"/>
                </a:lnTo>
                <a:lnTo>
                  <a:pt x="2199" y="5"/>
                </a:lnTo>
                <a:lnTo>
                  <a:pt x="2199" y="6"/>
                </a:lnTo>
                <a:lnTo>
                  <a:pt x="2200" y="6"/>
                </a:lnTo>
                <a:lnTo>
                  <a:pt x="2201" y="6"/>
                </a:lnTo>
                <a:lnTo>
                  <a:pt x="2201" y="7"/>
                </a:lnTo>
                <a:lnTo>
                  <a:pt x="2202" y="8"/>
                </a:lnTo>
                <a:lnTo>
                  <a:pt x="2203" y="8"/>
                </a:lnTo>
                <a:lnTo>
                  <a:pt x="2204" y="8"/>
                </a:lnTo>
                <a:lnTo>
                  <a:pt x="2205" y="8"/>
                </a:lnTo>
                <a:lnTo>
                  <a:pt x="2206" y="9"/>
                </a:lnTo>
                <a:lnTo>
                  <a:pt x="2207" y="10"/>
                </a:lnTo>
                <a:lnTo>
                  <a:pt x="2208" y="10"/>
                </a:lnTo>
                <a:lnTo>
                  <a:pt x="2208" y="11"/>
                </a:lnTo>
                <a:lnTo>
                  <a:pt x="2208" y="12"/>
                </a:lnTo>
                <a:lnTo>
                  <a:pt x="2208" y="13"/>
                </a:lnTo>
                <a:lnTo>
                  <a:pt x="2207" y="13"/>
                </a:lnTo>
                <a:lnTo>
                  <a:pt x="2207" y="14"/>
                </a:lnTo>
                <a:lnTo>
                  <a:pt x="2208" y="14"/>
                </a:lnTo>
                <a:lnTo>
                  <a:pt x="2207" y="15"/>
                </a:lnTo>
                <a:lnTo>
                  <a:pt x="2206" y="15"/>
                </a:lnTo>
                <a:lnTo>
                  <a:pt x="2206" y="16"/>
                </a:lnTo>
                <a:lnTo>
                  <a:pt x="2206" y="17"/>
                </a:lnTo>
                <a:lnTo>
                  <a:pt x="2207" y="17"/>
                </a:lnTo>
                <a:lnTo>
                  <a:pt x="2208" y="18"/>
                </a:lnTo>
                <a:lnTo>
                  <a:pt x="2209" y="18"/>
                </a:lnTo>
                <a:lnTo>
                  <a:pt x="2210" y="18"/>
                </a:lnTo>
                <a:lnTo>
                  <a:pt x="2210" y="19"/>
                </a:lnTo>
                <a:lnTo>
                  <a:pt x="2211" y="19"/>
                </a:lnTo>
                <a:lnTo>
                  <a:pt x="2211" y="20"/>
                </a:lnTo>
                <a:lnTo>
                  <a:pt x="2212" y="20"/>
                </a:lnTo>
                <a:lnTo>
                  <a:pt x="2213" y="20"/>
                </a:lnTo>
                <a:lnTo>
                  <a:pt x="2214" y="19"/>
                </a:lnTo>
                <a:lnTo>
                  <a:pt x="2215" y="20"/>
                </a:lnTo>
                <a:lnTo>
                  <a:pt x="2215" y="21"/>
                </a:lnTo>
                <a:lnTo>
                  <a:pt x="2216" y="22"/>
                </a:lnTo>
                <a:lnTo>
                  <a:pt x="2217" y="22"/>
                </a:lnTo>
                <a:lnTo>
                  <a:pt x="2217" y="23"/>
                </a:lnTo>
                <a:lnTo>
                  <a:pt x="2217" y="22"/>
                </a:lnTo>
                <a:lnTo>
                  <a:pt x="2217" y="23"/>
                </a:lnTo>
                <a:lnTo>
                  <a:pt x="2217" y="24"/>
                </a:lnTo>
                <a:lnTo>
                  <a:pt x="2218" y="24"/>
                </a:lnTo>
                <a:lnTo>
                  <a:pt x="2217" y="24"/>
                </a:lnTo>
                <a:lnTo>
                  <a:pt x="2217" y="25"/>
                </a:lnTo>
                <a:lnTo>
                  <a:pt x="2216" y="25"/>
                </a:lnTo>
                <a:lnTo>
                  <a:pt x="2216" y="26"/>
                </a:lnTo>
                <a:lnTo>
                  <a:pt x="2217" y="26"/>
                </a:lnTo>
                <a:lnTo>
                  <a:pt x="2218" y="26"/>
                </a:lnTo>
                <a:lnTo>
                  <a:pt x="2218" y="27"/>
                </a:lnTo>
                <a:lnTo>
                  <a:pt x="2219" y="27"/>
                </a:lnTo>
                <a:lnTo>
                  <a:pt x="2220" y="27"/>
                </a:lnTo>
                <a:lnTo>
                  <a:pt x="2220" y="28"/>
                </a:lnTo>
                <a:lnTo>
                  <a:pt x="2221" y="28"/>
                </a:lnTo>
                <a:lnTo>
                  <a:pt x="2220" y="29"/>
                </a:lnTo>
                <a:lnTo>
                  <a:pt x="2219" y="29"/>
                </a:lnTo>
                <a:lnTo>
                  <a:pt x="2219" y="30"/>
                </a:lnTo>
                <a:lnTo>
                  <a:pt x="2219" y="31"/>
                </a:lnTo>
                <a:lnTo>
                  <a:pt x="2218" y="31"/>
                </a:lnTo>
                <a:lnTo>
                  <a:pt x="2218" y="32"/>
                </a:lnTo>
                <a:lnTo>
                  <a:pt x="2218" y="33"/>
                </a:lnTo>
                <a:lnTo>
                  <a:pt x="2217" y="33"/>
                </a:lnTo>
                <a:lnTo>
                  <a:pt x="2216" y="33"/>
                </a:lnTo>
                <a:lnTo>
                  <a:pt x="2216" y="34"/>
                </a:lnTo>
                <a:lnTo>
                  <a:pt x="2215" y="34"/>
                </a:lnTo>
                <a:lnTo>
                  <a:pt x="2214" y="34"/>
                </a:lnTo>
                <a:lnTo>
                  <a:pt x="2214" y="35"/>
                </a:lnTo>
                <a:lnTo>
                  <a:pt x="2213" y="35"/>
                </a:lnTo>
                <a:lnTo>
                  <a:pt x="2212" y="35"/>
                </a:lnTo>
                <a:lnTo>
                  <a:pt x="2211" y="35"/>
                </a:lnTo>
                <a:lnTo>
                  <a:pt x="2211" y="36"/>
                </a:lnTo>
                <a:lnTo>
                  <a:pt x="2210" y="36"/>
                </a:lnTo>
                <a:lnTo>
                  <a:pt x="2210" y="37"/>
                </a:lnTo>
                <a:lnTo>
                  <a:pt x="2210" y="38"/>
                </a:lnTo>
                <a:lnTo>
                  <a:pt x="2209" y="38"/>
                </a:lnTo>
                <a:lnTo>
                  <a:pt x="2209" y="39"/>
                </a:lnTo>
                <a:lnTo>
                  <a:pt x="2208" y="39"/>
                </a:lnTo>
                <a:lnTo>
                  <a:pt x="2208" y="40"/>
                </a:lnTo>
                <a:lnTo>
                  <a:pt x="2208" y="41"/>
                </a:lnTo>
                <a:lnTo>
                  <a:pt x="2208" y="42"/>
                </a:lnTo>
                <a:lnTo>
                  <a:pt x="2207" y="43"/>
                </a:lnTo>
                <a:lnTo>
                  <a:pt x="2207" y="44"/>
                </a:lnTo>
                <a:lnTo>
                  <a:pt x="2206" y="44"/>
                </a:lnTo>
                <a:lnTo>
                  <a:pt x="2205" y="44"/>
                </a:lnTo>
                <a:lnTo>
                  <a:pt x="2204" y="45"/>
                </a:lnTo>
                <a:lnTo>
                  <a:pt x="2204" y="46"/>
                </a:lnTo>
                <a:lnTo>
                  <a:pt x="2203" y="46"/>
                </a:lnTo>
                <a:lnTo>
                  <a:pt x="2202" y="46"/>
                </a:lnTo>
                <a:lnTo>
                  <a:pt x="2202" y="47"/>
                </a:lnTo>
                <a:lnTo>
                  <a:pt x="2201" y="47"/>
                </a:lnTo>
                <a:lnTo>
                  <a:pt x="2201" y="48"/>
                </a:lnTo>
                <a:lnTo>
                  <a:pt x="2202" y="48"/>
                </a:lnTo>
                <a:lnTo>
                  <a:pt x="2202" y="49"/>
                </a:lnTo>
                <a:lnTo>
                  <a:pt x="2203" y="50"/>
                </a:lnTo>
                <a:lnTo>
                  <a:pt x="2202" y="50"/>
                </a:lnTo>
                <a:lnTo>
                  <a:pt x="2202" y="51"/>
                </a:lnTo>
                <a:lnTo>
                  <a:pt x="2201" y="51"/>
                </a:lnTo>
                <a:lnTo>
                  <a:pt x="2201" y="52"/>
                </a:lnTo>
                <a:lnTo>
                  <a:pt x="2200" y="52"/>
                </a:lnTo>
                <a:lnTo>
                  <a:pt x="2200" y="53"/>
                </a:lnTo>
                <a:lnTo>
                  <a:pt x="2199" y="53"/>
                </a:lnTo>
                <a:lnTo>
                  <a:pt x="2199" y="54"/>
                </a:lnTo>
                <a:lnTo>
                  <a:pt x="2198" y="54"/>
                </a:lnTo>
                <a:lnTo>
                  <a:pt x="2197" y="54"/>
                </a:lnTo>
                <a:lnTo>
                  <a:pt x="2195" y="55"/>
                </a:lnTo>
                <a:lnTo>
                  <a:pt x="2195" y="56"/>
                </a:lnTo>
                <a:lnTo>
                  <a:pt x="2194" y="56"/>
                </a:lnTo>
                <a:lnTo>
                  <a:pt x="2194" y="57"/>
                </a:lnTo>
                <a:lnTo>
                  <a:pt x="2193" y="57"/>
                </a:lnTo>
                <a:lnTo>
                  <a:pt x="2193" y="58"/>
                </a:lnTo>
                <a:lnTo>
                  <a:pt x="2192" y="58"/>
                </a:lnTo>
                <a:lnTo>
                  <a:pt x="2190" y="58"/>
                </a:lnTo>
                <a:lnTo>
                  <a:pt x="2190" y="59"/>
                </a:lnTo>
                <a:lnTo>
                  <a:pt x="2189" y="59"/>
                </a:lnTo>
                <a:lnTo>
                  <a:pt x="2188" y="60"/>
                </a:lnTo>
                <a:lnTo>
                  <a:pt x="2188" y="61"/>
                </a:lnTo>
                <a:lnTo>
                  <a:pt x="2188" y="62"/>
                </a:lnTo>
                <a:lnTo>
                  <a:pt x="2187" y="63"/>
                </a:lnTo>
                <a:lnTo>
                  <a:pt x="2186" y="63"/>
                </a:lnTo>
                <a:lnTo>
                  <a:pt x="2184" y="65"/>
                </a:lnTo>
                <a:lnTo>
                  <a:pt x="2183" y="65"/>
                </a:lnTo>
                <a:lnTo>
                  <a:pt x="2183" y="66"/>
                </a:lnTo>
                <a:lnTo>
                  <a:pt x="2182" y="66"/>
                </a:lnTo>
                <a:lnTo>
                  <a:pt x="2181" y="66"/>
                </a:lnTo>
                <a:lnTo>
                  <a:pt x="2181" y="67"/>
                </a:lnTo>
                <a:lnTo>
                  <a:pt x="2180" y="67"/>
                </a:lnTo>
                <a:lnTo>
                  <a:pt x="2179" y="67"/>
                </a:lnTo>
                <a:lnTo>
                  <a:pt x="2178" y="67"/>
                </a:lnTo>
                <a:lnTo>
                  <a:pt x="2177" y="68"/>
                </a:lnTo>
                <a:lnTo>
                  <a:pt x="2176" y="68"/>
                </a:lnTo>
                <a:lnTo>
                  <a:pt x="2175" y="68"/>
                </a:lnTo>
                <a:lnTo>
                  <a:pt x="2174" y="68"/>
                </a:lnTo>
                <a:lnTo>
                  <a:pt x="2174" y="69"/>
                </a:lnTo>
                <a:lnTo>
                  <a:pt x="2175" y="69"/>
                </a:lnTo>
                <a:lnTo>
                  <a:pt x="2174" y="69"/>
                </a:lnTo>
                <a:lnTo>
                  <a:pt x="2173" y="69"/>
                </a:lnTo>
                <a:lnTo>
                  <a:pt x="2173" y="70"/>
                </a:lnTo>
                <a:lnTo>
                  <a:pt x="2173" y="71"/>
                </a:lnTo>
                <a:lnTo>
                  <a:pt x="2172" y="71"/>
                </a:lnTo>
                <a:lnTo>
                  <a:pt x="2171" y="72"/>
                </a:lnTo>
                <a:lnTo>
                  <a:pt x="2170" y="72"/>
                </a:lnTo>
                <a:lnTo>
                  <a:pt x="2169" y="72"/>
                </a:lnTo>
                <a:lnTo>
                  <a:pt x="2169" y="73"/>
                </a:lnTo>
                <a:lnTo>
                  <a:pt x="2168" y="73"/>
                </a:lnTo>
                <a:lnTo>
                  <a:pt x="2168" y="74"/>
                </a:lnTo>
                <a:lnTo>
                  <a:pt x="2167" y="74"/>
                </a:lnTo>
                <a:lnTo>
                  <a:pt x="2166" y="74"/>
                </a:lnTo>
                <a:lnTo>
                  <a:pt x="2166" y="75"/>
                </a:lnTo>
                <a:lnTo>
                  <a:pt x="2165" y="75"/>
                </a:lnTo>
                <a:lnTo>
                  <a:pt x="2164" y="76"/>
                </a:lnTo>
                <a:lnTo>
                  <a:pt x="2164" y="77"/>
                </a:lnTo>
                <a:lnTo>
                  <a:pt x="2165" y="77"/>
                </a:lnTo>
                <a:lnTo>
                  <a:pt x="2166" y="78"/>
                </a:lnTo>
                <a:lnTo>
                  <a:pt x="2167" y="78"/>
                </a:lnTo>
                <a:lnTo>
                  <a:pt x="2168" y="78"/>
                </a:lnTo>
                <a:lnTo>
                  <a:pt x="2169" y="78"/>
                </a:lnTo>
                <a:lnTo>
                  <a:pt x="2169" y="77"/>
                </a:lnTo>
                <a:lnTo>
                  <a:pt x="2170" y="77"/>
                </a:lnTo>
                <a:lnTo>
                  <a:pt x="2171" y="77"/>
                </a:lnTo>
                <a:lnTo>
                  <a:pt x="2172" y="77"/>
                </a:lnTo>
                <a:lnTo>
                  <a:pt x="2174" y="78"/>
                </a:lnTo>
                <a:lnTo>
                  <a:pt x="2176" y="78"/>
                </a:lnTo>
                <a:lnTo>
                  <a:pt x="2176" y="79"/>
                </a:lnTo>
                <a:lnTo>
                  <a:pt x="2176" y="80"/>
                </a:lnTo>
                <a:lnTo>
                  <a:pt x="2177" y="81"/>
                </a:lnTo>
                <a:lnTo>
                  <a:pt x="2178" y="81"/>
                </a:lnTo>
                <a:lnTo>
                  <a:pt x="2178" y="82"/>
                </a:lnTo>
                <a:lnTo>
                  <a:pt x="2179" y="82"/>
                </a:lnTo>
                <a:lnTo>
                  <a:pt x="2178" y="82"/>
                </a:lnTo>
                <a:lnTo>
                  <a:pt x="2179" y="82"/>
                </a:lnTo>
                <a:lnTo>
                  <a:pt x="2179" y="83"/>
                </a:lnTo>
                <a:lnTo>
                  <a:pt x="2180" y="83"/>
                </a:lnTo>
                <a:lnTo>
                  <a:pt x="2181" y="83"/>
                </a:lnTo>
                <a:lnTo>
                  <a:pt x="2182" y="83"/>
                </a:lnTo>
                <a:lnTo>
                  <a:pt x="2183" y="83"/>
                </a:lnTo>
                <a:lnTo>
                  <a:pt x="2184" y="84"/>
                </a:lnTo>
                <a:lnTo>
                  <a:pt x="2184" y="85"/>
                </a:lnTo>
                <a:lnTo>
                  <a:pt x="2184" y="86"/>
                </a:lnTo>
                <a:lnTo>
                  <a:pt x="2185" y="86"/>
                </a:lnTo>
                <a:lnTo>
                  <a:pt x="2186" y="86"/>
                </a:lnTo>
                <a:lnTo>
                  <a:pt x="2187" y="87"/>
                </a:lnTo>
                <a:lnTo>
                  <a:pt x="2188" y="87"/>
                </a:lnTo>
                <a:lnTo>
                  <a:pt x="2189" y="87"/>
                </a:lnTo>
                <a:lnTo>
                  <a:pt x="2189" y="88"/>
                </a:lnTo>
                <a:lnTo>
                  <a:pt x="2191" y="88"/>
                </a:lnTo>
                <a:lnTo>
                  <a:pt x="2192" y="88"/>
                </a:lnTo>
                <a:lnTo>
                  <a:pt x="2193" y="89"/>
                </a:lnTo>
                <a:lnTo>
                  <a:pt x="2193" y="90"/>
                </a:lnTo>
                <a:lnTo>
                  <a:pt x="2194" y="91"/>
                </a:lnTo>
                <a:lnTo>
                  <a:pt x="2195" y="91"/>
                </a:lnTo>
                <a:lnTo>
                  <a:pt x="2196" y="90"/>
                </a:lnTo>
                <a:lnTo>
                  <a:pt x="2197" y="90"/>
                </a:lnTo>
                <a:lnTo>
                  <a:pt x="2198" y="90"/>
                </a:lnTo>
                <a:lnTo>
                  <a:pt x="2199" y="90"/>
                </a:lnTo>
                <a:lnTo>
                  <a:pt x="2199" y="91"/>
                </a:lnTo>
                <a:lnTo>
                  <a:pt x="2200" y="92"/>
                </a:lnTo>
                <a:lnTo>
                  <a:pt x="2201" y="92"/>
                </a:lnTo>
                <a:lnTo>
                  <a:pt x="2202" y="92"/>
                </a:lnTo>
                <a:lnTo>
                  <a:pt x="2203" y="92"/>
                </a:lnTo>
                <a:lnTo>
                  <a:pt x="2205" y="92"/>
                </a:lnTo>
                <a:lnTo>
                  <a:pt x="2206" y="92"/>
                </a:lnTo>
                <a:lnTo>
                  <a:pt x="2206" y="93"/>
                </a:lnTo>
                <a:lnTo>
                  <a:pt x="2207" y="93"/>
                </a:lnTo>
                <a:lnTo>
                  <a:pt x="2208" y="93"/>
                </a:lnTo>
                <a:lnTo>
                  <a:pt x="2208" y="94"/>
                </a:lnTo>
                <a:lnTo>
                  <a:pt x="2208" y="95"/>
                </a:lnTo>
                <a:lnTo>
                  <a:pt x="2207" y="95"/>
                </a:lnTo>
                <a:lnTo>
                  <a:pt x="2207" y="96"/>
                </a:lnTo>
                <a:lnTo>
                  <a:pt x="2207" y="97"/>
                </a:lnTo>
                <a:lnTo>
                  <a:pt x="2206" y="97"/>
                </a:lnTo>
                <a:lnTo>
                  <a:pt x="2207" y="97"/>
                </a:lnTo>
                <a:lnTo>
                  <a:pt x="2208" y="98"/>
                </a:lnTo>
                <a:lnTo>
                  <a:pt x="2208" y="99"/>
                </a:lnTo>
                <a:lnTo>
                  <a:pt x="2209" y="99"/>
                </a:lnTo>
                <a:lnTo>
                  <a:pt x="2210" y="99"/>
                </a:lnTo>
                <a:lnTo>
                  <a:pt x="2210" y="100"/>
                </a:lnTo>
                <a:lnTo>
                  <a:pt x="2211" y="101"/>
                </a:lnTo>
                <a:lnTo>
                  <a:pt x="2212" y="103"/>
                </a:lnTo>
                <a:lnTo>
                  <a:pt x="2211" y="103"/>
                </a:lnTo>
                <a:lnTo>
                  <a:pt x="2211" y="105"/>
                </a:lnTo>
                <a:lnTo>
                  <a:pt x="2212" y="105"/>
                </a:lnTo>
                <a:lnTo>
                  <a:pt x="2213" y="105"/>
                </a:lnTo>
                <a:lnTo>
                  <a:pt x="2214" y="105"/>
                </a:lnTo>
                <a:lnTo>
                  <a:pt x="2215" y="105"/>
                </a:lnTo>
                <a:lnTo>
                  <a:pt x="2216" y="106"/>
                </a:lnTo>
                <a:lnTo>
                  <a:pt x="2217" y="106"/>
                </a:lnTo>
                <a:lnTo>
                  <a:pt x="2218" y="106"/>
                </a:lnTo>
                <a:lnTo>
                  <a:pt x="2219" y="106"/>
                </a:lnTo>
                <a:lnTo>
                  <a:pt x="2220" y="107"/>
                </a:lnTo>
                <a:lnTo>
                  <a:pt x="2219" y="107"/>
                </a:lnTo>
                <a:lnTo>
                  <a:pt x="2220" y="107"/>
                </a:lnTo>
                <a:lnTo>
                  <a:pt x="2221" y="107"/>
                </a:lnTo>
                <a:lnTo>
                  <a:pt x="2221" y="108"/>
                </a:lnTo>
                <a:lnTo>
                  <a:pt x="2222" y="108"/>
                </a:lnTo>
                <a:lnTo>
                  <a:pt x="2223" y="108"/>
                </a:lnTo>
                <a:lnTo>
                  <a:pt x="2224" y="108"/>
                </a:lnTo>
                <a:lnTo>
                  <a:pt x="2225" y="108"/>
                </a:lnTo>
                <a:lnTo>
                  <a:pt x="2226" y="108"/>
                </a:lnTo>
                <a:lnTo>
                  <a:pt x="2227" y="108"/>
                </a:lnTo>
                <a:lnTo>
                  <a:pt x="2228" y="108"/>
                </a:lnTo>
                <a:lnTo>
                  <a:pt x="2229" y="108"/>
                </a:lnTo>
                <a:lnTo>
                  <a:pt x="2230" y="108"/>
                </a:lnTo>
                <a:lnTo>
                  <a:pt x="2231" y="108"/>
                </a:lnTo>
                <a:lnTo>
                  <a:pt x="2232" y="107"/>
                </a:lnTo>
                <a:lnTo>
                  <a:pt x="2233" y="105"/>
                </a:lnTo>
                <a:lnTo>
                  <a:pt x="2232" y="105"/>
                </a:lnTo>
                <a:lnTo>
                  <a:pt x="2233" y="105"/>
                </a:lnTo>
                <a:lnTo>
                  <a:pt x="2233" y="104"/>
                </a:lnTo>
                <a:lnTo>
                  <a:pt x="2234" y="104"/>
                </a:lnTo>
                <a:lnTo>
                  <a:pt x="2235" y="104"/>
                </a:lnTo>
                <a:lnTo>
                  <a:pt x="2235" y="103"/>
                </a:lnTo>
                <a:lnTo>
                  <a:pt x="2235" y="102"/>
                </a:lnTo>
                <a:lnTo>
                  <a:pt x="2236" y="102"/>
                </a:lnTo>
                <a:lnTo>
                  <a:pt x="2236" y="101"/>
                </a:lnTo>
                <a:lnTo>
                  <a:pt x="2238" y="100"/>
                </a:lnTo>
                <a:lnTo>
                  <a:pt x="2239" y="100"/>
                </a:lnTo>
                <a:lnTo>
                  <a:pt x="2240" y="100"/>
                </a:lnTo>
                <a:lnTo>
                  <a:pt x="2240" y="99"/>
                </a:lnTo>
                <a:lnTo>
                  <a:pt x="2241" y="99"/>
                </a:lnTo>
                <a:lnTo>
                  <a:pt x="2242" y="97"/>
                </a:lnTo>
                <a:lnTo>
                  <a:pt x="2241" y="95"/>
                </a:lnTo>
                <a:lnTo>
                  <a:pt x="2243" y="95"/>
                </a:lnTo>
                <a:lnTo>
                  <a:pt x="2244" y="95"/>
                </a:lnTo>
                <a:lnTo>
                  <a:pt x="2244" y="94"/>
                </a:lnTo>
                <a:lnTo>
                  <a:pt x="2245" y="94"/>
                </a:lnTo>
                <a:lnTo>
                  <a:pt x="2246" y="94"/>
                </a:lnTo>
                <a:lnTo>
                  <a:pt x="2246" y="93"/>
                </a:lnTo>
                <a:lnTo>
                  <a:pt x="2245" y="93"/>
                </a:lnTo>
                <a:lnTo>
                  <a:pt x="2246" y="92"/>
                </a:lnTo>
                <a:lnTo>
                  <a:pt x="2247" y="92"/>
                </a:lnTo>
                <a:lnTo>
                  <a:pt x="2247" y="91"/>
                </a:lnTo>
                <a:lnTo>
                  <a:pt x="2248" y="91"/>
                </a:lnTo>
                <a:lnTo>
                  <a:pt x="2248" y="90"/>
                </a:lnTo>
                <a:lnTo>
                  <a:pt x="2248" y="89"/>
                </a:lnTo>
                <a:lnTo>
                  <a:pt x="2249" y="89"/>
                </a:lnTo>
                <a:lnTo>
                  <a:pt x="2250" y="89"/>
                </a:lnTo>
                <a:lnTo>
                  <a:pt x="2250" y="88"/>
                </a:lnTo>
                <a:lnTo>
                  <a:pt x="2250" y="87"/>
                </a:lnTo>
                <a:lnTo>
                  <a:pt x="2250" y="85"/>
                </a:lnTo>
                <a:lnTo>
                  <a:pt x="2251" y="85"/>
                </a:lnTo>
                <a:lnTo>
                  <a:pt x="2252" y="84"/>
                </a:lnTo>
                <a:lnTo>
                  <a:pt x="2253" y="84"/>
                </a:lnTo>
                <a:lnTo>
                  <a:pt x="2253" y="85"/>
                </a:lnTo>
                <a:lnTo>
                  <a:pt x="2253" y="86"/>
                </a:lnTo>
                <a:lnTo>
                  <a:pt x="2254" y="86"/>
                </a:lnTo>
                <a:lnTo>
                  <a:pt x="2253" y="87"/>
                </a:lnTo>
                <a:lnTo>
                  <a:pt x="2254" y="87"/>
                </a:lnTo>
                <a:lnTo>
                  <a:pt x="2254" y="88"/>
                </a:lnTo>
                <a:lnTo>
                  <a:pt x="2255" y="88"/>
                </a:lnTo>
                <a:lnTo>
                  <a:pt x="2256" y="89"/>
                </a:lnTo>
                <a:lnTo>
                  <a:pt x="2257" y="89"/>
                </a:lnTo>
                <a:lnTo>
                  <a:pt x="2258" y="89"/>
                </a:lnTo>
                <a:lnTo>
                  <a:pt x="2259" y="89"/>
                </a:lnTo>
                <a:lnTo>
                  <a:pt x="2260" y="89"/>
                </a:lnTo>
                <a:lnTo>
                  <a:pt x="2261" y="89"/>
                </a:lnTo>
                <a:lnTo>
                  <a:pt x="2262" y="89"/>
                </a:lnTo>
                <a:lnTo>
                  <a:pt x="2263" y="89"/>
                </a:lnTo>
                <a:lnTo>
                  <a:pt x="2264" y="88"/>
                </a:lnTo>
                <a:lnTo>
                  <a:pt x="2265" y="88"/>
                </a:lnTo>
                <a:lnTo>
                  <a:pt x="2266" y="88"/>
                </a:lnTo>
                <a:lnTo>
                  <a:pt x="2266" y="89"/>
                </a:lnTo>
                <a:lnTo>
                  <a:pt x="2266" y="90"/>
                </a:lnTo>
                <a:lnTo>
                  <a:pt x="2267" y="90"/>
                </a:lnTo>
                <a:lnTo>
                  <a:pt x="2267" y="91"/>
                </a:lnTo>
                <a:lnTo>
                  <a:pt x="2267" y="92"/>
                </a:lnTo>
                <a:lnTo>
                  <a:pt x="2268" y="93"/>
                </a:lnTo>
                <a:lnTo>
                  <a:pt x="2269" y="93"/>
                </a:lnTo>
                <a:lnTo>
                  <a:pt x="2269" y="94"/>
                </a:lnTo>
                <a:lnTo>
                  <a:pt x="2269" y="95"/>
                </a:lnTo>
                <a:lnTo>
                  <a:pt x="2270" y="95"/>
                </a:lnTo>
                <a:lnTo>
                  <a:pt x="2271" y="95"/>
                </a:lnTo>
                <a:lnTo>
                  <a:pt x="2271" y="96"/>
                </a:lnTo>
                <a:lnTo>
                  <a:pt x="2272" y="97"/>
                </a:lnTo>
                <a:lnTo>
                  <a:pt x="2274" y="97"/>
                </a:lnTo>
                <a:lnTo>
                  <a:pt x="2274" y="98"/>
                </a:lnTo>
                <a:lnTo>
                  <a:pt x="2275" y="99"/>
                </a:lnTo>
                <a:lnTo>
                  <a:pt x="2275" y="98"/>
                </a:lnTo>
                <a:lnTo>
                  <a:pt x="2276" y="98"/>
                </a:lnTo>
                <a:lnTo>
                  <a:pt x="2277" y="98"/>
                </a:lnTo>
                <a:lnTo>
                  <a:pt x="2277" y="97"/>
                </a:lnTo>
                <a:lnTo>
                  <a:pt x="2278" y="97"/>
                </a:lnTo>
                <a:lnTo>
                  <a:pt x="2278" y="98"/>
                </a:lnTo>
                <a:lnTo>
                  <a:pt x="2279" y="99"/>
                </a:lnTo>
                <a:lnTo>
                  <a:pt x="2279" y="100"/>
                </a:lnTo>
                <a:lnTo>
                  <a:pt x="2280" y="100"/>
                </a:lnTo>
                <a:lnTo>
                  <a:pt x="2280" y="101"/>
                </a:lnTo>
                <a:lnTo>
                  <a:pt x="2281" y="101"/>
                </a:lnTo>
                <a:lnTo>
                  <a:pt x="2281" y="102"/>
                </a:lnTo>
                <a:lnTo>
                  <a:pt x="2281" y="103"/>
                </a:lnTo>
                <a:lnTo>
                  <a:pt x="2280" y="103"/>
                </a:lnTo>
                <a:lnTo>
                  <a:pt x="2281" y="104"/>
                </a:lnTo>
                <a:lnTo>
                  <a:pt x="2281" y="105"/>
                </a:lnTo>
                <a:lnTo>
                  <a:pt x="2281" y="106"/>
                </a:lnTo>
                <a:lnTo>
                  <a:pt x="2280" y="106"/>
                </a:lnTo>
                <a:lnTo>
                  <a:pt x="2281" y="107"/>
                </a:lnTo>
                <a:lnTo>
                  <a:pt x="2282" y="107"/>
                </a:lnTo>
                <a:lnTo>
                  <a:pt x="2283" y="107"/>
                </a:lnTo>
                <a:lnTo>
                  <a:pt x="2283" y="108"/>
                </a:lnTo>
                <a:lnTo>
                  <a:pt x="2284" y="108"/>
                </a:lnTo>
                <a:lnTo>
                  <a:pt x="2287" y="108"/>
                </a:lnTo>
                <a:lnTo>
                  <a:pt x="2289" y="108"/>
                </a:lnTo>
                <a:lnTo>
                  <a:pt x="2290" y="109"/>
                </a:lnTo>
                <a:lnTo>
                  <a:pt x="2291" y="110"/>
                </a:lnTo>
                <a:lnTo>
                  <a:pt x="2293" y="110"/>
                </a:lnTo>
                <a:lnTo>
                  <a:pt x="2294" y="110"/>
                </a:lnTo>
                <a:lnTo>
                  <a:pt x="2295" y="109"/>
                </a:lnTo>
                <a:lnTo>
                  <a:pt x="2296" y="109"/>
                </a:lnTo>
                <a:lnTo>
                  <a:pt x="2297" y="109"/>
                </a:lnTo>
                <a:lnTo>
                  <a:pt x="2297" y="108"/>
                </a:lnTo>
                <a:lnTo>
                  <a:pt x="2298" y="108"/>
                </a:lnTo>
                <a:lnTo>
                  <a:pt x="2298" y="109"/>
                </a:lnTo>
                <a:lnTo>
                  <a:pt x="2299" y="109"/>
                </a:lnTo>
                <a:lnTo>
                  <a:pt x="2300" y="109"/>
                </a:lnTo>
                <a:lnTo>
                  <a:pt x="2301" y="109"/>
                </a:lnTo>
                <a:lnTo>
                  <a:pt x="2301" y="110"/>
                </a:lnTo>
                <a:lnTo>
                  <a:pt x="2300" y="110"/>
                </a:lnTo>
                <a:lnTo>
                  <a:pt x="2300" y="111"/>
                </a:lnTo>
                <a:lnTo>
                  <a:pt x="2301" y="111"/>
                </a:lnTo>
                <a:lnTo>
                  <a:pt x="2302" y="111"/>
                </a:lnTo>
                <a:lnTo>
                  <a:pt x="2303" y="111"/>
                </a:lnTo>
                <a:lnTo>
                  <a:pt x="2304" y="110"/>
                </a:lnTo>
                <a:lnTo>
                  <a:pt x="2305" y="110"/>
                </a:lnTo>
                <a:lnTo>
                  <a:pt x="2305" y="111"/>
                </a:lnTo>
                <a:lnTo>
                  <a:pt x="2306" y="110"/>
                </a:lnTo>
                <a:lnTo>
                  <a:pt x="2307" y="110"/>
                </a:lnTo>
                <a:lnTo>
                  <a:pt x="2307" y="111"/>
                </a:lnTo>
                <a:lnTo>
                  <a:pt x="2308" y="111"/>
                </a:lnTo>
                <a:lnTo>
                  <a:pt x="2309" y="111"/>
                </a:lnTo>
                <a:lnTo>
                  <a:pt x="2309" y="112"/>
                </a:lnTo>
                <a:lnTo>
                  <a:pt x="2308" y="113"/>
                </a:lnTo>
                <a:lnTo>
                  <a:pt x="2307" y="113"/>
                </a:lnTo>
                <a:lnTo>
                  <a:pt x="2307" y="114"/>
                </a:lnTo>
                <a:lnTo>
                  <a:pt x="2307" y="115"/>
                </a:lnTo>
                <a:lnTo>
                  <a:pt x="2308" y="116"/>
                </a:lnTo>
                <a:lnTo>
                  <a:pt x="2308" y="117"/>
                </a:lnTo>
                <a:lnTo>
                  <a:pt x="2308" y="118"/>
                </a:lnTo>
                <a:lnTo>
                  <a:pt x="2307" y="118"/>
                </a:lnTo>
                <a:lnTo>
                  <a:pt x="2308" y="119"/>
                </a:lnTo>
                <a:lnTo>
                  <a:pt x="2307" y="119"/>
                </a:lnTo>
                <a:lnTo>
                  <a:pt x="2306" y="119"/>
                </a:lnTo>
                <a:lnTo>
                  <a:pt x="2306" y="120"/>
                </a:lnTo>
                <a:lnTo>
                  <a:pt x="2305" y="120"/>
                </a:lnTo>
                <a:lnTo>
                  <a:pt x="2305" y="121"/>
                </a:lnTo>
                <a:lnTo>
                  <a:pt x="2304" y="122"/>
                </a:lnTo>
                <a:lnTo>
                  <a:pt x="2303" y="122"/>
                </a:lnTo>
                <a:lnTo>
                  <a:pt x="2302" y="122"/>
                </a:lnTo>
                <a:lnTo>
                  <a:pt x="2301" y="122"/>
                </a:lnTo>
                <a:lnTo>
                  <a:pt x="2301" y="123"/>
                </a:lnTo>
                <a:lnTo>
                  <a:pt x="2300" y="123"/>
                </a:lnTo>
                <a:lnTo>
                  <a:pt x="2299" y="123"/>
                </a:lnTo>
                <a:lnTo>
                  <a:pt x="2298" y="123"/>
                </a:lnTo>
                <a:lnTo>
                  <a:pt x="2297" y="123"/>
                </a:lnTo>
                <a:lnTo>
                  <a:pt x="2296" y="123"/>
                </a:lnTo>
                <a:lnTo>
                  <a:pt x="2295" y="123"/>
                </a:lnTo>
                <a:lnTo>
                  <a:pt x="2295" y="124"/>
                </a:lnTo>
                <a:lnTo>
                  <a:pt x="2295" y="125"/>
                </a:lnTo>
                <a:lnTo>
                  <a:pt x="2296" y="126"/>
                </a:lnTo>
                <a:lnTo>
                  <a:pt x="2296" y="127"/>
                </a:lnTo>
                <a:lnTo>
                  <a:pt x="2296" y="128"/>
                </a:lnTo>
                <a:lnTo>
                  <a:pt x="2295" y="128"/>
                </a:lnTo>
                <a:lnTo>
                  <a:pt x="2294" y="129"/>
                </a:lnTo>
                <a:lnTo>
                  <a:pt x="2294" y="130"/>
                </a:lnTo>
                <a:lnTo>
                  <a:pt x="2295" y="131"/>
                </a:lnTo>
                <a:lnTo>
                  <a:pt x="2296" y="131"/>
                </a:lnTo>
                <a:lnTo>
                  <a:pt x="2297" y="131"/>
                </a:lnTo>
                <a:lnTo>
                  <a:pt x="2297" y="132"/>
                </a:lnTo>
                <a:lnTo>
                  <a:pt x="2297" y="133"/>
                </a:lnTo>
                <a:lnTo>
                  <a:pt x="2297" y="134"/>
                </a:lnTo>
                <a:lnTo>
                  <a:pt x="2297" y="135"/>
                </a:lnTo>
                <a:lnTo>
                  <a:pt x="2298" y="135"/>
                </a:lnTo>
                <a:lnTo>
                  <a:pt x="2298" y="136"/>
                </a:lnTo>
                <a:lnTo>
                  <a:pt x="2298" y="137"/>
                </a:lnTo>
                <a:lnTo>
                  <a:pt x="2298" y="138"/>
                </a:lnTo>
                <a:lnTo>
                  <a:pt x="2299" y="138"/>
                </a:lnTo>
                <a:lnTo>
                  <a:pt x="2299" y="139"/>
                </a:lnTo>
                <a:lnTo>
                  <a:pt x="2298" y="139"/>
                </a:lnTo>
                <a:lnTo>
                  <a:pt x="2299" y="139"/>
                </a:lnTo>
                <a:lnTo>
                  <a:pt x="2299" y="140"/>
                </a:lnTo>
                <a:lnTo>
                  <a:pt x="2300" y="140"/>
                </a:lnTo>
                <a:lnTo>
                  <a:pt x="2301" y="139"/>
                </a:lnTo>
                <a:lnTo>
                  <a:pt x="2303" y="139"/>
                </a:lnTo>
                <a:lnTo>
                  <a:pt x="2303" y="140"/>
                </a:lnTo>
                <a:lnTo>
                  <a:pt x="2303" y="141"/>
                </a:lnTo>
                <a:lnTo>
                  <a:pt x="2303" y="142"/>
                </a:lnTo>
                <a:lnTo>
                  <a:pt x="2303" y="143"/>
                </a:lnTo>
                <a:lnTo>
                  <a:pt x="2303" y="144"/>
                </a:lnTo>
                <a:lnTo>
                  <a:pt x="2304" y="145"/>
                </a:lnTo>
                <a:lnTo>
                  <a:pt x="2303" y="146"/>
                </a:lnTo>
                <a:lnTo>
                  <a:pt x="2302" y="146"/>
                </a:lnTo>
                <a:lnTo>
                  <a:pt x="2302" y="147"/>
                </a:lnTo>
                <a:lnTo>
                  <a:pt x="2301" y="148"/>
                </a:lnTo>
                <a:lnTo>
                  <a:pt x="2301" y="149"/>
                </a:lnTo>
                <a:lnTo>
                  <a:pt x="2302" y="149"/>
                </a:lnTo>
                <a:lnTo>
                  <a:pt x="2303" y="149"/>
                </a:lnTo>
                <a:lnTo>
                  <a:pt x="2303" y="150"/>
                </a:lnTo>
                <a:lnTo>
                  <a:pt x="2303" y="152"/>
                </a:lnTo>
                <a:lnTo>
                  <a:pt x="2304" y="153"/>
                </a:lnTo>
                <a:lnTo>
                  <a:pt x="2304" y="155"/>
                </a:lnTo>
                <a:lnTo>
                  <a:pt x="2304" y="156"/>
                </a:lnTo>
                <a:lnTo>
                  <a:pt x="2305" y="156"/>
                </a:lnTo>
                <a:lnTo>
                  <a:pt x="2305" y="158"/>
                </a:lnTo>
                <a:lnTo>
                  <a:pt x="2306" y="159"/>
                </a:lnTo>
                <a:lnTo>
                  <a:pt x="2307" y="159"/>
                </a:lnTo>
                <a:lnTo>
                  <a:pt x="2307" y="161"/>
                </a:lnTo>
                <a:lnTo>
                  <a:pt x="2307" y="162"/>
                </a:lnTo>
                <a:lnTo>
                  <a:pt x="2306" y="163"/>
                </a:lnTo>
                <a:lnTo>
                  <a:pt x="2306" y="164"/>
                </a:lnTo>
                <a:lnTo>
                  <a:pt x="2305" y="164"/>
                </a:lnTo>
                <a:lnTo>
                  <a:pt x="2305" y="165"/>
                </a:lnTo>
                <a:lnTo>
                  <a:pt x="2306" y="165"/>
                </a:lnTo>
                <a:lnTo>
                  <a:pt x="2307" y="166"/>
                </a:lnTo>
                <a:lnTo>
                  <a:pt x="2308" y="167"/>
                </a:lnTo>
                <a:lnTo>
                  <a:pt x="2308" y="170"/>
                </a:lnTo>
                <a:lnTo>
                  <a:pt x="2309" y="170"/>
                </a:lnTo>
                <a:lnTo>
                  <a:pt x="2310" y="171"/>
                </a:lnTo>
                <a:lnTo>
                  <a:pt x="2310" y="173"/>
                </a:lnTo>
                <a:lnTo>
                  <a:pt x="2311" y="173"/>
                </a:lnTo>
                <a:lnTo>
                  <a:pt x="2312" y="173"/>
                </a:lnTo>
                <a:lnTo>
                  <a:pt x="2312" y="174"/>
                </a:lnTo>
                <a:lnTo>
                  <a:pt x="2312" y="175"/>
                </a:lnTo>
                <a:lnTo>
                  <a:pt x="2312" y="176"/>
                </a:lnTo>
                <a:lnTo>
                  <a:pt x="2313" y="176"/>
                </a:lnTo>
                <a:lnTo>
                  <a:pt x="2314" y="176"/>
                </a:lnTo>
                <a:lnTo>
                  <a:pt x="2315" y="178"/>
                </a:lnTo>
                <a:lnTo>
                  <a:pt x="2315" y="179"/>
                </a:lnTo>
                <a:lnTo>
                  <a:pt x="2314" y="179"/>
                </a:lnTo>
                <a:lnTo>
                  <a:pt x="2313" y="180"/>
                </a:lnTo>
                <a:lnTo>
                  <a:pt x="2313" y="181"/>
                </a:lnTo>
                <a:lnTo>
                  <a:pt x="2314" y="182"/>
                </a:lnTo>
                <a:lnTo>
                  <a:pt x="2315" y="182"/>
                </a:lnTo>
                <a:lnTo>
                  <a:pt x="2317" y="184"/>
                </a:lnTo>
                <a:lnTo>
                  <a:pt x="2318" y="184"/>
                </a:lnTo>
                <a:lnTo>
                  <a:pt x="2318" y="186"/>
                </a:lnTo>
                <a:lnTo>
                  <a:pt x="2317" y="186"/>
                </a:lnTo>
                <a:lnTo>
                  <a:pt x="2316" y="186"/>
                </a:lnTo>
                <a:lnTo>
                  <a:pt x="2315" y="186"/>
                </a:lnTo>
                <a:lnTo>
                  <a:pt x="2316" y="188"/>
                </a:lnTo>
                <a:lnTo>
                  <a:pt x="2317" y="188"/>
                </a:lnTo>
                <a:lnTo>
                  <a:pt x="2318" y="189"/>
                </a:lnTo>
                <a:lnTo>
                  <a:pt x="2317" y="190"/>
                </a:lnTo>
                <a:lnTo>
                  <a:pt x="2317" y="191"/>
                </a:lnTo>
                <a:lnTo>
                  <a:pt x="2316" y="191"/>
                </a:lnTo>
                <a:lnTo>
                  <a:pt x="2315" y="191"/>
                </a:lnTo>
                <a:lnTo>
                  <a:pt x="2315" y="192"/>
                </a:lnTo>
                <a:lnTo>
                  <a:pt x="2316" y="193"/>
                </a:lnTo>
                <a:lnTo>
                  <a:pt x="2317" y="194"/>
                </a:lnTo>
                <a:lnTo>
                  <a:pt x="2319" y="194"/>
                </a:lnTo>
                <a:lnTo>
                  <a:pt x="2320" y="195"/>
                </a:lnTo>
                <a:lnTo>
                  <a:pt x="2319" y="195"/>
                </a:lnTo>
                <a:lnTo>
                  <a:pt x="2319" y="196"/>
                </a:lnTo>
                <a:lnTo>
                  <a:pt x="2319" y="197"/>
                </a:lnTo>
                <a:lnTo>
                  <a:pt x="2319" y="198"/>
                </a:lnTo>
                <a:lnTo>
                  <a:pt x="2320" y="198"/>
                </a:lnTo>
                <a:lnTo>
                  <a:pt x="2321" y="199"/>
                </a:lnTo>
                <a:lnTo>
                  <a:pt x="2322" y="199"/>
                </a:lnTo>
                <a:lnTo>
                  <a:pt x="2322" y="198"/>
                </a:lnTo>
                <a:lnTo>
                  <a:pt x="2323" y="199"/>
                </a:lnTo>
                <a:lnTo>
                  <a:pt x="2323" y="200"/>
                </a:lnTo>
                <a:lnTo>
                  <a:pt x="2324" y="200"/>
                </a:lnTo>
                <a:lnTo>
                  <a:pt x="2325" y="200"/>
                </a:lnTo>
                <a:lnTo>
                  <a:pt x="2325" y="201"/>
                </a:lnTo>
                <a:lnTo>
                  <a:pt x="2325" y="202"/>
                </a:lnTo>
                <a:lnTo>
                  <a:pt x="2325" y="203"/>
                </a:lnTo>
                <a:lnTo>
                  <a:pt x="2324" y="203"/>
                </a:lnTo>
                <a:lnTo>
                  <a:pt x="2324" y="204"/>
                </a:lnTo>
                <a:lnTo>
                  <a:pt x="2325" y="204"/>
                </a:lnTo>
                <a:lnTo>
                  <a:pt x="2325" y="205"/>
                </a:lnTo>
                <a:lnTo>
                  <a:pt x="2325" y="206"/>
                </a:lnTo>
                <a:lnTo>
                  <a:pt x="2326" y="207"/>
                </a:lnTo>
                <a:lnTo>
                  <a:pt x="2328" y="208"/>
                </a:lnTo>
                <a:lnTo>
                  <a:pt x="2328" y="209"/>
                </a:lnTo>
                <a:lnTo>
                  <a:pt x="2329" y="209"/>
                </a:lnTo>
                <a:lnTo>
                  <a:pt x="2330" y="209"/>
                </a:lnTo>
                <a:lnTo>
                  <a:pt x="2330" y="208"/>
                </a:lnTo>
                <a:lnTo>
                  <a:pt x="2331" y="208"/>
                </a:lnTo>
                <a:lnTo>
                  <a:pt x="2334" y="208"/>
                </a:lnTo>
                <a:lnTo>
                  <a:pt x="2335" y="208"/>
                </a:lnTo>
                <a:lnTo>
                  <a:pt x="2336" y="209"/>
                </a:lnTo>
                <a:lnTo>
                  <a:pt x="2338" y="209"/>
                </a:lnTo>
                <a:lnTo>
                  <a:pt x="2339" y="210"/>
                </a:lnTo>
                <a:lnTo>
                  <a:pt x="2340" y="210"/>
                </a:lnTo>
                <a:lnTo>
                  <a:pt x="2341" y="210"/>
                </a:lnTo>
                <a:lnTo>
                  <a:pt x="2341" y="209"/>
                </a:lnTo>
                <a:lnTo>
                  <a:pt x="2342" y="210"/>
                </a:lnTo>
                <a:lnTo>
                  <a:pt x="2343" y="210"/>
                </a:lnTo>
                <a:lnTo>
                  <a:pt x="2343" y="211"/>
                </a:lnTo>
                <a:lnTo>
                  <a:pt x="2345" y="211"/>
                </a:lnTo>
                <a:lnTo>
                  <a:pt x="2346" y="211"/>
                </a:lnTo>
                <a:lnTo>
                  <a:pt x="2347" y="211"/>
                </a:lnTo>
                <a:lnTo>
                  <a:pt x="2348" y="211"/>
                </a:lnTo>
                <a:lnTo>
                  <a:pt x="2348" y="212"/>
                </a:lnTo>
                <a:lnTo>
                  <a:pt x="2349" y="212"/>
                </a:lnTo>
                <a:lnTo>
                  <a:pt x="2349" y="213"/>
                </a:lnTo>
                <a:lnTo>
                  <a:pt x="2350" y="214"/>
                </a:lnTo>
                <a:lnTo>
                  <a:pt x="2351" y="214"/>
                </a:lnTo>
                <a:lnTo>
                  <a:pt x="2353" y="215"/>
                </a:lnTo>
                <a:lnTo>
                  <a:pt x="2354" y="215"/>
                </a:lnTo>
                <a:lnTo>
                  <a:pt x="2355" y="214"/>
                </a:lnTo>
                <a:lnTo>
                  <a:pt x="2355" y="213"/>
                </a:lnTo>
                <a:lnTo>
                  <a:pt x="2356" y="213"/>
                </a:lnTo>
                <a:lnTo>
                  <a:pt x="2357" y="213"/>
                </a:lnTo>
                <a:lnTo>
                  <a:pt x="2358" y="212"/>
                </a:lnTo>
                <a:lnTo>
                  <a:pt x="2359" y="212"/>
                </a:lnTo>
                <a:lnTo>
                  <a:pt x="2360" y="212"/>
                </a:lnTo>
                <a:lnTo>
                  <a:pt x="2360" y="213"/>
                </a:lnTo>
                <a:lnTo>
                  <a:pt x="2361" y="213"/>
                </a:lnTo>
                <a:lnTo>
                  <a:pt x="2362" y="213"/>
                </a:lnTo>
                <a:lnTo>
                  <a:pt x="2363" y="213"/>
                </a:lnTo>
                <a:lnTo>
                  <a:pt x="2363" y="212"/>
                </a:lnTo>
                <a:lnTo>
                  <a:pt x="2364" y="212"/>
                </a:lnTo>
                <a:lnTo>
                  <a:pt x="2365" y="212"/>
                </a:lnTo>
                <a:lnTo>
                  <a:pt x="2366" y="212"/>
                </a:lnTo>
                <a:lnTo>
                  <a:pt x="2367" y="213"/>
                </a:lnTo>
                <a:lnTo>
                  <a:pt x="2369" y="213"/>
                </a:lnTo>
                <a:lnTo>
                  <a:pt x="2369" y="212"/>
                </a:lnTo>
                <a:lnTo>
                  <a:pt x="2369" y="211"/>
                </a:lnTo>
                <a:lnTo>
                  <a:pt x="2370" y="211"/>
                </a:lnTo>
                <a:lnTo>
                  <a:pt x="2372" y="210"/>
                </a:lnTo>
                <a:lnTo>
                  <a:pt x="2373" y="210"/>
                </a:lnTo>
                <a:lnTo>
                  <a:pt x="2373" y="211"/>
                </a:lnTo>
                <a:lnTo>
                  <a:pt x="2374" y="211"/>
                </a:lnTo>
                <a:lnTo>
                  <a:pt x="2376" y="211"/>
                </a:lnTo>
                <a:lnTo>
                  <a:pt x="2377" y="211"/>
                </a:lnTo>
                <a:lnTo>
                  <a:pt x="2378" y="211"/>
                </a:lnTo>
                <a:lnTo>
                  <a:pt x="2379" y="211"/>
                </a:lnTo>
                <a:lnTo>
                  <a:pt x="2380" y="210"/>
                </a:lnTo>
                <a:lnTo>
                  <a:pt x="2380" y="209"/>
                </a:lnTo>
                <a:lnTo>
                  <a:pt x="2381" y="208"/>
                </a:lnTo>
                <a:lnTo>
                  <a:pt x="2382" y="208"/>
                </a:lnTo>
                <a:lnTo>
                  <a:pt x="2384" y="208"/>
                </a:lnTo>
                <a:lnTo>
                  <a:pt x="2386" y="207"/>
                </a:lnTo>
                <a:lnTo>
                  <a:pt x="2387" y="208"/>
                </a:lnTo>
                <a:lnTo>
                  <a:pt x="2387" y="207"/>
                </a:lnTo>
                <a:lnTo>
                  <a:pt x="2388" y="207"/>
                </a:lnTo>
                <a:lnTo>
                  <a:pt x="2387" y="207"/>
                </a:lnTo>
                <a:lnTo>
                  <a:pt x="2387" y="206"/>
                </a:lnTo>
                <a:lnTo>
                  <a:pt x="2387" y="205"/>
                </a:lnTo>
                <a:lnTo>
                  <a:pt x="2388" y="205"/>
                </a:lnTo>
                <a:lnTo>
                  <a:pt x="2389" y="204"/>
                </a:lnTo>
                <a:lnTo>
                  <a:pt x="2389" y="203"/>
                </a:lnTo>
                <a:lnTo>
                  <a:pt x="2389" y="202"/>
                </a:lnTo>
                <a:lnTo>
                  <a:pt x="2391" y="200"/>
                </a:lnTo>
                <a:lnTo>
                  <a:pt x="2392" y="200"/>
                </a:lnTo>
                <a:lnTo>
                  <a:pt x="2393" y="199"/>
                </a:lnTo>
                <a:lnTo>
                  <a:pt x="2393" y="200"/>
                </a:lnTo>
                <a:lnTo>
                  <a:pt x="2394" y="200"/>
                </a:lnTo>
                <a:lnTo>
                  <a:pt x="2394" y="201"/>
                </a:lnTo>
                <a:lnTo>
                  <a:pt x="2396" y="202"/>
                </a:lnTo>
                <a:lnTo>
                  <a:pt x="2397" y="203"/>
                </a:lnTo>
                <a:lnTo>
                  <a:pt x="2400" y="203"/>
                </a:lnTo>
                <a:lnTo>
                  <a:pt x="2401" y="203"/>
                </a:lnTo>
                <a:lnTo>
                  <a:pt x="2402" y="203"/>
                </a:lnTo>
                <a:lnTo>
                  <a:pt x="2403" y="203"/>
                </a:lnTo>
                <a:lnTo>
                  <a:pt x="2404" y="203"/>
                </a:lnTo>
                <a:lnTo>
                  <a:pt x="2405" y="204"/>
                </a:lnTo>
                <a:lnTo>
                  <a:pt x="2405" y="205"/>
                </a:lnTo>
                <a:lnTo>
                  <a:pt x="2406" y="205"/>
                </a:lnTo>
                <a:lnTo>
                  <a:pt x="2406" y="206"/>
                </a:lnTo>
                <a:lnTo>
                  <a:pt x="2408" y="208"/>
                </a:lnTo>
                <a:lnTo>
                  <a:pt x="2410" y="209"/>
                </a:lnTo>
                <a:lnTo>
                  <a:pt x="2411" y="210"/>
                </a:lnTo>
                <a:lnTo>
                  <a:pt x="2412" y="210"/>
                </a:lnTo>
                <a:lnTo>
                  <a:pt x="2412" y="209"/>
                </a:lnTo>
                <a:lnTo>
                  <a:pt x="2413" y="208"/>
                </a:lnTo>
                <a:lnTo>
                  <a:pt x="2416" y="207"/>
                </a:lnTo>
                <a:lnTo>
                  <a:pt x="2417" y="207"/>
                </a:lnTo>
                <a:lnTo>
                  <a:pt x="2419" y="207"/>
                </a:lnTo>
                <a:lnTo>
                  <a:pt x="2420" y="207"/>
                </a:lnTo>
                <a:lnTo>
                  <a:pt x="2420" y="208"/>
                </a:lnTo>
                <a:lnTo>
                  <a:pt x="2422" y="208"/>
                </a:lnTo>
                <a:lnTo>
                  <a:pt x="2422" y="207"/>
                </a:lnTo>
                <a:lnTo>
                  <a:pt x="2423" y="207"/>
                </a:lnTo>
                <a:lnTo>
                  <a:pt x="2423" y="208"/>
                </a:lnTo>
                <a:lnTo>
                  <a:pt x="2424" y="208"/>
                </a:lnTo>
                <a:lnTo>
                  <a:pt x="2425" y="208"/>
                </a:lnTo>
                <a:lnTo>
                  <a:pt x="2425" y="207"/>
                </a:lnTo>
                <a:lnTo>
                  <a:pt x="2426" y="207"/>
                </a:lnTo>
                <a:lnTo>
                  <a:pt x="2426" y="206"/>
                </a:lnTo>
                <a:lnTo>
                  <a:pt x="2426" y="205"/>
                </a:lnTo>
                <a:lnTo>
                  <a:pt x="2429" y="205"/>
                </a:lnTo>
                <a:lnTo>
                  <a:pt x="2430" y="206"/>
                </a:lnTo>
                <a:lnTo>
                  <a:pt x="2431" y="206"/>
                </a:lnTo>
                <a:lnTo>
                  <a:pt x="2431" y="205"/>
                </a:lnTo>
                <a:lnTo>
                  <a:pt x="2432" y="205"/>
                </a:lnTo>
                <a:lnTo>
                  <a:pt x="2433" y="205"/>
                </a:lnTo>
                <a:lnTo>
                  <a:pt x="2434" y="206"/>
                </a:lnTo>
                <a:lnTo>
                  <a:pt x="2436" y="205"/>
                </a:lnTo>
                <a:lnTo>
                  <a:pt x="2437" y="205"/>
                </a:lnTo>
                <a:lnTo>
                  <a:pt x="2439" y="205"/>
                </a:lnTo>
                <a:lnTo>
                  <a:pt x="2440" y="206"/>
                </a:lnTo>
                <a:lnTo>
                  <a:pt x="2442" y="207"/>
                </a:lnTo>
                <a:lnTo>
                  <a:pt x="2442" y="208"/>
                </a:lnTo>
                <a:lnTo>
                  <a:pt x="2444" y="209"/>
                </a:lnTo>
                <a:lnTo>
                  <a:pt x="2445" y="210"/>
                </a:lnTo>
                <a:lnTo>
                  <a:pt x="2445" y="211"/>
                </a:lnTo>
                <a:lnTo>
                  <a:pt x="2446" y="211"/>
                </a:lnTo>
                <a:lnTo>
                  <a:pt x="2447" y="210"/>
                </a:lnTo>
                <a:lnTo>
                  <a:pt x="2448" y="210"/>
                </a:lnTo>
                <a:lnTo>
                  <a:pt x="2449" y="211"/>
                </a:lnTo>
                <a:lnTo>
                  <a:pt x="2448" y="211"/>
                </a:lnTo>
                <a:lnTo>
                  <a:pt x="2448" y="212"/>
                </a:lnTo>
                <a:lnTo>
                  <a:pt x="2449" y="212"/>
                </a:lnTo>
                <a:lnTo>
                  <a:pt x="2449" y="213"/>
                </a:lnTo>
                <a:lnTo>
                  <a:pt x="2449" y="212"/>
                </a:lnTo>
                <a:lnTo>
                  <a:pt x="2450" y="212"/>
                </a:lnTo>
                <a:lnTo>
                  <a:pt x="2452" y="212"/>
                </a:lnTo>
                <a:lnTo>
                  <a:pt x="2453" y="212"/>
                </a:lnTo>
                <a:lnTo>
                  <a:pt x="2454" y="212"/>
                </a:lnTo>
                <a:lnTo>
                  <a:pt x="2455" y="212"/>
                </a:lnTo>
                <a:lnTo>
                  <a:pt x="2455" y="211"/>
                </a:lnTo>
                <a:lnTo>
                  <a:pt x="2456" y="210"/>
                </a:lnTo>
                <a:lnTo>
                  <a:pt x="2457" y="210"/>
                </a:lnTo>
                <a:lnTo>
                  <a:pt x="2457" y="209"/>
                </a:lnTo>
                <a:lnTo>
                  <a:pt x="2457" y="207"/>
                </a:lnTo>
                <a:lnTo>
                  <a:pt x="2456" y="206"/>
                </a:lnTo>
                <a:lnTo>
                  <a:pt x="2456" y="205"/>
                </a:lnTo>
                <a:lnTo>
                  <a:pt x="2457" y="204"/>
                </a:lnTo>
                <a:lnTo>
                  <a:pt x="2458" y="203"/>
                </a:lnTo>
                <a:lnTo>
                  <a:pt x="2460" y="203"/>
                </a:lnTo>
                <a:lnTo>
                  <a:pt x="2461" y="203"/>
                </a:lnTo>
                <a:lnTo>
                  <a:pt x="2461" y="202"/>
                </a:lnTo>
                <a:lnTo>
                  <a:pt x="2462" y="202"/>
                </a:lnTo>
                <a:lnTo>
                  <a:pt x="2463" y="201"/>
                </a:lnTo>
                <a:lnTo>
                  <a:pt x="2464" y="202"/>
                </a:lnTo>
                <a:lnTo>
                  <a:pt x="2465" y="202"/>
                </a:lnTo>
                <a:lnTo>
                  <a:pt x="2467" y="202"/>
                </a:lnTo>
                <a:lnTo>
                  <a:pt x="2468" y="202"/>
                </a:lnTo>
                <a:lnTo>
                  <a:pt x="2469" y="202"/>
                </a:lnTo>
                <a:lnTo>
                  <a:pt x="2470" y="203"/>
                </a:lnTo>
                <a:lnTo>
                  <a:pt x="2471" y="203"/>
                </a:lnTo>
                <a:lnTo>
                  <a:pt x="2472" y="204"/>
                </a:lnTo>
                <a:lnTo>
                  <a:pt x="2472" y="205"/>
                </a:lnTo>
                <a:lnTo>
                  <a:pt x="2473" y="206"/>
                </a:lnTo>
                <a:lnTo>
                  <a:pt x="2474" y="207"/>
                </a:lnTo>
                <a:lnTo>
                  <a:pt x="2475" y="207"/>
                </a:lnTo>
                <a:lnTo>
                  <a:pt x="2477" y="206"/>
                </a:lnTo>
                <a:lnTo>
                  <a:pt x="2478" y="206"/>
                </a:lnTo>
                <a:lnTo>
                  <a:pt x="2479" y="206"/>
                </a:lnTo>
                <a:lnTo>
                  <a:pt x="2482" y="205"/>
                </a:lnTo>
                <a:lnTo>
                  <a:pt x="2485" y="204"/>
                </a:lnTo>
                <a:lnTo>
                  <a:pt x="2486" y="204"/>
                </a:lnTo>
                <a:lnTo>
                  <a:pt x="2486" y="203"/>
                </a:lnTo>
                <a:lnTo>
                  <a:pt x="2486" y="202"/>
                </a:lnTo>
                <a:lnTo>
                  <a:pt x="2486" y="201"/>
                </a:lnTo>
                <a:lnTo>
                  <a:pt x="2488" y="200"/>
                </a:lnTo>
                <a:lnTo>
                  <a:pt x="2489" y="200"/>
                </a:lnTo>
                <a:lnTo>
                  <a:pt x="2490" y="200"/>
                </a:lnTo>
                <a:lnTo>
                  <a:pt x="2490" y="201"/>
                </a:lnTo>
                <a:lnTo>
                  <a:pt x="2491" y="201"/>
                </a:lnTo>
                <a:lnTo>
                  <a:pt x="2493" y="201"/>
                </a:lnTo>
                <a:lnTo>
                  <a:pt x="2495" y="202"/>
                </a:lnTo>
                <a:lnTo>
                  <a:pt x="2497" y="202"/>
                </a:lnTo>
                <a:lnTo>
                  <a:pt x="2497" y="201"/>
                </a:lnTo>
                <a:lnTo>
                  <a:pt x="2498" y="201"/>
                </a:lnTo>
                <a:lnTo>
                  <a:pt x="2498" y="200"/>
                </a:lnTo>
                <a:lnTo>
                  <a:pt x="2497" y="200"/>
                </a:lnTo>
                <a:lnTo>
                  <a:pt x="2497" y="199"/>
                </a:lnTo>
                <a:lnTo>
                  <a:pt x="2498" y="198"/>
                </a:lnTo>
                <a:lnTo>
                  <a:pt x="2500" y="197"/>
                </a:lnTo>
                <a:lnTo>
                  <a:pt x="2500" y="196"/>
                </a:lnTo>
                <a:lnTo>
                  <a:pt x="2501" y="196"/>
                </a:lnTo>
                <a:lnTo>
                  <a:pt x="2502" y="196"/>
                </a:lnTo>
                <a:lnTo>
                  <a:pt x="2502" y="195"/>
                </a:lnTo>
                <a:lnTo>
                  <a:pt x="2503" y="195"/>
                </a:lnTo>
                <a:lnTo>
                  <a:pt x="2503" y="194"/>
                </a:lnTo>
                <a:lnTo>
                  <a:pt x="2502" y="193"/>
                </a:lnTo>
                <a:lnTo>
                  <a:pt x="2501" y="192"/>
                </a:lnTo>
                <a:lnTo>
                  <a:pt x="2501" y="191"/>
                </a:lnTo>
                <a:lnTo>
                  <a:pt x="2501" y="190"/>
                </a:lnTo>
                <a:lnTo>
                  <a:pt x="2501" y="189"/>
                </a:lnTo>
                <a:lnTo>
                  <a:pt x="2502" y="189"/>
                </a:lnTo>
                <a:lnTo>
                  <a:pt x="2503" y="189"/>
                </a:lnTo>
                <a:lnTo>
                  <a:pt x="2505" y="189"/>
                </a:lnTo>
                <a:lnTo>
                  <a:pt x="2506" y="189"/>
                </a:lnTo>
                <a:lnTo>
                  <a:pt x="2507" y="188"/>
                </a:lnTo>
                <a:lnTo>
                  <a:pt x="2507" y="187"/>
                </a:lnTo>
                <a:lnTo>
                  <a:pt x="2508" y="187"/>
                </a:lnTo>
                <a:lnTo>
                  <a:pt x="2509" y="187"/>
                </a:lnTo>
                <a:lnTo>
                  <a:pt x="2509" y="186"/>
                </a:lnTo>
                <a:lnTo>
                  <a:pt x="2511" y="186"/>
                </a:lnTo>
                <a:lnTo>
                  <a:pt x="2512" y="186"/>
                </a:lnTo>
                <a:lnTo>
                  <a:pt x="2514" y="186"/>
                </a:lnTo>
                <a:lnTo>
                  <a:pt x="2514" y="185"/>
                </a:lnTo>
                <a:lnTo>
                  <a:pt x="2514" y="184"/>
                </a:lnTo>
                <a:lnTo>
                  <a:pt x="2515" y="184"/>
                </a:lnTo>
                <a:lnTo>
                  <a:pt x="2515" y="183"/>
                </a:lnTo>
                <a:lnTo>
                  <a:pt x="2514" y="183"/>
                </a:lnTo>
                <a:lnTo>
                  <a:pt x="2514" y="181"/>
                </a:lnTo>
                <a:lnTo>
                  <a:pt x="2514" y="179"/>
                </a:lnTo>
                <a:lnTo>
                  <a:pt x="2514" y="178"/>
                </a:lnTo>
                <a:lnTo>
                  <a:pt x="2514" y="176"/>
                </a:lnTo>
                <a:lnTo>
                  <a:pt x="2516" y="175"/>
                </a:lnTo>
                <a:lnTo>
                  <a:pt x="2517" y="173"/>
                </a:lnTo>
                <a:lnTo>
                  <a:pt x="2518" y="173"/>
                </a:lnTo>
                <a:lnTo>
                  <a:pt x="2519" y="173"/>
                </a:lnTo>
                <a:lnTo>
                  <a:pt x="2520" y="173"/>
                </a:lnTo>
                <a:lnTo>
                  <a:pt x="2520" y="174"/>
                </a:lnTo>
                <a:lnTo>
                  <a:pt x="2520" y="175"/>
                </a:lnTo>
                <a:lnTo>
                  <a:pt x="2520" y="176"/>
                </a:lnTo>
                <a:lnTo>
                  <a:pt x="2521" y="176"/>
                </a:lnTo>
                <a:lnTo>
                  <a:pt x="2522" y="175"/>
                </a:lnTo>
                <a:lnTo>
                  <a:pt x="2523" y="175"/>
                </a:lnTo>
                <a:lnTo>
                  <a:pt x="2524" y="175"/>
                </a:lnTo>
                <a:lnTo>
                  <a:pt x="2525" y="175"/>
                </a:lnTo>
                <a:lnTo>
                  <a:pt x="2526" y="176"/>
                </a:lnTo>
                <a:lnTo>
                  <a:pt x="2527" y="176"/>
                </a:lnTo>
                <a:lnTo>
                  <a:pt x="2528" y="176"/>
                </a:lnTo>
                <a:lnTo>
                  <a:pt x="2528" y="175"/>
                </a:lnTo>
                <a:lnTo>
                  <a:pt x="2529" y="175"/>
                </a:lnTo>
                <a:lnTo>
                  <a:pt x="2530" y="175"/>
                </a:lnTo>
                <a:lnTo>
                  <a:pt x="2531" y="176"/>
                </a:lnTo>
                <a:lnTo>
                  <a:pt x="2532" y="176"/>
                </a:lnTo>
                <a:lnTo>
                  <a:pt x="2532" y="175"/>
                </a:lnTo>
                <a:lnTo>
                  <a:pt x="2533" y="175"/>
                </a:lnTo>
                <a:lnTo>
                  <a:pt x="2534" y="175"/>
                </a:lnTo>
                <a:lnTo>
                  <a:pt x="2534" y="176"/>
                </a:lnTo>
                <a:lnTo>
                  <a:pt x="2535" y="176"/>
                </a:lnTo>
                <a:lnTo>
                  <a:pt x="2535" y="177"/>
                </a:lnTo>
                <a:lnTo>
                  <a:pt x="2536" y="178"/>
                </a:lnTo>
                <a:lnTo>
                  <a:pt x="2537" y="178"/>
                </a:lnTo>
                <a:lnTo>
                  <a:pt x="2537" y="177"/>
                </a:lnTo>
                <a:lnTo>
                  <a:pt x="2538" y="177"/>
                </a:lnTo>
                <a:lnTo>
                  <a:pt x="2540" y="177"/>
                </a:lnTo>
                <a:lnTo>
                  <a:pt x="2541" y="177"/>
                </a:lnTo>
                <a:lnTo>
                  <a:pt x="2542" y="178"/>
                </a:lnTo>
                <a:lnTo>
                  <a:pt x="2542" y="179"/>
                </a:lnTo>
                <a:lnTo>
                  <a:pt x="2542" y="180"/>
                </a:lnTo>
                <a:lnTo>
                  <a:pt x="2543" y="181"/>
                </a:lnTo>
                <a:lnTo>
                  <a:pt x="2545" y="182"/>
                </a:lnTo>
                <a:lnTo>
                  <a:pt x="2546" y="182"/>
                </a:lnTo>
                <a:lnTo>
                  <a:pt x="2546" y="183"/>
                </a:lnTo>
                <a:lnTo>
                  <a:pt x="2547" y="183"/>
                </a:lnTo>
                <a:lnTo>
                  <a:pt x="2547" y="184"/>
                </a:lnTo>
                <a:lnTo>
                  <a:pt x="2548" y="184"/>
                </a:lnTo>
                <a:lnTo>
                  <a:pt x="2548" y="185"/>
                </a:lnTo>
                <a:lnTo>
                  <a:pt x="2549" y="185"/>
                </a:lnTo>
                <a:lnTo>
                  <a:pt x="2549" y="186"/>
                </a:lnTo>
                <a:lnTo>
                  <a:pt x="2550" y="186"/>
                </a:lnTo>
                <a:lnTo>
                  <a:pt x="2551" y="186"/>
                </a:lnTo>
                <a:lnTo>
                  <a:pt x="2551" y="187"/>
                </a:lnTo>
                <a:lnTo>
                  <a:pt x="2552" y="187"/>
                </a:lnTo>
                <a:lnTo>
                  <a:pt x="2553" y="188"/>
                </a:lnTo>
                <a:lnTo>
                  <a:pt x="2554" y="189"/>
                </a:lnTo>
                <a:lnTo>
                  <a:pt x="2555" y="190"/>
                </a:lnTo>
                <a:lnTo>
                  <a:pt x="2556" y="191"/>
                </a:lnTo>
                <a:lnTo>
                  <a:pt x="2557" y="192"/>
                </a:lnTo>
                <a:lnTo>
                  <a:pt x="2557" y="193"/>
                </a:lnTo>
                <a:lnTo>
                  <a:pt x="2558" y="193"/>
                </a:lnTo>
                <a:lnTo>
                  <a:pt x="2559" y="194"/>
                </a:lnTo>
                <a:lnTo>
                  <a:pt x="2560" y="194"/>
                </a:lnTo>
                <a:lnTo>
                  <a:pt x="2560" y="195"/>
                </a:lnTo>
                <a:lnTo>
                  <a:pt x="2559" y="195"/>
                </a:lnTo>
                <a:lnTo>
                  <a:pt x="2559" y="196"/>
                </a:lnTo>
                <a:lnTo>
                  <a:pt x="2560" y="196"/>
                </a:lnTo>
                <a:lnTo>
                  <a:pt x="2560" y="197"/>
                </a:lnTo>
                <a:lnTo>
                  <a:pt x="2560" y="196"/>
                </a:lnTo>
                <a:lnTo>
                  <a:pt x="2561" y="196"/>
                </a:lnTo>
                <a:lnTo>
                  <a:pt x="2561" y="197"/>
                </a:lnTo>
                <a:lnTo>
                  <a:pt x="2562" y="197"/>
                </a:lnTo>
                <a:lnTo>
                  <a:pt x="2562" y="198"/>
                </a:lnTo>
                <a:lnTo>
                  <a:pt x="2563" y="199"/>
                </a:lnTo>
                <a:lnTo>
                  <a:pt x="2564" y="199"/>
                </a:lnTo>
                <a:lnTo>
                  <a:pt x="2564" y="200"/>
                </a:lnTo>
                <a:lnTo>
                  <a:pt x="2564" y="201"/>
                </a:lnTo>
                <a:lnTo>
                  <a:pt x="2565" y="202"/>
                </a:lnTo>
                <a:lnTo>
                  <a:pt x="2566" y="202"/>
                </a:lnTo>
                <a:lnTo>
                  <a:pt x="2566" y="203"/>
                </a:lnTo>
                <a:lnTo>
                  <a:pt x="2567" y="203"/>
                </a:lnTo>
                <a:lnTo>
                  <a:pt x="2567" y="204"/>
                </a:lnTo>
                <a:lnTo>
                  <a:pt x="2568" y="204"/>
                </a:lnTo>
                <a:lnTo>
                  <a:pt x="2568" y="205"/>
                </a:lnTo>
                <a:lnTo>
                  <a:pt x="2569" y="205"/>
                </a:lnTo>
                <a:lnTo>
                  <a:pt x="2568" y="205"/>
                </a:lnTo>
                <a:lnTo>
                  <a:pt x="2569" y="205"/>
                </a:lnTo>
                <a:lnTo>
                  <a:pt x="2570" y="206"/>
                </a:lnTo>
                <a:lnTo>
                  <a:pt x="2571" y="206"/>
                </a:lnTo>
                <a:lnTo>
                  <a:pt x="2571" y="207"/>
                </a:lnTo>
                <a:lnTo>
                  <a:pt x="2571" y="208"/>
                </a:lnTo>
                <a:lnTo>
                  <a:pt x="2572" y="208"/>
                </a:lnTo>
                <a:lnTo>
                  <a:pt x="2573" y="209"/>
                </a:lnTo>
                <a:lnTo>
                  <a:pt x="2572" y="209"/>
                </a:lnTo>
                <a:lnTo>
                  <a:pt x="2573" y="210"/>
                </a:lnTo>
                <a:lnTo>
                  <a:pt x="2574" y="211"/>
                </a:lnTo>
                <a:lnTo>
                  <a:pt x="2575" y="213"/>
                </a:lnTo>
                <a:lnTo>
                  <a:pt x="2576" y="213"/>
                </a:lnTo>
                <a:lnTo>
                  <a:pt x="2577" y="214"/>
                </a:lnTo>
                <a:lnTo>
                  <a:pt x="2577" y="215"/>
                </a:lnTo>
                <a:lnTo>
                  <a:pt x="2576" y="216"/>
                </a:lnTo>
                <a:lnTo>
                  <a:pt x="2576" y="217"/>
                </a:lnTo>
                <a:lnTo>
                  <a:pt x="2578" y="217"/>
                </a:lnTo>
                <a:lnTo>
                  <a:pt x="2579" y="217"/>
                </a:lnTo>
                <a:lnTo>
                  <a:pt x="2580" y="217"/>
                </a:lnTo>
                <a:lnTo>
                  <a:pt x="2581" y="217"/>
                </a:lnTo>
                <a:lnTo>
                  <a:pt x="2582" y="217"/>
                </a:lnTo>
                <a:lnTo>
                  <a:pt x="2584" y="218"/>
                </a:lnTo>
                <a:lnTo>
                  <a:pt x="2584" y="219"/>
                </a:lnTo>
                <a:lnTo>
                  <a:pt x="2585" y="219"/>
                </a:lnTo>
                <a:lnTo>
                  <a:pt x="2585" y="220"/>
                </a:lnTo>
                <a:lnTo>
                  <a:pt x="2586" y="220"/>
                </a:lnTo>
                <a:lnTo>
                  <a:pt x="2586" y="221"/>
                </a:lnTo>
                <a:lnTo>
                  <a:pt x="2585" y="221"/>
                </a:lnTo>
                <a:lnTo>
                  <a:pt x="2586" y="221"/>
                </a:lnTo>
                <a:lnTo>
                  <a:pt x="2586" y="222"/>
                </a:lnTo>
                <a:lnTo>
                  <a:pt x="2586" y="223"/>
                </a:lnTo>
                <a:lnTo>
                  <a:pt x="2587" y="224"/>
                </a:lnTo>
                <a:lnTo>
                  <a:pt x="2586" y="225"/>
                </a:lnTo>
                <a:lnTo>
                  <a:pt x="2586" y="226"/>
                </a:lnTo>
                <a:lnTo>
                  <a:pt x="2587" y="226"/>
                </a:lnTo>
                <a:lnTo>
                  <a:pt x="2588" y="226"/>
                </a:lnTo>
                <a:lnTo>
                  <a:pt x="2588" y="227"/>
                </a:lnTo>
                <a:lnTo>
                  <a:pt x="2590" y="226"/>
                </a:lnTo>
                <a:lnTo>
                  <a:pt x="2591" y="226"/>
                </a:lnTo>
                <a:lnTo>
                  <a:pt x="2591" y="227"/>
                </a:lnTo>
                <a:lnTo>
                  <a:pt x="2592" y="227"/>
                </a:lnTo>
                <a:lnTo>
                  <a:pt x="2591" y="228"/>
                </a:lnTo>
                <a:lnTo>
                  <a:pt x="2592" y="228"/>
                </a:lnTo>
                <a:lnTo>
                  <a:pt x="2592" y="229"/>
                </a:lnTo>
                <a:lnTo>
                  <a:pt x="2593" y="229"/>
                </a:lnTo>
                <a:lnTo>
                  <a:pt x="2594" y="229"/>
                </a:lnTo>
                <a:lnTo>
                  <a:pt x="2595" y="228"/>
                </a:lnTo>
                <a:lnTo>
                  <a:pt x="2596" y="228"/>
                </a:lnTo>
                <a:lnTo>
                  <a:pt x="2596" y="227"/>
                </a:lnTo>
                <a:lnTo>
                  <a:pt x="2596" y="228"/>
                </a:lnTo>
                <a:lnTo>
                  <a:pt x="2597" y="228"/>
                </a:lnTo>
                <a:lnTo>
                  <a:pt x="2597" y="229"/>
                </a:lnTo>
                <a:lnTo>
                  <a:pt x="2597" y="228"/>
                </a:lnTo>
                <a:lnTo>
                  <a:pt x="2598" y="228"/>
                </a:lnTo>
                <a:lnTo>
                  <a:pt x="2598" y="229"/>
                </a:lnTo>
                <a:lnTo>
                  <a:pt x="2597" y="229"/>
                </a:lnTo>
                <a:lnTo>
                  <a:pt x="2597" y="230"/>
                </a:lnTo>
                <a:lnTo>
                  <a:pt x="2598" y="230"/>
                </a:lnTo>
                <a:lnTo>
                  <a:pt x="2597" y="230"/>
                </a:lnTo>
                <a:lnTo>
                  <a:pt x="2596" y="231"/>
                </a:lnTo>
                <a:lnTo>
                  <a:pt x="2597" y="231"/>
                </a:lnTo>
                <a:lnTo>
                  <a:pt x="2598" y="231"/>
                </a:lnTo>
                <a:lnTo>
                  <a:pt x="2598" y="232"/>
                </a:lnTo>
                <a:lnTo>
                  <a:pt x="2597" y="232"/>
                </a:lnTo>
                <a:lnTo>
                  <a:pt x="2596" y="231"/>
                </a:lnTo>
                <a:lnTo>
                  <a:pt x="2596" y="232"/>
                </a:lnTo>
                <a:lnTo>
                  <a:pt x="2597" y="232"/>
                </a:lnTo>
                <a:lnTo>
                  <a:pt x="2598" y="233"/>
                </a:lnTo>
                <a:lnTo>
                  <a:pt x="2599" y="233"/>
                </a:lnTo>
                <a:lnTo>
                  <a:pt x="2600" y="233"/>
                </a:lnTo>
                <a:lnTo>
                  <a:pt x="2600" y="234"/>
                </a:lnTo>
                <a:lnTo>
                  <a:pt x="2599" y="234"/>
                </a:lnTo>
                <a:lnTo>
                  <a:pt x="2601" y="234"/>
                </a:lnTo>
                <a:lnTo>
                  <a:pt x="2601" y="235"/>
                </a:lnTo>
                <a:lnTo>
                  <a:pt x="2602" y="235"/>
                </a:lnTo>
                <a:lnTo>
                  <a:pt x="2602" y="236"/>
                </a:lnTo>
                <a:lnTo>
                  <a:pt x="2603" y="236"/>
                </a:lnTo>
                <a:lnTo>
                  <a:pt x="2604" y="236"/>
                </a:lnTo>
                <a:lnTo>
                  <a:pt x="2604" y="237"/>
                </a:lnTo>
                <a:lnTo>
                  <a:pt x="2603" y="237"/>
                </a:lnTo>
                <a:lnTo>
                  <a:pt x="2602" y="236"/>
                </a:lnTo>
                <a:lnTo>
                  <a:pt x="2602" y="237"/>
                </a:lnTo>
                <a:lnTo>
                  <a:pt x="2603" y="237"/>
                </a:lnTo>
                <a:lnTo>
                  <a:pt x="2602" y="238"/>
                </a:lnTo>
                <a:lnTo>
                  <a:pt x="2602" y="239"/>
                </a:lnTo>
                <a:lnTo>
                  <a:pt x="2601" y="239"/>
                </a:lnTo>
                <a:lnTo>
                  <a:pt x="2602" y="240"/>
                </a:lnTo>
                <a:lnTo>
                  <a:pt x="2602" y="241"/>
                </a:lnTo>
                <a:lnTo>
                  <a:pt x="2603" y="241"/>
                </a:lnTo>
                <a:lnTo>
                  <a:pt x="2602" y="242"/>
                </a:lnTo>
                <a:lnTo>
                  <a:pt x="2603" y="242"/>
                </a:lnTo>
                <a:lnTo>
                  <a:pt x="2603" y="243"/>
                </a:lnTo>
                <a:lnTo>
                  <a:pt x="2604" y="242"/>
                </a:lnTo>
                <a:lnTo>
                  <a:pt x="2605" y="242"/>
                </a:lnTo>
                <a:lnTo>
                  <a:pt x="2605" y="243"/>
                </a:lnTo>
                <a:lnTo>
                  <a:pt x="2605" y="244"/>
                </a:lnTo>
                <a:lnTo>
                  <a:pt x="2604" y="244"/>
                </a:lnTo>
                <a:lnTo>
                  <a:pt x="2604" y="245"/>
                </a:lnTo>
                <a:lnTo>
                  <a:pt x="2602" y="246"/>
                </a:lnTo>
                <a:lnTo>
                  <a:pt x="2602" y="247"/>
                </a:lnTo>
                <a:lnTo>
                  <a:pt x="2602" y="248"/>
                </a:lnTo>
                <a:lnTo>
                  <a:pt x="2602" y="247"/>
                </a:lnTo>
                <a:lnTo>
                  <a:pt x="2601" y="247"/>
                </a:lnTo>
                <a:lnTo>
                  <a:pt x="2600" y="248"/>
                </a:lnTo>
                <a:lnTo>
                  <a:pt x="2600" y="249"/>
                </a:lnTo>
                <a:lnTo>
                  <a:pt x="2601" y="249"/>
                </a:lnTo>
                <a:lnTo>
                  <a:pt x="2601" y="250"/>
                </a:lnTo>
                <a:lnTo>
                  <a:pt x="2600" y="250"/>
                </a:lnTo>
                <a:lnTo>
                  <a:pt x="2600" y="249"/>
                </a:lnTo>
                <a:lnTo>
                  <a:pt x="2599" y="250"/>
                </a:lnTo>
                <a:lnTo>
                  <a:pt x="2598" y="250"/>
                </a:lnTo>
                <a:lnTo>
                  <a:pt x="2599" y="251"/>
                </a:lnTo>
                <a:lnTo>
                  <a:pt x="2598" y="251"/>
                </a:lnTo>
                <a:lnTo>
                  <a:pt x="2598" y="252"/>
                </a:lnTo>
                <a:lnTo>
                  <a:pt x="2598" y="253"/>
                </a:lnTo>
                <a:lnTo>
                  <a:pt x="2597" y="253"/>
                </a:lnTo>
                <a:lnTo>
                  <a:pt x="2596" y="253"/>
                </a:lnTo>
                <a:lnTo>
                  <a:pt x="2596" y="252"/>
                </a:lnTo>
                <a:lnTo>
                  <a:pt x="2596" y="251"/>
                </a:lnTo>
                <a:lnTo>
                  <a:pt x="2595" y="251"/>
                </a:lnTo>
                <a:lnTo>
                  <a:pt x="2595" y="250"/>
                </a:lnTo>
                <a:lnTo>
                  <a:pt x="2595" y="251"/>
                </a:lnTo>
                <a:lnTo>
                  <a:pt x="2594" y="251"/>
                </a:lnTo>
                <a:lnTo>
                  <a:pt x="2594" y="252"/>
                </a:lnTo>
                <a:lnTo>
                  <a:pt x="2594" y="253"/>
                </a:lnTo>
                <a:lnTo>
                  <a:pt x="2593" y="253"/>
                </a:lnTo>
                <a:lnTo>
                  <a:pt x="2593" y="254"/>
                </a:lnTo>
                <a:lnTo>
                  <a:pt x="2594" y="254"/>
                </a:lnTo>
                <a:lnTo>
                  <a:pt x="2594" y="255"/>
                </a:lnTo>
                <a:lnTo>
                  <a:pt x="2593" y="255"/>
                </a:lnTo>
                <a:lnTo>
                  <a:pt x="2591" y="255"/>
                </a:lnTo>
                <a:lnTo>
                  <a:pt x="2590" y="255"/>
                </a:lnTo>
                <a:lnTo>
                  <a:pt x="2589" y="255"/>
                </a:lnTo>
                <a:lnTo>
                  <a:pt x="2590" y="255"/>
                </a:lnTo>
                <a:lnTo>
                  <a:pt x="2591" y="256"/>
                </a:lnTo>
                <a:lnTo>
                  <a:pt x="2592" y="256"/>
                </a:lnTo>
                <a:lnTo>
                  <a:pt x="2592" y="257"/>
                </a:lnTo>
                <a:lnTo>
                  <a:pt x="2591" y="257"/>
                </a:lnTo>
                <a:lnTo>
                  <a:pt x="2591" y="258"/>
                </a:lnTo>
                <a:lnTo>
                  <a:pt x="2590" y="258"/>
                </a:lnTo>
                <a:lnTo>
                  <a:pt x="2589" y="258"/>
                </a:lnTo>
                <a:lnTo>
                  <a:pt x="2588" y="258"/>
                </a:lnTo>
                <a:lnTo>
                  <a:pt x="2588" y="259"/>
                </a:lnTo>
                <a:lnTo>
                  <a:pt x="2587" y="259"/>
                </a:lnTo>
                <a:lnTo>
                  <a:pt x="2588" y="259"/>
                </a:lnTo>
                <a:lnTo>
                  <a:pt x="2588" y="260"/>
                </a:lnTo>
                <a:lnTo>
                  <a:pt x="2588" y="261"/>
                </a:lnTo>
                <a:lnTo>
                  <a:pt x="2587" y="261"/>
                </a:lnTo>
                <a:lnTo>
                  <a:pt x="2586" y="262"/>
                </a:lnTo>
                <a:lnTo>
                  <a:pt x="2585" y="262"/>
                </a:lnTo>
                <a:lnTo>
                  <a:pt x="2584" y="261"/>
                </a:lnTo>
                <a:lnTo>
                  <a:pt x="2583" y="261"/>
                </a:lnTo>
                <a:lnTo>
                  <a:pt x="2583" y="262"/>
                </a:lnTo>
                <a:lnTo>
                  <a:pt x="2583" y="263"/>
                </a:lnTo>
                <a:lnTo>
                  <a:pt x="2584" y="263"/>
                </a:lnTo>
                <a:lnTo>
                  <a:pt x="2584" y="264"/>
                </a:lnTo>
                <a:lnTo>
                  <a:pt x="2584" y="265"/>
                </a:lnTo>
                <a:lnTo>
                  <a:pt x="2583" y="265"/>
                </a:lnTo>
                <a:lnTo>
                  <a:pt x="2582" y="264"/>
                </a:lnTo>
                <a:lnTo>
                  <a:pt x="2581" y="264"/>
                </a:lnTo>
                <a:lnTo>
                  <a:pt x="2580" y="263"/>
                </a:lnTo>
                <a:lnTo>
                  <a:pt x="2580" y="264"/>
                </a:lnTo>
                <a:lnTo>
                  <a:pt x="2579" y="264"/>
                </a:lnTo>
                <a:lnTo>
                  <a:pt x="2578" y="264"/>
                </a:lnTo>
                <a:lnTo>
                  <a:pt x="2578" y="265"/>
                </a:lnTo>
                <a:lnTo>
                  <a:pt x="2577" y="265"/>
                </a:lnTo>
                <a:lnTo>
                  <a:pt x="2577" y="266"/>
                </a:lnTo>
                <a:lnTo>
                  <a:pt x="2576" y="266"/>
                </a:lnTo>
                <a:lnTo>
                  <a:pt x="2577" y="266"/>
                </a:lnTo>
                <a:lnTo>
                  <a:pt x="2578" y="266"/>
                </a:lnTo>
                <a:lnTo>
                  <a:pt x="2579" y="266"/>
                </a:lnTo>
                <a:lnTo>
                  <a:pt x="2579" y="267"/>
                </a:lnTo>
                <a:lnTo>
                  <a:pt x="2580" y="267"/>
                </a:lnTo>
                <a:lnTo>
                  <a:pt x="2580" y="268"/>
                </a:lnTo>
                <a:lnTo>
                  <a:pt x="2579" y="268"/>
                </a:lnTo>
                <a:lnTo>
                  <a:pt x="2578" y="268"/>
                </a:lnTo>
                <a:lnTo>
                  <a:pt x="2578" y="269"/>
                </a:lnTo>
                <a:lnTo>
                  <a:pt x="2579" y="269"/>
                </a:lnTo>
                <a:lnTo>
                  <a:pt x="2580" y="269"/>
                </a:lnTo>
                <a:lnTo>
                  <a:pt x="2581" y="269"/>
                </a:lnTo>
                <a:lnTo>
                  <a:pt x="2581" y="270"/>
                </a:lnTo>
                <a:lnTo>
                  <a:pt x="2582" y="270"/>
                </a:lnTo>
                <a:lnTo>
                  <a:pt x="2583" y="270"/>
                </a:lnTo>
                <a:lnTo>
                  <a:pt x="2583" y="271"/>
                </a:lnTo>
                <a:lnTo>
                  <a:pt x="2582" y="271"/>
                </a:lnTo>
                <a:lnTo>
                  <a:pt x="2582" y="272"/>
                </a:lnTo>
                <a:lnTo>
                  <a:pt x="2581" y="272"/>
                </a:lnTo>
                <a:lnTo>
                  <a:pt x="2581" y="273"/>
                </a:lnTo>
                <a:lnTo>
                  <a:pt x="2580" y="273"/>
                </a:lnTo>
                <a:lnTo>
                  <a:pt x="2579" y="273"/>
                </a:lnTo>
                <a:lnTo>
                  <a:pt x="2579" y="274"/>
                </a:lnTo>
                <a:lnTo>
                  <a:pt x="2580" y="274"/>
                </a:lnTo>
                <a:lnTo>
                  <a:pt x="2580" y="275"/>
                </a:lnTo>
                <a:lnTo>
                  <a:pt x="2581" y="275"/>
                </a:lnTo>
                <a:lnTo>
                  <a:pt x="2580" y="275"/>
                </a:lnTo>
                <a:lnTo>
                  <a:pt x="2580" y="276"/>
                </a:lnTo>
                <a:lnTo>
                  <a:pt x="2580" y="277"/>
                </a:lnTo>
                <a:lnTo>
                  <a:pt x="2580" y="278"/>
                </a:lnTo>
                <a:lnTo>
                  <a:pt x="2581" y="278"/>
                </a:lnTo>
                <a:lnTo>
                  <a:pt x="2581" y="279"/>
                </a:lnTo>
                <a:lnTo>
                  <a:pt x="2582" y="279"/>
                </a:lnTo>
                <a:lnTo>
                  <a:pt x="2581" y="280"/>
                </a:lnTo>
                <a:lnTo>
                  <a:pt x="2581" y="281"/>
                </a:lnTo>
                <a:lnTo>
                  <a:pt x="2582" y="282"/>
                </a:lnTo>
                <a:lnTo>
                  <a:pt x="2582" y="283"/>
                </a:lnTo>
                <a:lnTo>
                  <a:pt x="2583" y="284"/>
                </a:lnTo>
                <a:lnTo>
                  <a:pt x="2583" y="285"/>
                </a:lnTo>
                <a:lnTo>
                  <a:pt x="2582" y="285"/>
                </a:lnTo>
                <a:lnTo>
                  <a:pt x="2582" y="286"/>
                </a:lnTo>
                <a:lnTo>
                  <a:pt x="2583" y="286"/>
                </a:lnTo>
                <a:lnTo>
                  <a:pt x="2582" y="286"/>
                </a:lnTo>
                <a:lnTo>
                  <a:pt x="2582" y="287"/>
                </a:lnTo>
                <a:lnTo>
                  <a:pt x="2582" y="286"/>
                </a:lnTo>
                <a:lnTo>
                  <a:pt x="2581" y="287"/>
                </a:lnTo>
                <a:lnTo>
                  <a:pt x="2580" y="287"/>
                </a:lnTo>
                <a:lnTo>
                  <a:pt x="2580" y="288"/>
                </a:lnTo>
                <a:lnTo>
                  <a:pt x="2579" y="288"/>
                </a:lnTo>
                <a:lnTo>
                  <a:pt x="2578" y="288"/>
                </a:lnTo>
                <a:lnTo>
                  <a:pt x="2577" y="288"/>
                </a:lnTo>
                <a:lnTo>
                  <a:pt x="2577" y="289"/>
                </a:lnTo>
                <a:lnTo>
                  <a:pt x="2578" y="289"/>
                </a:lnTo>
                <a:lnTo>
                  <a:pt x="2578" y="290"/>
                </a:lnTo>
                <a:lnTo>
                  <a:pt x="2577" y="290"/>
                </a:lnTo>
                <a:lnTo>
                  <a:pt x="2576" y="291"/>
                </a:lnTo>
                <a:lnTo>
                  <a:pt x="2575" y="291"/>
                </a:lnTo>
                <a:lnTo>
                  <a:pt x="2575" y="290"/>
                </a:lnTo>
                <a:lnTo>
                  <a:pt x="2576" y="290"/>
                </a:lnTo>
                <a:lnTo>
                  <a:pt x="2576" y="289"/>
                </a:lnTo>
                <a:lnTo>
                  <a:pt x="2575" y="289"/>
                </a:lnTo>
                <a:lnTo>
                  <a:pt x="2574" y="289"/>
                </a:lnTo>
                <a:lnTo>
                  <a:pt x="2573" y="290"/>
                </a:lnTo>
                <a:lnTo>
                  <a:pt x="2572" y="291"/>
                </a:lnTo>
                <a:lnTo>
                  <a:pt x="2572" y="292"/>
                </a:lnTo>
                <a:lnTo>
                  <a:pt x="2571" y="292"/>
                </a:lnTo>
                <a:lnTo>
                  <a:pt x="2570" y="292"/>
                </a:lnTo>
                <a:lnTo>
                  <a:pt x="2570" y="293"/>
                </a:lnTo>
                <a:lnTo>
                  <a:pt x="2571" y="293"/>
                </a:lnTo>
                <a:lnTo>
                  <a:pt x="2570" y="293"/>
                </a:lnTo>
                <a:lnTo>
                  <a:pt x="2570" y="294"/>
                </a:lnTo>
                <a:lnTo>
                  <a:pt x="2569" y="294"/>
                </a:lnTo>
                <a:lnTo>
                  <a:pt x="2568" y="294"/>
                </a:lnTo>
                <a:lnTo>
                  <a:pt x="2567" y="294"/>
                </a:lnTo>
                <a:lnTo>
                  <a:pt x="2567" y="295"/>
                </a:lnTo>
                <a:lnTo>
                  <a:pt x="2567" y="296"/>
                </a:lnTo>
                <a:lnTo>
                  <a:pt x="2566" y="297"/>
                </a:lnTo>
                <a:lnTo>
                  <a:pt x="2565" y="297"/>
                </a:lnTo>
                <a:lnTo>
                  <a:pt x="2564" y="297"/>
                </a:lnTo>
                <a:lnTo>
                  <a:pt x="2563" y="297"/>
                </a:lnTo>
                <a:lnTo>
                  <a:pt x="2562" y="296"/>
                </a:lnTo>
                <a:lnTo>
                  <a:pt x="2561" y="296"/>
                </a:lnTo>
                <a:lnTo>
                  <a:pt x="2561" y="297"/>
                </a:lnTo>
                <a:lnTo>
                  <a:pt x="2560" y="297"/>
                </a:lnTo>
                <a:lnTo>
                  <a:pt x="2561" y="297"/>
                </a:lnTo>
                <a:lnTo>
                  <a:pt x="2561" y="298"/>
                </a:lnTo>
                <a:lnTo>
                  <a:pt x="2560" y="298"/>
                </a:lnTo>
                <a:lnTo>
                  <a:pt x="2559" y="297"/>
                </a:lnTo>
                <a:lnTo>
                  <a:pt x="2559" y="298"/>
                </a:lnTo>
                <a:lnTo>
                  <a:pt x="2559" y="299"/>
                </a:lnTo>
                <a:lnTo>
                  <a:pt x="2560" y="299"/>
                </a:lnTo>
                <a:lnTo>
                  <a:pt x="2560" y="300"/>
                </a:lnTo>
                <a:lnTo>
                  <a:pt x="2561" y="300"/>
                </a:lnTo>
                <a:lnTo>
                  <a:pt x="2561" y="301"/>
                </a:lnTo>
                <a:lnTo>
                  <a:pt x="2560" y="301"/>
                </a:lnTo>
                <a:lnTo>
                  <a:pt x="2560" y="302"/>
                </a:lnTo>
                <a:lnTo>
                  <a:pt x="2559" y="301"/>
                </a:lnTo>
                <a:lnTo>
                  <a:pt x="2557" y="300"/>
                </a:lnTo>
                <a:lnTo>
                  <a:pt x="2556" y="300"/>
                </a:lnTo>
                <a:lnTo>
                  <a:pt x="2555" y="300"/>
                </a:lnTo>
                <a:lnTo>
                  <a:pt x="2555" y="301"/>
                </a:lnTo>
                <a:lnTo>
                  <a:pt x="2554" y="301"/>
                </a:lnTo>
                <a:lnTo>
                  <a:pt x="2555" y="301"/>
                </a:lnTo>
                <a:lnTo>
                  <a:pt x="2555" y="302"/>
                </a:lnTo>
                <a:lnTo>
                  <a:pt x="2556" y="302"/>
                </a:lnTo>
                <a:lnTo>
                  <a:pt x="2556" y="303"/>
                </a:lnTo>
                <a:lnTo>
                  <a:pt x="2557" y="304"/>
                </a:lnTo>
                <a:lnTo>
                  <a:pt x="2556" y="304"/>
                </a:lnTo>
                <a:lnTo>
                  <a:pt x="2555" y="304"/>
                </a:lnTo>
                <a:lnTo>
                  <a:pt x="2555" y="305"/>
                </a:lnTo>
                <a:lnTo>
                  <a:pt x="2556" y="305"/>
                </a:lnTo>
                <a:lnTo>
                  <a:pt x="2557" y="305"/>
                </a:lnTo>
                <a:lnTo>
                  <a:pt x="2557" y="306"/>
                </a:lnTo>
                <a:lnTo>
                  <a:pt x="2556" y="307"/>
                </a:lnTo>
                <a:lnTo>
                  <a:pt x="2555" y="307"/>
                </a:lnTo>
                <a:lnTo>
                  <a:pt x="2555" y="308"/>
                </a:lnTo>
                <a:lnTo>
                  <a:pt x="2556" y="308"/>
                </a:lnTo>
                <a:lnTo>
                  <a:pt x="2556" y="309"/>
                </a:lnTo>
                <a:lnTo>
                  <a:pt x="2555" y="309"/>
                </a:lnTo>
                <a:lnTo>
                  <a:pt x="2554" y="309"/>
                </a:lnTo>
                <a:lnTo>
                  <a:pt x="2554" y="310"/>
                </a:lnTo>
                <a:lnTo>
                  <a:pt x="2553" y="310"/>
                </a:lnTo>
                <a:lnTo>
                  <a:pt x="2554" y="310"/>
                </a:lnTo>
                <a:lnTo>
                  <a:pt x="2555" y="310"/>
                </a:lnTo>
                <a:lnTo>
                  <a:pt x="2555" y="311"/>
                </a:lnTo>
                <a:lnTo>
                  <a:pt x="2554" y="311"/>
                </a:lnTo>
                <a:lnTo>
                  <a:pt x="2553" y="311"/>
                </a:lnTo>
                <a:lnTo>
                  <a:pt x="2552" y="311"/>
                </a:lnTo>
                <a:lnTo>
                  <a:pt x="2552" y="312"/>
                </a:lnTo>
                <a:lnTo>
                  <a:pt x="2551" y="312"/>
                </a:lnTo>
                <a:lnTo>
                  <a:pt x="2550" y="312"/>
                </a:lnTo>
                <a:lnTo>
                  <a:pt x="2550" y="313"/>
                </a:lnTo>
                <a:lnTo>
                  <a:pt x="2550" y="314"/>
                </a:lnTo>
                <a:lnTo>
                  <a:pt x="2550" y="315"/>
                </a:lnTo>
                <a:lnTo>
                  <a:pt x="2549" y="315"/>
                </a:lnTo>
                <a:lnTo>
                  <a:pt x="2548" y="316"/>
                </a:lnTo>
                <a:lnTo>
                  <a:pt x="2548" y="317"/>
                </a:lnTo>
                <a:lnTo>
                  <a:pt x="2549" y="317"/>
                </a:lnTo>
                <a:lnTo>
                  <a:pt x="2549" y="318"/>
                </a:lnTo>
                <a:lnTo>
                  <a:pt x="2548" y="318"/>
                </a:lnTo>
                <a:lnTo>
                  <a:pt x="2549" y="318"/>
                </a:lnTo>
                <a:lnTo>
                  <a:pt x="2549" y="319"/>
                </a:lnTo>
                <a:lnTo>
                  <a:pt x="2550" y="319"/>
                </a:lnTo>
                <a:lnTo>
                  <a:pt x="2549" y="319"/>
                </a:lnTo>
                <a:lnTo>
                  <a:pt x="2548" y="319"/>
                </a:lnTo>
                <a:lnTo>
                  <a:pt x="2547" y="319"/>
                </a:lnTo>
                <a:lnTo>
                  <a:pt x="2547" y="320"/>
                </a:lnTo>
                <a:lnTo>
                  <a:pt x="2548" y="320"/>
                </a:lnTo>
                <a:lnTo>
                  <a:pt x="2549" y="320"/>
                </a:lnTo>
                <a:lnTo>
                  <a:pt x="2549" y="321"/>
                </a:lnTo>
                <a:lnTo>
                  <a:pt x="2548" y="321"/>
                </a:lnTo>
                <a:lnTo>
                  <a:pt x="2548" y="322"/>
                </a:lnTo>
                <a:lnTo>
                  <a:pt x="2547" y="322"/>
                </a:lnTo>
                <a:lnTo>
                  <a:pt x="2546" y="323"/>
                </a:lnTo>
                <a:lnTo>
                  <a:pt x="2545" y="323"/>
                </a:lnTo>
                <a:lnTo>
                  <a:pt x="2544" y="323"/>
                </a:lnTo>
                <a:lnTo>
                  <a:pt x="2544" y="322"/>
                </a:lnTo>
                <a:lnTo>
                  <a:pt x="2543" y="322"/>
                </a:lnTo>
                <a:lnTo>
                  <a:pt x="2543" y="323"/>
                </a:lnTo>
                <a:lnTo>
                  <a:pt x="2543" y="324"/>
                </a:lnTo>
                <a:lnTo>
                  <a:pt x="2543" y="325"/>
                </a:lnTo>
                <a:lnTo>
                  <a:pt x="2542" y="325"/>
                </a:lnTo>
                <a:lnTo>
                  <a:pt x="2541" y="325"/>
                </a:lnTo>
                <a:lnTo>
                  <a:pt x="2541" y="326"/>
                </a:lnTo>
                <a:lnTo>
                  <a:pt x="2540" y="326"/>
                </a:lnTo>
                <a:lnTo>
                  <a:pt x="2538" y="326"/>
                </a:lnTo>
                <a:lnTo>
                  <a:pt x="2539" y="326"/>
                </a:lnTo>
                <a:lnTo>
                  <a:pt x="2540" y="327"/>
                </a:lnTo>
                <a:lnTo>
                  <a:pt x="2541" y="327"/>
                </a:lnTo>
                <a:lnTo>
                  <a:pt x="2541" y="328"/>
                </a:lnTo>
                <a:lnTo>
                  <a:pt x="2542" y="328"/>
                </a:lnTo>
                <a:lnTo>
                  <a:pt x="2542" y="329"/>
                </a:lnTo>
                <a:lnTo>
                  <a:pt x="2541" y="329"/>
                </a:lnTo>
                <a:lnTo>
                  <a:pt x="2539" y="329"/>
                </a:lnTo>
                <a:lnTo>
                  <a:pt x="2538" y="329"/>
                </a:lnTo>
                <a:lnTo>
                  <a:pt x="2538" y="330"/>
                </a:lnTo>
                <a:lnTo>
                  <a:pt x="2538" y="331"/>
                </a:lnTo>
                <a:lnTo>
                  <a:pt x="2537" y="331"/>
                </a:lnTo>
                <a:lnTo>
                  <a:pt x="2537" y="330"/>
                </a:lnTo>
                <a:lnTo>
                  <a:pt x="2536" y="330"/>
                </a:lnTo>
                <a:lnTo>
                  <a:pt x="2536" y="329"/>
                </a:lnTo>
                <a:lnTo>
                  <a:pt x="2536" y="328"/>
                </a:lnTo>
                <a:lnTo>
                  <a:pt x="2535" y="328"/>
                </a:lnTo>
                <a:lnTo>
                  <a:pt x="2535" y="329"/>
                </a:lnTo>
                <a:lnTo>
                  <a:pt x="2534" y="329"/>
                </a:lnTo>
                <a:lnTo>
                  <a:pt x="2534" y="330"/>
                </a:lnTo>
                <a:lnTo>
                  <a:pt x="2533" y="330"/>
                </a:lnTo>
                <a:lnTo>
                  <a:pt x="2533" y="331"/>
                </a:lnTo>
                <a:lnTo>
                  <a:pt x="2534" y="331"/>
                </a:lnTo>
                <a:lnTo>
                  <a:pt x="2533" y="331"/>
                </a:lnTo>
                <a:lnTo>
                  <a:pt x="2533" y="332"/>
                </a:lnTo>
                <a:lnTo>
                  <a:pt x="2532" y="332"/>
                </a:lnTo>
                <a:lnTo>
                  <a:pt x="2531" y="332"/>
                </a:lnTo>
                <a:lnTo>
                  <a:pt x="2532" y="332"/>
                </a:lnTo>
                <a:lnTo>
                  <a:pt x="2532" y="333"/>
                </a:lnTo>
                <a:lnTo>
                  <a:pt x="2533" y="333"/>
                </a:lnTo>
                <a:lnTo>
                  <a:pt x="2534" y="333"/>
                </a:lnTo>
                <a:lnTo>
                  <a:pt x="2534" y="334"/>
                </a:lnTo>
                <a:lnTo>
                  <a:pt x="2533" y="334"/>
                </a:lnTo>
                <a:lnTo>
                  <a:pt x="2533" y="335"/>
                </a:lnTo>
                <a:lnTo>
                  <a:pt x="2532" y="335"/>
                </a:lnTo>
                <a:lnTo>
                  <a:pt x="2533" y="335"/>
                </a:lnTo>
                <a:lnTo>
                  <a:pt x="2534" y="335"/>
                </a:lnTo>
                <a:lnTo>
                  <a:pt x="2535" y="336"/>
                </a:lnTo>
                <a:lnTo>
                  <a:pt x="2536" y="336"/>
                </a:lnTo>
                <a:lnTo>
                  <a:pt x="2537" y="336"/>
                </a:lnTo>
                <a:lnTo>
                  <a:pt x="2538" y="336"/>
                </a:lnTo>
                <a:lnTo>
                  <a:pt x="2539" y="337"/>
                </a:lnTo>
                <a:lnTo>
                  <a:pt x="2538" y="337"/>
                </a:lnTo>
                <a:lnTo>
                  <a:pt x="2538" y="338"/>
                </a:lnTo>
                <a:lnTo>
                  <a:pt x="2537" y="338"/>
                </a:lnTo>
                <a:lnTo>
                  <a:pt x="2536" y="338"/>
                </a:lnTo>
                <a:lnTo>
                  <a:pt x="2535" y="338"/>
                </a:lnTo>
                <a:lnTo>
                  <a:pt x="2535" y="337"/>
                </a:lnTo>
                <a:lnTo>
                  <a:pt x="2534" y="337"/>
                </a:lnTo>
                <a:lnTo>
                  <a:pt x="2533" y="337"/>
                </a:lnTo>
                <a:lnTo>
                  <a:pt x="2532" y="337"/>
                </a:lnTo>
                <a:lnTo>
                  <a:pt x="2532" y="338"/>
                </a:lnTo>
                <a:lnTo>
                  <a:pt x="2531" y="338"/>
                </a:lnTo>
                <a:lnTo>
                  <a:pt x="2531" y="339"/>
                </a:lnTo>
                <a:lnTo>
                  <a:pt x="2532" y="339"/>
                </a:lnTo>
                <a:lnTo>
                  <a:pt x="2533" y="339"/>
                </a:lnTo>
                <a:lnTo>
                  <a:pt x="2534" y="339"/>
                </a:lnTo>
                <a:lnTo>
                  <a:pt x="2535" y="339"/>
                </a:lnTo>
                <a:lnTo>
                  <a:pt x="2535" y="340"/>
                </a:lnTo>
                <a:lnTo>
                  <a:pt x="2535" y="341"/>
                </a:lnTo>
                <a:lnTo>
                  <a:pt x="2535" y="342"/>
                </a:lnTo>
                <a:lnTo>
                  <a:pt x="2534" y="342"/>
                </a:lnTo>
                <a:lnTo>
                  <a:pt x="2534" y="343"/>
                </a:lnTo>
                <a:lnTo>
                  <a:pt x="2533" y="343"/>
                </a:lnTo>
                <a:lnTo>
                  <a:pt x="2531" y="343"/>
                </a:lnTo>
                <a:lnTo>
                  <a:pt x="2530" y="343"/>
                </a:lnTo>
                <a:lnTo>
                  <a:pt x="2530" y="344"/>
                </a:lnTo>
                <a:lnTo>
                  <a:pt x="2530" y="345"/>
                </a:lnTo>
                <a:lnTo>
                  <a:pt x="2530" y="346"/>
                </a:lnTo>
                <a:lnTo>
                  <a:pt x="2529" y="347"/>
                </a:lnTo>
                <a:lnTo>
                  <a:pt x="2528" y="347"/>
                </a:lnTo>
                <a:lnTo>
                  <a:pt x="2527" y="347"/>
                </a:lnTo>
                <a:lnTo>
                  <a:pt x="2526" y="347"/>
                </a:lnTo>
                <a:lnTo>
                  <a:pt x="2525" y="347"/>
                </a:lnTo>
                <a:lnTo>
                  <a:pt x="2525" y="348"/>
                </a:lnTo>
                <a:lnTo>
                  <a:pt x="2526" y="348"/>
                </a:lnTo>
                <a:lnTo>
                  <a:pt x="2526" y="349"/>
                </a:lnTo>
                <a:lnTo>
                  <a:pt x="2526" y="350"/>
                </a:lnTo>
                <a:lnTo>
                  <a:pt x="2527" y="350"/>
                </a:lnTo>
                <a:lnTo>
                  <a:pt x="2528" y="350"/>
                </a:lnTo>
                <a:lnTo>
                  <a:pt x="2529" y="350"/>
                </a:lnTo>
                <a:lnTo>
                  <a:pt x="2529" y="351"/>
                </a:lnTo>
                <a:lnTo>
                  <a:pt x="2528" y="351"/>
                </a:lnTo>
                <a:lnTo>
                  <a:pt x="2528" y="352"/>
                </a:lnTo>
                <a:lnTo>
                  <a:pt x="2527" y="352"/>
                </a:lnTo>
                <a:lnTo>
                  <a:pt x="2528" y="353"/>
                </a:lnTo>
                <a:lnTo>
                  <a:pt x="2529" y="353"/>
                </a:lnTo>
                <a:lnTo>
                  <a:pt x="2529" y="354"/>
                </a:lnTo>
                <a:lnTo>
                  <a:pt x="2530" y="354"/>
                </a:lnTo>
                <a:lnTo>
                  <a:pt x="2530" y="355"/>
                </a:lnTo>
                <a:lnTo>
                  <a:pt x="2530" y="356"/>
                </a:lnTo>
                <a:lnTo>
                  <a:pt x="2529" y="356"/>
                </a:lnTo>
                <a:lnTo>
                  <a:pt x="2528" y="356"/>
                </a:lnTo>
                <a:lnTo>
                  <a:pt x="2528" y="357"/>
                </a:lnTo>
                <a:lnTo>
                  <a:pt x="2529" y="357"/>
                </a:lnTo>
                <a:lnTo>
                  <a:pt x="2529" y="358"/>
                </a:lnTo>
                <a:lnTo>
                  <a:pt x="2530" y="358"/>
                </a:lnTo>
                <a:lnTo>
                  <a:pt x="2530" y="359"/>
                </a:lnTo>
                <a:lnTo>
                  <a:pt x="2529" y="359"/>
                </a:lnTo>
                <a:lnTo>
                  <a:pt x="2528" y="360"/>
                </a:lnTo>
                <a:lnTo>
                  <a:pt x="2526" y="360"/>
                </a:lnTo>
                <a:lnTo>
                  <a:pt x="2525" y="360"/>
                </a:lnTo>
                <a:lnTo>
                  <a:pt x="2524" y="360"/>
                </a:lnTo>
                <a:lnTo>
                  <a:pt x="2524" y="361"/>
                </a:lnTo>
                <a:lnTo>
                  <a:pt x="2525" y="362"/>
                </a:lnTo>
                <a:lnTo>
                  <a:pt x="2526" y="362"/>
                </a:lnTo>
                <a:lnTo>
                  <a:pt x="2527" y="362"/>
                </a:lnTo>
                <a:lnTo>
                  <a:pt x="2528" y="363"/>
                </a:lnTo>
                <a:lnTo>
                  <a:pt x="2528" y="364"/>
                </a:lnTo>
                <a:lnTo>
                  <a:pt x="2529" y="364"/>
                </a:lnTo>
                <a:lnTo>
                  <a:pt x="2528" y="364"/>
                </a:lnTo>
                <a:lnTo>
                  <a:pt x="2528" y="365"/>
                </a:lnTo>
                <a:lnTo>
                  <a:pt x="2529" y="365"/>
                </a:lnTo>
                <a:lnTo>
                  <a:pt x="2529" y="366"/>
                </a:lnTo>
                <a:lnTo>
                  <a:pt x="2528" y="367"/>
                </a:lnTo>
                <a:lnTo>
                  <a:pt x="2528" y="368"/>
                </a:lnTo>
                <a:lnTo>
                  <a:pt x="2527" y="369"/>
                </a:lnTo>
                <a:lnTo>
                  <a:pt x="2527" y="370"/>
                </a:lnTo>
                <a:lnTo>
                  <a:pt x="2526" y="370"/>
                </a:lnTo>
                <a:lnTo>
                  <a:pt x="2527" y="370"/>
                </a:lnTo>
                <a:lnTo>
                  <a:pt x="2528" y="370"/>
                </a:lnTo>
                <a:lnTo>
                  <a:pt x="2528" y="371"/>
                </a:lnTo>
                <a:lnTo>
                  <a:pt x="2528" y="372"/>
                </a:lnTo>
                <a:lnTo>
                  <a:pt x="2528" y="373"/>
                </a:lnTo>
                <a:lnTo>
                  <a:pt x="2528" y="374"/>
                </a:lnTo>
                <a:lnTo>
                  <a:pt x="2528" y="375"/>
                </a:lnTo>
                <a:lnTo>
                  <a:pt x="2528" y="376"/>
                </a:lnTo>
                <a:lnTo>
                  <a:pt x="2527" y="377"/>
                </a:lnTo>
                <a:lnTo>
                  <a:pt x="2527" y="378"/>
                </a:lnTo>
                <a:lnTo>
                  <a:pt x="2526" y="378"/>
                </a:lnTo>
                <a:lnTo>
                  <a:pt x="2526" y="379"/>
                </a:lnTo>
                <a:lnTo>
                  <a:pt x="2526" y="380"/>
                </a:lnTo>
                <a:lnTo>
                  <a:pt x="2525" y="380"/>
                </a:lnTo>
                <a:lnTo>
                  <a:pt x="2525" y="379"/>
                </a:lnTo>
                <a:lnTo>
                  <a:pt x="2525" y="378"/>
                </a:lnTo>
                <a:lnTo>
                  <a:pt x="2524" y="378"/>
                </a:lnTo>
                <a:lnTo>
                  <a:pt x="2524" y="377"/>
                </a:lnTo>
                <a:lnTo>
                  <a:pt x="2523" y="377"/>
                </a:lnTo>
                <a:lnTo>
                  <a:pt x="2522" y="376"/>
                </a:lnTo>
                <a:lnTo>
                  <a:pt x="2521" y="376"/>
                </a:lnTo>
                <a:lnTo>
                  <a:pt x="2520" y="376"/>
                </a:lnTo>
                <a:lnTo>
                  <a:pt x="2520" y="377"/>
                </a:lnTo>
                <a:lnTo>
                  <a:pt x="2520" y="378"/>
                </a:lnTo>
                <a:lnTo>
                  <a:pt x="2520" y="379"/>
                </a:lnTo>
                <a:lnTo>
                  <a:pt x="2520" y="380"/>
                </a:lnTo>
                <a:lnTo>
                  <a:pt x="2521" y="380"/>
                </a:lnTo>
                <a:lnTo>
                  <a:pt x="2521" y="381"/>
                </a:lnTo>
                <a:lnTo>
                  <a:pt x="2521" y="382"/>
                </a:lnTo>
                <a:lnTo>
                  <a:pt x="2522" y="382"/>
                </a:lnTo>
                <a:lnTo>
                  <a:pt x="2523" y="382"/>
                </a:lnTo>
                <a:lnTo>
                  <a:pt x="2523" y="381"/>
                </a:lnTo>
                <a:lnTo>
                  <a:pt x="2524" y="381"/>
                </a:lnTo>
                <a:lnTo>
                  <a:pt x="2524" y="380"/>
                </a:lnTo>
                <a:lnTo>
                  <a:pt x="2524" y="381"/>
                </a:lnTo>
                <a:lnTo>
                  <a:pt x="2524" y="382"/>
                </a:lnTo>
                <a:lnTo>
                  <a:pt x="2525" y="382"/>
                </a:lnTo>
                <a:lnTo>
                  <a:pt x="2525" y="383"/>
                </a:lnTo>
                <a:lnTo>
                  <a:pt x="2526" y="383"/>
                </a:lnTo>
                <a:lnTo>
                  <a:pt x="2526" y="384"/>
                </a:lnTo>
                <a:lnTo>
                  <a:pt x="2527" y="384"/>
                </a:lnTo>
                <a:lnTo>
                  <a:pt x="2528" y="384"/>
                </a:lnTo>
                <a:lnTo>
                  <a:pt x="2529" y="384"/>
                </a:lnTo>
                <a:lnTo>
                  <a:pt x="2529" y="385"/>
                </a:lnTo>
                <a:lnTo>
                  <a:pt x="2529" y="386"/>
                </a:lnTo>
                <a:lnTo>
                  <a:pt x="2528" y="386"/>
                </a:lnTo>
                <a:lnTo>
                  <a:pt x="2528" y="387"/>
                </a:lnTo>
                <a:lnTo>
                  <a:pt x="2529" y="387"/>
                </a:lnTo>
                <a:lnTo>
                  <a:pt x="2529" y="388"/>
                </a:lnTo>
                <a:lnTo>
                  <a:pt x="2529" y="389"/>
                </a:lnTo>
                <a:lnTo>
                  <a:pt x="2529" y="390"/>
                </a:lnTo>
                <a:lnTo>
                  <a:pt x="2528" y="390"/>
                </a:lnTo>
                <a:lnTo>
                  <a:pt x="2528" y="389"/>
                </a:lnTo>
                <a:lnTo>
                  <a:pt x="2527" y="389"/>
                </a:lnTo>
                <a:lnTo>
                  <a:pt x="2527" y="390"/>
                </a:lnTo>
                <a:lnTo>
                  <a:pt x="2528" y="390"/>
                </a:lnTo>
                <a:lnTo>
                  <a:pt x="2528" y="391"/>
                </a:lnTo>
                <a:lnTo>
                  <a:pt x="2528" y="392"/>
                </a:lnTo>
                <a:lnTo>
                  <a:pt x="2528" y="393"/>
                </a:lnTo>
                <a:lnTo>
                  <a:pt x="2529" y="393"/>
                </a:lnTo>
                <a:lnTo>
                  <a:pt x="2530" y="393"/>
                </a:lnTo>
                <a:lnTo>
                  <a:pt x="2530" y="394"/>
                </a:lnTo>
                <a:lnTo>
                  <a:pt x="2529" y="394"/>
                </a:lnTo>
                <a:lnTo>
                  <a:pt x="2529" y="395"/>
                </a:lnTo>
                <a:lnTo>
                  <a:pt x="2529" y="396"/>
                </a:lnTo>
                <a:lnTo>
                  <a:pt x="2530" y="396"/>
                </a:lnTo>
                <a:lnTo>
                  <a:pt x="2532" y="397"/>
                </a:lnTo>
                <a:lnTo>
                  <a:pt x="2532" y="398"/>
                </a:lnTo>
                <a:lnTo>
                  <a:pt x="2533" y="398"/>
                </a:lnTo>
                <a:lnTo>
                  <a:pt x="2533" y="399"/>
                </a:lnTo>
                <a:lnTo>
                  <a:pt x="2532" y="399"/>
                </a:lnTo>
                <a:lnTo>
                  <a:pt x="2532" y="400"/>
                </a:lnTo>
                <a:lnTo>
                  <a:pt x="2531" y="400"/>
                </a:lnTo>
                <a:lnTo>
                  <a:pt x="2531" y="401"/>
                </a:lnTo>
                <a:lnTo>
                  <a:pt x="2532" y="401"/>
                </a:lnTo>
                <a:lnTo>
                  <a:pt x="2532" y="403"/>
                </a:lnTo>
                <a:lnTo>
                  <a:pt x="2532" y="404"/>
                </a:lnTo>
                <a:lnTo>
                  <a:pt x="2531" y="404"/>
                </a:lnTo>
                <a:lnTo>
                  <a:pt x="2531" y="405"/>
                </a:lnTo>
                <a:lnTo>
                  <a:pt x="2532" y="405"/>
                </a:lnTo>
                <a:lnTo>
                  <a:pt x="2533" y="405"/>
                </a:lnTo>
                <a:lnTo>
                  <a:pt x="2533" y="406"/>
                </a:lnTo>
                <a:lnTo>
                  <a:pt x="2533" y="407"/>
                </a:lnTo>
                <a:lnTo>
                  <a:pt x="2532" y="407"/>
                </a:lnTo>
                <a:lnTo>
                  <a:pt x="2533" y="408"/>
                </a:lnTo>
                <a:lnTo>
                  <a:pt x="2532" y="408"/>
                </a:lnTo>
                <a:lnTo>
                  <a:pt x="2531" y="408"/>
                </a:lnTo>
                <a:lnTo>
                  <a:pt x="2531" y="409"/>
                </a:lnTo>
                <a:lnTo>
                  <a:pt x="2532" y="409"/>
                </a:lnTo>
                <a:lnTo>
                  <a:pt x="2532" y="410"/>
                </a:lnTo>
                <a:lnTo>
                  <a:pt x="2532" y="411"/>
                </a:lnTo>
                <a:lnTo>
                  <a:pt x="2531" y="411"/>
                </a:lnTo>
                <a:lnTo>
                  <a:pt x="2531" y="412"/>
                </a:lnTo>
                <a:lnTo>
                  <a:pt x="2532" y="412"/>
                </a:lnTo>
                <a:lnTo>
                  <a:pt x="2532" y="413"/>
                </a:lnTo>
                <a:lnTo>
                  <a:pt x="2531" y="413"/>
                </a:lnTo>
                <a:lnTo>
                  <a:pt x="2530" y="414"/>
                </a:lnTo>
                <a:lnTo>
                  <a:pt x="2529" y="415"/>
                </a:lnTo>
                <a:lnTo>
                  <a:pt x="2529" y="416"/>
                </a:lnTo>
                <a:lnTo>
                  <a:pt x="2528" y="416"/>
                </a:lnTo>
                <a:lnTo>
                  <a:pt x="2527" y="416"/>
                </a:lnTo>
                <a:lnTo>
                  <a:pt x="2527" y="417"/>
                </a:lnTo>
                <a:lnTo>
                  <a:pt x="2528" y="417"/>
                </a:lnTo>
                <a:lnTo>
                  <a:pt x="2529" y="417"/>
                </a:lnTo>
                <a:lnTo>
                  <a:pt x="2528" y="418"/>
                </a:lnTo>
                <a:lnTo>
                  <a:pt x="2528" y="419"/>
                </a:lnTo>
                <a:lnTo>
                  <a:pt x="2529" y="419"/>
                </a:lnTo>
                <a:lnTo>
                  <a:pt x="2529" y="418"/>
                </a:lnTo>
                <a:lnTo>
                  <a:pt x="2529" y="419"/>
                </a:lnTo>
                <a:lnTo>
                  <a:pt x="2530" y="419"/>
                </a:lnTo>
                <a:lnTo>
                  <a:pt x="2529" y="419"/>
                </a:lnTo>
                <a:lnTo>
                  <a:pt x="2528" y="419"/>
                </a:lnTo>
                <a:lnTo>
                  <a:pt x="2527" y="420"/>
                </a:lnTo>
                <a:lnTo>
                  <a:pt x="2528" y="420"/>
                </a:lnTo>
                <a:lnTo>
                  <a:pt x="2529" y="420"/>
                </a:lnTo>
                <a:lnTo>
                  <a:pt x="2529" y="421"/>
                </a:lnTo>
                <a:lnTo>
                  <a:pt x="2529" y="422"/>
                </a:lnTo>
                <a:lnTo>
                  <a:pt x="2529" y="423"/>
                </a:lnTo>
                <a:lnTo>
                  <a:pt x="2528" y="423"/>
                </a:lnTo>
                <a:lnTo>
                  <a:pt x="2528" y="424"/>
                </a:lnTo>
                <a:lnTo>
                  <a:pt x="2528" y="425"/>
                </a:lnTo>
                <a:lnTo>
                  <a:pt x="2528" y="426"/>
                </a:lnTo>
                <a:lnTo>
                  <a:pt x="2527" y="426"/>
                </a:lnTo>
                <a:lnTo>
                  <a:pt x="2525" y="426"/>
                </a:lnTo>
                <a:lnTo>
                  <a:pt x="2525" y="427"/>
                </a:lnTo>
                <a:lnTo>
                  <a:pt x="2524" y="427"/>
                </a:lnTo>
                <a:lnTo>
                  <a:pt x="2523" y="428"/>
                </a:lnTo>
                <a:lnTo>
                  <a:pt x="2523" y="429"/>
                </a:lnTo>
                <a:lnTo>
                  <a:pt x="2522" y="429"/>
                </a:lnTo>
                <a:lnTo>
                  <a:pt x="2522" y="430"/>
                </a:lnTo>
                <a:lnTo>
                  <a:pt x="2521" y="430"/>
                </a:lnTo>
                <a:lnTo>
                  <a:pt x="2521" y="431"/>
                </a:lnTo>
                <a:lnTo>
                  <a:pt x="2520" y="431"/>
                </a:lnTo>
                <a:lnTo>
                  <a:pt x="2519" y="432"/>
                </a:lnTo>
                <a:lnTo>
                  <a:pt x="2518" y="432"/>
                </a:lnTo>
                <a:lnTo>
                  <a:pt x="2517" y="432"/>
                </a:lnTo>
                <a:lnTo>
                  <a:pt x="2516" y="431"/>
                </a:lnTo>
                <a:lnTo>
                  <a:pt x="2515" y="431"/>
                </a:lnTo>
                <a:lnTo>
                  <a:pt x="2514" y="431"/>
                </a:lnTo>
                <a:lnTo>
                  <a:pt x="2514" y="430"/>
                </a:lnTo>
                <a:lnTo>
                  <a:pt x="2513" y="430"/>
                </a:lnTo>
                <a:lnTo>
                  <a:pt x="2512" y="430"/>
                </a:lnTo>
                <a:lnTo>
                  <a:pt x="2512" y="429"/>
                </a:lnTo>
                <a:lnTo>
                  <a:pt x="2511" y="429"/>
                </a:lnTo>
                <a:lnTo>
                  <a:pt x="2511" y="428"/>
                </a:lnTo>
                <a:lnTo>
                  <a:pt x="2512" y="428"/>
                </a:lnTo>
                <a:lnTo>
                  <a:pt x="2512" y="427"/>
                </a:lnTo>
                <a:lnTo>
                  <a:pt x="2511" y="427"/>
                </a:lnTo>
                <a:lnTo>
                  <a:pt x="2510" y="427"/>
                </a:lnTo>
                <a:lnTo>
                  <a:pt x="2509" y="427"/>
                </a:lnTo>
                <a:lnTo>
                  <a:pt x="2508" y="427"/>
                </a:lnTo>
                <a:lnTo>
                  <a:pt x="2508" y="428"/>
                </a:lnTo>
                <a:lnTo>
                  <a:pt x="2507" y="428"/>
                </a:lnTo>
                <a:lnTo>
                  <a:pt x="2506" y="428"/>
                </a:lnTo>
                <a:lnTo>
                  <a:pt x="2505" y="428"/>
                </a:lnTo>
                <a:lnTo>
                  <a:pt x="2504" y="428"/>
                </a:lnTo>
                <a:lnTo>
                  <a:pt x="2503" y="428"/>
                </a:lnTo>
                <a:lnTo>
                  <a:pt x="2503" y="427"/>
                </a:lnTo>
                <a:lnTo>
                  <a:pt x="2502" y="427"/>
                </a:lnTo>
                <a:lnTo>
                  <a:pt x="2501" y="427"/>
                </a:lnTo>
                <a:lnTo>
                  <a:pt x="2501" y="426"/>
                </a:lnTo>
                <a:lnTo>
                  <a:pt x="2500" y="426"/>
                </a:lnTo>
                <a:lnTo>
                  <a:pt x="2499" y="426"/>
                </a:lnTo>
                <a:lnTo>
                  <a:pt x="2499" y="427"/>
                </a:lnTo>
                <a:lnTo>
                  <a:pt x="2498" y="427"/>
                </a:lnTo>
                <a:lnTo>
                  <a:pt x="2497" y="427"/>
                </a:lnTo>
                <a:lnTo>
                  <a:pt x="2496" y="428"/>
                </a:lnTo>
                <a:lnTo>
                  <a:pt x="2495" y="429"/>
                </a:lnTo>
                <a:lnTo>
                  <a:pt x="2495" y="430"/>
                </a:lnTo>
                <a:lnTo>
                  <a:pt x="2495" y="431"/>
                </a:lnTo>
                <a:lnTo>
                  <a:pt x="2495" y="432"/>
                </a:lnTo>
                <a:lnTo>
                  <a:pt x="2494" y="432"/>
                </a:lnTo>
                <a:lnTo>
                  <a:pt x="2493" y="432"/>
                </a:lnTo>
                <a:lnTo>
                  <a:pt x="2493" y="433"/>
                </a:lnTo>
                <a:lnTo>
                  <a:pt x="2491" y="433"/>
                </a:lnTo>
                <a:lnTo>
                  <a:pt x="2491" y="434"/>
                </a:lnTo>
                <a:lnTo>
                  <a:pt x="2491" y="435"/>
                </a:lnTo>
                <a:lnTo>
                  <a:pt x="2492" y="435"/>
                </a:lnTo>
                <a:lnTo>
                  <a:pt x="2492" y="436"/>
                </a:lnTo>
                <a:lnTo>
                  <a:pt x="2493" y="436"/>
                </a:lnTo>
                <a:lnTo>
                  <a:pt x="2493" y="437"/>
                </a:lnTo>
                <a:lnTo>
                  <a:pt x="2493" y="438"/>
                </a:lnTo>
                <a:lnTo>
                  <a:pt x="2492" y="438"/>
                </a:lnTo>
                <a:lnTo>
                  <a:pt x="2492" y="439"/>
                </a:lnTo>
                <a:lnTo>
                  <a:pt x="2492" y="440"/>
                </a:lnTo>
                <a:lnTo>
                  <a:pt x="2492" y="441"/>
                </a:lnTo>
                <a:lnTo>
                  <a:pt x="2491" y="441"/>
                </a:lnTo>
                <a:lnTo>
                  <a:pt x="2491" y="442"/>
                </a:lnTo>
                <a:lnTo>
                  <a:pt x="2491" y="443"/>
                </a:lnTo>
                <a:lnTo>
                  <a:pt x="2490" y="444"/>
                </a:lnTo>
                <a:lnTo>
                  <a:pt x="2489" y="445"/>
                </a:lnTo>
                <a:lnTo>
                  <a:pt x="2488" y="445"/>
                </a:lnTo>
                <a:lnTo>
                  <a:pt x="2487" y="447"/>
                </a:lnTo>
                <a:lnTo>
                  <a:pt x="2486" y="448"/>
                </a:lnTo>
                <a:lnTo>
                  <a:pt x="2486" y="450"/>
                </a:lnTo>
                <a:lnTo>
                  <a:pt x="2486" y="451"/>
                </a:lnTo>
                <a:lnTo>
                  <a:pt x="2486" y="452"/>
                </a:lnTo>
                <a:lnTo>
                  <a:pt x="2486" y="453"/>
                </a:lnTo>
                <a:lnTo>
                  <a:pt x="2485" y="453"/>
                </a:lnTo>
                <a:lnTo>
                  <a:pt x="2483" y="453"/>
                </a:lnTo>
                <a:lnTo>
                  <a:pt x="2482" y="454"/>
                </a:lnTo>
                <a:lnTo>
                  <a:pt x="2482" y="455"/>
                </a:lnTo>
                <a:lnTo>
                  <a:pt x="2482" y="456"/>
                </a:lnTo>
                <a:lnTo>
                  <a:pt x="2482" y="457"/>
                </a:lnTo>
                <a:lnTo>
                  <a:pt x="2482" y="458"/>
                </a:lnTo>
                <a:lnTo>
                  <a:pt x="2482" y="459"/>
                </a:lnTo>
                <a:lnTo>
                  <a:pt x="2480" y="461"/>
                </a:lnTo>
                <a:lnTo>
                  <a:pt x="2479" y="461"/>
                </a:lnTo>
                <a:lnTo>
                  <a:pt x="2477" y="462"/>
                </a:lnTo>
                <a:lnTo>
                  <a:pt x="2477" y="463"/>
                </a:lnTo>
                <a:lnTo>
                  <a:pt x="2476" y="463"/>
                </a:lnTo>
                <a:lnTo>
                  <a:pt x="2476" y="464"/>
                </a:lnTo>
                <a:lnTo>
                  <a:pt x="2476" y="465"/>
                </a:lnTo>
                <a:lnTo>
                  <a:pt x="2476" y="466"/>
                </a:lnTo>
                <a:lnTo>
                  <a:pt x="2477" y="466"/>
                </a:lnTo>
                <a:lnTo>
                  <a:pt x="2477" y="467"/>
                </a:lnTo>
                <a:lnTo>
                  <a:pt x="2477" y="468"/>
                </a:lnTo>
                <a:lnTo>
                  <a:pt x="2476" y="468"/>
                </a:lnTo>
                <a:lnTo>
                  <a:pt x="2475" y="469"/>
                </a:lnTo>
                <a:lnTo>
                  <a:pt x="2474" y="469"/>
                </a:lnTo>
                <a:lnTo>
                  <a:pt x="2474" y="470"/>
                </a:lnTo>
                <a:lnTo>
                  <a:pt x="2474" y="471"/>
                </a:lnTo>
                <a:lnTo>
                  <a:pt x="2473" y="471"/>
                </a:lnTo>
                <a:lnTo>
                  <a:pt x="2474" y="472"/>
                </a:lnTo>
                <a:lnTo>
                  <a:pt x="2474" y="474"/>
                </a:lnTo>
                <a:lnTo>
                  <a:pt x="2474" y="475"/>
                </a:lnTo>
                <a:lnTo>
                  <a:pt x="2474" y="477"/>
                </a:lnTo>
                <a:lnTo>
                  <a:pt x="2474" y="479"/>
                </a:lnTo>
                <a:lnTo>
                  <a:pt x="2473" y="479"/>
                </a:lnTo>
                <a:lnTo>
                  <a:pt x="2473" y="480"/>
                </a:lnTo>
                <a:lnTo>
                  <a:pt x="2472" y="480"/>
                </a:lnTo>
                <a:lnTo>
                  <a:pt x="2473" y="482"/>
                </a:lnTo>
                <a:lnTo>
                  <a:pt x="2472" y="483"/>
                </a:lnTo>
                <a:lnTo>
                  <a:pt x="2471" y="483"/>
                </a:lnTo>
                <a:lnTo>
                  <a:pt x="2471" y="484"/>
                </a:lnTo>
                <a:lnTo>
                  <a:pt x="2470" y="484"/>
                </a:lnTo>
                <a:lnTo>
                  <a:pt x="2470" y="485"/>
                </a:lnTo>
                <a:lnTo>
                  <a:pt x="2470" y="486"/>
                </a:lnTo>
                <a:lnTo>
                  <a:pt x="2469" y="487"/>
                </a:lnTo>
                <a:lnTo>
                  <a:pt x="2467" y="487"/>
                </a:lnTo>
                <a:lnTo>
                  <a:pt x="2467" y="488"/>
                </a:lnTo>
                <a:lnTo>
                  <a:pt x="2466" y="490"/>
                </a:lnTo>
                <a:lnTo>
                  <a:pt x="2465" y="491"/>
                </a:lnTo>
                <a:lnTo>
                  <a:pt x="2466" y="491"/>
                </a:lnTo>
                <a:lnTo>
                  <a:pt x="2466" y="492"/>
                </a:lnTo>
                <a:lnTo>
                  <a:pt x="2467" y="492"/>
                </a:lnTo>
                <a:lnTo>
                  <a:pt x="2468" y="493"/>
                </a:lnTo>
                <a:lnTo>
                  <a:pt x="2467" y="493"/>
                </a:lnTo>
                <a:lnTo>
                  <a:pt x="2467" y="494"/>
                </a:lnTo>
                <a:lnTo>
                  <a:pt x="2466" y="494"/>
                </a:lnTo>
                <a:lnTo>
                  <a:pt x="2466" y="495"/>
                </a:lnTo>
                <a:lnTo>
                  <a:pt x="2466" y="496"/>
                </a:lnTo>
                <a:lnTo>
                  <a:pt x="2466" y="497"/>
                </a:lnTo>
                <a:lnTo>
                  <a:pt x="2467" y="497"/>
                </a:lnTo>
                <a:lnTo>
                  <a:pt x="2467" y="498"/>
                </a:lnTo>
                <a:lnTo>
                  <a:pt x="2467" y="499"/>
                </a:lnTo>
                <a:lnTo>
                  <a:pt x="2468" y="499"/>
                </a:lnTo>
                <a:lnTo>
                  <a:pt x="2468" y="500"/>
                </a:lnTo>
                <a:lnTo>
                  <a:pt x="2467" y="500"/>
                </a:lnTo>
                <a:lnTo>
                  <a:pt x="2466" y="500"/>
                </a:lnTo>
                <a:lnTo>
                  <a:pt x="2466" y="501"/>
                </a:lnTo>
                <a:lnTo>
                  <a:pt x="2465" y="501"/>
                </a:lnTo>
                <a:lnTo>
                  <a:pt x="2464" y="501"/>
                </a:lnTo>
                <a:lnTo>
                  <a:pt x="2464" y="502"/>
                </a:lnTo>
                <a:lnTo>
                  <a:pt x="2465" y="503"/>
                </a:lnTo>
                <a:lnTo>
                  <a:pt x="2466" y="504"/>
                </a:lnTo>
                <a:lnTo>
                  <a:pt x="2466" y="505"/>
                </a:lnTo>
                <a:lnTo>
                  <a:pt x="2465" y="505"/>
                </a:lnTo>
                <a:lnTo>
                  <a:pt x="2465" y="506"/>
                </a:lnTo>
                <a:lnTo>
                  <a:pt x="2465" y="507"/>
                </a:lnTo>
                <a:lnTo>
                  <a:pt x="2466" y="507"/>
                </a:lnTo>
                <a:lnTo>
                  <a:pt x="2465" y="508"/>
                </a:lnTo>
                <a:lnTo>
                  <a:pt x="2465" y="509"/>
                </a:lnTo>
                <a:lnTo>
                  <a:pt x="2466" y="509"/>
                </a:lnTo>
                <a:lnTo>
                  <a:pt x="2466" y="510"/>
                </a:lnTo>
                <a:lnTo>
                  <a:pt x="2466" y="509"/>
                </a:lnTo>
                <a:lnTo>
                  <a:pt x="2467" y="510"/>
                </a:lnTo>
                <a:lnTo>
                  <a:pt x="2467" y="511"/>
                </a:lnTo>
                <a:lnTo>
                  <a:pt x="2468" y="511"/>
                </a:lnTo>
                <a:lnTo>
                  <a:pt x="2468" y="512"/>
                </a:lnTo>
                <a:lnTo>
                  <a:pt x="2467" y="512"/>
                </a:lnTo>
                <a:lnTo>
                  <a:pt x="2467" y="513"/>
                </a:lnTo>
                <a:lnTo>
                  <a:pt x="2467" y="514"/>
                </a:lnTo>
                <a:lnTo>
                  <a:pt x="2468" y="514"/>
                </a:lnTo>
                <a:lnTo>
                  <a:pt x="2469" y="514"/>
                </a:lnTo>
                <a:lnTo>
                  <a:pt x="2469" y="515"/>
                </a:lnTo>
                <a:lnTo>
                  <a:pt x="2469" y="516"/>
                </a:lnTo>
                <a:lnTo>
                  <a:pt x="2470" y="516"/>
                </a:lnTo>
                <a:lnTo>
                  <a:pt x="2471" y="517"/>
                </a:lnTo>
                <a:lnTo>
                  <a:pt x="2470" y="517"/>
                </a:lnTo>
                <a:lnTo>
                  <a:pt x="2469" y="517"/>
                </a:lnTo>
                <a:lnTo>
                  <a:pt x="2469" y="518"/>
                </a:lnTo>
                <a:lnTo>
                  <a:pt x="2469" y="519"/>
                </a:lnTo>
                <a:lnTo>
                  <a:pt x="2468" y="519"/>
                </a:lnTo>
                <a:lnTo>
                  <a:pt x="2468" y="520"/>
                </a:lnTo>
                <a:lnTo>
                  <a:pt x="2470" y="520"/>
                </a:lnTo>
                <a:lnTo>
                  <a:pt x="2470" y="521"/>
                </a:lnTo>
                <a:lnTo>
                  <a:pt x="2470" y="522"/>
                </a:lnTo>
                <a:lnTo>
                  <a:pt x="2469" y="522"/>
                </a:lnTo>
                <a:lnTo>
                  <a:pt x="2469" y="523"/>
                </a:lnTo>
                <a:lnTo>
                  <a:pt x="2468" y="523"/>
                </a:lnTo>
                <a:lnTo>
                  <a:pt x="2469" y="523"/>
                </a:lnTo>
                <a:lnTo>
                  <a:pt x="2469" y="524"/>
                </a:lnTo>
                <a:lnTo>
                  <a:pt x="2468" y="524"/>
                </a:lnTo>
                <a:lnTo>
                  <a:pt x="2468" y="525"/>
                </a:lnTo>
                <a:lnTo>
                  <a:pt x="2468" y="526"/>
                </a:lnTo>
                <a:lnTo>
                  <a:pt x="2467" y="527"/>
                </a:lnTo>
                <a:lnTo>
                  <a:pt x="2466" y="528"/>
                </a:lnTo>
                <a:lnTo>
                  <a:pt x="2465" y="528"/>
                </a:lnTo>
                <a:lnTo>
                  <a:pt x="2465" y="529"/>
                </a:lnTo>
                <a:lnTo>
                  <a:pt x="2466" y="529"/>
                </a:lnTo>
                <a:lnTo>
                  <a:pt x="2466" y="530"/>
                </a:lnTo>
                <a:lnTo>
                  <a:pt x="2465" y="530"/>
                </a:lnTo>
                <a:lnTo>
                  <a:pt x="2464" y="530"/>
                </a:lnTo>
                <a:lnTo>
                  <a:pt x="2465" y="531"/>
                </a:lnTo>
                <a:lnTo>
                  <a:pt x="2466" y="531"/>
                </a:lnTo>
                <a:lnTo>
                  <a:pt x="2466" y="532"/>
                </a:lnTo>
                <a:lnTo>
                  <a:pt x="2465" y="533"/>
                </a:lnTo>
                <a:lnTo>
                  <a:pt x="2464" y="533"/>
                </a:lnTo>
                <a:lnTo>
                  <a:pt x="2464" y="534"/>
                </a:lnTo>
                <a:lnTo>
                  <a:pt x="2464" y="535"/>
                </a:lnTo>
                <a:lnTo>
                  <a:pt x="2463" y="535"/>
                </a:lnTo>
                <a:lnTo>
                  <a:pt x="2462" y="534"/>
                </a:lnTo>
                <a:lnTo>
                  <a:pt x="2461" y="534"/>
                </a:lnTo>
                <a:lnTo>
                  <a:pt x="2461" y="535"/>
                </a:lnTo>
                <a:lnTo>
                  <a:pt x="2461" y="536"/>
                </a:lnTo>
                <a:lnTo>
                  <a:pt x="2461" y="537"/>
                </a:lnTo>
                <a:lnTo>
                  <a:pt x="2460" y="537"/>
                </a:lnTo>
                <a:lnTo>
                  <a:pt x="2459" y="537"/>
                </a:lnTo>
                <a:lnTo>
                  <a:pt x="2458" y="537"/>
                </a:lnTo>
                <a:lnTo>
                  <a:pt x="2458" y="538"/>
                </a:lnTo>
                <a:lnTo>
                  <a:pt x="2457" y="538"/>
                </a:lnTo>
                <a:lnTo>
                  <a:pt x="2458" y="538"/>
                </a:lnTo>
                <a:lnTo>
                  <a:pt x="2457" y="539"/>
                </a:lnTo>
                <a:lnTo>
                  <a:pt x="2456" y="538"/>
                </a:lnTo>
                <a:lnTo>
                  <a:pt x="2456" y="537"/>
                </a:lnTo>
                <a:lnTo>
                  <a:pt x="2456" y="536"/>
                </a:lnTo>
                <a:lnTo>
                  <a:pt x="2457" y="536"/>
                </a:lnTo>
                <a:lnTo>
                  <a:pt x="2458" y="536"/>
                </a:lnTo>
                <a:lnTo>
                  <a:pt x="2457" y="535"/>
                </a:lnTo>
                <a:lnTo>
                  <a:pt x="2457" y="534"/>
                </a:lnTo>
                <a:lnTo>
                  <a:pt x="2458" y="534"/>
                </a:lnTo>
                <a:lnTo>
                  <a:pt x="2459" y="534"/>
                </a:lnTo>
                <a:lnTo>
                  <a:pt x="2460" y="534"/>
                </a:lnTo>
                <a:lnTo>
                  <a:pt x="2461" y="534"/>
                </a:lnTo>
                <a:lnTo>
                  <a:pt x="2461" y="533"/>
                </a:lnTo>
                <a:lnTo>
                  <a:pt x="2460" y="533"/>
                </a:lnTo>
                <a:lnTo>
                  <a:pt x="2460" y="532"/>
                </a:lnTo>
                <a:lnTo>
                  <a:pt x="2460" y="531"/>
                </a:lnTo>
                <a:lnTo>
                  <a:pt x="2461" y="531"/>
                </a:lnTo>
                <a:lnTo>
                  <a:pt x="2461" y="530"/>
                </a:lnTo>
                <a:lnTo>
                  <a:pt x="2461" y="529"/>
                </a:lnTo>
                <a:lnTo>
                  <a:pt x="2460" y="529"/>
                </a:lnTo>
                <a:lnTo>
                  <a:pt x="2459" y="529"/>
                </a:lnTo>
                <a:lnTo>
                  <a:pt x="2458" y="529"/>
                </a:lnTo>
                <a:lnTo>
                  <a:pt x="2457" y="529"/>
                </a:lnTo>
                <a:lnTo>
                  <a:pt x="2456" y="529"/>
                </a:lnTo>
                <a:lnTo>
                  <a:pt x="2456" y="528"/>
                </a:lnTo>
                <a:lnTo>
                  <a:pt x="2456" y="527"/>
                </a:lnTo>
                <a:lnTo>
                  <a:pt x="2456" y="526"/>
                </a:lnTo>
                <a:lnTo>
                  <a:pt x="2455" y="526"/>
                </a:lnTo>
                <a:lnTo>
                  <a:pt x="2455" y="525"/>
                </a:lnTo>
                <a:lnTo>
                  <a:pt x="2456" y="525"/>
                </a:lnTo>
                <a:lnTo>
                  <a:pt x="2457" y="525"/>
                </a:lnTo>
                <a:lnTo>
                  <a:pt x="2457" y="524"/>
                </a:lnTo>
                <a:lnTo>
                  <a:pt x="2457" y="523"/>
                </a:lnTo>
                <a:lnTo>
                  <a:pt x="2456" y="523"/>
                </a:lnTo>
                <a:lnTo>
                  <a:pt x="2456" y="522"/>
                </a:lnTo>
                <a:lnTo>
                  <a:pt x="2455" y="522"/>
                </a:lnTo>
                <a:lnTo>
                  <a:pt x="2454" y="522"/>
                </a:lnTo>
                <a:lnTo>
                  <a:pt x="2454" y="521"/>
                </a:lnTo>
                <a:lnTo>
                  <a:pt x="2454" y="520"/>
                </a:lnTo>
                <a:lnTo>
                  <a:pt x="2453" y="519"/>
                </a:lnTo>
                <a:lnTo>
                  <a:pt x="2452" y="519"/>
                </a:lnTo>
                <a:lnTo>
                  <a:pt x="2451" y="517"/>
                </a:lnTo>
                <a:lnTo>
                  <a:pt x="2450" y="516"/>
                </a:lnTo>
                <a:lnTo>
                  <a:pt x="2450" y="515"/>
                </a:lnTo>
                <a:lnTo>
                  <a:pt x="2449" y="515"/>
                </a:lnTo>
                <a:lnTo>
                  <a:pt x="2448" y="514"/>
                </a:lnTo>
                <a:lnTo>
                  <a:pt x="2448" y="513"/>
                </a:lnTo>
                <a:lnTo>
                  <a:pt x="2448" y="512"/>
                </a:lnTo>
                <a:lnTo>
                  <a:pt x="2447" y="512"/>
                </a:lnTo>
                <a:lnTo>
                  <a:pt x="2447" y="511"/>
                </a:lnTo>
                <a:lnTo>
                  <a:pt x="2447" y="510"/>
                </a:lnTo>
                <a:lnTo>
                  <a:pt x="2446" y="509"/>
                </a:lnTo>
                <a:lnTo>
                  <a:pt x="2447" y="509"/>
                </a:lnTo>
                <a:lnTo>
                  <a:pt x="2447" y="507"/>
                </a:lnTo>
                <a:lnTo>
                  <a:pt x="2448" y="507"/>
                </a:lnTo>
                <a:lnTo>
                  <a:pt x="2447" y="507"/>
                </a:lnTo>
                <a:lnTo>
                  <a:pt x="2447" y="506"/>
                </a:lnTo>
                <a:lnTo>
                  <a:pt x="2446" y="506"/>
                </a:lnTo>
                <a:lnTo>
                  <a:pt x="2446" y="505"/>
                </a:lnTo>
                <a:lnTo>
                  <a:pt x="2446" y="504"/>
                </a:lnTo>
                <a:lnTo>
                  <a:pt x="2447" y="504"/>
                </a:lnTo>
                <a:lnTo>
                  <a:pt x="2448" y="504"/>
                </a:lnTo>
                <a:lnTo>
                  <a:pt x="2448" y="503"/>
                </a:lnTo>
                <a:lnTo>
                  <a:pt x="2447" y="503"/>
                </a:lnTo>
                <a:lnTo>
                  <a:pt x="2447" y="502"/>
                </a:lnTo>
                <a:lnTo>
                  <a:pt x="2446" y="502"/>
                </a:lnTo>
                <a:lnTo>
                  <a:pt x="2446" y="501"/>
                </a:lnTo>
                <a:lnTo>
                  <a:pt x="2445" y="500"/>
                </a:lnTo>
                <a:lnTo>
                  <a:pt x="2445" y="499"/>
                </a:lnTo>
                <a:lnTo>
                  <a:pt x="2446" y="499"/>
                </a:lnTo>
                <a:lnTo>
                  <a:pt x="2446" y="498"/>
                </a:lnTo>
                <a:lnTo>
                  <a:pt x="2446" y="497"/>
                </a:lnTo>
                <a:lnTo>
                  <a:pt x="2446" y="496"/>
                </a:lnTo>
                <a:lnTo>
                  <a:pt x="2446" y="495"/>
                </a:lnTo>
                <a:lnTo>
                  <a:pt x="2446" y="494"/>
                </a:lnTo>
                <a:lnTo>
                  <a:pt x="2445" y="494"/>
                </a:lnTo>
                <a:lnTo>
                  <a:pt x="2444" y="494"/>
                </a:lnTo>
                <a:lnTo>
                  <a:pt x="2444" y="493"/>
                </a:lnTo>
                <a:lnTo>
                  <a:pt x="2443" y="493"/>
                </a:lnTo>
                <a:lnTo>
                  <a:pt x="2442" y="492"/>
                </a:lnTo>
                <a:lnTo>
                  <a:pt x="2441" y="492"/>
                </a:lnTo>
                <a:lnTo>
                  <a:pt x="2441" y="493"/>
                </a:lnTo>
                <a:lnTo>
                  <a:pt x="2440" y="494"/>
                </a:lnTo>
                <a:lnTo>
                  <a:pt x="2439" y="494"/>
                </a:lnTo>
                <a:lnTo>
                  <a:pt x="2439" y="495"/>
                </a:lnTo>
                <a:lnTo>
                  <a:pt x="2438" y="495"/>
                </a:lnTo>
                <a:lnTo>
                  <a:pt x="2434" y="497"/>
                </a:lnTo>
                <a:lnTo>
                  <a:pt x="2432" y="499"/>
                </a:lnTo>
                <a:lnTo>
                  <a:pt x="2431" y="499"/>
                </a:lnTo>
                <a:lnTo>
                  <a:pt x="2431" y="500"/>
                </a:lnTo>
                <a:lnTo>
                  <a:pt x="2430" y="500"/>
                </a:lnTo>
                <a:lnTo>
                  <a:pt x="2429" y="501"/>
                </a:lnTo>
                <a:lnTo>
                  <a:pt x="2427" y="502"/>
                </a:lnTo>
                <a:lnTo>
                  <a:pt x="2426" y="502"/>
                </a:lnTo>
                <a:lnTo>
                  <a:pt x="2425" y="503"/>
                </a:lnTo>
                <a:lnTo>
                  <a:pt x="2424" y="503"/>
                </a:lnTo>
                <a:lnTo>
                  <a:pt x="2423" y="505"/>
                </a:lnTo>
                <a:lnTo>
                  <a:pt x="2422" y="505"/>
                </a:lnTo>
                <a:lnTo>
                  <a:pt x="2421" y="506"/>
                </a:lnTo>
                <a:lnTo>
                  <a:pt x="2420" y="507"/>
                </a:lnTo>
                <a:lnTo>
                  <a:pt x="2419" y="508"/>
                </a:lnTo>
                <a:lnTo>
                  <a:pt x="2416" y="510"/>
                </a:lnTo>
                <a:lnTo>
                  <a:pt x="2415" y="511"/>
                </a:lnTo>
                <a:lnTo>
                  <a:pt x="2414" y="512"/>
                </a:lnTo>
                <a:lnTo>
                  <a:pt x="2413" y="513"/>
                </a:lnTo>
                <a:lnTo>
                  <a:pt x="2412" y="514"/>
                </a:lnTo>
                <a:lnTo>
                  <a:pt x="2410" y="515"/>
                </a:lnTo>
                <a:lnTo>
                  <a:pt x="2409" y="516"/>
                </a:lnTo>
                <a:lnTo>
                  <a:pt x="2408" y="517"/>
                </a:lnTo>
                <a:lnTo>
                  <a:pt x="2406" y="519"/>
                </a:lnTo>
                <a:lnTo>
                  <a:pt x="2405" y="520"/>
                </a:lnTo>
                <a:lnTo>
                  <a:pt x="2404" y="521"/>
                </a:lnTo>
                <a:lnTo>
                  <a:pt x="2402" y="522"/>
                </a:lnTo>
                <a:lnTo>
                  <a:pt x="2401" y="523"/>
                </a:lnTo>
                <a:lnTo>
                  <a:pt x="2400" y="524"/>
                </a:lnTo>
                <a:lnTo>
                  <a:pt x="2399" y="525"/>
                </a:lnTo>
                <a:lnTo>
                  <a:pt x="2396" y="526"/>
                </a:lnTo>
                <a:lnTo>
                  <a:pt x="2396" y="527"/>
                </a:lnTo>
                <a:lnTo>
                  <a:pt x="2395" y="527"/>
                </a:lnTo>
                <a:lnTo>
                  <a:pt x="2393" y="529"/>
                </a:lnTo>
                <a:lnTo>
                  <a:pt x="2392" y="531"/>
                </a:lnTo>
                <a:lnTo>
                  <a:pt x="2391" y="532"/>
                </a:lnTo>
                <a:lnTo>
                  <a:pt x="2390" y="533"/>
                </a:lnTo>
                <a:lnTo>
                  <a:pt x="2389" y="534"/>
                </a:lnTo>
                <a:lnTo>
                  <a:pt x="2387" y="536"/>
                </a:lnTo>
                <a:lnTo>
                  <a:pt x="2386" y="537"/>
                </a:lnTo>
                <a:lnTo>
                  <a:pt x="2383" y="540"/>
                </a:lnTo>
                <a:lnTo>
                  <a:pt x="2382" y="541"/>
                </a:lnTo>
                <a:lnTo>
                  <a:pt x="2381" y="542"/>
                </a:lnTo>
                <a:lnTo>
                  <a:pt x="2380" y="543"/>
                </a:lnTo>
                <a:lnTo>
                  <a:pt x="2379" y="544"/>
                </a:lnTo>
                <a:lnTo>
                  <a:pt x="2377" y="545"/>
                </a:lnTo>
                <a:lnTo>
                  <a:pt x="2376" y="545"/>
                </a:lnTo>
                <a:lnTo>
                  <a:pt x="2375" y="545"/>
                </a:lnTo>
                <a:lnTo>
                  <a:pt x="2374" y="546"/>
                </a:lnTo>
                <a:lnTo>
                  <a:pt x="2371" y="547"/>
                </a:lnTo>
                <a:lnTo>
                  <a:pt x="2370" y="547"/>
                </a:lnTo>
                <a:lnTo>
                  <a:pt x="2367" y="548"/>
                </a:lnTo>
                <a:lnTo>
                  <a:pt x="2366" y="548"/>
                </a:lnTo>
                <a:lnTo>
                  <a:pt x="2366" y="549"/>
                </a:lnTo>
                <a:lnTo>
                  <a:pt x="2365" y="549"/>
                </a:lnTo>
                <a:lnTo>
                  <a:pt x="2362" y="550"/>
                </a:lnTo>
                <a:lnTo>
                  <a:pt x="2360" y="551"/>
                </a:lnTo>
                <a:lnTo>
                  <a:pt x="2359" y="551"/>
                </a:lnTo>
                <a:lnTo>
                  <a:pt x="2357" y="551"/>
                </a:lnTo>
                <a:lnTo>
                  <a:pt x="2356" y="551"/>
                </a:lnTo>
                <a:lnTo>
                  <a:pt x="2356" y="552"/>
                </a:lnTo>
                <a:lnTo>
                  <a:pt x="2355" y="552"/>
                </a:lnTo>
                <a:lnTo>
                  <a:pt x="2354" y="553"/>
                </a:lnTo>
                <a:lnTo>
                  <a:pt x="2353" y="555"/>
                </a:lnTo>
                <a:lnTo>
                  <a:pt x="2353" y="556"/>
                </a:lnTo>
                <a:lnTo>
                  <a:pt x="2352" y="558"/>
                </a:lnTo>
                <a:lnTo>
                  <a:pt x="2351" y="559"/>
                </a:lnTo>
                <a:lnTo>
                  <a:pt x="2350" y="562"/>
                </a:lnTo>
                <a:lnTo>
                  <a:pt x="2349" y="563"/>
                </a:lnTo>
                <a:lnTo>
                  <a:pt x="2348" y="564"/>
                </a:lnTo>
                <a:lnTo>
                  <a:pt x="2348" y="565"/>
                </a:lnTo>
                <a:lnTo>
                  <a:pt x="2346" y="566"/>
                </a:lnTo>
                <a:lnTo>
                  <a:pt x="2345" y="568"/>
                </a:lnTo>
                <a:lnTo>
                  <a:pt x="2343" y="569"/>
                </a:lnTo>
                <a:lnTo>
                  <a:pt x="2342" y="570"/>
                </a:lnTo>
                <a:lnTo>
                  <a:pt x="2341" y="570"/>
                </a:lnTo>
                <a:lnTo>
                  <a:pt x="2339" y="571"/>
                </a:lnTo>
                <a:lnTo>
                  <a:pt x="2335" y="572"/>
                </a:lnTo>
                <a:lnTo>
                  <a:pt x="2333" y="573"/>
                </a:lnTo>
                <a:lnTo>
                  <a:pt x="2332" y="573"/>
                </a:lnTo>
                <a:lnTo>
                  <a:pt x="2331" y="574"/>
                </a:lnTo>
                <a:lnTo>
                  <a:pt x="2330" y="574"/>
                </a:lnTo>
                <a:lnTo>
                  <a:pt x="2329" y="575"/>
                </a:lnTo>
                <a:lnTo>
                  <a:pt x="2328" y="575"/>
                </a:lnTo>
                <a:lnTo>
                  <a:pt x="2326" y="576"/>
                </a:lnTo>
                <a:lnTo>
                  <a:pt x="2324" y="577"/>
                </a:lnTo>
                <a:lnTo>
                  <a:pt x="2323" y="577"/>
                </a:lnTo>
                <a:lnTo>
                  <a:pt x="2322" y="578"/>
                </a:lnTo>
                <a:lnTo>
                  <a:pt x="2321" y="578"/>
                </a:lnTo>
                <a:lnTo>
                  <a:pt x="2320" y="579"/>
                </a:lnTo>
                <a:lnTo>
                  <a:pt x="2318" y="579"/>
                </a:lnTo>
                <a:lnTo>
                  <a:pt x="2316" y="580"/>
                </a:lnTo>
                <a:lnTo>
                  <a:pt x="2315" y="580"/>
                </a:lnTo>
                <a:lnTo>
                  <a:pt x="2314" y="581"/>
                </a:lnTo>
                <a:lnTo>
                  <a:pt x="2313" y="582"/>
                </a:lnTo>
                <a:lnTo>
                  <a:pt x="2310" y="584"/>
                </a:lnTo>
                <a:lnTo>
                  <a:pt x="2309" y="585"/>
                </a:lnTo>
                <a:lnTo>
                  <a:pt x="2308" y="586"/>
                </a:lnTo>
                <a:lnTo>
                  <a:pt x="2307" y="586"/>
                </a:lnTo>
                <a:lnTo>
                  <a:pt x="2307" y="587"/>
                </a:lnTo>
                <a:lnTo>
                  <a:pt x="2304" y="588"/>
                </a:lnTo>
                <a:lnTo>
                  <a:pt x="2300" y="590"/>
                </a:lnTo>
                <a:lnTo>
                  <a:pt x="2297" y="591"/>
                </a:lnTo>
                <a:lnTo>
                  <a:pt x="2295" y="592"/>
                </a:lnTo>
                <a:lnTo>
                  <a:pt x="2291" y="594"/>
                </a:lnTo>
                <a:lnTo>
                  <a:pt x="2290" y="594"/>
                </a:lnTo>
                <a:lnTo>
                  <a:pt x="2290" y="595"/>
                </a:lnTo>
                <a:lnTo>
                  <a:pt x="2289" y="595"/>
                </a:lnTo>
                <a:lnTo>
                  <a:pt x="2289" y="597"/>
                </a:lnTo>
                <a:lnTo>
                  <a:pt x="2288" y="597"/>
                </a:lnTo>
                <a:lnTo>
                  <a:pt x="2288" y="598"/>
                </a:lnTo>
                <a:lnTo>
                  <a:pt x="2287" y="599"/>
                </a:lnTo>
                <a:lnTo>
                  <a:pt x="2287" y="600"/>
                </a:lnTo>
                <a:lnTo>
                  <a:pt x="2286" y="602"/>
                </a:lnTo>
                <a:lnTo>
                  <a:pt x="2286" y="603"/>
                </a:lnTo>
                <a:lnTo>
                  <a:pt x="2285" y="604"/>
                </a:lnTo>
                <a:lnTo>
                  <a:pt x="2284" y="607"/>
                </a:lnTo>
                <a:lnTo>
                  <a:pt x="2284" y="608"/>
                </a:lnTo>
                <a:lnTo>
                  <a:pt x="2283" y="609"/>
                </a:lnTo>
                <a:lnTo>
                  <a:pt x="2282" y="610"/>
                </a:lnTo>
                <a:lnTo>
                  <a:pt x="2280" y="611"/>
                </a:lnTo>
                <a:lnTo>
                  <a:pt x="2279" y="611"/>
                </a:lnTo>
                <a:lnTo>
                  <a:pt x="2278" y="612"/>
                </a:lnTo>
                <a:lnTo>
                  <a:pt x="2276" y="613"/>
                </a:lnTo>
                <a:lnTo>
                  <a:pt x="2276" y="614"/>
                </a:lnTo>
                <a:lnTo>
                  <a:pt x="2276" y="615"/>
                </a:lnTo>
                <a:lnTo>
                  <a:pt x="2276" y="616"/>
                </a:lnTo>
                <a:lnTo>
                  <a:pt x="2277" y="616"/>
                </a:lnTo>
                <a:lnTo>
                  <a:pt x="2277" y="617"/>
                </a:lnTo>
                <a:lnTo>
                  <a:pt x="2277" y="618"/>
                </a:lnTo>
                <a:lnTo>
                  <a:pt x="2278" y="618"/>
                </a:lnTo>
                <a:lnTo>
                  <a:pt x="2279" y="619"/>
                </a:lnTo>
                <a:lnTo>
                  <a:pt x="2279" y="620"/>
                </a:lnTo>
                <a:lnTo>
                  <a:pt x="2280" y="620"/>
                </a:lnTo>
                <a:lnTo>
                  <a:pt x="2279" y="621"/>
                </a:lnTo>
                <a:lnTo>
                  <a:pt x="2280" y="621"/>
                </a:lnTo>
                <a:lnTo>
                  <a:pt x="2281" y="622"/>
                </a:lnTo>
                <a:lnTo>
                  <a:pt x="2281" y="623"/>
                </a:lnTo>
                <a:lnTo>
                  <a:pt x="2282" y="623"/>
                </a:lnTo>
                <a:lnTo>
                  <a:pt x="2283" y="623"/>
                </a:lnTo>
                <a:lnTo>
                  <a:pt x="2283" y="624"/>
                </a:lnTo>
                <a:lnTo>
                  <a:pt x="2284" y="624"/>
                </a:lnTo>
                <a:lnTo>
                  <a:pt x="2283" y="624"/>
                </a:lnTo>
                <a:lnTo>
                  <a:pt x="2284" y="624"/>
                </a:lnTo>
                <a:lnTo>
                  <a:pt x="2284" y="625"/>
                </a:lnTo>
                <a:lnTo>
                  <a:pt x="2284" y="626"/>
                </a:lnTo>
                <a:lnTo>
                  <a:pt x="2285" y="627"/>
                </a:lnTo>
                <a:lnTo>
                  <a:pt x="2285" y="628"/>
                </a:lnTo>
                <a:lnTo>
                  <a:pt x="2286" y="628"/>
                </a:lnTo>
                <a:lnTo>
                  <a:pt x="2286" y="629"/>
                </a:lnTo>
                <a:lnTo>
                  <a:pt x="2287" y="630"/>
                </a:lnTo>
                <a:lnTo>
                  <a:pt x="2287" y="631"/>
                </a:lnTo>
                <a:lnTo>
                  <a:pt x="2288" y="631"/>
                </a:lnTo>
                <a:lnTo>
                  <a:pt x="2288" y="632"/>
                </a:lnTo>
                <a:lnTo>
                  <a:pt x="2289" y="632"/>
                </a:lnTo>
                <a:lnTo>
                  <a:pt x="2289" y="633"/>
                </a:lnTo>
                <a:lnTo>
                  <a:pt x="2290" y="633"/>
                </a:lnTo>
                <a:lnTo>
                  <a:pt x="2290" y="632"/>
                </a:lnTo>
                <a:lnTo>
                  <a:pt x="2290" y="633"/>
                </a:lnTo>
                <a:lnTo>
                  <a:pt x="2291" y="634"/>
                </a:lnTo>
                <a:lnTo>
                  <a:pt x="2292" y="634"/>
                </a:lnTo>
                <a:lnTo>
                  <a:pt x="2293" y="636"/>
                </a:lnTo>
                <a:lnTo>
                  <a:pt x="2293" y="637"/>
                </a:lnTo>
                <a:lnTo>
                  <a:pt x="2294" y="638"/>
                </a:lnTo>
                <a:lnTo>
                  <a:pt x="2295" y="638"/>
                </a:lnTo>
                <a:lnTo>
                  <a:pt x="2296" y="638"/>
                </a:lnTo>
                <a:lnTo>
                  <a:pt x="2297" y="639"/>
                </a:lnTo>
                <a:lnTo>
                  <a:pt x="2298" y="639"/>
                </a:lnTo>
                <a:lnTo>
                  <a:pt x="2299" y="640"/>
                </a:lnTo>
                <a:lnTo>
                  <a:pt x="2300" y="640"/>
                </a:lnTo>
                <a:lnTo>
                  <a:pt x="2301" y="639"/>
                </a:lnTo>
                <a:lnTo>
                  <a:pt x="2302" y="640"/>
                </a:lnTo>
                <a:lnTo>
                  <a:pt x="2303" y="640"/>
                </a:lnTo>
                <a:lnTo>
                  <a:pt x="2305" y="640"/>
                </a:lnTo>
                <a:lnTo>
                  <a:pt x="2305" y="641"/>
                </a:lnTo>
                <a:lnTo>
                  <a:pt x="2306" y="641"/>
                </a:lnTo>
                <a:lnTo>
                  <a:pt x="2306" y="642"/>
                </a:lnTo>
                <a:lnTo>
                  <a:pt x="2307" y="642"/>
                </a:lnTo>
                <a:lnTo>
                  <a:pt x="2308" y="642"/>
                </a:lnTo>
                <a:lnTo>
                  <a:pt x="2309" y="642"/>
                </a:lnTo>
                <a:lnTo>
                  <a:pt x="2310" y="642"/>
                </a:lnTo>
                <a:lnTo>
                  <a:pt x="2311" y="642"/>
                </a:lnTo>
                <a:lnTo>
                  <a:pt x="2311" y="643"/>
                </a:lnTo>
                <a:lnTo>
                  <a:pt x="2312" y="643"/>
                </a:lnTo>
                <a:lnTo>
                  <a:pt x="2312" y="642"/>
                </a:lnTo>
                <a:lnTo>
                  <a:pt x="2313" y="643"/>
                </a:lnTo>
                <a:lnTo>
                  <a:pt x="2314" y="642"/>
                </a:lnTo>
                <a:lnTo>
                  <a:pt x="2315" y="642"/>
                </a:lnTo>
                <a:lnTo>
                  <a:pt x="2315" y="643"/>
                </a:lnTo>
                <a:lnTo>
                  <a:pt x="2315" y="644"/>
                </a:lnTo>
                <a:lnTo>
                  <a:pt x="2314" y="644"/>
                </a:lnTo>
                <a:lnTo>
                  <a:pt x="2314" y="645"/>
                </a:lnTo>
                <a:lnTo>
                  <a:pt x="2313" y="645"/>
                </a:lnTo>
                <a:lnTo>
                  <a:pt x="2312" y="646"/>
                </a:lnTo>
                <a:lnTo>
                  <a:pt x="2311" y="646"/>
                </a:lnTo>
                <a:lnTo>
                  <a:pt x="2310" y="647"/>
                </a:lnTo>
                <a:lnTo>
                  <a:pt x="2310" y="648"/>
                </a:lnTo>
                <a:lnTo>
                  <a:pt x="2308" y="649"/>
                </a:lnTo>
                <a:lnTo>
                  <a:pt x="2308" y="650"/>
                </a:lnTo>
                <a:lnTo>
                  <a:pt x="2308" y="651"/>
                </a:lnTo>
                <a:lnTo>
                  <a:pt x="2308" y="652"/>
                </a:lnTo>
                <a:lnTo>
                  <a:pt x="2308" y="653"/>
                </a:lnTo>
                <a:lnTo>
                  <a:pt x="2309" y="653"/>
                </a:lnTo>
                <a:lnTo>
                  <a:pt x="2310" y="654"/>
                </a:lnTo>
                <a:lnTo>
                  <a:pt x="2309" y="655"/>
                </a:lnTo>
                <a:lnTo>
                  <a:pt x="2310" y="655"/>
                </a:lnTo>
                <a:lnTo>
                  <a:pt x="2310" y="656"/>
                </a:lnTo>
                <a:lnTo>
                  <a:pt x="2311" y="656"/>
                </a:lnTo>
                <a:lnTo>
                  <a:pt x="2312" y="656"/>
                </a:lnTo>
                <a:lnTo>
                  <a:pt x="2313" y="656"/>
                </a:lnTo>
                <a:lnTo>
                  <a:pt x="2314" y="656"/>
                </a:lnTo>
                <a:lnTo>
                  <a:pt x="2315" y="655"/>
                </a:lnTo>
                <a:lnTo>
                  <a:pt x="2316" y="655"/>
                </a:lnTo>
                <a:lnTo>
                  <a:pt x="2316" y="654"/>
                </a:lnTo>
                <a:lnTo>
                  <a:pt x="2317" y="654"/>
                </a:lnTo>
                <a:lnTo>
                  <a:pt x="2318" y="654"/>
                </a:lnTo>
                <a:lnTo>
                  <a:pt x="2317" y="654"/>
                </a:lnTo>
                <a:lnTo>
                  <a:pt x="2318" y="654"/>
                </a:lnTo>
                <a:lnTo>
                  <a:pt x="2319" y="654"/>
                </a:lnTo>
                <a:lnTo>
                  <a:pt x="2319" y="655"/>
                </a:lnTo>
                <a:lnTo>
                  <a:pt x="2319" y="656"/>
                </a:lnTo>
                <a:lnTo>
                  <a:pt x="2319" y="657"/>
                </a:lnTo>
                <a:lnTo>
                  <a:pt x="2319" y="658"/>
                </a:lnTo>
                <a:lnTo>
                  <a:pt x="2319" y="659"/>
                </a:lnTo>
                <a:lnTo>
                  <a:pt x="2318" y="660"/>
                </a:lnTo>
                <a:lnTo>
                  <a:pt x="2317" y="660"/>
                </a:lnTo>
                <a:lnTo>
                  <a:pt x="2317" y="661"/>
                </a:lnTo>
                <a:lnTo>
                  <a:pt x="2318" y="661"/>
                </a:lnTo>
                <a:lnTo>
                  <a:pt x="2318" y="662"/>
                </a:lnTo>
                <a:lnTo>
                  <a:pt x="2319" y="663"/>
                </a:lnTo>
                <a:lnTo>
                  <a:pt x="2319" y="664"/>
                </a:lnTo>
                <a:lnTo>
                  <a:pt x="2319" y="665"/>
                </a:lnTo>
                <a:lnTo>
                  <a:pt x="2319" y="666"/>
                </a:lnTo>
                <a:lnTo>
                  <a:pt x="2319" y="667"/>
                </a:lnTo>
                <a:lnTo>
                  <a:pt x="2319" y="668"/>
                </a:lnTo>
                <a:lnTo>
                  <a:pt x="2320" y="668"/>
                </a:lnTo>
                <a:lnTo>
                  <a:pt x="2320" y="669"/>
                </a:lnTo>
                <a:lnTo>
                  <a:pt x="2321" y="670"/>
                </a:lnTo>
                <a:lnTo>
                  <a:pt x="2322" y="671"/>
                </a:lnTo>
                <a:lnTo>
                  <a:pt x="2321" y="671"/>
                </a:lnTo>
                <a:lnTo>
                  <a:pt x="2321" y="672"/>
                </a:lnTo>
                <a:lnTo>
                  <a:pt x="2322" y="672"/>
                </a:lnTo>
                <a:lnTo>
                  <a:pt x="2322" y="671"/>
                </a:lnTo>
                <a:lnTo>
                  <a:pt x="2323" y="671"/>
                </a:lnTo>
                <a:lnTo>
                  <a:pt x="2323" y="672"/>
                </a:lnTo>
                <a:lnTo>
                  <a:pt x="2324" y="672"/>
                </a:lnTo>
                <a:lnTo>
                  <a:pt x="2324" y="673"/>
                </a:lnTo>
                <a:lnTo>
                  <a:pt x="2325" y="673"/>
                </a:lnTo>
                <a:lnTo>
                  <a:pt x="2326" y="673"/>
                </a:lnTo>
                <a:lnTo>
                  <a:pt x="2327" y="674"/>
                </a:lnTo>
                <a:lnTo>
                  <a:pt x="2328" y="674"/>
                </a:lnTo>
                <a:lnTo>
                  <a:pt x="2328" y="675"/>
                </a:lnTo>
                <a:lnTo>
                  <a:pt x="2328" y="676"/>
                </a:lnTo>
                <a:lnTo>
                  <a:pt x="2329" y="677"/>
                </a:lnTo>
                <a:lnTo>
                  <a:pt x="2329" y="678"/>
                </a:lnTo>
                <a:lnTo>
                  <a:pt x="2330" y="678"/>
                </a:lnTo>
                <a:lnTo>
                  <a:pt x="2331" y="678"/>
                </a:lnTo>
                <a:lnTo>
                  <a:pt x="2332" y="677"/>
                </a:lnTo>
                <a:lnTo>
                  <a:pt x="2333" y="677"/>
                </a:lnTo>
                <a:lnTo>
                  <a:pt x="2333" y="676"/>
                </a:lnTo>
                <a:lnTo>
                  <a:pt x="2334" y="676"/>
                </a:lnTo>
                <a:lnTo>
                  <a:pt x="2334" y="677"/>
                </a:lnTo>
                <a:lnTo>
                  <a:pt x="2334" y="676"/>
                </a:lnTo>
                <a:lnTo>
                  <a:pt x="2335" y="676"/>
                </a:lnTo>
                <a:lnTo>
                  <a:pt x="2336" y="676"/>
                </a:lnTo>
                <a:lnTo>
                  <a:pt x="2337" y="676"/>
                </a:lnTo>
                <a:lnTo>
                  <a:pt x="2337" y="677"/>
                </a:lnTo>
                <a:lnTo>
                  <a:pt x="2338" y="677"/>
                </a:lnTo>
                <a:lnTo>
                  <a:pt x="2339" y="677"/>
                </a:lnTo>
                <a:lnTo>
                  <a:pt x="2340" y="676"/>
                </a:lnTo>
                <a:lnTo>
                  <a:pt x="2341" y="676"/>
                </a:lnTo>
                <a:lnTo>
                  <a:pt x="2342" y="676"/>
                </a:lnTo>
                <a:lnTo>
                  <a:pt x="2343" y="675"/>
                </a:lnTo>
                <a:lnTo>
                  <a:pt x="2344" y="675"/>
                </a:lnTo>
                <a:lnTo>
                  <a:pt x="2344" y="674"/>
                </a:lnTo>
                <a:lnTo>
                  <a:pt x="2344" y="673"/>
                </a:lnTo>
                <a:lnTo>
                  <a:pt x="2345" y="673"/>
                </a:lnTo>
                <a:lnTo>
                  <a:pt x="2344" y="673"/>
                </a:lnTo>
                <a:lnTo>
                  <a:pt x="2345" y="672"/>
                </a:lnTo>
                <a:lnTo>
                  <a:pt x="2345" y="671"/>
                </a:lnTo>
                <a:lnTo>
                  <a:pt x="2345" y="670"/>
                </a:lnTo>
                <a:lnTo>
                  <a:pt x="2346" y="670"/>
                </a:lnTo>
                <a:lnTo>
                  <a:pt x="2347" y="669"/>
                </a:lnTo>
                <a:lnTo>
                  <a:pt x="2347" y="668"/>
                </a:lnTo>
                <a:lnTo>
                  <a:pt x="2348" y="668"/>
                </a:lnTo>
                <a:lnTo>
                  <a:pt x="2348" y="667"/>
                </a:lnTo>
                <a:lnTo>
                  <a:pt x="2348" y="666"/>
                </a:lnTo>
                <a:lnTo>
                  <a:pt x="2348" y="665"/>
                </a:lnTo>
                <a:lnTo>
                  <a:pt x="2348" y="664"/>
                </a:lnTo>
                <a:lnTo>
                  <a:pt x="2349" y="664"/>
                </a:lnTo>
                <a:lnTo>
                  <a:pt x="2349" y="663"/>
                </a:lnTo>
                <a:lnTo>
                  <a:pt x="2349" y="664"/>
                </a:lnTo>
                <a:lnTo>
                  <a:pt x="2350" y="664"/>
                </a:lnTo>
                <a:lnTo>
                  <a:pt x="2351" y="664"/>
                </a:lnTo>
                <a:lnTo>
                  <a:pt x="2352" y="664"/>
                </a:lnTo>
                <a:lnTo>
                  <a:pt x="2353" y="664"/>
                </a:lnTo>
                <a:lnTo>
                  <a:pt x="2354" y="664"/>
                </a:lnTo>
                <a:lnTo>
                  <a:pt x="2355" y="663"/>
                </a:lnTo>
                <a:lnTo>
                  <a:pt x="2356" y="664"/>
                </a:lnTo>
                <a:lnTo>
                  <a:pt x="2357" y="664"/>
                </a:lnTo>
                <a:lnTo>
                  <a:pt x="2357" y="665"/>
                </a:lnTo>
                <a:lnTo>
                  <a:pt x="2358" y="665"/>
                </a:lnTo>
                <a:lnTo>
                  <a:pt x="2358" y="666"/>
                </a:lnTo>
                <a:lnTo>
                  <a:pt x="2358" y="667"/>
                </a:lnTo>
                <a:lnTo>
                  <a:pt x="2359" y="667"/>
                </a:lnTo>
                <a:lnTo>
                  <a:pt x="2360" y="667"/>
                </a:lnTo>
                <a:lnTo>
                  <a:pt x="2360" y="666"/>
                </a:lnTo>
                <a:lnTo>
                  <a:pt x="2361" y="666"/>
                </a:lnTo>
                <a:lnTo>
                  <a:pt x="2362" y="666"/>
                </a:lnTo>
                <a:lnTo>
                  <a:pt x="2364" y="661"/>
                </a:lnTo>
                <a:lnTo>
                  <a:pt x="2365" y="659"/>
                </a:lnTo>
                <a:lnTo>
                  <a:pt x="2365" y="658"/>
                </a:lnTo>
                <a:lnTo>
                  <a:pt x="2364" y="658"/>
                </a:lnTo>
                <a:lnTo>
                  <a:pt x="2365" y="656"/>
                </a:lnTo>
                <a:lnTo>
                  <a:pt x="2363" y="656"/>
                </a:lnTo>
                <a:lnTo>
                  <a:pt x="2363" y="655"/>
                </a:lnTo>
                <a:lnTo>
                  <a:pt x="2363" y="654"/>
                </a:lnTo>
                <a:lnTo>
                  <a:pt x="2362" y="654"/>
                </a:lnTo>
                <a:lnTo>
                  <a:pt x="2361" y="653"/>
                </a:lnTo>
                <a:lnTo>
                  <a:pt x="2359" y="653"/>
                </a:lnTo>
                <a:lnTo>
                  <a:pt x="2358" y="653"/>
                </a:lnTo>
                <a:lnTo>
                  <a:pt x="2355" y="653"/>
                </a:lnTo>
                <a:lnTo>
                  <a:pt x="2355" y="652"/>
                </a:lnTo>
                <a:lnTo>
                  <a:pt x="2355" y="651"/>
                </a:lnTo>
                <a:lnTo>
                  <a:pt x="2355" y="650"/>
                </a:lnTo>
                <a:lnTo>
                  <a:pt x="2356" y="650"/>
                </a:lnTo>
                <a:lnTo>
                  <a:pt x="2357" y="650"/>
                </a:lnTo>
                <a:lnTo>
                  <a:pt x="2358" y="651"/>
                </a:lnTo>
                <a:lnTo>
                  <a:pt x="2359" y="651"/>
                </a:lnTo>
                <a:lnTo>
                  <a:pt x="2360" y="652"/>
                </a:lnTo>
                <a:lnTo>
                  <a:pt x="2361" y="653"/>
                </a:lnTo>
                <a:lnTo>
                  <a:pt x="2362" y="654"/>
                </a:lnTo>
                <a:lnTo>
                  <a:pt x="2363" y="654"/>
                </a:lnTo>
                <a:lnTo>
                  <a:pt x="2363" y="655"/>
                </a:lnTo>
                <a:lnTo>
                  <a:pt x="2363" y="656"/>
                </a:lnTo>
                <a:lnTo>
                  <a:pt x="2364" y="656"/>
                </a:lnTo>
                <a:lnTo>
                  <a:pt x="2365" y="656"/>
                </a:lnTo>
                <a:lnTo>
                  <a:pt x="2366" y="656"/>
                </a:lnTo>
                <a:lnTo>
                  <a:pt x="2367" y="656"/>
                </a:lnTo>
                <a:lnTo>
                  <a:pt x="2368" y="656"/>
                </a:lnTo>
                <a:lnTo>
                  <a:pt x="2369" y="655"/>
                </a:lnTo>
                <a:lnTo>
                  <a:pt x="2370" y="655"/>
                </a:lnTo>
                <a:lnTo>
                  <a:pt x="2370" y="654"/>
                </a:lnTo>
                <a:lnTo>
                  <a:pt x="2371" y="654"/>
                </a:lnTo>
                <a:lnTo>
                  <a:pt x="2372" y="654"/>
                </a:lnTo>
                <a:lnTo>
                  <a:pt x="2373" y="654"/>
                </a:lnTo>
                <a:lnTo>
                  <a:pt x="2375" y="654"/>
                </a:lnTo>
                <a:lnTo>
                  <a:pt x="2376" y="654"/>
                </a:lnTo>
                <a:lnTo>
                  <a:pt x="2376" y="655"/>
                </a:lnTo>
                <a:lnTo>
                  <a:pt x="2376" y="656"/>
                </a:lnTo>
                <a:lnTo>
                  <a:pt x="2375" y="656"/>
                </a:lnTo>
                <a:lnTo>
                  <a:pt x="2375" y="657"/>
                </a:lnTo>
                <a:lnTo>
                  <a:pt x="2375" y="658"/>
                </a:lnTo>
                <a:lnTo>
                  <a:pt x="2374" y="658"/>
                </a:lnTo>
                <a:lnTo>
                  <a:pt x="2374" y="659"/>
                </a:lnTo>
                <a:lnTo>
                  <a:pt x="2374" y="660"/>
                </a:lnTo>
                <a:lnTo>
                  <a:pt x="2373" y="661"/>
                </a:lnTo>
                <a:lnTo>
                  <a:pt x="2373" y="662"/>
                </a:lnTo>
                <a:lnTo>
                  <a:pt x="2373" y="663"/>
                </a:lnTo>
                <a:lnTo>
                  <a:pt x="2372" y="663"/>
                </a:lnTo>
                <a:lnTo>
                  <a:pt x="2372" y="664"/>
                </a:lnTo>
                <a:lnTo>
                  <a:pt x="2372" y="666"/>
                </a:lnTo>
                <a:lnTo>
                  <a:pt x="2373" y="667"/>
                </a:lnTo>
                <a:lnTo>
                  <a:pt x="2374" y="667"/>
                </a:lnTo>
                <a:lnTo>
                  <a:pt x="2375" y="667"/>
                </a:lnTo>
                <a:lnTo>
                  <a:pt x="2376" y="667"/>
                </a:lnTo>
                <a:lnTo>
                  <a:pt x="2377" y="667"/>
                </a:lnTo>
                <a:lnTo>
                  <a:pt x="2378" y="667"/>
                </a:lnTo>
                <a:lnTo>
                  <a:pt x="2379" y="667"/>
                </a:lnTo>
                <a:lnTo>
                  <a:pt x="2380" y="667"/>
                </a:lnTo>
                <a:lnTo>
                  <a:pt x="2380" y="666"/>
                </a:lnTo>
                <a:lnTo>
                  <a:pt x="2380" y="665"/>
                </a:lnTo>
                <a:lnTo>
                  <a:pt x="2380" y="664"/>
                </a:lnTo>
                <a:lnTo>
                  <a:pt x="2379" y="664"/>
                </a:lnTo>
                <a:lnTo>
                  <a:pt x="2379" y="663"/>
                </a:lnTo>
                <a:lnTo>
                  <a:pt x="2380" y="663"/>
                </a:lnTo>
                <a:lnTo>
                  <a:pt x="2380" y="662"/>
                </a:lnTo>
                <a:lnTo>
                  <a:pt x="2380" y="661"/>
                </a:lnTo>
                <a:lnTo>
                  <a:pt x="2380" y="660"/>
                </a:lnTo>
                <a:lnTo>
                  <a:pt x="2381" y="660"/>
                </a:lnTo>
                <a:lnTo>
                  <a:pt x="2381" y="661"/>
                </a:lnTo>
                <a:lnTo>
                  <a:pt x="2382" y="661"/>
                </a:lnTo>
                <a:lnTo>
                  <a:pt x="2383" y="661"/>
                </a:lnTo>
                <a:lnTo>
                  <a:pt x="2383" y="662"/>
                </a:lnTo>
                <a:lnTo>
                  <a:pt x="2382" y="662"/>
                </a:lnTo>
                <a:lnTo>
                  <a:pt x="2382" y="663"/>
                </a:lnTo>
                <a:lnTo>
                  <a:pt x="2382" y="664"/>
                </a:lnTo>
                <a:lnTo>
                  <a:pt x="2383" y="664"/>
                </a:lnTo>
                <a:lnTo>
                  <a:pt x="2384" y="665"/>
                </a:lnTo>
                <a:lnTo>
                  <a:pt x="2384" y="666"/>
                </a:lnTo>
                <a:lnTo>
                  <a:pt x="2383" y="666"/>
                </a:lnTo>
                <a:lnTo>
                  <a:pt x="2382" y="667"/>
                </a:lnTo>
                <a:lnTo>
                  <a:pt x="2381" y="667"/>
                </a:lnTo>
                <a:lnTo>
                  <a:pt x="2380" y="667"/>
                </a:lnTo>
                <a:lnTo>
                  <a:pt x="2380" y="668"/>
                </a:lnTo>
                <a:lnTo>
                  <a:pt x="2381" y="668"/>
                </a:lnTo>
                <a:lnTo>
                  <a:pt x="2382" y="669"/>
                </a:lnTo>
                <a:lnTo>
                  <a:pt x="2383" y="669"/>
                </a:lnTo>
                <a:lnTo>
                  <a:pt x="2385" y="669"/>
                </a:lnTo>
                <a:lnTo>
                  <a:pt x="2384" y="669"/>
                </a:lnTo>
                <a:lnTo>
                  <a:pt x="2384" y="670"/>
                </a:lnTo>
                <a:lnTo>
                  <a:pt x="2385" y="671"/>
                </a:lnTo>
                <a:lnTo>
                  <a:pt x="2384" y="671"/>
                </a:lnTo>
                <a:lnTo>
                  <a:pt x="2385" y="674"/>
                </a:lnTo>
                <a:lnTo>
                  <a:pt x="2384" y="674"/>
                </a:lnTo>
                <a:lnTo>
                  <a:pt x="2384" y="675"/>
                </a:lnTo>
                <a:lnTo>
                  <a:pt x="2385" y="676"/>
                </a:lnTo>
                <a:lnTo>
                  <a:pt x="2384" y="676"/>
                </a:lnTo>
                <a:lnTo>
                  <a:pt x="2385" y="676"/>
                </a:lnTo>
                <a:lnTo>
                  <a:pt x="2385" y="677"/>
                </a:lnTo>
                <a:lnTo>
                  <a:pt x="2385" y="678"/>
                </a:lnTo>
                <a:lnTo>
                  <a:pt x="2384" y="678"/>
                </a:lnTo>
                <a:lnTo>
                  <a:pt x="2383" y="680"/>
                </a:lnTo>
                <a:lnTo>
                  <a:pt x="2383" y="681"/>
                </a:lnTo>
                <a:lnTo>
                  <a:pt x="2382" y="681"/>
                </a:lnTo>
                <a:lnTo>
                  <a:pt x="2380" y="681"/>
                </a:lnTo>
                <a:lnTo>
                  <a:pt x="2376" y="682"/>
                </a:lnTo>
                <a:lnTo>
                  <a:pt x="2372" y="682"/>
                </a:lnTo>
                <a:lnTo>
                  <a:pt x="2371" y="682"/>
                </a:lnTo>
                <a:lnTo>
                  <a:pt x="2366" y="682"/>
                </a:lnTo>
                <a:lnTo>
                  <a:pt x="2361" y="682"/>
                </a:lnTo>
                <a:lnTo>
                  <a:pt x="2361" y="683"/>
                </a:lnTo>
                <a:lnTo>
                  <a:pt x="2360" y="683"/>
                </a:lnTo>
                <a:lnTo>
                  <a:pt x="2359" y="683"/>
                </a:lnTo>
                <a:lnTo>
                  <a:pt x="2358" y="683"/>
                </a:lnTo>
                <a:lnTo>
                  <a:pt x="2358" y="684"/>
                </a:lnTo>
                <a:lnTo>
                  <a:pt x="2357" y="684"/>
                </a:lnTo>
                <a:lnTo>
                  <a:pt x="2356" y="684"/>
                </a:lnTo>
                <a:lnTo>
                  <a:pt x="2355" y="684"/>
                </a:lnTo>
                <a:lnTo>
                  <a:pt x="2353" y="684"/>
                </a:lnTo>
                <a:lnTo>
                  <a:pt x="2353" y="685"/>
                </a:lnTo>
                <a:lnTo>
                  <a:pt x="2353" y="686"/>
                </a:lnTo>
                <a:lnTo>
                  <a:pt x="2353" y="687"/>
                </a:lnTo>
                <a:lnTo>
                  <a:pt x="2353" y="688"/>
                </a:lnTo>
                <a:lnTo>
                  <a:pt x="2353" y="689"/>
                </a:lnTo>
                <a:lnTo>
                  <a:pt x="2351" y="689"/>
                </a:lnTo>
                <a:lnTo>
                  <a:pt x="2351" y="690"/>
                </a:lnTo>
                <a:lnTo>
                  <a:pt x="2350" y="690"/>
                </a:lnTo>
                <a:lnTo>
                  <a:pt x="2350" y="691"/>
                </a:lnTo>
                <a:lnTo>
                  <a:pt x="2349" y="691"/>
                </a:lnTo>
                <a:lnTo>
                  <a:pt x="2349" y="692"/>
                </a:lnTo>
                <a:lnTo>
                  <a:pt x="2348" y="691"/>
                </a:lnTo>
                <a:lnTo>
                  <a:pt x="2347" y="692"/>
                </a:lnTo>
                <a:lnTo>
                  <a:pt x="2347" y="691"/>
                </a:lnTo>
                <a:lnTo>
                  <a:pt x="2347" y="692"/>
                </a:lnTo>
                <a:lnTo>
                  <a:pt x="2347" y="691"/>
                </a:lnTo>
                <a:lnTo>
                  <a:pt x="2346" y="691"/>
                </a:lnTo>
                <a:lnTo>
                  <a:pt x="2345" y="690"/>
                </a:lnTo>
                <a:lnTo>
                  <a:pt x="2344" y="689"/>
                </a:lnTo>
                <a:lnTo>
                  <a:pt x="2342" y="689"/>
                </a:lnTo>
                <a:lnTo>
                  <a:pt x="2341" y="690"/>
                </a:lnTo>
                <a:lnTo>
                  <a:pt x="2340" y="690"/>
                </a:lnTo>
                <a:lnTo>
                  <a:pt x="2339" y="690"/>
                </a:lnTo>
                <a:lnTo>
                  <a:pt x="2338" y="690"/>
                </a:lnTo>
                <a:lnTo>
                  <a:pt x="2337" y="690"/>
                </a:lnTo>
                <a:lnTo>
                  <a:pt x="2337" y="691"/>
                </a:lnTo>
                <a:lnTo>
                  <a:pt x="2336" y="691"/>
                </a:lnTo>
                <a:lnTo>
                  <a:pt x="2335" y="690"/>
                </a:lnTo>
                <a:lnTo>
                  <a:pt x="2335" y="689"/>
                </a:lnTo>
                <a:lnTo>
                  <a:pt x="2335" y="688"/>
                </a:lnTo>
                <a:lnTo>
                  <a:pt x="2334" y="688"/>
                </a:lnTo>
                <a:lnTo>
                  <a:pt x="2332" y="689"/>
                </a:lnTo>
                <a:lnTo>
                  <a:pt x="2332" y="690"/>
                </a:lnTo>
                <a:lnTo>
                  <a:pt x="2333" y="690"/>
                </a:lnTo>
                <a:lnTo>
                  <a:pt x="2333" y="691"/>
                </a:lnTo>
                <a:lnTo>
                  <a:pt x="2333" y="692"/>
                </a:lnTo>
                <a:lnTo>
                  <a:pt x="2333" y="693"/>
                </a:lnTo>
                <a:lnTo>
                  <a:pt x="2330" y="693"/>
                </a:lnTo>
                <a:lnTo>
                  <a:pt x="2329" y="693"/>
                </a:lnTo>
                <a:lnTo>
                  <a:pt x="2328" y="693"/>
                </a:lnTo>
                <a:lnTo>
                  <a:pt x="2328" y="694"/>
                </a:lnTo>
                <a:lnTo>
                  <a:pt x="2329" y="696"/>
                </a:lnTo>
                <a:lnTo>
                  <a:pt x="2329" y="697"/>
                </a:lnTo>
                <a:lnTo>
                  <a:pt x="2329" y="698"/>
                </a:lnTo>
                <a:lnTo>
                  <a:pt x="2329" y="705"/>
                </a:lnTo>
                <a:lnTo>
                  <a:pt x="2329" y="706"/>
                </a:lnTo>
                <a:lnTo>
                  <a:pt x="2329" y="707"/>
                </a:lnTo>
                <a:lnTo>
                  <a:pt x="2337" y="717"/>
                </a:lnTo>
                <a:lnTo>
                  <a:pt x="2340" y="720"/>
                </a:lnTo>
                <a:lnTo>
                  <a:pt x="2341" y="721"/>
                </a:lnTo>
                <a:lnTo>
                  <a:pt x="2344" y="726"/>
                </a:lnTo>
                <a:lnTo>
                  <a:pt x="2343" y="727"/>
                </a:lnTo>
                <a:lnTo>
                  <a:pt x="2341" y="728"/>
                </a:lnTo>
                <a:lnTo>
                  <a:pt x="2340" y="730"/>
                </a:lnTo>
                <a:lnTo>
                  <a:pt x="2340" y="734"/>
                </a:lnTo>
                <a:lnTo>
                  <a:pt x="2337" y="734"/>
                </a:lnTo>
                <a:lnTo>
                  <a:pt x="2337" y="735"/>
                </a:lnTo>
                <a:lnTo>
                  <a:pt x="2338" y="739"/>
                </a:lnTo>
                <a:lnTo>
                  <a:pt x="2334" y="739"/>
                </a:lnTo>
                <a:lnTo>
                  <a:pt x="2332" y="742"/>
                </a:lnTo>
                <a:lnTo>
                  <a:pt x="2329" y="742"/>
                </a:lnTo>
                <a:lnTo>
                  <a:pt x="2324" y="743"/>
                </a:lnTo>
                <a:lnTo>
                  <a:pt x="2309" y="744"/>
                </a:lnTo>
                <a:lnTo>
                  <a:pt x="2313" y="761"/>
                </a:lnTo>
                <a:lnTo>
                  <a:pt x="2312" y="761"/>
                </a:lnTo>
                <a:lnTo>
                  <a:pt x="2312" y="762"/>
                </a:lnTo>
                <a:lnTo>
                  <a:pt x="2313" y="762"/>
                </a:lnTo>
                <a:lnTo>
                  <a:pt x="2312" y="763"/>
                </a:lnTo>
                <a:lnTo>
                  <a:pt x="2312" y="764"/>
                </a:lnTo>
                <a:lnTo>
                  <a:pt x="2310" y="767"/>
                </a:lnTo>
                <a:lnTo>
                  <a:pt x="2308" y="767"/>
                </a:lnTo>
                <a:lnTo>
                  <a:pt x="2307" y="767"/>
                </a:lnTo>
                <a:lnTo>
                  <a:pt x="2307" y="768"/>
                </a:lnTo>
                <a:lnTo>
                  <a:pt x="2306" y="768"/>
                </a:lnTo>
                <a:lnTo>
                  <a:pt x="2306" y="769"/>
                </a:lnTo>
                <a:lnTo>
                  <a:pt x="2306" y="770"/>
                </a:lnTo>
                <a:lnTo>
                  <a:pt x="2307" y="771"/>
                </a:lnTo>
                <a:lnTo>
                  <a:pt x="2308" y="772"/>
                </a:lnTo>
                <a:lnTo>
                  <a:pt x="2307" y="772"/>
                </a:lnTo>
                <a:lnTo>
                  <a:pt x="2308" y="773"/>
                </a:lnTo>
                <a:lnTo>
                  <a:pt x="2309" y="774"/>
                </a:lnTo>
                <a:lnTo>
                  <a:pt x="2309" y="775"/>
                </a:lnTo>
                <a:lnTo>
                  <a:pt x="2309" y="776"/>
                </a:lnTo>
                <a:lnTo>
                  <a:pt x="2308" y="777"/>
                </a:lnTo>
                <a:lnTo>
                  <a:pt x="2307" y="778"/>
                </a:lnTo>
                <a:lnTo>
                  <a:pt x="2306" y="778"/>
                </a:lnTo>
                <a:lnTo>
                  <a:pt x="2306" y="779"/>
                </a:lnTo>
                <a:lnTo>
                  <a:pt x="2306" y="780"/>
                </a:lnTo>
                <a:lnTo>
                  <a:pt x="2305" y="780"/>
                </a:lnTo>
                <a:lnTo>
                  <a:pt x="2305" y="781"/>
                </a:lnTo>
                <a:lnTo>
                  <a:pt x="2305" y="782"/>
                </a:lnTo>
                <a:lnTo>
                  <a:pt x="2302" y="782"/>
                </a:lnTo>
                <a:lnTo>
                  <a:pt x="2298" y="782"/>
                </a:lnTo>
                <a:lnTo>
                  <a:pt x="2298" y="781"/>
                </a:lnTo>
                <a:lnTo>
                  <a:pt x="2298" y="780"/>
                </a:lnTo>
                <a:lnTo>
                  <a:pt x="2298" y="779"/>
                </a:lnTo>
                <a:lnTo>
                  <a:pt x="2297" y="779"/>
                </a:lnTo>
                <a:lnTo>
                  <a:pt x="2296" y="778"/>
                </a:lnTo>
                <a:lnTo>
                  <a:pt x="2296" y="777"/>
                </a:lnTo>
                <a:lnTo>
                  <a:pt x="2296" y="776"/>
                </a:lnTo>
                <a:lnTo>
                  <a:pt x="2296" y="775"/>
                </a:lnTo>
                <a:lnTo>
                  <a:pt x="2293" y="775"/>
                </a:lnTo>
                <a:lnTo>
                  <a:pt x="2292" y="775"/>
                </a:lnTo>
                <a:lnTo>
                  <a:pt x="2291" y="773"/>
                </a:lnTo>
                <a:lnTo>
                  <a:pt x="2289" y="772"/>
                </a:lnTo>
                <a:lnTo>
                  <a:pt x="2289" y="771"/>
                </a:lnTo>
                <a:lnTo>
                  <a:pt x="2289" y="770"/>
                </a:lnTo>
                <a:lnTo>
                  <a:pt x="2288" y="770"/>
                </a:lnTo>
                <a:lnTo>
                  <a:pt x="2287" y="770"/>
                </a:lnTo>
                <a:lnTo>
                  <a:pt x="2287" y="771"/>
                </a:lnTo>
                <a:lnTo>
                  <a:pt x="2286" y="772"/>
                </a:lnTo>
                <a:lnTo>
                  <a:pt x="2285" y="774"/>
                </a:lnTo>
                <a:lnTo>
                  <a:pt x="2284" y="774"/>
                </a:lnTo>
                <a:lnTo>
                  <a:pt x="2283" y="774"/>
                </a:lnTo>
                <a:lnTo>
                  <a:pt x="2283" y="773"/>
                </a:lnTo>
                <a:lnTo>
                  <a:pt x="2283" y="772"/>
                </a:lnTo>
                <a:lnTo>
                  <a:pt x="2283" y="771"/>
                </a:lnTo>
                <a:lnTo>
                  <a:pt x="2283" y="770"/>
                </a:lnTo>
                <a:lnTo>
                  <a:pt x="2283" y="769"/>
                </a:lnTo>
                <a:lnTo>
                  <a:pt x="2283" y="768"/>
                </a:lnTo>
                <a:lnTo>
                  <a:pt x="2283" y="767"/>
                </a:lnTo>
                <a:lnTo>
                  <a:pt x="2283" y="766"/>
                </a:lnTo>
                <a:lnTo>
                  <a:pt x="2282" y="766"/>
                </a:lnTo>
                <a:lnTo>
                  <a:pt x="2282" y="765"/>
                </a:lnTo>
                <a:lnTo>
                  <a:pt x="2281" y="765"/>
                </a:lnTo>
                <a:lnTo>
                  <a:pt x="2281" y="764"/>
                </a:lnTo>
                <a:lnTo>
                  <a:pt x="2280" y="763"/>
                </a:lnTo>
                <a:lnTo>
                  <a:pt x="2278" y="760"/>
                </a:lnTo>
                <a:lnTo>
                  <a:pt x="2272" y="760"/>
                </a:lnTo>
                <a:lnTo>
                  <a:pt x="2271" y="760"/>
                </a:lnTo>
                <a:lnTo>
                  <a:pt x="2271" y="762"/>
                </a:lnTo>
                <a:lnTo>
                  <a:pt x="2270" y="762"/>
                </a:lnTo>
                <a:lnTo>
                  <a:pt x="2271" y="763"/>
                </a:lnTo>
                <a:lnTo>
                  <a:pt x="2271" y="766"/>
                </a:lnTo>
                <a:lnTo>
                  <a:pt x="2272" y="767"/>
                </a:lnTo>
                <a:lnTo>
                  <a:pt x="2271" y="767"/>
                </a:lnTo>
                <a:lnTo>
                  <a:pt x="2270" y="767"/>
                </a:lnTo>
                <a:lnTo>
                  <a:pt x="2269" y="766"/>
                </a:lnTo>
                <a:lnTo>
                  <a:pt x="2268" y="766"/>
                </a:lnTo>
                <a:lnTo>
                  <a:pt x="2268" y="767"/>
                </a:lnTo>
                <a:lnTo>
                  <a:pt x="2267" y="767"/>
                </a:lnTo>
                <a:lnTo>
                  <a:pt x="2267" y="768"/>
                </a:lnTo>
                <a:lnTo>
                  <a:pt x="2267" y="769"/>
                </a:lnTo>
                <a:lnTo>
                  <a:pt x="2266" y="769"/>
                </a:lnTo>
                <a:lnTo>
                  <a:pt x="2265" y="769"/>
                </a:lnTo>
                <a:lnTo>
                  <a:pt x="2265" y="770"/>
                </a:lnTo>
                <a:lnTo>
                  <a:pt x="2266" y="770"/>
                </a:lnTo>
                <a:lnTo>
                  <a:pt x="2265" y="770"/>
                </a:lnTo>
                <a:lnTo>
                  <a:pt x="2265" y="771"/>
                </a:lnTo>
                <a:lnTo>
                  <a:pt x="2264" y="771"/>
                </a:lnTo>
                <a:lnTo>
                  <a:pt x="2264" y="772"/>
                </a:lnTo>
                <a:lnTo>
                  <a:pt x="2263" y="772"/>
                </a:lnTo>
                <a:lnTo>
                  <a:pt x="2262" y="772"/>
                </a:lnTo>
                <a:lnTo>
                  <a:pt x="2262" y="773"/>
                </a:lnTo>
                <a:lnTo>
                  <a:pt x="2261" y="773"/>
                </a:lnTo>
                <a:lnTo>
                  <a:pt x="2261" y="772"/>
                </a:lnTo>
                <a:lnTo>
                  <a:pt x="2260" y="772"/>
                </a:lnTo>
                <a:lnTo>
                  <a:pt x="2260" y="771"/>
                </a:lnTo>
                <a:lnTo>
                  <a:pt x="2260" y="770"/>
                </a:lnTo>
                <a:lnTo>
                  <a:pt x="2260" y="769"/>
                </a:lnTo>
                <a:lnTo>
                  <a:pt x="2259" y="769"/>
                </a:lnTo>
                <a:lnTo>
                  <a:pt x="2258" y="769"/>
                </a:lnTo>
                <a:lnTo>
                  <a:pt x="2258" y="768"/>
                </a:lnTo>
                <a:lnTo>
                  <a:pt x="2257" y="768"/>
                </a:lnTo>
                <a:lnTo>
                  <a:pt x="2257" y="767"/>
                </a:lnTo>
                <a:lnTo>
                  <a:pt x="2256" y="767"/>
                </a:lnTo>
                <a:lnTo>
                  <a:pt x="2255" y="767"/>
                </a:lnTo>
                <a:lnTo>
                  <a:pt x="2255" y="766"/>
                </a:lnTo>
                <a:lnTo>
                  <a:pt x="2254" y="766"/>
                </a:lnTo>
                <a:lnTo>
                  <a:pt x="2253" y="766"/>
                </a:lnTo>
                <a:lnTo>
                  <a:pt x="2252" y="766"/>
                </a:lnTo>
                <a:lnTo>
                  <a:pt x="2252" y="765"/>
                </a:lnTo>
                <a:lnTo>
                  <a:pt x="2251" y="766"/>
                </a:lnTo>
                <a:lnTo>
                  <a:pt x="2251" y="765"/>
                </a:lnTo>
                <a:lnTo>
                  <a:pt x="2250" y="765"/>
                </a:lnTo>
                <a:lnTo>
                  <a:pt x="2249" y="765"/>
                </a:lnTo>
                <a:lnTo>
                  <a:pt x="2248" y="765"/>
                </a:lnTo>
                <a:lnTo>
                  <a:pt x="2247" y="764"/>
                </a:lnTo>
                <a:lnTo>
                  <a:pt x="2246" y="764"/>
                </a:lnTo>
                <a:lnTo>
                  <a:pt x="2246" y="763"/>
                </a:lnTo>
                <a:lnTo>
                  <a:pt x="2246" y="762"/>
                </a:lnTo>
                <a:lnTo>
                  <a:pt x="2245" y="762"/>
                </a:lnTo>
                <a:lnTo>
                  <a:pt x="2245" y="761"/>
                </a:lnTo>
                <a:lnTo>
                  <a:pt x="2246" y="761"/>
                </a:lnTo>
                <a:lnTo>
                  <a:pt x="2245" y="760"/>
                </a:lnTo>
                <a:lnTo>
                  <a:pt x="2245" y="759"/>
                </a:lnTo>
                <a:lnTo>
                  <a:pt x="2244" y="759"/>
                </a:lnTo>
                <a:lnTo>
                  <a:pt x="2243" y="759"/>
                </a:lnTo>
                <a:lnTo>
                  <a:pt x="2243" y="758"/>
                </a:lnTo>
                <a:lnTo>
                  <a:pt x="2242" y="758"/>
                </a:lnTo>
                <a:lnTo>
                  <a:pt x="2242" y="757"/>
                </a:lnTo>
                <a:lnTo>
                  <a:pt x="2242" y="756"/>
                </a:lnTo>
                <a:lnTo>
                  <a:pt x="2241" y="756"/>
                </a:lnTo>
                <a:lnTo>
                  <a:pt x="2240" y="756"/>
                </a:lnTo>
                <a:lnTo>
                  <a:pt x="2239" y="756"/>
                </a:lnTo>
                <a:lnTo>
                  <a:pt x="2239" y="755"/>
                </a:lnTo>
                <a:lnTo>
                  <a:pt x="2239" y="754"/>
                </a:lnTo>
                <a:lnTo>
                  <a:pt x="2238" y="754"/>
                </a:lnTo>
                <a:lnTo>
                  <a:pt x="2236" y="754"/>
                </a:lnTo>
                <a:lnTo>
                  <a:pt x="2236" y="755"/>
                </a:lnTo>
                <a:lnTo>
                  <a:pt x="2236" y="754"/>
                </a:lnTo>
                <a:lnTo>
                  <a:pt x="2235" y="754"/>
                </a:lnTo>
                <a:lnTo>
                  <a:pt x="2234" y="754"/>
                </a:lnTo>
                <a:lnTo>
                  <a:pt x="2233" y="753"/>
                </a:lnTo>
                <a:lnTo>
                  <a:pt x="2232" y="753"/>
                </a:lnTo>
                <a:lnTo>
                  <a:pt x="2231" y="753"/>
                </a:lnTo>
                <a:lnTo>
                  <a:pt x="2230" y="753"/>
                </a:lnTo>
                <a:lnTo>
                  <a:pt x="2230" y="752"/>
                </a:lnTo>
                <a:lnTo>
                  <a:pt x="2230" y="751"/>
                </a:lnTo>
                <a:lnTo>
                  <a:pt x="2229" y="751"/>
                </a:lnTo>
                <a:lnTo>
                  <a:pt x="2227" y="751"/>
                </a:lnTo>
                <a:lnTo>
                  <a:pt x="2227" y="752"/>
                </a:lnTo>
                <a:lnTo>
                  <a:pt x="2226" y="752"/>
                </a:lnTo>
                <a:lnTo>
                  <a:pt x="2225" y="752"/>
                </a:lnTo>
                <a:lnTo>
                  <a:pt x="2224" y="751"/>
                </a:lnTo>
                <a:lnTo>
                  <a:pt x="2223" y="750"/>
                </a:lnTo>
                <a:lnTo>
                  <a:pt x="2223" y="749"/>
                </a:lnTo>
                <a:lnTo>
                  <a:pt x="2221" y="749"/>
                </a:lnTo>
                <a:lnTo>
                  <a:pt x="2220" y="749"/>
                </a:lnTo>
                <a:lnTo>
                  <a:pt x="2220" y="750"/>
                </a:lnTo>
                <a:lnTo>
                  <a:pt x="2219" y="750"/>
                </a:lnTo>
                <a:lnTo>
                  <a:pt x="2219" y="751"/>
                </a:lnTo>
                <a:lnTo>
                  <a:pt x="2218" y="751"/>
                </a:lnTo>
                <a:lnTo>
                  <a:pt x="2217" y="751"/>
                </a:lnTo>
                <a:lnTo>
                  <a:pt x="2217" y="752"/>
                </a:lnTo>
                <a:lnTo>
                  <a:pt x="2216" y="752"/>
                </a:lnTo>
                <a:lnTo>
                  <a:pt x="2215" y="752"/>
                </a:lnTo>
                <a:lnTo>
                  <a:pt x="2215" y="753"/>
                </a:lnTo>
                <a:lnTo>
                  <a:pt x="2216" y="753"/>
                </a:lnTo>
                <a:lnTo>
                  <a:pt x="2217" y="753"/>
                </a:lnTo>
                <a:lnTo>
                  <a:pt x="2218" y="753"/>
                </a:lnTo>
                <a:lnTo>
                  <a:pt x="2218" y="754"/>
                </a:lnTo>
                <a:lnTo>
                  <a:pt x="2219" y="755"/>
                </a:lnTo>
                <a:lnTo>
                  <a:pt x="2220" y="755"/>
                </a:lnTo>
                <a:lnTo>
                  <a:pt x="2220" y="756"/>
                </a:lnTo>
                <a:lnTo>
                  <a:pt x="2220" y="757"/>
                </a:lnTo>
                <a:lnTo>
                  <a:pt x="2219" y="757"/>
                </a:lnTo>
                <a:lnTo>
                  <a:pt x="2219" y="758"/>
                </a:lnTo>
                <a:lnTo>
                  <a:pt x="2220" y="758"/>
                </a:lnTo>
                <a:lnTo>
                  <a:pt x="2220" y="759"/>
                </a:lnTo>
                <a:lnTo>
                  <a:pt x="2221" y="759"/>
                </a:lnTo>
                <a:lnTo>
                  <a:pt x="2220" y="760"/>
                </a:lnTo>
                <a:lnTo>
                  <a:pt x="2221" y="760"/>
                </a:lnTo>
                <a:lnTo>
                  <a:pt x="2220" y="761"/>
                </a:lnTo>
                <a:lnTo>
                  <a:pt x="2220" y="762"/>
                </a:lnTo>
                <a:lnTo>
                  <a:pt x="2220" y="763"/>
                </a:lnTo>
                <a:lnTo>
                  <a:pt x="2220" y="764"/>
                </a:lnTo>
                <a:lnTo>
                  <a:pt x="2220" y="765"/>
                </a:lnTo>
                <a:lnTo>
                  <a:pt x="2219" y="765"/>
                </a:lnTo>
                <a:lnTo>
                  <a:pt x="2218" y="766"/>
                </a:lnTo>
                <a:lnTo>
                  <a:pt x="2218" y="767"/>
                </a:lnTo>
                <a:lnTo>
                  <a:pt x="2217" y="767"/>
                </a:lnTo>
                <a:lnTo>
                  <a:pt x="2217" y="768"/>
                </a:lnTo>
                <a:lnTo>
                  <a:pt x="2216" y="768"/>
                </a:lnTo>
                <a:lnTo>
                  <a:pt x="2216" y="769"/>
                </a:lnTo>
                <a:lnTo>
                  <a:pt x="2216" y="770"/>
                </a:lnTo>
                <a:lnTo>
                  <a:pt x="2215" y="771"/>
                </a:lnTo>
                <a:lnTo>
                  <a:pt x="2215" y="770"/>
                </a:lnTo>
                <a:lnTo>
                  <a:pt x="2215" y="771"/>
                </a:lnTo>
                <a:lnTo>
                  <a:pt x="2215" y="772"/>
                </a:lnTo>
                <a:lnTo>
                  <a:pt x="2215" y="773"/>
                </a:lnTo>
                <a:lnTo>
                  <a:pt x="2214" y="773"/>
                </a:lnTo>
                <a:lnTo>
                  <a:pt x="2214" y="774"/>
                </a:lnTo>
                <a:lnTo>
                  <a:pt x="2213" y="774"/>
                </a:lnTo>
                <a:lnTo>
                  <a:pt x="2212" y="773"/>
                </a:lnTo>
                <a:lnTo>
                  <a:pt x="2213" y="773"/>
                </a:lnTo>
                <a:lnTo>
                  <a:pt x="2212" y="773"/>
                </a:lnTo>
                <a:lnTo>
                  <a:pt x="2212" y="774"/>
                </a:lnTo>
                <a:lnTo>
                  <a:pt x="2211" y="774"/>
                </a:lnTo>
                <a:lnTo>
                  <a:pt x="2211" y="775"/>
                </a:lnTo>
                <a:lnTo>
                  <a:pt x="2210" y="775"/>
                </a:lnTo>
                <a:lnTo>
                  <a:pt x="2210" y="776"/>
                </a:lnTo>
                <a:lnTo>
                  <a:pt x="2209" y="776"/>
                </a:lnTo>
                <a:lnTo>
                  <a:pt x="2208" y="776"/>
                </a:lnTo>
                <a:lnTo>
                  <a:pt x="2208" y="775"/>
                </a:lnTo>
                <a:lnTo>
                  <a:pt x="2207" y="775"/>
                </a:lnTo>
                <a:lnTo>
                  <a:pt x="2207" y="776"/>
                </a:lnTo>
                <a:lnTo>
                  <a:pt x="2207" y="775"/>
                </a:lnTo>
                <a:lnTo>
                  <a:pt x="2206" y="775"/>
                </a:lnTo>
                <a:lnTo>
                  <a:pt x="2206" y="776"/>
                </a:lnTo>
                <a:lnTo>
                  <a:pt x="2205" y="776"/>
                </a:lnTo>
                <a:lnTo>
                  <a:pt x="2205" y="777"/>
                </a:lnTo>
                <a:lnTo>
                  <a:pt x="2205" y="778"/>
                </a:lnTo>
                <a:lnTo>
                  <a:pt x="2206" y="778"/>
                </a:lnTo>
                <a:lnTo>
                  <a:pt x="2207" y="778"/>
                </a:lnTo>
                <a:lnTo>
                  <a:pt x="2207" y="779"/>
                </a:lnTo>
                <a:lnTo>
                  <a:pt x="2207" y="780"/>
                </a:lnTo>
                <a:lnTo>
                  <a:pt x="2208" y="780"/>
                </a:lnTo>
                <a:lnTo>
                  <a:pt x="2209" y="781"/>
                </a:lnTo>
                <a:lnTo>
                  <a:pt x="2211" y="782"/>
                </a:lnTo>
                <a:lnTo>
                  <a:pt x="2213" y="783"/>
                </a:lnTo>
                <a:lnTo>
                  <a:pt x="2214" y="783"/>
                </a:lnTo>
                <a:lnTo>
                  <a:pt x="2215" y="783"/>
                </a:lnTo>
                <a:lnTo>
                  <a:pt x="2216" y="783"/>
                </a:lnTo>
                <a:lnTo>
                  <a:pt x="2217" y="783"/>
                </a:lnTo>
                <a:lnTo>
                  <a:pt x="2219" y="784"/>
                </a:lnTo>
                <a:lnTo>
                  <a:pt x="2220" y="784"/>
                </a:lnTo>
                <a:lnTo>
                  <a:pt x="2220" y="783"/>
                </a:lnTo>
                <a:lnTo>
                  <a:pt x="2220" y="782"/>
                </a:lnTo>
                <a:lnTo>
                  <a:pt x="2221" y="782"/>
                </a:lnTo>
                <a:lnTo>
                  <a:pt x="2222" y="782"/>
                </a:lnTo>
                <a:lnTo>
                  <a:pt x="2222" y="781"/>
                </a:lnTo>
                <a:lnTo>
                  <a:pt x="2223" y="781"/>
                </a:lnTo>
                <a:lnTo>
                  <a:pt x="2224" y="781"/>
                </a:lnTo>
                <a:lnTo>
                  <a:pt x="2226" y="781"/>
                </a:lnTo>
                <a:lnTo>
                  <a:pt x="2227" y="781"/>
                </a:lnTo>
                <a:lnTo>
                  <a:pt x="2228" y="781"/>
                </a:lnTo>
                <a:lnTo>
                  <a:pt x="2229" y="781"/>
                </a:lnTo>
                <a:lnTo>
                  <a:pt x="2230" y="781"/>
                </a:lnTo>
                <a:lnTo>
                  <a:pt x="2231" y="781"/>
                </a:lnTo>
                <a:lnTo>
                  <a:pt x="2232" y="781"/>
                </a:lnTo>
                <a:lnTo>
                  <a:pt x="2234" y="783"/>
                </a:lnTo>
                <a:lnTo>
                  <a:pt x="2235" y="784"/>
                </a:lnTo>
                <a:lnTo>
                  <a:pt x="2236" y="787"/>
                </a:lnTo>
                <a:lnTo>
                  <a:pt x="2236" y="789"/>
                </a:lnTo>
                <a:lnTo>
                  <a:pt x="2238" y="789"/>
                </a:lnTo>
                <a:lnTo>
                  <a:pt x="2238" y="790"/>
                </a:lnTo>
                <a:lnTo>
                  <a:pt x="2238" y="792"/>
                </a:lnTo>
                <a:lnTo>
                  <a:pt x="2238" y="793"/>
                </a:lnTo>
                <a:lnTo>
                  <a:pt x="2235" y="793"/>
                </a:lnTo>
                <a:lnTo>
                  <a:pt x="2234" y="793"/>
                </a:lnTo>
                <a:lnTo>
                  <a:pt x="2234" y="794"/>
                </a:lnTo>
                <a:lnTo>
                  <a:pt x="2234" y="795"/>
                </a:lnTo>
                <a:lnTo>
                  <a:pt x="2235" y="796"/>
                </a:lnTo>
                <a:lnTo>
                  <a:pt x="2235" y="797"/>
                </a:lnTo>
                <a:lnTo>
                  <a:pt x="2236" y="798"/>
                </a:lnTo>
                <a:lnTo>
                  <a:pt x="2236" y="799"/>
                </a:lnTo>
                <a:lnTo>
                  <a:pt x="2238" y="799"/>
                </a:lnTo>
                <a:lnTo>
                  <a:pt x="2238" y="800"/>
                </a:lnTo>
                <a:lnTo>
                  <a:pt x="2238" y="802"/>
                </a:lnTo>
                <a:lnTo>
                  <a:pt x="2238" y="803"/>
                </a:lnTo>
                <a:lnTo>
                  <a:pt x="2239" y="803"/>
                </a:lnTo>
                <a:lnTo>
                  <a:pt x="2240" y="804"/>
                </a:lnTo>
                <a:lnTo>
                  <a:pt x="2241" y="804"/>
                </a:lnTo>
                <a:lnTo>
                  <a:pt x="2242" y="804"/>
                </a:lnTo>
                <a:lnTo>
                  <a:pt x="2244" y="806"/>
                </a:lnTo>
                <a:lnTo>
                  <a:pt x="2246" y="806"/>
                </a:lnTo>
                <a:lnTo>
                  <a:pt x="2248" y="806"/>
                </a:lnTo>
                <a:lnTo>
                  <a:pt x="2249" y="808"/>
                </a:lnTo>
                <a:lnTo>
                  <a:pt x="2251" y="808"/>
                </a:lnTo>
                <a:lnTo>
                  <a:pt x="2252" y="808"/>
                </a:lnTo>
                <a:lnTo>
                  <a:pt x="2253" y="809"/>
                </a:lnTo>
                <a:lnTo>
                  <a:pt x="2254" y="811"/>
                </a:lnTo>
                <a:lnTo>
                  <a:pt x="2254" y="812"/>
                </a:lnTo>
                <a:lnTo>
                  <a:pt x="2252" y="815"/>
                </a:lnTo>
                <a:lnTo>
                  <a:pt x="2252" y="816"/>
                </a:lnTo>
                <a:lnTo>
                  <a:pt x="2251" y="816"/>
                </a:lnTo>
                <a:lnTo>
                  <a:pt x="2251" y="817"/>
                </a:lnTo>
                <a:lnTo>
                  <a:pt x="2251" y="818"/>
                </a:lnTo>
                <a:lnTo>
                  <a:pt x="2251" y="819"/>
                </a:lnTo>
                <a:lnTo>
                  <a:pt x="2251" y="821"/>
                </a:lnTo>
                <a:lnTo>
                  <a:pt x="2251" y="822"/>
                </a:lnTo>
                <a:lnTo>
                  <a:pt x="2251" y="823"/>
                </a:lnTo>
                <a:lnTo>
                  <a:pt x="2251" y="824"/>
                </a:lnTo>
                <a:lnTo>
                  <a:pt x="2259" y="826"/>
                </a:lnTo>
                <a:lnTo>
                  <a:pt x="2259" y="827"/>
                </a:lnTo>
                <a:lnTo>
                  <a:pt x="2260" y="829"/>
                </a:lnTo>
                <a:lnTo>
                  <a:pt x="2259" y="833"/>
                </a:lnTo>
                <a:lnTo>
                  <a:pt x="2257" y="834"/>
                </a:lnTo>
                <a:lnTo>
                  <a:pt x="2255" y="836"/>
                </a:lnTo>
                <a:lnTo>
                  <a:pt x="2251" y="835"/>
                </a:lnTo>
                <a:lnTo>
                  <a:pt x="2250" y="837"/>
                </a:lnTo>
                <a:lnTo>
                  <a:pt x="2249" y="838"/>
                </a:lnTo>
                <a:lnTo>
                  <a:pt x="2248" y="840"/>
                </a:lnTo>
                <a:lnTo>
                  <a:pt x="2249" y="844"/>
                </a:lnTo>
                <a:lnTo>
                  <a:pt x="2249" y="847"/>
                </a:lnTo>
                <a:lnTo>
                  <a:pt x="2248" y="849"/>
                </a:lnTo>
                <a:lnTo>
                  <a:pt x="2247" y="852"/>
                </a:lnTo>
                <a:lnTo>
                  <a:pt x="2245" y="853"/>
                </a:lnTo>
                <a:lnTo>
                  <a:pt x="2245" y="854"/>
                </a:lnTo>
                <a:lnTo>
                  <a:pt x="2246" y="859"/>
                </a:lnTo>
                <a:lnTo>
                  <a:pt x="2245" y="863"/>
                </a:lnTo>
                <a:lnTo>
                  <a:pt x="2244" y="863"/>
                </a:lnTo>
                <a:lnTo>
                  <a:pt x="2243" y="863"/>
                </a:lnTo>
                <a:lnTo>
                  <a:pt x="2242" y="864"/>
                </a:lnTo>
                <a:lnTo>
                  <a:pt x="2243" y="865"/>
                </a:lnTo>
                <a:lnTo>
                  <a:pt x="2243" y="866"/>
                </a:lnTo>
                <a:lnTo>
                  <a:pt x="2244" y="866"/>
                </a:lnTo>
                <a:lnTo>
                  <a:pt x="2245" y="867"/>
                </a:lnTo>
                <a:lnTo>
                  <a:pt x="2244" y="867"/>
                </a:lnTo>
                <a:lnTo>
                  <a:pt x="2245" y="868"/>
                </a:lnTo>
                <a:lnTo>
                  <a:pt x="2245" y="869"/>
                </a:lnTo>
                <a:lnTo>
                  <a:pt x="2246" y="869"/>
                </a:lnTo>
                <a:lnTo>
                  <a:pt x="2246" y="870"/>
                </a:lnTo>
                <a:lnTo>
                  <a:pt x="2245" y="870"/>
                </a:lnTo>
                <a:lnTo>
                  <a:pt x="2246" y="871"/>
                </a:lnTo>
                <a:lnTo>
                  <a:pt x="2246" y="872"/>
                </a:lnTo>
                <a:lnTo>
                  <a:pt x="2247" y="872"/>
                </a:lnTo>
                <a:lnTo>
                  <a:pt x="2247" y="873"/>
                </a:lnTo>
                <a:lnTo>
                  <a:pt x="2247" y="874"/>
                </a:lnTo>
                <a:lnTo>
                  <a:pt x="2246" y="875"/>
                </a:lnTo>
                <a:lnTo>
                  <a:pt x="2247" y="876"/>
                </a:lnTo>
                <a:lnTo>
                  <a:pt x="2248" y="877"/>
                </a:lnTo>
                <a:lnTo>
                  <a:pt x="2249" y="877"/>
                </a:lnTo>
                <a:lnTo>
                  <a:pt x="2250" y="877"/>
                </a:lnTo>
                <a:lnTo>
                  <a:pt x="2252" y="877"/>
                </a:lnTo>
                <a:lnTo>
                  <a:pt x="2253" y="878"/>
                </a:lnTo>
                <a:lnTo>
                  <a:pt x="2252" y="878"/>
                </a:lnTo>
                <a:lnTo>
                  <a:pt x="2251" y="879"/>
                </a:lnTo>
                <a:lnTo>
                  <a:pt x="2250" y="879"/>
                </a:lnTo>
                <a:lnTo>
                  <a:pt x="2249" y="879"/>
                </a:lnTo>
                <a:lnTo>
                  <a:pt x="2249" y="878"/>
                </a:lnTo>
                <a:lnTo>
                  <a:pt x="2248" y="878"/>
                </a:lnTo>
                <a:lnTo>
                  <a:pt x="2247" y="880"/>
                </a:lnTo>
                <a:lnTo>
                  <a:pt x="2247" y="881"/>
                </a:lnTo>
                <a:lnTo>
                  <a:pt x="2248" y="881"/>
                </a:lnTo>
                <a:lnTo>
                  <a:pt x="2250" y="880"/>
                </a:lnTo>
                <a:lnTo>
                  <a:pt x="2252" y="880"/>
                </a:lnTo>
                <a:lnTo>
                  <a:pt x="2252" y="882"/>
                </a:lnTo>
                <a:lnTo>
                  <a:pt x="2251" y="883"/>
                </a:lnTo>
                <a:lnTo>
                  <a:pt x="2250" y="884"/>
                </a:lnTo>
                <a:lnTo>
                  <a:pt x="2249" y="885"/>
                </a:lnTo>
                <a:lnTo>
                  <a:pt x="2248" y="886"/>
                </a:lnTo>
                <a:lnTo>
                  <a:pt x="2247" y="888"/>
                </a:lnTo>
                <a:lnTo>
                  <a:pt x="2248" y="890"/>
                </a:lnTo>
                <a:lnTo>
                  <a:pt x="2248" y="893"/>
                </a:lnTo>
                <a:lnTo>
                  <a:pt x="2250" y="895"/>
                </a:lnTo>
                <a:lnTo>
                  <a:pt x="2250" y="896"/>
                </a:lnTo>
                <a:lnTo>
                  <a:pt x="2250" y="897"/>
                </a:lnTo>
                <a:lnTo>
                  <a:pt x="2253" y="898"/>
                </a:lnTo>
                <a:lnTo>
                  <a:pt x="2256" y="899"/>
                </a:lnTo>
                <a:lnTo>
                  <a:pt x="2256" y="900"/>
                </a:lnTo>
                <a:lnTo>
                  <a:pt x="2257" y="900"/>
                </a:lnTo>
                <a:lnTo>
                  <a:pt x="2257" y="901"/>
                </a:lnTo>
                <a:lnTo>
                  <a:pt x="2257" y="902"/>
                </a:lnTo>
                <a:lnTo>
                  <a:pt x="2258" y="902"/>
                </a:lnTo>
                <a:lnTo>
                  <a:pt x="2258" y="903"/>
                </a:lnTo>
                <a:lnTo>
                  <a:pt x="2258" y="905"/>
                </a:lnTo>
                <a:lnTo>
                  <a:pt x="2257" y="906"/>
                </a:lnTo>
                <a:lnTo>
                  <a:pt x="2259" y="907"/>
                </a:lnTo>
                <a:lnTo>
                  <a:pt x="2260" y="908"/>
                </a:lnTo>
                <a:lnTo>
                  <a:pt x="2261" y="908"/>
                </a:lnTo>
                <a:lnTo>
                  <a:pt x="2263" y="908"/>
                </a:lnTo>
                <a:lnTo>
                  <a:pt x="2264" y="907"/>
                </a:lnTo>
                <a:lnTo>
                  <a:pt x="2264" y="913"/>
                </a:lnTo>
                <a:lnTo>
                  <a:pt x="2265" y="914"/>
                </a:lnTo>
                <a:lnTo>
                  <a:pt x="2264" y="925"/>
                </a:lnTo>
                <a:lnTo>
                  <a:pt x="2263" y="928"/>
                </a:lnTo>
                <a:lnTo>
                  <a:pt x="2262" y="929"/>
                </a:lnTo>
                <a:lnTo>
                  <a:pt x="2263" y="930"/>
                </a:lnTo>
                <a:lnTo>
                  <a:pt x="2265" y="932"/>
                </a:lnTo>
                <a:lnTo>
                  <a:pt x="2266" y="932"/>
                </a:lnTo>
                <a:lnTo>
                  <a:pt x="2267" y="933"/>
                </a:lnTo>
                <a:lnTo>
                  <a:pt x="2268" y="932"/>
                </a:lnTo>
                <a:lnTo>
                  <a:pt x="2272" y="932"/>
                </a:lnTo>
                <a:lnTo>
                  <a:pt x="2282" y="932"/>
                </a:lnTo>
                <a:lnTo>
                  <a:pt x="2284" y="931"/>
                </a:lnTo>
                <a:lnTo>
                  <a:pt x="2287" y="930"/>
                </a:lnTo>
                <a:lnTo>
                  <a:pt x="2288" y="930"/>
                </a:lnTo>
                <a:lnTo>
                  <a:pt x="2290" y="929"/>
                </a:lnTo>
                <a:lnTo>
                  <a:pt x="2292" y="929"/>
                </a:lnTo>
                <a:lnTo>
                  <a:pt x="2292" y="928"/>
                </a:lnTo>
                <a:lnTo>
                  <a:pt x="2296" y="927"/>
                </a:lnTo>
                <a:lnTo>
                  <a:pt x="2299" y="927"/>
                </a:lnTo>
                <a:lnTo>
                  <a:pt x="2300" y="926"/>
                </a:lnTo>
                <a:lnTo>
                  <a:pt x="2300" y="925"/>
                </a:lnTo>
                <a:lnTo>
                  <a:pt x="2301" y="924"/>
                </a:lnTo>
                <a:lnTo>
                  <a:pt x="2302" y="924"/>
                </a:lnTo>
                <a:lnTo>
                  <a:pt x="2302" y="923"/>
                </a:lnTo>
                <a:lnTo>
                  <a:pt x="2303" y="921"/>
                </a:lnTo>
                <a:lnTo>
                  <a:pt x="2305" y="920"/>
                </a:lnTo>
                <a:lnTo>
                  <a:pt x="2306" y="919"/>
                </a:lnTo>
                <a:lnTo>
                  <a:pt x="2308" y="918"/>
                </a:lnTo>
                <a:lnTo>
                  <a:pt x="2315" y="916"/>
                </a:lnTo>
                <a:lnTo>
                  <a:pt x="2316" y="915"/>
                </a:lnTo>
                <a:lnTo>
                  <a:pt x="2317" y="915"/>
                </a:lnTo>
                <a:lnTo>
                  <a:pt x="2318" y="914"/>
                </a:lnTo>
                <a:lnTo>
                  <a:pt x="2319" y="913"/>
                </a:lnTo>
                <a:lnTo>
                  <a:pt x="2320" y="913"/>
                </a:lnTo>
                <a:lnTo>
                  <a:pt x="2321" y="912"/>
                </a:lnTo>
                <a:lnTo>
                  <a:pt x="2323" y="911"/>
                </a:lnTo>
                <a:lnTo>
                  <a:pt x="2324" y="911"/>
                </a:lnTo>
                <a:lnTo>
                  <a:pt x="2324" y="910"/>
                </a:lnTo>
                <a:lnTo>
                  <a:pt x="2325" y="910"/>
                </a:lnTo>
                <a:lnTo>
                  <a:pt x="2325" y="909"/>
                </a:lnTo>
                <a:lnTo>
                  <a:pt x="2327" y="908"/>
                </a:lnTo>
                <a:lnTo>
                  <a:pt x="2328" y="908"/>
                </a:lnTo>
                <a:lnTo>
                  <a:pt x="2328" y="907"/>
                </a:lnTo>
                <a:lnTo>
                  <a:pt x="2329" y="907"/>
                </a:lnTo>
                <a:lnTo>
                  <a:pt x="2330" y="906"/>
                </a:lnTo>
                <a:lnTo>
                  <a:pt x="2332" y="905"/>
                </a:lnTo>
                <a:lnTo>
                  <a:pt x="2333" y="905"/>
                </a:lnTo>
                <a:lnTo>
                  <a:pt x="2334" y="905"/>
                </a:lnTo>
                <a:lnTo>
                  <a:pt x="2335" y="905"/>
                </a:lnTo>
                <a:lnTo>
                  <a:pt x="2336" y="904"/>
                </a:lnTo>
                <a:lnTo>
                  <a:pt x="2338" y="904"/>
                </a:lnTo>
                <a:lnTo>
                  <a:pt x="2339" y="904"/>
                </a:lnTo>
                <a:lnTo>
                  <a:pt x="2340" y="905"/>
                </a:lnTo>
                <a:lnTo>
                  <a:pt x="2340" y="906"/>
                </a:lnTo>
                <a:lnTo>
                  <a:pt x="2340" y="907"/>
                </a:lnTo>
                <a:lnTo>
                  <a:pt x="2339" y="908"/>
                </a:lnTo>
                <a:lnTo>
                  <a:pt x="2340" y="908"/>
                </a:lnTo>
                <a:lnTo>
                  <a:pt x="2340" y="909"/>
                </a:lnTo>
                <a:lnTo>
                  <a:pt x="2340" y="910"/>
                </a:lnTo>
                <a:lnTo>
                  <a:pt x="2339" y="910"/>
                </a:lnTo>
                <a:lnTo>
                  <a:pt x="2341" y="913"/>
                </a:lnTo>
                <a:lnTo>
                  <a:pt x="2340" y="914"/>
                </a:lnTo>
                <a:lnTo>
                  <a:pt x="2340" y="915"/>
                </a:lnTo>
                <a:lnTo>
                  <a:pt x="2339" y="915"/>
                </a:lnTo>
                <a:lnTo>
                  <a:pt x="2338" y="915"/>
                </a:lnTo>
                <a:lnTo>
                  <a:pt x="2338" y="916"/>
                </a:lnTo>
                <a:lnTo>
                  <a:pt x="2339" y="916"/>
                </a:lnTo>
                <a:lnTo>
                  <a:pt x="2340" y="919"/>
                </a:lnTo>
                <a:lnTo>
                  <a:pt x="2339" y="919"/>
                </a:lnTo>
                <a:lnTo>
                  <a:pt x="2340" y="919"/>
                </a:lnTo>
                <a:lnTo>
                  <a:pt x="2341" y="919"/>
                </a:lnTo>
                <a:lnTo>
                  <a:pt x="2343" y="921"/>
                </a:lnTo>
                <a:lnTo>
                  <a:pt x="2344" y="921"/>
                </a:lnTo>
                <a:lnTo>
                  <a:pt x="2345" y="921"/>
                </a:lnTo>
                <a:lnTo>
                  <a:pt x="2346" y="921"/>
                </a:lnTo>
                <a:lnTo>
                  <a:pt x="2346" y="922"/>
                </a:lnTo>
                <a:lnTo>
                  <a:pt x="2349" y="926"/>
                </a:lnTo>
                <a:lnTo>
                  <a:pt x="2350" y="926"/>
                </a:lnTo>
                <a:lnTo>
                  <a:pt x="2353" y="931"/>
                </a:lnTo>
                <a:lnTo>
                  <a:pt x="2354" y="935"/>
                </a:lnTo>
                <a:lnTo>
                  <a:pt x="2355" y="935"/>
                </a:lnTo>
                <a:lnTo>
                  <a:pt x="2355" y="936"/>
                </a:lnTo>
                <a:lnTo>
                  <a:pt x="2356" y="937"/>
                </a:lnTo>
                <a:lnTo>
                  <a:pt x="2357" y="937"/>
                </a:lnTo>
                <a:lnTo>
                  <a:pt x="2357" y="938"/>
                </a:lnTo>
                <a:lnTo>
                  <a:pt x="2363" y="940"/>
                </a:lnTo>
                <a:lnTo>
                  <a:pt x="2362" y="941"/>
                </a:lnTo>
                <a:lnTo>
                  <a:pt x="2363" y="942"/>
                </a:lnTo>
                <a:lnTo>
                  <a:pt x="2361" y="942"/>
                </a:lnTo>
                <a:lnTo>
                  <a:pt x="2361" y="943"/>
                </a:lnTo>
                <a:lnTo>
                  <a:pt x="2360" y="944"/>
                </a:lnTo>
                <a:lnTo>
                  <a:pt x="2360" y="945"/>
                </a:lnTo>
                <a:lnTo>
                  <a:pt x="2360" y="946"/>
                </a:lnTo>
                <a:lnTo>
                  <a:pt x="2359" y="947"/>
                </a:lnTo>
                <a:lnTo>
                  <a:pt x="2360" y="947"/>
                </a:lnTo>
                <a:lnTo>
                  <a:pt x="2359" y="947"/>
                </a:lnTo>
                <a:lnTo>
                  <a:pt x="2359" y="948"/>
                </a:lnTo>
                <a:lnTo>
                  <a:pt x="2359" y="947"/>
                </a:lnTo>
                <a:lnTo>
                  <a:pt x="2358" y="947"/>
                </a:lnTo>
                <a:lnTo>
                  <a:pt x="2358" y="948"/>
                </a:lnTo>
                <a:lnTo>
                  <a:pt x="2358" y="949"/>
                </a:lnTo>
                <a:lnTo>
                  <a:pt x="2358" y="950"/>
                </a:lnTo>
                <a:lnTo>
                  <a:pt x="2358" y="951"/>
                </a:lnTo>
                <a:lnTo>
                  <a:pt x="2357" y="951"/>
                </a:lnTo>
                <a:lnTo>
                  <a:pt x="2357" y="952"/>
                </a:lnTo>
                <a:lnTo>
                  <a:pt x="2358" y="952"/>
                </a:lnTo>
                <a:lnTo>
                  <a:pt x="2358" y="953"/>
                </a:lnTo>
                <a:lnTo>
                  <a:pt x="2358" y="954"/>
                </a:lnTo>
                <a:lnTo>
                  <a:pt x="2359" y="954"/>
                </a:lnTo>
                <a:lnTo>
                  <a:pt x="2360" y="954"/>
                </a:lnTo>
                <a:lnTo>
                  <a:pt x="2361" y="955"/>
                </a:lnTo>
                <a:lnTo>
                  <a:pt x="2361" y="956"/>
                </a:lnTo>
                <a:lnTo>
                  <a:pt x="2362" y="956"/>
                </a:lnTo>
                <a:lnTo>
                  <a:pt x="2363" y="958"/>
                </a:lnTo>
                <a:lnTo>
                  <a:pt x="2364" y="958"/>
                </a:lnTo>
                <a:lnTo>
                  <a:pt x="2364" y="959"/>
                </a:lnTo>
                <a:lnTo>
                  <a:pt x="2363" y="959"/>
                </a:lnTo>
                <a:lnTo>
                  <a:pt x="2362" y="959"/>
                </a:lnTo>
                <a:lnTo>
                  <a:pt x="2362" y="960"/>
                </a:lnTo>
                <a:lnTo>
                  <a:pt x="2362" y="961"/>
                </a:lnTo>
                <a:lnTo>
                  <a:pt x="2363" y="961"/>
                </a:lnTo>
                <a:lnTo>
                  <a:pt x="2364" y="962"/>
                </a:lnTo>
                <a:lnTo>
                  <a:pt x="2365" y="963"/>
                </a:lnTo>
                <a:lnTo>
                  <a:pt x="2366" y="964"/>
                </a:lnTo>
                <a:lnTo>
                  <a:pt x="2367" y="965"/>
                </a:lnTo>
                <a:lnTo>
                  <a:pt x="2367" y="966"/>
                </a:lnTo>
                <a:lnTo>
                  <a:pt x="2368" y="967"/>
                </a:lnTo>
                <a:lnTo>
                  <a:pt x="2368" y="968"/>
                </a:lnTo>
                <a:lnTo>
                  <a:pt x="2368" y="969"/>
                </a:lnTo>
                <a:lnTo>
                  <a:pt x="2369" y="969"/>
                </a:lnTo>
                <a:lnTo>
                  <a:pt x="2369" y="970"/>
                </a:lnTo>
                <a:lnTo>
                  <a:pt x="2370" y="971"/>
                </a:lnTo>
                <a:lnTo>
                  <a:pt x="2370" y="973"/>
                </a:lnTo>
                <a:lnTo>
                  <a:pt x="2370" y="975"/>
                </a:lnTo>
                <a:lnTo>
                  <a:pt x="2371" y="975"/>
                </a:lnTo>
                <a:lnTo>
                  <a:pt x="2371" y="976"/>
                </a:lnTo>
                <a:lnTo>
                  <a:pt x="2371" y="977"/>
                </a:lnTo>
                <a:lnTo>
                  <a:pt x="2372" y="977"/>
                </a:lnTo>
                <a:lnTo>
                  <a:pt x="2372" y="978"/>
                </a:lnTo>
                <a:lnTo>
                  <a:pt x="2373" y="979"/>
                </a:lnTo>
                <a:lnTo>
                  <a:pt x="2373" y="980"/>
                </a:lnTo>
                <a:lnTo>
                  <a:pt x="2372" y="981"/>
                </a:lnTo>
                <a:lnTo>
                  <a:pt x="2372" y="982"/>
                </a:lnTo>
                <a:lnTo>
                  <a:pt x="2372" y="983"/>
                </a:lnTo>
                <a:lnTo>
                  <a:pt x="2371" y="983"/>
                </a:lnTo>
                <a:lnTo>
                  <a:pt x="2372" y="983"/>
                </a:lnTo>
                <a:lnTo>
                  <a:pt x="2372" y="984"/>
                </a:lnTo>
                <a:lnTo>
                  <a:pt x="2373" y="984"/>
                </a:lnTo>
                <a:lnTo>
                  <a:pt x="2374" y="985"/>
                </a:lnTo>
                <a:lnTo>
                  <a:pt x="2374" y="986"/>
                </a:lnTo>
                <a:lnTo>
                  <a:pt x="2375" y="986"/>
                </a:lnTo>
                <a:lnTo>
                  <a:pt x="2375" y="987"/>
                </a:lnTo>
                <a:lnTo>
                  <a:pt x="2375" y="988"/>
                </a:lnTo>
                <a:lnTo>
                  <a:pt x="2375" y="989"/>
                </a:lnTo>
                <a:lnTo>
                  <a:pt x="2375" y="990"/>
                </a:lnTo>
                <a:lnTo>
                  <a:pt x="2376" y="990"/>
                </a:lnTo>
                <a:lnTo>
                  <a:pt x="2376" y="991"/>
                </a:lnTo>
                <a:lnTo>
                  <a:pt x="2376" y="992"/>
                </a:lnTo>
                <a:lnTo>
                  <a:pt x="2376" y="993"/>
                </a:lnTo>
                <a:lnTo>
                  <a:pt x="2377" y="993"/>
                </a:lnTo>
                <a:lnTo>
                  <a:pt x="2376" y="994"/>
                </a:lnTo>
                <a:lnTo>
                  <a:pt x="2375" y="994"/>
                </a:lnTo>
                <a:lnTo>
                  <a:pt x="2374" y="995"/>
                </a:lnTo>
                <a:lnTo>
                  <a:pt x="2374" y="996"/>
                </a:lnTo>
                <a:lnTo>
                  <a:pt x="2374" y="997"/>
                </a:lnTo>
                <a:lnTo>
                  <a:pt x="2374" y="998"/>
                </a:lnTo>
                <a:lnTo>
                  <a:pt x="2372" y="998"/>
                </a:lnTo>
                <a:lnTo>
                  <a:pt x="2371" y="998"/>
                </a:lnTo>
                <a:lnTo>
                  <a:pt x="2369" y="999"/>
                </a:lnTo>
                <a:lnTo>
                  <a:pt x="2367" y="997"/>
                </a:lnTo>
                <a:lnTo>
                  <a:pt x="2367" y="996"/>
                </a:lnTo>
                <a:lnTo>
                  <a:pt x="2366" y="996"/>
                </a:lnTo>
                <a:lnTo>
                  <a:pt x="2366" y="997"/>
                </a:lnTo>
                <a:lnTo>
                  <a:pt x="2366" y="998"/>
                </a:lnTo>
                <a:lnTo>
                  <a:pt x="2367" y="999"/>
                </a:lnTo>
                <a:lnTo>
                  <a:pt x="2367" y="1000"/>
                </a:lnTo>
                <a:lnTo>
                  <a:pt x="2368" y="1000"/>
                </a:lnTo>
                <a:lnTo>
                  <a:pt x="2368" y="999"/>
                </a:lnTo>
                <a:lnTo>
                  <a:pt x="2369" y="1000"/>
                </a:lnTo>
                <a:lnTo>
                  <a:pt x="2369" y="1001"/>
                </a:lnTo>
                <a:lnTo>
                  <a:pt x="2370" y="1001"/>
                </a:lnTo>
                <a:lnTo>
                  <a:pt x="2369" y="1001"/>
                </a:lnTo>
                <a:lnTo>
                  <a:pt x="2369" y="1002"/>
                </a:lnTo>
                <a:lnTo>
                  <a:pt x="2369" y="1003"/>
                </a:lnTo>
                <a:lnTo>
                  <a:pt x="2368" y="1003"/>
                </a:lnTo>
                <a:lnTo>
                  <a:pt x="2367" y="1002"/>
                </a:lnTo>
                <a:lnTo>
                  <a:pt x="2366" y="1002"/>
                </a:lnTo>
                <a:lnTo>
                  <a:pt x="2365" y="1002"/>
                </a:lnTo>
                <a:lnTo>
                  <a:pt x="2364" y="1001"/>
                </a:lnTo>
                <a:lnTo>
                  <a:pt x="2363" y="1001"/>
                </a:lnTo>
                <a:lnTo>
                  <a:pt x="2362" y="1001"/>
                </a:lnTo>
                <a:lnTo>
                  <a:pt x="2361" y="1001"/>
                </a:lnTo>
                <a:lnTo>
                  <a:pt x="2360" y="1001"/>
                </a:lnTo>
                <a:lnTo>
                  <a:pt x="2359" y="1001"/>
                </a:lnTo>
                <a:lnTo>
                  <a:pt x="2358" y="1002"/>
                </a:lnTo>
                <a:lnTo>
                  <a:pt x="2357" y="1002"/>
                </a:lnTo>
                <a:lnTo>
                  <a:pt x="2356" y="1002"/>
                </a:lnTo>
                <a:lnTo>
                  <a:pt x="2356" y="1004"/>
                </a:lnTo>
                <a:lnTo>
                  <a:pt x="2357" y="1005"/>
                </a:lnTo>
                <a:lnTo>
                  <a:pt x="2358" y="1006"/>
                </a:lnTo>
                <a:lnTo>
                  <a:pt x="2357" y="1007"/>
                </a:lnTo>
                <a:lnTo>
                  <a:pt x="2356" y="1008"/>
                </a:lnTo>
                <a:lnTo>
                  <a:pt x="2358" y="1009"/>
                </a:lnTo>
                <a:lnTo>
                  <a:pt x="2358" y="1010"/>
                </a:lnTo>
                <a:lnTo>
                  <a:pt x="2361" y="1009"/>
                </a:lnTo>
                <a:lnTo>
                  <a:pt x="2361" y="1010"/>
                </a:lnTo>
                <a:lnTo>
                  <a:pt x="2362" y="1010"/>
                </a:lnTo>
                <a:lnTo>
                  <a:pt x="2363" y="1011"/>
                </a:lnTo>
                <a:lnTo>
                  <a:pt x="2363" y="1012"/>
                </a:lnTo>
                <a:lnTo>
                  <a:pt x="2363" y="1013"/>
                </a:lnTo>
                <a:lnTo>
                  <a:pt x="2364" y="1014"/>
                </a:lnTo>
                <a:lnTo>
                  <a:pt x="2365" y="1014"/>
                </a:lnTo>
                <a:lnTo>
                  <a:pt x="2365" y="1015"/>
                </a:lnTo>
                <a:lnTo>
                  <a:pt x="2366" y="1017"/>
                </a:lnTo>
                <a:lnTo>
                  <a:pt x="2368" y="1016"/>
                </a:lnTo>
                <a:lnTo>
                  <a:pt x="2368" y="1015"/>
                </a:lnTo>
                <a:lnTo>
                  <a:pt x="2368" y="1014"/>
                </a:lnTo>
                <a:lnTo>
                  <a:pt x="2372" y="1013"/>
                </a:lnTo>
                <a:lnTo>
                  <a:pt x="2372" y="1014"/>
                </a:lnTo>
                <a:lnTo>
                  <a:pt x="2373" y="1014"/>
                </a:lnTo>
                <a:lnTo>
                  <a:pt x="2373" y="1015"/>
                </a:lnTo>
                <a:lnTo>
                  <a:pt x="2374" y="1017"/>
                </a:lnTo>
                <a:lnTo>
                  <a:pt x="2375" y="1018"/>
                </a:lnTo>
                <a:lnTo>
                  <a:pt x="2376" y="1018"/>
                </a:lnTo>
                <a:lnTo>
                  <a:pt x="2377" y="1017"/>
                </a:lnTo>
                <a:lnTo>
                  <a:pt x="2377" y="1016"/>
                </a:lnTo>
                <a:lnTo>
                  <a:pt x="2378" y="1017"/>
                </a:lnTo>
                <a:lnTo>
                  <a:pt x="2379" y="1018"/>
                </a:lnTo>
                <a:lnTo>
                  <a:pt x="2380" y="1019"/>
                </a:lnTo>
                <a:lnTo>
                  <a:pt x="2380" y="1020"/>
                </a:lnTo>
                <a:lnTo>
                  <a:pt x="2381" y="1020"/>
                </a:lnTo>
                <a:lnTo>
                  <a:pt x="2383" y="1021"/>
                </a:lnTo>
                <a:lnTo>
                  <a:pt x="2384" y="1021"/>
                </a:lnTo>
                <a:lnTo>
                  <a:pt x="2386" y="1021"/>
                </a:lnTo>
                <a:lnTo>
                  <a:pt x="2388" y="1021"/>
                </a:lnTo>
                <a:lnTo>
                  <a:pt x="2391" y="1021"/>
                </a:lnTo>
                <a:lnTo>
                  <a:pt x="2392" y="1021"/>
                </a:lnTo>
                <a:lnTo>
                  <a:pt x="2391" y="1021"/>
                </a:lnTo>
                <a:lnTo>
                  <a:pt x="2391" y="1022"/>
                </a:lnTo>
                <a:lnTo>
                  <a:pt x="2392" y="1022"/>
                </a:lnTo>
                <a:lnTo>
                  <a:pt x="2392" y="1023"/>
                </a:lnTo>
                <a:lnTo>
                  <a:pt x="2392" y="1024"/>
                </a:lnTo>
                <a:lnTo>
                  <a:pt x="2392" y="1025"/>
                </a:lnTo>
                <a:lnTo>
                  <a:pt x="2391" y="1025"/>
                </a:lnTo>
                <a:lnTo>
                  <a:pt x="2391" y="1026"/>
                </a:lnTo>
                <a:lnTo>
                  <a:pt x="2392" y="1026"/>
                </a:lnTo>
                <a:lnTo>
                  <a:pt x="2393" y="1026"/>
                </a:lnTo>
                <a:lnTo>
                  <a:pt x="2393" y="1027"/>
                </a:lnTo>
                <a:lnTo>
                  <a:pt x="2392" y="1027"/>
                </a:lnTo>
                <a:lnTo>
                  <a:pt x="2391" y="1027"/>
                </a:lnTo>
                <a:lnTo>
                  <a:pt x="2391" y="1028"/>
                </a:lnTo>
                <a:lnTo>
                  <a:pt x="2391" y="1029"/>
                </a:lnTo>
                <a:lnTo>
                  <a:pt x="2391" y="1030"/>
                </a:lnTo>
                <a:lnTo>
                  <a:pt x="2392" y="1030"/>
                </a:lnTo>
                <a:lnTo>
                  <a:pt x="2392" y="1031"/>
                </a:lnTo>
                <a:lnTo>
                  <a:pt x="2391" y="1031"/>
                </a:lnTo>
                <a:lnTo>
                  <a:pt x="2390" y="1031"/>
                </a:lnTo>
                <a:lnTo>
                  <a:pt x="2390" y="1030"/>
                </a:lnTo>
                <a:lnTo>
                  <a:pt x="2390" y="1031"/>
                </a:lnTo>
                <a:lnTo>
                  <a:pt x="2389" y="1031"/>
                </a:lnTo>
                <a:lnTo>
                  <a:pt x="2388" y="1031"/>
                </a:lnTo>
                <a:lnTo>
                  <a:pt x="2388" y="1032"/>
                </a:lnTo>
                <a:lnTo>
                  <a:pt x="2389" y="1033"/>
                </a:lnTo>
                <a:lnTo>
                  <a:pt x="2389" y="1034"/>
                </a:lnTo>
                <a:lnTo>
                  <a:pt x="2388" y="1035"/>
                </a:lnTo>
                <a:lnTo>
                  <a:pt x="2389" y="1036"/>
                </a:lnTo>
                <a:lnTo>
                  <a:pt x="2388" y="1036"/>
                </a:lnTo>
                <a:lnTo>
                  <a:pt x="2387" y="1036"/>
                </a:lnTo>
                <a:lnTo>
                  <a:pt x="2387" y="1037"/>
                </a:lnTo>
                <a:lnTo>
                  <a:pt x="2386" y="1037"/>
                </a:lnTo>
                <a:lnTo>
                  <a:pt x="2387" y="1038"/>
                </a:lnTo>
                <a:lnTo>
                  <a:pt x="2387" y="1039"/>
                </a:lnTo>
                <a:lnTo>
                  <a:pt x="2388" y="1039"/>
                </a:lnTo>
                <a:lnTo>
                  <a:pt x="2388" y="1040"/>
                </a:lnTo>
                <a:lnTo>
                  <a:pt x="2388" y="1041"/>
                </a:lnTo>
                <a:lnTo>
                  <a:pt x="2387" y="1041"/>
                </a:lnTo>
                <a:lnTo>
                  <a:pt x="2386" y="1041"/>
                </a:lnTo>
                <a:lnTo>
                  <a:pt x="2387" y="1042"/>
                </a:lnTo>
                <a:lnTo>
                  <a:pt x="2387" y="1043"/>
                </a:lnTo>
                <a:lnTo>
                  <a:pt x="2386" y="1043"/>
                </a:lnTo>
                <a:lnTo>
                  <a:pt x="2385" y="1044"/>
                </a:lnTo>
                <a:lnTo>
                  <a:pt x="2385" y="1045"/>
                </a:lnTo>
                <a:lnTo>
                  <a:pt x="2386" y="1045"/>
                </a:lnTo>
                <a:lnTo>
                  <a:pt x="2386" y="1046"/>
                </a:lnTo>
                <a:lnTo>
                  <a:pt x="2385" y="1046"/>
                </a:lnTo>
                <a:lnTo>
                  <a:pt x="2385" y="1047"/>
                </a:lnTo>
                <a:lnTo>
                  <a:pt x="2385" y="1048"/>
                </a:lnTo>
                <a:lnTo>
                  <a:pt x="2385" y="1050"/>
                </a:lnTo>
                <a:lnTo>
                  <a:pt x="2385" y="1051"/>
                </a:lnTo>
                <a:lnTo>
                  <a:pt x="2384" y="1051"/>
                </a:lnTo>
                <a:lnTo>
                  <a:pt x="2383" y="1051"/>
                </a:lnTo>
                <a:lnTo>
                  <a:pt x="2383" y="1052"/>
                </a:lnTo>
                <a:lnTo>
                  <a:pt x="2382" y="1052"/>
                </a:lnTo>
                <a:lnTo>
                  <a:pt x="2383" y="1053"/>
                </a:lnTo>
                <a:lnTo>
                  <a:pt x="2383" y="1054"/>
                </a:lnTo>
                <a:lnTo>
                  <a:pt x="2382" y="1055"/>
                </a:lnTo>
                <a:lnTo>
                  <a:pt x="2381" y="1055"/>
                </a:lnTo>
                <a:lnTo>
                  <a:pt x="2380" y="1055"/>
                </a:lnTo>
                <a:lnTo>
                  <a:pt x="2380" y="1057"/>
                </a:lnTo>
                <a:lnTo>
                  <a:pt x="2381" y="1057"/>
                </a:lnTo>
                <a:lnTo>
                  <a:pt x="2380" y="1058"/>
                </a:lnTo>
                <a:lnTo>
                  <a:pt x="2379" y="1058"/>
                </a:lnTo>
                <a:lnTo>
                  <a:pt x="2378" y="1058"/>
                </a:lnTo>
                <a:lnTo>
                  <a:pt x="2376" y="1058"/>
                </a:lnTo>
                <a:lnTo>
                  <a:pt x="2376" y="1057"/>
                </a:lnTo>
                <a:lnTo>
                  <a:pt x="2375" y="1057"/>
                </a:lnTo>
                <a:lnTo>
                  <a:pt x="2375" y="1056"/>
                </a:lnTo>
                <a:lnTo>
                  <a:pt x="2374" y="1056"/>
                </a:lnTo>
                <a:lnTo>
                  <a:pt x="2373" y="1056"/>
                </a:lnTo>
                <a:lnTo>
                  <a:pt x="2372" y="1056"/>
                </a:lnTo>
                <a:lnTo>
                  <a:pt x="2372" y="1055"/>
                </a:lnTo>
                <a:lnTo>
                  <a:pt x="2371" y="1055"/>
                </a:lnTo>
                <a:lnTo>
                  <a:pt x="2371" y="1054"/>
                </a:lnTo>
                <a:lnTo>
                  <a:pt x="2370" y="1054"/>
                </a:lnTo>
                <a:lnTo>
                  <a:pt x="2370" y="1055"/>
                </a:lnTo>
                <a:lnTo>
                  <a:pt x="2368" y="1055"/>
                </a:lnTo>
                <a:lnTo>
                  <a:pt x="2368" y="1056"/>
                </a:lnTo>
                <a:lnTo>
                  <a:pt x="2367" y="1056"/>
                </a:lnTo>
                <a:lnTo>
                  <a:pt x="2365" y="1056"/>
                </a:lnTo>
                <a:lnTo>
                  <a:pt x="2364" y="1057"/>
                </a:lnTo>
                <a:lnTo>
                  <a:pt x="2363" y="1057"/>
                </a:lnTo>
                <a:lnTo>
                  <a:pt x="2362" y="1057"/>
                </a:lnTo>
                <a:lnTo>
                  <a:pt x="2362" y="1058"/>
                </a:lnTo>
                <a:lnTo>
                  <a:pt x="2361" y="1058"/>
                </a:lnTo>
                <a:lnTo>
                  <a:pt x="2360" y="1058"/>
                </a:lnTo>
                <a:lnTo>
                  <a:pt x="2359" y="1058"/>
                </a:lnTo>
                <a:lnTo>
                  <a:pt x="2358" y="1058"/>
                </a:lnTo>
                <a:lnTo>
                  <a:pt x="2358" y="1059"/>
                </a:lnTo>
                <a:lnTo>
                  <a:pt x="2357" y="1059"/>
                </a:lnTo>
                <a:lnTo>
                  <a:pt x="2356" y="1059"/>
                </a:lnTo>
                <a:lnTo>
                  <a:pt x="2355" y="1059"/>
                </a:lnTo>
                <a:lnTo>
                  <a:pt x="2354" y="1059"/>
                </a:lnTo>
                <a:lnTo>
                  <a:pt x="2353" y="1059"/>
                </a:lnTo>
                <a:lnTo>
                  <a:pt x="2351" y="1059"/>
                </a:lnTo>
                <a:lnTo>
                  <a:pt x="2351" y="1060"/>
                </a:lnTo>
                <a:lnTo>
                  <a:pt x="2350" y="1060"/>
                </a:lnTo>
                <a:lnTo>
                  <a:pt x="2350" y="1061"/>
                </a:lnTo>
                <a:lnTo>
                  <a:pt x="2349" y="1061"/>
                </a:lnTo>
                <a:lnTo>
                  <a:pt x="2349" y="1062"/>
                </a:lnTo>
                <a:lnTo>
                  <a:pt x="2349" y="1063"/>
                </a:lnTo>
                <a:lnTo>
                  <a:pt x="2348" y="1063"/>
                </a:lnTo>
                <a:lnTo>
                  <a:pt x="2347" y="1063"/>
                </a:lnTo>
                <a:lnTo>
                  <a:pt x="2347" y="1064"/>
                </a:lnTo>
                <a:lnTo>
                  <a:pt x="2346" y="1064"/>
                </a:lnTo>
                <a:lnTo>
                  <a:pt x="2346" y="1065"/>
                </a:lnTo>
                <a:lnTo>
                  <a:pt x="2345" y="1065"/>
                </a:lnTo>
                <a:lnTo>
                  <a:pt x="2345" y="1066"/>
                </a:lnTo>
                <a:lnTo>
                  <a:pt x="2345" y="1067"/>
                </a:lnTo>
                <a:lnTo>
                  <a:pt x="2345" y="1068"/>
                </a:lnTo>
                <a:lnTo>
                  <a:pt x="2345" y="1069"/>
                </a:lnTo>
                <a:lnTo>
                  <a:pt x="2345" y="1070"/>
                </a:lnTo>
                <a:lnTo>
                  <a:pt x="2345" y="1071"/>
                </a:lnTo>
                <a:lnTo>
                  <a:pt x="2344" y="1071"/>
                </a:lnTo>
                <a:lnTo>
                  <a:pt x="2344" y="1072"/>
                </a:lnTo>
                <a:lnTo>
                  <a:pt x="2344" y="1073"/>
                </a:lnTo>
                <a:lnTo>
                  <a:pt x="2343" y="1073"/>
                </a:lnTo>
                <a:lnTo>
                  <a:pt x="2343" y="1074"/>
                </a:lnTo>
                <a:lnTo>
                  <a:pt x="2344" y="1074"/>
                </a:lnTo>
                <a:lnTo>
                  <a:pt x="2345" y="1074"/>
                </a:lnTo>
                <a:lnTo>
                  <a:pt x="2346" y="1075"/>
                </a:lnTo>
                <a:lnTo>
                  <a:pt x="2348" y="1075"/>
                </a:lnTo>
                <a:lnTo>
                  <a:pt x="2348" y="1076"/>
                </a:lnTo>
                <a:lnTo>
                  <a:pt x="2348" y="1077"/>
                </a:lnTo>
                <a:lnTo>
                  <a:pt x="2348" y="1076"/>
                </a:lnTo>
                <a:lnTo>
                  <a:pt x="2347" y="1076"/>
                </a:lnTo>
                <a:lnTo>
                  <a:pt x="2347" y="1077"/>
                </a:lnTo>
                <a:lnTo>
                  <a:pt x="2346" y="1077"/>
                </a:lnTo>
                <a:lnTo>
                  <a:pt x="2345" y="1077"/>
                </a:lnTo>
                <a:lnTo>
                  <a:pt x="2344" y="1077"/>
                </a:lnTo>
                <a:lnTo>
                  <a:pt x="2344" y="1078"/>
                </a:lnTo>
                <a:lnTo>
                  <a:pt x="2343" y="1078"/>
                </a:lnTo>
                <a:lnTo>
                  <a:pt x="2342" y="1078"/>
                </a:lnTo>
                <a:lnTo>
                  <a:pt x="2341" y="1078"/>
                </a:lnTo>
                <a:lnTo>
                  <a:pt x="2341" y="1079"/>
                </a:lnTo>
                <a:lnTo>
                  <a:pt x="2340" y="1079"/>
                </a:lnTo>
                <a:lnTo>
                  <a:pt x="2339" y="1079"/>
                </a:lnTo>
                <a:lnTo>
                  <a:pt x="2338" y="1080"/>
                </a:lnTo>
                <a:lnTo>
                  <a:pt x="2337" y="1080"/>
                </a:lnTo>
                <a:lnTo>
                  <a:pt x="2336" y="1080"/>
                </a:lnTo>
                <a:lnTo>
                  <a:pt x="2335" y="1081"/>
                </a:lnTo>
                <a:lnTo>
                  <a:pt x="2334" y="1082"/>
                </a:lnTo>
                <a:lnTo>
                  <a:pt x="2333" y="1082"/>
                </a:lnTo>
                <a:lnTo>
                  <a:pt x="2332" y="1082"/>
                </a:lnTo>
                <a:lnTo>
                  <a:pt x="2330" y="1082"/>
                </a:lnTo>
                <a:lnTo>
                  <a:pt x="2329" y="1082"/>
                </a:lnTo>
                <a:lnTo>
                  <a:pt x="2328" y="1082"/>
                </a:lnTo>
                <a:lnTo>
                  <a:pt x="2327" y="1082"/>
                </a:lnTo>
                <a:lnTo>
                  <a:pt x="2327" y="1081"/>
                </a:lnTo>
                <a:lnTo>
                  <a:pt x="2326" y="1081"/>
                </a:lnTo>
                <a:lnTo>
                  <a:pt x="2326" y="1082"/>
                </a:lnTo>
                <a:lnTo>
                  <a:pt x="2325" y="1082"/>
                </a:lnTo>
                <a:lnTo>
                  <a:pt x="2325" y="1083"/>
                </a:lnTo>
                <a:lnTo>
                  <a:pt x="2326" y="1083"/>
                </a:lnTo>
                <a:lnTo>
                  <a:pt x="2325" y="1083"/>
                </a:lnTo>
                <a:lnTo>
                  <a:pt x="2325" y="1084"/>
                </a:lnTo>
                <a:lnTo>
                  <a:pt x="2324" y="1084"/>
                </a:lnTo>
                <a:lnTo>
                  <a:pt x="2323" y="1084"/>
                </a:lnTo>
                <a:lnTo>
                  <a:pt x="2323" y="1083"/>
                </a:lnTo>
                <a:lnTo>
                  <a:pt x="2322" y="1083"/>
                </a:lnTo>
                <a:lnTo>
                  <a:pt x="2322" y="1082"/>
                </a:lnTo>
                <a:lnTo>
                  <a:pt x="2321" y="1082"/>
                </a:lnTo>
                <a:lnTo>
                  <a:pt x="2319" y="1082"/>
                </a:lnTo>
                <a:lnTo>
                  <a:pt x="2318" y="1082"/>
                </a:lnTo>
                <a:lnTo>
                  <a:pt x="2318" y="1083"/>
                </a:lnTo>
                <a:lnTo>
                  <a:pt x="2317" y="1083"/>
                </a:lnTo>
                <a:lnTo>
                  <a:pt x="2317" y="1084"/>
                </a:lnTo>
                <a:lnTo>
                  <a:pt x="2317" y="1085"/>
                </a:lnTo>
                <a:lnTo>
                  <a:pt x="2317" y="1086"/>
                </a:lnTo>
                <a:lnTo>
                  <a:pt x="2316" y="1086"/>
                </a:lnTo>
                <a:lnTo>
                  <a:pt x="2316" y="1087"/>
                </a:lnTo>
                <a:lnTo>
                  <a:pt x="2315" y="1087"/>
                </a:lnTo>
                <a:lnTo>
                  <a:pt x="2315" y="1088"/>
                </a:lnTo>
                <a:lnTo>
                  <a:pt x="2315" y="1089"/>
                </a:lnTo>
                <a:lnTo>
                  <a:pt x="2314" y="1089"/>
                </a:lnTo>
                <a:lnTo>
                  <a:pt x="2314" y="1088"/>
                </a:lnTo>
                <a:lnTo>
                  <a:pt x="2314" y="1087"/>
                </a:lnTo>
                <a:lnTo>
                  <a:pt x="2314" y="1088"/>
                </a:lnTo>
                <a:lnTo>
                  <a:pt x="2313" y="1088"/>
                </a:lnTo>
                <a:lnTo>
                  <a:pt x="2313" y="1087"/>
                </a:lnTo>
                <a:lnTo>
                  <a:pt x="2312" y="1086"/>
                </a:lnTo>
                <a:lnTo>
                  <a:pt x="2311" y="1086"/>
                </a:lnTo>
                <a:lnTo>
                  <a:pt x="2311" y="1085"/>
                </a:lnTo>
                <a:lnTo>
                  <a:pt x="2310" y="1085"/>
                </a:lnTo>
                <a:lnTo>
                  <a:pt x="2309" y="1084"/>
                </a:lnTo>
                <a:lnTo>
                  <a:pt x="2309" y="1083"/>
                </a:lnTo>
                <a:lnTo>
                  <a:pt x="2308" y="1083"/>
                </a:lnTo>
                <a:lnTo>
                  <a:pt x="2307" y="1083"/>
                </a:lnTo>
                <a:lnTo>
                  <a:pt x="2306" y="1083"/>
                </a:lnTo>
                <a:lnTo>
                  <a:pt x="2306" y="1082"/>
                </a:lnTo>
                <a:lnTo>
                  <a:pt x="2306" y="1083"/>
                </a:lnTo>
                <a:lnTo>
                  <a:pt x="2305" y="1082"/>
                </a:lnTo>
                <a:lnTo>
                  <a:pt x="2304" y="1082"/>
                </a:lnTo>
                <a:lnTo>
                  <a:pt x="2304" y="1081"/>
                </a:lnTo>
                <a:lnTo>
                  <a:pt x="2304" y="1080"/>
                </a:lnTo>
                <a:lnTo>
                  <a:pt x="2303" y="1081"/>
                </a:lnTo>
                <a:lnTo>
                  <a:pt x="2302" y="1081"/>
                </a:lnTo>
                <a:lnTo>
                  <a:pt x="2301" y="1081"/>
                </a:lnTo>
                <a:lnTo>
                  <a:pt x="2300" y="1081"/>
                </a:lnTo>
                <a:lnTo>
                  <a:pt x="2299" y="1081"/>
                </a:lnTo>
                <a:lnTo>
                  <a:pt x="2298" y="1081"/>
                </a:lnTo>
                <a:lnTo>
                  <a:pt x="2297" y="1081"/>
                </a:lnTo>
                <a:lnTo>
                  <a:pt x="2296" y="1081"/>
                </a:lnTo>
                <a:lnTo>
                  <a:pt x="2295" y="1082"/>
                </a:lnTo>
                <a:lnTo>
                  <a:pt x="2294" y="1082"/>
                </a:lnTo>
                <a:lnTo>
                  <a:pt x="2294" y="1081"/>
                </a:lnTo>
                <a:lnTo>
                  <a:pt x="2293" y="1081"/>
                </a:lnTo>
                <a:lnTo>
                  <a:pt x="2292" y="1081"/>
                </a:lnTo>
                <a:lnTo>
                  <a:pt x="2291" y="1081"/>
                </a:lnTo>
                <a:lnTo>
                  <a:pt x="2291" y="1080"/>
                </a:lnTo>
                <a:lnTo>
                  <a:pt x="2290" y="1080"/>
                </a:lnTo>
                <a:lnTo>
                  <a:pt x="2290" y="1079"/>
                </a:lnTo>
                <a:lnTo>
                  <a:pt x="2289" y="1079"/>
                </a:lnTo>
                <a:lnTo>
                  <a:pt x="2289" y="1078"/>
                </a:lnTo>
                <a:lnTo>
                  <a:pt x="2290" y="1078"/>
                </a:lnTo>
                <a:lnTo>
                  <a:pt x="2290" y="1077"/>
                </a:lnTo>
                <a:lnTo>
                  <a:pt x="2289" y="1077"/>
                </a:lnTo>
                <a:lnTo>
                  <a:pt x="2289" y="1076"/>
                </a:lnTo>
                <a:lnTo>
                  <a:pt x="2288" y="1076"/>
                </a:lnTo>
                <a:lnTo>
                  <a:pt x="2287" y="1076"/>
                </a:lnTo>
                <a:lnTo>
                  <a:pt x="2286" y="1076"/>
                </a:lnTo>
                <a:lnTo>
                  <a:pt x="2285" y="1076"/>
                </a:lnTo>
                <a:lnTo>
                  <a:pt x="2284" y="1076"/>
                </a:lnTo>
                <a:lnTo>
                  <a:pt x="2284" y="1075"/>
                </a:lnTo>
                <a:lnTo>
                  <a:pt x="2282" y="1075"/>
                </a:lnTo>
                <a:lnTo>
                  <a:pt x="2281" y="1075"/>
                </a:lnTo>
                <a:lnTo>
                  <a:pt x="2280" y="1075"/>
                </a:lnTo>
                <a:lnTo>
                  <a:pt x="2279" y="1075"/>
                </a:lnTo>
                <a:lnTo>
                  <a:pt x="2278" y="1075"/>
                </a:lnTo>
                <a:lnTo>
                  <a:pt x="2276" y="1075"/>
                </a:lnTo>
                <a:lnTo>
                  <a:pt x="2275" y="1075"/>
                </a:lnTo>
                <a:lnTo>
                  <a:pt x="2274" y="1075"/>
                </a:lnTo>
                <a:lnTo>
                  <a:pt x="2273" y="1075"/>
                </a:lnTo>
                <a:lnTo>
                  <a:pt x="2272" y="1075"/>
                </a:lnTo>
                <a:lnTo>
                  <a:pt x="2271" y="1075"/>
                </a:lnTo>
                <a:lnTo>
                  <a:pt x="2270" y="1075"/>
                </a:lnTo>
                <a:lnTo>
                  <a:pt x="2270" y="1076"/>
                </a:lnTo>
                <a:lnTo>
                  <a:pt x="2270" y="1077"/>
                </a:lnTo>
                <a:lnTo>
                  <a:pt x="2270" y="1078"/>
                </a:lnTo>
                <a:lnTo>
                  <a:pt x="2270" y="1079"/>
                </a:lnTo>
                <a:lnTo>
                  <a:pt x="2271" y="1079"/>
                </a:lnTo>
                <a:lnTo>
                  <a:pt x="2271" y="1080"/>
                </a:lnTo>
                <a:lnTo>
                  <a:pt x="2271" y="1081"/>
                </a:lnTo>
                <a:lnTo>
                  <a:pt x="2272" y="1082"/>
                </a:lnTo>
                <a:lnTo>
                  <a:pt x="2274" y="1082"/>
                </a:lnTo>
                <a:lnTo>
                  <a:pt x="2275" y="1082"/>
                </a:lnTo>
                <a:lnTo>
                  <a:pt x="2277" y="1082"/>
                </a:lnTo>
                <a:lnTo>
                  <a:pt x="2278" y="1082"/>
                </a:lnTo>
                <a:lnTo>
                  <a:pt x="2279" y="1082"/>
                </a:lnTo>
                <a:lnTo>
                  <a:pt x="2279" y="1083"/>
                </a:lnTo>
                <a:lnTo>
                  <a:pt x="2280" y="1083"/>
                </a:lnTo>
                <a:lnTo>
                  <a:pt x="2280" y="1084"/>
                </a:lnTo>
                <a:lnTo>
                  <a:pt x="2279" y="1084"/>
                </a:lnTo>
                <a:lnTo>
                  <a:pt x="2278" y="1084"/>
                </a:lnTo>
                <a:lnTo>
                  <a:pt x="2278" y="1085"/>
                </a:lnTo>
                <a:lnTo>
                  <a:pt x="2277" y="1086"/>
                </a:lnTo>
                <a:lnTo>
                  <a:pt x="2276" y="1087"/>
                </a:lnTo>
                <a:lnTo>
                  <a:pt x="2275" y="1088"/>
                </a:lnTo>
                <a:lnTo>
                  <a:pt x="2274" y="1088"/>
                </a:lnTo>
                <a:lnTo>
                  <a:pt x="2274" y="1089"/>
                </a:lnTo>
                <a:lnTo>
                  <a:pt x="2274" y="1090"/>
                </a:lnTo>
                <a:lnTo>
                  <a:pt x="2274" y="1091"/>
                </a:lnTo>
                <a:lnTo>
                  <a:pt x="2273" y="1091"/>
                </a:lnTo>
                <a:lnTo>
                  <a:pt x="2271" y="1091"/>
                </a:lnTo>
                <a:lnTo>
                  <a:pt x="2270" y="1091"/>
                </a:lnTo>
                <a:lnTo>
                  <a:pt x="2270" y="1092"/>
                </a:lnTo>
                <a:lnTo>
                  <a:pt x="2269" y="1092"/>
                </a:lnTo>
                <a:lnTo>
                  <a:pt x="2268" y="1092"/>
                </a:lnTo>
                <a:lnTo>
                  <a:pt x="2268" y="1091"/>
                </a:lnTo>
                <a:lnTo>
                  <a:pt x="2267" y="1091"/>
                </a:lnTo>
                <a:lnTo>
                  <a:pt x="2266" y="1091"/>
                </a:lnTo>
                <a:lnTo>
                  <a:pt x="2266" y="1090"/>
                </a:lnTo>
                <a:lnTo>
                  <a:pt x="2265" y="1090"/>
                </a:lnTo>
                <a:lnTo>
                  <a:pt x="2264" y="1090"/>
                </a:lnTo>
                <a:lnTo>
                  <a:pt x="2263" y="1090"/>
                </a:lnTo>
                <a:lnTo>
                  <a:pt x="2262" y="1090"/>
                </a:lnTo>
                <a:lnTo>
                  <a:pt x="2261" y="1090"/>
                </a:lnTo>
                <a:lnTo>
                  <a:pt x="2261" y="1089"/>
                </a:lnTo>
                <a:lnTo>
                  <a:pt x="2260" y="1088"/>
                </a:lnTo>
                <a:lnTo>
                  <a:pt x="2259" y="1088"/>
                </a:lnTo>
                <a:lnTo>
                  <a:pt x="2259" y="1087"/>
                </a:lnTo>
                <a:lnTo>
                  <a:pt x="2258" y="1086"/>
                </a:lnTo>
                <a:lnTo>
                  <a:pt x="2257" y="1086"/>
                </a:lnTo>
                <a:lnTo>
                  <a:pt x="2256" y="1086"/>
                </a:lnTo>
                <a:lnTo>
                  <a:pt x="2257" y="1087"/>
                </a:lnTo>
                <a:lnTo>
                  <a:pt x="2257" y="1088"/>
                </a:lnTo>
                <a:lnTo>
                  <a:pt x="2257" y="1089"/>
                </a:lnTo>
                <a:lnTo>
                  <a:pt x="2256" y="1090"/>
                </a:lnTo>
                <a:lnTo>
                  <a:pt x="2257" y="1090"/>
                </a:lnTo>
                <a:lnTo>
                  <a:pt x="2257" y="1091"/>
                </a:lnTo>
                <a:lnTo>
                  <a:pt x="2256" y="1091"/>
                </a:lnTo>
                <a:lnTo>
                  <a:pt x="2256" y="1092"/>
                </a:lnTo>
                <a:lnTo>
                  <a:pt x="2256" y="1091"/>
                </a:lnTo>
                <a:lnTo>
                  <a:pt x="2256" y="1090"/>
                </a:lnTo>
                <a:lnTo>
                  <a:pt x="2255" y="1090"/>
                </a:lnTo>
                <a:lnTo>
                  <a:pt x="2254" y="1091"/>
                </a:lnTo>
                <a:lnTo>
                  <a:pt x="2253" y="1091"/>
                </a:lnTo>
                <a:lnTo>
                  <a:pt x="2252" y="1091"/>
                </a:lnTo>
                <a:lnTo>
                  <a:pt x="2251" y="1091"/>
                </a:lnTo>
                <a:lnTo>
                  <a:pt x="2250" y="1090"/>
                </a:lnTo>
                <a:lnTo>
                  <a:pt x="2249" y="1090"/>
                </a:lnTo>
                <a:lnTo>
                  <a:pt x="2249" y="1089"/>
                </a:lnTo>
                <a:lnTo>
                  <a:pt x="2248" y="1089"/>
                </a:lnTo>
                <a:lnTo>
                  <a:pt x="2247" y="1089"/>
                </a:lnTo>
                <a:lnTo>
                  <a:pt x="2245" y="1088"/>
                </a:lnTo>
                <a:lnTo>
                  <a:pt x="2244" y="1087"/>
                </a:lnTo>
                <a:lnTo>
                  <a:pt x="2243" y="1087"/>
                </a:lnTo>
                <a:lnTo>
                  <a:pt x="2243" y="1088"/>
                </a:lnTo>
                <a:lnTo>
                  <a:pt x="2242" y="1088"/>
                </a:lnTo>
                <a:lnTo>
                  <a:pt x="2243" y="1088"/>
                </a:lnTo>
                <a:lnTo>
                  <a:pt x="2242" y="1088"/>
                </a:lnTo>
                <a:lnTo>
                  <a:pt x="2242" y="1089"/>
                </a:lnTo>
                <a:lnTo>
                  <a:pt x="2241" y="1089"/>
                </a:lnTo>
                <a:lnTo>
                  <a:pt x="2240" y="1089"/>
                </a:lnTo>
                <a:lnTo>
                  <a:pt x="2239" y="1089"/>
                </a:lnTo>
                <a:lnTo>
                  <a:pt x="2238" y="1089"/>
                </a:lnTo>
                <a:lnTo>
                  <a:pt x="2236" y="1089"/>
                </a:lnTo>
                <a:lnTo>
                  <a:pt x="2236" y="1090"/>
                </a:lnTo>
                <a:lnTo>
                  <a:pt x="2235" y="1089"/>
                </a:lnTo>
                <a:lnTo>
                  <a:pt x="2234" y="1089"/>
                </a:lnTo>
                <a:lnTo>
                  <a:pt x="2234" y="1090"/>
                </a:lnTo>
                <a:lnTo>
                  <a:pt x="2233" y="1090"/>
                </a:lnTo>
                <a:lnTo>
                  <a:pt x="2234" y="1090"/>
                </a:lnTo>
                <a:lnTo>
                  <a:pt x="2234" y="1091"/>
                </a:lnTo>
                <a:lnTo>
                  <a:pt x="2233" y="1091"/>
                </a:lnTo>
                <a:lnTo>
                  <a:pt x="2232" y="1091"/>
                </a:lnTo>
                <a:lnTo>
                  <a:pt x="2231" y="1091"/>
                </a:lnTo>
                <a:lnTo>
                  <a:pt x="2231" y="1092"/>
                </a:lnTo>
                <a:lnTo>
                  <a:pt x="2232" y="1092"/>
                </a:lnTo>
                <a:lnTo>
                  <a:pt x="2232" y="1093"/>
                </a:lnTo>
                <a:lnTo>
                  <a:pt x="2231" y="1093"/>
                </a:lnTo>
                <a:lnTo>
                  <a:pt x="2230" y="1093"/>
                </a:lnTo>
                <a:lnTo>
                  <a:pt x="2230" y="1094"/>
                </a:lnTo>
                <a:lnTo>
                  <a:pt x="2230" y="1095"/>
                </a:lnTo>
                <a:lnTo>
                  <a:pt x="2229" y="1096"/>
                </a:lnTo>
                <a:lnTo>
                  <a:pt x="2228" y="1096"/>
                </a:lnTo>
                <a:lnTo>
                  <a:pt x="2229" y="1096"/>
                </a:lnTo>
                <a:lnTo>
                  <a:pt x="2229" y="1097"/>
                </a:lnTo>
                <a:lnTo>
                  <a:pt x="2229" y="1096"/>
                </a:lnTo>
                <a:lnTo>
                  <a:pt x="2230" y="1096"/>
                </a:lnTo>
                <a:lnTo>
                  <a:pt x="2230" y="1097"/>
                </a:lnTo>
                <a:lnTo>
                  <a:pt x="2229" y="1097"/>
                </a:lnTo>
                <a:lnTo>
                  <a:pt x="2228" y="1097"/>
                </a:lnTo>
                <a:lnTo>
                  <a:pt x="2228" y="1098"/>
                </a:lnTo>
                <a:lnTo>
                  <a:pt x="2229" y="1098"/>
                </a:lnTo>
                <a:lnTo>
                  <a:pt x="2230" y="1099"/>
                </a:lnTo>
                <a:lnTo>
                  <a:pt x="2229" y="1099"/>
                </a:lnTo>
                <a:lnTo>
                  <a:pt x="2229" y="1100"/>
                </a:lnTo>
                <a:lnTo>
                  <a:pt x="2230" y="1100"/>
                </a:lnTo>
                <a:lnTo>
                  <a:pt x="2230" y="1101"/>
                </a:lnTo>
                <a:lnTo>
                  <a:pt x="2229" y="1101"/>
                </a:lnTo>
                <a:lnTo>
                  <a:pt x="2229" y="1100"/>
                </a:lnTo>
                <a:lnTo>
                  <a:pt x="2228" y="1100"/>
                </a:lnTo>
                <a:lnTo>
                  <a:pt x="2228" y="1101"/>
                </a:lnTo>
                <a:lnTo>
                  <a:pt x="2228" y="1102"/>
                </a:lnTo>
                <a:lnTo>
                  <a:pt x="2229" y="1102"/>
                </a:lnTo>
                <a:lnTo>
                  <a:pt x="2228" y="1103"/>
                </a:lnTo>
                <a:lnTo>
                  <a:pt x="2228" y="1104"/>
                </a:lnTo>
                <a:lnTo>
                  <a:pt x="2227" y="1104"/>
                </a:lnTo>
                <a:lnTo>
                  <a:pt x="2226" y="1104"/>
                </a:lnTo>
                <a:lnTo>
                  <a:pt x="2225" y="1104"/>
                </a:lnTo>
                <a:lnTo>
                  <a:pt x="2225" y="1105"/>
                </a:lnTo>
                <a:lnTo>
                  <a:pt x="2225" y="1106"/>
                </a:lnTo>
                <a:lnTo>
                  <a:pt x="2225" y="1107"/>
                </a:lnTo>
                <a:lnTo>
                  <a:pt x="2225" y="1106"/>
                </a:lnTo>
                <a:lnTo>
                  <a:pt x="2224" y="1106"/>
                </a:lnTo>
                <a:lnTo>
                  <a:pt x="2223" y="1106"/>
                </a:lnTo>
                <a:lnTo>
                  <a:pt x="2222" y="1106"/>
                </a:lnTo>
                <a:lnTo>
                  <a:pt x="2222" y="1107"/>
                </a:lnTo>
                <a:lnTo>
                  <a:pt x="2221" y="1107"/>
                </a:lnTo>
                <a:lnTo>
                  <a:pt x="2221" y="1108"/>
                </a:lnTo>
                <a:lnTo>
                  <a:pt x="2221" y="1109"/>
                </a:lnTo>
                <a:lnTo>
                  <a:pt x="2220" y="1109"/>
                </a:lnTo>
                <a:lnTo>
                  <a:pt x="2220" y="1110"/>
                </a:lnTo>
                <a:lnTo>
                  <a:pt x="2219" y="1110"/>
                </a:lnTo>
                <a:lnTo>
                  <a:pt x="2219" y="1109"/>
                </a:lnTo>
                <a:lnTo>
                  <a:pt x="2220" y="1109"/>
                </a:lnTo>
                <a:lnTo>
                  <a:pt x="2219" y="1109"/>
                </a:lnTo>
                <a:lnTo>
                  <a:pt x="2219" y="1108"/>
                </a:lnTo>
                <a:lnTo>
                  <a:pt x="2218" y="1110"/>
                </a:lnTo>
                <a:lnTo>
                  <a:pt x="2217" y="1110"/>
                </a:lnTo>
                <a:lnTo>
                  <a:pt x="2215" y="1111"/>
                </a:lnTo>
                <a:lnTo>
                  <a:pt x="2214" y="1111"/>
                </a:lnTo>
                <a:lnTo>
                  <a:pt x="2214" y="1112"/>
                </a:lnTo>
                <a:lnTo>
                  <a:pt x="2213" y="1113"/>
                </a:lnTo>
                <a:lnTo>
                  <a:pt x="2212" y="1114"/>
                </a:lnTo>
                <a:lnTo>
                  <a:pt x="2212" y="1115"/>
                </a:lnTo>
                <a:lnTo>
                  <a:pt x="2211" y="1115"/>
                </a:lnTo>
                <a:lnTo>
                  <a:pt x="2211" y="1116"/>
                </a:lnTo>
                <a:lnTo>
                  <a:pt x="2210" y="1116"/>
                </a:lnTo>
                <a:lnTo>
                  <a:pt x="2209" y="1116"/>
                </a:lnTo>
                <a:lnTo>
                  <a:pt x="2208" y="1116"/>
                </a:lnTo>
                <a:lnTo>
                  <a:pt x="2207" y="1116"/>
                </a:lnTo>
                <a:lnTo>
                  <a:pt x="2206" y="1116"/>
                </a:lnTo>
                <a:lnTo>
                  <a:pt x="2205" y="1114"/>
                </a:lnTo>
                <a:lnTo>
                  <a:pt x="2205" y="1113"/>
                </a:lnTo>
                <a:lnTo>
                  <a:pt x="2205" y="1112"/>
                </a:lnTo>
                <a:lnTo>
                  <a:pt x="2204" y="1112"/>
                </a:lnTo>
                <a:lnTo>
                  <a:pt x="2203" y="1112"/>
                </a:lnTo>
                <a:lnTo>
                  <a:pt x="2202" y="1112"/>
                </a:lnTo>
                <a:lnTo>
                  <a:pt x="2202" y="1111"/>
                </a:lnTo>
                <a:lnTo>
                  <a:pt x="2202" y="1110"/>
                </a:lnTo>
                <a:lnTo>
                  <a:pt x="2201" y="1110"/>
                </a:lnTo>
                <a:lnTo>
                  <a:pt x="2202" y="1109"/>
                </a:lnTo>
                <a:lnTo>
                  <a:pt x="2202" y="1108"/>
                </a:lnTo>
                <a:lnTo>
                  <a:pt x="2201" y="1108"/>
                </a:lnTo>
                <a:lnTo>
                  <a:pt x="2201" y="1109"/>
                </a:lnTo>
                <a:lnTo>
                  <a:pt x="2200" y="1109"/>
                </a:lnTo>
                <a:lnTo>
                  <a:pt x="2200" y="1110"/>
                </a:lnTo>
                <a:lnTo>
                  <a:pt x="2199" y="1110"/>
                </a:lnTo>
                <a:lnTo>
                  <a:pt x="2199" y="1111"/>
                </a:lnTo>
                <a:lnTo>
                  <a:pt x="2198" y="1111"/>
                </a:lnTo>
                <a:lnTo>
                  <a:pt x="2197" y="1111"/>
                </a:lnTo>
                <a:lnTo>
                  <a:pt x="2196" y="1111"/>
                </a:lnTo>
                <a:lnTo>
                  <a:pt x="2195" y="1111"/>
                </a:lnTo>
                <a:lnTo>
                  <a:pt x="2194" y="1111"/>
                </a:lnTo>
                <a:lnTo>
                  <a:pt x="2193" y="1111"/>
                </a:lnTo>
                <a:lnTo>
                  <a:pt x="2193" y="1112"/>
                </a:lnTo>
                <a:lnTo>
                  <a:pt x="2192" y="1112"/>
                </a:lnTo>
                <a:lnTo>
                  <a:pt x="2192" y="1111"/>
                </a:lnTo>
                <a:lnTo>
                  <a:pt x="2192" y="1110"/>
                </a:lnTo>
                <a:lnTo>
                  <a:pt x="2191" y="1111"/>
                </a:lnTo>
                <a:lnTo>
                  <a:pt x="2191" y="1110"/>
                </a:lnTo>
                <a:lnTo>
                  <a:pt x="2190" y="1110"/>
                </a:lnTo>
                <a:lnTo>
                  <a:pt x="2189" y="1111"/>
                </a:lnTo>
                <a:lnTo>
                  <a:pt x="2189" y="1112"/>
                </a:lnTo>
                <a:lnTo>
                  <a:pt x="2188" y="1112"/>
                </a:lnTo>
                <a:lnTo>
                  <a:pt x="2187" y="1112"/>
                </a:lnTo>
                <a:lnTo>
                  <a:pt x="2186" y="1112"/>
                </a:lnTo>
                <a:lnTo>
                  <a:pt x="2185" y="1112"/>
                </a:lnTo>
                <a:lnTo>
                  <a:pt x="2185" y="1111"/>
                </a:lnTo>
                <a:lnTo>
                  <a:pt x="2184" y="1111"/>
                </a:lnTo>
                <a:lnTo>
                  <a:pt x="2184" y="1112"/>
                </a:lnTo>
                <a:lnTo>
                  <a:pt x="2185" y="1112"/>
                </a:lnTo>
                <a:lnTo>
                  <a:pt x="2184" y="1112"/>
                </a:lnTo>
                <a:lnTo>
                  <a:pt x="2183" y="1112"/>
                </a:lnTo>
                <a:lnTo>
                  <a:pt x="2182" y="1112"/>
                </a:lnTo>
                <a:lnTo>
                  <a:pt x="2182" y="1113"/>
                </a:lnTo>
                <a:lnTo>
                  <a:pt x="2182" y="1114"/>
                </a:lnTo>
                <a:lnTo>
                  <a:pt x="2182" y="1115"/>
                </a:lnTo>
                <a:lnTo>
                  <a:pt x="2181" y="1115"/>
                </a:lnTo>
                <a:lnTo>
                  <a:pt x="2180" y="1114"/>
                </a:lnTo>
                <a:lnTo>
                  <a:pt x="2178" y="1114"/>
                </a:lnTo>
                <a:lnTo>
                  <a:pt x="2178" y="1115"/>
                </a:lnTo>
                <a:lnTo>
                  <a:pt x="2177" y="1115"/>
                </a:lnTo>
                <a:lnTo>
                  <a:pt x="2177" y="1116"/>
                </a:lnTo>
                <a:lnTo>
                  <a:pt x="2176" y="1116"/>
                </a:lnTo>
                <a:lnTo>
                  <a:pt x="2175" y="1116"/>
                </a:lnTo>
                <a:lnTo>
                  <a:pt x="2174" y="1116"/>
                </a:lnTo>
                <a:lnTo>
                  <a:pt x="2174" y="1117"/>
                </a:lnTo>
                <a:lnTo>
                  <a:pt x="2175" y="1117"/>
                </a:lnTo>
                <a:lnTo>
                  <a:pt x="2175" y="1118"/>
                </a:lnTo>
                <a:lnTo>
                  <a:pt x="2175" y="1119"/>
                </a:lnTo>
                <a:lnTo>
                  <a:pt x="2174" y="1119"/>
                </a:lnTo>
                <a:lnTo>
                  <a:pt x="2174" y="1120"/>
                </a:lnTo>
                <a:lnTo>
                  <a:pt x="2173" y="1120"/>
                </a:lnTo>
                <a:lnTo>
                  <a:pt x="2173" y="1121"/>
                </a:lnTo>
                <a:lnTo>
                  <a:pt x="2172" y="1121"/>
                </a:lnTo>
                <a:lnTo>
                  <a:pt x="2172" y="1122"/>
                </a:lnTo>
                <a:lnTo>
                  <a:pt x="2171" y="1122"/>
                </a:lnTo>
                <a:lnTo>
                  <a:pt x="2170" y="1122"/>
                </a:lnTo>
                <a:lnTo>
                  <a:pt x="2169" y="1122"/>
                </a:lnTo>
                <a:lnTo>
                  <a:pt x="2170" y="1122"/>
                </a:lnTo>
                <a:lnTo>
                  <a:pt x="2169" y="1123"/>
                </a:lnTo>
                <a:lnTo>
                  <a:pt x="2168" y="1123"/>
                </a:lnTo>
                <a:lnTo>
                  <a:pt x="2167" y="1123"/>
                </a:lnTo>
                <a:lnTo>
                  <a:pt x="2166" y="1123"/>
                </a:lnTo>
                <a:lnTo>
                  <a:pt x="2166" y="1124"/>
                </a:lnTo>
                <a:lnTo>
                  <a:pt x="2165" y="1124"/>
                </a:lnTo>
                <a:lnTo>
                  <a:pt x="2165" y="1125"/>
                </a:lnTo>
                <a:lnTo>
                  <a:pt x="2164" y="1125"/>
                </a:lnTo>
                <a:lnTo>
                  <a:pt x="2164" y="1126"/>
                </a:lnTo>
                <a:lnTo>
                  <a:pt x="2164" y="1127"/>
                </a:lnTo>
                <a:lnTo>
                  <a:pt x="2163" y="1127"/>
                </a:lnTo>
                <a:lnTo>
                  <a:pt x="2162" y="1128"/>
                </a:lnTo>
                <a:lnTo>
                  <a:pt x="2161" y="1128"/>
                </a:lnTo>
                <a:lnTo>
                  <a:pt x="2161" y="1129"/>
                </a:lnTo>
                <a:lnTo>
                  <a:pt x="2160" y="1130"/>
                </a:lnTo>
                <a:lnTo>
                  <a:pt x="2159" y="1130"/>
                </a:lnTo>
                <a:lnTo>
                  <a:pt x="2160" y="1130"/>
                </a:lnTo>
                <a:lnTo>
                  <a:pt x="2159" y="1130"/>
                </a:lnTo>
                <a:lnTo>
                  <a:pt x="2159" y="1131"/>
                </a:lnTo>
                <a:lnTo>
                  <a:pt x="2158" y="1131"/>
                </a:lnTo>
                <a:lnTo>
                  <a:pt x="2158" y="1132"/>
                </a:lnTo>
                <a:lnTo>
                  <a:pt x="2157" y="1132"/>
                </a:lnTo>
                <a:lnTo>
                  <a:pt x="2156" y="1132"/>
                </a:lnTo>
                <a:lnTo>
                  <a:pt x="2155" y="1132"/>
                </a:lnTo>
                <a:lnTo>
                  <a:pt x="2155" y="1133"/>
                </a:lnTo>
                <a:lnTo>
                  <a:pt x="2154" y="1134"/>
                </a:lnTo>
                <a:lnTo>
                  <a:pt x="2153" y="1135"/>
                </a:lnTo>
                <a:lnTo>
                  <a:pt x="2152" y="1135"/>
                </a:lnTo>
                <a:lnTo>
                  <a:pt x="2151" y="1134"/>
                </a:lnTo>
                <a:lnTo>
                  <a:pt x="2150" y="1135"/>
                </a:lnTo>
                <a:lnTo>
                  <a:pt x="2150" y="1136"/>
                </a:lnTo>
                <a:lnTo>
                  <a:pt x="2149" y="1136"/>
                </a:lnTo>
                <a:lnTo>
                  <a:pt x="2148" y="1136"/>
                </a:lnTo>
                <a:lnTo>
                  <a:pt x="2148" y="1135"/>
                </a:lnTo>
                <a:lnTo>
                  <a:pt x="2147" y="1135"/>
                </a:lnTo>
                <a:lnTo>
                  <a:pt x="2148" y="1135"/>
                </a:lnTo>
                <a:lnTo>
                  <a:pt x="2148" y="1134"/>
                </a:lnTo>
                <a:lnTo>
                  <a:pt x="2147" y="1134"/>
                </a:lnTo>
                <a:lnTo>
                  <a:pt x="2146" y="1134"/>
                </a:lnTo>
                <a:lnTo>
                  <a:pt x="2145" y="1134"/>
                </a:lnTo>
                <a:lnTo>
                  <a:pt x="2144" y="1134"/>
                </a:lnTo>
                <a:lnTo>
                  <a:pt x="2143" y="1133"/>
                </a:lnTo>
                <a:lnTo>
                  <a:pt x="2142" y="1133"/>
                </a:lnTo>
                <a:lnTo>
                  <a:pt x="2142" y="1132"/>
                </a:lnTo>
                <a:lnTo>
                  <a:pt x="2141" y="1132"/>
                </a:lnTo>
                <a:lnTo>
                  <a:pt x="2141" y="1133"/>
                </a:lnTo>
                <a:lnTo>
                  <a:pt x="2140" y="1133"/>
                </a:lnTo>
                <a:lnTo>
                  <a:pt x="2139" y="1133"/>
                </a:lnTo>
                <a:lnTo>
                  <a:pt x="2138" y="1134"/>
                </a:lnTo>
                <a:lnTo>
                  <a:pt x="2137" y="1133"/>
                </a:lnTo>
                <a:lnTo>
                  <a:pt x="2136" y="1133"/>
                </a:lnTo>
                <a:lnTo>
                  <a:pt x="2136" y="1134"/>
                </a:lnTo>
                <a:lnTo>
                  <a:pt x="2137" y="1134"/>
                </a:lnTo>
                <a:lnTo>
                  <a:pt x="2137" y="1135"/>
                </a:lnTo>
                <a:lnTo>
                  <a:pt x="2137" y="1136"/>
                </a:lnTo>
                <a:lnTo>
                  <a:pt x="2136" y="1136"/>
                </a:lnTo>
                <a:lnTo>
                  <a:pt x="2135" y="1135"/>
                </a:lnTo>
                <a:lnTo>
                  <a:pt x="2134" y="1135"/>
                </a:lnTo>
                <a:lnTo>
                  <a:pt x="2133" y="1136"/>
                </a:lnTo>
                <a:lnTo>
                  <a:pt x="2133" y="1135"/>
                </a:lnTo>
                <a:lnTo>
                  <a:pt x="2132" y="1136"/>
                </a:lnTo>
                <a:lnTo>
                  <a:pt x="2132" y="1135"/>
                </a:lnTo>
                <a:lnTo>
                  <a:pt x="2131" y="1136"/>
                </a:lnTo>
                <a:lnTo>
                  <a:pt x="2131" y="1137"/>
                </a:lnTo>
                <a:lnTo>
                  <a:pt x="2131" y="1138"/>
                </a:lnTo>
                <a:lnTo>
                  <a:pt x="2130" y="1138"/>
                </a:lnTo>
                <a:lnTo>
                  <a:pt x="2131" y="1138"/>
                </a:lnTo>
                <a:lnTo>
                  <a:pt x="2131" y="1137"/>
                </a:lnTo>
                <a:lnTo>
                  <a:pt x="2130" y="1137"/>
                </a:lnTo>
                <a:lnTo>
                  <a:pt x="2129" y="1137"/>
                </a:lnTo>
                <a:lnTo>
                  <a:pt x="2128" y="1137"/>
                </a:lnTo>
                <a:lnTo>
                  <a:pt x="2128" y="1138"/>
                </a:lnTo>
                <a:lnTo>
                  <a:pt x="2128" y="1139"/>
                </a:lnTo>
                <a:lnTo>
                  <a:pt x="2128" y="1138"/>
                </a:lnTo>
                <a:lnTo>
                  <a:pt x="2126" y="1138"/>
                </a:lnTo>
                <a:lnTo>
                  <a:pt x="2125" y="1138"/>
                </a:lnTo>
                <a:lnTo>
                  <a:pt x="2124" y="1138"/>
                </a:lnTo>
                <a:lnTo>
                  <a:pt x="2123" y="1138"/>
                </a:lnTo>
                <a:lnTo>
                  <a:pt x="2123" y="1139"/>
                </a:lnTo>
                <a:lnTo>
                  <a:pt x="2123" y="1140"/>
                </a:lnTo>
                <a:lnTo>
                  <a:pt x="2122" y="1140"/>
                </a:lnTo>
                <a:lnTo>
                  <a:pt x="2122" y="1141"/>
                </a:lnTo>
                <a:lnTo>
                  <a:pt x="2122" y="1140"/>
                </a:lnTo>
                <a:lnTo>
                  <a:pt x="2121" y="1140"/>
                </a:lnTo>
                <a:lnTo>
                  <a:pt x="2120" y="1140"/>
                </a:lnTo>
                <a:lnTo>
                  <a:pt x="2120" y="1141"/>
                </a:lnTo>
                <a:lnTo>
                  <a:pt x="2119" y="1141"/>
                </a:lnTo>
                <a:lnTo>
                  <a:pt x="2119" y="1142"/>
                </a:lnTo>
                <a:lnTo>
                  <a:pt x="2118" y="1142"/>
                </a:lnTo>
                <a:lnTo>
                  <a:pt x="2118" y="1143"/>
                </a:lnTo>
                <a:lnTo>
                  <a:pt x="2117" y="1143"/>
                </a:lnTo>
                <a:lnTo>
                  <a:pt x="2116" y="1143"/>
                </a:lnTo>
                <a:lnTo>
                  <a:pt x="2116" y="1144"/>
                </a:lnTo>
                <a:lnTo>
                  <a:pt x="2115" y="1144"/>
                </a:lnTo>
                <a:lnTo>
                  <a:pt x="2114" y="1144"/>
                </a:lnTo>
                <a:lnTo>
                  <a:pt x="2114" y="1145"/>
                </a:lnTo>
                <a:lnTo>
                  <a:pt x="2112" y="1145"/>
                </a:lnTo>
                <a:lnTo>
                  <a:pt x="2112" y="1144"/>
                </a:lnTo>
                <a:lnTo>
                  <a:pt x="2111" y="1144"/>
                </a:lnTo>
                <a:lnTo>
                  <a:pt x="2109" y="1144"/>
                </a:lnTo>
                <a:lnTo>
                  <a:pt x="2109" y="1145"/>
                </a:lnTo>
                <a:lnTo>
                  <a:pt x="2108" y="1146"/>
                </a:lnTo>
                <a:lnTo>
                  <a:pt x="2107" y="1146"/>
                </a:lnTo>
                <a:lnTo>
                  <a:pt x="2107" y="1147"/>
                </a:lnTo>
                <a:lnTo>
                  <a:pt x="2107" y="1146"/>
                </a:lnTo>
                <a:lnTo>
                  <a:pt x="2106" y="1146"/>
                </a:lnTo>
                <a:lnTo>
                  <a:pt x="2105" y="1146"/>
                </a:lnTo>
                <a:lnTo>
                  <a:pt x="2105" y="1147"/>
                </a:lnTo>
                <a:lnTo>
                  <a:pt x="2104" y="1147"/>
                </a:lnTo>
                <a:lnTo>
                  <a:pt x="2103" y="1147"/>
                </a:lnTo>
                <a:lnTo>
                  <a:pt x="2103" y="1148"/>
                </a:lnTo>
                <a:lnTo>
                  <a:pt x="2102" y="1148"/>
                </a:lnTo>
                <a:lnTo>
                  <a:pt x="2102" y="1149"/>
                </a:lnTo>
                <a:lnTo>
                  <a:pt x="2101" y="1149"/>
                </a:lnTo>
                <a:lnTo>
                  <a:pt x="2100" y="1149"/>
                </a:lnTo>
                <a:lnTo>
                  <a:pt x="2100" y="1150"/>
                </a:lnTo>
                <a:lnTo>
                  <a:pt x="2099" y="1150"/>
                </a:lnTo>
                <a:lnTo>
                  <a:pt x="2099" y="1151"/>
                </a:lnTo>
                <a:lnTo>
                  <a:pt x="2100" y="1152"/>
                </a:lnTo>
                <a:lnTo>
                  <a:pt x="2101" y="1151"/>
                </a:lnTo>
                <a:lnTo>
                  <a:pt x="2102" y="1152"/>
                </a:lnTo>
                <a:lnTo>
                  <a:pt x="2101" y="1152"/>
                </a:lnTo>
                <a:lnTo>
                  <a:pt x="2100" y="1152"/>
                </a:lnTo>
                <a:lnTo>
                  <a:pt x="2101" y="1153"/>
                </a:lnTo>
                <a:lnTo>
                  <a:pt x="2101" y="1154"/>
                </a:lnTo>
                <a:lnTo>
                  <a:pt x="2100" y="1154"/>
                </a:lnTo>
                <a:lnTo>
                  <a:pt x="2100" y="1155"/>
                </a:lnTo>
                <a:lnTo>
                  <a:pt x="2099" y="1155"/>
                </a:lnTo>
                <a:lnTo>
                  <a:pt x="2098" y="1155"/>
                </a:lnTo>
                <a:lnTo>
                  <a:pt x="2097" y="1155"/>
                </a:lnTo>
                <a:lnTo>
                  <a:pt x="2097" y="1156"/>
                </a:lnTo>
                <a:lnTo>
                  <a:pt x="2098" y="1156"/>
                </a:lnTo>
                <a:lnTo>
                  <a:pt x="2098" y="1157"/>
                </a:lnTo>
                <a:lnTo>
                  <a:pt x="2098" y="1158"/>
                </a:lnTo>
                <a:lnTo>
                  <a:pt x="2098" y="1159"/>
                </a:lnTo>
                <a:lnTo>
                  <a:pt x="2098" y="1160"/>
                </a:lnTo>
                <a:lnTo>
                  <a:pt x="2097" y="1160"/>
                </a:lnTo>
                <a:lnTo>
                  <a:pt x="2096" y="1160"/>
                </a:lnTo>
                <a:lnTo>
                  <a:pt x="2095" y="1160"/>
                </a:lnTo>
                <a:lnTo>
                  <a:pt x="2095" y="1161"/>
                </a:lnTo>
                <a:lnTo>
                  <a:pt x="2094" y="1161"/>
                </a:lnTo>
                <a:lnTo>
                  <a:pt x="2094" y="1162"/>
                </a:lnTo>
                <a:lnTo>
                  <a:pt x="2095" y="1162"/>
                </a:lnTo>
                <a:lnTo>
                  <a:pt x="2095" y="1163"/>
                </a:lnTo>
                <a:lnTo>
                  <a:pt x="2094" y="1163"/>
                </a:lnTo>
                <a:lnTo>
                  <a:pt x="2093" y="1163"/>
                </a:lnTo>
                <a:lnTo>
                  <a:pt x="2092" y="1162"/>
                </a:lnTo>
                <a:lnTo>
                  <a:pt x="2091" y="1162"/>
                </a:lnTo>
                <a:lnTo>
                  <a:pt x="2090" y="1162"/>
                </a:lnTo>
                <a:lnTo>
                  <a:pt x="2089" y="1162"/>
                </a:lnTo>
                <a:lnTo>
                  <a:pt x="2089" y="1163"/>
                </a:lnTo>
                <a:lnTo>
                  <a:pt x="2088" y="1163"/>
                </a:lnTo>
                <a:lnTo>
                  <a:pt x="2087" y="1163"/>
                </a:lnTo>
                <a:lnTo>
                  <a:pt x="2087" y="1164"/>
                </a:lnTo>
                <a:lnTo>
                  <a:pt x="2087" y="1165"/>
                </a:lnTo>
                <a:lnTo>
                  <a:pt x="2086" y="1165"/>
                </a:lnTo>
                <a:lnTo>
                  <a:pt x="2085" y="1165"/>
                </a:lnTo>
                <a:lnTo>
                  <a:pt x="2085" y="1166"/>
                </a:lnTo>
                <a:lnTo>
                  <a:pt x="2085" y="1167"/>
                </a:lnTo>
                <a:lnTo>
                  <a:pt x="2085" y="1168"/>
                </a:lnTo>
                <a:lnTo>
                  <a:pt x="2084" y="1169"/>
                </a:lnTo>
                <a:lnTo>
                  <a:pt x="2084" y="1168"/>
                </a:lnTo>
                <a:lnTo>
                  <a:pt x="2083" y="1168"/>
                </a:lnTo>
                <a:lnTo>
                  <a:pt x="2082" y="1168"/>
                </a:lnTo>
                <a:lnTo>
                  <a:pt x="2082" y="1169"/>
                </a:lnTo>
                <a:lnTo>
                  <a:pt x="2083" y="1169"/>
                </a:lnTo>
                <a:lnTo>
                  <a:pt x="2082" y="1170"/>
                </a:lnTo>
                <a:lnTo>
                  <a:pt x="2082" y="1169"/>
                </a:lnTo>
                <a:lnTo>
                  <a:pt x="2081" y="1169"/>
                </a:lnTo>
                <a:lnTo>
                  <a:pt x="2081" y="1170"/>
                </a:lnTo>
                <a:lnTo>
                  <a:pt x="2081" y="1171"/>
                </a:lnTo>
                <a:lnTo>
                  <a:pt x="2080" y="1171"/>
                </a:lnTo>
                <a:lnTo>
                  <a:pt x="2081" y="1171"/>
                </a:lnTo>
                <a:lnTo>
                  <a:pt x="2082" y="1171"/>
                </a:lnTo>
                <a:lnTo>
                  <a:pt x="2083" y="1171"/>
                </a:lnTo>
                <a:lnTo>
                  <a:pt x="2083" y="1172"/>
                </a:lnTo>
                <a:lnTo>
                  <a:pt x="2083" y="1173"/>
                </a:lnTo>
                <a:lnTo>
                  <a:pt x="2082" y="1173"/>
                </a:lnTo>
                <a:lnTo>
                  <a:pt x="2080" y="1173"/>
                </a:lnTo>
                <a:lnTo>
                  <a:pt x="2079" y="1173"/>
                </a:lnTo>
                <a:lnTo>
                  <a:pt x="2079" y="1174"/>
                </a:lnTo>
                <a:lnTo>
                  <a:pt x="2078" y="1175"/>
                </a:lnTo>
                <a:lnTo>
                  <a:pt x="2077" y="1175"/>
                </a:lnTo>
                <a:lnTo>
                  <a:pt x="2077" y="1176"/>
                </a:lnTo>
                <a:lnTo>
                  <a:pt x="2076" y="1176"/>
                </a:lnTo>
                <a:lnTo>
                  <a:pt x="2075" y="1176"/>
                </a:lnTo>
                <a:lnTo>
                  <a:pt x="2074" y="1176"/>
                </a:lnTo>
                <a:lnTo>
                  <a:pt x="2074" y="1177"/>
                </a:lnTo>
                <a:lnTo>
                  <a:pt x="2074" y="1178"/>
                </a:lnTo>
                <a:lnTo>
                  <a:pt x="2074" y="1179"/>
                </a:lnTo>
                <a:lnTo>
                  <a:pt x="2073" y="1179"/>
                </a:lnTo>
                <a:lnTo>
                  <a:pt x="2072" y="1180"/>
                </a:lnTo>
                <a:lnTo>
                  <a:pt x="2072" y="1181"/>
                </a:lnTo>
                <a:lnTo>
                  <a:pt x="2071" y="1181"/>
                </a:lnTo>
                <a:lnTo>
                  <a:pt x="2071" y="1182"/>
                </a:lnTo>
                <a:lnTo>
                  <a:pt x="2070" y="1182"/>
                </a:lnTo>
                <a:lnTo>
                  <a:pt x="2070" y="1183"/>
                </a:lnTo>
                <a:lnTo>
                  <a:pt x="2070" y="1184"/>
                </a:lnTo>
                <a:lnTo>
                  <a:pt x="2069" y="1184"/>
                </a:lnTo>
                <a:lnTo>
                  <a:pt x="2068" y="1184"/>
                </a:lnTo>
                <a:lnTo>
                  <a:pt x="2068" y="1185"/>
                </a:lnTo>
                <a:lnTo>
                  <a:pt x="2069" y="1185"/>
                </a:lnTo>
                <a:lnTo>
                  <a:pt x="2068" y="1186"/>
                </a:lnTo>
                <a:lnTo>
                  <a:pt x="2068" y="1187"/>
                </a:lnTo>
                <a:lnTo>
                  <a:pt x="2069" y="1187"/>
                </a:lnTo>
                <a:lnTo>
                  <a:pt x="2069" y="1188"/>
                </a:lnTo>
                <a:lnTo>
                  <a:pt x="2069" y="1189"/>
                </a:lnTo>
                <a:lnTo>
                  <a:pt x="2068" y="1190"/>
                </a:lnTo>
                <a:lnTo>
                  <a:pt x="2067" y="1190"/>
                </a:lnTo>
                <a:lnTo>
                  <a:pt x="2067" y="1191"/>
                </a:lnTo>
                <a:lnTo>
                  <a:pt x="2066" y="1191"/>
                </a:lnTo>
                <a:lnTo>
                  <a:pt x="2066" y="1192"/>
                </a:lnTo>
                <a:lnTo>
                  <a:pt x="2065" y="1192"/>
                </a:lnTo>
                <a:lnTo>
                  <a:pt x="2064" y="1192"/>
                </a:lnTo>
                <a:lnTo>
                  <a:pt x="2063" y="1192"/>
                </a:lnTo>
                <a:lnTo>
                  <a:pt x="2061" y="1191"/>
                </a:lnTo>
                <a:lnTo>
                  <a:pt x="2060" y="1191"/>
                </a:lnTo>
                <a:lnTo>
                  <a:pt x="2060" y="1190"/>
                </a:lnTo>
                <a:lnTo>
                  <a:pt x="2060" y="1189"/>
                </a:lnTo>
                <a:lnTo>
                  <a:pt x="2059" y="1188"/>
                </a:lnTo>
                <a:lnTo>
                  <a:pt x="2060" y="1187"/>
                </a:lnTo>
                <a:lnTo>
                  <a:pt x="2060" y="1186"/>
                </a:lnTo>
                <a:lnTo>
                  <a:pt x="2060" y="1185"/>
                </a:lnTo>
                <a:lnTo>
                  <a:pt x="2061" y="1185"/>
                </a:lnTo>
                <a:lnTo>
                  <a:pt x="2061" y="1184"/>
                </a:lnTo>
                <a:lnTo>
                  <a:pt x="2060" y="1184"/>
                </a:lnTo>
                <a:lnTo>
                  <a:pt x="2060" y="1183"/>
                </a:lnTo>
                <a:lnTo>
                  <a:pt x="2061" y="1183"/>
                </a:lnTo>
                <a:lnTo>
                  <a:pt x="2061" y="1182"/>
                </a:lnTo>
                <a:lnTo>
                  <a:pt x="2061" y="1181"/>
                </a:lnTo>
                <a:lnTo>
                  <a:pt x="2061" y="1180"/>
                </a:lnTo>
                <a:lnTo>
                  <a:pt x="2061" y="1179"/>
                </a:lnTo>
                <a:lnTo>
                  <a:pt x="2060" y="1179"/>
                </a:lnTo>
                <a:lnTo>
                  <a:pt x="2060" y="1180"/>
                </a:lnTo>
                <a:lnTo>
                  <a:pt x="2059" y="1180"/>
                </a:lnTo>
                <a:lnTo>
                  <a:pt x="2059" y="1179"/>
                </a:lnTo>
                <a:lnTo>
                  <a:pt x="2059" y="1178"/>
                </a:lnTo>
                <a:lnTo>
                  <a:pt x="2058" y="1178"/>
                </a:lnTo>
                <a:lnTo>
                  <a:pt x="2058" y="1177"/>
                </a:lnTo>
                <a:lnTo>
                  <a:pt x="2058" y="1176"/>
                </a:lnTo>
                <a:lnTo>
                  <a:pt x="2058" y="1175"/>
                </a:lnTo>
                <a:lnTo>
                  <a:pt x="2057" y="1175"/>
                </a:lnTo>
                <a:lnTo>
                  <a:pt x="2056" y="1174"/>
                </a:lnTo>
                <a:lnTo>
                  <a:pt x="2056" y="1173"/>
                </a:lnTo>
                <a:lnTo>
                  <a:pt x="2056" y="1172"/>
                </a:lnTo>
                <a:lnTo>
                  <a:pt x="2056" y="1171"/>
                </a:lnTo>
                <a:lnTo>
                  <a:pt x="2055" y="1170"/>
                </a:lnTo>
                <a:lnTo>
                  <a:pt x="2053" y="1169"/>
                </a:lnTo>
                <a:lnTo>
                  <a:pt x="2053" y="1168"/>
                </a:lnTo>
                <a:lnTo>
                  <a:pt x="2053" y="1167"/>
                </a:lnTo>
                <a:lnTo>
                  <a:pt x="2053" y="1166"/>
                </a:lnTo>
                <a:lnTo>
                  <a:pt x="2053" y="1165"/>
                </a:lnTo>
                <a:lnTo>
                  <a:pt x="2053" y="1164"/>
                </a:lnTo>
                <a:lnTo>
                  <a:pt x="2053" y="1163"/>
                </a:lnTo>
                <a:lnTo>
                  <a:pt x="2052" y="1163"/>
                </a:lnTo>
                <a:lnTo>
                  <a:pt x="2051" y="1163"/>
                </a:lnTo>
                <a:lnTo>
                  <a:pt x="2051" y="1162"/>
                </a:lnTo>
                <a:lnTo>
                  <a:pt x="2050" y="1161"/>
                </a:lnTo>
                <a:lnTo>
                  <a:pt x="2050" y="1160"/>
                </a:lnTo>
                <a:lnTo>
                  <a:pt x="2049" y="1160"/>
                </a:lnTo>
                <a:lnTo>
                  <a:pt x="2048" y="1159"/>
                </a:lnTo>
                <a:lnTo>
                  <a:pt x="2048" y="1158"/>
                </a:lnTo>
                <a:lnTo>
                  <a:pt x="2047" y="1156"/>
                </a:lnTo>
                <a:lnTo>
                  <a:pt x="2046" y="1156"/>
                </a:lnTo>
                <a:lnTo>
                  <a:pt x="2046" y="1155"/>
                </a:lnTo>
                <a:lnTo>
                  <a:pt x="2047" y="1155"/>
                </a:lnTo>
                <a:lnTo>
                  <a:pt x="2046" y="1153"/>
                </a:lnTo>
                <a:lnTo>
                  <a:pt x="2044" y="1151"/>
                </a:lnTo>
                <a:lnTo>
                  <a:pt x="2043" y="1151"/>
                </a:lnTo>
                <a:lnTo>
                  <a:pt x="2043" y="1150"/>
                </a:lnTo>
                <a:lnTo>
                  <a:pt x="2042" y="1149"/>
                </a:lnTo>
                <a:lnTo>
                  <a:pt x="2042" y="1148"/>
                </a:lnTo>
                <a:lnTo>
                  <a:pt x="2042" y="1146"/>
                </a:lnTo>
                <a:lnTo>
                  <a:pt x="2043" y="1146"/>
                </a:lnTo>
                <a:lnTo>
                  <a:pt x="2044" y="1145"/>
                </a:lnTo>
                <a:lnTo>
                  <a:pt x="2044" y="1144"/>
                </a:lnTo>
                <a:lnTo>
                  <a:pt x="2044" y="1143"/>
                </a:lnTo>
                <a:lnTo>
                  <a:pt x="2044" y="1142"/>
                </a:lnTo>
                <a:lnTo>
                  <a:pt x="2044" y="1141"/>
                </a:lnTo>
                <a:lnTo>
                  <a:pt x="2044" y="1140"/>
                </a:lnTo>
                <a:lnTo>
                  <a:pt x="2043" y="1140"/>
                </a:lnTo>
                <a:lnTo>
                  <a:pt x="2043" y="1139"/>
                </a:lnTo>
                <a:lnTo>
                  <a:pt x="2042" y="1139"/>
                </a:lnTo>
                <a:lnTo>
                  <a:pt x="2041" y="1139"/>
                </a:lnTo>
                <a:lnTo>
                  <a:pt x="2040" y="1139"/>
                </a:lnTo>
                <a:lnTo>
                  <a:pt x="2039" y="1139"/>
                </a:lnTo>
                <a:lnTo>
                  <a:pt x="2038" y="1139"/>
                </a:lnTo>
                <a:lnTo>
                  <a:pt x="2037" y="1139"/>
                </a:lnTo>
                <a:lnTo>
                  <a:pt x="2036" y="1139"/>
                </a:lnTo>
                <a:lnTo>
                  <a:pt x="2035" y="1139"/>
                </a:lnTo>
                <a:lnTo>
                  <a:pt x="2034" y="1139"/>
                </a:lnTo>
                <a:lnTo>
                  <a:pt x="2033" y="1139"/>
                </a:lnTo>
                <a:lnTo>
                  <a:pt x="2033" y="1138"/>
                </a:lnTo>
                <a:lnTo>
                  <a:pt x="2032" y="1138"/>
                </a:lnTo>
                <a:lnTo>
                  <a:pt x="2032" y="1139"/>
                </a:lnTo>
                <a:lnTo>
                  <a:pt x="2031" y="1138"/>
                </a:lnTo>
                <a:lnTo>
                  <a:pt x="2032" y="1138"/>
                </a:lnTo>
                <a:lnTo>
                  <a:pt x="2031" y="1138"/>
                </a:lnTo>
                <a:lnTo>
                  <a:pt x="2030" y="1138"/>
                </a:lnTo>
                <a:lnTo>
                  <a:pt x="2028" y="1137"/>
                </a:lnTo>
                <a:lnTo>
                  <a:pt x="2028" y="1136"/>
                </a:lnTo>
                <a:lnTo>
                  <a:pt x="2027" y="1136"/>
                </a:lnTo>
                <a:lnTo>
                  <a:pt x="2026" y="1137"/>
                </a:lnTo>
                <a:lnTo>
                  <a:pt x="2025" y="1137"/>
                </a:lnTo>
                <a:lnTo>
                  <a:pt x="2024" y="1136"/>
                </a:lnTo>
                <a:lnTo>
                  <a:pt x="2023" y="1135"/>
                </a:lnTo>
                <a:lnTo>
                  <a:pt x="2022" y="1135"/>
                </a:lnTo>
                <a:lnTo>
                  <a:pt x="2022" y="1134"/>
                </a:lnTo>
                <a:lnTo>
                  <a:pt x="2021" y="1133"/>
                </a:lnTo>
                <a:lnTo>
                  <a:pt x="2020" y="1132"/>
                </a:lnTo>
                <a:lnTo>
                  <a:pt x="2019" y="1132"/>
                </a:lnTo>
                <a:lnTo>
                  <a:pt x="2018" y="1132"/>
                </a:lnTo>
                <a:lnTo>
                  <a:pt x="2018" y="1131"/>
                </a:lnTo>
                <a:lnTo>
                  <a:pt x="2018" y="1130"/>
                </a:lnTo>
                <a:lnTo>
                  <a:pt x="2017" y="1131"/>
                </a:lnTo>
                <a:lnTo>
                  <a:pt x="2015" y="1131"/>
                </a:lnTo>
                <a:lnTo>
                  <a:pt x="2015" y="1130"/>
                </a:lnTo>
                <a:lnTo>
                  <a:pt x="2016" y="1130"/>
                </a:lnTo>
                <a:lnTo>
                  <a:pt x="2017" y="1128"/>
                </a:lnTo>
                <a:lnTo>
                  <a:pt x="2018" y="1127"/>
                </a:lnTo>
                <a:lnTo>
                  <a:pt x="2018" y="1126"/>
                </a:lnTo>
                <a:lnTo>
                  <a:pt x="2018" y="1125"/>
                </a:lnTo>
                <a:lnTo>
                  <a:pt x="2018" y="1124"/>
                </a:lnTo>
                <a:lnTo>
                  <a:pt x="2016" y="1124"/>
                </a:lnTo>
                <a:lnTo>
                  <a:pt x="2015" y="1124"/>
                </a:lnTo>
                <a:lnTo>
                  <a:pt x="2014" y="1123"/>
                </a:lnTo>
                <a:lnTo>
                  <a:pt x="2013" y="1123"/>
                </a:lnTo>
                <a:lnTo>
                  <a:pt x="2013" y="1122"/>
                </a:lnTo>
                <a:lnTo>
                  <a:pt x="2013" y="1121"/>
                </a:lnTo>
                <a:lnTo>
                  <a:pt x="2012" y="1121"/>
                </a:lnTo>
                <a:lnTo>
                  <a:pt x="2012" y="1122"/>
                </a:lnTo>
                <a:lnTo>
                  <a:pt x="2012" y="1123"/>
                </a:lnTo>
                <a:lnTo>
                  <a:pt x="2011" y="1123"/>
                </a:lnTo>
                <a:lnTo>
                  <a:pt x="2011" y="1124"/>
                </a:lnTo>
                <a:lnTo>
                  <a:pt x="2011" y="1125"/>
                </a:lnTo>
                <a:lnTo>
                  <a:pt x="2009" y="1126"/>
                </a:lnTo>
                <a:lnTo>
                  <a:pt x="2008" y="1127"/>
                </a:lnTo>
                <a:lnTo>
                  <a:pt x="2007" y="1127"/>
                </a:lnTo>
                <a:lnTo>
                  <a:pt x="2006" y="1127"/>
                </a:lnTo>
                <a:lnTo>
                  <a:pt x="2006" y="1128"/>
                </a:lnTo>
                <a:lnTo>
                  <a:pt x="2006" y="1129"/>
                </a:lnTo>
                <a:lnTo>
                  <a:pt x="2004" y="1129"/>
                </a:lnTo>
                <a:lnTo>
                  <a:pt x="2002" y="1130"/>
                </a:lnTo>
                <a:lnTo>
                  <a:pt x="2001" y="1130"/>
                </a:lnTo>
                <a:lnTo>
                  <a:pt x="1999" y="1130"/>
                </a:lnTo>
                <a:lnTo>
                  <a:pt x="1998" y="1130"/>
                </a:lnTo>
                <a:lnTo>
                  <a:pt x="1997" y="1130"/>
                </a:lnTo>
                <a:lnTo>
                  <a:pt x="1997" y="1131"/>
                </a:lnTo>
                <a:lnTo>
                  <a:pt x="1997" y="1132"/>
                </a:lnTo>
                <a:lnTo>
                  <a:pt x="1996" y="1132"/>
                </a:lnTo>
                <a:lnTo>
                  <a:pt x="1994" y="1133"/>
                </a:lnTo>
                <a:lnTo>
                  <a:pt x="1993" y="1133"/>
                </a:lnTo>
                <a:lnTo>
                  <a:pt x="1993" y="1134"/>
                </a:lnTo>
                <a:lnTo>
                  <a:pt x="1992" y="1134"/>
                </a:lnTo>
                <a:lnTo>
                  <a:pt x="1992" y="1135"/>
                </a:lnTo>
                <a:lnTo>
                  <a:pt x="1992" y="1136"/>
                </a:lnTo>
                <a:lnTo>
                  <a:pt x="1991" y="1136"/>
                </a:lnTo>
                <a:lnTo>
                  <a:pt x="1991" y="1137"/>
                </a:lnTo>
                <a:lnTo>
                  <a:pt x="1990" y="1138"/>
                </a:lnTo>
                <a:lnTo>
                  <a:pt x="1989" y="1138"/>
                </a:lnTo>
                <a:lnTo>
                  <a:pt x="1989" y="1139"/>
                </a:lnTo>
                <a:lnTo>
                  <a:pt x="1989" y="1140"/>
                </a:lnTo>
                <a:lnTo>
                  <a:pt x="1988" y="1140"/>
                </a:lnTo>
                <a:lnTo>
                  <a:pt x="1988" y="1141"/>
                </a:lnTo>
                <a:lnTo>
                  <a:pt x="1989" y="1141"/>
                </a:lnTo>
                <a:lnTo>
                  <a:pt x="1989" y="1142"/>
                </a:lnTo>
                <a:lnTo>
                  <a:pt x="1990" y="1142"/>
                </a:lnTo>
                <a:lnTo>
                  <a:pt x="1991" y="1142"/>
                </a:lnTo>
                <a:lnTo>
                  <a:pt x="1992" y="1144"/>
                </a:lnTo>
                <a:lnTo>
                  <a:pt x="1992" y="1145"/>
                </a:lnTo>
                <a:lnTo>
                  <a:pt x="1993" y="1145"/>
                </a:lnTo>
                <a:lnTo>
                  <a:pt x="1993" y="1146"/>
                </a:lnTo>
                <a:lnTo>
                  <a:pt x="1993" y="1145"/>
                </a:lnTo>
                <a:lnTo>
                  <a:pt x="1994" y="1146"/>
                </a:lnTo>
                <a:lnTo>
                  <a:pt x="1994" y="1147"/>
                </a:lnTo>
                <a:lnTo>
                  <a:pt x="1994" y="1148"/>
                </a:lnTo>
                <a:lnTo>
                  <a:pt x="1995" y="1149"/>
                </a:lnTo>
                <a:lnTo>
                  <a:pt x="1996" y="1149"/>
                </a:lnTo>
                <a:lnTo>
                  <a:pt x="1997" y="1149"/>
                </a:lnTo>
                <a:lnTo>
                  <a:pt x="1998" y="1149"/>
                </a:lnTo>
                <a:lnTo>
                  <a:pt x="1999" y="1150"/>
                </a:lnTo>
                <a:lnTo>
                  <a:pt x="2000" y="1150"/>
                </a:lnTo>
                <a:lnTo>
                  <a:pt x="2001" y="1152"/>
                </a:lnTo>
                <a:lnTo>
                  <a:pt x="2001" y="1153"/>
                </a:lnTo>
                <a:lnTo>
                  <a:pt x="2001" y="1154"/>
                </a:lnTo>
                <a:lnTo>
                  <a:pt x="2001" y="1155"/>
                </a:lnTo>
                <a:lnTo>
                  <a:pt x="2001" y="1156"/>
                </a:lnTo>
                <a:lnTo>
                  <a:pt x="2001" y="1157"/>
                </a:lnTo>
                <a:lnTo>
                  <a:pt x="2000" y="1158"/>
                </a:lnTo>
                <a:lnTo>
                  <a:pt x="2000" y="1159"/>
                </a:lnTo>
                <a:lnTo>
                  <a:pt x="2000" y="1160"/>
                </a:lnTo>
                <a:lnTo>
                  <a:pt x="1999" y="1160"/>
                </a:lnTo>
                <a:lnTo>
                  <a:pt x="1999" y="1161"/>
                </a:lnTo>
                <a:lnTo>
                  <a:pt x="1998" y="1162"/>
                </a:lnTo>
                <a:lnTo>
                  <a:pt x="1997" y="1163"/>
                </a:lnTo>
                <a:lnTo>
                  <a:pt x="1996" y="1163"/>
                </a:lnTo>
                <a:lnTo>
                  <a:pt x="1996" y="1164"/>
                </a:lnTo>
                <a:lnTo>
                  <a:pt x="1996" y="1166"/>
                </a:lnTo>
                <a:lnTo>
                  <a:pt x="1996" y="1167"/>
                </a:lnTo>
                <a:lnTo>
                  <a:pt x="1996" y="1168"/>
                </a:lnTo>
                <a:lnTo>
                  <a:pt x="1997" y="1168"/>
                </a:lnTo>
                <a:lnTo>
                  <a:pt x="1997" y="1169"/>
                </a:lnTo>
                <a:lnTo>
                  <a:pt x="1997" y="1170"/>
                </a:lnTo>
                <a:lnTo>
                  <a:pt x="1997" y="1171"/>
                </a:lnTo>
                <a:lnTo>
                  <a:pt x="1996" y="1171"/>
                </a:lnTo>
                <a:lnTo>
                  <a:pt x="1996" y="1172"/>
                </a:lnTo>
                <a:lnTo>
                  <a:pt x="1996" y="1173"/>
                </a:lnTo>
                <a:lnTo>
                  <a:pt x="1997" y="1174"/>
                </a:lnTo>
                <a:lnTo>
                  <a:pt x="1997" y="1175"/>
                </a:lnTo>
                <a:lnTo>
                  <a:pt x="1996" y="1175"/>
                </a:lnTo>
                <a:lnTo>
                  <a:pt x="1996" y="1176"/>
                </a:lnTo>
                <a:lnTo>
                  <a:pt x="1996" y="1177"/>
                </a:lnTo>
                <a:lnTo>
                  <a:pt x="1995" y="1177"/>
                </a:lnTo>
                <a:lnTo>
                  <a:pt x="1995" y="1178"/>
                </a:lnTo>
                <a:lnTo>
                  <a:pt x="1995" y="1179"/>
                </a:lnTo>
                <a:lnTo>
                  <a:pt x="1995" y="1180"/>
                </a:lnTo>
                <a:lnTo>
                  <a:pt x="1995" y="1181"/>
                </a:lnTo>
                <a:lnTo>
                  <a:pt x="1994" y="1181"/>
                </a:lnTo>
                <a:lnTo>
                  <a:pt x="1994" y="1182"/>
                </a:lnTo>
                <a:lnTo>
                  <a:pt x="1993" y="1182"/>
                </a:lnTo>
                <a:lnTo>
                  <a:pt x="1993" y="1183"/>
                </a:lnTo>
                <a:lnTo>
                  <a:pt x="1993" y="1184"/>
                </a:lnTo>
                <a:lnTo>
                  <a:pt x="1994" y="1184"/>
                </a:lnTo>
                <a:lnTo>
                  <a:pt x="1994" y="1185"/>
                </a:lnTo>
                <a:lnTo>
                  <a:pt x="1995" y="1185"/>
                </a:lnTo>
                <a:lnTo>
                  <a:pt x="1995" y="1186"/>
                </a:lnTo>
                <a:lnTo>
                  <a:pt x="1995" y="1187"/>
                </a:lnTo>
                <a:lnTo>
                  <a:pt x="1994" y="1187"/>
                </a:lnTo>
                <a:lnTo>
                  <a:pt x="1994" y="1188"/>
                </a:lnTo>
                <a:lnTo>
                  <a:pt x="1994" y="1187"/>
                </a:lnTo>
                <a:lnTo>
                  <a:pt x="1995" y="1187"/>
                </a:lnTo>
                <a:lnTo>
                  <a:pt x="1995" y="1188"/>
                </a:lnTo>
                <a:lnTo>
                  <a:pt x="1995" y="1189"/>
                </a:lnTo>
                <a:lnTo>
                  <a:pt x="1994" y="1190"/>
                </a:lnTo>
                <a:lnTo>
                  <a:pt x="1994" y="1191"/>
                </a:lnTo>
                <a:lnTo>
                  <a:pt x="1994" y="1192"/>
                </a:lnTo>
                <a:lnTo>
                  <a:pt x="1995" y="1193"/>
                </a:lnTo>
                <a:lnTo>
                  <a:pt x="1995" y="1196"/>
                </a:lnTo>
                <a:lnTo>
                  <a:pt x="1994" y="1196"/>
                </a:lnTo>
                <a:lnTo>
                  <a:pt x="1995" y="1197"/>
                </a:lnTo>
                <a:lnTo>
                  <a:pt x="1995" y="1198"/>
                </a:lnTo>
                <a:lnTo>
                  <a:pt x="1996" y="1198"/>
                </a:lnTo>
                <a:lnTo>
                  <a:pt x="1997" y="1199"/>
                </a:lnTo>
                <a:lnTo>
                  <a:pt x="1997" y="1200"/>
                </a:lnTo>
                <a:lnTo>
                  <a:pt x="1998" y="1200"/>
                </a:lnTo>
                <a:lnTo>
                  <a:pt x="1998" y="1201"/>
                </a:lnTo>
                <a:lnTo>
                  <a:pt x="1999" y="1201"/>
                </a:lnTo>
                <a:lnTo>
                  <a:pt x="2000" y="1201"/>
                </a:lnTo>
                <a:lnTo>
                  <a:pt x="2001" y="1202"/>
                </a:lnTo>
                <a:lnTo>
                  <a:pt x="2002" y="1202"/>
                </a:lnTo>
                <a:lnTo>
                  <a:pt x="2004" y="1203"/>
                </a:lnTo>
                <a:lnTo>
                  <a:pt x="2004" y="1204"/>
                </a:lnTo>
                <a:lnTo>
                  <a:pt x="2004" y="1205"/>
                </a:lnTo>
                <a:lnTo>
                  <a:pt x="2004" y="1206"/>
                </a:lnTo>
                <a:lnTo>
                  <a:pt x="2002" y="1206"/>
                </a:lnTo>
                <a:lnTo>
                  <a:pt x="2002" y="1205"/>
                </a:lnTo>
                <a:lnTo>
                  <a:pt x="1999" y="1205"/>
                </a:lnTo>
                <a:lnTo>
                  <a:pt x="1999" y="1207"/>
                </a:lnTo>
                <a:lnTo>
                  <a:pt x="2000" y="1207"/>
                </a:lnTo>
                <a:lnTo>
                  <a:pt x="2000" y="1208"/>
                </a:lnTo>
                <a:lnTo>
                  <a:pt x="2001" y="1209"/>
                </a:lnTo>
                <a:lnTo>
                  <a:pt x="2001" y="1210"/>
                </a:lnTo>
                <a:lnTo>
                  <a:pt x="2002" y="1210"/>
                </a:lnTo>
                <a:lnTo>
                  <a:pt x="2003" y="1211"/>
                </a:lnTo>
                <a:lnTo>
                  <a:pt x="2003" y="1212"/>
                </a:lnTo>
                <a:lnTo>
                  <a:pt x="2002" y="1212"/>
                </a:lnTo>
                <a:lnTo>
                  <a:pt x="2002" y="1213"/>
                </a:lnTo>
                <a:lnTo>
                  <a:pt x="2003" y="1214"/>
                </a:lnTo>
                <a:lnTo>
                  <a:pt x="2002" y="1215"/>
                </a:lnTo>
                <a:lnTo>
                  <a:pt x="2001" y="1215"/>
                </a:lnTo>
                <a:lnTo>
                  <a:pt x="2001" y="1216"/>
                </a:lnTo>
                <a:lnTo>
                  <a:pt x="2000" y="1217"/>
                </a:lnTo>
                <a:lnTo>
                  <a:pt x="2000" y="1218"/>
                </a:lnTo>
                <a:lnTo>
                  <a:pt x="2000" y="1219"/>
                </a:lnTo>
                <a:lnTo>
                  <a:pt x="2001" y="1220"/>
                </a:lnTo>
                <a:lnTo>
                  <a:pt x="2000" y="1220"/>
                </a:lnTo>
                <a:lnTo>
                  <a:pt x="1999" y="1220"/>
                </a:lnTo>
                <a:lnTo>
                  <a:pt x="1999" y="1221"/>
                </a:lnTo>
                <a:lnTo>
                  <a:pt x="1998" y="1221"/>
                </a:lnTo>
                <a:lnTo>
                  <a:pt x="1997" y="1221"/>
                </a:lnTo>
                <a:lnTo>
                  <a:pt x="1996" y="1221"/>
                </a:lnTo>
                <a:lnTo>
                  <a:pt x="1995" y="1222"/>
                </a:lnTo>
                <a:lnTo>
                  <a:pt x="1995" y="1223"/>
                </a:lnTo>
                <a:lnTo>
                  <a:pt x="1996" y="1223"/>
                </a:lnTo>
                <a:lnTo>
                  <a:pt x="1996" y="1224"/>
                </a:lnTo>
                <a:lnTo>
                  <a:pt x="1997" y="1225"/>
                </a:lnTo>
                <a:lnTo>
                  <a:pt x="1996" y="1225"/>
                </a:lnTo>
                <a:lnTo>
                  <a:pt x="1996" y="1226"/>
                </a:lnTo>
                <a:lnTo>
                  <a:pt x="1995" y="1226"/>
                </a:lnTo>
                <a:lnTo>
                  <a:pt x="1996" y="1227"/>
                </a:lnTo>
                <a:lnTo>
                  <a:pt x="1997" y="1228"/>
                </a:lnTo>
                <a:lnTo>
                  <a:pt x="1997" y="1229"/>
                </a:lnTo>
                <a:lnTo>
                  <a:pt x="1996" y="1230"/>
                </a:lnTo>
                <a:lnTo>
                  <a:pt x="1996" y="1229"/>
                </a:lnTo>
                <a:lnTo>
                  <a:pt x="1995" y="1229"/>
                </a:lnTo>
                <a:lnTo>
                  <a:pt x="1995" y="1228"/>
                </a:lnTo>
                <a:lnTo>
                  <a:pt x="1995" y="1229"/>
                </a:lnTo>
                <a:lnTo>
                  <a:pt x="1994" y="1229"/>
                </a:lnTo>
                <a:lnTo>
                  <a:pt x="1994" y="1230"/>
                </a:lnTo>
                <a:lnTo>
                  <a:pt x="1993" y="1230"/>
                </a:lnTo>
                <a:lnTo>
                  <a:pt x="1992" y="1230"/>
                </a:lnTo>
                <a:lnTo>
                  <a:pt x="1990" y="1230"/>
                </a:lnTo>
                <a:lnTo>
                  <a:pt x="1989" y="1230"/>
                </a:lnTo>
                <a:lnTo>
                  <a:pt x="1988" y="1231"/>
                </a:lnTo>
                <a:lnTo>
                  <a:pt x="1986" y="1232"/>
                </a:lnTo>
                <a:lnTo>
                  <a:pt x="1986" y="1233"/>
                </a:lnTo>
                <a:lnTo>
                  <a:pt x="1985" y="1234"/>
                </a:lnTo>
                <a:lnTo>
                  <a:pt x="1983" y="1234"/>
                </a:lnTo>
                <a:lnTo>
                  <a:pt x="1983" y="1233"/>
                </a:lnTo>
                <a:lnTo>
                  <a:pt x="1981" y="1233"/>
                </a:lnTo>
                <a:lnTo>
                  <a:pt x="1980" y="1233"/>
                </a:lnTo>
                <a:lnTo>
                  <a:pt x="1979" y="1233"/>
                </a:lnTo>
                <a:lnTo>
                  <a:pt x="1978" y="1233"/>
                </a:lnTo>
                <a:lnTo>
                  <a:pt x="1977" y="1233"/>
                </a:lnTo>
                <a:lnTo>
                  <a:pt x="1976" y="1233"/>
                </a:lnTo>
                <a:lnTo>
                  <a:pt x="1974" y="1233"/>
                </a:lnTo>
                <a:lnTo>
                  <a:pt x="1973" y="1233"/>
                </a:lnTo>
                <a:lnTo>
                  <a:pt x="1972" y="1233"/>
                </a:lnTo>
                <a:lnTo>
                  <a:pt x="1971" y="1233"/>
                </a:lnTo>
                <a:lnTo>
                  <a:pt x="1970" y="1233"/>
                </a:lnTo>
                <a:lnTo>
                  <a:pt x="1969" y="1233"/>
                </a:lnTo>
                <a:lnTo>
                  <a:pt x="1969" y="1232"/>
                </a:lnTo>
                <a:lnTo>
                  <a:pt x="1967" y="1232"/>
                </a:lnTo>
                <a:lnTo>
                  <a:pt x="1966" y="1232"/>
                </a:lnTo>
                <a:lnTo>
                  <a:pt x="1965" y="1232"/>
                </a:lnTo>
                <a:lnTo>
                  <a:pt x="1964" y="1232"/>
                </a:lnTo>
                <a:lnTo>
                  <a:pt x="1963" y="1232"/>
                </a:lnTo>
                <a:lnTo>
                  <a:pt x="1963" y="1231"/>
                </a:lnTo>
                <a:lnTo>
                  <a:pt x="1962" y="1231"/>
                </a:lnTo>
                <a:lnTo>
                  <a:pt x="1961" y="1232"/>
                </a:lnTo>
                <a:lnTo>
                  <a:pt x="1960" y="1232"/>
                </a:lnTo>
                <a:lnTo>
                  <a:pt x="1959" y="1232"/>
                </a:lnTo>
                <a:lnTo>
                  <a:pt x="1958" y="1232"/>
                </a:lnTo>
                <a:lnTo>
                  <a:pt x="1958" y="1233"/>
                </a:lnTo>
                <a:lnTo>
                  <a:pt x="1957" y="1232"/>
                </a:lnTo>
                <a:lnTo>
                  <a:pt x="1956" y="1232"/>
                </a:lnTo>
                <a:lnTo>
                  <a:pt x="1955" y="1232"/>
                </a:lnTo>
                <a:lnTo>
                  <a:pt x="1954" y="1231"/>
                </a:lnTo>
                <a:lnTo>
                  <a:pt x="1954" y="1230"/>
                </a:lnTo>
                <a:lnTo>
                  <a:pt x="1954" y="1229"/>
                </a:lnTo>
                <a:lnTo>
                  <a:pt x="1953" y="1228"/>
                </a:lnTo>
                <a:lnTo>
                  <a:pt x="1952" y="1227"/>
                </a:lnTo>
                <a:lnTo>
                  <a:pt x="1952" y="1226"/>
                </a:lnTo>
                <a:lnTo>
                  <a:pt x="1953" y="1226"/>
                </a:lnTo>
                <a:lnTo>
                  <a:pt x="1953" y="1225"/>
                </a:lnTo>
                <a:lnTo>
                  <a:pt x="1953" y="1224"/>
                </a:lnTo>
                <a:lnTo>
                  <a:pt x="1952" y="1225"/>
                </a:lnTo>
                <a:lnTo>
                  <a:pt x="1950" y="1225"/>
                </a:lnTo>
                <a:lnTo>
                  <a:pt x="1950" y="1226"/>
                </a:lnTo>
                <a:lnTo>
                  <a:pt x="1949" y="1226"/>
                </a:lnTo>
                <a:lnTo>
                  <a:pt x="1948" y="1226"/>
                </a:lnTo>
                <a:lnTo>
                  <a:pt x="1947" y="1227"/>
                </a:lnTo>
                <a:lnTo>
                  <a:pt x="1946" y="1227"/>
                </a:lnTo>
                <a:lnTo>
                  <a:pt x="1946" y="1228"/>
                </a:lnTo>
                <a:lnTo>
                  <a:pt x="1946" y="1229"/>
                </a:lnTo>
                <a:lnTo>
                  <a:pt x="1945" y="1229"/>
                </a:lnTo>
                <a:lnTo>
                  <a:pt x="1945" y="1230"/>
                </a:lnTo>
                <a:lnTo>
                  <a:pt x="1944" y="1230"/>
                </a:lnTo>
                <a:lnTo>
                  <a:pt x="1943" y="1230"/>
                </a:lnTo>
                <a:lnTo>
                  <a:pt x="1941" y="1230"/>
                </a:lnTo>
                <a:lnTo>
                  <a:pt x="1941" y="1229"/>
                </a:lnTo>
                <a:lnTo>
                  <a:pt x="1940" y="1229"/>
                </a:lnTo>
                <a:lnTo>
                  <a:pt x="1939" y="1229"/>
                </a:lnTo>
                <a:lnTo>
                  <a:pt x="1938" y="1228"/>
                </a:lnTo>
                <a:lnTo>
                  <a:pt x="1938" y="1227"/>
                </a:lnTo>
                <a:lnTo>
                  <a:pt x="1937" y="1227"/>
                </a:lnTo>
                <a:lnTo>
                  <a:pt x="1936" y="1227"/>
                </a:lnTo>
                <a:lnTo>
                  <a:pt x="1936" y="1228"/>
                </a:lnTo>
                <a:lnTo>
                  <a:pt x="1935" y="1228"/>
                </a:lnTo>
                <a:lnTo>
                  <a:pt x="1934" y="1228"/>
                </a:lnTo>
                <a:lnTo>
                  <a:pt x="1933" y="1228"/>
                </a:lnTo>
                <a:lnTo>
                  <a:pt x="1932" y="1228"/>
                </a:lnTo>
                <a:lnTo>
                  <a:pt x="1932" y="1227"/>
                </a:lnTo>
                <a:lnTo>
                  <a:pt x="1931" y="1227"/>
                </a:lnTo>
                <a:lnTo>
                  <a:pt x="1931" y="1228"/>
                </a:lnTo>
                <a:lnTo>
                  <a:pt x="1930" y="1227"/>
                </a:lnTo>
                <a:lnTo>
                  <a:pt x="1929" y="1227"/>
                </a:lnTo>
                <a:lnTo>
                  <a:pt x="1927" y="1227"/>
                </a:lnTo>
                <a:lnTo>
                  <a:pt x="1926" y="1227"/>
                </a:lnTo>
                <a:lnTo>
                  <a:pt x="1926" y="1228"/>
                </a:lnTo>
                <a:lnTo>
                  <a:pt x="1925" y="1227"/>
                </a:lnTo>
                <a:lnTo>
                  <a:pt x="1924" y="1227"/>
                </a:lnTo>
                <a:lnTo>
                  <a:pt x="1923" y="1228"/>
                </a:lnTo>
                <a:lnTo>
                  <a:pt x="1921" y="1228"/>
                </a:lnTo>
                <a:lnTo>
                  <a:pt x="1920" y="1228"/>
                </a:lnTo>
                <a:lnTo>
                  <a:pt x="1919" y="1228"/>
                </a:lnTo>
                <a:lnTo>
                  <a:pt x="1918" y="1228"/>
                </a:lnTo>
                <a:lnTo>
                  <a:pt x="1917" y="1228"/>
                </a:lnTo>
                <a:lnTo>
                  <a:pt x="1917" y="1229"/>
                </a:lnTo>
                <a:lnTo>
                  <a:pt x="1916" y="1229"/>
                </a:lnTo>
                <a:lnTo>
                  <a:pt x="1915" y="1229"/>
                </a:lnTo>
                <a:lnTo>
                  <a:pt x="1914" y="1229"/>
                </a:lnTo>
                <a:lnTo>
                  <a:pt x="1914" y="1230"/>
                </a:lnTo>
                <a:lnTo>
                  <a:pt x="1914" y="1231"/>
                </a:lnTo>
                <a:lnTo>
                  <a:pt x="1914" y="1230"/>
                </a:lnTo>
                <a:lnTo>
                  <a:pt x="1913" y="1231"/>
                </a:lnTo>
                <a:lnTo>
                  <a:pt x="1912" y="1231"/>
                </a:lnTo>
                <a:lnTo>
                  <a:pt x="1911" y="1231"/>
                </a:lnTo>
                <a:lnTo>
                  <a:pt x="1910" y="1231"/>
                </a:lnTo>
                <a:lnTo>
                  <a:pt x="1909" y="1230"/>
                </a:lnTo>
                <a:lnTo>
                  <a:pt x="1909" y="1229"/>
                </a:lnTo>
                <a:lnTo>
                  <a:pt x="1909" y="1228"/>
                </a:lnTo>
                <a:lnTo>
                  <a:pt x="1909" y="1227"/>
                </a:lnTo>
                <a:lnTo>
                  <a:pt x="1909" y="1226"/>
                </a:lnTo>
                <a:lnTo>
                  <a:pt x="1908" y="1226"/>
                </a:lnTo>
                <a:lnTo>
                  <a:pt x="1908" y="1225"/>
                </a:lnTo>
                <a:lnTo>
                  <a:pt x="1909" y="1225"/>
                </a:lnTo>
                <a:lnTo>
                  <a:pt x="1910" y="1224"/>
                </a:lnTo>
                <a:lnTo>
                  <a:pt x="1910" y="1223"/>
                </a:lnTo>
                <a:lnTo>
                  <a:pt x="1909" y="1223"/>
                </a:lnTo>
                <a:lnTo>
                  <a:pt x="1908" y="1223"/>
                </a:lnTo>
                <a:lnTo>
                  <a:pt x="1908" y="1222"/>
                </a:lnTo>
                <a:lnTo>
                  <a:pt x="1908" y="1220"/>
                </a:lnTo>
                <a:lnTo>
                  <a:pt x="1909" y="1220"/>
                </a:lnTo>
                <a:lnTo>
                  <a:pt x="1908" y="1219"/>
                </a:lnTo>
                <a:lnTo>
                  <a:pt x="1908" y="1218"/>
                </a:lnTo>
                <a:lnTo>
                  <a:pt x="1907" y="1218"/>
                </a:lnTo>
                <a:lnTo>
                  <a:pt x="1907" y="1217"/>
                </a:lnTo>
                <a:lnTo>
                  <a:pt x="1906" y="1217"/>
                </a:lnTo>
                <a:lnTo>
                  <a:pt x="1905" y="1217"/>
                </a:lnTo>
                <a:lnTo>
                  <a:pt x="1904" y="1216"/>
                </a:lnTo>
                <a:lnTo>
                  <a:pt x="1903" y="1216"/>
                </a:lnTo>
                <a:lnTo>
                  <a:pt x="1902" y="1216"/>
                </a:lnTo>
                <a:lnTo>
                  <a:pt x="1901" y="1216"/>
                </a:lnTo>
                <a:lnTo>
                  <a:pt x="1901" y="1215"/>
                </a:lnTo>
                <a:lnTo>
                  <a:pt x="1902" y="1214"/>
                </a:lnTo>
                <a:lnTo>
                  <a:pt x="1903" y="1214"/>
                </a:lnTo>
                <a:lnTo>
                  <a:pt x="1904" y="1214"/>
                </a:lnTo>
                <a:lnTo>
                  <a:pt x="1904" y="1213"/>
                </a:lnTo>
                <a:lnTo>
                  <a:pt x="1904" y="1212"/>
                </a:lnTo>
                <a:lnTo>
                  <a:pt x="1905" y="1212"/>
                </a:lnTo>
                <a:lnTo>
                  <a:pt x="1906" y="1211"/>
                </a:lnTo>
                <a:lnTo>
                  <a:pt x="1906" y="1210"/>
                </a:lnTo>
                <a:lnTo>
                  <a:pt x="1905" y="1210"/>
                </a:lnTo>
                <a:lnTo>
                  <a:pt x="1905" y="1209"/>
                </a:lnTo>
                <a:lnTo>
                  <a:pt x="1904" y="1209"/>
                </a:lnTo>
                <a:lnTo>
                  <a:pt x="1904" y="1208"/>
                </a:lnTo>
                <a:lnTo>
                  <a:pt x="1904" y="1207"/>
                </a:lnTo>
                <a:lnTo>
                  <a:pt x="1904" y="1206"/>
                </a:lnTo>
                <a:lnTo>
                  <a:pt x="1905" y="1206"/>
                </a:lnTo>
                <a:lnTo>
                  <a:pt x="1905" y="1205"/>
                </a:lnTo>
                <a:lnTo>
                  <a:pt x="1904" y="1205"/>
                </a:lnTo>
                <a:lnTo>
                  <a:pt x="1903" y="1206"/>
                </a:lnTo>
                <a:lnTo>
                  <a:pt x="1902" y="1206"/>
                </a:lnTo>
                <a:lnTo>
                  <a:pt x="1902" y="1205"/>
                </a:lnTo>
                <a:lnTo>
                  <a:pt x="1901" y="1205"/>
                </a:lnTo>
                <a:lnTo>
                  <a:pt x="1900" y="1204"/>
                </a:lnTo>
                <a:lnTo>
                  <a:pt x="1899" y="1204"/>
                </a:lnTo>
                <a:lnTo>
                  <a:pt x="1898" y="1204"/>
                </a:lnTo>
                <a:lnTo>
                  <a:pt x="1897" y="1203"/>
                </a:lnTo>
                <a:lnTo>
                  <a:pt x="1896" y="1201"/>
                </a:lnTo>
                <a:lnTo>
                  <a:pt x="1896" y="1199"/>
                </a:lnTo>
                <a:lnTo>
                  <a:pt x="1896" y="1198"/>
                </a:lnTo>
                <a:lnTo>
                  <a:pt x="1896" y="1197"/>
                </a:lnTo>
                <a:lnTo>
                  <a:pt x="1895" y="1197"/>
                </a:lnTo>
                <a:lnTo>
                  <a:pt x="1895" y="1196"/>
                </a:lnTo>
                <a:lnTo>
                  <a:pt x="1894" y="1196"/>
                </a:lnTo>
                <a:lnTo>
                  <a:pt x="1894" y="1195"/>
                </a:lnTo>
                <a:lnTo>
                  <a:pt x="1893" y="1195"/>
                </a:lnTo>
                <a:lnTo>
                  <a:pt x="1892" y="1194"/>
                </a:lnTo>
                <a:lnTo>
                  <a:pt x="1891" y="1194"/>
                </a:lnTo>
                <a:lnTo>
                  <a:pt x="1892" y="1193"/>
                </a:lnTo>
                <a:lnTo>
                  <a:pt x="1892" y="1192"/>
                </a:lnTo>
                <a:lnTo>
                  <a:pt x="1891" y="1192"/>
                </a:lnTo>
                <a:lnTo>
                  <a:pt x="1891" y="1191"/>
                </a:lnTo>
                <a:lnTo>
                  <a:pt x="1891" y="1190"/>
                </a:lnTo>
                <a:lnTo>
                  <a:pt x="1891" y="1189"/>
                </a:lnTo>
                <a:lnTo>
                  <a:pt x="1890" y="1189"/>
                </a:lnTo>
                <a:lnTo>
                  <a:pt x="1889" y="1189"/>
                </a:lnTo>
                <a:lnTo>
                  <a:pt x="1889" y="1188"/>
                </a:lnTo>
                <a:lnTo>
                  <a:pt x="1889" y="1187"/>
                </a:lnTo>
                <a:lnTo>
                  <a:pt x="1890" y="1186"/>
                </a:lnTo>
                <a:lnTo>
                  <a:pt x="1890" y="1185"/>
                </a:lnTo>
                <a:lnTo>
                  <a:pt x="1889" y="1185"/>
                </a:lnTo>
                <a:lnTo>
                  <a:pt x="1889" y="1184"/>
                </a:lnTo>
                <a:lnTo>
                  <a:pt x="1889" y="1183"/>
                </a:lnTo>
                <a:lnTo>
                  <a:pt x="1890" y="1183"/>
                </a:lnTo>
                <a:lnTo>
                  <a:pt x="1890" y="1182"/>
                </a:lnTo>
                <a:lnTo>
                  <a:pt x="1890" y="1181"/>
                </a:lnTo>
                <a:lnTo>
                  <a:pt x="1892" y="1181"/>
                </a:lnTo>
                <a:lnTo>
                  <a:pt x="1892" y="1180"/>
                </a:lnTo>
                <a:lnTo>
                  <a:pt x="1893" y="1180"/>
                </a:lnTo>
                <a:lnTo>
                  <a:pt x="1894" y="1180"/>
                </a:lnTo>
                <a:lnTo>
                  <a:pt x="1895" y="1180"/>
                </a:lnTo>
                <a:lnTo>
                  <a:pt x="1895" y="1181"/>
                </a:lnTo>
                <a:lnTo>
                  <a:pt x="1896" y="1180"/>
                </a:lnTo>
                <a:lnTo>
                  <a:pt x="1897" y="1180"/>
                </a:lnTo>
                <a:lnTo>
                  <a:pt x="1898" y="1180"/>
                </a:lnTo>
                <a:lnTo>
                  <a:pt x="1899" y="1182"/>
                </a:lnTo>
                <a:lnTo>
                  <a:pt x="1899" y="1184"/>
                </a:lnTo>
                <a:lnTo>
                  <a:pt x="1900" y="1185"/>
                </a:lnTo>
                <a:lnTo>
                  <a:pt x="1901" y="1185"/>
                </a:lnTo>
                <a:lnTo>
                  <a:pt x="1902" y="1185"/>
                </a:lnTo>
                <a:lnTo>
                  <a:pt x="1902" y="1184"/>
                </a:lnTo>
                <a:lnTo>
                  <a:pt x="1903" y="1184"/>
                </a:lnTo>
                <a:lnTo>
                  <a:pt x="1904" y="1184"/>
                </a:lnTo>
                <a:lnTo>
                  <a:pt x="1904" y="1183"/>
                </a:lnTo>
                <a:lnTo>
                  <a:pt x="1905" y="1182"/>
                </a:lnTo>
                <a:lnTo>
                  <a:pt x="1905" y="1181"/>
                </a:lnTo>
                <a:lnTo>
                  <a:pt x="1905" y="1180"/>
                </a:lnTo>
                <a:lnTo>
                  <a:pt x="1906" y="1179"/>
                </a:lnTo>
                <a:lnTo>
                  <a:pt x="1906" y="1178"/>
                </a:lnTo>
                <a:lnTo>
                  <a:pt x="1907" y="1177"/>
                </a:lnTo>
                <a:lnTo>
                  <a:pt x="1908" y="1177"/>
                </a:lnTo>
                <a:lnTo>
                  <a:pt x="1908" y="1176"/>
                </a:lnTo>
                <a:lnTo>
                  <a:pt x="1907" y="1176"/>
                </a:lnTo>
                <a:lnTo>
                  <a:pt x="1907" y="1175"/>
                </a:lnTo>
                <a:lnTo>
                  <a:pt x="1907" y="1174"/>
                </a:lnTo>
                <a:lnTo>
                  <a:pt x="1907" y="1173"/>
                </a:lnTo>
                <a:lnTo>
                  <a:pt x="1906" y="1173"/>
                </a:lnTo>
                <a:lnTo>
                  <a:pt x="1905" y="1173"/>
                </a:lnTo>
                <a:lnTo>
                  <a:pt x="1904" y="1172"/>
                </a:lnTo>
                <a:lnTo>
                  <a:pt x="1904" y="1171"/>
                </a:lnTo>
                <a:lnTo>
                  <a:pt x="1903" y="1170"/>
                </a:lnTo>
                <a:lnTo>
                  <a:pt x="1902" y="1170"/>
                </a:lnTo>
                <a:lnTo>
                  <a:pt x="1901" y="1170"/>
                </a:lnTo>
                <a:lnTo>
                  <a:pt x="1901" y="1169"/>
                </a:lnTo>
                <a:lnTo>
                  <a:pt x="1901" y="1168"/>
                </a:lnTo>
                <a:lnTo>
                  <a:pt x="1902" y="1168"/>
                </a:lnTo>
                <a:lnTo>
                  <a:pt x="1904" y="1167"/>
                </a:lnTo>
                <a:lnTo>
                  <a:pt x="1904" y="1166"/>
                </a:lnTo>
                <a:lnTo>
                  <a:pt x="1904" y="1165"/>
                </a:lnTo>
                <a:lnTo>
                  <a:pt x="1904" y="1163"/>
                </a:lnTo>
                <a:lnTo>
                  <a:pt x="1905" y="1163"/>
                </a:lnTo>
                <a:lnTo>
                  <a:pt x="1905" y="1162"/>
                </a:lnTo>
                <a:lnTo>
                  <a:pt x="1904" y="1162"/>
                </a:lnTo>
                <a:lnTo>
                  <a:pt x="1903" y="1161"/>
                </a:lnTo>
                <a:lnTo>
                  <a:pt x="1903" y="1160"/>
                </a:lnTo>
                <a:lnTo>
                  <a:pt x="1900" y="1160"/>
                </a:lnTo>
                <a:lnTo>
                  <a:pt x="1899" y="1160"/>
                </a:lnTo>
                <a:lnTo>
                  <a:pt x="1898" y="1160"/>
                </a:lnTo>
                <a:lnTo>
                  <a:pt x="1898" y="1159"/>
                </a:lnTo>
                <a:lnTo>
                  <a:pt x="1899" y="1159"/>
                </a:lnTo>
                <a:lnTo>
                  <a:pt x="1900" y="1159"/>
                </a:lnTo>
                <a:lnTo>
                  <a:pt x="1901" y="1158"/>
                </a:lnTo>
                <a:lnTo>
                  <a:pt x="1902" y="1158"/>
                </a:lnTo>
                <a:lnTo>
                  <a:pt x="1902" y="1157"/>
                </a:lnTo>
                <a:lnTo>
                  <a:pt x="1903" y="1157"/>
                </a:lnTo>
                <a:lnTo>
                  <a:pt x="1903" y="1156"/>
                </a:lnTo>
                <a:lnTo>
                  <a:pt x="1903" y="1155"/>
                </a:lnTo>
                <a:lnTo>
                  <a:pt x="1902" y="1154"/>
                </a:lnTo>
                <a:lnTo>
                  <a:pt x="1901" y="1153"/>
                </a:lnTo>
                <a:lnTo>
                  <a:pt x="1901" y="1152"/>
                </a:lnTo>
                <a:lnTo>
                  <a:pt x="1900" y="1152"/>
                </a:lnTo>
                <a:lnTo>
                  <a:pt x="1899" y="1152"/>
                </a:lnTo>
                <a:lnTo>
                  <a:pt x="1898" y="1152"/>
                </a:lnTo>
                <a:lnTo>
                  <a:pt x="1897" y="1152"/>
                </a:lnTo>
                <a:lnTo>
                  <a:pt x="1896" y="1153"/>
                </a:lnTo>
                <a:lnTo>
                  <a:pt x="1896" y="1154"/>
                </a:lnTo>
                <a:lnTo>
                  <a:pt x="1896" y="1155"/>
                </a:lnTo>
                <a:lnTo>
                  <a:pt x="1897" y="1155"/>
                </a:lnTo>
                <a:lnTo>
                  <a:pt x="1896" y="1156"/>
                </a:lnTo>
                <a:lnTo>
                  <a:pt x="1896" y="1157"/>
                </a:lnTo>
                <a:lnTo>
                  <a:pt x="1894" y="1158"/>
                </a:lnTo>
                <a:lnTo>
                  <a:pt x="1891" y="1158"/>
                </a:lnTo>
                <a:lnTo>
                  <a:pt x="1890" y="1158"/>
                </a:lnTo>
                <a:lnTo>
                  <a:pt x="1889" y="1158"/>
                </a:lnTo>
                <a:lnTo>
                  <a:pt x="1887" y="1157"/>
                </a:lnTo>
                <a:lnTo>
                  <a:pt x="1888" y="1157"/>
                </a:lnTo>
                <a:lnTo>
                  <a:pt x="1889" y="1156"/>
                </a:lnTo>
                <a:lnTo>
                  <a:pt x="1890" y="1156"/>
                </a:lnTo>
                <a:lnTo>
                  <a:pt x="1890" y="1155"/>
                </a:lnTo>
                <a:lnTo>
                  <a:pt x="1889" y="1154"/>
                </a:lnTo>
                <a:lnTo>
                  <a:pt x="1890" y="1154"/>
                </a:lnTo>
                <a:lnTo>
                  <a:pt x="1890" y="1155"/>
                </a:lnTo>
                <a:lnTo>
                  <a:pt x="1891" y="1155"/>
                </a:lnTo>
                <a:lnTo>
                  <a:pt x="1891" y="1154"/>
                </a:lnTo>
                <a:lnTo>
                  <a:pt x="1891" y="1153"/>
                </a:lnTo>
                <a:lnTo>
                  <a:pt x="1891" y="1152"/>
                </a:lnTo>
                <a:lnTo>
                  <a:pt x="1890" y="1152"/>
                </a:lnTo>
                <a:lnTo>
                  <a:pt x="1889" y="1151"/>
                </a:lnTo>
                <a:lnTo>
                  <a:pt x="1888" y="1151"/>
                </a:lnTo>
                <a:lnTo>
                  <a:pt x="1887" y="1151"/>
                </a:lnTo>
                <a:lnTo>
                  <a:pt x="1886" y="1150"/>
                </a:lnTo>
                <a:lnTo>
                  <a:pt x="1885" y="1150"/>
                </a:lnTo>
                <a:lnTo>
                  <a:pt x="1885" y="1149"/>
                </a:lnTo>
                <a:lnTo>
                  <a:pt x="1885" y="1148"/>
                </a:lnTo>
                <a:lnTo>
                  <a:pt x="1885" y="1147"/>
                </a:lnTo>
                <a:lnTo>
                  <a:pt x="1886" y="1146"/>
                </a:lnTo>
                <a:lnTo>
                  <a:pt x="1886" y="1145"/>
                </a:lnTo>
                <a:lnTo>
                  <a:pt x="1887" y="1144"/>
                </a:lnTo>
                <a:lnTo>
                  <a:pt x="1886" y="1143"/>
                </a:lnTo>
                <a:lnTo>
                  <a:pt x="1885" y="1143"/>
                </a:lnTo>
                <a:lnTo>
                  <a:pt x="1883" y="1142"/>
                </a:lnTo>
                <a:lnTo>
                  <a:pt x="1883" y="1141"/>
                </a:lnTo>
                <a:lnTo>
                  <a:pt x="1882" y="1141"/>
                </a:lnTo>
                <a:lnTo>
                  <a:pt x="1881" y="1141"/>
                </a:lnTo>
                <a:lnTo>
                  <a:pt x="1880" y="1141"/>
                </a:lnTo>
                <a:lnTo>
                  <a:pt x="1880" y="1140"/>
                </a:lnTo>
                <a:lnTo>
                  <a:pt x="1879" y="1139"/>
                </a:lnTo>
                <a:lnTo>
                  <a:pt x="1878" y="1139"/>
                </a:lnTo>
                <a:lnTo>
                  <a:pt x="1877" y="1138"/>
                </a:lnTo>
                <a:lnTo>
                  <a:pt x="1875" y="1137"/>
                </a:lnTo>
                <a:lnTo>
                  <a:pt x="1874" y="1137"/>
                </a:lnTo>
                <a:lnTo>
                  <a:pt x="1874" y="1136"/>
                </a:lnTo>
                <a:lnTo>
                  <a:pt x="1875" y="1135"/>
                </a:lnTo>
                <a:lnTo>
                  <a:pt x="1876" y="1135"/>
                </a:lnTo>
                <a:lnTo>
                  <a:pt x="1877" y="1135"/>
                </a:lnTo>
                <a:lnTo>
                  <a:pt x="1878" y="1135"/>
                </a:lnTo>
                <a:lnTo>
                  <a:pt x="1878" y="1134"/>
                </a:lnTo>
                <a:lnTo>
                  <a:pt x="1879" y="1133"/>
                </a:lnTo>
                <a:lnTo>
                  <a:pt x="1880" y="1133"/>
                </a:lnTo>
                <a:lnTo>
                  <a:pt x="1882" y="1132"/>
                </a:lnTo>
                <a:lnTo>
                  <a:pt x="1882" y="1129"/>
                </a:lnTo>
                <a:lnTo>
                  <a:pt x="1881" y="1129"/>
                </a:lnTo>
                <a:lnTo>
                  <a:pt x="1879" y="1129"/>
                </a:lnTo>
                <a:lnTo>
                  <a:pt x="1879" y="1128"/>
                </a:lnTo>
                <a:lnTo>
                  <a:pt x="1878" y="1127"/>
                </a:lnTo>
                <a:lnTo>
                  <a:pt x="1877" y="1126"/>
                </a:lnTo>
                <a:lnTo>
                  <a:pt x="1877" y="1125"/>
                </a:lnTo>
                <a:lnTo>
                  <a:pt x="1878" y="1123"/>
                </a:lnTo>
                <a:lnTo>
                  <a:pt x="1879" y="1123"/>
                </a:lnTo>
                <a:lnTo>
                  <a:pt x="1879" y="1122"/>
                </a:lnTo>
                <a:lnTo>
                  <a:pt x="1879" y="1121"/>
                </a:lnTo>
                <a:lnTo>
                  <a:pt x="1878" y="1121"/>
                </a:lnTo>
                <a:lnTo>
                  <a:pt x="1878" y="1120"/>
                </a:lnTo>
                <a:lnTo>
                  <a:pt x="1878" y="1119"/>
                </a:lnTo>
                <a:lnTo>
                  <a:pt x="1877" y="1119"/>
                </a:lnTo>
                <a:lnTo>
                  <a:pt x="1877" y="1118"/>
                </a:lnTo>
                <a:lnTo>
                  <a:pt x="1876" y="1118"/>
                </a:lnTo>
                <a:lnTo>
                  <a:pt x="1875" y="1118"/>
                </a:lnTo>
                <a:lnTo>
                  <a:pt x="1875" y="1117"/>
                </a:lnTo>
                <a:lnTo>
                  <a:pt x="1874" y="1117"/>
                </a:lnTo>
                <a:lnTo>
                  <a:pt x="1873" y="1117"/>
                </a:lnTo>
                <a:lnTo>
                  <a:pt x="1871" y="1115"/>
                </a:lnTo>
                <a:lnTo>
                  <a:pt x="1871" y="1114"/>
                </a:lnTo>
                <a:lnTo>
                  <a:pt x="1870" y="1113"/>
                </a:lnTo>
                <a:lnTo>
                  <a:pt x="1870" y="1112"/>
                </a:lnTo>
                <a:lnTo>
                  <a:pt x="1869" y="1112"/>
                </a:lnTo>
                <a:lnTo>
                  <a:pt x="1868" y="1112"/>
                </a:lnTo>
                <a:lnTo>
                  <a:pt x="1868" y="1111"/>
                </a:lnTo>
                <a:lnTo>
                  <a:pt x="1867" y="1111"/>
                </a:lnTo>
                <a:lnTo>
                  <a:pt x="1866" y="1111"/>
                </a:lnTo>
                <a:lnTo>
                  <a:pt x="1866" y="1110"/>
                </a:lnTo>
                <a:lnTo>
                  <a:pt x="1866" y="1111"/>
                </a:lnTo>
                <a:lnTo>
                  <a:pt x="1865" y="1111"/>
                </a:lnTo>
                <a:lnTo>
                  <a:pt x="1865" y="1110"/>
                </a:lnTo>
                <a:lnTo>
                  <a:pt x="1865" y="1108"/>
                </a:lnTo>
                <a:lnTo>
                  <a:pt x="1864" y="1106"/>
                </a:lnTo>
                <a:lnTo>
                  <a:pt x="1863" y="1106"/>
                </a:lnTo>
                <a:lnTo>
                  <a:pt x="1863" y="1105"/>
                </a:lnTo>
                <a:lnTo>
                  <a:pt x="1862" y="1104"/>
                </a:lnTo>
                <a:lnTo>
                  <a:pt x="1862" y="1103"/>
                </a:lnTo>
                <a:lnTo>
                  <a:pt x="1861" y="1103"/>
                </a:lnTo>
                <a:lnTo>
                  <a:pt x="1860" y="1102"/>
                </a:lnTo>
                <a:lnTo>
                  <a:pt x="1859" y="1102"/>
                </a:lnTo>
                <a:lnTo>
                  <a:pt x="1858" y="1101"/>
                </a:lnTo>
                <a:lnTo>
                  <a:pt x="1859" y="1099"/>
                </a:lnTo>
                <a:lnTo>
                  <a:pt x="1859" y="1098"/>
                </a:lnTo>
                <a:lnTo>
                  <a:pt x="1858" y="1098"/>
                </a:lnTo>
                <a:lnTo>
                  <a:pt x="1857" y="1098"/>
                </a:lnTo>
                <a:lnTo>
                  <a:pt x="1855" y="1099"/>
                </a:lnTo>
                <a:lnTo>
                  <a:pt x="1854" y="1099"/>
                </a:lnTo>
                <a:lnTo>
                  <a:pt x="1854" y="1100"/>
                </a:lnTo>
                <a:lnTo>
                  <a:pt x="1853" y="1100"/>
                </a:lnTo>
                <a:lnTo>
                  <a:pt x="1852" y="1100"/>
                </a:lnTo>
                <a:lnTo>
                  <a:pt x="1851" y="1100"/>
                </a:lnTo>
                <a:lnTo>
                  <a:pt x="1850" y="1101"/>
                </a:lnTo>
                <a:lnTo>
                  <a:pt x="1849" y="1101"/>
                </a:lnTo>
                <a:lnTo>
                  <a:pt x="1848" y="1101"/>
                </a:lnTo>
                <a:lnTo>
                  <a:pt x="1847" y="1101"/>
                </a:lnTo>
                <a:lnTo>
                  <a:pt x="1846" y="1101"/>
                </a:lnTo>
                <a:lnTo>
                  <a:pt x="1845" y="1101"/>
                </a:lnTo>
                <a:lnTo>
                  <a:pt x="1843" y="1101"/>
                </a:lnTo>
                <a:lnTo>
                  <a:pt x="1841" y="1100"/>
                </a:lnTo>
                <a:lnTo>
                  <a:pt x="1841" y="1099"/>
                </a:lnTo>
                <a:lnTo>
                  <a:pt x="1840" y="1099"/>
                </a:lnTo>
                <a:lnTo>
                  <a:pt x="1839" y="1099"/>
                </a:lnTo>
                <a:lnTo>
                  <a:pt x="1836" y="1099"/>
                </a:lnTo>
                <a:lnTo>
                  <a:pt x="1835" y="1099"/>
                </a:lnTo>
                <a:lnTo>
                  <a:pt x="1835" y="1100"/>
                </a:lnTo>
                <a:lnTo>
                  <a:pt x="1834" y="1101"/>
                </a:lnTo>
                <a:lnTo>
                  <a:pt x="1833" y="1100"/>
                </a:lnTo>
                <a:lnTo>
                  <a:pt x="1832" y="1100"/>
                </a:lnTo>
                <a:lnTo>
                  <a:pt x="1830" y="1100"/>
                </a:lnTo>
                <a:lnTo>
                  <a:pt x="1830" y="1099"/>
                </a:lnTo>
                <a:lnTo>
                  <a:pt x="1829" y="1099"/>
                </a:lnTo>
                <a:lnTo>
                  <a:pt x="1829" y="1100"/>
                </a:lnTo>
                <a:lnTo>
                  <a:pt x="1828" y="1100"/>
                </a:lnTo>
                <a:lnTo>
                  <a:pt x="1828" y="1101"/>
                </a:lnTo>
                <a:lnTo>
                  <a:pt x="1827" y="1101"/>
                </a:lnTo>
                <a:lnTo>
                  <a:pt x="1826" y="1101"/>
                </a:lnTo>
                <a:lnTo>
                  <a:pt x="1826" y="1102"/>
                </a:lnTo>
                <a:lnTo>
                  <a:pt x="1826" y="1103"/>
                </a:lnTo>
                <a:lnTo>
                  <a:pt x="1826" y="1104"/>
                </a:lnTo>
                <a:lnTo>
                  <a:pt x="1825" y="1104"/>
                </a:lnTo>
                <a:lnTo>
                  <a:pt x="1824" y="1105"/>
                </a:lnTo>
                <a:lnTo>
                  <a:pt x="1823" y="1105"/>
                </a:lnTo>
                <a:lnTo>
                  <a:pt x="1823" y="1106"/>
                </a:lnTo>
                <a:lnTo>
                  <a:pt x="1822" y="1106"/>
                </a:lnTo>
                <a:lnTo>
                  <a:pt x="1822" y="1107"/>
                </a:lnTo>
                <a:lnTo>
                  <a:pt x="1822" y="1108"/>
                </a:lnTo>
                <a:lnTo>
                  <a:pt x="1823" y="1108"/>
                </a:lnTo>
                <a:lnTo>
                  <a:pt x="1824" y="1108"/>
                </a:lnTo>
                <a:lnTo>
                  <a:pt x="1824" y="1109"/>
                </a:lnTo>
                <a:lnTo>
                  <a:pt x="1824" y="1110"/>
                </a:lnTo>
                <a:lnTo>
                  <a:pt x="1824" y="1111"/>
                </a:lnTo>
                <a:lnTo>
                  <a:pt x="1823" y="1112"/>
                </a:lnTo>
                <a:lnTo>
                  <a:pt x="1824" y="1112"/>
                </a:lnTo>
                <a:lnTo>
                  <a:pt x="1824" y="1113"/>
                </a:lnTo>
                <a:lnTo>
                  <a:pt x="1823" y="1113"/>
                </a:lnTo>
                <a:lnTo>
                  <a:pt x="1822" y="1113"/>
                </a:lnTo>
                <a:lnTo>
                  <a:pt x="1822" y="1114"/>
                </a:lnTo>
                <a:lnTo>
                  <a:pt x="1821" y="1114"/>
                </a:lnTo>
                <a:lnTo>
                  <a:pt x="1820" y="1114"/>
                </a:lnTo>
                <a:lnTo>
                  <a:pt x="1819" y="1114"/>
                </a:lnTo>
                <a:lnTo>
                  <a:pt x="1817" y="1114"/>
                </a:lnTo>
                <a:lnTo>
                  <a:pt x="1816" y="1114"/>
                </a:lnTo>
                <a:lnTo>
                  <a:pt x="1816" y="1113"/>
                </a:lnTo>
                <a:lnTo>
                  <a:pt x="1815" y="1113"/>
                </a:lnTo>
                <a:lnTo>
                  <a:pt x="1814" y="1113"/>
                </a:lnTo>
                <a:lnTo>
                  <a:pt x="1813" y="1113"/>
                </a:lnTo>
                <a:lnTo>
                  <a:pt x="1812" y="1112"/>
                </a:lnTo>
                <a:lnTo>
                  <a:pt x="1811" y="1112"/>
                </a:lnTo>
                <a:lnTo>
                  <a:pt x="1810" y="1112"/>
                </a:lnTo>
                <a:lnTo>
                  <a:pt x="1809" y="1113"/>
                </a:lnTo>
                <a:lnTo>
                  <a:pt x="1809" y="1112"/>
                </a:lnTo>
                <a:lnTo>
                  <a:pt x="1808" y="1112"/>
                </a:lnTo>
                <a:lnTo>
                  <a:pt x="1806" y="1113"/>
                </a:lnTo>
                <a:lnTo>
                  <a:pt x="1805" y="1113"/>
                </a:lnTo>
                <a:lnTo>
                  <a:pt x="1802" y="1113"/>
                </a:lnTo>
                <a:lnTo>
                  <a:pt x="1801" y="1113"/>
                </a:lnTo>
                <a:lnTo>
                  <a:pt x="1800" y="1113"/>
                </a:lnTo>
                <a:lnTo>
                  <a:pt x="1798" y="1113"/>
                </a:lnTo>
                <a:lnTo>
                  <a:pt x="1797" y="1113"/>
                </a:lnTo>
                <a:lnTo>
                  <a:pt x="1796" y="1112"/>
                </a:lnTo>
                <a:lnTo>
                  <a:pt x="1795" y="1112"/>
                </a:lnTo>
                <a:lnTo>
                  <a:pt x="1795" y="1111"/>
                </a:lnTo>
                <a:lnTo>
                  <a:pt x="1795" y="1112"/>
                </a:lnTo>
                <a:lnTo>
                  <a:pt x="1794" y="1113"/>
                </a:lnTo>
                <a:lnTo>
                  <a:pt x="1793" y="1114"/>
                </a:lnTo>
                <a:lnTo>
                  <a:pt x="1792" y="1114"/>
                </a:lnTo>
                <a:lnTo>
                  <a:pt x="1791" y="1114"/>
                </a:lnTo>
                <a:lnTo>
                  <a:pt x="1790" y="1114"/>
                </a:lnTo>
                <a:lnTo>
                  <a:pt x="1789" y="1114"/>
                </a:lnTo>
                <a:lnTo>
                  <a:pt x="1788" y="1114"/>
                </a:lnTo>
                <a:lnTo>
                  <a:pt x="1787" y="1114"/>
                </a:lnTo>
                <a:lnTo>
                  <a:pt x="1787" y="1115"/>
                </a:lnTo>
                <a:lnTo>
                  <a:pt x="1787" y="1116"/>
                </a:lnTo>
                <a:lnTo>
                  <a:pt x="1787" y="1117"/>
                </a:lnTo>
                <a:lnTo>
                  <a:pt x="1786" y="1117"/>
                </a:lnTo>
                <a:lnTo>
                  <a:pt x="1786" y="1118"/>
                </a:lnTo>
                <a:lnTo>
                  <a:pt x="1785" y="1118"/>
                </a:lnTo>
                <a:lnTo>
                  <a:pt x="1785" y="1117"/>
                </a:lnTo>
                <a:lnTo>
                  <a:pt x="1784" y="1117"/>
                </a:lnTo>
                <a:lnTo>
                  <a:pt x="1782" y="1118"/>
                </a:lnTo>
                <a:lnTo>
                  <a:pt x="1780" y="1119"/>
                </a:lnTo>
                <a:lnTo>
                  <a:pt x="1779" y="1120"/>
                </a:lnTo>
                <a:lnTo>
                  <a:pt x="1778" y="1121"/>
                </a:lnTo>
                <a:lnTo>
                  <a:pt x="1777" y="1121"/>
                </a:lnTo>
                <a:lnTo>
                  <a:pt x="1777" y="1122"/>
                </a:lnTo>
                <a:lnTo>
                  <a:pt x="1777" y="1123"/>
                </a:lnTo>
                <a:lnTo>
                  <a:pt x="1776" y="1123"/>
                </a:lnTo>
                <a:lnTo>
                  <a:pt x="1776" y="1124"/>
                </a:lnTo>
                <a:lnTo>
                  <a:pt x="1776" y="1125"/>
                </a:lnTo>
                <a:lnTo>
                  <a:pt x="1776" y="1127"/>
                </a:lnTo>
                <a:lnTo>
                  <a:pt x="1777" y="1127"/>
                </a:lnTo>
                <a:lnTo>
                  <a:pt x="1777" y="1128"/>
                </a:lnTo>
                <a:lnTo>
                  <a:pt x="1777" y="1129"/>
                </a:lnTo>
                <a:lnTo>
                  <a:pt x="1778" y="1130"/>
                </a:lnTo>
                <a:lnTo>
                  <a:pt x="1778" y="1131"/>
                </a:lnTo>
                <a:lnTo>
                  <a:pt x="1778" y="1132"/>
                </a:lnTo>
                <a:lnTo>
                  <a:pt x="1778" y="1133"/>
                </a:lnTo>
                <a:lnTo>
                  <a:pt x="1778" y="1134"/>
                </a:lnTo>
                <a:lnTo>
                  <a:pt x="1778" y="1136"/>
                </a:lnTo>
                <a:lnTo>
                  <a:pt x="1778" y="1137"/>
                </a:lnTo>
                <a:lnTo>
                  <a:pt x="1779" y="1137"/>
                </a:lnTo>
                <a:lnTo>
                  <a:pt x="1779" y="1138"/>
                </a:lnTo>
                <a:lnTo>
                  <a:pt x="1779" y="1139"/>
                </a:lnTo>
                <a:lnTo>
                  <a:pt x="1780" y="1139"/>
                </a:lnTo>
                <a:lnTo>
                  <a:pt x="1780" y="1141"/>
                </a:lnTo>
                <a:lnTo>
                  <a:pt x="1779" y="1141"/>
                </a:lnTo>
                <a:lnTo>
                  <a:pt x="1778" y="1142"/>
                </a:lnTo>
                <a:lnTo>
                  <a:pt x="1777" y="1142"/>
                </a:lnTo>
                <a:lnTo>
                  <a:pt x="1777" y="1141"/>
                </a:lnTo>
                <a:lnTo>
                  <a:pt x="1776" y="1141"/>
                </a:lnTo>
                <a:lnTo>
                  <a:pt x="1775" y="1141"/>
                </a:lnTo>
                <a:lnTo>
                  <a:pt x="1774" y="1141"/>
                </a:lnTo>
                <a:lnTo>
                  <a:pt x="1774" y="1142"/>
                </a:lnTo>
                <a:lnTo>
                  <a:pt x="1774" y="1141"/>
                </a:lnTo>
                <a:lnTo>
                  <a:pt x="1773" y="1141"/>
                </a:lnTo>
                <a:lnTo>
                  <a:pt x="1771" y="1141"/>
                </a:lnTo>
                <a:lnTo>
                  <a:pt x="1770" y="1141"/>
                </a:lnTo>
                <a:lnTo>
                  <a:pt x="1770" y="1140"/>
                </a:lnTo>
                <a:lnTo>
                  <a:pt x="1769" y="1140"/>
                </a:lnTo>
                <a:lnTo>
                  <a:pt x="1768" y="1140"/>
                </a:lnTo>
                <a:lnTo>
                  <a:pt x="1767" y="1140"/>
                </a:lnTo>
                <a:lnTo>
                  <a:pt x="1768" y="1141"/>
                </a:lnTo>
                <a:lnTo>
                  <a:pt x="1769" y="1142"/>
                </a:lnTo>
                <a:lnTo>
                  <a:pt x="1769" y="1143"/>
                </a:lnTo>
                <a:lnTo>
                  <a:pt x="1770" y="1144"/>
                </a:lnTo>
                <a:lnTo>
                  <a:pt x="1770" y="1145"/>
                </a:lnTo>
                <a:lnTo>
                  <a:pt x="1771" y="1145"/>
                </a:lnTo>
                <a:lnTo>
                  <a:pt x="1772" y="1145"/>
                </a:lnTo>
                <a:lnTo>
                  <a:pt x="1773" y="1145"/>
                </a:lnTo>
                <a:lnTo>
                  <a:pt x="1773" y="1146"/>
                </a:lnTo>
                <a:lnTo>
                  <a:pt x="1774" y="1147"/>
                </a:lnTo>
                <a:lnTo>
                  <a:pt x="1774" y="1148"/>
                </a:lnTo>
                <a:lnTo>
                  <a:pt x="1775" y="1148"/>
                </a:lnTo>
                <a:lnTo>
                  <a:pt x="1775" y="1149"/>
                </a:lnTo>
                <a:lnTo>
                  <a:pt x="1776" y="1149"/>
                </a:lnTo>
                <a:lnTo>
                  <a:pt x="1776" y="1150"/>
                </a:lnTo>
                <a:lnTo>
                  <a:pt x="1777" y="1150"/>
                </a:lnTo>
                <a:lnTo>
                  <a:pt x="1777" y="1151"/>
                </a:lnTo>
                <a:lnTo>
                  <a:pt x="1777" y="1152"/>
                </a:lnTo>
                <a:lnTo>
                  <a:pt x="1776" y="1153"/>
                </a:lnTo>
                <a:lnTo>
                  <a:pt x="1776" y="1154"/>
                </a:lnTo>
                <a:lnTo>
                  <a:pt x="1776" y="1155"/>
                </a:lnTo>
                <a:lnTo>
                  <a:pt x="1776" y="1156"/>
                </a:lnTo>
                <a:lnTo>
                  <a:pt x="1776" y="1158"/>
                </a:lnTo>
                <a:lnTo>
                  <a:pt x="1776" y="1159"/>
                </a:lnTo>
                <a:lnTo>
                  <a:pt x="1775" y="1160"/>
                </a:lnTo>
                <a:lnTo>
                  <a:pt x="1774" y="1161"/>
                </a:lnTo>
                <a:lnTo>
                  <a:pt x="1773" y="1161"/>
                </a:lnTo>
                <a:lnTo>
                  <a:pt x="1772" y="1161"/>
                </a:lnTo>
                <a:lnTo>
                  <a:pt x="1772" y="1162"/>
                </a:lnTo>
                <a:lnTo>
                  <a:pt x="1771" y="1162"/>
                </a:lnTo>
                <a:lnTo>
                  <a:pt x="1767" y="1164"/>
                </a:lnTo>
                <a:lnTo>
                  <a:pt x="1766" y="1162"/>
                </a:lnTo>
                <a:lnTo>
                  <a:pt x="1765" y="1161"/>
                </a:lnTo>
                <a:lnTo>
                  <a:pt x="1765" y="1162"/>
                </a:lnTo>
                <a:lnTo>
                  <a:pt x="1764" y="1163"/>
                </a:lnTo>
                <a:lnTo>
                  <a:pt x="1763" y="1164"/>
                </a:lnTo>
                <a:lnTo>
                  <a:pt x="1762" y="1165"/>
                </a:lnTo>
                <a:lnTo>
                  <a:pt x="1762" y="1166"/>
                </a:lnTo>
                <a:lnTo>
                  <a:pt x="1759" y="1166"/>
                </a:lnTo>
                <a:lnTo>
                  <a:pt x="1759" y="1167"/>
                </a:lnTo>
                <a:lnTo>
                  <a:pt x="1757" y="1166"/>
                </a:lnTo>
                <a:lnTo>
                  <a:pt x="1756" y="1166"/>
                </a:lnTo>
                <a:lnTo>
                  <a:pt x="1755" y="1167"/>
                </a:lnTo>
                <a:lnTo>
                  <a:pt x="1754" y="1168"/>
                </a:lnTo>
                <a:lnTo>
                  <a:pt x="1753" y="1168"/>
                </a:lnTo>
                <a:lnTo>
                  <a:pt x="1752" y="1168"/>
                </a:lnTo>
                <a:lnTo>
                  <a:pt x="1751" y="1168"/>
                </a:lnTo>
                <a:lnTo>
                  <a:pt x="1750" y="1168"/>
                </a:lnTo>
                <a:lnTo>
                  <a:pt x="1749" y="1169"/>
                </a:lnTo>
                <a:lnTo>
                  <a:pt x="1748" y="1168"/>
                </a:lnTo>
                <a:lnTo>
                  <a:pt x="1747" y="1168"/>
                </a:lnTo>
                <a:lnTo>
                  <a:pt x="1746" y="1168"/>
                </a:lnTo>
                <a:lnTo>
                  <a:pt x="1744" y="1166"/>
                </a:lnTo>
                <a:lnTo>
                  <a:pt x="1745" y="1166"/>
                </a:lnTo>
                <a:lnTo>
                  <a:pt x="1744" y="1166"/>
                </a:lnTo>
                <a:lnTo>
                  <a:pt x="1744" y="1165"/>
                </a:lnTo>
                <a:lnTo>
                  <a:pt x="1743" y="1164"/>
                </a:lnTo>
                <a:lnTo>
                  <a:pt x="1742" y="1163"/>
                </a:lnTo>
                <a:lnTo>
                  <a:pt x="1741" y="1163"/>
                </a:lnTo>
                <a:lnTo>
                  <a:pt x="1740" y="1163"/>
                </a:lnTo>
                <a:lnTo>
                  <a:pt x="1741" y="1163"/>
                </a:lnTo>
                <a:lnTo>
                  <a:pt x="1740" y="1164"/>
                </a:lnTo>
                <a:lnTo>
                  <a:pt x="1738" y="1166"/>
                </a:lnTo>
                <a:lnTo>
                  <a:pt x="1737" y="1166"/>
                </a:lnTo>
                <a:lnTo>
                  <a:pt x="1736" y="1167"/>
                </a:lnTo>
                <a:lnTo>
                  <a:pt x="1734" y="1167"/>
                </a:lnTo>
                <a:lnTo>
                  <a:pt x="1733" y="1166"/>
                </a:lnTo>
                <a:lnTo>
                  <a:pt x="1732" y="1167"/>
                </a:lnTo>
                <a:lnTo>
                  <a:pt x="1731" y="1167"/>
                </a:lnTo>
                <a:lnTo>
                  <a:pt x="1731" y="1166"/>
                </a:lnTo>
                <a:lnTo>
                  <a:pt x="1732" y="1166"/>
                </a:lnTo>
                <a:lnTo>
                  <a:pt x="1734" y="1164"/>
                </a:lnTo>
                <a:lnTo>
                  <a:pt x="1734" y="1162"/>
                </a:lnTo>
                <a:lnTo>
                  <a:pt x="1734" y="1161"/>
                </a:lnTo>
                <a:lnTo>
                  <a:pt x="1733" y="1161"/>
                </a:lnTo>
                <a:lnTo>
                  <a:pt x="1732" y="1161"/>
                </a:lnTo>
                <a:lnTo>
                  <a:pt x="1731" y="1161"/>
                </a:lnTo>
                <a:lnTo>
                  <a:pt x="1731" y="1160"/>
                </a:lnTo>
                <a:lnTo>
                  <a:pt x="1730" y="1160"/>
                </a:lnTo>
                <a:lnTo>
                  <a:pt x="1728" y="1160"/>
                </a:lnTo>
                <a:lnTo>
                  <a:pt x="1727" y="1160"/>
                </a:lnTo>
                <a:lnTo>
                  <a:pt x="1726" y="1160"/>
                </a:lnTo>
                <a:lnTo>
                  <a:pt x="1725" y="1161"/>
                </a:lnTo>
                <a:lnTo>
                  <a:pt x="1725" y="1162"/>
                </a:lnTo>
                <a:lnTo>
                  <a:pt x="1724" y="1163"/>
                </a:lnTo>
                <a:lnTo>
                  <a:pt x="1724" y="1164"/>
                </a:lnTo>
                <a:lnTo>
                  <a:pt x="1723" y="1164"/>
                </a:lnTo>
                <a:lnTo>
                  <a:pt x="1722" y="1164"/>
                </a:lnTo>
                <a:lnTo>
                  <a:pt x="1722" y="1165"/>
                </a:lnTo>
                <a:lnTo>
                  <a:pt x="1721" y="1166"/>
                </a:lnTo>
                <a:lnTo>
                  <a:pt x="1720" y="1165"/>
                </a:lnTo>
                <a:lnTo>
                  <a:pt x="1719" y="1166"/>
                </a:lnTo>
                <a:lnTo>
                  <a:pt x="1719" y="1167"/>
                </a:lnTo>
                <a:lnTo>
                  <a:pt x="1718" y="1167"/>
                </a:lnTo>
                <a:lnTo>
                  <a:pt x="1717" y="1167"/>
                </a:lnTo>
                <a:lnTo>
                  <a:pt x="1717" y="1168"/>
                </a:lnTo>
                <a:lnTo>
                  <a:pt x="1717" y="1169"/>
                </a:lnTo>
                <a:lnTo>
                  <a:pt x="1716" y="1170"/>
                </a:lnTo>
                <a:lnTo>
                  <a:pt x="1716" y="1171"/>
                </a:lnTo>
                <a:lnTo>
                  <a:pt x="1715" y="1172"/>
                </a:lnTo>
                <a:lnTo>
                  <a:pt x="1715" y="1173"/>
                </a:lnTo>
                <a:lnTo>
                  <a:pt x="1715" y="1174"/>
                </a:lnTo>
                <a:lnTo>
                  <a:pt x="1714" y="1175"/>
                </a:lnTo>
                <a:lnTo>
                  <a:pt x="1713" y="1175"/>
                </a:lnTo>
                <a:lnTo>
                  <a:pt x="1712" y="1174"/>
                </a:lnTo>
                <a:lnTo>
                  <a:pt x="1711" y="1175"/>
                </a:lnTo>
                <a:lnTo>
                  <a:pt x="1710" y="1175"/>
                </a:lnTo>
                <a:lnTo>
                  <a:pt x="1709" y="1175"/>
                </a:lnTo>
                <a:lnTo>
                  <a:pt x="1709" y="1174"/>
                </a:lnTo>
                <a:lnTo>
                  <a:pt x="1708" y="1174"/>
                </a:lnTo>
                <a:lnTo>
                  <a:pt x="1708" y="1175"/>
                </a:lnTo>
                <a:lnTo>
                  <a:pt x="1706" y="1176"/>
                </a:lnTo>
                <a:lnTo>
                  <a:pt x="1706" y="1178"/>
                </a:lnTo>
                <a:lnTo>
                  <a:pt x="1706" y="1179"/>
                </a:lnTo>
                <a:lnTo>
                  <a:pt x="1708" y="1180"/>
                </a:lnTo>
                <a:lnTo>
                  <a:pt x="1708" y="1181"/>
                </a:lnTo>
                <a:lnTo>
                  <a:pt x="1707" y="1181"/>
                </a:lnTo>
                <a:lnTo>
                  <a:pt x="1706" y="1183"/>
                </a:lnTo>
                <a:lnTo>
                  <a:pt x="1705" y="1184"/>
                </a:lnTo>
                <a:lnTo>
                  <a:pt x="1704" y="1184"/>
                </a:lnTo>
                <a:lnTo>
                  <a:pt x="1704" y="1183"/>
                </a:lnTo>
                <a:lnTo>
                  <a:pt x="1701" y="1183"/>
                </a:lnTo>
                <a:lnTo>
                  <a:pt x="1700" y="1183"/>
                </a:lnTo>
                <a:lnTo>
                  <a:pt x="1699" y="1183"/>
                </a:lnTo>
                <a:lnTo>
                  <a:pt x="1699" y="1184"/>
                </a:lnTo>
                <a:lnTo>
                  <a:pt x="1698" y="1184"/>
                </a:lnTo>
                <a:lnTo>
                  <a:pt x="1698" y="1182"/>
                </a:lnTo>
                <a:lnTo>
                  <a:pt x="1697" y="1182"/>
                </a:lnTo>
                <a:lnTo>
                  <a:pt x="1697" y="1181"/>
                </a:lnTo>
                <a:lnTo>
                  <a:pt x="1696" y="1181"/>
                </a:lnTo>
                <a:lnTo>
                  <a:pt x="1696" y="1179"/>
                </a:lnTo>
                <a:lnTo>
                  <a:pt x="1697" y="1179"/>
                </a:lnTo>
                <a:lnTo>
                  <a:pt x="1697" y="1178"/>
                </a:lnTo>
                <a:lnTo>
                  <a:pt x="1696" y="1178"/>
                </a:lnTo>
                <a:lnTo>
                  <a:pt x="1695" y="1177"/>
                </a:lnTo>
                <a:lnTo>
                  <a:pt x="1694" y="1176"/>
                </a:lnTo>
                <a:lnTo>
                  <a:pt x="1694" y="1175"/>
                </a:lnTo>
                <a:lnTo>
                  <a:pt x="1693" y="1174"/>
                </a:lnTo>
                <a:lnTo>
                  <a:pt x="1693" y="1173"/>
                </a:lnTo>
                <a:lnTo>
                  <a:pt x="1692" y="1173"/>
                </a:lnTo>
                <a:lnTo>
                  <a:pt x="1692" y="1172"/>
                </a:lnTo>
                <a:lnTo>
                  <a:pt x="1691" y="1172"/>
                </a:lnTo>
                <a:lnTo>
                  <a:pt x="1691" y="1171"/>
                </a:lnTo>
                <a:lnTo>
                  <a:pt x="1691" y="1170"/>
                </a:lnTo>
                <a:lnTo>
                  <a:pt x="1690" y="1170"/>
                </a:lnTo>
                <a:lnTo>
                  <a:pt x="1690" y="1169"/>
                </a:lnTo>
                <a:lnTo>
                  <a:pt x="1690" y="1168"/>
                </a:lnTo>
                <a:lnTo>
                  <a:pt x="1689" y="1167"/>
                </a:lnTo>
                <a:lnTo>
                  <a:pt x="1689" y="1166"/>
                </a:lnTo>
                <a:lnTo>
                  <a:pt x="1688" y="1167"/>
                </a:lnTo>
                <a:lnTo>
                  <a:pt x="1687" y="1167"/>
                </a:lnTo>
                <a:lnTo>
                  <a:pt x="1686" y="1167"/>
                </a:lnTo>
                <a:lnTo>
                  <a:pt x="1684" y="1168"/>
                </a:lnTo>
                <a:lnTo>
                  <a:pt x="1683" y="1168"/>
                </a:lnTo>
                <a:lnTo>
                  <a:pt x="1683" y="1167"/>
                </a:lnTo>
                <a:lnTo>
                  <a:pt x="1682" y="1167"/>
                </a:lnTo>
                <a:lnTo>
                  <a:pt x="1681" y="1168"/>
                </a:lnTo>
                <a:lnTo>
                  <a:pt x="1680" y="1169"/>
                </a:lnTo>
                <a:lnTo>
                  <a:pt x="1679" y="1170"/>
                </a:lnTo>
                <a:lnTo>
                  <a:pt x="1678" y="1170"/>
                </a:lnTo>
                <a:lnTo>
                  <a:pt x="1678" y="1171"/>
                </a:lnTo>
                <a:lnTo>
                  <a:pt x="1677" y="1171"/>
                </a:lnTo>
                <a:lnTo>
                  <a:pt x="1676" y="1172"/>
                </a:lnTo>
                <a:lnTo>
                  <a:pt x="1676" y="1173"/>
                </a:lnTo>
                <a:lnTo>
                  <a:pt x="1675" y="1173"/>
                </a:lnTo>
                <a:lnTo>
                  <a:pt x="1674" y="1172"/>
                </a:lnTo>
                <a:lnTo>
                  <a:pt x="1673" y="1172"/>
                </a:lnTo>
                <a:lnTo>
                  <a:pt x="1672" y="1172"/>
                </a:lnTo>
                <a:lnTo>
                  <a:pt x="1672" y="1173"/>
                </a:lnTo>
                <a:lnTo>
                  <a:pt x="1672" y="1174"/>
                </a:lnTo>
                <a:lnTo>
                  <a:pt x="1671" y="1174"/>
                </a:lnTo>
                <a:lnTo>
                  <a:pt x="1670" y="1175"/>
                </a:lnTo>
                <a:lnTo>
                  <a:pt x="1669" y="1175"/>
                </a:lnTo>
                <a:lnTo>
                  <a:pt x="1666" y="1178"/>
                </a:lnTo>
                <a:lnTo>
                  <a:pt x="1665" y="1178"/>
                </a:lnTo>
                <a:lnTo>
                  <a:pt x="1665" y="1179"/>
                </a:lnTo>
                <a:lnTo>
                  <a:pt x="1664" y="1179"/>
                </a:lnTo>
                <a:lnTo>
                  <a:pt x="1662" y="1180"/>
                </a:lnTo>
                <a:lnTo>
                  <a:pt x="1661" y="1180"/>
                </a:lnTo>
                <a:lnTo>
                  <a:pt x="1660" y="1181"/>
                </a:lnTo>
                <a:lnTo>
                  <a:pt x="1658" y="1182"/>
                </a:lnTo>
                <a:lnTo>
                  <a:pt x="1657" y="1182"/>
                </a:lnTo>
                <a:lnTo>
                  <a:pt x="1656" y="1183"/>
                </a:lnTo>
                <a:lnTo>
                  <a:pt x="1654" y="1184"/>
                </a:lnTo>
                <a:lnTo>
                  <a:pt x="1653" y="1185"/>
                </a:lnTo>
                <a:lnTo>
                  <a:pt x="1652" y="1185"/>
                </a:lnTo>
                <a:lnTo>
                  <a:pt x="1651" y="1185"/>
                </a:lnTo>
                <a:lnTo>
                  <a:pt x="1651" y="1186"/>
                </a:lnTo>
                <a:lnTo>
                  <a:pt x="1650" y="1186"/>
                </a:lnTo>
                <a:lnTo>
                  <a:pt x="1648" y="1187"/>
                </a:lnTo>
                <a:lnTo>
                  <a:pt x="1647" y="1187"/>
                </a:lnTo>
                <a:lnTo>
                  <a:pt x="1646" y="1187"/>
                </a:lnTo>
                <a:lnTo>
                  <a:pt x="1645" y="1188"/>
                </a:lnTo>
                <a:lnTo>
                  <a:pt x="1644" y="1188"/>
                </a:lnTo>
                <a:lnTo>
                  <a:pt x="1642" y="1189"/>
                </a:lnTo>
                <a:lnTo>
                  <a:pt x="1640" y="1190"/>
                </a:lnTo>
                <a:lnTo>
                  <a:pt x="1639" y="1190"/>
                </a:lnTo>
                <a:lnTo>
                  <a:pt x="1637" y="1190"/>
                </a:lnTo>
                <a:lnTo>
                  <a:pt x="1636" y="1191"/>
                </a:lnTo>
                <a:lnTo>
                  <a:pt x="1635" y="1191"/>
                </a:lnTo>
                <a:lnTo>
                  <a:pt x="1635" y="1192"/>
                </a:lnTo>
                <a:lnTo>
                  <a:pt x="1635" y="1193"/>
                </a:lnTo>
                <a:lnTo>
                  <a:pt x="1636" y="1193"/>
                </a:lnTo>
                <a:lnTo>
                  <a:pt x="1637" y="1194"/>
                </a:lnTo>
                <a:lnTo>
                  <a:pt x="1638" y="1194"/>
                </a:lnTo>
                <a:lnTo>
                  <a:pt x="1638" y="1195"/>
                </a:lnTo>
                <a:lnTo>
                  <a:pt x="1639" y="1195"/>
                </a:lnTo>
                <a:lnTo>
                  <a:pt x="1639" y="1196"/>
                </a:lnTo>
                <a:lnTo>
                  <a:pt x="1638" y="1197"/>
                </a:lnTo>
                <a:lnTo>
                  <a:pt x="1638" y="1198"/>
                </a:lnTo>
                <a:lnTo>
                  <a:pt x="1637" y="1198"/>
                </a:lnTo>
                <a:lnTo>
                  <a:pt x="1638" y="1199"/>
                </a:lnTo>
                <a:lnTo>
                  <a:pt x="1638" y="1200"/>
                </a:lnTo>
                <a:lnTo>
                  <a:pt x="1639" y="1201"/>
                </a:lnTo>
                <a:lnTo>
                  <a:pt x="1640" y="1201"/>
                </a:lnTo>
                <a:lnTo>
                  <a:pt x="1640" y="1202"/>
                </a:lnTo>
                <a:lnTo>
                  <a:pt x="1639" y="1202"/>
                </a:lnTo>
                <a:lnTo>
                  <a:pt x="1637" y="1203"/>
                </a:lnTo>
                <a:lnTo>
                  <a:pt x="1636" y="1203"/>
                </a:lnTo>
                <a:lnTo>
                  <a:pt x="1635" y="1203"/>
                </a:lnTo>
                <a:lnTo>
                  <a:pt x="1634" y="1203"/>
                </a:lnTo>
                <a:lnTo>
                  <a:pt x="1634" y="1202"/>
                </a:lnTo>
                <a:lnTo>
                  <a:pt x="1633" y="1200"/>
                </a:lnTo>
                <a:lnTo>
                  <a:pt x="1632" y="1200"/>
                </a:lnTo>
                <a:lnTo>
                  <a:pt x="1631" y="1200"/>
                </a:lnTo>
                <a:lnTo>
                  <a:pt x="1630" y="1200"/>
                </a:lnTo>
                <a:lnTo>
                  <a:pt x="1630" y="1201"/>
                </a:lnTo>
                <a:lnTo>
                  <a:pt x="1630" y="1202"/>
                </a:lnTo>
                <a:lnTo>
                  <a:pt x="1630" y="1203"/>
                </a:lnTo>
                <a:lnTo>
                  <a:pt x="1629" y="1204"/>
                </a:lnTo>
                <a:lnTo>
                  <a:pt x="1628" y="1204"/>
                </a:lnTo>
                <a:lnTo>
                  <a:pt x="1625" y="1205"/>
                </a:lnTo>
                <a:lnTo>
                  <a:pt x="1625" y="1204"/>
                </a:lnTo>
                <a:lnTo>
                  <a:pt x="1625" y="1202"/>
                </a:lnTo>
                <a:lnTo>
                  <a:pt x="1624" y="1201"/>
                </a:lnTo>
                <a:lnTo>
                  <a:pt x="1623" y="1201"/>
                </a:lnTo>
                <a:lnTo>
                  <a:pt x="1623" y="1202"/>
                </a:lnTo>
                <a:lnTo>
                  <a:pt x="1620" y="1202"/>
                </a:lnTo>
                <a:lnTo>
                  <a:pt x="1620" y="1201"/>
                </a:lnTo>
                <a:lnTo>
                  <a:pt x="1620" y="1200"/>
                </a:lnTo>
                <a:lnTo>
                  <a:pt x="1619" y="1200"/>
                </a:lnTo>
                <a:lnTo>
                  <a:pt x="1618" y="1200"/>
                </a:lnTo>
                <a:lnTo>
                  <a:pt x="1617" y="1200"/>
                </a:lnTo>
                <a:lnTo>
                  <a:pt x="1616" y="1200"/>
                </a:lnTo>
                <a:lnTo>
                  <a:pt x="1615" y="1200"/>
                </a:lnTo>
                <a:lnTo>
                  <a:pt x="1615" y="1199"/>
                </a:lnTo>
                <a:lnTo>
                  <a:pt x="1614" y="1199"/>
                </a:lnTo>
                <a:lnTo>
                  <a:pt x="1614" y="1200"/>
                </a:lnTo>
                <a:lnTo>
                  <a:pt x="1614" y="1201"/>
                </a:lnTo>
                <a:lnTo>
                  <a:pt x="1613" y="1200"/>
                </a:lnTo>
                <a:lnTo>
                  <a:pt x="1613" y="1201"/>
                </a:lnTo>
                <a:lnTo>
                  <a:pt x="1613" y="1202"/>
                </a:lnTo>
                <a:lnTo>
                  <a:pt x="1612" y="1202"/>
                </a:lnTo>
                <a:lnTo>
                  <a:pt x="1611" y="1202"/>
                </a:lnTo>
                <a:lnTo>
                  <a:pt x="1610" y="1202"/>
                </a:lnTo>
                <a:lnTo>
                  <a:pt x="1609" y="1202"/>
                </a:lnTo>
                <a:lnTo>
                  <a:pt x="1610" y="1202"/>
                </a:lnTo>
                <a:lnTo>
                  <a:pt x="1610" y="1201"/>
                </a:lnTo>
                <a:lnTo>
                  <a:pt x="1608" y="1200"/>
                </a:lnTo>
                <a:lnTo>
                  <a:pt x="1607" y="1200"/>
                </a:lnTo>
                <a:lnTo>
                  <a:pt x="1606" y="1201"/>
                </a:lnTo>
                <a:lnTo>
                  <a:pt x="1605" y="1201"/>
                </a:lnTo>
                <a:lnTo>
                  <a:pt x="1604" y="1201"/>
                </a:lnTo>
                <a:lnTo>
                  <a:pt x="1604" y="1200"/>
                </a:lnTo>
                <a:lnTo>
                  <a:pt x="1601" y="1200"/>
                </a:lnTo>
                <a:lnTo>
                  <a:pt x="1601" y="1201"/>
                </a:lnTo>
                <a:lnTo>
                  <a:pt x="1600" y="1201"/>
                </a:lnTo>
                <a:lnTo>
                  <a:pt x="1599" y="1201"/>
                </a:lnTo>
                <a:lnTo>
                  <a:pt x="1598" y="1201"/>
                </a:lnTo>
                <a:lnTo>
                  <a:pt x="1596" y="1201"/>
                </a:lnTo>
                <a:lnTo>
                  <a:pt x="1595" y="1201"/>
                </a:lnTo>
                <a:lnTo>
                  <a:pt x="1595" y="1202"/>
                </a:lnTo>
                <a:lnTo>
                  <a:pt x="1596" y="1202"/>
                </a:lnTo>
                <a:lnTo>
                  <a:pt x="1595" y="1202"/>
                </a:lnTo>
                <a:lnTo>
                  <a:pt x="1594" y="1202"/>
                </a:lnTo>
                <a:lnTo>
                  <a:pt x="1594" y="1201"/>
                </a:lnTo>
                <a:lnTo>
                  <a:pt x="1595" y="1200"/>
                </a:lnTo>
                <a:lnTo>
                  <a:pt x="1595" y="1199"/>
                </a:lnTo>
                <a:lnTo>
                  <a:pt x="1596" y="1199"/>
                </a:lnTo>
                <a:lnTo>
                  <a:pt x="1597" y="1199"/>
                </a:lnTo>
                <a:lnTo>
                  <a:pt x="1598" y="1198"/>
                </a:lnTo>
                <a:lnTo>
                  <a:pt x="1598" y="1197"/>
                </a:lnTo>
                <a:lnTo>
                  <a:pt x="1597" y="1197"/>
                </a:lnTo>
                <a:lnTo>
                  <a:pt x="1597" y="1196"/>
                </a:lnTo>
                <a:lnTo>
                  <a:pt x="1598" y="1195"/>
                </a:lnTo>
                <a:lnTo>
                  <a:pt x="1598" y="1194"/>
                </a:lnTo>
                <a:lnTo>
                  <a:pt x="1598" y="1193"/>
                </a:lnTo>
                <a:lnTo>
                  <a:pt x="1598" y="1192"/>
                </a:lnTo>
                <a:lnTo>
                  <a:pt x="1597" y="1190"/>
                </a:lnTo>
                <a:lnTo>
                  <a:pt x="1597" y="1188"/>
                </a:lnTo>
                <a:lnTo>
                  <a:pt x="1597" y="1187"/>
                </a:lnTo>
                <a:lnTo>
                  <a:pt x="1597" y="1186"/>
                </a:lnTo>
                <a:lnTo>
                  <a:pt x="1597" y="1183"/>
                </a:lnTo>
                <a:lnTo>
                  <a:pt x="1596" y="1183"/>
                </a:lnTo>
                <a:lnTo>
                  <a:pt x="1596" y="1182"/>
                </a:lnTo>
                <a:lnTo>
                  <a:pt x="1595" y="1181"/>
                </a:lnTo>
                <a:lnTo>
                  <a:pt x="1594" y="1181"/>
                </a:lnTo>
                <a:lnTo>
                  <a:pt x="1594" y="1180"/>
                </a:lnTo>
                <a:lnTo>
                  <a:pt x="1595" y="1180"/>
                </a:lnTo>
                <a:lnTo>
                  <a:pt x="1596" y="1180"/>
                </a:lnTo>
                <a:lnTo>
                  <a:pt x="1598" y="1179"/>
                </a:lnTo>
                <a:lnTo>
                  <a:pt x="1599" y="1179"/>
                </a:lnTo>
                <a:lnTo>
                  <a:pt x="1599" y="1178"/>
                </a:lnTo>
                <a:lnTo>
                  <a:pt x="1600" y="1178"/>
                </a:lnTo>
                <a:lnTo>
                  <a:pt x="1601" y="1177"/>
                </a:lnTo>
                <a:lnTo>
                  <a:pt x="1601" y="1176"/>
                </a:lnTo>
                <a:lnTo>
                  <a:pt x="1600" y="1176"/>
                </a:lnTo>
                <a:lnTo>
                  <a:pt x="1599" y="1176"/>
                </a:lnTo>
                <a:lnTo>
                  <a:pt x="1598" y="1174"/>
                </a:lnTo>
                <a:lnTo>
                  <a:pt x="1598" y="1173"/>
                </a:lnTo>
                <a:lnTo>
                  <a:pt x="1599" y="1173"/>
                </a:lnTo>
                <a:lnTo>
                  <a:pt x="1598" y="1173"/>
                </a:lnTo>
                <a:lnTo>
                  <a:pt x="1599" y="1172"/>
                </a:lnTo>
                <a:lnTo>
                  <a:pt x="1599" y="1171"/>
                </a:lnTo>
                <a:lnTo>
                  <a:pt x="1600" y="1171"/>
                </a:lnTo>
                <a:lnTo>
                  <a:pt x="1599" y="1171"/>
                </a:lnTo>
                <a:lnTo>
                  <a:pt x="1599" y="1170"/>
                </a:lnTo>
                <a:lnTo>
                  <a:pt x="1599" y="1169"/>
                </a:lnTo>
                <a:lnTo>
                  <a:pt x="1599" y="1168"/>
                </a:lnTo>
                <a:lnTo>
                  <a:pt x="1599" y="1167"/>
                </a:lnTo>
                <a:lnTo>
                  <a:pt x="1600" y="1168"/>
                </a:lnTo>
                <a:lnTo>
                  <a:pt x="1600" y="1167"/>
                </a:lnTo>
                <a:lnTo>
                  <a:pt x="1600" y="1166"/>
                </a:lnTo>
                <a:lnTo>
                  <a:pt x="1599" y="1166"/>
                </a:lnTo>
                <a:lnTo>
                  <a:pt x="1599" y="1165"/>
                </a:lnTo>
                <a:lnTo>
                  <a:pt x="1598" y="1164"/>
                </a:lnTo>
                <a:lnTo>
                  <a:pt x="1599" y="1164"/>
                </a:lnTo>
                <a:lnTo>
                  <a:pt x="1599" y="1163"/>
                </a:lnTo>
                <a:lnTo>
                  <a:pt x="1599" y="1162"/>
                </a:lnTo>
                <a:lnTo>
                  <a:pt x="1598" y="1161"/>
                </a:lnTo>
                <a:lnTo>
                  <a:pt x="1598" y="1160"/>
                </a:lnTo>
                <a:lnTo>
                  <a:pt x="1597" y="1159"/>
                </a:lnTo>
                <a:lnTo>
                  <a:pt x="1597" y="1160"/>
                </a:lnTo>
                <a:lnTo>
                  <a:pt x="1595" y="1159"/>
                </a:lnTo>
                <a:lnTo>
                  <a:pt x="1596" y="1159"/>
                </a:lnTo>
                <a:lnTo>
                  <a:pt x="1596" y="1158"/>
                </a:lnTo>
                <a:lnTo>
                  <a:pt x="1596" y="1157"/>
                </a:lnTo>
                <a:lnTo>
                  <a:pt x="1595" y="1157"/>
                </a:lnTo>
                <a:lnTo>
                  <a:pt x="1594" y="1155"/>
                </a:lnTo>
                <a:lnTo>
                  <a:pt x="1594" y="1153"/>
                </a:lnTo>
                <a:lnTo>
                  <a:pt x="1594" y="1152"/>
                </a:lnTo>
                <a:lnTo>
                  <a:pt x="1593" y="1152"/>
                </a:lnTo>
                <a:lnTo>
                  <a:pt x="1593" y="1151"/>
                </a:lnTo>
                <a:lnTo>
                  <a:pt x="1594" y="1151"/>
                </a:lnTo>
                <a:lnTo>
                  <a:pt x="1594" y="1150"/>
                </a:lnTo>
                <a:lnTo>
                  <a:pt x="1592" y="1149"/>
                </a:lnTo>
                <a:lnTo>
                  <a:pt x="1591" y="1147"/>
                </a:lnTo>
                <a:lnTo>
                  <a:pt x="1590" y="1146"/>
                </a:lnTo>
                <a:lnTo>
                  <a:pt x="1591" y="1146"/>
                </a:lnTo>
                <a:lnTo>
                  <a:pt x="1590" y="1146"/>
                </a:lnTo>
                <a:lnTo>
                  <a:pt x="1589" y="1146"/>
                </a:lnTo>
                <a:lnTo>
                  <a:pt x="1588" y="1146"/>
                </a:lnTo>
                <a:lnTo>
                  <a:pt x="1587" y="1148"/>
                </a:lnTo>
                <a:lnTo>
                  <a:pt x="1586" y="1148"/>
                </a:lnTo>
                <a:lnTo>
                  <a:pt x="1586" y="1149"/>
                </a:lnTo>
                <a:lnTo>
                  <a:pt x="1585" y="1149"/>
                </a:lnTo>
                <a:lnTo>
                  <a:pt x="1584" y="1149"/>
                </a:lnTo>
                <a:lnTo>
                  <a:pt x="1583" y="1149"/>
                </a:lnTo>
                <a:lnTo>
                  <a:pt x="1582" y="1149"/>
                </a:lnTo>
                <a:lnTo>
                  <a:pt x="1580" y="1149"/>
                </a:lnTo>
                <a:lnTo>
                  <a:pt x="1578" y="1149"/>
                </a:lnTo>
                <a:lnTo>
                  <a:pt x="1577" y="1149"/>
                </a:lnTo>
                <a:lnTo>
                  <a:pt x="1576" y="1149"/>
                </a:lnTo>
                <a:lnTo>
                  <a:pt x="1576" y="1150"/>
                </a:lnTo>
                <a:lnTo>
                  <a:pt x="1575" y="1150"/>
                </a:lnTo>
                <a:lnTo>
                  <a:pt x="1574" y="1150"/>
                </a:lnTo>
                <a:lnTo>
                  <a:pt x="1574" y="1149"/>
                </a:lnTo>
                <a:lnTo>
                  <a:pt x="1573" y="1149"/>
                </a:lnTo>
                <a:lnTo>
                  <a:pt x="1572" y="1149"/>
                </a:lnTo>
                <a:lnTo>
                  <a:pt x="1571" y="1148"/>
                </a:lnTo>
                <a:lnTo>
                  <a:pt x="1570" y="1148"/>
                </a:lnTo>
                <a:lnTo>
                  <a:pt x="1569" y="1147"/>
                </a:lnTo>
                <a:lnTo>
                  <a:pt x="1567" y="1148"/>
                </a:lnTo>
                <a:lnTo>
                  <a:pt x="1566" y="1148"/>
                </a:lnTo>
                <a:lnTo>
                  <a:pt x="1566" y="1149"/>
                </a:lnTo>
                <a:lnTo>
                  <a:pt x="1565" y="1148"/>
                </a:lnTo>
                <a:lnTo>
                  <a:pt x="1563" y="1149"/>
                </a:lnTo>
                <a:lnTo>
                  <a:pt x="1562" y="1149"/>
                </a:lnTo>
                <a:lnTo>
                  <a:pt x="1562" y="1150"/>
                </a:lnTo>
                <a:lnTo>
                  <a:pt x="1562" y="1151"/>
                </a:lnTo>
                <a:lnTo>
                  <a:pt x="1562" y="1152"/>
                </a:lnTo>
                <a:lnTo>
                  <a:pt x="1561" y="1152"/>
                </a:lnTo>
                <a:lnTo>
                  <a:pt x="1562" y="1153"/>
                </a:lnTo>
                <a:lnTo>
                  <a:pt x="1561" y="1154"/>
                </a:lnTo>
                <a:lnTo>
                  <a:pt x="1561" y="1155"/>
                </a:lnTo>
                <a:lnTo>
                  <a:pt x="1560" y="1155"/>
                </a:lnTo>
                <a:lnTo>
                  <a:pt x="1559" y="1154"/>
                </a:lnTo>
                <a:lnTo>
                  <a:pt x="1559" y="1155"/>
                </a:lnTo>
                <a:lnTo>
                  <a:pt x="1559" y="1156"/>
                </a:lnTo>
                <a:lnTo>
                  <a:pt x="1558" y="1157"/>
                </a:lnTo>
                <a:lnTo>
                  <a:pt x="1558" y="1158"/>
                </a:lnTo>
                <a:lnTo>
                  <a:pt x="1559" y="1159"/>
                </a:lnTo>
                <a:lnTo>
                  <a:pt x="1560" y="1159"/>
                </a:lnTo>
                <a:lnTo>
                  <a:pt x="1560" y="1160"/>
                </a:lnTo>
                <a:lnTo>
                  <a:pt x="1559" y="1160"/>
                </a:lnTo>
                <a:lnTo>
                  <a:pt x="1560" y="1160"/>
                </a:lnTo>
                <a:lnTo>
                  <a:pt x="1560" y="1161"/>
                </a:lnTo>
                <a:lnTo>
                  <a:pt x="1561" y="1162"/>
                </a:lnTo>
                <a:lnTo>
                  <a:pt x="1562" y="1163"/>
                </a:lnTo>
                <a:lnTo>
                  <a:pt x="1562" y="1164"/>
                </a:lnTo>
                <a:lnTo>
                  <a:pt x="1561" y="1164"/>
                </a:lnTo>
                <a:lnTo>
                  <a:pt x="1560" y="1164"/>
                </a:lnTo>
                <a:lnTo>
                  <a:pt x="1560" y="1165"/>
                </a:lnTo>
                <a:lnTo>
                  <a:pt x="1559" y="1165"/>
                </a:lnTo>
                <a:lnTo>
                  <a:pt x="1559" y="1166"/>
                </a:lnTo>
                <a:lnTo>
                  <a:pt x="1558" y="1166"/>
                </a:lnTo>
                <a:lnTo>
                  <a:pt x="1555" y="1167"/>
                </a:lnTo>
                <a:lnTo>
                  <a:pt x="1554" y="1167"/>
                </a:lnTo>
                <a:lnTo>
                  <a:pt x="1553" y="1166"/>
                </a:lnTo>
                <a:lnTo>
                  <a:pt x="1552" y="1166"/>
                </a:lnTo>
                <a:lnTo>
                  <a:pt x="1550" y="1165"/>
                </a:lnTo>
                <a:lnTo>
                  <a:pt x="1550" y="1166"/>
                </a:lnTo>
                <a:lnTo>
                  <a:pt x="1549" y="1166"/>
                </a:lnTo>
                <a:lnTo>
                  <a:pt x="1548" y="1166"/>
                </a:lnTo>
                <a:lnTo>
                  <a:pt x="1547" y="1166"/>
                </a:lnTo>
                <a:lnTo>
                  <a:pt x="1548" y="1166"/>
                </a:lnTo>
                <a:lnTo>
                  <a:pt x="1548" y="1167"/>
                </a:lnTo>
                <a:lnTo>
                  <a:pt x="1548" y="1168"/>
                </a:lnTo>
                <a:lnTo>
                  <a:pt x="1547" y="1168"/>
                </a:lnTo>
                <a:lnTo>
                  <a:pt x="1546" y="1168"/>
                </a:lnTo>
                <a:lnTo>
                  <a:pt x="1545" y="1168"/>
                </a:lnTo>
                <a:lnTo>
                  <a:pt x="1545" y="1169"/>
                </a:lnTo>
                <a:lnTo>
                  <a:pt x="1546" y="1169"/>
                </a:lnTo>
                <a:lnTo>
                  <a:pt x="1546" y="1170"/>
                </a:lnTo>
                <a:lnTo>
                  <a:pt x="1545" y="1171"/>
                </a:lnTo>
                <a:lnTo>
                  <a:pt x="1544" y="1172"/>
                </a:lnTo>
                <a:lnTo>
                  <a:pt x="1543" y="1172"/>
                </a:lnTo>
                <a:lnTo>
                  <a:pt x="1543" y="1173"/>
                </a:lnTo>
                <a:lnTo>
                  <a:pt x="1543" y="1174"/>
                </a:lnTo>
                <a:lnTo>
                  <a:pt x="1542" y="1174"/>
                </a:lnTo>
                <a:lnTo>
                  <a:pt x="1542" y="1175"/>
                </a:lnTo>
                <a:lnTo>
                  <a:pt x="1542" y="1176"/>
                </a:lnTo>
                <a:lnTo>
                  <a:pt x="1541" y="1176"/>
                </a:lnTo>
                <a:lnTo>
                  <a:pt x="1540" y="1176"/>
                </a:lnTo>
                <a:lnTo>
                  <a:pt x="1540" y="1177"/>
                </a:lnTo>
                <a:lnTo>
                  <a:pt x="1539" y="1177"/>
                </a:lnTo>
                <a:lnTo>
                  <a:pt x="1539" y="1178"/>
                </a:lnTo>
                <a:lnTo>
                  <a:pt x="1538" y="1178"/>
                </a:lnTo>
                <a:lnTo>
                  <a:pt x="1538" y="1179"/>
                </a:lnTo>
                <a:lnTo>
                  <a:pt x="1537" y="1180"/>
                </a:lnTo>
                <a:lnTo>
                  <a:pt x="1536" y="1180"/>
                </a:lnTo>
                <a:lnTo>
                  <a:pt x="1536" y="1181"/>
                </a:lnTo>
                <a:lnTo>
                  <a:pt x="1535" y="1181"/>
                </a:lnTo>
                <a:lnTo>
                  <a:pt x="1534" y="1182"/>
                </a:lnTo>
                <a:lnTo>
                  <a:pt x="1534" y="1183"/>
                </a:lnTo>
                <a:lnTo>
                  <a:pt x="1534" y="1184"/>
                </a:lnTo>
                <a:lnTo>
                  <a:pt x="1535" y="1184"/>
                </a:lnTo>
                <a:lnTo>
                  <a:pt x="1535" y="1185"/>
                </a:lnTo>
                <a:lnTo>
                  <a:pt x="1534" y="1185"/>
                </a:lnTo>
                <a:lnTo>
                  <a:pt x="1535" y="1186"/>
                </a:lnTo>
                <a:lnTo>
                  <a:pt x="1536" y="1186"/>
                </a:lnTo>
                <a:lnTo>
                  <a:pt x="1535" y="1187"/>
                </a:lnTo>
                <a:lnTo>
                  <a:pt x="1535" y="1188"/>
                </a:lnTo>
                <a:lnTo>
                  <a:pt x="1536" y="1189"/>
                </a:lnTo>
                <a:lnTo>
                  <a:pt x="1537" y="1190"/>
                </a:lnTo>
                <a:lnTo>
                  <a:pt x="1537" y="1191"/>
                </a:lnTo>
                <a:lnTo>
                  <a:pt x="1537" y="1192"/>
                </a:lnTo>
                <a:lnTo>
                  <a:pt x="1538" y="1192"/>
                </a:lnTo>
                <a:lnTo>
                  <a:pt x="1537" y="1192"/>
                </a:lnTo>
                <a:lnTo>
                  <a:pt x="1536" y="1192"/>
                </a:lnTo>
                <a:lnTo>
                  <a:pt x="1535" y="1193"/>
                </a:lnTo>
                <a:lnTo>
                  <a:pt x="1536" y="1193"/>
                </a:lnTo>
                <a:lnTo>
                  <a:pt x="1536" y="1194"/>
                </a:lnTo>
                <a:lnTo>
                  <a:pt x="1536" y="1195"/>
                </a:lnTo>
                <a:lnTo>
                  <a:pt x="1538" y="1196"/>
                </a:lnTo>
                <a:lnTo>
                  <a:pt x="1539" y="1199"/>
                </a:lnTo>
                <a:lnTo>
                  <a:pt x="1538" y="1199"/>
                </a:lnTo>
                <a:lnTo>
                  <a:pt x="1538" y="1200"/>
                </a:lnTo>
                <a:lnTo>
                  <a:pt x="1537" y="1200"/>
                </a:lnTo>
                <a:lnTo>
                  <a:pt x="1537" y="1201"/>
                </a:lnTo>
                <a:lnTo>
                  <a:pt x="1538" y="1202"/>
                </a:lnTo>
                <a:lnTo>
                  <a:pt x="1536" y="1204"/>
                </a:lnTo>
                <a:lnTo>
                  <a:pt x="1536" y="1205"/>
                </a:lnTo>
                <a:lnTo>
                  <a:pt x="1536" y="1206"/>
                </a:lnTo>
                <a:lnTo>
                  <a:pt x="1537" y="1207"/>
                </a:lnTo>
                <a:lnTo>
                  <a:pt x="1537" y="1211"/>
                </a:lnTo>
                <a:lnTo>
                  <a:pt x="1536" y="1211"/>
                </a:lnTo>
                <a:lnTo>
                  <a:pt x="1535" y="1211"/>
                </a:lnTo>
                <a:lnTo>
                  <a:pt x="1534" y="1210"/>
                </a:lnTo>
                <a:lnTo>
                  <a:pt x="1532" y="1210"/>
                </a:lnTo>
                <a:lnTo>
                  <a:pt x="1530" y="1209"/>
                </a:lnTo>
                <a:lnTo>
                  <a:pt x="1529" y="1209"/>
                </a:lnTo>
                <a:lnTo>
                  <a:pt x="1528" y="1209"/>
                </a:lnTo>
                <a:lnTo>
                  <a:pt x="1527" y="1209"/>
                </a:lnTo>
                <a:lnTo>
                  <a:pt x="1526" y="1208"/>
                </a:lnTo>
                <a:lnTo>
                  <a:pt x="1525" y="1208"/>
                </a:lnTo>
                <a:lnTo>
                  <a:pt x="1524" y="1209"/>
                </a:lnTo>
                <a:lnTo>
                  <a:pt x="1523" y="1209"/>
                </a:lnTo>
                <a:lnTo>
                  <a:pt x="1522" y="1209"/>
                </a:lnTo>
                <a:lnTo>
                  <a:pt x="1521" y="1209"/>
                </a:lnTo>
                <a:lnTo>
                  <a:pt x="1521" y="1210"/>
                </a:lnTo>
                <a:lnTo>
                  <a:pt x="1520" y="1209"/>
                </a:lnTo>
                <a:lnTo>
                  <a:pt x="1519" y="1209"/>
                </a:lnTo>
                <a:lnTo>
                  <a:pt x="1518" y="1210"/>
                </a:lnTo>
                <a:lnTo>
                  <a:pt x="1517" y="1210"/>
                </a:lnTo>
                <a:lnTo>
                  <a:pt x="1516" y="1210"/>
                </a:lnTo>
                <a:lnTo>
                  <a:pt x="1516" y="1211"/>
                </a:lnTo>
                <a:lnTo>
                  <a:pt x="1515" y="1211"/>
                </a:lnTo>
                <a:lnTo>
                  <a:pt x="1514" y="1211"/>
                </a:lnTo>
                <a:lnTo>
                  <a:pt x="1514" y="1212"/>
                </a:lnTo>
                <a:lnTo>
                  <a:pt x="1513" y="1213"/>
                </a:lnTo>
                <a:lnTo>
                  <a:pt x="1512" y="1213"/>
                </a:lnTo>
                <a:lnTo>
                  <a:pt x="1512" y="1214"/>
                </a:lnTo>
                <a:lnTo>
                  <a:pt x="1511" y="1214"/>
                </a:lnTo>
                <a:lnTo>
                  <a:pt x="1510" y="1213"/>
                </a:lnTo>
                <a:lnTo>
                  <a:pt x="1510" y="1214"/>
                </a:lnTo>
                <a:lnTo>
                  <a:pt x="1510" y="1215"/>
                </a:lnTo>
                <a:lnTo>
                  <a:pt x="1509" y="1215"/>
                </a:lnTo>
                <a:lnTo>
                  <a:pt x="1509" y="1216"/>
                </a:lnTo>
                <a:lnTo>
                  <a:pt x="1509" y="1217"/>
                </a:lnTo>
                <a:lnTo>
                  <a:pt x="1508" y="1217"/>
                </a:lnTo>
                <a:lnTo>
                  <a:pt x="1508" y="1218"/>
                </a:lnTo>
                <a:lnTo>
                  <a:pt x="1507" y="1218"/>
                </a:lnTo>
                <a:lnTo>
                  <a:pt x="1506" y="1218"/>
                </a:lnTo>
                <a:lnTo>
                  <a:pt x="1506" y="1219"/>
                </a:lnTo>
                <a:lnTo>
                  <a:pt x="1505" y="1219"/>
                </a:lnTo>
                <a:lnTo>
                  <a:pt x="1505" y="1220"/>
                </a:lnTo>
                <a:lnTo>
                  <a:pt x="1505" y="1221"/>
                </a:lnTo>
                <a:lnTo>
                  <a:pt x="1504" y="1221"/>
                </a:lnTo>
                <a:lnTo>
                  <a:pt x="1505" y="1221"/>
                </a:lnTo>
                <a:lnTo>
                  <a:pt x="1507" y="1221"/>
                </a:lnTo>
                <a:lnTo>
                  <a:pt x="1507" y="1222"/>
                </a:lnTo>
                <a:lnTo>
                  <a:pt x="1508" y="1222"/>
                </a:lnTo>
                <a:lnTo>
                  <a:pt x="1509" y="1222"/>
                </a:lnTo>
                <a:lnTo>
                  <a:pt x="1510" y="1223"/>
                </a:lnTo>
                <a:lnTo>
                  <a:pt x="1511" y="1223"/>
                </a:lnTo>
                <a:lnTo>
                  <a:pt x="1510" y="1224"/>
                </a:lnTo>
                <a:lnTo>
                  <a:pt x="1510" y="1225"/>
                </a:lnTo>
                <a:lnTo>
                  <a:pt x="1510" y="1226"/>
                </a:lnTo>
                <a:lnTo>
                  <a:pt x="1510" y="1225"/>
                </a:lnTo>
                <a:lnTo>
                  <a:pt x="1510" y="1227"/>
                </a:lnTo>
                <a:lnTo>
                  <a:pt x="1509" y="1228"/>
                </a:lnTo>
                <a:lnTo>
                  <a:pt x="1509" y="1229"/>
                </a:lnTo>
                <a:lnTo>
                  <a:pt x="1510" y="1229"/>
                </a:lnTo>
                <a:lnTo>
                  <a:pt x="1509" y="1229"/>
                </a:lnTo>
                <a:lnTo>
                  <a:pt x="1509" y="1230"/>
                </a:lnTo>
                <a:lnTo>
                  <a:pt x="1508" y="1230"/>
                </a:lnTo>
                <a:lnTo>
                  <a:pt x="1507" y="1230"/>
                </a:lnTo>
                <a:lnTo>
                  <a:pt x="1507" y="1231"/>
                </a:lnTo>
                <a:lnTo>
                  <a:pt x="1507" y="1232"/>
                </a:lnTo>
                <a:lnTo>
                  <a:pt x="1508" y="1232"/>
                </a:lnTo>
                <a:lnTo>
                  <a:pt x="1508" y="1233"/>
                </a:lnTo>
                <a:lnTo>
                  <a:pt x="1509" y="1233"/>
                </a:lnTo>
                <a:lnTo>
                  <a:pt x="1510" y="1233"/>
                </a:lnTo>
                <a:lnTo>
                  <a:pt x="1511" y="1234"/>
                </a:lnTo>
                <a:lnTo>
                  <a:pt x="1512" y="1234"/>
                </a:lnTo>
                <a:lnTo>
                  <a:pt x="1512" y="1235"/>
                </a:lnTo>
                <a:lnTo>
                  <a:pt x="1512" y="1236"/>
                </a:lnTo>
                <a:lnTo>
                  <a:pt x="1512" y="1237"/>
                </a:lnTo>
                <a:lnTo>
                  <a:pt x="1513" y="1237"/>
                </a:lnTo>
                <a:lnTo>
                  <a:pt x="1513" y="1238"/>
                </a:lnTo>
                <a:lnTo>
                  <a:pt x="1513" y="1239"/>
                </a:lnTo>
                <a:lnTo>
                  <a:pt x="1514" y="1239"/>
                </a:lnTo>
                <a:lnTo>
                  <a:pt x="1514" y="1237"/>
                </a:lnTo>
                <a:lnTo>
                  <a:pt x="1514" y="1236"/>
                </a:lnTo>
                <a:lnTo>
                  <a:pt x="1515" y="1236"/>
                </a:lnTo>
                <a:lnTo>
                  <a:pt x="1516" y="1236"/>
                </a:lnTo>
                <a:lnTo>
                  <a:pt x="1516" y="1237"/>
                </a:lnTo>
                <a:lnTo>
                  <a:pt x="1517" y="1238"/>
                </a:lnTo>
                <a:lnTo>
                  <a:pt x="1517" y="1239"/>
                </a:lnTo>
                <a:lnTo>
                  <a:pt x="1517" y="1240"/>
                </a:lnTo>
                <a:lnTo>
                  <a:pt x="1517" y="1241"/>
                </a:lnTo>
                <a:lnTo>
                  <a:pt x="1517" y="1242"/>
                </a:lnTo>
                <a:lnTo>
                  <a:pt x="1516" y="1243"/>
                </a:lnTo>
                <a:lnTo>
                  <a:pt x="1516" y="1244"/>
                </a:lnTo>
                <a:lnTo>
                  <a:pt x="1516" y="1245"/>
                </a:lnTo>
                <a:lnTo>
                  <a:pt x="1515" y="1245"/>
                </a:lnTo>
                <a:lnTo>
                  <a:pt x="1514" y="1245"/>
                </a:lnTo>
                <a:lnTo>
                  <a:pt x="1513" y="1245"/>
                </a:lnTo>
                <a:lnTo>
                  <a:pt x="1513" y="1246"/>
                </a:lnTo>
                <a:lnTo>
                  <a:pt x="1512" y="1246"/>
                </a:lnTo>
                <a:lnTo>
                  <a:pt x="1512" y="1245"/>
                </a:lnTo>
                <a:lnTo>
                  <a:pt x="1511" y="1245"/>
                </a:lnTo>
                <a:lnTo>
                  <a:pt x="1510" y="1245"/>
                </a:lnTo>
                <a:lnTo>
                  <a:pt x="1510" y="1246"/>
                </a:lnTo>
                <a:lnTo>
                  <a:pt x="1509" y="1246"/>
                </a:lnTo>
                <a:lnTo>
                  <a:pt x="1508" y="1246"/>
                </a:lnTo>
                <a:lnTo>
                  <a:pt x="1508" y="1247"/>
                </a:lnTo>
                <a:lnTo>
                  <a:pt x="1508" y="1248"/>
                </a:lnTo>
                <a:lnTo>
                  <a:pt x="1507" y="1249"/>
                </a:lnTo>
                <a:lnTo>
                  <a:pt x="1507" y="1250"/>
                </a:lnTo>
                <a:lnTo>
                  <a:pt x="1506" y="1250"/>
                </a:lnTo>
                <a:lnTo>
                  <a:pt x="1506" y="1249"/>
                </a:lnTo>
                <a:lnTo>
                  <a:pt x="1506" y="1250"/>
                </a:lnTo>
                <a:lnTo>
                  <a:pt x="1505" y="1250"/>
                </a:lnTo>
                <a:lnTo>
                  <a:pt x="1506" y="1251"/>
                </a:lnTo>
                <a:lnTo>
                  <a:pt x="1505" y="1251"/>
                </a:lnTo>
                <a:lnTo>
                  <a:pt x="1505" y="1252"/>
                </a:lnTo>
                <a:lnTo>
                  <a:pt x="1506" y="1252"/>
                </a:lnTo>
                <a:lnTo>
                  <a:pt x="1504" y="1252"/>
                </a:lnTo>
                <a:lnTo>
                  <a:pt x="1502" y="1252"/>
                </a:lnTo>
                <a:lnTo>
                  <a:pt x="1500" y="1253"/>
                </a:lnTo>
                <a:lnTo>
                  <a:pt x="1500" y="1254"/>
                </a:lnTo>
                <a:lnTo>
                  <a:pt x="1501" y="1254"/>
                </a:lnTo>
                <a:lnTo>
                  <a:pt x="1502" y="1255"/>
                </a:lnTo>
                <a:lnTo>
                  <a:pt x="1504" y="1255"/>
                </a:lnTo>
                <a:lnTo>
                  <a:pt x="1504" y="1256"/>
                </a:lnTo>
                <a:lnTo>
                  <a:pt x="1505" y="1257"/>
                </a:lnTo>
                <a:lnTo>
                  <a:pt x="1504" y="1257"/>
                </a:lnTo>
                <a:lnTo>
                  <a:pt x="1505" y="1257"/>
                </a:lnTo>
                <a:lnTo>
                  <a:pt x="1506" y="1258"/>
                </a:lnTo>
                <a:lnTo>
                  <a:pt x="1507" y="1259"/>
                </a:lnTo>
                <a:lnTo>
                  <a:pt x="1508" y="1259"/>
                </a:lnTo>
                <a:lnTo>
                  <a:pt x="1509" y="1259"/>
                </a:lnTo>
                <a:lnTo>
                  <a:pt x="1509" y="1260"/>
                </a:lnTo>
                <a:lnTo>
                  <a:pt x="1509" y="1261"/>
                </a:lnTo>
                <a:lnTo>
                  <a:pt x="1510" y="1262"/>
                </a:lnTo>
                <a:lnTo>
                  <a:pt x="1511" y="1262"/>
                </a:lnTo>
                <a:lnTo>
                  <a:pt x="1512" y="1263"/>
                </a:lnTo>
                <a:lnTo>
                  <a:pt x="1513" y="1264"/>
                </a:lnTo>
                <a:lnTo>
                  <a:pt x="1514" y="1264"/>
                </a:lnTo>
                <a:lnTo>
                  <a:pt x="1514" y="1265"/>
                </a:lnTo>
                <a:lnTo>
                  <a:pt x="1514" y="1267"/>
                </a:lnTo>
                <a:lnTo>
                  <a:pt x="1514" y="1268"/>
                </a:lnTo>
                <a:lnTo>
                  <a:pt x="1514" y="1269"/>
                </a:lnTo>
                <a:lnTo>
                  <a:pt x="1515" y="1269"/>
                </a:lnTo>
                <a:lnTo>
                  <a:pt x="1516" y="1270"/>
                </a:lnTo>
                <a:lnTo>
                  <a:pt x="1516" y="1269"/>
                </a:lnTo>
                <a:lnTo>
                  <a:pt x="1517" y="1269"/>
                </a:lnTo>
                <a:lnTo>
                  <a:pt x="1517" y="1270"/>
                </a:lnTo>
                <a:lnTo>
                  <a:pt x="1519" y="1270"/>
                </a:lnTo>
                <a:lnTo>
                  <a:pt x="1520" y="1270"/>
                </a:lnTo>
                <a:lnTo>
                  <a:pt x="1521" y="1270"/>
                </a:lnTo>
                <a:lnTo>
                  <a:pt x="1521" y="1271"/>
                </a:lnTo>
                <a:lnTo>
                  <a:pt x="1520" y="1271"/>
                </a:lnTo>
                <a:lnTo>
                  <a:pt x="1520" y="1272"/>
                </a:lnTo>
                <a:lnTo>
                  <a:pt x="1520" y="1273"/>
                </a:lnTo>
                <a:lnTo>
                  <a:pt x="1521" y="1274"/>
                </a:lnTo>
                <a:lnTo>
                  <a:pt x="1521" y="1275"/>
                </a:lnTo>
                <a:lnTo>
                  <a:pt x="1521" y="1277"/>
                </a:lnTo>
                <a:lnTo>
                  <a:pt x="1522" y="1278"/>
                </a:lnTo>
                <a:lnTo>
                  <a:pt x="1523" y="1278"/>
                </a:lnTo>
                <a:lnTo>
                  <a:pt x="1522" y="1279"/>
                </a:lnTo>
                <a:lnTo>
                  <a:pt x="1521" y="1279"/>
                </a:lnTo>
                <a:lnTo>
                  <a:pt x="1520" y="1280"/>
                </a:lnTo>
                <a:lnTo>
                  <a:pt x="1520" y="1281"/>
                </a:lnTo>
                <a:lnTo>
                  <a:pt x="1521" y="1281"/>
                </a:lnTo>
                <a:lnTo>
                  <a:pt x="1521" y="1282"/>
                </a:lnTo>
                <a:lnTo>
                  <a:pt x="1522" y="1284"/>
                </a:lnTo>
                <a:lnTo>
                  <a:pt x="1523" y="1284"/>
                </a:lnTo>
                <a:lnTo>
                  <a:pt x="1523" y="1285"/>
                </a:lnTo>
                <a:lnTo>
                  <a:pt x="1524" y="1285"/>
                </a:lnTo>
                <a:lnTo>
                  <a:pt x="1524" y="1284"/>
                </a:lnTo>
                <a:lnTo>
                  <a:pt x="1525" y="1284"/>
                </a:lnTo>
                <a:lnTo>
                  <a:pt x="1526" y="1284"/>
                </a:lnTo>
                <a:lnTo>
                  <a:pt x="1526" y="1285"/>
                </a:lnTo>
                <a:lnTo>
                  <a:pt x="1526" y="1286"/>
                </a:lnTo>
                <a:lnTo>
                  <a:pt x="1525" y="1287"/>
                </a:lnTo>
                <a:lnTo>
                  <a:pt x="1526" y="1288"/>
                </a:lnTo>
                <a:lnTo>
                  <a:pt x="1527" y="1289"/>
                </a:lnTo>
                <a:lnTo>
                  <a:pt x="1528" y="1289"/>
                </a:lnTo>
                <a:lnTo>
                  <a:pt x="1527" y="1290"/>
                </a:lnTo>
                <a:lnTo>
                  <a:pt x="1526" y="1290"/>
                </a:lnTo>
                <a:lnTo>
                  <a:pt x="1525" y="1290"/>
                </a:lnTo>
                <a:lnTo>
                  <a:pt x="1524" y="1290"/>
                </a:lnTo>
                <a:lnTo>
                  <a:pt x="1523" y="1291"/>
                </a:lnTo>
                <a:lnTo>
                  <a:pt x="1522" y="1291"/>
                </a:lnTo>
                <a:lnTo>
                  <a:pt x="1522" y="1292"/>
                </a:lnTo>
                <a:lnTo>
                  <a:pt x="1522" y="1294"/>
                </a:lnTo>
                <a:lnTo>
                  <a:pt x="1522" y="1295"/>
                </a:lnTo>
                <a:lnTo>
                  <a:pt x="1522" y="1296"/>
                </a:lnTo>
                <a:lnTo>
                  <a:pt x="1522" y="1297"/>
                </a:lnTo>
                <a:lnTo>
                  <a:pt x="1522" y="1298"/>
                </a:lnTo>
                <a:lnTo>
                  <a:pt x="1522" y="1300"/>
                </a:lnTo>
                <a:lnTo>
                  <a:pt x="1522" y="1301"/>
                </a:lnTo>
                <a:lnTo>
                  <a:pt x="1521" y="1301"/>
                </a:lnTo>
                <a:lnTo>
                  <a:pt x="1520" y="1303"/>
                </a:lnTo>
                <a:lnTo>
                  <a:pt x="1520" y="1304"/>
                </a:lnTo>
                <a:lnTo>
                  <a:pt x="1521" y="1304"/>
                </a:lnTo>
                <a:lnTo>
                  <a:pt x="1521" y="1305"/>
                </a:lnTo>
                <a:lnTo>
                  <a:pt x="1522" y="1305"/>
                </a:lnTo>
                <a:lnTo>
                  <a:pt x="1522" y="1306"/>
                </a:lnTo>
                <a:lnTo>
                  <a:pt x="1523" y="1306"/>
                </a:lnTo>
                <a:lnTo>
                  <a:pt x="1523" y="1307"/>
                </a:lnTo>
                <a:lnTo>
                  <a:pt x="1523" y="1308"/>
                </a:lnTo>
                <a:lnTo>
                  <a:pt x="1524" y="1308"/>
                </a:lnTo>
                <a:lnTo>
                  <a:pt x="1524" y="1309"/>
                </a:lnTo>
                <a:lnTo>
                  <a:pt x="1523" y="1310"/>
                </a:lnTo>
                <a:lnTo>
                  <a:pt x="1521" y="1311"/>
                </a:lnTo>
                <a:lnTo>
                  <a:pt x="1519" y="1312"/>
                </a:lnTo>
                <a:lnTo>
                  <a:pt x="1518" y="1312"/>
                </a:lnTo>
                <a:lnTo>
                  <a:pt x="1517" y="1312"/>
                </a:lnTo>
                <a:lnTo>
                  <a:pt x="1516" y="1312"/>
                </a:lnTo>
                <a:lnTo>
                  <a:pt x="1515" y="1312"/>
                </a:lnTo>
                <a:lnTo>
                  <a:pt x="1514" y="1312"/>
                </a:lnTo>
                <a:lnTo>
                  <a:pt x="1513" y="1312"/>
                </a:lnTo>
                <a:lnTo>
                  <a:pt x="1512" y="1312"/>
                </a:lnTo>
                <a:lnTo>
                  <a:pt x="1512" y="1313"/>
                </a:lnTo>
                <a:lnTo>
                  <a:pt x="1511" y="1313"/>
                </a:lnTo>
                <a:lnTo>
                  <a:pt x="1511" y="1314"/>
                </a:lnTo>
                <a:lnTo>
                  <a:pt x="1510" y="1315"/>
                </a:lnTo>
                <a:lnTo>
                  <a:pt x="1509" y="1315"/>
                </a:lnTo>
                <a:lnTo>
                  <a:pt x="1508" y="1316"/>
                </a:lnTo>
                <a:lnTo>
                  <a:pt x="1507" y="1317"/>
                </a:lnTo>
                <a:lnTo>
                  <a:pt x="1507" y="1318"/>
                </a:lnTo>
                <a:lnTo>
                  <a:pt x="1505" y="1319"/>
                </a:lnTo>
                <a:lnTo>
                  <a:pt x="1504" y="1320"/>
                </a:lnTo>
                <a:lnTo>
                  <a:pt x="1504" y="1319"/>
                </a:lnTo>
                <a:lnTo>
                  <a:pt x="1504" y="1318"/>
                </a:lnTo>
                <a:lnTo>
                  <a:pt x="1503" y="1318"/>
                </a:lnTo>
                <a:lnTo>
                  <a:pt x="1502" y="1317"/>
                </a:lnTo>
                <a:lnTo>
                  <a:pt x="1502" y="1316"/>
                </a:lnTo>
                <a:lnTo>
                  <a:pt x="1501" y="1316"/>
                </a:lnTo>
                <a:lnTo>
                  <a:pt x="1501" y="1315"/>
                </a:lnTo>
                <a:lnTo>
                  <a:pt x="1500" y="1314"/>
                </a:lnTo>
                <a:lnTo>
                  <a:pt x="1499" y="1314"/>
                </a:lnTo>
                <a:lnTo>
                  <a:pt x="1499" y="1313"/>
                </a:lnTo>
                <a:lnTo>
                  <a:pt x="1498" y="1313"/>
                </a:lnTo>
                <a:lnTo>
                  <a:pt x="1498" y="1312"/>
                </a:lnTo>
                <a:lnTo>
                  <a:pt x="1497" y="1313"/>
                </a:lnTo>
                <a:lnTo>
                  <a:pt x="1497" y="1314"/>
                </a:lnTo>
                <a:lnTo>
                  <a:pt x="1497" y="1315"/>
                </a:lnTo>
                <a:lnTo>
                  <a:pt x="1496" y="1315"/>
                </a:lnTo>
                <a:lnTo>
                  <a:pt x="1496" y="1316"/>
                </a:lnTo>
                <a:lnTo>
                  <a:pt x="1495" y="1316"/>
                </a:lnTo>
                <a:lnTo>
                  <a:pt x="1495" y="1317"/>
                </a:lnTo>
                <a:lnTo>
                  <a:pt x="1494" y="1317"/>
                </a:lnTo>
                <a:lnTo>
                  <a:pt x="1494" y="1318"/>
                </a:lnTo>
                <a:lnTo>
                  <a:pt x="1493" y="1318"/>
                </a:lnTo>
                <a:lnTo>
                  <a:pt x="1492" y="1318"/>
                </a:lnTo>
                <a:lnTo>
                  <a:pt x="1491" y="1319"/>
                </a:lnTo>
                <a:lnTo>
                  <a:pt x="1489" y="1319"/>
                </a:lnTo>
                <a:lnTo>
                  <a:pt x="1488" y="1320"/>
                </a:lnTo>
                <a:lnTo>
                  <a:pt x="1487" y="1320"/>
                </a:lnTo>
                <a:lnTo>
                  <a:pt x="1487" y="1321"/>
                </a:lnTo>
                <a:lnTo>
                  <a:pt x="1486" y="1322"/>
                </a:lnTo>
                <a:lnTo>
                  <a:pt x="1486" y="1323"/>
                </a:lnTo>
                <a:lnTo>
                  <a:pt x="1485" y="1323"/>
                </a:lnTo>
                <a:lnTo>
                  <a:pt x="1484" y="1324"/>
                </a:lnTo>
                <a:lnTo>
                  <a:pt x="1483" y="1324"/>
                </a:lnTo>
                <a:lnTo>
                  <a:pt x="1483" y="1325"/>
                </a:lnTo>
                <a:lnTo>
                  <a:pt x="1482" y="1325"/>
                </a:lnTo>
                <a:lnTo>
                  <a:pt x="1482" y="1326"/>
                </a:lnTo>
                <a:lnTo>
                  <a:pt x="1481" y="1326"/>
                </a:lnTo>
                <a:lnTo>
                  <a:pt x="1480" y="1326"/>
                </a:lnTo>
                <a:lnTo>
                  <a:pt x="1480" y="1327"/>
                </a:lnTo>
                <a:lnTo>
                  <a:pt x="1479" y="1327"/>
                </a:lnTo>
                <a:lnTo>
                  <a:pt x="1479" y="1328"/>
                </a:lnTo>
                <a:lnTo>
                  <a:pt x="1478" y="1328"/>
                </a:lnTo>
                <a:lnTo>
                  <a:pt x="1478" y="1329"/>
                </a:lnTo>
                <a:lnTo>
                  <a:pt x="1478" y="1330"/>
                </a:lnTo>
                <a:lnTo>
                  <a:pt x="1477" y="1330"/>
                </a:lnTo>
                <a:lnTo>
                  <a:pt x="1476" y="1330"/>
                </a:lnTo>
                <a:lnTo>
                  <a:pt x="1476" y="1331"/>
                </a:lnTo>
                <a:lnTo>
                  <a:pt x="1475" y="1331"/>
                </a:lnTo>
                <a:lnTo>
                  <a:pt x="1474" y="1331"/>
                </a:lnTo>
                <a:lnTo>
                  <a:pt x="1473" y="1331"/>
                </a:lnTo>
                <a:lnTo>
                  <a:pt x="1472" y="1331"/>
                </a:lnTo>
                <a:lnTo>
                  <a:pt x="1471" y="1331"/>
                </a:lnTo>
                <a:lnTo>
                  <a:pt x="1470" y="1332"/>
                </a:lnTo>
                <a:lnTo>
                  <a:pt x="1469" y="1332"/>
                </a:lnTo>
                <a:lnTo>
                  <a:pt x="1468" y="1332"/>
                </a:lnTo>
                <a:lnTo>
                  <a:pt x="1467" y="1332"/>
                </a:lnTo>
                <a:lnTo>
                  <a:pt x="1466" y="1332"/>
                </a:lnTo>
                <a:lnTo>
                  <a:pt x="1465" y="1332"/>
                </a:lnTo>
                <a:lnTo>
                  <a:pt x="1464" y="1333"/>
                </a:lnTo>
                <a:lnTo>
                  <a:pt x="1463" y="1333"/>
                </a:lnTo>
                <a:lnTo>
                  <a:pt x="1462" y="1333"/>
                </a:lnTo>
                <a:lnTo>
                  <a:pt x="1461" y="1333"/>
                </a:lnTo>
                <a:lnTo>
                  <a:pt x="1459" y="1333"/>
                </a:lnTo>
                <a:lnTo>
                  <a:pt x="1458" y="1333"/>
                </a:lnTo>
                <a:lnTo>
                  <a:pt x="1457" y="1333"/>
                </a:lnTo>
                <a:lnTo>
                  <a:pt x="1456" y="1333"/>
                </a:lnTo>
                <a:lnTo>
                  <a:pt x="1455" y="1333"/>
                </a:lnTo>
                <a:lnTo>
                  <a:pt x="1454" y="1333"/>
                </a:lnTo>
                <a:lnTo>
                  <a:pt x="1454" y="1332"/>
                </a:lnTo>
                <a:lnTo>
                  <a:pt x="1453" y="1331"/>
                </a:lnTo>
                <a:lnTo>
                  <a:pt x="1453" y="1330"/>
                </a:lnTo>
                <a:lnTo>
                  <a:pt x="1452" y="1329"/>
                </a:lnTo>
                <a:lnTo>
                  <a:pt x="1452" y="1328"/>
                </a:lnTo>
                <a:lnTo>
                  <a:pt x="1452" y="1327"/>
                </a:lnTo>
                <a:lnTo>
                  <a:pt x="1451" y="1326"/>
                </a:lnTo>
                <a:lnTo>
                  <a:pt x="1451" y="1325"/>
                </a:lnTo>
                <a:lnTo>
                  <a:pt x="1450" y="1325"/>
                </a:lnTo>
                <a:lnTo>
                  <a:pt x="1449" y="1324"/>
                </a:lnTo>
                <a:lnTo>
                  <a:pt x="1449" y="1323"/>
                </a:lnTo>
                <a:lnTo>
                  <a:pt x="1448" y="1323"/>
                </a:lnTo>
                <a:lnTo>
                  <a:pt x="1448" y="1324"/>
                </a:lnTo>
                <a:lnTo>
                  <a:pt x="1447" y="1324"/>
                </a:lnTo>
                <a:lnTo>
                  <a:pt x="1446" y="1324"/>
                </a:lnTo>
                <a:lnTo>
                  <a:pt x="1445" y="1325"/>
                </a:lnTo>
                <a:lnTo>
                  <a:pt x="1444" y="1325"/>
                </a:lnTo>
                <a:lnTo>
                  <a:pt x="1443" y="1325"/>
                </a:lnTo>
                <a:lnTo>
                  <a:pt x="1442" y="1325"/>
                </a:lnTo>
                <a:lnTo>
                  <a:pt x="1441" y="1325"/>
                </a:lnTo>
                <a:lnTo>
                  <a:pt x="1440" y="1326"/>
                </a:lnTo>
                <a:lnTo>
                  <a:pt x="1439" y="1326"/>
                </a:lnTo>
                <a:lnTo>
                  <a:pt x="1438" y="1326"/>
                </a:lnTo>
                <a:lnTo>
                  <a:pt x="1438" y="1327"/>
                </a:lnTo>
                <a:lnTo>
                  <a:pt x="1437" y="1327"/>
                </a:lnTo>
                <a:lnTo>
                  <a:pt x="1436" y="1327"/>
                </a:lnTo>
                <a:lnTo>
                  <a:pt x="1434" y="1327"/>
                </a:lnTo>
                <a:lnTo>
                  <a:pt x="1433" y="1328"/>
                </a:lnTo>
                <a:lnTo>
                  <a:pt x="1432" y="1328"/>
                </a:lnTo>
                <a:lnTo>
                  <a:pt x="1431" y="1328"/>
                </a:lnTo>
                <a:lnTo>
                  <a:pt x="1429" y="1328"/>
                </a:lnTo>
                <a:lnTo>
                  <a:pt x="1428" y="1328"/>
                </a:lnTo>
                <a:lnTo>
                  <a:pt x="1427" y="1328"/>
                </a:lnTo>
                <a:lnTo>
                  <a:pt x="1427" y="1329"/>
                </a:lnTo>
                <a:lnTo>
                  <a:pt x="1426" y="1329"/>
                </a:lnTo>
                <a:lnTo>
                  <a:pt x="1425" y="1329"/>
                </a:lnTo>
                <a:lnTo>
                  <a:pt x="1424" y="1329"/>
                </a:lnTo>
                <a:lnTo>
                  <a:pt x="1423" y="1330"/>
                </a:lnTo>
                <a:lnTo>
                  <a:pt x="1422" y="1330"/>
                </a:lnTo>
                <a:lnTo>
                  <a:pt x="1421" y="1330"/>
                </a:lnTo>
                <a:lnTo>
                  <a:pt x="1420" y="1331"/>
                </a:lnTo>
                <a:lnTo>
                  <a:pt x="1419" y="1331"/>
                </a:lnTo>
                <a:lnTo>
                  <a:pt x="1418" y="1331"/>
                </a:lnTo>
                <a:lnTo>
                  <a:pt x="1417" y="1332"/>
                </a:lnTo>
                <a:lnTo>
                  <a:pt x="1417" y="1333"/>
                </a:lnTo>
                <a:lnTo>
                  <a:pt x="1417" y="1334"/>
                </a:lnTo>
                <a:lnTo>
                  <a:pt x="1417" y="1335"/>
                </a:lnTo>
                <a:lnTo>
                  <a:pt x="1416" y="1335"/>
                </a:lnTo>
                <a:lnTo>
                  <a:pt x="1416" y="1336"/>
                </a:lnTo>
                <a:lnTo>
                  <a:pt x="1416" y="1337"/>
                </a:lnTo>
                <a:lnTo>
                  <a:pt x="1415" y="1337"/>
                </a:lnTo>
                <a:lnTo>
                  <a:pt x="1415" y="1338"/>
                </a:lnTo>
                <a:lnTo>
                  <a:pt x="1415" y="1339"/>
                </a:lnTo>
                <a:lnTo>
                  <a:pt x="1415" y="1340"/>
                </a:lnTo>
                <a:lnTo>
                  <a:pt x="1414" y="1340"/>
                </a:lnTo>
                <a:lnTo>
                  <a:pt x="1414" y="1341"/>
                </a:lnTo>
                <a:lnTo>
                  <a:pt x="1414" y="1342"/>
                </a:lnTo>
                <a:lnTo>
                  <a:pt x="1414" y="1343"/>
                </a:lnTo>
                <a:lnTo>
                  <a:pt x="1413" y="1343"/>
                </a:lnTo>
                <a:lnTo>
                  <a:pt x="1413" y="1344"/>
                </a:lnTo>
                <a:lnTo>
                  <a:pt x="1413" y="1345"/>
                </a:lnTo>
                <a:lnTo>
                  <a:pt x="1412" y="1345"/>
                </a:lnTo>
                <a:lnTo>
                  <a:pt x="1410" y="1346"/>
                </a:lnTo>
                <a:lnTo>
                  <a:pt x="1408" y="1346"/>
                </a:lnTo>
                <a:lnTo>
                  <a:pt x="1408" y="1347"/>
                </a:lnTo>
                <a:lnTo>
                  <a:pt x="1407" y="1347"/>
                </a:lnTo>
                <a:lnTo>
                  <a:pt x="1406" y="1347"/>
                </a:lnTo>
                <a:lnTo>
                  <a:pt x="1405" y="1348"/>
                </a:lnTo>
                <a:lnTo>
                  <a:pt x="1404" y="1348"/>
                </a:lnTo>
                <a:lnTo>
                  <a:pt x="1403" y="1349"/>
                </a:lnTo>
                <a:lnTo>
                  <a:pt x="1402" y="1348"/>
                </a:lnTo>
                <a:lnTo>
                  <a:pt x="1400" y="1347"/>
                </a:lnTo>
                <a:lnTo>
                  <a:pt x="1398" y="1346"/>
                </a:lnTo>
                <a:lnTo>
                  <a:pt x="1397" y="1345"/>
                </a:lnTo>
                <a:lnTo>
                  <a:pt x="1397" y="1344"/>
                </a:lnTo>
                <a:lnTo>
                  <a:pt x="1396" y="1344"/>
                </a:lnTo>
                <a:lnTo>
                  <a:pt x="1395" y="1343"/>
                </a:lnTo>
                <a:lnTo>
                  <a:pt x="1394" y="1343"/>
                </a:lnTo>
                <a:lnTo>
                  <a:pt x="1394" y="1342"/>
                </a:lnTo>
                <a:lnTo>
                  <a:pt x="1393" y="1342"/>
                </a:lnTo>
                <a:lnTo>
                  <a:pt x="1393" y="1341"/>
                </a:lnTo>
                <a:lnTo>
                  <a:pt x="1392" y="1341"/>
                </a:lnTo>
                <a:lnTo>
                  <a:pt x="1390" y="1340"/>
                </a:lnTo>
                <a:lnTo>
                  <a:pt x="1388" y="1340"/>
                </a:lnTo>
                <a:lnTo>
                  <a:pt x="1387" y="1339"/>
                </a:lnTo>
                <a:lnTo>
                  <a:pt x="1385" y="1339"/>
                </a:lnTo>
                <a:lnTo>
                  <a:pt x="1384" y="1339"/>
                </a:lnTo>
                <a:lnTo>
                  <a:pt x="1381" y="1337"/>
                </a:lnTo>
                <a:lnTo>
                  <a:pt x="1378" y="1335"/>
                </a:lnTo>
                <a:lnTo>
                  <a:pt x="1377" y="1335"/>
                </a:lnTo>
                <a:lnTo>
                  <a:pt x="1373" y="1335"/>
                </a:lnTo>
                <a:lnTo>
                  <a:pt x="1372" y="1336"/>
                </a:lnTo>
                <a:lnTo>
                  <a:pt x="1371" y="1338"/>
                </a:lnTo>
                <a:lnTo>
                  <a:pt x="1368" y="1339"/>
                </a:lnTo>
                <a:lnTo>
                  <a:pt x="1367" y="1340"/>
                </a:lnTo>
                <a:lnTo>
                  <a:pt x="1366" y="1340"/>
                </a:lnTo>
                <a:lnTo>
                  <a:pt x="1366" y="1339"/>
                </a:lnTo>
                <a:lnTo>
                  <a:pt x="1365" y="1339"/>
                </a:lnTo>
                <a:lnTo>
                  <a:pt x="1364" y="1339"/>
                </a:lnTo>
                <a:lnTo>
                  <a:pt x="1364" y="1340"/>
                </a:lnTo>
                <a:lnTo>
                  <a:pt x="1363" y="1341"/>
                </a:lnTo>
                <a:lnTo>
                  <a:pt x="1362" y="1342"/>
                </a:lnTo>
                <a:lnTo>
                  <a:pt x="1362" y="1343"/>
                </a:lnTo>
                <a:lnTo>
                  <a:pt x="1363" y="1343"/>
                </a:lnTo>
                <a:lnTo>
                  <a:pt x="1363" y="1344"/>
                </a:lnTo>
                <a:lnTo>
                  <a:pt x="1362" y="1345"/>
                </a:lnTo>
                <a:lnTo>
                  <a:pt x="1361" y="1345"/>
                </a:lnTo>
                <a:lnTo>
                  <a:pt x="1361" y="1346"/>
                </a:lnTo>
                <a:lnTo>
                  <a:pt x="1360" y="1346"/>
                </a:lnTo>
                <a:lnTo>
                  <a:pt x="1359" y="1346"/>
                </a:lnTo>
                <a:lnTo>
                  <a:pt x="1359" y="1347"/>
                </a:lnTo>
                <a:lnTo>
                  <a:pt x="1358" y="1347"/>
                </a:lnTo>
                <a:lnTo>
                  <a:pt x="1358" y="1348"/>
                </a:lnTo>
                <a:lnTo>
                  <a:pt x="1357" y="1348"/>
                </a:lnTo>
                <a:lnTo>
                  <a:pt x="1357" y="1349"/>
                </a:lnTo>
                <a:lnTo>
                  <a:pt x="1356" y="1349"/>
                </a:lnTo>
                <a:lnTo>
                  <a:pt x="1356" y="1350"/>
                </a:lnTo>
                <a:lnTo>
                  <a:pt x="1356" y="1351"/>
                </a:lnTo>
                <a:lnTo>
                  <a:pt x="1357" y="1351"/>
                </a:lnTo>
                <a:lnTo>
                  <a:pt x="1357" y="1352"/>
                </a:lnTo>
                <a:lnTo>
                  <a:pt x="1356" y="1352"/>
                </a:lnTo>
                <a:lnTo>
                  <a:pt x="1356" y="1353"/>
                </a:lnTo>
                <a:lnTo>
                  <a:pt x="1355" y="1353"/>
                </a:lnTo>
                <a:lnTo>
                  <a:pt x="1355" y="1354"/>
                </a:lnTo>
                <a:lnTo>
                  <a:pt x="1354" y="1355"/>
                </a:lnTo>
                <a:lnTo>
                  <a:pt x="1354" y="1356"/>
                </a:lnTo>
                <a:lnTo>
                  <a:pt x="1353" y="1356"/>
                </a:lnTo>
                <a:lnTo>
                  <a:pt x="1353" y="1357"/>
                </a:lnTo>
                <a:lnTo>
                  <a:pt x="1352" y="1357"/>
                </a:lnTo>
                <a:lnTo>
                  <a:pt x="1352" y="1358"/>
                </a:lnTo>
                <a:lnTo>
                  <a:pt x="1352" y="1359"/>
                </a:lnTo>
                <a:lnTo>
                  <a:pt x="1352" y="1360"/>
                </a:lnTo>
                <a:lnTo>
                  <a:pt x="1351" y="1361"/>
                </a:lnTo>
                <a:lnTo>
                  <a:pt x="1350" y="1362"/>
                </a:lnTo>
                <a:lnTo>
                  <a:pt x="1349" y="1362"/>
                </a:lnTo>
                <a:lnTo>
                  <a:pt x="1349" y="1363"/>
                </a:lnTo>
                <a:lnTo>
                  <a:pt x="1348" y="1364"/>
                </a:lnTo>
                <a:lnTo>
                  <a:pt x="1348" y="1366"/>
                </a:lnTo>
                <a:lnTo>
                  <a:pt x="1347" y="1366"/>
                </a:lnTo>
                <a:lnTo>
                  <a:pt x="1347" y="1367"/>
                </a:lnTo>
                <a:lnTo>
                  <a:pt x="1346" y="1368"/>
                </a:lnTo>
                <a:lnTo>
                  <a:pt x="1345" y="1370"/>
                </a:lnTo>
                <a:lnTo>
                  <a:pt x="1344" y="1371"/>
                </a:lnTo>
                <a:lnTo>
                  <a:pt x="1343" y="1372"/>
                </a:lnTo>
                <a:lnTo>
                  <a:pt x="1343" y="1373"/>
                </a:lnTo>
                <a:lnTo>
                  <a:pt x="1343" y="1374"/>
                </a:lnTo>
                <a:lnTo>
                  <a:pt x="1342" y="1374"/>
                </a:lnTo>
                <a:lnTo>
                  <a:pt x="1342" y="1375"/>
                </a:lnTo>
                <a:lnTo>
                  <a:pt x="1341" y="1375"/>
                </a:lnTo>
                <a:lnTo>
                  <a:pt x="1340" y="1376"/>
                </a:lnTo>
                <a:lnTo>
                  <a:pt x="1340" y="1377"/>
                </a:lnTo>
                <a:lnTo>
                  <a:pt x="1340" y="1378"/>
                </a:lnTo>
                <a:lnTo>
                  <a:pt x="1339" y="1380"/>
                </a:lnTo>
                <a:lnTo>
                  <a:pt x="1339" y="1381"/>
                </a:lnTo>
                <a:lnTo>
                  <a:pt x="1338" y="1382"/>
                </a:lnTo>
                <a:lnTo>
                  <a:pt x="1336" y="1383"/>
                </a:lnTo>
                <a:lnTo>
                  <a:pt x="1335" y="1385"/>
                </a:lnTo>
                <a:lnTo>
                  <a:pt x="1333" y="1386"/>
                </a:lnTo>
                <a:lnTo>
                  <a:pt x="1333" y="1387"/>
                </a:lnTo>
                <a:lnTo>
                  <a:pt x="1333" y="1390"/>
                </a:lnTo>
                <a:lnTo>
                  <a:pt x="1333" y="1394"/>
                </a:lnTo>
                <a:lnTo>
                  <a:pt x="1333" y="1395"/>
                </a:lnTo>
                <a:lnTo>
                  <a:pt x="1332" y="1397"/>
                </a:lnTo>
                <a:lnTo>
                  <a:pt x="1332" y="1398"/>
                </a:lnTo>
                <a:lnTo>
                  <a:pt x="1331" y="1398"/>
                </a:lnTo>
                <a:lnTo>
                  <a:pt x="1329" y="1399"/>
                </a:lnTo>
                <a:lnTo>
                  <a:pt x="1329" y="1400"/>
                </a:lnTo>
                <a:lnTo>
                  <a:pt x="1329" y="1401"/>
                </a:lnTo>
                <a:lnTo>
                  <a:pt x="1330" y="1401"/>
                </a:lnTo>
                <a:lnTo>
                  <a:pt x="1330" y="1402"/>
                </a:lnTo>
                <a:lnTo>
                  <a:pt x="1330" y="1403"/>
                </a:lnTo>
                <a:lnTo>
                  <a:pt x="1330" y="1405"/>
                </a:lnTo>
                <a:lnTo>
                  <a:pt x="1329" y="1405"/>
                </a:lnTo>
                <a:lnTo>
                  <a:pt x="1328" y="1405"/>
                </a:lnTo>
                <a:lnTo>
                  <a:pt x="1327" y="1405"/>
                </a:lnTo>
                <a:lnTo>
                  <a:pt x="1326" y="1405"/>
                </a:lnTo>
                <a:lnTo>
                  <a:pt x="1325" y="1405"/>
                </a:lnTo>
                <a:lnTo>
                  <a:pt x="1325" y="1406"/>
                </a:lnTo>
                <a:lnTo>
                  <a:pt x="1322" y="1405"/>
                </a:lnTo>
                <a:lnTo>
                  <a:pt x="1322" y="1404"/>
                </a:lnTo>
                <a:lnTo>
                  <a:pt x="1321" y="1404"/>
                </a:lnTo>
                <a:lnTo>
                  <a:pt x="1320" y="1405"/>
                </a:lnTo>
                <a:lnTo>
                  <a:pt x="1319" y="1406"/>
                </a:lnTo>
                <a:lnTo>
                  <a:pt x="1317" y="1407"/>
                </a:lnTo>
                <a:lnTo>
                  <a:pt x="1317" y="1408"/>
                </a:lnTo>
                <a:lnTo>
                  <a:pt x="1316" y="1408"/>
                </a:lnTo>
                <a:lnTo>
                  <a:pt x="1314" y="1407"/>
                </a:lnTo>
                <a:lnTo>
                  <a:pt x="1311" y="1406"/>
                </a:lnTo>
                <a:lnTo>
                  <a:pt x="1310" y="1406"/>
                </a:lnTo>
                <a:lnTo>
                  <a:pt x="1310" y="1405"/>
                </a:lnTo>
                <a:lnTo>
                  <a:pt x="1309" y="1404"/>
                </a:lnTo>
                <a:lnTo>
                  <a:pt x="1308" y="1403"/>
                </a:lnTo>
                <a:lnTo>
                  <a:pt x="1306" y="1403"/>
                </a:lnTo>
                <a:lnTo>
                  <a:pt x="1305" y="1402"/>
                </a:lnTo>
                <a:lnTo>
                  <a:pt x="1304" y="1402"/>
                </a:lnTo>
                <a:lnTo>
                  <a:pt x="1303" y="1402"/>
                </a:lnTo>
                <a:lnTo>
                  <a:pt x="1302" y="1403"/>
                </a:lnTo>
                <a:lnTo>
                  <a:pt x="1301" y="1403"/>
                </a:lnTo>
                <a:lnTo>
                  <a:pt x="1299" y="1402"/>
                </a:lnTo>
                <a:lnTo>
                  <a:pt x="1298" y="1402"/>
                </a:lnTo>
                <a:lnTo>
                  <a:pt x="1295" y="1401"/>
                </a:lnTo>
                <a:lnTo>
                  <a:pt x="1294" y="1401"/>
                </a:lnTo>
                <a:lnTo>
                  <a:pt x="1293" y="1400"/>
                </a:lnTo>
                <a:lnTo>
                  <a:pt x="1292" y="1400"/>
                </a:lnTo>
                <a:lnTo>
                  <a:pt x="1291" y="1400"/>
                </a:lnTo>
                <a:lnTo>
                  <a:pt x="1290" y="1400"/>
                </a:lnTo>
                <a:lnTo>
                  <a:pt x="1289" y="1401"/>
                </a:lnTo>
                <a:lnTo>
                  <a:pt x="1288" y="1401"/>
                </a:lnTo>
                <a:lnTo>
                  <a:pt x="1287" y="1401"/>
                </a:lnTo>
                <a:lnTo>
                  <a:pt x="1287" y="1402"/>
                </a:lnTo>
                <a:lnTo>
                  <a:pt x="1286" y="1402"/>
                </a:lnTo>
                <a:lnTo>
                  <a:pt x="1285" y="1402"/>
                </a:lnTo>
                <a:lnTo>
                  <a:pt x="1285" y="1403"/>
                </a:lnTo>
                <a:lnTo>
                  <a:pt x="1286" y="1403"/>
                </a:lnTo>
                <a:lnTo>
                  <a:pt x="1287" y="1403"/>
                </a:lnTo>
                <a:lnTo>
                  <a:pt x="1287" y="1404"/>
                </a:lnTo>
                <a:lnTo>
                  <a:pt x="1288" y="1404"/>
                </a:lnTo>
                <a:lnTo>
                  <a:pt x="1288" y="1405"/>
                </a:lnTo>
                <a:lnTo>
                  <a:pt x="1287" y="1406"/>
                </a:lnTo>
                <a:lnTo>
                  <a:pt x="1286" y="1405"/>
                </a:lnTo>
                <a:lnTo>
                  <a:pt x="1285" y="1404"/>
                </a:lnTo>
                <a:lnTo>
                  <a:pt x="1284" y="1404"/>
                </a:lnTo>
                <a:lnTo>
                  <a:pt x="1284" y="1405"/>
                </a:lnTo>
                <a:lnTo>
                  <a:pt x="1285" y="1406"/>
                </a:lnTo>
                <a:lnTo>
                  <a:pt x="1285" y="1407"/>
                </a:lnTo>
                <a:lnTo>
                  <a:pt x="1285" y="1409"/>
                </a:lnTo>
                <a:lnTo>
                  <a:pt x="1284" y="1411"/>
                </a:lnTo>
                <a:lnTo>
                  <a:pt x="1284" y="1412"/>
                </a:lnTo>
                <a:lnTo>
                  <a:pt x="1284" y="1413"/>
                </a:lnTo>
                <a:lnTo>
                  <a:pt x="1284" y="1414"/>
                </a:lnTo>
                <a:lnTo>
                  <a:pt x="1285" y="1414"/>
                </a:lnTo>
                <a:lnTo>
                  <a:pt x="1285" y="1416"/>
                </a:lnTo>
                <a:lnTo>
                  <a:pt x="1284" y="1416"/>
                </a:lnTo>
                <a:lnTo>
                  <a:pt x="1284" y="1417"/>
                </a:lnTo>
                <a:lnTo>
                  <a:pt x="1283" y="1417"/>
                </a:lnTo>
                <a:lnTo>
                  <a:pt x="1282" y="1417"/>
                </a:lnTo>
                <a:lnTo>
                  <a:pt x="1281" y="1417"/>
                </a:lnTo>
                <a:lnTo>
                  <a:pt x="1280" y="1418"/>
                </a:lnTo>
                <a:lnTo>
                  <a:pt x="1279" y="1419"/>
                </a:lnTo>
                <a:lnTo>
                  <a:pt x="1279" y="1420"/>
                </a:lnTo>
                <a:lnTo>
                  <a:pt x="1279" y="1422"/>
                </a:lnTo>
                <a:lnTo>
                  <a:pt x="1278" y="1423"/>
                </a:lnTo>
                <a:lnTo>
                  <a:pt x="1278" y="1424"/>
                </a:lnTo>
                <a:lnTo>
                  <a:pt x="1277" y="1424"/>
                </a:lnTo>
                <a:lnTo>
                  <a:pt x="1277" y="1425"/>
                </a:lnTo>
                <a:lnTo>
                  <a:pt x="1276" y="1425"/>
                </a:lnTo>
                <a:lnTo>
                  <a:pt x="1275" y="1425"/>
                </a:lnTo>
                <a:lnTo>
                  <a:pt x="1273" y="1425"/>
                </a:lnTo>
                <a:lnTo>
                  <a:pt x="1272" y="1425"/>
                </a:lnTo>
                <a:lnTo>
                  <a:pt x="1271" y="1425"/>
                </a:lnTo>
                <a:lnTo>
                  <a:pt x="1270" y="1425"/>
                </a:lnTo>
                <a:lnTo>
                  <a:pt x="1270" y="1424"/>
                </a:lnTo>
                <a:lnTo>
                  <a:pt x="1269" y="1424"/>
                </a:lnTo>
                <a:lnTo>
                  <a:pt x="1268" y="1424"/>
                </a:lnTo>
                <a:lnTo>
                  <a:pt x="1267" y="1424"/>
                </a:lnTo>
                <a:lnTo>
                  <a:pt x="1266" y="1424"/>
                </a:lnTo>
                <a:lnTo>
                  <a:pt x="1265" y="1424"/>
                </a:lnTo>
                <a:lnTo>
                  <a:pt x="1264" y="1424"/>
                </a:lnTo>
                <a:lnTo>
                  <a:pt x="1264" y="1425"/>
                </a:lnTo>
                <a:lnTo>
                  <a:pt x="1263" y="1425"/>
                </a:lnTo>
                <a:lnTo>
                  <a:pt x="1262" y="1425"/>
                </a:lnTo>
                <a:lnTo>
                  <a:pt x="1262" y="1424"/>
                </a:lnTo>
                <a:lnTo>
                  <a:pt x="1261" y="1424"/>
                </a:lnTo>
                <a:lnTo>
                  <a:pt x="1261" y="1425"/>
                </a:lnTo>
                <a:lnTo>
                  <a:pt x="1260" y="1425"/>
                </a:lnTo>
                <a:lnTo>
                  <a:pt x="1259" y="1426"/>
                </a:lnTo>
                <a:lnTo>
                  <a:pt x="1258" y="1427"/>
                </a:lnTo>
                <a:lnTo>
                  <a:pt x="1258" y="1428"/>
                </a:lnTo>
                <a:lnTo>
                  <a:pt x="1257" y="1429"/>
                </a:lnTo>
                <a:lnTo>
                  <a:pt x="1256" y="1429"/>
                </a:lnTo>
                <a:lnTo>
                  <a:pt x="1256" y="1430"/>
                </a:lnTo>
                <a:lnTo>
                  <a:pt x="1257" y="1430"/>
                </a:lnTo>
                <a:lnTo>
                  <a:pt x="1257" y="1431"/>
                </a:lnTo>
                <a:lnTo>
                  <a:pt x="1256" y="1431"/>
                </a:lnTo>
                <a:lnTo>
                  <a:pt x="1255" y="1431"/>
                </a:lnTo>
                <a:lnTo>
                  <a:pt x="1254" y="1429"/>
                </a:lnTo>
                <a:lnTo>
                  <a:pt x="1253" y="1429"/>
                </a:lnTo>
                <a:lnTo>
                  <a:pt x="1254" y="1428"/>
                </a:lnTo>
                <a:lnTo>
                  <a:pt x="1255" y="1427"/>
                </a:lnTo>
                <a:lnTo>
                  <a:pt x="1255" y="1426"/>
                </a:lnTo>
                <a:lnTo>
                  <a:pt x="1254" y="1426"/>
                </a:lnTo>
                <a:lnTo>
                  <a:pt x="1253" y="1426"/>
                </a:lnTo>
                <a:lnTo>
                  <a:pt x="1252" y="1427"/>
                </a:lnTo>
                <a:lnTo>
                  <a:pt x="1251" y="1427"/>
                </a:lnTo>
                <a:lnTo>
                  <a:pt x="1251" y="1426"/>
                </a:lnTo>
                <a:lnTo>
                  <a:pt x="1251" y="1424"/>
                </a:lnTo>
                <a:lnTo>
                  <a:pt x="1251" y="1422"/>
                </a:lnTo>
                <a:lnTo>
                  <a:pt x="1252" y="1421"/>
                </a:lnTo>
                <a:lnTo>
                  <a:pt x="1254" y="1420"/>
                </a:lnTo>
                <a:lnTo>
                  <a:pt x="1254" y="1419"/>
                </a:lnTo>
                <a:lnTo>
                  <a:pt x="1255" y="1418"/>
                </a:lnTo>
                <a:lnTo>
                  <a:pt x="1255" y="1417"/>
                </a:lnTo>
                <a:lnTo>
                  <a:pt x="1257" y="1415"/>
                </a:lnTo>
                <a:lnTo>
                  <a:pt x="1258" y="1414"/>
                </a:lnTo>
                <a:lnTo>
                  <a:pt x="1259" y="1414"/>
                </a:lnTo>
                <a:lnTo>
                  <a:pt x="1259" y="1413"/>
                </a:lnTo>
                <a:lnTo>
                  <a:pt x="1260" y="1410"/>
                </a:lnTo>
                <a:lnTo>
                  <a:pt x="1260" y="1409"/>
                </a:lnTo>
                <a:lnTo>
                  <a:pt x="1259" y="1409"/>
                </a:lnTo>
                <a:lnTo>
                  <a:pt x="1258" y="1408"/>
                </a:lnTo>
                <a:lnTo>
                  <a:pt x="1257" y="1408"/>
                </a:lnTo>
                <a:lnTo>
                  <a:pt x="1257" y="1409"/>
                </a:lnTo>
                <a:lnTo>
                  <a:pt x="1257" y="1410"/>
                </a:lnTo>
                <a:lnTo>
                  <a:pt x="1256" y="1410"/>
                </a:lnTo>
                <a:lnTo>
                  <a:pt x="1255" y="1411"/>
                </a:lnTo>
                <a:lnTo>
                  <a:pt x="1254" y="1411"/>
                </a:lnTo>
                <a:lnTo>
                  <a:pt x="1250" y="1411"/>
                </a:lnTo>
                <a:lnTo>
                  <a:pt x="1249" y="1410"/>
                </a:lnTo>
                <a:lnTo>
                  <a:pt x="1247" y="1411"/>
                </a:lnTo>
                <a:lnTo>
                  <a:pt x="1246" y="1412"/>
                </a:lnTo>
                <a:lnTo>
                  <a:pt x="1245" y="1413"/>
                </a:lnTo>
                <a:lnTo>
                  <a:pt x="1244" y="1413"/>
                </a:lnTo>
                <a:lnTo>
                  <a:pt x="1242" y="1415"/>
                </a:lnTo>
                <a:lnTo>
                  <a:pt x="1239" y="1416"/>
                </a:lnTo>
                <a:lnTo>
                  <a:pt x="1238" y="1416"/>
                </a:lnTo>
                <a:lnTo>
                  <a:pt x="1237" y="1416"/>
                </a:lnTo>
                <a:lnTo>
                  <a:pt x="1237" y="1415"/>
                </a:lnTo>
                <a:lnTo>
                  <a:pt x="1235" y="1416"/>
                </a:lnTo>
                <a:lnTo>
                  <a:pt x="1234" y="1417"/>
                </a:lnTo>
                <a:lnTo>
                  <a:pt x="1234" y="1418"/>
                </a:lnTo>
                <a:lnTo>
                  <a:pt x="1232" y="1421"/>
                </a:lnTo>
                <a:lnTo>
                  <a:pt x="1230" y="1423"/>
                </a:lnTo>
                <a:lnTo>
                  <a:pt x="1229" y="1425"/>
                </a:lnTo>
                <a:lnTo>
                  <a:pt x="1227" y="1426"/>
                </a:lnTo>
                <a:lnTo>
                  <a:pt x="1227" y="1427"/>
                </a:lnTo>
                <a:lnTo>
                  <a:pt x="1226" y="1428"/>
                </a:lnTo>
                <a:lnTo>
                  <a:pt x="1225" y="1429"/>
                </a:lnTo>
                <a:lnTo>
                  <a:pt x="1223" y="1431"/>
                </a:lnTo>
                <a:lnTo>
                  <a:pt x="1223" y="1432"/>
                </a:lnTo>
                <a:lnTo>
                  <a:pt x="1222" y="1432"/>
                </a:lnTo>
                <a:lnTo>
                  <a:pt x="1221" y="1437"/>
                </a:lnTo>
                <a:lnTo>
                  <a:pt x="1220" y="1439"/>
                </a:lnTo>
                <a:lnTo>
                  <a:pt x="1219" y="1440"/>
                </a:lnTo>
                <a:lnTo>
                  <a:pt x="1218" y="1440"/>
                </a:lnTo>
                <a:lnTo>
                  <a:pt x="1213" y="1440"/>
                </a:lnTo>
                <a:lnTo>
                  <a:pt x="1212" y="1440"/>
                </a:lnTo>
                <a:lnTo>
                  <a:pt x="1210" y="1439"/>
                </a:lnTo>
                <a:lnTo>
                  <a:pt x="1209" y="1439"/>
                </a:lnTo>
                <a:lnTo>
                  <a:pt x="1208" y="1437"/>
                </a:lnTo>
                <a:lnTo>
                  <a:pt x="1207" y="1436"/>
                </a:lnTo>
                <a:lnTo>
                  <a:pt x="1207" y="1435"/>
                </a:lnTo>
                <a:lnTo>
                  <a:pt x="1207" y="1434"/>
                </a:lnTo>
                <a:lnTo>
                  <a:pt x="1206" y="1432"/>
                </a:lnTo>
                <a:lnTo>
                  <a:pt x="1205" y="1430"/>
                </a:lnTo>
                <a:lnTo>
                  <a:pt x="1204" y="1430"/>
                </a:lnTo>
                <a:lnTo>
                  <a:pt x="1204" y="1429"/>
                </a:lnTo>
                <a:lnTo>
                  <a:pt x="1203" y="1429"/>
                </a:lnTo>
                <a:lnTo>
                  <a:pt x="1202" y="1429"/>
                </a:lnTo>
                <a:lnTo>
                  <a:pt x="1202" y="1430"/>
                </a:lnTo>
                <a:lnTo>
                  <a:pt x="1201" y="1430"/>
                </a:lnTo>
                <a:lnTo>
                  <a:pt x="1201" y="1431"/>
                </a:lnTo>
                <a:lnTo>
                  <a:pt x="1200" y="1431"/>
                </a:lnTo>
                <a:lnTo>
                  <a:pt x="1199" y="1431"/>
                </a:lnTo>
                <a:lnTo>
                  <a:pt x="1199" y="1430"/>
                </a:lnTo>
                <a:lnTo>
                  <a:pt x="1198" y="1430"/>
                </a:lnTo>
                <a:lnTo>
                  <a:pt x="1198" y="1429"/>
                </a:lnTo>
                <a:lnTo>
                  <a:pt x="1196" y="1429"/>
                </a:lnTo>
                <a:lnTo>
                  <a:pt x="1195" y="1429"/>
                </a:lnTo>
                <a:lnTo>
                  <a:pt x="1194" y="1429"/>
                </a:lnTo>
                <a:lnTo>
                  <a:pt x="1194" y="1431"/>
                </a:lnTo>
                <a:lnTo>
                  <a:pt x="1193" y="1432"/>
                </a:lnTo>
                <a:lnTo>
                  <a:pt x="1194" y="1432"/>
                </a:lnTo>
                <a:lnTo>
                  <a:pt x="1194" y="1433"/>
                </a:lnTo>
                <a:lnTo>
                  <a:pt x="1192" y="1435"/>
                </a:lnTo>
                <a:lnTo>
                  <a:pt x="1191" y="1436"/>
                </a:lnTo>
                <a:lnTo>
                  <a:pt x="1190" y="1436"/>
                </a:lnTo>
                <a:lnTo>
                  <a:pt x="1190" y="1435"/>
                </a:lnTo>
                <a:lnTo>
                  <a:pt x="1189" y="1434"/>
                </a:lnTo>
                <a:lnTo>
                  <a:pt x="1188" y="1434"/>
                </a:lnTo>
                <a:lnTo>
                  <a:pt x="1186" y="1433"/>
                </a:lnTo>
                <a:lnTo>
                  <a:pt x="1186" y="1432"/>
                </a:lnTo>
                <a:lnTo>
                  <a:pt x="1185" y="1432"/>
                </a:lnTo>
                <a:lnTo>
                  <a:pt x="1184" y="1430"/>
                </a:lnTo>
                <a:lnTo>
                  <a:pt x="1182" y="1429"/>
                </a:lnTo>
                <a:lnTo>
                  <a:pt x="1181" y="1427"/>
                </a:lnTo>
                <a:lnTo>
                  <a:pt x="1180" y="1427"/>
                </a:lnTo>
                <a:lnTo>
                  <a:pt x="1180" y="1426"/>
                </a:lnTo>
                <a:lnTo>
                  <a:pt x="1181" y="1425"/>
                </a:lnTo>
                <a:lnTo>
                  <a:pt x="1181" y="1424"/>
                </a:lnTo>
                <a:lnTo>
                  <a:pt x="1177" y="1424"/>
                </a:lnTo>
                <a:lnTo>
                  <a:pt x="1177" y="1423"/>
                </a:lnTo>
                <a:lnTo>
                  <a:pt x="1176" y="1423"/>
                </a:lnTo>
                <a:lnTo>
                  <a:pt x="1175" y="1422"/>
                </a:lnTo>
                <a:lnTo>
                  <a:pt x="1174" y="1423"/>
                </a:lnTo>
                <a:lnTo>
                  <a:pt x="1169" y="1421"/>
                </a:lnTo>
                <a:lnTo>
                  <a:pt x="1168" y="1421"/>
                </a:lnTo>
                <a:lnTo>
                  <a:pt x="1167" y="1422"/>
                </a:lnTo>
                <a:lnTo>
                  <a:pt x="1167" y="1424"/>
                </a:lnTo>
                <a:lnTo>
                  <a:pt x="1167" y="1425"/>
                </a:lnTo>
                <a:lnTo>
                  <a:pt x="1167" y="1426"/>
                </a:lnTo>
                <a:lnTo>
                  <a:pt x="1168" y="1428"/>
                </a:lnTo>
                <a:lnTo>
                  <a:pt x="1169" y="1428"/>
                </a:lnTo>
                <a:lnTo>
                  <a:pt x="1170" y="1428"/>
                </a:lnTo>
                <a:lnTo>
                  <a:pt x="1171" y="1429"/>
                </a:lnTo>
                <a:lnTo>
                  <a:pt x="1171" y="1430"/>
                </a:lnTo>
                <a:lnTo>
                  <a:pt x="1172" y="1430"/>
                </a:lnTo>
                <a:lnTo>
                  <a:pt x="1172" y="1431"/>
                </a:lnTo>
                <a:lnTo>
                  <a:pt x="1173" y="1433"/>
                </a:lnTo>
                <a:lnTo>
                  <a:pt x="1173" y="1434"/>
                </a:lnTo>
                <a:lnTo>
                  <a:pt x="1174" y="1434"/>
                </a:lnTo>
                <a:lnTo>
                  <a:pt x="1174" y="1435"/>
                </a:lnTo>
                <a:lnTo>
                  <a:pt x="1174" y="1437"/>
                </a:lnTo>
                <a:lnTo>
                  <a:pt x="1174" y="1438"/>
                </a:lnTo>
                <a:lnTo>
                  <a:pt x="1175" y="1438"/>
                </a:lnTo>
                <a:lnTo>
                  <a:pt x="1175" y="1439"/>
                </a:lnTo>
                <a:lnTo>
                  <a:pt x="1173" y="1439"/>
                </a:lnTo>
                <a:lnTo>
                  <a:pt x="1168" y="1441"/>
                </a:lnTo>
                <a:lnTo>
                  <a:pt x="1166" y="1442"/>
                </a:lnTo>
                <a:lnTo>
                  <a:pt x="1165" y="1442"/>
                </a:lnTo>
                <a:lnTo>
                  <a:pt x="1165" y="1443"/>
                </a:lnTo>
                <a:lnTo>
                  <a:pt x="1164" y="1443"/>
                </a:lnTo>
                <a:lnTo>
                  <a:pt x="1164" y="1444"/>
                </a:lnTo>
                <a:lnTo>
                  <a:pt x="1163" y="1444"/>
                </a:lnTo>
                <a:lnTo>
                  <a:pt x="1160" y="1445"/>
                </a:lnTo>
                <a:lnTo>
                  <a:pt x="1160" y="1446"/>
                </a:lnTo>
                <a:lnTo>
                  <a:pt x="1159" y="1446"/>
                </a:lnTo>
                <a:lnTo>
                  <a:pt x="1157" y="1446"/>
                </a:lnTo>
                <a:lnTo>
                  <a:pt x="1156" y="1446"/>
                </a:lnTo>
                <a:lnTo>
                  <a:pt x="1155" y="1446"/>
                </a:lnTo>
                <a:lnTo>
                  <a:pt x="1154" y="1446"/>
                </a:lnTo>
                <a:lnTo>
                  <a:pt x="1153" y="1446"/>
                </a:lnTo>
                <a:lnTo>
                  <a:pt x="1152" y="1446"/>
                </a:lnTo>
                <a:lnTo>
                  <a:pt x="1151" y="1445"/>
                </a:lnTo>
                <a:lnTo>
                  <a:pt x="1151" y="1444"/>
                </a:lnTo>
                <a:lnTo>
                  <a:pt x="1151" y="1443"/>
                </a:lnTo>
                <a:lnTo>
                  <a:pt x="1149" y="1442"/>
                </a:lnTo>
                <a:lnTo>
                  <a:pt x="1147" y="1440"/>
                </a:lnTo>
                <a:lnTo>
                  <a:pt x="1145" y="1441"/>
                </a:lnTo>
                <a:lnTo>
                  <a:pt x="1144" y="1442"/>
                </a:lnTo>
                <a:lnTo>
                  <a:pt x="1144" y="1443"/>
                </a:lnTo>
                <a:lnTo>
                  <a:pt x="1145" y="1444"/>
                </a:lnTo>
                <a:lnTo>
                  <a:pt x="1147" y="1444"/>
                </a:lnTo>
                <a:lnTo>
                  <a:pt x="1148" y="1445"/>
                </a:lnTo>
                <a:lnTo>
                  <a:pt x="1152" y="1448"/>
                </a:lnTo>
                <a:lnTo>
                  <a:pt x="1152" y="1449"/>
                </a:lnTo>
                <a:lnTo>
                  <a:pt x="1151" y="1450"/>
                </a:lnTo>
                <a:lnTo>
                  <a:pt x="1150" y="1450"/>
                </a:lnTo>
                <a:lnTo>
                  <a:pt x="1147" y="1453"/>
                </a:lnTo>
                <a:lnTo>
                  <a:pt x="1147" y="1454"/>
                </a:lnTo>
                <a:lnTo>
                  <a:pt x="1147" y="1455"/>
                </a:lnTo>
                <a:lnTo>
                  <a:pt x="1148" y="1456"/>
                </a:lnTo>
                <a:lnTo>
                  <a:pt x="1148" y="1457"/>
                </a:lnTo>
                <a:lnTo>
                  <a:pt x="1147" y="1457"/>
                </a:lnTo>
                <a:lnTo>
                  <a:pt x="1146" y="1458"/>
                </a:lnTo>
                <a:lnTo>
                  <a:pt x="1145" y="1458"/>
                </a:lnTo>
                <a:lnTo>
                  <a:pt x="1144" y="1458"/>
                </a:lnTo>
                <a:lnTo>
                  <a:pt x="1143" y="1458"/>
                </a:lnTo>
                <a:lnTo>
                  <a:pt x="1142" y="1458"/>
                </a:lnTo>
                <a:lnTo>
                  <a:pt x="1142" y="1459"/>
                </a:lnTo>
                <a:lnTo>
                  <a:pt x="1141" y="1459"/>
                </a:lnTo>
                <a:lnTo>
                  <a:pt x="1140" y="1460"/>
                </a:lnTo>
                <a:lnTo>
                  <a:pt x="1136" y="1461"/>
                </a:lnTo>
                <a:lnTo>
                  <a:pt x="1135" y="1461"/>
                </a:lnTo>
                <a:lnTo>
                  <a:pt x="1134" y="1462"/>
                </a:lnTo>
                <a:lnTo>
                  <a:pt x="1133" y="1463"/>
                </a:lnTo>
                <a:lnTo>
                  <a:pt x="1131" y="1466"/>
                </a:lnTo>
                <a:lnTo>
                  <a:pt x="1129" y="1466"/>
                </a:lnTo>
                <a:lnTo>
                  <a:pt x="1128" y="1468"/>
                </a:lnTo>
                <a:lnTo>
                  <a:pt x="1128" y="1471"/>
                </a:lnTo>
                <a:lnTo>
                  <a:pt x="1128" y="1474"/>
                </a:lnTo>
                <a:lnTo>
                  <a:pt x="1125" y="1477"/>
                </a:lnTo>
                <a:lnTo>
                  <a:pt x="1124" y="1480"/>
                </a:lnTo>
                <a:lnTo>
                  <a:pt x="1122" y="1482"/>
                </a:lnTo>
                <a:lnTo>
                  <a:pt x="1121" y="1483"/>
                </a:lnTo>
                <a:lnTo>
                  <a:pt x="1119" y="1484"/>
                </a:lnTo>
                <a:lnTo>
                  <a:pt x="1116" y="1487"/>
                </a:lnTo>
                <a:lnTo>
                  <a:pt x="1116" y="1488"/>
                </a:lnTo>
                <a:lnTo>
                  <a:pt x="1115" y="1488"/>
                </a:lnTo>
                <a:lnTo>
                  <a:pt x="1115" y="1487"/>
                </a:lnTo>
                <a:lnTo>
                  <a:pt x="1114" y="1486"/>
                </a:lnTo>
                <a:lnTo>
                  <a:pt x="1112" y="1485"/>
                </a:lnTo>
                <a:lnTo>
                  <a:pt x="1109" y="1487"/>
                </a:lnTo>
                <a:lnTo>
                  <a:pt x="1106" y="1490"/>
                </a:lnTo>
                <a:lnTo>
                  <a:pt x="1103" y="1494"/>
                </a:lnTo>
                <a:lnTo>
                  <a:pt x="1102" y="1495"/>
                </a:lnTo>
                <a:lnTo>
                  <a:pt x="1100" y="1497"/>
                </a:lnTo>
                <a:lnTo>
                  <a:pt x="1099" y="1497"/>
                </a:lnTo>
                <a:lnTo>
                  <a:pt x="1099" y="1498"/>
                </a:lnTo>
                <a:lnTo>
                  <a:pt x="1098" y="1498"/>
                </a:lnTo>
                <a:lnTo>
                  <a:pt x="1097" y="1498"/>
                </a:lnTo>
                <a:lnTo>
                  <a:pt x="1097" y="1499"/>
                </a:lnTo>
                <a:lnTo>
                  <a:pt x="1096" y="1499"/>
                </a:lnTo>
                <a:lnTo>
                  <a:pt x="1095" y="1502"/>
                </a:lnTo>
                <a:lnTo>
                  <a:pt x="1096" y="1503"/>
                </a:lnTo>
                <a:lnTo>
                  <a:pt x="1097" y="1505"/>
                </a:lnTo>
                <a:lnTo>
                  <a:pt x="1097" y="1507"/>
                </a:lnTo>
                <a:lnTo>
                  <a:pt x="1096" y="1507"/>
                </a:lnTo>
                <a:lnTo>
                  <a:pt x="1095" y="1507"/>
                </a:lnTo>
                <a:lnTo>
                  <a:pt x="1094" y="1507"/>
                </a:lnTo>
                <a:lnTo>
                  <a:pt x="1092" y="1507"/>
                </a:lnTo>
                <a:lnTo>
                  <a:pt x="1091" y="1506"/>
                </a:lnTo>
                <a:lnTo>
                  <a:pt x="1090" y="1507"/>
                </a:lnTo>
                <a:lnTo>
                  <a:pt x="1089" y="1508"/>
                </a:lnTo>
                <a:lnTo>
                  <a:pt x="1088" y="1508"/>
                </a:lnTo>
                <a:lnTo>
                  <a:pt x="1088" y="1509"/>
                </a:lnTo>
                <a:lnTo>
                  <a:pt x="1085" y="1512"/>
                </a:lnTo>
                <a:lnTo>
                  <a:pt x="1085" y="1513"/>
                </a:lnTo>
                <a:lnTo>
                  <a:pt x="1082" y="1516"/>
                </a:lnTo>
                <a:lnTo>
                  <a:pt x="1079" y="1518"/>
                </a:lnTo>
                <a:lnTo>
                  <a:pt x="1077" y="1521"/>
                </a:lnTo>
                <a:lnTo>
                  <a:pt x="1077" y="1522"/>
                </a:lnTo>
                <a:lnTo>
                  <a:pt x="1076" y="1522"/>
                </a:lnTo>
                <a:lnTo>
                  <a:pt x="1074" y="1523"/>
                </a:lnTo>
                <a:lnTo>
                  <a:pt x="1070" y="1526"/>
                </a:lnTo>
                <a:lnTo>
                  <a:pt x="1071" y="1526"/>
                </a:lnTo>
                <a:lnTo>
                  <a:pt x="1071" y="1527"/>
                </a:lnTo>
                <a:lnTo>
                  <a:pt x="1071" y="1529"/>
                </a:lnTo>
                <a:lnTo>
                  <a:pt x="1069" y="1532"/>
                </a:lnTo>
                <a:lnTo>
                  <a:pt x="1068" y="1533"/>
                </a:lnTo>
                <a:lnTo>
                  <a:pt x="1067" y="1533"/>
                </a:lnTo>
                <a:lnTo>
                  <a:pt x="1065" y="1539"/>
                </a:lnTo>
                <a:lnTo>
                  <a:pt x="1064" y="1539"/>
                </a:lnTo>
                <a:lnTo>
                  <a:pt x="1064" y="1540"/>
                </a:lnTo>
                <a:lnTo>
                  <a:pt x="1063" y="1540"/>
                </a:lnTo>
                <a:lnTo>
                  <a:pt x="1063" y="1542"/>
                </a:lnTo>
                <a:lnTo>
                  <a:pt x="1063" y="1543"/>
                </a:lnTo>
                <a:lnTo>
                  <a:pt x="1063" y="1544"/>
                </a:lnTo>
                <a:lnTo>
                  <a:pt x="1062" y="1546"/>
                </a:lnTo>
                <a:lnTo>
                  <a:pt x="1062" y="1547"/>
                </a:lnTo>
                <a:lnTo>
                  <a:pt x="1061" y="1548"/>
                </a:lnTo>
                <a:lnTo>
                  <a:pt x="1061" y="1552"/>
                </a:lnTo>
                <a:lnTo>
                  <a:pt x="1061" y="1553"/>
                </a:lnTo>
                <a:lnTo>
                  <a:pt x="1062" y="1553"/>
                </a:lnTo>
                <a:lnTo>
                  <a:pt x="1064" y="1554"/>
                </a:lnTo>
                <a:lnTo>
                  <a:pt x="1066" y="1556"/>
                </a:lnTo>
                <a:lnTo>
                  <a:pt x="1068" y="1557"/>
                </a:lnTo>
                <a:lnTo>
                  <a:pt x="1070" y="1559"/>
                </a:lnTo>
                <a:lnTo>
                  <a:pt x="1071" y="1560"/>
                </a:lnTo>
                <a:lnTo>
                  <a:pt x="1072" y="1560"/>
                </a:lnTo>
                <a:lnTo>
                  <a:pt x="1072" y="1561"/>
                </a:lnTo>
                <a:lnTo>
                  <a:pt x="1071" y="1562"/>
                </a:lnTo>
                <a:lnTo>
                  <a:pt x="1071" y="1563"/>
                </a:lnTo>
                <a:lnTo>
                  <a:pt x="1070" y="1563"/>
                </a:lnTo>
                <a:lnTo>
                  <a:pt x="1070" y="1564"/>
                </a:lnTo>
                <a:lnTo>
                  <a:pt x="1070" y="1565"/>
                </a:lnTo>
                <a:lnTo>
                  <a:pt x="1071" y="1566"/>
                </a:lnTo>
                <a:lnTo>
                  <a:pt x="1072" y="1567"/>
                </a:lnTo>
                <a:lnTo>
                  <a:pt x="1072" y="1568"/>
                </a:lnTo>
                <a:lnTo>
                  <a:pt x="1070" y="1569"/>
                </a:lnTo>
                <a:lnTo>
                  <a:pt x="1068" y="1571"/>
                </a:lnTo>
                <a:lnTo>
                  <a:pt x="1067" y="1572"/>
                </a:lnTo>
                <a:lnTo>
                  <a:pt x="1066" y="1573"/>
                </a:lnTo>
                <a:lnTo>
                  <a:pt x="1064" y="1574"/>
                </a:lnTo>
                <a:lnTo>
                  <a:pt x="1064" y="1575"/>
                </a:lnTo>
                <a:lnTo>
                  <a:pt x="1064" y="1576"/>
                </a:lnTo>
                <a:lnTo>
                  <a:pt x="1063" y="1577"/>
                </a:lnTo>
                <a:lnTo>
                  <a:pt x="1061" y="1578"/>
                </a:lnTo>
                <a:lnTo>
                  <a:pt x="1060" y="1578"/>
                </a:lnTo>
                <a:lnTo>
                  <a:pt x="1059" y="1577"/>
                </a:lnTo>
                <a:lnTo>
                  <a:pt x="1059" y="1576"/>
                </a:lnTo>
                <a:lnTo>
                  <a:pt x="1057" y="1573"/>
                </a:lnTo>
                <a:lnTo>
                  <a:pt x="1056" y="1573"/>
                </a:lnTo>
                <a:lnTo>
                  <a:pt x="1056" y="1572"/>
                </a:lnTo>
                <a:lnTo>
                  <a:pt x="1056" y="1571"/>
                </a:lnTo>
                <a:lnTo>
                  <a:pt x="1056" y="1570"/>
                </a:lnTo>
                <a:lnTo>
                  <a:pt x="1054" y="1567"/>
                </a:lnTo>
                <a:lnTo>
                  <a:pt x="1052" y="1565"/>
                </a:lnTo>
                <a:lnTo>
                  <a:pt x="1051" y="1565"/>
                </a:lnTo>
                <a:lnTo>
                  <a:pt x="1047" y="1565"/>
                </a:lnTo>
                <a:lnTo>
                  <a:pt x="1049" y="1567"/>
                </a:lnTo>
                <a:lnTo>
                  <a:pt x="1049" y="1568"/>
                </a:lnTo>
                <a:lnTo>
                  <a:pt x="1050" y="1569"/>
                </a:lnTo>
                <a:lnTo>
                  <a:pt x="1050" y="1572"/>
                </a:lnTo>
                <a:lnTo>
                  <a:pt x="1048" y="1576"/>
                </a:lnTo>
                <a:lnTo>
                  <a:pt x="1047" y="1578"/>
                </a:lnTo>
                <a:lnTo>
                  <a:pt x="1047" y="1582"/>
                </a:lnTo>
                <a:lnTo>
                  <a:pt x="1047" y="1584"/>
                </a:lnTo>
                <a:lnTo>
                  <a:pt x="1047" y="1587"/>
                </a:lnTo>
                <a:lnTo>
                  <a:pt x="1047" y="1590"/>
                </a:lnTo>
                <a:lnTo>
                  <a:pt x="1048" y="1591"/>
                </a:lnTo>
                <a:lnTo>
                  <a:pt x="1048" y="1592"/>
                </a:lnTo>
                <a:lnTo>
                  <a:pt x="1048" y="1593"/>
                </a:lnTo>
                <a:lnTo>
                  <a:pt x="1047" y="1593"/>
                </a:lnTo>
                <a:lnTo>
                  <a:pt x="1046" y="1594"/>
                </a:lnTo>
                <a:lnTo>
                  <a:pt x="1046" y="1595"/>
                </a:lnTo>
                <a:lnTo>
                  <a:pt x="1046" y="1597"/>
                </a:lnTo>
                <a:lnTo>
                  <a:pt x="1047" y="1598"/>
                </a:lnTo>
                <a:lnTo>
                  <a:pt x="1047" y="1599"/>
                </a:lnTo>
                <a:lnTo>
                  <a:pt x="1047" y="1600"/>
                </a:lnTo>
                <a:lnTo>
                  <a:pt x="1047" y="1601"/>
                </a:lnTo>
                <a:lnTo>
                  <a:pt x="1046" y="1602"/>
                </a:lnTo>
                <a:lnTo>
                  <a:pt x="1045" y="1603"/>
                </a:lnTo>
                <a:lnTo>
                  <a:pt x="1044" y="1602"/>
                </a:lnTo>
                <a:lnTo>
                  <a:pt x="1043" y="1602"/>
                </a:lnTo>
                <a:lnTo>
                  <a:pt x="1042" y="1602"/>
                </a:lnTo>
                <a:lnTo>
                  <a:pt x="1041" y="1602"/>
                </a:lnTo>
                <a:lnTo>
                  <a:pt x="1040" y="1602"/>
                </a:lnTo>
                <a:lnTo>
                  <a:pt x="1039" y="1604"/>
                </a:lnTo>
                <a:lnTo>
                  <a:pt x="1037" y="1604"/>
                </a:lnTo>
                <a:lnTo>
                  <a:pt x="1035" y="1605"/>
                </a:lnTo>
                <a:lnTo>
                  <a:pt x="1033" y="1605"/>
                </a:lnTo>
                <a:lnTo>
                  <a:pt x="1030" y="1605"/>
                </a:lnTo>
                <a:lnTo>
                  <a:pt x="1029" y="1605"/>
                </a:lnTo>
                <a:lnTo>
                  <a:pt x="1028" y="1604"/>
                </a:lnTo>
                <a:lnTo>
                  <a:pt x="1027" y="1603"/>
                </a:lnTo>
                <a:lnTo>
                  <a:pt x="1026" y="1603"/>
                </a:lnTo>
                <a:lnTo>
                  <a:pt x="1026" y="1602"/>
                </a:lnTo>
                <a:lnTo>
                  <a:pt x="1024" y="1602"/>
                </a:lnTo>
                <a:lnTo>
                  <a:pt x="1019" y="1603"/>
                </a:lnTo>
                <a:lnTo>
                  <a:pt x="1018" y="1603"/>
                </a:lnTo>
                <a:lnTo>
                  <a:pt x="1017" y="1604"/>
                </a:lnTo>
                <a:lnTo>
                  <a:pt x="1016" y="1605"/>
                </a:lnTo>
                <a:lnTo>
                  <a:pt x="1015" y="1605"/>
                </a:lnTo>
                <a:lnTo>
                  <a:pt x="1015" y="1606"/>
                </a:lnTo>
                <a:lnTo>
                  <a:pt x="1014" y="1606"/>
                </a:lnTo>
                <a:lnTo>
                  <a:pt x="1013" y="1606"/>
                </a:lnTo>
                <a:lnTo>
                  <a:pt x="1012" y="1606"/>
                </a:lnTo>
                <a:lnTo>
                  <a:pt x="1009" y="1607"/>
                </a:lnTo>
                <a:lnTo>
                  <a:pt x="1006" y="1608"/>
                </a:lnTo>
                <a:lnTo>
                  <a:pt x="1005" y="1608"/>
                </a:lnTo>
                <a:lnTo>
                  <a:pt x="1004" y="1607"/>
                </a:lnTo>
                <a:lnTo>
                  <a:pt x="1003" y="1607"/>
                </a:lnTo>
                <a:lnTo>
                  <a:pt x="1002" y="1606"/>
                </a:lnTo>
                <a:lnTo>
                  <a:pt x="1002" y="1605"/>
                </a:lnTo>
                <a:lnTo>
                  <a:pt x="1001" y="1605"/>
                </a:lnTo>
                <a:lnTo>
                  <a:pt x="1000" y="1604"/>
                </a:lnTo>
                <a:lnTo>
                  <a:pt x="997" y="1604"/>
                </a:lnTo>
                <a:lnTo>
                  <a:pt x="995" y="1605"/>
                </a:lnTo>
                <a:lnTo>
                  <a:pt x="994" y="1605"/>
                </a:lnTo>
                <a:lnTo>
                  <a:pt x="994" y="1606"/>
                </a:lnTo>
                <a:lnTo>
                  <a:pt x="992" y="1608"/>
                </a:lnTo>
                <a:lnTo>
                  <a:pt x="990" y="1608"/>
                </a:lnTo>
                <a:lnTo>
                  <a:pt x="989" y="1609"/>
                </a:lnTo>
                <a:lnTo>
                  <a:pt x="988" y="1609"/>
                </a:lnTo>
                <a:lnTo>
                  <a:pt x="987" y="1608"/>
                </a:lnTo>
                <a:lnTo>
                  <a:pt x="985" y="1607"/>
                </a:lnTo>
                <a:lnTo>
                  <a:pt x="984" y="1607"/>
                </a:lnTo>
                <a:lnTo>
                  <a:pt x="983" y="1607"/>
                </a:lnTo>
                <a:lnTo>
                  <a:pt x="981" y="1606"/>
                </a:lnTo>
                <a:lnTo>
                  <a:pt x="978" y="1606"/>
                </a:lnTo>
                <a:lnTo>
                  <a:pt x="977" y="1605"/>
                </a:lnTo>
                <a:lnTo>
                  <a:pt x="977" y="1603"/>
                </a:lnTo>
                <a:lnTo>
                  <a:pt x="978" y="1602"/>
                </a:lnTo>
                <a:lnTo>
                  <a:pt x="978" y="1601"/>
                </a:lnTo>
                <a:lnTo>
                  <a:pt x="977" y="1598"/>
                </a:lnTo>
                <a:lnTo>
                  <a:pt x="976" y="1597"/>
                </a:lnTo>
                <a:lnTo>
                  <a:pt x="975" y="1597"/>
                </a:lnTo>
                <a:lnTo>
                  <a:pt x="975" y="1596"/>
                </a:lnTo>
                <a:lnTo>
                  <a:pt x="974" y="1594"/>
                </a:lnTo>
                <a:lnTo>
                  <a:pt x="974" y="1592"/>
                </a:lnTo>
                <a:lnTo>
                  <a:pt x="970" y="1591"/>
                </a:lnTo>
                <a:lnTo>
                  <a:pt x="969" y="1590"/>
                </a:lnTo>
                <a:lnTo>
                  <a:pt x="968" y="1590"/>
                </a:lnTo>
                <a:lnTo>
                  <a:pt x="967" y="1589"/>
                </a:lnTo>
                <a:lnTo>
                  <a:pt x="966" y="1589"/>
                </a:lnTo>
                <a:lnTo>
                  <a:pt x="965" y="1590"/>
                </a:lnTo>
                <a:lnTo>
                  <a:pt x="962" y="1588"/>
                </a:lnTo>
                <a:lnTo>
                  <a:pt x="961" y="1587"/>
                </a:lnTo>
                <a:lnTo>
                  <a:pt x="960" y="1587"/>
                </a:lnTo>
                <a:lnTo>
                  <a:pt x="959" y="1588"/>
                </a:lnTo>
                <a:lnTo>
                  <a:pt x="957" y="1587"/>
                </a:lnTo>
                <a:lnTo>
                  <a:pt x="955" y="1586"/>
                </a:lnTo>
                <a:lnTo>
                  <a:pt x="953" y="1586"/>
                </a:lnTo>
                <a:lnTo>
                  <a:pt x="952" y="1586"/>
                </a:lnTo>
                <a:lnTo>
                  <a:pt x="951" y="1585"/>
                </a:lnTo>
                <a:lnTo>
                  <a:pt x="950" y="1583"/>
                </a:lnTo>
                <a:lnTo>
                  <a:pt x="948" y="1583"/>
                </a:lnTo>
                <a:lnTo>
                  <a:pt x="948" y="1582"/>
                </a:lnTo>
                <a:lnTo>
                  <a:pt x="948" y="1581"/>
                </a:lnTo>
                <a:lnTo>
                  <a:pt x="947" y="1581"/>
                </a:lnTo>
                <a:lnTo>
                  <a:pt x="946" y="1583"/>
                </a:lnTo>
                <a:lnTo>
                  <a:pt x="944" y="1584"/>
                </a:lnTo>
                <a:lnTo>
                  <a:pt x="943" y="1583"/>
                </a:lnTo>
                <a:lnTo>
                  <a:pt x="937" y="1581"/>
                </a:lnTo>
                <a:lnTo>
                  <a:pt x="936" y="1581"/>
                </a:lnTo>
                <a:lnTo>
                  <a:pt x="935" y="1581"/>
                </a:lnTo>
                <a:lnTo>
                  <a:pt x="935" y="1580"/>
                </a:lnTo>
                <a:lnTo>
                  <a:pt x="931" y="1577"/>
                </a:lnTo>
                <a:lnTo>
                  <a:pt x="930" y="1576"/>
                </a:lnTo>
                <a:lnTo>
                  <a:pt x="928" y="1576"/>
                </a:lnTo>
                <a:lnTo>
                  <a:pt x="927" y="1576"/>
                </a:lnTo>
                <a:lnTo>
                  <a:pt x="926" y="1577"/>
                </a:lnTo>
                <a:lnTo>
                  <a:pt x="923" y="1576"/>
                </a:lnTo>
                <a:lnTo>
                  <a:pt x="922" y="1575"/>
                </a:lnTo>
                <a:lnTo>
                  <a:pt x="923" y="1574"/>
                </a:lnTo>
                <a:lnTo>
                  <a:pt x="925" y="1570"/>
                </a:lnTo>
                <a:lnTo>
                  <a:pt x="924" y="1570"/>
                </a:lnTo>
                <a:lnTo>
                  <a:pt x="923" y="1569"/>
                </a:lnTo>
                <a:lnTo>
                  <a:pt x="922" y="1568"/>
                </a:lnTo>
                <a:lnTo>
                  <a:pt x="921" y="1567"/>
                </a:lnTo>
                <a:lnTo>
                  <a:pt x="920" y="1567"/>
                </a:lnTo>
                <a:lnTo>
                  <a:pt x="920" y="1566"/>
                </a:lnTo>
                <a:lnTo>
                  <a:pt x="919" y="1566"/>
                </a:lnTo>
                <a:lnTo>
                  <a:pt x="918" y="1565"/>
                </a:lnTo>
                <a:lnTo>
                  <a:pt x="918" y="1564"/>
                </a:lnTo>
                <a:lnTo>
                  <a:pt x="917" y="1564"/>
                </a:lnTo>
                <a:lnTo>
                  <a:pt x="917" y="1563"/>
                </a:lnTo>
                <a:lnTo>
                  <a:pt x="917" y="1562"/>
                </a:lnTo>
                <a:lnTo>
                  <a:pt x="916" y="1562"/>
                </a:lnTo>
                <a:lnTo>
                  <a:pt x="915" y="1561"/>
                </a:lnTo>
                <a:lnTo>
                  <a:pt x="913" y="1560"/>
                </a:lnTo>
                <a:lnTo>
                  <a:pt x="912" y="1560"/>
                </a:lnTo>
                <a:lnTo>
                  <a:pt x="911" y="1560"/>
                </a:lnTo>
                <a:lnTo>
                  <a:pt x="910" y="1559"/>
                </a:lnTo>
                <a:lnTo>
                  <a:pt x="909" y="1559"/>
                </a:lnTo>
                <a:lnTo>
                  <a:pt x="908" y="1559"/>
                </a:lnTo>
                <a:lnTo>
                  <a:pt x="907" y="1559"/>
                </a:lnTo>
                <a:lnTo>
                  <a:pt x="907" y="1558"/>
                </a:lnTo>
                <a:lnTo>
                  <a:pt x="906" y="1558"/>
                </a:lnTo>
                <a:lnTo>
                  <a:pt x="906" y="1557"/>
                </a:lnTo>
                <a:lnTo>
                  <a:pt x="905" y="1557"/>
                </a:lnTo>
                <a:lnTo>
                  <a:pt x="904" y="1556"/>
                </a:lnTo>
                <a:lnTo>
                  <a:pt x="904" y="1555"/>
                </a:lnTo>
                <a:lnTo>
                  <a:pt x="903" y="1554"/>
                </a:lnTo>
                <a:lnTo>
                  <a:pt x="901" y="1554"/>
                </a:lnTo>
                <a:lnTo>
                  <a:pt x="900" y="1554"/>
                </a:lnTo>
                <a:lnTo>
                  <a:pt x="899" y="1554"/>
                </a:lnTo>
                <a:lnTo>
                  <a:pt x="898" y="1554"/>
                </a:lnTo>
                <a:lnTo>
                  <a:pt x="897" y="1554"/>
                </a:lnTo>
                <a:lnTo>
                  <a:pt x="897" y="1555"/>
                </a:lnTo>
                <a:lnTo>
                  <a:pt x="889" y="1557"/>
                </a:lnTo>
                <a:lnTo>
                  <a:pt x="889" y="1558"/>
                </a:lnTo>
                <a:lnTo>
                  <a:pt x="888" y="1558"/>
                </a:lnTo>
                <a:lnTo>
                  <a:pt x="886" y="1558"/>
                </a:lnTo>
                <a:lnTo>
                  <a:pt x="882" y="1557"/>
                </a:lnTo>
                <a:lnTo>
                  <a:pt x="881" y="1557"/>
                </a:lnTo>
                <a:lnTo>
                  <a:pt x="878" y="1556"/>
                </a:lnTo>
                <a:lnTo>
                  <a:pt x="877" y="1555"/>
                </a:lnTo>
                <a:lnTo>
                  <a:pt x="876" y="1555"/>
                </a:lnTo>
                <a:lnTo>
                  <a:pt x="875" y="1555"/>
                </a:lnTo>
                <a:lnTo>
                  <a:pt x="872" y="1554"/>
                </a:lnTo>
                <a:lnTo>
                  <a:pt x="871" y="1554"/>
                </a:lnTo>
                <a:lnTo>
                  <a:pt x="870" y="1554"/>
                </a:lnTo>
                <a:lnTo>
                  <a:pt x="870" y="1553"/>
                </a:lnTo>
                <a:lnTo>
                  <a:pt x="869" y="1553"/>
                </a:lnTo>
                <a:lnTo>
                  <a:pt x="868" y="1553"/>
                </a:lnTo>
                <a:lnTo>
                  <a:pt x="866" y="1553"/>
                </a:lnTo>
                <a:lnTo>
                  <a:pt x="865" y="1552"/>
                </a:lnTo>
                <a:lnTo>
                  <a:pt x="864" y="1552"/>
                </a:lnTo>
                <a:lnTo>
                  <a:pt x="863" y="1551"/>
                </a:lnTo>
                <a:lnTo>
                  <a:pt x="862" y="1550"/>
                </a:lnTo>
                <a:lnTo>
                  <a:pt x="861" y="1549"/>
                </a:lnTo>
                <a:lnTo>
                  <a:pt x="860" y="1549"/>
                </a:lnTo>
                <a:lnTo>
                  <a:pt x="858" y="1548"/>
                </a:lnTo>
                <a:lnTo>
                  <a:pt x="857" y="1548"/>
                </a:lnTo>
                <a:lnTo>
                  <a:pt x="856" y="1547"/>
                </a:lnTo>
                <a:lnTo>
                  <a:pt x="855" y="1547"/>
                </a:lnTo>
                <a:lnTo>
                  <a:pt x="854" y="1547"/>
                </a:lnTo>
                <a:lnTo>
                  <a:pt x="853" y="1546"/>
                </a:lnTo>
                <a:lnTo>
                  <a:pt x="852" y="1546"/>
                </a:lnTo>
                <a:lnTo>
                  <a:pt x="851" y="1546"/>
                </a:lnTo>
                <a:lnTo>
                  <a:pt x="849" y="1544"/>
                </a:lnTo>
                <a:lnTo>
                  <a:pt x="846" y="1543"/>
                </a:lnTo>
                <a:lnTo>
                  <a:pt x="845" y="1543"/>
                </a:lnTo>
                <a:lnTo>
                  <a:pt x="844" y="1542"/>
                </a:lnTo>
                <a:lnTo>
                  <a:pt x="843" y="1541"/>
                </a:lnTo>
                <a:lnTo>
                  <a:pt x="842" y="1540"/>
                </a:lnTo>
                <a:lnTo>
                  <a:pt x="842" y="1539"/>
                </a:lnTo>
                <a:lnTo>
                  <a:pt x="841" y="1539"/>
                </a:lnTo>
                <a:lnTo>
                  <a:pt x="840" y="1539"/>
                </a:lnTo>
                <a:lnTo>
                  <a:pt x="839" y="1538"/>
                </a:lnTo>
                <a:lnTo>
                  <a:pt x="839" y="1537"/>
                </a:lnTo>
                <a:lnTo>
                  <a:pt x="850" y="1530"/>
                </a:lnTo>
                <a:lnTo>
                  <a:pt x="854" y="1522"/>
                </a:lnTo>
                <a:lnTo>
                  <a:pt x="854" y="1519"/>
                </a:lnTo>
                <a:lnTo>
                  <a:pt x="854" y="1516"/>
                </a:lnTo>
                <a:lnTo>
                  <a:pt x="855" y="1508"/>
                </a:lnTo>
                <a:lnTo>
                  <a:pt x="857" y="1502"/>
                </a:lnTo>
                <a:lnTo>
                  <a:pt x="859" y="1497"/>
                </a:lnTo>
                <a:lnTo>
                  <a:pt x="863" y="1493"/>
                </a:lnTo>
                <a:lnTo>
                  <a:pt x="864" y="1493"/>
                </a:lnTo>
                <a:lnTo>
                  <a:pt x="867" y="1488"/>
                </a:lnTo>
                <a:lnTo>
                  <a:pt x="870" y="1484"/>
                </a:lnTo>
                <a:lnTo>
                  <a:pt x="882" y="1473"/>
                </a:lnTo>
                <a:lnTo>
                  <a:pt x="883" y="1465"/>
                </a:lnTo>
                <a:lnTo>
                  <a:pt x="883" y="1463"/>
                </a:lnTo>
                <a:lnTo>
                  <a:pt x="883" y="1462"/>
                </a:lnTo>
                <a:lnTo>
                  <a:pt x="882" y="1462"/>
                </a:lnTo>
                <a:lnTo>
                  <a:pt x="881" y="1461"/>
                </a:lnTo>
                <a:lnTo>
                  <a:pt x="880" y="1461"/>
                </a:lnTo>
                <a:lnTo>
                  <a:pt x="879" y="1460"/>
                </a:lnTo>
                <a:lnTo>
                  <a:pt x="877" y="1460"/>
                </a:lnTo>
                <a:lnTo>
                  <a:pt x="877" y="1459"/>
                </a:lnTo>
                <a:lnTo>
                  <a:pt x="876" y="1459"/>
                </a:lnTo>
                <a:lnTo>
                  <a:pt x="875" y="1459"/>
                </a:lnTo>
                <a:lnTo>
                  <a:pt x="874" y="1459"/>
                </a:lnTo>
                <a:lnTo>
                  <a:pt x="874" y="1458"/>
                </a:lnTo>
                <a:lnTo>
                  <a:pt x="873" y="1458"/>
                </a:lnTo>
                <a:lnTo>
                  <a:pt x="873" y="1457"/>
                </a:lnTo>
                <a:lnTo>
                  <a:pt x="873" y="1456"/>
                </a:lnTo>
                <a:lnTo>
                  <a:pt x="872" y="1455"/>
                </a:lnTo>
                <a:lnTo>
                  <a:pt x="872" y="1454"/>
                </a:lnTo>
                <a:lnTo>
                  <a:pt x="872" y="1453"/>
                </a:lnTo>
                <a:lnTo>
                  <a:pt x="871" y="1452"/>
                </a:lnTo>
                <a:lnTo>
                  <a:pt x="871" y="1451"/>
                </a:lnTo>
                <a:lnTo>
                  <a:pt x="871" y="1450"/>
                </a:lnTo>
                <a:lnTo>
                  <a:pt x="870" y="1450"/>
                </a:lnTo>
                <a:lnTo>
                  <a:pt x="870" y="1449"/>
                </a:lnTo>
                <a:lnTo>
                  <a:pt x="870" y="1448"/>
                </a:lnTo>
                <a:lnTo>
                  <a:pt x="870" y="1447"/>
                </a:lnTo>
                <a:lnTo>
                  <a:pt x="869" y="1447"/>
                </a:lnTo>
                <a:lnTo>
                  <a:pt x="869" y="1446"/>
                </a:lnTo>
                <a:lnTo>
                  <a:pt x="869" y="1445"/>
                </a:lnTo>
                <a:lnTo>
                  <a:pt x="868" y="1445"/>
                </a:lnTo>
                <a:lnTo>
                  <a:pt x="868" y="1444"/>
                </a:lnTo>
                <a:lnTo>
                  <a:pt x="867" y="1444"/>
                </a:lnTo>
                <a:lnTo>
                  <a:pt x="867" y="1443"/>
                </a:lnTo>
                <a:lnTo>
                  <a:pt x="867" y="1442"/>
                </a:lnTo>
                <a:lnTo>
                  <a:pt x="867" y="1441"/>
                </a:lnTo>
                <a:lnTo>
                  <a:pt x="868" y="1440"/>
                </a:lnTo>
                <a:lnTo>
                  <a:pt x="868" y="1439"/>
                </a:lnTo>
                <a:lnTo>
                  <a:pt x="868" y="1438"/>
                </a:lnTo>
                <a:lnTo>
                  <a:pt x="868" y="1437"/>
                </a:lnTo>
                <a:lnTo>
                  <a:pt x="868" y="1435"/>
                </a:lnTo>
                <a:lnTo>
                  <a:pt x="867" y="1434"/>
                </a:lnTo>
                <a:lnTo>
                  <a:pt x="867" y="1433"/>
                </a:lnTo>
                <a:lnTo>
                  <a:pt x="867" y="1432"/>
                </a:lnTo>
                <a:lnTo>
                  <a:pt x="867" y="1431"/>
                </a:lnTo>
                <a:lnTo>
                  <a:pt x="866" y="1430"/>
                </a:lnTo>
                <a:lnTo>
                  <a:pt x="865" y="1430"/>
                </a:lnTo>
                <a:lnTo>
                  <a:pt x="864" y="1430"/>
                </a:lnTo>
                <a:lnTo>
                  <a:pt x="863" y="1429"/>
                </a:lnTo>
                <a:lnTo>
                  <a:pt x="863" y="1428"/>
                </a:lnTo>
                <a:lnTo>
                  <a:pt x="862" y="1428"/>
                </a:lnTo>
                <a:lnTo>
                  <a:pt x="862" y="1429"/>
                </a:lnTo>
                <a:lnTo>
                  <a:pt x="861" y="1429"/>
                </a:lnTo>
                <a:lnTo>
                  <a:pt x="859" y="1430"/>
                </a:lnTo>
                <a:lnTo>
                  <a:pt x="858" y="1430"/>
                </a:lnTo>
                <a:lnTo>
                  <a:pt x="857" y="1431"/>
                </a:lnTo>
                <a:lnTo>
                  <a:pt x="856" y="1431"/>
                </a:lnTo>
                <a:lnTo>
                  <a:pt x="854" y="1431"/>
                </a:lnTo>
                <a:lnTo>
                  <a:pt x="853" y="1431"/>
                </a:lnTo>
                <a:lnTo>
                  <a:pt x="852" y="1430"/>
                </a:lnTo>
                <a:lnTo>
                  <a:pt x="850" y="1429"/>
                </a:lnTo>
                <a:lnTo>
                  <a:pt x="847" y="1432"/>
                </a:lnTo>
                <a:lnTo>
                  <a:pt x="846" y="1434"/>
                </a:lnTo>
                <a:lnTo>
                  <a:pt x="843" y="1437"/>
                </a:lnTo>
                <a:lnTo>
                  <a:pt x="842" y="1440"/>
                </a:lnTo>
                <a:lnTo>
                  <a:pt x="841" y="1440"/>
                </a:lnTo>
                <a:lnTo>
                  <a:pt x="840" y="1440"/>
                </a:lnTo>
                <a:lnTo>
                  <a:pt x="839" y="1439"/>
                </a:lnTo>
                <a:lnTo>
                  <a:pt x="837" y="1439"/>
                </a:lnTo>
                <a:lnTo>
                  <a:pt x="835" y="1439"/>
                </a:lnTo>
                <a:lnTo>
                  <a:pt x="834" y="1438"/>
                </a:lnTo>
                <a:lnTo>
                  <a:pt x="831" y="1438"/>
                </a:lnTo>
                <a:lnTo>
                  <a:pt x="829" y="1439"/>
                </a:lnTo>
                <a:lnTo>
                  <a:pt x="827" y="1439"/>
                </a:lnTo>
                <a:lnTo>
                  <a:pt x="825" y="1439"/>
                </a:lnTo>
                <a:lnTo>
                  <a:pt x="824" y="1439"/>
                </a:lnTo>
                <a:lnTo>
                  <a:pt x="823" y="1440"/>
                </a:lnTo>
                <a:lnTo>
                  <a:pt x="822" y="1440"/>
                </a:lnTo>
                <a:lnTo>
                  <a:pt x="822" y="1439"/>
                </a:lnTo>
                <a:lnTo>
                  <a:pt x="821" y="1440"/>
                </a:lnTo>
                <a:lnTo>
                  <a:pt x="820" y="1440"/>
                </a:lnTo>
                <a:lnTo>
                  <a:pt x="820" y="1441"/>
                </a:lnTo>
                <a:lnTo>
                  <a:pt x="821" y="1441"/>
                </a:lnTo>
                <a:lnTo>
                  <a:pt x="821" y="1442"/>
                </a:lnTo>
                <a:lnTo>
                  <a:pt x="821" y="1443"/>
                </a:lnTo>
                <a:lnTo>
                  <a:pt x="821" y="1444"/>
                </a:lnTo>
                <a:lnTo>
                  <a:pt x="821" y="1445"/>
                </a:lnTo>
                <a:lnTo>
                  <a:pt x="821" y="1446"/>
                </a:lnTo>
                <a:lnTo>
                  <a:pt x="821" y="1447"/>
                </a:lnTo>
                <a:lnTo>
                  <a:pt x="821" y="1448"/>
                </a:lnTo>
                <a:lnTo>
                  <a:pt x="822" y="1449"/>
                </a:lnTo>
                <a:lnTo>
                  <a:pt x="822" y="1451"/>
                </a:lnTo>
                <a:lnTo>
                  <a:pt x="821" y="1453"/>
                </a:lnTo>
                <a:lnTo>
                  <a:pt x="820" y="1454"/>
                </a:lnTo>
                <a:lnTo>
                  <a:pt x="818" y="1454"/>
                </a:lnTo>
                <a:lnTo>
                  <a:pt x="817" y="1454"/>
                </a:lnTo>
                <a:lnTo>
                  <a:pt x="816" y="1453"/>
                </a:lnTo>
                <a:lnTo>
                  <a:pt x="816" y="1454"/>
                </a:lnTo>
                <a:lnTo>
                  <a:pt x="815" y="1454"/>
                </a:lnTo>
                <a:lnTo>
                  <a:pt x="814" y="1454"/>
                </a:lnTo>
                <a:lnTo>
                  <a:pt x="813" y="1454"/>
                </a:lnTo>
                <a:lnTo>
                  <a:pt x="813" y="1453"/>
                </a:lnTo>
                <a:lnTo>
                  <a:pt x="812" y="1453"/>
                </a:lnTo>
                <a:lnTo>
                  <a:pt x="811" y="1452"/>
                </a:lnTo>
                <a:lnTo>
                  <a:pt x="810" y="1452"/>
                </a:lnTo>
                <a:lnTo>
                  <a:pt x="810" y="1451"/>
                </a:lnTo>
                <a:lnTo>
                  <a:pt x="809" y="1452"/>
                </a:lnTo>
                <a:lnTo>
                  <a:pt x="808" y="1453"/>
                </a:lnTo>
                <a:lnTo>
                  <a:pt x="807" y="1454"/>
                </a:lnTo>
                <a:lnTo>
                  <a:pt x="807" y="1455"/>
                </a:lnTo>
                <a:lnTo>
                  <a:pt x="806" y="1455"/>
                </a:lnTo>
                <a:lnTo>
                  <a:pt x="805" y="1456"/>
                </a:lnTo>
                <a:lnTo>
                  <a:pt x="806" y="1456"/>
                </a:lnTo>
                <a:lnTo>
                  <a:pt x="806" y="1457"/>
                </a:lnTo>
                <a:lnTo>
                  <a:pt x="805" y="1458"/>
                </a:lnTo>
                <a:lnTo>
                  <a:pt x="804" y="1459"/>
                </a:lnTo>
                <a:lnTo>
                  <a:pt x="804" y="1460"/>
                </a:lnTo>
                <a:lnTo>
                  <a:pt x="804" y="1461"/>
                </a:lnTo>
                <a:lnTo>
                  <a:pt x="803" y="1461"/>
                </a:lnTo>
                <a:lnTo>
                  <a:pt x="803" y="1462"/>
                </a:lnTo>
                <a:lnTo>
                  <a:pt x="803" y="1463"/>
                </a:lnTo>
                <a:lnTo>
                  <a:pt x="803" y="1464"/>
                </a:lnTo>
                <a:lnTo>
                  <a:pt x="802" y="1464"/>
                </a:lnTo>
                <a:lnTo>
                  <a:pt x="802" y="1465"/>
                </a:lnTo>
                <a:lnTo>
                  <a:pt x="803" y="1465"/>
                </a:lnTo>
                <a:lnTo>
                  <a:pt x="803" y="1466"/>
                </a:lnTo>
                <a:lnTo>
                  <a:pt x="804" y="1466"/>
                </a:lnTo>
                <a:lnTo>
                  <a:pt x="803" y="1467"/>
                </a:lnTo>
                <a:lnTo>
                  <a:pt x="802" y="1468"/>
                </a:lnTo>
                <a:lnTo>
                  <a:pt x="801" y="1469"/>
                </a:lnTo>
                <a:lnTo>
                  <a:pt x="801" y="1470"/>
                </a:lnTo>
                <a:lnTo>
                  <a:pt x="801" y="1471"/>
                </a:lnTo>
                <a:lnTo>
                  <a:pt x="800" y="1472"/>
                </a:lnTo>
                <a:lnTo>
                  <a:pt x="799" y="1472"/>
                </a:lnTo>
                <a:lnTo>
                  <a:pt x="798" y="1472"/>
                </a:lnTo>
                <a:lnTo>
                  <a:pt x="797" y="1473"/>
                </a:lnTo>
                <a:lnTo>
                  <a:pt x="796" y="1473"/>
                </a:lnTo>
                <a:lnTo>
                  <a:pt x="796" y="1474"/>
                </a:lnTo>
                <a:lnTo>
                  <a:pt x="796" y="1475"/>
                </a:lnTo>
                <a:lnTo>
                  <a:pt x="796" y="1476"/>
                </a:lnTo>
                <a:lnTo>
                  <a:pt x="795" y="1476"/>
                </a:lnTo>
                <a:lnTo>
                  <a:pt x="794" y="1476"/>
                </a:lnTo>
                <a:lnTo>
                  <a:pt x="793" y="1478"/>
                </a:lnTo>
                <a:lnTo>
                  <a:pt x="793" y="1479"/>
                </a:lnTo>
                <a:lnTo>
                  <a:pt x="794" y="1480"/>
                </a:lnTo>
                <a:lnTo>
                  <a:pt x="794" y="1481"/>
                </a:lnTo>
                <a:lnTo>
                  <a:pt x="795" y="1481"/>
                </a:lnTo>
                <a:lnTo>
                  <a:pt x="795" y="1480"/>
                </a:lnTo>
                <a:lnTo>
                  <a:pt x="796" y="1480"/>
                </a:lnTo>
                <a:lnTo>
                  <a:pt x="796" y="1481"/>
                </a:lnTo>
                <a:lnTo>
                  <a:pt x="795" y="1481"/>
                </a:lnTo>
                <a:lnTo>
                  <a:pt x="795" y="1483"/>
                </a:lnTo>
                <a:lnTo>
                  <a:pt x="794" y="1483"/>
                </a:lnTo>
                <a:lnTo>
                  <a:pt x="793" y="1484"/>
                </a:lnTo>
                <a:lnTo>
                  <a:pt x="791" y="1486"/>
                </a:lnTo>
                <a:lnTo>
                  <a:pt x="790" y="1486"/>
                </a:lnTo>
                <a:lnTo>
                  <a:pt x="790" y="1487"/>
                </a:lnTo>
                <a:lnTo>
                  <a:pt x="790" y="1488"/>
                </a:lnTo>
                <a:lnTo>
                  <a:pt x="787" y="1489"/>
                </a:lnTo>
                <a:lnTo>
                  <a:pt x="786" y="1489"/>
                </a:lnTo>
                <a:lnTo>
                  <a:pt x="786" y="1490"/>
                </a:lnTo>
                <a:lnTo>
                  <a:pt x="786" y="1491"/>
                </a:lnTo>
                <a:lnTo>
                  <a:pt x="787" y="1491"/>
                </a:lnTo>
                <a:lnTo>
                  <a:pt x="787" y="1492"/>
                </a:lnTo>
                <a:lnTo>
                  <a:pt x="787" y="1493"/>
                </a:lnTo>
                <a:lnTo>
                  <a:pt x="786" y="1493"/>
                </a:lnTo>
                <a:lnTo>
                  <a:pt x="787" y="1493"/>
                </a:lnTo>
                <a:lnTo>
                  <a:pt x="787" y="1494"/>
                </a:lnTo>
                <a:lnTo>
                  <a:pt x="787" y="1495"/>
                </a:lnTo>
                <a:lnTo>
                  <a:pt x="786" y="1496"/>
                </a:lnTo>
                <a:lnTo>
                  <a:pt x="785" y="1497"/>
                </a:lnTo>
                <a:lnTo>
                  <a:pt x="785" y="1498"/>
                </a:lnTo>
                <a:lnTo>
                  <a:pt x="786" y="1499"/>
                </a:lnTo>
                <a:lnTo>
                  <a:pt x="785" y="1501"/>
                </a:lnTo>
                <a:lnTo>
                  <a:pt x="784" y="1501"/>
                </a:lnTo>
                <a:lnTo>
                  <a:pt x="784" y="1502"/>
                </a:lnTo>
                <a:lnTo>
                  <a:pt x="784" y="1503"/>
                </a:lnTo>
                <a:lnTo>
                  <a:pt x="783" y="1503"/>
                </a:lnTo>
                <a:lnTo>
                  <a:pt x="782" y="1504"/>
                </a:lnTo>
                <a:lnTo>
                  <a:pt x="782" y="1506"/>
                </a:lnTo>
                <a:lnTo>
                  <a:pt x="783" y="1507"/>
                </a:lnTo>
                <a:lnTo>
                  <a:pt x="783" y="1508"/>
                </a:lnTo>
                <a:lnTo>
                  <a:pt x="784" y="1508"/>
                </a:lnTo>
                <a:lnTo>
                  <a:pt x="784" y="1509"/>
                </a:lnTo>
                <a:lnTo>
                  <a:pt x="784" y="1510"/>
                </a:lnTo>
                <a:lnTo>
                  <a:pt x="783" y="1511"/>
                </a:lnTo>
                <a:lnTo>
                  <a:pt x="782" y="1511"/>
                </a:lnTo>
                <a:lnTo>
                  <a:pt x="782" y="1512"/>
                </a:lnTo>
                <a:lnTo>
                  <a:pt x="783" y="1513"/>
                </a:lnTo>
                <a:lnTo>
                  <a:pt x="783" y="1514"/>
                </a:lnTo>
                <a:lnTo>
                  <a:pt x="783" y="1515"/>
                </a:lnTo>
                <a:lnTo>
                  <a:pt x="783" y="1516"/>
                </a:lnTo>
                <a:lnTo>
                  <a:pt x="783" y="1517"/>
                </a:lnTo>
                <a:lnTo>
                  <a:pt x="782" y="1517"/>
                </a:lnTo>
                <a:lnTo>
                  <a:pt x="782" y="1518"/>
                </a:lnTo>
                <a:lnTo>
                  <a:pt x="782" y="1519"/>
                </a:lnTo>
                <a:lnTo>
                  <a:pt x="781" y="1520"/>
                </a:lnTo>
                <a:lnTo>
                  <a:pt x="781" y="1521"/>
                </a:lnTo>
                <a:lnTo>
                  <a:pt x="781" y="1522"/>
                </a:lnTo>
                <a:lnTo>
                  <a:pt x="781" y="1523"/>
                </a:lnTo>
                <a:lnTo>
                  <a:pt x="782" y="1523"/>
                </a:lnTo>
                <a:lnTo>
                  <a:pt x="782" y="1524"/>
                </a:lnTo>
                <a:lnTo>
                  <a:pt x="782" y="1525"/>
                </a:lnTo>
                <a:lnTo>
                  <a:pt x="781" y="1525"/>
                </a:lnTo>
                <a:lnTo>
                  <a:pt x="780" y="1525"/>
                </a:lnTo>
                <a:lnTo>
                  <a:pt x="780" y="1526"/>
                </a:lnTo>
                <a:lnTo>
                  <a:pt x="780" y="1527"/>
                </a:lnTo>
                <a:lnTo>
                  <a:pt x="780" y="1528"/>
                </a:lnTo>
                <a:lnTo>
                  <a:pt x="780" y="1529"/>
                </a:lnTo>
                <a:lnTo>
                  <a:pt x="781" y="1530"/>
                </a:lnTo>
                <a:lnTo>
                  <a:pt x="781" y="1531"/>
                </a:lnTo>
                <a:lnTo>
                  <a:pt x="780" y="1531"/>
                </a:lnTo>
                <a:lnTo>
                  <a:pt x="779" y="1532"/>
                </a:lnTo>
                <a:lnTo>
                  <a:pt x="779" y="1533"/>
                </a:lnTo>
                <a:lnTo>
                  <a:pt x="780" y="1534"/>
                </a:lnTo>
                <a:lnTo>
                  <a:pt x="780" y="1535"/>
                </a:lnTo>
                <a:lnTo>
                  <a:pt x="781" y="1536"/>
                </a:lnTo>
                <a:lnTo>
                  <a:pt x="781" y="1537"/>
                </a:lnTo>
                <a:lnTo>
                  <a:pt x="782" y="1538"/>
                </a:lnTo>
                <a:lnTo>
                  <a:pt x="783" y="1540"/>
                </a:lnTo>
                <a:lnTo>
                  <a:pt x="783" y="1541"/>
                </a:lnTo>
                <a:lnTo>
                  <a:pt x="782" y="1543"/>
                </a:lnTo>
                <a:lnTo>
                  <a:pt x="782" y="1544"/>
                </a:lnTo>
                <a:lnTo>
                  <a:pt x="781" y="1545"/>
                </a:lnTo>
                <a:lnTo>
                  <a:pt x="781" y="1546"/>
                </a:lnTo>
                <a:lnTo>
                  <a:pt x="781" y="1547"/>
                </a:lnTo>
                <a:lnTo>
                  <a:pt x="780" y="1547"/>
                </a:lnTo>
                <a:lnTo>
                  <a:pt x="779" y="1547"/>
                </a:lnTo>
                <a:lnTo>
                  <a:pt x="778" y="1548"/>
                </a:lnTo>
                <a:lnTo>
                  <a:pt x="776" y="1548"/>
                </a:lnTo>
                <a:lnTo>
                  <a:pt x="776" y="1549"/>
                </a:lnTo>
                <a:lnTo>
                  <a:pt x="775" y="1550"/>
                </a:lnTo>
                <a:lnTo>
                  <a:pt x="775" y="1552"/>
                </a:lnTo>
                <a:lnTo>
                  <a:pt x="775" y="1554"/>
                </a:lnTo>
                <a:lnTo>
                  <a:pt x="775" y="1555"/>
                </a:lnTo>
                <a:lnTo>
                  <a:pt x="774" y="1558"/>
                </a:lnTo>
                <a:lnTo>
                  <a:pt x="775" y="1558"/>
                </a:lnTo>
                <a:lnTo>
                  <a:pt x="775" y="1560"/>
                </a:lnTo>
                <a:lnTo>
                  <a:pt x="776" y="1561"/>
                </a:lnTo>
                <a:lnTo>
                  <a:pt x="776" y="1562"/>
                </a:lnTo>
                <a:lnTo>
                  <a:pt x="776" y="1563"/>
                </a:lnTo>
                <a:lnTo>
                  <a:pt x="777" y="1564"/>
                </a:lnTo>
                <a:lnTo>
                  <a:pt x="778" y="1565"/>
                </a:lnTo>
                <a:lnTo>
                  <a:pt x="779" y="1566"/>
                </a:lnTo>
                <a:lnTo>
                  <a:pt x="781" y="1569"/>
                </a:lnTo>
                <a:lnTo>
                  <a:pt x="782" y="1570"/>
                </a:lnTo>
                <a:lnTo>
                  <a:pt x="781" y="1570"/>
                </a:lnTo>
                <a:lnTo>
                  <a:pt x="781" y="1571"/>
                </a:lnTo>
                <a:lnTo>
                  <a:pt x="779" y="1574"/>
                </a:lnTo>
                <a:lnTo>
                  <a:pt x="778" y="1574"/>
                </a:lnTo>
                <a:lnTo>
                  <a:pt x="777" y="1575"/>
                </a:lnTo>
                <a:lnTo>
                  <a:pt x="778" y="1575"/>
                </a:lnTo>
                <a:lnTo>
                  <a:pt x="778" y="1577"/>
                </a:lnTo>
                <a:lnTo>
                  <a:pt x="777" y="1578"/>
                </a:lnTo>
                <a:lnTo>
                  <a:pt x="777" y="1579"/>
                </a:lnTo>
                <a:lnTo>
                  <a:pt x="778" y="1580"/>
                </a:lnTo>
                <a:lnTo>
                  <a:pt x="778" y="1581"/>
                </a:lnTo>
                <a:lnTo>
                  <a:pt x="778" y="1582"/>
                </a:lnTo>
                <a:lnTo>
                  <a:pt x="778" y="1583"/>
                </a:lnTo>
                <a:lnTo>
                  <a:pt x="778" y="1584"/>
                </a:lnTo>
                <a:lnTo>
                  <a:pt x="778" y="1585"/>
                </a:lnTo>
                <a:lnTo>
                  <a:pt x="777" y="1586"/>
                </a:lnTo>
                <a:lnTo>
                  <a:pt x="776" y="1587"/>
                </a:lnTo>
                <a:lnTo>
                  <a:pt x="775" y="1588"/>
                </a:lnTo>
                <a:lnTo>
                  <a:pt x="775" y="1589"/>
                </a:lnTo>
                <a:lnTo>
                  <a:pt x="775" y="1590"/>
                </a:lnTo>
                <a:lnTo>
                  <a:pt x="775" y="1591"/>
                </a:lnTo>
                <a:lnTo>
                  <a:pt x="774" y="1591"/>
                </a:lnTo>
                <a:lnTo>
                  <a:pt x="773" y="1590"/>
                </a:lnTo>
                <a:lnTo>
                  <a:pt x="772" y="1590"/>
                </a:lnTo>
                <a:lnTo>
                  <a:pt x="771" y="1591"/>
                </a:lnTo>
                <a:lnTo>
                  <a:pt x="768" y="1592"/>
                </a:lnTo>
                <a:lnTo>
                  <a:pt x="767" y="1593"/>
                </a:lnTo>
                <a:lnTo>
                  <a:pt x="766" y="1593"/>
                </a:lnTo>
                <a:lnTo>
                  <a:pt x="765" y="1593"/>
                </a:lnTo>
                <a:lnTo>
                  <a:pt x="765" y="1594"/>
                </a:lnTo>
                <a:lnTo>
                  <a:pt x="765" y="1593"/>
                </a:lnTo>
                <a:lnTo>
                  <a:pt x="764" y="1593"/>
                </a:lnTo>
                <a:lnTo>
                  <a:pt x="763" y="1592"/>
                </a:lnTo>
                <a:lnTo>
                  <a:pt x="762" y="1593"/>
                </a:lnTo>
                <a:lnTo>
                  <a:pt x="761" y="1593"/>
                </a:lnTo>
                <a:lnTo>
                  <a:pt x="761" y="1595"/>
                </a:lnTo>
                <a:lnTo>
                  <a:pt x="761" y="1599"/>
                </a:lnTo>
                <a:lnTo>
                  <a:pt x="759" y="1600"/>
                </a:lnTo>
                <a:lnTo>
                  <a:pt x="758" y="1600"/>
                </a:lnTo>
                <a:lnTo>
                  <a:pt x="757" y="1601"/>
                </a:lnTo>
                <a:lnTo>
                  <a:pt x="756" y="1601"/>
                </a:lnTo>
                <a:lnTo>
                  <a:pt x="751" y="1601"/>
                </a:lnTo>
                <a:lnTo>
                  <a:pt x="748" y="1600"/>
                </a:lnTo>
                <a:lnTo>
                  <a:pt x="746" y="1601"/>
                </a:lnTo>
                <a:lnTo>
                  <a:pt x="741" y="1600"/>
                </a:lnTo>
                <a:lnTo>
                  <a:pt x="739" y="1599"/>
                </a:lnTo>
                <a:lnTo>
                  <a:pt x="738" y="1599"/>
                </a:lnTo>
                <a:lnTo>
                  <a:pt x="735" y="1600"/>
                </a:lnTo>
                <a:lnTo>
                  <a:pt x="729" y="1602"/>
                </a:lnTo>
                <a:lnTo>
                  <a:pt x="727" y="1604"/>
                </a:lnTo>
                <a:lnTo>
                  <a:pt x="724" y="1604"/>
                </a:lnTo>
                <a:lnTo>
                  <a:pt x="721" y="1604"/>
                </a:lnTo>
                <a:lnTo>
                  <a:pt x="720" y="1605"/>
                </a:lnTo>
                <a:lnTo>
                  <a:pt x="714" y="1609"/>
                </a:lnTo>
                <a:lnTo>
                  <a:pt x="709" y="1612"/>
                </a:lnTo>
                <a:lnTo>
                  <a:pt x="708" y="1613"/>
                </a:lnTo>
                <a:lnTo>
                  <a:pt x="706" y="1613"/>
                </a:lnTo>
                <a:lnTo>
                  <a:pt x="698" y="1614"/>
                </a:lnTo>
                <a:lnTo>
                  <a:pt x="697" y="1614"/>
                </a:lnTo>
                <a:lnTo>
                  <a:pt x="693" y="1614"/>
                </a:lnTo>
                <a:lnTo>
                  <a:pt x="690" y="1616"/>
                </a:lnTo>
                <a:lnTo>
                  <a:pt x="688" y="1617"/>
                </a:lnTo>
                <a:lnTo>
                  <a:pt x="683" y="1618"/>
                </a:lnTo>
                <a:lnTo>
                  <a:pt x="671" y="1619"/>
                </a:lnTo>
                <a:lnTo>
                  <a:pt x="661" y="1619"/>
                </a:lnTo>
                <a:lnTo>
                  <a:pt x="654" y="1620"/>
                </a:lnTo>
                <a:lnTo>
                  <a:pt x="653" y="1620"/>
                </a:lnTo>
                <a:lnTo>
                  <a:pt x="652" y="1623"/>
                </a:lnTo>
                <a:lnTo>
                  <a:pt x="652" y="1625"/>
                </a:lnTo>
                <a:lnTo>
                  <a:pt x="651" y="1625"/>
                </a:lnTo>
                <a:lnTo>
                  <a:pt x="649" y="1625"/>
                </a:lnTo>
                <a:lnTo>
                  <a:pt x="648" y="1625"/>
                </a:lnTo>
                <a:lnTo>
                  <a:pt x="648" y="1626"/>
                </a:lnTo>
                <a:lnTo>
                  <a:pt x="646" y="1627"/>
                </a:lnTo>
                <a:lnTo>
                  <a:pt x="645" y="1627"/>
                </a:lnTo>
                <a:lnTo>
                  <a:pt x="645" y="1626"/>
                </a:lnTo>
                <a:lnTo>
                  <a:pt x="644" y="1626"/>
                </a:lnTo>
                <a:lnTo>
                  <a:pt x="643" y="1627"/>
                </a:lnTo>
                <a:lnTo>
                  <a:pt x="641" y="1629"/>
                </a:lnTo>
                <a:lnTo>
                  <a:pt x="641" y="1628"/>
                </a:lnTo>
                <a:lnTo>
                  <a:pt x="637" y="1630"/>
                </a:lnTo>
                <a:lnTo>
                  <a:pt x="632" y="1631"/>
                </a:lnTo>
                <a:lnTo>
                  <a:pt x="622" y="1624"/>
                </a:lnTo>
                <a:lnTo>
                  <a:pt x="616" y="1618"/>
                </a:lnTo>
                <a:lnTo>
                  <a:pt x="610" y="1614"/>
                </a:lnTo>
                <a:lnTo>
                  <a:pt x="604" y="1610"/>
                </a:lnTo>
                <a:lnTo>
                  <a:pt x="601" y="1606"/>
                </a:lnTo>
                <a:lnTo>
                  <a:pt x="599" y="1604"/>
                </a:lnTo>
                <a:lnTo>
                  <a:pt x="586" y="1592"/>
                </a:lnTo>
                <a:lnTo>
                  <a:pt x="571" y="1587"/>
                </a:lnTo>
                <a:lnTo>
                  <a:pt x="562" y="1584"/>
                </a:lnTo>
                <a:lnTo>
                  <a:pt x="561" y="1584"/>
                </a:lnTo>
                <a:lnTo>
                  <a:pt x="561" y="1581"/>
                </a:lnTo>
                <a:lnTo>
                  <a:pt x="561" y="1580"/>
                </a:lnTo>
                <a:lnTo>
                  <a:pt x="560" y="1579"/>
                </a:lnTo>
                <a:lnTo>
                  <a:pt x="560" y="1578"/>
                </a:lnTo>
                <a:lnTo>
                  <a:pt x="560" y="1577"/>
                </a:lnTo>
                <a:lnTo>
                  <a:pt x="560" y="1576"/>
                </a:lnTo>
                <a:lnTo>
                  <a:pt x="560" y="1575"/>
                </a:lnTo>
                <a:lnTo>
                  <a:pt x="560" y="1574"/>
                </a:lnTo>
                <a:lnTo>
                  <a:pt x="559" y="1573"/>
                </a:lnTo>
                <a:lnTo>
                  <a:pt x="559" y="1572"/>
                </a:lnTo>
                <a:lnTo>
                  <a:pt x="558" y="1571"/>
                </a:lnTo>
                <a:lnTo>
                  <a:pt x="558" y="1570"/>
                </a:lnTo>
                <a:lnTo>
                  <a:pt x="558" y="1568"/>
                </a:lnTo>
                <a:lnTo>
                  <a:pt x="557" y="1567"/>
                </a:lnTo>
                <a:lnTo>
                  <a:pt x="558" y="1566"/>
                </a:lnTo>
                <a:lnTo>
                  <a:pt x="558" y="1565"/>
                </a:lnTo>
                <a:lnTo>
                  <a:pt x="558" y="1563"/>
                </a:lnTo>
                <a:lnTo>
                  <a:pt x="559" y="1561"/>
                </a:lnTo>
                <a:lnTo>
                  <a:pt x="570" y="1556"/>
                </a:lnTo>
                <a:lnTo>
                  <a:pt x="575" y="1554"/>
                </a:lnTo>
                <a:lnTo>
                  <a:pt x="568" y="1536"/>
                </a:lnTo>
                <a:lnTo>
                  <a:pt x="567" y="1534"/>
                </a:lnTo>
                <a:lnTo>
                  <a:pt x="565" y="1531"/>
                </a:lnTo>
                <a:lnTo>
                  <a:pt x="564" y="1530"/>
                </a:lnTo>
                <a:lnTo>
                  <a:pt x="563" y="1529"/>
                </a:lnTo>
                <a:lnTo>
                  <a:pt x="570" y="1524"/>
                </a:lnTo>
                <a:lnTo>
                  <a:pt x="571" y="1523"/>
                </a:lnTo>
                <a:lnTo>
                  <a:pt x="578" y="1519"/>
                </a:lnTo>
                <a:lnTo>
                  <a:pt x="603" y="1504"/>
                </a:lnTo>
                <a:lnTo>
                  <a:pt x="606" y="1498"/>
                </a:lnTo>
                <a:lnTo>
                  <a:pt x="608" y="1496"/>
                </a:lnTo>
                <a:lnTo>
                  <a:pt x="608" y="1495"/>
                </a:lnTo>
                <a:lnTo>
                  <a:pt x="609" y="1494"/>
                </a:lnTo>
                <a:lnTo>
                  <a:pt x="616" y="1483"/>
                </a:lnTo>
                <a:lnTo>
                  <a:pt x="618" y="1479"/>
                </a:lnTo>
                <a:lnTo>
                  <a:pt x="631" y="1474"/>
                </a:lnTo>
                <a:lnTo>
                  <a:pt x="633" y="1469"/>
                </a:lnTo>
                <a:lnTo>
                  <a:pt x="633" y="1468"/>
                </a:lnTo>
                <a:lnTo>
                  <a:pt x="633" y="1467"/>
                </a:lnTo>
                <a:lnTo>
                  <a:pt x="633" y="1463"/>
                </a:lnTo>
                <a:lnTo>
                  <a:pt x="633" y="1462"/>
                </a:lnTo>
                <a:lnTo>
                  <a:pt x="633" y="1461"/>
                </a:lnTo>
                <a:lnTo>
                  <a:pt x="634" y="1459"/>
                </a:lnTo>
                <a:lnTo>
                  <a:pt x="631" y="1452"/>
                </a:lnTo>
                <a:lnTo>
                  <a:pt x="624" y="1443"/>
                </a:lnTo>
                <a:lnTo>
                  <a:pt x="620" y="1437"/>
                </a:lnTo>
                <a:lnTo>
                  <a:pt x="621" y="1433"/>
                </a:lnTo>
                <a:lnTo>
                  <a:pt x="623" y="1425"/>
                </a:lnTo>
                <a:lnTo>
                  <a:pt x="616" y="1422"/>
                </a:lnTo>
                <a:lnTo>
                  <a:pt x="610" y="1421"/>
                </a:lnTo>
                <a:lnTo>
                  <a:pt x="602" y="1421"/>
                </a:lnTo>
                <a:lnTo>
                  <a:pt x="569" y="1430"/>
                </a:lnTo>
                <a:lnTo>
                  <a:pt x="558" y="1433"/>
                </a:lnTo>
                <a:lnTo>
                  <a:pt x="556" y="1434"/>
                </a:lnTo>
                <a:lnTo>
                  <a:pt x="551" y="1438"/>
                </a:lnTo>
                <a:lnTo>
                  <a:pt x="549" y="1441"/>
                </a:lnTo>
                <a:lnTo>
                  <a:pt x="545" y="1443"/>
                </a:lnTo>
                <a:lnTo>
                  <a:pt x="541" y="1447"/>
                </a:lnTo>
                <a:lnTo>
                  <a:pt x="538" y="1448"/>
                </a:lnTo>
                <a:lnTo>
                  <a:pt x="526" y="1458"/>
                </a:lnTo>
                <a:lnTo>
                  <a:pt x="525" y="1457"/>
                </a:lnTo>
                <a:lnTo>
                  <a:pt x="516" y="1455"/>
                </a:lnTo>
                <a:lnTo>
                  <a:pt x="508" y="1453"/>
                </a:lnTo>
                <a:lnTo>
                  <a:pt x="490" y="1450"/>
                </a:lnTo>
                <a:lnTo>
                  <a:pt x="481" y="1445"/>
                </a:lnTo>
                <a:lnTo>
                  <a:pt x="478" y="1443"/>
                </a:lnTo>
                <a:lnTo>
                  <a:pt x="476" y="1442"/>
                </a:lnTo>
                <a:lnTo>
                  <a:pt x="467" y="1444"/>
                </a:lnTo>
                <a:lnTo>
                  <a:pt x="461" y="1448"/>
                </a:lnTo>
                <a:lnTo>
                  <a:pt x="449" y="1451"/>
                </a:lnTo>
                <a:lnTo>
                  <a:pt x="435" y="1454"/>
                </a:lnTo>
                <a:lnTo>
                  <a:pt x="422" y="1458"/>
                </a:lnTo>
                <a:lnTo>
                  <a:pt x="420" y="1458"/>
                </a:lnTo>
                <a:lnTo>
                  <a:pt x="429" y="1467"/>
                </a:lnTo>
                <a:lnTo>
                  <a:pt x="430" y="1468"/>
                </a:lnTo>
                <a:lnTo>
                  <a:pt x="433" y="1471"/>
                </a:lnTo>
                <a:lnTo>
                  <a:pt x="435" y="1473"/>
                </a:lnTo>
                <a:lnTo>
                  <a:pt x="442" y="1479"/>
                </a:lnTo>
                <a:lnTo>
                  <a:pt x="435" y="1483"/>
                </a:lnTo>
                <a:lnTo>
                  <a:pt x="430" y="1487"/>
                </a:lnTo>
                <a:lnTo>
                  <a:pt x="422" y="1496"/>
                </a:lnTo>
                <a:lnTo>
                  <a:pt x="417" y="1501"/>
                </a:lnTo>
                <a:lnTo>
                  <a:pt x="416" y="1502"/>
                </a:lnTo>
                <a:lnTo>
                  <a:pt x="415" y="1503"/>
                </a:lnTo>
                <a:lnTo>
                  <a:pt x="414" y="1502"/>
                </a:lnTo>
                <a:lnTo>
                  <a:pt x="414" y="1501"/>
                </a:lnTo>
                <a:lnTo>
                  <a:pt x="413" y="1501"/>
                </a:lnTo>
                <a:lnTo>
                  <a:pt x="412" y="1501"/>
                </a:lnTo>
                <a:lnTo>
                  <a:pt x="410" y="1501"/>
                </a:lnTo>
                <a:lnTo>
                  <a:pt x="409" y="1500"/>
                </a:lnTo>
                <a:lnTo>
                  <a:pt x="408" y="1500"/>
                </a:lnTo>
                <a:lnTo>
                  <a:pt x="407" y="1500"/>
                </a:lnTo>
                <a:lnTo>
                  <a:pt x="407" y="1499"/>
                </a:lnTo>
                <a:lnTo>
                  <a:pt x="406" y="1499"/>
                </a:lnTo>
                <a:lnTo>
                  <a:pt x="406" y="1500"/>
                </a:lnTo>
                <a:lnTo>
                  <a:pt x="406" y="1499"/>
                </a:lnTo>
                <a:lnTo>
                  <a:pt x="405" y="1499"/>
                </a:lnTo>
                <a:lnTo>
                  <a:pt x="404" y="1499"/>
                </a:lnTo>
                <a:lnTo>
                  <a:pt x="404" y="1500"/>
                </a:lnTo>
                <a:lnTo>
                  <a:pt x="403" y="1500"/>
                </a:lnTo>
                <a:lnTo>
                  <a:pt x="403" y="1501"/>
                </a:lnTo>
                <a:lnTo>
                  <a:pt x="402" y="1502"/>
                </a:lnTo>
                <a:lnTo>
                  <a:pt x="401" y="1502"/>
                </a:lnTo>
                <a:lnTo>
                  <a:pt x="400" y="1503"/>
                </a:lnTo>
                <a:lnTo>
                  <a:pt x="400" y="1504"/>
                </a:lnTo>
                <a:lnTo>
                  <a:pt x="398" y="1502"/>
                </a:lnTo>
                <a:lnTo>
                  <a:pt x="398" y="1501"/>
                </a:lnTo>
                <a:lnTo>
                  <a:pt x="397" y="1499"/>
                </a:lnTo>
                <a:lnTo>
                  <a:pt x="396" y="1499"/>
                </a:lnTo>
                <a:lnTo>
                  <a:pt x="396" y="1497"/>
                </a:lnTo>
                <a:lnTo>
                  <a:pt x="390" y="1495"/>
                </a:lnTo>
                <a:lnTo>
                  <a:pt x="389" y="1495"/>
                </a:lnTo>
                <a:lnTo>
                  <a:pt x="388" y="1495"/>
                </a:lnTo>
                <a:lnTo>
                  <a:pt x="388" y="1494"/>
                </a:lnTo>
                <a:lnTo>
                  <a:pt x="387" y="1494"/>
                </a:lnTo>
                <a:lnTo>
                  <a:pt x="387" y="1493"/>
                </a:lnTo>
                <a:lnTo>
                  <a:pt x="386" y="1493"/>
                </a:lnTo>
                <a:lnTo>
                  <a:pt x="385" y="1493"/>
                </a:lnTo>
                <a:lnTo>
                  <a:pt x="384" y="1493"/>
                </a:lnTo>
                <a:lnTo>
                  <a:pt x="384" y="1492"/>
                </a:lnTo>
                <a:lnTo>
                  <a:pt x="383" y="1492"/>
                </a:lnTo>
                <a:lnTo>
                  <a:pt x="382" y="1492"/>
                </a:lnTo>
                <a:lnTo>
                  <a:pt x="382" y="1491"/>
                </a:lnTo>
                <a:lnTo>
                  <a:pt x="381" y="1491"/>
                </a:lnTo>
                <a:lnTo>
                  <a:pt x="380" y="1491"/>
                </a:lnTo>
                <a:lnTo>
                  <a:pt x="379" y="1491"/>
                </a:lnTo>
                <a:lnTo>
                  <a:pt x="378" y="1491"/>
                </a:lnTo>
                <a:lnTo>
                  <a:pt x="377" y="1491"/>
                </a:lnTo>
                <a:lnTo>
                  <a:pt x="376" y="1491"/>
                </a:lnTo>
                <a:lnTo>
                  <a:pt x="376" y="1490"/>
                </a:lnTo>
                <a:lnTo>
                  <a:pt x="375" y="1490"/>
                </a:lnTo>
                <a:lnTo>
                  <a:pt x="375" y="1491"/>
                </a:lnTo>
                <a:lnTo>
                  <a:pt x="374" y="1490"/>
                </a:lnTo>
                <a:lnTo>
                  <a:pt x="373" y="1490"/>
                </a:lnTo>
                <a:lnTo>
                  <a:pt x="373" y="1489"/>
                </a:lnTo>
                <a:lnTo>
                  <a:pt x="373" y="1488"/>
                </a:lnTo>
                <a:lnTo>
                  <a:pt x="374" y="1488"/>
                </a:lnTo>
                <a:lnTo>
                  <a:pt x="374" y="1487"/>
                </a:lnTo>
                <a:lnTo>
                  <a:pt x="375" y="1487"/>
                </a:lnTo>
                <a:lnTo>
                  <a:pt x="376" y="1486"/>
                </a:lnTo>
                <a:lnTo>
                  <a:pt x="376" y="1485"/>
                </a:lnTo>
                <a:lnTo>
                  <a:pt x="376" y="1484"/>
                </a:lnTo>
                <a:lnTo>
                  <a:pt x="375" y="1484"/>
                </a:lnTo>
                <a:lnTo>
                  <a:pt x="375" y="1483"/>
                </a:lnTo>
                <a:lnTo>
                  <a:pt x="372" y="1483"/>
                </a:lnTo>
                <a:lnTo>
                  <a:pt x="370" y="1483"/>
                </a:lnTo>
                <a:lnTo>
                  <a:pt x="369" y="1482"/>
                </a:lnTo>
                <a:lnTo>
                  <a:pt x="367" y="1482"/>
                </a:lnTo>
                <a:lnTo>
                  <a:pt x="367" y="1479"/>
                </a:lnTo>
                <a:lnTo>
                  <a:pt x="366" y="1479"/>
                </a:lnTo>
                <a:lnTo>
                  <a:pt x="367" y="1479"/>
                </a:lnTo>
                <a:lnTo>
                  <a:pt x="367" y="1478"/>
                </a:lnTo>
                <a:lnTo>
                  <a:pt x="366" y="1478"/>
                </a:lnTo>
                <a:lnTo>
                  <a:pt x="366" y="1477"/>
                </a:lnTo>
                <a:lnTo>
                  <a:pt x="365" y="1476"/>
                </a:lnTo>
                <a:lnTo>
                  <a:pt x="363" y="1473"/>
                </a:lnTo>
                <a:lnTo>
                  <a:pt x="363" y="1472"/>
                </a:lnTo>
                <a:lnTo>
                  <a:pt x="364" y="1471"/>
                </a:lnTo>
                <a:lnTo>
                  <a:pt x="365" y="1469"/>
                </a:lnTo>
                <a:lnTo>
                  <a:pt x="366" y="1465"/>
                </a:lnTo>
                <a:lnTo>
                  <a:pt x="361" y="1468"/>
                </a:lnTo>
                <a:lnTo>
                  <a:pt x="360" y="1468"/>
                </a:lnTo>
                <a:lnTo>
                  <a:pt x="357" y="1470"/>
                </a:lnTo>
                <a:lnTo>
                  <a:pt x="356" y="1470"/>
                </a:lnTo>
                <a:lnTo>
                  <a:pt x="348" y="1472"/>
                </a:lnTo>
                <a:lnTo>
                  <a:pt x="343" y="1473"/>
                </a:lnTo>
                <a:lnTo>
                  <a:pt x="342" y="1473"/>
                </a:lnTo>
                <a:lnTo>
                  <a:pt x="342" y="1472"/>
                </a:lnTo>
                <a:lnTo>
                  <a:pt x="342" y="1471"/>
                </a:lnTo>
                <a:lnTo>
                  <a:pt x="342" y="1470"/>
                </a:lnTo>
                <a:lnTo>
                  <a:pt x="342" y="1469"/>
                </a:lnTo>
                <a:lnTo>
                  <a:pt x="342" y="1468"/>
                </a:lnTo>
                <a:lnTo>
                  <a:pt x="341" y="1467"/>
                </a:lnTo>
                <a:lnTo>
                  <a:pt x="336" y="1464"/>
                </a:lnTo>
                <a:lnTo>
                  <a:pt x="335" y="1468"/>
                </a:lnTo>
                <a:lnTo>
                  <a:pt x="334" y="1468"/>
                </a:lnTo>
                <a:lnTo>
                  <a:pt x="333" y="1467"/>
                </a:lnTo>
                <a:lnTo>
                  <a:pt x="331" y="1466"/>
                </a:lnTo>
                <a:lnTo>
                  <a:pt x="331" y="1465"/>
                </a:lnTo>
                <a:lnTo>
                  <a:pt x="330" y="1465"/>
                </a:lnTo>
                <a:lnTo>
                  <a:pt x="330" y="1464"/>
                </a:lnTo>
                <a:lnTo>
                  <a:pt x="330" y="1461"/>
                </a:lnTo>
                <a:lnTo>
                  <a:pt x="330" y="1460"/>
                </a:lnTo>
                <a:lnTo>
                  <a:pt x="333" y="1457"/>
                </a:lnTo>
                <a:lnTo>
                  <a:pt x="333" y="1456"/>
                </a:lnTo>
                <a:lnTo>
                  <a:pt x="333" y="1455"/>
                </a:lnTo>
                <a:lnTo>
                  <a:pt x="333" y="1454"/>
                </a:lnTo>
                <a:lnTo>
                  <a:pt x="333" y="1453"/>
                </a:lnTo>
                <a:lnTo>
                  <a:pt x="332" y="1453"/>
                </a:lnTo>
                <a:lnTo>
                  <a:pt x="332" y="1452"/>
                </a:lnTo>
                <a:lnTo>
                  <a:pt x="332" y="1451"/>
                </a:lnTo>
                <a:lnTo>
                  <a:pt x="331" y="1450"/>
                </a:lnTo>
                <a:lnTo>
                  <a:pt x="331" y="1449"/>
                </a:lnTo>
                <a:lnTo>
                  <a:pt x="331" y="1448"/>
                </a:lnTo>
                <a:lnTo>
                  <a:pt x="331" y="1447"/>
                </a:lnTo>
                <a:lnTo>
                  <a:pt x="331" y="1446"/>
                </a:lnTo>
                <a:lnTo>
                  <a:pt x="331" y="1442"/>
                </a:lnTo>
                <a:lnTo>
                  <a:pt x="330" y="1442"/>
                </a:lnTo>
                <a:lnTo>
                  <a:pt x="331" y="1442"/>
                </a:lnTo>
                <a:lnTo>
                  <a:pt x="330" y="1438"/>
                </a:lnTo>
                <a:lnTo>
                  <a:pt x="330" y="1432"/>
                </a:lnTo>
                <a:lnTo>
                  <a:pt x="330" y="1426"/>
                </a:lnTo>
                <a:lnTo>
                  <a:pt x="323" y="1426"/>
                </a:lnTo>
                <a:lnTo>
                  <a:pt x="322" y="1426"/>
                </a:lnTo>
                <a:lnTo>
                  <a:pt x="321" y="1427"/>
                </a:lnTo>
                <a:lnTo>
                  <a:pt x="321" y="1426"/>
                </a:lnTo>
                <a:lnTo>
                  <a:pt x="319" y="1426"/>
                </a:lnTo>
                <a:lnTo>
                  <a:pt x="318" y="1426"/>
                </a:lnTo>
                <a:lnTo>
                  <a:pt x="318" y="1427"/>
                </a:lnTo>
                <a:lnTo>
                  <a:pt x="317" y="1427"/>
                </a:lnTo>
                <a:lnTo>
                  <a:pt x="316" y="1427"/>
                </a:lnTo>
                <a:lnTo>
                  <a:pt x="314" y="1428"/>
                </a:lnTo>
                <a:lnTo>
                  <a:pt x="313" y="1428"/>
                </a:lnTo>
                <a:lnTo>
                  <a:pt x="312" y="1428"/>
                </a:lnTo>
                <a:lnTo>
                  <a:pt x="311" y="1428"/>
                </a:lnTo>
                <a:lnTo>
                  <a:pt x="309" y="1428"/>
                </a:lnTo>
                <a:lnTo>
                  <a:pt x="308" y="1428"/>
                </a:lnTo>
                <a:lnTo>
                  <a:pt x="307" y="1427"/>
                </a:lnTo>
                <a:lnTo>
                  <a:pt x="306" y="1427"/>
                </a:lnTo>
                <a:lnTo>
                  <a:pt x="305" y="1427"/>
                </a:lnTo>
                <a:lnTo>
                  <a:pt x="304" y="1427"/>
                </a:lnTo>
                <a:lnTo>
                  <a:pt x="303" y="1427"/>
                </a:lnTo>
                <a:lnTo>
                  <a:pt x="300" y="1427"/>
                </a:lnTo>
                <a:lnTo>
                  <a:pt x="300" y="1418"/>
                </a:lnTo>
                <a:lnTo>
                  <a:pt x="295" y="1418"/>
                </a:lnTo>
                <a:lnTo>
                  <a:pt x="284" y="1416"/>
                </a:lnTo>
                <a:lnTo>
                  <a:pt x="282" y="1409"/>
                </a:lnTo>
                <a:lnTo>
                  <a:pt x="283" y="1405"/>
                </a:lnTo>
                <a:lnTo>
                  <a:pt x="279" y="1399"/>
                </a:lnTo>
                <a:lnTo>
                  <a:pt x="278" y="1399"/>
                </a:lnTo>
                <a:lnTo>
                  <a:pt x="277" y="1398"/>
                </a:lnTo>
                <a:lnTo>
                  <a:pt x="266" y="1396"/>
                </a:lnTo>
                <a:lnTo>
                  <a:pt x="265" y="1396"/>
                </a:lnTo>
                <a:lnTo>
                  <a:pt x="258" y="1390"/>
                </a:lnTo>
                <a:lnTo>
                  <a:pt x="252" y="1389"/>
                </a:lnTo>
                <a:lnTo>
                  <a:pt x="247" y="1387"/>
                </a:lnTo>
                <a:lnTo>
                  <a:pt x="245" y="1386"/>
                </a:lnTo>
                <a:lnTo>
                  <a:pt x="239" y="1379"/>
                </a:lnTo>
                <a:lnTo>
                  <a:pt x="238" y="1379"/>
                </a:lnTo>
                <a:lnTo>
                  <a:pt x="237" y="1379"/>
                </a:lnTo>
                <a:lnTo>
                  <a:pt x="235" y="1379"/>
                </a:lnTo>
                <a:lnTo>
                  <a:pt x="233" y="1379"/>
                </a:lnTo>
                <a:lnTo>
                  <a:pt x="233" y="1378"/>
                </a:lnTo>
                <a:lnTo>
                  <a:pt x="232" y="1378"/>
                </a:lnTo>
                <a:lnTo>
                  <a:pt x="230" y="1378"/>
                </a:lnTo>
                <a:lnTo>
                  <a:pt x="229" y="1378"/>
                </a:lnTo>
                <a:lnTo>
                  <a:pt x="228" y="1377"/>
                </a:lnTo>
                <a:lnTo>
                  <a:pt x="226" y="1377"/>
                </a:lnTo>
                <a:lnTo>
                  <a:pt x="224" y="1377"/>
                </a:lnTo>
                <a:lnTo>
                  <a:pt x="206" y="1378"/>
                </a:lnTo>
                <a:lnTo>
                  <a:pt x="205" y="1378"/>
                </a:lnTo>
                <a:lnTo>
                  <a:pt x="205" y="1377"/>
                </a:lnTo>
                <a:lnTo>
                  <a:pt x="205" y="1376"/>
                </a:lnTo>
                <a:lnTo>
                  <a:pt x="206" y="1376"/>
                </a:lnTo>
                <a:lnTo>
                  <a:pt x="207" y="1376"/>
                </a:lnTo>
                <a:lnTo>
                  <a:pt x="208" y="1376"/>
                </a:lnTo>
                <a:lnTo>
                  <a:pt x="208" y="1377"/>
                </a:lnTo>
                <a:lnTo>
                  <a:pt x="209" y="1377"/>
                </a:lnTo>
                <a:lnTo>
                  <a:pt x="211" y="1377"/>
                </a:lnTo>
                <a:lnTo>
                  <a:pt x="212" y="1377"/>
                </a:lnTo>
                <a:lnTo>
                  <a:pt x="213" y="1377"/>
                </a:lnTo>
                <a:lnTo>
                  <a:pt x="214" y="1376"/>
                </a:lnTo>
                <a:lnTo>
                  <a:pt x="215" y="1375"/>
                </a:lnTo>
                <a:lnTo>
                  <a:pt x="216" y="1375"/>
                </a:lnTo>
                <a:lnTo>
                  <a:pt x="218" y="1374"/>
                </a:lnTo>
                <a:lnTo>
                  <a:pt x="219" y="1373"/>
                </a:lnTo>
                <a:lnTo>
                  <a:pt x="220" y="1373"/>
                </a:lnTo>
                <a:lnTo>
                  <a:pt x="221" y="1373"/>
                </a:lnTo>
                <a:lnTo>
                  <a:pt x="222" y="1372"/>
                </a:lnTo>
                <a:lnTo>
                  <a:pt x="225" y="1371"/>
                </a:lnTo>
                <a:lnTo>
                  <a:pt x="226" y="1370"/>
                </a:lnTo>
                <a:lnTo>
                  <a:pt x="228" y="1369"/>
                </a:lnTo>
                <a:lnTo>
                  <a:pt x="229" y="1368"/>
                </a:lnTo>
                <a:lnTo>
                  <a:pt x="230" y="1368"/>
                </a:lnTo>
                <a:lnTo>
                  <a:pt x="231" y="1367"/>
                </a:lnTo>
                <a:lnTo>
                  <a:pt x="231" y="1366"/>
                </a:lnTo>
                <a:lnTo>
                  <a:pt x="232" y="1366"/>
                </a:lnTo>
                <a:lnTo>
                  <a:pt x="232" y="1365"/>
                </a:lnTo>
                <a:lnTo>
                  <a:pt x="233" y="1365"/>
                </a:lnTo>
                <a:lnTo>
                  <a:pt x="234" y="1365"/>
                </a:lnTo>
                <a:lnTo>
                  <a:pt x="236" y="1365"/>
                </a:lnTo>
                <a:lnTo>
                  <a:pt x="236" y="1364"/>
                </a:lnTo>
                <a:lnTo>
                  <a:pt x="237" y="1364"/>
                </a:lnTo>
                <a:lnTo>
                  <a:pt x="238" y="1364"/>
                </a:lnTo>
                <a:lnTo>
                  <a:pt x="239" y="1364"/>
                </a:lnTo>
                <a:lnTo>
                  <a:pt x="240" y="1364"/>
                </a:lnTo>
                <a:lnTo>
                  <a:pt x="241" y="1364"/>
                </a:lnTo>
                <a:lnTo>
                  <a:pt x="242" y="1364"/>
                </a:lnTo>
                <a:lnTo>
                  <a:pt x="243" y="1363"/>
                </a:lnTo>
                <a:lnTo>
                  <a:pt x="244" y="1363"/>
                </a:lnTo>
                <a:lnTo>
                  <a:pt x="244" y="1362"/>
                </a:lnTo>
                <a:lnTo>
                  <a:pt x="245" y="1362"/>
                </a:lnTo>
                <a:lnTo>
                  <a:pt x="245" y="1361"/>
                </a:lnTo>
                <a:lnTo>
                  <a:pt x="246" y="1361"/>
                </a:lnTo>
                <a:lnTo>
                  <a:pt x="247" y="1360"/>
                </a:lnTo>
                <a:lnTo>
                  <a:pt x="248" y="1360"/>
                </a:lnTo>
                <a:lnTo>
                  <a:pt x="248" y="1359"/>
                </a:lnTo>
                <a:lnTo>
                  <a:pt x="249" y="1359"/>
                </a:lnTo>
                <a:lnTo>
                  <a:pt x="249" y="1358"/>
                </a:lnTo>
                <a:lnTo>
                  <a:pt x="249" y="1357"/>
                </a:lnTo>
                <a:lnTo>
                  <a:pt x="249" y="1356"/>
                </a:lnTo>
                <a:lnTo>
                  <a:pt x="250" y="1355"/>
                </a:lnTo>
                <a:lnTo>
                  <a:pt x="250" y="1354"/>
                </a:lnTo>
                <a:lnTo>
                  <a:pt x="250" y="1353"/>
                </a:lnTo>
                <a:lnTo>
                  <a:pt x="251" y="1352"/>
                </a:lnTo>
                <a:lnTo>
                  <a:pt x="251" y="1351"/>
                </a:lnTo>
                <a:lnTo>
                  <a:pt x="251" y="1350"/>
                </a:lnTo>
                <a:lnTo>
                  <a:pt x="251" y="1349"/>
                </a:lnTo>
                <a:lnTo>
                  <a:pt x="252" y="1349"/>
                </a:lnTo>
                <a:lnTo>
                  <a:pt x="252" y="1348"/>
                </a:lnTo>
                <a:lnTo>
                  <a:pt x="253" y="1348"/>
                </a:lnTo>
                <a:lnTo>
                  <a:pt x="254" y="1347"/>
                </a:lnTo>
                <a:lnTo>
                  <a:pt x="254" y="1346"/>
                </a:lnTo>
                <a:lnTo>
                  <a:pt x="255" y="1346"/>
                </a:lnTo>
                <a:lnTo>
                  <a:pt x="255" y="1345"/>
                </a:lnTo>
                <a:lnTo>
                  <a:pt x="256" y="1345"/>
                </a:lnTo>
                <a:lnTo>
                  <a:pt x="257" y="1344"/>
                </a:lnTo>
                <a:lnTo>
                  <a:pt x="259" y="1343"/>
                </a:lnTo>
                <a:lnTo>
                  <a:pt x="260" y="1343"/>
                </a:lnTo>
                <a:lnTo>
                  <a:pt x="261" y="1342"/>
                </a:lnTo>
                <a:lnTo>
                  <a:pt x="263" y="1341"/>
                </a:lnTo>
                <a:lnTo>
                  <a:pt x="264" y="1340"/>
                </a:lnTo>
                <a:lnTo>
                  <a:pt x="265" y="1340"/>
                </a:lnTo>
                <a:lnTo>
                  <a:pt x="267" y="1339"/>
                </a:lnTo>
                <a:lnTo>
                  <a:pt x="268" y="1338"/>
                </a:lnTo>
                <a:lnTo>
                  <a:pt x="269" y="1337"/>
                </a:lnTo>
                <a:lnTo>
                  <a:pt x="270" y="1337"/>
                </a:lnTo>
                <a:lnTo>
                  <a:pt x="270" y="1310"/>
                </a:lnTo>
                <a:lnTo>
                  <a:pt x="277" y="1302"/>
                </a:lnTo>
                <a:lnTo>
                  <a:pt x="277" y="1297"/>
                </a:lnTo>
                <a:lnTo>
                  <a:pt x="276" y="1292"/>
                </a:lnTo>
                <a:lnTo>
                  <a:pt x="275" y="1291"/>
                </a:lnTo>
                <a:lnTo>
                  <a:pt x="269" y="1282"/>
                </a:lnTo>
                <a:lnTo>
                  <a:pt x="268" y="1280"/>
                </a:lnTo>
                <a:lnTo>
                  <a:pt x="265" y="1276"/>
                </a:lnTo>
                <a:lnTo>
                  <a:pt x="260" y="1273"/>
                </a:lnTo>
                <a:lnTo>
                  <a:pt x="255" y="1273"/>
                </a:lnTo>
                <a:lnTo>
                  <a:pt x="254" y="1272"/>
                </a:lnTo>
                <a:lnTo>
                  <a:pt x="240" y="1271"/>
                </a:lnTo>
                <a:lnTo>
                  <a:pt x="233" y="1271"/>
                </a:lnTo>
                <a:lnTo>
                  <a:pt x="226" y="1270"/>
                </a:lnTo>
                <a:lnTo>
                  <a:pt x="216" y="1279"/>
                </a:lnTo>
                <a:lnTo>
                  <a:pt x="210" y="1279"/>
                </a:lnTo>
                <a:lnTo>
                  <a:pt x="205" y="1279"/>
                </a:lnTo>
                <a:lnTo>
                  <a:pt x="198" y="1278"/>
                </a:lnTo>
                <a:lnTo>
                  <a:pt x="190" y="1278"/>
                </a:lnTo>
                <a:lnTo>
                  <a:pt x="188" y="1278"/>
                </a:lnTo>
                <a:lnTo>
                  <a:pt x="181" y="1278"/>
                </a:lnTo>
                <a:lnTo>
                  <a:pt x="181" y="1280"/>
                </a:lnTo>
                <a:lnTo>
                  <a:pt x="181" y="1289"/>
                </a:lnTo>
                <a:lnTo>
                  <a:pt x="180" y="1289"/>
                </a:lnTo>
                <a:lnTo>
                  <a:pt x="176" y="1292"/>
                </a:lnTo>
                <a:lnTo>
                  <a:pt x="176" y="1293"/>
                </a:lnTo>
                <a:lnTo>
                  <a:pt x="175" y="1294"/>
                </a:lnTo>
                <a:lnTo>
                  <a:pt x="175" y="1295"/>
                </a:lnTo>
                <a:lnTo>
                  <a:pt x="174" y="1296"/>
                </a:lnTo>
                <a:lnTo>
                  <a:pt x="173" y="1296"/>
                </a:lnTo>
                <a:lnTo>
                  <a:pt x="172" y="1296"/>
                </a:lnTo>
                <a:lnTo>
                  <a:pt x="171" y="1295"/>
                </a:lnTo>
                <a:lnTo>
                  <a:pt x="170" y="1295"/>
                </a:lnTo>
                <a:lnTo>
                  <a:pt x="169" y="1295"/>
                </a:lnTo>
                <a:lnTo>
                  <a:pt x="169" y="1294"/>
                </a:lnTo>
                <a:lnTo>
                  <a:pt x="168" y="1294"/>
                </a:lnTo>
                <a:lnTo>
                  <a:pt x="168" y="1293"/>
                </a:lnTo>
                <a:lnTo>
                  <a:pt x="167" y="1291"/>
                </a:lnTo>
                <a:lnTo>
                  <a:pt x="166" y="1289"/>
                </a:lnTo>
                <a:lnTo>
                  <a:pt x="165" y="1288"/>
                </a:lnTo>
                <a:lnTo>
                  <a:pt x="164" y="1287"/>
                </a:lnTo>
                <a:lnTo>
                  <a:pt x="164" y="1285"/>
                </a:lnTo>
                <a:lnTo>
                  <a:pt x="162" y="1286"/>
                </a:lnTo>
                <a:lnTo>
                  <a:pt x="160" y="1287"/>
                </a:lnTo>
                <a:lnTo>
                  <a:pt x="158" y="1288"/>
                </a:lnTo>
                <a:lnTo>
                  <a:pt x="157" y="1288"/>
                </a:lnTo>
                <a:lnTo>
                  <a:pt x="156" y="1289"/>
                </a:lnTo>
                <a:lnTo>
                  <a:pt x="155" y="1289"/>
                </a:lnTo>
                <a:lnTo>
                  <a:pt x="153" y="1290"/>
                </a:lnTo>
                <a:lnTo>
                  <a:pt x="151" y="1291"/>
                </a:lnTo>
                <a:lnTo>
                  <a:pt x="150" y="1292"/>
                </a:lnTo>
                <a:lnTo>
                  <a:pt x="148" y="1293"/>
                </a:lnTo>
                <a:lnTo>
                  <a:pt x="147" y="1293"/>
                </a:lnTo>
                <a:lnTo>
                  <a:pt x="146" y="1293"/>
                </a:lnTo>
                <a:lnTo>
                  <a:pt x="146" y="1295"/>
                </a:lnTo>
                <a:lnTo>
                  <a:pt x="146" y="1296"/>
                </a:lnTo>
                <a:lnTo>
                  <a:pt x="146" y="1297"/>
                </a:lnTo>
                <a:lnTo>
                  <a:pt x="147" y="1297"/>
                </a:lnTo>
                <a:lnTo>
                  <a:pt x="147" y="1298"/>
                </a:lnTo>
                <a:lnTo>
                  <a:pt x="148" y="1298"/>
                </a:lnTo>
                <a:lnTo>
                  <a:pt x="147" y="1298"/>
                </a:lnTo>
                <a:lnTo>
                  <a:pt x="147" y="1299"/>
                </a:lnTo>
                <a:lnTo>
                  <a:pt x="147" y="1300"/>
                </a:lnTo>
                <a:lnTo>
                  <a:pt x="147" y="1301"/>
                </a:lnTo>
                <a:lnTo>
                  <a:pt x="147" y="1302"/>
                </a:lnTo>
                <a:lnTo>
                  <a:pt x="147" y="1303"/>
                </a:lnTo>
                <a:lnTo>
                  <a:pt x="146" y="1303"/>
                </a:lnTo>
                <a:lnTo>
                  <a:pt x="145" y="1301"/>
                </a:lnTo>
                <a:lnTo>
                  <a:pt x="144" y="1301"/>
                </a:lnTo>
                <a:lnTo>
                  <a:pt x="144" y="1300"/>
                </a:lnTo>
                <a:lnTo>
                  <a:pt x="143" y="1299"/>
                </a:lnTo>
                <a:lnTo>
                  <a:pt x="140" y="1298"/>
                </a:lnTo>
                <a:lnTo>
                  <a:pt x="139" y="1298"/>
                </a:lnTo>
                <a:lnTo>
                  <a:pt x="138" y="1297"/>
                </a:lnTo>
                <a:lnTo>
                  <a:pt x="138" y="1296"/>
                </a:lnTo>
                <a:lnTo>
                  <a:pt x="138" y="1295"/>
                </a:lnTo>
                <a:lnTo>
                  <a:pt x="137" y="1295"/>
                </a:lnTo>
                <a:lnTo>
                  <a:pt x="137" y="1294"/>
                </a:lnTo>
                <a:lnTo>
                  <a:pt x="137" y="1293"/>
                </a:lnTo>
                <a:lnTo>
                  <a:pt x="136" y="1292"/>
                </a:lnTo>
                <a:lnTo>
                  <a:pt x="136" y="1290"/>
                </a:lnTo>
                <a:lnTo>
                  <a:pt x="136" y="1289"/>
                </a:lnTo>
                <a:lnTo>
                  <a:pt x="136" y="1288"/>
                </a:lnTo>
                <a:lnTo>
                  <a:pt x="135" y="1286"/>
                </a:lnTo>
                <a:lnTo>
                  <a:pt x="134" y="1287"/>
                </a:lnTo>
                <a:lnTo>
                  <a:pt x="133" y="1287"/>
                </a:lnTo>
                <a:lnTo>
                  <a:pt x="132" y="1287"/>
                </a:lnTo>
                <a:lnTo>
                  <a:pt x="131" y="1288"/>
                </a:lnTo>
                <a:lnTo>
                  <a:pt x="128" y="1288"/>
                </a:lnTo>
                <a:lnTo>
                  <a:pt x="126" y="1289"/>
                </a:lnTo>
                <a:lnTo>
                  <a:pt x="127" y="1290"/>
                </a:lnTo>
                <a:lnTo>
                  <a:pt x="128" y="1291"/>
                </a:lnTo>
                <a:lnTo>
                  <a:pt x="129" y="1292"/>
                </a:lnTo>
                <a:lnTo>
                  <a:pt x="129" y="1293"/>
                </a:lnTo>
                <a:lnTo>
                  <a:pt x="130" y="1294"/>
                </a:lnTo>
                <a:lnTo>
                  <a:pt x="131" y="1295"/>
                </a:lnTo>
                <a:lnTo>
                  <a:pt x="131" y="1296"/>
                </a:lnTo>
                <a:lnTo>
                  <a:pt x="131" y="1297"/>
                </a:lnTo>
                <a:lnTo>
                  <a:pt x="129" y="1297"/>
                </a:lnTo>
                <a:lnTo>
                  <a:pt x="128" y="1297"/>
                </a:lnTo>
                <a:lnTo>
                  <a:pt x="127" y="1298"/>
                </a:lnTo>
                <a:lnTo>
                  <a:pt x="125" y="1299"/>
                </a:lnTo>
                <a:lnTo>
                  <a:pt x="123" y="1300"/>
                </a:lnTo>
                <a:lnTo>
                  <a:pt x="122" y="1300"/>
                </a:lnTo>
                <a:lnTo>
                  <a:pt x="120" y="1301"/>
                </a:lnTo>
                <a:lnTo>
                  <a:pt x="113" y="1304"/>
                </a:lnTo>
                <a:lnTo>
                  <a:pt x="106" y="1307"/>
                </a:lnTo>
                <a:lnTo>
                  <a:pt x="106" y="1304"/>
                </a:lnTo>
                <a:lnTo>
                  <a:pt x="106" y="1301"/>
                </a:lnTo>
                <a:lnTo>
                  <a:pt x="106" y="1298"/>
                </a:lnTo>
                <a:lnTo>
                  <a:pt x="106" y="1297"/>
                </a:lnTo>
                <a:lnTo>
                  <a:pt x="106" y="1295"/>
                </a:lnTo>
                <a:lnTo>
                  <a:pt x="105" y="1291"/>
                </a:lnTo>
                <a:lnTo>
                  <a:pt x="105" y="1288"/>
                </a:lnTo>
                <a:lnTo>
                  <a:pt x="105" y="1287"/>
                </a:lnTo>
                <a:lnTo>
                  <a:pt x="105" y="1284"/>
                </a:lnTo>
                <a:lnTo>
                  <a:pt x="105" y="1283"/>
                </a:lnTo>
                <a:lnTo>
                  <a:pt x="105" y="1278"/>
                </a:lnTo>
                <a:lnTo>
                  <a:pt x="105" y="1277"/>
                </a:lnTo>
                <a:lnTo>
                  <a:pt x="105" y="1274"/>
                </a:lnTo>
                <a:lnTo>
                  <a:pt x="105" y="1273"/>
                </a:lnTo>
                <a:lnTo>
                  <a:pt x="105" y="1271"/>
                </a:lnTo>
                <a:lnTo>
                  <a:pt x="103" y="1271"/>
                </a:lnTo>
                <a:lnTo>
                  <a:pt x="102" y="1270"/>
                </a:lnTo>
                <a:lnTo>
                  <a:pt x="101" y="1270"/>
                </a:lnTo>
                <a:lnTo>
                  <a:pt x="99" y="1270"/>
                </a:lnTo>
                <a:lnTo>
                  <a:pt x="98" y="1270"/>
                </a:lnTo>
                <a:lnTo>
                  <a:pt x="97" y="1269"/>
                </a:lnTo>
                <a:lnTo>
                  <a:pt x="96" y="1269"/>
                </a:lnTo>
                <a:lnTo>
                  <a:pt x="96" y="1268"/>
                </a:lnTo>
                <a:lnTo>
                  <a:pt x="95" y="1267"/>
                </a:lnTo>
                <a:lnTo>
                  <a:pt x="94" y="1267"/>
                </a:lnTo>
                <a:lnTo>
                  <a:pt x="94" y="1266"/>
                </a:lnTo>
                <a:lnTo>
                  <a:pt x="93" y="1265"/>
                </a:lnTo>
                <a:lnTo>
                  <a:pt x="92" y="1265"/>
                </a:lnTo>
                <a:lnTo>
                  <a:pt x="92" y="1264"/>
                </a:lnTo>
                <a:lnTo>
                  <a:pt x="91" y="1264"/>
                </a:lnTo>
                <a:lnTo>
                  <a:pt x="90" y="1264"/>
                </a:lnTo>
                <a:lnTo>
                  <a:pt x="89" y="1263"/>
                </a:lnTo>
                <a:lnTo>
                  <a:pt x="88" y="1263"/>
                </a:lnTo>
                <a:lnTo>
                  <a:pt x="86" y="1262"/>
                </a:lnTo>
                <a:lnTo>
                  <a:pt x="85" y="1261"/>
                </a:lnTo>
                <a:lnTo>
                  <a:pt x="84" y="1260"/>
                </a:lnTo>
                <a:lnTo>
                  <a:pt x="80" y="1258"/>
                </a:lnTo>
                <a:lnTo>
                  <a:pt x="79" y="1257"/>
                </a:lnTo>
                <a:lnTo>
                  <a:pt x="75" y="1255"/>
                </a:lnTo>
                <a:lnTo>
                  <a:pt x="72" y="1253"/>
                </a:lnTo>
                <a:lnTo>
                  <a:pt x="67" y="1247"/>
                </a:lnTo>
                <a:lnTo>
                  <a:pt x="66" y="1246"/>
                </a:lnTo>
                <a:lnTo>
                  <a:pt x="53" y="1231"/>
                </a:lnTo>
                <a:lnTo>
                  <a:pt x="51" y="1229"/>
                </a:lnTo>
                <a:lnTo>
                  <a:pt x="42" y="1218"/>
                </a:lnTo>
                <a:lnTo>
                  <a:pt x="42" y="1217"/>
                </a:lnTo>
                <a:lnTo>
                  <a:pt x="41" y="1216"/>
                </a:lnTo>
                <a:lnTo>
                  <a:pt x="40" y="1216"/>
                </a:lnTo>
                <a:lnTo>
                  <a:pt x="40" y="1214"/>
                </a:lnTo>
                <a:lnTo>
                  <a:pt x="41" y="1213"/>
                </a:lnTo>
                <a:lnTo>
                  <a:pt x="42" y="1213"/>
                </a:lnTo>
                <a:lnTo>
                  <a:pt x="42" y="1212"/>
                </a:lnTo>
                <a:lnTo>
                  <a:pt x="43" y="1212"/>
                </a:lnTo>
                <a:lnTo>
                  <a:pt x="44" y="1211"/>
                </a:lnTo>
                <a:lnTo>
                  <a:pt x="46" y="1210"/>
                </a:lnTo>
                <a:lnTo>
                  <a:pt x="46" y="1209"/>
                </a:lnTo>
                <a:lnTo>
                  <a:pt x="47" y="1208"/>
                </a:lnTo>
                <a:lnTo>
                  <a:pt x="48" y="1208"/>
                </a:lnTo>
                <a:lnTo>
                  <a:pt x="48" y="1207"/>
                </a:lnTo>
                <a:lnTo>
                  <a:pt x="49" y="1207"/>
                </a:lnTo>
                <a:lnTo>
                  <a:pt x="50" y="1205"/>
                </a:lnTo>
                <a:lnTo>
                  <a:pt x="51" y="1205"/>
                </a:lnTo>
                <a:lnTo>
                  <a:pt x="51" y="1204"/>
                </a:lnTo>
                <a:lnTo>
                  <a:pt x="52" y="1204"/>
                </a:lnTo>
                <a:lnTo>
                  <a:pt x="53" y="1203"/>
                </a:lnTo>
                <a:lnTo>
                  <a:pt x="54" y="1202"/>
                </a:lnTo>
                <a:lnTo>
                  <a:pt x="55" y="1202"/>
                </a:lnTo>
                <a:lnTo>
                  <a:pt x="55" y="1201"/>
                </a:lnTo>
                <a:lnTo>
                  <a:pt x="56" y="1200"/>
                </a:lnTo>
                <a:lnTo>
                  <a:pt x="57" y="1200"/>
                </a:lnTo>
                <a:lnTo>
                  <a:pt x="58" y="1199"/>
                </a:lnTo>
                <a:lnTo>
                  <a:pt x="59" y="1198"/>
                </a:lnTo>
                <a:lnTo>
                  <a:pt x="60" y="1197"/>
                </a:lnTo>
                <a:lnTo>
                  <a:pt x="61" y="1196"/>
                </a:lnTo>
                <a:lnTo>
                  <a:pt x="61" y="1195"/>
                </a:lnTo>
                <a:lnTo>
                  <a:pt x="60" y="1195"/>
                </a:lnTo>
                <a:lnTo>
                  <a:pt x="60" y="1194"/>
                </a:lnTo>
                <a:lnTo>
                  <a:pt x="60" y="1193"/>
                </a:lnTo>
                <a:lnTo>
                  <a:pt x="59" y="1192"/>
                </a:lnTo>
                <a:lnTo>
                  <a:pt x="59" y="1191"/>
                </a:lnTo>
                <a:lnTo>
                  <a:pt x="58" y="1190"/>
                </a:lnTo>
                <a:lnTo>
                  <a:pt x="58" y="1189"/>
                </a:lnTo>
                <a:lnTo>
                  <a:pt x="57" y="1188"/>
                </a:lnTo>
                <a:lnTo>
                  <a:pt x="56" y="1187"/>
                </a:lnTo>
                <a:lnTo>
                  <a:pt x="56" y="1186"/>
                </a:lnTo>
                <a:lnTo>
                  <a:pt x="55" y="1185"/>
                </a:lnTo>
                <a:lnTo>
                  <a:pt x="55" y="1184"/>
                </a:lnTo>
                <a:lnTo>
                  <a:pt x="54" y="1183"/>
                </a:lnTo>
                <a:lnTo>
                  <a:pt x="54" y="1182"/>
                </a:lnTo>
                <a:lnTo>
                  <a:pt x="53" y="1181"/>
                </a:lnTo>
                <a:lnTo>
                  <a:pt x="53" y="1180"/>
                </a:lnTo>
                <a:lnTo>
                  <a:pt x="52" y="1179"/>
                </a:lnTo>
                <a:lnTo>
                  <a:pt x="52" y="1178"/>
                </a:lnTo>
                <a:lnTo>
                  <a:pt x="51" y="1176"/>
                </a:lnTo>
                <a:lnTo>
                  <a:pt x="50" y="1175"/>
                </a:lnTo>
                <a:lnTo>
                  <a:pt x="50" y="1174"/>
                </a:lnTo>
                <a:lnTo>
                  <a:pt x="49" y="1173"/>
                </a:lnTo>
                <a:lnTo>
                  <a:pt x="49" y="1172"/>
                </a:lnTo>
                <a:lnTo>
                  <a:pt x="48" y="1171"/>
                </a:lnTo>
                <a:lnTo>
                  <a:pt x="48" y="1170"/>
                </a:lnTo>
                <a:lnTo>
                  <a:pt x="47" y="1169"/>
                </a:lnTo>
                <a:lnTo>
                  <a:pt x="46" y="1168"/>
                </a:lnTo>
                <a:lnTo>
                  <a:pt x="46" y="1167"/>
                </a:lnTo>
                <a:lnTo>
                  <a:pt x="46" y="1166"/>
                </a:lnTo>
                <a:lnTo>
                  <a:pt x="45" y="1165"/>
                </a:lnTo>
                <a:lnTo>
                  <a:pt x="45" y="1164"/>
                </a:lnTo>
                <a:lnTo>
                  <a:pt x="44" y="1163"/>
                </a:lnTo>
                <a:lnTo>
                  <a:pt x="43" y="1162"/>
                </a:lnTo>
                <a:lnTo>
                  <a:pt x="43" y="1161"/>
                </a:lnTo>
                <a:lnTo>
                  <a:pt x="42" y="1159"/>
                </a:lnTo>
                <a:lnTo>
                  <a:pt x="41" y="1158"/>
                </a:lnTo>
                <a:lnTo>
                  <a:pt x="41" y="1157"/>
                </a:lnTo>
                <a:lnTo>
                  <a:pt x="41" y="1156"/>
                </a:lnTo>
                <a:lnTo>
                  <a:pt x="40" y="1156"/>
                </a:lnTo>
                <a:lnTo>
                  <a:pt x="39" y="1154"/>
                </a:lnTo>
                <a:lnTo>
                  <a:pt x="39" y="1153"/>
                </a:lnTo>
                <a:lnTo>
                  <a:pt x="38" y="1152"/>
                </a:lnTo>
                <a:lnTo>
                  <a:pt x="37" y="1149"/>
                </a:lnTo>
                <a:lnTo>
                  <a:pt x="36" y="1148"/>
                </a:lnTo>
                <a:lnTo>
                  <a:pt x="36" y="1147"/>
                </a:lnTo>
                <a:lnTo>
                  <a:pt x="35" y="1145"/>
                </a:lnTo>
                <a:lnTo>
                  <a:pt x="34" y="1144"/>
                </a:lnTo>
                <a:lnTo>
                  <a:pt x="34" y="1143"/>
                </a:lnTo>
                <a:lnTo>
                  <a:pt x="33" y="1142"/>
                </a:lnTo>
                <a:lnTo>
                  <a:pt x="31" y="1138"/>
                </a:lnTo>
                <a:lnTo>
                  <a:pt x="30" y="1136"/>
                </a:lnTo>
                <a:lnTo>
                  <a:pt x="29" y="1134"/>
                </a:lnTo>
                <a:lnTo>
                  <a:pt x="27" y="1131"/>
                </a:lnTo>
                <a:lnTo>
                  <a:pt x="27" y="1130"/>
                </a:lnTo>
                <a:lnTo>
                  <a:pt x="26" y="1128"/>
                </a:lnTo>
                <a:lnTo>
                  <a:pt x="25" y="1127"/>
                </a:lnTo>
                <a:lnTo>
                  <a:pt x="25" y="1126"/>
                </a:lnTo>
                <a:lnTo>
                  <a:pt x="16" y="1110"/>
                </a:lnTo>
                <a:lnTo>
                  <a:pt x="7" y="1095"/>
                </a:lnTo>
                <a:lnTo>
                  <a:pt x="6" y="1093"/>
                </a:lnTo>
                <a:lnTo>
                  <a:pt x="6" y="1092"/>
                </a:lnTo>
                <a:lnTo>
                  <a:pt x="2" y="1083"/>
                </a:lnTo>
                <a:lnTo>
                  <a:pt x="0" y="1079"/>
                </a:lnTo>
                <a:lnTo>
                  <a:pt x="47" y="1087"/>
                </a:lnTo>
                <a:lnTo>
                  <a:pt x="65" y="1090"/>
                </a:lnTo>
                <a:lnTo>
                  <a:pt x="92" y="1094"/>
                </a:lnTo>
                <a:lnTo>
                  <a:pt x="124" y="1096"/>
                </a:lnTo>
                <a:lnTo>
                  <a:pt x="134" y="1097"/>
                </a:lnTo>
                <a:lnTo>
                  <a:pt x="154" y="1098"/>
                </a:lnTo>
                <a:lnTo>
                  <a:pt x="160" y="1099"/>
                </a:lnTo>
                <a:lnTo>
                  <a:pt x="165" y="1099"/>
                </a:lnTo>
                <a:lnTo>
                  <a:pt x="211" y="1103"/>
                </a:lnTo>
                <a:lnTo>
                  <a:pt x="252" y="1095"/>
                </a:lnTo>
                <a:lnTo>
                  <a:pt x="279" y="1096"/>
                </a:lnTo>
                <a:lnTo>
                  <a:pt x="280" y="1095"/>
                </a:lnTo>
                <a:lnTo>
                  <a:pt x="284" y="1090"/>
                </a:lnTo>
                <a:lnTo>
                  <a:pt x="332" y="1092"/>
                </a:lnTo>
                <a:lnTo>
                  <a:pt x="384" y="1104"/>
                </a:lnTo>
                <a:lnTo>
                  <a:pt x="396" y="1107"/>
                </a:lnTo>
                <a:lnTo>
                  <a:pt x="418" y="1109"/>
                </a:lnTo>
                <a:lnTo>
                  <a:pt x="435" y="1130"/>
                </a:lnTo>
                <a:lnTo>
                  <a:pt x="442" y="1137"/>
                </a:lnTo>
                <a:lnTo>
                  <a:pt x="476" y="1146"/>
                </a:lnTo>
                <a:lnTo>
                  <a:pt x="484" y="1144"/>
                </a:lnTo>
                <a:lnTo>
                  <a:pt x="493" y="1145"/>
                </a:lnTo>
                <a:lnTo>
                  <a:pt x="499" y="1145"/>
                </a:lnTo>
                <a:lnTo>
                  <a:pt x="519" y="1154"/>
                </a:lnTo>
                <a:lnTo>
                  <a:pt x="525" y="1157"/>
                </a:lnTo>
                <a:lnTo>
                  <a:pt x="563" y="1173"/>
                </a:lnTo>
                <a:lnTo>
                  <a:pt x="572" y="1175"/>
                </a:lnTo>
                <a:lnTo>
                  <a:pt x="593" y="1179"/>
                </a:lnTo>
                <a:lnTo>
                  <a:pt x="603" y="1181"/>
                </a:lnTo>
                <a:lnTo>
                  <a:pt x="622" y="1181"/>
                </a:lnTo>
                <a:lnTo>
                  <a:pt x="643" y="1177"/>
                </a:lnTo>
                <a:lnTo>
                  <a:pt x="663" y="1174"/>
                </a:lnTo>
                <a:lnTo>
                  <a:pt x="662" y="1196"/>
                </a:lnTo>
                <a:lnTo>
                  <a:pt x="677" y="1197"/>
                </a:lnTo>
                <a:lnTo>
                  <a:pt x="698" y="1196"/>
                </a:lnTo>
                <a:lnTo>
                  <a:pt x="706" y="1204"/>
                </a:lnTo>
                <a:lnTo>
                  <a:pt x="726" y="1186"/>
                </a:lnTo>
                <a:lnTo>
                  <a:pt x="731" y="1187"/>
                </a:lnTo>
                <a:lnTo>
                  <a:pt x="738" y="1184"/>
                </a:lnTo>
                <a:lnTo>
                  <a:pt x="740" y="1182"/>
                </a:lnTo>
                <a:lnTo>
                  <a:pt x="749" y="1178"/>
                </a:lnTo>
                <a:lnTo>
                  <a:pt x="758" y="1173"/>
                </a:lnTo>
                <a:lnTo>
                  <a:pt x="770" y="1167"/>
                </a:lnTo>
                <a:lnTo>
                  <a:pt x="785" y="1162"/>
                </a:lnTo>
                <a:lnTo>
                  <a:pt x="803" y="1155"/>
                </a:lnTo>
                <a:lnTo>
                  <a:pt x="829" y="1145"/>
                </a:lnTo>
                <a:lnTo>
                  <a:pt x="850" y="1136"/>
                </a:lnTo>
                <a:lnTo>
                  <a:pt x="866" y="1131"/>
                </a:lnTo>
                <a:lnTo>
                  <a:pt x="890" y="1128"/>
                </a:lnTo>
                <a:lnTo>
                  <a:pt x="910" y="1123"/>
                </a:lnTo>
                <a:lnTo>
                  <a:pt x="912" y="1118"/>
                </a:lnTo>
                <a:lnTo>
                  <a:pt x="927" y="1114"/>
                </a:lnTo>
                <a:lnTo>
                  <a:pt x="931" y="1114"/>
                </a:lnTo>
                <a:lnTo>
                  <a:pt x="937" y="1118"/>
                </a:lnTo>
                <a:lnTo>
                  <a:pt x="952" y="1118"/>
                </a:lnTo>
                <a:lnTo>
                  <a:pt x="970" y="1119"/>
                </a:lnTo>
                <a:lnTo>
                  <a:pt x="972" y="1118"/>
                </a:lnTo>
                <a:lnTo>
                  <a:pt x="974" y="1118"/>
                </a:lnTo>
                <a:lnTo>
                  <a:pt x="976" y="1117"/>
                </a:lnTo>
                <a:lnTo>
                  <a:pt x="978" y="1116"/>
                </a:lnTo>
                <a:lnTo>
                  <a:pt x="984" y="1116"/>
                </a:lnTo>
                <a:lnTo>
                  <a:pt x="998" y="1114"/>
                </a:lnTo>
                <a:lnTo>
                  <a:pt x="1002" y="1116"/>
                </a:lnTo>
                <a:lnTo>
                  <a:pt x="1019" y="1116"/>
                </a:lnTo>
                <a:lnTo>
                  <a:pt x="1023" y="1115"/>
                </a:lnTo>
                <a:lnTo>
                  <a:pt x="1039" y="1119"/>
                </a:lnTo>
                <a:lnTo>
                  <a:pt x="1047" y="1118"/>
                </a:lnTo>
                <a:lnTo>
                  <a:pt x="1051" y="1120"/>
                </a:lnTo>
                <a:lnTo>
                  <a:pt x="1052" y="1121"/>
                </a:lnTo>
                <a:lnTo>
                  <a:pt x="1062" y="1116"/>
                </a:lnTo>
                <a:lnTo>
                  <a:pt x="1064" y="1115"/>
                </a:lnTo>
                <a:lnTo>
                  <a:pt x="1065" y="1114"/>
                </a:lnTo>
                <a:lnTo>
                  <a:pt x="1067" y="1115"/>
                </a:lnTo>
                <a:lnTo>
                  <a:pt x="1068" y="1114"/>
                </a:lnTo>
                <a:lnTo>
                  <a:pt x="1088" y="1116"/>
                </a:lnTo>
                <a:lnTo>
                  <a:pt x="1092" y="1116"/>
                </a:lnTo>
                <a:lnTo>
                  <a:pt x="1094" y="1116"/>
                </a:lnTo>
                <a:lnTo>
                  <a:pt x="1099" y="1115"/>
                </a:lnTo>
                <a:lnTo>
                  <a:pt x="1100" y="1115"/>
                </a:lnTo>
                <a:lnTo>
                  <a:pt x="1102" y="1115"/>
                </a:lnTo>
                <a:lnTo>
                  <a:pt x="1103" y="1115"/>
                </a:lnTo>
                <a:lnTo>
                  <a:pt x="1106" y="1114"/>
                </a:lnTo>
                <a:lnTo>
                  <a:pt x="1109" y="1114"/>
                </a:lnTo>
                <a:lnTo>
                  <a:pt x="1111" y="1113"/>
                </a:lnTo>
                <a:lnTo>
                  <a:pt x="1114" y="1113"/>
                </a:lnTo>
                <a:lnTo>
                  <a:pt x="1127" y="1104"/>
                </a:lnTo>
                <a:lnTo>
                  <a:pt x="1131" y="1102"/>
                </a:lnTo>
                <a:lnTo>
                  <a:pt x="1147" y="1096"/>
                </a:lnTo>
                <a:lnTo>
                  <a:pt x="1154" y="1096"/>
                </a:lnTo>
                <a:lnTo>
                  <a:pt x="1165" y="1095"/>
                </a:lnTo>
                <a:lnTo>
                  <a:pt x="1168" y="1092"/>
                </a:lnTo>
                <a:lnTo>
                  <a:pt x="1172" y="1091"/>
                </a:lnTo>
                <a:lnTo>
                  <a:pt x="1181" y="1087"/>
                </a:lnTo>
                <a:lnTo>
                  <a:pt x="1184" y="1086"/>
                </a:lnTo>
                <a:lnTo>
                  <a:pt x="1186" y="1086"/>
                </a:lnTo>
                <a:lnTo>
                  <a:pt x="1195" y="1081"/>
                </a:lnTo>
                <a:lnTo>
                  <a:pt x="1198" y="1075"/>
                </a:lnTo>
                <a:lnTo>
                  <a:pt x="1209" y="1068"/>
                </a:lnTo>
                <a:lnTo>
                  <a:pt x="1212" y="1065"/>
                </a:lnTo>
                <a:lnTo>
                  <a:pt x="1218" y="1057"/>
                </a:lnTo>
                <a:lnTo>
                  <a:pt x="1218" y="1055"/>
                </a:lnTo>
                <a:lnTo>
                  <a:pt x="1222" y="1050"/>
                </a:lnTo>
                <a:lnTo>
                  <a:pt x="1225" y="1048"/>
                </a:lnTo>
                <a:lnTo>
                  <a:pt x="1235" y="1038"/>
                </a:lnTo>
                <a:lnTo>
                  <a:pt x="1247" y="1025"/>
                </a:lnTo>
                <a:lnTo>
                  <a:pt x="1251" y="1023"/>
                </a:lnTo>
                <a:lnTo>
                  <a:pt x="1252" y="1022"/>
                </a:lnTo>
                <a:lnTo>
                  <a:pt x="1254" y="1021"/>
                </a:lnTo>
                <a:lnTo>
                  <a:pt x="1259" y="1020"/>
                </a:lnTo>
                <a:lnTo>
                  <a:pt x="1262" y="1018"/>
                </a:lnTo>
                <a:lnTo>
                  <a:pt x="1270" y="1016"/>
                </a:lnTo>
                <a:lnTo>
                  <a:pt x="1274" y="1015"/>
                </a:lnTo>
                <a:lnTo>
                  <a:pt x="1277" y="1014"/>
                </a:lnTo>
                <a:lnTo>
                  <a:pt x="1278" y="1014"/>
                </a:lnTo>
                <a:lnTo>
                  <a:pt x="1282" y="1010"/>
                </a:lnTo>
                <a:lnTo>
                  <a:pt x="1287" y="1008"/>
                </a:lnTo>
                <a:lnTo>
                  <a:pt x="1292" y="1008"/>
                </a:lnTo>
                <a:lnTo>
                  <a:pt x="1297" y="1009"/>
                </a:lnTo>
                <a:lnTo>
                  <a:pt x="1300" y="1006"/>
                </a:lnTo>
                <a:lnTo>
                  <a:pt x="1311" y="996"/>
                </a:lnTo>
                <a:lnTo>
                  <a:pt x="1317" y="990"/>
                </a:lnTo>
                <a:lnTo>
                  <a:pt x="1326" y="990"/>
                </a:lnTo>
                <a:lnTo>
                  <a:pt x="1329" y="988"/>
                </a:lnTo>
                <a:lnTo>
                  <a:pt x="1331" y="988"/>
                </a:lnTo>
                <a:lnTo>
                  <a:pt x="1333" y="982"/>
                </a:lnTo>
                <a:lnTo>
                  <a:pt x="1333" y="977"/>
                </a:lnTo>
                <a:lnTo>
                  <a:pt x="1332" y="974"/>
                </a:lnTo>
                <a:lnTo>
                  <a:pt x="1324" y="963"/>
                </a:lnTo>
                <a:lnTo>
                  <a:pt x="1317" y="956"/>
                </a:lnTo>
                <a:lnTo>
                  <a:pt x="1316" y="956"/>
                </a:lnTo>
                <a:lnTo>
                  <a:pt x="1313" y="955"/>
                </a:lnTo>
                <a:lnTo>
                  <a:pt x="1311" y="954"/>
                </a:lnTo>
                <a:lnTo>
                  <a:pt x="1307" y="952"/>
                </a:lnTo>
                <a:lnTo>
                  <a:pt x="1305" y="950"/>
                </a:lnTo>
                <a:lnTo>
                  <a:pt x="1304" y="948"/>
                </a:lnTo>
                <a:lnTo>
                  <a:pt x="1301" y="945"/>
                </a:lnTo>
                <a:lnTo>
                  <a:pt x="1300" y="942"/>
                </a:lnTo>
                <a:lnTo>
                  <a:pt x="1298" y="941"/>
                </a:lnTo>
                <a:lnTo>
                  <a:pt x="1296" y="939"/>
                </a:lnTo>
                <a:lnTo>
                  <a:pt x="1295" y="937"/>
                </a:lnTo>
                <a:lnTo>
                  <a:pt x="1294" y="935"/>
                </a:lnTo>
                <a:lnTo>
                  <a:pt x="1294" y="931"/>
                </a:lnTo>
                <a:lnTo>
                  <a:pt x="1294" y="929"/>
                </a:lnTo>
                <a:lnTo>
                  <a:pt x="1293" y="927"/>
                </a:lnTo>
                <a:lnTo>
                  <a:pt x="1290" y="925"/>
                </a:lnTo>
                <a:lnTo>
                  <a:pt x="1284" y="923"/>
                </a:lnTo>
                <a:lnTo>
                  <a:pt x="1283" y="920"/>
                </a:lnTo>
                <a:lnTo>
                  <a:pt x="1284" y="916"/>
                </a:lnTo>
                <a:lnTo>
                  <a:pt x="1289" y="907"/>
                </a:lnTo>
                <a:lnTo>
                  <a:pt x="1292" y="904"/>
                </a:lnTo>
                <a:lnTo>
                  <a:pt x="1294" y="900"/>
                </a:lnTo>
                <a:lnTo>
                  <a:pt x="1296" y="898"/>
                </a:lnTo>
                <a:lnTo>
                  <a:pt x="1297" y="897"/>
                </a:lnTo>
                <a:lnTo>
                  <a:pt x="1296" y="890"/>
                </a:lnTo>
                <a:lnTo>
                  <a:pt x="1298" y="884"/>
                </a:lnTo>
                <a:lnTo>
                  <a:pt x="1300" y="880"/>
                </a:lnTo>
                <a:lnTo>
                  <a:pt x="1302" y="877"/>
                </a:lnTo>
                <a:lnTo>
                  <a:pt x="1306" y="870"/>
                </a:lnTo>
                <a:lnTo>
                  <a:pt x="1309" y="867"/>
                </a:lnTo>
                <a:lnTo>
                  <a:pt x="1313" y="860"/>
                </a:lnTo>
                <a:lnTo>
                  <a:pt x="1315" y="857"/>
                </a:lnTo>
                <a:lnTo>
                  <a:pt x="1326" y="849"/>
                </a:lnTo>
                <a:lnTo>
                  <a:pt x="1332" y="847"/>
                </a:lnTo>
                <a:lnTo>
                  <a:pt x="1336" y="845"/>
                </a:lnTo>
                <a:lnTo>
                  <a:pt x="1342" y="844"/>
                </a:lnTo>
                <a:lnTo>
                  <a:pt x="1346" y="847"/>
                </a:lnTo>
                <a:lnTo>
                  <a:pt x="1372" y="848"/>
                </a:lnTo>
                <a:lnTo>
                  <a:pt x="1375" y="846"/>
                </a:lnTo>
                <a:lnTo>
                  <a:pt x="1385" y="854"/>
                </a:lnTo>
                <a:lnTo>
                  <a:pt x="1390" y="861"/>
                </a:lnTo>
                <a:lnTo>
                  <a:pt x="1400" y="866"/>
                </a:lnTo>
                <a:lnTo>
                  <a:pt x="1413" y="870"/>
                </a:lnTo>
                <a:lnTo>
                  <a:pt x="1420" y="870"/>
                </a:lnTo>
                <a:lnTo>
                  <a:pt x="1427" y="872"/>
                </a:lnTo>
                <a:lnTo>
                  <a:pt x="1428" y="872"/>
                </a:lnTo>
                <a:lnTo>
                  <a:pt x="1437" y="875"/>
                </a:lnTo>
                <a:lnTo>
                  <a:pt x="1451" y="875"/>
                </a:lnTo>
                <a:lnTo>
                  <a:pt x="1471" y="877"/>
                </a:lnTo>
                <a:lnTo>
                  <a:pt x="1475" y="879"/>
                </a:lnTo>
                <a:lnTo>
                  <a:pt x="1483" y="880"/>
                </a:lnTo>
                <a:lnTo>
                  <a:pt x="1490" y="876"/>
                </a:lnTo>
                <a:lnTo>
                  <a:pt x="1494" y="872"/>
                </a:lnTo>
                <a:lnTo>
                  <a:pt x="1498" y="869"/>
                </a:lnTo>
                <a:lnTo>
                  <a:pt x="1504" y="868"/>
                </a:lnTo>
                <a:lnTo>
                  <a:pt x="1504" y="867"/>
                </a:lnTo>
                <a:lnTo>
                  <a:pt x="1505" y="867"/>
                </a:lnTo>
                <a:lnTo>
                  <a:pt x="1506" y="866"/>
                </a:lnTo>
                <a:lnTo>
                  <a:pt x="1506" y="865"/>
                </a:lnTo>
                <a:lnTo>
                  <a:pt x="1507" y="865"/>
                </a:lnTo>
                <a:lnTo>
                  <a:pt x="1507" y="864"/>
                </a:lnTo>
                <a:lnTo>
                  <a:pt x="1507" y="863"/>
                </a:lnTo>
                <a:lnTo>
                  <a:pt x="1508" y="863"/>
                </a:lnTo>
                <a:lnTo>
                  <a:pt x="1510" y="863"/>
                </a:lnTo>
                <a:lnTo>
                  <a:pt x="1512" y="863"/>
                </a:lnTo>
                <a:lnTo>
                  <a:pt x="1513" y="862"/>
                </a:lnTo>
                <a:lnTo>
                  <a:pt x="1517" y="862"/>
                </a:lnTo>
                <a:lnTo>
                  <a:pt x="1522" y="861"/>
                </a:lnTo>
                <a:lnTo>
                  <a:pt x="1526" y="859"/>
                </a:lnTo>
                <a:lnTo>
                  <a:pt x="1530" y="855"/>
                </a:lnTo>
                <a:lnTo>
                  <a:pt x="1531" y="854"/>
                </a:lnTo>
                <a:lnTo>
                  <a:pt x="1532" y="850"/>
                </a:lnTo>
                <a:lnTo>
                  <a:pt x="1533" y="850"/>
                </a:lnTo>
                <a:lnTo>
                  <a:pt x="1539" y="847"/>
                </a:lnTo>
                <a:lnTo>
                  <a:pt x="1546" y="842"/>
                </a:lnTo>
                <a:lnTo>
                  <a:pt x="1547" y="842"/>
                </a:lnTo>
                <a:lnTo>
                  <a:pt x="1553" y="836"/>
                </a:lnTo>
                <a:lnTo>
                  <a:pt x="1558" y="832"/>
                </a:lnTo>
                <a:lnTo>
                  <a:pt x="1558" y="831"/>
                </a:lnTo>
                <a:lnTo>
                  <a:pt x="1563" y="825"/>
                </a:lnTo>
                <a:lnTo>
                  <a:pt x="1565" y="820"/>
                </a:lnTo>
                <a:lnTo>
                  <a:pt x="1566" y="814"/>
                </a:lnTo>
                <a:lnTo>
                  <a:pt x="1583" y="809"/>
                </a:lnTo>
                <a:lnTo>
                  <a:pt x="1584" y="809"/>
                </a:lnTo>
                <a:lnTo>
                  <a:pt x="1600" y="815"/>
                </a:lnTo>
                <a:lnTo>
                  <a:pt x="1604" y="816"/>
                </a:lnTo>
                <a:lnTo>
                  <a:pt x="1607" y="815"/>
                </a:lnTo>
                <a:lnTo>
                  <a:pt x="1608" y="815"/>
                </a:lnTo>
                <a:lnTo>
                  <a:pt x="1610" y="815"/>
                </a:lnTo>
                <a:lnTo>
                  <a:pt x="1614" y="814"/>
                </a:lnTo>
                <a:lnTo>
                  <a:pt x="1616" y="814"/>
                </a:lnTo>
                <a:lnTo>
                  <a:pt x="1622" y="814"/>
                </a:lnTo>
                <a:lnTo>
                  <a:pt x="1639" y="814"/>
                </a:lnTo>
                <a:lnTo>
                  <a:pt x="1641" y="814"/>
                </a:lnTo>
                <a:lnTo>
                  <a:pt x="1656" y="810"/>
                </a:lnTo>
                <a:lnTo>
                  <a:pt x="1669" y="807"/>
                </a:lnTo>
                <a:lnTo>
                  <a:pt x="1672" y="805"/>
                </a:lnTo>
                <a:lnTo>
                  <a:pt x="1685" y="794"/>
                </a:lnTo>
                <a:lnTo>
                  <a:pt x="1691" y="789"/>
                </a:lnTo>
                <a:lnTo>
                  <a:pt x="1697" y="787"/>
                </a:lnTo>
                <a:lnTo>
                  <a:pt x="1699" y="786"/>
                </a:lnTo>
                <a:lnTo>
                  <a:pt x="1699" y="784"/>
                </a:lnTo>
                <a:lnTo>
                  <a:pt x="1701" y="784"/>
                </a:lnTo>
                <a:lnTo>
                  <a:pt x="1705" y="784"/>
                </a:lnTo>
                <a:lnTo>
                  <a:pt x="1707" y="784"/>
                </a:lnTo>
                <a:lnTo>
                  <a:pt x="1709" y="783"/>
                </a:lnTo>
                <a:lnTo>
                  <a:pt x="1712" y="783"/>
                </a:lnTo>
                <a:lnTo>
                  <a:pt x="1715" y="781"/>
                </a:lnTo>
                <a:lnTo>
                  <a:pt x="1716" y="780"/>
                </a:lnTo>
                <a:lnTo>
                  <a:pt x="1716" y="778"/>
                </a:lnTo>
                <a:lnTo>
                  <a:pt x="1718" y="777"/>
                </a:lnTo>
                <a:lnTo>
                  <a:pt x="1720" y="775"/>
                </a:lnTo>
                <a:lnTo>
                  <a:pt x="1722" y="775"/>
                </a:lnTo>
                <a:lnTo>
                  <a:pt x="1721" y="769"/>
                </a:lnTo>
                <a:lnTo>
                  <a:pt x="1722" y="768"/>
                </a:lnTo>
                <a:lnTo>
                  <a:pt x="1720" y="765"/>
                </a:lnTo>
                <a:lnTo>
                  <a:pt x="1718" y="764"/>
                </a:lnTo>
                <a:lnTo>
                  <a:pt x="1721" y="755"/>
                </a:lnTo>
                <a:lnTo>
                  <a:pt x="1723" y="752"/>
                </a:lnTo>
                <a:lnTo>
                  <a:pt x="1733" y="738"/>
                </a:lnTo>
                <a:lnTo>
                  <a:pt x="1736" y="738"/>
                </a:lnTo>
                <a:lnTo>
                  <a:pt x="1744" y="728"/>
                </a:lnTo>
                <a:lnTo>
                  <a:pt x="1747" y="726"/>
                </a:lnTo>
                <a:lnTo>
                  <a:pt x="1749" y="722"/>
                </a:lnTo>
                <a:lnTo>
                  <a:pt x="1751" y="721"/>
                </a:lnTo>
                <a:lnTo>
                  <a:pt x="1757" y="719"/>
                </a:lnTo>
                <a:lnTo>
                  <a:pt x="1764" y="718"/>
                </a:lnTo>
                <a:lnTo>
                  <a:pt x="1766" y="717"/>
                </a:lnTo>
                <a:lnTo>
                  <a:pt x="1766" y="716"/>
                </a:lnTo>
                <a:lnTo>
                  <a:pt x="1767" y="716"/>
                </a:lnTo>
                <a:lnTo>
                  <a:pt x="1769" y="716"/>
                </a:lnTo>
                <a:lnTo>
                  <a:pt x="1769" y="715"/>
                </a:lnTo>
                <a:lnTo>
                  <a:pt x="1770" y="714"/>
                </a:lnTo>
                <a:lnTo>
                  <a:pt x="1770" y="713"/>
                </a:lnTo>
                <a:lnTo>
                  <a:pt x="1771" y="713"/>
                </a:lnTo>
                <a:lnTo>
                  <a:pt x="1772" y="713"/>
                </a:lnTo>
                <a:lnTo>
                  <a:pt x="1778" y="714"/>
                </a:lnTo>
                <a:lnTo>
                  <a:pt x="1787" y="714"/>
                </a:lnTo>
                <a:lnTo>
                  <a:pt x="1789" y="715"/>
                </a:lnTo>
                <a:lnTo>
                  <a:pt x="1795" y="715"/>
                </a:lnTo>
                <a:lnTo>
                  <a:pt x="1809" y="714"/>
                </a:lnTo>
                <a:lnTo>
                  <a:pt x="1819" y="715"/>
                </a:lnTo>
                <a:lnTo>
                  <a:pt x="1821" y="711"/>
                </a:lnTo>
                <a:lnTo>
                  <a:pt x="1820" y="709"/>
                </a:lnTo>
                <a:lnTo>
                  <a:pt x="1822" y="703"/>
                </a:lnTo>
                <a:lnTo>
                  <a:pt x="1826" y="698"/>
                </a:lnTo>
                <a:lnTo>
                  <a:pt x="1824" y="692"/>
                </a:lnTo>
                <a:lnTo>
                  <a:pt x="1827" y="692"/>
                </a:lnTo>
                <a:lnTo>
                  <a:pt x="1831" y="691"/>
                </a:lnTo>
                <a:lnTo>
                  <a:pt x="1833" y="691"/>
                </a:lnTo>
                <a:lnTo>
                  <a:pt x="1836" y="690"/>
                </a:lnTo>
                <a:lnTo>
                  <a:pt x="1838" y="691"/>
                </a:lnTo>
                <a:lnTo>
                  <a:pt x="1840" y="690"/>
                </a:lnTo>
                <a:lnTo>
                  <a:pt x="1843" y="691"/>
                </a:lnTo>
                <a:lnTo>
                  <a:pt x="1844" y="692"/>
                </a:lnTo>
                <a:lnTo>
                  <a:pt x="1844" y="693"/>
                </a:lnTo>
                <a:lnTo>
                  <a:pt x="1844" y="695"/>
                </a:lnTo>
                <a:lnTo>
                  <a:pt x="1845" y="696"/>
                </a:lnTo>
                <a:lnTo>
                  <a:pt x="1847" y="697"/>
                </a:lnTo>
                <a:lnTo>
                  <a:pt x="1849" y="699"/>
                </a:lnTo>
                <a:lnTo>
                  <a:pt x="1851" y="699"/>
                </a:lnTo>
                <a:lnTo>
                  <a:pt x="1854" y="698"/>
                </a:lnTo>
                <a:lnTo>
                  <a:pt x="1855" y="697"/>
                </a:lnTo>
                <a:lnTo>
                  <a:pt x="1856" y="697"/>
                </a:lnTo>
                <a:lnTo>
                  <a:pt x="1859" y="698"/>
                </a:lnTo>
                <a:lnTo>
                  <a:pt x="1861" y="697"/>
                </a:lnTo>
                <a:lnTo>
                  <a:pt x="1863" y="697"/>
                </a:lnTo>
                <a:lnTo>
                  <a:pt x="1864" y="696"/>
                </a:lnTo>
                <a:lnTo>
                  <a:pt x="1865" y="696"/>
                </a:lnTo>
                <a:lnTo>
                  <a:pt x="1864" y="694"/>
                </a:lnTo>
                <a:lnTo>
                  <a:pt x="1864" y="693"/>
                </a:lnTo>
                <a:lnTo>
                  <a:pt x="1865" y="693"/>
                </a:lnTo>
                <a:lnTo>
                  <a:pt x="1866" y="692"/>
                </a:lnTo>
                <a:lnTo>
                  <a:pt x="1867" y="692"/>
                </a:lnTo>
                <a:lnTo>
                  <a:pt x="1868" y="691"/>
                </a:lnTo>
                <a:lnTo>
                  <a:pt x="1869" y="689"/>
                </a:lnTo>
                <a:lnTo>
                  <a:pt x="1870" y="689"/>
                </a:lnTo>
                <a:lnTo>
                  <a:pt x="1872" y="689"/>
                </a:lnTo>
                <a:lnTo>
                  <a:pt x="1874" y="689"/>
                </a:lnTo>
                <a:lnTo>
                  <a:pt x="1875" y="689"/>
                </a:lnTo>
                <a:lnTo>
                  <a:pt x="1876" y="687"/>
                </a:lnTo>
                <a:lnTo>
                  <a:pt x="1877" y="687"/>
                </a:lnTo>
                <a:lnTo>
                  <a:pt x="1880" y="687"/>
                </a:lnTo>
                <a:lnTo>
                  <a:pt x="1882" y="687"/>
                </a:lnTo>
                <a:lnTo>
                  <a:pt x="1888" y="682"/>
                </a:lnTo>
                <a:lnTo>
                  <a:pt x="1890" y="682"/>
                </a:lnTo>
                <a:lnTo>
                  <a:pt x="1893" y="682"/>
                </a:lnTo>
                <a:lnTo>
                  <a:pt x="1894" y="682"/>
                </a:lnTo>
                <a:lnTo>
                  <a:pt x="1896" y="681"/>
                </a:lnTo>
                <a:lnTo>
                  <a:pt x="1897" y="679"/>
                </a:lnTo>
                <a:lnTo>
                  <a:pt x="1898" y="679"/>
                </a:lnTo>
                <a:lnTo>
                  <a:pt x="1901" y="679"/>
                </a:lnTo>
                <a:lnTo>
                  <a:pt x="1905" y="676"/>
                </a:lnTo>
                <a:lnTo>
                  <a:pt x="1913" y="677"/>
                </a:lnTo>
                <a:lnTo>
                  <a:pt x="1916" y="680"/>
                </a:lnTo>
                <a:lnTo>
                  <a:pt x="1930" y="681"/>
                </a:lnTo>
                <a:lnTo>
                  <a:pt x="1934" y="678"/>
                </a:lnTo>
                <a:lnTo>
                  <a:pt x="1935" y="678"/>
                </a:lnTo>
                <a:lnTo>
                  <a:pt x="1936" y="678"/>
                </a:lnTo>
                <a:lnTo>
                  <a:pt x="1937" y="681"/>
                </a:lnTo>
                <a:lnTo>
                  <a:pt x="1942" y="681"/>
                </a:lnTo>
                <a:lnTo>
                  <a:pt x="1947" y="682"/>
                </a:lnTo>
                <a:lnTo>
                  <a:pt x="1948" y="682"/>
                </a:lnTo>
                <a:lnTo>
                  <a:pt x="1948" y="681"/>
                </a:lnTo>
                <a:lnTo>
                  <a:pt x="1948" y="680"/>
                </a:lnTo>
                <a:lnTo>
                  <a:pt x="1947" y="679"/>
                </a:lnTo>
                <a:lnTo>
                  <a:pt x="1953" y="673"/>
                </a:lnTo>
                <a:lnTo>
                  <a:pt x="1955" y="673"/>
                </a:lnTo>
                <a:lnTo>
                  <a:pt x="1958" y="673"/>
                </a:lnTo>
                <a:lnTo>
                  <a:pt x="1959" y="673"/>
                </a:lnTo>
                <a:lnTo>
                  <a:pt x="1960" y="676"/>
                </a:lnTo>
                <a:lnTo>
                  <a:pt x="1959" y="677"/>
                </a:lnTo>
                <a:lnTo>
                  <a:pt x="1960" y="678"/>
                </a:lnTo>
                <a:lnTo>
                  <a:pt x="1962" y="678"/>
                </a:lnTo>
                <a:lnTo>
                  <a:pt x="1964" y="677"/>
                </a:lnTo>
                <a:lnTo>
                  <a:pt x="1967" y="676"/>
                </a:lnTo>
                <a:lnTo>
                  <a:pt x="1969" y="678"/>
                </a:lnTo>
                <a:lnTo>
                  <a:pt x="1972" y="682"/>
                </a:lnTo>
                <a:lnTo>
                  <a:pt x="1976" y="685"/>
                </a:lnTo>
                <a:lnTo>
                  <a:pt x="1977" y="686"/>
                </a:lnTo>
                <a:lnTo>
                  <a:pt x="1978" y="686"/>
                </a:lnTo>
                <a:lnTo>
                  <a:pt x="1980" y="685"/>
                </a:lnTo>
                <a:lnTo>
                  <a:pt x="1981" y="685"/>
                </a:lnTo>
                <a:lnTo>
                  <a:pt x="1985" y="686"/>
                </a:lnTo>
                <a:lnTo>
                  <a:pt x="1988" y="685"/>
                </a:lnTo>
                <a:lnTo>
                  <a:pt x="1990" y="686"/>
                </a:lnTo>
                <a:lnTo>
                  <a:pt x="1991" y="687"/>
                </a:lnTo>
                <a:lnTo>
                  <a:pt x="1993" y="688"/>
                </a:lnTo>
                <a:lnTo>
                  <a:pt x="1995" y="690"/>
                </a:lnTo>
                <a:lnTo>
                  <a:pt x="1996" y="690"/>
                </a:lnTo>
                <a:lnTo>
                  <a:pt x="1998" y="689"/>
                </a:lnTo>
                <a:lnTo>
                  <a:pt x="1999" y="689"/>
                </a:lnTo>
                <a:lnTo>
                  <a:pt x="2000" y="690"/>
                </a:lnTo>
                <a:lnTo>
                  <a:pt x="2001" y="690"/>
                </a:lnTo>
                <a:lnTo>
                  <a:pt x="2002" y="689"/>
                </a:lnTo>
                <a:lnTo>
                  <a:pt x="2005" y="687"/>
                </a:lnTo>
                <a:lnTo>
                  <a:pt x="2010" y="687"/>
                </a:lnTo>
                <a:lnTo>
                  <a:pt x="2012" y="687"/>
                </a:lnTo>
                <a:lnTo>
                  <a:pt x="2013" y="687"/>
                </a:lnTo>
                <a:lnTo>
                  <a:pt x="2017" y="687"/>
                </a:lnTo>
                <a:lnTo>
                  <a:pt x="2019" y="689"/>
                </a:lnTo>
                <a:lnTo>
                  <a:pt x="2021" y="689"/>
                </a:lnTo>
                <a:lnTo>
                  <a:pt x="2024" y="688"/>
                </a:lnTo>
                <a:lnTo>
                  <a:pt x="2025" y="688"/>
                </a:lnTo>
                <a:lnTo>
                  <a:pt x="2026" y="689"/>
                </a:lnTo>
                <a:lnTo>
                  <a:pt x="2027" y="689"/>
                </a:lnTo>
                <a:lnTo>
                  <a:pt x="2028" y="690"/>
                </a:lnTo>
                <a:lnTo>
                  <a:pt x="2028" y="691"/>
                </a:lnTo>
                <a:lnTo>
                  <a:pt x="2028" y="692"/>
                </a:lnTo>
                <a:lnTo>
                  <a:pt x="2031" y="691"/>
                </a:lnTo>
                <a:lnTo>
                  <a:pt x="2032" y="689"/>
                </a:lnTo>
                <a:lnTo>
                  <a:pt x="2034" y="689"/>
                </a:lnTo>
                <a:lnTo>
                  <a:pt x="2035" y="689"/>
                </a:lnTo>
                <a:lnTo>
                  <a:pt x="2036" y="689"/>
                </a:lnTo>
                <a:lnTo>
                  <a:pt x="2038" y="686"/>
                </a:lnTo>
                <a:lnTo>
                  <a:pt x="2039" y="685"/>
                </a:lnTo>
                <a:lnTo>
                  <a:pt x="2040" y="683"/>
                </a:lnTo>
                <a:lnTo>
                  <a:pt x="2039" y="682"/>
                </a:lnTo>
                <a:lnTo>
                  <a:pt x="2045" y="684"/>
                </a:lnTo>
                <a:lnTo>
                  <a:pt x="2046" y="684"/>
                </a:lnTo>
                <a:lnTo>
                  <a:pt x="2049" y="683"/>
                </a:lnTo>
                <a:lnTo>
                  <a:pt x="2049" y="682"/>
                </a:lnTo>
                <a:lnTo>
                  <a:pt x="2049" y="681"/>
                </a:lnTo>
                <a:lnTo>
                  <a:pt x="2050" y="680"/>
                </a:lnTo>
                <a:lnTo>
                  <a:pt x="2051" y="679"/>
                </a:lnTo>
                <a:lnTo>
                  <a:pt x="2050" y="677"/>
                </a:lnTo>
                <a:lnTo>
                  <a:pt x="2049" y="675"/>
                </a:lnTo>
                <a:lnTo>
                  <a:pt x="2049" y="674"/>
                </a:lnTo>
                <a:lnTo>
                  <a:pt x="2048" y="673"/>
                </a:lnTo>
                <a:lnTo>
                  <a:pt x="2051" y="671"/>
                </a:lnTo>
                <a:lnTo>
                  <a:pt x="2051" y="670"/>
                </a:lnTo>
                <a:lnTo>
                  <a:pt x="2050" y="667"/>
                </a:lnTo>
                <a:lnTo>
                  <a:pt x="2050" y="666"/>
                </a:lnTo>
                <a:lnTo>
                  <a:pt x="2051" y="665"/>
                </a:lnTo>
                <a:lnTo>
                  <a:pt x="2049" y="665"/>
                </a:lnTo>
                <a:lnTo>
                  <a:pt x="2049" y="661"/>
                </a:lnTo>
                <a:lnTo>
                  <a:pt x="2050" y="659"/>
                </a:lnTo>
                <a:lnTo>
                  <a:pt x="2044" y="658"/>
                </a:lnTo>
                <a:lnTo>
                  <a:pt x="2043" y="655"/>
                </a:lnTo>
                <a:lnTo>
                  <a:pt x="2045" y="654"/>
                </a:lnTo>
                <a:lnTo>
                  <a:pt x="2044" y="653"/>
                </a:lnTo>
                <a:lnTo>
                  <a:pt x="2043" y="653"/>
                </a:lnTo>
                <a:lnTo>
                  <a:pt x="2040" y="650"/>
                </a:lnTo>
                <a:lnTo>
                  <a:pt x="2039" y="649"/>
                </a:lnTo>
                <a:lnTo>
                  <a:pt x="2038" y="648"/>
                </a:lnTo>
                <a:lnTo>
                  <a:pt x="2038" y="647"/>
                </a:lnTo>
                <a:lnTo>
                  <a:pt x="2038" y="646"/>
                </a:lnTo>
                <a:lnTo>
                  <a:pt x="2038" y="645"/>
                </a:lnTo>
                <a:lnTo>
                  <a:pt x="2039" y="644"/>
                </a:lnTo>
                <a:lnTo>
                  <a:pt x="2036" y="637"/>
                </a:lnTo>
                <a:lnTo>
                  <a:pt x="2035" y="636"/>
                </a:lnTo>
                <a:lnTo>
                  <a:pt x="2032" y="632"/>
                </a:lnTo>
                <a:lnTo>
                  <a:pt x="2032" y="631"/>
                </a:lnTo>
                <a:lnTo>
                  <a:pt x="2030" y="630"/>
                </a:lnTo>
                <a:lnTo>
                  <a:pt x="2029" y="629"/>
                </a:lnTo>
                <a:lnTo>
                  <a:pt x="2027" y="628"/>
                </a:lnTo>
                <a:lnTo>
                  <a:pt x="2026" y="626"/>
                </a:lnTo>
                <a:lnTo>
                  <a:pt x="2025" y="626"/>
                </a:lnTo>
                <a:lnTo>
                  <a:pt x="2025" y="625"/>
                </a:lnTo>
                <a:lnTo>
                  <a:pt x="2024" y="625"/>
                </a:lnTo>
                <a:lnTo>
                  <a:pt x="2023" y="624"/>
                </a:lnTo>
                <a:lnTo>
                  <a:pt x="2021" y="624"/>
                </a:lnTo>
                <a:lnTo>
                  <a:pt x="2020" y="624"/>
                </a:lnTo>
                <a:lnTo>
                  <a:pt x="2019" y="624"/>
                </a:lnTo>
                <a:lnTo>
                  <a:pt x="2018" y="624"/>
                </a:lnTo>
                <a:lnTo>
                  <a:pt x="2017" y="624"/>
                </a:lnTo>
                <a:lnTo>
                  <a:pt x="2017" y="623"/>
                </a:lnTo>
                <a:lnTo>
                  <a:pt x="2017" y="622"/>
                </a:lnTo>
                <a:lnTo>
                  <a:pt x="2018" y="622"/>
                </a:lnTo>
                <a:lnTo>
                  <a:pt x="2018" y="621"/>
                </a:lnTo>
                <a:lnTo>
                  <a:pt x="2017" y="621"/>
                </a:lnTo>
                <a:lnTo>
                  <a:pt x="2018" y="621"/>
                </a:lnTo>
                <a:lnTo>
                  <a:pt x="2018" y="620"/>
                </a:lnTo>
                <a:lnTo>
                  <a:pt x="2017" y="620"/>
                </a:lnTo>
                <a:lnTo>
                  <a:pt x="2018" y="620"/>
                </a:lnTo>
                <a:lnTo>
                  <a:pt x="2017" y="620"/>
                </a:lnTo>
                <a:lnTo>
                  <a:pt x="2017" y="621"/>
                </a:lnTo>
                <a:lnTo>
                  <a:pt x="2017" y="620"/>
                </a:lnTo>
                <a:lnTo>
                  <a:pt x="2018" y="620"/>
                </a:lnTo>
                <a:lnTo>
                  <a:pt x="2017" y="620"/>
                </a:lnTo>
                <a:lnTo>
                  <a:pt x="2017" y="619"/>
                </a:lnTo>
                <a:lnTo>
                  <a:pt x="2015" y="619"/>
                </a:lnTo>
                <a:lnTo>
                  <a:pt x="2015" y="618"/>
                </a:lnTo>
                <a:lnTo>
                  <a:pt x="2014" y="618"/>
                </a:lnTo>
                <a:lnTo>
                  <a:pt x="2014" y="617"/>
                </a:lnTo>
                <a:lnTo>
                  <a:pt x="2013" y="617"/>
                </a:lnTo>
                <a:lnTo>
                  <a:pt x="2013" y="616"/>
                </a:lnTo>
                <a:lnTo>
                  <a:pt x="2013" y="617"/>
                </a:lnTo>
                <a:lnTo>
                  <a:pt x="2013" y="616"/>
                </a:lnTo>
                <a:lnTo>
                  <a:pt x="2012" y="616"/>
                </a:lnTo>
                <a:lnTo>
                  <a:pt x="2011" y="616"/>
                </a:lnTo>
                <a:lnTo>
                  <a:pt x="2010" y="616"/>
                </a:lnTo>
                <a:lnTo>
                  <a:pt x="2010" y="615"/>
                </a:lnTo>
                <a:lnTo>
                  <a:pt x="2009" y="615"/>
                </a:lnTo>
                <a:lnTo>
                  <a:pt x="2008" y="614"/>
                </a:lnTo>
                <a:lnTo>
                  <a:pt x="2008" y="613"/>
                </a:lnTo>
                <a:lnTo>
                  <a:pt x="2008" y="614"/>
                </a:lnTo>
                <a:lnTo>
                  <a:pt x="2007" y="614"/>
                </a:lnTo>
                <a:lnTo>
                  <a:pt x="2007" y="613"/>
                </a:lnTo>
                <a:lnTo>
                  <a:pt x="2006" y="612"/>
                </a:lnTo>
                <a:lnTo>
                  <a:pt x="2006" y="611"/>
                </a:lnTo>
                <a:lnTo>
                  <a:pt x="2005" y="611"/>
                </a:lnTo>
                <a:lnTo>
                  <a:pt x="2004" y="611"/>
                </a:lnTo>
                <a:lnTo>
                  <a:pt x="2005" y="611"/>
                </a:lnTo>
                <a:lnTo>
                  <a:pt x="2004" y="610"/>
                </a:lnTo>
                <a:lnTo>
                  <a:pt x="2003" y="610"/>
                </a:lnTo>
                <a:lnTo>
                  <a:pt x="2003" y="609"/>
                </a:lnTo>
                <a:lnTo>
                  <a:pt x="2002" y="609"/>
                </a:lnTo>
                <a:lnTo>
                  <a:pt x="2001" y="609"/>
                </a:lnTo>
                <a:lnTo>
                  <a:pt x="2001" y="608"/>
                </a:lnTo>
                <a:lnTo>
                  <a:pt x="2000" y="608"/>
                </a:lnTo>
                <a:lnTo>
                  <a:pt x="2000" y="607"/>
                </a:lnTo>
                <a:lnTo>
                  <a:pt x="1999" y="607"/>
                </a:lnTo>
                <a:lnTo>
                  <a:pt x="2000" y="607"/>
                </a:lnTo>
                <a:lnTo>
                  <a:pt x="2000" y="606"/>
                </a:lnTo>
                <a:lnTo>
                  <a:pt x="1999" y="606"/>
                </a:lnTo>
                <a:lnTo>
                  <a:pt x="1998" y="606"/>
                </a:lnTo>
                <a:lnTo>
                  <a:pt x="1998" y="605"/>
                </a:lnTo>
                <a:lnTo>
                  <a:pt x="1998" y="606"/>
                </a:lnTo>
                <a:lnTo>
                  <a:pt x="1997" y="606"/>
                </a:lnTo>
                <a:lnTo>
                  <a:pt x="1997" y="605"/>
                </a:lnTo>
                <a:lnTo>
                  <a:pt x="1997" y="606"/>
                </a:lnTo>
                <a:lnTo>
                  <a:pt x="1996" y="606"/>
                </a:lnTo>
                <a:lnTo>
                  <a:pt x="1996" y="605"/>
                </a:lnTo>
                <a:lnTo>
                  <a:pt x="1998" y="602"/>
                </a:lnTo>
                <a:lnTo>
                  <a:pt x="1999" y="601"/>
                </a:lnTo>
                <a:lnTo>
                  <a:pt x="1997" y="600"/>
                </a:lnTo>
                <a:lnTo>
                  <a:pt x="1985" y="596"/>
                </a:lnTo>
                <a:lnTo>
                  <a:pt x="1980" y="594"/>
                </a:lnTo>
                <a:lnTo>
                  <a:pt x="1980" y="591"/>
                </a:lnTo>
                <a:lnTo>
                  <a:pt x="1979" y="587"/>
                </a:lnTo>
                <a:lnTo>
                  <a:pt x="1979" y="586"/>
                </a:lnTo>
                <a:lnTo>
                  <a:pt x="1978" y="582"/>
                </a:lnTo>
                <a:lnTo>
                  <a:pt x="1973" y="580"/>
                </a:lnTo>
                <a:lnTo>
                  <a:pt x="1967" y="578"/>
                </a:lnTo>
                <a:lnTo>
                  <a:pt x="1961" y="576"/>
                </a:lnTo>
                <a:lnTo>
                  <a:pt x="1946" y="571"/>
                </a:lnTo>
                <a:lnTo>
                  <a:pt x="1945" y="570"/>
                </a:lnTo>
                <a:lnTo>
                  <a:pt x="1936" y="559"/>
                </a:lnTo>
                <a:lnTo>
                  <a:pt x="1928" y="549"/>
                </a:lnTo>
                <a:lnTo>
                  <a:pt x="1927" y="548"/>
                </a:lnTo>
                <a:lnTo>
                  <a:pt x="1925" y="548"/>
                </a:lnTo>
                <a:lnTo>
                  <a:pt x="1918" y="547"/>
                </a:lnTo>
                <a:lnTo>
                  <a:pt x="1917" y="547"/>
                </a:lnTo>
                <a:lnTo>
                  <a:pt x="1917" y="548"/>
                </a:lnTo>
                <a:lnTo>
                  <a:pt x="1916" y="548"/>
                </a:lnTo>
                <a:lnTo>
                  <a:pt x="1916" y="547"/>
                </a:lnTo>
                <a:lnTo>
                  <a:pt x="1916" y="546"/>
                </a:lnTo>
                <a:lnTo>
                  <a:pt x="1915" y="546"/>
                </a:lnTo>
                <a:lnTo>
                  <a:pt x="1914" y="546"/>
                </a:lnTo>
                <a:lnTo>
                  <a:pt x="1913" y="546"/>
                </a:lnTo>
                <a:lnTo>
                  <a:pt x="1912" y="546"/>
                </a:lnTo>
                <a:lnTo>
                  <a:pt x="1911" y="546"/>
                </a:lnTo>
                <a:lnTo>
                  <a:pt x="1910" y="546"/>
                </a:lnTo>
                <a:lnTo>
                  <a:pt x="1909" y="546"/>
                </a:lnTo>
                <a:lnTo>
                  <a:pt x="1909" y="547"/>
                </a:lnTo>
                <a:lnTo>
                  <a:pt x="1909" y="546"/>
                </a:lnTo>
                <a:lnTo>
                  <a:pt x="1909" y="547"/>
                </a:lnTo>
                <a:lnTo>
                  <a:pt x="1908" y="547"/>
                </a:lnTo>
                <a:lnTo>
                  <a:pt x="1908" y="546"/>
                </a:lnTo>
                <a:lnTo>
                  <a:pt x="1907" y="546"/>
                </a:lnTo>
                <a:lnTo>
                  <a:pt x="1907" y="547"/>
                </a:lnTo>
                <a:lnTo>
                  <a:pt x="1906" y="547"/>
                </a:lnTo>
                <a:lnTo>
                  <a:pt x="1905" y="546"/>
                </a:lnTo>
                <a:lnTo>
                  <a:pt x="1904" y="546"/>
                </a:lnTo>
                <a:lnTo>
                  <a:pt x="1904" y="547"/>
                </a:lnTo>
                <a:lnTo>
                  <a:pt x="1903" y="547"/>
                </a:lnTo>
                <a:lnTo>
                  <a:pt x="1902" y="546"/>
                </a:lnTo>
                <a:lnTo>
                  <a:pt x="1901" y="546"/>
                </a:lnTo>
                <a:lnTo>
                  <a:pt x="1901" y="545"/>
                </a:lnTo>
                <a:lnTo>
                  <a:pt x="1900" y="545"/>
                </a:lnTo>
                <a:lnTo>
                  <a:pt x="1899" y="545"/>
                </a:lnTo>
                <a:lnTo>
                  <a:pt x="1899" y="544"/>
                </a:lnTo>
                <a:lnTo>
                  <a:pt x="1898" y="544"/>
                </a:lnTo>
                <a:lnTo>
                  <a:pt x="1898" y="543"/>
                </a:lnTo>
                <a:lnTo>
                  <a:pt x="1897" y="543"/>
                </a:lnTo>
                <a:lnTo>
                  <a:pt x="1896" y="543"/>
                </a:lnTo>
                <a:lnTo>
                  <a:pt x="1895" y="543"/>
                </a:lnTo>
                <a:lnTo>
                  <a:pt x="1894" y="543"/>
                </a:lnTo>
                <a:lnTo>
                  <a:pt x="1893" y="543"/>
                </a:lnTo>
                <a:lnTo>
                  <a:pt x="1893" y="542"/>
                </a:lnTo>
                <a:lnTo>
                  <a:pt x="1892" y="542"/>
                </a:lnTo>
                <a:lnTo>
                  <a:pt x="1892" y="543"/>
                </a:lnTo>
                <a:lnTo>
                  <a:pt x="1891" y="543"/>
                </a:lnTo>
                <a:lnTo>
                  <a:pt x="1890" y="544"/>
                </a:lnTo>
                <a:lnTo>
                  <a:pt x="1890" y="543"/>
                </a:lnTo>
                <a:lnTo>
                  <a:pt x="1889" y="543"/>
                </a:lnTo>
                <a:lnTo>
                  <a:pt x="1889" y="544"/>
                </a:lnTo>
                <a:lnTo>
                  <a:pt x="1888" y="544"/>
                </a:lnTo>
                <a:lnTo>
                  <a:pt x="1888" y="543"/>
                </a:lnTo>
                <a:lnTo>
                  <a:pt x="1888" y="542"/>
                </a:lnTo>
                <a:lnTo>
                  <a:pt x="1887" y="542"/>
                </a:lnTo>
                <a:lnTo>
                  <a:pt x="1887" y="543"/>
                </a:lnTo>
                <a:lnTo>
                  <a:pt x="1886" y="543"/>
                </a:lnTo>
                <a:lnTo>
                  <a:pt x="1886" y="544"/>
                </a:lnTo>
                <a:lnTo>
                  <a:pt x="1885" y="544"/>
                </a:lnTo>
                <a:lnTo>
                  <a:pt x="1884" y="544"/>
                </a:lnTo>
                <a:lnTo>
                  <a:pt x="1884" y="545"/>
                </a:lnTo>
                <a:lnTo>
                  <a:pt x="1884" y="544"/>
                </a:lnTo>
                <a:lnTo>
                  <a:pt x="1884" y="545"/>
                </a:lnTo>
                <a:lnTo>
                  <a:pt x="1883" y="545"/>
                </a:lnTo>
                <a:lnTo>
                  <a:pt x="1882" y="545"/>
                </a:lnTo>
                <a:lnTo>
                  <a:pt x="1881" y="545"/>
                </a:lnTo>
                <a:lnTo>
                  <a:pt x="1881" y="546"/>
                </a:lnTo>
                <a:lnTo>
                  <a:pt x="1880" y="546"/>
                </a:lnTo>
                <a:lnTo>
                  <a:pt x="1879" y="546"/>
                </a:lnTo>
                <a:lnTo>
                  <a:pt x="1878" y="546"/>
                </a:lnTo>
                <a:lnTo>
                  <a:pt x="1877" y="546"/>
                </a:lnTo>
                <a:lnTo>
                  <a:pt x="1876" y="546"/>
                </a:lnTo>
                <a:lnTo>
                  <a:pt x="1876" y="545"/>
                </a:lnTo>
                <a:lnTo>
                  <a:pt x="1875" y="545"/>
                </a:lnTo>
                <a:lnTo>
                  <a:pt x="1875" y="546"/>
                </a:lnTo>
                <a:lnTo>
                  <a:pt x="1874" y="546"/>
                </a:lnTo>
                <a:lnTo>
                  <a:pt x="1873" y="545"/>
                </a:lnTo>
                <a:lnTo>
                  <a:pt x="1873" y="546"/>
                </a:lnTo>
                <a:lnTo>
                  <a:pt x="1872" y="546"/>
                </a:lnTo>
                <a:lnTo>
                  <a:pt x="1872" y="545"/>
                </a:lnTo>
                <a:lnTo>
                  <a:pt x="1871" y="545"/>
                </a:lnTo>
                <a:lnTo>
                  <a:pt x="1871" y="546"/>
                </a:lnTo>
                <a:lnTo>
                  <a:pt x="1870" y="546"/>
                </a:lnTo>
                <a:lnTo>
                  <a:pt x="1870" y="545"/>
                </a:lnTo>
                <a:lnTo>
                  <a:pt x="1869" y="545"/>
                </a:lnTo>
                <a:lnTo>
                  <a:pt x="1868" y="545"/>
                </a:lnTo>
                <a:lnTo>
                  <a:pt x="1867" y="544"/>
                </a:lnTo>
                <a:lnTo>
                  <a:pt x="1860" y="545"/>
                </a:lnTo>
                <a:lnTo>
                  <a:pt x="1860" y="546"/>
                </a:lnTo>
                <a:lnTo>
                  <a:pt x="1859" y="546"/>
                </a:lnTo>
                <a:lnTo>
                  <a:pt x="1858" y="547"/>
                </a:lnTo>
                <a:lnTo>
                  <a:pt x="1834" y="570"/>
                </a:lnTo>
                <a:lnTo>
                  <a:pt x="1834" y="571"/>
                </a:lnTo>
                <a:lnTo>
                  <a:pt x="1833" y="572"/>
                </a:lnTo>
                <a:lnTo>
                  <a:pt x="1831" y="572"/>
                </a:lnTo>
                <a:lnTo>
                  <a:pt x="1830" y="572"/>
                </a:lnTo>
                <a:lnTo>
                  <a:pt x="1821" y="584"/>
                </a:lnTo>
                <a:lnTo>
                  <a:pt x="1795" y="565"/>
                </a:lnTo>
                <a:lnTo>
                  <a:pt x="1787" y="562"/>
                </a:lnTo>
                <a:lnTo>
                  <a:pt x="1775" y="558"/>
                </a:lnTo>
                <a:lnTo>
                  <a:pt x="1768" y="557"/>
                </a:lnTo>
                <a:lnTo>
                  <a:pt x="1757" y="558"/>
                </a:lnTo>
                <a:lnTo>
                  <a:pt x="1737" y="564"/>
                </a:lnTo>
                <a:lnTo>
                  <a:pt x="1720" y="560"/>
                </a:lnTo>
                <a:lnTo>
                  <a:pt x="1707" y="566"/>
                </a:lnTo>
                <a:lnTo>
                  <a:pt x="1697" y="576"/>
                </a:lnTo>
                <a:lnTo>
                  <a:pt x="1693" y="579"/>
                </a:lnTo>
                <a:lnTo>
                  <a:pt x="1691" y="580"/>
                </a:lnTo>
                <a:lnTo>
                  <a:pt x="1658" y="555"/>
                </a:lnTo>
                <a:lnTo>
                  <a:pt x="1658" y="551"/>
                </a:lnTo>
                <a:lnTo>
                  <a:pt x="1657" y="547"/>
                </a:lnTo>
                <a:lnTo>
                  <a:pt x="1656" y="542"/>
                </a:lnTo>
                <a:lnTo>
                  <a:pt x="1655" y="537"/>
                </a:lnTo>
                <a:lnTo>
                  <a:pt x="1654" y="537"/>
                </a:lnTo>
                <a:lnTo>
                  <a:pt x="1654" y="536"/>
                </a:lnTo>
                <a:lnTo>
                  <a:pt x="1655" y="535"/>
                </a:lnTo>
                <a:lnTo>
                  <a:pt x="1656" y="534"/>
                </a:lnTo>
                <a:lnTo>
                  <a:pt x="1656" y="533"/>
                </a:lnTo>
                <a:lnTo>
                  <a:pt x="1655" y="533"/>
                </a:lnTo>
                <a:lnTo>
                  <a:pt x="1654" y="533"/>
                </a:lnTo>
                <a:lnTo>
                  <a:pt x="1655" y="532"/>
                </a:lnTo>
                <a:lnTo>
                  <a:pt x="1680" y="521"/>
                </a:lnTo>
                <a:lnTo>
                  <a:pt x="1678" y="494"/>
                </a:lnTo>
                <a:lnTo>
                  <a:pt x="1703" y="464"/>
                </a:lnTo>
                <a:lnTo>
                  <a:pt x="1703" y="463"/>
                </a:lnTo>
                <a:lnTo>
                  <a:pt x="1700" y="458"/>
                </a:lnTo>
                <a:lnTo>
                  <a:pt x="1761" y="358"/>
                </a:lnTo>
                <a:lnTo>
                  <a:pt x="1776" y="365"/>
                </a:lnTo>
                <a:lnTo>
                  <a:pt x="1792" y="374"/>
                </a:lnTo>
                <a:lnTo>
                  <a:pt x="1798" y="376"/>
                </a:lnTo>
                <a:lnTo>
                  <a:pt x="1812" y="380"/>
                </a:lnTo>
                <a:lnTo>
                  <a:pt x="1830" y="380"/>
                </a:lnTo>
                <a:lnTo>
                  <a:pt x="1844" y="386"/>
                </a:lnTo>
                <a:lnTo>
                  <a:pt x="1859" y="392"/>
                </a:lnTo>
                <a:lnTo>
                  <a:pt x="1860" y="392"/>
                </a:lnTo>
                <a:lnTo>
                  <a:pt x="1860" y="391"/>
                </a:lnTo>
                <a:lnTo>
                  <a:pt x="1860" y="390"/>
                </a:lnTo>
                <a:lnTo>
                  <a:pt x="1861" y="390"/>
                </a:lnTo>
                <a:lnTo>
                  <a:pt x="1862" y="389"/>
                </a:lnTo>
                <a:lnTo>
                  <a:pt x="1863" y="389"/>
                </a:lnTo>
                <a:lnTo>
                  <a:pt x="1863" y="388"/>
                </a:lnTo>
                <a:lnTo>
                  <a:pt x="1863" y="387"/>
                </a:lnTo>
                <a:lnTo>
                  <a:pt x="1864" y="387"/>
                </a:lnTo>
                <a:lnTo>
                  <a:pt x="1864" y="386"/>
                </a:lnTo>
                <a:lnTo>
                  <a:pt x="1865" y="386"/>
                </a:lnTo>
                <a:lnTo>
                  <a:pt x="1864" y="386"/>
                </a:lnTo>
                <a:lnTo>
                  <a:pt x="1864" y="385"/>
                </a:lnTo>
                <a:lnTo>
                  <a:pt x="1864" y="384"/>
                </a:lnTo>
                <a:lnTo>
                  <a:pt x="1865" y="384"/>
                </a:lnTo>
                <a:lnTo>
                  <a:pt x="1866" y="384"/>
                </a:lnTo>
                <a:lnTo>
                  <a:pt x="1867" y="384"/>
                </a:lnTo>
                <a:lnTo>
                  <a:pt x="1868" y="384"/>
                </a:lnTo>
                <a:lnTo>
                  <a:pt x="1869" y="384"/>
                </a:lnTo>
                <a:lnTo>
                  <a:pt x="1870" y="384"/>
                </a:lnTo>
                <a:lnTo>
                  <a:pt x="1871" y="384"/>
                </a:lnTo>
                <a:lnTo>
                  <a:pt x="1872" y="384"/>
                </a:lnTo>
                <a:lnTo>
                  <a:pt x="1872" y="383"/>
                </a:lnTo>
                <a:lnTo>
                  <a:pt x="1872" y="382"/>
                </a:lnTo>
                <a:lnTo>
                  <a:pt x="1873" y="382"/>
                </a:lnTo>
                <a:lnTo>
                  <a:pt x="1874" y="382"/>
                </a:lnTo>
                <a:lnTo>
                  <a:pt x="1875" y="382"/>
                </a:lnTo>
                <a:lnTo>
                  <a:pt x="1875" y="381"/>
                </a:lnTo>
                <a:lnTo>
                  <a:pt x="1876" y="381"/>
                </a:lnTo>
                <a:lnTo>
                  <a:pt x="1877" y="381"/>
                </a:lnTo>
                <a:lnTo>
                  <a:pt x="1876" y="382"/>
                </a:lnTo>
                <a:lnTo>
                  <a:pt x="1877" y="382"/>
                </a:lnTo>
                <a:lnTo>
                  <a:pt x="1879" y="382"/>
                </a:lnTo>
                <a:lnTo>
                  <a:pt x="1880" y="382"/>
                </a:lnTo>
                <a:lnTo>
                  <a:pt x="1881" y="382"/>
                </a:lnTo>
                <a:lnTo>
                  <a:pt x="1882" y="382"/>
                </a:lnTo>
                <a:lnTo>
                  <a:pt x="1884" y="382"/>
                </a:lnTo>
                <a:lnTo>
                  <a:pt x="1884" y="381"/>
                </a:lnTo>
                <a:lnTo>
                  <a:pt x="1885" y="381"/>
                </a:lnTo>
                <a:lnTo>
                  <a:pt x="1885" y="380"/>
                </a:lnTo>
                <a:lnTo>
                  <a:pt x="1886" y="380"/>
                </a:lnTo>
                <a:lnTo>
                  <a:pt x="1886" y="379"/>
                </a:lnTo>
                <a:lnTo>
                  <a:pt x="1886" y="378"/>
                </a:lnTo>
                <a:lnTo>
                  <a:pt x="1887" y="378"/>
                </a:lnTo>
                <a:lnTo>
                  <a:pt x="1887" y="377"/>
                </a:lnTo>
                <a:lnTo>
                  <a:pt x="1887" y="376"/>
                </a:lnTo>
                <a:lnTo>
                  <a:pt x="1888" y="376"/>
                </a:lnTo>
                <a:lnTo>
                  <a:pt x="1889" y="377"/>
                </a:lnTo>
                <a:lnTo>
                  <a:pt x="1890" y="377"/>
                </a:lnTo>
                <a:lnTo>
                  <a:pt x="1891" y="378"/>
                </a:lnTo>
                <a:lnTo>
                  <a:pt x="1892" y="378"/>
                </a:lnTo>
                <a:lnTo>
                  <a:pt x="1892" y="377"/>
                </a:lnTo>
                <a:lnTo>
                  <a:pt x="1892" y="376"/>
                </a:lnTo>
                <a:lnTo>
                  <a:pt x="1893" y="376"/>
                </a:lnTo>
                <a:lnTo>
                  <a:pt x="1893" y="375"/>
                </a:lnTo>
                <a:lnTo>
                  <a:pt x="1892" y="375"/>
                </a:lnTo>
                <a:lnTo>
                  <a:pt x="1893" y="375"/>
                </a:lnTo>
                <a:lnTo>
                  <a:pt x="1894" y="375"/>
                </a:lnTo>
                <a:lnTo>
                  <a:pt x="1893" y="375"/>
                </a:lnTo>
                <a:lnTo>
                  <a:pt x="1894" y="375"/>
                </a:lnTo>
                <a:lnTo>
                  <a:pt x="1895" y="375"/>
                </a:lnTo>
                <a:lnTo>
                  <a:pt x="1896" y="374"/>
                </a:lnTo>
                <a:lnTo>
                  <a:pt x="1895" y="374"/>
                </a:lnTo>
                <a:lnTo>
                  <a:pt x="1896" y="374"/>
                </a:lnTo>
                <a:lnTo>
                  <a:pt x="1896" y="373"/>
                </a:lnTo>
                <a:lnTo>
                  <a:pt x="1896" y="372"/>
                </a:lnTo>
                <a:lnTo>
                  <a:pt x="1895" y="372"/>
                </a:lnTo>
                <a:lnTo>
                  <a:pt x="1896" y="372"/>
                </a:lnTo>
                <a:lnTo>
                  <a:pt x="1896" y="371"/>
                </a:lnTo>
                <a:lnTo>
                  <a:pt x="1897" y="372"/>
                </a:lnTo>
                <a:lnTo>
                  <a:pt x="1897" y="371"/>
                </a:lnTo>
                <a:lnTo>
                  <a:pt x="1898" y="370"/>
                </a:lnTo>
                <a:lnTo>
                  <a:pt x="1898" y="369"/>
                </a:lnTo>
                <a:lnTo>
                  <a:pt x="1899" y="369"/>
                </a:lnTo>
                <a:lnTo>
                  <a:pt x="1899" y="370"/>
                </a:lnTo>
                <a:lnTo>
                  <a:pt x="1899" y="369"/>
                </a:lnTo>
                <a:lnTo>
                  <a:pt x="1900" y="369"/>
                </a:lnTo>
                <a:lnTo>
                  <a:pt x="1902" y="369"/>
                </a:lnTo>
                <a:lnTo>
                  <a:pt x="1903" y="369"/>
                </a:lnTo>
                <a:lnTo>
                  <a:pt x="1903" y="368"/>
                </a:lnTo>
                <a:lnTo>
                  <a:pt x="1903" y="367"/>
                </a:lnTo>
                <a:lnTo>
                  <a:pt x="1903" y="368"/>
                </a:lnTo>
                <a:lnTo>
                  <a:pt x="1904" y="368"/>
                </a:lnTo>
                <a:lnTo>
                  <a:pt x="1904" y="367"/>
                </a:lnTo>
                <a:lnTo>
                  <a:pt x="1905" y="367"/>
                </a:lnTo>
                <a:lnTo>
                  <a:pt x="1905" y="366"/>
                </a:lnTo>
                <a:lnTo>
                  <a:pt x="1904" y="366"/>
                </a:lnTo>
                <a:lnTo>
                  <a:pt x="1905" y="366"/>
                </a:lnTo>
                <a:lnTo>
                  <a:pt x="1906" y="366"/>
                </a:lnTo>
                <a:lnTo>
                  <a:pt x="1907" y="366"/>
                </a:lnTo>
                <a:lnTo>
                  <a:pt x="1908" y="366"/>
                </a:lnTo>
                <a:lnTo>
                  <a:pt x="1908" y="365"/>
                </a:lnTo>
                <a:lnTo>
                  <a:pt x="1909" y="365"/>
                </a:lnTo>
                <a:lnTo>
                  <a:pt x="1910" y="365"/>
                </a:lnTo>
                <a:lnTo>
                  <a:pt x="1911" y="365"/>
                </a:lnTo>
                <a:lnTo>
                  <a:pt x="1911" y="364"/>
                </a:lnTo>
                <a:lnTo>
                  <a:pt x="1911" y="363"/>
                </a:lnTo>
                <a:lnTo>
                  <a:pt x="1911" y="362"/>
                </a:lnTo>
                <a:lnTo>
                  <a:pt x="1912" y="362"/>
                </a:lnTo>
                <a:lnTo>
                  <a:pt x="1912" y="363"/>
                </a:lnTo>
                <a:lnTo>
                  <a:pt x="1913" y="362"/>
                </a:lnTo>
                <a:lnTo>
                  <a:pt x="1912" y="362"/>
                </a:lnTo>
                <a:lnTo>
                  <a:pt x="1912" y="361"/>
                </a:lnTo>
                <a:lnTo>
                  <a:pt x="1911" y="361"/>
                </a:lnTo>
                <a:lnTo>
                  <a:pt x="1911" y="360"/>
                </a:lnTo>
                <a:lnTo>
                  <a:pt x="1912" y="360"/>
                </a:lnTo>
                <a:lnTo>
                  <a:pt x="1913" y="360"/>
                </a:lnTo>
                <a:lnTo>
                  <a:pt x="1914" y="360"/>
                </a:lnTo>
                <a:lnTo>
                  <a:pt x="1914" y="361"/>
                </a:lnTo>
                <a:lnTo>
                  <a:pt x="1915" y="361"/>
                </a:lnTo>
                <a:lnTo>
                  <a:pt x="1916" y="360"/>
                </a:lnTo>
                <a:lnTo>
                  <a:pt x="1915" y="360"/>
                </a:lnTo>
                <a:lnTo>
                  <a:pt x="1916" y="360"/>
                </a:lnTo>
                <a:lnTo>
                  <a:pt x="1916" y="359"/>
                </a:lnTo>
                <a:lnTo>
                  <a:pt x="1917" y="359"/>
                </a:lnTo>
                <a:lnTo>
                  <a:pt x="1917" y="360"/>
                </a:lnTo>
                <a:lnTo>
                  <a:pt x="1918" y="360"/>
                </a:lnTo>
                <a:lnTo>
                  <a:pt x="1918" y="359"/>
                </a:lnTo>
                <a:lnTo>
                  <a:pt x="1918" y="360"/>
                </a:lnTo>
                <a:lnTo>
                  <a:pt x="1919" y="360"/>
                </a:lnTo>
                <a:lnTo>
                  <a:pt x="1919" y="361"/>
                </a:lnTo>
                <a:lnTo>
                  <a:pt x="1919" y="360"/>
                </a:lnTo>
                <a:lnTo>
                  <a:pt x="1920" y="360"/>
                </a:lnTo>
                <a:lnTo>
                  <a:pt x="1920" y="359"/>
                </a:lnTo>
                <a:lnTo>
                  <a:pt x="1919" y="359"/>
                </a:lnTo>
                <a:lnTo>
                  <a:pt x="1920" y="359"/>
                </a:lnTo>
                <a:lnTo>
                  <a:pt x="1921" y="359"/>
                </a:lnTo>
                <a:lnTo>
                  <a:pt x="1921" y="358"/>
                </a:lnTo>
                <a:lnTo>
                  <a:pt x="1920" y="358"/>
                </a:lnTo>
                <a:lnTo>
                  <a:pt x="1920" y="357"/>
                </a:lnTo>
                <a:lnTo>
                  <a:pt x="1921" y="357"/>
                </a:lnTo>
                <a:lnTo>
                  <a:pt x="1920" y="357"/>
                </a:lnTo>
                <a:lnTo>
                  <a:pt x="1920" y="356"/>
                </a:lnTo>
                <a:lnTo>
                  <a:pt x="1921" y="355"/>
                </a:lnTo>
                <a:lnTo>
                  <a:pt x="1922" y="355"/>
                </a:lnTo>
                <a:lnTo>
                  <a:pt x="1923" y="355"/>
                </a:lnTo>
                <a:lnTo>
                  <a:pt x="1924" y="355"/>
                </a:lnTo>
                <a:lnTo>
                  <a:pt x="1924" y="354"/>
                </a:lnTo>
                <a:lnTo>
                  <a:pt x="1924" y="353"/>
                </a:lnTo>
                <a:lnTo>
                  <a:pt x="1925" y="353"/>
                </a:lnTo>
                <a:lnTo>
                  <a:pt x="1926" y="353"/>
                </a:lnTo>
                <a:lnTo>
                  <a:pt x="1926" y="352"/>
                </a:lnTo>
                <a:lnTo>
                  <a:pt x="1927" y="352"/>
                </a:lnTo>
                <a:lnTo>
                  <a:pt x="1927" y="353"/>
                </a:lnTo>
                <a:lnTo>
                  <a:pt x="1927" y="352"/>
                </a:lnTo>
                <a:lnTo>
                  <a:pt x="1926" y="352"/>
                </a:lnTo>
                <a:lnTo>
                  <a:pt x="1927" y="352"/>
                </a:lnTo>
                <a:lnTo>
                  <a:pt x="1928" y="352"/>
                </a:lnTo>
                <a:lnTo>
                  <a:pt x="1928" y="351"/>
                </a:lnTo>
                <a:lnTo>
                  <a:pt x="1927" y="351"/>
                </a:lnTo>
                <a:lnTo>
                  <a:pt x="1927" y="350"/>
                </a:lnTo>
                <a:lnTo>
                  <a:pt x="1928" y="350"/>
                </a:lnTo>
                <a:lnTo>
                  <a:pt x="1929" y="350"/>
                </a:lnTo>
                <a:lnTo>
                  <a:pt x="1930" y="350"/>
                </a:lnTo>
                <a:lnTo>
                  <a:pt x="1931" y="350"/>
                </a:lnTo>
                <a:lnTo>
                  <a:pt x="1932" y="350"/>
                </a:lnTo>
                <a:lnTo>
                  <a:pt x="1931" y="350"/>
                </a:lnTo>
                <a:lnTo>
                  <a:pt x="1931" y="349"/>
                </a:lnTo>
                <a:lnTo>
                  <a:pt x="1932" y="349"/>
                </a:lnTo>
                <a:lnTo>
                  <a:pt x="1933" y="349"/>
                </a:lnTo>
                <a:lnTo>
                  <a:pt x="1932" y="349"/>
                </a:lnTo>
                <a:lnTo>
                  <a:pt x="1932" y="348"/>
                </a:lnTo>
                <a:lnTo>
                  <a:pt x="1933" y="348"/>
                </a:lnTo>
                <a:lnTo>
                  <a:pt x="1933" y="349"/>
                </a:lnTo>
                <a:lnTo>
                  <a:pt x="1934" y="348"/>
                </a:lnTo>
                <a:lnTo>
                  <a:pt x="1934" y="349"/>
                </a:lnTo>
                <a:lnTo>
                  <a:pt x="1935" y="349"/>
                </a:lnTo>
                <a:lnTo>
                  <a:pt x="1935" y="348"/>
                </a:lnTo>
                <a:lnTo>
                  <a:pt x="1936" y="348"/>
                </a:lnTo>
                <a:lnTo>
                  <a:pt x="1937" y="348"/>
                </a:lnTo>
                <a:lnTo>
                  <a:pt x="1937" y="347"/>
                </a:lnTo>
                <a:lnTo>
                  <a:pt x="1938" y="347"/>
                </a:lnTo>
                <a:lnTo>
                  <a:pt x="1939" y="347"/>
                </a:lnTo>
                <a:lnTo>
                  <a:pt x="1939" y="348"/>
                </a:lnTo>
                <a:lnTo>
                  <a:pt x="1940" y="348"/>
                </a:lnTo>
                <a:lnTo>
                  <a:pt x="1940" y="347"/>
                </a:lnTo>
                <a:lnTo>
                  <a:pt x="1940" y="348"/>
                </a:lnTo>
                <a:lnTo>
                  <a:pt x="1941" y="348"/>
                </a:lnTo>
                <a:lnTo>
                  <a:pt x="1942" y="348"/>
                </a:lnTo>
                <a:lnTo>
                  <a:pt x="1942" y="347"/>
                </a:lnTo>
                <a:lnTo>
                  <a:pt x="1943" y="347"/>
                </a:lnTo>
                <a:lnTo>
                  <a:pt x="1943" y="348"/>
                </a:lnTo>
                <a:lnTo>
                  <a:pt x="1944" y="348"/>
                </a:lnTo>
                <a:lnTo>
                  <a:pt x="1944" y="347"/>
                </a:lnTo>
                <a:lnTo>
                  <a:pt x="1945" y="347"/>
                </a:lnTo>
                <a:lnTo>
                  <a:pt x="1946" y="347"/>
                </a:lnTo>
                <a:lnTo>
                  <a:pt x="1947" y="347"/>
                </a:lnTo>
                <a:lnTo>
                  <a:pt x="1948" y="347"/>
                </a:lnTo>
                <a:lnTo>
                  <a:pt x="1947" y="347"/>
                </a:lnTo>
                <a:lnTo>
                  <a:pt x="1948" y="347"/>
                </a:lnTo>
                <a:lnTo>
                  <a:pt x="1948" y="346"/>
                </a:lnTo>
                <a:lnTo>
                  <a:pt x="1949" y="346"/>
                </a:lnTo>
                <a:lnTo>
                  <a:pt x="1950" y="346"/>
                </a:lnTo>
                <a:lnTo>
                  <a:pt x="1951" y="346"/>
                </a:lnTo>
                <a:lnTo>
                  <a:pt x="1951" y="347"/>
                </a:lnTo>
                <a:lnTo>
                  <a:pt x="1952" y="347"/>
                </a:lnTo>
                <a:lnTo>
                  <a:pt x="1952" y="346"/>
                </a:lnTo>
                <a:lnTo>
                  <a:pt x="1953" y="346"/>
                </a:lnTo>
                <a:lnTo>
                  <a:pt x="1954" y="346"/>
                </a:lnTo>
                <a:lnTo>
                  <a:pt x="1955" y="346"/>
                </a:lnTo>
                <a:lnTo>
                  <a:pt x="1955" y="345"/>
                </a:lnTo>
                <a:lnTo>
                  <a:pt x="1956" y="345"/>
                </a:lnTo>
                <a:lnTo>
                  <a:pt x="1955" y="345"/>
                </a:lnTo>
                <a:lnTo>
                  <a:pt x="1956" y="345"/>
                </a:lnTo>
                <a:lnTo>
                  <a:pt x="1957" y="345"/>
                </a:lnTo>
                <a:lnTo>
                  <a:pt x="1956" y="345"/>
                </a:lnTo>
                <a:lnTo>
                  <a:pt x="1957" y="345"/>
                </a:lnTo>
                <a:lnTo>
                  <a:pt x="1958" y="345"/>
                </a:lnTo>
                <a:lnTo>
                  <a:pt x="1959" y="345"/>
                </a:lnTo>
                <a:lnTo>
                  <a:pt x="1959" y="344"/>
                </a:lnTo>
                <a:lnTo>
                  <a:pt x="1960" y="344"/>
                </a:lnTo>
                <a:lnTo>
                  <a:pt x="1961" y="344"/>
                </a:lnTo>
                <a:lnTo>
                  <a:pt x="1962" y="344"/>
                </a:lnTo>
                <a:lnTo>
                  <a:pt x="1963" y="344"/>
                </a:lnTo>
                <a:lnTo>
                  <a:pt x="1964" y="344"/>
                </a:lnTo>
                <a:lnTo>
                  <a:pt x="1965" y="344"/>
                </a:lnTo>
                <a:lnTo>
                  <a:pt x="1964" y="344"/>
                </a:lnTo>
                <a:lnTo>
                  <a:pt x="1965" y="345"/>
                </a:lnTo>
                <a:lnTo>
                  <a:pt x="1965" y="344"/>
                </a:lnTo>
                <a:lnTo>
                  <a:pt x="1966" y="344"/>
                </a:lnTo>
                <a:lnTo>
                  <a:pt x="1966" y="345"/>
                </a:lnTo>
                <a:lnTo>
                  <a:pt x="1967" y="345"/>
                </a:lnTo>
                <a:lnTo>
                  <a:pt x="1969" y="345"/>
                </a:lnTo>
                <a:lnTo>
                  <a:pt x="1969" y="344"/>
                </a:lnTo>
                <a:lnTo>
                  <a:pt x="1971" y="344"/>
                </a:lnTo>
                <a:lnTo>
                  <a:pt x="1971" y="345"/>
                </a:lnTo>
                <a:lnTo>
                  <a:pt x="1972" y="345"/>
                </a:lnTo>
                <a:lnTo>
                  <a:pt x="1972" y="344"/>
                </a:lnTo>
                <a:lnTo>
                  <a:pt x="1973" y="344"/>
                </a:lnTo>
                <a:lnTo>
                  <a:pt x="1973" y="343"/>
                </a:lnTo>
                <a:lnTo>
                  <a:pt x="1973" y="344"/>
                </a:lnTo>
                <a:lnTo>
                  <a:pt x="1974" y="344"/>
                </a:lnTo>
                <a:lnTo>
                  <a:pt x="1975" y="344"/>
                </a:lnTo>
                <a:lnTo>
                  <a:pt x="1976" y="343"/>
                </a:lnTo>
                <a:lnTo>
                  <a:pt x="1977" y="343"/>
                </a:lnTo>
                <a:lnTo>
                  <a:pt x="1977" y="342"/>
                </a:lnTo>
                <a:lnTo>
                  <a:pt x="1978" y="342"/>
                </a:lnTo>
                <a:lnTo>
                  <a:pt x="1978" y="341"/>
                </a:lnTo>
                <a:lnTo>
                  <a:pt x="1978" y="340"/>
                </a:lnTo>
                <a:lnTo>
                  <a:pt x="1979" y="340"/>
                </a:lnTo>
                <a:lnTo>
                  <a:pt x="1980" y="340"/>
                </a:lnTo>
                <a:lnTo>
                  <a:pt x="1979" y="340"/>
                </a:lnTo>
                <a:lnTo>
                  <a:pt x="1980" y="339"/>
                </a:lnTo>
                <a:lnTo>
                  <a:pt x="1981" y="340"/>
                </a:lnTo>
                <a:lnTo>
                  <a:pt x="1981" y="339"/>
                </a:lnTo>
                <a:lnTo>
                  <a:pt x="1982" y="339"/>
                </a:lnTo>
                <a:lnTo>
                  <a:pt x="1982" y="338"/>
                </a:lnTo>
                <a:lnTo>
                  <a:pt x="1983" y="337"/>
                </a:lnTo>
                <a:lnTo>
                  <a:pt x="1983" y="336"/>
                </a:lnTo>
                <a:lnTo>
                  <a:pt x="1984" y="336"/>
                </a:lnTo>
                <a:lnTo>
                  <a:pt x="1984" y="335"/>
                </a:lnTo>
                <a:lnTo>
                  <a:pt x="1983" y="335"/>
                </a:lnTo>
                <a:lnTo>
                  <a:pt x="1984" y="335"/>
                </a:lnTo>
                <a:lnTo>
                  <a:pt x="1984" y="334"/>
                </a:lnTo>
                <a:lnTo>
                  <a:pt x="1983" y="334"/>
                </a:lnTo>
                <a:lnTo>
                  <a:pt x="1984" y="334"/>
                </a:lnTo>
                <a:lnTo>
                  <a:pt x="1985" y="334"/>
                </a:lnTo>
                <a:lnTo>
                  <a:pt x="1986" y="334"/>
                </a:lnTo>
                <a:lnTo>
                  <a:pt x="1987" y="334"/>
                </a:lnTo>
                <a:lnTo>
                  <a:pt x="1987" y="335"/>
                </a:lnTo>
                <a:lnTo>
                  <a:pt x="1988" y="335"/>
                </a:lnTo>
                <a:lnTo>
                  <a:pt x="1988" y="334"/>
                </a:lnTo>
                <a:lnTo>
                  <a:pt x="1989" y="333"/>
                </a:lnTo>
                <a:lnTo>
                  <a:pt x="1989" y="332"/>
                </a:lnTo>
                <a:lnTo>
                  <a:pt x="1990" y="332"/>
                </a:lnTo>
                <a:lnTo>
                  <a:pt x="1991" y="332"/>
                </a:lnTo>
                <a:lnTo>
                  <a:pt x="1991" y="331"/>
                </a:lnTo>
                <a:lnTo>
                  <a:pt x="1992" y="331"/>
                </a:lnTo>
                <a:lnTo>
                  <a:pt x="1992" y="332"/>
                </a:lnTo>
                <a:lnTo>
                  <a:pt x="1993" y="332"/>
                </a:lnTo>
                <a:lnTo>
                  <a:pt x="1993" y="331"/>
                </a:lnTo>
                <a:lnTo>
                  <a:pt x="1993" y="330"/>
                </a:lnTo>
                <a:lnTo>
                  <a:pt x="1993" y="329"/>
                </a:lnTo>
                <a:lnTo>
                  <a:pt x="1993" y="328"/>
                </a:lnTo>
                <a:lnTo>
                  <a:pt x="1994" y="328"/>
                </a:lnTo>
                <a:lnTo>
                  <a:pt x="1995" y="328"/>
                </a:lnTo>
                <a:lnTo>
                  <a:pt x="1995" y="327"/>
                </a:lnTo>
                <a:lnTo>
                  <a:pt x="1995" y="326"/>
                </a:lnTo>
                <a:lnTo>
                  <a:pt x="1997" y="326"/>
                </a:lnTo>
                <a:lnTo>
                  <a:pt x="1998" y="326"/>
                </a:lnTo>
                <a:lnTo>
                  <a:pt x="1997" y="326"/>
                </a:lnTo>
                <a:lnTo>
                  <a:pt x="1997" y="325"/>
                </a:lnTo>
                <a:lnTo>
                  <a:pt x="1997" y="324"/>
                </a:lnTo>
                <a:lnTo>
                  <a:pt x="1997" y="323"/>
                </a:lnTo>
                <a:lnTo>
                  <a:pt x="1998" y="323"/>
                </a:lnTo>
                <a:lnTo>
                  <a:pt x="1999" y="323"/>
                </a:lnTo>
                <a:lnTo>
                  <a:pt x="1998" y="322"/>
                </a:lnTo>
                <a:lnTo>
                  <a:pt x="1997" y="321"/>
                </a:lnTo>
                <a:lnTo>
                  <a:pt x="1996" y="321"/>
                </a:lnTo>
                <a:lnTo>
                  <a:pt x="1995" y="321"/>
                </a:lnTo>
                <a:lnTo>
                  <a:pt x="1995" y="320"/>
                </a:lnTo>
                <a:lnTo>
                  <a:pt x="1996" y="319"/>
                </a:lnTo>
                <a:lnTo>
                  <a:pt x="1996" y="318"/>
                </a:lnTo>
                <a:lnTo>
                  <a:pt x="1997" y="318"/>
                </a:lnTo>
                <a:lnTo>
                  <a:pt x="1997" y="317"/>
                </a:lnTo>
                <a:lnTo>
                  <a:pt x="1997" y="316"/>
                </a:lnTo>
                <a:lnTo>
                  <a:pt x="1997" y="317"/>
                </a:lnTo>
                <a:lnTo>
                  <a:pt x="1998" y="317"/>
                </a:lnTo>
                <a:lnTo>
                  <a:pt x="1998" y="316"/>
                </a:lnTo>
                <a:lnTo>
                  <a:pt x="1997" y="316"/>
                </a:lnTo>
                <a:lnTo>
                  <a:pt x="1996" y="316"/>
                </a:lnTo>
                <a:lnTo>
                  <a:pt x="1997" y="316"/>
                </a:lnTo>
                <a:lnTo>
                  <a:pt x="1997" y="315"/>
                </a:lnTo>
                <a:lnTo>
                  <a:pt x="1997" y="314"/>
                </a:lnTo>
                <a:lnTo>
                  <a:pt x="1996" y="314"/>
                </a:lnTo>
                <a:lnTo>
                  <a:pt x="1996" y="313"/>
                </a:lnTo>
                <a:lnTo>
                  <a:pt x="1998" y="313"/>
                </a:lnTo>
                <a:lnTo>
                  <a:pt x="1998" y="312"/>
                </a:lnTo>
                <a:lnTo>
                  <a:pt x="1998" y="311"/>
                </a:lnTo>
                <a:lnTo>
                  <a:pt x="1999" y="311"/>
                </a:lnTo>
                <a:lnTo>
                  <a:pt x="2000" y="311"/>
                </a:lnTo>
                <a:lnTo>
                  <a:pt x="2000" y="310"/>
                </a:lnTo>
                <a:lnTo>
                  <a:pt x="2001" y="310"/>
                </a:lnTo>
                <a:lnTo>
                  <a:pt x="2001" y="309"/>
                </a:lnTo>
                <a:lnTo>
                  <a:pt x="2000" y="309"/>
                </a:lnTo>
                <a:lnTo>
                  <a:pt x="2000" y="310"/>
                </a:lnTo>
                <a:lnTo>
                  <a:pt x="1999" y="309"/>
                </a:lnTo>
                <a:lnTo>
                  <a:pt x="2000" y="309"/>
                </a:lnTo>
                <a:lnTo>
                  <a:pt x="2000" y="308"/>
                </a:lnTo>
                <a:lnTo>
                  <a:pt x="2000" y="307"/>
                </a:lnTo>
                <a:lnTo>
                  <a:pt x="1999" y="307"/>
                </a:lnTo>
                <a:lnTo>
                  <a:pt x="2000" y="307"/>
                </a:lnTo>
                <a:lnTo>
                  <a:pt x="1999" y="307"/>
                </a:lnTo>
                <a:lnTo>
                  <a:pt x="1999" y="306"/>
                </a:lnTo>
                <a:lnTo>
                  <a:pt x="1998" y="306"/>
                </a:lnTo>
                <a:lnTo>
                  <a:pt x="1997" y="306"/>
                </a:lnTo>
                <a:lnTo>
                  <a:pt x="1996" y="306"/>
                </a:lnTo>
                <a:lnTo>
                  <a:pt x="1996" y="307"/>
                </a:lnTo>
                <a:lnTo>
                  <a:pt x="1995" y="307"/>
                </a:lnTo>
                <a:lnTo>
                  <a:pt x="1995" y="306"/>
                </a:lnTo>
                <a:lnTo>
                  <a:pt x="1994" y="306"/>
                </a:lnTo>
                <a:lnTo>
                  <a:pt x="1994" y="307"/>
                </a:lnTo>
                <a:lnTo>
                  <a:pt x="1994" y="306"/>
                </a:lnTo>
                <a:lnTo>
                  <a:pt x="1993" y="306"/>
                </a:lnTo>
                <a:lnTo>
                  <a:pt x="1992" y="306"/>
                </a:lnTo>
                <a:lnTo>
                  <a:pt x="1992" y="305"/>
                </a:lnTo>
                <a:lnTo>
                  <a:pt x="1991" y="305"/>
                </a:lnTo>
                <a:lnTo>
                  <a:pt x="1991" y="306"/>
                </a:lnTo>
                <a:lnTo>
                  <a:pt x="1991" y="307"/>
                </a:lnTo>
                <a:lnTo>
                  <a:pt x="1990" y="307"/>
                </a:lnTo>
                <a:lnTo>
                  <a:pt x="1989" y="307"/>
                </a:lnTo>
                <a:lnTo>
                  <a:pt x="1988" y="307"/>
                </a:lnTo>
                <a:lnTo>
                  <a:pt x="1988" y="306"/>
                </a:lnTo>
                <a:lnTo>
                  <a:pt x="1988" y="305"/>
                </a:lnTo>
                <a:lnTo>
                  <a:pt x="1986" y="305"/>
                </a:lnTo>
                <a:lnTo>
                  <a:pt x="1986" y="306"/>
                </a:lnTo>
                <a:lnTo>
                  <a:pt x="1985" y="306"/>
                </a:lnTo>
                <a:lnTo>
                  <a:pt x="1984" y="307"/>
                </a:lnTo>
                <a:lnTo>
                  <a:pt x="1983" y="307"/>
                </a:lnTo>
                <a:lnTo>
                  <a:pt x="1983" y="306"/>
                </a:lnTo>
                <a:lnTo>
                  <a:pt x="1984" y="306"/>
                </a:lnTo>
                <a:lnTo>
                  <a:pt x="1984" y="305"/>
                </a:lnTo>
                <a:lnTo>
                  <a:pt x="1984" y="306"/>
                </a:lnTo>
                <a:lnTo>
                  <a:pt x="1983" y="306"/>
                </a:lnTo>
                <a:lnTo>
                  <a:pt x="1982" y="306"/>
                </a:lnTo>
                <a:lnTo>
                  <a:pt x="1981" y="306"/>
                </a:lnTo>
                <a:lnTo>
                  <a:pt x="1981" y="305"/>
                </a:lnTo>
                <a:lnTo>
                  <a:pt x="1982" y="305"/>
                </a:lnTo>
                <a:lnTo>
                  <a:pt x="1982" y="304"/>
                </a:lnTo>
                <a:lnTo>
                  <a:pt x="1981" y="304"/>
                </a:lnTo>
                <a:lnTo>
                  <a:pt x="1980" y="304"/>
                </a:lnTo>
                <a:lnTo>
                  <a:pt x="1980" y="303"/>
                </a:lnTo>
                <a:lnTo>
                  <a:pt x="1979" y="303"/>
                </a:lnTo>
                <a:lnTo>
                  <a:pt x="1979" y="304"/>
                </a:lnTo>
                <a:lnTo>
                  <a:pt x="1978" y="304"/>
                </a:lnTo>
                <a:lnTo>
                  <a:pt x="1978" y="303"/>
                </a:lnTo>
                <a:lnTo>
                  <a:pt x="1979" y="302"/>
                </a:lnTo>
                <a:lnTo>
                  <a:pt x="1979" y="301"/>
                </a:lnTo>
                <a:lnTo>
                  <a:pt x="1980" y="301"/>
                </a:lnTo>
                <a:lnTo>
                  <a:pt x="1980" y="300"/>
                </a:lnTo>
                <a:lnTo>
                  <a:pt x="1981" y="300"/>
                </a:lnTo>
                <a:lnTo>
                  <a:pt x="1981" y="299"/>
                </a:lnTo>
                <a:lnTo>
                  <a:pt x="1982" y="299"/>
                </a:lnTo>
                <a:lnTo>
                  <a:pt x="1982" y="300"/>
                </a:lnTo>
                <a:lnTo>
                  <a:pt x="1983" y="299"/>
                </a:lnTo>
                <a:lnTo>
                  <a:pt x="1984" y="299"/>
                </a:lnTo>
                <a:lnTo>
                  <a:pt x="1984" y="300"/>
                </a:lnTo>
                <a:lnTo>
                  <a:pt x="1985" y="300"/>
                </a:lnTo>
                <a:lnTo>
                  <a:pt x="1985" y="301"/>
                </a:lnTo>
                <a:lnTo>
                  <a:pt x="1986" y="301"/>
                </a:lnTo>
                <a:lnTo>
                  <a:pt x="1986" y="300"/>
                </a:lnTo>
                <a:lnTo>
                  <a:pt x="1986" y="299"/>
                </a:lnTo>
                <a:lnTo>
                  <a:pt x="1987" y="299"/>
                </a:lnTo>
                <a:lnTo>
                  <a:pt x="1987" y="298"/>
                </a:lnTo>
                <a:lnTo>
                  <a:pt x="1987" y="297"/>
                </a:lnTo>
                <a:lnTo>
                  <a:pt x="1988" y="297"/>
                </a:lnTo>
                <a:lnTo>
                  <a:pt x="1989" y="297"/>
                </a:lnTo>
                <a:lnTo>
                  <a:pt x="1989" y="296"/>
                </a:lnTo>
                <a:lnTo>
                  <a:pt x="1988" y="296"/>
                </a:lnTo>
                <a:lnTo>
                  <a:pt x="1988" y="295"/>
                </a:lnTo>
                <a:lnTo>
                  <a:pt x="1989" y="295"/>
                </a:lnTo>
                <a:lnTo>
                  <a:pt x="1990" y="295"/>
                </a:lnTo>
                <a:lnTo>
                  <a:pt x="1990" y="294"/>
                </a:lnTo>
                <a:lnTo>
                  <a:pt x="1990" y="293"/>
                </a:lnTo>
                <a:lnTo>
                  <a:pt x="1990" y="292"/>
                </a:lnTo>
                <a:lnTo>
                  <a:pt x="1989" y="292"/>
                </a:lnTo>
                <a:lnTo>
                  <a:pt x="1988" y="292"/>
                </a:lnTo>
                <a:lnTo>
                  <a:pt x="1988" y="291"/>
                </a:lnTo>
                <a:lnTo>
                  <a:pt x="1990" y="291"/>
                </a:lnTo>
                <a:lnTo>
                  <a:pt x="1990" y="290"/>
                </a:lnTo>
                <a:lnTo>
                  <a:pt x="1990" y="289"/>
                </a:lnTo>
                <a:lnTo>
                  <a:pt x="1991" y="289"/>
                </a:lnTo>
                <a:lnTo>
                  <a:pt x="1991" y="288"/>
                </a:lnTo>
                <a:lnTo>
                  <a:pt x="1990" y="288"/>
                </a:lnTo>
                <a:lnTo>
                  <a:pt x="1990" y="287"/>
                </a:lnTo>
                <a:lnTo>
                  <a:pt x="1991" y="287"/>
                </a:lnTo>
                <a:lnTo>
                  <a:pt x="1992" y="287"/>
                </a:lnTo>
                <a:lnTo>
                  <a:pt x="1992" y="286"/>
                </a:lnTo>
                <a:lnTo>
                  <a:pt x="1992" y="285"/>
                </a:lnTo>
                <a:lnTo>
                  <a:pt x="1991" y="285"/>
                </a:lnTo>
                <a:lnTo>
                  <a:pt x="1991" y="286"/>
                </a:lnTo>
                <a:lnTo>
                  <a:pt x="1991" y="285"/>
                </a:lnTo>
                <a:lnTo>
                  <a:pt x="1990" y="285"/>
                </a:lnTo>
                <a:lnTo>
                  <a:pt x="1991" y="285"/>
                </a:lnTo>
                <a:lnTo>
                  <a:pt x="1991" y="284"/>
                </a:lnTo>
                <a:lnTo>
                  <a:pt x="1992" y="284"/>
                </a:lnTo>
                <a:lnTo>
                  <a:pt x="1993" y="284"/>
                </a:lnTo>
                <a:lnTo>
                  <a:pt x="1993" y="283"/>
                </a:lnTo>
                <a:lnTo>
                  <a:pt x="1993" y="282"/>
                </a:lnTo>
                <a:lnTo>
                  <a:pt x="1992" y="282"/>
                </a:lnTo>
                <a:lnTo>
                  <a:pt x="1992" y="281"/>
                </a:lnTo>
                <a:lnTo>
                  <a:pt x="1993" y="280"/>
                </a:lnTo>
                <a:lnTo>
                  <a:pt x="1994" y="280"/>
                </a:lnTo>
                <a:lnTo>
                  <a:pt x="1995" y="280"/>
                </a:lnTo>
                <a:lnTo>
                  <a:pt x="1996" y="279"/>
                </a:lnTo>
                <a:lnTo>
                  <a:pt x="1997" y="279"/>
                </a:lnTo>
                <a:lnTo>
                  <a:pt x="1997" y="278"/>
                </a:lnTo>
                <a:lnTo>
                  <a:pt x="1996" y="277"/>
                </a:lnTo>
                <a:lnTo>
                  <a:pt x="1997" y="277"/>
                </a:lnTo>
                <a:lnTo>
                  <a:pt x="1998" y="277"/>
                </a:lnTo>
                <a:lnTo>
                  <a:pt x="1998" y="278"/>
                </a:lnTo>
                <a:lnTo>
                  <a:pt x="1999" y="278"/>
                </a:lnTo>
                <a:lnTo>
                  <a:pt x="2000" y="277"/>
                </a:lnTo>
                <a:lnTo>
                  <a:pt x="2000" y="276"/>
                </a:lnTo>
                <a:lnTo>
                  <a:pt x="2001" y="276"/>
                </a:lnTo>
                <a:lnTo>
                  <a:pt x="2001" y="275"/>
                </a:lnTo>
                <a:lnTo>
                  <a:pt x="2002" y="275"/>
                </a:lnTo>
                <a:lnTo>
                  <a:pt x="2002" y="274"/>
                </a:lnTo>
                <a:lnTo>
                  <a:pt x="2001" y="274"/>
                </a:lnTo>
                <a:lnTo>
                  <a:pt x="2001" y="273"/>
                </a:lnTo>
                <a:lnTo>
                  <a:pt x="2003" y="273"/>
                </a:lnTo>
                <a:lnTo>
                  <a:pt x="2004" y="272"/>
                </a:lnTo>
                <a:lnTo>
                  <a:pt x="2005" y="272"/>
                </a:lnTo>
                <a:lnTo>
                  <a:pt x="2005" y="273"/>
                </a:lnTo>
                <a:lnTo>
                  <a:pt x="2006" y="273"/>
                </a:lnTo>
                <a:lnTo>
                  <a:pt x="2006" y="272"/>
                </a:lnTo>
                <a:lnTo>
                  <a:pt x="2007" y="272"/>
                </a:lnTo>
                <a:lnTo>
                  <a:pt x="2007" y="271"/>
                </a:lnTo>
                <a:lnTo>
                  <a:pt x="2007" y="270"/>
                </a:lnTo>
                <a:lnTo>
                  <a:pt x="2008" y="270"/>
                </a:lnTo>
                <a:lnTo>
                  <a:pt x="2009" y="270"/>
                </a:lnTo>
                <a:lnTo>
                  <a:pt x="2009" y="269"/>
                </a:lnTo>
                <a:lnTo>
                  <a:pt x="2009" y="268"/>
                </a:lnTo>
                <a:lnTo>
                  <a:pt x="2010" y="268"/>
                </a:lnTo>
                <a:lnTo>
                  <a:pt x="2010" y="267"/>
                </a:lnTo>
                <a:lnTo>
                  <a:pt x="2011" y="267"/>
                </a:lnTo>
                <a:lnTo>
                  <a:pt x="2011" y="266"/>
                </a:lnTo>
                <a:lnTo>
                  <a:pt x="2012" y="266"/>
                </a:lnTo>
                <a:lnTo>
                  <a:pt x="2012" y="265"/>
                </a:lnTo>
                <a:lnTo>
                  <a:pt x="2012" y="264"/>
                </a:lnTo>
                <a:lnTo>
                  <a:pt x="2011" y="264"/>
                </a:lnTo>
                <a:lnTo>
                  <a:pt x="2011" y="263"/>
                </a:lnTo>
                <a:lnTo>
                  <a:pt x="2012" y="263"/>
                </a:lnTo>
                <a:lnTo>
                  <a:pt x="2013" y="263"/>
                </a:lnTo>
                <a:lnTo>
                  <a:pt x="2012" y="263"/>
                </a:lnTo>
                <a:lnTo>
                  <a:pt x="2012" y="262"/>
                </a:lnTo>
                <a:lnTo>
                  <a:pt x="2013" y="262"/>
                </a:lnTo>
                <a:lnTo>
                  <a:pt x="2014" y="262"/>
                </a:lnTo>
                <a:lnTo>
                  <a:pt x="2013" y="262"/>
                </a:lnTo>
                <a:lnTo>
                  <a:pt x="2013" y="261"/>
                </a:lnTo>
                <a:lnTo>
                  <a:pt x="2013" y="260"/>
                </a:lnTo>
                <a:lnTo>
                  <a:pt x="2013" y="259"/>
                </a:lnTo>
                <a:lnTo>
                  <a:pt x="2012" y="259"/>
                </a:lnTo>
                <a:lnTo>
                  <a:pt x="2011" y="258"/>
                </a:lnTo>
                <a:lnTo>
                  <a:pt x="2011" y="257"/>
                </a:lnTo>
                <a:lnTo>
                  <a:pt x="2011" y="256"/>
                </a:lnTo>
                <a:lnTo>
                  <a:pt x="2012" y="256"/>
                </a:lnTo>
                <a:lnTo>
                  <a:pt x="2012" y="255"/>
                </a:lnTo>
                <a:lnTo>
                  <a:pt x="2012" y="254"/>
                </a:lnTo>
                <a:lnTo>
                  <a:pt x="2011" y="254"/>
                </a:lnTo>
                <a:lnTo>
                  <a:pt x="2011" y="253"/>
                </a:lnTo>
                <a:lnTo>
                  <a:pt x="2011" y="252"/>
                </a:lnTo>
                <a:lnTo>
                  <a:pt x="2012" y="252"/>
                </a:lnTo>
                <a:lnTo>
                  <a:pt x="2013" y="252"/>
                </a:lnTo>
                <a:lnTo>
                  <a:pt x="2013" y="251"/>
                </a:lnTo>
                <a:lnTo>
                  <a:pt x="2013" y="250"/>
                </a:lnTo>
                <a:lnTo>
                  <a:pt x="2014" y="250"/>
                </a:lnTo>
                <a:lnTo>
                  <a:pt x="2014" y="249"/>
                </a:lnTo>
                <a:lnTo>
                  <a:pt x="2015" y="249"/>
                </a:lnTo>
                <a:lnTo>
                  <a:pt x="2016" y="249"/>
                </a:lnTo>
                <a:lnTo>
                  <a:pt x="2016" y="248"/>
                </a:lnTo>
                <a:lnTo>
                  <a:pt x="2017" y="248"/>
                </a:lnTo>
                <a:lnTo>
                  <a:pt x="2017" y="247"/>
                </a:lnTo>
                <a:lnTo>
                  <a:pt x="2018" y="247"/>
                </a:lnTo>
                <a:lnTo>
                  <a:pt x="2018" y="246"/>
                </a:lnTo>
                <a:lnTo>
                  <a:pt x="2019" y="245"/>
                </a:lnTo>
                <a:lnTo>
                  <a:pt x="2019" y="244"/>
                </a:lnTo>
                <a:lnTo>
                  <a:pt x="2020" y="244"/>
                </a:lnTo>
                <a:lnTo>
                  <a:pt x="2020" y="243"/>
                </a:lnTo>
                <a:lnTo>
                  <a:pt x="2020" y="242"/>
                </a:lnTo>
                <a:lnTo>
                  <a:pt x="2021" y="242"/>
                </a:lnTo>
                <a:lnTo>
                  <a:pt x="2021" y="241"/>
                </a:lnTo>
                <a:lnTo>
                  <a:pt x="2022" y="241"/>
                </a:lnTo>
                <a:lnTo>
                  <a:pt x="2023" y="241"/>
                </a:lnTo>
                <a:lnTo>
                  <a:pt x="2023" y="240"/>
                </a:lnTo>
                <a:lnTo>
                  <a:pt x="2023" y="239"/>
                </a:lnTo>
                <a:lnTo>
                  <a:pt x="2024" y="239"/>
                </a:lnTo>
                <a:lnTo>
                  <a:pt x="2025" y="239"/>
                </a:lnTo>
                <a:lnTo>
                  <a:pt x="2026" y="239"/>
                </a:lnTo>
                <a:lnTo>
                  <a:pt x="2027" y="239"/>
                </a:lnTo>
                <a:lnTo>
                  <a:pt x="2028" y="239"/>
                </a:lnTo>
                <a:lnTo>
                  <a:pt x="2028" y="238"/>
                </a:lnTo>
                <a:lnTo>
                  <a:pt x="2029" y="238"/>
                </a:lnTo>
                <a:lnTo>
                  <a:pt x="2029" y="237"/>
                </a:lnTo>
                <a:lnTo>
                  <a:pt x="2028" y="237"/>
                </a:lnTo>
                <a:lnTo>
                  <a:pt x="2029" y="237"/>
                </a:lnTo>
                <a:lnTo>
                  <a:pt x="2030" y="236"/>
                </a:lnTo>
                <a:lnTo>
                  <a:pt x="2031" y="236"/>
                </a:lnTo>
                <a:lnTo>
                  <a:pt x="2031" y="235"/>
                </a:lnTo>
                <a:lnTo>
                  <a:pt x="2032" y="235"/>
                </a:lnTo>
                <a:lnTo>
                  <a:pt x="2032" y="234"/>
                </a:lnTo>
                <a:lnTo>
                  <a:pt x="2032" y="233"/>
                </a:lnTo>
                <a:lnTo>
                  <a:pt x="2031" y="233"/>
                </a:lnTo>
                <a:lnTo>
                  <a:pt x="2032" y="233"/>
                </a:lnTo>
                <a:lnTo>
                  <a:pt x="2033" y="233"/>
                </a:lnTo>
                <a:lnTo>
                  <a:pt x="2034" y="233"/>
                </a:lnTo>
                <a:lnTo>
                  <a:pt x="2034" y="232"/>
                </a:lnTo>
                <a:lnTo>
                  <a:pt x="2033" y="232"/>
                </a:lnTo>
                <a:lnTo>
                  <a:pt x="2033" y="231"/>
                </a:lnTo>
                <a:lnTo>
                  <a:pt x="2034" y="231"/>
                </a:lnTo>
                <a:lnTo>
                  <a:pt x="2035" y="231"/>
                </a:lnTo>
                <a:lnTo>
                  <a:pt x="2035" y="230"/>
                </a:lnTo>
                <a:lnTo>
                  <a:pt x="2035" y="229"/>
                </a:lnTo>
                <a:lnTo>
                  <a:pt x="2034" y="229"/>
                </a:lnTo>
                <a:lnTo>
                  <a:pt x="2034" y="228"/>
                </a:lnTo>
                <a:lnTo>
                  <a:pt x="2035" y="228"/>
                </a:lnTo>
                <a:lnTo>
                  <a:pt x="2036" y="228"/>
                </a:lnTo>
                <a:lnTo>
                  <a:pt x="2036" y="227"/>
                </a:lnTo>
                <a:lnTo>
                  <a:pt x="2037" y="227"/>
                </a:lnTo>
                <a:lnTo>
                  <a:pt x="2037" y="226"/>
                </a:lnTo>
                <a:lnTo>
                  <a:pt x="2036" y="226"/>
                </a:lnTo>
                <a:lnTo>
                  <a:pt x="2036" y="225"/>
                </a:lnTo>
                <a:lnTo>
                  <a:pt x="2037" y="225"/>
                </a:lnTo>
                <a:lnTo>
                  <a:pt x="2037" y="224"/>
                </a:lnTo>
                <a:lnTo>
                  <a:pt x="2036" y="224"/>
                </a:lnTo>
                <a:lnTo>
                  <a:pt x="2035" y="224"/>
                </a:lnTo>
                <a:lnTo>
                  <a:pt x="2035" y="223"/>
                </a:lnTo>
                <a:lnTo>
                  <a:pt x="2036" y="223"/>
                </a:lnTo>
                <a:lnTo>
                  <a:pt x="2037" y="223"/>
                </a:lnTo>
                <a:lnTo>
                  <a:pt x="2037" y="224"/>
                </a:lnTo>
                <a:lnTo>
                  <a:pt x="2037" y="223"/>
                </a:lnTo>
                <a:lnTo>
                  <a:pt x="2038" y="223"/>
                </a:lnTo>
                <a:lnTo>
                  <a:pt x="2037" y="222"/>
                </a:lnTo>
                <a:lnTo>
                  <a:pt x="2036" y="222"/>
                </a:lnTo>
                <a:lnTo>
                  <a:pt x="2036" y="221"/>
                </a:lnTo>
                <a:lnTo>
                  <a:pt x="2036" y="220"/>
                </a:lnTo>
                <a:lnTo>
                  <a:pt x="2036" y="219"/>
                </a:lnTo>
                <a:lnTo>
                  <a:pt x="2035" y="219"/>
                </a:lnTo>
                <a:lnTo>
                  <a:pt x="2035" y="218"/>
                </a:lnTo>
                <a:lnTo>
                  <a:pt x="2036" y="218"/>
                </a:lnTo>
                <a:lnTo>
                  <a:pt x="2036" y="217"/>
                </a:lnTo>
                <a:lnTo>
                  <a:pt x="2037" y="217"/>
                </a:lnTo>
                <a:lnTo>
                  <a:pt x="2038" y="217"/>
                </a:lnTo>
                <a:lnTo>
                  <a:pt x="2038" y="218"/>
                </a:lnTo>
                <a:lnTo>
                  <a:pt x="2039" y="218"/>
                </a:lnTo>
                <a:lnTo>
                  <a:pt x="2040" y="218"/>
                </a:lnTo>
                <a:lnTo>
                  <a:pt x="2041" y="218"/>
                </a:lnTo>
                <a:lnTo>
                  <a:pt x="2041" y="217"/>
                </a:lnTo>
                <a:lnTo>
                  <a:pt x="2040" y="217"/>
                </a:lnTo>
                <a:lnTo>
                  <a:pt x="2039" y="216"/>
                </a:lnTo>
                <a:lnTo>
                  <a:pt x="2038" y="215"/>
                </a:lnTo>
                <a:lnTo>
                  <a:pt x="2039" y="214"/>
                </a:lnTo>
                <a:lnTo>
                  <a:pt x="2040" y="214"/>
                </a:lnTo>
                <a:lnTo>
                  <a:pt x="2041" y="214"/>
                </a:lnTo>
                <a:lnTo>
                  <a:pt x="2041" y="213"/>
                </a:lnTo>
                <a:lnTo>
                  <a:pt x="2040" y="213"/>
                </a:lnTo>
                <a:lnTo>
                  <a:pt x="2040" y="212"/>
                </a:lnTo>
                <a:lnTo>
                  <a:pt x="2040" y="211"/>
                </a:lnTo>
                <a:lnTo>
                  <a:pt x="2041" y="211"/>
                </a:lnTo>
                <a:lnTo>
                  <a:pt x="2042" y="210"/>
                </a:lnTo>
                <a:lnTo>
                  <a:pt x="2043" y="210"/>
                </a:lnTo>
                <a:lnTo>
                  <a:pt x="2044" y="210"/>
                </a:lnTo>
                <a:lnTo>
                  <a:pt x="2045" y="210"/>
                </a:lnTo>
                <a:lnTo>
                  <a:pt x="2046" y="210"/>
                </a:lnTo>
                <a:lnTo>
                  <a:pt x="2046" y="209"/>
                </a:lnTo>
                <a:lnTo>
                  <a:pt x="2046" y="208"/>
                </a:lnTo>
                <a:lnTo>
                  <a:pt x="2046" y="207"/>
                </a:lnTo>
                <a:lnTo>
                  <a:pt x="2046" y="206"/>
                </a:lnTo>
                <a:lnTo>
                  <a:pt x="2047" y="206"/>
                </a:lnTo>
                <a:lnTo>
                  <a:pt x="2047" y="205"/>
                </a:lnTo>
                <a:lnTo>
                  <a:pt x="2048" y="205"/>
                </a:lnTo>
                <a:lnTo>
                  <a:pt x="2049" y="205"/>
                </a:lnTo>
                <a:lnTo>
                  <a:pt x="2050" y="205"/>
                </a:lnTo>
                <a:lnTo>
                  <a:pt x="2050" y="204"/>
                </a:lnTo>
                <a:lnTo>
                  <a:pt x="2051" y="204"/>
                </a:lnTo>
                <a:lnTo>
                  <a:pt x="2052" y="204"/>
                </a:lnTo>
                <a:lnTo>
                  <a:pt x="2052" y="203"/>
                </a:lnTo>
                <a:lnTo>
                  <a:pt x="2051" y="203"/>
                </a:lnTo>
                <a:lnTo>
                  <a:pt x="2050" y="203"/>
                </a:lnTo>
                <a:lnTo>
                  <a:pt x="2050" y="202"/>
                </a:lnTo>
                <a:lnTo>
                  <a:pt x="2049" y="202"/>
                </a:lnTo>
                <a:lnTo>
                  <a:pt x="2049" y="201"/>
                </a:lnTo>
                <a:lnTo>
                  <a:pt x="2048" y="201"/>
                </a:lnTo>
                <a:lnTo>
                  <a:pt x="2048" y="200"/>
                </a:lnTo>
                <a:lnTo>
                  <a:pt x="2049" y="200"/>
                </a:lnTo>
                <a:lnTo>
                  <a:pt x="2050" y="200"/>
                </a:lnTo>
                <a:lnTo>
                  <a:pt x="2051" y="200"/>
                </a:lnTo>
                <a:lnTo>
                  <a:pt x="2052" y="200"/>
                </a:lnTo>
                <a:lnTo>
                  <a:pt x="2053" y="200"/>
                </a:lnTo>
                <a:lnTo>
                  <a:pt x="2054" y="200"/>
                </a:lnTo>
                <a:lnTo>
                  <a:pt x="2054" y="199"/>
                </a:lnTo>
                <a:lnTo>
                  <a:pt x="2054" y="198"/>
                </a:lnTo>
                <a:lnTo>
                  <a:pt x="2054" y="197"/>
                </a:lnTo>
                <a:lnTo>
                  <a:pt x="2054" y="196"/>
                </a:lnTo>
                <a:lnTo>
                  <a:pt x="2055" y="195"/>
                </a:lnTo>
                <a:lnTo>
                  <a:pt x="2056" y="195"/>
                </a:lnTo>
                <a:lnTo>
                  <a:pt x="2056" y="194"/>
                </a:lnTo>
                <a:lnTo>
                  <a:pt x="2057" y="194"/>
                </a:lnTo>
                <a:lnTo>
                  <a:pt x="2057" y="193"/>
                </a:lnTo>
                <a:lnTo>
                  <a:pt x="2056" y="193"/>
                </a:lnTo>
                <a:lnTo>
                  <a:pt x="2056" y="192"/>
                </a:lnTo>
                <a:lnTo>
                  <a:pt x="2055" y="191"/>
                </a:lnTo>
                <a:lnTo>
                  <a:pt x="2055" y="190"/>
                </a:lnTo>
                <a:lnTo>
                  <a:pt x="2056" y="190"/>
                </a:lnTo>
                <a:lnTo>
                  <a:pt x="2056" y="189"/>
                </a:lnTo>
                <a:lnTo>
                  <a:pt x="2055" y="189"/>
                </a:lnTo>
                <a:lnTo>
                  <a:pt x="2055" y="188"/>
                </a:lnTo>
                <a:lnTo>
                  <a:pt x="2056" y="188"/>
                </a:lnTo>
                <a:lnTo>
                  <a:pt x="2057" y="188"/>
                </a:lnTo>
                <a:lnTo>
                  <a:pt x="2057" y="187"/>
                </a:lnTo>
                <a:lnTo>
                  <a:pt x="2058" y="187"/>
                </a:lnTo>
                <a:lnTo>
                  <a:pt x="2059" y="186"/>
                </a:lnTo>
                <a:lnTo>
                  <a:pt x="2059" y="185"/>
                </a:lnTo>
                <a:lnTo>
                  <a:pt x="2060" y="185"/>
                </a:lnTo>
                <a:lnTo>
                  <a:pt x="2060" y="184"/>
                </a:lnTo>
                <a:lnTo>
                  <a:pt x="2061" y="184"/>
                </a:lnTo>
                <a:lnTo>
                  <a:pt x="2061" y="183"/>
                </a:lnTo>
                <a:lnTo>
                  <a:pt x="2061" y="182"/>
                </a:lnTo>
                <a:lnTo>
                  <a:pt x="2061" y="181"/>
                </a:lnTo>
                <a:lnTo>
                  <a:pt x="2060" y="181"/>
                </a:lnTo>
                <a:lnTo>
                  <a:pt x="2060" y="180"/>
                </a:lnTo>
                <a:lnTo>
                  <a:pt x="2060" y="179"/>
                </a:lnTo>
                <a:lnTo>
                  <a:pt x="2061" y="179"/>
                </a:lnTo>
                <a:lnTo>
                  <a:pt x="2061" y="178"/>
                </a:lnTo>
                <a:lnTo>
                  <a:pt x="2061" y="177"/>
                </a:lnTo>
                <a:lnTo>
                  <a:pt x="2062" y="177"/>
                </a:lnTo>
                <a:lnTo>
                  <a:pt x="2062" y="176"/>
                </a:lnTo>
                <a:lnTo>
                  <a:pt x="2063" y="175"/>
                </a:lnTo>
                <a:lnTo>
                  <a:pt x="2064" y="175"/>
                </a:lnTo>
                <a:lnTo>
                  <a:pt x="2064" y="174"/>
                </a:lnTo>
                <a:lnTo>
                  <a:pt x="2065" y="174"/>
                </a:lnTo>
                <a:lnTo>
                  <a:pt x="2066" y="174"/>
                </a:lnTo>
                <a:lnTo>
                  <a:pt x="2066" y="173"/>
                </a:lnTo>
                <a:lnTo>
                  <a:pt x="2065" y="173"/>
                </a:lnTo>
                <a:lnTo>
                  <a:pt x="2065" y="172"/>
                </a:lnTo>
                <a:lnTo>
                  <a:pt x="2065" y="171"/>
                </a:lnTo>
                <a:lnTo>
                  <a:pt x="2064" y="171"/>
                </a:lnTo>
                <a:lnTo>
                  <a:pt x="2065" y="171"/>
                </a:lnTo>
                <a:lnTo>
                  <a:pt x="2066" y="171"/>
                </a:lnTo>
                <a:lnTo>
                  <a:pt x="2067" y="171"/>
                </a:lnTo>
                <a:lnTo>
                  <a:pt x="2068" y="171"/>
                </a:lnTo>
                <a:lnTo>
                  <a:pt x="2069" y="171"/>
                </a:lnTo>
                <a:lnTo>
                  <a:pt x="2070" y="171"/>
                </a:lnTo>
                <a:lnTo>
                  <a:pt x="2071" y="171"/>
                </a:lnTo>
                <a:lnTo>
                  <a:pt x="2072" y="171"/>
                </a:lnTo>
                <a:lnTo>
                  <a:pt x="2073" y="170"/>
                </a:lnTo>
                <a:lnTo>
                  <a:pt x="2074" y="170"/>
                </a:lnTo>
                <a:lnTo>
                  <a:pt x="2074" y="169"/>
                </a:lnTo>
                <a:lnTo>
                  <a:pt x="2075" y="169"/>
                </a:lnTo>
                <a:lnTo>
                  <a:pt x="2075" y="168"/>
                </a:lnTo>
                <a:lnTo>
                  <a:pt x="2076" y="168"/>
                </a:lnTo>
                <a:lnTo>
                  <a:pt x="2076" y="167"/>
                </a:lnTo>
                <a:lnTo>
                  <a:pt x="2077" y="167"/>
                </a:lnTo>
                <a:lnTo>
                  <a:pt x="2077" y="166"/>
                </a:lnTo>
                <a:lnTo>
                  <a:pt x="2078" y="166"/>
                </a:lnTo>
                <a:lnTo>
                  <a:pt x="2079" y="166"/>
                </a:lnTo>
                <a:lnTo>
                  <a:pt x="2080" y="166"/>
                </a:lnTo>
                <a:lnTo>
                  <a:pt x="2080" y="165"/>
                </a:lnTo>
                <a:lnTo>
                  <a:pt x="2081" y="165"/>
                </a:lnTo>
                <a:lnTo>
                  <a:pt x="2081" y="164"/>
                </a:lnTo>
                <a:lnTo>
                  <a:pt x="2081" y="163"/>
                </a:lnTo>
                <a:lnTo>
                  <a:pt x="2082" y="163"/>
                </a:lnTo>
                <a:lnTo>
                  <a:pt x="2082" y="164"/>
                </a:lnTo>
                <a:lnTo>
                  <a:pt x="2083" y="164"/>
                </a:lnTo>
                <a:lnTo>
                  <a:pt x="2083" y="163"/>
                </a:lnTo>
                <a:lnTo>
                  <a:pt x="2083" y="162"/>
                </a:lnTo>
                <a:lnTo>
                  <a:pt x="2084" y="162"/>
                </a:lnTo>
                <a:lnTo>
                  <a:pt x="2084" y="161"/>
                </a:lnTo>
                <a:lnTo>
                  <a:pt x="2085" y="161"/>
                </a:lnTo>
                <a:lnTo>
                  <a:pt x="2085" y="160"/>
                </a:lnTo>
                <a:lnTo>
                  <a:pt x="2086" y="160"/>
                </a:lnTo>
                <a:lnTo>
                  <a:pt x="2087" y="160"/>
                </a:lnTo>
                <a:lnTo>
                  <a:pt x="2089" y="160"/>
                </a:lnTo>
                <a:lnTo>
                  <a:pt x="2089" y="159"/>
                </a:lnTo>
                <a:lnTo>
                  <a:pt x="2090" y="159"/>
                </a:lnTo>
                <a:lnTo>
                  <a:pt x="2090" y="158"/>
                </a:lnTo>
                <a:lnTo>
                  <a:pt x="2091" y="158"/>
                </a:lnTo>
                <a:lnTo>
                  <a:pt x="2091" y="157"/>
                </a:lnTo>
                <a:lnTo>
                  <a:pt x="2093" y="157"/>
                </a:lnTo>
                <a:lnTo>
                  <a:pt x="2093" y="156"/>
                </a:lnTo>
                <a:lnTo>
                  <a:pt x="2093" y="155"/>
                </a:lnTo>
                <a:lnTo>
                  <a:pt x="2094" y="155"/>
                </a:lnTo>
                <a:lnTo>
                  <a:pt x="2095" y="155"/>
                </a:lnTo>
                <a:lnTo>
                  <a:pt x="2096" y="155"/>
                </a:lnTo>
                <a:lnTo>
                  <a:pt x="2096" y="154"/>
                </a:lnTo>
                <a:lnTo>
                  <a:pt x="2097" y="154"/>
                </a:lnTo>
                <a:lnTo>
                  <a:pt x="2098" y="154"/>
                </a:lnTo>
                <a:lnTo>
                  <a:pt x="2099" y="154"/>
                </a:lnTo>
                <a:lnTo>
                  <a:pt x="2099" y="153"/>
                </a:lnTo>
                <a:lnTo>
                  <a:pt x="2100" y="153"/>
                </a:lnTo>
                <a:lnTo>
                  <a:pt x="2100" y="152"/>
                </a:lnTo>
                <a:lnTo>
                  <a:pt x="2100" y="150"/>
                </a:lnTo>
                <a:lnTo>
                  <a:pt x="2099" y="150"/>
                </a:lnTo>
                <a:lnTo>
                  <a:pt x="2099" y="149"/>
                </a:lnTo>
                <a:lnTo>
                  <a:pt x="2100" y="149"/>
                </a:lnTo>
                <a:lnTo>
                  <a:pt x="2101" y="149"/>
                </a:lnTo>
                <a:lnTo>
                  <a:pt x="2102" y="149"/>
                </a:lnTo>
                <a:lnTo>
                  <a:pt x="2103" y="149"/>
                </a:lnTo>
                <a:lnTo>
                  <a:pt x="2104" y="149"/>
                </a:lnTo>
                <a:lnTo>
                  <a:pt x="2105" y="149"/>
                </a:lnTo>
                <a:lnTo>
                  <a:pt x="2106" y="149"/>
                </a:lnTo>
                <a:lnTo>
                  <a:pt x="2107" y="148"/>
                </a:lnTo>
                <a:lnTo>
                  <a:pt x="2106" y="148"/>
                </a:lnTo>
                <a:lnTo>
                  <a:pt x="2106" y="147"/>
                </a:lnTo>
                <a:lnTo>
                  <a:pt x="2106" y="146"/>
                </a:lnTo>
                <a:lnTo>
                  <a:pt x="2107" y="146"/>
                </a:lnTo>
                <a:lnTo>
                  <a:pt x="2108" y="146"/>
                </a:lnTo>
                <a:lnTo>
                  <a:pt x="2110" y="146"/>
                </a:lnTo>
                <a:lnTo>
                  <a:pt x="2111" y="146"/>
                </a:lnTo>
                <a:lnTo>
                  <a:pt x="2112" y="145"/>
                </a:lnTo>
                <a:lnTo>
                  <a:pt x="2113" y="145"/>
                </a:lnTo>
                <a:lnTo>
                  <a:pt x="2115" y="145"/>
                </a:lnTo>
                <a:lnTo>
                  <a:pt x="2116" y="145"/>
                </a:lnTo>
                <a:lnTo>
                  <a:pt x="2116" y="144"/>
                </a:lnTo>
                <a:lnTo>
                  <a:pt x="2116" y="143"/>
                </a:lnTo>
                <a:lnTo>
                  <a:pt x="2116" y="141"/>
                </a:lnTo>
                <a:lnTo>
                  <a:pt x="2117" y="141"/>
                </a:lnTo>
                <a:lnTo>
                  <a:pt x="2117" y="140"/>
                </a:lnTo>
                <a:lnTo>
                  <a:pt x="2118" y="140"/>
                </a:lnTo>
                <a:lnTo>
                  <a:pt x="2119" y="140"/>
                </a:lnTo>
                <a:lnTo>
                  <a:pt x="2119" y="139"/>
                </a:lnTo>
                <a:lnTo>
                  <a:pt x="2120" y="139"/>
                </a:lnTo>
                <a:lnTo>
                  <a:pt x="2120" y="138"/>
                </a:lnTo>
                <a:lnTo>
                  <a:pt x="2121" y="138"/>
                </a:lnTo>
                <a:lnTo>
                  <a:pt x="2121" y="137"/>
                </a:lnTo>
                <a:lnTo>
                  <a:pt x="2121" y="136"/>
                </a:lnTo>
                <a:lnTo>
                  <a:pt x="2121" y="135"/>
                </a:lnTo>
                <a:lnTo>
                  <a:pt x="2120" y="135"/>
                </a:lnTo>
                <a:lnTo>
                  <a:pt x="2119" y="135"/>
                </a:lnTo>
                <a:lnTo>
                  <a:pt x="2119" y="134"/>
                </a:lnTo>
                <a:lnTo>
                  <a:pt x="2118" y="133"/>
                </a:lnTo>
                <a:lnTo>
                  <a:pt x="2119" y="133"/>
                </a:lnTo>
                <a:lnTo>
                  <a:pt x="2119" y="132"/>
                </a:lnTo>
                <a:lnTo>
                  <a:pt x="2120" y="131"/>
                </a:lnTo>
                <a:lnTo>
                  <a:pt x="2121" y="130"/>
                </a:lnTo>
                <a:lnTo>
                  <a:pt x="2122" y="129"/>
                </a:lnTo>
                <a:lnTo>
                  <a:pt x="2123" y="129"/>
                </a:lnTo>
                <a:lnTo>
                  <a:pt x="2124" y="129"/>
                </a:lnTo>
                <a:lnTo>
                  <a:pt x="2125" y="129"/>
                </a:lnTo>
                <a:lnTo>
                  <a:pt x="2125" y="128"/>
                </a:lnTo>
                <a:lnTo>
                  <a:pt x="2124" y="128"/>
                </a:lnTo>
                <a:lnTo>
                  <a:pt x="2124" y="127"/>
                </a:lnTo>
                <a:lnTo>
                  <a:pt x="2125" y="127"/>
                </a:lnTo>
                <a:lnTo>
                  <a:pt x="2125" y="126"/>
                </a:lnTo>
                <a:lnTo>
                  <a:pt x="2126" y="126"/>
                </a:lnTo>
                <a:lnTo>
                  <a:pt x="2126" y="125"/>
                </a:lnTo>
                <a:lnTo>
                  <a:pt x="2126" y="124"/>
                </a:lnTo>
                <a:lnTo>
                  <a:pt x="2125" y="123"/>
                </a:lnTo>
                <a:lnTo>
                  <a:pt x="2126" y="122"/>
                </a:lnTo>
                <a:lnTo>
                  <a:pt x="2127" y="122"/>
                </a:lnTo>
                <a:lnTo>
                  <a:pt x="2127" y="121"/>
                </a:lnTo>
                <a:lnTo>
                  <a:pt x="2128" y="121"/>
                </a:lnTo>
                <a:lnTo>
                  <a:pt x="2128" y="120"/>
                </a:lnTo>
                <a:lnTo>
                  <a:pt x="2127" y="120"/>
                </a:lnTo>
                <a:lnTo>
                  <a:pt x="2127" y="119"/>
                </a:lnTo>
                <a:lnTo>
                  <a:pt x="2126" y="119"/>
                </a:lnTo>
                <a:lnTo>
                  <a:pt x="2126" y="118"/>
                </a:lnTo>
                <a:lnTo>
                  <a:pt x="2125" y="118"/>
                </a:lnTo>
                <a:lnTo>
                  <a:pt x="2125" y="117"/>
                </a:lnTo>
                <a:lnTo>
                  <a:pt x="2124" y="117"/>
                </a:lnTo>
                <a:lnTo>
                  <a:pt x="2124" y="116"/>
                </a:lnTo>
                <a:lnTo>
                  <a:pt x="2124" y="115"/>
                </a:lnTo>
                <a:lnTo>
                  <a:pt x="2124" y="114"/>
                </a:lnTo>
                <a:lnTo>
                  <a:pt x="2124" y="113"/>
                </a:lnTo>
                <a:lnTo>
                  <a:pt x="2124" y="112"/>
                </a:lnTo>
                <a:lnTo>
                  <a:pt x="2125" y="112"/>
                </a:lnTo>
                <a:lnTo>
                  <a:pt x="2125" y="111"/>
                </a:lnTo>
                <a:lnTo>
                  <a:pt x="2124" y="111"/>
                </a:lnTo>
                <a:lnTo>
                  <a:pt x="2124" y="110"/>
                </a:lnTo>
                <a:lnTo>
                  <a:pt x="2123" y="110"/>
                </a:lnTo>
                <a:lnTo>
                  <a:pt x="2122" y="110"/>
                </a:lnTo>
                <a:lnTo>
                  <a:pt x="2121" y="110"/>
                </a:lnTo>
                <a:lnTo>
                  <a:pt x="2120" y="109"/>
                </a:lnTo>
                <a:lnTo>
                  <a:pt x="2120" y="108"/>
                </a:lnTo>
                <a:lnTo>
                  <a:pt x="2119" y="108"/>
                </a:lnTo>
                <a:lnTo>
                  <a:pt x="2119" y="107"/>
                </a:lnTo>
                <a:lnTo>
                  <a:pt x="2118" y="107"/>
                </a:lnTo>
                <a:lnTo>
                  <a:pt x="2117" y="107"/>
                </a:lnTo>
                <a:lnTo>
                  <a:pt x="2116" y="106"/>
                </a:lnTo>
                <a:lnTo>
                  <a:pt x="2115" y="106"/>
                </a:lnTo>
                <a:lnTo>
                  <a:pt x="2114" y="105"/>
                </a:lnTo>
                <a:lnTo>
                  <a:pt x="2113" y="104"/>
                </a:lnTo>
                <a:lnTo>
                  <a:pt x="2113" y="103"/>
                </a:lnTo>
                <a:lnTo>
                  <a:pt x="2113" y="102"/>
                </a:lnTo>
                <a:lnTo>
                  <a:pt x="2113" y="101"/>
                </a:lnTo>
                <a:lnTo>
                  <a:pt x="2113" y="100"/>
                </a:lnTo>
                <a:lnTo>
                  <a:pt x="2114" y="100"/>
                </a:lnTo>
                <a:lnTo>
                  <a:pt x="2115" y="100"/>
                </a:lnTo>
                <a:lnTo>
                  <a:pt x="2115" y="99"/>
                </a:lnTo>
                <a:lnTo>
                  <a:pt x="2116" y="99"/>
                </a:lnTo>
                <a:lnTo>
                  <a:pt x="2115" y="99"/>
                </a:lnTo>
                <a:lnTo>
                  <a:pt x="2115" y="98"/>
                </a:lnTo>
                <a:lnTo>
                  <a:pt x="2115" y="97"/>
                </a:lnTo>
                <a:lnTo>
                  <a:pt x="2116" y="96"/>
                </a:lnTo>
                <a:lnTo>
                  <a:pt x="2117" y="96"/>
                </a:lnTo>
                <a:lnTo>
                  <a:pt x="2117" y="95"/>
                </a:lnTo>
                <a:lnTo>
                  <a:pt x="2117" y="94"/>
                </a:lnTo>
                <a:lnTo>
                  <a:pt x="2118" y="94"/>
                </a:lnTo>
                <a:lnTo>
                  <a:pt x="2118" y="93"/>
                </a:lnTo>
                <a:lnTo>
                  <a:pt x="2119" y="93"/>
                </a:lnTo>
                <a:lnTo>
                  <a:pt x="2119" y="92"/>
                </a:lnTo>
                <a:lnTo>
                  <a:pt x="2119" y="91"/>
                </a:lnTo>
                <a:lnTo>
                  <a:pt x="2118" y="91"/>
                </a:lnTo>
                <a:lnTo>
                  <a:pt x="2118" y="90"/>
                </a:lnTo>
                <a:lnTo>
                  <a:pt x="2118" y="89"/>
                </a:lnTo>
                <a:lnTo>
                  <a:pt x="2119" y="88"/>
                </a:lnTo>
                <a:lnTo>
                  <a:pt x="2120" y="88"/>
                </a:lnTo>
                <a:lnTo>
                  <a:pt x="2120" y="87"/>
                </a:lnTo>
                <a:lnTo>
                  <a:pt x="2120" y="86"/>
                </a:lnTo>
                <a:lnTo>
                  <a:pt x="2119" y="85"/>
                </a:lnTo>
                <a:lnTo>
                  <a:pt x="2119" y="84"/>
                </a:lnTo>
                <a:lnTo>
                  <a:pt x="2120" y="84"/>
                </a:lnTo>
                <a:lnTo>
                  <a:pt x="2121" y="84"/>
                </a:lnTo>
                <a:lnTo>
                  <a:pt x="2122" y="83"/>
                </a:lnTo>
                <a:lnTo>
                  <a:pt x="2123" y="82"/>
                </a:lnTo>
                <a:lnTo>
                  <a:pt x="2123" y="81"/>
                </a:lnTo>
                <a:lnTo>
                  <a:pt x="2122" y="81"/>
                </a:lnTo>
                <a:lnTo>
                  <a:pt x="2121" y="81"/>
                </a:lnTo>
                <a:lnTo>
                  <a:pt x="2120" y="81"/>
                </a:lnTo>
                <a:lnTo>
                  <a:pt x="2119" y="81"/>
                </a:lnTo>
                <a:lnTo>
                  <a:pt x="2118" y="81"/>
                </a:lnTo>
                <a:lnTo>
                  <a:pt x="2118" y="80"/>
                </a:lnTo>
                <a:lnTo>
                  <a:pt x="2117" y="79"/>
                </a:lnTo>
                <a:lnTo>
                  <a:pt x="2116" y="79"/>
                </a:lnTo>
                <a:lnTo>
                  <a:pt x="2115" y="79"/>
                </a:lnTo>
                <a:lnTo>
                  <a:pt x="2114" y="79"/>
                </a:lnTo>
                <a:lnTo>
                  <a:pt x="2113" y="79"/>
                </a:lnTo>
                <a:lnTo>
                  <a:pt x="2113" y="78"/>
                </a:lnTo>
                <a:lnTo>
                  <a:pt x="2112" y="78"/>
                </a:lnTo>
                <a:lnTo>
                  <a:pt x="2112" y="77"/>
                </a:lnTo>
                <a:lnTo>
                  <a:pt x="2111" y="77"/>
                </a:lnTo>
                <a:lnTo>
                  <a:pt x="2111" y="76"/>
                </a:lnTo>
                <a:lnTo>
                  <a:pt x="2108" y="76"/>
                </a:lnTo>
                <a:lnTo>
                  <a:pt x="2107" y="76"/>
                </a:lnTo>
                <a:lnTo>
                  <a:pt x="2106" y="76"/>
                </a:lnTo>
                <a:lnTo>
                  <a:pt x="2106" y="75"/>
                </a:lnTo>
                <a:lnTo>
                  <a:pt x="2105" y="75"/>
                </a:lnTo>
                <a:lnTo>
                  <a:pt x="2103" y="74"/>
                </a:lnTo>
                <a:lnTo>
                  <a:pt x="2101" y="73"/>
                </a:lnTo>
                <a:lnTo>
                  <a:pt x="2100" y="73"/>
                </a:lnTo>
                <a:lnTo>
                  <a:pt x="2099" y="72"/>
                </a:lnTo>
                <a:lnTo>
                  <a:pt x="2099" y="71"/>
                </a:lnTo>
                <a:lnTo>
                  <a:pt x="2098" y="71"/>
                </a:lnTo>
                <a:lnTo>
                  <a:pt x="2097" y="71"/>
                </a:lnTo>
                <a:lnTo>
                  <a:pt x="2096" y="72"/>
                </a:lnTo>
                <a:lnTo>
                  <a:pt x="2095" y="72"/>
                </a:lnTo>
                <a:lnTo>
                  <a:pt x="2094" y="73"/>
                </a:lnTo>
                <a:lnTo>
                  <a:pt x="2093" y="74"/>
                </a:lnTo>
                <a:lnTo>
                  <a:pt x="2090" y="74"/>
                </a:lnTo>
                <a:lnTo>
                  <a:pt x="2088" y="74"/>
                </a:lnTo>
                <a:lnTo>
                  <a:pt x="2087" y="74"/>
                </a:lnTo>
                <a:lnTo>
                  <a:pt x="2085" y="74"/>
                </a:lnTo>
                <a:lnTo>
                  <a:pt x="2084" y="74"/>
                </a:lnTo>
                <a:lnTo>
                  <a:pt x="2084" y="73"/>
                </a:lnTo>
                <a:lnTo>
                  <a:pt x="2083" y="73"/>
                </a:lnTo>
                <a:lnTo>
                  <a:pt x="2082" y="73"/>
                </a:lnTo>
                <a:lnTo>
                  <a:pt x="2082" y="74"/>
                </a:lnTo>
                <a:lnTo>
                  <a:pt x="2081" y="74"/>
                </a:lnTo>
                <a:lnTo>
                  <a:pt x="2080" y="74"/>
                </a:lnTo>
                <a:lnTo>
                  <a:pt x="2080" y="75"/>
                </a:lnTo>
                <a:lnTo>
                  <a:pt x="2079" y="75"/>
                </a:lnTo>
                <a:lnTo>
                  <a:pt x="2078" y="76"/>
                </a:lnTo>
                <a:lnTo>
                  <a:pt x="2077" y="76"/>
                </a:lnTo>
                <a:lnTo>
                  <a:pt x="2076" y="77"/>
                </a:lnTo>
                <a:lnTo>
                  <a:pt x="2075" y="77"/>
                </a:lnTo>
                <a:lnTo>
                  <a:pt x="2075" y="78"/>
                </a:lnTo>
                <a:lnTo>
                  <a:pt x="2074" y="78"/>
                </a:lnTo>
                <a:lnTo>
                  <a:pt x="2073" y="78"/>
                </a:lnTo>
                <a:lnTo>
                  <a:pt x="2072" y="78"/>
                </a:lnTo>
                <a:lnTo>
                  <a:pt x="2071" y="77"/>
                </a:lnTo>
                <a:lnTo>
                  <a:pt x="2070" y="77"/>
                </a:lnTo>
                <a:lnTo>
                  <a:pt x="2068" y="77"/>
                </a:lnTo>
                <a:lnTo>
                  <a:pt x="2067" y="77"/>
                </a:lnTo>
                <a:lnTo>
                  <a:pt x="2066" y="77"/>
                </a:lnTo>
                <a:lnTo>
                  <a:pt x="2065" y="77"/>
                </a:lnTo>
                <a:lnTo>
                  <a:pt x="2064" y="77"/>
                </a:lnTo>
                <a:lnTo>
                  <a:pt x="2063" y="77"/>
                </a:lnTo>
                <a:lnTo>
                  <a:pt x="2062" y="77"/>
                </a:lnTo>
                <a:lnTo>
                  <a:pt x="2062" y="76"/>
                </a:lnTo>
                <a:lnTo>
                  <a:pt x="2061" y="76"/>
                </a:lnTo>
                <a:lnTo>
                  <a:pt x="2061" y="75"/>
                </a:lnTo>
                <a:lnTo>
                  <a:pt x="2061" y="73"/>
                </a:lnTo>
                <a:lnTo>
                  <a:pt x="2060" y="73"/>
                </a:lnTo>
                <a:lnTo>
                  <a:pt x="2060" y="72"/>
                </a:lnTo>
                <a:lnTo>
                  <a:pt x="2060" y="71"/>
                </a:lnTo>
                <a:lnTo>
                  <a:pt x="2060" y="69"/>
                </a:lnTo>
                <a:lnTo>
                  <a:pt x="2061" y="69"/>
                </a:lnTo>
                <a:lnTo>
                  <a:pt x="2061" y="68"/>
                </a:lnTo>
                <a:lnTo>
                  <a:pt x="2061" y="67"/>
                </a:lnTo>
                <a:lnTo>
                  <a:pt x="2062" y="67"/>
                </a:lnTo>
                <a:lnTo>
                  <a:pt x="2062" y="66"/>
                </a:lnTo>
                <a:lnTo>
                  <a:pt x="2063" y="66"/>
                </a:lnTo>
                <a:lnTo>
                  <a:pt x="2063" y="65"/>
                </a:lnTo>
                <a:lnTo>
                  <a:pt x="2063" y="64"/>
                </a:lnTo>
                <a:lnTo>
                  <a:pt x="2062" y="64"/>
                </a:lnTo>
                <a:lnTo>
                  <a:pt x="2062" y="63"/>
                </a:lnTo>
                <a:lnTo>
                  <a:pt x="2062" y="62"/>
                </a:lnTo>
                <a:lnTo>
                  <a:pt x="2062" y="61"/>
                </a:lnTo>
                <a:lnTo>
                  <a:pt x="2061" y="61"/>
                </a:lnTo>
                <a:lnTo>
                  <a:pt x="2061" y="60"/>
                </a:lnTo>
                <a:lnTo>
                  <a:pt x="2060" y="59"/>
                </a:lnTo>
                <a:lnTo>
                  <a:pt x="2060" y="58"/>
                </a:lnTo>
                <a:lnTo>
                  <a:pt x="2059" y="58"/>
                </a:lnTo>
                <a:lnTo>
                  <a:pt x="2060" y="58"/>
                </a:lnTo>
                <a:lnTo>
                  <a:pt x="2060" y="57"/>
                </a:lnTo>
                <a:lnTo>
                  <a:pt x="2063" y="57"/>
                </a:lnTo>
                <a:lnTo>
                  <a:pt x="2064" y="57"/>
                </a:lnTo>
                <a:lnTo>
                  <a:pt x="2065" y="57"/>
                </a:lnTo>
                <a:lnTo>
                  <a:pt x="2066" y="57"/>
                </a:lnTo>
                <a:lnTo>
                  <a:pt x="2066" y="56"/>
                </a:lnTo>
                <a:lnTo>
                  <a:pt x="2066" y="55"/>
                </a:lnTo>
                <a:lnTo>
                  <a:pt x="2067" y="55"/>
                </a:lnTo>
                <a:lnTo>
                  <a:pt x="2068" y="55"/>
                </a:lnTo>
                <a:lnTo>
                  <a:pt x="2069" y="54"/>
                </a:lnTo>
                <a:lnTo>
                  <a:pt x="2070" y="54"/>
                </a:lnTo>
                <a:lnTo>
                  <a:pt x="2071" y="54"/>
                </a:lnTo>
                <a:lnTo>
                  <a:pt x="2072" y="54"/>
                </a:lnTo>
                <a:lnTo>
                  <a:pt x="2073" y="54"/>
                </a:lnTo>
                <a:lnTo>
                  <a:pt x="2074" y="54"/>
                </a:lnTo>
                <a:lnTo>
                  <a:pt x="2074" y="53"/>
                </a:lnTo>
                <a:lnTo>
                  <a:pt x="2075" y="52"/>
                </a:lnTo>
                <a:lnTo>
                  <a:pt x="2076" y="52"/>
                </a:lnTo>
                <a:lnTo>
                  <a:pt x="2076" y="51"/>
                </a:lnTo>
                <a:lnTo>
                  <a:pt x="2077" y="51"/>
                </a:lnTo>
                <a:lnTo>
                  <a:pt x="2078" y="50"/>
                </a:lnTo>
                <a:lnTo>
                  <a:pt x="2079" y="50"/>
                </a:lnTo>
                <a:lnTo>
                  <a:pt x="2080" y="49"/>
                </a:lnTo>
                <a:lnTo>
                  <a:pt x="2081" y="49"/>
                </a:lnTo>
                <a:lnTo>
                  <a:pt x="2082" y="49"/>
                </a:lnTo>
                <a:lnTo>
                  <a:pt x="2083" y="49"/>
                </a:lnTo>
                <a:lnTo>
                  <a:pt x="2083" y="48"/>
                </a:lnTo>
                <a:lnTo>
                  <a:pt x="2083" y="47"/>
                </a:lnTo>
                <a:lnTo>
                  <a:pt x="2083" y="46"/>
                </a:lnTo>
                <a:lnTo>
                  <a:pt x="2084" y="46"/>
                </a:lnTo>
                <a:lnTo>
                  <a:pt x="2084" y="45"/>
                </a:lnTo>
                <a:lnTo>
                  <a:pt x="2087" y="45"/>
                </a:lnTo>
                <a:lnTo>
                  <a:pt x="2088" y="45"/>
                </a:lnTo>
                <a:lnTo>
                  <a:pt x="2088" y="44"/>
                </a:lnTo>
                <a:lnTo>
                  <a:pt x="2088" y="43"/>
                </a:lnTo>
                <a:lnTo>
                  <a:pt x="2088" y="42"/>
                </a:lnTo>
                <a:lnTo>
                  <a:pt x="2089" y="42"/>
                </a:lnTo>
                <a:lnTo>
                  <a:pt x="2089" y="41"/>
                </a:lnTo>
                <a:lnTo>
                  <a:pt x="2090" y="41"/>
                </a:lnTo>
                <a:lnTo>
                  <a:pt x="2090" y="40"/>
                </a:lnTo>
                <a:lnTo>
                  <a:pt x="2091" y="40"/>
                </a:lnTo>
                <a:lnTo>
                  <a:pt x="2092" y="40"/>
                </a:lnTo>
                <a:lnTo>
                  <a:pt x="2093" y="40"/>
                </a:lnTo>
                <a:lnTo>
                  <a:pt x="2094" y="39"/>
                </a:lnTo>
                <a:lnTo>
                  <a:pt x="2094" y="38"/>
                </a:lnTo>
                <a:lnTo>
                  <a:pt x="2094" y="37"/>
                </a:lnTo>
                <a:lnTo>
                  <a:pt x="2095" y="37"/>
                </a:lnTo>
                <a:lnTo>
                  <a:pt x="2095" y="36"/>
                </a:lnTo>
                <a:lnTo>
                  <a:pt x="2096" y="36"/>
                </a:lnTo>
                <a:lnTo>
                  <a:pt x="2096" y="35"/>
                </a:lnTo>
                <a:lnTo>
                  <a:pt x="2097" y="34"/>
                </a:lnTo>
                <a:lnTo>
                  <a:pt x="2098" y="34"/>
                </a:lnTo>
                <a:lnTo>
                  <a:pt x="2098" y="33"/>
                </a:lnTo>
                <a:lnTo>
                  <a:pt x="2099" y="33"/>
                </a:lnTo>
                <a:lnTo>
                  <a:pt x="2100" y="33"/>
                </a:lnTo>
                <a:lnTo>
                  <a:pt x="2101" y="32"/>
                </a:lnTo>
                <a:lnTo>
                  <a:pt x="2102" y="32"/>
                </a:lnTo>
                <a:lnTo>
                  <a:pt x="2102" y="31"/>
                </a:lnTo>
                <a:lnTo>
                  <a:pt x="2103" y="30"/>
                </a:lnTo>
                <a:lnTo>
                  <a:pt x="2104" y="30"/>
                </a:lnTo>
                <a:lnTo>
                  <a:pt x="2105" y="29"/>
                </a:lnTo>
                <a:lnTo>
                  <a:pt x="2105" y="28"/>
                </a:lnTo>
                <a:lnTo>
                  <a:pt x="2106" y="28"/>
                </a:lnTo>
                <a:lnTo>
                  <a:pt x="2106" y="27"/>
                </a:lnTo>
                <a:lnTo>
                  <a:pt x="2107" y="26"/>
                </a:lnTo>
                <a:lnTo>
                  <a:pt x="2108" y="26"/>
                </a:lnTo>
                <a:lnTo>
                  <a:pt x="2109" y="26"/>
                </a:lnTo>
                <a:lnTo>
                  <a:pt x="2110" y="26"/>
                </a:lnTo>
                <a:lnTo>
                  <a:pt x="2111" y="25"/>
                </a:lnTo>
                <a:lnTo>
                  <a:pt x="2112" y="25"/>
                </a:lnTo>
                <a:lnTo>
                  <a:pt x="2112" y="24"/>
                </a:lnTo>
                <a:lnTo>
                  <a:pt x="2113" y="24"/>
                </a:lnTo>
                <a:lnTo>
                  <a:pt x="2114" y="24"/>
                </a:lnTo>
                <a:lnTo>
                  <a:pt x="2115" y="24"/>
                </a:lnTo>
                <a:lnTo>
                  <a:pt x="2115" y="23"/>
                </a:lnTo>
                <a:lnTo>
                  <a:pt x="2115" y="22"/>
                </a:lnTo>
                <a:lnTo>
                  <a:pt x="2116" y="21"/>
                </a:lnTo>
                <a:lnTo>
                  <a:pt x="2117" y="21"/>
                </a:lnTo>
                <a:lnTo>
                  <a:pt x="2118" y="21"/>
                </a:lnTo>
                <a:lnTo>
                  <a:pt x="2118" y="20"/>
                </a:lnTo>
                <a:lnTo>
                  <a:pt x="2119" y="20"/>
                </a:lnTo>
                <a:lnTo>
                  <a:pt x="2119" y="19"/>
                </a:lnTo>
                <a:lnTo>
                  <a:pt x="2120" y="19"/>
                </a:lnTo>
                <a:lnTo>
                  <a:pt x="2120" y="18"/>
                </a:lnTo>
                <a:lnTo>
                  <a:pt x="2119" y="18"/>
                </a:lnTo>
                <a:lnTo>
                  <a:pt x="2119" y="17"/>
                </a:lnTo>
                <a:lnTo>
                  <a:pt x="2120" y="16"/>
                </a:lnTo>
                <a:lnTo>
                  <a:pt x="2121" y="16"/>
                </a:lnTo>
                <a:lnTo>
                  <a:pt x="2121" y="15"/>
                </a:lnTo>
                <a:lnTo>
                  <a:pt x="2122" y="15"/>
                </a:lnTo>
                <a:lnTo>
                  <a:pt x="2122" y="14"/>
                </a:lnTo>
                <a:lnTo>
                  <a:pt x="2123" y="14"/>
                </a:lnTo>
                <a:lnTo>
                  <a:pt x="2124" y="13"/>
                </a:lnTo>
                <a:lnTo>
                  <a:pt x="2125" y="13"/>
                </a:lnTo>
                <a:lnTo>
                  <a:pt x="2126" y="13"/>
                </a:lnTo>
                <a:lnTo>
                  <a:pt x="2127" y="13"/>
                </a:lnTo>
                <a:lnTo>
                  <a:pt x="2127" y="12"/>
                </a:lnTo>
                <a:lnTo>
                  <a:pt x="2128" y="12"/>
                </a:lnTo>
                <a:lnTo>
                  <a:pt x="2129" y="11"/>
                </a:lnTo>
                <a:lnTo>
                  <a:pt x="2130" y="11"/>
                </a:lnTo>
                <a:lnTo>
                  <a:pt x="2130" y="10"/>
                </a:lnTo>
                <a:lnTo>
                  <a:pt x="2131" y="10"/>
                </a:lnTo>
                <a:lnTo>
                  <a:pt x="2132" y="10"/>
                </a:lnTo>
                <a:lnTo>
                  <a:pt x="2132" y="9"/>
                </a:lnTo>
                <a:lnTo>
                  <a:pt x="2131" y="8"/>
                </a:lnTo>
                <a:lnTo>
                  <a:pt x="2130" y="7"/>
                </a:lnTo>
                <a:lnTo>
                  <a:pt x="2131" y="7"/>
                </a:lnTo>
                <a:lnTo>
                  <a:pt x="2132" y="7"/>
                </a:lnTo>
                <a:lnTo>
                  <a:pt x="2133" y="7"/>
                </a:lnTo>
                <a:lnTo>
                  <a:pt x="2134" y="6"/>
                </a:lnTo>
                <a:lnTo>
                  <a:pt x="2135" y="6"/>
                </a:lnTo>
                <a:lnTo>
                  <a:pt x="2136" y="6"/>
                </a:lnTo>
                <a:lnTo>
                  <a:pt x="2136" y="5"/>
                </a:lnTo>
                <a:lnTo>
                  <a:pt x="2137" y="5"/>
                </a:lnTo>
                <a:lnTo>
                  <a:pt x="2138" y="5"/>
                </a:lnTo>
                <a:lnTo>
                  <a:pt x="2138" y="6"/>
                </a:lnTo>
                <a:lnTo>
                  <a:pt x="2138" y="5"/>
                </a:lnTo>
                <a:lnTo>
                  <a:pt x="2141" y="5"/>
                </a:lnTo>
                <a:lnTo>
                  <a:pt x="2142" y="5"/>
                </a:lnTo>
                <a:lnTo>
                  <a:pt x="2142" y="4"/>
                </a:lnTo>
                <a:lnTo>
                  <a:pt x="2143" y="4"/>
                </a:lnTo>
                <a:lnTo>
                  <a:pt x="2144" y="4"/>
                </a:lnTo>
                <a:lnTo>
                  <a:pt x="2144" y="5"/>
                </a:lnTo>
                <a:lnTo>
                  <a:pt x="2145" y="5"/>
                </a:lnTo>
                <a:lnTo>
                  <a:pt x="2146" y="5"/>
                </a:lnTo>
                <a:lnTo>
                  <a:pt x="2147" y="5"/>
                </a:lnTo>
                <a:lnTo>
                  <a:pt x="2149" y="5"/>
                </a:lnTo>
                <a:lnTo>
                  <a:pt x="2150" y="5"/>
                </a:lnTo>
                <a:lnTo>
                  <a:pt x="2151" y="5"/>
                </a:lnTo>
                <a:lnTo>
                  <a:pt x="2152" y="5"/>
                </a:lnTo>
                <a:lnTo>
                  <a:pt x="2152" y="4"/>
                </a:lnTo>
                <a:lnTo>
                  <a:pt x="2153" y="4"/>
                </a:lnTo>
                <a:lnTo>
                  <a:pt x="2154" y="4"/>
                </a:lnTo>
                <a:lnTo>
                  <a:pt x="2155" y="3"/>
                </a:lnTo>
                <a:lnTo>
                  <a:pt x="2156" y="3"/>
                </a:lnTo>
                <a:lnTo>
                  <a:pt x="2156" y="4"/>
                </a:lnTo>
                <a:lnTo>
                  <a:pt x="2157" y="4"/>
                </a:lnTo>
                <a:lnTo>
                  <a:pt x="2157" y="5"/>
                </a:lnTo>
                <a:lnTo>
                  <a:pt x="2157" y="6"/>
                </a:lnTo>
                <a:lnTo>
                  <a:pt x="2158" y="6"/>
                </a:lnTo>
                <a:lnTo>
                  <a:pt x="2159" y="6"/>
                </a:lnTo>
                <a:lnTo>
                  <a:pt x="2160" y="6"/>
                </a:lnTo>
                <a:lnTo>
                  <a:pt x="2161" y="6"/>
                </a:lnTo>
                <a:lnTo>
                  <a:pt x="2162" y="6"/>
                </a:lnTo>
                <a:lnTo>
                  <a:pt x="2163" y="6"/>
                </a:lnTo>
                <a:lnTo>
                  <a:pt x="2164" y="6"/>
                </a:lnTo>
                <a:lnTo>
                  <a:pt x="2165" y="6"/>
                </a:lnTo>
                <a:lnTo>
                  <a:pt x="2166" y="6"/>
                </a:lnTo>
                <a:lnTo>
                  <a:pt x="2168" y="6"/>
                </a:lnTo>
                <a:lnTo>
                  <a:pt x="2169" y="6"/>
                </a:lnTo>
                <a:lnTo>
                  <a:pt x="2169" y="5"/>
                </a:lnTo>
                <a:lnTo>
                  <a:pt x="2170" y="5"/>
                </a:lnTo>
                <a:lnTo>
                  <a:pt x="2171" y="5"/>
                </a:lnTo>
                <a:lnTo>
                  <a:pt x="2172" y="5"/>
                </a:lnTo>
                <a:lnTo>
                  <a:pt x="2173" y="5"/>
                </a:lnTo>
                <a:lnTo>
                  <a:pt x="2173" y="4"/>
                </a:lnTo>
                <a:lnTo>
                  <a:pt x="2174" y="4"/>
                </a:lnTo>
                <a:lnTo>
                  <a:pt x="2175" y="4"/>
                </a:lnTo>
                <a:lnTo>
                  <a:pt x="2175" y="3"/>
                </a:lnTo>
                <a:lnTo>
                  <a:pt x="2176" y="3"/>
                </a:lnTo>
                <a:lnTo>
                  <a:pt x="2176" y="2"/>
                </a:lnTo>
                <a:lnTo>
                  <a:pt x="2177" y="2"/>
                </a:lnTo>
                <a:lnTo>
                  <a:pt x="2177" y="1"/>
                </a:lnTo>
                <a:lnTo>
                  <a:pt x="2179" y="1"/>
                </a:lnTo>
                <a:lnTo>
                  <a:pt x="2180" y="2"/>
                </a:lnTo>
                <a:lnTo>
                  <a:pt x="2182" y="2"/>
                </a:lnTo>
                <a:lnTo>
                  <a:pt x="2183" y="2"/>
                </a:lnTo>
                <a:lnTo>
                  <a:pt x="2184" y="2"/>
                </a:lnTo>
                <a:lnTo>
                  <a:pt x="2185" y="2"/>
                </a:lnTo>
                <a:lnTo>
                  <a:pt x="2185" y="1"/>
                </a:lnTo>
                <a:lnTo>
                  <a:pt x="2186" y="1"/>
                </a:lnTo>
                <a:lnTo>
                  <a:pt x="2186" y="2"/>
                </a:lnTo>
                <a:lnTo>
                  <a:pt x="2187" y="2"/>
                </a:lnTo>
                <a:lnTo>
                  <a:pt x="2188" y="2"/>
                </a:lnTo>
                <a:lnTo>
                  <a:pt x="2188" y="1"/>
                </a:lnTo>
                <a:lnTo>
                  <a:pt x="2189" y="1"/>
                </a:lnTo>
                <a:lnTo>
                  <a:pt x="2190" y="1"/>
                </a:lnTo>
                <a:lnTo>
                  <a:pt x="2191" y="1"/>
                </a:lnTo>
                <a:lnTo>
                  <a:pt x="2191" y="0"/>
                </a:lnTo>
                <a:lnTo>
                  <a:pt x="2192" y="0"/>
                </a:lnTo>
                <a:lnTo>
                  <a:pt x="219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12" name=""/>
          <p:cNvSpPr/>
          <p:nvPr/>
        </p:nvSpPr>
        <p:spPr>
          <a:xfrm>
            <a:off x="7102800" y="36637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13" name=""/>
          <p:cNvSpPr/>
          <p:nvPr/>
        </p:nvSpPr>
        <p:spPr>
          <a:xfrm>
            <a:off x="7102800" y="36637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14" name=""/>
          <p:cNvSpPr/>
          <p:nvPr/>
        </p:nvSpPr>
        <p:spPr>
          <a:xfrm>
            <a:off x="7102800" y="36637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15" name=""/>
          <p:cNvSpPr/>
          <p:nvPr/>
        </p:nvSpPr>
        <p:spPr>
          <a:xfrm>
            <a:off x="7102800" y="36637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16" name=""/>
          <p:cNvSpPr/>
          <p:nvPr/>
        </p:nvSpPr>
        <p:spPr>
          <a:xfrm>
            <a:off x="7108920" y="36576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17" name=""/>
          <p:cNvSpPr/>
          <p:nvPr/>
        </p:nvSpPr>
        <p:spPr>
          <a:xfrm>
            <a:off x="7108920" y="3656520"/>
            <a:ext cx="360" cy="1080"/>
          </a:xfrm>
          <a:custGeom>
            <a:avLst/>
            <a:gdLst/>
            <a:ahLst/>
            <a:rect l="0" t="0" r="r" b="b"/>
            <a:pathLst>
              <a:path w="1" h="3">
                <a:moveTo>
                  <a:pt x="0" y="3"/>
                </a:move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18" name=""/>
          <p:cNvSpPr/>
          <p:nvPr/>
        </p:nvSpPr>
        <p:spPr>
          <a:xfrm>
            <a:off x="7113960" y="365148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19" name=""/>
          <p:cNvSpPr/>
          <p:nvPr/>
        </p:nvSpPr>
        <p:spPr>
          <a:xfrm>
            <a:off x="7113960" y="36511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20" name=""/>
          <p:cNvSpPr/>
          <p:nvPr/>
        </p:nvSpPr>
        <p:spPr>
          <a:xfrm>
            <a:off x="7114680" y="36511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21" name=""/>
          <p:cNvSpPr/>
          <p:nvPr/>
        </p:nvSpPr>
        <p:spPr>
          <a:xfrm>
            <a:off x="7098480" y="3628800"/>
            <a:ext cx="60840" cy="41040"/>
          </a:xfrm>
          <a:custGeom>
            <a:avLst/>
            <a:gdLst/>
            <a:ahLst/>
            <a:rect l="0" t="0" r="r" b="b"/>
            <a:pathLst>
              <a:path w="169" h="114">
                <a:moveTo>
                  <a:pt x="12" y="98"/>
                </a:moveTo>
                <a:lnTo>
                  <a:pt x="11" y="98"/>
                </a:lnTo>
                <a:lnTo>
                  <a:pt x="11" y="99"/>
                </a:lnTo>
                <a:lnTo>
                  <a:pt x="11" y="100"/>
                </a:lnTo>
                <a:lnTo>
                  <a:pt x="12" y="100"/>
                </a:lnTo>
                <a:lnTo>
                  <a:pt x="12" y="101"/>
                </a:lnTo>
                <a:lnTo>
                  <a:pt x="11" y="101"/>
                </a:lnTo>
                <a:lnTo>
                  <a:pt x="11" y="102"/>
                </a:lnTo>
                <a:lnTo>
                  <a:pt x="11" y="101"/>
                </a:lnTo>
                <a:lnTo>
                  <a:pt x="12" y="101"/>
                </a:lnTo>
                <a:lnTo>
                  <a:pt x="13" y="101"/>
                </a:lnTo>
                <a:lnTo>
                  <a:pt x="13" y="100"/>
                </a:lnTo>
                <a:lnTo>
                  <a:pt x="14" y="100"/>
                </a:lnTo>
                <a:lnTo>
                  <a:pt x="15" y="99"/>
                </a:lnTo>
                <a:lnTo>
                  <a:pt x="16" y="99"/>
                </a:lnTo>
                <a:lnTo>
                  <a:pt x="16" y="98"/>
                </a:lnTo>
                <a:lnTo>
                  <a:pt x="17" y="98"/>
                </a:lnTo>
                <a:lnTo>
                  <a:pt x="17" y="97"/>
                </a:lnTo>
                <a:lnTo>
                  <a:pt x="17" y="96"/>
                </a:lnTo>
                <a:lnTo>
                  <a:pt x="17" y="97"/>
                </a:lnTo>
                <a:lnTo>
                  <a:pt x="17" y="96"/>
                </a:lnTo>
                <a:lnTo>
                  <a:pt x="18" y="96"/>
                </a:lnTo>
                <a:lnTo>
                  <a:pt x="18" y="95"/>
                </a:lnTo>
                <a:lnTo>
                  <a:pt x="18" y="94"/>
                </a:lnTo>
                <a:lnTo>
                  <a:pt x="18" y="93"/>
                </a:lnTo>
                <a:lnTo>
                  <a:pt x="19" y="93"/>
                </a:lnTo>
                <a:lnTo>
                  <a:pt x="19" y="92"/>
                </a:lnTo>
                <a:lnTo>
                  <a:pt x="18" y="92"/>
                </a:lnTo>
                <a:lnTo>
                  <a:pt x="18" y="91"/>
                </a:lnTo>
                <a:lnTo>
                  <a:pt x="17" y="90"/>
                </a:lnTo>
                <a:lnTo>
                  <a:pt x="16" y="90"/>
                </a:lnTo>
                <a:lnTo>
                  <a:pt x="16" y="89"/>
                </a:lnTo>
                <a:lnTo>
                  <a:pt x="15" y="89"/>
                </a:lnTo>
                <a:lnTo>
                  <a:pt x="16" y="88"/>
                </a:lnTo>
                <a:lnTo>
                  <a:pt x="16" y="87"/>
                </a:lnTo>
                <a:lnTo>
                  <a:pt x="16" y="86"/>
                </a:lnTo>
                <a:lnTo>
                  <a:pt x="17" y="86"/>
                </a:lnTo>
                <a:lnTo>
                  <a:pt x="17" y="85"/>
                </a:lnTo>
                <a:lnTo>
                  <a:pt x="18" y="85"/>
                </a:lnTo>
                <a:lnTo>
                  <a:pt x="18" y="84"/>
                </a:lnTo>
                <a:lnTo>
                  <a:pt x="19" y="84"/>
                </a:lnTo>
                <a:lnTo>
                  <a:pt x="19" y="83"/>
                </a:lnTo>
                <a:lnTo>
                  <a:pt x="20" y="83"/>
                </a:lnTo>
                <a:lnTo>
                  <a:pt x="21" y="82"/>
                </a:lnTo>
                <a:lnTo>
                  <a:pt x="21" y="81"/>
                </a:lnTo>
                <a:lnTo>
                  <a:pt x="22" y="81"/>
                </a:lnTo>
                <a:lnTo>
                  <a:pt x="22" y="80"/>
                </a:lnTo>
                <a:lnTo>
                  <a:pt x="23" y="80"/>
                </a:lnTo>
                <a:lnTo>
                  <a:pt x="24" y="80"/>
                </a:lnTo>
                <a:lnTo>
                  <a:pt x="24" y="79"/>
                </a:lnTo>
                <a:lnTo>
                  <a:pt x="25" y="79"/>
                </a:lnTo>
                <a:lnTo>
                  <a:pt x="25" y="78"/>
                </a:lnTo>
                <a:lnTo>
                  <a:pt x="25" y="77"/>
                </a:lnTo>
                <a:lnTo>
                  <a:pt x="26" y="77"/>
                </a:lnTo>
                <a:lnTo>
                  <a:pt x="26" y="76"/>
                </a:lnTo>
                <a:lnTo>
                  <a:pt x="27" y="76"/>
                </a:lnTo>
                <a:lnTo>
                  <a:pt x="28" y="76"/>
                </a:lnTo>
                <a:lnTo>
                  <a:pt x="29" y="76"/>
                </a:lnTo>
                <a:lnTo>
                  <a:pt x="28" y="76"/>
                </a:lnTo>
                <a:lnTo>
                  <a:pt x="29" y="76"/>
                </a:lnTo>
                <a:lnTo>
                  <a:pt x="29" y="77"/>
                </a:lnTo>
                <a:lnTo>
                  <a:pt x="29" y="76"/>
                </a:lnTo>
                <a:lnTo>
                  <a:pt x="29" y="75"/>
                </a:lnTo>
                <a:lnTo>
                  <a:pt x="30" y="75"/>
                </a:lnTo>
                <a:lnTo>
                  <a:pt x="30" y="74"/>
                </a:lnTo>
                <a:lnTo>
                  <a:pt x="31" y="74"/>
                </a:lnTo>
                <a:lnTo>
                  <a:pt x="31" y="73"/>
                </a:lnTo>
                <a:lnTo>
                  <a:pt x="32" y="73"/>
                </a:lnTo>
                <a:lnTo>
                  <a:pt x="33" y="73"/>
                </a:lnTo>
                <a:lnTo>
                  <a:pt x="33" y="72"/>
                </a:lnTo>
                <a:lnTo>
                  <a:pt x="34" y="72"/>
                </a:lnTo>
                <a:lnTo>
                  <a:pt x="35" y="72"/>
                </a:lnTo>
                <a:lnTo>
                  <a:pt x="35" y="71"/>
                </a:lnTo>
                <a:lnTo>
                  <a:pt x="34" y="71"/>
                </a:lnTo>
                <a:lnTo>
                  <a:pt x="35" y="71"/>
                </a:lnTo>
                <a:lnTo>
                  <a:pt x="34" y="71"/>
                </a:lnTo>
                <a:lnTo>
                  <a:pt x="34" y="70"/>
                </a:lnTo>
                <a:lnTo>
                  <a:pt x="35" y="70"/>
                </a:lnTo>
                <a:lnTo>
                  <a:pt x="35" y="69"/>
                </a:lnTo>
                <a:lnTo>
                  <a:pt x="36" y="69"/>
                </a:lnTo>
                <a:lnTo>
                  <a:pt x="37" y="68"/>
                </a:lnTo>
                <a:lnTo>
                  <a:pt x="38" y="68"/>
                </a:lnTo>
                <a:lnTo>
                  <a:pt x="38" y="67"/>
                </a:lnTo>
                <a:lnTo>
                  <a:pt x="39" y="67"/>
                </a:lnTo>
                <a:lnTo>
                  <a:pt x="39" y="66"/>
                </a:lnTo>
                <a:lnTo>
                  <a:pt x="40" y="66"/>
                </a:lnTo>
                <a:lnTo>
                  <a:pt x="40" y="65"/>
                </a:lnTo>
                <a:lnTo>
                  <a:pt x="41" y="65"/>
                </a:lnTo>
                <a:lnTo>
                  <a:pt x="42" y="65"/>
                </a:lnTo>
                <a:lnTo>
                  <a:pt x="42" y="64"/>
                </a:lnTo>
                <a:lnTo>
                  <a:pt x="43" y="64"/>
                </a:lnTo>
                <a:lnTo>
                  <a:pt x="42" y="64"/>
                </a:lnTo>
                <a:lnTo>
                  <a:pt x="42" y="65"/>
                </a:lnTo>
                <a:lnTo>
                  <a:pt x="43" y="65"/>
                </a:lnTo>
                <a:lnTo>
                  <a:pt x="43" y="64"/>
                </a:lnTo>
                <a:lnTo>
                  <a:pt x="44" y="64"/>
                </a:lnTo>
                <a:lnTo>
                  <a:pt x="45" y="64"/>
                </a:lnTo>
                <a:lnTo>
                  <a:pt x="46" y="64"/>
                </a:lnTo>
                <a:lnTo>
                  <a:pt x="46" y="63"/>
                </a:lnTo>
                <a:lnTo>
                  <a:pt x="47" y="63"/>
                </a:lnTo>
                <a:lnTo>
                  <a:pt x="48" y="63"/>
                </a:lnTo>
                <a:lnTo>
                  <a:pt x="48" y="62"/>
                </a:lnTo>
                <a:lnTo>
                  <a:pt x="49" y="62"/>
                </a:lnTo>
                <a:lnTo>
                  <a:pt x="48" y="62"/>
                </a:lnTo>
                <a:lnTo>
                  <a:pt x="48" y="63"/>
                </a:lnTo>
                <a:lnTo>
                  <a:pt x="48" y="62"/>
                </a:lnTo>
                <a:lnTo>
                  <a:pt x="49" y="62"/>
                </a:lnTo>
                <a:lnTo>
                  <a:pt x="49" y="61"/>
                </a:lnTo>
                <a:lnTo>
                  <a:pt x="49" y="62"/>
                </a:lnTo>
                <a:lnTo>
                  <a:pt x="50" y="62"/>
                </a:lnTo>
                <a:lnTo>
                  <a:pt x="50" y="61"/>
                </a:lnTo>
                <a:lnTo>
                  <a:pt x="50" y="62"/>
                </a:lnTo>
                <a:lnTo>
                  <a:pt x="50" y="61"/>
                </a:lnTo>
                <a:lnTo>
                  <a:pt x="51" y="61"/>
                </a:lnTo>
                <a:lnTo>
                  <a:pt x="51" y="60"/>
                </a:lnTo>
                <a:lnTo>
                  <a:pt x="51" y="59"/>
                </a:lnTo>
                <a:lnTo>
                  <a:pt x="51" y="58"/>
                </a:lnTo>
                <a:lnTo>
                  <a:pt x="52" y="58"/>
                </a:lnTo>
                <a:lnTo>
                  <a:pt x="51" y="58"/>
                </a:lnTo>
                <a:lnTo>
                  <a:pt x="52" y="58"/>
                </a:lnTo>
                <a:lnTo>
                  <a:pt x="52" y="57"/>
                </a:lnTo>
                <a:lnTo>
                  <a:pt x="52" y="55"/>
                </a:lnTo>
                <a:lnTo>
                  <a:pt x="53" y="55"/>
                </a:lnTo>
                <a:lnTo>
                  <a:pt x="53" y="54"/>
                </a:lnTo>
                <a:lnTo>
                  <a:pt x="54" y="54"/>
                </a:lnTo>
                <a:lnTo>
                  <a:pt x="54" y="53"/>
                </a:lnTo>
                <a:lnTo>
                  <a:pt x="55" y="53"/>
                </a:lnTo>
                <a:lnTo>
                  <a:pt x="56" y="53"/>
                </a:lnTo>
                <a:lnTo>
                  <a:pt x="56" y="52"/>
                </a:lnTo>
                <a:lnTo>
                  <a:pt x="57" y="52"/>
                </a:lnTo>
                <a:lnTo>
                  <a:pt x="58" y="52"/>
                </a:lnTo>
                <a:lnTo>
                  <a:pt x="58" y="51"/>
                </a:lnTo>
                <a:lnTo>
                  <a:pt x="59" y="51"/>
                </a:lnTo>
                <a:lnTo>
                  <a:pt x="60" y="51"/>
                </a:lnTo>
                <a:lnTo>
                  <a:pt x="60" y="50"/>
                </a:lnTo>
                <a:lnTo>
                  <a:pt x="61" y="50"/>
                </a:lnTo>
                <a:lnTo>
                  <a:pt x="61" y="49"/>
                </a:lnTo>
                <a:lnTo>
                  <a:pt x="62" y="49"/>
                </a:lnTo>
                <a:lnTo>
                  <a:pt x="63" y="49"/>
                </a:lnTo>
                <a:lnTo>
                  <a:pt x="63" y="48"/>
                </a:lnTo>
                <a:lnTo>
                  <a:pt x="64" y="48"/>
                </a:lnTo>
                <a:lnTo>
                  <a:pt x="64" y="47"/>
                </a:lnTo>
                <a:lnTo>
                  <a:pt x="65" y="46"/>
                </a:lnTo>
                <a:lnTo>
                  <a:pt x="65" y="45"/>
                </a:lnTo>
                <a:lnTo>
                  <a:pt x="66" y="45"/>
                </a:lnTo>
                <a:lnTo>
                  <a:pt x="66" y="44"/>
                </a:lnTo>
                <a:lnTo>
                  <a:pt x="67" y="44"/>
                </a:lnTo>
                <a:lnTo>
                  <a:pt x="68" y="44"/>
                </a:lnTo>
                <a:lnTo>
                  <a:pt x="68" y="45"/>
                </a:lnTo>
                <a:lnTo>
                  <a:pt x="68" y="46"/>
                </a:lnTo>
                <a:lnTo>
                  <a:pt x="68" y="47"/>
                </a:lnTo>
                <a:lnTo>
                  <a:pt x="69" y="47"/>
                </a:lnTo>
                <a:lnTo>
                  <a:pt x="70" y="47"/>
                </a:lnTo>
                <a:lnTo>
                  <a:pt x="71" y="47"/>
                </a:lnTo>
                <a:lnTo>
                  <a:pt x="71" y="46"/>
                </a:lnTo>
                <a:lnTo>
                  <a:pt x="73" y="46"/>
                </a:lnTo>
                <a:lnTo>
                  <a:pt x="74" y="46"/>
                </a:lnTo>
                <a:lnTo>
                  <a:pt x="74" y="45"/>
                </a:lnTo>
                <a:lnTo>
                  <a:pt x="75" y="45"/>
                </a:lnTo>
                <a:lnTo>
                  <a:pt x="76" y="45"/>
                </a:lnTo>
                <a:lnTo>
                  <a:pt x="77" y="45"/>
                </a:lnTo>
                <a:lnTo>
                  <a:pt x="78" y="45"/>
                </a:lnTo>
                <a:lnTo>
                  <a:pt x="78" y="46"/>
                </a:lnTo>
                <a:lnTo>
                  <a:pt x="78" y="45"/>
                </a:lnTo>
                <a:lnTo>
                  <a:pt x="78" y="46"/>
                </a:lnTo>
                <a:lnTo>
                  <a:pt x="79" y="46"/>
                </a:lnTo>
                <a:lnTo>
                  <a:pt x="80" y="46"/>
                </a:lnTo>
                <a:lnTo>
                  <a:pt x="80" y="45"/>
                </a:lnTo>
                <a:lnTo>
                  <a:pt x="80" y="44"/>
                </a:lnTo>
                <a:lnTo>
                  <a:pt x="79" y="44"/>
                </a:lnTo>
                <a:lnTo>
                  <a:pt x="79" y="43"/>
                </a:lnTo>
                <a:lnTo>
                  <a:pt x="78" y="43"/>
                </a:lnTo>
                <a:lnTo>
                  <a:pt x="78" y="44"/>
                </a:lnTo>
                <a:lnTo>
                  <a:pt x="77" y="44"/>
                </a:lnTo>
                <a:lnTo>
                  <a:pt x="77" y="43"/>
                </a:lnTo>
                <a:lnTo>
                  <a:pt x="76" y="43"/>
                </a:lnTo>
                <a:lnTo>
                  <a:pt x="76" y="42"/>
                </a:lnTo>
                <a:lnTo>
                  <a:pt x="76" y="41"/>
                </a:lnTo>
                <a:lnTo>
                  <a:pt x="77" y="41"/>
                </a:lnTo>
                <a:lnTo>
                  <a:pt x="77" y="40"/>
                </a:lnTo>
                <a:lnTo>
                  <a:pt x="77" y="39"/>
                </a:lnTo>
                <a:lnTo>
                  <a:pt x="78" y="39"/>
                </a:lnTo>
                <a:lnTo>
                  <a:pt x="78" y="38"/>
                </a:lnTo>
                <a:lnTo>
                  <a:pt x="78" y="39"/>
                </a:lnTo>
                <a:lnTo>
                  <a:pt x="78" y="38"/>
                </a:lnTo>
                <a:lnTo>
                  <a:pt x="79" y="38"/>
                </a:lnTo>
                <a:lnTo>
                  <a:pt x="80" y="38"/>
                </a:lnTo>
                <a:lnTo>
                  <a:pt x="80" y="37"/>
                </a:lnTo>
                <a:lnTo>
                  <a:pt x="80" y="36"/>
                </a:lnTo>
                <a:lnTo>
                  <a:pt x="79" y="36"/>
                </a:lnTo>
                <a:lnTo>
                  <a:pt x="79" y="35"/>
                </a:lnTo>
                <a:lnTo>
                  <a:pt x="80" y="36"/>
                </a:lnTo>
                <a:lnTo>
                  <a:pt x="80" y="37"/>
                </a:lnTo>
                <a:lnTo>
                  <a:pt x="81" y="37"/>
                </a:lnTo>
                <a:lnTo>
                  <a:pt x="82" y="37"/>
                </a:lnTo>
                <a:lnTo>
                  <a:pt x="82" y="36"/>
                </a:lnTo>
                <a:lnTo>
                  <a:pt x="83" y="36"/>
                </a:lnTo>
                <a:lnTo>
                  <a:pt x="83" y="35"/>
                </a:lnTo>
                <a:lnTo>
                  <a:pt x="82" y="35"/>
                </a:lnTo>
                <a:lnTo>
                  <a:pt x="82" y="34"/>
                </a:lnTo>
                <a:lnTo>
                  <a:pt x="82" y="33"/>
                </a:lnTo>
                <a:lnTo>
                  <a:pt x="83" y="33"/>
                </a:lnTo>
                <a:lnTo>
                  <a:pt x="82" y="32"/>
                </a:lnTo>
                <a:lnTo>
                  <a:pt x="83" y="32"/>
                </a:lnTo>
                <a:lnTo>
                  <a:pt x="83" y="33"/>
                </a:lnTo>
                <a:lnTo>
                  <a:pt x="83" y="34"/>
                </a:lnTo>
                <a:lnTo>
                  <a:pt x="82" y="35"/>
                </a:lnTo>
                <a:lnTo>
                  <a:pt x="83" y="35"/>
                </a:lnTo>
                <a:lnTo>
                  <a:pt x="84" y="35"/>
                </a:lnTo>
                <a:lnTo>
                  <a:pt x="84" y="36"/>
                </a:lnTo>
                <a:lnTo>
                  <a:pt x="85" y="36"/>
                </a:lnTo>
                <a:lnTo>
                  <a:pt x="86" y="36"/>
                </a:lnTo>
                <a:lnTo>
                  <a:pt x="86" y="35"/>
                </a:lnTo>
                <a:lnTo>
                  <a:pt x="87" y="35"/>
                </a:lnTo>
                <a:lnTo>
                  <a:pt x="87" y="34"/>
                </a:lnTo>
                <a:lnTo>
                  <a:pt x="87" y="33"/>
                </a:lnTo>
                <a:lnTo>
                  <a:pt x="87" y="34"/>
                </a:lnTo>
                <a:lnTo>
                  <a:pt x="88" y="34"/>
                </a:lnTo>
                <a:lnTo>
                  <a:pt x="89" y="34"/>
                </a:lnTo>
                <a:lnTo>
                  <a:pt x="89" y="33"/>
                </a:lnTo>
                <a:lnTo>
                  <a:pt x="90" y="33"/>
                </a:lnTo>
                <a:lnTo>
                  <a:pt x="89" y="33"/>
                </a:lnTo>
                <a:lnTo>
                  <a:pt x="90" y="33"/>
                </a:lnTo>
                <a:lnTo>
                  <a:pt x="90" y="32"/>
                </a:lnTo>
                <a:lnTo>
                  <a:pt x="91" y="32"/>
                </a:lnTo>
                <a:lnTo>
                  <a:pt x="92" y="32"/>
                </a:lnTo>
                <a:lnTo>
                  <a:pt x="92" y="31"/>
                </a:lnTo>
                <a:lnTo>
                  <a:pt x="93" y="31"/>
                </a:lnTo>
                <a:lnTo>
                  <a:pt x="93" y="30"/>
                </a:lnTo>
                <a:lnTo>
                  <a:pt x="94" y="30"/>
                </a:lnTo>
                <a:lnTo>
                  <a:pt x="93" y="30"/>
                </a:lnTo>
                <a:lnTo>
                  <a:pt x="93" y="29"/>
                </a:lnTo>
                <a:lnTo>
                  <a:pt x="92" y="28"/>
                </a:lnTo>
                <a:lnTo>
                  <a:pt x="91" y="27"/>
                </a:lnTo>
                <a:lnTo>
                  <a:pt x="92" y="27"/>
                </a:lnTo>
                <a:lnTo>
                  <a:pt x="92" y="26"/>
                </a:lnTo>
                <a:lnTo>
                  <a:pt x="93" y="26"/>
                </a:lnTo>
                <a:lnTo>
                  <a:pt x="93" y="27"/>
                </a:lnTo>
                <a:lnTo>
                  <a:pt x="92" y="27"/>
                </a:lnTo>
                <a:lnTo>
                  <a:pt x="92" y="28"/>
                </a:lnTo>
                <a:lnTo>
                  <a:pt x="93" y="28"/>
                </a:lnTo>
                <a:lnTo>
                  <a:pt x="93" y="29"/>
                </a:lnTo>
                <a:lnTo>
                  <a:pt x="94" y="30"/>
                </a:lnTo>
                <a:lnTo>
                  <a:pt x="95" y="30"/>
                </a:lnTo>
                <a:lnTo>
                  <a:pt x="96" y="30"/>
                </a:lnTo>
                <a:lnTo>
                  <a:pt x="97" y="30"/>
                </a:lnTo>
                <a:lnTo>
                  <a:pt x="98" y="30"/>
                </a:lnTo>
                <a:lnTo>
                  <a:pt x="99" y="30"/>
                </a:lnTo>
                <a:lnTo>
                  <a:pt x="100" y="30"/>
                </a:lnTo>
                <a:lnTo>
                  <a:pt x="100" y="29"/>
                </a:lnTo>
                <a:lnTo>
                  <a:pt x="100" y="28"/>
                </a:lnTo>
                <a:lnTo>
                  <a:pt x="100" y="27"/>
                </a:lnTo>
                <a:lnTo>
                  <a:pt x="101" y="27"/>
                </a:lnTo>
                <a:lnTo>
                  <a:pt x="101" y="26"/>
                </a:lnTo>
                <a:lnTo>
                  <a:pt x="102" y="26"/>
                </a:lnTo>
                <a:lnTo>
                  <a:pt x="103" y="26"/>
                </a:lnTo>
                <a:lnTo>
                  <a:pt x="104" y="26"/>
                </a:lnTo>
                <a:lnTo>
                  <a:pt x="105" y="27"/>
                </a:lnTo>
                <a:lnTo>
                  <a:pt x="106" y="27"/>
                </a:lnTo>
                <a:lnTo>
                  <a:pt x="106" y="28"/>
                </a:lnTo>
                <a:lnTo>
                  <a:pt x="107" y="28"/>
                </a:lnTo>
                <a:lnTo>
                  <a:pt x="107" y="27"/>
                </a:lnTo>
                <a:lnTo>
                  <a:pt x="108" y="27"/>
                </a:lnTo>
                <a:lnTo>
                  <a:pt x="109" y="27"/>
                </a:lnTo>
                <a:lnTo>
                  <a:pt x="109" y="26"/>
                </a:lnTo>
                <a:lnTo>
                  <a:pt x="110" y="26"/>
                </a:lnTo>
                <a:lnTo>
                  <a:pt x="111" y="26"/>
                </a:lnTo>
                <a:lnTo>
                  <a:pt x="111" y="27"/>
                </a:lnTo>
                <a:lnTo>
                  <a:pt x="111" y="28"/>
                </a:lnTo>
                <a:lnTo>
                  <a:pt x="112" y="28"/>
                </a:lnTo>
                <a:lnTo>
                  <a:pt x="112" y="29"/>
                </a:lnTo>
                <a:lnTo>
                  <a:pt x="113" y="29"/>
                </a:lnTo>
                <a:lnTo>
                  <a:pt x="114" y="29"/>
                </a:lnTo>
                <a:lnTo>
                  <a:pt x="114" y="28"/>
                </a:lnTo>
                <a:lnTo>
                  <a:pt x="114" y="27"/>
                </a:lnTo>
                <a:lnTo>
                  <a:pt x="113" y="27"/>
                </a:lnTo>
                <a:lnTo>
                  <a:pt x="113" y="26"/>
                </a:lnTo>
                <a:lnTo>
                  <a:pt x="113" y="25"/>
                </a:lnTo>
                <a:lnTo>
                  <a:pt x="114" y="25"/>
                </a:lnTo>
                <a:lnTo>
                  <a:pt x="114" y="24"/>
                </a:lnTo>
                <a:lnTo>
                  <a:pt x="114" y="25"/>
                </a:lnTo>
                <a:lnTo>
                  <a:pt x="114" y="24"/>
                </a:lnTo>
                <a:lnTo>
                  <a:pt x="115" y="24"/>
                </a:lnTo>
                <a:lnTo>
                  <a:pt x="115" y="25"/>
                </a:lnTo>
                <a:lnTo>
                  <a:pt x="116" y="24"/>
                </a:lnTo>
                <a:lnTo>
                  <a:pt x="115" y="23"/>
                </a:lnTo>
                <a:lnTo>
                  <a:pt x="116" y="23"/>
                </a:lnTo>
                <a:lnTo>
                  <a:pt x="116" y="24"/>
                </a:lnTo>
                <a:lnTo>
                  <a:pt x="116" y="25"/>
                </a:lnTo>
                <a:lnTo>
                  <a:pt x="117" y="25"/>
                </a:lnTo>
                <a:lnTo>
                  <a:pt x="117" y="24"/>
                </a:lnTo>
                <a:lnTo>
                  <a:pt x="117" y="23"/>
                </a:lnTo>
                <a:lnTo>
                  <a:pt x="117" y="22"/>
                </a:lnTo>
                <a:lnTo>
                  <a:pt x="117" y="21"/>
                </a:lnTo>
                <a:lnTo>
                  <a:pt x="118" y="21"/>
                </a:lnTo>
                <a:lnTo>
                  <a:pt x="119" y="20"/>
                </a:lnTo>
                <a:lnTo>
                  <a:pt x="120" y="19"/>
                </a:lnTo>
                <a:lnTo>
                  <a:pt x="121" y="19"/>
                </a:lnTo>
                <a:lnTo>
                  <a:pt x="121" y="18"/>
                </a:lnTo>
                <a:lnTo>
                  <a:pt x="122" y="19"/>
                </a:lnTo>
                <a:lnTo>
                  <a:pt x="123" y="19"/>
                </a:lnTo>
                <a:lnTo>
                  <a:pt x="123" y="20"/>
                </a:lnTo>
                <a:lnTo>
                  <a:pt x="124" y="20"/>
                </a:lnTo>
                <a:lnTo>
                  <a:pt x="124" y="19"/>
                </a:lnTo>
                <a:lnTo>
                  <a:pt x="125" y="19"/>
                </a:lnTo>
                <a:lnTo>
                  <a:pt x="124" y="19"/>
                </a:lnTo>
                <a:lnTo>
                  <a:pt x="125" y="19"/>
                </a:lnTo>
                <a:lnTo>
                  <a:pt x="124" y="18"/>
                </a:lnTo>
                <a:lnTo>
                  <a:pt x="124" y="17"/>
                </a:lnTo>
                <a:lnTo>
                  <a:pt x="125" y="17"/>
                </a:lnTo>
                <a:lnTo>
                  <a:pt x="125" y="18"/>
                </a:lnTo>
                <a:lnTo>
                  <a:pt x="125" y="19"/>
                </a:lnTo>
                <a:lnTo>
                  <a:pt x="125" y="18"/>
                </a:lnTo>
                <a:lnTo>
                  <a:pt x="126" y="18"/>
                </a:lnTo>
                <a:lnTo>
                  <a:pt x="125" y="18"/>
                </a:lnTo>
                <a:lnTo>
                  <a:pt x="126" y="18"/>
                </a:lnTo>
                <a:lnTo>
                  <a:pt x="126" y="17"/>
                </a:lnTo>
                <a:lnTo>
                  <a:pt x="125" y="17"/>
                </a:lnTo>
                <a:lnTo>
                  <a:pt x="125" y="16"/>
                </a:lnTo>
                <a:lnTo>
                  <a:pt x="126" y="15"/>
                </a:lnTo>
                <a:lnTo>
                  <a:pt x="127" y="14"/>
                </a:lnTo>
                <a:lnTo>
                  <a:pt x="127" y="13"/>
                </a:lnTo>
                <a:lnTo>
                  <a:pt x="128" y="13"/>
                </a:lnTo>
                <a:lnTo>
                  <a:pt x="129" y="13"/>
                </a:lnTo>
                <a:lnTo>
                  <a:pt x="130" y="13"/>
                </a:lnTo>
                <a:lnTo>
                  <a:pt x="131" y="13"/>
                </a:lnTo>
                <a:lnTo>
                  <a:pt x="131" y="14"/>
                </a:lnTo>
                <a:lnTo>
                  <a:pt x="130" y="14"/>
                </a:lnTo>
                <a:lnTo>
                  <a:pt x="130" y="15"/>
                </a:lnTo>
                <a:lnTo>
                  <a:pt x="131" y="15"/>
                </a:lnTo>
                <a:lnTo>
                  <a:pt x="132" y="16"/>
                </a:lnTo>
                <a:lnTo>
                  <a:pt x="133" y="16"/>
                </a:lnTo>
                <a:lnTo>
                  <a:pt x="133" y="15"/>
                </a:lnTo>
                <a:lnTo>
                  <a:pt x="134" y="15"/>
                </a:lnTo>
                <a:lnTo>
                  <a:pt x="135" y="15"/>
                </a:lnTo>
                <a:lnTo>
                  <a:pt x="136" y="15"/>
                </a:lnTo>
                <a:lnTo>
                  <a:pt x="137" y="15"/>
                </a:lnTo>
                <a:lnTo>
                  <a:pt x="138" y="15"/>
                </a:lnTo>
                <a:lnTo>
                  <a:pt x="138" y="14"/>
                </a:lnTo>
                <a:lnTo>
                  <a:pt x="138" y="13"/>
                </a:lnTo>
                <a:lnTo>
                  <a:pt x="137" y="13"/>
                </a:lnTo>
                <a:lnTo>
                  <a:pt x="136" y="13"/>
                </a:lnTo>
                <a:lnTo>
                  <a:pt x="135" y="13"/>
                </a:lnTo>
                <a:lnTo>
                  <a:pt x="134" y="12"/>
                </a:lnTo>
                <a:lnTo>
                  <a:pt x="133" y="12"/>
                </a:lnTo>
                <a:lnTo>
                  <a:pt x="133" y="11"/>
                </a:lnTo>
                <a:lnTo>
                  <a:pt x="133" y="10"/>
                </a:lnTo>
                <a:lnTo>
                  <a:pt x="135" y="9"/>
                </a:lnTo>
                <a:lnTo>
                  <a:pt x="136" y="8"/>
                </a:lnTo>
                <a:lnTo>
                  <a:pt x="137" y="8"/>
                </a:lnTo>
                <a:lnTo>
                  <a:pt x="138" y="7"/>
                </a:lnTo>
                <a:lnTo>
                  <a:pt x="138" y="6"/>
                </a:lnTo>
                <a:lnTo>
                  <a:pt x="139" y="6"/>
                </a:lnTo>
                <a:lnTo>
                  <a:pt x="139" y="5"/>
                </a:lnTo>
                <a:lnTo>
                  <a:pt x="140" y="5"/>
                </a:lnTo>
                <a:lnTo>
                  <a:pt x="141" y="4"/>
                </a:lnTo>
                <a:lnTo>
                  <a:pt x="142" y="4"/>
                </a:lnTo>
                <a:lnTo>
                  <a:pt x="143" y="4"/>
                </a:lnTo>
                <a:lnTo>
                  <a:pt x="144" y="4"/>
                </a:lnTo>
                <a:lnTo>
                  <a:pt x="144" y="3"/>
                </a:lnTo>
                <a:lnTo>
                  <a:pt x="145" y="3"/>
                </a:lnTo>
                <a:lnTo>
                  <a:pt x="145" y="2"/>
                </a:lnTo>
                <a:lnTo>
                  <a:pt x="146" y="2"/>
                </a:lnTo>
                <a:lnTo>
                  <a:pt x="147" y="2"/>
                </a:lnTo>
                <a:lnTo>
                  <a:pt x="148" y="2"/>
                </a:lnTo>
                <a:lnTo>
                  <a:pt x="148" y="3"/>
                </a:lnTo>
                <a:lnTo>
                  <a:pt x="149" y="3"/>
                </a:lnTo>
                <a:lnTo>
                  <a:pt x="149" y="4"/>
                </a:lnTo>
                <a:lnTo>
                  <a:pt x="149" y="5"/>
                </a:lnTo>
                <a:lnTo>
                  <a:pt x="149" y="4"/>
                </a:lnTo>
                <a:lnTo>
                  <a:pt x="149" y="5"/>
                </a:lnTo>
                <a:lnTo>
                  <a:pt x="150" y="5"/>
                </a:lnTo>
                <a:lnTo>
                  <a:pt x="151" y="5"/>
                </a:lnTo>
                <a:lnTo>
                  <a:pt x="151" y="4"/>
                </a:lnTo>
                <a:lnTo>
                  <a:pt x="152" y="4"/>
                </a:lnTo>
                <a:lnTo>
                  <a:pt x="152" y="3"/>
                </a:lnTo>
                <a:lnTo>
                  <a:pt x="153" y="3"/>
                </a:lnTo>
                <a:lnTo>
                  <a:pt x="154" y="3"/>
                </a:lnTo>
                <a:lnTo>
                  <a:pt x="154" y="2"/>
                </a:lnTo>
                <a:lnTo>
                  <a:pt x="155" y="2"/>
                </a:lnTo>
                <a:lnTo>
                  <a:pt x="155" y="1"/>
                </a:lnTo>
                <a:lnTo>
                  <a:pt x="156" y="1"/>
                </a:lnTo>
                <a:lnTo>
                  <a:pt x="157" y="1"/>
                </a:lnTo>
                <a:lnTo>
                  <a:pt x="157" y="2"/>
                </a:lnTo>
                <a:lnTo>
                  <a:pt x="158" y="2"/>
                </a:lnTo>
                <a:lnTo>
                  <a:pt x="158" y="1"/>
                </a:lnTo>
                <a:lnTo>
                  <a:pt x="158" y="0"/>
                </a:lnTo>
                <a:lnTo>
                  <a:pt x="159" y="0"/>
                </a:lnTo>
                <a:lnTo>
                  <a:pt x="159" y="1"/>
                </a:lnTo>
                <a:lnTo>
                  <a:pt x="159" y="2"/>
                </a:lnTo>
                <a:lnTo>
                  <a:pt x="158" y="2"/>
                </a:lnTo>
                <a:lnTo>
                  <a:pt x="159" y="2"/>
                </a:lnTo>
                <a:lnTo>
                  <a:pt x="159" y="3"/>
                </a:lnTo>
                <a:lnTo>
                  <a:pt x="160" y="3"/>
                </a:lnTo>
                <a:lnTo>
                  <a:pt x="161" y="3"/>
                </a:lnTo>
                <a:lnTo>
                  <a:pt x="161" y="4"/>
                </a:lnTo>
                <a:lnTo>
                  <a:pt x="162" y="4"/>
                </a:lnTo>
                <a:lnTo>
                  <a:pt x="162" y="3"/>
                </a:lnTo>
                <a:lnTo>
                  <a:pt x="163" y="3"/>
                </a:lnTo>
                <a:lnTo>
                  <a:pt x="164" y="3"/>
                </a:lnTo>
                <a:lnTo>
                  <a:pt x="164" y="2"/>
                </a:lnTo>
                <a:lnTo>
                  <a:pt x="163" y="2"/>
                </a:lnTo>
                <a:lnTo>
                  <a:pt x="164" y="1"/>
                </a:lnTo>
                <a:lnTo>
                  <a:pt x="165" y="1"/>
                </a:lnTo>
                <a:lnTo>
                  <a:pt x="166" y="1"/>
                </a:lnTo>
                <a:lnTo>
                  <a:pt x="166" y="2"/>
                </a:lnTo>
                <a:lnTo>
                  <a:pt x="167" y="2"/>
                </a:lnTo>
                <a:lnTo>
                  <a:pt x="168" y="1"/>
                </a:lnTo>
                <a:lnTo>
                  <a:pt x="169" y="1"/>
                </a:lnTo>
                <a:lnTo>
                  <a:pt x="169" y="2"/>
                </a:lnTo>
                <a:lnTo>
                  <a:pt x="168" y="2"/>
                </a:lnTo>
                <a:lnTo>
                  <a:pt x="167" y="2"/>
                </a:lnTo>
                <a:lnTo>
                  <a:pt x="166" y="2"/>
                </a:lnTo>
                <a:lnTo>
                  <a:pt x="167" y="2"/>
                </a:lnTo>
                <a:lnTo>
                  <a:pt x="166" y="2"/>
                </a:lnTo>
                <a:lnTo>
                  <a:pt x="165" y="2"/>
                </a:lnTo>
                <a:lnTo>
                  <a:pt x="165" y="1"/>
                </a:lnTo>
                <a:lnTo>
                  <a:pt x="164" y="1"/>
                </a:lnTo>
                <a:lnTo>
                  <a:pt x="165" y="1"/>
                </a:lnTo>
                <a:lnTo>
                  <a:pt x="164" y="1"/>
                </a:lnTo>
                <a:lnTo>
                  <a:pt x="164" y="2"/>
                </a:lnTo>
                <a:lnTo>
                  <a:pt x="164" y="3"/>
                </a:lnTo>
                <a:lnTo>
                  <a:pt x="163" y="3"/>
                </a:lnTo>
                <a:lnTo>
                  <a:pt x="163" y="4"/>
                </a:lnTo>
                <a:lnTo>
                  <a:pt x="162" y="4"/>
                </a:lnTo>
                <a:lnTo>
                  <a:pt x="161" y="4"/>
                </a:lnTo>
                <a:lnTo>
                  <a:pt x="160" y="4"/>
                </a:lnTo>
                <a:lnTo>
                  <a:pt x="160" y="3"/>
                </a:lnTo>
                <a:lnTo>
                  <a:pt x="159" y="3"/>
                </a:lnTo>
                <a:lnTo>
                  <a:pt x="158" y="3"/>
                </a:lnTo>
                <a:lnTo>
                  <a:pt x="158" y="2"/>
                </a:lnTo>
                <a:lnTo>
                  <a:pt x="159" y="1"/>
                </a:lnTo>
                <a:lnTo>
                  <a:pt x="159" y="0"/>
                </a:lnTo>
                <a:lnTo>
                  <a:pt x="158" y="1"/>
                </a:lnTo>
                <a:lnTo>
                  <a:pt x="158" y="2"/>
                </a:lnTo>
                <a:lnTo>
                  <a:pt x="157" y="2"/>
                </a:lnTo>
                <a:lnTo>
                  <a:pt x="156" y="2"/>
                </a:lnTo>
                <a:lnTo>
                  <a:pt x="156" y="1"/>
                </a:lnTo>
                <a:lnTo>
                  <a:pt x="155" y="1"/>
                </a:lnTo>
                <a:lnTo>
                  <a:pt x="155" y="2"/>
                </a:lnTo>
                <a:lnTo>
                  <a:pt x="154" y="3"/>
                </a:lnTo>
                <a:lnTo>
                  <a:pt x="153" y="3"/>
                </a:lnTo>
                <a:lnTo>
                  <a:pt x="153" y="4"/>
                </a:lnTo>
                <a:lnTo>
                  <a:pt x="152" y="4"/>
                </a:lnTo>
                <a:lnTo>
                  <a:pt x="151" y="4"/>
                </a:lnTo>
                <a:lnTo>
                  <a:pt x="151" y="5"/>
                </a:lnTo>
                <a:lnTo>
                  <a:pt x="150" y="5"/>
                </a:lnTo>
                <a:lnTo>
                  <a:pt x="149" y="5"/>
                </a:lnTo>
                <a:lnTo>
                  <a:pt x="148" y="5"/>
                </a:lnTo>
                <a:lnTo>
                  <a:pt x="148" y="4"/>
                </a:lnTo>
                <a:lnTo>
                  <a:pt x="149" y="4"/>
                </a:lnTo>
                <a:lnTo>
                  <a:pt x="148" y="3"/>
                </a:lnTo>
                <a:lnTo>
                  <a:pt x="147" y="3"/>
                </a:lnTo>
                <a:lnTo>
                  <a:pt x="147" y="2"/>
                </a:lnTo>
                <a:lnTo>
                  <a:pt x="146" y="2"/>
                </a:lnTo>
                <a:lnTo>
                  <a:pt x="146" y="3"/>
                </a:lnTo>
                <a:lnTo>
                  <a:pt x="145" y="3"/>
                </a:lnTo>
                <a:lnTo>
                  <a:pt x="145" y="4"/>
                </a:lnTo>
                <a:lnTo>
                  <a:pt x="145" y="3"/>
                </a:lnTo>
                <a:lnTo>
                  <a:pt x="145" y="4"/>
                </a:lnTo>
                <a:lnTo>
                  <a:pt x="146" y="4"/>
                </a:lnTo>
                <a:lnTo>
                  <a:pt x="145" y="4"/>
                </a:lnTo>
                <a:lnTo>
                  <a:pt x="145" y="5"/>
                </a:lnTo>
                <a:lnTo>
                  <a:pt x="144" y="5"/>
                </a:lnTo>
                <a:lnTo>
                  <a:pt x="143" y="5"/>
                </a:lnTo>
                <a:lnTo>
                  <a:pt x="142" y="5"/>
                </a:lnTo>
                <a:lnTo>
                  <a:pt x="141" y="5"/>
                </a:lnTo>
                <a:lnTo>
                  <a:pt x="141" y="6"/>
                </a:lnTo>
                <a:lnTo>
                  <a:pt x="140" y="6"/>
                </a:lnTo>
                <a:lnTo>
                  <a:pt x="140" y="7"/>
                </a:lnTo>
                <a:lnTo>
                  <a:pt x="139" y="7"/>
                </a:lnTo>
                <a:lnTo>
                  <a:pt x="139" y="8"/>
                </a:lnTo>
                <a:lnTo>
                  <a:pt x="138" y="8"/>
                </a:lnTo>
                <a:lnTo>
                  <a:pt x="137" y="9"/>
                </a:lnTo>
                <a:lnTo>
                  <a:pt x="136" y="9"/>
                </a:lnTo>
                <a:lnTo>
                  <a:pt x="136" y="10"/>
                </a:lnTo>
                <a:lnTo>
                  <a:pt x="135" y="10"/>
                </a:lnTo>
                <a:lnTo>
                  <a:pt x="135" y="11"/>
                </a:lnTo>
                <a:lnTo>
                  <a:pt x="135" y="12"/>
                </a:lnTo>
                <a:lnTo>
                  <a:pt x="136" y="12"/>
                </a:lnTo>
                <a:lnTo>
                  <a:pt x="137" y="12"/>
                </a:lnTo>
                <a:lnTo>
                  <a:pt x="138" y="12"/>
                </a:lnTo>
                <a:lnTo>
                  <a:pt x="138" y="13"/>
                </a:lnTo>
                <a:lnTo>
                  <a:pt x="139" y="13"/>
                </a:lnTo>
                <a:lnTo>
                  <a:pt x="139" y="15"/>
                </a:lnTo>
                <a:lnTo>
                  <a:pt x="138" y="15"/>
                </a:lnTo>
                <a:lnTo>
                  <a:pt x="138" y="16"/>
                </a:lnTo>
                <a:lnTo>
                  <a:pt x="137" y="16"/>
                </a:lnTo>
                <a:lnTo>
                  <a:pt x="136" y="16"/>
                </a:lnTo>
                <a:lnTo>
                  <a:pt x="134" y="16"/>
                </a:lnTo>
                <a:lnTo>
                  <a:pt x="133" y="16"/>
                </a:lnTo>
                <a:lnTo>
                  <a:pt x="132" y="16"/>
                </a:lnTo>
                <a:lnTo>
                  <a:pt x="131" y="16"/>
                </a:lnTo>
                <a:lnTo>
                  <a:pt x="130" y="16"/>
                </a:lnTo>
                <a:lnTo>
                  <a:pt x="130" y="15"/>
                </a:lnTo>
                <a:lnTo>
                  <a:pt x="129" y="15"/>
                </a:lnTo>
                <a:lnTo>
                  <a:pt x="127" y="15"/>
                </a:lnTo>
                <a:lnTo>
                  <a:pt x="127" y="17"/>
                </a:lnTo>
                <a:lnTo>
                  <a:pt x="126" y="17"/>
                </a:lnTo>
                <a:lnTo>
                  <a:pt x="127" y="18"/>
                </a:lnTo>
                <a:lnTo>
                  <a:pt x="126" y="18"/>
                </a:lnTo>
                <a:lnTo>
                  <a:pt x="126" y="19"/>
                </a:lnTo>
                <a:lnTo>
                  <a:pt x="126" y="20"/>
                </a:lnTo>
                <a:lnTo>
                  <a:pt x="125" y="20"/>
                </a:lnTo>
                <a:lnTo>
                  <a:pt x="124" y="20"/>
                </a:lnTo>
                <a:lnTo>
                  <a:pt x="124" y="21"/>
                </a:lnTo>
                <a:lnTo>
                  <a:pt x="124" y="20"/>
                </a:lnTo>
                <a:lnTo>
                  <a:pt x="123" y="20"/>
                </a:lnTo>
                <a:lnTo>
                  <a:pt x="122" y="20"/>
                </a:lnTo>
                <a:lnTo>
                  <a:pt x="121" y="20"/>
                </a:lnTo>
                <a:lnTo>
                  <a:pt x="120" y="20"/>
                </a:lnTo>
                <a:lnTo>
                  <a:pt x="120" y="21"/>
                </a:lnTo>
                <a:lnTo>
                  <a:pt x="119" y="21"/>
                </a:lnTo>
                <a:lnTo>
                  <a:pt x="119" y="22"/>
                </a:lnTo>
                <a:lnTo>
                  <a:pt x="118" y="22"/>
                </a:lnTo>
                <a:lnTo>
                  <a:pt x="118" y="23"/>
                </a:lnTo>
                <a:lnTo>
                  <a:pt x="118" y="24"/>
                </a:lnTo>
                <a:lnTo>
                  <a:pt x="118" y="25"/>
                </a:lnTo>
                <a:lnTo>
                  <a:pt x="117" y="25"/>
                </a:lnTo>
                <a:lnTo>
                  <a:pt x="117" y="26"/>
                </a:lnTo>
                <a:lnTo>
                  <a:pt x="116" y="26"/>
                </a:lnTo>
                <a:lnTo>
                  <a:pt x="116" y="25"/>
                </a:lnTo>
                <a:lnTo>
                  <a:pt x="115" y="25"/>
                </a:lnTo>
                <a:lnTo>
                  <a:pt x="114" y="25"/>
                </a:lnTo>
                <a:lnTo>
                  <a:pt x="114" y="26"/>
                </a:lnTo>
                <a:lnTo>
                  <a:pt x="114" y="27"/>
                </a:lnTo>
                <a:lnTo>
                  <a:pt x="115" y="27"/>
                </a:lnTo>
                <a:lnTo>
                  <a:pt x="115" y="28"/>
                </a:lnTo>
                <a:lnTo>
                  <a:pt x="115" y="29"/>
                </a:lnTo>
                <a:lnTo>
                  <a:pt x="114" y="29"/>
                </a:lnTo>
                <a:lnTo>
                  <a:pt x="114" y="30"/>
                </a:lnTo>
                <a:lnTo>
                  <a:pt x="113" y="30"/>
                </a:lnTo>
                <a:lnTo>
                  <a:pt x="112" y="30"/>
                </a:lnTo>
                <a:lnTo>
                  <a:pt x="112" y="29"/>
                </a:lnTo>
                <a:lnTo>
                  <a:pt x="111" y="29"/>
                </a:lnTo>
                <a:lnTo>
                  <a:pt x="111" y="28"/>
                </a:lnTo>
                <a:lnTo>
                  <a:pt x="110" y="28"/>
                </a:lnTo>
                <a:lnTo>
                  <a:pt x="111" y="28"/>
                </a:lnTo>
                <a:lnTo>
                  <a:pt x="111" y="27"/>
                </a:lnTo>
                <a:lnTo>
                  <a:pt x="110" y="27"/>
                </a:lnTo>
                <a:lnTo>
                  <a:pt x="110" y="28"/>
                </a:lnTo>
                <a:lnTo>
                  <a:pt x="110" y="27"/>
                </a:lnTo>
                <a:lnTo>
                  <a:pt x="109" y="27"/>
                </a:lnTo>
                <a:lnTo>
                  <a:pt x="108" y="28"/>
                </a:lnTo>
                <a:lnTo>
                  <a:pt x="107" y="28"/>
                </a:lnTo>
                <a:lnTo>
                  <a:pt x="107" y="29"/>
                </a:lnTo>
                <a:lnTo>
                  <a:pt x="106" y="29"/>
                </a:lnTo>
                <a:lnTo>
                  <a:pt x="106" y="28"/>
                </a:lnTo>
                <a:lnTo>
                  <a:pt x="105" y="28"/>
                </a:lnTo>
                <a:lnTo>
                  <a:pt x="104" y="28"/>
                </a:lnTo>
                <a:lnTo>
                  <a:pt x="104" y="27"/>
                </a:lnTo>
                <a:lnTo>
                  <a:pt x="103" y="27"/>
                </a:lnTo>
                <a:lnTo>
                  <a:pt x="102" y="27"/>
                </a:lnTo>
                <a:lnTo>
                  <a:pt x="102" y="28"/>
                </a:lnTo>
                <a:lnTo>
                  <a:pt x="102" y="27"/>
                </a:lnTo>
                <a:lnTo>
                  <a:pt x="101" y="27"/>
                </a:lnTo>
                <a:lnTo>
                  <a:pt x="101" y="28"/>
                </a:lnTo>
                <a:lnTo>
                  <a:pt x="101" y="30"/>
                </a:lnTo>
                <a:lnTo>
                  <a:pt x="101" y="31"/>
                </a:lnTo>
                <a:lnTo>
                  <a:pt x="100" y="31"/>
                </a:lnTo>
                <a:lnTo>
                  <a:pt x="100" y="32"/>
                </a:lnTo>
                <a:lnTo>
                  <a:pt x="99" y="32"/>
                </a:lnTo>
                <a:lnTo>
                  <a:pt x="99" y="31"/>
                </a:lnTo>
                <a:lnTo>
                  <a:pt x="99" y="32"/>
                </a:lnTo>
                <a:lnTo>
                  <a:pt x="98" y="32"/>
                </a:lnTo>
                <a:lnTo>
                  <a:pt x="98" y="31"/>
                </a:lnTo>
                <a:lnTo>
                  <a:pt x="97" y="31"/>
                </a:lnTo>
                <a:lnTo>
                  <a:pt x="96" y="32"/>
                </a:lnTo>
                <a:lnTo>
                  <a:pt x="95" y="32"/>
                </a:lnTo>
                <a:lnTo>
                  <a:pt x="94" y="32"/>
                </a:lnTo>
                <a:lnTo>
                  <a:pt x="93" y="33"/>
                </a:lnTo>
                <a:lnTo>
                  <a:pt x="92" y="33"/>
                </a:lnTo>
                <a:lnTo>
                  <a:pt x="91" y="33"/>
                </a:lnTo>
                <a:lnTo>
                  <a:pt x="91" y="34"/>
                </a:lnTo>
                <a:lnTo>
                  <a:pt x="90" y="34"/>
                </a:lnTo>
                <a:lnTo>
                  <a:pt x="89" y="34"/>
                </a:lnTo>
                <a:lnTo>
                  <a:pt x="89" y="35"/>
                </a:lnTo>
                <a:lnTo>
                  <a:pt x="89" y="36"/>
                </a:lnTo>
                <a:lnTo>
                  <a:pt x="88" y="36"/>
                </a:lnTo>
                <a:lnTo>
                  <a:pt x="88" y="35"/>
                </a:lnTo>
                <a:lnTo>
                  <a:pt x="88" y="36"/>
                </a:lnTo>
                <a:lnTo>
                  <a:pt x="87" y="36"/>
                </a:lnTo>
                <a:lnTo>
                  <a:pt x="88" y="36"/>
                </a:lnTo>
                <a:lnTo>
                  <a:pt x="88" y="37"/>
                </a:lnTo>
                <a:lnTo>
                  <a:pt x="89" y="37"/>
                </a:lnTo>
                <a:lnTo>
                  <a:pt x="88" y="37"/>
                </a:lnTo>
                <a:lnTo>
                  <a:pt x="87" y="37"/>
                </a:lnTo>
                <a:lnTo>
                  <a:pt x="86" y="37"/>
                </a:lnTo>
                <a:lnTo>
                  <a:pt x="85" y="37"/>
                </a:lnTo>
                <a:lnTo>
                  <a:pt x="84" y="37"/>
                </a:lnTo>
                <a:lnTo>
                  <a:pt x="83" y="37"/>
                </a:lnTo>
                <a:lnTo>
                  <a:pt x="83" y="38"/>
                </a:lnTo>
                <a:lnTo>
                  <a:pt x="82" y="38"/>
                </a:lnTo>
                <a:lnTo>
                  <a:pt x="83" y="38"/>
                </a:lnTo>
                <a:lnTo>
                  <a:pt x="83" y="39"/>
                </a:lnTo>
                <a:lnTo>
                  <a:pt x="84" y="39"/>
                </a:lnTo>
                <a:lnTo>
                  <a:pt x="85" y="39"/>
                </a:lnTo>
                <a:lnTo>
                  <a:pt x="85" y="40"/>
                </a:lnTo>
                <a:lnTo>
                  <a:pt x="84" y="40"/>
                </a:lnTo>
                <a:lnTo>
                  <a:pt x="84" y="39"/>
                </a:lnTo>
                <a:lnTo>
                  <a:pt x="83" y="39"/>
                </a:lnTo>
                <a:lnTo>
                  <a:pt x="82" y="39"/>
                </a:lnTo>
                <a:lnTo>
                  <a:pt x="81" y="39"/>
                </a:lnTo>
                <a:lnTo>
                  <a:pt x="80" y="39"/>
                </a:lnTo>
                <a:lnTo>
                  <a:pt x="79" y="39"/>
                </a:lnTo>
                <a:lnTo>
                  <a:pt x="79" y="40"/>
                </a:lnTo>
                <a:lnTo>
                  <a:pt x="78" y="40"/>
                </a:lnTo>
                <a:lnTo>
                  <a:pt x="78" y="41"/>
                </a:lnTo>
                <a:lnTo>
                  <a:pt x="78" y="42"/>
                </a:lnTo>
                <a:lnTo>
                  <a:pt x="79" y="42"/>
                </a:lnTo>
                <a:lnTo>
                  <a:pt x="80" y="43"/>
                </a:lnTo>
                <a:lnTo>
                  <a:pt x="81" y="43"/>
                </a:lnTo>
                <a:lnTo>
                  <a:pt x="82" y="43"/>
                </a:lnTo>
                <a:lnTo>
                  <a:pt x="82" y="44"/>
                </a:lnTo>
                <a:lnTo>
                  <a:pt x="83" y="44"/>
                </a:lnTo>
                <a:lnTo>
                  <a:pt x="84" y="44"/>
                </a:lnTo>
                <a:lnTo>
                  <a:pt x="83" y="45"/>
                </a:lnTo>
                <a:lnTo>
                  <a:pt x="82" y="45"/>
                </a:lnTo>
                <a:lnTo>
                  <a:pt x="82" y="44"/>
                </a:lnTo>
                <a:lnTo>
                  <a:pt x="82" y="45"/>
                </a:lnTo>
                <a:lnTo>
                  <a:pt x="82" y="46"/>
                </a:lnTo>
                <a:lnTo>
                  <a:pt x="81" y="46"/>
                </a:lnTo>
                <a:lnTo>
                  <a:pt x="81" y="47"/>
                </a:lnTo>
                <a:lnTo>
                  <a:pt x="80" y="47"/>
                </a:lnTo>
                <a:lnTo>
                  <a:pt x="79" y="47"/>
                </a:lnTo>
                <a:lnTo>
                  <a:pt x="78" y="47"/>
                </a:lnTo>
                <a:lnTo>
                  <a:pt x="77" y="47"/>
                </a:lnTo>
                <a:lnTo>
                  <a:pt x="77" y="46"/>
                </a:lnTo>
                <a:lnTo>
                  <a:pt x="77" y="47"/>
                </a:lnTo>
                <a:lnTo>
                  <a:pt x="77" y="46"/>
                </a:lnTo>
                <a:lnTo>
                  <a:pt x="76" y="46"/>
                </a:lnTo>
                <a:lnTo>
                  <a:pt x="75" y="46"/>
                </a:lnTo>
                <a:lnTo>
                  <a:pt x="74" y="46"/>
                </a:lnTo>
                <a:lnTo>
                  <a:pt x="73" y="46"/>
                </a:lnTo>
                <a:lnTo>
                  <a:pt x="73" y="47"/>
                </a:lnTo>
                <a:lnTo>
                  <a:pt x="71" y="47"/>
                </a:lnTo>
                <a:lnTo>
                  <a:pt x="69" y="47"/>
                </a:lnTo>
                <a:lnTo>
                  <a:pt x="68" y="47"/>
                </a:lnTo>
                <a:lnTo>
                  <a:pt x="67" y="46"/>
                </a:lnTo>
                <a:lnTo>
                  <a:pt x="67" y="45"/>
                </a:lnTo>
                <a:lnTo>
                  <a:pt x="67" y="44"/>
                </a:lnTo>
                <a:lnTo>
                  <a:pt x="66" y="44"/>
                </a:lnTo>
                <a:lnTo>
                  <a:pt x="66" y="45"/>
                </a:lnTo>
                <a:lnTo>
                  <a:pt x="66" y="46"/>
                </a:lnTo>
                <a:lnTo>
                  <a:pt x="65" y="46"/>
                </a:lnTo>
                <a:lnTo>
                  <a:pt x="65" y="47"/>
                </a:lnTo>
                <a:lnTo>
                  <a:pt x="64" y="48"/>
                </a:lnTo>
                <a:lnTo>
                  <a:pt x="64" y="49"/>
                </a:lnTo>
                <a:lnTo>
                  <a:pt x="63" y="49"/>
                </a:lnTo>
                <a:lnTo>
                  <a:pt x="63" y="50"/>
                </a:lnTo>
                <a:lnTo>
                  <a:pt x="62" y="50"/>
                </a:lnTo>
                <a:lnTo>
                  <a:pt x="62" y="51"/>
                </a:lnTo>
                <a:lnTo>
                  <a:pt x="61" y="51"/>
                </a:lnTo>
                <a:lnTo>
                  <a:pt x="60" y="52"/>
                </a:lnTo>
                <a:lnTo>
                  <a:pt x="59" y="52"/>
                </a:lnTo>
                <a:lnTo>
                  <a:pt x="59" y="53"/>
                </a:lnTo>
                <a:lnTo>
                  <a:pt x="58" y="53"/>
                </a:lnTo>
                <a:lnTo>
                  <a:pt x="57" y="53"/>
                </a:lnTo>
                <a:lnTo>
                  <a:pt x="56" y="54"/>
                </a:lnTo>
                <a:lnTo>
                  <a:pt x="55" y="54"/>
                </a:lnTo>
                <a:lnTo>
                  <a:pt x="54" y="54"/>
                </a:lnTo>
                <a:lnTo>
                  <a:pt x="54" y="55"/>
                </a:lnTo>
                <a:lnTo>
                  <a:pt x="53" y="55"/>
                </a:lnTo>
                <a:lnTo>
                  <a:pt x="53" y="57"/>
                </a:lnTo>
                <a:lnTo>
                  <a:pt x="53" y="58"/>
                </a:lnTo>
                <a:lnTo>
                  <a:pt x="53" y="57"/>
                </a:lnTo>
                <a:lnTo>
                  <a:pt x="53" y="58"/>
                </a:lnTo>
                <a:lnTo>
                  <a:pt x="52" y="58"/>
                </a:lnTo>
                <a:lnTo>
                  <a:pt x="52" y="59"/>
                </a:lnTo>
                <a:lnTo>
                  <a:pt x="52" y="60"/>
                </a:lnTo>
                <a:lnTo>
                  <a:pt x="52" y="61"/>
                </a:lnTo>
                <a:lnTo>
                  <a:pt x="51" y="62"/>
                </a:lnTo>
                <a:lnTo>
                  <a:pt x="50" y="62"/>
                </a:lnTo>
                <a:lnTo>
                  <a:pt x="49" y="62"/>
                </a:lnTo>
                <a:lnTo>
                  <a:pt x="49" y="63"/>
                </a:lnTo>
                <a:lnTo>
                  <a:pt x="48" y="63"/>
                </a:lnTo>
                <a:lnTo>
                  <a:pt x="47" y="63"/>
                </a:lnTo>
                <a:lnTo>
                  <a:pt x="47" y="64"/>
                </a:lnTo>
                <a:lnTo>
                  <a:pt x="46" y="64"/>
                </a:lnTo>
                <a:lnTo>
                  <a:pt x="45" y="64"/>
                </a:lnTo>
                <a:lnTo>
                  <a:pt x="44" y="64"/>
                </a:lnTo>
                <a:lnTo>
                  <a:pt x="44" y="65"/>
                </a:lnTo>
                <a:lnTo>
                  <a:pt x="43" y="65"/>
                </a:lnTo>
                <a:lnTo>
                  <a:pt x="42" y="65"/>
                </a:lnTo>
                <a:lnTo>
                  <a:pt x="41" y="65"/>
                </a:lnTo>
                <a:lnTo>
                  <a:pt x="41" y="66"/>
                </a:lnTo>
                <a:lnTo>
                  <a:pt x="40" y="66"/>
                </a:lnTo>
                <a:lnTo>
                  <a:pt x="40" y="67"/>
                </a:lnTo>
                <a:lnTo>
                  <a:pt x="39" y="67"/>
                </a:lnTo>
                <a:lnTo>
                  <a:pt x="39" y="68"/>
                </a:lnTo>
                <a:lnTo>
                  <a:pt x="38" y="68"/>
                </a:lnTo>
                <a:lnTo>
                  <a:pt x="38" y="69"/>
                </a:lnTo>
                <a:lnTo>
                  <a:pt x="38" y="70"/>
                </a:lnTo>
                <a:lnTo>
                  <a:pt x="38" y="71"/>
                </a:lnTo>
                <a:lnTo>
                  <a:pt x="37" y="71"/>
                </a:lnTo>
                <a:lnTo>
                  <a:pt x="36" y="71"/>
                </a:lnTo>
                <a:lnTo>
                  <a:pt x="36" y="72"/>
                </a:lnTo>
                <a:lnTo>
                  <a:pt x="35" y="72"/>
                </a:lnTo>
                <a:lnTo>
                  <a:pt x="34" y="72"/>
                </a:lnTo>
                <a:lnTo>
                  <a:pt x="33" y="73"/>
                </a:lnTo>
                <a:lnTo>
                  <a:pt x="32" y="73"/>
                </a:lnTo>
                <a:lnTo>
                  <a:pt x="32" y="74"/>
                </a:lnTo>
                <a:lnTo>
                  <a:pt x="33" y="74"/>
                </a:lnTo>
                <a:lnTo>
                  <a:pt x="33" y="75"/>
                </a:lnTo>
                <a:lnTo>
                  <a:pt x="32" y="75"/>
                </a:lnTo>
                <a:lnTo>
                  <a:pt x="33" y="75"/>
                </a:lnTo>
                <a:lnTo>
                  <a:pt x="33" y="76"/>
                </a:lnTo>
                <a:lnTo>
                  <a:pt x="33" y="77"/>
                </a:lnTo>
                <a:lnTo>
                  <a:pt x="32" y="78"/>
                </a:lnTo>
                <a:lnTo>
                  <a:pt x="31" y="78"/>
                </a:lnTo>
                <a:lnTo>
                  <a:pt x="31" y="77"/>
                </a:lnTo>
                <a:lnTo>
                  <a:pt x="31" y="78"/>
                </a:lnTo>
                <a:lnTo>
                  <a:pt x="31" y="77"/>
                </a:lnTo>
                <a:lnTo>
                  <a:pt x="30" y="78"/>
                </a:lnTo>
                <a:lnTo>
                  <a:pt x="30" y="77"/>
                </a:lnTo>
                <a:lnTo>
                  <a:pt x="31" y="77"/>
                </a:lnTo>
                <a:lnTo>
                  <a:pt x="33" y="77"/>
                </a:lnTo>
                <a:lnTo>
                  <a:pt x="33" y="76"/>
                </a:lnTo>
                <a:lnTo>
                  <a:pt x="32" y="76"/>
                </a:lnTo>
                <a:lnTo>
                  <a:pt x="32" y="75"/>
                </a:lnTo>
                <a:lnTo>
                  <a:pt x="32" y="74"/>
                </a:lnTo>
                <a:lnTo>
                  <a:pt x="32" y="73"/>
                </a:lnTo>
                <a:lnTo>
                  <a:pt x="32" y="74"/>
                </a:lnTo>
                <a:lnTo>
                  <a:pt x="31" y="74"/>
                </a:lnTo>
                <a:lnTo>
                  <a:pt x="31" y="75"/>
                </a:lnTo>
                <a:lnTo>
                  <a:pt x="30" y="75"/>
                </a:lnTo>
                <a:lnTo>
                  <a:pt x="30" y="76"/>
                </a:lnTo>
                <a:lnTo>
                  <a:pt x="29" y="77"/>
                </a:lnTo>
                <a:lnTo>
                  <a:pt x="28" y="77"/>
                </a:lnTo>
                <a:lnTo>
                  <a:pt x="27" y="77"/>
                </a:lnTo>
                <a:lnTo>
                  <a:pt x="27" y="78"/>
                </a:lnTo>
                <a:lnTo>
                  <a:pt x="26" y="78"/>
                </a:lnTo>
                <a:lnTo>
                  <a:pt x="26" y="79"/>
                </a:lnTo>
                <a:lnTo>
                  <a:pt x="25" y="79"/>
                </a:lnTo>
                <a:lnTo>
                  <a:pt x="25" y="80"/>
                </a:lnTo>
                <a:lnTo>
                  <a:pt x="24" y="80"/>
                </a:lnTo>
                <a:lnTo>
                  <a:pt x="23" y="80"/>
                </a:lnTo>
                <a:lnTo>
                  <a:pt x="22" y="81"/>
                </a:lnTo>
                <a:lnTo>
                  <a:pt x="22" y="82"/>
                </a:lnTo>
                <a:lnTo>
                  <a:pt x="24" y="82"/>
                </a:lnTo>
                <a:lnTo>
                  <a:pt x="25" y="82"/>
                </a:lnTo>
                <a:lnTo>
                  <a:pt x="25" y="81"/>
                </a:lnTo>
                <a:lnTo>
                  <a:pt x="27" y="81"/>
                </a:lnTo>
                <a:lnTo>
                  <a:pt x="27" y="80"/>
                </a:lnTo>
                <a:lnTo>
                  <a:pt x="28" y="80"/>
                </a:lnTo>
                <a:lnTo>
                  <a:pt x="28" y="79"/>
                </a:lnTo>
                <a:lnTo>
                  <a:pt x="28" y="78"/>
                </a:lnTo>
                <a:lnTo>
                  <a:pt x="28" y="79"/>
                </a:lnTo>
                <a:lnTo>
                  <a:pt x="28" y="80"/>
                </a:lnTo>
                <a:lnTo>
                  <a:pt x="28" y="81"/>
                </a:lnTo>
                <a:lnTo>
                  <a:pt x="27" y="81"/>
                </a:lnTo>
                <a:lnTo>
                  <a:pt x="26" y="81"/>
                </a:lnTo>
                <a:lnTo>
                  <a:pt x="26" y="82"/>
                </a:lnTo>
                <a:lnTo>
                  <a:pt x="25" y="82"/>
                </a:lnTo>
                <a:lnTo>
                  <a:pt x="24" y="82"/>
                </a:lnTo>
                <a:lnTo>
                  <a:pt x="24" y="83"/>
                </a:lnTo>
                <a:lnTo>
                  <a:pt x="25" y="83"/>
                </a:lnTo>
                <a:lnTo>
                  <a:pt x="24" y="83"/>
                </a:lnTo>
                <a:lnTo>
                  <a:pt x="24" y="82"/>
                </a:lnTo>
                <a:lnTo>
                  <a:pt x="23" y="82"/>
                </a:lnTo>
                <a:lnTo>
                  <a:pt x="22" y="82"/>
                </a:lnTo>
                <a:lnTo>
                  <a:pt x="22" y="83"/>
                </a:lnTo>
                <a:lnTo>
                  <a:pt x="21" y="83"/>
                </a:lnTo>
                <a:lnTo>
                  <a:pt x="20" y="84"/>
                </a:lnTo>
                <a:lnTo>
                  <a:pt x="19" y="84"/>
                </a:lnTo>
                <a:lnTo>
                  <a:pt x="19" y="85"/>
                </a:lnTo>
                <a:lnTo>
                  <a:pt x="19" y="86"/>
                </a:lnTo>
                <a:lnTo>
                  <a:pt x="19" y="87"/>
                </a:lnTo>
                <a:lnTo>
                  <a:pt x="20" y="87"/>
                </a:lnTo>
                <a:lnTo>
                  <a:pt x="20" y="88"/>
                </a:lnTo>
                <a:lnTo>
                  <a:pt x="20" y="89"/>
                </a:lnTo>
                <a:lnTo>
                  <a:pt x="19" y="89"/>
                </a:lnTo>
                <a:lnTo>
                  <a:pt x="19" y="90"/>
                </a:lnTo>
                <a:lnTo>
                  <a:pt x="20" y="90"/>
                </a:lnTo>
                <a:lnTo>
                  <a:pt x="20" y="91"/>
                </a:lnTo>
                <a:lnTo>
                  <a:pt x="20" y="93"/>
                </a:lnTo>
                <a:lnTo>
                  <a:pt x="19" y="94"/>
                </a:lnTo>
                <a:lnTo>
                  <a:pt x="19" y="95"/>
                </a:lnTo>
                <a:lnTo>
                  <a:pt x="19" y="96"/>
                </a:lnTo>
                <a:lnTo>
                  <a:pt x="18" y="96"/>
                </a:lnTo>
                <a:lnTo>
                  <a:pt x="18" y="98"/>
                </a:lnTo>
                <a:lnTo>
                  <a:pt x="19" y="98"/>
                </a:lnTo>
                <a:lnTo>
                  <a:pt x="18" y="98"/>
                </a:lnTo>
                <a:lnTo>
                  <a:pt x="19" y="98"/>
                </a:lnTo>
                <a:lnTo>
                  <a:pt x="19" y="99"/>
                </a:lnTo>
                <a:lnTo>
                  <a:pt x="19" y="100"/>
                </a:lnTo>
                <a:lnTo>
                  <a:pt x="19" y="99"/>
                </a:lnTo>
                <a:lnTo>
                  <a:pt x="19" y="98"/>
                </a:lnTo>
                <a:lnTo>
                  <a:pt x="18" y="98"/>
                </a:lnTo>
                <a:lnTo>
                  <a:pt x="18" y="99"/>
                </a:lnTo>
                <a:lnTo>
                  <a:pt x="17" y="100"/>
                </a:lnTo>
                <a:lnTo>
                  <a:pt x="16" y="100"/>
                </a:lnTo>
                <a:lnTo>
                  <a:pt x="16" y="101"/>
                </a:lnTo>
                <a:lnTo>
                  <a:pt x="17" y="101"/>
                </a:lnTo>
                <a:lnTo>
                  <a:pt x="18" y="101"/>
                </a:lnTo>
                <a:lnTo>
                  <a:pt x="18" y="100"/>
                </a:lnTo>
                <a:lnTo>
                  <a:pt x="18" y="101"/>
                </a:lnTo>
                <a:lnTo>
                  <a:pt x="17" y="101"/>
                </a:lnTo>
                <a:lnTo>
                  <a:pt x="16" y="101"/>
                </a:lnTo>
                <a:lnTo>
                  <a:pt x="15" y="101"/>
                </a:lnTo>
                <a:lnTo>
                  <a:pt x="15" y="102"/>
                </a:lnTo>
                <a:lnTo>
                  <a:pt x="14" y="102"/>
                </a:lnTo>
                <a:lnTo>
                  <a:pt x="14" y="103"/>
                </a:lnTo>
                <a:lnTo>
                  <a:pt x="14" y="104"/>
                </a:lnTo>
                <a:lnTo>
                  <a:pt x="14" y="105"/>
                </a:lnTo>
                <a:lnTo>
                  <a:pt x="15" y="105"/>
                </a:lnTo>
                <a:lnTo>
                  <a:pt x="15" y="106"/>
                </a:lnTo>
                <a:lnTo>
                  <a:pt x="16" y="106"/>
                </a:lnTo>
                <a:lnTo>
                  <a:pt x="17" y="107"/>
                </a:lnTo>
                <a:lnTo>
                  <a:pt x="17" y="108"/>
                </a:lnTo>
                <a:lnTo>
                  <a:pt x="17" y="109"/>
                </a:lnTo>
                <a:lnTo>
                  <a:pt x="17" y="110"/>
                </a:lnTo>
                <a:lnTo>
                  <a:pt x="18" y="110"/>
                </a:lnTo>
                <a:lnTo>
                  <a:pt x="19" y="111"/>
                </a:lnTo>
                <a:lnTo>
                  <a:pt x="19" y="110"/>
                </a:lnTo>
                <a:lnTo>
                  <a:pt x="18" y="109"/>
                </a:lnTo>
                <a:lnTo>
                  <a:pt x="18" y="108"/>
                </a:lnTo>
                <a:lnTo>
                  <a:pt x="18" y="107"/>
                </a:lnTo>
                <a:lnTo>
                  <a:pt x="18" y="106"/>
                </a:lnTo>
                <a:lnTo>
                  <a:pt x="17" y="106"/>
                </a:lnTo>
                <a:lnTo>
                  <a:pt x="17" y="105"/>
                </a:lnTo>
                <a:lnTo>
                  <a:pt x="16" y="105"/>
                </a:lnTo>
                <a:lnTo>
                  <a:pt x="17" y="105"/>
                </a:lnTo>
                <a:lnTo>
                  <a:pt x="17" y="106"/>
                </a:lnTo>
                <a:lnTo>
                  <a:pt x="18" y="106"/>
                </a:lnTo>
                <a:lnTo>
                  <a:pt x="18" y="107"/>
                </a:lnTo>
                <a:lnTo>
                  <a:pt x="18" y="108"/>
                </a:lnTo>
                <a:lnTo>
                  <a:pt x="19" y="108"/>
                </a:lnTo>
                <a:lnTo>
                  <a:pt x="18" y="109"/>
                </a:lnTo>
                <a:lnTo>
                  <a:pt x="19" y="109"/>
                </a:lnTo>
                <a:lnTo>
                  <a:pt x="19" y="110"/>
                </a:lnTo>
                <a:lnTo>
                  <a:pt x="20" y="110"/>
                </a:lnTo>
                <a:lnTo>
                  <a:pt x="20" y="111"/>
                </a:lnTo>
                <a:lnTo>
                  <a:pt x="20" y="110"/>
                </a:lnTo>
                <a:lnTo>
                  <a:pt x="20" y="109"/>
                </a:lnTo>
                <a:lnTo>
                  <a:pt x="21" y="108"/>
                </a:lnTo>
                <a:lnTo>
                  <a:pt x="21" y="107"/>
                </a:lnTo>
                <a:lnTo>
                  <a:pt x="20" y="107"/>
                </a:lnTo>
                <a:lnTo>
                  <a:pt x="21" y="107"/>
                </a:lnTo>
                <a:lnTo>
                  <a:pt x="21" y="108"/>
                </a:lnTo>
                <a:lnTo>
                  <a:pt x="21" y="109"/>
                </a:lnTo>
                <a:lnTo>
                  <a:pt x="20" y="109"/>
                </a:lnTo>
                <a:lnTo>
                  <a:pt x="20" y="110"/>
                </a:lnTo>
                <a:lnTo>
                  <a:pt x="21" y="110"/>
                </a:lnTo>
                <a:lnTo>
                  <a:pt x="22" y="110"/>
                </a:lnTo>
                <a:lnTo>
                  <a:pt x="22" y="111"/>
                </a:lnTo>
                <a:lnTo>
                  <a:pt x="22" y="112"/>
                </a:lnTo>
                <a:lnTo>
                  <a:pt x="23" y="112"/>
                </a:lnTo>
                <a:lnTo>
                  <a:pt x="23" y="113"/>
                </a:lnTo>
                <a:lnTo>
                  <a:pt x="23" y="112"/>
                </a:lnTo>
                <a:lnTo>
                  <a:pt x="23" y="113"/>
                </a:lnTo>
                <a:lnTo>
                  <a:pt x="23" y="114"/>
                </a:lnTo>
                <a:lnTo>
                  <a:pt x="21" y="114"/>
                </a:lnTo>
                <a:lnTo>
                  <a:pt x="20" y="114"/>
                </a:lnTo>
                <a:lnTo>
                  <a:pt x="19" y="114"/>
                </a:lnTo>
                <a:lnTo>
                  <a:pt x="18" y="114"/>
                </a:lnTo>
                <a:lnTo>
                  <a:pt x="17" y="114"/>
                </a:lnTo>
                <a:lnTo>
                  <a:pt x="16" y="113"/>
                </a:lnTo>
                <a:lnTo>
                  <a:pt x="15" y="113"/>
                </a:lnTo>
                <a:lnTo>
                  <a:pt x="14" y="113"/>
                </a:lnTo>
                <a:lnTo>
                  <a:pt x="13" y="113"/>
                </a:lnTo>
                <a:lnTo>
                  <a:pt x="12" y="113"/>
                </a:lnTo>
                <a:lnTo>
                  <a:pt x="11" y="113"/>
                </a:lnTo>
                <a:lnTo>
                  <a:pt x="10" y="113"/>
                </a:lnTo>
                <a:lnTo>
                  <a:pt x="10" y="112"/>
                </a:lnTo>
                <a:lnTo>
                  <a:pt x="10" y="111"/>
                </a:lnTo>
                <a:lnTo>
                  <a:pt x="10" y="110"/>
                </a:lnTo>
                <a:lnTo>
                  <a:pt x="10" y="109"/>
                </a:lnTo>
                <a:lnTo>
                  <a:pt x="10" y="107"/>
                </a:lnTo>
                <a:lnTo>
                  <a:pt x="10" y="106"/>
                </a:lnTo>
                <a:lnTo>
                  <a:pt x="10" y="105"/>
                </a:lnTo>
                <a:lnTo>
                  <a:pt x="11" y="105"/>
                </a:lnTo>
                <a:lnTo>
                  <a:pt x="11" y="104"/>
                </a:lnTo>
                <a:lnTo>
                  <a:pt x="11" y="103"/>
                </a:lnTo>
                <a:lnTo>
                  <a:pt x="11" y="102"/>
                </a:lnTo>
                <a:lnTo>
                  <a:pt x="11" y="101"/>
                </a:lnTo>
                <a:lnTo>
                  <a:pt x="11" y="102"/>
                </a:lnTo>
                <a:lnTo>
                  <a:pt x="10" y="102"/>
                </a:lnTo>
                <a:lnTo>
                  <a:pt x="10" y="101"/>
                </a:lnTo>
                <a:lnTo>
                  <a:pt x="9" y="101"/>
                </a:lnTo>
                <a:lnTo>
                  <a:pt x="8" y="101"/>
                </a:lnTo>
                <a:lnTo>
                  <a:pt x="8" y="102"/>
                </a:lnTo>
                <a:lnTo>
                  <a:pt x="7" y="102"/>
                </a:lnTo>
                <a:lnTo>
                  <a:pt x="6" y="102"/>
                </a:lnTo>
                <a:lnTo>
                  <a:pt x="6" y="103"/>
                </a:lnTo>
                <a:lnTo>
                  <a:pt x="6" y="104"/>
                </a:lnTo>
                <a:lnTo>
                  <a:pt x="5" y="104"/>
                </a:lnTo>
                <a:lnTo>
                  <a:pt x="5" y="105"/>
                </a:lnTo>
                <a:lnTo>
                  <a:pt x="5" y="106"/>
                </a:lnTo>
                <a:lnTo>
                  <a:pt x="5" y="108"/>
                </a:lnTo>
                <a:lnTo>
                  <a:pt x="5" y="109"/>
                </a:lnTo>
                <a:lnTo>
                  <a:pt x="5" y="110"/>
                </a:lnTo>
                <a:lnTo>
                  <a:pt x="5" y="111"/>
                </a:lnTo>
                <a:lnTo>
                  <a:pt x="4" y="111"/>
                </a:lnTo>
                <a:lnTo>
                  <a:pt x="3" y="112"/>
                </a:lnTo>
                <a:lnTo>
                  <a:pt x="2" y="112"/>
                </a:lnTo>
                <a:lnTo>
                  <a:pt x="1" y="112"/>
                </a:lnTo>
                <a:lnTo>
                  <a:pt x="0" y="112"/>
                </a:lnTo>
                <a:lnTo>
                  <a:pt x="0" y="111"/>
                </a:lnTo>
                <a:lnTo>
                  <a:pt x="1" y="111"/>
                </a:lnTo>
                <a:lnTo>
                  <a:pt x="1" y="110"/>
                </a:lnTo>
                <a:lnTo>
                  <a:pt x="2" y="110"/>
                </a:lnTo>
                <a:lnTo>
                  <a:pt x="3" y="110"/>
                </a:lnTo>
                <a:lnTo>
                  <a:pt x="4" y="109"/>
                </a:lnTo>
                <a:lnTo>
                  <a:pt x="5" y="109"/>
                </a:lnTo>
                <a:lnTo>
                  <a:pt x="5" y="108"/>
                </a:lnTo>
                <a:lnTo>
                  <a:pt x="5" y="106"/>
                </a:lnTo>
                <a:lnTo>
                  <a:pt x="5" y="105"/>
                </a:lnTo>
                <a:lnTo>
                  <a:pt x="5" y="104"/>
                </a:lnTo>
                <a:lnTo>
                  <a:pt x="6" y="104"/>
                </a:lnTo>
                <a:lnTo>
                  <a:pt x="6" y="103"/>
                </a:lnTo>
                <a:lnTo>
                  <a:pt x="6" y="102"/>
                </a:lnTo>
                <a:lnTo>
                  <a:pt x="7" y="102"/>
                </a:lnTo>
                <a:lnTo>
                  <a:pt x="8" y="102"/>
                </a:lnTo>
                <a:lnTo>
                  <a:pt x="8" y="101"/>
                </a:lnTo>
                <a:lnTo>
                  <a:pt x="9" y="101"/>
                </a:lnTo>
                <a:lnTo>
                  <a:pt x="10" y="101"/>
                </a:lnTo>
                <a:lnTo>
                  <a:pt x="10" y="102"/>
                </a:lnTo>
                <a:lnTo>
                  <a:pt x="11" y="102"/>
                </a:lnTo>
                <a:lnTo>
                  <a:pt x="11" y="101"/>
                </a:lnTo>
                <a:lnTo>
                  <a:pt x="12" y="100"/>
                </a:lnTo>
                <a:lnTo>
                  <a:pt x="11" y="100"/>
                </a:lnTo>
                <a:lnTo>
                  <a:pt x="11" y="99"/>
                </a:lnTo>
                <a:lnTo>
                  <a:pt x="11" y="98"/>
                </a:lnTo>
                <a:lnTo>
                  <a:pt x="12" y="98"/>
                </a:lnTo>
                <a:moveTo>
                  <a:pt x="17" y="111"/>
                </a:moveTo>
                <a:lnTo>
                  <a:pt x="17" y="110"/>
                </a:lnTo>
                <a:lnTo>
                  <a:pt x="16" y="110"/>
                </a:lnTo>
                <a:lnTo>
                  <a:pt x="17" y="111"/>
                </a:lnTo>
                <a:moveTo>
                  <a:pt x="13" y="103"/>
                </a:moveTo>
                <a:lnTo>
                  <a:pt x="14" y="102"/>
                </a:lnTo>
                <a:lnTo>
                  <a:pt x="13" y="102"/>
                </a:lnTo>
                <a:lnTo>
                  <a:pt x="12" y="103"/>
                </a:lnTo>
                <a:lnTo>
                  <a:pt x="13" y="103"/>
                </a:lnTo>
                <a:moveTo>
                  <a:pt x="15" y="100"/>
                </a:moveTo>
                <a:lnTo>
                  <a:pt x="15" y="101"/>
                </a:lnTo>
                <a:lnTo>
                  <a:pt x="15" y="100"/>
                </a:lnTo>
                <a:lnTo>
                  <a:pt x="16" y="100"/>
                </a:lnTo>
                <a:lnTo>
                  <a:pt x="15" y="100"/>
                </a:lnTo>
                <a:moveTo>
                  <a:pt x="18" y="88"/>
                </a:moveTo>
                <a:lnTo>
                  <a:pt x="18" y="87"/>
                </a:lnTo>
                <a:lnTo>
                  <a:pt x="18" y="86"/>
                </a:lnTo>
                <a:lnTo>
                  <a:pt x="18" y="87"/>
                </a:lnTo>
                <a:lnTo>
                  <a:pt x="17" y="87"/>
                </a:lnTo>
                <a:lnTo>
                  <a:pt x="17" y="88"/>
                </a:lnTo>
                <a:lnTo>
                  <a:pt x="16" y="88"/>
                </a:lnTo>
                <a:lnTo>
                  <a:pt x="16" y="89"/>
                </a:lnTo>
                <a:lnTo>
                  <a:pt x="17" y="89"/>
                </a:lnTo>
                <a:lnTo>
                  <a:pt x="17" y="90"/>
                </a:lnTo>
                <a:lnTo>
                  <a:pt x="18" y="90"/>
                </a:lnTo>
                <a:lnTo>
                  <a:pt x="19" y="90"/>
                </a:lnTo>
                <a:lnTo>
                  <a:pt x="19" y="89"/>
                </a:lnTo>
                <a:lnTo>
                  <a:pt x="18" y="89"/>
                </a:lnTo>
                <a:lnTo>
                  <a:pt x="18" y="88"/>
                </a:lnTo>
                <a:moveTo>
                  <a:pt x="20" y="88"/>
                </a:moveTo>
                <a:lnTo>
                  <a:pt x="20" y="87"/>
                </a:lnTo>
                <a:lnTo>
                  <a:pt x="19" y="87"/>
                </a:lnTo>
                <a:lnTo>
                  <a:pt x="19" y="88"/>
                </a:lnTo>
                <a:lnTo>
                  <a:pt x="20" y="88"/>
                </a:lnTo>
                <a:moveTo>
                  <a:pt x="25" y="79"/>
                </a:moveTo>
                <a:lnTo>
                  <a:pt x="25" y="79"/>
                </a:lnTo>
                <a:moveTo>
                  <a:pt x="26" y="78"/>
                </a:moveTo>
                <a:lnTo>
                  <a:pt x="27" y="78"/>
                </a:lnTo>
                <a:lnTo>
                  <a:pt x="26" y="78"/>
                </a:lnTo>
                <a:lnTo>
                  <a:pt x="26" y="79"/>
                </a:lnTo>
                <a:lnTo>
                  <a:pt x="26" y="78"/>
                </a:lnTo>
                <a:moveTo>
                  <a:pt x="27" y="77"/>
                </a:moveTo>
                <a:lnTo>
                  <a:pt x="27" y="77"/>
                </a:lnTo>
                <a:moveTo>
                  <a:pt x="35" y="72"/>
                </a:moveTo>
                <a:lnTo>
                  <a:pt x="36" y="72"/>
                </a:lnTo>
                <a:lnTo>
                  <a:pt x="36" y="71"/>
                </a:lnTo>
                <a:lnTo>
                  <a:pt x="37" y="71"/>
                </a:lnTo>
                <a:lnTo>
                  <a:pt x="38" y="71"/>
                </a:lnTo>
                <a:lnTo>
                  <a:pt x="38" y="70"/>
                </a:lnTo>
                <a:lnTo>
                  <a:pt x="38" y="69"/>
                </a:lnTo>
                <a:lnTo>
                  <a:pt x="37" y="69"/>
                </a:lnTo>
                <a:lnTo>
                  <a:pt x="36" y="69"/>
                </a:lnTo>
                <a:lnTo>
                  <a:pt x="35" y="70"/>
                </a:lnTo>
                <a:lnTo>
                  <a:pt x="35" y="71"/>
                </a:lnTo>
                <a:lnTo>
                  <a:pt x="35" y="72"/>
                </a:lnTo>
                <a:moveTo>
                  <a:pt x="37" y="69"/>
                </a:moveTo>
                <a:lnTo>
                  <a:pt x="37" y="68"/>
                </a:lnTo>
                <a:lnTo>
                  <a:pt x="36" y="69"/>
                </a:lnTo>
                <a:lnTo>
                  <a:pt x="37" y="69"/>
                </a:lnTo>
                <a:moveTo>
                  <a:pt x="38" y="69"/>
                </a:moveTo>
                <a:lnTo>
                  <a:pt x="38" y="68"/>
                </a:lnTo>
                <a:lnTo>
                  <a:pt x="38" y="67"/>
                </a:lnTo>
                <a:lnTo>
                  <a:pt x="38" y="68"/>
                </a:lnTo>
                <a:lnTo>
                  <a:pt x="37" y="68"/>
                </a:lnTo>
                <a:lnTo>
                  <a:pt x="37" y="69"/>
                </a:lnTo>
                <a:lnTo>
                  <a:pt x="38" y="69"/>
                </a:lnTo>
                <a:moveTo>
                  <a:pt x="48" y="63"/>
                </a:moveTo>
                <a:lnTo>
                  <a:pt x="47" y="63"/>
                </a:lnTo>
                <a:lnTo>
                  <a:pt x="46" y="63"/>
                </a:lnTo>
                <a:lnTo>
                  <a:pt x="46" y="64"/>
                </a:lnTo>
                <a:lnTo>
                  <a:pt x="47" y="63"/>
                </a:lnTo>
                <a:lnTo>
                  <a:pt x="48" y="63"/>
                </a:lnTo>
                <a:moveTo>
                  <a:pt x="51" y="62"/>
                </a:moveTo>
                <a:lnTo>
                  <a:pt x="51" y="61"/>
                </a:lnTo>
                <a:lnTo>
                  <a:pt x="51" y="62"/>
                </a:lnTo>
                <a:lnTo>
                  <a:pt x="50" y="62"/>
                </a:lnTo>
                <a:lnTo>
                  <a:pt x="51" y="62"/>
                </a:lnTo>
                <a:moveTo>
                  <a:pt x="63" y="48"/>
                </a:moveTo>
                <a:lnTo>
                  <a:pt x="63" y="49"/>
                </a:lnTo>
                <a:lnTo>
                  <a:pt x="63" y="48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22" name=""/>
          <p:cNvSpPr/>
          <p:nvPr/>
        </p:nvSpPr>
        <p:spPr>
          <a:xfrm>
            <a:off x="7174080" y="3597840"/>
            <a:ext cx="9000" cy="14040"/>
          </a:xfrm>
          <a:custGeom>
            <a:avLst/>
            <a:gdLst/>
            <a:ahLst/>
            <a:rect l="0" t="0" r="r" b="b"/>
            <a:pathLst>
              <a:path w="25" h="39">
                <a:moveTo>
                  <a:pt x="23" y="1"/>
                </a:moveTo>
                <a:lnTo>
                  <a:pt x="24" y="2"/>
                </a:lnTo>
                <a:lnTo>
                  <a:pt x="25" y="3"/>
                </a:lnTo>
                <a:lnTo>
                  <a:pt x="24" y="3"/>
                </a:lnTo>
                <a:lnTo>
                  <a:pt x="24" y="2"/>
                </a:lnTo>
                <a:lnTo>
                  <a:pt x="23" y="2"/>
                </a:lnTo>
                <a:lnTo>
                  <a:pt x="22" y="1"/>
                </a:lnTo>
                <a:lnTo>
                  <a:pt x="20" y="1"/>
                </a:lnTo>
                <a:lnTo>
                  <a:pt x="19" y="1"/>
                </a:lnTo>
                <a:lnTo>
                  <a:pt x="19" y="2"/>
                </a:lnTo>
                <a:lnTo>
                  <a:pt x="20" y="2"/>
                </a:lnTo>
                <a:lnTo>
                  <a:pt x="21" y="2"/>
                </a:lnTo>
                <a:lnTo>
                  <a:pt x="22" y="3"/>
                </a:lnTo>
                <a:lnTo>
                  <a:pt x="23" y="3"/>
                </a:lnTo>
                <a:lnTo>
                  <a:pt x="23" y="4"/>
                </a:lnTo>
                <a:lnTo>
                  <a:pt x="23" y="5"/>
                </a:lnTo>
                <a:lnTo>
                  <a:pt x="22" y="6"/>
                </a:lnTo>
                <a:lnTo>
                  <a:pt x="21" y="7"/>
                </a:lnTo>
                <a:lnTo>
                  <a:pt x="20" y="7"/>
                </a:lnTo>
                <a:lnTo>
                  <a:pt x="19" y="7"/>
                </a:lnTo>
                <a:lnTo>
                  <a:pt x="19" y="8"/>
                </a:lnTo>
                <a:lnTo>
                  <a:pt x="20" y="8"/>
                </a:lnTo>
                <a:lnTo>
                  <a:pt x="20" y="9"/>
                </a:lnTo>
                <a:lnTo>
                  <a:pt x="19" y="9"/>
                </a:lnTo>
                <a:lnTo>
                  <a:pt x="19" y="10"/>
                </a:lnTo>
                <a:lnTo>
                  <a:pt x="18" y="10"/>
                </a:lnTo>
                <a:lnTo>
                  <a:pt x="17" y="9"/>
                </a:lnTo>
                <a:lnTo>
                  <a:pt x="17" y="10"/>
                </a:lnTo>
                <a:lnTo>
                  <a:pt x="16" y="10"/>
                </a:lnTo>
                <a:lnTo>
                  <a:pt x="16" y="11"/>
                </a:lnTo>
                <a:lnTo>
                  <a:pt x="15" y="10"/>
                </a:lnTo>
                <a:lnTo>
                  <a:pt x="14" y="10"/>
                </a:lnTo>
                <a:lnTo>
                  <a:pt x="13" y="9"/>
                </a:lnTo>
                <a:lnTo>
                  <a:pt x="12" y="9"/>
                </a:lnTo>
                <a:lnTo>
                  <a:pt x="12" y="10"/>
                </a:lnTo>
                <a:lnTo>
                  <a:pt x="12" y="11"/>
                </a:lnTo>
                <a:lnTo>
                  <a:pt x="13" y="11"/>
                </a:lnTo>
                <a:lnTo>
                  <a:pt x="12" y="11"/>
                </a:lnTo>
                <a:lnTo>
                  <a:pt x="12" y="12"/>
                </a:lnTo>
                <a:lnTo>
                  <a:pt x="11" y="13"/>
                </a:lnTo>
                <a:lnTo>
                  <a:pt x="11" y="14"/>
                </a:lnTo>
                <a:lnTo>
                  <a:pt x="10" y="14"/>
                </a:lnTo>
                <a:lnTo>
                  <a:pt x="9" y="14"/>
                </a:lnTo>
                <a:lnTo>
                  <a:pt x="8" y="14"/>
                </a:lnTo>
                <a:lnTo>
                  <a:pt x="8" y="15"/>
                </a:lnTo>
                <a:lnTo>
                  <a:pt x="8" y="16"/>
                </a:lnTo>
                <a:lnTo>
                  <a:pt x="9" y="16"/>
                </a:lnTo>
                <a:lnTo>
                  <a:pt x="9" y="17"/>
                </a:lnTo>
                <a:lnTo>
                  <a:pt x="9" y="18"/>
                </a:lnTo>
                <a:lnTo>
                  <a:pt x="10" y="18"/>
                </a:lnTo>
                <a:lnTo>
                  <a:pt x="10" y="20"/>
                </a:lnTo>
                <a:lnTo>
                  <a:pt x="10" y="21"/>
                </a:lnTo>
                <a:lnTo>
                  <a:pt x="10" y="22"/>
                </a:lnTo>
                <a:lnTo>
                  <a:pt x="9" y="22"/>
                </a:lnTo>
                <a:lnTo>
                  <a:pt x="8" y="23"/>
                </a:lnTo>
                <a:lnTo>
                  <a:pt x="8" y="24"/>
                </a:lnTo>
                <a:lnTo>
                  <a:pt x="8" y="25"/>
                </a:lnTo>
                <a:lnTo>
                  <a:pt x="8" y="26"/>
                </a:lnTo>
                <a:lnTo>
                  <a:pt x="7" y="26"/>
                </a:lnTo>
                <a:lnTo>
                  <a:pt x="7" y="27"/>
                </a:lnTo>
                <a:lnTo>
                  <a:pt x="7" y="28"/>
                </a:lnTo>
                <a:lnTo>
                  <a:pt x="7" y="29"/>
                </a:lnTo>
                <a:lnTo>
                  <a:pt x="6" y="29"/>
                </a:lnTo>
                <a:lnTo>
                  <a:pt x="5" y="30"/>
                </a:lnTo>
                <a:lnTo>
                  <a:pt x="5" y="31"/>
                </a:lnTo>
                <a:lnTo>
                  <a:pt x="4" y="31"/>
                </a:lnTo>
                <a:lnTo>
                  <a:pt x="4" y="32"/>
                </a:lnTo>
                <a:lnTo>
                  <a:pt x="3" y="33"/>
                </a:lnTo>
                <a:lnTo>
                  <a:pt x="3" y="34"/>
                </a:lnTo>
                <a:lnTo>
                  <a:pt x="4" y="34"/>
                </a:lnTo>
                <a:lnTo>
                  <a:pt x="5" y="34"/>
                </a:lnTo>
                <a:lnTo>
                  <a:pt x="4" y="34"/>
                </a:lnTo>
                <a:lnTo>
                  <a:pt x="4" y="35"/>
                </a:lnTo>
                <a:lnTo>
                  <a:pt x="3" y="35"/>
                </a:lnTo>
                <a:lnTo>
                  <a:pt x="3" y="36"/>
                </a:lnTo>
                <a:lnTo>
                  <a:pt x="3" y="37"/>
                </a:lnTo>
                <a:lnTo>
                  <a:pt x="3" y="38"/>
                </a:lnTo>
                <a:lnTo>
                  <a:pt x="3" y="37"/>
                </a:lnTo>
                <a:lnTo>
                  <a:pt x="4" y="37"/>
                </a:lnTo>
                <a:lnTo>
                  <a:pt x="5" y="37"/>
                </a:lnTo>
                <a:lnTo>
                  <a:pt x="4" y="38"/>
                </a:lnTo>
                <a:lnTo>
                  <a:pt x="3" y="38"/>
                </a:lnTo>
                <a:lnTo>
                  <a:pt x="3" y="39"/>
                </a:lnTo>
                <a:lnTo>
                  <a:pt x="1" y="39"/>
                </a:lnTo>
                <a:lnTo>
                  <a:pt x="1" y="38"/>
                </a:lnTo>
                <a:lnTo>
                  <a:pt x="0" y="38"/>
                </a:lnTo>
                <a:lnTo>
                  <a:pt x="0" y="37"/>
                </a:lnTo>
                <a:lnTo>
                  <a:pt x="0" y="36"/>
                </a:lnTo>
                <a:lnTo>
                  <a:pt x="1" y="36"/>
                </a:lnTo>
                <a:lnTo>
                  <a:pt x="1" y="35"/>
                </a:lnTo>
                <a:lnTo>
                  <a:pt x="1" y="34"/>
                </a:lnTo>
                <a:lnTo>
                  <a:pt x="1" y="33"/>
                </a:lnTo>
                <a:lnTo>
                  <a:pt x="3" y="32"/>
                </a:lnTo>
                <a:lnTo>
                  <a:pt x="3" y="31"/>
                </a:lnTo>
                <a:lnTo>
                  <a:pt x="4" y="31"/>
                </a:lnTo>
                <a:lnTo>
                  <a:pt x="4" y="30"/>
                </a:lnTo>
                <a:lnTo>
                  <a:pt x="5" y="29"/>
                </a:lnTo>
                <a:lnTo>
                  <a:pt x="6" y="29"/>
                </a:lnTo>
                <a:lnTo>
                  <a:pt x="6" y="28"/>
                </a:lnTo>
                <a:lnTo>
                  <a:pt x="5" y="28"/>
                </a:lnTo>
                <a:lnTo>
                  <a:pt x="5" y="27"/>
                </a:lnTo>
                <a:lnTo>
                  <a:pt x="5" y="26"/>
                </a:lnTo>
                <a:lnTo>
                  <a:pt x="6" y="26"/>
                </a:lnTo>
                <a:lnTo>
                  <a:pt x="6" y="25"/>
                </a:lnTo>
                <a:lnTo>
                  <a:pt x="6" y="24"/>
                </a:lnTo>
                <a:lnTo>
                  <a:pt x="7" y="23"/>
                </a:lnTo>
                <a:lnTo>
                  <a:pt x="7" y="22"/>
                </a:lnTo>
                <a:lnTo>
                  <a:pt x="8" y="22"/>
                </a:lnTo>
                <a:lnTo>
                  <a:pt x="8" y="21"/>
                </a:lnTo>
                <a:lnTo>
                  <a:pt x="9" y="21"/>
                </a:lnTo>
                <a:lnTo>
                  <a:pt x="9" y="22"/>
                </a:lnTo>
                <a:lnTo>
                  <a:pt x="9" y="21"/>
                </a:lnTo>
                <a:lnTo>
                  <a:pt x="9" y="20"/>
                </a:lnTo>
                <a:lnTo>
                  <a:pt x="9" y="18"/>
                </a:lnTo>
                <a:lnTo>
                  <a:pt x="8" y="17"/>
                </a:lnTo>
                <a:lnTo>
                  <a:pt x="8" y="16"/>
                </a:lnTo>
                <a:lnTo>
                  <a:pt x="7" y="16"/>
                </a:lnTo>
                <a:lnTo>
                  <a:pt x="7" y="15"/>
                </a:lnTo>
                <a:lnTo>
                  <a:pt x="7" y="14"/>
                </a:lnTo>
                <a:lnTo>
                  <a:pt x="8" y="14"/>
                </a:lnTo>
                <a:lnTo>
                  <a:pt x="9" y="13"/>
                </a:lnTo>
                <a:lnTo>
                  <a:pt x="10" y="13"/>
                </a:lnTo>
                <a:lnTo>
                  <a:pt x="10" y="12"/>
                </a:lnTo>
                <a:lnTo>
                  <a:pt x="11" y="12"/>
                </a:lnTo>
                <a:lnTo>
                  <a:pt x="11" y="11"/>
                </a:lnTo>
                <a:lnTo>
                  <a:pt x="11" y="10"/>
                </a:lnTo>
                <a:lnTo>
                  <a:pt x="11" y="9"/>
                </a:lnTo>
                <a:lnTo>
                  <a:pt x="12" y="9"/>
                </a:lnTo>
                <a:lnTo>
                  <a:pt x="12" y="8"/>
                </a:lnTo>
                <a:lnTo>
                  <a:pt x="13" y="8"/>
                </a:lnTo>
                <a:lnTo>
                  <a:pt x="14" y="9"/>
                </a:lnTo>
                <a:lnTo>
                  <a:pt x="14" y="10"/>
                </a:lnTo>
                <a:lnTo>
                  <a:pt x="15" y="10"/>
                </a:lnTo>
                <a:lnTo>
                  <a:pt x="16" y="10"/>
                </a:lnTo>
                <a:lnTo>
                  <a:pt x="16" y="9"/>
                </a:lnTo>
                <a:lnTo>
                  <a:pt x="17" y="9"/>
                </a:lnTo>
                <a:lnTo>
                  <a:pt x="18" y="9"/>
                </a:lnTo>
                <a:lnTo>
                  <a:pt x="18" y="8"/>
                </a:lnTo>
                <a:lnTo>
                  <a:pt x="19" y="7"/>
                </a:lnTo>
                <a:lnTo>
                  <a:pt x="20" y="7"/>
                </a:lnTo>
                <a:lnTo>
                  <a:pt x="20" y="6"/>
                </a:lnTo>
                <a:lnTo>
                  <a:pt x="21" y="6"/>
                </a:lnTo>
                <a:lnTo>
                  <a:pt x="21" y="5"/>
                </a:lnTo>
                <a:lnTo>
                  <a:pt x="22" y="5"/>
                </a:lnTo>
                <a:lnTo>
                  <a:pt x="22" y="4"/>
                </a:lnTo>
                <a:lnTo>
                  <a:pt x="21" y="4"/>
                </a:lnTo>
                <a:lnTo>
                  <a:pt x="20" y="3"/>
                </a:lnTo>
                <a:lnTo>
                  <a:pt x="19" y="3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19" y="0"/>
                </a:lnTo>
                <a:lnTo>
                  <a:pt x="20" y="0"/>
                </a:lnTo>
                <a:lnTo>
                  <a:pt x="21" y="0"/>
                </a:lnTo>
                <a:lnTo>
                  <a:pt x="22" y="0"/>
                </a:lnTo>
                <a:lnTo>
                  <a:pt x="22" y="1"/>
                </a:lnTo>
                <a:lnTo>
                  <a:pt x="2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23" name=""/>
          <p:cNvSpPr/>
          <p:nvPr/>
        </p:nvSpPr>
        <p:spPr>
          <a:xfrm>
            <a:off x="7295400" y="3556080"/>
            <a:ext cx="13680" cy="17640"/>
          </a:xfrm>
          <a:custGeom>
            <a:avLst/>
            <a:gdLst/>
            <a:ahLst/>
            <a:rect l="0" t="0" r="r" b="b"/>
            <a:pathLst>
              <a:path w="38" h="49">
                <a:moveTo>
                  <a:pt x="2" y="3"/>
                </a:moveTo>
                <a:lnTo>
                  <a:pt x="2" y="4"/>
                </a:lnTo>
                <a:lnTo>
                  <a:pt x="2" y="5"/>
                </a:lnTo>
                <a:lnTo>
                  <a:pt x="2" y="6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1" y="9"/>
                </a:lnTo>
                <a:lnTo>
                  <a:pt x="0" y="10"/>
                </a:lnTo>
                <a:lnTo>
                  <a:pt x="0" y="11"/>
                </a:lnTo>
                <a:lnTo>
                  <a:pt x="1" y="11"/>
                </a:lnTo>
                <a:lnTo>
                  <a:pt x="1" y="12"/>
                </a:lnTo>
                <a:lnTo>
                  <a:pt x="1" y="13"/>
                </a:lnTo>
                <a:lnTo>
                  <a:pt x="1" y="14"/>
                </a:lnTo>
                <a:lnTo>
                  <a:pt x="1" y="15"/>
                </a:lnTo>
                <a:lnTo>
                  <a:pt x="1" y="16"/>
                </a:lnTo>
                <a:lnTo>
                  <a:pt x="2" y="16"/>
                </a:lnTo>
                <a:lnTo>
                  <a:pt x="2" y="17"/>
                </a:lnTo>
                <a:lnTo>
                  <a:pt x="2" y="18"/>
                </a:lnTo>
                <a:lnTo>
                  <a:pt x="2" y="19"/>
                </a:lnTo>
                <a:lnTo>
                  <a:pt x="3" y="19"/>
                </a:lnTo>
                <a:lnTo>
                  <a:pt x="5" y="19"/>
                </a:lnTo>
                <a:lnTo>
                  <a:pt x="6" y="19"/>
                </a:lnTo>
                <a:lnTo>
                  <a:pt x="6" y="20"/>
                </a:lnTo>
                <a:lnTo>
                  <a:pt x="6" y="21"/>
                </a:lnTo>
                <a:lnTo>
                  <a:pt x="7" y="22"/>
                </a:lnTo>
                <a:lnTo>
                  <a:pt x="7" y="23"/>
                </a:lnTo>
                <a:lnTo>
                  <a:pt x="8" y="23"/>
                </a:lnTo>
                <a:lnTo>
                  <a:pt x="8" y="24"/>
                </a:lnTo>
                <a:lnTo>
                  <a:pt x="9" y="25"/>
                </a:lnTo>
                <a:lnTo>
                  <a:pt x="10" y="25"/>
                </a:lnTo>
                <a:lnTo>
                  <a:pt x="11" y="25"/>
                </a:lnTo>
                <a:lnTo>
                  <a:pt x="11" y="26"/>
                </a:lnTo>
                <a:lnTo>
                  <a:pt x="12" y="26"/>
                </a:lnTo>
                <a:lnTo>
                  <a:pt x="12" y="27"/>
                </a:lnTo>
                <a:lnTo>
                  <a:pt x="13" y="27"/>
                </a:lnTo>
                <a:lnTo>
                  <a:pt x="13" y="28"/>
                </a:lnTo>
                <a:lnTo>
                  <a:pt x="13" y="29"/>
                </a:lnTo>
                <a:lnTo>
                  <a:pt x="14" y="29"/>
                </a:lnTo>
                <a:lnTo>
                  <a:pt x="15" y="29"/>
                </a:lnTo>
                <a:lnTo>
                  <a:pt x="16" y="29"/>
                </a:lnTo>
                <a:lnTo>
                  <a:pt x="16" y="28"/>
                </a:lnTo>
                <a:lnTo>
                  <a:pt x="17" y="28"/>
                </a:lnTo>
                <a:lnTo>
                  <a:pt x="18" y="28"/>
                </a:lnTo>
                <a:lnTo>
                  <a:pt x="19" y="29"/>
                </a:lnTo>
                <a:lnTo>
                  <a:pt x="19" y="30"/>
                </a:lnTo>
                <a:lnTo>
                  <a:pt x="18" y="30"/>
                </a:lnTo>
                <a:lnTo>
                  <a:pt x="18" y="31"/>
                </a:lnTo>
                <a:lnTo>
                  <a:pt x="17" y="32"/>
                </a:lnTo>
                <a:lnTo>
                  <a:pt x="17" y="33"/>
                </a:lnTo>
                <a:lnTo>
                  <a:pt x="18" y="33"/>
                </a:lnTo>
                <a:lnTo>
                  <a:pt x="18" y="35"/>
                </a:lnTo>
                <a:lnTo>
                  <a:pt x="19" y="35"/>
                </a:lnTo>
                <a:lnTo>
                  <a:pt x="20" y="36"/>
                </a:lnTo>
                <a:lnTo>
                  <a:pt x="21" y="36"/>
                </a:lnTo>
                <a:lnTo>
                  <a:pt x="22" y="35"/>
                </a:lnTo>
                <a:lnTo>
                  <a:pt x="22" y="33"/>
                </a:lnTo>
                <a:lnTo>
                  <a:pt x="23" y="33"/>
                </a:lnTo>
                <a:lnTo>
                  <a:pt x="22" y="32"/>
                </a:lnTo>
                <a:lnTo>
                  <a:pt x="21" y="31"/>
                </a:lnTo>
                <a:lnTo>
                  <a:pt x="21" y="30"/>
                </a:lnTo>
                <a:lnTo>
                  <a:pt x="21" y="29"/>
                </a:lnTo>
                <a:lnTo>
                  <a:pt x="21" y="28"/>
                </a:lnTo>
                <a:lnTo>
                  <a:pt x="22" y="28"/>
                </a:lnTo>
                <a:lnTo>
                  <a:pt x="22" y="27"/>
                </a:lnTo>
                <a:lnTo>
                  <a:pt x="23" y="27"/>
                </a:lnTo>
                <a:lnTo>
                  <a:pt x="24" y="27"/>
                </a:lnTo>
                <a:lnTo>
                  <a:pt x="25" y="27"/>
                </a:lnTo>
                <a:lnTo>
                  <a:pt x="26" y="28"/>
                </a:lnTo>
                <a:lnTo>
                  <a:pt x="27" y="28"/>
                </a:lnTo>
                <a:lnTo>
                  <a:pt x="27" y="29"/>
                </a:lnTo>
                <a:lnTo>
                  <a:pt x="26" y="30"/>
                </a:lnTo>
                <a:lnTo>
                  <a:pt x="25" y="31"/>
                </a:lnTo>
                <a:lnTo>
                  <a:pt x="25" y="32"/>
                </a:lnTo>
                <a:lnTo>
                  <a:pt x="26" y="32"/>
                </a:lnTo>
                <a:lnTo>
                  <a:pt x="27" y="32"/>
                </a:lnTo>
                <a:lnTo>
                  <a:pt x="27" y="33"/>
                </a:lnTo>
                <a:lnTo>
                  <a:pt x="27" y="36"/>
                </a:lnTo>
                <a:lnTo>
                  <a:pt x="27" y="37"/>
                </a:lnTo>
                <a:lnTo>
                  <a:pt x="28" y="37"/>
                </a:lnTo>
                <a:lnTo>
                  <a:pt x="29" y="38"/>
                </a:lnTo>
                <a:lnTo>
                  <a:pt x="29" y="39"/>
                </a:lnTo>
                <a:lnTo>
                  <a:pt x="29" y="40"/>
                </a:lnTo>
                <a:lnTo>
                  <a:pt x="29" y="41"/>
                </a:lnTo>
                <a:lnTo>
                  <a:pt x="29" y="42"/>
                </a:lnTo>
                <a:lnTo>
                  <a:pt x="31" y="42"/>
                </a:lnTo>
                <a:lnTo>
                  <a:pt x="32" y="42"/>
                </a:lnTo>
                <a:lnTo>
                  <a:pt x="33" y="42"/>
                </a:lnTo>
                <a:lnTo>
                  <a:pt x="33" y="43"/>
                </a:lnTo>
                <a:lnTo>
                  <a:pt x="33" y="44"/>
                </a:lnTo>
                <a:lnTo>
                  <a:pt x="33" y="43"/>
                </a:lnTo>
                <a:lnTo>
                  <a:pt x="32" y="43"/>
                </a:lnTo>
                <a:lnTo>
                  <a:pt x="32" y="44"/>
                </a:lnTo>
                <a:lnTo>
                  <a:pt x="32" y="45"/>
                </a:lnTo>
                <a:lnTo>
                  <a:pt x="32" y="46"/>
                </a:lnTo>
                <a:lnTo>
                  <a:pt x="32" y="47"/>
                </a:lnTo>
                <a:lnTo>
                  <a:pt x="32" y="48"/>
                </a:lnTo>
                <a:lnTo>
                  <a:pt x="33" y="48"/>
                </a:lnTo>
                <a:lnTo>
                  <a:pt x="34" y="47"/>
                </a:lnTo>
                <a:lnTo>
                  <a:pt x="35" y="47"/>
                </a:lnTo>
                <a:lnTo>
                  <a:pt x="35" y="48"/>
                </a:lnTo>
                <a:lnTo>
                  <a:pt x="36" y="48"/>
                </a:lnTo>
                <a:lnTo>
                  <a:pt x="37" y="48"/>
                </a:lnTo>
                <a:lnTo>
                  <a:pt x="38" y="49"/>
                </a:lnTo>
                <a:lnTo>
                  <a:pt x="37" y="49"/>
                </a:lnTo>
                <a:lnTo>
                  <a:pt x="36" y="48"/>
                </a:lnTo>
                <a:lnTo>
                  <a:pt x="35" y="48"/>
                </a:lnTo>
                <a:lnTo>
                  <a:pt x="34" y="48"/>
                </a:lnTo>
                <a:lnTo>
                  <a:pt x="33" y="48"/>
                </a:lnTo>
                <a:lnTo>
                  <a:pt x="32" y="48"/>
                </a:lnTo>
                <a:lnTo>
                  <a:pt x="32" y="47"/>
                </a:lnTo>
                <a:lnTo>
                  <a:pt x="31" y="47"/>
                </a:lnTo>
                <a:lnTo>
                  <a:pt x="31" y="46"/>
                </a:lnTo>
                <a:lnTo>
                  <a:pt x="31" y="45"/>
                </a:lnTo>
                <a:lnTo>
                  <a:pt x="31" y="44"/>
                </a:lnTo>
                <a:lnTo>
                  <a:pt x="31" y="43"/>
                </a:lnTo>
                <a:lnTo>
                  <a:pt x="31" y="42"/>
                </a:lnTo>
                <a:lnTo>
                  <a:pt x="29" y="42"/>
                </a:lnTo>
                <a:lnTo>
                  <a:pt x="29" y="41"/>
                </a:lnTo>
                <a:lnTo>
                  <a:pt x="28" y="41"/>
                </a:lnTo>
                <a:lnTo>
                  <a:pt x="29" y="40"/>
                </a:lnTo>
                <a:lnTo>
                  <a:pt x="28" y="39"/>
                </a:lnTo>
                <a:lnTo>
                  <a:pt x="28" y="38"/>
                </a:lnTo>
                <a:lnTo>
                  <a:pt x="27" y="37"/>
                </a:lnTo>
                <a:lnTo>
                  <a:pt x="27" y="36"/>
                </a:lnTo>
                <a:lnTo>
                  <a:pt x="26" y="35"/>
                </a:lnTo>
                <a:lnTo>
                  <a:pt x="27" y="35"/>
                </a:lnTo>
                <a:lnTo>
                  <a:pt x="27" y="33"/>
                </a:lnTo>
                <a:lnTo>
                  <a:pt x="26" y="33"/>
                </a:lnTo>
                <a:lnTo>
                  <a:pt x="26" y="32"/>
                </a:lnTo>
                <a:lnTo>
                  <a:pt x="25" y="32"/>
                </a:lnTo>
                <a:lnTo>
                  <a:pt x="25" y="31"/>
                </a:lnTo>
                <a:lnTo>
                  <a:pt x="26" y="29"/>
                </a:lnTo>
                <a:lnTo>
                  <a:pt x="26" y="28"/>
                </a:lnTo>
                <a:lnTo>
                  <a:pt x="25" y="28"/>
                </a:lnTo>
                <a:lnTo>
                  <a:pt x="23" y="28"/>
                </a:lnTo>
                <a:lnTo>
                  <a:pt x="22" y="28"/>
                </a:lnTo>
                <a:lnTo>
                  <a:pt x="22" y="29"/>
                </a:lnTo>
                <a:lnTo>
                  <a:pt x="21" y="30"/>
                </a:lnTo>
                <a:lnTo>
                  <a:pt x="21" y="31"/>
                </a:lnTo>
                <a:lnTo>
                  <a:pt x="22" y="32"/>
                </a:lnTo>
                <a:lnTo>
                  <a:pt x="23" y="32"/>
                </a:lnTo>
                <a:lnTo>
                  <a:pt x="23" y="33"/>
                </a:lnTo>
                <a:lnTo>
                  <a:pt x="22" y="35"/>
                </a:lnTo>
                <a:lnTo>
                  <a:pt x="22" y="36"/>
                </a:lnTo>
                <a:lnTo>
                  <a:pt x="21" y="36"/>
                </a:lnTo>
                <a:lnTo>
                  <a:pt x="20" y="36"/>
                </a:lnTo>
                <a:lnTo>
                  <a:pt x="19" y="36"/>
                </a:lnTo>
                <a:lnTo>
                  <a:pt x="18" y="36"/>
                </a:lnTo>
                <a:lnTo>
                  <a:pt x="18" y="35"/>
                </a:lnTo>
                <a:lnTo>
                  <a:pt x="17" y="35"/>
                </a:lnTo>
                <a:lnTo>
                  <a:pt x="17" y="33"/>
                </a:lnTo>
                <a:lnTo>
                  <a:pt x="17" y="32"/>
                </a:lnTo>
                <a:lnTo>
                  <a:pt x="17" y="31"/>
                </a:lnTo>
                <a:lnTo>
                  <a:pt x="18" y="31"/>
                </a:lnTo>
                <a:lnTo>
                  <a:pt x="18" y="30"/>
                </a:lnTo>
                <a:lnTo>
                  <a:pt x="19" y="29"/>
                </a:lnTo>
                <a:lnTo>
                  <a:pt x="18" y="29"/>
                </a:lnTo>
                <a:lnTo>
                  <a:pt x="18" y="28"/>
                </a:lnTo>
                <a:lnTo>
                  <a:pt x="17" y="28"/>
                </a:lnTo>
                <a:lnTo>
                  <a:pt x="16" y="28"/>
                </a:lnTo>
                <a:lnTo>
                  <a:pt x="16" y="29"/>
                </a:lnTo>
                <a:lnTo>
                  <a:pt x="15" y="29"/>
                </a:lnTo>
                <a:lnTo>
                  <a:pt x="15" y="30"/>
                </a:lnTo>
                <a:lnTo>
                  <a:pt x="14" y="30"/>
                </a:lnTo>
                <a:lnTo>
                  <a:pt x="13" y="29"/>
                </a:lnTo>
                <a:lnTo>
                  <a:pt x="13" y="28"/>
                </a:lnTo>
                <a:lnTo>
                  <a:pt x="12" y="28"/>
                </a:lnTo>
                <a:lnTo>
                  <a:pt x="12" y="27"/>
                </a:lnTo>
                <a:lnTo>
                  <a:pt x="11" y="26"/>
                </a:lnTo>
                <a:lnTo>
                  <a:pt x="10" y="26"/>
                </a:lnTo>
                <a:lnTo>
                  <a:pt x="10" y="25"/>
                </a:lnTo>
                <a:lnTo>
                  <a:pt x="9" y="25"/>
                </a:lnTo>
                <a:lnTo>
                  <a:pt x="8" y="25"/>
                </a:lnTo>
                <a:lnTo>
                  <a:pt x="8" y="24"/>
                </a:lnTo>
                <a:lnTo>
                  <a:pt x="7" y="24"/>
                </a:lnTo>
                <a:lnTo>
                  <a:pt x="7" y="23"/>
                </a:lnTo>
                <a:lnTo>
                  <a:pt x="7" y="22"/>
                </a:lnTo>
                <a:lnTo>
                  <a:pt x="6" y="22"/>
                </a:lnTo>
                <a:lnTo>
                  <a:pt x="6" y="21"/>
                </a:lnTo>
                <a:lnTo>
                  <a:pt x="6" y="20"/>
                </a:lnTo>
                <a:lnTo>
                  <a:pt x="5" y="19"/>
                </a:lnTo>
                <a:lnTo>
                  <a:pt x="4" y="19"/>
                </a:lnTo>
                <a:lnTo>
                  <a:pt x="3" y="19"/>
                </a:lnTo>
                <a:lnTo>
                  <a:pt x="2" y="19"/>
                </a:lnTo>
                <a:lnTo>
                  <a:pt x="2" y="18"/>
                </a:lnTo>
                <a:lnTo>
                  <a:pt x="2" y="17"/>
                </a:lnTo>
                <a:lnTo>
                  <a:pt x="1" y="17"/>
                </a:lnTo>
                <a:lnTo>
                  <a:pt x="1" y="16"/>
                </a:lnTo>
                <a:lnTo>
                  <a:pt x="0" y="16"/>
                </a:lnTo>
                <a:lnTo>
                  <a:pt x="0" y="15"/>
                </a:lnTo>
                <a:lnTo>
                  <a:pt x="1" y="14"/>
                </a:lnTo>
                <a:lnTo>
                  <a:pt x="1" y="13"/>
                </a:lnTo>
                <a:lnTo>
                  <a:pt x="1" y="12"/>
                </a:lnTo>
                <a:lnTo>
                  <a:pt x="0" y="12"/>
                </a:ln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0" y="7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1" y="4"/>
                </a:lnTo>
                <a:lnTo>
                  <a:pt x="2" y="3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2"/>
                </a:lnTo>
                <a:lnTo>
                  <a:pt x="2" y="3"/>
                </a:lnTo>
                <a:moveTo>
                  <a:pt x="31" y="46"/>
                </a:moveTo>
                <a:lnTo>
                  <a:pt x="32" y="45"/>
                </a:lnTo>
                <a:lnTo>
                  <a:pt x="32" y="44"/>
                </a:lnTo>
                <a:lnTo>
                  <a:pt x="31" y="45"/>
                </a:lnTo>
                <a:lnTo>
                  <a:pt x="31" y="46"/>
                </a:lnTo>
                <a:moveTo>
                  <a:pt x="32" y="44"/>
                </a:moveTo>
                <a:lnTo>
                  <a:pt x="32" y="43"/>
                </a:lnTo>
                <a:lnTo>
                  <a:pt x="33" y="43"/>
                </a:lnTo>
                <a:lnTo>
                  <a:pt x="32" y="42"/>
                </a:lnTo>
                <a:lnTo>
                  <a:pt x="32" y="43"/>
                </a:lnTo>
                <a:lnTo>
                  <a:pt x="31" y="43"/>
                </a:lnTo>
                <a:lnTo>
                  <a:pt x="31" y="44"/>
                </a:lnTo>
                <a:lnTo>
                  <a:pt x="32" y="44"/>
                </a:lnTo>
                <a:moveTo>
                  <a:pt x="29" y="40"/>
                </a:moveTo>
                <a:lnTo>
                  <a:pt x="29" y="39"/>
                </a:lnTo>
                <a:lnTo>
                  <a:pt x="29" y="38"/>
                </a:lnTo>
                <a:lnTo>
                  <a:pt x="28" y="38"/>
                </a:lnTo>
                <a:lnTo>
                  <a:pt x="28" y="37"/>
                </a:lnTo>
                <a:lnTo>
                  <a:pt x="28" y="38"/>
                </a:lnTo>
                <a:lnTo>
                  <a:pt x="28" y="39"/>
                </a:lnTo>
                <a:lnTo>
                  <a:pt x="29" y="40"/>
                </a:lnTo>
                <a:moveTo>
                  <a:pt x="24" y="27"/>
                </a:moveTo>
                <a:lnTo>
                  <a:pt x="25" y="27"/>
                </a:lnTo>
                <a:lnTo>
                  <a:pt x="24" y="27"/>
                </a:lnTo>
                <a:moveTo>
                  <a:pt x="1" y="17"/>
                </a:moveTo>
                <a:lnTo>
                  <a:pt x="1" y="17"/>
                </a:lnTo>
                <a:moveTo>
                  <a:pt x="1" y="14"/>
                </a:moveTo>
                <a:lnTo>
                  <a:pt x="1" y="13"/>
                </a:lnTo>
                <a:lnTo>
                  <a:pt x="1" y="14"/>
                </a:lnTo>
                <a:moveTo>
                  <a:pt x="1" y="8"/>
                </a:moveTo>
                <a:lnTo>
                  <a:pt x="1" y="7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moveTo>
                  <a:pt x="3" y="2"/>
                </a:move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24" name=""/>
          <p:cNvSpPr/>
          <p:nvPr/>
        </p:nvSpPr>
        <p:spPr>
          <a:xfrm>
            <a:off x="6996600" y="370404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25" name=""/>
          <p:cNvSpPr/>
          <p:nvPr/>
        </p:nvSpPr>
        <p:spPr>
          <a:xfrm>
            <a:off x="7022520" y="370296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2" y="0"/>
                </a:moveTo>
                <a:lnTo>
                  <a:pt x="4" y="1"/>
                </a:lnTo>
                <a:lnTo>
                  <a:pt x="2" y="1"/>
                </a:ln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  <a:lnTo>
                  <a:pt x="2" y="5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26" name=""/>
          <p:cNvSpPr/>
          <p:nvPr/>
        </p:nvSpPr>
        <p:spPr>
          <a:xfrm>
            <a:off x="7022880" y="3702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27" name=""/>
          <p:cNvSpPr/>
          <p:nvPr/>
        </p:nvSpPr>
        <p:spPr>
          <a:xfrm>
            <a:off x="6995160" y="37008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28" name=""/>
          <p:cNvSpPr/>
          <p:nvPr/>
        </p:nvSpPr>
        <p:spPr>
          <a:xfrm>
            <a:off x="7000920" y="36957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29" name=""/>
          <p:cNvSpPr/>
          <p:nvPr/>
        </p:nvSpPr>
        <p:spPr>
          <a:xfrm>
            <a:off x="7003080" y="36954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30" name=""/>
          <p:cNvSpPr/>
          <p:nvPr/>
        </p:nvSpPr>
        <p:spPr>
          <a:xfrm>
            <a:off x="7041240" y="36925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31" name=""/>
          <p:cNvSpPr/>
          <p:nvPr/>
        </p:nvSpPr>
        <p:spPr>
          <a:xfrm>
            <a:off x="7038720" y="3691080"/>
            <a:ext cx="3240" cy="3240"/>
          </a:xfrm>
          <a:custGeom>
            <a:avLst/>
            <a:gdLst/>
            <a:ahLst/>
            <a:rect l="0" t="0" r="r" b="b"/>
            <a:pathLst>
              <a:path w="9" h="9">
                <a:moveTo>
                  <a:pt x="8" y="1"/>
                </a:moveTo>
                <a:lnTo>
                  <a:pt x="7" y="1"/>
                </a:lnTo>
                <a:lnTo>
                  <a:pt x="7" y="2"/>
                </a:lnTo>
                <a:lnTo>
                  <a:pt x="7" y="3"/>
                </a:lnTo>
                <a:lnTo>
                  <a:pt x="7" y="4"/>
                </a:lnTo>
                <a:lnTo>
                  <a:pt x="8" y="5"/>
                </a:lnTo>
                <a:lnTo>
                  <a:pt x="7" y="5"/>
                </a:lnTo>
                <a:lnTo>
                  <a:pt x="8" y="5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6" y="5"/>
                </a:lnTo>
                <a:lnTo>
                  <a:pt x="5" y="5"/>
                </a:lnTo>
                <a:lnTo>
                  <a:pt x="5" y="7"/>
                </a:lnTo>
                <a:lnTo>
                  <a:pt x="5" y="8"/>
                </a:lnTo>
                <a:lnTo>
                  <a:pt x="3" y="8"/>
                </a:lnTo>
                <a:lnTo>
                  <a:pt x="3" y="9"/>
                </a:lnTo>
                <a:lnTo>
                  <a:pt x="2" y="9"/>
                </a:lnTo>
                <a:lnTo>
                  <a:pt x="1" y="9"/>
                </a:lnTo>
                <a:lnTo>
                  <a:pt x="1" y="8"/>
                </a:lnTo>
                <a:lnTo>
                  <a:pt x="0" y="7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5" y="2"/>
                </a:lnTo>
                <a:lnTo>
                  <a:pt x="6" y="2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9" y="1"/>
                </a:lnTo>
                <a:lnTo>
                  <a:pt x="8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32" name=""/>
          <p:cNvSpPr/>
          <p:nvPr/>
        </p:nvSpPr>
        <p:spPr>
          <a:xfrm>
            <a:off x="7014240" y="3692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33" name=""/>
          <p:cNvSpPr/>
          <p:nvPr/>
        </p:nvSpPr>
        <p:spPr>
          <a:xfrm>
            <a:off x="7010280" y="36918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0"/>
                </a:move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lnTo>
                  <a:pt x="3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34" name=""/>
          <p:cNvSpPr/>
          <p:nvPr/>
        </p:nvSpPr>
        <p:spPr>
          <a:xfrm>
            <a:off x="7011720" y="36914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35" name=""/>
          <p:cNvSpPr/>
          <p:nvPr/>
        </p:nvSpPr>
        <p:spPr>
          <a:xfrm>
            <a:off x="7038000" y="3691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36" name=""/>
          <p:cNvSpPr/>
          <p:nvPr/>
        </p:nvSpPr>
        <p:spPr>
          <a:xfrm>
            <a:off x="7041960" y="369072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37" name=""/>
          <p:cNvSpPr/>
          <p:nvPr/>
        </p:nvSpPr>
        <p:spPr>
          <a:xfrm>
            <a:off x="7044120" y="3690720"/>
            <a:ext cx="2160" cy="720"/>
          </a:xfrm>
          <a:custGeom>
            <a:avLst/>
            <a:gdLst/>
            <a:ahLst/>
            <a:rect l="0" t="0" r="r" b="b"/>
            <a:pathLst>
              <a:path w="6" h="2">
                <a:moveTo>
                  <a:pt x="6" y="0"/>
                </a:moveTo>
                <a:lnTo>
                  <a:pt x="6" y="2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38" name=""/>
          <p:cNvSpPr/>
          <p:nvPr/>
        </p:nvSpPr>
        <p:spPr>
          <a:xfrm>
            <a:off x="7041960" y="368928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2" y="0"/>
                </a:move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  <a:lnTo>
                  <a:pt x="3" y="2"/>
                </a:lnTo>
                <a:lnTo>
                  <a:pt x="3" y="4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39" name=""/>
          <p:cNvSpPr/>
          <p:nvPr/>
        </p:nvSpPr>
        <p:spPr>
          <a:xfrm>
            <a:off x="7037640" y="36889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40" name=""/>
          <p:cNvSpPr/>
          <p:nvPr/>
        </p:nvSpPr>
        <p:spPr>
          <a:xfrm>
            <a:off x="7038720" y="36864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2"/>
                </a:move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41" name=""/>
          <p:cNvSpPr/>
          <p:nvPr/>
        </p:nvSpPr>
        <p:spPr>
          <a:xfrm>
            <a:off x="6983280" y="3647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42" name=""/>
          <p:cNvSpPr/>
          <p:nvPr/>
        </p:nvSpPr>
        <p:spPr>
          <a:xfrm>
            <a:off x="6988680" y="364356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4" y="4"/>
                </a:move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3"/>
                </a:lnTo>
                <a:lnTo>
                  <a:pt x="4" y="3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43" name=""/>
          <p:cNvSpPr/>
          <p:nvPr/>
        </p:nvSpPr>
        <p:spPr>
          <a:xfrm>
            <a:off x="6926040" y="3533760"/>
            <a:ext cx="225720" cy="176040"/>
          </a:xfrm>
          <a:custGeom>
            <a:avLst/>
            <a:gdLst/>
            <a:ahLst/>
            <a:rect l="0" t="0" r="r" b="b"/>
            <a:pathLst>
              <a:path w="627" h="489">
                <a:moveTo>
                  <a:pt x="450" y="3"/>
                </a:moveTo>
                <a:lnTo>
                  <a:pt x="450" y="2"/>
                </a:lnTo>
                <a:lnTo>
                  <a:pt x="451" y="3"/>
                </a:lnTo>
                <a:lnTo>
                  <a:pt x="452" y="3"/>
                </a:lnTo>
                <a:lnTo>
                  <a:pt x="453" y="4"/>
                </a:lnTo>
                <a:lnTo>
                  <a:pt x="452" y="4"/>
                </a:lnTo>
                <a:lnTo>
                  <a:pt x="453" y="4"/>
                </a:lnTo>
                <a:lnTo>
                  <a:pt x="454" y="5"/>
                </a:lnTo>
                <a:lnTo>
                  <a:pt x="453" y="5"/>
                </a:lnTo>
                <a:lnTo>
                  <a:pt x="453" y="6"/>
                </a:lnTo>
                <a:lnTo>
                  <a:pt x="452" y="6"/>
                </a:lnTo>
                <a:lnTo>
                  <a:pt x="452" y="7"/>
                </a:lnTo>
                <a:lnTo>
                  <a:pt x="452" y="8"/>
                </a:lnTo>
                <a:lnTo>
                  <a:pt x="452" y="9"/>
                </a:lnTo>
                <a:lnTo>
                  <a:pt x="453" y="9"/>
                </a:lnTo>
                <a:lnTo>
                  <a:pt x="453" y="10"/>
                </a:lnTo>
                <a:lnTo>
                  <a:pt x="455" y="11"/>
                </a:lnTo>
                <a:lnTo>
                  <a:pt x="456" y="11"/>
                </a:lnTo>
                <a:lnTo>
                  <a:pt x="456" y="12"/>
                </a:lnTo>
                <a:lnTo>
                  <a:pt x="456" y="13"/>
                </a:lnTo>
                <a:lnTo>
                  <a:pt x="456" y="14"/>
                </a:lnTo>
                <a:lnTo>
                  <a:pt x="457" y="14"/>
                </a:lnTo>
                <a:lnTo>
                  <a:pt x="458" y="14"/>
                </a:lnTo>
                <a:lnTo>
                  <a:pt x="459" y="14"/>
                </a:lnTo>
                <a:lnTo>
                  <a:pt x="460" y="15"/>
                </a:lnTo>
                <a:lnTo>
                  <a:pt x="461" y="15"/>
                </a:lnTo>
                <a:lnTo>
                  <a:pt x="462" y="16"/>
                </a:lnTo>
                <a:lnTo>
                  <a:pt x="463" y="17"/>
                </a:lnTo>
                <a:lnTo>
                  <a:pt x="463" y="18"/>
                </a:lnTo>
                <a:lnTo>
                  <a:pt x="464" y="18"/>
                </a:lnTo>
                <a:lnTo>
                  <a:pt x="464" y="19"/>
                </a:lnTo>
                <a:lnTo>
                  <a:pt x="465" y="19"/>
                </a:lnTo>
                <a:lnTo>
                  <a:pt x="465" y="20"/>
                </a:lnTo>
                <a:lnTo>
                  <a:pt x="466" y="20"/>
                </a:lnTo>
                <a:lnTo>
                  <a:pt x="466" y="21"/>
                </a:lnTo>
                <a:lnTo>
                  <a:pt x="467" y="21"/>
                </a:lnTo>
                <a:lnTo>
                  <a:pt x="468" y="22"/>
                </a:lnTo>
                <a:lnTo>
                  <a:pt x="469" y="22"/>
                </a:lnTo>
                <a:lnTo>
                  <a:pt x="469" y="21"/>
                </a:lnTo>
                <a:lnTo>
                  <a:pt x="470" y="21"/>
                </a:lnTo>
                <a:lnTo>
                  <a:pt x="471" y="21"/>
                </a:lnTo>
                <a:lnTo>
                  <a:pt x="472" y="21"/>
                </a:lnTo>
                <a:lnTo>
                  <a:pt x="473" y="21"/>
                </a:lnTo>
                <a:lnTo>
                  <a:pt x="474" y="21"/>
                </a:lnTo>
                <a:lnTo>
                  <a:pt x="474" y="22"/>
                </a:lnTo>
                <a:lnTo>
                  <a:pt x="475" y="22"/>
                </a:lnTo>
                <a:lnTo>
                  <a:pt x="476" y="22"/>
                </a:lnTo>
                <a:lnTo>
                  <a:pt x="475" y="23"/>
                </a:lnTo>
                <a:lnTo>
                  <a:pt x="476" y="24"/>
                </a:lnTo>
                <a:lnTo>
                  <a:pt x="475" y="24"/>
                </a:lnTo>
                <a:lnTo>
                  <a:pt x="475" y="25"/>
                </a:lnTo>
                <a:lnTo>
                  <a:pt x="476" y="25"/>
                </a:lnTo>
                <a:lnTo>
                  <a:pt x="477" y="25"/>
                </a:lnTo>
                <a:lnTo>
                  <a:pt x="478" y="25"/>
                </a:lnTo>
                <a:lnTo>
                  <a:pt x="479" y="25"/>
                </a:lnTo>
                <a:lnTo>
                  <a:pt x="479" y="26"/>
                </a:lnTo>
                <a:lnTo>
                  <a:pt x="480" y="26"/>
                </a:lnTo>
                <a:lnTo>
                  <a:pt x="481" y="26"/>
                </a:lnTo>
                <a:lnTo>
                  <a:pt x="482" y="26"/>
                </a:lnTo>
                <a:lnTo>
                  <a:pt x="483" y="26"/>
                </a:lnTo>
                <a:lnTo>
                  <a:pt x="483" y="25"/>
                </a:lnTo>
                <a:lnTo>
                  <a:pt x="484" y="25"/>
                </a:lnTo>
                <a:lnTo>
                  <a:pt x="485" y="24"/>
                </a:lnTo>
                <a:lnTo>
                  <a:pt x="485" y="25"/>
                </a:lnTo>
                <a:lnTo>
                  <a:pt x="485" y="26"/>
                </a:lnTo>
                <a:lnTo>
                  <a:pt x="486" y="27"/>
                </a:lnTo>
                <a:lnTo>
                  <a:pt x="488" y="27"/>
                </a:lnTo>
                <a:lnTo>
                  <a:pt x="489" y="27"/>
                </a:lnTo>
                <a:lnTo>
                  <a:pt x="490" y="27"/>
                </a:lnTo>
                <a:lnTo>
                  <a:pt x="491" y="27"/>
                </a:lnTo>
                <a:lnTo>
                  <a:pt x="490" y="27"/>
                </a:lnTo>
                <a:lnTo>
                  <a:pt x="490" y="28"/>
                </a:lnTo>
                <a:lnTo>
                  <a:pt x="491" y="28"/>
                </a:lnTo>
                <a:lnTo>
                  <a:pt x="490" y="28"/>
                </a:lnTo>
                <a:lnTo>
                  <a:pt x="490" y="29"/>
                </a:lnTo>
                <a:lnTo>
                  <a:pt x="491" y="29"/>
                </a:lnTo>
                <a:lnTo>
                  <a:pt x="490" y="30"/>
                </a:lnTo>
                <a:lnTo>
                  <a:pt x="490" y="31"/>
                </a:lnTo>
                <a:lnTo>
                  <a:pt x="491" y="31"/>
                </a:lnTo>
                <a:lnTo>
                  <a:pt x="491" y="32"/>
                </a:lnTo>
                <a:lnTo>
                  <a:pt x="490" y="32"/>
                </a:lnTo>
                <a:lnTo>
                  <a:pt x="490" y="33"/>
                </a:lnTo>
                <a:lnTo>
                  <a:pt x="491" y="33"/>
                </a:lnTo>
                <a:lnTo>
                  <a:pt x="491" y="34"/>
                </a:lnTo>
                <a:lnTo>
                  <a:pt x="492" y="34"/>
                </a:lnTo>
                <a:lnTo>
                  <a:pt x="492" y="35"/>
                </a:lnTo>
                <a:lnTo>
                  <a:pt x="493" y="35"/>
                </a:lnTo>
                <a:lnTo>
                  <a:pt x="494" y="35"/>
                </a:lnTo>
                <a:lnTo>
                  <a:pt x="494" y="36"/>
                </a:lnTo>
                <a:lnTo>
                  <a:pt x="495" y="36"/>
                </a:lnTo>
                <a:lnTo>
                  <a:pt x="495" y="37"/>
                </a:lnTo>
                <a:lnTo>
                  <a:pt x="496" y="37"/>
                </a:lnTo>
                <a:lnTo>
                  <a:pt x="496" y="38"/>
                </a:lnTo>
                <a:lnTo>
                  <a:pt x="497" y="38"/>
                </a:lnTo>
                <a:lnTo>
                  <a:pt x="498" y="38"/>
                </a:lnTo>
                <a:lnTo>
                  <a:pt x="498" y="39"/>
                </a:lnTo>
                <a:lnTo>
                  <a:pt x="499" y="39"/>
                </a:lnTo>
                <a:lnTo>
                  <a:pt x="500" y="40"/>
                </a:lnTo>
                <a:lnTo>
                  <a:pt x="500" y="41"/>
                </a:lnTo>
                <a:lnTo>
                  <a:pt x="501" y="41"/>
                </a:lnTo>
                <a:lnTo>
                  <a:pt x="502" y="42"/>
                </a:lnTo>
                <a:lnTo>
                  <a:pt x="503" y="42"/>
                </a:lnTo>
                <a:lnTo>
                  <a:pt x="503" y="43"/>
                </a:lnTo>
                <a:lnTo>
                  <a:pt x="504" y="43"/>
                </a:lnTo>
                <a:lnTo>
                  <a:pt x="503" y="44"/>
                </a:lnTo>
                <a:lnTo>
                  <a:pt x="501" y="45"/>
                </a:lnTo>
                <a:lnTo>
                  <a:pt x="500" y="46"/>
                </a:lnTo>
                <a:lnTo>
                  <a:pt x="500" y="47"/>
                </a:lnTo>
                <a:lnTo>
                  <a:pt x="499" y="47"/>
                </a:lnTo>
                <a:lnTo>
                  <a:pt x="498" y="48"/>
                </a:lnTo>
                <a:lnTo>
                  <a:pt x="497" y="49"/>
                </a:lnTo>
                <a:lnTo>
                  <a:pt x="497" y="50"/>
                </a:lnTo>
                <a:lnTo>
                  <a:pt x="496" y="50"/>
                </a:lnTo>
                <a:lnTo>
                  <a:pt x="496" y="51"/>
                </a:lnTo>
                <a:lnTo>
                  <a:pt x="495" y="51"/>
                </a:lnTo>
                <a:lnTo>
                  <a:pt x="496" y="51"/>
                </a:lnTo>
                <a:lnTo>
                  <a:pt x="496" y="52"/>
                </a:lnTo>
                <a:lnTo>
                  <a:pt x="497" y="53"/>
                </a:lnTo>
                <a:lnTo>
                  <a:pt x="498" y="53"/>
                </a:lnTo>
                <a:lnTo>
                  <a:pt x="499" y="54"/>
                </a:lnTo>
                <a:lnTo>
                  <a:pt x="500" y="54"/>
                </a:lnTo>
                <a:lnTo>
                  <a:pt x="501" y="54"/>
                </a:lnTo>
                <a:lnTo>
                  <a:pt x="502" y="53"/>
                </a:lnTo>
                <a:lnTo>
                  <a:pt x="503" y="53"/>
                </a:lnTo>
                <a:lnTo>
                  <a:pt x="504" y="54"/>
                </a:lnTo>
                <a:lnTo>
                  <a:pt x="505" y="55"/>
                </a:lnTo>
                <a:lnTo>
                  <a:pt x="505" y="56"/>
                </a:lnTo>
                <a:lnTo>
                  <a:pt x="505" y="57"/>
                </a:lnTo>
                <a:lnTo>
                  <a:pt x="504" y="57"/>
                </a:lnTo>
                <a:lnTo>
                  <a:pt x="504" y="58"/>
                </a:lnTo>
                <a:lnTo>
                  <a:pt x="503" y="58"/>
                </a:lnTo>
                <a:lnTo>
                  <a:pt x="502" y="58"/>
                </a:lnTo>
                <a:lnTo>
                  <a:pt x="502" y="59"/>
                </a:lnTo>
                <a:lnTo>
                  <a:pt x="501" y="59"/>
                </a:lnTo>
                <a:lnTo>
                  <a:pt x="500" y="60"/>
                </a:lnTo>
                <a:lnTo>
                  <a:pt x="499" y="60"/>
                </a:lnTo>
                <a:lnTo>
                  <a:pt x="498" y="61"/>
                </a:lnTo>
                <a:lnTo>
                  <a:pt x="498" y="62"/>
                </a:lnTo>
                <a:lnTo>
                  <a:pt x="498" y="63"/>
                </a:lnTo>
                <a:lnTo>
                  <a:pt x="499" y="63"/>
                </a:lnTo>
                <a:lnTo>
                  <a:pt x="501" y="63"/>
                </a:lnTo>
                <a:lnTo>
                  <a:pt x="502" y="63"/>
                </a:lnTo>
                <a:lnTo>
                  <a:pt x="503" y="63"/>
                </a:lnTo>
                <a:lnTo>
                  <a:pt x="503" y="64"/>
                </a:lnTo>
                <a:lnTo>
                  <a:pt x="504" y="64"/>
                </a:lnTo>
                <a:lnTo>
                  <a:pt x="504" y="63"/>
                </a:lnTo>
                <a:lnTo>
                  <a:pt x="505" y="63"/>
                </a:lnTo>
                <a:lnTo>
                  <a:pt x="505" y="64"/>
                </a:lnTo>
                <a:lnTo>
                  <a:pt x="505" y="65"/>
                </a:lnTo>
                <a:lnTo>
                  <a:pt x="506" y="65"/>
                </a:lnTo>
                <a:lnTo>
                  <a:pt x="506" y="66"/>
                </a:lnTo>
                <a:lnTo>
                  <a:pt x="506" y="67"/>
                </a:lnTo>
                <a:lnTo>
                  <a:pt x="506" y="68"/>
                </a:lnTo>
                <a:lnTo>
                  <a:pt x="506" y="69"/>
                </a:lnTo>
                <a:lnTo>
                  <a:pt x="507" y="69"/>
                </a:lnTo>
                <a:lnTo>
                  <a:pt x="508" y="68"/>
                </a:lnTo>
                <a:lnTo>
                  <a:pt x="507" y="67"/>
                </a:lnTo>
                <a:lnTo>
                  <a:pt x="507" y="66"/>
                </a:lnTo>
                <a:lnTo>
                  <a:pt x="508" y="66"/>
                </a:lnTo>
                <a:lnTo>
                  <a:pt x="509" y="65"/>
                </a:lnTo>
                <a:lnTo>
                  <a:pt x="510" y="65"/>
                </a:lnTo>
                <a:lnTo>
                  <a:pt x="511" y="64"/>
                </a:lnTo>
                <a:lnTo>
                  <a:pt x="512" y="64"/>
                </a:lnTo>
                <a:lnTo>
                  <a:pt x="513" y="64"/>
                </a:lnTo>
                <a:lnTo>
                  <a:pt x="514" y="64"/>
                </a:lnTo>
                <a:lnTo>
                  <a:pt x="514" y="63"/>
                </a:lnTo>
                <a:lnTo>
                  <a:pt x="514" y="62"/>
                </a:lnTo>
                <a:lnTo>
                  <a:pt x="515" y="62"/>
                </a:lnTo>
                <a:lnTo>
                  <a:pt x="516" y="62"/>
                </a:lnTo>
                <a:lnTo>
                  <a:pt x="516" y="61"/>
                </a:lnTo>
                <a:lnTo>
                  <a:pt x="517" y="61"/>
                </a:lnTo>
                <a:lnTo>
                  <a:pt x="518" y="60"/>
                </a:lnTo>
                <a:lnTo>
                  <a:pt x="519" y="59"/>
                </a:lnTo>
                <a:lnTo>
                  <a:pt x="520" y="59"/>
                </a:lnTo>
                <a:lnTo>
                  <a:pt x="520" y="58"/>
                </a:lnTo>
                <a:lnTo>
                  <a:pt x="519" y="58"/>
                </a:lnTo>
                <a:lnTo>
                  <a:pt x="520" y="58"/>
                </a:lnTo>
                <a:lnTo>
                  <a:pt x="520" y="57"/>
                </a:lnTo>
                <a:lnTo>
                  <a:pt x="521" y="57"/>
                </a:lnTo>
                <a:lnTo>
                  <a:pt x="521" y="56"/>
                </a:lnTo>
                <a:lnTo>
                  <a:pt x="522" y="56"/>
                </a:lnTo>
                <a:lnTo>
                  <a:pt x="523" y="55"/>
                </a:lnTo>
                <a:lnTo>
                  <a:pt x="522" y="55"/>
                </a:lnTo>
                <a:lnTo>
                  <a:pt x="522" y="54"/>
                </a:lnTo>
                <a:lnTo>
                  <a:pt x="522" y="53"/>
                </a:lnTo>
                <a:lnTo>
                  <a:pt x="523" y="53"/>
                </a:lnTo>
                <a:lnTo>
                  <a:pt x="524" y="53"/>
                </a:lnTo>
                <a:lnTo>
                  <a:pt x="525" y="54"/>
                </a:lnTo>
                <a:lnTo>
                  <a:pt x="525" y="53"/>
                </a:lnTo>
                <a:lnTo>
                  <a:pt x="525" y="52"/>
                </a:lnTo>
                <a:lnTo>
                  <a:pt x="526" y="52"/>
                </a:lnTo>
                <a:lnTo>
                  <a:pt x="526" y="51"/>
                </a:lnTo>
                <a:lnTo>
                  <a:pt x="526" y="50"/>
                </a:lnTo>
                <a:lnTo>
                  <a:pt x="526" y="49"/>
                </a:lnTo>
                <a:lnTo>
                  <a:pt x="526" y="48"/>
                </a:lnTo>
                <a:lnTo>
                  <a:pt x="526" y="47"/>
                </a:lnTo>
                <a:lnTo>
                  <a:pt x="527" y="46"/>
                </a:lnTo>
                <a:lnTo>
                  <a:pt x="527" y="45"/>
                </a:lnTo>
                <a:lnTo>
                  <a:pt x="528" y="45"/>
                </a:lnTo>
                <a:lnTo>
                  <a:pt x="529" y="44"/>
                </a:lnTo>
                <a:lnTo>
                  <a:pt x="530" y="44"/>
                </a:lnTo>
                <a:lnTo>
                  <a:pt x="530" y="43"/>
                </a:lnTo>
                <a:lnTo>
                  <a:pt x="531" y="43"/>
                </a:lnTo>
                <a:lnTo>
                  <a:pt x="531" y="44"/>
                </a:lnTo>
                <a:lnTo>
                  <a:pt x="532" y="44"/>
                </a:lnTo>
                <a:lnTo>
                  <a:pt x="533" y="44"/>
                </a:lnTo>
                <a:lnTo>
                  <a:pt x="533" y="43"/>
                </a:lnTo>
                <a:lnTo>
                  <a:pt x="533" y="42"/>
                </a:lnTo>
                <a:lnTo>
                  <a:pt x="534" y="42"/>
                </a:lnTo>
                <a:lnTo>
                  <a:pt x="534" y="41"/>
                </a:lnTo>
                <a:lnTo>
                  <a:pt x="535" y="41"/>
                </a:lnTo>
                <a:lnTo>
                  <a:pt x="536" y="40"/>
                </a:lnTo>
                <a:lnTo>
                  <a:pt x="536" y="39"/>
                </a:lnTo>
                <a:lnTo>
                  <a:pt x="537" y="38"/>
                </a:lnTo>
                <a:lnTo>
                  <a:pt x="538" y="38"/>
                </a:lnTo>
                <a:lnTo>
                  <a:pt x="538" y="39"/>
                </a:lnTo>
                <a:lnTo>
                  <a:pt x="539" y="38"/>
                </a:lnTo>
                <a:lnTo>
                  <a:pt x="540" y="38"/>
                </a:lnTo>
                <a:lnTo>
                  <a:pt x="541" y="38"/>
                </a:lnTo>
                <a:lnTo>
                  <a:pt x="542" y="38"/>
                </a:lnTo>
                <a:lnTo>
                  <a:pt x="542" y="39"/>
                </a:lnTo>
                <a:lnTo>
                  <a:pt x="543" y="39"/>
                </a:lnTo>
                <a:lnTo>
                  <a:pt x="543" y="38"/>
                </a:lnTo>
                <a:lnTo>
                  <a:pt x="544" y="38"/>
                </a:lnTo>
                <a:lnTo>
                  <a:pt x="544" y="37"/>
                </a:lnTo>
                <a:lnTo>
                  <a:pt x="545" y="37"/>
                </a:lnTo>
                <a:lnTo>
                  <a:pt x="546" y="37"/>
                </a:lnTo>
                <a:lnTo>
                  <a:pt x="545" y="37"/>
                </a:lnTo>
                <a:lnTo>
                  <a:pt x="546" y="37"/>
                </a:lnTo>
                <a:lnTo>
                  <a:pt x="546" y="38"/>
                </a:lnTo>
                <a:lnTo>
                  <a:pt x="546" y="39"/>
                </a:lnTo>
                <a:lnTo>
                  <a:pt x="545" y="39"/>
                </a:lnTo>
                <a:lnTo>
                  <a:pt x="545" y="40"/>
                </a:lnTo>
                <a:lnTo>
                  <a:pt x="545" y="41"/>
                </a:lnTo>
                <a:lnTo>
                  <a:pt x="545" y="42"/>
                </a:lnTo>
                <a:lnTo>
                  <a:pt x="546" y="43"/>
                </a:lnTo>
                <a:lnTo>
                  <a:pt x="545" y="43"/>
                </a:lnTo>
                <a:lnTo>
                  <a:pt x="544" y="44"/>
                </a:lnTo>
                <a:lnTo>
                  <a:pt x="543" y="45"/>
                </a:lnTo>
                <a:lnTo>
                  <a:pt x="543" y="46"/>
                </a:lnTo>
                <a:lnTo>
                  <a:pt x="542" y="47"/>
                </a:lnTo>
                <a:lnTo>
                  <a:pt x="541" y="47"/>
                </a:lnTo>
                <a:lnTo>
                  <a:pt x="541" y="48"/>
                </a:lnTo>
                <a:lnTo>
                  <a:pt x="542" y="48"/>
                </a:lnTo>
                <a:lnTo>
                  <a:pt x="542" y="49"/>
                </a:lnTo>
                <a:lnTo>
                  <a:pt x="543" y="50"/>
                </a:lnTo>
                <a:lnTo>
                  <a:pt x="543" y="51"/>
                </a:lnTo>
                <a:lnTo>
                  <a:pt x="543" y="52"/>
                </a:lnTo>
                <a:lnTo>
                  <a:pt x="544" y="52"/>
                </a:lnTo>
                <a:lnTo>
                  <a:pt x="543" y="53"/>
                </a:lnTo>
                <a:lnTo>
                  <a:pt x="544" y="54"/>
                </a:lnTo>
                <a:lnTo>
                  <a:pt x="544" y="55"/>
                </a:lnTo>
                <a:lnTo>
                  <a:pt x="543" y="56"/>
                </a:lnTo>
                <a:lnTo>
                  <a:pt x="543" y="57"/>
                </a:lnTo>
                <a:lnTo>
                  <a:pt x="544" y="57"/>
                </a:lnTo>
                <a:lnTo>
                  <a:pt x="544" y="58"/>
                </a:lnTo>
                <a:lnTo>
                  <a:pt x="543" y="58"/>
                </a:lnTo>
                <a:lnTo>
                  <a:pt x="543" y="59"/>
                </a:lnTo>
                <a:lnTo>
                  <a:pt x="543" y="60"/>
                </a:lnTo>
                <a:lnTo>
                  <a:pt x="542" y="60"/>
                </a:lnTo>
                <a:lnTo>
                  <a:pt x="542" y="61"/>
                </a:lnTo>
                <a:lnTo>
                  <a:pt x="542" y="62"/>
                </a:lnTo>
                <a:lnTo>
                  <a:pt x="542" y="63"/>
                </a:lnTo>
                <a:lnTo>
                  <a:pt x="542" y="64"/>
                </a:lnTo>
                <a:lnTo>
                  <a:pt x="542" y="65"/>
                </a:lnTo>
                <a:lnTo>
                  <a:pt x="542" y="66"/>
                </a:lnTo>
                <a:lnTo>
                  <a:pt x="543" y="66"/>
                </a:lnTo>
                <a:lnTo>
                  <a:pt x="543" y="67"/>
                </a:lnTo>
                <a:lnTo>
                  <a:pt x="543" y="68"/>
                </a:lnTo>
                <a:lnTo>
                  <a:pt x="542" y="68"/>
                </a:lnTo>
                <a:lnTo>
                  <a:pt x="543" y="69"/>
                </a:lnTo>
                <a:lnTo>
                  <a:pt x="543" y="70"/>
                </a:lnTo>
                <a:lnTo>
                  <a:pt x="543" y="71"/>
                </a:lnTo>
                <a:lnTo>
                  <a:pt x="544" y="72"/>
                </a:lnTo>
                <a:lnTo>
                  <a:pt x="545" y="72"/>
                </a:lnTo>
                <a:lnTo>
                  <a:pt x="546" y="72"/>
                </a:lnTo>
                <a:lnTo>
                  <a:pt x="547" y="72"/>
                </a:lnTo>
                <a:lnTo>
                  <a:pt x="547" y="71"/>
                </a:lnTo>
                <a:lnTo>
                  <a:pt x="548" y="71"/>
                </a:lnTo>
                <a:lnTo>
                  <a:pt x="548" y="70"/>
                </a:lnTo>
                <a:lnTo>
                  <a:pt x="548" y="69"/>
                </a:lnTo>
                <a:lnTo>
                  <a:pt x="548" y="70"/>
                </a:lnTo>
                <a:lnTo>
                  <a:pt x="549" y="69"/>
                </a:lnTo>
                <a:lnTo>
                  <a:pt x="550" y="70"/>
                </a:lnTo>
                <a:lnTo>
                  <a:pt x="551" y="70"/>
                </a:lnTo>
                <a:lnTo>
                  <a:pt x="551" y="71"/>
                </a:lnTo>
                <a:lnTo>
                  <a:pt x="552" y="71"/>
                </a:lnTo>
                <a:lnTo>
                  <a:pt x="553" y="71"/>
                </a:lnTo>
                <a:lnTo>
                  <a:pt x="553" y="72"/>
                </a:lnTo>
                <a:lnTo>
                  <a:pt x="553" y="73"/>
                </a:lnTo>
                <a:lnTo>
                  <a:pt x="554" y="73"/>
                </a:lnTo>
                <a:lnTo>
                  <a:pt x="555" y="74"/>
                </a:lnTo>
                <a:lnTo>
                  <a:pt x="555" y="75"/>
                </a:lnTo>
                <a:lnTo>
                  <a:pt x="554" y="75"/>
                </a:lnTo>
                <a:lnTo>
                  <a:pt x="553" y="76"/>
                </a:lnTo>
                <a:lnTo>
                  <a:pt x="554" y="76"/>
                </a:lnTo>
                <a:lnTo>
                  <a:pt x="555" y="76"/>
                </a:lnTo>
                <a:lnTo>
                  <a:pt x="555" y="77"/>
                </a:lnTo>
                <a:lnTo>
                  <a:pt x="555" y="78"/>
                </a:lnTo>
                <a:lnTo>
                  <a:pt x="554" y="78"/>
                </a:lnTo>
                <a:lnTo>
                  <a:pt x="554" y="79"/>
                </a:lnTo>
                <a:lnTo>
                  <a:pt x="553" y="79"/>
                </a:lnTo>
                <a:lnTo>
                  <a:pt x="552" y="79"/>
                </a:lnTo>
                <a:lnTo>
                  <a:pt x="553" y="79"/>
                </a:lnTo>
                <a:lnTo>
                  <a:pt x="553" y="80"/>
                </a:lnTo>
                <a:lnTo>
                  <a:pt x="553" y="81"/>
                </a:lnTo>
                <a:lnTo>
                  <a:pt x="554" y="81"/>
                </a:lnTo>
                <a:lnTo>
                  <a:pt x="554" y="82"/>
                </a:lnTo>
                <a:lnTo>
                  <a:pt x="554" y="83"/>
                </a:lnTo>
                <a:lnTo>
                  <a:pt x="553" y="83"/>
                </a:lnTo>
                <a:lnTo>
                  <a:pt x="552" y="83"/>
                </a:lnTo>
                <a:lnTo>
                  <a:pt x="552" y="84"/>
                </a:lnTo>
                <a:lnTo>
                  <a:pt x="553" y="84"/>
                </a:lnTo>
                <a:lnTo>
                  <a:pt x="554" y="84"/>
                </a:lnTo>
                <a:lnTo>
                  <a:pt x="555" y="84"/>
                </a:lnTo>
                <a:lnTo>
                  <a:pt x="555" y="85"/>
                </a:lnTo>
                <a:lnTo>
                  <a:pt x="556" y="85"/>
                </a:lnTo>
                <a:lnTo>
                  <a:pt x="557" y="85"/>
                </a:lnTo>
                <a:lnTo>
                  <a:pt x="556" y="85"/>
                </a:lnTo>
                <a:lnTo>
                  <a:pt x="557" y="86"/>
                </a:lnTo>
                <a:lnTo>
                  <a:pt x="557" y="87"/>
                </a:lnTo>
                <a:lnTo>
                  <a:pt x="557" y="88"/>
                </a:lnTo>
                <a:lnTo>
                  <a:pt x="556" y="88"/>
                </a:lnTo>
                <a:lnTo>
                  <a:pt x="557" y="89"/>
                </a:lnTo>
                <a:lnTo>
                  <a:pt x="558" y="89"/>
                </a:lnTo>
                <a:lnTo>
                  <a:pt x="558" y="90"/>
                </a:lnTo>
                <a:lnTo>
                  <a:pt x="559" y="90"/>
                </a:lnTo>
                <a:lnTo>
                  <a:pt x="560" y="89"/>
                </a:lnTo>
                <a:lnTo>
                  <a:pt x="561" y="89"/>
                </a:lnTo>
                <a:lnTo>
                  <a:pt x="561" y="90"/>
                </a:lnTo>
                <a:lnTo>
                  <a:pt x="561" y="89"/>
                </a:lnTo>
                <a:lnTo>
                  <a:pt x="562" y="89"/>
                </a:lnTo>
                <a:lnTo>
                  <a:pt x="563" y="89"/>
                </a:lnTo>
                <a:lnTo>
                  <a:pt x="564" y="89"/>
                </a:lnTo>
                <a:lnTo>
                  <a:pt x="564" y="90"/>
                </a:lnTo>
                <a:lnTo>
                  <a:pt x="564" y="91"/>
                </a:lnTo>
                <a:lnTo>
                  <a:pt x="563" y="91"/>
                </a:lnTo>
                <a:lnTo>
                  <a:pt x="564" y="91"/>
                </a:lnTo>
                <a:lnTo>
                  <a:pt x="564" y="92"/>
                </a:lnTo>
                <a:lnTo>
                  <a:pt x="563" y="92"/>
                </a:lnTo>
                <a:lnTo>
                  <a:pt x="563" y="93"/>
                </a:lnTo>
                <a:lnTo>
                  <a:pt x="563" y="94"/>
                </a:lnTo>
                <a:lnTo>
                  <a:pt x="563" y="95"/>
                </a:lnTo>
                <a:lnTo>
                  <a:pt x="563" y="96"/>
                </a:lnTo>
                <a:lnTo>
                  <a:pt x="562" y="96"/>
                </a:lnTo>
                <a:lnTo>
                  <a:pt x="562" y="97"/>
                </a:lnTo>
                <a:lnTo>
                  <a:pt x="562" y="98"/>
                </a:lnTo>
                <a:lnTo>
                  <a:pt x="561" y="98"/>
                </a:lnTo>
                <a:lnTo>
                  <a:pt x="562" y="98"/>
                </a:lnTo>
                <a:lnTo>
                  <a:pt x="562" y="99"/>
                </a:lnTo>
                <a:lnTo>
                  <a:pt x="563" y="99"/>
                </a:lnTo>
                <a:lnTo>
                  <a:pt x="563" y="100"/>
                </a:lnTo>
                <a:lnTo>
                  <a:pt x="563" y="101"/>
                </a:lnTo>
                <a:lnTo>
                  <a:pt x="562" y="101"/>
                </a:lnTo>
                <a:lnTo>
                  <a:pt x="562" y="102"/>
                </a:lnTo>
                <a:lnTo>
                  <a:pt x="561" y="102"/>
                </a:lnTo>
                <a:lnTo>
                  <a:pt x="562" y="102"/>
                </a:lnTo>
                <a:lnTo>
                  <a:pt x="563" y="102"/>
                </a:lnTo>
                <a:lnTo>
                  <a:pt x="564" y="102"/>
                </a:lnTo>
                <a:lnTo>
                  <a:pt x="564" y="103"/>
                </a:lnTo>
                <a:lnTo>
                  <a:pt x="565" y="103"/>
                </a:lnTo>
                <a:lnTo>
                  <a:pt x="565" y="104"/>
                </a:lnTo>
                <a:lnTo>
                  <a:pt x="566" y="104"/>
                </a:lnTo>
                <a:lnTo>
                  <a:pt x="566" y="105"/>
                </a:lnTo>
                <a:lnTo>
                  <a:pt x="567" y="105"/>
                </a:lnTo>
                <a:lnTo>
                  <a:pt x="568" y="105"/>
                </a:lnTo>
                <a:lnTo>
                  <a:pt x="568" y="106"/>
                </a:lnTo>
                <a:lnTo>
                  <a:pt x="569" y="106"/>
                </a:lnTo>
                <a:lnTo>
                  <a:pt x="569" y="107"/>
                </a:lnTo>
                <a:lnTo>
                  <a:pt x="568" y="107"/>
                </a:lnTo>
                <a:lnTo>
                  <a:pt x="568" y="108"/>
                </a:lnTo>
                <a:lnTo>
                  <a:pt x="569" y="108"/>
                </a:lnTo>
                <a:lnTo>
                  <a:pt x="570" y="108"/>
                </a:lnTo>
                <a:lnTo>
                  <a:pt x="571" y="109"/>
                </a:lnTo>
                <a:lnTo>
                  <a:pt x="572" y="109"/>
                </a:lnTo>
                <a:lnTo>
                  <a:pt x="572" y="110"/>
                </a:lnTo>
                <a:lnTo>
                  <a:pt x="572" y="111"/>
                </a:lnTo>
                <a:lnTo>
                  <a:pt x="573" y="111"/>
                </a:lnTo>
                <a:lnTo>
                  <a:pt x="573" y="112"/>
                </a:lnTo>
                <a:lnTo>
                  <a:pt x="572" y="113"/>
                </a:lnTo>
                <a:lnTo>
                  <a:pt x="572" y="114"/>
                </a:lnTo>
                <a:lnTo>
                  <a:pt x="573" y="114"/>
                </a:lnTo>
                <a:lnTo>
                  <a:pt x="574" y="115"/>
                </a:lnTo>
                <a:lnTo>
                  <a:pt x="574" y="116"/>
                </a:lnTo>
                <a:lnTo>
                  <a:pt x="573" y="116"/>
                </a:lnTo>
                <a:lnTo>
                  <a:pt x="572" y="116"/>
                </a:lnTo>
                <a:lnTo>
                  <a:pt x="571" y="116"/>
                </a:lnTo>
                <a:lnTo>
                  <a:pt x="571" y="117"/>
                </a:lnTo>
                <a:lnTo>
                  <a:pt x="570" y="117"/>
                </a:lnTo>
                <a:lnTo>
                  <a:pt x="571" y="117"/>
                </a:lnTo>
                <a:lnTo>
                  <a:pt x="571" y="118"/>
                </a:lnTo>
                <a:lnTo>
                  <a:pt x="571" y="119"/>
                </a:lnTo>
                <a:lnTo>
                  <a:pt x="572" y="119"/>
                </a:lnTo>
                <a:lnTo>
                  <a:pt x="572" y="120"/>
                </a:lnTo>
                <a:lnTo>
                  <a:pt x="571" y="120"/>
                </a:lnTo>
                <a:lnTo>
                  <a:pt x="571" y="121"/>
                </a:lnTo>
                <a:lnTo>
                  <a:pt x="572" y="121"/>
                </a:lnTo>
                <a:lnTo>
                  <a:pt x="572" y="122"/>
                </a:lnTo>
                <a:lnTo>
                  <a:pt x="573" y="122"/>
                </a:lnTo>
                <a:lnTo>
                  <a:pt x="574" y="122"/>
                </a:lnTo>
                <a:lnTo>
                  <a:pt x="575" y="122"/>
                </a:lnTo>
                <a:lnTo>
                  <a:pt x="576" y="122"/>
                </a:lnTo>
                <a:lnTo>
                  <a:pt x="577" y="121"/>
                </a:lnTo>
                <a:lnTo>
                  <a:pt x="578" y="121"/>
                </a:lnTo>
                <a:lnTo>
                  <a:pt x="579" y="121"/>
                </a:lnTo>
                <a:lnTo>
                  <a:pt x="579" y="122"/>
                </a:lnTo>
                <a:lnTo>
                  <a:pt x="580" y="122"/>
                </a:lnTo>
                <a:lnTo>
                  <a:pt x="580" y="123"/>
                </a:lnTo>
                <a:lnTo>
                  <a:pt x="581" y="123"/>
                </a:lnTo>
                <a:lnTo>
                  <a:pt x="582" y="123"/>
                </a:lnTo>
                <a:lnTo>
                  <a:pt x="582" y="124"/>
                </a:lnTo>
                <a:lnTo>
                  <a:pt x="582" y="125"/>
                </a:lnTo>
                <a:lnTo>
                  <a:pt x="581" y="125"/>
                </a:lnTo>
                <a:lnTo>
                  <a:pt x="580" y="125"/>
                </a:lnTo>
                <a:lnTo>
                  <a:pt x="580" y="126"/>
                </a:lnTo>
                <a:lnTo>
                  <a:pt x="581" y="127"/>
                </a:lnTo>
                <a:lnTo>
                  <a:pt x="581" y="128"/>
                </a:lnTo>
                <a:lnTo>
                  <a:pt x="581" y="129"/>
                </a:lnTo>
                <a:lnTo>
                  <a:pt x="581" y="130"/>
                </a:lnTo>
                <a:lnTo>
                  <a:pt x="582" y="130"/>
                </a:lnTo>
                <a:lnTo>
                  <a:pt x="583" y="130"/>
                </a:lnTo>
                <a:lnTo>
                  <a:pt x="583" y="131"/>
                </a:lnTo>
                <a:lnTo>
                  <a:pt x="583" y="132"/>
                </a:lnTo>
                <a:lnTo>
                  <a:pt x="582" y="133"/>
                </a:lnTo>
                <a:lnTo>
                  <a:pt x="582" y="134"/>
                </a:lnTo>
                <a:lnTo>
                  <a:pt x="581" y="134"/>
                </a:lnTo>
                <a:lnTo>
                  <a:pt x="581" y="135"/>
                </a:lnTo>
                <a:lnTo>
                  <a:pt x="581" y="136"/>
                </a:lnTo>
                <a:lnTo>
                  <a:pt x="581" y="135"/>
                </a:lnTo>
                <a:lnTo>
                  <a:pt x="582" y="135"/>
                </a:lnTo>
                <a:lnTo>
                  <a:pt x="583" y="134"/>
                </a:lnTo>
                <a:lnTo>
                  <a:pt x="583" y="133"/>
                </a:lnTo>
                <a:lnTo>
                  <a:pt x="584" y="133"/>
                </a:lnTo>
                <a:lnTo>
                  <a:pt x="584" y="134"/>
                </a:lnTo>
                <a:lnTo>
                  <a:pt x="583" y="134"/>
                </a:lnTo>
                <a:lnTo>
                  <a:pt x="583" y="135"/>
                </a:lnTo>
                <a:lnTo>
                  <a:pt x="583" y="136"/>
                </a:lnTo>
                <a:lnTo>
                  <a:pt x="584" y="136"/>
                </a:lnTo>
                <a:lnTo>
                  <a:pt x="583" y="136"/>
                </a:lnTo>
                <a:lnTo>
                  <a:pt x="583" y="137"/>
                </a:lnTo>
                <a:lnTo>
                  <a:pt x="583" y="138"/>
                </a:lnTo>
                <a:lnTo>
                  <a:pt x="584" y="138"/>
                </a:lnTo>
                <a:lnTo>
                  <a:pt x="584" y="139"/>
                </a:lnTo>
                <a:lnTo>
                  <a:pt x="585" y="138"/>
                </a:lnTo>
                <a:lnTo>
                  <a:pt x="586" y="138"/>
                </a:lnTo>
                <a:lnTo>
                  <a:pt x="587" y="138"/>
                </a:lnTo>
                <a:lnTo>
                  <a:pt x="588" y="138"/>
                </a:lnTo>
                <a:lnTo>
                  <a:pt x="588" y="137"/>
                </a:lnTo>
                <a:lnTo>
                  <a:pt x="587" y="137"/>
                </a:lnTo>
                <a:lnTo>
                  <a:pt x="587" y="136"/>
                </a:lnTo>
                <a:lnTo>
                  <a:pt x="587" y="135"/>
                </a:lnTo>
                <a:lnTo>
                  <a:pt x="588" y="135"/>
                </a:lnTo>
                <a:lnTo>
                  <a:pt x="588" y="134"/>
                </a:lnTo>
                <a:lnTo>
                  <a:pt x="589" y="135"/>
                </a:lnTo>
                <a:lnTo>
                  <a:pt x="590" y="135"/>
                </a:lnTo>
                <a:lnTo>
                  <a:pt x="590" y="136"/>
                </a:lnTo>
                <a:lnTo>
                  <a:pt x="591" y="136"/>
                </a:lnTo>
                <a:lnTo>
                  <a:pt x="592" y="137"/>
                </a:lnTo>
                <a:lnTo>
                  <a:pt x="593" y="137"/>
                </a:lnTo>
                <a:lnTo>
                  <a:pt x="594" y="137"/>
                </a:lnTo>
                <a:lnTo>
                  <a:pt x="595" y="137"/>
                </a:lnTo>
                <a:lnTo>
                  <a:pt x="596" y="137"/>
                </a:lnTo>
                <a:lnTo>
                  <a:pt x="597" y="137"/>
                </a:lnTo>
                <a:lnTo>
                  <a:pt x="598" y="137"/>
                </a:lnTo>
                <a:lnTo>
                  <a:pt x="598" y="138"/>
                </a:lnTo>
                <a:lnTo>
                  <a:pt x="599" y="138"/>
                </a:lnTo>
                <a:lnTo>
                  <a:pt x="599" y="139"/>
                </a:lnTo>
                <a:lnTo>
                  <a:pt x="599" y="140"/>
                </a:lnTo>
                <a:lnTo>
                  <a:pt x="598" y="140"/>
                </a:lnTo>
                <a:lnTo>
                  <a:pt x="598" y="141"/>
                </a:lnTo>
                <a:lnTo>
                  <a:pt x="597" y="141"/>
                </a:lnTo>
                <a:lnTo>
                  <a:pt x="597" y="142"/>
                </a:lnTo>
                <a:lnTo>
                  <a:pt x="597" y="141"/>
                </a:lnTo>
                <a:lnTo>
                  <a:pt x="596" y="141"/>
                </a:lnTo>
                <a:lnTo>
                  <a:pt x="596" y="142"/>
                </a:lnTo>
                <a:lnTo>
                  <a:pt x="596" y="143"/>
                </a:lnTo>
                <a:lnTo>
                  <a:pt x="595" y="143"/>
                </a:lnTo>
                <a:lnTo>
                  <a:pt x="594" y="143"/>
                </a:lnTo>
                <a:lnTo>
                  <a:pt x="593" y="143"/>
                </a:lnTo>
                <a:lnTo>
                  <a:pt x="592" y="143"/>
                </a:lnTo>
                <a:lnTo>
                  <a:pt x="593" y="143"/>
                </a:lnTo>
                <a:lnTo>
                  <a:pt x="593" y="144"/>
                </a:lnTo>
                <a:lnTo>
                  <a:pt x="593" y="145"/>
                </a:lnTo>
                <a:lnTo>
                  <a:pt x="593" y="146"/>
                </a:lnTo>
                <a:lnTo>
                  <a:pt x="593" y="147"/>
                </a:lnTo>
                <a:lnTo>
                  <a:pt x="592" y="147"/>
                </a:lnTo>
                <a:lnTo>
                  <a:pt x="592" y="148"/>
                </a:lnTo>
                <a:lnTo>
                  <a:pt x="591" y="148"/>
                </a:lnTo>
                <a:lnTo>
                  <a:pt x="590" y="150"/>
                </a:lnTo>
                <a:lnTo>
                  <a:pt x="589" y="150"/>
                </a:lnTo>
                <a:lnTo>
                  <a:pt x="589" y="151"/>
                </a:lnTo>
                <a:lnTo>
                  <a:pt x="588" y="151"/>
                </a:lnTo>
                <a:lnTo>
                  <a:pt x="588" y="152"/>
                </a:lnTo>
                <a:lnTo>
                  <a:pt x="588" y="153"/>
                </a:lnTo>
                <a:lnTo>
                  <a:pt x="587" y="153"/>
                </a:lnTo>
                <a:lnTo>
                  <a:pt x="586" y="153"/>
                </a:lnTo>
                <a:lnTo>
                  <a:pt x="586" y="154"/>
                </a:lnTo>
                <a:lnTo>
                  <a:pt x="585" y="154"/>
                </a:lnTo>
                <a:lnTo>
                  <a:pt x="585" y="155"/>
                </a:lnTo>
                <a:lnTo>
                  <a:pt x="584" y="155"/>
                </a:lnTo>
                <a:lnTo>
                  <a:pt x="583" y="155"/>
                </a:lnTo>
                <a:lnTo>
                  <a:pt x="582" y="156"/>
                </a:lnTo>
                <a:lnTo>
                  <a:pt x="582" y="157"/>
                </a:lnTo>
                <a:lnTo>
                  <a:pt x="582" y="158"/>
                </a:lnTo>
                <a:lnTo>
                  <a:pt x="583" y="158"/>
                </a:lnTo>
                <a:lnTo>
                  <a:pt x="584" y="158"/>
                </a:lnTo>
                <a:lnTo>
                  <a:pt x="584" y="159"/>
                </a:lnTo>
                <a:lnTo>
                  <a:pt x="585" y="159"/>
                </a:lnTo>
                <a:lnTo>
                  <a:pt x="586" y="159"/>
                </a:lnTo>
                <a:lnTo>
                  <a:pt x="587" y="159"/>
                </a:lnTo>
                <a:lnTo>
                  <a:pt x="587" y="160"/>
                </a:lnTo>
                <a:lnTo>
                  <a:pt x="586" y="160"/>
                </a:lnTo>
                <a:lnTo>
                  <a:pt x="584" y="160"/>
                </a:lnTo>
                <a:lnTo>
                  <a:pt x="583" y="161"/>
                </a:lnTo>
                <a:lnTo>
                  <a:pt x="583" y="162"/>
                </a:lnTo>
                <a:lnTo>
                  <a:pt x="583" y="163"/>
                </a:lnTo>
                <a:lnTo>
                  <a:pt x="582" y="163"/>
                </a:lnTo>
                <a:lnTo>
                  <a:pt x="582" y="164"/>
                </a:lnTo>
                <a:lnTo>
                  <a:pt x="582" y="165"/>
                </a:lnTo>
                <a:lnTo>
                  <a:pt x="582" y="166"/>
                </a:lnTo>
                <a:lnTo>
                  <a:pt x="582" y="169"/>
                </a:lnTo>
                <a:lnTo>
                  <a:pt x="582" y="170"/>
                </a:lnTo>
                <a:lnTo>
                  <a:pt x="582" y="172"/>
                </a:lnTo>
                <a:lnTo>
                  <a:pt x="582" y="173"/>
                </a:lnTo>
                <a:lnTo>
                  <a:pt x="582" y="174"/>
                </a:lnTo>
                <a:lnTo>
                  <a:pt x="583" y="174"/>
                </a:lnTo>
                <a:lnTo>
                  <a:pt x="583" y="175"/>
                </a:lnTo>
                <a:lnTo>
                  <a:pt x="584" y="175"/>
                </a:lnTo>
                <a:lnTo>
                  <a:pt x="584" y="176"/>
                </a:lnTo>
                <a:lnTo>
                  <a:pt x="584" y="177"/>
                </a:lnTo>
                <a:lnTo>
                  <a:pt x="585" y="177"/>
                </a:lnTo>
                <a:lnTo>
                  <a:pt x="585" y="178"/>
                </a:lnTo>
                <a:lnTo>
                  <a:pt x="585" y="179"/>
                </a:lnTo>
                <a:lnTo>
                  <a:pt x="585" y="180"/>
                </a:lnTo>
                <a:lnTo>
                  <a:pt x="585" y="181"/>
                </a:lnTo>
                <a:lnTo>
                  <a:pt x="585" y="182"/>
                </a:lnTo>
                <a:lnTo>
                  <a:pt x="585" y="183"/>
                </a:lnTo>
                <a:lnTo>
                  <a:pt x="585" y="184"/>
                </a:lnTo>
                <a:lnTo>
                  <a:pt x="585" y="185"/>
                </a:lnTo>
                <a:lnTo>
                  <a:pt x="584" y="187"/>
                </a:lnTo>
                <a:lnTo>
                  <a:pt x="584" y="188"/>
                </a:lnTo>
                <a:lnTo>
                  <a:pt x="585" y="188"/>
                </a:lnTo>
                <a:lnTo>
                  <a:pt x="585" y="187"/>
                </a:lnTo>
                <a:lnTo>
                  <a:pt x="586" y="187"/>
                </a:lnTo>
                <a:lnTo>
                  <a:pt x="587" y="187"/>
                </a:lnTo>
                <a:lnTo>
                  <a:pt x="588" y="187"/>
                </a:lnTo>
                <a:lnTo>
                  <a:pt x="589" y="187"/>
                </a:lnTo>
                <a:lnTo>
                  <a:pt x="589" y="186"/>
                </a:lnTo>
                <a:lnTo>
                  <a:pt x="591" y="186"/>
                </a:lnTo>
                <a:lnTo>
                  <a:pt x="592" y="186"/>
                </a:lnTo>
                <a:lnTo>
                  <a:pt x="593" y="186"/>
                </a:lnTo>
                <a:lnTo>
                  <a:pt x="593" y="187"/>
                </a:lnTo>
                <a:lnTo>
                  <a:pt x="594" y="187"/>
                </a:lnTo>
                <a:lnTo>
                  <a:pt x="595" y="187"/>
                </a:lnTo>
                <a:lnTo>
                  <a:pt x="596" y="187"/>
                </a:lnTo>
                <a:lnTo>
                  <a:pt x="596" y="188"/>
                </a:lnTo>
                <a:lnTo>
                  <a:pt x="596" y="189"/>
                </a:lnTo>
                <a:lnTo>
                  <a:pt x="596" y="190"/>
                </a:lnTo>
                <a:lnTo>
                  <a:pt x="597" y="191"/>
                </a:lnTo>
                <a:lnTo>
                  <a:pt x="598" y="191"/>
                </a:lnTo>
                <a:lnTo>
                  <a:pt x="598" y="192"/>
                </a:lnTo>
                <a:lnTo>
                  <a:pt x="597" y="192"/>
                </a:lnTo>
                <a:lnTo>
                  <a:pt x="596" y="192"/>
                </a:lnTo>
                <a:lnTo>
                  <a:pt x="596" y="193"/>
                </a:lnTo>
                <a:lnTo>
                  <a:pt x="596" y="194"/>
                </a:lnTo>
                <a:lnTo>
                  <a:pt x="596" y="195"/>
                </a:lnTo>
                <a:lnTo>
                  <a:pt x="596" y="196"/>
                </a:lnTo>
                <a:lnTo>
                  <a:pt x="597" y="197"/>
                </a:lnTo>
                <a:lnTo>
                  <a:pt x="597" y="198"/>
                </a:lnTo>
                <a:lnTo>
                  <a:pt x="598" y="198"/>
                </a:lnTo>
                <a:lnTo>
                  <a:pt x="598" y="199"/>
                </a:lnTo>
                <a:lnTo>
                  <a:pt x="598" y="200"/>
                </a:lnTo>
                <a:lnTo>
                  <a:pt x="599" y="200"/>
                </a:lnTo>
                <a:lnTo>
                  <a:pt x="598" y="200"/>
                </a:lnTo>
                <a:lnTo>
                  <a:pt x="599" y="200"/>
                </a:lnTo>
                <a:lnTo>
                  <a:pt x="599" y="201"/>
                </a:lnTo>
                <a:lnTo>
                  <a:pt x="599" y="200"/>
                </a:lnTo>
                <a:lnTo>
                  <a:pt x="599" y="201"/>
                </a:lnTo>
                <a:lnTo>
                  <a:pt x="600" y="201"/>
                </a:lnTo>
                <a:lnTo>
                  <a:pt x="601" y="201"/>
                </a:lnTo>
                <a:lnTo>
                  <a:pt x="601" y="202"/>
                </a:lnTo>
                <a:lnTo>
                  <a:pt x="601" y="203"/>
                </a:lnTo>
                <a:lnTo>
                  <a:pt x="600" y="203"/>
                </a:lnTo>
                <a:lnTo>
                  <a:pt x="600" y="204"/>
                </a:lnTo>
                <a:lnTo>
                  <a:pt x="600" y="205"/>
                </a:lnTo>
                <a:lnTo>
                  <a:pt x="601" y="205"/>
                </a:lnTo>
                <a:lnTo>
                  <a:pt x="601" y="206"/>
                </a:lnTo>
                <a:lnTo>
                  <a:pt x="602" y="206"/>
                </a:lnTo>
                <a:lnTo>
                  <a:pt x="602" y="207"/>
                </a:lnTo>
                <a:lnTo>
                  <a:pt x="603" y="207"/>
                </a:lnTo>
                <a:lnTo>
                  <a:pt x="603" y="208"/>
                </a:lnTo>
                <a:lnTo>
                  <a:pt x="604" y="208"/>
                </a:lnTo>
                <a:lnTo>
                  <a:pt x="604" y="209"/>
                </a:lnTo>
                <a:lnTo>
                  <a:pt x="604" y="210"/>
                </a:lnTo>
                <a:lnTo>
                  <a:pt x="604" y="211"/>
                </a:lnTo>
                <a:lnTo>
                  <a:pt x="604" y="212"/>
                </a:lnTo>
                <a:lnTo>
                  <a:pt x="603" y="212"/>
                </a:lnTo>
                <a:lnTo>
                  <a:pt x="604" y="213"/>
                </a:lnTo>
                <a:lnTo>
                  <a:pt x="605" y="213"/>
                </a:lnTo>
                <a:lnTo>
                  <a:pt x="605" y="214"/>
                </a:lnTo>
                <a:lnTo>
                  <a:pt x="605" y="215"/>
                </a:lnTo>
                <a:lnTo>
                  <a:pt x="605" y="216"/>
                </a:lnTo>
                <a:lnTo>
                  <a:pt x="606" y="216"/>
                </a:lnTo>
                <a:lnTo>
                  <a:pt x="607" y="216"/>
                </a:lnTo>
                <a:lnTo>
                  <a:pt x="608" y="216"/>
                </a:lnTo>
                <a:lnTo>
                  <a:pt x="608" y="217"/>
                </a:lnTo>
                <a:lnTo>
                  <a:pt x="608" y="218"/>
                </a:lnTo>
                <a:lnTo>
                  <a:pt x="608" y="219"/>
                </a:lnTo>
                <a:lnTo>
                  <a:pt x="610" y="219"/>
                </a:lnTo>
                <a:lnTo>
                  <a:pt x="611" y="219"/>
                </a:lnTo>
                <a:lnTo>
                  <a:pt x="611" y="220"/>
                </a:lnTo>
                <a:lnTo>
                  <a:pt x="612" y="220"/>
                </a:lnTo>
                <a:lnTo>
                  <a:pt x="612" y="221"/>
                </a:lnTo>
                <a:lnTo>
                  <a:pt x="613" y="221"/>
                </a:lnTo>
                <a:lnTo>
                  <a:pt x="613" y="222"/>
                </a:lnTo>
                <a:lnTo>
                  <a:pt x="613" y="223"/>
                </a:lnTo>
                <a:lnTo>
                  <a:pt x="612" y="223"/>
                </a:lnTo>
                <a:lnTo>
                  <a:pt x="612" y="224"/>
                </a:lnTo>
                <a:lnTo>
                  <a:pt x="611" y="224"/>
                </a:lnTo>
                <a:lnTo>
                  <a:pt x="612" y="224"/>
                </a:lnTo>
                <a:lnTo>
                  <a:pt x="612" y="225"/>
                </a:lnTo>
                <a:lnTo>
                  <a:pt x="613" y="225"/>
                </a:lnTo>
                <a:lnTo>
                  <a:pt x="613" y="226"/>
                </a:lnTo>
                <a:lnTo>
                  <a:pt x="613" y="227"/>
                </a:lnTo>
                <a:lnTo>
                  <a:pt x="613" y="228"/>
                </a:lnTo>
                <a:lnTo>
                  <a:pt x="614" y="229"/>
                </a:lnTo>
                <a:lnTo>
                  <a:pt x="615" y="229"/>
                </a:lnTo>
                <a:lnTo>
                  <a:pt x="616" y="228"/>
                </a:lnTo>
                <a:lnTo>
                  <a:pt x="617" y="228"/>
                </a:lnTo>
                <a:lnTo>
                  <a:pt x="617" y="229"/>
                </a:lnTo>
                <a:lnTo>
                  <a:pt x="618" y="229"/>
                </a:lnTo>
                <a:lnTo>
                  <a:pt x="618" y="230"/>
                </a:lnTo>
                <a:lnTo>
                  <a:pt x="618" y="231"/>
                </a:lnTo>
                <a:lnTo>
                  <a:pt x="619" y="231"/>
                </a:lnTo>
                <a:lnTo>
                  <a:pt x="620" y="231"/>
                </a:lnTo>
                <a:lnTo>
                  <a:pt x="621" y="231"/>
                </a:lnTo>
                <a:lnTo>
                  <a:pt x="622" y="231"/>
                </a:lnTo>
                <a:lnTo>
                  <a:pt x="623" y="231"/>
                </a:lnTo>
                <a:lnTo>
                  <a:pt x="623" y="232"/>
                </a:lnTo>
                <a:lnTo>
                  <a:pt x="624" y="232"/>
                </a:lnTo>
                <a:lnTo>
                  <a:pt x="624" y="233"/>
                </a:lnTo>
                <a:lnTo>
                  <a:pt x="623" y="233"/>
                </a:lnTo>
                <a:lnTo>
                  <a:pt x="623" y="234"/>
                </a:lnTo>
                <a:lnTo>
                  <a:pt x="622" y="235"/>
                </a:lnTo>
                <a:lnTo>
                  <a:pt x="622" y="236"/>
                </a:lnTo>
                <a:lnTo>
                  <a:pt x="622" y="238"/>
                </a:lnTo>
                <a:lnTo>
                  <a:pt x="623" y="238"/>
                </a:lnTo>
                <a:lnTo>
                  <a:pt x="624" y="238"/>
                </a:lnTo>
                <a:lnTo>
                  <a:pt x="624" y="239"/>
                </a:lnTo>
                <a:lnTo>
                  <a:pt x="625" y="239"/>
                </a:lnTo>
                <a:lnTo>
                  <a:pt x="626" y="239"/>
                </a:lnTo>
                <a:lnTo>
                  <a:pt x="627" y="239"/>
                </a:lnTo>
                <a:lnTo>
                  <a:pt x="626" y="240"/>
                </a:lnTo>
                <a:lnTo>
                  <a:pt x="625" y="240"/>
                </a:lnTo>
                <a:lnTo>
                  <a:pt x="625" y="241"/>
                </a:lnTo>
                <a:lnTo>
                  <a:pt x="624" y="241"/>
                </a:lnTo>
                <a:lnTo>
                  <a:pt x="624" y="242"/>
                </a:lnTo>
                <a:lnTo>
                  <a:pt x="624" y="243"/>
                </a:lnTo>
                <a:lnTo>
                  <a:pt x="623" y="243"/>
                </a:lnTo>
                <a:lnTo>
                  <a:pt x="622" y="243"/>
                </a:lnTo>
                <a:lnTo>
                  <a:pt x="621" y="243"/>
                </a:lnTo>
                <a:lnTo>
                  <a:pt x="621" y="244"/>
                </a:lnTo>
                <a:lnTo>
                  <a:pt x="620" y="245"/>
                </a:lnTo>
                <a:lnTo>
                  <a:pt x="620" y="246"/>
                </a:lnTo>
                <a:lnTo>
                  <a:pt x="619" y="246"/>
                </a:lnTo>
                <a:lnTo>
                  <a:pt x="619" y="247"/>
                </a:lnTo>
                <a:lnTo>
                  <a:pt x="620" y="247"/>
                </a:lnTo>
                <a:lnTo>
                  <a:pt x="620" y="246"/>
                </a:lnTo>
                <a:lnTo>
                  <a:pt x="621" y="247"/>
                </a:lnTo>
                <a:lnTo>
                  <a:pt x="622" y="247"/>
                </a:lnTo>
                <a:lnTo>
                  <a:pt x="622" y="248"/>
                </a:lnTo>
                <a:lnTo>
                  <a:pt x="621" y="248"/>
                </a:lnTo>
                <a:lnTo>
                  <a:pt x="621" y="249"/>
                </a:lnTo>
                <a:lnTo>
                  <a:pt x="621" y="250"/>
                </a:lnTo>
                <a:lnTo>
                  <a:pt x="621" y="251"/>
                </a:lnTo>
                <a:lnTo>
                  <a:pt x="620" y="251"/>
                </a:lnTo>
                <a:lnTo>
                  <a:pt x="620" y="252"/>
                </a:lnTo>
                <a:lnTo>
                  <a:pt x="619" y="252"/>
                </a:lnTo>
                <a:lnTo>
                  <a:pt x="619" y="253"/>
                </a:lnTo>
                <a:lnTo>
                  <a:pt x="618" y="253"/>
                </a:lnTo>
                <a:lnTo>
                  <a:pt x="618" y="254"/>
                </a:lnTo>
                <a:lnTo>
                  <a:pt x="617" y="254"/>
                </a:lnTo>
                <a:lnTo>
                  <a:pt x="617" y="255"/>
                </a:lnTo>
                <a:lnTo>
                  <a:pt x="617" y="256"/>
                </a:lnTo>
                <a:lnTo>
                  <a:pt x="617" y="257"/>
                </a:lnTo>
                <a:lnTo>
                  <a:pt x="617" y="258"/>
                </a:lnTo>
                <a:lnTo>
                  <a:pt x="616" y="259"/>
                </a:lnTo>
                <a:lnTo>
                  <a:pt x="616" y="258"/>
                </a:lnTo>
                <a:lnTo>
                  <a:pt x="615" y="258"/>
                </a:lnTo>
                <a:lnTo>
                  <a:pt x="614" y="259"/>
                </a:lnTo>
                <a:lnTo>
                  <a:pt x="614" y="260"/>
                </a:lnTo>
                <a:lnTo>
                  <a:pt x="613" y="261"/>
                </a:lnTo>
                <a:lnTo>
                  <a:pt x="613" y="262"/>
                </a:lnTo>
                <a:lnTo>
                  <a:pt x="612" y="262"/>
                </a:lnTo>
                <a:lnTo>
                  <a:pt x="611" y="262"/>
                </a:lnTo>
                <a:lnTo>
                  <a:pt x="610" y="262"/>
                </a:lnTo>
                <a:lnTo>
                  <a:pt x="610" y="263"/>
                </a:lnTo>
                <a:lnTo>
                  <a:pt x="609" y="263"/>
                </a:lnTo>
                <a:lnTo>
                  <a:pt x="608" y="263"/>
                </a:lnTo>
                <a:lnTo>
                  <a:pt x="608" y="264"/>
                </a:lnTo>
                <a:lnTo>
                  <a:pt x="609" y="264"/>
                </a:lnTo>
                <a:lnTo>
                  <a:pt x="609" y="265"/>
                </a:lnTo>
                <a:lnTo>
                  <a:pt x="608" y="265"/>
                </a:lnTo>
                <a:lnTo>
                  <a:pt x="608" y="264"/>
                </a:lnTo>
                <a:lnTo>
                  <a:pt x="608" y="265"/>
                </a:lnTo>
                <a:lnTo>
                  <a:pt x="608" y="266"/>
                </a:lnTo>
                <a:lnTo>
                  <a:pt x="607" y="266"/>
                </a:lnTo>
                <a:lnTo>
                  <a:pt x="607" y="267"/>
                </a:lnTo>
                <a:lnTo>
                  <a:pt x="608" y="267"/>
                </a:lnTo>
                <a:lnTo>
                  <a:pt x="609" y="267"/>
                </a:lnTo>
                <a:lnTo>
                  <a:pt x="610" y="267"/>
                </a:lnTo>
                <a:lnTo>
                  <a:pt x="610" y="266"/>
                </a:lnTo>
                <a:lnTo>
                  <a:pt x="611" y="266"/>
                </a:lnTo>
                <a:lnTo>
                  <a:pt x="613" y="266"/>
                </a:lnTo>
                <a:lnTo>
                  <a:pt x="614" y="266"/>
                </a:lnTo>
                <a:lnTo>
                  <a:pt x="614" y="265"/>
                </a:lnTo>
                <a:lnTo>
                  <a:pt x="615" y="265"/>
                </a:lnTo>
                <a:lnTo>
                  <a:pt x="615" y="266"/>
                </a:lnTo>
                <a:lnTo>
                  <a:pt x="616" y="266"/>
                </a:lnTo>
                <a:lnTo>
                  <a:pt x="617" y="266"/>
                </a:lnTo>
                <a:lnTo>
                  <a:pt x="617" y="267"/>
                </a:lnTo>
                <a:lnTo>
                  <a:pt x="618" y="267"/>
                </a:lnTo>
                <a:lnTo>
                  <a:pt x="618" y="268"/>
                </a:lnTo>
                <a:lnTo>
                  <a:pt x="619" y="269"/>
                </a:lnTo>
                <a:lnTo>
                  <a:pt x="619" y="270"/>
                </a:lnTo>
                <a:lnTo>
                  <a:pt x="618" y="270"/>
                </a:lnTo>
                <a:lnTo>
                  <a:pt x="618" y="271"/>
                </a:lnTo>
                <a:lnTo>
                  <a:pt x="617" y="271"/>
                </a:lnTo>
                <a:lnTo>
                  <a:pt x="617" y="272"/>
                </a:lnTo>
                <a:lnTo>
                  <a:pt x="616" y="273"/>
                </a:lnTo>
                <a:lnTo>
                  <a:pt x="615" y="273"/>
                </a:lnTo>
                <a:lnTo>
                  <a:pt x="614" y="274"/>
                </a:lnTo>
                <a:lnTo>
                  <a:pt x="612" y="275"/>
                </a:lnTo>
                <a:lnTo>
                  <a:pt x="612" y="276"/>
                </a:lnTo>
                <a:lnTo>
                  <a:pt x="612" y="277"/>
                </a:lnTo>
                <a:lnTo>
                  <a:pt x="613" y="277"/>
                </a:lnTo>
                <a:lnTo>
                  <a:pt x="614" y="278"/>
                </a:lnTo>
                <a:lnTo>
                  <a:pt x="615" y="278"/>
                </a:lnTo>
                <a:lnTo>
                  <a:pt x="616" y="278"/>
                </a:lnTo>
                <a:lnTo>
                  <a:pt x="617" y="278"/>
                </a:lnTo>
                <a:lnTo>
                  <a:pt x="617" y="279"/>
                </a:lnTo>
                <a:lnTo>
                  <a:pt x="617" y="280"/>
                </a:lnTo>
                <a:lnTo>
                  <a:pt x="616" y="280"/>
                </a:lnTo>
                <a:lnTo>
                  <a:pt x="615" y="280"/>
                </a:lnTo>
                <a:lnTo>
                  <a:pt x="614" y="280"/>
                </a:lnTo>
                <a:lnTo>
                  <a:pt x="613" y="280"/>
                </a:lnTo>
                <a:lnTo>
                  <a:pt x="612" y="280"/>
                </a:lnTo>
                <a:lnTo>
                  <a:pt x="612" y="281"/>
                </a:lnTo>
                <a:lnTo>
                  <a:pt x="611" y="281"/>
                </a:lnTo>
                <a:lnTo>
                  <a:pt x="610" y="280"/>
                </a:lnTo>
                <a:lnTo>
                  <a:pt x="609" y="280"/>
                </a:lnTo>
                <a:lnTo>
                  <a:pt x="609" y="279"/>
                </a:lnTo>
                <a:lnTo>
                  <a:pt x="610" y="279"/>
                </a:lnTo>
                <a:lnTo>
                  <a:pt x="610" y="278"/>
                </a:lnTo>
                <a:lnTo>
                  <a:pt x="609" y="278"/>
                </a:lnTo>
                <a:lnTo>
                  <a:pt x="608" y="278"/>
                </a:lnTo>
                <a:lnTo>
                  <a:pt x="607" y="278"/>
                </a:lnTo>
                <a:lnTo>
                  <a:pt x="606" y="278"/>
                </a:lnTo>
                <a:lnTo>
                  <a:pt x="606" y="279"/>
                </a:lnTo>
                <a:lnTo>
                  <a:pt x="605" y="280"/>
                </a:lnTo>
                <a:lnTo>
                  <a:pt x="604" y="281"/>
                </a:lnTo>
                <a:lnTo>
                  <a:pt x="604" y="282"/>
                </a:lnTo>
                <a:lnTo>
                  <a:pt x="605" y="282"/>
                </a:lnTo>
                <a:lnTo>
                  <a:pt x="605" y="283"/>
                </a:lnTo>
                <a:lnTo>
                  <a:pt x="604" y="283"/>
                </a:lnTo>
                <a:lnTo>
                  <a:pt x="605" y="283"/>
                </a:lnTo>
                <a:lnTo>
                  <a:pt x="604" y="283"/>
                </a:lnTo>
                <a:lnTo>
                  <a:pt x="604" y="284"/>
                </a:lnTo>
                <a:lnTo>
                  <a:pt x="604" y="283"/>
                </a:lnTo>
                <a:lnTo>
                  <a:pt x="604" y="282"/>
                </a:lnTo>
                <a:lnTo>
                  <a:pt x="603" y="282"/>
                </a:lnTo>
                <a:lnTo>
                  <a:pt x="603" y="283"/>
                </a:lnTo>
                <a:lnTo>
                  <a:pt x="604" y="284"/>
                </a:lnTo>
                <a:lnTo>
                  <a:pt x="603" y="284"/>
                </a:lnTo>
                <a:lnTo>
                  <a:pt x="604" y="284"/>
                </a:lnTo>
                <a:lnTo>
                  <a:pt x="603" y="284"/>
                </a:lnTo>
                <a:lnTo>
                  <a:pt x="603" y="285"/>
                </a:lnTo>
                <a:lnTo>
                  <a:pt x="602" y="285"/>
                </a:lnTo>
                <a:lnTo>
                  <a:pt x="602" y="284"/>
                </a:lnTo>
                <a:lnTo>
                  <a:pt x="601" y="284"/>
                </a:lnTo>
                <a:lnTo>
                  <a:pt x="600" y="283"/>
                </a:lnTo>
                <a:lnTo>
                  <a:pt x="600" y="284"/>
                </a:lnTo>
                <a:lnTo>
                  <a:pt x="599" y="284"/>
                </a:lnTo>
                <a:lnTo>
                  <a:pt x="598" y="285"/>
                </a:lnTo>
                <a:lnTo>
                  <a:pt x="597" y="286"/>
                </a:lnTo>
                <a:lnTo>
                  <a:pt x="596" y="286"/>
                </a:lnTo>
                <a:lnTo>
                  <a:pt x="596" y="287"/>
                </a:lnTo>
                <a:lnTo>
                  <a:pt x="596" y="288"/>
                </a:lnTo>
                <a:lnTo>
                  <a:pt x="596" y="289"/>
                </a:lnTo>
                <a:lnTo>
                  <a:pt x="596" y="290"/>
                </a:lnTo>
                <a:lnTo>
                  <a:pt x="595" y="290"/>
                </a:lnTo>
                <a:lnTo>
                  <a:pt x="595" y="289"/>
                </a:lnTo>
                <a:lnTo>
                  <a:pt x="595" y="288"/>
                </a:lnTo>
                <a:lnTo>
                  <a:pt x="594" y="288"/>
                </a:lnTo>
                <a:lnTo>
                  <a:pt x="595" y="289"/>
                </a:lnTo>
                <a:lnTo>
                  <a:pt x="594" y="290"/>
                </a:lnTo>
                <a:lnTo>
                  <a:pt x="594" y="289"/>
                </a:lnTo>
                <a:lnTo>
                  <a:pt x="593" y="289"/>
                </a:lnTo>
                <a:lnTo>
                  <a:pt x="593" y="290"/>
                </a:lnTo>
                <a:lnTo>
                  <a:pt x="593" y="289"/>
                </a:lnTo>
                <a:lnTo>
                  <a:pt x="593" y="290"/>
                </a:lnTo>
                <a:lnTo>
                  <a:pt x="592" y="290"/>
                </a:lnTo>
                <a:lnTo>
                  <a:pt x="592" y="291"/>
                </a:lnTo>
                <a:lnTo>
                  <a:pt x="592" y="292"/>
                </a:lnTo>
                <a:lnTo>
                  <a:pt x="593" y="292"/>
                </a:lnTo>
                <a:lnTo>
                  <a:pt x="593" y="293"/>
                </a:lnTo>
                <a:lnTo>
                  <a:pt x="593" y="294"/>
                </a:lnTo>
                <a:lnTo>
                  <a:pt x="592" y="294"/>
                </a:lnTo>
                <a:lnTo>
                  <a:pt x="591" y="294"/>
                </a:lnTo>
                <a:lnTo>
                  <a:pt x="591" y="293"/>
                </a:lnTo>
                <a:lnTo>
                  <a:pt x="590" y="293"/>
                </a:lnTo>
                <a:lnTo>
                  <a:pt x="590" y="292"/>
                </a:lnTo>
                <a:lnTo>
                  <a:pt x="590" y="291"/>
                </a:lnTo>
                <a:lnTo>
                  <a:pt x="589" y="291"/>
                </a:lnTo>
                <a:lnTo>
                  <a:pt x="588" y="291"/>
                </a:lnTo>
                <a:lnTo>
                  <a:pt x="588" y="292"/>
                </a:lnTo>
                <a:lnTo>
                  <a:pt x="587" y="292"/>
                </a:lnTo>
                <a:lnTo>
                  <a:pt x="586" y="292"/>
                </a:lnTo>
                <a:lnTo>
                  <a:pt x="586" y="293"/>
                </a:lnTo>
                <a:lnTo>
                  <a:pt x="585" y="293"/>
                </a:lnTo>
                <a:lnTo>
                  <a:pt x="585" y="292"/>
                </a:lnTo>
                <a:lnTo>
                  <a:pt x="584" y="292"/>
                </a:lnTo>
                <a:lnTo>
                  <a:pt x="583" y="291"/>
                </a:lnTo>
                <a:lnTo>
                  <a:pt x="582" y="291"/>
                </a:lnTo>
                <a:lnTo>
                  <a:pt x="581" y="291"/>
                </a:lnTo>
                <a:lnTo>
                  <a:pt x="580" y="291"/>
                </a:lnTo>
                <a:lnTo>
                  <a:pt x="580" y="292"/>
                </a:lnTo>
                <a:lnTo>
                  <a:pt x="579" y="292"/>
                </a:lnTo>
                <a:lnTo>
                  <a:pt x="579" y="293"/>
                </a:lnTo>
                <a:lnTo>
                  <a:pt x="579" y="294"/>
                </a:lnTo>
                <a:lnTo>
                  <a:pt x="579" y="295"/>
                </a:lnTo>
                <a:lnTo>
                  <a:pt x="578" y="295"/>
                </a:lnTo>
                <a:lnTo>
                  <a:pt x="577" y="295"/>
                </a:lnTo>
                <a:lnTo>
                  <a:pt x="576" y="295"/>
                </a:lnTo>
                <a:lnTo>
                  <a:pt x="575" y="295"/>
                </a:lnTo>
                <a:lnTo>
                  <a:pt x="574" y="295"/>
                </a:lnTo>
                <a:lnTo>
                  <a:pt x="573" y="295"/>
                </a:lnTo>
                <a:lnTo>
                  <a:pt x="572" y="294"/>
                </a:lnTo>
                <a:lnTo>
                  <a:pt x="572" y="293"/>
                </a:lnTo>
                <a:lnTo>
                  <a:pt x="571" y="293"/>
                </a:lnTo>
                <a:lnTo>
                  <a:pt x="571" y="292"/>
                </a:lnTo>
                <a:lnTo>
                  <a:pt x="572" y="292"/>
                </a:lnTo>
                <a:lnTo>
                  <a:pt x="572" y="291"/>
                </a:lnTo>
                <a:lnTo>
                  <a:pt x="571" y="291"/>
                </a:lnTo>
                <a:lnTo>
                  <a:pt x="571" y="292"/>
                </a:lnTo>
                <a:lnTo>
                  <a:pt x="570" y="292"/>
                </a:lnTo>
                <a:lnTo>
                  <a:pt x="571" y="293"/>
                </a:lnTo>
                <a:lnTo>
                  <a:pt x="572" y="294"/>
                </a:lnTo>
                <a:lnTo>
                  <a:pt x="572" y="295"/>
                </a:lnTo>
                <a:lnTo>
                  <a:pt x="573" y="295"/>
                </a:lnTo>
                <a:lnTo>
                  <a:pt x="572" y="295"/>
                </a:lnTo>
                <a:lnTo>
                  <a:pt x="572" y="296"/>
                </a:lnTo>
                <a:lnTo>
                  <a:pt x="571" y="296"/>
                </a:lnTo>
                <a:lnTo>
                  <a:pt x="571" y="297"/>
                </a:lnTo>
                <a:lnTo>
                  <a:pt x="570" y="297"/>
                </a:lnTo>
                <a:lnTo>
                  <a:pt x="569" y="297"/>
                </a:lnTo>
                <a:lnTo>
                  <a:pt x="569" y="298"/>
                </a:lnTo>
                <a:lnTo>
                  <a:pt x="568" y="298"/>
                </a:lnTo>
                <a:lnTo>
                  <a:pt x="569" y="298"/>
                </a:lnTo>
                <a:lnTo>
                  <a:pt x="568" y="298"/>
                </a:lnTo>
                <a:lnTo>
                  <a:pt x="568" y="299"/>
                </a:lnTo>
                <a:lnTo>
                  <a:pt x="567" y="299"/>
                </a:lnTo>
                <a:lnTo>
                  <a:pt x="566" y="299"/>
                </a:lnTo>
                <a:lnTo>
                  <a:pt x="566" y="298"/>
                </a:lnTo>
                <a:lnTo>
                  <a:pt x="566" y="299"/>
                </a:lnTo>
                <a:lnTo>
                  <a:pt x="566" y="300"/>
                </a:lnTo>
                <a:lnTo>
                  <a:pt x="565" y="300"/>
                </a:lnTo>
                <a:lnTo>
                  <a:pt x="565" y="301"/>
                </a:lnTo>
                <a:lnTo>
                  <a:pt x="564" y="301"/>
                </a:lnTo>
                <a:lnTo>
                  <a:pt x="563" y="301"/>
                </a:lnTo>
                <a:lnTo>
                  <a:pt x="563" y="300"/>
                </a:lnTo>
                <a:lnTo>
                  <a:pt x="562" y="300"/>
                </a:lnTo>
                <a:lnTo>
                  <a:pt x="561" y="300"/>
                </a:lnTo>
                <a:lnTo>
                  <a:pt x="562" y="299"/>
                </a:lnTo>
                <a:lnTo>
                  <a:pt x="562" y="298"/>
                </a:lnTo>
                <a:lnTo>
                  <a:pt x="562" y="297"/>
                </a:lnTo>
                <a:lnTo>
                  <a:pt x="561" y="297"/>
                </a:lnTo>
                <a:lnTo>
                  <a:pt x="562" y="298"/>
                </a:lnTo>
                <a:lnTo>
                  <a:pt x="561" y="298"/>
                </a:lnTo>
                <a:lnTo>
                  <a:pt x="561" y="299"/>
                </a:lnTo>
                <a:lnTo>
                  <a:pt x="561" y="300"/>
                </a:lnTo>
                <a:lnTo>
                  <a:pt x="562" y="300"/>
                </a:lnTo>
                <a:lnTo>
                  <a:pt x="562" y="301"/>
                </a:lnTo>
                <a:lnTo>
                  <a:pt x="561" y="301"/>
                </a:lnTo>
                <a:lnTo>
                  <a:pt x="561" y="302"/>
                </a:lnTo>
                <a:lnTo>
                  <a:pt x="560" y="302"/>
                </a:lnTo>
                <a:lnTo>
                  <a:pt x="559" y="302"/>
                </a:lnTo>
                <a:lnTo>
                  <a:pt x="559" y="301"/>
                </a:lnTo>
                <a:lnTo>
                  <a:pt x="558" y="300"/>
                </a:lnTo>
                <a:lnTo>
                  <a:pt x="558" y="301"/>
                </a:lnTo>
                <a:lnTo>
                  <a:pt x="559" y="301"/>
                </a:lnTo>
                <a:lnTo>
                  <a:pt x="559" y="302"/>
                </a:lnTo>
                <a:lnTo>
                  <a:pt x="559" y="303"/>
                </a:lnTo>
                <a:lnTo>
                  <a:pt x="558" y="303"/>
                </a:lnTo>
                <a:lnTo>
                  <a:pt x="557" y="303"/>
                </a:lnTo>
                <a:lnTo>
                  <a:pt x="557" y="304"/>
                </a:lnTo>
                <a:lnTo>
                  <a:pt x="557" y="303"/>
                </a:lnTo>
                <a:lnTo>
                  <a:pt x="557" y="304"/>
                </a:lnTo>
                <a:lnTo>
                  <a:pt x="556" y="304"/>
                </a:lnTo>
                <a:lnTo>
                  <a:pt x="556" y="305"/>
                </a:lnTo>
                <a:lnTo>
                  <a:pt x="556" y="306"/>
                </a:lnTo>
                <a:lnTo>
                  <a:pt x="555" y="306"/>
                </a:lnTo>
                <a:lnTo>
                  <a:pt x="555" y="307"/>
                </a:lnTo>
                <a:lnTo>
                  <a:pt x="555" y="308"/>
                </a:lnTo>
                <a:lnTo>
                  <a:pt x="556" y="308"/>
                </a:lnTo>
                <a:lnTo>
                  <a:pt x="556" y="309"/>
                </a:lnTo>
                <a:lnTo>
                  <a:pt x="557" y="309"/>
                </a:lnTo>
                <a:lnTo>
                  <a:pt x="557" y="308"/>
                </a:lnTo>
                <a:lnTo>
                  <a:pt x="558" y="308"/>
                </a:lnTo>
                <a:lnTo>
                  <a:pt x="558" y="309"/>
                </a:lnTo>
                <a:lnTo>
                  <a:pt x="559" y="309"/>
                </a:lnTo>
                <a:lnTo>
                  <a:pt x="559" y="310"/>
                </a:lnTo>
                <a:lnTo>
                  <a:pt x="559" y="311"/>
                </a:lnTo>
                <a:lnTo>
                  <a:pt x="558" y="311"/>
                </a:lnTo>
                <a:lnTo>
                  <a:pt x="557" y="311"/>
                </a:lnTo>
                <a:lnTo>
                  <a:pt x="557" y="310"/>
                </a:lnTo>
                <a:lnTo>
                  <a:pt x="557" y="311"/>
                </a:lnTo>
                <a:lnTo>
                  <a:pt x="557" y="310"/>
                </a:lnTo>
                <a:lnTo>
                  <a:pt x="556" y="310"/>
                </a:lnTo>
                <a:lnTo>
                  <a:pt x="555" y="310"/>
                </a:lnTo>
                <a:lnTo>
                  <a:pt x="554" y="310"/>
                </a:lnTo>
                <a:lnTo>
                  <a:pt x="553" y="310"/>
                </a:lnTo>
                <a:lnTo>
                  <a:pt x="553" y="311"/>
                </a:lnTo>
                <a:lnTo>
                  <a:pt x="552" y="311"/>
                </a:lnTo>
                <a:lnTo>
                  <a:pt x="551" y="311"/>
                </a:lnTo>
                <a:lnTo>
                  <a:pt x="551" y="312"/>
                </a:lnTo>
                <a:lnTo>
                  <a:pt x="550" y="312"/>
                </a:lnTo>
                <a:lnTo>
                  <a:pt x="549" y="312"/>
                </a:lnTo>
                <a:lnTo>
                  <a:pt x="548" y="312"/>
                </a:lnTo>
                <a:lnTo>
                  <a:pt x="548" y="311"/>
                </a:lnTo>
                <a:lnTo>
                  <a:pt x="548" y="310"/>
                </a:lnTo>
                <a:lnTo>
                  <a:pt x="548" y="309"/>
                </a:lnTo>
                <a:lnTo>
                  <a:pt x="547" y="309"/>
                </a:lnTo>
                <a:lnTo>
                  <a:pt x="546" y="309"/>
                </a:lnTo>
                <a:lnTo>
                  <a:pt x="546" y="310"/>
                </a:lnTo>
                <a:lnTo>
                  <a:pt x="545" y="310"/>
                </a:lnTo>
                <a:lnTo>
                  <a:pt x="545" y="311"/>
                </a:lnTo>
                <a:lnTo>
                  <a:pt x="544" y="312"/>
                </a:lnTo>
                <a:lnTo>
                  <a:pt x="544" y="313"/>
                </a:lnTo>
                <a:lnTo>
                  <a:pt x="543" y="313"/>
                </a:lnTo>
                <a:lnTo>
                  <a:pt x="543" y="314"/>
                </a:lnTo>
                <a:lnTo>
                  <a:pt x="542" y="314"/>
                </a:lnTo>
                <a:lnTo>
                  <a:pt x="541" y="314"/>
                </a:lnTo>
                <a:lnTo>
                  <a:pt x="541" y="315"/>
                </a:lnTo>
                <a:lnTo>
                  <a:pt x="540" y="315"/>
                </a:lnTo>
                <a:lnTo>
                  <a:pt x="540" y="316"/>
                </a:lnTo>
                <a:lnTo>
                  <a:pt x="539" y="316"/>
                </a:lnTo>
                <a:lnTo>
                  <a:pt x="538" y="316"/>
                </a:lnTo>
                <a:lnTo>
                  <a:pt x="538" y="317"/>
                </a:lnTo>
                <a:lnTo>
                  <a:pt x="537" y="317"/>
                </a:lnTo>
                <a:lnTo>
                  <a:pt x="536" y="317"/>
                </a:lnTo>
                <a:lnTo>
                  <a:pt x="536" y="318"/>
                </a:lnTo>
                <a:lnTo>
                  <a:pt x="535" y="318"/>
                </a:lnTo>
                <a:lnTo>
                  <a:pt x="534" y="318"/>
                </a:lnTo>
                <a:lnTo>
                  <a:pt x="534" y="319"/>
                </a:lnTo>
                <a:lnTo>
                  <a:pt x="533" y="319"/>
                </a:lnTo>
                <a:lnTo>
                  <a:pt x="533" y="320"/>
                </a:lnTo>
                <a:lnTo>
                  <a:pt x="532" y="320"/>
                </a:lnTo>
                <a:lnTo>
                  <a:pt x="532" y="321"/>
                </a:lnTo>
                <a:lnTo>
                  <a:pt x="532" y="322"/>
                </a:lnTo>
                <a:lnTo>
                  <a:pt x="531" y="322"/>
                </a:lnTo>
                <a:lnTo>
                  <a:pt x="532" y="322"/>
                </a:lnTo>
                <a:lnTo>
                  <a:pt x="531" y="322"/>
                </a:lnTo>
                <a:lnTo>
                  <a:pt x="531" y="323"/>
                </a:lnTo>
                <a:lnTo>
                  <a:pt x="531" y="324"/>
                </a:lnTo>
                <a:lnTo>
                  <a:pt x="531" y="325"/>
                </a:lnTo>
                <a:lnTo>
                  <a:pt x="530" y="325"/>
                </a:lnTo>
                <a:lnTo>
                  <a:pt x="530" y="326"/>
                </a:lnTo>
                <a:lnTo>
                  <a:pt x="530" y="325"/>
                </a:lnTo>
                <a:lnTo>
                  <a:pt x="530" y="326"/>
                </a:lnTo>
                <a:lnTo>
                  <a:pt x="529" y="326"/>
                </a:lnTo>
                <a:lnTo>
                  <a:pt x="529" y="325"/>
                </a:lnTo>
                <a:lnTo>
                  <a:pt x="529" y="326"/>
                </a:lnTo>
                <a:lnTo>
                  <a:pt x="528" y="326"/>
                </a:lnTo>
                <a:lnTo>
                  <a:pt x="528" y="327"/>
                </a:lnTo>
                <a:lnTo>
                  <a:pt x="528" y="326"/>
                </a:lnTo>
                <a:lnTo>
                  <a:pt x="529" y="326"/>
                </a:lnTo>
                <a:lnTo>
                  <a:pt x="528" y="326"/>
                </a:lnTo>
                <a:lnTo>
                  <a:pt x="528" y="327"/>
                </a:lnTo>
                <a:lnTo>
                  <a:pt x="527" y="327"/>
                </a:lnTo>
                <a:lnTo>
                  <a:pt x="526" y="327"/>
                </a:lnTo>
                <a:lnTo>
                  <a:pt x="525" y="327"/>
                </a:lnTo>
                <a:lnTo>
                  <a:pt x="524" y="327"/>
                </a:lnTo>
                <a:lnTo>
                  <a:pt x="524" y="328"/>
                </a:lnTo>
                <a:lnTo>
                  <a:pt x="523" y="328"/>
                </a:lnTo>
                <a:lnTo>
                  <a:pt x="522" y="328"/>
                </a:lnTo>
                <a:lnTo>
                  <a:pt x="522" y="329"/>
                </a:lnTo>
                <a:lnTo>
                  <a:pt x="521" y="329"/>
                </a:lnTo>
                <a:lnTo>
                  <a:pt x="520" y="329"/>
                </a:lnTo>
                <a:lnTo>
                  <a:pt x="520" y="330"/>
                </a:lnTo>
                <a:lnTo>
                  <a:pt x="519" y="330"/>
                </a:lnTo>
                <a:lnTo>
                  <a:pt x="519" y="331"/>
                </a:lnTo>
                <a:lnTo>
                  <a:pt x="518" y="331"/>
                </a:lnTo>
                <a:lnTo>
                  <a:pt x="518" y="332"/>
                </a:lnTo>
                <a:lnTo>
                  <a:pt x="517" y="332"/>
                </a:lnTo>
                <a:lnTo>
                  <a:pt x="516" y="333"/>
                </a:lnTo>
                <a:lnTo>
                  <a:pt x="515" y="333"/>
                </a:lnTo>
                <a:lnTo>
                  <a:pt x="515" y="334"/>
                </a:lnTo>
                <a:lnTo>
                  <a:pt x="514" y="334"/>
                </a:lnTo>
                <a:lnTo>
                  <a:pt x="514" y="335"/>
                </a:lnTo>
                <a:lnTo>
                  <a:pt x="513" y="335"/>
                </a:lnTo>
                <a:lnTo>
                  <a:pt x="512" y="335"/>
                </a:lnTo>
                <a:lnTo>
                  <a:pt x="513" y="335"/>
                </a:lnTo>
                <a:lnTo>
                  <a:pt x="513" y="336"/>
                </a:lnTo>
                <a:lnTo>
                  <a:pt x="512" y="336"/>
                </a:lnTo>
                <a:lnTo>
                  <a:pt x="511" y="336"/>
                </a:lnTo>
                <a:lnTo>
                  <a:pt x="511" y="337"/>
                </a:lnTo>
                <a:lnTo>
                  <a:pt x="511" y="338"/>
                </a:lnTo>
                <a:lnTo>
                  <a:pt x="510" y="338"/>
                </a:lnTo>
                <a:lnTo>
                  <a:pt x="510" y="339"/>
                </a:lnTo>
                <a:lnTo>
                  <a:pt x="509" y="339"/>
                </a:lnTo>
                <a:lnTo>
                  <a:pt x="509" y="340"/>
                </a:lnTo>
                <a:lnTo>
                  <a:pt x="509" y="341"/>
                </a:lnTo>
                <a:lnTo>
                  <a:pt x="509" y="340"/>
                </a:lnTo>
                <a:lnTo>
                  <a:pt x="508" y="340"/>
                </a:lnTo>
                <a:lnTo>
                  <a:pt x="509" y="340"/>
                </a:lnTo>
                <a:lnTo>
                  <a:pt x="508" y="340"/>
                </a:lnTo>
                <a:lnTo>
                  <a:pt x="507" y="340"/>
                </a:lnTo>
                <a:lnTo>
                  <a:pt x="506" y="340"/>
                </a:lnTo>
                <a:lnTo>
                  <a:pt x="506" y="341"/>
                </a:lnTo>
                <a:lnTo>
                  <a:pt x="505" y="341"/>
                </a:lnTo>
                <a:lnTo>
                  <a:pt x="505" y="342"/>
                </a:lnTo>
                <a:lnTo>
                  <a:pt x="505" y="343"/>
                </a:lnTo>
                <a:lnTo>
                  <a:pt x="504" y="343"/>
                </a:lnTo>
                <a:lnTo>
                  <a:pt x="504" y="344"/>
                </a:lnTo>
                <a:lnTo>
                  <a:pt x="503" y="344"/>
                </a:lnTo>
                <a:lnTo>
                  <a:pt x="502" y="344"/>
                </a:lnTo>
                <a:lnTo>
                  <a:pt x="502" y="345"/>
                </a:lnTo>
                <a:lnTo>
                  <a:pt x="501" y="345"/>
                </a:lnTo>
                <a:lnTo>
                  <a:pt x="501" y="346"/>
                </a:lnTo>
                <a:lnTo>
                  <a:pt x="500" y="347"/>
                </a:lnTo>
                <a:lnTo>
                  <a:pt x="499" y="347"/>
                </a:lnTo>
                <a:lnTo>
                  <a:pt x="499" y="348"/>
                </a:lnTo>
                <a:lnTo>
                  <a:pt x="498" y="348"/>
                </a:lnTo>
                <a:lnTo>
                  <a:pt x="498" y="349"/>
                </a:lnTo>
                <a:lnTo>
                  <a:pt x="497" y="349"/>
                </a:lnTo>
                <a:lnTo>
                  <a:pt x="497" y="350"/>
                </a:lnTo>
                <a:lnTo>
                  <a:pt x="496" y="350"/>
                </a:lnTo>
                <a:lnTo>
                  <a:pt x="496" y="351"/>
                </a:lnTo>
                <a:lnTo>
                  <a:pt x="496" y="352"/>
                </a:lnTo>
                <a:lnTo>
                  <a:pt x="495" y="353"/>
                </a:lnTo>
                <a:lnTo>
                  <a:pt x="496" y="353"/>
                </a:lnTo>
                <a:lnTo>
                  <a:pt x="496" y="354"/>
                </a:lnTo>
                <a:lnTo>
                  <a:pt x="497" y="354"/>
                </a:lnTo>
                <a:lnTo>
                  <a:pt x="498" y="355"/>
                </a:lnTo>
                <a:lnTo>
                  <a:pt x="498" y="356"/>
                </a:lnTo>
                <a:lnTo>
                  <a:pt x="499" y="356"/>
                </a:lnTo>
                <a:lnTo>
                  <a:pt x="499" y="357"/>
                </a:lnTo>
                <a:lnTo>
                  <a:pt x="498" y="357"/>
                </a:lnTo>
                <a:lnTo>
                  <a:pt x="498" y="358"/>
                </a:lnTo>
                <a:lnTo>
                  <a:pt x="498" y="359"/>
                </a:lnTo>
                <a:lnTo>
                  <a:pt x="498" y="360"/>
                </a:lnTo>
                <a:lnTo>
                  <a:pt x="497" y="360"/>
                </a:lnTo>
                <a:lnTo>
                  <a:pt x="497" y="361"/>
                </a:lnTo>
                <a:lnTo>
                  <a:pt x="497" y="360"/>
                </a:lnTo>
                <a:lnTo>
                  <a:pt x="496" y="360"/>
                </a:lnTo>
                <a:lnTo>
                  <a:pt x="495" y="360"/>
                </a:lnTo>
                <a:lnTo>
                  <a:pt x="495" y="361"/>
                </a:lnTo>
                <a:lnTo>
                  <a:pt x="494" y="361"/>
                </a:lnTo>
                <a:lnTo>
                  <a:pt x="494" y="362"/>
                </a:lnTo>
                <a:lnTo>
                  <a:pt x="493" y="362"/>
                </a:lnTo>
                <a:lnTo>
                  <a:pt x="492" y="362"/>
                </a:lnTo>
                <a:lnTo>
                  <a:pt x="491" y="362"/>
                </a:lnTo>
                <a:lnTo>
                  <a:pt x="491" y="363"/>
                </a:lnTo>
                <a:lnTo>
                  <a:pt x="491" y="364"/>
                </a:lnTo>
                <a:lnTo>
                  <a:pt x="492" y="364"/>
                </a:lnTo>
                <a:lnTo>
                  <a:pt x="491" y="365"/>
                </a:lnTo>
                <a:lnTo>
                  <a:pt x="491" y="366"/>
                </a:lnTo>
                <a:lnTo>
                  <a:pt x="490" y="366"/>
                </a:lnTo>
                <a:lnTo>
                  <a:pt x="490" y="365"/>
                </a:lnTo>
                <a:lnTo>
                  <a:pt x="489" y="365"/>
                </a:lnTo>
                <a:lnTo>
                  <a:pt x="488" y="365"/>
                </a:lnTo>
                <a:lnTo>
                  <a:pt x="488" y="366"/>
                </a:lnTo>
                <a:lnTo>
                  <a:pt x="487" y="366"/>
                </a:lnTo>
                <a:lnTo>
                  <a:pt x="486" y="366"/>
                </a:lnTo>
                <a:lnTo>
                  <a:pt x="486" y="367"/>
                </a:lnTo>
                <a:lnTo>
                  <a:pt x="486" y="368"/>
                </a:lnTo>
                <a:lnTo>
                  <a:pt x="485" y="368"/>
                </a:lnTo>
                <a:lnTo>
                  <a:pt x="485" y="369"/>
                </a:lnTo>
                <a:lnTo>
                  <a:pt x="485" y="370"/>
                </a:lnTo>
                <a:lnTo>
                  <a:pt x="485" y="372"/>
                </a:lnTo>
                <a:lnTo>
                  <a:pt x="485" y="373"/>
                </a:lnTo>
                <a:lnTo>
                  <a:pt x="484" y="373"/>
                </a:lnTo>
                <a:lnTo>
                  <a:pt x="483" y="374"/>
                </a:lnTo>
                <a:lnTo>
                  <a:pt x="482" y="374"/>
                </a:lnTo>
                <a:lnTo>
                  <a:pt x="481" y="374"/>
                </a:lnTo>
                <a:lnTo>
                  <a:pt x="481" y="375"/>
                </a:lnTo>
                <a:lnTo>
                  <a:pt x="480" y="375"/>
                </a:lnTo>
                <a:lnTo>
                  <a:pt x="480" y="376"/>
                </a:lnTo>
                <a:lnTo>
                  <a:pt x="480" y="377"/>
                </a:lnTo>
                <a:lnTo>
                  <a:pt x="479" y="376"/>
                </a:lnTo>
                <a:lnTo>
                  <a:pt x="478" y="375"/>
                </a:lnTo>
                <a:lnTo>
                  <a:pt x="477" y="376"/>
                </a:lnTo>
                <a:lnTo>
                  <a:pt x="476" y="376"/>
                </a:lnTo>
                <a:lnTo>
                  <a:pt x="475" y="376"/>
                </a:lnTo>
                <a:lnTo>
                  <a:pt x="474" y="376"/>
                </a:lnTo>
                <a:lnTo>
                  <a:pt x="471" y="377"/>
                </a:lnTo>
                <a:lnTo>
                  <a:pt x="470" y="377"/>
                </a:lnTo>
                <a:lnTo>
                  <a:pt x="470" y="378"/>
                </a:lnTo>
                <a:lnTo>
                  <a:pt x="469" y="378"/>
                </a:lnTo>
                <a:lnTo>
                  <a:pt x="468" y="378"/>
                </a:lnTo>
                <a:lnTo>
                  <a:pt x="466" y="379"/>
                </a:lnTo>
                <a:lnTo>
                  <a:pt x="465" y="379"/>
                </a:lnTo>
                <a:lnTo>
                  <a:pt x="462" y="378"/>
                </a:lnTo>
                <a:lnTo>
                  <a:pt x="461" y="377"/>
                </a:lnTo>
                <a:lnTo>
                  <a:pt x="460" y="377"/>
                </a:lnTo>
                <a:lnTo>
                  <a:pt x="458" y="377"/>
                </a:lnTo>
                <a:lnTo>
                  <a:pt x="457" y="377"/>
                </a:lnTo>
                <a:lnTo>
                  <a:pt x="457" y="376"/>
                </a:lnTo>
                <a:lnTo>
                  <a:pt x="456" y="376"/>
                </a:lnTo>
                <a:lnTo>
                  <a:pt x="455" y="376"/>
                </a:lnTo>
                <a:lnTo>
                  <a:pt x="454" y="376"/>
                </a:lnTo>
                <a:lnTo>
                  <a:pt x="453" y="376"/>
                </a:lnTo>
                <a:lnTo>
                  <a:pt x="452" y="376"/>
                </a:lnTo>
                <a:lnTo>
                  <a:pt x="451" y="376"/>
                </a:lnTo>
                <a:lnTo>
                  <a:pt x="450" y="376"/>
                </a:lnTo>
                <a:lnTo>
                  <a:pt x="451" y="375"/>
                </a:lnTo>
                <a:lnTo>
                  <a:pt x="452" y="375"/>
                </a:lnTo>
                <a:lnTo>
                  <a:pt x="451" y="375"/>
                </a:lnTo>
                <a:lnTo>
                  <a:pt x="450" y="375"/>
                </a:lnTo>
                <a:lnTo>
                  <a:pt x="448" y="375"/>
                </a:lnTo>
                <a:lnTo>
                  <a:pt x="447" y="376"/>
                </a:lnTo>
                <a:lnTo>
                  <a:pt x="446" y="376"/>
                </a:lnTo>
                <a:lnTo>
                  <a:pt x="445" y="376"/>
                </a:lnTo>
                <a:lnTo>
                  <a:pt x="442" y="376"/>
                </a:lnTo>
                <a:lnTo>
                  <a:pt x="441" y="377"/>
                </a:lnTo>
                <a:lnTo>
                  <a:pt x="441" y="376"/>
                </a:lnTo>
                <a:lnTo>
                  <a:pt x="437" y="377"/>
                </a:lnTo>
                <a:lnTo>
                  <a:pt x="436" y="376"/>
                </a:lnTo>
                <a:lnTo>
                  <a:pt x="435" y="376"/>
                </a:lnTo>
                <a:lnTo>
                  <a:pt x="434" y="375"/>
                </a:lnTo>
                <a:lnTo>
                  <a:pt x="433" y="375"/>
                </a:lnTo>
                <a:lnTo>
                  <a:pt x="434" y="374"/>
                </a:lnTo>
                <a:lnTo>
                  <a:pt x="433" y="374"/>
                </a:lnTo>
                <a:lnTo>
                  <a:pt x="433" y="373"/>
                </a:lnTo>
                <a:lnTo>
                  <a:pt x="432" y="373"/>
                </a:lnTo>
                <a:lnTo>
                  <a:pt x="433" y="375"/>
                </a:lnTo>
                <a:lnTo>
                  <a:pt x="433" y="376"/>
                </a:lnTo>
                <a:lnTo>
                  <a:pt x="431" y="376"/>
                </a:lnTo>
                <a:lnTo>
                  <a:pt x="431" y="377"/>
                </a:lnTo>
                <a:lnTo>
                  <a:pt x="432" y="377"/>
                </a:lnTo>
                <a:lnTo>
                  <a:pt x="432" y="378"/>
                </a:lnTo>
                <a:lnTo>
                  <a:pt x="432" y="379"/>
                </a:lnTo>
                <a:lnTo>
                  <a:pt x="431" y="379"/>
                </a:lnTo>
                <a:lnTo>
                  <a:pt x="431" y="380"/>
                </a:lnTo>
                <a:lnTo>
                  <a:pt x="430" y="380"/>
                </a:lnTo>
                <a:lnTo>
                  <a:pt x="429" y="381"/>
                </a:lnTo>
                <a:lnTo>
                  <a:pt x="428" y="381"/>
                </a:lnTo>
                <a:lnTo>
                  <a:pt x="428" y="382"/>
                </a:lnTo>
                <a:lnTo>
                  <a:pt x="427" y="382"/>
                </a:lnTo>
                <a:lnTo>
                  <a:pt x="427" y="381"/>
                </a:lnTo>
                <a:lnTo>
                  <a:pt x="426" y="380"/>
                </a:lnTo>
                <a:lnTo>
                  <a:pt x="426" y="381"/>
                </a:lnTo>
                <a:lnTo>
                  <a:pt x="425" y="381"/>
                </a:lnTo>
                <a:lnTo>
                  <a:pt x="425" y="382"/>
                </a:lnTo>
                <a:lnTo>
                  <a:pt x="425" y="383"/>
                </a:lnTo>
                <a:lnTo>
                  <a:pt x="424" y="383"/>
                </a:lnTo>
                <a:lnTo>
                  <a:pt x="423" y="383"/>
                </a:lnTo>
                <a:lnTo>
                  <a:pt x="424" y="383"/>
                </a:lnTo>
                <a:lnTo>
                  <a:pt x="424" y="382"/>
                </a:lnTo>
                <a:lnTo>
                  <a:pt x="424" y="381"/>
                </a:lnTo>
                <a:lnTo>
                  <a:pt x="423" y="381"/>
                </a:lnTo>
                <a:lnTo>
                  <a:pt x="423" y="380"/>
                </a:lnTo>
                <a:lnTo>
                  <a:pt x="422" y="380"/>
                </a:lnTo>
                <a:lnTo>
                  <a:pt x="421" y="380"/>
                </a:lnTo>
                <a:lnTo>
                  <a:pt x="421" y="382"/>
                </a:lnTo>
                <a:lnTo>
                  <a:pt x="419" y="382"/>
                </a:lnTo>
                <a:lnTo>
                  <a:pt x="419" y="383"/>
                </a:lnTo>
                <a:lnTo>
                  <a:pt x="418" y="383"/>
                </a:lnTo>
                <a:lnTo>
                  <a:pt x="418" y="382"/>
                </a:lnTo>
                <a:lnTo>
                  <a:pt x="417" y="383"/>
                </a:lnTo>
                <a:lnTo>
                  <a:pt x="416" y="383"/>
                </a:lnTo>
                <a:lnTo>
                  <a:pt x="416" y="384"/>
                </a:lnTo>
                <a:lnTo>
                  <a:pt x="416" y="383"/>
                </a:lnTo>
                <a:lnTo>
                  <a:pt x="417" y="383"/>
                </a:lnTo>
                <a:lnTo>
                  <a:pt x="417" y="384"/>
                </a:lnTo>
                <a:lnTo>
                  <a:pt x="416" y="384"/>
                </a:lnTo>
                <a:lnTo>
                  <a:pt x="415" y="384"/>
                </a:lnTo>
                <a:lnTo>
                  <a:pt x="415" y="385"/>
                </a:lnTo>
                <a:lnTo>
                  <a:pt x="414" y="385"/>
                </a:lnTo>
                <a:lnTo>
                  <a:pt x="413" y="386"/>
                </a:lnTo>
                <a:lnTo>
                  <a:pt x="412" y="386"/>
                </a:lnTo>
                <a:lnTo>
                  <a:pt x="412" y="385"/>
                </a:lnTo>
                <a:lnTo>
                  <a:pt x="411" y="385"/>
                </a:lnTo>
                <a:lnTo>
                  <a:pt x="411" y="386"/>
                </a:lnTo>
                <a:lnTo>
                  <a:pt x="410" y="386"/>
                </a:lnTo>
                <a:lnTo>
                  <a:pt x="409" y="386"/>
                </a:lnTo>
                <a:lnTo>
                  <a:pt x="409" y="385"/>
                </a:lnTo>
                <a:lnTo>
                  <a:pt x="410" y="384"/>
                </a:lnTo>
                <a:lnTo>
                  <a:pt x="411" y="384"/>
                </a:lnTo>
                <a:lnTo>
                  <a:pt x="412" y="384"/>
                </a:lnTo>
                <a:lnTo>
                  <a:pt x="412" y="383"/>
                </a:lnTo>
                <a:lnTo>
                  <a:pt x="411" y="383"/>
                </a:lnTo>
                <a:lnTo>
                  <a:pt x="410" y="383"/>
                </a:lnTo>
                <a:lnTo>
                  <a:pt x="410" y="382"/>
                </a:lnTo>
                <a:lnTo>
                  <a:pt x="410" y="381"/>
                </a:lnTo>
                <a:lnTo>
                  <a:pt x="411" y="381"/>
                </a:lnTo>
                <a:lnTo>
                  <a:pt x="411" y="380"/>
                </a:lnTo>
                <a:lnTo>
                  <a:pt x="411" y="379"/>
                </a:lnTo>
                <a:lnTo>
                  <a:pt x="411" y="380"/>
                </a:lnTo>
                <a:lnTo>
                  <a:pt x="410" y="380"/>
                </a:lnTo>
                <a:lnTo>
                  <a:pt x="409" y="381"/>
                </a:lnTo>
                <a:lnTo>
                  <a:pt x="410" y="382"/>
                </a:lnTo>
                <a:lnTo>
                  <a:pt x="410" y="383"/>
                </a:lnTo>
                <a:lnTo>
                  <a:pt x="409" y="384"/>
                </a:lnTo>
                <a:lnTo>
                  <a:pt x="408" y="384"/>
                </a:lnTo>
                <a:lnTo>
                  <a:pt x="407" y="384"/>
                </a:lnTo>
                <a:lnTo>
                  <a:pt x="405" y="384"/>
                </a:lnTo>
                <a:lnTo>
                  <a:pt x="405" y="383"/>
                </a:lnTo>
                <a:lnTo>
                  <a:pt x="404" y="383"/>
                </a:lnTo>
                <a:lnTo>
                  <a:pt x="404" y="384"/>
                </a:lnTo>
                <a:lnTo>
                  <a:pt x="402" y="384"/>
                </a:lnTo>
                <a:lnTo>
                  <a:pt x="402" y="383"/>
                </a:lnTo>
                <a:lnTo>
                  <a:pt x="401" y="383"/>
                </a:lnTo>
                <a:lnTo>
                  <a:pt x="401" y="382"/>
                </a:lnTo>
                <a:lnTo>
                  <a:pt x="400" y="381"/>
                </a:lnTo>
                <a:lnTo>
                  <a:pt x="400" y="380"/>
                </a:lnTo>
                <a:lnTo>
                  <a:pt x="399" y="380"/>
                </a:lnTo>
                <a:lnTo>
                  <a:pt x="399" y="381"/>
                </a:lnTo>
                <a:lnTo>
                  <a:pt x="401" y="383"/>
                </a:lnTo>
                <a:lnTo>
                  <a:pt x="399" y="383"/>
                </a:lnTo>
                <a:lnTo>
                  <a:pt x="399" y="385"/>
                </a:lnTo>
                <a:lnTo>
                  <a:pt x="398" y="385"/>
                </a:lnTo>
                <a:lnTo>
                  <a:pt x="397" y="384"/>
                </a:lnTo>
                <a:lnTo>
                  <a:pt x="396" y="384"/>
                </a:lnTo>
                <a:lnTo>
                  <a:pt x="396" y="385"/>
                </a:lnTo>
                <a:lnTo>
                  <a:pt x="397" y="385"/>
                </a:lnTo>
                <a:lnTo>
                  <a:pt x="398" y="385"/>
                </a:lnTo>
                <a:lnTo>
                  <a:pt x="399" y="386"/>
                </a:lnTo>
                <a:lnTo>
                  <a:pt x="399" y="387"/>
                </a:lnTo>
                <a:lnTo>
                  <a:pt x="398" y="388"/>
                </a:lnTo>
                <a:lnTo>
                  <a:pt x="399" y="388"/>
                </a:lnTo>
                <a:lnTo>
                  <a:pt x="399" y="389"/>
                </a:lnTo>
                <a:lnTo>
                  <a:pt x="400" y="389"/>
                </a:lnTo>
                <a:lnTo>
                  <a:pt x="399" y="390"/>
                </a:lnTo>
                <a:lnTo>
                  <a:pt x="399" y="389"/>
                </a:lnTo>
                <a:lnTo>
                  <a:pt x="398" y="389"/>
                </a:lnTo>
                <a:lnTo>
                  <a:pt x="397" y="389"/>
                </a:lnTo>
                <a:lnTo>
                  <a:pt x="397" y="390"/>
                </a:lnTo>
                <a:lnTo>
                  <a:pt x="396" y="389"/>
                </a:lnTo>
                <a:lnTo>
                  <a:pt x="395" y="389"/>
                </a:lnTo>
                <a:lnTo>
                  <a:pt x="394" y="389"/>
                </a:lnTo>
                <a:lnTo>
                  <a:pt x="393" y="390"/>
                </a:lnTo>
                <a:lnTo>
                  <a:pt x="393" y="391"/>
                </a:lnTo>
                <a:lnTo>
                  <a:pt x="394" y="391"/>
                </a:lnTo>
                <a:lnTo>
                  <a:pt x="394" y="392"/>
                </a:lnTo>
                <a:lnTo>
                  <a:pt x="393" y="392"/>
                </a:lnTo>
                <a:lnTo>
                  <a:pt x="391" y="392"/>
                </a:lnTo>
                <a:lnTo>
                  <a:pt x="390" y="392"/>
                </a:lnTo>
                <a:lnTo>
                  <a:pt x="390" y="391"/>
                </a:lnTo>
                <a:lnTo>
                  <a:pt x="389" y="392"/>
                </a:lnTo>
                <a:lnTo>
                  <a:pt x="389" y="393"/>
                </a:lnTo>
                <a:lnTo>
                  <a:pt x="388" y="393"/>
                </a:lnTo>
                <a:lnTo>
                  <a:pt x="387" y="394"/>
                </a:lnTo>
                <a:lnTo>
                  <a:pt x="387" y="395"/>
                </a:lnTo>
                <a:lnTo>
                  <a:pt x="386" y="395"/>
                </a:lnTo>
                <a:lnTo>
                  <a:pt x="385" y="394"/>
                </a:lnTo>
                <a:lnTo>
                  <a:pt x="385" y="393"/>
                </a:lnTo>
                <a:lnTo>
                  <a:pt x="386" y="393"/>
                </a:lnTo>
                <a:lnTo>
                  <a:pt x="385" y="393"/>
                </a:lnTo>
                <a:lnTo>
                  <a:pt x="384" y="392"/>
                </a:lnTo>
                <a:lnTo>
                  <a:pt x="384" y="391"/>
                </a:lnTo>
                <a:lnTo>
                  <a:pt x="383" y="391"/>
                </a:lnTo>
                <a:lnTo>
                  <a:pt x="383" y="393"/>
                </a:lnTo>
                <a:lnTo>
                  <a:pt x="382" y="393"/>
                </a:lnTo>
                <a:lnTo>
                  <a:pt x="381" y="392"/>
                </a:lnTo>
                <a:lnTo>
                  <a:pt x="380" y="392"/>
                </a:lnTo>
                <a:lnTo>
                  <a:pt x="379" y="393"/>
                </a:lnTo>
                <a:lnTo>
                  <a:pt x="379" y="392"/>
                </a:lnTo>
                <a:lnTo>
                  <a:pt x="377" y="392"/>
                </a:lnTo>
                <a:lnTo>
                  <a:pt x="376" y="393"/>
                </a:lnTo>
                <a:lnTo>
                  <a:pt x="375" y="393"/>
                </a:lnTo>
                <a:lnTo>
                  <a:pt x="375" y="392"/>
                </a:lnTo>
                <a:lnTo>
                  <a:pt x="375" y="391"/>
                </a:lnTo>
                <a:lnTo>
                  <a:pt x="375" y="392"/>
                </a:lnTo>
                <a:lnTo>
                  <a:pt x="374" y="392"/>
                </a:lnTo>
                <a:lnTo>
                  <a:pt x="374" y="393"/>
                </a:lnTo>
                <a:lnTo>
                  <a:pt x="373" y="393"/>
                </a:lnTo>
                <a:lnTo>
                  <a:pt x="372" y="393"/>
                </a:lnTo>
                <a:lnTo>
                  <a:pt x="373" y="393"/>
                </a:lnTo>
                <a:lnTo>
                  <a:pt x="374" y="393"/>
                </a:lnTo>
                <a:lnTo>
                  <a:pt x="374" y="394"/>
                </a:lnTo>
                <a:lnTo>
                  <a:pt x="374" y="395"/>
                </a:lnTo>
                <a:lnTo>
                  <a:pt x="373" y="395"/>
                </a:lnTo>
                <a:lnTo>
                  <a:pt x="372" y="396"/>
                </a:lnTo>
                <a:lnTo>
                  <a:pt x="371" y="396"/>
                </a:lnTo>
                <a:lnTo>
                  <a:pt x="371" y="397"/>
                </a:lnTo>
                <a:lnTo>
                  <a:pt x="371" y="399"/>
                </a:lnTo>
                <a:lnTo>
                  <a:pt x="369" y="399"/>
                </a:lnTo>
                <a:lnTo>
                  <a:pt x="369" y="398"/>
                </a:lnTo>
                <a:lnTo>
                  <a:pt x="366" y="399"/>
                </a:lnTo>
                <a:lnTo>
                  <a:pt x="365" y="398"/>
                </a:lnTo>
                <a:lnTo>
                  <a:pt x="363" y="399"/>
                </a:lnTo>
                <a:lnTo>
                  <a:pt x="362" y="399"/>
                </a:lnTo>
                <a:lnTo>
                  <a:pt x="360" y="399"/>
                </a:lnTo>
                <a:lnTo>
                  <a:pt x="359" y="400"/>
                </a:lnTo>
                <a:lnTo>
                  <a:pt x="360" y="402"/>
                </a:lnTo>
                <a:lnTo>
                  <a:pt x="358" y="403"/>
                </a:lnTo>
                <a:lnTo>
                  <a:pt x="357" y="401"/>
                </a:lnTo>
                <a:lnTo>
                  <a:pt x="356" y="401"/>
                </a:lnTo>
                <a:lnTo>
                  <a:pt x="355" y="402"/>
                </a:lnTo>
                <a:lnTo>
                  <a:pt x="357" y="403"/>
                </a:lnTo>
                <a:lnTo>
                  <a:pt x="349" y="406"/>
                </a:lnTo>
                <a:lnTo>
                  <a:pt x="348" y="405"/>
                </a:lnTo>
                <a:lnTo>
                  <a:pt x="346" y="406"/>
                </a:lnTo>
                <a:lnTo>
                  <a:pt x="346" y="407"/>
                </a:lnTo>
                <a:lnTo>
                  <a:pt x="346" y="408"/>
                </a:lnTo>
                <a:lnTo>
                  <a:pt x="345" y="408"/>
                </a:lnTo>
                <a:lnTo>
                  <a:pt x="344" y="407"/>
                </a:lnTo>
                <a:lnTo>
                  <a:pt x="345" y="407"/>
                </a:lnTo>
                <a:lnTo>
                  <a:pt x="344" y="407"/>
                </a:lnTo>
                <a:lnTo>
                  <a:pt x="343" y="405"/>
                </a:lnTo>
                <a:lnTo>
                  <a:pt x="343" y="406"/>
                </a:lnTo>
                <a:lnTo>
                  <a:pt x="342" y="406"/>
                </a:lnTo>
                <a:lnTo>
                  <a:pt x="343" y="407"/>
                </a:lnTo>
                <a:lnTo>
                  <a:pt x="342" y="407"/>
                </a:lnTo>
                <a:lnTo>
                  <a:pt x="342" y="408"/>
                </a:lnTo>
                <a:lnTo>
                  <a:pt x="342" y="409"/>
                </a:lnTo>
                <a:lnTo>
                  <a:pt x="342" y="410"/>
                </a:lnTo>
                <a:lnTo>
                  <a:pt x="341" y="410"/>
                </a:lnTo>
                <a:lnTo>
                  <a:pt x="340" y="410"/>
                </a:lnTo>
                <a:lnTo>
                  <a:pt x="340" y="411"/>
                </a:lnTo>
                <a:lnTo>
                  <a:pt x="341" y="411"/>
                </a:lnTo>
                <a:lnTo>
                  <a:pt x="340" y="411"/>
                </a:lnTo>
                <a:lnTo>
                  <a:pt x="339" y="410"/>
                </a:lnTo>
                <a:lnTo>
                  <a:pt x="339" y="411"/>
                </a:lnTo>
                <a:lnTo>
                  <a:pt x="338" y="411"/>
                </a:lnTo>
                <a:lnTo>
                  <a:pt x="338" y="412"/>
                </a:lnTo>
                <a:lnTo>
                  <a:pt x="337" y="412"/>
                </a:lnTo>
                <a:lnTo>
                  <a:pt x="337" y="413"/>
                </a:lnTo>
                <a:lnTo>
                  <a:pt x="336" y="413"/>
                </a:lnTo>
                <a:lnTo>
                  <a:pt x="336" y="412"/>
                </a:lnTo>
                <a:lnTo>
                  <a:pt x="337" y="412"/>
                </a:lnTo>
                <a:lnTo>
                  <a:pt x="337" y="411"/>
                </a:lnTo>
                <a:lnTo>
                  <a:pt x="336" y="411"/>
                </a:lnTo>
                <a:lnTo>
                  <a:pt x="335" y="411"/>
                </a:lnTo>
                <a:lnTo>
                  <a:pt x="336" y="412"/>
                </a:lnTo>
                <a:lnTo>
                  <a:pt x="335" y="413"/>
                </a:lnTo>
                <a:lnTo>
                  <a:pt x="335" y="414"/>
                </a:lnTo>
                <a:lnTo>
                  <a:pt x="335" y="415"/>
                </a:lnTo>
                <a:lnTo>
                  <a:pt x="336" y="416"/>
                </a:lnTo>
                <a:lnTo>
                  <a:pt x="336" y="417"/>
                </a:lnTo>
                <a:lnTo>
                  <a:pt x="335" y="417"/>
                </a:lnTo>
                <a:lnTo>
                  <a:pt x="334" y="415"/>
                </a:lnTo>
                <a:lnTo>
                  <a:pt x="332" y="418"/>
                </a:lnTo>
                <a:lnTo>
                  <a:pt x="331" y="418"/>
                </a:lnTo>
                <a:lnTo>
                  <a:pt x="330" y="418"/>
                </a:lnTo>
                <a:lnTo>
                  <a:pt x="330" y="417"/>
                </a:lnTo>
                <a:lnTo>
                  <a:pt x="329" y="418"/>
                </a:lnTo>
                <a:lnTo>
                  <a:pt x="330" y="419"/>
                </a:lnTo>
                <a:lnTo>
                  <a:pt x="329" y="419"/>
                </a:lnTo>
                <a:lnTo>
                  <a:pt x="328" y="419"/>
                </a:lnTo>
                <a:lnTo>
                  <a:pt x="326" y="419"/>
                </a:lnTo>
                <a:lnTo>
                  <a:pt x="325" y="419"/>
                </a:lnTo>
                <a:lnTo>
                  <a:pt x="325" y="418"/>
                </a:lnTo>
                <a:lnTo>
                  <a:pt x="324" y="418"/>
                </a:lnTo>
                <a:lnTo>
                  <a:pt x="321" y="418"/>
                </a:lnTo>
                <a:lnTo>
                  <a:pt x="320" y="418"/>
                </a:lnTo>
                <a:lnTo>
                  <a:pt x="319" y="418"/>
                </a:lnTo>
                <a:lnTo>
                  <a:pt x="319" y="419"/>
                </a:lnTo>
                <a:lnTo>
                  <a:pt x="319" y="420"/>
                </a:lnTo>
                <a:lnTo>
                  <a:pt x="316" y="421"/>
                </a:lnTo>
                <a:lnTo>
                  <a:pt x="315" y="422"/>
                </a:lnTo>
                <a:lnTo>
                  <a:pt x="315" y="421"/>
                </a:lnTo>
                <a:lnTo>
                  <a:pt x="314" y="422"/>
                </a:lnTo>
                <a:lnTo>
                  <a:pt x="315" y="422"/>
                </a:lnTo>
                <a:lnTo>
                  <a:pt x="315" y="423"/>
                </a:lnTo>
                <a:lnTo>
                  <a:pt x="312" y="424"/>
                </a:lnTo>
                <a:lnTo>
                  <a:pt x="311" y="424"/>
                </a:lnTo>
                <a:lnTo>
                  <a:pt x="312" y="424"/>
                </a:lnTo>
                <a:lnTo>
                  <a:pt x="312" y="425"/>
                </a:lnTo>
                <a:lnTo>
                  <a:pt x="313" y="426"/>
                </a:lnTo>
                <a:lnTo>
                  <a:pt x="312" y="427"/>
                </a:lnTo>
                <a:lnTo>
                  <a:pt x="312" y="426"/>
                </a:lnTo>
                <a:lnTo>
                  <a:pt x="311" y="425"/>
                </a:lnTo>
                <a:lnTo>
                  <a:pt x="310" y="426"/>
                </a:lnTo>
                <a:lnTo>
                  <a:pt x="308" y="428"/>
                </a:lnTo>
                <a:lnTo>
                  <a:pt x="307" y="428"/>
                </a:lnTo>
                <a:lnTo>
                  <a:pt x="307" y="427"/>
                </a:lnTo>
                <a:lnTo>
                  <a:pt x="306" y="427"/>
                </a:lnTo>
                <a:lnTo>
                  <a:pt x="306" y="428"/>
                </a:lnTo>
                <a:lnTo>
                  <a:pt x="307" y="428"/>
                </a:lnTo>
                <a:lnTo>
                  <a:pt x="308" y="428"/>
                </a:lnTo>
                <a:lnTo>
                  <a:pt x="308" y="429"/>
                </a:lnTo>
                <a:lnTo>
                  <a:pt x="308" y="430"/>
                </a:lnTo>
                <a:lnTo>
                  <a:pt x="307" y="431"/>
                </a:lnTo>
                <a:lnTo>
                  <a:pt x="306" y="431"/>
                </a:lnTo>
                <a:lnTo>
                  <a:pt x="306" y="432"/>
                </a:lnTo>
                <a:lnTo>
                  <a:pt x="306" y="433"/>
                </a:lnTo>
                <a:lnTo>
                  <a:pt x="305" y="433"/>
                </a:lnTo>
                <a:lnTo>
                  <a:pt x="304" y="433"/>
                </a:lnTo>
                <a:lnTo>
                  <a:pt x="303" y="433"/>
                </a:lnTo>
                <a:lnTo>
                  <a:pt x="303" y="434"/>
                </a:lnTo>
                <a:lnTo>
                  <a:pt x="302" y="434"/>
                </a:lnTo>
                <a:lnTo>
                  <a:pt x="301" y="434"/>
                </a:lnTo>
                <a:lnTo>
                  <a:pt x="300" y="434"/>
                </a:lnTo>
                <a:lnTo>
                  <a:pt x="300" y="435"/>
                </a:lnTo>
                <a:lnTo>
                  <a:pt x="299" y="435"/>
                </a:lnTo>
                <a:lnTo>
                  <a:pt x="298" y="436"/>
                </a:lnTo>
                <a:lnTo>
                  <a:pt x="297" y="437"/>
                </a:lnTo>
                <a:lnTo>
                  <a:pt x="297" y="438"/>
                </a:lnTo>
                <a:lnTo>
                  <a:pt x="296" y="438"/>
                </a:lnTo>
                <a:lnTo>
                  <a:pt x="295" y="438"/>
                </a:lnTo>
                <a:lnTo>
                  <a:pt x="294" y="439"/>
                </a:lnTo>
                <a:lnTo>
                  <a:pt x="294" y="440"/>
                </a:lnTo>
                <a:lnTo>
                  <a:pt x="295" y="440"/>
                </a:lnTo>
                <a:lnTo>
                  <a:pt x="295" y="441"/>
                </a:lnTo>
                <a:lnTo>
                  <a:pt x="294" y="442"/>
                </a:lnTo>
                <a:lnTo>
                  <a:pt x="293" y="442"/>
                </a:lnTo>
                <a:lnTo>
                  <a:pt x="292" y="442"/>
                </a:lnTo>
                <a:lnTo>
                  <a:pt x="294" y="442"/>
                </a:lnTo>
                <a:lnTo>
                  <a:pt x="294" y="443"/>
                </a:lnTo>
                <a:lnTo>
                  <a:pt x="295" y="443"/>
                </a:lnTo>
                <a:lnTo>
                  <a:pt x="294" y="444"/>
                </a:lnTo>
                <a:lnTo>
                  <a:pt x="295" y="444"/>
                </a:lnTo>
                <a:lnTo>
                  <a:pt x="296" y="444"/>
                </a:lnTo>
                <a:lnTo>
                  <a:pt x="297" y="444"/>
                </a:lnTo>
                <a:lnTo>
                  <a:pt x="297" y="445"/>
                </a:lnTo>
                <a:lnTo>
                  <a:pt x="298" y="445"/>
                </a:lnTo>
                <a:lnTo>
                  <a:pt x="299" y="445"/>
                </a:lnTo>
                <a:lnTo>
                  <a:pt x="298" y="445"/>
                </a:lnTo>
                <a:lnTo>
                  <a:pt x="297" y="445"/>
                </a:lnTo>
                <a:lnTo>
                  <a:pt x="296" y="445"/>
                </a:lnTo>
                <a:lnTo>
                  <a:pt x="295" y="446"/>
                </a:lnTo>
                <a:lnTo>
                  <a:pt x="294" y="446"/>
                </a:lnTo>
                <a:lnTo>
                  <a:pt x="294" y="447"/>
                </a:lnTo>
                <a:lnTo>
                  <a:pt x="293" y="447"/>
                </a:lnTo>
                <a:lnTo>
                  <a:pt x="293" y="448"/>
                </a:lnTo>
                <a:lnTo>
                  <a:pt x="292" y="448"/>
                </a:lnTo>
                <a:lnTo>
                  <a:pt x="291" y="448"/>
                </a:lnTo>
                <a:lnTo>
                  <a:pt x="291" y="449"/>
                </a:lnTo>
                <a:lnTo>
                  <a:pt x="292" y="449"/>
                </a:lnTo>
                <a:lnTo>
                  <a:pt x="291" y="449"/>
                </a:lnTo>
                <a:lnTo>
                  <a:pt x="290" y="449"/>
                </a:lnTo>
                <a:lnTo>
                  <a:pt x="289" y="449"/>
                </a:lnTo>
                <a:lnTo>
                  <a:pt x="288" y="449"/>
                </a:lnTo>
                <a:lnTo>
                  <a:pt x="288" y="448"/>
                </a:lnTo>
                <a:lnTo>
                  <a:pt x="287" y="448"/>
                </a:lnTo>
                <a:lnTo>
                  <a:pt x="288" y="450"/>
                </a:lnTo>
                <a:lnTo>
                  <a:pt x="288" y="451"/>
                </a:lnTo>
                <a:lnTo>
                  <a:pt x="288" y="452"/>
                </a:lnTo>
                <a:lnTo>
                  <a:pt x="289" y="452"/>
                </a:lnTo>
                <a:lnTo>
                  <a:pt x="290" y="452"/>
                </a:lnTo>
                <a:lnTo>
                  <a:pt x="290" y="453"/>
                </a:lnTo>
                <a:lnTo>
                  <a:pt x="290" y="454"/>
                </a:lnTo>
                <a:lnTo>
                  <a:pt x="289" y="454"/>
                </a:lnTo>
                <a:lnTo>
                  <a:pt x="288" y="454"/>
                </a:lnTo>
                <a:lnTo>
                  <a:pt x="287" y="453"/>
                </a:lnTo>
                <a:lnTo>
                  <a:pt x="286" y="453"/>
                </a:lnTo>
                <a:lnTo>
                  <a:pt x="285" y="453"/>
                </a:lnTo>
                <a:lnTo>
                  <a:pt x="283" y="453"/>
                </a:lnTo>
                <a:lnTo>
                  <a:pt x="283" y="454"/>
                </a:lnTo>
                <a:lnTo>
                  <a:pt x="282" y="456"/>
                </a:lnTo>
                <a:lnTo>
                  <a:pt x="281" y="457"/>
                </a:lnTo>
                <a:lnTo>
                  <a:pt x="280" y="457"/>
                </a:lnTo>
                <a:lnTo>
                  <a:pt x="279" y="456"/>
                </a:lnTo>
                <a:lnTo>
                  <a:pt x="278" y="456"/>
                </a:lnTo>
                <a:lnTo>
                  <a:pt x="278" y="455"/>
                </a:lnTo>
                <a:lnTo>
                  <a:pt x="277" y="455"/>
                </a:lnTo>
                <a:lnTo>
                  <a:pt x="276" y="455"/>
                </a:lnTo>
                <a:lnTo>
                  <a:pt x="275" y="455"/>
                </a:lnTo>
                <a:lnTo>
                  <a:pt x="275" y="456"/>
                </a:lnTo>
                <a:lnTo>
                  <a:pt x="276" y="456"/>
                </a:lnTo>
                <a:lnTo>
                  <a:pt x="276" y="457"/>
                </a:lnTo>
                <a:lnTo>
                  <a:pt x="277" y="456"/>
                </a:lnTo>
                <a:lnTo>
                  <a:pt x="277" y="458"/>
                </a:lnTo>
                <a:lnTo>
                  <a:pt x="277" y="459"/>
                </a:lnTo>
                <a:lnTo>
                  <a:pt x="277" y="458"/>
                </a:lnTo>
                <a:lnTo>
                  <a:pt x="276" y="458"/>
                </a:lnTo>
                <a:lnTo>
                  <a:pt x="276" y="457"/>
                </a:lnTo>
                <a:lnTo>
                  <a:pt x="275" y="457"/>
                </a:lnTo>
                <a:lnTo>
                  <a:pt x="275" y="458"/>
                </a:lnTo>
                <a:lnTo>
                  <a:pt x="274" y="458"/>
                </a:lnTo>
                <a:lnTo>
                  <a:pt x="273" y="457"/>
                </a:lnTo>
                <a:lnTo>
                  <a:pt x="271" y="456"/>
                </a:lnTo>
                <a:lnTo>
                  <a:pt x="270" y="456"/>
                </a:lnTo>
                <a:lnTo>
                  <a:pt x="270" y="457"/>
                </a:lnTo>
                <a:lnTo>
                  <a:pt x="271" y="458"/>
                </a:lnTo>
                <a:lnTo>
                  <a:pt x="272" y="459"/>
                </a:lnTo>
                <a:lnTo>
                  <a:pt x="273" y="460"/>
                </a:lnTo>
                <a:lnTo>
                  <a:pt x="275" y="461"/>
                </a:lnTo>
                <a:lnTo>
                  <a:pt x="275" y="462"/>
                </a:lnTo>
                <a:lnTo>
                  <a:pt x="275" y="463"/>
                </a:lnTo>
                <a:lnTo>
                  <a:pt x="275" y="464"/>
                </a:lnTo>
                <a:lnTo>
                  <a:pt x="274" y="465"/>
                </a:lnTo>
                <a:lnTo>
                  <a:pt x="273" y="466"/>
                </a:lnTo>
                <a:lnTo>
                  <a:pt x="272" y="466"/>
                </a:lnTo>
                <a:lnTo>
                  <a:pt x="271" y="466"/>
                </a:lnTo>
                <a:lnTo>
                  <a:pt x="270" y="466"/>
                </a:lnTo>
                <a:lnTo>
                  <a:pt x="269" y="466"/>
                </a:lnTo>
                <a:lnTo>
                  <a:pt x="269" y="465"/>
                </a:lnTo>
                <a:lnTo>
                  <a:pt x="270" y="465"/>
                </a:lnTo>
                <a:lnTo>
                  <a:pt x="270" y="464"/>
                </a:lnTo>
                <a:lnTo>
                  <a:pt x="269" y="464"/>
                </a:lnTo>
                <a:lnTo>
                  <a:pt x="269" y="463"/>
                </a:lnTo>
                <a:lnTo>
                  <a:pt x="268" y="464"/>
                </a:lnTo>
                <a:lnTo>
                  <a:pt x="267" y="464"/>
                </a:lnTo>
                <a:lnTo>
                  <a:pt x="267" y="463"/>
                </a:lnTo>
                <a:lnTo>
                  <a:pt x="268" y="463"/>
                </a:lnTo>
                <a:lnTo>
                  <a:pt x="267" y="462"/>
                </a:lnTo>
                <a:lnTo>
                  <a:pt x="266" y="461"/>
                </a:lnTo>
                <a:lnTo>
                  <a:pt x="267" y="461"/>
                </a:lnTo>
                <a:lnTo>
                  <a:pt x="266" y="461"/>
                </a:lnTo>
                <a:lnTo>
                  <a:pt x="266" y="460"/>
                </a:lnTo>
                <a:lnTo>
                  <a:pt x="266" y="459"/>
                </a:lnTo>
                <a:lnTo>
                  <a:pt x="266" y="458"/>
                </a:lnTo>
                <a:lnTo>
                  <a:pt x="265" y="458"/>
                </a:lnTo>
                <a:lnTo>
                  <a:pt x="264" y="458"/>
                </a:lnTo>
                <a:lnTo>
                  <a:pt x="263" y="458"/>
                </a:lnTo>
                <a:lnTo>
                  <a:pt x="263" y="457"/>
                </a:lnTo>
                <a:lnTo>
                  <a:pt x="262" y="458"/>
                </a:lnTo>
                <a:lnTo>
                  <a:pt x="261" y="457"/>
                </a:lnTo>
                <a:lnTo>
                  <a:pt x="260" y="457"/>
                </a:lnTo>
                <a:lnTo>
                  <a:pt x="259" y="457"/>
                </a:lnTo>
                <a:lnTo>
                  <a:pt x="259" y="458"/>
                </a:lnTo>
                <a:lnTo>
                  <a:pt x="260" y="457"/>
                </a:lnTo>
                <a:lnTo>
                  <a:pt x="261" y="458"/>
                </a:lnTo>
                <a:lnTo>
                  <a:pt x="262" y="459"/>
                </a:lnTo>
                <a:lnTo>
                  <a:pt x="261" y="460"/>
                </a:lnTo>
                <a:lnTo>
                  <a:pt x="260" y="460"/>
                </a:lnTo>
                <a:lnTo>
                  <a:pt x="259" y="460"/>
                </a:lnTo>
                <a:lnTo>
                  <a:pt x="258" y="460"/>
                </a:lnTo>
                <a:lnTo>
                  <a:pt x="258" y="459"/>
                </a:lnTo>
                <a:lnTo>
                  <a:pt x="257" y="459"/>
                </a:lnTo>
                <a:lnTo>
                  <a:pt x="256" y="459"/>
                </a:lnTo>
                <a:lnTo>
                  <a:pt x="256" y="460"/>
                </a:lnTo>
                <a:lnTo>
                  <a:pt x="255" y="460"/>
                </a:lnTo>
                <a:lnTo>
                  <a:pt x="255" y="459"/>
                </a:lnTo>
                <a:lnTo>
                  <a:pt x="254" y="459"/>
                </a:lnTo>
                <a:lnTo>
                  <a:pt x="252" y="460"/>
                </a:lnTo>
                <a:lnTo>
                  <a:pt x="252" y="461"/>
                </a:lnTo>
                <a:lnTo>
                  <a:pt x="253" y="461"/>
                </a:lnTo>
                <a:lnTo>
                  <a:pt x="254" y="461"/>
                </a:lnTo>
                <a:lnTo>
                  <a:pt x="254" y="462"/>
                </a:lnTo>
                <a:lnTo>
                  <a:pt x="254" y="463"/>
                </a:lnTo>
                <a:lnTo>
                  <a:pt x="254" y="464"/>
                </a:lnTo>
                <a:lnTo>
                  <a:pt x="253" y="464"/>
                </a:lnTo>
                <a:lnTo>
                  <a:pt x="252" y="465"/>
                </a:lnTo>
                <a:lnTo>
                  <a:pt x="252" y="464"/>
                </a:lnTo>
                <a:lnTo>
                  <a:pt x="251" y="465"/>
                </a:lnTo>
                <a:lnTo>
                  <a:pt x="250" y="465"/>
                </a:lnTo>
                <a:lnTo>
                  <a:pt x="250" y="466"/>
                </a:lnTo>
                <a:lnTo>
                  <a:pt x="249" y="466"/>
                </a:lnTo>
                <a:lnTo>
                  <a:pt x="250" y="466"/>
                </a:lnTo>
                <a:lnTo>
                  <a:pt x="250" y="467"/>
                </a:lnTo>
                <a:lnTo>
                  <a:pt x="249" y="467"/>
                </a:lnTo>
                <a:lnTo>
                  <a:pt x="249" y="468"/>
                </a:lnTo>
                <a:lnTo>
                  <a:pt x="250" y="468"/>
                </a:lnTo>
                <a:lnTo>
                  <a:pt x="251" y="468"/>
                </a:lnTo>
                <a:lnTo>
                  <a:pt x="251" y="467"/>
                </a:lnTo>
                <a:lnTo>
                  <a:pt x="252" y="467"/>
                </a:lnTo>
                <a:lnTo>
                  <a:pt x="253" y="467"/>
                </a:lnTo>
                <a:lnTo>
                  <a:pt x="252" y="467"/>
                </a:lnTo>
                <a:lnTo>
                  <a:pt x="252" y="468"/>
                </a:lnTo>
                <a:lnTo>
                  <a:pt x="254" y="468"/>
                </a:lnTo>
                <a:lnTo>
                  <a:pt x="254" y="467"/>
                </a:lnTo>
                <a:lnTo>
                  <a:pt x="255" y="468"/>
                </a:lnTo>
                <a:lnTo>
                  <a:pt x="256" y="468"/>
                </a:lnTo>
                <a:lnTo>
                  <a:pt x="257" y="468"/>
                </a:lnTo>
                <a:lnTo>
                  <a:pt x="257" y="469"/>
                </a:lnTo>
                <a:lnTo>
                  <a:pt x="259" y="469"/>
                </a:lnTo>
                <a:lnTo>
                  <a:pt x="259" y="470"/>
                </a:lnTo>
                <a:lnTo>
                  <a:pt x="259" y="471"/>
                </a:lnTo>
                <a:lnTo>
                  <a:pt x="258" y="472"/>
                </a:lnTo>
                <a:lnTo>
                  <a:pt x="258" y="473"/>
                </a:lnTo>
                <a:lnTo>
                  <a:pt x="258" y="474"/>
                </a:lnTo>
                <a:lnTo>
                  <a:pt x="257" y="474"/>
                </a:lnTo>
                <a:lnTo>
                  <a:pt x="257" y="475"/>
                </a:lnTo>
                <a:lnTo>
                  <a:pt x="257" y="474"/>
                </a:lnTo>
                <a:lnTo>
                  <a:pt x="256" y="474"/>
                </a:lnTo>
                <a:lnTo>
                  <a:pt x="256" y="473"/>
                </a:lnTo>
                <a:lnTo>
                  <a:pt x="255" y="473"/>
                </a:lnTo>
                <a:lnTo>
                  <a:pt x="255" y="474"/>
                </a:lnTo>
                <a:lnTo>
                  <a:pt x="255" y="475"/>
                </a:lnTo>
                <a:lnTo>
                  <a:pt x="254" y="475"/>
                </a:lnTo>
                <a:lnTo>
                  <a:pt x="253" y="475"/>
                </a:lnTo>
                <a:lnTo>
                  <a:pt x="252" y="475"/>
                </a:lnTo>
                <a:lnTo>
                  <a:pt x="251" y="475"/>
                </a:lnTo>
                <a:lnTo>
                  <a:pt x="250" y="475"/>
                </a:lnTo>
                <a:lnTo>
                  <a:pt x="250" y="474"/>
                </a:lnTo>
                <a:lnTo>
                  <a:pt x="249" y="474"/>
                </a:lnTo>
                <a:lnTo>
                  <a:pt x="248" y="474"/>
                </a:lnTo>
                <a:lnTo>
                  <a:pt x="248" y="473"/>
                </a:lnTo>
                <a:lnTo>
                  <a:pt x="247" y="473"/>
                </a:lnTo>
                <a:lnTo>
                  <a:pt x="245" y="473"/>
                </a:lnTo>
                <a:lnTo>
                  <a:pt x="244" y="474"/>
                </a:lnTo>
                <a:lnTo>
                  <a:pt x="244" y="475"/>
                </a:lnTo>
                <a:lnTo>
                  <a:pt x="243" y="476"/>
                </a:lnTo>
                <a:lnTo>
                  <a:pt x="242" y="476"/>
                </a:lnTo>
                <a:lnTo>
                  <a:pt x="241" y="477"/>
                </a:lnTo>
                <a:lnTo>
                  <a:pt x="241" y="478"/>
                </a:lnTo>
                <a:lnTo>
                  <a:pt x="240" y="478"/>
                </a:lnTo>
                <a:lnTo>
                  <a:pt x="240" y="479"/>
                </a:lnTo>
                <a:lnTo>
                  <a:pt x="239" y="479"/>
                </a:lnTo>
                <a:lnTo>
                  <a:pt x="238" y="479"/>
                </a:lnTo>
                <a:lnTo>
                  <a:pt x="237" y="479"/>
                </a:lnTo>
                <a:lnTo>
                  <a:pt x="235" y="479"/>
                </a:lnTo>
                <a:lnTo>
                  <a:pt x="234" y="479"/>
                </a:lnTo>
                <a:lnTo>
                  <a:pt x="233" y="479"/>
                </a:lnTo>
                <a:lnTo>
                  <a:pt x="232" y="480"/>
                </a:lnTo>
                <a:lnTo>
                  <a:pt x="231" y="480"/>
                </a:lnTo>
                <a:lnTo>
                  <a:pt x="230" y="480"/>
                </a:lnTo>
                <a:lnTo>
                  <a:pt x="229" y="479"/>
                </a:lnTo>
                <a:lnTo>
                  <a:pt x="228" y="479"/>
                </a:lnTo>
                <a:lnTo>
                  <a:pt x="227" y="479"/>
                </a:lnTo>
                <a:lnTo>
                  <a:pt x="226" y="479"/>
                </a:lnTo>
                <a:lnTo>
                  <a:pt x="224" y="479"/>
                </a:lnTo>
                <a:lnTo>
                  <a:pt x="223" y="479"/>
                </a:lnTo>
                <a:lnTo>
                  <a:pt x="223" y="480"/>
                </a:lnTo>
                <a:lnTo>
                  <a:pt x="223" y="481"/>
                </a:lnTo>
                <a:lnTo>
                  <a:pt x="222" y="481"/>
                </a:lnTo>
                <a:lnTo>
                  <a:pt x="222" y="482"/>
                </a:lnTo>
                <a:lnTo>
                  <a:pt x="221" y="482"/>
                </a:lnTo>
                <a:lnTo>
                  <a:pt x="221" y="481"/>
                </a:lnTo>
                <a:lnTo>
                  <a:pt x="220" y="481"/>
                </a:lnTo>
                <a:lnTo>
                  <a:pt x="220" y="482"/>
                </a:lnTo>
                <a:lnTo>
                  <a:pt x="219" y="482"/>
                </a:lnTo>
                <a:lnTo>
                  <a:pt x="218" y="482"/>
                </a:lnTo>
                <a:lnTo>
                  <a:pt x="217" y="482"/>
                </a:lnTo>
                <a:lnTo>
                  <a:pt x="217" y="481"/>
                </a:lnTo>
                <a:lnTo>
                  <a:pt x="218" y="481"/>
                </a:lnTo>
                <a:lnTo>
                  <a:pt x="217" y="481"/>
                </a:lnTo>
                <a:lnTo>
                  <a:pt x="216" y="481"/>
                </a:lnTo>
                <a:lnTo>
                  <a:pt x="215" y="481"/>
                </a:lnTo>
                <a:lnTo>
                  <a:pt x="214" y="482"/>
                </a:lnTo>
                <a:lnTo>
                  <a:pt x="214" y="483"/>
                </a:lnTo>
                <a:lnTo>
                  <a:pt x="214" y="484"/>
                </a:lnTo>
                <a:lnTo>
                  <a:pt x="214" y="483"/>
                </a:lnTo>
                <a:lnTo>
                  <a:pt x="215" y="483"/>
                </a:lnTo>
                <a:lnTo>
                  <a:pt x="216" y="482"/>
                </a:lnTo>
                <a:lnTo>
                  <a:pt x="217" y="482"/>
                </a:lnTo>
                <a:lnTo>
                  <a:pt x="216" y="483"/>
                </a:lnTo>
                <a:lnTo>
                  <a:pt x="216" y="484"/>
                </a:lnTo>
                <a:lnTo>
                  <a:pt x="215" y="485"/>
                </a:lnTo>
                <a:lnTo>
                  <a:pt x="214" y="485"/>
                </a:lnTo>
                <a:lnTo>
                  <a:pt x="214" y="486"/>
                </a:lnTo>
                <a:lnTo>
                  <a:pt x="214" y="487"/>
                </a:lnTo>
                <a:lnTo>
                  <a:pt x="213" y="487"/>
                </a:lnTo>
                <a:lnTo>
                  <a:pt x="212" y="489"/>
                </a:lnTo>
                <a:lnTo>
                  <a:pt x="211" y="489"/>
                </a:lnTo>
                <a:lnTo>
                  <a:pt x="210" y="489"/>
                </a:lnTo>
                <a:lnTo>
                  <a:pt x="209" y="489"/>
                </a:lnTo>
                <a:lnTo>
                  <a:pt x="208" y="489"/>
                </a:lnTo>
                <a:lnTo>
                  <a:pt x="207" y="489"/>
                </a:lnTo>
                <a:lnTo>
                  <a:pt x="206" y="489"/>
                </a:lnTo>
                <a:lnTo>
                  <a:pt x="206" y="487"/>
                </a:lnTo>
                <a:lnTo>
                  <a:pt x="206" y="485"/>
                </a:lnTo>
                <a:lnTo>
                  <a:pt x="205" y="485"/>
                </a:lnTo>
                <a:lnTo>
                  <a:pt x="205" y="484"/>
                </a:lnTo>
                <a:lnTo>
                  <a:pt x="204" y="484"/>
                </a:lnTo>
                <a:lnTo>
                  <a:pt x="204" y="483"/>
                </a:lnTo>
                <a:lnTo>
                  <a:pt x="205" y="483"/>
                </a:lnTo>
                <a:lnTo>
                  <a:pt x="206" y="483"/>
                </a:lnTo>
                <a:lnTo>
                  <a:pt x="207" y="483"/>
                </a:lnTo>
                <a:lnTo>
                  <a:pt x="207" y="482"/>
                </a:lnTo>
                <a:lnTo>
                  <a:pt x="207" y="481"/>
                </a:lnTo>
                <a:lnTo>
                  <a:pt x="206" y="482"/>
                </a:lnTo>
                <a:lnTo>
                  <a:pt x="206" y="481"/>
                </a:lnTo>
                <a:lnTo>
                  <a:pt x="206" y="480"/>
                </a:lnTo>
                <a:lnTo>
                  <a:pt x="207" y="480"/>
                </a:lnTo>
                <a:lnTo>
                  <a:pt x="207" y="479"/>
                </a:lnTo>
                <a:lnTo>
                  <a:pt x="206" y="479"/>
                </a:lnTo>
                <a:lnTo>
                  <a:pt x="206" y="480"/>
                </a:lnTo>
                <a:lnTo>
                  <a:pt x="205" y="480"/>
                </a:lnTo>
                <a:lnTo>
                  <a:pt x="205" y="479"/>
                </a:lnTo>
                <a:lnTo>
                  <a:pt x="204" y="479"/>
                </a:lnTo>
                <a:lnTo>
                  <a:pt x="205" y="478"/>
                </a:lnTo>
                <a:lnTo>
                  <a:pt x="205" y="477"/>
                </a:lnTo>
                <a:lnTo>
                  <a:pt x="204" y="477"/>
                </a:lnTo>
                <a:lnTo>
                  <a:pt x="204" y="476"/>
                </a:lnTo>
                <a:lnTo>
                  <a:pt x="204" y="475"/>
                </a:lnTo>
                <a:lnTo>
                  <a:pt x="204" y="474"/>
                </a:lnTo>
                <a:lnTo>
                  <a:pt x="205" y="474"/>
                </a:lnTo>
                <a:lnTo>
                  <a:pt x="206" y="474"/>
                </a:lnTo>
                <a:lnTo>
                  <a:pt x="205" y="473"/>
                </a:lnTo>
                <a:lnTo>
                  <a:pt x="205" y="472"/>
                </a:lnTo>
                <a:lnTo>
                  <a:pt x="204" y="471"/>
                </a:lnTo>
                <a:lnTo>
                  <a:pt x="204" y="472"/>
                </a:lnTo>
                <a:lnTo>
                  <a:pt x="203" y="472"/>
                </a:lnTo>
                <a:lnTo>
                  <a:pt x="202" y="471"/>
                </a:lnTo>
                <a:lnTo>
                  <a:pt x="202" y="470"/>
                </a:lnTo>
                <a:lnTo>
                  <a:pt x="203" y="469"/>
                </a:lnTo>
                <a:lnTo>
                  <a:pt x="203" y="468"/>
                </a:lnTo>
                <a:lnTo>
                  <a:pt x="204" y="468"/>
                </a:lnTo>
                <a:lnTo>
                  <a:pt x="204" y="467"/>
                </a:lnTo>
                <a:lnTo>
                  <a:pt x="205" y="467"/>
                </a:lnTo>
                <a:lnTo>
                  <a:pt x="205" y="466"/>
                </a:lnTo>
                <a:lnTo>
                  <a:pt x="207" y="466"/>
                </a:lnTo>
                <a:lnTo>
                  <a:pt x="207" y="465"/>
                </a:lnTo>
                <a:lnTo>
                  <a:pt x="208" y="466"/>
                </a:lnTo>
                <a:lnTo>
                  <a:pt x="209" y="466"/>
                </a:lnTo>
                <a:lnTo>
                  <a:pt x="210" y="466"/>
                </a:lnTo>
                <a:lnTo>
                  <a:pt x="211" y="466"/>
                </a:lnTo>
                <a:lnTo>
                  <a:pt x="212" y="466"/>
                </a:lnTo>
                <a:lnTo>
                  <a:pt x="212" y="467"/>
                </a:lnTo>
                <a:lnTo>
                  <a:pt x="213" y="468"/>
                </a:lnTo>
                <a:lnTo>
                  <a:pt x="214" y="468"/>
                </a:lnTo>
                <a:lnTo>
                  <a:pt x="214" y="467"/>
                </a:lnTo>
                <a:lnTo>
                  <a:pt x="215" y="467"/>
                </a:lnTo>
                <a:lnTo>
                  <a:pt x="215" y="466"/>
                </a:lnTo>
                <a:lnTo>
                  <a:pt x="216" y="466"/>
                </a:lnTo>
                <a:lnTo>
                  <a:pt x="216" y="465"/>
                </a:lnTo>
                <a:lnTo>
                  <a:pt x="217" y="465"/>
                </a:lnTo>
                <a:lnTo>
                  <a:pt x="218" y="465"/>
                </a:lnTo>
                <a:lnTo>
                  <a:pt x="219" y="465"/>
                </a:lnTo>
                <a:lnTo>
                  <a:pt x="219" y="464"/>
                </a:lnTo>
                <a:lnTo>
                  <a:pt x="221" y="464"/>
                </a:lnTo>
                <a:lnTo>
                  <a:pt x="222" y="464"/>
                </a:lnTo>
                <a:lnTo>
                  <a:pt x="223" y="464"/>
                </a:lnTo>
                <a:lnTo>
                  <a:pt x="224" y="464"/>
                </a:lnTo>
                <a:lnTo>
                  <a:pt x="225" y="463"/>
                </a:lnTo>
                <a:lnTo>
                  <a:pt x="225" y="462"/>
                </a:lnTo>
                <a:lnTo>
                  <a:pt x="225" y="461"/>
                </a:lnTo>
                <a:lnTo>
                  <a:pt x="225" y="460"/>
                </a:lnTo>
                <a:lnTo>
                  <a:pt x="224" y="460"/>
                </a:lnTo>
                <a:lnTo>
                  <a:pt x="224" y="461"/>
                </a:lnTo>
                <a:lnTo>
                  <a:pt x="223" y="461"/>
                </a:lnTo>
                <a:lnTo>
                  <a:pt x="223" y="460"/>
                </a:lnTo>
                <a:lnTo>
                  <a:pt x="223" y="459"/>
                </a:lnTo>
                <a:lnTo>
                  <a:pt x="224" y="459"/>
                </a:lnTo>
                <a:lnTo>
                  <a:pt x="224" y="458"/>
                </a:lnTo>
                <a:lnTo>
                  <a:pt x="225" y="458"/>
                </a:lnTo>
                <a:lnTo>
                  <a:pt x="225" y="457"/>
                </a:lnTo>
                <a:lnTo>
                  <a:pt x="225" y="456"/>
                </a:lnTo>
                <a:lnTo>
                  <a:pt x="226" y="456"/>
                </a:lnTo>
                <a:lnTo>
                  <a:pt x="227" y="456"/>
                </a:lnTo>
                <a:lnTo>
                  <a:pt x="227" y="455"/>
                </a:lnTo>
                <a:lnTo>
                  <a:pt x="228" y="455"/>
                </a:lnTo>
                <a:lnTo>
                  <a:pt x="228" y="454"/>
                </a:lnTo>
                <a:lnTo>
                  <a:pt x="228" y="455"/>
                </a:lnTo>
                <a:lnTo>
                  <a:pt x="229" y="455"/>
                </a:lnTo>
                <a:lnTo>
                  <a:pt x="230" y="456"/>
                </a:lnTo>
                <a:lnTo>
                  <a:pt x="230" y="457"/>
                </a:lnTo>
                <a:lnTo>
                  <a:pt x="231" y="457"/>
                </a:lnTo>
                <a:lnTo>
                  <a:pt x="231" y="458"/>
                </a:lnTo>
                <a:lnTo>
                  <a:pt x="233" y="458"/>
                </a:lnTo>
                <a:lnTo>
                  <a:pt x="234" y="458"/>
                </a:lnTo>
                <a:lnTo>
                  <a:pt x="235" y="458"/>
                </a:lnTo>
                <a:lnTo>
                  <a:pt x="236" y="458"/>
                </a:lnTo>
                <a:lnTo>
                  <a:pt x="236" y="459"/>
                </a:lnTo>
                <a:lnTo>
                  <a:pt x="237" y="458"/>
                </a:lnTo>
                <a:lnTo>
                  <a:pt x="238" y="458"/>
                </a:lnTo>
                <a:lnTo>
                  <a:pt x="239" y="458"/>
                </a:lnTo>
                <a:lnTo>
                  <a:pt x="240" y="458"/>
                </a:lnTo>
                <a:lnTo>
                  <a:pt x="240" y="457"/>
                </a:lnTo>
                <a:lnTo>
                  <a:pt x="241" y="457"/>
                </a:lnTo>
                <a:lnTo>
                  <a:pt x="241" y="456"/>
                </a:lnTo>
                <a:lnTo>
                  <a:pt x="242" y="456"/>
                </a:lnTo>
                <a:lnTo>
                  <a:pt x="243" y="455"/>
                </a:lnTo>
                <a:lnTo>
                  <a:pt x="244" y="455"/>
                </a:lnTo>
                <a:lnTo>
                  <a:pt x="245" y="454"/>
                </a:lnTo>
                <a:lnTo>
                  <a:pt x="246" y="454"/>
                </a:lnTo>
                <a:lnTo>
                  <a:pt x="247" y="454"/>
                </a:lnTo>
                <a:lnTo>
                  <a:pt x="249" y="453"/>
                </a:lnTo>
                <a:lnTo>
                  <a:pt x="250" y="453"/>
                </a:lnTo>
                <a:lnTo>
                  <a:pt x="251" y="453"/>
                </a:lnTo>
                <a:lnTo>
                  <a:pt x="252" y="453"/>
                </a:lnTo>
                <a:lnTo>
                  <a:pt x="251" y="452"/>
                </a:lnTo>
                <a:lnTo>
                  <a:pt x="252" y="452"/>
                </a:lnTo>
                <a:lnTo>
                  <a:pt x="253" y="451"/>
                </a:lnTo>
                <a:lnTo>
                  <a:pt x="254" y="452"/>
                </a:lnTo>
                <a:lnTo>
                  <a:pt x="255" y="451"/>
                </a:lnTo>
                <a:lnTo>
                  <a:pt x="255" y="450"/>
                </a:lnTo>
                <a:lnTo>
                  <a:pt x="256" y="450"/>
                </a:lnTo>
                <a:lnTo>
                  <a:pt x="256" y="449"/>
                </a:lnTo>
                <a:lnTo>
                  <a:pt x="256" y="448"/>
                </a:lnTo>
                <a:lnTo>
                  <a:pt x="255" y="448"/>
                </a:lnTo>
                <a:lnTo>
                  <a:pt x="255" y="447"/>
                </a:lnTo>
                <a:lnTo>
                  <a:pt x="256" y="447"/>
                </a:lnTo>
                <a:lnTo>
                  <a:pt x="256" y="446"/>
                </a:lnTo>
                <a:lnTo>
                  <a:pt x="255" y="446"/>
                </a:lnTo>
                <a:lnTo>
                  <a:pt x="254" y="446"/>
                </a:lnTo>
                <a:lnTo>
                  <a:pt x="254" y="445"/>
                </a:lnTo>
                <a:lnTo>
                  <a:pt x="253" y="445"/>
                </a:lnTo>
                <a:lnTo>
                  <a:pt x="252" y="444"/>
                </a:lnTo>
                <a:lnTo>
                  <a:pt x="251" y="443"/>
                </a:lnTo>
                <a:lnTo>
                  <a:pt x="251" y="444"/>
                </a:lnTo>
                <a:lnTo>
                  <a:pt x="250" y="443"/>
                </a:lnTo>
                <a:lnTo>
                  <a:pt x="248" y="443"/>
                </a:lnTo>
                <a:lnTo>
                  <a:pt x="248" y="442"/>
                </a:lnTo>
                <a:lnTo>
                  <a:pt x="248" y="441"/>
                </a:lnTo>
                <a:lnTo>
                  <a:pt x="247" y="441"/>
                </a:lnTo>
                <a:lnTo>
                  <a:pt x="247" y="440"/>
                </a:lnTo>
                <a:lnTo>
                  <a:pt x="248" y="440"/>
                </a:lnTo>
                <a:lnTo>
                  <a:pt x="249" y="440"/>
                </a:lnTo>
                <a:lnTo>
                  <a:pt x="249" y="439"/>
                </a:lnTo>
                <a:lnTo>
                  <a:pt x="248" y="439"/>
                </a:lnTo>
                <a:lnTo>
                  <a:pt x="247" y="439"/>
                </a:lnTo>
                <a:lnTo>
                  <a:pt x="247" y="438"/>
                </a:lnTo>
                <a:lnTo>
                  <a:pt x="248" y="438"/>
                </a:lnTo>
                <a:lnTo>
                  <a:pt x="249" y="438"/>
                </a:lnTo>
                <a:lnTo>
                  <a:pt x="249" y="437"/>
                </a:lnTo>
                <a:lnTo>
                  <a:pt x="251" y="438"/>
                </a:lnTo>
                <a:lnTo>
                  <a:pt x="251" y="437"/>
                </a:lnTo>
                <a:lnTo>
                  <a:pt x="252" y="437"/>
                </a:lnTo>
                <a:lnTo>
                  <a:pt x="252" y="436"/>
                </a:lnTo>
                <a:lnTo>
                  <a:pt x="250" y="436"/>
                </a:lnTo>
                <a:lnTo>
                  <a:pt x="249" y="435"/>
                </a:lnTo>
                <a:lnTo>
                  <a:pt x="249" y="434"/>
                </a:lnTo>
                <a:lnTo>
                  <a:pt x="248" y="434"/>
                </a:lnTo>
                <a:lnTo>
                  <a:pt x="248" y="435"/>
                </a:lnTo>
                <a:lnTo>
                  <a:pt x="248" y="434"/>
                </a:lnTo>
                <a:lnTo>
                  <a:pt x="247" y="434"/>
                </a:lnTo>
                <a:lnTo>
                  <a:pt x="247" y="433"/>
                </a:lnTo>
                <a:lnTo>
                  <a:pt x="248" y="433"/>
                </a:lnTo>
                <a:lnTo>
                  <a:pt x="249" y="433"/>
                </a:lnTo>
                <a:lnTo>
                  <a:pt x="250" y="433"/>
                </a:lnTo>
                <a:lnTo>
                  <a:pt x="250" y="432"/>
                </a:lnTo>
                <a:lnTo>
                  <a:pt x="251" y="432"/>
                </a:lnTo>
                <a:lnTo>
                  <a:pt x="252" y="432"/>
                </a:lnTo>
                <a:lnTo>
                  <a:pt x="253" y="433"/>
                </a:lnTo>
                <a:lnTo>
                  <a:pt x="254" y="433"/>
                </a:lnTo>
                <a:lnTo>
                  <a:pt x="255" y="433"/>
                </a:lnTo>
                <a:lnTo>
                  <a:pt x="255" y="432"/>
                </a:lnTo>
                <a:lnTo>
                  <a:pt x="256" y="432"/>
                </a:lnTo>
                <a:lnTo>
                  <a:pt x="256" y="431"/>
                </a:lnTo>
                <a:lnTo>
                  <a:pt x="255" y="430"/>
                </a:lnTo>
                <a:lnTo>
                  <a:pt x="255" y="429"/>
                </a:lnTo>
                <a:lnTo>
                  <a:pt x="257" y="428"/>
                </a:lnTo>
                <a:lnTo>
                  <a:pt x="257" y="429"/>
                </a:lnTo>
                <a:lnTo>
                  <a:pt x="258" y="429"/>
                </a:lnTo>
                <a:lnTo>
                  <a:pt x="259" y="429"/>
                </a:lnTo>
                <a:lnTo>
                  <a:pt x="259" y="430"/>
                </a:lnTo>
                <a:lnTo>
                  <a:pt x="260" y="430"/>
                </a:lnTo>
                <a:lnTo>
                  <a:pt x="260" y="429"/>
                </a:lnTo>
                <a:lnTo>
                  <a:pt x="260" y="428"/>
                </a:lnTo>
                <a:lnTo>
                  <a:pt x="259" y="428"/>
                </a:lnTo>
                <a:lnTo>
                  <a:pt x="259" y="427"/>
                </a:lnTo>
                <a:lnTo>
                  <a:pt x="259" y="426"/>
                </a:lnTo>
                <a:lnTo>
                  <a:pt x="258" y="426"/>
                </a:lnTo>
                <a:lnTo>
                  <a:pt x="258" y="425"/>
                </a:lnTo>
                <a:lnTo>
                  <a:pt x="259" y="425"/>
                </a:lnTo>
                <a:lnTo>
                  <a:pt x="260" y="425"/>
                </a:lnTo>
                <a:lnTo>
                  <a:pt x="260" y="424"/>
                </a:lnTo>
                <a:lnTo>
                  <a:pt x="259" y="424"/>
                </a:lnTo>
                <a:lnTo>
                  <a:pt x="260" y="423"/>
                </a:lnTo>
                <a:lnTo>
                  <a:pt x="260" y="422"/>
                </a:lnTo>
                <a:lnTo>
                  <a:pt x="261" y="422"/>
                </a:lnTo>
                <a:lnTo>
                  <a:pt x="262" y="422"/>
                </a:lnTo>
                <a:lnTo>
                  <a:pt x="264" y="423"/>
                </a:lnTo>
                <a:lnTo>
                  <a:pt x="267" y="423"/>
                </a:lnTo>
                <a:lnTo>
                  <a:pt x="268" y="423"/>
                </a:lnTo>
                <a:lnTo>
                  <a:pt x="269" y="423"/>
                </a:lnTo>
                <a:lnTo>
                  <a:pt x="270" y="422"/>
                </a:lnTo>
                <a:lnTo>
                  <a:pt x="270" y="423"/>
                </a:lnTo>
                <a:lnTo>
                  <a:pt x="271" y="423"/>
                </a:lnTo>
                <a:lnTo>
                  <a:pt x="272" y="422"/>
                </a:lnTo>
                <a:lnTo>
                  <a:pt x="274" y="421"/>
                </a:lnTo>
                <a:lnTo>
                  <a:pt x="275" y="421"/>
                </a:lnTo>
                <a:lnTo>
                  <a:pt x="275" y="420"/>
                </a:lnTo>
                <a:lnTo>
                  <a:pt x="275" y="421"/>
                </a:lnTo>
                <a:lnTo>
                  <a:pt x="276" y="421"/>
                </a:lnTo>
                <a:lnTo>
                  <a:pt x="276" y="420"/>
                </a:lnTo>
                <a:lnTo>
                  <a:pt x="277" y="420"/>
                </a:lnTo>
                <a:lnTo>
                  <a:pt x="278" y="420"/>
                </a:lnTo>
                <a:lnTo>
                  <a:pt x="277" y="420"/>
                </a:lnTo>
                <a:lnTo>
                  <a:pt x="277" y="419"/>
                </a:lnTo>
                <a:lnTo>
                  <a:pt x="274" y="419"/>
                </a:lnTo>
                <a:lnTo>
                  <a:pt x="274" y="420"/>
                </a:lnTo>
                <a:lnTo>
                  <a:pt x="273" y="420"/>
                </a:lnTo>
                <a:lnTo>
                  <a:pt x="272" y="420"/>
                </a:lnTo>
                <a:lnTo>
                  <a:pt x="271" y="420"/>
                </a:lnTo>
                <a:lnTo>
                  <a:pt x="270" y="421"/>
                </a:lnTo>
                <a:lnTo>
                  <a:pt x="269" y="421"/>
                </a:lnTo>
                <a:lnTo>
                  <a:pt x="269" y="422"/>
                </a:lnTo>
                <a:lnTo>
                  <a:pt x="268" y="422"/>
                </a:lnTo>
                <a:lnTo>
                  <a:pt x="267" y="421"/>
                </a:lnTo>
                <a:lnTo>
                  <a:pt x="264" y="421"/>
                </a:lnTo>
                <a:lnTo>
                  <a:pt x="264" y="422"/>
                </a:lnTo>
                <a:lnTo>
                  <a:pt x="263" y="422"/>
                </a:lnTo>
                <a:lnTo>
                  <a:pt x="262" y="421"/>
                </a:lnTo>
                <a:lnTo>
                  <a:pt x="261" y="421"/>
                </a:lnTo>
                <a:lnTo>
                  <a:pt x="260" y="420"/>
                </a:lnTo>
                <a:lnTo>
                  <a:pt x="259" y="420"/>
                </a:lnTo>
                <a:lnTo>
                  <a:pt x="258" y="419"/>
                </a:lnTo>
                <a:lnTo>
                  <a:pt x="258" y="420"/>
                </a:lnTo>
                <a:lnTo>
                  <a:pt x="258" y="421"/>
                </a:lnTo>
                <a:lnTo>
                  <a:pt x="258" y="422"/>
                </a:lnTo>
                <a:lnTo>
                  <a:pt x="259" y="422"/>
                </a:lnTo>
                <a:lnTo>
                  <a:pt x="258" y="423"/>
                </a:lnTo>
                <a:lnTo>
                  <a:pt x="258" y="424"/>
                </a:lnTo>
                <a:lnTo>
                  <a:pt x="257" y="424"/>
                </a:lnTo>
                <a:lnTo>
                  <a:pt x="256" y="424"/>
                </a:lnTo>
                <a:lnTo>
                  <a:pt x="256" y="425"/>
                </a:lnTo>
                <a:lnTo>
                  <a:pt x="255" y="425"/>
                </a:lnTo>
                <a:lnTo>
                  <a:pt x="255" y="424"/>
                </a:lnTo>
                <a:lnTo>
                  <a:pt x="254" y="425"/>
                </a:lnTo>
                <a:lnTo>
                  <a:pt x="253" y="425"/>
                </a:lnTo>
                <a:lnTo>
                  <a:pt x="252" y="426"/>
                </a:lnTo>
                <a:lnTo>
                  <a:pt x="251" y="426"/>
                </a:lnTo>
                <a:lnTo>
                  <a:pt x="250" y="427"/>
                </a:lnTo>
                <a:lnTo>
                  <a:pt x="248" y="427"/>
                </a:lnTo>
                <a:lnTo>
                  <a:pt x="247" y="427"/>
                </a:lnTo>
                <a:lnTo>
                  <a:pt x="246" y="427"/>
                </a:lnTo>
                <a:lnTo>
                  <a:pt x="245" y="428"/>
                </a:lnTo>
                <a:lnTo>
                  <a:pt x="245" y="427"/>
                </a:lnTo>
                <a:lnTo>
                  <a:pt x="244" y="427"/>
                </a:lnTo>
                <a:lnTo>
                  <a:pt x="244" y="428"/>
                </a:lnTo>
                <a:lnTo>
                  <a:pt x="243" y="428"/>
                </a:lnTo>
                <a:lnTo>
                  <a:pt x="243" y="427"/>
                </a:lnTo>
                <a:lnTo>
                  <a:pt x="242" y="427"/>
                </a:lnTo>
                <a:lnTo>
                  <a:pt x="241" y="427"/>
                </a:lnTo>
                <a:lnTo>
                  <a:pt x="241" y="430"/>
                </a:lnTo>
                <a:lnTo>
                  <a:pt x="240" y="430"/>
                </a:lnTo>
                <a:lnTo>
                  <a:pt x="240" y="431"/>
                </a:lnTo>
                <a:lnTo>
                  <a:pt x="239" y="431"/>
                </a:lnTo>
                <a:lnTo>
                  <a:pt x="239" y="430"/>
                </a:lnTo>
                <a:lnTo>
                  <a:pt x="236" y="430"/>
                </a:lnTo>
                <a:lnTo>
                  <a:pt x="237" y="428"/>
                </a:lnTo>
                <a:lnTo>
                  <a:pt x="237" y="427"/>
                </a:lnTo>
                <a:lnTo>
                  <a:pt x="237" y="426"/>
                </a:lnTo>
                <a:lnTo>
                  <a:pt x="236" y="426"/>
                </a:lnTo>
                <a:lnTo>
                  <a:pt x="235" y="425"/>
                </a:lnTo>
                <a:lnTo>
                  <a:pt x="235" y="426"/>
                </a:lnTo>
                <a:lnTo>
                  <a:pt x="234" y="426"/>
                </a:lnTo>
                <a:lnTo>
                  <a:pt x="234" y="425"/>
                </a:lnTo>
                <a:lnTo>
                  <a:pt x="235" y="423"/>
                </a:lnTo>
                <a:lnTo>
                  <a:pt x="235" y="424"/>
                </a:lnTo>
                <a:lnTo>
                  <a:pt x="236" y="423"/>
                </a:lnTo>
                <a:lnTo>
                  <a:pt x="236" y="422"/>
                </a:lnTo>
                <a:lnTo>
                  <a:pt x="237" y="421"/>
                </a:lnTo>
                <a:lnTo>
                  <a:pt x="237" y="420"/>
                </a:lnTo>
                <a:lnTo>
                  <a:pt x="237" y="419"/>
                </a:lnTo>
                <a:lnTo>
                  <a:pt x="236" y="419"/>
                </a:lnTo>
                <a:lnTo>
                  <a:pt x="235" y="419"/>
                </a:lnTo>
                <a:lnTo>
                  <a:pt x="236" y="419"/>
                </a:lnTo>
                <a:lnTo>
                  <a:pt x="235" y="418"/>
                </a:lnTo>
                <a:lnTo>
                  <a:pt x="234" y="417"/>
                </a:lnTo>
                <a:lnTo>
                  <a:pt x="234" y="418"/>
                </a:lnTo>
                <a:lnTo>
                  <a:pt x="234" y="419"/>
                </a:lnTo>
                <a:lnTo>
                  <a:pt x="234" y="420"/>
                </a:lnTo>
                <a:lnTo>
                  <a:pt x="234" y="421"/>
                </a:lnTo>
                <a:lnTo>
                  <a:pt x="233" y="422"/>
                </a:lnTo>
                <a:lnTo>
                  <a:pt x="232" y="422"/>
                </a:lnTo>
                <a:lnTo>
                  <a:pt x="232" y="423"/>
                </a:lnTo>
                <a:lnTo>
                  <a:pt x="231" y="423"/>
                </a:lnTo>
                <a:lnTo>
                  <a:pt x="230" y="424"/>
                </a:lnTo>
                <a:lnTo>
                  <a:pt x="230" y="423"/>
                </a:lnTo>
                <a:lnTo>
                  <a:pt x="229" y="423"/>
                </a:lnTo>
                <a:lnTo>
                  <a:pt x="229" y="422"/>
                </a:lnTo>
                <a:lnTo>
                  <a:pt x="228" y="422"/>
                </a:lnTo>
                <a:lnTo>
                  <a:pt x="228" y="423"/>
                </a:lnTo>
                <a:lnTo>
                  <a:pt x="228" y="422"/>
                </a:lnTo>
                <a:lnTo>
                  <a:pt x="227" y="422"/>
                </a:lnTo>
                <a:lnTo>
                  <a:pt x="226" y="422"/>
                </a:lnTo>
                <a:lnTo>
                  <a:pt x="225" y="422"/>
                </a:lnTo>
                <a:lnTo>
                  <a:pt x="224" y="422"/>
                </a:lnTo>
                <a:lnTo>
                  <a:pt x="223" y="422"/>
                </a:lnTo>
                <a:lnTo>
                  <a:pt x="223" y="421"/>
                </a:lnTo>
                <a:lnTo>
                  <a:pt x="223" y="420"/>
                </a:lnTo>
                <a:lnTo>
                  <a:pt x="224" y="420"/>
                </a:lnTo>
                <a:lnTo>
                  <a:pt x="224" y="419"/>
                </a:lnTo>
                <a:lnTo>
                  <a:pt x="225" y="418"/>
                </a:lnTo>
                <a:lnTo>
                  <a:pt x="226" y="418"/>
                </a:lnTo>
                <a:lnTo>
                  <a:pt x="227" y="418"/>
                </a:lnTo>
                <a:lnTo>
                  <a:pt x="227" y="417"/>
                </a:lnTo>
                <a:lnTo>
                  <a:pt x="227" y="416"/>
                </a:lnTo>
                <a:lnTo>
                  <a:pt x="227" y="415"/>
                </a:lnTo>
                <a:lnTo>
                  <a:pt x="226" y="415"/>
                </a:lnTo>
                <a:lnTo>
                  <a:pt x="225" y="416"/>
                </a:lnTo>
                <a:lnTo>
                  <a:pt x="224" y="417"/>
                </a:lnTo>
                <a:lnTo>
                  <a:pt x="223" y="417"/>
                </a:lnTo>
                <a:lnTo>
                  <a:pt x="225" y="418"/>
                </a:lnTo>
                <a:lnTo>
                  <a:pt x="224" y="418"/>
                </a:lnTo>
                <a:lnTo>
                  <a:pt x="224" y="419"/>
                </a:lnTo>
                <a:lnTo>
                  <a:pt x="223" y="419"/>
                </a:lnTo>
                <a:lnTo>
                  <a:pt x="222" y="420"/>
                </a:lnTo>
                <a:lnTo>
                  <a:pt x="221" y="420"/>
                </a:lnTo>
                <a:lnTo>
                  <a:pt x="221" y="419"/>
                </a:lnTo>
                <a:lnTo>
                  <a:pt x="220" y="419"/>
                </a:lnTo>
                <a:lnTo>
                  <a:pt x="220" y="420"/>
                </a:lnTo>
                <a:lnTo>
                  <a:pt x="220" y="421"/>
                </a:lnTo>
                <a:lnTo>
                  <a:pt x="219" y="422"/>
                </a:lnTo>
                <a:lnTo>
                  <a:pt x="218" y="422"/>
                </a:lnTo>
                <a:lnTo>
                  <a:pt x="218" y="421"/>
                </a:lnTo>
                <a:lnTo>
                  <a:pt x="217" y="421"/>
                </a:lnTo>
                <a:lnTo>
                  <a:pt x="216" y="421"/>
                </a:lnTo>
                <a:lnTo>
                  <a:pt x="217" y="421"/>
                </a:lnTo>
                <a:lnTo>
                  <a:pt x="217" y="420"/>
                </a:lnTo>
                <a:lnTo>
                  <a:pt x="218" y="420"/>
                </a:lnTo>
                <a:lnTo>
                  <a:pt x="218" y="419"/>
                </a:lnTo>
                <a:lnTo>
                  <a:pt x="218" y="418"/>
                </a:lnTo>
                <a:lnTo>
                  <a:pt x="219" y="417"/>
                </a:lnTo>
                <a:lnTo>
                  <a:pt x="219" y="415"/>
                </a:lnTo>
                <a:lnTo>
                  <a:pt x="220" y="414"/>
                </a:lnTo>
                <a:lnTo>
                  <a:pt x="219" y="414"/>
                </a:lnTo>
                <a:lnTo>
                  <a:pt x="219" y="413"/>
                </a:lnTo>
                <a:lnTo>
                  <a:pt x="220" y="413"/>
                </a:lnTo>
                <a:lnTo>
                  <a:pt x="221" y="413"/>
                </a:lnTo>
                <a:lnTo>
                  <a:pt x="222" y="412"/>
                </a:lnTo>
                <a:lnTo>
                  <a:pt x="223" y="411"/>
                </a:lnTo>
                <a:lnTo>
                  <a:pt x="224" y="411"/>
                </a:lnTo>
                <a:lnTo>
                  <a:pt x="225" y="411"/>
                </a:lnTo>
                <a:lnTo>
                  <a:pt x="225" y="410"/>
                </a:lnTo>
                <a:lnTo>
                  <a:pt x="226" y="410"/>
                </a:lnTo>
                <a:lnTo>
                  <a:pt x="226" y="409"/>
                </a:lnTo>
                <a:lnTo>
                  <a:pt x="227" y="409"/>
                </a:lnTo>
                <a:lnTo>
                  <a:pt x="228" y="409"/>
                </a:lnTo>
                <a:lnTo>
                  <a:pt x="229" y="409"/>
                </a:lnTo>
                <a:lnTo>
                  <a:pt x="229" y="410"/>
                </a:lnTo>
                <a:lnTo>
                  <a:pt x="229" y="411"/>
                </a:lnTo>
                <a:lnTo>
                  <a:pt x="230" y="411"/>
                </a:lnTo>
                <a:lnTo>
                  <a:pt x="231" y="411"/>
                </a:lnTo>
                <a:lnTo>
                  <a:pt x="231" y="410"/>
                </a:lnTo>
                <a:lnTo>
                  <a:pt x="232" y="410"/>
                </a:lnTo>
                <a:lnTo>
                  <a:pt x="232" y="409"/>
                </a:lnTo>
                <a:lnTo>
                  <a:pt x="233" y="409"/>
                </a:lnTo>
                <a:lnTo>
                  <a:pt x="234" y="409"/>
                </a:lnTo>
                <a:lnTo>
                  <a:pt x="234" y="408"/>
                </a:lnTo>
                <a:lnTo>
                  <a:pt x="235" y="408"/>
                </a:lnTo>
                <a:lnTo>
                  <a:pt x="235" y="407"/>
                </a:lnTo>
                <a:lnTo>
                  <a:pt x="236" y="407"/>
                </a:lnTo>
                <a:lnTo>
                  <a:pt x="237" y="407"/>
                </a:lnTo>
                <a:lnTo>
                  <a:pt x="238" y="407"/>
                </a:lnTo>
                <a:lnTo>
                  <a:pt x="237" y="407"/>
                </a:lnTo>
                <a:lnTo>
                  <a:pt x="237" y="406"/>
                </a:lnTo>
                <a:lnTo>
                  <a:pt x="237" y="407"/>
                </a:lnTo>
                <a:lnTo>
                  <a:pt x="236" y="407"/>
                </a:lnTo>
                <a:lnTo>
                  <a:pt x="235" y="407"/>
                </a:lnTo>
                <a:lnTo>
                  <a:pt x="234" y="408"/>
                </a:lnTo>
                <a:lnTo>
                  <a:pt x="233" y="409"/>
                </a:lnTo>
                <a:lnTo>
                  <a:pt x="232" y="409"/>
                </a:lnTo>
                <a:lnTo>
                  <a:pt x="231" y="409"/>
                </a:lnTo>
                <a:lnTo>
                  <a:pt x="230" y="409"/>
                </a:lnTo>
                <a:lnTo>
                  <a:pt x="231" y="409"/>
                </a:lnTo>
                <a:lnTo>
                  <a:pt x="230" y="408"/>
                </a:lnTo>
                <a:lnTo>
                  <a:pt x="229" y="408"/>
                </a:lnTo>
                <a:lnTo>
                  <a:pt x="227" y="407"/>
                </a:lnTo>
                <a:lnTo>
                  <a:pt x="226" y="407"/>
                </a:lnTo>
                <a:lnTo>
                  <a:pt x="226" y="408"/>
                </a:lnTo>
                <a:lnTo>
                  <a:pt x="225" y="408"/>
                </a:lnTo>
                <a:lnTo>
                  <a:pt x="224" y="408"/>
                </a:lnTo>
                <a:lnTo>
                  <a:pt x="223" y="409"/>
                </a:lnTo>
                <a:lnTo>
                  <a:pt x="224" y="409"/>
                </a:lnTo>
                <a:lnTo>
                  <a:pt x="223" y="410"/>
                </a:lnTo>
                <a:lnTo>
                  <a:pt x="222" y="410"/>
                </a:lnTo>
                <a:lnTo>
                  <a:pt x="222" y="411"/>
                </a:lnTo>
                <a:lnTo>
                  <a:pt x="221" y="411"/>
                </a:lnTo>
                <a:lnTo>
                  <a:pt x="221" y="410"/>
                </a:lnTo>
                <a:lnTo>
                  <a:pt x="221" y="409"/>
                </a:lnTo>
                <a:lnTo>
                  <a:pt x="221" y="408"/>
                </a:lnTo>
                <a:lnTo>
                  <a:pt x="220" y="408"/>
                </a:lnTo>
                <a:lnTo>
                  <a:pt x="219" y="408"/>
                </a:lnTo>
                <a:lnTo>
                  <a:pt x="219" y="409"/>
                </a:lnTo>
                <a:lnTo>
                  <a:pt x="218" y="409"/>
                </a:lnTo>
                <a:lnTo>
                  <a:pt x="218" y="410"/>
                </a:lnTo>
                <a:lnTo>
                  <a:pt x="218" y="411"/>
                </a:lnTo>
                <a:lnTo>
                  <a:pt x="215" y="411"/>
                </a:lnTo>
                <a:lnTo>
                  <a:pt x="215" y="406"/>
                </a:lnTo>
                <a:lnTo>
                  <a:pt x="215" y="405"/>
                </a:lnTo>
                <a:lnTo>
                  <a:pt x="215" y="404"/>
                </a:lnTo>
                <a:lnTo>
                  <a:pt x="217" y="402"/>
                </a:lnTo>
                <a:lnTo>
                  <a:pt x="219" y="402"/>
                </a:lnTo>
                <a:lnTo>
                  <a:pt x="220" y="402"/>
                </a:lnTo>
                <a:lnTo>
                  <a:pt x="220" y="401"/>
                </a:lnTo>
                <a:lnTo>
                  <a:pt x="221" y="401"/>
                </a:lnTo>
                <a:lnTo>
                  <a:pt x="221" y="400"/>
                </a:lnTo>
                <a:lnTo>
                  <a:pt x="221" y="399"/>
                </a:lnTo>
                <a:lnTo>
                  <a:pt x="222" y="399"/>
                </a:lnTo>
                <a:lnTo>
                  <a:pt x="222" y="400"/>
                </a:lnTo>
                <a:lnTo>
                  <a:pt x="223" y="400"/>
                </a:lnTo>
                <a:lnTo>
                  <a:pt x="225" y="399"/>
                </a:lnTo>
                <a:lnTo>
                  <a:pt x="226" y="399"/>
                </a:lnTo>
                <a:lnTo>
                  <a:pt x="227" y="399"/>
                </a:lnTo>
                <a:lnTo>
                  <a:pt x="228" y="399"/>
                </a:lnTo>
                <a:lnTo>
                  <a:pt x="229" y="399"/>
                </a:lnTo>
                <a:lnTo>
                  <a:pt x="230" y="399"/>
                </a:lnTo>
                <a:lnTo>
                  <a:pt x="231" y="399"/>
                </a:lnTo>
                <a:lnTo>
                  <a:pt x="232" y="398"/>
                </a:lnTo>
                <a:lnTo>
                  <a:pt x="232" y="397"/>
                </a:lnTo>
                <a:lnTo>
                  <a:pt x="233" y="397"/>
                </a:lnTo>
                <a:lnTo>
                  <a:pt x="233" y="398"/>
                </a:lnTo>
                <a:lnTo>
                  <a:pt x="234" y="398"/>
                </a:lnTo>
                <a:lnTo>
                  <a:pt x="235" y="397"/>
                </a:lnTo>
                <a:lnTo>
                  <a:pt x="236" y="396"/>
                </a:lnTo>
                <a:lnTo>
                  <a:pt x="236" y="395"/>
                </a:lnTo>
                <a:lnTo>
                  <a:pt x="235" y="395"/>
                </a:lnTo>
                <a:lnTo>
                  <a:pt x="234" y="395"/>
                </a:lnTo>
                <a:lnTo>
                  <a:pt x="234" y="394"/>
                </a:lnTo>
                <a:lnTo>
                  <a:pt x="235" y="394"/>
                </a:lnTo>
                <a:lnTo>
                  <a:pt x="236" y="394"/>
                </a:lnTo>
                <a:lnTo>
                  <a:pt x="237" y="394"/>
                </a:lnTo>
                <a:lnTo>
                  <a:pt x="238" y="394"/>
                </a:lnTo>
                <a:lnTo>
                  <a:pt x="238" y="393"/>
                </a:lnTo>
                <a:lnTo>
                  <a:pt x="239" y="393"/>
                </a:lnTo>
                <a:lnTo>
                  <a:pt x="239" y="394"/>
                </a:lnTo>
                <a:lnTo>
                  <a:pt x="240" y="394"/>
                </a:lnTo>
                <a:lnTo>
                  <a:pt x="241" y="395"/>
                </a:lnTo>
                <a:lnTo>
                  <a:pt x="241" y="396"/>
                </a:lnTo>
                <a:lnTo>
                  <a:pt x="242" y="397"/>
                </a:lnTo>
                <a:lnTo>
                  <a:pt x="242" y="398"/>
                </a:lnTo>
                <a:lnTo>
                  <a:pt x="242" y="399"/>
                </a:lnTo>
                <a:lnTo>
                  <a:pt x="242" y="400"/>
                </a:lnTo>
                <a:lnTo>
                  <a:pt x="243" y="400"/>
                </a:lnTo>
                <a:lnTo>
                  <a:pt x="244" y="400"/>
                </a:lnTo>
                <a:lnTo>
                  <a:pt x="245" y="399"/>
                </a:lnTo>
                <a:lnTo>
                  <a:pt x="244" y="399"/>
                </a:lnTo>
                <a:lnTo>
                  <a:pt x="243" y="399"/>
                </a:lnTo>
                <a:lnTo>
                  <a:pt x="243" y="398"/>
                </a:lnTo>
                <a:lnTo>
                  <a:pt x="242" y="398"/>
                </a:lnTo>
                <a:lnTo>
                  <a:pt x="242" y="397"/>
                </a:lnTo>
                <a:lnTo>
                  <a:pt x="242" y="396"/>
                </a:lnTo>
                <a:lnTo>
                  <a:pt x="241" y="395"/>
                </a:lnTo>
                <a:lnTo>
                  <a:pt x="240" y="393"/>
                </a:lnTo>
                <a:lnTo>
                  <a:pt x="239" y="393"/>
                </a:lnTo>
                <a:lnTo>
                  <a:pt x="239" y="392"/>
                </a:lnTo>
                <a:lnTo>
                  <a:pt x="240" y="392"/>
                </a:lnTo>
                <a:lnTo>
                  <a:pt x="239" y="391"/>
                </a:lnTo>
                <a:lnTo>
                  <a:pt x="239" y="390"/>
                </a:lnTo>
                <a:lnTo>
                  <a:pt x="240" y="390"/>
                </a:lnTo>
                <a:lnTo>
                  <a:pt x="240" y="389"/>
                </a:lnTo>
                <a:lnTo>
                  <a:pt x="239" y="388"/>
                </a:lnTo>
                <a:lnTo>
                  <a:pt x="238" y="387"/>
                </a:lnTo>
                <a:lnTo>
                  <a:pt x="237" y="386"/>
                </a:lnTo>
                <a:lnTo>
                  <a:pt x="236" y="385"/>
                </a:lnTo>
                <a:lnTo>
                  <a:pt x="235" y="385"/>
                </a:lnTo>
                <a:lnTo>
                  <a:pt x="235" y="384"/>
                </a:lnTo>
                <a:lnTo>
                  <a:pt x="236" y="384"/>
                </a:lnTo>
                <a:lnTo>
                  <a:pt x="237" y="384"/>
                </a:lnTo>
                <a:lnTo>
                  <a:pt x="238" y="383"/>
                </a:lnTo>
                <a:lnTo>
                  <a:pt x="239" y="383"/>
                </a:lnTo>
                <a:lnTo>
                  <a:pt x="239" y="382"/>
                </a:lnTo>
                <a:lnTo>
                  <a:pt x="239" y="381"/>
                </a:lnTo>
                <a:lnTo>
                  <a:pt x="238" y="381"/>
                </a:lnTo>
                <a:lnTo>
                  <a:pt x="238" y="380"/>
                </a:lnTo>
                <a:lnTo>
                  <a:pt x="237" y="380"/>
                </a:lnTo>
                <a:lnTo>
                  <a:pt x="237" y="379"/>
                </a:lnTo>
                <a:lnTo>
                  <a:pt x="237" y="378"/>
                </a:lnTo>
                <a:lnTo>
                  <a:pt x="238" y="378"/>
                </a:lnTo>
                <a:lnTo>
                  <a:pt x="239" y="378"/>
                </a:lnTo>
                <a:lnTo>
                  <a:pt x="239" y="377"/>
                </a:lnTo>
                <a:lnTo>
                  <a:pt x="240" y="376"/>
                </a:lnTo>
                <a:lnTo>
                  <a:pt x="241" y="375"/>
                </a:lnTo>
                <a:lnTo>
                  <a:pt x="242" y="374"/>
                </a:lnTo>
                <a:lnTo>
                  <a:pt x="243" y="373"/>
                </a:lnTo>
                <a:lnTo>
                  <a:pt x="243" y="372"/>
                </a:lnTo>
                <a:lnTo>
                  <a:pt x="244" y="373"/>
                </a:lnTo>
                <a:lnTo>
                  <a:pt x="245" y="373"/>
                </a:lnTo>
                <a:lnTo>
                  <a:pt x="246" y="373"/>
                </a:lnTo>
                <a:lnTo>
                  <a:pt x="247" y="373"/>
                </a:lnTo>
                <a:lnTo>
                  <a:pt x="247" y="372"/>
                </a:lnTo>
                <a:lnTo>
                  <a:pt x="248" y="372"/>
                </a:lnTo>
                <a:lnTo>
                  <a:pt x="249" y="372"/>
                </a:lnTo>
                <a:lnTo>
                  <a:pt x="250" y="371"/>
                </a:lnTo>
                <a:lnTo>
                  <a:pt x="251" y="371"/>
                </a:lnTo>
                <a:lnTo>
                  <a:pt x="251" y="370"/>
                </a:lnTo>
                <a:lnTo>
                  <a:pt x="251" y="369"/>
                </a:lnTo>
                <a:lnTo>
                  <a:pt x="252" y="369"/>
                </a:lnTo>
                <a:lnTo>
                  <a:pt x="254" y="369"/>
                </a:lnTo>
                <a:lnTo>
                  <a:pt x="254" y="368"/>
                </a:lnTo>
                <a:lnTo>
                  <a:pt x="255" y="367"/>
                </a:lnTo>
                <a:lnTo>
                  <a:pt x="256" y="367"/>
                </a:lnTo>
                <a:lnTo>
                  <a:pt x="257" y="366"/>
                </a:lnTo>
                <a:lnTo>
                  <a:pt x="257" y="365"/>
                </a:lnTo>
                <a:lnTo>
                  <a:pt x="258" y="365"/>
                </a:lnTo>
                <a:lnTo>
                  <a:pt x="259" y="366"/>
                </a:lnTo>
                <a:lnTo>
                  <a:pt x="260" y="366"/>
                </a:lnTo>
                <a:lnTo>
                  <a:pt x="261" y="367"/>
                </a:lnTo>
                <a:lnTo>
                  <a:pt x="261" y="366"/>
                </a:lnTo>
                <a:lnTo>
                  <a:pt x="262" y="366"/>
                </a:lnTo>
                <a:lnTo>
                  <a:pt x="263" y="366"/>
                </a:lnTo>
                <a:lnTo>
                  <a:pt x="263" y="365"/>
                </a:lnTo>
                <a:lnTo>
                  <a:pt x="264" y="365"/>
                </a:lnTo>
                <a:lnTo>
                  <a:pt x="265" y="365"/>
                </a:lnTo>
                <a:lnTo>
                  <a:pt x="265" y="364"/>
                </a:lnTo>
                <a:lnTo>
                  <a:pt x="266" y="363"/>
                </a:lnTo>
                <a:lnTo>
                  <a:pt x="266" y="362"/>
                </a:lnTo>
                <a:lnTo>
                  <a:pt x="268" y="362"/>
                </a:lnTo>
                <a:lnTo>
                  <a:pt x="268" y="361"/>
                </a:lnTo>
                <a:lnTo>
                  <a:pt x="269" y="361"/>
                </a:lnTo>
                <a:lnTo>
                  <a:pt x="270" y="361"/>
                </a:lnTo>
                <a:lnTo>
                  <a:pt x="268" y="360"/>
                </a:lnTo>
                <a:lnTo>
                  <a:pt x="269" y="360"/>
                </a:lnTo>
                <a:lnTo>
                  <a:pt x="268" y="359"/>
                </a:lnTo>
                <a:lnTo>
                  <a:pt x="268" y="358"/>
                </a:lnTo>
                <a:lnTo>
                  <a:pt x="269" y="358"/>
                </a:lnTo>
                <a:lnTo>
                  <a:pt x="268" y="357"/>
                </a:lnTo>
                <a:lnTo>
                  <a:pt x="266" y="359"/>
                </a:lnTo>
                <a:lnTo>
                  <a:pt x="263" y="360"/>
                </a:lnTo>
                <a:lnTo>
                  <a:pt x="263" y="359"/>
                </a:lnTo>
                <a:lnTo>
                  <a:pt x="264" y="359"/>
                </a:lnTo>
                <a:lnTo>
                  <a:pt x="265" y="359"/>
                </a:lnTo>
                <a:lnTo>
                  <a:pt x="265" y="358"/>
                </a:lnTo>
                <a:lnTo>
                  <a:pt x="266" y="358"/>
                </a:lnTo>
                <a:lnTo>
                  <a:pt x="267" y="357"/>
                </a:lnTo>
                <a:lnTo>
                  <a:pt x="268" y="357"/>
                </a:lnTo>
                <a:lnTo>
                  <a:pt x="268" y="356"/>
                </a:lnTo>
                <a:lnTo>
                  <a:pt x="269" y="356"/>
                </a:lnTo>
                <a:lnTo>
                  <a:pt x="269" y="355"/>
                </a:lnTo>
                <a:lnTo>
                  <a:pt x="270" y="355"/>
                </a:lnTo>
                <a:lnTo>
                  <a:pt x="271" y="355"/>
                </a:lnTo>
                <a:lnTo>
                  <a:pt x="272" y="355"/>
                </a:lnTo>
                <a:lnTo>
                  <a:pt x="273" y="354"/>
                </a:lnTo>
                <a:lnTo>
                  <a:pt x="273" y="355"/>
                </a:lnTo>
                <a:lnTo>
                  <a:pt x="274" y="355"/>
                </a:lnTo>
                <a:lnTo>
                  <a:pt x="274" y="354"/>
                </a:lnTo>
                <a:lnTo>
                  <a:pt x="275" y="353"/>
                </a:lnTo>
                <a:lnTo>
                  <a:pt x="276" y="352"/>
                </a:lnTo>
                <a:lnTo>
                  <a:pt x="276" y="353"/>
                </a:lnTo>
                <a:lnTo>
                  <a:pt x="276" y="352"/>
                </a:lnTo>
                <a:lnTo>
                  <a:pt x="277" y="351"/>
                </a:lnTo>
                <a:lnTo>
                  <a:pt x="278" y="351"/>
                </a:lnTo>
                <a:lnTo>
                  <a:pt x="278" y="350"/>
                </a:lnTo>
                <a:lnTo>
                  <a:pt x="278" y="349"/>
                </a:lnTo>
                <a:lnTo>
                  <a:pt x="278" y="348"/>
                </a:lnTo>
                <a:lnTo>
                  <a:pt x="279" y="348"/>
                </a:lnTo>
                <a:lnTo>
                  <a:pt x="279" y="347"/>
                </a:lnTo>
                <a:lnTo>
                  <a:pt x="280" y="347"/>
                </a:lnTo>
                <a:lnTo>
                  <a:pt x="281" y="346"/>
                </a:lnTo>
                <a:lnTo>
                  <a:pt x="282" y="346"/>
                </a:lnTo>
                <a:lnTo>
                  <a:pt x="283" y="346"/>
                </a:lnTo>
                <a:lnTo>
                  <a:pt x="284" y="346"/>
                </a:lnTo>
                <a:lnTo>
                  <a:pt x="284" y="345"/>
                </a:lnTo>
                <a:lnTo>
                  <a:pt x="285" y="345"/>
                </a:lnTo>
                <a:lnTo>
                  <a:pt x="285" y="344"/>
                </a:lnTo>
                <a:lnTo>
                  <a:pt x="285" y="343"/>
                </a:lnTo>
                <a:lnTo>
                  <a:pt x="285" y="342"/>
                </a:lnTo>
                <a:lnTo>
                  <a:pt x="285" y="341"/>
                </a:lnTo>
                <a:lnTo>
                  <a:pt x="285" y="340"/>
                </a:lnTo>
                <a:lnTo>
                  <a:pt x="284" y="340"/>
                </a:lnTo>
                <a:lnTo>
                  <a:pt x="283" y="340"/>
                </a:lnTo>
                <a:lnTo>
                  <a:pt x="283" y="339"/>
                </a:lnTo>
                <a:lnTo>
                  <a:pt x="284" y="339"/>
                </a:lnTo>
                <a:lnTo>
                  <a:pt x="281" y="338"/>
                </a:lnTo>
                <a:lnTo>
                  <a:pt x="282" y="338"/>
                </a:lnTo>
                <a:lnTo>
                  <a:pt x="286" y="338"/>
                </a:lnTo>
                <a:lnTo>
                  <a:pt x="286" y="339"/>
                </a:lnTo>
                <a:lnTo>
                  <a:pt x="287" y="339"/>
                </a:lnTo>
                <a:lnTo>
                  <a:pt x="288" y="339"/>
                </a:lnTo>
                <a:lnTo>
                  <a:pt x="288" y="338"/>
                </a:lnTo>
                <a:lnTo>
                  <a:pt x="289" y="338"/>
                </a:lnTo>
                <a:lnTo>
                  <a:pt x="289" y="337"/>
                </a:lnTo>
                <a:lnTo>
                  <a:pt x="290" y="337"/>
                </a:lnTo>
                <a:lnTo>
                  <a:pt x="291" y="336"/>
                </a:lnTo>
                <a:lnTo>
                  <a:pt x="292" y="335"/>
                </a:lnTo>
                <a:lnTo>
                  <a:pt x="293" y="335"/>
                </a:lnTo>
                <a:lnTo>
                  <a:pt x="293" y="334"/>
                </a:lnTo>
                <a:lnTo>
                  <a:pt x="292" y="334"/>
                </a:lnTo>
                <a:lnTo>
                  <a:pt x="292" y="333"/>
                </a:lnTo>
                <a:lnTo>
                  <a:pt x="293" y="333"/>
                </a:lnTo>
                <a:lnTo>
                  <a:pt x="293" y="330"/>
                </a:lnTo>
                <a:lnTo>
                  <a:pt x="293" y="329"/>
                </a:lnTo>
                <a:lnTo>
                  <a:pt x="293" y="328"/>
                </a:lnTo>
                <a:lnTo>
                  <a:pt x="292" y="328"/>
                </a:lnTo>
                <a:lnTo>
                  <a:pt x="291" y="326"/>
                </a:lnTo>
                <a:lnTo>
                  <a:pt x="288" y="327"/>
                </a:lnTo>
                <a:lnTo>
                  <a:pt x="288" y="326"/>
                </a:lnTo>
                <a:lnTo>
                  <a:pt x="291" y="325"/>
                </a:lnTo>
                <a:lnTo>
                  <a:pt x="292" y="325"/>
                </a:lnTo>
                <a:lnTo>
                  <a:pt x="293" y="327"/>
                </a:lnTo>
                <a:lnTo>
                  <a:pt x="294" y="327"/>
                </a:lnTo>
                <a:lnTo>
                  <a:pt x="294" y="326"/>
                </a:lnTo>
                <a:lnTo>
                  <a:pt x="296" y="325"/>
                </a:lnTo>
                <a:lnTo>
                  <a:pt x="297" y="324"/>
                </a:lnTo>
                <a:lnTo>
                  <a:pt x="298" y="325"/>
                </a:lnTo>
                <a:lnTo>
                  <a:pt x="298" y="324"/>
                </a:lnTo>
                <a:lnTo>
                  <a:pt x="299" y="325"/>
                </a:lnTo>
                <a:lnTo>
                  <a:pt x="299" y="324"/>
                </a:lnTo>
                <a:lnTo>
                  <a:pt x="298" y="323"/>
                </a:lnTo>
                <a:lnTo>
                  <a:pt x="298" y="322"/>
                </a:lnTo>
                <a:lnTo>
                  <a:pt x="299" y="322"/>
                </a:lnTo>
                <a:lnTo>
                  <a:pt x="299" y="323"/>
                </a:lnTo>
                <a:lnTo>
                  <a:pt x="300" y="322"/>
                </a:lnTo>
                <a:lnTo>
                  <a:pt x="300" y="323"/>
                </a:lnTo>
                <a:lnTo>
                  <a:pt x="300" y="322"/>
                </a:lnTo>
                <a:lnTo>
                  <a:pt x="301" y="322"/>
                </a:lnTo>
                <a:lnTo>
                  <a:pt x="301" y="321"/>
                </a:lnTo>
                <a:lnTo>
                  <a:pt x="302" y="322"/>
                </a:lnTo>
                <a:lnTo>
                  <a:pt x="302" y="321"/>
                </a:lnTo>
                <a:lnTo>
                  <a:pt x="302" y="320"/>
                </a:lnTo>
                <a:lnTo>
                  <a:pt x="301" y="320"/>
                </a:lnTo>
                <a:lnTo>
                  <a:pt x="302" y="320"/>
                </a:lnTo>
                <a:lnTo>
                  <a:pt x="303" y="320"/>
                </a:lnTo>
                <a:lnTo>
                  <a:pt x="303" y="319"/>
                </a:lnTo>
                <a:lnTo>
                  <a:pt x="303" y="318"/>
                </a:lnTo>
                <a:lnTo>
                  <a:pt x="303" y="317"/>
                </a:lnTo>
                <a:lnTo>
                  <a:pt x="303" y="316"/>
                </a:lnTo>
                <a:lnTo>
                  <a:pt x="302" y="316"/>
                </a:lnTo>
                <a:lnTo>
                  <a:pt x="303" y="316"/>
                </a:lnTo>
                <a:lnTo>
                  <a:pt x="303" y="315"/>
                </a:lnTo>
                <a:lnTo>
                  <a:pt x="304" y="315"/>
                </a:lnTo>
                <a:lnTo>
                  <a:pt x="304" y="316"/>
                </a:lnTo>
                <a:lnTo>
                  <a:pt x="304" y="315"/>
                </a:lnTo>
                <a:lnTo>
                  <a:pt x="305" y="315"/>
                </a:lnTo>
                <a:lnTo>
                  <a:pt x="306" y="315"/>
                </a:lnTo>
                <a:lnTo>
                  <a:pt x="307" y="313"/>
                </a:lnTo>
                <a:lnTo>
                  <a:pt x="307" y="312"/>
                </a:lnTo>
                <a:lnTo>
                  <a:pt x="308" y="311"/>
                </a:lnTo>
                <a:lnTo>
                  <a:pt x="309" y="310"/>
                </a:lnTo>
                <a:lnTo>
                  <a:pt x="310" y="310"/>
                </a:lnTo>
                <a:lnTo>
                  <a:pt x="310" y="309"/>
                </a:lnTo>
                <a:lnTo>
                  <a:pt x="309" y="309"/>
                </a:lnTo>
                <a:lnTo>
                  <a:pt x="307" y="309"/>
                </a:lnTo>
                <a:lnTo>
                  <a:pt x="307" y="308"/>
                </a:lnTo>
                <a:lnTo>
                  <a:pt x="308" y="308"/>
                </a:lnTo>
                <a:lnTo>
                  <a:pt x="307" y="306"/>
                </a:lnTo>
                <a:lnTo>
                  <a:pt x="306" y="305"/>
                </a:lnTo>
                <a:lnTo>
                  <a:pt x="304" y="304"/>
                </a:lnTo>
                <a:lnTo>
                  <a:pt x="305" y="303"/>
                </a:lnTo>
                <a:lnTo>
                  <a:pt x="304" y="302"/>
                </a:lnTo>
                <a:lnTo>
                  <a:pt x="303" y="301"/>
                </a:lnTo>
                <a:lnTo>
                  <a:pt x="302" y="301"/>
                </a:lnTo>
                <a:lnTo>
                  <a:pt x="302" y="300"/>
                </a:lnTo>
                <a:lnTo>
                  <a:pt x="301" y="299"/>
                </a:lnTo>
                <a:lnTo>
                  <a:pt x="300" y="298"/>
                </a:lnTo>
                <a:lnTo>
                  <a:pt x="299" y="297"/>
                </a:lnTo>
                <a:lnTo>
                  <a:pt x="298" y="297"/>
                </a:lnTo>
                <a:lnTo>
                  <a:pt x="296" y="295"/>
                </a:lnTo>
                <a:lnTo>
                  <a:pt x="297" y="294"/>
                </a:lnTo>
                <a:lnTo>
                  <a:pt x="298" y="294"/>
                </a:lnTo>
                <a:lnTo>
                  <a:pt x="298" y="293"/>
                </a:lnTo>
                <a:lnTo>
                  <a:pt x="299" y="292"/>
                </a:lnTo>
                <a:lnTo>
                  <a:pt x="299" y="291"/>
                </a:lnTo>
                <a:lnTo>
                  <a:pt x="299" y="290"/>
                </a:lnTo>
                <a:lnTo>
                  <a:pt x="299" y="289"/>
                </a:lnTo>
                <a:lnTo>
                  <a:pt x="298" y="289"/>
                </a:lnTo>
                <a:lnTo>
                  <a:pt x="297" y="289"/>
                </a:lnTo>
                <a:lnTo>
                  <a:pt x="297" y="290"/>
                </a:lnTo>
                <a:lnTo>
                  <a:pt x="296" y="290"/>
                </a:lnTo>
                <a:lnTo>
                  <a:pt x="295" y="290"/>
                </a:lnTo>
                <a:lnTo>
                  <a:pt x="294" y="290"/>
                </a:lnTo>
                <a:lnTo>
                  <a:pt x="293" y="290"/>
                </a:lnTo>
                <a:lnTo>
                  <a:pt x="292" y="290"/>
                </a:lnTo>
                <a:lnTo>
                  <a:pt x="291" y="290"/>
                </a:lnTo>
                <a:lnTo>
                  <a:pt x="290" y="291"/>
                </a:lnTo>
                <a:lnTo>
                  <a:pt x="289" y="291"/>
                </a:lnTo>
                <a:lnTo>
                  <a:pt x="289" y="290"/>
                </a:lnTo>
                <a:lnTo>
                  <a:pt x="289" y="289"/>
                </a:lnTo>
                <a:lnTo>
                  <a:pt x="290" y="289"/>
                </a:lnTo>
                <a:lnTo>
                  <a:pt x="291" y="288"/>
                </a:lnTo>
                <a:lnTo>
                  <a:pt x="290" y="288"/>
                </a:lnTo>
                <a:lnTo>
                  <a:pt x="289" y="288"/>
                </a:lnTo>
                <a:lnTo>
                  <a:pt x="290" y="286"/>
                </a:lnTo>
                <a:lnTo>
                  <a:pt x="288" y="288"/>
                </a:lnTo>
                <a:lnTo>
                  <a:pt x="288" y="289"/>
                </a:lnTo>
                <a:lnTo>
                  <a:pt x="285" y="288"/>
                </a:lnTo>
                <a:lnTo>
                  <a:pt x="284" y="287"/>
                </a:lnTo>
                <a:lnTo>
                  <a:pt x="282" y="286"/>
                </a:lnTo>
                <a:lnTo>
                  <a:pt x="285" y="283"/>
                </a:lnTo>
                <a:lnTo>
                  <a:pt x="283" y="282"/>
                </a:lnTo>
                <a:lnTo>
                  <a:pt x="282" y="284"/>
                </a:lnTo>
                <a:lnTo>
                  <a:pt x="283" y="282"/>
                </a:lnTo>
                <a:lnTo>
                  <a:pt x="282" y="282"/>
                </a:lnTo>
                <a:lnTo>
                  <a:pt x="281" y="281"/>
                </a:lnTo>
                <a:lnTo>
                  <a:pt x="282" y="280"/>
                </a:lnTo>
                <a:lnTo>
                  <a:pt x="281" y="279"/>
                </a:lnTo>
                <a:lnTo>
                  <a:pt x="280" y="279"/>
                </a:lnTo>
                <a:lnTo>
                  <a:pt x="280" y="278"/>
                </a:lnTo>
                <a:lnTo>
                  <a:pt x="280" y="277"/>
                </a:lnTo>
                <a:lnTo>
                  <a:pt x="280" y="276"/>
                </a:lnTo>
                <a:lnTo>
                  <a:pt x="279" y="276"/>
                </a:lnTo>
                <a:lnTo>
                  <a:pt x="279" y="275"/>
                </a:lnTo>
                <a:lnTo>
                  <a:pt x="278" y="275"/>
                </a:lnTo>
                <a:lnTo>
                  <a:pt x="279" y="274"/>
                </a:lnTo>
                <a:lnTo>
                  <a:pt x="280" y="274"/>
                </a:lnTo>
                <a:lnTo>
                  <a:pt x="280" y="275"/>
                </a:lnTo>
                <a:lnTo>
                  <a:pt x="280" y="274"/>
                </a:lnTo>
                <a:lnTo>
                  <a:pt x="280" y="273"/>
                </a:lnTo>
                <a:lnTo>
                  <a:pt x="278" y="273"/>
                </a:lnTo>
                <a:lnTo>
                  <a:pt x="276" y="273"/>
                </a:lnTo>
                <a:lnTo>
                  <a:pt x="276" y="274"/>
                </a:lnTo>
                <a:lnTo>
                  <a:pt x="276" y="275"/>
                </a:lnTo>
                <a:lnTo>
                  <a:pt x="277" y="275"/>
                </a:lnTo>
                <a:lnTo>
                  <a:pt x="278" y="275"/>
                </a:lnTo>
                <a:lnTo>
                  <a:pt x="278" y="276"/>
                </a:lnTo>
                <a:lnTo>
                  <a:pt x="275" y="276"/>
                </a:lnTo>
                <a:lnTo>
                  <a:pt x="274" y="275"/>
                </a:lnTo>
                <a:lnTo>
                  <a:pt x="273" y="275"/>
                </a:lnTo>
                <a:lnTo>
                  <a:pt x="272" y="274"/>
                </a:lnTo>
                <a:lnTo>
                  <a:pt x="271" y="274"/>
                </a:lnTo>
                <a:lnTo>
                  <a:pt x="271" y="273"/>
                </a:lnTo>
                <a:lnTo>
                  <a:pt x="271" y="271"/>
                </a:lnTo>
                <a:lnTo>
                  <a:pt x="270" y="271"/>
                </a:lnTo>
                <a:lnTo>
                  <a:pt x="270" y="270"/>
                </a:lnTo>
                <a:lnTo>
                  <a:pt x="270" y="269"/>
                </a:lnTo>
                <a:lnTo>
                  <a:pt x="270" y="267"/>
                </a:lnTo>
                <a:lnTo>
                  <a:pt x="269" y="267"/>
                </a:lnTo>
                <a:lnTo>
                  <a:pt x="269" y="266"/>
                </a:lnTo>
                <a:lnTo>
                  <a:pt x="269" y="265"/>
                </a:lnTo>
                <a:lnTo>
                  <a:pt x="270" y="265"/>
                </a:lnTo>
                <a:lnTo>
                  <a:pt x="270" y="264"/>
                </a:lnTo>
                <a:lnTo>
                  <a:pt x="269" y="264"/>
                </a:lnTo>
                <a:lnTo>
                  <a:pt x="269" y="263"/>
                </a:lnTo>
                <a:lnTo>
                  <a:pt x="268" y="262"/>
                </a:lnTo>
                <a:lnTo>
                  <a:pt x="268" y="261"/>
                </a:lnTo>
                <a:lnTo>
                  <a:pt x="269" y="261"/>
                </a:lnTo>
                <a:lnTo>
                  <a:pt x="270" y="260"/>
                </a:lnTo>
                <a:lnTo>
                  <a:pt x="270" y="259"/>
                </a:lnTo>
                <a:lnTo>
                  <a:pt x="271" y="258"/>
                </a:lnTo>
                <a:lnTo>
                  <a:pt x="270" y="258"/>
                </a:lnTo>
                <a:lnTo>
                  <a:pt x="269" y="259"/>
                </a:lnTo>
                <a:lnTo>
                  <a:pt x="268" y="259"/>
                </a:lnTo>
                <a:lnTo>
                  <a:pt x="267" y="259"/>
                </a:lnTo>
                <a:lnTo>
                  <a:pt x="267" y="260"/>
                </a:lnTo>
                <a:lnTo>
                  <a:pt x="267" y="261"/>
                </a:lnTo>
                <a:lnTo>
                  <a:pt x="267" y="262"/>
                </a:lnTo>
                <a:lnTo>
                  <a:pt x="266" y="262"/>
                </a:lnTo>
                <a:lnTo>
                  <a:pt x="265" y="263"/>
                </a:lnTo>
                <a:lnTo>
                  <a:pt x="264" y="263"/>
                </a:lnTo>
                <a:lnTo>
                  <a:pt x="264" y="264"/>
                </a:lnTo>
                <a:lnTo>
                  <a:pt x="265" y="265"/>
                </a:lnTo>
                <a:lnTo>
                  <a:pt x="265" y="266"/>
                </a:lnTo>
                <a:lnTo>
                  <a:pt x="264" y="266"/>
                </a:lnTo>
                <a:lnTo>
                  <a:pt x="264" y="267"/>
                </a:lnTo>
                <a:lnTo>
                  <a:pt x="263" y="268"/>
                </a:lnTo>
                <a:lnTo>
                  <a:pt x="263" y="267"/>
                </a:lnTo>
                <a:lnTo>
                  <a:pt x="262" y="267"/>
                </a:lnTo>
                <a:lnTo>
                  <a:pt x="262" y="268"/>
                </a:lnTo>
                <a:lnTo>
                  <a:pt x="261" y="268"/>
                </a:lnTo>
                <a:lnTo>
                  <a:pt x="261" y="267"/>
                </a:lnTo>
                <a:lnTo>
                  <a:pt x="261" y="266"/>
                </a:lnTo>
                <a:lnTo>
                  <a:pt x="260" y="266"/>
                </a:lnTo>
                <a:lnTo>
                  <a:pt x="260" y="267"/>
                </a:lnTo>
                <a:lnTo>
                  <a:pt x="259" y="267"/>
                </a:lnTo>
                <a:lnTo>
                  <a:pt x="258" y="268"/>
                </a:lnTo>
                <a:lnTo>
                  <a:pt x="259" y="269"/>
                </a:lnTo>
                <a:lnTo>
                  <a:pt x="260" y="268"/>
                </a:lnTo>
                <a:lnTo>
                  <a:pt x="261" y="268"/>
                </a:lnTo>
                <a:lnTo>
                  <a:pt x="262" y="269"/>
                </a:lnTo>
                <a:lnTo>
                  <a:pt x="262" y="270"/>
                </a:lnTo>
                <a:lnTo>
                  <a:pt x="261" y="270"/>
                </a:lnTo>
                <a:lnTo>
                  <a:pt x="261" y="269"/>
                </a:lnTo>
                <a:lnTo>
                  <a:pt x="261" y="270"/>
                </a:lnTo>
                <a:lnTo>
                  <a:pt x="260" y="270"/>
                </a:lnTo>
                <a:lnTo>
                  <a:pt x="260" y="272"/>
                </a:lnTo>
                <a:lnTo>
                  <a:pt x="259" y="272"/>
                </a:lnTo>
                <a:lnTo>
                  <a:pt x="258" y="272"/>
                </a:lnTo>
                <a:lnTo>
                  <a:pt x="258" y="271"/>
                </a:lnTo>
                <a:lnTo>
                  <a:pt x="257" y="271"/>
                </a:lnTo>
                <a:lnTo>
                  <a:pt x="257" y="272"/>
                </a:lnTo>
                <a:lnTo>
                  <a:pt x="256" y="272"/>
                </a:lnTo>
                <a:lnTo>
                  <a:pt x="256" y="271"/>
                </a:lnTo>
                <a:lnTo>
                  <a:pt x="256" y="270"/>
                </a:lnTo>
                <a:lnTo>
                  <a:pt x="256" y="269"/>
                </a:lnTo>
                <a:lnTo>
                  <a:pt x="256" y="270"/>
                </a:lnTo>
                <a:lnTo>
                  <a:pt x="256" y="272"/>
                </a:lnTo>
                <a:lnTo>
                  <a:pt x="256" y="273"/>
                </a:lnTo>
                <a:lnTo>
                  <a:pt x="255" y="273"/>
                </a:lnTo>
                <a:lnTo>
                  <a:pt x="255" y="272"/>
                </a:lnTo>
                <a:lnTo>
                  <a:pt x="255" y="273"/>
                </a:lnTo>
                <a:lnTo>
                  <a:pt x="253" y="273"/>
                </a:lnTo>
                <a:lnTo>
                  <a:pt x="252" y="272"/>
                </a:lnTo>
                <a:lnTo>
                  <a:pt x="252" y="271"/>
                </a:lnTo>
                <a:lnTo>
                  <a:pt x="253" y="271"/>
                </a:lnTo>
                <a:lnTo>
                  <a:pt x="252" y="271"/>
                </a:lnTo>
                <a:lnTo>
                  <a:pt x="252" y="273"/>
                </a:lnTo>
                <a:lnTo>
                  <a:pt x="251" y="273"/>
                </a:lnTo>
                <a:lnTo>
                  <a:pt x="251" y="271"/>
                </a:lnTo>
                <a:lnTo>
                  <a:pt x="250" y="271"/>
                </a:lnTo>
                <a:lnTo>
                  <a:pt x="250" y="270"/>
                </a:lnTo>
                <a:lnTo>
                  <a:pt x="249" y="270"/>
                </a:lnTo>
                <a:lnTo>
                  <a:pt x="248" y="271"/>
                </a:lnTo>
                <a:lnTo>
                  <a:pt x="247" y="272"/>
                </a:lnTo>
                <a:lnTo>
                  <a:pt x="246" y="272"/>
                </a:lnTo>
                <a:lnTo>
                  <a:pt x="245" y="272"/>
                </a:lnTo>
                <a:lnTo>
                  <a:pt x="244" y="272"/>
                </a:lnTo>
                <a:lnTo>
                  <a:pt x="245" y="272"/>
                </a:lnTo>
                <a:lnTo>
                  <a:pt x="245" y="271"/>
                </a:lnTo>
                <a:lnTo>
                  <a:pt x="244" y="272"/>
                </a:lnTo>
                <a:lnTo>
                  <a:pt x="244" y="271"/>
                </a:lnTo>
                <a:lnTo>
                  <a:pt x="245" y="270"/>
                </a:lnTo>
                <a:lnTo>
                  <a:pt x="245" y="269"/>
                </a:lnTo>
                <a:lnTo>
                  <a:pt x="244" y="269"/>
                </a:lnTo>
                <a:lnTo>
                  <a:pt x="244" y="270"/>
                </a:lnTo>
                <a:lnTo>
                  <a:pt x="244" y="271"/>
                </a:lnTo>
                <a:lnTo>
                  <a:pt x="242" y="271"/>
                </a:lnTo>
                <a:lnTo>
                  <a:pt x="241" y="271"/>
                </a:lnTo>
                <a:lnTo>
                  <a:pt x="241" y="270"/>
                </a:lnTo>
                <a:lnTo>
                  <a:pt x="242" y="270"/>
                </a:lnTo>
                <a:lnTo>
                  <a:pt x="241" y="270"/>
                </a:lnTo>
                <a:lnTo>
                  <a:pt x="241" y="269"/>
                </a:lnTo>
                <a:lnTo>
                  <a:pt x="240" y="269"/>
                </a:lnTo>
                <a:lnTo>
                  <a:pt x="239" y="269"/>
                </a:lnTo>
                <a:lnTo>
                  <a:pt x="239" y="268"/>
                </a:lnTo>
                <a:lnTo>
                  <a:pt x="240" y="268"/>
                </a:lnTo>
                <a:lnTo>
                  <a:pt x="240" y="267"/>
                </a:lnTo>
                <a:lnTo>
                  <a:pt x="239" y="267"/>
                </a:lnTo>
                <a:lnTo>
                  <a:pt x="239" y="268"/>
                </a:lnTo>
                <a:lnTo>
                  <a:pt x="237" y="268"/>
                </a:lnTo>
                <a:lnTo>
                  <a:pt x="236" y="268"/>
                </a:lnTo>
                <a:lnTo>
                  <a:pt x="235" y="268"/>
                </a:lnTo>
                <a:lnTo>
                  <a:pt x="234" y="268"/>
                </a:lnTo>
                <a:lnTo>
                  <a:pt x="233" y="267"/>
                </a:lnTo>
                <a:lnTo>
                  <a:pt x="233" y="266"/>
                </a:lnTo>
                <a:lnTo>
                  <a:pt x="233" y="267"/>
                </a:lnTo>
                <a:lnTo>
                  <a:pt x="233" y="268"/>
                </a:lnTo>
                <a:lnTo>
                  <a:pt x="229" y="267"/>
                </a:lnTo>
                <a:lnTo>
                  <a:pt x="230" y="267"/>
                </a:lnTo>
                <a:lnTo>
                  <a:pt x="230" y="268"/>
                </a:lnTo>
                <a:lnTo>
                  <a:pt x="233" y="268"/>
                </a:lnTo>
                <a:lnTo>
                  <a:pt x="233" y="269"/>
                </a:lnTo>
                <a:lnTo>
                  <a:pt x="233" y="270"/>
                </a:lnTo>
                <a:lnTo>
                  <a:pt x="233" y="271"/>
                </a:lnTo>
                <a:lnTo>
                  <a:pt x="233" y="272"/>
                </a:lnTo>
                <a:lnTo>
                  <a:pt x="233" y="273"/>
                </a:lnTo>
                <a:lnTo>
                  <a:pt x="229" y="272"/>
                </a:lnTo>
                <a:lnTo>
                  <a:pt x="228" y="272"/>
                </a:lnTo>
                <a:lnTo>
                  <a:pt x="226" y="272"/>
                </a:lnTo>
                <a:lnTo>
                  <a:pt x="224" y="271"/>
                </a:lnTo>
                <a:lnTo>
                  <a:pt x="224" y="270"/>
                </a:lnTo>
                <a:lnTo>
                  <a:pt x="224" y="269"/>
                </a:lnTo>
                <a:lnTo>
                  <a:pt x="223" y="269"/>
                </a:lnTo>
                <a:lnTo>
                  <a:pt x="220" y="270"/>
                </a:lnTo>
                <a:lnTo>
                  <a:pt x="220" y="269"/>
                </a:lnTo>
                <a:lnTo>
                  <a:pt x="220" y="268"/>
                </a:lnTo>
                <a:lnTo>
                  <a:pt x="219" y="266"/>
                </a:lnTo>
                <a:lnTo>
                  <a:pt x="220" y="266"/>
                </a:lnTo>
                <a:lnTo>
                  <a:pt x="221" y="266"/>
                </a:lnTo>
                <a:lnTo>
                  <a:pt x="222" y="266"/>
                </a:lnTo>
                <a:lnTo>
                  <a:pt x="221" y="265"/>
                </a:lnTo>
                <a:lnTo>
                  <a:pt x="218" y="265"/>
                </a:lnTo>
                <a:lnTo>
                  <a:pt x="217" y="265"/>
                </a:lnTo>
                <a:lnTo>
                  <a:pt x="217" y="266"/>
                </a:lnTo>
                <a:lnTo>
                  <a:pt x="216" y="266"/>
                </a:lnTo>
                <a:lnTo>
                  <a:pt x="217" y="266"/>
                </a:lnTo>
                <a:lnTo>
                  <a:pt x="217" y="267"/>
                </a:lnTo>
                <a:lnTo>
                  <a:pt x="215" y="267"/>
                </a:lnTo>
                <a:lnTo>
                  <a:pt x="215" y="270"/>
                </a:lnTo>
                <a:lnTo>
                  <a:pt x="215" y="271"/>
                </a:lnTo>
                <a:lnTo>
                  <a:pt x="214" y="271"/>
                </a:lnTo>
                <a:lnTo>
                  <a:pt x="214" y="270"/>
                </a:lnTo>
                <a:lnTo>
                  <a:pt x="212" y="270"/>
                </a:lnTo>
                <a:lnTo>
                  <a:pt x="213" y="269"/>
                </a:lnTo>
                <a:lnTo>
                  <a:pt x="214" y="269"/>
                </a:lnTo>
                <a:lnTo>
                  <a:pt x="214" y="267"/>
                </a:lnTo>
                <a:lnTo>
                  <a:pt x="211" y="267"/>
                </a:lnTo>
                <a:lnTo>
                  <a:pt x="211" y="266"/>
                </a:lnTo>
                <a:lnTo>
                  <a:pt x="210" y="266"/>
                </a:lnTo>
                <a:lnTo>
                  <a:pt x="209" y="266"/>
                </a:lnTo>
                <a:lnTo>
                  <a:pt x="209" y="267"/>
                </a:lnTo>
                <a:lnTo>
                  <a:pt x="210" y="267"/>
                </a:lnTo>
                <a:lnTo>
                  <a:pt x="210" y="268"/>
                </a:lnTo>
                <a:lnTo>
                  <a:pt x="210" y="269"/>
                </a:lnTo>
                <a:lnTo>
                  <a:pt x="209" y="269"/>
                </a:lnTo>
                <a:lnTo>
                  <a:pt x="208" y="269"/>
                </a:lnTo>
                <a:lnTo>
                  <a:pt x="207" y="268"/>
                </a:lnTo>
                <a:lnTo>
                  <a:pt x="206" y="268"/>
                </a:lnTo>
                <a:lnTo>
                  <a:pt x="205" y="268"/>
                </a:lnTo>
                <a:lnTo>
                  <a:pt x="204" y="269"/>
                </a:lnTo>
                <a:lnTo>
                  <a:pt x="203" y="269"/>
                </a:lnTo>
                <a:lnTo>
                  <a:pt x="202" y="269"/>
                </a:lnTo>
                <a:lnTo>
                  <a:pt x="201" y="270"/>
                </a:lnTo>
                <a:lnTo>
                  <a:pt x="201" y="271"/>
                </a:lnTo>
                <a:lnTo>
                  <a:pt x="202" y="271"/>
                </a:lnTo>
                <a:lnTo>
                  <a:pt x="202" y="272"/>
                </a:lnTo>
                <a:lnTo>
                  <a:pt x="202" y="273"/>
                </a:lnTo>
                <a:lnTo>
                  <a:pt x="201" y="274"/>
                </a:lnTo>
                <a:lnTo>
                  <a:pt x="200" y="274"/>
                </a:lnTo>
                <a:lnTo>
                  <a:pt x="200" y="275"/>
                </a:lnTo>
                <a:lnTo>
                  <a:pt x="201" y="275"/>
                </a:lnTo>
                <a:lnTo>
                  <a:pt x="201" y="276"/>
                </a:lnTo>
                <a:lnTo>
                  <a:pt x="200" y="276"/>
                </a:lnTo>
                <a:lnTo>
                  <a:pt x="200" y="275"/>
                </a:lnTo>
                <a:lnTo>
                  <a:pt x="199" y="276"/>
                </a:lnTo>
                <a:lnTo>
                  <a:pt x="200" y="276"/>
                </a:lnTo>
                <a:lnTo>
                  <a:pt x="200" y="277"/>
                </a:lnTo>
                <a:lnTo>
                  <a:pt x="199" y="277"/>
                </a:lnTo>
                <a:lnTo>
                  <a:pt x="198" y="276"/>
                </a:lnTo>
                <a:lnTo>
                  <a:pt x="197" y="276"/>
                </a:lnTo>
                <a:lnTo>
                  <a:pt x="197" y="275"/>
                </a:lnTo>
                <a:lnTo>
                  <a:pt x="196" y="274"/>
                </a:lnTo>
                <a:lnTo>
                  <a:pt x="195" y="274"/>
                </a:lnTo>
                <a:lnTo>
                  <a:pt x="194" y="274"/>
                </a:lnTo>
                <a:lnTo>
                  <a:pt x="193" y="274"/>
                </a:lnTo>
                <a:lnTo>
                  <a:pt x="192" y="275"/>
                </a:lnTo>
                <a:lnTo>
                  <a:pt x="191" y="275"/>
                </a:lnTo>
                <a:lnTo>
                  <a:pt x="191" y="276"/>
                </a:lnTo>
                <a:lnTo>
                  <a:pt x="191" y="277"/>
                </a:lnTo>
                <a:lnTo>
                  <a:pt x="192" y="277"/>
                </a:lnTo>
                <a:lnTo>
                  <a:pt x="192" y="278"/>
                </a:lnTo>
                <a:lnTo>
                  <a:pt x="191" y="279"/>
                </a:lnTo>
                <a:lnTo>
                  <a:pt x="190" y="279"/>
                </a:lnTo>
                <a:lnTo>
                  <a:pt x="192" y="279"/>
                </a:lnTo>
                <a:lnTo>
                  <a:pt x="192" y="280"/>
                </a:lnTo>
                <a:lnTo>
                  <a:pt x="192" y="282"/>
                </a:lnTo>
                <a:lnTo>
                  <a:pt x="192" y="283"/>
                </a:lnTo>
                <a:lnTo>
                  <a:pt x="193" y="283"/>
                </a:lnTo>
                <a:lnTo>
                  <a:pt x="193" y="282"/>
                </a:lnTo>
                <a:lnTo>
                  <a:pt x="196" y="282"/>
                </a:lnTo>
                <a:lnTo>
                  <a:pt x="196" y="284"/>
                </a:lnTo>
                <a:lnTo>
                  <a:pt x="196" y="285"/>
                </a:lnTo>
                <a:lnTo>
                  <a:pt x="197" y="285"/>
                </a:lnTo>
                <a:lnTo>
                  <a:pt x="197" y="286"/>
                </a:lnTo>
                <a:lnTo>
                  <a:pt x="196" y="286"/>
                </a:lnTo>
                <a:lnTo>
                  <a:pt x="195" y="285"/>
                </a:lnTo>
                <a:lnTo>
                  <a:pt x="194" y="285"/>
                </a:lnTo>
                <a:lnTo>
                  <a:pt x="192" y="286"/>
                </a:lnTo>
                <a:lnTo>
                  <a:pt x="190" y="287"/>
                </a:lnTo>
                <a:lnTo>
                  <a:pt x="189" y="287"/>
                </a:lnTo>
                <a:lnTo>
                  <a:pt x="189" y="288"/>
                </a:lnTo>
                <a:lnTo>
                  <a:pt x="188" y="288"/>
                </a:lnTo>
                <a:lnTo>
                  <a:pt x="187" y="288"/>
                </a:lnTo>
                <a:lnTo>
                  <a:pt x="186" y="288"/>
                </a:lnTo>
                <a:lnTo>
                  <a:pt x="185" y="288"/>
                </a:lnTo>
                <a:lnTo>
                  <a:pt x="184" y="288"/>
                </a:lnTo>
                <a:lnTo>
                  <a:pt x="183" y="288"/>
                </a:lnTo>
                <a:lnTo>
                  <a:pt x="183" y="289"/>
                </a:lnTo>
                <a:lnTo>
                  <a:pt x="182" y="289"/>
                </a:lnTo>
                <a:lnTo>
                  <a:pt x="181" y="288"/>
                </a:lnTo>
                <a:lnTo>
                  <a:pt x="180" y="288"/>
                </a:lnTo>
                <a:lnTo>
                  <a:pt x="180" y="289"/>
                </a:lnTo>
                <a:lnTo>
                  <a:pt x="179" y="289"/>
                </a:lnTo>
                <a:lnTo>
                  <a:pt x="179" y="290"/>
                </a:lnTo>
                <a:lnTo>
                  <a:pt x="178" y="290"/>
                </a:lnTo>
                <a:lnTo>
                  <a:pt x="178" y="291"/>
                </a:lnTo>
                <a:lnTo>
                  <a:pt x="178" y="292"/>
                </a:lnTo>
                <a:lnTo>
                  <a:pt x="179" y="292"/>
                </a:lnTo>
                <a:lnTo>
                  <a:pt x="179" y="293"/>
                </a:lnTo>
                <a:lnTo>
                  <a:pt x="178" y="293"/>
                </a:lnTo>
                <a:lnTo>
                  <a:pt x="177" y="293"/>
                </a:lnTo>
                <a:lnTo>
                  <a:pt x="177" y="294"/>
                </a:lnTo>
                <a:lnTo>
                  <a:pt x="176" y="295"/>
                </a:lnTo>
                <a:lnTo>
                  <a:pt x="176" y="296"/>
                </a:lnTo>
                <a:lnTo>
                  <a:pt x="176" y="297"/>
                </a:lnTo>
                <a:lnTo>
                  <a:pt x="175" y="297"/>
                </a:lnTo>
                <a:lnTo>
                  <a:pt x="175" y="298"/>
                </a:lnTo>
                <a:lnTo>
                  <a:pt x="174" y="298"/>
                </a:lnTo>
                <a:lnTo>
                  <a:pt x="173" y="300"/>
                </a:lnTo>
                <a:lnTo>
                  <a:pt x="173" y="301"/>
                </a:lnTo>
                <a:lnTo>
                  <a:pt x="172" y="300"/>
                </a:lnTo>
                <a:lnTo>
                  <a:pt x="171" y="300"/>
                </a:lnTo>
                <a:lnTo>
                  <a:pt x="171" y="301"/>
                </a:lnTo>
                <a:lnTo>
                  <a:pt x="170" y="301"/>
                </a:lnTo>
                <a:lnTo>
                  <a:pt x="169" y="301"/>
                </a:lnTo>
                <a:lnTo>
                  <a:pt x="169" y="302"/>
                </a:lnTo>
                <a:lnTo>
                  <a:pt x="170" y="302"/>
                </a:lnTo>
                <a:lnTo>
                  <a:pt x="168" y="303"/>
                </a:lnTo>
                <a:lnTo>
                  <a:pt x="167" y="303"/>
                </a:lnTo>
                <a:lnTo>
                  <a:pt x="167" y="304"/>
                </a:lnTo>
                <a:lnTo>
                  <a:pt x="166" y="304"/>
                </a:lnTo>
                <a:lnTo>
                  <a:pt x="167" y="305"/>
                </a:lnTo>
                <a:lnTo>
                  <a:pt x="167" y="304"/>
                </a:lnTo>
                <a:lnTo>
                  <a:pt x="168" y="304"/>
                </a:lnTo>
                <a:lnTo>
                  <a:pt x="169" y="305"/>
                </a:lnTo>
                <a:lnTo>
                  <a:pt x="169" y="306"/>
                </a:lnTo>
                <a:lnTo>
                  <a:pt x="168" y="306"/>
                </a:lnTo>
                <a:lnTo>
                  <a:pt x="167" y="306"/>
                </a:lnTo>
                <a:lnTo>
                  <a:pt x="167" y="307"/>
                </a:lnTo>
                <a:lnTo>
                  <a:pt x="166" y="307"/>
                </a:lnTo>
                <a:lnTo>
                  <a:pt x="166" y="306"/>
                </a:lnTo>
                <a:lnTo>
                  <a:pt x="165" y="306"/>
                </a:lnTo>
                <a:lnTo>
                  <a:pt x="164" y="307"/>
                </a:lnTo>
                <a:lnTo>
                  <a:pt x="164" y="308"/>
                </a:lnTo>
                <a:lnTo>
                  <a:pt x="164" y="309"/>
                </a:lnTo>
                <a:lnTo>
                  <a:pt x="163" y="309"/>
                </a:lnTo>
                <a:lnTo>
                  <a:pt x="162" y="309"/>
                </a:lnTo>
                <a:lnTo>
                  <a:pt x="161" y="309"/>
                </a:lnTo>
                <a:lnTo>
                  <a:pt x="160" y="309"/>
                </a:lnTo>
                <a:lnTo>
                  <a:pt x="160" y="310"/>
                </a:lnTo>
                <a:lnTo>
                  <a:pt x="159" y="310"/>
                </a:lnTo>
                <a:lnTo>
                  <a:pt x="158" y="310"/>
                </a:lnTo>
                <a:lnTo>
                  <a:pt x="159" y="311"/>
                </a:lnTo>
                <a:lnTo>
                  <a:pt x="160" y="312"/>
                </a:lnTo>
                <a:lnTo>
                  <a:pt x="159" y="313"/>
                </a:lnTo>
                <a:lnTo>
                  <a:pt x="159" y="312"/>
                </a:lnTo>
                <a:lnTo>
                  <a:pt x="158" y="312"/>
                </a:lnTo>
                <a:lnTo>
                  <a:pt x="158" y="313"/>
                </a:lnTo>
                <a:lnTo>
                  <a:pt x="159" y="313"/>
                </a:lnTo>
                <a:lnTo>
                  <a:pt x="159" y="314"/>
                </a:lnTo>
                <a:lnTo>
                  <a:pt x="158" y="314"/>
                </a:lnTo>
                <a:lnTo>
                  <a:pt x="159" y="315"/>
                </a:lnTo>
                <a:lnTo>
                  <a:pt x="159" y="316"/>
                </a:lnTo>
                <a:lnTo>
                  <a:pt x="159" y="317"/>
                </a:lnTo>
                <a:lnTo>
                  <a:pt x="158" y="317"/>
                </a:lnTo>
                <a:lnTo>
                  <a:pt x="157" y="316"/>
                </a:lnTo>
                <a:lnTo>
                  <a:pt x="156" y="316"/>
                </a:lnTo>
                <a:lnTo>
                  <a:pt x="157" y="317"/>
                </a:lnTo>
                <a:lnTo>
                  <a:pt x="156" y="317"/>
                </a:lnTo>
                <a:lnTo>
                  <a:pt x="156" y="318"/>
                </a:lnTo>
                <a:lnTo>
                  <a:pt x="156" y="319"/>
                </a:lnTo>
                <a:lnTo>
                  <a:pt x="156" y="320"/>
                </a:lnTo>
                <a:lnTo>
                  <a:pt x="157" y="319"/>
                </a:lnTo>
                <a:lnTo>
                  <a:pt x="158" y="320"/>
                </a:lnTo>
                <a:lnTo>
                  <a:pt x="157" y="320"/>
                </a:lnTo>
                <a:lnTo>
                  <a:pt x="157" y="321"/>
                </a:lnTo>
                <a:lnTo>
                  <a:pt x="156" y="321"/>
                </a:lnTo>
                <a:lnTo>
                  <a:pt x="156" y="322"/>
                </a:lnTo>
                <a:lnTo>
                  <a:pt x="155" y="322"/>
                </a:lnTo>
                <a:lnTo>
                  <a:pt x="154" y="322"/>
                </a:lnTo>
                <a:lnTo>
                  <a:pt x="153" y="323"/>
                </a:lnTo>
                <a:lnTo>
                  <a:pt x="152" y="323"/>
                </a:lnTo>
                <a:lnTo>
                  <a:pt x="152" y="324"/>
                </a:lnTo>
                <a:lnTo>
                  <a:pt x="151" y="324"/>
                </a:lnTo>
                <a:lnTo>
                  <a:pt x="150" y="325"/>
                </a:lnTo>
                <a:lnTo>
                  <a:pt x="149" y="325"/>
                </a:lnTo>
                <a:lnTo>
                  <a:pt x="149" y="326"/>
                </a:lnTo>
                <a:lnTo>
                  <a:pt x="149" y="327"/>
                </a:lnTo>
                <a:lnTo>
                  <a:pt x="150" y="328"/>
                </a:lnTo>
                <a:lnTo>
                  <a:pt x="150" y="329"/>
                </a:lnTo>
                <a:lnTo>
                  <a:pt x="151" y="329"/>
                </a:lnTo>
                <a:lnTo>
                  <a:pt x="151" y="330"/>
                </a:lnTo>
                <a:lnTo>
                  <a:pt x="151" y="331"/>
                </a:lnTo>
                <a:lnTo>
                  <a:pt x="150" y="332"/>
                </a:lnTo>
                <a:lnTo>
                  <a:pt x="150" y="333"/>
                </a:lnTo>
                <a:lnTo>
                  <a:pt x="149" y="333"/>
                </a:lnTo>
                <a:lnTo>
                  <a:pt x="149" y="334"/>
                </a:lnTo>
                <a:lnTo>
                  <a:pt x="149" y="335"/>
                </a:lnTo>
                <a:lnTo>
                  <a:pt x="148" y="335"/>
                </a:lnTo>
                <a:lnTo>
                  <a:pt x="148" y="334"/>
                </a:lnTo>
                <a:lnTo>
                  <a:pt x="148" y="335"/>
                </a:lnTo>
                <a:lnTo>
                  <a:pt x="146" y="336"/>
                </a:lnTo>
                <a:lnTo>
                  <a:pt x="146" y="337"/>
                </a:lnTo>
                <a:lnTo>
                  <a:pt x="145" y="337"/>
                </a:lnTo>
                <a:lnTo>
                  <a:pt x="145" y="338"/>
                </a:lnTo>
                <a:lnTo>
                  <a:pt x="144" y="338"/>
                </a:lnTo>
                <a:lnTo>
                  <a:pt x="143" y="338"/>
                </a:lnTo>
                <a:lnTo>
                  <a:pt x="142" y="338"/>
                </a:lnTo>
                <a:lnTo>
                  <a:pt x="141" y="338"/>
                </a:lnTo>
                <a:lnTo>
                  <a:pt x="140" y="338"/>
                </a:lnTo>
                <a:lnTo>
                  <a:pt x="139" y="338"/>
                </a:lnTo>
                <a:lnTo>
                  <a:pt x="138" y="338"/>
                </a:lnTo>
                <a:lnTo>
                  <a:pt x="137" y="339"/>
                </a:lnTo>
                <a:lnTo>
                  <a:pt x="136" y="339"/>
                </a:lnTo>
                <a:lnTo>
                  <a:pt x="135" y="339"/>
                </a:lnTo>
                <a:lnTo>
                  <a:pt x="134" y="339"/>
                </a:lnTo>
                <a:lnTo>
                  <a:pt x="133" y="339"/>
                </a:lnTo>
                <a:lnTo>
                  <a:pt x="132" y="339"/>
                </a:lnTo>
                <a:lnTo>
                  <a:pt x="132" y="340"/>
                </a:lnTo>
                <a:lnTo>
                  <a:pt x="131" y="340"/>
                </a:lnTo>
                <a:lnTo>
                  <a:pt x="132" y="341"/>
                </a:lnTo>
                <a:lnTo>
                  <a:pt x="131" y="341"/>
                </a:lnTo>
                <a:lnTo>
                  <a:pt x="130" y="342"/>
                </a:lnTo>
                <a:lnTo>
                  <a:pt x="129" y="342"/>
                </a:lnTo>
                <a:lnTo>
                  <a:pt x="129" y="343"/>
                </a:lnTo>
                <a:lnTo>
                  <a:pt x="128" y="343"/>
                </a:lnTo>
                <a:lnTo>
                  <a:pt x="127" y="343"/>
                </a:lnTo>
                <a:lnTo>
                  <a:pt x="126" y="343"/>
                </a:lnTo>
                <a:lnTo>
                  <a:pt x="125" y="344"/>
                </a:lnTo>
                <a:lnTo>
                  <a:pt x="124" y="344"/>
                </a:lnTo>
                <a:lnTo>
                  <a:pt x="124" y="345"/>
                </a:lnTo>
                <a:lnTo>
                  <a:pt x="123" y="345"/>
                </a:lnTo>
                <a:lnTo>
                  <a:pt x="122" y="345"/>
                </a:lnTo>
                <a:lnTo>
                  <a:pt x="122" y="346"/>
                </a:lnTo>
                <a:lnTo>
                  <a:pt x="121" y="346"/>
                </a:lnTo>
                <a:lnTo>
                  <a:pt x="120" y="346"/>
                </a:lnTo>
                <a:lnTo>
                  <a:pt x="119" y="346"/>
                </a:lnTo>
                <a:lnTo>
                  <a:pt x="118" y="347"/>
                </a:lnTo>
                <a:lnTo>
                  <a:pt x="117" y="347"/>
                </a:lnTo>
                <a:lnTo>
                  <a:pt x="115" y="348"/>
                </a:lnTo>
                <a:lnTo>
                  <a:pt x="112" y="349"/>
                </a:lnTo>
                <a:lnTo>
                  <a:pt x="110" y="349"/>
                </a:lnTo>
                <a:lnTo>
                  <a:pt x="108" y="350"/>
                </a:lnTo>
                <a:lnTo>
                  <a:pt x="107" y="350"/>
                </a:lnTo>
                <a:lnTo>
                  <a:pt x="107" y="351"/>
                </a:lnTo>
                <a:lnTo>
                  <a:pt x="106" y="351"/>
                </a:lnTo>
                <a:lnTo>
                  <a:pt x="105" y="351"/>
                </a:lnTo>
                <a:lnTo>
                  <a:pt x="104" y="351"/>
                </a:lnTo>
                <a:lnTo>
                  <a:pt x="102" y="352"/>
                </a:lnTo>
                <a:lnTo>
                  <a:pt x="101" y="352"/>
                </a:lnTo>
                <a:lnTo>
                  <a:pt x="100" y="353"/>
                </a:lnTo>
                <a:lnTo>
                  <a:pt x="99" y="353"/>
                </a:lnTo>
                <a:lnTo>
                  <a:pt x="98" y="354"/>
                </a:lnTo>
                <a:lnTo>
                  <a:pt x="97" y="354"/>
                </a:lnTo>
                <a:lnTo>
                  <a:pt x="97" y="355"/>
                </a:lnTo>
                <a:lnTo>
                  <a:pt x="96" y="356"/>
                </a:lnTo>
                <a:lnTo>
                  <a:pt x="96" y="357"/>
                </a:lnTo>
                <a:lnTo>
                  <a:pt x="97" y="358"/>
                </a:lnTo>
                <a:lnTo>
                  <a:pt x="95" y="359"/>
                </a:lnTo>
                <a:lnTo>
                  <a:pt x="94" y="359"/>
                </a:lnTo>
                <a:lnTo>
                  <a:pt x="93" y="359"/>
                </a:lnTo>
                <a:lnTo>
                  <a:pt x="92" y="359"/>
                </a:lnTo>
                <a:lnTo>
                  <a:pt x="91" y="359"/>
                </a:lnTo>
                <a:lnTo>
                  <a:pt x="90" y="359"/>
                </a:lnTo>
                <a:lnTo>
                  <a:pt x="90" y="358"/>
                </a:lnTo>
                <a:lnTo>
                  <a:pt x="90" y="357"/>
                </a:lnTo>
                <a:lnTo>
                  <a:pt x="90" y="356"/>
                </a:lnTo>
                <a:lnTo>
                  <a:pt x="91" y="355"/>
                </a:lnTo>
                <a:lnTo>
                  <a:pt x="90" y="355"/>
                </a:lnTo>
                <a:lnTo>
                  <a:pt x="89" y="354"/>
                </a:lnTo>
                <a:lnTo>
                  <a:pt x="88" y="354"/>
                </a:lnTo>
                <a:lnTo>
                  <a:pt x="87" y="353"/>
                </a:lnTo>
                <a:lnTo>
                  <a:pt x="87" y="354"/>
                </a:lnTo>
                <a:lnTo>
                  <a:pt x="85" y="354"/>
                </a:lnTo>
                <a:lnTo>
                  <a:pt x="84" y="354"/>
                </a:lnTo>
                <a:lnTo>
                  <a:pt x="84" y="353"/>
                </a:lnTo>
                <a:lnTo>
                  <a:pt x="83" y="353"/>
                </a:lnTo>
                <a:lnTo>
                  <a:pt x="82" y="352"/>
                </a:lnTo>
                <a:lnTo>
                  <a:pt x="83" y="351"/>
                </a:lnTo>
                <a:lnTo>
                  <a:pt x="83" y="350"/>
                </a:lnTo>
                <a:lnTo>
                  <a:pt x="82" y="350"/>
                </a:lnTo>
                <a:lnTo>
                  <a:pt x="82" y="349"/>
                </a:lnTo>
                <a:lnTo>
                  <a:pt x="80" y="348"/>
                </a:lnTo>
                <a:lnTo>
                  <a:pt x="80" y="347"/>
                </a:lnTo>
                <a:lnTo>
                  <a:pt x="81" y="346"/>
                </a:lnTo>
                <a:lnTo>
                  <a:pt x="82" y="346"/>
                </a:lnTo>
                <a:lnTo>
                  <a:pt x="82" y="345"/>
                </a:lnTo>
                <a:lnTo>
                  <a:pt x="82" y="344"/>
                </a:lnTo>
                <a:lnTo>
                  <a:pt x="82" y="343"/>
                </a:lnTo>
                <a:lnTo>
                  <a:pt x="81" y="341"/>
                </a:lnTo>
                <a:lnTo>
                  <a:pt x="81" y="340"/>
                </a:lnTo>
                <a:lnTo>
                  <a:pt x="81" y="339"/>
                </a:lnTo>
                <a:lnTo>
                  <a:pt x="81" y="337"/>
                </a:lnTo>
                <a:lnTo>
                  <a:pt x="79" y="337"/>
                </a:lnTo>
                <a:lnTo>
                  <a:pt x="78" y="337"/>
                </a:lnTo>
                <a:lnTo>
                  <a:pt x="79" y="338"/>
                </a:lnTo>
                <a:lnTo>
                  <a:pt x="78" y="338"/>
                </a:lnTo>
                <a:lnTo>
                  <a:pt x="77" y="337"/>
                </a:lnTo>
                <a:lnTo>
                  <a:pt x="76" y="337"/>
                </a:lnTo>
                <a:lnTo>
                  <a:pt x="75" y="336"/>
                </a:lnTo>
                <a:lnTo>
                  <a:pt x="75" y="335"/>
                </a:lnTo>
                <a:lnTo>
                  <a:pt x="74" y="334"/>
                </a:lnTo>
                <a:lnTo>
                  <a:pt x="73" y="334"/>
                </a:lnTo>
                <a:lnTo>
                  <a:pt x="73" y="335"/>
                </a:lnTo>
                <a:lnTo>
                  <a:pt x="72" y="335"/>
                </a:lnTo>
                <a:lnTo>
                  <a:pt x="71" y="335"/>
                </a:lnTo>
                <a:lnTo>
                  <a:pt x="71" y="336"/>
                </a:lnTo>
                <a:lnTo>
                  <a:pt x="70" y="336"/>
                </a:lnTo>
                <a:lnTo>
                  <a:pt x="70" y="335"/>
                </a:lnTo>
                <a:lnTo>
                  <a:pt x="70" y="334"/>
                </a:lnTo>
                <a:lnTo>
                  <a:pt x="71" y="333"/>
                </a:lnTo>
                <a:lnTo>
                  <a:pt x="72" y="332"/>
                </a:lnTo>
                <a:lnTo>
                  <a:pt x="72" y="331"/>
                </a:lnTo>
                <a:lnTo>
                  <a:pt x="72" y="329"/>
                </a:lnTo>
                <a:lnTo>
                  <a:pt x="71" y="329"/>
                </a:lnTo>
                <a:lnTo>
                  <a:pt x="71" y="328"/>
                </a:lnTo>
                <a:lnTo>
                  <a:pt x="69" y="328"/>
                </a:lnTo>
                <a:lnTo>
                  <a:pt x="69" y="327"/>
                </a:lnTo>
                <a:lnTo>
                  <a:pt x="69" y="326"/>
                </a:lnTo>
                <a:lnTo>
                  <a:pt x="69" y="325"/>
                </a:lnTo>
                <a:lnTo>
                  <a:pt x="69" y="324"/>
                </a:lnTo>
                <a:lnTo>
                  <a:pt x="68" y="324"/>
                </a:lnTo>
                <a:lnTo>
                  <a:pt x="67" y="324"/>
                </a:lnTo>
                <a:lnTo>
                  <a:pt x="67" y="323"/>
                </a:lnTo>
                <a:lnTo>
                  <a:pt x="67" y="322"/>
                </a:lnTo>
                <a:lnTo>
                  <a:pt x="68" y="322"/>
                </a:lnTo>
                <a:lnTo>
                  <a:pt x="68" y="321"/>
                </a:lnTo>
                <a:lnTo>
                  <a:pt x="67" y="321"/>
                </a:lnTo>
                <a:lnTo>
                  <a:pt x="67" y="320"/>
                </a:lnTo>
                <a:lnTo>
                  <a:pt x="66" y="320"/>
                </a:lnTo>
                <a:lnTo>
                  <a:pt x="66" y="319"/>
                </a:lnTo>
                <a:lnTo>
                  <a:pt x="67" y="319"/>
                </a:lnTo>
                <a:lnTo>
                  <a:pt x="67" y="318"/>
                </a:lnTo>
                <a:lnTo>
                  <a:pt x="67" y="317"/>
                </a:lnTo>
                <a:lnTo>
                  <a:pt x="67" y="316"/>
                </a:lnTo>
                <a:lnTo>
                  <a:pt x="67" y="315"/>
                </a:lnTo>
                <a:lnTo>
                  <a:pt x="67" y="314"/>
                </a:lnTo>
                <a:lnTo>
                  <a:pt x="68" y="313"/>
                </a:lnTo>
                <a:lnTo>
                  <a:pt x="68" y="312"/>
                </a:lnTo>
                <a:lnTo>
                  <a:pt x="68" y="311"/>
                </a:lnTo>
                <a:lnTo>
                  <a:pt x="67" y="310"/>
                </a:lnTo>
                <a:lnTo>
                  <a:pt x="66" y="310"/>
                </a:lnTo>
                <a:lnTo>
                  <a:pt x="64" y="308"/>
                </a:lnTo>
                <a:lnTo>
                  <a:pt x="65" y="307"/>
                </a:lnTo>
                <a:lnTo>
                  <a:pt x="63" y="307"/>
                </a:lnTo>
                <a:lnTo>
                  <a:pt x="63" y="306"/>
                </a:lnTo>
                <a:lnTo>
                  <a:pt x="63" y="305"/>
                </a:lnTo>
                <a:lnTo>
                  <a:pt x="64" y="305"/>
                </a:lnTo>
                <a:lnTo>
                  <a:pt x="65" y="305"/>
                </a:lnTo>
                <a:lnTo>
                  <a:pt x="65" y="304"/>
                </a:lnTo>
                <a:lnTo>
                  <a:pt x="64" y="304"/>
                </a:lnTo>
                <a:lnTo>
                  <a:pt x="64" y="303"/>
                </a:lnTo>
                <a:lnTo>
                  <a:pt x="63" y="303"/>
                </a:lnTo>
                <a:lnTo>
                  <a:pt x="63" y="302"/>
                </a:lnTo>
                <a:lnTo>
                  <a:pt x="62" y="302"/>
                </a:lnTo>
                <a:lnTo>
                  <a:pt x="61" y="302"/>
                </a:lnTo>
                <a:lnTo>
                  <a:pt x="60" y="302"/>
                </a:lnTo>
                <a:lnTo>
                  <a:pt x="59" y="302"/>
                </a:lnTo>
                <a:lnTo>
                  <a:pt x="58" y="303"/>
                </a:lnTo>
                <a:lnTo>
                  <a:pt x="58" y="304"/>
                </a:lnTo>
                <a:lnTo>
                  <a:pt x="57" y="304"/>
                </a:lnTo>
                <a:lnTo>
                  <a:pt x="56" y="304"/>
                </a:lnTo>
                <a:lnTo>
                  <a:pt x="55" y="303"/>
                </a:lnTo>
                <a:lnTo>
                  <a:pt x="55" y="304"/>
                </a:lnTo>
                <a:lnTo>
                  <a:pt x="54" y="304"/>
                </a:lnTo>
                <a:lnTo>
                  <a:pt x="53" y="303"/>
                </a:lnTo>
                <a:lnTo>
                  <a:pt x="52" y="303"/>
                </a:lnTo>
                <a:lnTo>
                  <a:pt x="50" y="304"/>
                </a:lnTo>
                <a:lnTo>
                  <a:pt x="50" y="305"/>
                </a:lnTo>
                <a:lnTo>
                  <a:pt x="49" y="305"/>
                </a:lnTo>
                <a:lnTo>
                  <a:pt x="48" y="304"/>
                </a:lnTo>
                <a:lnTo>
                  <a:pt x="49" y="304"/>
                </a:lnTo>
                <a:lnTo>
                  <a:pt x="49" y="303"/>
                </a:lnTo>
                <a:lnTo>
                  <a:pt x="48" y="302"/>
                </a:lnTo>
                <a:lnTo>
                  <a:pt x="47" y="302"/>
                </a:lnTo>
                <a:lnTo>
                  <a:pt x="46" y="303"/>
                </a:lnTo>
                <a:lnTo>
                  <a:pt x="45" y="304"/>
                </a:lnTo>
                <a:lnTo>
                  <a:pt x="44" y="304"/>
                </a:lnTo>
                <a:lnTo>
                  <a:pt x="43" y="304"/>
                </a:lnTo>
                <a:lnTo>
                  <a:pt x="42" y="304"/>
                </a:lnTo>
                <a:lnTo>
                  <a:pt x="41" y="304"/>
                </a:lnTo>
                <a:lnTo>
                  <a:pt x="40" y="304"/>
                </a:lnTo>
                <a:lnTo>
                  <a:pt x="41" y="304"/>
                </a:lnTo>
                <a:lnTo>
                  <a:pt x="40" y="304"/>
                </a:lnTo>
                <a:lnTo>
                  <a:pt x="40" y="303"/>
                </a:lnTo>
                <a:lnTo>
                  <a:pt x="39" y="303"/>
                </a:lnTo>
                <a:lnTo>
                  <a:pt x="38" y="303"/>
                </a:lnTo>
                <a:lnTo>
                  <a:pt x="37" y="303"/>
                </a:lnTo>
                <a:lnTo>
                  <a:pt x="37" y="302"/>
                </a:lnTo>
                <a:lnTo>
                  <a:pt x="36" y="302"/>
                </a:lnTo>
                <a:lnTo>
                  <a:pt x="35" y="301"/>
                </a:lnTo>
                <a:lnTo>
                  <a:pt x="35" y="300"/>
                </a:lnTo>
                <a:lnTo>
                  <a:pt x="34" y="300"/>
                </a:lnTo>
                <a:lnTo>
                  <a:pt x="33" y="300"/>
                </a:lnTo>
                <a:lnTo>
                  <a:pt x="34" y="300"/>
                </a:lnTo>
                <a:lnTo>
                  <a:pt x="34" y="299"/>
                </a:lnTo>
                <a:lnTo>
                  <a:pt x="34" y="298"/>
                </a:lnTo>
                <a:lnTo>
                  <a:pt x="35" y="298"/>
                </a:lnTo>
                <a:lnTo>
                  <a:pt x="35" y="297"/>
                </a:lnTo>
                <a:lnTo>
                  <a:pt x="34" y="297"/>
                </a:lnTo>
                <a:lnTo>
                  <a:pt x="34" y="296"/>
                </a:lnTo>
                <a:lnTo>
                  <a:pt x="33" y="296"/>
                </a:lnTo>
                <a:lnTo>
                  <a:pt x="31" y="296"/>
                </a:lnTo>
                <a:lnTo>
                  <a:pt x="31" y="297"/>
                </a:lnTo>
                <a:lnTo>
                  <a:pt x="30" y="297"/>
                </a:lnTo>
                <a:lnTo>
                  <a:pt x="30" y="296"/>
                </a:lnTo>
                <a:lnTo>
                  <a:pt x="29" y="297"/>
                </a:lnTo>
                <a:lnTo>
                  <a:pt x="28" y="297"/>
                </a:lnTo>
                <a:lnTo>
                  <a:pt x="28" y="296"/>
                </a:lnTo>
                <a:lnTo>
                  <a:pt x="28" y="295"/>
                </a:lnTo>
                <a:lnTo>
                  <a:pt x="27" y="295"/>
                </a:lnTo>
                <a:lnTo>
                  <a:pt x="27" y="294"/>
                </a:lnTo>
                <a:lnTo>
                  <a:pt x="28" y="293"/>
                </a:lnTo>
                <a:lnTo>
                  <a:pt x="28" y="292"/>
                </a:lnTo>
                <a:lnTo>
                  <a:pt x="29" y="292"/>
                </a:lnTo>
                <a:lnTo>
                  <a:pt x="30" y="291"/>
                </a:lnTo>
                <a:lnTo>
                  <a:pt x="30" y="290"/>
                </a:lnTo>
                <a:lnTo>
                  <a:pt x="30" y="289"/>
                </a:lnTo>
                <a:lnTo>
                  <a:pt x="30" y="288"/>
                </a:lnTo>
                <a:lnTo>
                  <a:pt x="29" y="287"/>
                </a:lnTo>
                <a:lnTo>
                  <a:pt x="28" y="287"/>
                </a:lnTo>
                <a:lnTo>
                  <a:pt x="28" y="288"/>
                </a:lnTo>
                <a:lnTo>
                  <a:pt x="27" y="288"/>
                </a:lnTo>
                <a:lnTo>
                  <a:pt x="26" y="289"/>
                </a:lnTo>
                <a:lnTo>
                  <a:pt x="25" y="290"/>
                </a:lnTo>
                <a:lnTo>
                  <a:pt x="24" y="290"/>
                </a:lnTo>
                <a:lnTo>
                  <a:pt x="23" y="291"/>
                </a:lnTo>
                <a:lnTo>
                  <a:pt x="22" y="290"/>
                </a:lnTo>
                <a:lnTo>
                  <a:pt x="21" y="289"/>
                </a:lnTo>
                <a:lnTo>
                  <a:pt x="20" y="290"/>
                </a:lnTo>
                <a:lnTo>
                  <a:pt x="20" y="291"/>
                </a:lnTo>
                <a:lnTo>
                  <a:pt x="19" y="290"/>
                </a:lnTo>
                <a:lnTo>
                  <a:pt x="18" y="290"/>
                </a:lnTo>
                <a:lnTo>
                  <a:pt x="18" y="289"/>
                </a:lnTo>
                <a:lnTo>
                  <a:pt x="16" y="288"/>
                </a:lnTo>
                <a:lnTo>
                  <a:pt x="15" y="288"/>
                </a:lnTo>
                <a:lnTo>
                  <a:pt x="14" y="287"/>
                </a:lnTo>
                <a:lnTo>
                  <a:pt x="13" y="287"/>
                </a:lnTo>
                <a:lnTo>
                  <a:pt x="12" y="287"/>
                </a:lnTo>
                <a:lnTo>
                  <a:pt x="12" y="286"/>
                </a:lnTo>
                <a:lnTo>
                  <a:pt x="10" y="285"/>
                </a:lnTo>
                <a:lnTo>
                  <a:pt x="10" y="284"/>
                </a:lnTo>
                <a:lnTo>
                  <a:pt x="10" y="282"/>
                </a:lnTo>
                <a:lnTo>
                  <a:pt x="9" y="282"/>
                </a:lnTo>
                <a:lnTo>
                  <a:pt x="8" y="282"/>
                </a:lnTo>
                <a:lnTo>
                  <a:pt x="6" y="281"/>
                </a:lnTo>
                <a:lnTo>
                  <a:pt x="5" y="281"/>
                </a:lnTo>
                <a:lnTo>
                  <a:pt x="4" y="281"/>
                </a:lnTo>
                <a:lnTo>
                  <a:pt x="5" y="281"/>
                </a:lnTo>
                <a:lnTo>
                  <a:pt x="5" y="280"/>
                </a:lnTo>
                <a:lnTo>
                  <a:pt x="5" y="279"/>
                </a:lnTo>
                <a:lnTo>
                  <a:pt x="4" y="279"/>
                </a:lnTo>
                <a:lnTo>
                  <a:pt x="3" y="279"/>
                </a:lnTo>
                <a:lnTo>
                  <a:pt x="3" y="278"/>
                </a:lnTo>
                <a:lnTo>
                  <a:pt x="2" y="278"/>
                </a:lnTo>
                <a:lnTo>
                  <a:pt x="2" y="277"/>
                </a:lnTo>
                <a:lnTo>
                  <a:pt x="1" y="277"/>
                </a:lnTo>
                <a:lnTo>
                  <a:pt x="1" y="276"/>
                </a:lnTo>
                <a:lnTo>
                  <a:pt x="1" y="277"/>
                </a:lnTo>
                <a:lnTo>
                  <a:pt x="0" y="277"/>
                </a:lnTo>
                <a:lnTo>
                  <a:pt x="0" y="275"/>
                </a:lnTo>
                <a:lnTo>
                  <a:pt x="0" y="274"/>
                </a:lnTo>
                <a:lnTo>
                  <a:pt x="1" y="273"/>
                </a:lnTo>
                <a:lnTo>
                  <a:pt x="1" y="272"/>
                </a:lnTo>
                <a:lnTo>
                  <a:pt x="2" y="272"/>
                </a:lnTo>
                <a:lnTo>
                  <a:pt x="2" y="271"/>
                </a:lnTo>
                <a:lnTo>
                  <a:pt x="3" y="270"/>
                </a:lnTo>
                <a:lnTo>
                  <a:pt x="3" y="269"/>
                </a:lnTo>
                <a:lnTo>
                  <a:pt x="4" y="267"/>
                </a:lnTo>
                <a:lnTo>
                  <a:pt x="4" y="265"/>
                </a:lnTo>
                <a:lnTo>
                  <a:pt x="4" y="264"/>
                </a:lnTo>
                <a:lnTo>
                  <a:pt x="4" y="263"/>
                </a:lnTo>
                <a:lnTo>
                  <a:pt x="5" y="262"/>
                </a:lnTo>
                <a:lnTo>
                  <a:pt x="5" y="261"/>
                </a:lnTo>
                <a:lnTo>
                  <a:pt x="5" y="260"/>
                </a:lnTo>
                <a:lnTo>
                  <a:pt x="6" y="259"/>
                </a:lnTo>
                <a:lnTo>
                  <a:pt x="7" y="260"/>
                </a:lnTo>
                <a:lnTo>
                  <a:pt x="9" y="261"/>
                </a:lnTo>
                <a:lnTo>
                  <a:pt x="11" y="260"/>
                </a:lnTo>
                <a:lnTo>
                  <a:pt x="12" y="260"/>
                </a:lnTo>
                <a:lnTo>
                  <a:pt x="13" y="260"/>
                </a:lnTo>
                <a:lnTo>
                  <a:pt x="14" y="259"/>
                </a:lnTo>
                <a:lnTo>
                  <a:pt x="15" y="258"/>
                </a:lnTo>
                <a:lnTo>
                  <a:pt x="15" y="257"/>
                </a:lnTo>
                <a:lnTo>
                  <a:pt x="16" y="257"/>
                </a:lnTo>
                <a:lnTo>
                  <a:pt x="15" y="257"/>
                </a:lnTo>
                <a:lnTo>
                  <a:pt x="16" y="256"/>
                </a:lnTo>
                <a:lnTo>
                  <a:pt x="16" y="255"/>
                </a:lnTo>
                <a:lnTo>
                  <a:pt x="14" y="255"/>
                </a:lnTo>
                <a:lnTo>
                  <a:pt x="13" y="255"/>
                </a:lnTo>
                <a:lnTo>
                  <a:pt x="12" y="255"/>
                </a:lnTo>
                <a:lnTo>
                  <a:pt x="11" y="255"/>
                </a:lnTo>
                <a:lnTo>
                  <a:pt x="11" y="254"/>
                </a:lnTo>
                <a:lnTo>
                  <a:pt x="10" y="254"/>
                </a:lnTo>
                <a:lnTo>
                  <a:pt x="9" y="254"/>
                </a:lnTo>
                <a:lnTo>
                  <a:pt x="8" y="253"/>
                </a:lnTo>
                <a:lnTo>
                  <a:pt x="8" y="252"/>
                </a:lnTo>
                <a:lnTo>
                  <a:pt x="8" y="251"/>
                </a:lnTo>
                <a:lnTo>
                  <a:pt x="9" y="250"/>
                </a:lnTo>
                <a:lnTo>
                  <a:pt x="9" y="249"/>
                </a:lnTo>
                <a:lnTo>
                  <a:pt x="10" y="249"/>
                </a:lnTo>
                <a:lnTo>
                  <a:pt x="10" y="248"/>
                </a:lnTo>
                <a:lnTo>
                  <a:pt x="12" y="248"/>
                </a:lnTo>
                <a:lnTo>
                  <a:pt x="13" y="248"/>
                </a:lnTo>
                <a:lnTo>
                  <a:pt x="13" y="249"/>
                </a:lnTo>
                <a:lnTo>
                  <a:pt x="14" y="249"/>
                </a:lnTo>
                <a:lnTo>
                  <a:pt x="15" y="249"/>
                </a:lnTo>
                <a:lnTo>
                  <a:pt x="16" y="250"/>
                </a:lnTo>
                <a:lnTo>
                  <a:pt x="17" y="250"/>
                </a:lnTo>
                <a:lnTo>
                  <a:pt x="17" y="249"/>
                </a:lnTo>
                <a:lnTo>
                  <a:pt x="18" y="249"/>
                </a:lnTo>
                <a:lnTo>
                  <a:pt x="18" y="248"/>
                </a:lnTo>
                <a:lnTo>
                  <a:pt x="19" y="248"/>
                </a:lnTo>
                <a:lnTo>
                  <a:pt x="19" y="249"/>
                </a:lnTo>
                <a:lnTo>
                  <a:pt x="20" y="249"/>
                </a:lnTo>
                <a:lnTo>
                  <a:pt x="20" y="248"/>
                </a:lnTo>
                <a:lnTo>
                  <a:pt x="21" y="248"/>
                </a:lnTo>
                <a:lnTo>
                  <a:pt x="21" y="247"/>
                </a:lnTo>
                <a:lnTo>
                  <a:pt x="21" y="245"/>
                </a:lnTo>
                <a:lnTo>
                  <a:pt x="21" y="244"/>
                </a:lnTo>
                <a:lnTo>
                  <a:pt x="21" y="243"/>
                </a:lnTo>
                <a:lnTo>
                  <a:pt x="21" y="242"/>
                </a:lnTo>
                <a:lnTo>
                  <a:pt x="22" y="242"/>
                </a:lnTo>
                <a:lnTo>
                  <a:pt x="22" y="243"/>
                </a:lnTo>
                <a:lnTo>
                  <a:pt x="23" y="243"/>
                </a:lnTo>
                <a:lnTo>
                  <a:pt x="24" y="242"/>
                </a:lnTo>
                <a:lnTo>
                  <a:pt x="25" y="242"/>
                </a:lnTo>
                <a:lnTo>
                  <a:pt x="26" y="242"/>
                </a:lnTo>
                <a:lnTo>
                  <a:pt x="27" y="241"/>
                </a:lnTo>
                <a:lnTo>
                  <a:pt x="26" y="241"/>
                </a:lnTo>
                <a:lnTo>
                  <a:pt x="27" y="240"/>
                </a:lnTo>
                <a:lnTo>
                  <a:pt x="28" y="239"/>
                </a:lnTo>
                <a:lnTo>
                  <a:pt x="29" y="239"/>
                </a:lnTo>
                <a:lnTo>
                  <a:pt x="30" y="237"/>
                </a:lnTo>
                <a:lnTo>
                  <a:pt x="31" y="237"/>
                </a:lnTo>
                <a:lnTo>
                  <a:pt x="32" y="237"/>
                </a:lnTo>
                <a:lnTo>
                  <a:pt x="31" y="236"/>
                </a:lnTo>
                <a:lnTo>
                  <a:pt x="31" y="235"/>
                </a:lnTo>
                <a:lnTo>
                  <a:pt x="30" y="235"/>
                </a:lnTo>
                <a:lnTo>
                  <a:pt x="29" y="235"/>
                </a:lnTo>
                <a:lnTo>
                  <a:pt x="29" y="234"/>
                </a:lnTo>
                <a:lnTo>
                  <a:pt x="30" y="233"/>
                </a:lnTo>
                <a:lnTo>
                  <a:pt x="30" y="234"/>
                </a:lnTo>
                <a:lnTo>
                  <a:pt x="31" y="234"/>
                </a:lnTo>
                <a:lnTo>
                  <a:pt x="32" y="234"/>
                </a:lnTo>
                <a:lnTo>
                  <a:pt x="32" y="233"/>
                </a:lnTo>
                <a:lnTo>
                  <a:pt x="33" y="233"/>
                </a:lnTo>
                <a:lnTo>
                  <a:pt x="33" y="231"/>
                </a:lnTo>
                <a:lnTo>
                  <a:pt x="33" y="230"/>
                </a:lnTo>
                <a:lnTo>
                  <a:pt x="34" y="230"/>
                </a:lnTo>
                <a:lnTo>
                  <a:pt x="35" y="230"/>
                </a:lnTo>
                <a:lnTo>
                  <a:pt x="36" y="229"/>
                </a:lnTo>
                <a:lnTo>
                  <a:pt x="36" y="228"/>
                </a:lnTo>
                <a:lnTo>
                  <a:pt x="36" y="227"/>
                </a:lnTo>
                <a:lnTo>
                  <a:pt x="35" y="224"/>
                </a:lnTo>
                <a:lnTo>
                  <a:pt x="36" y="223"/>
                </a:lnTo>
                <a:lnTo>
                  <a:pt x="37" y="223"/>
                </a:lnTo>
                <a:lnTo>
                  <a:pt x="39" y="223"/>
                </a:lnTo>
                <a:lnTo>
                  <a:pt x="40" y="223"/>
                </a:lnTo>
                <a:lnTo>
                  <a:pt x="41" y="223"/>
                </a:lnTo>
                <a:lnTo>
                  <a:pt x="41" y="222"/>
                </a:lnTo>
                <a:lnTo>
                  <a:pt x="42" y="222"/>
                </a:lnTo>
                <a:lnTo>
                  <a:pt x="42" y="221"/>
                </a:lnTo>
                <a:lnTo>
                  <a:pt x="42" y="222"/>
                </a:lnTo>
                <a:lnTo>
                  <a:pt x="43" y="222"/>
                </a:lnTo>
                <a:lnTo>
                  <a:pt x="43" y="223"/>
                </a:lnTo>
                <a:lnTo>
                  <a:pt x="44" y="222"/>
                </a:lnTo>
                <a:lnTo>
                  <a:pt x="44" y="221"/>
                </a:lnTo>
                <a:lnTo>
                  <a:pt x="43" y="220"/>
                </a:lnTo>
                <a:lnTo>
                  <a:pt x="42" y="219"/>
                </a:lnTo>
                <a:lnTo>
                  <a:pt x="43" y="219"/>
                </a:lnTo>
                <a:lnTo>
                  <a:pt x="43" y="218"/>
                </a:lnTo>
                <a:lnTo>
                  <a:pt x="44" y="218"/>
                </a:lnTo>
                <a:lnTo>
                  <a:pt x="43" y="217"/>
                </a:lnTo>
                <a:lnTo>
                  <a:pt x="43" y="216"/>
                </a:lnTo>
                <a:lnTo>
                  <a:pt x="42" y="216"/>
                </a:lnTo>
                <a:lnTo>
                  <a:pt x="42" y="215"/>
                </a:lnTo>
                <a:lnTo>
                  <a:pt x="43" y="214"/>
                </a:lnTo>
                <a:lnTo>
                  <a:pt x="44" y="214"/>
                </a:lnTo>
                <a:lnTo>
                  <a:pt x="45" y="214"/>
                </a:lnTo>
                <a:lnTo>
                  <a:pt x="46" y="214"/>
                </a:lnTo>
                <a:lnTo>
                  <a:pt x="46" y="213"/>
                </a:lnTo>
                <a:lnTo>
                  <a:pt x="47" y="213"/>
                </a:lnTo>
                <a:lnTo>
                  <a:pt x="48" y="213"/>
                </a:lnTo>
                <a:lnTo>
                  <a:pt x="47" y="212"/>
                </a:lnTo>
                <a:lnTo>
                  <a:pt x="47" y="211"/>
                </a:lnTo>
                <a:lnTo>
                  <a:pt x="47" y="210"/>
                </a:lnTo>
                <a:lnTo>
                  <a:pt x="48" y="209"/>
                </a:lnTo>
                <a:lnTo>
                  <a:pt x="48" y="208"/>
                </a:lnTo>
                <a:lnTo>
                  <a:pt x="49" y="208"/>
                </a:lnTo>
                <a:lnTo>
                  <a:pt x="50" y="207"/>
                </a:lnTo>
                <a:lnTo>
                  <a:pt x="49" y="206"/>
                </a:lnTo>
                <a:lnTo>
                  <a:pt x="49" y="205"/>
                </a:lnTo>
                <a:lnTo>
                  <a:pt x="50" y="205"/>
                </a:lnTo>
                <a:lnTo>
                  <a:pt x="50" y="204"/>
                </a:lnTo>
                <a:lnTo>
                  <a:pt x="49" y="203"/>
                </a:lnTo>
                <a:lnTo>
                  <a:pt x="48" y="203"/>
                </a:lnTo>
                <a:lnTo>
                  <a:pt x="48" y="202"/>
                </a:lnTo>
                <a:lnTo>
                  <a:pt x="47" y="201"/>
                </a:lnTo>
                <a:lnTo>
                  <a:pt x="47" y="200"/>
                </a:lnTo>
                <a:lnTo>
                  <a:pt x="46" y="200"/>
                </a:lnTo>
                <a:lnTo>
                  <a:pt x="46" y="198"/>
                </a:lnTo>
                <a:lnTo>
                  <a:pt x="49" y="198"/>
                </a:lnTo>
                <a:lnTo>
                  <a:pt x="49" y="199"/>
                </a:lnTo>
                <a:lnTo>
                  <a:pt x="51" y="199"/>
                </a:lnTo>
                <a:lnTo>
                  <a:pt x="51" y="198"/>
                </a:lnTo>
                <a:lnTo>
                  <a:pt x="51" y="197"/>
                </a:lnTo>
                <a:lnTo>
                  <a:pt x="51" y="196"/>
                </a:lnTo>
                <a:lnTo>
                  <a:pt x="49" y="195"/>
                </a:lnTo>
                <a:lnTo>
                  <a:pt x="48" y="195"/>
                </a:lnTo>
                <a:lnTo>
                  <a:pt x="47" y="194"/>
                </a:lnTo>
                <a:lnTo>
                  <a:pt x="46" y="194"/>
                </a:lnTo>
                <a:lnTo>
                  <a:pt x="45" y="194"/>
                </a:lnTo>
                <a:lnTo>
                  <a:pt x="45" y="193"/>
                </a:lnTo>
                <a:lnTo>
                  <a:pt x="44" y="193"/>
                </a:lnTo>
                <a:lnTo>
                  <a:pt x="44" y="192"/>
                </a:lnTo>
                <a:lnTo>
                  <a:pt x="43" y="191"/>
                </a:lnTo>
                <a:lnTo>
                  <a:pt x="42" y="191"/>
                </a:lnTo>
                <a:lnTo>
                  <a:pt x="42" y="190"/>
                </a:lnTo>
                <a:lnTo>
                  <a:pt x="41" y="189"/>
                </a:lnTo>
                <a:lnTo>
                  <a:pt x="42" y="189"/>
                </a:lnTo>
                <a:lnTo>
                  <a:pt x="42" y="186"/>
                </a:lnTo>
                <a:lnTo>
                  <a:pt x="41" y="185"/>
                </a:lnTo>
                <a:lnTo>
                  <a:pt x="41" y="184"/>
                </a:lnTo>
                <a:lnTo>
                  <a:pt x="41" y="183"/>
                </a:lnTo>
                <a:lnTo>
                  <a:pt x="42" y="182"/>
                </a:lnTo>
                <a:lnTo>
                  <a:pt x="42" y="181"/>
                </a:lnTo>
                <a:lnTo>
                  <a:pt x="42" y="180"/>
                </a:lnTo>
                <a:lnTo>
                  <a:pt x="41" y="180"/>
                </a:lnTo>
                <a:lnTo>
                  <a:pt x="41" y="181"/>
                </a:lnTo>
                <a:lnTo>
                  <a:pt x="41" y="180"/>
                </a:lnTo>
                <a:lnTo>
                  <a:pt x="42" y="180"/>
                </a:lnTo>
                <a:lnTo>
                  <a:pt x="42" y="179"/>
                </a:lnTo>
                <a:lnTo>
                  <a:pt x="42" y="178"/>
                </a:lnTo>
                <a:lnTo>
                  <a:pt x="41" y="178"/>
                </a:lnTo>
                <a:lnTo>
                  <a:pt x="41" y="177"/>
                </a:lnTo>
                <a:lnTo>
                  <a:pt x="40" y="177"/>
                </a:lnTo>
                <a:lnTo>
                  <a:pt x="40" y="176"/>
                </a:lnTo>
                <a:lnTo>
                  <a:pt x="40" y="175"/>
                </a:lnTo>
                <a:lnTo>
                  <a:pt x="41" y="175"/>
                </a:lnTo>
                <a:lnTo>
                  <a:pt x="41" y="174"/>
                </a:lnTo>
                <a:lnTo>
                  <a:pt x="42" y="174"/>
                </a:lnTo>
                <a:lnTo>
                  <a:pt x="42" y="173"/>
                </a:lnTo>
                <a:lnTo>
                  <a:pt x="42" y="172"/>
                </a:lnTo>
                <a:lnTo>
                  <a:pt x="42" y="171"/>
                </a:lnTo>
                <a:lnTo>
                  <a:pt x="42" y="170"/>
                </a:lnTo>
                <a:lnTo>
                  <a:pt x="43" y="170"/>
                </a:lnTo>
                <a:lnTo>
                  <a:pt x="43" y="169"/>
                </a:lnTo>
                <a:lnTo>
                  <a:pt x="43" y="167"/>
                </a:lnTo>
                <a:lnTo>
                  <a:pt x="44" y="167"/>
                </a:lnTo>
                <a:lnTo>
                  <a:pt x="44" y="166"/>
                </a:lnTo>
                <a:lnTo>
                  <a:pt x="43" y="165"/>
                </a:lnTo>
                <a:lnTo>
                  <a:pt x="43" y="164"/>
                </a:lnTo>
                <a:lnTo>
                  <a:pt x="43" y="163"/>
                </a:lnTo>
                <a:lnTo>
                  <a:pt x="44" y="163"/>
                </a:lnTo>
                <a:lnTo>
                  <a:pt x="44" y="162"/>
                </a:lnTo>
                <a:lnTo>
                  <a:pt x="44" y="161"/>
                </a:lnTo>
                <a:lnTo>
                  <a:pt x="44" y="160"/>
                </a:lnTo>
                <a:lnTo>
                  <a:pt x="43" y="160"/>
                </a:lnTo>
                <a:lnTo>
                  <a:pt x="43" y="159"/>
                </a:lnTo>
                <a:lnTo>
                  <a:pt x="43" y="158"/>
                </a:lnTo>
                <a:lnTo>
                  <a:pt x="43" y="156"/>
                </a:lnTo>
                <a:lnTo>
                  <a:pt x="43" y="155"/>
                </a:lnTo>
                <a:lnTo>
                  <a:pt x="44" y="155"/>
                </a:lnTo>
                <a:lnTo>
                  <a:pt x="45" y="154"/>
                </a:lnTo>
                <a:lnTo>
                  <a:pt x="46" y="153"/>
                </a:lnTo>
                <a:lnTo>
                  <a:pt x="46" y="152"/>
                </a:lnTo>
                <a:lnTo>
                  <a:pt x="47" y="152"/>
                </a:lnTo>
                <a:lnTo>
                  <a:pt x="47" y="151"/>
                </a:lnTo>
                <a:lnTo>
                  <a:pt x="47" y="150"/>
                </a:lnTo>
                <a:lnTo>
                  <a:pt x="48" y="149"/>
                </a:lnTo>
                <a:lnTo>
                  <a:pt x="48" y="148"/>
                </a:lnTo>
                <a:lnTo>
                  <a:pt x="48" y="147"/>
                </a:lnTo>
                <a:lnTo>
                  <a:pt x="48" y="146"/>
                </a:lnTo>
                <a:lnTo>
                  <a:pt x="48" y="145"/>
                </a:lnTo>
                <a:lnTo>
                  <a:pt x="48" y="144"/>
                </a:lnTo>
                <a:lnTo>
                  <a:pt x="47" y="142"/>
                </a:lnTo>
                <a:lnTo>
                  <a:pt x="46" y="142"/>
                </a:lnTo>
                <a:lnTo>
                  <a:pt x="45" y="141"/>
                </a:lnTo>
                <a:lnTo>
                  <a:pt x="44" y="141"/>
                </a:lnTo>
                <a:lnTo>
                  <a:pt x="43" y="141"/>
                </a:lnTo>
                <a:lnTo>
                  <a:pt x="42" y="141"/>
                </a:lnTo>
                <a:lnTo>
                  <a:pt x="41" y="140"/>
                </a:lnTo>
                <a:lnTo>
                  <a:pt x="41" y="139"/>
                </a:lnTo>
                <a:lnTo>
                  <a:pt x="41" y="138"/>
                </a:lnTo>
                <a:lnTo>
                  <a:pt x="40" y="137"/>
                </a:lnTo>
                <a:lnTo>
                  <a:pt x="40" y="138"/>
                </a:lnTo>
                <a:lnTo>
                  <a:pt x="40" y="137"/>
                </a:lnTo>
                <a:lnTo>
                  <a:pt x="39" y="137"/>
                </a:lnTo>
                <a:lnTo>
                  <a:pt x="39" y="136"/>
                </a:lnTo>
                <a:lnTo>
                  <a:pt x="38" y="134"/>
                </a:lnTo>
                <a:lnTo>
                  <a:pt x="37" y="134"/>
                </a:lnTo>
                <a:lnTo>
                  <a:pt x="36" y="134"/>
                </a:lnTo>
                <a:lnTo>
                  <a:pt x="36" y="133"/>
                </a:lnTo>
                <a:lnTo>
                  <a:pt x="35" y="133"/>
                </a:lnTo>
                <a:lnTo>
                  <a:pt x="35" y="132"/>
                </a:lnTo>
                <a:lnTo>
                  <a:pt x="36" y="132"/>
                </a:lnTo>
                <a:lnTo>
                  <a:pt x="36" y="131"/>
                </a:lnTo>
                <a:lnTo>
                  <a:pt x="36" y="130"/>
                </a:lnTo>
                <a:lnTo>
                  <a:pt x="37" y="130"/>
                </a:lnTo>
                <a:lnTo>
                  <a:pt x="38" y="129"/>
                </a:lnTo>
                <a:lnTo>
                  <a:pt x="38" y="128"/>
                </a:lnTo>
                <a:lnTo>
                  <a:pt x="39" y="128"/>
                </a:lnTo>
                <a:lnTo>
                  <a:pt x="39" y="127"/>
                </a:lnTo>
                <a:lnTo>
                  <a:pt x="39" y="126"/>
                </a:lnTo>
                <a:lnTo>
                  <a:pt x="40" y="126"/>
                </a:lnTo>
                <a:lnTo>
                  <a:pt x="40" y="125"/>
                </a:lnTo>
                <a:lnTo>
                  <a:pt x="41" y="125"/>
                </a:lnTo>
                <a:lnTo>
                  <a:pt x="43" y="124"/>
                </a:lnTo>
                <a:lnTo>
                  <a:pt x="44" y="124"/>
                </a:lnTo>
                <a:lnTo>
                  <a:pt x="44" y="123"/>
                </a:lnTo>
                <a:lnTo>
                  <a:pt x="44" y="122"/>
                </a:lnTo>
                <a:lnTo>
                  <a:pt x="45" y="122"/>
                </a:lnTo>
                <a:lnTo>
                  <a:pt x="46" y="122"/>
                </a:lnTo>
                <a:lnTo>
                  <a:pt x="48" y="122"/>
                </a:lnTo>
                <a:lnTo>
                  <a:pt x="49" y="122"/>
                </a:lnTo>
                <a:lnTo>
                  <a:pt x="51" y="121"/>
                </a:lnTo>
                <a:lnTo>
                  <a:pt x="53" y="121"/>
                </a:lnTo>
                <a:lnTo>
                  <a:pt x="53" y="120"/>
                </a:lnTo>
                <a:lnTo>
                  <a:pt x="53" y="119"/>
                </a:lnTo>
                <a:lnTo>
                  <a:pt x="54" y="119"/>
                </a:lnTo>
                <a:lnTo>
                  <a:pt x="55" y="119"/>
                </a:lnTo>
                <a:lnTo>
                  <a:pt x="56" y="118"/>
                </a:lnTo>
                <a:lnTo>
                  <a:pt x="58" y="117"/>
                </a:lnTo>
                <a:lnTo>
                  <a:pt x="58" y="116"/>
                </a:lnTo>
                <a:lnTo>
                  <a:pt x="58" y="115"/>
                </a:lnTo>
                <a:lnTo>
                  <a:pt x="59" y="115"/>
                </a:lnTo>
                <a:lnTo>
                  <a:pt x="59" y="114"/>
                </a:lnTo>
                <a:lnTo>
                  <a:pt x="59" y="113"/>
                </a:lnTo>
                <a:lnTo>
                  <a:pt x="60" y="113"/>
                </a:lnTo>
                <a:lnTo>
                  <a:pt x="60" y="114"/>
                </a:lnTo>
                <a:lnTo>
                  <a:pt x="60" y="115"/>
                </a:lnTo>
                <a:lnTo>
                  <a:pt x="61" y="115"/>
                </a:lnTo>
                <a:lnTo>
                  <a:pt x="62" y="116"/>
                </a:lnTo>
                <a:lnTo>
                  <a:pt x="63" y="116"/>
                </a:lnTo>
                <a:lnTo>
                  <a:pt x="65" y="116"/>
                </a:lnTo>
                <a:lnTo>
                  <a:pt x="65" y="117"/>
                </a:lnTo>
                <a:lnTo>
                  <a:pt x="65" y="118"/>
                </a:lnTo>
                <a:lnTo>
                  <a:pt x="65" y="119"/>
                </a:lnTo>
                <a:lnTo>
                  <a:pt x="64" y="120"/>
                </a:lnTo>
                <a:lnTo>
                  <a:pt x="63" y="122"/>
                </a:lnTo>
                <a:lnTo>
                  <a:pt x="62" y="122"/>
                </a:lnTo>
                <a:lnTo>
                  <a:pt x="62" y="123"/>
                </a:lnTo>
                <a:lnTo>
                  <a:pt x="64" y="123"/>
                </a:lnTo>
                <a:lnTo>
                  <a:pt x="65" y="122"/>
                </a:lnTo>
                <a:lnTo>
                  <a:pt x="65" y="123"/>
                </a:lnTo>
                <a:lnTo>
                  <a:pt x="65" y="124"/>
                </a:lnTo>
                <a:lnTo>
                  <a:pt x="66" y="124"/>
                </a:lnTo>
                <a:lnTo>
                  <a:pt x="67" y="124"/>
                </a:lnTo>
                <a:lnTo>
                  <a:pt x="68" y="125"/>
                </a:lnTo>
                <a:lnTo>
                  <a:pt x="69" y="126"/>
                </a:lnTo>
                <a:lnTo>
                  <a:pt x="69" y="127"/>
                </a:lnTo>
                <a:lnTo>
                  <a:pt x="70" y="127"/>
                </a:lnTo>
                <a:lnTo>
                  <a:pt x="71" y="128"/>
                </a:lnTo>
                <a:lnTo>
                  <a:pt x="72" y="129"/>
                </a:lnTo>
                <a:lnTo>
                  <a:pt x="73" y="129"/>
                </a:lnTo>
                <a:lnTo>
                  <a:pt x="74" y="128"/>
                </a:lnTo>
                <a:lnTo>
                  <a:pt x="75" y="128"/>
                </a:lnTo>
                <a:lnTo>
                  <a:pt x="75" y="129"/>
                </a:lnTo>
                <a:lnTo>
                  <a:pt x="77" y="130"/>
                </a:lnTo>
                <a:lnTo>
                  <a:pt x="78" y="130"/>
                </a:lnTo>
                <a:lnTo>
                  <a:pt x="79" y="130"/>
                </a:lnTo>
                <a:lnTo>
                  <a:pt x="78" y="130"/>
                </a:lnTo>
                <a:lnTo>
                  <a:pt x="79" y="131"/>
                </a:lnTo>
                <a:lnTo>
                  <a:pt x="79" y="130"/>
                </a:lnTo>
                <a:lnTo>
                  <a:pt x="80" y="130"/>
                </a:lnTo>
                <a:lnTo>
                  <a:pt x="80" y="131"/>
                </a:lnTo>
                <a:lnTo>
                  <a:pt x="81" y="131"/>
                </a:lnTo>
                <a:lnTo>
                  <a:pt x="82" y="131"/>
                </a:lnTo>
                <a:lnTo>
                  <a:pt x="83" y="131"/>
                </a:lnTo>
                <a:lnTo>
                  <a:pt x="84" y="131"/>
                </a:lnTo>
                <a:lnTo>
                  <a:pt x="85" y="131"/>
                </a:lnTo>
                <a:lnTo>
                  <a:pt x="86" y="131"/>
                </a:lnTo>
                <a:lnTo>
                  <a:pt x="87" y="131"/>
                </a:lnTo>
                <a:lnTo>
                  <a:pt x="88" y="131"/>
                </a:lnTo>
                <a:lnTo>
                  <a:pt x="89" y="131"/>
                </a:lnTo>
                <a:lnTo>
                  <a:pt x="90" y="131"/>
                </a:lnTo>
                <a:lnTo>
                  <a:pt x="90" y="132"/>
                </a:lnTo>
                <a:lnTo>
                  <a:pt x="91" y="132"/>
                </a:lnTo>
                <a:lnTo>
                  <a:pt x="91" y="133"/>
                </a:lnTo>
                <a:lnTo>
                  <a:pt x="91" y="134"/>
                </a:lnTo>
                <a:lnTo>
                  <a:pt x="91" y="135"/>
                </a:lnTo>
                <a:lnTo>
                  <a:pt x="91" y="136"/>
                </a:lnTo>
                <a:lnTo>
                  <a:pt x="91" y="137"/>
                </a:lnTo>
                <a:lnTo>
                  <a:pt x="90" y="138"/>
                </a:lnTo>
                <a:lnTo>
                  <a:pt x="89" y="138"/>
                </a:lnTo>
                <a:lnTo>
                  <a:pt x="89" y="140"/>
                </a:lnTo>
                <a:lnTo>
                  <a:pt x="89" y="141"/>
                </a:lnTo>
                <a:lnTo>
                  <a:pt x="90" y="142"/>
                </a:lnTo>
                <a:lnTo>
                  <a:pt x="90" y="143"/>
                </a:lnTo>
                <a:lnTo>
                  <a:pt x="91" y="143"/>
                </a:lnTo>
                <a:lnTo>
                  <a:pt x="93" y="145"/>
                </a:lnTo>
                <a:lnTo>
                  <a:pt x="94" y="147"/>
                </a:lnTo>
                <a:lnTo>
                  <a:pt x="93" y="147"/>
                </a:lnTo>
                <a:lnTo>
                  <a:pt x="93" y="148"/>
                </a:lnTo>
                <a:lnTo>
                  <a:pt x="94" y="148"/>
                </a:lnTo>
                <a:lnTo>
                  <a:pt x="95" y="150"/>
                </a:lnTo>
                <a:lnTo>
                  <a:pt x="95" y="151"/>
                </a:lnTo>
                <a:lnTo>
                  <a:pt x="96" y="152"/>
                </a:lnTo>
                <a:lnTo>
                  <a:pt x="97" y="152"/>
                </a:lnTo>
                <a:lnTo>
                  <a:pt x="97" y="153"/>
                </a:lnTo>
                <a:lnTo>
                  <a:pt x="98" y="154"/>
                </a:lnTo>
                <a:lnTo>
                  <a:pt x="98" y="155"/>
                </a:lnTo>
                <a:lnTo>
                  <a:pt x="99" y="155"/>
                </a:lnTo>
                <a:lnTo>
                  <a:pt x="100" y="155"/>
                </a:lnTo>
                <a:lnTo>
                  <a:pt x="100" y="156"/>
                </a:lnTo>
                <a:lnTo>
                  <a:pt x="100" y="157"/>
                </a:lnTo>
                <a:lnTo>
                  <a:pt x="100" y="158"/>
                </a:lnTo>
                <a:lnTo>
                  <a:pt x="100" y="159"/>
                </a:lnTo>
                <a:lnTo>
                  <a:pt x="100" y="160"/>
                </a:lnTo>
                <a:lnTo>
                  <a:pt x="100" y="161"/>
                </a:lnTo>
                <a:lnTo>
                  <a:pt x="102" y="162"/>
                </a:lnTo>
                <a:lnTo>
                  <a:pt x="103" y="163"/>
                </a:lnTo>
                <a:lnTo>
                  <a:pt x="103" y="164"/>
                </a:lnTo>
                <a:lnTo>
                  <a:pt x="103" y="165"/>
                </a:lnTo>
                <a:lnTo>
                  <a:pt x="103" y="166"/>
                </a:lnTo>
                <a:lnTo>
                  <a:pt x="104" y="167"/>
                </a:lnTo>
                <a:lnTo>
                  <a:pt x="105" y="167"/>
                </a:lnTo>
                <a:lnTo>
                  <a:pt x="105" y="169"/>
                </a:lnTo>
                <a:lnTo>
                  <a:pt x="105" y="170"/>
                </a:lnTo>
                <a:lnTo>
                  <a:pt x="105" y="171"/>
                </a:lnTo>
                <a:lnTo>
                  <a:pt x="106" y="171"/>
                </a:lnTo>
                <a:lnTo>
                  <a:pt x="106" y="172"/>
                </a:lnTo>
                <a:lnTo>
                  <a:pt x="106" y="173"/>
                </a:lnTo>
                <a:lnTo>
                  <a:pt x="107" y="173"/>
                </a:lnTo>
                <a:lnTo>
                  <a:pt x="107" y="172"/>
                </a:lnTo>
                <a:lnTo>
                  <a:pt x="108" y="172"/>
                </a:lnTo>
                <a:lnTo>
                  <a:pt x="108" y="173"/>
                </a:lnTo>
                <a:lnTo>
                  <a:pt x="108" y="174"/>
                </a:lnTo>
                <a:lnTo>
                  <a:pt x="108" y="175"/>
                </a:lnTo>
                <a:lnTo>
                  <a:pt x="108" y="176"/>
                </a:lnTo>
                <a:lnTo>
                  <a:pt x="107" y="176"/>
                </a:lnTo>
                <a:lnTo>
                  <a:pt x="107" y="177"/>
                </a:lnTo>
                <a:lnTo>
                  <a:pt x="108" y="177"/>
                </a:lnTo>
                <a:lnTo>
                  <a:pt x="108" y="178"/>
                </a:lnTo>
                <a:lnTo>
                  <a:pt x="107" y="178"/>
                </a:lnTo>
                <a:lnTo>
                  <a:pt x="107" y="179"/>
                </a:lnTo>
                <a:lnTo>
                  <a:pt x="107" y="180"/>
                </a:lnTo>
                <a:lnTo>
                  <a:pt x="106" y="181"/>
                </a:lnTo>
                <a:lnTo>
                  <a:pt x="107" y="182"/>
                </a:lnTo>
                <a:lnTo>
                  <a:pt x="107" y="183"/>
                </a:lnTo>
                <a:lnTo>
                  <a:pt x="107" y="184"/>
                </a:lnTo>
                <a:lnTo>
                  <a:pt x="108" y="184"/>
                </a:lnTo>
                <a:lnTo>
                  <a:pt x="110" y="185"/>
                </a:lnTo>
                <a:lnTo>
                  <a:pt x="111" y="185"/>
                </a:lnTo>
                <a:lnTo>
                  <a:pt x="112" y="185"/>
                </a:lnTo>
                <a:lnTo>
                  <a:pt x="113" y="185"/>
                </a:lnTo>
                <a:lnTo>
                  <a:pt x="113" y="184"/>
                </a:lnTo>
                <a:lnTo>
                  <a:pt x="114" y="184"/>
                </a:lnTo>
                <a:lnTo>
                  <a:pt x="114" y="183"/>
                </a:lnTo>
                <a:lnTo>
                  <a:pt x="115" y="183"/>
                </a:lnTo>
                <a:lnTo>
                  <a:pt x="116" y="182"/>
                </a:lnTo>
                <a:lnTo>
                  <a:pt x="116" y="181"/>
                </a:lnTo>
                <a:lnTo>
                  <a:pt x="116" y="180"/>
                </a:lnTo>
                <a:lnTo>
                  <a:pt x="115" y="180"/>
                </a:lnTo>
                <a:lnTo>
                  <a:pt x="115" y="179"/>
                </a:lnTo>
                <a:lnTo>
                  <a:pt x="116" y="178"/>
                </a:lnTo>
                <a:lnTo>
                  <a:pt x="115" y="178"/>
                </a:lnTo>
                <a:lnTo>
                  <a:pt x="115" y="177"/>
                </a:lnTo>
                <a:lnTo>
                  <a:pt x="116" y="177"/>
                </a:lnTo>
                <a:lnTo>
                  <a:pt x="117" y="177"/>
                </a:lnTo>
                <a:lnTo>
                  <a:pt x="117" y="176"/>
                </a:lnTo>
                <a:lnTo>
                  <a:pt x="117" y="175"/>
                </a:lnTo>
                <a:lnTo>
                  <a:pt x="118" y="175"/>
                </a:lnTo>
                <a:lnTo>
                  <a:pt x="118" y="174"/>
                </a:lnTo>
                <a:lnTo>
                  <a:pt x="119" y="174"/>
                </a:lnTo>
                <a:lnTo>
                  <a:pt x="119" y="173"/>
                </a:lnTo>
                <a:lnTo>
                  <a:pt x="120" y="172"/>
                </a:lnTo>
                <a:lnTo>
                  <a:pt x="121" y="172"/>
                </a:lnTo>
                <a:lnTo>
                  <a:pt x="121" y="171"/>
                </a:lnTo>
                <a:lnTo>
                  <a:pt x="121" y="170"/>
                </a:lnTo>
                <a:lnTo>
                  <a:pt x="121" y="169"/>
                </a:lnTo>
                <a:lnTo>
                  <a:pt x="122" y="169"/>
                </a:lnTo>
                <a:lnTo>
                  <a:pt x="123" y="169"/>
                </a:lnTo>
                <a:lnTo>
                  <a:pt x="124" y="169"/>
                </a:lnTo>
                <a:lnTo>
                  <a:pt x="124" y="167"/>
                </a:lnTo>
                <a:lnTo>
                  <a:pt x="125" y="167"/>
                </a:lnTo>
                <a:lnTo>
                  <a:pt x="126" y="166"/>
                </a:lnTo>
                <a:lnTo>
                  <a:pt x="126" y="165"/>
                </a:lnTo>
                <a:lnTo>
                  <a:pt x="127" y="165"/>
                </a:lnTo>
                <a:lnTo>
                  <a:pt x="129" y="165"/>
                </a:lnTo>
                <a:lnTo>
                  <a:pt x="130" y="165"/>
                </a:lnTo>
                <a:lnTo>
                  <a:pt x="130" y="164"/>
                </a:lnTo>
                <a:lnTo>
                  <a:pt x="130" y="163"/>
                </a:lnTo>
                <a:lnTo>
                  <a:pt x="129" y="163"/>
                </a:lnTo>
                <a:lnTo>
                  <a:pt x="128" y="163"/>
                </a:lnTo>
                <a:lnTo>
                  <a:pt x="127" y="163"/>
                </a:lnTo>
                <a:lnTo>
                  <a:pt x="128" y="163"/>
                </a:lnTo>
                <a:lnTo>
                  <a:pt x="128" y="162"/>
                </a:lnTo>
                <a:lnTo>
                  <a:pt x="128" y="161"/>
                </a:lnTo>
                <a:lnTo>
                  <a:pt x="129" y="161"/>
                </a:lnTo>
                <a:lnTo>
                  <a:pt x="129" y="162"/>
                </a:lnTo>
                <a:lnTo>
                  <a:pt x="130" y="161"/>
                </a:lnTo>
                <a:lnTo>
                  <a:pt x="129" y="161"/>
                </a:lnTo>
                <a:lnTo>
                  <a:pt x="129" y="160"/>
                </a:lnTo>
                <a:lnTo>
                  <a:pt x="130" y="160"/>
                </a:lnTo>
                <a:lnTo>
                  <a:pt x="131" y="160"/>
                </a:lnTo>
                <a:lnTo>
                  <a:pt x="131" y="161"/>
                </a:lnTo>
                <a:lnTo>
                  <a:pt x="132" y="160"/>
                </a:lnTo>
                <a:lnTo>
                  <a:pt x="132" y="159"/>
                </a:lnTo>
                <a:lnTo>
                  <a:pt x="132" y="158"/>
                </a:lnTo>
                <a:lnTo>
                  <a:pt x="132" y="157"/>
                </a:lnTo>
                <a:lnTo>
                  <a:pt x="133" y="157"/>
                </a:lnTo>
                <a:lnTo>
                  <a:pt x="134" y="157"/>
                </a:lnTo>
                <a:lnTo>
                  <a:pt x="134" y="156"/>
                </a:lnTo>
                <a:lnTo>
                  <a:pt x="134" y="155"/>
                </a:lnTo>
                <a:lnTo>
                  <a:pt x="135" y="155"/>
                </a:lnTo>
                <a:lnTo>
                  <a:pt x="136" y="155"/>
                </a:lnTo>
                <a:lnTo>
                  <a:pt x="136" y="154"/>
                </a:lnTo>
                <a:lnTo>
                  <a:pt x="137" y="154"/>
                </a:lnTo>
                <a:lnTo>
                  <a:pt x="138" y="154"/>
                </a:lnTo>
                <a:lnTo>
                  <a:pt x="139" y="154"/>
                </a:lnTo>
                <a:lnTo>
                  <a:pt x="140" y="155"/>
                </a:lnTo>
                <a:lnTo>
                  <a:pt x="141" y="155"/>
                </a:lnTo>
                <a:lnTo>
                  <a:pt x="142" y="155"/>
                </a:lnTo>
                <a:lnTo>
                  <a:pt x="142" y="154"/>
                </a:lnTo>
                <a:lnTo>
                  <a:pt x="141" y="154"/>
                </a:lnTo>
                <a:lnTo>
                  <a:pt x="141" y="153"/>
                </a:lnTo>
                <a:lnTo>
                  <a:pt x="142" y="153"/>
                </a:lnTo>
                <a:lnTo>
                  <a:pt x="142" y="152"/>
                </a:lnTo>
                <a:lnTo>
                  <a:pt x="143" y="152"/>
                </a:lnTo>
                <a:lnTo>
                  <a:pt x="144" y="152"/>
                </a:lnTo>
                <a:lnTo>
                  <a:pt x="145" y="152"/>
                </a:lnTo>
                <a:lnTo>
                  <a:pt x="145" y="151"/>
                </a:lnTo>
                <a:lnTo>
                  <a:pt x="145" y="150"/>
                </a:lnTo>
                <a:lnTo>
                  <a:pt x="145" y="149"/>
                </a:lnTo>
                <a:lnTo>
                  <a:pt x="145" y="148"/>
                </a:lnTo>
                <a:lnTo>
                  <a:pt x="144" y="148"/>
                </a:lnTo>
                <a:lnTo>
                  <a:pt x="144" y="147"/>
                </a:lnTo>
                <a:lnTo>
                  <a:pt x="145" y="147"/>
                </a:lnTo>
                <a:lnTo>
                  <a:pt x="146" y="147"/>
                </a:lnTo>
                <a:lnTo>
                  <a:pt x="147" y="147"/>
                </a:lnTo>
                <a:lnTo>
                  <a:pt x="147" y="146"/>
                </a:lnTo>
                <a:lnTo>
                  <a:pt x="148" y="146"/>
                </a:lnTo>
                <a:lnTo>
                  <a:pt x="148" y="145"/>
                </a:lnTo>
                <a:lnTo>
                  <a:pt x="147" y="144"/>
                </a:lnTo>
                <a:lnTo>
                  <a:pt x="148" y="144"/>
                </a:lnTo>
                <a:lnTo>
                  <a:pt x="149" y="144"/>
                </a:lnTo>
                <a:lnTo>
                  <a:pt x="148" y="143"/>
                </a:lnTo>
                <a:lnTo>
                  <a:pt x="147" y="144"/>
                </a:lnTo>
                <a:lnTo>
                  <a:pt x="146" y="143"/>
                </a:lnTo>
                <a:lnTo>
                  <a:pt x="146" y="142"/>
                </a:lnTo>
                <a:lnTo>
                  <a:pt x="147" y="142"/>
                </a:lnTo>
                <a:lnTo>
                  <a:pt x="147" y="141"/>
                </a:lnTo>
                <a:lnTo>
                  <a:pt x="148" y="141"/>
                </a:lnTo>
                <a:lnTo>
                  <a:pt x="149" y="141"/>
                </a:lnTo>
                <a:lnTo>
                  <a:pt x="149" y="140"/>
                </a:lnTo>
                <a:lnTo>
                  <a:pt x="150" y="140"/>
                </a:lnTo>
                <a:lnTo>
                  <a:pt x="150" y="139"/>
                </a:lnTo>
                <a:lnTo>
                  <a:pt x="151" y="139"/>
                </a:lnTo>
                <a:lnTo>
                  <a:pt x="152" y="139"/>
                </a:lnTo>
                <a:lnTo>
                  <a:pt x="152" y="138"/>
                </a:lnTo>
                <a:lnTo>
                  <a:pt x="153" y="138"/>
                </a:lnTo>
                <a:lnTo>
                  <a:pt x="154" y="138"/>
                </a:lnTo>
                <a:lnTo>
                  <a:pt x="154" y="139"/>
                </a:lnTo>
                <a:lnTo>
                  <a:pt x="154" y="138"/>
                </a:lnTo>
                <a:lnTo>
                  <a:pt x="155" y="138"/>
                </a:lnTo>
                <a:lnTo>
                  <a:pt x="156" y="137"/>
                </a:lnTo>
                <a:lnTo>
                  <a:pt x="156" y="136"/>
                </a:lnTo>
                <a:lnTo>
                  <a:pt x="158" y="136"/>
                </a:lnTo>
                <a:lnTo>
                  <a:pt x="159" y="136"/>
                </a:lnTo>
                <a:lnTo>
                  <a:pt x="159" y="137"/>
                </a:lnTo>
                <a:lnTo>
                  <a:pt x="161" y="137"/>
                </a:lnTo>
                <a:lnTo>
                  <a:pt x="161" y="136"/>
                </a:lnTo>
                <a:lnTo>
                  <a:pt x="162" y="136"/>
                </a:lnTo>
                <a:lnTo>
                  <a:pt x="163" y="136"/>
                </a:lnTo>
                <a:lnTo>
                  <a:pt x="163" y="135"/>
                </a:lnTo>
                <a:lnTo>
                  <a:pt x="164" y="135"/>
                </a:lnTo>
                <a:lnTo>
                  <a:pt x="165" y="135"/>
                </a:lnTo>
                <a:lnTo>
                  <a:pt x="165" y="134"/>
                </a:lnTo>
                <a:lnTo>
                  <a:pt x="166" y="134"/>
                </a:lnTo>
                <a:lnTo>
                  <a:pt x="166" y="133"/>
                </a:lnTo>
                <a:lnTo>
                  <a:pt x="167" y="133"/>
                </a:lnTo>
                <a:lnTo>
                  <a:pt x="167" y="132"/>
                </a:lnTo>
                <a:lnTo>
                  <a:pt x="168" y="132"/>
                </a:lnTo>
                <a:lnTo>
                  <a:pt x="169" y="132"/>
                </a:lnTo>
                <a:lnTo>
                  <a:pt x="169" y="133"/>
                </a:lnTo>
                <a:lnTo>
                  <a:pt x="169" y="132"/>
                </a:lnTo>
                <a:lnTo>
                  <a:pt x="170" y="132"/>
                </a:lnTo>
                <a:lnTo>
                  <a:pt x="170" y="131"/>
                </a:lnTo>
                <a:lnTo>
                  <a:pt x="170" y="130"/>
                </a:lnTo>
                <a:lnTo>
                  <a:pt x="171" y="130"/>
                </a:lnTo>
                <a:lnTo>
                  <a:pt x="172" y="130"/>
                </a:lnTo>
                <a:lnTo>
                  <a:pt x="173" y="130"/>
                </a:lnTo>
                <a:lnTo>
                  <a:pt x="175" y="130"/>
                </a:lnTo>
                <a:lnTo>
                  <a:pt x="175" y="131"/>
                </a:lnTo>
                <a:lnTo>
                  <a:pt x="175" y="130"/>
                </a:lnTo>
                <a:lnTo>
                  <a:pt x="175" y="129"/>
                </a:lnTo>
                <a:lnTo>
                  <a:pt x="176" y="129"/>
                </a:lnTo>
                <a:lnTo>
                  <a:pt x="177" y="129"/>
                </a:lnTo>
                <a:lnTo>
                  <a:pt x="178" y="129"/>
                </a:lnTo>
                <a:lnTo>
                  <a:pt x="178" y="130"/>
                </a:lnTo>
                <a:lnTo>
                  <a:pt x="177" y="130"/>
                </a:lnTo>
                <a:lnTo>
                  <a:pt x="178" y="130"/>
                </a:lnTo>
                <a:lnTo>
                  <a:pt x="178" y="129"/>
                </a:lnTo>
                <a:lnTo>
                  <a:pt x="178" y="128"/>
                </a:lnTo>
                <a:lnTo>
                  <a:pt x="179" y="127"/>
                </a:lnTo>
                <a:lnTo>
                  <a:pt x="179" y="128"/>
                </a:lnTo>
                <a:lnTo>
                  <a:pt x="180" y="127"/>
                </a:lnTo>
                <a:lnTo>
                  <a:pt x="180" y="128"/>
                </a:lnTo>
                <a:lnTo>
                  <a:pt x="181" y="127"/>
                </a:lnTo>
                <a:lnTo>
                  <a:pt x="182" y="127"/>
                </a:lnTo>
                <a:lnTo>
                  <a:pt x="183" y="128"/>
                </a:lnTo>
                <a:lnTo>
                  <a:pt x="184" y="128"/>
                </a:lnTo>
                <a:lnTo>
                  <a:pt x="184" y="127"/>
                </a:lnTo>
                <a:lnTo>
                  <a:pt x="184" y="126"/>
                </a:lnTo>
                <a:lnTo>
                  <a:pt x="183" y="126"/>
                </a:lnTo>
                <a:lnTo>
                  <a:pt x="183" y="125"/>
                </a:lnTo>
                <a:lnTo>
                  <a:pt x="184" y="125"/>
                </a:lnTo>
                <a:lnTo>
                  <a:pt x="185" y="126"/>
                </a:lnTo>
                <a:lnTo>
                  <a:pt x="186" y="125"/>
                </a:lnTo>
                <a:lnTo>
                  <a:pt x="187" y="125"/>
                </a:lnTo>
                <a:lnTo>
                  <a:pt x="188" y="125"/>
                </a:lnTo>
                <a:lnTo>
                  <a:pt x="188" y="124"/>
                </a:lnTo>
                <a:lnTo>
                  <a:pt x="189" y="124"/>
                </a:lnTo>
                <a:lnTo>
                  <a:pt x="189" y="125"/>
                </a:lnTo>
                <a:lnTo>
                  <a:pt x="190" y="125"/>
                </a:lnTo>
                <a:lnTo>
                  <a:pt x="191" y="126"/>
                </a:lnTo>
                <a:lnTo>
                  <a:pt x="192" y="126"/>
                </a:lnTo>
                <a:lnTo>
                  <a:pt x="193" y="126"/>
                </a:lnTo>
                <a:lnTo>
                  <a:pt x="194" y="126"/>
                </a:lnTo>
                <a:lnTo>
                  <a:pt x="195" y="126"/>
                </a:lnTo>
                <a:lnTo>
                  <a:pt x="195" y="127"/>
                </a:lnTo>
                <a:lnTo>
                  <a:pt x="194" y="127"/>
                </a:lnTo>
                <a:lnTo>
                  <a:pt x="195" y="127"/>
                </a:lnTo>
                <a:lnTo>
                  <a:pt x="195" y="128"/>
                </a:lnTo>
                <a:lnTo>
                  <a:pt x="196" y="128"/>
                </a:lnTo>
                <a:lnTo>
                  <a:pt x="197" y="128"/>
                </a:lnTo>
                <a:lnTo>
                  <a:pt x="197" y="127"/>
                </a:lnTo>
                <a:lnTo>
                  <a:pt x="198" y="126"/>
                </a:lnTo>
                <a:lnTo>
                  <a:pt x="199" y="127"/>
                </a:lnTo>
                <a:lnTo>
                  <a:pt x="200" y="127"/>
                </a:lnTo>
                <a:lnTo>
                  <a:pt x="201" y="126"/>
                </a:lnTo>
                <a:lnTo>
                  <a:pt x="202" y="125"/>
                </a:lnTo>
                <a:lnTo>
                  <a:pt x="202" y="124"/>
                </a:lnTo>
                <a:lnTo>
                  <a:pt x="203" y="124"/>
                </a:lnTo>
                <a:lnTo>
                  <a:pt x="204" y="124"/>
                </a:lnTo>
                <a:lnTo>
                  <a:pt x="205" y="124"/>
                </a:lnTo>
                <a:lnTo>
                  <a:pt x="205" y="123"/>
                </a:lnTo>
                <a:lnTo>
                  <a:pt x="206" y="123"/>
                </a:lnTo>
                <a:lnTo>
                  <a:pt x="206" y="122"/>
                </a:lnTo>
                <a:lnTo>
                  <a:pt x="207" y="122"/>
                </a:lnTo>
                <a:lnTo>
                  <a:pt x="206" y="122"/>
                </a:lnTo>
                <a:lnTo>
                  <a:pt x="207" y="122"/>
                </a:lnTo>
                <a:lnTo>
                  <a:pt x="208" y="121"/>
                </a:lnTo>
                <a:lnTo>
                  <a:pt x="208" y="120"/>
                </a:lnTo>
                <a:lnTo>
                  <a:pt x="209" y="120"/>
                </a:lnTo>
                <a:lnTo>
                  <a:pt x="210" y="119"/>
                </a:lnTo>
                <a:lnTo>
                  <a:pt x="211" y="119"/>
                </a:lnTo>
                <a:lnTo>
                  <a:pt x="211" y="118"/>
                </a:lnTo>
                <a:lnTo>
                  <a:pt x="211" y="117"/>
                </a:lnTo>
                <a:lnTo>
                  <a:pt x="212" y="117"/>
                </a:lnTo>
                <a:lnTo>
                  <a:pt x="212" y="116"/>
                </a:lnTo>
                <a:lnTo>
                  <a:pt x="213" y="116"/>
                </a:lnTo>
                <a:lnTo>
                  <a:pt x="213" y="115"/>
                </a:lnTo>
                <a:lnTo>
                  <a:pt x="214" y="115"/>
                </a:lnTo>
                <a:lnTo>
                  <a:pt x="215" y="115"/>
                </a:lnTo>
                <a:lnTo>
                  <a:pt x="216" y="115"/>
                </a:lnTo>
                <a:lnTo>
                  <a:pt x="217" y="114"/>
                </a:lnTo>
                <a:lnTo>
                  <a:pt x="216" y="114"/>
                </a:lnTo>
                <a:lnTo>
                  <a:pt x="217" y="114"/>
                </a:lnTo>
                <a:lnTo>
                  <a:pt x="218" y="114"/>
                </a:lnTo>
                <a:lnTo>
                  <a:pt x="219" y="114"/>
                </a:lnTo>
                <a:lnTo>
                  <a:pt x="219" y="113"/>
                </a:lnTo>
                <a:lnTo>
                  <a:pt x="220" y="113"/>
                </a:lnTo>
                <a:lnTo>
                  <a:pt x="220" y="112"/>
                </a:lnTo>
                <a:lnTo>
                  <a:pt x="221" y="112"/>
                </a:lnTo>
                <a:lnTo>
                  <a:pt x="221" y="111"/>
                </a:lnTo>
                <a:lnTo>
                  <a:pt x="222" y="111"/>
                </a:lnTo>
                <a:lnTo>
                  <a:pt x="222" y="110"/>
                </a:lnTo>
                <a:lnTo>
                  <a:pt x="222" y="109"/>
                </a:lnTo>
                <a:lnTo>
                  <a:pt x="221" y="109"/>
                </a:lnTo>
                <a:lnTo>
                  <a:pt x="221" y="108"/>
                </a:lnTo>
                <a:lnTo>
                  <a:pt x="222" y="108"/>
                </a:lnTo>
                <a:lnTo>
                  <a:pt x="223" y="108"/>
                </a:lnTo>
                <a:lnTo>
                  <a:pt x="224" y="108"/>
                </a:lnTo>
                <a:lnTo>
                  <a:pt x="224" y="107"/>
                </a:lnTo>
                <a:lnTo>
                  <a:pt x="225" y="107"/>
                </a:lnTo>
                <a:lnTo>
                  <a:pt x="225" y="106"/>
                </a:lnTo>
                <a:lnTo>
                  <a:pt x="227" y="106"/>
                </a:lnTo>
                <a:lnTo>
                  <a:pt x="228" y="107"/>
                </a:lnTo>
                <a:lnTo>
                  <a:pt x="229" y="107"/>
                </a:lnTo>
                <a:lnTo>
                  <a:pt x="229" y="106"/>
                </a:lnTo>
                <a:lnTo>
                  <a:pt x="229" y="105"/>
                </a:lnTo>
                <a:lnTo>
                  <a:pt x="229" y="104"/>
                </a:lnTo>
                <a:lnTo>
                  <a:pt x="230" y="104"/>
                </a:lnTo>
                <a:lnTo>
                  <a:pt x="231" y="104"/>
                </a:lnTo>
                <a:lnTo>
                  <a:pt x="232" y="104"/>
                </a:lnTo>
                <a:lnTo>
                  <a:pt x="231" y="104"/>
                </a:lnTo>
                <a:lnTo>
                  <a:pt x="231" y="103"/>
                </a:lnTo>
                <a:lnTo>
                  <a:pt x="232" y="103"/>
                </a:lnTo>
                <a:lnTo>
                  <a:pt x="232" y="104"/>
                </a:lnTo>
                <a:lnTo>
                  <a:pt x="233" y="104"/>
                </a:lnTo>
                <a:lnTo>
                  <a:pt x="234" y="104"/>
                </a:lnTo>
                <a:lnTo>
                  <a:pt x="235" y="104"/>
                </a:lnTo>
                <a:lnTo>
                  <a:pt x="236" y="104"/>
                </a:lnTo>
                <a:lnTo>
                  <a:pt x="236" y="103"/>
                </a:lnTo>
                <a:lnTo>
                  <a:pt x="237" y="102"/>
                </a:lnTo>
                <a:lnTo>
                  <a:pt x="238" y="102"/>
                </a:lnTo>
                <a:lnTo>
                  <a:pt x="238" y="103"/>
                </a:lnTo>
                <a:lnTo>
                  <a:pt x="239" y="102"/>
                </a:lnTo>
                <a:lnTo>
                  <a:pt x="239" y="103"/>
                </a:lnTo>
                <a:lnTo>
                  <a:pt x="239" y="104"/>
                </a:lnTo>
                <a:lnTo>
                  <a:pt x="240" y="104"/>
                </a:lnTo>
                <a:lnTo>
                  <a:pt x="240" y="103"/>
                </a:lnTo>
                <a:lnTo>
                  <a:pt x="241" y="103"/>
                </a:lnTo>
                <a:lnTo>
                  <a:pt x="242" y="103"/>
                </a:lnTo>
                <a:lnTo>
                  <a:pt x="243" y="103"/>
                </a:lnTo>
                <a:lnTo>
                  <a:pt x="244" y="103"/>
                </a:lnTo>
                <a:lnTo>
                  <a:pt x="245" y="103"/>
                </a:lnTo>
                <a:lnTo>
                  <a:pt x="246" y="103"/>
                </a:lnTo>
                <a:lnTo>
                  <a:pt x="246" y="102"/>
                </a:lnTo>
                <a:lnTo>
                  <a:pt x="247" y="102"/>
                </a:lnTo>
                <a:lnTo>
                  <a:pt x="247" y="101"/>
                </a:lnTo>
                <a:lnTo>
                  <a:pt x="248" y="101"/>
                </a:lnTo>
                <a:lnTo>
                  <a:pt x="248" y="100"/>
                </a:lnTo>
                <a:lnTo>
                  <a:pt x="249" y="100"/>
                </a:lnTo>
                <a:lnTo>
                  <a:pt x="249" y="101"/>
                </a:lnTo>
                <a:lnTo>
                  <a:pt x="248" y="102"/>
                </a:lnTo>
                <a:lnTo>
                  <a:pt x="249" y="102"/>
                </a:lnTo>
                <a:lnTo>
                  <a:pt x="249" y="103"/>
                </a:lnTo>
                <a:lnTo>
                  <a:pt x="249" y="104"/>
                </a:lnTo>
                <a:lnTo>
                  <a:pt x="250" y="104"/>
                </a:lnTo>
                <a:lnTo>
                  <a:pt x="251" y="104"/>
                </a:lnTo>
                <a:lnTo>
                  <a:pt x="252" y="104"/>
                </a:lnTo>
                <a:lnTo>
                  <a:pt x="252" y="105"/>
                </a:lnTo>
                <a:lnTo>
                  <a:pt x="252" y="106"/>
                </a:lnTo>
                <a:lnTo>
                  <a:pt x="253" y="108"/>
                </a:lnTo>
                <a:lnTo>
                  <a:pt x="254" y="108"/>
                </a:lnTo>
                <a:lnTo>
                  <a:pt x="255" y="108"/>
                </a:lnTo>
                <a:lnTo>
                  <a:pt x="256" y="108"/>
                </a:lnTo>
                <a:lnTo>
                  <a:pt x="257" y="108"/>
                </a:lnTo>
                <a:lnTo>
                  <a:pt x="258" y="108"/>
                </a:lnTo>
                <a:lnTo>
                  <a:pt x="258" y="107"/>
                </a:lnTo>
                <a:lnTo>
                  <a:pt x="259" y="107"/>
                </a:lnTo>
                <a:lnTo>
                  <a:pt x="259" y="106"/>
                </a:lnTo>
                <a:lnTo>
                  <a:pt x="260" y="105"/>
                </a:lnTo>
                <a:lnTo>
                  <a:pt x="261" y="104"/>
                </a:lnTo>
                <a:lnTo>
                  <a:pt x="261" y="103"/>
                </a:lnTo>
                <a:lnTo>
                  <a:pt x="262" y="103"/>
                </a:lnTo>
                <a:lnTo>
                  <a:pt x="264" y="102"/>
                </a:lnTo>
                <a:lnTo>
                  <a:pt x="265" y="102"/>
                </a:lnTo>
                <a:lnTo>
                  <a:pt x="266" y="100"/>
                </a:lnTo>
                <a:lnTo>
                  <a:pt x="266" y="101"/>
                </a:lnTo>
                <a:lnTo>
                  <a:pt x="267" y="101"/>
                </a:lnTo>
                <a:lnTo>
                  <a:pt x="266" y="101"/>
                </a:lnTo>
                <a:lnTo>
                  <a:pt x="266" y="102"/>
                </a:lnTo>
                <a:lnTo>
                  <a:pt x="267" y="102"/>
                </a:lnTo>
                <a:lnTo>
                  <a:pt x="267" y="101"/>
                </a:lnTo>
                <a:lnTo>
                  <a:pt x="268" y="101"/>
                </a:lnTo>
                <a:lnTo>
                  <a:pt x="268" y="100"/>
                </a:lnTo>
                <a:lnTo>
                  <a:pt x="268" y="99"/>
                </a:lnTo>
                <a:lnTo>
                  <a:pt x="269" y="99"/>
                </a:lnTo>
                <a:lnTo>
                  <a:pt x="269" y="98"/>
                </a:lnTo>
                <a:lnTo>
                  <a:pt x="270" y="98"/>
                </a:lnTo>
                <a:lnTo>
                  <a:pt x="271" y="98"/>
                </a:lnTo>
                <a:lnTo>
                  <a:pt x="272" y="98"/>
                </a:lnTo>
                <a:lnTo>
                  <a:pt x="272" y="99"/>
                </a:lnTo>
                <a:lnTo>
                  <a:pt x="272" y="98"/>
                </a:lnTo>
                <a:lnTo>
                  <a:pt x="272" y="97"/>
                </a:lnTo>
                <a:lnTo>
                  <a:pt x="272" y="96"/>
                </a:lnTo>
                <a:lnTo>
                  <a:pt x="273" y="96"/>
                </a:lnTo>
                <a:lnTo>
                  <a:pt x="274" y="96"/>
                </a:lnTo>
                <a:lnTo>
                  <a:pt x="275" y="96"/>
                </a:lnTo>
                <a:lnTo>
                  <a:pt x="275" y="95"/>
                </a:lnTo>
                <a:lnTo>
                  <a:pt x="276" y="94"/>
                </a:lnTo>
                <a:lnTo>
                  <a:pt x="275" y="94"/>
                </a:lnTo>
                <a:lnTo>
                  <a:pt x="275" y="93"/>
                </a:lnTo>
                <a:lnTo>
                  <a:pt x="275" y="92"/>
                </a:lnTo>
                <a:lnTo>
                  <a:pt x="276" y="92"/>
                </a:lnTo>
                <a:lnTo>
                  <a:pt x="276" y="93"/>
                </a:lnTo>
                <a:lnTo>
                  <a:pt x="277" y="93"/>
                </a:lnTo>
                <a:lnTo>
                  <a:pt x="277" y="92"/>
                </a:lnTo>
                <a:lnTo>
                  <a:pt x="276" y="92"/>
                </a:lnTo>
                <a:lnTo>
                  <a:pt x="276" y="91"/>
                </a:lnTo>
                <a:lnTo>
                  <a:pt x="277" y="91"/>
                </a:lnTo>
                <a:lnTo>
                  <a:pt x="276" y="90"/>
                </a:lnTo>
                <a:lnTo>
                  <a:pt x="275" y="90"/>
                </a:lnTo>
                <a:lnTo>
                  <a:pt x="275" y="89"/>
                </a:lnTo>
                <a:lnTo>
                  <a:pt x="276" y="89"/>
                </a:lnTo>
                <a:lnTo>
                  <a:pt x="277" y="89"/>
                </a:lnTo>
                <a:lnTo>
                  <a:pt x="277" y="88"/>
                </a:lnTo>
                <a:lnTo>
                  <a:pt x="276" y="88"/>
                </a:lnTo>
                <a:lnTo>
                  <a:pt x="276" y="89"/>
                </a:lnTo>
                <a:lnTo>
                  <a:pt x="276" y="88"/>
                </a:lnTo>
                <a:lnTo>
                  <a:pt x="275" y="88"/>
                </a:lnTo>
                <a:lnTo>
                  <a:pt x="276" y="88"/>
                </a:lnTo>
                <a:lnTo>
                  <a:pt x="277" y="87"/>
                </a:lnTo>
                <a:lnTo>
                  <a:pt x="277" y="86"/>
                </a:lnTo>
                <a:lnTo>
                  <a:pt x="277" y="85"/>
                </a:lnTo>
                <a:lnTo>
                  <a:pt x="278" y="85"/>
                </a:lnTo>
                <a:lnTo>
                  <a:pt x="279" y="85"/>
                </a:lnTo>
                <a:lnTo>
                  <a:pt x="279" y="84"/>
                </a:lnTo>
                <a:lnTo>
                  <a:pt x="278" y="84"/>
                </a:lnTo>
                <a:lnTo>
                  <a:pt x="278" y="83"/>
                </a:lnTo>
                <a:lnTo>
                  <a:pt x="279" y="83"/>
                </a:lnTo>
                <a:lnTo>
                  <a:pt x="280" y="83"/>
                </a:lnTo>
                <a:lnTo>
                  <a:pt x="281" y="83"/>
                </a:lnTo>
                <a:lnTo>
                  <a:pt x="281" y="82"/>
                </a:lnTo>
                <a:lnTo>
                  <a:pt x="280" y="82"/>
                </a:lnTo>
                <a:lnTo>
                  <a:pt x="281" y="82"/>
                </a:lnTo>
                <a:lnTo>
                  <a:pt x="281" y="81"/>
                </a:lnTo>
                <a:lnTo>
                  <a:pt x="282" y="81"/>
                </a:lnTo>
                <a:lnTo>
                  <a:pt x="283" y="82"/>
                </a:lnTo>
                <a:lnTo>
                  <a:pt x="283" y="81"/>
                </a:lnTo>
                <a:lnTo>
                  <a:pt x="284" y="81"/>
                </a:lnTo>
                <a:lnTo>
                  <a:pt x="285" y="81"/>
                </a:lnTo>
                <a:lnTo>
                  <a:pt x="286" y="81"/>
                </a:lnTo>
                <a:lnTo>
                  <a:pt x="287" y="81"/>
                </a:lnTo>
                <a:lnTo>
                  <a:pt x="288" y="81"/>
                </a:lnTo>
                <a:lnTo>
                  <a:pt x="288" y="80"/>
                </a:lnTo>
                <a:lnTo>
                  <a:pt x="289" y="80"/>
                </a:lnTo>
                <a:lnTo>
                  <a:pt x="288" y="80"/>
                </a:lnTo>
                <a:lnTo>
                  <a:pt x="289" y="80"/>
                </a:lnTo>
                <a:lnTo>
                  <a:pt x="289" y="79"/>
                </a:lnTo>
                <a:lnTo>
                  <a:pt x="290" y="79"/>
                </a:lnTo>
                <a:lnTo>
                  <a:pt x="291" y="80"/>
                </a:lnTo>
                <a:lnTo>
                  <a:pt x="293" y="81"/>
                </a:lnTo>
                <a:lnTo>
                  <a:pt x="294" y="81"/>
                </a:lnTo>
                <a:lnTo>
                  <a:pt x="295" y="81"/>
                </a:lnTo>
                <a:lnTo>
                  <a:pt x="295" y="82"/>
                </a:lnTo>
                <a:lnTo>
                  <a:pt x="296" y="82"/>
                </a:lnTo>
                <a:lnTo>
                  <a:pt x="297" y="83"/>
                </a:lnTo>
                <a:lnTo>
                  <a:pt x="298" y="83"/>
                </a:lnTo>
                <a:lnTo>
                  <a:pt x="299" y="83"/>
                </a:lnTo>
                <a:lnTo>
                  <a:pt x="300" y="83"/>
                </a:lnTo>
                <a:lnTo>
                  <a:pt x="301" y="82"/>
                </a:lnTo>
                <a:lnTo>
                  <a:pt x="302" y="82"/>
                </a:lnTo>
                <a:lnTo>
                  <a:pt x="302" y="83"/>
                </a:lnTo>
                <a:lnTo>
                  <a:pt x="302" y="84"/>
                </a:lnTo>
                <a:lnTo>
                  <a:pt x="302" y="83"/>
                </a:lnTo>
                <a:lnTo>
                  <a:pt x="303" y="83"/>
                </a:lnTo>
                <a:lnTo>
                  <a:pt x="303" y="82"/>
                </a:lnTo>
                <a:lnTo>
                  <a:pt x="302" y="82"/>
                </a:lnTo>
                <a:lnTo>
                  <a:pt x="303" y="81"/>
                </a:lnTo>
                <a:lnTo>
                  <a:pt x="303" y="80"/>
                </a:lnTo>
                <a:lnTo>
                  <a:pt x="303" y="79"/>
                </a:lnTo>
                <a:lnTo>
                  <a:pt x="302" y="78"/>
                </a:lnTo>
                <a:lnTo>
                  <a:pt x="303" y="78"/>
                </a:lnTo>
                <a:lnTo>
                  <a:pt x="304" y="78"/>
                </a:lnTo>
                <a:lnTo>
                  <a:pt x="305" y="79"/>
                </a:lnTo>
                <a:lnTo>
                  <a:pt x="305" y="80"/>
                </a:lnTo>
                <a:lnTo>
                  <a:pt x="306" y="80"/>
                </a:lnTo>
                <a:lnTo>
                  <a:pt x="307" y="81"/>
                </a:lnTo>
                <a:lnTo>
                  <a:pt x="307" y="82"/>
                </a:lnTo>
                <a:lnTo>
                  <a:pt x="308" y="82"/>
                </a:lnTo>
                <a:lnTo>
                  <a:pt x="309" y="82"/>
                </a:lnTo>
                <a:lnTo>
                  <a:pt x="310" y="82"/>
                </a:lnTo>
                <a:lnTo>
                  <a:pt x="311" y="82"/>
                </a:lnTo>
                <a:lnTo>
                  <a:pt x="312" y="82"/>
                </a:lnTo>
                <a:lnTo>
                  <a:pt x="312" y="83"/>
                </a:lnTo>
                <a:lnTo>
                  <a:pt x="313" y="83"/>
                </a:lnTo>
                <a:lnTo>
                  <a:pt x="314" y="83"/>
                </a:lnTo>
                <a:lnTo>
                  <a:pt x="314" y="84"/>
                </a:lnTo>
                <a:lnTo>
                  <a:pt x="315" y="84"/>
                </a:lnTo>
                <a:lnTo>
                  <a:pt x="316" y="84"/>
                </a:lnTo>
                <a:lnTo>
                  <a:pt x="316" y="83"/>
                </a:lnTo>
                <a:lnTo>
                  <a:pt x="317" y="83"/>
                </a:lnTo>
                <a:lnTo>
                  <a:pt x="319" y="83"/>
                </a:lnTo>
                <a:lnTo>
                  <a:pt x="320" y="83"/>
                </a:lnTo>
                <a:lnTo>
                  <a:pt x="320" y="82"/>
                </a:lnTo>
                <a:lnTo>
                  <a:pt x="320" y="81"/>
                </a:lnTo>
                <a:lnTo>
                  <a:pt x="320" y="80"/>
                </a:lnTo>
                <a:lnTo>
                  <a:pt x="321" y="80"/>
                </a:lnTo>
                <a:lnTo>
                  <a:pt x="322" y="79"/>
                </a:lnTo>
                <a:lnTo>
                  <a:pt x="323" y="78"/>
                </a:lnTo>
                <a:lnTo>
                  <a:pt x="324" y="77"/>
                </a:lnTo>
                <a:lnTo>
                  <a:pt x="324" y="76"/>
                </a:lnTo>
                <a:lnTo>
                  <a:pt x="325" y="76"/>
                </a:lnTo>
                <a:lnTo>
                  <a:pt x="326" y="76"/>
                </a:lnTo>
                <a:lnTo>
                  <a:pt x="326" y="75"/>
                </a:lnTo>
                <a:lnTo>
                  <a:pt x="325" y="75"/>
                </a:lnTo>
                <a:lnTo>
                  <a:pt x="325" y="74"/>
                </a:lnTo>
                <a:lnTo>
                  <a:pt x="324" y="74"/>
                </a:lnTo>
                <a:lnTo>
                  <a:pt x="323" y="74"/>
                </a:lnTo>
                <a:lnTo>
                  <a:pt x="321" y="74"/>
                </a:lnTo>
                <a:lnTo>
                  <a:pt x="320" y="74"/>
                </a:lnTo>
                <a:lnTo>
                  <a:pt x="318" y="74"/>
                </a:lnTo>
                <a:lnTo>
                  <a:pt x="317" y="73"/>
                </a:lnTo>
                <a:lnTo>
                  <a:pt x="317" y="72"/>
                </a:lnTo>
                <a:lnTo>
                  <a:pt x="317" y="71"/>
                </a:lnTo>
                <a:lnTo>
                  <a:pt x="316" y="71"/>
                </a:lnTo>
                <a:lnTo>
                  <a:pt x="316" y="70"/>
                </a:lnTo>
                <a:lnTo>
                  <a:pt x="316" y="69"/>
                </a:lnTo>
                <a:lnTo>
                  <a:pt x="316" y="68"/>
                </a:lnTo>
                <a:lnTo>
                  <a:pt x="316" y="67"/>
                </a:lnTo>
                <a:lnTo>
                  <a:pt x="317" y="67"/>
                </a:lnTo>
                <a:lnTo>
                  <a:pt x="318" y="67"/>
                </a:lnTo>
                <a:lnTo>
                  <a:pt x="319" y="67"/>
                </a:lnTo>
                <a:lnTo>
                  <a:pt x="320" y="67"/>
                </a:lnTo>
                <a:lnTo>
                  <a:pt x="321" y="67"/>
                </a:lnTo>
                <a:lnTo>
                  <a:pt x="322" y="67"/>
                </a:lnTo>
                <a:lnTo>
                  <a:pt x="324" y="67"/>
                </a:lnTo>
                <a:lnTo>
                  <a:pt x="325" y="67"/>
                </a:lnTo>
                <a:lnTo>
                  <a:pt x="326" y="67"/>
                </a:lnTo>
                <a:lnTo>
                  <a:pt x="327" y="67"/>
                </a:lnTo>
                <a:lnTo>
                  <a:pt x="328" y="67"/>
                </a:lnTo>
                <a:lnTo>
                  <a:pt x="330" y="67"/>
                </a:lnTo>
                <a:lnTo>
                  <a:pt x="330" y="68"/>
                </a:lnTo>
                <a:lnTo>
                  <a:pt x="331" y="68"/>
                </a:lnTo>
                <a:lnTo>
                  <a:pt x="332" y="68"/>
                </a:lnTo>
                <a:lnTo>
                  <a:pt x="333" y="68"/>
                </a:lnTo>
                <a:lnTo>
                  <a:pt x="334" y="68"/>
                </a:lnTo>
                <a:lnTo>
                  <a:pt x="335" y="68"/>
                </a:lnTo>
                <a:lnTo>
                  <a:pt x="335" y="69"/>
                </a:lnTo>
                <a:lnTo>
                  <a:pt x="336" y="69"/>
                </a:lnTo>
                <a:lnTo>
                  <a:pt x="336" y="70"/>
                </a:lnTo>
                <a:lnTo>
                  <a:pt x="335" y="70"/>
                </a:lnTo>
                <a:lnTo>
                  <a:pt x="335" y="71"/>
                </a:lnTo>
                <a:lnTo>
                  <a:pt x="336" y="71"/>
                </a:lnTo>
                <a:lnTo>
                  <a:pt x="336" y="72"/>
                </a:lnTo>
                <a:lnTo>
                  <a:pt x="337" y="72"/>
                </a:lnTo>
                <a:lnTo>
                  <a:pt x="337" y="73"/>
                </a:lnTo>
                <a:lnTo>
                  <a:pt x="338" y="73"/>
                </a:lnTo>
                <a:lnTo>
                  <a:pt x="339" y="73"/>
                </a:lnTo>
                <a:lnTo>
                  <a:pt x="340" y="73"/>
                </a:lnTo>
                <a:lnTo>
                  <a:pt x="340" y="74"/>
                </a:lnTo>
                <a:lnTo>
                  <a:pt x="341" y="74"/>
                </a:lnTo>
                <a:lnTo>
                  <a:pt x="342" y="73"/>
                </a:lnTo>
                <a:lnTo>
                  <a:pt x="343" y="73"/>
                </a:lnTo>
                <a:lnTo>
                  <a:pt x="344" y="73"/>
                </a:lnTo>
                <a:lnTo>
                  <a:pt x="345" y="73"/>
                </a:lnTo>
                <a:lnTo>
                  <a:pt x="346" y="73"/>
                </a:lnTo>
                <a:lnTo>
                  <a:pt x="347" y="73"/>
                </a:lnTo>
                <a:lnTo>
                  <a:pt x="348" y="73"/>
                </a:lnTo>
                <a:lnTo>
                  <a:pt x="349" y="73"/>
                </a:lnTo>
                <a:lnTo>
                  <a:pt x="350" y="72"/>
                </a:lnTo>
                <a:lnTo>
                  <a:pt x="350" y="73"/>
                </a:lnTo>
                <a:lnTo>
                  <a:pt x="350" y="74"/>
                </a:lnTo>
                <a:lnTo>
                  <a:pt x="351" y="74"/>
                </a:lnTo>
                <a:lnTo>
                  <a:pt x="352" y="75"/>
                </a:lnTo>
                <a:lnTo>
                  <a:pt x="352" y="74"/>
                </a:lnTo>
                <a:lnTo>
                  <a:pt x="352" y="75"/>
                </a:lnTo>
                <a:lnTo>
                  <a:pt x="353" y="75"/>
                </a:lnTo>
                <a:lnTo>
                  <a:pt x="354" y="75"/>
                </a:lnTo>
                <a:lnTo>
                  <a:pt x="355" y="75"/>
                </a:lnTo>
                <a:lnTo>
                  <a:pt x="355" y="76"/>
                </a:lnTo>
                <a:lnTo>
                  <a:pt x="356" y="77"/>
                </a:lnTo>
                <a:lnTo>
                  <a:pt x="357" y="77"/>
                </a:lnTo>
                <a:lnTo>
                  <a:pt x="357" y="78"/>
                </a:lnTo>
                <a:lnTo>
                  <a:pt x="358" y="78"/>
                </a:lnTo>
                <a:lnTo>
                  <a:pt x="359" y="79"/>
                </a:lnTo>
                <a:lnTo>
                  <a:pt x="359" y="80"/>
                </a:lnTo>
                <a:lnTo>
                  <a:pt x="360" y="80"/>
                </a:lnTo>
                <a:lnTo>
                  <a:pt x="360" y="79"/>
                </a:lnTo>
                <a:lnTo>
                  <a:pt x="360" y="80"/>
                </a:lnTo>
                <a:lnTo>
                  <a:pt x="360" y="81"/>
                </a:lnTo>
                <a:lnTo>
                  <a:pt x="361" y="81"/>
                </a:lnTo>
                <a:lnTo>
                  <a:pt x="361" y="80"/>
                </a:lnTo>
                <a:lnTo>
                  <a:pt x="361" y="79"/>
                </a:lnTo>
                <a:lnTo>
                  <a:pt x="362" y="79"/>
                </a:lnTo>
                <a:lnTo>
                  <a:pt x="362" y="78"/>
                </a:lnTo>
                <a:lnTo>
                  <a:pt x="363" y="78"/>
                </a:lnTo>
                <a:lnTo>
                  <a:pt x="363" y="77"/>
                </a:lnTo>
                <a:lnTo>
                  <a:pt x="363" y="76"/>
                </a:lnTo>
                <a:lnTo>
                  <a:pt x="363" y="75"/>
                </a:lnTo>
                <a:lnTo>
                  <a:pt x="364" y="75"/>
                </a:lnTo>
                <a:lnTo>
                  <a:pt x="364" y="74"/>
                </a:lnTo>
                <a:lnTo>
                  <a:pt x="365" y="74"/>
                </a:lnTo>
                <a:lnTo>
                  <a:pt x="367" y="74"/>
                </a:lnTo>
                <a:lnTo>
                  <a:pt x="368" y="74"/>
                </a:lnTo>
                <a:lnTo>
                  <a:pt x="368" y="75"/>
                </a:lnTo>
                <a:lnTo>
                  <a:pt x="369" y="75"/>
                </a:lnTo>
                <a:lnTo>
                  <a:pt x="369" y="76"/>
                </a:lnTo>
                <a:lnTo>
                  <a:pt x="370" y="76"/>
                </a:lnTo>
                <a:lnTo>
                  <a:pt x="371" y="76"/>
                </a:lnTo>
                <a:lnTo>
                  <a:pt x="371" y="75"/>
                </a:lnTo>
                <a:lnTo>
                  <a:pt x="372" y="75"/>
                </a:lnTo>
                <a:lnTo>
                  <a:pt x="371" y="75"/>
                </a:lnTo>
                <a:lnTo>
                  <a:pt x="371" y="74"/>
                </a:lnTo>
                <a:lnTo>
                  <a:pt x="372" y="74"/>
                </a:lnTo>
                <a:lnTo>
                  <a:pt x="372" y="73"/>
                </a:lnTo>
                <a:lnTo>
                  <a:pt x="373" y="73"/>
                </a:lnTo>
                <a:lnTo>
                  <a:pt x="373" y="74"/>
                </a:lnTo>
                <a:lnTo>
                  <a:pt x="374" y="74"/>
                </a:lnTo>
                <a:lnTo>
                  <a:pt x="375" y="74"/>
                </a:lnTo>
                <a:lnTo>
                  <a:pt x="376" y="74"/>
                </a:lnTo>
                <a:lnTo>
                  <a:pt x="378" y="74"/>
                </a:lnTo>
                <a:lnTo>
                  <a:pt x="379" y="74"/>
                </a:lnTo>
                <a:lnTo>
                  <a:pt x="380" y="74"/>
                </a:lnTo>
                <a:lnTo>
                  <a:pt x="381" y="73"/>
                </a:lnTo>
                <a:lnTo>
                  <a:pt x="382" y="72"/>
                </a:lnTo>
                <a:lnTo>
                  <a:pt x="383" y="72"/>
                </a:lnTo>
                <a:lnTo>
                  <a:pt x="384" y="72"/>
                </a:lnTo>
                <a:lnTo>
                  <a:pt x="385" y="71"/>
                </a:lnTo>
                <a:lnTo>
                  <a:pt x="386" y="71"/>
                </a:lnTo>
                <a:lnTo>
                  <a:pt x="387" y="71"/>
                </a:lnTo>
                <a:lnTo>
                  <a:pt x="387" y="70"/>
                </a:lnTo>
                <a:lnTo>
                  <a:pt x="388" y="70"/>
                </a:lnTo>
                <a:lnTo>
                  <a:pt x="389" y="70"/>
                </a:lnTo>
                <a:lnTo>
                  <a:pt x="390" y="70"/>
                </a:lnTo>
                <a:lnTo>
                  <a:pt x="390" y="69"/>
                </a:lnTo>
                <a:lnTo>
                  <a:pt x="391" y="69"/>
                </a:lnTo>
                <a:lnTo>
                  <a:pt x="392" y="69"/>
                </a:lnTo>
                <a:lnTo>
                  <a:pt x="393" y="69"/>
                </a:lnTo>
                <a:lnTo>
                  <a:pt x="393" y="68"/>
                </a:lnTo>
                <a:lnTo>
                  <a:pt x="394" y="68"/>
                </a:lnTo>
                <a:lnTo>
                  <a:pt x="394" y="69"/>
                </a:lnTo>
                <a:lnTo>
                  <a:pt x="394" y="68"/>
                </a:lnTo>
                <a:lnTo>
                  <a:pt x="394" y="67"/>
                </a:lnTo>
                <a:lnTo>
                  <a:pt x="392" y="67"/>
                </a:lnTo>
                <a:lnTo>
                  <a:pt x="391" y="66"/>
                </a:lnTo>
                <a:lnTo>
                  <a:pt x="390" y="66"/>
                </a:lnTo>
                <a:lnTo>
                  <a:pt x="389" y="66"/>
                </a:lnTo>
                <a:lnTo>
                  <a:pt x="389" y="65"/>
                </a:lnTo>
                <a:lnTo>
                  <a:pt x="390" y="65"/>
                </a:lnTo>
                <a:lnTo>
                  <a:pt x="390" y="64"/>
                </a:lnTo>
                <a:lnTo>
                  <a:pt x="390" y="63"/>
                </a:lnTo>
                <a:lnTo>
                  <a:pt x="391" y="63"/>
                </a:lnTo>
                <a:lnTo>
                  <a:pt x="391" y="62"/>
                </a:lnTo>
                <a:lnTo>
                  <a:pt x="391" y="61"/>
                </a:lnTo>
                <a:lnTo>
                  <a:pt x="391" y="60"/>
                </a:lnTo>
                <a:lnTo>
                  <a:pt x="391" y="59"/>
                </a:lnTo>
                <a:lnTo>
                  <a:pt x="391" y="58"/>
                </a:lnTo>
                <a:lnTo>
                  <a:pt x="391" y="57"/>
                </a:lnTo>
                <a:lnTo>
                  <a:pt x="392" y="57"/>
                </a:lnTo>
                <a:lnTo>
                  <a:pt x="392" y="56"/>
                </a:lnTo>
                <a:lnTo>
                  <a:pt x="393" y="56"/>
                </a:lnTo>
                <a:lnTo>
                  <a:pt x="393" y="55"/>
                </a:lnTo>
                <a:lnTo>
                  <a:pt x="394" y="55"/>
                </a:lnTo>
                <a:lnTo>
                  <a:pt x="395" y="55"/>
                </a:lnTo>
                <a:lnTo>
                  <a:pt x="395" y="54"/>
                </a:lnTo>
                <a:lnTo>
                  <a:pt x="395" y="53"/>
                </a:lnTo>
                <a:lnTo>
                  <a:pt x="396" y="53"/>
                </a:lnTo>
                <a:lnTo>
                  <a:pt x="396" y="52"/>
                </a:lnTo>
                <a:lnTo>
                  <a:pt x="397" y="52"/>
                </a:lnTo>
                <a:lnTo>
                  <a:pt x="397" y="51"/>
                </a:lnTo>
                <a:lnTo>
                  <a:pt x="399" y="51"/>
                </a:lnTo>
                <a:lnTo>
                  <a:pt x="400" y="51"/>
                </a:lnTo>
                <a:lnTo>
                  <a:pt x="401" y="51"/>
                </a:lnTo>
                <a:lnTo>
                  <a:pt x="402" y="51"/>
                </a:lnTo>
                <a:lnTo>
                  <a:pt x="403" y="51"/>
                </a:lnTo>
                <a:lnTo>
                  <a:pt x="404" y="51"/>
                </a:lnTo>
                <a:lnTo>
                  <a:pt x="404" y="50"/>
                </a:lnTo>
                <a:lnTo>
                  <a:pt x="405" y="50"/>
                </a:lnTo>
                <a:lnTo>
                  <a:pt x="406" y="50"/>
                </a:lnTo>
                <a:lnTo>
                  <a:pt x="407" y="50"/>
                </a:lnTo>
                <a:lnTo>
                  <a:pt x="408" y="50"/>
                </a:lnTo>
                <a:lnTo>
                  <a:pt x="408" y="49"/>
                </a:lnTo>
                <a:lnTo>
                  <a:pt x="409" y="49"/>
                </a:lnTo>
                <a:lnTo>
                  <a:pt x="410" y="49"/>
                </a:lnTo>
                <a:lnTo>
                  <a:pt x="411" y="48"/>
                </a:lnTo>
                <a:lnTo>
                  <a:pt x="413" y="48"/>
                </a:lnTo>
                <a:lnTo>
                  <a:pt x="414" y="48"/>
                </a:lnTo>
                <a:lnTo>
                  <a:pt x="414" y="47"/>
                </a:lnTo>
                <a:lnTo>
                  <a:pt x="416" y="47"/>
                </a:lnTo>
                <a:lnTo>
                  <a:pt x="416" y="46"/>
                </a:lnTo>
                <a:lnTo>
                  <a:pt x="417" y="46"/>
                </a:lnTo>
                <a:lnTo>
                  <a:pt x="417" y="47"/>
                </a:lnTo>
                <a:lnTo>
                  <a:pt x="418" y="47"/>
                </a:lnTo>
                <a:lnTo>
                  <a:pt x="418" y="48"/>
                </a:lnTo>
                <a:lnTo>
                  <a:pt x="419" y="48"/>
                </a:lnTo>
                <a:lnTo>
                  <a:pt x="420" y="48"/>
                </a:lnTo>
                <a:lnTo>
                  <a:pt x="421" y="48"/>
                </a:lnTo>
                <a:lnTo>
                  <a:pt x="421" y="49"/>
                </a:lnTo>
                <a:lnTo>
                  <a:pt x="422" y="49"/>
                </a:lnTo>
                <a:lnTo>
                  <a:pt x="422" y="50"/>
                </a:lnTo>
                <a:lnTo>
                  <a:pt x="424" y="50"/>
                </a:lnTo>
                <a:lnTo>
                  <a:pt x="425" y="50"/>
                </a:lnTo>
                <a:lnTo>
                  <a:pt x="426" y="50"/>
                </a:lnTo>
                <a:lnTo>
                  <a:pt x="427" y="49"/>
                </a:lnTo>
                <a:lnTo>
                  <a:pt x="426" y="49"/>
                </a:lnTo>
                <a:lnTo>
                  <a:pt x="426" y="47"/>
                </a:lnTo>
                <a:lnTo>
                  <a:pt x="427" y="47"/>
                </a:lnTo>
                <a:lnTo>
                  <a:pt x="428" y="47"/>
                </a:lnTo>
                <a:lnTo>
                  <a:pt x="429" y="46"/>
                </a:lnTo>
                <a:lnTo>
                  <a:pt x="429" y="45"/>
                </a:lnTo>
                <a:lnTo>
                  <a:pt x="428" y="44"/>
                </a:lnTo>
                <a:lnTo>
                  <a:pt x="429" y="44"/>
                </a:lnTo>
                <a:lnTo>
                  <a:pt x="429" y="43"/>
                </a:lnTo>
                <a:lnTo>
                  <a:pt x="430" y="43"/>
                </a:lnTo>
                <a:lnTo>
                  <a:pt x="431" y="43"/>
                </a:lnTo>
                <a:lnTo>
                  <a:pt x="431" y="42"/>
                </a:lnTo>
                <a:lnTo>
                  <a:pt x="431" y="40"/>
                </a:lnTo>
                <a:lnTo>
                  <a:pt x="431" y="39"/>
                </a:lnTo>
                <a:lnTo>
                  <a:pt x="431" y="38"/>
                </a:lnTo>
                <a:lnTo>
                  <a:pt x="432" y="38"/>
                </a:lnTo>
                <a:lnTo>
                  <a:pt x="432" y="37"/>
                </a:lnTo>
                <a:lnTo>
                  <a:pt x="431" y="37"/>
                </a:lnTo>
                <a:lnTo>
                  <a:pt x="431" y="36"/>
                </a:lnTo>
                <a:lnTo>
                  <a:pt x="432" y="35"/>
                </a:lnTo>
                <a:lnTo>
                  <a:pt x="433" y="35"/>
                </a:lnTo>
                <a:lnTo>
                  <a:pt x="433" y="34"/>
                </a:lnTo>
                <a:lnTo>
                  <a:pt x="432" y="33"/>
                </a:lnTo>
                <a:lnTo>
                  <a:pt x="433" y="33"/>
                </a:lnTo>
                <a:lnTo>
                  <a:pt x="434" y="33"/>
                </a:lnTo>
                <a:lnTo>
                  <a:pt x="434" y="32"/>
                </a:lnTo>
                <a:lnTo>
                  <a:pt x="434" y="31"/>
                </a:lnTo>
                <a:lnTo>
                  <a:pt x="433" y="31"/>
                </a:lnTo>
                <a:lnTo>
                  <a:pt x="433" y="30"/>
                </a:lnTo>
                <a:lnTo>
                  <a:pt x="432" y="29"/>
                </a:lnTo>
                <a:lnTo>
                  <a:pt x="433" y="29"/>
                </a:lnTo>
                <a:lnTo>
                  <a:pt x="433" y="28"/>
                </a:lnTo>
                <a:lnTo>
                  <a:pt x="434" y="28"/>
                </a:lnTo>
                <a:lnTo>
                  <a:pt x="435" y="28"/>
                </a:lnTo>
                <a:lnTo>
                  <a:pt x="434" y="27"/>
                </a:lnTo>
                <a:lnTo>
                  <a:pt x="435" y="26"/>
                </a:lnTo>
                <a:lnTo>
                  <a:pt x="435" y="25"/>
                </a:lnTo>
                <a:lnTo>
                  <a:pt x="434" y="24"/>
                </a:lnTo>
                <a:lnTo>
                  <a:pt x="434" y="23"/>
                </a:lnTo>
                <a:lnTo>
                  <a:pt x="435" y="23"/>
                </a:lnTo>
                <a:lnTo>
                  <a:pt x="436" y="23"/>
                </a:lnTo>
                <a:lnTo>
                  <a:pt x="436" y="22"/>
                </a:lnTo>
                <a:lnTo>
                  <a:pt x="436" y="23"/>
                </a:lnTo>
                <a:lnTo>
                  <a:pt x="437" y="23"/>
                </a:lnTo>
                <a:lnTo>
                  <a:pt x="438" y="23"/>
                </a:lnTo>
                <a:lnTo>
                  <a:pt x="438" y="22"/>
                </a:lnTo>
                <a:lnTo>
                  <a:pt x="437" y="22"/>
                </a:lnTo>
                <a:lnTo>
                  <a:pt x="437" y="21"/>
                </a:lnTo>
                <a:lnTo>
                  <a:pt x="437" y="20"/>
                </a:lnTo>
                <a:lnTo>
                  <a:pt x="437" y="19"/>
                </a:lnTo>
                <a:lnTo>
                  <a:pt x="438" y="19"/>
                </a:lnTo>
                <a:lnTo>
                  <a:pt x="439" y="19"/>
                </a:lnTo>
                <a:lnTo>
                  <a:pt x="439" y="18"/>
                </a:lnTo>
                <a:lnTo>
                  <a:pt x="438" y="18"/>
                </a:lnTo>
                <a:lnTo>
                  <a:pt x="437" y="18"/>
                </a:lnTo>
                <a:lnTo>
                  <a:pt x="437" y="17"/>
                </a:lnTo>
                <a:lnTo>
                  <a:pt x="438" y="17"/>
                </a:lnTo>
                <a:lnTo>
                  <a:pt x="438" y="16"/>
                </a:lnTo>
                <a:lnTo>
                  <a:pt x="438" y="15"/>
                </a:lnTo>
                <a:lnTo>
                  <a:pt x="438" y="14"/>
                </a:lnTo>
                <a:lnTo>
                  <a:pt x="437" y="14"/>
                </a:lnTo>
                <a:lnTo>
                  <a:pt x="437" y="13"/>
                </a:lnTo>
                <a:lnTo>
                  <a:pt x="438" y="13"/>
                </a:lnTo>
                <a:lnTo>
                  <a:pt x="437" y="13"/>
                </a:lnTo>
                <a:lnTo>
                  <a:pt x="437" y="12"/>
                </a:lnTo>
                <a:lnTo>
                  <a:pt x="437" y="11"/>
                </a:lnTo>
                <a:lnTo>
                  <a:pt x="437" y="10"/>
                </a:lnTo>
                <a:lnTo>
                  <a:pt x="438" y="10"/>
                </a:lnTo>
                <a:lnTo>
                  <a:pt x="438" y="9"/>
                </a:lnTo>
                <a:lnTo>
                  <a:pt x="438" y="8"/>
                </a:lnTo>
                <a:lnTo>
                  <a:pt x="439" y="7"/>
                </a:lnTo>
                <a:lnTo>
                  <a:pt x="440" y="7"/>
                </a:lnTo>
                <a:lnTo>
                  <a:pt x="441" y="6"/>
                </a:lnTo>
                <a:lnTo>
                  <a:pt x="441" y="5"/>
                </a:lnTo>
                <a:lnTo>
                  <a:pt x="442" y="4"/>
                </a:lnTo>
                <a:lnTo>
                  <a:pt x="442" y="3"/>
                </a:lnTo>
                <a:lnTo>
                  <a:pt x="442" y="2"/>
                </a:lnTo>
                <a:lnTo>
                  <a:pt x="443" y="2"/>
                </a:lnTo>
                <a:lnTo>
                  <a:pt x="443" y="1"/>
                </a:lnTo>
                <a:lnTo>
                  <a:pt x="444" y="1"/>
                </a:lnTo>
                <a:lnTo>
                  <a:pt x="444" y="2"/>
                </a:lnTo>
                <a:lnTo>
                  <a:pt x="445" y="2"/>
                </a:lnTo>
                <a:lnTo>
                  <a:pt x="445" y="1"/>
                </a:lnTo>
                <a:lnTo>
                  <a:pt x="446" y="1"/>
                </a:lnTo>
                <a:lnTo>
                  <a:pt x="445" y="1"/>
                </a:lnTo>
                <a:lnTo>
                  <a:pt x="445" y="0"/>
                </a:lnTo>
                <a:lnTo>
                  <a:pt x="446" y="0"/>
                </a:lnTo>
                <a:lnTo>
                  <a:pt x="446" y="1"/>
                </a:lnTo>
                <a:lnTo>
                  <a:pt x="447" y="1"/>
                </a:lnTo>
                <a:lnTo>
                  <a:pt x="447" y="2"/>
                </a:lnTo>
                <a:lnTo>
                  <a:pt x="450" y="2"/>
                </a:lnTo>
                <a:lnTo>
                  <a:pt x="45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44" name=""/>
          <p:cNvSpPr/>
          <p:nvPr/>
        </p:nvSpPr>
        <p:spPr>
          <a:xfrm>
            <a:off x="7051320" y="369756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3" y="1"/>
                </a:move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5" y="4"/>
                </a:lnTo>
                <a:lnTo>
                  <a:pt x="5" y="2"/>
                </a:lnTo>
                <a:lnTo>
                  <a:pt x="6" y="2"/>
                </a:lnTo>
                <a:lnTo>
                  <a:pt x="6" y="4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45" name=""/>
          <p:cNvSpPr/>
          <p:nvPr/>
        </p:nvSpPr>
        <p:spPr>
          <a:xfrm>
            <a:off x="7054920" y="36972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2"/>
                </a:moveTo>
                <a:lnTo>
                  <a:pt x="1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46" name=""/>
          <p:cNvSpPr/>
          <p:nvPr/>
        </p:nvSpPr>
        <p:spPr>
          <a:xfrm>
            <a:off x="7056000" y="369684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2" y="0"/>
                </a:move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47" name=""/>
          <p:cNvSpPr/>
          <p:nvPr/>
        </p:nvSpPr>
        <p:spPr>
          <a:xfrm>
            <a:off x="7065360" y="3695400"/>
            <a:ext cx="2160" cy="3600"/>
          </a:xfrm>
          <a:custGeom>
            <a:avLst/>
            <a:gdLst/>
            <a:ahLst/>
            <a:rect l="0" t="0" r="r" b="b"/>
            <a:pathLst>
              <a:path w="6" h="10">
                <a:moveTo>
                  <a:pt x="6" y="4"/>
                </a:moveTo>
                <a:lnTo>
                  <a:pt x="5" y="4"/>
                </a:lnTo>
                <a:lnTo>
                  <a:pt x="5" y="5"/>
                </a:lnTo>
                <a:lnTo>
                  <a:pt x="6" y="5"/>
                </a:lnTo>
                <a:lnTo>
                  <a:pt x="6" y="6"/>
                </a:lnTo>
                <a:lnTo>
                  <a:pt x="5" y="7"/>
                </a:lnTo>
                <a:lnTo>
                  <a:pt x="4" y="7"/>
                </a:lnTo>
                <a:lnTo>
                  <a:pt x="4" y="8"/>
                </a:lnTo>
                <a:lnTo>
                  <a:pt x="3" y="8"/>
                </a:lnTo>
                <a:lnTo>
                  <a:pt x="3" y="10"/>
                </a:lnTo>
                <a:lnTo>
                  <a:pt x="1" y="10"/>
                </a:lnTo>
                <a:lnTo>
                  <a:pt x="1" y="8"/>
                </a:lnTo>
                <a:lnTo>
                  <a:pt x="0" y="7"/>
                </a:lnTo>
                <a:lnTo>
                  <a:pt x="1" y="6"/>
                </a:lnTo>
                <a:lnTo>
                  <a:pt x="1" y="5"/>
                </a:lnTo>
                <a:lnTo>
                  <a:pt x="1" y="4"/>
                </a:lnTo>
                <a:lnTo>
                  <a:pt x="1" y="5"/>
                </a:lnTo>
                <a:lnTo>
                  <a:pt x="3" y="5"/>
                </a:lnTo>
                <a:lnTo>
                  <a:pt x="3" y="6"/>
                </a:lnTo>
                <a:lnTo>
                  <a:pt x="4" y="6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3" y="3"/>
                </a:lnTo>
                <a:lnTo>
                  <a:pt x="4" y="3"/>
                </a:lnTo>
                <a:lnTo>
                  <a:pt x="4" y="2"/>
                </a:lnTo>
                <a:lnTo>
                  <a:pt x="4" y="0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48" name=""/>
          <p:cNvSpPr/>
          <p:nvPr/>
        </p:nvSpPr>
        <p:spPr>
          <a:xfrm>
            <a:off x="7053480" y="36964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49" name=""/>
          <p:cNvSpPr/>
          <p:nvPr/>
        </p:nvSpPr>
        <p:spPr>
          <a:xfrm>
            <a:off x="7054200" y="36961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50" name=""/>
          <p:cNvSpPr/>
          <p:nvPr/>
        </p:nvSpPr>
        <p:spPr>
          <a:xfrm>
            <a:off x="7047360" y="36910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2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51" name=""/>
          <p:cNvSpPr/>
          <p:nvPr/>
        </p:nvSpPr>
        <p:spPr>
          <a:xfrm>
            <a:off x="7053120" y="369072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5" y="0"/>
                </a:moveTo>
                <a:lnTo>
                  <a:pt x="5" y="2"/>
                </a:lnTo>
                <a:lnTo>
                  <a:pt x="4" y="2"/>
                </a:lnTo>
                <a:lnTo>
                  <a:pt x="2" y="2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52" name=""/>
          <p:cNvSpPr/>
          <p:nvPr/>
        </p:nvSpPr>
        <p:spPr>
          <a:xfrm>
            <a:off x="7048800" y="3690000"/>
            <a:ext cx="4320" cy="2160"/>
          </a:xfrm>
          <a:custGeom>
            <a:avLst/>
            <a:gdLst/>
            <a:ahLst/>
            <a:rect l="0" t="0" r="r" b="b"/>
            <a:pathLst>
              <a:path w="12" h="6">
                <a:moveTo>
                  <a:pt x="11" y="2"/>
                </a:moveTo>
                <a:lnTo>
                  <a:pt x="12" y="2"/>
                </a:lnTo>
                <a:lnTo>
                  <a:pt x="11" y="3"/>
                </a:lnTo>
                <a:lnTo>
                  <a:pt x="10" y="3"/>
                </a:lnTo>
                <a:lnTo>
                  <a:pt x="9" y="3"/>
                </a:lnTo>
                <a:lnTo>
                  <a:pt x="10" y="3"/>
                </a:lnTo>
                <a:lnTo>
                  <a:pt x="10" y="5"/>
                </a:lnTo>
                <a:lnTo>
                  <a:pt x="9" y="5"/>
                </a:lnTo>
                <a:lnTo>
                  <a:pt x="8" y="5"/>
                </a:lnTo>
                <a:lnTo>
                  <a:pt x="7" y="6"/>
                </a:lnTo>
                <a:lnTo>
                  <a:pt x="7" y="5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7" y="2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2" y="2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lnTo>
                  <a:pt x="1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53" name=""/>
          <p:cNvSpPr/>
          <p:nvPr/>
        </p:nvSpPr>
        <p:spPr>
          <a:xfrm>
            <a:off x="7060320" y="368964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3" y="0"/>
                </a:moveTo>
                <a:lnTo>
                  <a:pt x="5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54" name=""/>
          <p:cNvSpPr/>
          <p:nvPr/>
        </p:nvSpPr>
        <p:spPr>
          <a:xfrm>
            <a:off x="7044480" y="3687840"/>
            <a:ext cx="6480" cy="2520"/>
          </a:xfrm>
          <a:custGeom>
            <a:avLst/>
            <a:gdLst/>
            <a:ahLst/>
            <a:rect l="0" t="0" r="r" b="b"/>
            <a:pathLst>
              <a:path w="18" h="7">
                <a:moveTo>
                  <a:pt x="4" y="1"/>
                </a:move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  <a:lnTo>
                  <a:pt x="5" y="2"/>
                </a:lnTo>
                <a:lnTo>
                  <a:pt x="6" y="1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lnTo>
                  <a:pt x="9" y="3"/>
                </a:lnTo>
                <a:lnTo>
                  <a:pt x="11" y="3"/>
                </a:lnTo>
                <a:lnTo>
                  <a:pt x="12" y="3"/>
                </a:lnTo>
                <a:lnTo>
                  <a:pt x="13" y="3"/>
                </a:lnTo>
                <a:lnTo>
                  <a:pt x="13" y="2"/>
                </a:lnTo>
                <a:lnTo>
                  <a:pt x="14" y="2"/>
                </a:lnTo>
                <a:lnTo>
                  <a:pt x="14" y="3"/>
                </a:lnTo>
                <a:lnTo>
                  <a:pt x="15" y="3"/>
                </a:lnTo>
                <a:lnTo>
                  <a:pt x="15" y="5"/>
                </a:lnTo>
                <a:lnTo>
                  <a:pt x="16" y="5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8" y="5"/>
                </a:lnTo>
                <a:lnTo>
                  <a:pt x="17" y="6"/>
                </a:lnTo>
                <a:lnTo>
                  <a:pt x="16" y="6"/>
                </a:lnTo>
                <a:lnTo>
                  <a:pt x="16" y="7"/>
                </a:lnTo>
                <a:lnTo>
                  <a:pt x="16" y="6"/>
                </a:lnTo>
                <a:lnTo>
                  <a:pt x="15" y="6"/>
                </a:lnTo>
                <a:lnTo>
                  <a:pt x="14" y="6"/>
                </a:lnTo>
                <a:lnTo>
                  <a:pt x="13" y="6"/>
                </a:lnTo>
                <a:lnTo>
                  <a:pt x="12" y="6"/>
                </a:lnTo>
                <a:lnTo>
                  <a:pt x="12" y="5"/>
                </a:lnTo>
                <a:lnTo>
                  <a:pt x="12" y="6"/>
                </a:lnTo>
                <a:lnTo>
                  <a:pt x="12" y="5"/>
                </a:lnTo>
                <a:lnTo>
                  <a:pt x="11" y="5"/>
                </a:lnTo>
                <a:lnTo>
                  <a:pt x="10" y="5"/>
                </a:lnTo>
                <a:lnTo>
                  <a:pt x="9" y="5"/>
                </a:lnTo>
                <a:lnTo>
                  <a:pt x="9" y="6"/>
                </a:lnTo>
                <a:lnTo>
                  <a:pt x="9" y="7"/>
                </a:lnTo>
                <a:lnTo>
                  <a:pt x="7" y="7"/>
                </a:lnTo>
                <a:lnTo>
                  <a:pt x="7" y="6"/>
                </a:lnTo>
                <a:lnTo>
                  <a:pt x="7" y="5"/>
                </a:lnTo>
                <a:lnTo>
                  <a:pt x="6" y="5"/>
                </a:lnTo>
                <a:lnTo>
                  <a:pt x="5" y="5"/>
                </a:lnTo>
                <a:lnTo>
                  <a:pt x="4" y="3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55" name=""/>
          <p:cNvSpPr/>
          <p:nvPr/>
        </p:nvSpPr>
        <p:spPr>
          <a:xfrm>
            <a:off x="7062480" y="36824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1"/>
                </a:moveTo>
                <a:lnTo>
                  <a:pt x="3" y="1"/>
                </a:lnTo>
                <a:lnTo>
                  <a:pt x="5" y="1"/>
                </a:lnTo>
                <a:lnTo>
                  <a:pt x="5" y="2"/>
                </a:lnTo>
                <a:lnTo>
                  <a:pt x="5" y="1"/>
                </a:lnTo>
                <a:lnTo>
                  <a:pt x="3" y="1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56" name=""/>
          <p:cNvSpPr/>
          <p:nvPr/>
        </p:nvSpPr>
        <p:spPr>
          <a:xfrm>
            <a:off x="7062480" y="368064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0"/>
                </a:moveTo>
                <a:lnTo>
                  <a:pt x="2" y="2"/>
                </a:lnTo>
                <a:lnTo>
                  <a:pt x="2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57" name=""/>
          <p:cNvSpPr/>
          <p:nvPr/>
        </p:nvSpPr>
        <p:spPr>
          <a:xfrm>
            <a:off x="7063920" y="3680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58" name=""/>
          <p:cNvSpPr/>
          <p:nvPr/>
        </p:nvSpPr>
        <p:spPr>
          <a:xfrm>
            <a:off x="7058880" y="3678840"/>
            <a:ext cx="3240" cy="2520"/>
          </a:xfrm>
          <a:custGeom>
            <a:avLst/>
            <a:gdLst/>
            <a:ahLst/>
            <a:rect l="0" t="0" r="r" b="b"/>
            <a:pathLst>
              <a:path w="9" h="7">
                <a:moveTo>
                  <a:pt x="6" y="0"/>
                </a:moveTo>
                <a:lnTo>
                  <a:pt x="7" y="0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3"/>
                </a:lnTo>
                <a:lnTo>
                  <a:pt x="9" y="4"/>
                </a:lnTo>
                <a:lnTo>
                  <a:pt x="8" y="5"/>
                </a:lnTo>
                <a:lnTo>
                  <a:pt x="8" y="6"/>
                </a:lnTo>
                <a:lnTo>
                  <a:pt x="7" y="6"/>
                </a:lnTo>
                <a:lnTo>
                  <a:pt x="7" y="7"/>
                </a:lnTo>
                <a:lnTo>
                  <a:pt x="6" y="7"/>
                </a:lnTo>
                <a:lnTo>
                  <a:pt x="5" y="7"/>
                </a:lnTo>
                <a:lnTo>
                  <a:pt x="3" y="7"/>
                </a:lnTo>
                <a:lnTo>
                  <a:pt x="3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2" y="1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3" y="0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59" name=""/>
          <p:cNvSpPr/>
          <p:nvPr/>
        </p:nvSpPr>
        <p:spPr>
          <a:xfrm>
            <a:off x="7061760" y="3675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60" name=""/>
          <p:cNvSpPr/>
          <p:nvPr/>
        </p:nvSpPr>
        <p:spPr>
          <a:xfrm>
            <a:off x="7083720" y="3671280"/>
            <a:ext cx="2520" cy="1080"/>
          </a:xfrm>
          <a:custGeom>
            <a:avLst/>
            <a:gdLst/>
            <a:ahLst/>
            <a:rect l="0" t="0" r="r" b="b"/>
            <a:pathLst>
              <a:path w="7" h="3">
                <a:moveTo>
                  <a:pt x="5" y="2"/>
                </a:moveTo>
                <a:lnTo>
                  <a:pt x="7" y="2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2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61" name=""/>
          <p:cNvSpPr/>
          <p:nvPr/>
        </p:nvSpPr>
        <p:spPr>
          <a:xfrm>
            <a:off x="7086960" y="36698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62" name=""/>
          <p:cNvSpPr/>
          <p:nvPr/>
        </p:nvSpPr>
        <p:spPr>
          <a:xfrm>
            <a:off x="7121160" y="36460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63" name=""/>
          <p:cNvSpPr/>
          <p:nvPr/>
        </p:nvSpPr>
        <p:spPr>
          <a:xfrm>
            <a:off x="7306200" y="35715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64" name=""/>
          <p:cNvSpPr/>
          <p:nvPr/>
        </p:nvSpPr>
        <p:spPr>
          <a:xfrm>
            <a:off x="7304040" y="35658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65" name=""/>
          <p:cNvSpPr/>
          <p:nvPr/>
        </p:nvSpPr>
        <p:spPr>
          <a:xfrm>
            <a:off x="7295760" y="355824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66" name=""/>
          <p:cNvSpPr/>
          <p:nvPr/>
        </p:nvSpPr>
        <p:spPr>
          <a:xfrm>
            <a:off x="7295760" y="355752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67" name=""/>
          <p:cNvSpPr/>
          <p:nvPr/>
        </p:nvSpPr>
        <p:spPr>
          <a:xfrm>
            <a:off x="7296480" y="35568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68" name=""/>
          <p:cNvSpPr/>
          <p:nvPr/>
        </p:nvSpPr>
        <p:spPr>
          <a:xfrm>
            <a:off x="7016760" y="3430440"/>
            <a:ext cx="313920" cy="200520"/>
          </a:xfrm>
          <a:custGeom>
            <a:avLst/>
            <a:gdLst/>
            <a:ahLst/>
            <a:rect l="0" t="0" r="r" b="b"/>
            <a:pathLst>
              <a:path w="872" h="557">
                <a:moveTo>
                  <a:pt x="205" y="1"/>
                </a:moveTo>
                <a:lnTo>
                  <a:pt x="204" y="1"/>
                </a:lnTo>
                <a:lnTo>
                  <a:pt x="205" y="1"/>
                </a:lnTo>
                <a:lnTo>
                  <a:pt x="205" y="2"/>
                </a:lnTo>
                <a:lnTo>
                  <a:pt x="205" y="3"/>
                </a:lnTo>
                <a:lnTo>
                  <a:pt x="204" y="3"/>
                </a:lnTo>
                <a:lnTo>
                  <a:pt x="204" y="4"/>
                </a:lnTo>
                <a:lnTo>
                  <a:pt x="205" y="4"/>
                </a:lnTo>
                <a:lnTo>
                  <a:pt x="206" y="5"/>
                </a:lnTo>
                <a:lnTo>
                  <a:pt x="206" y="4"/>
                </a:lnTo>
                <a:lnTo>
                  <a:pt x="207" y="4"/>
                </a:lnTo>
                <a:lnTo>
                  <a:pt x="207" y="3"/>
                </a:lnTo>
                <a:lnTo>
                  <a:pt x="207" y="2"/>
                </a:lnTo>
                <a:lnTo>
                  <a:pt x="207" y="1"/>
                </a:lnTo>
                <a:lnTo>
                  <a:pt x="209" y="1"/>
                </a:lnTo>
                <a:lnTo>
                  <a:pt x="210" y="1"/>
                </a:lnTo>
                <a:lnTo>
                  <a:pt x="210" y="2"/>
                </a:lnTo>
                <a:lnTo>
                  <a:pt x="210" y="3"/>
                </a:lnTo>
                <a:lnTo>
                  <a:pt x="210" y="4"/>
                </a:lnTo>
                <a:lnTo>
                  <a:pt x="209" y="4"/>
                </a:lnTo>
                <a:lnTo>
                  <a:pt x="209" y="5"/>
                </a:lnTo>
                <a:lnTo>
                  <a:pt x="209" y="6"/>
                </a:lnTo>
                <a:lnTo>
                  <a:pt x="210" y="6"/>
                </a:lnTo>
                <a:lnTo>
                  <a:pt x="211" y="7"/>
                </a:lnTo>
                <a:lnTo>
                  <a:pt x="211" y="8"/>
                </a:lnTo>
                <a:lnTo>
                  <a:pt x="212" y="8"/>
                </a:lnTo>
                <a:lnTo>
                  <a:pt x="211" y="8"/>
                </a:lnTo>
                <a:lnTo>
                  <a:pt x="211" y="9"/>
                </a:lnTo>
                <a:lnTo>
                  <a:pt x="210" y="9"/>
                </a:lnTo>
                <a:lnTo>
                  <a:pt x="209" y="9"/>
                </a:lnTo>
                <a:lnTo>
                  <a:pt x="209" y="10"/>
                </a:lnTo>
                <a:lnTo>
                  <a:pt x="209" y="11"/>
                </a:lnTo>
                <a:lnTo>
                  <a:pt x="210" y="11"/>
                </a:lnTo>
                <a:lnTo>
                  <a:pt x="211" y="12"/>
                </a:lnTo>
                <a:lnTo>
                  <a:pt x="211" y="13"/>
                </a:lnTo>
                <a:lnTo>
                  <a:pt x="211" y="14"/>
                </a:lnTo>
                <a:lnTo>
                  <a:pt x="212" y="14"/>
                </a:lnTo>
                <a:lnTo>
                  <a:pt x="213" y="14"/>
                </a:lnTo>
                <a:lnTo>
                  <a:pt x="214" y="14"/>
                </a:lnTo>
                <a:lnTo>
                  <a:pt x="214" y="15"/>
                </a:lnTo>
                <a:lnTo>
                  <a:pt x="213" y="15"/>
                </a:lnTo>
                <a:lnTo>
                  <a:pt x="213" y="16"/>
                </a:lnTo>
                <a:lnTo>
                  <a:pt x="212" y="16"/>
                </a:lnTo>
                <a:lnTo>
                  <a:pt x="212" y="17"/>
                </a:lnTo>
                <a:lnTo>
                  <a:pt x="213" y="17"/>
                </a:lnTo>
                <a:lnTo>
                  <a:pt x="214" y="18"/>
                </a:lnTo>
                <a:lnTo>
                  <a:pt x="215" y="18"/>
                </a:lnTo>
                <a:lnTo>
                  <a:pt x="215" y="19"/>
                </a:lnTo>
                <a:lnTo>
                  <a:pt x="214" y="19"/>
                </a:lnTo>
                <a:lnTo>
                  <a:pt x="214" y="20"/>
                </a:lnTo>
                <a:lnTo>
                  <a:pt x="213" y="20"/>
                </a:lnTo>
                <a:lnTo>
                  <a:pt x="212" y="20"/>
                </a:lnTo>
                <a:lnTo>
                  <a:pt x="212" y="21"/>
                </a:lnTo>
                <a:lnTo>
                  <a:pt x="213" y="21"/>
                </a:lnTo>
                <a:lnTo>
                  <a:pt x="214" y="21"/>
                </a:lnTo>
                <a:lnTo>
                  <a:pt x="215" y="22"/>
                </a:lnTo>
                <a:lnTo>
                  <a:pt x="215" y="23"/>
                </a:lnTo>
                <a:lnTo>
                  <a:pt x="214" y="23"/>
                </a:lnTo>
                <a:lnTo>
                  <a:pt x="214" y="24"/>
                </a:lnTo>
                <a:lnTo>
                  <a:pt x="213" y="24"/>
                </a:lnTo>
                <a:lnTo>
                  <a:pt x="214" y="25"/>
                </a:lnTo>
                <a:lnTo>
                  <a:pt x="215" y="25"/>
                </a:lnTo>
                <a:lnTo>
                  <a:pt x="216" y="26"/>
                </a:lnTo>
                <a:lnTo>
                  <a:pt x="217" y="27"/>
                </a:lnTo>
                <a:lnTo>
                  <a:pt x="217" y="28"/>
                </a:lnTo>
                <a:lnTo>
                  <a:pt x="217" y="29"/>
                </a:lnTo>
                <a:lnTo>
                  <a:pt x="216" y="29"/>
                </a:lnTo>
                <a:lnTo>
                  <a:pt x="215" y="29"/>
                </a:lnTo>
                <a:lnTo>
                  <a:pt x="214" y="29"/>
                </a:lnTo>
                <a:lnTo>
                  <a:pt x="213" y="29"/>
                </a:lnTo>
                <a:lnTo>
                  <a:pt x="212" y="29"/>
                </a:lnTo>
                <a:lnTo>
                  <a:pt x="212" y="30"/>
                </a:lnTo>
                <a:lnTo>
                  <a:pt x="213" y="30"/>
                </a:lnTo>
                <a:lnTo>
                  <a:pt x="213" y="31"/>
                </a:lnTo>
                <a:lnTo>
                  <a:pt x="214" y="31"/>
                </a:lnTo>
                <a:lnTo>
                  <a:pt x="215" y="31"/>
                </a:lnTo>
                <a:lnTo>
                  <a:pt x="215" y="32"/>
                </a:lnTo>
                <a:lnTo>
                  <a:pt x="214" y="33"/>
                </a:lnTo>
                <a:lnTo>
                  <a:pt x="213" y="33"/>
                </a:lnTo>
                <a:lnTo>
                  <a:pt x="212" y="33"/>
                </a:lnTo>
                <a:lnTo>
                  <a:pt x="211" y="33"/>
                </a:lnTo>
                <a:lnTo>
                  <a:pt x="210" y="34"/>
                </a:lnTo>
                <a:lnTo>
                  <a:pt x="210" y="35"/>
                </a:lnTo>
                <a:lnTo>
                  <a:pt x="210" y="36"/>
                </a:lnTo>
                <a:lnTo>
                  <a:pt x="210" y="37"/>
                </a:lnTo>
                <a:lnTo>
                  <a:pt x="210" y="38"/>
                </a:lnTo>
                <a:lnTo>
                  <a:pt x="211" y="38"/>
                </a:lnTo>
                <a:lnTo>
                  <a:pt x="211" y="39"/>
                </a:lnTo>
                <a:lnTo>
                  <a:pt x="212" y="39"/>
                </a:lnTo>
                <a:lnTo>
                  <a:pt x="212" y="40"/>
                </a:lnTo>
                <a:lnTo>
                  <a:pt x="213" y="40"/>
                </a:lnTo>
                <a:lnTo>
                  <a:pt x="213" y="41"/>
                </a:lnTo>
                <a:lnTo>
                  <a:pt x="214" y="41"/>
                </a:lnTo>
                <a:lnTo>
                  <a:pt x="215" y="41"/>
                </a:lnTo>
                <a:lnTo>
                  <a:pt x="216" y="41"/>
                </a:lnTo>
                <a:lnTo>
                  <a:pt x="217" y="42"/>
                </a:lnTo>
                <a:lnTo>
                  <a:pt x="218" y="42"/>
                </a:lnTo>
                <a:lnTo>
                  <a:pt x="219" y="42"/>
                </a:lnTo>
                <a:lnTo>
                  <a:pt x="219" y="43"/>
                </a:lnTo>
                <a:lnTo>
                  <a:pt x="219" y="44"/>
                </a:lnTo>
                <a:lnTo>
                  <a:pt x="219" y="45"/>
                </a:lnTo>
                <a:lnTo>
                  <a:pt x="219" y="46"/>
                </a:lnTo>
                <a:lnTo>
                  <a:pt x="220" y="46"/>
                </a:lnTo>
                <a:lnTo>
                  <a:pt x="220" y="47"/>
                </a:lnTo>
                <a:lnTo>
                  <a:pt x="219" y="47"/>
                </a:lnTo>
                <a:lnTo>
                  <a:pt x="218" y="47"/>
                </a:lnTo>
                <a:lnTo>
                  <a:pt x="217" y="47"/>
                </a:lnTo>
                <a:lnTo>
                  <a:pt x="216" y="47"/>
                </a:lnTo>
                <a:lnTo>
                  <a:pt x="216" y="48"/>
                </a:lnTo>
                <a:lnTo>
                  <a:pt x="216" y="49"/>
                </a:lnTo>
                <a:lnTo>
                  <a:pt x="217" y="49"/>
                </a:lnTo>
                <a:lnTo>
                  <a:pt x="217" y="50"/>
                </a:lnTo>
                <a:lnTo>
                  <a:pt x="218" y="50"/>
                </a:lnTo>
                <a:lnTo>
                  <a:pt x="218" y="51"/>
                </a:lnTo>
                <a:lnTo>
                  <a:pt x="219" y="51"/>
                </a:lnTo>
                <a:lnTo>
                  <a:pt x="219" y="52"/>
                </a:lnTo>
                <a:lnTo>
                  <a:pt x="218" y="52"/>
                </a:lnTo>
                <a:lnTo>
                  <a:pt x="217" y="52"/>
                </a:lnTo>
                <a:lnTo>
                  <a:pt x="216" y="53"/>
                </a:lnTo>
                <a:lnTo>
                  <a:pt x="214" y="53"/>
                </a:lnTo>
                <a:lnTo>
                  <a:pt x="213" y="54"/>
                </a:lnTo>
                <a:lnTo>
                  <a:pt x="213" y="55"/>
                </a:lnTo>
                <a:lnTo>
                  <a:pt x="214" y="55"/>
                </a:lnTo>
                <a:lnTo>
                  <a:pt x="214" y="56"/>
                </a:lnTo>
                <a:lnTo>
                  <a:pt x="215" y="56"/>
                </a:lnTo>
                <a:lnTo>
                  <a:pt x="215" y="57"/>
                </a:lnTo>
                <a:lnTo>
                  <a:pt x="216" y="56"/>
                </a:lnTo>
                <a:lnTo>
                  <a:pt x="217" y="56"/>
                </a:lnTo>
                <a:lnTo>
                  <a:pt x="218" y="56"/>
                </a:lnTo>
                <a:lnTo>
                  <a:pt x="219" y="57"/>
                </a:lnTo>
                <a:lnTo>
                  <a:pt x="220" y="57"/>
                </a:lnTo>
                <a:lnTo>
                  <a:pt x="220" y="58"/>
                </a:lnTo>
                <a:lnTo>
                  <a:pt x="221" y="58"/>
                </a:lnTo>
                <a:lnTo>
                  <a:pt x="221" y="59"/>
                </a:lnTo>
                <a:lnTo>
                  <a:pt x="222" y="59"/>
                </a:lnTo>
                <a:lnTo>
                  <a:pt x="222" y="60"/>
                </a:lnTo>
                <a:lnTo>
                  <a:pt x="222" y="61"/>
                </a:lnTo>
                <a:lnTo>
                  <a:pt x="222" y="62"/>
                </a:lnTo>
                <a:lnTo>
                  <a:pt x="223" y="62"/>
                </a:lnTo>
                <a:lnTo>
                  <a:pt x="224" y="62"/>
                </a:lnTo>
                <a:lnTo>
                  <a:pt x="225" y="62"/>
                </a:lnTo>
                <a:lnTo>
                  <a:pt x="226" y="63"/>
                </a:lnTo>
                <a:lnTo>
                  <a:pt x="226" y="64"/>
                </a:lnTo>
                <a:lnTo>
                  <a:pt x="225" y="64"/>
                </a:lnTo>
                <a:lnTo>
                  <a:pt x="224" y="65"/>
                </a:lnTo>
                <a:lnTo>
                  <a:pt x="226" y="65"/>
                </a:lnTo>
                <a:lnTo>
                  <a:pt x="227" y="65"/>
                </a:lnTo>
                <a:lnTo>
                  <a:pt x="227" y="66"/>
                </a:lnTo>
                <a:lnTo>
                  <a:pt x="226" y="67"/>
                </a:lnTo>
                <a:lnTo>
                  <a:pt x="226" y="68"/>
                </a:lnTo>
                <a:lnTo>
                  <a:pt x="226" y="69"/>
                </a:lnTo>
                <a:lnTo>
                  <a:pt x="226" y="70"/>
                </a:lnTo>
                <a:lnTo>
                  <a:pt x="227" y="70"/>
                </a:lnTo>
                <a:lnTo>
                  <a:pt x="228" y="70"/>
                </a:lnTo>
                <a:lnTo>
                  <a:pt x="229" y="70"/>
                </a:lnTo>
                <a:lnTo>
                  <a:pt x="230" y="70"/>
                </a:lnTo>
                <a:lnTo>
                  <a:pt x="231" y="70"/>
                </a:lnTo>
                <a:lnTo>
                  <a:pt x="232" y="69"/>
                </a:lnTo>
                <a:lnTo>
                  <a:pt x="233" y="69"/>
                </a:lnTo>
                <a:lnTo>
                  <a:pt x="233" y="68"/>
                </a:lnTo>
                <a:lnTo>
                  <a:pt x="234" y="68"/>
                </a:lnTo>
                <a:lnTo>
                  <a:pt x="235" y="69"/>
                </a:lnTo>
                <a:lnTo>
                  <a:pt x="235" y="70"/>
                </a:lnTo>
                <a:lnTo>
                  <a:pt x="234" y="70"/>
                </a:lnTo>
                <a:lnTo>
                  <a:pt x="233" y="71"/>
                </a:lnTo>
                <a:lnTo>
                  <a:pt x="233" y="72"/>
                </a:lnTo>
                <a:lnTo>
                  <a:pt x="234" y="72"/>
                </a:lnTo>
                <a:lnTo>
                  <a:pt x="234" y="73"/>
                </a:lnTo>
                <a:lnTo>
                  <a:pt x="235" y="73"/>
                </a:lnTo>
                <a:lnTo>
                  <a:pt x="236" y="73"/>
                </a:lnTo>
                <a:lnTo>
                  <a:pt x="237" y="73"/>
                </a:lnTo>
                <a:lnTo>
                  <a:pt x="238" y="73"/>
                </a:lnTo>
                <a:lnTo>
                  <a:pt x="238" y="74"/>
                </a:lnTo>
                <a:lnTo>
                  <a:pt x="237" y="74"/>
                </a:lnTo>
                <a:lnTo>
                  <a:pt x="237" y="75"/>
                </a:lnTo>
                <a:lnTo>
                  <a:pt x="237" y="76"/>
                </a:lnTo>
                <a:lnTo>
                  <a:pt x="237" y="77"/>
                </a:lnTo>
                <a:lnTo>
                  <a:pt x="238" y="77"/>
                </a:lnTo>
                <a:lnTo>
                  <a:pt x="239" y="78"/>
                </a:lnTo>
                <a:lnTo>
                  <a:pt x="240" y="78"/>
                </a:lnTo>
                <a:lnTo>
                  <a:pt x="241" y="78"/>
                </a:lnTo>
                <a:lnTo>
                  <a:pt x="242" y="78"/>
                </a:lnTo>
                <a:lnTo>
                  <a:pt x="243" y="77"/>
                </a:lnTo>
                <a:lnTo>
                  <a:pt x="244" y="77"/>
                </a:lnTo>
                <a:lnTo>
                  <a:pt x="245" y="77"/>
                </a:lnTo>
                <a:lnTo>
                  <a:pt x="246" y="78"/>
                </a:lnTo>
                <a:lnTo>
                  <a:pt x="246" y="79"/>
                </a:lnTo>
                <a:lnTo>
                  <a:pt x="246" y="80"/>
                </a:lnTo>
                <a:lnTo>
                  <a:pt x="246" y="81"/>
                </a:lnTo>
                <a:lnTo>
                  <a:pt x="246" y="82"/>
                </a:lnTo>
                <a:lnTo>
                  <a:pt x="245" y="82"/>
                </a:lnTo>
                <a:lnTo>
                  <a:pt x="245" y="83"/>
                </a:lnTo>
                <a:lnTo>
                  <a:pt x="245" y="84"/>
                </a:lnTo>
                <a:lnTo>
                  <a:pt x="246" y="84"/>
                </a:lnTo>
                <a:lnTo>
                  <a:pt x="246" y="85"/>
                </a:lnTo>
                <a:lnTo>
                  <a:pt x="247" y="85"/>
                </a:lnTo>
                <a:lnTo>
                  <a:pt x="247" y="86"/>
                </a:lnTo>
                <a:lnTo>
                  <a:pt x="247" y="87"/>
                </a:lnTo>
                <a:lnTo>
                  <a:pt x="248" y="87"/>
                </a:lnTo>
                <a:lnTo>
                  <a:pt x="248" y="88"/>
                </a:lnTo>
                <a:lnTo>
                  <a:pt x="249" y="88"/>
                </a:lnTo>
                <a:lnTo>
                  <a:pt x="250" y="88"/>
                </a:lnTo>
                <a:lnTo>
                  <a:pt x="251" y="88"/>
                </a:lnTo>
                <a:lnTo>
                  <a:pt x="251" y="87"/>
                </a:lnTo>
                <a:lnTo>
                  <a:pt x="252" y="87"/>
                </a:lnTo>
                <a:lnTo>
                  <a:pt x="253" y="87"/>
                </a:lnTo>
                <a:lnTo>
                  <a:pt x="254" y="86"/>
                </a:lnTo>
                <a:lnTo>
                  <a:pt x="255" y="86"/>
                </a:lnTo>
                <a:lnTo>
                  <a:pt x="256" y="86"/>
                </a:lnTo>
                <a:lnTo>
                  <a:pt x="257" y="87"/>
                </a:lnTo>
                <a:lnTo>
                  <a:pt x="257" y="88"/>
                </a:lnTo>
                <a:lnTo>
                  <a:pt x="258" y="88"/>
                </a:lnTo>
                <a:lnTo>
                  <a:pt x="258" y="89"/>
                </a:lnTo>
                <a:lnTo>
                  <a:pt x="259" y="89"/>
                </a:lnTo>
                <a:lnTo>
                  <a:pt x="259" y="90"/>
                </a:lnTo>
                <a:lnTo>
                  <a:pt x="260" y="90"/>
                </a:lnTo>
                <a:lnTo>
                  <a:pt x="261" y="90"/>
                </a:lnTo>
                <a:lnTo>
                  <a:pt x="261" y="91"/>
                </a:lnTo>
                <a:lnTo>
                  <a:pt x="262" y="91"/>
                </a:lnTo>
                <a:lnTo>
                  <a:pt x="263" y="91"/>
                </a:lnTo>
                <a:lnTo>
                  <a:pt x="264" y="91"/>
                </a:lnTo>
                <a:lnTo>
                  <a:pt x="264" y="90"/>
                </a:lnTo>
                <a:lnTo>
                  <a:pt x="265" y="90"/>
                </a:lnTo>
                <a:lnTo>
                  <a:pt x="266" y="90"/>
                </a:lnTo>
                <a:lnTo>
                  <a:pt x="266" y="89"/>
                </a:lnTo>
                <a:lnTo>
                  <a:pt x="266" y="88"/>
                </a:lnTo>
                <a:lnTo>
                  <a:pt x="265" y="88"/>
                </a:lnTo>
                <a:lnTo>
                  <a:pt x="265" y="87"/>
                </a:lnTo>
                <a:lnTo>
                  <a:pt x="266" y="87"/>
                </a:lnTo>
                <a:lnTo>
                  <a:pt x="267" y="87"/>
                </a:lnTo>
                <a:lnTo>
                  <a:pt x="268" y="87"/>
                </a:lnTo>
                <a:lnTo>
                  <a:pt x="268" y="88"/>
                </a:lnTo>
                <a:lnTo>
                  <a:pt x="269" y="88"/>
                </a:lnTo>
                <a:lnTo>
                  <a:pt x="270" y="89"/>
                </a:lnTo>
                <a:lnTo>
                  <a:pt x="272" y="89"/>
                </a:lnTo>
                <a:lnTo>
                  <a:pt x="272" y="88"/>
                </a:lnTo>
                <a:lnTo>
                  <a:pt x="273" y="88"/>
                </a:lnTo>
                <a:lnTo>
                  <a:pt x="274" y="88"/>
                </a:lnTo>
                <a:lnTo>
                  <a:pt x="274" y="87"/>
                </a:lnTo>
                <a:lnTo>
                  <a:pt x="275" y="87"/>
                </a:lnTo>
                <a:lnTo>
                  <a:pt x="276" y="87"/>
                </a:lnTo>
                <a:lnTo>
                  <a:pt x="277" y="87"/>
                </a:lnTo>
                <a:lnTo>
                  <a:pt x="278" y="88"/>
                </a:lnTo>
                <a:lnTo>
                  <a:pt x="279" y="88"/>
                </a:lnTo>
                <a:lnTo>
                  <a:pt x="280" y="88"/>
                </a:lnTo>
                <a:lnTo>
                  <a:pt x="280" y="87"/>
                </a:lnTo>
                <a:lnTo>
                  <a:pt x="281" y="86"/>
                </a:lnTo>
                <a:lnTo>
                  <a:pt x="281" y="85"/>
                </a:lnTo>
                <a:lnTo>
                  <a:pt x="282" y="85"/>
                </a:lnTo>
                <a:lnTo>
                  <a:pt x="283" y="85"/>
                </a:lnTo>
                <a:lnTo>
                  <a:pt x="284" y="85"/>
                </a:lnTo>
                <a:lnTo>
                  <a:pt x="283" y="86"/>
                </a:lnTo>
                <a:lnTo>
                  <a:pt x="283" y="87"/>
                </a:lnTo>
                <a:lnTo>
                  <a:pt x="283" y="88"/>
                </a:lnTo>
                <a:lnTo>
                  <a:pt x="284" y="88"/>
                </a:lnTo>
                <a:lnTo>
                  <a:pt x="284" y="89"/>
                </a:lnTo>
                <a:lnTo>
                  <a:pt x="285" y="88"/>
                </a:lnTo>
                <a:lnTo>
                  <a:pt x="286" y="88"/>
                </a:lnTo>
                <a:lnTo>
                  <a:pt x="287" y="87"/>
                </a:lnTo>
                <a:lnTo>
                  <a:pt x="288" y="87"/>
                </a:lnTo>
                <a:lnTo>
                  <a:pt x="288" y="86"/>
                </a:lnTo>
                <a:lnTo>
                  <a:pt x="289" y="86"/>
                </a:lnTo>
                <a:lnTo>
                  <a:pt x="289" y="87"/>
                </a:lnTo>
                <a:lnTo>
                  <a:pt x="290" y="87"/>
                </a:lnTo>
                <a:lnTo>
                  <a:pt x="291" y="88"/>
                </a:lnTo>
                <a:lnTo>
                  <a:pt x="292" y="88"/>
                </a:lnTo>
                <a:lnTo>
                  <a:pt x="293" y="88"/>
                </a:lnTo>
                <a:lnTo>
                  <a:pt x="294" y="88"/>
                </a:lnTo>
                <a:lnTo>
                  <a:pt x="294" y="86"/>
                </a:lnTo>
                <a:lnTo>
                  <a:pt x="293" y="86"/>
                </a:lnTo>
                <a:lnTo>
                  <a:pt x="293" y="85"/>
                </a:lnTo>
                <a:lnTo>
                  <a:pt x="293" y="84"/>
                </a:lnTo>
                <a:lnTo>
                  <a:pt x="293" y="83"/>
                </a:lnTo>
                <a:lnTo>
                  <a:pt x="293" y="82"/>
                </a:lnTo>
                <a:lnTo>
                  <a:pt x="294" y="82"/>
                </a:lnTo>
                <a:lnTo>
                  <a:pt x="294" y="81"/>
                </a:lnTo>
                <a:lnTo>
                  <a:pt x="295" y="80"/>
                </a:lnTo>
                <a:lnTo>
                  <a:pt x="295" y="78"/>
                </a:lnTo>
                <a:lnTo>
                  <a:pt x="296" y="78"/>
                </a:lnTo>
                <a:lnTo>
                  <a:pt x="297" y="78"/>
                </a:lnTo>
                <a:lnTo>
                  <a:pt x="298" y="79"/>
                </a:lnTo>
                <a:lnTo>
                  <a:pt x="298" y="80"/>
                </a:lnTo>
                <a:lnTo>
                  <a:pt x="298" y="81"/>
                </a:lnTo>
                <a:lnTo>
                  <a:pt x="298" y="82"/>
                </a:lnTo>
                <a:lnTo>
                  <a:pt x="299" y="82"/>
                </a:lnTo>
                <a:lnTo>
                  <a:pt x="301" y="82"/>
                </a:lnTo>
                <a:lnTo>
                  <a:pt x="302" y="83"/>
                </a:lnTo>
                <a:lnTo>
                  <a:pt x="303" y="83"/>
                </a:lnTo>
                <a:lnTo>
                  <a:pt x="304" y="83"/>
                </a:lnTo>
                <a:lnTo>
                  <a:pt x="306" y="83"/>
                </a:lnTo>
                <a:lnTo>
                  <a:pt x="306" y="85"/>
                </a:lnTo>
                <a:lnTo>
                  <a:pt x="306" y="86"/>
                </a:lnTo>
                <a:lnTo>
                  <a:pt x="307" y="86"/>
                </a:lnTo>
                <a:lnTo>
                  <a:pt x="307" y="88"/>
                </a:lnTo>
                <a:lnTo>
                  <a:pt x="308" y="89"/>
                </a:lnTo>
                <a:lnTo>
                  <a:pt x="308" y="90"/>
                </a:lnTo>
                <a:lnTo>
                  <a:pt x="309" y="90"/>
                </a:lnTo>
                <a:lnTo>
                  <a:pt x="310" y="90"/>
                </a:lnTo>
                <a:lnTo>
                  <a:pt x="311" y="90"/>
                </a:lnTo>
                <a:lnTo>
                  <a:pt x="312" y="90"/>
                </a:lnTo>
                <a:lnTo>
                  <a:pt x="312" y="91"/>
                </a:lnTo>
                <a:lnTo>
                  <a:pt x="311" y="91"/>
                </a:lnTo>
                <a:lnTo>
                  <a:pt x="311" y="92"/>
                </a:lnTo>
                <a:lnTo>
                  <a:pt x="310" y="92"/>
                </a:lnTo>
                <a:lnTo>
                  <a:pt x="309" y="92"/>
                </a:lnTo>
                <a:lnTo>
                  <a:pt x="309" y="93"/>
                </a:lnTo>
                <a:lnTo>
                  <a:pt x="309" y="94"/>
                </a:lnTo>
                <a:lnTo>
                  <a:pt x="310" y="94"/>
                </a:lnTo>
                <a:lnTo>
                  <a:pt x="311" y="94"/>
                </a:lnTo>
                <a:lnTo>
                  <a:pt x="312" y="94"/>
                </a:lnTo>
                <a:lnTo>
                  <a:pt x="313" y="94"/>
                </a:lnTo>
                <a:lnTo>
                  <a:pt x="313" y="93"/>
                </a:lnTo>
                <a:lnTo>
                  <a:pt x="314" y="93"/>
                </a:lnTo>
                <a:lnTo>
                  <a:pt x="315" y="92"/>
                </a:lnTo>
                <a:lnTo>
                  <a:pt x="316" y="91"/>
                </a:lnTo>
                <a:lnTo>
                  <a:pt x="317" y="91"/>
                </a:lnTo>
                <a:lnTo>
                  <a:pt x="318" y="92"/>
                </a:lnTo>
                <a:lnTo>
                  <a:pt x="319" y="92"/>
                </a:lnTo>
                <a:lnTo>
                  <a:pt x="320" y="92"/>
                </a:lnTo>
                <a:lnTo>
                  <a:pt x="321" y="92"/>
                </a:lnTo>
                <a:lnTo>
                  <a:pt x="322" y="92"/>
                </a:lnTo>
                <a:lnTo>
                  <a:pt x="323" y="91"/>
                </a:lnTo>
                <a:lnTo>
                  <a:pt x="324" y="91"/>
                </a:lnTo>
                <a:lnTo>
                  <a:pt x="326" y="90"/>
                </a:lnTo>
                <a:lnTo>
                  <a:pt x="327" y="90"/>
                </a:lnTo>
                <a:lnTo>
                  <a:pt x="328" y="91"/>
                </a:lnTo>
                <a:lnTo>
                  <a:pt x="329" y="91"/>
                </a:lnTo>
                <a:lnTo>
                  <a:pt x="330" y="91"/>
                </a:lnTo>
                <a:lnTo>
                  <a:pt x="330" y="92"/>
                </a:lnTo>
                <a:lnTo>
                  <a:pt x="331" y="92"/>
                </a:lnTo>
                <a:lnTo>
                  <a:pt x="332" y="92"/>
                </a:lnTo>
                <a:lnTo>
                  <a:pt x="332" y="91"/>
                </a:lnTo>
                <a:lnTo>
                  <a:pt x="331" y="91"/>
                </a:lnTo>
                <a:lnTo>
                  <a:pt x="331" y="90"/>
                </a:lnTo>
                <a:lnTo>
                  <a:pt x="332" y="90"/>
                </a:lnTo>
                <a:lnTo>
                  <a:pt x="333" y="90"/>
                </a:lnTo>
                <a:lnTo>
                  <a:pt x="333" y="91"/>
                </a:lnTo>
                <a:lnTo>
                  <a:pt x="334" y="92"/>
                </a:lnTo>
                <a:lnTo>
                  <a:pt x="334" y="93"/>
                </a:lnTo>
                <a:lnTo>
                  <a:pt x="335" y="93"/>
                </a:lnTo>
                <a:lnTo>
                  <a:pt x="336" y="93"/>
                </a:lnTo>
                <a:lnTo>
                  <a:pt x="337" y="93"/>
                </a:lnTo>
                <a:lnTo>
                  <a:pt x="339" y="91"/>
                </a:lnTo>
                <a:lnTo>
                  <a:pt x="340" y="90"/>
                </a:lnTo>
                <a:lnTo>
                  <a:pt x="341" y="89"/>
                </a:lnTo>
                <a:lnTo>
                  <a:pt x="341" y="87"/>
                </a:lnTo>
                <a:lnTo>
                  <a:pt x="342" y="87"/>
                </a:lnTo>
                <a:lnTo>
                  <a:pt x="342" y="86"/>
                </a:lnTo>
                <a:lnTo>
                  <a:pt x="342" y="85"/>
                </a:lnTo>
                <a:lnTo>
                  <a:pt x="341" y="84"/>
                </a:lnTo>
                <a:lnTo>
                  <a:pt x="341" y="83"/>
                </a:lnTo>
                <a:lnTo>
                  <a:pt x="342" y="83"/>
                </a:lnTo>
                <a:lnTo>
                  <a:pt x="343" y="84"/>
                </a:lnTo>
                <a:lnTo>
                  <a:pt x="344" y="84"/>
                </a:lnTo>
                <a:lnTo>
                  <a:pt x="344" y="83"/>
                </a:lnTo>
                <a:lnTo>
                  <a:pt x="345" y="83"/>
                </a:lnTo>
                <a:lnTo>
                  <a:pt x="346" y="83"/>
                </a:lnTo>
                <a:lnTo>
                  <a:pt x="347" y="83"/>
                </a:lnTo>
                <a:lnTo>
                  <a:pt x="347" y="84"/>
                </a:lnTo>
                <a:lnTo>
                  <a:pt x="347" y="85"/>
                </a:lnTo>
                <a:lnTo>
                  <a:pt x="348" y="85"/>
                </a:lnTo>
                <a:lnTo>
                  <a:pt x="349" y="85"/>
                </a:lnTo>
                <a:lnTo>
                  <a:pt x="350" y="85"/>
                </a:lnTo>
                <a:lnTo>
                  <a:pt x="350" y="84"/>
                </a:lnTo>
                <a:lnTo>
                  <a:pt x="351" y="84"/>
                </a:lnTo>
                <a:lnTo>
                  <a:pt x="352" y="84"/>
                </a:lnTo>
                <a:lnTo>
                  <a:pt x="353" y="84"/>
                </a:lnTo>
                <a:lnTo>
                  <a:pt x="353" y="83"/>
                </a:lnTo>
                <a:lnTo>
                  <a:pt x="354" y="83"/>
                </a:lnTo>
                <a:lnTo>
                  <a:pt x="356" y="83"/>
                </a:lnTo>
                <a:lnTo>
                  <a:pt x="357" y="82"/>
                </a:lnTo>
                <a:lnTo>
                  <a:pt x="358" y="82"/>
                </a:lnTo>
                <a:lnTo>
                  <a:pt x="358" y="81"/>
                </a:lnTo>
                <a:lnTo>
                  <a:pt x="359" y="80"/>
                </a:lnTo>
                <a:lnTo>
                  <a:pt x="360" y="80"/>
                </a:lnTo>
                <a:lnTo>
                  <a:pt x="361" y="80"/>
                </a:lnTo>
                <a:lnTo>
                  <a:pt x="362" y="81"/>
                </a:lnTo>
                <a:lnTo>
                  <a:pt x="363" y="81"/>
                </a:lnTo>
                <a:lnTo>
                  <a:pt x="363" y="82"/>
                </a:lnTo>
                <a:lnTo>
                  <a:pt x="364" y="81"/>
                </a:lnTo>
                <a:lnTo>
                  <a:pt x="365" y="81"/>
                </a:lnTo>
                <a:lnTo>
                  <a:pt x="365" y="80"/>
                </a:lnTo>
                <a:lnTo>
                  <a:pt x="366" y="80"/>
                </a:lnTo>
                <a:lnTo>
                  <a:pt x="366" y="81"/>
                </a:lnTo>
                <a:lnTo>
                  <a:pt x="367" y="82"/>
                </a:lnTo>
                <a:lnTo>
                  <a:pt x="366" y="82"/>
                </a:lnTo>
                <a:lnTo>
                  <a:pt x="365" y="82"/>
                </a:lnTo>
                <a:lnTo>
                  <a:pt x="365" y="83"/>
                </a:lnTo>
                <a:lnTo>
                  <a:pt x="366" y="83"/>
                </a:lnTo>
                <a:lnTo>
                  <a:pt x="367" y="83"/>
                </a:lnTo>
                <a:lnTo>
                  <a:pt x="367" y="84"/>
                </a:lnTo>
                <a:lnTo>
                  <a:pt x="367" y="85"/>
                </a:lnTo>
                <a:lnTo>
                  <a:pt x="366" y="85"/>
                </a:lnTo>
                <a:lnTo>
                  <a:pt x="366" y="84"/>
                </a:lnTo>
                <a:lnTo>
                  <a:pt x="366" y="85"/>
                </a:lnTo>
                <a:lnTo>
                  <a:pt x="366" y="86"/>
                </a:lnTo>
                <a:lnTo>
                  <a:pt x="367" y="86"/>
                </a:lnTo>
                <a:lnTo>
                  <a:pt x="367" y="85"/>
                </a:lnTo>
                <a:lnTo>
                  <a:pt x="367" y="86"/>
                </a:lnTo>
                <a:lnTo>
                  <a:pt x="368" y="86"/>
                </a:lnTo>
                <a:lnTo>
                  <a:pt x="367" y="86"/>
                </a:lnTo>
                <a:lnTo>
                  <a:pt x="366" y="86"/>
                </a:lnTo>
                <a:lnTo>
                  <a:pt x="366" y="87"/>
                </a:lnTo>
                <a:lnTo>
                  <a:pt x="367" y="87"/>
                </a:lnTo>
                <a:lnTo>
                  <a:pt x="367" y="88"/>
                </a:lnTo>
                <a:lnTo>
                  <a:pt x="367" y="90"/>
                </a:lnTo>
                <a:lnTo>
                  <a:pt x="368" y="90"/>
                </a:lnTo>
                <a:lnTo>
                  <a:pt x="368" y="91"/>
                </a:lnTo>
                <a:lnTo>
                  <a:pt x="368" y="92"/>
                </a:lnTo>
                <a:lnTo>
                  <a:pt x="368" y="93"/>
                </a:lnTo>
                <a:lnTo>
                  <a:pt x="367" y="93"/>
                </a:lnTo>
                <a:lnTo>
                  <a:pt x="367" y="94"/>
                </a:lnTo>
                <a:lnTo>
                  <a:pt x="367" y="95"/>
                </a:lnTo>
                <a:lnTo>
                  <a:pt x="366" y="95"/>
                </a:lnTo>
                <a:lnTo>
                  <a:pt x="366" y="96"/>
                </a:lnTo>
                <a:lnTo>
                  <a:pt x="366" y="97"/>
                </a:lnTo>
                <a:lnTo>
                  <a:pt x="366" y="98"/>
                </a:lnTo>
                <a:lnTo>
                  <a:pt x="367" y="98"/>
                </a:lnTo>
                <a:lnTo>
                  <a:pt x="368" y="98"/>
                </a:lnTo>
                <a:lnTo>
                  <a:pt x="369" y="98"/>
                </a:lnTo>
                <a:lnTo>
                  <a:pt x="369" y="99"/>
                </a:lnTo>
                <a:lnTo>
                  <a:pt x="368" y="99"/>
                </a:lnTo>
                <a:lnTo>
                  <a:pt x="368" y="100"/>
                </a:lnTo>
                <a:lnTo>
                  <a:pt x="369" y="100"/>
                </a:lnTo>
                <a:lnTo>
                  <a:pt x="369" y="101"/>
                </a:lnTo>
                <a:lnTo>
                  <a:pt x="370" y="101"/>
                </a:lnTo>
                <a:lnTo>
                  <a:pt x="370" y="102"/>
                </a:lnTo>
                <a:lnTo>
                  <a:pt x="371" y="102"/>
                </a:lnTo>
                <a:lnTo>
                  <a:pt x="371" y="103"/>
                </a:lnTo>
                <a:lnTo>
                  <a:pt x="371" y="104"/>
                </a:lnTo>
                <a:lnTo>
                  <a:pt x="372" y="104"/>
                </a:lnTo>
                <a:lnTo>
                  <a:pt x="372" y="103"/>
                </a:lnTo>
                <a:lnTo>
                  <a:pt x="372" y="104"/>
                </a:lnTo>
                <a:lnTo>
                  <a:pt x="373" y="103"/>
                </a:lnTo>
                <a:lnTo>
                  <a:pt x="373" y="104"/>
                </a:lnTo>
                <a:lnTo>
                  <a:pt x="374" y="104"/>
                </a:lnTo>
                <a:lnTo>
                  <a:pt x="374" y="105"/>
                </a:lnTo>
                <a:lnTo>
                  <a:pt x="373" y="105"/>
                </a:lnTo>
                <a:lnTo>
                  <a:pt x="374" y="105"/>
                </a:lnTo>
                <a:lnTo>
                  <a:pt x="375" y="105"/>
                </a:lnTo>
                <a:lnTo>
                  <a:pt x="377" y="105"/>
                </a:lnTo>
                <a:lnTo>
                  <a:pt x="377" y="106"/>
                </a:lnTo>
                <a:lnTo>
                  <a:pt x="376" y="106"/>
                </a:lnTo>
                <a:lnTo>
                  <a:pt x="377" y="107"/>
                </a:lnTo>
                <a:lnTo>
                  <a:pt x="376" y="108"/>
                </a:lnTo>
                <a:lnTo>
                  <a:pt x="377" y="108"/>
                </a:lnTo>
                <a:lnTo>
                  <a:pt x="377" y="109"/>
                </a:lnTo>
                <a:lnTo>
                  <a:pt x="378" y="109"/>
                </a:lnTo>
                <a:lnTo>
                  <a:pt x="379" y="109"/>
                </a:lnTo>
                <a:lnTo>
                  <a:pt x="380" y="109"/>
                </a:lnTo>
                <a:lnTo>
                  <a:pt x="380" y="110"/>
                </a:lnTo>
                <a:lnTo>
                  <a:pt x="381" y="110"/>
                </a:lnTo>
                <a:lnTo>
                  <a:pt x="381" y="109"/>
                </a:lnTo>
                <a:lnTo>
                  <a:pt x="381" y="110"/>
                </a:lnTo>
                <a:lnTo>
                  <a:pt x="382" y="110"/>
                </a:lnTo>
                <a:lnTo>
                  <a:pt x="382" y="111"/>
                </a:lnTo>
                <a:lnTo>
                  <a:pt x="383" y="111"/>
                </a:lnTo>
                <a:lnTo>
                  <a:pt x="383" y="110"/>
                </a:lnTo>
                <a:lnTo>
                  <a:pt x="383" y="111"/>
                </a:lnTo>
                <a:lnTo>
                  <a:pt x="384" y="111"/>
                </a:lnTo>
                <a:lnTo>
                  <a:pt x="384" y="112"/>
                </a:lnTo>
                <a:lnTo>
                  <a:pt x="385" y="112"/>
                </a:lnTo>
                <a:lnTo>
                  <a:pt x="385" y="113"/>
                </a:lnTo>
                <a:lnTo>
                  <a:pt x="386" y="113"/>
                </a:lnTo>
                <a:lnTo>
                  <a:pt x="387" y="113"/>
                </a:lnTo>
                <a:lnTo>
                  <a:pt x="388" y="113"/>
                </a:lnTo>
                <a:lnTo>
                  <a:pt x="389" y="113"/>
                </a:lnTo>
                <a:lnTo>
                  <a:pt x="390" y="113"/>
                </a:lnTo>
                <a:lnTo>
                  <a:pt x="391" y="113"/>
                </a:lnTo>
                <a:lnTo>
                  <a:pt x="391" y="114"/>
                </a:lnTo>
                <a:lnTo>
                  <a:pt x="392" y="113"/>
                </a:lnTo>
                <a:lnTo>
                  <a:pt x="393" y="113"/>
                </a:lnTo>
                <a:lnTo>
                  <a:pt x="393" y="114"/>
                </a:lnTo>
                <a:lnTo>
                  <a:pt x="392" y="114"/>
                </a:lnTo>
                <a:lnTo>
                  <a:pt x="392" y="115"/>
                </a:lnTo>
                <a:lnTo>
                  <a:pt x="391" y="115"/>
                </a:lnTo>
                <a:lnTo>
                  <a:pt x="392" y="115"/>
                </a:lnTo>
                <a:lnTo>
                  <a:pt x="393" y="115"/>
                </a:lnTo>
                <a:lnTo>
                  <a:pt x="394" y="115"/>
                </a:lnTo>
                <a:lnTo>
                  <a:pt x="393" y="115"/>
                </a:lnTo>
                <a:lnTo>
                  <a:pt x="393" y="116"/>
                </a:lnTo>
                <a:lnTo>
                  <a:pt x="393" y="117"/>
                </a:lnTo>
                <a:lnTo>
                  <a:pt x="394" y="116"/>
                </a:lnTo>
                <a:lnTo>
                  <a:pt x="395" y="116"/>
                </a:lnTo>
                <a:lnTo>
                  <a:pt x="395" y="117"/>
                </a:lnTo>
                <a:lnTo>
                  <a:pt x="396" y="117"/>
                </a:lnTo>
                <a:lnTo>
                  <a:pt x="396" y="116"/>
                </a:lnTo>
                <a:lnTo>
                  <a:pt x="397" y="116"/>
                </a:lnTo>
                <a:lnTo>
                  <a:pt x="398" y="116"/>
                </a:lnTo>
                <a:lnTo>
                  <a:pt x="399" y="116"/>
                </a:lnTo>
                <a:lnTo>
                  <a:pt x="400" y="116"/>
                </a:lnTo>
                <a:lnTo>
                  <a:pt x="401" y="116"/>
                </a:lnTo>
                <a:lnTo>
                  <a:pt x="401" y="117"/>
                </a:lnTo>
                <a:lnTo>
                  <a:pt x="402" y="118"/>
                </a:lnTo>
                <a:lnTo>
                  <a:pt x="403" y="118"/>
                </a:lnTo>
                <a:lnTo>
                  <a:pt x="403" y="119"/>
                </a:lnTo>
                <a:lnTo>
                  <a:pt x="404" y="119"/>
                </a:lnTo>
                <a:lnTo>
                  <a:pt x="404" y="118"/>
                </a:lnTo>
                <a:lnTo>
                  <a:pt x="405" y="118"/>
                </a:lnTo>
                <a:lnTo>
                  <a:pt x="406" y="118"/>
                </a:lnTo>
                <a:lnTo>
                  <a:pt x="407" y="118"/>
                </a:lnTo>
                <a:lnTo>
                  <a:pt x="407" y="119"/>
                </a:lnTo>
                <a:lnTo>
                  <a:pt x="408" y="120"/>
                </a:lnTo>
                <a:lnTo>
                  <a:pt x="409" y="120"/>
                </a:lnTo>
                <a:lnTo>
                  <a:pt x="409" y="119"/>
                </a:lnTo>
                <a:lnTo>
                  <a:pt x="409" y="118"/>
                </a:lnTo>
                <a:lnTo>
                  <a:pt x="410" y="118"/>
                </a:lnTo>
                <a:lnTo>
                  <a:pt x="411" y="118"/>
                </a:lnTo>
                <a:lnTo>
                  <a:pt x="411" y="117"/>
                </a:lnTo>
                <a:lnTo>
                  <a:pt x="412" y="117"/>
                </a:lnTo>
                <a:lnTo>
                  <a:pt x="412" y="118"/>
                </a:lnTo>
                <a:lnTo>
                  <a:pt x="413" y="118"/>
                </a:lnTo>
                <a:lnTo>
                  <a:pt x="414" y="118"/>
                </a:lnTo>
                <a:lnTo>
                  <a:pt x="414" y="119"/>
                </a:lnTo>
                <a:lnTo>
                  <a:pt x="415" y="119"/>
                </a:lnTo>
                <a:lnTo>
                  <a:pt x="416" y="119"/>
                </a:lnTo>
                <a:lnTo>
                  <a:pt x="416" y="118"/>
                </a:lnTo>
                <a:lnTo>
                  <a:pt x="416" y="117"/>
                </a:lnTo>
                <a:lnTo>
                  <a:pt x="416" y="118"/>
                </a:lnTo>
                <a:lnTo>
                  <a:pt x="417" y="118"/>
                </a:lnTo>
                <a:lnTo>
                  <a:pt x="417" y="117"/>
                </a:lnTo>
                <a:lnTo>
                  <a:pt x="417" y="116"/>
                </a:lnTo>
                <a:lnTo>
                  <a:pt x="418" y="116"/>
                </a:lnTo>
                <a:lnTo>
                  <a:pt x="419" y="117"/>
                </a:lnTo>
                <a:lnTo>
                  <a:pt x="420" y="116"/>
                </a:lnTo>
                <a:lnTo>
                  <a:pt x="419" y="116"/>
                </a:lnTo>
                <a:lnTo>
                  <a:pt x="419" y="115"/>
                </a:lnTo>
                <a:lnTo>
                  <a:pt x="420" y="115"/>
                </a:lnTo>
                <a:lnTo>
                  <a:pt x="420" y="114"/>
                </a:lnTo>
                <a:lnTo>
                  <a:pt x="419" y="114"/>
                </a:lnTo>
                <a:lnTo>
                  <a:pt x="420" y="114"/>
                </a:lnTo>
                <a:lnTo>
                  <a:pt x="420" y="113"/>
                </a:lnTo>
                <a:lnTo>
                  <a:pt x="420" y="114"/>
                </a:lnTo>
                <a:lnTo>
                  <a:pt x="421" y="114"/>
                </a:lnTo>
                <a:lnTo>
                  <a:pt x="420" y="114"/>
                </a:lnTo>
                <a:lnTo>
                  <a:pt x="420" y="115"/>
                </a:lnTo>
                <a:lnTo>
                  <a:pt x="421" y="115"/>
                </a:lnTo>
                <a:lnTo>
                  <a:pt x="422" y="115"/>
                </a:lnTo>
                <a:lnTo>
                  <a:pt x="423" y="115"/>
                </a:lnTo>
                <a:lnTo>
                  <a:pt x="423" y="114"/>
                </a:lnTo>
                <a:lnTo>
                  <a:pt x="424" y="114"/>
                </a:lnTo>
                <a:lnTo>
                  <a:pt x="424" y="113"/>
                </a:lnTo>
                <a:lnTo>
                  <a:pt x="424" y="114"/>
                </a:lnTo>
                <a:lnTo>
                  <a:pt x="425" y="114"/>
                </a:lnTo>
                <a:lnTo>
                  <a:pt x="426" y="114"/>
                </a:lnTo>
                <a:lnTo>
                  <a:pt x="426" y="113"/>
                </a:lnTo>
                <a:lnTo>
                  <a:pt x="427" y="113"/>
                </a:lnTo>
                <a:lnTo>
                  <a:pt x="427" y="112"/>
                </a:lnTo>
                <a:lnTo>
                  <a:pt x="428" y="112"/>
                </a:lnTo>
                <a:lnTo>
                  <a:pt x="428" y="111"/>
                </a:lnTo>
                <a:lnTo>
                  <a:pt x="429" y="111"/>
                </a:lnTo>
                <a:lnTo>
                  <a:pt x="429" y="110"/>
                </a:lnTo>
                <a:lnTo>
                  <a:pt x="430" y="110"/>
                </a:lnTo>
                <a:lnTo>
                  <a:pt x="431" y="110"/>
                </a:lnTo>
                <a:lnTo>
                  <a:pt x="431" y="109"/>
                </a:lnTo>
                <a:lnTo>
                  <a:pt x="432" y="109"/>
                </a:lnTo>
                <a:lnTo>
                  <a:pt x="432" y="110"/>
                </a:lnTo>
                <a:lnTo>
                  <a:pt x="433" y="110"/>
                </a:lnTo>
                <a:lnTo>
                  <a:pt x="434" y="110"/>
                </a:lnTo>
                <a:lnTo>
                  <a:pt x="435" y="110"/>
                </a:lnTo>
                <a:lnTo>
                  <a:pt x="435" y="109"/>
                </a:lnTo>
                <a:lnTo>
                  <a:pt x="436" y="109"/>
                </a:lnTo>
                <a:lnTo>
                  <a:pt x="437" y="109"/>
                </a:lnTo>
                <a:lnTo>
                  <a:pt x="438" y="109"/>
                </a:lnTo>
                <a:lnTo>
                  <a:pt x="438" y="108"/>
                </a:lnTo>
                <a:lnTo>
                  <a:pt x="439" y="108"/>
                </a:lnTo>
                <a:lnTo>
                  <a:pt x="439" y="109"/>
                </a:lnTo>
                <a:lnTo>
                  <a:pt x="440" y="108"/>
                </a:lnTo>
                <a:lnTo>
                  <a:pt x="441" y="108"/>
                </a:lnTo>
                <a:lnTo>
                  <a:pt x="442" y="108"/>
                </a:lnTo>
                <a:lnTo>
                  <a:pt x="442" y="109"/>
                </a:lnTo>
                <a:lnTo>
                  <a:pt x="443" y="109"/>
                </a:lnTo>
                <a:lnTo>
                  <a:pt x="443" y="108"/>
                </a:lnTo>
                <a:lnTo>
                  <a:pt x="444" y="108"/>
                </a:lnTo>
                <a:lnTo>
                  <a:pt x="444" y="107"/>
                </a:lnTo>
                <a:lnTo>
                  <a:pt x="445" y="107"/>
                </a:lnTo>
                <a:lnTo>
                  <a:pt x="446" y="107"/>
                </a:lnTo>
                <a:lnTo>
                  <a:pt x="447" y="108"/>
                </a:lnTo>
                <a:lnTo>
                  <a:pt x="447" y="109"/>
                </a:lnTo>
                <a:lnTo>
                  <a:pt x="447" y="108"/>
                </a:lnTo>
                <a:lnTo>
                  <a:pt x="448" y="108"/>
                </a:lnTo>
                <a:lnTo>
                  <a:pt x="448" y="109"/>
                </a:lnTo>
                <a:lnTo>
                  <a:pt x="449" y="109"/>
                </a:lnTo>
                <a:lnTo>
                  <a:pt x="450" y="109"/>
                </a:lnTo>
                <a:lnTo>
                  <a:pt x="450" y="110"/>
                </a:lnTo>
                <a:lnTo>
                  <a:pt x="451" y="110"/>
                </a:lnTo>
                <a:lnTo>
                  <a:pt x="452" y="110"/>
                </a:lnTo>
                <a:lnTo>
                  <a:pt x="452" y="111"/>
                </a:lnTo>
                <a:lnTo>
                  <a:pt x="451" y="111"/>
                </a:lnTo>
                <a:lnTo>
                  <a:pt x="452" y="111"/>
                </a:lnTo>
                <a:lnTo>
                  <a:pt x="453" y="112"/>
                </a:lnTo>
                <a:lnTo>
                  <a:pt x="453" y="113"/>
                </a:lnTo>
                <a:lnTo>
                  <a:pt x="454" y="113"/>
                </a:lnTo>
                <a:lnTo>
                  <a:pt x="455" y="113"/>
                </a:lnTo>
                <a:lnTo>
                  <a:pt x="455" y="114"/>
                </a:lnTo>
                <a:lnTo>
                  <a:pt x="457" y="114"/>
                </a:lnTo>
                <a:lnTo>
                  <a:pt x="459" y="114"/>
                </a:lnTo>
                <a:lnTo>
                  <a:pt x="460" y="114"/>
                </a:lnTo>
                <a:lnTo>
                  <a:pt x="459" y="114"/>
                </a:lnTo>
                <a:lnTo>
                  <a:pt x="459" y="115"/>
                </a:lnTo>
                <a:lnTo>
                  <a:pt x="460" y="115"/>
                </a:lnTo>
                <a:lnTo>
                  <a:pt x="461" y="115"/>
                </a:lnTo>
                <a:lnTo>
                  <a:pt x="462" y="115"/>
                </a:lnTo>
                <a:lnTo>
                  <a:pt x="462" y="116"/>
                </a:lnTo>
                <a:lnTo>
                  <a:pt x="463" y="116"/>
                </a:lnTo>
                <a:lnTo>
                  <a:pt x="464" y="117"/>
                </a:lnTo>
                <a:lnTo>
                  <a:pt x="464" y="118"/>
                </a:lnTo>
                <a:lnTo>
                  <a:pt x="464" y="119"/>
                </a:lnTo>
                <a:lnTo>
                  <a:pt x="465" y="119"/>
                </a:lnTo>
                <a:lnTo>
                  <a:pt x="466" y="119"/>
                </a:lnTo>
                <a:lnTo>
                  <a:pt x="467" y="119"/>
                </a:lnTo>
                <a:lnTo>
                  <a:pt x="467" y="118"/>
                </a:lnTo>
                <a:lnTo>
                  <a:pt x="468" y="118"/>
                </a:lnTo>
                <a:lnTo>
                  <a:pt x="468" y="119"/>
                </a:lnTo>
                <a:lnTo>
                  <a:pt x="469" y="120"/>
                </a:lnTo>
                <a:lnTo>
                  <a:pt x="469" y="119"/>
                </a:lnTo>
                <a:lnTo>
                  <a:pt x="470" y="119"/>
                </a:lnTo>
                <a:lnTo>
                  <a:pt x="471" y="119"/>
                </a:lnTo>
                <a:lnTo>
                  <a:pt x="472" y="119"/>
                </a:lnTo>
                <a:lnTo>
                  <a:pt x="473" y="119"/>
                </a:lnTo>
                <a:lnTo>
                  <a:pt x="474" y="119"/>
                </a:lnTo>
                <a:lnTo>
                  <a:pt x="475" y="119"/>
                </a:lnTo>
                <a:lnTo>
                  <a:pt x="475" y="118"/>
                </a:lnTo>
                <a:lnTo>
                  <a:pt x="476" y="118"/>
                </a:lnTo>
                <a:lnTo>
                  <a:pt x="478" y="119"/>
                </a:lnTo>
                <a:lnTo>
                  <a:pt x="479" y="119"/>
                </a:lnTo>
                <a:lnTo>
                  <a:pt x="480" y="119"/>
                </a:lnTo>
                <a:lnTo>
                  <a:pt x="480" y="120"/>
                </a:lnTo>
                <a:lnTo>
                  <a:pt x="479" y="121"/>
                </a:lnTo>
                <a:lnTo>
                  <a:pt x="480" y="121"/>
                </a:lnTo>
                <a:lnTo>
                  <a:pt x="481" y="121"/>
                </a:lnTo>
                <a:lnTo>
                  <a:pt x="481" y="122"/>
                </a:lnTo>
                <a:lnTo>
                  <a:pt x="482" y="122"/>
                </a:lnTo>
                <a:lnTo>
                  <a:pt x="481" y="122"/>
                </a:lnTo>
                <a:lnTo>
                  <a:pt x="481" y="123"/>
                </a:lnTo>
                <a:lnTo>
                  <a:pt x="481" y="124"/>
                </a:lnTo>
                <a:lnTo>
                  <a:pt x="480" y="124"/>
                </a:lnTo>
                <a:lnTo>
                  <a:pt x="481" y="125"/>
                </a:lnTo>
                <a:lnTo>
                  <a:pt x="481" y="126"/>
                </a:lnTo>
                <a:lnTo>
                  <a:pt x="482" y="126"/>
                </a:lnTo>
                <a:lnTo>
                  <a:pt x="483" y="126"/>
                </a:lnTo>
                <a:lnTo>
                  <a:pt x="483" y="127"/>
                </a:lnTo>
                <a:lnTo>
                  <a:pt x="483" y="128"/>
                </a:lnTo>
                <a:lnTo>
                  <a:pt x="484" y="128"/>
                </a:lnTo>
                <a:lnTo>
                  <a:pt x="484" y="129"/>
                </a:lnTo>
                <a:lnTo>
                  <a:pt x="485" y="129"/>
                </a:lnTo>
                <a:lnTo>
                  <a:pt x="485" y="130"/>
                </a:lnTo>
                <a:lnTo>
                  <a:pt x="486" y="131"/>
                </a:lnTo>
                <a:lnTo>
                  <a:pt x="487" y="131"/>
                </a:lnTo>
                <a:lnTo>
                  <a:pt x="487" y="132"/>
                </a:lnTo>
                <a:lnTo>
                  <a:pt x="486" y="132"/>
                </a:lnTo>
                <a:lnTo>
                  <a:pt x="487" y="132"/>
                </a:lnTo>
                <a:lnTo>
                  <a:pt x="488" y="132"/>
                </a:lnTo>
                <a:lnTo>
                  <a:pt x="488" y="133"/>
                </a:lnTo>
                <a:lnTo>
                  <a:pt x="487" y="133"/>
                </a:lnTo>
                <a:lnTo>
                  <a:pt x="487" y="134"/>
                </a:lnTo>
                <a:lnTo>
                  <a:pt x="489" y="134"/>
                </a:lnTo>
                <a:lnTo>
                  <a:pt x="489" y="135"/>
                </a:lnTo>
                <a:lnTo>
                  <a:pt x="490" y="135"/>
                </a:lnTo>
                <a:lnTo>
                  <a:pt x="490" y="136"/>
                </a:lnTo>
                <a:lnTo>
                  <a:pt x="491" y="136"/>
                </a:lnTo>
                <a:lnTo>
                  <a:pt x="491" y="137"/>
                </a:lnTo>
                <a:lnTo>
                  <a:pt x="490" y="137"/>
                </a:lnTo>
                <a:lnTo>
                  <a:pt x="490" y="138"/>
                </a:lnTo>
                <a:lnTo>
                  <a:pt x="491" y="138"/>
                </a:lnTo>
                <a:lnTo>
                  <a:pt x="492" y="139"/>
                </a:lnTo>
                <a:lnTo>
                  <a:pt x="491" y="139"/>
                </a:lnTo>
                <a:lnTo>
                  <a:pt x="491" y="140"/>
                </a:lnTo>
                <a:lnTo>
                  <a:pt x="491" y="141"/>
                </a:lnTo>
                <a:lnTo>
                  <a:pt x="491" y="142"/>
                </a:lnTo>
                <a:lnTo>
                  <a:pt x="491" y="141"/>
                </a:lnTo>
                <a:lnTo>
                  <a:pt x="490" y="141"/>
                </a:lnTo>
                <a:lnTo>
                  <a:pt x="490" y="142"/>
                </a:lnTo>
                <a:lnTo>
                  <a:pt x="490" y="143"/>
                </a:lnTo>
                <a:lnTo>
                  <a:pt x="489" y="143"/>
                </a:lnTo>
                <a:lnTo>
                  <a:pt x="487" y="143"/>
                </a:lnTo>
                <a:lnTo>
                  <a:pt x="486" y="143"/>
                </a:lnTo>
                <a:lnTo>
                  <a:pt x="485" y="143"/>
                </a:lnTo>
                <a:lnTo>
                  <a:pt x="485" y="144"/>
                </a:lnTo>
                <a:lnTo>
                  <a:pt x="484" y="144"/>
                </a:lnTo>
                <a:lnTo>
                  <a:pt x="484" y="145"/>
                </a:lnTo>
                <a:lnTo>
                  <a:pt x="484" y="146"/>
                </a:lnTo>
                <a:lnTo>
                  <a:pt x="484" y="147"/>
                </a:lnTo>
                <a:lnTo>
                  <a:pt x="484" y="148"/>
                </a:lnTo>
                <a:lnTo>
                  <a:pt x="483" y="148"/>
                </a:lnTo>
                <a:lnTo>
                  <a:pt x="483" y="149"/>
                </a:lnTo>
                <a:lnTo>
                  <a:pt x="483" y="150"/>
                </a:lnTo>
                <a:lnTo>
                  <a:pt x="482" y="150"/>
                </a:lnTo>
                <a:lnTo>
                  <a:pt x="482" y="151"/>
                </a:lnTo>
                <a:lnTo>
                  <a:pt x="482" y="152"/>
                </a:lnTo>
                <a:lnTo>
                  <a:pt x="482" y="153"/>
                </a:lnTo>
                <a:lnTo>
                  <a:pt x="483" y="154"/>
                </a:lnTo>
                <a:lnTo>
                  <a:pt x="483" y="155"/>
                </a:lnTo>
                <a:lnTo>
                  <a:pt x="483" y="156"/>
                </a:lnTo>
                <a:lnTo>
                  <a:pt x="483" y="157"/>
                </a:lnTo>
                <a:lnTo>
                  <a:pt x="484" y="158"/>
                </a:lnTo>
                <a:lnTo>
                  <a:pt x="485" y="159"/>
                </a:lnTo>
                <a:lnTo>
                  <a:pt x="485" y="160"/>
                </a:lnTo>
                <a:lnTo>
                  <a:pt x="486" y="161"/>
                </a:lnTo>
                <a:lnTo>
                  <a:pt x="487" y="162"/>
                </a:lnTo>
                <a:lnTo>
                  <a:pt x="487" y="163"/>
                </a:lnTo>
                <a:lnTo>
                  <a:pt x="487" y="164"/>
                </a:lnTo>
                <a:lnTo>
                  <a:pt x="487" y="165"/>
                </a:lnTo>
                <a:lnTo>
                  <a:pt x="486" y="166"/>
                </a:lnTo>
                <a:lnTo>
                  <a:pt x="486" y="167"/>
                </a:lnTo>
                <a:lnTo>
                  <a:pt x="487" y="168"/>
                </a:lnTo>
                <a:lnTo>
                  <a:pt x="487" y="169"/>
                </a:lnTo>
                <a:lnTo>
                  <a:pt x="487" y="170"/>
                </a:lnTo>
                <a:lnTo>
                  <a:pt x="487" y="171"/>
                </a:lnTo>
                <a:lnTo>
                  <a:pt x="487" y="172"/>
                </a:lnTo>
                <a:lnTo>
                  <a:pt x="487" y="173"/>
                </a:lnTo>
                <a:lnTo>
                  <a:pt x="486" y="173"/>
                </a:lnTo>
                <a:lnTo>
                  <a:pt x="486" y="174"/>
                </a:lnTo>
                <a:lnTo>
                  <a:pt x="487" y="175"/>
                </a:lnTo>
                <a:lnTo>
                  <a:pt x="487" y="176"/>
                </a:lnTo>
                <a:lnTo>
                  <a:pt x="488" y="177"/>
                </a:lnTo>
                <a:lnTo>
                  <a:pt x="489" y="177"/>
                </a:lnTo>
                <a:lnTo>
                  <a:pt x="489" y="176"/>
                </a:lnTo>
                <a:lnTo>
                  <a:pt x="490" y="176"/>
                </a:lnTo>
                <a:lnTo>
                  <a:pt x="491" y="175"/>
                </a:lnTo>
                <a:lnTo>
                  <a:pt x="492" y="174"/>
                </a:lnTo>
                <a:lnTo>
                  <a:pt x="491" y="174"/>
                </a:lnTo>
                <a:lnTo>
                  <a:pt x="491" y="173"/>
                </a:lnTo>
                <a:lnTo>
                  <a:pt x="492" y="173"/>
                </a:lnTo>
                <a:lnTo>
                  <a:pt x="492" y="172"/>
                </a:lnTo>
                <a:lnTo>
                  <a:pt x="494" y="172"/>
                </a:lnTo>
                <a:lnTo>
                  <a:pt x="494" y="173"/>
                </a:lnTo>
                <a:lnTo>
                  <a:pt x="495" y="173"/>
                </a:lnTo>
                <a:lnTo>
                  <a:pt x="496" y="173"/>
                </a:lnTo>
                <a:lnTo>
                  <a:pt x="496" y="172"/>
                </a:lnTo>
                <a:lnTo>
                  <a:pt x="497" y="172"/>
                </a:lnTo>
                <a:lnTo>
                  <a:pt x="498" y="172"/>
                </a:lnTo>
                <a:lnTo>
                  <a:pt x="498" y="171"/>
                </a:lnTo>
                <a:lnTo>
                  <a:pt x="499" y="171"/>
                </a:lnTo>
                <a:lnTo>
                  <a:pt x="499" y="170"/>
                </a:lnTo>
                <a:lnTo>
                  <a:pt x="500" y="170"/>
                </a:lnTo>
                <a:lnTo>
                  <a:pt x="500" y="169"/>
                </a:lnTo>
                <a:lnTo>
                  <a:pt x="502" y="169"/>
                </a:lnTo>
                <a:lnTo>
                  <a:pt x="503" y="169"/>
                </a:lnTo>
                <a:lnTo>
                  <a:pt x="503" y="170"/>
                </a:lnTo>
                <a:lnTo>
                  <a:pt x="504" y="170"/>
                </a:lnTo>
                <a:lnTo>
                  <a:pt x="504" y="171"/>
                </a:lnTo>
                <a:lnTo>
                  <a:pt x="503" y="171"/>
                </a:lnTo>
                <a:lnTo>
                  <a:pt x="503" y="172"/>
                </a:lnTo>
                <a:lnTo>
                  <a:pt x="504" y="172"/>
                </a:lnTo>
                <a:lnTo>
                  <a:pt x="505" y="172"/>
                </a:lnTo>
                <a:lnTo>
                  <a:pt x="506" y="172"/>
                </a:lnTo>
                <a:lnTo>
                  <a:pt x="507" y="173"/>
                </a:lnTo>
                <a:lnTo>
                  <a:pt x="507" y="172"/>
                </a:lnTo>
                <a:lnTo>
                  <a:pt x="508" y="172"/>
                </a:lnTo>
                <a:lnTo>
                  <a:pt x="508" y="171"/>
                </a:lnTo>
                <a:lnTo>
                  <a:pt x="508" y="170"/>
                </a:lnTo>
                <a:lnTo>
                  <a:pt x="509" y="170"/>
                </a:lnTo>
                <a:lnTo>
                  <a:pt x="511" y="170"/>
                </a:lnTo>
                <a:lnTo>
                  <a:pt x="512" y="170"/>
                </a:lnTo>
                <a:lnTo>
                  <a:pt x="513" y="170"/>
                </a:lnTo>
                <a:lnTo>
                  <a:pt x="514" y="171"/>
                </a:lnTo>
                <a:lnTo>
                  <a:pt x="515" y="171"/>
                </a:lnTo>
                <a:lnTo>
                  <a:pt x="517" y="171"/>
                </a:lnTo>
                <a:lnTo>
                  <a:pt x="518" y="171"/>
                </a:lnTo>
                <a:lnTo>
                  <a:pt x="519" y="171"/>
                </a:lnTo>
                <a:lnTo>
                  <a:pt x="520" y="171"/>
                </a:lnTo>
                <a:lnTo>
                  <a:pt x="520" y="172"/>
                </a:lnTo>
                <a:lnTo>
                  <a:pt x="521" y="172"/>
                </a:lnTo>
                <a:lnTo>
                  <a:pt x="522" y="172"/>
                </a:lnTo>
                <a:lnTo>
                  <a:pt x="522" y="173"/>
                </a:lnTo>
                <a:lnTo>
                  <a:pt x="523" y="173"/>
                </a:lnTo>
                <a:lnTo>
                  <a:pt x="524" y="173"/>
                </a:lnTo>
                <a:lnTo>
                  <a:pt x="524" y="172"/>
                </a:lnTo>
                <a:lnTo>
                  <a:pt x="524" y="173"/>
                </a:lnTo>
                <a:lnTo>
                  <a:pt x="526" y="173"/>
                </a:lnTo>
                <a:lnTo>
                  <a:pt x="527" y="174"/>
                </a:lnTo>
                <a:lnTo>
                  <a:pt x="528" y="174"/>
                </a:lnTo>
                <a:lnTo>
                  <a:pt x="529" y="174"/>
                </a:lnTo>
                <a:lnTo>
                  <a:pt x="529" y="175"/>
                </a:lnTo>
                <a:lnTo>
                  <a:pt x="529" y="176"/>
                </a:lnTo>
                <a:lnTo>
                  <a:pt x="530" y="176"/>
                </a:lnTo>
                <a:lnTo>
                  <a:pt x="531" y="176"/>
                </a:lnTo>
                <a:lnTo>
                  <a:pt x="532" y="177"/>
                </a:lnTo>
                <a:lnTo>
                  <a:pt x="532" y="176"/>
                </a:lnTo>
                <a:lnTo>
                  <a:pt x="533" y="176"/>
                </a:lnTo>
                <a:lnTo>
                  <a:pt x="533" y="177"/>
                </a:lnTo>
                <a:lnTo>
                  <a:pt x="534" y="177"/>
                </a:lnTo>
                <a:lnTo>
                  <a:pt x="534" y="178"/>
                </a:lnTo>
                <a:lnTo>
                  <a:pt x="535" y="178"/>
                </a:lnTo>
                <a:lnTo>
                  <a:pt x="535" y="179"/>
                </a:lnTo>
                <a:lnTo>
                  <a:pt x="534" y="179"/>
                </a:lnTo>
                <a:lnTo>
                  <a:pt x="534" y="180"/>
                </a:lnTo>
                <a:lnTo>
                  <a:pt x="533" y="180"/>
                </a:lnTo>
                <a:lnTo>
                  <a:pt x="533" y="181"/>
                </a:lnTo>
                <a:lnTo>
                  <a:pt x="532" y="181"/>
                </a:lnTo>
                <a:lnTo>
                  <a:pt x="532" y="182"/>
                </a:lnTo>
                <a:lnTo>
                  <a:pt x="531" y="182"/>
                </a:lnTo>
                <a:lnTo>
                  <a:pt x="530" y="182"/>
                </a:lnTo>
                <a:lnTo>
                  <a:pt x="529" y="182"/>
                </a:lnTo>
                <a:lnTo>
                  <a:pt x="529" y="181"/>
                </a:lnTo>
                <a:lnTo>
                  <a:pt x="527" y="181"/>
                </a:lnTo>
                <a:lnTo>
                  <a:pt x="527" y="182"/>
                </a:lnTo>
                <a:lnTo>
                  <a:pt x="526" y="182"/>
                </a:lnTo>
                <a:lnTo>
                  <a:pt x="526" y="183"/>
                </a:lnTo>
                <a:lnTo>
                  <a:pt x="525" y="183"/>
                </a:lnTo>
                <a:lnTo>
                  <a:pt x="526" y="183"/>
                </a:lnTo>
                <a:lnTo>
                  <a:pt x="526" y="184"/>
                </a:lnTo>
                <a:lnTo>
                  <a:pt x="526" y="185"/>
                </a:lnTo>
                <a:lnTo>
                  <a:pt x="525" y="186"/>
                </a:lnTo>
                <a:lnTo>
                  <a:pt x="526" y="187"/>
                </a:lnTo>
                <a:lnTo>
                  <a:pt x="526" y="188"/>
                </a:lnTo>
                <a:lnTo>
                  <a:pt x="527" y="189"/>
                </a:lnTo>
                <a:lnTo>
                  <a:pt x="528" y="189"/>
                </a:lnTo>
                <a:lnTo>
                  <a:pt x="529" y="189"/>
                </a:lnTo>
                <a:lnTo>
                  <a:pt x="529" y="190"/>
                </a:lnTo>
                <a:lnTo>
                  <a:pt x="529" y="191"/>
                </a:lnTo>
                <a:lnTo>
                  <a:pt x="529" y="192"/>
                </a:lnTo>
                <a:lnTo>
                  <a:pt x="528" y="192"/>
                </a:lnTo>
                <a:lnTo>
                  <a:pt x="528" y="193"/>
                </a:lnTo>
                <a:lnTo>
                  <a:pt x="527" y="194"/>
                </a:lnTo>
                <a:lnTo>
                  <a:pt x="527" y="195"/>
                </a:lnTo>
                <a:lnTo>
                  <a:pt x="528" y="195"/>
                </a:lnTo>
                <a:lnTo>
                  <a:pt x="529" y="195"/>
                </a:lnTo>
                <a:lnTo>
                  <a:pt x="529" y="196"/>
                </a:lnTo>
                <a:lnTo>
                  <a:pt x="530" y="196"/>
                </a:lnTo>
                <a:lnTo>
                  <a:pt x="530" y="197"/>
                </a:lnTo>
                <a:lnTo>
                  <a:pt x="531" y="197"/>
                </a:lnTo>
                <a:lnTo>
                  <a:pt x="530" y="198"/>
                </a:lnTo>
                <a:lnTo>
                  <a:pt x="531" y="198"/>
                </a:lnTo>
                <a:lnTo>
                  <a:pt x="532" y="199"/>
                </a:lnTo>
                <a:lnTo>
                  <a:pt x="532" y="200"/>
                </a:lnTo>
                <a:lnTo>
                  <a:pt x="533" y="200"/>
                </a:lnTo>
                <a:lnTo>
                  <a:pt x="534" y="202"/>
                </a:lnTo>
                <a:lnTo>
                  <a:pt x="534" y="203"/>
                </a:lnTo>
                <a:lnTo>
                  <a:pt x="535" y="203"/>
                </a:lnTo>
                <a:lnTo>
                  <a:pt x="535" y="204"/>
                </a:lnTo>
                <a:lnTo>
                  <a:pt x="536" y="205"/>
                </a:lnTo>
                <a:lnTo>
                  <a:pt x="537" y="205"/>
                </a:lnTo>
                <a:lnTo>
                  <a:pt x="537" y="206"/>
                </a:lnTo>
                <a:lnTo>
                  <a:pt x="538" y="206"/>
                </a:lnTo>
                <a:lnTo>
                  <a:pt x="539" y="207"/>
                </a:lnTo>
                <a:lnTo>
                  <a:pt x="540" y="207"/>
                </a:lnTo>
                <a:lnTo>
                  <a:pt x="540" y="208"/>
                </a:lnTo>
                <a:lnTo>
                  <a:pt x="539" y="208"/>
                </a:lnTo>
                <a:lnTo>
                  <a:pt x="539" y="209"/>
                </a:lnTo>
                <a:lnTo>
                  <a:pt x="539" y="210"/>
                </a:lnTo>
                <a:lnTo>
                  <a:pt x="540" y="210"/>
                </a:lnTo>
                <a:lnTo>
                  <a:pt x="539" y="210"/>
                </a:lnTo>
                <a:lnTo>
                  <a:pt x="538" y="211"/>
                </a:lnTo>
                <a:lnTo>
                  <a:pt x="538" y="212"/>
                </a:lnTo>
                <a:lnTo>
                  <a:pt x="537" y="212"/>
                </a:lnTo>
                <a:lnTo>
                  <a:pt x="537" y="213"/>
                </a:lnTo>
                <a:lnTo>
                  <a:pt x="538" y="214"/>
                </a:lnTo>
                <a:lnTo>
                  <a:pt x="538" y="215"/>
                </a:lnTo>
                <a:lnTo>
                  <a:pt x="539" y="216"/>
                </a:lnTo>
                <a:lnTo>
                  <a:pt x="540" y="217"/>
                </a:lnTo>
                <a:lnTo>
                  <a:pt x="541" y="217"/>
                </a:lnTo>
                <a:lnTo>
                  <a:pt x="542" y="217"/>
                </a:lnTo>
                <a:lnTo>
                  <a:pt x="543" y="218"/>
                </a:lnTo>
                <a:lnTo>
                  <a:pt x="544" y="218"/>
                </a:lnTo>
                <a:lnTo>
                  <a:pt x="544" y="219"/>
                </a:lnTo>
                <a:lnTo>
                  <a:pt x="545" y="219"/>
                </a:lnTo>
                <a:lnTo>
                  <a:pt x="546" y="219"/>
                </a:lnTo>
                <a:lnTo>
                  <a:pt x="546" y="218"/>
                </a:lnTo>
                <a:lnTo>
                  <a:pt x="547" y="218"/>
                </a:lnTo>
                <a:lnTo>
                  <a:pt x="547" y="217"/>
                </a:lnTo>
                <a:lnTo>
                  <a:pt x="548" y="216"/>
                </a:lnTo>
                <a:lnTo>
                  <a:pt x="549" y="216"/>
                </a:lnTo>
                <a:lnTo>
                  <a:pt x="549" y="217"/>
                </a:lnTo>
                <a:lnTo>
                  <a:pt x="549" y="218"/>
                </a:lnTo>
                <a:lnTo>
                  <a:pt x="549" y="219"/>
                </a:lnTo>
                <a:lnTo>
                  <a:pt x="548" y="220"/>
                </a:lnTo>
                <a:lnTo>
                  <a:pt x="549" y="220"/>
                </a:lnTo>
                <a:lnTo>
                  <a:pt x="549" y="221"/>
                </a:lnTo>
                <a:lnTo>
                  <a:pt x="549" y="222"/>
                </a:lnTo>
                <a:lnTo>
                  <a:pt x="550" y="223"/>
                </a:lnTo>
                <a:lnTo>
                  <a:pt x="549" y="223"/>
                </a:lnTo>
                <a:lnTo>
                  <a:pt x="549" y="224"/>
                </a:lnTo>
                <a:lnTo>
                  <a:pt x="550" y="224"/>
                </a:lnTo>
                <a:lnTo>
                  <a:pt x="550" y="225"/>
                </a:lnTo>
                <a:lnTo>
                  <a:pt x="549" y="226"/>
                </a:lnTo>
                <a:lnTo>
                  <a:pt x="550" y="227"/>
                </a:lnTo>
                <a:lnTo>
                  <a:pt x="551" y="227"/>
                </a:lnTo>
                <a:lnTo>
                  <a:pt x="551" y="228"/>
                </a:lnTo>
                <a:lnTo>
                  <a:pt x="552" y="228"/>
                </a:lnTo>
                <a:lnTo>
                  <a:pt x="553" y="228"/>
                </a:lnTo>
                <a:lnTo>
                  <a:pt x="554" y="229"/>
                </a:lnTo>
                <a:lnTo>
                  <a:pt x="555" y="229"/>
                </a:lnTo>
                <a:lnTo>
                  <a:pt x="556" y="228"/>
                </a:lnTo>
                <a:lnTo>
                  <a:pt x="557" y="228"/>
                </a:lnTo>
                <a:lnTo>
                  <a:pt x="558" y="228"/>
                </a:lnTo>
                <a:lnTo>
                  <a:pt x="559" y="228"/>
                </a:lnTo>
                <a:lnTo>
                  <a:pt x="560" y="228"/>
                </a:lnTo>
                <a:lnTo>
                  <a:pt x="560" y="229"/>
                </a:lnTo>
                <a:lnTo>
                  <a:pt x="561" y="229"/>
                </a:lnTo>
                <a:lnTo>
                  <a:pt x="561" y="230"/>
                </a:lnTo>
                <a:lnTo>
                  <a:pt x="562" y="230"/>
                </a:lnTo>
                <a:lnTo>
                  <a:pt x="563" y="230"/>
                </a:lnTo>
                <a:lnTo>
                  <a:pt x="563" y="229"/>
                </a:lnTo>
                <a:lnTo>
                  <a:pt x="564" y="229"/>
                </a:lnTo>
                <a:lnTo>
                  <a:pt x="564" y="230"/>
                </a:lnTo>
                <a:lnTo>
                  <a:pt x="565" y="230"/>
                </a:lnTo>
                <a:lnTo>
                  <a:pt x="566" y="230"/>
                </a:lnTo>
                <a:lnTo>
                  <a:pt x="566" y="229"/>
                </a:lnTo>
                <a:lnTo>
                  <a:pt x="567" y="229"/>
                </a:lnTo>
                <a:lnTo>
                  <a:pt x="568" y="229"/>
                </a:lnTo>
                <a:lnTo>
                  <a:pt x="569" y="228"/>
                </a:lnTo>
                <a:lnTo>
                  <a:pt x="569" y="227"/>
                </a:lnTo>
                <a:lnTo>
                  <a:pt x="570" y="227"/>
                </a:lnTo>
                <a:lnTo>
                  <a:pt x="570" y="228"/>
                </a:lnTo>
                <a:lnTo>
                  <a:pt x="570" y="227"/>
                </a:lnTo>
                <a:lnTo>
                  <a:pt x="571" y="227"/>
                </a:lnTo>
                <a:lnTo>
                  <a:pt x="572" y="227"/>
                </a:lnTo>
                <a:lnTo>
                  <a:pt x="573" y="227"/>
                </a:lnTo>
                <a:lnTo>
                  <a:pt x="574" y="227"/>
                </a:lnTo>
                <a:lnTo>
                  <a:pt x="575" y="226"/>
                </a:lnTo>
                <a:lnTo>
                  <a:pt x="576" y="226"/>
                </a:lnTo>
                <a:lnTo>
                  <a:pt x="576" y="225"/>
                </a:lnTo>
                <a:lnTo>
                  <a:pt x="577" y="225"/>
                </a:lnTo>
                <a:lnTo>
                  <a:pt x="577" y="226"/>
                </a:lnTo>
                <a:lnTo>
                  <a:pt x="578" y="226"/>
                </a:lnTo>
                <a:lnTo>
                  <a:pt x="579" y="225"/>
                </a:lnTo>
                <a:lnTo>
                  <a:pt x="580" y="224"/>
                </a:lnTo>
                <a:lnTo>
                  <a:pt x="581" y="224"/>
                </a:lnTo>
                <a:lnTo>
                  <a:pt x="581" y="223"/>
                </a:lnTo>
                <a:lnTo>
                  <a:pt x="582" y="223"/>
                </a:lnTo>
                <a:lnTo>
                  <a:pt x="583" y="223"/>
                </a:lnTo>
                <a:lnTo>
                  <a:pt x="583" y="222"/>
                </a:lnTo>
                <a:lnTo>
                  <a:pt x="582" y="222"/>
                </a:lnTo>
                <a:lnTo>
                  <a:pt x="581" y="222"/>
                </a:lnTo>
                <a:lnTo>
                  <a:pt x="581" y="221"/>
                </a:lnTo>
                <a:lnTo>
                  <a:pt x="581" y="220"/>
                </a:lnTo>
                <a:lnTo>
                  <a:pt x="580" y="220"/>
                </a:lnTo>
                <a:lnTo>
                  <a:pt x="580" y="219"/>
                </a:lnTo>
                <a:lnTo>
                  <a:pt x="579" y="219"/>
                </a:lnTo>
                <a:lnTo>
                  <a:pt x="580" y="218"/>
                </a:lnTo>
                <a:lnTo>
                  <a:pt x="581" y="218"/>
                </a:lnTo>
                <a:lnTo>
                  <a:pt x="582" y="218"/>
                </a:lnTo>
                <a:lnTo>
                  <a:pt x="582" y="217"/>
                </a:lnTo>
                <a:lnTo>
                  <a:pt x="582" y="215"/>
                </a:lnTo>
                <a:lnTo>
                  <a:pt x="582" y="214"/>
                </a:lnTo>
                <a:lnTo>
                  <a:pt x="582" y="215"/>
                </a:lnTo>
                <a:lnTo>
                  <a:pt x="583" y="215"/>
                </a:lnTo>
                <a:lnTo>
                  <a:pt x="583" y="214"/>
                </a:lnTo>
                <a:lnTo>
                  <a:pt x="583" y="213"/>
                </a:lnTo>
                <a:lnTo>
                  <a:pt x="582" y="213"/>
                </a:lnTo>
                <a:lnTo>
                  <a:pt x="581" y="212"/>
                </a:lnTo>
                <a:lnTo>
                  <a:pt x="582" y="212"/>
                </a:lnTo>
                <a:lnTo>
                  <a:pt x="582" y="211"/>
                </a:lnTo>
                <a:lnTo>
                  <a:pt x="581" y="211"/>
                </a:lnTo>
                <a:lnTo>
                  <a:pt x="580" y="211"/>
                </a:lnTo>
                <a:lnTo>
                  <a:pt x="579" y="211"/>
                </a:lnTo>
                <a:lnTo>
                  <a:pt x="579" y="210"/>
                </a:lnTo>
                <a:lnTo>
                  <a:pt x="580" y="209"/>
                </a:lnTo>
                <a:lnTo>
                  <a:pt x="581" y="209"/>
                </a:lnTo>
                <a:lnTo>
                  <a:pt x="581" y="208"/>
                </a:lnTo>
                <a:lnTo>
                  <a:pt x="582" y="207"/>
                </a:lnTo>
                <a:lnTo>
                  <a:pt x="583" y="207"/>
                </a:lnTo>
                <a:lnTo>
                  <a:pt x="583" y="206"/>
                </a:lnTo>
                <a:lnTo>
                  <a:pt x="582" y="206"/>
                </a:lnTo>
                <a:lnTo>
                  <a:pt x="582" y="207"/>
                </a:lnTo>
                <a:lnTo>
                  <a:pt x="581" y="206"/>
                </a:lnTo>
                <a:lnTo>
                  <a:pt x="581" y="205"/>
                </a:lnTo>
                <a:lnTo>
                  <a:pt x="579" y="205"/>
                </a:lnTo>
                <a:lnTo>
                  <a:pt x="579" y="204"/>
                </a:lnTo>
                <a:lnTo>
                  <a:pt x="579" y="203"/>
                </a:lnTo>
                <a:lnTo>
                  <a:pt x="579" y="202"/>
                </a:lnTo>
                <a:lnTo>
                  <a:pt x="579" y="200"/>
                </a:lnTo>
                <a:lnTo>
                  <a:pt x="578" y="200"/>
                </a:lnTo>
                <a:lnTo>
                  <a:pt x="579" y="199"/>
                </a:lnTo>
                <a:lnTo>
                  <a:pt x="580" y="198"/>
                </a:lnTo>
                <a:lnTo>
                  <a:pt x="580" y="197"/>
                </a:lnTo>
                <a:lnTo>
                  <a:pt x="580" y="198"/>
                </a:lnTo>
                <a:lnTo>
                  <a:pt x="582" y="199"/>
                </a:lnTo>
                <a:lnTo>
                  <a:pt x="583" y="199"/>
                </a:lnTo>
                <a:lnTo>
                  <a:pt x="584" y="199"/>
                </a:lnTo>
                <a:lnTo>
                  <a:pt x="585" y="200"/>
                </a:lnTo>
                <a:lnTo>
                  <a:pt x="586" y="199"/>
                </a:lnTo>
                <a:lnTo>
                  <a:pt x="587" y="199"/>
                </a:lnTo>
                <a:lnTo>
                  <a:pt x="588" y="199"/>
                </a:lnTo>
                <a:lnTo>
                  <a:pt x="588" y="200"/>
                </a:lnTo>
                <a:lnTo>
                  <a:pt x="589" y="200"/>
                </a:lnTo>
                <a:lnTo>
                  <a:pt x="590" y="198"/>
                </a:lnTo>
                <a:lnTo>
                  <a:pt x="591" y="198"/>
                </a:lnTo>
                <a:lnTo>
                  <a:pt x="591" y="197"/>
                </a:lnTo>
                <a:lnTo>
                  <a:pt x="591" y="196"/>
                </a:lnTo>
                <a:lnTo>
                  <a:pt x="591" y="195"/>
                </a:lnTo>
                <a:lnTo>
                  <a:pt x="592" y="194"/>
                </a:lnTo>
                <a:lnTo>
                  <a:pt x="592" y="193"/>
                </a:lnTo>
                <a:lnTo>
                  <a:pt x="592" y="192"/>
                </a:lnTo>
                <a:lnTo>
                  <a:pt x="593" y="191"/>
                </a:lnTo>
                <a:lnTo>
                  <a:pt x="593" y="190"/>
                </a:lnTo>
                <a:lnTo>
                  <a:pt x="594" y="190"/>
                </a:lnTo>
                <a:lnTo>
                  <a:pt x="596" y="190"/>
                </a:lnTo>
                <a:lnTo>
                  <a:pt x="597" y="190"/>
                </a:lnTo>
                <a:lnTo>
                  <a:pt x="597" y="189"/>
                </a:lnTo>
                <a:lnTo>
                  <a:pt x="597" y="188"/>
                </a:lnTo>
                <a:lnTo>
                  <a:pt x="598" y="188"/>
                </a:lnTo>
                <a:lnTo>
                  <a:pt x="599" y="188"/>
                </a:lnTo>
                <a:lnTo>
                  <a:pt x="600" y="188"/>
                </a:lnTo>
                <a:lnTo>
                  <a:pt x="600" y="187"/>
                </a:lnTo>
                <a:lnTo>
                  <a:pt x="600" y="186"/>
                </a:lnTo>
                <a:lnTo>
                  <a:pt x="601" y="186"/>
                </a:lnTo>
                <a:lnTo>
                  <a:pt x="602" y="185"/>
                </a:lnTo>
                <a:lnTo>
                  <a:pt x="603" y="185"/>
                </a:lnTo>
                <a:lnTo>
                  <a:pt x="604" y="185"/>
                </a:lnTo>
                <a:lnTo>
                  <a:pt x="604" y="184"/>
                </a:lnTo>
                <a:lnTo>
                  <a:pt x="605" y="183"/>
                </a:lnTo>
                <a:lnTo>
                  <a:pt x="606" y="183"/>
                </a:lnTo>
                <a:lnTo>
                  <a:pt x="607" y="183"/>
                </a:lnTo>
                <a:lnTo>
                  <a:pt x="608" y="184"/>
                </a:lnTo>
                <a:lnTo>
                  <a:pt x="608" y="185"/>
                </a:lnTo>
                <a:lnTo>
                  <a:pt x="609" y="186"/>
                </a:lnTo>
                <a:lnTo>
                  <a:pt x="610" y="186"/>
                </a:lnTo>
                <a:lnTo>
                  <a:pt x="611" y="186"/>
                </a:lnTo>
                <a:lnTo>
                  <a:pt x="611" y="187"/>
                </a:lnTo>
                <a:lnTo>
                  <a:pt x="612" y="187"/>
                </a:lnTo>
                <a:lnTo>
                  <a:pt x="612" y="188"/>
                </a:lnTo>
                <a:lnTo>
                  <a:pt x="613" y="188"/>
                </a:lnTo>
                <a:lnTo>
                  <a:pt x="613" y="189"/>
                </a:lnTo>
                <a:lnTo>
                  <a:pt x="613" y="190"/>
                </a:lnTo>
                <a:lnTo>
                  <a:pt x="614" y="190"/>
                </a:lnTo>
                <a:lnTo>
                  <a:pt x="614" y="191"/>
                </a:lnTo>
                <a:lnTo>
                  <a:pt x="615" y="191"/>
                </a:lnTo>
                <a:lnTo>
                  <a:pt x="615" y="192"/>
                </a:lnTo>
                <a:lnTo>
                  <a:pt x="615" y="193"/>
                </a:lnTo>
                <a:lnTo>
                  <a:pt x="615" y="194"/>
                </a:lnTo>
                <a:lnTo>
                  <a:pt x="615" y="195"/>
                </a:lnTo>
                <a:lnTo>
                  <a:pt x="616" y="195"/>
                </a:lnTo>
                <a:lnTo>
                  <a:pt x="616" y="196"/>
                </a:lnTo>
                <a:lnTo>
                  <a:pt x="617" y="197"/>
                </a:lnTo>
                <a:lnTo>
                  <a:pt x="617" y="198"/>
                </a:lnTo>
                <a:lnTo>
                  <a:pt x="616" y="198"/>
                </a:lnTo>
                <a:lnTo>
                  <a:pt x="616" y="200"/>
                </a:lnTo>
                <a:lnTo>
                  <a:pt x="615" y="200"/>
                </a:lnTo>
                <a:lnTo>
                  <a:pt x="614" y="200"/>
                </a:lnTo>
                <a:lnTo>
                  <a:pt x="614" y="202"/>
                </a:lnTo>
                <a:lnTo>
                  <a:pt x="615" y="202"/>
                </a:lnTo>
                <a:lnTo>
                  <a:pt x="615" y="203"/>
                </a:lnTo>
                <a:lnTo>
                  <a:pt x="616" y="203"/>
                </a:lnTo>
                <a:lnTo>
                  <a:pt x="616" y="204"/>
                </a:lnTo>
                <a:lnTo>
                  <a:pt x="616" y="205"/>
                </a:lnTo>
                <a:lnTo>
                  <a:pt x="616" y="206"/>
                </a:lnTo>
                <a:lnTo>
                  <a:pt x="616" y="207"/>
                </a:lnTo>
                <a:lnTo>
                  <a:pt x="615" y="208"/>
                </a:lnTo>
                <a:lnTo>
                  <a:pt x="615" y="209"/>
                </a:lnTo>
                <a:lnTo>
                  <a:pt x="615" y="210"/>
                </a:lnTo>
                <a:lnTo>
                  <a:pt x="614" y="210"/>
                </a:lnTo>
                <a:lnTo>
                  <a:pt x="615" y="210"/>
                </a:lnTo>
                <a:lnTo>
                  <a:pt x="616" y="210"/>
                </a:lnTo>
                <a:lnTo>
                  <a:pt x="616" y="211"/>
                </a:lnTo>
                <a:lnTo>
                  <a:pt x="616" y="212"/>
                </a:lnTo>
                <a:lnTo>
                  <a:pt x="616" y="213"/>
                </a:lnTo>
                <a:lnTo>
                  <a:pt x="615" y="213"/>
                </a:lnTo>
                <a:lnTo>
                  <a:pt x="615" y="214"/>
                </a:lnTo>
                <a:lnTo>
                  <a:pt x="615" y="215"/>
                </a:lnTo>
                <a:lnTo>
                  <a:pt x="614" y="215"/>
                </a:lnTo>
                <a:lnTo>
                  <a:pt x="614" y="216"/>
                </a:lnTo>
                <a:lnTo>
                  <a:pt x="615" y="216"/>
                </a:lnTo>
                <a:lnTo>
                  <a:pt x="616" y="216"/>
                </a:lnTo>
                <a:lnTo>
                  <a:pt x="615" y="217"/>
                </a:lnTo>
                <a:lnTo>
                  <a:pt x="615" y="218"/>
                </a:lnTo>
                <a:lnTo>
                  <a:pt x="616" y="218"/>
                </a:lnTo>
                <a:lnTo>
                  <a:pt x="616" y="219"/>
                </a:lnTo>
                <a:lnTo>
                  <a:pt x="616" y="220"/>
                </a:lnTo>
                <a:lnTo>
                  <a:pt x="617" y="221"/>
                </a:lnTo>
                <a:lnTo>
                  <a:pt x="617" y="222"/>
                </a:lnTo>
                <a:lnTo>
                  <a:pt x="618" y="222"/>
                </a:lnTo>
                <a:lnTo>
                  <a:pt x="618" y="223"/>
                </a:lnTo>
                <a:lnTo>
                  <a:pt x="619" y="223"/>
                </a:lnTo>
                <a:lnTo>
                  <a:pt x="619" y="224"/>
                </a:lnTo>
                <a:lnTo>
                  <a:pt x="620" y="224"/>
                </a:lnTo>
                <a:lnTo>
                  <a:pt x="621" y="225"/>
                </a:lnTo>
                <a:lnTo>
                  <a:pt x="622" y="226"/>
                </a:lnTo>
                <a:lnTo>
                  <a:pt x="622" y="227"/>
                </a:lnTo>
                <a:lnTo>
                  <a:pt x="623" y="228"/>
                </a:lnTo>
                <a:lnTo>
                  <a:pt x="624" y="229"/>
                </a:lnTo>
                <a:lnTo>
                  <a:pt x="624" y="230"/>
                </a:lnTo>
                <a:lnTo>
                  <a:pt x="624" y="231"/>
                </a:lnTo>
                <a:lnTo>
                  <a:pt x="625" y="231"/>
                </a:lnTo>
                <a:lnTo>
                  <a:pt x="625" y="232"/>
                </a:lnTo>
                <a:lnTo>
                  <a:pt x="625" y="234"/>
                </a:lnTo>
                <a:lnTo>
                  <a:pt x="626" y="234"/>
                </a:lnTo>
                <a:lnTo>
                  <a:pt x="626" y="235"/>
                </a:lnTo>
                <a:lnTo>
                  <a:pt x="626" y="236"/>
                </a:lnTo>
                <a:lnTo>
                  <a:pt x="626" y="237"/>
                </a:lnTo>
                <a:lnTo>
                  <a:pt x="626" y="238"/>
                </a:lnTo>
                <a:lnTo>
                  <a:pt x="627" y="238"/>
                </a:lnTo>
                <a:lnTo>
                  <a:pt x="628" y="239"/>
                </a:lnTo>
                <a:lnTo>
                  <a:pt x="628" y="240"/>
                </a:lnTo>
                <a:lnTo>
                  <a:pt x="629" y="241"/>
                </a:lnTo>
                <a:lnTo>
                  <a:pt x="630" y="242"/>
                </a:lnTo>
                <a:lnTo>
                  <a:pt x="631" y="242"/>
                </a:lnTo>
                <a:lnTo>
                  <a:pt x="631" y="243"/>
                </a:lnTo>
                <a:lnTo>
                  <a:pt x="630" y="244"/>
                </a:lnTo>
                <a:lnTo>
                  <a:pt x="631" y="245"/>
                </a:lnTo>
                <a:lnTo>
                  <a:pt x="631" y="246"/>
                </a:lnTo>
                <a:lnTo>
                  <a:pt x="631" y="247"/>
                </a:lnTo>
                <a:lnTo>
                  <a:pt x="631" y="248"/>
                </a:lnTo>
                <a:lnTo>
                  <a:pt x="631" y="247"/>
                </a:lnTo>
                <a:lnTo>
                  <a:pt x="632" y="247"/>
                </a:lnTo>
                <a:lnTo>
                  <a:pt x="632" y="248"/>
                </a:lnTo>
                <a:lnTo>
                  <a:pt x="633" y="248"/>
                </a:lnTo>
                <a:lnTo>
                  <a:pt x="633" y="247"/>
                </a:lnTo>
                <a:lnTo>
                  <a:pt x="634" y="247"/>
                </a:lnTo>
                <a:lnTo>
                  <a:pt x="635" y="247"/>
                </a:lnTo>
                <a:lnTo>
                  <a:pt x="636" y="247"/>
                </a:lnTo>
                <a:lnTo>
                  <a:pt x="636" y="246"/>
                </a:lnTo>
                <a:lnTo>
                  <a:pt x="637" y="246"/>
                </a:lnTo>
                <a:lnTo>
                  <a:pt x="637" y="247"/>
                </a:lnTo>
                <a:lnTo>
                  <a:pt x="638" y="247"/>
                </a:lnTo>
                <a:lnTo>
                  <a:pt x="639" y="247"/>
                </a:lnTo>
                <a:lnTo>
                  <a:pt x="640" y="248"/>
                </a:lnTo>
                <a:lnTo>
                  <a:pt x="640" y="249"/>
                </a:lnTo>
                <a:lnTo>
                  <a:pt x="641" y="250"/>
                </a:lnTo>
                <a:lnTo>
                  <a:pt x="642" y="251"/>
                </a:lnTo>
                <a:lnTo>
                  <a:pt x="642" y="252"/>
                </a:lnTo>
                <a:lnTo>
                  <a:pt x="641" y="252"/>
                </a:lnTo>
                <a:lnTo>
                  <a:pt x="640" y="253"/>
                </a:lnTo>
                <a:lnTo>
                  <a:pt x="639" y="253"/>
                </a:lnTo>
                <a:lnTo>
                  <a:pt x="639" y="254"/>
                </a:lnTo>
                <a:lnTo>
                  <a:pt x="639" y="255"/>
                </a:lnTo>
                <a:lnTo>
                  <a:pt x="638" y="255"/>
                </a:lnTo>
                <a:lnTo>
                  <a:pt x="639" y="255"/>
                </a:lnTo>
                <a:lnTo>
                  <a:pt x="639" y="256"/>
                </a:lnTo>
                <a:lnTo>
                  <a:pt x="640" y="256"/>
                </a:lnTo>
                <a:lnTo>
                  <a:pt x="640" y="257"/>
                </a:lnTo>
                <a:lnTo>
                  <a:pt x="641" y="257"/>
                </a:lnTo>
                <a:lnTo>
                  <a:pt x="640" y="257"/>
                </a:lnTo>
                <a:lnTo>
                  <a:pt x="641" y="258"/>
                </a:lnTo>
                <a:lnTo>
                  <a:pt x="641" y="259"/>
                </a:lnTo>
                <a:lnTo>
                  <a:pt x="642" y="260"/>
                </a:lnTo>
                <a:lnTo>
                  <a:pt x="642" y="261"/>
                </a:lnTo>
                <a:lnTo>
                  <a:pt x="643" y="261"/>
                </a:lnTo>
                <a:lnTo>
                  <a:pt x="642" y="261"/>
                </a:lnTo>
                <a:lnTo>
                  <a:pt x="642" y="262"/>
                </a:lnTo>
                <a:lnTo>
                  <a:pt x="642" y="261"/>
                </a:lnTo>
                <a:lnTo>
                  <a:pt x="641" y="261"/>
                </a:lnTo>
                <a:lnTo>
                  <a:pt x="640" y="262"/>
                </a:lnTo>
                <a:lnTo>
                  <a:pt x="639" y="262"/>
                </a:lnTo>
                <a:lnTo>
                  <a:pt x="639" y="263"/>
                </a:lnTo>
                <a:lnTo>
                  <a:pt x="640" y="263"/>
                </a:lnTo>
                <a:lnTo>
                  <a:pt x="641" y="263"/>
                </a:lnTo>
                <a:lnTo>
                  <a:pt x="640" y="264"/>
                </a:lnTo>
                <a:lnTo>
                  <a:pt x="641" y="264"/>
                </a:lnTo>
                <a:lnTo>
                  <a:pt x="642" y="264"/>
                </a:lnTo>
                <a:lnTo>
                  <a:pt x="643" y="264"/>
                </a:lnTo>
                <a:lnTo>
                  <a:pt x="643" y="265"/>
                </a:lnTo>
                <a:lnTo>
                  <a:pt x="644" y="265"/>
                </a:lnTo>
                <a:lnTo>
                  <a:pt x="644" y="266"/>
                </a:lnTo>
                <a:lnTo>
                  <a:pt x="644" y="267"/>
                </a:lnTo>
                <a:lnTo>
                  <a:pt x="645" y="267"/>
                </a:lnTo>
                <a:lnTo>
                  <a:pt x="645" y="268"/>
                </a:lnTo>
                <a:lnTo>
                  <a:pt x="645" y="269"/>
                </a:lnTo>
                <a:lnTo>
                  <a:pt x="646" y="270"/>
                </a:lnTo>
                <a:lnTo>
                  <a:pt x="646" y="271"/>
                </a:lnTo>
                <a:lnTo>
                  <a:pt x="647" y="273"/>
                </a:lnTo>
                <a:lnTo>
                  <a:pt x="647" y="274"/>
                </a:lnTo>
                <a:lnTo>
                  <a:pt x="648" y="274"/>
                </a:lnTo>
                <a:lnTo>
                  <a:pt x="648" y="276"/>
                </a:lnTo>
                <a:lnTo>
                  <a:pt x="648" y="277"/>
                </a:lnTo>
                <a:lnTo>
                  <a:pt x="649" y="278"/>
                </a:lnTo>
                <a:lnTo>
                  <a:pt x="649" y="279"/>
                </a:lnTo>
                <a:lnTo>
                  <a:pt x="650" y="279"/>
                </a:lnTo>
                <a:lnTo>
                  <a:pt x="650" y="280"/>
                </a:lnTo>
                <a:lnTo>
                  <a:pt x="650" y="281"/>
                </a:lnTo>
                <a:lnTo>
                  <a:pt x="651" y="282"/>
                </a:lnTo>
                <a:lnTo>
                  <a:pt x="652" y="282"/>
                </a:lnTo>
                <a:lnTo>
                  <a:pt x="652" y="283"/>
                </a:lnTo>
                <a:lnTo>
                  <a:pt x="653" y="283"/>
                </a:lnTo>
                <a:lnTo>
                  <a:pt x="654" y="283"/>
                </a:lnTo>
                <a:lnTo>
                  <a:pt x="656" y="283"/>
                </a:lnTo>
                <a:lnTo>
                  <a:pt x="657" y="283"/>
                </a:lnTo>
                <a:lnTo>
                  <a:pt x="657" y="282"/>
                </a:lnTo>
                <a:lnTo>
                  <a:pt x="658" y="282"/>
                </a:lnTo>
                <a:lnTo>
                  <a:pt x="659" y="282"/>
                </a:lnTo>
                <a:lnTo>
                  <a:pt x="660" y="283"/>
                </a:lnTo>
                <a:lnTo>
                  <a:pt x="660" y="284"/>
                </a:lnTo>
                <a:lnTo>
                  <a:pt x="661" y="284"/>
                </a:lnTo>
                <a:lnTo>
                  <a:pt x="662" y="284"/>
                </a:lnTo>
                <a:lnTo>
                  <a:pt x="663" y="284"/>
                </a:lnTo>
                <a:lnTo>
                  <a:pt x="664" y="285"/>
                </a:lnTo>
                <a:lnTo>
                  <a:pt x="665" y="285"/>
                </a:lnTo>
                <a:lnTo>
                  <a:pt x="666" y="285"/>
                </a:lnTo>
                <a:lnTo>
                  <a:pt x="666" y="284"/>
                </a:lnTo>
                <a:lnTo>
                  <a:pt x="667" y="284"/>
                </a:lnTo>
                <a:lnTo>
                  <a:pt x="667" y="283"/>
                </a:lnTo>
                <a:lnTo>
                  <a:pt x="668" y="283"/>
                </a:lnTo>
                <a:lnTo>
                  <a:pt x="669" y="283"/>
                </a:lnTo>
                <a:lnTo>
                  <a:pt x="671" y="283"/>
                </a:lnTo>
                <a:lnTo>
                  <a:pt x="672" y="283"/>
                </a:lnTo>
                <a:lnTo>
                  <a:pt x="672" y="282"/>
                </a:lnTo>
                <a:lnTo>
                  <a:pt x="673" y="282"/>
                </a:lnTo>
                <a:lnTo>
                  <a:pt x="673" y="281"/>
                </a:lnTo>
                <a:lnTo>
                  <a:pt x="674" y="281"/>
                </a:lnTo>
                <a:lnTo>
                  <a:pt x="674" y="282"/>
                </a:lnTo>
                <a:lnTo>
                  <a:pt x="675" y="282"/>
                </a:lnTo>
                <a:lnTo>
                  <a:pt x="676" y="281"/>
                </a:lnTo>
                <a:lnTo>
                  <a:pt x="677" y="281"/>
                </a:lnTo>
                <a:lnTo>
                  <a:pt x="677" y="280"/>
                </a:lnTo>
                <a:lnTo>
                  <a:pt x="679" y="280"/>
                </a:lnTo>
                <a:lnTo>
                  <a:pt x="679" y="281"/>
                </a:lnTo>
                <a:lnTo>
                  <a:pt x="680" y="281"/>
                </a:lnTo>
                <a:lnTo>
                  <a:pt x="681" y="280"/>
                </a:lnTo>
                <a:lnTo>
                  <a:pt x="682" y="280"/>
                </a:lnTo>
                <a:lnTo>
                  <a:pt x="682" y="279"/>
                </a:lnTo>
                <a:lnTo>
                  <a:pt x="683" y="279"/>
                </a:lnTo>
                <a:lnTo>
                  <a:pt x="684" y="279"/>
                </a:lnTo>
                <a:lnTo>
                  <a:pt x="684" y="278"/>
                </a:lnTo>
                <a:lnTo>
                  <a:pt x="684" y="277"/>
                </a:lnTo>
                <a:lnTo>
                  <a:pt x="685" y="277"/>
                </a:lnTo>
                <a:lnTo>
                  <a:pt x="685" y="276"/>
                </a:lnTo>
                <a:lnTo>
                  <a:pt x="685" y="274"/>
                </a:lnTo>
                <a:lnTo>
                  <a:pt x="684" y="273"/>
                </a:lnTo>
                <a:lnTo>
                  <a:pt x="684" y="272"/>
                </a:lnTo>
                <a:lnTo>
                  <a:pt x="683" y="272"/>
                </a:lnTo>
                <a:lnTo>
                  <a:pt x="683" y="271"/>
                </a:lnTo>
                <a:lnTo>
                  <a:pt x="683" y="270"/>
                </a:lnTo>
                <a:lnTo>
                  <a:pt x="683" y="268"/>
                </a:lnTo>
                <a:lnTo>
                  <a:pt x="683" y="267"/>
                </a:lnTo>
                <a:lnTo>
                  <a:pt x="684" y="267"/>
                </a:lnTo>
                <a:lnTo>
                  <a:pt x="685" y="266"/>
                </a:lnTo>
                <a:lnTo>
                  <a:pt x="684" y="266"/>
                </a:lnTo>
                <a:lnTo>
                  <a:pt x="684" y="265"/>
                </a:lnTo>
                <a:lnTo>
                  <a:pt x="683" y="265"/>
                </a:lnTo>
                <a:lnTo>
                  <a:pt x="683" y="264"/>
                </a:lnTo>
                <a:lnTo>
                  <a:pt x="683" y="263"/>
                </a:lnTo>
                <a:lnTo>
                  <a:pt x="684" y="263"/>
                </a:lnTo>
                <a:lnTo>
                  <a:pt x="683" y="263"/>
                </a:lnTo>
                <a:lnTo>
                  <a:pt x="683" y="262"/>
                </a:lnTo>
                <a:lnTo>
                  <a:pt x="683" y="261"/>
                </a:lnTo>
                <a:lnTo>
                  <a:pt x="683" y="260"/>
                </a:lnTo>
                <a:lnTo>
                  <a:pt x="683" y="259"/>
                </a:lnTo>
                <a:lnTo>
                  <a:pt x="683" y="258"/>
                </a:lnTo>
                <a:lnTo>
                  <a:pt x="684" y="257"/>
                </a:lnTo>
                <a:lnTo>
                  <a:pt x="685" y="257"/>
                </a:lnTo>
                <a:lnTo>
                  <a:pt x="685" y="256"/>
                </a:lnTo>
                <a:lnTo>
                  <a:pt x="686" y="256"/>
                </a:lnTo>
                <a:lnTo>
                  <a:pt x="686" y="255"/>
                </a:lnTo>
                <a:lnTo>
                  <a:pt x="687" y="255"/>
                </a:lnTo>
                <a:lnTo>
                  <a:pt x="688" y="255"/>
                </a:lnTo>
                <a:lnTo>
                  <a:pt x="689" y="255"/>
                </a:lnTo>
                <a:lnTo>
                  <a:pt x="689" y="256"/>
                </a:lnTo>
                <a:lnTo>
                  <a:pt x="689" y="257"/>
                </a:lnTo>
                <a:lnTo>
                  <a:pt x="690" y="257"/>
                </a:lnTo>
                <a:lnTo>
                  <a:pt x="691" y="257"/>
                </a:lnTo>
                <a:lnTo>
                  <a:pt x="692" y="257"/>
                </a:lnTo>
                <a:lnTo>
                  <a:pt x="692" y="256"/>
                </a:lnTo>
                <a:lnTo>
                  <a:pt x="691" y="256"/>
                </a:lnTo>
                <a:lnTo>
                  <a:pt x="692" y="256"/>
                </a:lnTo>
                <a:lnTo>
                  <a:pt x="693" y="256"/>
                </a:lnTo>
                <a:lnTo>
                  <a:pt x="694" y="257"/>
                </a:lnTo>
                <a:lnTo>
                  <a:pt x="695" y="257"/>
                </a:lnTo>
                <a:lnTo>
                  <a:pt x="696" y="257"/>
                </a:lnTo>
                <a:lnTo>
                  <a:pt x="697" y="257"/>
                </a:lnTo>
                <a:lnTo>
                  <a:pt x="698" y="256"/>
                </a:lnTo>
                <a:lnTo>
                  <a:pt x="699" y="256"/>
                </a:lnTo>
                <a:lnTo>
                  <a:pt x="699" y="255"/>
                </a:lnTo>
                <a:lnTo>
                  <a:pt x="700" y="255"/>
                </a:lnTo>
                <a:lnTo>
                  <a:pt x="700" y="254"/>
                </a:lnTo>
                <a:lnTo>
                  <a:pt x="700" y="253"/>
                </a:lnTo>
                <a:lnTo>
                  <a:pt x="701" y="253"/>
                </a:lnTo>
                <a:lnTo>
                  <a:pt x="702" y="252"/>
                </a:lnTo>
                <a:lnTo>
                  <a:pt x="702" y="253"/>
                </a:lnTo>
                <a:lnTo>
                  <a:pt x="703" y="253"/>
                </a:lnTo>
                <a:lnTo>
                  <a:pt x="703" y="252"/>
                </a:lnTo>
                <a:lnTo>
                  <a:pt x="704" y="252"/>
                </a:lnTo>
                <a:lnTo>
                  <a:pt x="705" y="251"/>
                </a:lnTo>
                <a:lnTo>
                  <a:pt x="706" y="250"/>
                </a:lnTo>
                <a:lnTo>
                  <a:pt x="706" y="249"/>
                </a:lnTo>
                <a:lnTo>
                  <a:pt x="708" y="249"/>
                </a:lnTo>
                <a:lnTo>
                  <a:pt x="709" y="249"/>
                </a:lnTo>
                <a:lnTo>
                  <a:pt x="710" y="249"/>
                </a:lnTo>
                <a:lnTo>
                  <a:pt x="711" y="250"/>
                </a:lnTo>
                <a:lnTo>
                  <a:pt x="712" y="250"/>
                </a:lnTo>
                <a:lnTo>
                  <a:pt x="712" y="249"/>
                </a:lnTo>
                <a:lnTo>
                  <a:pt x="713" y="249"/>
                </a:lnTo>
                <a:lnTo>
                  <a:pt x="714" y="249"/>
                </a:lnTo>
                <a:lnTo>
                  <a:pt x="714" y="250"/>
                </a:lnTo>
                <a:lnTo>
                  <a:pt x="715" y="250"/>
                </a:lnTo>
                <a:lnTo>
                  <a:pt x="717" y="249"/>
                </a:lnTo>
                <a:lnTo>
                  <a:pt x="718" y="249"/>
                </a:lnTo>
                <a:lnTo>
                  <a:pt x="719" y="249"/>
                </a:lnTo>
                <a:lnTo>
                  <a:pt x="720" y="249"/>
                </a:lnTo>
                <a:lnTo>
                  <a:pt x="721" y="249"/>
                </a:lnTo>
                <a:lnTo>
                  <a:pt x="722" y="249"/>
                </a:lnTo>
                <a:lnTo>
                  <a:pt x="722" y="250"/>
                </a:lnTo>
                <a:lnTo>
                  <a:pt x="723" y="250"/>
                </a:lnTo>
                <a:lnTo>
                  <a:pt x="723" y="249"/>
                </a:lnTo>
                <a:lnTo>
                  <a:pt x="724" y="249"/>
                </a:lnTo>
                <a:lnTo>
                  <a:pt x="725" y="249"/>
                </a:lnTo>
                <a:lnTo>
                  <a:pt x="726" y="249"/>
                </a:lnTo>
                <a:lnTo>
                  <a:pt x="726" y="248"/>
                </a:lnTo>
                <a:lnTo>
                  <a:pt x="727" y="249"/>
                </a:lnTo>
                <a:lnTo>
                  <a:pt x="728" y="249"/>
                </a:lnTo>
                <a:lnTo>
                  <a:pt x="729" y="249"/>
                </a:lnTo>
                <a:lnTo>
                  <a:pt x="730" y="249"/>
                </a:lnTo>
                <a:lnTo>
                  <a:pt x="730" y="248"/>
                </a:lnTo>
                <a:lnTo>
                  <a:pt x="730" y="247"/>
                </a:lnTo>
                <a:lnTo>
                  <a:pt x="732" y="247"/>
                </a:lnTo>
                <a:lnTo>
                  <a:pt x="733" y="247"/>
                </a:lnTo>
                <a:lnTo>
                  <a:pt x="734" y="247"/>
                </a:lnTo>
                <a:lnTo>
                  <a:pt x="734" y="246"/>
                </a:lnTo>
                <a:lnTo>
                  <a:pt x="735" y="246"/>
                </a:lnTo>
                <a:lnTo>
                  <a:pt x="734" y="245"/>
                </a:lnTo>
                <a:lnTo>
                  <a:pt x="734" y="244"/>
                </a:lnTo>
                <a:lnTo>
                  <a:pt x="734" y="243"/>
                </a:lnTo>
                <a:lnTo>
                  <a:pt x="735" y="243"/>
                </a:lnTo>
                <a:lnTo>
                  <a:pt x="735" y="242"/>
                </a:lnTo>
                <a:lnTo>
                  <a:pt x="734" y="242"/>
                </a:lnTo>
                <a:lnTo>
                  <a:pt x="734" y="241"/>
                </a:lnTo>
                <a:lnTo>
                  <a:pt x="734" y="240"/>
                </a:lnTo>
                <a:lnTo>
                  <a:pt x="735" y="240"/>
                </a:lnTo>
                <a:lnTo>
                  <a:pt x="736" y="240"/>
                </a:lnTo>
                <a:lnTo>
                  <a:pt x="737" y="240"/>
                </a:lnTo>
                <a:lnTo>
                  <a:pt x="737" y="239"/>
                </a:lnTo>
                <a:lnTo>
                  <a:pt x="738" y="238"/>
                </a:lnTo>
                <a:lnTo>
                  <a:pt x="739" y="238"/>
                </a:lnTo>
                <a:lnTo>
                  <a:pt x="739" y="237"/>
                </a:lnTo>
                <a:lnTo>
                  <a:pt x="740" y="237"/>
                </a:lnTo>
                <a:lnTo>
                  <a:pt x="740" y="236"/>
                </a:lnTo>
                <a:lnTo>
                  <a:pt x="741" y="236"/>
                </a:lnTo>
                <a:lnTo>
                  <a:pt x="742" y="235"/>
                </a:lnTo>
                <a:lnTo>
                  <a:pt x="742" y="236"/>
                </a:lnTo>
                <a:lnTo>
                  <a:pt x="743" y="236"/>
                </a:lnTo>
                <a:lnTo>
                  <a:pt x="744" y="235"/>
                </a:lnTo>
                <a:lnTo>
                  <a:pt x="745" y="235"/>
                </a:lnTo>
                <a:lnTo>
                  <a:pt x="745" y="234"/>
                </a:lnTo>
                <a:lnTo>
                  <a:pt x="746" y="234"/>
                </a:lnTo>
                <a:lnTo>
                  <a:pt x="747" y="235"/>
                </a:lnTo>
                <a:lnTo>
                  <a:pt x="747" y="234"/>
                </a:lnTo>
                <a:lnTo>
                  <a:pt x="748" y="234"/>
                </a:lnTo>
                <a:lnTo>
                  <a:pt x="749" y="234"/>
                </a:lnTo>
                <a:lnTo>
                  <a:pt x="750" y="234"/>
                </a:lnTo>
                <a:lnTo>
                  <a:pt x="751" y="234"/>
                </a:lnTo>
                <a:lnTo>
                  <a:pt x="752" y="235"/>
                </a:lnTo>
                <a:lnTo>
                  <a:pt x="752" y="236"/>
                </a:lnTo>
                <a:lnTo>
                  <a:pt x="752" y="237"/>
                </a:lnTo>
                <a:lnTo>
                  <a:pt x="753" y="237"/>
                </a:lnTo>
                <a:lnTo>
                  <a:pt x="753" y="236"/>
                </a:lnTo>
                <a:lnTo>
                  <a:pt x="754" y="236"/>
                </a:lnTo>
                <a:lnTo>
                  <a:pt x="754" y="237"/>
                </a:lnTo>
                <a:lnTo>
                  <a:pt x="754" y="238"/>
                </a:lnTo>
                <a:lnTo>
                  <a:pt x="753" y="238"/>
                </a:lnTo>
                <a:lnTo>
                  <a:pt x="753" y="239"/>
                </a:lnTo>
                <a:lnTo>
                  <a:pt x="754" y="239"/>
                </a:lnTo>
                <a:lnTo>
                  <a:pt x="754" y="240"/>
                </a:lnTo>
                <a:lnTo>
                  <a:pt x="755" y="240"/>
                </a:lnTo>
                <a:lnTo>
                  <a:pt x="755" y="241"/>
                </a:lnTo>
                <a:lnTo>
                  <a:pt x="755" y="242"/>
                </a:lnTo>
                <a:lnTo>
                  <a:pt x="756" y="242"/>
                </a:lnTo>
                <a:lnTo>
                  <a:pt x="755" y="243"/>
                </a:lnTo>
                <a:lnTo>
                  <a:pt x="756" y="243"/>
                </a:lnTo>
                <a:lnTo>
                  <a:pt x="756" y="244"/>
                </a:lnTo>
                <a:lnTo>
                  <a:pt x="756" y="245"/>
                </a:lnTo>
                <a:lnTo>
                  <a:pt x="755" y="245"/>
                </a:lnTo>
                <a:lnTo>
                  <a:pt x="755" y="246"/>
                </a:lnTo>
                <a:lnTo>
                  <a:pt x="755" y="247"/>
                </a:lnTo>
                <a:lnTo>
                  <a:pt x="755" y="249"/>
                </a:lnTo>
                <a:lnTo>
                  <a:pt x="755" y="250"/>
                </a:lnTo>
                <a:lnTo>
                  <a:pt x="756" y="251"/>
                </a:lnTo>
                <a:lnTo>
                  <a:pt x="757" y="251"/>
                </a:lnTo>
                <a:lnTo>
                  <a:pt x="758" y="252"/>
                </a:lnTo>
                <a:lnTo>
                  <a:pt x="759" y="253"/>
                </a:lnTo>
                <a:lnTo>
                  <a:pt x="760" y="253"/>
                </a:lnTo>
                <a:lnTo>
                  <a:pt x="761" y="253"/>
                </a:lnTo>
                <a:lnTo>
                  <a:pt x="762" y="253"/>
                </a:lnTo>
                <a:lnTo>
                  <a:pt x="763" y="252"/>
                </a:lnTo>
                <a:lnTo>
                  <a:pt x="764" y="252"/>
                </a:lnTo>
                <a:lnTo>
                  <a:pt x="764" y="251"/>
                </a:lnTo>
                <a:lnTo>
                  <a:pt x="764" y="250"/>
                </a:lnTo>
                <a:lnTo>
                  <a:pt x="764" y="249"/>
                </a:lnTo>
                <a:lnTo>
                  <a:pt x="765" y="249"/>
                </a:lnTo>
                <a:lnTo>
                  <a:pt x="767" y="249"/>
                </a:lnTo>
                <a:lnTo>
                  <a:pt x="767" y="248"/>
                </a:lnTo>
                <a:lnTo>
                  <a:pt x="767" y="245"/>
                </a:lnTo>
                <a:lnTo>
                  <a:pt x="768" y="245"/>
                </a:lnTo>
                <a:lnTo>
                  <a:pt x="769" y="244"/>
                </a:lnTo>
                <a:lnTo>
                  <a:pt x="770" y="243"/>
                </a:lnTo>
                <a:lnTo>
                  <a:pt x="770" y="244"/>
                </a:lnTo>
                <a:lnTo>
                  <a:pt x="770" y="243"/>
                </a:lnTo>
                <a:lnTo>
                  <a:pt x="771" y="243"/>
                </a:lnTo>
                <a:lnTo>
                  <a:pt x="771" y="242"/>
                </a:lnTo>
                <a:lnTo>
                  <a:pt x="772" y="242"/>
                </a:lnTo>
                <a:lnTo>
                  <a:pt x="774" y="242"/>
                </a:lnTo>
                <a:lnTo>
                  <a:pt x="775" y="242"/>
                </a:lnTo>
                <a:lnTo>
                  <a:pt x="776" y="242"/>
                </a:lnTo>
                <a:lnTo>
                  <a:pt x="777" y="242"/>
                </a:lnTo>
                <a:lnTo>
                  <a:pt x="777" y="241"/>
                </a:lnTo>
                <a:lnTo>
                  <a:pt x="778" y="240"/>
                </a:lnTo>
                <a:lnTo>
                  <a:pt x="779" y="240"/>
                </a:lnTo>
                <a:lnTo>
                  <a:pt x="779" y="239"/>
                </a:lnTo>
                <a:lnTo>
                  <a:pt x="778" y="239"/>
                </a:lnTo>
                <a:lnTo>
                  <a:pt x="778" y="238"/>
                </a:lnTo>
                <a:lnTo>
                  <a:pt x="779" y="238"/>
                </a:lnTo>
                <a:lnTo>
                  <a:pt x="780" y="238"/>
                </a:lnTo>
                <a:lnTo>
                  <a:pt x="780" y="237"/>
                </a:lnTo>
                <a:lnTo>
                  <a:pt x="781" y="237"/>
                </a:lnTo>
                <a:lnTo>
                  <a:pt x="781" y="236"/>
                </a:lnTo>
                <a:lnTo>
                  <a:pt x="781" y="235"/>
                </a:lnTo>
                <a:lnTo>
                  <a:pt x="782" y="235"/>
                </a:lnTo>
                <a:lnTo>
                  <a:pt x="782" y="234"/>
                </a:lnTo>
                <a:lnTo>
                  <a:pt x="782" y="233"/>
                </a:lnTo>
                <a:lnTo>
                  <a:pt x="783" y="232"/>
                </a:lnTo>
                <a:lnTo>
                  <a:pt x="784" y="232"/>
                </a:lnTo>
                <a:lnTo>
                  <a:pt x="785" y="232"/>
                </a:lnTo>
                <a:lnTo>
                  <a:pt x="785" y="231"/>
                </a:lnTo>
                <a:lnTo>
                  <a:pt x="786" y="231"/>
                </a:lnTo>
                <a:lnTo>
                  <a:pt x="786" y="232"/>
                </a:lnTo>
                <a:lnTo>
                  <a:pt x="787" y="232"/>
                </a:lnTo>
                <a:lnTo>
                  <a:pt x="786" y="232"/>
                </a:lnTo>
                <a:lnTo>
                  <a:pt x="786" y="233"/>
                </a:lnTo>
                <a:lnTo>
                  <a:pt x="786" y="234"/>
                </a:lnTo>
                <a:lnTo>
                  <a:pt x="786" y="235"/>
                </a:lnTo>
                <a:lnTo>
                  <a:pt x="787" y="235"/>
                </a:lnTo>
                <a:lnTo>
                  <a:pt x="787" y="236"/>
                </a:lnTo>
                <a:lnTo>
                  <a:pt x="786" y="236"/>
                </a:lnTo>
                <a:lnTo>
                  <a:pt x="786" y="237"/>
                </a:lnTo>
                <a:lnTo>
                  <a:pt x="785" y="239"/>
                </a:lnTo>
                <a:lnTo>
                  <a:pt x="785" y="240"/>
                </a:lnTo>
                <a:lnTo>
                  <a:pt x="784" y="240"/>
                </a:lnTo>
                <a:lnTo>
                  <a:pt x="784" y="241"/>
                </a:lnTo>
                <a:lnTo>
                  <a:pt x="784" y="242"/>
                </a:lnTo>
                <a:lnTo>
                  <a:pt x="785" y="242"/>
                </a:lnTo>
                <a:lnTo>
                  <a:pt x="786" y="242"/>
                </a:lnTo>
                <a:lnTo>
                  <a:pt x="786" y="243"/>
                </a:lnTo>
                <a:lnTo>
                  <a:pt x="787" y="244"/>
                </a:lnTo>
                <a:lnTo>
                  <a:pt x="787" y="245"/>
                </a:lnTo>
                <a:lnTo>
                  <a:pt x="788" y="245"/>
                </a:lnTo>
                <a:lnTo>
                  <a:pt x="788" y="246"/>
                </a:lnTo>
                <a:lnTo>
                  <a:pt x="787" y="247"/>
                </a:lnTo>
                <a:lnTo>
                  <a:pt x="787" y="248"/>
                </a:lnTo>
                <a:lnTo>
                  <a:pt x="787" y="249"/>
                </a:lnTo>
                <a:lnTo>
                  <a:pt x="787" y="250"/>
                </a:lnTo>
                <a:lnTo>
                  <a:pt x="788" y="250"/>
                </a:lnTo>
                <a:lnTo>
                  <a:pt x="788" y="251"/>
                </a:lnTo>
                <a:lnTo>
                  <a:pt x="787" y="252"/>
                </a:lnTo>
                <a:lnTo>
                  <a:pt x="786" y="252"/>
                </a:lnTo>
                <a:lnTo>
                  <a:pt x="786" y="253"/>
                </a:lnTo>
                <a:lnTo>
                  <a:pt x="787" y="253"/>
                </a:lnTo>
                <a:lnTo>
                  <a:pt x="787" y="254"/>
                </a:lnTo>
                <a:lnTo>
                  <a:pt x="788" y="254"/>
                </a:lnTo>
                <a:lnTo>
                  <a:pt x="788" y="255"/>
                </a:lnTo>
                <a:lnTo>
                  <a:pt x="788" y="256"/>
                </a:lnTo>
                <a:lnTo>
                  <a:pt x="788" y="257"/>
                </a:lnTo>
                <a:lnTo>
                  <a:pt x="788" y="258"/>
                </a:lnTo>
                <a:lnTo>
                  <a:pt x="788" y="259"/>
                </a:lnTo>
                <a:lnTo>
                  <a:pt x="788" y="260"/>
                </a:lnTo>
                <a:lnTo>
                  <a:pt x="789" y="260"/>
                </a:lnTo>
                <a:lnTo>
                  <a:pt x="790" y="261"/>
                </a:lnTo>
                <a:lnTo>
                  <a:pt x="791" y="261"/>
                </a:lnTo>
                <a:lnTo>
                  <a:pt x="791" y="262"/>
                </a:lnTo>
                <a:lnTo>
                  <a:pt x="792" y="263"/>
                </a:lnTo>
                <a:lnTo>
                  <a:pt x="791" y="263"/>
                </a:lnTo>
                <a:lnTo>
                  <a:pt x="791" y="264"/>
                </a:lnTo>
                <a:lnTo>
                  <a:pt x="791" y="265"/>
                </a:lnTo>
                <a:lnTo>
                  <a:pt x="789" y="266"/>
                </a:lnTo>
                <a:lnTo>
                  <a:pt x="789" y="267"/>
                </a:lnTo>
                <a:lnTo>
                  <a:pt x="789" y="268"/>
                </a:lnTo>
                <a:lnTo>
                  <a:pt x="790" y="268"/>
                </a:lnTo>
                <a:lnTo>
                  <a:pt x="790" y="269"/>
                </a:lnTo>
                <a:lnTo>
                  <a:pt x="790" y="270"/>
                </a:lnTo>
                <a:lnTo>
                  <a:pt x="791" y="270"/>
                </a:lnTo>
                <a:lnTo>
                  <a:pt x="791" y="271"/>
                </a:lnTo>
                <a:lnTo>
                  <a:pt x="791" y="272"/>
                </a:lnTo>
                <a:lnTo>
                  <a:pt x="793" y="273"/>
                </a:lnTo>
                <a:lnTo>
                  <a:pt x="794" y="273"/>
                </a:lnTo>
                <a:lnTo>
                  <a:pt x="795" y="273"/>
                </a:lnTo>
                <a:lnTo>
                  <a:pt x="795" y="272"/>
                </a:lnTo>
                <a:lnTo>
                  <a:pt x="796" y="272"/>
                </a:lnTo>
                <a:lnTo>
                  <a:pt x="797" y="272"/>
                </a:lnTo>
                <a:lnTo>
                  <a:pt x="798" y="272"/>
                </a:lnTo>
                <a:lnTo>
                  <a:pt x="798" y="273"/>
                </a:lnTo>
                <a:lnTo>
                  <a:pt x="799" y="274"/>
                </a:lnTo>
                <a:lnTo>
                  <a:pt x="800" y="274"/>
                </a:lnTo>
                <a:lnTo>
                  <a:pt x="801" y="274"/>
                </a:lnTo>
                <a:lnTo>
                  <a:pt x="802" y="274"/>
                </a:lnTo>
                <a:lnTo>
                  <a:pt x="802" y="275"/>
                </a:lnTo>
                <a:lnTo>
                  <a:pt x="803" y="275"/>
                </a:lnTo>
                <a:lnTo>
                  <a:pt x="804" y="275"/>
                </a:lnTo>
                <a:lnTo>
                  <a:pt x="803" y="275"/>
                </a:lnTo>
                <a:lnTo>
                  <a:pt x="804" y="275"/>
                </a:lnTo>
                <a:lnTo>
                  <a:pt x="804" y="274"/>
                </a:lnTo>
                <a:lnTo>
                  <a:pt x="805" y="275"/>
                </a:lnTo>
                <a:lnTo>
                  <a:pt x="806" y="275"/>
                </a:lnTo>
                <a:lnTo>
                  <a:pt x="806" y="276"/>
                </a:lnTo>
                <a:lnTo>
                  <a:pt x="807" y="276"/>
                </a:lnTo>
                <a:lnTo>
                  <a:pt x="807" y="275"/>
                </a:lnTo>
                <a:lnTo>
                  <a:pt x="808" y="275"/>
                </a:lnTo>
                <a:lnTo>
                  <a:pt x="809" y="275"/>
                </a:lnTo>
                <a:lnTo>
                  <a:pt x="810" y="275"/>
                </a:lnTo>
                <a:lnTo>
                  <a:pt x="811" y="276"/>
                </a:lnTo>
                <a:lnTo>
                  <a:pt x="810" y="277"/>
                </a:lnTo>
                <a:lnTo>
                  <a:pt x="810" y="278"/>
                </a:lnTo>
                <a:lnTo>
                  <a:pt x="810" y="279"/>
                </a:lnTo>
                <a:lnTo>
                  <a:pt x="811" y="279"/>
                </a:lnTo>
                <a:lnTo>
                  <a:pt x="812" y="279"/>
                </a:lnTo>
                <a:lnTo>
                  <a:pt x="813" y="279"/>
                </a:lnTo>
                <a:lnTo>
                  <a:pt x="814" y="279"/>
                </a:lnTo>
                <a:lnTo>
                  <a:pt x="814" y="280"/>
                </a:lnTo>
                <a:lnTo>
                  <a:pt x="814" y="281"/>
                </a:lnTo>
                <a:lnTo>
                  <a:pt x="815" y="281"/>
                </a:lnTo>
                <a:lnTo>
                  <a:pt x="816" y="281"/>
                </a:lnTo>
                <a:lnTo>
                  <a:pt x="817" y="281"/>
                </a:lnTo>
                <a:lnTo>
                  <a:pt x="818" y="281"/>
                </a:lnTo>
                <a:lnTo>
                  <a:pt x="819" y="281"/>
                </a:lnTo>
                <a:lnTo>
                  <a:pt x="819" y="282"/>
                </a:lnTo>
                <a:lnTo>
                  <a:pt x="820" y="282"/>
                </a:lnTo>
                <a:lnTo>
                  <a:pt x="820" y="283"/>
                </a:lnTo>
                <a:lnTo>
                  <a:pt x="821" y="283"/>
                </a:lnTo>
                <a:lnTo>
                  <a:pt x="822" y="284"/>
                </a:lnTo>
                <a:lnTo>
                  <a:pt x="823" y="284"/>
                </a:lnTo>
                <a:lnTo>
                  <a:pt x="823" y="285"/>
                </a:lnTo>
                <a:lnTo>
                  <a:pt x="824" y="285"/>
                </a:lnTo>
                <a:lnTo>
                  <a:pt x="825" y="285"/>
                </a:lnTo>
                <a:lnTo>
                  <a:pt x="826" y="286"/>
                </a:lnTo>
                <a:lnTo>
                  <a:pt x="826" y="287"/>
                </a:lnTo>
                <a:lnTo>
                  <a:pt x="827" y="287"/>
                </a:lnTo>
                <a:lnTo>
                  <a:pt x="828" y="287"/>
                </a:lnTo>
                <a:lnTo>
                  <a:pt x="828" y="288"/>
                </a:lnTo>
                <a:lnTo>
                  <a:pt x="829" y="289"/>
                </a:lnTo>
                <a:lnTo>
                  <a:pt x="829" y="290"/>
                </a:lnTo>
                <a:lnTo>
                  <a:pt x="829" y="291"/>
                </a:lnTo>
                <a:lnTo>
                  <a:pt x="829" y="292"/>
                </a:lnTo>
                <a:lnTo>
                  <a:pt x="830" y="293"/>
                </a:lnTo>
                <a:lnTo>
                  <a:pt x="831" y="293"/>
                </a:lnTo>
                <a:lnTo>
                  <a:pt x="831" y="294"/>
                </a:lnTo>
                <a:lnTo>
                  <a:pt x="832" y="294"/>
                </a:lnTo>
                <a:lnTo>
                  <a:pt x="833" y="294"/>
                </a:lnTo>
                <a:lnTo>
                  <a:pt x="834" y="294"/>
                </a:lnTo>
                <a:lnTo>
                  <a:pt x="835" y="294"/>
                </a:lnTo>
                <a:lnTo>
                  <a:pt x="836" y="294"/>
                </a:lnTo>
                <a:lnTo>
                  <a:pt x="836" y="293"/>
                </a:lnTo>
                <a:lnTo>
                  <a:pt x="838" y="291"/>
                </a:lnTo>
                <a:lnTo>
                  <a:pt x="838" y="290"/>
                </a:lnTo>
                <a:lnTo>
                  <a:pt x="839" y="290"/>
                </a:lnTo>
                <a:lnTo>
                  <a:pt x="840" y="289"/>
                </a:lnTo>
                <a:lnTo>
                  <a:pt x="841" y="289"/>
                </a:lnTo>
                <a:lnTo>
                  <a:pt x="842" y="288"/>
                </a:lnTo>
                <a:lnTo>
                  <a:pt x="843" y="288"/>
                </a:lnTo>
                <a:lnTo>
                  <a:pt x="844" y="287"/>
                </a:lnTo>
                <a:lnTo>
                  <a:pt x="846" y="287"/>
                </a:lnTo>
                <a:lnTo>
                  <a:pt x="847" y="287"/>
                </a:lnTo>
                <a:lnTo>
                  <a:pt x="847" y="288"/>
                </a:lnTo>
                <a:lnTo>
                  <a:pt x="848" y="288"/>
                </a:lnTo>
                <a:lnTo>
                  <a:pt x="848" y="289"/>
                </a:lnTo>
                <a:lnTo>
                  <a:pt x="849" y="289"/>
                </a:lnTo>
                <a:lnTo>
                  <a:pt x="850" y="289"/>
                </a:lnTo>
                <a:lnTo>
                  <a:pt x="850" y="290"/>
                </a:lnTo>
                <a:lnTo>
                  <a:pt x="851" y="290"/>
                </a:lnTo>
                <a:lnTo>
                  <a:pt x="851" y="291"/>
                </a:lnTo>
                <a:lnTo>
                  <a:pt x="853" y="292"/>
                </a:lnTo>
                <a:lnTo>
                  <a:pt x="853" y="293"/>
                </a:lnTo>
                <a:lnTo>
                  <a:pt x="854" y="293"/>
                </a:lnTo>
                <a:lnTo>
                  <a:pt x="855" y="293"/>
                </a:lnTo>
                <a:lnTo>
                  <a:pt x="855" y="294"/>
                </a:lnTo>
                <a:lnTo>
                  <a:pt x="855" y="295"/>
                </a:lnTo>
                <a:lnTo>
                  <a:pt x="856" y="295"/>
                </a:lnTo>
                <a:lnTo>
                  <a:pt x="857" y="295"/>
                </a:lnTo>
                <a:lnTo>
                  <a:pt x="858" y="295"/>
                </a:lnTo>
                <a:lnTo>
                  <a:pt x="859" y="294"/>
                </a:lnTo>
                <a:lnTo>
                  <a:pt x="859" y="293"/>
                </a:lnTo>
                <a:lnTo>
                  <a:pt x="860" y="293"/>
                </a:lnTo>
                <a:lnTo>
                  <a:pt x="861" y="293"/>
                </a:lnTo>
                <a:lnTo>
                  <a:pt x="861" y="294"/>
                </a:lnTo>
                <a:lnTo>
                  <a:pt x="862" y="294"/>
                </a:lnTo>
                <a:lnTo>
                  <a:pt x="862" y="293"/>
                </a:lnTo>
                <a:lnTo>
                  <a:pt x="862" y="292"/>
                </a:lnTo>
                <a:lnTo>
                  <a:pt x="864" y="292"/>
                </a:lnTo>
                <a:lnTo>
                  <a:pt x="865" y="292"/>
                </a:lnTo>
                <a:lnTo>
                  <a:pt x="865" y="291"/>
                </a:lnTo>
                <a:lnTo>
                  <a:pt x="865" y="290"/>
                </a:lnTo>
                <a:lnTo>
                  <a:pt x="866" y="290"/>
                </a:lnTo>
                <a:lnTo>
                  <a:pt x="867" y="290"/>
                </a:lnTo>
                <a:lnTo>
                  <a:pt x="867" y="291"/>
                </a:lnTo>
                <a:lnTo>
                  <a:pt x="868" y="291"/>
                </a:lnTo>
                <a:lnTo>
                  <a:pt x="869" y="291"/>
                </a:lnTo>
                <a:lnTo>
                  <a:pt x="870" y="291"/>
                </a:lnTo>
                <a:lnTo>
                  <a:pt x="870" y="290"/>
                </a:lnTo>
                <a:lnTo>
                  <a:pt x="871" y="290"/>
                </a:lnTo>
                <a:lnTo>
                  <a:pt x="871" y="289"/>
                </a:lnTo>
                <a:lnTo>
                  <a:pt x="871" y="288"/>
                </a:lnTo>
                <a:lnTo>
                  <a:pt x="871" y="287"/>
                </a:lnTo>
                <a:lnTo>
                  <a:pt x="872" y="288"/>
                </a:lnTo>
                <a:lnTo>
                  <a:pt x="872" y="289"/>
                </a:lnTo>
                <a:lnTo>
                  <a:pt x="872" y="290"/>
                </a:lnTo>
                <a:lnTo>
                  <a:pt x="872" y="291"/>
                </a:lnTo>
                <a:lnTo>
                  <a:pt x="871" y="293"/>
                </a:lnTo>
                <a:lnTo>
                  <a:pt x="871" y="294"/>
                </a:lnTo>
                <a:lnTo>
                  <a:pt x="871" y="295"/>
                </a:lnTo>
                <a:lnTo>
                  <a:pt x="872" y="297"/>
                </a:lnTo>
                <a:lnTo>
                  <a:pt x="872" y="298"/>
                </a:lnTo>
                <a:lnTo>
                  <a:pt x="872" y="299"/>
                </a:lnTo>
                <a:lnTo>
                  <a:pt x="871" y="299"/>
                </a:lnTo>
                <a:lnTo>
                  <a:pt x="870" y="299"/>
                </a:lnTo>
                <a:lnTo>
                  <a:pt x="869" y="300"/>
                </a:lnTo>
                <a:lnTo>
                  <a:pt x="868" y="301"/>
                </a:lnTo>
                <a:lnTo>
                  <a:pt x="868" y="303"/>
                </a:lnTo>
                <a:lnTo>
                  <a:pt x="868" y="304"/>
                </a:lnTo>
                <a:lnTo>
                  <a:pt x="868" y="305"/>
                </a:lnTo>
                <a:lnTo>
                  <a:pt x="868" y="306"/>
                </a:lnTo>
                <a:lnTo>
                  <a:pt x="868" y="308"/>
                </a:lnTo>
                <a:lnTo>
                  <a:pt x="867" y="309"/>
                </a:lnTo>
                <a:lnTo>
                  <a:pt x="867" y="310"/>
                </a:lnTo>
                <a:lnTo>
                  <a:pt x="867" y="311"/>
                </a:lnTo>
                <a:lnTo>
                  <a:pt x="866" y="312"/>
                </a:lnTo>
                <a:lnTo>
                  <a:pt x="865" y="313"/>
                </a:lnTo>
                <a:lnTo>
                  <a:pt x="863" y="314"/>
                </a:lnTo>
                <a:lnTo>
                  <a:pt x="862" y="315"/>
                </a:lnTo>
                <a:lnTo>
                  <a:pt x="862" y="316"/>
                </a:lnTo>
                <a:lnTo>
                  <a:pt x="862" y="317"/>
                </a:lnTo>
                <a:lnTo>
                  <a:pt x="862" y="318"/>
                </a:lnTo>
                <a:lnTo>
                  <a:pt x="864" y="319"/>
                </a:lnTo>
                <a:lnTo>
                  <a:pt x="864" y="320"/>
                </a:lnTo>
                <a:lnTo>
                  <a:pt x="863" y="321"/>
                </a:lnTo>
                <a:lnTo>
                  <a:pt x="863" y="322"/>
                </a:lnTo>
                <a:lnTo>
                  <a:pt x="864" y="323"/>
                </a:lnTo>
                <a:lnTo>
                  <a:pt x="863" y="325"/>
                </a:lnTo>
                <a:lnTo>
                  <a:pt x="860" y="328"/>
                </a:lnTo>
                <a:lnTo>
                  <a:pt x="859" y="328"/>
                </a:lnTo>
                <a:lnTo>
                  <a:pt x="859" y="329"/>
                </a:lnTo>
                <a:lnTo>
                  <a:pt x="859" y="331"/>
                </a:lnTo>
                <a:lnTo>
                  <a:pt x="857" y="331"/>
                </a:lnTo>
                <a:lnTo>
                  <a:pt x="855" y="332"/>
                </a:lnTo>
                <a:lnTo>
                  <a:pt x="854" y="333"/>
                </a:lnTo>
                <a:lnTo>
                  <a:pt x="855" y="333"/>
                </a:lnTo>
                <a:lnTo>
                  <a:pt x="855" y="334"/>
                </a:lnTo>
                <a:lnTo>
                  <a:pt x="854" y="334"/>
                </a:lnTo>
                <a:lnTo>
                  <a:pt x="853" y="335"/>
                </a:lnTo>
                <a:lnTo>
                  <a:pt x="852" y="336"/>
                </a:lnTo>
                <a:lnTo>
                  <a:pt x="852" y="337"/>
                </a:lnTo>
                <a:lnTo>
                  <a:pt x="853" y="337"/>
                </a:lnTo>
                <a:lnTo>
                  <a:pt x="854" y="338"/>
                </a:lnTo>
                <a:lnTo>
                  <a:pt x="854" y="340"/>
                </a:lnTo>
                <a:lnTo>
                  <a:pt x="854" y="341"/>
                </a:lnTo>
                <a:lnTo>
                  <a:pt x="855" y="342"/>
                </a:lnTo>
                <a:lnTo>
                  <a:pt x="856" y="342"/>
                </a:lnTo>
                <a:lnTo>
                  <a:pt x="857" y="342"/>
                </a:lnTo>
                <a:lnTo>
                  <a:pt x="857" y="343"/>
                </a:lnTo>
                <a:lnTo>
                  <a:pt x="857" y="344"/>
                </a:lnTo>
                <a:lnTo>
                  <a:pt x="857" y="345"/>
                </a:lnTo>
                <a:lnTo>
                  <a:pt x="856" y="345"/>
                </a:lnTo>
                <a:lnTo>
                  <a:pt x="855" y="346"/>
                </a:lnTo>
                <a:lnTo>
                  <a:pt x="855" y="347"/>
                </a:lnTo>
                <a:lnTo>
                  <a:pt x="854" y="347"/>
                </a:lnTo>
                <a:lnTo>
                  <a:pt x="853" y="347"/>
                </a:lnTo>
                <a:lnTo>
                  <a:pt x="852" y="347"/>
                </a:lnTo>
                <a:lnTo>
                  <a:pt x="851" y="347"/>
                </a:lnTo>
                <a:lnTo>
                  <a:pt x="850" y="347"/>
                </a:lnTo>
                <a:lnTo>
                  <a:pt x="849" y="347"/>
                </a:lnTo>
                <a:lnTo>
                  <a:pt x="848" y="346"/>
                </a:lnTo>
                <a:lnTo>
                  <a:pt x="847" y="346"/>
                </a:lnTo>
                <a:lnTo>
                  <a:pt x="846" y="347"/>
                </a:lnTo>
                <a:lnTo>
                  <a:pt x="845" y="348"/>
                </a:lnTo>
                <a:lnTo>
                  <a:pt x="847" y="352"/>
                </a:lnTo>
                <a:lnTo>
                  <a:pt x="847" y="353"/>
                </a:lnTo>
                <a:lnTo>
                  <a:pt x="845" y="353"/>
                </a:lnTo>
                <a:lnTo>
                  <a:pt x="842" y="353"/>
                </a:lnTo>
                <a:lnTo>
                  <a:pt x="841" y="353"/>
                </a:lnTo>
                <a:lnTo>
                  <a:pt x="839" y="352"/>
                </a:lnTo>
                <a:lnTo>
                  <a:pt x="838" y="351"/>
                </a:lnTo>
                <a:lnTo>
                  <a:pt x="837" y="352"/>
                </a:lnTo>
                <a:lnTo>
                  <a:pt x="836" y="352"/>
                </a:lnTo>
                <a:lnTo>
                  <a:pt x="834" y="354"/>
                </a:lnTo>
                <a:lnTo>
                  <a:pt x="833" y="353"/>
                </a:lnTo>
                <a:lnTo>
                  <a:pt x="832" y="353"/>
                </a:lnTo>
                <a:lnTo>
                  <a:pt x="831" y="353"/>
                </a:lnTo>
                <a:lnTo>
                  <a:pt x="831" y="352"/>
                </a:lnTo>
                <a:lnTo>
                  <a:pt x="829" y="351"/>
                </a:lnTo>
                <a:lnTo>
                  <a:pt x="828" y="351"/>
                </a:lnTo>
                <a:lnTo>
                  <a:pt x="826" y="351"/>
                </a:lnTo>
                <a:lnTo>
                  <a:pt x="825" y="352"/>
                </a:lnTo>
                <a:lnTo>
                  <a:pt x="824" y="354"/>
                </a:lnTo>
                <a:lnTo>
                  <a:pt x="824" y="355"/>
                </a:lnTo>
                <a:lnTo>
                  <a:pt x="823" y="355"/>
                </a:lnTo>
                <a:lnTo>
                  <a:pt x="822" y="355"/>
                </a:lnTo>
                <a:lnTo>
                  <a:pt x="821" y="355"/>
                </a:lnTo>
                <a:lnTo>
                  <a:pt x="820" y="356"/>
                </a:lnTo>
                <a:lnTo>
                  <a:pt x="819" y="356"/>
                </a:lnTo>
                <a:lnTo>
                  <a:pt x="818" y="356"/>
                </a:lnTo>
                <a:lnTo>
                  <a:pt x="818" y="355"/>
                </a:lnTo>
                <a:lnTo>
                  <a:pt x="817" y="354"/>
                </a:lnTo>
                <a:lnTo>
                  <a:pt x="816" y="354"/>
                </a:lnTo>
                <a:lnTo>
                  <a:pt x="815" y="354"/>
                </a:lnTo>
                <a:lnTo>
                  <a:pt x="813" y="355"/>
                </a:lnTo>
                <a:lnTo>
                  <a:pt x="810" y="356"/>
                </a:lnTo>
                <a:lnTo>
                  <a:pt x="810" y="357"/>
                </a:lnTo>
                <a:lnTo>
                  <a:pt x="808" y="358"/>
                </a:lnTo>
                <a:lnTo>
                  <a:pt x="807" y="358"/>
                </a:lnTo>
                <a:lnTo>
                  <a:pt x="806" y="358"/>
                </a:lnTo>
                <a:lnTo>
                  <a:pt x="805" y="358"/>
                </a:lnTo>
                <a:lnTo>
                  <a:pt x="804" y="358"/>
                </a:lnTo>
                <a:lnTo>
                  <a:pt x="803" y="359"/>
                </a:lnTo>
                <a:lnTo>
                  <a:pt x="802" y="360"/>
                </a:lnTo>
                <a:lnTo>
                  <a:pt x="802" y="361"/>
                </a:lnTo>
                <a:lnTo>
                  <a:pt x="801" y="361"/>
                </a:lnTo>
                <a:lnTo>
                  <a:pt x="798" y="362"/>
                </a:lnTo>
                <a:lnTo>
                  <a:pt x="796" y="362"/>
                </a:lnTo>
                <a:lnTo>
                  <a:pt x="795" y="363"/>
                </a:lnTo>
                <a:lnTo>
                  <a:pt x="794" y="364"/>
                </a:lnTo>
                <a:lnTo>
                  <a:pt x="793" y="365"/>
                </a:lnTo>
                <a:lnTo>
                  <a:pt x="792" y="366"/>
                </a:lnTo>
                <a:lnTo>
                  <a:pt x="791" y="366"/>
                </a:lnTo>
                <a:lnTo>
                  <a:pt x="790" y="366"/>
                </a:lnTo>
                <a:lnTo>
                  <a:pt x="790" y="367"/>
                </a:lnTo>
                <a:lnTo>
                  <a:pt x="792" y="368"/>
                </a:lnTo>
                <a:lnTo>
                  <a:pt x="793" y="369"/>
                </a:lnTo>
                <a:lnTo>
                  <a:pt x="794" y="369"/>
                </a:lnTo>
                <a:lnTo>
                  <a:pt x="795" y="370"/>
                </a:lnTo>
                <a:lnTo>
                  <a:pt x="795" y="371"/>
                </a:lnTo>
                <a:lnTo>
                  <a:pt x="797" y="371"/>
                </a:lnTo>
                <a:lnTo>
                  <a:pt x="798" y="370"/>
                </a:lnTo>
                <a:lnTo>
                  <a:pt x="800" y="370"/>
                </a:lnTo>
                <a:lnTo>
                  <a:pt x="801" y="369"/>
                </a:lnTo>
                <a:lnTo>
                  <a:pt x="802" y="369"/>
                </a:lnTo>
                <a:lnTo>
                  <a:pt x="804" y="370"/>
                </a:lnTo>
                <a:lnTo>
                  <a:pt x="805" y="371"/>
                </a:lnTo>
                <a:lnTo>
                  <a:pt x="806" y="371"/>
                </a:lnTo>
                <a:lnTo>
                  <a:pt x="807" y="372"/>
                </a:lnTo>
                <a:lnTo>
                  <a:pt x="807" y="373"/>
                </a:lnTo>
                <a:lnTo>
                  <a:pt x="808" y="374"/>
                </a:lnTo>
                <a:lnTo>
                  <a:pt x="809" y="375"/>
                </a:lnTo>
                <a:lnTo>
                  <a:pt x="809" y="376"/>
                </a:lnTo>
                <a:lnTo>
                  <a:pt x="810" y="377"/>
                </a:lnTo>
                <a:lnTo>
                  <a:pt x="810" y="378"/>
                </a:lnTo>
                <a:lnTo>
                  <a:pt x="811" y="380"/>
                </a:lnTo>
                <a:lnTo>
                  <a:pt x="811" y="381"/>
                </a:lnTo>
                <a:lnTo>
                  <a:pt x="809" y="385"/>
                </a:lnTo>
                <a:lnTo>
                  <a:pt x="808" y="384"/>
                </a:lnTo>
                <a:lnTo>
                  <a:pt x="807" y="384"/>
                </a:lnTo>
                <a:lnTo>
                  <a:pt x="806" y="384"/>
                </a:lnTo>
                <a:lnTo>
                  <a:pt x="805" y="384"/>
                </a:lnTo>
                <a:lnTo>
                  <a:pt x="806" y="386"/>
                </a:lnTo>
                <a:lnTo>
                  <a:pt x="806" y="387"/>
                </a:lnTo>
                <a:lnTo>
                  <a:pt x="806" y="390"/>
                </a:lnTo>
                <a:lnTo>
                  <a:pt x="808" y="391"/>
                </a:lnTo>
                <a:lnTo>
                  <a:pt x="808" y="395"/>
                </a:lnTo>
                <a:lnTo>
                  <a:pt x="808" y="396"/>
                </a:lnTo>
                <a:lnTo>
                  <a:pt x="810" y="396"/>
                </a:lnTo>
                <a:lnTo>
                  <a:pt x="811" y="397"/>
                </a:lnTo>
                <a:lnTo>
                  <a:pt x="812" y="398"/>
                </a:lnTo>
                <a:lnTo>
                  <a:pt x="811" y="397"/>
                </a:lnTo>
                <a:lnTo>
                  <a:pt x="810" y="397"/>
                </a:lnTo>
                <a:lnTo>
                  <a:pt x="809" y="397"/>
                </a:lnTo>
                <a:lnTo>
                  <a:pt x="809" y="396"/>
                </a:lnTo>
                <a:lnTo>
                  <a:pt x="808" y="396"/>
                </a:lnTo>
                <a:lnTo>
                  <a:pt x="807" y="397"/>
                </a:lnTo>
                <a:lnTo>
                  <a:pt x="806" y="397"/>
                </a:lnTo>
                <a:lnTo>
                  <a:pt x="806" y="396"/>
                </a:lnTo>
                <a:lnTo>
                  <a:pt x="806" y="395"/>
                </a:lnTo>
                <a:lnTo>
                  <a:pt x="806" y="394"/>
                </a:lnTo>
                <a:lnTo>
                  <a:pt x="806" y="393"/>
                </a:lnTo>
                <a:lnTo>
                  <a:pt x="806" y="392"/>
                </a:lnTo>
                <a:lnTo>
                  <a:pt x="807" y="392"/>
                </a:lnTo>
                <a:lnTo>
                  <a:pt x="807" y="393"/>
                </a:lnTo>
                <a:lnTo>
                  <a:pt x="807" y="392"/>
                </a:lnTo>
                <a:lnTo>
                  <a:pt x="807" y="391"/>
                </a:lnTo>
                <a:lnTo>
                  <a:pt x="806" y="391"/>
                </a:lnTo>
                <a:lnTo>
                  <a:pt x="805" y="391"/>
                </a:lnTo>
                <a:lnTo>
                  <a:pt x="804" y="391"/>
                </a:lnTo>
                <a:lnTo>
                  <a:pt x="804" y="390"/>
                </a:lnTo>
                <a:lnTo>
                  <a:pt x="804" y="389"/>
                </a:lnTo>
                <a:lnTo>
                  <a:pt x="804" y="388"/>
                </a:lnTo>
                <a:lnTo>
                  <a:pt x="804" y="387"/>
                </a:lnTo>
                <a:lnTo>
                  <a:pt x="803" y="386"/>
                </a:lnTo>
                <a:lnTo>
                  <a:pt x="802" y="386"/>
                </a:lnTo>
                <a:lnTo>
                  <a:pt x="802" y="385"/>
                </a:lnTo>
                <a:lnTo>
                  <a:pt x="802" y="383"/>
                </a:lnTo>
                <a:lnTo>
                  <a:pt x="802" y="382"/>
                </a:lnTo>
                <a:lnTo>
                  <a:pt x="801" y="382"/>
                </a:lnTo>
                <a:lnTo>
                  <a:pt x="800" y="382"/>
                </a:lnTo>
                <a:lnTo>
                  <a:pt x="800" y="381"/>
                </a:lnTo>
                <a:lnTo>
                  <a:pt x="801" y="380"/>
                </a:lnTo>
                <a:lnTo>
                  <a:pt x="802" y="379"/>
                </a:lnTo>
                <a:lnTo>
                  <a:pt x="802" y="378"/>
                </a:lnTo>
                <a:lnTo>
                  <a:pt x="801" y="378"/>
                </a:lnTo>
                <a:lnTo>
                  <a:pt x="800" y="377"/>
                </a:lnTo>
                <a:lnTo>
                  <a:pt x="799" y="377"/>
                </a:lnTo>
                <a:lnTo>
                  <a:pt x="798" y="377"/>
                </a:lnTo>
                <a:lnTo>
                  <a:pt x="797" y="377"/>
                </a:lnTo>
                <a:lnTo>
                  <a:pt x="797" y="378"/>
                </a:lnTo>
                <a:lnTo>
                  <a:pt x="796" y="378"/>
                </a:lnTo>
                <a:lnTo>
                  <a:pt x="796" y="379"/>
                </a:lnTo>
                <a:lnTo>
                  <a:pt x="796" y="380"/>
                </a:lnTo>
                <a:lnTo>
                  <a:pt x="796" y="381"/>
                </a:lnTo>
                <a:lnTo>
                  <a:pt x="797" y="382"/>
                </a:lnTo>
                <a:lnTo>
                  <a:pt x="798" y="383"/>
                </a:lnTo>
                <a:lnTo>
                  <a:pt x="797" y="383"/>
                </a:lnTo>
                <a:lnTo>
                  <a:pt x="797" y="384"/>
                </a:lnTo>
                <a:lnTo>
                  <a:pt x="796" y="385"/>
                </a:lnTo>
                <a:lnTo>
                  <a:pt x="795" y="385"/>
                </a:lnTo>
                <a:lnTo>
                  <a:pt x="794" y="384"/>
                </a:lnTo>
                <a:lnTo>
                  <a:pt x="793" y="384"/>
                </a:lnTo>
                <a:lnTo>
                  <a:pt x="793" y="383"/>
                </a:lnTo>
                <a:lnTo>
                  <a:pt x="792" y="383"/>
                </a:lnTo>
                <a:lnTo>
                  <a:pt x="792" y="382"/>
                </a:lnTo>
                <a:lnTo>
                  <a:pt x="793" y="381"/>
                </a:lnTo>
                <a:lnTo>
                  <a:pt x="793" y="380"/>
                </a:lnTo>
                <a:lnTo>
                  <a:pt x="794" y="380"/>
                </a:lnTo>
                <a:lnTo>
                  <a:pt x="794" y="379"/>
                </a:lnTo>
                <a:lnTo>
                  <a:pt x="793" y="378"/>
                </a:lnTo>
                <a:lnTo>
                  <a:pt x="792" y="378"/>
                </a:lnTo>
                <a:lnTo>
                  <a:pt x="791" y="378"/>
                </a:lnTo>
                <a:lnTo>
                  <a:pt x="791" y="379"/>
                </a:lnTo>
                <a:lnTo>
                  <a:pt x="790" y="379"/>
                </a:lnTo>
                <a:lnTo>
                  <a:pt x="789" y="379"/>
                </a:lnTo>
                <a:lnTo>
                  <a:pt x="788" y="379"/>
                </a:lnTo>
                <a:lnTo>
                  <a:pt x="788" y="378"/>
                </a:lnTo>
                <a:lnTo>
                  <a:pt x="788" y="377"/>
                </a:lnTo>
                <a:lnTo>
                  <a:pt x="787" y="377"/>
                </a:lnTo>
                <a:lnTo>
                  <a:pt x="787" y="376"/>
                </a:lnTo>
                <a:lnTo>
                  <a:pt x="786" y="376"/>
                </a:lnTo>
                <a:lnTo>
                  <a:pt x="786" y="375"/>
                </a:lnTo>
                <a:lnTo>
                  <a:pt x="785" y="375"/>
                </a:lnTo>
                <a:lnTo>
                  <a:pt x="784" y="375"/>
                </a:lnTo>
                <a:lnTo>
                  <a:pt x="783" y="374"/>
                </a:lnTo>
                <a:lnTo>
                  <a:pt x="783" y="373"/>
                </a:lnTo>
                <a:lnTo>
                  <a:pt x="782" y="373"/>
                </a:lnTo>
                <a:lnTo>
                  <a:pt x="782" y="372"/>
                </a:lnTo>
                <a:lnTo>
                  <a:pt x="781" y="371"/>
                </a:lnTo>
                <a:lnTo>
                  <a:pt x="781" y="370"/>
                </a:lnTo>
                <a:lnTo>
                  <a:pt x="781" y="369"/>
                </a:lnTo>
                <a:lnTo>
                  <a:pt x="780" y="369"/>
                </a:lnTo>
                <a:lnTo>
                  <a:pt x="778" y="369"/>
                </a:lnTo>
                <a:lnTo>
                  <a:pt x="777" y="369"/>
                </a:lnTo>
                <a:lnTo>
                  <a:pt x="777" y="368"/>
                </a:lnTo>
                <a:lnTo>
                  <a:pt x="777" y="367"/>
                </a:lnTo>
                <a:lnTo>
                  <a:pt x="777" y="366"/>
                </a:lnTo>
                <a:lnTo>
                  <a:pt x="776" y="366"/>
                </a:lnTo>
                <a:lnTo>
                  <a:pt x="776" y="365"/>
                </a:lnTo>
                <a:lnTo>
                  <a:pt x="776" y="364"/>
                </a:lnTo>
                <a:lnTo>
                  <a:pt x="776" y="363"/>
                </a:lnTo>
                <a:lnTo>
                  <a:pt x="776" y="362"/>
                </a:lnTo>
                <a:lnTo>
                  <a:pt x="776" y="361"/>
                </a:lnTo>
                <a:lnTo>
                  <a:pt x="777" y="361"/>
                </a:lnTo>
                <a:lnTo>
                  <a:pt x="777" y="360"/>
                </a:lnTo>
                <a:lnTo>
                  <a:pt x="776" y="359"/>
                </a:lnTo>
                <a:lnTo>
                  <a:pt x="776" y="358"/>
                </a:lnTo>
                <a:lnTo>
                  <a:pt x="776" y="357"/>
                </a:lnTo>
                <a:lnTo>
                  <a:pt x="776" y="356"/>
                </a:lnTo>
                <a:lnTo>
                  <a:pt x="777" y="356"/>
                </a:lnTo>
                <a:lnTo>
                  <a:pt x="777" y="355"/>
                </a:lnTo>
                <a:lnTo>
                  <a:pt x="777" y="354"/>
                </a:lnTo>
                <a:lnTo>
                  <a:pt x="777" y="353"/>
                </a:lnTo>
                <a:lnTo>
                  <a:pt x="778" y="352"/>
                </a:lnTo>
                <a:lnTo>
                  <a:pt x="779" y="351"/>
                </a:lnTo>
                <a:lnTo>
                  <a:pt x="779" y="350"/>
                </a:lnTo>
                <a:lnTo>
                  <a:pt x="778" y="350"/>
                </a:lnTo>
                <a:lnTo>
                  <a:pt x="779" y="350"/>
                </a:lnTo>
                <a:lnTo>
                  <a:pt x="779" y="351"/>
                </a:lnTo>
                <a:lnTo>
                  <a:pt x="778" y="351"/>
                </a:lnTo>
                <a:lnTo>
                  <a:pt x="778" y="350"/>
                </a:lnTo>
                <a:lnTo>
                  <a:pt x="778" y="349"/>
                </a:lnTo>
                <a:lnTo>
                  <a:pt x="778" y="348"/>
                </a:lnTo>
                <a:lnTo>
                  <a:pt x="777" y="348"/>
                </a:lnTo>
                <a:lnTo>
                  <a:pt x="776" y="348"/>
                </a:lnTo>
                <a:lnTo>
                  <a:pt x="775" y="348"/>
                </a:lnTo>
                <a:lnTo>
                  <a:pt x="774" y="348"/>
                </a:lnTo>
                <a:lnTo>
                  <a:pt x="773" y="348"/>
                </a:lnTo>
                <a:lnTo>
                  <a:pt x="771" y="348"/>
                </a:lnTo>
                <a:lnTo>
                  <a:pt x="771" y="347"/>
                </a:lnTo>
                <a:lnTo>
                  <a:pt x="770" y="347"/>
                </a:lnTo>
                <a:lnTo>
                  <a:pt x="769" y="347"/>
                </a:lnTo>
                <a:lnTo>
                  <a:pt x="768" y="348"/>
                </a:lnTo>
                <a:lnTo>
                  <a:pt x="767" y="348"/>
                </a:lnTo>
                <a:lnTo>
                  <a:pt x="766" y="348"/>
                </a:lnTo>
                <a:lnTo>
                  <a:pt x="765" y="348"/>
                </a:lnTo>
                <a:lnTo>
                  <a:pt x="765" y="347"/>
                </a:lnTo>
                <a:lnTo>
                  <a:pt x="764" y="347"/>
                </a:lnTo>
                <a:lnTo>
                  <a:pt x="763" y="347"/>
                </a:lnTo>
                <a:lnTo>
                  <a:pt x="763" y="346"/>
                </a:lnTo>
                <a:lnTo>
                  <a:pt x="764" y="346"/>
                </a:lnTo>
                <a:lnTo>
                  <a:pt x="765" y="346"/>
                </a:lnTo>
                <a:lnTo>
                  <a:pt x="766" y="346"/>
                </a:lnTo>
                <a:lnTo>
                  <a:pt x="766" y="345"/>
                </a:lnTo>
                <a:lnTo>
                  <a:pt x="765" y="345"/>
                </a:lnTo>
                <a:lnTo>
                  <a:pt x="765" y="344"/>
                </a:lnTo>
                <a:lnTo>
                  <a:pt x="765" y="343"/>
                </a:lnTo>
                <a:lnTo>
                  <a:pt x="767" y="342"/>
                </a:lnTo>
                <a:lnTo>
                  <a:pt x="767" y="341"/>
                </a:lnTo>
                <a:lnTo>
                  <a:pt x="767" y="340"/>
                </a:lnTo>
                <a:lnTo>
                  <a:pt x="767" y="341"/>
                </a:lnTo>
                <a:lnTo>
                  <a:pt x="766" y="341"/>
                </a:lnTo>
                <a:lnTo>
                  <a:pt x="766" y="340"/>
                </a:lnTo>
                <a:lnTo>
                  <a:pt x="765" y="340"/>
                </a:lnTo>
                <a:lnTo>
                  <a:pt x="764" y="340"/>
                </a:lnTo>
                <a:lnTo>
                  <a:pt x="763" y="340"/>
                </a:lnTo>
                <a:lnTo>
                  <a:pt x="762" y="340"/>
                </a:lnTo>
                <a:lnTo>
                  <a:pt x="762" y="341"/>
                </a:lnTo>
                <a:lnTo>
                  <a:pt x="761" y="341"/>
                </a:lnTo>
                <a:lnTo>
                  <a:pt x="760" y="342"/>
                </a:lnTo>
                <a:lnTo>
                  <a:pt x="757" y="342"/>
                </a:lnTo>
                <a:lnTo>
                  <a:pt x="756" y="342"/>
                </a:lnTo>
                <a:lnTo>
                  <a:pt x="755" y="342"/>
                </a:lnTo>
                <a:lnTo>
                  <a:pt x="755" y="341"/>
                </a:lnTo>
                <a:lnTo>
                  <a:pt x="754" y="341"/>
                </a:lnTo>
                <a:lnTo>
                  <a:pt x="753" y="341"/>
                </a:lnTo>
                <a:lnTo>
                  <a:pt x="752" y="341"/>
                </a:lnTo>
                <a:lnTo>
                  <a:pt x="751" y="341"/>
                </a:lnTo>
                <a:lnTo>
                  <a:pt x="750" y="341"/>
                </a:lnTo>
                <a:lnTo>
                  <a:pt x="750" y="340"/>
                </a:lnTo>
                <a:lnTo>
                  <a:pt x="750" y="339"/>
                </a:lnTo>
                <a:lnTo>
                  <a:pt x="750" y="338"/>
                </a:lnTo>
                <a:lnTo>
                  <a:pt x="747" y="338"/>
                </a:lnTo>
                <a:lnTo>
                  <a:pt x="746" y="338"/>
                </a:lnTo>
                <a:lnTo>
                  <a:pt x="745" y="338"/>
                </a:lnTo>
                <a:lnTo>
                  <a:pt x="744" y="338"/>
                </a:lnTo>
                <a:lnTo>
                  <a:pt x="744" y="339"/>
                </a:lnTo>
                <a:lnTo>
                  <a:pt x="743" y="339"/>
                </a:lnTo>
                <a:lnTo>
                  <a:pt x="743" y="340"/>
                </a:lnTo>
                <a:lnTo>
                  <a:pt x="744" y="341"/>
                </a:lnTo>
                <a:lnTo>
                  <a:pt x="745" y="341"/>
                </a:lnTo>
                <a:lnTo>
                  <a:pt x="747" y="341"/>
                </a:lnTo>
                <a:lnTo>
                  <a:pt x="746" y="342"/>
                </a:lnTo>
                <a:lnTo>
                  <a:pt x="745" y="342"/>
                </a:lnTo>
                <a:lnTo>
                  <a:pt x="745" y="341"/>
                </a:lnTo>
                <a:lnTo>
                  <a:pt x="744" y="341"/>
                </a:lnTo>
                <a:lnTo>
                  <a:pt x="742" y="341"/>
                </a:lnTo>
                <a:lnTo>
                  <a:pt x="742" y="342"/>
                </a:lnTo>
                <a:lnTo>
                  <a:pt x="741" y="342"/>
                </a:lnTo>
                <a:lnTo>
                  <a:pt x="741" y="343"/>
                </a:lnTo>
                <a:lnTo>
                  <a:pt x="741" y="344"/>
                </a:lnTo>
                <a:lnTo>
                  <a:pt x="741" y="345"/>
                </a:lnTo>
                <a:lnTo>
                  <a:pt x="742" y="345"/>
                </a:lnTo>
                <a:lnTo>
                  <a:pt x="742" y="346"/>
                </a:lnTo>
                <a:lnTo>
                  <a:pt x="743" y="347"/>
                </a:lnTo>
                <a:lnTo>
                  <a:pt x="742" y="347"/>
                </a:lnTo>
                <a:lnTo>
                  <a:pt x="741" y="347"/>
                </a:lnTo>
                <a:lnTo>
                  <a:pt x="740" y="347"/>
                </a:lnTo>
                <a:lnTo>
                  <a:pt x="740" y="348"/>
                </a:lnTo>
                <a:lnTo>
                  <a:pt x="740" y="349"/>
                </a:lnTo>
                <a:lnTo>
                  <a:pt x="740" y="350"/>
                </a:lnTo>
                <a:lnTo>
                  <a:pt x="740" y="351"/>
                </a:lnTo>
                <a:lnTo>
                  <a:pt x="740" y="352"/>
                </a:lnTo>
                <a:lnTo>
                  <a:pt x="740" y="353"/>
                </a:lnTo>
                <a:lnTo>
                  <a:pt x="739" y="353"/>
                </a:lnTo>
                <a:lnTo>
                  <a:pt x="738" y="353"/>
                </a:lnTo>
                <a:lnTo>
                  <a:pt x="738" y="354"/>
                </a:lnTo>
                <a:lnTo>
                  <a:pt x="737" y="354"/>
                </a:lnTo>
                <a:lnTo>
                  <a:pt x="738" y="354"/>
                </a:lnTo>
                <a:lnTo>
                  <a:pt x="738" y="355"/>
                </a:lnTo>
                <a:lnTo>
                  <a:pt x="737" y="355"/>
                </a:lnTo>
                <a:lnTo>
                  <a:pt x="737" y="356"/>
                </a:lnTo>
                <a:lnTo>
                  <a:pt x="737" y="357"/>
                </a:lnTo>
                <a:lnTo>
                  <a:pt x="736" y="357"/>
                </a:lnTo>
                <a:lnTo>
                  <a:pt x="736" y="358"/>
                </a:lnTo>
                <a:lnTo>
                  <a:pt x="737" y="358"/>
                </a:lnTo>
                <a:lnTo>
                  <a:pt x="737" y="359"/>
                </a:lnTo>
                <a:lnTo>
                  <a:pt x="737" y="360"/>
                </a:lnTo>
                <a:lnTo>
                  <a:pt x="736" y="361"/>
                </a:lnTo>
                <a:lnTo>
                  <a:pt x="735" y="362"/>
                </a:lnTo>
                <a:lnTo>
                  <a:pt x="735" y="363"/>
                </a:lnTo>
                <a:lnTo>
                  <a:pt x="735" y="364"/>
                </a:lnTo>
                <a:lnTo>
                  <a:pt x="734" y="364"/>
                </a:lnTo>
                <a:lnTo>
                  <a:pt x="734" y="365"/>
                </a:lnTo>
                <a:lnTo>
                  <a:pt x="734" y="366"/>
                </a:lnTo>
                <a:lnTo>
                  <a:pt x="733" y="366"/>
                </a:lnTo>
                <a:lnTo>
                  <a:pt x="733" y="367"/>
                </a:lnTo>
                <a:lnTo>
                  <a:pt x="733" y="368"/>
                </a:lnTo>
                <a:lnTo>
                  <a:pt x="733" y="369"/>
                </a:lnTo>
                <a:lnTo>
                  <a:pt x="734" y="370"/>
                </a:lnTo>
                <a:lnTo>
                  <a:pt x="734" y="371"/>
                </a:lnTo>
                <a:lnTo>
                  <a:pt x="735" y="371"/>
                </a:lnTo>
                <a:lnTo>
                  <a:pt x="736" y="371"/>
                </a:lnTo>
                <a:lnTo>
                  <a:pt x="737" y="371"/>
                </a:lnTo>
                <a:lnTo>
                  <a:pt x="737" y="372"/>
                </a:lnTo>
                <a:lnTo>
                  <a:pt x="736" y="372"/>
                </a:lnTo>
                <a:lnTo>
                  <a:pt x="735" y="372"/>
                </a:lnTo>
                <a:lnTo>
                  <a:pt x="735" y="371"/>
                </a:lnTo>
                <a:lnTo>
                  <a:pt x="734" y="372"/>
                </a:lnTo>
                <a:lnTo>
                  <a:pt x="734" y="373"/>
                </a:lnTo>
                <a:lnTo>
                  <a:pt x="734" y="374"/>
                </a:lnTo>
                <a:lnTo>
                  <a:pt x="735" y="374"/>
                </a:lnTo>
                <a:lnTo>
                  <a:pt x="735" y="375"/>
                </a:lnTo>
                <a:lnTo>
                  <a:pt x="734" y="375"/>
                </a:lnTo>
                <a:lnTo>
                  <a:pt x="733" y="374"/>
                </a:lnTo>
                <a:lnTo>
                  <a:pt x="732" y="374"/>
                </a:lnTo>
                <a:lnTo>
                  <a:pt x="732" y="375"/>
                </a:lnTo>
                <a:lnTo>
                  <a:pt x="733" y="375"/>
                </a:lnTo>
                <a:lnTo>
                  <a:pt x="733" y="376"/>
                </a:lnTo>
                <a:lnTo>
                  <a:pt x="733" y="377"/>
                </a:lnTo>
                <a:lnTo>
                  <a:pt x="732" y="377"/>
                </a:lnTo>
                <a:lnTo>
                  <a:pt x="732" y="378"/>
                </a:lnTo>
                <a:lnTo>
                  <a:pt x="733" y="378"/>
                </a:lnTo>
                <a:lnTo>
                  <a:pt x="734" y="378"/>
                </a:lnTo>
                <a:lnTo>
                  <a:pt x="735" y="378"/>
                </a:lnTo>
                <a:lnTo>
                  <a:pt x="734" y="378"/>
                </a:lnTo>
                <a:lnTo>
                  <a:pt x="734" y="379"/>
                </a:lnTo>
                <a:lnTo>
                  <a:pt x="733" y="379"/>
                </a:lnTo>
                <a:lnTo>
                  <a:pt x="732" y="379"/>
                </a:lnTo>
                <a:lnTo>
                  <a:pt x="732" y="380"/>
                </a:lnTo>
                <a:lnTo>
                  <a:pt x="732" y="381"/>
                </a:lnTo>
                <a:lnTo>
                  <a:pt x="731" y="381"/>
                </a:lnTo>
                <a:lnTo>
                  <a:pt x="731" y="382"/>
                </a:lnTo>
                <a:lnTo>
                  <a:pt x="731" y="383"/>
                </a:lnTo>
                <a:lnTo>
                  <a:pt x="730" y="383"/>
                </a:lnTo>
                <a:lnTo>
                  <a:pt x="730" y="384"/>
                </a:lnTo>
                <a:lnTo>
                  <a:pt x="731" y="384"/>
                </a:lnTo>
                <a:lnTo>
                  <a:pt x="731" y="385"/>
                </a:lnTo>
                <a:lnTo>
                  <a:pt x="732" y="385"/>
                </a:lnTo>
                <a:lnTo>
                  <a:pt x="731" y="386"/>
                </a:lnTo>
                <a:lnTo>
                  <a:pt x="731" y="387"/>
                </a:lnTo>
                <a:lnTo>
                  <a:pt x="731" y="388"/>
                </a:lnTo>
                <a:lnTo>
                  <a:pt x="731" y="389"/>
                </a:lnTo>
                <a:lnTo>
                  <a:pt x="730" y="389"/>
                </a:lnTo>
                <a:lnTo>
                  <a:pt x="730" y="390"/>
                </a:lnTo>
                <a:lnTo>
                  <a:pt x="731" y="390"/>
                </a:lnTo>
                <a:lnTo>
                  <a:pt x="731" y="391"/>
                </a:lnTo>
                <a:lnTo>
                  <a:pt x="731" y="392"/>
                </a:lnTo>
                <a:lnTo>
                  <a:pt x="731" y="393"/>
                </a:lnTo>
                <a:lnTo>
                  <a:pt x="731" y="394"/>
                </a:lnTo>
                <a:lnTo>
                  <a:pt x="730" y="394"/>
                </a:lnTo>
                <a:lnTo>
                  <a:pt x="730" y="395"/>
                </a:lnTo>
                <a:lnTo>
                  <a:pt x="730" y="396"/>
                </a:lnTo>
                <a:lnTo>
                  <a:pt x="729" y="396"/>
                </a:lnTo>
                <a:lnTo>
                  <a:pt x="728" y="396"/>
                </a:lnTo>
                <a:lnTo>
                  <a:pt x="728" y="397"/>
                </a:lnTo>
                <a:lnTo>
                  <a:pt x="727" y="397"/>
                </a:lnTo>
                <a:lnTo>
                  <a:pt x="726" y="397"/>
                </a:lnTo>
                <a:lnTo>
                  <a:pt x="725" y="397"/>
                </a:lnTo>
                <a:lnTo>
                  <a:pt x="725" y="396"/>
                </a:lnTo>
                <a:lnTo>
                  <a:pt x="724" y="396"/>
                </a:lnTo>
                <a:lnTo>
                  <a:pt x="723" y="397"/>
                </a:lnTo>
                <a:lnTo>
                  <a:pt x="722" y="397"/>
                </a:lnTo>
                <a:lnTo>
                  <a:pt x="722" y="396"/>
                </a:lnTo>
                <a:lnTo>
                  <a:pt x="721" y="395"/>
                </a:lnTo>
                <a:lnTo>
                  <a:pt x="720" y="395"/>
                </a:lnTo>
                <a:lnTo>
                  <a:pt x="720" y="394"/>
                </a:lnTo>
                <a:lnTo>
                  <a:pt x="719" y="394"/>
                </a:lnTo>
                <a:lnTo>
                  <a:pt x="718" y="395"/>
                </a:lnTo>
                <a:lnTo>
                  <a:pt x="717" y="395"/>
                </a:lnTo>
                <a:lnTo>
                  <a:pt x="717" y="396"/>
                </a:lnTo>
                <a:lnTo>
                  <a:pt x="718" y="396"/>
                </a:lnTo>
                <a:lnTo>
                  <a:pt x="718" y="395"/>
                </a:lnTo>
                <a:lnTo>
                  <a:pt x="719" y="395"/>
                </a:lnTo>
                <a:lnTo>
                  <a:pt x="719" y="396"/>
                </a:lnTo>
                <a:lnTo>
                  <a:pt x="719" y="397"/>
                </a:lnTo>
                <a:lnTo>
                  <a:pt x="718" y="397"/>
                </a:lnTo>
                <a:lnTo>
                  <a:pt x="718" y="398"/>
                </a:lnTo>
                <a:lnTo>
                  <a:pt x="717" y="399"/>
                </a:lnTo>
                <a:lnTo>
                  <a:pt x="717" y="398"/>
                </a:lnTo>
                <a:lnTo>
                  <a:pt x="716" y="398"/>
                </a:lnTo>
                <a:lnTo>
                  <a:pt x="716" y="399"/>
                </a:lnTo>
                <a:lnTo>
                  <a:pt x="716" y="400"/>
                </a:lnTo>
                <a:lnTo>
                  <a:pt x="715" y="400"/>
                </a:lnTo>
                <a:lnTo>
                  <a:pt x="715" y="401"/>
                </a:lnTo>
                <a:lnTo>
                  <a:pt x="716" y="401"/>
                </a:lnTo>
                <a:lnTo>
                  <a:pt x="716" y="402"/>
                </a:lnTo>
                <a:lnTo>
                  <a:pt x="715" y="402"/>
                </a:lnTo>
                <a:lnTo>
                  <a:pt x="714" y="402"/>
                </a:lnTo>
                <a:lnTo>
                  <a:pt x="714" y="403"/>
                </a:lnTo>
                <a:lnTo>
                  <a:pt x="714" y="404"/>
                </a:lnTo>
                <a:lnTo>
                  <a:pt x="713" y="404"/>
                </a:lnTo>
                <a:lnTo>
                  <a:pt x="713" y="403"/>
                </a:lnTo>
                <a:lnTo>
                  <a:pt x="713" y="404"/>
                </a:lnTo>
                <a:lnTo>
                  <a:pt x="712" y="403"/>
                </a:lnTo>
                <a:lnTo>
                  <a:pt x="712" y="402"/>
                </a:lnTo>
                <a:lnTo>
                  <a:pt x="712" y="401"/>
                </a:lnTo>
                <a:lnTo>
                  <a:pt x="711" y="401"/>
                </a:lnTo>
                <a:lnTo>
                  <a:pt x="710" y="401"/>
                </a:lnTo>
                <a:lnTo>
                  <a:pt x="710" y="400"/>
                </a:lnTo>
                <a:lnTo>
                  <a:pt x="709" y="400"/>
                </a:lnTo>
                <a:lnTo>
                  <a:pt x="709" y="399"/>
                </a:lnTo>
                <a:lnTo>
                  <a:pt x="709" y="398"/>
                </a:lnTo>
                <a:lnTo>
                  <a:pt x="708" y="398"/>
                </a:lnTo>
                <a:lnTo>
                  <a:pt x="707" y="398"/>
                </a:lnTo>
                <a:lnTo>
                  <a:pt x="706" y="398"/>
                </a:lnTo>
                <a:lnTo>
                  <a:pt x="705" y="397"/>
                </a:lnTo>
                <a:lnTo>
                  <a:pt x="705" y="396"/>
                </a:lnTo>
                <a:lnTo>
                  <a:pt x="704" y="396"/>
                </a:lnTo>
                <a:lnTo>
                  <a:pt x="704" y="395"/>
                </a:lnTo>
                <a:lnTo>
                  <a:pt x="704" y="396"/>
                </a:lnTo>
                <a:lnTo>
                  <a:pt x="703" y="396"/>
                </a:lnTo>
                <a:lnTo>
                  <a:pt x="703" y="397"/>
                </a:lnTo>
                <a:lnTo>
                  <a:pt x="702" y="397"/>
                </a:lnTo>
                <a:lnTo>
                  <a:pt x="702" y="396"/>
                </a:lnTo>
                <a:lnTo>
                  <a:pt x="701" y="396"/>
                </a:lnTo>
                <a:lnTo>
                  <a:pt x="701" y="395"/>
                </a:lnTo>
                <a:lnTo>
                  <a:pt x="700" y="395"/>
                </a:lnTo>
                <a:lnTo>
                  <a:pt x="699" y="395"/>
                </a:lnTo>
                <a:lnTo>
                  <a:pt x="699" y="396"/>
                </a:lnTo>
                <a:lnTo>
                  <a:pt x="699" y="397"/>
                </a:lnTo>
                <a:lnTo>
                  <a:pt x="699" y="398"/>
                </a:lnTo>
                <a:lnTo>
                  <a:pt x="698" y="397"/>
                </a:lnTo>
                <a:lnTo>
                  <a:pt x="697" y="397"/>
                </a:lnTo>
                <a:lnTo>
                  <a:pt x="696" y="397"/>
                </a:lnTo>
                <a:lnTo>
                  <a:pt x="697" y="396"/>
                </a:lnTo>
                <a:lnTo>
                  <a:pt x="697" y="395"/>
                </a:lnTo>
                <a:lnTo>
                  <a:pt x="697" y="394"/>
                </a:lnTo>
                <a:lnTo>
                  <a:pt x="696" y="394"/>
                </a:lnTo>
                <a:lnTo>
                  <a:pt x="695" y="395"/>
                </a:lnTo>
                <a:lnTo>
                  <a:pt x="695" y="396"/>
                </a:lnTo>
                <a:lnTo>
                  <a:pt x="694" y="396"/>
                </a:lnTo>
                <a:lnTo>
                  <a:pt x="695" y="396"/>
                </a:lnTo>
                <a:lnTo>
                  <a:pt x="695" y="397"/>
                </a:lnTo>
                <a:lnTo>
                  <a:pt x="696" y="397"/>
                </a:lnTo>
                <a:lnTo>
                  <a:pt x="696" y="398"/>
                </a:lnTo>
                <a:lnTo>
                  <a:pt x="695" y="398"/>
                </a:lnTo>
                <a:lnTo>
                  <a:pt x="695" y="399"/>
                </a:lnTo>
                <a:lnTo>
                  <a:pt x="696" y="399"/>
                </a:lnTo>
                <a:lnTo>
                  <a:pt x="695" y="399"/>
                </a:lnTo>
                <a:lnTo>
                  <a:pt x="694" y="399"/>
                </a:lnTo>
                <a:lnTo>
                  <a:pt x="694" y="398"/>
                </a:lnTo>
                <a:lnTo>
                  <a:pt x="694" y="397"/>
                </a:lnTo>
                <a:lnTo>
                  <a:pt x="693" y="397"/>
                </a:lnTo>
                <a:lnTo>
                  <a:pt x="693" y="398"/>
                </a:lnTo>
                <a:lnTo>
                  <a:pt x="692" y="398"/>
                </a:lnTo>
                <a:lnTo>
                  <a:pt x="692" y="397"/>
                </a:lnTo>
                <a:lnTo>
                  <a:pt x="692" y="398"/>
                </a:lnTo>
                <a:lnTo>
                  <a:pt x="692" y="399"/>
                </a:lnTo>
                <a:lnTo>
                  <a:pt x="691" y="399"/>
                </a:lnTo>
                <a:lnTo>
                  <a:pt x="692" y="400"/>
                </a:lnTo>
                <a:lnTo>
                  <a:pt x="692" y="401"/>
                </a:lnTo>
                <a:lnTo>
                  <a:pt x="693" y="401"/>
                </a:lnTo>
                <a:lnTo>
                  <a:pt x="693" y="402"/>
                </a:lnTo>
                <a:lnTo>
                  <a:pt x="693" y="401"/>
                </a:lnTo>
                <a:lnTo>
                  <a:pt x="692" y="401"/>
                </a:lnTo>
                <a:lnTo>
                  <a:pt x="691" y="401"/>
                </a:lnTo>
                <a:lnTo>
                  <a:pt x="691" y="402"/>
                </a:lnTo>
                <a:lnTo>
                  <a:pt x="690" y="402"/>
                </a:lnTo>
                <a:lnTo>
                  <a:pt x="689" y="402"/>
                </a:lnTo>
                <a:lnTo>
                  <a:pt x="689" y="401"/>
                </a:lnTo>
                <a:lnTo>
                  <a:pt x="688" y="402"/>
                </a:lnTo>
                <a:lnTo>
                  <a:pt x="688" y="403"/>
                </a:lnTo>
                <a:lnTo>
                  <a:pt x="687" y="403"/>
                </a:lnTo>
                <a:lnTo>
                  <a:pt x="687" y="402"/>
                </a:lnTo>
                <a:lnTo>
                  <a:pt x="686" y="402"/>
                </a:lnTo>
                <a:lnTo>
                  <a:pt x="685" y="403"/>
                </a:lnTo>
                <a:lnTo>
                  <a:pt x="685" y="404"/>
                </a:lnTo>
                <a:lnTo>
                  <a:pt x="684" y="404"/>
                </a:lnTo>
                <a:lnTo>
                  <a:pt x="684" y="405"/>
                </a:lnTo>
                <a:lnTo>
                  <a:pt x="685" y="405"/>
                </a:lnTo>
                <a:lnTo>
                  <a:pt x="685" y="406"/>
                </a:lnTo>
                <a:lnTo>
                  <a:pt x="686" y="406"/>
                </a:lnTo>
                <a:lnTo>
                  <a:pt x="687" y="407"/>
                </a:lnTo>
                <a:lnTo>
                  <a:pt x="687" y="408"/>
                </a:lnTo>
                <a:lnTo>
                  <a:pt x="686" y="408"/>
                </a:lnTo>
                <a:lnTo>
                  <a:pt x="686" y="409"/>
                </a:lnTo>
                <a:lnTo>
                  <a:pt x="685" y="409"/>
                </a:lnTo>
                <a:lnTo>
                  <a:pt x="684" y="409"/>
                </a:lnTo>
                <a:lnTo>
                  <a:pt x="684" y="408"/>
                </a:lnTo>
                <a:lnTo>
                  <a:pt x="683" y="408"/>
                </a:lnTo>
                <a:lnTo>
                  <a:pt x="682" y="408"/>
                </a:lnTo>
                <a:lnTo>
                  <a:pt x="682" y="409"/>
                </a:lnTo>
                <a:lnTo>
                  <a:pt x="683" y="409"/>
                </a:lnTo>
                <a:lnTo>
                  <a:pt x="683" y="410"/>
                </a:lnTo>
                <a:lnTo>
                  <a:pt x="684" y="410"/>
                </a:lnTo>
                <a:lnTo>
                  <a:pt x="684" y="409"/>
                </a:lnTo>
                <a:lnTo>
                  <a:pt x="685" y="409"/>
                </a:lnTo>
                <a:lnTo>
                  <a:pt x="685" y="410"/>
                </a:lnTo>
                <a:lnTo>
                  <a:pt x="684" y="410"/>
                </a:lnTo>
                <a:lnTo>
                  <a:pt x="684" y="411"/>
                </a:lnTo>
                <a:lnTo>
                  <a:pt x="683" y="411"/>
                </a:lnTo>
                <a:lnTo>
                  <a:pt x="682" y="411"/>
                </a:lnTo>
                <a:lnTo>
                  <a:pt x="682" y="412"/>
                </a:lnTo>
                <a:lnTo>
                  <a:pt x="683" y="412"/>
                </a:lnTo>
                <a:lnTo>
                  <a:pt x="684" y="412"/>
                </a:lnTo>
                <a:lnTo>
                  <a:pt x="685" y="412"/>
                </a:lnTo>
                <a:lnTo>
                  <a:pt x="684" y="413"/>
                </a:lnTo>
                <a:lnTo>
                  <a:pt x="684" y="414"/>
                </a:lnTo>
                <a:lnTo>
                  <a:pt x="683" y="414"/>
                </a:lnTo>
                <a:lnTo>
                  <a:pt x="682" y="414"/>
                </a:lnTo>
                <a:lnTo>
                  <a:pt x="681" y="414"/>
                </a:lnTo>
                <a:lnTo>
                  <a:pt x="680" y="414"/>
                </a:lnTo>
                <a:lnTo>
                  <a:pt x="680" y="415"/>
                </a:lnTo>
                <a:lnTo>
                  <a:pt x="680" y="416"/>
                </a:lnTo>
                <a:lnTo>
                  <a:pt x="680" y="417"/>
                </a:lnTo>
                <a:lnTo>
                  <a:pt x="681" y="417"/>
                </a:lnTo>
                <a:lnTo>
                  <a:pt x="681" y="416"/>
                </a:lnTo>
                <a:lnTo>
                  <a:pt x="682" y="416"/>
                </a:lnTo>
                <a:lnTo>
                  <a:pt x="683" y="417"/>
                </a:lnTo>
                <a:lnTo>
                  <a:pt x="682" y="417"/>
                </a:lnTo>
                <a:lnTo>
                  <a:pt x="682" y="418"/>
                </a:lnTo>
                <a:lnTo>
                  <a:pt x="683" y="419"/>
                </a:lnTo>
                <a:lnTo>
                  <a:pt x="684" y="419"/>
                </a:lnTo>
                <a:lnTo>
                  <a:pt x="684" y="420"/>
                </a:lnTo>
                <a:lnTo>
                  <a:pt x="683" y="420"/>
                </a:lnTo>
                <a:lnTo>
                  <a:pt x="682" y="420"/>
                </a:lnTo>
                <a:lnTo>
                  <a:pt x="681" y="420"/>
                </a:lnTo>
                <a:lnTo>
                  <a:pt x="681" y="421"/>
                </a:lnTo>
                <a:lnTo>
                  <a:pt x="681" y="422"/>
                </a:lnTo>
                <a:lnTo>
                  <a:pt x="680" y="422"/>
                </a:lnTo>
                <a:lnTo>
                  <a:pt x="679" y="422"/>
                </a:lnTo>
                <a:lnTo>
                  <a:pt x="678" y="422"/>
                </a:lnTo>
                <a:lnTo>
                  <a:pt x="678" y="423"/>
                </a:lnTo>
                <a:lnTo>
                  <a:pt x="679" y="423"/>
                </a:lnTo>
                <a:lnTo>
                  <a:pt x="679" y="424"/>
                </a:lnTo>
                <a:lnTo>
                  <a:pt x="678" y="424"/>
                </a:lnTo>
                <a:lnTo>
                  <a:pt x="677" y="424"/>
                </a:lnTo>
                <a:lnTo>
                  <a:pt x="676" y="424"/>
                </a:lnTo>
                <a:lnTo>
                  <a:pt x="676" y="425"/>
                </a:lnTo>
                <a:lnTo>
                  <a:pt x="676" y="426"/>
                </a:lnTo>
                <a:lnTo>
                  <a:pt x="675" y="426"/>
                </a:lnTo>
                <a:lnTo>
                  <a:pt x="675" y="427"/>
                </a:lnTo>
                <a:lnTo>
                  <a:pt x="674" y="427"/>
                </a:lnTo>
                <a:lnTo>
                  <a:pt x="674" y="426"/>
                </a:lnTo>
                <a:lnTo>
                  <a:pt x="673" y="426"/>
                </a:lnTo>
                <a:lnTo>
                  <a:pt x="672" y="427"/>
                </a:lnTo>
                <a:lnTo>
                  <a:pt x="672" y="426"/>
                </a:lnTo>
                <a:lnTo>
                  <a:pt x="671" y="426"/>
                </a:lnTo>
                <a:lnTo>
                  <a:pt x="671" y="425"/>
                </a:lnTo>
                <a:lnTo>
                  <a:pt x="670" y="425"/>
                </a:lnTo>
                <a:lnTo>
                  <a:pt x="670" y="426"/>
                </a:lnTo>
                <a:lnTo>
                  <a:pt x="671" y="426"/>
                </a:lnTo>
                <a:lnTo>
                  <a:pt x="671" y="427"/>
                </a:lnTo>
                <a:lnTo>
                  <a:pt x="670" y="427"/>
                </a:lnTo>
                <a:lnTo>
                  <a:pt x="669" y="427"/>
                </a:lnTo>
                <a:lnTo>
                  <a:pt x="668" y="427"/>
                </a:lnTo>
                <a:lnTo>
                  <a:pt x="668" y="428"/>
                </a:lnTo>
                <a:lnTo>
                  <a:pt x="667" y="428"/>
                </a:lnTo>
                <a:lnTo>
                  <a:pt x="668" y="428"/>
                </a:lnTo>
                <a:lnTo>
                  <a:pt x="668" y="429"/>
                </a:lnTo>
                <a:lnTo>
                  <a:pt x="667" y="429"/>
                </a:lnTo>
                <a:lnTo>
                  <a:pt x="667" y="430"/>
                </a:lnTo>
                <a:lnTo>
                  <a:pt x="666" y="431"/>
                </a:lnTo>
                <a:lnTo>
                  <a:pt x="665" y="431"/>
                </a:lnTo>
                <a:lnTo>
                  <a:pt x="665" y="432"/>
                </a:lnTo>
                <a:lnTo>
                  <a:pt x="664" y="431"/>
                </a:lnTo>
                <a:lnTo>
                  <a:pt x="663" y="431"/>
                </a:lnTo>
                <a:lnTo>
                  <a:pt x="662" y="432"/>
                </a:lnTo>
                <a:lnTo>
                  <a:pt x="661" y="431"/>
                </a:lnTo>
                <a:lnTo>
                  <a:pt x="661" y="432"/>
                </a:lnTo>
                <a:lnTo>
                  <a:pt x="660" y="432"/>
                </a:lnTo>
                <a:lnTo>
                  <a:pt x="659" y="432"/>
                </a:lnTo>
                <a:lnTo>
                  <a:pt x="659" y="433"/>
                </a:lnTo>
                <a:lnTo>
                  <a:pt x="660" y="433"/>
                </a:lnTo>
                <a:lnTo>
                  <a:pt x="660" y="434"/>
                </a:lnTo>
                <a:lnTo>
                  <a:pt x="659" y="434"/>
                </a:lnTo>
                <a:lnTo>
                  <a:pt x="660" y="435"/>
                </a:lnTo>
                <a:lnTo>
                  <a:pt x="661" y="435"/>
                </a:lnTo>
                <a:lnTo>
                  <a:pt x="660" y="435"/>
                </a:lnTo>
                <a:lnTo>
                  <a:pt x="660" y="436"/>
                </a:lnTo>
                <a:lnTo>
                  <a:pt x="660" y="437"/>
                </a:lnTo>
                <a:lnTo>
                  <a:pt x="659" y="437"/>
                </a:lnTo>
                <a:lnTo>
                  <a:pt x="659" y="438"/>
                </a:lnTo>
                <a:lnTo>
                  <a:pt x="660" y="438"/>
                </a:lnTo>
                <a:lnTo>
                  <a:pt x="659" y="438"/>
                </a:lnTo>
                <a:lnTo>
                  <a:pt x="658" y="438"/>
                </a:lnTo>
                <a:lnTo>
                  <a:pt x="658" y="439"/>
                </a:lnTo>
                <a:lnTo>
                  <a:pt x="657" y="440"/>
                </a:lnTo>
                <a:lnTo>
                  <a:pt x="656" y="440"/>
                </a:lnTo>
                <a:lnTo>
                  <a:pt x="656" y="439"/>
                </a:lnTo>
                <a:lnTo>
                  <a:pt x="655" y="439"/>
                </a:lnTo>
                <a:lnTo>
                  <a:pt x="654" y="439"/>
                </a:lnTo>
                <a:lnTo>
                  <a:pt x="654" y="438"/>
                </a:lnTo>
                <a:lnTo>
                  <a:pt x="653" y="438"/>
                </a:lnTo>
                <a:lnTo>
                  <a:pt x="652" y="438"/>
                </a:lnTo>
                <a:lnTo>
                  <a:pt x="651" y="438"/>
                </a:lnTo>
                <a:lnTo>
                  <a:pt x="650" y="438"/>
                </a:lnTo>
                <a:lnTo>
                  <a:pt x="649" y="438"/>
                </a:lnTo>
                <a:lnTo>
                  <a:pt x="649" y="437"/>
                </a:lnTo>
                <a:lnTo>
                  <a:pt x="648" y="437"/>
                </a:lnTo>
                <a:lnTo>
                  <a:pt x="647" y="437"/>
                </a:lnTo>
                <a:lnTo>
                  <a:pt x="645" y="437"/>
                </a:lnTo>
                <a:lnTo>
                  <a:pt x="644" y="437"/>
                </a:lnTo>
                <a:lnTo>
                  <a:pt x="644" y="438"/>
                </a:lnTo>
                <a:lnTo>
                  <a:pt x="643" y="438"/>
                </a:lnTo>
                <a:lnTo>
                  <a:pt x="643" y="437"/>
                </a:lnTo>
                <a:lnTo>
                  <a:pt x="642" y="437"/>
                </a:lnTo>
                <a:lnTo>
                  <a:pt x="642" y="436"/>
                </a:lnTo>
                <a:lnTo>
                  <a:pt x="641" y="436"/>
                </a:lnTo>
                <a:lnTo>
                  <a:pt x="640" y="436"/>
                </a:lnTo>
                <a:lnTo>
                  <a:pt x="640" y="437"/>
                </a:lnTo>
                <a:lnTo>
                  <a:pt x="639" y="437"/>
                </a:lnTo>
                <a:lnTo>
                  <a:pt x="638" y="438"/>
                </a:lnTo>
                <a:lnTo>
                  <a:pt x="637" y="439"/>
                </a:lnTo>
                <a:lnTo>
                  <a:pt x="636" y="439"/>
                </a:lnTo>
                <a:lnTo>
                  <a:pt x="635" y="440"/>
                </a:lnTo>
                <a:lnTo>
                  <a:pt x="635" y="439"/>
                </a:lnTo>
                <a:lnTo>
                  <a:pt x="634" y="439"/>
                </a:lnTo>
                <a:lnTo>
                  <a:pt x="633" y="439"/>
                </a:lnTo>
                <a:lnTo>
                  <a:pt x="633" y="438"/>
                </a:lnTo>
                <a:lnTo>
                  <a:pt x="632" y="437"/>
                </a:lnTo>
                <a:lnTo>
                  <a:pt x="631" y="437"/>
                </a:lnTo>
                <a:lnTo>
                  <a:pt x="630" y="437"/>
                </a:lnTo>
                <a:lnTo>
                  <a:pt x="630" y="438"/>
                </a:lnTo>
                <a:lnTo>
                  <a:pt x="629" y="438"/>
                </a:lnTo>
                <a:lnTo>
                  <a:pt x="629" y="437"/>
                </a:lnTo>
                <a:lnTo>
                  <a:pt x="628" y="438"/>
                </a:lnTo>
                <a:lnTo>
                  <a:pt x="627" y="438"/>
                </a:lnTo>
                <a:lnTo>
                  <a:pt x="627" y="439"/>
                </a:lnTo>
                <a:lnTo>
                  <a:pt x="628" y="439"/>
                </a:lnTo>
                <a:lnTo>
                  <a:pt x="628" y="440"/>
                </a:lnTo>
                <a:lnTo>
                  <a:pt x="627" y="440"/>
                </a:lnTo>
                <a:lnTo>
                  <a:pt x="626" y="441"/>
                </a:lnTo>
                <a:lnTo>
                  <a:pt x="625" y="441"/>
                </a:lnTo>
                <a:lnTo>
                  <a:pt x="624" y="441"/>
                </a:lnTo>
                <a:lnTo>
                  <a:pt x="623" y="441"/>
                </a:lnTo>
                <a:lnTo>
                  <a:pt x="622" y="441"/>
                </a:lnTo>
                <a:lnTo>
                  <a:pt x="620" y="441"/>
                </a:lnTo>
                <a:lnTo>
                  <a:pt x="619" y="441"/>
                </a:lnTo>
                <a:lnTo>
                  <a:pt x="618" y="441"/>
                </a:lnTo>
                <a:lnTo>
                  <a:pt x="618" y="440"/>
                </a:lnTo>
                <a:lnTo>
                  <a:pt x="617" y="440"/>
                </a:lnTo>
                <a:lnTo>
                  <a:pt x="616" y="440"/>
                </a:lnTo>
                <a:lnTo>
                  <a:pt x="616" y="439"/>
                </a:lnTo>
                <a:lnTo>
                  <a:pt x="615" y="439"/>
                </a:lnTo>
                <a:lnTo>
                  <a:pt x="614" y="439"/>
                </a:lnTo>
                <a:lnTo>
                  <a:pt x="613" y="439"/>
                </a:lnTo>
                <a:lnTo>
                  <a:pt x="612" y="439"/>
                </a:lnTo>
                <a:lnTo>
                  <a:pt x="600" y="438"/>
                </a:lnTo>
                <a:lnTo>
                  <a:pt x="582" y="439"/>
                </a:lnTo>
                <a:lnTo>
                  <a:pt x="579" y="440"/>
                </a:lnTo>
                <a:lnTo>
                  <a:pt x="577" y="441"/>
                </a:lnTo>
                <a:lnTo>
                  <a:pt x="578" y="442"/>
                </a:lnTo>
                <a:lnTo>
                  <a:pt x="578" y="443"/>
                </a:lnTo>
                <a:lnTo>
                  <a:pt x="579" y="443"/>
                </a:lnTo>
                <a:lnTo>
                  <a:pt x="579" y="444"/>
                </a:lnTo>
                <a:lnTo>
                  <a:pt x="580" y="444"/>
                </a:lnTo>
                <a:lnTo>
                  <a:pt x="582" y="445"/>
                </a:lnTo>
                <a:lnTo>
                  <a:pt x="583" y="446"/>
                </a:lnTo>
                <a:lnTo>
                  <a:pt x="583" y="447"/>
                </a:lnTo>
                <a:lnTo>
                  <a:pt x="583" y="448"/>
                </a:lnTo>
                <a:lnTo>
                  <a:pt x="583" y="449"/>
                </a:lnTo>
                <a:lnTo>
                  <a:pt x="583" y="450"/>
                </a:lnTo>
                <a:lnTo>
                  <a:pt x="583" y="451"/>
                </a:lnTo>
                <a:lnTo>
                  <a:pt x="584" y="451"/>
                </a:lnTo>
                <a:lnTo>
                  <a:pt x="584" y="452"/>
                </a:lnTo>
                <a:lnTo>
                  <a:pt x="584" y="453"/>
                </a:lnTo>
                <a:lnTo>
                  <a:pt x="583" y="453"/>
                </a:lnTo>
                <a:lnTo>
                  <a:pt x="583" y="454"/>
                </a:lnTo>
                <a:lnTo>
                  <a:pt x="584" y="454"/>
                </a:lnTo>
                <a:lnTo>
                  <a:pt x="583" y="454"/>
                </a:lnTo>
                <a:lnTo>
                  <a:pt x="583" y="456"/>
                </a:lnTo>
                <a:lnTo>
                  <a:pt x="583" y="457"/>
                </a:lnTo>
                <a:lnTo>
                  <a:pt x="583" y="458"/>
                </a:lnTo>
                <a:lnTo>
                  <a:pt x="584" y="460"/>
                </a:lnTo>
                <a:lnTo>
                  <a:pt x="583" y="461"/>
                </a:lnTo>
                <a:lnTo>
                  <a:pt x="584" y="462"/>
                </a:lnTo>
                <a:lnTo>
                  <a:pt x="585" y="463"/>
                </a:lnTo>
                <a:lnTo>
                  <a:pt x="586" y="463"/>
                </a:lnTo>
                <a:lnTo>
                  <a:pt x="586" y="464"/>
                </a:lnTo>
                <a:lnTo>
                  <a:pt x="587" y="465"/>
                </a:lnTo>
                <a:lnTo>
                  <a:pt x="587" y="466"/>
                </a:lnTo>
                <a:lnTo>
                  <a:pt x="587" y="467"/>
                </a:lnTo>
                <a:lnTo>
                  <a:pt x="588" y="468"/>
                </a:lnTo>
                <a:lnTo>
                  <a:pt x="588" y="469"/>
                </a:lnTo>
                <a:lnTo>
                  <a:pt x="589" y="470"/>
                </a:lnTo>
                <a:lnTo>
                  <a:pt x="590" y="470"/>
                </a:lnTo>
                <a:lnTo>
                  <a:pt x="591" y="471"/>
                </a:lnTo>
                <a:lnTo>
                  <a:pt x="592" y="472"/>
                </a:lnTo>
                <a:lnTo>
                  <a:pt x="592" y="473"/>
                </a:lnTo>
                <a:lnTo>
                  <a:pt x="593" y="473"/>
                </a:lnTo>
                <a:lnTo>
                  <a:pt x="593" y="474"/>
                </a:lnTo>
                <a:lnTo>
                  <a:pt x="594" y="474"/>
                </a:lnTo>
                <a:lnTo>
                  <a:pt x="595" y="474"/>
                </a:lnTo>
                <a:lnTo>
                  <a:pt x="595" y="473"/>
                </a:lnTo>
                <a:lnTo>
                  <a:pt x="596" y="473"/>
                </a:lnTo>
                <a:lnTo>
                  <a:pt x="596" y="474"/>
                </a:lnTo>
                <a:lnTo>
                  <a:pt x="597" y="474"/>
                </a:lnTo>
                <a:lnTo>
                  <a:pt x="597" y="475"/>
                </a:lnTo>
                <a:lnTo>
                  <a:pt x="598" y="475"/>
                </a:lnTo>
                <a:lnTo>
                  <a:pt x="598" y="476"/>
                </a:lnTo>
                <a:lnTo>
                  <a:pt x="598" y="477"/>
                </a:lnTo>
                <a:lnTo>
                  <a:pt x="599" y="477"/>
                </a:lnTo>
                <a:lnTo>
                  <a:pt x="599" y="478"/>
                </a:lnTo>
                <a:lnTo>
                  <a:pt x="600" y="478"/>
                </a:lnTo>
                <a:lnTo>
                  <a:pt x="600" y="479"/>
                </a:lnTo>
                <a:lnTo>
                  <a:pt x="601" y="479"/>
                </a:lnTo>
                <a:lnTo>
                  <a:pt x="601" y="480"/>
                </a:lnTo>
                <a:lnTo>
                  <a:pt x="600" y="480"/>
                </a:lnTo>
                <a:lnTo>
                  <a:pt x="600" y="481"/>
                </a:lnTo>
                <a:lnTo>
                  <a:pt x="601" y="481"/>
                </a:lnTo>
                <a:lnTo>
                  <a:pt x="601" y="482"/>
                </a:lnTo>
                <a:lnTo>
                  <a:pt x="601" y="481"/>
                </a:lnTo>
                <a:lnTo>
                  <a:pt x="602" y="481"/>
                </a:lnTo>
                <a:lnTo>
                  <a:pt x="602" y="482"/>
                </a:lnTo>
                <a:lnTo>
                  <a:pt x="602" y="483"/>
                </a:lnTo>
                <a:lnTo>
                  <a:pt x="602" y="484"/>
                </a:lnTo>
                <a:lnTo>
                  <a:pt x="602" y="485"/>
                </a:lnTo>
                <a:lnTo>
                  <a:pt x="601" y="485"/>
                </a:lnTo>
                <a:lnTo>
                  <a:pt x="600" y="486"/>
                </a:lnTo>
                <a:lnTo>
                  <a:pt x="600" y="487"/>
                </a:lnTo>
                <a:lnTo>
                  <a:pt x="601" y="488"/>
                </a:lnTo>
                <a:lnTo>
                  <a:pt x="600" y="488"/>
                </a:lnTo>
                <a:lnTo>
                  <a:pt x="600" y="489"/>
                </a:lnTo>
                <a:lnTo>
                  <a:pt x="600" y="488"/>
                </a:lnTo>
                <a:lnTo>
                  <a:pt x="599" y="488"/>
                </a:lnTo>
                <a:lnTo>
                  <a:pt x="599" y="489"/>
                </a:lnTo>
                <a:lnTo>
                  <a:pt x="599" y="490"/>
                </a:lnTo>
                <a:lnTo>
                  <a:pt x="598" y="491"/>
                </a:lnTo>
                <a:lnTo>
                  <a:pt x="597" y="491"/>
                </a:lnTo>
                <a:lnTo>
                  <a:pt x="597" y="492"/>
                </a:lnTo>
                <a:lnTo>
                  <a:pt x="596" y="492"/>
                </a:lnTo>
                <a:lnTo>
                  <a:pt x="595" y="492"/>
                </a:lnTo>
                <a:lnTo>
                  <a:pt x="595" y="493"/>
                </a:lnTo>
                <a:lnTo>
                  <a:pt x="596" y="493"/>
                </a:lnTo>
                <a:lnTo>
                  <a:pt x="596" y="494"/>
                </a:lnTo>
                <a:lnTo>
                  <a:pt x="596" y="495"/>
                </a:lnTo>
                <a:lnTo>
                  <a:pt x="595" y="495"/>
                </a:lnTo>
                <a:lnTo>
                  <a:pt x="595" y="496"/>
                </a:lnTo>
                <a:lnTo>
                  <a:pt x="595" y="497"/>
                </a:lnTo>
                <a:lnTo>
                  <a:pt x="596" y="497"/>
                </a:lnTo>
                <a:lnTo>
                  <a:pt x="595" y="498"/>
                </a:lnTo>
                <a:lnTo>
                  <a:pt x="594" y="498"/>
                </a:lnTo>
                <a:lnTo>
                  <a:pt x="593" y="498"/>
                </a:lnTo>
                <a:lnTo>
                  <a:pt x="593" y="499"/>
                </a:lnTo>
                <a:lnTo>
                  <a:pt x="593" y="500"/>
                </a:lnTo>
                <a:lnTo>
                  <a:pt x="593" y="501"/>
                </a:lnTo>
                <a:lnTo>
                  <a:pt x="592" y="501"/>
                </a:lnTo>
                <a:lnTo>
                  <a:pt x="591" y="501"/>
                </a:lnTo>
                <a:lnTo>
                  <a:pt x="590" y="501"/>
                </a:lnTo>
                <a:lnTo>
                  <a:pt x="590" y="502"/>
                </a:lnTo>
                <a:lnTo>
                  <a:pt x="589" y="502"/>
                </a:lnTo>
                <a:lnTo>
                  <a:pt x="589" y="503"/>
                </a:lnTo>
                <a:lnTo>
                  <a:pt x="588" y="503"/>
                </a:lnTo>
                <a:lnTo>
                  <a:pt x="588" y="504"/>
                </a:lnTo>
                <a:lnTo>
                  <a:pt x="587" y="504"/>
                </a:lnTo>
                <a:lnTo>
                  <a:pt x="586" y="504"/>
                </a:lnTo>
                <a:lnTo>
                  <a:pt x="585" y="504"/>
                </a:lnTo>
                <a:lnTo>
                  <a:pt x="585" y="505"/>
                </a:lnTo>
                <a:lnTo>
                  <a:pt x="585" y="506"/>
                </a:lnTo>
                <a:lnTo>
                  <a:pt x="584" y="506"/>
                </a:lnTo>
                <a:lnTo>
                  <a:pt x="583" y="506"/>
                </a:lnTo>
                <a:lnTo>
                  <a:pt x="583" y="505"/>
                </a:lnTo>
                <a:lnTo>
                  <a:pt x="582" y="505"/>
                </a:lnTo>
                <a:lnTo>
                  <a:pt x="582" y="504"/>
                </a:lnTo>
                <a:lnTo>
                  <a:pt x="583" y="504"/>
                </a:lnTo>
                <a:lnTo>
                  <a:pt x="584" y="504"/>
                </a:lnTo>
                <a:lnTo>
                  <a:pt x="584" y="503"/>
                </a:lnTo>
                <a:lnTo>
                  <a:pt x="583" y="503"/>
                </a:lnTo>
                <a:lnTo>
                  <a:pt x="582" y="503"/>
                </a:lnTo>
                <a:lnTo>
                  <a:pt x="581" y="503"/>
                </a:lnTo>
                <a:lnTo>
                  <a:pt x="581" y="504"/>
                </a:lnTo>
                <a:lnTo>
                  <a:pt x="581" y="505"/>
                </a:lnTo>
                <a:lnTo>
                  <a:pt x="581" y="504"/>
                </a:lnTo>
                <a:lnTo>
                  <a:pt x="580" y="504"/>
                </a:lnTo>
                <a:lnTo>
                  <a:pt x="580" y="503"/>
                </a:lnTo>
                <a:lnTo>
                  <a:pt x="579" y="503"/>
                </a:lnTo>
                <a:lnTo>
                  <a:pt x="578" y="503"/>
                </a:lnTo>
                <a:lnTo>
                  <a:pt x="577" y="503"/>
                </a:lnTo>
                <a:lnTo>
                  <a:pt x="577" y="502"/>
                </a:lnTo>
                <a:lnTo>
                  <a:pt x="577" y="501"/>
                </a:lnTo>
                <a:lnTo>
                  <a:pt x="578" y="501"/>
                </a:lnTo>
                <a:lnTo>
                  <a:pt x="577" y="500"/>
                </a:lnTo>
                <a:lnTo>
                  <a:pt x="577" y="501"/>
                </a:lnTo>
                <a:lnTo>
                  <a:pt x="576" y="501"/>
                </a:lnTo>
                <a:lnTo>
                  <a:pt x="575" y="501"/>
                </a:lnTo>
                <a:lnTo>
                  <a:pt x="575" y="500"/>
                </a:lnTo>
                <a:lnTo>
                  <a:pt x="575" y="499"/>
                </a:lnTo>
                <a:lnTo>
                  <a:pt x="574" y="499"/>
                </a:lnTo>
                <a:lnTo>
                  <a:pt x="574" y="500"/>
                </a:lnTo>
                <a:lnTo>
                  <a:pt x="574" y="499"/>
                </a:lnTo>
                <a:lnTo>
                  <a:pt x="575" y="499"/>
                </a:lnTo>
                <a:lnTo>
                  <a:pt x="575" y="498"/>
                </a:lnTo>
                <a:lnTo>
                  <a:pt x="574" y="498"/>
                </a:lnTo>
                <a:lnTo>
                  <a:pt x="573" y="499"/>
                </a:lnTo>
                <a:lnTo>
                  <a:pt x="573" y="500"/>
                </a:lnTo>
                <a:lnTo>
                  <a:pt x="573" y="501"/>
                </a:lnTo>
                <a:lnTo>
                  <a:pt x="572" y="501"/>
                </a:lnTo>
                <a:lnTo>
                  <a:pt x="572" y="500"/>
                </a:lnTo>
                <a:lnTo>
                  <a:pt x="572" y="499"/>
                </a:lnTo>
                <a:lnTo>
                  <a:pt x="571" y="499"/>
                </a:lnTo>
                <a:lnTo>
                  <a:pt x="571" y="498"/>
                </a:lnTo>
                <a:lnTo>
                  <a:pt x="570" y="498"/>
                </a:lnTo>
                <a:lnTo>
                  <a:pt x="570" y="499"/>
                </a:lnTo>
                <a:lnTo>
                  <a:pt x="569" y="499"/>
                </a:lnTo>
                <a:lnTo>
                  <a:pt x="569" y="498"/>
                </a:lnTo>
                <a:lnTo>
                  <a:pt x="569" y="497"/>
                </a:lnTo>
                <a:lnTo>
                  <a:pt x="568" y="497"/>
                </a:lnTo>
                <a:lnTo>
                  <a:pt x="568" y="496"/>
                </a:lnTo>
                <a:lnTo>
                  <a:pt x="568" y="497"/>
                </a:lnTo>
                <a:lnTo>
                  <a:pt x="568" y="498"/>
                </a:lnTo>
                <a:lnTo>
                  <a:pt x="567" y="498"/>
                </a:lnTo>
                <a:lnTo>
                  <a:pt x="566" y="498"/>
                </a:lnTo>
                <a:lnTo>
                  <a:pt x="566" y="499"/>
                </a:lnTo>
                <a:lnTo>
                  <a:pt x="565" y="499"/>
                </a:lnTo>
                <a:lnTo>
                  <a:pt x="564" y="499"/>
                </a:lnTo>
                <a:lnTo>
                  <a:pt x="564" y="498"/>
                </a:lnTo>
                <a:lnTo>
                  <a:pt x="563" y="498"/>
                </a:lnTo>
                <a:lnTo>
                  <a:pt x="562" y="498"/>
                </a:lnTo>
                <a:lnTo>
                  <a:pt x="562" y="499"/>
                </a:lnTo>
                <a:lnTo>
                  <a:pt x="562" y="500"/>
                </a:lnTo>
                <a:lnTo>
                  <a:pt x="562" y="501"/>
                </a:lnTo>
                <a:lnTo>
                  <a:pt x="563" y="501"/>
                </a:lnTo>
                <a:lnTo>
                  <a:pt x="563" y="502"/>
                </a:lnTo>
                <a:lnTo>
                  <a:pt x="562" y="502"/>
                </a:lnTo>
                <a:lnTo>
                  <a:pt x="561" y="502"/>
                </a:lnTo>
                <a:lnTo>
                  <a:pt x="561" y="501"/>
                </a:lnTo>
                <a:lnTo>
                  <a:pt x="561" y="500"/>
                </a:lnTo>
                <a:lnTo>
                  <a:pt x="560" y="500"/>
                </a:lnTo>
                <a:lnTo>
                  <a:pt x="559" y="500"/>
                </a:lnTo>
                <a:lnTo>
                  <a:pt x="559" y="501"/>
                </a:lnTo>
                <a:lnTo>
                  <a:pt x="559" y="502"/>
                </a:lnTo>
                <a:lnTo>
                  <a:pt x="558" y="502"/>
                </a:lnTo>
                <a:lnTo>
                  <a:pt x="558" y="501"/>
                </a:lnTo>
                <a:lnTo>
                  <a:pt x="557" y="501"/>
                </a:lnTo>
                <a:lnTo>
                  <a:pt x="557" y="500"/>
                </a:lnTo>
                <a:lnTo>
                  <a:pt x="556" y="500"/>
                </a:lnTo>
                <a:lnTo>
                  <a:pt x="555" y="500"/>
                </a:lnTo>
                <a:lnTo>
                  <a:pt x="555" y="502"/>
                </a:lnTo>
                <a:lnTo>
                  <a:pt x="555" y="501"/>
                </a:lnTo>
                <a:lnTo>
                  <a:pt x="554" y="501"/>
                </a:lnTo>
                <a:lnTo>
                  <a:pt x="555" y="500"/>
                </a:lnTo>
                <a:lnTo>
                  <a:pt x="554" y="500"/>
                </a:lnTo>
                <a:lnTo>
                  <a:pt x="553" y="500"/>
                </a:lnTo>
                <a:lnTo>
                  <a:pt x="552" y="500"/>
                </a:lnTo>
                <a:lnTo>
                  <a:pt x="550" y="500"/>
                </a:lnTo>
                <a:lnTo>
                  <a:pt x="549" y="500"/>
                </a:lnTo>
                <a:lnTo>
                  <a:pt x="547" y="500"/>
                </a:lnTo>
                <a:lnTo>
                  <a:pt x="546" y="500"/>
                </a:lnTo>
                <a:lnTo>
                  <a:pt x="545" y="500"/>
                </a:lnTo>
                <a:lnTo>
                  <a:pt x="545" y="501"/>
                </a:lnTo>
                <a:lnTo>
                  <a:pt x="544" y="501"/>
                </a:lnTo>
                <a:lnTo>
                  <a:pt x="544" y="500"/>
                </a:lnTo>
                <a:lnTo>
                  <a:pt x="543" y="500"/>
                </a:lnTo>
                <a:lnTo>
                  <a:pt x="543" y="499"/>
                </a:lnTo>
                <a:lnTo>
                  <a:pt x="542" y="500"/>
                </a:lnTo>
                <a:lnTo>
                  <a:pt x="543" y="501"/>
                </a:lnTo>
                <a:lnTo>
                  <a:pt x="544" y="501"/>
                </a:lnTo>
                <a:lnTo>
                  <a:pt x="543" y="502"/>
                </a:lnTo>
                <a:lnTo>
                  <a:pt x="542" y="502"/>
                </a:lnTo>
                <a:lnTo>
                  <a:pt x="541" y="501"/>
                </a:lnTo>
                <a:lnTo>
                  <a:pt x="540" y="500"/>
                </a:lnTo>
                <a:lnTo>
                  <a:pt x="540" y="499"/>
                </a:lnTo>
                <a:lnTo>
                  <a:pt x="539" y="499"/>
                </a:lnTo>
                <a:lnTo>
                  <a:pt x="538" y="499"/>
                </a:lnTo>
                <a:lnTo>
                  <a:pt x="537" y="500"/>
                </a:lnTo>
                <a:lnTo>
                  <a:pt x="535" y="499"/>
                </a:lnTo>
                <a:lnTo>
                  <a:pt x="534" y="499"/>
                </a:lnTo>
                <a:lnTo>
                  <a:pt x="533" y="498"/>
                </a:lnTo>
                <a:lnTo>
                  <a:pt x="533" y="497"/>
                </a:lnTo>
                <a:lnTo>
                  <a:pt x="533" y="496"/>
                </a:lnTo>
                <a:lnTo>
                  <a:pt x="533" y="495"/>
                </a:lnTo>
                <a:lnTo>
                  <a:pt x="532" y="495"/>
                </a:lnTo>
                <a:lnTo>
                  <a:pt x="531" y="495"/>
                </a:lnTo>
                <a:lnTo>
                  <a:pt x="531" y="496"/>
                </a:lnTo>
                <a:lnTo>
                  <a:pt x="530" y="496"/>
                </a:lnTo>
                <a:lnTo>
                  <a:pt x="530" y="495"/>
                </a:lnTo>
                <a:lnTo>
                  <a:pt x="529" y="495"/>
                </a:lnTo>
                <a:lnTo>
                  <a:pt x="529" y="494"/>
                </a:lnTo>
                <a:lnTo>
                  <a:pt x="528" y="495"/>
                </a:lnTo>
                <a:lnTo>
                  <a:pt x="527" y="495"/>
                </a:lnTo>
                <a:lnTo>
                  <a:pt x="526" y="495"/>
                </a:lnTo>
                <a:lnTo>
                  <a:pt x="527" y="495"/>
                </a:lnTo>
                <a:lnTo>
                  <a:pt x="527" y="494"/>
                </a:lnTo>
                <a:lnTo>
                  <a:pt x="526" y="494"/>
                </a:lnTo>
                <a:lnTo>
                  <a:pt x="525" y="495"/>
                </a:lnTo>
                <a:lnTo>
                  <a:pt x="526" y="495"/>
                </a:lnTo>
                <a:lnTo>
                  <a:pt x="526" y="496"/>
                </a:lnTo>
                <a:lnTo>
                  <a:pt x="525" y="496"/>
                </a:lnTo>
                <a:lnTo>
                  <a:pt x="524" y="496"/>
                </a:lnTo>
                <a:lnTo>
                  <a:pt x="523" y="496"/>
                </a:lnTo>
                <a:lnTo>
                  <a:pt x="522" y="496"/>
                </a:lnTo>
                <a:lnTo>
                  <a:pt x="521" y="496"/>
                </a:lnTo>
                <a:lnTo>
                  <a:pt x="520" y="496"/>
                </a:lnTo>
                <a:lnTo>
                  <a:pt x="520" y="495"/>
                </a:lnTo>
                <a:lnTo>
                  <a:pt x="520" y="494"/>
                </a:lnTo>
                <a:lnTo>
                  <a:pt x="519" y="494"/>
                </a:lnTo>
                <a:lnTo>
                  <a:pt x="518" y="494"/>
                </a:lnTo>
                <a:lnTo>
                  <a:pt x="517" y="494"/>
                </a:lnTo>
                <a:lnTo>
                  <a:pt x="516" y="494"/>
                </a:lnTo>
                <a:lnTo>
                  <a:pt x="516" y="495"/>
                </a:lnTo>
                <a:lnTo>
                  <a:pt x="516" y="496"/>
                </a:lnTo>
                <a:lnTo>
                  <a:pt x="515" y="496"/>
                </a:lnTo>
                <a:lnTo>
                  <a:pt x="514" y="496"/>
                </a:lnTo>
                <a:lnTo>
                  <a:pt x="514" y="495"/>
                </a:lnTo>
                <a:lnTo>
                  <a:pt x="513" y="495"/>
                </a:lnTo>
                <a:lnTo>
                  <a:pt x="511" y="494"/>
                </a:lnTo>
                <a:lnTo>
                  <a:pt x="510" y="494"/>
                </a:lnTo>
                <a:lnTo>
                  <a:pt x="509" y="494"/>
                </a:lnTo>
                <a:lnTo>
                  <a:pt x="507" y="494"/>
                </a:lnTo>
                <a:lnTo>
                  <a:pt x="506" y="494"/>
                </a:lnTo>
                <a:lnTo>
                  <a:pt x="506" y="493"/>
                </a:lnTo>
                <a:lnTo>
                  <a:pt x="507" y="493"/>
                </a:lnTo>
                <a:lnTo>
                  <a:pt x="508" y="493"/>
                </a:lnTo>
                <a:lnTo>
                  <a:pt x="509" y="493"/>
                </a:lnTo>
                <a:lnTo>
                  <a:pt x="510" y="492"/>
                </a:lnTo>
                <a:lnTo>
                  <a:pt x="509" y="491"/>
                </a:lnTo>
                <a:lnTo>
                  <a:pt x="508" y="491"/>
                </a:lnTo>
                <a:lnTo>
                  <a:pt x="507" y="491"/>
                </a:lnTo>
                <a:lnTo>
                  <a:pt x="506" y="492"/>
                </a:lnTo>
                <a:lnTo>
                  <a:pt x="505" y="492"/>
                </a:lnTo>
                <a:lnTo>
                  <a:pt x="505" y="491"/>
                </a:lnTo>
                <a:lnTo>
                  <a:pt x="505" y="490"/>
                </a:lnTo>
                <a:lnTo>
                  <a:pt x="504" y="490"/>
                </a:lnTo>
                <a:lnTo>
                  <a:pt x="503" y="490"/>
                </a:lnTo>
                <a:lnTo>
                  <a:pt x="502" y="490"/>
                </a:lnTo>
                <a:lnTo>
                  <a:pt x="503" y="489"/>
                </a:lnTo>
                <a:lnTo>
                  <a:pt x="502" y="489"/>
                </a:lnTo>
                <a:lnTo>
                  <a:pt x="501" y="489"/>
                </a:lnTo>
                <a:lnTo>
                  <a:pt x="500" y="490"/>
                </a:lnTo>
                <a:lnTo>
                  <a:pt x="500" y="489"/>
                </a:lnTo>
                <a:lnTo>
                  <a:pt x="499" y="489"/>
                </a:lnTo>
                <a:lnTo>
                  <a:pt x="499" y="488"/>
                </a:lnTo>
                <a:lnTo>
                  <a:pt x="498" y="488"/>
                </a:lnTo>
                <a:lnTo>
                  <a:pt x="497" y="489"/>
                </a:lnTo>
                <a:lnTo>
                  <a:pt x="496" y="489"/>
                </a:lnTo>
                <a:lnTo>
                  <a:pt x="496" y="488"/>
                </a:lnTo>
                <a:lnTo>
                  <a:pt x="497" y="488"/>
                </a:lnTo>
                <a:lnTo>
                  <a:pt x="496" y="488"/>
                </a:lnTo>
                <a:lnTo>
                  <a:pt x="495" y="488"/>
                </a:lnTo>
                <a:lnTo>
                  <a:pt x="494" y="488"/>
                </a:lnTo>
                <a:lnTo>
                  <a:pt x="493" y="488"/>
                </a:lnTo>
                <a:lnTo>
                  <a:pt x="493" y="487"/>
                </a:lnTo>
                <a:lnTo>
                  <a:pt x="494" y="487"/>
                </a:lnTo>
                <a:lnTo>
                  <a:pt x="495" y="487"/>
                </a:lnTo>
                <a:lnTo>
                  <a:pt x="494" y="486"/>
                </a:lnTo>
                <a:lnTo>
                  <a:pt x="495" y="485"/>
                </a:lnTo>
                <a:lnTo>
                  <a:pt x="496" y="485"/>
                </a:lnTo>
                <a:lnTo>
                  <a:pt x="497" y="485"/>
                </a:lnTo>
                <a:lnTo>
                  <a:pt x="497" y="484"/>
                </a:lnTo>
                <a:lnTo>
                  <a:pt x="496" y="484"/>
                </a:lnTo>
                <a:lnTo>
                  <a:pt x="497" y="484"/>
                </a:lnTo>
                <a:lnTo>
                  <a:pt x="497" y="483"/>
                </a:lnTo>
                <a:lnTo>
                  <a:pt x="498" y="483"/>
                </a:lnTo>
                <a:lnTo>
                  <a:pt x="500" y="483"/>
                </a:lnTo>
                <a:lnTo>
                  <a:pt x="500" y="482"/>
                </a:lnTo>
                <a:lnTo>
                  <a:pt x="499" y="482"/>
                </a:lnTo>
                <a:lnTo>
                  <a:pt x="498" y="482"/>
                </a:lnTo>
                <a:lnTo>
                  <a:pt x="497" y="482"/>
                </a:lnTo>
                <a:lnTo>
                  <a:pt x="496" y="482"/>
                </a:lnTo>
                <a:lnTo>
                  <a:pt x="495" y="482"/>
                </a:lnTo>
                <a:lnTo>
                  <a:pt x="495" y="481"/>
                </a:lnTo>
                <a:lnTo>
                  <a:pt x="495" y="480"/>
                </a:lnTo>
                <a:lnTo>
                  <a:pt x="495" y="479"/>
                </a:lnTo>
                <a:lnTo>
                  <a:pt x="494" y="479"/>
                </a:lnTo>
                <a:lnTo>
                  <a:pt x="494" y="480"/>
                </a:lnTo>
                <a:lnTo>
                  <a:pt x="493" y="480"/>
                </a:lnTo>
                <a:lnTo>
                  <a:pt x="492" y="479"/>
                </a:lnTo>
                <a:lnTo>
                  <a:pt x="493" y="479"/>
                </a:lnTo>
                <a:lnTo>
                  <a:pt x="493" y="478"/>
                </a:lnTo>
                <a:lnTo>
                  <a:pt x="493" y="477"/>
                </a:lnTo>
                <a:lnTo>
                  <a:pt x="492" y="477"/>
                </a:lnTo>
                <a:lnTo>
                  <a:pt x="491" y="477"/>
                </a:lnTo>
                <a:lnTo>
                  <a:pt x="490" y="477"/>
                </a:lnTo>
                <a:lnTo>
                  <a:pt x="490" y="476"/>
                </a:lnTo>
                <a:lnTo>
                  <a:pt x="489" y="476"/>
                </a:lnTo>
                <a:lnTo>
                  <a:pt x="489" y="475"/>
                </a:lnTo>
                <a:lnTo>
                  <a:pt x="488" y="475"/>
                </a:lnTo>
                <a:lnTo>
                  <a:pt x="487" y="475"/>
                </a:lnTo>
                <a:lnTo>
                  <a:pt x="487" y="474"/>
                </a:lnTo>
                <a:lnTo>
                  <a:pt x="488" y="473"/>
                </a:lnTo>
                <a:lnTo>
                  <a:pt x="488" y="472"/>
                </a:lnTo>
                <a:lnTo>
                  <a:pt x="489" y="472"/>
                </a:lnTo>
                <a:lnTo>
                  <a:pt x="489" y="473"/>
                </a:lnTo>
                <a:lnTo>
                  <a:pt x="490" y="473"/>
                </a:lnTo>
                <a:lnTo>
                  <a:pt x="491" y="472"/>
                </a:lnTo>
                <a:lnTo>
                  <a:pt x="491" y="471"/>
                </a:lnTo>
                <a:lnTo>
                  <a:pt x="490" y="471"/>
                </a:lnTo>
                <a:lnTo>
                  <a:pt x="489" y="472"/>
                </a:lnTo>
                <a:lnTo>
                  <a:pt x="489" y="471"/>
                </a:lnTo>
                <a:lnTo>
                  <a:pt x="488" y="471"/>
                </a:lnTo>
                <a:lnTo>
                  <a:pt x="488" y="470"/>
                </a:lnTo>
                <a:lnTo>
                  <a:pt x="489" y="470"/>
                </a:lnTo>
                <a:lnTo>
                  <a:pt x="488" y="470"/>
                </a:lnTo>
                <a:lnTo>
                  <a:pt x="488" y="469"/>
                </a:lnTo>
                <a:lnTo>
                  <a:pt x="488" y="468"/>
                </a:lnTo>
                <a:lnTo>
                  <a:pt x="488" y="467"/>
                </a:lnTo>
                <a:lnTo>
                  <a:pt x="487" y="467"/>
                </a:lnTo>
                <a:lnTo>
                  <a:pt x="485" y="467"/>
                </a:lnTo>
                <a:lnTo>
                  <a:pt x="484" y="467"/>
                </a:lnTo>
                <a:lnTo>
                  <a:pt x="484" y="466"/>
                </a:lnTo>
                <a:lnTo>
                  <a:pt x="484" y="465"/>
                </a:lnTo>
                <a:lnTo>
                  <a:pt x="483" y="465"/>
                </a:lnTo>
                <a:lnTo>
                  <a:pt x="482" y="465"/>
                </a:lnTo>
                <a:lnTo>
                  <a:pt x="482" y="464"/>
                </a:lnTo>
                <a:lnTo>
                  <a:pt x="481" y="464"/>
                </a:lnTo>
                <a:lnTo>
                  <a:pt x="480" y="464"/>
                </a:lnTo>
                <a:lnTo>
                  <a:pt x="479" y="464"/>
                </a:lnTo>
                <a:lnTo>
                  <a:pt x="478" y="464"/>
                </a:lnTo>
                <a:lnTo>
                  <a:pt x="478" y="463"/>
                </a:lnTo>
                <a:lnTo>
                  <a:pt x="479" y="463"/>
                </a:lnTo>
                <a:lnTo>
                  <a:pt x="479" y="462"/>
                </a:lnTo>
                <a:lnTo>
                  <a:pt x="479" y="461"/>
                </a:lnTo>
                <a:lnTo>
                  <a:pt x="479" y="460"/>
                </a:lnTo>
                <a:lnTo>
                  <a:pt x="478" y="460"/>
                </a:lnTo>
                <a:lnTo>
                  <a:pt x="477" y="460"/>
                </a:lnTo>
                <a:lnTo>
                  <a:pt x="477" y="461"/>
                </a:lnTo>
                <a:lnTo>
                  <a:pt x="476" y="461"/>
                </a:lnTo>
                <a:lnTo>
                  <a:pt x="475" y="462"/>
                </a:lnTo>
                <a:lnTo>
                  <a:pt x="474" y="462"/>
                </a:lnTo>
                <a:lnTo>
                  <a:pt x="473" y="462"/>
                </a:lnTo>
                <a:lnTo>
                  <a:pt x="472" y="463"/>
                </a:lnTo>
                <a:lnTo>
                  <a:pt x="472" y="464"/>
                </a:lnTo>
                <a:lnTo>
                  <a:pt x="471" y="465"/>
                </a:lnTo>
                <a:lnTo>
                  <a:pt x="471" y="466"/>
                </a:lnTo>
                <a:lnTo>
                  <a:pt x="471" y="467"/>
                </a:lnTo>
                <a:lnTo>
                  <a:pt x="470" y="467"/>
                </a:lnTo>
                <a:lnTo>
                  <a:pt x="470" y="468"/>
                </a:lnTo>
                <a:lnTo>
                  <a:pt x="470" y="469"/>
                </a:lnTo>
                <a:lnTo>
                  <a:pt x="469" y="469"/>
                </a:lnTo>
                <a:lnTo>
                  <a:pt x="469" y="470"/>
                </a:lnTo>
                <a:lnTo>
                  <a:pt x="469" y="469"/>
                </a:lnTo>
                <a:lnTo>
                  <a:pt x="468" y="469"/>
                </a:lnTo>
                <a:lnTo>
                  <a:pt x="468" y="468"/>
                </a:lnTo>
                <a:lnTo>
                  <a:pt x="467" y="467"/>
                </a:lnTo>
                <a:lnTo>
                  <a:pt x="466" y="467"/>
                </a:lnTo>
                <a:lnTo>
                  <a:pt x="466" y="468"/>
                </a:lnTo>
                <a:lnTo>
                  <a:pt x="466" y="469"/>
                </a:lnTo>
                <a:lnTo>
                  <a:pt x="465" y="470"/>
                </a:lnTo>
                <a:lnTo>
                  <a:pt x="465" y="471"/>
                </a:lnTo>
                <a:lnTo>
                  <a:pt x="466" y="471"/>
                </a:lnTo>
                <a:lnTo>
                  <a:pt x="466" y="472"/>
                </a:lnTo>
                <a:lnTo>
                  <a:pt x="465" y="472"/>
                </a:lnTo>
                <a:lnTo>
                  <a:pt x="464" y="472"/>
                </a:lnTo>
                <a:lnTo>
                  <a:pt x="463" y="472"/>
                </a:lnTo>
                <a:lnTo>
                  <a:pt x="463" y="470"/>
                </a:lnTo>
                <a:lnTo>
                  <a:pt x="463" y="469"/>
                </a:lnTo>
                <a:lnTo>
                  <a:pt x="462" y="469"/>
                </a:lnTo>
                <a:lnTo>
                  <a:pt x="461" y="468"/>
                </a:lnTo>
                <a:lnTo>
                  <a:pt x="460" y="467"/>
                </a:lnTo>
                <a:lnTo>
                  <a:pt x="459" y="467"/>
                </a:lnTo>
                <a:lnTo>
                  <a:pt x="459" y="466"/>
                </a:lnTo>
                <a:lnTo>
                  <a:pt x="458" y="466"/>
                </a:lnTo>
                <a:lnTo>
                  <a:pt x="457" y="466"/>
                </a:lnTo>
                <a:lnTo>
                  <a:pt x="456" y="466"/>
                </a:lnTo>
                <a:lnTo>
                  <a:pt x="456" y="467"/>
                </a:lnTo>
                <a:lnTo>
                  <a:pt x="455" y="467"/>
                </a:lnTo>
                <a:lnTo>
                  <a:pt x="455" y="468"/>
                </a:lnTo>
                <a:lnTo>
                  <a:pt x="456" y="469"/>
                </a:lnTo>
                <a:lnTo>
                  <a:pt x="457" y="469"/>
                </a:lnTo>
                <a:lnTo>
                  <a:pt x="458" y="470"/>
                </a:lnTo>
                <a:lnTo>
                  <a:pt x="459" y="470"/>
                </a:lnTo>
                <a:lnTo>
                  <a:pt x="459" y="471"/>
                </a:lnTo>
                <a:lnTo>
                  <a:pt x="458" y="471"/>
                </a:lnTo>
                <a:lnTo>
                  <a:pt x="458" y="472"/>
                </a:lnTo>
                <a:lnTo>
                  <a:pt x="457" y="472"/>
                </a:lnTo>
                <a:lnTo>
                  <a:pt x="457" y="473"/>
                </a:lnTo>
                <a:lnTo>
                  <a:pt x="456" y="473"/>
                </a:lnTo>
                <a:lnTo>
                  <a:pt x="455" y="474"/>
                </a:lnTo>
                <a:lnTo>
                  <a:pt x="455" y="475"/>
                </a:lnTo>
                <a:lnTo>
                  <a:pt x="454" y="475"/>
                </a:lnTo>
                <a:lnTo>
                  <a:pt x="453" y="475"/>
                </a:lnTo>
                <a:lnTo>
                  <a:pt x="453" y="476"/>
                </a:lnTo>
                <a:lnTo>
                  <a:pt x="452" y="476"/>
                </a:lnTo>
                <a:lnTo>
                  <a:pt x="451" y="476"/>
                </a:lnTo>
                <a:lnTo>
                  <a:pt x="451" y="475"/>
                </a:lnTo>
                <a:lnTo>
                  <a:pt x="450" y="474"/>
                </a:lnTo>
                <a:lnTo>
                  <a:pt x="449" y="474"/>
                </a:lnTo>
                <a:lnTo>
                  <a:pt x="449" y="475"/>
                </a:lnTo>
                <a:lnTo>
                  <a:pt x="448" y="475"/>
                </a:lnTo>
                <a:lnTo>
                  <a:pt x="448" y="476"/>
                </a:lnTo>
                <a:lnTo>
                  <a:pt x="448" y="477"/>
                </a:lnTo>
                <a:lnTo>
                  <a:pt x="448" y="478"/>
                </a:lnTo>
                <a:lnTo>
                  <a:pt x="447" y="478"/>
                </a:lnTo>
                <a:lnTo>
                  <a:pt x="447" y="479"/>
                </a:lnTo>
                <a:lnTo>
                  <a:pt x="446" y="479"/>
                </a:lnTo>
                <a:lnTo>
                  <a:pt x="445" y="480"/>
                </a:lnTo>
                <a:lnTo>
                  <a:pt x="444" y="480"/>
                </a:lnTo>
                <a:lnTo>
                  <a:pt x="444" y="481"/>
                </a:lnTo>
                <a:lnTo>
                  <a:pt x="444" y="482"/>
                </a:lnTo>
                <a:lnTo>
                  <a:pt x="445" y="482"/>
                </a:lnTo>
                <a:lnTo>
                  <a:pt x="445" y="483"/>
                </a:lnTo>
                <a:lnTo>
                  <a:pt x="446" y="484"/>
                </a:lnTo>
                <a:lnTo>
                  <a:pt x="446" y="485"/>
                </a:lnTo>
                <a:lnTo>
                  <a:pt x="446" y="486"/>
                </a:lnTo>
                <a:lnTo>
                  <a:pt x="446" y="487"/>
                </a:lnTo>
                <a:lnTo>
                  <a:pt x="446" y="486"/>
                </a:lnTo>
                <a:lnTo>
                  <a:pt x="445" y="486"/>
                </a:lnTo>
                <a:lnTo>
                  <a:pt x="445" y="487"/>
                </a:lnTo>
                <a:lnTo>
                  <a:pt x="444" y="487"/>
                </a:lnTo>
                <a:lnTo>
                  <a:pt x="444" y="488"/>
                </a:lnTo>
                <a:lnTo>
                  <a:pt x="443" y="489"/>
                </a:lnTo>
                <a:lnTo>
                  <a:pt x="443" y="490"/>
                </a:lnTo>
                <a:lnTo>
                  <a:pt x="443" y="491"/>
                </a:lnTo>
                <a:lnTo>
                  <a:pt x="442" y="491"/>
                </a:lnTo>
                <a:lnTo>
                  <a:pt x="442" y="492"/>
                </a:lnTo>
                <a:lnTo>
                  <a:pt x="442" y="493"/>
                </a:lnTo>
                <a:lnTo>
                  <a:pt x="443" y="493"/>
                </a:lnTo>
                <a:lnTo>
                  <a:pt x="443" y="494"/>
                </a:lnTo>
                <a:lnTo>
                  <a:pt x="442" y="494"/>
                </a:lnTo>
                <a:lnTo>
                  <a:pt x="441" y="495"/>
                </a:lnTo>
                <a:lnTo>
                  <a:pt x="441" y="496"/>
                </a:lnTo>
                <a:lnTo>
                  <a:pt x="440" y="496"/>
                </a:lnTo>
                <a:lnTo>
                  <a:pt x="440" y="497"/>
                </a:lnTo>
                <a:lnTo>
                  <a:pt x="439" y="498"/>
                </a:lnTo>
                <a:lnTo>
                  <a:pt x="439" y="499"/>
                </a:lnTo>
                <a:lnTo>
                  <a:pt x="439" y="500"/>
                </a:lnTo>
                <a:lnTo>
                  <a:pt x="439" y="501"/>
                </a:lnTo>
                <a:lnTo>
                  <a:pt x="438" y="501"/>
                </a:lnTo>
                <a:lnTo>
                  <a:pt x="438" y="502"/>
                </a:lnTo>
                <a:lnTo>
                  <a:pt x="438" y="503"/>
                </a:lnTo>
                <a:lnTo>
                  <a:pt x="439" y="503"/>
                </a:lnTo>
                <a:lnTo>
                  <a:pt x="439" y="504"/>
                </a:lnTo>
                <a:lnTo>
                  <a:pt x="440" y="504"/>
                </a:lnTo>
                <a:lnTo>
                  <a:pt x="441" y="504"/>
                </a:lnTo>
                <a:lnTo>
                  <a:pt x="441" y="505"/>
                </a:lnTo>
                <a:lnTo>
                  <a:pt x="442" y="505"/>
                </a:lnTo>
                <a:lnTo>
                  <a:pt x="442" y="506"/>
                </a:lnTo>
                <a:lnTo>
                  <a:pt x="442" y="507"/>
                </a:lnTo>
                <a:lnTo>
                  <a:pt x="441" y="507"/>
                </a:lnTo>
                <a:lnTo>
                  <a:pt x="440" y="508"/>
                </a:lnTo>
                <a:lnTo>
                  <a:pt x="439" y="508"/>
                </a:lnTo>
                <a:lnTo>
                  <a:pt x="438" y="508"/>
                </a:lnTo>
                <a:lnTo>
                  <a:pt x="437" y="508"/>
                </a:lnTo>
                <a:lnTo>
                  <a:pt x="437" y="507"/>
                </a:lnTo>
                <a:lnTo>
                  <a:pt x="438" y="507"/>
                </a:lnTo>
                <a:lnTo>
                  <a:pt x="439" y="507"/>
                </a:lnTo>
                <a:lnTo>
                  <a:pt x="440" y="506"/>
                </a:lnTo>
                <a:lnTo>
                  <a:pt x="440" y="505"/>
                </a:lnTo>
                <a:lnTo>
                  <a:pt x="439" y="505"/>
                </a:lnTo>
                <a:lnTo>
                  <a:pt x="438" y="505"/>
                </a:lnTo>
                <a:lnTo>
                  <a:pt x="437" y="506"/>
                </a:lnTo>
                <a:lnTo>
                  <a:pt x="436" y="506"/>
                </a:lnTo>
                <a:lnTo>
                  <a:pt x="435" y="507"/>
                </a:lnTo>
                <a:lnTo>
                  <a:pt x="434" y="507"/>
                </a:lnTo>
                <a:lnTo>
                  <a:pt x="433" y="507"/>
                </a:lnTo>
                <a:lnTo>
                  <a:pt x="433" y="508"/>
                </a:lnTo>
                <a:lnTo>
                  <a:pt x="432" y="508"/>
                </a:lnTo>
                <a:lnTo>
                  <a:pt x="433" y="508"/>
                </a:lnTo>
                <a:lnTo>
                  <a:pt x="433" y="509"/>
                </a:lnTo>
                <a:lnTo>
                  <a:pt x="432" y="509"/>
                </a:lnTo>
                <a:lnTo>
                  <a:pt x="431" y="509"/>
                </a:lnTo>
                <a:lnTo>
                  <a:pt x="430" y="509"/>
                </a:lnTo>
                <a:lnTo>
                  <a:pt x="430" y="510"/>
                </a:lnTo>
                <a:lnTo>
                  <a:pt x="430" y="511"/>
                </a:lnTo>
                <a:lnTo>
                  <a:pt x="430" y="512"/>
                </a:lnTo>
                <a:lnTo>
                  <a:pt x="429" y="512"/>
                </a:lnTo>
                <a:lnTo>
                  <a:pt x="428" y="513"/>
                </a:lnTo>
                <a:lnTo>
                  <a:pt x="427" y="514"/>
                </a:lnTo>
                <a:lnTo>
                  <a:pt x="426" y="515"/>
                </a:lnTo>
                <a:lnTo>
                  <a:pt x="427" y="515"/>
                </a:lnTo>
                <a:lnTo>
                  <a:pt x="426" y="515"/>
                </a:lnTo>
                <a:lnTo>
                  <a:pt x="426" y="516"/>
                </a:lnTo>
                <a:lnTo>
                  <a:pt x="426" y="517"/>
                </a:lnTo>
                <a:lnTo>
                  <a:pt x="426" y="518"/>
                </a:lnTo>
                <a:lnTo>
                  <a:pt x="425" y="519"/>
                </a:lnTo>
                <a:lnTo>
                  <a:pt x="424" y="519"/>
                </a:lnTo>
                <a:lnTo>
                  <a:pt x="423" y="519"/>
                </a:lnTo>
                <a:lnTo>
                  <a:pt x="422" y="520"/>
                </a:lnTo>
                <a:lnTo>
                  <a:pt x="422" y="521"/>
                </a:lnTo>
                <a:lnTo>
                  <a:pt x="422" y="522"/>
                </a:lnTo>
                <a:lnTo>
                  <a:pt x="422" y="523"/>
                </a:lnTo>
                <a:lnTo>
                  <a:pt x="421" y="523"/>
                </a:lnTo>
                <a:lnTo>
                  <a:pt x="421" y="524"/>
                </a:lnTo>
                <a:lnTo>
                  <a:pt x="420" y="524"/>
                </a:lnTo>
                <a:lnTo>
                  <a:pt x="419" y="524"/>
                </a:lnTo>
                <a:lnTo>
                  <a:pt x="420" y="525"/>
                </a:lnTo>
                <a:lnTo>
                  <a:pt x="420" y="526"/>
                </a:lnTo>
                <a:lnTo>
                  <a:pt x="419" y="527"/>
                </a:lnTo>
                <a:lnTo>
                  <a:pt x="418" y="527"/>
                </a:lnTo>
                <a:lnTo>
                  <a:pt x="417" y="528"/>
                </a:lnTo>
                <a:lnTo>
                  <a:pt x="416" y="528"/>
                </a:lnTo>
                <a:lnTo>
                  <a:pt x="415" y="528"/>
                </a:lnTo>
                <a:lnTo>
                  <a:pt x="414" y="530"/>
                </a:lnTo>
                <a:lnTo>
                  <a:pt x="413" y="530"/>
                </a:lnTo>
                <a:lnTo>
                  <a:pt x="412" y="530"/>
                </a:lnTo>
                <a:lnTo>
                  <a:pt x="411" y="531"/>
                </a:lnTo>
                <a:lnTo>
                  <a:pt x="411" y="532"/>
                </a:lnTo>
                <a:lnTo>
                  <a:pt x="410" y="532"/>
                </a:lnTo>
                <a:lnTo>
                  <a:pt x="410" y="533"/>
                </a:lnTo>
                <a:lnTo>
                  <a:pt x="409" y="533"/>
                </a:lnTo>
                <a:lnTo>
                  <a:pt x="409" y="534"/>
                </a:lnTo>
                <a:lnTo>
                  <a:pt x="408" y="534"/>
                </a:lnTo>
                <a:lnTo>
                  <a:pt x="407" y="534"/>
                </a:lnTo>
                <a:lnTo>
                  <a:pt x="406" y="534"/>
                </a:lnTo>
                <a:lnTo>
                  <a:pt x="405" y="534"/>
                </a:lnTo>
                <a:lnTo>
                  <a:pt x="404" y="534"/>
                </a:lnTo>
                <a:lnTo>
                  <a:pt x="404" y="535"/>
                </a:lnTo>
                <a:lnTo>
                  <a:pt x="404" y="536"/>
                </a:lnTo>
                <a:lnTo>
                  <a:pt x="405" y="537"/>
                </a:lnTo>
                <a:lnTo>
                  <a:pt x="406" y="537"/>
                </a:lnTo>
                <a:lnTo>
                  <a:pt x="405" y="538"/>
                </a:lnTo>
                <a:lnTo>
                  <a:pt x="405" y="539"/>
                </a:lnTo>
                <a:lnTo>
                  <a:pt x="405" y="540"/>
                </a:lnTo>
                <a:lnTo>
                  <a:pt x="404" y="540"/>
                </a:lnTo>
                <a:lnTo>
                  <a:pt x="404" y="539"/>
                </a:lnTo>
                <a:lnTo>
                  <a:pt x="403" y="539"/>
                </a:lnTo>
                <a:lnTo>
                  <a:pt x="403" y="540"/>
                </a:lnTo>
                <a:lnTo>
                  <a:pt x="402" y="540"/>
                </a:lnTo>
                <a:lnTo>
                  <a:pt x="403" y="541"/>
                </a:lnTo>
                <a:lnTo>
                  <a:pt x="403" y="542"/>
                </a:lnTo>
                <a:lnTo>
                  <a:pt x="403" y="543"/>
                </a:lnTo>
                <a:lnTo>
                  <a:pt x="402" y="543"/>
                </a:lnTo>
                <a:lnTo>
                  <a:pt x="401" y="543"/>
                </a:lnTo>
                <a:lnTo>
                  <a:pt x="400" y="543"/>
                </a:lnTo>
                <a:lnTo>
                  <a:pt x="400" y="544"/>
                </a:lnTo>
                <a:lnTo>
                  <a:pt x="401" y="545"/>
                </a:lnTo>
                <a:lnTo>
                  <a:pt x="401" y="546"/>
                </a:lnTo>
                <a:lnTo>
                  <a:pt x="400" y="546"/>
                </a:lnTo>
                <a:lnTo>
                  <a:pt x="399" y="546"/>
                </a:lnTo>
                <a:lnTo>
                  <a:pt x="399" y="547"/>
                </a:lnTo>
                <a:lnTo>
                  <a:pt x="398" y="547"/>
                </a:lnTo>
                <a:lnTo>
                  <a:pt x="398" y="548"/>
                </a:lnTo>
                <a:lnTo>
                  <a:pt x="399" y="548"/>
                </a:lnTo>
                <a:lnTo>
                  <a:pt x="398" y="549"/>
                </a:lnTo>
                <a:lnTo>
                  <a:pt x="397" y="549"/>
                </a:lnTo>
                <a:lnTo>
                  <a:pt x="397" y="550"/>
                </a:lnTo>
                <a:lnTo>
                  <a:pt x="397" y="551"/>
                </a:lnTo>
                <a:lnTo>
                  <a:pt x="396" y="551"/>
                </a:lnTo>
                <a:lnTo>
                  <a:pt x="395" y="550"/>
                </a:lnTo>
                <a:lnTo>
                  <a:pt x="394" y="550"/>
                </a:lnTo>
                <a:lnTo>
                  <a:pt x="393" y="550"/>
                </a:lnTo>
                <a:lnTo>
                  <a:pt x="393" y="551"/>
                </a:lnTo>
                <a:lnTo>
                  <a:pt x="392" y="551"/>
                </a:lnTo>
                <a:lnTo>
                  <a:pt x="392" y="552"/>
                </a:lnTo>
                <a:lnTo>
                  <a:pt x="393" y="552"/>
                </a:lnTo>
                <a:lnTo>
                  <a:pt x="394" y="552"/>
                </a:lnTo>
                <a:lnTo>
                  <a:pt x="395" y="552"/>
                </a:lnTo>
                <a:lnTo>
                  <a:pt x="396" y="553"/>
                </a:lnTo>
                <a:lnTo>
                  <a:pt x="395" y="553"/>
                </a:lnTo>
                <a:lnTo>
                  <a:pt x="394" y="554"/>
                </a:lnTo>
                <a:lnTo>
                  <a:pt x="393" y="554"/>
                </a:lnTo>
                <a:lnTo>
                  <a:pt x="393" y="553"/>
                </a:lnTo>
                <a:lnTo>
                  <a:pt x="392" y="553"/>
                </a:lnTo>
                <a:lnTo>
                  <a:pt x="391" y="553"/>
                </a:lnTo>
                <a:lnTo>
                  <a:pt x="390" y="554"/>
                </a:lnTo>
                <a:lnTo>
                  <a:pt x="391" y="554"/>
                </a:lnTo>
                <a:lnTo>
                  <a:pt x="391" y="555"/>
                </a:lnTo>
                <a:lnTo>
                  <a:pt x="390" y="555"/>
                </a:lnTo>
                <a:lnTo>
                  <a:pt x="389" y="555"/>
                </a:lnTo>
                <a:lnTo>
                  <a:pt x="389" y="556"/>
                </a:lnTo>
                <a:lnTo>
                  <a:pt x="388" y="556"/>
                </a:lnTo>
                <a:lnTo>
                  <a:pt x="388" y="555"/>
                </a:lnTo>
                <a:lnTo>
                  <a:pt x="387" y="555"/>
                </a:lnTo>
                <a:lnTo>
                  <a:pt x="386" y="555"/>
                </a:lnTo>
                <a:lnTo>
                  <a:pt x="386" y="554"/>
                </a:lnTo>
                <a:lnTo>
                  <a:pt x="385" y="554"/>
                </a:lnTo>
                <a:lnTo>
                  <a:pt x="386" y="554"/>
                </a:lnTo>
                <a:lnTo>
                  <a:pt x="386" y="553"/>
                </a:lnTo>
                <a:lnTo>
                  <a:pt x="386" y="552"/>
                </a:lnTo>
                <a:lnTo>
                  <a:pt x="385" y="552"/>
                </a:lnTo>
                <a:lnTo>
                  <a:pt x="385" y="553"/>
                </a:lnTo>
                <a:lnTo>
                  <a:pt x="385" y="554"/>
                </a:lnTo>
                <a:lnTo>
                  <a:pt x="384" y="554"/>
                </a:lnTo>
                <a:lnTo>
                  <a:pt x="384" y="553"/>
                </a:lnTo>
                <a:lnTo>
                  <a:pt x="383" y="553"/>
                </a:lnTo>
                <a:lnTo>
                  <a:pt x="382" y="553"/>
                </a:lnTo>
                <a:lnTo>
                  <a:pt x="382" y="554"/>
                </a:lnTo>
                <a:lnTo>
                  <a:pt x="381" y="554"/>
                </a:lnTo>
                <a:lnTo>
                  <a:pt x="381" y="555"/>
                </a:lnTo>
                <a:lnTo>
                  <a:pt x="380" y="555"/>
                </a:lnTo>
                <a:lnTo>
                  <a:pt x="379" y="555"/>
                </a:lnTo>
                <a:lnTo>
                  <a:pt x="379" y="556"/>
                </a:lnTo>
                <a:lnTo>
                  <a:pt x="378" y="556"/>
                </a:lnTo>
                <a:lnTo>
                  <a:pt x="378" y="557"/>
                </a:lnTo>
                <a:lnTo>
                  <a:pt x="377" y="557"/>
                </a:lnTo>
                <a:lnTo>
                  <a:pt x="376" y="557"/>
                </a:lnTo>
                <a:lnTo>
                  <a:pt x="376" y="556"/>
                </a:lnTo>
                <a:lnTo>
                  <a:pt x="376" y="557"/>
                </a:lnTo>
                <a:lnTo>
                  <a:pt x="376" y="556"/>
                </a:lnTo>
                <a:lnTo>
                  <a:pt x="376" y="555"/>
                </a:lnTo>
                <a:lnTo>
                  <a:pt x="375" y="555"/>
                </a:lnTo>
                <a:lnTo>
                  <a:pt x="375" y="554"/>
                </a:lnTo>
                <a:lnTo>
                  <a:pt x="374" y="554"/>
                </a:lnTo>
                <a:lnTo>
                  <a:pt x="373" y="554"/>
                </a:lnTo>
                <a:lnTo>
                  <a:pt x="372" y="554"/>
                </a:lnTo>
                <a:lnTo>
                  <a:pt x="372" y="555"/>
                </a:lnTo>
                <a:lnTo>
                  <a:pt x="371" y="555"/>
                </a:lnTo>
                <a:lnTo>
                  <a:pt x="371" y="556"/>
                </a:lnTo>
                <a:lnTo>
                  <a:pt x="370" y="556"/>
                </a:lnTo>
                <a:lnTo>
                  <a:pt x="369" y="556"/>
                </a:lnTo>
                <a:lnTo>
                  <a:pt x="368" y="556"/>
                </a:lnTo>
                <a:lnTo>
                  <a:pt x="367" y="557"/>
                </a:lnTo>
                <a:lnTo>
                  <a:pt x="367" y="556"/>
                </a:lnTo>
                <a:lnTo>
                  <a:pt x="366" y="555"/>
                </a:lnTo>
                <a:lnTo>
                  <a:pt x="366" y="554"/>
                </a:lnTo>
                <a:lnTo>
                  <a:pt x="365" y="554"/>
                </a:lnTo>
                <a:lnTo>
                  <a:pt x="365" y="553"/>
                </a:lnTo>
                <a:lnTo>
                  <a:pt x="364" y="553"/>
                </a:lnTo>
                <a:lnTo>
                  <a:pt x="363" y="553"/>
                </a:lnTo>
                <a:lnTo>
                  <a:pt x="363" y="552"/>
                </a:lnTo>
                <a:lnTo>
                  <a:pt x="362" y="552"/>
                </a:lnTo>
                <a:lnTo>
                  <a:pt x="362" y="553"/>
                </a:lnTo>
                <a:lnTo>
                  <a:pt x="361" y="553"/>
                </a:lnTo>
                <a:lnTo>
                  <a:pt x="359" y="553"/>
                </a:lnTo>
                <a:lnTo>
                  <a:pt x="358" y="553"/>
                </a:lnTo>
                <a:lnTo>
                  <a:pt x="358" y="554"/>
                </a:lnTo>
                <a:lnTo>
                  <a:pt x="357" y="554"/>
                </a:lnTo>
                <a:lnTo>
                  <a:pt x="356" y="554"/>
                </a:lnTo>
                <a:lnTo>
                  <a:pt x="355" y="554"/>
                </a:lnTo>
                <a:lnTo>
                  <a:pt x="355" y="553"/>
                </a:lnTo>
                <a:lnTo>
                  <a:pt x="356" y="553"/>
                </a:lnTo>
                <a:lnTo>
                  <a:pt x="356" y="552"/>
                </a:lnTo>
                <a:lnTo>
                  <a:pt x="356" y="551"/>
                </a:lnTo>
                <a:lnTo>
                  <a:pt x="356" y="552"/>
                </a:lnTo>
                <a:lnTo>
                  <a:pt x="357" y="552"/>
                </a:lnTo>
                <a:lnTo>
                  <a:pt x="357" y="551"/>
                </a:lnTo>
                <a:lnTo>
                  <a:pt x="356" y="551"/>
                </a:lnTo>
                <a:lnTo>
                  <a:pt x="356" y="550"/>
                </a:lnTo>
                <a:lnTo>
                  <a:pt x="357" y="550"/>
                </a:lnTo>
                <a:lnTo>
                  <a:pt x="358" y="550"/>
                </a:lnTo>
                <a:lnTo>
                  <a:pt x="358" y="549"/>
                </a:lnTo>
                <a:lnTo>
                  <a:pt x="359" y="549"/>
                </a:lnTo>
                <a:lnTo>
                  <a:pt x="360" y="549"/>
                </a:lnTo>
                <a:lnTo>
                  <a:pt x="361" y="549"/>
                </a:lnTo>
                <a:lnTo>
                  <a:pt x="361" y="548"/>
                </a:lnTo>
                <a:lnTo>
                  <a:pt x="362" y="547"/>
                </a:lnTo>
                <a:lnTo>
                  <a:pt x="362" y="546"/>
                </a:lnTo>
                <a:lnTo>
                  <a:pt x="363" y="545"/>
                </a:lnTo>
                <a:lnTo>
                  <a:pt x="364" y="545"/>
                </a:lnTo>
                <a:lnTo>
                  <a:pt x="364" y="546"/>
                </a:lnTo>
                <a:lnTo>
                  <a:pt x="365" y="545"/>
                </a:lnTo>
                <a:lnTo>
                  <a:pt x="365" y="544"/>
                </a:lnTo>
                <a:lnTo>
                  <a:pt x="365" y="543"/>
                </a:lnTo>
                <a:lnTo>
                  <a:pt x="365" y="542"/>
                </a:lnTo>
                <a:lnTo>
                  <a:pt x="365" y="541"/>
                </a:lnTo>
                <a:lnTo>
                  <a:pt x="366" y="541"/>
                </a:lnTo>
                <a:lnTo>
                  <a:pt x="366" y="540"/>
                </a:lnTo>
                <a:lnTo>
                  <a:pt x="367" y="540"/>
                </a:lnTo>
                <a:lnTo>
                  <a:pt x="367" y="539"/>
                </a:lnTo>
                <a:lnTo>
                  <a:pt x="368" y="539"/>
                </a:lnTo>
                <a:lnTo>
                  <a:pt x="368" y="538"/>
                </a:lnTo>
                <a:lnTo>
                  <a:pt x="369" y="538"/>
                </a:lnTo>
                <a:lnTo>
                  <a:pt x="369" y="537"/>
                </a:lnTo>
                <a:lnTo>
                  <a:pt x="369" y="536"/>
                </a:lnTo>
                <a:lnTo>
                  <a:pt x="369" y="535"/>
                </a:lnTo>
                <a:lnTo>
                  <a:pt x="370" y="535"/>
                </a:lnTo>
                <a:lnTo>
                  <a:pt x="370" y="534"/>
                </a:lnTo>
                <a:lnTo>
                  <a:pt x="369" y="534"/>
                </a:lnTo>
                <a:lnTo>
                  <a:pt x="368" y="533"/>
                </a:lnTo>
                <a:lnTo>
                  <a:pt x="368" y="534"/>
                </a:lnTo>
                <a:lnTo>
                  <a:pt x="367" y="534"/>
                </a:lnTo>
                <a:lnTo>
                  <a:pt x="367" y="533"/>
                </a:lnTo>
                <a:lnTo>
                  <a:pt x="368" y="533"/>
                </a:lnTo>
                <a:lnTo>
                  <a:pt x="368" y="532"/>
                </a:lnTo>
                <a:lnTo>
                  <a:pt x="369" y="531"/>
                </a:lnTo>
                <a:lnTo>
                  <a:pt x="369" y="530"/>
                </a:lnTo>
                <a:lnTo>
                  <a:pt x="370" y="530"/>
                </a:lnTo>
                <a:lnTo>
                  <a:pt x="371" y="530"/>
                </a:lnTo>
                <a:lnTo>
                  <a:pt x="372" y="530"/>
                </a:lnTo>
                <a:lnTo>
                  <a:pt x="372" y="529"/>
                </a:lnTo>
                <a:lnTo>
                  <a:pt x="372" y="528"/>
                </a:lnTo>
                <a:lnTo>
                  <a:pt x="373" y="528"/>
                </a:lnTo>
                <a:lnTo>
                  <a:pt x="373" y="527"/>
                </a:lnTo>
                <a:lnTo>
                  <a:pt x="374" y="527"/>
                </a:lnTo>
                <a:lnTo>
                  <a:pt x="375" y="526"/>
                </a:lnTo>
                <a:lnTo>
                  <a:pt x="374" y="526"/>
                </a:lnTo>
                <a:lnTo>
                  <a:pt x="373" y="526"/>
                </a:lnTo>
                <a:lnTo>
                  <a:pt x="372" y="526"/>
                </a:lnTo>
                <a:lnTo>
                  <a:pt x="372" y="525"/>
                </a:lnTo>
                <a:lnTo>
                  <a:pt x="371" y="525"/>
                </a:lnTo>
                <a:lnTo>
                  <a:pt x="370" y="525"/>
                </a:lnTo>
                <a:lnTo>
                  <a:pt x="370" y="523"/>
                </a:lnTo>
                <a:lnTo>
                  <a:pt x="370" y="522"/>
                </a:lnTo>
                <a:lnTo>
                  <a:pt x="371" y="521"/>
                </a:lnTo>
                <a:lnTo>
                  <a:pt x="371" y="520"/>
                </a:lnTo>
                <a:lnTo>
                  <a:pt x="372" y="520"/>
                </a:lnTo>
                <a:lnTo>
                  <a:pt x="372" y="519"/>
                </a:lnTo>
                <a:lnTo>
                  <a:pt x="371" y="519"/>
                </a:lnTo>
                <a:lnTo>
                  <a:pt x="371" y="518"/>
                </a:lnTo>
                <a:lnTo>
                  <a:pt x="370" y="518"/>
                </a:lnTo>
                <a:lnTo>
                  <a:pt x="369" y="518"/>
                </a:lnTo>
                <a:lnTo>
                  <a:pt x="368" y="518"/>
                </a:lnTo>
                <a:lnTo>
                  <a:pt x="367" y="518"/>
                </a:lnTo>
                <a:lnTo>
                  <a:pt x="366" y="518"/>
                </a:lnTo>
                <a:lnTo>
                  <a:pt x="366" y="517"/>
                </a:lnTo>
                <a:lnTo>
                  <a:pt x="366" y="516"/>
                </a:lnTo>
                <a:lnTo>
                  <a:pt x="365" y="516"/>
                </a:lnTo>
                <a:lnTo>
                  <a:pt x="365" y="515"/>
                </a:lnTo>
                <a:lnTo>
                  <a:pt x="364" y="515"/>
                </a:lnTo>
                <a:lnTo>
                  <a:pt x="363" y="516"/>
                </a:lnTo>
                <a:lnTo>
                  <a:pt x="362" y="516"/>
                </a:lnTo>
                <a:lnTo>
                  <a:pt x="361" y="515"/>
                </a:lnTo>
                <a:lnTo>
                  <a:pt x="361" y="514"/>
                </a:lnTo>
                <a:lnTo>
                  <a:pt x="361" y="513"/>
                </a:lnTo>
                <a:lnTo>
                  <a:pt x="361" y="512"/>
                </a:lnTo>
                <a:lnTo>
                  <a:pt x="360" y="512"/>
                </a:lnTo>
                <a:lnTo>
                  <a:pt x="360" y="511"/>
                </a:lnTo>
                <a:lnTo>
                  <a:pt x="359" y="511"/>
                </a:lnTo>
                <a:lnTo>
                  <a:pt x="360" y="511"/>
                </a:lnTo>
                <a:lnTo>
                  <a:pt x="360" y="510"/>
                </a:lnTo>
                <a:lnTo>
                  <a:pt x="361" y="510"/>
                </a:lnTo>
                <a:lnTo>
                  <a:pt x="361" y="509"/>
                </a:lnTo>
                <a:lnTo>
                  <a:pt x="361" y="508"/>
                </a:lnTo>
                <a:lnTo>
                  <a:pt x="360" y="508"/>
                </a:lnTo>
                <a:lnTo>
                  <a:pt x="360" y="507"/>
                </a:lnTo>
                <a:lnTo>
                  <a:pt x="359" y="507"/>
                </a:lnTo>
                <a:lnTo>
                  <a:pt x="359" y="506"/>
                </a:lnTo>
                <a:lnTo>
                  <a:pt x="358" y="506"/>
                </a:lnTo>
                <a:lnTo>
                  <a:pt x="356" y="506"/>
                </a:lnTo>
                <a:lnTo>
                  <a:pt x="356" y="505"/>
                </a:lnTo>
                <a:lnTo>
                  <a:pt x="356" y="504"/>
                </a:lnTo>
                <a:lnTo>
                  <a:pt x="356" y="503"/>
                </a:lnTo>
                <a:lnTo>
                  <a:pt x="355" y="503"/>
                </a:lnTo>
                <a:lnTo>
                  <a:pt x="354" y="503"/>
                </a:lnTo>
                <a:lnTo>
                  <a:pt x="353" y="503"/>
                </a:lnTo>
                <a:lnTo>
                  <a:pt x="353" y="502"/>
                </a:lnTo>
                <a:lnTo>
                  <a:pt x="353" y="501"/>
                </a:lnTo>
                <a:lnTo>
                  <a:pt x="353" y="500"/>
                </a:lnTo>
                <a:lnTo>
                  <a:pt x="352" y="500"/>
                </a:lnTo>
                <a:lnTo>
                  <a:pt x="351" y="499"/>
                </a:lnTo>
                <a:lnTo>
                  <a:pt x="352" y="499"/>
                </a:lnTo>
                <a:lnTo>
                  <a:pt x="352" y="498"/>
                </a:lnTo>
                <a:lnTo>
                  <a:pt x="352" y="497"/>
                </a:lnTo>
                <a:lnTo>
                  <a:pt x="352" y="496"/>
                </a:lnTo>
                <a:lnTo>
                  <a:pt x="352" y="495"/>
                </a:lnTo>
                <a:lnTo>
                  <a:pt x="351" y="495"/>
                </a:lnTo>
                <a:lnTo>
                  <a:pt x="351" y="494"/>
                </a:lnTo>
                <a:lnTo>
                  <a:pt x="350" y="494"/>
                </a:lnTo>
                <a:lnTo>
                  <a:pt x="350" y="493"/>
                </a:lnTo>
                <a:lnTo>
                  <a:pt x="349" y="493"/>
                </a:lnTo>
                <a:lnTo>
                  <a:pt x="349" y="492"/>
                </a:lnTo>
                <a:lnTo>
                  <a:pt x="348" y="492"/>
                </a:lnTo>
                <a:lnTo>
                  <a:pt x="348" y="491"/>
                </a:lnTo>
                <a:lnTo>
                  <a:pt x="348" y="490"/>
                </a:lnTo>
                <a:lnTo>
                  <a:pt x="349" y="490"/>
                </a:lnTo>
                <a:lnTo>
                  <a:pt x="349" y="489"/>
                </a:lnTo>
                <a:lnTo>
                  <a:pt x="349" y="488"/>
                </a:lnTo>
                <a:lnTo>
                  <a:pt x="348" y="488"/>
                </a:lnTo>
                <a:lnTo>
                  <a:pt x="347" y="488"/>
                </a:lnTo>
                <a:lnTo>
                  <a:pt x="347" y="487"/>
                </a:lnTo>
                <a:lnTo>
                  <a:pt x="347" y="488"/>
                </a:lnTo>
                <a:lnTo>
                  <a:pt x="347" y="487"/>
                </a:lnTo>
                <a:lnTo>
                  <a:pt x="346" y="487"/>
                </a:lnTo>
                <a:lnTo>
                  <a:pt x="347" y="487"/>
                </a:lnTo>
                <a:lnTo>
                  <a:pt x="346" y="487"/>
                </a:lnTo>
                <a:lnTo>
                  <a:pt x="346" y="486"/>
                </a:lnTo>
                <a:lnTo>
                  <a:pt x="346" y="485"/>
                </a:lnTo>
                <a:lnTo>
                  <a:pt x="345" y="485"/>
                </a:lnTo>
                <a:lnTo>
                  <a:pt x="345" y="484"/>
                </a:lnTo>
                <a:lnTo>
                  <a:pt x="344" y="483"/>
                </a:lnTo>
                <a:lnTo>
                  <a:pt x="344" y="482"/>
                </a:lnTo>
                <a:lnTo>
                  <a:pt x="344" y="481"/>
                </a:lnTo>
                <a:lnTo>
                  <a:pt x="344" y="480"/>
                </a:lnTo>
                <a:lnTo>
                  <a:pt x="344" y="479"/>
                </a:lnTo>
                <a:lnTo>
                  <a:pt x="345" y="479"/>
                </a:lnTo>
                <a:lnTo>
                  <a:pt x="346" y="479"/>
                </a:lnTo>
                <a:lnTo>
                  <a:pt x="346" y="478"/>
                </a:lnTo>
                <a:lnTo>
                  <a:pt x="345" y="478"/>
                </a:lnTo>
                <a:lnTo>
                  <a:pt x="344" y="477"/>
                </a:lnTo>
                <a:lnTo>
                  <a:pt x="344" y="476"/>
                </a:lnTo>
                <a:lnTo>
                  <a:pt x="344" y="475"/>
                </a:lnTo>
                <a:lnTo>
                  <a:pt x="344" y="474"/>
                </a:lnTo>
                <a:lnTo>
                  <a:pt x="343" y="474"/>
                </a:lnTo>
                <a:lnTo>
                  <a:pt x="342" y="474"/>
                </a:lnTo>
                <a:lnTo>
                  <a:pt x="341" y="474"/>
                </a:lnTo>
                <a:lnTo>
                  <a:pt x="341" y="473"/>
                </a:lnTo>
                <a:lnTo>
                  <a:pt x="340" y="473"/>
                </a:lnTo>
                <a:lnTo>
                  <a:pt x="339" y="473"/>
                </a:lnTo>
                <a:lnTo>
                  <a:pt x="337" y="473"/>
                </a:lnTo>
                <a:lnTo>
                  <a:pt x="337" y="474"/>
                </a:lnTo>
                <a:lnTo>
                  <a:pt x="336" y="474"/>
                </a:lnTo>
                <a:lnTo>
                  <a:pt x="335" y="474"/>
                </a:lnTo>
                <a:lnTo>
                  <a:pt x="334" y="474"/>
                </a:lnTo>
                <a:lnTo>
                  <a:pt x="333" y="474"/>
                </a:lnTo>
                <a:lnTo>
                  <a:pt x="333" y="475"/>
                </a:lnTo>
                <a:lnTo>
                  <a:pt x="332" y="475"/>
                </a:lnTo>
                <a:lnTo>
                  <a:pt x="332" y="474"/>
                </a:lnTo>
                <a:lnTo>
                  <a:pt x="333" y="472"/>
                </a:lnTo>
                <a:lnTo>
                  <a:pt x="333" y="471"/>
                </a:lnTo>
                <a:lnTo>
                  <a:pt x="333" y="470"/>
                </a:lnTo>
                <a:lnTo>
                  <a:pt x="333" y="469"/>
                </a:lnTo>
                <a:lnTo>
                  <a:pt x="333" y="468"/>
                </a:lnTo>
                <a:lnTo>
                  <a:pt x="333" y="467"/>
                </a:lnTo>
                <a:lnTo>
                  <a:pt x="333" y="466"/>
                </a:lnTo>
                <a:lnTo>
                  <a:pt x="333" y="465"/>
                </a:lnTo>
                <a:lnTo>
                  <a:pt x="333" y="464"/>
                </a:lnTo>
                <a:lnTo>
                  <a:pt x="332" y="464"/>
                </a:lnTo>
                <a:lnTo>
                  <a:pt x="332" y="463"/>
                </a:lnTo>
                <a:lnTo>
                  <a:pt x="332" y="462"/>
                </a:lnTo>
                <a:lnTo>
                  <a:pt x="331" y="462"/>
                </a:lnTo>
                <a:lnTo>
                  <a:pt x="331" y="461"/>
                </a:lnTo>
                <a:lnTo>
                  <a:pt x="330" y="461"/>
                </a:lnTo>
                <a:lnTo>
                  <a:pt x="330" y="460"/>
                </a:lnTo>
                <a:lnTo>
                  <a:pt x="330" y="459"/>
                </a:lnTo>
                <a:lnTo>
                  <a:pt x="330" y="457"/>
                </a:lnTo>
                <a:lnTo>
                  <a:pt x="330" y="456"/>
                </a:lnTo>
                <a:lnTo>
                  <a:pt x="330" y="454"/>
                </a:lnTo>
                <a:lnTo>
                  <a:pt x="330" y="453"/>
                </a:lnTo>
                <a:lnTo>
                  <a:pt x="330" y="452"/>
                </a:lnTo>
                <a:lnTo>
                  <a:pt x="330" y="451"/>
                </a:lnTo>
                <a:lnTo>
                  <a:pt x="331" y="451"/>
                </a:lnTo>
                <a:lnTo>
                  <a:pt x="331" y="450"/>
                </a:lnTo>
                <a:lnTo>
                  <a:pt x="331" y="449"/>
                </a:lnTo>
                <a:lnTo>
                  <a:pt x="332" y="448"/>
                </a:lnTo>
                <a:lnTo>
                  <a:pt x="334" y="448"/>
                </a:lnTo>
                <a:lnTo>
                  <a:pt x="335" y="448"/>
                </a:lnTo>
                <a:lnTo>
                  <a:pt x="335" y="447"/>
                </a:lnTo>
                <a:lnTo>
                  <a:pt x="334" y="447"/>
                </a:lnTo>
                <a:lnTo>
                  <a:pt x="333" y="447"/>
                </a:lnTo>
                <a:lnTo>
                  <a:pt x="332" y="447"/>
                </a:lnTo>
                <a:lnTo>
                  <a:pt x="332" y="446"/>
                </a:lnTo>
                <a:lnTo>
                  <a:pt x="331" y="446"/>
                </a:lnTo>
                <a:lnTo>
                  <a:pt x="330" y="446"/>
                </a:lnTo>
                <a:lnTo>
                  <a:pt x="330" y="445"/>
                </a:lnTo>
                <a:lnTo>
                  <a:pt x="330" y="444"/>
                </a:lnTo>
                <a:lnTo>
                  <a:pt x="331" y="443"/>
                </a:lnTo>
                <a:lnTo>
                  <a:pt x="332" y="443"/>
                </a:lnTo>
                <a:lnTo>
                  <a:pt x="333" y="443"/>
                </a:lnTo>
                <a:lnTo>
                  <a:pt x="333" y="442"/>
                </a:lnTo>
                <a:lnTo>
                  <a:pt x="334" y="442"/>
                </a:lnTo>
                <a:lnTo>
                  <a:pt x="334" y="441"/>
                </a:lnTo>
                <a:lnTo>
                  <a:pt x="335" y="441"/>
                </a:lnTo>
                <a:lnTo>
                  <a:pt x="336" y="441"/>
                </a:lnTo>
                <a:lnTo>
                  <a:pt x="336" y="440"/>
                </a:lnTo>
                <a:lnTo>
                  <a:pt x="336" y="439"/>
                </a:lnTo>
                <a:lnTo>
                  <a:pt x="337" y="439"/>
                </a:lnTo>
                <a:lnTo>
                  <a:pt x="337" y="438"/>
                </a:lnTo>
                <a:lnTo>
                  <a:pt x="338" y="438"/>
                </a:lnTo>
                <a:lnTo>
                  <a:pt x="339" y="436"/>
                </a:lnTo>
                <a:lnTo>
                  <a:pt x="340" y="436"/>
                </a:lnTo>
                <a:lnTo>
                  <a:pt x="340" y="435"/>
                </a:lnTo>
                <a:lnTo>
                  <a:pt x="341" y="435"/>
                </a:lnTo>
                <a:lnTo>
                  <a:pt x="341" y="434"/>
                </a:lnTo>
                <a:lnTo>
                  <a:pt x="341" y="433"/>
                </a:lnTo>
                <a:lnTo>
                  <a:pt x="341" y="432"/>
                </a:lnTo>
                <a:lnTo>
                  <a:pt x="341" y="431"/>
                </a:lnTo>
                <a:lnTo>
                  <a:pt x="340" y="431"/>
                </a:lnTo>
                <a:lnTo>
                  <a:pt x="341" y="431"/>
                </a:lnTo>
                <a:lnTo>
                  <a:pt x="342" y="431"/>
                </a:lnTo>
                <a:lnTo>
                  <a:pt x="343" y="431"/>
                </a:lnTo>
                <a:lnTo>
                  <a:pt x="344" y="431"/>
                </a:lnTo>
                <a:lnTo>
                  <a:pt x="344" y="430"/>
                </a:lnTo>
                <a:lnTo>
                  <a:pt x="344" y="429"/>
                </a:lnTo>
                <a:lnTo>
                  <a:pt x="345" y="429"/>
                </a:lnTo>
                <a:lnTo>
                  <a:pt x="345" y="430"/>
                </a:lnTo>
                <a:lnTo>
                  <a:pt x="345" y="429"/>
                </a:lnTo>
                <a:lnTo>
                  <a:pt x="346" y="429"/>
                </a:lnTo>
                <a:lnTo>
                  <a:pt x="346" y="428"/>
                </a:lnTo>
                <a:lnTo>
                  <a:pt x="347" y="428"/>
                </a:lnTo>
                <a:lnTo>
                  <a:pt x="347" y="427"/>
                </a:lnTo>
                <a:lnTo>
                  <a:pt x="347" y="426"/>
                </a:lnTo>
                <a:lnTo>
                  <a:pt x="346" y="426"/>
                </a:lnTo>
                <a:lnTo>
                  <a:pt x="346" y="425"/>
                </a:lnTo>
                <a:lnTo>
                  <a:pt x="345" y="425"/>
                </a:lnTo>
                <a:lnTo>
                  <a:pt x="344" y="425"/>
                </a:lnTo>
                <a:lnTo>
                  <a:pt x="343" y="425"/>
                </a:lnTo>
                <a:lnTo>
                  <a:pt x="342" y="425"/>
                </a:lnTo>
                <a:lnTo>
                  <a:pt x="341" y="425"/>
                </a:lnTo>
                <a:lnTo>
                  <a:pt x="340" y="425"/>
                </a:lnTo>
                <a:lnTo>
                  <a:pt x="339" y="424"/>
                </a:lnTo>
                <a:lnTo>
                  <a:pt x="338" y="424"/>
                </a:lnTo>
                <a:lnTo>
                  <a:pt x="338" y="423"/>
                </a:lnTo>
                <a:lnTo>
                  <a:pt x="337" y="423"/>
                </a:lnTo>
                <a:lnTo>
                  <a:pt x="336" y="422"/>
                </a:lnTo>
                <a:lnTo>
                  <a:pt x="336" y="423"/>
                </a:lnTo>
                <a:lnTo>
                  <a:pt x="335" y="423"/>
                </a:lnTo>
                <a:lnTo>
                  <a:pt x="335" y="424"/>
                </a:lnTo>
                <a:lnTo>
                  <a:pt x="335" y="425"/>
                </a:lnTo>
                <a:lnTo>
                  <a:pt x="336" y="425"/>
                </a:lnTo>
                <a:lnTo>
                  <a:pt x="336" y="426"/>
                </a:lnTo>
                <a:lnTo>
                  <a:pt x="335" y="426"/>
                </a:lnTo>
                <a:lnTo>
                  <a:pt x="334" y="426"/>
                </a:lnTo>
                <a:lnTo>
                  <a:pt x="333" y="426"/>
                </a:lnTo>
                <a:lnTo>
                  <a:pt x="332" y="427"/>
                </a:lnTo>
                <a:lnTo>
                  <a:pt x="332" y="426"/>
                </a:lnTo>
                <a:lnTo>
                  <a:pt x="331" y="426"/>
                </a:lnTo>
                <a:lnTo>
                  <a:pt x="331" y="425"/>
                </a:lnTo>
                <a:lnTo>
                  <a:pt x="331" y="424"/>
                </a:lnTo>
                <a:lnTo>
                  <a:pt x="332" y="424"/>
                </a:lnTo>
                <a:lnTo>
                  <a:pt x="331" y="424"/>
                </a:lnTo>
                <a:lnTo>
                  <a:pt x="331" y="423"/>
                </a:lnTo>
                <a:lnTo>
                  <a:pt x="331" y="422"/>
                </a:lnTo>
                <a:lnTo>
                  <a:pt x="332" y="422"/>
                </a:lnTo>
                <a:lnTo>
                  <a:pt x="332" y="421"/>
                </a:lnTo>
                <a:lnTo>
                  <a:pt x="331" y="421"/>
                </a:lnTo>
                <a:lnTo>
                  <a:pt x="331" y="422"/>
                </a:lnTo>
                <a:lnTo>
                  <a:pt x="330" y="423"/>
                </a:lnTo>
                <a:lnTo>
                  <a:pt x="329" y="423"/>
                </a:lnTo>
                <a:lnTo>
                  <a:pt x="329" y="424"/>
                </a:lnTo>
                <a:lnTo>
                  <a:pt x="329" y="423"/>
                </a:lnTo>
                <a:lnTo>
                  <a:pt x="329" y="422"/>
                </a:lnTo>
                <a:lnTo>
                  <a:pt x="330" y="422"/>
                </a:lnTo>
                <a:lnTo>
                  <a:pt x="330" y="421"/>
                </a:lnTo>
                <a:lnTo>
                  <a:pt x="331" y="420"/>
                </a:lnTo>
                <a:lnTo>
                  <a:pt x="331" y="419"/>
                </a:lnTo>
                <a:lnTo>
                  <a:pt x="331" y="418"/>
                </a:lnTo>
                <a:lnTo>
                  <a:pt x="330" y="418"/>
                </a:lnTo>
                <a:lnTo>
                  <a:pt x="329" y="418"/>
                </a:lnTo>
                <a:lnTo>
                  <a:pt x="329" y="417"/>
                </a:lnTo>
                <a:lnTo>
                  <a:pt x="329" y="416"/>
                </a:lnTo>
                <a:lnTo>
                  <a:pt x="329" y="415"/>
                </a:lnTo>
                <a:lnTo>
                  <a:pt x="328" y="414"/>
                </a:lnTo>
                <a:lnTo>
                  <a:pt x="328" y="413"/>
                </a:lnTo>
                <a:lnTo>
                  <a:pt x="329" y="413"/>
                </a:lnTo>
                <a:lnTo>
                  <a:pt x="330" y="413"/>
                </a:lnTo>
                <a:lnTo>
                  <a:pt x="330" y="412"/>
                </a:lnTo>
                <a:lnTo>
                  <a:pt x="330" y="411"/>
                </a:lnTo>
                <a:lnTo>
                  <a:pt x="329" y="411"/>
                </a:lnTo>
                <a:lnTo>
                  <a:pt x="328" y="411"/>
                </a:lnTo>
                <a:lnTo>
                  <a:pt x="328" y="410"/>
                </a:lnTo>
                <a:lnTo>
                  <a:pt x="327" y="410"/>
                </a:lnTo>
                <a:lnTo>
                  <a:pt x="327" y="409"/>
                </a:lnTo>
                <a:lnTo>
                  <a:pt x="326" y="409"/>
                </a:lnTo>
                <a:lnTo>
                  <a:pt x="325" y="409"/>
                </a:lnTo>
                <a:lnTo>
                  <a:pt x="324" y="410"/>
                </a:lnTo>
                <a:lnTo>
                  <a:pt x="323" y="410"/>
                </a:lnTo>
                <a:lnTo>
                  <a:pt x="322" y="410"/>
                </a:lnTo>
                <a:lnTo>
                  <a:pt x="321" y="410"/>
                </a:lnTo>
                <a:lnTo>
                  <a:pt x="320" y="410"/>
                </a:lnTo>
                <a:lnTo>
                  <a:pt x="320" y="409"/>
                </a:lnTo>
                <a:lnTo>
                  <a:pt x="319" y="409"/>
                </a:lnTo>
                <a:lnTo>
                  <a:pt x="319" y="408"/>
                </a:lnTo>
                <a:lnTo>
                  <a:pt x="320" y="408"/>
                </a:lnTo>
                <a:lnTo>
                  <a:pt x="320" y="407"/>
                </a:lnTo>
                <a:lnTo>
                  <a:pt x="319" y="407"/>
                </a:lnTo>
                <a:lnTo>
                  <a:pt x="319" y="406"/>
                </a:lnTo>
                <a:lnTo>
                  <a:pt x="319" y="405"/>
                </a:lnTo>
                <a:lnTo>
                  <a:pt x="318" y="405"/>
                </a:lnTo>
                <a:lnTo>
                  <a:pt x="319" y="405"/>
                </a:lnTo>
                <a:lnTo>
                  <a:pt x="319" y="404"/>
                </a:lnTo>
                <a:lnTo>
                  <a:pt x="320" y="404"/>
                </a:lnTo>
                <a:lnTo>
                  <a:pt x="321" y="404"/>
                </a:lnTo>
                <a:lnTo>
                  <a:pt x="322" y="404"/>
                </a:lnTo>
                <a:lnTo>
                  <a:pt x="322" y="403"/>
                </a:lnTo>
                <a:lnTo>
                  <a:pt x="321" y="402"/>
                </a:lnTo>
                <a:lnTo>
                  <a:pt x="320" y="402"/>
                </a:lnTo>
                <a:lnTo>
                  <a:pt x="320" y="401"/>
                </a:lnTo>
                <a:lnTo>
                  <a:pt x="321" y="400"/>
                </a:lnTo>
                <a:lnTo>
                  <a:pt x="321" y="399"/>
                </a:lnTo>
                <a:lnTo>
                  <a:pt x="320" y="399"/>
                </a:lnTo>
                <a:lnTo>
                  <a:pt x="320" y="398"/>
                </a:lnTo>
                <a:lnTo>
                  <a:pt x="320" y="397"/>
                </a:lnTo>
                <a:lnTo>
                  <a:pt x="319" y="397"/>
                </a:lnTo>
                <a:lnTo>
                  <a:pt x="318" y="396"/>
                </a:lnTo>
                <a:lnTo>
                  <a:pt x="317" y="396"/>
                </a:lnTo>
                <a:lnTo>
                  <a:pt x="316" y="396"/>
                </a:lnTo>
                <a:lnTo>
                  <a:pt x="316" y="395"/>
                </a:lnTo>
                <a:lnTo>
                  <a:pt x="317" y="395"/>
                </a:lnTo>
                <a:lnTo>
                  <a:pt x="317" y="394"/>
                </a:lnTo>
                <a:lnTo>
                  <a:pt x="316" y="394"/>
                </a:lnTo>
                <a:lnTo>
                  <a:pt x="316" y="393"/>
                </a:lnTo>
                <a:lnTo>
                  <a:pt x="315" y="393"/>
                </a:lnTo>
                <a:lnTo>
                  <a:pt x="314" y="393"/>
                </a:lnTo>
                <a:lnTo>
                  <a:pt x="314" y="392"/>
                </a:lnTo>
                <a:lnTo>
                  <a:pt x="313" y="392"/>
                </a:lnTo>
                <a:lnTo>
                  <a:pt x="313" y="391"/>
                </a:lnTo>
                <a:lnTo>
                  <a:pt x="312" y="391"/>
                </a:lnTo>
                <a:lnTo>
                  <a:pt x="312" y="390"/>
                </a:lnTo>
                <a:lnTo>
                  <a:pt x="311" y="390"/>
                </a:lnTo>
                <a:lnTo>
                  <a:pt x="310" y="390"/>
                </a:lnTo>
                <a:lnTo>
                  <a:pt x="309" y="390"/>
                </a:lnTo>
                <a:lnTo>
                  <a:pt x="310" y="390"/>
                </a:lnTo>
                <a:lnTo>
                  <a:pt x="310" y="389"/>
                </a:lnTo>
                <a:lnTo>
                  <a:pt x="311" y="389"/>
                </a:lnTo>
                <a:lnTo>
                  <a:pt x="311" y="388"/>
                </a:lnTo>
                <a:lnTo>
                  <a:pt x="311" y="387"/>
                </a:lnTo>
                <a:lnTo>
                  <a:pt x="310" y="387"/>
                </a:lnTo>
                <a:lnTo>
                  <a:pt x="310" y="386"/>
                </a:lnTo>
                <a:lnTo>
                  <a:pt x="309" y="386"/>
                </a:lnTo>
                <a:lnTo>
                  <a:pt x="310" y="386"/>
                </a:lnTo>
                <a:lnTo>
                  <a:pt x="310" y="385"/>
                </a:lnTo>
                <a:lnTo>
                  <a:pt x="310" y="384"/>
                </a:lnTo>
                <a:lnTo>
                  <a:pt x="311" y="384"/>
                </a:lnTo>
                <a:lnTo>
                  <a:pt x="311" y="383"/>
                </a:lnTo>
                <a:lnTo>
                  <a:pt x="311" y="382"/>
                </a:lnTo>
                <a:lnTo>
                  <a:pt x="311" y="381"/>
                </a:lnTo>
                <a:lnTo>
                  <a:pt x="311" y="380"/>
                </a:lnTo>
                <a:lnTo>
                  <a:pt x="312" y="380"/>
                </a:lnTo>
                <a:lnTo>
                  <a:pt x="312" y="379"/>
                </a:lnTo>
                <a:lnTo>
                  <a:pt x="311" y="379"/>
                </a:lnTo>
                <a:lnTo>
                  <a:pt x="312" y="379"/>
                </a:lnTo>
                <a:lnTo>
                  <a:pt x="312" y="378"/>
                </a:lnTo>
                <a:lnTo>
                  <a:pt x="312" y="377"/>
                </a:lnTo>
                <a:lnTo>
                  <a:pt x="311" y="377"/>
                </a:lnTo>
                <a:lnTo>
                  <a:pt x="310" y="377"/>
                </a:lnTo>
                <a:lnTo>
                  <a:pt x="309" y="377"/>
                </a:lnTo>
                <a:lnTo>
                  <a:pt x="309" y="378"/>
                </a:lnTo>
                <a:lnTo>
                  <a:pt x="309" y="377"/>
                </a:lnTo>
                <a:lnTo>
                  <a:pt x="308" y="377"/>
                </a:lnTo>
                <a:lnTo>
                  <a:pt x="307" y="378"/>
                </a:lnTo>
                <a:lnTo>
                  <a:pt x="306" y="378"/>
                </a:lnTo>
                <a:lnTo>
                  <a:pt x="306" y="377"/>
                </a:lnTo>
                <a:lnTo>
                  <a:pt x="305" y="377"/>
                </a:lnTo>
                <a:lnTo>
                  <a:pt x="304" y="376"/>
                </a:lnTo>
                <a:lnTo>
                  <a:pt x="305" y="376"/>
                </a:lnTo>
                <a:lnTo>
                  <a:pt x="305" y="375"/>
                </a:lnTo>
                <a:lnTo>
                  <a:pt x="305" y="374"/>
                </a:lnTo>
                <a:lnTo>
                  <a:pt x="304" y="373"/>
                </a:lnTo>
                <a:lnTo>
                  <a:pt x="305" y="373"/>
                </a:lnTo>
                <a:lnTo>
                  <a:pt x="304" y="373"/>
                </a:lnTo>
                <a:lnTo>
                  <a:pt x="303" y="373"/>
                </a:lnTo>
                <a:lnTo>
                  <a:pt x="303" y="372"/>
                </a:lnTo>
                <a:lnTo>
                  <a:pt x="302" y="372"/>
                </a:lnTo>
                <a:lnTo>
                  <a:pt x="301" y="372"/>
                </a:lnTo>
                <a:lnTo>
                  <a:pt x="300" y="372"/>
                </a:lnTo>
                <a:lnTo>
                  <a:pt x="300" y="371"/>
                </a:lnTo>
                <a:lnTo>
                  <a:pt x="301" y="371"/>
                </a:lnTo>
                <a:lnTo>
                  <a:pt x="302" y="371"/>
                </a:lnTo>
                <a:lnTo>
                  <a:pt x="302" y="370"/>
                </a:lnTo>
                <a:lnTo>
                  <a:pt x="302" y="369"/>
                </a:lnTo>
                <a:lnTo>
                  <a:pt x="301" y="369"/>
                </a:lnTo>
                <a:lnTo>
                  <a:pt x="301" y="368"/>
                </a:lnTo>
                <a:lnTo>
                  <a:pt x="301" y="367"/>
                </a:lnTo>
                <a:lnTo>
                  <a:pt x="300" y="367"/>
                </a:lnTo>
                <a:lnTo>
                  <a:pt x="301" y="367"/>
                </a:lnTo>
                <a:lnTo>
                  <a:pt x="302" y="367"/>
                </a:lnTo>
                <a:lnTo>
                  <a:pt x="302" y="366"/>
                </a:lnTo>
                <a:lnTo>
                  <a:pt x="303" y="366"/>
                </a:lnTo>
                <a:lnTo>
                  <a:pt x="303" y="365"/>
                </a:lnTo>
                <a:lnTo>
                  <a:pt x="303" y="364"/>
                </a:lnTo>
                <a:lnTo>
                  <a:pt x="302" y="364"/>
                </a:lnTo>
                <a:lnTo>
                  <a:pt x="301" y="364"/>
                </a:lnTo>
                <a:lnTo>
                  <a:pt x="302" y="363"/>
                </a:lnTo>
                <a:lnTo>
                  <a:pt x="303" y="363"/>
                </a:lnTo>
                <a:lnTo>
                  <a:pt x="303" y="362"/>
                </a:lnTo>
                <a:lnTo>
                  <a:pt x="302" y="361"/>
                </a:lnTo>
                <a:lnTo>
                  <a:pt x="301" y="361"/>
                </a:lnTo>
                <a:lnTo>
                  <a:pt x="301" y="360"/>
                </a:lnTo>
                <a:lnTo>
                  <a:pt x="301" y="359"/>
                </a:lnTo>
                <a:lnTo>
                  <a:pt x="300" y="359"/>
                </a:lnTo>
                <a:lnTo>
                  <a:pt x="299" y="359"/>
                </a:lnTo>
                <a:lnTo>
                  <a:pt x="299" y="358"/>
                </a:lnTo>
                <a:lnTo>
                  <a:pt x="298" y="358"/>
                </a:lnTo>
                <a:lnTo>
                  <a:pt x="297" y="357"/>
                </a:lnTo>
                <a:lnTo>
                  <a:pt x="296" y="358"/>
                </a:lnTo>
                <a:lnTo>
                  <a:pt x="296" y="357"/>
                </a:lnTo>
                <a:lnTo>
                  <a:pt x="296" y="358"/>
                </a:lnTo>
                <a:lnTo>
                  <a:pt x="296" y="359"/>
                </a:lnTo>
                <a:lnTo>
                  <a:pt x="295" y="359"/>
                </a:lnTo>
                <a:lnTo>
                  <a:pt x="295" y="360"/>
                </a:lnTo>
                <a:lnTo>
                  <a:pt x="294" y="360"/>
                </a:lnTo>
                <a:lnTo>
                  <a:pt x="293" y="360"/>
                </a:lnTo>
                <a:lnTo>
                  <a:pt x="292" y="360"/>
                </a:lnTo>
                <a:lnTo>
                  <a:pt x="291" y="359"/>
                </a:lnTo>
                <a:lnTo>
                  <a:pt x="291" y="358"/>
                </a:lnTo>
                <a:lnTo>
                  <a:pt x="291" y="357"/>
                </a:lnTo>
                <a:lnTo>
                  <a:pt x="290" y="356"/>
                </a:lnTo>
                <a:lnTo>
                  <a:pt x="291" y="356"/>
                </a:lnTo>
                <a:lnTo>
                  <a:pt x="291" y="355"/>
                </a:lnTo>
                <a:lnTo>
                  <a:pt x="291" y="354"/>
                </a:lnTo>
                <a:lnTo>
                  <a:pt x="290" y="354"/>
                </a:lnTo>
                <a:lnTo>
                  <a:pt x="290" y="353"/>
                </a:lnTo>
                <a:lnTo>
                  <a:pt x="290" y="352"/>
                </a:lnTo>
                <a:lnTo>
                  <a:pt x="290" y="351"/>
                </a:lnTo>
                <a:lnTo>
                  <a:pt x="290" y="350"/>
                </a:lnTo>
                <a:lnTo>
                  <a:pt x="290" y="349"/>
                </a:lnTo>
                <a:lnTo>
                  <a:pt x="290" y="348"/>
                </a:lnTo>
                <a:lnTo>
                  <a:pt x="291" y="348"/>
                </a:lnTo>
                <a:lnTo>
                  <a:pt x="291" y="347"/>
                </a:lnTo>
                <a:lnTo>
                  <a:pt x="291" y="346"/>
                </a:lnTo>
                <a:lnTo>
                  <a:pt x="292" y="346"/>
                </a:lnTo>
                <a:lnTo>
                  <a:pt x="292" y="345"/>
                </a:lnTo>
                <a:lnTo>
                  <a:pt x="291" y="345"/>
                </a:lnTo>
                <a:lnTo>
                  <a:pt x="291" y="344"/>
                </a:lnTo>
                <a:lnTo>
                  <a:pt x="292" y="343"/>
                </a:lnTo>
                <a:lnTo>
                  <a:pt x="292" y="342"/>
                </a:lnTo>
                <a:lnTo>
                  <a:pt x="291" y="341"/>
                </a:lnTo>
                <a:lnTo>
                  <a:pt x="292" y="340"/>
                </a:lnTo>
                <a:lnTo>
                  <a:pt x="291" y="340"/>
                </a:lnTo>
                <a:lnTo>
                  <a:pt x="291" y="339"/>
                </a:lnTo>
                <a:lnTo>
                  <a:pt x="291" y="338"/>
                </a:lnTo>
                <a:lnTo>
                  <a:pt x="290" y="337"/>
                </a:lnTo>
                <a:lnTo>
                  <a:pt x="290" y="336"/>
                </a:lnTo>
                <a:lnTo>
                  <a:pt x="289" y="336"/>
                </a:lnTo>
                <a:lnTo>
                  <a:pt x="289" y="335"/>
                </a:lnTo>
                <a:lnTo>
                  <a:pt x="290" y="335"/>
                </a:lnTo>
                <a:lnTo>
                  <a:pt x="291" y="334"/>
                </a:lnTo>
                <a:lnTo>
                  <a:pt x="291" y="333"/>
                </a:lnTo>
                <a:lnTo>
                  <a:pt x="292" y="332"/>
                </a:lnTo>
                <a:lnTo>
                  <a:pt x="293" y="331"/>
                </a:lnTo>
                <a:lnTo>
                  <a:pt x="294" y="331"/>
                </a:lnTo>
                <a:lnTo>
                  <a:pt x="293" y="330"/>
                </a:lnTo>
                <a:lnTo>
                  <a:pt x="293" y="329"/>
                </a:lnTo>
                <a:lnTo>
                  <a:pt x="293" y="328"/>
                </a:lnTo>
                <a:lnTo>
                  <a:pt x="293" y="327"/>
                </a:lnTo>
                <a:lnTo>
                  <a:pt x="294" y="327"/>
                </a:lnTo>
                <a:lnTo>
                  <a:pt x="294" y="326"/>
                </a:lnTo>
                <a:lnTo>
                  <a:pt x="294" y="325"/>
                </a:lnTo>
                <a:lnTo>
                  <a:pt x="293" y="325"/>
                </a:lnTo>
                <a:lnTo>
                  <a:pt x="294" y="325"/>
                </a:lnTo>
                <a:lnTo>
                  <a:pt x="293" y="325"/>
                </a:lnTo>
                <a:lnTo>
                  <a:pt x="292" y="325"/>
                </a:lnTo>
                <a:lnTo>
                  <a:pt x="292" y="326"/>
                </a:lnTo>
                <a:lnTo>
                  <a:pt x="291" y="326"/>
                </a:lnTo>
                <a:lnTo>
                  <a:pt x="291" y="327"/>
                </a:lnTo>
                <a:lnTo>
                  <a:pt x="290" y="327"/>
                </a:lnTo>
                <a:lnTo>
                  <a:pt x="290" y="326"/>
                </a:lnTo>
                <a:lnTo>
                  <a:pt x="289" y="326"/>
                </a:lnTo>
                <a:lnTo>
                  <a:pt x="288" y="326"/>
                </a:lnTo>
                <a:lnTo>
                  <a:pt x="287" y="326"/>
                </a:lnTo>
                <a:lnTo>
                  <a:pt x="286" y="327"/>
                </a:lnTo>
                <a:lnTo>
                  <a:pt x="286" y="326"/>
                </a:lnTo>
                <a:lnTo>
                  <a:pt x="285" y="326"/>
                </a:lnTo>
                <a:lnTo>
                  <a:pt x="284" y="327"/>
                </a:lnTo>
                <a:lnTo>
                  <a:pt x="284" y="328"/>
                </a:lnTo>
                <a:lnTo>
                  <a:pt x="283" y="329"/>
                </a:lnTo>
                <a:lnTo>
                  <a:pt x="282" y="329"/>
                </a:lnTo>
                <a:lnTo>
                  <a:pt x="282" y="330"/>
                </a:lnTo>
                <a:lnTo>
                  <a:pt x="281" y="330"/>
                </a:lnTo>
                <a:lnTo>
                  <a:pt x="281" y="331"/>
                </a:lnTo>
                <a:lnTo>
                  <a:pt x="281" y="332"/>
                </a:lnTo>
                <a:lnTo>
                  <a:pt x="280" y="332"/>
                </a:lnTo>
                <a:lnTo>
                  <a:pt x="279" y="332"/>
                </a:lnTo>
                <a:lnTo>
                  <a:pt x="279" y="331"/>
                </a:lnTo>
                <a:lnTo>
                  <a:pt x="278" y="331"/>
                </a:lnTo>
                <a:lnTo>
                  <a:pt x="278" y="332"/>
                </a:lnTo>
                <a:lnTo>
                  <a:pt x="277" y="332"/>
                </a:lnTo>
                <a:lnTo>
                  <a:pt x="276" y="333"/>
                </a:lnTo>
                <a:lnTo>
                  <a:pt x="275" y="333"/>
                </a:lnTo>
                <a:lnTo>
                  <a:pt x="275" y="334"/>
                </a:lnTo>
                <a:lnTo>
                  <a:pt x="274" y="335"/>
                </a:lnTo>
                <a:lnTo>
                  <a:pt x="274" y="336"/>
                </a:lnTo>
                <a:lnTo>
                  <a:pt x="274" y="337"/>
                </a:lnTo>
                <a:lnTo>
                  <a:pt x="274" y="338"/>
                </a:lnTo>
                <a:lnTo>
                  <a:pt x="274" y="339"/>
                </a:lnTo>
                <a:lnTo>
                  <a:pt x="274" y="340"/>
                </a:lnTo>
                <a:lnTo>
                  <a:pt x="273" y="340"/>
                </a:lnTo>
                <a:lnTo>
                  <a:pt x="273" y="341"/>
                </a:lnTo>
                <a:lnTo>
                  <a:pt x="273" y="342"/>
                </a:lnTo>
                <a:lnTo>
                  <a:pt x="272" y="341"/>
                </a:lnTo>
                <a:lnTo>
                  <a:pt x="271" y="341"/>
                </a:lnTo>
                <a:lnTo>
                  <a:pt x="270" y="341"/>
                </a:lnTo>
                <a:lnTo>
                  <a:pt x="270" y="342"/>
                </a:lnTo>
                <a:lnTo>
                  <a:pt x="270" y="343"/>
                </a:lnTo>
                <a:lnTo>
                  <a:pt x="271" y="343"/>
                </a:lnTo>
                <a:lnTo>
                  <a:pt x="270" y="344"/>
                </a:lnTo>
                <a:lnTo>
                  <a:pt x="269" y="344"/>
                </a:lnTo>
                <a:lnTo>
                  <a:pt x="269" y="345"/>
                </a:lnTo>
                <a:lnTo>
                  <a:pt x="268" y="345"/>
                </a:lnTo>
                <a:lnTo>
                  <a:pt x="268" y="346"/>
                </a:lnTo>
                <a:lnTo>
                  <a:pt x="267" y="346"/>
                </a:lnTo>
                <a:lnTo>
                  <a:pt x="268" y="346"/>
                </a:lnTo>
                <a:lnTo>
                  <a:pt x="268" y="347"/>
                </a:lnTo>
                <a:lnTo>
                  <a:pt x="267" y="347"/>
                </a:lnTo>
                <a:lnTo>
                  <a:pt x="266" y="348"/>
                </a:lnTo>
                <a:lnTo>
                  <a:pt x="265" y="349"/>
                </a:lnTo>
                <a:lnTo>
                  <a:pt x="264" y="349"/>
                </a:lnTo>
                <a:lnTo>
                  <a:pt x="264" y="350"/>
                </a:lnTo>
                <a:lnTo>
                  <a:pt x="263" y="350"/>
                </a:lnTo>
                <a:lnTo>
                  <a:pt x="262" y="350"/>
                </a:lnTo>
                <a:lnTo>
                  <a:pt x="262" y="351"/>
                </a:lnTo>
                <a:lnTo>
                  <a:pt x="262" y="352"/>
                </a:lnTo>
                <a:lnTo>
                  <a:pt x="261" y="352"/>
                </a:lnTo>
                <a:lnTo>
                  <a:pt x="260" y="352"/>
                </a:lnTo>
                <a:lnTo>
                  <a:pt x="259" y="352"/>
                </a:lnTo>
                <a:lnTo>
                  <a:pt x="258" y="353"/>
                </a:lnTo>
                <a:lnTo>
                  <a:pt x="257" y="353"/>
                </a:lnTo>
                <a:lnTo>
                  <a:pt x="256" y="354"/>
                </a:lnTo>
                <a:lnTo>
                  <a:pt x="255" y="354"/>
                </a:lnTo>
                <a:lnTo>
                  <a:pt x="255" y="355"/>
                </a:lnTo>
                <a:lnTo>
                  <a:pt x="256" y="356"/>
                </a:lnTo>
                <a:lnTo>
                  <a:pt x="255" y="357"/>
                </a:lnTo>
                <a:lnTo>
                  <a:pt x="254" y="357"/>
                </a:lnTo>
                <a:lnTo>
                  <a:pt x="254" y="356"/>
                </a:lnTo>
                <a:lnTo>
                  <a:pt x="254" y="355"/>
                </a:lnTo>
                <a:lnTo>
                  <a:pt x="254" y="354"/>
                </a:lnTo>
                <a:lnTo>
                  <a:pt x="254" y="353"/>
                </a:lnTo>
                <a:lnTo>
                  <a:pt x="253" y="353"/>
                </a:lnTo>
                <a:lnTo>
                  <a:pt x="253" y="352"/>
                </a:lnTo>
                <a:lnTo>
                  <a:pt x="253" y="351"/>
                </a:lnTo>
                <a:lnTo>
                  <a:pt x="252" y="351"/>
                </a:lnTo>
                <a:lnTo>
                  <a:pt x="252" y="352"/>
                </a:lnTo>
                <a:lnTo>
                  <a:pt x="251" y="352"/>
                </a:lnTo>
                <a:lnTo>
                  <a:pt x="251" y="351"/>
                </a:lnTo>
                <a:lnTo>
                  <a:pt x="250" y="351"/>
                </a:lnTo>
                <a:lnTo>
                  <a:pt x="249" y="351"/>
                </a:lnTo>
                <a:lnTo>
                  <a:pt x="247" y="351"/>
                </a:lnTo>
                <a:lnTo>
                  <a:pt x="246" y="351"/>
                </a:lnTo>
                <a:lnTo>
                  <a:pt x="246" y="350"/>
                </a:lnTo>
                <a:lnTo>
                  <a:pt x="246" y="349"/>
                </a:lnTo>
                <a:lnTo>
                  <a:pt x="247" y="348"/>
                </a:lnTo>
                <a:lnTo>
                  <a:pt x="248" y="348"/>
                </a:lnTo>
                <a:lnTo>
                  <a:pt x="249" y="347"/>
                </a:lnTo>
                <a:lnTo>
                  <a:pt x="250" y="347"/>
                </a:lnTo>
                <a:lnTo>
                  <a:pt x="250" y="346"/>
                </a:lnTo>
                <a:lnTo>
                  <a:pt x="251" y="346"/>
                </a:lnTo>
                <a:lnTo>
                  <a:pt x="252" y="346"/>
                </a:lnTo>
                <a:lnTo>
                  <a:pt x="252" y="345"/>
                </a:lnTo>
                <a:lnTo>
                  <a:pt x="253" y="345"/>
                </a:lnTo>
                <a:lnTo>
                  <a:pt x="253" y="344"/>
                </a:lnTo>
                <a:lnTo>
                  <a:pt x="253" y="343"/>
                </a:lnTo>
                <a:lnTo>
                  <a:pt x="252" y="342"/>
                </a:lnTo>
                <a:lnTo>
                  <a:pt x="251" y="341"/>
                </a:lnTo>
                <a:lnTo>
                  <a:pt x="250" y="341"/>
                </a:lnTo>
                <a:lnTo>
                  <a:pt x="249" y="342"/>
                </a:lnTo>
                <a:lnTo>
                  <a:pt x="248" y="342"/>
                </a:lnTo>
                <a:lnTo>
                  <a:pt x="247" y="342"/>
                </a:lnTo>
                <a:lnTo>
                  <a:pt x="246" y="341"/>
                </a:lnTo>
                <a:lnTo>
                  <a:pt x="245" y="341"/>
                </a:lnTo>
                <a:lnTo>
                  <a:pt x="244" y="340"/>
                </a:lnTo>
                <a:lnTo>
                  <a:pt x="244" y="339"/>
                </a:lnTo>
                <a:lnTo>
                  <a:pt x="243" y="339"/>
                </a:lnTo>
                <a:lnTo>
                  <a:pt x="244" y="339"/>
                </a:lnTo>
                <a:lnTo>
                  <a:pt x="244" y="338"/>
                </a:lnTo>
                <a:lnTo>
                  <a:pt x="245" y="338"/>
                </a:lnTo>
                <a:lnTo>
                  <a:pt x="245" y="337"/>
                </a:lnTo>
                <a:lnTo>
                  <a:pt x="246" y="336"/>
                </a:lnTo>
                <a:lnTo>
                  <a:pt x="247" y="335"/>
                </a:lnTo>
                <a:lnTo>
                  <a:pt x="248" y="335"/>
                </a:lnTo>
                <a:lnTo>
                  <a:pt x="248" y="334"/>
                </a:lnTo>
                <a:lnTo>
                  <a:pt x="249" y="333"/>
                </a:lnTo>
                <a:lnTo>
                  <a:pt x="251" y="332"/>
                </a:lnTo>
                <a:lnTo>
                  <a:pt x="252" y="331"/>
                </a:lnTo>
                <a:lnTo>
                  <a:pt x="251" y="331"/>
                </a:lnTo>
                <a:lnTo>
                  <a:pt x="251" y="330"/>
                </a:lnTo>
                <a:lnTo>
                  <a:pt x="250" y="330"/>
                </a:lnTo>
                <a:lnTo>
                  <a:pt x="249" y="329"/>
                </a:lnTo>
                <a:lnTo>
                  <a:pt x="248" y="329"/>
                </a:lnTo>
                <a:lnTo>
                  <a:pt x="248" y="328"/>
                </a:lnTo>
                <a:lnTo>
                  <a:pt x="247" y="327"/>
                </a:lnTo>
                <a:lnTo>
                  <a:pt x="246" y="327"/>
                </a:lnTo>
                <a:lnTo>
                  <a:pt x="246" y="326"/>
                </a:lnTo>
                <a:lnTo>
                  <a:pt x="245" y="326"/>
                </a:lnTo>
                <a:lnTo>
                  <a:pt x="244" y="326"/>
                </a:lnTo>
                <a:lnTo>
                  <a:pt x="244" y="325"/>
                </a:lnTo>
                <a:lnTo>
                  <a:pt x="243" y="325"/>
                </a:lnTo>
                <a:lnTo>
                  <a:pt x="243" y="324"/>
                </a:lnTo>
                <a:lnTo>
                  <a:pt x="242" y="324"/>
                </a:lnTo>
                <a:lnTo>
                  <a:pt x="242" y="323"/>
                </a:lnTo>
                <a:lnTo>
                  <a:pt x="241" y="323"/>
                </a:lnTo>
                <a:lnTo>
                  <a:pt x="240" y="323"/>
                </a:lnTo>
                <a:lnTo>
                  <a:pt x="240" y="322"/>
                </a:lnTo>
                <a:lnTo>
                  <a:pt x="239" y="322"/>
                </a:lnTo>
                <a:lnTo>
                  <a:pt x="239" y="321"/>
                </a:lnTo>
                <a:lnTo>
                  <a:pt x="238" y="321"/>
                </a:lnTo>
                <a:lnTo>
                  <a:pt x="238" y="320"/>
                </a:lnTo>
                <a:lnTo>
                  <a:pt x="239" y="320"/>
                </a:lnTo>
                <a:lnTo>
                  <a:pt x="239" y="319"/>
                </a:lnTo>
                <a:lnTo>
                  <a:pt x="238" y="319"/>
                </a:lnTo>
                <a:lnTo>
                  <a:pt x="238" y="318"/>
                </a:lnTo>
                <a:lnTo>
                  <a:pt x="239" y="317"/>
                </a:lnTo>
                <a:lnTo>
                  <a:pt x="238" y="317"/>
                </a:lnTo>
                <a:lnTo>
                  <a:pt x="238" y="316"/>
                </a:lnTo>
                <a:lnTo>
                  <a:pt x="239" y="316"/>
                </a:lnTo>
                <a:lnTo>
                  <a:pt x="238" y="316"/>
                </a:lnTo>
                <a:lnTo>
                  <a:pt x="238" y="315"/>
                </a:lnTo>
                <a:lnTo>
                  <a:pt x="239" y="315"/>
                </a:lnTo>
                <a:lnTo>
                  <a:pt x="238" y="315"/>
                </a:lnTo>
                <a:lnTo>
                  <a:pt x="237" y="315"/>
                </a:lnTo>
                <a:lnTo>
                  <a:pt x="236" y="315"/>
                </a:lnTo>
                <a:lnTo>
                  <a:pt x="234" y="315"/>
                </a:lnTo>
                <a:lnTo>
                  <a:pt x="233" y="314"/>
                </a:lnTo>
                <a:lnTo>
                  <a:pt x="233" y="313"/>
                </a:lnTo>
                <a:lnTo>
                  <a:pt x="233" y="312"/>
                </a:lnTo>
                <a:lnTo>
                  <a:pt x="232" y="313"/>
                </a:lnTo>
                <a:lnTo>
                  <a:pt x="231" y="313"/>
                </a:lnTo>
                <a:lnTo>
                  <a:pt x="231" y="314"/>
                </a:lnTo>
                <a:lnTo>
                  <a:pt x="230" y="314"/>
                </a:lnTo>
                <a:lnTo>
                  <a:pt x="229" y="314"/>
                </a:lnTo>
                <a:lnTo>
                  <a:pt x="228" y="314"/>
                </a:lnTo>
                <a:lnTo>
                  <a:pt x="227" y="314"/>
                </a:lnTo>
                <a:lnTo>
                  <a:pt x="227" y="313"/>
                </a:lnTo>
                <a:lnTo>
                  <a:pt x="226" y="313"/>
                </a:lnTo>
                <a:lnTo>
                  <a:pt x="225" y="313"/>
                </a:lnTo>
                <a:lnTo>
                  <a:pt x="224" y="313"/>
                </a:lnTo>
                <a:lnTo>
                  <a:pt x="223" y="313"/>
                </a:lnTo>
                <a:lnTo>
                  <a:pt x="223" y="312"/>
                </a:lnTo>
                <a:lnTo>
                  <a:pt x="224" y="312"/>
                </a:lnTo>
                <a:lnTo>
                  <a:pt x="223" y="311"/>
                </a:lnTo>
                <a:lnTo>
                  <a:pt x="224" y="310"/>
                </a:lnTo>
                <a:lnTo>
                  <a:pt x="223" y="310"/>
                </a:lnTo>
                <a:lnTo>
                  <a:pt x="222" y="310"/>
                </a:lnTo>
                <a:lnTo>
                  <a:pt x="222" y="309"/>
                </a:lnTo>
                <a:lnTo>
                  <a:pt x="221" y="309"/>
                </a:lnTo>
                <a:lnTo>
                  <a:pt x="220" y="309"/>
                </a:lnTo>
                <a:lnTo>
                  <a:pt x="219" y="309"/>
                </a:lnTo>
                <a:lnTo>
                  <a:pt x="218" y="309"/>
                </a:lnTo>
                <a:lnTo>
                  <a:pt x="217" y="309"/>
                </a:lnTo>
                <a:lnTo>
                  <a:pt x="217" y="310"/>
                </a:lnTo>
                <a:lnTo>
                  <a:pt x="216" y="310"/>
                </a:lnTo>
                <a:lnTo>
                  <a:pt x="215" y="309"/>
                </a:lnTo>
                <a:lnTo>
                  <a:pt x="214" y="309"/>
                </a:lnTo>
                <a:lnTo>
                  <a:pt x="214" y="308"/>
                </a:lnTo>
                <a:lnTo>
                  <a:pt x="213" y="308"/>
                </a:lnTo>
                <a:lnTo>
                  <a:pt x="213" y="307"/>
                </a:lnTo>
                <a:lnTo>
                  <a:pt x="212" y="307"/>
                </a:lnTo>
                <a:lnTo>
                  <a:pt x="212" y="306"/>
                </a:lnTo>
                <a:lnTo>
                  <a:pt x="211" y="306"/>
                </a:lnTo>
                <a:lnTo>
                  <a:pt x="211" y="305"/>
                </a:lnTo>
                <a:lnTo>
                  <a:pt x="210" y="304"/>
                </a:lnTo>
                <a:lnTo>
                  <a:pt x="209" y="303"/>
                </a:lnTo>
                <a:lnTo>
                  <a:pt x="208" y="303"/>
                </a:lnTo>
                <a:lnTo>
                  <a:pt x="207" y="302"/>
                </a:lnTo>
                <a:lnTo>
                  <a:pt x="206" y="302"/>
                </a:lnTo>
                <a:lnTo>
                  <a:pt x="205" y="302"/>
                </a:lnTo>
                <a:lnTo>
                  <a:pt x="204" y="302"/>
                </a:lnTo>
                <a:lnTo>
                  <a:pt x="204" y="301"/>
                </a:lnTo>
                <a:lnTo>
                  <a:pt x="204" y="300"/>
                </a:lnTo>
                <a:lnTo>
                  <a:pt x="204" y="299"/>
                </a:lnTo>
                <a:lnTo>
                  <a:pt x="203" y="299"/>
                </a:lnTo>
                <a:lnTo>
                  <a:pt x="201" y="298"/>
                </a:lnTo>
                <a:lnTo>
                  <a:pt x="201" y="297"/>
                </a:lnTo>
                <a:lnTo>
                  <a:pt x="200" y="297"/>
                </a:lnTo>
                <a:lnTo>
                  <a:pt x="200" y="296"/>
                </a:lnTo>
                <a:lnTo>
                  <a:pt x="200" y="295"/>
                </a:lnTo>
                <a:lnTo>
                  <a:pt x="200" y="294"/>
                </a:lnTo>
                <a:lnTo>
                  <a:pt x="201" y="294"/>
                </a:lnTo>
                <a:lnTo>
                  <a:pt x="201" y="293"/>
                </a:lnTo>
                <a:lnTo>
                  <a:pt x="202" y="293"/>
                </a:lnTo>
                <a:lnTo>
                  <a:pt x="201" y="292"/>
                </a:lnTo>
                <a:lnTo>
                  <a:pt x="200" y="292"/>
                </a:lnTo>
                <a:lnTo>
                  <a:pt x="201" y="292"/>
                </a:lnTo>
                <a:lnTo>
                  <a:pt x="200" y="291"/>
                </a:lnTo>
                <a:lnTo>
                  <a:pt x="199" y="291"/>
                </a:lnTo>
                <a:lnTo>
                  <a:pt x="198" y="290"/>
                </a:lnTo>
                <a:lnTo>
                  <a:pt x="198" y="291"/>
                </a:lnTo>
                <a:lnTo>
                  <a:pt x="198" y="290"/>
                </a:lnTo>
                <a:lnTo>
                  <a:pt x="196" y="290"/>
                </a:lnTo>
                <a:lnTo>
                  <a:pt x="196" y="289"/>
                </a:lnTo>
                <a:lnTo>
                  <a:pt x="195" y="289"/>
                </a:lnTo>
                <a:lnTo>
                  <a:pt x="195" y="288"/>
                </a:lnTo>
                <a:lnTo>
                  <a:pt x="194" y="288"/>
                </a:lnTo>
                <a:lnTo>
                  <a:pt x="194" y="289"/>
                </a:lnTo>
                <a:lnTo>
                  <a:pt x="195" y="289"/>
                </a:lnTo>
                <a:lnTo>
                  <a:pt x="194" y="289"/>
                </a:lnTo>
                <a:lnTo>
                  <a:pt x="194" y="290"/>
                </a:lnTo>
                <a:lnTo>
                  <a:pt x="193" y="290"/>
                </a:lnTo>
                <a:lnTo>
                  <a:pt x="193" y="289"/>
                </a:lnTo>
                <a:lnTo>
                  <a:pt x="192" y="289"/>
                </a:lnTo>
                <a:lnTo>
                  <a:pt x="192" y="290"/>
                </a:lnTo>
                <a:lnTo>
                  <a:pt x="191" y="290"/>
                </a:lnTo>
                <a:lnTo>
                  <a:pt x="191" y="291"/>
                </a:lnTo>
                <a:lnTo>
                  <a:pt x="191" y="292"/>
                </a:lnTo>
                <a:lnTo>
                  <a:pt x="190" y="293"/>
                </a:lnTo>
                <a:lnTo>
                  <a:pt x="190" y="294"/>
                </a:lnTo>
                <a:lnTo>
                  <a:pt x="189" y="295"/>
                </a:lnTo>
                <a:lnTo>
                  <a:pt x="188" y="295"/>
                </a:lnTo>
                <a:lnTo>
                  <a:pt x="187" y="296"/>
                </a:lnTo>
                <a:lnTo>
                  <a:pt x="187" y="297"/>
                </a:lnTo>
                <a:lnTo>
                  <a:pt x="187" y="298"/>
                </a:lnTo>
                <a:lnTo>
                  <a:pt x="186" y="298"/>
                </a:lnTo>
                <a:lnTo>
                  <a:pt x="186" y="299"/>
                </a:lnTo>
                <a:lnTo>
                  <a:pt x="186" y="300"/>
                </a:lnTo>
                <a:lnTo>
                  <a:pt x="186" y="301"/>
                </a:lnTo>
                <a:lnTo>
                  <a:pt x="183" y="301"/>
                </a:lnTo>
                <a:lnTo>
                  <a:pt x="181" y="301"/>
                </a:lnTo>
                <a:lnTo>
                  <a:pt x="179" y="301"/>
                </a:lnTo>
                <a:lnTo>
                  <a:pt x="178" y="301"/>
                </a:lnTo>
                <a:lnTo>
                  <a:pt x="176" y="300"/>
                </a:lnTo>
                <a:lnTo>
                  <a:pt x="175" y="300"/>
                </a:lnTo>
                <a:lnTo>
                  <a:pt x="175" y="299"/>
                </a:lnTo>
                <a:lnTo>
                  <a:pt x="174" y="298"/>
                </a:lnTo>
                <a:lnTo>
                  <a:pt x="173" y="297"/>
                </a:lnTo>
                <a:lnTo>
                  <a:pt x="172" y="296"/>
                </a:lnTo>
                <a:lnTo>
                  <a:pt x="172" y="297"/>
                </a:lnTo>
                <a:lnTo>
                  <a:pt x="171" y="298"/>
                </a:lnTo>
                <a:lnTo>
                  <a:pt x="170" y="298"/>
                </a:lnTo>
                <a:lnTo>
                  <a:pt x="169" y="297"/>
                </a:lnTo>
                <a:lnTo>
                  <a:pt x="168" y="295"/>
                </a:lnTo>
                <a:lnTo>
                  <a:pt x="168" y="294"/>
                </a:lnTo>
                <a:lnTo>
                  <a:pt x="167" y="294"/>
                </a:lnTo>
                <a:lnTo>
                  <a:pt x="167" y="293"/>
                </a:lnTo>
                <a:lnTo>
                  <a:pt x="163" y="294"/>
                </a:lnTo>
                <a:lnTo>
                  <a:pt x="163" y="295"/>
                </a:lnTo>
                <a:lnTo>
                  <a:pt x="163" y="296"/>
                </a:lnTo>
                <a:lnTo>
                  <a:pt x="161" y="297"/>
                </a:lnTo>
                <a:lnTo>
                  <a:pt x="160" y="295"/>
                </a:lnTo>
                <a:lnTo>
                  <a:pt x="160" y="294"/>
                </a:lnTo>
                <a:lnTo>
                  <a:pt x="159" y="294"/>
                </a:lnTo>
                <a:lnTo>
                  <a:pt x="158" y="293"/>
                </a:lnTo>
                <a:lnTo>
                  <a:pt x="158" y="292"/>
                </a:lnTo>
                <a:lnTo>
                  <a:pt x="158" y="291"/>
                </a:lnTo>
                <a:lnTo>
                  <a:pt x="157" y="290"/>
                </a:lnTo>
                <a:lnTo>
                  <a:pt x="156" y="290"/>
                </a:lnTo>
                <a:lnTo>
                  <a:pt x="156" y="289"/>
                </a:lnTo>
                <a:lnTo>
                  <a:pt x="153" y="290"/>
                </a:lnTo>
                <a:lnTo>
                  <a:pt x="153" y="289"/>
                </a:lnTo>
                <a:lnTo>
                  <a:pt x="151" y="288"/>
                </a:lnTo>
                <a:lnTo>
                  <a:pt x="152" y="287"/>
                </a:lnTo>
                <a:lnTo>
                  <a:pt x="153" y="286"/>
                </a:lnTo>
                <a:lnTo>
                  <a:pt x="152" y="285"/>
                </a:lnTo>
                <a:lnTo>
                  <a:pt x="151" y="284"/>
                </a:lnTo>
                <a:lnTo>
                  <a:pt x="151" y="282"/>
                </a:lnTo>
                <a:lnTo>
                  <a:pt x="152" y="282"/>
                </a:lnTo>
                <a:lnTo>
                  <a:pt x="153" y="282"/>
                </a:lnTo>
                <a:lnTo>
                  <a:pt x="154" y="281"/>
                </a:lnTo>
                <a:lnTo>
                  <a:pt x="155" y="281"/>
                </a:lnTo>
                <a:lnTo>
                  <a:pt x="156" y="281"/>
                </a:lnTo>
                <a:lnTo>
                  <a:pt x="157" y="281"/>
                </a:lnTo>
                <a:lnTo>
                  <a:pt x="158" y="281"/>
                </a:lnTo>
                <a:lnTo>
                  <a:pt x="159" y="281"/>
                </a:lnTo>
                <a:lnTo>
                  <a:pt x="160" y="282"/>
                </a:lnTo>
                <a:lnTo>
                  <a:pt x="161" y="282"/>
                </a:lnTo>
                <a:lnTo>
                  <a:pt x="162" y="282"/>
                </a:lnTo>
                <a:lnTo>
                  <a:pt x="163" y="283"/>
                </a:lnTo>
                <a:lnTo>
                  <a:pt x="164" y="283"/>
                </a:lnTo>
                <a:lnTo>
                  <a:pt x="164" y="282"/>
                </a:lnTo>
                <a:lnTo>
                  <a:pt x="164" y="281"/>
                </a:lnTo>
                <a:lnTo>
                  <a:pt x="165" y="281"/>
                </a:lnTo>
                <a:lnTo>
                  <a:pt x="164" y="281"/>
                </a:lnTo>
                <a:lnTo>
                  <a:pt x="164" y="280"/>
                </a:lnTo>
                <a:lnTo>
                  <a:pt x="163" y="279"/>
                </a:lnTo>
                <a:lnTo>
                  <a:pt x="163" y="280"/>
                </a:lnTo>
                <a:lnTo>
                  <a:pt x="162" y="280"/>
                </a:lnTo>
                <a:lnTo>
                  <a:pt x="162" y="279"/>
                </a:lnTo>
                <a:lnTo>
                  <a:pt x="161" y="278"/>
                </a:lnTo>
                <a:lnTo>
                  <a:pt x="161" y="277"/>
                </a:lnTo>
                <a:lnTo>
                  <a:pt x="161" y="276"/>
                </a:lnTo>
                <a:lnTo>
                  <a:pt x="162" y="276"/>
                </a:lnTo>
                <a:lnTo>
                  <a:pt x="162" y="277"/>
                </a:lnTo>
                <a:lnTo>
                  <a:pt x="164" y="279"/>
                </a:lnTo>
                <a:lnTo>
                  <a:pt x="166" y="278"/>
                </a:lnTo>
                <a:lnTo>
                  <a:pt x="167" y="278"/>
                </a:lnTo>
                <a:lnTo>
                  <a:pt x="169" y="278"/>
                </a:lnTo>
                <a:lnTo>
                  <a:pt x="169" y="277"/>
                </a:lnTo>
                <a:lnTo>
                  <a:pt x="169" y="276"/>
                </a:lnTo>
                <a:lnTo>
                  <a:pt x="169" y="275"/>
                </a:lnTo>
                <a:lnTo>
                  <a:pt x="170" y="274"/>
                </a:lnTo>
                <a:lnTo>
                  <a:pt x="171" y="274"/>
                </a:lnTo>
                <a:lnTo>
                  <a:pt x="172" y="273"/>
                </a:lnTo>
                <a:lnTo>
                  <a:pt x="171" y="273"/>
                </a:lnTo>
                <a:lnTo>
                  <a:pt x="171" y="272"/>
                </a:lnTo>
                <a:lnTo>
                  <a:pt x="171" y="271"/>
                </a:lnTo>
                <a:lnTo>
                  <a:pt x="171" y="270"/>
                </a:lnTo>
                <a:lnTo>
                  <a:pt x="170" y="270"/>
                </a:lnTo>
                <a:lnTo>
                  <a:pt x="170" y="269"/>
                </a:lnTo>
                <a:lnTo>
                  <a:pt x="170" y="268"/>
                </a:lnTo>
                <a:lnTo>
                  <a:pt x="170" y="267"/>
                </a:lnTo>
                <a:lnTo>
                  <a:pt x="170" y="266"/>
                </a:lnTo>
                <a:lnTo>
                  <a:pt x="169" y="266"/>
                </a:lnTo>
                <a:lnTo>
                  <a:pt x="169" y="265"/>
                </a:lnTo>
                <a:lnTo>
                  <a:pt x="168" y="264"/>
                </a:lnTo>
                <a:lnTo>
                  <a:pt x="167" y="264"/>
                </a:lnTo>
                <a:lnTo>
                  <a:pt x="167" y="263"/>
                </a:lnTo>
                <a:lnTo>
                  <a:pt x="166" y="263"/>
                </a:lnTo>
                <a:lnTo>
                  <a:pt x="167" y="263"/>
                </a:lnTo>
                <a:lnTo>
                  <a:pt x="167" y="262"/>
                </a:lnTo>
                <a:lnTo>
                  <a:pt x="167" y="261"/>
                </a:lnTo>
                <a:lnTo>
                  <a:pt x="168" y="260"/>
                </a:lnTo>
                <a:lnTo>
                  <a:pt x="168" y="259"/>
                </a:lnTo>
                <a:lnTo>
                  <a:pt x="167" y="258"/>
                </a:lnTo>
                <a:lnTo>
                  <a:pt x="167" y="257"/>
                </a:lnTo>
                <a:lnTo>
                  <a:pt x="166" y="257"/>
                </a:lnTo>
                <a:lnTo>
                  <a:pt x="166" y="256"/>
                </a:lnTo>
                <a:lnTo>
                  <a:pt x="166" y="255"/>
                </a:lnTo>
                <a:lnTo>
                  <a:pt x="165" y="255"/>
                </a:lnTo>
                <a:lnTo>
                  <a:pt x="165" y="253"/>
                </a:lnTo>
                <a:lnTo>
                  <a:pt x="165" y="251"/>
                </a:lnTo>
                <a:lnTo>
                  <a:pt x="164" y="250"/>
                </a:lnTo>
                <a:lnTo>
                  <a:pt x="164" y="249"/>
                </a:lnTo>
                <a:lnTo>
                  <a:pt x="163" y="249"/>
                </a:lnTo>
                <a:lnTo>
                  <a:pt x="163" y="248"/>
                </a:lnTo>
                <a:lnTo>
                  <a:pt x="163" y="247"/>
                </a:lnTo>
                <a:lnTo>
                  <a:pt x="162" y="246"/>
                </a:lnTo>
                <a:lnTo>
                  <a:pt x="162" y="245"/>
                </a:lnTo>
                <a:lnTo>
                  <a:pt x="161" y="244"/>
                </a:lnTo>
                <a:lnTo>
                  <a:pt x="160" y="243"/>
                </a:lnTo>
                <a:lnTo>
                  <a:pt x="159" y="242"/>
                </a:lnTo>
                <a:lnTo>
                  <a:pt x="158" y="241"/>
                </a:lnTo>
                <a:lnTo>
                  <a:pt x="157" y="241"/>
                </a:lnTo>
                <a:lnTo>
                  <a:pt x="157" y="240"/>
                </a:lnTo>
                <a:lnTo>
                  <a:pt x="157" y="239"/>
                </a:lnTo>
                <a:lnTo>
                  <a:pt x="158" y="239"/>
                </a:lnTo>
                <a:lnTo>
                  <a:pt x="159" y="239"/>
                </a:lnTo>
                <a:lnTo>
                  <a:pt x="159" y="238"/>
                </a:lnTo>
                <a:lnTo>
                  <a:pt x="158" y="238"/>
                </a:lnTo>
                <a:lnTo>
                  <a:pt x="157" y="236"/>
                </a:lnTo>
                <a:lnTo>
                  <a:pt x="156" y="236"/>
                </a:lnTo>
                <a:lnTo>
                  <a:pt x="156" y="235"/>
                </a:lnTo>
                <a:lnTo>
                  <a:pt x="155" y="234"/>
                </a:lnTo>
                <a:lnTo>
                  <a:pt x="154" y="234"/>
                </a:lnTo>
                <a:lnTo>
                  <a:pt x="153" y="234"/>
                </a:lnTo>
                <a:lnTo>
                  <a:pt x="153" y="233"/>
                </a:lnTo>
                <a:lnTo>
                  <a:pt x="153" y="232"/>
                </a:lnTo>
                <a:lnTo>
                  <a:pt x="152" y="232"/>
                </a:lnTo>
                <a:lnTo>
                  <a:pt x="152" y="231"/>
                </a:lnTo>
                <a:lnTo>
                  <a:pt x="153" y="231"/>
                </a:lnTo>
                <a:lnTo>
                  <a:pt x="153" y="230"/>
                </a:lnTo>
                <a:lnTo>
                  <a:pt x="153" y="229"/>
                </a:lnTo>
                <a:lnTo>
                  <a:pt x="153" y="228"/>
                </a:lnTo>
                <a:lnTo>
                  <a:pt x="153" y="227"/>
                </a:lnTo>
                <a:lnTo>
                  <a:pt x="154" y="227"/>
                </a:lnTo>
                <a:lnTo>
                  <a:pt x="154" y="228"/>
                </a:lnTo>
                <a:lnTo>
                  <a:pt x="154" y="227"/>
                </a:lnTo>
                <a:lnTo>
                  <a:pt x="155" y="227"/>
                </a:lnTo>
                <a:lnTo>
                  <a:pt x="154" y="227"/>
                </a:lnTo>
                <a:lnTo>
                  <a:pt x="155" y="226"/>
                </a:lnTo>
                <a:lnTo>
                  <a:pt x="155" y="225"/>
                </a:lnTo>
                <a:lnTo>
                  <a:pt x="155" y="224"/>
                </a:lnTo>
                <a:lnTo>
                  <a:pt x="156" y="223"/>
                </a:lnTo>
                <a:lnTo>
                  <a:pt x="156" y="222"/>
                </a:lnTo>
                <a:lnTo>
                  <a:pt x="158" y="222"/>
                </a:lnTo>
                <a:lnTo>
                  <a:pt x="157" y="221"/>
                </a:lnTo>
                <a:lnTo>
                  <a:pt x="158" y="220"/>
                </a:lnTo>
                <a:lnTo>
                  <a:pt x="152" y="218"/>
                </a:lnTo>
                <a:lnTo>
                  <a:pt x="152" y="217"/>
                </a:lnTo>
                <a:lnTo>
                  <a:pt x="151" y="217"/>
                </a:lnTo>
                <a:lnTo>
                  <a:pt x="150" y="216"/>
                </a:lnTo>
                <a:lnTo>
                  <a:pt x="150" y="215"/>
                </a:lnTo>
                <a:lnTo>
                  <a:pt x="149" y="215"/>
                </a:lnTo>
                <a:lnTo>
                  <a:pt x="148" y="211"/>
                </a:lnTo>
                <a:lnTo>
                  <a:pt x="145" y="206"/>
                </a:lnTo>
                <a:lnTo>
                  <a:pt x="144" y="206"/>
                </a:lnTo>
                <a:lnTo>
                  <a:pt x="141" y="202"/>
                </a:lnTo>
                <a:lnTo>
                  <a:pt x="141" y="200"/>
                </a:lnTo>
                <a:lnTo>
                  <a:pt x="140" y="200"/>
                </a:lnTo>
                <a:lnTo>
                  <a:pt x="139" y="200"/>
                </a:lnTo>
                <a:lnTo>
                  <a:pt x="138" y="200"/>
                </a:lnTo>
                <a:lnTo>
                  <a:pt x="136" y="198"/>
                </a:lnTo>
                <a:lnTo>
                  <a:pt x="135" y="198"/>
                </a:lnTo>
                <a:lnTo>
                  <a:pt x="134" y="198"/>
                </a:lnTo>
                <a:lnTo>
                  <a:pt x="135" y="198"/>
                </a:lnTo>
                <a:lnTo>
                  <a:pt x="134" y="195"/>
                </a:lnTo>
                <a:lnTo>
                  <a:pt x="133" y="195"/>
                </a:lnTo>
                <a:lnTo>
                  <a:pt x="133" y="194"/>
                </a:lnTo>
                <a:lnTo>
                  <a:pt x="134" y="194"/>
                </a:lnTo>
                <a:lnTo>
                  <a:pt x="135" y="194"/>
                </a:lnTo>
                <a:lnTo>
                  <a:pt x="135" y="193"/>
                </a:lnTo>
                <a:lnTo>
                  <a:pt x="136" y="192"/>
                </a:lnTo>
                <a:lnTo>
                  <a:pt x="134" y="189"/>
                </a:lnTo>
                <a:lnTo>
                  <a:pt x="135" y="189"/>
                </a:lnTo>
                <a:lnTo>
                  <a:pt x="135" y="188"/>
                </a:lnTo>
                <a:lnTo>
                  <a:pt x="135" y="187"/>
                </a:lnTo>
                <a:lnTo>
                  <a:pt x="134" y="187"/>
                </a:lnTo>
                <a:lnTo>
                  <a:pt x="135" y="186"/>
                </a:lnTo>
                <a:lnTo>
                  <a:pt x="135" y="185"/>
                </a:lnTo>
                <a:lnTo>
                  <a:pt x="135" y="184"/>
                </a:lnTo>
                <a:lnTo>
                  <a:pt x="134" y="183"/>
                </a:lnTo>
                <a:lnTo>
                  <a:pt x="133" y="183"/>
                </a:lnTo>
                <a:lnTo>
                  <a:pt x="131" y="183"/>
                </a:lnTo>
                <a:lnTo>
                  <a:pt x="130" y="184"/>
                </a:lnTo>
                <a:lnTo>
                  <a:pt x="129" y="184"/>
                </a:lnTo>
                <a:lnTo>
                  <a:pt x="128" y="184"/>
                </a:lnTo>
                <a:lnTo>
                  <a:pt x="127" y="184"/>
                </a:lnTo>
                <a:lnTo>
                  <a:pt x="125" y="185"/>
                </a:lnTo>
                <a:lnTo>
                  <a:pt x="124" y="186"/>
                </a:lnTo>
                <a:lnTo>
                  <a:pt x="123" y="186"/>
                </a:lnTo>
                <a:lnTo>
                  <a:pt x="123" y="187"/>
                </a:lnTo>
                <a:lnTo>
                  <a:pt x="122" y="187"/>
                </a:lnTo>
                <a:lnTo>
                  <a:pt x="120" y="188"/>
                </a:lnTo>
                <a:lnTo>
                  <a:pt x="120" y="189"/>
                </a:lnTo>
                <a:lnTo>
                  <a:pt x="119" y="189"/>
                </a:lnTo>
                <a:lnTo>
                  <a:pt x="119" y="190"/>
                </a:lnTo>
                <a:lnTo>
                  <a:pt x="118" y="190"/>
                </a:lnTo>
                <a:lnTo>
                  <a:pt x="116" y="191"/>
                </a:lnTo>
                <a:lnTo>
                  <a:pt x="115" y="192"/>
                </a:lnTo>
                <a:lnTo>
                  <a:pt x="114" y="192"/>
                </a:lnTo>
                <a:lnTo>
                  <a:pt x="113" y="193"/>
                </a:lnTo>
                <a:lnTo>
                  <a:pt x="112" y="194"/>
                </a:lnTo>
                <a:lnTo>
                  <a:pt x="111" y="194"/>
                </a:lnTo>
                <a:lnTo>
                  <a:pt x="110" y="195"/>
                </a:lnTo>
                <a:lnTo>
                  <a:pt x="102" y="197"/>
                </a:lnTo>
                <a:lnTo>
                  <a:pt x="100" y="198"/>
                </a:lnTo>
                <a:lnTo>
                  <a:pt x="99" y="199"/>
                </a:lnTo>
                <a:lnTo>
                  <a:pt x="97" y="200"/>
                </a:lnTo>
                <a:lnTo>
                  <a:pt x="96" y="203"/>
                </a:lnTo>
                <a:lnTo>
                  <a:pt x="96" y="204"/>
                </a:lnTo>
                <a:lnTo>
                  <a:pt x="95" y="204"/>
                </a:lnTo>
                <a:lnTo>
                  <a:pt x="94" y="205"/>
                </a:lnTo>
                <a:lnTo>
                  <a:pt x="94" y="206"/>
                </a:lnTo>
                <a:lnTo>
                  <a:pt x="93" y="207"/>
                </a:lnTo>
                <a:lnTo>
                  <a:pt x="90" y="207"/>
                </a:lnTo>
                <a:lnTo>
                  <a:pt x="86" y="208"/>
                </a:lnTo>
                <a:lnTo>
                  <a:pt x="86" y="209"/>
                </a:lnTo>
                <a:lnTo>
                  <a:pt x="84" y="209"/>
                </a:lnTo>
                <a:lnTo>
                  <a:pt x="82" y="210"/>
                </a:lnTo>
                <a:lnTo>
                  <a:pt x="81" y="210"/>
                </a:lnTo>
                <a:lnTo>
                  <a:pt x="78" y="211"/>
                </a:lnTo>
                <a:lnTo>
                  <a:pt x="76" y="212"/>
                </a:lnTo>
                <a:lnTo>
                  <a:pt x="66" y="212"/>
                </a:lnTo>
                <a:lnTo>
                  <a:pt x="62" y="212"/>
                </a:lnTo>
                <a:lnTo>
                  <a:pt x="61" y="213"/>
                </a:lnTo>
                <a:lnTo>
                  <a:pt x="60" y="212"/>
                </a:lnTo>
                <a:lnTo>
                  <a:pt x="59" y="212"/>
                </a:lnTo>
                <a:lnTo>
                  <a:pt x="57" y="210"/>
                </a:lnTo>
                <a:lnTo>
                  <a:pt x="56" y="209"/>
                </a:lnTo>
                <a:lnTo>
                  <a:pt x="57" y="208"/>
                </a:lnTo>
                <a:lnTo>
                  <a:pt x="58" y="205"/>
                </a:lnTo>
                <a:lnTo>
                  <a:pt x="59" y="193"/>
                </a:lnTo>
                <a:lnTo>
                  <a:pt x="58" y="192"/>
                </a:lnTo>
                <a:lnTo>
                  <a:pt x="58" y="186"/>
                </a:lnTo>
                <a:lnTo>
                  <a:pt x="57" y="187"/>
                </a:lnTo>
                <a:lnTo>
                  <a:pt x="55" y="187"/>
                </a:lnTo>
                <a:lnTo>
                  <a:pt x="54" y="187"/>
                </a:lnTo>
                <a:lnTo>
                  <a:pt x="53" y="186"/>
                </a:lnTo>
                <a:lnTo>
                  <a:pt x="51" y="185"/>
                </a:lnTo>
                <a:lnTo>
                  <a:pt x="52" y="184"/>
                </a:lnTo>
                <a:lnTo>
                  <a:pt x="52" y="182"/>
                </a:lnTo>
                <a:lnTo>
                  <a:pt x="52" y="181"/>
                </a:lnTo>
                <a:lnTo>
                  <a:pt x="51" y="181"/>
                </a:lnTo>
                <a:lnTo>
                  <a:pt x="51" y="180"/>
                </a:lnTo>
                <a:lnTo>
                  <a:pt x="51" y="179"/>
                </a:lnTo>
                <a:lnTo>
                  <a:pt x="50" y="179"/>
                </a:lnTo>
                <a:lnTo>
                  <a:pt x="50" y="178"/>
                </a:lnTo>
                <a:lnTo>
                  <a:pt x="47" y="177"/>
                </a:lnTo>
                <a:lnTo>
                  <a:pt x="44" y="176"/>
                </a:lnTo>
                <a:lnTo>
                  <a:pt x="44" y="175"/>
                </a:lnTo>
                <a:lnTo>
                  <a:pt x="44" y="174"/>
                </a:lnTo>
                <a:lnTo>
                  <a:pt x="42" y="172"/>
                </a:lnTo>
                <a:lnTo>
                  <a:pt x="42" y="169"/>
                </a:lnTo>
                <a:lnTo>
                  <a:pt x="41" y="167"/>
                </a:lnTo>
                <a:lnTo>
                  <a:pt x="42" y="165"/>
                </a:lnTo>
                <a:lnTo>
                  <a:pt x="43" y="164"/>
                </a:lnTo>
                <a:lnTo>
                  <a:pt x="44" y="163"/>
                </a:lnTo>
                <a:lnTo>
                  <a:pt x="45" y="162"/>
                </a:lnTo>
                <a:lnTo>
                  <a:pt x="46" y="161"/>
                </a:lnTo>
                <a:lnTo>
                  <a:pt x="46" y="159"/>
                </a:lnTo>
                <a:lnTo>
                  <a:pt x="44" y="159"/>
                </a:lnTo>
                <a:lnTo>
                  <a:pt x="42" y="160"/>
                </a:lnTo>
                <a:lnTo>
                  <a:pt x="41" y="160"/>
                </a:lnTo>
                <a:lnTo>
                  <a:pt x="41" y="159"/>
                </a:lnTo>
                <a:lnTo>
                  <a:pt x="42" y="157"/>
                </a:lnTo>
                <a:lnTo>
                  <a:pt x="43" y="157"/>
                </a:lnTo>
                <a:lnTo>
                  <a:pt x="43" y="158"/>
                </a:lnTo>
                <a:lnTo>
                  <a:pt x="44" y="158"/>
                </a:lnTo>
                <a:lnTo>
                  <a:pt x="45" y="158"/>
                </a:lnTo>
                <a:lnTo>
                  <a:pt x="46" y="157"/>
                </a:lnTo>
                <a:lnTo>
                  <a:pt x="47" y="157"/>
                </a:lnTo>
                <a:lnTo>
                  <a:pt x="46" y="156"/>
                </a:lnTo>
                <a:lnTo>
                  <a:pt x="44" y="156"/>
                </a:lnTo>
                <a:lnTo>
                  <a:pt x="43" y="156"/>
                </a:lnTo>
                <a:lnTo>
                  <a:pt x="42" y="156"/>
                </a:lnTo>
                <a:lnTo>
                  <a:pt x="41" y="155"/>
                </a:lnTo>
                <a:lnTo>
                  <a:pt x="40" y="154"/>
                </a:lnTo>
                <a:lnTo>
                  <a:pt x="41" y="153"/>
                </a:lnTo>
                <a:lnTo>
                  <a:pt x="41" y="152"/>
                </a:lnTo>
                <a:lnTo>
                  <a:pt x="41" y="151"/>
                </a:lnTo>
                <a:lnTo>
                  <a:pt x="40" y="151"/>
                </a:lnTo>
                <a:lnTo>
                  <a:pt x="40" y="150"/>
                </a:lnTo>
                <a:lnTo>
                  <a:pt x="39" y="149"/>
                </a:lnTo>
                <a:lnTo>
                  <a:pt x="40" y="149"/>
                </a:lnTo>
                <a:lnTo>
                  <a:pt x="40" y="148"/>
                </a:lnTo>
                <a:lnTo>
                  <a:pt x="39" y="148"/>
                </a:lnTo>
                <a:lnTo>
                  <a:pt x="39" y="147"/>
                </a:lnTo>
                <a:lnTo>
                  <a:pt x="38" y="146"/>
                </a:lnTo>
                <a:lnTo>
                  <a:pt x="39" y="146"/>
                </a:lnTo>
                <a:lnTo>
                  <a:pt x="38" y="145"/>
                </a:lnTo>
                <a:lnTo>
                  <a:pt x="37" y="145"/>
                </a:lnTo>
                <a:lnTo>
                  <a:pt x="37" y="144"/>
                </a:lnTo>
                <a:lnTo>
                  <a:pt x="36" y="143"/>
                </a:lnTo>
                <a:lnTo>
                  <a:pt x="37" y="142"/>
                </a:lnTo>
                <a:lnTo>
                  <a:pt x="38" y="142"/>
                </a:lnTo>
                <a:lnTo>
                  <a:pt x="39" y="142"/>
                </a:lnTo>
                <a:lnTo>
                  <a:pt x="40" y="138"/>
                </a:lnTo>
                <a:lnTo>
                  <a:pt x="39" y="133"/>
                </a:lnTo>
                <a:lnTo>
                  <a:pt x="39" y="132"/>
                </a:lnTo>
                <a:lnTo>
                  <a:pt x="41" y="131"/>
                </a:lnTo>
                <a:lnTo>
                  <a:pt x="42" y="128"/>
                </a:lnTo>
                <a:lnTo>
                  <a:pt x="43" y="126"/>
                </a:lnTo>
                <a:lnTo>
                  <a:pt x="43" y="123"/>
                </a:lnTo>
                <a:lnTo>
                  <a:pt x="42" y="119"/>
                </a:lnTo>
                <a:lnTo>
                  <a:pt x="43" y="117"/>
                </a:lnTo>
                <a:lnTo>
                  <a:pt x="44" y="116"/>
                </a:lnTo>
                <a:lnTo>
                  <a:pt x="45" y="114"/>
                </a:lnTo>
                <a:lnTo>
                  <a:pt x="49" y="115"/>
                </a:lnTo>
                <a:lnTo>
                  <a:pt x="51" y="113"/>
                </a:lnTo>
                <a:lnTo>
                  <a:pt x="53" y="112"/>
                </a:lnTo>
                <a:lnTo>
                  <a:pt x="54" y="108"/>
                </a:lnTo>
                <a:lnTo>
                  <a:pt x="53" y="106"/>
                </a:lnTo>
                <a:lnTo>
                  <a:pt x="53" y="105"/>
                </a:lnTo>
                <a:lnTo>
                  <a:pt x="45" y="103"/>
                </a:lnTo>
                <a:lnTo>
                  <a:pt x="45" y="102"/>
                </a:lnTo>
                <a:lnTo>
                  <a:pt x="45" y="101"/>
                </a:lnTo>
                <a:lnTo>
                  <a:pt x="45" y="100"/>
                </a:lnTo>
                <a:lnTo>
                  <a:pt x="45" y="98"/>
                </a:lnTo>
                <a:lnTo>
                  <a:pt x="45" y="97"/>
                </a:lnTo>
                <a:lnTo>
                  <a:pt x="45" y="96"/>
                </a:lnTo>
                <a:lnTo>
                  <a:pt x="45" y="95"/>
                </a:lnTo>
                <a:lnTo>
                  <a:pt x="46" y="95"/>
                </a:lnTo>
                <a:lnTo>
                  <a:pt x="46" y="94"/>
                </a:lnTo>
                <a:lnTo>
                  <a:pt x="48" y="91"/>
                </a:lnTo>
                <a:lnTo>
                  <a:pt x="48" y="90"/>
                </a:lnTo>
                <a:lnTo>
                  <a:pt x="47" y="88"/>
                </a:lnTo>
                <a:lnTo>
                  <a:pt x="46" y="87"/>
                </a:lnTo>
                <a:lnTo>
                  <a:pt x="45" y="87"/>
                </a:lnTo>
                <a:lnTo>
                  <a:pt x="43" y="87"/>
                </a:lnTo>
                <a:lnTo>
                  <a:pt x="42" y="85"/>
                </a:lnTo>
                <a:lnTo>
                  <a:pt x="40" y="85"/>
                </a:lnTo>
                <a:lnTo>
                  <a:pt x="38" y="85"/>
                </a:lnTo>
                <a:lnTo>
                  <a:pt x="36" y="83"/>
                </a:lnTo>
                <a:lnTo>
                  <a:pt x="35" y="83"/>
                </a:lnTo>
                <a:lnTo>
                  <a:pt x="34" y="83"/>
                </a:lnTo>
                <a:lnTo>
                  <a:pt x="33" y="82"/>
                </a:lnTo>
                <a:lnTo>
                  <a:pt x="32" y="82"/>
                </a:lnTo>
                <a:lnTo>
                  <a:pt x="32" y="81"/>
                </a:lnTo>
                <a:lnTo>
                  <a:pt x="32" y="79"/>
                </a:lnTo>
                <a:lnTo>
                  <a:pt x="32" y="78"/>
                </a:lnTo>
                <a:lnTo>
                  <a:pt x="31" y="78"/>
                </a:lnTo>
                <a:lnTo>
                  <a:pt x="31" y="77"/>
                </a:lnTo>
                <a:lnTo>
                  <a:pt x="30" y="76"/>
                </a:lnTo>
                <a:lnTo>
                  <a:pt x="30" y="75"/>
                </a:lnTo>
                <a:lnTo>
                  <a:pt x="29" y="74"/>
                </a:lnTo>
                <a:lnTo>
                  <a:pt x="29" y="73"/>
                </a:lnTo>
                <a:lnTo>
                  <a:pt x="29" y="72"/>
                </a:lnTo>
                <a:lnTo>
                  <a:pt x="30" y="72"/>
                </a:lnTo>
                <a:lnTo>
                  <a:pt x="32" y="72"/>
                </a:lnTo>
                <a:lnTo>
                  <a:pt x="32" y="71"/>
                </a:lnTo>
                <a:lnTo>
                  <a:pt x="32" y="69"/>
                </a:lnTo>
                <a:lnTo>
                  <a:pt x="32" y="68"/>
                </a:lnTo>
                <a:lnTo>
                  <a:pt x="31" y="68"/>
                </a:lnTo>
                <a:lnTo>
                  <a:pt x="31" y="66"/>
                </a:lnTo>
                <a:lnTo>
                  <a:pt x="30" y="63"/>
                </a:lnTo>
                <a:lnTo>
                  <a:pt x="29" y="62"/>
                </a:lnTo>
                <a:lnTo>
                  <a:pt x="27" y="60"/>
                </a:lnTo>
                <a:lnTo>
                  <a:pt x="26" y="60"/>
                </a:lnTo>
                <a:lnTo>
                  <a:pt x="25" y="60"/>
                </a:lnTo>
                <a:lnTo>
                  <a:pt x="24" y="60"/>
                </a:lnTo>
                <a:lnTo>
                  <a:pt x="23" y="60"/>
                </a:lnTo>
                <a:lnTo>
                  <a:pt x="22" y="60"/>
                </a:lnTo>
                <a:lnTo>
                  <a:pt x="21" y="60"/>
                </a:lnTo>
                <a:lnTo>
                  <a:pt x="19" y="60"/>
                </a:lnTo>
                <a:lnTo>
                  <a:pt x="18" y="60"/>
                </a:lnTo>
                <a:lnTo>
                  <a:pt x="17" y="60"/>
                </a:lnTo>
                <a:lnTo>
                  <a:pt x="17" y="61"/>
                </a:lnTo>
                <a:lnTo>
                  <a:pt x="16" y="61"/>
                </a:lnTo>
                <a:lnTo>
                  <a:pt x="15" y="61"/>
                </a:lnTo>
                <a:lnTo>
                  <a:pt x="15" y="62"/>
                </a:lnTo>
                <a:lnTo>
                  <a:pt x="15" y="63"/>
                </a:lnTo>
                <a:lnTo>
                  <a:pt x="14" y="63"/>
                </a:lnTo>
                <a:lnTo>
                  <a:pt x="12" y="62"/>
                </a:lnTo>
                <a:lnTo>
                  <a:pt x="11" y="62"/>
                </a:lnTo>
                <a:lnTo>
                  <a:pt x="10" y="62"/>
                </a:lnTo>
                <a:lnTo>
                  <a:pt x="9" y="62"/>
                </a:lnTo>
                <a:lnTo>
                  <a:pt x="8" y="62"/>
                </a:lnTo>
                <a:lnTo>
                  <a:pt x="6" y="61"/>
                </a:lnTo>
                <a:lnTo>
                  <a:pt x="4" y="60"/>
                </a:lnTo>
                <a:lnTo>
                  <a:pt x="3" y="59"/>
                </a:lnTo>
                <a:lnTo>
                  <a:pt x="2" y="59"/>
                </a:lnTo>
                <a:lnTo>
                  <a:pt x="2" y="58"/>
                </a:lnTo>
                <a:lnTo>
                  <a:pt x="2" y="57"/>
                </a:lnTo>
                <a:lnTo>
                  <a:pt x="1" y="57"/>
                </a:lnTo>
                <a:lnTo>
                  <a:pt x="0" y="57"/>
                </a:lnTo>
                <a:lnTo>
                  <a:pt x="0" y="56"/>
                </a:lnTo>
                <a:lnTo>
                  <a:pt x="0" y="55"/>
                </a:lnTo>
                <a:lnTo>
                  <a:pt x="1" y="55"/>
                </a:lnTo>
                <a:lnTo>
                  <a:pt x="1" y="54"/>
                </a:lnTo>
                <a:lnTo>
                  <a:pt x="2" y="54"/>
                </a:lnTo>
                <a:lnTo>
                  <a:pt x="2" y="55"/>
                </a:lnTo>
                <a:lnTo>
                  <a:pt x="2" y="54"/>
                </a:lnTo>
                <a:lnTo>
                  <a:pt x="3" y="54"/>
                </a:lnTo>
                <a:lnTo>
                  <a:pt x="3" y="55"/>
                </a:lnTo>
                <a:lnTo>
                  <a:pt x="4" y="55"/>
                </a:lnTo>
                <a:lnTo>
                  <a:pt x="5" y="55"/>
                </a:lnTo>
                <a:lnTo>
                  <a:pt x="5" y="54"/>
                </a:lnTo>
                <a:lnTo>
                  <a:pt x="6" y="54"/>
                </a:lnTo>
                <a:lnTo>
                  <a:pt x="6" y="53"/>
                </a:lnTo>
                <a:lnTo>
                  <a:pt x="7" y="53"/>
                </a:lnTo>
                <a:lnTo>
                  <a:pt x="7" y="52"/>
                </a:lnTo>
                <a:lnTo>
                  <a:pt x="8" y="52"/>
                </a:lnTo>
                <a:lnTo>
                  <a:pt x="7" y="52"/>
                </a:lnTo>
                <a:lnTo>
                  <a:pt x="8" y="53"/>
                </a:lnTo>
                <a:lnTo>
                  <a:pt x="9" y="53"/>
                </a:lnTo>
                <a:lnTo>
                  <a:pt x="9" y="52"/>
                </a:lnTo>
                <a:lnTo>
                  <a:pt x="10" y="52"/>
                </a:lnTo>
                <a:lnTo>
                  <a:pt x="10" y="51"/>
                </a:lnTo>
                <a:lnTo>
                  <a:pt x="10" y="50"/>
                </a:lnTo>
                <a:lnTo>
                  <a:pt x="10" y="49"/>
                </a:lnTo>
                <a:lnTo>
                  <a:pt x="10" y="50"/>
                </a:lnTo>
                <a:lnTo>
                  <a:pt x="11" y="49"/>
                </a:lnTo>
                <a:lnTo>
                  <a:pt x="11" y="48"/>
                </a:lnTo>
                <a:lnTo>
                  <a:pt x="11" y="47"/>
                </a:lnTo>
                <a:lnTo>
                  <a:pt x="12" y="47"/>
                </a:lnTo>
                <a:lnTo>
                  <a:pt x="12" y="46"/>
                </a:lnTo>
                <a:lnTo>
                  <a:pt x="13" y="46"/>
                </a:lnTo>
                <a:lnTo>
                  <a:pt x="13" y="45"/>
                </a:lnTo>
                <a:lnTo>
                  <a:pt x="14" y="44"/>
                </a:lnTo>
                <a:lnTo>
                  <a:pt x="15" y="44"/>
                </a:lnTo>
                <a:lnTo>
                  <a:pt x="15" y="43"/>
                </a:lnTo>
                <a:lnTo>
                  <a:pt x="15" y="42"/>
                </a:lnTo>
                <a:lnTo>
                  <a:pt x="15" y="41"/>
                </a:lnTo>
                <a:lnTo>
                  <a:pt x="15" y="40"/>
                </a:lnTo>
                <a:lnTo>
                  <a:pt x="16" y="39"/>
                </a:lnTo>
                <a:lnTo>
                  <a:pt x="15" y="39"/>
                </a:lnTo>
                <a:lnTo>
                  <a:pt x="16" y="38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4" y="36"/>
                </a:lnTo>
                <a:lnTo>
                  <a:pt x="15" y="36"/>
                </a:lnTo>
                <a:lnTo>
                  <a:pt x="15" y="35"/>
                </a:lnTo>
                <a:lnTo>
                  <a:pt x="15" y="34"/>
                </a:lnTo>
                <a:lnTo>
                  <a:pt x="14" y="34"/>
                </a:lnTo>
                <a:lnTo>
                  <a:pt x="13" y="33"/>
                </a:lnTo>
                <a:lnTo>
                  <a:pt x="13" y="32"/>
                </a:lnTo>
                <a:lnTo>
                  <a:pt x="12" y="32"/>
                </a:lnTo>
                <a:lnTo>
                  <a:pt x="11" y="32"/>
                </a:lnTo>
                <a:lnTo>
                  <a:pt x="10" y="32"/>
                </a:lnTo>
                <a:lnTo>
                  <a:pt x="10" y="31"/>
                </a:lnTo>
                <a:lnTo>
                  <a:pt x="11" y="31"/>
                </a:lnTo>
                <a:lnTo>
                  <a:pt x="12" y="31"/>
                </a:lnTo>
                <a:lnTo>
                  <a:pt x="12" y="30"/>
                </a:lnTo>
                <a:lnTo>
                  <a:pt x="13" y="30"/>
                </a:lnTo>
                <a:lnTo>
                  <a:pt x="14" y="30"/>
                </a:lnTo>
                <a:lnTo>
                  <a:pt x="14" y="29"/>
                </a:lnTo>
                <a:lnTo>
                  <a:pt x="15" y="29"/>
                </a:lnTo>
                <a:lnTo>
                  <a:pt x="15" y="28"/>
                </a:lnTo>
                <a:lnTo>
                  <a:pt x="16" y="28"/>
                </a:lnTo>
                <a:lnTo>
                  <a:pt x="18" y="28"/>
                </a:lnTo>
                <a:lnTo>
                  <a:pt x="18" y="29"/>
                </a:lnTo>
                <a:lnTo>
                  <a:pt x="19" y="30"/>
                </a:lnTo>
                <a:lnTo>
                  <a:pt x="20" y="31"/>
                </a:lnTo>
                <a:lnTo>
                  <a:pt x="21" y="31"/>
                </a:lnTo>
                <a:lnTo>
                  <a:pt x="22" y="31"/>
                </a:lnTo>
                <a:lnTo>
                  <a:pt x="22" y="30"/>
                </a:lnTo>
                <a:lnTo>
                  <a:pt x="24" y="30"/>
                </a:lnTo>
                <a:lnTo>
                  <a:pt x="25" y="30"/>
                </a:lnTo>
                <a:lnTo>
                  <a:pt x="25" y="31"/>
                </a:lnTo>
                <a:lnTo>
                  <a:pt x="25" y="32"/>
                </a:lnTo>
                <a:lnTo>
                  <a:pt x="26" y="32"/>
                </a:lnTo>
                <a:lnTo>
                  <a:pt x="27" y="32"/>
                </a:lnTo>
                <a:lnTo>
                  <a:pt x="28" y="32"/>
                </a:lnTo>
                <a:lnTo>
                  <a:pt x="29" y="33"/>
                </a:lnTo>
                <a:lnTo>
                  <a:pt x="30" y="33"/>
                </a:lnTo>
                <a:lnTo>
                  <a:pt x="31" y="33"/>
                </a:lnTo>
                <a:lnTo>
                  <a:pt x="31" y="34"/>
                </a:lnTo>
                <a:lnTo>
                  <a:pt x="31" y="33"/>
                </a:lnTo>
                <a:lnTo>
                  <a:pt x="32" y="33"/>
                </a:lnTo>
                <a:lnTo>
                  <a:pt x="33" y="33"/>
                </a:lnTo>
                <a:lnTo>
                  <a:pt x="33" y="34"/>
                </a:lnTo>
                <a:lnTo>
                  <a:pt x="33" y="35"/>
                </a:lnTo>
                <a:lnTo>
                  <a:pt x="34" y="35"/>
                </a:lnTo>
                <a:lnTo>
                  <a:pt x="35" y="35"/>
                </a:lnTo>
                <a:lnTo>
                  <a:pt x="36" y="35"/>
                </a:lnTo>
                <a:lnTo>
                  <a:pt x="36" y="36"/>
                </a:lnTo>
                <a:lnTo>
                  <a:pt x="36" y="37"/>
                </a:lnTo>
                <a:lnTo>
                  <a:pt x="37" y="37"/>
                </a:lnTo>
                <a:lnTo>
                  <a:pt x="37" y="38"/>
                </a:lnTo>
                <a:lnTo>
                  <a:pt x="38" y="38"/>
                </a:lnTo>
                <a:lnTo>
                  <a:pt x="39" y="38"/>
                </a:lnTo>
                <a:lnTo>
                  <a:pt x="39" y="39"/>
                </a:lnTo>
                <a:lnTo>
                  <a:pt x="40" y="40"/>
                </a:lnTo>
                <a:lnTo>
                  <a:pt x="39" y="40"/>
                </a:lnTo>
                <a:lnTo>
                  <a:pt x="39" y="41"/>
                </a:lnTo>
                <a:lnTo>
                  <a:pt x="40" y="41"/>
                </a:lnTo>
                <a:lnTo>
                  <a:pt x="40" y="42"/>
                </a:lnTo>
                <a:lnTo>
                  <a:pt x="40" y="43"/>
                </a:lnTo>
                <a:lnTo>
                  <a:pt x="41" y="43"/>
                </a:lnTo>
                <a:lnTo>
                  <a:pt x="42" y="44"/>
                </a:lnTo>
                <a:lnTo>
                  <a:pt x="43" y="44"/>
                </a:lnTo>
                <a:lnTo>
                  <a:pt x="44" y="44"/>
                </a:lnTo>
                <a:lnTo>
                  <a:pt x="45" y="44"/>
                </a:lnTo>
                <a:lnTo>
                  <a:pt x="45" y="45"/>
                </a:lnTo>
                <a:lnTo>
                  <a:pt x="46" y="44"/>
                </a:lnTo>
                <a:lnTo>
                  <a:pt x="46" y="45"/>
                </a:lnTo>
                <a:lnTo>
                  <a:pt x="47" y="45"/>
                </a:lnTo>
                <a:lnTo>
                  <a:pt x="48" y="45"/>
                </a:lnTo>
                <a:lnTo>
                  <a:pt x="49" y="45"/>
                </a:lnTo>
                <a:lnTo>
                  <a:pt x="49" y="46"/>
                </a:lnTo>
                <a:lnTo>
                  <a:pt x="50" y="46"/>
                </a:lnTo>
                <a:lnTo>
                  <a:pt x="51" y="46"/>
                </a:lnTo>
                <a:lnTo>
                  <a:pt x="51" y="47"/>
                </a:lnTo>
                <a:lnTo>
                  <a:pt x="52" y="47"/>
                </a:lnTo>
                <a:lnTo>
                  <a:pt x="52" y="48"/>
                </a:lnTo>
                <a:lnTo>
                  <a:pt x="53" y="48"/>
                </a:lnTo>
                <a:lnTo>
                  <a:pt x="54" y="48"/>
                </a:lnTo>
                <a:lnTo>
                  <a:pt x="54" y="49"/>
                </a:lnTo>
                <a:lnTo>
                  <a:pt x="54" y="50"/>
                </a:lnTo>
                <a:lnTo>
                  <a:pt x="54" y="51"/>
                </a:lnTo>
                <a:lnTo>
                  <a:pt x="55" y="51"/>
                </a:lnTo>
                <a:lnTo>
                  <a:pt x="55" y="52"/>
                </a:lnTo>
                <a:lnTo>
                  <a:pt x="56" y="52"/>
                </a:lnTo>
                <a:lnTo>
                  <a:pt x="56" y="51"/>
                </a:lnTo>
                <a:lnTo>
                  <a:pt x="57" y="51"/>
                </a:lnTo>
                <a:lnTo>
                  <a:pt x="58" y="51"/>
                </a:lnTo>
                <a:lnTo>
                  <a:pt x="58" y="50"/>
                </a:lnTo>
                <a:lnTo>
                  <a:pt x="59" y="50"/>
                </a:lnTo>
                <a:lnTo>
                  <a:pt x="59" y="49"/>
                </a:lnTo>
                <a:lnTo>
                  <a:pt x="60" y="49"/>
                </a:lnTo>
                <a:lnTo>
                  <a:pt x="59" y="49"/>
                </a:lnTo>
                <a:lnTo>
                  <a:pt x="59" y="48"/>
                </a:lnTo>
                <a:lnTo>
                  <a:pt x="60" y="48"/>
                </a:lnTo>
                <a:lnTo>
                  <a:pt x="61" y="48"/>
                </a:lnTo>
                <a:lnTo>
                  <a:pt x="61" y="47"/>
                </a:lnTo>
                <a:lnTo>
                  <a:pt x="61" y="46"/>
                </a:lnTo>
                <a:lnTo>
                  <a:pt x="62" y="46"/>
                </a:lnTo>
                <a:lnTo>
                  <a:pt x="62" y="45"/>
                </a:lnTo>
                <a:lnTo>
                  <a:pt x="63" y="45"/>
                </a:lnTo>
                <a:lnTo>
                  <a:pt x="64" y="46"/>
                </a:lnTo>
                <a:lnTo>
                  <a:pt x="65" y="46"/>
                </a:lnTo>
                <a:lnTo>
                  <a:pt x="66" y="46"/>
                </a:lnTo>
                <a:lnTo>
                  <a:pt x="65" y="45"/>
                </a:lnTo>
                <a:lnTo>
                  <a:pt x="65" y="42"/>
                </a:lnTo>
                <a:lnTo>
                  <a:pt x="64" y="41"/>
                </a:lnTo>
                <a:lnTo>
                  <a:pt x="65" y="41"/>
                </a:lnTo>
                <a:lnTo>
                  <a:pt x="65" y="39"/>
                </a:lnTo>
                <a:lnTo>
                  <a:pt x="66" y="39"/>
                </a:lnTo>
                <a:lnTo>
                  <a:pt x="72" y="39"/>
                </a:lnTo>
                <a:lnTo>
                  <a:pt x="74" y="42"/>
                </a:lnTo>
                <a:lnTo>
                  <a:pt x="75" y="43"/>
                </a:lnTo>
                <a:lnTo>
                  <a:pt x="75" y="44"/>
                </a:lnTo>
                <a:lnTo>
                  <a:pt x="76" y="44"/>
                </a:lnTo>
                <a:lnTo>
                  <a:pt x="76" y="45"/>
                </a:lnTo>
                <a:lnTo>
                  <a:pt x="77" y="45"/>
                </a:lnTo>
                <a:lnTo>
                  <a:pt x="77" y="46"/>
                </a:lnTo>
                <a:lnTo>
                  <a:pt x="77" y="47"/>
                </a:lnTo>
                <a:lnTo>
                  <a:pt x="77" y="48"/>
                </a:lnTo>
                <a:lnTo>
                  <a:pt x="77" y="49"/>
                </a:lnTo>
                <a:lnTo>
                  <a:pt x="77" y="50"/>
                </a:lnTo>
                <a:lnTo>
                  <a:pt x="77" y="51"/>
                </a:lnTo>
                <a:lnTo>
                  <a:pt x="77" y="52"/>
                </a:lnTo>
                <a:lnTo>
                  <a:pt x="77" y="53"/>
                </a:lnTo>
                <a:lnTo>
                  <a:pt x="78" y="53"/>
                </a:lnTo>
                <a:lnTo>
                  <a:pt x="79" y="53"/>
                </a:lnTo>
                <a:lnTo>
                  <a:pt x="80" y="51"/>
                </a:lnTo>
                <a:lnTo>
                  <a:pt x="81" y="50"/>
                </a:lnTo>
                <a:lnTo>
                  <a:pt x="81" y="49"/>
                </a:lnTo>
                <a:lnTo>
                  <a:pt x="82" y="49"/>
                </a:lnTo>
                <a:lnTo>
                  <a:pt x="83" y="49"/>
                </a:lnTo>
                <a:lnTo>
                  <a:pt x="83" y="50"/>
                </a:lnTo>
                <a:lnTo>
                  <a:pt x="83" y="51"/>
                </a:lnTo>
                <a:lnTo>
                  <a:pt x="85" y="52"/>
                </a:lnTo>
                <a:lnTo>
                  <a:pt x="86" y="54"/>
                </a:lnTo>
                <a:lnTo>
                  <a:pt x="87" y="54"/>
                </a:lnTo>
                <a:lnTo>
                  <a:pt x="90" y="54"/>
                </a:lnTo>
                <a:lnTo>
                  <a:pt x="90" y="55"/>
                </a:lnTo>
                <a:lnTo>
                  <a:pt x="90" y="56"/>
                </a:lnTo>
                <a:lnTo>
                  <a:pt x="90" y="57"/>
                </a:lnTo>
                <a:lnTo>
                  <a:pt x="91" y="58"/>
                </a:lnTo>
                <a:lnTo>
                  <a:pt x="92" y="58"/>
                </a:lnTo>
                <a:lnTo>
                  <a:pt x="92" y="59"/>
                </a:lnTo>
                <a:lnTo>
                  <a:pt x="92" y="60"/>
                </a:lnTo>
                <a:lnTo>
                  <a:pt x="92" y="61"/>
                </a:lnTo>
                <a:lnTo>
                  <a:pt x="96" y="61"/>
                </a:lnTo>
                <a:lnTo>
                  <a:pt x="99" y="61"/>
                </a:lnTo>
                <a:lnTo>
                  <a:pt x="99" y="60"/>
                </a:lnTo>
                <a:lnTo>
                  <a:pt x="99" y="59"/>
                </a:lnTo>
                <a:lnTo>
                  <a:pt x="100" y="59"/>
                </a:lnTo>
                <a:lnTo>
                  <a:pt x="100" y="58"/>
                </a:lnTo>
                <a:lnTo>
                  <a:pt x="100" y="57"/>
                </a:lnTo>
                <a:lnTo>
                  <a:pt x="101" y="57"/>
                </a:lnTo>
                <a:lnTo>
                  <a:pt x="102" y="56"/>
                </a:lnTo>
                <a:lnTo>
                  <a:pt x="103" y="55"/>
                </a:lnTo>
                <a:lnTo>
                  <a:pt x="103" y="54"/>
                </a:lnTo>
                <a:lnTo>
                  <a:pt x="103" y="53"/>
                </a:lnTo>
                <a:lnTo>
                  <a:pt x="102" y="52"/>
                </a:lnTo>
                <a:lnTo>
                  <a:pt x="101" y="51"/>
                </a:lnTo>
                <a:lnTo>
                  <a:pt x="102" y="51"/>
                </a:lnTo>
                <a:lnTo>
                  <a:pt x="101" y="50"/>
                </a:lnTo>
                <a:lnTo>
                  <a:pt x="100" y="49"/>
                </a:lnTo>
                <a:lnTo>
                  <a:pt x="100" y="48"/>
                </a:lnTo>
                <a:lnTo>
                  <a:pt x="100" y="47"/>
                </a:lnTo>
                <a:lnTo>
                  <a:pt x="101" y="47"/>
                </a:lnTo>
                <a:lnTo>
                  <a:pt x="101" y="46"/>
                </a:lnTo>
                <a:lnTo>
                  <a:pt x="102" y="46"/>
                </a:lnTo>
                <a:lnTo>
                  <a:pt x="104" y="46"/>
                </a:lnTo>
                <a:lnTo>
                  <a:pt x="106" y="43"/>
                </a:lnTo>
                <a:lnTo>
                  <a:pt x="106" y="42"/>
                </a:lnTo>
                <a:lnTo>
                  <a:pt x="108" y="41"/>
                </a:lnTo>
                <a:lnTo>
                  <a:pt x="106" y="41"/>
                </a:lnTo>
                <a:lnTo>
                  <a:pt x="106" y="40"/>
                </a:lnTo>
                <a:lnTo>
                  <a:pt x="108" y="40"/>
                </a:lnTo>
                <a:lnTo>
                  <a:pt x="103" y="23"/>
                </a:lnTo>
                <a:lnTo>
                  <a:pt x="119" y="22"/>
                </a:lnTo>
                <a:lnTo>
                  <a:pt x="124" y="21"/>
                </a:lnTo>
                <a:lnTo>
                  <a:pt x="127" y="21"/>
                </a:lnTo>
                <a:lnTo>
                  <a:pt x="129" y="18"/>
                </a:lnTo>
                <a:lnTo>
                  <a:pt x="133" y="18"/>
                </a:lnTo>
                <a:lnTo>
                  <a:pt x="132" y="14"/>
                </a:lnTo>
                <a:lnTo>
                  <a:pt x="132" y="13"/>
                </a:lnTo>
                <a:lnTo>
                  <a:pt x="135" y="13"/>
                </a:lnTo>
                <a:lnTo>
                  <a:pt x="135" y="9"/>
                </a:lnTo>
                <a:lnTo>
                  <a:pt x="136" y="7"/>
                </a:lnTo>
                <a:lnTo>
                  <a:pt x="138" y="6"/>
                </a:lnTo>
                <a:lnTo>
                  <a:pt x="139" y="6"/>
                </a:lnTo>
                <a:lnTo>
                  <a:pt x="142" y="4"/>
                </a:lnTo>
                <a:lnTo>
                  <a:pt x="143" y="3"/>
                </a:lnTo>
                <a:lnTo>
                  <a:pt x="144" y="3"/>
                </a:lnTo>
                <a:lnTo>
                  <a:pt x="145" y="3"/>
                </a:lnTo>
                <a:lnTo>
                  <a:pt x="146" y="3"/>
                </a:lnTo>
                <a:lnTo>
                  <a:pt x="146" y="4"/>
                </a:lnTo>
                <a:lnTo>
                  <a:pt x="147" y="4"/>
                </a:lnTo>
                <a:lnTo>
                  <a:pt x="148" y="4"/>
                </a:lnTo>
                <a:lnTo>
                  <a:pt x="148" y="5"/>
                </a:lnTo>
                <a:lnTo>
                  <a:pt x="149" y="5"/>
                </a:lnTo>
                <a:lnTo>
                  <a:pt x="150" y="5"/>
                </a:lnTo>
                <a:lnTo>
                  <a:pt x="151" y="5"/>
                </a:lnTo>
                <a:lnTo>
                  <a:pt x="152" y="5"/>
                </a:lnTo>
                <a:lnTo>
                  <a:pt x="153" y="5"/>
                </a:lnTo>
                <a:lnTo>
                  <a:pt x="153" y="6"/>
                </a:lnTo>
                <a:lnTo>
                  <a:pt x="154" y="6"/>
                </a:lnTo>
                <a:lnTo>
                  <a:pt x="155" y="6"/>
                </a:lnTo>
                <a:lnTo>
                  <a:pt x="155" y="7"/>
                </a:lnTo>
                <a:lnTo>
                  <a:pt x="156" y="8"/>
                </a:lnTo>
                <a:lnTo>
                  <a:pt x="157" y="8"/>
                </a:lnTo>
                <a:lnTo>
                  <a:pt x="158" y="7"/>
                </a:lnTo>
                <a:lnTo>
                  <a:pt x="158" y="6"/>
                </a:lnTo>
                <a:lnTo>
                  <a:pt x="159" y="6"/>
                </a:lnTo>
                <a:lnTo>
                  <a:pt x="160" y="6"/>
                </a:lnTo>
                <a:lnTo>
                  <a:pt x="161" y="6"/>
                </a:lnTo>
                <a:lnTo>
                  <a:pt x="162" y="6"/>
                </a:lnTo>
                <a:lnTo>
                  <a:pt x="163" y="6"/>
                </a:lnTo>
                <a:lnTo>
                  <a:pt x="164" y="7"/>
                </a:lnTo>
                <a:lnTo>
                  <a:pt x="165" y="7"/>
                </a:lnTo>
                <a:lnTo>
                  <a:pt x="164" y="7"/>
                </a:lnTo>
                <a:lnTo>
                  <a:pt x="165" y="6"/>
                </a:lnTo>
                <a:lnTo>
                  <a:pt x="166" y="6"/>
                </a:lnTo>
                <a:lnTo>
                  <a:pt x="166" y="5"/>
                </a:lnTo>
                <a:lnTo>
                  <a:pt x="167" y="5"/>
                </a:lnTo>
                <a:lnTo>
                  <a:pt x="168" y="4"/>
                </a:lnTo>
                <a:lnTo>
                  <a:pt x="169" y="5"/>
                </a:lnTo>
                <a:lnTo>
                  <a:pt x="170" y="5"/>
                </a:lnTo>
                <a:lnTo>
                  <a:pt x="171" y="5"/>
                </a:lnTo>
                <a:lnTo>
                  <a:pt x="171" y="6"/>
                </a:lnTo>
                <a:lnTo>
                  <a:pt x="171" y="7"/>
                </a:lnTo>
                <a:lnTo>
                  <a:pt x="172" y="7"/>
                </a:lnTo>
                <a:lnTo>
                  <a:pt x="173" y="7"/>
                </a:lnTo>
                <a:lnTo>
                  <a:pt x="174" y="7"/>
                </a:lnTo>
                <a:lnTo>
                  <a:pt x="174" y="8"/>
                </a:lnTo>
                <a:lnTo>
                  <a:pt x="175" y="7"/>
                </a:lnTo>
                <a:lnTo>
                  <a:pt x="176" y="7"/>
                </a:lnTo>
                <a:lnTo>
                  <a:pt x="177" y="7"/>
                </a:lnTo>
                <a:lnTo>
                  <a:pt x="177" y="6"/>
                </a:lnTo>
                <a:lnTo>
                  <a:pt x="177" y="5"/>
                </a:lnTo>
                <a:lnTo>
                  <a:pt x="178" y="5"/>
                </a:lnTo>
                <a:lnTo>
                  <a:pt x="179" y="5"/>
                </a:lnTo>
                <a:lnTo>
                  <a:pt x="180" y="5"/>
                </a:lnTo>
                <a:lnTo>
                  <a:pt x="182" y="5"/>
                </a:lnTo>
                <a:lnTo>
                  <a:pt x="183" y="5"/>
                </a:lnTo>
                <a:lnTo>
                  <a:pt x="184" y="4"/>
                </a:lnTo>
                <a:lnTo>
                  <a:pt x="184" y="5"/>
                </a:lnTo>
                <a:lnTo>
                  <a:pt x="185" y="5"/>
                </a:lnTo>
                <a:lnTo>
                  <a:pt x="186" y="5"/>
                </a:lnTo>
                <a:lnTo>
                  <a:pt x="186" y="4"/>
                </a:lnTo>
                <a:lnTo>
                  <a:pt x="187" y="5"/>
                </a:lnTo>
                <a:lnTo>
                  <a:pt x="188" y="5"/>
                </a:lnTo>
                <a:lnTo>
                  <a:pt x="189" y="4"/>
                </a:lnTo>
                <a:lnTo>
                  <a:pt x="190" y="4"/>
                </a:lnTo>
                <a:lnTo>
                  <a:pt x="191" y="4"/>
                </a:lnTo>
                <a:lnTo>
                  <a:pt x="192" y="4"/>
                </a:lnTo>
                <a:lnTo>
                  <a:pt x="193" y="4"/>
                </a:lnTo>
                <a:lnTo>
                  <a:pt x="194" y="4"/>
                </a:lnTo>
                <a:lnTo>
                  <a:pt x="194" y="3"/>
                </a:lnTo>
                <a:lnTo>
                  <a:pt x="195" y="3"/>
                </a:lnTo>
                <a:lnTo>
                  <a:pt x="196" y="3"/>
                </a:lnTo>
                <a:lnTo>
                  <a:pt x="196" y="2"/>
                </a:lnTo>
                <a:lnTo>
                  <a:pt x="197" y="2"/>
                </a:lnTo>
                <a:lnTo>
                  <a:pt x="198" y="1"/>
                </a:lnTo>
                <a:lnTo>
                  <a:pt x="199" y="0"/>
                </a:lnTo>
                <a:lnTo>
                  <a:pt x="200" y="0"/>
                </a:lnTo>
                <a:lnTo>
                  <a:pt x="201" y="0"/>
                </a:lnTo>
                <a:lnTo>
                  <a:pt x="202" y="0"/>
                </a:lnTo>
                <a:lnTo>
                  <a:pt x="203" y="0"/>
                </a:lnTo>
                <a:lnTo>
                  <a:pt x="204" y="0"/>
                </a:lnTo>
                <a:lnTo>
                  <a:pt x="205" y="0"/>
                </a:lnTo>
                <a:lnTo>
                  <a:pt x="20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69" name=""/>
          <p:cNvSpPr/>
          <p:nvPr/>
        </p:nvSpPr>
        <p:spPr>
          <a:xfrm>
            <a:off x="7002000" y="3162960"/>
            <a:ext cx="451440" cy="373680"/>
          </a:xfrm>
          <a:custGeom>
            <a:avLst/>
            <a:gdLst/>
            <a:ahLst/>
            <a:rect l="0" t="0" r="r" b="b"/>
            <a:pathLst>
              <a:path w="1254" h="1038">
                <a:moveTo>
                  <a:pt x="200" y="3"/>
                </a:moveTo>
                <a:lnTo>
                  <a:pt x="201" y="3"/>
                </a:lnTo>
                <a:lnTo>
                  <a:pt x="202" y="3"/>
                </a:lnTo>
                <a:lnTo>
                  <a:pt x="203" y="3"/>
                </a:lnTo>
                <a:lnTo>
                  <a:pt x="204" y="3"/>
                </a:lnTo>
                <a:lnTo>
                  <a:pt x="205" y="3"/>
                </a:lnTo>
                <a:lnTo>
                  <a:pt x="205" y="4"/>
                </a:lnTo>
                <a:lnTo>
                  <a:pt x="205" y="5"/>
                </a:lnTo>
                <a:lnTo>
                  <a:pt x="205" y="6"/>
                </a:lnTo>
                <a:lnTo>
                  <a:pt x="206" y="7"/>
                </a:lnTo>
                <a:lnTo>
                  <a:pt x="207" y="7"/>
                </a:lnTo>
                <a:lnTo>
                  <a:pt x="208" y="7"/>
                </a:lnTo>
                <a:lnTo>
                  <a:pt x="209" y="7"/>
                </a:lnTo>
                <a:lnTo>
                  <a:pt x="209" y="6"/>
                </a:lnTo>
                <a:lnTo>
                  <a:pt x="209" y="5"/>
                </a:lnTo>
                <a:lnTo>
                  <a:pt x="208" y="5"/>
                </a:lnTo>
                <a:lnTo>
                  <a:pt x="207" y="5"/>
                </a:lnTo>
                <a:lnTo>
                  <a:pt x="207" y="4"/>
                </a:lnTo>
                <a:lnTo>
                  <a:pt x="207" y="3"/>
                </a:lnTo>
                <a:lnTo>
                  <a:pt x="207" y="2"/>
                </a:lnTo>
                <a:lnTo>
                  <a:pt x="208" y="2"/>
                </a:lnTo>
                <a:lnTo>
                  <a:pt x="208" y="1"/>
                </a:lnTo>
                <a:lnTo>
                  <a:pt x="209" y="1"/>
                </a:lnTo>
                <a:lnTo>
                  <a:pt x="210" y="1"/>
                </a:lnTo>
                <a:lnTo>
                  <a:pt x="211" y="1"/>
                </a:lnTo>
                <a:lnTo>
                  <a:pt x="212" y="1"/>
                </a:lnTo>
                <a:lnTo>
                  <a:pt x="212" y="2"/>
                </a:lnTo>
                <a:lnTo>
                  <a:pt x="213" y="2"/>
                </a:lnTo>
                <a:lnTo>
                  <a:pt x="213" y="3"/>
                </a:lnTo>
                <a:lnTo>
                  <a:pt x="213" y="4"/>
                </a:lnTo>
                <a:lnTo>
                  <a:pt x="212" y="4"/>
                </a:lnTo>
                <a:lnTo>
                  <a:pt x="212" y="5"/>
                </a:lnTo>
                <a:lnTo>
                  <a:pt x="211" y="5"/>
                </a:lnTo>
                <a:lnTo>
                  <a:pt x="211" y="6"/>
                </a:lnTo>
                <a:lnTo>
                  <a:pt x="211" y="7"/>
                </a:lnTo>
                <a:lnTo>
                  <a:pt x="212" y="7"/>
                </a:lnTo>
                <a:lnTo>
                  <a:pt x="213" y="7"/>
                </a:lnTo>
                <a:lnTo>
                  <a:pt x="214" y="7"/>
                </a:lnTo>
                <a:lnTo>
                  <a:pt x="214" y="6"/>
                </a:lnTo>
                <a:lnTo>
                  <a:pt x="215" y="6"/>
                </a:lnTo>
                <a:lnTo>
                  <a:pt x="215" y="5"/>
                </a:lnTo>
                <a:lnTo>
                  <a:pt x="215" y="4"/>
                </a:lnTo>
                <a:lnTo>
                  <a:pt x="216" y="4"/>
                </a:lnTo>
                <a:lnTo>
                  <a:pt x="216" y="2"/>
                </a:lnTo>
                <a:lnTo>
                  <a:pt x="216" y="1"/>
                </a:lnTo>
                <a:lnTo>
                  <a:pt x="217" y="1"/>
                </a:lnTo>
                <a:lnTo>
                  <a:pt x="219" y="1"/>
                </a:lnTo>
                <a:lnTo>
                  <a:pt x="219" y="2"/>
                </a:lnTo>
                <a:lnTo>
                  <a:pt x="220" y="2"/>
                </a:lnTo>
                <a:lnTo>
                  <a:pt x="221" y="2"/>
                </a:lnTo>
                <a:lnTo>
                  <a:pt x="222" y="3"/>
                </a:lnTo>
                <a:lnTo>
                  <a:pt x="223" y="3"/>
                </a:lnTo>
                <a:lnTo>
                  <a:pt x="223" y="4"/>
                </a:lnTo>
                <a:lnTo>
                  <a:pt x="224" y="4"/>
                </a:lnTo>
                <a:lnTo>
                  <a:pt x="224" y="5"/>
                </a:lnTo>
                <a:lnTo>
                  <a:pt x="225" y="6"/>
                </a:lnTo>
                <a:lnTo>
                  <a:pt x="225" y="7"/>
                </a:lnTo>
                <a:lnTo>
                  <a:pt x="226" y="7"/>
                </a:lnTo>
                <a:lnTo>
                  <a:pt x="227" y="7"/>
                </a:lnTo>
                <a:lnTo>
                  <a:pt x="228" y="7"/>
                </a:lnTo>
                <a:lnTo>
                  <a:pt x="229" y="7"/>
                </a:lnTo>
                <a:lnTo>
                  <a:pt x="230" y="7"/>
                </a:lnTo>
                <a:lnTo>
                  <a:pt x="231" y="7"/>
                </a:lnTo>
                <a:lnTo>
                  <a:pt x="232" y="7"/>
                </a:lnTo>
                <a:lnTo>
                  <a:pt x="233" y="7"/>
                </a:lnTo>
                <a:lnTo>
                  <a:pt x="234" y="8"/>
                </a:lnTo>
                <a:lnTo>
                  <a:pt x="235" y="8"/>
                </a:lnTo>
                <a:lnTo>
                  <a:pt x="237" y="8"/>
                </a:lnTo>
                <a:lnTo>
                  <a:pt x="238" y="8"/>
                </a:lnTo>
                <a:lnTo>
                  <a:pt x="240" y="8"/>
                </a:lnTo>
                <a:lnTo>
                  <a:pt x="241" y="8"/>
                </a:lnTo>
                <a:lnTo>
                  <a:pt x="242" y="8"/>
                </a:lnTo>
                <a:lnTo>
                  <a:pt x="243" y="8"/>
                </a:lnTo>
                <a:lnTo>
                  <a:pt x="243" y="9"/>
                </a:lnTo>
                <a:lnTo>
                  <a:pt x="244" y="9"/>
                </a:lnTo>
                <a:lnTo>
                  <a:pt x="245" y="9"/>
                </a:lnTo>
                <a:lnTo>
                  <a:pt x="246" y="10"/>
                </a:lnTo>
                <a:lnTo>
                  <a:pt x="249" y="12"/>
                </a:lnTo>
                <a:lnTo>
                  <a:pt x="251" y="13"/>
                </a:lnTo>
                <a:lnTo>
                  <a:pt x="253" y="15"/>
                </a:lnTo>
                <a:lnTo>
                  <a:pt x="254" y="15"/>
                </a:lnTo>
                <a:lnTo>
                  <a:pt x="254" y="16"/>
                </a:lnTo>
                <a:lnTo>
                  <a:pt x="254" y="17"/>
                </a:lnTo>
                <a:lnTo>
                  <a:pt x="255" y="17"/>
                </a:lnTo>
                <a:lnTo>
                  <a:pt x="257" y="17"/>
                </a:lnTo>
                <a:lnTo>
                  <a:pt x="258" y="17"/>
                </a:lnTo>
                <a:lnTo>
                  <a:pt x="259" y="17"/>
                </a:lnTo>
                <a:lnTo>
                  <a:pt x="260" y="17"/>
                </a:lnTo>
                <a:lnTo>
                  <a:pt x="261" y="18"/>
                </a:lnTo>
                <a:lnTo>
                  <a:pt x="261" y="19"/>
                </a:lnTo>
                <a:lnTo>
                  <a:pt x="261" y="21"/>
                </a:lnTo>
                <a:lnTo>
                  <a:pt x="262" y="21"/>
                </a:lnTo>
                <a:lnTo>
                  <a:pt x="263" y="22"/>
                </a:lnTo>
                <a:lnTo>
                  <a:pt x="263" y="23"/>
                </a:lnTo>
                <a:lnTo>
                  <a:pt x="264" y="23"/>
                </a:lnTo>
                <a:lnTo>
                  <a:pt x="265" y="23"/>
                </a:lnTo>
                <a:lnTo>
                  <a:pt x="266" y="23"/>
                </a:lnTo>
                <a:lnTo>
                  <a:pt x="267" y="23"/>
                </a:lnTo>
                <a:lnTo>
                  <a:pt x="267" y="22"/>
                </a:lnTo>
                <a:lnTo>
                  <a:pt x="268" y="22"/>
                </a:lnTo>
                <a:lnTo>
                  <a:pt x="268" y="21"/>
                </a:lnTo>
                <a:lnTo>
                  <a:pt x="269" y="21"/>
                </a:lnTo>
                <a:lnTo>
                  <a:pt x="270" y="21"/>
                </a:lnTo>
                <a:lnTo>
                  <a:pt x="271" y="21"/>
                </a:lnTo>
                <a:lnTo>
                  <a:pt x="272" y="19"/>
                </a:lnTo>
                <a:lnTo>
                  <a:pt x="273" y="19"/>
                </a:lnTo>
                <a:lnTo>
                  <a:pt x="274" y="19"/>
                </a:lnTo>
                <a:lnTo>
                  <a:pt x="275" y="19"/>
                </a:lnTo>
                <a:lnTo>
                  <a:pt x="276" y="19"/>
                </a:lnTo>
                <a:lnTo>
                  <a:pt x="276" y="21"/>
                </a:lnTo>
                <a:lnTo>
                  <a:pt x="277" y="21"/>
                </a:lnTo>
                <a:lnTo>
                  <a:pt x="277" y="22"/>
                </a:lnTo>
                <a:lnTo>
                  <a:pt x="278" y="22"/>
                </a:lnTo>
                <a:lnTo>
                  <a:pt x="278" y="23"/>
                </a:lnTo>
                <a:lnTo>
                  <a:pt x="279" y="23"/>
                </a:lnTo>
                <a:lnTo>
                  <a:pt x="280" y="24"/>
                </a:lnTo>
                <a:lnTo>
                  <a:pt x="281" y="24"/>
                </a:lnTo>
                <a:lnTo>
                  <a:pt x="282" y="25"/>
                </a:lnTo>
                <a:lnTo>
                  <a:pt x="283" y="25"/>
                </a:lnTo>
                <a:lnTo>
                  <a:pt x="283" y="26"/>
                </a:lnTo>
                <a:lnTo>
                  <a:pt x="283" y="27"/>
                </a:lnTo>
                <a:lnTo>
                  <a:pt x="284" y="27"/>
                </a:lnTo>
                <a:lnTo>
                  <a:pt x="284" y="28"/>
                </a:lnTo>
                <a:lnTo>
                  <a:pt x="284" y="29"/>
                </a:lnTo>
                <a:lnTo>
                  <a:pt x="285" y="29"/>
                </a:lnTo>
                <a:lnTo>
                  <a:pt x="285" y="30"/>
                </a:lnTo>
                <a:lnTo>
                  <a:pt x="286" y="30"/>
                </a:lnTo>
                <a:lnTo>
                  <a:pt x="286" y="31"/>
                </a:lnTo>
                <a:lnTo>
                  <a:pt x="286" y="32"/>
                </a:lnTo>
                <a:lnTo>
                  <a:pt x="287" y="32"/>
                </a:lnTo>
                <a:lnTo>
                  <a:pt x="288" y="33"/>
                </a:lnTo>
                <a:lnTo>
                  <a:pt x="289" y="33"/>
                </a:lnTo>
                <a:lnTo>
                  <a:pt x="290" y="33"/>
                </a:lnTo>
                <a:lnTo>
                  <a:pt x="290" y="34"/>
                </a:lnTo>
                <a:lnTo>
                  <a:pt x="291" y="34"/>
                </a:lnTo>
                <a:lnTo>
                  <a:pt x="291" y="35"/>
                </a:lnTo>
                <a:lnTo>
                  <a:pt x="292" y="35"/>
                </a:lnTo>
                <a:lnTo>
                  <a:pt x="292" y="36"/>
                </a:lnTo>
                <a:lnTo>
                  <a:pt x="293" y="36"/>
                </a:lnTo>
                <a:lnTo>
                  <a:pt x="293" y="37"/>
                </a:lnTo>
                <a:lnTo>
                  <a:pt x="294" y="37"/>
                </a:lnTo>
                <a:lnTo>
                  <a:pt x="294" y="36"/>
                </a:lnTo>
                <a:lnTo>
                  <a:pt x="295" y="36"/>
                </a:lnTo>
                <a:lnTo>
                  <a:pt x="296" y="37"/>
                </a:lnTo>
                <a:lnTo>
                  <a:pt x="297" y="37"/>
                </a:lnTo>
                <a:lnTo>
                  <a:pt x="298" y="38"/>
                </a:lnTo>
                <a:lnTo>
                  <a:pt x="299" y="38"/>
                </a:lnTo>
                <a:lnTo>
                  <a:pt x="300" y="38"/>
                </a:lnTo>
                <a:lnTo>
                  <a:pt x="302" y="38"/>
                </a:lnTo>
                <a:lnTo>
                  <a:pt x="305" y="38"/>
                </a:lnTo>
                <a:lnTo>
                  <a:pt x="307" y="37"/>
                </a:lnTo>
                <a:lnTo>
                  <a:pt x="308" y="37"/>
                </a:lnTo>
                <a:lnTo>
                  <a:pt x="309" y="38"/>
                </a:lnTo>
                <a:lnTo>
                  <a:pt x="309" y="37"/>
                </a:lnTo>
                <a:lnTo>
                  <a:pt x="310" y="37"/>
                </a:lnTo>
                <a:lnTo>
                  <a:pt x="312" y="38"/>
                </a:lnTo>
                <a:lnTo>
                  <a:pt x="313" y="38"/>
                </a:lnTo>
                <a:lnTo>
                  <a:pt x="314" y="38"/>
                </a:lnTo>
                <a:lnTo>
                  <a:pt x="315" y="38"/>
                </a:lnTo>
                <a:lnTo>
                  <a:pt x="316" y="38"/>
                </a:lnTo>
                <a:lnTo>
                  <a:pt x="316" y="39"/>
                </a:lnTo>
                <a:lnTo>
                  <a:pt x="317" y="39"/>
                </a:lnTo>
                <a:lnTo>
                  <a:pt x="318" y="39"/>
                </a:lnTo>
                <a:lnTo>
                  <a:pt x="319" y="40"/>
                </a:lnTo>
                <a:lnTo>
                  <a:pt x="318" y="41"/>
                </a:lnTo>
                <a:lnTo>
                  <a:pt x="318" y="42"/>
                </a:lnTo>
                <a:lnTo>
                  <a:pt x="317" y="42"/>
                </a:lnTo>
                <a:lnTo>
                  <a:pt x="317" y="43"/>
                </a:lnTo>
                <a:lnTo>
                  <a:pt x="318" y="43"/>
                </a:lnTo>
                <a:lnTo>
                  <a:pt x="320" y="44"/>
                </a:lnTo>
                <a:lnTo>
                  <a:pt x="321" y="44"/>
                </a:lnTo>
                <a:lnTo>
                  <a:pt x="322" y="44"/>
                </a:lnTo>
                <a:lnTo>
                  <a:pt x="324" y="44"/>
                </a:lnTo>
                <a:lnTo>
                  <a:pt x="325" y="44"/>
                </a:lnTo>
                <a:lnTo>
                  <a:pt x="326" y="44"/>
                </a:lnTo>
                <a:lnTo>
                  <a:pt x="327" y="44"/>
                </a:lnTo>
                <a:lnTo>
                  <a:pt x="328" y="44"/>
                </a:lnTo>
                <a:lnTo>
                  <a:pt x="329" y="44"/>
                </a:lnTo>
                <a:lnTo>
                  <a:pt x="329" y="45"/>
                </a:lnTo>
                <a:lnTo>
                  <a:pt x="329" y="46"/>
                </a:lnTo>
                <a:lnTo>
                  <a:pt x="330" y="46"/>
                </a:lnTo>
                <a:lnTo>
                  <a:pt x="330" y="47"/>
                </a:lnTo>
                <a:lnTo>
                  <a:pt x="330" y="48"/>
                </a:lnTo>
                <a:lnTo>
                  <a:pt x="331" y="48"/>
                </a:lnTo>
                <a:lnTo>
                  <a:pt x="331" y="49"/>
                </a:lnTo>
                <a:lnTo>
                  <a:pt x="332" y="49"/>
                </a:lnTo>
                <a:lnTo>
                  <a:pt x="333" y="49"/>
                </a:lnTo>
                <a:lnTo>
                  <a:pt x="334" y="49"/>
                </a:lnTo>
                <a:lnTo>
                  <a:pt x="334" y="48"/>
                </a:lnTo>
                <a:lnTo>
                  <a:pt x="335" y="48"/>
                </a:lnTo>
                <a:lnTo>
                  <a:pt x="335" y="47"/>
                </a:lnTo>
                <a:lnTo>
                  <a:pt x="335" y="46"/>
                </a:lnTo>
                <a:lnTo>
                  <a:pt x="334" y="46"/>
                </a:lnTo>
                <a:lnTo>
                  <a:pt x="334" y="45"/>
                </a:lnTo>
                <a:lnTo>
                  <a:pt x="334" y="44"/>
                </a:lnTo>
                <a:lnTo>
                  <a:pt x="333" y="44"/>
                </a:lnTo>
                <a:lnTo>
                  <a:pt x="333" y="43"/>
                </a:lnTo>
                <a:lnTo>
                  <a:pt x="333" y="42"/>
                </a:lnTo>
                <a:lnTo>
                  <a:pt x="334" y="41"/>
                </a:lnTo>
                <a:lnTo>
                  <a:pt x="336" y="41"/>
                </a:lnTo>
                <a:lnTo>
                  <a:pt x="338" y="40"/>
                </a:lnTo>
                <a:lnTo>
                  <a:pt x="339" y="40"/>
                </a:lnTo>
                <a:lnTo>
                  <a:pt x="340" y="40"/>
                </a:lnTo>
                <a:lnTo>
                  <a:pt x="340" y="39"/>
                </a:lnTo>
                <a:lnTo>
                  <a:pt x="341" y="39"/>
                </a:lnTo>
                <a:lnTo>
                  <a:pt x="343" y="38"/>
                </a:lnTo>
                <a:lnTo>
                  <a:pt x="344" y="38"/>
                </a:lnTo>
                <a:lnTo>
                  <a:pt x="345" y="38"/>
                </a:lnTo>
                <a:lnTo>
                  <a:pt x="346" y="38"/>
                </a:lnTo>
                <a:lnTo>
                  <a:pt x="347" y="38"/>
                </a:lnTo>
                <a:lnTo>
                  <a:pt x="349" y="38"/>
                </a:lnTo>
                <a:lnTo>
                  <a:pt x="350" y="38"/>
                </a:lnTo>
                <a:lnTo>
                  <a:pt x="353" y="38"/>
                </a:lnTo>
                <a:lnTo>
                  <a:pt x="355" y="38"/>
                </a:lnTo>
                <a:lnTo>
                  <a:pt x="357" y="38"/>
                </a:lnTo>
                <a:lnTo>
                  <a:pt x="358" y="38"/>
                </a:lnTo>
                <a:lnTo>
                  <a:pt x="359" y="38"/>
                </a:lnTo>
                <a:lnTo>
                  <a:pt x="360" y="38"/>
                </a:lnTo>
                <a:lnTo>
                  <a:pt x="361" y="39"/>
                </a:lnTo>
                <a:lnTo>
                  <a:pt x="362" y="39"/>
                </a:lnTo>
                <a:lnTo>
                  <a:pt x="363" y="39"/>
                </a:lnTo>
                <a:lnTo>
                  <a:pt x="363" y="40"/>
                </a:lnTo>
                <a:lnTo>
                  <a:pt x="364" y="40"/>
                </a:lnTo>
                <a:lnTo>
                  <a:pt x="365" y="40"/>
                </a:lnTo>
                <a:lnTo>
                  <a:pt x="366" y="40"/>
                </a:lnTo>
                <a:lnTo>
                  <a:pt x="369" y="42"/>
                </a:lnTo>
                <a:lnTo>
                  <a:pt x="369" y="43"/>
                </a:lnTo>
                <a:lnTo>
                  <a:pt x="370" y="43"/>
                </a:lnTo>
                <a:lnTo>
                  <a:pt x="371" y="43"/>
                </a:lnTo>
                <a:lnTo>
                  <a:pt x="371" y="44"/>
                </a:lnTo>
                <a:lnTo>
                  <a:pt x="372" y="44"/>
                </a:lnTo>
                <a:lnTo>
                  <a:pt x="373" y="44"/>
                </a:lnTo>
                <a:lnTo>
                  <a:pt x="374" y="44"/>
                </a:lnTo>
                <a:lnTo>
                  <a:pt x="374" y="45"/>
                </a:lnTo>
                <a:lnTo>
                  <a:pt x="375" y="45"/>
                </a:lnTo>
                <a:lnTo>
                  <a:pt x="376" y="45"/>
                </a:lnTo>
                <a:lnTo>
                  <a:pt x="377" y="45"/>
                </a:lnTo>
                <a:lnTo>
                  <a:pt x="378" y="46"/>
                </a:lnTo>
                <a:lnTo>
                  <a:pt x="379" y="45"/>
                </a:lnTo>
                <a:lnTo>
                  <a:pt x="379" y="46"/>
                </a:lnTo>
                <a:lnTo>
                  <a:pt x="380" y="46"/>
                </a:lnTo>
                <a:lnTo>
                  <a:pt x="381" y="46"/>
                </a:lnTo>
                <a:lnTo>
                  <a:pt x="382" y="47"/>
                </a:lnTo>
                <a:lnTo>
                  <a:pt x="383" y="47"/>
                </a:lnTo>
                <a:lnTo>
                  <a:pt x="384" y="48"/>
                </a:lnTo>
                <a:lnTo>
                  <a:pt x="385" y="48"/>
                </a:lnTo>
                <a:lnTo>
                  <a:pt x="386" y="48"/>
                </a:lnTo>
                <a:lnTo>
                  <a:pt x="387" y="48"/>
                </a:lnTo>
                <a:lnTo>
                  <a:pt x="388" y="49"/>
                </a:lnTo>
                <a:lnTo>
                  <a:pt x="389" y="49"/>
                </a:lnTo>
                <a:lnTo>
                  <a:pt x="389" y="50"/>
                </a:lnTo>
                <a:lnTo>
                  <a:pt x="388" y="50"/>
                </a:lnTo>
                <a:lnTo>
                  <a:pt x="388" y="52"/>
                </a:lnTo>
                <a:lnTo>
                  <a:pt x="389" y="52"/>
                </a:lnTo>
                <a:lnTo>
                  <a:pt x="389" y="53"/>
                </a:lnTo>
                <a:lnTo>
                  <a:pt x="389" y="54"/>
                </a:lnTo>
                <a:lnTo>
                  <a:pt x="390" y="54"/>
                </a:lnTo>
                <a:lnTo>
                  <a:pt x="391" y="54"/>
                </a:lnTo>
                <a:lnTo>
                  <a:pt x="391" y="53"/>
                </a:lnTo>
                <a:lnTo>
                  <a:pt x="392" y="53"/>
                </a:lnTo>
                <a:lnTo>
                  <a:pt x="393" y="52"/>
                </a:lnTo>
                <a:lnTo>
                  <a:pt x="394" y="52"/>
                </a:lnTo>
                <a:lnTo>
                  <a:pt x="394" y="51"/>
                </a:lnTo>
                <a:lnTo>
                  <a:pt x="395" y="51"/>
                </a:lnTo>
                <a:lnTo>
                  <a:pt x="396" y="50"/>
                </a:lnTo>
                <a:lnTo>
                  <a:pt x="397" y="50"/>
                </a:lnTo>
                <a:lnTo>
                  <a:pt x="398" y="50"/>
                </a:lnTo>
                <a:lnTo>
                  <a:pt x="399" y="50"/>
                </a:lnTo>
                <a:lnTo>
                  <a:pt x="400" y="51"/>
                </a:lnTo>
                <a:lnTo>
                  <a:pt x="400" y="52"/>
                </a:lnTo>
                <a:lnTo>
                  <a:pt x="401" y="52"/>
                </a:lnTo>
                <a:lnTo>
                  <a:pt x="401" y="53"/>
                </a:lnTo>
                <a:lnTo>
                  <a:pt x="401" y="54"/>
                </a:lnTo>
                <a:lnTo>
                  <a:pt x="401" y="55"/>
                </a:lnTo>
                <a:lnTo>
                  <a:pt x="402" y="55"/>
                </a:lnTo>
                <a:lnTo>
                  <a:pt x="402" y="56"/>
                </a:lnTo>
                <a:lnTo>
                  <a:pt x="404" y="57"/>
                </a:lnTo>
                <a:lnTo>
                  <a:pt x="404" y="58"/>
                </a:lnTo>
                <a:lnTo>
                  <a:pt x="405" y="58"/>
                </a:lnTo>
                <a:lnTo>
                  <a:pt x="406" y="59"/>
                </a:lnTo>
                <a:lnTo>
                  <a:pt x="407" y="59"/>
                </a:lnTo>
                <a:lnTo>
                  <a:pt x="408" y="59"/>
                </a:lnTo>
                <a:lnTo>
                  <a:pt x="409" y="59"/>
                </a:lnTo>
                <a:lnTo>
                  <a:pt x="410" y="59"/>
                </a:lnTo>
                <a:lnTo>
                  <a:pt x="410" y="60"/>
                </a:lnTo>
                <a:lnTo>
                  <a:pt x="411" y="60"/>
                </a:lnTo>
                <a:lnTo>
                  <a:pt x="411" y="61"/>
                </a:lnTo>
                <a:lnTo>
                  <a:pt x="410" y="61"/>
                </a:lnTo>
                <a:lnTo>
                  <a:pt x="409" y="61"/>
                </a:lnTo>
                <a:lnTo>
                  <a:pt x="409" y="62"/>
                </a:lnTo>
                <a:lnTo>
                  <a:pt x="409" y="63"/>
                </a:lnTo>
                <a:lnTo>
                  <a:pt x="409" y="64"/>
                </a:lnTo>
                <a:lnTo>
                  <a:pt x="409" y="65"/>
                </a:lnTo>
                <a:lnTo>
                  <a:pt x="408" y="66"/>
                </a:lnTo>
                <a:lnTo>
                  <a:pt x="406" y="66"/>
                </a:lnTo>
                <a:lnTo>
                  <a:pt x="405" y="66"/>
                </a:lnTo>
                <a:lnTo>
                  <a:pt x="404" y="66"/>
                </a:lnTo>
                <a:lnTo>
                  <a:pt x="404" y="67"/>
                </a:lnTo>
                <a:lnTo>
                  <a:pt x="403" y="67"/>
                </a:lnTo>
                <a:lnTo>
                  <a:pt x="403" y="68"/>
                </a:lnTo>
                <a:lnTo>
                  <a:pt x="403" y="69"/>
                </a:lnTo>
                <a:lnTo>
                  <a:pt x="403" y="71"/>
                </a:lnTo>
                <a:lnTo>
                  <a:pt x="403" y="72"/>
                </a:lnTo>
                <a:lnTo>
                  <a:pt x="404" y="73"/>
                </a:lnTo>
                <a:lnTo>
                  <a:pt x="405" y="73"/>
                </a:lnTo>
                <a:lnTo>
                  <a:pt x="406" y="72"/>
                </a:lnTo>
                <a:lnTo>
                  <a:pt x="407" y="72"/>
                </a:lnTo>
                <a:lnTo>
                  <a:pt x="408" y="71"/>
                </a:lnTo>
                <a:lnTo>
                  <a:pt x="409" y="71"/>
                </a:lnTo>
                <a:lnTo>
                  <a:pt x="411" y="71"/>
                </a:lnTo>
                <a:lnTo>
                  <a:pt x="412" y="70"/>
                </a:lnTo>
                <a:lnTo>
                  <a:pt x="413" y="69"/>
                </a:lnTo>
                <a:lnTo>
                  <a:pt x="414" y="69"/>
                </a:lnTo>
                <a:lnTo>
                  <a:pt x="415" y="70"/>
                </a:lnTo>
                <a:lnTo>
                  <a:pt x="416" y="70"/>
                </a:lnTo>
                <a:lnTo>
                  <a:pt x="416" y="69"/>
                </a:lnTo>
                <a:lnTo>
                  <a:pt x="417" y="69"/>
                </a:lnTo>
                <a:lnTo>
                  <a:pt x="419" y="69"/>
                </a:lnTo>
                <a:lnTo>
                  <a:pt x="419" y="70"/>
                </a:lnTo>
                <a:lnTo>
                  <a:pt x="420" y="70"/>
                </a:lnTo>
                <a:lnTo>
                  <a:pt x="420" y="71"/>
                </a:lnTo>
                <a:lnTo>
                  <a:pt x="420" y="72"/>
                </a:lnTo>
                <a:lnTo>
                  <a:pt x="420" y="73"/>
                </a:lnTo>
                <a:lnTo>
                  <a:pt x="421" y="73"/>
                </a:lnTo>
                <a:lnTo>
                  <a:pt x="422" y="74"/>
                </a:lnTo>
                <a:lnTo>
                  <a:pt x="423" y="75"/>
                </a:lnTo>
                <a:lnTo>
                  <a:pt x="424" y="75"/>
                </a:lnTo>
                <a:lnTo>
                  <a:pt x="424" y="76"/>
                </a:lnTo>
                <a:lnTo>
                  <a:pt x="425" y="76"/>
                </a:lnTo>
                <a:lnTo>
                  <a:pt x="425" y="77"/>
                </a:lnTo>
                <a:lnTo>
                  <a:pt x="426" y="77"/>
                </a:lnTo>
                <a:lnTo>
                  <a:pt x="426" y="78"/>
                </a:lnTo>
                <a:lnTo>
                  <a:pt x="427" y="78"/>
                </a:lnTo>
                <a:lnTo>
                  <a:pt x="427" y="79"/>
                </a:lnTo>
                <a:lnTo>
                  <a:pt x="427" y="80"/>
                </a:lnTo>
                <a:lnTo>
                  <a:pt x="428" y="80"/>
                </a:lnTo>
                <a:lnTo>
                  <a:pt x="428" y="81"/>
                </a:lnTo>
                <a:lnTo>
                  <a:pt x="429" y="81"/>
                </a:lnTo>
                <a:lnTo>
                  <a:pt x="429" y="82"/>
                </a:lnTo>
                <a:lnTo>
                  <a:pt x="430" y="82"/>
                </a:lnTo>
                <a:lnTo>
                  <a:pt x="430" y="83"/>
                </a:lnTo>
                <a:lnTo>
                  <a:pt x="431" y="83"/>
                </a:lnTo>
                <a:lnTo>
                  <a:pt x="431" y="84"/>
                </a:lnTo>
                <a:lnTo>
                  <a:pt x="432" y="84"/>
                </a:lnTo>
                <a:lnTo>
                  <a:pt x="432" y="83"/>
                </a:lnTo>
                <a:lnTo>
                  <a:pt x="433" y="83"/>
                </a:lnTo>
                <a:lnTo>
                  <a:pt x="433" y="82"/>
                </a:lnTo>
                <a:lnTo>
                  <a:pt x="434" y="82"/>
                </a:lnTo>
                <a:lnTo>
                  <a:pt x="434" y="81"/>
                </a:lnTo>
                <a:lnTo>
                  <a:pt x="435" y="80"/>
                </a:lnTo>
                <a:lnTo>
                  <a:pt x="435" y="79"/>
                </a:lnTo>
                <a:lnTo>
                  <a:pt x="436" y="79"/>
                </a:lnTo>
                <a:lnTo>
                  <a:pt x="437" y="79"/>
                </a:lnTo>
                <a:lnTo>
                  <a:pt x="438" y="79"/>
                </a:lnTo>
                <a:lnTo>
                  <a:pt x="442" y="81"/>
                </a:lnTo>
                <a:lnTo>
                  <a:pt x="443" y="82"/>
                </a:lnTo>
                <a:lnTo>
                  <a:pt x="444" y="82"/>
                </a:lnTo>
                <a:lnTo>
                  <a:pt x="444" y="83"/>
                </a:lnTo>
                <a:lnTo>
                  <a:pt x="443" y="84"/>
                </a:lnTo>
                <a:lnTo>
                  <a:pt x="442" y="84"/>
                </a:lnTo>
                <a:lnTo>
                  <a:pt x="441" y="84"/>
                </a:lnTo>
                <a:lnTo>
                  <a:pt x="440" y="84"/>
                </a:lnTo>
                <a:lnTo>
                  <a:pt x="438" y="84"/>
                </a:lnTo>
                <a:lnTo>
                  <a:pt x="438" y="85"/>
                </a:lnTo>
                <a:lnTo>
                  <a:pt x="437" y="85"/>
                </a:lnTo>
                <a:lnTo>
                  <a:pt x="437" y="86"/>
                </a:lnTo>
                <a:lnTo>
                  <a:pt x="438" y="87"/>
                </a:lnTo>
                <a:lnTo>
                  <a:pt x="439" y="88"/>
                </a:lnTo>
                <a:lnTo>
                  <a:pt x="439" y="89"/>
                </a:lnTo>
                <a:lnTo>
                  <a:pt x="440" y="90"/>
                </a:lnTo>
                <a:lnTo>
                  <a:pt x="440" y="91"/>
                </a:lnTo>
                <a:lnTo>
                  <a:pt x="439" y="91"/>
                </a:lnTo>
                <a:lnTo>
                  <a:pt x="438" y="92"/>
                </a:lnTo>
                <a:lnTo>
                  <a:pt x="435" y="92"/>
                </a:lnTo>
                <a:lnTo>
                  <a:pt x="434" y="92"/>
                </a:lnTo>
                <a:lnTo>
                  <a:pt x="433" y="92"/>
                </a:lnTo>
                <a:lnTo>
                  <a:pt x="432" y="92"/>
                </a:lnTo>
                <a:lnTo>
                  <a:pt x="431" y="93"/>
                </a:lnTo>
                <a:lnTo>
                  <a:pt x="431" y="94"/>
                </a:lnTo>
                <a:lnTo>
                  <a:pt x="430" y="95"/>
                </a:lnTo>
                <a:lnTo>
                  <a:pt x="430" y="97"/>
                </a:lnTo>
                <a:lnTo>
                  <a:pt x="431" y="98"/>
                </a:lnTo>
                <a:lnTo>
                  <a:pt x="432" y="99"/>
                </a:lnTo>
                <a:lnTo>
                  <a:pt x="433" y="100"/>
                </a:lnTo>
                <a:lnTo>
                  <a:pt x="434" y="100"/>
                </a:lnTo>
                <a:lnTo>
                  <a:pt x="434" y="101"/>
                </a:lnTo>
                <a:lnTo>
                  <a:pt x="435" y="102"/>
                </a:lnTo>
                <a:lnTo>
                  <a:pt x="436" y="102"/>
                </a:lnTo>
                <a:lnTo>
                  <a:pt x="437" y="102"/>
                </a:lnTo>
                <a:lnTo>
                  <a:pt x="439" y="101"/>
                </a:lnTo>
                <a:lnTo>
                  <a:pt x="439" y="100"/>
                </a:lnTo>
                <a:lnTo>
                  <a:pt x="439" y="99"/>
                </a:lnTo>
                <a:lnTo>
                  <a:pt x="440" y="99"/>
                </a:lnTo>
                <a:lnTo>
                  <a:pt x="442" y="100"/>
                </a:lnTo>
                <a:lnTo>
                  <a:pt x="443" y="101"/>
                </a:lnTo>
                <a:lnTo>
                  <a:pt x="444" y="101"/>
                </a:lnTo>
                <a:lnTo>
                  <a:pt x="444" y="102"/>
                </a:lnTo>
                <a:lnTo>
                  <a:pt x="445" y="102"/>
                </a:lnTo>
                <a:lnTo>
                  <a:pt x="449" y="104"/>
                </a:lnTo>
                <a:lnTo>
                  <a:pt x="450" y="105"/>
                </a:lnTo>
                <a:lnTo>
                  <a:pt x="452" y="106"/>
                </a:lnTo>
                <a:lnTo>
                  <a:pt x="452" y="107"/>
                </a:lnTo>
                <a:lnTo>
                  <a:pt x="452" y="108"/>
                </a:lnTo>
                <a:lnTo>
                  <a:pt x="452" y="109"/>
                </a:lnTo>
                <a:lnTo>
                  <a:pt x="451" y="110"/>
                </a:lnTo>
                <a:lnTo>
                  <a:pt x="451" y="111"/>
                </a:lnTo>
                <a:lnTo>
                  <a:pt x="450" y="112"/>
                </a:lnTo>
                <a:lnTo>
                  <a:pt x="450" y="113"/>
                </a:lnTo>
                <a:lnTo>
                  <a:pt x="451" y="113"/>
                </a:lnTo>
                <a:lnTo>
                  <a:pt x="452" y="113"/>
                </a:lnTo>
                <a:lnTo>
                  <a:pt x="453" y="113"/>
                </a:lnTo>
                <a:lnTo>
                  <a:pt x="454" y="113"/>
                </a:lnTo>
                <a:lnTo>
                  <a:pt x="456" y="113"/>
                </a:lnTo>
                <a:lnTo>
                  <a:pt x="456" y="112"/>
                </a:lnTo>
                <a:lnTo>
                  <a:pt x="457" y="112"/>
                </a:lnTo>
                <a:lnTo>
                  <a:pt x="457" y="113"/>
                </a:lnTo>
                <a:lnTo>
                  <a:pt x="458" y="113"/>
                </a:lnTo>
                <a:lnTo>
                  <a:pt x="459" y="114"/>
                </a:lnTo>
                <a:lnTo>
                  <a:pt x="459" y="115"/>
                </a:lnTo>
                <a:lnTo>
                  <a:pt x="460" y="116"/>
                </a:lnTo>
                <a:lnTo>
                  <a:pt x="461" y="116"/>
                </a:lnTo>
                <a:lnTo>
                  <a:pt x="461" y="117"/>
                </a:lnTo>
                <a:lnTo>
                  <a:pt x="462" y="117"/>
                </a:lnTo>
                <a:lnTo>
                  <a:pt x="463" y="118"/>
                </a:lnTo>
                <a:lnTo>
                  <a:pt x="464" y="119"/>
                </a:lnTo>
                <a:lnTo>
                  <a:pt x="465" y="120"/>
                </a:lnTo>
                <a:lnTo>
                  <a:pt x="465" y="122"/>
                </a:lnTo>
                <a:lnTo>
                  <a:pt x="465" y="124"/>
                </a:lnTo>
                <a:lnTo>
                  <a:pt x="465" y="125"/>
                </a:lnTo>
                <a:lnTo>
                  <a:pt x="464" y="125"/>
                </a:lnTo>
                <a:lnTo>
                  <a:pt x="463" y="125"/>
                </a:lnTo>
                <a:lnTo>
                  <a:pt x="463" y="126"/>
                </a:lnTo>
                <a:lnTo>
                  <a:pt x="462" y="126"/>
                </a:lnTo>
                <a:lnTo>
                  <a:pt x="462" y="127"/>
                </a:lnTo>
                <a:lnTo>
                  <a:pt x="462" y="128"/>
                </a:lnTo>
                <a:lnTo>
                  <a:pt x="462" y="129"/>
                </a:lnTo>
                <a:lnTo>
                  <a:pt x="463" y="129"/>
                </a:lnTo>
                <a:lnTo>
                  <a:pt x="464" y="130"/>
                </a:lnTo>
                <a:lnTo>
                  <a:pt x="465" y="130"/>
                </a:lnTo>
                <a:lnTo>
                  <a:pt x="467" y="130"/>
                </a:lnTo>
                <a:lnTo>
                  <a:pt x="468" y="130"/>
                </a:lnTo>
                <a:lnTo>
                  <a:pt x="469" y="130"/>
                </a:lnTo>
                <a:lnTo>
                  <a:pt x="470" y="130"/>
                </a:lnTo>
                <a:lnTo>
                  <a:pt x="471" y="130"/>
                </a:lnTo>
                <a:lnTo>
                  <a:pt x="472" y="130"/>
                </a:lnTo>
                <a:lnTo>
                  <a:pt x="472" y="131"/>
                </a:lnTo>
                <a:lnTo>
                  <a:pt x="473" y="131"/>
                </a:lnTo>
                <a:lnTo>
                  <a:pt x="473" y="132"/>
                </a:lnTo>
                <a:lnTo>
                  <a:pt x="472" y="132"/>
                </a:lnTo>
                <a:lnTo>
                  <a:pt x="471" y="132"/>
                </a:lnTo>
                <a:lnTo>
                  <a:pt x="470" y="132"/>
                </a:lnTo>
                <a:lnTo>
                  <a:pt x="469" y="132"/>
                </a:lnTo>
                <a:lnTo>
                  <a:pt x="469" y="133"/>
                </a:lnTo>
                <a:lnTo>
                  <a:pt x="468" y="133"/>
                </a:lnTo>
                <a:lnTo>
                  <a:pt x="467" y="133"/>
                </a:lnTo>
                <a:lnTo>
                  <a:pt x="467" y="134"/>
                </a:lnTo>
                <a:lnTo>
                  <a:pt x="466" y="134"/>
                </a:lnTo>
                <a:lnTo>
                  <a:pt x="465" y="134"/>
                </a:lnTo>
                <a:lnTo>
                  <a:pt x="465" y="135"/>
                </a:lnTo>
                <a:lnTo>
                  <a:pt x="464" y="135"/>
                </a:lnTo>
                <a:lnTo>
                  <a:pt x="463" y="135"/>
                </a:lnTo>
                <a:lnTo>
                  <a:pt x="463" y="136"/>
                </a:lnTo>
                <a:lnTo>
                  <a:pt x="462" y="136"/>
                </a:lnTo>
                <a:lnTo>
                  <a:pt x="461" y="137"/>
                </a:lnTo>
                <a:lnTo>
                  <a:pt x="461" y="138"/>
                </a:lnTo>
                <a:lnTo>
                  <a:pt x="460" y="138"/>
                </a:lnTo>
                <a:lnTo>
                  <a:pt x="460" y="139"/>
                </a:lnTo>
                <a:lnTo>
                  <a:pt x="461" y="140"/>
                </a:lnTo>
                <a:lnTo>
                  <a:pt x="462" y="140"/>
                </a:lnTo>
                <a:lnTo>
                  <a:pt x="462" y="141"/>
                </a:lnTo>
                <a:lnTo>
                  <a:pt x="463" y="141"/>
                </a:lnTo>
                <a:lnTo>
                  <a:pt x="464" y="141"/>
                </a:lnTo>
                <a:lnTo>
                  <a:pt x="465" y="141"/>
                </a:lnTo>
                <a:lnTo>
                  <a:pt x="465" y="142"/>
                </a:lnTo>
                <a:lnTo>
                  <a:pt x="466" y="142"/>
                </a:lnTo>
                <a:lnTo>
                  <a:pt x="467" y="142"/>
                </a:lnTo>
                <a:lnTo>
                  <a:pt x="468" y="142"/>
                </a:lnTo>
                <a:lnTo>
                  <a:pt x="470" y="142"/>
                </a:lnTo>
                <a:lnTo>
                  <a:pt x="470" y="143"/>
                </a:lnTo>
                <a:lnTo>
                  <a:pt x="471" y="143"/>
                </a:lnTo>
                <a:lnTo>
                  <a:pt x="472" y="143"/>
                </a:lnTo>
                <a:lnTo>
                  <a:pt x="473" y="144"/>
                </a:lnTo>
                <a:lnTo>
                  <a:pt x="474" y="144"/>
                </a:lnTo>
                <a:lnTo>
                  <a:pt x="475" y="144"/>
                </a:lnTo>
                <a:lnTo>
                  <a:pt x="476" y="144"/>
                </a:lnTo>
                <a:lnTo>
                  <a:pt x="477" y="144"/>
                </a:lnTo>
                <a:lnTo>
                  <a:pt x="478" y="145"/>
                </a:lnTo>
                <a:lnTo>
                  <a:pt x="479" y="145"/>
                </a:lnTo>
                <a:lnTo>
                  <a:pt x="482" y="146"/>
                </a:lnTo>
                <a:lnTo>
                  <a:pt x="482" y="147"/>
                </a:lnTo>
                <a:lnTo>
                  <a:pt x="483" y="147"/>
                </a:lnTo>
                <a:lnTo>
                  <a:pt x="484" y="147"/>
                </a:lnTo>
                <a:lnTo>
                  <a:pt x="484" y="148"/>
                </a:lnTo>
                <a:lnTo>
                  <a:pt x="484" y="149"/>
                </a:lnTo>
                <a:lnTo>
                  <a:pt x="484" y="150"/>
                </a:lnTo>
                <a:lnTo>
                  <a:pt x="483" y="150"/>
                </a:lnTo>
                <a:lnTo>
                  <a:pt x="483" y="151"/>
                </a:lnTo>
                <a:lnTo>
                  <a:pt x="482" y="151"/>
                </a:lnTo>
                <a:lnTo>
                  <a:pt x="482" y="152"/>
                </a:lnTo>
                <a:lnTo>
                  <a:pt x="482" y="153"/>
                </a:lnTo>
                <a:lnTo>
                  <a:pt x="482" y="154"/>
                </a:lnTo>
                <a:lnTo>
                  <a:pt x="481" y="154"/>
                </a:lnTo>
                <a:lnTo>
                  <a:pt x="481" y="155"/>
                </a:lnTo>
                <a:lnTo>
                  <a:pt x="480" y="155"/>
                </a:lnTo>
                <a:lnTo>
                  <a:pt x="480" y="156"/>
                </a:lnTo>
                <a:lnTo>
                  <a:pt x="480" y="157"/>
                </a:lnTo>
                <a:lnTo>
                  <a:pt x="479" y="157"/>
                </a:lnTo>
                <a:lnTo>
                  <a:pt x="478" y="157"/>
                </a:lnTo>
                <a:lnTo>
                  <a:pt x="477" y="157"/>
                </a:lnTo>
                <a:lnTo>
                  <a:pt x="476" y="157"/>
                </a:lnTo>
                <a:lnTo>
                  <a:pt x="474" y="158"/>
                </a:lnTo>
                <a:lnTo>
                  <a:pt x="474" y="159"/>
                </a:lnTo>
                <a:lnTo>
                  <a:pt x="473" y="159"/>
                </a:lnTo>
                <a:lnTo>
                  <a:pt x="473" y="160"/>
                </a:lnTo>
                <a:lnTo>
                  <a:pt x="474" y="161"/>
                </a:lnTo>
                <a:lnTo>
                  <a:pt x="475" y="162"/>
                </a:lnTo>
                <a:lnTo>
                  <a:pt x="476" y="162"/>
                </a:lnTo>
                <a:lnTo>
                  <a:pt x="476" y="163"/>
                </a:lnTo>
                <a:lnTo>
                  <a:pt x="475" y="164"/>
                </a:lnTo>
                <a:lnTo>
                  <a:pt x="475" y="165"/>
                </a:lnTo>
                <a:lnTo>
                  <a:pt x="475" y="167"/>
                </a:lnTo>
                <a:lnTo>
                  <a:pt x="476" y="167"/>
                </a:lnTo>
                <a:lnTo>
                  <a:pt x="477" y="168"/>
                </a:lnTo>
                <a:lnTo>
                  <a:pt x="478" y="168"/>
                </a:lnTo>
                <a:lnTo>
                  <a:pt x="479" y="168"/>
                </a:lnTo>
                <a:lnTo>
                  <a:pt x="479" y="169"/>
                </a:lnTo>
                <a:lnTo>
                  <a:pt x="480" y="171"/>
                </a:lnTo>
                <a:lnTo>
                  <a:pt x="481" y="172"/>
                </a:lnTo>
                <a:lnTo>
                  <a:pt x="482" y="172"/>
                </a:lnTo>
                <a:lnTo>
                  <a:pt x="483" y="173"/>
                </a:lnTo>
                <a:lnTo>
                  <a:pt x="484" y="175"/>
                </a:lnTo>
                <a:lnTo>
                  <a:pt x="485" y="177"/>
                </a:lnTo>
                <a:lnTo>
                  <a:pt x="485" y="178"/>
                </a:lnTo>
                <a:lnTo>
                  <a:pt x="486" y="179"/>
                </a:lnTo>
                <a:lnTo>
                  <a:pt x="487" y="180"/>
                </a:lnTo>
                <a:lnTo>
                  <a:pt x="488" y="181"/>
                </a:lnTo>
                <a:lnTo>
                  <a:pt x="488" y="182"/>
                </a:lnTo>
                <a:lnTo>
                  <a:pt x="489" y="183"/>
                </a:lnTo>
                <a:lnTo>
                  <a:pt x="490" y="184"/>
                </a:lnTo>
                <a:lnTo>
                  <a:pt x="491" y="185"/>
                </a:lnTo>
                <a:lnTo>
                  <a:pt x="492" y="185"/>
                </a:lnTo>
                <a:lnTo>
                  <a:pt x="493" y="185"/>
                </a:lnTo>
                <a:lnTo>
                  <a:pt x="493" y="186"/>
                </a:lnTo>
                <a:lnTo>
                  <a:pt x="493" y="187"/>
                </a:lnTo>
                <a:lnTo>
                  <a:pt x="493" y="188"/>
                </a:lnTo>
                <a:lnTo>
                  <a:pt x="494" y="189"/>
                </a:lnTo>
                <a:lnTo>
                  <a:pt x="495" y="189"/>
                </a:lnTo>
                <a:lnTo>
                  <a:pt x="496" y="189"/>
                </a:lnTo>
                <a:lnTo>
                  <a:pt x="497" y="189"/>
                </a:lnTo>
                <a:lnTo>
                  <a:pt x="497" y="188"/>
                </a:lnTo>
                <a:lnTo>
                  <a:pt x="498" y="189"/>
                </a:lnTo>
                <a:lnTo>
                  <a:pt x="499" y="190"/>
                </a:lnTo>
                <a:lnTo>
                  <a:pt x="499" y="191"/>
                </a:lnTo>
                <a:lnTo>
                  <a:pt x="499" y="192"/>
                </a:lnTo>
                <a:lnTo>
                  <a:pt x="498" y="193"/>
                </a:lnTo>
                <a:lnTo>
                  <a:pt x="498" y="194"/>
                </a:lnTo>
                <a:lnTo>
                  <a:pt x="499" y="194"/>
                </a:lnTo>
                <a:lnTo>
                  <a:pt x="499" y="195"/>
                </a:lnTo>
                <a:lnTo>
                  <a:pt x="500" y="196"/>
                </a:lnTo>
                <a:lnTo>
                  <a:pt x="500" y="198"/>
                </a:lnTo>
                <a:lnTo>
                  <a:pt x="499" y="199"/>
                </a:lnTo>
                <a:lnTo>
                  <a:pt x="498" y="200"/>
                </a:lnTo>
                <a:lnTo>
                  <a:pt x="497" y="200"/>
                </a:lnTo>
                <a:lnTo>
                  <a:pt x="496" y="200"/>
                </a:lnTo>
                <a:lnTo>
                  <a:pt x="494" y="201"/>
                </a:lnTo>
                <a:lnTo>
                  <a:pt x="494" y="202"/>
                </a:lnTo>
                <a:lnTo>
                  <a:pt x="495" y="203"/>
                </a:lnTo>
                <a:lnTo>
                  <a:pt x="496" y="204"/>
                </a:lnTo>
                <a:lnTo>
                  <a:pt x="498" y="205"/>
                </a:lnTo>
                <a:lnTo>
                  <a:pt x="499" y="205"/>
                </a:lnTo>
                <a:lnTo>
                  <a:pt x="500" y="206"/>
                </a:lnTo>
                <a:lnTo>
                  <a:pt x="501" y="206"/>
                </a:lnTo>
                <a:lnTo>
                  <a:pt x="503" y="206"/>
                </a:lnTo>
                <a:lnTo>
                  <a:pt x="505" y="207"/>
                </a:lnTo>
                <a:lnTo>
                  <a:pt x="506" y="207"/>
                </a:lnTo>
                <a:lnTo>
                  <a:pt x="509" y="208"/>
                </a:lnTo>
                <a:lnTo>
                  <a:pt x="509" y="209"/>
                </a:lnTo>
                <a:lnTo>
                  <a:pt x="510" y="209"/>
                </a:lnTo>
                <a:lnTo>
                  <a:pt x="510" y="210"/>
                </a:lnTo>
                <a:lnTo>
                  <a:pt x="509" y="210"/>
                </a:lnTo>
                <a:lnTo>
                  <a:pt x="509" y="211"/>
                </a:lnTo>
                <a:lnTo>
                  <a:pt x="508" y="211"/>
                </a:lnTo>
                <a:lnTo>
                  <a:pt x="508" y="212"/>
                </a:lnTo>
                <a:lnTo>
                  <a:pt x="507" y="212"/>
                </a:lnTo>
                <a:lnTo>
                  <a:pt x="506" y="213"/>
                </a:lnTo>
                <a:lnTo>
                  <a:pt x="506" y="214"/>
                </a:lnTo>
                <a:lnTo>
                  <a:pt x="506" y="215"/>
                </a:lnTo>
                <a:lnTo>
                  <a:pt x="506" y="216"/>
                </a:lnTo>
                <a:lnTo>
                  <a:pt x="504" y="217"/>
                </a:lnTo>
                <a:lnTo>
                  <a:pt x="504" y="218"/>
                </a:lnTo>
                <a:lnTo>
                  <a:pt x="504" y="219"/>
                </a:lnTo>
                <a:lnTo>
                  <a:pt x="505" y="219"/>
                </a:lnTo>
                <a:lnTo>
                  <a:pt x="505" y="220"/>
                </a:lnTo>
                <a:lnTo>
                  <a:pt x="506" y="220"/>
                </a:lnTo>
                <a:lnTo>
                  <a:pt x="507" y="220"/>
                </a:lnTo>
                <a:lnTo>
                  <a:pt x="507" y="221"/>
                </a:lnTo>
                <a:lnTo>
                  <a:pt x="508" y="221"/>
                </a:lnTo>
                <a:lnTo>
                  <a:pt x="511" y="221"/>
                </a:lnTo>
                <a:lnTo>
                  <a:pt x="513" y="221"/>
                </a:lnTo>
                <a:lnTo>
                  <a:pt x="514" y="221"/>
                </a:lnTo>
                <a:lnTo>
                  <a:pt x="515" y="221"/>
                </a:lnTo>
                <a:lnTo>
                  <a:pt x="515" y="222"/>
                </a:lnTo>
                <a:lnTo>
                  <a:pt x="516" y="222"/>
                </a:lnTo>
                <a:lnTo>
                  <a:pt x="516" y="223"/>
                </a:lnTo>
                <a:lnTo>
                  <a:pt x="517" y="224"/>
                </a:lnTo>
                <a:lnTo>
                  <a:pt x="517" y="226"/>
                </a:lnTo>
                <a:lnTo>
                  <a:pt x="517" y="227"/>
                </a:lnTo>
                <a:lnTo>
                  <a:pt x="516" y="228"/>
                </a:lnTo>
                <a:lnTo>
                  <a:pt x="515" y="228"/>
                </a:lnTo>
                <a:lnTo>
                  <a:pt x="515" y="229"/>
                </a:lnTo>
                <a:lnTo>
                  <a:pt x="513" y="228"/>
                </a:lnTo>
                <a:lnTo>
                  <a:pt x="512" y="228"/>
                </a:lnTo>
                <a:lnTo>
                  <a:pt x="510" y="228"/>
                </a:lnTo>
                <a:lnTo>
                  <a:pt x="509" y="228"/>
                </a:lnTo>
                <a:lnTo>
                  <a:pt x="508" y="229"/>
                </a:lnTo>
                <a:lnTo>
                  <a:pt x="507" y="230"/>
                </a:lnTo>
                <a:lnTo>
                  <a:pt x="507" y="231"/>
                </a:lnTo>
                <a:lnTo>
                  <a:pt x="507" y="233"/>
                </a:lnTo>
                <a:lnTo>
                  <a:pt x="507" y="235"/>
                </a:lnTo>
                <a:lnTo>
                  <a:pt x="508" y="236"/>
                </a:lnTo>
                <a:lnTo>
                  <a:pt x="509" y="237"/>
                </a:lnTo>
                <a:lnTo>
                  <a:pt x="511" y="238"/>
                </a:lnTo>
                <a:lnTo>
                  <a:pt x="512" y="238"/>
                </a:lnTo>
                <a:lnTo>
                  <a:pt x="513" y="238"/>
                </a:lnTo>
                <a:lnTo>
                  <a:pt x="514" y="238"/>
                </a:lnTo>
                <a:lnTo>
                  <a:pt x="515" y="238"/>
                </a:lnTo>
                <a:lnTo>
                  <a:pt x="516" y="237"/>
                </a:lnTo>
                <a:lnTo>
                  <a:pt x="516" y="236"/>
                </a:lnTo>
                <a:lnTo>
                  <a:pt x="516" y="235"/>
                </a:lnTo>
                <a:lnTo>
                  <a:pt x="515" y="234"/>
                </a:lnTo>
                <a:lnTo>
                  <a:pt x="514" y="234"/>
                </a:lnTo>
                <a:lnTo>
                  <a:pt x="513" y="233"/>
                </a:lnTo>
                <a:lnTo>
                  <a:pt x="512" y="232"/>
                </a:lnTo>
                <a:lnTo>
                  <a:pt x="512" y="231"/>
                </a:lnTo>
                <a:lnTo>
                  <a:pt x="513" y="230"/>
                </a:lnTo>
                <a:lnTo>
                  <a:pt x="514" y="230"/>
                </a:lnTo>
                <a:lnTo>
                  <a:pt x="516" y="230"/>
                </a:lnTo>
                <a:lnTo>
                  <a:pt x="518" y="229"/>
                </a:lnTo>
                <a:lnTo>
                  <a:pt x="519" y="229"/>
                </a:lnTo>
                <a:lnTo>
                  <a:pt x="521" y="229"/>
                </a:lnTo>
                <a:lnTo>
                  <a:pt x="522" y="229"/>
                </a:lnTo>
                <a:lnTo>
                  <a:pt x="522" y="230"/>
                </a:lnTo>
                <a:lnTo>
                  <a:pt x="522" y="231"/>
                </a:lnTo>
                <a:lnTo>
                  <a:pt x="522" y="232"/>
                </a:lnTo>
                <a:lnTo>
                  <a:pt x="522" y="233"/>
                </a:lnTo>
                <a:lnTo>
                  <a:pt x="521" y="233"/>
                </a:lnTo>
                <a:lnTo>
                  <a:pt x="521" y="234"/>
                </a:lnTo>
                <a:lnTo>
                  <a:pt x="520" y="235"/>
                </a:lnTo>
                <a:lnTo>
                  <a:pt x="519" y="236"/>
                </a:lnTo>
                <a:lnTo>
                  <a:pt x="518" y="237"/>
                </a:lnTo>
                <a:lnTo>
                  <a:pt x="517" y="238"/>
                </a:lnTo>
                <a:lnTo>
                  <a:pt x="516" y="240"/>
                </a:lnTo>
                <a:lnTo>
                  <a:pt x="515" y="241"/>
                </a:lnTo>
                <a:lnTo>
                  <a:pt x="515" y="242"/>
                </a:lnTo>
                <a:lnTo>
                  <a:pt x="514" y="243"/>
                </a:lnTo>
                <a:lnTo>
                  <a:pt x="515" y="244"/>
                </a:lnTo>
                <a:lnTo>
                  <a:pt x="515" y="245"/>
                </a:lnTo>
                <a:lnTo>
                  <a:pt x="516" y="247"/>
                </a:lnTo>
                <a:lnTo>
                  <a:pt x="516" y="249"/>
                </a:lnTo>
                <a:lnTo>
                  <a:pt x="516" y="250"/>
                </a:lnTo>
                <a:lnTo>
                  <a:pt x="516" y="252"/>
                </a:lnTo>
                <a:lnTo>
                  <a:pt x="517" y="253"/>
                </a:lnTo>
                <a:lnTo>
                  <a:pt x="516" y="254"/>
                </a:lnTo>
                <a:lnTo>
                  <a:pt x="516" y="255"/>
                </a:lnTo>
                <a:lnTo>
                  <a:pt x="517" y="257"/>
                </a:lnTo>
                <a:lnTo>
                  <a:pt x="517" y="258"/>
                </a:lnTo>
                <a:lnTo>
                  <a:pt x="518" y="258"/>
                </a:lnTo>
                <a:lnTo>
                  <a:pt x="519" y="258"/>
                </a:lnTo>
                <a:lnTo>
                  <a:pt x="520" y="259"/>
                </a:lnTo>
                <a:lnTo>
                  <a:pt x="521" y="260"/>
                </a:lnTo>
                <a:lnTo>
                  <a:pt x="523" y="261"/>
                </a:lnTo>
                <a:lnTo>
                  <a:pt x="524" y="263"/>
                </a:lnTo>
                <a:lnTo>
                  <a:pt x="526" y="265"/>
                </a:lnTo>
                <a:lnTo>
                  <a:pt x="528" y="267"/>
                </a:lnTo>
                <a:lnTo>
                  <a:pt x="529" y="267"/>
                </a:lnTo>
                <a:lnTo>
                  <a:pt x="530" y="268"/>
                </a:lnTo>
                <a:lnTo>
                  <a:pt x="532" y="269"/>
                </a:lnTo>
                <a:lnTo>
                  <a:pt x="533" y="269"/>
                </a:lnTo>
                <a:lnTo>
                  <a:pt x="535" y="271"/>
                </a:lnTo>
                <a:lnTo>
                  <a:pt x="536" y="272"/>
                </a:lnTo>
                <a:lnTo>
                  <a:pt x="537" y="273"/>
                </a:lnTo>
                <a:lnTo>
                  <a:pt x="537" y="274"/>
                </a:lnTo>
                <a:lnTo>
                  <a:pt x="538" y="274"/>
                </a:lnTo>
                <a:lnTo>
                  <a:pt x="539" y="276"/>
                </a:lnTo>
                <a:lnTo>
                  <a:pt x="540" y="279"/>
                </a:lnTo>
                <a:lnTo>
                  <a:pt x="542" y="281"/>
                </a:lnTo>
                <a:lnTo>
                  <a:pt x="543" y="283"/>
                </a:lnTo>
                <a:lnTo>
                  <a:pt x="544" y="285"/>
                </a:lnTo>
                <a:lnTo>
                  <a:pt x="545" y="286"/>
                </a:lnTo>
                <a:lnTo>
                  <a:pt x="546" y="287"/>
                </a:lnTo>
                <a:lnTo>
                  <a:pt x="547" y="287"/>
                </a:lnTo>
                <a:lnTo>
                  <a:pt x="547" y="288"/>
                </a:lnTo>
                <a:lnTo>
                  <a:pt x="549" y="288"/>
                </a:lnTo>
                <a:lnTo>
                  <a:pt x="550" y="288"/>
                </a:lnTo>
                <a:lnTo>
                  <a:pt x="551" y="289"/>
                </a:lnTo>
                <a:lnTo>
                  <a:pt x="551" y="290"/>
                </a:lnTo>
                <a:lnTo>
                  <a:pt x="550" y="291"/>
                </a:lnTo>
                <a:lnTo>
                  <a:pt x="550" y="292"/>
                </a:lnTo>
                <a:lnTo>
                  <a:pt x="549" y="293"/>
                </a:lnTo>
                <a:lnTo>
                  <a:pt x="549" y="294"/>
                </a:lnTo>
                <a:lnTo>
                  <a:pt x="549" y="295"/>
                </a:lnTo>
                <a:lnTo>
                  <a:pt x="550" y="295"/>
                </a:lnTo>
                <a:lnTo>
                  <a:pt x="550" y="297"/>
                </a:lnTo>
                <a:lnTo>
                  <a:pt x="550" y="298"/>
                </a:lnTo>
                <a:lnTo>
                  <a:pt x="551" y="299"/>
                </a:lnTo>
                <a:lnTo>
                  <a:pt x="552" y="300"/>
                </a:lnTo>
                <a:lnTo>
                  <a:pt x="554" y="301"/>
                </a:lnTo>
                <a:lnTo>
                  <a:pt x="554" y="302"/>
                </a:lnTo>
                <a:lnTo>
                  <a:pt x="555" y="303"/>
                </a:lnTo>
                <a:lnTo>
                  <a:pt x="555" y="304"/>
                </a:lnTo>
                <a:lnTo>
                  <a:pt x="557" y="306"/>
                </a:lnTo>
                <a:lnTo>
                  <a:pt x="557" y="307"/>
                </a:lnTo>
                <a:lnTo>
                  <a:pt x="556" y="308"/>
                </a:lnTo>
                <a:lnTo>
                  <a:pt x="556" y="309"/>
                </a:lnTo>
                <a:lnTo>
                  <a:pt x="556" y="310"/>
                </a:lnTo>
                <a:lnTo>
                  <a:pt x="555" y="310"/>
                </a:lnTo>
                <a:lnTo>
                  <a:pt x="553" y="311"/>
                </a:lnTo>
                <a:lnTo>
                  <a:pt x="552" y="312"/>
                </a:lnTo>
                <a:lnTo>
                  <a:pt x="552" y="314"/>
                </a:lnTo>
                <a:lnTo>
                  <a:pt x="551" y="316"/>
                </a:lnTo>
                <a:lnTo>
                  <a:pt x="550" y="317"/>
                </a:lnTo>
                <a:lnTo>
                  <a:pt x="550" y="318"/>
                </a:lnTo>
                <a:lnTo>
                  <a:pt x="551" y="319"/>
                </a:lnTo>
                <a:lnTo>
                  <a:pt x="552" y="320"/>
                </a:lnTo>
                <a:lnTo>
                  <a:pt x="553" y="320"/>
                </a:lnTo>
                <a:lnTo>
                  <a:pt x="555" y="320"/>
                </a:lnTo>
                <a:lnTo>
                  <a:pt x="556" y="320"/>
                </a:lnTo>
                <a:lnTo>
                  <a:pt x="556" y="321"/>
                </a:lnTo>
                <a:lnTo>
                  <a:pt x="557" y="321"/>
                </a:lnTo>
                <a:lnTo>
                  <a:pt x="557" y="323"/>
                </a:lnTo>
                <a:lnTo>
                  <a:pt x="557" y="324"/>
                </a:lnTo>
                <a:lnTo>
                  <a:pt x="556" y="325"/>
                </a:lnTo>
                <a:lnTo>
                  <a:pt x="556" y="326"/>
                </a:lnTo>
                <a:lnTo>
                  <a:pt x="555" y="326"/>
                </a:lnTo>
                <a:lnTo>
                  <a:pt x="555" y="327"/>
                </a:lnTo>
                <a:lnTo>
                  <a:pt x="554" y="328"/>
                </a:lnTo>
                <a:lnTo>
                  <a:pt x="553" y="329"/>
                </a:lnTo>
                <a:lnTo>
                  <a:pt x="553" y="331"/>
                </a:lnTo>
                <a:lnTo>
                  <a:pt x="554" y="331"/>
                </a:lnTo>
                <a:lnTo>
                  <a:pt x="554" y="332"/>
                </a:lnTo>
                <a:lnTo>
                  <a:pt x="555" y="333"/>
                </a:lnTo>
                <a:lnTo>
                  <a:pt x="555" y="334"/>
                </a:lnTo>
                <a:lnTo>
                  <a:pt x="556" y="335"/>
                </a:lnTo>
                <a:lnTo>
                  <a:pt x="558" y="336"/>
                </a:lnTo>
                <a:lnTo>
                  <a:pt x="559" y="336"/>
                </a:lnTo>
                <a:lnTo>
                  <a:pt x="560" y="337"/>
                </a:lnTo>
                <a:lnTo>
                  <a:pt x="562" y="337"/>
                </a:lnTo>
                <a:lnTo>
                  <a:pt x="563" y="337"/>
                </a:lnTo>
                <a:lnTo>
                  <a:pt x="563" y="338"/>
                </a:lnTo>
                <a:lnTo>
                  <a:pt x="564" y="338"/>
                </a:lnTo>
                <a:lnTo>
                  <a:pt x="565" y="338"/>
                </a:lnTo>
                <a:lnTo>
                  <a:pt x="566" y="338"/>
                </a:lnTo>
                <a:lnTo>
                  <a:pt x="567" y="339"/>
                </a:lnTo>
                <a:lnTo>
                  <a:pt x="568" y="339"/>
                </a:lnTo>
                <a:lnTo>
                  <a:pt x="569" y="339"/>
                </a:lnTo>
                <a:lnTo>
                  <a:pt x="571" y="340"/>
                </a:lnTo>
                <a:lnTo>
                  <a:pt x="573" y="340"/>
                </a:lnTo>
                <a:lnTo>
                  <a:pt x="574" y="340"/>
                </a:lnTo>
                <a:lnTo>
                  <a:pt x="576" y="341"/>
                </a:lnTo>
                <a:lnTo>
                  <a:pt x="578" y="341"/>
                </a:lnTo>
                <a:lnTo>
                  <a:pt x="578" y="342"/>
                </a:lnTo>
                <a:lnTo>
                  <a:pt x="578" y="343"/>
                </a:lnTo>
                <a:lnTo>
                  <a:pt x="578" y="344"/>
                </a:lnTo>
                <a:lnTo>
                  <a:pt x="578" y="346"/>
                </a:lnTo>
                <a:lnTo>
                  <a:pt x="578" y="348"/>
                </a:lnTo>
                <a:lnTo>
                  <a:pt x="578" y="349"/>
                </a:lnTo>
                <a:lnTo>
                  <a:pt x="577" y="350"/>
                </a:lnTo>
                <a:lnTo>
                  <a:pt x="576" y="351"/>
                </a:lnTo>
                <a:lnTo>
                  <a:pt x="575" y="353"/>
                </a:lnTo>
                <a:lnTo>
                  <a:pt x="573" y="354"/>
                </a:lnTo>
                <a:lnTo>
                  <a:pt x="573" y="355"/>
                </a:lnTo>
                <a:lnTo>
                  <a:pt x="572" y="356"/>
                </a:lnTo>
                <a:lnTo>
                  <a:pt x="570" y="357"/>
                </a:lnTo>
                <a:lnTo>
                  <a:pt x="570" y="358"/>
                </a:lnTo>
                <a:lnTo>
                  <a:pt x="569" y="359"/>
                </a:lnTo>
                <a:lnTo>
                  <a:pt x="569" y="362"/>
                </a:lnTo>
                <a:lnTo>
                  <a:pt x="568" y="362"/>
                </a:lnTo>
                <a:lnTo>
                  <a:pt x="568" y="364"/>
                </a:lnTo>
                <a:lnTo>
                  <a:pt x="568" y="365"/>
                </a:lnTo>
                <a:lnTo>
                  <a:pt x="568" y="367"/>
                </a:lnTo>
                <a:lnTo>
                  <a:pt x="569" y="368"/>
                </a:lnTo>
                <a:lnTo>
                  <a:pt x="570" y="369"/>
                </a:lnTo>
                <a:lnTo>
                  <a:pt x="572" y="371"/>
                </a:lnTo>
                <a:lnTo>
                  <a:pt x="572" y="372"/>
                </a:lnTo>
                <a:lnTo>
                  <a:pt x="573" y="372"/>
                </a:lnTo>
                <a:lnTo>
                  <a:pt x="573" y="373"/>
                </a:lnTo>
                <a:lnTo>
                  <a:pt x="573" y="374"/>
                </a:lnTo>
                <a:lnTo>
                  <a:pt x="572" y="376"/>
                </a:lnTo>
                <a:lnTo>
                  <a:pt x="571" y="378"/>
                </a:lnTo>
                <a:lnTo>
                  <a:pt x="571" y="380"/>
                </a:lnTo>
                <a:lnTo>
                  <a:pt x="571" y="381"/>
                </a:lnTo>
                <a:lnTo>
                  <a:pt x="571" y="382"/>
                </a:lnTo>
                <a:lnTo>
                  <a:pt x="571" y="383"/>
                </a:lnTo>
                <a:lnTo>
                  <a:pt x="572" y="384"/>
                </a:lnTo>
                <a:lnTo>
                  <a:pt x="573" y="385"/>
                </a:lnTo>
                <a:lnTo>
                  <a:pt x="574" y="386"/>
                </a:lnTo>
                <a:lnTo>
                  <a:pt x="575" y="387"/>
                </a:lnTo>
                <a:lnTo>
                  <a:pt x="576" y="388"/>
                </a:lnTo>
                <a:lnTo>
                  <a:pt x="578" y="388"/>
                </a:lnTo>
                <a:lnTo>
                  <a:pt x="580" y="388"/>
                </a:lnTo>
                <a:lnTo>
                  <a:pt x="582" y="388"/>
                </a:lnTo>
                <a:lnTo>
                  <a:pt x="583" y="388"/>
                </a:lnTo>
                <a:lnTo>
                  <a:pt x="584" y="389"/>
                </a:lnTo>
                <a:lnTo>
                  <a:pt x="584" y="390"/>
                </a:lnTo>
                <a:lnTo>
                  <a:pt x="584" y="392"/>
                </a:lnTo>
                <a:lnTo>
                  <a:pt x="585" y="394"/>
                </a:lnTo>
                <a:lnTo>
                  <a:pt x="585" y="396"/>
                </a:lnTo>
                <a:lnTo>
                  <a:pt x="585" y="397"/>
                </a:lnTo>
                <a:lnTo>
                  <a:pt x="585" y="398"/>
                </a:lnTo>
                <a:lnTo>
                  <a:pt x="586" y="399"/>
                </a:lnTo>
                <a:lnTo>
                  <a:pt x="588" y="401"/>
                </a:lnTo>
                <a:lnTo>
                  <a:pt x="589" y="401"/>
                </a:lnTo>
                <a:lnTo>
                  <a:pt x="591" y="402"/>
                </a:lnTo>
                <a:lnTo>
                  <a:pt x="593" y="403"/>
                </a:lnTo>
                <a:lnTo>
                  <a:pt x="594" y="404"/>
                </a:lnTo>
                <a:lnTo>
                  <a:pt x="595" y="405"/>
                </a:lnTo>
                <a:lnTo>
                  <a:pt x="596" y="406"/>
                </a:lnTo>
                <a:lnTo>
                  <a:pt x="596" y="407"/>
                </a:lnTo>
                <a:lnTo>
                  <a:pt x="597" y="408"/>
                </a:lnTo>
                <a:lnTo>
                  <a:pt x="598" y="408"/>
                </a:lnTo>
                <a:lnTo>
                  <a:pt x="599" y="408"/>
                </a:lnTo>
                <a:lnTo>
                  <a:pt x="600" y="408"/>
                </a:lnTo>
                <a:lnTo>
                  <a:pt x="601" y="408"/>
                </a:lnTo>
                <a:lnTo>
                  <a:pt x="602" y="408"/>
                </a:lnTo>
                <a:lnTo>
                  <a:pt x="604" y="409"/>
                </a:lnTo>
                <a:lnTo>
                  <a:pt x="605" y="409"/>
                </a:lnTo>
                <a:lnTo>
                  <a:pt x="607" y="409"/>
                </a:lnTo>
                <a:lnTo>
                  <a:pt x="607" y="408"/>
                </a:lnTo>
                <a:lnTo>
                  <a:pt x="608" y="408"/>
                </a:lnTo>
                <a:lnTo>
                  <a:pt x="609" y="407"/>
                </a:lnTo>
                <a:lnTo>
                  <a:pt x="610" y="407"/>
                </a:lnTo>
                <a:lnTo>
                  <a:pt x="611" y="407"/>
                </a:lnTo>
                <a:lnTo>
                  <a:pt x="612" y="408"/>
                </a:lnTo>
                <a:lnTo>
                  <a:pt x="613" y="408"/>
                </a:lnTo>
                <a:lnTo>
                  <a:pt x="614" y="408"/>
                </a:lnTo>
                <a:lnTo>
                  <a:pt x="615" y="409"/>
                </a:lnTo>
                <a:lnTo>
                  <a:pt x="616" y="409"/>
                </a:lnTo>
                <a:lnTo>
                  <a:pt x="617" y="410"/>
                </a:lnTo>
                <a:lnTo>
                  <a:pt x="618" y="411"/>
                </a:lnTo>
                <a:lnTo>
                  <a:pt x="620" y="411"/>
                </a:lnTo>
                <a:lnTo>
                  <a:pt x="622" y="412"/>
                </a:lnTo>
                <a:lnTo>
                  <a:pt x="623" y="412"/>
                </a:lnTo>
                <a:lnTo>
                  <a:pt x="624" y="412"/>
                </a:lnTo>
                <a:lnTo>
                  <a:pt x="625" y="412"/>
                </a:lnTo>
                <a:lnTo>
                  <a:pt x="627" y="412"/>
                </a:lnTo>
                <a:lnTo>
                  <a:pt x="629" y="413"/>
                </a:lnTo>
                <a:lnTo>
                  <a:pt x="631" y="413"/>
                </a:lnTo>
                <a:lnTo>
                  <a:pt x="632" y="413"/>
                </a:lnTo>
                <a:lnTo>
                  <a:pt x="633" y="412"/>
                </a:lnTo>
                <a:lnTo>
                  <a:pt x="634" y="411"/>
                </a:lnTo>
                <a:lnTo>
                  <a:pt x="635" y="411"/>
                </a:lnTo>
                <a:lnTo>
                  <a:pt x="636" y="410"/>
                </a:lnTo>
                <a:lnTo>
                  <a:pt x="638" y="410"/>
                </a:lnTo>
                <a:lnTo>
                  <a:pt x="639" y="410"/>
                </a:lnTo>
                <a:lnTo>
                  <a:pt x="640" y="410"/>
                </a:lnTo>
                <a:lnTo>
                  <a:pt x="641" y="411"/>
                </a:lnTo>
                <a:lnTo>
                  <a:pt x="642" y="411"/>
                </a:lnTo>
                <a:lnTo>
                  <a:pt x="643" y="412"/>
                </a:lnTo>
                <a:lnTo>
                  <a:pt x="644" y="412"/>
                </a:lnTo>
                <a:lnTo>
                  <a:pt x="645" y="412"/>
                </a:lnTo>
                <a:lnTo>
                  <a:pt x="646" y="412"/>
                </a:lnTo>
                <a:lnTo>
                  <a:pt x="646" y="411"/>
                </a:lnTo>
                <a:lnTo>
                  <a:pt x="647" y="410"/>
                </a:lnTo>
                <a:lnTo>
                  <a:pt x="647" y="409"/>
                </a:lnTo>
                <a:lnTo>
                  <a:pt x="647" y="408"/>
                </a:lnTo>
                <a:lnTo>
                  <a:pt x="648" y="408"/>
                </a:lnTo>
                <a:lnTo>
                  <a:pt x="650" y="407"/>
                </a:lnTo>
                <a:lnTo>
                  <a:pt x="654" y="408"/>
                </a:lnTo>
                <a:lnTo>
                  <a:pt x="656" y="408"/>
                </a:lnTo>
                <a:lnTo>
                  <a:pt x="658" y="407"/>
                </a:lnTo>
                <a:lnTo>
                  <a:pt x="660" y="407"/>
                </a:lnTo>
                <a:lnTo>
                  <a:pt x="661" y="406"/>
                </a:lnTo>
                <a:lnTo>
                  <a:pt x="662" y="406"/>
                </a:lnTo>
                <a:lnTo>
                  <a:pt x="663" y="406"/>
                </a:lnTo>
                <a:lnTo>
                  <a:pt x="664" y="406"/>
                </a:lnTo>
                <a:lnTo>
                  <a:pt x="666" y="407"/>
                </a:lnTo>
                <a:lnTo>
                  <a:pt x="668" y="407"/>
                </a:lnTo>
                <a:lnTo>
                  <a:pt x="669" y="408"/>
                </a:lnTo>
                <a:lnTo>
                  <a:pt x="670" y="408"/>
                </a:lnTo>
                <a:lnTo>
                  <a:pt x="672" y="409"/>
                </a:lnTo>
                <a:lnTo>
                  <a:pt x="674" y="409"/>
                </a:lnTo>
                <a:lnTo>
                  <a:pt x="676" y="410"/>
                </a:lnTo>
                <a:lnTo>
                  <a:pt x="677" y="410"/>
                </a:lnTo>
                <a:lnTo>
                  <a:pt x="678" y="410"/>
                </a:lnTo>
                <a:lnTo>
                  <a:pt x="679" y="410"/>
                </a:lnTo>
                <a:lnTo>
                  <a:pt x="679" y="409"/>
                </a:lnTo>
                <a:lnTo>
                  <a:pt x="680" y="408"/>
                </a:lnTo>
                <a:lnTo>
                  <a:pt x="680" y="407"/>
                </a:lnTo>
                <a:lnTo>
                  <a:pt x="681" y="407"/>
                </a:lnTo>
                <a:lnTo>
                  <a:pt x="682" y="407"/>
                </a:lnTo>
                <a:lnTo>
                  <a:pt x="683" y="407"/>
                </a:lnTo>
                <a:lnTo>
                  <a:pt x="685" y="408"/>
                </a:lnTo>
                <a:lnTo>
                  <a:pt x="686" y="408"/>
                </a:lnTo>
                <a:lnTo>
                  <a:pt x="686" y="409"/>
                </a:lnTo>
                <a:lnTo>
                  <a:pt x="687" y="410"/>
                </a:lnTo>
                <a:lnTo>
                  <a:pt x="686" y="411"/>
                </a:lnTo>
                <a:lnTo>
                  <a:pt x="686" y="412"/>
                </a:lnTo>
                <a:lnTo>
                  <a:pt x="685" y="412"/>
                </a:lnTo>
                <a:lnTo>
                  <a:pt x="684" y="413"/>
                </a:lnTo>
                <a:lnTo>
                  <a:pt x="682" y="415"/>
                </a:lnTo>
                <a:lnTo>
                  <a:pt x="681" y="416"/>
                </a:lnTo>
                <a:lnTo>
                  <a:pt x="681" y="417"/>
                </a:lnTo>
                <a:lnTo>
                  <a:pt x="681" y="418"/>
                </a:lnTo>
                <a:lnTo>
                  <a:pt x="681" y="419"/>
                </a:lnTo>
                <a:lnTo>
                  <a:pt x="682" y="419"/>
                </a:lnTo>
                <a:lnTo>
                  <a:pt x="683" y="419"/>
                </a:lnTo>
                <a:lnTo>
                  <a:pt x="684" y="420"/>
                </a:lnTo>
                <a:lnTo>
                  <a:pt x="685" y="420"/>
                </a:lnTo>
                <a:lnTo>
                  <a:pt x="686" y="420"/>
                </a:lnTo>
                <a:lnTo>
                  <a:pt x="686" y="419"/>
                </a:lnTo>
                <a:lnTo>
                  <a:pt x="687" y="419"/>
                </a:lnTo>
                <a:lnTo>
                  <a:pt x="688" y="419"/>
                </a:lnTo>
                <a:lnTo>
                  <a:pt x="690" y="418"/>
                </a:lnTo>
                <a:lnTo>
                  <a:pt x="691" y="418"/>
                </a:lnTo>
                <a:lnTo>
                  <a:pt x="693" y="418"/>
                </a:lnTo>
                <a:lnTo>
                  <a:pt x="694" y="418"/>
                </a:lnTo>
                <a:lnTo>
                  <a:pt x="696" y="419"/>
                </a:lnTo>
                <a:lnTo>
                  <a:pt x="697" y="420"/>
                </a:lnTo>
                <a:lnTo>
                  <a:pt x="698" y="420"/>
                </a:lnTo>
                <a:lnTo>
                  <a:pt x="699" y="421"/>
                </a:lnTo>
                <a:lnTo>
                  <a:pt x="701" y="421"/>
                </a:lnTo>
                <a:lnTo>
                  <a:pt x="703" y="421"/>
                </a:lnTo>
                <a:lnTo>
                  <a:pt x="704" y="421"/>
                </a:lnTo>
                <a:lnTo>
                  <a:pt x="705" y="422"/>
                </a:lnTo>
                <a:lnTo>
                  <a:pt x="706" y="423"/>
                </a:lnTo>
                <a:lnTo>
                  <a:pt x="707" y="424"/>
                </a:lnTo>
                <a:lnTo>
                  <a:pt x="707" y="425"/>
                </a:lnTo>
                <a:lnTo>
                  <a:pt x="708" y="428"/>
                </a:lnTo>
                <a:lnTo>
                  <a:pt x="708" y="429"/>
                </a:lnTo>
                <a:lnTo>
                  <a:pt x="709" y="429"/>
                </a:lnTo>
                <a:lnTo>
                  <a:pt x="709" y="430"/>
                </a:lnTo>
                <a:lnTo>
                  <a:pt x="710" y="431"/>
                </a:lnTo>
                <a:lnTo>
                  <a:pt x="711" y="431"/>
                </a:lnTo>
                <a:lnTo>
                  <a:pt x="712" y="432"/>
                </a:lnTo>
                <a:lnTo>
                  <a:pt x="713" y="432"/>
                </a:lnTo>
                <a:lnTo>
                  <a:pt x="715" y="432"/>
                </a:lnTo>
                <a:lnTo>
                  <a:pt x="716" y="432"/>
                </a:lnTo>
                <a:lnTo>
                  <a:pt x="717" y="431"/>
                </a:lnTo>
                <a:lnTo>
                  <a:pt x="718" y="430"/>
                </a:lnTo>
                <a:lnTo>
                  <a:pt x="719" y="429"/>
                </a:lnTo>
                <a:lnTo>
                  <a:pt x="720" y="428"/>
                </a:lnTo>
                <a:lnTo>
                  <a:pt x="721" y="428"/>
                </a:lnTo>
                <a:lnTo>
                  <a:pt x="723" y="427"/>
                </a:lnTo>
                <a:lnTo>
                  <a:pt x="724" y="427"/>
                </a:lnTo>
                <a:lnTo>
                  <a:pt x="726" y="427"/>
                </a:lnTo>
                <a:lnTo>
                  <a:pt x="728" y="428"/>
                </a:lnTo>
                <a:lnTo>
                  <a:pt x="729" y="428"/>
                </a:lnTo>
                <a:lnTo>
                  <a:pt x="729" y="429"/>
                </a:lnTo>
                <a:lnTo>
                  <a:pt x="730" y="429"/>
                </a:lnTo>
                <a:lnTo>
                  <a:pt x="731" y="430"/>
                </a:lnTo>
                <a:lnTo>
                  <a:pt x="731" y="431"/>
                </a:lnTo>
                <a:lnTo>
                  <a:pt x="732" y="431"/>
                </a:lnTo>
                <a:lnTo>
                  <a:pt x="733" y="432"/>
                </a:lnTo>
                <a:lnTo>
                  <a:pt x="734" y="432"/>
                </a:lnTo>
                <a:lnTo>
                  <a:pt x="735" y="432"/>
                </a:lnTo>
                <a:lnTo>
                  <a:pt x="736" y="432"/>
                </a:lnTo>
                <a:lnTo>
                  <a:pt x="737" y="432"/>
                </a:lnTo>
                <a:lnTo>
                  <a:pt x="737" y="431"/>
                </a:lnTo>
                <a:lnTo>
                  <a:pt x="738" y="431"/>
                </a:lnTo>
                <a:lnTo>
                  <a:pt x="738" y="430"/>
                </a:lnTo>
                <a:lnTo>
                  <a:pt x="738" y="429"/>
                </a:lnTo>
                <a:lnTo>
                  <a:pt x="738" y="428"/>
                </a:lnTo>
                <a:lnTo>
                  <a:pt x="737" y="428"/>
                </a:lnTo>
                <a:lnTo>
                  <a:pt x="737" y="427"/>
                </a:lnTo>
                <a:lnTo>
                  <a:pt x="737" y="426"/>
                </a:lnTo>
                <a:lnTo>
                  <a:pt x="737" y="425"/>
                </a:lnTo>
                <a:lnTo>
                  <a:pt x="738" y="425"/>
                </a:lnTo>
                <a:lnTo>
                  <a:pt x="739" y="424"/>
                </a:lnTo>
                <a:lnTo>
                  <a:pt x="740" y="423"/>
                </a:lnTo>
                <a:lnTo>
                  <a:pt x="741" y="423"/>
                </a:lnTo>
                <a:lnTo>
                  <a:pt x="743" y="423"/>
                </a:lnTo>
                <a:lnTo>
                  <a:pt x="744" y="423"/>
                </a:lnTo>
                <a:lnTo>
                  <a:pt x="745" y="423"/>
                </a:lnTo>
                <a:lnTo>
                  <a:pt x="746" y="424"/>
                </a:lnTo>
                <a:lnTo>
                  <a:pt x="747" y="424"/>
                </a:lnTo>
                <a:lnTo>
                  <a:pt x="749" y="424"/>
                </a:lnTo>
                <a:lnTo>
                  <a:pt x="750" y="425"/>
                </a:lnTo>
                <a:lnTo>
                  <a:pt x="752" y="426"/>
                </a:lnTo>
                <a:lnTo>
                  <a:pt x="752" y="427"/>
                </a:lnTo>
                <a:lnTo>
                  <a:pt x="753" y="428"/>
                </a:lnTo>
                <a:lnTo>
                  <a:pt x="753" y="430"/>
                </a:lnTo>
                <a:lnTo>
                  <a:pt x="753" y="433"/>
                </a:lnTo>
                <a:lnTo>
                  <a:pt x="753" y="435"/>
                </a:lnTo>
                <a:lnTo>
                  <a:pt x="753" y="436"/>
                </a:lnTo>
                <a:lnTo>
                  <a:pt x="754" y="436"/>
                </a:lnTo>
                <a:lnTo>
                  <a:pt x="754" y="437"/>
                </a:lnTo>
                <a:lnTo>
                  <a:pt x="754" y="438"/>
                </a:lnTo>
                <a:lnTo>
                  <a:pt x="755" y="438"/>
                </a:lnTo>
                <a:lnTo>
                  <a:pt x="755" y="439"/>
                </a:lnTo>
                <a:lnTo>
                  <a:pt x="756" y="439"/>
                </a:lnTo>
                <a:lnTo>
                  <a:pt x="757" y="439"/>
                </a:lnTo>
                <a:lnTo>
                  <a:pt x="757" y="440"/>
                </a:lnTo>
                <a:lnTo>
                  <a:pt x="759" y="440"/>
                </a:lnTo>
                <a:lnTo>
                  <a:pt x="760" y="439"/>
                </a:lnTo>
                <a:lnTo>
                  <a:pt x="762" y="439"/>
                </a:lnTo>
                <a:lnTo>
                  <a:pt x="762" y="438"/>
                </a:lnTo>
                <a:lnTo>
                  <a:pt x="763" y="438"/>
                </a:lnTo>
                <a:lnTo>
                  <a:pt x="764" y="438"/>
                </a:lnTo>
                <a:lnTo>
                  <a:pt x="767" y="438"/>
                </a:lnTo>
                <a:lnTo>
                  <a:pt x="768" y="438"/>
                </a:lnTo>
                <a:lnTo>
                  <a:pt x="769" y="438"/>
                </a:lnTo>
                <a:lnTo>
                  <a:pt x="769" y="439"/>
                </a:lnTo>
                <a:lnTo>
                  <a:pt x="770" y="439"/>
                </a:lnTo>
                <a:lnTo>
                  <a:pt x="771" y="440"/>
                </a:lnTo>
                <a:lnTo>
                  <a:pt x="771" y="441"/>
                </a:lnTo>
                <a:lnTo>
                  <a:pt x="772" y="441"/>
                </a:lnTo>
                <a:lnTo>
                  <a:pt x="772" y="444"/>
                </a:lnTo>
                <a:lnTo>
                  <a:pt x="771" y="444"/>
                </a:lnTo>
                <a:lnTo>
                  <a:pt x="771" y="445"/>
                </a:lnTo>
                <a:lnTo>
                  <a:pt x="772" y="447"/>
                </a:lnTo>
                <a:lnTo>
                  <a:pt x="772" y="448"/>
                </a:lnTo>
                <a:lnTo>
                  <a:pt x="773" y="449"/>
                </a:lnTo>
                <a:lnTo>
                  <a:pt x="774" y="449"/>
                </a:lnTo>
                <a:lnTo>
                  <a:pt x="776" y="450"/>
                </a:lnTo>
                <a:lnTo>
                  <a:pt x="777" y="450"/>
                </a:lnTo>
                <a:lnTo>
                  <a:pt x="778" y="450"/>
                </a:lnTo>
                <a:lnTo>
                  <a:pt x="779" y="450"/>
                </a:lnTo>
                <a:lnTo>
                  <a:pt x="780" y="450"/>
                </a:lnTo>
                <a:lnTo>
                  <a:pt x="781" y="450"/>
                </a:lnTo>
                <a:lnTo>
                  <a:pt x="781" y="451"/>
                </a:lnTo>
                <a:lnTo>
                  <a:pt x="781" y="452"/>
                </a:lnTo>
                <a:lnTo>
                  <a:pt x="781" y="453"/>
                </a:lnTo>
                <a:lnTo>
                  <a:pt x="780" y="454"/>
                </a:lnTo>
                <a:lnTo>
                  <a:pt x="780" y="455"/>
                </a:lnTo>
                <a:lnTo>
                  <a:pt x="780" y="456"/>
                </a:lnTo>
                <a:lnTo>
                  <a:pt x="781" y="457"/>
                </a:lnTo>
                <a:lnTo>
                  <a:pt x="782" y="457"/>
                </a:lnTo>
                <a:lnTo>
                  <a:pt x="783" y="457"/>
                </a:lnTo>
                <a:lnTo>
                  <a:pt x="785" y="457"/>
                </a:lnTo>
                <a:lnTo>
                  <a:pt x="786" y="457"/>
                </a:lnTo>
                <a:lnTo>
                  <a:pt x="787" y="458"/>
                </a:lnTo>
                <a:lnTo>
                  <a:pt x="788" y="459"/>
                </a:lnTo>
                <a:lnTo>
                  <a:pt x="788" y="460"/>
                </a:lnTo>
                <a:lnTo>
                  <a:pt x="787" y="460"/>
                </a:lnTo>
                <a:lnTo>
                  <a:pt x="787" y="461"/>
                </a:lnTo>
                <a:lnTo>
                  <a:pt x="786" y="462"/>
                </a:lnTo>
                <a:lnTo>
                  <a:pt x="786" y="463"/>
                </a:lnTo>
                <a:lnTo>
                  <a:pt x="787" y="464"/>
                </a:lnTo>
                <a:lnTo>
                  <a:pt x="788" y="464"/>
                </a:lnTo>
                <a:lnTo>
                  <a:pt x="790" y="465"/>
                </a:lnTo>
                <a:lnTo>
                  <a:pt x="791" y="465"/>
                </a:lnTo>
                <a:lnTo>
                  <a:pt x="792" y="465"/>
                </a:lnTo>
                <a:lnTo>
                  <a:pt x="795" y="466"/>
                </a:lnTo>
                <a:lnTo>
                  <a:pt x="796" y="467"/>
                </a:lnTo>
                <a:lnTo>
                  <a:pt x="797" y="468"/>
                </a:lnTo>
                <a:lnTo>
                  <a:pt x="797" y="469"/>
                </a:lnTo>
                <a:lnTo>
                  <a:pt x="798" y="470"/>
                </a:lnTo>
                <a:lnTo>
                  <a:pt x="799" y="470"/>
                </a:lnTo>
                <a:lnTo>
                  <a:pt x="799" y="471"/>
                </a:lnTo>
                <a:lnTo>
                  <a:pt x="800" y="471"/>
                </a:lnTo>
                <a:lnTo>
                  <a:pt x="801" y="472"/>
                </a:lnTo>
                <a:lnTo>
                  <a:pt x="802" y="472"/>
                </a:lnTo>
                <a:lnTo>
                  <a:pt x="803" y="472"/>
                </a:lnTo>
                <a:lnTo>
                  <a:pt x="804" y="473"/>
                </a:lnTo>
                <a:lnTo>
                  <a:pt x="805" y="474"/>
                </a:lnTo>
                <a:lnTo>
                  <a:pt x="806" y="474"/>
                </a:lnTo>
                <a:lnTo>
                  <a:pt x="807" y="474"/>
                </a:lnTo>
                <a:lnTo>
                  <a:pt x="807" y="475"/>
                </a:lnTo>
                <a:lnTo>
                  <a:pt x="808" y="475"/>
                </a:lnTo>
                <a:lnTo>
                  <a:pt x="810" y="477"/>
                </a:lnTo>
                <a:lnTo>
                  <a:pt x="811" y="478"/>
                </a:lnTo>
                <a:lnTo>
                  <a:pt x="812" y="478"/>
                </a:lnTo>
                <a:lnTo>
                  <a:pt x="813" y="479"/>
                </a:lnTo>
                <a:lnTo>
                  <a:pt x="814" y="481"/>
                </a:lnTo>
                <a:lnTo>
                  <a:pt x="815" y="482"/>
                </a:lnTo>
                <a:lnTo>
                  <a:pt x="816" y="482"/>
                </a:lnTo>
                <a:lnTo>
                  <a:pt x="818" y="482"/>
                </a:lnTo>
                <a:lnTo>
                  <a:pt x="819" y="482"/>
                </a:lnTo>
                <a:lnTo>
                  <a:pt x="820" y="482"/>
                </a:lnTo>
                <a:lnTo>
                  <a:pt x="821" y="481"/>
                </a:lnTo>
                <a:lnTo>
                  <a:pt x="823" y="480"/>
                </a:lnTo>
                <a:lnTo>
                  <a:pt x="825" y="479"/>
                </a:lnTo>
                <a:lnTo>
                  <a:pt x="829" y="478"/>
                </a:lnTo>
                <a:lnTo>
                  <a:pt x="830" y="478"/>
                </a:lnTo>
                <a:lnTo>
                  <a:pt x="831" y="478"/>
                </a:lnTo>
                <a:lnTo>
                  <a:pt x="832" y="478"/>
                </a:lnTo>
                <a:lnTo>
                  <a:pt x="832" y="477"/>
                </a:lnTo>
                <a:lnTo>
                  <a:pt x="834" y="477"/>
                </a:lnTo>
                <a:lnTo>
                  <a:pt x="835" y="478"/>
                </a:lnTo>
                <a:lnTo>
                  <a:pt x="836" y="478"/>
                </a:lnTo>
                <a:lnTo>
                  <a:pt x="837" y="478"/>
                </a:lnTo>
                <a:lnTo>
                  <a:pt x="837" y="479"/>
                </a:lnTo>
                <a:lnTo>
                  <a:pt x="837" y="480"/>
                </a:lnTo>
                <a:lnTo>
                  <a:pt x="838" y="480"/>
                </a:lnTo>
                <a:lnTo>
                  <a:pt x="838" y="481"/>
                </a:lnTo>
                <a:lnTo>
                  <a:pt x="838" y="482"/>
                </a:lnTo>
                <a:lnTo>
                  <a:pt x="839" y="482"/>
                </a:lnTo>
                <a:lnTo>
                  <a:pt x="840" y="482"/>
                </a:lnTo>
                <a:lnTo>
                  <a:pt x="840" y="483"/>
                </a:lnTo>
                <a:lnTo>
                  <a:pt x="841" y="483"/>
                </a:lnTo>
                <a:lnTo>
                  <a:pt x="842" y="483"/>
                </a:lnTo>
                <a:lnTo>
                  <a:pt x="843" y="483"/>
                </a:lnTo>
                <a:lnTo>
                  <a:pt x="844" y="483"/>
                </a:lnTo>
                <a:lnTo>
                  <a:pt x="845" y="482"/>
                </a:lnTo>
                <a:lnTo>
                  <a:pt x="846" y="482"/>
                </a:lnTo>
                <a:lnTo>
                  <a:pt x="846" y="481"/>
                </a:lnTo>
                <a:lnTo>
                  <a:pt x="847" y="481"/>
                </a:lnTo>
                <a:lnTo>
                  <a:pt x="849" y="480"/>
                </a:lnTo>
                <a:lnTo>
                  <a:pt x="850" y="480"/>
                </a:lnTo>
                <a:lnTo>
                  <a:pt x="851" y="480"/>
                </a:lnTo>
                <a:lnTo>
                  <a:pt x="852" y="480"/>
                </a:lnTo>
                <a:lnTo>
                  <a:pt x="853" y="480"/>
                </a:lnTo>
                <a:lnTo>
                  <a:pt x="854" y="480"/>
                </a:lnTo>
                <a:lnTo>
                  <a:pt x="855" y="480"/>
                </a:lnTo>
                <a:lnTo>
                  <a:pt x="855" y="481"/>
                </a:lnTo>
                <a:lnTo>
                  <a:pt x="856" y="481"/>
                </a:lnTo>
                <a:lnTo>
                  <a:pt x="856" y="483"/>
                </a:lnTo>
                <a:lnTo>
                  <a:pt x="856" y="484"/>
                </a:lnTo>
                <a:lnTo>
                  <a:pt x="855" y="484"/>
                </a:lnTo>
                <a:lnTo>
                  <a:pt x="854" y="485"/>
                </a:lnTo>
                <a:lnTo>
                  <a:pt x="853" y="486"/>
                </a:lnTo>
                <a:lnTo>
                  <a:pt x="852" y="486"/>
                </a:lnTo>
                <a:lnTo>
                  <a:pt x="852" y="487"/>
                </a:lnTo>
                <a:lnTo>
                  <a:pt x="851" y="487"/>
                </a:lnTo>
                <a:lnTo>
                  <a:pt x="851" y="488"/>
                </a:lnTo>
                <a:lnTo>
                  <a:pt x="850" y="489"/>
                </a:lnTo>
                <a:lnTo>
                  <a:pt x="850" y="490"/>
                </a:lnTo>
                <a:lnTo>
                  <a:pt x="849" y="490"/>
                </a:lnTo>
                <a:lnTo>
                  <a:pt x="849" y="491"/>
                </a:lnTo>
                <a:lnTo>
                  <a:pt x="849" y="492"/>
                </a:lnTo>
                <a:lnTo>
                  <a:pt x="848" y="493"/>
                </a:lnTo>
                <a:lnTo>
                  <a:pt x="848" y="494"/>
                </a:lnTo>
                <a:lnTo>
                  <a:pt x="847" y="494"/>
                </a:lnTo>
                <a:lnTo>
                  <a:pt x="847" y="495"/>
                </a:lnTo>
                <a:lnTo>
                  <a:pt x="847" y="496"/>
                </a:lnTo>
                <a:lnTo>
                  <a:pt x="846" y="496"/>
                </a:lnTo>
                <a:lnTo>
                  <a:pt x="846" y="497"/>
                </a:lnTo>
                <a:lnTo>
                  <a:pt x="846" y="498"/>
                </a:lnTo>
                <a:lnTo>
                  <a:pt x="845" y="500"/>
                </a:lnTo>
                <a:lnTo>
                  <a:pt x="845" y="501"/>
                </a:lnTo>
                <a:lnTo>
                  <a:pt x="844" y="501"/>
                </a:lnTo>
                <a:lnTo>
                  <a:pt x="844" y="502"/>
                </a:lnTo>
                <a:lnTo>
                  <a:pt x="844" y="503"/>
                </a:lnTo>
                <a:lnTo>
                  <a:pt x="843" y="503"/>
                </a:lnTo>
                <a:lnTo>
                  <a:pt x="843" y="504"/>
                </a:lnTo>
                <a:lnTo>
                  <a:pt x="842" y="504"/>
                </a:lnTo>
                <a:lnTo>
                  <a:pt x="842" y="505"/>
                </a:lnTo>
                <a:lnTo>
                  <a:pt x="842" y="506"/>
                </a:lnTo>
                <a:lnTo>
                  <a:pt x="841" y="506"/>
                </a:lnTo>
                <a:lnTo>
                  <a:pt x="841" y="507"/>
                </a:lnTo>
                <a:lnTo>
                  <a:pt x="842" y="507"/>
                </a:lnTo>
                <a:lnTo>
                  <a:pt x="842" y="508"/>
                </a:lnTo>
                <a:lnTo>
                  <a:pt x="843" y="508"/>
                </a:lnTo>
                <a:lnTo>
                  <a:pt x="843" y="509"/>
                </a:lnTo>
                <a:lnTo>
                  <a:pt x="844" y="509"/>
                </a:lnTo>
                <a:lnTo>
                  <a:pt x="845" y="509"/>
                </a:lnTo>
                <a:lnTo>
                  <a:pt x="846" y="509"/>
                </a:lnTo>
                <a:lnTo>
                  <a:pt x="847" y="509"/>
                </a:lnTo>
                <a:lnTo>
                  <a:pt x="848" y="509"/>
                </a:lnTo>
                <a:lnTo>
                  <a:pt x="848" y="510"/>
                </a:lnTo>
                <a:lnTo>
                  <a:pt x="849" y="510"/>
                </a:lnTo>
                <a:lnTo>
                  <a:pt x="849" y="511"/>
                </a:lnTo>
                <a:lnTo>
                  <a:pt x="849" y="512"/>
                </a:lnTo>
                <a:lnTo>
                  <a:pt x="849" y="513"/>
                </a:lnTo>
                <a:lnTo>
                  <a:pt x="849" y="514"/>
                </a:lnTo>
                <a:lnTo>
                  <a:pt x="849" y="518"/>
                </a:lnTo>
                <a:lnTo>
                  <a:pt x="850" y="519"/>
                </a:lnTo>
                <a:lnTo>
                  <a:pt x="850" y="520"/>
                </a:lnTo>
                <a:lnTo>
                  <a:pt x="851" y="520"/>
                </a:lnTo>
                <a:lnTo>
                  <a:pt x="853" y="520"/>
                </a:lnTo>
                <a:lnTo>
                  <a:pt x="854" y="520"/>
                </a:lnTo>
                <a:lnTo>
                  <a:pt x="855" y="520"/>
                </a:lnTo>
                <a:lnTo>
                  <a:pt x="855" y="519"/>
                </a:lnTo>
                <a:lnTo>
                  <a:pt x="856" y="519"/>
                </a:lnTo>
                <a:lnTo>
                  <a:pt x="857" y="519"/>
                </a:lnTo>
                <a:lnTo>
                  <a:pt x="857" y="518"/>
                </a:lnTo>
                <a:lnTo>
                  <a:pt x="858" y="518"/>
                </a:lnTo>
                <a:lnTo>
                  <a:pt x="859" y="517"/>
                </a:lnTo>
                <a:lnTo>
                  <a:pt x="860" y="517"/>
                </a:lnTo>
                <a:lnTo>
                  <a:pt x="861" y="517"/>
                </a:lnTo>
                <a:lnTo>
                  <a:pt x="861" y="518"/>
                </a:lnTo>
                <a:lnTo>
                  <a:pt x="862" y="518"/>
                </a:lnTo>
                <a:lnTo>
                  <a:pt x="862" y="519"/>
                </a:lnTo>
                <a:lnTo>
                  <a:pt x="863" y="519"/>
                </a:lnTo>
                <a:lnTo>
                  <a:pt x="863" y="520"/>
                </a:lnTo>
                <a:lnTo>
                  <a:pt x="863" y="521"/>
                </a:lnTo>
                <a:lnTo>
                  <a:pt x="863" y="522"/>
                </a:lnTo>
                <a:lnTo>
                  <a:pt x="862" y="522"/>
                </a:lnTo>
                <a:lnTo>
                  <a:pt x="862" y="523"/>
                </a:lnTo>
                <a:lnTo>
                  <a:pt x="861" y="524"/>
                </a:lnTo>
                <a:lnTo>
                  <a:pt x="860" y="524"/>
                </a:lnTo>
                <a:lnTo>
                  <a:pt x="860" y="525"/>
                </a:lnTo>
                <a:lnTo>
                  <a:pt x="860" y="526"/>
                </a:lnTo>
                <a:lnTo>
                  <a:pt x="861" y="527"/>
                </a:lnTo>
                <a:lnTo>
                  <a:pt x="861" y="528"/>
                </a:lnTo>
                <a:lnTo>
                  <a:pt x="862" y="529"/>
                </a:lnTo>
                <a:lnTo>
                  <a:pt x="862" y="530"/>
                </a:lnTo>
                <a:lnTo>
                  <a:pt x="863" y="530"/>
                </a:lnTo>
                <a:lnTo>
                  <a:pt x="863" y="531"/>
                </a:lnTo>
                <a:lnTo>
                  <a:pt x="863" y="532"/>
                </a:lnTo>
                <a:lnTo>
                  <a:pt x="863" y="533"/>
                </a:lnTo>
                <a:lnTo>
                  <a:pt x="864" y="534"/>
                </a:lnTo>
                <a:lnTo>
                  <a:pt x="865" y="534"/>
                </a:lnTo>
                <a:lnTo>
                  <a:pt x="866" y="534"/>
                </a:lnTo>
                <a:lnTo>
                  <a:pt x="866" y="535"/>
                </a:lnTo>
                <a:lnTo>
                  <a:pt x="867" y="535"/>
                </a:lnTo>
                <a:lnTo>
                  <a:pt x="868" y="535"/>
                </a:lnTo>
                <a:lnTo>
                  <a:pt x="868" y="536"/>
                </a:lnTo>
                <a:lnTo>
                  <a:pt x="868" y="538"/>
                </a:lnTo>
                <a:lnTo>
                  <a:pt x="869" y="538"/>
                </a:lnTo>
                <a:lnTo>
                  <a:pt x="869" y="539"/>
                </a:lnTo>
                <a:lnTo>
                  <a:pt x="869" y="540"/>
                </a:lnTo>
                <a:lnTo>
                  <a:pt x="868" y="541"/>
                </a:lnTo>
                <a:lnTo>
                  <a:pt x="868" y="542"/>
                </a:lnTo>
                <a:lnTo>
                  <a:pt x="867" y="542"/>
                </a:lnTo>
                <a:lnTo>
                  <a:pt x="867" y="543"/>
                </a:lnTo>
                <a:lnTo>
                  <a:pt x="866" y="543"/>
                </a:lnTo>
                <a:lnTo>
                  <a:pt x="866" y="544"/>
                </a:lnTo>
                <a:lnTo>
                  <a:pt x="865" y="544"/>
                </a:lnTo>
                <a:lnTo>
                  <a:pt x="864" y="544"/>
                </a:lnTo>
                <a:lnTo>
                  <a:pt x="863" y="545"/>
                </a:lnTo>
                <a:lnTo>
                  <a:pt x="863" y="546"/>
                </a:lnTo>
                <a:lnTo>
                  <a:pt x="863" y="547"/>
                </a:lnTo>
                <a:lnTo>
                  <a:pt x="862" y="547"/>
                </a:lnTo>
                <a:lnTo>
                  <a:pt x="862" y="548"/>
                </a:lnTo>
                <a:lnTo>
                  <a:pt x="862" y="549"/>
                </a:lnTo>
                <a:lnTo>
                  <a:pt x="862" y="551"/>
                </a:lnTo>
                <a:lnTo>
                  <a:pt x="861" y="552"/>
                </a:lnTo>
                <a:lnTo>
                  <a:pt x="860" y="552"/>
                </a:lnTo>
                <a:lnTo>
                  <a:pt x="859" y="552"/>
                </a:lnTo>
                <a:lnTo>
                  <a:pt x="859" y="553"/>
                </a:lnTo>
                <a:lnTo>
                  <a:pt x="858" y="553"/>
                </a:lnTo>
                <a:lnTo>
                  <a:pt x="858" y="554"/>
                </a:lnTo>
                <a:lnTo>
                  <a:pt x="857" y="554"/>
                </a:lnTo>
                <a:lnTo>
                  <a:pt x="857" y="555"/>
                </a:lnTo>
                <a:lnTo>
                  <a:pt x="856" y="555"/>
                </a:lnTo>
                <a:lnTo>
                  <a:pt x="856" y="556"/>
                </a:lnTo>
                <a:lnTo>
                  <a:pt x="855" y="556"/>
                </a:lnTo>
                <a:lnTo>
                  <a:pt x="855" y="557"/>
                </a:lnTo>
                <a:lnTo>
                  <a:pt x="854" y="557"/>
                </a:lnTo>
                <a:lnTo>
                  <a:pt x="854" y="558"/>
                </a:lnTo>
                <a:lnTo>
                  <a:pt x="853" y="559"/>
                </a:lnTo>
                <a:lnTo>
                  <a:pt x="853" y="560"/>
                </a:lnTo>
                <a:lnTo>
                  <a:pt x="854" y="560"/>
                </a:lnTo>
                <a:lnTo>
                  <a:pt x="854" y="561"/>
                </a:lnTo>
                <a:lnTo>
                  <a:pt x="855" y="561"/>
                </a:lnTo>
                <a:lnTo>
                  <a:pt x="855" y="562"/>
                </a:lnTo>
                <a:lnTo>
                  <a:pt x="855" y="563"/>
                </a:lnTo>
                <a:lnTo>
                  <a:pt x="855" y="565"/>
                </a:lnTo>
                <a:lnTo>
                  <a:pt x="856" y="565"/>
                </a:lnTo>
                <a:lnTo>
                  <a:pt x="856" y="566"/>
                </a:lnTo>
                <a:lnTo>
                  <a:pt x="857" y="566"/>
                </a:lnTo>
                <a:lnTo>
                  <a:pt x="858" y="566"/>
                </a:lnTo>
                <a:lnTo>
                  <a:pt x="859" y="567"/>
                </a:lnTo>
                <a:lnTo>
                  <a:pt x="860" y="567"/>
                </a:lnTo>
                <a:lnTo>
                  <a:pt x="860" y="568"/>
                </a:lnTo>
                <a:lnTo>
                  <a:pt x="861" y="569"/>
                </a:lnTo>
                <a:lnTo>
                  <a:pt x="861" y="570"/>
                </a:lnTo>
                <a:lnTo>
                  <a:pt x="862" y="570"/>
                </a:lnTo>
                <a:lnTo>
                  <a:pt x="863" y="571"/>
                </a:lnTo>
                <a:lnTo>
                  <a:pt x="866" y="573"/>
                </a:lnTo>
                <a:lnTo>
                  <a:pt x="869" y="575"/>
                </a:lnTo>
                <a:lnTo>
                  <a:pt x="871" y="576"/>
                </a:lnTo>
                <a:lnTo>
                  <a:pt x="872" y="577"/>
                </a:lnTo>
                <a:lnTo>
                  <a:pt x="873" y="578"/>
                </a:lnTo>
                <a:lnTo>
                  <a:pt x="874" y="579"/>
                </a:lnTo>
                <a:lnTo>
                  <a:pt x="875" y="580"/>
                </a:lnTo>
                <a:lnTo>
                  <a:pt x="876" y="581"/>
                </a:lnTo>
                <a:lnTo>
                  <a:pt x="877" y="583"/>
                </a:lnTo>
                <a:lnTo>
                  <a:pt x="878" y="584"/>
                </a:lnTo>
                <a:lnTo>
                  <a:pt x="879" y="586"/>
                </a:lnTo>
                <a:lnTo>
                  <a:pt x="880" y="587"/>
                </a:lnTo>
                <a:lnTo>
                  <a:pt x="880" y="588"/>
                </a:lnTo>
                <a:lnTo>
                  <a:pt x="880" y="589"/>
                </a:lnTo>
                <a:lnTo>
                  <a:pt x="880" y="590"/>
                </a:lnTo>
                <a:lnTo>
                  <a:pt x="880" y="592"/>
                </a:lnTo>
                <a:lnTo>
                  <a:pt x="880" y="593"/>
                </a:lnTo>
                <a:lnTo>
                  <a:pt x="880" y="596"/>
                </a:lnTo>
                <a:lnTo>
                  <a:pt x="880" y="597"/>
                </a:lnTo>
                <a:lnTo>
                  <a:pt x="881" y="598"/>
                </a:lnTo>
                <a:lnTo>
                  <a:pt x="881" y="599"/>
                </a:lnTo>
                <a:lnTo>
                  <a:pt x="881" y="600"/>
                </a:lnTo>
                <a:lnTo>
                  <a:pt x="882" y="600"/>
                </a:lnTo>
                <a:lnTo>
                  <a:pt x="883" y="600"/>
                </a:lnTo>
                <a:lnTo>
                  <a:pt x="885" y="601"/>
                </a:lnTo>
                <a:lnTo>
                  <a:pt x="886" y="602"/>
                </a:lnTo>
                <a:lnTo>
                  <a:pt x="888" y="602"/>
                </a:lnTo>
                <a:lnTo>
                  <a:pt x="895" y="602"/>
                </a:lnTo>
                <a:lnTo>
                  <a:pt x="900" y="601"/>
                </a:lnTo>
                <a:lnTo>
                  <a:pt x="902" y="600"/>
                </a:lnTo>
                <a:lnTo>
                  <a:pt x="903" y="599"/>
                </a:lnTo>
                <a:lnTo>
                  <a:pt x="904" y="598"/>
                </a:lnTo>
                <a:lnTo>
                  <a:pt x="905" y="598"/>
                </a:lnTo>
                <a:lnTo>
                  <a:pt x="907" y="597"/>
                </a:lnTo>
                <a:lnTo>
                  <a:pt x="908" y="597"/>
                </a:lnTo>
                <a:lnTo>
                  <a:pt x="910" y="597"/>
                </a:lnTo>
                <a:lnTo>
                  <a:pt x="911" y="597"/>
                </a:lnTo>
                <a:lnTo>
                  <a:pt x="912" y="597"/>
                </a:lnTo>
                <a:lnTo>
                  <a:pt x="914" y="598"/>
                </a:lnTo>
                <a:lnTo>
                  <a:pt x="915" y="598"/>
                </a:lnTo>
                <a:lnTo>
                  <a:pt x="917" y="598"/>
                </a:lnTo>
                <a:lnTo>
                  <a:pt x="918" y="598"/>
                </a:lnTo>
                <a:lnTo>
                  <a:pt x="919" y="598"/>
                </a:lnTo>
                <a:lnTo>
                  <a:pt x="920" y="597"/>
                </a:lnTo>
                <a:lnTo>
                  <a:pt x="921" y="597"/>
                </a:lnTo>
                <a:lnTo>
                  <a:pt x="923" y="596"/>
                </a:lnTo>
                <a:lnTo>
                  <a:pt x="924" y="596"/>
                </a:lnTo>
                <a:lnTo>
                  <a:pt x="925" y="596"/>
                </a:lnTo>
                <a:lnTo>
                  <a:pt x="926" y="596"/>
                </a:lnTo>
                <a:lnTo>
                  <a:pt x="927" y="597"/>
                </a:lnTo>
                <a:lnTo>
                  <a:pt x="928" y="597"/>
                </a:lnTo>
                <a:lnTo>
                  <a:pt x="930" y="597"/>
                </a:lnTo>
                <a:lnTo>
                  <a:pt x="932" y="597"/>
                </a:lnTo>
                <a:lnTo>
                  <a:pt x="933" y="597"/>
                </a:lnTo>
                <a:lnTo>
                  <a:pt x="934" y="598"/>
                </a:lnTo>
                <a:lnTo>
                  <a:pt x="934" y="599"/>
                </a:lnTo>
                <a:lnTo>
                  <a:pt x="934" y="600"/>
                </a:lnTo>
                <a:lnTo>
                  <a:pt x="934" y="602"/>
                </a:lnTo>
                <a:lnTo>
                  <a:pt x="934" y="603"/>
                </a:lnTo>
                <a:lnTo>
                  <a:pt x="935" y="603"/>
                </a:lnTo>
                <a:lnTo>
                  <a:pt x="935" y="604"/>
                </a:lnTo>
                <a:lnTo>
                  <a:pt x="937" y="605"/>
                </a:lnTo>
                <a:lnTo>
                  <a:pt x="938" y="605"/>
                </a:lnTo>
                <a:lnTo>
                  <a:pt x="940" y="605"/>
                </a:lnTo>
                <a:lnTo>
                  <a:pt x="941" y="605"/>
                </a:lnTo>
                <a:lnTo>
                  <a:pt x="942" y="604"/>
                </a:lnTo>
                <a:lnTo>
                  <a:pt x="943" y="604"/>
                </a:lnTo>
                <a:lnTo>
                  <a:pt x="944" y="603"/>
                </a:lnTo>
                <a:lnTo>
                  <a:pt x="944" y="602"/>
                </a:lnTo>
                <a:lnTo>
                  <a:pt x="945" y="601"/>
                </a:lnTo>
                <a:lnTo>
                  <a:pt x="946" y="600"/>
                </a:lnTo>
                <a:lnTo>
                  <a:pt x="947" y="600"/>
                </a:lnTo>
                <a:lnTo>
                  <a:pt x="948" y="600"/>
                </a:lnTo>
                <a:lnTo>
                  <a:pt x="949" y="600"/>
                </a:lnTo>
                <a:lnTo>
                  <a:pt x="950" y="600"/>
                </a:lnTo>
                <a:lnTo>
                  <a:pt x="951" y="601"/>
                </a:lnTo>
                <a:lnTo>
                  <a:pt x="953" y="602"/>
                </a:lnTo>
                <a:lnTo>
                  <a:pt x="953" y="603"/>
                </a:lnTo>
                <a:lnTo>
                  <a:pt x="954" y="603"/>
                </a:lnTo>
                <a:lnTo>
                  <a:pt x="955" y="603"/>
                </a:lnTo>
                <a:lnTo>
                  <a:pt x="956" y="603"/>
                </a:lnTo>
                <a:lnTo>
                  <a:pt x="958" y="604"/>
                </a:lnTo>
                <a:lnTo>
                  <a:pt x="959" y="604"/>
                </a:lnTo>
                <a:lnTo>
                  <a:pt x="960" y="604"/>
                </a:lnTo>
                <a:lnTo>
                  <a:pt x="961" y="604"/>
                </a:lnTo>
                <a:lnTo>
                  <a:pt x="962" y="603"/>
                </a:lnTo>
                <a:lnTo>
                  <a:pt x="963" y="603"/>
                </a:lnTo>
                <a:lnTo>
                  <a:pt x="965" y="603"/>
                </a:lnTo>
                <a:lnTo>
                  <a:pt x="965" y="602"/>
                </a:lnTo>
                <a:lnTo>
                  <a:pt x="966" y="603"/>
                </a:lnTo>
                <a:lnTo>
                  <a:pt x="967" y="603"/>
                </a:lnTo>
                <a:lnTo>
                  <a:pt x="969" y="604"/>
                </a:lnTo>
                <a:lnTo>
                  <a:pt x="971" y="604"/>
                </a:lnTo>
                <a:lnTo>
                  <a:pt x="972" y="604"/>
                </a:lnTo>
                <a:lnTo>
                  <a:pt x="973" y="604"/>
                </a:lnTo>
                <a:lnTo>
                  <a:pt x="973" y="603"/>
                </a:lnTo>
                <a:lnTo>
                  <a:pt x="973" y="602"/>
                </a:lnTo>
                <a:lnTo>
                  <a:pt x="974" y="601"/>
                </a:lnTo>
                <a:lnTo>
                  <a:pt x="974" y="600"/>
                </a:lnTo>
                <a:lnTo>
                  <a:pt x="975" y="600"/>
                </a:lnTo>
                <a:lnTo>
                  <a:pt x="975" y="599"/>
                </a:lnTo>
                <a:lnTo>
                  <a:pt x="976" y="599"/>
                </a:lnTo>
                <a:lnTo>
                  <a:pt x="977" y="600"/>
                </a:lnTo>
                <a:lnTo>
                  <a:pt x="978" y="600"/>
                </a:lnTo>
                <a:lnTo>
                  <a:pt x="979" y="600"/>
                </a:lnTo>
                <a:lnTo>
                  <a:pt x="979" y="601"/>
                </a:lnTo>
                <a:lnTo>
                  <a:pt x="980" y="601"/>
                </a:lnTo>
                <a:lnTo>
                  <a:pt x="981" y="601"/>
                </a:lnTo>
                <a:lnTo>
                  <a:pt x="983" y="601"/>
                </a:lnTo>
                <a:lnTo>
                  <a:pt x="985" y="601"/>
                </a:lnTo>
                <a:lnTo>
                  <a:pt x="986" y="600"/>
                </a:lnTo>
                <a:lnTo>
                  <a:pt x="986" y="601"/>
                </a:lnTo>
                <a:lnTo>
                  <a:pt x="988" y="600"/>
                </a:lnTo>
                <a:lnTo>
                  <a:pt x="989" y="600"/>
                </a:lnTo>
                <a:lnTo>
                  <a:pt x="990" y="600"/>
                </a:lnTo>
                <a:lnTo>
                  <a:pt x="991" y="600"/>
                </a:lnTo>
                <a:lnTo>
                  <a:pt x="992" y="600"/>
                </a:lnTo>
                <a:lnTo>
                  <a:pt x="992" y="599"/>
                </a:lnTo>
                <a:lnTo>
                  <a:pt x="994" y="599"/>
                </a:lnTo>
                <a:lnTo>
                  <a:pt x="995" y="599"/>
                </a:lnTo>
                <a:lnTo>
                  <a:pt x="995" y="600"/>
                </a:lnTo>
                <a:lnTo>
                  <a:pt x="996" y="600"/>
                </a:lnTo>
                <a:lnTo>
                  <a:pt x="997" y="600"/>
                </a:lnTo>
                <a:lnTo>
                  <a:pt x="998" y="600"/>
                </a:lnTo>
                <a:lnTo>
                  <a:pt x="998" y="599"/>
                </a:lnTo>
                <a:lnTo>
                  <a:pt x="999" y="599"/>
                </a:lnTo>
                <a:lnTo>
                  <a:pt x="1000" y="599"/>
                </a:lnTo>
                <a:lnTo>
                  <a:pt x="1000" y="598"/>
                </a:lnTo>
                <a:lnTo>
                  <a:pt x="1000" y="597"/>
                </a:lnTo>
                <a:lnTo>
                  <a:pt x="1001" y="596"/>
                </a:lnTo>
                <a:lnTo>
                  <a:pt x="1002" y="595"/>
                </a:lnTo>
                <a:lnTo>
                  <a:pt x="1003" y="595"/>
                </a:lnTo>
                <a:lnTo>
                  <a:pt x="1004" y="595"/>
                </a:lnTo>
                <a:lnTo>
                  <a:pt x="1006" y="595"/>
                </a:lnTo>
                <a:lnTo>
                  <a:pt x="1007" y="595"/>
                </a:lnTo>
                <a:lnTo>
                  <a:pt x="1008" y="595"/>
                </a:lnTo>
                <a:lnTo>
                  <a:pt x="1009" y="595"/>
                </a:lnTo>
                <a:lnTo>
                  <a:pt x="1009" y="596"/>
                </a:lnTo>
                <a:lnTo>
                  <a:pt x="1010" y="596"/>
                </a:lnTo>
                <a:lnTo>
                  <a:pt x="1011" y="596"/>
                </a:lnTo>
                <a:lnTo>
                  <a:pt x="1012" y="597"/>
                </a:lnTo>
                <a:lnTo>
                  <a:pt x="1013" y="597"/>
                </a:lnTo>
                <a:lnTo>
                  <a:pt x="1014" y="598"/>
                </a:lnTo>
                <a:lnTo>
                  <a:pt x="1015" y="598"/>
                </a:lnTo>
                <a:lnTo>
                  <a:pt x="1017" y="599"/>
                </a:lnTo>
                <a:lnTo>
                  <a:pt x="1018" y="599"/>
                </a:lnTo>
                <a:lnTo>
                  <a:pt x="1019" y="599"/>
                </a:lnTo>
                <a:lnTo>
                  <a:pt x="1020" y="599"/>
                </a:lnTo>
                <a:lnTo>
                  <a:pt x="1023" y="599"/>
                </a:lnTo>
                <a:lnTo>
                  <a:pt x="1024" y="599"/>
                </a:lnTo>
                <a:lnTo>
                  <a:pt x="1025" y="599"/>
                </a:lnTo>
                <a:lnTo>
                  <a:pt x="1026" y="599"/>
                </a:lnTo>
                <a:lnTo>
                  <a:pt x="1026" y="598"/>
                </a:lnTo>
                <a:lnTo>
                  <a:pt x="1027" y="598"/>
                </a:lnTo>
                <a:lnTo>
                  <a:pt x="1028" y="598"/>
                </a:lnTo>
                <a:lnTo>
                  <a:pt x="1028" y="597"/>
                </a:lnTo>
                <a:lnTo>
                  <a:pt x="1029" y="597"/>
                </a:lnTo>
                <a:lnTo>
                  <a:pt x="1029" y="596"/>
                </a:lnTo>
                <a:lnTo>
                  <a:pt x="1029" y="595"/>
                </a:lnTo>
                <a:lnTo>
                  <a:pt x="1028" y="595"/>
                </a:lnTo>
                <a:lnTo>
                  <a:pt x="1028" y="594"/>
                </a:lnTo>
                <a:lnTo>
                  <a:pt x="1027" y="594"/>
                </a:lnTo>
                <a:lnTo>
                  <a:pt x="1027" y="592"/>
                </a:lnTo>
                <a:lnTo>
                  <a:pt x="1028" y="592"/>
                </a:lnTo>
                <a:lnTo>
                  <a:pt x="1028" y="591"/>
                </a:lnTo>
                <a:lnTo>
                  <a:pt x="1028" y="590"/>
                </a:lnTo>
                <a:lnTo>
                  <a:pt x="1029" y="589"/>
                </a:lnTo>
                <a:lnTo>
                  <a:pt x="1029" y="588"/>
                </a:lnTo>
                <a:lnTo>
                  <a:pt x="1030" y="588"/>
                </a:lnTo>
                <a:lnTo>
                  <a:pt x="1030" y="587"/>
                </a:lnTo>
                <a:lnTo>
                  <a:pt x="1030" y="586"/>
                </a:lnTo>
                <a:lnTo>
                  <a:pt x="1031" y="586"/>
                </a:lnTo>
                <a:lnTo>
                  <a:pt x="1032" y="586"/>
                </a:lnTo>
                <a:lnTo>
                  <a:pt x="1033" y="586"/>
                </a:lnTo>
                <a:lnTo>
                  <a:pt x="1033" y="585"/>
                </a:lnTo>
                <a:lnTo>
                  <a:pt x="1034" y="585"/>
                </a:lnTo>
                <a:lnTo>
                  <a:pt x="1034" y="584"/>
                </a:lnTo>
                <a:lnTo>
                  <a:pt x="1035" y="584"/>
                </a:lnTo>
                <a:lnTo>
                  <a:pt x="1036" y="584"/>
                </a:lnTo>
                <a:lnTo>
                  <a:pt x="1036" y="583"/>
                </a:lnTo>
                <a:lnTo>
                  <a:pt x="1036" y="582"/>
                </a:lnTo>
                <a:lnTo>
                  <a:pt x="1036" y="581"/>
                </a:lnTo>
                <a:lnTo>
                  <a:pt x="1035" y="580"/>
                </a:lnTo>
                <a:lnTo>
                  <a:pt x="1035" y="579"/>
                </a:lnTo>
                <a:lnTo>
                  <a:pt x="1034" y="579"/>
                </a:lnTo>
                <a:lnTo>
                  <a:pt x="1034" y="578"/>
                </a:lnTo>
                <a:lnTo>
                  <a:pt x="1033" y="578"/>
                </a:lnTo>
                <a:lnTo>
                  <a:pt x="1033" y="577"/>
                </a:lnTo>
                <a:lnTo>
                  <a:pt x="1033" y="576"/>
                </a:lnTo>
                <a:lnTo>
                  <a:pt x="1034" y="576"/>
                </a:lnTo>
                <a:lnTo>
                  <a:pt x="1034" y="575"/>
                </a:lnTo>
                <a:lnTo>
                  <a:pt x="1035" y="575"/>
                </a:lnTo>
                <a:lnTo>
                  <a:pt x="1035" y="574"/>
                </a:lnTo>
                <a:lnTo>
                  <a:pt x="1036" y="574"/>
                </a:lnTo>
                <a:lnTo>
                  <a:pt x="1037" y="574"/>
                </a:lnTo>
                <a:lnTo>
                  <a:pt x="1039" y="574"/>
                </a:lnTo>
                <a:lnTo>
                  <a:pt x="1040" y="574"/>
                </a:lnTo>
                <a:lnTo>
                  <a:pt x="1041" y="575"/>
                </a:lnTo>
                <a:lnTo>
                  <a:pt x="1041" y="576"/>
                </a:lnTo>
                <a:lnTo>
                  <a:pt x="1042" y="576"/>
                </a:lnTo>
                <a:lnTo>
                  <a:pt x="1043" y="577"/>
                </a:lnTo>
                <a:lnTo>
                  <a:pt x="1044" y="577"/>
                </a:lnTo>
                <a:lnTo>
                  <a:pt x="1045" y="577"/>
                </a:lnTo>
                <a:lnTo>
                  <a:pt x="1047" y="577"/>
                </a:lnTo>
                <a:lnTo>
                  <a:pt x="1048" y="577"/>
                </a:lnTo>
                <a:lnTo>
                  <a:pt x="1049" y="576"/>
                </a:lnTo>
                <a:lnTo>
                  <a:pt x="1049" y="575"/>
                </a:lnTo>
                <a:lnTo>
                  <a:pt x="1050" y="575"/>
                </a:lnTo>
                <a:lnTo>
                  <a:pt x="1050" y="574"/>
                </a:lnTo>
                <a:lnTo>
                  <a:pt x="1051" y="573"/>
                </a:lnTo>
                <a:lnTo>
                  <a:pt x="1051" y="572"/>
                </a:lnTo>
                <a:lnTo>
                  <a:pt x="1052" y="572"/>
                </a:lnTo>
                <a:lnTo>
                  <a:pt x="1052" y="571"/>
                </a:lnTo>
                <a:lnTo>
                  <a:pt x="1053" y="570"/>
                </a:lnTo>
                <a:lnTo>
                  <a:pt x="1056" y="569"/>
                </a:lnTo>
                <a:lnTo>
                  <a:pt x="1057" y="568"/>
                </a:lnTo>
                <a:lnTo>
                  <a:pt x="1058" y="568"/>
                </a:lnTo>
                <a:lnTo>
                  <a:pt x="1063" y="567"/>
                </a:lnTo>
                <a:lnTo>
                  <a:pt x="1064" y="567"/>
                </a:lnTo>
                <a:lnTo>
                  <a:pt x="1066" y="565"/>
                </a:lnTo>
                <a:lnTo>
                  <a:pt x="1067" y="563"/>
                </a:lnTo>
                <a:lnTo>
                  <a:pt x="1067" y="562"/>
                </a:lnTo>
                <a:lnTo>
                  <a:pt x="1067" y="561"/>
                </a:lnTo>
                <a:lnTo>
                  <a:pt x="1068" y="559"/>
                </a:lnTo>
                <a:lnTo>
                  <a:pt x="1069" y="559"/>
                </a:lnTo>
                <a:lnTo>
                  <a:pt x="1070" y="558"/>
                </a:lnTo>
                <a:lnTo>
                  <a:pt x="1071" y="558"/>
                </a:lnTo>
                <a:lnTo>
                  <a:pt x="1072" y="558"/>
                </a:lnTo>
                <a:lnTo>
                  <a:pt x="1072" y="557"/>
                </a:lnTo>
                <a:lnTo>
                  <a:pt x="1073" y="557"/>
                </a:lnTo>
                <a:lnTo>
                  <a:pt x="1074" y="557"/>
                </a:lnTo>
                <a:lnTo>
                  <a:pt x="1075" y="557"/>
                </a:lnTo>
                <a:lnTo>
                  <a:pt x="1076" y="557"/>
                </a:lnTo>
                <a:lnTo>
                  <a:pt x="1077" y="557"/>
                </a:lnTo>
                <a:lnTo>
                  <a:pt x="1078" y="557"/>
                </a:lnTo>
                <a:lnTo>
                  <a:pt x="1078" y="556"/>
                </a:lnTo>
                <a:lnTo>
                  <a:pt x="1079" y="556"/>
                </a:lnTo>
                <a:lnTo>
                  <a:pt x="1080" y="556"/>
                </a:lnTo>
                <a:lnTo>
                  <a:pt x="1082" y="557"/>
                </a:lnTo>
                <a:lnTo>
                  <a:pt x="1083" y="557"/>
                </a:lnTo>
                <a:lnTo>
                  <a:pt x="1084" y="557"/>
                </a:lnTo>
                <a:lnTo>
                  <a:pt x="1085" y="557"/>
                </a:lnTo>
                <a:lnTo>
                  <a:pt x="1086" y="557"/>
                </a:lnTo>
                <a:lnTo>
                  <a:pt x="1086" y="558"/>
                </a:lnTo>
                <a:lnTo>
                  <a:pt x="1087" y="558"/>
                </a:lnTo>
                <a:lnTo>
                  <a:pt x="1088" y="558"/>
                </a:lnTo>
                <a:lnTo>
                  <a:pt x="1088" y="559"/>
                </a:lnTo>
                <a:lnTo>
                  <a:pt x="1089" y="559"/>
                </a:lnTo>
                <a:lnTo>
                  <a:pt x="1091" y="559"/>
                </a:lnTo>
                <a:lnTo>
                  <a:pt x="1092" y="560"/>
                </a:lnTo>
                <a:lnTo>
                  <a:pt x="1093" y="560"/>
                </a:lnTo>
                <a:lnTo>
                  <a:pt x="1094" y="560"/>
                </a:lnTo>
                <a:lnTo>
                  <a:pt x="1094" y="559"/>
                </a:lnTo>
                <a:lnTo>
                  <a:pt x="1095" y="559"/>
                </a:lnTo>
                <a:lnTo>
                  <a:pt x="1096" y="559"/>
                </a:lnTo>
                <a:lnTo>
                  <a:pt x="1097" y="558"/>
                </a:lnTo>
                <a:lnTo>
                  <a:pt x="1098" y="558"/>
                </a:lnTo>
                <a:lnTo>
                  <a:pt x="1099" y="558"/>
                </a:lnTo>
                <a:lnTo>
                  <a:pt x="1099" y="557"/>
                </a:lnTo>
                <a:lnTo>
                  <a:pt x="1100" y="557"/>
                </a:lnTo>
                <a:lnTo>
                  <a:pt x="1101" y="557"/>
                </a:lnTo>
                <a:lnTo>
                  <a:pt x="1101" y="558"/>
                </a:lnTo>
                <a:lnTo>
                  <a:pt x="1102" y="558"/>
                </a:lnTo>
                <a:lnTo>
                  <a:pt x="1103" y="558"/>
                </a:lnTo>
                <a:lnTo>
                  <a:pt x="1104" y="559"/>
                </a:lnTo>
                <a:lnTo>
                  <a:pt x="1105" y="559"/>
                </a:lnTo>
                <a:lnTo>
                  <a:pt x="1106" y="559"/>
                </a:lnTo>
                <a:lnTo>
                  <a:pt x="1108" y="558"/>
                </a:lnTo>
                <a:lnTo>
                  <a:pt x="1109" y="558"/>
                </a:lnTo>
                <a:lnTo>
                  <a:pt x="1110" y="558"/>
                </a:lnTo>
                <a:lnTo>
                  <a:pt x="1111" y="558"/>
                </a:lnTo>
                <a:lnTo>
                  <a:pt x="1112" y="558"/>
                </a:lnTo>
                <a:lnTo>
                  <a:pt x="1113" y="558"/>
                </a:lnTo>
                <a:lnTo>
                  <a:pt x="1114" y="558"/>
                </a:lnTo>
                <a:lnTo>
                  <a:pt x="1115" y="557"/>
                </a:lnTo>
                <a:lnTo>
                  <a:pt x="1115" y="556"/>
                </a:lnTo>
                <a:lnTo>
                  <a:pt x="1117" y="551"/>
                </a:lnTo>
                <a:lnTo>
                  <a:pt x="1117" y="550"/>
                </a:lnTo>
                <a:lnTo>
                  <a:pt x="1119" y="550"/>
                </a:lnTo>
                <a:lnTo>
                  <a:pt x="1120" y="550"/>
                </a:lnTo>
                <a:lnTo>
                  <a:pt x="1121" y="550"/>
                </a:lnTo>
                <a:lnTo>
                  <a:pt x="1123" y="551"/>
                </a:lnTo>
                <a:lnTo>
                  <a:pt x="1124" y="551"/>
                </a:lnTo>
                <a:lnTo>
                  <a:pt x="1125" y="552"/>
                </a:lnTo>
                <a:lnTo>
                  <a:pt x="1127" y="551"/>
                </a:lnTo>
                <a:lnTo>
                  <a:pt x="1128" y="551"/>
                </a:lnTo>
                <a:lnTo>
                  <a:pt x="1129" y="550"/>
                </a:lnTo>
                <a:lnTo>
                  <a:pt x="1129" y="549"/>
                </a:lnTo>
                <a:lnTo>
                  <a:pt x="1129" y="547"/>
                </a:lnTo>
                <a:lnTo>
                  <a:pt x="1130" y="546"/>
                </a:lnTo>
                <a:lnTo>
                  <a:pt x="1130" y="545"/>
                </a:lnTo>
                <a:lnTo>
                  <a:pt x="1131" y="544"/>
                </a:lnTo>
                <a:lnTo>
                  <a:pt x="1132" y="544"/>
                </a:lnTo>
                <a:lnTo>
                  <a:pt x="1133" y="544"/>
                </a:lnTo>
                <a:lnTo>
                  <a:pt x="1134" y="544"/>
                </a:lnTo>
                <a:lnTo>
                  <a:pt x="1134" y="543"/>
                </a:lnTo>
                <a:lnTo>
                  <a:pt x="1137" y="543"/>
                </a:lnTo>
                <a:lnTo>
                  <a:pt x="1138" y="543"/>
                </a:lnTo>
                <a:lnTo>
                  <a:pt x="1138" y="542"/>
                </a:lnTo>
                <a:lnTo>
                  <a:pt x="1139" y="542"/>
                </a:lnTo>
                <a:lnTo>
                  <a:pt x="1140" y="542"/>
                </a:lnTo>
                <a:lnTo>
                  <a:pt x="1142" y="541"/>
                </a:lnTo>
                <a:lnTo>
                  <a:pt x="1143" y="541"/>
                </a:lnTo>
                <a:lnTo>
                  <a:pt x="1144" y="541"/>
                </a:lnTo>
                <a:lnTo>
                  <a:pt x="1145" y="540"/>
                </a:lnTo>
                <a:lnTo>
                  <a:pt x="1146" y="540"/>
                </a:lnTo>
                <a:lnTo>
                  <a:pt x="1147" y="540"/>
                </a:lnTo>
                <a:lnTo>
                  <a:pt x="1149" y="539"/>
                </a:lnTo>
                <a:lnTo>
                  <a:pt x="1150" y="539"/>
                </a:lnTo>
                <a:lnTo>
                  <a:pt x="1151" y="539"/>
                </a:lnTo>
                <a:lnTo>
                  <a:pt x="1154" y="539"/>
                </a:lnTo>
                <a:lnTo>
                  <a:pt x="1155" y="539"/>
                </a:lnTo>
                <a:lnTo>
                  <a:pt x="1156" y="538"/>
                </a:lnTo>
                <a:lnTo>
                  <a:pt x="1157" y="536"/>
                </a:lnTo>
                <a:lnTo>
                  <a:pt x="1158" y="535"/>
                </a:lnTo>
                <a:lnTo>
                  <a:pt x="1160" y="535"/>
                </a:lnTo>
                <a:lnTo>
                  <a:pt x="1161" y="536"/>
                </a:lnTo>
                <a:lnTo>
                  <a:pt x="1162" y="536"/>
                </a:lnTo>
                <a:lnTo>
                  <a:pt x="1163" y="536"/>
                </a:lnTo>
                <a:lnTo>
                  <a:pt x="1164" y="536"/>
                </a:lnTo>
                <a:lnTo>
                  <a:pt x="1166" y="536"/>
                </a:lnTo>
                <a:lnTo>
                  <a:pt x="1167" y="536"/>
                </a:lnTo>
                <a:lnTo>
                  <a:pt x="1167" y="535"/>
                </a:lnTo>
                <a:lnTo>
                  <a:pt x="1168" y="534"/>
                </a:lnTo>
                <a:lnTo>
                  <a:pt x="1169" y="534"/>
                </a:lnTo>
                <a:lnTo>
                  <a:pt x="1170" y="533"/>
                </a:lnTo>
                <a:lnTo>
                  <a:pt x="1171" y="532"/>
                </a:lnTo>
                <a:lnTo>
                  <a:pt x="1172" y="531"/>
                </a:lnTo>
                <a:lnTo>
                  <a:pt x="1173" y="531"/>
                </a:lnTo>
                <a:lnTo>
                  <a:pt x="1175" y="531"/>
                </a:lnTo>
                <a:lnTo>
                  <a:pt x="1176" y="531"/>
                </a:lnTo>
                <a:lnTo>
                  <a:pt x="1177" y="531"/>
                </a:lnTo>
                <a:lnTo>
                  <a:pt x="1178" y="531"/>
                </a:lnTo>
                <a:lnTo>
                  <a:pt x="1179" y="531"/>
                </a:lnTo>
                <a:lnTo>
                  <a:pt x="1180" y="531"/>
                </a:lnTo>
                <a:lnTo>
                  <a:pt x="1181" y="531"/>
                </a:lnTo>
                <a:lnTo>
                  <a:pt x="1182" y="531"/>
                </a:lnTo>
                <a:lnTo>
                  <a:pt x="1183" y="532"/>
                </a:lnTo>
                <a:lnTo>
                  <a:pt x="1184" y="532"/>
                </a:lnTo>
                <a:lnTo>
                  <a:pt x="1184" y="531"/>
                </a:lnTo>
                <a:lnTo>
                  <a:pt x="1185" y="531"/>
                </a:lnTo>
                <a:lnTo>
                  <a:pt x="1187" y="531"/>
                </a:lnTo>
                <a:lnTo>
                  <a:pt x="1188" y="531"/>
                </a:lnTo>
                <a:lnTo>
                  <a:pt x="1189" y="530"/>
                </a:lnTo>
                <a:lnTo>
                  <a:pt x="1190" y="530"/>
                </a:lnTo>
                <a:lnTo>
                  <a:pt x="1191" y="529"/>
                </a:lnTo>
                <a:lnTo>
                  <a:pt x="1192" y="529"/>
                </a:lnTo>
                <a:lnTo>
                  <a:pt x="1193" y="529"/>
                </a:lnTo>
                <a:lnTo>
                  <a:pt x="1195" y="529"/>
                </a:lnTo>
                <a:lnTo>
                  <a:pt x="1196" y="528"/>
                </a:lnTo>
                <a:lnTo>
                  <a:pt x="1197" y="528"/>
                </a:lnTo>
                <a:lnTo>
                  <a:pt x="1198" y="527"/>
                </a:lnTo>
                <a:lnTo>
                  <a:pt x="1199" y="527"/>
                </a:lnTo>
                <a:lnTo>
                  <a:pt x="1200" y="527"/>
                </a:lnTo>
                <a:lnTo>
                  <a:pt x="1201" y="527"/>
                </a:lnTo>
                <a:lnTo>
                  <a:pt x="1202" y="527"/>
                </a:lnTo>
                <a:lnTo>
                  <a:pt x="1204" y="528"/>
                </a:lnTo>
                <a:lnTo>
                  <a:pt x="1205" y="528"/>
                </a:lnTo>
                <a:lnTo>
                  <a:pt x="1206" y="529"/>
                </a:lnTo>
                <a:lnTo>
                  <a:pt x="1209" y="529"/>
                </a:lnTo>
                <a:lnTo>
                  <a:pt x="1210" y="528"/>
                </a:lnTo>
                <a:lnTo>
                  <a:pt x="1211" y="528"/>
                </a:lnTo>
                <a:lnTo>
                  <a:pt x="1212" y="528"/>
                </a:lnTo>
                <a:lnTo>
                  <a:pt x="1214" y="528"/>
                </a:lnTo>
                <a:lnTo>
                  <a:pt x="1215" y="528"/>
                </a:lnTo>
                <a:lnTo>
                  <a:pt x="1216" y="528"/>
                </a:lnTo>
                <a:lnTo>
                  <a:pt x="1217" y="528"/>
                </a:lnTo>
                <a:lnTo>
                  <a:pt x="1218" y="529"/>
                </a:lnTo>
                <a:lnTo>
                  <a:pt x="1219" y="529"/>
                </a:lnTo>
                <a:lnTo>
                  <a:pt x="1220" y="530"/>
                </a:lnTo>
                <a:lnTo>
                  <a:pt x="1222" y="531"/>
                </a:lnTo>
                <a:lnTo>
                  <a:pt x="1225" y="532"/>
                </a:lnTo>
                <a:lnTo>
                  <a:pt x="1226" y="532"/>
                </a:lnTo>
                <a:lnTo>
                  <a:pt x="1227" y="532"/>
                </a:lnTo>
                <a:lnTo>
                  <a:pt x="1228" y="532"/>
                </a:lnTo>
                <a:lnTo>
                  <a:pt x="1229" y="532"/>
                </a:lnTo>
                <a:lnTo>
                  <a:pt x="1230" y="531"/>
                </a:lnTo>
                <a:lnTo>
                  <a:pt x="1231" y="530"/>
                </a:lnTo>
                <a:lnTo>
                  <a:pt x="1232" y="529"/>
                </a:lnTo>
                <a:lnTo>
                  <a:pt x="1233" y="528"/>
                </a:lnTo>
                <a:lnTo>
                  <a:pt x="1233" y="527"/>
                </a:lnTo>
                <a:lnTo>
                  <a:pt x="1235" y="525"/>
                </a:lnTo>
                <a:lnTo>
                  <a:pt x="1237" y="525"/>
                </a:lnTo>
                <a:lnTo>
                  <a:pt x="1237" y="524"/>
                </a:lnTo>
                <a:lnTo>
                  <a:pt x="1239" y="524"/>
                </a:lnTo>
                <a:lnTo>
                  <a:pt x="1240" y="524"/>
                </a:lnTo>
                <a:lnTo>
                  <a:pt x="1244" y="525"/>
                </a:lnTo>
                <a:lnTo>
                  <a:pt x="1246" y="525"/>
                </a:lnTo>
                <a:lnTo>
                  <a:pt x="1247" y="525"/>
                </a:lnTo>
                <a:lnTo>
                  <a:pt x="1248" y="525"/>
                </a:lnTo>
                <a:lnTo>
                  <a:pt x="1249" y="525"/>
                </a:lnTo>
                <a:lnTo>
                  <a:pt x="1250" y="524"/>
                </a:lnTo>
                <a:lnTo>
                  <a:pt x="1250" y="523"/>
                </a:lnTo>
                <a:lnTo>
                  <a:pt x="1251" y="523"/>
                </a:lnTo>
                <a:lnTo>
                  <a:pt x="1253" y="524"/>
                </a:lnTo>
                <a:lnTo>
                  <a:pt x="1253" y="525"/>
                </a:lnTo>
                <a:lnTo>
                  <a:pt x="1254" y="525"/>
                </a:lnTo>
                <a:lnTo>
                  <a:pt x="1254" y="526"/>
                </a:lnTo>
                <a:lnTo>
                  <a:pt x="1254" y="527"/>
                </a:lnTo>
                <a:lnTo>
                  <a:pt x="1253" y="529"/>
                </a:lnTo>
                <a:lnTo>
                  <a:pt x="1252" y="530"/>
                </a:lnTo>
                <a:lnTo>
                  <a:pt x="1251" y="531"/>
                </a:lnTo>
                <a:lnTo>
                  <a:pt x="1250" y="531"/>
                </a:lnTo>
                <a:lnTo>
                  <a:pt x="1249" y="531"/>
                </a:lnTo>
                <a:lnTo>
                  <a:pt x="1246" y="533"/>
                </a:lnTo>
                <a:lnTo>
                  <a:pt x="1245" y="533"/>
                </a:lnTo>
                <a:lnTo>
                  <a:pt x="1244" y="533"/>
                </a:lnTo>
                <a:lnTo>
                  <a:pt x="1242" y="534"/>
                </a:lnTo>
                <a:lnTo>
                  <a:pt x="1241" y="534"/>
                </a:lnTo>
                <a:lnTo>
                  <a:pt x="1240" y="534"/>
                </a:lnTo>
                <a:lnTo>
                  <a:pt x="1238" y="535"/>
                </a:lnTo>
                <a:lnTo>
                  <a:pt x="1236" y="536"/>
                </a:lnTo>
                <a:lnTo>
                  <a:pt x="1235" y="536"/>
                </a:lnTo>
                <a:lnTo>
                  <a:pt x="1233" y="536"/>
                </a:lnTo>
                <a:lnTo>
                  <a:pt x="1231" y="537"/>
                </a:lnTo>
                <a:lnTo>
                  <a:pt x="1229" y="538"/>
                </a:lnTo>
                <a:lnTo>
                  <a:pt x="1228" y="539"/>
                </a:lnTo>
                <a:lnTo>
                  <a:pt x="1228" y="540"/>
                </a:lnTo>
                <a:lnTo>
                  <a:pt x="1227" y="540"/>
                </a:lnTo>
                <a:lnTo>
                  <a:pt x="1226" y="541"/>
                </a:lnTo>
                <a:lnTo>
                  <a:pt x="1225" y="540"/>
                </a:lnTo>
                <a:lnTo>
                  <a:pt x="1225" y="541"/>
                </a:lnTo>
                <a:lnTo>
                  <a:pt x="1224" y="541"/>
                </a:lnTo>
                <a:lnTo>
                  <a:pt x="1223" y="541"/>
                </a:lnTo>
                <a:lnTo>
                  <a:pt x="1223" y="542"/>
                </a:lnTo>
                <a:lnTo>
                  <a:pt x="1222" y="542"/>
                </a:lnTo>
                <a:lnTo>
                  <a:pt x="1221" y="542"/>
                </a:lnTo>
                <a:lnTo>
                  <a:pt x="1220" y="542"/>
                </a:lnTo>
                <a:lnTo>
                  <a:pt x="1220" y="543"/>
                </a:lnTo>
                <a:lnTo>
                  <a:pt x="1218" y="543"/>
                </a:lnTo>
                <a:lnTo>
                  <a:pt x="1217" y="544"/>
                </a:lnTo>
                <a:lnTo>
                  <a:pt x="1216" y="544"/>
                </a:lnTo>
                <a:lnTo>
                  <a:pt x="1216" y="545"/>
                </a:lnTo>
                <a:lnTo>
                  <a:pt x="1216" y="546"/>
                </a:lnTo>
                <a:lnTo>
                  <a:pt x="1216" y="548"/>
                </a:lnTo>
                <a:lnTo>
                  <a:pt x="1216" y="549"/>
                </a:lnTo>
                <a:lnTo>
                  <a:pt x="1216" y="550"/>
                </a:lnTo>
                <a:lnTo>
                  <a:pt x="1216" y="551"/>
                </a:lnTo>
                <a:lnTo>
                  <a:pt x="1216" y="552"/>
                </a:lnTo>
                <a:lnTo>
                  <a:pt x="1216" y="553"/>
                </a:lnTo>
                <a:lnTo>
                  <a:pt x="1216" y="554"/>
                </a:lnTo>
                <a:lnTo>
                  <a:pt x="1216" y="555"/>
                </a:lnTo>
                <a:lnTo>
                  <a:pt x="1215" y="556"/>
                </a:lnTo>
                <a:lnTo>
                  <a:pt x="1214" y="556"/>
                </a:lnTo>
                <a:lnTo>
                  <a:pt x="1214" y="557"/>
                </a:lnTo>
                <a:lnTo>
                  <a:pt x="1213" y="558"/>
                </a:lnTo>
                <a:lnTo>
                  <a:pt x="1212" y="560"/>
                </a:lnTo>
                <a:lnTo>
                  <a:pt x="1211" y="561"/>
                </a:lnTo>
                <a:lnTo>
                  <a:pt x="1210" y="562"/>
                </a:lnTo>
                <a:lnTo>
                  <a:pt x="1209" y="563"/>
                </a:lnTo>
                <a:lnTo>
                  <a:pt x="1207" y="564"/>
                </a:lnTo>
                <a:lnTo>
                  <a:pt x="1206" y="564"/>
                </a:lnTo>
                <a:lnTo>
                  <a:pt x="1206" y="565"/>
                </a:lnTo>
                <a:lnTo>
                  <a:pt x="1206" y="566"/>
                </a:lnTo>
                <a:lnTo>
                  <a:pt x="1205" y="566"/>
                </a:lnTo>
                <a:lnTo>
                  <a:pt x="1204" y="566"/>
                </a:lnTo>
                <a:lnTo>
                  <a:pt x="1204" y="567"/>
                </a:lnTo>
                <a:lnTo>
                  <a:pt x="1204" y="568"/>
                </a:lnTo>
                <a:lnTo>
                  <a:pt x="1204" y="569"/>
                </a:lnTo>
                <a:lnTo>
                  <a:pt x="1204" y="570"/>
                </a:lnTo>
                <a:lnTo>
                  <a:pt x="1204" y="571"/>
                </a:lnTo>
                <a:lnTo>
                  <a:pt x="1204" y="572"/>
                </a:lnTo>
                <a:lnTo>
                  <a:pt x="1205" y="572"/>
                </a:lnTo>
                <a:lnTo>
                  <a:pt x="1205" y="573"/>
                </a:lnTo>
                <a:lnTo>
                  <a:pt x="1206" y="573"/>
                </a:lnTo>
                <a:lnTo>
                  <a:pt x="1207" y="575"/>
                </a:lnTo>
                <a:lnTo>
                  <a:pt x="1209" y="575"/>
                </a:lnTo>
                <a:lnTo>
                  <a:pt x="1209" y="576"/>
                </a:lnTo>
                <a:lnTo>
                  <a:pt x="1210" y="576"/>
                </a:lnTo>
                <a:lnTo>
                  <a:pt x="1210" y="577"/>
                </a:lnTo>
                <a:lnTo>
                  <a:pt x="1210" y="578"/>
                </a:lnTo>
                <a:lnTo>
                  <a:pt x="1210" y="579"/>
                </a:lnTo>
                <a:lnTo>
                  <a:pt x="1210" y="580"/>
                </a:lnTo>
                <a:lnTo>
                  <a:pt x="1212" y="580"/>
                </a:lnTo>
                <a:lnTo>
                  <a:pt x="1213" y="580"/>
                </a:lnTo>
                <a:lnTo>
                  <a:pt x="1214" y="580"/>
                </a:lnTo>
                <a:lnTo>
                  <a:pt x="1215" y="580"/>
                </a:lnTo>
                <a:lnTo>
                  <a:pt x="1215" y="581"/>
                </a:lnTo>
                <a:lnTo>
                  <a:pt x="1215" y="582"/>
                </a:lnTo>
                <a:lnTo>
                  <a:pt x="1216" y="582"/>
                </a:lnTo>
                <a:lnTo>
                  <a:pt x="1216" y="583"/>
                </a:lnTo>
                <a:lnTo>
                  <a:pt x="1216" y="584"/>
                </a:lnTo>
                <a:lnTo>
                  <a:pt x="1215" y="584"/>
                </a:lnTo>
                <a:lnTo>
                  <a:pt x="1215" y="585"/>
                </a:lnTo>
                <a:lnTo>
                  <a:pt x="1216" y="585"/>
                </a:lnTo>
                <a:lnTo>
                  <a:pt x="1216" y="586"/>
                </a:lnTo>
                <a:lnTo>
                  <a:pt x="1216" y="587"/>
                </a:lnTo>
                <a:lnTo>
                  <a:pt x="1216" y="588"/>
                </a:lnTo>
                <a:lnTo>
                  <a:pt x="1216" y="589"/>
                </a:lnTo>
                <a:lnTo>
                  <a:pt x="1217" y="589"/>
                </a:lnTo>
                <a:lnTo>
                  <a:pt x="1217" y="590"/>
                </a:lnTo>
                <a:lnTo>
                  <a:pt x="1218" y="590"/>
                </a:lnTo>
                <a:lnTo>
                  <a:pt x="1219" y="590"/>
                </a:lnTo>
                <a:lnTo>
                  <a:pt x="1220" y="591"/>
                </a:lnTo>
                <a:lnTo>
                  <a:pt x="1220" y="592"/>
                </a:lnTo>
                <a:lnTo>
                  <a:pt x="1221" y="592"/>
                </a:lnTo>
                <a:lnTo>
                  <a:pt x="1221" y="593"/>
                </a:lnTo>
                <a:lnTo>
                  <a:pt x="1222" y="593"/>
                </a:lnTo>
                <a:lnTo>
                  <a:pt x="1223" y="593"/>
                </a:lnTo>
                <a:lnTo>
                  <a:pt x="1223" y="594"/>
                </a:lnTo>
                <a:lnTo>
                  <a:pt x="1224" y="594"/>
                </a:lnTo>
                <a:lnTo>
                  <a:pt x="1225" y="594"/>
                </a:lnTo>
                <a:lnTo>
                  <a:pt x="1225" y="595"/>
                </a:lnTo>
                <a:lnTo>
                  <a:pt x="1225" y="596"/>
                </a:lnTo>
                <a:lnTo>
                  <a:pt x="1226" y="597"/>
                </a:lnTo>
                <a:lnTo>
                  <a:pt x="1226" y="598"/>
                </a:lnTo>
                <a:lnTo>
                  <a:pt x="1225" y="598"/>
                </a:lnTo>
                <a:lnTo>
                  <a:pt x="1225" y="599"/>
                </a:lnTo>
                <a:lnTo>
                  <a:pt x="1225" y="600"/>
                </a:lnTo>
                <a:lnTo>
                  <a:pt x="1224" y="600"/>
                </a:lnTo>
                <a:lnTo>
                  <a:pt x="1224" y="601"/>
                </a:lnTo>
                <a:lnTo>
                  <a:pt x="1223" y="601"/>
                </a:lnTo>
                <a:lnTo>
                  <a:pt x="1223" y="602"/>
                </a:lnTo>
                <a:lnTo>
                  <a:pt x="1222" y="603"/>
                </a:lnTo>
                <a:lnTo>
                  <a:pt x="1221" y="603"/>
                </a:lnTo>
                <a:lnTo>
                  <a:pt x="1221" y="604"/>
                </a:lnTo>
                <a:lnTo>
                  <a:pt x="1221" y="605"/>
                </a:lnTo>
                <a:lnTo>
                  <a:pt x="1220" y="605"/>
                </a:lnTo>
                <a:lnTo>
                  <a:pt x="1220" y="606"/>
                </a:lnTo>
                <a:lnTo>
                  <a:pt x="1219" y="606"/>
                </a:lnTo>
                <a:lnTo>
                  <a:pt x="1218" y="607"/>
                </a:lnTo>
                <a:lnTo>
                  <a:pt x="1217" y="607"/>
                </a:lnTo>
                <a:lnTo>
                  <a:pt x="1217" y="608"/>
                </a:lnTo>
                <a:lnTo>
                  <a:pt x="1217" y="609"/>
                </a:lnTo>
                <a:lnTo>
                  <a:pt x="1217" y="610"/>
                </a:lnTo>
                <a:lnTo>
                  <a:pt x="1217" y="611"/>
                </a:lnTo>
                <a:lnTo>
                  <a:pt x="1217" y="612"/>
                </a:lnTo>
                <a:lnTo>
                  <a:pt x="1216" y="612"/>
                </a:lnTo>
                <a:lnTo>
                  <a:pt x="1216" y="613"/>
                </a:lnTo>
                <a:lnTo>
                  <a:pt x="1215" y="613"/>
                </a:lnTo>
                <a:lnTo>
                  <a:pt x="1214" y="613"/>
                </a:lnTo>
                <a:lnTo>
                  <a:pt x="1214" y="614"/>
                </a:lnTo>
                <a:lnTo>
                  <a:pt x="1213" y="615"/>
                </a:lnTo>
                <a:lnTo>
                  <a:pt x="1213" y="616"/>
                </a:lnTo>
                <a:lnTo>
                  <a:pt x="1212" y="616"/>
                </a:lnTo>
                <a:lnTo>
                  <a:pt x="1211" y="617"/>
                </a:lnTo>
                <a:lnTo>
                  <a:pt x="1211" y="618"/>
                </a:lnTo>
                <a:lnTo>
                  <a:pt x="1210" y="618"/>
                </a:lnTo>
                <a:lnTo>
                  <a:pt x="1209" y="618"/>
                </a:lnTo>
                <a:lnTo>
                  <a:pt x="1207" y="618"/>
                </a:lnTo>
                <a:lnTo>
                  <a:pt x="1207" y="619"/>
                </a:lnTo>
                <a:lnTo>
                  <a:pt x="1206" y="619"/>
                </a:lnTo>
                <a:lnTo>
                  <a:pt x="1206" y="620"/>
                </a:lnTo>
                <a:lnTo>
                  <a:pt x="1206" y="621"/>
                </a:lnTo>
                <a:lnTo>
                  <a:pt x="1206" y="622"/>
                </a:lnTo>
                <a:lnTo>
                  <a:pt x="1206" y="623"/>
                </a:lnTo>
                <a:lnTo>
                  <a:pt x="1205" y="623"/>
                </a:lnTo>
                <a:lnTo>
                  <a:pt x="1205" y="624"/>
                </a:lnTo>
                <a:lnTo>
                  <a:pt x="1204" y="624"/>
                </a:lnTo>
                <a:lnTo>
                  <a:pt x="1203" y="624"/>
                </a:lnTo>
                <a:lnTo>
                  <a:pt x="1202" y="624"/>
                </a:lnTo>
                <a:lnTo>
                  <a:pt x="1202" y="625"/>
                </a:lnTo>
                <a:lnTo>
                  <a:pt x="1201" y="625"/>
                </a:lnTo>
                <a:lnTo>
                  <a:pt x="1200" y="626"/>
                </a:lnTo>
                <a:lnTo>
                  <a:pt x="1200" y="627"/>
                </a:lnTo>
                <a:lnTo>
                  <a:pt x="1199" y="627"/>
                </a:lnTo>
                <a:lnTo>
                  <a:pt x="1198" y="627"/>
                </a:lnTo>
                <a:lnTo>
                  <a:pt x="1197" y="627"/>
                </a:lnTo>
                <a:lnTo>
                  <a:pt x="1196" y="627"/>
                </a:lnTo>
                <a:lnTo>
                  <a:pt x="1195" y="627"/>
                </a:lnTo>
                <a:lnTo>
                  <a:pt x="1194" y="627"/>
                </a:lnTo>
                <a:lnTo>
                  <a:pt x="1193" y="627"/>
                </a:lnTo>
                <a:lnTo>
                  <a:pt x="1192" y="627"/>
                </a:lnTo>
                <a:lnTo>
                  <a:pt x="1192" y="628"/>
                </a:lnTo>
                <a:lnTo>
                  <a:pt x="1191" y="628"/>
                </a:lnTo>
                <a:lnTo>
                  <a:pt x="1189" y="628"/>
                </a:lnTo>
                <a:lnTo>
                  <a:pt x="1188" y="628"/>
                </a:lnTo>
                <a:lnTo>
                  <a:pt x="1187" y="627"/>
                </a:lnTo>
                <a:lnTo>
                  <a:pt x="1187" y="628"/>
                </a:lnTo>
                <a:lnTo>
                  <a:pt x="1187" y="627"/>
                </a:lnTo>
                <a:lnTo>
                  <a:pt x="1186" y="627"/>
                </a:lnTo>
                <a:lnTo>
                  <a:pt x="1185" y="627"/>
                </a:lnTo>
                <a:lnTo>
                  <a:pt x="1184" y="628"/>
                </a:lnTo>
                <a:lnTo>
                  <a:pt x="1183" y="628"/>
                </a:lnTo>
                <a:lnTo>
                  <a:pt x="1182" y="628"/>
                </a:lnTo>
                <a:lnTo>
                  <a:pt x="1182" y="629"/>
                </a:lnTo>
                <a:lnTo>
                  <a:pt x="1181" y="630"/>
                </a:lnTo>
                <a:lnTo>
                  <a:pt x="1180" y="631"/>
                </a:lnTo>
                <a:lnTo>
                  <a:pt x="1179" y="631"/>
                </a:lnTo>
                <a:lnTo>
                  <a:pt x="1179" y="632"/>
                </a:lnTo>
                <a:lnTo>
                  <a:pt x="1178" y="632"/>
                </a:lnTo>
                <a:lnTo>
                  <a:pt x="1178" y="633"/>
                </a:lnTo>
                <a:lnTo>
                  <a:pt x="1178" y="635"/>
                </a:lnTo>
                <a:lnTo>
                  <a:pt x="1177" y="635"/>
                </a:lnTo>
                <a:lnTo>
                  <a:pt x="1177" y="636"/>
                </a:lnTo>
                <a:lnTo>
                  <a:pt x="1176" y="636"/>
                </a:lnTo>
                <a:lnTo>
                  <a:pt x="1175" y="636"/>
                </a:lnTo>
                <a:lnTo>
                  <a:pt x="1175" y="637"/>
                </a:lnTo>
                <a:lnTo>
                  <a:pt x="1174" y="637"/>
                </a:lnTo>
                <a:lnTo>
                  <a:pt x="1173" y="637"/>
                </a:lnTo>
                <a:lnTo>
                  <a:pt x="1172" y="637"/>
                </a:lnTo>
                <a:lnTo>
                  <a:pt x="1172" y="638"/>
                </a:lnTo>
                <a:lnTo>
                  <a:pt x="1171" y="639"/>
                </a:lnTo>
                <a:lnTo>
                  <a:pt x="1170" y="639"/>
                </a:lnTo>
                <a:lnTo>
                  <a:pt x="1170" y="640"/>
                </a:lnTo>
                <a:lnTo>
                  <a:pt x="1170" y="641"/>
                </a:lnTo>
                <a:lnTo>
                  <a:pt x="1170" y="642"/>
                </a:lnTo>
                <a:lnTo>
                  <a:pt x="1170" y="643"/>
                </a:lnTo>
                <a:lnTo>
                  <a:pt x="1169" y="643"/>
                </a:lnTo>
                <a:lnTo>
                  <a:pt x="1169" y="644"/>
                </a:lnTo>
                <a:lnTo>
                  <a:pt x="1169" y="645"/>
                </a:lnTo>
                <a:lnTo>
                  <a:pt x="1169" y="646"/>
                </a:lnTo>
                <a:lnTo>
                  <a:pt x="1168" y="646"/>
                </a:lnTo>
                <a:lnTo>
                  <a:pt x="1168" y="647"/>
                </a:lnTo>
                <a:lnTo>
                  <a:pt x="1169" y="647"/>
                </a:lnTo>
                <a:lnTo>
                  <a:pt x="1169" y="648"/>
                </a:lnTo>
                <a:lnTo>
                  <a:pt x="1170" y="648"/>
                </a:lnTo>
                <a:lnTo>
                  <a:pt x="1170" y="649"/>
                </a:lnTo>
                <a:lnTo>
                  <a:pt x="1171" y="649"/>
                </a:lnTo>
                <a:lnTo>
                  <a:pt x="1172" y="650"/>
                </a:lnTo>
                <a:lnTo>
                  <a:pt x="1173" y="651"/>
                </a:lnTo>
                <a:lnTo>
                  <a:pt x="1174" y="652"/>
                </a:lnTo>
                <a:lnTo>
                  <a:pt x="1174" y="653"/>
                </a:lnTo>
                <a:lnTo>
                  <a:pt x="1175" y="654"/>
                </a:lnTo>
                <a:lnTo>
                  <a:pt x="1175" y="656"/>
                </a:lnTo>
                <a:lnTo>
                  <a:pt x="1175" y="657"/>
                </a:lnTo>
                <a:lnTo>
                  <a:pt x="1175" y="658"/>
                </a:lnTo>
                <a:lnTo>
                  <a:pt x="1175" y="659"/>
                </a:lnTo>
                <a:lnTo>
                  <a:pt x="1175" y="660"/>
                </a:lnTo>
                <a:lnTo>
                  <a:pt x="1175" y="661"/>
                </a:lnTo>
                <a:lnTo>
                  <a:pt x="1174" y="662"/>
                </a:lnTo>
                <a:lnTo>
                  <a:pt x="1173" y="662"/>
                </a:lnTo>
                <a:lnTo>
                  <a:pt x="1172" y="663"/>
                </a:lnTo>
                <a:lnTo>
                  <a:pt x="1171" y="662"/>
                </a:lnTo>
                <a:lnTo>
                  <a:pt x="1171" y="663"/>
                </a:lnTo>
                <a:lnTo>
                  <a:pt x="1169" y="663"/>
                </a:lnTo>
                <a:lnTo>
                  <a:pt x="1169" y="662"/>
                </a:lnTo>
                <a:lnTo>
                  <a:pt x="1168" y="662"/>
                </a:lnTo>
                <a:lnTo>
                  <a:pt x="1168" y="663"/>
                </a:lnTo>
                <a:lnTo>
                  <a:pt x="1167" y="663"/>
                </a:lnTo>
                <a:lnTo>
                  <a:pt x="1166" y="664"/>
                </a:lnTo>
                <a:lnTo>
                  <a:pt x="1166" y="665"/>
                </a:lnTo>
                <a:lnTo>
                  <a:pt x="1165" y="665"/>
                </a:lnTo>
                <a:lnTo>
                  <a:pt x="1165" y="666"/>
                </a:lnTo>
                <a:lnTo>
                  <a:pt x="1165" y="667"/>
                </a:lnTo>
                <a:lnTo>
                  <a:pt x="1165" y="668"/>
                </a:lnTo>
                <a:lnTo>
                  <a:pt x="1165" y="669"/>
                </a:lnTo>
                <a:lnTo>
                  <a:pt x="1164" y="669"/>
                </a:lnTo>
                <a:lnTo>
                  <a:pt x="1164" y="670"/>
                </a:lnTo>
                <a:lnTo>
                  <a:pt x="1163" y="671"/>
                </a:lnTo>
                <a:lnTo>
                  <a:pt x="1164" y="671"/>
                </a:lnTo>
                <a:lnTo>
                  <a:pt x="1164" y="672"/>
                </a:lnTo>
                <a:lnTo>
                  <a:pt x="1163" y="672"/>
                </a:lnTo>
                <a:lnTo>
                  <a:pt x="1161" y="673"/>
                </a:lnTo>
                <a:lnTo>
                  <a:pt x="1161" y="674"/>
                </a:lnTo>
                <a:lnTo>
                  <a:pt x="1160" y="674"/>
                </a:lnTo>
                <a:lnTo>
                  <a:pt x="1160" y="675"/>
                </a:lnTo>
                <a:lnTo>
                  <a:pt x="1160" y="676"/>
                </a:lnTo>
                <a:lnTo>
                  <a:pt x="1161" y="677"/>
                </a:lnTo>
                <a:lnTo>
                  <a:pt x="1161" y="678"/>
                </a:lnTo>
                <a:lnTo>
                  <a:pt x="1161" y="679"/>
                </a:lnTo>
                <a:lnTo>
                  <a:pt x="1161" y="680"/>
                </a:lnTo>
                <a:lnTo>
                  <a:pt x="1160" y="680"/>
                </a:lnTo>
                <a:lnTo>
                  <a:pt x="1160" y="681"/>
                </a:lnTo>
                <a:lnTo>
                  <a:pt x="1159" y="682"/>
                </a:lnTo>
                <a:lnTo>
                  <a:pt x="1159" y="683"/>
                </a:lnTo>
                <a:lnTo>
                  <a:pt x="1158" y="684"/>
                </a:lnTo>
                <a:lnTo>
                  <a:pt x="1158" y="685"/>
                </a:lnTo>
                <a:lnTo>
                  <a:pt x="1158" y="686"/>
                </a:lnTo>
                <a:lnTo>
                  <a:pt x="1158" y="687"/>
                </a:lnTo>
                <a:lnTo>
                  <a:pt x="1158" y="688"/>
                </a:lnTo>
                <a:lnTo>
                  <a:pt x="1158" y="689"/>
                </a:lnTo>
                <a:lnTo>
                  <a:pt x="1157" y="689"/>
                </a:lnTo>
                <a:lnTo>
                  <a:pt x="1156" y="689"/>
                </a:lnTo>
                <a:lnTo>
                  <a:pt x="1156" y="690"/>
                </a:lnTo>
                <a:lnTo>
                  <a:pt x="1156" y="691"/>
                </a:lnTo>
                <a:lnTo>
                  <a:pt x="1156" y="692"/>
                </a:lnTo>
                <a:lnTo>
                  <a:pt x="1157" y="692"/>
                </a:lnTo>
                <a:lnTo>
                  <a:pt x="1157" y="693"/>
                </a:lnTo>
                <a:lnTo>
                  <a:pt x="1158" y="693"/>
                </a:lnTo>
                <a:lnTo>
                  <a:pt x="1158" y="694"/>
                </a:lnTo>
                <a:lnTo>
                  <a:pt x="1159" y="695"/>
                </a:lnTo>
                <a:lnTo>
                  <a:pt x="1159" y="696"/>
                </a:lnTo>
                <a:lnTo>
                  <a:pt x="1158" y="696"/>
                </a:lnTo>
                <a:lnTo>
                  <a:pt x="1158" y="697"/>
                </a:lnTo>
                <a:lnTo>
                  <a:pt x="1157" y="697"/>
                </a:lnTo>
                <a:lnTo>
                  <a:pt x="1157" y="698"/>
                </a:lnTo>
                <a:lnTo>
                  <a:pt x="1157" y="699"/>
                </a:lnTo>
                <a:lnTo>
                  <a:pt x="1156" y="699"/>
                </a:lnTo>
                <a:lnTo>
                  <a:pt x="1156" y="701"/>
                </a:lnTo>
                <a:lnTo>
                  <a:pt x="1157" y="701"/>
                </a:lnTo>
                <a:lnTo>
                  <a:pt x="1157" y="702"/>
                </a:lnTo>
                <a:lnTo>
                  <a:pt x="1157" y="703"/>
                </a:lnTo>
                <a:lnTo>
                  <a:pt x="1157" y="704"/>
                </a:lnTo>
                <a:lnTo>
                  <a:pt x="1157" y="705"/>
                </a:lnTo>
                <a:lnTo>
                  <a:pt x="1156" y="705"/>
                </a:lnTo>
                <a:lnTo>
                  <a:pt x="1156" y="706"/>
                </a:lnTo>
                <a:lnTo>
                  <a:pt x="1156" y="707"/>
                </a:lnTo>
                <a:lnTo>
                  <a:pt x="1156" y="708"/>
                </a:lnTo>
                <a:lnTo>
                  <a:pt x="1155" y="709"/>
                </a:lnTo>
                <a:lnTo>
                  <a:pt x="1155" y="710"/>
                </a:lnTo>
                <a:lnTo>
                  <a:pt x="1154" y="710"/>
                </a:lnTo>
                <a:lnTo>
                  <a:pt x="1153" y="711"/>
                </a:lnTo>
                <a:lnTo>
                  <a:pt x="1152" y="711"/>
                </a:lnTo>
                <a:lnTo>
                  <a:pt x="1152" y="712"/>
                </a:lnTo>
                <a:lnTo>
                  <a:pt x="1151" y="712"/>
                </a:lnTo>
                <a:lnTo>
                  <a:pt x="1150" y="712"/>
                </a:lnTo>
                <a:lnTo>
                  <a:pt x="1149" y="712"/>
                </a:lnTo>
                <a:lnTo>
                  <a:pt x="1149" y="713"/>
                </a:lnTo>
                <a:lnTo>
                  <a:pt x="1148" y="713"/>
                </a:lnTo>
                <a:lnTo>
                  <a:pt x="1147" y="714"/>
                </a:lnTo>
                <a:lnTo>
                  <a:pt x="1146" y="715"/>
                </a:lnTo>
                <a:lnTo>
                  <a:pt x="1146" y="716"/>
                </a:lnTo>
                <a:lnTo>
                  <a:pt x="1146" y="717"/>
                </a:lnTo>
                <a:lnTo>
                  <a:pt x="1145" y="717"/>
                </a:lnTo>
                <a:lnTo>
                  <a:pt x="1145" y="718"/>
                </a:lnTo>
                <a:lnTo>
                  <a:pt x="1145" y="719"/>
                </a:lnTo>
                <a:lnTo>
                  <a:pt x="1145" y="720"/>
                </a:lnTo>
                <a:lnTo>
                  <a:pt x="1144" y="721"/>
                </a:lnTo>
                <a:lnTo>
                  <a:pt x="1144" y="722"/>
                </a:lnTo>
                <a:lnTo>
                  <a:pt x="1143" y="722"/>
                </a:lnTo>
                <a:lnTo>
                  <a:pt x="1142" y="722"/>
                </a:lnTo>
                <a:lnTo>
                  <a:pt x="1142" y="723"/>
                </a:lnTo>
                <a:lnTo>
                  <a:pt x="1143" y="723"/>
                </a:lnTo>
                <a:lnTo>
                  <a:pt x="1142" y="724"/>
                </a:lnTo>
                <a:lnTo>
                  <a:pt x="1141" y="725"/>
                </a:lnTo>
                <a:lnTo>
                  <a:pt x="1141" y="726"/>
                </a:lnTo>
                <a:lnTo>
                  <a:pt x="1141" y="727"/>
                </a:lnTo>
                <a:lnTo>
                  <a:pt x="1141" y="728"/>
                </a:lnTo>
                <a:lnTo>
                  <a:pt x="1141" y="729"/>
                </a:lnTo>
                <a:lnTo>
                  <a:pt x="1142" y="729"/>
                </a:lnTo>
                <a:lnTo>
                  <a:pt x="1143" y="729"/>
                </a:lnTo>
                <a:lnTo>
                  <a:pt x="1144" y="729"/>
                </a:lnTo>
                <a:lnTo>
                  <a:pt x="1145" y="729"/>
                </a:lnTo>
                <a:lnTo>
                  <a:pt x="1146" y="730"/>
                </a:lnTo>
                <a:lnTo>
                  <a:pt x="1147" y="730"/>
                </a:lnTo>
                <a:lnTo>
                  <a:pt x="1147" y="731"/>
                </a:lnTo>
                <a:lnTo>
                  <a:pt x="1148" y="731"/>
                </a:lnTo>
                <a:lnTo>
                  <a:pt x="1148" y="732"/>
                </a:lnTo>
                <a:lnTo>
                  <a:pt x="1148" y="733"/>
                </a:lnTo>
                <a:lnTo>
                  <a:pt x="1149" y="733"/>
                </a:lnTo>
                <a:lnTo>
                  <a:pt x="1149" y="734"/>
                </a:lnTo>
                <a:lnTo>
                  <a:pt x="1150" y="734"/>
                </a:lnTo>
                <a:lnTo>
                  <a:pt x="1149" y="735"/>
                </a:lnTo>
                <a:lnTo>
                  <a:pt x="1149" y="736"/>
                </a:lnTo>
                <a:lnTo>
                  <a:pt x="1148" y="736"/>
                </a:lnTo>
                <a:lnTo>
                  <a:pt x="1148" y="737"/>
                </a:lnTo>
                <a:lnTo>
                  <a:pt x="1147" y="737"/>
                </a:lnTo>
                <a:lnTo>
                  <a:pt x="1146" y="737"/>
                </a:lnTo>
                <a:lnTo>
                  <a:pt x="1145" y="737"/>
                </a:lnTo>
                <a:lnTo>
                  <a:pt x="1144" y="737"/>
                </a:lnTo>
                <a:lnTo>
                  <a:pt x="1143" y="738"/>
                </a:lnTo>
                <a:lnTo>
                  <a:pt x="1143" y="739"/>
                </a:lnTo>
                <a:lnTo>
                  <a:pt x="1142" y="739"/>
                </a:lnTo>
                <a:lnTo>
                  <a:pt x="1142" y="740"/>
                </a:lnTo>
                <a:lnTo>
                  <a:pt x="1143" y="740"/>
                </a:lnTo>
                <a:lnTo>
                  <a:pt x="1143" y="741"/>
                </a:lnTo>
                <a:lnTo>
                  <a:pt x="1144" y="741"/>
                </a:lnTo>
                <a:lnTo>
                  <a:pt x="1145" y="741"/>
                </a:lnTo>
                <a:lnTo>
                  <a:pt x="1146" y="741"/>
                </a:lnTo>
                <a:lnTo>
                  <a:pt x="1147" y="741"/>
                </a:lnTo>
                <a:lnTo>
                  <a:pt x="1147" y="740"/>
                </a:lnTo>
                <a:lnTo>
                  <a:pt x="1147" y="741"/>
                </a:lnTo>
                <a:lnTo>
                  <a:pt x="1147" y="742"/>
                </a:lnTo>
                <a:lnTo>
                  <a:pt x="1147" y="743"/>
                </a:lnTo>
                <a:lnTo>
                  <a:pt x="1146" y="743"/>
                </a:lnTo>
                <a:lnTo>
                  <a:pt x="1146" y="745"/>
                </a:lnTo>
                <a:lnTo>
                  <a:pt x="1147" y="746"/>
                </a:lnTo>
                <a:lnTo>
                  <a:pt x="1147" y="747"/>
                </a:lnTo>
                <a:lnTo>
                  <a:pt x="1147" y="748"/>
                </a:lnTo>
                <a:lnTo>
                  <a:pt x="1146" y="748"/>
                </a:lnTo>
                <a:lnTo>
                  <a:pt x="1146" y="749"/>
                </a:lnTo>
                <a:lnTo>
                  <a:pt x="1145" y="749"/>
                </a:lnTo>
                <a:lnTo>
                  <a:pt x="1144" y="749"/>
                </a:lnTo>
                <a:lnTo>
                  <a:pt x="1143" y="749"/>
                </a:lnTo>
                <a:lnTo>
                  <a:pt x="1142" y="749"/>
                </a:lnTo>
                <a:lnTo>
                  <a:pt x="1142" y="750"/>
                </a:lnTo>
                <a:lnTo>
                  <a:pt x="1143" y="750"/>
                </a:lnTo>
                <a:lnTo>
                  <a:pt x="1143" y="751"/>
                </a:lnTo>
                <a:lnTo>
                  <a:pt x="1142" y="751"/>
                </a:lnTo>
                <a:lnTo>
                  <a:pt x="1142" y="752"/>
                </a:lnTo>
                <a:lnTo>
                  <a:pt x="1142" y="753"/>
                </a:lnTo>
                <a:lnTo>
                  <a:pt x="1141" y="753"/>
                </a:lnTo>
                <a:lnTo>
                  <a:pt x="1141" y="754"/>
                </a:lnTo>
                <a:lnTo>
                  <a:pt x="1140" y="754"/>
                </a:lnTo>
                <a:lnTo>
                  <a:pt x="1139" y="754"/>
                </a:lnTo>
                <a:lnTo>
                  <a:pt x="1139" y="753"/>
                </a:lnTo>
                <a:lnTo>
                  <a:pt x="1139" y="752"/>
                </a:lnTo>
                <a:lnTo>
                  <a:pt x="1138" y="752"/>
                </a:lnTo>
                <a:lnTo>
                  <a:pt x="1138" y="751"/>
                </a:lnTo>
                <a:lnTo>
                  <a:pt x="1137" y="751"/>
                </a:lnTo>
                <a:lnTo>
                  <a:pt x="1137" y="752"/>
                </a:lnTo>
                <a:lnTo>
                  <a:pt x="1136" y="752"/>
                </a:lnTo>
                <a:lnTo>
                  <a:pt x="1136" y="754"/>
                </a:lnTo>
                <a:lnTo>
                  <a:pt x="1136" y="755"/>
                </a:lnTo>
                <a:lnTo>
                  <a:pt x="1135" y="755"/>
                </a:lnTo>
                <a:lnTo>
                  <a:pt x="1135" y="756"/>
                </a:lnTo>
                <a:lnTo>
                  <a:pt x="1134" y="756"/>
                </a:lnTo>
                <a:lnTo>
                  <a:pt x="1133" y="757"/>
                </a:lnTo>
                <a:lnTo>
                  <a:pt x="1132" y="757"/>
                </a:lnTo>
                <a:lnTo>
                  <a:pt x="1131" y="757"/>
                </a:lnTo>
                <a:lnTo>
                  <a:pt x="1130" y="758"/>
                </a:lnTo>
                <a:lnTo>
                  <a:pt x="1129" y="758"/>
                </a:lnTo>
                <a:lnTo>
                  <a:pt x="1128" y="758"/>
                </a:lnTo>
                <a:lnTo>
                  <a:pt x="1127" y="758"/>
                </a:lnTo>
                <a:lnTo>
                  <a:pt x="1127" y="759"/>
                </a:lnTo>
                <a:lnTo>
                  <a:pt x="1126" y="759"/>
                </a:lnTo>
                <a:lnTo>
                  <a:pt x="1126" y="760"/>
                </a:lnTo>
                <a:lnTo>
                  <a:pt x="1126" y="761"/>
                </a:lnTo>
                <a:lnTo>
                  <a:pt x="1127" y="762"/>
                </a:lnTo>
                <a:lnTo>
                  <a:pt x="1127" y="763"/>
                </a:lnTo>
                <a:lnTo>
                  <a:pt x="1128" y="763"/>
                </a:lnTo>
                <a:lnTo>
                  <a:pt x="1128" y="764"/>
                </a:lnTo>
                <a:lnTo>
                  <a:pt x="1129" y="765"/>
                </a:lnTo>
                <a:lnTo>
                  <a:pt x="1130" y="765"/>
                </a:lnTo>
                <a:lnTo>
                  <a:pt x="1130" y="766"/>
                </a:lnTo>
                <a:lnTo>
                  <a:pt x="1131" y="766"/>
                </a:lnTo>
                <a:lnTo>
                  <a:pt x="1131" y="767"/>
                </a:lnTo>
                <a:lnTo>
                  <a:pt x="1131" y="768"/>
                </a:lnTo>
                <a:lnTo>
                  <a:pt x="1131" y="769"/>
                </a:lnTo>
                <a:lnTo>
                  <a:pt x="1130" y="770"/>
                </a:lnTo>
                <a:lnTo>
                  <a:pt x="1129" y="772"/>
                </a:lnTo>
                <a:lnTo>
                  <a:pt x="1128" y="773"/>
                </a:lnTo>
                <a:lnTo>
                  <a:pt x="1127" y="773"/>
                </a:lnTo>
                <a:lnTo>
                  <a:pt x="1127" y="774"/>
                </a:lnTo>
                <a:lnTo>
                  <a:pt x="1126" y="774"/>
                </a:lnTo>
                <a:lnTo>
                  <a:pt x="1126" y="775"/>
                </a:lnTo>
                <a:lnTo>
                  <a:pt x="1126" y="776"/>
                </a:lnTo>
                <a:lnTo>
                  <a:pt x="1125" y="776"/>
                </a:lnTo>
                <a:lnTo>
                  <a:pt x="1125" y="777"/>
                </a:lnTo>
                <a:lnTo>
                  <a:pt x="1125" y="778"/>
                </a:lnTo>
                <a:lnTo>
                  <a:pt x="1126" y="778"/>
                </a:lnTo>
                <a:lnTo>
                  <a:pt x="1125" y="778"/>
                </a:lnTo>
                <a:lnTo>
                  <a:pt x="1126" y="778"/>
                </a:lnTo>
                <a:lnTo>
                  <a:pt x="1126" y="779"/>
                </a:lnTo>
                <a:lnTo>
                  <a:pt x="1125" y="779"/>
                </a:lnTo>
                <a:lnTo>
                  <a:pt x="1125" y="780"/>
                </a:lnTo>
                <a:lnTo>
                  <a:pt x="1125" y="781"/>
                </a:lnTo>
                <a:lnTo>
                  <a:pt x="1124" y="781"/>
                </a:lnTo>
                <a:lnTo>
                  <a:pt x="1123" y="780"/>
                </a:lnTo>
                <a:lnTo>
                  <a:pt x="1122" y="780"/>
                </a:lnTo>
                <a:lnTo>
                  <a:pt x="1121" y="780"/>
                </a:lnTo>
                <a:lnTo>
                  <a:pt x="1120" y="780"/>
                </a:lnTo>
                <a:lnTo>
                  <a:pt x="1120" y="781"/>
                </a:lnTo>
                <a:lnTo>
                  <a:pt x="1119" y="781"/>
                </a:lnTo>
                <a:lnTo>
                  <a:pt x="1119" y="782"/>
                </a:lnTo>
                <a:lnTo>
                  <a:pt x="1119" y="783"/>
                </a:lnTo>
                <a:lnTo>
                  <a:pt x="1120" y="784"/>
                </a:lnTo>
                <a:lnTo>
                  <a:pt x="1120" y="785"/>
                </a:lnTo>
                <a:lnTo>
                  <a:pt x="1119" y="785"/>
                </a:lnTo>
                <a:lnTo>
                  <a:pt x="1118" y="786"/>
                </a:lnTo>
                <a:lnTo>
                  <a:pt x="1117" y="786"/>
                </a:lnTo>
                <a:lnTo>
                  <a:pt x="1118" y="786"/>
                </a:lnTo>
                <a:lnTo>
                  <a:pt x="1118" y="787"/>
                </a:lnTo>
                <a:lnTo>
                  <a:pt x="1118" y="788"/>
                </a:lnTo>
                <a:lnTo>
                  <a:pt x="1117" y="788"/>
                </a:lnTo>
                <a:lnTo>
                  <a:pt x="1116" y="788"/>
                </a:lnTo>
                <a:lnTo>
                  <a:pt x="1115" y="788"/>
                </a:lnTo>
                <a:lnTo>
                  <a:pt x="1115" y="787"/>
                </a:lnTo>
                <a:lnTo>
                  <a:pt x="1115" y="786"/>
                </a:lnTo>
                <a:lnTo>
                  <a:pt x="1114" y="786"/>
                </a:lnTo>
                <a:lnTo>
                  <a:pt x="1114" y="785"/>
                </a:lnTo>
                <a:lnTo>
                  <a:pt x="1113" y="785"/>
                </a:lnTo>
                <a:lnTo>
                  <a:pt x="1112" y="785"/>
                </a:lnTo>
                <a:lnTo>
                  <a:pt x="1111" y="785"/>
                </a:lnTo>
                <a:lnTo>
                  <a:pt x="1111" y="786"/>
                </a:lnTo>
                <a:lnTo>
                  <a:pt x="1110" y="786"/>
                </a:lnTo>
                <a:lnTo>
                  <a:pt x="1110" y="787"/>
                </a:lnTo>
                <a:lnTo>
                  <a:pt x="1110" y="788"/>
                </a:lnTo>
                <a:lnTo>
                  <a:pt x="1110" y="789"/>
                </a:lnTo>
                <a:lnTo>
                  <a:pt x="1110" y="788"/>
                </a:lnTo>
                <a:lnTo>
                  <a:pt x="1109" y="788"/>
                </a:lnTo>
                <a:lnTo>
                  <a:pt x="1108" y="788"/>
                </a:lnTo>
                <a:lnTo>
                  <a:pt x="1108" y="789"/>
                </a:lnTo>
                <a:lnTo>
                  <a:pt x="1108" y="790"/>
                </a:lnTo>
                <a:lnTo>
                  <a:pt x="1109" y="791"/>
                </a:lnTo>
                <a:lnTo>
                  <a:pt x="1109" y="792"/>
                </a:lnTo>
                <a:lnTo>
                  <a:pt x="1108" y="792"/>
                </a:lnTo>
                <a:lnTo>
                  <a:pt x="1108" y="791"/>
                </a:lnTo>
                <a:lnTo>
                  <a:pt x="1107" y="791"/>
                </a:lnTo>
                <a:lnTo>
                  <a:pt x="1106" y="791"/>
                </a:lnTo>
                <a:lnTo>
                  <a:pt x="1106" y="792"/>
                </a:lnTo>
                <a:lnTo>
                  <a:pt x="1106" y="793"/>
                </a:lnTo>
                <a:lnTo>
                  <a:pt x="1107" y="793"/>
                </a:lnTo>
                <a:lnTo>
                  <a:pt x="1106" y="793"/>
                </a:lnTo>
                <a:lnTo>
                  <a:pt x="1106" y="794"/>
                </a:lnTo>
                <a:lnTo>
                  <a:pt x="1106" y="795"/>
                </a:lnTo>
                <a:lnTo>
                  <a:pt x="1106" y="796"/>
                </a:lnTo>
                <a:lnTo>
                  <a:pt x="1107" y="796"/>
                </a:lnTo>
                <a:lnTo>
                  <a:pt x="1108" y="796"/>
                </a:lnTo>
                <a:lnTo>
                  <a:pt x="1109" y="796"/>
                </a:lnTo>
                <a:lnTo>
                  <a:pt x="1109" y="797"/>
                </a:lnTo>
                <a:lnTo>
                  <a:pt x="1110" y="797"/>
                </a:lnTo>
                <a:lnTo>
                  <a:pt x="1110" y="798"/>
                </a:lnTo>
                <a:lnTo>
                  <a:pt x="1109" y="798"/>
                </a:lnTo>
                <a:lnTo>
                  <a:pt x="1108" y="798"/>
                </a:lnTo>
                <a:lnTo>
                  <a:pt x="1108" y="797"/>
                </a:lnTo>
                <a:lnTo>
                  <a:pt x="1107" y="797"/>
                </a:lnTo>
                <a:lnTo>
                  <a:pt x="1106" y="797"/>
                </a:lnTo>
                <a:lnTo>
                  <a:pt x="1106" y="798"/>
                </a:lnTo>
                <a:lnTo>
                  <a:pt x="1107" y="798"/>
                </a:lnTo>
                <a:lnTo>
                  <a:pt x="1107" y="799"/>
                </a:lnTo>
                <a:lnTo>
                  <a:pt x="1106" y="799"/>
                </a:lnTo>
                <a:lnTo>
                  <a:pt x="1106" y="800"/>
                </a:lnTo>
                <a:lnTo>
                  <a:pt x="1107" y="800"/>
                </a:lnTo>
                <a:lnTo>
                  <a:pt x="1108" y="800"/>
                </a:lnTo>
                <a:lnTo>
                  <a:pt x="1108" y="801"/>
                </a:lnTo>
                <a:lnTo>
                  <a:pt x="1108" y="802"/>
                </a:lnTo>
                <a:lnTo>
                  <a:pt x="1107" y="802"/>
                </a:lnTo>
                <a:lnTo>
                  <a:pt x="1106" y="802"/>
                </a:lnTo>
                <a:lnTo>
                  <a:pt x="1105" y="802"/>
                </a:lnTo>
                <a:lnTo>
                  <a:pt x="1105" y="803"/>
                </a:lnTo>
                <a:lnTo>
                  <a:pt x="1104" y="803"/>
                </a:lnTo>
                <a:lnTo>
                  <a:pt x="1104" y="804"/>
                </a:lnTo>
                <a:lnTo>
                  <a:pt x="1104" y="805"/>
                </a:lnTo>
                <a:lnTo>
                  <a:pt x="1103" y="805"/>
                </a:lnTo>
                <a:lnTo>
                  <a:pt x="1103" y="806"/>
                </a:lnTo>
                <a:lnTo>
                  <a:pt x="1104" y="806"/>
                </a:lnTo>
                <a:lnTo>
                  <a:pt x="1104" y="805"/>
                </a:lnTo>
                <a:lnTo>
                  <a:pt x="1105" y="805"/>
                </a:lnTo>
                <a:lnTo>
                  <a:pt x="1105" y="806"/>
                </a:lnTo>
                <a:lnTo>
                  <a:pt x="1106" y="806"/>
                </a:lnTo>
                <a:lnTo>
                  <a:pt x="1107" y="806"/>
                </a:lnTo>
                <a:lnTo>
                  <a:pt x="1108" y="806"/>
                </a:lnTo>
                <a:lnTo>
                  <a:pt x="1108" y="807"/>
                </a:lnTo>
                <a:lnTo>
                  <a:pt x="1107" y="807"/>
                </a:lnTo>
                <a:lnTo>
                  <a:pt x="1107" y="808"/>
                </a:lnTo>
                <a:lnTo>
                  <a:pt x="1108" y="808"/>
                </a:lnTo>
                <a:lnTo>
                  <a:pt x="1108" y="809"/>
                </a:lnTo>
                <a:lnTo>
                  <a:pt x="1108" y="810"/>
                </a:lnTo>
                <a:lnTo>
                  <a:pt x="1107" y="810"/>
                </a:lnTo>
                <a:lnTo>
                  <a:pt x="1106" y="810"/>
                </a:lnTo>
                <a:lnTo>
                  <a:pt x="1105" y="810"/>
                </a:lnTo>
                <a:lnTo>
                  <a:pt x="1104" y="810"/>
                </a:lnTo>
                <a:lnTo>
                  <a:pt x="1104" y="811"/>
                </a:lnTo>
                <a:lnTo>
                  <a:pt x="1105" y="812"/>
                </a:lnTo>
                <a:lnTo>
                  <a:pt x="1106" y="812"/>
                </a:lnTo>
                <a:lnTo>
                  <a:pt x="1106" y="813"/>
                </a:lnTo>
                <a:lnTo>
                  <a:pt x="1107" y="813"/>
                </a:lnTo>
                <a:lnTo>
                  <a:pt x="1107" y="814"/>
                </a:lnTo>
                <a:lnTo>
                  <a:pt x="1106" y="814"/>
                </a:lnTo>
                <a:lnTo>
                  <a:pt x="1105" y="814"/>
                </a:lnTo>
                <a:lnTo>
                  <a:pt x="1105" y="813"/>
                </a:lnTo>
                <a:lnTo>
                  <a:pt x="1104" y="813"/>
                </a:lnTo>
                <a:lnTo>
                  <a:pt x="1103" y="813"/>
                </a:lnTo>
                <a:lnTo>
                  <a:pt x="1103" y="814"/>
                </a:lnTo>
                <a:lnTo>
                  <a:pt x="1102" y="814"/>
                </a:lnTo>
                <a:lnTo>
                  <a:pt x="1101" y="814"/>
                </a:lnTo>
                <a:lnTo>
                  <a:pt x="1102" y="814"/>
                </a:lnTo>
                <a:lnTo>
                  <a:pt x="1102" y="815"/>
                </a:lnTo>
                <a:lnTo>
                  <a:pt x="1101" y="815"/>
                </a:lnTo>
                <a:lnTo>
                  <a:pt x="1101" y="816"/>
                </a:lnTo>
                <a:lnTo>
                  <a:pt x="1101" y="817"/>
                </a:lnTo>
                <a:lnTo>
                  <a:pt x="1102" y="817"/>
                </a:lnTo>
                <a:lnTo>
                  <a:pt x="1102" y="818"/>
                </a:lnTo>
                <a:lnTo>
                  <a:pt x="1102" y="819"/>
                </a:lnTo>
                <a:lnTo>
                  <a:pt x="1101" y="819"/>
                </a:lnTo>
                <a:lnTo>
                  <a:pt x="1101" y="818"/>
                </a:lnTo>
                <a:lnTo>
                  <a:pt x="1100" y="818"/>
                </a:lnTo>
                <a:lnTo>
                  <a:pt x="1100" y="819"/>
                </a:lnTo>
                <a:lnTo>
                  <a:pt x="1100" y="818"/>
                </a:lnTo>
                <a:lnTo>
                  <a:pt x="1099" y="818"/>
                </a:lnTo>
                <a:lnTo>
                  <a:pt x="1098" y="819"/>
                </a:lnTo>
                <a:lnTo>
                  <a:pt x="1098" y="818"/>
                </a:lnTo>
                <a:lnTo>
                  <a:pt x="1097" y="818"/>
                </a:lnTo>
                <a:lnTo>
                  <a:pt x="1098" y="819"/>
                </a:lnTo>
                <a:lnTo>
                  <a:pt x="1097" y="819"/>
                </a:lnTo>
                <a:lnTo>
                  <a:pt x="1096" y="819"/>
                </a:lnTo>
                <a:lnTo>
                  <a:pt x="1095" y="819"/>
                </a:lnTo>
                <a:lnTo>
                  <a:pt x="1096" y="819"/>
                </a:lnTo>
                <a:lnTo>
                  <a:pt x="1095" y="819"/>
                </a:lnTo>
                <a:lnTo>
                  <a:pt x="1095" y="820"/>
                </a:lnTo>
                <a:lnTo>
                  <a:pt x="1095" y="821"/>
                </a:lnTo>
                <a:lnTo>
                  <a:pt x="1095" y="820"/>
                </a:lnTo>
                <a:lnTo>
                  <a:pt x="1094" y="820"/>
                </a:lnTo>
                <a:lnTo>
                  <a:pt x="1094" y="821"/>
                </a:lnTo>
                <a:lnTo>
                  <a:pt x="1093" y="821"/>
                </a:lnTo>
                <a:lnTo>
                  <a:pt x="1092" y="821"/>
                </a:lnTo>
                <a:lnTo>
                  <a:pt x="1093" y="821"/>
                </a:lnTo>
                <a:lnTo>
                  <a:pt x="1092" y="821"/>
                </a:lnTo>
                <a:lnTo>
                  <a:pt x="1091" y="821"/>
                </a:lnTo>
                <a:lnTo>
                  <a:pt x="1091" y="822"/>
                </a:lnTo>
                <a:lnTo>
                  <a:pt x="1091" y="821"/>
                </a:lnTo>
                <a:lnTo>
                  <a:pt x="1090" y="821"/>
                </a:lnTo>
                <a:lnTo>
                  <a:pt x="1090" y="822"/>
                </a:lnTo>
                <a:lnTo>
                  <a:pt x="1091" y="822"/>
                </a:lnTo>
                <a:lnTo>
                  <a:pt x="1090" y="822"/>
                </a:lnTo>
                <a:lnTo>
                  <a:pt x="1089" y="822"/>
                </a:lnTo>
                <a:lnTo>
                  <a:pt x="1089" y="823"/>
                </a:lnTo>
                <a:lnTo>
                  <a:pt x="1089" y="822"/>
                </a:lnTo>
                <a:lnTo>
                  <a:pt x="1088" y="822"/>
                </a:lnTo>
                <a:lnTo>
                  <a:pt x="1088" y="823"/>
                </a:lnTo>
                <a:lnTo>
                  <a:pt x="1087" y="823"/>
                </a:lnTo>
                <a:lnTo>
                  <a:pt x="1087" y="824"/>
                </a:lnTo>
                <a:lnTo>
                  <a:pt x="1086" y="824"/>
                </a:lnTo>
                <a:lnTo>
                  <a:pt x="1085" y="824"/>
                </a:lnTo>
                <a:lnTo>
                  <a:pt x="1085" y="825"/>
                </a:lnTo>
                <a:lnTo>
                  <a:pt x="1084" y="825"/>
                </a:lnTo>
                <a:lnTo>
                  <a:pt x="1084" y="824"/>
                </a:lnTo>
                <a:lnTo>
                  <a:pt x="1083" y="825"/>
                </a:lnTo>
                <a:lnTo>
                  <a:pt x="1083" y="824"/>
                </a:lnTo>
                <a:lnTo>
                  <a:pt x="1082" y="824"/>
                </a:lnTo>
                <a:lnTo>
                  <a:pt x="1082" y="825"/>
                </a:lnTo>
                <a:lnTo>
                  <a:pt x="1083" y="825"/>
                </a:lnTo>
                <a:lnTo>
                  <a:pt x="1083" y="826"/>
                </a:lnTo>
                <a:lnTo>
                  <a:pt x="1082" y="826"/>
                </a:lnTo>
                <a:lnTo>
                  <a:pt x="1081" y="826"/>
                </a:lnTo>
                <a:lnTo>
                  <a:pt x="1082" y="826"/>
                </a:lnTo>
                <a:lnTo>
                  <a:pt x="1082" y="827"/>
                </a:lnTo>
                <a:lnTo>
                  <a:pt x="1081" y="827"/>
                </a:lnTo>
                <a:lnTo>
                  <a:pt x="1081" y="828"/>
                </a:lnTo>
                <a:lnTo>
                  <a:pt x="1080" y="828"/>
                </a:lnTo>
                <a:lnTo>
                  <a:pt x="1080" y="829"/>
                </a:lnTo>
                <a:lnTo>
                  <a:pt x="1081" y="829"/>
                </a:lnTo>
                <a:lnTo>
                  <a:pt x="1080" y="829"/>
                </a:lnTo>
                <a:lnTo>
                  <a:pt x="1079" y="829"/>
                </a:lnTo>
                <a:lnTo>
                  <a:pt x="1079" y="830"/>
                </a:lnTo>
                <a:lnTo>
                  <a:pt x="1080" y="830"/>
                </a:lnTo>
                <a:lnTo>
                  <a:pt x="1080" y="829"/>
                </a:lnTo>
                <a:lnTo>
                  <a:pt x="1080" y="830"/>
                </a:lnTo>
                <a:lnTo>
                  <a:pt x="1079" y="830"/>
                </a:lnTo>
                <a:lnTo>
                  <a:pt x="1079" y="831"/>
                </a:lnTo>
                <a:lnTo>
                  <a:pt x="1078" y="831"/>
                </a:lnTo>
                <a:lnTo>
                  <a:pt x="1078" y="832"/>
                </a:lnTo>
                <a:lnTo>
                  <a:pt x="1079" y="832"/>
                </a:lnTo>
                <a:lnTo>
                  <a:pt x="1080" y="832"/>
                </a:lnTo>
                <a:lnTo>
                  <a:pt x="1079" y="832"/>
                </a:lnTo>
                <a:lnTo>
                  <a:pt x="1077" y="832"/>
                </a:lnTo>
                <a:lnTo>
                  <a:pt x="1077" y="833"/>
                </a:lnTo>
                <a:lnTo>
                  <a:pt x="1078" y="833"/>
                </a:lnTo>
                <a:lnTo>
                  <a:pt x="1077" y="833"/>
                </a:lnTo>
                <a:lnTo>
                  <a:pt x="1077" y="834"/>
                </a:lnTo>
                <a:lnTo>
                  <a:pt x="1077" y="835"/>
                </a:lnTo>
                <a:lnTo>
                  <a:pt x="1077" y="836"/>
                </a:lnTo>
                <a:lnTo>
                  <a:pt x="1076" y="836"/>
                </a:lnTo>
                <a:lnTo>
                  <a:pt x="1077" y="836"/>
                </a:lnTo>
                <a:lnTo>
                  <a:pt x="1077" y="837"/>
                </a:lnTo>
                <a:lnTo>
                  <a:pt x="1078" y="837"/>
                </a:lnTo>
                <a:lnTo>
                  <a:pt x="1077" y="837"/>
                </a:lnTo>
                <a:lnTo>
                  <a:pt x="1076" y="838"/>
                </a:lnTo>
                <a:lnTo>
                  <a:pt x="1077" y="838"/>
                </a:lnTo>
                <a:lnTo>
                  <a:pt x="1077" y="839"/>
                </a:lnTo>
                <a:lnTo>
                  <a:pt x="1077" y="840"/>
                </a:lnTo>
                <a:lnTo>
                  <a:pt x="1077" y="839"/>
                </a:lnTo>
                <a:lnTo>
                  <a:pt x="1076" y="839"/>
                </a:lnTo>
                <a:lnTo>
                  <a:pt x="1076" y="840"/>
                </a:lnTo>
                <a:lnTo>
                  <a:pt x="1075" y="840"/>
                </a:lnTo>
                <a:lnTo>
                  <a:pt x="1076" y="840"/>
                </a:lnTo>
                <a:lnTo>
                  <a:pt x="1076" y="841"/>
                </a:lnTo>
                <a:lnTo>
                  <a:pt x="1075" y="841"/>
                </a:lnTo>
                <a:lnTo>
                  <a:pt x="1075" y="842"/>
                </a:lnTo>
                <a:lnTo>
                  <a:pt x="1076" y="842"/>
                </a:lnTo>
                <a:lnTo>
                  <a:pt x="1076" y="843"/>
                </a:lnTo>
                <a:lnTo>
                  <a:pt x="1075" y="843"/>
                </a:lnTo>
                <a:lnTo>
                  <a:pt x="1075" y="844"/>
                </a:lnTo>
                <a:lnTo>
                  <a:pt x="1074" y="844"/>
                </a:lnTo>
                <a:lnTo>
                  <a:pt x="1074" y="845"/>
                </a:lnTo>
                <a:lnTo>
                  <a:pt x="1075" y="845"/>
                </a:lnTo>
                <a:lnTo>
                  <a:pt x="1075" y="846"/>
                </a:lnTo>
                <a:lnTo>
                  <a:pt x="1074" y="846"/>
                </a:lnTo>
                <a:lnTo>
                  <a:pt x="1073" y="846"/>
                </a:lnTo>
                <a:lnTo>
                  <a:pt x="1074" y="846"/>
                </a:lnTo>
                <a:lnTo>
                  <a:pt x="1074" y="847"/>
                </a:lnTo>
                <a:lnTo>
                  <a:pt x="1073" y="847"/>
                </a:lnTo>
                <a:lnTo>
                  <a:pt x="1074" y="847"/>
                </a:lnTo>
                <a:lnTo>
                  <a:pt x="1074" y="848"/>
                </a:lnTo>
                <a:lnTo>
                  <a:pt x="1073" y="848"/>
                </a:lnTo>
                <a:lnTo>
                  <a:pt x="1074" y="848"/>
                </a:lnTo>
                <a:lnTo>
                  <a:pt x="1074" y="849"/>
                </a:lnTo>
                <a:lnTo>
                  <a:pt x="1073" y="849"/>
                </a:lnTo>
                <a:lnTo>
                  <a:pt x="1073" y="850"/>
                </a:lnTo>
                <a:lnTo>
                  <a:pt x="1073" y="849"/>
                </a:lnTo>
                <a:lnTo>
                  <a:pt x="1074" y="849"/>
                </a:lnTo>
                <a:lnTo>
                  <a:pt x="1074" y="850"/>
                </a:lnTo>
                <a:lnTo>
                  <a:pt x="1073" y="850"/>
                </a:lnTo>
                <a:lnTo>
                  <a:pt x="1073" y="851"/>
                </a:lnTo>
                <a:lnTo>
                  <a:pt x="1072" y="851"/>
                </a:lnTo>
                <a:lnTo>
                  <a:pt x="1073" y="851"/>
                </a:lnTo>
                <a:lnTo>
                  <a:pt x="1073" y="852"/>
                </a:lnTo>
                <a:lnTo>
                  <a:pt x="1073" y="851"/>
                </a:lnTo>
                <a:lnTo>
                  <a:pt x="1074" y="851"/>
                </a:lnTo>
                <a:lnTo>
                  <a:pt x="1073" y="851"/>
                </a:lnTo>
                <a:lnTo>
                  <a:pt x="1073" y="852"/>
                </a:lnTo>
                <a:lnTo>
                  <a:pt x="1074" y="852"/>
                </a:lnTo>
                <a:lnTo>
                  <a:pt x="1072" y="852"/>
                </a:lnTo>
                <a:lnTo>
                  <a:pt x="1073" y="852"/>
                </a:lnTo>
                <a:lnTo>
                  <a:pt x="1074" y="852"/>
                </a:lnTo>
                <a:lnTo>
                  <a:pt x="1074" y="853"/>
                </a:lnTo>
                <a:lnTo>
                  <a:pt x="1073" y="853"/>
                </a:lnTo>
                <a:lnTo>
                  <a:pt x="1074" y="853"/>
                </a:lnTo>
                <a:lnTo>
                  <a:pt x="1074" y="854"/>
                </a:lnTo>
                <a:lnTo>
                  <a:pt x="1074" y="853"/>
                </a:lnTo>
                <a:lnTo>
                  <a:pt x="1074" y="854"/>
                </a:lnTo>
                <a:lnTo>
                  <a:pt x="1075" y="854"/>
                </a:lnTo>
                <a:lnTo>
                  <a:pt x="1074" y="854"/>
                </a:lnTo>
                <a:lnTo>
                  <a:pt x="1075" y="854"/>
                </a:lnTo>
                <a:lnTo>
                  <a:pt x="1075" y="855"/>
                </a:lnTo>
                <a:lnTo>
                  <a:pt x="1075" y="856"/>
                </a:lnTo>
                <a:lnTo>
                  <a:pt x="1076" y="856"/>
                </a:lnTo>
                <a:lnTo>
                  <a:pt x="1075" y="856"/>
                </a:lnTo>
                <a:lnTo>
                  <a:pt x="1076" y="856"/>
                </a:lnTo>
                <a:lnTo>
                  <a:pt x="1076" y="857"/>
                </a:lnTo>
                <a:lnTo>
                  <a:pt x="1075" y="857"/>
                </a:lnTo>
                <a:lnTo>
                  <a:pt x="1076" y="857"/>
                </a:lnTo>
                <a:lnTo>
                  <a:pt x="1076" y="858"/>
                </a:lnTo>
                <a:lnTo>
                  <a:pt x="1076" y="859"/>
                </a:lnTo>
                <a:lnTo>
                  <a:pt x="1076" y="860"/>
                </a:lnTo>
                <a:lnTo>
                  <a:pt x="1076" y="861"/>
                </a:lnTo>
                <a:lnTo>
                  <a:pt x="1077" y="861"/>
                </a:lnTo>
                <a:lnTo>
                  <a:pt x="1077" y="862"/>
                </a:lnTo>
                <a:lnTo>
                  <a:pt x="1076" y="862"/>
                </a:lnTo>
                <a:lnTo>
                  <a:pt x="1076" y="863"/>
                </a:lnTo>
                <a:lnTo>
                  <a:pt x="1075" y="863"/>
                </a:lnTo>
                <a:lnTo>
                  <a:pt x="1076" y="863"/>
                </a:lnTo>
                <a:lnTo>
                  <a:pt x="1076" y="862"/>
                </a:lnTo>
                <a:lnTo>
                  <a:pt x="1077" y="862"/>
                </a:lnTo>
                <a:lnTo>
                  <a:pt x="1077" y="863"/>
                </a:lnTo>
                <a:lnTo>
                  <a:pt x="1076" y="863"/>
                </a:lnTo>
                <a:lnTo>
                  <a:pt x="1077" y="863"/>
                </a:lnTo>
                <a:lnTo>
                  <a:pt x="1076" y="864"/>
                </a:lnTo>
                <a:lnTo>
                  <a:pt x="1077" y="864"/>
                </a:lnTo>
                <a:lnTo>
                  <a:pt x="1076" y="864"/>
                </a:lnTo>
                <a:lnTo>
                  <a:pt x="1075" y="864"/>
                </a:lnTo>
                <a:lnTo>
                  <a:pt x="1074" y="864"/>
                </a:lnTo>
                <a:lnTo>
                  <a:pt x="1075" y="864"/>
                </a:lnTo>
                <a:lnTo>
                  <a:pt x="1074" y="864"/>
                </a:lnTo>
                <a:lnTo>
                  <a:pt x="1074" y="865"/>
                </a:lnTo>
                <a:lnTo>
                  <a:pt x="1073" y="865"/>
                </a:lnTo>
                <a:lnTo>
                  <a:pt x="1074" y="865"/>
                </a:lnTo>
                <a:lnTo>
                  <a:pt x="1073" y="865"/>
                </a:lnTo>
                <a:lnTo>
                  <a:pt x="1073" y="866"/>
                </a:lnTo>
                <a:lnTo>
                  <a:pt x="1072" y="866"/>
                </a:lnTo>
                <a:lnTo>
                  <a:pt x="1072" y="867"/>
                </a:lnTo>
                <a:lnTo>
                  <a:pt x="1071" y="867"/>
                </a:lnTo>
                <a:lnTo>
                  <a:pt x="1070" y="867"/>
                </a:lnTo>
                <a:lnTo>
                  <a:pt x="1070" y="868"/>
                </a:lnTo>
                <a:lnTo>
                  <a:pt x="1069" y="868"/>
                </a:lnTo>
                <a:lnTo>
                  <a:pt x="1069" y="869"/>
                </a:lnTo>
                <a:lnTo>
                  <a:pt x="1068" y="869"/>
                </a:lnTo>
                <a:lnTo>
                  <a:pt x="1068" y="870"/>
                </a:lnTo>
                <a:lnTo>
                  <a:pt x="1068" y="871"/>
                </a:lnTo>
                <a:lnTo>
                  <a:pt x="1067" y="872"/>
                </a:lnTo>
                <a:lnTo>
                  <a:pt x="1067" y="871"/>
                </a:lnTo>
                <a:lnTo>
                  <a:pt x="1066" y="872"/>
                </a:lnTo>
                <a:lnTo>
                  <a:pt x="1065" y="872"/>
                </a:lnTo>
                <a:lnTo>
                  <a:pt x="1064" y="873"/>
                </a:lnTo>
                <a:lnTo>
                  <a:pt x="1063" y="873"/>
                </a:lnTo>
                <a:lnTo>
                  <a:pt x="1062" y="873"/>
                </a:lnTo>
                <a:lnTo>
                  <a:pt x="1062" y="874"/>
                </a:lnTo>
                <a:lnTo>
                  <a:pt x="1063" y="874"/>
                </a:lnTo>
                <a:lnTo>
                  <a:pt x="1062" y="875"/>
                </a:lnTo>
                <a:lnTo>
                  <a:pt x="1061" y="875"/>
                </a:lnTo>
                <a:lnTo>
                  <a:pt x="1061" y="874"/>
                </a:lnTo>
                <a:lnTo>
                  <a:pt x="1060" y="874"/>
                </a:lnTo>
                <a:lnTo>
                  <a:pt x="1060" y="875"/>
                </a:lnTo>
                <a:lnTo>
                  <a:pt x="1059" y="875"/>
                </a:lnTo>
                <a:lnTo>
                  <a:pt x="1059" y="874"/>
                </a:lnTo>
                <a:lnTo>
                  <a:pt x="1058" y="874"/>
                </a:lnTo>
                <a:lnTo>
                  <a:pt x="1057" y="874"/>
                </a:lnTo>
                <a:lnTo>
                  <a:pt x="1057" y="873"/>
                </a:lnTo>
                <a:lnTo>
                  <a:pt x="1056" y="874"/>
                </a:lnTo>
                <a:lnTo>
                  <a:pt x="1056" y="873"/>
                </a:lnTo>
                <a:lnTo>
                  <a:pt x="1055" y="873"/>
                </a:lnTo>
                <a:lnTo>
                  <a:pt x="1054" y="873"/>
                </a:lnTo>
                <a:lnTo>
                  <a:pt x="1054" y="872"/>
                </a:lnTo>
                <a:lnTo>
                  <a:pt x="1053" y="872"/>
                </a:lnTo>
                <a:lnTo>
                  <a:pt x="1054" y="872"/>
                </a:lnTo>
                <a:lnTo>
                  <a:pt x="1053" y="872"/>
                </a:lnTo>
                <a:lnTo>
                  <a:pt x="1053" y="871"/>
                </a:lnTo>
                <a:lnTo>
                  <a:pt x="1052" y="871"/>
                </a:lnTo>
                <a:lnTo>
                  <a:pt x="1051" y="871"/>
                </a:lnTo>
                <a:lnTo>
                  <a:pt x="975" y="851"/>
                </a:lnTo>
                <a:lnTo>
                  <a:pt x="974" y="851"/>
                </a:lnTo>
                <a:lnTo>
                  <a:pt x="974" y="850"/>
                </a:lnTo>
                <a:lnTo>
                  <a:pt x="973" y="849"/>
                </a:lnTo>
                <a:lnTo>
                  <a:pt x="972" y="849"/>
                </a:lnTo>
                <a:lnTo>
                  <a:pt x="971" y="849"/>
                </a:lnTo>
                <a:lnTo>
                  <a:pt x="970" y="848"/>
                </a:lnTo>
                <a:lnTo>
                  <a:pt x="969" y="848"/>
                </a:lnTo>
                <a:lnTo>
                  <a:pt x="968" y="848"/>
                </a:lnTo>
                <a:lnTo>
                  <a:pt x="968" y="847"/>
                </a:lnTo>
                <a:lnTo>
                  <a:pt x="967" y="845"/>
                </a:lnTo>
                <a:lnTo>
                  <a:pt x="967" y="844"/>
                </a:lnTo>
                <a:lnTo>
                  <a:pt x="967" y="843"/>
                </a:lnTo>
                <a:lnTo>
                  <a:pt x="967" y="842"/>
                </a:lnTo>
                <a:lnTo>
                  <a:pt x="964" y="842"/>
                </a:lnTo>
                <a:lnTo>
                  <a:pt x="963" y="842"/>
                </a:lnTo>
                <a:lnTo>
                  <a:pt x="962" y="842"/>
                </a:lnTo>
                <a:lnTo>
                  <a:pt x="962" y="843"/>
                </a:lnTo>
                <a:lnTo>
                  <a:pt x="962" y="844"/>
                </a:lnTo>
                <a:lnTo>
                  <a:pt x="960" y="844"/>
                </a:lnTo>
                <a:lnTo>
                  <a:pt x="959" y="845"/>
                </a:lnTo>
                <a:lnTo>
                  <a:pt x="959" y="846"/>
                </a:lnTo>
                <a:lnTo>
                  <a:pt x="959" y="847"/>
                </a:lnTo>
                <a:lnTo>
                  <a:pt x="958" y="847"/>
                </a:lnTo>
                <a:lnTo>
                  <a:pt x="957" y="849"/>
                </a:lnTo>
                <a:lnTo>
                  <a:pt x="956" y="849"/>
                </a:lnTo>
                <a:lnTo>
                  <a:pt x="956" y="850"/>
                </a:lnTo>
                <a:lnTo>
                  <a:pt x="955" y="851"/>
                </a:lnTo>
                <a:lnTo>
                  <a:pt x="955" y="852"/>
                </a:lnTo>
                <a:lnTo>
                  <a:pt x="955" y="853"/>
                </a:lnTo>
                <a:lnTo>
                  <a:pt x="955" y="854"/>
                </a:lnTo>
                <a:lnTo>
                  <a:pt x="955" y="855"/>
                </a:lnTo>
                <a:lnTo>
                  <a:pt x="953" y="855"/>
                </a:lnTo>
                <a:lnTo>
                  <a:pt x="952" y="855"/>
                </a:lnTo>
                <a:lnTo>
                  <a:pt x="951" y="854"/>
                </a:lnTo>
                <a:lnTo>
                  <a:pt x="950" y="854"/>
                </a:lnTo>
                <a:lnTo>
                  <a:pt x="949" y="854"/>
                </a:lnTo>
                <a:lnTo>
                  <a:pt x="948" y="854"/>
                </a:lnTo>
                <a:lnTo>
                  <a:pt x="947" y="855"/>
                </a:lnTo>
                <a:lnTo>
                  <a:pt x="946" y="855"/>
                </a:lnTo>
                <a:lnTo>
                  <a:pt x="945" y="855"/>
                </a:lnTo>
                <a:lnTo>
                  <a:pt x="944" y="857"/>
                </a:lnTo>
                <a:lnTo>
                  <a:pt x="943" y="859"/>
                </a:lnTo>
                <a:lnTo>
                  <a:pt x="942" y="860"/>
                </a:lnTo>
                <a:lnTo>
                  <a:pt x="942" y="861"/>
                </a:lnTo>
                <a:lnTo>
                  <a:pt x="943" y="861"/>
                </a:lnTo>
                <a:lnTo>
                  <a:pt x="944" y="861"/>
                </a:lnTo>
                <a:lnTo>
                  <a:pt x="946" y="862"/>
                </a:lnTo>
                <a:lnTo>
                  <a:pt x="946" y="863"/>
                </a:lnTo>
                <a:lnTo>
                  <a:pt x="946" y="864"/>
                </a:lnTo>
                <a:lnTo>
                  <a:pt x="946" y="865"/>
                </a:lnTo>
                <a:lnTo>
                  <a:pt x="945" y="865"/>
                </a:lnTo>
                <a:lnTo>
                  <a:pt x="945" y="866"/>
                </a:lnTo>
                <a:lnTo>
                  <a:pt x="944" y="866"/>
                </a:lnTo>
                <a:lnTo>
                  <a:pt x="941" y="868"/>
                </a:lnTo>
                <a:lnTo>
                  <a:pt x="940" y="869"/>
                </a:lnTo>
                <a:lnTo>
                  <a:pt x="939" y="870"/>
                </a:lnTo>
                <a:lnTo>
                  <a:pt x="938" y="871"/>
                </a:lnTo>
                <a:lnTo>
                  <a:pt x="936" y="872"/>
                </a:lnTo>
                <a:lnTo>
                  <a:pt x="935" y="872"/>
                </a:lnTo>
                <a:lnTo>
                  <a:pt x="935" y="873"/>
                </a:lnTo>
                <a:lnTo>
                  <a:pt x="934" y="874"/>
                </a:lnTo>
                <a:lnTo>
                  <a:pt x="933" y="875"/>
                </a:lnTo>
                <a:lnTo>
                  <a:pt x="932" y="875"/>
                </a:lnTo>
                <a:lnTo>
                  <a:pt x="931" y="875"/>
                </a:lnTo>
                <a:lnTo>
                  <a:pt x="930" y="876"/>
                </a:lnTo>
                <a:lnTo>
                  <a:pt x="929" y="876"/>
                </a:lnTo>
                <a:lnTo>
                  <a:pt x="929" y="877"/>
                </a:lnTo>
                <a:lnTo>
                  <a:pt x="928" y="877"/>
                </a:lnTo>
                <a:lnTo>
                  <a:pt x="927" y="877"/>
                </a:lnTo>
                <a:lnTo>
                  <a:pt x="927" y="878"/>
                </a:lnTo>
                <a:lnTo>
                  <a:pt x="928" y="879"/>
                </a:lnTo>
                <a:lnTo>
                  <a:pt x="929" y="879"/>
                </a:lnTo>
                <a:lnTo>
                  <a:pt x="929" y="880"/>
                </a:lnTo>
                <a:lnTo>
                  <a:pt x="928" y="880"/>
                </a:lnTo>
                <a:lnTo>
                  <a:pt x="928" y="881"/>
                </a:lnTo>
                <a:lnTo>
                  <a:pt x="926" y="881"/>
                </a:lnTo>
                <a:lnTo>
                  <a:pt x="925" y="881"/>
                </a:lnTo>
                <a:lnTo>
                  <a:pt x="924" y="880"/>
                </a:lnTo>
                <a:lnTo>
                  <a:pt x="923" y="880"/>
                </a:lnTo>
                <a:lnTo>
                  <a:pt x="922" y="880"/>
                </a:lnTo>
                <a:lnTo>
                  <a:pt x="921" y="879"/>
                </a:lnTo>
                <a:lnTo>
                  <a:pt x="920" y="879"/>
                </a:lnTo>
                <a:lnTo>
                  <a:pt x="919" y="879"/>
                </a:lnTo>
                <a:lnTo>
                  <a:pt x="918" y="879"/>
                </a:lnTo>
                <a:lnTo>
                  <a:pt x="917" y="879"/>
                </a:lnTo>
                <a:lnTo>
                  <a:pt x="916" y="878"/>
                </a:lnTo>
                <a:lnTo>
                  <a:pt x="915" y="879"/>
                </a:lnTo>
                <a:lnTo>
                  <a:pt x="914" y="880"/>
                </a:lnTo>
                <a:lnTo>
                  <a:pt x="913" y="880"/>
                </a:lnTo>
                <a:lnTo>
                  <a:pt x="912" y="881"/>
                </a:lnTo>
                <a:lnTo>
                  <a:pt x="911" y="881"/>
                </a:lnTo>
                <a:lnTo>
                  <a:pt x="911" y="882"/>
                </a:lnTo>
                <a:lnTo>
                  <a:pt x="911" y="883"/>
                </a:lnTo>
                <a:lnTo>
                  <a:pt x="910" y="883"/>
                </a:lnTo>
                <a:lnTo>
                  <a:pt x="910" y="884"/>
                </a:lnTo>
                <a:lnTo>
                  <a:pt x="909" y="885"/>
                </a:lnTo>
                <a:lnTo>
                  <a:pt x="908" y="885"/>
                </a:lnTo>
                <a:lnTo>
                  <a:pt x="907" y="884"/>
                </a:lnTo>
                <a:lnTo>
                  <a:pt x="906" y="884"/>
                </a:lnTo>
                <a:lnTo>
                  <a:pt x="905" y="885"/>
                </a:lnTo>
                <a:lnTo>
                  <a:pt x="904" y="885"/>
                </a:lnTo>
                <a:lnTo>
                  <a:pt x="903" y="885"/>
                </a:lnTo>
                <a:lnTo>
                  <a:pt x="903" y="886"/>
                </a:lnTo>
                <a:lnTo>
                  <a:pt x="902" y="885"/>
                </a:lnTo>
                <a:lnTo>
                  <a:pt x="901" y="884"/>
                </a:lnTo>
                <a:lnTo>
                  <a:pt x="900" y="884"/>
                </a:lnTo>
                <a:lnTo>
                  <a:pt x="899" y="884"/>
                </a:lnTo>
                <a:lnTo>
                  <a:pt x="898" y="884"/>
                </a:lnTo>
                <a:lnTo>
                  <a:pt x="898" y="883"/>
                </a:lnTo>
                <a:lnTo>
                  <a:pt x="897" y="883"/>
                </a:lnTo>
                <a:lnTo>
                  <a:pt x="896" y="883"/>
                </a:lnTo>
                <a:lnTo>
                  <a:pt x="895" y="884"/>
                </a:lnTo>
                <a:lnTo>
                  <a:pt x="893" y="884"/>
                </a:lnTo>
                <a:lnTo>
                  <a:pt x="892" y="884"/>
                </a:lnTo>
                <a:lnTo>
                  <a:pt x="891" y="885"/>
                </a:lnTo>
                <a:lnTo>
                  <a:pt x="891" y="886"/>
                </a:lnTo>
                <a:lnTo>
                  <a:pt x="892" y="887"/>
                </a:lnTo>
                <a:lnTo>
                  <a:pt x="893" y="888"/>
                </a:lnTo>
                <a:lnTo>
                  <a:pt x="892" y="888"/>
                </a:lnTo>
                <a:lnTo>
                  <a:pt x="891" y="888"/>
                </a:lnTo>
                <a:lnTo>
                  <a:pt x="889" y="889"/>
                </a:lnTo>
                <a:lnTo>
                  <a:pt x="888" y="890"/>
                </a:lnTo>
                <a:lnTo>
                  <a:pt x="887" y="890"/>
                </a:lnTo>
                <a:lnTo>
                  <a:pt x="886" y="890"/>
                </a:lnTo>
                <a:lnTo>
                  <a:pt x="885" y="891"/>
                </a:lnTo>
                <a:lnTo>
                  <a:pt x="883" y="891"/>
                </a:lnTo>
                <a:lnTo>
                  <a:pt x="882" y="891"/>
                </a:lnTo>
                <a:lnTo>
                  <a:pt x="881" y="892"/>
                </a:lnTo>
                <a:lnTo>
                  <a:pt x="880" y="893"/>
                </a:lnTo>
                <a:lnTo>
                  <a:pt x="880" y="894"/>
                </a:lnTo>
                <a:lnTo>
                  <a:pt x="880" y="895"/>
                </a:lnTo>
                <a:lnTo>
                  <a:pt x="881" y="896"/>
                </a:lnTo>
                <a:lnTo>
                  <a:pt x="882" y="896"/>
                </a:lnTo>
                <a:lnTo>
                  <a:pt x="882" y="895"/>
                </a:lnTo>
                <a:lnTo>
                  <a:pt x="883" y="895"/>
                </a:lnTo>
                <a:lnTo>
                  <a:pt x="884" y="896"/>
                </a:lnTo>
                <a:lnTo>
                  <a:pt x="885" y="897"/>
                </a:lnTo>
                <a:lnTo>
                  <a:pt x="885" y="898"/>
                </a:lnTo>
                <a:lnTo>
                  <a:pt x="885" y="899"/>
                </a:lnTo>
                <a:lnTo>
                  <a:pt x="885" y="900"/>
                </a:lnTo>
                <a:lnTo>
                  <a:pt x="886" y="900"/>
                </a:lnTo>
                <a:lnTo>
                  <a:pt x="887" y="900"/>
                </a:lnTo>
                <a:lnTo>
                  <a:pt x="889" y="899"/>
                </a:lnTo>
                <a:lnTo>
                  <a:pt x="890" y="901"/>
                </a:lnTo>
                <a:lnTo>
                  <a:pt x="890" y="902"/>
                </a:lnTo>
                <a:lnTo>
                  <a:pt x="892" y="903"/>
                </a:lnTo>
                <a:lnTo>
                  <a:pt x="892" y="904"/>
                </a:lnTo>
                <a:lnTo>
                  <a:pt x="892" y="906"/>
                </a:lnTo>
                <a:lnTo>
                  <a:pt x="892" y="907"/>
                </a:lnTo>
                <a:lnTo>
                  <a:pt x="893" y="907"/>
                </a:lnTo>
                <a:lnTo>
                  <a:pt x="897" y="920"/>
                </a:lnTo>
                <a:lnTo>
                  <a:pt x="898" y="925"/>
                </a:lnTo>
                <a:lnTo>
                  <a:pt x="904" y="949"/>
                </a:lnTo>
                <a:lnTo>
                  <a:pt x="911" y="974"/>
                </a:lnTo>
                <a:lnTo>
                  <a:pt x="910" y="975"/>
                </a:lnTo>
                <a:lnTo>
                  <a:pt x="910" y="976"/>
                </a:lnTo>
                <a:lnTo>
                  <a:pt x="909" y="976"/>
                </a:lnTo>
                <a:lnTo>
                  <a:pt x="908" y="976"/>
                </a:lnTo>
                <a:lnTo>
                  <a:pt x="907" y="979"/>
                </a:lnTo>
                <a:lnTo>
                  <a:pt x="907" y="980"/>
                </a:lnTo>
                <a:lnTo>
                  <a:pt x="907" y="981"/>
                </a:lnTo>
                <a:lnTo>
                  <a:pt x="906" y="981"/>
                </a:lnTo>
                <a:lnTo>
                  <a:pt x="906" y="980"/>
                </a:lnTo>
                <a:lnTo>
                  <a:pt x="906" y="981"/>
                </a:lnTo>
                <a:lnTo>
                  <a:pt x="906" y="982"/>
                </a:lnTo>
                <a:lnTo>
                  <a:pt x="906" y="983"/>
                </a:lnTo>
                <a:lnTo>
                  <a:pt x="906" y="984"/>
                </a:lnTo>
                <a:lnTo>
                  <a:pt x="907" y="984"/>
                </a:lnTo>
                <a:lnTo>
                  <a:pt x="908" y="985"/>
                </a:lnTo>
                <a:lnTo>
                  <a:pt x="908" y="986"/>
                </a:lnTo>
                <a:lnTo>
                  <a:pt x="908" y="987"/>
                </a:lnTo>
                <a:lnTo>
                  <a:pt x="907" y="989"/>
                </a:lnTo>
                <a:lnTo>
                  <a:pt x="907" y="990"/>
                </a:lnTo>
                <a:lnTo>
                  <a:pt x="906" y="991"/>
                </a:lnTo>
                <a:lnTo>
                  <a:pt x="905" y="991"/>
                </a:lnTo>
                <a:lnTo>
                  <a:pt x="905" y="992"/>
                </a:lnTo>
                <a:lnTo>
                  <a:pt x="905" y="993"/>
                </a:lnTo>
                <a:lnTo>
                  <a:pt x="905" y="994"/>
                </a:lnTo>
                <a:lnTo>
                  <a:pt x="905" y="995"/>
                </a:lnTo>
                <a:lnTo>
                  <a:pt x="904" y="995"/>
                </a:lnTo>
                <a:lnTo>
                  <a:pt x="904" y="996"/>
                </a:lnTo>
                <a:lnTo>
                  <a:pt x="903" y="996"/>
                </a:lnTo>
                <a:lnTo>
                  <a:pt x="903" y="997"/>
                </a:lnTo>
                <a:lnTo>
                  <a:pt x="904" y="998"/>
                </a:lnTo>
                <a:lnTo>
                  <a:pt x="904" y="999"/>
                </a:lnTo>
                <a:lnTo>
                  <a:pt x="904" y="1000"/>
                </a:lnTo>
                <a:lnTo>
                  <a:pt x="903" y="1000"/>
                </a:lnTo>
                <a:lnTo>
                  <a:pt x="904" y="1000"/>
                </a:lnTo>
                <a:lnTo>
                  <a:pt x="904" y="1001"/>
                </a:lnTo>
                <a:lnTo>
                  <a:pt x="903" y="1001"/>
                </a:lnTo>
                <a:lnTo>
                  <a:pt x="903" y="1002"/>
                </a:lnTo>
                <a:lnTo>
                  <a:pt x="903" y="1003"/>
                </a:lnTo>
                <a:lnTo>
                  <a:pt x="904" y="1003"/>
                </a:lnTo>
                <a:lnTo>
                  <a:pt x="904" y="1004"/>
                </a:lnTo>
                <a:lnTo>
                  <a:pt x="904" y="1005"/>
                </a:lnTo>
                <a:lnTo>
                  <a:pt x="905" y="1006"/>
                </a:lnTo>
                <a:lnTo>
                  <a:pt x="904" y="1007"/>
                </a:lnTo>
                <a:lnTo>
                  <a:pt x="903" y="1007"/>
                </a:lnTo>
                <a:lnTo>
                  <a:pt x="903" y="1008"/>
                </a:lnTo>
                <a:lnTo>
                  <a:pt x="904" y="1008"/>
                </a:lnTo>
                <a:lnTo>
                  <a:pt x="904" y="1009"/>
                </a:lnTo>
                <a:lnTo>
                  <a:pt x="904" y="1010"/>
                </a:lnTo>
                <a:lnTo>
                  <a:pt x="903" y="1010"/>
                </a:lnTo>
                <a:lnTo>
                  <a:pt x="903" y="1011"/>
                </a:lnTo>
                <a:lnTo>
                  <a:pt x="904" y="1012"/>
                </a:lnTo>
                <a:lnTo>
                  <a:pt x="905" y="1012"/>
                </a:lnTo>
                <a:lnTo>
                  <a:pt x="905" y="1013"/>
                </a:lnTo>
                <a:lnTo>
                  <a:pt x="905" y="1014"/>
                </a:lnTo>
                <a:lnTo>
                  <a:pt x="905" y="1015"/>
                </a:lnTo>
                <a:lnTo>
                  <a:pt x="905" y="1016"/>
                </a:lnTo>
                <a:lnTo>
                  <a:pt x="905" y="1017"/>
                </a:lnTo>
                <a:lnTo>
                  <a:pt x="904" y="1017"/>
                </a:lnTo>
                <a:lnTo>
                  <a:pt x="904" y="1018"/>
                </a:lnTo>
                <a:lnTo>
                  <a:pt x="904" y="1019"/>
                </a:lnTo>
                <a:lnTo>
                  <a:pt x="903" y="1019"/>
                </a:lnTo>
                <a:lnTo>
                  <a:pt x="904" y="1019"/>
                </a:lnTo>
                <a:lnTo>
                  <a:pt x="904" y="1020"/>
                </a:lnTo>
                <a:lnTo>
                  <a:pt x="905" y="1020"/>
                </a:lnTo>
                <a:lnTo>
                  <a:pt x="906" y="1020"/>
                </a:lnTo>
                <a:lnTo>
                  <a:pt x="905" y="1020"/>
                </a:lnTo>
                <a:lnTo>
                  <a:pt x="905" y="1021"/>
                </a:lnTo>
                <a:lnTo>
                  <a:pt x="905" y="1022"/>
                </a:lnTo>
                <a:lnTo>
                  <a:pt x="904" y="1022"/>
                </a:lnTo>
                <a:lnTo>
                  <a:pt x="904" y="1021"/>
                </a:lnTo>
                <a:lnTo>
                  <a:pt x="903" y="1021"/>
                </a:lnTo>
                <a:lnTo>
                  <a:pt x="902" y="1022"/>
                </a:lnTo>
                <a:lnTo>
                  <a:pt x="902" y="1023"/>
                </a:lnTo>
                <a:lnTo>
                  <a:pt x="903" y="1023"/>
                </a:lnTo>
                <a:lnTo>
                  <a:pt x="903" y="1024"/>
                </a:lnTo>
                <a:lnTo>
                  <a:pt x="902" y="1024"/>
                </a:lnTo>
                <a:lnTo>
                  <a:pt x="901" y="1024"/>
                </a:lnTo>
                <a:lnTo>
                  <a:pt x="901" y="1025"/>
                </a:lnTo>
                <a:lnTo>
                  <a:pt x="902" y="1025"/>
                </a:lnTo>
                <a:lnTo>
                  <a:pt x="902" y="1026"/>
                </a:lnTo>
                <a:lnTo>
                  <a:pt x="902" y="1027"/>
                </a:lnTo>
                <a:lnTo>
                  <a:pt x="903" y="1027"/>
                </a:lnTo>
                <a:lnTo>
                  <a:pt x="903" y="1028"/>
                </a:lnTo>
                <a:lnTo>
                  <a:pt x="904" y="1028"/>
                </a:lnTo>
                <a:lnTo>
                  <a:pt x="904" y="1029"/>
                </a:lnTo>
                <a:lnTo>
                  <a:pt x="905" y="1029"/>
                </a:lnTo>
                <a:lnTo>
                  <a:pt x="906" y="1029"/>
                </a:lnTo>
                <a:lnTo>
                  <a:pt x="906" y="1030"/>
                </a:lnTo>
                <a:lnTo>
                  <a:pt x="907" y="1030"/>
                </a:lnTo>
                <a:lnTo>
                  <a:pt x="908" y="1031"/>
                </a:lnTo>
                <a:lnTo>
                  <a:pt x="909" y="1031"/>
                </a:lnTo>
                <a:lnTo>
                  <a:pt x="910" y="1031"/>
                </a:lnTo>
                <a:lnTo>
                  <a:pt x="910" y="1030"/>
                </a:lnTo>
                <a:lnTo>
                  <a:pt x="911" y="1030"/>
                </a:lnTo>
                <a:lnTo>
                  <a:pt x="911" y="1031"/>
                </a:lnTo>
                <a:lnTo>
                  <a:pt x="911" y="1032"/>
                </a:lnTo>
                <a:lnTo>
                  <a:pt x="911" y="1033"/>
                </a:lnTo>
                <a:lnTo>
                  <a:pt x="910" y="1033"/>
                </a:lnTo>
                <a:lnTo>
                  <a:pt x="910" y="1034"/>
                </a:lnTo>
                <a:lnTo>
                  <a:pt x="909" y="1034"/>
                </a:lnTo>
                <a:lnTo>
                  <a:pt x="908" y="1034"/>
                </a:lnTo>
                <a:lnTo>
                  <a:pt x="907" y="1034"/>
                </a:lnTo>
                <a:lnTo>
                  <a:pt x="907" y="1033"/>
                </a:lnTo>
                <a:lnTo>
                  <a:pt x="906" y="1033"/>
                </a:lnTo>
                <a:lnTo>
                  <a:pt x="905" y="1033"/>
                </a:lnTo>
                <a:lnTo>
                  <a:pt x="905" y="1034"/>
                </a:lnTo>
                <a:lnTo>
                  <a:pt x="905" y="1035"/>
                </a:lnTo>
                <a:lnTo>
                  <a:pt x="904" y="1035"/>
                </a:lnTo>
                <a:lnTo>
                  <a:pt x="902" y="1035"/>
                </a:lnTo>
                <a:lnTo>
                  <a:pt x="902" y="1036"/>
                </a:lnTo>
                <a:lnTo>
                  <a:pt x="902" y="1037"/>
                </a:lnTo>
                <a:lnTo>
                  <a:pt x="901" y="1037"/>
                </a:lnTo>
                <a:lnTo>
                  <a:pt x="901" y="1036"/>
                </a:lnTo>
                <a:lnTo>
                  <a:pt x="900" y="1036"/>
                </a:lnTo>
                <a:lnTo>
                  <a:pt x="899" y="1036"/>
                </a:lnTo>
                <a:lnTo>
                  <a:pt x="899" y="1037"/>
                </a:lnTo>
                <a:lnTo>
                  <a:pt x="898" y="1038"/>
                </a:lnTo>
                <a:lnTo>
                  <a:pt x="897" y="1038"/>
                </a:lnTo>
                <a:lnTo>
                  <a:pt x="896" y="1038"/>
                </a:lnTo>
                <a:lnTo>
                  <a:pt x="895" y="1038"/>
                </a:lnTo>
                <a:lnTo>
                  <a:pt x="895" y="1037"/>
                </a:lnTo>
                <a:lnTo>
                  <a:pt x="895" y="1036"/>
                </a:lnTo>
                <a:lnTo>
                  <a:pt x="894" y="1036"/>
                </a:lnTo>
                <a:lnTo>
                  <a:pt x="893" y="1036"/>
                </a:lnTo>
                <a:lnTo>
                  <a:pt x="893" y="1035"/>
                </a:lnTo>
                <a:lnTo>
                  <a:pt x="891" y="1034"/>
                </a:lnTo>
                <a:lnTo>
                  <a:pt x="891" y="1033"/>
                </a:lnTo>
                <a:lnTo>
                  <a:pt x="890" y="1033"/>
                </a:lnTo>
                <a:lnTo>
                  <a:pt x="890" y="1032"/>
                </a:lnTo>
                <a:lnTo>
                  <a:pt x="889" y="1032"/>
                </a:lnTo>
                <a:lnTo>
                  <a:pt x="888" y="1032"/>
                </a:lnTo>
                <a:lnTo>
                  <a:pt x="888" y="1031"/>
                </a:lnTo>
                <a:lnTo>
                  <a:pt x="887" y="1031"/>
                </a:lnTo>
                <a:lnTo>
                  <a:pt x="887" y="1030"/>
                </a:lnTo>
                <a:lnTo>
                  <a:pt x="886" y="1030"/>
                </a:lnTo>
                <a:lnTo>
                  <a:pt x="884" y="1030"/>
                </a:lnTo>
                <a:lnTo>
                  <a:pt x="883" y="1031"/>
                </a:lnTo>
                <a:lnTo>
                  <a:pt x="882" y="1031"/>
                </a:lnTo>
                <a:lnTo>
                  <a:pt x="881" y="1032"/>
                </a:lnTo>
                <a:lnTo>
                  <a:pt x="880" y="1032"/>
                </a:lnTo>
                <a:lnTo>
                  <a:pt x="879" y="1033"/>
                </a:lnTo>
                <a:lnTo>
                  <a:pt x="878" y="1033"/>
                </a:lnTo>
                <a:lnTo>
                  <a:pt x="878" y="1034"/>
                </a:lnTo>
                <a:lnTo>
                  <a:pt x="876" y="1036"/>
                </a:lnTo>
                <a:lnTo>
                  <a:pt x="876" y="1037"/>
                </a:lnTo>
                <a:lnTo>
                  <a:pt x="875" y="1037"/>
                </a:lnTo>
                <a:lnTo>
                  <a:pt x="874" y="1037"/>
                </a:lnTo>
                <a:lnTo>
                  <a:pt x="873" y="1037"/>
                </a:lnTo>
                <a:lnTo>
                  <a:pt x="872" y="1037"/>
                </a:lnTo>
                <a:lnTo>
                  <a:pt x="871" y="1037"/>
                </a:lnTo>
                <a:lnTo>
                  <a:pt x="871" y="1036"/>
                </a:lnTo>
                <a:lnTo>
                  <a:pt x="870" y="1036"/>
                </a:lnTo>
                <a:lnTo>
                  <a:pt x="869" y="1035"/>
                </a:lnTo>
                <a:lnTo>
                  <a:pt x="869" y="1034"/>
                </a:lnTo>
                <a:lnTo>
                  <a:pt x="869" y="1033"/>
                </a:lnTo>
                <a:lnTo>
                  <a:pt x="869" y="1032"/>
                </a:lnTo>
                <a:lnTo>
                  <a:pt x="868" y="1031"/>
                </a:lnTo>
                <a:lnTo>
                  <a:pt x="868" y="1030"/>
                </a:lnTo>
                <a:lnTo>
                  <a:pt x="867" y="1030"/>
                </a:lnTo>
                <a:lnTo>
                  <a:pt x="866" y="1030"/>
                </a:lnTo>
                <a:lnTo>
                  <a:pt x="866" y="1029"/>
                </a:lnTo>
                <a:lnTo>
                  <a:pt x="865" y="1028"/>
                </a:lnTo>
                <a:lnTo>
                  <a:pt x="864" y="1028"/>
                </a:lnTo>
                <a:lnTo>
                  <a:pt x="863" y="1028"/>
                </a:lnTo>
                <a:lnTo>
                  <a:pt x="863" y="1027"/>
                </a:lnTo>
                <a:lnTo>
                  <a:pt x="862" y="1027"/>
                </a:lnTo>
                <a:lnTo>
                  <a:pt x="861" y="1026"/>
                </a:lnTo>
                <a:lnTo>
                  <a:pt x="860" y="1026"/>
                </a:lnTo>
                <a:lnTo>
                  <a:pt x="860" y="1025"/>
                </a:lnTo>
                <a:lnTo>
                  <a:pt x="859" y="1025"/>
                </a:lnTo>
                <a:lnTo>
                  <a:pt x="859" y="1024"/>
                </a:lnTo>
                <a:lnTo>
                  <a:pt x="858" y="1024"/>
                </a:lnTo>
                <a:lnTo>
                  <a:pt x="857" y="1024"/>
                </a:lnTo>
                <a:lnTo>
                  <a:pt x="856" y="1024"/>
                </a:lnTo>
                <a:lnTo>
                  <a:pt x="855" y="1024"/>
                </a:lnTo>
                <a:lnTo>
                  <a:pt x="854" y="1024"/>
                </a:lnTo>
                <a:lnTo>
                  <a:pt x="854" y="1023"/>
                </a:lnTo>
                <a:lnTo>
                  <a:pt x="854" y="1022"/>
                </a:lnTo>
                <a:lnTo>
                  <a:pt x="853" y="1022"/>
                </a:lnTo>
                <a:lnTo>
                  <a:pt x="852" y="1022"/>
                </a:lnTo>
                <a:lnTo>
                  <a:pt x="851" y="1022"/>
                </a:lnTo>
                <a:lnTo>
                  <a:pt x="850" y="1022"/>
                </a:lnTo>
                <a:lnTo>
                  <a:pt x="850" y="1021"/>
                </a:lnTo>
                <a:lnTo>
                  <a:pt x="850" y="1020"/>
                </a:lnTo>
                <a:lnTo>
                  <a:pt x="851" y="1019"/>
                </a:lnTo>
                <a:lnTo>
                  <a:pt x="850" y="1018"/>
                </a:lnTo>
                <a:lnTo>
                  <a:pt x="849" y="1018"/>
                </a:lnTo>
                <a:lnTo>
                  <a:pt x="848" y="1018"/>
                </a:lnTo>
                <a:lnTo>
                  <a:pt x="847" y="1018"/>
                </a:lnTo>
                <a:lnTo>
                  <a:pt x="847" y="1019"/>
                </a:lnTo>
                <a:lnTo>
                  <a:pt x="846" y="1019"/>
                </a:lnTo>
                <a:lnTo>
                  <a:pt x="846" y="1018"/>
                </a:lnTo>
                <a:lnTo>
                  <a:pt x="845" y="1018"/>
                </a:lnTo>
                <a:lnTo>
                  <a:pt x="844" y="1017"/>
                </a:lnTo>
                <a:lnTo>
                  <a:pt x="844" y="1018"/>
                </a:lnTo>
                <a:lnTo>
                  <a:pt x="843" y="1018"/>
                </a:lnTo>
                <a:lnTo>
                  <a:pt x="844" y="1018"/>
                </a:lnTo>
                <a:lnTo>
                  <a:pt x="843" y="1018"/>
                </a:lnTo>
                <a:lnTo>
                  <a:pt x="842" y="1018"/>
                </a:lnTo>
                <a:lnTo>
                  <a:pt x="842" y="1017"/>
                </a:lnTo>
                <a:lnTo>
                  <a:pt x="841" y="1017"/>
                </a:lnTo>
                <a:lnTo>
                  <a:pt x="840" y="1017"/>
                </a:lnTo>
                <a:lnTo>
                  <a:pt x="839" y="1017"/>
                </a:lnTo>
                <a:lnTo>
                  <a:pt x="838" y="1016"/>
                </a:lnTo>
                <a:lnTo>
                  <a:pt x="838" y="1015"/>
                </a:lnTo>
                <a:lnTo>
                  <a:pt x="837" y="1015"/>
                </a:lnTo>
                <a:lnTo>
                  <a:pt x="836" y="1015"/>
                </a:lnTo>
                <a:lnTo>
                  <a:pt x="835" y="1015"/>
                </a:lnTo>
                <a:lnTo>
                  <a:pt x="835" y="1016"/>
                </a:lnTo>
                <a:lnTo>
                  <a:pt x="834" y="1016"/>
                </a:lnTo>
                <a:lnTo>
                  <a:pt x="833" y="1016"/>
                </a:lnTo>
                <a:lnTo>
                  <a:pt x="831" y="1015"/>
                </a:lnTo>
                <a:lnTo>
                  <a:pt x="831" y="1014"/>
                </a:lnTo>
                <a:lnTo>
                  <a:pt x="831" y="1013"/>
                </a:lnTo>
                <a:lnTo>
                  <a:pt x="830" y="1013"/>
                </a:lnTo>
                <a:lnTo>
                  <a:pt x="830" y="1012"/>
                </a:lnTo>
                <a:lnTo>
                  <a:pt x="830" y="1011"/>
                </a:lnTo>
                <a:lnTo>
                  <a:pt x="829" y="1011"/>
                </a:lnTo>
                <a:lnTo>
                  <a:pt x="829" y="1010"/>
                </a:lnTo>
                <a:lnTo>
                  <a:pt x="829" y="1009"/>
                </a:lnTo>
                <a:lnTo>
                  <a:pt x="831" y="1008"/>
                </a:lnTo>
                <a:lnTo>
                  <a:pt x="831" y="1007"/>
                </a:lnTo>
                <a:lnTo>
                  <a:pt x="831" y="1006"/>
                </a:lnTo>
                <a:lnTo>
                  <a:pt x="832" y="1006"/>
                </a:lnTo>
                <a:lnTo>
                  <a:pt x="831" y="1005"/>
                </a:lnTo>
                <a:lnTo>
                  <a:pt x="831" y="1004"/>
                </a:lnTo>
                <a:lnTo>
                  <a:pt x="830" y="1004"/>
                </a:lnTo>
                <a:lnTo>
                  <a:pt x="829" y="1003"/>
                </a:lnTo>
                <a:lnTo>
                  <a:pt x="828" y="1003"/>
                </a:lnTo>
                <a:lnTo>
                  <a:pt x="828" y="1002"/>
                </a:lnTo>
                <a:lnTo>
                  <a:pt x="828" y="1001"/>
                </a:lnTo>
                <a:lnTo>
                  <a:pt x="828" y="1000"/>
                </a:lnTo>
                <a:lnTo>
                  <a:pt x="828" y="999"/>
                </a:lnTo>
                <a:lnTo>
                  <a:pt x="828" y="998"/>
                </a:lnTo>
                <a:lnTo>
                  <a:pt x="828" y="997"/>
                </a:lnTo>
                <a:lnTo>
                  <a:pt x="827" y="997"/>
                </a:lnTo>
                <a:lnTo>
                  <a:pt x="827" y="996"/>
                </a:lnTo>
                <a:lnTo>
                  <a:pt x="826" y="996"/>
                </a:lnTo>
                <a:lnTo>
                  <a:pt x="826" y="995"/>
                </a:lnTo>
                <a:lnTo>
                  <a:pt x="827" y="995"/>
                </a:lnTo>
                <a:lnTo>
                  <a:pt x="828" y="994"/>
                </a:lnTo>
                <a:lnTo>
                  <a:pt x="828" y="993"/>
                </a:lnTo>
                <a:lnTo>
                  <a:pt x="827" y="993"/>
                </a:lnTo>
                <a:lnTo>
                  <a:pt x="827" y="992"/>
                </a:lnTo>
                <a:lnTo>
                  <a:pt x="827" y="991"/>
                </a:lnTo>
                <a:lnTo>
                  <a:pt x="827" y="990"/>
                </a:lnTo>
                <a:lnTo>
                  <a:pt x="828" y="989"/>
                </a:lnTo>
                <a:lnTo>
                  <a:pt x="828" y="988"/>
                </a:lnTo>
                <a:lnTo>
                  <a:pt x="827" y="988"/>
                </a:lnTo>
                <a:lnTo>
                  <a:pt x="827" y="987"/>
                </a:lnTo>
                <a:lnTo>
                  <a:pt x="826" y="986"/>
                </a:lnTo>
                <a:lnTo>
                  <a:pt x="826" y="985"/>
                </a:lnTo>
                <a:lnTo>
                  <a:pt x="825" y="985"/>
                </a:lnTo>
                <a:lnTo>
                  <a:pt x="824" y="985"/>
                </a:lnTo>
                <a:lnTo>
                  <a:pt x="824" y="984"/>
                </a:lnTo>
                <a:lnTo>
                  <a:pt x="824" y="983"/>
                </a:lnTo>
                <a:lnTo>
                  <a:pt x="825" y="983"/>
                </a:lnTo>
                <a:lnTo>
                  <a:pt x="825" y="982"/>
                </a:lnTo>
                <a:lnTo>
                  <a:pt x="826" y="980"/>
                </a:lnTo>
                <a:lnTo>
                  <a:pt x="826" y="979"/>
                </a:lnTo>
                <a:lnTo>
                  <a:pt x="827" y="979"/>
                </a:lnTo>
                <a:lnTo>
                  <a:pt x="827" y="978"/>
                </a:lnTo>
                <a:lnTo>
                  <a:pt x="826" y="978"/>
                </a:lnTo>
                <a:lnTo>
                  <a:pt x="826" y="977"/>
                </a:lnTo>
                <a:lnTo>
                  <a:pt x="826" y="976"/>
                </a:lnTo>
                <a:lnTo>
                  <a:pt x="826" y="975"/>
                </a:lnTo>
                <a:lnTo>
                  <a:pt x="827" y="975"/>
                </a:lnTo>
                <a:lnTo>
                  <a:pt x="826" y="975"/>
                </a:lnTo>
                <a:lnTo>
                  <a:pt x="826" y="974"/>
                </a:lnTo>
                <a:lnTo>
                  <a:pt x="825" y="974"/>
                </a:lnTo>
                <a:lnTo>
                  <a:pt x="825" y="975"/>
                </a:lnTo>
                <a:lnTo>
                  <a:pt x="824" y="975"/>
                </a:lnTo>
                <a:lnTo>
                  <a:pt x="823" y="975"/>
                </a:lnTo>
                <a:lnTo>
                  <a:pt x="822" y="976"/>
                </a:lnTo>
                <a:lnTo>
                  <a:pt x="822" y="977"/>
                </a:lnTo>
                <a:lnTo>
                  <a:pt x="822" y="978"/>
                </a:lnTo>
                <a:lnTo>
                  <a:pt x="821" y="978"/>
                </a:lnTo>
                <a:lnTo>
                  <a:pt x="821" y="979"/>
                </a:lnTo>
                <a:lnTo>
                  <a:pt x="821" y="980"/>
                </a:lnTo>
                <a:lnTo>
                  <a:pt x="820" y="980"/>
                </a:lnTo>
                <a:lnTo>
                  <a:pt x="820" y="981"/>
                </a:lnTo>
                <a:lnTo>
                  <a:pt x="819" y="981"/>
                </a:lnTo>
                <a:lnTo>
                  <a:pt x="818" y="981"/>
                </a:lnTo>
                <a:lnTo>
                  <a:pt x="818" y="982"/>
                </a:lnTo>
                <a:lnTo>
                  <a:pt x="819" y="982"/>
                </a:lnTo>
                <a:lnTo>
                  <a:pt x="819" y="983"/>
                </a:lnTo>
                <a:lnTo>
                  <a:pt x="818" y="983"/>
                </a:lnTo>
                <a:lnTo>
                  <a:pt x="817" y="984"/>
                </a:lnTo>
                <a:lnTo>
                  <a:pt x="817" y="985"/>
                </a:lnTo>
                <a:lnTo>
                  <a:pt x="816" y="985"/>
                </a:lnTo>
                <a:lnTo>
                  <a:pt x="815" y="985"/>
                </a:lnTo>
                <a:lnTo>
                  <a:pt x="814" y="985"/>
                </a:lnTo>
                <a:lnTo>
                  <a:pt x="812" y="985"/>
                </a:lnTo>
                <a:lnTo>
                  <a:pt x="811" y="985"/>
                </a:lnTo>
                <a:lnTo>
                  <a:pt x="811" y="986"/>
                </a:lnTo>
                <a:lnTo>
                  <a:pt x="810" y="986"/>
                </a:lnTo>
                <a:lnTo>
                  <a:pt x="810" y="987"/>
                </a:lnTo>
                <a:lnTo>
                  <a:pt x="810" y="986"/>
                </a:lnTo>
                <a:lnTo>
                  <a:pt x="809" y="987"/>
                </a:lnTo>
                <a:lnTo>
                  <a:pt x="808" y="988"/>
                </a:lnTo>
                <a:lnTo>
                  <a:pt x="807" y="988"/>
                </a:lnTo>
                <a:lnTo>
                  <a:pt x="807" y="991"/>
                </a:lnTo>
                <a:lnTo>
                  <a:pt x="807" y="992"/>
                </a:lnTo>
                <a:lnTo>
                  <a:pt x="805" y="992"/>
                </a:lnTo>
                <a:lnTo>
                  <a:pt x="804" y="992"/>
                </a:lnTo>
                <a:lnTo>
                  <a:pt x="804" y="993"/>
                </a:lnTo>
                <a:lnTo>
                  <a:pt x="804" y="994"/>
                </a:lnTo>
                <a:lnTo>
                  <a:pt x="804" y="995"/>
                </a:lnTo>
                <a:lnTo>
                  <a:pt x="803" y="995"/>
                </a:lnTo>
                <a:lnTo>
                  <a:pt x="802" y="996"/>
                </a:lnTo>
                <a:lnTo>
                  <a:pt x="801" y="996"/>
                </a:lnTo>
                <a:lnTo>
                  <a:pt x="800" y="996"/>
                </a:lnTo>
                <a:lnTo>
                  <a:pt x="799" y="996"/>
                </a:lnTo>
                <a:lnTo>
                  <a:pt x="798" y="995"/>
                </a:lnTo>
                <a:lnTo>
                  <a:pt x="797" y="994"/>
                </a:lnTo>
                <a:lnTo>
                  <a:pt x="796" y="994"/>
                </a:lnTo>
                <a:lnTo>
                  <a:pt x="795" y="993"/>
                </a:lnTo>
                <a:lnTo>
                  <a:pt x="795" y="992"/>
                </a:lnTo>
                <a:lnTo>
                  <a:pt x="795" y="990"/>
                </a:lnTo>
                <a:lnTo>
                  <a:pt x="795" y="989"/>
                </a:lnTo>
                <a:lnTo>
                  <a:pt x="795" y="988"/>
                </a:lnTo>
                <a:lnTo>
                  <a:pt x="796" y="988"/>
                </a:lnTo>
                <a:lnTo>
                  <a:pt x="796" y="987"/>
                </a:lnTo>
                <a:lnTo>
                  <a:pt x="796" y="986"/>
                </a:lnTo>
                <a:lnTo>
                  <a:pt x="795" y="986"/>
                </a:lnTo>
                <a:lnTo>
                  <a:pt x="796" y="985"/>
                </a:lnTo>
                <a:lnTo>
                  <a:pt x="795" y="985"/>
                </a:lnTo>
                <a:lnTo>
                  <a:pt x="795" y="984"/>
                </a:lnTo>
                <a:lnTo>
                  <a:pt x="795" y="983"/>
                </a:lnTo>
                <a:lnTo>
                  <a:pt x="794" y="983"/>
                </a:lnTo>
                <a:lnTo>
                  <a:pt x="794" y="982"/>
                </a:lnTo>
                <a:lnTo>
                  <a:pt x="793" y="982"/>
                </a:lnTo>
                <a:lnTo>
                  <a:pt x="793" y="981"/>
                </a:lnTo>
                <a:lnTo>
                  <a:pt x="794" y="981"/>
                </a:lnTo>
                <a:lnTo>
                  <a:pt x="794" y="980"/>
                </a:lnTo>
                <a:lnTo>
                  <a:pt x="794" y="979"/>
                </a:lnTo>
                <a:lnTo>
                  <a:pt x="793" y="979"/>
                </a:lnTo>
                <a:lnTo>
                  <a:pt x="793" y="980"/>
                </a:lnTo>
                <a:lnTo>
                  <a:pt x="792" y="980"/>
                </a:lnTo>
                <a:lnTo>
                  <a:pt x="792" y="979"/>
                </a:lnTo>
                <a:lnTo>
                  <a:pt x="792" y="978"/>
                </a:lnTo>
                <a:lnTo>
                  <a:pt x="791" y="977"/>
                </a:lnTo>
                <a:lnTo>
                  <a:pt x="790" y="977"/>
                </a:lnTo>
                <a:lnTo>
                  <a:pt x="789" y="977"/>
                </a:lnTo>
                <a:lnTo>
                  <a:pt x="788" y="977"/>
                </a:lnTo>
                <a:lnTo>
                  <a:pt x="787" y="977"/>
                </a:lnTo>
                <a:lnTo>
                  <a:pt x="787" y="978"/>
                </a:lnTo>
                <a:lnTo>
                  <a:pt x="786" y="977"/>
                </a:lnTo>
                <a:lnTo>
                  <a:pt x="785" y="977"/>
                </a:lnTo>
                <a:lnTo>
                  <a:pt x="785" y="978"/>
                </a:lnTo>
                <a:lnTo>
                  <a:pt x="784" y="978"/>
                </a:lnTo>
                <a:lnTo>
                  <a:pt x="783" y="979"/>
                </a:lnTo>
                <a:lnTo>
                  <a:pt x="782" y="979"/>
                </a:lnTo>
                <a:lnTo>
                  <a:pt x="782" y="978"/>
                </a:lnTo>
                <a:lnTo>
                  <a:pt x="781" y="979"/>
                </a:lnTo>
                <a:lnTo>
                  <a:pt x="780" y="979"/>
                </a:lnTo>
                <a:lnTo>
                  <a:pt x="780" y="980"/>
                </a:lnTo>
                <a:lnTo>
                  <a:pt x="779" y="980"/>
                </a:lnTo>
                <a:lnTo>
                  <a:pt x="779" y="981"/>
                </a:lnTo>
                <a:lnTo>
                  <a:pt x="778" y="981"/>
                </a:lnTo>
                <a:lnTo>
                  <a:pt x="777" y="982"/>
                </a:lnTo>
                <a:lnTo>
                  <a:pt x="777" y="983"/>
                </a:lnTo>
                <a:lnTo>
                  <a:pt x="776" y="983"/>
                </a:lnTo>
                <a:lnTo>
                  <a:pt x="775" y="983"/>
                </a:lnTo>
                <a:lnTo>
                  <a:pt x="774" y="983"/>
                </a:lnTo>
                <a:lnTo>
                  <a:pt x="774" y="984"/>
                </a:lnTo>
                <a:lnTo>
                  <a:pt x="774" y="985"/>
                </a:lnTo>
                <a:lnTo>
                  <a:pt x="775" y="985"/>
                </a:lnTo>
                <a:lnTo>
                  <a:pt x="775" y="986"/>
                </a:lnTo>
                <a:lnTo>
                  <a:pt x="774" y="986"/>
                </a:lnTo>
                <a:lnTo>
                  <a:pt x="774" y="987"/>
                </a:lnTo>
                <a:lnTo>
                  <a:pt x="774" y="988"/>
                </a:lnTo>
                <a:lnTo>
                  <a:pt x="775" y="989"/>
                </a:lnTo>
                <a:lnTo>
                  <a:pt x="774" y="989"/>
                </a:lnTo>
                <a:lnTo>
                  <a:pt x="774" y="990"/>
                </a:lnTo>
                <a:lnTo>
                  <a:pt x="773" y="990"/>
                </a:lnTo>
                <a:lnTo>
                  <a:pt x="772" y="990"/>
                </a:lnTo>
                <a:lnTo>
                  <a:pt x="770" y="990"/>
                </a:lnTo>
                <a:lnTo>
                  <a:pt x="770" y="991"/>
                </a:lnTo>
                <a:lnTo>
                  <a:pt x="770" y="992"/>
                </a:lnTo>
                <a:lnTo>
                  <a:pt x="769" y="992"/>
                </a:lnTo>
                <a:lnTo>
                  <a:pt x="768" y="992"/>
                </a:lnTo>
                <a:lnTo>
                  <a:pt x="767" y="992"/>
                </a:lnTo>
                <a:lnTo>
                  <a:pt x="766" y="991"/>
                </a:lnTo>
                <a:lnTo>
                  <a:pt x="766" y="992"/>
                </a:lnTo>
                <a:lnTo>
                  <a:pt x="765" y="992"/>
                </a:lnTo>
                <a:lnTo>
                  <a:pt x="764" y="992"/>
                </a:lnTo>
                <a:lnTo>
                  <a:pt x="763" y="992"/>
                </a:lnTo>
                <a:lnTo>
                  <a:pt x="763" y="993"/>
                </a:lnTo>
                <a:lnTo>
                  <a:pt x="762" y="993"/>
                </a:lnTo>
                <a:lnTo>
                  <a:pt x="762" y="992"/>
                </a:lnTo>
                <a:lnTo>
                  <a:pt x="761" y="992"/>
                </a:lnTo>
                <a:lnTo>
                  <a:pt x="760" y="992"/>
                </a:lnTo>
                <a:lnTo>
                  <a:pt x="759" y="992"/>
                </a:lnTo>
                <a:lnTo>
                  <a:pt x="758" y="992"/>
                </a:lnTo>
                <a:lnTo>
                  <a:pt x="757" y="992"/>
                </a:lnTo>
                <a:lnTo>
                  <a:pt x="755" y="993"/>
                </a:lnTo>
                <a:lnTo>
                  <a:pt x="754" y="993"/>
                </a:lnTo>
                <a:lnTo>
                  <a:pt x="754" y="992"/>
                </a:lnTo>
                <a:lnTo>
                  <a:pt x="753" y="992"/>
                </a:lnTo>
                <a:lnTo>
                  <a:pt x="752" y="992"/>
                </a:lnTo>
                <a:lnTo>
                  <a:pt x="752" y="993"/>
                </a:lnTo>
                <a:lnTo>
                  <a:pt x="751" y="993"/>
                </a:lnTo>
                <a:lnTo>
                  <a:pt x="750" y="992"/>
                </a:lnTo>
                <a:lnTo>
                  <a:pt x="749" y="992"/>
                </a:lnTo>
                <a:lnTo>
                  <a:pt x="748" y="992"/>
                </a:lnTo>
                <a:lnTo>
                  <a:pt x="746" y="992"/>
                </a:lnTo>
                <a:lnTo>
                  <a:pt x="746" y="993"/>
                </a:lnTo>
                <a:lnTo>
                  <a:pt x="745" y="994"/>
                </a:lnTo>
                <a:lnTo>
                  <a:pt x="744" y="995"/>
                </a:lnTo>
                <a:lnTo>
                  <a:pt x="743" y="995"/>
                </a:lnTo>
                <a:lnTo>
                  <a:pt x="743" y="996"/>
                </a:lnTo>
                <a:lnTo>
                  <a:pt x="742" y="996"/>
                </a:lnTo>
                <a:lnTo>
                  <a:pt x="742" y="995"/>
                </a:lnTo>
                <a:lnTo>
                  <a:pt x="741" y="996"/>
                </a:lnTo>
                <a:lnTo>
                  <a:pt x="740" y="996"/>
                </a:lnTo>
                <a:lnTo>
                  <a:pt x="740" y="997"/>
                </a:lnTo>
                <a:lnTo>
                  <a:pt x="740" y="998"/>
                </a:lnTo>
                <a:lnTo>
                  <a:pt x="739" y="998"/>
                </a:lnTo>
                <a:lnTo>
                  <a:pt x="739" y="999"/>
                </a:lnTo>
                <a:lnTo>
                  <a:pt x="738" y="999"/>
                </a:lnTo>
                <a:lnTo>
                  <a:pt x="737" y="1000"/>
                </a:lnTo>
                <a:lnTo>
                  <a:pt x="736" y="1000"/>
                </a:lnTo>
                <a:lnTo>
                  <a:pt x="735" y="1000"/>
                </a:lnTo>
                <a:lnTo>
                  <a:pt x="734" y="1000"/>
                </a:lnTo>
                <a:lnTo>
                  <a:pt x="733" y="999"/>
                </a:lnTo>
                <a:lnTo>
                  <a:pt x="732" y="999"/>
                </a:lnTo>
                <a:lnTo>
                  <a:pt x="731" y="999"/>
                </a:lnTo>
                <a:lnTo>
                  <a:pt x="732" y="999"/>
                </a:lnTo>
                <a:lnTo>
                  <a:pt x="732" y="1000"/>
                </a:lnTo>
                <a:lnTo>
                  <a:pt x="731" y="1000"/>
                </a:lnTo>
                <a:lnTo>
                  <a:pt x="730" y="1000"/>
                </a:lnTo>
                <a:lnTo>
                  <a:pt x="729" y="1000"/>
                </a:lnTo>
                <a:lnTo>
                  <a:pt x="729" y="999"/>
                </a:lnTo>
                <a:lnTo>
                  <a:pt x="729" y="998"/>
                </a:lnTo>
                <a:lnTo>
                  <a:pt x="728" y="998"/>
                </a:lnTo>
                <a:lnTo>
                  <a:pt x="727" y="998"/>
                </a:lnTo>
                <a:lnTo>
                  <a:pt x="726" y="998"/>
                </a:lnTo>
                <a:lnTo>
                  <a:pt x="726" y="999"/>
                </a:lnTo>
                <a:lnTo>
                  <a:pt x="725" y="999"/>
                </a:lnTo>
                <a:lnTo>
                  <a:pt x="725" y="1000"/>
                </a:lnTo>
                <a:lnTo>
                  <a:pt x="724" y="1000"/>
                </a:lnTo>
                <a:lnTo>
                  <a:pt x="723" y="1001"/>
                </a:lnTo>
                <a:lnTo>
                  <a:pt x="723" y="1002"/>
                </a:lnTo>
                <a:lnTo>
                  <a:pt x="723" y="1003"/>
                </a:lnTo>
                <a:lnTo>
                  <a:pt x="723" y="1004"/>
                </a:lnTo>
                <a:lnTo>
                  <a:pt x="723" y="1005"/>
                </a:lnTo>
                <a:lnTo>
                  <a:pt x="723" y="1006"/>
                </a:lnTo>
                <a:lnTo>
                  <a:pt x="724" y="1006"/>
                </a:lnTo>
                <a:lnTo>
                  <a:pt x="723" y="1006"/>
                </a:lnTo>
                <a:lnTo>
                  <a:pt x="723" y="1007"/>
                </a:lnTo>
                <a:lnTo>
                  <a:pt x="723" y="1008"/>
                </a:lnTo>
                <a:lnTo>
                  <a:pt x="724" y="1008"/>
                </a:lnTo>
                <a:lnTo>
                  <a:pt x="724" y="1009"/>
                </a:lnTo>
                <a:lnTo>
                  <a:pt x="725" y="1009"/>
                </a:lnTo>
                <a:lnTo>
                  <a:pt x="724" y="1010"/>
                </a:lnTo>
                <a:lnTo>
                  <a:pt x="723" y="1010"/>
                </a:lnTo>
                <a:lnTo>
                  <a:pt x="723" y="1011"/>
                </a:lnTo>
                <a:lnTo>
                  <a:pt x="723" y="1013"/>
                </a:lnTo>
                <a:lnTo>
                  <a:pt x="723" y="1014"/>
                </a:lnTo>
                <a:lnTo>
                  <a:pt x="723" y="1015"/>
                </a:lnTo>
                <a:lnTo>
                  <a:pt x="724" y="1015"/>
                </a:lnTo>
                <a:lnTo>
                  <a:pt x="724" y="1016"/>
                </a:lnTo>
                <a:lnTo>
                  <a:pt x="725" y="1017"/>
                </a:lnTo>
                <a:lnTo>
                  <a:pt x="725" y="1019"/>
                </a:lnTo>
                <a:lnTo>
                  <a:pt x="725" y="1020"/>
                </a:lnTo>
                <a:lnTo>
                  <a:pt x="724" y="1020"/>
                </a:lnTo>
                <a:lnTo>
                  <a:pt x="724" y="1021"/>
                </a:lnTo>
                <a:lnTo>
                  <a:pt x="724" y="1022"/>
                </a:lnTo>
                <a:lnTo>
                  <a:pt x="723" y="1022"/>
                </a:lnTo>
                <a:lnTo>
                  <a:pt x="722" y="1022"/>
                </a:lnTo>
                <a:lnTo>
                  <a:pt x="722" y="1023"/>
                </a:lnTo>
                <a:lnTo>
                  <a:pt x="721" y="1023"/>
                </a:lnTo>
                <a:lnTo>
                  <a:pt x="720" y="1024"/>
                </a:lnTo>
                <a:lnTo>
                  <a:pt x="719" y="1024"/>
                </a:lnTo>
                <a:lnTo>
                  <a:pt x="719" y="1023"/>
                </a:lnTo>
                <a:lnTo>
                  <a:pt x="717" y="1023"/>
                </a:lnTo>
                <a:lnTo>
                  <a:pt x="717" y="1024"/>
                </a:lnTo>
                <a:lnTo>
                  <a:pt x="716" y="1024"/>
                </a:lnTo>
                <a:lnTo>
                  <a:pt x="715" y="1025"/>
                </a:lnTo>
                <a:lnTo>
                  <a:pt x="714" y="1025"/>
                </a:lnTo>
                <a:lnTo>
                  <a:pt x="714" y="1024"/>
                </a:lnTo>
                <a:lnTo>
                  <a:pt x="713" y="1024"/>
                </a:lnTo>
                <a:lnTo>
                  <a:pt x="713" y="1025"/>
                </a:lnTo>
                <a:lnTo>
                  <a:pt x="712" y="1025"/>
                </a:lnTo>
                <a:lnTo>
                  <a:pt x="712" y="1026"/>
                </a:lnTo>
                <a:lnTo>
                  <a:pt x="711" y="1026"/>
                </a:lnTo>
                <a:lnTo>
                  <a:pt x="709" y="1026"/>
                </a:lnTo>
                <a:lnTo>
                  <a:pt x="708" y="1026"/>
                </a:lnTo>
                <a:lnTo>
                  <a:pt x="707" y="1026"/>
                </a:lnTo>
                <a:lnTo>
                  <a:pt x="707" y="1027"/>
                </a:lnTo>
                <a:lnTo>
                  <a:pt x="706" y="1027"/>
                </a:lnTo>
                <a:lnTo>
                  <a:pt x="706" y="1028"/>
                </a:lnTo>
                <a:lnTo>
                  <a:pt x="705" y="1028"/>
                </a:lnTo>
                <a:lnTo>
                  <a:pt x="704" y="1028"/>
                </a:lnTo>
                <a:lnTo>
                  <a:pt x="703" y="1027"/>
                </a:lnTo>
                <a:lnTo>
                  <a:pt x="702" y="1027"/>
                </a:lnTo>
                <a:lnTo>
                  <a:pt x="701" y="1027"/>
                </a:lnTo>
                <a:lnTo>
                  <a:pt x="700" y="1027"/>
                </a:lnTo>
                <a:lnTo>
                  <a:pt x="700" y="1026"/>
                </a:lnTo>
                <a:lnTo>
                  <a:pt x="699" y="1025"/>
                </a:lnTo>
                <a:lnTo>
                  <a:pt x="698" y="1025"/>
                </a:lnTo>
                <a:lnTo>
                  <a:pt x="697" y="1025"/>
                </a:lnTo>
                <a:lnTo>
                  <a:pt x="697" y="1026"/>
                </a:lnTo>
                <a:lnTo>
                  <a:pt x="696" y="1026"/>
                </a:lnTo>
                <a:lnTo>
                  <a:pt x="694" y="1026"/>
                </a:lnTo>
                <a:lnTo>
                  <a:pt x="693" y="1026"/>
                </a:lnTo>
                <a:lnTo>
                  <a:pt x="692" y="1026"/>
                </a:lnTo>
                <a:lnTo>
                  <a:pt x="692" y="1025"/>
                </a:lnTo>
                <a:lnTo>
                  <a:pt x="691" y="1025"/>
                </a:lnTo>
                <a:lnTo>
                  <a:pt x="690" y="1024"/>
                </a:lnTo>
                <a:lnTo>
                  <a:pt x="690" y="1023"/>
                </a:lnTo>
                <a:lnTo>
                  <a:pt x="690" y="1022"/>
                </a:lnTo>
                <a:lnTo>
                  <a:pt x="689" y="1022"/>
                </a:lnTo>
                <a:lnTo>
                  <a:pt x="689" y="1021"/>
                </a:lnTo>
                <a:lnTo>
                  <a:pt x="688" y="1020"/>
                </a:lnTo>
                <a:lnTo>
                  <a:pt x="688" y="1019"/>
                </a:lnTo>
                <a:lnTo>
                  <a:pt x="688" y="1017"/>
                </a:lnTo>
                <a:lnTo>
                  <a:pt x="687" y="1017"/>
                </a:lnTo>
                <a:lnTo>
                  <a:pt x="687" y="1016"/>
                </a:lnTo>
                <a:lnTo>
                  <a:pt x="686" y="1014"/>
                </a:lnTo>
                <a:lnTo>
                  <a:pt x="686" y="1013"/>
                </a:lnTo>
                <a:lnTo>
                  <a:pt x="685" y="1012"/>
                </a:lnTo>
                <a:lnTo>
                  <a:pt x="685" y="1011"/>
                </a:lnTo>
                <a:lnTo>
                  <a:pt x="685" y="1010"/>
                </a:lnTo>
                <a:lnTo>
                  <a:pt x="684" y="1010"/>
                </a:lnTo>
                <a:lnTo>
                  <a:pt x="684" y="1009"/>
                </a:lnTo>
                <a:lnTo>
                  <a:pt x="684" y="1008"/>
                </a:lnTo>
                <a:lnTo>
                  <a:pt x="683" y="1008"/>
                </a:lnTo>
                <a:lnTo>
                  <a:pt x="683" y="1007"/>
                </a:lnTo>
                <a:lnTo>
                  <a:pt x="682" y="1007"/>
                </a:lnTo>
                <a:lnTo>
                  <a:pt x="681" y="1007"/>
                </a:lnTo>
                <a:lnTo>
                  <a:pt x="680" y="1007"/>
                </a:lnTo>
                <a:lnTo>
                  <a:pt x="681" y="1006"/>
                </a:lnTo>
                <a:lnTo>
                  <a:pt x="680" y="1006"/>
                </a:lnTo>
                <a:lnTo>
                  <a:pt x="679" y="1006"/>
                </a:lnTo>
                <a:lnTo>
                  <a:pt x="679" y="1005"/>
                </a:lnTo>
                <a:lnTo>
                  <a:pt x="680" y="1005"/>
                </a:lnTo>
                <a:lnTo>
                  <a:pt x="681" y="1004"/>
                </a:lnTo>
                <a:lnTo>
                  <a:pt x="682" y="1004"/>
                </a:lnTo>
                <a:lnTo>
                  <a:pt x="682" y="1005"/>
                </a:lnTo>
                <a:lnTo>
                  <a:pt x="682" y="1004"/>
                </a:lnTo>
                <a:lnTo>
                  <a:pt x="683" y="1004"/>
                </a:lnTo>
                <a:lnTo>
                  <a:pt x="682" y="1004"/>
                </a:lnTo>
                <a:lnTo>
                  <a:pt x="682" y="1003"/>
                </a:lnTo>
                <a:lnTo>
                  <a:pt x="681" y="1002"/>
                </a:lnTo>
                <a:lnTo>
                  <a:pt x="681" y="1001"/>
                </a:lnTo>
                <a:lnTo>
                  <a:pt x="680" y="1000"/>
                </a:lnTo>
                <a:lnTo>
                  <a:pt x="681" y="1000"/>
                </a:lnTo>
                <a:lnTo>
                  <a:pt x="680" y="1000"/>
                </a:lnTo>
                <a:lnTo>
                  <a:pt x="680" y="999"/>
                </a:lnTo>
                <a:lnTo>
                  <a:pt x="679" y="999"/>
                </a:lnTo>
                <a:lnTo>
                  <a:pt x="679" y="998"/>
                </a:lnTo>
                <a:lnTo>
                  <a:pt x="678" y="998"/>
                </a:lnTo>
                <a:lnTo>
                  <a:pt x="679" y="998"/>
                </a:lnTo>
                <a:lnTo>
                  <a:pt x="679" y="997"/>
                </a:lnTo>
                <a:lnTo>
                  <a:pt x="679" y="996"/>
                </a:lnTo>
                <a:lnTo>
                  <a:pt x="680" y="996"/>
                </a:lnTo>
                <a:lnTo>
                  <a:pt x="681" y="995"/>
                </a:lnTo>
                <a:lnTo>
                  <a:pt x="682" y="995"/>
                </a:lnTo>
                <a:lnTo>
                  <a:pt x="682" y="994"/>
                </a:lnTo>
                <a:lnTo>
                  <a:pt x="681" y="993"/>
                </a:lnTo>
                <a:lnTo>
                  <a:pt x="680" y="992"/>
                </a:lnTo>
                <a:lnTo>
                  <a:pt x="680" y="991"/>
                </a:lnTo>
                <a:lnTo>
                  <a:pt x="679" y="990"/>
                </a:lnTo>
                <a:lnTo>
                  <a:pt x="678" y="990"/>
                </a:lnTo>
                <a:lnTo>
                  <a:pt x="677" y="990"/>
                </a:lnTo>
                <a:lnTo>
                  <a:pt x="677" y="989"/>
                </a:lnTo>
                <a:lnTo>
                  <a:pt x="676" y="989"/>
                </a:lnTo>
                <a:lnTo>
                  <a:pt x="676" y="990"/>
                </a:lnTo>
                <a:lnTo>
                  <a:pt x="675" y="990"/>
                </a:lnTo>
                <a:lnTo>
                  <a:pt x="674" y="990"/>
                </a:lnTo>
                <a:lnTo>
                  <a:pt x="673" y="990"/>
                </a:lnTo>
                <a:lnTo>
                  <a:pt x="673" y="991"/>
                </a:lnTo>
                <a:lnTo>
                  <a:pt x="672" y="991"/>
                </a:lnTo>
                <a:lnTo>
                  <a:pt x="672" y="990"/>
                </a:lnTo>
                <a:lnTo>
                  <a:pt x="671" y="990"/>
                </a:lnTo>
                <a:lnTo>
                  <a:pt x="671" y="991"/>
                </a:lnTo>
                <a:lnTo>
                  <a:pt x="671" y="990"/>
                </a:lnTo>
                <a:lnTo>
                  <a:pt x="671" y="989"/>
                </a:lnTo>
                <a:lnTo>
                  <a:pt x="671" y="988"/>
                </a:lnTo>
                <a:lnTo>
                  <a:pt x="670" y="987"/>
                </a:lnTo>
                <a:lnTo>
                  <a:pt x="671" y="986"/>
                </a:lnTo>
                <a:lnTo>
                  <a:pt x="671" y="985"/>
                </a:lnTo>
                <a:lnTo>
                  <a:pt x="670" y="985"/>
                </a:lnTo>
                <a:lnTo>
                  <a:pt x="669" y="984"/>
                </a:lnTo>
                <a:lnTo>
                  <a:pt x="668" y="983"/>
                </a:lnTo>
                <a:lnTo>
                  <a:pt x="668" y="982"/>
                </a:lnTo>
                <a:lnTo>
                  <a:pt x="667" y="981"/>
                </a:lnTo>
                <a:lnTo>
                  <a:pt x="666" y="981"/>
                </a:lnTo>
                <a:lnTo>
                  <a:pt x="666" y="980"/>
                </a:lnTo>
                <a:lnTo>
                  <a:pt x="666" y="979"/>
                </a:lnTo>
                <a:lnTo>
                  <a:pt x="666" y="978"/>
                </a:lnTo>
                <a:lnTo>
                  <a:pt x="666" y="977"/>
                </a:lnTo>
                <a:lnTo>
                  <a:pt x="665" y="977"/>
                </a:lnTo>
                <a:lnTo>
                  <a:pt x="665" y="975"/>
                </a:lnTo>
                <a:lnTo>
                  <a:pt x="665" y="974"/>
                </a:lnTo>
                <a:lnTo>
                  <a:pt x="664" y="974"/>
                </a:lnTo>
                <a:lnTo>
                  <a:pt x="664" y="973"/>
                </a:lnTo>
                <a:lnTo>
                  <a:pt x="664" y="972"/>
                </a:lnTo>
                <a:lnTo>
                  <a:pt x="663" y="971"/>
                </a:lnTo>
                <a:lnTo>
                  <a:pt x="662" y="970"/>
                </a:lnTo>
                <a:lnTo>
                  <a:pt x="662" y="969"/>
                </a:lnTo>
                <a:lnTo>
                  <a:pt x="661" y="968"/>
                </a:lnTo>
                <a:lnTo>
                  <a:pt x="660" y="967"/>
                </a:lnTo>
                <a:lnTo>
                  <a:pt x="659" y="967"/>
                </a:lnTo>
                <a:lnTo>
                  <a:pt x="659" y="966"/>
                </a:lnTo>
                <a:lnTo>
                  <a:pt x="658" y="966"/>
                </a:lnTo>
                <a:lnTo>
                  <a:pt x="658" y="965"/>
                </a:lnTo>
                <a:lnTo>
                  <a:pt x="657" y="965"/>
                </a:lnTo>
                <a:lnTo>
                  <a:pt x="657" y="964"/>
                </a:lnTo>
                <a:lnTo>
                  <a:pt x="656" y="963"/>
                </a:lnTo>
                <a:lnTo>
                  <a:pt x="656" y="962"/>
                </a:lnTo>
                <a:lnTo>
                  <a:pt x="656" y="961"/>
                </a:lnTo>
                <a:lnTo>
                  <a:pt x="655" y="961"/>
                </a:lnTo>
                <a:lnTo>
                  <a:pt x="655" y="960"/>
                </a:lnTo>
                <a:lnTo>
                  <a:pt x="656" y="959"/>
                </a:lnTo>
                <a:lnTo>
                  <a:pt x="655" y="959"/>
                </a:lnTo>
                <a:lnTo>
                  <a:pt x="654" y="959"/>
                </a:lnTo>
                <a:lnTo>
                  <a:pt x="654" y="958"/>
                </a:lnTo>
                <a:lnTo>
                  <a:pt x="655" y="958"/>
                </a:lnTo>
                <a:lnTo>
                  <a:pt x="655" y="957"/>
                </a:lnTo>
                <a:lnTo>
                  <a:pt x="655" y="956"/>
                </a:lnTo>
                <a:lnTo>
                  <a:pt x="656" y="956"/>
                </a:lnTo>
                <a:lnTo>
                  <a:pt x="656" y="955"/>
                </a:lnTo>
                <a:lnTo>
                  <a:pt x="656" y="954"/>
                </a:lnTo>
                <a:lnTo>
                  <a:pt x="656" y="953"/>
                </a:lnTo>
                <a:lnTo>
                  <a:pt x="655" y="953"/>
                </a:lnTo>
                <a:lnTo>
                  <a:pt x="654" y="953"/>
                </a:lnTo>
                <a:lnTo>
                  <a:pt x="655" y="953"/>
                </a:lnTo>
                <a:lnTo>
                  <a:pt x="655" y="952"/>
                </a:lnTo>
                <a:lnTo>
                  <a:pt x="655" y="951"/>
                </a:lnTo>
                <a:lnTo>
                  <a:pt x="656" y="950"/>
                </a:lnTo>
                <a:lnTo>
                  <a:pt x="656" y="949"/>
                </a:lnTo>
                <a:lnTo>
                  <a:pt x="656" y="948"/>
                </a:lnTo>
                <a:lnTo>
                  <a:pt x="656" y="947"/>
                </a:lnTo>
                <a:lnTo>
                  <a:pt x="656" y="946"/>
                </a:lnTo>
                <a:lnTo>
                  <a:pt x="655" y="946"/>
                </a:lnTo>
                <a:lnTo>
                  <a:pt x="655" y="945"/>
                </a:lnTo>
                <a:lnTo>
                  <a:pt x="654" y="945"/>
                </a:lnTo>
                <a:lnTo>
                  <a:pt x="654" y="944"/>
                </a:lnTo>
                <a:lnTo>
                  <a:pt x="655" y="944"/>
                </a:lnTo>
                <a:lnTo>
                  <a:pt x="656" y="944"/>
                </a:lnTo>
                <a:lnTo>
                  <a:pt x="656" y="942"/>
                </a:lnTo>
                <a:lnTo>
                  <a:pt x="657" y="942"/>
                </a:lnTo>
                <a:lnTo>
                  <a:pt x="657" y="941"/>
                </a:lnTo>
                <a:lnTo>
                  <a:pt x="656" y="940"/>
                </a:lnTo>
                <a:lnTo>
                  <a:pt x="656" y="939"/>
                </a:lnTo>
                <a:lnTo>
                  <a:pt x="655" y="939"/>
                </a:lnTo>
                <a:lnTo>
                  <a:pt x="655" y="938"/>
                </a:lnTo>
                <a:lnTo>
                  <a:pt x="655" y="937"/>
                </a:lnTo>
                <a:lnTo>
                  <a:pt x="655" y="936"/>
                </a:lnTo>
                <a:lnTo>
                  <a:pt x="655" y="935"/>
                </a:lnTo>
                <a:lnTo>
                  <a:pt x="654" y="935"/>
                </a:lnTo>
                <a:lnTo>
                  <a:pt x="654" y="934"/>
                </a:lnTo>
                <a:lnTo>
                  <a:pt x="653" y="934"/>
                </a:lnTo>
                <a:lnTo>
                  <a:pt x="653" y="933"/>
                </a:lnTo>
                <a:lnTo>
                  <a:pt x="653" y="932"/>
                </a:lnTo>
                <a:lnTo>
                  <a:pt x="652" y="932"/>
                </a:lnTo>
                <a:lnTo>
                  <a:pt x="652" y="931"/>
                </a:lnTo>
                <a:lnTo>
                  <a:pt x="651" y="931"/>
                </a:lnTo>
                <a:lnTo>
                  <a:pt x="651" y="930"/>
                </a:lnTo>
                <a:lnTo>
                  <a:pt x="650" y="930"/>
                </a:lnTo>
                <a:lnTo>
                  <a:pt x="649" y="930"/>
                </a:lnTo>
                <a:lnTo>
                  <a:pt x="648" y="929"/>
                </a:lnTo>
                <a:lnTo>
                  <a:pt x="648" y="928"/>
                </a:lnTo>
                <a:lnTo>
                  <a:pt x="647" y="927"/>
                </a:lnTo>
                <a:lnTo>
                  <a:pt x="646" y="927"/>
                </a:lnTo>
                <a:lnTo>
                  <a:pt x="645" y="927"/>
                </a:lnTo>
                <a:lnTo>
                  <a:pt x="644" y="928"/>
                </a:lnTo>
                <a:lnTo>
                  <a:pt x="644" y="929"/>
                </a:lnTo>
                <a:lnTo>
                  <a:pt x="643" y="929"/>
                </a:lnTo>
                <a:lnTo>
                  <a:pt x="642" y="929"/>
                </a:lnTo>
                <a:lnTo>
                  <a:pt x="641" y="930"/>
                </a:lnTo>
                <a:lnTo>
                  <a:pt x="640" y="930"/>
                </a:lnTo>
                <a:lnTo>
                  <a:pt x="640" y="931"/>
                </a:lnTo>
                <a:lnTo>
                  <a:pt x="640" y="932"/>
                </a:lnTo>
                <a:lnTo>
                  <a:pt x="639" y="932"/>
                </a:lnTo>
                <a:lnTo>
                  <a:pt x="638" y="932"/>
                </a:lnTo>
                <a:lnTo>
                  <a:pt x="637" y="932"/>
                </a:lnTo>
                <a:lnTo>
                  <a:pt x="637" y="933"/>
                </a:lnTo>
                <a:lnTo>
                  <a:pt x="637" y="934"/>
                </a:lnTo>
                <a:lnTo>
                  <a:pt x="636" y="934"/>
                </a:lnTo>
                <a:lnTo>
                  <a:pt x="634" y="934"/>
                </a:lnTo>
                <a:lnTo>
                  <a:pt x="633" y="934"/>
                </a:lnTo>
                <a:lnTo>
                  <a:pt x="633" y="935"/>
                </a:lnTo>
                <a:lnTo>
                  <a:pt x="632" y="936"/>
                </a:lnTo>
                <a:lnTo>
                  <a:pt x="632" y="937"/>
                </a:lnTo>
                <a:lnTo>
                  <a:pt x="632" y="938"/>
                </a:lnTo>
                <a:lnTo>
                  <a:pt x="631" y="939"/>
                </a:lnTo>
                <a:lnTo>
                  <a:pt x="631" y="940"/>
                </a:lnTo>
                <a:lnTo>
                  <a:pt x="631" y="941"/>
                </a:lnTo>
                <a:lnTo>
                  <a:pt x="631" y="942"/>
                </a:lnTo>
                <a:lnTo>
                  <a:pt x="630" y="942"/>
                </a:lnTo>
                <a:lnTo>
                  <a:pt x="629" y="944"/>
                </a:lnTo>
                <a:lnTo>
                  <a:pt x="628" y="944"/>
                </a:lnTo>
                <a:lnTo>
                  <a:pt x="628" y="943"/>
                </a:lnTo>
                <a:lnTo>
                  <a:pt x="627" y="943"/>
                </a:lnTo>
                <a:lnTo>
                  <a:pt x="626" y="943"/>
                </a:lnTo>
                <a:lnTo>
                  <a:pt x="625" y="944"/>
                </a:lnTo>
                <a:lnTo>
                  <a:pt x="624" y="943"/>
                </a:lnTo>
                <a:lnTo>
                  <a:pt x="623" y="943"/>
                </a:lnTo>
                <a:lnTo>
                  <a:pt x="622" y="943"/>
                </a:lnTo>
                <a:lnTo>
                  <a:pt x="620" y="942"/>
                </a:lnTo>
                <a:lnTo>
                  <a:pt x="620" y="941"/>
                </a:lnTo>
                <a:lnTo>
                  <a:pt x="620" y="942"/>
                </a:lnTo>
                <a:lnTo>
                  <a:pt x="619" y="943"/>
                </a:lnTo>
                <a:lnTo>
                  <a:pt x="618" y="944"/>
                </a:lnTo>
                <a:lnTo>
                  <a:pt x="619" y="944"/>
                </a:lnTo>
                <a:lnTo>
                  <a:pt x="619" y="945"/>
                </a:lnTo>
                <a:lnTo>
                  <a:pt x="619" y="946"/>
                </a:lnTo>
                <a:lnTo>
                  <a:pt x="619" y="947"/>
                </a:lnTo>
                <a:lnTo>
                  <a:pt x="619" y="948"/>
                </a:lnTo>
                <a:lnTo>
                  <a:pt x="621" y="948"/>
                </a:lnTo>
                <a:lnTo>
                  <a:pt x="621" y="949"/>
                </a:lnTo>
                <a:lnTo>
                  <a:pt x="622" y="950"/>
                </a:lnTo>
                <a:lnTo>
                  <a:pt x="622" y="949"/>
                </a:lnTo>
                <a:lnTo>
                  <a:pt x="623" y="949"/>
                </a:lnTo>
                <a:lnTo>
                  <a:pt x="623" y="950"/>
                </a:lnTo>
                <a:lnTo>
                  <a:pt x="622" y="950"/>
                </a:lnTo>
                <a:lnTo>
                  <a:pt x="621" y="951"/>
                </a:lnTo>
                <a:lnTo>
                  <a:pt x="621" y="952"/>
                </a:lnTo>
                <a:lnTo>
                  <a:pt x="620" y="952"/>
                </a:lnTo>
                <a:lnTo>
                  <a:pt x="619" y="953"/>
                </a:lnTo>
                <a:lnTo>
                  <a:pt x="619" y="954"/>
                </a:lnTo>
                <a:lnTo>
                  <a:pt x="620" y="954"/>
                </a:lnTo>
                <a:lnTo>
                  <a:pt x="621" y="954"/>
                </a:lnTo>
                <a:lnTo>
                  <a:pt x="622" y="954"/>
                </a:lnTo>
                <a:lnTo>
                  <a:pt x="622" y="955"/>
                </a:lnTo>
                <a:lnTo>
                  <a:pt x="621" y="955"/>
                </a:lnTo>
                <a:lnTo>
                  <a:pt x="622" y="956"/>
                </a:lnTo>
                <a:lnTo>
                  <a:pt x="623" y="956"/>
                </a:lnTo>
                <a:lnTo>
                  <a:pt x="623" y="957"/>
                </a:lnTo>
                <a:lnTo>
                  <a:pt x="623" y="958"/>
                </a:lnTo>
                <a:lnTo>
                  <a:pt x="622" y="958"/>
                </a:lnTo>
                <a:lnTo>
                  <a:pt x="622" y="957"/>
                </a:lnTo>
                <a:lnTo>
                  <a:pt x="622" y="958"/>
                </a:lnTo>
                <a:lnTo>
                  <a:pt x="622" y="960"/>
                </a:lnTo>
                <a:lnTo>
                  <a:pt x="622" y="961"/>
                </a:lnTo>
                <a:lnTo>
                  <a:pt x="621" y="961"/>
                </a:lnTo>
                <a:lnTo>
                  <a:pt x="620" y="961"/>
                </a:lnTo>
                <a:lnTo>
                  <a:pt x="619" y="962"/>
                </a:lnTo>
                <a:lnTo>
                  <a:pt x="620" y="962"/>
                </a:lnTo>
                <a:lnTo>
                  <a:pt x="620" y="963"/>
                </a:lnTo>
                <a:lnTo>
                  <a:pt x="621" y="963"/>
                </a:lnTo>
                <a:lnTo>
                  <a:pt x="621" y="964"/>
                </a:lnTo>
                <a:lnTo>
                  <a:pt x="621" y="965"/>
                </a:lnTo>
                <a:lnTo>
                  <a:pt x="622" y="965"/>
                </a:lnTo>
                <a:lnTo>
                  <a:pt x="623" y="965"/>
                </a:lnTo>
                <a:lnTo>
                  <a:pt x="623" y="966"/>
                </a:lnTo>
                <a:lnTo>
                  <a:pt x="622" y="966"/>
                </a:lnTo>
                <a:lnTo>
                  <a:pt x="621" y="966"/>
                </a:lnTo>
                <a:lnTo>
                  <a:pt x="621" y="967"/>
                </a:lnTo>
                <a:lnTo>
                  <a:pt x="620" y="967"/>
                </a:lnTo>
                <a:lnTo>
                  <a:pt x="619" y="968"/>
                </a:lnTo>
                <a:lnTo>
                  <a:pt x="618" y="969"/>
                </a:lnTo>
                <a:lnTo>
                  <a:pt x="617" y="969"/>
                </a:lnTo>
                <a:lnTo>
                  <a:pt x="617" y="968"/>
                </a:lnTo>
                <a:lnTo>
                  <a:pt x="616" y="968"/>
                </a:lnTo>
                <a:lnTo>
                  <a:pt x="616" y="969"/>
                </a:lnTo>
                <a:lnTo>
                  <a:pt x="615" y="969"/>
                </a:lnTo>
                <a:lnTo>
                  <a:pt x="614" y="970"/>
                </a:lnTo>
                <a:lnTo>
                  <a:pt x="613" y="970"/>
                </a:lnTo>
                <a:lnTo>
                  <a:pt x="612" y="970"/>
                </a:lnTo>
                <a:lnTo>
                  <a:pt x="611" y="970"/>
                </a:lnTo>
                <a:lnTo>
                  <a:pt x="610" y="970"/>
                </a:lnTo>
                <a:lnTo>
                  <a:pt x="610" y="971"/>
                </a:lnTo>
                <a:lnTo>
                  <a:pt x="610" y="970"/>
                </a:lnTo>
                <a:lnTo>
                  <a:pt x="609" y="970"/>
                </a:lnTo>
                <a:lnTo>
                  <a:pt x="609" y="971"/>
                </a:lnTo>
                <a:lnTo>
                  <a:pt x="608" y="972"/>
                </a:lnTo>
                <a:lnTo>
                  <a:pt x="607" y="972"/>
                </a:lnTo>
                <a:lnTo>
                  <a:pt x="606" y="972"/>
                </a:lnTo>
                <a:lnTo>
                  <a:pt x="606" y="973"/>
                </a:lnTo>
                <a:lnTo>
                  <a:pt x="605" y="973"/>
                </a:lnTo>
                <a:lnTo>
                  <a:pt x="604" y="973"/>
                </a:lnTo>
                <a:lnTo>
                  <a:pt x="604" y="972"/>
                </a:lnTo>
                <a:lnTo>
                  <a:pt x="603" y="972"/>
                </a:lnTo>
                <a:lnTo>
                  <a:pt x="603" y="973"/>
                </a:lnTo>
                <a:lnTo>
                  <a:pt x="602" y="973"/>
                </a:lnTo>
                <a:lnTo>
                  <a:pt x="601" y="973"/>
                </a:lnTo>
                <a:lnTo>
                  <a:pt x="601" y="972"/>
                </a:lnTo>
                <a:lnTo>
                  <a:pt x="600" y="972"/>
                </a:lnTo>
                <a:lnTo>
                  <a:pt x="600" y="971"/>
                </a:lnTo>
                <a:lnTo>
                  <a:pt x="599" y="971"/>
                </a:lnTo>
                <a:lnTo>
                  <a:pt x="598" y="971"/>
                </a:lnTo>
                <a:lnTo>
                  <a:pt x="597" y="971"/>
                </a:lnTo>
                <a:lnTo>
                  <a:pt x="596" y="971"/>
                </a:lnTo>
                <a:lnTo>
                  <a:pt x="595" y="972"/>
                </a:lnTo>
                <a:lnTo>
                  <a:pt x="594" y="972"/>
                </a:lnTo>
                <a:lnTo>
                  <a:pt x="593" y="971"/>
                </a:lnTo>
                <a:lnTo>
                  <a:pt x="592" y="971"/>
                </a:lnTo>
                <a:lnTo>
                  <a:pt x="591" y="971"/>
                </a:lnTo>
                <a:lnTo>
                  <a:pt x="591" y="970"/>
                </a:lnTo>
                <a:lnTo>
                  <a:pt x="590" y="970"/>
                </a:lnTo>
                <a:lnTo>
                  <a:pt x="589" y="969"/>
                </a:lnTo>
                <a:lnTo>
                  <a:pt x="590" y="968"/>
                </a:lnTo>
                <a:lnTo>
                  <a:pt x="590" y="967"/>
                </a:lnTo>
                <a:lnTo>
                  <a:pt x="589" y="967"/>
                </a:lnTo>
                <a:lnTo>
                  <a:pt x="589" y="966"/>
                </a:lnTo>
                <a:lnTo>
                  <a:pt x="590" y="966"/>
                </a:lnTo>
                <a:lnTo>
                  <a:pt x="589" y="965"/>
                </a:lnTo>
                <a:lnTo>
                  <a:pt x="589" y="964"/>
                </a:lnTo>
                <a:lnTo>
                  <a:pt x="589" y="963"/>
                </a:lnTo>
                <a:lnTo>
                  <a:pt x="588" y="963"/>
                </a:lnTo>
                <a:lnTo>
                  <a:pt x="589" y="962"/>
                </a:lnTo>
                <a:lnTo>
                  <a:pt x="589" y="961"/>
                </a:lnTo>
                <a:lnTo>
                  <a:pt x="589" y="960"/>
                </a:lnTo>
                <a:lnTo>
                  <a:pt x="589" y="959"/>
                </a:lnTo>
                <a:lnTo>
                  <a:pt x="588" y="959"/>
                </a:lnTo>
                <a:lnTo>
                  <a:pt x="587" y="960"/>
                </a:lnTo>
                <a:lnTo>
                  <a:pt x="587" y="961"/>
                </a:lnTo>
                <a:lnTo>
                  <a:pt x="586" y="961"/>
                </a:lnTo>
                <a:lnTo>
                  <a:pt x="586" y="962"/>
                </a:lnTo>
                <a:lnTo>
                  <a:pt x="585" y="962"/>
                </a:lnTo>
                <a:lnTo>
                  <a:pt x="584" y="962"/>
                </a:lnTo>
                <a:lnTo>
                  <a:pt x="584" y="961"/>
                </a:lnTo>
                <a:lnTo>
                  <a:pt x="583" y="961"/>
                </a:lnTo>
                <a:lnTo>
                  <a:pt x="582" y="960"/>
                </a:lnTo>
                <a:lnTo>
                  <a:pt x="581" y="960"/>
                </a:lnTo>
                <a:lnTo>
                  <a:pt x="580" y="960"/>
                </a:lnTo>
                <a:lnTo>
                  <a:pt x="579" y="959"/>
                </a:lnTo>
                <a:lnTo>
                  <a:pt x="578" y="958"/>
                </a:lnTo>
                <a:lnTo>
                  <a:pt x="578" y="957"/>
                </a:lnTo>
                <a:lnTo>
                  <a:pt x="577" y="956"/>
                </a:lnTo>
                <a:lnTo>
                  <a:pt x="577" y="955"/>
                </a:lnTo>
                <a:lnTo>
                  <a:pt x="578" y="955"/>
                </a:lnTo>
                <a:lnTo>
                  <a:pt x="578" y="954"/>
                </a:lnTo>
                <a:lnTo>
                  <a:pt x="579" y="953"/>
                </a:lnTo>
                <a:lnTo>
                  <a:pt x="580" y="953"/>
                </a:lnTo>
                <a:lnTo>
                  <a:pt x="579" y="953"/>
                </a:lnTo>
                <a:lnTo>
                  <a:pt x="579" y="952"/>
                </a:lnTo>
                <a:lnTo>
                  <a:pt x="579" y="951"/>
                </a:lnTo>
                <a:lnTo>
                  <a:pt x="580" y="951"/>
                </a:lnTo>
                <a:lnTo>
                  <a:pt x="580" y="950"/>
                </a:lnTo>
                <a:lnTo>
                  <a:pt x="579" y="950"/>
                </a:lnTo>
                <a:lnTo>
                  <a:pt x="578" y="949"/>
                </a:lnTo>
                <a:lnTo>
                  <a:pt x="577" y="949"/>
                </a:lnTo>
                <a:lnTo>
                  <a:pt x="577" y="948"/>
                </a:lnTo>
                <a:lnTo>
                  <a:pt x="576" y="948"/>
                </a:lnTo>
                <a:lnTo>
                  <a:pt x="575" y="947"/>
                </a:lnTo>
                <a:lnTo>
                  <a:pt x="575" y="946"/>
                </a:lnTo>
                <a:lnTo>
                  <a:pt x="574" y="946"/>
                </a:lnTo>
                <a:lnTo>
                  <a:pt x="574" y="945"/>
                </a:lnTo>
                <a:lnTo>
                  <a:pt x="573" y="944"/>
                </a:lnTo>
                <a:lnTo>
                  <a:pt x="572" y="944"/>
                </a:lnTo>
                <a:lnTo>
                  <a:pt x="572" y="943"/>
                </a:lnTo>
                <a:lnTo>
                  <a:pt x="571" y="942"/>
                </a:lnTo>
                <a:lnTo>
                  <a:pt x="570" y="942"/>
                </a:lnTo>
                <a:lnTo>
                  <a:pt x="571" y="941"/>
                </a:lnTo>
                <a:lnTo>
                  <a:pt x="570" y="941"/>
                </a:lnTo>
                <a:lnTo>
                  <a:pt x="570" y="940"/>
                </a:lnTo>
                <a:lnTo>
                  <a:pt x="569" y="940"/>
                </a:lnTo>
                <a:lnTo>
                  <a:pt x="569" y="939"/>
                </a:lnTo>
                <a:lnTo>
                  <a:pt x="568" y="939"/>
                </a:lnTo>
                <a:lnTo>
                  <a:pt x="567" y="939"/>
                </a:lnTo>
                <a:lnTo>
                  <a:pt x="567" y="938"/>
                </a:lnTo>
                <a:lnTo>
                  <a:pt x="568" y="937"/>
                </a:lnTo>
                <a:lnTo>
                  <a:pt x="568" y="936"/>
                </a:lnTo>
                <a:lnTo>
                  <a:pt x="569" y="936"/>
                </a:lnTo>
                <a:lnTo>
                  <a:pt x="569" y="935"/>
                </a:lnTo>
                <a:lnTo>
                  <a:pt x="569" y="934"/>
                </a:lnTo>
                <a:lnTo>
                  <a:pt x="569" y="933"/>
                </a:lnTo>
                <a:lnTo>
                  <a:pt x="568" y="933"/>
                </a:lnTo>
                <a:lnTo>
                  <a:pt x="567" y="933"/>
                </a:lnTo>
                <a:lnTo>
                  <a:pt x="566" y="932"/>
                </a:lnTo>
                <a:lnTo>
                  <a:pt x="566" y="931"/>
                </a:lnTo>
                <a:lnTo>
                  <a:pt x="565" y="930"/>
                </a:lnTo>
                <a:lnTo>
                  <a:pt x="566" y="929"/>
                </a:lnTo>
                <a:lnTo>
                  <a:pt x="566" y="928"/>
                </a:lnTo>
                <a:lnTo>
                  <a:pt x="566" y="927"/>
                </a:lnTo>
                <a:lnTo>
                  <a:pt x="565" y="927"/>
                </a:lnTo>
                <a:lnTo>
                  <a:pt x="566" y="927"/>
                </a:lnTo>
                <a:lnTo>
                  <a:pt x="566" y="926"/>
                </a:lnTo>
                <a:lnTo>
                  <a:pt x="567" y="926"/>
                </a:lnTo>
                <a:lnTo>
                  <a:pt x="567" y="925"/>
                </a:lnTo>
                <a:lnTo>
                  <a:pt x="569" y="925"/>
                </a:lnTo>
                <a:lnTo>
                  <a:pt x="569" y="926"/>
                </a:lnTo>
                <a:lnTo>
                  <a:pt x="570" y="926"/>
                </a:lnTo>
                <a:lnTo>
                  <a:pt x="571" y="926"/>
                </a:lnTo>
                <a:lnTo>
                  <a:pt x="572" y="926"/>
                </a:lnTo>
                <a:lnTo>
                  <a:pt x="572" y="925"/>
                </a:lnTo>
                <a:lnTo>
                  <a:pt x="573" y="925"/>
                </a:lnTo>
                <a:lnTo>
                  <a:pt x="573" y="924"/>
                </a:lnTo>
                <a:lnTo>
                  <a:pt x="574" y="924"/>
                </a:lnTo>
                <a:lnTo>
                  <a:pt x="574" y="923"/>
                </a:lnTo>
                <a:lnTo>
                  <a:pt x="575" y="923"/>
                </a:lnTo>
                <a:lnTo>
                  <a:pt x="575" y="922"/>
                </a:lnTo>
                <a:lnTo>
                  <a:pt x="574" y="922"/>
                </a:lnTo>
                <a:lnTo>
                  <a:pt x="574" y="921"/>
                </a:lnTo>
                <a:lnTo>
                  <a:pt x="573" y="921"/>
                </a:lnTo>
                <a:lnTo>
                  <a:pt x="573" y="920"/>
                </a:lnTo>
                <a:lnTo>
                  <a:pt x="572" y="920"/>
                </a:lnTo>
                <a:lnTo>
                  <a:pt x="572" y="921"/>
                </a:lnTo>
                <a:lnTo>
                  <a:pt x="571" y="920"/>
                </a:lnTo>
                <a:lnTo>
                  <a:pt x="570" y="920"/>
                </a:lnTo>
                <a:lnTo>
                  <a:pt x="569" y="920"/>
                </a:lnTo>
                <a:lnTo>
                  <a:pt x="569" y="919"/>
                </a:lnTo>
                <a:lnTo>
                  <a:pt x="569" y="918"/>
                </a:lnTo>
                <a:lnTo>
                  <a:pt x="568" y="918"/>
                </a:lnTo>
                <a:lnTo>
                  <a:pt x="567" y="918"/>
                </a:lnTo>
                <a:lnTo>
                  <a:pt x="566" y="917"/>
                </a:lnTo>
                <a:lnTo>
                  <a:pt x="564" y="917"/>
                </a:lnTo>
                <a:lnTo>
                  <a:pt x="564" y="916"/>
                </a:lnTo>
                <a:lnTo>
                  <a:pt x="564" y="917"/>
                </a:lnTo>
                <a:lnTo>
                  <a:pt x="563" y="917"/>
                </a:lnTo>
                <a:lnTo>
                  <a:pt x="562" y="917"/>
                </a:lnTo>
                <a:lnTo>
                  <a:pt x="562" y="916"/>
                </a:lnTo>
                <a:lnTo>
                  <a:pt x="561" y="916"/>
                </a:lnTo>
                <a:lnTo>
                  <a:pt x="560" y="916"/>
                </a:lnTo>
                <a:lnTo>
                  <a:pt x="560" y="915"/>
                </a:lnTo>
                <a:lnTo>
                  <a:pt x="559" y="915"/>
                </a:lnTo>
                <a:lnTo>
                  <a:pt x="558" y="915"/>
                </a:lnTo>
                <a:lnTo>
                  <a:pt x="557" y="915"/>
                </a:lnTo>
                <a:lnTo>
                  <a:pt x="555" y="915"/>
                </a:lnTo>
                <a:lnTo>
                  <a:pt x="554" y="915"/>
                </a:lnTo>
                <a:lnTo>
                  <a:pt x="553" y="914"/>
                </a:lnTo>
                <a:lnTo>
                  <a:pt x="552" y="914"/>
                </a:lnTo>
                <a:lnTo>
                  <a:pt x="551" y="914"/>
                </a:lnTo>
                <a:lnTo>
                  <a:pt x="549" y="914"/>
                </a:lnTo>
                <a:lnTo>
                  <a:pt x="548" y="914"/>
                </a:lnTo>
                <a:lnTo>
                  <a:pt x="548" y="915"/>
                </a:lnTo>
                <a:lnTo>
                  <a:pt x="548" y="916"/>
                </a:lnTo>
                <a:lnTo>
                  <a:pt x="547" y="916"/>
                </a:lnTo>
                <a:lnTo>
                  <a:pt x="547" y="917"/>
                </a:lnTo>
                <a:lnTo>
                  <a:pt x="546" y="916"/>
                </a:lnTo>
                <a:lnTo>
                  <a:pt x="545" y="916"/>
                </a:lnTo>
                <a:lnTo>
                  <a:pt x="544" y="916"/>
                </a:lnTo>
                <a:lnTo>
                  <a:pt x="543" y="916"/>
                </a:lnTo>
                <a:lnTo>
                  <a:pt x="543" y="915"/>
                </a:lnTo>
                <a:lnTo>
                  <a:pt x="544" y="915"/>
                </a:lnTo>
                <a:lnTo>
                  <a:pt x="544" y="914"/>
                </a:lnTo>
                <a:lnTo>
                  <a:pt x="543" y="914"/>
                </a:lnTo>
                <a:lnTo>
                  <a:pt x="543" y="913"/>
                </a:lnTo>
                <a:lnTo>
                  <a:pt x="542" y="913"/>
                </a:lnTo>
                <a:lnTo>
                  <a:pt x="540" y="913"/>
                </a:lnTo>
                <a:lnTo>
                  <a:pt x="540" y="914"/>
                </a:lnTo>
                <a:lnTo>
                  <a:pt x="539" y="914"/>
                </a:lnTo>
                <a:lnTo>
                  <a:pt x="539" y="915"/>
                </a:lnTo>
                <a:lnTo>
                  <a:pt x="538" y="915"/>
                </a:lnTo>
                <a:lnTo>
                  <a:pt x="538" y="916"/>
                </a:lnTo>
                <a:lnTo>
                  <a:pt x="537" y="916"/>
                </a:lnTo>
                <a:lnTo>
                  <a:pt x="536" y="916"/>
                </a:lnTo>
                <a:lnTo>
                  <a:pt x="536" y="917"/>
                </a:lnTo>
                <a:lnTo>
                  <a:pt x="535" y="917"/>
                </a:lnTo>
                <a:lnTo>
                  <a:pt x="534" y="917"/>
                </a:lnTo>
                <a:lnTo>
                  <a:pt x="534" y="916"/>
                </a:lnTo>
                <a:lnTo>
                  <a:pt x="532" y="916"/>
                </a:lnTo>
                <a:lnTo>
                  <a:pt x="532" y="917"/>
                </a:lnTo>
                <a:lnTo>
                  <a:pt x="531" y="917"/>
                </a:lnTo>
                <a:lnTo>
                  <a:pt x="531" y="918"/>
                </a:lnTo>
                <a:lnTo>
                  <a:pt x="532" y="918"/>
                </a:lnTo>
                <a:lnTo>
                  <a:pt x="531" y="919"/>
                </a:lnTo>
                <a:lnTo>
                  <a:pt x="530" y="920"/>
                </a:lnTo>
                <a:lnTo>
                  <a:pt x="529" y="920"/>
                </a:lnTo>
                <a:lnTo>
                  <a:pt x="529" y="921"/>
                </a:lnTo>
                <a:lnTo>
                  <a:pt x="528" y="921"/>
                </a:lnTo>
                <a:lnTo>
                  <a:pt x="527" y="920"/>
                </a:lnTo>
                <a:lnTo>
                  <a:pt x="527" y="919"/>
                </a:lnTo>
                <a:lnTo>
                  <a:pt x="526" y="918"/>
                </a:lnTo>
                <a:lnTo>
                  <a:pt x="526" y="917"/>
                </a:lnTo>
                <a:lnTo>
                  <a:pt x="527" y="917"/>
                </a:lnTo>
                <a:lnTo>
                  <a:pt x="527" y="916"/>
                </a:lnTo>
                <a:lnTo>
                  <a:pt x="527" y="915"/>
                </a:lnTo>
                <a:lnTo>
                  <a:pt x="527" y="914"/>
                </a:lnTo>
                <a:lnTo>
                  <a:pt x="527" y="913"/>
                </a:lnTo>
                <a:lnTo>
                  <a:pt x="527" y="912"/>
                </a:lnTo>
                <a:lnTo>
                  <a:pt x="526" y="911"/>
                </a:lnTo>
                <a:lnTo>
                  <a:pt x="526" y="910"/>
                </a:lnTo>
                <a:lnTo>
                  <a:pt x="527" y="909"/>
                </a:lnTo>
                <a:lnTo>
                  <a:pt x="527" y="908"/>
                </a:lnTo>
                <a:lnTo>
                  <a:pt x="527" y="907"/>
                </a:lnTo>
                <a:lnTo>
                  <a:pt x="527" y="906"/>
                </a:lnTo>
                <a:lnTo>
                  <a:pt x="526" y="905"/>
                </a:lnTo>
                <a:lnTo>
                  <a:pt x="525" y="904"/>
                </a:lnTo>
                <a:lnTo>
                  <a:pt x="525" y="903"/>
                </a:lnTo>
                <a:lnTo>
                  <a:pt x="524" y="902"/>
                </a:lnTo>
                <a:lnTo>
                  <a:pt x="523" y="901"/>
                </a:lnTo>
                <a:lnTo>
                  <a:pt x="523" y="900"/>
                </a:lnTo>
                <a:lnTo>
                  <a:pt x="523" y="899"/>
                </a:lnTo>
                <a:lnTo>
                  <a:pt x="523" y="898"/>
                </a:lnTo>
                <a:lnTo>
                  <a:pt x="522" y="897"/>
                </a:lnTo>
                <a:lnTo>
                  <a:pt x="522" y="896"/>
                </a:lnTo>
                <a:lnTo>
                  <a:pt x="522" y="895"/>
                </a:lnTo>
                <a:lnTo>
                  <a:pt x="522" y="894"/>
                </a:lnTo>
                <a:lnTo>
                  <a:pt x="523" y="894"/>
                </a:lnTo>
                <a:lnTo>
                  <a:pt x="523" y="893"/>
                </a:lnTo>
                <a:lnTo>
                  <a:pt x="523" y="892"/>
                </a:lnTo>
                <a:lnTo>
                  <a:pt x="524" y="892"/>
                </a:lnTo>
                <a:lnTo>
                  <a:pt x="524" y="891"/>
                </a:lnTo>
                <a:lnTo>
                  <a:pt x="524" y="890"/>
                </a:lnTo>
                <a:lnTo>
                  <a:pt x="524" y="889"/>
                </a:lnTo>
                <a:lnTo>
                  <a:pt x="524" y="888"/>
                </a:lnTo>
                <a:lnTo>
                  <a:pt x="525" y="888"/>
                </a:lnTo>
                <a:lnTo>
                  <a:pt x="525" y="887"/>
                </a:lnTo>
                <a:lnTo>
                  <a:pt x="526" y="887"/>
                </a:lnTo>
                <a:lnTo>
                  <a:pt x="527" y="887"/>
                </a:lnTo>
                <a:lnTo>
                  <a:pt x="529" y="887"/>
                </a:lnTo>
                <a:lnTo>
                  <a:pt x="530" y="887"/>
                </a:lnTo>
                <a:lnTo>
                  <a:pt x="530" y="886"/>
                </a:lnTo>
                <a:lnTo>
                  <a:pt x="530" y="885"/>
                </a:lnTo>
                <a:lnTo>
                  <a:pt x="531" y="885"/>
                </a:lnTo>
                <a:lnTo>
                  <a:pt x="531" y="886"/>
                </a:lnTo>
                <a:lnTo>
                  <a:pt x="531" y="885"/>
                </a:lnTo>
                <a:lnTo>
                  <a:pt x="531" y="884"/>
                </a:lnTo>
                <a:lnTo>
                  <a:pt x="531" y="883"/>
                </a:lnTo>
                <a:lnTo>
                  <a:pt x="532" y="883"/>
                </a:lnTo>
                <a:lnTo>
                  <a:pt x="531" y="882"/>
                </a:lnTo>
                <a:lnTo>
                  <a:pt x="530" y="882"/>
                </a:lnTo>
                <a:lnTo>
                  <a:pt x="530" y="881"/>
                </a:lnTo>
                <a:lnTo>
                  <a:pt x="531" y="881"/>
                </a:lnTo>
                <a:lnTo>
                  <a:pt x="531" y="880"/>
                </a:lnTo>
                <a:lnTo>
                  <a:pt x="530" y="880"/>
                </a:lnTo>
                <a:lnTo>
                  <a:pt x="530" y="879"/>
                </a:lnTo>
                <a:lnTo>
                  <a:pt x="529" y="879"/>
                </a:lnTo>
                <a:lnTo>
                  <a:pt x="529" y="878"/>
                </a:lnTo>
                <a:lnTo>
                  <a:pt x="527" y="878"/>
                </a:lnTo>
                <a:lnTo>
                  <a:pt x="527" y="877"/>
                </a:lnTo>
                <a:lnTo>
                  <a:pt x="528" y="877"/>
                </a:lnTo>
                <a:lnTo>
                  <a:pt x="528" y="876"/>
                </a:lnTo>
                <a:lnTo>
                  <a:pt x="527" y="876"/>
                </a:lnTo>
                <a:lnTo>
                  <a:pt x="526" y="876"/>
                </a:lnTo>
                <a:lnTo>
                  <a:pt x="527" y="876"/>
                </a:lnTo>
                <a:lnTo>
                  <a:pt x="527" y="875"/>
                </a:lnTo>
                <a:lnTo>
                  <a:pt x="526" y="875"/>
                </a:lnTo>
                <a:lnTo>
                  <a:pt x="525" y="874"/>
                </a:lnTo>
                <a:lnTo>
                  <a:pt x="525" y="873"/>
                </a:lnTo>
                <a:lnTo>
                  <a:pt x="524" y="873"/>
                </a:lnTo>
                <a:lnTo>
                  <a:pt x="524" y="872"/>
                </a:lnTo>
                <a:lnTo>
                  <a:pt x="523" y="872"/>
                </a:lnTo>
                <a:lnTo>
                  <a:pt x="523" y="871"/>
                </a:lnTo>
                <a:lnTo>
                  <a:pt x="523" y="870"/>
                </a:lnTo>
                <a:lnTo>
                  <a:pt x="522" y="870"/>
                </a:lnTo>
                <a:lnTo>
                  <a:pt x="521" y="870"/>
                </a:lnTo>
                <a:lnTo>
                  <a:pt x="521" y="869"/>
                </a:lnTo>
                <a:lnTo>
                  <a:pt x="520" y="868"/>
                </a:lnTo>
                <a:lnTo>
                  <a:pt x="521" y="868"/>
                </a:lnTo>
                <a:lnTo>
                  <a:pt x="521" y="867"/>
                </a:lnTo>
                <a:lnTo>
                  <a:pt x="521" y="866"/>
                </a:lnTo>
                <a:lnTo>
                  <a:pt x="522" y="866"/>
                </a:lnTo>
                <a:lnTo>
                  <a:pt x="521" y="866"/>
                </a:lnTo>
                <a:lnTo>
                  <a:pt x="521" y="865"/>
                </a:lnTo>
                <a:lnTo>
                  <a:pt x="520" y="865"/>
                </a:lnTo>
                <a:lnTo>
                  <a:pt x="519" y="865"/>
                </a:lnTo>
                <a:lnTo>
                  <a:pt x="520" y="864"/>
                </a:lnTo>
                <a:lnTo>
                  <a:pt x="520" y="863"/>
                </a:lnTo>
                <a:lnTo>
                  <a:pt x="519" y="863"/>
                </a:lnTo>
                <a:lnTo>
                  <a:pt x="518" y="863"/>
                </a:lnTo>
                <a:lnTo>
                  <a:pt x="516" y="862"/>
                </a:lnTo>
                <a:lnTo>
                  <a:pt x="515" y="862"/>
                </a:lnTo>
                <a:lnTo>
                  <a:pt x="515" y="863"/>
                </a:lnTo>
                <a:lnTo>
                  <a:pt x="514" y="863"/>
                </a:lnTo>
                <a:lnTo>
                  <a:pt x="513" y="863"/>
                </a:lnTo>
                <a:lnTo>
                  <a:pt x="512" y="863"/>
                </a:lnTo>
                <a:lnTo>
                  <a:pt x="511" y="863"/>
                </a:lnTo>
                <a:lnTo>
                  <a:pt x="510" y="863"/>
                </a:lnTo>
                <a:lnTo>
                  <a:pt x="509" y="863"/>
                </a:lnTo>
                <a:lnTo>
                  <a:pt x="509" y="864"/>
                </a:lnTo>
                <a:lnTo>
                  <a:pt x="508" y="863"/>
                </a:lnTo>
                <a:lnTo>
                  <a:pt x="508" y="862"/>
                </a:lnTo>
                <a:lnTo>
                  <a:pt x="507" y="862"/>
                </a:lnTo>
                <a:lnTo>
                  <a:pt x="507" y="863"/>
                </a:lnTo>
                <a:lnTo>
                  <a:pt x="506" y="863"/>
                </a:lnTo>
                <a:lnTo>
                  <a:pt x="505" y="863"/>
                </a:lnTo>
                <a:lnTo>
                  <a:pt x="504" y="863"/>
                </a:lnTo>
                <a:lnTo>
                  <a:pt x="504" y="862"/>
                </a:lnTo>
                <a:lnTo>
                  <a:pt x="504" y="861"/>
                </a:lnTo>
                <a:lnTo>
                  <a:pt x="503" y="860"/>
                </a:lnTo>
                <a:lnTo>
                  <a:pt x="502" y="860"/>
                </a:lnTo>
                <a:lnTo>
                  <a:pt x="502" y="859"/>
                </a:lnTo>
                <a:lnTo>
                  <a:pt x="501" y="859"/>
                </a:lnTo>
                <a:lnTo>
                  <a:pt x="500" y="859"/>
                </a:lnTo>
                <a:lnTo>
                  <a:pt x="499" y="859"/>
                </a:lnTo>
                <a:lnTo>
                  <a:pt x="499" y="858"/>
                </a:lnTo>
                <a:lnTo>
                  <a:pt x="500" y="858"/>
                </a:lnTo>
                <a:lnTo>
                  <a:pt x="499" y="858"/>
                </a:lnTo>
                <a:lnTo>
                  <a:pt x="497" y="858"/>
                </a:lnTo>
                <a:lnTo>
                  <a:pt x="495" y="858"/>
                </a:lnTo>
                <a:lnTo>
                  <a:pt x="495" y="857"/>
                </a:lnTo>
                <a:lnTo>
                  <a:pt x="494" y="857"/>
                </a:lnTo>
                <a:lnTo>
                  <a:pt x="493" y="857"/>
                </a:lnTo>
                <a:lnTo>
                  <a:pt x="493" y="856"/>
                </a:lnTo>
                <a:lnTo>
                  <a:pt x="492" y="855"/>
                </a:lnTo>
                <a:lnTo>
                  <a:pt x="491" y="855"/>
                </a:lnTo>
                <a:lnTo>
                  <a:pt x="492" y="855"/>
                </a:lnTo>
                <a:lnTo>
                  <a:pt x="492" y="854"/>
                </a:lnTo>
                <a:lnTo>
                  <a:pt x="491" y="854"/>
                </a:lnTo>
                <a:lnTo>
                  <a:pt x="490" y="854"/>
                </a:lnTo>
                <a:lnTo>
                  <a:pt x="490" y="853"/>
                </a:lnTo>
                <a:lnTo>
                  <a:pt x="489" y="853"/>
                </a:lnTo>
                <a:lnTo>
                  <a:pt x="488" y="853"/>
                </a:lnTo>
                <a:lnTo>
                  <a:pt x="488" y="852"/>
                </a:lnTo>
                <a:lnTo>
                  <a:pt x="487" y="852"/>
                </a:lnTo>
                <a:lnTo>
                  <a:pt x="487" y="853"/>
                </a:lnTo>
                <a:lnTo>
                  <a:pt x="487" y="852"/>
                </a:lnTo>
                <a:lnTo>
                  <a:pt x="486" y="851"/>
                </a:lnTo>
                <a:lnTo>
                  <a:pt x="485" y="851"/>
                </a:lnTo>
                <a:lnTo>
                  <a:pt x="484" y="851"/>
                </a:lnTo>
                <a:lnTo>
                  <a:pt x="484" y="852"/>
                </a:lnTo>
                <a:lnTo>
                  <a:pt x="483" y="852"/>
                </a:lnTo>
                <a:lnTo>
                  <a:pt x="483" y="853"/>
                </a:lnTo>
                <a:lnTo>
                  <a:pt x="482" y="853"/>
                </a:lnTo>
                <a:lnTo>
                  <a:pt x="482" y="852"/>
                </a:lnTo>
                <a:lnTo>
                  <a:pt x="481" y="852"/>
                </a:lnTo>
                <a:lnTo>
                  <a:pt x="480" y="852"/>
                </a:lnTo>
                <a:lnTo>
                  <a:pt x="479" y="853"/>
                </a:lnTo>
                <a:lnTo>
                  <a:pt x="479" y="852"/>
                </a:lnTo>
                <a:lnTo>
                  <a:pt x="478" y="852"/>
                </a:lnTo>
                <a:lnTo>
                  <a:pt x="478" y="853"/>
                </a:lnTo>
                <a:lnTo>
                  <a:pt x="477" y="853"/>
                </a:lnTo>
                <a:lnTo>
                  <a:pt x="476" y="853"/>
                </a:lnTo>
                <a:lnTo>
                  <a:pt x="475" y="853"/>
                </a:lnTo>
                <a:lnTo>
                  <a:pt x="475" y="854"/>
                </a:lnTo>
                <a:lnTo>
                  <a:pt x="474" y="854"/>
                </a:lnTo>
                <a:lnTo>
                  <a:pt x="473" y="854"/>
                </a:lnTo>
                <a:lnTo>
                  <a:pt x="472" y="854"/>
                </a:lnTo>
                <a:lnTo>
                  <a:pt x="472" y="853"/>
                </a:lnTo>
                <a:lnTo>
                  <a:pt x="471" y="853"/>
                </a:lnTo>
                <a:lnTo>
                  <a:pt x="471" y="854"/>
                </a:lnTo>
                <a:lnTo>
                  <a:pt x="470" y="854"/>
                </a:lnTo>
                <a:lnTo>
                  <a:pt x="469" y="854"/>
                </a:lnTo>
                <a:lnTo>
                  <a:pt x="469" y="855"/>
                </a:lnTo>
                <a:lnTo>
                  <a:pt x="468" y="855"/>
                </a:lnTo>
                <a:lnTo>
                  <a:pt x="468" y="856"/>
                </a:lnTo>
                <a:lnTo>
                  <a:pt x="467" y="856"/>
                </a:lnTo>
                <a:lnTo>
                  <a:pt x="467" y="857"/>
                </a:lnTo>
                <a:lnTo>
                  <a:pt x="466" y="857"/>
                </a:lnTo>
                <a:lnTo>
                  <a:pt x="466" y="858"/>
                </a:lnTo>
                <a:lnTo>
                  <a:pt x="465" y="858"/>
                </a:lnTo>
                <a:lnTo>
                  <a:pt x="464" y="858"/>
                </a:lnTo>
                <a:lnTo>
                  <a:pt x="464" y="857"/>
                </a:lnTo>
                <a:lnTo>
                  <a:pt x="464" y="858"/>
                </a:lnTo>
                <a:lnTo>
                  <a:pt x="463" y="858"/>
                </a:lnTo>
                <a:lnTo>
                  <a:pt x="463" y="859"/>
                </a:lnTo>
                <a:lnTo>
                  <a:pt x="462" y="859"/>
                </a:lnTo>
                <a:lnTo>
                  <a:pt x="461" y="859"/>
                </a:lnTo>
                <a:lnTo>
                  <a:pt x="460" y="859"/>
                </a:lnTo>
                <a:lnTo>
                  <a:pt x="460" y="858"/>
                </a:lnTo>
                <a:lnTo>
                  <a:pt x="461" y="858"/>
                </a:lnTo>
                <a:lnTo>
                  <a:pt x="460" y="858"/>
                </a:lnTo>
                <a:lnTo>
                  <a:pt x="460" y="857"/>
                </a:lnTo>
                <a:lnTo>
                  <a:pt x="460" y="858"/>
                </a:lnTo>
                <a:lnTo>
                  <a:pt x="459" y="858"/>
                </a:lnTo>
                <a:lnTo>
                  <a:pt x="460" y="858"/>
                </a:lnTo>
                <a:lnTo>
                  <a:pt x="460" y="859"/>
                </a:lnTo>
                <a:lnTo>
                  <a:pt x="459" y="859"/>
                </a:lnTo>
                <a:lnTo>
                  <a:pt x="459" y="860"/>
                </a:lnTo>
                <a:lnTo>
                  <a:pt x="460" y="860"/>
                </a:lnTo>
                <a:lnTo>
                  <a:pt x="459" y="861"/>
                </a:lnTo>
                <a:lnTo>
                  <a:pt x="458" y="860"/>
                </a:lnTo>
                <a:lnTo>
                  <a:pt x="457" y="860"/>
                </a:lnTo>
                <a:lnTo>
                  <a:pt x="457" y="861"/>
                </a:lnTo>
                <a:lnTo>
                  <a:pt x="457" y="862"/>
                </a:lnTo>
                <a:lnTo>
                  <a:pt x="456" y="862"/>
                </a:lnTo>
                <a:lnTo>
                  <a:pt x="456" y="861"/>
                </a:lnTo>
                <a:lnTo>
                  <a:pt x="456" y="862"/>
                </a:lnTo>
                <a:lnTo>
                  <a:pt x="456" y="863"/>
                </a:lnTo>
                <a:lnTo>
                  <a:pt x="455" y="863"/>
                </a:lnTo>
                <a:lnTo>
                  <a:pt x="454" y="863"/>
                </a:lnTo>
                <a:lnTo>
                  <a:pt x="454" y="862"/>
                </a:lnTo>
                <a:lnTo>
                  <a:pt x="453" y="862"/>
                </a:lnTo>
                <a:lnTo>
                  <a:pt x="452" y="862"/>
                </a:lnTo>
                <a:lnTo>
                  <a:pt x="452" y="861"/>
                </a:lnTo>
                <a:lnTo>
                  <a:pt x="451" y="861"/>
                </a:lnTo>
                <a:lnTo>
                  <a:pt x="451" y="862"/>
                </a:lnTo>
                <a:lnTo>
                  <a:pt x="450" y="862"/>
                </a:lnTo>
                <a:lnTo>
                  <a:pt x="449" y="862"/>
                </a:lnTo>
                <a:lnTo>
                  <a:pt x="449" y="863"/>
                </a:lnTo>
                <a:lnTo>
                  <a:pt x="449" y="864"/>
                </a:lnTo>
                <a:lnTo>
                  <a:pt x="448" y="864"/>
                </a:lnTo>
                <a:lnTo>
                  <a:pt x="447" y="863"/>
                </a:lnTo>
                <a:lnTo>
                  <a:pt x="447" y="862"/>
                </a:lnTo>
                <a:lnTo>
                  <a:pt x="446" y="862"/>
                </a:lnTo>
                <a:lnTo>
                  <a:pt x="445" y="862"/>
                </a:lnTo>
                <a:lnTo>
                  <a:pt x="444" y="862"/>
                </a:lnTo>
                <a:lnTo>
                  <a:pt x="444" y="863"/>
                </a:lnTo>
                <a:lnTo>
                  <a:pt x="443" y="863"/>
                </a:lnTo>
                <a:lnTo>
                  <a:pt x="443" y="862"/>
                </a:lnTo>
                <a:lnTo>
                  <a:pt x="442" y="862"/>
                </a:lnTo>
                <a:lnTo>
                  <a:pt x="441" y="861"/>
                </a:lnTo>
                <a:lnTo>
                  <a:pt x="441" y="860"/>
                </a:lnTo>
                <a:lnTo>
                  <a:pt x="440" y="860"/>
                </a:lnTo>
                <a:lnTo>
                  <a:pt x="439" y="860"/>
                </a:lnTo>
                <a:lnTo>
                  <a:pt x="438" y="860"/>
                </a:lnTo>
                <a:lnTo>
                  <a:pt x="437" y="860"/>
                </a:lnTo>
                <a:lnTo>
                  <a:pt x="436" y="860"/>
                </a:lnTo>
                <a:lnTo>
                  <a:pt x="436" y="861"/>
                </a:lnTo>
                <a:lnTo>
                  <a:pt x="435" y="861"/>
                </a:lnTo>
                <a:lnTo>
                  <a:pt x="435" y="860"/>
                </a:lnTo>
                <a:lnTo>
                  <a:pt x="434" y="860"/>
                </a:lnTo>
                <a:lnTo>
                  <a:pt x="433" y="861"/>
                </a:lnTo>
                <a:lnTo>
                  <a:pt x="433" y="860"/>
                </a:lnTo>
                <a:lnTo>
                  <a:pt x="433" y="859"/>
                </a:lnTo>
                <a:lnTo>
                  <a:pt x="434" y="859"/>
                </a:lnTo>
                <a:lnTo>
                  <a:pt x="433" y="859"/>
                </a:lnTo>
                <a:lnTo>
                  <a:pt x="432" y="859"/>
                </a:lnTo>
                <a:lnTo>
                  <a:pt x="431" y="859"/>
                </a:lnTo>
                <a:lnTo>
                  <a:pt x="432" y="859"/>
                </a:lnTo>
                <a:lnTo>
                  <a:pt x="432" y="858"/>
                </a:lnTo>
                <a:lnTo>
                  <a:pt x="433" y="858"/>
                </a:lnTo>
                <a:lnTo>
                  <a:pt x="433" y="857"/>
                </a:lnTo>
                <a:lnTo>
                  <a:pt x="432" y="857"/>
                </a:lnTo>
                <a:lnTo>
                  <a:pt x="431" y="858"/>
                </a:lnTo>
                <a:lnTo>
                  <a:pt x="431" y="857"/>
                </a:lnTo>
                <a:lnTo>
                  <a:pt x="430" y="857"/>
                </a:lnTo>
                <a:lnTo>
                  <a:pt x="429" y="857"/>
                </a:lnTo>
                <a:lnTo>
                  <a:pt x="428" y="857"/>
                </a:lnTo>
                <a:lnTo>
                  <a:pt x="427" y="857"/>
                </a:lnTo>
                <a:lnTo>
                  <a:pt x="426" y="857"/>
                </a:lnTo>
                <a:lnTo>
                  <a:pt x="425" y="857"/>
                </a:lnTo>
                <a:lnTo>
                  <a:pt x="425" y="856"/>
                </a:lnTo>
                <a:lnTo>
                  <a:pt x="424" y="856"/>
                </a:lnTo>
                <a:lnTo>
                  <a:pt x="424" y="855"/>
                </a:lnTo>
                <a:lnTo>
                  <a:pt x="423" y="855"/>
                </a:lnTo>
                <a:lnTo>
                  <a:pt x="423" y="854"/>
                </a:lnTo>
                <a:lnTo>
                  <a:pt x="423" y="855"/>
                </a:lnTo>
                <a:lnTo>
                  <a:pt x="422" y="855"/>
                </a:lnTo>
                <a:lnTo>
                  <a:pt x="422" y="854"/>
                </a:lnTo>
                <a:lnTo>
                  <a:pt x="421" y="854"/>
                </a:lnTo>
                <a:lnTo>
                  <a:pt x="421" y="853"/>
                </a:lnTo>
                <a:lnTo>
                  <a:pt x="421" y="854"/>
                </a:lnTo>
                <a:lnTo>
                  <a:pt x="420" y="854"/>
                </a:lnTo>
                <a:lnTo>
                  <a:pt x="420" y="853"/>
                </a:lnTo>
                <a:lnTo>
                  <a:pt x="419" y="853"/>
                </a:lnTo>
                <a:lnTo>
                  <a:pt x="418" y="853"/>
                </a:lnTo>
                <a:lnTo>
                  <a:pt x="417" y="853"/>
                </a:lnTo>
                <a:lnTo>
                  <a:pt x="417" y="852"/>
                </a:lnTo>
                <a:lnTo>
                  <a:pt x="416" y="852"/>
                </a:lnTo>
                <a:lnTo>
                  <a:pt x="417" y="851"/>
                </a:lnTo>
                <a:lnTo>
                  <a:pt x="416" y="850"/>
                </a:lnTo>
                <a:lnTo>
                  <a:pt x="417" y="850"/>
                </a:lnTo>
                <a:lnTo>
                  <a:pt x="417" y="849"/>
                </a:lnTo>
                <a:lnTo>
                  <a:pt x="415" y="849"/>
                </a:lnTo>
                <a:lnTo>
                  <a:pt x="414" y="849"/>
                </a:lnTo>
                <a:lnTo>
                  <a:pt x="413" y="849"/>
                </a:lnTo>
                <a:lnTo>
                  <a:pt x="414" y="849"/>
                </a:lnTo>
                <a:lnTo>
                  <a:pt x="414" y="848"/>
                </a:lnTo>
                <a:lnTo>
                  <a:pt x="413" y="848"/>
                </a:lnTo>
                <a:lnTo>
                  <a:pt x="413" y="847"/>
                </a:lnTo>
                <a:lnTo>
                  <a:pt x="412" y="848"/>
                </a:lnTo>
                <a:lnTo>
                  <a:pt x="412" y="847"/>
                </a:lnTo>
                <a:lnTo>
                  <a:pt x="412" y="848"/>
                </a:lnTo>
                <a:lnTo>
                  <a:pt x="411" y="848"/>
                </a:lnTo>
                <a:lnTo>
                  <a:pt x="411" y="847"/>
                </a:lnTo>
                <a:lnTo>
                  <a:pt x="411" y="846"/>
                </a:lnTo>
                <a:lnTo>
                  <a:pt x="410" y="846"/>
                </a:lnTo>
                <a:lnTo>
                  <a:pt x="410" y="845"/>
                </a:lnTo>
                <a:lnTo>
                  <a:pt x="409" y="845"/>
                </a:lnTo>
                <a:lnTo>
                  <a:pt x="409" y="844"/>
                </a:lnTo>
                <a:lnTo>
                  <a:pt x="408" y="844"/>
                </a:lnTo>
                <a:lnTo>
                  <a:pt x="408" y="843"/>
                </a:lnTo>
                <a:lnTo>
                  <a:pt x="409" y="843"/>
                </a:lnTo>
                <a:lnTo>
                  <a:pt x="409" y="842"/>
                </a:lnTo>
                <a:lnTo>
                  <a:pt x="408" y="842"/>
                </a:lnTo>
                <a:lnTo>
                  <a:pt x="407" y="842"/>
                </a:lnTo>
                <a:lnTo>
                  <a:pt x="406" y="842"/>
                </a:lnTo>
                <a:lnTo>
                  <a:pt x="406" y="841"/>
                </a:lnTo>
                <a:lnTo>
                  <a:pt x="406" y="840"/>
                </a:lnTo>
                <a:lnTo>
                  <a:pt x="406" y="839"/>
                </a:lnTo>
                <a:lnTo>
                  <a:pt x="407" y="839"/>
                </a:lnTo>
                <a:lnTo>
                  <a:pt x="407" y="838"/>
                </a:lnTo>
                <a:lnTo>
                  <a:pt x="407" y="837"/>
                </a:lnTo>
                <a:lnTo>
                  <a:pt x="408" y="837"/>
                </a:lnTo>
                <a:lnTo>
                  <a:pt x="408" y="836"/>
                </a:lnTo>
                <a:lnTo>
                  <a:pt x="408" y="835"/>
                </a:lnTo>
                <a:lnTo>
                  <a:pt x="408" y="834"/>
                </a:lnTo>
                <a:lnTo>
                  <a:pt x="407" y="834"/>
                </a:lnTo>
                <a:lnTo>
                  <a:pt x="407" y="832"/>
                </a:lnTo>
                <a:lnTo>
                  <a:pt x="407" y="831"/>
                </a:lnTo>
                <a:lnTo>
                  <a:pt x="406" y="831"/>
                </a:lnTo>
                <a:lnTo>
                  <a:pt x="406" y="830"/>
                </a:lnTo>
                <a:lnTo>
                  <a:pt x="407" y="830"/>
                </a:lnTo>
                <a:lnTo>
                  <a:pt x="408" y="830"/>
                </a:lnTo>
                <a:lnTo>
                  <a:pt x="407" y="830"/>
                </a:lnTo>
                <a:lnTo>
                  <a:pt x="407" y="829"/>
                </a:lnTo>
                <a:lnTo>
                  <a:pt x="407" y="830"/>
                </a:lnTo>
                <a:lnTo>
                  <a:pt x="406" y="830"/>
                </a:lnTo>
                <a:lnTo>
                  <a:pt x="406" y="829"/>
                </a:lnTo>
                <a:lnTo>
                  <a:pt x="406" y="828"/>
                </a:lnTo>
                <a:lnTo>
                  <a:pt x="406" y="829"/>
                </a:lnTo>
                <a:lnTo>
                  <a:pt x="407" y="829"/>
                </a:lnTo>
                <a:lnTo>
                  <a:pt x="407" y="828"/>
                </a:lnTo>
                <a:lnTo>
                  <a:pt x="407" y="827"/>
                </a:lnTo>
                <a:lnTo>
                  <a:pt x="406" y="827"/>
                </a:lnTo>
                <a:lnTo>
                  <a:pt x="405" y="827"/>
                </a:lnTo>
                <a:lnTo>
                  <a:pt x="405" y="826"/>
                </a:lnTo>
                <a:lnTo>
                  <a:pt x="406" y="826"/>
                </a:lnTo>
                <a:lnTo>
                  <a:pt x="407" y="826"/>
                </a:lnTo>
                <a:lnTo>
                  <a:pt x="406" y="825"/>
                </a:lnTo>
                <a:lnTo>
                  <a:pt x="406" y="824"/>
                </a:lnTo>
                <a:lnTo>
                  <a:pt x="405" y="824"/>
                </a:lnTo>
                <a:lnTo>
                  <a:pt x="405" y="825"/>
                </a:lnTo>
                <a:lnTo>
                  <a:pt x="404" y="825"/>
                </a:lnTo>
                <a:lnTo>
                  <a:pt x="403" y="826"/>
                </a:lnTo>
                <a:lnTo>
                  <a:pt x="403" y="825"/>
                </a:lnTo>
                <a:lnTo>
                  <a:pt x="402" y="825"/>
                </a:lnTo>
                <a:lnTo>
                  <a:pt x="401" y="824"/>
                </a:lnTo>
                <a:lnTo>
                  <a:pt x="400" y="824"/>
                </a:lnTo>
                <a:lnTo>
                  <a:pt x="399" y="824"/>
                </a:lnTo>
                <a:lnTo>
                  <a:pt x="398" y="825"/>
                </a:lnTo>
                <a:lnTo>
                  <a:pt x="398" y="826"/>
                </a:lnTo>
                <a:lnTo>
                  <a:pt x="397" y="826"/>
                </a:lnTo>
                <a:lnTo>
                  <a:pt x="396" y="827"/>
                </a:lnTo>
                <a:lnTo>
                  <a:pt x="394" y="827"/>
                </a:lnTo>
                <a:lnTo>
                  <a:pt x="393" y="827"/>
                </a:lnTo>
                <a:lnTo>
                  <a:pt x="393" y="828"/>
                </a:lnTo>
                <a:lnTo>
                  <a:pt x="392" y="828"/>
                </a:lnTo>
                <a:lnTo>
                  <a:pt x="391" y="828"/>
                </a:lnTo>
                <a:lnTo>
                  <a:pt x="390" y="828"/>
                </a:lnTo>
                <a:lnTo>
                  <a:pt x="390" y="829"/>
                </a:lnTo>
                <a:lnTo>
                  <a:pt x="389" y="829"/>
                </a:lnTo>
                <a:lnTo>
                  <a:pt x="388" y="829"/>
                </a:lnTo>
                <a:lnTo>
                  <a:pt x="387" y="829"/>
                </a:lnTo>
                <a:lnTo>
                  <a:pt x="387" y="828"/>
                </a:lnTo>
                <a:lnTo>
                  <a:pt x="387" y="827"/>
                </a:lnTo>
                <a:lnTo>
                  <a:pt x="386" y="827"/>
                </a:lnTo>
                <a:lnTo>
                  <a:pt x="385" y="827"/>
                </a:lnTo>
                <a:lnTo>
                  <a:pt x="384" y="827"/>
                </a:lnTo>
                <a:lnTo>
                  <a:pt x="384" y="828"/>
                </a:lnTo>
                <a:lnTo>
                  <a:pt x="383" y="828"/>
                </a:lnTo>
                <a:lnTo>
                  <a:pt x="382" y="827"/>
                </a:lnTo>
                <a:lnTo>
                  <a:pt x="381" y="827"/>
                </a:lnTo>
                <a:lnTo>
                  <a:pt x="381" y="828"/>
                </a:lnTo>
                <a:lnTo>
                  <a:pt x="382" y="829"/>
                </a:lnTo>
                <a:lnTo>
                  <a:pt x="382" y="830"/>
                </a:lnTo>
                <a:lnTo>
                  <a:pt x="382" y="831"/>
                </a:lnTo>
                <a:lnTo>
                  <a:pt x="381" y="831"/>
                </a:lnTo>
                <a:lnTo>
                  <a:pt x="381" y="833"/>
                </a:lnTo>
                <a:lnTo>
                  <a:pt x="380" y="834"/>
                </a:lnTo>
                <a:lnTo>
                  <a:pt x="379" y="835"/>
                </a:lnTo>
                <a:lnTo>
                  <a:pt x="377" y="837"/>
                </a:lnTo>
                <a:lnTo>
                  <a:pt x="376" y="837"/>
                </a:lnTo>
                <a:lnTo>
                  <a:pt x="375" y="837"/>
                </a:lnTo>
                <a:lnTo>
                  <a:pt x="374" y="837"/>
                </a:lnTo>
                <a:lnTo>
                  <a:pt x="374" y="836"/>
                </a:lnTo>
                <a:lnTo>
                  <a:pt x="373" y="835"/>
                </a:lnTo>
                <a:lnTo>
                  <a:pt x="373" y="834"/>
                </a:lnTo>
                <a:lnTo>
                  <a:pt x="372" y="834"/>
                </a:lnTo>
                <a:lnTo>
                  <a:pt x="371" y="834"/>
                </a:lnTo>
                <a:lnTo>
                  <a:pt x="371" y="835"/>
                </a:lnTo>
                <a:lnTo>
                  <a:pt x="372" y="835"/>
                </a:lnTo>
                <a:lnTo>
                  <a:pt x="372" y="836"/>
                </a:lnTo>
                <a:lnTo>
                  <a:pt x="371" y="836"/>
                </a:lnTo>
                <a:lnTo>
                  <a:pt x="370" y="836"/>
                </a:lnTo>
                <a:lnTo>
                  <a:pt x="370" y="835"/>
                </a:lnTo>
                <a:lnTo>
                  <a:pt x="369" y="835"/>
                </a:lnTo>
                <a:lnTo>
                  <a:pt x="368" y="835"/>
                </a:lnTo>
                <a:lnTo>
                  <a:pt x="367" y="834"/>
                </a:lnTo>
                <a:lnTo>
                  <a:pt x="366" y="834"/>
                </a:lnTo>
                <a:lnTo>
                  <a:pt x="364" y="835"/>
                </a:lnTo>
                <a:lnTo>
                  <a:pt x="363" y="835"/>
                </a:lnTo>
                <a:lnTo>
                  <a:pt x="362" y="836"/>
                </a:lnTo>
                <a:lnTo>
                  <a:pt x="361" y="836"/>
                </a:lnTo>
                <a:lnTo>
                  <a:pt x="360" y="836"/>
                </a:lnTo>
                <a:lnTo>
                  <a:pt x="359" y="836"/>
                </a:lnTo>
                <a:lnTo>
                  <a:pt x="358" y="836"/>
                </a:lnTo>
                <a:lnTo>
                  <a:pt x="357" y="835"/>
                </a:lnTo>
                <a:lnTo>
                  <a:pt x="356" y="835"/>
                </a:lnTo>
                <a:lnTo>
                  <a:pt x="355" y="836"/>
                </a:lnTo>
                <a:lnTo>
                  <a:pt x="354" y="837"/>
                </a:lnTo>
                <a:lnTo>
                  <a:pt x="353" y="837"/>
                </a:lnTo>
                <a:lnTo>
                  <a:pt x="353" y="838"/>
                </a:lnTo>
                <a:lnTo>
                  <a:pt x="352" y="838"/>
                </a:lnTo>
                <a:lnTo>
                  <a:pt x="351" y="838"/>
                </a:lnTo>
                <a:lnTo>
                  <a:pt x="350" y="838"/>
                </a:lnTo>
                <a:lnTo>
                  <a:pt x="349" y="838"/>
                </a:lnTo>
                <a:lnTo>
                  <a:pt x="349" y="837"/>
                </a:lnTo>
                <a:lnTo>
                  <a:pt x="349" y="836"/>
                </a:lnTo>
                <a:lnTo>
                  <a:pt x="350" y="836"/>
                </a:lnTo>
                <a:lnTo>
                  <a:pt x="351" y="836"/>
                </a:lnTo>
                <a:lnTo>
                  <a:pt x="351" y="835"/>
                </a:lnTo>
                <a:lnTo>
                  <a:pt x="352" y="835"/>
                </a:lnTo>
                <a:lnTo>
                  <a:pt x="352" y="834"/>
                </a:lnTo>
                <a:lnTo>
                  <a:pt x="351" y="834"/>
                </a:lnTo>
                <a:lnTo>
                  <a:pt x="350" y="834"/>
                </a:lnTo>
                <a:lnTo>
                  <a:pt x="349" y="834"/>
                </a:lnTo>
                <a:lnTo>
                  <a:pt x="348" y="834"/>
                </a:lnTo>
                <a:lnTo>
                  <a:pt x="348" y="833"/>
                </a:lnTo>
                <a:lnTo>
                  <a:pt x="347" y="832"/>
                </a:lnTo>
                <a:lnTo>
                  <a:pt x="347" y="830"/>
                </a:lnTo>
                <a:lnTo>
                  <a:pt x="346" y="830"/>
                </a:lnTo>
                <a:lnTo>
                  <a:pt x="346" y="829"/>
                </a:lnTo>
                <a:lnTo>
                  <a:pt x="346" y="827"/>
                </a:lnTo>
                <a:lnTo>
                  <a:pt x="344" y="827"/>
                </a:lnTo>
                <a:lnTo>
                  <a:pt x="343" y="827"/>
                </a:lnTo>
                <a:lnTo>
                  <a:pt x="342" y="827"/>
                </a:lnTo>
                <a:lnTo>
                  <a:pt x="341" y="826"/>
                </a:lnTo>
                <a:lnTo>
                  <a:pt x="339" y="826"/>
                </a:lnTo>
                <a:lnTo>
                  <a:pt x="338" y="826"/>
                </a:lnTo>
                <a:lnTo>
                  <a:pt x="338" y="825"/>
                </a:lnTo>
                <a:lnTo>
                  <a:pt x="338" y="824"/>
                </a:lnTo>
                <a:lnTo>
                  <a:pt x="338" y="823"/>
                </a:lnTo>
                <a:lnTo>
                  <a:pt x="337" y="822"/>
                </a:lnTo>
                <a:lnTo>
                  <a:pt x="336" y="822"/>
                </a:lnTo>
                <a:lnTo>
                  <a:pt x="335" y="822"/>
                </a:lnTo>
                <a:lnTo>
                  <a:pt x="335" y="824"/>
                </a:lnTo>
                <a:lnTo>
                  <a:pt x="334" y="825"/>
                </a:lnTo>
                <a:lnTo>
                  <a:pt x="334" y="826"/>
                </a:lnTo>
                <a:lnTo>
                  <a:pt x="333" y="826"/>
                </a:lnTo>
                <a:lnTo>
                  <a:pt x="333" y="827"/>
                </a:lnTo>
                <a:lnTo>
                  <a:pt x="333" y="828"/>
                </a:lnTo>
                <a:lnTo>
                  <a:pt x="333" y="829"/>
                </a:lnTo>
                <a:lnTo>
                  <a:pt x="333" y="830"/>
                </a:lnTo>
                <a:lnTo>
                  <a:pt x="334" y="830"/>
                </a:lnTo>
                <a:lnTo>
                  <a:pt x="334" y="832"/>
                </a:lnTo>
                <a:lnTo>
                  <a:pt x="333" y="832"/>
                </a:lnTo>
                <a:lnTo>
                  <a:pt x="332" y="832"/>
                </a:lnTo>
                <a:lnTo>
                  <a:pt x="331" y="832"/>
                </a:lnTo>
                <a:lnTo>
                  <a:pt x="330" y="831"/>
                </a:lnTo>
                <a:lnTo>
                  <a:pt x="329" y="831"/>
                </a:lnTo>
                <a:lnTo>
                  <a:pt x="329" y="830"/>
                </a:lnTo>
                <a:lnTo>
                  <a:pt x="328" y="830"/>
                </a:lnTo>
                <a:lnTo>
                  <a:pt x="328" y="831"/>
                </a:lnTo>
                <a:lnTo>
                  <a:pt x="327" y="831"/>
                </a:lnTo>
                <a:lnTo>
                  <a:pt x="326" y="832"/>
                </a:lnTo>
                <a:lnTo>
                  <a:pt x="325" y="832"/>
                </a:lnTo>
                <a:lnTo>
                  <a:pt x="324" y="833"/>
                </a:lnTo>
                <a:lnTo>
                  <a:pt x="324" y="832"/>
                </a:lnTo>
                <a:lnTo>
                  <a:pt x="323" y="832"/>
                </a:lnTo>
                <a:lnTo>
                  <a:pt x="323" y="831"/>
                </a:lnTo>
                <a:lnTo>
                  <a:pt x="323" y="830"/>
                </a:lnTo>
                <a:lnTo>
                  <a:pt x="324" y="829"/>
                </a:lnTo>
                <a:lnTo>
                  <a:pt x="323" y="829"/>
                </a:lnTo>
                <a:lnTo>
                  <a:pt x="322" y="829"/>
                </a:lnTo>
                <a:lnTo>
                  <a:pt x="321" y="829"/>
                </a:lnTo>
                <a:lnTo>
                  <a:pt x="321" y="830"/>
                </a:lnTo>
                <a:lnTo>
                  <a:pt x="320" y="831"/>
                </a:lnTo>
                <a:lnTo>
                  <a:pt x="320" y="832"/>
                </a:lnTo>
                <a:lnTo>
                  <a:pt x="319" y="832"/>
                </a:lnTo>
                <a:lnTo>
                  <a:pt x="318" y="832"/>
                </a:lnTo>
                <a:lnTo>
                  <a:pt x="317" y="831"/>
                </a:lnTo>
                <a:lnTo>
                  <a:pt x="316" y="831"/>
                </a:lnTo>
                <a:lnTo>
                  <a:pt x="315" y="831"/>
                </a:lnTo>
                <a:lnTo>
                  <a:pt x="314" y="831"/>
                </a:lnTo>
                <a:lnTo>
                  <a:pt x="314" y="832"/>
                </a:lnTo>
                <a:lnTo>
                  <a:pt x="313" y="832"/>
                </a:lnTo>
                <a:lnTo>
                  <a:pt x="312" y="832"/>
                </a:lnTo>
                <a:lnTo>
                  <a:pt x="312" y="833"/>
                </a:lnTo>
                <a:lnTo>
                  <a:pt x="310" y="833"/>
                </a:lnTo>
                <a:lnTo>
                  <a:pt x="309" y="832"/>
                </a:lnTo>
                <a:lnTo>
                  <a:pt x="308" y="832"/>
                </a:lnTo>
                <a:lnTo>
                  <a:pt x="308" y="831"/>
                </a:lnTo>
                <a:lnTo>
                  <a:pt x="307" y="831"/>
                </a:lnTo>
                <a:lnTo>
                  <a:pt x="306" y="831"/>
                </a:lnTo>
                <a:lnTo>
                  <a:pt x="305" y="831"/>
                </a:lnTo>
                <a:lnTo>
                  <a:pt x="305" y="832"/>
                </a:lnTo>
                <a:lnTo>
                  <a:pt x="306" y="832"/>
                </a:lnTo>
                <a:lnTo>
                  <a:pt x="306" y="833"/>
                </a:lnTo>
                <a:lnTo>
                  <a:pt x="306" y="834"/>
                </a:lnTo>
                <a:lnTo>
                  <a:pt x="305" y="834"/>
                </a:lnTo>
                <a:lnTo>
                  <a:pt x="304" y="834"/>
                </a:lnTo>
                <a:lnTo>
                  <a:pt x="304" y="835"/>
                </a:lnTo>
                <a:lnTo>
                  <a:pt x="303" y="835"/>
                </a:lnTo>
                <a:lnTo>
                  <a:pt x="302" y="835"/>
                </a:lnTo>
                <a:lnTo>
                  <a:pt x="301" y="835"/>
                </a:lnTo>
                <a:lnTo>
                  <a:pt x="301" y="834"/>
                </a:lnTo>
                <a:lnTo>
                  <a:pt x="300" y="834"/>
                </a:lnTo>
                <a:lnTo>
                  <a:pt x="299" y="834"/>
                </a:lnTo>
                <a:lnTo>
                  <a:pt x="299" y="833"/>
                </a:lnTo>
                <a:lnTo>
                  <a:pt x="298" y="833"/>
                </a:lnTo>
                <a:lnTo>
                  <a:pt x="298" y="832"/>
                </a:lnTo>
                <a:lnTo>
                  <a:pt x="297" y="832"/>
                </a:lnTo>
                <a:lnTo>
                  <a:pt x="297" y="831"/>
                </a:lnTo>
                <a:lnTo>
                  <a:pt x="296" y="830"/>
                </a:lnTo>
                <a:lnTo>
                  <a:pt x="295" y="830"/>
                </a:lnTo>
                <a:lnTo>
                  <a:pt x="294" y="830"/>
                </a:lnTo>
                <a:lnTo>
                  <a:pt x="293" y="831"/>
                </a:lnTo>
                <a:lnTo>
                  <a:pt x="292" y="831"/>
                </a:lnTo>
                <a:lnTo>
                  <a:pt x="291" y="831"/>
                </a:lnTo>
                <a:lnTo>
                  <a:pt x="291" y="832"/>
                </a:lnTo>
                <a:lnTo>
                  <a:pt x="290" y="832"/>
                </a:lnTo>
                <a:lnTo>
                  <a:pt x="289" y="832"/>
                </a:lnTo>
                <a:lnTo>
                  <a:pt x="288" y="832"/>
                </a:lnTo>
                <a:lnTo>
                  <a:pt x="288" y="831"/>
                </a:lnTo>
                <a:lnTo>
                  <a:pt x="287" y="831"/>
                </a:lnTo>
                <a:lnTo>
                  <a:pt x="287" y="830"/>
                </a:lnTo>
                <a:lnTo>
                  <a:pt x="287" y="829"/>
                </a:lnTo>
                <a:lnTo>
                  <a:pt x="286" y="829"/>
                </a:lnTo>
                <a:lnTo>
                  <a:pt x="286" y="828"/>
                </a:lnTo>
                <a:lnTo>
                  <a:pt x="285" y="828"/>
                </a:lnTo>
                <a:lnTo>
                  <a:pt x="285" y="827"/>
                </a:lnTo>
                <a:lnTo>
                  <a:pt x="285" y="826"/>
                </a:lnTo>
                <a:lnTo>
                  <a:pt x="286" y="826"/>
                </a:lnTo>
                <a:lnTo>
                  <a:pt x="286" y="825"/>
                </a:lnTo>
                <a:lnTo>
                  <a:pt x="286" y="824"/>
                </a:lnTo>
                <a:lnTo>
                  <a:pt x="286" y="823"/>
                </a:lnTo>
                <a:lnTo>
                  <a:pt x="286" y="822"/>
                </a:lnTo>
                <a:lnTo>
                  <a:pt x="285" y="821"/>
                </a:lnTo>
                <a:lnTo>
                  <a:pt x="284" y="821"/>
                </a:lnTo>
                <a:lnTo>
                  <a:pt x="283" y="821"/>
                </a:lnTo>
                <a:lnTo>
                  <a:pt x="282" y="822"/>
                </a:lnTo>
                <a:lnTo>
                  <a:pt x="281" y="822"/>
                </a:lnTo>
                <a:lnTo>
                  <a:pt x="280" y="822"/>
                </a:lnTo>
                <a:lnTo>
                  <a:pt x="279" y="822"/>
                </a:lnTo>
                <a:lnTo>
                  <a:pt x="278" y="821"/>
                </a:lnTo>
                <a:lnTo>
                  <a:pt x="277" y="821"/>
                </a:lnTo>
                <a:lnTo>
                  <a:pt x="277" y="820"/>
                </a:lnTo>
                <a:lnTo>
                  <a:pt x="277" y="819"/>
                </a:lnTo>
                <a:lnTo>
                  <a:pt x="277" y="818"/>
                </a:lnTo>
                <a:lnTo>
                  <a:pt x="278" y="818"/>
                </a:lnTo>
                <a:lnTo>
                  <a:pt x="278" y="817"/>
                </a:lnTo>
                <a:lnTo>
                  <a:pt x="277" y="817"/>
                </a:lnTo>
                <a:lnTo>
                  <a:pt x="276" y="817"/>
                </a:lnTo>
                <a:lnTo>
                  <a:pt x="275" y="817"/>
                </a:lnTo>
                <a:lnTo>
                  <a:pt x="274" y="817"/>
                </a:lnTo>
                <a:lnTo>
                  <a:pt x="274" y="816"/>
                </a:lnTo>
                <a:lnTo>
                  <a:pt x="273" y="816"/>
                </a:lnTo>
                <a:lnTo>
                  <a:pt x="273" y="815"/>
                </a:lnTo>
                <a:lnTo>
                  <a:pt x="274" y="814"/>
                </a:lnTo>
                <a:lnTo>
                  <a:pt x="275" y="814"/>
                </a:lnTo>
                <a:lnTo>
                  <a:pt x="275" y="813"/>
                </a:lnTo>
                <a:lnTo>
                  <a:pt x="274" y="812"/>
                </a:lnTo>
                <a:lnTo>
                  <a:pt x="273" y="812"/>
                </a:lnTo>
                <a:lnTo>
                  <a:pt x="273" y="813"/>
                </a:lnTo>
                <a:lnTo>
                  <a:pt x="272" y="813"/>
                </a:lnTo>
                <a:lnTo>
                  <a:pt x="271" y="814"/>
                </a:lnTo>
                <a:lnTo>
                  <a:pt x="270" y="814"/>
                </a:lnTo>
                <a:lnTo>
                  <a:pt x="269" y="814"/>
                </a:lnTo>
                <a:lnTo>
                  <a:pt x="268" y="814"/>
                </a:lnTo>
                <a:lnTo>
                  <a:pt x="267" y="814"/>
                </a:lnTo>
                <a:lnTo>
                  <a:pt x="266" y="814"/>
                </a:lnTo>
                <a:lnTo>
                  <a:pt x="266" y="813"/>
                </a:lnTo>
                <a:lnTo>
                  <a:pt x="266" y="812"/>
                </a:lnTo>
                <a:lnTo>
                  <a:pt x="266" y="811"/>
                </a:lnTo>
                <a:lnTo>
                  <a:pt x="267" y="810"/>
                </a:lnTo>
                <a:lnTo>
                  <a:pt x="267" y="809"/>
                </a:lnTo>
                <a:lnTo>
                  <a:pt x="266" y="809"/>
                </a:lnTo>
                <a:lnTo>
                  <a:pt x="264" y="809"/>
                </a:lnTo>
                <a:lnTo>
                  <a:pt x="265" y="808"/>
                </a:lnTo>
                <a:lnTo>
                  <a:pt x="266" y="808"/>
                </a:lnTo>
                <a:lnTo>
                  <a:pt x="266" y="807"/>
                </a:lnTo>
                <a:lnTo>
                  <a:pt x="265" y="806"/>
                </a:lnTo>
                <a:lnTo>
                  <a:pt x="264" y="806"/>
                </a:lnTo>
                <a:lnTo>
                  <a:pt x="263" y="806"/>
                </a:lnTo>
                <a:lnTo>
                  <a:pt x="262" y="806"/>
                </a:lnTo>
                <a:lnTo>
                  <a:pt x="262" y="805"/>
                </a:lnTo>
                <a:lnTo>
                  <a:pt x="262" y="804"/>
                </a:lnTo>
                <a:lnTo>
                  <a:pt x="262" y="803"/>
                </a:lnTo>
                <a:lnTo>
                  <a:pt x="261" y="803"/>
                </a:lnTo>
                <a:lnTo>
                  <a:pt x="261" y="802"/>
                </a:lnTo>
                <a:lnTo>
                  <a:pt x="260" y="802"/>
                </a:lnTo>
                <a:lnTo>
                  <a:pt x="260" y="801"/>
                </a:lnTo>
                <a:lnTo>
                  <a:pt x="259" y="801"/>
                </a:lnTo>
                <a:lnTo>
                  <a:pt x="258" y="800"/>
                </a:lnTo>
                <a:lnTo>
                  <a:pt x="257" y="800"/>
                </a:lnTo>
                <a:lnTo>
                  <a:pt x="256" y="800"/>
                </a:lnTo>
                <a:lnTo>
                  <a:pt x="255" y="801"/>
                </a:lnTo>
                <a:lnTo>
                  <a:pt x="255" y="800"/>
                </a:lnTo>
                <a:lnTo>
                  <a:pt x="254" y="800"/>
                </a:lnTo>
                <a:lnTo>
                  <a:pt x="254" y="799"/>
                </a:lnTo>
                <a:lnTo>
                  <a:pt x="253" y="799"/>
                </a:lnTo>
                <a:lnTo>
                  <a:pt x="253" y="798"/>
                </a:lnTo>
                <a:lnTo>
                  <a:pt x="254" y="797"/>
                </a:lnTo>
                <a:lnTo>
                  <a:pt x="256" y="797"/>
                </a:lnTo>
                <a:lnTo>
                  <a:pt x="257" y="796"/>
                </a:lnTo>
                <a:lnTo>
                  <a:pt x="258" y="796"/>
                </a:lnTo>
                <a:lnTo>
                  <a:pt x="259" y="796"/>
                </a:lnTo>
                <a:lnTo>
                  <a:pt x="259" y="795"/>
                </a:lnTo>
                <a:lnTo>
                  <a:pt x="258" y="795"/>
                </a:lnTo>
                <a:lnTo>
                  <a:pt x="258" y="794"/>
                </a:lnTo>
                <a:lnTo>
                  <a:pt x="257" y="794"/>
                </a:lnTo>
                <a:lnTo>
                  <a:pt x="257" y="793"/>
                </a:lnTo>
                <a:lnTo>
                  <a:pt x="256" y="793"/>
                </a:lnTo>
                <a:lnTo>
                  <a:pt x="256" y="792"/>
                </a:lnTo>
                <a:lnTo>
                  <a:pt x="256" y="791"/>
                </a:lnTo>
                <a:lnTo>
                  <a:pt x="257" y="791"/>
                </a:lnTo>
                <a:lnTo>
                  <a:pt x="258" y="791"/>
                </a:lnTo>
                <a:lnTo>
                  <a:pt x="259" y="791"/>
                </a:lnTo>
                <a:lnTo>
                  <a:pt x="260" y="791"/>
                </a:lnTo>
                <a:lnTo>
                  <a:pt x="260" y="790"/>
                </a:lnTo>
                <a:lnTo>
                  <a:pt x="259" y="790"/>
                </a:lnTo>
                <a:lnTo>
                  <a:pt x="259" y="789"/>
                </a:lnTo>
                <a:lnTo>
                  <a:pt x="259" y="788"/>
                </a:lnTo>
                <a:lnTo>
                  <a:pt x="259" y="787"/>
                </a:lnTo>
                <a:lnTo>
                  <a:pt x="259" y="786"/>
                </a:lnTo>
                <a:lnTo>
                  <a:pt x="258" y="786"/>
                </a:lnTo>
                <a:lnTo>
                  <a:pt x="257" y="786"/>
                </a:lnTo>
                <a:lnTo>
                  <a:pt x="256" y="785"/>
                </a:lnTo>
                <a:lnTo>
                  <a:pt x="255" y="785"/>
                </a:lnTo>
                <a:lnTo>
                  <a:pt x="254" y="785"/>
                </a:lnTo>
                <a:lnTo>
                  <a:pt x="253" y="785"/>
                </a:lnTo>
                <a:lnTo>
                  <a:pt x="253" y="784"/>
                </a:lnTo>
                <a:lnTo>
                  <a:pt x="252" y="784"/>
                </a:lnTo>
                <a:lnTo>
                  <a:pt x="252" y="783"/>
                </a:lnTo>
                <a:lnTo>
                  <a:pt x="251" y="783"/>
                </a:lnTo>
                <a:lnTo>
                  <a:pt x="251" y="782"/>
                </a:lnTo>
                <a:lnTo>
                  <a:pt x="250" y="782"/>
                </a:lnTo>
                <a:lnTo>
                  <a:pt x="250" y="781"/>
                </a:lnTo>
                <a:lnTo>
                  <a:pt x="250" y="780"/>
                </a:lnTo>
                <a:lnTo>
                  <a:pt x="250" y="779"/>
                </a:lnTo>
                <a:lnTo>
                  <a:pt x="250" y="778"/>
                </a:lnTo>
                <a:lnTo>
                  <a:pt x="251" y="777"/>
                </a:lnTo>
                <a:lnTo>
                  <a:pt x="252" y="777"/>
                </a:lnTo>
                <a:lnTo>
                  <a:pt x="253" y="777"/>
                </a:lnTo>
                <a:lnTo>
                  <a:pt x="254" y="777"/>
                </a:lnTo>
                <a:lnTo>
                  <a:pt x="255" y="776"/>
                </a:lnTo>
                <a:lnTo>
                  <a:pt x="255" y="775"/>
                </a:lnTo>
                <a:lnTo>
                  <a:pt x="254" y="775"/>
                </a:lnTo>
                <a:lnTo>
                  <a:pt x="253" y="775"/>
                </a:lnTo>
                <a:lnTo>
                  <a:pt x="253" y="774"/>
                </a:lnTo>
                <a:lnTo>
                  <a:pt x="252" y="774"/>
                </a:lnTo>
                <a:lnTo>
                  <a:pt x="252" y="773"/>
                </a:lnTo>
                <a:lnTo>
                  <a:pt x="253" y="773"/>
                </a:lnTo>
                <a:lnTo>
                  <a:pt x="254" y="773"/>
                </a:lnTo>
                <a:lnTo>
                  <a:pt x="255" y="773"/>
                </a:lnTo>
                <a:lnTo>
                  <a:pt x="256" y="773"/>
                </a:lnTo>
                <a:lnTo>
                  <a:pt x="257" y="773"/>
                </a:lnTo>
                <a:lnTo>
                  <a:pt x="257" y="772"/>
                </a:lnTo>
                <a:lnTo>
                  <a:pt x="257" y="771"/>
                </a:lnTo>
                <a:lnTo>
                  <a:pt x="256" y="770"/>
                </a:lnTo>
                <a:lnTo>
                  <a:pt x="255" y="769"/>
                </a:lnTo>
                <a:lnTo>
                  <a:pt x="254" y="769"/>
                </a:lnTo>
                <a:lnTo>
                  <a:pt x="253" y="768"/>
                </a:lnTo>
                <a:lnTo>
                  <a:pt x="254" y="768"/>
                </a:lnTo>
                <a:lnTo>
                  <a:pt x="254" y="767"/>
                </a:lnTo>
                <a:lnTo>
                  <a:pt x="255" y="767"/>
                </a:lnTo>
                <a:lnTo>
                  <a:pt x="255" y="766"/>
                </a:lnTo>
                <a:lnTo>
                  <a:pt x="254" y="765"/>
                </a:lnTo>
                <a:lnTo>
                  <a:pt x="253" y="765"/>
                </a:lnTo>
                <a:lnTo>
                  <a:pt x="252" y="765"/>
                </a:lnTo>
                <a:lnTo>
                  <a:pt x="252" y="764"/>
                </a:lnTo>
                <a:lnTo>
                  <a:pt x="253" y="764"/>
                </a:lnTo>
                <a:lnTo>
                  <a:pt x="254" y="764"/>
                </a:lnTo>
                <a:lnTo>
                  <a:pt x="254" y="763"/>
                </a:lnTo>
                <a:lnTo>
                  <a:pt x="255" y="763"/>
                </a:lnTo>
                <a:lnTo>
                  <a:pt x="255" y="762"/>
                </a:lnTo>
                <a:lnTo>
                  <a:pt x="254" y="762"/>
                </a:lnTo>
                <a:lnTo>
                  <a:pt x="253" y="761"/>
                </a:lnTo>
                <a:lnTo>
                  <a:pt x="252" y="761"/>
                </a:lnTo>
                <a:lnTo>
                  <a:pt x="252" y="760"/>
                </a:lnTo>
                <a:lnTo>
                  <a:pt x="253" y="760"/>
                </a:lnTo>
                <a:lnTo>
                  <a:pt x="253" y="759"/>
                </a:lnTo>
                <a:lnTo>
                  <a:pt x="254" y="759"/>
                </a:lnTo>
                <a:lnTo>
                  <a:pt x="254" y="758"/>
                </a:lnTo>
                <a:lnTo>
                  <a:pt x="253" y="758"/>
                </a:lnTo>
                <a:lnTo>
                  <a:pt x="252" y="758"/>
                </a:lnTo>
                <a:lnTo>
                  <a:pt x="251" y="758"/>
                </a:lnTo>
                <a:lnTo>
                  <a:pt x="251" y="757"/>
                </a:lnTo>
                <a:lnTo>
                  <a:pt x="251" y="756"/>
                </a:lnTo>
                <a:lnTo>
                  <a:pt x="250" y="755"/>
                </a:lnTo>
                <a:lnTo>
                  <a:pt x="249" y="755"/>
                </a:lnTo>
                <a:lnTo>
                  <a:pt x="249" y="754"/>
                </a:lnTo>
                <a:lnTo>
                  <a:pt x="249" y="753"/>
                </a:lnTo>
                <a:lnTo>
                  <a:pt x="250" y="753"/>
                </a:lnTo>
                <a:lnTo>
                  <a:pt x="251" y="753"/>
                </a:lnTo>
                <a:lnTo>
                  <a:pt x="251" y="752"/>
                </a:lnTo>
                <a:lnTo>
                  <a:pt x="252" y="752"/>
                </a:lnTo>
                <a:lnTo>
                  <a:pt x="251" y="752"/>
                </a:lnTo>
                <a:lnTo>
                  <a:pt x="251" y="751"/>
                </a:lnTo>
                <a:lnTo>
                  <a:pt x="250" y="750"/>
                </a:lnTo>
                <a:lnTo>
                  <a:pt x="249" y="750"/>
                </a:lnTo>
                <a:lnTo>
                  <a:pt x="249" y="749"/>
                </a:lnTo>
                <a:lnTo>
                  <a:pt x="249" y="748"/>
                </a:lnTo>
                <a:lnTo>
                  <a:pt x="250" y="748"/>
                </a:lnTo>
                <a:lnTo>
                  <a:pt x="250" y="747"/>
                </a:lnTo>
                <a:lnTo>
                  <a:pt x="250" y="746"/>
                </a:lnTo>
                <a:lnTo>
                  <a:pt x="250" y="745"/>
                </a:lnTo>
                <a:lnTo>
                  <a:pt x="249" y="745"/>
                </a:lnTo>
                <a:lnTo>
                  <a:pt x="247" y="745"/>
                </a:lnTo>
                <a:lnTo>
                  <a:pt x="247" y="746"/>
                </a:lnTo>
                <a:lnTo>
                  <a:pt x="247" y="747"/>
                </a:lnTo>
                <a:lnTo>
                  <a:pt x="247" y="748"/>
                </a:lnTo>
                <a:lnTo>
                  <a:pt x="246" y="748"/>
                </a:lnTo>
                <a:lnTo>
                  <a:pt x="246" y="749"/>
                </a:lnTo>
                <a:lnTo>
                  <a:pt x="245" y="748"/>
                </a:lnTo>
                <a:lnTo>
                  <a:pt x="244" y="748"/>
                </a:lnTo>
                <a:lnTo>
                  <a:pt x="244" y="747"/>
                </a:lnTo>
                <a:lnTo>
                  <a:pt x="245" y="747"/>
                </a:lnTo>
                <a:lnTo>
                  <a:pt x="245" y="746"/>
                </a:lnTo>
                <a:lnTo>
                  <a:pt x="245" y="745"/>
                </a:lnTo>
                <a:lnTo>
                  <a:pt x="244" y="745"/>
                </a:lnTo>
                <a:lnTo>
                  <a:pt x="245" y="745"/>
                </a:lnTo>
                <a:lnTo>
                  <a:pt x="245" y="744"/>
                </a:lnTo>
                <a:lnTo>
                  <a:pt x="244" y="744"/>
                </a:lnTo>
                <a:lnTo>
                  <a:pt x="243" y="744"/>
                </a:lnTo>
                <a:lnTo>
                  <a:pt x="242" y="744"/>
                </a:lnTo>
                <a:lnTo>
                  <a:pt x="241" y="744"/>
                </a:lnTo>
                <a:lnTo>
                  <a:pt x="240" y="744"/>
                </a:lnTo>
                <a:lnTo>
                  <a:pt x="239" y="744"/>
                </a:lnTo>
                <a:lnTo>
                  <a:pt x="238" y="745"/>
                </a:lnTo>
                <a:lnTo>
                  <a:pt x="237" y="746"/>
                </a:lnTo>
                <a:lnTo>
                  <a:pt x="236" y="746"/>
                </a:lnTo>
                <a:lnTo>
                  <a:pt x="236" y="747"/>
                </a:lnTo>
                <a:lnTo>
                  <a:pt x="235" y="747"/>
                </a:lnTo>
                <a:lnTo>
                  <a:pt x="234" y="747"/>
                </a:lnTo>
                <a:lnTo>
                  <a:pt x="234" y="748"/>
                </a:lnTo>
                <a:lnTo>
                  <a:pt x="233" y="748"/>
                </a:lnTo>
                <a:lnTo>
                  <a:pt x="232" y="748"/>
                </a:lnTo>
                <a:lnTo>
                  <a:pt x="231" y="748"/>
                </a:lnTo>
                <a:lnTo>
                  <a:pt x="230" y="748"/>
                </a:lnTo>
                <a:lnTo>
                  <a:pt x="229" y="748"/>
                </a:lnTo>
                <a:lnTo>
                  <a:pt x="228" y="749"/>
                </a:lnTo>
                <a:lnTo>
                  <a:pt x="227" y="749"/>
                </a:lnTo>
                <a:lnTo>
                  <a:pt x="226" y="748"/>
                </a:lnTo>
                <a:lnTo>
                  <a:pt x="226" y="749"/>
                </a:lnTo>
                <a:lnTo>
                  <a:pt x="225" y="749"/>
                </a:lnTo>
                <a:lnTo>
                  <a:pt x="224" y="749"/>
                </a:lnTo>
                <a:lnTo>
                  <a:pt x="224" y="748"/>
                </a:lnTo>
                <a:lnTo>
                  <a:pt x="223" y="749"/>
                </a:lnTo>
                <a:lnTo>
                  <a:pt x="222" y="749"/>
                </a:lnTo>
                <a:lnTo>
                  <a:pt x="220" y="749"/>
                </a:lnTo>
                <a:lnTo>
                  <a:pt x="219" y="749"/>
                </a:lnTo>
                <a:lnTo>
                  <a:pt x="218" y="749"/>
                </a:lnTo>
                <a:lnTo>
                  <a:pt x="217" y="749"/>
                </a:lnTo>
                <a:lnTo>
                  <a:pt x="217" y="750"/>
                </a:lnTo>
                <a:lnTo>
                  <a:pt x="217" y="751"/>
                </a:lnTo>
                <a:lnTo>
                  <a:pt x="216" y="751"/>
                </a:lnTo>
                <a:lnTo>
                  <a:pt x="215" y="751"/>
                </a:lnTo>
                <a:lnTo>
                  <a:pt x="214" y="752"/>
                </a:lnTo>
                <a:lnTo>
                  <a:pt x="214" y="751"/>
                </a:lnTo>
                <a:lnTo>
                  <a:pt x="213" y="751"/>
                </a:lnTo>
                <a:lnTo>
                  <a:pt x="212" y="751"/>
                </a:lnTo>
                <a:lnTo>
                  <a:pt x="211" y="751"/>
                </a:lnTo>
                <a:lnTo>
                  <a:pt x="211" y="750"/>
                </a:lnTo>
                <a:lnTo>
                  <a:pt x="211" y="749"/>
                </a:lnTo>
                <a:lnTo>
                  <a:pt x="210" y="749"/>
                </a:lnTo>
                <a:lnTo>
                  <a:pt x="209" y="749"/>
                </a:lnTo>
                <a:lnTo>
                  <a:pt x="208" y="748"/>
                </a:lnTo>
                <a:lnTo>
                  <a:pt x="207" y="749"/>
                </a:lnTo>
                <a:lnTo>
                  <a:pt x="206" y="749"/>
                </a:lnTo>
                <a:lnTo>
                  <a:pt x="206" y="750"/>
                </a:lnTo>
                <a:lnTo>
                  <a:pt x="205" y="750"/>
                </a:lnTo>
                <a:lnTo>
                  <a:pt x="204" y="751"/>
                </a:lnTo>
                <a:lnTo>
                  <a:pt x="205" y="751"/>
                </a:lnTo>
                <a:lnTo>
                  <a:pt x="204" y="751"/>
                </a:lnTo>
                <a:lnTo>
                  <a:pt x="203" y="750"/>
                </a:lnTo>
                <a:lnTo>
                  <a:pt x="202" y="750"/>
                </a:lnTo>
                <a:lnTo>
                  <a:pt x="201" y="750"/>
                </a:lnTo>
                <a:lnTo>
                  <a:pt x="200" y="750"/>
                </a:lnTo>
                <a:lnTo>
                  <a:pt x="199" y="750"/>
                </a:lnTo>
                <a:lnTo>
                  <a:pt x="198" y="750"/>
                </a:lnTo>
                <a:lnTo>
                  <a:pt x="198" y="751"/>
                </a:lnTo>
                <a:lnTo>
                  <a:pt x="197" y="752"/>
                </a:lnTo>
                <a:lnTo>
                  <a:pt x="196" y="752"/>
                </a:lnTo>
                <a:lnTo>
                  <a:pt x="195" y="751"/>
                </a:lnTo>
                <a:lnTo>
                  <a:pt x="195" y="750"/>
                </a:lnTo>
                <a:lnTo>
                  <a:pt x="194" y="750"/>
                </a:lnTo>
                <a:lnTo>
                  <a:pt x="193" y="750"/>
                </a:lnTo>
                <a:lnTo>
                  <a:pt x="193" y="749"/>
                </a:lnTo>
                <a:lnTo>
                  <a:pt x="192" y="749"/>
                </a:lnTo>
                <a:lnTo>
                  <a:pt x="191" y="749"/>
                </a:lnTo>
                <a:lnTo>
                  <a:pt x="190" y="749"/>
                </a:lnTo>
                <a:lnTo>
                  <a:pt x="189" y="749"/>
                </a:lnTo>
                <a:lnTo>
                  <a:pt x="188" y="749"/>
                </a:lnTo>
                <a:lnTo>
                  <a:pt x="188" y="748"/>
                </a:lnTo>
                <a:lnTo>
                  <a:pt x="187" y="748"/>
                </a:lnTo>
                <a:lnTo>
                  <a:pt x="186" y="748"/>
                </a:lnTo>
                <a:lnTo>
                  <a:pt x="186" y="747"/>
                </a:lnTo>
                <a:lnTo>
                  <a:pt x="185" y="747"/>
                </a:lnTo>
                <a:lnTo>
                  <a:pt x="184" y="747"/>
                </a:lnTo>
                <a:lnTo>
                  <a:pt x="183" y="747"/>
                </a:lnTo>
                <a:lnTo>
                  <a:pt x="182" y="748"/>
                </a:lnTo>
                <a:lnTo>
                  <a:pt x="179" y="750"/>
                </a:lnTo>
                <a:lnTo>
                  <a:pt x="178" y="750"/>
                </a:lnTo>
                <a:lnTo>
                  <a:pt x="179" y="749"/>
                </a:lnTo>
                <a:lnTo>
                  <a:pt x="176" y="744"/>
                </a:lnTo>
                <a:lnTo>
                  <a:pt x="175" y="743"/>
                </a:lnTo>
                <a:lnTo>
                  <a:pt x="172" y="740"/>
                </a:lnTo>
                <a:lnTo>
                  <a:pt x="164" y="730"/>
                </a:lnTo>
                <a:lnTo>
                  <a:pt x="164" y="729"/>
                </a:lnTo>
                <a:lnTo>
                  <a:pt x="164" y="728"/>
                </a:lnTo>
                <a:lnTo>
                  <a:pt x="164" y="721"/>
                </a:lnTo>
                <a:lnTo>
                  <a:pt x="164" y="720"/>
                </a:lnTo>
                <a:lnTo>
                  <a:pt x="164" y="719"/>
                </a:lnTo>
                <a:lnTo>
                  <a:pt x="163" y="717"/>
                </a:lnTo>
                <a:lnTo>
                  <a:pt x="163" y="716"/>
                </a:lnTo>
                <a:lnTo>
                  <a:pt x="164" y="716"/>
                </a:lnTo>
                <a:lnTo>
                  <a:pt x="165" y="716"/>
                </a:lnTo>
                <a:lnTo>
                  <a:pt x="168" y="716"/>
                </a:lnTo>
                <a:lnTo>
                  <a:pt x="168" y="715"/>
                </a:lnTo>
                <a:lnTo>
                  <a:pt x="168" y="714"/>
                </a:lnTo>
                <a:lnTo>
                  <a:pt x="168" y="713"/>
                </a:lnTo>
                <a:lnTo>
                  <a:pt x="167" y="713"/>
                </a:lnTo>
                <a:lnTo>
                  <a:pt x="167" y="712"/>
                </a:lnTo>
                <a:lnTo>
                  <a:pt x="169" y="711"/>
                </a:lnTo>
                <a:lnTo>
                  <a:pt x="170" y="711"/>
                </a:lnTo>
                <a:lnTo>
                  <a:pt x="170" y="712"/>
                </a:lnTo>
                <a:lnTo>
                  <a:pt x="170" y="713"/>
                </a:lnTo>
                <a:lnTo>
                  <a:pt x="171" y="714"/>
                </a:lnTo>
                <a:lnTo>
                  <a:pt x="172" y="714"/>
                </a:lnTo>
                <a:lnTo>
                  <a:pt x="172" y="713"/>
                </a:lnTo>
                <a:lnTo>
                  <a:pt x="173" y="713"/>
                </a:lnTo>
                <a:lnTo>
                  <a:pt x="174" y="713"/>
                </a:lnTo>
                <a:lnTo>
                  <a:pt x="175" y="713"/>
                </a:lnTo>
                <a:lnTo>
                  <a:pt x="176" y="713"/>
                </a:lnTo>
                <a:lnTo>
                  <a:pt x="177" y="712"/>
                </a:lnTo>
                <a:lnTo>
                  <a:pt x="179" y="712"/>
                </a:lnTo>
                <a:lnTo>
                  <a:pt x="180" y="713"/>
                </a:lnTo>
                <a:lnTo>
                  <a:pt x="181" y="714"/>
                </a:lnTo>
                <a:lnTo>
                  <a:pt x="182" y="714"/>
                </a:lnTo>
                <a:lnTo>
                  <a:pt x="182" y="715"/>
                </a:lnTo>
                <a:lnTo>
                  <a:pt x="182" y="714"/>
                </a:lnTo>
                <a:lnTo>
                  <a:pt x="182" y="715"/>
                </a:lnTo>
                <a:lnTo>
                  <a:pt x="183" y="714"/>
                </a:lnTo>
                <a:lnTo>
                  <a:pt x="184" y="715"/>
                </a:lnTo>
                <a:lnTo>
                  <a:pt x="184" y="714"/>
                </a:lnTo>
                <a:lnTo>
                  <a:pt x="185" y="714"/>
                </a:lnTo>
                <a:lnTo>
                  <a:pt x="185" y="713"/>
                </a:lnTo>
                <a:lnTo>
                  <a:pt x="186" y="713"/>
                </a:lnTo>
                <a:lnTo>
                  <a:pt x="186" y="712"/>
                </a:lnTo>
                <a:lnTo>
                  <a:pt x="188" y="712"/>
                </a:lnTo>
                <a:lnTo>
                  <a:pt x="188" y="711"/>
                </a:lnTo>
                <a:lnTo>
                  <a:pt x="188" y="710"/>
                </a:lnTo>
                <a:lnTo>
                  <a:pt x="188" y="709"/>
                </a:lnTo>
                <a:lnTo>
                  <a:pt x="188" y="708"/>
                </a:lnTo>
                <a:lnTo>
                  <a:pt x="188" y="707"/>
                </a:lnTo>
                <a:lnTo>
                  <a:pt x="190" y="707"/>
                </a:lnTo>
                <a:lnTo>
                  <a:pt x="191" y="707"/>
                </a:lnTo>
                <a:lnTo>
                  <a:pt x="192" y="707"/>
                </a:lnTo>
                <a:lnTo>
                  <a:pt x="193" y="707"/>
                </a:lnTo>
                <a:lnTo>
                  <a:pt x="193" y="706"/>
                </a:lnTo>
                <a:lnTo>
                  <a:pt x="194" y="706"/>
                </a:lnTo>
                <a:lnTo>
                  <a:pt x="195" y="706"/>
                </a:lnTo>
                <a:lnTo>
                  <a:pt x="196" y="706"/>
                </a:lnTo>
                <a:lnTo>
                  <a:pt x="196" y="705"/>
                </a:lnTo>
                <a:lnTo>
                  <a:pt x="201" y="705"/>
                </a:lnTo>
                <a:lnTo>
                  <a:pt x="206" y="705"/>
                </a:lnTo>
                <a:lnTo>
                  <a:pt x="207" y="705"/>
                </a:lnTo>
                <a:lnTo>
                  <a:pt x="211" y="705"/>
                </a:lnTo>
                <a:lnTo>
                  <a:pt x="215" y="704"/>
                </a:lnTo>
                <a:lnTo>
                  <a:pt x="217" y="704"/>
                </a:lnTo>
                <a:lnTo>
                  <a:pt x="218" y="704"/>
                </a:lnTo>
                <a:lnTo>
                  <a:pt x="218" y="703"/>
                </a:lnTo>
                <a:lnTo>
                  <a:pt x="219" y="701"/>
                </a:lnTo>
                <a:lnTo>
                  <a:pt x="220" y="701"/>
                </a:lnTo>
                <a:lnTo>
                  <a:pt x="220" y="700"/>
                </a:lnTo>
                <a:lnTo>
                  <a:pt x="220" y="699"/>
                </a:lnTo>
                <a:lnTo>
                  <a:pt x="219" y="699"/>
                </a:lnTo>
                <a:lnTo>
                  <a:pt x="220" y="699"/>
                </a:lnTo>
                <a:lnTo>
                  <a:pt x="219" y="698"/>
                </a:lnTo>
                <a:lnTo>
                  <a:pt x="219" y="697"/>
                </a:lnTo>
                <a:lnTo>
                  <a:pt x="220" y="697"/>
                </a:lnTo>
                <a:lnTo>
                  <a:pt x="219" y="694"/>
                </a:lnTo>
                <a:lnTo>
                  <a:pt x="220" y="694"/>
                </a:lnTo>
                <a:lnTo>
                  <a:pt x="219" y="693"/>
                </a:lnTo>
                <a:lnTo>
                  <a:pt x="219" y="692"/>
                </a:lnTo>
                <a:lnTo>
                  <a:pt x="220" y="692"/>
                </a:lnTo>
                <a:lnTo>
                  <a:pt x="218" y="692"/>
                </a:lnTo>
                <a:lnTo>
                  <a:pt x="217" y="692"/>
                </a:lnTo>
                <a:lnTo>
                  <a:pt x="216" y="691"/>
                </a:lnTo>
                <a:lnTo>
                  <a:pt x="215" y="691"/>
                </a:lnTo>
                <a:lnTo>
                  <a:pt x="215" y="690"/>
                </a:lnTo>
                <a:lnTo>
                  <a:pt x="216" y="690"/>
                </a:lnTo>
                <a:lnTo>
                  <a:pt x="217" y="690"/>
                </a:lnTo>
                <a:lnTo>
                  <a:pt x="218" y="689"/>
                </a:lnTo>
                <a:lnTo>
                  <a:pt x="219" y="689"/>
                </a:lnTo>
                <a:lnTo>
                  <a:pt x="219" y="688"/>
                </a:lnTo>
                <a:lnTo>
                  <a:pt x="218" y="687"/>
                </a:lnTo>
                <a:lnTo>
                  <a:pt x="217" y="687"/>
                </a:lnTo>
                <a:lnTo>
                  <a:pt x="217" y="686"/>
                </a:lnTo>
                <a:lnTo>
                  <a:pt x="217" y="685"/>
                </a:lnTo>
                <a:lnTo>
                  <a:pt x="218" y="685"/>
                </a:lnTo>
                <a:lnTo>
                  <a:pt x="218" y="684"/>
                </a:lnTo>
                <a:lnTo>
                  <a:pt x="217" y="684"/>
                </a:lnTo>
                <a:lnTo>
                  <a:pt x="216" y="684"/>
                </a:lnTo>
                <a:lnTo>
                  <a:pt x="216" y="683"/>
                </a:lnTo>
                <a:lnTo>
                  <a:pt x="215" y="683"/>
                </a:lnTo>
                <a:lnTo>
                  <a:pt x="215" y="684"/>
                </a:lnTo>
                <a:lnTo>
                  <a:pt x="215" y="685"/>
                </a:lnTo>
                <a:lnTo>
                  <a:pt x="215" y="686"/>
                </a:lnTo>
                <a:lnTo>
                  <a:pt x="214" y="686"/>
                </a:lnTo>
                <a:lnTo>
                  <a:pt x="214" y="687"/>
                </a:lnTo>
                <a:lnTo>
                  <a:pt x="215" y="687"/>
                </a:lnTo>
                <a:lnTo>
                  <a:pt x="215" y="688"/>
                </a:lnTo>
                <a:lnTo>
                  <a:pt x="215" y="689"/>
                </a:lnTo>
                <a:lnTo>
                  <a:pt x="215" y="690"/>
                </a:lnTo>
                <a:lnTo>
                  <a:pt x="214" y="690"/>
                </a:lnTo>
                <a:lnTo>
                  <a:pt x="213" y="690"/>
                </a:lnTo>
                <a:lnTo>
                  <a:pt x="212" y="690"/>
                </a:lnTo>
                <a:lnTo>
                  <a:pt x="211" y="690"/>
                </a:lnTo>
                <a:lnTo>
                  <a:pt x="210" y="690"/>
                </a:lnTo>
                <a:lnTo>
                  <a:pt x="209" y="690"/>
                </a:lnTo>
                <a:lnTo>
                  <a:pt x="208" y="690"/>
                </a:lnTo>
                <a:lnTo>
                  <a:pt x="207" y="689"/>
                </a:lnTo>
                <a:lnTo>
                  <a:pt x="207" y="687"/>
                </a:lnTo>
                <a:lnTo>
                  <a:pt x="207" y="686"/>
                </a:lnTo>
                <a:lnTo>
                  <a:pt x="208" y="686"/>
                </a:lnTo>
                <a:lnTo>
                  <a:pt x="208" y="685"/>
                </a:lnTo>
                <a:lnTo>
                  <a:pt x="208" y="684"/>
                </a:lnTo>
                <a:lnTo>
                  <a:pt x="209" y="683"/>
                </a:lnTo>
                <a:lnTo>
                  <a:pt x="209" y="682"/>
                </a:lnTo>
                <a:lnTo>
                  <a:pt x="209" y="681"/>
                </a:lnTo>
                <a:lnTo>
                  <a:pt x="210" y="681"/>
                </a:lnTo>
                <a:lnTo>
                  <a:pt x="210" y="680"/>
                </a:lnTo>
                <a:lnTo>
                  <a:pt x="210" y="679"/>
                </a:lnTo>
                <a:lnTo>
                  <a:pt x="211" y="679"/>
                </a:lnTo>
                <a:lnTo>
                  <a:pt x="211" y="678"/>
                </a:lnTo>
                <a:lnTo>
                  <a:pt x="211" y="677"/>
                </a:lnTo>
                <a:lnTo>
                  <a:pt x="210" y="677"/>
                </a:lnTo>
                <a:lnTo>
                  <a:pt x="208" y="677"/>
                </a:lnTo>
                <a:lnTo>
                  <a:pt x="207" y="677"/>
                </a:lnTo>
                <a:lnTo>
                  <a:pt x="206" y="677"/>
                </a:lnTo>
                <a:lnTo>
                  <a:pt x="205" y="677"/>
                </a:lnTo>
                <a:lnTo>
                  <a:pt x="205" y="678"/>
                </a:lnTo>
                <a:lnTo>
                  <a:pt x="204" y="678"/>
                </a:lnTo>
                <a:lnTo>
                  <a:pt x="203" y="679"/>
                </a:lnTo>
                <a:lnTo>
                  <a:pt x="202" y="679"/>
                </a:lnTo>
                <a:lnTo>
                  <a:pt x="201" y="679"/>
                </a:lnTo>
                <a:lnTo>
                  <a:pt x="200" y="679"/>
                </a:lnTo>
                <a:lnTo>
                  <a:pt x="199" y="679"/>
                </a:lnTo>
                <a:lnTo>
                  <a:pt x="198" y="679"/>
                </a:lnTo>
                <a:lnTo>
                  <a:pt x="198" y="678"/>
                </a:lnTo>
                <a:lnTo>
                  <a:pt x="198" y="677"/>
                </a:lnTo>
                <a:lnTo>
                  <a:pt x="197" y="677"/>
                </a:lnTo>
                <a:lnTo>
                  <a:pt x="196" y="676"/>
                </a:lnTo>
                <a:lnTo>
                  <a:pt x="195" y="675"/>
                </a:lnTo>
                <a:lnTo>
                  <a:pt x="194" y="674"/>
                </a:lnTo>
                <a:lnTo>
                  <a:pt x="193" y="674"/>
                </a:lnTo>
                <a:lnTo>
                  <a:pt x="192" y="673"/>
                </a:lnTo>
                <a:lnTo>
                  <a:pt x="191" y="673"/>
                </a:lnTo>
                <a:lnTo>
                  <a:pt x="190" y="673"/>
                </a:lnTo>
                <a:lnTo>
                  <a:pt x="190" y="674"/>
                </a:lnTo>
                <a:lnTo>
                  <a:pt x="190" y="675"/>
                </a:lnTo>
                <a:lnTo>
                  <a:pt x="190" y="676"/>
                </a:lnTo>
                <a:lnTo>
                  <a:pt x="193" y="676"/>
                </a:lnTo>
                <a:lnTo>
                  <a:pt x="194" y="676"/>
                </a:lnTo>
                <a:lnTo>
                  <a:pt x="196" y="676"/>
                </a:lnTo>
                <a:lnTo>
                  <a:pt x="197" y="677"/>
                </a:lnTo>
                <a:lnTo>
                  <a:pt x="198" y="677"/>
                </a:lnTo>
                <a:lnTo>
                  <a:pt x="198" y="678"/>
                </a:lnTo>
                <a:lnTo>
                  <a:pt x="198" y="679"/>
                </a:lnTo>
                <a:lnTo>
                  <a:pt x="200" y="679"/>
                </a:lnTo>
                <a:lnTo>
                  <a:pt x="199" y="681"/>
                </a:lnTo>
                <a:lnTo>
                  <a:pt x="200" y="681"/>
                </a:lnTo>
                <a:lnTo>
                  <a:pt x="200" y="682"/>
                </a:lnTo>
                <a:lnTo>
                  <a:pt x="199" y="684"/>
                </a:lnTo>
                <a:lnTo>
                  <a:pt x="197" y="689"/>
                </a:lnTo>
                <a:lnTo>
                  <a:pt x="196" y="689"/>
                </a:lnTo>
                <a:lnTo>
                  <a:pt x="195" y="689"/>
                </a:lnTo>
                <a:lnTo>
                  <a:pt x="195" y="690"/>
                </a:lnTo>
                <a:lnTo>
                  <a:pt x="194" y="690"/>
                </a:lnTo>
                <a:lnTo>
                  <a:pt x="193" y="690"/>
                </a:lnTo>
                <a:lnTo>
                  <a:pt x="193" y="689"/>
                </a:lnTo>
                <a:lnTo>
                  <a:pt x="193" y="688"/>
                </a:lnTo>
                <a:lnTo>
                  <a:pt x="192" y="688"/>
                </a:lnTo>
                <a:lnTo>
                  <a:pt x="192" y="687"/>
                </a:lnTo>
                <a:lnTo>
                  <a:pt x="191" y="687"/>
                </a:lnTo>
                <a:lnTo>
                  <a:pt x="190" y="686"/>
                </a:lnTo>
                <a:lnTo>
                  <a:pt x="189" y="687"/>
                </a:lnTo>
                <a:lnTo>
                  <a:pt x="188" y="687"/>
                </a:lnTo>
                <a:lnTo>
                  <a:pt x="187" y="687"/>
                </a:lnTo>
                <a:lnTo>
                  <a:pt x="186" y="687"/>
                </a:lnTo>
                <a:lnTo>
                  <a:pt x="185" y="687"/>
                </a:lnTo>
                <a:lnTo>
                  <a:pt x="184" y="687"/>
                </a:lnTo>
                <a:lnTo>
                  <a:pt x="184" y="686"/>
                </a:lnTo>
                <a:lnTo>
                  <a:pt x="184" y="687"/>
                </a:lnTo>
                <a:lnTo>
                  <a:pt x="183" y="687"/>
                </a:lnTo>
                <a:lnTo>
                  <a:pt x="183" y="688"/>
                </a:lnTo>
                <a:lnTo>
                  <a:pt x="183" y="689"/>
                </a:lnTo>
                <a:lnTo>
                  <a:pt x="183" y="690"/>
                </a:lnTo>
                <a:lnTo>
                  <a:pt x="183" y="691"/>
                </a:lnTo>
                <a:lnTo>
                  <a:pt x="182" y="691"/>
                </a:lnTo>
                <a:lnTo>
                  <a:pt x="182" y="692"/>
                </a:lnTo>
                <a:lnTo>
                  <a:pt x="181" y="693"/>
                </a:lnTo>
                <a:lnTo>
                  <a:pt x="180" y="693"/>
                </a:lnTo>
                <a:lnTo>
                  <a:pt x="180" y="694"/>
                </a:lnTo>
                <a:lnTo>
                  <a:pt x="180" y="695"/>
                </a:lnTo>
                <a:lnTo>
                  <a:pt x="179" y="696"/>
                </a:lnTo>
                <a:lnTo>
                  <a:pt x="180" y="696"/>
                </a:lnTo>
                <a:lnTo>
                  <a:pt x="179" y="696"/>
                </a:lnTo>
                <a:lnTo>
                  <a:pt x="179" y="697"/>
                </a:lnTo>
                <a:lnTo>
                  <a:pt x="179" y="698"/>
                </a:lnTo>
                <a:lnTo>
                  <a:pt x="178" y="698"/>
                </a:lnTo>
                <a:lnTo>
                  <a:pt x="177" y="699"/>
                </a:lnTo>
                <a:lnTo>
                  <a:pt x="176" y="699"/>
                </a:lnTo>
                <a:lnTo>
                  <a:pt x="175" y="699"/>
                </a:lnTo>
                <a:lnTo>
                  <a:pt x="174" y="700"/>
                </a:lnTo>
                <a:lnTo>
                  <a:pt x="173" y="700"/>
                </a:lnTo>
                <a:lnTo>
                  <a:pt x="172" y="700"/>
                </a:lnTo>
                <a:lnTo>
                  <a:pt x="172" y="699"/>
                </a:lnTo>
                <a:lnTo>
                  <a:pt x="171" y="699"/>
                </a:lnTo>
                <a:lnTo>
                  <a:pt x="170" y="699"/>
                </a:lnTo>
                <a:lnTo>
                  <a:pt x="169" y="699"/>
                </a:lnTo>
                <a:lnTo>
                  <a:pt x="169" y="700"/>
                </a:lnTo>
                <a:lnTo>
                  <a:pt x="169" y="699"/>
                </a:lnTo>
                <a:lnTo>
                  <a:pt x="168" y="699"/>
                </a:lnTo>
                <a:lnTo>
                  <a:pt x="168" y="700"/>
                </a:lnTo>
                <a:lnTo>
                  <a:pt x="167" y="700"/>
                </a:lnTo>
                <a:lnTo>
                  <a:pt x="166" y="701"/>
                </a:lnTo>
                <a:lnTo>
                  <a:pt x="165" y="701"/>
                </a:lnTo>
                <a:lnTo>
                  <a:pt x="164" y="701"/>
                </a:lnTo>
                <a:lnTo>
                  <a:pt x="164" y="700"/>
                </a:lnTo>
                <a:lnTo>
                  <a:pt x="163" y="699"/>
                </a:lnTo>
                <a:lnTo>
                  <a:pt x="163" y="698"/>
                </a:lnTo>
                <a:lnTo>
                  <a:pt x="163" y="697"/>
                </a:lnTo>
                <a:lnTo>
                  <a:pt x="162" y="697"/>
                </a:lnTo>
                <a:lnTo>
                  <a:pt x="161" y="696"/>
                </a:lnTo>
                <a:lnTo>
                  <a:pt x="160" y="696"/>
                </a:lnTo>
                <a:lnTo>
                  <a:pt x="159" y="696"/>
                </a:lnTo>
                <a:lnTo>
                  <a:pt x="159" y="695"/>
                </a:lnTo>
                <a:lnTo>
                  <a:pt x="158" y="695"/>
                </a:lnTo>
                <a:lnTo>
                  <a:pt x="158" y="694"/>
                </a:lnTo>
                <a:lnTo>
                  <a:pt x="157" y="694"/>
                </a:lnTo>
                <a:lnTo>
                  <a:pt x="157" y="695"/>
                </a:lnTo>
                <a:lnTo>
                  <a:pt x="156" y="695"/>
                </a:lnTo>
                <a:lnTo>
                  <a:pt x="156" y="694"/>
                </a:lnTo>
                <a:lnTo>
                  <a:pt x="157" y="694"/>
                </a:lnTo>
                <a:lnTo>
                  <a:pt x="156" y="693"/>
                </a:lnTo>
                <a:lnTo>
                  <a:pt x="155" y="692"/>
                </a:lnTo>
                <a:lnTo>
                  <a:pt x="155" y="691"/>
                </a:lnTo>
                <a:lnTo>
                  <a:pt x="154" y="691"/>
                </a:lnTo>
                <a:lnTo>
                  <a:pt x="154" y="690"/>
                </a:lnTo>
                <a:lnTo>
                  <a:pt x="154" y="689"/>
                </a:lnTo>
                <a:lnTo>
                  <a:pt x="154" y="688"/>
                </a:lnTo>
                <a:lnTo>
                  <a:pt x="154" y="687"/>
                </a:lnTo>
                <a:lnTo>
                  <a:pt x="154" y="686"/>
                </a:lnTo>
                <a:lnTo>
                  <a:pt x="153" y="685"/>
                </a:lnTo>
                <a:lnTo>
                  <a:pt x="153" y="684"/>
                </a:lnTo>
                <a:lnTo>
                  <a:pt x="152" y="684"/>
                </a:lnTo>
                <a:lnTo>
                  <a:pt x="152" y="683"/>
                </a:lnTo>
                <a:lnTo>
                  <a:pt x="153" y="683"/>
                </a:lnTo>
                <a:lnTo>
                  <a:pt x="154" y="682"/>
                </a:lnTo>
                <a:lnTo>
                  <a:pt x="154" y="681"/>
                </a:lnTo>
                <a:lnTo>
                  <a:pt x="154" y="680"/>
                </a:lnTo>
                <a:lnTo>
                  <a:pt x="154" y="679"/>
                </a:lnTo>
                <a:lnTo>
                  <a:pt x="154" y="678"/>
                </a:lnTo>
                <a:lnTo>
                  <a:pt x="154" y="677"/>
                </a:lnTo>
                <a:lnTo>
                  <a:pt x="153" y="677"/>
                </a:lnTo>
                <a:lnTo>
                  <a:pt x="152" y="677"/>
                </a:lnTo>
                <a:lnTo>
                  <a:pt x="153" y="677"/>
                </a:lnTo>
                <a:lnTo>
                  <a:pt x="152" y="677"/>
                </a:lnTo>
                <a:lnTo>
                  <a:pt x="151" y="677"/>
                </a:lnTo>
                <a:lnTo>
                  <a:pt x="151" y="678"/>
                </a:lnTo>
                <a:lnTo>
                  <a:pt x="150" y="678"/>
                </a:lnTo>
                <a:lnTo>
                  <a:pt x="149" y="679"/>
                </a:lnTo>
                <a:lnTo>
                  <a:pt x="148" y="679"/>
                </a:lnTo>
                <a:lnTo>
                  <a:pt x="147" y="679"/>
                </a:lnTo>
                <a:lnTo>
                  <a:pt x="146" y="679"/>
                </a:lnTo>
                <a:lnTo>
                  <a:pt x="145" y="679"/>
                </a:lnTo>
                <a:lnTo>
                  <a:pt x="145" y="678"/>
                </a:lnTo>
                <a:lnTo>
                  <a:pt x="144" y="678"/>
                </a:lnTo>
                <a:lnTo>
                  <a:pt x="145" y="677"/>
                </a:lnTo>
                <a:lnTo>
                  <a:pt x="144" y="676"/>
                </a:lnTo>
                <a:lnTo>
                  <a:pt x="143" y="676"/>
                </a:lnTo>
                <a:lnTo>
                  <a:pt x="143" y="675"/>
                </a:lnTo>
                <a:lnTo>
                  <a:pt x="143" y="674"/>
                </a:lnTo>
                <a:lnTo>
                  <a:pt x="143" y="673"/>
                </a:lnTo>
                <a:lnTo>
                  <a:pt x="143" y="672"/>
                </a:lnTo>
                <a:lnTo>
                  <a:pt x="145" y="671"/>
                </a:lnTo>
                <a:lnTo>
                  <a:pt x="145" y="670"/>
                </a:lnTo>
                <a:lnTo>
                  <a:pt x="146" y="669"/>
                </a:lnTo>
                <a:lnTo>
                  <a:pt x="147" y="669"/>
                </a:lnTo>
                <a:lnTo>
                  <a:pt x="148" y="668"/>
                </a:lnTo>
                <a:lnTo>
                  <a:pt x="149" y="668"/>
                </a:lnTo>
                <a:lnTo>
                  <a:pt x="149" y="667"/>
                </a:lnTo>
                <a:lnTo>
                  <a:pt x="150" y="667"/>
                </a:lnTo>
                <a:lnTo>
                  <a:pt x="150" y="666"/>
                </a:lnTo>
                <a:lnTo>
                  <a:pt x="150" y="665"/>
                </a:lnTo>
                <a:lnTo>
                  <a:pt x="149" y="665"/>
                </a:lnTo>
                <a:lnTo>
                  <a:pt x="148" y="666"/>
                </a:lnTo>
                <a:lnTo>
                  <a:pt x="147" y="665"/>
                </a:lnTo>
                <a:lnTo>
                  <a:pt x="147" y="666"/>
                </a:lnTo>
                <a:lnTo>
                  <a:pt x="146" y="666"/>
                </a:lnTo>
                <a:lnTo>
                  <a:pt x="146" y="665"/>
                </a:lnTo>
                <a:lnTo>
                  <a:pt x="145" y="665"/>
                </a:lnTo>
                <a:lnTo>
                  <a:pt x="144" y="665"/>
                </a:lnTo>
                <a:lnTo>
                  <a:pt x="143" y="665"/>
                </a:lnTo>
                <a:lnTo>
                  <a:pt x="142" y="665"/>
                </a:lnTo>
                <a:lnTo>
                  <a:pt x="141" y="665"/>
                </a:lnTo>
                <a:lnTo>
                  <a:pt x="141" y="664"/>
                </a:lnTo>
                <a:lnTo>
                  <a:pt x="140" y="664"/>
                </a:lnTo>
                <a:lnTo>
                  <a:pt x="140" y="663"/>
                </a:lnTo>
                <a:lnTo>
                  <a:pt x="138" y="663"/>
                </a:lnTo>
                <a:lnTo>
                  <a:pt x="137" y="663"/>
                </a:lnTo>
                <a:lnTo>
                  <a:pt x="136" y="662"/>
                </a:lnTo>
                <a:lnTo>
                  <a:pt x="135" y="663"/>
                </a:lnTo>
                <a:lnTo>
                  <a:pt x="134" y="663"/>
                </a:lnTo>
                <a:lnTo>
                  <a:pt x="133" y="662"/>
                </a:lnTo>
                <a:lnTo>
                  <a:pt x="132" y="662"/>
                </a:lnTo>
                <a:lnTo>
                  <a:pt x="131" y="661"/>
                </a:lnTo>
                <a:lnTo>
                  <a:pt x="130" y="661"/>
                </a:lnTo>
                <a:lnTo>
                  <a:pt x="129" y="661"/>
                </a:lnTo>
                <a:lnTo>
                  <a:pt x="128" y="660"/>
                </a:lnTo>
                <a:lnTo>
                  <a:pt x="128" y="659"/>
                </a:lnTo>
                <a:lnTo>
                  <a:pt x="127" y="657"/>
                </a:lnTo>
                <a:lnTo>
                  <a:pt x="126" y="657"/>
                </a:lnTo>
                <a:lnTo>
                  <a:pt x="125" y="656"/>
                </a:lnTo>
                <a:lnTo>
                  <a:pt x="125" y="655"/>
                </a:lnTo>
                <a:lnTo>
                  <a:pt x="125" y="656"/>
                </a:lnTo>
                <a:lnTo>
                  <a:pt x="124" y="656"/>
                </a:lnTo>
                <a:lnTo>
                  <a:pt x="124" y="655"/>
                </a:lnTo>
                <a:lnTo>
                  <a:pt x="123" y="655"/>
                </a:lnTo>
                <a:lnTo>
                  <a:pt x="123" y="654"/>
                </a:lnTo>
                <a:lnTo>
                  <a:pt x="122" y="654"/>
                </a:lnTo>
                <a:lnTo>
                  <a:pt x="122" y="653"/>
                </a:lnTo>
                <a:lnTo>
                  <a:pt x="121" y="652"/>
                </a:lnTo>
                <a:lnTo>
                  <a:pt x="121" y="651"/>
                </a:lnTo>
                <a:lnTo>
                  <a:pt x="120" y="651"/>
                </a:lnTo>
                <a:lnTo>
                  <a:pt x="120" y="650"/>
                </a:lnTo>
                <a:lnTo>
                  <a:pt x="119" y="649"/>
                </a:lnTo>
                <a:lnTo>
                  <a:pt x="119" y="648"/>
                </a:lnTo>
                <a:lnTo>
                  <a:pt x="119" y="647"/>
                </a:lnTo>
                <a:lnTo>
                  <a:pt x="118" y="647"/>
                </a:lnTo>
                <a:lnTo>
                  <a:pt x="119" y="647"/>
                </a:lnTo>
                <a:lnTo>
                  <a:pt x="118" y="647"/>
                </a:lnTo>
                <a:lnTo>
                  <a:pt x="118" y="646"/>
                </a:lnTo>
                <a:lnTo>
                  <a:pt x="117" y="646"/>
                </a:lnTo>
                <a:lnTo>
                  <a:pt x="116" y="646"/>
                </a:lnTo>
                <a:lnTo>
                  <a:pt x="116" y="645"/>
                </a:lnTo>
                <a:lnTo>
                  <a:pt x="115" y="644"/>
                </a:lnTo>
                <a:lnTo>
                  <a:pt x="114" y="644"/>
                </a:lnTo>
                <a:lnTo>
                  <a:pt x="115" y="643"/>
                </a:lnTo>
                <a:lnTo>
                  <a:pt x="114" y="643"/>
                </a:lnTo>
                <a:lnTo>
                  <a:pt x="114" y="642"/>
                </a:lnTo>
                <a:lnTo>
                  <a:pt x="113" y="641"/>
                </a:lnTo>
                <a:lnTo>
                  <a:pt x="112" y="641"/>
                </a:lnTo>
                <a:lnTo>
                  <a:pt x="112" y="640"/>
                </a:lnTo>
                <a:lnTo>
                  <a:pt x="112" y="639"/>
                </a:lnTo>
                <a:lnTo>
                  <a:pt x="111" y="639"/>
                </a:lnTo>
                <a:lnTo>
                  <a:pt x="111" y="638"/>
                </a:lnTo>
                <a:lnTo>
                  <a:pt x="111" y="637"/>
                </a:lnTo>
                <a:lnTo>
                  <a:pt x="111" y="636"/>
                </a:lnTo>
                <a:lnTo>
                  <a:pt x="113" y="635"/>
                </a:lnTo>
                <a:lnTo>
                  <a:pt x="114" y="634"/>
                </a:lnTo>
                <a:lnTo>
                  <a:pt x="115" y="634"/>
                </a:lnTo>
                <a:lnTo>
                  <a:pt x="117" y="633"/>
                </a:lnTo>
                <a:lnTo>
                  <a:pt x="118" y="632"/>
                </a:lnTo>
                <a:lnTo>
                  <a:pt x="119" y="631"/>
                </a:lnTo>
                <a:lnTo>
                  <a:pt x="119" y="630"/>
                </a:lnTo>
                <a:lnTo>
                  <a:pt x="120" y="627"/>
                </a:lnTo>
                <a:lnTo>
                  <a:pt x="121" y="626"/>
                </a:lnTo>
                <a:lnTo>
                  <a:pt x="121" y="625"/>
                </a:lnTo>
                <a:lnTo>
                  <a:pt x="122" y="623"/>
                </a:lnTo>
                <a:lnTo>
                  <a:pt x="122" y="622"/>
                </a:lnTo>
                <a:lnTo>
                  <a:pt x="123" y="621"/>
                </a:lnTo>
                <a:lnTo>
                  <a:pt x="123" y="620"/>
                </a:lnTo>
                <a:lnTo>
                  <a:pt x="124" y="620"/>
                </a:lnTo>
                <a:lnTo>
                  <a:pt x="124" y="618"/>
                </a:lnTo>
                <a:lnTo>
                  <a:pt x="125" y="618"/>
                </a:lnTo>
                <a:lnTo>
                  <a:pt x="125" y="617"/>
                </a:lnTo>
                <a:lnTo>
                  <a:pt x="126" y="617"/>
                </a:lnTo>
                <a:lnTo>
                  <a:pt x="130" y="615"/>
                </a:lnTo>
                <a:lnTo>
                  <a:pt x="132" y="614"/>
                </a:lnTo>
                <a:lnTo>
                  <a:pt x="135" y="613"/>
                </a:lnTo>
                <a:lnTo>
                  <a:pt x="139" y="611"/>
                </a:lnTo>
                <a:lnTo>
                  <a:pt x="142" y="610"/>
                </a:lnTo>
                <a:lnTo>
                  <a:pt x="142" y="609"/>
                </a:lnTo>
                <a:lnTo>
                  <a:pt x="143" y="609"/>
                </a:lnTo>
                <a:lnTo>
                  <a:pt x="144" y="608"/>
                </a:lnTo>
                <a:lnTo>
                  <a:pt x="145" y="607"/>
                </a:lnTo>
                <a:lnTo>
                  <a:pt x="148" y="605"/>
                </a:lnTo>
                <a:lnTo>
                  <a:pt x="149" y="604"/>
                </a:lnTo>
                <a:lnTo>
                  <a:pt x="150" y="603"/>
                </a:lnTo>
                <a:lnTo>
                  <a:pt x="151" y="603"/>
                </a:lnTo>
                <a:lnTo>
                  <a:pt x="153" y="602"/>
                </a:lnTo>
                <a:lnTo>
                  <a:pt x="155" y="602"/>
                </a:lnTo>
                <a:lnTo>
                  <a:pt x="156" y="601"/>
                </a:lnTo>
                <a:lnTo>
                  <a:pt x="157" y="601"/>
                </a:lnTo>
                <a:lnTo>
                  <a:pt x="158" y="600"/>
                </a:lnTo>
                <a:lnTo>
                  <a:pt x="159" y="600"/>
                </a:lnTo>
                <a:lnTo>
                  <a:pt x="161" y="599"/>
                </a:lnTo>
                <a:lnTo>
                  <a:pt x="163" y="598"/>
                </a:lnTo>
                <a:lnTo>
                  <a:pt x="164" y="598"/>
                </a:lnTo>
                <a:lnTo>
                  <a:pt x="165" y="597"/>
                </a:lnTo>
                <a:lnTo>
                  <a:pt x="166" y="597"/>
                </a:lnTo>
                <a:lnTo>
                  <a:pt x="167" y="596"/>
                </a:lnTo>
                <a:lnTo>
                  <a:pt x="168" y="596"/>
                </a:lnTo>
                <a:lnTo>
                  <a:pt x="170" y="595"/>
                </a:lnTo>
                <a:lnTo>
                  <a:pt x="174" y="594"/>
                </a:lnTo>
                <a:lnTo>
                  <a:pt x="176" y="593"/>
                </a:lnTo>
                <a:lnTo>
                  <a:pt x="177" y="593"/>
                </a:lnTo>
                <a:lnTo>
                  <a:pt x="178" y="592"/>
                </a:lnTo>
                <a:lnTo>
                  <a:pt x="180" y="591"/>
                </a:lnTo>
                <a:lnTo>
                  <a:pt x="181" y="589"/>
                </a:lnTo>
                <a:lnTo>
                  <a:pt x="183" y="588"/>
                </a:lnTo>
                <a:lnTo>
                  <a:pt x="183" y="587"/>
                </a:lnTo>
                <a:lnTo>
                  <a:pt x="184" y="586"/>
                </a:lnTo>
                <a:lnTo>
                  <a:pt x="185" y="585"/>
                </a:lnTo>
                <a:lnTo>
                  <a:pt x="186" y="582"/>
                </a:lnTo>
                <a:lnTo>
                  <a:pt x="187" y="581"/>
                </a:lnTo>
                <a:lnTo>
                  <a:pt x="188" y="579"/>
                </a:lnTo>
                <a:lnTo>
                  <a:pt x="188" y="578"/>
                </a:lnTo>
                <a:lnTo>
                  <a:pt x="189" y="576"/>
                </a:lnTo>
                <a:lnTo>
                  <a:pt x="190" y="575"/>
                </a:lnTo>
                <a:lnTo>
                  <a:pt x="191" y="575"/>
                </a:lnTo>
                <a:lnTo>
                  <a:pt x="191" y="574"/>
                </a:lnTo>
                <a:lnTo>
                  <a:pt x="192" y="574"/>
                </a:lnTo>
                <a:lnTo>
                  <a:pt x="194" y="574"/>
                </a:lnTo>
                <a:lnTo>
                  <a:pt x="195" y="574"/>
                </a:lnTo>
                <a:lnTo>
                  <a:pt x="197" y="573"/>
                </a:lnTo>
                <a:lnTo>
                  <a:pt x="200" y="572"/>
                </a:lnTo>
                <a:lnTo>
                  <a:pt x="201" y="572"/>
                </a:lnTo>
                <a:lnTo>
                  <a:pt x="201" y="571"/>
                </a:lnTo>
                <a:lnTo>
                  <a:pt x="202" y="571"/>
                </a:lnTo>
                <a:lnTo>
                  <a:pt x="205" y="570"/>
                </a:lnTo>
                <a:lnTo>
                  <a:pt x="206" y="570"/>
                </a:lnTo>
                <a:lnTo>
                  <a:pt x="209" y="569"/>
                </a:lnTo>
                <a:lnTo>
                  <a:pt x="210" y="568"/>
                </a:lnTo>
                <a:lnTo>
                  <a:pt x="211" y="568"/>
                </a:lnTo>
                <a:lnTo>
                  <a:pt x="212" y="568"/>
                </a:lnTo>
                <a:lnTo>
                  <a:pt x="214" y="567"/>
                </a:lnTo>
                <a:lnTo>
                  <a:pt x="215" y="566"/>
                </a:lnTo>
                <a:lnTo>
                  <a:pt x="216" y="565"/>
                </a:lnTo>
                <a:lnTo>
                  <a:pt x="217" y="564"/>
                </a:lnTo>
                <a:lnTo>
                  <a:pt x="218" y="563"/>
                </a:lnTo>
                <a:lnTo>
                  <a:pt x="221" y="560"/>
                </a:lnTo>
                <a:lnTo>
                  <a:pt x="222" y="559"/>
                </a:lnTo>
                <a:lnTo>
                  <a:pt x="224" y="557"/>
                </a:lnTo>
                <a:lnTo>
                  <a:pt x="225" y="556"/>
                </a:lnTo>
                <a:lnTo>
                  <a:pt x="226" y="555"/>
                </a:lnTo>
                <a:lnTo>
                  <a:pt x="227" y="554"/>
                </a:lnTo>
                <a:lnTo>
                  <a:pt x="228" y="552"/>
                </a:lnTo>
                <a:lnTo>
                  <a:pt x="230" y="550"/>
                </a:lnTo>
                <a:lnTo>
                  <a:pt x="231" y="550"/>
                </a:lnTo>
                <a:lnTo>
                  <a:pt x="231" y="549"/>
                </a:lnTo>
                <a:lnTo>
                  <a:pt x="234" y="548"/>
                </a:lnTo>
                <a:lnTo>
                  <a:pt x="235" y="547"/>
                </a:lnTo>
                <a:lnTo>
                  <a:pt x="236" y="546"/>
                </a:lnTo>
                <a:lnTo>
                  <a:pt x="237" y="545"/>
                </a:lnTo>
                <a:lnTo>
                  <a:pt x="239" y="544"/>
                </a:lnTo>
                <a:lnTo>
                  <a:pt x="240" y="543"/>
                </a:lnTo>
                <a:lnTo>
                  <a:pt x="241" y="542"/>
                </a:lnTo>
                <a:lnTo>
                  <a:pt x="243" y="540"/>
                </a:lnTo>
                <a:lnTo>
                  <a:pt x="244" y="539"/>
                </a:lnTo>
                <a:lnTo>
                  <a:pt x="245" y="538"/>
                </a:lnTo>
                <a:lnTo>
                  <a:pt x="247" y="537"/>
                </a:lnTo>
                <a:lnTo>
                  <a:pt x="248" y="536"/>
                </a:lnTo>
                <a:lnTo>
                  <a:pt x="249" y="535"/>
                </a:lnTo>
                <a:lnTo>
                  <a:pt x="250" y="534"/>
                </a:lnTo>
                <a:lnTo>
                  <a:pt x="251" y="533"/>
                </a:lnTo>
                <a:lnTo>
                  <a:pt x="254" y="531"/>
                </a:lnTo>
                <a:lnTo>
                  <a:pt x="255" y="530"/>
                </a:lnTo>
                <a:lnTo>
                  <a:pt x="256" y="529"/>
                </a:lnTo>
                <a:lnTo>
                  <a:pt x="257" y="528"/>
                </a:lnTo>
                <a:lnTo>
                  <a:pt x="258" y="528"/>
                </a:lnTo>
                <a:lnTo>
                  <a:pt x="259" y="526"/>
                </a:lnTo>
                <a:lnTo>
                  <a:pt x="260" y="526"/>
                </a:lnTo>
                <a:lnTo>
                  <a:pt x="261" y="525"/>
                </a:lnTo>
                <a:lnTo>
                  <a:pt x="262" y="525"/>
                </a:lnTo>
                <a:lnTo>
                  <a:pt x="264" y="524"/>
                </a:lnTo>
                <a:lnTo>
                  <a:pt x="265" y="523"/>
                </a:lnTo>
                <a:lnTo>
                  <a:pt x="266" y="523"/>
                </a:lnTo>
                <a:lnTo>
                  <a:pt x="266" y="522"/>
                </a:lnTo>
                <a:lnTo>
                  <a:pt x="267" y="522"/>
                </a:lnTo>
                <a:lnTo>
                  <a:pt x="269" y="520"/>
                </a:lnTo>
                <a:lnTo>
                  <a:pt x="273" y="518"/>
                </a:lnTo>
                <a:lnTo>
                  <a:pt x="274" y="518"/>
                </a:lnTo>
                <a:lnTo>
                  <a:pt x="274" y="517"/>
                </a:lnTo>
                <a:lnTo>
                  <a:pt x="275" y="517"/>
                </a:lnTo>
                <a:lnTo>
                  <a:pt x="276" y="516"/>
                </a:lnTo>
                <a:lnTo>
                  <a:pt x="276" y="515"/>
                </a:lnTo>
                <a:lnTo>
                  <a:pt x="277" y="515"/>
                </a:lnTo>
                <a:lnTo>
                  <a:pt x="278" y="516"/>
                </a:lnTo>
                <a:lnTo>
                  <a:pt x="279" y="516"/>
                </a:lnTo>
                <a:lnTo>
                  <a:pt x="279" y="517"/>
                </a:lnTo>
                <a:lnTo>
                  <a:pt x="280" y="517"/>
                </a:lnTo>
                <a:lnTo>
                  <a:pt x="281" y="517"/>
                </a:lnTo>
                <a:lnTo>
                  <a:pt x="281" y="518"/>
                </a:lnTo>
                <a:lnTo>
                  <a:pt x="281" y="519"/>
                </a:lnTo>
                <a:lnTo>
                  <a:pt x="281" y="520"/>
                </a:lnTo>
                <a:lnTo>
                  <a:pt x="281" y="521"/>
                </a:lnTo>
                <a:lnTo>
                  <a:pt x="281" y="522"/>
                </a:lnTo>
                <a:lnTo>
                  <a:pt x="280" y="522"/>
                </a:lnTo>
                <a:lnTo>
                  <a:pt x="280" y="523"/>
                </a:lnTo>
                <a:lnTo>
                  <a:pt x="281" y="524"/>
                </a:lnTo>
                <a:lnTo>
                  <a:pt x="281" y="525"/>
                </a:lnTo>
                <a:lnTo>
                  <a:pt x="282" y="525"/>
                </a:lnTo>
                <a:lnTo>
                  <a:pt x="282" y="526"/>
                </a:lnTo>
                <a:lnTo>
                  <a:pt x="283" y="526"/>
                </a:lnTo>
                <a:lnTo>
                  <a:pt x="283" y="527"/>
                </a:lnTo>
                <a:lnTo>
                  <a:pt x="282" y="527"/>
                </a:lnTo>
                <a:lnTo>
                  <a:pt x="281" y="527"/>
                </a:lnTo>
                <a:lnTo>
                  <a:pt x="281" y="528"/>
                </a:lnTo>
                <a:lnTo>
                  <a:pt x="281" y="529"/>
                </a:lnTo>
                <a:lnTo>
                  <a:pt x="282" y="529"/>
                </a:lnTo>
                <a:lnTo>
                  <a:pt x="282" y="530"/>
                </a:lnTo>
                <a:lnTo>
                  <a:pt x="283" y="530"/>
                </a:lnTo>
                <a:lnTo>
                  <a:pt x="282" y="530"/>
                </a:lnTo>
                <a:lnTo>
                  <a:pt x="282" y="532"/>
                </a:lnTo>
                <a:lnTo>
                  <a:pt x="281" y="532"/>
                </a:lnTo>
                <a:lnTo>
                  <a:pt x="282" y="533"/>
                </a:lnTo>
                <a:lnTo>
                  <a:pt x="282" y="534"/>
                </a:lnTo>
                <a:lnTo>
                  <a:pt x="282" y="535"/>
                </a:lnTo>
                <a:lnTo>
                  <a:pt x="283" y="535"/>
                </a:lnTo>
                <a:lnTo>
                  <a:pt x="283" y="536"/>
                </a:lnTo>
                <a:lnTo>
                  <a:pt x="283" y="537"/>
                </a:lnTo>
                <a:lnTo>
                  <a:pt x="284" y="538"/>
                </a:lnTo>
                <a:lnTo>
                  <a:pt x="285" y="538"/>
                </a:lnTo>
                <a:lnTo>
                  <a:pt x="285" y="539"/>
                </a:lnTo>
                <a:lnTo>
                  <a:pt x="286" y="540"/>
                </a:lnTo>
                <a:lnTo>
                  <a:pt x="287" y="542"/>
                </a:lnTo>
                <a:lnTo>
                  <a:pt x="288" y="542"/>
                </a:lnTo>
                <a:lnTo>
                  <a:pt x="289" y="543"/>
                </a:lnTo>
                <a:lnTo>
                  <a:pt x="289" y="544"/>
                </a:lnTo>
                <a:lnTo>
                  <a:pt x="289" y="545"/>
                </a:lnTo>
                <a:lnTo>
                  <a:pt x="290" y="545"/>
                </a:lnTo>
                <a:lnTo>
                  <a:pt x="291" y="545"/>
                </a:lnTo>
                <a:lnTo>
                  <a:pt x="291" y="546"/>
                </a:lnTo>
                <a:lnTo>
                  <a:pt x="292" y="546"/>
                </a:lnTo>
                <a:lnTo>
                  <a:pt x="292" y="547"/>
                </a:lnTo>
                <a:lnTo>
                  <a:pt x="292" y="548"/>
                </a:lnTo>
                <a:lnTo>
                  <a:pt x="291" y="548"/>
                </a:lnTo>
                <a:lnTo>
                  <a:pt x="290" y="548"/>
                </a:lnTo>
                <a:lnTo>
                  <a:pt x="290" y="549"/>
                </a:lnTo>
                <a:lnTo>
                  <a:pt x="291" y="549"/>
                </a:lnTo>
                <a:lnTo>
                  <a:pt x="291" y="550"/>
                </a:lnTo>
                <a:lnTo>
                  <a:pt x="291" y="551"/>
                </a:lnTo>
                <a:lnTo>
                  <a:pt x="291" y="552"/>
                </a:lnTo>
                <a:lnTo>
                  <a:pt x="292" y="552"/>
                </a:lnTo>
                <a:lnTo>
                  <a:pt x="293" y="552"/>
                </a:lnTo>
                <a:lnTo>
                  <a:pt x="294" y="552"/>
                </a:lnTo>
                <a:lnTo>
                  <a:pt x="295" y="552"/>
                </a:lnTo>
                <a:lnTo>
                  <a:pt x="296" y="552"/>
                </a:lnTo>
                <a:lnTo>
                  <a:pt x="296" y="553"/>
                </a:lnTo>
                <a:lnTo>
                  <a:pt x="296" y="554"/>
                </a:lnTo>
                <a:lnTo>
                  <a:pt x="295" y="554"/>
                </a:lnTo>
                <a:lnTo>
                  <a:pt x="295" y="555"/>
                </a:lnTo>
                <a:lnTo>
                  <a:pt x="295" y="556"/>
                </a:lnTo>
                <a:lnTo>
                  <a:pt x="296" y="556"/>
                </a:lnTo>
                <a:lnTo>
                  <a:pt x="296" y="557"/>
                </a:lnTo>
                <a:lnTo>
                  <a:pt x="295" y="557"/>
                </a:lnTo>
                <a:lnTo>
                  <a:pt x="294" y="557"/>
                </a:lnTo>
                <a:lnTo>
                  <a:pt x="293" y="557"/>
                </a:lnTo>
                <a:lnTo>
                  <a:pt x="292" y="557"/>
                </a:lnTo>
                <a:lnTo>
                  <a:pt x="292" y="558"/>
                </a:lnTo>
                <a:lnTo>
                  <a:pt x="293" y="559"/>
                </a:lnTo>
                <a:lnTo>
                  <a:pt x="292" y="559"/>
                </a:lnTo>
                <a:lnTo>
                  <a:pt x="291" y="559"/>
                </a:lnTo>
                <a:lnTo>
                  <a:pt x="291" y="560"/>
                </a:lnTo>
                <a:lnTo>
                  <a:pt x="291" y="561"/>
                </a:lnTo>
                <a:lnTo>
                  <a:pt x="292" y="562"/>
                </a:lnTo>
                <a:lnTo>
                  <a:pt x="293" y="561"/>
                </a:lnTo>
                <a:lnTo>
                  <a:pt x="292" y="561"/>
                </a:lnTo>
                <a:lnTo>
                  <a:pt x="293" y="561"/>
                </a:lnTo>
                <a:lnTo>
                  <a:pt x="293" y="560"/>
                </a:lnTo>
                <a:lnTo>
                  <a:pt x="294" y="560"/>
                </a:lnTo>
                <a:lnTo>
                  <a:pt x="295" y="560"/>
                </a:lnTo>
                <a:lnTo>
                  <a:pt x="296" y="560"/>
                </a:lnTo>
                <a:lnTo>
                  <a:pt x="296" y="559"/>
                </a:lnTo>
                <a:lnTo>
                  <a:pt x="296" y="558"/>
                </a:lnTo>
                <a:lnTo>
                  <a:pt x="296" y="557"/>
                </a:lnTo>
                <a:lnTo>
                  <a:pt x="297" y="557"/>
                </a:lnTo>
                <a:lnTo>
                  <a:pt x="298" y="558"/>
                </a:lnTo>
                <a:lnTo>
                  <a:pt x="299" y="558"/>
                </a:lnTo>
                <a:lnTo>
                  <a:pt x="299" y="557"/>
                </a:lnTo>
                <a:lnTo>
                  <a:pt x="299" y="556"/>
                </a:lnTo>
                <a:lnTo>
                  <a:pt x="300" y="556"/>
                </a:lnTo>
                <a:lnTo>
                  <a:pt x="301" y="555"/>
                </a:lnTo>
                <a:lnTo>
                  <a:pt x="301" y="554"/>
                </a:lnTo>
                <a:lnTo>
                  <a:pt x="300" y="554"/>
                </a:lnTo>
                <a:lnTo>
                  <a:pt x="299" y="553"/>
                </a:lnTo>
                <a:lnTo>
                  <a:pt x="300" y="553"/>
                </a:lnTo>
                <a:lnTo>
                  <a:pt x="301" y="553"/>
                </a:lnTo>
                <a:lnTo>
                  <a:pt x="301" y="552"/>
                </a:lnTo>
                <a:lnTo>
                  <a:pt x="300" y="552"/>
                </a:lnTo>
                <a:lnTo>
                  <a:pt x="300" y="551"/>
                </a:lnTo>
                <a:lnTo>
                  <a:pt x="301" y="551"/>
                </a:lnTo>
                <a:lnTo>
                  <a:pt x="302" y="550"/>
                </a:lnTo>
                <a:lnTo>
                  <a:pt x="303" y="549"/>
                </a:lnTo>
                <a:lnTo>
                  <a:pt x="303" y="548"/>
                </a:lnTo>
                <a:lnTo>
                  <a:pt x="303" y="547"/>
                </a:lnTo>
                <a:lnTo>
                  <a:pt x="304" y="547"/>
                </a:lnTo>
                <a:lnTo>
                  <a:pt x="304" y="546"/>
                </a:lnTo>
                <a:lnTo>
                  <a:pt x="303" y="546"/>
                </a:lnTo>
                <a:lnTo>
                  <a:pt x="304" y="546"/>
                </a:lnTo>
                <a:lnTo>
                  <a:pt x="304" y="545"/>
                </a:lnTo>
                <a:lnTo>
                  <a:pt x="305" y="545"/>
                </a:lnTo>
                <a:lnTo>
                  <a:pt x="305" y="544"/>
                </a:lnTo>
                <a:lnTo>
                  <a:pt x="305" y="543"/>
                </a:lnTo>
                <a:lnTo>
                  <a:pt x="303" y="543"/>
                </a:lnTo>
                <a:lnTo>
                  <a:pt x="303" y="542"/>
                </a:lnTo>
                <a:lnTo>
                  <a:pt x="304" y="542"/>
                </a:lnTo>
                <a:lnTo>
                  <a:pt x="304" y="541"/>
                </a:lnTo>
                <a:lnTo>
                  <a:pt x="304" y="540"/>
                </a:lnTo>
                <a:lnTo>
                  <a:pt x="305" y="540"/>
                </a:lnTo>
                <a:lnTo>
                  <a:pt x="306" y="540"/>
                </a:lnTo>
                <a:lnTo>
                  <a:pt x="305" y="539"/>
                </a:lnTo>
                <a:lnTo>
                  <a:pt x="304" y="539"/>
                </a:lnTo>
                <a:lnTo>
                  <a:pt x="304" y="538"/>
                </a:lnTo>
                <a:lnTo>
                  <a:pt x="304" y="537"/>
                </a:lnTo>
                <a:lnTo>
                  <a:pt x="303" y="537"/>
                </a:lnTo>
                <a:lnTo>
                  <a:pt x="302" y="537"/>
                </a:lnTo>
                <a:lnTo>
                  <a:pt x="302" y="536"/>
                </a:lnTo>
                <a:lnTo>
                  <a:pt x="302" y="535"/>
                </a:lnTo>
                <a:lnTo>
                  <a:pt x="303" y="535"/>
                </a:lnTo>
                <a:lnTo>
                  <a:pt x="303" y="534"/>
                </a:lnTo>
                <a:lnTo>
                  <a:pt x="302" y="534"/>
                </a:lnTo>
                <a:lnTo>
                  <a:pt x="302" y="533"/>
                </a:lnTo>
                <a:lnTo>
                  <a:pt x="301" y="532"/>
                </a:lnTo>
                <a:lnTo>
                  <a:pt x="301" y="533"/>
                </a:lnTo>
                <a:lnTo>
                  <a:pt x="301" y="532"/>
                </a:lnTo>
                <a:lnTo>
                  <a:pt x="300" y="532"/>
                </a:lnTo>
                <a:lnTo>
                  <a:pt x="300" y="531"/>
                </a:lnTo>
                <a:lnTo>
                  <a:pt x="301" y="530"/>
                </a:lnTo>
                <a:lnTo>
                  <a:pt x="300" y="530"/>
                </a:lnTo>
                <a:lnTo>
                  <a:pt x="300" y="529"/>
                </a:lnTo>
                <a:lnTo>
                  <a:pt x="300" y="528"/>
                </a:lnTo>
                <a:lnTo>
                  <a:pt x="301" y="528"/>
                </a:lnTo>
                <a:lnTo>
                  <a:pt x="301" y="527"/>
                </a:lnTo>
                <a:lnTo>
                  <a:pt x="300" y="526"/>
                </a:lnTo>
                <a:lnTo>
                  <a:pt x="299" y="525"/>
                </a:lnTo>
                <a:lnTo>
                  <a:pt x="299" y="524"/>
                </a:lnTo>
                <a:lnTo>
                  <a:pt x="300" y="524"/>
                </a:lnTo>
                <a:lnTo>
                  <a:pt x="301" y="524"/>
                </a:lnTo>
                <a:lnTo>
                  <a:pt x="301" y="523"/>
                </a:lnTo>
                <a:lnTo>
                  <a:pt x="302" y="523"/>
                </a:lnTo>
                <a:lnTo>
                  <a:pt x="303" y="523"/>
                </a:lnTo>
                <a:lnTo>
                  <a:pt x="303" y="522"/>
                </a:lnTo>
                <a:lnTo>
                  <a:pt x="302" y="522"/>
                </a:lnTo>
                <a:lnTo>
                  <a:pt x="302" y="521"/>
                </a:lnTo>
                <a:lnTo>
                  <a:pt x="302" y="520"/>
                </a:lnTo>
                <a:lnTo>
                  <a:pt x="301" y="520"/>
                </a:lnTo>
                <a:lnTo>
                  <a:pt x="301" y="519"/>
                </a:lnTo>
                <a:lnTo>
                  <a:pt x="301" y="518"/>
                </a:lnTo>
                <a:lnTo>
                  <a:pt x="301" y="517"/>
                </a:lnTo>
                <a:lnTo>
                  <a:pt x="302" y="517"/>
                </a:lnTo>
                <a:lnTo>
                  <a:pt x="302" y="516"/>
                </a:lnTo>
                <a:lnTo>
                  <a:pt x="303" y="516"/>
                </a:lnTo>
                <a:lnTo>
                  <a:pt x="302" y="515"/>
                </a:lnTo>
                <a:lnTo>
                  <a:pt x="301" y="515"/>
                </a:lnTo>
                <a:lnTo>
                  <a:pt x="301" y="514"/>
                </a:lnTo>
                <a:lnTo>
                  <a:pt x="300" y="514"/>
                </a:lnTo>
                <a:lnTo>
                  <a:pt x="301" y="513"/>
                </a:lnTo>
                <a:lnTo>
                  <a:pt x="302" y="511"/>
                </a:lnTo>
                <a:lnTo>
                  <a:pt x="302" y="510"/>
                </a:lnTo>
                <a:lnTo>
                  <a:pt x="304" y="510"/>
                </a:lnTo>
                <a:lnTo>
                  <a:pt x="305" y="509"/>
                </a:lnTo>
                <a:lnTo>
                  <a:pt x="305" y="508"/>
                </a:lnTo>
                <a:lnTo>
                  <a:pt x="305" y="507"/>
                </a:lnTo>
                <a:lnTo>
                  <a:pt x="306" y="507"/>
                </a:lnTo>
                <a:lnTo>
                  <a:pt x="306" y="506"/>
                </a:lnTo>
                <a:lnTo>
                  <a:pt x="307" y="506"/>
                </a:lnTo>
                <a:lnTo>
                  <a:pt x="308" y="505"/>
                </a:lnTo>
                <a:lnTo>
                  <a:pt x="307" y="503"/>
                </a:lnTo>
                <a:lnTo>
                  <a:pt x="308" y="503"/>
                </a:lnTo>
                <a:lnTo>
                  <a:pt x="308" y="502"/>
                </a:lnTo>
                <a:lnTo>
                  <a:pt x="309" y="502"/>
                </a:lnTo>
                <a:lnTo>
                  <a:pt x="309" y="500"/>
                </a:lnTo>
                <a:lnTo>
                  <a:pt x="309" y="498"/>
                </a:lnTo>
                <a:lnTo>
                  <a:pt x="309" y="497"/>
                </a:lnTo>
                <a:lnTo>
                  <a:pt x="309" y="495"/>
                </a:lnTo>
                <a:lnTo>
                  <a:pt x="308" y="494"/>
                </a:lnTo>
                <a:lnTo>
                  <a:pt x="309" y="494"/>
                </a:lnTo>
                <a:lnTo>
                  <a:pt x="309" y="493"/>
                </a:lnTo>
                <a:lnTo>
                  <a:pt x="309" y="492"/>
                </a:lnTo>
                <a:lnTo>
                  <a:pt x="310" y="492"/>
                </a:lnTo>
                <a:lnTo>
                  <a:pt x="311" y="491"/>
                </a:lnTo>
                <a:lnTo>
                  <a:pt x="312" y="491"/>
                </a:lnTo>
                <a:lnTo>
                  <a:pt x="312" y="490"/>
                </a:lnTo>
                <a:lnTo>
                  <a:pt x="312" y="489"/>
                </a:lnTo>
                <a:lnTo>
                  <a:pt x="311" y="489"/>
                </a:lnTo>
                <a:lnTo>
                  <a:pt x="311" y="488"/>
                </a:lnTo>
                <a:lnTo>
                  <a:pt x="311" y="487"/>
                </a:lnTo>
                <a:lnTo>
                  <a:pt x="311" y="486"/>
                </a:lnTo>
                <a:lnTo>
                  <a:pt x="312" y="486"/>
                </a:lnTo>
                <a:lnTo>
                  <a:pt x="312" y="485"/>
                </a:lnTo>
                <a:lnTo>
                  <a:pt x="314" y="484"/>
                </a:lnTo>
                <a:lnTo>
                  <a:pt x="315" y="484"/>
                </a:lnTo>
                <a:lnTo>
                  <a:pt x="317" y="482"/>
                </a:lnTo>
                <a:lnTo>
                  <a:pt x="317" y="481"/>
                </a:lnTo>
                <a:lnTo>
                  <a:pt x="317" y="480"/>
                </a:lnTo>
                <a:lnTo>
                  <a:pt x="317" y="479"/>
                </a:lnTo>
                <a:lnTo>
                  <a:pt x="317" y="478"/>
                </a:lnTo>
                <a:lnTo>
                  <a:pt x="317" y="477"/>
                </a:lnTo>
                <a:lnTo>
                  <a:pt x="318" y="476"/>
                </a:lnTo>
                <a:lnTo>
                  <a:pt x="320" y="476"/>
                </a:lnTo>
                <a:lnTo>
                  <a:pt x="321" y="476"/>
                </a:lnTo>
                <a:lnTo>
                  <a:pt x="321" y="475"/>
                </a:lnTo>
                <a:lnTo>
                  <a:pt x="321" y="474"/>
                </a:lnTo>
                <a:lnTo>
                  <a:pt x="321" y="473"/>
                </a:lnTo>
                <a:lnTo>
                  <a:pt x="321" y="471"/>
                </a:lnTo>
                <a:lnTo>
                  <a:pt x="322" y="470"/>
                </a:lnTo>
                <a:lnTo>
                  <a:pt x="323" y="468"/>
                </a:lnTo>
                <a:lnTo>
                  <a:pt x="324" y="468"/>
                </a:lnTo>
                <a:lnTo>
                  <a:pt x="325" y="467"/>
                </a:lnTo>
                <a:lnTo>
                  <a:pt x="326" y="466"/>
                </a:lnTo>
                <a:lnTo>
                  <a:pt x="326" y="465"/>
                </a:lnTo>
                <a:lnTo>
                  <a:pt x="326" y="464"/>
                </a:lnTo>
                <a:lnTo>
                  <a:pt x="327" y="464"/>
                </a:lnTo>
                <a:lnTo>
                  <a:pt x="327" y="463"/>
                </a:lnTo>
                <a:lnTo>
                  <a:pt x="327" y="462"/>
                </a:lnTo>
                <a:lnTo>
                  <a:pt x="327" y="461"/>
                </a:lnTo>
                <a:lnTo>
                  <a:pt x="328" y="461"/>
                </a:lnTo>
                <a:lnTo>
                  <a:pt x="328" y="460"/>
                </a:lnTo>
                <a:lnTo>
                  <a:pt x="328" y="459"/>
                </a:lnTo>
                <a:lnTo>
                  <a:pt x="327" y="459"/>
                </a:lnTo>
                <a:lnTo>
                  <a:pt x="327" y="458"/>
                </a:lnTo>
                <a:lnTo>
                  <a:pt x="326" y="458"/>
                </a:lnTo>
                <a:lnTo>
                  <a:pt x="326" y="457"/>
                </a:lnTo>
                <a:lnTo>
                  <a:pt x="326" y="456"/>
                </a:lnTo>
                <a:lnTo>
                  <a:pt x="328" y="456"/>
                </a:lnTo>
                <a:lnTo>
                  <a:pt x="328" y="455"/>
                </a:lnTo>
                <a:lnTo>
                  <a:pt x="329" y="455"/>
                </a:lnTo>
                <a:lnTo>
                  <a:pt x="330" y="455"/>
                </a:lnTo>
                <a:lnTo>
                  <a:pt x="330" y="454"/>
                </a:lnTo>
                <a:lnTo>
                  <a:pt x="330" y="453"/>
                </a:lnTo>
                <a:lnTo>
                  <a:pt x="330" y="452"/>
                </a:lnTo>
                <a:lnTo>
                  <a:pt x="331" y="451"/>
                </a:lnTo>
                <a:lnTo>
                  <a:pt x="332" y="450"/>
                </a:lnTo>
                <a:lnTo>
                  <a:pt x="333" y="450"/>
                </a:lnTo>
                <a:lnTo>
                  <a:pt x="334" y="450"/>
                </a:lnTo>
                <a:lnTo>
                  <a:pt x="334" y="449"/>
                </a:lnTo>
                <a:lnTo>
                  <a:pt x="335" y="449"/>
                </a:lnTo>
                <a:lnTo>
                  <a:pt x="336" y="449"/>
                </a:lnTo>
                <a:lnTo>
                  <a:pt x="336" y="450"/>
                </a:lnTo>
                <a:lnTo>
                  <a:pt x="337" y="450"/>
                </a:lnTo>
                <a:lnTo>
                  <a:pt x="338" y="450"/>
                </a:lnTo>
                <a:lnTo>
                  <a:pt x="338" y="451"/>
                </a:lnTo>
                <a:lnTo>
                  <a:pt x="339" y="451"/>
                </a:lnTo>
                <a:lnTo>
                  <a:pt x="340" y="451"/>
                </a:lnTo>
                <a:lnTo>
                  <a:pt x="341" y="451"/>
                </a:lnTo>
                <a:lnTo>
                  <a:pt x="342" y="451"/>
                </a:lnTo>
                <a:lnTo>
                  <a:pt x="343" y="451"/>
                </a:lnTo>
                <a:lnTo>
                  <a:pt x="343" y="450"/>
                </a:lnTo>
                <a:lnTo>
                  <a:pt x="344" y="450"/>
                </a:lnTo>
                <a:lnTo>
                  <a:pt x="345" y="450"/>
                </a:lnTo>
                <a:lnTo>
                  <a:pt x="346" y="450"/>
                </a:lnTo>
                <a:lnTo>
                  <a:pt x="347" y="450"/>
                </a:lnTo>
                <a:lnTo>
                  <a:pt x="347" y="451"/>
                </a:lnTo>
                <a:lnTo>
                  <a:pt x="346" y="451"/>
                </a:lnTo>
                <a:lnTo>
                  <a:pt x="346" y="452"/>
                </a:lnTo>
                <a:lnTo>
                  <a:pt x="347" y="452"/>
                </a:lnTo>
                <a:lnTo>
                  <a:pt x="347" y="453"/>
                </a:lnTo>
                <a:lnTo>
                  <a:pt x="348" y="453"/>
                </a:lnTo>
                <a:lnTo>
                  <a:pt x="349" y="453"/>
                </a:lnTo>
                <a:lnTo>
                  <a:pt x="349" y="454"/>
                </a:lnTo>
                <a:lnTo>
                  <a:pt x="350" y="454"/>
                </a:lnTo>
                <a:lnTo>
                  <a:pt x="351" y="454"/>
                </a:lnTo>
                <a:lnTo>
                  <a:pt x="352" y="455"/>
                </a:lnTo>
                <a:lnTo>
                  <a:pt x="353" y="455"/>
                </a:lnTo>
                <a:lnTo>
                  <a:pt x="354" y="455"/>
                </a:lnTo>
                <a:lnTo>
                  <a:pt x="355" y="454"/>
                </a:lnTo>
                <a:lnTo>
                  <a:pt x="356" y="454"/>
                </a:lnTo>
                <a:lnTo>
                  <a:pt x="356" y="453"/>
                </a:lnTo>
                <a:lnTo>
                  <a:pt x="357" y="453"/>
                </a:lnTo>
                <a:lnTo>
                  <a:pt x="357" y="452"/>
                </a:lnTo>
                <a:lnTo>
                  <a:pt x="358" y="452"/>
                </a:lnTo>
                <a:lnTo>
                  <a:pt x="358" y="451"/>
                </a:lnTo>
                <a:lnTo>
                  <a:pt x="359" y="450"/>
                </a:lnTo>
                <a:lnTo>
                  <a:pt x="360" y="450"/>
                </a:lnTo>
                <a:lnTo>
                  <a:pt x="360" y="449"/>
                </a:lnTo>
                <a:lnTo>
                  <a:pt x="362" y="449"/>
                </a:lnTo>
                <a:lnTo>
                  <a:pt x="363" y="449"/>
                </a:lnTo>
                <a:lnTo>
                  <a:pt x="363" y="448"/>
                </a:lnTo>
                <a:lnTo>
                  <a:pt x="363" y="447"/>
                </a:lnTo>
                <a:lnTo>
                  <a:pt x="363" y="446"/>
                </a:lnTo>
                <a:lnTo>
                  <a:pt x="364" y="446"/>
                </a:lnTo>
                <a:lnTo>
                  <a:pt x="364" y="445"/>
                </a:lnTo>
                <a:lnTo>
                  <a:pt x="364" y="444"/>
                </a:lnTo>
                <a:lnTo>
                  <a:pt x="364" y="443"/>
                </a:lnTo>
                <a:lnTo>
                  <a:pt x="363" y="443"/>
                </a:lnTo>
                <a:lnTo>
                  <a:pt x="362" y="443"/>
                </a:lnTo>
                <a:lnTo>
                  <a:pt x="363" y="442"/>
                </a:lnTo>
                <a:lnTo>
                  <a:pt x="364" y="442"/>
                </a:lnTo>
                <a:lnTo>
                  <a:pt x="365" y="442"/>
                </a:lnTo>
                <a:lnTo>
                  <a:pt x="364" y="442"/>
                </a:lnTo>
                <a:lnTo>
                  <a:pt x="364" y="441"/>
                </a:lnTo>
                <a:lnTo>
                  <a:pt x="364" y="442"/>
                </a:lnTo>
                <a:lnTo>
                  <a:pt x="363" y="442"/>
                </a:lnTo>
                <a:lnTo>
                  <a:pt x="363" y="441"/>
                </a:lnTo>
                <a:lnTo>
                  <a:pt x="364" y="440"/>
                </a:lnTo>
                <a:lnTo>
                  <a:pt x="363" y="440"/>
                </a:lnTo>
                <a:lnTo>
                  <a:pt x="362" y="440"/>
                </a:lnTo>
                <a:lnTo>
                  <a:pt x="362" y="439"/>
                </a:lnTo>
                <a:lnTo>
                  <a:pt x="363" y="439"/>
                </a:lnTo>
                <a:lnTo>
                  <a:pt x="364" y="439"/>
                </a:lnTo>
                <a:lnTo>
                  <a:pt x="364" y="438"/>
                </a:lnTo>
                <a:lnTo>
                  <a:pt x="365" y="437"/>
                </a:lnTo>
                <a:lnTo>
                  <a:pt x="366" y="436"/>
                </a:lnTo>
                <a:lnTo>
                  <a:pt x="367" y="436"/>
                </a:lnTo>
                <a:lnTo>
                  <a:pt x="367" y="435"/>
                </a:lnTo>
                <a:lnTo>
                  <a:pt x="366" y="435"/>
                </a:lnTo>
                <a:lnTo>
                  <a:pt x="366" y="434"/>
                </a:lnTo>
                <a:lnTo>
                  <a:pt x="367" y="434"/>
                </a:lnTo>
                <a:lnTo>
                  <a:pt x="367" y="433"/>
                </a:lnTo>
                <a:lnTo>
                  <a:pt x="367" y="432"/>
                </a:lnTo>
                <a:lnTo>
                  <a:pt x="366" y="432"/>
                </a:lnTo>
                <a:lnTo>
                  <a:pt x="366" y="431"/>
                </a:lnTo>
                <a:lnTo>
                  <a:pt x="367" y="431"/>
                </a:lnTo>
                <a:lnTo>
                  <a:pt x="368" y="431"/>
                </a:lnTo>
                <a:lnTo>
                  <a:pt x="367" y="430"/>
                </a:lnTo>
                <a:lnTo>
                  <a:pt x="368" y="430"/>
                </a:lnTo>
                <a:lnTo>
                  <a:pt x="368" y="429"/>
                </a:lnTo>
                <a:lnTo>
                  <a:pt x="368" y="428"/>
                </a:lnTo>
                <a:lnTo>
                  <a:pt x="367" y="428"/>
                </a:lnTo>
                <a:lnTo>
                  <a:pt x="366" y="428"/>
                </a:lnTo>
                <a:lnTo>
                  <a:pt x="366" y="427"/>
                </a:lnTo>
                <a:lnTo>
                  <a:pt x="367" y="427"/>
                </a:lnTo>
                <a:lnTo>
                  <a:pt x="367" y="426"/>
                </a:lnTo>
                <a:lnTo>
                  <a:pt x="367" y="424"/>
                </a:lnTo>
                <a:lnTo>
                  <a:pt x="366" y="424"/>
                </a:lnTo>
                <a:lnTo>
                  <a:pt x="366" y="423"/>
                </a:lnTo>
                <a:lnTo>
                  <a:pt x="367" y="423"/>
                </a:lnTo>
                <a:lnTo>
                  <a:pt x="367" y="422"/>
                </a:lnTo>
                <a:lnTo>
                  <a:pt x="368" y="422"/>
                </a:lnTo>
                <a:lnTo>
                  <a:pt x="368" y="421"/>
                </a:lnTo>
                <a:lnTo>
                  <a:pt x="367" y="421"/>
                </a:lnTo>
                <a:lnTo>
                  <a:pt x="367" y="420"/>
                </a:lnTo>
                <a:lnTo>
                  <a:pt x="365" y="419"/>
                </a:lnTo>
                <a:lnTo>
                  <a:pt x="364" y="419"/>
                </a:lnTo>
                <a:lnTo>
                  <a:pt x="364" y="418"/>
                </a:lnTo>
                <a:lnTo>
                  <a:pt x="364" y="417"/>
                </a:lnTo>
                <a:lnTo>
                  <a:pt x="365" y="417"/>
                </a:lnTo>
                <a:lnTo>
                  <a:pt x="365" y="416"/>
                </a:lnTo>
                <a:lnTo>
                  <a:pt x="364" y="416"/>
                </a:lnTo>
                <a:lnTo>
                  <a:pt x="363" y="416"/>
                </a:lnTo>
                <a:lnTo>
                  <a:pt x="363" y="415"/>
                </a:lnTo>
                <a:lnTo>
                  <a:pt x="363" y="414"/>
                </a:lnTo>
                <a:lnTo>
                  <a:pt x="363" y="413"/>
                </a:lnTo>
                <a:lnTo>
                  <a:pt x="362" y="413"/>
                </a:lnTo>
                <a:lnTo>
                  <a:pt x="362" y="412"/>
                </a:lnTo>
                <a:lnTo>
                  <a:pt x="363" y="412"/>
                </a:lnTo>
                <a:lnTo>
                  <a:pt x="363" y="413"/>
                </a:lnTo>
                <a:lnTo>
                  <a:pt x="364" y="413"/>
                </a:lnTo>
                <a:lnTo>
                  <a:pt x="364" y="412"/>
                </a:lnTo>
                <a:lnTo>
                  <a:pt x="364" y="411"/>
                </a:lnTo>
                <a:lnTo>
                  <a:pt x="364" y="410"/>
                </a:lnTo>
                <a:lnTo>
                  <a:pt x="363" y="410"/>
                </a:lnTo>
                <a:lnTo>
                  <a:pt x="363" y="409"/>
                </a:lnTo>
                <a:lnTo>
                  <a:pt x="364" y="409"/>
                </a:lnTo>
                <a:lnTo>
                  <a:pt x="364" y="408"/>
                </a:lnTo>
                <a:lnTo>
                  <a:pt x="364" y="407"/>
                </a:lnTo>
                <a:lnTo>
                  <a:pt x="363" y="407"/>
                </a:lnTo>
                <a:lnTo>
                  <a:pt x="362" y="407"/>
                </a:lnTo>
                <a:lnTo>
                  <a:pt x="361" y="407"/>
                </a:lnTo>
                <a:lnTo>
                  <a:pt x="361" y="406"/>
                </a:lnTo>
                <a:lnTo>
                  <a:pt x="360" y="406"/>
                </a:lnTo>
                <a:lnTo>
                  <a:pt x="360" y="405"/>
                </a:lnTo>
                <a:lnTo>
                  <a:pt x="359" y="405"/>
                </a:lnTo>
                <a:lnTo>
                  <a:pt x="359" y="404"/>
                </a:lnTo>
                <a:lnTo>
                  <a:pt x="359" y="403"/>
                </a:lnTo>
                <a:lnTo>
                  <a:pt x="359" y="404"/>
                </a:lnTo>
                <a:lnTo>
                  <a:pt x="358" y="404"/>
                </a:lnTo>
                <a:lnTo>
                  <a:pt x="358" y="405"/>
                </a:lnTo>
                <a:lnTo>
                  <a:pt x="357" y="405"/>
                </a:lnTo>
                <a:lnTo>
                  <a:pt x="356" y="405"/>
                </a:lnTo>
                <a:lnTo>
                  <a:pt x="356" y="404"/>
                </a:lnTo>
                <a:lnTo>
                  <a:pt x="356" y="403"/>
                </a:lnTo>
                <a:lnTo>
                  <a:pt x="355" y="403"/>
                </a:lnTo>
                <a:lnTo>
                  <a:pt x="355" y="402"/>
                </a:lnTo>
                <a:lnTo>
                  <a:pt x="355" y="401"/>
                </a:lnTo>
                <a:lnTo>
                  <a:pt x="355" y="400"/>
                </a:lnTo>
                <a:lnTo>
                  <a:pt x="355" y="399"/>
                </a:lnTo>
                <a:lnTo>
                  <a:pt x="356" y="399"/>
                </a:lnTo>
                <a:lnTo>
                  <a:pt x="357" y="399"/>
                </a:lnTo>
                <a:lnTo>
                  <a:pt x="358" y="400"/>
                </a:lnTo>
                <a:lnTo>
                  <a:pt x="359" y="400"/>
                </a:lnTo>
                <a:lnTo>
                  <a:pt x="359" y="401"/>
                </a:lnTo>
                <a:lnTo>
                  <a:pt x="360" y="401"/>
                </a:lnTo>
                <a:lnTo>
                  <a:pt x="360" y="402"/>
                </a:lnTo>
                <a:lnTo>
                  <a:pt x="360" y="403"/>
                </a:lnTo>
                <a:lnTo>
                  <a:pt x="361" y="403"/>
                </a:lnTo>
                <a:lnTo>
                  <a:pt x="361" y="402"/>
                </a:lnTo>
                <a:lnTo>
                  <a:pt x="361" y="401"/>
                </a:lnTo>
                <a:lnTo>
                  <a:pt x="362" y="401"/>
                </a:lnTo>
                <a:lnTo>
                  <a:pt x="362" y="400"/>
                </a:lnTo>
                <a:lnTo>
                  <a:pt x="363" y="399"/>
                </a:lnTo>
                <a:lnTo>
                  <a:pt x="363" y="398"/>
                </a:lnTo>
                <a:lnTo>
                  <a:pt x="363" y="397"/>
                </a:lnTo>
                <a:lnTo>
                  <a:pt x="363" y="396"/>
                </a:lnTo>
                <a:lnTo>
                  <a:pt x="363" y="395"/>
                </a:lnTo>
                <a:lnTo>
                  <a:pt x="363" y="394"/>
                </a:lnTo>
                <a:lnTo>
                  <a:pt x="363" y="393"/>
                </a:lnTo>
                <a:lnTo>
                  <a:pt x="362" y="393"/>
                </a:lnTo>
                <a:lnTo>
                  <a:pt x="361" y="393"/>
                </a:lnTo>
                <a:lnTo>
                  <a:pt x="362" y="393"/>
                </a:lnTo>
                <a:lnTo>
                  <a:pt x="362" y="392"/>
                </a:lnTo>
                <a:lnTo>
                  <a:pt x="363" y="391"/>
                </a:lnTo>
                <a:lnTo>
                  <a:pt x="363" y="390"/>
                </a:lnTo>
                <a:lnTo>
                  <a:pt x="364" y="389"/>
                </a:lnTo>
                <a:lnTo>
                  <a:pt x="364" y="388"/>
                </a:lnTo>
                <a:lnTo>
                  <a:pt x="363" y="388"/>
                </a:lnTo>
                <a:lnTo>
                  <a:pt x="363" y="387"/>
                </a:lnTo>
                <a:lnTo>
                  <a:pt x="364" y="387"/>
                </a:lnTo>
                <a:lnTo>
                  <a:pt x="363" y="387"/>
                </a:lnTo>
                <a:lnTo>
                  <a:pt x="363" y="386"/>
                </a:lnTo>
                <a:lnTo>
                  <a:pt x="362" y="385"/>
                </a:lnTo>
                <a:lnTo>
                  <a:pt x="361" y="385"/>
                </a:lnTo>
                <a:lnTo>
                  <a:pt x="360" y="385"/>
                </a:lnTo>
                <a:lnTo>
                  <a:pt x="359" y="384"/>
                </a:lnTo>
                <a:lnTo>
                  <a:pt x="359" y="383"/>
                </a:lnTo>
                <a:lnTo>
                  <a:pt x="360" y="383"/>
                </a:lnTo>
                <a:lnTo>
                  <a:pt x="361" y="383"/>
                </a:lnTo>
                <a:lnTo>
                  <a:pt x="363" y="383"/>
                </a:lnTo>
                <a:lnTo>
                  <a:pt x="364" y="382"/>
                </a:lnTo>
                <a:lnTo>
                  <a:pt x="365" y="382"/>
                </a:lnTo>
                <a:lnTo>
                  <a:pt x="365" y="381"/>
                </a:lnTo>
                <a:lnTo>
                  <a:pt x="364" y="381"/>
                </a:lnTo>
                <a:lnTo>
                  <a:pt x="364" y="380"/>
                </a:lnTo>
                <a:lnTo>
                  <a:pt x="363" y="380"/>
                </a:lnTo>
                <a:lnTo>
                  <a:pt x="363" y="379"/>
                </a:lnTo>
                <a:lnTo>
                  <a:pt x="364" y="379"/>
                </a:lnTo>
                <a:lnTo>
                  <a:pt x="365" y="379"/>
                </a:lnTo>
                <a:lnTo>
                  <a:pt x="365" y="378"/>
                </a:lnTo>
                <a:lnTo>
                  <a:pt x="365" y="377"/>
                </a:lnTo>
                <a:lnTo>
                  <a:pt x="364" y="377"/>
                </a:lnTo>
                <a:lnTo>
                  <a:pt x="364" y="376"/>
                </a:lnTo>
                <a:lnTo>
                  <a:pt x="363" y="376"/>
                </a:lnTo>
                <a:lnTo>
                  <a:pt x="362" y="375"/>
                </a:lnTo>
                <a:lnTo>
                  <a:pt x="363" y="375"/>
                </a:lnTo>
                <a:lnTo>
                  <a:pt x="363" y="374"/>
                </a:lnTo>
                <a:lnTo>
                  <a:pt x="364" y="374"/>
                </a:lnTo>
                <a:lnTo>
                  <a:pt x="364" y="373"/>
                </a:lnTo>
                <a:lnTo>
                  <a:pt x="363" y="373"/>
                </a:lnTo>
                <a:lnTo>
                  <a:pt x="362" y="373"/>
                </a:lnTo>
                <a:lnTo>
                  <a:pt x="361" y="373"/>
                </a:lnTo>
                <a:lnTo>
                  <a:pt x="361" y="372"/>
                </a:lnTo>
                <a:lnTo>
                  <a:pt x="361" y="371"/>
                </a:lnTo>
                <a:lnTo>
                  <a:pt x="360" y="371"/>
                </a:lnTo>
                <a:lnTo>
                  <a:pt x="360" y="370"/>
                </a:lnTo>
                <a:lnTo>
                  <a:pt x="361" y="370"/>
                </a:lnTo>
                <a:lnTo>
                  <a:pt x="362" y="370"/>
                </a:lnTo>
                <a:lnTo>
                  <a:pt x="363" y="370"/>
                </a:lnTo>
                <a:lnTo>
                  <a:pt x="364" y="370"/>
                </a:lnTo>
                <a:lnTo>
                  <a:pt x="365" y="369"/>
                </a:lnTo>
                <a:lnTo>
                  <a:pt x="365" y="368"/>
                </a:lnTo>
                <a:lnTo>
                  <a:pt x="365" y="367"/>
                </a:lnTo>
                <a:lnTo>
                  <a:pt x="365" y="366"/>
                </a:lnTo>
                <a:lnTo>
                  <a:pt x="366" y="366"/>
                </a:lnTo>
                <a:lnTo>
                  <a:pt x="368" y="366"/>
                </a:lnTo>
                <a:lnTo>
                  <a:pt x="369" y="366"/>
                </a:lnTo>
                <a:lnTo>
                  <a:pt x="369" y="365"/>
                </a:lnTo>
                <a:lnTo>
                  <a:pt x="370" y="365"/>
                </a:lnTo>
                <a:lnTo>
                  <a:pt x="370" y="364"/>
                </a:lnTo>
                <a:lnTo>
                  <a:pt x="370" y="363"/>
                </a:lnTo>
                <a:lnTo>
                  <a:pt x="370" y="362"/>
                </a:lnTo>
                <a:lnTo>
                  <a:pt x="369" y="362"/>
                </a:lnTo>
                <a:lnTo>
                  <a:pt x="368" y="362"/>
                </a:lnTo>
                <a:lnTo>
                  <a:pt x="367" y="362"/>
                </a:lnTo>
                <a:lnTo>
                  <a:pt x="366" y="362"/>
                </a:lnTo>
                <a:lnTo>
                  <a:pt x="366" y="361"/>
                </a:lnTo>
                <a:lnTo>
                  <a:pt x="367" y="361"/>
                </a:lnTo>
                <a:lnTo>
                  <a:pt x="367" y="360"/>
                </a:lnTo>
                <a:lnTo>
                  <a:pt x="368" y="360"/>
                </a:lnTo>
                <a:lnTo>
                  <a:pt x="369" y="360"/>
                </a:lnTo>
                <a:lnTo>
                  <a:pt x="370" y="360"/>
                </a:lnTo>
                <a:lnTo>
                  <a:pt x="370" y="361"/>
                </a:lnTo>
                <a:lnTo>
                  <a:pt x="371" y="361"/>
                </a:lnTo>
                <a:lnTo>
                  <a:pt x="372" y="361"/>
                </a:lnTo>
                <a:lnTo>
                  <a:pt x="373" y="361"/>
                </a:lnTo>
                <a:lnTo>
                  <a:pt x="373" y="360"/>
                </a:lnTo>
                <a:lnTo>
                  <a:pt x="374" y="360"/>
                </a:lnTo>
                <a:lnTo>
                  <a:pt x="373" y="359"/>
                </a:lnTo>
                <a:lnTo>
                  <a:pt x="372" y="359"/>
                </a:lnTo>
                <a:lnTo>
                  <a:pt x="371" y="359"/>
                </a:lnTo>
                <a:lnTo>
                  <a:pt x="370" y="359"/>
                </a:lnTo>
                <a:lnTo>
                  <a:pt x="369" y="358"/>
                </a:lnTo>
                <a:lnTo>
                  <a:pt x="368" y="358"/>
                </a:lnTo>
                <a:lnTo>
                  <a:pt x="367" y="358"/>
                </a:lnTo>
                <a:lnTo>
                  <a:pt x="368" y="358"/>
                </a:lnTo>
                <a:lnTo>
                  <a:pt x="368" y="357"/>
                </a:lnTo>
                <a:lnTo>
                  <a:pt x="369" y="357"/>
                </a:lnTo>
                <a:lnTo>
                  <a:pt x="369" y="356"/>
                </a:lnTo>
                <a:lnTo>
                  <a:pt x="368" y="356"/>
                </a:lnTo>
                <a:lnTo>
                  <a:pt x="367" y="356"/>
                </a:lnTo>
                <a:lnTo>
                  <a:pt x="367" y="355"/>
                </a:lnTo>
                <a:lnTo>
                  <a:pt x="366" y="355"/>
                </a:lnTo>
                <a:lnTo>
                  <a:pt x="367" y="355"/>
                </a:lnTo>
                <a:lnTo>
                  <a:pt x="368" y="355"/>
                </a:lnTo>
                <a:lnTo>
                  <a:pt x="368" y="354"/>
                </a:lnTo>
                <a:lnTo>
                  <a:pt x="369" y="354"/>
                </a:lnTo>
                <a:lnTo>
                  <a:pt x="368" y="354"/>
                </a:lnTo>
                <a:lnTo>
                  <a:pt x="368" y="353"/>
                </a:lnTo>
                <a:lnTo>
                  <a:pt x="369" y="353"/>
                </a:lnTo>
                <a:lnTo>
                  <a:pt x="369" y="352"/>
                </a:lnTo>
                <a:lnTo>
                  <a:pt x="370" y="352"/>
                </a:lnTo>
                <a:lnTo>
                  <a:pt x="370" y="351"/>
                </a:lnTo>
                <a:lnTo>
                  <a:pt x="371" y="351"/>
                </a:lnTo>
                <a:lnTo>
                  <a:pt x="371" y="352"/>
                </a:lnTo>
                <a:lnTo>
                  <a:pt x="371" y="353"/>
                </a:lnTo>
                <a:lnTo>
                  <a:pt x="372" y="353"/>
                </a:lnTo>
                <a:lnTo>
                  <a:pt x="372" y="354"/>
                </a:lnTo>
                <a:lnTo>
                  <a:pt x="373" y="354"/>
                </a:lnTo>
                <a:lnTo>
                  <a:pt x="373" y="353"/>
                </a:lnTo>
                <a:lnTo>
                  <a:pt x="373" y="352"/>
                </a:lnTo>
                <a:lnTo>
                  <a:pt x="374" y="352"/>
                </a:lnTo>
                <a:lnTo>
                  <a:pt x="376" y="352"/>
                </a:lnTo>
                <a:lnTo>
                  <a:pt x="377" y="352"/>
                </a:lnTo>
                <a:lnTo>
                  <a:pt x="377" y="351"/>
                </a:lnTo>
                <a:lnTo>
                  <a:pt x="376" y="351"/>
                </a:lnTo>
                <a:lnTo>
                  <a:pt x="376" y="350"/>
                </a:lnTo>
                <a:lnTo>
                  <a:pt x="375" y="350"/>
                </a:lnTo>
                <a:lnTo>
                  <a:pt x="374" y="349"/>
                </a:lnTo>
                <a:lnTo>
                  <a:pt x="373" y="349"/>
                </a:lnTo>
                <a:lnTo>
                  <a:pt x="375" y="349"/>
                </a:lnTo>
                <a:lnTo>
                  <a:pt x="376" y="349"/>
                </a:lnTo>
                <a:lnTo>
                  <a:pt x="376" y="348"/>
                </a:lnTo>
                <a:lnTo>
                  <a:pt x="377" y="348"/>
                </a:lnTo>
                <a:lnTo>
                  <a:pt x="378" y="348"/>
                </a:lnTo>
                <a:lnTo>
                  <a:pt x="378" y="347"/>
                </a:lnTo>
                <a:lnTo>
                  <a:pt x="378" y="346"/>
                </a:lnTo>
                <a:lnTo>
                  <a:pt x="378" y="345"/>
                </a:lnTo>
                <a:lnTo>
                  <a:pt x="379" y="345"/>
                </a:lnTo>
                <a:lnTo>
                  <a:pt x="379" y="346"/>
                </a:lnTo>
                <a:lnTo>
                  <a:pt x="380" y="346"/>
                </a:lnTo>
                <a:lnTo>
                  <a:pt x="381" y="346"/>
                </a:lnTo>
                <a:lnTo>
                  <a:pt x="382" y="345"/>
                </a:lnTo>
                <a:lnTo>
                  <a:pt x="383" y="345"/>
                </a:lnTo>
                <a:lnTo>
                  <a:pt x="383" y="344"/>
                </a:lnTo>
                <a:lnTo>
                  <a:pt x="384" y="344"/>
                </a:lnTo>
                <a:lnTo>
                  <a:pt x="384" y="343"/>
                </a:lnTo>
                <a:lnTo>
                  <a:pt x="383" y="343"/>
                </a:lnTo>
                <a:lnTo>
                  <a:pt x="382" y="343"/>
                </a:lnTo>
                <a:lnTo>
                  <a:pt x="382" y="342"/>
                </a:lnTo>
                <a:lnTo>
                  <a:pt x="383" y="342"/>
                </a:lnTo>
                <a:lnTo>
                  <a:pt x="384" y="342"/>
                </a:lnTo>
                <a:lnTo>
                  <a:pt x="385" y="342"/>
                </a:lnTo>
                <a:lnTo>
                  <a:pt x="384" y="342"/>
                </a:lnTo>
                <a:lnTo>
                  <a:pt x="384" y="341"/>
                </a:lnTo>
                <a:lnTo>
                  <a:pt x="383" y="341"/>
                </a:lnTo>
                <a:lnTo>
                  <a:pt x="384" y="341"/>
                </a:lnTo>
                <a:lnTo>
                  <a:pt x="384" y="340"/>
                </a:lnTo>
                <a:lnTo>
                  <a:pt x="383" y="340"/>
                </a:lnTo>
                <a:lnTo>
                  <a:pt x="383" y="339"/>
                </a:lnTo>
                <a:lnTo>
                  <a:pt x="384" y="338"/>
                </a:lnTo>
                <a:lnTo>
                  <a:pt x="385" y="338"/>
                </a:lnTo>
                <a:lnTo>
                  <a:pt x="385" y="337"/>
                </a:lnTo>
                <a:lnTo>
                  <a:pt x="385" y="336"/>
                </a:lnTo>
                <a:lnTo>
                  <a:pt x="385" y="335"/>
                </a:lnTo>
                <a:lnTo>
                  <a:pt x="386" y="335"/>
                </a:lnTo>
                <a:lnTo>
                  <a:pt x="387" y="335"/>
                </a:lnTo>
                <a:lnTo>
                  <a:pt x="387" y="334"/>
                </a:lnTo>
                <a:lnTo>
                  <a:pt x="388" y="334"/>
                </a:lnTo>
                <a:lnTo>
                  <a:pt x="389" y="334"/>
                </a:lnTo>
                <a:lnTo>
                  <a:pt x="390" y="334"/>
                </a:lnTo>
                <a:lnTo>
                  <a:pt x="390" y="333"/>
                </a:lnTo>
                <a:lnTo>
                  <a:pt x="389" y="333"/>
                </a:lnTo>
                <a:lnTo>
                  <a:pt x="388" y="333"/>
                </a:lnTo>
                <a:lnTo>
                  <a:pt x="389" y="333"/>
                </a:lnTo>
                <a:lnTo>
                  <a:pt x="389" y="332"/>
                </a:lnTo>
                <a:lnTo>
                  <a:pt x="390" y="332"/>
                </a:lnTo>
                <a:lnTo>
                  <a:pt x="391" y="332"/>
                </a:lnTo>
                <a:lnTo>
                  <a:pt x="391" y="331"/>
                </a:lnTo>
                <a:lnTo>
                  <a:pt x="390" y="331"/>
                </a:lnTo>
                <a:lnTo>
                  <a:pt x="390" y="330"/>
                </a:lnTo>
                <a:lnTo>
                  <a:pt x="391" y="330"/>
                </a:lnTo>
                <a:lnTo>
                  <a:pt x="392" y="329"/>
                </a:lnTo>
                <a:lnTo>
                  <a:pt x="392" y="328"/>
                </a:lnTo>
                <a:lnTo>
                  <a:pt x="391" y="328"/>
                </a:lnTo>
                <a:lnTo>
                  <a:pt x="390" y="328"/>
                </a:lnTo>
                <a:lnTo>
                  <a:pt x="390" y="327"/>
                </a:lnTo>
                <a:lnTo>
                  <a:pt x="391" y="327"/>
                </a:lnTo>
                <a:lnTo>
                  <a:pt x="392" y="327"/>
                </a:lnTo>
                <a:lnTo>
                  <a:pt x="391" y="326"/>
                </a:lnTo>
                <a:lnTo>
                  <a:pt x="391" y="325"/>
                </a:lnTo>
                <a:lnTo>
                  <a:pt x="390" y="325"/>
                </a:lnTo>
                <a:lnTo>
                  <a:pt x="390" y="324"/>
                </a:lnTo>
                <a:lnTo>
                  <a:pt x="389" y="324"/>
                </a:lnTo>
                <a:lnTo>
                  <a:pt x="390" y="324"/>
                </a:lnTo>
                <a:lnTo>
                  <a:pt x="390" y="323"/>
                </a:lnTo>
                <a:lnTo>
                  <a:pt x="391" y="323"/>
                </a:lnTo>
                <a:lnTo>
                  <a:pt x="392" y="323"/>
                </a:lnTo>
                <a:lnTo>
                  <a:pt x="394" y="324"/>
                </a:lnTo>
                <a:lnTo>
                  <a:pt x="395" y="325"/>
                </a:lnTo>
                <a:lnTo>
                  <a:pt x="395" y="324"/>
                </a:lnTo>
                <a:lnTo>
                  <a:pt x="396" y="324"/>
                </a:lnTo>
                <a:lnTo>
                  <a:pt x="396" y="323"/>
                </a:lnTo>
                <a:lnTo>
                  <a:pt x="395" y="323"/>
                </a:lnTo>
                <a:lnTo>
                  <a:pt x="395" y="322"/>
                </a:lnTo>
                <a:lnTo>
                  <a:pt x="394" y="322"/>
                </a:lnTo>
                <a:lnTo>
                  <a:pt x="394" y="321"/>
                </a:lnTo>
                <a:lnTo>
                  <a:pt x="394" y="320"/>
                </a:lnTo>
                <a:lnTo>
                  <a:pt x="395" y="321"/>
                </a:lnTo>
                <a:lnTo>
                  <a:pt x="396" y="321"/>
                </a:lnTo>
                <a:lnTo>
                  <a:pt x="396" y="320"/>
                </a:lnTo>
                <a:lnTo>
                  <a:pt x="395" y="320"/>
                </a:lnTo>
                <a:lnTo>
                  <a:pt x="396" y="320"/>
                </a:lnTo>
                <a:lnTo>
                  <a:pt x="396" y="319"/>
                </a:lnTo>
                <a:lnTo>
                  <a:pt x="397" y="319"/>
                </a:lnTo>
                <a:lnTo>
                  <a:pt x="398" y="320"/>
                </a:lnTo>
                <a:lnTo>
                  <a:pt x="399" y="320"/>
                </a:lnTo>
                <a:lnTo>
                  <a:pt x="400" y="320"/>
                </a:lnTo>
                <a:lnTo>
                  <a:pt x="401" y="320"/>
                </a:lnTo>
                <a:lnTo>
                  <a:pt x="402" y="319"/>
                </a:lnTo>
                <a:lnTo>
                  <a:pt x="402" y="318"/>
                </a:lnTo>
                <a:lnTo>
                  <a:pt x="402" y="317"/>
                </a:lnTo>
                <a:lnTo>
                  <a:pt x="403" y="317"/>
                </a:lnTo>
                <a:lnTo>
                  <a:pt x="404" y="317"/>
                </a:lnTo>
                <a:lnTo>
                  <a:pt x="405" y="317"/>
                </a:lnTo>
                <a:lnTo>
                  <a:pt x="405" y="316"/>
                </a:lnTo>
                <a:lnTo>
                  <a:pt x="406" y="316"/>
                </a:lnTo>
                <a:lnTo>
                  <a:pt x="405" y="316"/>
                </a:lnTo>
                <a:lnTo>
                  <a:pt x="405" y="315"/>
                </a:lnTo>
                <a:lnTo>
                  <a:pt x="406" y="315"/>
                </a:lnTo>
                <a:lnTo>
                  <a:pt x="407" y="315"/>
                </a:lnTo>
                <a:lnTo>
                  <a:pt x="407" y="314"/>
                </a:lnTo>
                <a:lnTo>
                  <a:pt x="408" y="313"/>
                </a:lnTo>
                <a:lnTo>
                  <a:pt x="409" y="312"/>
                </a:lnTo>
                <a:lnTo>
                  <a:pt x="410" y="312"/>
                </a:lnTo>
                <a:lnTo>
                  <a:pt x="411" y="312"/>
                </a:lnTo>
                <a:lnTo>
                  <a:pt x="411" y="313"/>
                </a:lnTo>
                <a:lnTo>
                  <a:pt x="410" y="313"/>
                </a:lnTo>
                <a:lnTo>
                  <a:pt x="410" y="314"/>
                </a:lnTo>
                <a:lnTo>
                  <a:pt x="411" y="314"/>
                </a:lnTo>
                <a:lnTo>
                  <a:pt x="412" y="313"/>
                </a:lnTo>
                <a:lnTo>
                  <a:pt x="413" y="313"/>
                </a:lnTo>
                <a:lnTo>
                  <a:pt x="413" y="312"/>
                </a:lnTo>
                <a:lnTo>
                  <a:pt x="412" y="312"/>
                </a:lnTo>
                <a:lnTo>
                  <a:pt x="412" y="311"/>
                </a:lnTo>
                <a:lnTo>
                  <a:pt x="413" y="311"/>
                </a:lnTo>
                <a:lnTo>
                  <a:pt x="414" y="311"/>
                </a:lnTo>
                <a:lnTo>
                  <a:pt x="415" y="311"/>
                </a:lnTo>
                <a:lnTo>
                  <a:pt x="415" y="310"/>
                </a:lnTo>
                <a:lnTo>
                  <a:pt x="416" y="310"/>
                </a:lnTo>
                <a:lnTo>
                  <a:pt x="417" y="309"/>
                </a:lnTo>
                <a:lnTo>
                  <a:pt x="417" y="310"/>
                </a:lnTo>
                <a:lnTo>
                  <a:pt x="417" y="309"/>
                </a:lnTo>
                <a:lnTo>
                  <a:pt x="418" y="309"/>
                </a:lnTo>
                <a:lnTo>
                  <a:pt x="417" y="309"/>
                </a:lnTo>
                <a:lnTo>
                  <a:pt x="417" y="308"/>
                </a:lnTo>
                <a:lnTo>
                  <a:pt x="418" y="308"/>
                </a:lnTo>
                <a:lnTo>
                  <a:pt x="418" y="307"/>
                </a:lnTo>
                <a:lnTo>
                  <a:pt x="417" y="306"/>
                </a:lnTo>
                <a:lnTo>
                  <a:pt x="417" y="305"/>
                </a:lnTo>
                <a:lnTo>
                  <a:pt x="416" y="304"/>
                </a:lnTo>
                <a:lnTo>
                  <a:pt x="416" y="303"/>
                </a:lnTo>
                <a:lnTo>
                  <a:pt x="417" y="302"/>
                </a:lnTo>
                <a:lnTo>
                  <a:pt x="416" y="302"/>
                </a:lnTo>
                <a:lnTo>
                  <a:pt x="416" y="301"/>
                </a:lnTo>
                <a:lnTo>
                  <a:pt x="415" y="301"/>
                </a:lnTo>
                <a:lnTo>
                  <a:pt x="415" y="300"/>
                </a:lnTo>
                <a:lnTo>
                  <a:pt x="415" y="299"/>
                </a:lnTo>
                <a:lnTo>
                  <a:pt x="415" y="298"/>
                </a:lnTo>
                <a:lnTo>
                  <a:pt x="416" y="298"/>
                </a:lnTo>
                <a:lnTo>
                  <a:pt x="415" y="298"/>
                </a:lnTo>
                <a:lnTo>
                  <a:pt x="415" y="297"/>
                </a:lnTo>
                <a:lnTo>
                  <a:pt x="414" y="297"/>
                </a:lnTo>
                <a:lnTo>
                  <a:pt x="414" y="296"/>
                </a:lnTo>
                <a:lnTo>
                  <a:pt x="415" y="296"/>
                </a:lnTo>
                <a:lnTo>
                  <a:pt x="416" y="296"/>
                </a:lnTo>
                <a:lnTo>
                  <a:pt x="416" y="295"/>
                </a:lnTo>
                <a:lnTo>
                  <a:pt x="417" y="295"/>
                </a:lnTo>
                <a:lnTo>
                  <a:pt x="417" y="294"/>
                </a:lnTo>
                <a:lnTo>
                  <a:pt x="418" y="294"/>
                </a:lnTo>
                <a:lnTo>
                  <a:pt x="418" y="293"/>
                </a:lnTo>
                <a:lnTo>
                  <a:pt x="417" y="293"/>
                </a:lnTo>
                <a:lnTo>
                  <a:pt x="416" y="293"/>
                </a:lnTo>
                <a:lnTo>
                  <a:pt x="416" y="292"/>
                </a:lnTo>
                <a:lnTo>
                  <a:pt x="415" y="292"/>
                </a:lnTo>
                <a:lnTo>
                  <a:pt x="414" y="292"/>
                </a:lnTo>
                <a:lnTo>
                  <a:pt x="413" y="292"/>
                </a:lnTo>
                <a:lnTo>
                  <a:pt x="413" y="291"/>
                </a:lnTo>
                <a:lnTo>
                  <a:pt x="414" y="291"/>
                </a:lnTo>
                <a:lnTo>
                  <a:pt x="415" y="291"/>
                </a:lnTo>
                <a:lnTo>
                  <a:pt x="415" y="290"/>
                </a:lnTo>
                <a:lnTo>
                  <a:pt x="414" y="290"/>
                </a:lnTo>
                <a:lnTo>
                  <a:pt x="414" y="289"/>
                </a:lnTo>
                <a:lnTo>
                  <a:pt x="413" y="289"/>
                </a:lnTo>
                <a:lnTo>
                  <a:pt x="412" y="289"/>
                </a:lnTo>
                <a:lnTo>
                  <a:pt x="411" y="289"/>
                </a:lnTo>
                <a:lnTo>
                  <a:pt x="412" y="289"/>
                </a:lnTo>
                <a:lnTo>
                  <a:pt x="412" y="288"/>
                </a:lnTo>
                <a:lnTo>
                  <a:pt x="413" y="288"/>
                </a:lnTo>
                <a:lnTo>
                  <a:pt x="413" y="287"/>
                </a:lnTo>
                <a:lnTo>
                  <a:pt x="414" y="287"/>
                </a:lnTo>
                <a:lnTo>
                  <a:pt x="415" y="287"/>
                </a:lnTo>
                <a:lnTo>
                  <a:pt x="415" y="286"/>
                </a:lnTo>
                <a:lnTo>
                  <a:pt x="416" y="287"/>
                </a:lnTo>
                <a:lnTo>
                  <a:pt x="417" y="287"/>
                </a:lnTo>
                <a:lnTo>
                  <a:pt x="418" y="288"/>
                </a:lnTo>
                <a:lnTo>
                  <a:pt x="419" y="288"/>
                </a:lnTo>
                <a:lnTo>
                  <a:pt x="419" y="287"/>
                </a:lnTo>
                <a:lnTo>
                  <a:pt x="419" y="286"/>
                </a:lnTo>
                <a:lnTo>
                  <a:pt x="418" y="286"/>
                </a:lnTo>
                <a:lnTo>
                  <a:pt x="418" y="285"/>
                </a:lnTo>
                <a:lnTo>
                  <a:pt x="418" y="284"/>
                </a:lnTo>
                <a:lnTo>
                  <a:pt x="419" y="284"/>
                </a:lnTo>
                <a:lnTo>
                  <a:pt x="420" y="285"/>
                </a:lnTo>
                <a:lnTo>
                  <a:pt x="421" y="285"/>
                </a:lnTo>
                <a:lnTo>
                  <a:pt x="422" y="284"/>
                </a:lnTo>
                <a:lnTo>
                  <a:pt x="423" y="284"/>
                </a:lnTo>
                <a:lnTo>
                  <a:pt x="423" y="283"/>
                </a:lnTo>
                <a:lnTo>
                  <a:pt x="423" y="282"/>
                </a:lnTo>
                <a:lnTo>
                  <a:pt x="422" y="282"/>
                </a:lnTo>
                <a:lnTo>
                  <a:pt x="423" y="282"/>
                </a:lnTo>
                <a:lnTo>
                  <a:pt x="423" y="281"/>
                </a:lnTo>
                <a:lnTo>
                  <a:pt x="424" y="281"/>
                </a:lnTo>
                <a:lnTo>
                  <a:pt x="425" y="281"/>
                </a:lnTo>
                <a:lnTo>
                  <a:pt x="426" y="281"/>
                </a:lnTo>
                <a:lnTo>
                  <a:pt x="426" y="280"/>
                </a:lnTo>
                <a:lnTo>
                  <a:pt x="427" y="280"/>
                </a:lnTo>
                <a:lnTo>
                  <a:pt x="427" y="279"/>
                </a:lnTo>
                <a:lnTo>
                  <a:pt x="426" y="279"/>
                </a:lnTo>
                <a:lnTo>
                  <a:pt x="425" y="278"/>
                </a:lnTo>
                <a:lnTo>
                  <a:pt x="424" y="278"/>
                </a:lnTo>
                <a:lnTo>
                  <a:pt x="425" y="278"/>
                </a:lnTo>
                <a:lnTo>
                  <a:pt x="426" y="278"/>
                </a:lnTo>
                <a:lnTo>
                  <a:pt x="428" y="278"/>
                </a:lnTo>
                <a:lnTo>
                  <a:pt x="429" y="278"/>
                </a:lnTo>
                <a:lnTo>
                  <a:pt x="429" y="277"/>
                </a:lnTo>
                <a:lnTo>
                  <a:pt x="428" y="277"/>
                </a:lnTo>
                <a:lnTo>
                  <a:pt x="428" y="276"/>
                </a:lnTo>
                <a:lnTo>
                  <a:pt x="429" y="276"/>
                </a:lnTo>
                <a:lnTo>
                  <a:pt x="429" y="275"/>
                </a:lnTo>
                <a:lnTo>
                  <a:pt x="429" y="274"/>
                </a:lnTo>
                <a:lnTo>
                  <a:pt x="430" y="274"/>
                </a:lnTo>
                <a:lnTo>
                  <a:pt x="430" y="273"/>
                </a:lnTo>
                <a:lnTo>
                  <a:pt x="430" y="274"/>
                </a:lnTo>
                <a:lnTo>
                  <a:pt x="431" y="274"/>
                </a:lnTo>
                <a:lnTo>
                  <a:pt x="431" y="275"/>
                </a:lnTo>
                <a:lnTo>
                  <a:pt x="431" y="276"/>
                </a:lnTo>
                <a:lnTo>
                  <a:pt x="432" y="276"/>
                </a:lnTo>
                <a:lnTo>
                  <a:pt x="433" y="276"/>
                </a:lnTo>
                <a:lnTo>
                  <a:pt x="433" y="275"/>
                </a:lnTo>
                <a:lnTo>
                  <a:pt x="433" y="274"/>
                </a:lnTo>
                <a:lnTo>
                  <a:pt x="434" y="274"/>
                </a:lnTo>
                <a:lnTo>
                  <a:pt x="433" y="273"/>
                </a:lnTo>
                <a:lnTo>
                  <a:pt x="434" y="273"/>
                </a:lnTo>
                <a:lnTo>
                  <a:pt x="435" y="272"/>
                </a:lnTo>
                <a:lnTo>
                  <a:pt x="435" y="273"/>
                </a:lnTo>
                <a:lnTo>
                  <a:pt x="436" y="273"/>
                </a:lnTo>
                <a:lnTo>
                  <a:pt x="436" y="272"/>
                </a:lnTo>
                <a:lnTo>
                  <a:pt x="435" y="272"/>
                </a:lnTo>
                <a:lnTo>
                  <a:pt x="435" y="271"/>
                </a:lnTo>
                <a:lnTo>
                  <a:pt x="436" y="270"/>
                </a:lnTo>
                <a:lnTo>
                  <a:pt x="437" y="270"/>
                </a:lnTo>
                <a:lnTo>
                  <a:pt x="437" y="271"/>
                </a:lnTo>
                <a:lnTo>
                  <a:pt x="437" y="270"/>
                </a:lnTo>
                <a:lnTo>
                  <a:pt x="437" y="269"/>
                </a:lnTo>
                <a:lnTo>
                  <a:pt x="439" y="268"/>
                </a:lnTo>
                <a:lnTo>
                  <a:pt x="439" y="267"/>
                </a:lnTo>
                <a:lnTo>
                  <a:pt x="440" y="267"/>
                </a:lnTo>
                <a:lnTo>
                  <a:pt x="440" y="266"/>
                </a:lnTo>
                <a:lnTo>
                  <a:pt x="440" y="265"/>
                </a:lnTo>
                <a:lnTo>
                  <a:pt x="439" y="265"/>
                </a:lnTo>
                <a:lnTo>
                  <a:pt x="438" y="266"/>
                </a:lnTo>
                <a:lnTo>
                  <a:pt x="438" y="265"/>
                </a:lnTo>
                <a:lnTo>
                  <a:pt x="437" y="265"/>
                </a:lnTo>
                <a:lnTo>
                  <a:pt x="438" y="264"/>
                </a:lnTo>
                <a:lnTo>
                  <a:pt x="437" y="264"/>
                </a:lnTo>
                <a:lnTo>
                  <a:pt x="437" y="263"/>
                </a:lnTo>
                <a:lnTo>
                  <a:pt x="436" y="262"/>
                </a:lnTo>
                <a:lnTo>
                  <a:pt x="437" y="262"/>
                </a:lnTo>
                <a:lnTo>
                  <a:pt x="437" y="261"/>
                </a:lnTo>
                <a:lnTo>
                  <a:pt x="438" y="260"/>
                </a:lnTo>
                <a:lnTo>
                  <a:pt x="437" y="260"/>
                </a:lnTo>
                <a:lnTo>
                  <a:pt x="437" y="259"/>
                </a:lnTo>
                <a:lnTo>
                  <a:pt x="438" y="260"/>
                </a:lnTo>
                <a:lnTo>
                  <a:pt x="439" y="260"/>
                </a:lnTo>
                <a:lnTo>
                  <a:pt x="439" y="259"/>
                </a:lnTo>
                <a:lnTo>
                  <a:pt x="438" y="259"/>
                </a:lnTo>
                <a:lnTo>
                  <a:pt x="437" y="259"/>
                </a:lnTo>
                <a:lnTo>
                  <a:pt x="437" y="258"/>
                </a:lnTo>
                <a:lnTo>
                  <a:pt x="436" y="258"/>
                </a:lnTo>
                <a:lnTo>
                  <a:pt x="436" y="257"/>
                </a:lnTo>
                <a:lnTo>
                  <a:pt x="434" y="257"/>
                </a:lnTo>
                <a:lnTo>
                  <a:pt x="435" y="257"/>
                </a:lnTo>
                <a:lnTo>
                  <a:pt x="435" y="256"/>
                </a:lnTo>
                <a:lnTo>
                  <a:pt x="434" y="256"/>
                </a:lnTo>
                <a:lnTo>
                  <a:pt x="433" y="256"/>
                </a:lnTo>
                <a:lnTo>
                  <a:pt x="432" y="255"/>
                </a:lnTo>
                <a:lnTo>
                  <a:pt x="431" y="255"/>
                </a:lnTo>
                <a:lnTo>
                  <a:pt x="431" y="254"/>
                </a:lnTo>
                <a:lnTo>
                  <a:pt x="432" y="255"/>
                </a:lnTo>
                <a:lnTo>
                  <a:pt x="433" y="255"/>
                </a:lnTo>
                <a:lnTo>
                  <a:pt x="433" y="254"/>
                </a:lnTo>
                <a:lnTo>
                  <a:pt x="432" y="254"/>
                </a:lnTo>
                <a:lnTo>
                  <a:pt x="431" y="254"/>
                </a:lnTo>
                <a:lnTo>
                  <a:pt x="432" y="253"/>
                </a:lnTo>
                <a:lnTo>
                  <a:pt x="433" y="253"/>
                </a:lnTo>
                <a:lnTo>
                  <a:pt x="432" y="253"/>
                </a:lnTo>
                <a:lnTo>
                  <a:pt x="432" y="252"/>
                </a:lnTo>
                <a:lnTo>
                  <a:pt x="433" y="252"/>
                </a:lnTo>
                <a:lnTo>
                  <a:pt x="433" y="251"/>
                </a:lnTo>
                <a:lnTo>
                  <a:pt x="432" y="251"/>
                </a:lnTo>
                <a:lnTo>
                  <a:pt x="432" y="252"/>
                </a:lnTo>
                <a:lnTo>
                  <a:pt x="432" y="251"/>
                </a:lnTo>
                <a:lnTo>
                  <a:pt x="431" y="251"/>
                </a:lnTo>
                <a:lnTo>
                  <a:pt x="431" y="250"/>
                </a:lnTo>
                <a:lnTo>
                  <a:pt x="431" y="251"/>
                </a:lnTo>
                <a:lnTo>
                  <a:pt x="430" y="251"/>
                </a:lnTo>
                <a:lnTo>
                  <a:pt x="429" y="252"/>
                </a:lnTo>
                <a:lnTo>
                  <a:pt x="428" y="252"/>
                </a:lnTo>
                <a:lnTo>
                  <a:pt x="427" y="252"/>
                </a:lnTo>
                <a:lnTo>
                  <a:pt x="427" y="251"/>
                </a:lnTo>
                <a:lnTo>
                  <a:pt x="426" y="251"/>
                </a:lnTo>
                <a:lnTo>
                  <a:pt x="427" y="250"/>
                </a:lnTo>
                <a:lnTo>
                  <a:pt x="426" y="250"/>
                </a:lnTo>
                <a:lnTo>
                  <a:pt x="426" y="249"/>
                </a:lnTo>
                <a:lnTo>
                  <a:pt x="425" y="249"/>
                </a:lnTo>
                <a:lnTo>
                  <a:pt x="423" y="250"/>
                </a:lnTo>
                <a:lnTo>
                  <a:pt x="423" y="249"/>
                </a:lnTo>
                <a:lnTo>
                  <a:pt x="422" y="249"/>
                </a:lnTo>
                <a:lnTo>
                  <a:pt x="421" y="249"/>
                </a:lnTo>
                <a:lnTo>
                  <a:pt x="421" y="248"/>
                </a:lnTo>
                <a:lnTo>
                  <a:pt x="422" y="247"/>
                </a:lnTo>
                <a:lnTo>
                  <a:pt x="421" y="246"/>
                </a:lnTo>
                <a:lnTo>
                  <a:pt x="421" y="245"/>
                </a:lnTo>
                <a:lnTo>
                  <a:pt x="421" y="244"/>
                </a:lnTo>
                <a:lnTo>
                  <a:pt x="420" y="244"/>
                </a:lnTo>
                <a:lnTo>
                  <a:pt x="421" y="244"/>
                </a:lnTo>
                <a:lnTo>
                  <a:pt x="421" y="243"/>
                </a:lnTo>
                <a:lnTo>
                  <a:pt x="420" y="243"/>
                </a:lnTo>
                <a:lnTo>
                  <a:pt x="420" y="242"/>
                </a:lnTo>
                <a:lnTo>
                  <a:pt x="419" y="242"/>
                </a:lnTo>
                <a:lnTo>
                  <a:pt x="419" y="241"/>
                </a:lnTo>
                <a:lnTo>
                  <a:pt x="417" y="240"/>
                </a:lnTo>
                <a:lnTo>
                  <a:pt x="416" y="240"/>
                </a:lnTo>
                <a:lnTo>
                  <a:pt x="415" y="240"/>
                </a:lnTo>
                <a:lnTo>
                  <a:pt x="414" y="240"/>
                </a:lnTo>
                <a:lnTo>
                  <a:pt x="413" y="240"/>
                </a:lnTo>
                <a:lnTo>
                  <a:pt x="411" y="240"/>
                </a:lnTo>
                <a:lnTo>
                  <a:pt x="411" y="239"/>
                </a:lnTo>
                <a:lnTo>
                  <a:pt x="412" y="238"/>
                </a:lnTo>
                <a:lnTo>
                  <a:pt x="412" y="237"/>
                </a:lnTo>
                <a:lnTo>
                  <a:pt x="411" y="236"/>
                </a:lnTo>
                <a:lnTo>
                  <a:pt x="410" y="236"/>
                </a:lnTo>
                <a:lnTo>
                  <a:pt x="409" y="234"/>
                </a:lnTo>
                <a:lnTo>
                  <a:pt x="408" y="233"/>
                </a:lnTo>
                <a:lnTo>
                  <a:pt x="407" y="232"/>
                </a:lnTo>
                <a:lnTo>
                  <a:pt x="408" y="232"/>
                </a:lnTo>
                <a:lnTo>
                  <a:pt x="407" y="231"/>
                </a:lnTo>
                <a:lnTo>
                  <a:pt x="406" y="231"/>
                </a:lnTo>
                <a:lnTo>
                  <a:pt x="406" y="230"/>
                </a:lnTo>
                <a:lnTo>
                  <a:pt x="406" y="229"/>
                </a:lnTo>
                <a:lnTo>
                  <a:pt x="405" y="229"/>
                </a:lnTo>
                <a:lnTo>
                  <a:pt x="404" y="228"/>
                </a:lnTo>
                <a:lnTo>
                  <a:pt x="403" y="228"/>
                </a:lnTo>
                <a:lnTo>
                  <a:pt x="404" y="228"/>
                </a:lnTo>
                <a:lnTo>
                  <a:pt x="403" y="228"/>
                </a:lnTo>
                <a:lnTo>
                  <a:pt x="403" y="227"/>
                </a:lnTo>
                <a:lnTo>
                  <a:pt x="402" y="227"/>
                </a:lnTo>
                <a:lnTo>
                  <a:pt x="402" y="226"/>
                </a:lnTo>
                <a:lnTo>
                  <a:pt x="401" y="226"/>
                </a:lnTo>
                <a:lnTo>
                  <a:pt x="401" y="225"/>
                </a:lnTo>
                <a:lnTo>
                  <a:pt x="400" y="225"/>
                </a:lnTo>
                <a:lnTo>
                  <a:pt x="399" y="224"/>
                </a:lnTo>
                <a:lnTo>
                  <a:pt x="399" y="223"/>
                </a:lnTo>
                <a:lnTo>
                  <a:pt x="399" y="222"/>
                </a:lnTo>
                <a:lnTo>
                  <a:pt x="398" y="222"/>
                </a:lnTo>
                <a:lnTo>
                  <a:pt x="397" y="221"/>
                </a:lnTo>
                <a:lnTo>
                  <a:pt x="397" y="220"/>
                </a:lnTo>
                <a:lnTo>
                  <a:pt x="396" y="220"/>
                </a:lnTo>
                <a:lnTo>
                  <a:pt x="396" y="219"/>
                </a:lnTo>
                <a:lnTo>
                  <a:pt x="395" y="219"/>
                </a:lnTo>
                <a:lnTo>
                  <a:pt x="395" y="220"/>
                </a:lnTo>
                <a:lnTo>
                  <a:pt x="395" y="219"/>
                </a:lnTo>
                <a:lnTo>
                  <a:pt x="394" y="219"/>
                </a:lnTo>
                <a:lnTo>
                  <a:pt x="394" y="218"/>
                </a:lnTo>
                <a:lnTo>
                  <a:pt x="395" y="218"/>
                </a:lnTo>
                <a:lnTo>
                  <a:pt x="395" y="217"/>
                </a:lnTo>
                <a:lnTo>
                  <a:pt x="394" y="217"/>
                </a:lnTo>
                <a:lnTo>
                  <a:pt x="393" y="216"/>
                </a:lnTo>
                <a:lnTo>
                  <a:pt x="392" y="216"/>
                </a:lnTo>
                <a:lnTo>
                  <a:pt x="392" y="215"/>
                </a:lnTo>
                <a:lnTo>
                  <a:pt x="391" y="214"/>
                </a:lnTo>
                <a:lnTo>
                  <a:pt x="390" y="213"/>
                </a:lnTo>
                <a:lnTo>
                  <a:pt x="389" y="212"/>
                </a:lnTo>
                <a:lnTo>
                  <a:pt x="388" y="211"/>
                </a:lnTo>
                <a:lnTo>
                  <a:pt x="387" y="210"/>
                </a:lnTo>
                <a:lnTo>
                  <a:pt x="386" y="210"/>
                </a:lnTo>
                <a:lnTo>
                  <a:pt x="386" y="209"/>
                </a:lnTo>
                <a:lnTo>
                  <a:pt x="385" y="209"/>
                </a:lnTo>
                <a:lnTo>
                  <a:pt x="384" y="209"/>
                </a:lnTo>
                <a:lnTo>
                  <a:pt x="384" y="208"/>
                </a:lnTo>
                <a:lnTo>
                  <a:pt x="383" y="208"/>
                </a:lnTo>
                <a:lnTo>
                  <a:pt x="383" y="207"/>
                </a:lnTo>
                <a:lnTo>
                  <a:pt x="382" y="207"/>
                </a:lnTo>
                <a:lnTo>
                  <a:pt x="382" y="206"/>
                </a:lnTo>
                <a:lnTo>
                  <a:pt x="381" y="206"/>
                </a:lnTo>
                <a:lnTo>
                  <a:pt x="381" y="205"/>
                </a:lnTo>
                <a:lnTo>
                  <a:pt x="380" y="205"/>
                </a:lnTo>
                <a:lnTo>
                  <a:pt x="378" y="204"/>
                </a:lnTo>
                <a:lnTo>
                  <a:pt x="377" y="203"/>
                </a:lnTo>
                <a:lnTo>
                  <a:pt x="377" y="202"/>
                </a:lnTo>
                <a:lnTo>
                  <a:pt x="377" y="201"/>
                </a:lnTo>
                <a:lnTo>
                  <a:pt x="376" y="200"/>
                </a:lnTo>
                <a:lnTo>
                  <a:pt x="375" y="200"/>
                </a:lnTo>
                <a:lnTo>
                  <a:pt x="373" y="200"/>
                </a:lnTo>
                <a:lnTo>
                  <a:pt x="372" y="200"/>
                </a:lnTo>
                <a:lnTo>
                  <a:pt x="372" y="201"/>
                </a:lnTo>
                <a:lnTo>
                  <a:pt x="371" y="201"/>
                </a:lnTo>
                <a:lnTo>
                  <a:pt x="370" y="200"/>
                </a:lnTo>
                <a:lnTo>
                  <a:pt x="370" y="199"/>
                </a:lnTo>
                <a:lnTo>
                  <a:pt x="369" y="199"/>
                </a:lnTo>
                <a:lnTo>
                  <a:pt x="369" y="198"/>
                </a:lnTo>
                <a:lnTo>
                  <a:pt x="368" y="198"/>
                </a:lnTo>
                <a:lnTo>
                  <a:pt x="367" y="198"/>
                </a:lnTo>
                <a:lnTo>
                  <a:pt x="367" y="199"/>
                </a:lnTo>
                <a:lnTo>
                  <a:pt x="366" y="199"/>
                </a:lnTo>
                <a:lnTo>
                  <a:pt x="365" y="198"/>
                </a:lnTo>
                <a:lnTo>
                  <a:pt x="364" y="198"/>
                </a:lnTo>
                <a:lnTo>
                  <a:pt x="363" y="198"/>
                </a:lnTo>
                <a:lnTo>
                  <a:pt x="363" y="199"/>
                </a:lnTo>
                <a:lnTo>
                  <a:pt x="362" y="199"/>
                </a:lnTo>
                <a:lnTo>
                  <a:pt x="361" y="199"/>
                </a:lnTo>
                <a:lnTo>
                  <a:pt x="360" y="198"/>
                </a:lnTo>
                <a:lnTo>
                  <a:pt x="359" y="198"/>
                </a:lnTo>
                <a:lnTo>
                  <a:pt x="358" y="198"/>
                </a:lnTo>
                <a:lnTo>
                  <a:pt x="357" y="198"/>
                </a:lnTo>
                <a:lnTo>
                  <a:pt x="356" y="199"/>
                </a:lnTo>
                <a:lnTo>
                  <a:pt x="355" y="199"/>
                </a:lnTo>
                <a:lnTo>
                  <a:pt x="355" y="198"/>
                </a:lnTo>
                <a:lnTo>
                  <a:pt x="355" y="197"/>
                </a:lnTo>
                <a:lnTo>
                  <a:pt x="355" y="196"/>
                </a:lnTo>
                <a:lnTo>
                  <a:pt x="354" y="196"/>
                </a:lnTo>
                <a:lnTo>
                  <a:pt x="353" y="196"/>
                </a:lnTo>
                <a:lnTo>
                  <a:pt x="352" y="196"/>
                </a:lnTo>
                <a:lnTo>
                  <a:pt x="351" y="198"/>
                </a:lnTo>
                <a:lnTo>
                  <a:pt x="349" y="199"/>
                </a:lnTo>
                <a:lnTo>
                  <a:pt x="349" y="201"/>
                </a:lnTo>
                <a:lnTo>
                  <a:pt x="349" y="202"/>
                </a:lnTo>
                <a:lnTo>
                  <a:pt x="349" y="204"/>
                </a:lnTo>
                <a:lnTo>
                  <a:pt x="349" y="206"/>
                </a:lnTo>
                <a:lnTo>
                  <a:pt x="350" y="206"/>
                </a:lnTo>
                <a:lnTo>
                  <a:pt x="350" y="207"/>
                </a:lnTo>
                <a:lnTo>
                  <a:pt x="349" y="207"/>
                </a:lnTo>
                <a:lnTo>
                  <a:pt x="349" y="208"/>
                </a:lnTo>
                <a:lnTo>
                  <a:pt x="349" y="209"/>
                </a:lnTo>
                <a:lnTo>
                  <a:pt x="347" y="209"/>
                </a:lnTo>
                <a:lnTo>
                  <a:pt x="346" y="209"/>
                </a:lnTo>
                <a:lnTo>
                  <a:pt x="344" y="209"/>
                </a:lnTo>
                <a:lnTo>
                  <a:pt x="344" y="210"/>
                </a:lnTo>
                <a:lnTo>
                  <a:pt x="343" y="210"/>
                </a:lnTo>
                <a:lnTo>
                  <a:pt x="342" y="210"/>
                </a:lnTo>
                <a:lnTo>
                  <a:pt x="342" y="211"/>
                </a:lnTo>
                <a:lnTo>
                  <a:pt x="341" y="212"/>
                </a:lnTo>
                <a:lnTo>
                  <a:pt x="340" y="212"/>
                </a:lnTo>
                <a:lnTo>
                  <a:pt x="338" y="212"/>
                </a:lnTo>
                <a:lnTo>
                  <a:pt x="337" y="212"/>
                </a:lnTo>
                <a:lnTo>
                  <a:pt x="336" y="212"/>
                </a:lnTo>
                <a:lnTo>
                  <a:pt x="336" y="213"/>
                </a:lnTo>
                <a:lnTo>
                  <a:pt x="336" y="214"/>
                </a:lnTo>
                <a:lnTo>
                  <a:pt x="336" y="215"/>
                </a:lnTo>
                <a:lnTo>
                  <a:pt x="337" y="216"/>
                </a:lnTo>
                <a:lnTo>
                  <a:pt x="338" y="217"/>
                </a:lnTo>
                <a:lnTo>
                  <a:pt x="338" y="218"/>
                </a:lnTo>
                <a:lnTo>
                  <a:pt x="337" y="218"/>
                </a:lnTo>
                <a:lnTo>
                  <a:pt x="337" y="219"/>
                </a:lnTo>
                <a:lnTo>
                  <a:pt x="336" y="219"/>
                </a:lnTo>
                <a:lnTo>
                  <a:pt x="335" y="219"/>
                </a:lnTo>
                <a:lnTo>
                  <a:pt x="335" y="220"/>
                </a:lnTo>
                <a:lnTo>
                  <a:pt x="333" y="221"/>
                </a:lnTo>
                <a:lnTo>
                  <a:pt x="332" y="222"/>
                </a:lnTo>
                <a:lnTo>
                  <a:pt x="332" y="223"/>
                </a:lnTo>
                <a:lnTo>
                  <a:pt x="333" y="223"/>
                </a:lnTo>
                <a:lnTo>
                  <a:pt x="333" y="224"/>
                </a:lnTo>
                <a:lnTo>
                  <a:pt x="332" y="224"/>
                </a:lnTo>
                <a:lnTo>
                  <a:pt x="332" y="225"/>
                </a:lnTo>
                <a:lnTo>
                  <a:pt x="330" y="225"/>
                </a:lnTo>
                <a:lnTo>
                  <a:pt x="328" y="224"/>
                </a:lnTo>
                <a:lnTo>
                  <a:pt x="326" y="224"/>
                </a:lnTo>
                <a:lnTo>
                  <a:pt x="325" y="224"/>
                </a:lnTo>
                <a:lnTo>
                  <a:pt x="325" y="223"/>
                </a:lnTo>
                <a:lnTo>
                  <a:pt x="324" y="223"/>
                </a:lnTo>
                <a:lnTo>
                  <a:pt x="323" y="223"/>
                </a:lnTo>
                <a:lnTo>
                  <a:pt x="321" y="224"/>
                </a:lnTo>
                <a:lnTo>
                  <a:pt x="321" y="225"/>
                </a:lnTo>
                <a:lnTo>
                  <a:pt x="321" y="226"/>
                </a:lnTo>
                <a:lnTo>
                  <a:pt x="321" y="227"/>
                </a:lnTo>
                <a:lnTo>
                  <a:pt x="320" y="227"/>
                </a:lnTo>
                <a:lnTo>
                  <a:pt x="317" y="228"/>
                </a:lnTo>
                <a:lnTo>
                  <a:pt x="314" y="229"/>
                </a:lnTo>
                <a:lnTo>
                  <a:pt x="313" y="229"/>
                </a:lnTo>
                <a:lnTo>
                  <a:pt x="312" y="229"/>
                </a:lnTo>
                <a:lnTo>
                  <a:pt x="310" y="230"/>
                </a:lnTo>
                <a:lnTo>
                  <a:pt x="309" y="230"/>
                </a:lnTo>
                <a:lnTo>
                  <a:pt x="308" y="229"/>
                </a:lnTo>
                <a:lnTo>
                  <a:pt x="307" y="228"/>
                </a:lnTo>
                <a:lnTo>
                  <a:pt x="307" y="227"/>
                </a:lnTo>
                <a:lnTo>
                  <a:pt x="306" y="226"/>
                </a:lnTo>
                <a:lnTo>
                  <a:pt x="305" y="226"/>
                </a:lnTo>
                <a:lnTo>
                  <a:pt x="304" y="225"/>
                </a:lnTo>
                <a:lnTo>
                  <a:pt x="303" y="225"/>
                </a:lnTo>
                <a:lnTo>
                  <a:pt x="302" y="225"/>
                </a:lnTo>
                <a:lnTo>
                  <a:pt x="300" y="225"/>
                </a:lnTo>
                <a:lnTo>
                  <a:pt x="299" y="225"/>
                </a:lnTo>
                <a:lnTo>
                  <a:pt x="298" y="224"/>
                </a:lnTo>
                <a:lnTo>
                  <a:pt x="297" y="225"/>
                </a:lnTo>
                <a:lnTo>
                  <a:pt x="296" y="225"/>
                </a:lnTo>
                <a:lnTo>
                  <a:pt x="296" y="226"/>
                </a:lnTo>
                <a:lnTo>
                  <a:pt x="295" y="226"/>
                </a:lnTo>
                <a:lnTo>
                  <a:pt x="293" y="226"/>
                </a:lnTo>
                <a:lnTo>
                  <a:pt x="292" y="227"/>
                </a:lnTo>
                <a:lnTo>
                  <a:pt x="291" y="228"/>
                </a:lnTo>
                <a:lnTo>
                  <a:pt x="291" y="229"/>
                </a:lnTo>
                <a:lnTo>
                  <a:pt x="292" y="230"/>
                </a:lnTo>
                <a:lnTo>
                  <a:pt x="292" y="232"/>
                </a:lnTo>
                <a:lnTo>
                  <a:pt x="292" y="233"/>
                </a:lnTo>
                <a:lnTo>
                  <a:pt x="291" y="233"/>
                </a:lnTo>
                <a:lnTo>
                  <a:pt x="290" y="234"/>
                </a:lnTo>
                <a:lnTo>
                  <a:pt x="290" y="235"/>
                </a:lnTo>
                <a:lnTo>
                  <a:pt x="289" y="235"/>
                </a:lnTo>
                <a:lnTo>
                  <a:pt x="288" y="235"/>
                </a:lnTo>
                <a:lnTo>
                  <a:pt x="287" y="235"/>
                </a:lnTo>
                <a:lnTo>
                  <a:pt x="285" y="235"/>
                </a:lnTo>
                <a:lnTo>
                  <a:pt x="284" y="235"/>
                </a:lnTo>
                <a:lnTo>
                  <a:pt x="284" y="236"/>
                </a:lnTo>
                <a:lnTo>
                  <a:pt x="284" y="235"/>
                </a:lnTo>
                <a:lnTo>
                  <a:pt x="283" y="235"/>
                </a:lnTo>
                <a:lnTo>
                  <a:pt x="283" y="234"/>
                </a:lnTo>
                <a:lnTo>
                  <a:pt x="284" y="234"/>
                </a:lnTo>
                <a:lnTo>
                  <a:pt x="283" y="233"/>
                </a:lnTo>
                <a:lnTo>
                  <a:pt x="282" y="233"/>
                </a:lnTo>
                <a:lnTo>
                  <a:pt x="281" y="234"/>
                </a:lnTo>
                <a:lnTo>
                  <a:pt x="280" y="234"/>
                </a:lnTo>
                <a:lnTo>
                  <a:pt x="280" y="233"/>
                </a:lnTo>
                <a:lnTo>
                  <a:pt x="279" y="232"/>
                </a:lnTo>
                <a:lnTo>
                  <a:pt x="277" y="231"/>
                </a:lnTo>
                <a:lnTo>
                  <a:pt x="277" y="230"/>
                </a:lnTo>
                <a:lnTo>
                  <a:pt x="275" y="229"/>
                </a:lnTo>
                <a:lnTo>
                  <a:pt x="274" y="228"/>
                </a:lnTo>
                <a:lnTo>
                  <a:pt x="272" y="228"/>
                </a:lnTo>
                <a:lnTo>
                  <a:pt x="271" y="228"/>
                </a:lnTo>
                <a:lnTo>
                  <a:pt x="269" y="229"/>
                </a:lnTo>
                <a:lnTo>
                  <a:pt x="268" y="228"/>
                </a:lnTo>
                <a:lnTo>
                  <a:pt x="267" y="228"/>
                </a:lnTo>
                <a:lnTo>
                  <a:pt x="266" y="228"/>
                </a:lnTo>
                <a:lnTo>
                  <a:pt x="266" y="229"/>
                </a:lnTo>
                <a:lnTo>
                  <a:pt x="265" y="229"/>
                </a:lnTo>
                <a:lnTo>
                  <a:pt x="264" y="228"/>
                </a:lnTo>
                <a:lnTo>
                  <a:pt x="261" y="228"/>
                </a:lnTo>
                <a:lnTo>
                  <a:pt x="261" y="229"/>
                </a:lnTo>
                <a:lnTo>
                  <a:pt x="261" y="230"/>
                </a:lnTo>
                <a:lnTo>
                  <a:pt x="260" y="230"/>
                </a:lnTo>
                <a:lnTo>
                  <a:pt x="260" y="231"/>
                </a:lnTo>
                <a:lnTo>
                  <a:pt x="259" y="231"/>
                </a:lnTo>
                <a:lnTo>
                  <a:pt x="258" y="231"/>
                </a:lnTo>
                <a:lnTo>
                  <a:pt x="258" y="230"/>
                </a:lnTo>
                <a:lnTo>
                  <a:pt x="257" y="230"/>
                </a:lnTo>
                <a:lnTo>
                  <a:pt x="257" y="231"/>
                </a:lnTo>
                <a:lnTo>
                  <a:pt x="255" y="231"/>
                </a:lnTo>
                <a:lnTo>
                  <a:pt x="255" y="230"/>
                </a:lnTo>
                <a:lnTo>
                  <a:pt x="254" y="230"/>
                </a:lnTo>
                <a:lnTo>
                  <a:pt x="252" y="230"/>
                </a:lnTo>
                <a:lnTo>
                  <a:pt x="251" y="230"/>
                </a:lnTo>
                <a:lnTo>
                  <a:pt x="248" y="231"/>
                </a:lnTo>
                <a:lnTo>
                  <a:pt x="247" y="232"/>
                </a:lnTo>
                <a:lnTo>
                  <a:pt x="247" y="233"/>
                </a:lnTo>
                <a:lnTo>
                  <a:pt x="246" y="233"/>
                </a:lnTo>
                <a:lnTo>
                  <a:pt x="245" y="232"/>
                </a:lnTo>
                <a:lnTo>
                  <a:pt x="243" y="231"/>
                </a:lnTo>
                <a:lnTo>
                  <a:pt x="241" y="229"/>
                </a:lnTo>
                <a:lnTo>
                  <a:pt x="241" y="228"/>
                </a:lnTo>
                <a:lnTo>
                  <a:pt x="240" y="228"/>
                </a:lnTo>
                <a:lnTo>
                  <a:pt x="240" y="227"/>
                </a:lnTo>
                <a:lnTo>
                  <a:pt x="239" y="226"/>
                </a:lnTo>
                <a:lnTo>
                  <a:pt x="238" y="226"/>
                </a:lnTo>
                <a:lnTo>
                  <a:pt x="237" y="226"/>
                </a:lnTo>
                <a:lnTo>
                  <a:pt x="236" y="226"/>
                </a:lnTo>
                <a:lnTo>
                  <a:pt x="235" y="226"/>
                </a:lnTo>
                <a:lnTo>
                  <a:pt x="232" y="226"/>
                </a:lnTo>
                <a:lnTo>
                  <a:pt x="231" y="225"/>
                </a:lnTo>
                <a:lnTo>
                  <a:pt x="229" y="224"/>
                </a:lnTo>
                <a:lnTo>
                  <a:pt x="229" y="223"/>
                </a:lnTo>
                <a:lnTo>
                  <a:pt x="228" y="223"/>
                </a:lnTo>
                <a:lnTo>
                  <a:pt x="228" y="222"/>
                </a:lnTo>
                <a:lnTo>
                  <a:pt x="227" y="223"/>
                </a:lnTo>
                <a:lnTo>
                  <a:pt x="226" y="223"/>
                </a:lnTo>
                <a:lnTo>
                  <a:pt x="224" y="225"/>
                </a:lnTo>
                <a:lnTo>
                  <a:pt x="224" y="226"/>
                </a:lnTo>
                <a:lnTo>
                  <a:pt x="224" y="227"/>
                </a:lnTo>
                <a:lnTo>
                  <a:pt x="223" y="228"/>
                </a:lnTo>
                <a:lnTo>
                  <a:pt x="222" y="228"/>
                </a:lnTo>
                <a:lnTo>
                  <a:pt x="222" y="229"/>
                </a:lnTo>
                <a:lnTo>
                  <a:pt x="222" y="230"/>
                </a:lnTo>
                <a:lnTo>
                  <a:pt x="223" y="230"/>
                </a:lnTo>
                <a:lnTo>
                  <a:pt x="222" y="230"/>
                </a:lnTo>
                <a:lnTo>
                  <a:pt x="222" y="231"/>
                </a:lnTo>
                <a:lnTo>
                  <a:pt x="221" y="230"/>
                </a:lnTo>
                <a:lnTo>
                  <a:pt x="219" y="231"/>
                </a:lnTo>
                <a:lnTo>
                  <a:pt x="217" y="231"/>
                </a:lnTo>
                <a:lnTo>
                  <a:pt x="216" y="231"/>
                </a:lnTo>
                <a:lnTo>
                  <a:pt x="215" y="232"/>
                </a:lnTo>
                <a:lnTo>
                  <a:pt x="215" y="233"/>
                </a:lnTo>
                <a:lnTo>
                  <a:pt x="214" y="234"/>
                </a:lnTo>
                <a:lnTo>
                  <a:pt x="213" y="234"/>
                </a:lnTo>
                <a:lnTo>
                  <a:pt x="212" y="234"/>
                </a:lnTo>
                <a:lnTo>
                  <a:pt x="211" y="234"/>
                </a:lnTo>
                <a:lnTo>
                  <a:pt x="209" y="234"/>
                </a:lnTo>
                <a:lnTo>
                  <a:pt x="208" y="234"/>
                </a:lnTo>
                <a:lnTo>
                  <a:pt x="208" y="233"/>
                </a:lnTo>
                <a:lnTo>
                  <a:pt x="207" y="233"/>
                </a:lnTo>
                <a:lnTo>
                  <a:pt x="205" y="234"/>
                </a:lnTo>
                <a:lnTo>
                  <a:pt x="204" y="234"/>
                </a:lnTo>
                <a:lnTo>
                  <a:pt x="204" y="235"/>
                </a:lnTo>
                <a:lnTo>
                  <a:pt x="204" y="236"/>
                </a:lnTo>
                <a:lnTo>
                  <a:pt x="202" y="236"/>
                </a:lnTo>
                <a:lnTo>
                  <a:pt x="201" y="235"/>
                </a:lnTo>
                <a:lnTo>
                  <a:pt x="200" y="235"/>
                </a:lnTo>
                <a:lnTo>
                  <a:pt x="199" y="235"/>
                </a:lnTo>
                <a:lnTo>
                  <a:pt x="198" y="235"/>
                </a:lnTo>
                <a:lnTo>
                  <a:pt x="198" y="236"/>
                </a:lnTo>
                <a:lnTo>
                  <a:pt x="197" y="236"/>
                </a:lnTo>
                <a:lnTo>
                  <a:pt x="196" y="236"/>
                </a:lnTo>
                <a:lnTo>
                  <a:pt x="195" y="236"/>
                </a:lnTo>
                <a:lnTo>
                  <a:pt x="195" y="235"/>
                </a:lnTo>
                <a:lnTo>
                  <a:pt x="194" y="235"/>
                </a:lnTo>
                <a:lnTo>
                  <a:pt x="193" y="235"/>
                </a:lnTo>
                <a:lnTo>
                  <a:pt x="192" y="236"/>
                </a:lnTo>
                <a:lnTo>
                  <a:pt x="191" y="236"/>
                </a:lnTo>
                <a:lnTo>
                  <a:pt x="190" y="236"/>
                </a:lnTo>
                <a:lnTo>
                  <a:pt x="190" y="237"/>
                </a:lnTo>
                <a:lnTo>
                  <a:pt x="189" y="238"/>
                </a:lnTo>
                <a:lnTo>
                  <a:pt x="188" y="238"/>
                </a:lnTo>
                <a:lnTo>
                  <a:pt x="186" y="237"/>
                </a:lnTo>
                <a:lnTo>
                  <a:pt x="185" y="237"/>
                </a:lnTo>
                <a:lnTo>
                  <a:pt x="184" y="236"/>
                </a:lnTo>
                <a:lnTo>
                  <a:pt x="184" y="235"/>
                </a:lnTo>
                <a:lnTo>
                  <a:pt x="183" y="235"/>
                </a:lnTo>
                <a:lnTo>
                  <a:pt x="183" y="234"/>
                </a:lnTo>
                <a:lnTo>
                  <a:pt x="182" y="234"/>
                </a:lnTo>
                <a:lnTo>
                  <a:pt x="181" y="234"/>
                </a:lnTo>
                <a:lnTo>
                  <a:pt x="180" y="234"/>
                </a:lnTo>
                <a:lnTo>
                  <a:pt x="178" y="234"/>
                </a:lnTo>
                <a:lnTo>
                  <a:pt x="178" y="233"/>
                </a:lnTo>
                <a:lnTo>
                  <a:pt x="177" y="233"/>
                </a:lnTo>
                <a:lnTo>
                  <a:pt x="176" y="232"/>
                </a:lnTo>
                <a:lnTo>
                  <a:pt x="176" y="233"/>
                </a:lnTo>
                <a:lnTo>
                  <a:pt x="175" y="233"/>
                </a:lnTo>
                <a:lnTo>
                  <a:pt x="174" y="233"/>
                </a:lnTo>
                <a:lnTo>
                  <a:pt x="173" y="232"/>
                </a:lnTo>
                <a:lnTo>
                  <a:pt x="171" y="232"/>
                </a:lnTo>
                <a:lnTo>
                  <a:pt x="170" y="231"/>
                </a:lnTo>
                <a:lnTo>
                  <a:pt x="169" y="231"/>
                </a:lnTo>
                <a:lnTo>
                  <a:pt x="166" y="231"/>
                </a:lnTo>
                <a:lnTo>
                  <a:pt x="165" y="231"/>
                </a:lnTo>
                <a:lnTo>
                  <a:pt x="165" y="232"/>
                </a:lnTo>
                <a:lnTo>
                  <a:pt x="164" y="232"/>
                </a:lnTo>
                <a:lnTo>
                  <a:pt x="163" y="232"/>
                </a:lnTo>
                <a:lnTo>
                  <a:pt x="163" y="231"/>
                </a:lnTo>
                <a:lnTo>
                  <a:pt x="161" y="230"/>
                </a:lnTo>
                <a:lnTo>
                  <a:pt x="160" y="229"/>
                </a:lnTo>
                <a:lnTo>
                  <a:pt x="160" y="228"/>
                </a:lnTo>
                <a:lnTo>
                  <a:pt x="160" y="227"/>
                </a:lnTo>
                <a:lnTo>
                  <a:pt x="159" y="227"/>
                </a:lnTo>
                <a:lnTo>
                  <a:pt x="159" y="226"/>
                </a:lnTo>
                <a:lnTo>
                  <a:pt x="160" y="226"/>
                </a:lnTo>
                <a:lnTo>
                  <a:pt x="160" y="225"/>
                </a:lnTo>
                <a:lnTo>
                  <a:pt x="160" y="224"/>
                </a:lnTo>
                <a:lnTo>
                  <a:pt x="160" y="223"/>
                </a:lnTo>
                <a:lnTo>
                  <a:pt x="159" y="223"/>
                </a:lnTo>
                <a:lnTo>
                  <a:pt x="158" y="223"/>
                </a:lnTo>
                <a:lnTo>
                  <a:pt x="158" y="222"/>
                </a:lnTo>
                <a:lnTo>
                  <a:pt x="157" y="221"/>
                </a:lnTo>
                <a:lnTo>
                  <a:pt x="157" y="222"/>
                </a:lnTo>
                <a:lnTo>
                  <a:pt x="156" y="222"/>
                </a:lnTo>
                <a:lnTo>
                  <a:pt x="155" y="221"/>
                </a:lnTo>
                <a:lnTo>
                  <a:pt x="154" y="221"/>
                </a:lnTo>
                <a:lnTo>
                  <a:pt x="154" y="220"/>
                </a:lnTo>
                <a:lnTo>
                  <a:pt x="154" y="219"/>
                </a:lnTo>
                <a:lnTo>
                  <a:pt x="154" y="218"/>
                </a:lnTo>
                <a:lnTo>
                  <a:pt x="155" y="218"/>
                </a:lnTo>
                <a:lnTo>
                  <a:pt x="154" y="217"/>
                </a:lnTo>
                <a:lnTo>
                  <a:pt x="152" y="217"/>
                </a:lnTo>
                <a:lnTo>
                  <a:pt x="151" y="216"/>
                </a:lnTo>
                <a:lnTo>
                  <a:pt x="150" y="215"/>
                </a:lnTo>
                <a:lnTo>
                  <a:pt x="150" y="214"/>
                </a:lnTo>
                <a:lnTo>
                  <a:pt x="151" y="214"/>
                </a:lnTo>
                <a:lnTo>
                  <a:pt x="152" y="214"/>
                </a:lnTo>
                <a:lnTo>
                  <a:pt x="152" y="213"/>
                </a:lnTo>
                <a:lnTo>
                  <a:pt x="153" y="212"/>
                </a:lnTo>
                <a:lnTo>
                  <a:pt x="152" y="211"/>
                </a:lnTo>
                <a:lnTo>
                  <a:pt x="151" y="211"/>
                </a:lnTo>
                <a:lnTo>
                  <a:pt x="150" y="209"/>
                </a:lnTo>
                <a:lnTo>
                  <a:pt x="151" y="209"/>
                </a:lnTo>
                <a:lnTo>
                  <a:pt x="152" y="209"/>
                </a:lnTo>
                <a:lnTo>
                  <a:pt x="153" y="209"/>
                </a:lnTo>
                <a:lnTo>
                  <a:pt x="153" y="207"/>
                </a:lnTo>
                <a:lnTo>
                  <a:pt x="152" y="207"/>
                </a:lnTo>
                <a:lnTo>
                  <a:pt x="150" y="205"/>
                </a:lnTo>
                <a:lnTo>
                  <a:pt x="149" y="205"/>
                </a:lnTo>
                <a:lnTo>
                  <a:pt x="148" y="204"/>
                </a:lnTo>
                <a:lnTo>
                  <a:pt x="148" y="203"/>
                </a:lnTo>
                <a:lnTo>
                  <a:pt x="149" y="202"/>
                </a:lnTo>
                <a:lnTo>
                  <a:pt x="150" y="202"/>
                </a:lnTo>
                <a:lnTo>
                  <a:pt x="150" y="201"/>
                </a:lnTo>
                <a:lnTo>
                  <a:pt x="149" y="199"/>
                </a:lnTo>
                <a:lnTo>
                  <a:pt x="148" y="199"/>
                </a:lnTo>
                <a:lnTo>
                  <a:pt x="147" y="199"/>
                </a:lnTo>
                <a:lnTo>
                  <a:pt x="147" y="198"/>
                </a:lnTo>
                <a:lnTo>
                  <a:pt x="147" y="197"/>
                </a:lnTo>
                <a:lnTo>
                  <a:pt x="147" y="196"/>
                </a:lnTo>
                <a:lnTo>
                  <a:pt x="146" y="196"/>
                </a:lnTo>
                <a:lnTo>
                  <a:pt x="145" y="196"/>
                </a:lnTo>
                <a:lnTo>
                  <a:pt x="145" y="194"/>
                </a:lnTo>
                <a:lnTo>
                  <a:pt x="144" y="193"/>
                </a:lnTo>
                <a:lnTo>
                  <a:pt x="143" y="193"/>
                </a:lnTo>
                <a:lnTo>
                  <a:pt x="143" y="190"/>
                </a:lnTo>
                <a:lnTo>
                  <a:pt x="142" y="189"/>
                </a:lnTo>
                <a:lnTo>
                  <a:pt x="141" y="188"/>
                </a:lnTo>
                <a:lnTo>
                  <a:pt x="140" y="188"/>
                </a:lnTo>
                <a:lnTo>
                  <a:pt x="140" y="187"/>
                </a:lnTo>
                <a:lnTo>
                  <a:pt x="141" y="187"/>
                </a:lnTo>
                <a:lnTo>
                  <a:pt x="141" y="186"/>
                </a:lnTo>
                <a:lnTo>
                  <a:pt x="142" y="185"/>
                </a:lnTo>
                <a:lnTo>
                  <a:pt x="142" y="184"/>
                </a:lnTo>
                <a:lnTo>
                  <a:pt x="142" y="182"/>
                </a:lnTo>
                <a:lnTo>
                  <a:pt x="141" y="182"/>
                </a:lnTo>
                <a:lnTo>
                  <a:pt x="140" y="181"/>
                </a:lnTo>
                <a:lnTo>
                  <a:pt x="140" y="179"/>
                </a:lnTo>
                <a:lnTo>
                  <a:pt x="139" y="179"/>
                </a:lnTo>
                <a:lnTo>
                  <a:pt x="139" y="178"/>
                </a:lnTo>
                <a:lnTo>
                  <a:pt x="139" y="176"/>
                </a:lnTo>
                <a:lnTo>
                  <a:pt x="138" y="175"/>
                </a:lnTo>
                <a:lnTo>
                  <a:pt x="138" y="174"/>
                </a:lnTo>
                <a:lnTo>
                  <a:pt x="138" y="173"/>
                </a:lnTo>
                <a:lnTo>
                  <a:pt x="137" y="173"/>
                </a:lnTo>
                <a:lnTo>
                  <a:pt x="136" y="173"/>
                </a:lnTo>
                <a:lnTo>
                  <a:pt x="136" y="172"/>
                </a:lnTo>
                <a:lnTo>
                  <a:pt x="137" y="171"/>
                </a:lnTo>
                <a:lnTo>
                  <a:pt x="137" y="170"/>
                </a:lnTo>
                <a:lnTo>
                  <a:pt x="138" y="170"/>
                </a:lnTo>
                <a:lnTo>
                  <a:pt x="139" y="169"/>
                </a:lnTo>
                <a:lnTo>
                  <a:pt x="138" y="168"/>
                </a:lnTo>
                <a:lnTo>
                  <a:pt x="138" y="167"/>
                </a:lnTo>
                <a:lnTo>
                  <a:pt x="138" y="166"/>
                </a:lnTo>
                <a:lnTo>
                  <a:pt x="138" y="165"/>
                </a:lnTo>
                <a:lnTo>
                  <a:pt x="138" y="164"/>
                </a:lnTo>
                <a:lnTo>
                  <a:pt x="138" y="163"/>
                </a:lnTo>
                <a:lnTo>
                  <a:pt x="136" y="163"/>
                </a:lnTo>
                <a:lnTo>
                  <a:pt x="135" y="164"/>
                </a:lnTo>
                <a:lnTo>
                  <a:pt x="134" y="164"/>
                </a:lnTo>
                <a:lnTo>
                  <a:pt x="134" y="163"/>
                </a:lnTo>
                <a:lnTo>
                  <a:pt x="133" y="163"/>
                </a:lnTo>
                <a:lnTo>
                  <a:pt x="134" y="163"/>
                </a:lnTo>
                <a:lnTo>
                  <a:pt x="134" y="162"/>
                </a:lnTo>
                <a:lnTo>
                  <a:pt x="133" y="162"/>
                </a:lnTo>
                <a:lnTo>
                  <a:pt x="133" y="161"/>
                </a:lnTo>
                <a:lnTo>
                  <a:pt x="133" y="160"/>
                </a:lnTo>
                <a:lnTo>
                  <a:pt x="133" y="159"/>
                </a:lnTo>
                <a:lnTo>
                  <a:pt x="132" y="159"/>
                </a:lnTo>
                <a:lnTo>
                  <a:pt x="132" y="158"/>
                </a:lnTo>
                <a:lnTo>
                  <a:pt x="132" y="157"/>
                </a:lnTo>
                <a:lnTo>
                  <a:pt x="132" y="156"/>
                </a:lnTo>
                <a:lnTo>
                  <a:pt x="132" y="155"/>
                </a:lnTo>
                <a:lnTo>
                  <a:pt x="131" y="155"/>
                </a:lnTo>
                <a:lnTo>
                  <a:pt x="130" y="155"/>
                </a:lnTo>
                <a:lnTo>
                  <a:pt x="129" y="154"/>
                </a:lnTo>
                <a:lnTo>
                  <a:pt x="129" y="153"/>
                </a:lnTo>
                <a:lnTo>
                  <a:pt x="130" y="152"/>
                </a:lnTo>
                <a:lnTo>
                  <a:pt x="131" y="152"/>
                </a:lnTo>
                <a:lnTo>
                  <a:pt x="131" y="151"/>
                </a:lnTo>
                <a:lnTo>
                  <a:pt x="131" y="150"/>
                </a:lnTo>
                <a:lnTo>
                  <a:pt x="130" y="149"/>
                </a:lnTo>
                <a:lnTo>
                  <a:pt x="130" y="148"/>
                </a:lnTo>
                <a:lnTo>
                  <a:pt x="130" y="147"/>
                </a:lnTo>
                <a:lnTo>
                  <a:pt x="131" y="147"/>
                </a:lnTo>
                <a:lnTo>
                  <a:pt x="132" y="147"/>
                </a:lnTo>
                <a:lnTo>
                  <a:pt x="133" y="147"/>
                </a:lnTo>
                <a:lnTo>
                  <a:pt x="134" y="147"/>
                </a:lnTo>
                <a:lnTo>
                  <a:pt x="135" y="147"/>
                </a:lnTo>
                <a:lnTo>
                  <a:pt x="136" y="147"/>
                </a:lnTo>
                <a:lnTo>
                  <a:pt x="136" y="146"/>
                </a:lnTo>
                <a:lnTo>
                  <a:pt x="137" y="146"/>
                </a:lnTo>
                <a:lnTo>
                  <a:pt x="138" y="146"/>
                </a:lnTo>
                <a:lnTo>
                  <a:pt x="139" y="146"/>
                </a:lnTo>
                <a:lnTo>
                  <a:pt x="140" y="145"/>
                </a:lnTo>
                <a:lnTo>
                  <a:pt x="140" y="144"/>
                </a:lnTo>
                <a:lnTo>
                  <a:pt x="141" y="144"/>
                </a:lnTo>
                <a:lnTo>
                  <a:pt x="141" y="143"/>
                </a:lnTo>
                <a:lnTo>
                  <a:pt x="142" y="143"/>
                </a:lnTo>
                <a:lnTo>
                  <a:pt x="143" y="143"/>
                </a:lnTo>
                <a:lnTo>
                  <a:pt x="142" y="142"/>
                </a:lnTo>
                <a:lnTo>
                  <a:pt x="143" y="142"/>
                </a:lnTo>
                <a:lnTo>
                  <a:pt x="143" y="141"/>
                </a:lnTo>
                <a:lnTo>
                  <a:pt x="143" y="140"/>
                </a:lnTo>
                <a:lnTo>
                  <a:pt x="142" y="139"/>
                </a:lnTo>
                <a:lnTo>
                  <a:pt x="142" y="138"/>
                </a:lnTo>
                <a:lnTo>
                  <a:pt x="142" y="137"/>
                </a:lnTo>
                <a:lnTo>
                  <a:pt x="143" y="137"/>
                </a:lnTo>
                <a:lnTo>
                  <a:pt x="144" y="136"/>
                </a:lnTo>
                <a:lnTo>
                  <a:pt x="144" y="135"/>
                </a:lnTo>
                <a:lnTo>
                  <a:pt x="143" y="135"/>
                </a:lnTo>
                <a:lnTo>
                  <a:pt x="142" y="135"/>
                </a:lnTo>
                <a:lnTo>
                  <a:pt x="142" y="134"/>
                </a:lnTo>
                <a:lnTo>
                  <a:pt x="141" y="134"/>
                </a:lnTo>
                <a:lnTo>
                  <a:pt x="140" y="135"/>
                </a:lnTo>
                <a:lnTo>
                  <a:pt x="140" y="134"/>
                </a:lnTo>
                <a:lnTo>
                  <a:pt x="139" y="134"/>
                </a:lnTo>
                <a:lnTo>
                  <a:pt x="138" y="135"/>
                </a:lnTo>
                <a:lnTo>
                  <a:pt x="137" y="135"/>
                </a:lnTo>
                <a:lnTo>
                  <a:pt x="136" y="135"/>
                </a:lnTo>
                <a:lnTo>
                  <a:pt x="135" y="135"/>
                </a:lnTo>
                <a:lnTo>
                  <a:pt x="135" y="134"/>
                </a:lnTo>
                <a:lnTo>
                  <a:pt x="136" y="134"/>
                </a:lnTo>
                <a:lnTo>
                  <a:pt x="136" y="133"/>
                </a:lnTo>
                <a:lnTo>
                  <a:pt x="135" y="133"/>
                </a:lnTo>
                <a:lnTo>
                  <a:pt x="134" y="133"/>
                </a:lnTo>
                <a:lnTo>
                  <a:pt x="133" y="133"/>
                </a:lnTo>
                <a:lnTo>
                  <a:pt x="133" y="132"/>
                </a:lnTo>
                <a:lnTo>
                  <a:pt x="132" y="132"/>
                </a:lnTo>
                <a:lnTo>
                  <a:pt x="132" y="133"/>
                </a:lnTo>
                <a:lnTo>
                  <a:pt x="131" y="133"/>
                </a:lnTo>
                <a:lnTo>
                  <a:pt x="130" y="133"/>
                </a:lnTo>
                <a:lnTo>
                  <a:pt x="129" y="134"/>
                </a:lnTo>
                <a:lnTo>
                  <a:pt x="128" y="134"/>
                </a:lnTo>
                <a:lnTo>
                  <a:pt x="126" y="134"/>
                </a:lnTo>
                <a:lnTo>
                  <a:pt x="125" y="133"/>
                </a:lnTo>
                <a:lnTo>
                  <a:pt x="124" y="132"/>
                </a:lnTo>
                <a:lnTo>
                  <a:pt x="122" y="132"/>
                </a:lnTo>
                <a:lnTo>
                  <a:pt x="119" y="132"/>
                </a:lnTo>
                <a:lnTo>
                  <a:pt x="118" y="132"/>
                </a:lnTo>
                <a:lnTo>
                  <a:pt x="118" y="131"/>
                </a:lnTo>
                <a:lnTo>
                  <a:pt x="117" y="131"/>
                </a:lnTo>
                <a:lnTo>
                  <a:pt x="116" y="131"/>
                </a:lnTo>
                <a:lnTo>
                  <a:pt x="115" y="130"/>
                </a:lnTo>
                <a:lnTo>
                  <a:pt x="116" y="130"/>
                </a:lnTo>
                <a:lnTo>
                  <a:pt x="116" y="129"/>
                </a:lnTo>
                <a:lnTo>
                  <a:pt x="116" y="128"/>
                </a:lnTo>
                <a:lnTo>
                  <a:pt x="115" y="127"/>
                </a:lnTo>
                <a:lnTo>
                  <a:pt x="116" y="127"/>
                </a:lnTo>
                <a:lnTo>
                  <a:pt x="116" y="126"/>
                </a:lnTo>
                <a:lnTo>
                  <a:pt x="116" y="125"/>
                </a:lnTo>
                <a:lnTo>
                  <a:pt x="115" y="125"/>
                </a:lnTo>
                <a:lnTo>
                  <a:pt x="115" y="124"/>
                </a:lnTo>
                <a:lnTo>
                  <a:pt x="114" y="124"/>
                </a:lnTo>
                <a:lnTo>
                  <a:pt x="114" y="123"/>
                </a:lnTo>
                <a:lnTo>
                  <a:pt x="113" y="122"/>
                </a:lnTo>
                <a:lnTo>
                  <a:pt x="113" y="121"/>
                </a:lnTo>
                <a:lnTo>
                  <a:pt x="112" y="121"/>
                </a:lnTo>
                <a:lnTo>
                  <a:pt x="112" y="122"/>
                </a:lnTo>
                <a:lnTo>
                  <a:pt x="111" y="122"/>
                </a:lnTo>
                <a:lnTo>
                  <a:pt x="110" y="122"/>
                </a:lnTo>
                <a:lnTo>
                  <a:pt x="110" y="123"/>
                </a:lnTo>
                <a:lnTo>
                  <a:pt x="109" y="122"/>
                </a:lnTo>
                <a:lnTo>
                  <a:pt x="109" y="121"/>
                </a:lnTo>
                <a:lnTo>
                  <a:pt x="107" y="121"/>
                </a:lnTo>
                <a:lnTo>
                  <a:pt x="106" y="120"/>
                </a:lnTo>
                <a:lnTo>
                  <a:pt x="106" y="119"/>
                </a:lnTo>
                <a:lnTo>
                  <a:pt x="105" y="119"/>
                </a:lnTo>
                <a:lnTo>
                  <a:pt x="104" y="119"/>
                </a:lnTo>
                <a:lnTo>
                  <a:pt x="104" y="118"/>
                </a:lnTo>
                <a:lnTo>
                  <a:pt x="104" y="117"/>
                </a:lnTo>
                <a:lnTo>
                  <a:pt x="103" y="117"/>
                </a:lnTo>
                <a:lnTo>
                  <a:pt x="102" y="116"/>
                </a:lnTo>
                <a:lnTo>
                  <a:pt x="102" y="115"/>
                </a:lnTo>
                <a:lnTo>
                  <a:pt x="102" y="114"/>
                </a:lnTo>
                <a:lnTo>
                  <a:pt x="101" y="114"/>
                </a:lnTo>
                <a:lnTo>
                  <a:pt x="101" y="113"/>
                </a:lnTo>
                <a:lnTo>
                  <a:pt x="101" y="112"/>
                </a:lnTo>
                <a:lnTo>
                  <a:pt x="100" y="112"/>
                </a:lnTo>
                <a:lnTo>
                  <a:pt x="99" y="112"/>
                </a:lnTo>
                <a:lnTo>
                  <a:pt x="98" y="113"/>
                </a:lnTo>
                <a:lnTo>
                  <a:pt x="97" y="113"/>
                </a:lnTo>
                <a:lnTo>
                  <a:pt x="96" y="113"/>
                </a:lnTo>
                <a:lnTo>
                  <a:pt x="95" y="113"/>
                </a:lnTo>
                <a:lnTo>
                  <a:pt x="94" y="113"/>
                </a:lnTo>
                <a:lnTo>
                  <a:pt x="93" y="113"/>
                </a:lnTo>
                <a:lnTo>
                  <a:pt x="92" y="113"/>
                </a:lnTo>
                <a:lnTo>
                  <a:pt x="91" y="113"/>
                </a:lnTo>
                <a:lnTo>
                  <a:pt x="90" y="112"/>
                </a:lnTo>
                <a:lnTo>
                  <a:pt x="89" y="112"/>
                </a:lnTo>
                <a:lnTo>
                  <a:pt x="89" y="111"/>
                </a:lnTo>
                <a:lnTo>
                  <a:pt x="88" y="111"/>
                </a:lnTo>
                <a:lnTo>
                  <a:pt x="89" y="110"/>
                </a:lnTo>
                <a:lnTo>
                  <a:pt x="88" y="110"/>
                </a:lnTo>
                <a:lnTo>
                  <a:pt x="88" y="109"/>
                </a:lnTo>
                <a:lnTo>
                  <a:pt x="88" y="108"/>
                </a:lnTo>
                <a:lnTo>
                  <a:pt x="87" y="108"/>
                </a:lnTo>
                <a:lnTo>
                  <a:pt x="86" y="109"/>
                </a:lnTo>
                <a:lnTo>
                  <a:pt x="85" y="109"/>
                </a:lnTo>
                <a:lnTo>
                  <a:pt x="85" y="111"/>
                </a:lnTo>
                <a:lnTo>
                  <a:pt x="85" y="112"/>
                </a:lnTo>
                <a:lnTo>
                  <a:pt x="85" y="113"/>
                </a:lnTo>
                <a:lnTo>
                  <a:pt x="84" y="113"/>
                </a:lnTo>
                <a:lnTo>
                  <a:pt x="83" y="113"/>
                </a:lnTo>
                <a:lnTo>
                  <a:pt x="83" y="114"/>
                </a:lnTo>
                <a:lnTo>
                  <a:pt x="83" y="115"/>
                </a:lnTo>
                <a:lnTo>
                  <a:pt x="82" y="115"/>
                </a:lnTo>
                <a:lnTo>
                  <a:pt x="82" y="116"/>
                </a:lnTo>
                <a:lnTo>
                  <a:pt x="81" y="116"/>
                </a:lnTo>
                <a:lnTo>
                  <a:pt x="80" y="117"/>
                </a:lnTo>
                <a:lnTo>
                  <a:pt x="81" y="117"/>
                </a:lnTo>
                <a:lnTo>
                  <a:pt x="81" y="118"/>
                </a:lnTo>
                <a:lnTo>
                  <a:pt x="80" y="118"/>
                </a:lnTo>
                <a:lnTo>
                  <a:pt x="79" y="118"/>
                </a:lnTo>
                <a:lnTo>
                  <a:pt x="79" y="119"/>
                </a:lnTo>
                <a:lnTo>
                  <a:pt x="78" y="119"/>
                </a:lnTo>
                <a:lnTo>
                  <a:pt x="76" y="119"/>
                </a:lnTo>
                <a:lnTo>
                  <a:pt x="77" y="121"/>
                </a:lnTo>
                <a:lnTo>
                  <a:pt x="76" y="123"/>
                </a:lnTo>
                <a:lnTo>
                  <a:pt x="75" y="123"/>
                </a:lnTo>
                <a:lnTo>
                  <a:pt x="75" y="124"/>
                </a:lnTo>
                <a:lnTo>
                  <a:pt x="74" y="124"/>
                </a:lnTo>
                <a:lnTo>
                  <a:pt x="73" y="124"/>
                </a:lnTo>
                <a:lnTo>
                  <a:pt x="72" y="125"/>
                </a:lnTo>
                <a:lnTo>
                  <a:pt x="72" y="126"/>
                </a:lnTo>
                <a:lnTo>
                  <a:pt x="71" y="126"/>
                </a:lnTo>
                <a:lnTo>
                  <a:pt x="71" y="127"/>
                </a:lnTo>
                <a:lnTo>
                  <a:pt x="71" y="128"/>
                </a:lnTo>
                <a:lnTo>
                  <a:pt x="70" y="128"/>
                </a:lnTo>
                <a:lnTo>
                  <a:pt x="69" y="128"/>
                </a:lnTo>
                <a:lnTo>
                  <a:pt x="69" y="129"/>
                </a:lnTo>
                <a:lnTo>
                  <a:pt x="68" y="129"/>
                </a:lnTo>
                <a:lnTo>
                  <a:pt x="69" y="129"/>
                </a:lnTo>
                <a:lnTo>
                  <a:pt x="68" y="131"/>
                </a:lnTo>
                <a:lnTo>
                  <a:pt x="67" y="132"/>
                </a:lnTo>
                <a:lnTo>
                  <a:pt x="66" y="132"/>
                </a:lnTo>
                <a:lnTo>
                  <a:pt x="65" y="132"/>
                </a:lnTo>
                <a:lnTo>
                  <a:pt x="64" y="132"/>
                </a:lnTo>
                <a:lnTo>
                  <a:pt x="63" y="132"/>
                </a:lnTo>
                <a:lnTo>
                  <a:pt x="62" y="132"/>
                </a:lnTo>
                <a:lnTo>
                  <a:pt x="61" y="132"/>
                </a:lnTo>
                <a:lnTo>
                  <a:pt x="60" y="132"/>
                </a:lnTo>
                <a:lnTo>
                  <a:pt x="59" y="132"/>
                </a:lnTo>
                <a:lnTo>
                  <a:pt x="58" y="132"/>
                </a:lnTo>
                <a:lnTo>
                  <a:pt x="57" y="132"/>
                </a:lnTo>
                <a:lnTo>
                  <a:pt x="57" y="131"/>
                </a:lnTo>
                <a:lnTo>
                  <a:pt x="56" y="131"/>
                </a:lnTo>
                <a:lnTo>
                  <a:pt x="55" y="131"/>
                </a:lnTo>
                <a:lnTo>
                  <a:pt x="56" y="131"/>
                </a:lnTo>
                <a:lnTo>
                  <a:pt x="55" y="130"/>
                </a:lnTo>
                <a:lnTo>
                  <a:pt x="54" y="130"/>
                </a:lnTo>
                <a:lnTo>
                  <a:pt x="53" y="130"/>
                </a:lnTo>
                <a:lnTo>
                  <a:pt x="52" y="130"/>
                </a:lnTo>
                <a:lnTo>
                  <a:pt x="51" y="129"/>
                </a:lnTo>
                <a:lnTo>
                  <a:pt x="50" y="129"/>
                </a:lnTo>
                <a:lnTo>
                  <a:pt x="49" y="129"/>
                </a:lnTo>
                <a:lnTo>
                  <a:pt x="48" y="129"/>
                </a:lnTo>
                <a:lnTo>
                  <a:pt x="47" y="129"/>
                </a:lnTo>
                <a:lnTo>
                  <a:pt x="47" y="127"/>
                </a:lnTo>
                <a:lnTo>
                  <a:pt x="48" y="127"/>
                </a:lnTo>
                <a:lnTo>
                  <a:pt x="47" y="125"/>
                </a:lnTo>
                <a:lnTo>
                  <a:pt x="46" y="124"/>
                </a:lnTo>
                <a:lnTo>
                  <a:pt x="46" y="123"/>
                </a:lnTo>
                <a:lnTo>
                  <a:pt x="45" y="123"/>
                </a:lnTo>
                <a:lnTo>
                  <a:pt x="44" y="123"/>
                </a:lnTo>
                <a:lnTo>
                  <a:pt x="44" y="122"/>
                </a:lnTo>
                <a:lnTo>
                  <a:pt x="43" y="121"/>
                </a:lnTo>
                <a:lnTo>
                  <a:pt x="42" y="121"/>
                </a:lnTo>
                <a:lnTo>
                  <a:pt x="43" y="121"/>
                </a:lnTo>
                <a:lnTo>
                  <a:pt x="43" y="120"/>
                </a:lnTo>
                <a:lnTo>
                  <a:pt x="43" y="119"/>
                </a:lnTo>
                <a:lnTo>
                  <a:pt x="44" y="119"/>
                </a:lnTo>
                <a:lnTo>
                  <a:pt x="44" y="118"/>
                </a:lnTo>
                <a:lnTo>
                  <a:pt x="44" y="117"/>
                </a:lnTo>
                <a:lnTo>
                  <a:pt x="43" y="117"/>
                </a:lnTo>
                <a:lnTo>
                  <a:pt x="42" y="117"/>
                </a:lnTo>
                <a:lnTo>
                  <a:pt x="42" y="116"/>
                </a:lnTo>
                <a:lnTo>
                  <a:pt x="41" y="116"/>
                </a:lnTo>
                <a:lnTo>
                  <a:pt x="39" y="116"/>
                </a:lnTo>
                <a:lnTo>
                  <a:pt x="38" y="116"/>
                </a:lnTo>
                <a:lnTo>
                  <a:pt x="37" y="116"/>
                </a:lnTo>
                <a:lnTo>
                  <a:pt x="36" y="116"/>
                </a:lnTo>
                <a:lnTo>
                  <a:pt x="35" y="115"/>
                </a:lnTo>
                <a:lnTo>
                  <a:pt x="35" y="114"/>
                </a:lnTo>
                <a:lnTo>
                  <a:pt x="34" y="114"/>
                </a:lnTo>
                <a:lnTo>
                  <a:pt x="33" y="114"/>
                </a:lnTo>
                <a:lnTo>
                  <a:pt x="32" y="114"/>
                </a:lnTo>
                <a:lnTo>
                  <a:pt x="31" y="115"/>
                </a:lnTo>
                <a:lnTo>
                  <a:pt x="30" y="115"/>
                </a:lnTo>
                <a:lnTo>
                  <a:pt x="29" y="114"/>
                </a:lnTo>
                <a:lnTo>
                  <a:pt x="29" y="113"/>
                </a:lnTo>
                <a:lnTo>
                  <a:pt x="28" y="112"/>
                </a:lnTo>
                <a:lnTo>
                  <a:pt x="27" y="112"/>
                </a:lnTo>
                <a:lnTo>
                  <a:pt x="25" y="112"/>
                </a:lnTo>
                <a:lnTo>
                  <a:pt x="25" y="111"/>
                </a:lnTo>
                <a:lnTo>
                  <a:pt x="24" y="111"/>
                </a:lnTo>
                <a:lnTo>
                  <a:pt x="23" y="111"/>
                </a:lnTo>
                <a:lnTo>
                  <a:pt x="22" y="110"/>
                </a:lnTo>
                <a:lnTo>
                  <a:pt x="21" y="110"/>
                </a:lnTo>
                <a:lnTo>
                  <a:pt x="20" y="110"/>
                </a:lnTo>
                <a:lnTo>
                  <a:pt x="20" y="109"/>
                </a:lnTo>
                <a:lnTo>
                  <a:pt x="20" y="108"/>
                </a:lnTo>
                <a:lnTo>
                  <a:pt x="19" y="107"/>
                </a:lnTo>
                <a:lnTo>
                  <a:pt x="18" y="107"/>
                </a:lnTo>
                <a:lnTo>
                  <a:pt x="17" y="107"/>
                </a:lnTo>
                <a:lnTo>
                  <a:pt x="16" y="107"/>
                </a:lnTo>
                <a:lnTo>
                  <a:pt x="15" y="107"/>
                </a:lnTo>
                <a:lnTo>
                  <a:pt x="15" y="106"/>
                </a:lnTo>
                <a:lnTo>
                  <a:pt x="14" y="106"/>
                </a:lnTo>
                <a:lnTo>
                  <a:pt x="15" y="106"/>
                </a:lnTo>
                <a:lnTo>
                  <a:pt x="14" y="106"/>
                </a:lnTo>
                <a:lnTo>
                  <a:pt x="14" y="105"/>
                </a:lnTo>
                <a:lnTo>
                  <a:pt x="13" y="105"/>
                </a:lnTo>
                <a:lnTo>
                  <a:pt x="12" y="104"/>
                </a:lnTo>
                <a:lnTo>
                  <a:pt x="12" y="103"/>
                </a:lnTo>
                <a:lnTo>
                  <a:pt x="12" y="102"/>
                </a:lnTo>
                <a:lnTo>
                  <a:pt x="10" y="102"/>
                </a:lnTo>
                <a:lnTo>
                  <a:pt x="8" y="101"/>
                </a:lnTo>
                <a:lnTo>
                  <a:pt x="7" y="101"/>
                </a:lnTo>
                <a:lnTo>
                  <a:pt x="6" y="101"/>
                </a:lnTo>
                <a:lnTo>
                  <a:pt x="5" y="101"/>
                </a:lnTo>
                <a:lnTo>
                  <a:pt x="5" y="102"/>
                </a:lnTo>
                <a:lnTo>
                  <a:pt x="4" y="102"/>
                </a:lnTo>
                <a:lnTo>
                  <a:pt x="3" y="102"/>
                </a:lnTo>
                <a:lnTo>
                  <a:pt x="2" y="102"/>
                </a:lnTo>
                <a:lnTo>
                  <a:pt x="1" y="101"/>
                </a:lnTo>
                <a:lnTo>
                  <a:pt x="0" y="101"/>
                </a:lnTo>
                <a:lnTo>
                  <a:pt x="0" y="100"/>
                </a:lnTo>
                <a:lnTo>
                  <a:pt x="1" y="99"/>
                </a:lnTo>
                <a:lnTo>
                  <a:pt x="2" y="99"/>
                </a:lnTo>
                <a:lnTo>
                  <a:pt x="2" y="98"/>
                </a:lnTo>
                <a:lnTo>
                  <a:pt x="3" y="98"/>
                </a:lnTo>
                <a:lnTo>
                  <a:pt x="4" y="98"/>
                </a:lnTo>
                <a:lnTo>
                  <a:pt x="4" y="97"/>
                </a:lnTo>
                <a:lnTo>
                  <a:pt x="5" y="97"/>
                </a:lnTo>
                <a:lnTo>
                  <a:pt x="5" y="96"/>
                </a:lnTo>
                <a:lnTo>
                  <a:pt x="6" y="96"/>
                </a:lnTo>
                <a:lnTo>
                  <a:pt x="7" y="96"/>
                </a:lnTo>
                <a:lnTo>
                  <a:pt x="8" y="95"/>
                </a:lnTo>
                <a:lnTo>
                  <a:pt x="9" y="95"/>
                </a:lnTo>
                <a:lnTo>
                  <a:pt x="9" y="94"/>
                </a:lnTo>
                <a:lnTo>
                  <a:pt x="9" y="93"/>
                </a:lnTo>
                <a:lnTo>
                  <a:pt x="10" y="93"/>
                </a:lnTo>
                <a:lnTo>
                  <a:pt x="11" y="93"/>
                </a:lnTo>
                <a:lnTo>
                  <a:pt x="10" y="93"/>
                </a:lnTo>
                <a:lnTo>
                  <a:pt x="10" y="92"/>
                </a:lnTo>
                <a:lnTo>
                  <a:pt x="11" y="92"/>
                </a:lnTo>
                <a:lnTo>
                  <a:pt x="12" y="92"/>
                </a:lnTo>
                <a:lnTo>
                  <a:pt x="13" y="92"/>
                </a:lnTo>
                <a:lnTo>
                  <a:pt x="14" y="91"/>
                </a:lnTo>
                <a:lnTo>
                  <a:pt x="15" y="91"/>
                </a:lnTo>
                <a:lnTo>
                  <a:pt x="16" y="91"/>
                </a:lnTo>
                <a:lnTo>
                  <a:pt x="17" y="91"/>
                </a:lnTo>
                <a:lnTo>
                  <a:pt x="17" y="90"/>
                </a:lnTo>
                <a:lnTo>
                  <a:pt x="18" y="90"/>
                </a:lnTo>
                <a:lnTo>
                  <a:pt x="19" y="90"/>
                </a:lnTo>
                <a:lnTo>
                  <a:pt x="19" y="89"/>
                </a:lnTo>
                <a:lnTo>
                  <a:pt x="20" y="89"/>
                </a:lnTo>
                <a:lnTo>
                  <a:pt x="22" y="87"/>
                </a:lnTo>
                <a:lnTo>
                  <a:pt x="23" y="87"/>
                </a:lnTo>
                <a:lnTo>
                  <a:pt x="24" y="86"/>
                </a:lnTo>
                <a:lnTo>
                  <a:pt x="24" y="85"/>
                </a:lnTo>
                <a:lnTo>
                  <a:pt x="24" y="84"/>
                </a:lnTo>
                <a:lnTo>
                  <a:pt x="25" y="83"/>
                </a:lnTo>
                <a:lnTo>
                  <a:pt x="26" y="83"/>
                </a:lnTo>
                <a:lnTo>
                  <a:pt x="26" y="82"/>
                </a:lnTo>
                <a:lnTo>
                  <a:pt x="28" y="82"/>
                </a:lnTo>
                <a:lnTo>
                  <a:pt x="29" y="82"/>
                </a:lnTo>
                <a:lnTo>
                  <a:pt x="29" y="81"/>
                </a:lnTo>
                <a:lnTo>
                  <a:pt x="30" y="81"/>
                </a:lnTo>
                <a:lnTo>
                  <a:pt x="30" y="80"/>
                </a:lnTo>
                <a:lnTo>
                  <a:pt x="31" y="80"/>
                </a:lnTo>
                <a:lnTo>
                  <a:pt x="31" y="79"/>
                </a:lnTo>
                <a:lnTo>
                  <a:pt x="33" y="78"/>
                </a:lnTo>
                <a:lnTo>
                  <a:pt x="34" y="78"/>
                </a:lnTo>
                <a:lnTo>
                  <a:pt x="35" y="78"/>
                </a:lnTo>
                <a:lnTo>
                  <a:pt x="35" y="77"/>
                </a:lnTo>
                <a:lnTo>
                  <a:pt x="36" y="77"/>
                </a:lnTo>
                <a:lnTo>
                  <a:pt x="36" y="76"/>
                </a:lnTo>
                <a:lnTo>
                  <a:pt x="37" y="76"/>
                </a:lnTo>
                <a:lnTo>
                  <a:pt x="37" y="75"/>
                </a:lnTo>
                <a:lnTo>
                  <a:pt x="38" y="75"/>
                </a:lnTo>
                <a:lnTo>
                  <a:pt x="38" y="74"/>
                </a:lnTo>
                <a:lnTo>
                  <a:pt x="39" y="74"/>
                </a:lnTo>
                <a:lnTo>
                  <a:pt x="38" y="73"/>
                </a:lnTo>
                <a:lnTo>
                  <a:pt x="38" y="72"/>
                </a:lnTo>
                <a:lnTo>
                  <a:pt x="37" y="72"/>
                </a:lnTo>
                <a:lnTo>
                  <a:pt x="37" y="71"/>
                </a:lnTo>
                <a:lnTo>
                  <a:pt x="38" y="71"/>
                </a:lnTo>
                <a:lnTo>
                  <a:pt x="38" y="70"/>
                </a:lnTo>
                <a:lnTo>
                  <a:pt x="39" y="70"/>
                </a:lnTo>
                <a:lnTo>
                  <a:pt x="40" y="70"/>
                </a:lnTo>
                <a:lnTo>
                  <a:pt x="40" y="69"/>
                </a:lnTo>
                <a:lnTo>
                  <a:pt x="41" y="68"/>
                </a:lnTo>
                <a:lnTo>
                  <a:pt x="42" y="68"/>
                </a:lnTo>
                <a:lnTo>
                  <a:pt x="43" y="68"/>
                </a:lnTo>
                <a:lnTo>
                  <a:pt x="43" y="67"/>
                </a:lnTo>
                <a:lnTo>
                  <a:pt x="44" y="66"/>
                </a:lnTo>
                <a:lnTo>
                  <a:pt x="44" y="65"/>
                </a:lnTo>
                <a:lnTo>
                  <a:pt x="44" y="64"/>
                </a:lnTo>
                <a:lnTo>
                  <a:pt x="44" y="63"/>
                </a:lnTo>
                <a:lnTo>
                  <a:pt x="45" y="63"/>
                </a:lnTo>
                <a:lnTo>
                  <a:pt x="45" y="62"/>
                </a:lnTo>
                <a:lnTo>
                  <a:pt x="46" y="62"/>
                </a:lnTo>
                <a:lnTo>
                  <a:pt x="46" y="61"/>
                </a:lnTo>
                <a:lnTo>
                  <a:pt x="46" y="60"/>
                </a:lnTo>
                <a:lnTo>
                  <a:pt x="47" y="60"/>
                </a:lnTo>
                <a:lnTo>
                  <a:pt x="47" y="59"/>
                </a:lnTo>
                <a:lnTo>
                  <a:pt x="48" y="59"/>
                </a:lnTo>
                <a:lnTo>
                  <a:pt x="49" y="59"/>
                </a:lnTo>
                <a:lnTo>
                  <a:pt x="50" y="59"/>
                </a:lnTo>
                <a:lnTo>
                  <a:pt x="50" y="58"/>
                </a:lnTo>
                <a:lnTo>
                  <a:pt x="51" y="58"/>
                </a:lnTo>
                <a:lnTo>
                  <a:pt x="52" y="58"/>
                </a:lnTo>
                <a:lnTo>
                  <a:pt x="52" y="57"/>
                </a:lnTo>
                <a:lnTo>
                  <a:pt x="53" y="57"/>
                </a:lnTo>
                <a:lnTo>
                  <a:pt x="54" y="57"/>
                </a:lnTo>
                <a:lnTo>
                  <a:pt x="54" y="56"/>
                </a:lnTo>
                <a:lnTo>
                  <a:pt x="54" y="55"/>
                </a:lnTo>
                <a:lnTo>
                  <a:pt x="55" y="55"/>
                </a:lnTo>
                <a:lnTo>
                  <a:pt x="55" y="54"/>
                </a:lnTo>
                <a:lnTo>
                  <a:pt x="55" y="53"/>
                </a:lnTo>
                <a:lnTo>
                  <a:pt x="56" y="53"/>
                </a:lnTo>
                <a:lnTo>
                  <a:pt x="57" y="52"/>
                </a:lnTo>
                <a:lnTo>
                  <a:pt x="56" y="52"/>
                </a:lnTo>
                <a:lnTo>
                  <a:pt x="56" y="51"/>
                </a:lnTo>
                <a:lnTo>
                  <a:pt x="55" y="51"/>
                </a:lnTo>
                <a:lnTo>
                  <a:pt x="54" y="51"/>
                </a:lnTo>
                <a:lnTo>
                  <a:pt x="54" y="50"/>
                </a:lnTo>
                <a:lnTo>
                  <a:pt x="53" y="50"/>
                </a:lnTo>
                <a:lnTo>
                  <a:pt x="52" y="50"/>
                </a:lnTo>
                <a:lnTo>
                  <a:pt x="52" y="49"/>
                </a:lnTo>
                <a:lnTo>
                  <a:pt x="53" y="49"/>
                </a:lnTo>
                <a:lnTo>
                  <a:pt x="53" y="48"/>
                </a:lnTo>
                <a:lnTo>
                  <a:pt x="54" y="48"/>
                </a:lnTo>
                <a:lnTo>
                  <a:pt x="53" y="48"/>
                </a:lnTo>
                <a:lnTo>
                  <a:pt x="53" y="47"/>
                </a:lnTo>
                <a:lnTo>
                  <a:pt x="53" y="46"/>
                </a:lnTo>
                <a:lnTo>
                  <a:pt x="53" y="47"/>
                </a:lnTo>
                <a:lnTo>
                  <a:pt x="53" y="46"/>
                </a:lnTo>
                <a:lnTo>
                  <a:pt x="52" y="46"/>
                </a:lnTo>
                <a:lnTo>
                  <a:pt x="51" y="45"/>
                </a:lnTo>
                <a:lnTo>
                  <a:pt x="51" y="44"/>
                </a:lnTo>
                <a:lnTo>
                  <a:pt x="50" y="43"/>
                </a:lnTo>
                <a:lnTo>
                  <a:pt x="49" y="44"/>
                </a:lnTo>
                <a:lnTo>
                  <a:pt x="48" y="44"/>
                </a:lnTo>
                <a:lnTo>
                  <a:pt x="47" y="44"/>
                </a:lnTo>
                <a:lnTo>
                  <a:pt x="47" y="43"/>
                </a:lnTo>
                <a:lnTo>
                  <a:pt x="46" y="43"/>
                </a:lnTo>
                <a:lnTo>
                  <a:pt x="46" y="42"/>
                </a:lnTo>
                <a:lnTo>
                  <a:pt x="45" y="42"/>
                </a:lnTo>
                <a:lnTo>
                  <a:pt x="44" y="42"/>
                </a:lnTo>
                <a:lnTo>
                  <a:pt x="43" y="41"/>
                </a:lnTo>
                <a:lnTo>
                  <a:pt x="42" y="41"/>
                </a:lnTo>
                <a:lnTo>
                  <a:pt x="42" y="40"/>
                </a:lnTo>
                <a:lnTo>
                  <a:pt x="42" y="39"/>
                </a:lnTo>
                <a:lnTo>
                  <a:pt x="43" y="39"/>
                </a:lnTo>
                <a:lnTo>
                  <a:pt x="44" y="38"/>
                </a:lnTo>
                <a:lnTo>
                  <a:pt x="43" y="38"/>
                </a:lnTo>
                <a:lnTo>
                  <a:pt x="43" y="37"/>
                </a:lnTo>
                <a:lnTo>
                  <a:pt x="44" y="37"/>
                </a:lnTo>
                <a:lnTo>
                  <a:pt x="44" y="36"/>
                </a:lnTo>
                <a:lnTo>
                  <a:pt x="44" y="35"/>
                </a:lnTo>
                <a:lnTo>
                  <a:pt x="44" y="34"/>
                </a:lnTo>
                <a:lnTo>
                  <a:pt x="43" y="34"/>
                </a:lnTo>
                <a:lnTo>
                  <a:pt x="42" y="33"/>
                </a:lnTo>
                <a:lnTo>
                  <a:pt x="41" y="32"/>
                </a:lnTo>
                <a:lnTo>
                  <a:pt x="40" y="32"/>
                </a:lnTo>
                <a:lnTo>
                  <a:pt x="39" y="32"/>
                </a:lnTo>
                <a:lnTo>
                  <a:pt x="38" y="32"/>
                </a:lnTo>
                <a:lnTo>
                  <a:pt x="37" y="31"/>
                </a:lnTo>
                <a:lnTo>
                  <a:pt x="37" y="30"/>
                </a:lnTo>
                <a:lnTo>
                  <a:pt x="36" y="30"/>
                </a:lnTo>
                <a:lnTo>
                  <a:pt x="35" y="30"/>
                </a:lnTo>
                <a:lnTo>
                  <a:pt x="35" y="29"/>
                </a:lnTo>
                <a:lnTo>
                  <a:pt x="35" y="28"/>
                </a:lnTo>
                <a:lnTo>
                  <a:pt x="34" y="28"/>
                </a:lnTo>
                <a:lnTo>
                  <a:pt x="33" y="29"/>
                </a:lnTo>
                <a:lnTo>
                  <a:pt x="32" y="29"/>
                </a:lnTo>
                <a:lnTo>
                  <a:pt x="32" y="28"/>
                </a:lnTo>
                <a:lnTo>
                  <a:pt x="32" y="27"/>
                </a:lnTo>
                <a:lnTo>
                  <a:pt x="31" y="26"/>
                </a:lnTo>
                <a:lnTo>
                  <a:pt x="30" y="26"/>
                </a:lnTo>
                <a:lnTo>
                  <a:pt x="29" y="26"/>
                </a:lnTo>
                <a:lnTo>
                  <a:pt x="28" y="25"/>
                </a:lnTo>
                <a:lnTo>
                  <a:pt x="28" y="24"/>
                </a:lnTo>
                <a:lnTo>
                  <a:pt x="29" y="24"/>
                </a:lnTo>
                <a:lnTo>
                  <a:pt x="30" y="24"/>
                </a:lnTo>
                <a:lnTo>
                  <a:pt x="31" y="24"/>
                </a:lnTo>
                <a:lnTo>
                  <a:pt x="32" y="24"/>
                </a:lnTo>
                <a:lnTo>
                  <a:pt x="33" y="24"/>
                </a:lnTo>
                <a:lnTo>
                  <a:pt x="33" y="23"/>
                </a:lnTo>
                <a:lnTo>
                  <a:pt x="34" y="23"/>
                </a:lnTo>
                <a:lnTo>
                  <a:pt x="35" y="23"/>
                </a:lnTo>
                <a:lnTo>
                  <a:pt x="36" y="23"/>
                </a:lnTo>
                <a:lnTo>
                  <a:pt x="37" y="23"/>
                </a:lnTo>
                <a:lnTo>
                  <a:pt x="37" y="22"/>
                </a:lnTo>
                <a:lnTo>
                  <a:pt x="38" y="22"/>
                </a:lnTo>
                <a:lnTo>
                  <a:pt x="39" y="22"/>
                </a:lnTo>
                <a:lnTo>
                  <a:pt x="39" y="21"/>
                </a:lnTo>
                <a:lnTo>
                  <a:pt x="40" y="21"/>
                </a:lnTo>
                <a:lnTo>
                  <a:pt x="41" y="21"/>
                </a:lnTo>
                <a:lnTo>
                  <a:pt x="42" y="21"/>
                </a:lnTo>
                <a:lnTo>
                  <a:pt x="42" y="19"/>
                </a:lnTo>
                <a:lnTo>
                  <a:pt x="43" y="19"/>
                </a:lnTo>
                <a:lnTo>
                  <a:pt x="44" y="19"/>
                </a:lnTo>
                <a:lnTo>
                  <a:pt x="44" y="18"/>
                </a:lnTo>
                <a:lnTo>
                  <a:pt x="45" y="18"/>
                </a:lnTo>
                <a:lnTo>
                  <a:pt x="45" y="17"/>
                </a:lnTo>
                <a:lnTo>
                  <a:pt x="46" y="17"/>
                </a:lnTo>
                <a:lnTo>
                  <a:pt x="46" y="18"/>
                </a:lnTo>
                <a:lnTo>
                  <a:pt x="47" y="18"/>
                </a:lnTo>
                <a:lnTo>
                  <a:pt x="48" y="18"/>
                </a:lnTo>
                <a:lnTo>
                  <a:pt x="49" y="18"/>
                </a:lnTo>
                <a:lnTo>
                  <a:pt x="50" y="18"/>
                </a:lnTo>
                <a:lnTo>
                  <a:pt x="51" y="18"/>
                </a:lnTo>
                <a:lnTo>
                  <a:pt x="52" y="17"/>
                </a:lnTo>
                <a:lnTo>
                  <a:pt x="53" y="17"/>
                </a:lnTo>
                <a:lnTo>
                  <a:pt x="54" y="17"/>
                </a:lnTo>
                <a:lnTo>
                  <a:pt x="54" y="16"/>
                </a:lnTo>
                <a:lnTo>
                  <a:pt x="55" y="16"/>
                </a:lnTo>
                <a:lnTo>
                  <a:pt x="56" y="16"/>
                </a:lnTo>
                <a:lnTo>
                  <a:pt x="56" y="15"/>
                </a:lnTo>
                <a:lnTo>
                  <a:pt x="57" y="15"/>
                </a:lnTo>
                <a:lnTo>
                  <a:pt x="59" y="15"/>
                </a:lnTo>
                <a:lnTo>
                  <a:pt x="60" y="15"/>
                </a:lnTo>
                <a:lnTo>
                  <a:pt x="60" y="14"/>
                </a:lnTo>
                <a:lnTo>
                  <a:pt x="61" y="14"/>
                </a:lnTo>
                <a:lnTo>
                  <a:pt x="62" y="14"/>
                </a:lnTo>
                <a:lnTo>
                  <a:pt x="63" y="14"/>
                </a:lnTo>
                <a:lnTo>
                  <a:pt x="64" y="14"/>
                </a:lnTo>
                <a:lnTo>
                  <a:pt x="66" y="14"/>
                </a:lnTo>
                <a:lnTo>
                  <a:pt x="67" y="14"/>
                </a:lnTo>
                <a:lnTo>
                  <a:pt x="68" y="14"/>
                </a:lnTo>
                <a:lnTo>
                  <a:pt x="69" y="14"/>
                </a:lnTo>
                <a:lnTo>
                  <a:pt x="70" y="14"/>
                </a:lnTo>
                <a:lnTo>
                  <a:pt x="71" y="14"/>
                </a:lnTo>
                <a:lnTo>
                  <a:pt x="72" y="14"/>
                </a:lnTo>
                <a:lnTo>
                  <a:pt x="73" y="14"/>
                </a:lnTo>
                <a:lnTo>
                  <a:pt x="74" y="14"/>
                </a:lnTo>
                <a:lnTo>
                  <a:pt x="75" y="14"/>
                </a:lnTo>
                <a:lnTo>
                  <a:pt x="76" y="14"/>
                </a:lnTo>
                <a:lnTo>
                  <a:pt x="77" y="14"/>
                </a:lnTo>
                <a:lnTo>
                  <a:pt x="79" y="15"/>
                </a:lnTo>
                <a:lnTo>
                  <a:pt x="81" y="15"/>
                </a:lnTo>
                <a:lnTo>
                  <a:pt x="82" y="14"/>
                </a:lnTo>
                <a:lnTo>
                  <a:pt x="83" y="14"/>
                </a:lnTo>
                <a:lnTo>
                  <a:pt x="84" y="13"/>
                </a:lnTo>
                <a:lnTo>
                  <a:pt x="85" y="12"/>
                </a:lnTo>
                <a:lnTo>
                  <a:pt x="86" y="12"/>
                </a:lnTo>
                <a:lnTo>
                  <a:pt x="86" y="11"/>
                </a:lnTo>
                <a:lnTo>
                  <a:pt x="87" y="11"/>
                </a:lnTo>
                <a:lnTo>
                  <a:pt x="87" y="10"/>
                </a:lnTo>
                <a:lnTo>
                  <a:pt x="88" y="10"/>
                </a:lnTo>
                <a:lnTo>
                  <a:pt x="88" y="9"/>
                </a:lnTo>
                <a:lnTo>
                  <a:pt x="89" y="9"/>
                </a:lnTo>
                <a:lnTo>
                  <a:pt x="89" y="10"/>
                </a:lnTo>
                <a:lnTo>
                  <a:pt x="90" y="10"/>
                </a:lnTo>
                <a:lnTo>
                  <a:pt x="91" y="10"/>
                </a:lnTo>
                <a:lnTo>
                  <a:pt x="92" y="10"/>
                </a:lnTo>
                <a:lnTo>
                  <a:pt x="93" y="10"/>
                </a:lnTo>
                <a:lnTo>
                  <a:pt x="95" y="10"/>
                </a:lnTo>
                <a:lnTo>
                  <a:pt x="96" y="10"/>
                </a:lnTo>
                <a:lnTo>
                  <a:pt x="97" y="10"/>
                </a:lnTo>
                <a:lnTo>
                  <a:pt x="98" y="10"/>
                </a:lnTo>
                <a:lnTo>
                  <a:pt x="98" y="9"/>
                </a:lnTo>
                <a:lnTo>
                  <a:pt x="99" y="9"/>
                </a:lnTo>
                <a:lnTo>
                  <a:pt x="100" y="9"/>
                </a:lnTo>
                <a:lnTo>
                  <a:pt x="100" y="8"/>
                </a:lnTo>
                <a:lnTo>
                  <a:pt x="101" y="8"/>
                </a:lnTo>
                <a:lnTo>
                  <a:pt x="101" y="7"/>
                </a:lnTo>
                <a:lnTo>
                  <a:pt x="102" y="7"/>
                </a:lnTo>
                <a:lnTo>
                  <a:pt x="103" y="6"/>
                </a:lnTo>
                <a:lnTo>
                  <a:pt x="104" y="6"/>
                </a:lnTo>
                <a:lnTo>
                  <a:pt x="105" y="6"/>
                </a:lnTo>
                <a:lnTo>
                  <a:pt x="106" y="8"/>
                </a:lnTo>
                <a:lnTo>
                  <a:pt x="106" y="9"/>
                </a:lnTo>
                <a:lnTo>
                  <a:pt x="107" y="10"/>
                </a:lnTo>
                <a:lnTo>
                  <a:pt x="108" y="10"/>
                </a:lnTo>
                <a:lnTo>
                  <a:pt x="109" y="11"/>
                </a:lnTo>
                <a:lnTo>
                  <a:pt x="110" y="11"/>
                </a:lnTo>
                <a:lnTo>
                  <a:pt x="111" y="12"/>
                </a:lnTo>
                <a:lnTo>
                  <a:pt x="112" y="12"/>
                </a:lnTo>
                <a:lnTo>
                  <a:pt x="114" y="12"/>
                </a:lnTo>
                <a:lnTo>
                  <a:pt x="115" y="12"/>
                </a:lnTo>
                <a:lnTo>
                  <a:pt x="116" y="12"/>
                </a:lnTo>
                <a:lnTo>
                  <a:pt x="116" y="11"/>
                </a:lnTo>
                <a:lnTo>
                  <a:pt x="117" y="11"/>
                </a:lnTo>
                <a:lnTo>
                  <a:pt x="118" y="11"/>
                </a:lnTo>
                <a:lnTo>
                  <a:pt x="119" y="11"/>
                </a:lnTo>
                <a:lnTo>
                  <a:pt x="120" y="11"/>
                </a:lnTo>
                <a:lnTo>
                  <a:pt x="122" y="11"/>
                </a:lnTo>
                <a:lnTo>
                  <a:pt x="123" y="11"/>
                </a:lnTo>
                <a:lnTo>
                  <a:pt x="124" y="11"/>
                </a:lnTo>
                <a:lnTo>
                  <a:pt x="125" y="11"/>
                </a:lnTo>
                <a:lnTo>
                  <a:pt x="125" y="10"/>
                </a:lnTo>
                <a:lnTo>
                  <a:pt x="126" y="10"/>
                </a:lnTo>
                <a:lnTo>
                  <a:pt x="127" y="10"/>
                </a:lnTo>
                <a:lnTo>
                  <a:pt x="130" y="10"/>
                </a:lnTo>
                <a:lnTo>
                  <a:pt x="131" y="11"/>
                </a:lnTo>
                <a:lnTo>
                  <a:pt x="132" y="11"/>
                </a:lnTo>
                <a:lnTo>
                  <a:pt x="136" y="11"/>
                </a:lnTo>
                <a:lnTo>
                  <a:pt x="138" y="11"/>
                </a:lnTo>
                <a:lnTo>
                  <a:pt x="140" y="10"/>
                </a:lnTo>
                <a:lnTo>
                  <a:pt x="141" y="10"/>
                </a:lnTo>
                <a:lnTo>
                  <a:pt x="142" y="10"/>
                </a:lnTo>
                <a:lnTo>
                  <a:pt x="142" y="11"/>
                </a:lnTo>
                <a:lnTo>
                  <a:pt x="145" y="11"/>
                </a:lnTo>
                <a:lnTo>
                  <a:pt x="146" y="11"/>
                </a:lnTo>
                <a:lnTo>
                  <a:pt x="147" y="11"/>
                </a:lnTo>
                <a:lnTo>
                  <a:pt x="148" y="11"/>
                </a:lnTo>
                <a:lnTo>
                  <a:pt x="151" y="11"/>
                </a:lnTo>
                <a:lnTo>
                  <a:pt x="152" y="11"/>
                </a:lnTo>
                <a:lnTo>
                  <a:pt x="154" y="10"/>
                </a:lnTo>
                <a:lnTo>
                  <a:pt x="155" y="10"/>
                </a:lnTo>
                <a:lnTo>
                  <a:pt x="156" y="10"/>
                </a:lnTo>
                <a:lnTo>
                  <a:pt x="156" y="9"/>
                </a:lnTo>
                <a:lnTo>
                  <a:pt x="157" y="9"/>
                </a:lnTo>
                <a:lnTo>
                  <a:pt x="159" y="8"/>
                </a:lnTo>
                <a:lnTo>
                  <a:pt x="161" y="8"/>
                </a:lnTo>
                <a:lnTo>
                  <a:pt x="162" y="8"/>
                </a:lnTo>
                <a:lnTo>
                  <a:pt x="162" y="7"/>
                </a:lnTo>
                <a:lnTo>
                  <a:pt x="163" y="7"/>
                </a:lnTo>
                <a:lnTo>
                  <a:pt x="164" y="7"/>
                </a:lnTo>
                <a:lnTo>
                  <a:pt x="165" y="7"/>
                </a:lnTo>
                <a:lnTo>
                  <a:pt x="166" y="7"/>
                </a:lnTo>
                <a:lnTo>
                  <a:pt x="166" y="6"/>
                </a:lnTo>
                <a:lnTo>
                  <a:pt x="167" y="6"/>
                </a:lnTo>
                <a:lnTo>
                  <a:pt x="168" y="6"/>
                </a:lnTo>
                <a:lnTo>
                  <a:pt x="169" y="6"/>
                </a:lnTo>
                <a:lnTo>
                  <a:pt x="172" y="6"/>
                </a:lnTo>
                <a:lnTo>
                  <a:pt x="173" y="6"/>
                </a:lnTo>
                <a:lnTo>
                  <a:pt x="174" y="6"/>
                </a:lnTo>
                <a:lnTo>
                  <a:pt x="174" y="7"/>
                </a:lnTo>
                <a:lnTo>
                  <a:pt x="175" y="7"/>
                </a:lnTo>
                <a:lnTo>
                  <a:pt x="177" y="7"/>
                </a:lnTo>
                <a:lnTo>
                  <a:pt x="177" y="6"/>
                </a:lnTo>
                <a:lnTo>
                  <a:pt x="178" y="6"/>
                </a:lnTo>
                <a:lnTo>
                  <a:pt x="179" y="6"/>
                </a:lnTo>
                <a:lnTo>
                  <a:pt x="179" y="5"/>
                </a:lnTo>
                <a:lnTo>
                  <a:pt x="180" y="5"/>
                </a:lnTo>
                <a:lnTo>
                  <a:pt x="181" y="4"/>
                </a:lnTo>
                <a:lnTo>
                  <a:pt x="181" y="3"/>
                </a:lnTo>
                <a:lnTo>
                  <a:pt x="182" y="3"/>
                </a:lnTo>
                <a:lnTo>
                  <a:pt x="182" y="2"/>
                </a:lnTo>
                <a:lnTo>
                  <a:pt x="183" y="2"/>
                </a:lnTo>
                <a:lnTo>
                  <a:pt x="184" y="2"/>
                </a:lnTo>
                <a:lnTo>
                  <a:pt x="184" y="1"/>
                </a:lnTo>
                <a:lnTo>
                  <a:pt x="185" y="1"/>
                </a:lnTo>
                <a:lnTo>
                  <a:pt x="187" y="0"/>
                </a:lnTo>
                <a:lnTo>
                  <a:pt x="188" y="0"/>
                </a:lnTo>
                <a:lnTo>
                  <a:pt x="189" y="0"/>
                </a:lnTo>
                <a:lnTo>
                  <a:pt x="190" y="0"/>
                </a:lnTo>
                <a:lnTo>
                  <a:pt x="191" y="1"/>
                </a:lnTo>
                <a:lnTo>
                  <a:pt x="192" y="1"/>
                </a:lnTo>
                <a:lnTo>
                  <a:pt x="194" y="2"/>
                </a:lnTo>
                <a:lnTo>
                  <a:pt x="196" y="2"/>
                </a:lnTo>
                <a:lnTo>
                  <a:pt x="197" y="2"/>
                </a:lnTo>
                <a:lnTo>
                  <a:pt x="198" y="3"/>
                </a:lnTo>
                <a:lnTo>
                  <a:pt x="20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70" name=""/>
          <p:cNvSpPr/>
          <p:nvPr/>
        </p:nvSpPr>
        <p:spPr>
          <a:xfrm>
            <a:off x="6991200" y="3961800"/>
            <a:ext cx="39600" cy="43920"/>
          </a:xfrm>
          <a:custGeom>
            <a:avLst/>
            <a:gdLst/>
            <a:ahLst/>
            <a:rect l="0" t="0" r="r" b="b"/>
            <a:pathLst>
              <a:path w="110" h="122">
                <a:moveTo>
                  <a:pt x="55" y="11"/>
                </a:moveTo>
                <a:lnTo>
                  <a:pt x="56" y="12"/>
                </a:lnTo>
                <a:lnTo>
                  <a:pt x="57" y="12"/>
                </a:lnTo>
                <a:lnTo>
                  <a:pt x="58" y="12"/>
                </a:lnTo>
                <a:lnTo>
                  <a:pt x="59" y="12"/>
                </a:lnTo>
                <a:lnTo>
                  <a:pt x="59" y="13"/>
                </a:lnTo>
                <a:lnTo>
                  <a:pt x="61" y="13"/>
                </a:lnTo>
                <a:lnTo>
                  <a:pt x="62" y="13"/>
                </a:lnTo>
                <a:lnTo>
                  <a:pt x="62" y="14"/>
                </a:lnTo>
                <a:lnTo>
                  <a:pt x="63" y="14"/>
                </a:lnTo>
                <a:lnTo>
                  <a:pt x="63" y="15"/>
                </a:lnTo>
                <a:lnTo>
                  <a:pt x="64" y="15"/>
                </a:lnTo>
                <a:lnTo>
                  <a:pt x="65" y="16"/>
                </a:lnTo>
                <a:lnTo>
                  <a:pt x="66" y="16"/>
                </a:lnTo>
                <a:lnTo>
                  <a:pt x="66" y="17"/>
                </a:lnTo>
                <a:lnTo>
                  <a:pt x="67" y="17"/>
                </a:lnTo>
                <a:lnTo>
                  <a:pt x="67" y="16"/>
                </a:lnTo>
                <a:lnTo>
                  <a:pt x="68" y="16"/>
                </a:lnTo>
                <a:lnTo>
                  <a:pt x="68" y="17"/>
                </a:lnTo>
                <a:lnTo>
                  <a:pt x="69" y="17"/>
                </a:lnTo>
                <a:lnTo>
                  <a:pt x="70" y="18"/>
                </a:lnTo>
                <a:lnTo>
                  <a:pt x="71" y="17"/>
                </a:lnTo>
                <a:lnTo>
                  <a:pt x="72" y="18"/>
                </a:lnTo>
                <a:lnTo>
                  <a:pt x="73" y="18"/>
                </a:lnTo>
                <a:lnTo>
                  <a:pt x="75" y="19"/>
                </a:lnTo>
                <a:lnTo>
                  <a:pt x="77" y="19"/>
                </a:lnTo>
                <a:lnTo>
                  <a:pt x="80" y="20"/>
                </a:lnTo>
                <a:lnTo>
                  <a:pt x="81" y="21"/>
                </a:lnTo>
                <a:lnTo>
                  <a:pt x="82" y="21"/>
                </a:lnTo>
                <a:lnTo>
                  <a:pt x="85" y="22"/>
                </a:lnTo>
                <a:lnTo>
                  <a:pt x="86" y="22"/>
                </a:lnTo>
                <a:lnTo>
                  <a:pt x="87" y="23"/>
                </a:lnTo>
                <a:lnTo>
                  <a:pt x="88" y="23"/>
                </a:lnTo>
                <a:lnTo>
                  <a:pt x="91" y="23"/>
                </a:lnTo>
                <a:lnTo>
                  <a:pt x="92" y="24"/>
                </a:lnTo>
                <a:lnTo>
                  <a:pt x="93" y="24"/>
                </a:lnTo>
                <a:lnTo>
                  <a:pt x="93" y="26"/>
                </a:lnTo>
                <a:lnTo>
                  <a:pt x="93" y="29"/>
                </a:lnTo>
                <a:lnTo>
                  <a:pt x="94" y="29"/>
                </a:lnTo>
                <a:lnTo>
                  <a:pt x="96" y="30"/>
                </a:lnTo>
                <a:lnTo>
                  <a:pt x="97" y="30"/>
                </a:lnTo>
                <a:lnTo>
                  <a:pt x="97" y="29"/>
                </a:lnTo>
                <a:lnTo>
                  <a:pt x="101" y="33"/>
                </a:lnTo>
                <a:lnTo>
                  <a:pt x="102" y="34"/>
                </a:lnTo>
                <a:lnTo>
                  <a:pt x="103" y="35"/>
                </a:lnTo>
                <a:lnTo>
                  <a:pt x="103" y="36"/>
                </a:lnTo>
                <a:lnTo>
                  <a:pt x="103" y="38"/>
                </a:lnTo>
                <a:lnTo>
                  <a:pt x="103" y="39"/>
                </a:lnTo>
                <a:lnTo>
                  <a:pt x="103" y="40"/>
                </a:lnTo>
                <a:lnTo>
                  <a:pt x="102" y="41"/>
                </a:lnTo>
                <a:lnTo>
                  <a:pt x="101" y="41"/>
                </a:lnTo>
                <a:lnTo>
                  <a:pt x="98" y="42"/>
                </a:lnTo>
                <a:lnTo>
                  <a:pt x="94" y="44"/>
                </a:lnTo>
                <a:lnTo>
                  <a:pt x="93" y="52"/>
                </a:lnTo>
                <a:lnTo>
                  <a:pt x="96" y="53"/>
                </a:lnTo>
                <a:lnTo>
                  <a:pt x="96" y="56"/>
                </a:lnTo>
                <a:lnTo>
                  <a:pt x="97" y="56"/>
                </a:lnTo>
                <a:lnTo>
                  <a:pt x="103" y="57"/>
                </a:lnTo>
                <a:lnTo>
                  <a:pt x="110" y="58"/>
                </a:lnTo>
                <a:lnTo>
                  <a:pt x="109" y="60"/>
                </a:lnTo>
                <a:lnTo>
                  <a:pt x="106" y="59"/>
                </a:lnTo>
                <a:lnTo>
                  <a:pt x="103" y="59"/>
                </a:lnTo>
                <a:lnTo>
                  <a:pt x="102" y="59"/>
                </a:lnTo>
                <a:lnTo>
                  <a:pt x="100" y="59"/>
                </a:lnTo>
                <a:lnTo>
                  <a:pt x="95" y="58"/>
                </a:lnTo>
                <a:lnTo>
                  <a:pt x="94" y="58"/>
                </a:lnTo>
                <a:lnTo>
                  <a:pt x="91" y="58"/>
                </a:lnTo>
                <a:lnTo>
                  <a:pt x="91" y="59"/>
                </a:lnTo>
                <a:lnTo>
                  <a:pt x="91" y="60"/>
                </a:lnTo>
                <a:lnTo>
                  <a:pt x="91" y="62"/>
                </a:lnTo>
                <a:lnTo>
                  <a:pt x="91" y="64"/>
                </a:lnTo>
                <a:lnTo>
                  <a:pt x="90" y="65"/>
                </a:lnTo>
                <a:lnTo>
                  <a:pt x="90" y="66"/>
                </a:lnTo>
                <a:lnTo>
                  <a:pt x="89" y="66"/>
                </a:lnTo>
                <a:lnTo>
                  <a:pt x="88" y="65"/>
                </a:lnTo>
                <a:lnTo>
                  <a:pt x="87" y="65"/>
                </a:lnTo>
                <a:lnTo>
                  <a:pt x="86" y="65"/>
                </a:lnTo>
                <a:lnTo>
                  <a:pt x="85" y="66"/>
                </a:lnTo>
                <a:lnTo>
                  <a:pt x="84" y="67"/>
                </a:lnTo>
                <a:lnTo>
                  <a:pt x="85" y="69"/>
                </a:lnTo>
                <a:lnTo>
                  <a:pt x="86" y="69"/>
                </a:lnTo>
                <a:lnTo>
                  <a:pt x="88" y="71"/>
                </a:lnTo>
                <a:lnTo>
                  <a:pt x="89" y="72"/>
                </a:lnTo>
                <a:lnTo>
                  <a:pt x="90" y="72"/>
                </a:lnTo>
                <a:lnTo>
                  <a:pt x="93" y="75"/>
                </a:lnTo>
                <a:lnTo>
                  <a:pt x="93" y="76"/>
                </a:lnTo>
                <a:lnTo>
                  <a:pt x="92" y="77"/>
                </a:lnTo>
                <a:lnTo>
                  <a:pt x="95" y="81"/>
                </a:lnTo>
                <a:lnTo>
                  <a:pt x="98" y="88"/>
                </a:lnTo>
                <a:lnTo>
                  <a:pt x="99" y="89"/>
                </a:lnTo>
                <a:lnTo>
                  <a:pt x="102" y="98"/>
                </a:lnTo>
                <a:lnTo>
                  <a:pt x="102" y="102"/>
                </a:lnTo>
                <a:lnTo>
                  <a:pt x="101" y="102"/>
                </a:lnTo>
                <a:lnTo>
                  <a:pt x="100" y="103"/>
                </a:lnTo>
                <a:lnTo>
                  <a:pt x="97" y="104"/>
                </a:lnTo>
                <a:lnTo>
                  <a:pt x="94" y="106"/>
                </a:lnTo>
                <a:lnTo>
                  <a:pt x="94" y="105"/>
                </a:lnTo>
                <a:lnTo>
                  <a:pt x="93" y="105"/>
                </a:lnTo>
                <a:lnTo>
                  <a:pt x="91" y="105"/>
                </a:lnTo>
                <a:lnTo>
                  <a:pt x="90" y="106"/>
                </a:lnTo>
                <a:lnTo>
                  <a:pt x="88" y="106"/>
                </a:lnTo>
                <a:lnTo>
                  <a:pt x="87" y="106"/>
                </a:lnTo>
                <a:lnTo>
                  <a:pt x="85" y="105"/>
                </a:lnTo>
                <a:lnTo>
                  <a:pt x="83" y="106"/>
                </a:lnTo>
                <a:lnTo>
                  <a:pt x="83" y="105"/>
                </a:lnTo>
                <a:lnTo>
                  <a:pt x="81" y="105"/>
                </a:lnTo>
                <a:lnTo>
                  <a:pt x="79" y="105"/>
                </a:lnTo>
                <a:lnTo>
                  <a:pt x="78" y="105"/>
                </a:lnTo>
                <a:lnTo>
                  <a:pt x="78" y="106"/>
                </a:lnTo>
                <a:lnTo>
                  <a:pt x="76" y="106"/>
                </a:lnTo>
                <a:lnTo>
                  <a:pt x="75" y="106"/>
                </a:lnTo>
                <a:lnTo>
                  <a:pt x="73" y="106"/>
                </a:lnTo>
                <a:lnTo>
                  <a:pt x="72" y="106"/>
                </a:lnTo>
                <a:lnTo>
                  <a:pt x="70" y="106"/>
                </a:lnTo>
                <a:lnTo>
                  <a:pt x="69" y="107"/>
                </a:lnTo>
                <a:lnTo>
                  <a:pt x="65" y="108"/>
                </a:lnTo>
                <a:lnTo>
                  <a:pt x="61" y="109"/>
                </a:lnTo>
                <a:lnTo>
                  <a:pt x="61" y="108"/>
                </a:lnTo>
                <a:lnTo>
                  <a:pt x="59" y="109"/>
                </a:lnTo>
                <a:lnTo>
                  <a:pt x="59" y="110"/>
                </a:lnTo>
                <a:lnTo>
                  <a:pt x="58" y="111"/>
                </a:lnTo>
                <a:lnTo>
                  <a:pt x="57" y="111"/>
                </a:lnTo>
                <a:lnTo>
                  <a:pt x="55" y="112"/>
                </a:lnTo>
                <a:lnTo>
                  <a:pt x="52" y="114"/>
                </a:lnTo>
                <a:lnTo>
                  <a:pt x="51" y="114"/>
                </a:lnTo>
                <a:lnTo>
                  <a:pt x="50" y="115"/>
                </a:lnTo>
                <a:lnTo>
                  <a:pt x="48" y="116"/>
                </a:lnTo>
                <a:lnTo>
                  <a:pt x="46" y="118"/>
                </a:lnTo>
                <a:lnTo>
                  <a:pt x="46" y="119"/>
                </a:lnTo>
                <a:lnTo>
                  <a:pt x="45" y="119"/>
                </a:lnTo>
                <a:lnTo>
                  <a:pt x="45" y="120"/>
                </a:lnTo>
                <a:lnTo>
                  <a:pt x="44" y="120"/>
                </a:lnTo>
                <a:lnTo>
                  <a:pt x="43" y="121"/>
                </a:lnTo>
                <a:lnTo>
                  <a:pt x="42" y="121"/>
                </a:lnTo>
                <a:lnTo>
                  <a:pt x="41" y="121"/>
                </a:lnTo>
                <a:lnTo>
                  <a:pt x="40" y="121"/>
                </a:lnTo>
                <a:lnTo>
                  <a:pt x="38" y="121"/>
                </a:lnTo>
                <a:lnTo>
                  <a:pt x="38" y="122"/>
                </a:lnTo>
                <a:lnTo>
                  <a:pt x="37" y="121"/>
                </a:lnTo>
                <a:lnTo>
                  <a:pt x="37" y="120"/>
                </a:lnTo>
                <a:lnTo>
                  <a:pt x="37" y="119"/>
                </a:lnTo>
                <a:lnTo>
                  <a:pt x="38" y="118"/>
                </a:lnTo>
                <a:lnTo>
                  <a:pt x="37" y="118"/>
                </a:lnTo>
                <a:lnTo>
                  <a:pt x="37" y="117"/>
                </a:lnTo>
                <a:lnTo>
                  <a:pt x="36" y="116"/>
                </a:lnTo>
                <a:lnTo>
                  <a:pt x="35" y="115"/>
                </a:lnTo>
                <a:lnTo>
                  <a:pt x="34" y="115"/>
                </a:lnTo>
                <a:lnTo>
                  <a:pt x="34" y="114"/>
                </a:lnTo>
                <a:lnTo>
                  <a:pt x="34" y="113"/>
                </a:lnTo>
                <a:lnTo>
                  <a:pt x="33" y="113"/>
                </a:lnTo>
                <a:lnTo>
                  <a:pt x="33" y="112"/>
                </a:lnTo>
                <a:lnTo>
                  <a:pt x="32" y="112"/>
                </a:lnTo>
                <a:lnTo>
                  <a:pt x="31" y="112"/>
                </a:lnTo>
                <a:lnTo>
                  <a:pt x="31" y="113"/>
                </a:lnTo>
                <a:lnTo>
                  <a:pt x="30" y="112"/>
                </a:lnTo>
                <a:lnTo>
                  <a:pt x="30" y="113"/>
                </a:lnTo>
                <a:lnTo>
                  <a:pt x="29" y="113"/>
                </a:lnTo>
                <a:lnTo>
                  <a:pt x="28" y="113"/>
                </a:lnTo>
                <a:lnTo>
                  <a:pt x="27" y="113"/>
                </a:lnTo>
                <a:lnTo>
                  <a:pt x="27" y="112"/>
                </a:lnTo>
                <a:lnTo>
                  <a:pt x="26" y="112"/>
                </a:lnTo>
                <a:lnTo>
                  <a:pt x="26" y="113"/>
                </a:lnTo>
                <a:lnTo>
                  <a:pt x="25" y="113"/>
                </a:lnTo>
                <a:lnTo>
                  <a:pt x="25" y="112"/>
                </a:lnTo>
                <a:lnTo>
                  <a:pt x="24" y="112"/>
                </a:lnTo>
                <a:lnTo>
                  <a:pt x="24" y="111"/>
                </a:lnTo>
                <a:lnTo>
                  <a:pt x="24" y="110"/>
                </a:lnTo>
                <a:lnTo>
                  <a:pt x="25" y="109"/>
                </a:lnTo>
                <a:lnTo>
                  <a:pt x="25" y="108"/>
                </a:lnTo>
                <a:lnTo>
                  <a:pt x="25" y="107"/>
                </a:lnTo>
                <a:lnTo>
                  <a:pt x="25" y="106"/>
                </a:lnTo>
                <a:lnTo>
                  <a:pt x="24" y="106"/>
                </a:lnTo>
                <a:lnTo>
                  <a:pt x="24" y="105"/>
                </a:lnTo>
                <a:lnTo>
                  <a:pt x="23" y="105"/>
                </a:lnTo>
                <a:lnTo>
                  <a:pt x="22" y="105"/>
                </a:lnTo>
                <a:lnTo>
                  <a:pt x="22" y="104"/>
                </a:lnTo>
                <a:lnTo>
                  <a:pt x="21" y="105"/>
                </a:lnTo>
                <a:lnTo>
                  <a:pt x="20" y="105"/>
                </a:lnTo>
                <a:lnTo>
                  <a:pt x="19" y="105"/>
                </a:lnTo>
                <a:lnTo>
                  <a:pt x="19" y="106"/>
                </a:lnTo>
                <a:lnTo>
                  <a:pt x="18" y="106"/>
                </a:lnTo>
                <a:lnTo>
                  <a:pt x="19" y="106"/>
                </a:lnTo>
                <a:lnTo>
                  <a:pt x="18" y="106"/>
                </a:lnTo>
                <a:lnTo>
                  <a:pt x="18" y="107"/>
                </a:lnTo>
                <a:lnTo>
                  <a:pt x="17" y="107"/>
                </a:lnTo>
                <a:lnTo>
                  <a:pt x="16" y="108"/>
                </a:lnTo>
                <a:lnTo>
                  <a:pt x="17" y="108"/>
                </a:lnTo>
                <a:lnTo>
                  <a:pt x="17" y="109"/>
                </a:lnTo>
                <a:lnTo>
                  <a:pt x="16" y="109"/>
                </a:lnTo>
                <a:lnTo>
                  <a:pt x="16" y="108"/>
                </a:lnTo>
                <a:lnTo>
                  <a:pt x="16" y="107"/>
                </a:lnTo>
                <a:lnTo>
                  <a:pt x="15" y="107"/>
                </a:lnTo>
                <a:lnTo>
                  <a:pt x="14" y="106"/>
                </a:lnTo>
                <a:lnTo>
                  <a:pt x="14" y="107"/>
                </a:lnTo>
                <a:lnTo>
                  <a:pt x="13" y="107"/>
                </a:lnTo>
                <a:lnTo>
                  <a:pt x="12" y="108"/>
                </a:lnTo>
                <a:lnTo>
                  <a:pt x="12" y="107"/>
                </a:lnTo>
                <a:lnTo>
                  <a:pt x="12" y="106"/>
                </a:lnTo>
                <a:lnTo>
                  <a:pt x="13" y="106"/>
                </a:lnTo>
                <a:lnTo>
                  <a:pt x="14" y="105"/>
                </a:lnTo>
                <a:lnTo>
                  <a:pt x="14" y="104"/>
                </a:lnTo>
                <a:lnTo>
                  <a:pt x="15" y="104"/>
                </a:lnTo>
                <a:lnTo>
                  <a:pt x="15" y="103"/>
                </a:lnTo>
                <a:lnTo>
                  <a:pt x="15" y="102"/>
                </a:lnTo>
                <a:lnTo>
                  <a:pt x="14" y="102"/>
                </a:lnTo>
                <a:lnTo>
                  <a:pt x="14" y="101"/>
                </a:lnTo>
                <a:lnTo>
                  <a:pt x="13" y="101"/>
                </a:lnTo>
                <a:lnTo>
                  <a:pt x="12" y="101"/>
                </a:lnTo>
                <a:lnTo>
                  <a:pt x="12" y="100"/>
                </a:lnTo>
                <a:lnTo>
                  <a:pt x="13" y="99"/>
                </a:lnTo>
                <a:lnTo>
                  <a:pt x="13" y="96"/>
                </a:lnTo>
                <a:lnTo>
                  <a:pt x="13" y="94"/>
                </a:lnTo>
                <a:lnTo>
                  <a:pt x="13" y="93"/>
                </a:lnTo>
                <a:lnTo>
                  <a:pt x="12" y="93"/>
                </a:lnTo>
                <a:lnTo>
                  <a:pt x="13" y="93"/>
                </a:lnTo>
                <a:lnTo>
                  <a:pt x="12" y="93"/>
                </a:lnTo>
                <a:lnTo>
                  <a:pt x="12" y="92"/>
                </a:lnTo>
                <a:lnTo>
                  <a:pt x="13" y="92"/>
                </a:lnTo>
                <a:lnTo>
                  <a:pt x="13" y="91"/>
                </a:lnTo>
                <a:lnTo>
                  <a:pt x="13" y="89"/>
                </a:lnTo>
                <a:lnTo>
                  <a:pt x="12" y="89"/>
                </a:lnTo>
                <a:lnTo>
                  <a:pt x="12" y="88"/>
                </a:lnTo>
                <a:lnTo>
                  <a:pt x="12" y="87"/>
                </a:lnTo>
                <a:lnTo>
                  <a:pt x="11" y="87"/>
                </a:lnTo>
                <a:lnTo>
                  <a:pt x="10" y="87"/>
                </a:lnTo>
                <a:lnTo>
                  <a:pt x="9" y="87"/>
                </a:lnTo>
                <a:lnTo>
                  <a:pt x="9" y="86"/>
                </a:lnTo>
                <a:lnTo>
                  <a:pt x="8" y="86"/>
                </a:lnTo>
                <a:lnTo>
                  <a:pt x="9" y="86"/>
                </a:lnTo>
                <a:lnTo>
                  <a:pt x="8" y="87"/>
                </a:lnTo>
                <a:lnTo>
                  <a:pt x="7" y="87"/>
                </a:lnTo>
                <a:lnTo>
                  <a:pt x="8" y="88"/>
                </a:lnTo>
                <a:lnTo>
                  <a:pt x="7" y="88"/>
                </a:lnTo>
                <a:lnTo>
                  <a:pt x="7" y="87"/>
                </a:lnTo>
                <a:lnTo>
                  <a:pt x="5" y="87"/>
                </a:lnTo>
                <a:lnTo>
                  <a:pt x="5" y="88"/>
                </a:lnTo>
                <a:lnTo>
                  <a:pt x="5" y="87"/>
                </a:lnTo>
                <a:lnTo>
                  <a:pt x="4" y="87"/>
                </a:lnTo>
                <a:lnTo>
                  <a:pt x="4" y="85"/>
                </a:lnTo>
                <a:lnTo>
                  <a:pt x="4" y="84"/>
                </a:lnTo>
                <a:lnTo>
                  <a:pt x="4" y="83"/>
                </a:lnTo>
                <a:lnTo>
                  <a:pt x="4" y="82"/>
                </a:lnTo>
                <a:lnTo>
                  <a:pt x="4" y="81"/>
                </a:lnTo>
                <a:lnTo>
                  <a:pt x="4" y="80"/>
                </a:lnTo>
                <a:lnTo>
                  <a:pt x="3" y="79"/>
                </a:lnTo>
                <a:lnTo>
                  <a:pt x="2" y="79"/>
                </a:lnTo>
                <a:lnTo>
                  <a:pt x="2" y="78"/>
                </a:lnTo>
                <a:lnTo>
                  <a:pt x="1" y="79"/>
                </a:lnTo>
                <a:lnTo>
                  <a:pt x="0" y="78"/>
                </a:lnTo>
                <a:lnTo>
                  <a:pt x="1" y="77"/>
                </a:lnTo>
                <a:lnTo>
                  <a:pt x="1" y="76"/>
                </a:lnTo>
                <a:lnTo>
                  <a:pt x="2" y="76"/>
                </a:lnTo>
                <a:lnTo>
                  <a:pt x="2" y="75"/>
                </a:lnTo>
                <a:lnTo>
                  <a:pt x="3" y="75"/>
                </a:lnTo>
                <a:lnTo>
                  <a:pt x="4" y="75"/>
                </a:lnTo>
                <a:lnTo>
                  <a:pt x="5" y="75"/>
                </a:lnTo>
                <a:lnTo>
                  <a:pt x="6" y="75"/>
                </a:lnTo>
                <a:lnTo>
                  <a:pt x="6" y="74"/>
                </a:lnTo>
                <a:lnTo>
                  <a:pt x="7" y="74"/>
                </a:lnTo>
                <a:lnTo>
                  <a:pt x="8" y="74"/>
                </a:lnTo>
                <a:lnTo>
                  <a:pt x="9" y="75"/>
                </a:lnTo>
                <a:lnTo>
                  <a:pt x="10" y="75"/>
                </a:lnTo>
                <a:lnTo>
                  <a:pt x="11" y="75"/>
                </a:lnTo>
                <a:lnTo>
                  <a:pt x="12" y="75"/>
                </a:lnTo>
                <a:lnTo>
                  <a:pt x="13" y="75"/>
                </a:lnTo>
                <a:lnTo>
                  <a:pt x="15" y="75"/>
                </a:lnTo>
                <a:lnTo>
                  <a:pt x="15" y="74"/>
                </a:lnTo>
                <a:lnTo>
                  <a:pt x="16" y="74"/>
                </a:lnTo>
                <a:lnTo>
                  <a:pt x="16" y="75"/>
                </a:lnTo>
                <a:lnTo>
                  <a:pt x="17" y="75"/>
                </a:lnTo>
                <a:lnTo>
                  <a:pt x="17" y="74"/>
                </a:lnTo>
                <a:lnTo>
                  <a:pt x="17" y="73"/>
                </a:lnTo>
                <a:lnTo>
                  <a:pt x="18" y="73"/>
                </a:lnTo>
                <a:lnTo>
                  <a:pt x="19" y="73"/>
                </a:lnTo>
                <a:lnTo>
                  <a:pt x="19" y="74"/>
                </a:lnTo>
                <a:lnTo>
                  <a:pt x="19" y="73"/>
                </a:lnTo>
                <a:lnTo>
                  <a:pt x="20" y="73"/>
                </a:lnTo>
                <a:lnTo>
                  <a:pt x="20" y="72"/>
                </a:lnTo>
                <a:lnTo>
                  <a:pt x="20" y="71"/>
                </a:lnTo>
                <a:lnTo>
                  <a:pt x="19" y="71"/>
                </a:lnTo>
                <a:lnTo>
                  <a:pt x="20" y="71"/>
                </a:lnTo>
                <a:lnTo>
                  <a:pt x="19" y="71"/>
                </a:lnTo>
                <a:lnTo>
                  <a:pt x="19" y="70"/>
                </a:lnTo>
                <a:lnTo>
                  <a:pt x="19" y="69"/>
                </a:lnTo>
                <a:lnTo>
                  <a:pt x="19" y="68"/>
                </a:lnTo>
                <a:lnTo>
                  <a:pt x="19" y="67"/>
                </a:lnTo>
                <a:lnTo>
                  <a:pt x="19" y="66"/>
                </a:lnTo>
                <a:lnTo>
                  <a:pt x="19" y="65"/>
                </a:lnTo>
                <a:lnTo>
                  <a:pt x="19" y="64"/>
                </a:lnTo>
                <a:lnTo>
                  <a:pt x="19" y="61"/>
                </a:lnTo>
                <a:lnTo>
                  <a:pt x="20" y="61"/>
                </a:lnTo>
                <a:lnTo>
                  <a:pt x="21" y="61"/>
                </a:lnTo>
                <a:lnTo>
                  <a:pt x="20" y="60"/>
                </a:lnTo>
                <a:lnTo>
                  <a:pt x="21" y="59"/>
                </a:lnTo>
                <a:lnTo>
                  <a:pt x="22" y="60"/>
                </a:lnTo>
                <a:lnTo>
                  <a:pt x="22" y="61"/>
                </a:lnTo>
                <a:lnTo>
                  <a:pt x="23" y="61"/>
                </a:lnTo>
                <a:lnTo>
                  <a:pt x="23" y="60"/>
                </a:lnTo>
                <a:lnTo>
                  <a:pt x="24" y="60"/>
                </a:lnTo>
                <a:lnTo>
                  <a:pt x="25" y="60"/>
                </a:lnTo>
                <a:lnTo>
                  <a:pt x="26" y="61"/>
                </a:lnTo>
                <a:lnTo>
                  <a:pt x="27" y="61"/>
                </a:lnTo>
                <a:lnTo>
                  <a:pt x="27" y="60"/>
                </a:lnTo>
                <a:lnTo>
                  <a:pt x="27" y="59"/>
                </a:lnTo>
                <a:lnTo>
                  <a:pt x="27" y="58"/>
                </a:lnTo>
                <a:lnTo>
                  <a:pt x="26" y="58"/>
                </a:lnTo>
                <a:lnTo>
                  <a:pt x="26" y="57"/>
                </a:lnTo>
                <a:lnTo>
                  <a:pt x="26" y="58"/>
                </a:lnTo>
                <a:lnTo>
                  <a:pt x="25" y="58"/>
                </a:lnTo>
                <a:lnTo>
                  <a:pt x="25" y="57"/>
                </a:lnTo>
                <a:lnTo>
                  <a:pt x="25" y="56"/>
                </a:lnTo>
                <a:lnTo>
                  <a:pt x="24" y="56"/>
                </a:lnTo>
                <a:lnTo>
                  <a:pt x="25" y="56"/>
                </a:lnTo>
                <a:lnTo>
                  <a:pt x="25" y="55"/>
                </a:lnTo>
                <a:lnTo>
                  <a:pt x="25" y="54"/>
                </a:lnTo>
                <a:lnTo>
                  <a:pt x="24" y="54"/>
                </a:lnTo>
                <a:lnTo>
                  <a:pt x="23" y="53"/>
                </a:lnTo>
                <a:lnTo>
                  <a:pt x="24" y="53"/>
                </a:lnTo>
                <a:lnTo>
                  <a:pt x="23" y="53"/>
                </a:lnTo>
                <a:lnTo>
                  <a:pt x="23" y="51"/>
                </a:lnTo>
                <a:lnTo>
                  <a:pt x="24" y="51"/>
                </a:lnTo>
                <a:lnTo>
                  <a:pt x="23" y="51"/>
                </a:lnTo>
                <a:lnTo>
                  <a:pt x="23" y="50"/>
                </a:lnTo>
                <a:lnTo>
                  <a:pt x="24" y="50"/>
                </a:lnTo>
                <a:lnTo>
                  <a:pt x="25" y="50"/>
                </a:lnTo>
                <a:lnTo>
                  <a:pt x="26" y="49"/>
                </a:lnTo>
                <a:lnTo>
                  <a:pt x="26" y="48"/>
                </a:lnTo>
                <a:lnTo>
                  <a:pt x="27" y="48"/>
                </a:lnTo>
                <a:lnTo>
                  <a:pt x="27" y="47"/>
                </a:lnTo>
                <a:lnTo>
                  <a:pt x="26" y="46"/>
                </a:lnTo>
                <a:lnTo>
                  <a:pt x="27" y="45"/>
                </a:lnTo>
                <a:lnTo>
                  <a:pt x="28" y="45"/>
                </a:lnTo>
                <a:lnTo>
                  <a:pt x="27" y="45"/>
                </a:lnTo>
                <a:lnTo>
                  <a:pt x="27" y="44"/>
                </a:lnTo>
                <a:lnTo>
                  <a:pt x="26" y="44"/>
                </a:lnTo>
                <a:lnTo>
                  <a:pt x="26" y="43"/>
                </a:lnTo>
                <a:lnTo>
                  <a:pt x="27" y="43"/>
                </a:lnTo>
                <a:lnTo>
                  <a:pt x="28" y="43"/>
                </a:lnTo>
                <a:lnTo>
                  <a:pt x="29" y="43"/>
                </a:lnTo>
                <a:lnTo>
                  <a:pt x="30" y="42"/>
                </a:lnTo>
                <a:lnTo>
                  <a:pt x="31" y="41"/>
                </a:lnTo>
                <a:lnTo>
                  <a:pt x="31" y="40"/>
                </a:lnTo>
                <a:lnTo>
                  <a:pt x="32" y="40"/>
                </a:lnTo>
                <a:lnTo>
                  <a:pt x="33" y="40"/>
                </a:lnTo>
                <a:lnTo>
                  <a:pt x="34" y="40"/>
                </a:lnTo>
                <a:lnTo>
                  <a:pt x="34" y="39"/>
                </a:lnTo>
                <a:lnTo>
                  <a:pt x="34" y="38"/>
                </a:lnTo>
                <a:lnTo>
                  <a:pt x="35" y="38"/>
                </a:lnTo>
                <a:lnTo>
                  <a:pt x="35" y="39"/>
                </a:lnTo>
                <a:lnTo>
                  <a:pt x="35" y="40"/>
                </a:lnTo>
                <a:lnTo>
                  <a:pt x="37" y="40"/>
                </a:lnTo>
                <a:lnTo>
                  <a:pt x="37" y="39"/>
                </a:lnTo>
                <a:lnTo>
                  <a:pt x="38" y="39"/>
                </a:lnTo>
                <a:lnTo>
                  <a:pt x="39" y="39"/>
                </a:lnTo>
                <a:lnTo>
                  <a:pt x="40" y="39"/>
                </a:lnTo>
                <a:lnTo>
                  <a:pt x="40" y="38"/>
                </a:lnTo>
                <a:lnTo>
                  <a:pt x="40" y="37"/>
                </a:lnTo>
                <a:lnTo>
                  <a:pt x="41" y="37"/>
                </a:lnTo>
                <a:lnTo>
                  <a:pt x="41" y="38"/>
                </a:lnTo>
                <a:lnTo>
                  <a:pt x="42" y="38"/>
                </a:lnTo>
                <a:lnTo>
                  <a:pt x="43" y="37"/>
                </a:lnTo>
                <a:lnTo>
                  <a:pt x="44" y="36"/>
                </a:lnTo>
                <a:lnTo>
                  <a:pt x="45" y="36"/>
                </a:lnTo>
                <a:lnTo>
                  <a:pt x="46" y="35"/>
                </a:lnTo>
                <a:lnTo>
                  <a:pt x="46" y="34"/>
                </a:lnTo>
                <a:lnTo>
                  <a:pt x="47" y="34"/>
                </a:lnTo>
                <a:lnTo>
                  <a:pt x="47" y="33"/>
                </a:lnTo>
                <a:lnTo>
                  <a:pt x="48" y="33"/>
                </a:lnTo>
                <a:lnTo>
                  <a:pt x="47" y="33"/>
                </a:lnTo>
                <a:lnTo>
                  <a:pt x="47" y="32"/>
                </a:lnTo>
                <a:lnTo>
                  <a:pt x="44" y="31"/>
                </a:lnTo>
                <a:lnTo>
                  <a:pt x="44" y="30"/>
                </a:lnTo>
                <a:lnTo>
                  <a:pt x="42" y="29"/>
                </a:lnTo>
                <a:lnTo>
                  <a:pt x="42" y="28"/>
                </a:lnTo>
                <a:lnTo>
                  <a:pt x="41" y="28"/>
                </a:lnTo>
                <a:lnTo>
                  <a:pt x="40" y="26"/>
                </a:lnTo>
                <a:lnTo>
                  <a:pt x="39" y="26"/>
                </a:lnTo>
                <a:lnTo>
                  <a:pt x="39" y="25"/>
                </a:lnTo>
                <a:lnTo>
                  <a:pt x="37" y="23"/>
                </a:lnTo>
                <a:lnTo>
                  <a:pt x="37" y="22"/>
                </a:lnTo>
                <a:lnTo>
                  <a:pt x="36" y="22"/>
                </a:lnTo>
                <a:lnTo>
                  <a:pt x="35" y="21"/>
                </a:lnTo>
                <a:lnTo>
                  <a:pt x="34" y="20"/>
                </a:lnTo>
                <a:lnTo>
                  <a:pt x="33" y="19"/>
                </a:lnTo>
                <a:lnTo>
                  <a:pt x="32" y="19"/>
                </a:lnTo>
                <a:lnTo>
                  <a:pt x="31" y="18"/>
                </a:lnTo>
                <a:lnTo>
                  <a:pt x="30" y="17"/>
                </a:lnTo>
                <a:lnTo>
                  <a:pt x="29" y="16"/>
                </a:lnTo>
                <a:lnTo>
                  <a:pt x="28" y="16"/>
                </a:lnTo>
                <a:lnTo>
                  <a:pt x="27" y="15"/>
                </a:lnTo>
                <a:lnTo>
                  <a:pt x="25" y="14"/>
                </a:lnTo>
                <a:lnTo>
                  <a:pt x="25" y="13"/>
                </a:lnTo>
                <a:lnTo>
                  <a:pt x="24" y="13"/>
                </a:lnTo>
                <a:lnTo>
                  <a:pt x="23" y="12"/>
                </a:lnTo>
                <a:lnTo>
                  <a:pt x="23" y="11"/>
                </a:lnTo>
                <a:lnTo>
                  <a:pt x="22" y="11"/>
                </a:lnTo>
                <a:lnTo>
                  <a:pt x="23" y="11"/>
                </a:lnTo>
                <a:lnTo>
                  <a:pt x="23" y="10"/>
                </a:lnTo>
                <a:lnTo>
                  <a:pt x="25" y="9"/>
                </a:lnTo>
                <a:lnTo>
                  <a:pt x="26" y="8"/>
                </a:lnTo>
                <a:lnTo>
                  <a:pt x="27" y="7"/>
                </a:lnTo>
                <a:lnTo>
                  <a:pt x="28" y="6"/>
                </a:lnTo>
                <a:lnTo>
                  <a:pt x="28" y="5"/>
                </a:lnTo>
                <a:lnTo>
                  <a:pt x="29" y="5"/>
                </a:lnTo>
                <a:lnTo>
                  <a:pt x="30" y="4"/>
                </a:lnTo>
                <a:lnTo>
                  <a:pt x="31" y="4"/>
                </a:lnTo>
                <a:lnTo>
                  <a:pt x="31" y="3"/>
                </a:lnTo>
                <a:lnTo>
                  <a:pt x="32" y="3"/>
                </a:lnTo>
                <a:lnTo>
                  <a:pt x="33" y="2"/>
                </a:lnTo>
                <a:lnTo>
                  <a:pt x="35" y="1"/>
                </a:lnTo>
                <a:lnTo>
                  <a:pt x="36" y="1"/>
                </a:lnTo>
                <a:lnTo>
                  <a:pt x="38" y="0"/>
                </a:lnTo>
                <a:lnTo>
                  <a:pt x="39" y="0"/>
                </a:lnTo>
                <a:lnTo>
                  <a:pt x="40" y="0"/>
                </a:lnTo>
                <a:lnTo>
                  <a:pt x="41" y="0"/>
                </a:lnTo>
                <a:lnTo>
                  <a:pt x="43" y="0"/>
                </a:lnTo>
                <a:lnTo>
                  <a:pt x="43" y="1"/>
                </a:lnTo>
                <a:lnTo>
                  <a:pt x="45" y="1"/>
                </a:lnTo>
                <a:lnTo>
                  <a:pt x="46" y="2"/>
                </a:lnTo>
                <a:lnTo>
                  <a:pt x="47" y="2"/>
                </a:lnTo>
                <a:lnTo>
                  <a:pt x="48" y="4"/>
                </a:lnTo>
                <a:lnTo>
                  <a:pt x="49" y="5"/>
                </a:lnTo>
                <a:lnTo>
                  <a:pt x="49" y="6"/>
                </a:lnTo>
                <a:lnTo>
                  <a:pt x="50" y="6"/>
                </a:lnTo>
                <a:lnTo>
                  <a:pt x="50" y="7"/>
                </a:lnTo>
                <a:lnTo>
                  <a:pt x="51" y="7"/>
                </a:lnTo>
                <a:lnTo>
                  <a:pt x="50" y="7"/>
                </a:lnTo>
                <a:lnTo>
                  <a:pt x="50" y="8"/>
                </a:lnTo>
                <a:lnTo>
                  <a:pt x="51" y="8"/>
                </a:lnTo>
                <a:lnTo>
                  <a:pt x="51" y="9"/>
                </a:lnTo>
                <a:lnTo>
                  <a:pt x="51" y="10"/>
                </a:lnTo>
                <a:lnTo>
                  <a:pt x="52" y="10"/>
                </a:lnTo>
                <a:lnTo>
                  <a:pt x="53" y="11"/>
                </a:lnTo>
                <a:lnTo>
                  <a:pt x="54" y="11"/>
                </a:lnTo>
                <a:lnTo>
                  <a:pt x="55" y="1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71" name=""/>
          <p:cNvSpPr/>
          <p:nvPr/>
        </p:nvSpPr>
        <p:spPr>
          <a:xfrm>
            <a:off x="7008840" y="3937320"/>
            <a:ext cx="1080" cy="360"/>
          </a:xfrm>
          <a:custGeom>
            <a:avLst/>
            <a:gdLst/>
            <a:ahLst/>
            <a:rect l="0" t="0" r="r" b="b"/>
            <a:pathLst>
              <a:path w="3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3" y="0"/>
                </a:lnTo>
                <a:lnTo>
                  <a:pt x="3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72" name=""/>
          <p:cNvSpPr/>
          <p:nvPr/>
        </p:nvSpPr>
        <p:spPr>
          <a:xfrm>
            <a:off x="6845400" y="3841920"/>
            <a:ext cx="181080" cy="160920"/>
          </a:xfrm>
          <a:custGeom>
            <a:avLst/>
            <a:gdLst/>
            <a:ahLst/>
            <a:rect l="0" t="0" r="r" b="b"/>
            <a:pathLst>
              <a:path w="503" h="447">
                <a:moveTo>
                  <a:pt x="260" y="0"/>
                </a:moveTo>
                <a:lnTo>
                  <a:pt x="262" y="1"/>
                </a:lnTo>
                <a:lnTo>
                  <a:pt x="264" y="1"/>
                </a:lnTo>
                <a:lnTo>
                  <a:pt x="264" y="2"/>
                </a:lnTo>
                <a:lnTo>
                  <a:pt x="264" y="3"/>
                </a:lnTo>
                <a:lnTo>
                  <a:pt x="265" y="3"/>
                </a:lnTo>
                <a:lnTo>
                  <a:pt x="265" y="4"/>
                </a:lnTo>
                <a:lnTo>
                  <a:pt x="264" y="5"/>
                </a:lnTo>
                <a:lnTo>
                  <a:pt x="263" y="5"/>
                </a:lnTo>
                <a:lnTo>
                  <a:pt x="261" y="6"/>
                </a:lnTo>
                <a:lnTo>
                  <a:pt x="260" y="7"/>
                </a:lnTo>
                <a:lnTo>
                  <a:pt x="260" y="6"/>
                </a:lnTo>
                <a:lnTo>
                  <a:pt x="260" y="7"/>
                </a:lnTo>
                <a:lnTo>
                  <a:pt x="259" y="7"/>
                </a:lnTo>
                <a:lnTo>
                  <a:pt x="259" y="8"/>
                </a:lnTo>
                <a:lnTo>
                  <a:pt x="258" y="9"/>
                </a:lnTo>
                <a:lnTo>
                  <a:pt x="257" y="9"/>
                </a:lnTo>
                <a:lnTo>
                  <a:pt x="257" y="10"/>
                </a:lnTo>
                <a:lnTo>
                  <a:pt x="257" y="11"/>
                </a:lnTo>
                <a:lnTo>
                  <a:pt x="257" y="12"/>
                </a:lnTo>
                <a:lnTo>
                  <a:pt x="257" y="13"/>
                </a:lnTo>
                <a:lnTo>
                  <a:pt x="256" y="15"/>
                </a:lnTo>
                <a:lnTo>
                  <a:pt x="256" y="16"/>
                </a:lnTo>
                <a:lnTo>
                  <a:pt x="256" y="17"/>
                </a:lnTo>
                <a:lnTo>
                  <a:pt x="256" y="19"/>
                </a:lnTo>
                <a:lnTo>
                  <a:pt x="256" y="20"/>
                </a:lnTo>
                <a:lnTo>
                  <a:pt x="256" y="21"/>
                </a:lnTo>
                <a:lnTo>
                  <a:pt x="256" y="22"/>
                </a:lnTo>
                <a:lnTo>
                  <a:pt x="256" y="23"/>
                </a:lnTo>
                <a:lnTo>
                  <a:pt x="255" y="24"/>
                </a:lnTo>
                <a:lnTo>
                  <a:pt x="256" y="24"/>
                </a:lnTo>
                <a:lnTo>
                  <a:pt x="255" y="24"/>
                </a:lnTo>
                <a:lnTo>
                  <a:pt x="255" y="25"/>
                </a:lnTo>
                <a:lnTo>
                  <a:pt x="256" y="25"/>
                </a:lnTo>
                <a:lnTo>
                  <a:pt x="256" y="28"/>
                </a:lnTo>
                <a:lnTo>
                  <a:pt x="255" y="28"/>
                </a:lnTo>
                <a:lnTo>
                  <a:pt x="256" y="28"/>
                </a:lnTo>
                <a:lnTo>
                  <a:pt x="257" y="28"/>
                </a:lnTo>
                <a:lnTo>
                  <a:pt x="257" y="29"/>
                </a:lnTo>
                <a:lnTo>
                  <a:pt x="256" y="30"/>
                </a:lnTo>
                <a:lnTo>
                  <a:pt x="256" y="31"/>
                </a:lnTo>
                <a:lnTo>
                  <a:pt x="257" y="30"/>
                </a:lnTo>
                <a:lnTo>
                  <a:pt x="257" y="31"/>
                </a:lnTo>
                <a:lnTo>
                  <a:pt x="257" y="32"/>
                </a:lnTo>
                <a:lnTo>
                  <a:pt x="258" y="33"/>
                </a:lnTo>
                <a:lnTo>
                  <a:pt x="258" y="34"/>
                </a:lnTo>
                <a:lnTo>
                  <a:pt x="258" y="35"/>
                </a:lnTo>
                <a:lnTo>
                  <a:pt x="260" y="35"/>
                </a:lnTo>
                <a:lnTo>
                  <a:pt x="262" y="34"/>
                </a:lnTo>
                <a:lnTo>
                  <a:pt x="263" y="34"/>
                </a:lnTo>
                <a:lnTo>
                  <a:pt x="264" y="35"/>
                </a:lnTo>
                <a:lnTo>
                  <a:pt x="265" y="36"/>
                </a:lnTo>
                <a:lnTo>
                  <a:pt x="266" y="36"/>
                </a:lnTo>
                <a:lnTo>
                  <a:pt x="267" y="36"/>
                </a:lnTo>
                <a:lnTo>
                  <a:pt x="267" y="37"/>
                </a:lnTo>
                <a:lnTo>
                  <a:pt x="268" y="37"/>
                </a:lnTo>
                <a:lnTo>
                  <a:pt x="269" y="37"/>
                </a:lnTo>
                <a:lnTo>
                  <a:pt x="270" y="37"/>
                </a:lnTo>
                <a:lnTo>
                  <a:pt x="271" y="37"/>
                </a:lnTo>
                <a:lnTo>
                  <a:pt x="272" y="38"/>
                </a:lnTo>
                <a:lnTo>
                  <a:pt x="273" y="38"/>
                </a:lnTo>
                <a:lnTo>
                  <a:pt x="274" y="39"/>
                </a:lnTo>
                <a:lnTo>
                  <a:pt x="275" y="39"/>
                </a:lnTo>
                <a:lnTo>
                  <a:pt x="276" y="39"/>
                </a:lnTo>
                <a:lnTo>
                  <a:pt x="277" y="39"/>
                </a:lnTo>
                <a:lnTo>
                  <a:pt x="278" y="39"/>
                </a:lnTo>
                <a:lnTo>
                  <a:pt x="279" y="39"/>
                </a:lnTo>
                <a:lnTo>
                  <a:pt x="279" y="40"/>
                </a:lnTo>
                <a:lnTo>
                  <a:pt x="280" y="40"/>
                </a:lnTo>
                <a:lnTo>
                  <a:pt x="281" y="40"/>
                </a:lnTo>
                <a:lnTo>
                  <a:pt x="283" y="41"/>
                </a:lnTo>
                <a:lnTo>
                  <a:pt x="284" y="41"/>
                </a:lnTo>
                <a:lnTo>
                  <a:pt x="284" y="40"/>
                </a:lnTo>
                <a:lnTo>
                  <a:pt x="285" y="40"/>
                </a:lnTo>
                <a:lnTo>
                  <a:pt x="285" y="41"/>
                </a:lnTo>
                <a:lnTo>
                  <a:pt x="284" y="41"/>
                </a:lnTo>
                <a:lnTo>
                  <a:pt x="283" y="41"/>
                </a:lnTo>
                <a:lnTo>
                  <a:pt x="283" y="42"/>
                </a:lnTo>
                <a:lnTo>
                  <a:pt x="281" y="42"/>
                </a:lnTo>
                <a:lnTo>
                  <a:pt x="282" y="43"/>
                </a:lnTo>
                <a:lnTo>
                  <a:pt x="281" y="44"/>
                </a:lnTo>
                <a:lnTo>
                  <a:pt x="281" y="43"/>
                </a:lnTo>
                <a:lnTo>
                  <a:pt x="280" y="44"/>
                </a:lnTo>
                <a:lnTo>
                  <a:pt x="280" y="45"/>
                </a:lnTo>
                <a:lnTo>
                  <a:pt x="279" y="45"/>
                </a:lnTo>
                <a:lnTo>
                  <a:pt x="279" y="46"/>
                </a:lnTo>
                <a:lnTo>
                  <a:pt x="280" y="47"/>
                </a:lnTo>
                <a:lnTo>
                  <a:pt x="281" y="48"/>
                </a:lnTo>
                <a:lnTo>
                  <a:pt x="282" y="49"/>
                </a:lnTo>
                <a:lnTo>
                  <a:pt x="285" y="51"/>
                </a:lnTo>
                <a:lnTo>
                  <a:pt x="285" y="52"/>
                </a:lnTo>
                <a:lnTo>
                  <a:pt x="287" y="51"/>
                </a:lnTo>
                <a:lnTo>
                  <a:pt x="288" y="51"/>
                </a:lnTo>
                <a:lnTo>
                  <a:pt x="288" y="53"/>
                </a:lnTo>
                <a:lnTo>
                  <a:pt x="289" y="53"/>
                </a:lnTo>
                <a:lnTo>
                  <a:pt x="289" y="54"/>
                </a:lnTo>
                <a:lnTo>
                  <a:pt x="290" y="55"/>
                </a:lnTo>
                <a:lnTo>
                  <a:pt x="291" y="55"/>
                </a:lnTo>
                <a:lnTo>
                  <a:pt x="292" y="56"/>
                </a:lnTo>
                <a:lnTo>
                  <a:pt x="293" y="56"/>
                </a:lnTo>
                <a:lnTo>
                  <a:pt x="294" y="57"/>
                </a:lnTo>
                <a:lnTo>
                  <a:pt x="295" y="57"/>
                </a:lnTo>
                <a:lnTo>
                  <a:pt x="296" y="58"/>
                </a:lnTo>
                <a:lnTo>
                  <a:pt x="296" y="59"/>
                </a:lnTo>
                <a:lnTo>
                  <a:pt x="296" y="60"/>
                </a:lnTo>
                <a:lnTo>
                  <a:pt x="296" y="61"/>
                </a:lnTo>
                <a:lnTo>
                  <a:pt x="296" y="62"/>
                </a:lnTo>
                <a:lnTo>
                  <a:pt x="297" y="62"/>
                </a:lnTo>
                <a:lnTo>
                  <a:pt x="299" y="62"/>
                </a:lnTo>
                <a:lnTo>
                  <a:pt x="300" y="61"/>
                </a:lnTo>
                <a:lnTo>
                  <a:pt x="300" y="62"/>
                </a:lnTo>
                <a:lnTo>
                  <a:pt x="301" y="61"/>
                </a:lnTo>
                <a:lnTo>
                  <a:pt x="303" y="61"/>
                </a:lnTo>
                <a:lnTo>
                  <a:pt x="303" y="62"/>
                </a:lnTo>
                <a:lnTo>
                  <a:pt x="304" y="62"/>
                </a:lnTo>
                <a:lnTo>
                  <a:pt x="306" y="63"/>
                </a:lnTo>
                <a:lnTo>
                  <a:pt x="307" y="64"/>
                </a:lnTo>
                <a:lnTo>
                  <a:pt x="308" y="64"/>
                </a:lnTo>
                <a:lnTo>
                  <a:pt x="309" y="64"/>
                </a:lnTo>
                <a:lnTo>
                  <a:pt x="309" y="65"/>
                </a:lnTo>
                <a:lnTo>
                  <a:pt x="308" y="65"/>
                </a:lnTo>
                <a:lnTo>
                  <a:pt x="309" y="66"/>
                </a:lnTo>
                <a:lnTo>
                  <a:pt x="309" y="67"/>
                </a:lnTo>
                <a:lnTo>
                  <a:pt x="310" y="67"/>
                </a:lnTo>
                <a:lnTo>
                  <a:pt x="311" y="67"/>
                </a:lnTo>
                <a:lnTo>
                  <a:pt x="313" y="67"/>
                </a:lnTo>
                <a:lnTo>
                  <a:pt x="314" y="68"/>
                </a:lnTo>
                <a:lnTo>
                  <a:pt x="315" y="68"/>
                </a:lnTo>
                <a:lnTo>
                  <a:pt x="317" y="68"/>
                </a:lnTo>
                <a:lnTo>
                  <a:pt x="318" y="68"/>
                </a:lnTo>
                <a:lnTo>
                  <a:pt x="319" y="68"/>
                </a:lnTo>
                <a:lnTo>
                  <a:pt x="320" y="69"/>
                </a:lnTo>
                <a:lnTo>
                  <a:pt x="321" y="69"/>
                </a:lnTo>
                <a:lnTo>
                  <a:pt x="322" y="69"/>
                </a:lnTo>
                <a:lnTo>
                  <a:pt x="323" y="69"/>
                </a:lnTo>
                <a:lnTo>
                  <a:pt x="324" y="70"/>
                </a:lnTo>
                <a:lnTo>
                  <a:pt x="325" y="70"/>
                </a:lnTo>
                <a:lnTo>
                  <a:pt x="326" y="70"/>
                </a:lnTo>
                <a:lnTo>
                  <a:pt x="327" y="71"/>
                </a:lnTo>
                <a:lnTo>
                  <a:pt x="328" y="71"/>
                </a:lnTo>
                <a:lnTo>
                  <a:pt x="329" y="72"/>
                </a:lnTo>
                <a:lnTo>
                  <a:pt x="330" y="72"/>
                </a:lnTo>
                <a:lnTo>
                  <a:pt x="332" y="73"/>
                </a:lnTo>
                <a:lnTo>
                  <a:pt x="334" y="74"/>
                </a:lnTo>
                <a:lnTo>
                  <a:pt x="335" y="74"/>
                </a:lnTo>
                <a:lnTo>
                  <a:pt x="335" y="75"/>
                </a:lnTo>
                <a:lnTo>
                  <a:pt x="336" y="76"/>
                </a:lnTo>
                <a:lnTo>
                  <a:pt x="337" y="76"/>
                </a:lnTo>
                <a:lnTo>
                  <a:pt x="337" y="77"/>
                </a:lnTo>
                <a:lnTo>
                  <a:pt x="338" y="77"/>
                </a:lnTo>
                <a:lnTo>
                  <a:pt x="339" y="77"/>
                </a:lnTo>
                <a:lnTo>
                  <a:pt x="339" y="78"/>
                </a:lnTo>
                <a:lnTo>
                  <a:pt x="340" y="78"/>
                </a:lnTo>
                <a:lnTo>
                  <a:pt x="343" y="79"/>
                </a:lnTo>
                <a:lnTo>
                  <a:pt x="344" y="80"/>
                </a:lnTo>
                <a:lnTo>
                  <a:pt x="345" y="80"/>
                </a:lnTo>
                <a:lnTo>
                  <a:pt x="346" y="80"/>
                </a:lnTo>
                <a:lnTo>
                  <a:pt x="347" y="81"/>
                </a:lnTo>
                <a:lnTo>
                  <a:pt x="349" y="82"/>
                </a:lnTo>
                <a:lnTo>
                  <a:pt x="351" y="82"/>
                </a:lnTo>
                <a:lnTo>
                  <a:pt x="353" y="83"/>
                </a:lnTo>
                <a:lnTo>
                  <a:pt x="354" y="84"/>
                </a:lnTo>
                <a:lnTo>
                  <a:pt x="354" y="85"/>
                </a:lnTo>
                <a:lnTo>
                  <a:pt x="354" y="86"/>
                </a:lnTo>
                <a:lnTo>
                  <a:pt x="354" y="87"/>
                </a:lnTo>
                <a:lnTo>
                  <a:pt x="355" y="87"/>
                </a:lnTo>
                <a:lnTo>
                  <a:pt x="355" y="88"/>
                </a:lnTo>
                <a:lnTo>
                  <a:pt x="354" y="89"/>
                </a:lnTo>
                <a:lnTo>
                  <a:pt x="355" y="90"/>
                </a:lnTo>
                <a:lnTo>
                  <a:pt x="355" y="91"/>
                </a:lnTo>
                <a:lnTo>
                  <a:pt x="355" y="92"/>
                </a:lnTo>
                <a:lnTo>
                  <a:pt x="355" y="93"/>
                </a:lnTo>
                <a:lnTo>
                  <a:pt x="356" y="93"/>
                </a:lnTo>
                <a:lnTo>
                  <a:pt x="356" y="94"/>
                </a:lnTo>
                <a:lnTo>
                  <a:pt x="356" y="96"/>
                </a:lnTo>
                <a:lnTo>
                  <a:pt x="356" y="97"/>
                </a:lnTo>
                <a:lnTo>
                  <a:pt x="357" y="99"/>
                </a:lnTo>
                <a:lnTo>
                  <a:pt x="357" y="100"/>
                </a:lnTo>
                <a:lnTo>
                  <a:pt x="358" y="100"/>
                </a:lnTo>
                <a:lnTo>
                  <a:pt x="358" y="101"/>
                </a:lnTo>
                <a:lnTo>
                  <a:pt x="358" y="102"/>
                </a:lnTo>
                <a:lnTo>
                  <a:pt x="359" y="102"/>
                </a:lnTo>
                <a:lnTo>
                  <a:pt x="359" y="103"/>
                </a:lnTo>
                <a:lnTo>
                  <a:pt x="359" y="104"/>
                </a:lnTo>
                <a:lnTo>
                  <a:pt x="358" y="104"/>
                </a:lnTo>
                <a:lnTo>
                  <a:pt x="358" y="105"/>
                </a:lnTo>
                <a:lnTo>
                  <a:pt x="359" y="105"/>
                </a:lnTo>
                <a:lnTo>
                  <a:pt x="360" y="106"/>
                </a:lnTo>
                <a:lnTo>
                  <a:pt x="360" y="107"/>
                </a:lnTo>
                <a:lnTo>
                  <a:pt x="361" y="108"/>
                </a:lnTo>
                <a:lnTo>
                  <a:pt x="361" y="109"/>
                </a:lnTo>
                <a:lnTo>
                  <a:pt x="362" y="109"/>
                </a:lnTo>
                <a:lnTo>
                  <a:pt x="362" y="110"/>
                </a:lnTo>
                <a:lnTo>
                  <a:pt x="363" y="111"/>
                </a:lnTo>
                <a:lnTo>
                  <a:pt x="364" y="114"/>
                </a:lnTo>
                <a:lnTo>
                  <a:pt x="364" y="115"/>
                </a:lnTo>
                <a:lnTo>
                  <a:pt x="365" y="116"/>
                </a:lnTo>
                <a:lnTo>
                  <a:pt x="365" y="117"/>
                </a:lnTo>
                <a:lnTo>
                  <a:pt x="365" y="118"/>
                </a:lnTo>
                <a:lnTo>
                  <a:pt x="365" y="117"/>
                </a:lnTo>
                <a:lnTo>
                  <a:pt x="366" y="118"/>
                </a:lnTo>
                <a:lnTo>
                  <a:pt x="366" y="119"/>
                </a:lnTo>
                <a:lnTo>
                  <a:pt x="367" y="120"/>
                </a:lnTo>
                <a:lnTo>
                  <a:pt x="367" y="121"/>
                </a:lnTo>
                <a:lnTo>
                  <a:pt x="367" y="122"/>
                </a:lnTo>
                <a:lnTo>
                  <a:pt x="368" y="123"/>
                </a:lnTo>
                <a:lnTo>
                  <a:pt x="368" y="124"/>
                </a:lnTo>
                <a:lnTo>
                  <a:pt x="369" y="126"/>
                </a:lnTo>
                <a:lnTo>
                  <a:pt x="370" y="127"/>
                </a:lnTo>
                <a:lnTo>
                  <a:pt x="371" y="128"/>
                </a:lnTo>
                <a:lnTo>
                  <a:pt x="372" y="130"/>
                </a:lnTo>
                <a:lnTo>
                  <a:pt x="372" y="131"/>
                </a:lnTo>
                <a:lnTo>
                  <a:pt x="372" y="132"/>
                </a:lnTo>
                <a:lnTo>
                  <a:pt x="373" y="132"/>
                </a:lnTo>
                <a:lnTo>
                  <a:pt x="373" y="134"/>
                </a:lnTo>
                <a:lnTo>
                  <a:pt x="372" y="134"/>
                </a:lnTo>
                <a:lnTo>
                  <a:pt x="372" y="135"/>
                </a:lnTo>
                <a:lnTo>
                  <a:pt x="371" y="135"/>
                </a:lnTo>
                <a:lnTo>
                  <a:pt x="371" y="136"/>
                </a:lnTo>
                <a:lnTo>
                  <a:pt x="372" y="136"/>
                </a:lnTo>
                <a:lnTo>
                  <a:pt x="373" y="135"/>
                </a:lnTo>
                <a:lnTo>
                  <a:pt x="374" y="135"/>
                </a:lnTo>
                <a:lnTo>
                  <a:pt x="375" y="136"/>
                </a:lnTo>
                <a:lnTo>
                  <a:pt x="376" y="136"/>
                </a:lnTo>
                <a:lnTo>
                  <a:pt x="377" y="138"/>
                </a:lnTo>
                <a:lnTo>
                  <a:pt x="377" y="139"/>
                </a:lnTo>
                <a:lnTo>
                  <a:pt x="378" y="141"/>
                </a:lnTo>
                <a:lnTo>
                  <a:pt x="378" y="142"/>
                </a:lnTo>
                <a:lnTo>
                  <a:pt x="379" y="143"/>
                </a:lnTo>
                <a:lnTo>
                  <a:pt x="379" y="144"/>
                </a:lnTo>
                <a:lnTo>
                  <a:pt x="380" y="145"/>
                </a:lnTo>
                <a:lnTo>
                  <a:pt x="380" y="146"/>
                </a:lnTo>
                <a:lnTo>
                  <a:pt x="380" y="147"/>
                </a:lnTo>
                <a:lnTo>
                  <a:pt x="381" y="150"/>
                </a:lnTo>
                <a:lnTo>
                  <a:pt x="382" y="150"/>
                </a:lnTo>
                <a:lnTo>
                  <a:pt x="382" y="151"/>
                </a:lnTo>
                <a:lnTo>
                  <a:pt x="381" y="152"/>
                </a:lnTo>
                <a:lnTo>
                  <a:pt x="380" y="152"/>
                </a:lnTo>
                <a:lnTo>
                  <a:pt x="380" y="153"/>
                </a:lnTo>
                <a:lnTo>
                  <a:pt x="381" y="153"/>
                </a:lnTo>
                <a:lnTo>
                  <a:pt x="382" y="153"/>
                </a:lnTo>
                <a:lnTo>
                  <a:pt x="382" y="154"/>
                </a:lnTo>
                <a:lnTo>
                  <a:pt x="382" y="155"/>
                </a:lnTo>
                <a:lnTo>
                  <a:pt x="382" y="157"/>
                </a:lnTo>
                <a:lnTo>
                  <a:pt x="380" y="158"/>
                </a:lnTo>
                <a:lnTo>
                  <a:pt x="379" y="158"/>
                </a:lnTo>
                <a:lnTo>
                  <a:pt x="380" y="159"/>
                </a:lnTo>
                <a:lnTo>
                  <a:pt x="379" y="160"/>
                </a:lnTo>
                <a:lnTo>
                  <a:pt x="378" y="161"/>
                </a:lnTo>
                <a:lnTo>
                  <a:pt x="379" y="161"/>
                </a:lnTo>
                <a:lnTo>
                  <a:pt x="379" y="162"/>
                </a:lnTo>
                <a:lnTo>
                  <a:pt x="381" y="163"/>
                </a:lnTo>
                <a:lnTo>
                  <a:pt x="383" y="165"/>
                </a:lnTo>
                <a:lnTo>
                  <a:pt x="384" y="165"/>
                </a:lnTo>
                <a:lnTo>
                  <a:pt x="385" y="165"/>
                </a:lnTo>
                <a:lnTo>
                  <a:pt x="386" y="166"/>
                </a:lnTo>
                <a:lnTo>
                  <a:pt x="387" y="166"/>
                </a:lnTo>
                <a:lnTo>
                  <a:pt x="386" y="166"/>
                </a:lnTo>
                <a:lnTo>
                  <a:pt x="386" y="167"/>
                </a:lnTo>
                <a:lnTo>
                  <a:pt x="388" y="166"/>
                </a:lnTo>
                <a:lnTo>
                  <a:pt x="388" y="168"/>
                </a:lnTo>
                <a:lnTo>
                  <a:pt x="388" y="169"/>
                </a:lnTo>
                <a:lnTo>
                  <a:pt x="389" y="169"/>
                </a:lnTo>
                <a:lnTo>
                  <a:pt x="390" y="169"/>
                </a:lnTo>
                <a:lnTo>
                  <a:pt x="390" y="170"/>
                </a:lnTo>
                <a:lnTo>
                  <a:pt x="391" y="171"/>
                </a:lnTo>
                <a:lnTo>
                  <a:pt x="391" y="172"/>
                </a:lnTo>
                <a:lnTo>
                  <a:pt x="391" y="173"/>
                </a:lnTo>
                <a:lnTo>
                  <a:pt x="392" y="174"/>
                </a:lnTo>
                <a:lnTo>
                  <a:pt x="393" y="174"/>
                </a:lnTo>
                <a:lnTo>
                  <a:pt x="393" y="175"/>
                </a:lnTo>
                <a:lnTo>
                  <a:pt x="393" y="177"/>
                </a:lnTo>
                <a:lnTo>
                  <a:pt x="394" y="177"/>
                </a:lnTo>
                <a:lnTo>
                  <a:pt x="394" y="178"/>
                </a:lnTo>
                <a:lnTo>
                  <a:pt x="394" y="179"/>
                </a:lnTo>
                <a:lnTo>
                  <a:pt x="393" y="179"/>
                </a:lnTo>
                <a:lnTo>
                  <a:pt x="393" y="180"/>
                </a:lnTo>
                <a:lnTo>
                  <a:pt x="393" y="179"/>
                </a:lnTo>
                <a:lnTo>
                  <a:pt x="394" y="179"/>
                </a:lnTo>
                <a:lnTo>
                  <a:pt x="394" y="181"/>
                </a:lnTo>
                <a:lnTo>
                  <a:pt x="394" y="182"/>
                </a:lnTo>
                <a:lnTo>
                  <a:pt x="393" y="182"/>
                </a:lnTo>
                <a:lnTo>
                  <a:pt x="392" y="183"/>
                </a:lnTo>
                <a:lnTo>
                  <a:pt x="391" y="183"/>
                </a:lnTo>
                <a:lnTo>
                  <a:pt x="390" y="183"/>
                </a:lnTo>
                <a:lnTo>
                  <a:pt x="390" y="184"/>
                </a:lnTo>
                <a:lnTo>
                  <a:pt x="391" y="184"/>
                </a:lnTo>
                <a:lnTo>
                  <a:pt x="392" y="184"/>
                </a:lnTo>
                <a:lnTo>
                  <a:pt x="392" y="183"/>
                </a:lnTo>
                <a:lnTo>
                  <a:pt x="393" y="182"/>
                </a:lnTo>
                <a:lnTo>
                  <a:pt x="393" y="183"/>
                </a:lnTo>
                <a:lnTo>
                  <a:pt x="394" y="182"/>
                </a:lnTo>
                <a:lnTo>
                  <a:pt x="395" y="182"/>
                </a:lnTo>
                <a:lnTo>
                  <a:pt x="395" y="183"/>
                </a:lnTo>
                <a:lnTo>
                  <a:pt x="396" y="184"/>
                </a:lnTo>
                <a:lnTo>
                  <a:pt x="396" y="183"/>
                </a:lnTo>
                <a:lnTo>
                  <a:pt x="397" y="184"/>
                </a:lnTo>
                <a:lnTo>
                  <a:pt x="397" y="185"/>
                </a:lnTo>
                <a:lnTo>
                  <a:pt x="398" y="187"/>
                </a:lnTo>
                <a:lnTo>
                  <a:pt x="398" y="188"/>
                </a:lnTo>
                <a:lnTo>
                  <a:pt x="399" y="189"/>
                </a:lnTo>
                <a:lnTo>
                  <a:pt x="399" y="190"/>
                </a:lnTo>
                <a:lnTo>
                  <a:pt x="400" y="191"/>
                </a:lnTo>
                <a:lnTo>
                  <a:pt x="401" y="194"/>
                </a:lnTo>
                <a:lnTo>
                  <a:pt x="403" y="194"/>
                </a:lnTo>
                <a:lnTo>
                  <a:pt x="404" y="194"/>
                </a:lnTo>
                <a:lnTo>
                  <a:pt x="405" y="195"/>
                </a:lnTo>
                <a:lnTo>
                  <a:pt x="404" y="196"/>
                </a:lnTo>
                <a:lnTo>
                  <a:pt x="404" y="197"/>
                </a:lnTo>
                <a:lnTo>
                  <a:pt x="404" y="198"/>
                </a:lnTo>
                <a:lnTo>
                  <a:pt x="405" y="198"/>
                </a:lnTo>
                <a:lnTo>
                  <a:pt x="405" y="199"/>
                </a:lnTo>
                <a:lnTo>
                  <a:pt x="403" y="199"/>
                </a:lnTo>
                <a:lnTo>
                  <a:pt x="404" y="200"/>
                </a:lnTo>
                <a:lnTo>
                  <a:pt x="404" y="201"/>
                </a:lnTo>
                <a:lnTo>
                  <a:pt x="405" y="201"/>
                </a:lnTo>
                <a:lnTo>
                  <a:pt x="405" y="202"/>
                </a:lnTo>
                <a:lnTo>
                  <a:pt x="405" y="203"/>
                </a:lnTo>
                <a:lnTo>
                  <a:pt x="406" y="204"/>
                </a:lnTo>
                <a:lnTo>
                  <a:pt x="406" y="205"/>
                </a:lnTo>
                <a:lnTo>
                  <a:pt x="406" y="206"/>
                </a:lnTo>
                <a:lnTo>
                  <a:pt x="406" y="207"/>
                </a:lnTo>
                <a:lnTo>
                  <a:pt x="407" y="208"/>
                </a:lnTo>
                <a:lnTo>
                  <a:pt x="407" y="210"/>
                </a:lnTo>
                <a:lnTo>
                  <a:pt x="407" y="211"/>
                </a:lnTo>
                <a:lnTo>
                  <a:pt x="407" y="212"/>
                </a:lnTo>
                <a:lnTo>
                  <a:pt x="404" y="212"/>
                </a:lnTo>
                <a:lnTo>
                  <a:pt x="402" y="213"/>
                </a:lnTo>
                <a:lnTo>
                  <a:pt x="403" y="213"/>
                </a:lnTo>
                <a:lnTo>
                  <a:pt x="404" y="213"/>
                </a:lnTo>
                <a:lnTo>
                  <a:pt x="406" y="214"/>
                </a:lnTo>
                <a:lnTo>
                  <a:pt x="407" y="215"/>
                </a:lnTo>
                <a:lnTo>
                  <a:pt x="409" y="215"/>
                </a:lnTo>
                <a:lnTo>
                  <a:pt x="409" y="216"/>
                </a:lnTo>
                <a:lnTo>
                  <a:pt x="410" y="216"/>
                </a:lnTo>
                <a:lnTo>
                  <a:pt x="410" y="217"/>
                </a:lnTo>
                <a:lnTo>
                  <a:pt x="411" y="221"/>
                </a:lnTo>
                <a:lnTo>
                  <a:pt x="411" y="222"/>
                </a:lnTo>
                <a:lnTo>
                  <a:pt x="410" y="222"/>
                </a:lnTo>
                <a:lnTo>
                  <a:pt x="411" y="222"/>
                </a:lnTo>
                <a:lnTo>
                  <a:pt x="411" y="223"/>
                </a:lnTo>
                <a:lnTo>
                  <a:pt x="411" y="225"/>
                </a:lnTo>
                <a:lnTo>
                  <a:pt x="412" y="225"/>
                </a:lnTo>
                <a:lnTo>
                  <a:pt x="412" y="226"/>
                </a:lnTo>
                <a:lnTo>
                  <a:pt x="412" y="227"/>
                </a:lnTo>
                <a:lnTo>
                  <a:pt x="412" y="228"/>
                </a:lnTo>
                <a:lnTo>
                  <a:pt x="412" y="229"/>
                </a:lnTo>
                <a:lnTo>
                  <a:pt x="411" y="230"/>
                </a:lnTo>
                <a:lnTo>
                  <a:pt x="412" y="230"/>
                </a:lnTo>
                <a:lnTo>
                  <a:pt x="413" y="230"/>
                </a:lnTo>
                <a:lnTo>
                  <a:pt x="414" y="230"/>
                </a:lnTo>
                <a:lnTo>
                  <a:pt x="416" y="230"/>
                </a:lnTo>
                <a:lnTo>
                  <a:pt x="417" y="230"/>
                </a:lnTo>
                <a:lnTo>
                  <a:pt x="416" y="242"/>
                </a:lnTo>
                <a:lnTo>
                  <a:pt x="415" y="242"/>
                </a:lnTo>
                <a:lnTo>
                  <a:pt x="414" y="246"/>
                </a:lnTo>
                <a:lnTo>
                  <a:pt x="411" y="246"/>
                </a:lnTo>
                <a:lnTo>
                  <a:pt x="411" y="247"/>
                </a:lnTo>
                <a:lnTo>
                  <a:pt x="410" y="248"/>
                </a:lnTo>
                <a:lnTo>
                  <a:pt x="410" y="249"/>
                </a:lnTo>
                <a:lnTo>
                  <a:pt x="410" y="250"/>
                </a:lnTo>
                <a:lnTo>
                  <a:pt x="411" y="249"/>
                </a:lnTo>
                <a:lnTo>
                  <a:pt x="413" y="249"/>
                </a:lnTo>
                <a:lnTo>
                  <a:pt x="414" y="249"/>
                </a:lnTo>
                <a:lnTo>
                  <a:pt x="415" y="250"/>
                </a:lnTo>
                <a:lnTo>
                  <a:pt x="415" y="251"/>
                </a:lnTo>
                <a:lnTo>
                  <a:pt x="416" y="253"/>
                </a:lnTo>
                <a:lnTo>
                  <a:pt x="417" y="253"/>
                </a:lnTo>
                <a:lnTo>
                  <a:pt x="417" y="254"/>
                </a:lnTo>
                <a:lnTo>
                  <a:pt x="417" y="255"/>
                </a:lnTo>
                <a:lnTo>
                  <a:pt x="415" y="258"/>
                </a:lnTo>
                <a:lnTo>
                  <a:pt x="414" y="259"/>
                </a:lnTo>
                <a:lnTo>
                  <a:pt x="415" y="259"/>
                </a:lnTo>
                <a:lnTo>
                  <a:pt x="416" y="258"/>
                </a:lnTo>
                <a:lnTo>
                  <a:pt x="417" y="259"/>
                </a:lnTo>
                <a:lnTo>
                  <a:pt x="418" y="259"/>
                </a:lnTo>
                <a:lnTo>
                  <a:pt x="420" y="260"/>
                </a:lnTo>
                <a:lnTo>
                  <a:pt x="421" y="259"/>
                </a:lnTo>
                <a:lnTo>
                  <a:pt x="423" y="260"/>
                </a:lnTo>
                <a:lnTo>
                  <a:pt x="423" y="261"/>
                </a:lnTo>
                <a:lnTo>
                  <a:pt x="422" y="263"/>
                </a:lnTo>
                <a:lnTo>
                  <a:pt x="423" y="263"/>
                </a:lnTo>
                <a:lnTo>
                  <a:pt x="425" y="264"/>
                </a:lnTo>
                <a:lnTo>
                  <a:pt x="426" y="264"/>
                </a:lnTo>
                <a:lnTo>
                  <a:pt x="427" y="265"/>
                </a:lnTo>
                <a:lnTo>
                  <a:pt x="429" y="265"/>
                </a:lnTo>
                <a:lnTo>
                  <a:pt x="430" y="266"/>
                </a:lnTo>
                <a:lnTo>
                  <a:pt x="437" y="269"/>
                </a:lnTo>
                <a:lnTo>
                  <a:pt x="437" y="270"/>
                </a:lnTo>
                <a:lnTo>
                  <a:pt x="436" y="273"/>
                </a:lnTo>
                <a:lnTo>
                  <a:pt x="437" y="272"/>
                </a:lnTo>
                <a:lnTo>
                  <a:pt x="437" y="273"/>
                </a:lnTo>
                <a:lnTo>
                  <a:pt x="438" y="273"/>
                </a:lnTo>
                <a:lnTo>
                  <a:pt x="439" y="271"/>
                </a:lnTo>
                <a:lnTo>
                  <a:pt x="443" y="272"/>
                </a:lnTo>
                <a:lnTo>
                  <a:pt x="443" y="273"/>
                </a:lnTo>
                <a:lnTo>
                  <a:pt x="445" y="275"/>
                </a:lnTo>
                <a:lnTo>
                  <a:pt x="445" y="274"/>
                </a:lnTo>
                <a:lnTo>
                  <a:pt x="446" y="274"/>
                </a:lnTo>
                <a:lnTo>
                  <a:pt x="449" y="275"/>
                </a:lnTo>
                <a:lnTo>
                  <a:pt x="453" y="277"/>
                </a:lnTo>
                <a:lnTo>
                  <a:pt x="457" y="279"/>
                </a:lnTo>
                <a:lnTo>
                  <a:pt x="457" y="281"/>
                </a:lnTo>
                <a:lnTo>
                  <a:pt x="457" y="282"/>
                </a:lnTo>
                <a:lnTo>
                  <a:pt x="457" y="283"/>
                </a:lnTo>
                <a:lnTo>
                  <a:pt x="457" y="285"/>
                </a:lnTo>
                <a:lnTo>
                  <a:pt x="457" y="286"/>
                </a:lnTo>
                <a:lnTo>
                  <a:pt x="457" y="287"/>
                </a:lnTo>
                <a:lnTo>
                  <a:pt x="457" y="288"/>
                </a:lnTo>
                <a:lnTo>
                  <a:pt x="458" y="289"/>
                </a:lnTo>
                <a:lnTo>
                  <a:pt x="459" y="289"/>
                </a:lnTo>
                <a:lnTo>
                  <a:pt x="459" y="292"/>
                </a:lnTo>
                <a:lnTo>
                  <a:pt x="460" y="293"/>
                </a:lnTo>
                <a:lnTo>
                  <a:pt x="460" y="294"/>
                </a:lnTo>
                <a:lnTo>
                  <a:pt x="460" y="295"/>
                </a:lnTo>
                <a:lnTo>
                  <a:pt x="461" y="296"/>
                </a:lnTo>
                <a:lnTo>
                  <a:pt x="462" y="297"/>
                </a:lnTo>
                <a:lnTo>
                  <a:pt x="463" y="297"/>
                </a:lnTo>
                <a:lnTo>
                  <a:pt x="463" y="298"/>
                </a:lnTo>
                <a:lnTo>
                  <a:pt x="462" y="299"/>
                </a:lnTo>
                <a:lnTo>
                  <a:pt x="461" y="299"/>
                </a:lnTo>
                <a:lnTo>
                  <a:pt x="460" y="300"/>
                </a:lnTo>
                <a:lnTo>
                  <a:pt x="459" y="300"/>
                </a:lnTo>
                <a:lnTo>
                  <a:pt x="458" y="299"/>
                </a:lnTo>
                <a:lnTo>
                  <a:pt x="456" y="299"/>
                </a:lnTo>
                <a:lnTo>
                  <a:pt x="456" y="298"/>
                </a:lnTo>
                <a:lnTo>
                  <a:pt x="455" y="298"/>
                </a:lnTo>
                <a:lnTo>
                  <a:pt x="455" y="299"/>
                </a:lnTo>
                <a:lnTo>
                  <a:pt x="454" y="299"/>
                </a:lnTo>
                <a:lnTo>
                  <a:pt x="453" y="299"/>
                </a:lnTo>
                <a:lnTo>
                  <a:pt x="454" y="299"/>
                </a:lnTo>
                <a:lnTo>
                  <a:pt x="454" y="300"/>
                </a:lnTo>
                <a:lnTo>
                  <a:pt x="453" y="300"/>
                </a:lnTo>
                <a:lnTo>
                  <a:pt x="452" y="299"/>
                </a:lnTo>
                <a:lnTo>
                  <a:pt x="452" y="300"/>
                </a:lnTo>
                <a:lnTo>
                  <a:pt x="453" y="300"/>
                </a:lnTo>
                <a:lnTo>
                  <a:pt x="454" y="300"/>
                </a:lnTo>
                <a:lnTo>
                  <a:pt x="456" y="300"/>
                </a:lnTo>
                <a:lnTo>
                  <a:pt x="457" y="300"/>
                </a:lnTo>
                <a:lnTo>
                  <a:pt x="457" y="301"/>
                </a:lnTo>
                <a:lnTo>
                  <a:pt x="457" y="303"/>
                </a:lnTo>
                <a:lnTo>
                  <a:pt x="458" y="303"/>
                </a:lnTo>
                <a:lnTo>
                  <a:pt x="458" y="304"/>
                </a:lnTo>
                <a:lnTo>
                  <a:pt x="460" y="304"/>
                </a:lnTo>
                <a:lnTo>
                  <a:pt x="460" y="305"/>
                </a:lnTo>
                <a:lnTo>
                  <a:pt x="462" y="304"/>
                </a:lnTo>
                <a:lnTo>
                  <a:pt x="463" y="304"/>
                </a:lnTo>
                <a:lnTo>
                  <a:pt x="464" y="303"/>
                </a:lnTo>
                <a:lnTo>
                  <a:pt x="464" y="304"/>
                </a:lnTo>
                <a:lnTo>
                  <a:pt x="465" y="304"/>
                </a:lnTo>
                <a:lnTo>
                  <a:pt x="466" y="304"/>
                </a:lnTo>
                <a:lnTo>
                  <a:pt x="466" y="306"/>
                </a:lnTo>
                <a:lnTo>
                  <a:pt x="466" y="307"/>
                </a:lnTo>
                <a:lnTo>
                  <a:pt x="466" y="309"/>
                </a:lnTo>
                <a:lnTo>
                  <a:pt x="467" y="310"/>
                </a:lnTo>
                <a:lnTo>
                  <a:pt x="468" y="310"/>
                </a:lnTo>
                <a:lnTo>
                  <a:pt x="469" y="310"/>
                </a:lnTo>
                <a:lnTo>
                  <a:pt x="470" y="311"/>
                </a:lnTo>
                <a:lnTo>
                  <a:pt x="471" y="309"/>
                </a:lnTo>
                <a:lnTo>
                  <a:pt x="473" y="310"/>
                </a:lnTo>
                <a:lnTo>
                  <a:pt x="482" y="313"/>
                </a:lnTo>
                <a:lnTo>
                  <a:pt x="485" y="315"/>
                </a:lnTo>
                <a:lnTo>
                  <a:pt x="487" y="316"/>
                </a:lnTo>
                <a:lnTo>
                  <a:pt x="487" y="317"/>
                </a:lnTo>
                <a:lnTo>
                  <a:pt x="486" y="319"/>
                </a:lnTo>
                <a:lnTo>
                  <a:pt x="487" y="319"/>
                </a:lnTo>
                <a:lnTo>
                  <a:pt x="487" y="320"/>
                </a:lnTo>
                <a:lnTo>
                  <a:pt x="488" y="320"/>
                </a:lnTo>
                <a:lnTo>
                  <a:pt x="489" y="321"/>
                </a:lnTo>
                <a:lnTo>
                  <a:pt x="490" y="322"/>
                </a:lnTo>
                <a:lnTo>
                  <a:pt x="491" y="323"/>
                </a:lnTo>
                <a:lnTo>
                  <a:pt x="492" y="324"/>
                </a:lnTo>
                <a:lnTo>
                  <a:pt x="494" y="325"/>
                </a:lnTo>
                <a:lnTo>
                  <a:pt x="498" y="334"/>
                </a:lnTo>
                <a:lnTo>
                  <a:pt x="498" y="335"/>
                </a:lnTo>
                <a:lnTo>
                  <a:pt x="498" y="336"/>
                </a:lnTo>
                <a:lnTo>
                  <a:pt x="498" y="337"/>
                </a:lnTo>
                <a:lnTo>
                  <a:pt x="499" y="338"/>
                </a:lnTo>
                <a:lnTo>
                  <a:pt x="499" y="339"/>
                </a:lnTo>
                <a:lnTo>
                  <a:pt x="499" y="340"/>
                </a:lnTo>
                <a:lnTo>
                  <a:pt x="500" y="340"/>
                </a:lnTo>
                <a:lnTo>
                  <a:pt x="500" y="341"/>
                </a:lnTo>
                <a:lnTo>
                  <a:pt x="501" y="342"/>
                </a:lnTo>
                <a:lnTo>
                  <a:pt x="500" y="342"/>
                </a:lnTo>
                <a:lnTo>
                  <a:pt x="501" y="343"/>
                </a:lnTo>
                <a:lnTo>
                  <a:pt x="501" y="344"/>
                </a:lnTo>
                <a:lnTo>
                  <a:pt x="502" y="345"/>
                </a:lnTo>
                <a:lnTo>
                  <a:pt x="503" y="346"/>
                </a:lnTo>
                <a:lnTo>
                  <a:pt x="503" y="347"/>
                </a:lnTo>
                <a:lnTo>
                  <a:pt x="503" y="349"/>
                </a:lnTo>
                <a:lnTo>
                  <a:pt x="502" y="351"/>
                </a:lnTo>
                <a:lnTo>
                  <a:pt x="501" y="351"/>
                </a:lnTo>
                <a:lnTo>
                  <a:pt x="500" y="351"/>
                </a:lnTo>
                <a:lnTo>
                  <a:pt x="499" y="352"/>
                </a:lnTo>
                <a:lnTo>
                  <a:pt x="499" y="355"/>
                </a:lnTo>
                <a:lnTo>
                  <a:pt x="498" y="358"/>
                </a:lnTo>
                <a:lnTo>
                  <a:pt x="497" y="358"/>
                </a:lnTo>
                <a:lnTo>
                  <a:pt x="496" y="357"/>
                </a:lnTo>
                <a:lnTo>
                  <a:pt x="493" y="357"/>
                </a:lnTo>
                <a:lnTo>
                  <a:pt x="492" y="357"/>
                </a:lnTo>
                <a:lnTo>
                  <a:pt x="491" y="356"/>
                </a:lnTo>
                <a:lnTo>
                  <a:pt x="490" y="356"/>
                </a:lnTo>
                <a:lnTo>
                  <a:pt x="487" y="355"/>
                </a:lnTo>
                <a:lnTo>
                  <a:pt x="486" y="355"/>
                </a:lnTo>
                <a:lnTo>
                  <a:pt x="485" y="354"/>
                </a:lnTo>
                <a:lnTo>
                  <a:pt x="482" y="353"/>
                </a:lnTo>
                <a:lnTo>
                  <a:pt x="480" y="353"/>
                </a:lnTo>
                <a:lnTo>
                  <a:pt x="479" y="352"/>
                </a:lnTo>
                <a:lnTo>
                  <a:pt x="478" y="352"/>
                </a:lnTo>
                <a:lnTo>
                  <a:pt x="477" y="351"/>
                </a:lnTo>
                <a:lnTo>
                  <a:pt x="476" y="352"/>
                </a:lnTo>
                <a:lnTo>
                  <a:pt x="475" y="351"/>
                </a:lnTo>
                <a:lnTo>
                  <a:pt x="474" y="351"/>
                </a:lnTo>
                <a:lnTo>
                  <a:pt x="474" y="350"/>
                </a:lnTo>
                <a:lnTo>
                  <a:pt x="473" y="350"/>
                </a:lnTo>
                <a:lnTo>
                  <a:pt x="473" y="351"/>
                </a:lnTo>
                <a:lnTo>
                  <a:pt x="472" y="351"/>
                </a:lnTo>
                <a:lnTo>
                  <a:pt x="472" y="350"/>
                </a:lnTo>
                <a:lnTo>
                  <a:pt x="471" y="350"/>
                </a:lnTo>
                <a:lnTo>
                  <a:pt x="470" y="349"/>
                </a:lnTo>
                <a:lnTo>
                  <a:pt x="469" y="349"/>
                </a:lnTo>
                <a:lnTo>
                  <a:pt x="469" y="348"/>
                </a:lnTo>
                <a:lnTo>
                  <a:pt x="468" y="348"/>
                </a:lnTo>
                <a:lnTo>
                  <a:pt x="468" y="347"/>
                </a:lnTo>
                <a:lnTo>
                  <a:pt x="467" y="347"/>
                </a:lnTo>
                <a:lnTo>
                  <a:pt x="465" y="347"/>
                </a:lnTo>
                <a:lnTo>
                  <a:pt x="465" y="346"/>
                </a:lnTo>
                <a:lnTo>
                  <a:pt x="464" y="346"/>
                </a:lnTo>
                <a:lnTo>
                  <a:pt x="463" y="346"/>
                </a:lnTo>
                <a:lnTo>
                  <a:pt x="462" y="346"/>
                </a:lnTo>
                <a:lnTo>
                  <a:pt x="461" y="345"/>
                </a:lnTo>
                <a:lnTo>
                  <a:pt x="460" y="345"/>
                </a:lnTo>
                <a:lnTo>
                  <a:pt x="459" y="345"/>
                </a:lnTo>
                <a:lnTo>
                  <a:pt x="458" y="344"/>
                </a:lnTo>
                <a:lnTo>
                  <a:pt x="457" y="344"/>
                </a:lnTo>
                <a:lnTo>
                  <a:pt x="457" y="343"/>
                </a:lnTo>
                <a:lnTo>
                  <a:pt x="457" y="342"/>
                </a:lnTo>
                <a:lnTo>
                  <a:pt x="456" y="342"/>
                </a:lnTo>
                <a:lnTo>
                  <a:pt x="456" y="341"/>
                </a:lnTo>
                <a:lnTo>
                  <a:pt x="457" y="341"/>
                </a:lnTo>
                <a:lnTo>
                  <a:pt x="456" y="341"/>
                </a:lnTo>
                <a:lnTo>
                  <a:pt x="456" y="340"/>
                </a:lnTo>
                <a:lnTo>
                  <a:pt x="455" y="340"/>
                </a:lnTo>
                <a:lnTo>
                  <a:pt x="455" y="339"/>
                </a:lnTo>
                <a:lnTo>
                  <a:pt x="454" y="338"/>
                </a:lnTo>
                <a:lnTo>
                  <a:pt x="453" y="336"/>
                </a:lnTo>
                <a:lnTo>
                  <a:pt x="452" y="336"/>
                </a:lnTo>
                <a:lnTo>
                  <a:pt x="451" y="335"/>
                </a:lnTo>
                <a:lnTo>
                  <a:pt x="449" y="335"/>
                </a:lnTo>
                <a:lnTo>
                  <a:pt x="449" y="334"/>
                </a:lnTo>
                <a:lnTo>
                  <a:pt x="447" y="334"/>
                </a:lnTo>
                <a:lnTo>
                  <a:pt x="446" y="334"/>
                </a:lnTo>
                <a:lnTo>
                  <a:pt x="445" y="334"/>
                </a:lnTo>
                <a:lnTo>
                  <a:pt x="444" y="334"/>
                </a:lnTo>
                <a:lnTo>
                  <a:pt x="442" y="335"/>
                </a:lnTo>
                <a:lnTo>
                  <a:pt x="441" y="335"/>
                </a:lnTo>
                <a:lnTo>
                  <a:pt x="439" y="336"/>
                </a:lnTo>
                <a:lnTo>
                  <a:pt x="438" y="337"/>
                </a:lnTo>
                <a:lnTo>
                  <a:pt x="437" y="337"/>
                </a:lnTo>
                <a:lnTo>
                  <a:pt x="437" y="338"/>
                </a:lnTo>
                <a:lnTo>
                  <a:pt x="436" y="338"/>
                </a:lnTo>
                <a:lnTo>
                  <a:pt x="435" y="339"/>
                </a:lnTo>
                <a:lnTo>
                  <a:pt x="434" y="339"/>
                </a:lnTo>
                <a:lnTo>
                  <a:pt x="434" y="340"/>
                </a:lnTo>
                <a:lnTo>
                  <a:pt x="433" y="341"/>
                </a:lnTo>
                <a:lnTo>
                  <a:pt x="432" y="342"/>
                </a:lnTo>
                <a:lnTo>
                  <a:pt x="431" y="343"/>
                </a:lnTo>
                <a:lnTo>
                  <a:pt x="429" y="344"/>
                </a:lnTo>
                <a:lnTo>
                  <a:pt x="429" y="345"/>
                </a:lnTo>
                <a:lnTo>
                  <a:pt x="428" y="345"/>
                </a:lnTo>
                <a:lnTo>
                  <a:pt x="429" y="345"/>
                </a:lnTo>
                <a:lnTo>
                  <a:pt x="429" y="346"/>
                </a:lnTo>
                <a:lnTo>
                  <a:pt x="430" y="347"/>
                </a:lnTo>
                <a:lnTo>
                  <a:pt x="431" y="347"/>
                </a:lnTo>
                <a:lnTo>
                  <a:pt x="431" y="348"/>
                </a:lnTo>
                <a:lnTo>
                  <a:pt x="433" y="349"/>
                </a:lnTo>
                <a:lnTo>
                  <a:pt x="434" y="350"/>
                </a:lnTo>
                <a:lnTo>
                  <a:pt x="435" y="350"/>
                </a:lnTo>
                <a:lnTo>
                  <a:pt x="436" y="351"/>
                </a:lnTo>
                <a:lnTo>
                  <a:pt x="437" y="352"/>
                </a:lnTo>
                <a:lnTo>
                  <a:pt x="438" y="353"/>
                </a:lnTo>
                <a:lnTo>
                  <a:pt x="439" y="353"/>
                </a:lnTo>
                <a:lnTo>
                  <a:pt x="440" y="354"/>
                </a:lnTo>
                <a:lnTo>
                  <a:pt x="441" y="355"/>
                </a:lnTo>
                <a:lnTo>
                  <a:pt x="442" y="356"/>
                </a:lnTo>
                <a:lnTo>
                  <a:pt x="443" y="356"/>
                </a:lnTo>
                <a:lnTo>
                  <a:pt x="443" y="357"/>
                </a:lnTo>
                <a:lnTo>
                  <a:pt x="445" y="359"/>
                </a:lnTo>
                <a:lnTo>
                  <a:pt x="445" y="360"/>
                </a:lnTo>
                <a:lnTo>
                  <a:pt x="446" y="360"/>
                </a:lnTo>
                <a:lnTo>
                  <a:pt x="447" y="362"/>
                </a:lnTo>
                <a:lnTo>
                  <a:pt x="448" y="362"/>
                </a:lnTo>
                <a:lnTo>
                  <a:pt x="448" y="363"/>
                </a:lnTo>
                <a:lnTo>
                  <a:pt x="450" y="364"/>
                </a:lnTo>
                <a:lnTo>
                  <a:pt x="450" y="365"/>
                </a:lnTo>
                <a:lnTo>
                  <a:pt x="453" y="366"/>
                </a:lnTo>
                <a:lnTo>
                  <a:pt x="453" y="367"/>
                </a:lnTo>
                <a:lnTo>
                  <a:pt x="454" y="367"/>
                </a:lnTo>
                <a:lnTo>
                  <a:pt x="453" y="367"/>
                </a:lnTo>
                <a:lnTo>
                  <a:pt x="453" y="368"/>
                </a:lnTo>
                <a:lnTo>
                  <a:pt x="452" y="368"/>
                </a:lnTo>
                <a:lnTo>
                  <a:pt x="452" y="369"/>
                </a:lnTo>
                <a:lnTo>
                  <a:pt x="451" y="370"/>
                </a:lnTo>
                <a:lnTo>
                  <a:pt x="450" y="370"/>
                </a:lnTo>
                <a:lnTo>
                  <a:pt x="449" y="371"/>
                </a:lnTo>
                <a:lnTo>
                  <a:pt x="448" y="372"/>
                </a:lnTo>
                <a:lnTo>
                  <a:pt x="447" y="372"/>
                </a:lnTo>
                <a:lnTo>
                  <a:pt x="447" y="371"/>
                </a:lnTo>
                <a:lnTo>
                  <a:pt x="446" y="371"/>
                </a:lnTo>
                <a:lnTo>
                  <a:pt x="446" y="372"/>
                </a:lnTo>
                <a:lnTo>
                  <a:pt x="446" y="373"/>
                </a:lnTo>
                <a:lnTo>
                  <a:pt x="445" y="373"/>
                </a:lnTo>
                <a:lnTo>
                  <a:pt x="444" y="373"/>
                </a:lnTo>
                <a:lnTo>
                  <a:pt x="443" y="373"/>
                </a:lnTo>
                <a:lnTo>
                  <a:pt x="443" y="374"/>
                </a:lnTo>
                <a:lnTo>
                  <a:pt x="441" y="374"/>
                </a:lnTo>
                <a:lnTo>
                  <a:pt x="441" y="373"/>
                </a:lnTo>
                <a:lnTo>
                  <a:pt x="441" y="372"/>
                </a:lnTo>
                <a:lnTo>
                  <a:pt x="440" y="372"/>
                </a:lnTo>
                <a:lnTo>
                  <a:pt x="440" y="373"/>
                </a:lnTo>
                <a:lnTo>
                  <a:pt x="440" y="374"/>
                </a:lnTo>
                <a:lnTo>
                  <a:pt x="439" y="374"/>
                </a:lnTo>
                <a:lnTo>
                  <a:pt x="438" y="374"/>
                </a:lnTo>
                <a:lnTo>
                  <a:pt x="437" y="374"/>
                </a:lnTo>
                <a:lnTo>
                  <a:pt x="437" y="375"/>
                </a:lnTo>
                <a:lnTo>
                  <a:pt x="436" y="376"/>
                </a:lnTo>
                <a:lnTo>
                  <a:pt x="435" y="377"/>
                </a:lnTo>
                <a:lnTo>
                  <a:pt x="434" y="377"/>
                </a:lnTo>
                <a:lnTo>
                  <a:pt x="433" y="377"/>
                </a:lnTo>
                <a:lnTo>
                  <a:pt x="432" y="377"/>
                </a:lnTo>
                <a:lnTo>
                  <a:pt x="432" y="378"/>
                </a:lnTo>
                <a:lnTo>
                  <a:pt x="433" y="378"/>
                </a:lnTo>
                <a:lnTo>
                  <a:pt x="433" y="379"/>
                </a:lnTo>
                <a:lnTo>
                  <a:pt x="434" y="379"/>
                </a:lnTo>
                <a:lnTo>
                  <a:pt x="433" y="379"/>
                </a:lnTo>
                <a:lnTo>
                  <a:pt x="432" y="380"/>
                </a:lnTo>
                <a:lnTo>
                  <a:pt x="433" y="381"/>
                </a:lnTo>
                <a:lnTo>
                  <a:pt x="433" y="382"/>
                </a:lnTo>
                <a:lnTo>
                  <a:pt x="432" y="382"/>
                </a:lnTo>
                <a:lnTo>
                  <a:pt x="432" y="383"/>
                </a:lnTo>
                <a:lnTo>
                  <a:pt x="431" y="384"/>
                </a:lnTo>
                <a:lnTo>
                  <a:pt x="430" y="384"/>
                </a:lnTo>
                <a:lnTo>
                  <a:pt x="429" y="384"/>
                </a:lnTo>
                <a:lnTo>
                  <a:pt x="429" y="385"/>
                </a:lnTo>
                <a:lnTo>
                  <a:pt x="430" y="385"/>
                </a:lnTo>
                <a:lnTo>
                  <a:pt x="429" y="385"/>
                </a:lnTo>
                <a:lnTo>
                  <a:pt x="429" y="387"/>
                </a:lnTo>
                <a:lnTo>
                  <a:pt x="430" y="387"/>
                </a:lnTo>
                <a:lnTo>
                  <a:pt x="429" y="387"/>
                </a:lnTo>
                <a:lnTo>
                  <a:pt x="430" y="388"/>
                </a:lnTo>
                <a:lnTo>
                  <a:pt x="431" y="388"/>
                </a:lnTo>
                <a:lnTo>
                  <a:pt x="431" y="389"/>
                </a:lnTo>
                <a:lnTo>
                  <a:pt x="431" y="390"/>
                </a:lnTo>
                <a:lnTo>
                  <a:pt x="430" y="390"/>
                </a:lnTo>
                <a:lnTo>
                  <a:pt x="431" y="390"/>
                </a:lnTo>
                <a:lnTo>
                  <a:pt x="431" y="391"/>
                </a:lnTo>
                <a:lnTo>
                  <a:pt x="431" y="392"/>
                </a:lnTo>
                <a:lnTo>
                  <a:pt x="432" y="392"/>
                </a:lnTo>
                <a:lnTo>
                  <a:pt x="432" y="391"/>
                </a:lnTo>
                <a:lnTo>
                  <a:pt x="432" y="392"/>
                </a:lnTo>
                <a:lnTo>
                  <a:pt x="433" y="392"/>
                </a:lnTo>
                <a:lnTo>
                  <a:pt x="433" y="393"/>
                </a:lnTo>
                <a:lnTo>
                  <a:pt x="433" y="394"/>
                </a:lnTo>
                <a:lnTo>
                  <a:pt x="433" y="395"/>
                </a:lnTo>
                <a:lnTo>
                  <a:pt x="432" y="395"/>
                </a:lnTo>
                <a:lnTo>
                  <a:pt x="431" y="394"/>
                </a:lnTo>
                <a:lnTo>
                  <a:pt x="430" y="394"/>
                </a:lnTo>
                <a:lnTo>
                  <a:pt x="429" y="394"/>
                </a:lnTo>
                <a:lnTo>
                  <a:pt x="429" y="395"/>
                </a:lnTo>
                <a:lnTo>
                  <a:pt x="428" y="395"/>
                </a:lnTo>
                <a:lnTo>
                  <a:pt x="428" y="394"/>
                </a:lnTo>
                <a:lnTo>
                  <a:pt x="427" y="393"/>
                </a:lnTo>
                <a:lnTo>
                  <a:pt x="426" y="394"/>
                </a:lnTo>
                <a:lnTo>
                  <a:pt x="427" y="395"/>
                </a:lnTo>
                <a:lnTo>
                  <a:pt x="426" y="395"/>
                </a:lnTo>
                <a:lnTo>
                  <a:pt x="425" y="395"/>
                </a:lnTo>
                <a:lnTo>
                  <a:pt x="425" y="398"/>
                </a:lnTo>
                <a:lnTo>
                  <a:pt x="425" y="399"/>
                </a:lnTo>
                <a:lnTo>
                  <a:pt x="425" y="400"/>
                </a:lnTo>
                <a:lnTo>
                  <a:pt x="425" y="401"/>
                </a:lnTo>
                <a:lnTo>
                  <a:pt x="425" y="402"/>
                </a:lnTo>
                <a:lnTo>
                  <a:pt x="425" y="403"/>
                </a:lnTo>
                <a:lnTo>
                  <a:pt x="425" y="404"/>
                </a:lnTo>
                <a:lnTo>
                  <a:pt x="425" y="405"/>
                </a:lnTo>
                <a:lnTo>
                  <a:pt x="426" y="405"/>
                </a:lnTo>
                <a:lnTo>
                  <a:pt x="425" y="405"/>
                </a:lnTo>
                <a:lnTo>
                  <a:pt x="426" y="405"/>
                </a:lnTo>
                <a:lnTo>
                  <a:pt x="426" y="406"/>
                </a:lnTo>
                <a:lnTo>
                  <a:pt x="426" y="407"/>
                </a:lnTo>
                <a:lnTo>
                  <a:pt x="425" y="407"/>
                </a:lnTo>
                <a:lnTo>
                  <a:pt x="425" y="408"/>
                </a:lnTo>
                <a:lnTo>
                  <a:pt x="425" y="407"/>
                </a:lnTo>
                <a:lnTo>
                  <a:pt x="424" y="407"/>
                </a:lnTo>
                <a:lnTo>
                  <a:pt x="423" y="407"/>
                </a:lnTo>
                <a:lnTo>
                  <a:pt x="423" y="408"/>
                </a:lnTo>
                <a:lnTo>
                  <a:pt x="423" y="409"/>
                </a:lnTo>
                <a:lnTo>
                  <a:pt x="422" y="409"/>
                </a:lnTo>
                <a:lnTo>
                  <a:pt x="422" y="408"/>
                </a:lnTo>
                <a:lnTo>
                  <a:pt x="421" y="408"/>
                </a:lnTo>
                <a:lnTo>
                  <a:pt x="421" y="409"/>
                </a:lnTo>
                <a:lnTo>
                  <a:pt x="419" y="409"/>
                </a:lnTo>
                <a:lnTo>
                  <a:pt x="418" y="409"/>
                </a:lnTo>
                <a:lnTo>
                  <a:pt x="417" y="409"/>
                </a:lnTo>
                <a:lnTo>
                  <a:pt x="416" y="409"/>
                </a:lnTo>
                <a:lnTo>
                  <a:pt x="415" y="409"/>
                </a:lnTo>
                <a:lnTo>
                  <a:pt x="414" y="408"/>
                </a:lnTo>
                <a:lnTo>
                  <a:pt x="413" y="408"/>
                </a:lnTo>
                <a:lnTo>
                  <a:pt x="412" y="408"/>
                </a:lnTo>
                <a:lnTo>
                  <a:pt x="412" y="409"/>
                </a:lnTo>
                <a:lnTo>
                  <a:pt x="411" y="409"/>
                </a:lnTo>
                <a:lnTo>
                  <a:pt x="410" y="409"/>
                </a:lnTo>
                <a:lnTo>
                  <a:pt x="409" y="409"/>
                </a:lnTo>
                <a:lnTo>
                  <a:pt x="408" y="409"/>
                </a:lnTo>
                <a:lnTo>
                  <a:pt x="408" y="410"/>
                </a:lnTo>
                <a:lnTo>
                  <a:pt x="407" y="410"/>
                </a:lnTo>
                <a:lnTo>
                  <a:pt x="407" y="411"/>
                </a:lnTo>
                <a:lnTo>
                  <a:pt x="406" y="412"/>
                </a:lnTo>
                <a:lnTo>
                  <a:pt x="407" y="413"/>
                </a:lnTo>
                <a:lnTo>
                  <a:pt x="408" y="412"/>
                </a:lnTo>
                <a:lnTo>
                  <a:pt x="408" y="413"/>
                </a:lnTo>
                <a:lnTo>
                  <a:pt x="409" y="413"/>
                </a:lnTo>
                <a:lnTo>
                  <a:pt x="410" y="414"/>
                </a:lnTo>
                <a:lnTo>
                  <a:pt x="410" y="415"/>
                </a:lnTo>
                <a:lnTo>
                  <a:pt x="410" y="416"/>
                </a:lnTo>
                <a:lnTo>
                  <a:pt x="410" y="417"/>
                </a:lnTo>
                <a:lnTo>
                  <a:pt x="410" y="418"/>
                </a:lnTo>
                <a:lnTo>
                  <a:pt x="410" y="419"/>
                </a:lnTo>
                <a:lnTo>
                  <a:pt x="410" y="421"/>
                </a:lnTo>
                <a:lnTo>
                  <a:pt x="409" y="422"/>
                </a:lnTo>
                <a:lnTo>
                  <a:pt x="410" y="422"/>
                </a:lnTo>
                <a:lnTo>
                  <a:pt x="409" y="422"/>
                </a:lnTo>
                <a:lnTo>
                  <a:pt x="409" y="423"/>
                </a:lnTo>
                <a:lnTo>
                  <a:pt x="408" y="423"/>
                </a:lnTo>
                <a:lnTo>
                  <a:pt x="407" y="423"/>
                </a:lnTo>
                <a:lnTo>
                  <a:pt x="407" y="424"/>
                </a:lnTo>
                <a:lnTo>
                  <a:pt x="406" y="424"/>
                </a:lnTo>
                <a:lnTo>
                  <a:pt x="405" y="424"/>
                </a:lnTo>
                <a:lnTo>
                  <a:pt x="405" y="423"/>
                </a:lnTo>
                <a:lnTo>
                  <a:pt x="404" y="423"/>
                </a:lnTo>
                <a:lnTo>
                  <a:pt x="403" y="422"/>
                </a:lnTo>
                <a:lnTo>
                  <a:pt x="402" y="422"/>
                </a:lnTo>
                <a:lnTo>
                  <a:pt x="401" y="422"/>
                </a:lnTo>
                <a:lnTo>
                  <a:pt x="400" y="422"/>
                </a:lnTo>
                <a:lnTo>
                  <a:pt x="400" y="423"/>
                </a:lnTo>
                <a:lnTo>
                  <a:pt x="399" y="423"/>
                </a:lnTo>
                <a:lnTo>
                  <a:pt x="398" y="423"/>
                </a:lnTo>
                <a:lnTo>
                  <a:pt x="398" y="424"/>
                </a:lnTo>
                <a:lnTo>
                  <a:pt x="398" y="425"/>
                </a:lnTo>
                <a:lnTo>
                  <a:pt x="397" y="425"/>
                </a:lnTo>
                <a:lnTo>
                  <a:pt x="396" y="426"/>
                </a:lnTo>
                <a:lnTo>
                  <a:pt x="396" y="427"/>
                </a:lnTo>
                <a:lnTo>
                  <a:pt x="396" y="426"/>
                </a:lnTo>
                <a:lnTo>
                  <a:pt x="395" y="426"/>
                </a:lnTo>
                <a:lnTo>
                  <a:pt x="394" y="426"/>
                </a:lnTo>
                <a:lnTo>
                  <a:pt x="393" y="426"/>
                </a:lnTo>
                <a:lnTo>
                  <a:pt x="392" y="426"/>
                </a:lnTo>
                <a:lnTo>
                  <a:pt x="391" y="426"/>
                </a:lnTo>
                <a:lnTo>
                  <a:pt x="391" y="427"/>
                </a:lnTo>
                <a:lnTo>
                  <a:pt x="390" y="427"/>
                </a:lnTo>
                <a:lnTo>
                  <a:pt x="391" y="427"/>
                </a:lnTo>
                <a:lnTo>
                  <a:pt x="391" y="428"/>
                </a:lnTo>
                <a:lnTo>
                  <a:pt x="392" y="428"/>
                </a:lnTo>
                <a:lnTo>
                  <a:pt x="393" y="429"/>
                </a:lnTo>
                <a:lnTo>
                  <a:pt x="393" y="430"/>
                </a:lnTo>
                <a:lnTo>
                  <a:pt x="393" y="431"/>
                </a:lnTo>
                <a:lnTo>
                  <a:pt x="393" y="432"/>
                </a:lnTo>
                <a:lnTo>
                  <a:pt x="393" y="433"/>
                </a:lnTo>
                <a:lnTo>
                  <a:pt x="393" y="434"/>
                </a:lnTo>
                <a:lnTo>
                  <a:pt x="393" y="435"/>
                </a:lnTo>
                <a:lnTo>
                  <a:pt x="392" y="435"/>
                </a:lnTo>
                <a:lnTo>
                  <a:pt x="392" y="436"/>
                </a:lnTo>
                <a:lnTo>
                  <a:pt x="391" y="436"/>
                </a:lnTo>
                <a:lnTo>
                  <a:pt x="391" y="435"/>
                </a:lnTo>
                <a:lnTo>
                  <a:pt x="390" y="435"/>
                </a:lnTo>
                <a:lnTo>
                  <a:pt x="389" y="436"/>
                </a:lnTo>
                <a:lnTo>
                  <a:pt x="389" y="437"/>
                </a:lnTo>
                <a:lnTo>
                  <a:pt x="388" y="436"/>
                </a:lnTo>
                <a:lnTo>
                  <a:pt x="388" y="437"/>
                </a:lnTo>
                <a:lnTo>
                  <a:pt x="388" y="438"/>
                </a:lnTo>
                <a:lnTo>
                  <a:pt x="387" y="438"/>
                </a:lnTo>
                <a:lnTo>
                  <a:pt x="386" y="438"/>
                </a:lnTo>
                <a:lnTo>
                  <a:pt x="386" y="437"/>
                </a:lnTo>
                <a:lnTo>
                  <a:pt x="385" y="437"/>
                </a:lnTo>
                <a:lnTo>
                  <a:pt x="385" y="438"/>
                </a:lnTo>
                <a:lnTo>
                  <a:pt x="384" y="438"/>
                </a:lnTo>
                <a:lnTo>
                  <a:pt x="383" y="438"/>
                </a:lnTo>
                <a:lnTo>
                  <a:pt x="382" y="438"/>
                </a:lnTo>
                <a:lnTo>
                  <a:pt x="383" y="438"/>
                </a:lnTo>
                <a:lnTo>
                  <a:pt x="382" y="437"/>
                </a:lnTo>
                <a:lnTo>
                  <a:pt x="382" y="438"/>
                </a:lnTo>
                <a:lnTo>
                  <a:pt x="381" y="438"/>
                </a:lnTo>
                <a:lnTo>
                  <a:pt x="381" y="439"/>
                </a:lnTo>
                <a:lnTo>
                  <a:pt x="380" y="439"/>
                </a:lnTo>
                <a:lnTo>
                  <a:pt x="379" y="440"/>
                </a:lnTo>
                <a:lnTo>
                  <a:pt x="379" y="439"/>
                </a:lnTo>
                <a:lnTo>
                  <a:pt x="379" y="440"/>
                </a:lnTo>
                <a:lnTo>
                  <a:pt x="379" y="441"/>
                </a:lnTo>
                <a:lnTo>
                  <a:pt x="378" y="441"/>
                </a:lnTo>
                <a:lnTo>
                  <a:pt x="378" y="442"/>
                </a:lnTo>
                <a:lnTo>
                  <a:pt x="378" y="443"/>
                </a:lnTo>
                <a:lnTo>
                  <a:pt x="377" y="443"/>
                </a:lnTo>
                <a:lnTo>
                  <a:pt x="377" y="444"/>
                </a:lnTo>
                <a:lnTo>
                  <a:pt x="376" y="445"/>
                </a:lnTo>
                <a:lnTo>
                  <a:pt x="376" y="446"/>
                </a:lnTo>
                <a:lnTo>
                  <a:pt x="375" y="446"/>
                </a:lnTo>
                <a:lnTo>
                  <a:pt x="375" y="447"/>
                </a:lnTo>
                <a:lnTo>
                  <a:pt x="374" y="447"/>
                </a:lnTo>
                <a:lnTo>
                  <a:pt x="373" y="447"/>
                </a:lnTo>
                <a:lnTo>
                  <a:pt x="373" y="446"/>
                </a:lnTo>
                <a:lnTo>
                  <a:pt x="372" y="446"/>
                </a:lnTo>
                <a:lnTo>
                  <a:pt x="372" y="445"/>
                </a:lnTo>
                <a:lnTo>
                  <a:pt x="372" y="444"/>
                </a:lnTo>
                <a:lnTo>
                  <a:pt x="372" y="443"/>
                </a:lnTo>
                <a:lnTo>
                  <a:pt x="371" y="443"/>
                </a:lnTo>
                <a:lnTo>
                  <a:pt x="371" y="442"/>
                </a:lnTo>
                <a:lnTo>
                  <a:pt x="370" y="442"/>
                </a:lnTo>
                <a:lnTo>
                  <a:pt x="370" y="441"/>
                </a:lnTo>
                <a:lnTo>
                  <a:pt x="370" y="439"/>
                </a:lnTo>
                <a:lnTo>
                  <a:pt x="370" y="438"/>
                </a:lnTo>
                <a:lnTo>
                  <a:pt x="369" y="438"/>
                </a:lnTo>
                <a:lnTo>
                  <a:pt x="369" y="437"/>
                </a:lnTo>
                <a:lnTo>
                  <a:pt x="369" y="436"/>
                </a:lnTo>
                <a:lnTo>
                  <a:pt x="370" y="436"/>
                </a:lnTo>
                <a:lnTo>
                  <a:pt x="369" y="436"/>
                </a:lnTo>
                <a:lnTo>
                  <a:pt x="369" y="435"/>
                </a:lnTo>
                <a:lnTo>
                  <a:pt x="368" y="435"/>
                </a:lnTo>
                <a:lnTo>
                  <a:pt x="368" y="434"/>
                </a:lnTo>
                <a:lnTo>
                  <a:pt x="368" y="433"/>
                </a:lnTo>
                <a:lnTo>
                  <a:pt x="368" y="432"/>
                </a:lnTo>
                <a:lnTo>
                  <a:pt x="368" y="431"/>
                </a:lnTo>
                <a:lnTo>
                  <a:pt x="368" y="430"/>
                </a:lnTo>
                <a:lnTo>
                  <a:pt x="368" y="431"/>
                </a:lnTo>
                <a:lnTo>
                  <a:pt x="367" y="431"/>
                </a:lnTo>
                <a:lnTo>
                  <a:pt x="367" y="430"/>
                </a:lnTo>
                <a:lnTo>
                  <a:pt x="367" y="431"/>
                </a:lnTo>
                <a:lnTo>
                  <a:pt x="367" y="432"/>
                </a:lnTo>
                <a:lnTo>
                  <a:pt x="367" y="433"/>
                </a:lnTo>
                <a:lnTo>
                  <a:pt x="366" y="433"/>
                </a:lnTo>
                <a:lnTo>
                  <a:pt x="365" y="433"/>
                </a:lnTo>
                <a:lnTo>
                  <a:pt x="365" y="434"/>
                </a:lnTo>
                <a:lnTo>
                  <a:pt x="364" y="434"/>
                </a:lnTo>
                <a:lnTo>
                  <a:pt x="363" y="434"/>
                </a:lnTo>
                <a:lnTo>
                  <a:pt x="363" y="435"/>
                </a:lnTo>
                <a:lnTo>
                  <a:pt x="362" y="435"/>
                </a:lnTo>
                <a:lnTo>
                  <a:pt x="363" y="435"/>
                </a:lnTo>
                <a:lnTo>
                  <a:pt x="362" y="435"/>
                </a:lnTo>
                <a:lnTo>
                  <a:pt x="361" y="435"/>
                </a:lnTo>
                <a:lnTo>
                  <a:pt x="361" y="434"/>
                </a:lnTo>
                <a:lnTo>
                  <a:pt x="361" y="433"/>
                </a:lnTo>
                <a:lnTo>
                  <a:pt x="361" y="432"/>
                </a:lnTo>
                <a:lnTo>
                  <a:pt x="361" y="431"/>
                </a:lnTo>
                <a:lnTo>
                  <a:pt x="362" y="431"/>
                </a:lnTo>
                <a:lnTo>
                  <a:pt x="362" y="430"/>
                </a:lnTo>
                <a:lnTo>
                  <a:pt x="361" y="430"/>
                </a:lnTo>
                <a:lnTo>
                  <a:pt x="362" y="429"/>
                </a:lnTo>
                <a:lnTo>
                  <a:pt x="363" y="428"/>
                </a:lnTo>
                <a:lnTo>
                  <a:pt x="362" y="428"/>
                </a:lnTo>
                <a:lnTo>
                  <a:pt x="361" y="428"/>
                </a:lnTo>
                <a:lnTo>
                  <a:pt x="361" y="429"/>
                </a:lnTo>
                <a:lnTo>
                  <a:pt x="360" y="429"/>
                </a:lnTo>
                <a:lnTo>
                  <a:pt x="359" y="429"/>
                </a:lnTo>
                <a:lnTo>
                  <a:pt x="358" y="429"/>
                </a:lnTo>
                <a:lnTo>
                  <a:pt x="357" y="430"/>
                </a:lnTo>
                <a:lnTo>
                  <a:pt x="356" y="430"/>
                </a:lnTo>
                <a:lnTo>
                  <a:pt x="355" y="430"/>
                </a:lnTo>
                <a:lnTo>
                  <a:pt x="354" y="430"/>
                </a:lnTo>
                <a:lnTo>
                  <a:pt x="352" y="430"/>
                </a:lnTo>
                <a:lnTo>
                  <a:pt x="349" y="430"/>
                </a:lnTo>
                <a:lnTo>
                  <a:pt x="348" y="430"/>
                </a:lnTo>
                <a:lnTo>
                  <a:pt x="347" y="430"/>
                </a:lnTo>
                <a:lnTo>
                  <a:pt x="346" y="430"/>
                </a:lnTo>
                <a:lnTo>
                  <a:pt x="345" y="430"/>
                </a:lnTo>
                <a:lnTo>
                  <a:pt x="344" y="429"/>
                </a:lnTo>
                <a:lnTo>
                  <a:pt x="343" y="429"/>
                </a:lnTo>
                <a:lnTo>
                  <a:pt x="342" y="429"/>
                </a:lnTo>
                <a:lnTo>
                  <a:pt x="341" y="428"/>
                </a:lnTo>
                <a:lnTo>
                  <a:pt x="339" y="427"/>
                </a:lnTo>
                <a:lnTo>
                  <a:pt x="338" y="427"/>
                </a:lnTo>
                <a:lnTo>
                  <a:pt x="338" y="426"/>
                </a:lnTo>
                <a:lnTo>
                  <a:pt x="337" y="426"/>
                </a:lnTo>
                <a:lnTo>
                  <a:pt x="337" y="425"/>
                </a:lnTo>
                <a:lnTo>
                  <a:pt x="336" y="424"/>
                </a:lnTo>
                <a:lnTo>
                  <a:pt x="335" y="424"/>
                </a:lnTo>
                <a:lnTo>
                  <a:pt x="335" y="423"/>
                </a:lnTo>
                <a:lnTo>
                  <a:pt x="334" y="422"/>
                </a:lnTo>
                <a:lnTo>
                  <a:pt x="333" y="422"/>
                </a:lnTo>
                <a:lnTo>
                  <a:pt x="332" y="422"/>
                </a:lnTo>
                <a:lnTo>
                  <a:pt x="332" y="421"/>
                </a:lnTo>
                <a:lnTo>
                  <a:pt x="331" y="421"/>
                </a:lnTo>
                <a:lnTo>
                  <a:pt x="330" y="421"/>
                </a:lnTo>
                <a:lnTo>
                  <a:pt x="330" y="420"/>
                </a:lnTo>
                <a:lnTo>
                  <a:pt x="329" y="420"/>
                </a:lnTo>
                <a:lnTo>
                  <a:pt x="328" y="420"/>
                </a:lnTo>
                <a:lnTo>
                  <a:pt x="328" y="419"/>
                </a:lnTo>
                <a:lnTo>
                  <a:pt x="327" y="417"/>
                </a:lnTo>
                <a:lnTo>
                  <a:pt x="327" y="416"/>
                </a:lnTo>
                <a:lnTo>
                  <a:pt x="326" y="415"/>
                </a:lnTo>
                <a:lnTo>
                  <a:pt x="325" y="414"/>
                </a:lnTo>
                <a:lnTo>
                  <a:pt x="325" y="413"/>
                </a:lnTo>
                <a:lnTo>
                  <a:pt x="324" y="412"/>
                </a:lnTo>
                <a:lnTo>
                  <a:pt x="324" y="411"/>
                </a:lnTo>
                <a:lnTo>
                  <a:pt x="324" y="409"/>
                </a:lnTo>
                <a:lnTo>
                  <a:pt x="324" y="408"/>
                </a:lnTo>
                <a:lnTo>
                  <a:pt x="323" y="408"/>
                </a:lnTo>
                <a:lnTo>
                  <a:pt x="322" y="407"/>
                </a:lnTo>
                <a:lnTo>
                  <a:pt x="322" y="406"/>
                </a:lnTo>
                <a:lnTo>
                  <a:pt x="322" y="405"/>
                </a:lnTo>
                <a:lnTo>
                  <a:pt x="321" y="405"/>
                </a:lnTo>
                <a:lnTo>
                  <a:pt x="320" y="405"/>
                </a:lnTo>
                <a:lnTo>
                  <a:pt x="320" y="406"/>
                </a:lnTo>
                <a:lnTo>
                  <a:pt x="319" y="406"/>
                </a:lnTo>
                <a:lnTo>
                  <a:pt x="318" y="406"/>
                </a:lnTo>
                <a:lnTo>
                  <a:pt x="317" y="406"/>
                </a:lnTo>
                <a:lnTo>
                  <a:pt x="317" y="405"/>
                </a:lnTo>
                <a:lnTo>
                  <a:pt x="316" y="406"/>
                </a:lnTo>
                <a:lnTo>
                  <a:pt x="316" y="405"/>
                </a:lnTo>
                <a:lnTo>
                  <a:pt x="316" y="406"/>
                </a:lnTo>
                <a:lnTo>
                  <a:pt x="315" y="406"/>
                </a:lnTo>
                <a:lnTo>
                  <a:pt x="314" y="405"/>
                </a:lnTo>
                <a:lnTo>
                  <a:pt x="313" y="405"/>
                </a:lnTo>
                <a:lnTo>
                  <a:pt x="313" y="406"/>
                </a:lnTo>
                <a:lnTo>
                  <a:pt x="311" y="406"/>
                </a:lnTo>
                <a:lnTo>
                  <a:pt x="313" y="406"/>
                </a:lnTo>
                <a:lnTo>
                  <a:pt x="314" y="406"/>
                </a:lnTo>
                <a:lnTo>
                  <a:pt x="313" y="407"/>
                </a:lnTo>
                <a:lnTo>
                  <a:pt x="311" y="407"/>
                </a:lnTo>
                <a:lnTo>
                  <a:pt x="311" y="408"/>
                </a:lnTo>
                <a:lnTo>
                  <a:pt x="310" y="408"/>
                </a:lnTo>
                <a:lnTo>
                  <a:pt x="310" y="407"/>
                </a:lnTo>
                <a:lnTo>
                  <a:pt x="309" y="407"/>
                </a:lnTo>
                <a:lnTo>
                  <a:pt x="309" y="406"/>
                </a:lnTo>
                <a:lnTo>
                  <a:pt x="309" y="405"/>
                </a:lnTo>
                <a:lnTo>
                  <a:pt x="308" y="404"/>
                </a:lnTo>
                <a:lnTo>
                  <a:pt x="307" y="405"/>
                </a:lnTo>
                <a:lnTo>
                  <a:pt x="307" y="404"/>
                </a:lnTo>
                <a:lnTo>
                  <a:pt x="307" y="405"/>
                </a:lnTo>
                <a:lnTo>
                  <a:pt x="306" y="405"/>
                </a:lnTo>
                <a:lnTo>
                  <a:pt x="305" y="405"/>
                </a:lnTo>
                <a:lnTo>
                  <a:pt x="304" y="405"/>
                </a:lnTo>
                <a:lnTo>
                  <a:pt x="303" y="405"/>
                </a:lnTo>
                <a:lnTo>
                  <a:pt x="302" y="405"/>
                </a:lnTo>
                <a:lnTo>
                  <a:pt x="302" y="406"/>
                </a:lnTo>
                <a:lnTo>
                  <a:pt x="302" y="407"/>
                </a:lnTo>
                <a:lnTo>
                  <a:pt x="301" y="407"/>
                </a:lnTo>
                <a:lnTo>
                  <a:pt x="300" y="407"/>
                </a:lnTo>
                <a:lnTo>
                  <a:pt x="299" y="406"/>
                </a:lnTo>
                <a:lnTo>
                  <a:pt x="298" y="406"/>
                </a:lnTo>
                <a:lnTo>
                  <a:pt x="297" y="407"/>
                </a:lnTo>
                <a:lnTo>
                  <a:pt x="296" y="407"/>
                </a:lnTo>
                <a:lnTo>
                  <a:pt x="295" y="408"/>
                </a:lnTo>
                <a:lnTo>
                  <a:pt x="296" y="408"/>
                </a:lnTo>
                <a:lnTo>
                  <a:pt x="295" y="409"/>
                </a:lnTo>
                <a:lnTo>
                  <a:pt x="296" y="409"/>
                </a:lnTo>
                <a:lnTo>
                  <a:pt x="296" y="408"/>
                </a:lnTo>
                <a:lnTo>
                  <a:pt x="297" y="409"/>
                </a:lnTo>
                <a:lnTo>
                  <a:pt x="296" y="409"/>
                </a:lnTo>
                <a:lnTo>
                  <a:pt x="295" y="409"/>
                </a:lnTo>
                <a:lnTo>
                  <a:pt x="294" y="410"/>
                </a:lnTo>
                <a:lnTo>
                  <a:pt x="294" y="409"/>
                </a:lnTo>
                <a:lnTo>
                  <a:pt x="293" y="409"/>
                </a:lnTo>
                <a:lnTo>
                  <a:pt x="293" y="410"/>
                </a:lnTo>
                <a:lnTo>
                  <a:pt x="292" y="410"/>
                </a:lnTo>
                <a:lnTo>
                  <a:pt x="292" y="411"/>
                </a:lnTo>
                <a:lnTo>
                  <a:pt x="293" y="412"/>
                </a:lnTo>
                <a:lnTo>
                  <a:pt x="292" y="412"/>
                </a:lnTo>
                <a:lnTo>
                  <a:pt x="291" y="411"/>
                </a:lnTo>
                <a:lnTo>
                  <a:pt x="291" y="412"/>
                </a:lnTo>
                <a:lnTo>
                  <a:pt x="291" y="411"/>
                </a:lnTo>
                <a:lnTo>
                  <a:pt x="290" y="411"/>
                </a:lnTo>
                <a:lnTo>
                  <a:pt x="290" y="412"/>
                </a:lnTo>
                <a:lnTo>
                  <a:pt x="290" y="411"/>
                </a:lnTo>
                <a:lnTo>
                  <a:pt x="289" y="411"/>
                </a:lnTo>
                <a:lnTo>
                  <a:pt x="289" y="410"/>
                </a:lnTo>
                <a:lnTo>
                  <a:pt x="290" y="410"/>
                </a:lnTo>
                <a:lnTo>
                  <a:pt x="290" y="409"/>
                </a:lnTo>
                <a:lnTo>
                  <a:pt x="289" y="409"/>
                </a:lnTo>
                <a:lnTo>
                  <a:pt x="288" y="409"/>
                </a:lnTo>
                <a:lnTo>
                  <a:pt x="288" y="408"/>
                </a:lnTo>
                <a:lnTo>
                  <a:pt x="287" y="408"/>
                </a:lnTo>
                <a:lnTo>
                  <a:pt x="287" y="407"/>
                </a:lnTo>
                <a:lnTo>
                  <a:pt x="286" y="407"/>
                </a:lnTo>
                <a:lnTo>
                  <a:pt x="286" y="406"/>
                </a:lnTo>
                <a:lnTo>
                  <a:pt x="285" y="406"/>
                </a:lnTo>
                <a:lnTo>
                  <a:pt x="284" y="407"/>
                </a:lnTo>
                <a:lnTo>
                  <a:pt x="283" y="406"/>
                </a:lnTo>
                <a:lnTo>
                  <a:pt x="282" y="406"/>
                </a:lnTo>
                <a:lnTo>
                  <a:pt x="282" y="407"/>
                </a:lnTo>
                <a:lnTo>
                  <a:pt x="281" y="407"/>
                </a:lnTo>
                <a:lnTo>
                  <a:pt x="280" y="407"/>
                </a:lnTo>
                <a:lnTo>
                  <a:pt x="279" y="407"/>
                </a:lnTo>
                <a:lnTo>
                  <a:pt x="279" y="406"/>
                </a:lnTo>
                <a:lnTo>
                  <a:pt x="278" y="406"/>
                </a:lnTo>
                <a:lnTo>
                  <a:pt x="278" y="405"/>
                </a:lnTo>
                <a:lnTo>
                  <a:pt x="277" y="405"/>
                </a:lnTo>
                <a:lnTo>
                  <a:pt x="276" y="405"/>
                </a:lnTo>
                <a:lnTo>
                  <a:pt x="276" y="404"/>
                </a:lnTo>
                <a:lnTo>
                  <a:pt x="277" y="404"/>
                </a:lnTo>
                <a:lnTo>
                  <a:pt x="276" y="404"/>
                </a:lnTo>
                <a:lnTo>
                  <a:pt x="276" y="405"/>
                </a:lnTo>
                <a:lnTo>
                  <a:pt x="275" y="405"/>
                </a:lnTo>
                <a:lnTo>
                  <a:pt x="275" y="404"/>
                </a:lnTo>
                <a:lnTo>
                  <a:pt x="274" y="404"/>
                </a:lnTo>
                <a:lnTo>
                  <a:pt x="274" y="405"/>
                </a:lnTo>
                <a:lnTo>
                  <a:pt x="273" y="405"/>
                </a:lnTo>
                <a:lnTo>
                  <a:pt x="274" y="405"/>
                </a:lnTo>
                <a:lnTo>
                  <a:pt x="273" y="406"/>
                </a:lnTo>
                <a:lnTo>
                  <a:pt x="272" y="405"/>
                </a:lnTo>
                <a:lnTo>
                  <a:pt x="273" y="405"/>
                </a:lnTo>
                <a:lnTo>
                  <a:pt x="273" y="404"/>
                </a:lnTo>
                <a:lnTo>
                  <a:pt x="273" y="403"/>
                </a:lnTo>
                <a:lnTo>
                  <a:pt x="274" y="403"/>
                </a:lnTo>
                <a:lnTo>
                  <a:pt x="275" y="403"/>
                </a:lnTo>
                <a:lnTo>
                  <a:pt x="274" y="403"/>
                </a:lnTo>
                <a:lnTo>
                  <a:pt x="273" y="402"/>
                </a:lnTo>
                <a:lnTo>
                  <a:pt x="273" y="403"/>
                </a:lnTo>
                <a:lnTo>
                  <a:pt x="272" y="403"/>
                </a:lnTo>
                <a:lnTo>
                  <a:pt x="272" y="404"/>
                </a:lnTo>
                <a:lnTo>
                  <a:pt x="272" y="403"/>
                </a:lnTo>
                <a:lnTo>
                  <a:pt x="271" y="403"/>
                </a:lnTo>
                <a:lnTo>
                  <a:pt x="270" y="403"/>
                </a:lnTo>
                <a:lnTo>
                  <a:pt x="270" y="402"/>
                </a:lnTo>
                <a:lnTo>
                  <a:pt x="270" y="401"/>
                </a:lnTo>
                <a:lnTo>
                  <a:pt x="271" y="401"/>
                </a:lnTo>
                <a:lnTo>
                  <a:pt x="271" y="400"/>
                </a:lnTo>
                <a:lnTo>
                  <a:pt x="270" y="400"/>
                </a:lnTo>
                <a:lnTo>
                  <a:pt x="270" y="399"/>
                </a:lnTo>
                <a:lnTo>
                  <a:pt x="271" y="399"/>
                </a:lnTo>
                <a:lnTo>
                  <a:pt x="270" y="399"/>
                </a:lnTo>
                <a:lnTo>
                  <a:pt x="271" y="398"/>
                </a:lnTo>
                <a:lnTo>
                  <a:pt x="272" y="397"/>
                </a:lnTo>
                <a:lnTo>
                  <a:pt x="271" y="397"/>
                </a:lnTo>
                <a:lnTo>
                  <a:pt x="271" y="396"/>
                </a:lnTo>
                <a:lnTo>
                  <a:pt x="272" y="396"/>
                </a:lnTo>
                <a:lnTo>
                  <a:pt x="272" y="395"/>
                </a:lnTo>
                <a:lnTo>
                  <a:pt x="271" y="395"/>
                </a:lnTo>
                <a:lnTo>
                  <a:pt x="271" y="394"/>
                </a:lnTo>
                <a:lnTo>
                  <a:pt x="271" y="393"/>
                </a:lnTo>
                <a:lnTo>
                  <a:pt x="270" y="392"/>
                </a:lnTo>
                <a:lnTo>
                  <a:pt x="269" y="392"/>
                </a:lnTo>
                <a:lnTo>
                  <a:pt x="269" y="393"/>
                </a:lnTo>
                <a:lnTo>
                  <a:pt x="269" y="394"/>
                </a:lnTo>
                <a:lnTo>
                  <a:pt x="268" y="395"/>
                </a:lnTo>
                <a:lnTo>
                  <a:pt x="269" y="396"/>
                </a:lnTo>
                <a:lnTo>
                  <a:pt x="268" y="396"/>
                </a:lnTo>
                <a:lnTo>
                  <a:pt x="267" y="396"/>
                </a:lnTo>
                <a:lnTo>
                  <a:pt x="266" y="396"/>
                </a:lnTo>
                <a:lnTo>
                  <a:pt x="265" y="395"/>
                </a:lnTo>
                <a:lnTo>
                  <a:pt x="264" y="396"/>
                </a:lnTo>
                <a:lnTo>
                  <a:pt x="263" y="396"/>
                </a:lnTo>
                <a:lnTo>
                  <a:pt x="263" y="397"/>
                </a:lnTo>
                <a:lnTo>
                  <a:pt x="262" y="397"/>
                </a:lnTo>
                <a:lnTo>
                  <a:pt x="262" y="396"/>
                </a:lnTo>
                <a:lnTo>
                  <a:pt x="261" y="396"/>
                </a:lnTo>
                <a:lnTo>
                  <a:pt x="260" y="396"/>
                </a:lnTo>
                <a:lnTo>
                  <a:pt x="260" y="397"/>
                </a:lnTo>
                <a:lnTo>
                  <a:pt x="259" y="397"/>
                </a:lnTo>
                <a:lnTo>
                  <a:pt x="259" y="396"/>
                </a:lnTo>
                <a:lnTo>
                  <a:pt x="258" y="396"/>
                </a:lnTo>
                <a:lnTo>
                  <a:pt x="257" y="395"/>
                </a:lnTo>
                <a:lnTo>
                  <a:pt x="256" y="395"/>
                </a:lnTo>
                <a:lnTo>
                  <a:pt x="256" y="396"/>
                </a:lnTo>
                <a:lnTo>
                  <a:pt x="256" y="395"/>
                </a:lnTo>
                <a:lnTo>
                  <a:pt x="256" y="394"/>
                </a:lnTo>
                <a:lnTo>
                  <a:pt x="256" y="393"/>
                </a:lnTo>
                <a:lnTo>
                  <a:pt x="256" y="392"/>
                </a:lnTo>
                <a:lnTo>
                  <a:pt x="255" y="392"/>
                </a:lnTo>
                <a:lnTo>
                  <a:pt x="254" y="392"/>
                </a:lnTo>
                <a:lnTo>
                  <a:pt x="254" y="393"/>
                </a:lnTo>
                <a:lnTo>
                  <a:pt x="253" y="393"/>
                </a:lnTo>
                <a:lnTo>
                  <a:pt x="252" y="393"/>
                </a:lnTo>
                <a:lnTo>
                  <a:pt x="251" y="393"/>
                </a:lnTo>
                <a:lnTo>
                  <a:pt x="252" y="394"/>
                </a:lnTo>
                <a:lnTo>
                  <a:pt x="251" y="394"/>
                </a:lnTo>
                <a:lnTo>
                  <a:pt x="251" y="395"/>
                </a:lnTo>
                <a:lnTo>
                  <a:pt x="250" y="395"/>
                </a:lnTo>
                <a:lnTo>
                  <a:pt x="250" y="396"/>
                </a:lnTo>
                <a:lnTo>
                  <a:pt x="248" y="396"/>
                </a:lnTo>
                <a:lnTo>
                  <a:pt x="248" y="397"/>
                </a:lnTo>
                <a:lnTo>
                  <a:pt x="247" y="397"/>
                </a:lnTo>
                <a:lnTo>
                  <a:pt x="247" y="398"/>
                </a:lnTo>
                <a:lnTo>
                  <a:pt x="247" y="399"/>
                </a:lnTo>
                <a:lnTo>
                  <a:pt x="246" y="398"/>
                </a:lnTo>
                <a:lnTo>
                  <a:pt x="245" y="398"/>
                </a:lnTo>
                <a:lnTo>
                  <a:pt x="245" y="399"/>
                </a:lnTo>
                <a:lnTo>
                  <a:pt x="244" y="399"/>
                </a:lnTo>
                <a:lnTo>
                  <a:pt x="244" y="398"/>
                </a:lnTo>
                <a:lnTo>
                  <a:pt x="243" y="398"/>
                </a:lnTo>
                <a:lnTo>
                  <a:pt x="243" y="399"/>
                </a:lnTo>
                <a:lnTo>
                  <a:pt x="242" y="399"/>
                </a:lnTo>
                <a:lnTo>
                  <a:pt x="241" y="399"/>
                </a:lnTo>
                <a:lnTo>
                  <a:pt x="241" y="398"/>
                </a:lnTo>
                <a:lnTo>
                  <a:pt x="241" y="399"/>
                </a:lnTo>
                <a:lnTo>
                  <a:pt x="240" y="398"/>
                </a:lnTo>
                <a:lnTo>
                  <a:pt x="239" y="398"/>
                </a:lnTo>
                <a:lnTo>
                  <a:pt x="239" y="399"/>
                </a:lnTo>
                <a:lnTo>
                  <a:pt x="238" y="399"/>
                </a:lnTo>
                <a:lnTo>
                  <a:pt x="237" y="399"/>
                </a:lnTo>
                <a:lnTo>
                  <a:pt x="236" y="399"/>
                </a:lnTo>
                <a:lnTo>
                  <a:pt x="236" y="398"/>
                </a:lnTo>
                <a:lnTo>
                  <a:pt x="236" y="399"/>
                </a:lnTo>
                <a:lnTo>
                  <a:pt x="235" y="399"/>
                </a:lnTo>
                <a:lnTo>
                  <a:pt x="235" y="398"/>
                </a:lnTo>
                <a:lnTo>
                  <a:pt x="234" y="399"/>
                </a:lnTo>
                <a:lnTo>
                  <a:pt x="234" y="398"/>
                </a:lnTo>
                <a:lnTo>
                  <a:pt x="233" y="399"/>
                </a:lnTo>
                <a:lnTo>
                  <a:pt x="232" y="398"/>
                </a:lnTo>
                <a:lnTo>
                  <a:pt x="231" y="398"/>
                </a:lnTo>
                <a:lnTo>
                  <a:pt x="230" y="398"/>
                </a:lnTo>
                <a:lnTo>
                  <a:pt x="229" y="399"/>
                </a:lnTo>
                <a:lnTo>
                  <a:pt x="228" y="399"/>
                </a:lnTo>
                <a:lnTo>
                  <a:pt x="227" y="399"/>
                </a:lnTo>
                <a:lnTo>
                  <a:pt x="227" y="398"/>
                </a:lnTo>
                <a:lnTo>
                  <a:pt x="226" y="398"/>
                </a:lnTo>
                <a:lnTo>
                  <a:pt x="225" y="398"/>
                </a:lnTo>
                <a:lnTo>
                  <a:pt x="224" y="398"/>
                </a:lnTo>
                <a:lnTo>
                  <a:pt x="223" y="399"/>
                </a:lnTo>
                <a:lnTo>
                  <a:pt x="222" y="399"/>
                </a:lnTo>
                <a:lnTo>
                  <a:pt x="221" y="399"/>
                </a:lnTo>
                <a:lnTo>
                  <a:pt x="220" y="399"/>
                </a:lnTo>
                <a:lnTo>
                  <a:pt x="219" y="399"/>
                </a:lnTo>
                <a:lnTo>
                  <a:pt x="218" y="398"/>
                </a:lnTo>
                <a:lnTo>
                  <a:pt x="218" y="397"/>
                </a:lnTo>
                <a:lnTo>
                  <a:pt x="218" y="396"/>
                </a:lnTo>
                <a:lnTo>
                  <a:pt x="217" y="395"/>
                </a:lnTo>
                <a:lnTo>
                  <a:pt x="216" y="395"/>
                </a:lnTo>
                <a:lnTo>
                  <a:pt x="216" y="394"/>
                </a:lnTo>
                <a:lnTo>
                  <a:pt x="215" y="394"/>
                </a:lnTo>
                <a:lnTo>
                  <a:pt x="213" y="394"/>
                </a:lnTo>
                <a:lnTo>
                  <a:pt x="213" y="393"/>
                </a:lnTo>
                <a:lnTo>
                  <a:pt x="212" y="393"/>
                </a:lnTo>
                <a:lnTo>
                  <a:pt x="211" y="392"/>
                </a:lnTo>
                <a:lnTo>
                  <a:pt x="212" y="392"/>
                </a:lnTo>
                <a:lnTo>
                  <a:pt x="212" y="393"/>
                </a:lnTo>
                <a:lnTo>
                  <a:pt x="212" y="392"/>
                </a:lnTo>
                <a:lnTo>
                  <a:pt x="213" y="390"/>
                </a:lnTo>
                <a:lnTo>
                  <a:pt x="213" y="389"/>
                </a:lnTo>
                <a:lnTo>
                  <a:pt x="214" y="387"/>
                </a:lnTo>
                <a:lnTo>
                  <a:pt x="215" y="385"/>
                </a:lnTo>
                <a:lnTo>
                  <a:pt x="216" y="383"/>
                </a:lnTo>
                <a:lnTo>
                  <a:pt x="217" y="383"/>
                </a:lnTo>
                <a:lnTo>
                  <a:pt x="217" y="384"/>
                </a:lnTo>
                <a:lnTo>
                  <a:pt x="217" y="385"/>
                </a:lnTo>
                <a:lnTo>
                  <a:pt x="218" y="385"/>
                </a:lnTo>
                <a:lnTo>
                  <a:pt x="219" y="385"/>
                </a:lnTo>
                <a:lnTo>
                  <a:pt x="220" y="385"/>
                </a:lnTo>
                <a:lnTo>
                  <a:pt x="221" y="385"/>
                </a:lnTo>
                <a:lnTo>
                  <a:pt x="221" y="384"/>
                </a:lnTo>
                <a:lnTo>
                  <a:pt x="222" y="384"/>
                </a:lnTo>
                <a:lnTo>
                  <a:pt x="223" y="384"/>
                </a:lnTo>
                <a:lnTo>
                  <a:pt x="223" y="383"/>
                </a:lnTo>
                <a:lnTo>
                  <a:pt x="224" y="383"/>
                </a:lnTo>
                <a:lnTo>
                  <a:pt x="224" y="382"/>
                </a:lnTo>
                <a:lnTo>
                  <a:pt x="225" y="382"/>
                </a:lnTo>
                <a:lnTo>
                  <a:pt x="225" y="381"/>
                </a:lnTo>
                <a:lnTo>
                  <a:pt x="226" y="380"/>
                </a:lnTo>
                <a:lnTo>
                  <a:pt x="226" y="379"/>
                </a:lnTo>
                <a:lnTo>
                  <a:pt x="227" y="378"/>
                </a:lnTo>
                <a:lnTo>
                  <a:pt x="227" y="377"/>
                </a:lnTo>
                <a:lnTo>
                  <a:pt x="227" y="374"/>
                </a:lnTo>
                <a:lnTo>
                  <a:pt x="227" y="373"/>
                </a:lnTo>
                <a:lnTo>
                  <a:pt x="227" y="371"/>
                </a:lnTo>
                <a:lnTo>
                  <a:pt x="228" y="369"/>
                </a:lnTo>
                <a:lnTo>
                  <a:pt x="227" y="368"/>
                </a:lnTo>
                <a:lnTo>
                  <a:pt x="227" y="366"/>
                </a:lnTo>
                <a:lnTo>
                  <a:pt x="226" y="366"/>
                </a:lnTo>
                <a:lnTo>
                  <a:pt x="227" y="365"/>
                </a:lnTo>
                <a:lnTo>
                  <a:pt x="226" y="364"/>
                </a:lnTo>
                <a:lnTo>
                  <a:pt x="226" y="363"/>
                </a:lnTo>
                <a:lnTo>
                  <a:pt x="227" y="362"/>
                </a:lnTo>
                <a:lnTo>
                  <a:pt x="226" y="362"/>
                </a:lnTo>
                <a:lnTo>
                  <a:pt x="225" y="362"/>
                </a:lnTo>
                <a:lnTo>
                  <a:pt x="226" y="362"/>
                </a:lnTo>
                <a:lnTo>
                  <a:pt x="226" y="361"/>
                </a:lnTo>
                <a:lnTo>
                  <a:pt x="226" y="360"/>
                </a:lnTo>
                <a:lnTo>
                  <a:pt x="225" y="360"/>
                </a:lnTo>
                <a:lnTo>
                  <a:pt x="225" y="359"/>
                </a:lnTo>
                <a:lnTo>
                  <a:pt x="224" y="359"/>
                </a:lnTo>
                <a:lnTo>
                  <a:pt x="224" y="358"/>
                </a:lnTo>
                <a:lnTo>
                  <a:pt x="223" y="358"/>
                </a:lnTo>
                <a:lnTo>
                  <a:pt x="222" y="358"/>
                </a:lnTo>
                <a:lnTo>
                  <a:pt x="221" y="358"/>
                </a:lnTo>
                <a:lnTo>
                  <a:pt x="222" y="359"/>
                </a:lnTo>
                <a:lnTo>
                  <a:pt x="221" y="359"/>
                </a:lnTo>
                <a:lnTo>
                  <a:pt x="220" y="359"/>
                </a:lnTo>
                <a:lnTo>
                  <a:pt x="219" y="358"/>
                </a:lnTo>
                <a:lnTo>
                  <a:pt x="219" y="357"/>
                </a:lnTo>
                <a:lnTo>
                  <a:pt x="218" y="356"/>
                </a:lnTo>
                <a:lnTo>
                  <a:pt x="219" y="355"/>
                </a:lnTo>
                <a:lnTo>
                  <a:pt x="219" y="354"/>
                </a:lnTo>
                <a:lnTo>
                  <a:pt x="218" y="354"/>
                </a:lnTo>
                <a:lnTo>
                  <a:pt x="218" y="353"/>
                </a:lnTo>
                <a:lnTo>
                  <a:pt x="217" y="353"/>
                </a:lnTo>
                <a:lnTo>
                  <a:pt x="216" y="353"/>
                </a:lnTo>
                <a:lnTo>
                  <a:pt x="215" y="353"/>
                </a:lnTo>
                <a:lnTo>
                  <a:pt x="215" y="354"/>
                </a:lnTo>
                <a:lnTo>
                  <a:pt x="215" y="355"/>
                </a:lnTo>
                <a:lnTo>
                  <a:pt x="215" y="356"/>
                </a:lnTo>
                <a:lnTo>
                  <a:pt x="214" y="356"/>
                </a:lnTo>
                <a:lnTo>
                  <a:pt x="214" y="357"/>
                </a:lnTo>
                <a:lnTo>
                  <a:pt x="214" y="358"/>
                </a:lnTo>
                <a:lnTo>
                  <a:pt x="213" y="358"/>
                </a:lnTo>
                <a:lnTo>
                  <a:pt x="213" y="359"/>
                </a:lnTo>
                <a:lnTo>
                  <a:pt x="212" y="358"/>
                </a:lnTo>
                <a:lnTo>
                  <a:pt x="212" y="357"/>
                </a:lnTo>
                <a:lnTo>
                  <a:pt x="211" y="357"/>
                </a:lnTo>
                <a:lnTo>
                  <a:pt x="210" y="357"/>
                </a:lnTo>
                <a:lnTo>
                  <a:pt x="210" y="358"/>
                </a:lnTo>
                <a:lnTo>
                  <a:pt x="209" y="358"/>
                </a:lnTo>
                <a:lnTo>
                  <a:pt x="209" y="357"/>
                </a:lnTo>
                <a:lnTo>
                  <a:pt x="208" y="357"/>
                </a:lnTo>
                <a:lnTo>
                  <a:pt x="207" y="357"/>
                </a:lnTo>
                <a:lnTo>
                  <a:pt x="206" y="357"/>
                </a:lnTo>
                <a:lnTo>
                  <a:pt x="206" y="356"/>
                </a:lnTo>
                <a:lnTo>
                  <a:pt x="206" y="355"/>
                </a:lnTo>
                <a:lnTo>
                  <a:pt x="206" y="354"/>
                </a:lnTo>
                <a:lnTo>
                  <a:pt x="206" y="353"/>
                </a:lnTo>
                <a:lnTo>
                  <a:pt x="207" y="353"/>
                </a:lnTo>
                <a:lnTo>
                  <a:pt x="208" y="353"/>
                </a:lnTo>
                <a:lnTo>
                  <a:pt x="208" y="352"/>
                </a:lnTo>
                <a:lnTo>
                  <a:pt x="208" y="351"/>
                </a:lnTo>
                <a:lnTo>
                  <a:pt x="209" y="351"/>
                </a:lnTo>
                <a:lnTo>
                  <a:pt x="210" y="351"/>
                </a:lnTo>
                <a:lnTo>
                  <a:pt x="210" y="350"/>
                </a:lnTo>
                <a:lnTo>
                  <a:pt x="210" y="349"/>
                </a:lnTo>
                <a:lnTo>
                  <a:pt x="210" y="350"/>
                </a:lnTo>
                <a:lnTo>
                  <a:pt x="209" y="349"/>
                </a:lnTo>
                <a:lnTo>
                  <a:pt x="210" y="349"/>
                </a:lnTo>
                <a:lnTo>
                  <a:pt x="209" y="349"/>
                </a:lnTo>
                <a:lnTo>
                  <a:pt x="209" y="348"/>
                </a:lnTo>
                <a:lnTo>
                  <a:pt x="208" y="348"/>
                </a:lnTo>
                <a:lnTo>
                  <a:pt x="207" y="348"/>
                </a:lnTo>
                <a:lnTo>
                  <a:pt x="206" y="348"/>
                </a:lnTo>
                <a:lnTo>
                  <a:pt x="206" y="347"/>
                </a:lnTo>
                <a:lnTo>
                  <a:pt x="205" y="346"/>
                </a:lnTo>
                <a:lnTo>
                  <a:pt x="206" y="346"/>
                </a:lnTo>
                <a:lnTo>
                  <a:pt x="206" y="345"/>
                </a:lnTo>
                <a:lnTo>
                  <a:pt x="205" y="345"/>
                </a:lnTo>
                <a:lnTo>
                  <a:pt x="204" y="345"/>
                </a:lnTo>
                <a:lnTo>
                  <a:pt x="204" y="346"/>
                </a:lnTo>
                <a:lnTo>
                  <a:pt x="203" y="346"/>
                </a:lnTo>
                <a:lnTo>
                  <a:pt x="203" y="345"/>
                </a:lnTo>
                <a:lnTo>
                  <a:pt x="202" y="345"/>
                </a:lnTo>
                <a:lnTo>
                  <a:pt x="202" y="346"/>
                </a:lnTo>
                <a:lnTo>
                  <a:pt x="201" y="346"/>
                </a:lnTo>
                <a:lnTo>
                  <a:pt x="201" y="347"/>
                </a:lnTo>
                <a:lnTo>
                  <a:pt x="200" y="347"/>
                </a:lnTo>
                <a:lnTo>
                  <a:pt x="199" y="347"/>
                </a:lnTo>
                <a:lnTo>
                  <a:pt x="199" y="346"/>
                </a:lnTo>
                <a:lnTo>
                  <a:pt x="198" y="347"/>
                </a:lnTo>
                <a:lnTo>
                  <a:pt x="198" y="348"/>
                </a:lnTo>
                <a:lnTo>
                  <a:pt x="197" y="348"/>
                </a:lnTo>
                <a:lnTo>
                  <a:pt x="197" y="347"/>
                </a:lnTo>
                <a:lnTo>
                  <a:pt x="197" y="348"/>
                </a:lnTo>
                <a:lnTo>
                  <a:pt x="196" y="348"/>
                </a:lnTo>
                <a:lnTo>
                  <a:pt x="196" y="347"/>
                </a:lnTo>
                <a:lnTo>
                  <a:pt x="195" y="347"/>
                </a:lnTo>
                <a:lnTo>
                  <a:pt x="194" y="347"/>
                </a:lnTo>
                <a:lnTo>
                  <a:pt x="194" y="346"/>
                </a:lnTo>
                <a:lnTo>
                  <a:pt x="195" y="346"/>
                </a:lnTo>
                <a:lnTo>
                  <a:pt x="196" y="346"/>
                </a:lnTo>
                <a:lnTo>
                  <a:pt x="196" y="345"/>
                </a:lnTo>
                <a:lnTo>
                  <a:pt x="197" y="345"/>
                </a:lnTo>
                <a:lnTo>
                  <a:pt x="196" y="344"/>
                </a:lnTo>
                <a:lnTo>
                  <a:pt x="195" y="345"/>
                </a:lnTo>
                <a:lnTo>
                  <a:pt x="194" y="345"/>
                </a:lnTo>
                <a:lnTo>
                  <a:pt x="194" y="344"/>
                </a:lnTo>
                <a:lnTo>
                  <a:pt x="193" y="344"/>
                </a:lnTo>
                <a:lnTo>
                  <a:pt x="193" y="343"/>
                </a:lnTo>
                <a:lnTo>
                  <a:pt x="192" y="343"/>
                </a:lnTo>
                <a:lnTo>
                  <a:pt x="191" y="343"/>
                </a:lnTo>
                <a:lnTo>
                  <a:pt x="191" y="342"/>
                </a:lnTo>
                <a:lnTo>
                  <a:pt x="193" y="338"/>
                </a:lnTo>
                <a:lnTo>
                  <a:pt x="193" y="337"/>
                </a:lnTo>
                <a:lnTo>
                  <a:pt x="192" y="337"/>
                </a:lnTo>
                <a:lnTo>
                  <a:pt x="192" y="336"/>
                </a:lnTo>
                <a:lnTo>
                  <a:pt x="190" y="336"/>
                </a:lnTo>
                <a:lnTo>
                  <a:pt x="190" y="335"/>
                </a:lnTo>
                <a:lnTo>
                  <a:pt x="190" y="334"/>
                </a:lnTo>
                <a:lnTo>
                  <a:pt x="191" y="333"/>
                </a:lnTo>
                <a:lnTo>
                  <a:pt x="191" y="332"/>
                </a:lnTo>
                <a:lnTo>
                  <a:pt x="190" y="332"/>
                </a:lnTo>
                <a:lnTo>
                  <a:pt x="188" y="332"/>
                </a:lnTo>
                <a:lnTo>
                  <a:pt x="187" y="332"/>
                </a:lnTo>
                <a:lnTo>
                  <a:pt x="187" y="331"/>
                </a:lnTo>
                <a:lnTo>
                  <a:pt x="186" y="331"/>
                </a:lnTo>
                <a:lnTo>
                  <a:pt x="186" y="332"/>
                </a:lnTo>
                <a:lnTo>
                  <a:pt x="185" y="332"/>
                </a:lnTo>
                <a:lnTo>
                  <a:pt x="185" y="331"/>
                </a:lnTo>
                <a:lnTo>
                  <a:pt x="184" y="330"/>
                </a:lnTo>
                <a:lnTo>
                  <a:pt x="185" y="330"/>
                </a:lnTo>
                <a:lnTo>
                  <a:pt x="184" y="330"/>
                </a:lnTo>
                <a:lnTo>
                  <a:pt x="183" y="329"/>
                </a:lnTo>
                <a:lnTo>
                  <a:pt x="182" y="330"/>
                </a:lnTo>
                <a:lnTo>
                  <a:pt x="181" y="330"/>
                </a:lnTo>
                <a:lnTo>
                  <a:pt x="181" y="329"/>
                </a:lnTo>
                <a:lnTo>
                  <a:pt x="182" y="329"/>
                </a:lnTo>
                <a:lnTo>
                  <a:pt x="181" y="328"/>
                </a:lnTo>
                <a:lnTo>
                  <a:pt x="180" y="328"/>
                </a:lnTo>
                <a:lnTo>
                  <a:pt x="180" y="327"/>
                </a:lnTo>
                <a:lnTo>
                  <a:pt x="181" y="327"/>
                </a:lnTo>
                <a:lnTo>
                  <a:pt x="181" y="326"/>
                </a:lnTo>
                <a:lnTo>
                  <a:pt x="181" y="325"/>
                </a:lnTo>
                <a:lnTo>
                  <a:pt x="181" y="324"/>
                </a:lnTo>
                <a:lnTo>
                  <a:pt x="182" y="324"/>
                </a:lnTo>
                <a:lnTo>
                  <a:pt x="182" y="323"/>
                </a:lnTo>
                <a:lnTo>
                  <a:pt x="181" y="323"/>
                </a:lnTo>
                <a:lnTo>
                  <a:pt x="181" y="322"/>
                </a:lnTo>
                <a:lnTo>
                  <a:pt x="182" y="322"/>
                </a:lnTo>
                <a:lnTo>
                  <a:pt x="182" y="323"/>
                </a:lnTo>
                <a:lnTo>
                  <a:pt x="183" y="322"/>
                </a:lnTo>
                <a:lnTo>
                  <a:pt x="183" y="321"/>
                </a:lnTo>
                <a:lnTo>
                  <a:pt x="183" y="320"/>
                </a:lnTo>
                <a:lnTo>
                  <a:pt x="183" y="319"/>
                </a:lnTo>
                <a:lnTo>
                  <a:pt x="183" y="318"/>
                </a:lnTo>
                <a:lnTo>
                  <a:pt x="183" y="319"/>
                </a:lnTo>
                <a:lnTo>
                  <a:pt x="184" y="319"/>
                </a:lnTo>
                <a:lnTo>
                  <a:pt x="184" y="318"/>
                </a:lnTo>
                <a:lnTo>
                  <a:pt x="183" y="318"/>
                </a:lnTo>
                <a:lnTo>
                  <a:pt x="182" y="318"/>
                </a:lnTo>
                <a:lnTo>
                  <a:pt x="182" y="317"/>
                </a:lnTo>
                <a:lnTo>
                  <a:pt x="183" y="316"/>
                </a:lnTo>
                <a:lnTo>
                  <a:pt x="183" y="315"/>
                </a:lnTo>
                <a:lnTo>
                  <a:pt x="182" y="315"/>
                </a:lnTo>
                <a:lnTo>
                  <a:pt x="182" y="314"/>
                </a:lnTo>
                <a:lnTo>
                  <a:pt x="183" y="314"/>
                </a:lnTo>
                <a:lnTo>
                  <a:pt x="183" y="313"/>
                </a:lnTo>
                <a:lnTo>
                  <a:pt x="184" y="312"/>
                </a:lnTo>
                <a:lnTo>
                  <a:pt x="185" y="312"/>
                </a:lnTo>
                <a:lnTo>
                  <a:pt x="186" y="312"/>
                </a:lnTo>
                <a:lnTo>
                  <a:pt x="187" y="312"/>
                </a:lnTo>
                <a:lnTo>
                  <a:pt x="187" y="311"/>
                </a:lnTo>
                <a:lnTo>
                  <a:pt x="188" y="311"/>
                </a:lnTo>
                <a:lnTo>
                  <a:pt x="189" y="310"/>
                </a:lnTo>
                <a:lnTo>
                  <a:pt x="190" y="310"/>
                </a:lnTo>
                <a:lnTo>
                  <a:pt x="190" y="309"/>
                </a:lnTo>
                <a:lnTo>
                  <a:pt x="190" y="308"/>
                </a:lnTo>
                <a:lnTo>
                  <a:pt x="191" y="308"/>
                </a:lnTo>
                <a:lnTo>
                  <a:pt x="192" y="308"/>
                </a:lnTo>
                <a:lnTo>
                  <a:pt x="193" y="308"/>
                </a:lnTo>
                <a:lnTo>
                  <a:pt x="192" y="308"/>
                </a:lnTo>
                <a:lnTo>
                  <a:pt x="192" y="307"/>
                </a:lnTo>
                <a:lnTo>
                  <a:pt x="192" y="306"/>
                </a:lnTo>
                <a:lnTo>
                  <a:pt x="193" y="306"/>
                </a:lnTo>
                <a:lnTo>
                  <a:pt x="193" y="304"/>
                </a:lnTo>
                <a:lnTo>
                  <a:pt x="192" y="304"/>
                </a:lnTo>
                <a:lnTo>
                  <a:pt x="192" y="303"/>
                </a:lnTo>
                <a:lnTo>
                  <a:pt x="192" y="302"/>
                </a:lnTo>
                <a:lnTo>
                  <a:pt x="193" y="302"/>
                </a:lnTo>
                <a:lnTo>
                  <a:pt x="194" y="302"/>
                </a:lnTo>
                <a:lnTo>
                  <a:pt x="194" y="301"/>
                </a:lnTo>
                <a:lnTo>
                  <a:pt x="195" y="301"/>
                </a:lnTo>
                <a:lnTo>
                  <a:pt x="195" y="300"/>
                </a:lnTo>
                <a:lnTo>
                  <a:pt x="196" y="300"/>
                </a:lnTo>
                <a:lnTo>
                  <a:pt x="196" y="301"/>
                </a:lnTo>
                <a:lnTo>
                  <a:pt x="197" y="301"/>
                </a:lnTo>
                <a:lnTo>
                  <a:pt x="197" y="300"/>
                </a:lnTo>
                <a:lnTo>
                  <a:pt x="198" y="300"/>
                </a:lnTo>
                <a:lnTo>
                  <a:pt x="199" y="300"/>
                </a:lnTo>
                <a:lnTo>
                  <a:pt x="199" y="299"/>
                </a:lnTo>
                <a:lnTo>
                  <a:pt x="200" y="299"/>
                </a:lnTo>
                <a:lnTo>
                  <a:pt x="200" y="300"/>
                </a:lnTo>
                <a:lnTo>
                  <a:pt x="201" y="300"/>
                </a:lnTo>
                <a:lnTo>
                  <a:pt x="201" y="301"/>
                </a:lnTo>
                <a:lnTo>
                  <a:pt x="201" y="300"/>
                </a:lnTo>
                <a:lnTo>
                  <a:pt x="202" y="300"/>
                </a:lnTo>
                <a:lnTo>
                  <a:pt x="203" y="300"/>
                </a:lnTo>
                <a:lnTo>
                  <a:pt x="203" y="299"/>
                </a:lnTo>
                <a:lnTo>
                  <a:pt x="204" y="299"/>
                </a:lnTo>
                <a:lnTo>
                  <a:pt x="204" y="300"/>
                </a:lnTo>
                <a:lnTo>
                  <a:pt x="205" y="299"/>
                </a:lnTo>
                <a:lnTo>
                  <a:pt x="206" y="299"/>
                </a:lnTo>
                <a:lnTo>
                  <a:pt x="206" y="298"/>
                </a:lnTo>
                <a:lnTo>
                  <a:pt x="207" y="297"/>
                </a:lnTo>
                <a:lnTo>
                  <a:pt x="208" y="296"/>
                </a:lnTo>
                <a:lnTo>
                  <a:pt x="208" y="295"/>
                </a:lnTo>
                <a:lnTo>
                  <a:pt x="209" y="295"/>
                </a:lnTo>
                <a:lnTo>
                  <a:pt x="209" y="294"/>
                </a:lnTo>
                <a:lnTo>
                  <a:pt x="208" y="294"/>
                </a:lnTo>
                <a:lnTo>
                  <a:pt x="207" y="294"/>
                </a:lnTo>
                <a:lnTo>
                  <a:pt x="207" y="293"/>
                </a:lnTo>
                <a:lnTo>
                  <a:pt x="207" y="292"/>
                </a:lnTo>
                <a:lnTo>
                  <a:pt x="208" y="292"/>
                </a:lnTo>
                <a:lnTo>
                  <a:pt x="208" y="291"/>
                </a:lnTo>
                <a:lnTo>
                  <a:pt x="208" y="290"/>
                </a:lnTo>
                <a:lnTo>
                  <a:pt x="207" y="290"/>
                </a:lnTo>
                <a:lnTo>
                  <a:pt x="207" y="289"/>
                </a:lnTo>
                <a:lnTo>
                  <a:pt x="208" y="289"/>
                </a:lnTo>
                <a:lnTo>
                  <a:pt x="208" y="288"/>
                </a:lnTo>
                <a:lnTo>
                  <a:pt x="209" y="288"/>
                </a:lnTo>
                <a:lnTo>
                  <a:pt x="209" y="287"/>
                </a:lnTo>
                <a:lnTo>
                  <a:pt x="210" y="287"/>
                </a:lnTo>
                <a:lnTo>
                  <a:pt x="211" y="287"/>
                </a:lnTo>
                <a:lnTo>
                  <a:pt x="211" y="286"/>
                </a:lnTo>
                <a:lnTo>
                  <a:pt x="211" y="285"/>
                </a:lnTo>
                <a:lnTo>
                  <a:pt x="210" y="285"/>
                </a:lnTo>
                <a:lnTo>
                  <a:pt x="210" y="284"/>
                </a:lnTo>
                <a:lnTo>
                  <a:pt x="210" y="283"/>
                </a:lnTo>
                <a:lnTo>
                  <a:pt x="211" y="283"/>
                </a:lnTo>
                <a:lnTo>
                  <a:pt x="211" y="282"/>
                </a:lnTo>
                <a:lnTo>
                  <a:pt x="211" y="281"/>
                </a:lnTo>
                <a:lnTo>
                  <a:pt x="210" y="281"/>
                </a:lnTo>
                <a:lnTo>
                  <a:pt x="209" y="281"/>
                </a:lnTo>
                <a:lnTo>
                  <a:pt x="209" y="280"/>
                </a:lnTo>
                <a:lnTo>
                  <a:pt x="209" y="279"/>
                </a:lnTo>
                <a:lnTo>
                  <a:pt x="210" y="278"/>
                </a:lnTo>
                <a:lnTo>
                  <a:pt x="210" y="277"/>
                </a:lnTo>
                <a:lnTo>
                  <a:pt x="210" y="276"/>
                </a:lnTo>
                <a:lnTo>
                  <a:pt x="210" y="275"/>
                </a:lnTo>
                <a:lnTo>
                  <a:pt x="210" y="274"/>
                </a:lnTo>
                <a:lnTo>
                  <a:pt x="210" y="273"/>
                </a:lnTo>
                <a:lnTo>
                  <a:pt x="210" y="272"/>
                </a:lnTo>
                <a:lnTo>
                  <a:pt x="209" y="272"/>
                </a:lnTo>
                <a:lnTo>
                  <a:pt x="208" y="272"/>
                </a:lnTo>
                <a:lnTo>
                  <a:pt x="207" y="272"/>
                </a:lnTo>
                <a:lnTo>
                  <a:pt x="206" y="272"/>
                </a:lnTo>
                <a:lnTo>
                  <a:pt x="204" y="273"/>
                </a:lnTo>
                <a:lnTo>
                  <a:pt x="203" y="272"/>
                </a:lnTo>
                <a:lnTo>
                  <a:pt x="202" y="272"/>
                </a:lnTo>
                <a:lnTo>
                  <a:pt x="201" y="271"/>
                </a:lnTo>
                <a:lnTo>
                  <a:pt x="201" y="269"/>
                </a:lnTo>
                <a:lnTo>
                  <a:pt x="202" y="269"/>
                </a:lnTo>
                <a:lnTo>
                  <a:pt x="203" y="269"/>
                </a:lnTo>
                <a:lnTo>
                  <a:pt x="203" y="268"/>
                </a:lnTo>
                <a:lnTo>
                  <a:pt x="203" y="267"/>
                </a:lnTo>
                <a:lnTo>
                  <a:pt x="202" y="267"/>
                </a:lnTo>
                <a:lnTo>
                  <a:pt x="202" y="266"/>
                </a:lnTo>
                <a:lnTo>
                  <a:pt x="202" y="265"/>
                </a:lnTo>
                <a:lnTo>
                  <a:pt x="201" y="265"/>
                </a:lnTo>
                <a:lnTo>
                  <a:pt x="201" y="264"/>
                </a:lnTo>
                <a:lnTo>
                  <a:pt x="200" y="264"/>
                </a:lnTo>
                <a:lnTo>
                  <a:pt x="199" y="264"/>
                </a:lnTo>
                <a:lnTo>
                  <a:pt x="199" y="263"/>
                </a:lnTo>
                <a:lnTo>
                  <a:pt x="198" y="263"/>
                </a:lnTo>
                <a:lnTo>
                  <a:pt x="199" y="260"/>
                </a:lnTo>
                <a:lnTo>
                  <a:pt x="200" y="260"/>
                </a:lnTo>
                <a:lnTo>
                  <a:pt x="200" y="259"/>
                </a:lnTo>
                <a:lnTo>
                  <a:pt x="201" y="259"/>
                </a:lnTo>
                <a:lnTo>
                  <a:pt x="202" y="259"/>
                </a:lnTo>
                <a:lnTo>
                  <a:pt x="203" y="259"/>
                </a:lnTo>
                <a:lnTo>
                  <a:pt x="203" y="260"/>
                </a:lnTo>
                <a:lnTo>
                  <a:pt x="204" y="260"/>
                </a:lnTo>
                <a:lnTo>
                  <a:pt x="204" y="261"/>
                </a:lnTo>
                <a:lnTo>
                  <a:pt x="205" y="261"/>
                </a:lnTo>
                <a:lnTo>
                  <a:pt x="206" y="260"/>
                </a:lnTo>
                <a:lnTo>
                  <a:pt x="206" y="259"/>
                </a:lnTo>
                <a:lnTo>
                  <a:pt x="207" y="259"/>
                </a:lnTo>
                <a:lnTo>
                  <a:pt x="208" y="260"/>
                </a:lnTo>
                <a:lnTo>
                  <a:pt x="209" y="260"/>
                </a:lnTo>
                <a:lnTo>
                  <a:pt x="210" y="260"/>
                </a:lnTo>
                <a:lnTo>
                  <a:pt x="211" y="260"/>
                </a:lnTo>
                <a:lnTo>
                  <a:pt x="211" y="259"/>
                </a:lnTo>
                <a:lnTo>
                  <a:pt x="210" y="259"/>
                </a:lnTo>
                <a:lnTo>
                  <a:pt x="211" y="258"/>
                </a:lnTo>
                <a:lnTo>
                  <a:pt x="213" y="258"/>
                </a:lnTo>
                <a:lnTo>
                  <a:pt x="213" y="259"/>
                </a:lnTo>
                <a:lnTo>
                  <a:pt x="213" y="260"/>
                </a:lnTo>
                <a:lnTo>
                  <a:pt x="214" y="260"/>
                </a:lnTo>
                <a:lnTo>
                  <a:pt x="215" y="260"/>
                </a:lnTo>
                <a:lnTo>
                  <a:pt x="215" y="259"/>
                </a:lnTo>
                <a:lnTo>
                  <a:pt x="216" y="259"/>
                </a:lnTo>
                <a:lnTo>
                  <a:pt x="215" y="259"/>
                </a:lnTo>
                <a:lnTo>
                  <a:pt x="216" y="259"/>
                </a:lnTo>
                <a:lnTo>
                  <a:pt x="217" y="259"/>
                </a:lnTo>
                <a:lnTo>
                  <a:pt x="218" y="259"/>
                </a:lnTo>
                <a:lnTo>
                  <a:pt x="218" y="260"/>
                </a:lnTo>
                <a:lnTo>
                  <a:pt x="218" y="261"/>
                </a:lnTo>
                <a:lnTo>
                  <a:pt x="219" y="261"/>
                </a:lnTo>
                <a:lnTo>
                  <a:pt x="220" y="261"/>
                </a:lnTo>
                <a:lnTo>
                  <a:pt x="220" y="260"/>
                </a:lnTo>
                <a:lnTo>
                  <a:pt x="221" y="259"/>
                </a:lnTo>
                <a:lnTo>
                  <a:pt x="222" y="259"/>
                </a:lnTo>
                <a:lnTo>
                  <a:pt x="222" y="260"/>
                </a:lnTo>
                <a:lnTo>
                  <a:pt x="221" y="260"/>
                </a:lnTo>
                <a:lnTo>
                  <a:pt x="221" y="261"/>
                </a:lnTo>
                <a:lnTo>
                  <a:pt x="222" y="262"/>
                </a:lnTo>
                <a:lnTo>
                  <a:pt x="224" y="262"/>
                </a:lnTo>
                <a:lnTo>
                  <a:pt x="226" y="262"/>
                </a:lnTo>
                <a:lnTo>
                  <a:pt x="226" y="261"/>
                </a:lnTo>
                <a:lnTo>
                  <a:pt x="227" y="261"/>
                </a:lnTo>
                <a:lnTo>
                  <a:pt x="227" y="260"/>
                </a:lnTo>
                <a:lnTo>
                  <a:pt x="228" y="260"/>
                </a:lnTo>
                <a:lnTo>
                  <a:pt x="229" y="261"/>
                </a:lnTo>
                <a:lnTo>
                  <a:pt x="228" y="261"/>
                </a:lnTo>
                <a:lnTo>
                  <a:pt x="228" y="262"/>
                </a:lnTo>
                <a:lnTo>
                  <a:pt x="228" y="263"/>
                </a:lnTo>
                <a:lnTo>
                  <a:pt x="228" y="264"/>
                </a:lnTo>
                <a:lnTo>
                  <a:pt x="229" y="264"/>
                </a:lnTo>
                <a:lnTo>
                  <a:pt x="230" y="264"/>
                </a:lnTo>
                <a:lnTo>
                  <a:pt x="230" y="263"/>
                </a:lnTo>
                <a:lnTo>
                  <a:pt x="232" y="263"/>
                </a:lnTo>
                <a:lnTo>
                  <a:pt x="232" y="264"/>
                </a:lnTo>
                <a:lnTo>
                  <a:pt x="233" y="265"/>
                </a:lnTo>
                <a:lnTo>
                  <a:pt x="235" y="266"/>
                </a:lnTo>
                <a:lnTo>
                  <a:pt x="235" y="267"/>
                </a:lnTo>
                <a:lnTo>
                  <a:pt x="235" y="268"/>
                </a:lnTo>
                <a:lnTo>
                  <a:pt x="235" y="269"/>
                </a:lnTo>
                <a:lnTo>
                  <a:pt x="236" y="269"/>
                </a:lnTo>
                <a:lnTo>
                  <a:pt x="238" y="269"/>
                </a:lnTo>
                <a:lnTo>
                  <a:pt x="239" y="268"/>
                </a:lnTo>
                <a:lnTo>
                  <a:pt x="241" y="268"/>
                </a:lnTo>
                <a:lnTo>
                  <a:pt x="242" y="270"/>
                </a:lnTo>
                <a:lnTo>
                  <a:pt x="243" y="271"/>
                </a:lnTo>
                <a:lnTo>
                  <a:pt x="244" y="272"/>
                </a:lnTo>
                <a:lnTo>
                  <a:pt x="244" y="273"/>
                </a:lnTo>
                <a:lnTo>
                  <a:pt x="243" y="273"/>
                </a:lnTo>
                <a:lnTo>
                  <a:pt x="244" y="273"/>
                </a:lnTo>
                <a:lnTo>
                  <a:pt x="244" y="274"/>
                </a:lnTo>
                <a:lnTo>
                  <a:pt x="245" y="274"/>
                </a:lnTo>
                <a:lnTo>
                  <a:pt x="246" y="274"/>
                </a:lnTo>
                <a:lnTo>
                  <a:pt x="246" y="273"/>
                </a:lnTo>
                <a:lnTo>
                  <a:pt x="246" y="272"/>
                </a:lnTo>
                <a:lnTo>
                  <a:pt x="247" y="272"/>
                </a:lnTo>
                <a:lnTo>
                  <a:pt x="249" y="271"/>
                </a:lnTo>
                <a:lnTo>
                  <a:pt x="249" y="270"/>
                </a:lnTo>
                <a:lnTo>
                  <a:pt x="250" y="270"/>
                </a:lnTo>
                <a:lnTo>
                  <a:pt x="251" y="270"/>
                </a:lnTo>
                <a:lnTo>
                  <a:pt x="251" y="269"/>
                </a:lnTo>
                <a:lnTo>
                  <a:pt x="252" y="269"/>
                </a:lnTo>
                <a:lnTo>
                  <a:pt x="252" y="268"/>
                </a:lnTo>
                <a:lnTo>
                  <a:pt x="251" y="268"/>
                </a:lnTo>
                <a:lnTo>
                  <a:pt x="251" y="267"/>
                </a:lnTo>
                <a:lnTo>
                  <a:pt x="251" y="266"/>
                </a:lnTo>
                <a:lnTo>
                  <a:pt x="252" y="266"/>
                </a:lnTo>
                <a:lnTo>
                  <a:pt x="253" y="266"/>
                </a:lnTo>
                <a:lnTo>
                  <a:pt x="253" y="265"/>
                </a:lnTo>
                <a:lnTo>
                  <a:pt x="252" y="264"/>
                </a:lnTo>
                <a:lnTo>
                  <a:pt x="251" y="264"/>
                </a:lnTo>
                <a:lnTo>
                  <a:pt x="252" y="263"/>
                </a:lnTo>
                <a:lnTo>
                  <a:pt x="253" y="262"/>
                </a:lnTo>
                <a:lnTo>
                  <a:pt x="254" y="261"/>
                </a:lnTo>
                <a:lnTo>
                  <a:pt x="254" y="260"/>
                </a:lnTo>
                <a:lnTo>
                  <a:pt x="254" y="259"/>
                </a:lnTo>
                <a:lnTo>
                  <a:pt x="255" y="259"/>
                </a:lnTo>
                <a:lnTo>
                  <a:pt x="255" y="260"/>
                </a:lnTo>
                <a:lnTo>
                  <a:pt x="255" y="261"/>
                </a:lnTo>
                <a:lnTo>
                  <a:pt x="257" y="262"/>
                </a:lnTo>
                <a:lnTo>
                  <a:pt x="258" y="261"/>
                </a:lnTo>
                <a:lnTo>
                  <a:pt x="257" y="261"/>
                </a:lnTo>
                <a:lnTo>
                  <a:pt x="257" y="260"/>
                </a:lnTo>
                <a:lnTo>
                  <a:pt x="258" y="259"/>
                </a:lnTo>
                <a:lnTo>
                  <a:pt x="258" y="258"/>
                </a:lnTo>
                <a:lnTo>
                  <a:pt x="257" y="258"/>
                </a:lnTo>
                <a:lnTo>
                  <a:pt x="257" y="257"/>
                </a:lnTo>
                <a:lnTo>
                  <a:pt x="257" y="255"/>
                </a:lnTo>
                <a:lnTo>
                  <a:pt x="257" y="254"/>
                </a:lnTo>
                <a:lnTo>
                  <a:pt x="257" y="251"/>
                </a:lnTo>
                <a:lnTo>
                  <a:pt x="257" y="250"/>
                </a:lnTo>
                <a:lnTo>
                  <a:pt x="257" y="249"/>
                </a:lnTo>
                <a:lnTo>
                  <a:pt x="257" y="247"/>
                </a:lnTo>
                <a:lnTo>
                  <a:pt x="257" y="245"/>
                </a:lnTo>
                <a:lnTo>
                  <a:pt x="256" y="243"/>
                </a:lnTo>
                <a:lnTo>
                  <a:pt x="256" y="242"/>
                </a:lnTo>
                <a:lnTo>
                  <a:pt x="256" y="241"/>
                </a:lnTo>
                <a:lnTo>
                  <a:pt x="256" y="240"/>
                </a:lnTo>
                <a:lnTo>
                  <a:pt x="255" y="240"/>
                </a:lnTo>
                <a:lnTo>
                  <a:pt x="255" y="239"/>
                </a:lnTo>
                <a:lnTo>
                  <a:pt x="255" y="238"/>
                </a:lnTo>
                <a:lnTo>
                  <a:pt x="255" y="237"/>
                </a:lnTo>
                <a:lnTo>
                  <a:pt x="255" y="236"/>
                </a:lnTo>
                <a:lnTo>
                  <a:pt x="254" y="236"/>
                </a:lnTo>
                <a:lnTo>
                  <a:pt x="254" y="235"/>
                </a:lnTo>
                <a:lnTo>
                  <a:pt x="249" y="235"/>
                </a:lnTo>
                <a:lnTo>
                  <a:pt x="248" y="235"/>
                </a:lnTo>
                <a:lnTo>
                  <a:pt x="247" y="234"/>
                </a:lnTo>
                <a:lnTo>
                  <a:pt x="246" y="234"/>
                </a:lnTo>
                <a:lnTo>
                  <a:pt x="246" y="233"/>
                </a:lnTo>
                <a:lnTo>
                  <a:pt x="245" y="232"/>
                </a:lnTo>
                <a:lnTo>
                  <a:pt x="244" y="231"/>
                </a:lnTo>
                <a:lnTo>
                  <a:pt x="243" y="231"/>
                </a:lnTo>
                <a:lnTo>
                  <a:pt x="243" y="230"/>
                </a:lnTo>
                <a:lnTo>
                  <a:pt x="242" y="230"/>
                </a:lnTo>
                <a:lnTo>
                  <a:pt x="242" y="229"/>
                </a:lnTo>
                <a:lnTo>
                  <a:pt x="242" y="228"/>
                </a:lnTo>
                <a:lnTo>
                  <a:pt x="242" y="226"/>
                </a:lnTo>
                <a:lnTo>
                  <a:pt x="241" y="226"/>
                </a:lnTo>
                <a:lnTo>
                  <a:pt x="241" y="227"/>
                </a:lnTo>
                <a:lnTo>
                  <a:pt x="240" y="227"/>
                </a:lnTo>
                <a:lnTo>
                  <a:pt x="239" y="227"/>
                </a:lnTo>
                <a:lnTo>
                  <a:pt x="239" y="226"/>
                </a:lnTo>
                <a:lnTo>
                  <a:pt x="239" y="225"/>
                </a:lnTo>
                <a:lnTo>
                  <a:pt x="240" y="225"/>
                </a:lnTo>
                <a:lnTo>
                  <a:pt x="240" y="223"/>
                </a:lnTo>
                <a:lnTo>
                  <a:pt x="240" y="222"/>
                </a:lnTo>
                <a:lnTo>
                  <a:pt x="239" y="221"/>
                </a:lnTo>
                <a:lnTo>
                  <a:pt x="238" y="221"/>
                </a:lnTo>
                <a:lnTo>
                  <a:pt x="237" y="221"/>
                </a:lnTo>
                <a:lnTo>
                  <a:pt x="236" y="222"/>
                </a:lnTo>
                <a:lnTo>
                  <a:pt x="235" y="223"/>
                </a:lnTo>
                <a:lnTo>
                  <a:pt x="234" y="223"/>
                </a:lnTo>
                <a:lnTo>
                  <a:pt x="233" y="223"/>
                </a:lnTo>
                <a:lnTo>
                  <a:pt x="232" y="223"/>
                </a:lnTo>
                <a:lnTo>
                  <a:pt x="232" y="224"/>
                </a:lnTo>
                <a:lnTo>
                  <a:pt x="231" y="223"/>
                </a:lnTo>
                <a:lnTo>
                  <a:pt x="229" y="223"/>
                </a:lnTo>
                <a:lnTo>
                  <a:pt x="228" y="223"/>
                </a:lnTo>
                <a:lnTo>
                  <a:pt x="228" y="222"/>
                </a:lnTo>
                <a:lnTo>
                  <a:pt x="228" y="221"/>
                </a:lnTo>
                <a:lnTo>
                  <a:pt x="226" y="221"/>
                </a:lnTo>
                <a:lnTo>
                  <a:pt x="224" y="221"/>
                </a:lnTo>
                <a:lnTo>
                  <a:pt x="223" y="223"/>
                </a:lnTo>
                <a:lnTo>
                  <a:pt x="224" y="224"/>
                </a:lnTo>
                <a:lnTo>
                  <a:pt x="224" y="225"/>
                </a:lnTo>
                <a:lnTo>
                  <a:pt x="223" y="226"/>
                </a:lnTo>
                <a:lnTo>
                  <a:pt x="222" y="226"/>
                </a:lnTo>
                <a:lnTo>
                  <a:pt x="222" y="225"/>
                </a:lnTo>
                <a:lnTo>
                  <a:pt x="221" y="225"/>
                </a:lnTo>
                <a:lnTo>
                  <a:pt x="221" y="226"/>
                </a:lnTo>
                <a:lnTo>
                  <a:pt x="220" y="226"/>
                </a:lnTo>
                <a:lnTo>
                  <a:pt x="221" y="227"/>
                </a:lnTo>
                <a:lnTo>
                  <a:pt x="221" y="229"/>
                </a:lnTo>
                <a:lnTo>
                  <a:pt x="221" y="230"/>
                </a:lnTo>
                <a:lnTo>
                  <a:pt x="221" y="232"/>
                </a:lnTo>
                <a:lnTo>
                  <a:pt x="219" y="232"/>
                </a:lnTo>
                <a:lnTo>
                  <a:pt x="219" y="233"/>
                </a:lnTo>
                <a:lnTo>
                  <a:pt x="218" y="233"/>
                </a:lnTo>
                <a:lnTo>
                  <a:pt x="218" y="232"/>
                </a:lnTo>
                <a:lnTo>
                  <a:pt x="217" y="232"/>
                </a:lnTo>
                <a:lnTo>
                  <a:pt x="216" y="232"/>
                </a:lnTo>
                <a:lnTo>
                  <a:pt x="215" y="232"/>
                </a:lnTo>
                <a:lnTo>
                  <a:pt x="214" y="232"/>
                </a:lnTo>
                <a:lnTo>
                  <a:pt x="214" y="233"/>
                </a:lnTo>
                <a:lnTo>
                  <a:pt x="214" y="234"/>
                </a:lnTo>
                <a:lnTo>
                  <a:pt x="214" y="235"/>
                </a:lnTo>
                <a:lnTo>
                  <a:pt x="215" y="235"/>
                </a:lnTo>
                <a:lnTo>
                  <a:pt x="215" y="236"/>
                </a:lnTo>
                <a:lnTo>
                  <a:pt x="215" y="237"/>
                </a:lnTo>
                <a:lnTo>
                  <a:pt x="214" y="237"/>
                </a:lnTo>
                <a:lnTo>
                  <a:pt x="214" y="238"/>
                </a:lnTo>
                <a:lnTo>
                  <a:pt x="214" y="239"/>
                </a:lnTo>
                <a:lnTo>
                  <a:pt x="214" y="240"/>
                </a:lnTo>
                <a:lnTo>
                  <a:pt x="214" y="241"/>
                </a:lnTo>
                <a:lnTo>
                  <a:pt x="215" y="242"/>
                </a:lnTo>
                <a:lnTo>
                  <a:pt x="216" y="243"/>
                </a:lnTo>
                <a:lnTo>
                  <a:pt x="216" y="244"/>
                </a:lnTo>
                <a:lnTo>
                  <a:pt x="215" y="244"/>
                </a:lnTo>
                <a:lnTo>
                  <a:pt x="214" y="244"/>
                </a:lnTo>
                <a:lnTo>
                  <a:pt x="213" y="245"/>
                </a:lnTo>
                <a:lnTo>
                  <a:pt x="211" y="246"/>
                </a:lnTo>
                <a:lnTo>
                  <a:pt x="210" y="245"/>
                </a:lnTo>
                <a:lnTo>
                  <a:pt x="208" y="245"/>
                </a:lnTo>
                <a:lnTo>
                  <a:pt x="207" y="244"/>
                </a:lnTo>
                <a:lnTo>
                  <a:pt x="206" y="244"/>
                </a:lnTo>
                <a:lnTo>
                  <a:pt x="205" y="243"/>
                </a:lnTo>
                <a:lnTo>
                  <a:pt x="204" y="244"/>
                </a:lnTo>
                <a:lnTo>
                  <a:pt x="203" y="244"/>
                </a:lnTo>
                <a:lnTo>
                  <a:pt x="202" y="245"/>
                </a:lnTo>
                <a:lnTo>
                  <a:pt x="200" y="246"/>
                </a:lnTo>
                <a:lnTo>
                  <a:pt x="199" y="245"/>
                </a:lnTo>
                <a:lnTo>
                  <a:pt x="198" y="245"/>
                </a:lnTo>
                <a:lnTo>
                  <a:pt x="197" y="245"/>
                </a:lnTo>
                <a:lnTo>
                  <a:pt x="196" y="245"/>
                </a:lnTo>
                <a:lnTo>
                  <a:pt x="195" y="245"/>
                </a:lnTo>
                <a:lnTo>
                  <a:pt x="194" y="245"/>
                </a:lnTo>
                <a:lnTo>
                  <a:pt x="193" y="246"/>
                </a:lnTo>
                <a:lnTo>
                  <a:pt x="191" y="246"/>
                </a:lnTo>
                <a:lnTo>
                  <a:pt x="190" y="246"/>
                </a:lnTo>
                <a:lnTo>
                  <a:pt x="189" y="245"/>
                </a:lnTo>
                <a:lnTo>
                  <a:pt x="189" y="244"/>
                </a:lnTo>
                <a:lnTo>
                  <a:pt x="188" y="244"/>
                </a:lnTo>
                <a:lnTo>
                  <a:pt x="188" y="243"/>
                </a:lnTo>
                <a:lnTo>
                  <a:pt x="188" y="244"/>
                </a:lnTo>
                <a:lnTo>
                  <a:pt x="187" y="244"/>
                </a:lnTo>
                <a:lnTo>
                  <a:pt x="187" y="246"/>
                </a:lnTo>
                <a:lnTo>
                  <a:pt x="186" y="246"/>
                </a:lnTo>
                <a:lnTo>
                  <a:pt x="185" y="246"/>
                </a:lnTo>
                <a:lnTo>
                  <a:pt x="184" y="246"/>
                </a:lnTo>
                <a:lnTo>
                  <a:pt x="183" y="246"/>
                </a:lnTo>
                <a:lnTo>
                  <a:pt x="182" y="246"/>
                </a:lnTo>
                <a:lnTo>
                  <a:pt x="181" y="246"/>
                </a:lnTo>
                <a:lnTo>
                  <a:pt x="181" y="245"/>
                </a:lnTo>
                <a:lnTo>
                  <a:pt x="181" y="244"/>
                </a:lnTo>
                <a:lnTo>
                  <a:pt x="181" y="243"/>
                </a:lnTo>
                <a:lnTo>
                  <a:pt x="181" y="242"/>
                </a:lnTo>
                <a:lnTo>
                  <a:pt x="181" y="241"/>
                </a:lnTo>
                <a:lnTo>
                  <a:pt x="180" y="240"/>
                </a:lnTo>
                <a:lnTo>
                  <a:pt x="179" y="240"/>
                </a:lnTo>
                <a:lnTo>
                  <a:pt x="178" y="241"/>
                </a:lnTo>
                <a:lnTo>
                  <a:pt x="178" y="242"/>
                </a:lnTo>
                <a:lnTo>
                  <a:pt x="177" y="242"/>
                </a:lnTo>
                <a:lnTo>
                  <a:pt x="177" y="241"/>
                </a:lnTo>
                <a:lnTo>
                  <a:pt x="177" y="240"/>
                </a:lnTo>
                <a:lnTo>
                  <a:pt x="176" y="240"/>
                </a:lnTo>
                <a:lnTo>
                  <a:pt x="175" y="240"/>
                </a:lnTo>
                <a:lnTo>
                  <a:pt x="175" y="239"/>
                </a:lnTo>
                <a:lnTo>
                  <a:pt x="174" y="238"/>
                </a:lnTo>
                <a:lnTo>
                  <a:pt x="175" y="238"/>
                </a:lnTo>
                <a:lnTo>
                  <a:pt x="175" y="237"/>
                </a:lnTo>
                <a:lnTo>
                  <a:pt x="175" y="236"/>
                </a:lnTo>
                <a:lnTo>
                  <a:pt x="175" y="234"/>
                </a:lnTo>
                <a:lnTo>
                  <a:pt x="175" y="233"/>
                </a:lnTo>
                <a:lnTo>
                  <a:pt x="174" y="233"/>
                </a:lnTo>
                <a:lnTo>
                  <a:pt x="173" y="232"/>
                </a:lnTo>
                <a:lnTo>
                  <a:pt x="172" y="232"/>
                </a:lnTo>
                <a:lnTo>
                  <a:pt x="171" y="232"/>
                </a:lnTo>
                <a:lnTo>
                  <a:pt x="171" y="233"/>
                </a:lnTo>
                <a:lnTo>
                  <a:pt x="170" y="233"/>
                </a:lnTo>
                <a:lnTo>
                  <a:pt x="170" y="232"/>
                </a:lnTo>
                <a:lnTo>
                  <a:pt x="170" y="231"/>
                </a:lnTo>
                <a:lnTo>
                  <a:pt x="170" y="230"/>
                </a:lnTo>
                <a:lnTo>
                  <a:pt x="170" y="229"/>
                </a:lnTo>
                <a:lnTo>
                  <a:pt x="169" y="229"/>
                </a:lnTo>
                <a:lnTo>
                  <a:pt x="169" y="228"/>
                </a:lnTo>
                <a:lnTo>
                  <a:pt x="169" y="227"/>
                </a:lnTo>
                <a:lnTo>
                  <a:pt x="168" y="225"/>
                </a:lnTo>
                <a:lnTo>
                  <a:pt x="169" y="224"/>
                </a:lnTo>
                <a:lnTo>
                  <a:pt x="170" y="224"/>
                </a:lnTo>
                <a:lnTo>
                  <a:pt x="171" y="223"/>
                </a:lnTo>
                <a:lnTo>
                  <a:pt x="172" y="223"/>
                </a:lnTo>
                <a:lnTo>
                  <a:pt x="173" y="223"/>
                </a:lnTo>
                <a:lnTo>
                  <a:pt x="174" y="223"/>
                </a:lnTo>
                <a:lnTo>
                  <a:pt x="174" y="222"/>
                </a:lnTo>
                <a:lnTo>
                  <a:pt x="175" y="221"/>
                </a:lnTo>
                <a:lnTo>
                  <a:pt x="176" y="221"/>
                </a:lnTo>
                <a:lnTo>
                  <a:pt x="175" y="221"/>
                </a:lnTo>
                <a:lnTo>
                  <a:pt x="175" y="220"/>
                </a:lnTo>
                <a:lnTo>
                  <a:pt x="174" y="220"/>
                </a:lnTo>
                <a:lnTo>
                  <a:pt x="173" y="220"/>
                </a:lnTo>
                <a:lnTo>
                  <a:pt x="172" y="220"/>
                </a:lnTo>
                <a:lnTo>
                  <a:pt x="171" y="220"/>
                </a:lnTo>
                <a:lnTo>
                  <a:pt x="170" y="219"/>
                </a:lnTo>
                <a:lnTo>
                  <a:pt x="170" y="218"/>
                </a:lnTo>
                <a:lnTo>
                  <a:pt x="170" y="217"/>
                </a:lnTo>
                <a:lnTo>
                  <a:pt x="170" y="214"/>
                </a:lnTo>
                <a:lnTo>
                  <a:pt x="169" y="212"/>
                </a:lnTo>
                <a:lnTo>
                  <a:pt x="169" y="211"/>
                </a:lnTo>
                <a:lnTo>
                  <a:pt x="168" y="211"/>
                </a:lnTo>
                <a:lnTo>
                  <a:pt x="167" y="211"/>
                </a:lnTo>
                <a:lnTo>
                  <a:pt x="167" y="210"/>
                </a:lnTo>
                <a:lnTo>
                  <a:pt x="168" y="210"/>
                </a:lnTo>
                <a:lnTo>
                  <a:pt x="168" y="209"/>
                </a:lnTo>
                <a:lnTo>
                  <a:pt x="167" y="209"/>
                </a:lnTo>
                <a:lnTo>
                  <a:pt x="167" y="208"/>
                </a:lnTo>
                <a:lnTo>
                  <a:pt x="166" y="208"/>
                </a:lnTo>
                <a:lnTo>
                  <a:pt x="167" y="208"/>
                </a:lnTo>
                <a:lnTo>
                  <a:pt x="168" y="208"/>
                </a:lnTo>
                <a:lnTo>
                  <a:pt x="168" y="207"/>
                </a:lnTo>
                <a:lnTo>
                  <a:pt x="168" y="206"/>
                </a:lnTo>
                <a:lnTo>
                  <a:pt x="167" y="206"/>
                </a:lnTo>
                <a:lnTo>
                  <a:pt x="167" y="207"/>
                </a:lnTo>
                <a:lnTo>
                  <a:pt x="166" y="206"/>
                </a:lnTo>
                <a:lnTo>
                  <a:pt x="167" y="206"/>
                </a:lnTo>
                <a:lnTo>
                  <a:pt x="167" y="205"/>
                </a:lnTo>
                <a:lnTo>
                  <a:pt x="168" y="204"/>
                </a:lnTo>
                <a:lnTo>
                  <a:pt x="168" y="203"/>
                </a:lnTo>
                <a:lnTo>
                  <a:pt x="168" y="202"/>
                </a:lnTo>
                <a:lnTo>
                  <a:pt x="168" y="201"/>
                </a:lnTo>
                <a:lnTo>
                  <a:pt x="167" y="201"/>
                </a:lnTo>
                <a:lnTo>
                  <a:pt x="168" y="200"/>
                </a:lnTo>
                <a:lnTo>
                  <a:pt x="168" y="199"/>
                </a:lnTo>
                <a:lnTo>
                  <a:pt x="167" y="199"/>
                </a:lnTo>
                <a:lnTo>
                  <a:pt x="167" y="198"/>
                </a:lnTo>
                <a:lnTo>
                  <a:pt x="167" y="197"/>
                </a:lnTo>
                <a:lnTo>
                  <a:pt x="166" y="196"/>
                </a:lnTo>
                <a:lnTo>
                  <a:pt x="165" y="196"/>
                </a:lnTo>
                <a:lnTo>
                  <a:pt x="164" y="195"/>
                </a:lnTo>
                <a:lnTo>
                  <a:pt x="163" y="195"/>
                </a:lnTo>
                <a:lnTo>
                  <a:pt x="162" y="196"/>
                </a:lnTo>
                <a:lnTo>
                  <a:pt x="162" y="197"/>
                </a:lnTo>
                <a:lnTo>
                  <a:pt x="162" y="198"/>
                </a:lnTo>
                <a:lnTo>
                  <a:pt x="162" y="199"/>
                </a:lnTo>
                <a:lnTo>
                  <a:pt x="162" y="200"/>
                </a:lnTo>
                <a:lnTo>
                  <a:pt x="161" y="200"/>
                </a:lnTo>
                <a:lnTo>
                  <a:pt x="160" y="200"/>
                </a:lnTo>
                <a:lnTo>
                  <a:pt x="159" y="200"/>
                </a:lnTo>
                <a:lnTo>
                  <a:pt x="158" y="201"/>
                </a:lnTo>
                <a:lnTo>
                  <a:pt x="157" y="201"/>
                </a:lnTo>
                <a:lnTo>
                  <a:pt x="156" y="202"/>
                </a:lnTo>
                <a:lnTo>
                  <a:pt x="155" y="202"/>
                </a:lnTo>
                <a:lnTo>
                  <a:pt x="154" y="203"/>
                </a:lnTo>
                <a:lnTo>
                  <a:pt x="153" y="203"/>
                </a:lnTo>
                <a:lnTo>
                  <a:pt x="153" y="202"/>
                </a:lnTo>
                <a:lnTo>
                  <a:pt x="152" y="202"/>
                </a:lnTo>
                <a:lnTo>
                  <a:pt x="151" y="202"/>
                </a:lnTo>
                <a:lnTo>
                  <a:pt x="152" y="203"/>
                </a:lnTo>
                <a:lnTo>
                  <a:pt x="151" y="203"/>
                </a:lnTo>
                <a:lnTo>
                  <a:pt x="151" y="202"/>
                </a:lnTo>
                <a:lnTo>
                  <a:pt x="151" y="201"/>
                </a:lnTo>
                <a:lnTo>
                  <a:pt x="150" y="201"/>
                </a:lnTo>
                <a:lnTo>
                  <a:pt x="149" y="200"/>
                </a:lnTo>
                <a:lnTo>
                  <a:pt x="148" y="200"/>
                </a:lnTo>
                <a:lnTo>
                  <a:pt x="148" y="199"/>
                </a:lnTo>
                <a:lnTo>
                  <a:pt x="147" y="199"/>
                </a:lnTo>
                <a:lnTo>
                  <a:pt x="146" y="197"/>
                </a:lnTo>
                <a:lnTo>
                  <a:pt x="146" y="196"/>
                </a:lnTo>
                <a:lnTo>
                  <a:pt x="147" y="195"/>
                </a:lnTo>
                <a:lnTo>
                  <a:pt x="146" y="195"/>
                </a:lnTo>
                <a:lnTo>
                  <a:pt x="146" y="194"/>
                </a:lnTo>
                <a:lnTo>
                  <a:pt x="145" y="194"/>
                </a:lnTo>
                <a:lnTo>
                  <a:pt x="144" y="194"/>
                </a:lnTo>
                <a:lnTo>
                  <a:pt x="143" y="194"/>
                </a:lnTo>
                <a:lnTo>
                  <a:pt x="142" y="194"/>
                </a:lnTo>
                <a:lnTo>
                  <a:pt x="142" y="193"/>
                </a:lnTo>
                <a:lnTo>
                  <a:pt x="143" y="193"/>
                </a:lnTo>
                <a:lnTo>
                  <a:pt x="143" y="192"/>
                </a:lnTo>
                <a:lnTo>
                  <a:pt x="143" y="191"/>
                </a:lnTo>
                <a:lnTo>
                  <a:pt x="143" y="190"/>
                </a:lnTo>
                <a:lnTo>
                  <a:pt x="145" y="189"/>
                </a:lnTo>
                <a:lnTo>
                  <a:pt x="145" y="188"/>
                </a:lnTo>
                <a:lnTo>
                  <a:pt x="146" y="187"/>
                </a:lnTo>
                <a:lnTo>
                  <a:pt x="146" y="185"/>
                </a:lnTo>
                <a:lnTo>
                  <a:pt x="147" y="185"/>
                </a:lnTo>
                <a:lnTo>
                  <a:pt x="147" y="184"/>
                </a:lnTo>
                <a:lnTo>
                  <a:pt x="147" y="183"/>
                </a:lnTo>
                <a:lnTo>
                  <a:pt x="146" y="183"/>
                </a:lnTo>
                <a:lnTo>
                  <a:pt x="145" y="183"/>
                </a:lnTo>
                <a:lnTo>
                  <a:pt x="145" y="182"/>
                </a:lnTo>
                <a:lnTo>
                  <a:pt x="145" y="181"/>
                </a:lnTo>
                <a:lnTo>
                  <a:pt x="146" y="181"/>
                </a:lnTo>
                <a:lnTo>
                  <a:pt x="147" y="182"/>
                </a:lnTo>
                <a:lnTo>
                  <a:pt x="149" y="181"/>
                </a:lnTo>
                <a:lnTo>
                  <a:pt x="149" y="180"/>
                </a:lnTo>
                <a:lnTo>
                  <a:pt x="150" y="179"/>
                </a:lnTo>
                <a:lnTo>
                  <a:pt x="150" y="178"/>
                </a:lnTo>
                <a:lnTo>
                  <a:pt x="150" y="177"/>
                </a:lnTo>
                <a:lnTo>
                  <a:pt x="149" y="176"/>
                </a:lnTo>
                <a:lnTo>
                  <a:pt x="149" y="175"/>
                </a:lnTo>
                <a:lnTo>
                  <a:pt x="150" y="174"/>
                </a:lnTo>
                <a:lnTo>
                  <a:pt x="150" y="173"/>
                </a:lnTo>
                <a:lnTo>
                  <a:pt x="150" y="172"/>
                </a:lnTo>
                <a:lnTo>
                  <a:pt x="150" y="170"/>
                </a:lnTo>
                <a:lnTo>
                  <a:pt x="151" y="169"/>
                </a:lnTo>
                <a:lnTo>
                  <a:pt x="152" y="169"/>
                </a:lnTo>
                <a:lnTo>
                  <a:pt x="152" y="168"/>
                </a:lnTo>
                <a:lnTo>
                  <a:pt x="152" y="167"/>
                </a:lnTo>
                <a:lnTo>
                  <a:pt x="153" y="167"/>
                </a:lnTo>
                <a:lnTo>
                  <a:pt x="154" y="167"/>
                </a:lnTo>
                <a:lnTo>
                  <a:pt x="154" y="168"/>
                </a:lnTo>
                <a:lnTo>
                  <a:pt x="155" y="168"/>
                </a:lnTo>
                <a:lnTo>
                  <a:pt x="156" y="168"/>
                </a:lnTo>
                <a:lnTo>
                  <a:pt x="157" y="169"/>
                </a:lnTo>
                <a:lnTo>
                  <a:pt x="157" y="168"/>
                </a:lnTo>
                <a:lnTo>
                  <a:pt x="157" y="166"/>
                </a:lnTo>
                <a:lnTo>
                  <a:pt x="157" y="165"/>
                </a:lnTo>
                <a:lnTo>
                  <a:pt x="157" y="162"/>
                </a:lnTo>
                <a:lnTo>
                  <a:pt x="158" y="162"/>
                </a:lnTo>
                <a:lnTo>
                  <a:pt x="158" y="160"/>
                </a:lnTo>
                <a:lnTo>
                  <a:pt x="158" y="158"/>
                </a:lnTo>
                <a:lnTo>
                  <a:pt x="158" y="157"/>
                </a:lnTo>
                <a:lnTo>
                  <a:pt x="158" y="156"/>
                </a:lnTo>
                <a:lnTo>
                  <a:pt x="158" y="155"/>
                </a:lnTo>
                <a:lnTo>
                  <a:pt x="158" y="154"/>
                </a:lnTo>
                <a:lnTo>
                  <a:pt x="159" y="154"/>
                </a:lnTo>
                <a:lnTo>
                  <a:pt x="159" y="153"/>
                </a:lnTo>
                <a:lnTo>
                  <a:pt x="160" y="152"/>
                </a:lnTo>
                <a:lnTo>
                  <a:pt x="161" y="151"/>
                </a:lnTo>
                <a:lnTo>
                  <a:pt x="162" y="150"/>
                </a:lnTo>
                <a:lnTo>
                  <a:pt x="163" y="150"/>
                </a:lnTo>
                <a:lnTo>
                  <a:pt x="163" y="149"/>
                </a:lnTo>
                <a:lnTo>
                  <a:pt x="163" y="148"/>
                </a:lnTo>
                <a:lnTo>
                  <a:pt x="162" y="146"/>
                </a:lnTo>
                <a:lnTo>
                  <a:pt x="162" y="145"/>
                </a:lnTo>
                <a:lnTo>
                  <a:pt x="163" y="145"/>
                </a:lnTo>
                <a:lnTo>
                  <a:pt x="162" y="143"/>
                </a:lnTo>
                <a:lnTo>
                  <a:pt x="162" y="142"/>
                </a:lnTo>
                <a:lnTo>
                  <a:pt x="163" y="142"/>
                </a:lnTo>
                <a:lnTo>
                  <a:pt x="164" y="142"/>
                </a:lnTo>
                <a:lnTo>
                  <a:pt x="164" y="141"/>
                </a:lnTo>
                <a:lnTo>
                  <a:pt x="163" y="141"/>
                </a:lnTo>
                <a:lnTo>
                  <a:pt x="162" y="140"/>
                </a:lnTo>
                <a:lnTo>
                  <a:pt x="162" y="141"/>
                </a:lnTo>
                <a:lnTo>
                  <a:pt x="161" y="141"/>
                </a:lnTo>
                <a:lnTo>
                  <a:pt x="160" y="141"/>
                </a:lnTo>
                <a:lnTo>
                  <a:pt x="160" y="140"/>
                </a:lnTo>
                <a:lnTo>
                  <a:pt x="159" y="140"/>
                </a:lnTo>
                <a:lnTo>
                  <a:pt x="159" y="139"/>
                </a:lnTo>
                <a:lnTo>
                  <a:pt x="158" y="139"/>
                </a:lnTo>
                <a:lnTo>
                  <a:pt x="158" y="138"/>
                </a:lnTo>
                <a:lnTo>
                  <a:pt x="157" y="139"/>
                </a:lnTo>
                <a:lnTo>
                  <a:pt x="155" y="139"/>
                </a:lnTo>
                <a:lnTo>
                  <a:pt x="153" y="139"/>
                </a:lnTo>
                <a:lnTo>
                  <a:pt x="153" y="140"/>
                </a:lnTo>
                <a:lnTo>
                  <a:pt x="152" y="140"/>
                </a:lnTo>
                <a:lnTo>
                  <a:pt x="151" y="141"/>
                </a:lnTo>
                <a:lnTo>
                  <a:pt x="150" y="141"/>
                </a:lnTo>
                <a:lnTo>
                  <a:pt x="150" y="142"/>
                </a:lnTo>
                <a:lnTo>
                  <a:pt x="149" y="142"/>
                </a:lnTo>
                <a:lnTo>
                  <a:pt x="149" y="141"/>
                </a:lnTo>
                <a:lnTo>
                  <a:pt x="148" y="141"/>
                </a:lnTo>
                <a:lnTo>
                  <a:pt x="146" y="141"/>
                </a:lnTo>
                <a:lnTo>
                  <a:pt x="145" y="141"/>
                </a:lnTo>
                <a:lnTo>
                  <a:pt x="145" y="140"/>
                </a:lnTo>
                <a:lnTo>
                  <a:pt x="144" y="139"/>
                </a:lnTo>
                <a:lnTo>
                  <a:pt x="144" y="140"/>
                </a:lnTo>
                <a:lnTo>
                  <a:pt x="144" y="141"/>
                </a:lnTo>
                <a:lnTo>
                  <a:pt x="143" y="142"/>
                </a:lnTo>
                <a:lnTo>
                  <a:pt x="144" y="142"/>
                </a:lnTo>
                <a:lnTo>
                  <a:pt x="143" y="142"/>
                </a:lnTo>
                <a:lnTo>
                  <a:pt x="143" y="143"/>
                </a:lnTo>
                <a:lnTo>
                  <a:pt x="141" y="143"/>
                </a:lnTo>
                <a:lnTo>
                  <a:pt x="140" y="142"/>
                </a:lnTo>
                <a:lnTo>
                  <a:pt x="139" y="142"/>
                </a:lnTo>
                <a:lnTo>
                  <a:pt x="138" y="142"/>
                </a:lnTo>
                <a:lnTo>
                  <a:pt x="138" y="143"/>
                </a:lnTo>
                <a:lnTo>
                  <a:pt x="139" y="143"/>
                </a:lnTo>
                <a:lnTo>
                  <a:pt x="138" y="143"/>
                </a:lnTo>
                <a:lnTo>
                  <a:pt x="137" y="143"/>
                </a:lnTo>
                <a:lnTo>
                  <a:pt x="136" y="142"/>
                </a:lnTo>
                <a:lnTo>
                  <a:pt x="135" y="142"/>
                </a:lnTo>
                <a:lnTo>
                  <a:pt x="134" y="142"/>
                </a:lnTo>
                <a:lnTo>
                  <a:pt x="133" y="142"/>
                </a:lnTo>
                <a:lnTo>
                  <a:pt x="132" y="142"/>
                </a:lnTo>
                <a:lnTo>
                  <a:pt x="131" y="142"/>
                </a:lnTo>
                <a:lnTo>
                  <a:pt x="130" y="142"/>
                </a:lnTo>
                <a:lnTo>
                  <a:pt x="129" y="142"/>
                </a:lnTo>
                <a:lnTo>
                  <a:pt x="128" y="143"/>
                </a:lnTo>
                <a:lnTo>
                  <a:pt x="127" y="143"/>
                </a:lnTo>
                <a:lnTo>
                  <a:pt x="126" y="144"/>
                </a:lnTo>
                <a:lnTo>
                  <a:pt x="125" y="144"/>
                </a:lnTo>
                <a:lnTo>
                  <a:pt x="124" y="143"/>
                </a:lnTo>
                <a:lnTo>
                  <a:pt x="124" y="142"/>
                </a:lnTo>
                <a:lnTo>
                  <a:pt x="123" y="142"/>
                </a:lnTo>
                <a:lnTo>
                  <a:pt x="123" y="141"/>
                </a:lnTo>
                <a:lnTo>
                  <a:pt x="124" y="141"/>
                </a:lnTo>
                <a:lnTo>
                  <a:pt x="124" y="139"/>
                </a:lnTo>
                <a:lnTo>
                  <a:pt x="124" y="138"/>
                </a:lnTo>
                <a:lnTo>
                  <a:pt x="124" y="137"/>
                </a:lnTo>
                <a:lnTo>
                  <a:pt x="125" y="136"/>
                </a:lnTo>
                <a:lnTo>
                  <a:pt x="125" y="135"/>
                </a:lnTo>
                <a:lnTo>
                  <a:pt x="125" y="134"/>
                </a:lnTo>
                <a:lnTo>
                  <a:pt x="125" y="133"/>
                </a:lnTo>
                <a:lnTo>
                  <a:pt x="125" y="132"/>
                </a:lnTo>
                <a:lnTo>
                  <a:pt x="126" y="131"/>
                </a:lnTo>
                <a:lnTo>
                  <a:pt x="125" y="130"/>
                </a:lnTo>
                <a:lnTo>
                  <a:pt x="126" y="129"/>
                </a:lnTo>
                <a:lnTo>
                  <a:pt x="126" y="128"/>
                </a:lnTo>
                <a:lnTo>
                  <a:pt x="126" y="127"/>
                </a:lnTo>
                <a:lnTo>
                  <a:pt x="126" y="126"/>
                </a:lnTo>
                <a:lnTo>
                  <a:pt x="125" y="126"/>
                </a:lnTo>
                <a:lnTo>
                  <a:pt x="124" y="126"/>
                </a:lnTo>
                <a:lnTo>
                  <a:pt x="123" y="126"/>
                </a:lnTo>
                <a:lnTo>
                  <a:pt x="123" y="127"/>
                </a:lnTo>
                <a:lnTo>
                  <a:pt x="122" y="127"/>
                </a:lnTo>
                <a:lnTo>
                  <a:pt x="121" y="127"/>
                </a:lnTo>
                <a:lnTo>
                  <a:pt x="121" y="126"/>
                </a:lnTo>
                <a:lnTo>
                  <a:pt x="121" y="125"/>
                </a:lnTo>
                <a:lnTo>
                  <a:pt x="120" y="124"/>
                </a:lnTo>
                <a:lnTo>
                  <a:pt x="120" y="123"/>
                </a:lnTo>
                <a:lnTo>
                  <a:pt x="119" y="122"/>
                </a:lnTo>
                <a:lnTo>
                  <a:pt x="118" y="122"/>
                </a:lnTo>
                <a:lnTo>
                  <a:pt x="118" y="121"/>
                </a:lnTo>
                <a:lnTo>
                  <a:pt x="118" y="120"/>
                </a:lnTo>
                <a:lnTo>
                  <a:pt x="117" y="119"/>
                </a:lnTo>
                <a:lnTo>
                  <a:pt x="117" y="118"/>
                </a:lnTo>
                <a:lnTo>
                  <a:pt x="117" y="117"/>
                </a:lnTo>
                <a:lnTo>
                  <a:pt x="118" y="116"/>
                </a:lnTo>
                <a:lnTo>
                  <a:pt x="118" y="115"/>
                </a:lnTo>
                <a:lnTo>
                  <a:pt x="117" y="115"/>
                </a:lnTo>
                <a:lnTo>
                  <a:pt x="116" y="114"/>
                </a:lnTo>
                <a:lnTo>
                  <a:pt x="114" y="112"/>
                </a:lnTo>
                <a:lnTo>
                  <a:pt x="112" y="111"/>
                </a:lnTo>
                <a:lnTo>
                  <a:pt x="112" y="112"/>
                </a:lnTo>
                <a:lnTo>
                  <a:pt x="113" y="113"/>
                </a:lnTo>
                <a:lnTo>
                  <a:pt x="113" y="114"/>
                </a:lnTo>
                <a:lnTo>
                  <a:pt x="113" y="115"/>
                </a:lnTo>
                <a:lnTo>
                  <a:pt x="112" y="115"/>
                </a:lnTo>
                <a:lnTo>
                  <a:pt x="111" y="115"/>
                </a:lnTo>
                <a:lnTo>
                  <a:pt x="111" y="116"/>
                </a:lnTo>
                <a:lnTo>
                  <a:pt x="109" y="117"/>
                </a:lnTo>
                <a:lnTo>
                  <a:pt x="108" y="117"/>
                </a:lnTo>
                <a:lnTo>
                  <a:pt x="108" y="116"/>
                </a:lnTo>
                <a:lnTo>
                  <a:pt x="109" y="116"/>
                </a:lnTo>
                <a:lnTo>
                  <a:pt x="109" y="115"/>
                </a:lnTo>
                <a:lnTo>
                  <a:pt x="108" y="114"/>
                </a:lnTo>
                <a:lnTo>
                  <a:pt x="107" y="114"/>
                </a:lnTo>
                <a:lnTo>
                  <a:pt x="106" y="114"/>
                </a:lnTo>
                <a:lnTo>
                  <a:pt x="106" y="113"/>
                </a:lnTo>
                <a:lnTo>
                  <a:pt x="106" y="112"/>
                </a:lnTo>
                <a:lnTo>
                  <a:pt x="107" y="110"/>
                </a:lnTo>
                <a:lnTo>
                  <a:pt x="106" y="110"/>
                </a:lnTo>
                <a:lnTo>
                  <a:pt x="105" y="110"/>
                </a:lnTo>
                <a:lnTo>
                  <a:pt x="105" y="109"/>
                </a:lnTo>
                <a:lnTo>
                  <a:pt x="104" y="109"/>
                </a:lnTo>
                <a:lnTo>
                  <a:pt x="103" y="109"/>
                </a:lnTo>
                <a:lnTo>
                  <a:pt x="103" y="110"/>
                </a:lnTo>
                <a:lnTo>
                  <a:pt x="102" y="110"/>
                </a:lnTo>
                <a:lnTo>
                  <a:pt x="101" y="110"/>
                </a:lnTo>
                <a:lnTo>
                  <a:pt x="100" y="111"/>
                </a:lnTo>
                <a:lnTo>
                  <a:pt x="98" y="111"/>
                </a:lnTo>
                <a:lnTo>
                  <a:pt x="98" y="112"/>
                </a:lnTo>
                <a:lnTo>
                  <a:pt x="99" y="112"/>
                </a:lnTo>
                <a:lnTo>
                  <a:pt x="98" y="112"/>
                </a:lnTo>
                <a:lnTo>
                  <a:pt x="97" y="112"/>
                </a:lnTo>
                <a:lnTo>
                  <a:pt x="97" y="113"/>
                </a:lnTo>
                <a:lnTo>
                  <a:pt x="96" y="113"/>
                </a:lnTo>
                <a:lnTo>
                  <a:pt x="95" y="113"/>
                </a:lnTo>
                <a:lnTo>
                  <a:pt x="95" y="112"/>
                </a:lnTo>
                <a:lnTo>
                  <a:pt x="94" y="112"/>
                </a:lnTo>
                <a:lnTo>
                  <a:pt x="93" y="112"/>
                </a:lnTo>
                <a:lnTo>
                  <a:pt x="94" y="111"/>
                </a:lnTo>
                <a:lnTo>
                  <a:pt x="93" y="110"/>
                </a:lnTo>
                <a:lnTo>
                  <a:pt x="93" y="109"/>
                </a:lnTo>
                <a:lnTo>
                  <a:pt x="92" y="109"/>
                </a:lnTo>
                <a:lnTo>
                  <a:pt x="91" y="109"/>
                </a:lnTo>
                <a:lnTo>
                  <a:pt x="91" y="108"/>
                </a:lnTo>
                <a:lnTo>
                  <a:pt x="92" y="107"/>
                </a:lnTo>
                <a:lnTo>
                  <a:pt x="91" y="107"/>
                </a:lnTo>
                <a:lnTo>
                  <a:pt x="90" y="106"/>
                </a:lnTo>
                <a:lnTo>
                  <a:pt x="87" y="106"/>
                </a:lnTo>
                <a:lnTo>
                  <a:pt x="86" y="106"/>
                </a:lnTo>
                <a:lnTo>
                  <a:pt x="86" y="107"/>
                </a:lnTo>
                <a:lnTo>
                  <a:pt x="86" y="108"/>
                </a:lnTo>
                <a:lnTo>
                  <a:pt x="85" y="108"/>
                </a:lnTo>
                <a:lnTo>
                  <a:pt x="84" y="108"/>
                </a:lnTo>
                <a:lnTo>
                  <a:pt x="84" y="107"/>
                </a:lnTo>
                <a:lnTo>
                  <a:pt x="83" y="107"/>
                </a:lnTo>
                <a:lnTo>
                  <a:pt x="82" y="107"/>
                </a:lnTo>
                <a:lnTo>
                  <a:pt x="81" y="107"/>
                </a:lnTo>
                <a:lnTo>
                  <a:pt x="81" y="108"/>
                </a:lnTo>
                <a:lnTo>
                  <a:pt x="80" y="108"/>
                </a:lnTo>
                <a:lnTo>
                  <a:pt x="78" y="108"/>
                </a:lnTo>
                <a:lnTo>
                  <a:pt x="77" y="108"/>
                </a:lnTo>
                <a:lnTo>
                  <a:pt x="76" y="108"/>
                </a:lnTo>
                <a:lnTo>
                  <a:pt x="75" y="108"/>
                </a:lnTo>
                <a:lnTo>
                  <a:pt x="74" y="108"/>
                </a:lnTo>
                <a:lnTo>
                  <a:pt x="74" y="107"/>
                </a:lnTo>
                <a:lnTo>
                  <a:pt x="72" y="107"/>
                </a:lnTo>
                <a:lnTo>
                  <a:pt x="71" y="107"/>
                </a:lnTo>
                <a:lnTo>
                  <a:pt x="71" y="106"/>
                </a:lnTo>
                <a:lnTo>
                  <a:pt x="72" y="105"/>
                </a:lnTo>
                <a:lnTo>
                  <a:pt x="71" y="105"/>
                </a:lnTo>
                <a:lnTo>
                  <a:pt x="70" y="105"/>
                </a:lnTo>
                <a:lnTo>
                  <a:pt x="69" y="105"/>
                </a:lnTo>
                <a:lnTo>
                  <a:pt x="68" y="104"/>
                </a:lnTo>
                <a:lnTo>
                  <a:pt x="69" y="104"/>
                </a:lnTo>
                <a:lnTo>
                  <a:pt x="70" y="104"/>
                </a:lnTo>
                <a:lnTo>
                  <a:pt x="70" y="103"/>
                </a:lnTo>
                <a:lnTo>
                  <a:pt x="69" y="102"/>
                </a:lnTo>
                <a:lnTo>
                  <a:pt x="68" y="102"/>
                </a:lnTo>
                <a:lnTo>
                  <a:pt x="67" y="102"/>
                </a:lnTo>
                <a:lnTo>
                  <a:pt x="66" y="101"/>
                </a:lnTo>
                <a:lnTo>
                  <a:pt x="66" y="100"/>
                </a:lnTo>
                <a:lnTo>
                  <a:pt x="64" y="100"/>
                </a:lnTo>
                <a:lnTo>
                  <a:pt x="64" y="99"/>
                </a:lnTo>
                <a:lnTo>
                  <a:pt x="63" y="99"/>
                </a:lnTo>
                <a:lnTo>
                  <a:pt x="61" y="98"/>
                </a:lnTo>
                <a:lnTo>
                  <a:pt x="60" y="98"/>
                </a:lnTo>
                <a:lnTo>
                  <a:pt x="60" y="96"/>
                </a:lnTo>
                <a:lnTo>
                  <a:pt x="61" y="95"/>
                </a:lnTo>
                <a:lnTo>
                  <a:pt x="62" y="94"/>
                </a:lnTo>
                <a:lnTo>
                  <a:pt x="62" y="92"/>
                </a:lnTo>
                <a:lnTo>
                  <a:pt x="61" y="91"/>
                </a:lnTo>
                <a:lnTo>
                  <a:pt x="62" y="91"/>
                </a:lnTo>
                <a:lnTo>
                  <a:pt x="62" y="90"/>
                </a:lnTo>
                <a:lnTo>
                  <a:pt x="61" y="90"/>
                </a:lnTo>
                <a:lnTo>
                  <a:pt x="60" y="90"/>
                </a:lnTo>
                <a:lnTo>
                  <a:pt x="59" y="90"/>
                </a:lnTo>
                <a:lnTo>
                  <a:pt x="59" y="89"/>
                </a:lnTo>
                <a:lnTo>
                  <a:pt x="59" y="88"/>
                </a:lnTo>
                <a:lnTo>
                  <a:pt x="58" y="89"/>
                </a:lnTo>
                <a:lnTo>
                  <a:pt x="57" y="88"/>
                </a:lnTo>
                <a:lnTo>
                  <a:pt x="58" y="88"/>
                </a:lnTo>
                <a:lnTo>
                  <a:pt x="57" y="88"/>
                </a:lnTo>
                <a:lnTo>
                  <a:pt x="57" y="87"/>
                </a:lnTo>
                <a:lnTo>
                  <a:pt x="56" y="87"/>
                </a:lnTo>
                <a:lnTo>
                  <a:pt x="55" y="86"/>
                </a:lnTo>
                <a:lnTo>
                  <a:pt x="55" y="85"/>
                </a:lnTo>
                <a:lnTo>
                  <a:pt x="55" y="84"/>
                </a:lnTo>
                <a:lnTo>
                  <a:pt x="55" y="83"/>
                </a:lnTo>
                <a:lnTo>
                  <a:pt x="55" y="82"/>
                </a:lnTo>
                <a:lnTo>
                  <a:pt x="55" y="81"/>
                </a:lnTo>
                <a:lnTo>
                  <a:pt x="56" y="80"/>
                </a:lnTo>
                <a:lnTo>
                  <a:pt x="56" y="79"/>
                </a:lnTo>
                <a:lnTo>
                  <a:pt x="56" y="78"/>
                </a:lnTo>
                <a:lnTo>
                  <a:pt x="55" y="78"/>
                </a:lnTo>
                <a:lnTo>
                  <a:pt x="54" y="78"/>
                </a:lnTo>
                <a:lnTo>
                  <a:pt x="54" y="77"/>
                </a:lnTo>
                <a:lnTo>
                  <a:pt x="55" y="76"/>
                </a:lnTo>
                <a:lnTo>
                  <a:pt x="55" y="75"/>
                </a:lnTo>
                <a:lnTo>
                  <a:pt x="54" y="75"/>
                </a:lnTo>
                <a:lnTo>
                  <a:pt x="53" y="75"/>
                </a:lnTo>
                <a:lnTo>
                  <a:pt x="51" y="74"/>
                </a:lnTo>
                <a:lnTo>
                  <a:pt x="50" y="74"/>
                </a:lnTo>
                <a:lnTo>
                  <a:pt x="49" y="74"/>
                </a:lnTo>
                <a:lnTo>
                  <a:pt x="48" y="74"/>
                </a:lnTo>
                <a:lnTo>
                  <a:pt x="47" y="74"/>
                </a:lnTo>
                <a:lnTo>
                  <a:pt x="47" y="73"/>
                </a:lnTo>
                <a:lnTo>
                  <a:pt x="46" y="73"/>
                </a:lnTo>
                <a:lnTo>
                  <a:pt x="46" y="74"/>
                </a:lnTo>
                <a:lnTo>
                  <a:pt x="46" y="75"/>
                </a:lnTo>
                <a:lnTo>
                  <a:pt x="45" y="74"/>
                </a:lnTo>
                <a:lnTo>
                  <a:pt x="44" y="74"/>
                </a:lnTo>
                <a:lnTo>
                  <a:pt x="43" y="75"/>
                </a:lnTo>
                <a:lnTo>
                  <a:pt x="43" y="76"/>
                </a:lnTo>
                <a:lnTo>
                  <a:pt x="42" y="75"/>
                </a:lnTo>
                <a:lnTo>
                  <a:pt x="41" y="74"/>
                </a:lnTo>
                <a:lnTo>
                  <a:pt x="41" y="73"/>
                </a:lnTo>
                <a:lnTo>
                  <a:pt x="40" y="73"/>
                </a:lnTo>
                <a:lnTo>
                  <a:pt x="39" y="72"/>
                </a:lnTo>
                <a:lnTo>
                  <a:pt x="39" y="71"/>
                </a:lnTo>
                <a:lnTo>
                  <a:pt x="38" y="71"/>
                </a:lnTo>
                <a:lnTo>
                  <a:pt x="38" y="70"/>
                </a:lnTo>
                <a:lnTo>
                  <a:pt x="38" y="69"/>
                </a:lnTo>
                <a:lnTo>
                  <a:pt x="37" y="69"/>
                </a:lnTo>
                <a:lnTo>
                  <a:pt x="36" y="68"/>
                </a:lnTo>
                <a:lnTo>
                  <a:pt x="35" y="67"/>
                </a:lnTo>
                <a:lnTo>
                  <a:pt x="34" y="67"/>
                </a:lnTo>
                <a:lnTo>
                  <a:pt x="33" y="67"/>
                </a:lnTo>
                <a:lnTo>
                  <a:pt x="32" y="67"/>
                </a:lnTo>
                <a:lnTo>
                  <a:pt x="31" y="67"/>
                </a:lnTo>
                <a:lnTo>
                  <a:pt x="29" y="67"/>
                </a:lnTo>
                <a:lnTo>
                  <a:pt x="27" y="67"/>
                </a:lnTo>
                <a:lnTo>
                  <a:pt x="25" y="66"/>
                </a:lnTo>
                <a:lnTo>
                  <a:pt x="24" y="66"/>
                </a:lnTo>
                <a:lnTo>
                  <a:pt x="24" y="65"/>
                </a:lnTo>
                <a:lnTo>
                  <a:pt x="23" y="65"/>
                </a:lnTo>
                <a:lnTo>
                  <a:pt x="22" y="65"/>
                </a:lnTo>
                <a:lnTo>
                  <a:pt x="20" y="65"/>
                </a:lnTo>
                <a:lnTo>
                  <a:pt x="19" y="65"/>
                </a:lnTo>
                <a:lnTo>
                  <a:pt x="19" y="64"/>
                </a:lnTo>
                <a:lnTo>
                  <a:pt x="20" y="64"/>
                </a:lnTo>
                <a:lnTo>
                  <a:pt x="21" y="64"/>
                </a:lnTo>
                <a:lnTo>
                  <a:pt x="22" y="63"/>
                </a:lnTo>
                <a:lnTo>
                  <a:pt x="21" y="63"/>
                </a:lnTo>
                <a:lnTo>
                  <a:pt x="20" y="63"/>
                </a:lnTo>
                <a:lnTo>
                  <a:pt x="20" y="62"/>
                </a:lnTo>
                <a:lnTo>
                  <a:pt x="20" y="61"/>
                </a:lnTo>
                <a:lnTo>
                  <a:pt x="19" y="61"/>
                </a:lnTo>
                <a:lnTo>
                  <a:pt x="18" y="61"/>
                </a:lnTo>
                <a:lnTo>
                  <a:pt x="17" y="60"/>
                </a:lnTo>
                <a:lnTo>
                  <a:pt x="15" y="60"/>
                </a:lnTo>
                <a:lnTo>
                  <a:pt x="14" y="60"/>
                </a:lnTo>
                <a:lnTo>
                  <a:pt x="14" y="59"/>
                </a:lnTo>
                <a:lnTo>
                  <a:pt x="15" y="59"/>
                </a:lnTo>
                <a:lnTo>
                  <a:pt x="15" y="58"/>
                </a:lnTo>
                <a:lnTo>
                  <a:pt x="14" y="58"/>
                </a:lnTo>
                <a:lnTo>
                  <a:pt x="13" y="58"/>
                </a:lnTo>
                <a:lnTo>
                  <a:pt x="12" y="57"/>
                </a:lnTo>
                <a:lnTo>
                  <a:pt x="12" y="56"/>
                </a:lnTo>
                <a:lnTo>
                  <a:pt x="12" y="55"/>
                </a:lnTo>
                <a:lnTo>
                  <a:pt x="11" y="55"/>
                </a:lnTo>
                <a:lnTo>
                  <a:pt x="11" y="54"/>
                </a:lnTo>
                <a:lnTo>
                  <a:pt x="11" y="53"/>
                </a:lnTo>
                <a:lnTo>
                  <a:pt x="10" y="53"/>
                </a:lnTo>
                <a:lnTo>
                  <a:pt x="9" y="53"/>
                </a:lnTo>
                <a:lnTo>
                  <a:pt x="9" y="51"/>
                </a:lnTo>
                <a:lnTo>
                  <a:pt x="8" y="51"/>
                </a:lnTo>
                <a:lnTo>
                  <a:pt x="7" y="51"/>
                </a:lnTo>
                <a:lnTo>
                  <a:pt x="7" y="50"/>
                </a:lnTo>
                <a:lnTo>
                  <a:pt x="7" y="49"/>
                </a:lnTo>
                <a:lnTo>
                  <a:pt x="6" y="48"/>
                </a:lnTo>
                <a:lnTo>
                  <a:pt x="5" y="48"/>
                </a:lnTo>
                <a:lnTo>
                  <a:pt x="5" y="49"/>
                </a:lnTo>
                <a:lnTo>
                  <a:pt x="4" y="49"/>
                </a:lnTo>
                <a:lnTo>
                  <a:pt x="3" y="49"/>
                </a:lnTo>
                <a:lnTo>
                  <a:pt x="3" y="50"/>
                </a:lnTo>
                <a:lnTo>
                  <a:pt x="2" y="50"/>
                </a:lnTo>
                <a:lnTo>
                  <a:pt x="1" y="50"/>
                </a:lnTo>
                <a:lnTo>
                  <a:pt x="1" y="49"/>
                </a:lnTo>
                <a:lnTo>
                  <a:pt x="0" y="49"/>
                </a:lnTo>
                <a:lnTo>
                  <a:pt x="0" y="48"/>
                </a:lnTo>
                <a:lnTo>
                  <a:pt x="1" y="48"/>
                </a:lnTo>
                <a:lnTo>
                  <a:pt x="2" y="48"/>
                </a:lnTo>
                <a:lnTo>
                  <a:pt x="2" y="47"/>
                </a:lnTo>
                <a:lnTo>
                  <a:pt x="2" y="46"/>
                </a:lnTo>
                <a:lnTo>
                  <a:pt x="2" y="45"/>
                </a:lnTo>
                <a:lnTo>
                  <a:pt x="2" y="44"/>
                </a:lnTo>
                <a:lnTo>
                  <a:pt x="3" y="44"/>
                </a:lnTo>
                <a:lnTo>
                  <a:pt x="3" y="43"/>
                </a:lnTo>
                <a:lnTo>
                  <a:pt x="2" y="42"/>
                </a:lnTo>
                <a:lnTo>
                  <a:pt x="1" y="41"/>
                </a:lnTo>
                <a:lnTo>
                  <a:pt x="1" y="42"/>
                </a:lnTo>
                <a:lnTo>
                  <a:pt x="0" y="42"/>
                </a:lnTo>
                <a:lnTo>
                  <a:pt x="0" y="41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0" y="38"/>
                </a:lnTo>
                <a:lnTo>
                  <a:pt x="1" y="38"/>
                </a:lnTo>
                <a:lnTo>
                  <a:pt x="3" y="38"/>
                </a:lnTo>
                <a:lnTo>
                  <a:pt x="3" y="37"/>
                </a:lnTo>
                <a:lnTo>
                  <a:pt x="4" y="36"/>
                </a:lnTo>
                <a:lnTo>
                  <a:pt x="4" y="35"/>
                </a:lnTo>
                <a:lnTo>
                  <a:pt x="4" y="33"/>
                </a:lnTo>
                <a:lnTo>
                  <a:pt x="3" y="32"/>
                </a:lnTo>
                <a:lnTo>
                  <a:pt x="4" y="32"/>
                </a:lnTo>
                <a:lnTo>
                  <a:pt x="5" y="32"/>
                </a:lnTo>
                <a:lnTo>
                  <a:pt x="5" y="31"/>
                </a:lnTo>
                <a:lnTo>
                  <a:pt x="4" y="31"/>
                </a:lnTo>
                <a:lnTo>
                  <a:pt x="4" y="30"/>
                </a:lnTo>
                <a:lnTo>
                  <a:pt x="5" y="29"/>
                </a:lnTo>
                <a:lnTo>
                  <a:pt x="5" y="28"/>
                </a:lnTo>
                <a:lnTo>
                  <a:pt x="4" y="28"/>
                </a:lnTo>
                <a:lnTo>
                  <a:pt x="4" y="27"/>
                </a:lnTo>
                <a:lnTo>
                  <a:pt x="5" y="27"/>
                </a:lnTo>
                <a:lnTo>
                  <a:pt x="5" y="26"/>
                </a:lnTo>
                <a:lnTo>
                  <a:pt x="6" y="25"/>
                </a:lnTo>
                <a:lnTo>
                  <a:pt x="7" y="25"/>
                </a:lnTo>
                <a:lnTo>
                  <a:pt x="7" y="24"/>
                </a:lnTo>
                <a:lnTo>
                  <a:pt x="7" y="23"/>
                </a:lnTo>
                <a:lnTo>
                  <a:pt x="8" y="23"/>
                </a:lnTo>
                <a:lnTo>
                  <a:pt x="9" y="23"/>
                </a:lnTo>
                <a:lnTo>
                  <a:pt x="10" y="23"/>
                </a:lnTo>
                <a:lnTo>
                  <a:pt x="11" y="23"/>
                </a:lnTo>
                <a:lnTo>
                  <a:pt x="12" y="23"/>
                </a:lnTo>
                <a:lnTo>
                  <a:pt x="13" y="23"/>
                </a:lnTo>
                <a:lnTo>
                  <a:pt x="13" y="22"/>
                </a:lnTo>
                <a:lnTo>
                  <a:pt x="14" y="22"/>
                </a:lnTo>
                <a:lnTo>
                  <a:pt x="15" y="22"/>
                </a:lnTo>
                <a:lnTo>
                  <a:pt x="15" y="23"/>
                </a:lnTo>
                <a:lnTo>
                  <a:pt x="15" y="22"/>
                </a:lnTo>
                <a:lnTo>
                  <a:pt x="16" y="22"/>
                </a:lnTo>
                <a:lnTo>
                  <a:pt x="17" y="22"/>
                </a:lnTo>
                <a:lnTo>
                  <a:pt x="18" y="22"/>
                </a:lnTo>
                <a:lnTo>
                  <a:pt x="19" y="22"/>
                </a:lnTo>
                <a:lnTo>
                  <a:pt x="20" y="21"/>
                </a:lnTo>
                <a:lnTo>
                  <a:pt x="21" y="21"/>
                </a:lnTo>
                <a:lnTo>
                  <a:pt x="22" y="21"/>
                </a:lnTo>
                <a:lnTo>
                  <a:pt x="23" y="21"/>
                </a:lnTo>
                <a:lnTo>
                  <a:pt x="23" y="20"/>
                </a:lnTo>
                <a:lnTo>
                  <a:pt x="23" y="19"/>
                </a:lnTo>
                <a:lnTo>
                  <a:pt x="24" y="19"/>
                </a:lnTo>
                <a:lnTo>
                  <a:pt x="25" y="19"/>
                </a:lnTo>
                <a:lnTo>
                  <a:pt x="25" y="20"/>
                </a:lnTo>
                <a:lnTo>
                  <a:pt x="26" y="20"/>
                </a:lnTo>
                <a:lnTo>
                  <a:pt x="27" y="20"/>
                </a:lnTo>
                <a:lnTo>
                  <a:pt x="28" y="19"/>
                </a:lnTo>
                <a:lnTo>
                  <a:pt x="29" y="19"/>
                </a:lnTo>
                <a:lnTo>
                  <a:pt x="30" y="19"/>
                </a:lnTo>
                <a:lnTo>
                  <a:pt x="31" y="19"/>
                </a:lnTo>
                <a:lnTo>
                  <a:pt x="31" y="20"/>
                </a:lnTo>
                <a:lnTo>
                  <a:pt x="32" y="20"/>
                </a:lnTo>
                <a:lnTo>
                  <a:pt x="33" y="20"/>
                </a:lnTo>
                <a:lnTo>
                  <a:pt x="34" y="20"/>
                </a:lnTo>
                <a:lnTo>
                  <a:pt x="34" y="21"/>
                </a:lnTo>
                <a:lnTo>
                  <a:pt x="35" y="21"/>
                </a:lnTo>
                <a:lnTo>
                  <a:pt x="35" y="22"/>
                </a:lnTo>
                <a:lnTo>
                  <a:pt x="36" y="22"/>
                </a:lnTo>
                <a:lnTo>
                  <a:pt x="37" y="21"/>
                </a:lnTo>
                <a:lnTo>
                  <a:pt x="38" y="21"/>
                </a:lnTo>
                <a:lnTo>
                  <a:pt x="38" y="20"/>
                </a:lnTo>
                <a:lnTo>
                  <a:pt x="38" y="19"/>
                </a:lnTo>
                <a:lnTo>
                  <a:pt x="38" y="18"/>
                </a:lnTo>
                <a:lnTo>
                  <a:pt x="38" y="17"/>
                </a:lnTo>
                <a:lnTo>
                  <a:pt x="38" y="16"/>
                </a:lnTo>
                <a:lnTo>
                  <a:pt x="38" y="15"/>
                </a:lnTo>
                <a:lnTo>
                  <a:pt x="39" y="16"/>
                </a:lnTo>
                <a:lnTo>
                  <a:pt x="40" y="16"/>
                </a:lnTo>
                <a:lnTo>
                  <a:pt x="40" y="17"/>
                </a:lnTo>
                <a:lnTo>
                  <a:pt x="40" y="19"/>
                </a:lnTo>
                <a:lnTo>
                  <a:pt x="39" y="20"/>
                </a:lnTo>
                <a:lnTo>
                  <a:pt x="40" y="20"/>
                </a:lnTo>
                <a:lnTo>
                  <a:pt x="41" y="20"/>
                </a:lnTo>
                <a:lnTo>
                  <a:pt x="40" y="20"/>
                </a:lnTo>
                <a:lnTo>
                  <a:pt x="40" y="19"/>
                </a:lnTo>
                <a:lnTo>
                  <a:pt x="40" y="16"/>
                </a:lnTo>
                <a:lnTo>
                  <a:pt x="42" y="17"/>
                </a:lnTo>
                <a:lnTo>
                  <a:pt x="43" y="18"/>
                </a:lnTo>
                <a:lnTo>
                  <a:pt x="43" y="19"/>
                </a:lnTo>
                <a:lnTo>
                  <a:pt x="43" y="20"/>
                </a:lnTo>
                <a:lnTo>
                  <a:pt x="42" y="20"/>
                </a:lnTo>
                <a:lnTo>
                  <a:pt x="43" y="20"/>
                </a:lnTo>
                <a:lnTo>
                  <a:pt x="43" y="21"/>
                </a:lnTo>
                <a:lnTo>
                  <a:pt x="45" y="21"/>
                </a:lnTo>
                <a:lnTo>
                  <a:pt x="45" y="20"/>
                </a:lnTo>
                <a:lnTo>
                  <a:pt x="44" y="19"/>
                </a:lnTo>
                <a:lnTo>
                  <a:pt x="43" y="19"/>
                </a:lnTo>
                <a:lnTo>
                  <a:pt x="43" y="20"/>
                </a:lnTo>
                <a:lnTo>
                  <a:pt x="43" y="19"/>
                </a:lnTo>
                <a:lnTo>
                  <a:pt x="43" y="18"/>
                </a:lnTo>
                <a:lnTo>
                  <a:pt x="44" y="19"/>
                </a:lnTo>
                <a:lnTo>
                  <a:pt x="48" y="21"/>
                </a:lnTo>
                <a:lnTo>
                  <a:pt x="48" y="22"/>
                </a:lnTo>
                <a:lnTo>
                  <a:pt x="48" y="23"/>
                </a:lnTo>
                <a:lnTo>
                  <a:pt x="49" y="23"/>
                </a:lnTo>
                <a:lnTo>
                  <a:pt x="49" y="22"/>
                </a:lnTo>
                <a:lnTo>
                  <a:pt x="51" y="23"/>
                </a:lnTo>
                <a:lnTo>
                  <a:pt x="50" y="23"/>
                </a:lnTo>
                <a:lnTo>
                  <a:pt x="50" y="26"/>
                </a:lnTo>
                <a:lnTo>
                  <a:pt x="51" y="26"/>
                </a:lnTo>
                <a:lnTo>
                  <a:pt x="51" y="25"/>
                </a:lnTo>
                <a:lnTo>
                  <a:pt x="52" y="25"/>
                </a:lnTo>
                <a:lnTo>
                  <a:pt x="52" y="26"/>
                </a:lnTo>
                <a:lnTo>
                  <a:pt x="53" y="26"/>
                </a:lnTo>
                <a:lnTo>
                  <a:pt x="54" y="26"/>
                </a:lnTo>
                <a:lnTo>
                  <a:pt x="54" y="27"/>
                </a:lnTo>
                <a:lnTo>
                  <a:pt x="53" y="27"/>
                </a:lnTo>
                <a:lnTo>
                  <a:pt x="52" y="27"/>
                </a:lnTo>
                <a:lnTo>
                  <a:pt x="51" y="28"/>
                </a:lnTo>
                <a:lnTo>
                  <a:pt x="51" y="29"/>
                </a:lnTo>
                <a:lnTo>
                  <a:pt x="53" y="29"/>
                </a:lnTo>
                <a:lnTo>
                  <a:pt x="54" y="29"/>
                </a:lnTo>
                <a:lnTo>
                  <a:pt x="55" y="29"/>
                </a:lnTo>
                <a:lnTo>
                  <a:pt x="55" y="30"/>
                </a:lnTo>
                <a:lnTo>
                  <a:pt x="56" y="32"/>
                </a:lnTo>
                <a:lnTo>
                  <a:pt x="56" y="33"/>
                </a:lnTo>
                <a:lnTo>
                  <a:pt x="55" y="33"/>
                </a:lnTo>
                <a:lnTo>
                  <a:pt x="55" y="32"/>
                </a:lnTo>
                <a:lnTo>
                  <a:pt x="54" y="32"/>
                </a:lnTo>
                <a:lnTo>
                  <a:pt x="53" y="32"/>
                </a:lnTo>
                <a:lnTo>
                  <a:pt x="53" y="33"/>
                </a:lnTo>
                <a:lnTo>
                  <a:pt x="53" y="34"/>
                </a:lnTo>
                <a:lnTo>
                  <a:pt x="54" y="35"/>
                </a:lnTo>
                <a:lnTo>
                  <a:pt x="55" y="35"/>
                </a:lnTo>
                <a:lnTo>
                  <a:pt x="56" y="36"/>
                </a:lnTo>
                <a:lnTo>
                  <a:pt x="55" y="36"/>
                </a:lnTo>
                <a:lnTo>
                  <a:pt x="55" y="37"/>
                </a:lnTo>
                <a:lnTo>
                  <a:pt x="57" y="37"/>
                </a:lnTo>
                <a:lnTo>
                  <a:pt x="58" y="37"/>
                </a:lnTo>
                <a:lnTo>
                  <a:pt x="58" y="36"/>
                </a:lnTo>
                <a:lnTo>
                  <a:pt x="59" y="36"/>
                </a:lnTo>
                <a:lnTo>
                  <a:pt x="59" y="37"/>
                </a:lnTo>
                <a:lnTo>
                  <a:pt x="60" y="38"/>
                </a:lnTo>
                <a:lnTo>
                  <a:pt x="60" y="39"/>
                </a:lnTo>
                <a:lnTo>
                  <a:pt x="61" y="39"/>
                </a:lnTo>
                <a:lnTo>
                  <a:pt x="61" y="40"/>
                </a:lnTo>
                <a:lnTo>
                  <a:pt x="62" y="40"/>
                </a:lnTo>
                <a:lnTo>
                  <a:pt x="63" y="41"/>
                </a:lnTo>
                <a:lnTo>
                  <a:pt x="63" y="42"/>
                </a:lnTo>
                <a:lnTo>
                  <a:pt x="64" y="43"/>
                </a:lnTo>
                <a:lnTo>
                  <a:pt x="64" y="44"/>
                </a:lnTo>
                <a:lnTo>
                  <a:pt x="64" y="45"/>
                </a:lnTo>
                <a:lnTo>
                  <a:pt x="63" y="45"/>
                </a:lnTo>
                <a:lnTo>
                  <a:pt x="64" y="45"/>
                </a:lnTo>
                <a:lnTo>
                  <a:pt x="65" y="45"/>
                </a:lnTo>
                <a:lnTo>
                  <a:pt x="65" y="46"/>
                </a:lnTo>
                <a:lnTo>
                  <a:pt x="65" y="47"/>
                </a:lnTo>
                <a:lnTo>
                  <a:pt x="64" y="47"/>
                </a:lnTo>
                <a:lnTo>
                  <a:pt x="63" y="47"/>
                </a:lnTo>
                <a:lnTo>
                  <a:pt x="62" y="48"/>
                </a:lnTo>
                <a:lnTo>
                  <a:pt x="64" y="48"/>
                </a:lnTo>
                <a:lnTo>
                  <a:pt x="65" y="48"/>
                </a:lnTo>
                <a:lnTo>
                  <a:pt x="64" y="48"/>
                </a:lnTo>
                <a:lnTo>
                  <a:pt x="64" y="49"/>
                </a:lnTo>
                <a:lnTo>
                  <a:pt x="64" y="50"/>
                </a:lnTo>
                <a:lnTo>
                  <a:pt x="65" y="50"/>
                </a:lnTo>
                <a:lnTo>
                  <a:pt x="65" y="49"/>
                </a:lnTo>
                <a:lnTo>
                  <a:pt x="67" y="49"/>
                </a:lnTo>
                <a:lnTo>
                  <a:pt x="68" y="50"/>
                </a:lnTo>
                <a:lnTo>
                  <a:pt x="68" y="51"/>
                </a:lnTo>
                <a:lnTo>
                  <a:pt x="68" y="52"/>
                </a:lnTo>
                <a:lnTo>
                  <a:pt x="69" y="53"/>
                </a:lnTo>
                <a:lnTo>
                  <a:pt x="69" y="54"/>
                </a:lnTo>
                <a:lnTo>
                  <a:pt x="69" y="55"/>
                </a:lnTo>
                <a:lnTo>
                  <a:pt x="70" y="56"/>
                </a:lnTo>
                <a:lnTo>
                  <a:pt x="71" y="57"/>
                </a:lnTo>
                <a:lnTo>
                  <a:pt x="71" y="58"/>
                </a:lnTo>
                <a:lnTo>
                  <a:pt x="71" y="59"/>
                </a:lnTo>
                <a:lnTo>
                  <a:pt x="70" y="60"/>
                </a:lnTo>
                <a:lnTo>
                  <a:pt x="70" y="61"/>
                </a:lnTo>
                <a:lnTo>
                  <a:pt x="70" y="62"/>
                </a:lnTo>
                <a:lnTo>
                  <a:pt x="70" y="63"/>
                </a:lnTo>
                <a:lnTo>
                  <a:pt x="71" y="64"/>
                </a:lnTo>
                <a:lnTo>
                  <a:pt x="71" y="65"/>
                </a:lnTo>
                <a:lnTo>
                  <a:pt x="72" y="66"/>
                </a:lnTo>
                <a:lnTo>
                  <a:pt x="72" y="67"/>
                </a:lnTo>
                <a:lnTo>
                  <a:pt x="72" y="68"/>
                </a:lnTo>
                <a:lnTo>
                  <a:pt x="72" y="69"/>
                </a:lnTo>
                <a:lnTo>
                  <a:pt x="72" y="70"/>
                </a:lnTo>
                <a:lnTo>
                  <a:pt x="72" y="71"/>
                </a:lnTo>
                <a:lnTo>
                  <a:pt x="73" y="71"/>
                </a:lnTo>
                <a:lnTo>
                  <a:pt x="74" y="71"/>
                </a:lnTo>
                <a:lnTo>
                  <a:pt x="75" y="71"/>
                </a:lnTo>
                <a:lnTo>
                  <a:pt x="76" y="71"/>
                </a:lnTo>
                <a:lnTo>
                  <a:pt x="76" y="70"/>
                </a:lnTo>
                <a:lnTo>
                  <a:pt x="78" y="69"/>
                </a:lnTo>
                <a:lnTo>
                  <a:pt x="78" y="68"/>
                </a:lnTo>
                <a:lnTo>
                  <a:pt x="79" y="68"/>
                </a:lnTo>
                <a:lnTo>
                  <a:pt x="79" y="69"/>
                </a:lnTo>
                <a:lnTo>
                  <a:pt x="79" y="70"/>
                </a:lnTo>
                <a:lnTo>
                  <a:pt x="79" y="69"/>
                </a:lnTo>
                <a:lnTo>
                  <a:pt x="80" y="69"/>
                </a:lnTo>
                <a:lnTo>
                  <a:pt x="81" y="69"/>
                </a:lnTo>
                <a:lnTo>
                  <a:pt x="81" y="68"/>
                </a:lnTo>
                <a:lnTo>
                  <a:pt x="81" y="67"/>
                </a:lnTo>
                <a:lnTo>
                  <a:pt x="81" y="66"/>
                </a:lnTo>
                <a:lnTo>
                  <a:pt x="82" y="66"/>
                </a:lnTo>
                <a:lnTo>
                  <a:pt x="81" y="66"/>
                </a:lnTo>
                <a:lnTo>
                  <a:pt x="81" y="65"/>
                </a:lnTo>
                <a:lnTo>
                  <a:pt x="81" y="64"/>
                </a:lnTo>
                <a:lnTo>
                  <a:pt x="82" y="64"/>
                </a:lnTo>
                <a:lnTo>
                  <a:pt x="82" y="63"/>
                </a:lnTo>
                <a:lnTo>
                  <a:pt x="82" y="62"/>
                </a:lnTo>
                <a:lnTo>
                  <a:pt x="82" y="61"/>
                </a:lnTo>
                <a:lnTo>
                  <a:pt x="81" y="61"/>
                </a:lnTo>
                <a:lnTo>
                  <a:pt x="82" y="60"/>
                </a:lnTo>
                <a:lnTo>
                  <a:pt x="83" y="60"/>
                </a:lnTo>
                <a:lnTo>
                  <a:pt x="84" y="60"/>
                </a:lnTo>
                <a:lnTo>
                  <a:pt x="85" y="60"/>
                </a:lnTo>
                <a:lnTo>
                  <a:pt x="85" y="59"/>
                </a:lnTo>
                <a:lnTo>
                  <a:pt x="84" y="59"/>
                </a:lnTo>
                <a:lnTo>
                  <a:pt x="84" y="58"/>
                </a:lnTo>
                <a:lnTo>
                  <a:pt x="83" y="58"/>
                </a:lnTo>
                <a:lnTo>
                  <a:pt x="82" y="58"/>
                </a:lnTo>
                <a:lnTo>
                  <a:pt x="83" y="57"/>
                </a:lnTo>
                <a:lnTo>
                  <a:pt x="84" y="57"/>
                </a:lnTo>
                <a:lnTo>
                  <a:pt x="85" y="56"/>
                </a:lnTo>
                <a:lnTo>
                  <a:pt x="85" y="57"/>
                </a:lnTo>
                <a:lnTo>
                  <a:pt x="85" y="58"/>
                </a:lnTo>
                <a:lnTo>
                  <a:pt x="86" y="58"/>
                </a:lnTo>
                <a:lnTo>
                  <a:pt x="87" y="57"/>
                </a:lnTo>
                <a:lnTo>
                  <a:pt x="87" y="58"/>
                </a:lnTo>
                <a:lnTo>
                  <a:pt x="87" y="57"/>
                </a:lnTo>
                <a:lnTo>
                  <a:pt x="86" y="57"/>
                </a:lnTo>
                <a:lnTo>
                  <a:pt x="86" y="56"/>
                </a:lnTo>
                <a:lnTo>
                  <a:pt x="87" y="56"/>
                </a:lnTo>
                <a:lnTo>
                  <a:pt x="88" y="56"/>
                </a:lnTo>
                <a:lnTo>
                  <a:pt x="88" y="55"/>
                </a:lnTo>
                <a:lnTo>
                  <a:pt x="89" y="55"/>
                </a:lnTo>
                <a:lnTo>
                  <a:pt x="91" y="56"/>
                </a:lnTo>
                <a:lnTo>
                  <a:pt x="91" y="55"/>
                </a:lnTo>
                <a:lnTo>
                  <a:pt x="92" y="56"/>
                </a:lnTo>
                <a:lnTo>
                  <a:pt x="93" y="56"/>
                </a:lnTo>
                <a:lnTo>
                  <a:pt x="94" y="57"/>
                </a:lnTo>
                <a:lnTo>
                  <a:pt x="94" y="58"/>
                </a:lnTo>
                <a:lnTo>
                  <a:pt x="94" y="59"/>
                </a:lnTo>
                <a:lnTo>
                  <a:pt x="94" y="60"/>
                </a:lnTo>
                <a:lnTo>
                  <a:pt x="95" y="60"/>
                </a:lnTo>
                <a:lnTo>
                  <a:pt x="96" y="60"/>
                </a:lnTo>
                <a:lnTo>
                  <a:pt x="96" y="61"/>
                </a:lnTo>
                <a:lnTo>
                  <a:pt x="96" y="62"/>
                </a:lnTo>
                <a:lnTo>
                  <a:pt x="97" y="62"/>
                </a:lnTo>
                <a:lnTo>
                  <a:pt x="97" y="61"/>
                </a:lnTo>
                <a:lnTo>
                  <a:pt x="97" y="62"/>
                </a:lnTo>
                <a:lnTo>
                  <a:pt x="98" y="62"/>
                </a:lnTo>
                <a:lnTo>
                  <a:pt x="99" y="63"/>
                </a:lnTo>
                <a:lnTo>
                  <a:pt x="99" y="64"/>
                </a:lnTo>
                <a:lnTo>
                  <a:pt x="99" y="65"/>
                </a:lnTo>
                <a:lnTo>
                  <a:pt x="100" y="65"/>
                </a:lnTo>
                <a:lnTo>
                  <a:pt x="101" y="65"/>
                </a:lnTo>
                <a:lnTo>
                  <a:pt x="101" y="66"/>
                </a:lnTo>
                <a:lnTo>
                  <a:pt x="101" y="67"/>
                </a:lnTo>
                <a:lnTo>
                  <a:pt x="102" y="67"/>
                </a:lnTo>
                <a:lnTo>
                  <a:pt x="103" y="67"/>
                </a:lnTo>
                <a:lnTo>
                  <a:pt x="104" y="67"/>
                </a:lnTo>
                <a:lnTo>
                  <a:pt x="105" y="67"/>
                </a:lnTo>
                <a:lnTo>
                  <a:pt x="106" y="67"/>
                </a:lnTo>
                <a:lnTo>
                  <a:pt x="107" y="67"/>
                </a:lnTo>
                <a:lnTo>
                  <a:pt x="107" y="66"/>
                </a:lnTo>
                <a:lnTo>
                  <a:pt x="108" y="67"/>
                </a:lnTo>
                <a:lnTo>
                  <a:pt x="109" y="68"/>
                </a:lnTo>
                <a:lnTo>
                  <a:pt x="111" y="68"/>
                </a:lnTo>
                <a:lnTo>
                  <a:pt x="111" y="67"/>
                </a:lnTo>
                <a:lnTo>
                  <a:pt x="112" y="66"/>
                </a:lnTo>
                <a:lnTo>
                  <a:pt x="113" y="65"/>
                </a:lnTo>
                <a:lnTo>
                  <a:pt x="114" y="65"/>
                </a:lnTo>
                <a:lnTo>
                  <a:pt x="115" y="65"/>
                </a:lnTo>
                <a:lnTo>
                  <a:pt x="115" y="64"/>
                </a:lnTo>
                <a:lnTo>
                  <a:pt x="116" y="64"/>
                </a:lnTo>
                <a:lnTo>
                  <a:pt x="117" y="64"/>
                </a:lnTo>
                <a:lnTo>
                  <a:pt x="117" y="63"/>
                </a:lnTo>
                <a:lnTo>
                  <a:pt x="118" y="62"/>
                </a:lnTo>
                <a:lnTo>
                  <a:pt x="119" y="61"/>
                </a:lnTo>
                <a:lnTo>
                  <a:pt x="119" y="59"/>
                </a:lnTo>
                <a:lnTo>
                  <a:pt x="121" y="59"/>
                </a:lnTo>
                <a:lnTo>
                  <a:pt x="122" y="60"/>
                </a:lnTo>
                <a:lnTo>
                  <a:pt x="125" y="60"/>
                </a:lnTo>
                <a:lnTo>
                  <a:pt x="127" y="61"/>
                </a:lnTo>
                <a:lnTo>
                  <a:pt x="128" y="62"/>
                </a:lnTo>
                <a:lnTo>
                  <a:pt x="129" y="62"/>
                </a:lnTo>
                <a:lnTo>
                  <a:pt x="129" y="61"/>
                </a:lnTo>
                <a:lnTo>
                  <a:pt x="129" y="60"/>
                </a:lnTo>
                <a:lnTo>
                  <a:pt x="129" y="59"/>
                </a:lnTo>
                <a:lnTo>
                  <a:pt x="129" y="58"/>
                </a:lnTo>
                <a:lnTo>
                  <a:pt x="129" y="57"/>
                </a:lnTo>
                <a:lnTo>
                  <a:pt x="129" y="56"/>
                </a:lnTo>
                <a:lnTo>
                  <a:pt x="129" y="55"/>
                </a:lnTo>
                <a:lnTo>
                  <a:pt x="129" y="54"/>
                </a:lnTo>
                <a:lnTo>
                  <a:pt x="129" y="52"/>
                </a:lnTo>
                <a:lnTo>
                  <a:pt x="129" y="51"/>
                </a:lnTo>
                <a:lnTo>
                  <a:pt x="129" y="50"/>
                </a:lnTo>
                <a:lnTo>
                  <a:pt x="129" y="49"/>
                </a:lnTo>
                <a:lnTo>
                  <a:pt x="129" y="48"/>
                </a:lnTo>
                <a:lnTo>
                  <a:pt x="130" y="49"/>
                </a:lnTo>
                <a:lnTo>
                  <a:pt x="131" y="49"/>
                </a:lnTo>
                <a:lnTo>
                  <a:pt x="132" y="48"/>
                </a:lnTo>
                <a:lnTo>
                  <a:pt x="133" y="48"/>
                </a:lnTo>
                <a:lnTo>
                  <a:pt x="134" y="48"/>
                </a:lnTo>
                <a:lnTo>
                  <a:pt x="134" y="49"/>
                </a:lnTo>
                <a:lnTo>
                  <a:pt x="135" y="49"/>
                </a:lnTo>
                <a:lnTo>
                  <a:pt x="136" y="48"/>
                </a:lnTo>
                <a:lnTo>
                  <a:pt x="137" y="48"/>
                </a:lnTo>
                <a:lnTo>
                  <a:pt x="137" y="49"/>
                </a:lnTo>
                <a:lnTo>
                  <a:pt x="138" y="49"/>
                </a:lnTo>
                <a:lnTo>
                  <a:pt x="139" y="49"/>
                </a:lnTo>
                <a:lnTo>
                  <a:pt x="139" y="48"/>
                </a:lnTo>
                <a:lnTo>
                  <a:pt x="139" y="47"/>
                </a:lnTo>
                <a:lnTo>
                  <a:pt x="140" y="46"/>
                </a:lnTo>
                <a:lnTo>
                  <a:pt x="141" y="47"/>
                </a:lnTo>
                <a:lnTo>
                  <a:pt x="141" y="48"/>
                </a:lnTo>
                <a:lnTo>
                  <a:pt x="142" y="47"/>
                </a:lnTo>
                <a:lnTo>
                  <a:pt x="143" y="46"/>
                </a:lnTo>
                <a:lnTo>
                  <a:pt x="144" y="45"/>
                </a:lnTo>
                <a:lnTo>
                  <a:pt x="144" y="46"/>
                </a:lnTo>
                <a:lnTo>
                  <a:pt x="146" y="46"/>
                </a:lnTo>
                <a:lnTo>
                  <a:pt x="147" y="47"/>
                </a:lnTo>
                <a:lnTo>
                  <a:pt x="148" y="48"/>
                </a:lnTo>
                <a:lnTo>
                  <a:pt x="149" y="49"/>
                </a:lnTo>
                <a:lnTo>
                  <a:pt x="149" y="48"/>
                </a:lnTo>
                <a:lnTo>
                  <a:pt x="150" y="48"/>
                </a:lnTo>
                <a:lnTo>
                  <a:pt x="151" y="48"/>
                </a:lnTo>
                <a:lnTo>
                  <a:pt x="152" y="48"/>
                </a:lnTo>
                <a:lnTo>
                  <a:pt x="153" y="48"/>
                </a:lnTo>
                <a:lnTo>
                  <a:pt x="154" y="48"/>
                </a:lnTo>
                <a:lnTo>
                  <a:pt x="155" y="48"/>
                </a:lnTo>
                <a:lnTo>
                  <a:pt x="156" y="48"/>
                </a:lnTo>
                <a:lnTo>
                  <a:pt x="157" y="48"/>
                </a:lnTo>
                <a:lnTo>
                  <a:pt x="157" y="49"/>
                </a:lnTo>
                <a:lnTo>
                  <a:pt x="156" y="50"/>
                </a:lnTo>
                <a:lnTo>
                  <a:pt x="157" y="51"/>
                </a:lnTo>
                <a:lnTo>
                  <a:pt x="158" y="52"/>
                </a:lnTo>
                <a:lnTo>
                  <a:pt x="157" y="54"/>
                </a:lnTo>
                <a:lnTo>
                  <a:pt x="156" y="55"/>
                </a:lnTo>
                <a:lnTo>
                  <a:pt x="155" y="56"/>
                </a:lnTo>
                <a:lnTo>
                  <a:pt x="155" y="57"/>
                </a:lnTo>
                <a:lnTo>
                  <a:pt x="157" y="57"/>
                </a:lnTo>
                <a:lnTo>
                  <a:pt x="158" y="58"/>
                </a:lnTo>
                <a:lnTo>
                  <a:pt x="159" y="58"/>
                </a:lnTo>
                <a:lnTo>
                  <a:pt x="160" y="58"/>
                </a:lnTo>
                <a:lnTo>
                  <a:pt x="161" y="59"/>
                </a:lnTo>
                <a:lnTo>
                  <a:pt x="162" y="59"/>
                </a:lnTo>
                <a:lnTo>
                  <a:pt x="162" y="58"/>
                </a:lnTo>
                <a:lnTo>
                  <a:pt x="163" y="59"/>
                </a:lnTo>
                <a:lnTo>
                  <a:pt x="165" y="59"/>
                </a:lnTo>
                <a:lnTo>
                  <a:pt x="165" y="60"/>
                </a:lnTo>
                <a:lnTo>
                  <a:pt x="164" y="60"/>
                </a:lnTo>
                <a:lnTo>
                  <a:pt x="163" y="60"/>
                </a:lnTo>
                <a:lnTo>
                  <a:pt x="163" y="61"/>
                </a:lnTo>
                <a:lnTo>
                  <a:pt x="163" y="62"/>
                </a:lnTo>
                <a:lnTo>
                  <a:pt x="163" y="63"/>
                </a:lnTo>
                <a:lnTo>
                  <a:pt x="162" y="64"/>
                </a:lnTo>
                <a:lnTo>
                  <a:pt x="160" y="64"/>
                </a:lnTo>
                <a:lnTo>
                  <a:pt x="159" y="65"/>
                </a:lnTo>
                <a:lnTo>
                  <a:pt x="159" y="66"/>
                </a:lnTo>
                <a:lnTo>
                  <a:pt x="160" y="66"/>
                </a:lnTo>
                <a:lnTo>
                  <a:pt x="161" y="66"/>
                </a:lnTo>
                <a:lnTo>
                  <a:pt x="161" y="67"/>
                </a:lnTo>
                <a:lnTo>
                  <a:pt x="162" y="67"/>
                </a:lnTo>
                <a:lnTo>
                  <a:pt x="163" y="68"/>
                </a:lnTo>
                <a:lnTo>
                  <a:pt x="164" y="69"/>
                </a:lnTo>
                <a:lnTo>
                  <a:pt x="164" y="71"/>
                </a:lnTo>
                <a:lnTo>
                  <a:pt x="163" y="72"/>
                </a:lnTo>
                <a:lnTo>
                  <a:pt x="163" y="73"/>
                </a:lnTo>
                <a:lnTo>
                  <a:pt x="163" y="74"/>
                </a:lnTo>
                <a:lnTo>
                  <a:pt x="163" y="75"/>
                </a:lnTo>
                <a:lnTo>
                  <a:pt x="163" y="76"/>
                </a:lnTo>
                <a:lnTo>
                  <a:pt x="164" y="76"/>
                </a:lnTo>
                <a:lnTo>
                  <a:pt x="164" y="75"/>
                </a:lnTo>
                <a:lnTo>
                  <a:pt x="165" y="76"/>
                </a:lnTo>
                <a:lnTo>
                  <a:pt x="166" y="76"/>
                </a:lnTo>
                <a:lnTo>
                  <a:pt x="167" y="76"/>
                </a:lnTo>
                <a:lnTo>
                  <a:pt x="167" y="75"/>
                </a:lnTo>
                <a:lnTo>
                  <a:pt x="167" y="74"/>
                </a:lnTo>
                <a:lnTo>
                  <a:pt x="167" y="73"/>
                </a:lnTo>
                <a:lnTo>
                  <a:pt x="168" y="74"/>
                </a:lnTo>
                <a:lnTo>
                  <a:pt x="169" y="74"/>
                </a:lnTo>
                <a:lnTo>
                  <a:pt x="169" y="73"/>
                </a:lnTo>
                <a:lnTo>
                  <a:pt x="170" y="73"/>
                </a:lnTo>
                <a:lnTo>
                  <a:pt x="171" y="73"/>
                </a:lnTo>
                <a:lnTo>
                  <a:pt x="172" y="74"/>
                </a:lnTo>
                <a:lnTo>
                  <a:pt x="173" y="73"/>
                </a:lnTo>
                <a:lnTo>
                  <a:pt x="174" y="73"/>
                </a:lnTo>
                <a:lnTo>
                  <a:pt x="174" y="72"/>
                </a:lnTo>
                <a:lnTo>
                  <a:pt x="175" y="72"/>
                </a:lnTo>
                <a:lnTo>
                  <a:pt x="176" y="72"/>
                </a:lnTo>
                <a:lnTo>
                  <a:pt x="177" y="72"/>
                </a:lnTo>
                <a:lnTo>
                  <a:pt x="179" y="72"/>
                </a:lnTo>
                <a:lnTo>
                  <a:pt x="180" y="72"/>
                </a:lnTo>
                <a:lnTo>
                  <a:pt x="181" y="72"/>
                </a:lnTo>
                <a:lnTo>
                  <a:pt x="181" y="73"/>
                </a:lnTo>
                <a:lnTo>
                  <a:pt x="182" y="72"/>
                </a:lnTo>
                <a:lnTo>
                  <a:pt x="182" y="71"/>
                </a:lnTo>
                <a:lnTo>
                  <a:pt x="183" y="71"/>
                </a:lnTo>
                <a:lnTo>
                  <a:pt x="184" y="71"/>
                </a:lnTo>
                <a:lnTo>
                  <a:pt x="185" y="70"/>
                </a:lnTo>
                <a:lnTo>
                  <a:pt x="185" y="67"/>
                </a:lnTo>
                <a:lnTo>
                  <a:pt x="186" y="65"/>
                </a:lnTo>
                <a:lnTo>
                  <a:pt x="187" y="63"/>
                </a:lnTo>
                <a:lnTo>
                  <a:pt x="187" y="62"/>
                </a:lnTo>
                <a:lnTo>
                  <a:pt x="187" y="61"/>
                </a:lnTo>
                <a:lnTo>
                  <a:pt x="187" y="58"/>
                </a:lnTo>
                <a:lnTo>
                  <a:pt x="186" y="57"/>
                </a:lnTo>
                <a:lnTo>
                  <a:pt x="186" y="56"/>
                </a:lnTo>
                <a:lnTo>
                  <a:pt x="186" y="55"/>
                </a:lnTo>
                <a:lnTo>
                  <a:pt x="186" y="54"/>
                </a:lnTo>
                <a:lnTo>
                  <a:pt x="186" y="53"/>
                </a:lnTo>
                <a:lnTo>
                  <a:pt x="187" y="52"/>
                </a:lnTo>
                <a:lnTo>
                  <a:pt x="187" y="51"/>
                </a:lnTo>
                <a:lnTo>
                  <a:pt x="188" y="51"/>
                </a:lnTo>
                <a:lnTo>
                  <a:pt x="188" y="52"/>
                </a:lnTo>
                <a:lnTo>
                  <a:pt x="189" y="52"/>
                </a:lnTo>
                <a:lnTo>
                  <a:pt x="190" y="51"/>
                </a:lnTo>
                <a:lnTo>
                  <a:pt x="191" y="50"/>
                </a:lnTo>
                <a:lnTo>
                  <a:pt x="190" y="50"/>
                </a:lnTo>
                <a:lnTo>
                  <a:pt x="190" y="49"/>
                </a:lnTo>
                <a:lnTo>
                  <a:pt x="189" y="48"/>
                </a:lnTo>
                <a:lnTo>
                  <a:pt x="189" y="47"/>
                </a:lnTo>
                <a:lnTo>
                  <a:pt x="190" y="46"/>
                </a:lnTo>
                <a:lnTo>
                  <a:pt x="191" y="47"/>
                </a:lnTo>
                <a:lnTo>
                  <a:pt x="192" y="47"/>
                </a:lnTo>
                <a:lnTo>
                  <a:pt x="193" y="47"/>
                </a:lnTo>
                <a:lnTo>
                  <a:pt x="193" y="46"/>
                </a:lnTo>
                <a:lnTo>
                  <a:pt x="193" y="45"/>
                </a:lnTo>
                <a:lnTo>
                  <a:pt x="194" y="44"/>
                </a:lnTo>
                <a:lnTo>
                  <a:pt x="194" y="45"/>
                </a:lnTo>
                <a:lnTo>
                  <a:pt x="195" y="45"/>
                </a:lnTo>
                <a:lnTo>
                  <a:pt x="196" y="44"/>
                </a:lnTo>
                <a:lnTo>
                  <a:pt x="195" y="44"/>
                </a:lnTo>
                <a:lnTo>
                  <a:pt x="195" y="43"/>
                </a:lnTo>
                <a:lnTo>
                  <a:pt x="195" y="42"/>
                </a:lnTo>
                <a:lnTo>
                  <a:pt x="197" y="41"/>
                </a:lnTo>
                <a:lnTo>
                  <a:pt x="198" y="42"/>
                </a:lnTo>
                <a:lnTo>
                  <a:pt x="199" y="42"/>
                </a:lnTo>
                <a:lnTo>
                  <a:pt x="201" y="42"/>
                </a:lnTo>
                <a:lnTo>
                  <a:pt x="201" y="41"/>
                </a:lnTo>
                <a:lnTo>
                  <a:pt x="202" y="42"/>
                </a:lnTo>
                <a:lnTo>
                  <a:pt x="202" y="43"/>
                </a:lnTo>
                <a:lnTo>
                  <a:pt x="202" y="45"/>
                </a:lnTo>
                <a:lnTo>
                  <a:pt x="203" y="44"/>
                </a:lnTo>
                <a:lnTo>
                  <a:pt x="204" y="44"/>
                </a:lnTo>
                <a:lnTo>
                  <a:pt x="205" y="45"/>
                </a:lnTo>
                <a:lnTo>
                  <a:pt x="205" y="44"/>
                </a:lnTo>
                <a:lnTo>
                  <a:pt x="206" y="44"/>
                </a:lnTo>
                <a:lnTo>
                  <a:pt x="208" y="44"/>
                </a:lnTo>
                <a:lnTo>
                  <a:pt x="209" y="45"/>
                </a:lnTo>
                <a:lnTo>
                  <a:pt x="209" y="46"/>
                </a:lnTo>
                <a:lnTo>
                  <a:pt x="210" y="46"/>
                </a:lnTo>
                <a:lnTo>
                  <a:pt x="211" y="45"/>
                </a:lnTo>
                <a:lnTo>
                  <a:pt x="212" y="44"/>
                </a:lnTo>
                <a:lnTo>
                  <a:pt x="213" y="44"/>
                </a:lnTo>
                <a:lnTo>
                  <a:pt x="214" y="44"/>
                </a:lnTo>
                <a:lnTo>
                  <a:pt x="215" y="44"/>
                </a:lnTo>
                <a:lnTo>
                  <a:pt x="215" y="43"/>
                </a:lnTo>
                <a:lnTo>
                  <a:pt x="216" y="43"/>
                </a:lnTo>
                <a:lnTo>
                  <a:pt x="217" y="42"/>
                </a:lnTo>
                <a:lnTo>
                  <a:pt x="218" y="41"/>
                </a:lnTo>
                <a:lnTo>
                  <a:pt x="218" y="40"/>
                </a:lnTo>
                <a:lnTo>
                  <a:pt x="217" y="40"/>
                </a:lnTo>
                <a:lnTo>
                  <a:pt x="216" y="39"/>
                </a:lnTo>
                <a:lnTo>
                  <a:pt x="214" y="40"/>
                </a:lnTo>
                <a:lnTo>
                  <a:pt x="214" y="39"/>
                </a:lnTo>
                <a:lnTo>
                  <a:pt x="213" y="39"/>
                </a:lnTo>
                <a:lnTo>
                  <a:pt x="212" y="39"/>
                </a:lnTo>
                <a:lnTo>
                  <a:pt x="212" y="38"/>
                </a:lnTo>
                <a:lnTo>
                  <a:pt x="212" y="37"/>
                </a:lnTo>
                <a:lnTo>
                  <a:pt x="213" y="36"/>
                </a:lnTo>
                <a:lnTo>
                  <a:pt x="214" y="36"/>
                </a:lnTo>
                <a:lnTo>
                  <a:pt x="214" y="35"/>
                </a:lnTo>
                <a:lnTo>
                  <a:pt x="213" y="35"/>
                </a:lnTo>
                <a:lnTo>
                  <a:pt x="213" y="34"/>
                </a:lnTo>
                <a:lnTo>
                  <a:pt x="214" y="34"/>
                </a:lnTo>
                <a:lnTo>
                  <a:pt x="215" y="34"/>
                </a:lnTo>
                <a:lnTo>
                  <a:pt x="216" y="34"/>
                </a:lnTo>
                <a:lnTo>
                  <a:pt x="217" y="34"/>
                </a:lnTo>
                <a:lnTo>
                  <a:pt x="217" y="33"/>
                </a:lnTo>
                <a:lnTo>
                  <a:pt x="218" y="31"/>
                </a:lnTo>
                <a:lnTo>
                  <a:pt x="219" y="30"/>
                </a:lnTo>
                <a:lnTo>
                  <a:pt x="218" y="30"/>
                </a:lnTo>
                <a:lnTo>
                  <a:pt x="217" y="30"/>
                </a:lnTo>
                <a:lnTo>
                  <a:pt x="216" y="29"/>
                </a:lnTo>
                <a:lnTo>
                  <a:pt x="217" y="28"/>
                </a:lnTo>
                <a:lnTo>
                  <a:pt x="217" y="29"/>
                </a:lnTo>
                <a:lnTo>
                  <a:pt x="218" y="29"/>
                </a:lnTo>
                <a:lnTo>
                  <a:pt x="219" y="28"/>
                </a:lnTo>
                <a:lnTo>
                  <a:pt x="218" y="28"/>
                </a:lnTo>
                <a:lnTo>
                  <a:pt x="218" y="27"/>
                </a:lnTo>
                <a:lnTo>
                  <a:pt x="219" y="28"/>
                </a:lnTo>
                <a:lnTo>
                  <a:pt x="219" y="29"/>
                </a:lnTo>
                <a:lnTo>
                  <a:pt x="220" y="28"/>
                </a:lnTo>
                <a:lnTo>
                  <a:pt x="220" y="26"/>
                </a:lnTo>
                <a:lnTo>
                  <a:pt x="220" y="25"/>
                </a:lnTo>
                <a:lnTo>
                  <a:pt x="221" y="24"/>
                </a:lnTo>
                <a:lnTo>
                  <a:pt x="221" y="23"/>
                </a:lnTo>
                <a:lnTo>
                  <a:pt x="222" y="22"/>
                </a:lnTo>
                <a:lnTo>
                  <a:pt x="223" y="21"/>
                </a:lnTo>
                <a:lnTo>
                  <a:pt x="224" y="20"/>
                </a:lnTo>
                <a:lnTo>
                  <a:pt x="225" y="20"/>
                </a:lnTo>
                <a:lnTo>
                  <a:pt x="224" y="20"/>
                </a:lnTo>
                <a:lnTo>
                  <a:pt x="225" y="20"/>
                </a:lnTo>
                <a:lnTo>
                  <a:pt x="225" y="19"/>
                </a:lnTo>
                <a:lnTo>
                  <a:pt x="225" y="18"/>
                </a:lnTo>
                <a:lnTo>
                  <a:pt x="225" y="17"/>
                </a:lnTo>
                <a:lnTo>
                  <a:pt x="225" y="16"/>
                </a:lnTo>
                <a:lnTo>
                  <a:pt x="225" y="14"/>
                </a:lnTo>
                <a:lnTo>
                  <a:pt x="226" y="14"/>
                </a:lnTo>
                <a:lnTo>
                  <a:pt x="226" y="13"/>
                </a:lnTo>
                <a:lnTo>
                  <a:pt x="226" y="12"/>
                </a:lnTo>
                <a:lnTo>
                  <a:pt x="225" y="11"/>
                </a:lnTo>
                <a:lnTo>
                  <a:pt x="225" y="10"/>
                </a:lnTo>
                <a:lnTo>
                  <a:pt x="226" y="9"/>
                </a:lnTo>
                <a:lnTo>
                  <a:pt x="227" y="9"/>
                </a:lnTo>
                <a:lnTo>
                  <a:pt x="228" y="9"/>
                </a:lnTo>
                <a:lnTo>
                  <a:pt x="229" y="8"/>
                </a:lnTo>
                <a:lnTo>
                  <a:pt x="230" y="8"/>
                </a:lnTo>
                <a:lnTo>
                  <a:pt x="231" y="7"/>
                </a:lnTo>
                <a:lnTo>
                  <a:pt x="232" y="8"/>
                </a:lnTo>
                <a:lnTo>
                  <a:pt x="234" y="8"/>
                </a:lnTo>
                <a:lnTo>
                  <a:pt x="236" y="8"/>
                </a:lnTo>
                <a:lnTo>
                  <a:pt x="237" y="8"/>
                </a:lnTo>
                <a:lnTo>
                  <a:pt x="238" y="7"/>
                </a:lnTo>
                <a:lnTo>
                  <a:pt x="239" y="7"/>
                </a:lnTo>
                <a:lnTo>
                  <a:pt x="240" y="7"/>
                </a:lnTo>
                <a:lnTo>
                  <a:pt x="241" y="7"/>
                </a:lnTo>
                <a:lnTo>
                  <a:pt x="241" y="8"/>
                </a:lnTo>
                <a:lnTo>
                  <a:pt x="242" y="8"/>
                </a:lnTo>
                <a:lnTo>
                  <a:pt x="243" y="7"/>
                </a:lnTo>
                <a:lnTo>
                  <a:pt x="244" y="7"/>
                </a:lnTo>
                <a:lnTo>
                  <a:pt x="246" y="7"/>
                </a:lnTo>
                <a:lnTo>
                  <a:pt x="247" y="7"/>
                </a:lnTo>
                <a:lnTo>
                  <a:pt x="248" y="8"/>
                </a:lnTo>
                <a:lnTo>
                  <a:pt x="249" y="7"/>
                </a:lnTo>
                <a:lnTo>
                  <a:pt x="249" y="6"/>
                </a:lnTo>
                <a:lnTo>
                  <a:pt x="248" y="6"/>
                </a:lnTo>
                <a:lnTo>
                  <a:pt x="249" y="5"/>
                </a:lnTo>
                <a:lnTo>
                  <a:pt x="250" y="4"/>
                </a:lnTo>
                <a:lnTo>
                  <a:pt x="250" y="3"/>
                </a:lnTo>
                <a:lnTo>
                  <a:pt x="251" y="3"/>
                </a:lnTo>
                <a:lnTo>
                  <a:pt x="251" y="2"/>
                </a:lnTo>
                <a:lnTo>
                  <a:pt x="253" y="2"/>
                </a:lnTo>
                <a:lnTo>
                  <a:pt x="254" y="2"/>
                </a:lnTo>
                <a:lnTo>
                  <a:pt x="255" y="1"/>
                </a:lnTo>
                <a:lnTo>
                  <a:pt x="256" y="1"/>
                </a:lnTo>
                <a:lnTo>
                  <a:pt x="257" y="2"/>
                </a:lnTo>
                <a:lnTo>
                  <a:pt x="258" y="2"/>
                </a:lnTo>
                <a:lnTo>
                  <a:pt x="258" y="1"/>
                </a:lnTo>
                <a:lnTo>
                  <a:pt x="259" y="0"/>
                </a:lnTo>
                <a:lnTo>
                  <a:pt x="26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73" name=""/>
          <p:cNvSpPr/>
          <p:nvPr/>
        </p:nvSpPr>
        <p:spPr>
          <a:xfrm>
            <a:off x="6943320" y="3854880"/>
            <a:ext cx="4320" cy="1440"/>
          </a:xfrm>
          <a:custGeom>
            <a:avLst/>
            <a:gdLst/>
            <a:ahLst/>
            <a:rect l="0" t="0" r="r" b="b"/>
            <a:pathLst>
              <a:path w="12" h="4">
                <a:moveTo>
                  <a:pt x="7" y="2"/>
                </a:move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2" y="2"/>
                </a:lnTo>
                <a:lnTo>
                  <a:pt x="12" y="3"/>
                </a:lnTo>
                <a:lnTo>
                  <a:pt x="11" y="3"/>
                </a:lnTo>
                <a:lnTo>
                  <a:pt x="11" y="4"/>
                </a:lnTo>
                <a:lnTo>
                  <a:pt x="10" y="4"/>
                </a:lnTo>
                <a:lnTo>
                  <a:pt x="9" y="3"/>
                </a:lnTo>
                <a:lnTo>
                  <a:pt x="9" y="2"/>
                </a:lnTo>
                <a:lnTo>
                  <a:pt x="7" y="2"/>
                </a:lnTo>
                <a:lnTo>
                  <a:pt x="6" y="2"/>
                </a:lnTo>
                <a:lnTo>
                  <a:pt x="6" y="0"/>
                </a:lnTo>
                <a:lnTo>
                  <a:pt x="5" y="0"/>
                </a:lnTo>
                <a:lnTo>
                  <a:pt x="5" y="2"/>
                </a:lnTo>
                <a:lnTo>
                  <a:pt x="2" y="3"/>
                </a:lnTo>
                <a:lnTo>
                  <a:pt x="1" y="2"/>
                </a:lnTo>
                <a:lnTo>
                  <a:pt x="0" y="2"/>
                </a:lnTo>
                <a:lnTo>
                  <a:pt x="5" y="2"/>
                </a:lnTo>
                <a:lnTo>
                  <a:pt x="6" y="0"/>
                </a:lnTo>
                <a:lnTo>
                  <a:pt x="7" y="0"/>
                </a:lnTo>
                <a:lnTo>
                  <a:pt x="7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74" name=""/>
          <p:cNvSpPr/>
          <p:nvPr/>
        </p:nvSpPr>
        <p:spPr>
          <a:xfrm>
            <a:off x="6978600" y="413496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3"/>
                </a:move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75" name=""/>
          <p:cNvSpPr/>
          <p:nvPr/>
        </p:nvSpPr>
        <p:spPr>
          <a:xfrm>
            <a:off x="6980040" y="413424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3" y="4"/>
                </a:moveTo>
                <a:lnTo>
                  <a:pt x="3" y="5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3" y="3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76" name=""/>
          <p:cNvSpPr/>
          <p:nvPr/>
        </p:nvSpPr>
        <p:spPr>
          <a:xfrm>
            <a:off x="6981480" y="4132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77" name=""/>
          <p:cNvSpPr/>
          <p:nvPr/>
        </p:nvSpPr>
        <p:spPr>
          <a:xfrm>
            <a:off x="6982560" y="41281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78" name=""/>
          <p:cNvSpPr/>
          <p:nvPr/>
        </p:nvSpPr>
        <p:spPr>
          <a:xfrm>
            <a:off x="6998400" y="4124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79" name=""/>
          <p:cNvSpPr/>
          <p:nvPr/>
        </p:nvSpPr>
        <p:spPr>
          <a:xfrm>
            <a:off x="6997320" y="4123080"/>
            <a:ext cx="2880" cy="1800"/>
          </a:xfrm>
          <a:custGeom>
            <a:avLst/>
            <a:gdLst/>
            <a:ahLst/>
            <a:rect l="0" t="0" r="r" b="b"/>
            <a:pathLst>
              <a:path w="8" h="5">
                <a:moveTo>
                  <a:pt x="3" y="1"/>
                </a:moveTo>
                <a:lnTo>
                  <a:pt x="4" y="1"/>
                </a:lnTo>
                <a:lnTo>
                  <a:pt x="5" y="2"/>
                </a:lnTo>
                <a:lnTo>
                  <a:pt x="6" y="4"/>
                </a:lnTo>
                <a:lnTo>
                  <a:pt x="8" y="4"/>
                </a:lnTo>
                <a:lnTo>
                  <a:pt x="8" y="5"/>
                </a:lnTo>
                <a:lnTo>
                  <a:pt x="6" y="5"/>
                </a:lnTo>
                <a:lnTo>
                  <a:pt x="8" y="5"/>
                </a:lnTo>
                <a:lnTo>
                  <a:pt x="6" y="5"/>
                </a:lnTo>
                <a:lnTo>
                  <a:pt x="5" y="4"/>
                </a:lnTo>
                <a:lnTo>
                  <a:pt x="5" y="5"/>
                </a:lnTo>
                <a:lnTo>
                  <a:pt x="3" y="4"/>
                </a:lnTo>
                <a:lnTo>
                  <a:pt x="3" y="5"/>
                </a:lnTo>
                <a:lnTo>
                  <a:pt x="2" y="4"/>
                </a:lnTo>
                <a:lnTo>
                  <a:pt x="0" y="4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80" name=""/>
          <p:cNvSpPr/>
          <p:nvPr/>
        </p:nvSpPr>
        <p:spPr>
          <a:xfrm>
            <a:off x="6999480" y="4123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81" name=""/>
          <p:cNvSpPr/>
          <p:nvPr/>
        </p:nvSpPr>
        <p:spPr>
          <a:xfrm>
            <a:off x="6999840" y="4123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82" name=""/>
          <p:cNvSpPr/>
          <p:nvPr/>
        </p:nvSpPr>
        <p:spPr>
          <a:xfrm>
            <a:off x="6998760" y="4122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83" name=""/>
          <p:cNvSpPr/>
          <p:nvPr/>
        </p:nvSpPr>
        <p:spPr>
          <a:xfrm>
            <a:off x="7003080" y="4118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84" name=""/>
          <p:cNvSpPr/>
          <p:nvPr/>
        </p:nvSpPr>
        <p:spPr>
          <a:xfrm>
            <a:off x="7002360" y="41180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0"/>
                </a:move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85" name=""/>
          <p:cNvSpPr/>
          <p:nvPr/>
        </p:nvSpPr>
        <p:spPr>
          <a:xfrm>
            <a:off x="7002360" y="41176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0"/>
                </a:moveTo>
                <a:lnTo>
                  <a:pt x="3" y="0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86" name=""/>
          <p:cNvSpPr/>
          <p:nvPr/>
        </p:nvSpPr>
        <p:spPr>
          <a:xfrm>
            <a:off x="7001280" y="4117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87" name=""/>
          <p:cNvSpPr/>
          <p:nvPr/>
        </p:nvSpPr>
        <p:spPr>
          <a:xfrm>
            <a:off x="6990120" y="41169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88" name=""/>
          <p:cNvSpPr/>
          <p:nvPr/>
        </p:nvSpPr>
        <p:spPr>
          <a:xfrm>
            <a:off x="6994800" y="411624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2" y="5"/>
                </a:move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4" y="3"/>
                </a:lnTo>
                <a:lnTo>
                  <a:pt x="2" y="5"/>
                </a:lnTo>
                <a:lnTo>
                  <a:pt x="0" y="5"/>
                </a:lnTo>
                <a:lnTo>
                  <a:pt x="2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89" name=""/>
          <p:cNvSpPr/>
          <p:nvPr/>
        </p:nvSpPr>
        <p:spPr>
          <a:xfrm>
            <a:off x="6990480" y="41158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90" name=""/>
          <p:cNvSpPr/>
          <p:nvPr/>
        </p:nvSpPr>
        <p:spPr>
          <a:xfrm>
            <a:off x="6989760" y="41155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91" name=""/>
          <p:cNvSpPr/>
          <p:nvPr/>
        </p:nvSpPr>
        <p:spPr>
          <a:xfrm>
            <a:off x="6992640" y="4115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92" name=""/>
          <p:cNvSpPr/>
          <p:nvPr/>
        </p:nvSpPr>
        <p:spPr>
          <a:xfrm>
            <a:off x="6992280" y="4114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93" name=""/>
          <p:cNvSpPr/>
          <p:nvPr/>
        </p:nvSpPr>
        <p:spPr>
          <a:xfrm>
            <a:off x="7000560" y="4113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94" name=""/>
          <p:cNvSpPr/>
          <p:nvPr/>
        </p:nvSpPr>
        <p:spPr>
          <a:xfrm>
            <a:off x="7000200" y="41130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95" name=""/>
          <p:cNvSpPr/>
          <p:nvPr/>
        </p:nvSpPr>
        <p:spPr>
          <a:xfrm>
            <a:off x="7000200" y="41122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96" name=""/>
          <p:cNvSpPr/>
          <p:nvPr/>
        </p:nvSpPr>
        <p:spPr>
          <a:xfrm>
            <a:off x="6998400" y="411192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97" name=""/>
          <p:cNvSpPr/>
          <p:nvPr/>
        </p:nvSpPr>
        <p:spPr>
          <a:xfrm>
            <a:off x="7000200" y="41108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4"/>
                </a:move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1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98" name=""/>
          <p:cNvSpPr/>
          <p:nvPr/>
        </p:nvSpPr>
        <p:spPr>
          <a:xfrm>
            <a:off x="7002720" y="41108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99" name=""/>
          <p:cNvSpPr/>
          <p:nvPr/>
        </p:nvSpPr>
        <p:spPr>
          <a:xfrm>
            <a:off x="6998760" y="4109400"/>
            <a:ext cx="3960" cy="2160"/>
          </a:xfrm>
          <a:custGeom>
            <a:avLst/>
            <a:gdLst/>
            <a:ahLst/>
            <a:rect l="0" t="0" r="r" b="b"/>
            <a:pathLst>
              <a:path w="11" h="6">
                <a:moveTo>
                  <a:pt x="11" y="1"/>
                </a:moveTo>
                <a:lnTo>
                  <a:pt x="10" y="2"/>
                </a:lnTo>
                <a:lnTo>
                  <a:pt x="9" y="2"/>
                </a:lnTo>
                <a:lnTo>
                  <a:pt x="9" y="1"/>
                </a:lnTo>
                <a:lnTo>
                  <a:pt x="9" y="2"/>
                </a:lnTo>
                <a:lnTo>
                  <a:pt x="9" y="4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8" y="5"/>
                </a:lnTo>
                <a:lnTo>
                  <a:pt x="7" y="5"/>
                </a:lnTo>
                <a:lnTo>
                  <a:pt x="6" y="5"/>
                </a:lnTo>
                <a:lnTo>
                  <a:pt x="5" y="6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5" y="1"/>
                </a:lnTo>
                <a:lnTo>
                  <a:pt x="6" y="0"/>
                </a:lnTo>
                <a:lnTo>
                  <a:pt x="7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00" name=""/>
          <p:cNvSpPr/>
          <p:nvPr/>
        </p:nvSpPr>
        <p:spPr>
          <a:xfrm>
            <a:off x="6996600" y="4108680"/>
            <a:ext cx="2520" cy="2160"/>
          </a:xfrm>
          <a:custGeom>
            <a:avLst/>
            <a:gdLst/>
            <a:ahLst/>
            <a:rect l="0" t="0" r="r" b="b"/>
            <a:pathLst>
              <a:path w="7" h="6">
                <a:moveTo>
                  <a:pt x="4" y="2"/>
                </a:moveTo>
                <a:lnTo>
                  <a:pt x="4" y="3"/>
                </a:lnTo>
                <a:lnTo>
                  <a:pt x="5" y="3"/>
                </a:lnTo>
                <a:lnTo>
                  <a:pt x="6" y="3"/>
                </a:lnTo>
                <a:lnTo>
                  <a:pt x="6" y="2"/>
                </a:lnTo>
                <a:lnTo>
                  <a:pt x="7" y="2"/>
                </a:lnTo>
                <a:lnTo>
                  <a:pt x="6" y="4"/>
                </a:lnTo>
                <a:lnTo>
                  <a:pt x="5" y="4"/>
                </a:lnTo>
                <a:lnTo>
                  <a:pt x="5" y="6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01" name=""/>
          <p:cNvSpPr/>
          <p:nvPr/>
        </p:nvSpPr>
        <p:spPr>
          <a:xfrm>
            <a:off x="7000560" y="410904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2" y="0"/>
                </a:moveTo>
                <a:lnTo>
                  <a:pt x="3" y="0"/>
                </a:lnTo>
                <a:lnTo>
                  <a:pt x="5" y="0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02" name=""/>
          <p:cNvSpPr/>
          <p:nvPr/>
        </p:nvSpPr>
        <p:spPr>
          <a:xfrm>
            <a:off x="6999480" y="410760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4" y="3"/>
                </a:moveTo>
                <a:lnTo>
                  <a:pt x="0" y="5"/>
                </a:lnTo>
                <a:lnTo>
                  <a:pt x="0" y="3"/>
                </a:lnTo>
                <a:lnTo>
                  <a:pt x="1" y="2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03" name=""/>
          <p:cNvSpPr/>
          <p:nvPr/>
        </p:nvSpPr>
        <p:spPr>
          <a:xfrm>
            <a:off x="6999480" y="41072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04" name=""/>
          <p:cNvSpPr/>
          <p:nvPr/>
        </p:nvSpPr>
        <p:spPr>
          <a:xfrm>
            <a:off x="6997320" y="4104720"/>
            <a:ext cx="3600" cy="2160"/>
          </a:xfrm>
          <a:custGeom>
            <a:avLst/>
            <a:gdLst/>
            <a:ahLst/>
            <a:rect l="0" t="0" r="r" b="b"/>
            <a:pathLst>
              <a:path w="10" h="6">
                <a:moveTo>
                  <a:pt x="6" y="1"/>
                </a:moveTo>
                <a:lnTo>
                  <a:pt x="6" y="0"/>
                </a:lnTo>
                <a:lnTo>
                  <a:pt x="8" y="0"/>
                </a:lnTo>
                <a:lnTo>
                  <a:pt x="8" y="1"/>
                </a:lnTo>
                <a:lnTo>
                  <a:pt x="9" y="2"/>
                </a:lnTo>
                <a:lnTo>
                  <a:pt x="10" y="2"/>
                </a:lnTo>
                <a:lnTo>
                  <a:pt x="10" y="3"/>
                </a:lnTo>
                <a:lnTo>
                  <a:pt x="9" y="3"/>
                </a:lnTo>
                <a:lnTo>
                  <a:pt x="9" y="5"/>
                </a:lnTo>
                <a:lnTo>
                  <a:pt x="8" y="5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4" y="5"/>
                </a:lnTo>
                <a:lnTo>
                  <a:pt x="3" y="3"/>
                </a:lnTo>
                <a:lnTo>
                  <a:pt x="2" y="3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05" name=""/>
          <p:cNvSpPr/>
          <p:nvPr/>
        </p:nvSpPr>
        <p:spPr>
          <a:xfrm>
            <a:off x="7001640" y="410436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3" y="0"/>
                </a:move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5" y="0"/>
                </a:lnTo>
                <a:lnTo>
                  <a:pt x="7" y="0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2" y="3"/>
                </a:lnTo>
                <a:lnTo>
                  <a:pt x="1" y="3"/>
                </a:lnTo>
                <a:lnTo>
                  <a:pt x="2" y="3"/>
                </a:lnTo>
                <a:lnTo>
                  <a:pt x="1" y="4"/>
                </a:lnTo>
                <a:lnTo>
                  <a:pt x="0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06" name=""/>
          <p:cNvSpPr/>
          <p:nvPr/>
        </p:nvSpPr>
        <p:spPr>
          <a:xfrm>
            <a:off x="6997320" y="410400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5" y="2"/>
                </a:moveTo>
                <a:lnTo>
                  <a:pt x="4" y="2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2" y="2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07" name=""/>
          <p:cNvSpPr/>
          <p:nvPr/>
        </p:nvSpPr>
        <p:spPr>
          <a:xfrm>
            <a:off x="7000560" y="41032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08" name=""/>
          <p:cNvSpPr/>
          <p:nvPr/>
        </p:nvSpPr>
        <p:spPr>
          <a:xfrm>
            <a:off x="7004160" y="4102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09" name=""/>
          <p:cNvSpPr/>
          <p:nvPr/>
        </p:nvSpPr>
        <p:spPr>
          <a:xfrm>
            <a:off x="7004880" y="41018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10" name=""/>
          <p:cNvSpPr/>
          <p:nvPr/>
        </p:nvSpPr>
        <p:spPr>
          <a:xfrm>
            <a:off x="7000560" y="40978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11" name=""/>
          <p:cNvSpPr/>
          <p:nvPr/>
        </p:nvSpPr>
        <p:spPr>
          <a:xfrm>
            <a:off x="7000920" y="40953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3"/>
                </a:move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12" name=""/>
          <p:cNvSpPr/>
          <p:nvPr/>
        </p:nvSpPr>
        <p:spPr>
          <a:xfrm>
            <a:off x="7001280" y="4095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13" name=""/>
          <p:cNvSpPr/>
          <p:nvPr/>
        </p:nvSpPr>
        <p:spPr>
          <a:xfrm>
            <a:off x="7000200" y="40946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14" name=""/>
          <p:cNvSpPr/>
          <p:nvPr/>
        </p:nvSpPr>
        <p:spPr>
          <a:xfrm>
            <a:off x="7000920" y="40942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15" name=""/>
          <p:cNvSpPr/>
          <p:nvPr/>
        </p:nvSpPr>
        <p:spPr>
          <a:xfrm>
            <a:off x="7001640" y="4091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16" name=""/>
          <p:cNvSpPr/>
          <p:nvPr/>
        </p:nvSpPr>
        <p:spPr>
          <a:xfrm>
            <a:off x="7002360" y="409104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17" name=""/>
          <p:cNvSpPr/>
          <p:nvPr/>
        </p:nvSpPr>
        <p:spPr>
          <a:xfrm>
            <a:off x="6899400" y="3987000"/>
            <a:ext cx="133920" cy="148320"/>
          </a:xfrm>
          <a:custGeom>
            <a:avLst/>
            <a:gdLst/>
            <a:ahLst/>
            <a:rect l="0" t="0" r="r" b="b"/>
            <a:pathLst>
              <a:path w="372" h="412">
                <a:moveTo>
                  <a:pt x="159" y="2"/>
                </a:moveTo>
                <a:lnTo>
                  <a:pt x="159" y="3"/>
                </a:lnTo>
                <a:lnTo>
                  <a:pt x="160" y="3"/>
                </a:lnTo>
                <a:lnTo>
                  <a:pt x="160" y="4"/>
                </a:lnTo>
                <a:lnTo>
                  <a:pt x="161" y="4"/>
                </a:lnTo>
                <a:lnTo>
                  <a:pt x="161" y="3"/>
                </a:lnTo>
                <a:lnTo>
                  <a:pt x="162" y="3"/>
                </a:lnTo>
                <a:lnTo>
                  <a:pt x="163" y="2"/>
                </a:lnTo>
                <a:lnTo>
                  <a:pt x="162" y="2"/>
                </a:lnTo>
                <a:lnTo>
                  <a:pt x="161" y="2"/>
                </a:lnTo>
                <a:lnTo>
                  <a:pt x="162" y="2"/>
                </a:lnTo>
                <a:lnTo>
                  <a:pt x="162" y="1"/>
                </a:lnTo>
                <a:lnTo>
                  <a:pt x="163" y="1"/>
                </a:lnTo>
                <a:lnTo>
                  <a:pt x="164" y="2"/>
                </a:lnTo>
                <a:lnTo>
                  <a:pt x="165" y="2"/>
                </a:lnTo>
                <a:lnTo>
                  <a:pt x="165" y="1"/>
                </a:lnTo>
                <a:lnTo>
                  <a:pt x="165" y="2"/>
                </a:lnTo>
                <a:lnTo>
                  <a:pt x="166" y="1"/>
                </a:lnTo>
                <a:lnTo>
                  <a:pt x="166" y="2"/>
                </a:lnTo>
                <a:lnTo>
                  <a:pt x="167" y="2"/>
                </a:lnTo>
                <a:lnTo>
                  <a:pt x="168" y="2"/>
                </a:lnTo>
                <a:lnTo>
                  <a:pt x="169" y="2"/>
                </a:lnTo>
                <a:lnTo>
                  <a:pt x="169" y="1"/>
                </a:lnTo>
                <a:lnTo>
                  <a:pt x="170" y="1"/>
                </a:lnTo>
                <a:lnTo>
                  <a:pt x="171" y="1"/>
                </a:lnTo>
                <a:lnTo>
                  <a:pt x="171" y="2"/>
                </a:lnTo>
                <a:lnTo>
                  <a:pt x="171" y="3"/>
                </a:lnTo>
                <a:lnTo>
                  <a:pt x="172" y="4"/>
                </a:lnTo>
                <a:lnTo>
                  <a:pt x="173" y="4"/>
                </a:lnTo>
                <a:lnTo>
                  <a:pt x="173" y="5"/>
                </a:lnTo>
                <a:lnTo>
                  <a:pt x="173" y="7"/>
                </a:lnTo>
                <a:lnTo>
                  <a:pt x="173" y="8"/>
                </a:lnTo>
                <a:lnTo>
                  <a:pt x="174" y="9"/>
                </a:lnTo>
                <a:lnTo>
                  <a:pt x="174" y="10"/>
                </a:lnTo>
                <a:lnTo>
                  <a:pt x="175" y="11"/>
                </a:lnTo>
                <a:lnTo>
                  <a:pt x="176" y="12"/>
                </a:lnTo>
                <a:lnTo>
                  <a:pt x="176" y="13"/>
                </a:lnTo>
                <a:lnTo>
                  <a:pt x="177" y="15"/>
                </a:lnTo>
                <a:lnTo>
                  <a:pt x="177" y="16"/>
                </a:lnTo>
                <a:lnTo>
                  <a:pt x="178" y="16"/>
                </a:lnTo>
                <a:lnTo>
                  <a:pt x="179" y="16"/>
                </a:lnTo>
                <a:lnTo>
                  <a:pt x="179" y="17"/>
                </a:lnTo>
                <a:lnTo>
                  <a:pt x="180" y="17"/>
                </a:lnTo>
                <a:lnTo>
                  <a:pt x="181" y="17"/>
                </a:lnTo>
                <a:lnTo>
                  <a:pt x="181" y="18"/>
                </a:lnTo>
                <a:lnTo>
                  <a:pt x="182" y="18"/>
                </a:lnTo>
                <a:lnTo>
                  <a:pt x="183" y="18"/>
                </a:lnTo>
                <a:lnTo>
                  <a:pt x="184" y="19"/>
                </a:lnTo>
                <a:lnTo>
                  <a:pt x="184" y="20"/>
                </a:lnTo>
                <a:lnTo>
                  <a:pt x="185" y="20"/>
                </a:lnTo>
                <a:lnTo>
                  <a:pt x="186" y="21"/>
                </a:lnTo>
                <a:lnTo>
                  <a:pt x="186" y="22"/>
                </a:lnTo>
                <a:lnTo>
                  <a:pt x="187" y="22"/>
                </a:lnTo>
                <a:lnTo>
                  <a:pt x="187" y="23"/>
                </a:lnTo>
                <a:lnTo>
                  <a:pt x="188" y="23"/>
                </a:lnTo>
                <a:lnTo>
                  <a:pt x="190" y="24"/>
                </a:lnTo>
                <a:lnTo>
                  <a:pt x="191" y="25"/>
                </a:lnTo>
                <a:lnTo>
                  <a:pt x="192" y="25"/>
                </a:lnTo>
                <a:lnTo>
                  <a:pt x="193" y="25"/>
                </a:lnTo>
                <a:lnTo>
                  <a:pt x="194" y="26"/>
                </a:lnTo>
                <a:lnTo>
                  <a:pt x="195" y="26"/>
                </a:lnTo>
                <a:lnTo>
                  <a:pt x="196" y="26"/>
                </a:lnTo>
                <a:lnTo>
                  <a:pt x="197" y="26"/>
                </a:lnTo>
                <a:lnTo>
                  <a:pt x="198" y="26"/>
                </a:lnTo>
                <a:lnTo>
                  <a:pt x="201" y="26"/>
                </a:lnTo>
                <a:lnTo>
                  <a:pt x="203" y="26"/>
                </a:lnTo>
                <a:lnTo>
                  <a:pt x="204" y="26"/>
                </a:lnTo>
                <a:lnTo>
                  <a:pt x="205" y="26"/>
                </a:lnTo>
                <a:lnTo>
                  <a:pt x="206" y="26"/>
                </a:lnTo>
                <a:lnTo>
                  <a:pt x="207" y="25"/>
                </a:lnTo>
                <a:lnTo>
                  <a:pt x="208" y="25"/>
                </a:lnTo>
                <a:lnTo>
                  <a:pt x="209" y="25"/>
                </a:lnTo>
                <a:lnTo>
                  <a:pt x="210" y="25"/>
                </a:lnTo>
                <a:lnTo>
                  <a:pt x="210" y="24"/>
                </a:lnTo>
                <a:lnTo>
                  <a:pt x="211" y="24"/>
                </a:lnTo>
                <a:lnTo>
                  <a:pt x="212" y="24"/>
                </a:lnTo>
                <a:lnTo>
                  <a:pt x="211" y="25"/>
                </a:lnTo>
                <a:lnTo>
                  <a:pt x="210" y="26"/>
                </a:lnTo>
                <a:lnTo>
                  <a:pt x="211" y="26"/>
                </a:lnTo>
                <a:lnTo>
                  <a:pt x="211" y="27"/>
                </a:lnTo>
                <a:lnTo>
                  <a:pt x="210" y="27"/>
                </a:lnTo>
                <a:lnTo>
                  <a:pt x="210" y="28"/>
                </a:lnTo>
                <a:lnTo>
                  <a:pt x="210" y="29"/>
                </a:lnTo>
                <a:lnTo>
                  <a:pt x="210" y="30"/>
                </a:lnTo>
                <a:lnTo>
                  <a:pt x="210" y="31"/>
                </a:lnTo>
                <a:lnTo>
                  <a:pt x="211" y="31"/>
                </a:lnTo>
                <a:lnTo>
                  <a:pt x="212" y="31"/>
                </a:lnTo>
                <a:lnTo>
                  <a:pt x="211" y="31"/>
                </a:lnTo>
                <a:lnTo>
                  <a:pt x="212" y="31"/>
                </a:lnTo>
                <a:lnTo>
                  <a:pt x="212" y="30"/>
                </a:lnTo>
                <a:lnTo>
                  <a:pt x="213" y="30"/>
                </a:lnTo>
                <a:lnTo>
                  <a:pt x="214" y="30"/>
                </a:lnTo>
                <a:lnTo>
                  <a:pt x="214" y="29"/>
                </a:lnTo>
                <a:lnTo>
                  <a:pt x="215" y="29"/>
                </a:lnTo>
                <a:lnTo>
                  <a:pt x="216" y="29"/>
                </a:lnTo>
                <a:lnTo>
                  <a:pt x="216" y="28"/>
                </a:lnTo>
                <a:lnTo>
                  <a:pt x="216" y="27"/>
                </a:lnTo>
                <a:lnTo>
                  <a:pt x="216" y="26"/>
                </a:lnTo>
                <a:lnTo>
                  <a:pt x="216" y="27"/>
                </a:lnTo>
                <a:lnTo>
                  <a:pt x="217" y="27"/>
                </a:lnTo>
                <a:lnTo>
                  <a:pt x="217" y="26"/>
                </a:lnTo>
                <a:lnTo>
                  <a:pt x="217" y="27"/>
                </a:lnTo>
                <a:lnTo>
                  <a:pt x="217" y="28"/>
                </a:lnTo>
                <a:lnTo>
                  <a:pt x="217" y="29"/>
                </a:lnTo>
                <a:lnTo>
                  <a:pt x="217" y="30"/>
                </a:lnTo>
                <a:lnTo>
                  <a:pt x="217" y="31"/>
                </a:lnTo>
                <a:lnTo>
                  <a:pt x="218" y="31"/>
                </a:lnTo>
                <a:lnTo>
                  <a:pt x="218" y="32"/>
                </a:lnTo>
                <a:lnTo>
                  <a:pt x="219" y="32"/>
                </a:lnTo>
                <a:lnTo>
                  <a:pt x="218" y="32"/>
                </a:lnTo>
                <a:lnTo>
                  <a:pt x="218" y="33"/>
                </a:lnTo>
                <a:lnTo>
                  <a:pt x="218" y="34"/>
                </a:lnTo>
                <a:lnTo>
                  <a:pt x="219" y="34"/>
                </a:lnTo>
                <a:lnTo>
                  <a:pt x="219" y="35"/>
                </a:lnTo>
                <a:lnTo>
                  <a:pt x="219" y="37"/>
                </a:lnTo>
                <a:lnTo>
                  <a:pt x="219" y="38"/>
                </a:lnTo>
                <a:lnTo>
                  <a:pt x="220" y="38"/>
                </a:lnTo>
                <a:lnTo>
                  <a:pt x="220" y="39"/>
                </a:lnTo>
                <a:lnTo>
                  <a:pt x="221" y="39"/>
                </a:lnTo>
                <a:lnTo>
                  <a:pt x="221" y="40"/>
                </a:lnTo>
                <a:lnTo>
                  <a:pt x="221" y="41"/>
                </a:lnTo>
                <a:lnTo>
                  <a:pt x="221" y="42"/>
                </a:lnTo>
                <a:lnTo>
                  <a:pt x="222" y="42"/>
                </a:lnTo>
                <a:lnTo>
                  <a:pt x="222" y="43"/>
                </a:lnTo>
                <a:lnTo>
                  <a:pt x="223" y="43"/>
                </a:lnTo>
                <a:lnTo>
                  <a:pt x="224" y="43"/>
                </a:lnTo>
                <a:lnTo>
                  <a:pt x="224" y="42"/>
                </a:lnTo>
                <a:lnTo>
                  <a:pt x="225" y="42"/>
                </a:lnTo>
                <a:lnTo>
                  <a:pt x="225" y="41"/>
                </a:lnTo>
                <a:lnTo>
                  <a:pt x="226" y="40"/>
                </a:lnTo>
                <a:lnTo>
                  <a:pt x="226" y="39"/>
                </a:lnTo>
                <a:lnTo>
                  <a:pt x="227" y="39"/>
                </a:lnTo>
                <a:lnTo>
                  <a:pt x="227" y="38"/>
                </a:lnTo>
                <a:lnTo>
                  <a:pt x="227" y="37"/>
                </a:lnTo>
                <a:lnTo>
                  <a:pt x="228" y="37"/>
                </a:lnTo>
                <a:lnTo>
                  <a:pt x="228" y="36"/>
                </a:lnTo>
                <a:lnTo>
                  <a:pt x="228" y="35"/>
                </a:lnTo>
                <a:lnTo>
                  <a:pt x="228" y="36"/>
                </a:lnTo>
                <a:lnTo>
                  <a:pt x="229" y="35"/>
                </a:lnTo>
                <a:lnTo>
                  <a:pt x="230" y="35"/>
                </a:lnTo>
                <a:lnTo>
                  <a:pt x="230" y="34"/>
                </a:lnTo>
                <a:lnTo>
                  <a:pt x="231" y="34"/>
                </a:lnTo>
                <a:lnTo>
                  <a:pt x="231" y="33"/>
                </a:lnTo>
                <a:lnTo>
                  <a:pt x="232" y="34"/>
                </a:lnTo>
                <a:lnTo>
                  <a:pt x="231" y="34"/>
                </a:lnTo>
                <a:lnTo>
                  <a:pt x="232" y="34"/>
                </a:lnTo>
                <a:lnTo>
                  <a:pt x="233" y="34"/>
                </a:lnTo>
                <a:lnTo>
                  <a:pt x="234" y="34"/>
                </a:lnTo>
                <a:lnTo>
                  <a:pt x="234" y="33"/>
                </a:lnTo>
                <a:lnTo>
                  <a:pt x="235" y="33"/>
                </a:lnTo>
                <a:lnTo>
                  <a:pt x="235" y="34"/>
                </a:lnTo>
                <a:lnTo>
                  <a:pt x="236" y="34"/>
                </a:lnTo>
                <a:lnTo>
                  <a:pt x="237" y="34"/>
                </a:lnTo>
                <a:lnTo>
                  <a:pt x="237" y="33"/>
                </a:lnTo>
                <a:lnTo>
                  <a:pt x="237" y="32"/>
                </a:lnTo>
                <a:lnTo>
                  <a:pt x="238" y="33"/>
                </a:lnTo>
                <a:lnTo>
                  <a:pt x="238" y="32"/>
                </a:lnTo>
                <a:lnTo>
                  <a:pt x="239" y="31"/>
                </a:lnTo>
                <a:lnTo>
                  <a:pt x="240" y="31"/>
                </a:lnTo>
                <a:lnTo>
                  <a:pt x="240" y="32"/>
                </a:lnTo>
                <a:lnTo>
                  <a:pt x="241" y="32"/>
                </a:lnTo>
                <a:lnTo>
                  <a:pt x="241" y="31"/>
                </a:lnTo>
                <a:lnTo>
                  <a:pt x="242" y="31"/>
                </a:lnTo>
                <a:lnTo>
                  <a:pt x="242" y="30"/>
                </a:lnTo>
                <a:lnTo>
                  <a:pt x="242" y="29"/>
                </a:lnTo>
                <a:lnTo>
                  <a:pt x="242" y="28"/>
                </a:lnTo>
                <a:lnTo>
                  <a:pt x="242" y="27"/>
                </a:lnTo>
                <a:lnTo>
                  <a:pt x="242" y="26"/>
                </a:lnTo>
                <a:lnTo>
                  <a:pt x="242" y="25"/>
                </a:lnTo>
                <a:lnTo>
                  <a:pt x="241" y="24"/>
                </a:lnTo>
                <a:lnTo>
                  <a:pt x="240" y="24"/>
                </a:lnTo>
                <a:lnTo>
                  <a:pt x="240" y="23"/>
                </a:lnTo>
                <a:lnTo>
                  <a:pt x="239" y="23"/>
                </a:lnTo>
                <a:lnTo>
                  <a:pt x="240" y="23"/>
                </a:lnTo>
                <a:lnTo>
                  <a:pt x="240" y="22"/>
                </a:lnTo>
                <a:lnTo>
                  <a:pt x="241" y="22"/>
                </a:lnTo>
                <a:lnTo>
                  <a:pt x="242" y="22"/>
                </a:lnTo>
                <a:lnTo>
                  <a:pt x="243" y="22"/>
                </a:lnTo>
                <a:lnTo>
                  <a:pt x="244" y="22"/>
                </a:lnTo>
                <a:lnTo>
                  <a:pt x="245" y="22"/>
                </a:lnTo>
                <a:lnTo>
                  <a:pt x="245" y="23"/>
                </a:lnTo>
                <a:lnTo>
                  <a:pt x="245" y="22"/>
                </a:lnTo>
                <a:lnTo>
                  <a:pt x="246" y="21"/>
                </a:lnTo>
                <a:lnTo>
                  <a:pt x="247" y="21"/>
                </a:lnTo>
                <a:lnTo>
                  <a:pt x="247" y="20"/>
                </a:lnTo>
                <a:lnTo>
                  <a:pt x="247" y="19"/>
                </a:lnTo>
                <a:lnTo>
                  <a:pt x="248" y="19"/>
                </a:lnTo>
                <a:lnTo>
                  <a:pt x="249" y="19"/>
                </a:lnTo>
                <a:lnTo>
                  <a:pt x="249" y="18"/>
                </a:lnTo>
                <a:lnTo>
                  <a:pt x="250" y="18"/>
                </a:lnTo>
                <a:lnTo>
                  <a:pt x="251" y="18"/>
                </a:lnTo>
                <a:lnTo>
                  <a:pt x="252" y="18"/>
                </a:lnTo>
                <a:lnTo>
                  <a:pt x="253" y="19"/>
                </a:lnTo>
                <a:lnTo>
                  <a:pt x="254" y="19"/>
                </a:lnTo>
                <a:lnTo>
                  <a:pt x="254" y="20"/>
                </a:lnTo>
                <a:lnTo>
                  <a:pt x="255" y="20"/>
                </a:lnTo>
                <a:lnTo>
                  <a:pt x="256" y="20"/>
                </a:lnTo>
                <a:lnTo>
                  <a:pt x="256" y="19"/>
                </a:lnTo>
                <a:lnTo>
                  <a:pt x="257" y="19"/>
                </a:lnTo>
                <a:lnTo>
                  <a:pt x="258" y="19"/>
                </a:lnTo>
                <a:lnTo>
                  <a:pt x="258" y="18"/>
                </a:lnTo>
                <a:lnTo>
                  <a:pt x="259" y="18"/>
                </a:lnTo>
                <a:lnTo>
                  <a:pt x="258" y="18"/>
                </a:lnTo>
                <a:lnTo>
                  <a:pt x="259" y="17"/>
                </a:lnTo>
                <a:lnTo>
                  <a:pt x="261" y="17"/>
                </a:lnTo>
                <a:lnTo>
                  <a:pt x="261" y="18"/>
                </a:lnTo>
                <a:lnTo>
                  <a:pt x="261" y="17"/>
                </a:lnTo>
                <a:lnTo>
                  <a:pt x="263" y="17"/>
                </a:lnTo>
                <a:lnTo>
                  <a:pt x="263" y="18"/>
                </a:lnTo>
                <a:lnTo>
                  <a:pt x="264" y="18"/>
                </a:lnTo>
                <a:lnTo>
                  <a:pt x="263" y="17"/>
                </a:lnTo>
                <a:lnTo>
                  <a:pt x="264" y="17"/>
                </a:lnTo>
                <a:lnTo>
                  <a:pt x="265" y="16"/>
                </a:lnTo>
                <a:lnTo>
                  <a:pt x="264" y="16"/>
                </a:lnTo>
                <a:lnTo>
                  <a:pt x="265" y="16"/>
                </a:lnTo>
                <a:lnTo>
                  <a:pt x="265" y="17"/>
                </a:lnTo>
                <a:lnTo>
                  <a:pt x="266" y="17"/>
                </a:lnTo>
                <a:lnTo>
                  <a:pt x="267" y="17"/>
                </a:lnTo>
                <a:lnTo>
                  <a:pt x="268" y="17"/>
                </a:lnTo>
                <a:lnTo>
                  <a:pt x="268" y="18"/>
                </a:lnTo>
                <a:lnTo>
                  <a:pt x="268" y="19"/>
                </a:lnTo>
                <a:lnTo>
                  <a:pt x="269" y="19"/>
                </a:lnTo>
                <a:lnTo>
                  <a:pt x="269" y="21"/>
                </a:lnTo>
                <a:lnTo>
                  <a:pt x="269" y="22"/>
                </a:lnTo>
                <a:lnTo>
                  <a:pt x="268" y="22"/>
                </a:lnTo>
                <a:lnTo>
                  <a:pt x="268" y="23"/>
                </a:lnTo>
                <a:lnTo>
                  <a:pt x="269" y="23"/>
                </a:lnTo>
                <a:lnTo>
                  <a:pt x="268" y="23"/>
                </a:lnTo>
                <a:lnTo>
                  <a:pt x="269" y="23"/>
                </a:lnTo>
                <a:lnTo>
                  <a:pt x="269" y="24"/>
                </a:lnTo>
                <a:lnTo>
                  <a:pt x="269" y="25"/>
                </a:lnTo>
                <a:lnTo>
                  <a:pt x="269" y="28"/>
                </a:lnTo>
                <a:lnTo>
                  <a:pt x="268" y="29"/>
                </a:lnTo>
                <a:lnTo>
                  <a:pt x="268" y="30"/>
                </a:lnTo>
                <a:lnTo>
                  <a:pt x="269" y="30"/>
                </a:lnTo>
                <a:lnTo>
                  <a:pt x="270" y="30"/>
                </a:lnTo>
                <a:lnTo>
                  <a:pt x="270" y="31"/>
                </a:lnTo>
                <a:lnTo>
                  <a:pt x="271" y="31"/>
                </a:lnTo>
                <a:lnTo>
                  <a:pt x="271" y="32"/>
                </a:lnTo>
                <a:lnTo>
                  <a:pt x="271" y="33"/>
                </a:lnTo>
                <a:lnTo>
                  <a:pt x="270" y="33"/>
                </a:lnTo>
                <a:lnTo>
                  <a:pt x="270" y="34"/>
                </a:lnTo>
                <a:lnTo>
                  <a:pt x="269" y="35"/>
                </a:lnTo>
                <a:lnTo>
                  <a:pt x="268" y="35"/>
                </a:lnTo>
                <a:lnTo>
                  <a:pt x="268" y="36"/>
                </a:lnTo>
                <a:lnTo>
                  <a:pt x="268" y="37"/>
                </a:lnTo>
                <a:lnTo>
                  <a:pt x="269" y="36"/>
                </a:lnTo>
                <a:lnTo>
                  <a:pt x="270" y="36"/>
                </a:lnTo>
                <a:lnTo>
                  <a:pt x="270" y="35"/>
                </a:lnTo>
                <a:lnTo>
                  <a:pt x="271" y="36"/>
                </a:lnTo>
                <a:lnTo>
                  <a:pt x="272" y="36"/>
                </a:lnTo>
                <a:lnTo>
                  <a:pt x="272" y="37"/>
                </a:lnTo>
                <a:lnTo>
                  <a:pt x="272" y="38"/>
                </a:lnTo>
                <a:lnTo>
                  <a:pt x="273" y="38"/>
                </a:lnTo>
                <a:lnTo>
                  <a:pt x="273" y="37"/>
                </a:lnTo>
                <a:lnTo>
                  <a:pt x="272" y="37"/>
                </a:lnTo>
                <a:lnTo>
                  <a:pt x="273" y="36"/>
                </a:lnTo>
                <a:lnTo>
                  <a:pt x="274" y="36"/>
                </a:lnTo>
                <a:lnTo>
                  <a:pt x="274" y="35"/>
                </a:lnTo>
                <a:lnTo>
                  <a:pt x="275" y="35"/>
                </a:lnTo>
                <a:lnTo>
                  <a:pt x="274" y="35"/>
                </a:lnTo>
                <a:lnTo>
                  <a:pt x="275" y="35"/>
                </a:lnTo>
                <a:lnTo>
                  <a:pt x="275" y="34"/>
                </a:lnTo>
                <a:lnTo>
                  <a:pt x="276" y="34"/>
                </a:lnTo>
                <a:lnTo>
                  <a:pt x="277" y="34"/>
                </a:lnTo>
                <a:lnTo>
                  <a:pt x="278" y="33"/>
                </a:lnTo>
                <a:lnTo>
                  <a:pt x="278" y="34"/>
                </a:lnTo>
                <a:lnTo>
                  <a:pt x="279" y="34"/>
                </a:lnTo>
                <a:lnTo>
                  <a:pt x="280" y="34"/>
                </a:lnTo>
                <a:lnTo>
                  <a:pt x="280" y="35"/>
                </a:lnTo>
                <a:lnTo>
                  <a:pt x="281" y="35"/>
                </a:lnTo>
                <a:lnTo>
                  <a:pt x="281" y="36"/>
                </a:lnTo>
                <a:lnTo>
                  <a:pt x="281" y="37"/>
                </a:lnTo>
                <a:lnTo>
                  <a:pt x="281" y="38"/>
                </a:lnTo>
                <a:lnTo>
                  <a:pt x="280" y="39"/>
                </a:lnTo>
                <a:lnTo>
                  <a:pt x="280" y="40"/>
                </a:lnTo>
                <a:lnTo>
                  <a:pt x="280" y="41"/>
                </a:lnTo>
                <a:lnTo>
                  <a:pt x="281" y="41"/>
                </a:lnTo>
                <a:lnTo>
                  <a:pt x="281" y="42"/>
                </a:lnTo>
                <a:lnTo>
                  <a:pt x="282" y="42"/>
                </a:lnTo>
                <a:lnTo>
                  <a:pt x="282" y="41"/>
                </a:lnTo>
                <a:lnTo>
                  <a:pt x="283" y="41"/>
                </a:lnTo>
                <a:lnTo>
                  <a:pt x="283" y="42"/>
                </a:lnTo>
                <a:lnTo>
                  <a:pt x="284" y="42"/>
                </a:lnTo>
                <a:lnTo>
                  <a:pt x="285" y="42"/>
                </a:lnTo>
                <a:lnTo>
                  <a:pt x="286" y="42"/>
                </a:lnTo>
                <a:lnTo>
                  <a:pt x="286" y="41"/>
                </a:lnTo>
                <a:lnTo>
                  <a:pt x="287" y="42"/>
                </a:lnTo>
                <a:lnTo>
                  <a:pt x="287" y="41"/>
                </a:lnTo>
                <a:lnTo>
                  <a:pt x="288" y="41"/>
                </a:lnTo>
                <a:lnTo>
                  <a:pt x="289" y="41"/>
                </a:lnTo>
                <a:lnTo>
                  <a:pt x="289" y="42"/>
                </a:lnTo>
                <a:lnTo>
                  <a:pt x="290" y="42"/>
                </a:lnTo>
                <a:lnTo>
                  <a:pt x="290" y="43"/>
                </a:lnTo>
                <a:lnTo>
                  <a:pt x="290" y="44"/>
                </a:lnTo>
                <a:lnTo>
                  <a:pt x="291" y="44"/>
                </a:lnTo>
                <a:lnTo>
                  <a:pt x="292" y="45"/>
                </a:lnTo>
                <a:lnTo>
                  <a:pt x="293" y="46"/>
                </a:lnTo>
                <a:lnTo>
                  <a:pt x="293" y="47"/>
                </a:lnTo>
                <a:lnTo>
                  <a:pt x="294" y="47"/>
                </a:lnTo>
                <a:lnTo>
                  <a:pt x="293" y="48"/>
                </a:lnTo>
                <a:lnTo>
                  <a:pt x="293" y="49"/>
                </a:lnTo>
                <a:lnTo>
                  <a:pt x="293" y="50"/>
                </a:lnTo>
                <a:lnTo>
                  <a:pt x="294" y="51"/>
                </a:lnTo>
                <a:lnTo>
                  <a:pt x="293" y="51"/>
                </a:lnTo>
                <a:lnTo>
                  <a:pt x="292" y="53"/>
                </a:lnTo>
                <a:lnTo>
                  <a:pt x="291" y="70"/>
                </a:lnTo>
                <a:lnTo>
                  <a:pt x="291" y="71"/>
                </a:lnTo>
                <a:lnTo>
                  <a:pt x="291" y="75"/>
                </a:lnTo>
                <a:lnTo>
                  <a:pt x="290" y="77"/>
                </a:lnTo>
                <a:lnTo>
                  <a:pt x="290" y="84"/>
                </a:lnTo>
                <a:lnTo>
                  <a:pt x="293" y="83"/>
                </a:lnTo>
                <a:lnTo>
                  <a:pt x="294" y="80"/>
                </a:lnTo>
                <a:lnTo>
                  <a:pt x="297" y="81"/>
                </a:lnTo>
                <a:lnTo>
                  <a:pt x="299" y="82"/>
                </a:lnTo>
                <a:lnTo>
                  <a:pt x="303" y="85"/>
                </a:lnTo>
                <a:lnTo>
                  <a:pt x="302" y="86"/>
                </a:lnTo>
                <a:lnTo>
                  <a:pt x="305" y="88"/>
                </a:lnTo>
                <a:lnTo>
                  <a:pt x="305" y="89"/>
                </a:lnTo>
                <a:lnTo>
                  <a:pt x="307" y="89"/>
                </a:lnTo>
                <a:lnTo>
                  <a:pt x="309" y="91"/>
                </a:lnTo>
                <a:lnTo>
                  <a:pt x="311" y="93"/>
                </a:lnTo>
                <a:lnTo>
                  <a:pt x="313" y="96"/>
                </a:lnTo>
                <a:lnTo>
                  <a:pt x="316" y="99"/>
                </a:lnTo>
                <a:lnTo>
                  <a:pt x="318" y="101"/>
                </a:lnTo>
                <a:lnTo>
                  <a:pt x="319" y="104"/>
                </a:lnTo>
                <a:lnTo>
                  <a:pt x="320" y="106"/>
                </a:lnTo>
                <a:lnTo>
                  <a:pt x="323" y="110"/>
                </a:lnTo>
                <a:lnTo>
                  <a:pt x="323" y="111"/>
                </a:lnTo>
                <a:lnTo>
                  <a:pt x="325" y="114"/>
                </a:lnTo>
                <a:lnTo>
                  <a:pt x="326" y="115"/>
                </a:lnTo>
                <a:lnTo>
                  <a:pt x="326" y="116"/>
                </a:lnTo>
                <a:lnTo>
                  <a:pt x="326" y="115"/>
                </a:lnTo>
                <a:lnTo>
                  <a:pt x="328" y="114"/>
                </a:lnTo>
                <a:lnTo>
                  <a:pt x="330" y="120"/>
                </a:lnTo>
                <a:lnTo>
                  <a:pt x="330" y="121"/>
                </a:lnTo>
                <a:lnTo>
                  <a:pt x="331" y="121"/>
                </a:lnTo>
                <a:lnTo>
                  <a:pt x="332" y="122"/>
                </a:lnTo>
                <a:lnTo>
                  <a:pt x="333" y="123"/>
                </a:lnTo>
                <a:lnTo>
                  <a:pt x="334" y="123"/>
                </a:lnTo>
                <a:lnTo>
                  <a:pt x="335" y="124"/>
                </a:lnTo>
                <a:lnTo>
                  <a:pt x="335" y="123"/>
                </a:lnTo>
                <a:lnTo>
                  <a:pt x="336" y="123"/>
                </a:lnTo>
                <a:lnTo>
                  <a:pt x="337" y="123"/>
                </a:lnTo>
                <a:lnTo>
                  <a:pt x="337" y="124"/>
                </a:lnTo>
                <a:lnTo>
                  <a:pt x="338" y="124"/>
                </a:lnTo>
                <a:lnTo>
                  <a:pt x="339" y="124"/>
                </a:lnTo>
                <a:lnTo>
                  <a:pt x="341" y="125"/>
                </a:lnTo>
                <a:lnTo>
                  <a:pt x="342" y="125"/>
                </a:lnTo>
                <a:lnTo>
                  <a:pt x="342" y="126"/>
                </a:lnTo>
                <a:lnTo>
                  <a:pt x="343" y="126"/>
                </a:lnTo>
                <a:lnTo>
                  <a:pt x="342" y="127"/>
                </a:lnTo>
                <a:lnTo>
                  <a:pt x="343" y="127"/>
                </a:lnTo>
                <a:lnTo>
                  <a:pt x="343" y="126"/>
                </a:lnTo>
                <a:lnTo>
                  <a:pt x="343" y="127"/>
                </a:lnTo>
                <a:lnTo>
                  <a:pt x="344" y="127"/>
                </a:lnTo>
                <a:lnTo>
                  <a:pt x="345" y="127"/>
                </a:lnTo>
                <a:lnTo>
                  <a:pt x="346" y="128"/>
                </a:lnTo>
                <a:lnTo>
                  <a:pt x="348" y="129"/>
                </a:lnTo>
                <a:lnTo>
                  <a:pt x="349" y="129"/>
                </a:lnTo>
                <a:lnTo>
                  <a:pt x="351" y="129"/>
                </a:lnTo>
                <a:lnTo>
                  <a:pt x="352" y="129"/>
                </a:lnTo>
                <a:lnTo>
                  <a:pt x="353" y="131"/>
                </a:lnTo>
                <a:lnTo>
                  <a:pt x="353" y="132"/>
                </a:lnTo>
                <a:lnTo>
                  <a:pt x="354" y="132"/>
                </a:lnTo>
                <a:lnTo>
                  <a:pt x="355" y="133"/>
                </a:lnTo>
                <a:lnTo>
                  <a:pt x="356" y="133"/>
                </a:lnTo>
                <a:lnTo>
                  <a:pt x="357" y="132"/>
                </a:lnTo>
                <a:lnTo>
                  <a:pt x="357" y="133"/>
                </a:lnTo>
                <a:lnTo>
                  <a:pt x="358" y="133"/>
                </a:lnTo>
                <a:lnTo>
                  <a:pt x="359" y="132"/>
                </a:lnTo>
                <a:lnTo>
                  <a:pt x="360" y="132"/>
                </a:lnTo>
                <a:lnTo>
                  <a:pt x="360" y="133"/>
                </a:lnTo>
                <a:lnTo>
                  <a:pt x="360" y="134"/>
                </a:lnTo>
                <a:lnTo>
                  <a:pt x="361" y="134"/>
                </a:lnTo>
                <a:lnTo>
                  <a:pt x="361" y="133"/>
                </a:lnTo>
                <a:lnTo>
                  <a:pt x="362" y="133"/>
                </a:lnTo>
                <a:lnTo>
                  <a:pt x="362" y="132"/>
                </a:lnTo>
                <a:lnTo>
                  <a:pt x="364" y="133"/>
                </a:lnTo>
                <a:lnTo>
                  <a:pt x="365" y="133"/>
                </a:lnTo>
                <a:lnTo>
                  <a:pt x="366" y="132"/>
                </a:lnTo>
                <a:lnTo>
                  <a:pt x="367" y="132"/>
                </a:lnTo>
                <a:lnTo>
                  <a:pt x="368" y="132"/>
                </a:lnTo>
                <a:lnTo>
                  <a:pt x="368" y="131"/>
                </a:lnTo>
                <a:lnTo>
                  <a:pt x="369" y="131"/>
                </a:lnTo>
                <a:lnTo>
                  <a:pt x="370" y="131"/>
                </a:lnTo>
                <a:lnTo>
                  <a:pt x="371" y="131"/>
                </a:lnTo>
                <a:lnTo>
                  <a:pt x="372" y="131"/>
                </a:lnTo>
                <a:lnTo>
                  <a:pt x="372" y="132"/>
                </a:lnTo>
                <a:lnTo>
                  <a:pt x="372" y="133"/>
                </a:lnTo>
                <a:lnTo>
                  <a:pt x="372" y="134"/>
                </a:lnTo>
                <a:lnTo>
                  <a:pt x="371" y="134"/>
                </a:lnTo>
                <a:lnTo>
                  <a:pt x="370" y="134"/>
                </a:lnTo>
                <a:lnTo>
                  <a:pt x="369" y="135"/>
                </a:lnTo>
                <a:lnTo>
                  <a:pt x="368" y="135"/>
                </a:lnTo>
                <a:lnTo>
                  <a:pt x="367" y="136"/>
                </a:lnTo>
                <a:lnTo>
                  <a:pt x="366" y="136"/>
                </a:lnTo>
                <a:lnTo>
                  <a:pt x="365" y="137"/>
                </a:lnTo>
                <a:lnTo>
                  <a:pt x="364" y="137"/>
                </a:lnTo>
                <a:lnTo>
                  <a:pt x="364" y="138"/>
                </a:lnTo>
                <a:lnTo>
                  <a:pt x="363" y="138"/>
                </a:lnTo>
                <a:lnTo>
                  <a:pt x="362" y="138"/>
                </a:lnTo>
                <a:lnTo>
                  <a:pt x="362" y="139"/>
                </a:lnTo>
                <a:lnTo>
                  <a:pt x="360" y="139"/>
                </a:lnTo>
                <a:lnTo>
                  <a:pt x="359" y="139"/>
                </a:lnTo>
                <a:lnTo>
                  <a:pt x="359" y="140"/>
                </a:lnTo>
                <a:lnTo>
                  <a:pt x="358" y="140"/>
                </a:lnTo>
                <a:lnTo>
                  <a:pt x="357" y="141"/>
                </a:lnTo>
                <a:lnTo>
                  <a:pt x="356" y="142"/>
                </a:lnTo>
                <a:lnTo>
                  <a:pt x="355" y="143"/>
                </a:lnTo>
                <a:lnTo>
                  <a:pt x="354" y="143"/>
                </a:lnTo>
                <a:lnTo>
                  <a:pt x="353" y="143"/>
                </a:lnTo>
                <a:lnTo>
                  <a:pt x="353" y="144"/>
                </a:lnTo>
                <a:lnTo>
                  <a:pt x="352" y="146"/>
                </a:lnTo>
                <a:lnTo>
                  <a:pt x="351" y="146"/>
                </a:lnTo>
                <a:lnTo>
                  <a:pt x="351" y="147"/>
                </a:lnTo>
                <a:lnTo>
                  <a:pt x="350" y="148"/>
                </a:lnTo>
                <a:lnTo>
                  <a:pt x="349" y="148"/>
                </a:lnTo>
                <a:lnTo>
                  <a:pt x="350" y="149"/>
                </a:lnTo>
                <a:lnTo>
                  <a:pt x="349" y="150"/>
                </a:lnTo>
                <a:lnTo>
                  <a:pt x="349" y="151"/>
                </a:lnTo>
                <a:lnTo>
                  <a:pt x="347" y="152"/>
                </a:lnTo>
                <a:lnTo>
                  <a:pt x="346" y="153"/>
                </a:lnTo>
                <a:lnTo>
                  <a:pt x="345" y="153"/>
                </a:lnTo>
                <a:lnTo>
                  <a:pt x="344" y="154"/>
                </a:lnTo>
                <a:lnTo>
                  <a:pt x="343" y="154"/>
                </a:lnTo>
                <a:lnTo>
                  <a:pt x="342" y="155"/>
                </a:lnTo>
                <a:lnTo>
                  <a:pt x="341" y="155"/>
                </a:lnTo>
                <a:lnTo>
                  <a:pt x="341" y="156"/>
                </a:lnTo>
                <a:lnTo>
                  <a:pt x="340" y="156"/>
                </a:lnTo>
                <a:lnTo>
                  <a:pt x="339" y="157"/>
                </a:lnTo>
                <a:lnTo>
                  <a:pt x="339" y="158"/>
                </a:lnTo>
                <a:lnTo>
                  <a:pt x="338" y="159"/>
                </a:lnTo>
                <a:lnTo>
                  <a:pt x="337" y="160"/>
                </a:lnTo>
                <a:lnTo>
                  <a:pt x="337" y="161"/>
                </a:lnTo>
                <a:lnTo>
                  <a:pt x="336" y="161"/>
                </a:lnTo>
                <a:lnTo>
                  <a:pt x="336" y="162"/>
                </a:lnTo>
                <a:lnTo>
                  <a:pt x="335" y="163"/>
                </a:lnTo>
                <a:lnTo>
                  <a:pt x="334" y="163"/>
                </a:lnTo>
                <a:lnTo>
                  <a:pt x="333" y="165"/>
                </a:lnTo>
                <a:lnTo>
                  <a:pt x="333" y="166"/>
                </a:lnTo>
                <a:lnTo>
                  <a:pt x="332" y="166"/>
                </a:lnTo>
                <a:lnTo>
                  <a:pt x="331" y="166"/>
                </a:lnTo>
                <a:lnTo>
                  <a:pt x="330" y="167"/>
                </a:lnTo>
                <a:lnTo>
                  <a:pt x="328" y="167"/>
                </a:lnTo>
                <a:lnTo>
                  <a:pt x="327" y="167"/>
                </a:lnTo>
                <a:lnTo>
                  <a:pt x="327" y="168"/>
                </a:lnTo>
                <a:lnTo>
                  <a:pt x="326" y="167"/>
                </a:lnTo>
                <a:lnTo>
                  <a:pt x="326" y="168"/>
                </a:lnTo>
                <a:lnTo>
                  <a:pt x="325" y="167"/>
                </a:lnTo>
                <a:lnTo>
                  <a:pt x="325" y="168"/>
                </a:lnTo>
                <a:lnTo>
                  <a:pt x="324" y="168"/>
                </a:lnTo>
                <a:lnTo>
                  <a:pt x="323" y="168"/>
                </a:lnTo>
                <a:lnTo>
                  <a:pt x="322" y="168"/>
                </a:lnTo>
                <a:lnTo>
                  <a:pt x="322" y="167"/>
                </a:lnTo>
                <a:lnTo>
                  <a:pt x="320" y="167"/>
                </a:lnTo>
                <a:lnTo>
                  <a:pt x="320" y="168"/>
                </a:lnTo>
                <a:lnTo>
                  <a:pt x="320" y="169"/>
                </a:lnTo>
                <a:lnTo>
                  <a:pt x="319" y="169"/>
                </a:lnTo>
                <a:lnTo>
                  <a:pt x="319" y="170"/>
                </a:lnTo>
                <a:lnTo>
                  <a:pt x="318" y="170"/>
                </a:lnTo>
                <a:lnTo>
                  <a:pt x="318" y="171"/>
                </a:lnTo>
                <a:lnTo>
                  <a:pt x="317" y="171"/>
                </a:lnTo>
                <a:lnTo>
                  <a:pt x="317" y="172"/>
                </a:lnTo>
                <a:lnTo>
                  <a:pt x="316" y="172"/>
                </a:lnTo>
                <a:lnTo>
                  <a:pt x="316" y="171"/>
                </a:lnTo>
                <a:lnTo>
                  <a:pt x="316" y="169"/>
                </a:lnTo>
                <a:lnTo>
                  <a:pt x="312" y="170"/>
                </a:lnTo>
                <a:lnTo>
                  <a:pt x="312" y="171"/>
                </a:lnTo>
                <a:lnTo>
                  <a:pt x="311" y="171"/>
                </a:lnTo>
                <a:lnTo>
                  <a:pt x="310" y="171"/>
                </a:lnTo>
                <a:lnTo>
                  <a:pt x="310" y="172"/>
                </a:lnTo>
                <a:lnTo>
                  <a:pt x="311" y="172"/>
                </a:lnTo>
                <a:lnTo>
                  <a:pt x="311" y="173"/>
                </a:lnTo>
                <a:lnTo>
                  <a:pt x="310" y="173"/>
                </a:lnTo>
                <a:lnTo>
                  <a:pt x="309" y="175"/>
                </a:lnTo>
                <a:lnTo>
                  <a:pt x="308" y="175"/>
                </a:lnTo>
                <a:lnTo>
                  <a:pt x="308" y="176"/>
                </a:lnTo>
                <a:lnTo>
                  <a:pt x="308" y="177"/>
                </a:lnTo>
                <a:lnTo>
                  <a:pt x="309" y="177"/>
                </a:lnTo>
                <a:lnTo>
                  <a:pt x="309" y="178"/>
                </a:lnTo>
                <a:lnTo>
                  <a:pt x="310" y="179"/>
                </a:lnTo>
                <a:lnTo>
                  <a:pt x="309" y="179"/>
                </a:lnTo>
                <a:lnTo>
                  <a:pt x="309" y="180"/>
                </a:lnTo>
                <a:lnTo>
                  <a:pt x="309" y="181"/>
                </a:lnTo>
                <a:lnTo>
                  <a:pt x="309" y="182"/>
                </a:lnTo>
                <a:lnTo>
                  <a:pt x="309" y="181"/>
                </a:lnTo>
                <a:lnTo>
                  <a:pt x="310" y="181"/>
                </a:lnTo>
                <a:lnTo>
                  <a:pt x="311" y="181"/>
                </a:lnTo>
                <a:lnTo>
                  <a:pt x="312" y="180"/>
                </a:lnTo>
                <a:lnTo>
                  <a:pt x="311" y="180"/>
                </a:lnTo>
                <a:lnTo>
                  <a:pt x="311" y="179"/>
                </a:lnTo>
                <a:lnTo>
                  <a:pt x="312" y="178"/>
                </a:lnTo>
                <a:lnTo>
                  <a:pt x="312" y="177"/>
                </a:lnTo>
                <a:lnTo>
                  <a:pt x="312" y="176"/>
                </a:lnTo>
                <a:lnTo>
                  <a:pt x="313" y="175"/>
                </a:lnTo>
                <a:lnTo>
                  <a:pt x="314" y="175"/>
                </a:lnTo>
                <a:lnTo>
                  <a:pt x="315" y="174"/>
                </a:lnTo>
                <a:lnTo>
                  <a:pt x="315" y="173"/>
                </a:lnTo>
                <a:lnTo>
                  <a:pt x="317" y="175"/>
                </a:lnTo>
                <a:lnTo>
                  <a:pt x="316" y="175"/>
                </a:lnTo>
                <a:lnTo>
                  <a:pt x="317" y="176"/>
                </a:lnTo>
                <a:lnTo>
                  <a:pt x="317" y="177"/>
                </a:lnTo>
                <a:lnTo>
                  <a:pt x="316" y="177"/>
                </a:lnTo>
                <a:lnTo>
                  <a:pt x="317" y="177"/>
                </a:lnTo>
                <a:lnTo>
                  <a:pt x="317" y="178"/>
                </a:lnTo>
                <a:lnTo>
                  <a:pt x="316" y="178"/>
                </a:lnTo>
                <a:lnTo>
                  <a:pt x="316" y="179"/>
                </a:lnTo>
                <a:lnTo>
                  <a:pt x="316" y="180"/>
                </a:lnTo>
                <a:lnTo>
                  <a:pt x="316" y="181"/>
                </a:lnTo>
                <a:lnTo>
                  <a:pt x="315" y="181"/>
                </a:lnTo>
                <a:lnTo>
                  <a:pt x="314" y="180"/>
                </a:lnTo>
                <a:lnTo>
                  <a:pt x="313" y="181"/>
                </a:lnTo>
                <a:lnTo>
                  <a:pt x="313" y="182"/>
                </a:lnTo>
                <a:lnTo>
                  <a:pt x="313" y="184"/>
                </a:lnTo>
                <a:lnTo>
                  <a:pt x="313" y="183"/>
                </a:lnTo>
                <a:lnTo>
                  <a:pt x="314" y="183"/>
                </a:lnTo>
                <a:lnTo>
                  <a:pt x="315" y="183"/>
                </a:lnTo>
                <a:lnTo>
                  <a:pt x="316" y="183"/>
                </a:lnTo>
                <a:lnTo>
                  <a:pt x="316" y="182"/>
                </a:lnTo>
                <a:lnTo>
                  <a:pt x="317" y="181"/>
                </a:lnTo>
                <a:lnTo>
                  <a:pt x="317" y="180"/>
                </a:lnTo>
                <a:lnTo>
                  <a:pt x="318" y="179"/>
                </a:lnTo>
                <a:lnTo>
                  <a:pt x="319" y="179"/>
                </a:lnTo>
                <a:lnTo>
                  <a:pt x="318" y="178"/>
                </a:lnTo>
                <a:lnTo>
                  <a:pt x="318" y="177"/>
                </a:lnTo>
                <a:lnTo>
                  <a:pt x="319" y="177"/>
                </a:lnTo>
                <a:lnTo>
                  <a:pt x="320" y="176"/>
                </a:lnTo>
                <a:lnTo>
                  <a:pt x="320" y="175"/>
                </a:lnTo>
                <a:lnTo>
                  <a:pt x="321" y="175"/>
                </a:lnTo>
                <a:lnTo>
                  <a:pt x="322" y="174"/>
                </a:lnTo>
                <a:lnTo>
                  <a:pt x="326" y="173"/>
                </a:lnTo>
                <a:lnTo>
                  <a:pt x="327" y="173"/>
                </a:lnTo>
                <a:lnTo>
                  <a:pt x="328" y="173"/>
                </a:lnTo>
                <a:lnTo>
                  <a:pt x="328" y="172"/>
                </a:lnTo>
                <a:lnTo>
                  <a:pt x="329" y="172"/>
                </a:lnTo>
                <a:lnTo>
                  <a:pt x="330" y="171"/>
                </a:lnTo>
                <a:lnTo>
                  <a:pt x="330" y="170"/>
                </a:lnTo>
                <a:lnTo>
                  <a:pt x="331" y="170"/>
                </a:lnTo>
                <a:lnTo>
                  <a:pt x="332" y="169"/>
                </a:lnTo>
                <a:lnTo>
                  <a:pt x="333" y="169"/>
                </a:lnTo>
                <a:lnTo>
                  <a:pt x="334" y="168"/>
                </a:lnTo>
                <a:lnTo>
                  <a:pt x="335" y="168"/>
                </a:lnTo>
                <a:lnTo>
                  <a:pt x="336" y="168"/>
                </a:lnTo>
                <a:lnTo>
                  <a:pt x="336" y="169"/>
                </a:lnTo>
                <a:lnTo>
                  <a:pt x="337" y="169"/>
                </a:lnTo>
                <a:lnTo>
                  <a:pt x="337" y="170"/>
                </a:lnTo>
                <a:lnTo>
                  <a:pt x="338" y="169"/>
                </a:lnTo>
                <a:lnTo>
                  <a:pt x="340" y="169"/>
                </a:lnTo>
                <a:lnTo>
                  <a:pt x="339" y="169"/>
                </a:lnTo>
                <a:lnTo>
                  <a:pt x="339" y="170"/>
                </a:lnTo>
                <a:lnTo>
                  <a:pt x="339" y="171"/>
                </a:lnTo>
                <a:lnTo>
                  <a:pt x="338" y="171"/>
                </a:lnTo>
                <a:lnTo>
                  <a:pt x="338" y="172"/>
                </a:lnTo>
                <a:lnTo>
                  <a:pt x="338" y="173"/>
                </a:lnTo>
                <a:lnTo>
                  <a:pt x="338" y="174"/>
                </a:lnTo>
                <a:lnTo>
                  <a:pt x="338" y="175"/>
                </a:lnTo>
                <a:lnTo>
                  <a:pt x="339" y="175"/>
                </a:lnTo>
                <a:lnTo>
                  <a:pt x="339" y="176"/>
                </a:lnTo>
                <a:lnTo>
                  <a:pt x="340" y="175"/>
                </a:lnTo>
                <a:lnTo>
                  <a:pt x="341" y="175"/>
                </a:lnTo>
                <a:lnTo>
                  <a:pt x="342" y="175"/>
                </a:lnTo>
                <a:lnTo>
                  <a:pt x="342" y="174"/>
                </a:lnTo>
                <a:lnTo>
                  <a:pt x="343" y="174"/>
                </a:lnTo>
                <a:lnTo>
                  <a:pt x="343" y="173"/>
                </a:lnTo>
                <a:lnTo>
                  <a:pt x="343" y="172"/>
                </a:lnTo>
                <a:lnTo>
                  <a:pt x="343" y="171"/>
                </a:lnTo>
                <a:lnTo>
                  <a:pt x="344" y="171"/>
                </a:lnTo>
                <a:lnTo>
                  <a:pt x="344" y="170"/>
                </a:lnTo>
                <a:lnTo>
                  <a:pt x="344" y="169"/>
                </a:lnTo>
                <a:lnTo>
                  <a:pt x="345" y="169"/>
                </a:lnTo>
                <a:lnTo>
                  <a:pt x="345" y="168"/>
                </a:lnTo>
                <a:lnTo>
                  <a:pt x="344" y="168"/>
                </a:lnTo>
                <a:lnTo>
                  <a:pt x="344" y="167"/>
                </a:lnTo>
                <a:lnTo>
                  <a:pt x="343" y="167"/>
                </a:lnTo>
                <a:lnTo>
                  <a:pt x="341" y="167"/>
                </a:lnTo>
                <a:lnTo>
                  <a:pt x="341" y="168"/>
                </a:lnTo>
                <a:lnTo>
                  <a:pt x="340" y="168"/>
                </a:lnTo>
                <a:lnTo>
                  <a:pt x="340" y="167"/>
                </a:lnTo>
                <a:lnTo>
                  <a:pt x="339" y="167"/>
                </a:lnTo>
                <a:lnTo>
                  <a:pt x="339" y="168"/>
                </a:lnTo>
                <a:lnTo>
                  <a:pt x="338" y="168"/>
                </a:lnTo>
                <a:lnTo>
                  <a:pt x="337" y="168"/>
                </a:lnTo>
                <a:lnTo>
                  <a:pt x="336" y="168"/>
                </a:lnTo>
                <a:lnTo>
                  <a:pt x="336" y="166"/>
                </a:lnTo>
                <a:lnTo>
                  <a:pt x="337" y="166"/>
                </a:lnTo>
                <a:lnTo>
                  <a:pt x="338" y="165"/>
                </a:lnTo>
                <a:lnTo>
                  <a:pt x="339" y="165"/>
                </a:lnTo>
                <a:lnTo>
                  <a:pt x="339" y="164"/>
                </a:lnTo>
                <a:lnTo>
                  <a:pt x="340" y="164"/>
                </a:lnTo>
                <a:lnTo>
                  <a:pt x="340" y="163"/>
                </a:lnTo>
                <a:lnTo>
                  <a:pt x="341" y="163"/>
                </a:lnTo>
                <a:lnTo>
                  <a:pt x="341" y="162"/>
                </a:lnTo>
                <a:lnTo>
                  <a:pt x="342" y="162"/>
                </a:lnTo>
                <a:lnTo>
                  <a:pt x="343" y="161"/>
                </a:lnTo>
                <a:lnTo>
                  <a:pt x="345" y="160"/>
                </a:lnTo>
                <a:lnTo>
                  <a:pt x="346" y="160"/>
                </a:lnTo>
                <a:lnTo>
                  <a:pt x="347" y="160"/>
                </a:lnTo>
                <a:lnTo>
                  <a:pt x="348" y="160"/>
                </a:lnTo>
                <a:lnTo>
                  <a:pt x="349" y="160"/>
                </a:lnTo>
                <a:lnTo>
                  <a:pt x="350" y="160"/>
                </a:lnTo>
                <a:lnTo>
                  <a:pt x="351" y="160"/>
                </a:lnTo>
                <a:lnTo>
                  <a:pt x="352" y="159"/>
                </a:lnTo>
                <a:lnTo>
                  <a:pt x="352" y="158"/>
                </a:lnTo>
                <a:lnTo>
                  <a:pt x="351" y="158"/>
                </a:lnTo>
                <a:lnTo>
                  <a:pt x="352" y="158"/>
                </a:lnTo>
                <a:lnTo>
                  <a:pt x="353" y="158"/>
                </a:lnTo>
                <a:lnTo>
                  <a:pt x="353" y="159"/>
                </a:lnTo>
                <a:lnTo>
                  <a:pt x="354" y="159"/>
                </a:lnTo>
                <a:lnTo>
                  <a:pt x="354" y="158"/>
                </a:lnTo>
                <a:lnTo>
                  <a:pt x="355" y="159"/>
                </a:lnTo>
                <a:lnTo>
                  <a:pt x="356" y="159"/>
                </a:lnTo>
                <a:lnTo>
                  <a:pt x="355" y="159"/>
                </a:lnTo>
                <a:lnTo>
                  <a:pt x="355" y="160"/>
                </a:lnTo>
                <a:lnTo>
                  <a:pt x="357" y="160"/>
                </a:lnTo>
                <a:lnTo>
                  <a:pt x="357" y="161"/>
                </a:lnTo>
                <a:lnTo>
                  <a:pt x="357" y="162"/>
                </a:lnTo>
                <a:lnTo>
                  <a:pt x="357" y="163"/>
                </a:lnTo>
                <a:lnTo>
                  <a:pt x="358" y="163"/>
                </a:lnTo>
                <a:lnTo>
                  <a:pt x="358" y="162"/>
                </a:lnTo>
                <a:lnTo>
                  <a:pt x="359" y="163"/>
                </a:lnTo>
                <a:lnTo>
                  <a:pt x="359" y="164"/>
                </a:lnTo>
                <a:lnTo>
                  <a:pt x="358" y="164"/>
                </a:lnTo>
                <a:lnTo>
                  <a:pt x="357" y="164"/>
                </a:lnTo>
                <a:lnTo>
                  <a:pt x="358" y="165"/>
                </a:lnTo>
                <a:lnTo>
                  <a:pt x="358" y="166"/>
                </a:lnTo>
                <a:lnTo>
                  <a:pt x="358" y="167"/>
                </a:lnTo>
                <a:lnTo>
                  <a:pt x="359" y="167"/>
                </a:lnTo>
                <a:lnTo>
                  <a:pt x="358" y="168"/>
                </a:lnTo>
                <a:lnTo>
                  <a:pt x="356" y="171"/>
                </a:lnTo>
                <a:lnTo>
                  <a:pt x="355" y="171"/>
                </a:lnTo>
                <a:lnTo>
                  <a:pt x="355" y="172"/>
                </a:lnTo>
                <a:lnTo>
                  <a:pt x="356" y="175"/>
                </a:lnTo>
                <a:lnTo>
                  <a:pt x="357" y="176"/>
                </a:lnTo>
                <a:lnTo>
                  <a:pt x="358" y="177"/>
                </a:lnTo>
                <a:lnTo>
                  <a:pt x="358" y="178"/>
                </a:lnTo>
                <a:lnTo>
                  <a:pt x="357" y="177"/>
                </a:lnTo>
                <a:lnTo>
                  <a:pt x="357" y="178"/>
                </a:lnTo>
                <a:lnTo>
                  <a:pt x="357" y="179"/>
                </a:lnTo>
                <a:lnTo>
                  <a:pt x="356" y="179"/>
                </a:lnTo>
                <a:lnTo>
                  <a:pt x="357" y="179"/>
                </a:lnTo>
                <a:lnTo>
                  <a:pt x="357" y="180"/>
                </a:lnTo>
                <a:lnTo>
                  <a:pt x="356" y="180"/>
                </a:lnTo>
                <a:lnTo>
                  <a:pt x="357" y="180"/>
                </a:lnTo>
                <a:lnTo>
                  <a:pt x="356" y="181"/>
                </a:lnTo>
                <a:lnTo>
                  <a:pt x="354" y="183"/>
                </a:lnTo>
                <a:lnTo>
                  <a:pt x="353" y="184"/>
                </a:lnTo>
                <a:lnTo>
                  <a:pt x="353" y="185"/>
                </a:lnTo>
                <a:lnTo>
                  <a:pt x="353" y="186"/>
                </a:lnTo>
                <a:lnTo>
                  <a:pt x="352" y="186"/>
                </a:lnTo>
                <a:lnTo>
                  <a:pt x="352" y="187"/>
                </a:lnTo>
                <a:lnTo>
                  <a:pt x="353" y="187"/>
                </a:lnTo>
                <a:lnTo>
                  <a:pt x="353" y="188"/>
                </a:lnTo>
                <a:lnTo>
                  <a:pt x="354" y="189"/>
                </a:lnTo>
                <a:lnTo>
                  <a:pt x="355" y="189"/>
                </a:lnTo>
                <a:lnTo>
                  <a:pt x="354" y="190"/>
                </a:lnTo>
                <a:lnTo>
                  <a:pt x="353" y="191"/>
                </a:lnTo>
                <a:lnTo>
                  <a:pt x="352" y="191"/>
                </a:lnTo>
                <a:lnTo>
                  <a:pt x="353" y="192"/>
                </a:lnTo>
                <a:lnTo>
                  <a:pt x="353" y="193"/>
                </a:lnTo>
                <a:lnTo>
                  <a:pt x="353" y="194"/>
                </a:lnTo>
                <a:lnTo>
                  <a:pt x="355" y="194"/>
                </a:lnTo>
                <a:lnTo>
                  <a:pt x="355" y="195"/>
                </a:lnTo>
                <a:lnTo>
                  <a:pt x="356" y="195"/>
                </a:lnTo>
                <a:lnTo>
                  <a:pt x="357" y="195"/>
                </a:lnTo>
                <a:lnTo>
                  <a:pt x="358" y="195"/>
                </a:lnTo>
                <a:lnTo>
                  <a:pt x="358" y="194"/>
                </a:lnTo>
                <a:lnTo>
                  <a:pt x="359" y="195"/>
                </a:lnTo>
                <a:lnTo>
                  <a:pt x="358" y="195"/>
                </a:lnTo>
                <a:lnTo>
                  <a:pt x="358" y="196"/>
                </a:lnTo>
                <a:lnTo>
                  <a:pt x="357" y="196"/>
                </a:lnTo>
                <a:lnTo>
                  <a:pt x="356" y="197"/>
                </a:lnTo>
                <a:lnTo>
                  <a:pt x="356" y="198"/>
                </a:lnTo>
                <a:lnTo>
                  <a:pt x="356" y="199"/>
                </a:lnTo>
                <a:lnTo>
                  <a:pt x="357" y="199"/>
                </a:lnTo>
                <a:lnTo>
                  <a:pt x="357" y="201"/>
                </a:lnTo>
                <a:lnTo>
                  <a:pt x="357" y="202"/>
                </a:lnTo>
                <a:lnTo>
                  <a:pt x="356" y="203"/>
                </a:lnTo>
                <a:lnTo>
                  <a:pt x="356" y="202"/>
                </a:lnTo>
                <a:lnTo>
                  <a:pt x="356" y="201"/>
                </a:lnTo>
                <a:lnTo>
                  <a:pt x="355" y="201"/>
                </a:lnTo>
                <a:lnTo>
                  <a:pt x="355" y="202"/>
                </a:lnTo>
                <a:lnTo>
                  <a:pt x="354" y="203"/>
                </a:lnTo>
                <a:lnTo>
                  <a:pt x="354" y="204"/>
                </a:lnTo>
                <a:lnTo>
                  <a:pt x="353" y="205"/>
                </a:lnTo>
                <a:lnTo>
                  <a:pt x="352" y="205"/>
                </a:lnTo>
                <a:lnTo>
                  <a:pt x="350" y="205"/>
                </a:lnTo>
                <a:lnTo>
                  <a:pt x="349" y="206"/>
                </a:lnTo>
                <a:lnTo>
                  <a:pt x="349" y="207"/>
                </a:lnTo>
                <a:lnTo>
                  <a:pt x="348" y="207"/>
                </a:lnTo>
                <a:lnTo>
                  <a:pt x="347" y="207"/>
                </a:lnTo>
                <a:lnTo>
                  <a:pt x="346" y="208"/>
                </a:lnTo>
                <a:lnTo>
                  <a:pt x="345" y="208"/>
                </a:lnTo>
                <a:lnTo>
                  <a:pt x="343" y="208"/>
                </a:lnTo>
                <a:lnTo>
                  <a:pt x="342" y="208"/>
                </a:lnTo>
                <a:lnTo>
                  <a:pt x="341" y="207"/>
                </a:lnTo>
                <a:lnTo>
                  <a:pt x="340" y="207"/>
                </a:lnTo>
                <a:lnTo>
                  <a:pt x="340" y="206"/>
                </a:lnTo>
                <a:lnTo>
                  <a:pt x="340" y="204"/>
                </a:lnTo>
                <a:lnTo>
                  <a:pt x="341" y="201"/>
                </a:lnTo>
                <a:lnTo>
                  <a:pt x="341" y="199"/>
                </a:lnTo>
                <a:lnTo>
                  <a:pt x="341" y="198"/>
                </a:lnTo>
                <a:lnTo>
                  <a:pt x="341" y="197"/>
                </a:lnTo>
                <a:lnTo>
                  <a:pt x="341" y="196"/>
                </a:lnTo>
                <a:lnTo>
                  <a:pt x="342" y="194"/>
                </a:lnTo>
                <a:lnTo>
                  <a:pt x="342" y="193"/>
                </a:lnTo>
                <a:lnTo>
                  <a:pt x="342" y="192"/>
                </a:lnTo>
                <a:lnTo>
                  <a:pt x="343" y="191"/>
                </a:lnTo>
                <a:lnTo>
                  <a:pt x="343" y="192"/>
                </a:lnTo>
                <a:lnTo>
                  <a:pt x="344" y="191"/>
                </a:lnTo>
                <a:lnTo>
                  <a:pt x="344" y="190"/>
                </a:lnTo>
                <a:lnTo>
                  <a:pt x="345" y="191"/>
                </a:lnTo>
                <a:lnTo>
                  <a:pt x="345" y="190"/>
                </a:lnTo>
                <a:lnTo>
                  <a:pt x="344" y="190"/>
                </a:lnTo>
                <a:lnTo>
                  <a:pt x="343" y="189"/>
                </a:lnTo>
                <a:lnTo>
                  <a:pt x="342" y="189"/>
                </a:lnTo>
                <a:lnTo>
                  <a:pt x="342" y="190"/>
                </a:lnTo>
                <a:lnTo>
                  <a:pt x="342" y="191"/>
                </a:lnTo>
                <a:lnTo>
                  <a:pt x="341" y="191"/>
                </a:lnTo>
                <a:lnTo>
                  <a:pt x="341" y="190"/>
                </a:lnTo>
                <a:lnTo>
                  <a:pt x="341" y="189"/>
                </a:lnTo>
                <a:lnTo>
                  <a:pt x="341" y="188"/>
                </a:lnTo>
                <a:lnTo>
                  <a:pt x="341" y="189"/>
                </a:lnTo>
                <a:lnTo>
                  <a:pt x="342" y="189"/>
                </a:lnTo>
                <a:lnTo>
                  <a:pt x="342" y="188"/>
                </a:lnTo>
                <a:lnTo>
                  <a:pt x="342" y="187"/>
                </a:lnTo>
                <a:lnTo>
                  <a:pt x="341" y="187"/>
                </a:lnTo>
                <a:lnTo>
                  <a:pt x="341" y="186"/>
                </a:lnTo>
                <a:lnTo>
                  <a:pt x="342" y="186"/>
                </a:lnTo>
                <a:lnTo>
                  <a:pt x="342" y="185"/>
                </a:lnTo>
                <a:lnTo>
                  <a:pt x="341" y="185"/>
                </a:lnTo>
                <a:lnTo>
                  <a:pt x="341" y="186"/>
                </a:lnTo>
                <a:lnTo>
                  <a:pt x="340" y="186"/>
                </a:lnTo>
                <a:lnTo>
                  <a:pt x="339" y="186"/>
                </a:lnTo>
                <a:lnTo>
                  <a:pt x="339" y="187"/>
                </a:lnTo>
                <a:lnTo>
                  <a:pt x="340" y="187"/>
                </a:lnTo>
                <a:lnTo>
                  <a:pt x="340" y="188"/>
                </a:lnTo>
                <a:lnTo>
                  <a:pt x="340" y="189"/>
                </a:lnTo>
                <a:lnTo>
                  <a:pt x="340" y="190"/>
                </a:lnTo>
                <a:lnTo>
                  <a:pt x="339" y="190"/>
                </a:lnTo>
                <a:lnTo>
                  <a:pt x="340" y="190"/>
                </a:lnTo>
                <a:lnTo>
                  <a:pt x="340" y="191"/>
                </a:lnTo>
                <a:lnTo>
                  <a:pt x="340" y="192"/>
                </a:lnTo>
                <a:lnTo>
                  <a:pt x="340" y="193"/>
                </a:lnTo>
                <a:lnTo>
                  <a:pt x="340" y="194"/>
                </a:lnTo>
                <a:lnTo>
                  <a:pt x="340" y="195"/>
                </a:lnTo>
                <a:lnTo>
                  <a:pt x="340" y="196"/>
                </a:lnTo>
                <a:lnTo>
                  <a:pt x="340" y="198"/>
                </a:lnTo>
                <a:lnTo>
                  <a:pt x="339" y="202"/>
                </a:lnTo>
                <a:lnTo>
                  <a:pt x="338" y="202"/>
                </a:lnTo>
                <a:lnTo>
                  <a:pt x="338" y="203"/>
                </a:lnTo>
                <a:lnTo>
                  <a:pt x="338" y="204"/>
                </a:lnTo>
                <a:lnTo>
                  <a:pt x="338" y="206"/>
                </a:lnTo>
                <a:lnTo>
                  <a:pt x="338" y="208"/>
                </a:lnTo>
                <a:lnTo>
                  <a:pt x="337" y="208"/>
                </a:lnTo>
                <a:lnTo>
                  <a:pt x="337" y="209"/>
                </a:lnTo>
                <a:lnTo>
                  <a:pt x="335" y="210"/>
                </a:lnTo>
                <a:lnTo>
                  <a:pt x="334" y="210"/>
                </a:lnTo>
                <a:lnTo>
                  <a:pt x="333" y="211"/>
                </a:lnTo>
                <a:lnTo>
                  <a:pt x="332" y="211"/>
                </a:lnTo>
                <a:lnTo>
                  <a:pt x="331" y="210"/>
                </a:lnTo>
                <a:lnTo>
                  <a:pt x="330" y="209"/>
                </a:lnTo>
                <a:lnTo>
                  <a:pt x="330" y="208"/>
                </a:lnTo>
                <a:lnTo>
                  <a:pt x="329" y="208"/>
                </a:lnTo>
                <a:lnTo>
                  <a:pt x="327" y="206"/>
                </a:lnTo>
                <a:lnTo>
                  <a:pt x="326" y="205"/>
                </a:lnTo>
                <a:lnTo>
                  <a:pt x="325" y="203"/>
                </a:lnTo>
                <a:lnTo>
                  <a:pt x="324" y="201"/>
                </a:lnTo>
                <a:lnTo>
                  <a:pt x="324" y="199"/>
                </a:lnTo>
                <a:lnTo>
                  <a:pt x="323" y="199"/>
                </a:lnTo>
                <a:lnTo>
                  <a:pt x="324" y="198"/>
                </a:lnTo>
                <a:lnTo>
                  <a:pt x="324" y="197"/>
                </a:lnTo>
                <a:lnTo>
                  <a:pt x="323" y="196"/>
                </a:lnTo>
                <a:lnTo>
                  <a:pt x="322" y="197"/>
                </a:lnTo>
                <a:lnTo>
                  <a:pt x="321" y="197"/>
                </a:lnTo>
                <a:lnTo>
                  <a:pt x="320" y="197"/>
                </a:lnTo>
                <a:lnTo>
                  <a:pt x="320" y="196"/>
                </a:lnTo>
                <a:lnTo>
                  <a:pt x="319" y="196"/>
                </a:lnTo>
                <a:lnTo>
                  <a:pt x="318" y="195"/>
                </a:lnTo>
                <a:lnTo>
                  <a:pt x="317" y="195"/>
                </a:lnTo>
                <a:lnTo>
                  <a:pt x="317" y="196"/>
                </a:lnTo>
                <a:lnTo>
                  <a:pt x="316" y="196"/>
                </a:lnTo>
                <a:lnTo>
                  <a:pt x="317" y="196"/>
                </a:lnTo>
                <a:lnTo>
                  <a:pt x="317" y="195"/>
                </a:lnTo>
                <a:lnTo>
                  <a:pt x="318" y="195"/>
                </a:lnTo>
                <a:lnTo>
                  <a:pt x="319" y="196"/>
                </a:lnTo>
                <a:lnTo>
                  <a:pt x="319" y="197"/>
                </a:lnTo>
                <a:lnTo>
                  <a:pt x="320" y="197"/>
                </a:lnTo>
                <a:lnTo>
                  <a:pt x="321" y="198"/>
                </a:lnTo>
                <a:lnTo>
                  <a:pt x="321" y="199"/>
                </a:lnTo>
                <a:lnTo>
                  <a:pt x="322" y="201"/>
                </a:lnTo>
                <a:lnTo>
                  <a:pt x="321" y="202"/>
                </a:lnTo>
                <a:lnTo>
                  <a:pt x="321" y="201"/>
                </a:lnTo>
                <a:lnTo>
                  <a:pt x="320" y="201"/>
                </a:lnTo>
                <a:lnTo>
                  <a:pt x="319" y="202"/>
                </a:lnTo>
                <a:lnTo>
                  <a:pt x="318" y="202"/>
                </a:lnTo>
                <a:lnTo>
                  <a:pt x="317" y="202"/>
                </a:lnTo>
                <a:lnTo>
                  <a:pt x="317" y="203"/>
                </a:lnTo>
                <a:lnTo>
                  <a:pt x="317" y="204"/>
                </a:lnTo>
                <a:lnTo>
                  <a:pt x="316" y="204"/>
                </a:lnTo>
                <a:lnTo>
                  <a:pt x="317" y="205"/>
                </a:lnTo>
                <a:lnTo>
                  <a:pt x="318" y="205"/>
                </a:lnTo>
                <a:lnTo>
                  <a:pt x="318" y="206"/>
                </a:lnTo>
                <a:lnTo>
                  <a:pt x="319" y="207"/>
                </a:lnTo>
                <a:lnTo>
                  <a:pt x="320" y="207"/>
                </a:lnTo>
                <a:lnTo>
                  <a:pt x="321" y="207"/>
                </a:lnTo>
                <a:lnTo>
                  <a:pt x="321" y="208"/>
                </a:lnTo>
                <a:lnTo>
                  <a:pt x="322" y="209"/>
                </a:lnTo>
                <a:lnTo>
                  <a:pt x="322" y="208"/>
                </a:lnTo>
                <a:lnTo>
                  <a:pt x="323" y="208"/>
                </a:lnTo>
                <a:lnTo>
                  <a:pt x="323" y="209"/>
                </a:lnTo>
                <a:lnTo>
                  <a:pt x="323" y="210"/>
                </a:lnTo>
                <a:lnTo>
                  <a:pt x="321" y="211"/>
                </a:lnTo>
                <a:lnTo>
                  <a:pt x="319" y="210"/>
                </a:lnTo>
                <a:lnTo>
                  <a:pt x="318" y="210"/>
                </a:lnTo>
                <a:lnTo>
                  <a:pt x="316" y="209"/>
                </a:lnTo>
                <a:lnTo>
                  <a:pt x="315" y="209"/>
                </a:lnTo>
                <a:lnTo>
                  <a:pt x="314" y="209"/>
                </a:lnTo>
                <a:lnTo>
                  <a:pt x="314" y="208"/>
                </a:lnTo>
                <a:lnTo>
                  <a:pt x="314" y="207"/>
                </a:lnTo>
                <a:lnTo>
                  <a:pt x="314" y="208"/>
                </a:lnTo>
                <a:lnTo>
                  <a:pt x="313" y="207"/>
                </a:lnTo>
                <a:lnTo>
                  <a:pt x="313" y="208"/>
                </a:lnTo>
                <a:lnTo>
                  <a:pt x="312" y="208"/>
                </a:lnTo>
                <a:lnTo>
                  <a:pt x="312" y="209"/>
                </a:lnTo>
                <a:lnTo>
                  <a:pt x="312" y="208"/>
                </a:lnTo>
                <a:lnTo>
                  <a:pt x="311" y="209"/>
                </a:lnTo>
                <a:lnTo>
                  <a:pt x="311" y="208"/>
                </a:lnTo>
                <a:lnTo>
                  <a:pt x="310" y="207"/>
                </a:lnTo>
                <a:lnTo>
                  <a:pt x="309" y="207"/>
                </a:lnTo>
                <a:lnTo>
                  <a:pt x="309" y="208"/>
                </a:lnTo>
                <a:lnTo>
                  <a:pt x="310" y="208"/>
                </a:lnTo>
                <a:lnTo>
                  <a:pt x="311" y="209"/>
                </a:lnTo>
                <a:lnTo>
                  <a:pt x="311" y="210"/>
                </a:lnTo>
                <a:lnTo>
                  <a:pt x="312" y="210"/>
                </a:lnTo>
                <a:lnTo>
                  <a:pt x="313" y="210"/>
                </a:lnTo>
                <a:lnTo>
                  <a:pt x="314" y="210"/>
                </a:lnTo>
                <a:lnTo>
                  <a:pt x="314" y="212"/>
                </a:lnTo>
                <a:lnTo>
                  <a:pt x="315" y="212"/>
                </a:lnTo>
                <a:lnTo>
                  <a:pt x="316" y="212"/>
                </a:lnTo>
                <a:lnTo>
                  <a:pt x="317" y="212"/>
                </a:lnTo>
                <a:lnTo>
                  <a:pt x="319" y="212"/>
                </a:lnTo>
                <a:lnTo>
                  <a:pt x="319" y="213"/>
                </a:lnTo>
                <a:lnTo>
                  <a:pt x="320" y="213"/>
                </a:lnTo>
                <a:lnTo>
                  <a:pt x="321" y="212"/>
                </a:lnTo>
                <a:lnTo>
                  <a:pt x="322" y="213"/>
                </a:lnTo>
                <a:lnTo>
                  <a:pt x="323" y="213"/>
                </a:lnTo>
                <a:lnTo>
                  <a:pt x="324" y="214"/>
                </a:lnTo>
                <a:lnTo>
                  <a:pt x="326" y="214"/>
                </a:lnTo>
                <a:lnTo>
                  <a:pt x="327" y="214"/>
                </a:lnTo>
                <a:lnTo>
                  <a:pt x="328" y="214"/>
                </a:lnTo>
                <a:lnTo>
                  <a:pt x="327" y="215"/>
                </a:lnTo>
                <a:lnTo>
                  <a:pt x="326" y="215"/>
                </a:lnTo>
                <a:lnTo>
                  <a:pt x="326" y="216"/>
                </a:lnTo>
                <a:lnTo>
                  <a:pt x="326" y="217"/>
                </a:lnTo>
                <a:lnTo>
                  <a:pt x="326" y="218"/>
                </a:lnTo>
                <a:lnTo>
                  <a:pt x="327" y="219"/>
                </a:lnTo>
                <a:lnTo>
                  <a:pt x="326" y="220"/>
                </a:lnTo>
                <a:lnTo>
                  <a:pt x="325" y="220"/>
                </a:lnTo>
                <a:lnTo>
                  <a:pt x="324" y="220"/>
                </a:lnTo>
                <a:lnTo>
                  <a:pt x="323" y="220"/>
                </a:lnTo>
                <a:lnTo>
                  <a:pt x="322" y="220"/>
                </a:lnTo>
                <a:lnTo>
                  <a:pt x="321" y="219"/>
                </a:lnTo>
                <a:lnTo>
                  <a:pt x="320" y="219"/>
                </a:lnTo>
                <a:lnTo>
                  <a:pt x="319" y="219"/>
                </a:lnTo>
                <a:lnTo>
                  <a:pt x="318" y="219"/>
                </a:lnTo>
                <a:lnTo>
                  <a:pt x="318" y="220"/>
                </a:lnTo>
                <a:lnTo>
                  <a:pt x="318" y="221"/>
                </a:lnTo>
                <a:lnTo>
                  <a:pt x="318" y="222"/>
                </a:lnTo>
                <a:lnTo>
                  <a:pt x="317" y="222"/>
                </a:lnTo>
                <a:lnTo>
                  <a:pt x="317" y="223"/>
                </a:lnTo>
                <a:lnTo>
                  <a:pt x="317" y="224"/>
                </a:lnTo>
                <a:lnTo>
                  <a:pt x="319" y="223"/>
                </a:lnTo>
                <a:lnTo>
                  <a:pt x="320" y="223"/>
                </a:lnTo>
                <a:lnTo>
                  <a:pt x="319" y="223"/>
                </a:lnTo>
                <a:lnTo>
                  <a:pt x="319" y="222"/>
                </a:lnTo>
                <a:lnTo>
                  <a:pt x="319" y="220"/>
                </a:lnTo>
                <a:lnTo>
                  <a:pt x="320" y="220"/>
                </a:lnTo>
                <a:lnTo>
                  <a:pt x="320" y="219"/>
                </a:lnTo>
                <a:lnTo>
                  <a:pt x="321" y="219"/>
                </a:lnTo>
                <a:lnTo>
                  <a:pt x="321" y="220"/>
                </a:lnTo>
                <a:lnTo>
                  <a:pt x="322" y="220"/>
                </a:lnTo>
                <a:lnTo>
                  <a:pt x="322" y="221"/>
                </a:lnTo>
                <a:lnTo>
                  <a:pt x="323" y="221"/>
                </a:lnTo>
                <a:lnTo>
                  <a:pt x="324" y="221"/>
                </a:lnTo>
                <a:lnTo>
                  <a:pt x="324" y="220"/>
                </a:lnTo>
                <a:lnTo>
                  <a:pt x="325" y="221"/>
                </a:lnTo>
                <a:lnTo>
                  <a:pt x="326" y="221"/>
                </a:lnTo>
                <a:lnTo>
                  <a:pt x="327" y="220"/>
                </a:lnTo>
                <a:lnTo>
                  <a:pt x="328" y="219"/>
                </a:lnTo>
                <a:lnTo>
                  <a:pt x="329" y="219"/>
                </a:lnTo>
                <a:lnTo>
                  <a:pt x="329" y="220"/>
                </a:lnTo>
                <a:lnTo>
                  <a:pt x="330" y="220"/>
                </a:lnTo>
                <a:lnTo>
                  <a:pt x="330" y="221"/>
                </a:lnTo>
                <a:lnTo>
                  <a:pt x="331" y="221"/>
                </a:lnTo>
                <a:lnTo>
                  <a:pt x="331" y="222"/>
                </a:lnTo>
                <a:lnTo>
                  <a:pt x="331" y="223"/>
                </a:lnTo>
                <a:lnTo>
                  <a:pt x="332" y="223"/>
                </a:lnTo>
                <a:lnTo>
                  <a:pt x="332" y="222"/>
                </a:lnTo>
                <a:lnTo>
                  <a:pt x="333" y="223"/>
                </a:lnTo>
                <a:lnTo>
                  <a:pt x="332" y="223"/>
                </a:lnTo>
                <a:lnTo>
                  <a:pt x="331" y="223"/>
                </a:lnTo>
                <a:lnTo>
                  <a:pt x="330" y="223"/>
                </a:lnTo>
                <a:lnTo>
                  <a:pt x="331" y="224"/>
                </a:lnTo>
                <a:lnTo>
                  <a:pt x="331" y="226"/>
                </a:lnTo>
                <a:lnTo>
                  <a:pt x="330" y="226"/>
                </a:lnTo>
                <a:lnTo>
                  <a:pt x="329" y="227"/>
                </a:lnTo>
                <a:lnTo>
                  <a:pt x="331" y="228"/>
                </a:lnTo>
                <a:lnTo>
                  <a:pt x="332" y="228"/>
                </a:lnTo>
                <a:lnTo>
                  <a:pt x="332" y="227"/>
                </a:lnTo>
                <a:lnTo>
                  <a:pt x="332" y="228"/>
                </a:lnTo>
                <a:lnTo>
                  <a:pt x="333" y="229"/>
                </a:lnTo>
                <a:lnTo>
                  <a:pt x="333" y="230"/>
                </a:lnTo>
                <a:lnTo>
                  <a:pt x="334" y="230"/>
                </a:lnTo>
                <a:lnTo>
                  <a:pt x="335" y="230"/>
                </a:lnTo>
                <a:lnTo>
                  <a:pt x="334" y="231"/>
                </a:lnTo>
                <a:lnTo>
                  <a:pt x="333" y="232"/>
                </a:lnTo>
                <a:lnTo>
                  <a:pt x="332" y="233"/>
                </a:lnTo>
                <a:lnTo>
                  <a:pt x="333" y="233"/>
                </a:lnTo>
                <a:lnTo>
                  <a:pt x="332" y="233"/>
                </a:lnTo>
                <a:lnTo>
                  <a:pt x="331" y="233"/>
                </a:lnTo>
                <a:lnTo>
                  <a:pt x="331" y="234"/>
                </a:lnTo>
                <a:lnTo>
                  <a:pt x="330" y="234"/>
                </a:lnTo>
                <a:lnTo>
                  <a:pt x="329" y="234"/>
                </a:lnTo>
                <a:lnTo>
                  <a:pt x="328" y="234"/>
                </a:lnTo>
                <a:lnTo>
                  <a:pt x="327" y="234"/>
                </a:lnTo>
                <a:lnTo>
                  <a:pt x="324" y="233"/>
                </a:lnTo>
                <a:lnTo>
                  <a:pt x="324" y="232"/>
                </a:lnTo>
                <a:lnTo>
                  <a:pt x="323" y="232"/>
                </a:lnTo>
                <a:lnTo>
                  <a:pt x="322" y="232"/>
                </a:lnTo>
                <a:lnTo>
                  <a:pt x="320" y="231"/>
                </a:lnTo>
                <a:lnTo>
                  <a:pt x="319" y="230"/>
                </a:lnTo>
                <a:lnTo>
                  <a:pt x="319" y="229"/>
                </a:lnTo>
                <a:lnTo>
                  <a:pt x="318" y="229"/>
                </a:lnTo>
                <a:lnTo>
                  <a:pt x="316" y="230"/>
                </a:lnTo>
                <a:lnTo>
                  <a:pt x="316" y="231"/>
                </a:lnTo>
                <a:lnTo>
                  <a:pt x="317" y="231"/>
                </a:lnTo>
                <a:lnTo>
                  <a:pt x="318" y="231"/>
                </a:lnTo>
                <a:lnTo>
                  <a:pt x="319" y="232"/>
                </a:lnTo>
                <a:lnTo>
                  <a:pt x="320" y="232"/>
                </a:lnTo>
                <a:lnTo>
                  <a:pt x="319" y="232"/>
                </a:lnTo>
                <a:lnTo>
                  <a:pt x="319" y="234"/>
                </a:lnTo>
                <a:lnTo>
                  <a:pt x="320" y="234"/>
                </a:lnTo>
                <a:lnTo>
                  <a:pt x="321" y="234"/>
                </a:lnTo>
                <a:lnTo>
                  <a:pt x="322" y="234"/>
                </a:lnTo>
                <a:lnTo>
                  <a:pt x="323" y="234"/>
                </a:lnTo>
                <a:lnTo>
                  <a:pt x="323" y="235"/>
                </a:lnTo>
                <a:lnTo>
                  <a:pt x="324" y="235"/>
                </a:lnTo>
                <a:lnTo>
                  <a:pt x="325" y="235"/>
                </a:lnTo>
                <a:lnTo>
                  <a:pt x="326" y="235"/>
                </a:lnTo>
                <a:lnTo>
                  <a:pt x="327" y="236"/>
                </a:lnTo>
                <a:lnTo>
                  <a:pt x="328" y="236"/>
                </a:lnTo>
                <a:lnTo>
                  <a:pt x="327" y="237"/>
                </a:lnTo>
                <a:lnTo>
                  <a:pt x="328" y="238"/>
                </a:lnTo>
                <a:lnTo>
                  <a:pt x="328" y="239"/>
                </a:lnTo>
                <a:lnTo>
                  <a:pt x="327" y="239"/>
                </a:lnTo>
                <a:lnTo>
                  <a:pt x="329" y="239"/>
                </a:lnTo>
                <a:lnTo>
                  <a:pt x="330" y="239"/>
                </a:lnTo>
                <a:lnTo>
                  <a:pt x="330" y="240"/>
                </a:lnTo>
                <a:lnTo>
                  <a:pt x="330" y="241"/>
                </a:lnTo>
                <a:lnTo>
                  <a:pt x="329" y="241"/>
                </a:lnTo>
                <a:lnTo>
                  <a:pt x="329" y="242"/>
                </a:lnTo>
                <a:lnTo>
                  <a:pt x="330" y="242"/>
                </a:lnTo>
                <a:lnTo>
                  <a:pt x="330" y="241"/>
                </a:lnTo>
                <a:lnTo>
                  <a:pt x="331" y="241"/>
                </a:lnTo>
                <a:lnTo>
                  <a:pt x="331" y="242"/>
                </a:lnTo>
                <a:lnTo>
                  <a:pt x="330" y="242"/>
                </a:lnTo>
                <a:lnTo>
                  <a:pt x="331" y="242"/>
                </a:lnTo>
                <a:lnTo>
                  <a:pt x="331" y="243"/>
                </a:lnTo>
                <a:lnTo>
                  <a:pt x="331" y="244"/>
                </a:lnTo>
                <a:lnTo>
                  <a:pt x="331" y="245"/>
                </a:lnTo>
                <a:lnTo>
                  <a:pt x="330" y="245"/>
                </a:lnTo>
                <a:lnTo>
                  <a:pt x="330" y="246"/>
                </a:lnTo>
                <a:lnTo>
                  <a:pt x="331" y="246"/>
                </a:lnTo>
                <a:lnTo>
                  <a:pt x="330" y="246"/>
                </a:lnTo>
                <a:lnTo>
                  <a:pt x="330" y="247"/>
                </a:lnTo>
                <a:lnTo>
                  <a:pt x="329" y="252"/>
                </a:lnTo>
                <a:lnTo>
                  <a:pt x="329" y="253"/>
                </a:lnTo>
                <a:lnTo>
                  <a:pt x="328" y="254"/>
                </a:lnTo>
                <a:lnTo>
                  <a:pt x="327" y="254"/>
                </a:lnTo>
                <a:lnTo>
                  <a:pt x="327" y="253"/>
                </a:lnTo>
                <a:lnTo>
                  <a:pt x="326" y="253"/>
                </a:lnTo>
                <a:lnTo>
                  <a:pt x="325" y="253"/>
                </a:lnTo>
                <a:lnTo>
                  <a:pt x="325" y="254"/>
                </a:lnTo>
                <a:lnTo>
                  <a:pt x="325" y="255"/>
                </a:lnTo>
                <a:lnTo>
                  <a:pt x="324" y="255"/>
                </a:lnTo>
                <a:lnTo>
                  <a:pt x="323" y="255"/>
                </a:lnTo>
                <a:lnTo>
                  <a:pt x="322" y="256"/>
                </a:lnTo>
                <a:lnTo>
                  <a:pt x="321" y="256"/>
                </a:lnTo>
                <a:lnTo>
                  <a:pt x="318" y="256"/>
                </a:lnTo>
                <a:lnTo>
                  <a:pt x="317" y="256"/>
                </a:lnTo>
                <a:lnTo>
                  <a:pt x="316" y="256"/>
                </a:lnTo>
                <a:lnTo>
                  <a:pt x="315" y="256"/>
                </a:lnTo>
                <a:lnTo>
                  <a:pt x="314" y="256"/>
                </a:lnTo>
                <a:lnTo>
                  <a:pt x="313" y="257"/>
                </a:lnTo>
                <a:lnTo>
                  <a:pt x="313" y="258"/>
                </a:lnTo>
                <a:lnTo>
                  <a:pt x="315" y="258"/>
                </a:lnTo>
                <a:lnTo>
                  <a:pt x="315" y="259"/>
                </a:lnTo>
                <a:lnTo>
                  <a:pt x="316" y="259"/>
                </a:lnTo>
                <a:lnTo>
                  <a:pt x="317" y="259"/>
                </a:lnTo>
                <a:lnTo>
                  <a:pt x="319" y="260"/>
                </a:lnTo>
                <a:lnTo>
                  <a:pt x="319" y="261"/>
                </a:lnTo>
                <a:lnTo>
                  <a:pt x="321" y="264"/>
                </a:lnTo>
                <a:lnTo>
                  <a:pt x="321" y="265"/>
                </a:lnTo>
                <a:lnTo>
                  <a:pt x="322" y="266"/>
                </a:lnTo>
                <a:lnTo>
                  <a:pt x="323" y="268"/>
                </a:lnTo>
                <a:lnTo>
                  <a:pt x="323" y="269"/>
                </a:lnTo>
                <a:lnTo>
                  <a:pt x="323" y="270"/>
                </a:lnTo>
                <a:lnTo>
                  <a:pt x="323" y="272"/>
                </a:lnTo>
                <a:lnTo>
                  <a:pt x="324" y="272"/>
                </a:lnTo>
                <a:lnTo>
                  <a:pt x="324" y="271"/>
                </a:lnTo>
                <a:lnTo>
                  <a:pt x="325" y="272"/>
                </a:lnTo>
                <a:lnTo>
                  <a:pt x="325" y="273"/>
                </a:lnTo>
                <a:lnTo>
                  <a:pt x="326" y="273"/>
                </a:lnTo>
                <a:lnTo>
                  <a:pt x="326" y="274"/>
                </a:lnTo>
                <a:lnTo>
                  <a:pt x="325" y="274"/>
                </a:lnTo>
                <a:lnTo>
                  <a:pt x="325" y="275"/>
                </a:lnTo>
                <a:lnTo>
                  <a:pt x="325" y="276"/>
                </a:lnTo>
                <a:lnTo>
                  <a:pt x="324" y="276"/>
                </a:lnTo>
                <a:lnTo>
                  <a:pt x="323" y="276"/>
                </a:lnTo>
                <a:lnTo>
                  <a:pt x="323" y="277"/>
                </a:lnTo>
                <a:lnTo>
                  <a:pt x="322" y="276"/>
                </a:lnTo>
                <a:lnTo>
                  <a:pt x="321" y="276"/>
                </a:lnTo>
                <a:lnTo>
                  <a:pt x="322" y="277"/>
                </a:lnTo>
                <a:lnTo>
                  <a:pt x="323" y="277"/>
                </a:lnTo>
                <a:lnTo>
                  <a:pt x="324" y="278"/>
                </a:lnTo>
                <a:lnTo>
                  <a:pt x="324" y="279"/>
                </a:lnTo>
                <a:lnTo>
                  <a:pt x="323" y="279"/>
                </a:lnTo>
                <a:lnTo>
                  <a:pt x="323" y="280"/>
                </a:lnTo>
                <a:lnTo>
                  <a:pt x="323" y="283"/>
                </a:lnTo>
                <a:lnTo>
                  <a:pt x="324" y="284"/>
                </a:lnTo>
                <a:lnTo>
                  <a:pt x="327" y="285"/>
                </a:lnTo>
                <a:lnTo>
                  <a:pt x="327" y="284"/>
                </a:lnTo>
                <a:lnTo>
                  <a:pt x="328" y="284"/>
                </a:lnTo>
                <a:lnTo>
                  <a:pt x="328" y="285"/>
                </a:lnTo>
                <a:lnTo>
                  <a:pt x="329" y="286"/>
                </a:lnTo>
                <a:lnTo>
                  <a:pt x="328" y="286"/>
                </a:lnTo>
                <a:lnTo>
                  <a:pt x="327" y="288"/>
                </a:lnTo>
                <a:lnTo>
                  <a:pt x="328" y="288"/>
                </a:lnTo>
                <a:lnTo>
                  <a:pt x="327" y="289"/>
                </a:lnTo>
                <a:lnTo>
                  <a:pt x="326" y="290"/>
                </a:lnTo>
                <a:lnTo>
                  <a:pt x="325" y="290"/>
                </a:lnTo>
                <a:lnTo>
                  <a:pt x="326" y="290"/>
                </a:lnTo>
                <a:lnTo>
                  <a:pt x="325" y="290"/>
                </a:lnTo>
                <a:lnTo>
                  <a:pt x="325" y="291"/>
                </a:lnTo>
                <a:lnTo>
                  <a:pt x="326" y="292"/>
                </a:lnTo>
                <a:lnTo>
                  <a:pt x="327" y="291"/>
                </a:lnTo>
                <a:lnTo>
                  <a:pt x="328" y="291"/>
                </a:lnTo>
                <a:lnTo>
                  <a:pt x="329" y="291"/>
                </a:lnTo>
                <a:lnTo>
                  <a:pt x="328" y="291"/>
                </a:lnTo>
                <a:lnTo>
                  <a:pt x="328" y="292"/>
                </a:lnTo>
                <a:lnTo>
                  <a:pt x="328" y="291"/>
                </a:lnTo>
                <a:lnTo>
                  <a:pt x="329" y="291"/>
                </a:lnTo>
                <a:lnTo>
                  <a:pt x="329" y="292"/>
                </a:lnTo>
                <a:lnTo>
                  <a:pt x="328" y="293"/>
                </a:lnTo>
                <a:lnTo>
                  <a:pt x="328" y="294"/>
                </a:lnTo>
                <a:lnTo>
                  <a:pt x="327" y="294"/>
                </a:lnTo>
                <a:lnTo>
                  <a:pt x="327" y="295"/>
                </a:lnTo>
                <a:lnTo>
                  <a:pt x="327" y="296"/>
                </a:lnTo>
                <a:lnTo>
                  <a:pt x="326" y="297"/>
                </a:lnTo>
                <a:lnTo>
                  <a:pt x="327" y="297"/>
                </a:lnTo>
                <a:lnTo>
                  <a:pt x="327" y="298"/>
                </a:lnTo>
                <a:lnTo>
                  <a:pt x="326" y="298"/>
                </a:lnTo>
                <a:lnTo>
                  <a:pt x="326" y="297"/>
                </a:lnTo>
                <a:lnTo>
                  <a:pt x="326" y="298"/>
                </a:lnTo>
                <a:lnTo>
                  <a:pt x="325" y="298"/>
                </a:lnTo>
                <a:lnTo>
                  <a:pt x="325" y="299"/>
                </a:lnTo>
                <a:lnTo>
                  <a:pt x="325" y="300"/>
                </a:lnTo>
                <a:lnTo>
                  <a:pt x="326" y="299"/>
                </a:lnTo>
                <a:lnTo>
                  <a:pt x="326" y="300"/>
                </a:lnTo>
                <a:lnTo>
                  <a:pt x="325" y="300"/>
                </a:lnTo>
                <a:lnTo>
                  <a:pt x="325" y="301"/>
                </a:lnTo>
                <a:lnTo>
                  <a:pt x="324" y="301"/>
                </a:lnTo>
                <a:lnTo>
                  <a:pt x="323" y="301"/>
                </a:lnTo>
                <a:lnTo>
                  <a:pt x="322" y="301"/>
                </a:lnTo>
                <a:lnTo>
                  <a:pt x="322" y="300"/>
                </a:lnTo>
                <a:lnTo>
                  <a:pt x="323" y="300"/>
                </a:lnTo>
                <a:lnTo>
                  <a:pt x="323" y="299"/>
                </a:lnTo>
                <a:lnTo>
                  <a:pt x="322" y="299"/>
                </a:lnTo>
                <a:lnTo>
                  <a:pt x="321" y="299"/>
                </a:lnTo>
                <a:lnTo>
                  <a:pt x="321" y="298"/>
                </a:lnTo>
                <a:lnTo>
                  <a:pt x="322" y="297"/>
                </a:lnTo>
                <a:lnTo>
                  <a:pt x="321" y="296"/>
                </a:lnTo>
                <a:lnTo>
                  <a:pt x="320" y="295"/>
                </a:lnTo>
                <a:lnTo>
                  <a:pt x="319" y="295"/>
                </a:lnTo>
                <a:lnTo>
                  <a:pt x="319" y="294"/>
                </a:lnTo>
                <a:lnTo>
                  <a:pt x="317" y="293"/>
                </a:lnTo>
                <a:lnTo>
                  <a:pt x="316" y="293"/>
                </a:lnTo>
                <a:lnTo>
                  <a:pt x="315" y="293"/>
                </a:lnTo>
                <a:lnTo>
                  <a:pt x="314" y="293"/>
                </a:lnTo>
                <a:lnTo>
                  <a:pt x="313" y="293"/>
                </a:lnTo>
                <a:lnTo>
                  <a:pt x="312" y="293"/>
                </a:lnTo>
                <a:lnTo>
                  <a:pt x="311" y="293"/>
                </a:lnTo>
                <a:lnTo>
                  <a:pt x="311" y="294"/>
                </a:lnTo>
                <a:lnTo>
                  <a:pt x="311" y="296"/>
                </a:lnTo>
                <a:lnTo>
                  <a:pt x="311" y="295"/>
                </a:lnTo>
                <a:lnTo>
                  <a:pt x="310" y="295"/>
                </a:lnTo>
                <a:lnTo>
                  <a:pt x="310" y="296"/>
                </a:lnTo>
                <a:lnTo>
                  <a:pt x="310" y="297"/>
                </a:lnTo>
                <a:lnTo>
                  <a:pt x="309" y="297"/>
                </a:lnTo>
                <a:lnTo>
                  <a:pt x="309" y="298"/>
                </a:lnTo>
                <a:lnTo>
                  <a:pt x="309" y="299"/>
                </a:lnTo>
                <a:lnTo>
                  <a:pt x="309" y="300"/>
                </a:lnTo>
                <a:lnTo>
                  <a:pt x="308" y="300"/>
                </a:lnTo>
                <a:lnTo>
                  <a:pt x="307" y="300"/>
                </a:lnTo>
                <a:lnTo>
                  <a:pt x="307" y="301"/>
                </a:lnTo>
                <a:lnTo>
                  <a:pt x="308" y="301"/>
                </a:lnTo>
                <a:lnTo>
                  <a:pt x="307" y="302"/>
                </a:lnTo>
                <a:lnTo>
                  <a:pt x="307" y="303"/>
                </a:lnTo>
                <a:lnTo>
                  <a:pt x="306" y="303"/>
                </a:lnTo>
                <a:lnTo>
                  <a:pt x="306" y="304"/>
                </a:lnTo>
                <a:lnTo>
                  <a:pt x="306" y="305"/>
                </a:lnTo>
                <a:lnTo>
                  <a:pt x="305" y="306"/>
                </a:lnTo>
                <a:lnTo>
                  <a:pt x="304" y="305"/>
                </a:lnTo>
                <a:lnTo>
                  <a:pt x="304" y="304"/>
                </a:lnTo>
                <a:lnTo>
                  <a:pt x="303" y="304"/>
                </a:lnTo>
                <a:lnTo>
                  <a:pt x="302" y="304"/>
                </a:lnTo>
                <a:lnTo>
                  <a:pt x="302" y="305"/>
                </a:lnTo>
                <a:lnTo>
                  <a:pt x="303" y="305"/>
                </a:lnTo>
                <a:lnTo>
                  <a:pt x="304" y="306"/>
                </a:lnTo>
                <a:lnTo>
                  <a:pt x="303" y="307"/>
                </a:lnTo>
                <a:lnTo>
                  <a:pt x="304" y="308"/>
                </a:lnTo>
                <a:lnTo>
                  <a:pt x="304" y="307"/>
                </a:lnTo>
                <a:lnTo>
                  <a:pt x="305" y="307"/>
                </a:lnTo>
                <a:lnTo>
                  <a:pt x="305" y="308"/>
                </a:lnTo>
                <a:lnTo>
                  <a:pt x="304" y="309"/>
                </a:lnTo>
                <a:lnTo>
                  <a:pt x="304" y="310"/>
                </a:lnTo>
                <a:lnTo>
                  <a:pt x="303" y="310"/>
                </a:lnTo>
                <a:lnTo>
                  <a:pt x="302" y="312"/>
                </a:lnTo>
                <a:lnTo>
                  <a:pt x="301" y="312"/>
                </a:lnTo>
                <a:lnTo>
                  <a:pt x="300" y="312"/>
                </a:lnTo>
                <a:lnTo>
                  <a:pt x="300" y="311"/>
                </a:lnTo>
                <a:lnTo>
                  <a:pt x="299" y="311"/>
                </a:lnTo>
                <a:lnTo>
                  <a:pt x="298" y="311"/>
                </a:lnTo>
                <a:lnTo>
                  <a:pt x="297" y="310"/>
                </a:lnTo>
                <a:lnTo>
                  <a:pt x="296" y="310"/>
                </a:lnTo>
                <a:lnTo>
                  <a:pt x="295" y="310"/>
                </a:lnTo>
                <a:lnTo>
                  <a:pt x="295" y="311"/>
                </a:lnTo>
                <a:lnTo>
                  <a:pt x="295" y="312"/>
                </a:lnTo>
                <a:lnTo>
                  <a:pt x="294" y="312"/>
                </a:lnTo>
                <a:lnTo>
                  <a:pt x="294" y="313"/>
                </a:lnTo>
                <a:lnTo>
                  <a:pt x="294" y="314"/>
                </a:lnTo>
                <a:lnTo>
                  <a:pt x="293" y="314"/>
                </a:lnTo>
                <a:lnTo>
                  <a:pt x="294" y="315"/>
                </a:lnTo>
                <a:lnTo>
                  <a:pt x="294" y="316"/>
                </a:lnTo>
                <a:lnTo>
                  <a:pt x="295" y="316"/>
                </a:lnTo>
                <a:lnTo>
                  <a:pt x="296" y="316"/>
                </a:lnTo>
                <a:lnTo>
                  <a:pt x="296" y="317"/>
                </a:lnTo>
                <a:lnTo>
                  <a:pt x="295" y="317"/>
                </a:lnTo>
                <a:lnTo>
                  <a:pt x="295" y="318"/>
                </a:lnTo>
                <a:lnTo>
                  <a:pt x="294" y="318"/>
                </a:lnTo>
                <a:lnTo>
                  <a:pt x="295" y="318"/>
                </a:lnTo>
                <a:lnTo>
                  <a:pt x="295" y="319"/>
                </a:lnTo>
                <a:lnTo>
                  <a:pt x="296" y="319"/>
                </a:lnTo>
                <a:lnTo>
                  <a:pt x="296" y="320"/>
                </a:lnTo>
                <a:lnTo>
                  <a:pt x="295" y="320"/>
                </a:lnTo>
                <a:lnTo>
                  <a:pt x="295" y="319"/>
                </a:lnTo>
                <a:lnTo>
                  <a:pt x="295" y="320"/>
                </a:lnTo>
                <a:lnTo>
                  <a:pt x="295" y="319"/>
                </a:lnTo>
                <a:lnTo>
                  <a:pt x="294" y="319"/>
                </a:lnTo>
                <a:lnTo>
                  <a:pt x="294" y="320"/>
                </a:lnTo>
                <a:lnTo>
                  <a:pt x="294" y="319"/>
                </a:lnTo>
                <a:lnTo>
                  <a:pt x="293" y="319"/>
                </a:lnTo>
                <a:lnTo>
                  <a:pt x="294" y="319"/>
                </a:lnTo>
                <a:lnTo>
                  <a:pt x="293" y="318"/>
                </a:lnTo>
                <a:lnTo>
                  <a:pt x="292" y="319"/>
                </a:lnTo>
                <a:lnTo>
                  <a:pt x="292" y="318"/>
                </a:lnTo>
                <a:lnTo>
                  <a:pt x="291" y="318"/>
                </a:lnTo>
                <a:lnTo>
                  <a:pt x="291" y="319"/>
                </a:lnTo>
                <a:lnTo>
                  <a:pt x="290" y="319"/>
                </a:lnTo>
                <a:lnTo>
                  <a:pt x="291" y="319"/>
                </a:lnTo>
                <a:lnTo>
                  <a:pt x="291" y="320"/>
                </a:lnTo>
                <a:lnTo>
                  <a:pt x="292" y="320"/>
                </a:lnTo>
                <a:lnTo>
                  <a:pt x="291" y="320"/>
                </a:lnTo>
                <a:lnTo>
                  <a:pt x="292" y="320"/>
                </a:lnTo>
                <a:lnTo>
                  <a:pt x="292" y="321"/>
                </a:lnTo>
                <a:lnTo>
                  <a:pt x="291" y="321"/>
                </a:lnTo>
                <a:lnTo>
                  <a:pt x="292" y="321"/>
                </a:lnTo>
                <a:lnTo>
                  <a:pt x="291" y="321"/>
                </a:lnTo>
                <a:lnTo>
                  <a:pt x="291" y="320"/>
                </a:lnTo>
                <a:lnTo>
                  <a:pt x="290" y="320"/>
                </a:lnTo>
                <a:lnTo>
                  <a:pt x="289" y="320"/>
                </a:lnTo>
                <a:lnTo>
                  <a:pt x="288" y="320"/>
                </a:lnTo>
                <a:lnTo>
                  <a:pt x="288" y="321"/>
                </a:lnTo>
                <a:lnTo>
                  <a:pt x="289" y="321"/>
                </a:lnTo>
                <a:lnTo>
                  <a:pt x="290" y="321"/>
                </a:lnTo>
                <a:lnTo>
                  <a:pt x="288" y="322"/>
                </a:lnTo>
                <a:lnTo>
                  <a:pt x="287" y="322"/>
                </a:lnTo>
                <a:lnTo>
                  <a:pt x="287" y="321"/>
                </a:lnTo>
                <a:lnTo>
                  <a:pt x="287" y="322"/>
                </a:lnTo>
                <a:lnTo>
                  <a:pt x="286" y="322"/>
                </a:lnTo>
                <a:lnTo>
                  <a:pt x="285" y="322"/>
                </a:lnTo>
                <a:lnTo>
                  <a:pt x="283" y="323"/>
                </a:lnTo>
                <a:lnTo>
                  <a:pt x="283" y="322"/>
                </a:lnTo>
                <a:lnTo>
                  <a:pt x="283" y="321"/>
                </a:lnTo>
                <a:lnTo>
                  <a:pt x="282" y="321"/>
                </a:lnTo>
                <a:lnTo>
                  <a:pt x="283" y="321"/>
                </a:lnTo>
                <a:lnTo>
                  <a:pt x="283" y="320"/>
                </a:lnTo>
                <a:lnTo>
                  <a:pt x="284" y="319"/>
                </a:lnTo>
                <a:lnTo>
                  <a:pt x="283" y="319"/>
                </a:lnTo>
                <a:lnTo>
                  <a:pt x="283" y="318"/>
                </a:lnTo>
                <a:lnTo>
                  <a:pt x="282" y="318"/>
                </a:lnTo>
                <a:lnTo>
                  <a:pt x="282" y="317"/>
                </a:lnTo>
                <a:lnTo>
                  <a:pt x="282" y="315"/>
                </a:lnTo>
                <a:lnTo>
                  <a:pt x="281" y="314"/>
                </a:lnTo>
                <a:lnTo>
                  <a:pt x="281" y="313"/>
                </a:lnTo>
                <a:lnTo>
                  <a:pt x="283" y="312"/>
                </a:lnTo>
                <a:lnTo>
                  <a:pt x="283" y="313"/>
                </a:lnTo>
                <a:lnTo>
                  <a:pt x="284" y="313"/>
                </a:lnTo>
                <a:lnTo>
                  <a:pt x="284" y="312"/>
                </a:lnTo>
                <a:lnTo>
                  <a:pt x="285" y="312"/>
                </a:lnTo>
                <a:lnTo>
                  <a:pt x="285" y="311"/>
                </a:lnTo>
                <a:lnTo>
                  <a:pt x="287" y="310"/>
                </a:lnTo>
                <a:lnTo>
                  <a:pt x="287" y="309"/>
                </a:lnTo>
                <a:lnTo>
                  <a:pt x="288" y="309"/>
                </a:lnTo>
                <a:lnTo>
                  <a:pt x="288" y="308"/>
                </a:lnTo>
                <a:lnTo>
                  <a:pt x="288" y="307"/>
                </a:lnTo>
                <a:lnTo>
                  <a:pt x="288" y="306"/>
                </a:lnTo>
                <a:lnTo>
                  <a:pt x="287" y="305"/>
                </a:lnTo>
                <a:lnTo>
                  <a:pt x="288" y="300"/>
                </a:lnTo>
                <a:lnTo>
                  <a:pt x="289" y="300"/>
                </a:lnTo>
                <a:lnTo>
                  <a:pt x="290" y="300"/>
                </a:lnTo>
                <a:lnTo>
                  <a:pt x="291" y="299"/>
                </a:lnTo>
                <a:lnTo>
                  <a:pt x="291" y="298"/>
                </a:lnTo>
                <a:lnTo>
                  <a:pt x="291" y="297"/>
                </a:lnTo>
                <a:lnTo>
                  <a:pt x="290" y="297"/>
                </a:lnTo>
                <a:lnTo>
                  <a:pt x="290" y="296"/>
                </a:lnTo>
                <a:lnTo>
                  <a:pt x="290" y="295"/>
                </a:lnTo>
                <a:lnTo>
                  <a:pt x="289" y="294"/>
                </a:lnTo>
                <a:lnTo>
                  <a:pt x="289" y="293"/>
                </a:lnTo>
                <a:lnTo>
                  <a:pt x="289" y="292"/>
                </a:lnTo>
                <a:lnTo>
                  <a:pt x="290" y="292"/>
                </a:lnTo>
                <a:lnTo>
                  <a:pt x="291" y="292"/>
                </a:lnTo>
                <a:lnTo>
                  <a:pt x="291" y="291"/>
                </a:lnTo>
                <a:lnTo>
                  <a:pt x="290" y="291"/>
                </a:lnTo>
                <a:lnTo>
                  <a:pt x="289" y="291"/>
                </a:lnTo>
                <a:lnTo>
                  <a:pt x="289" y="290"/>
                </a:lnTo>
                <a:lnTo>
                  <a:pt x="288" y="290"/>
                </a:lnTo>
                <a:lnTo>
                  <a:pt x="288" y="289"/>
                </a:lnTo>
                <a:lnTo>
                  <a:pt x="287" y="288"/>
                </a:lnTo>
                <a:lnTo>
                  <a:pt x="288" y="287"/>
                </a:lnTo>
                <a:lnTo>
                  <a:pt x="287" y="287"/>
                </a:lnTo>
                <a:lnTo>
                  <a:pt x="286" y="287"/>
                </a:lnTo>
                <a:lnTo>
                  <a:pt x="286" y="288"/>
                </a:lnTo>
                <a:lnTo>
                  <a:pt x="285" y="288"/>
                </a:lnTo>
                <a:lnTo>
                  <a:pt x="285" y="287"/>
                </a:lnTo>
                <a:lnTo>
                  <a:pt x="285" y="289"/>
                </a:lnTo>
                <a:lnTo>
                  <a:pt x="286" y="289"/>
                </a:lnTo>
                <a:lnTo>
                  <a:pt x="286" y="290"/>
                </a:lnTo>
                <a:lnTo>
                  <a:pt x="285" y="291"/>
                </a:lnTo>
                <a:lnTo>
                  <a:pt x="284" y="291"/>
                </a:lnTo>
                <a:lnTo>
                  <a:pt x="283" y="291"/>
                </a:lnTo>
                <a:lnTo>
                  <a:pt x="283" y="292"/>
                </a:lnTo>
                <a:lnTo>
                  <a:pt x="283" y="293"/>
                </a:lnTo>
                <a:lnTo>
                  <a:pt x="283" y="294"/>
                </a:lnTo>
                <a:lnTo>
                  <a:pt x="282" y="295"/>
                </a:lnTo>
                <a:lnTo>
                  <a:pt x="281" y="295"/>
                </a:lnTo>
                <a:lnTo>
                  <a:pt x="281" y="296"/>
                </a:lnTo>
                <a:lnTo>
                  <a:pt x="282" y="296"/>
                </a:lnTo>
                <a:lnTo>
                  <a:pt x="281" y="297"/>
                </a:lnTo>
                <a:lnTo>
                  <a:pt x="280" y="297"/>
                </a:lnTo>
                <a:lnTo>
                  <a:pt x="280" y="298"/>
                </a:lnTo>
                <a:lnTo>
                  <a:pt x="279" y="298"/>
                </a:lnTo>
                <a:lnTo>
                  <a:pt x="279" y="297"/>
                </a:lnTo>
                <a:lnTo>
                  <a:pt x="279" y="298"/>
                </a:lnTo>
                <a:lnTo>
                  <a:pt x="278" y="298"/>
                </a:lnTo>
                <a:lnTo>
                  <a:pt x="277" y="298"/>
                </a:lnTo>
                <a:lnTo>
                  <a:pt x="277" y="297"/>
                </a:lnTo>
                <a:lnTo>
                  <a:pt x="276" y="297"/>
                </a:lnTo>
                <a:lnTo>
                  <a:pt x="275" y="298"/>
                </a:lnTo>
                <a:lnTo>
                  <a:pt x="276" y="298"/>
                </a:lnTo>
                <a:lnTo>
                  <a:pt x="277" y="298"/>
                </a:lnTo>
                <a:lnTo>
                  <a:pt x="278" y="298"/>
                </a:lnTo>
                <a:lnTo>
                  <a:pt x="279" y="298"/>
                </a:lnTo>
                <a:lnTo>
                  <a:pt x="280" y="298"/>
                </a:lnTo>
                <a:lnTo>
                  <a:pt x="280" y="299"/>
                </a:lnTo>
                <a:lnTo>
                  <a:pt x="280" y="300"/>
                </a:lnTo>
                <a:lnTo>
                  <a:pt x="281" y="301"/>
                </a:lnTo>
                <a:lnTo>
                  <a:pt x="281" y="302"/>
                </a:lnTo>
                <a:lnTo>
                  <a:pt x="280" y="305"/>
                </a:lnTo>
                <a:lnTo>
                  <a:pt x="279" y="306"/>
                </a:lnTo>
                <a:lnTo>
                  <a:pt x="279" y="307"/>
                </a:lnTo>
                <a:lnTo>
                  <a:pt x="278" y="307"/>
                </a:lnTo>
                <a:lnTo>
                  <a:pt x="278" y="308"/>
                </a:lnTo>
                <a:lnTo>
                  <a:pt x="279" y="308"/>
                </a:lnTo>
                <a:lnTo>
                  <a:pt x="278" y="309"/>
                </a:lnTo>
                <a:lnTo>
                  <a:pt x="278" y="310"/>
                </a:lnTo>
                <a:lnTo>
                  <a:pt x="278" y="312"/>
                </a:lnTo>
                <a:lnTo>
                  <a:pt x="277" y="312"/>
                </a:lnTo>
                <a:lnTo>
                  <a:pt x="276" y="311"/>
                </a:lnTo>
                <a:lnTo>
                  <a:pt x="275" y="310"/>
                </a:lnTo>
                <a:lnTo>
                  <a:pt x="276" y="311"/>
                </a:lnTo>
                <a:lnTo>
                  <a:pt x="275" y="312"/>
                </a:lnTo>
                <a:lnTo>
                  <a:pt x="272" y="315"/>
                </a:lnTo>
                <a:lnTo>
                  <a:pt x="271" y="315"/>
                </a:lnTo>
                <a:lnTo>
                  <a:pt x="271" y="316"/>
                </a:lnTo>
                <a:lnTo>
                  <a:pt x="270" y="318"/>
                </a:lnTo>
                <a:lnTo>
                  <a:pt x="270" y="317"/>
                </a:lnTo>
                <a:lnTo>
                  <a:pt x="270" y="318"/>
                </a:lnTo>
                <a:lnTo>
                  <a:pt x="271" y="318"/>
                </a:lnTo>
                <a:lnTo>
                  <a:pt x="270" y="320"/>
                </a:lnTo>
                <a:lnTo>
                  <a:pt x="271" y="323"/>
                </a:lnTo>
                <a:lnTo>
                  <a:pt x="270" y="323"/>
                </a:lnTo>
                <a:lnTo>
                  <a:pt x="270" y="324"/>
                </a:lnTo>
                <a:lnTo>
                  <a:pt x="269" y="324"/>
                </a:lnTo>
                <a:lnTo>
                  <a:pt x="270" y="325"/>
                </a:lnTo>
                <a:lnTo>
                  <a:pt x="269" y="325"/>
                </a:lnTo>
                <a:lnTo>
                  <a:pt x="269" y="326"/>
                </a:lnTo>
                <a:lnTo>
                  <a:pt x="268" y="327"/>
                </a:lnTo>
                <a:lnTo>
                  <a:pt x="267" y="328"/>
                </a:lnTo>
                <a:lnTo>
                  <a:pt x="266" y="328"/>
                </a:lnTo>
                <a:lnTo>
                  <a:pt x="266" y="329"/>
                </a:lnTo>
                <a:lnTo>
                  <a:pt x="265" y="329"/>
                </a:lnTo>
                <a:lnTo>
                  <a:pt x="265" y="330"/>
                </a:lnTo>
                <a:lnTo>
                  <a:pt x="265" y="331"/>
                </a:lnTo>
                <a:lnTo>
                  <a:pt x="265" y="332"/>
                </a:lnTo>
                <a:lnTo>
                  <a:pt x="267" y="333"/>
                </a:lnTo>
                <a:lnTo>
                  <a:pt x="266" y="333"/>
                </a:lnTo>
                <a:lnTo>
                  <a:pt x="266" y="334"/>
                </a:lnTo>
                <a:lnTo>
                  <a:pt x="266" y="335"/>
                </a:lnTo>
                <a:lnTo>
                  <a:pt x="265" y="335"/>
                </a:lnTo>
                <a:lnTo>
                  <a:pt x="265" y="336"/>
                </a:lnTo>
                <a:lnTo>
                  <a:pt x="264" y="336"/>
                </a:lnTo>
                <a:lnTo>
                  <a:pt x="264" y="337"/>
                </a:lnTo>
                <a:lnTo>
                  <a:pt x="264" y="336"/>
                </a:lnTo>
                <a:lnTo>
                  <a:pt x="263" y="336"/>
                </a:lnTo>
                <a:lnTo>
                  <a:pt x="263" y="335"/>
                </a:lnTo>
                <a:lnTo>
                  <a:pt x="262" y="335"/>
                </a:lnTo>
                <a:lnTo>
                  <a:pt x="259" y="335"/>
                </a:lnTo>
                <a:lnTo>
                  <a:pt x="258" y="335"/>
                </a:lnTo>
                <a:lnTo>
                  <a:pt x="258" y="336"/>
                </a:lnTo>
                <a:lnTo>
                  <a:pt x="257" y="338"/>
                </a:lnTo>
                <a:lnTo>
                  <a:pt x="257" y="340"/>
                </a:lnTo>
                <a:lnTo>
                  <a:pt x="256" y="340"/>
                </a:lnTo>
                <a:lnTo>
                  <a:pt x="255" y="342"/>
                </a:lnTo>
                <a:lnTo>
                  <a:pt x="254" y="342"/>
                </a:lnTo>
                <a:lnTo>
                  <a:pt x="254" y="343"/>
                </a:lnTo>
                <a:lnTo>
                  <a:pt x="251" y="345"/>
                </a:lnTo>
                <a:lnTo>
                  <a:pt x="251" y="346"/>
                </a:lnTo>
                <a:lnTo>
                  <a:pt x="250" y="347"/>
                </a:lnTo>
                <a:lnTo>
                  <a:pt x="250" y="348"/>
                </a:lnTo>
                <a:lnTo>
                  <a:pt x="249" y="348"/>
                </a:lnTo>
                <a:lnTo>
                  <a:pt x="249" y="347"/>
                </a:lnTo>
                <a:lnTo>
                  <a:pt x="248" y="347"/>
                </a:lnTo>
                <a:lnTo>
                  <a:pt x="248" y="348"/>
                </a:lnTo>
                <a:lnTo>
                  <a:pt x="248" y="347"/>
                </a:lnTo>
                <a:lnTo>
                  <a:pt x="247" y="348"/>
                </a:lnTo>
                <a:lnTo>
                  <a:pt x="247" y="349"/>
                </a:lnTo>
                <a:lnTo>
                  <a:pt x="246" y="350"/>
                </a:lnTo>
                <a:lnTo>
                  <a:pt x="246" y="351"/>
                </a:lnTo>
                <a:lnTo>
                  <a:pt x="246" y="352"/>
                </a:lnTo>
                <a:lnTo>
                  <a:pt x="245" y="352"/>
                </a:lnTo>
                <a:lnTo>
                  <a:pt x="245" y="353"/>
                </a:lnTo>
                <a:lnTo>
                  <a:pt x="246" y="354"/>
                </a:lnTo>
                <a:lnTo>
                  <a:pt x="246" y="355"/>
                </a:lnTo>
                <a:lnTo>
                  <a:pt x="245" y="356"/>
                </a:lnTo>
                <a:lnTo>
                  <a:pt x="243" y="357"/>
                </a:lnTo>
                <a:lnTo>
                  <a:pt x="242" y="356"/>
                </a:lnTo>
                <a:lnTo>
                  <a:pt x="241" y="356"/>
                </a:lnTo>
                <a:lnTo>
                  <a:pt x="240" y="357"/>
                </a:lnTo>
                <a:lnTo>
                  <a:pt x="239" y="357"/>
                </a:lnTo>
                <a:lnTo>
                  <a:pt x="240" y="357"/>
                </a:lnTo>
                <a:lnTo>
                  <a:pt x="241" y="359"/>
                </a:lnTo>
                <a:lnTo>
                  <a:pt x="240" y="360"/>
                </a:lnTo>
                <a:lnTo>
                  <a:pt x="239" y="363"/>
                </a:lnTo>
                <a:lnTo>
                  <a:pt x="239" y="364"/>
                </a:lnTo>
                <a:lnTo>
                  <a:pt x="238" y="364"/>
                </a:lnTo>
                <a:lnTo>
                  <a:pt x="238" y="365"/>
                </a:lnTo>
                <a:lnTo>
                  <a:pt x="238" y="366"/>
                </a:lnTo>
                <a:lnTo>
                  <a:pt x="237" y="366"/>
                </a:lnTo>
                <a:lnTo>
                  <a:pt x="237" y="367"/>
                </a:lnTo>
                <a:lnTo>
                  <a:pt x="237" y="366"/>
                </a:lnTo>
                <a:lnTo>
                  <a:pt x="236" y="366"/>
                </a:lnTo>
                <a:lnTo>
                  <a:pt x="236" y="367"/>
                </a:lnTo>
                <a:lnTo>
                  <a:pt x="236" y="368"/>
                </a:lnTo>
                <a:lnTo>
                  <a:pt x="237" y="368"/>
                </a:lnTo>
                <a:lnTo>
                  <a:pt x="237" y="369"/>
                </a:lnTo>
                <a:lnTo>
                  <a:pt x="236" y="369"/>
                </a:lnTo>
                <a:lnTo>
                  <a:pt x="235" y="369"/>
                </a:lnTo>
                <a:lnTo>
                  <a:pt x="233" y="368"/>
                </a:lnTo>
                <a:lnTo>
                  <a:pt x="232" y="368"/>
                </a:lnTo>
                <a:lnTo>
                  <a:pt x="232" y="369"/>
                </a:lnTo>
                <a:lnTo>
                  <a:pt x="233" y="370"/>
                </a:lnTo>
                <a:lnTo>
                  <a:pt x="235" y="372"/>
                </a:lnTo>
                <a:lnTo>
                  <a:pt x="236" y="372"/>
                </a:lnTo>
                <a:lnTo>
                  <a:pt x="237" y="376"/>
                </a:lnTo>
                <a:lnTo>
                  <a:pt x="238" y="377"/>
                </a:lnTo>
                <a:lnTo>
                  <a:pt x="239" y="377"/>
                </a:lnTo>
                <a:lnTo>
                  <a:pt x="238" y="377"/>
                </a:lnTo>
                <a:lnTo>
                  <a:pt x="236" y="377"/>
                </a:lnTo>
                <a:lnTo>
                  <a:pt x="235" y="378"/>
                </a:lnTo>
                <a:lnTo>
                  <a:pt x="235" y="379"/>
                </a:lnTo>
                <a:lnTo>
                  <a:pt x="236" y="378"/>
                </a:lnTo>
                <a:lnTo>
                  <a:pt x="237" y="378"/>
                </a:lnTo>
                <a:lnTo>
                  <a:pt x="238" y="378"/>
                </a:lnTo>
                <a:lnTo>
                  <a:pt x="238" y="379"/>
                </a:lnTo>
                <a:lnTo>
                  <a:pt x="239" y="379"/>
                </a:lnTo>
                <a:lnTo>
                  <a:pt x="239" y="380"/>
                </a:lnTo>
                <a:lnTo>
                  <a:pt x="240" y="380"/>
                </a:lnTo>
                <a:lnTo>
                  <a:pt x="240" y="381"/>
                </a:lnTo>
                <a:lnTo>
                  <a:pt x="239" y="382"/>
                </a:lnTo>
                <a:lnTo>
                  <a:pt x="238" y="383"/>
                </a:lnTo>
                <a:lnTo>
                  <a:pt x="238" y="384"/>
                </a:lnTo>
                <a:lnTo>
                  <a:pt x="238" y="383"/>
                </a:lnTo>
                <a:lnTo>
                  <a:pt x="237" y="383"/>
                </a:lnTo>
                <a:lnTo>
                  <a:pt x="237" y="384"/>
                </a:lnTo>
                <a:lnTo>
                  <a:pt x="236" y="385"/>
                </a:lnTo>
                <a:lnTo>
                  <a:pt x="236" y="386"/>
                </a:lnTo>
                <a:lnTo>
                  <a:pt x="236" y="387"/>
                </a:lnTo>
                <a:lnTo>
                  <a:pt x="236" y="388"/>
                </a:lnTo>
                <a:lnTo>
                  <a:pt x="236" y="387"/>
                </a:lnTo>
                <a:lnTo>
                  <a:pt x="237" y="387"/>
                </a:lnTo>
                <a:lnTo>
                  <a:pt x="237" y="388"/>
                </a:lnTo>
                <a:lnTo>
                  <a:pt x="237" y="389"/>
                </a:lnTo>
                <a:lnTo>
                  <a:pt x="237" y="390"/>
                </a:lnTo>
                <a:lnTo>
                  <a:pt x="237" y="391"/>
                </a:lnTo>
                <a:lnTo>
                  <a:pt x="237" y="392"/>
                </a:lnTo>
                <a:lnTo>
                  <a:pt x="236" y="392"/>
                </a:lnTo>
                <a:lnTo>
                  <a:pt x="236" y="391"/>
                </a:lnTo>
                <a:lnTo>
                  <a:pt x="235" y="392"/>
                </a:lnTo>
                <a:lnTo>
                  <a:pt x="234" y="392"/>
                </a:lnTo>
                <a:lnTo>
                  <a:pt x="234" y="391"/>
                </a:lnTo>
                <a:lnTo>
                  <a:pt x="234" y="390"/>
                </a:lnTo>
                <a:lnTo>
                  <a:pt x="233" y="390"/>
                </a:lnTo>
                <a:lnTo>
                  <a:pt x="233" y="389"/>
                </a:lnTo>
                <a:lnTo>
                  <a:pt x="234" y="389"/>
                </a:lnTo>
                <a:lnTo>
                  <a:pt x="233" y="389"/>
                </a:lnTo>
                <a:lnTo>
                  <a:pt x="232" y="389"/>
                </a:lnTo>
                <a:lnTo>
                  <a:pt x="232" y="390"/>
                </a:lnTo>
                <a:lnTo>
                  <a:pt x="231" y="390"/>
                </a:lnTo>
                <a:lnTo>
                  <a:pt x="231" y="389"/>
                </a:lnTo>
                <a:lnTo>
                  <a:pt x="230" y="389"/>
                </a:lnTo>
                <a:lnTo>
                  <a:pt x="230" y="388"/>
                </a:lnTo>
                <a:lnTo>
                  <a:pt x="229" y="388"/>
                </a:lnTo>
                <a:lnTo>
                  <a:pt x="228" y="388"/>
                </a:lnTo>
                <a:lnTo>
                  <a:pt x="227" y="388"/>
                </a:lnTo>
                <a:lnTo>
                  <a:pt x="227" y="389"/>
                </a:lnTo>
                <a:lnTo>
                  <a:pt x="228" y="389"/>
                </a:lnTo>
                <a:lnTo>
                  <a:pt x="227" y="389"/>
                </a:lnTo>
                <a:lnTo>
                  <a:pt x="227" y="390"/>
                </a:lnTo>
                <a:lnTo>
                  <a:pt x="228" y="390"/>
                </a:lnTo>
                <a:lnTo>
                  <a:pt x="229" y="390"/>
                </a:lnTo>
                <a:lnTo>
                  <a:pt x="228" y="391"/>
                </a:lnTo>
                <a:lnTo>
                  <a:pt x="228" y="392"/>
                </a:lnTo>
                <a:lnTo>
                  <a:pt x="227" y="392"/>
                </a:lnTo>
                <a:lnTo>
                  <a:pt x="226" y="392"/>
                </a:lnTo>
                <a:lnTo>
                  <a:pt x="226" y="393"/>
                </a:lnTo>
                <a:lnTo>
                  <a:pt x="226" y="394"/>
                </a:lnTo>
                <a:lnTo>
                  <a:pt x="227" y="394"/>
                </a:lnTo>
                <a:lnTo>
                  <a:pt x="226" y="394"/>
                </a:lnTo>
                <a:lnTo>
                  <a:pt x="225" y="395"/>
                </a:lnTo>
                <a:lnTo>
                  <a:pt x="225" y="394"/>
                </a:lnTo>
                <a:lnTo>
                  <a:pt x="224" y="394"/>
                </a:lnTo>
                <a:lnTo>
                  <a:pt x="224" y="395"/>
                </a:lnTo>
                <a:lnTo>
                  <a:pt x="225" y="395"/>
                </a:lnTo>
                <a:lnTo>
                  <a:pt x="226" y="396"/>
                </a:lnTo>
                <a:lnTo>
                  <a:pt x="227" y="395"/>
                </a:lnTo>
                <a:lnTo>
                  <a:pt x="227" y="396"/>
                </a:lnTo>
                <a:lnTo>
                  <a:pt x="227" y="397"/>
                </a:lnTo>
                <a:lnTo>
                  <a:pt x="228" y="397"/>
                </a:lnTo>
                <a:lnTo>
                  <a:pt x="228" y="396"/>
                </a:lnTo>
                <a:lnTo>
                  <a:pt x="228" y="397"/>
                </a:lnTo>
                <a:lnTo>
                  <a:pt x="228" y="398"/>
                </a:lnTo>
                <a:lnTo>
                  <a:pt x="227" y="398"/>
                </a:lnTo>
                <a:lnTo>
                  <a:pt x="227" y="399"/>
                </a:lnTo>
                <a:lnTo>
                  <a:pt x="228" y="398"/>
                </a:lnTo>
                <a:lnTo>
                  <a:pt x="229" y="399"/>
                </a:lnTo>
                <a:lnTo>
                  <a:pt x="228" y="399"/>
                </a:lnTo>
                <a:lnTo>
                  <a:pt x="227" y="399"/>
                </a:lnTo>
                <a:lnTo>
                  <a:pt x="227" y="400"/>
                </a:lnTo>
                <a:lnTo>
                  <a:pt x="228" y="400"/>
                </a:lnTo>
                <a:lnTo>
                  <a:pt x="227" y="400"/>
                </a:lnTo>
                <a:lnTo>
                  <a:pt x="227" y="401"/>
                </a:lnTo>
                <a:lnTo>
                  <a:pt x="226" y="401"/>
                </a:lnTo>
                <a:lnTo>
                  <a:pt x="225" y="401"/>
                </a:lnTo>
                <a:lnTo>
                  <a:pt x="225" y="402"/>
                </a:lnTo>
                <a:lnTo>
                  <a:pt x="226" y="402"/>
                </a:lnTo>
                <a:lnTo>
                  <a:pt x="225" y="402"/>
                </a:lnTo>
                <a:lnTo>
                  <a:pt x="225" y="403"/>
                </a:lnTo>
                <a:lnTo>
                  <a:pt x="225" y="404"/>
                </a:lnTo>
                <a:lnTo>
                  <a:pt x="227" y="404"/>
                </a:lnTo>
                <a:lnTo>
                  <a:pt x="227" y="405"/>
                </a:lnTo>
                <a:lnTo>
                  <a:pt x="226" y="405"/>
                </a:lnTo>
                <a:lnTo>
                  <a:pt x="226" y="406"/>
                </a:lnTo>
                <a:lnTo>
                  <a:pt x="225" y="406"/>
                </a:lnTo>
                <a:lnTo>
                  <a:pt x="225" y="407"/>
                </a:lnTo>
                <a:lnTo>
                  <a:pt x="224" y="407"/>
                </a:lnTo>
                <a:lnTo>
                  <a:pt x="224" y="408"/>
                </a:lnTo>
                <a:lnTo>
                  <a:pt x="225" y="408"/>
                </a:lnTo>
                <a:lnTo>
                  <a:pt x="225" y="409"/>
                </a:lnTo>
                <a:lnTo>
                  <a:pt x="224" y="409"/>
                </a:lnTo>
                <a:lnTo>
                  <a:pt x="224" y="410"/>
                </a:lnTo>
                <a:lnTo>
                  <a:pt x="223" y="410"/>
                </a:lnTo>
                <a:lnTo>
                  <a:pt x="223" y="411"/>
                </a:lnTo>
                <a:lnTo>
                  <a:pt x="222" y="411"/>
                </a:lnTo>
                <a:lnTo>
                  <a:pt x="222" y="412"/>
                </a:lnTo>
                <a:lnTo>
                  <a:pt x="221" y="412"/>
                </a:lnTo>
                <a:lnTo>
                  <a:pt x="220" y="412"/>
                </a:lnTo>
                <a:lnTo>
                  <a:pt x="220" y="411"/>
                </a:lnTo>
                <a:lnTo>
                  <a:pt x="220" y="410"/>
                </a:lnTo>
                <a:lnTo>
                  <a:pt x="220" y="409"/>
                </a:lnTo>
                <a:lnTo>
                  <a:pt x="220" y="407"/>
                </a:lnTo>
                <a:lnTo>
                  <a:pt x="219" y="406"/>
                </a:lnTo>
                <a:lnTo>
                  <a:pt x="219" y="407"/>
                </a:lnTo>
                <a:lnTo>
                  <a:pt x="218" y="408"/>
                </a:lnTo>
                <a:lnTo>
                  <a:pt x="218" y="407"/>
                </a:lnTo>
                <a:lnTo>
                  <a:pt x="217" y="407"/>
                </a:lnTo>
                <a:lnTo>
                  <a:pt x="217" y="408"/>
                </a:lnTo>
                <a:lnTo>
                  <a:pt x="217" y="409"/>
                </a:lnTo>
                <a:lnTo>
                  <a:pt x="216" y="410"/>
                </a:lnTo>
                <a:lnTo>
                  <a:pt x="217" y="410"/>
                </a:lnTo>
                <a:lnTo>
                  <a:pt x="217" y="411"/>
                </a:lnTo>
                <a:lnTo>
                  <a:pt x="218" y="411"/>
                </a:lnTo>
                <a:lnTo>
                  <a:pt x="217" y="411"/>
                </a:lnTo>
                <a:lnTo>
                  <a:pt x="217" y="412"/>
                </a:lnTo>
                <a:lnTo>
                  <a:pt x="217" y="411"/>
                </a:lnTo>
                <a:lnTo>
                  <a:pt x="216" y="411"/>
                </a:lnTo>
                <a:lnTo>
                  <a:pt x="216" y="410"/>
                </a:lnTo>
                <a:lnTo>
                  <a:pt x="216" y="409"/>
                </a:lnTo>
                <a:lnTo>
                  <a:pt x="215" y="409"/>
                </a:lnTo>
                <a:lnTo>
                  <a:pt x="215" y="408"/>
                </a:lnTo>
                <a:lnTo>
                  <a:pt x="214" y="408"/>
                </a:lnTo>
                <a:lnTo>
                  <a:pt x="215" y="408"/>
                </a:lnTo>
                <a:lnTo>
                  <a:pt x="215" y="407"/>
                </a:lnTo>
                <a:lnTo>
                  <a:pt x="214" y="407"/>
                </a:lnTo>
                <a:lnTo>
                  <a:pt x="215" y="407"/>
                </a:lnTo>
                <a:lnTo>
                  <a:pt x="214" y="407"/>
                </a:lnTo>
                <a:lnTo>
                  <a:pt x="214" y="406"/>
                </a:lnTo>
                <a:lnTo>
                  <a:pt x="215" y="406"/>
                </a:lnTo>
                <a:lnTo>
                  <a:pt x="215" y="405"/>
                </a:lnTo>
                <a:lnTo>
                  <a:pt x="215" y="404"/>
                </a:lnTo>
                <a:lnTo>
                  <a:pt x="214" y="404"/>
                </a:lnTo>
                <a:lnTo>
                  <a:pt x="214" y="403"/>
                </a:lnTo>
                <a:lnTo>
                  <a:pt x="215" y="402"/>
                </a:lnTo>
                <a:lnTo>
                  <a:pt x="215" y="403"/>
                </a:lnTo>
                <a:lnTo>
                  <a:pt x="216" y="403"/>
                </a:lnTo>
                <a:lnTo>
                  <a:pt x="217" y="403"/>
                </a:lnTo>
                <a:lnTo>
                  <a:pt x="217" y="402"/>
                </a:lnTo>
                <a:lnTo>
                  <a:pt x="216" y="401"/>
                </a:lnTo>
                <a:lnTo>
                  <a:pt x="215" y="401"/>
                </a:lnTo>
                <a:lnTo>
                  <a:pt x="215" y="400"/>
                </a:lnTo>
                <a:lnTo>
                  <a:pt x="214" y="400"/>
                </a:lnTo>
                <a:lnTo>
                  <a:pt x="215" y="400"/>
                </a:lnTo>
                <a:lnTo>
                  <a:pt x="215" y="399"/>
                </a:lnTo>
                <a:lnTo>
                  <a:pt x="214" y="399"/>
                </a:lnTo>
                <a:lnTo>
                  <a:pt x="214" y="398"/>
                </a:lnTo>
                <a:lnTo>
                  <a:pt x="214" y="397"/>
                </a:lnTo>
                <a:lnTo>
                  <a:pt x="213" y="397"/>
                </a:lnTo>
                <a:lnTo>
                  <a:pt x="212" y="397"/>
                </a:lnTo>
                <a:lnTo>
                  <a:pt x="212" y="396"/>
                </a:lnTo>
                <a:lnTo>
                  <a:pt x="212" y="395"/>
                </a:lnTo>
                <a:lnTo>
                  <a:pt x="211" y="395"/>
                </a:lnTo>
                <a:lnTo>
                  <a:pt x="210" y="394"/>
                </a:lnTo>
                <a:lnTo>
                  <a:pt x="209" y="394"/>
                </a:lnTo>
                <a:lnTo>
                  <a:pt x="209" y="393"/>
                </a:lnTo>
                <a:lnTo>
                  <a:pt x="210" y="393"/>
                </a:lnTo>
                <a:lnTo>
                  <a:pt x="210" y="392"/>
                </a:lnTo>
                <a:lnTo>
                  <a:pt x="209" y="392"/>
                </a:lnTo>
                <a:lnTo>
                  <a:pt x="209" y="391"/>
                </a:lnTo>
                <a:lnTo>
                  <a:pt x="209" y="390"/>
                </a:lnTo>
                <a:lnTo>
                  <a:pt x="210" y="389"/>
                </a:lnTo>
                <a:lnTo>
                  <a:pt x="209" y="388"/>
                </a:lnTo>
                <a:lnTo>
                  <a:pt x="208" y="388"/>
                </a:lnTo>
                <a:lnTo>
                  <a:pt x="207" y="388"/>
                </a:lnTo>
                <a:lnTo>
                  <a:pt x="207" y="387"/>
                </a:lnTo>
                <a:lnTo>
                  <a:pt x="206" y="387"/>
                </a:lnTo>
                <a:lnTo>
                  <a:pt x="206" y="388"/>
                </a:lnTo>
                <a:lnTo>
                  <a:pt x="205" y="388"/>
                </a:lnTo>
                <a:lnTo>
                  <a:pt x="205" y="389"/>
                </a:lnTo>
                <a:lnTo>
                  <a:pt x="205" y="388"/>
                </a:lnTo>
                <a:lnTo>
                  <a:pt x="204" y="388"/>
                </a:lnTo>
                <a:lnTo>
                  <a:pt x="204" y="389"/>
                </a:lnTo>
                <a:lnTo>
                  <a:pt x="203" y="389"/>
                </a:lnTo>
                <a:lnTo>
                  <a:pt x="202" y="388"/>
                </a:lnTo>
                <a:lnTo>
                  <a:pt x="201" y="387"/>
                </a:lnTo>
                <a:lnTo>
                  <a:pt x="201" y="386"/>
                </a:lnTo>
                <a:lnTo>
                  <a:pt x="202" y="386"/>
                </a:lnTo>
                <a:lnTo>
                  <a:pt x="202" y="385"/>
                </a:lnTo>
                <a:lnTo>
                  <a:pt x="201" y="384"/>
                </a:lnTo>
                <a:lnTo>
                  <a:pt x="200" y="384"/>
                </a:lnTo>
                <a:lnTo>
                  <a:pt x="200" y="385"/>
                </a:lnTo>
                <a:lnTo>
                  <a:pt x="199" y="385"/>
                </a:lnTo>
                <a:lnTo>
                  <a:pt x="198" y="385"/>
                </a:lnTo>
                <a:lnTo>
                  <a:pt x="198" y="386"/>
                </a:lnTo>
                <a:lnTo>
                  <a:pt x="197" y="386"/>
                </a:lnTo>
                <a:lnTo>
                  <a:pt x="197" y="385"/>
                </a:lnTo>
                <a:lnTo>
                  <a:pt x="196" y="385"/>
                </a:lnTo>
                <a:lnTo>
                  <a:pt x="195" y="385"/>
                </a:lnTo>
                <a:lnTo>
                  <a:pt x="195" y="386"/>
                </a:lnTo>
                <a:lnTo>
                  <a:pt x="194" y="386"/>
                </a:lnTo>
                <a:lnTo>
                  <a:pt x="193" y="385"/>
                </a:lnTo>
                <a:lnTo>
                  <a:pt x="192" y="385"/>
                </a:lnTo>
                <a:lnTo>
                  <a:pt x="191" y="386"/>
                </a:lnTo>
                <a:lnTo>
                  <a:pt x="190" y="386"/>
                </a:lnTo>
                <a:lnTo>
                  <a:pt x="189" y="386"/>
                </a:lnTo>
                <a:lnTo>
                  <a:pt x="189" y="387"/>
                </a:lnTo>
                <a:lnTo>
                  <a:pt x="190" y="387"/>
                </a:lnTo>
                <a:lnTo>
                  <a:pt x="190" y="388"/>
                </a:lnTo>
                <a:lnTo>
                  <a:pt x="190" y="389"/>
                </a:lnTo>
                <a:lnTo>
                  <a:pt x="189" y="389"/>
                </a:lnTo>
                <a:lnTo>
                  <a:pt x="188" y="388"/>
                </a:lnTo>
                <a:lnTo>
                  <a:pt x="187" y="388"/>
                </a:lnTo>
                <a:lnTo>
                  <a:pt x="187" y="389"/>
                </a:lnTo>
                <a:lnTo>
                  <a:pt x="187" y="390"/>
                </a:lnTo>
                <a:lnTo>
                  <a:pt x="186" y="390"/>
                </a:lnTo>
                <a:lnTo>
                  <a:pt x="185" y="391"/>
                </a:lnTo>
                <a:lnTo>
                  <a:pt x="184" y="392"/>
                </a:lnTo>
                <a:lnTo>
                  <a:pt x="184" y="393"/>
                </a:lnTo>
                <a:lnTo>
                  <a:pt x="183" y="393"/>
                </a:lnTo>
                <a:lnTo>
                  <a:pt x="183" y="394"/>
                </a:lnTo>
                <a:lnTo>
                  <a:pt x="182" y="394"/>
                </a:lnTo>
                <a:lnTo>
                  <a:pt x="181" y="394"/>
                </a:lnTo>
                <a:lnTo>
                  <a:pt x="180" y="393"/>
                </a:lnTo>
                <a:lnTo>
                  <a:pt x="179" y="391"/>
                </a:lnTo>
                <a:lnTo>
                  <a:pt x="178" y="390"/>
                </a:lnTo>
                <a:lnTo>
                  <a:pt x="177" y="390"/>
                </a:lnTo>
                <a:lnTo>
                  <a:pt x="177" y="391"/>
                </a:lnTo>
                <a:lnTo>
                  <a:pt x="176" y="391"/>
                </a:lnTo>
                <a:lnTo>
                  <a:pt x="175" y="391"/>
                </a:lnTo>
                <a:lnTo>
                  <a:pt x="174" y="391"/>
                </a:lnTo>
                <a:lnTo>
                  <a:pt x="174" y="392"/>
                </a:lnTo>
                <a:lnTo>
                  <a:pt x="175" y="392"/>
                </a:lnTo>
                <a:lnTo>
                  <a:pt x="174" y="393"/>
                </a:lnTo>
                <a:lnTo>
                  <a:pt x="173" y="393"/>
                </a:lnTo>
                <a:lnTo>
                  <a:pt x="173" y="394"/>
                </a:lnTo>
                <a:lnTo>
                  <a:pt x="172" y="394"/>
                </a:lnTo>
                <a:lnTo>
                  <a:pt x="173" y="394"/>
                </a:lnTo>
                <a:lnTo>
                  <a:pt x="173" y="395"/>
                </a:lnTo>
                <a:lnTo>
                  <a:pt x="172" y="395"/>
                </a:lnTo>
                <a:lnTo>
                  <a:pt x="172" y="396"/>
                </a:lnTo>
                <a:lnTo>
                  <a:pt x="173" y="396"/>
                </a:lnTo>
                <a:lnTo>
                  <a:pt x="173" y="397"/>
                </a:lnTo>
                <a:lnTo>
                  <a:pt x="173" y="396"/>
                </a:lnTo>
                <a:lnTo>
                  <a:pt x="171" y="396"/>
                </a:lnTo>
                <a:lnTo>
                  <a:pt x="170" y="396"/>
                </a:lnTo>
                <a:lnTo>
                  <a:pt x="169" y="396"/>
                </a:lnTo>
                <a:lnTo>
                  <a:pt x="169" y="397"/>
                </a:lnTo>
                <a:lnTo>
                  <a:pt x="168" y="397"/>
                </a:lnTo>
                <a:lnTo>
                  <a:pt x="167" y="397"/>
                </a:lnTo>
                <a:lnTo>
                  <a:pt x="167" y="398"/>
                </a:lnTo>
                <a:lnTo>
                  <a:pt x="166" y="398"/>
                </a:lnTo>
                <a:lnTo>
                  <a:pt x="166" y="397"/>
                </a:lnTo>
                <a:lnTo>
                  <a:pt x="166" y="396"/>
                </a:lnTo>
                <a:lnTo>
                  <a:pt x="165" y="396"/>
                </a:lnTo>
                <a:lnTo>
                  <a:pt x="164" y="396"/>
                </a:lnTo>
                <a:lnTo>
                  <a:pt x="163" y="396"/>
                </a:lnTo>
                <a:lnTo>
                  <a:pt x="163" y="397"/>
                </a:lnTo>
                <a:lnTo>
                  <a:pt x="164" y="397"/>
                </a:lnTo>
                <a:lnTo>
                  <a:pt x="164" y="398"/>
                </a:lnTo>
                <a:lnTo>
                  <a:pt x="163" y="398"/>
                </a:lnTo>
                <a:lnTo>
                  <a:pt x="162" y="398"/>
                </a:lnTo>
                <a:lnTo>
                  <a:pt x="162" y="399"/>
                </a:lnTo>
                <a:lnTo>
                  <a:pt x="161" y="398"/>
                </a:lnTo>
                <a:lnTo>
                  <a:pt x="160" y="397"/>
                </a:lnTo>
                <a:lnTo>
                  <a:pt x="159" y="397"/>
                </a:lnTo>
                <a:lnTo>
                  <a:pt x="159" y="398"/>
                </a:lnTo>
                <a:lnTo>
                  <a:pt x="158" y="398"/>
                </a:lnTo>
                <a:lnTo>
                  <a:pt x="157" y="397"/>
                </a:lnTo>
                <a:lnTo>
                  <a:pt x="157" y="398"/>
                </a:lnTo>
                <a:lnTo>
                  <a:pt x="157" y="397"/>
                </a:lnTo>
                <a:lnTo>
                  <a:pt x="157" y="396"/>
                </a:lnTo>
                <a:lnTo>
                  <a:pt x="157" y="395"/>
                </a:lnTo>
                <a:lnTo>
                  <a:pt x="158" y="396"/>
                </a:lnTo>
                <a:lnTo>
                  <a:pt x="159" y="395"/>
                </a:lnTo>
                <a:lnTo>
                  <a:pt x="158" y="395"/>
                </a:lnTo>
                <a:lnTo>
                  <a:pt x="157" y="395"/>
                </a:lnTo>
                <a:lnTo>
                  <a:pt x="157" y="394"/>
                </a:lnTo>
                <a:lnTo>
                  <a:pt x="157" y="393"/>
                </a:lnTo>
                <a:lnTo>
                  <a:pt x="156" y="393"/>
                </a:lnTo>
                <a:lnTo>
                  <a:pt x="155" y="393"/>
                </a:lnTo>
                <a:lnTo>
                  <a:pt x="155" y="392"/>
                </a:lnTo>
                <a:lnTo>
                  <a:pt x="154" y="392"/>
                </a:lnTo>
                <a:lnTo>
                  <a:pt x="155" y="391"/>
                </a:lnTo>
                <a:lnTo>
                  <a:pt x="155" y="390"/>
                </a:lnTo>
                <a:lnTo>
                  <a:pt x="154" y="390"/>
                </a:lnTo>
                <a:lnTo>
                  <a:pt x="155" y="390"/>
                </a:lnTo>
                <a:lnTo>
                  <a:pt x="154" y="390"/>
                </a:lnTo>
                <a:lnTo>
                  <a:pt x="154" y="389"/>
                </a:lnTo>
                <a:lnTo>
                  <a:pt x="154" y="388"/>
                </a:lnTo>
                <a:lnTo>
                  <a:pt x="153" y="388"/>
                </a:lnTo>
                <a:lnTo>
                  <a:pt x="152" y="387"/>
                </a:lnTo>
                <a:lnTo>
                  <a:pt x="152" y="388"/>
                </a:lnTo>
                <a:lnTo>
                  <a:pt x="152" y="387"/>
                </a:lnTo>
                <a:lnTo>
                  <a:pt x="151" y="387"/>
                </a:lnTo>
                <a:lnTo>
                  <a:pt x="151" y="386"/>
                </a:lnTo>
                <a:lnTo>
                  <a:pt x="151" y="385"/>
                </a:lnTo>
                <a:lnTo>
                  <a:pt x="150" y="385"/>
                </a:lnTo>
                <a:lnTo>
                  <a:pt x="150" y="384"/>
                </a:lnTo>
                <a:lnTo>
                  <a:pt x="151" y="383"/>
                </a:lnTo>
                <a:lnTo>
                  <a:pt x="151" y="382"/>
                </a:lnTo>
                <a:lnTo>
                  <a:pt x="152" y="382"/>
                </a:lnTo>
                <a:lnTo>
                  <a:pt x="152" y="381"/>
                </a:lnTo>
                <a:lnTo>
                  <a:pt x="151" y="381"/>
                </a:lnTo>
                <a:lnTo>
                  <a:pt x="152" y="380"/>
                </a:lnTo>
                <a:lnTo>
                  <a:pt x="151" y="379"/>
                </a:lnTo>
                <a:lnTo>
                  <a:pt x="152" y="379"/>
                </a:lnTo>
                <a:lnTo>
                  <a:pt x="152" y="378"/>
                </a:lnTo>
                <a:lnTo>
                  <a:pt x="151" y="378"/>
                </a:lnTo>
                <a:lnTo>
                  <a:pt x="151" y="377"/>
                </a:lnTo>
                <a:lnTo>
                  <a:pt x="152" y="377"/>
                </a:lnTo>
                <a:lnTo>
                  <a:pt x="152" y="376"/>
                </a:lnTo>
                <a:lnTo>
                  <a:pt x="151" y="376"/>
                </a:lnTo>
                <a:lnTo>
                  <a:pt x="151" y="375"/>
                </a:lnTo>
                <a:lnTo>
                  <a:pt x="150" y="374"/>
                </a:lnTo>
                <a:lnTo>
                  <a:pt x="149" y="374"/>
                </a:lnTo>
                <a:lnTo>
                  <a:pt x="148" y="374"/>
                </a:lnTo>
                <a:lnTo>
                  <a:pt x="147" y="374"/>
                </a:lnTo>
                <a:lnTo>
                  <a:pt x="147" y="373"/>
                </a:lnTo>
                <a:lnTo>
                  <a:pt x="148" y="373"/>
                </a:lnTo>
                <a:lnTo>
                  <a:pt x="148" y="372"/>
                </a:lnTo>
                <a:lnTo>
                  <a:pt x="149" y="371"/>
                </a:lnTo>
                <a:lnTo>
                  <a:pt x="149" y="370"/>
                </a:lnTo>
                <a:lnTo>
                  <a:pt x="148" y="370"/>
                </a:lnTo>
                <a:lnTo>
                  <a:pt x="147" y="370"/>
                </a:lnTo>
                <a:lnTo>
                  <a:pt x="146" y="370"/>
                </a:lnTo>
                <a:lnTo>
                  <a:pt x="146" y="369"/>
                </a:lnTo>
                <a:lnTo>
                  <a:pt x="145" y="369"/>
                </a:lnTo>
                <a:lnTo>
                  <a:pt x="145" y="368"/>
                </a:lnTo>
                <a:lnTo>
                  <a:pt x="144" y="367"/>
                </a:lnTo>
                <a:lnTo>
                  <a:pt x="145" y="367"/>
                </a:lnTo>
                <a:lnTo>
                  <a:pt x="145" y="366"/>
                </a:lnTo>
                <a:lnTo>
                  <a:pt x="144" y="366"/>
                </a:lnTo>
                <a:lnTo>
                  <a:pt x="144" y="365"/>
                </a:lnTo>
                <a:lnTo>
                  <a:pt x="145" y="365"/>
                </a:lnTo>
                <a:lnTo>
                  <a:pt x="146" y="365"/>
                </a:lnTo>
                <a:lnTo>
                  <a:pt x="146" y="364"/>
                </a:lnTo>
                <a:lnTo>
                  <a:pt x="146" y="363"/>
                </a:lnTo>
                <a:lnTo>
                  <a:pt x="145" y="363"/>
                </a:lnTo>
                <a:lnTo>
                  <a:pt x="145" y="362"/>
                </a:lnTo>
                <a:lnTo>
                  <a:pt x="146" y="362"/>
                </a:lnTo>
                <a:lnTo>
                  <a:pt x="146" y="361"/>
                </a:lnTo>
                <a:lnTo>
                  <a:pt x="145" y="361"/>
                </a:lnTo>
                <a:lnTo>
                  <a:pt x="145" y="360"/>
                </a:lnTo>
                <a:lnTo>
                  <a:pt x="144" y="360"/>
                </a:lnTo>
                <a:lnTo>
                  <a:pt x="143" y="360"/>
                </a:lnTo>
                <a:lnTo>
                  <a:pt x="142" y="360"/>
                </a:lnTo>
                <a:lnTo>
                  <a:pt x="141" y="360"/>
                </a:lnTo>
                <a:lnTo>
                  <a:pt x="141" y="361"/>
                </a:lnTo>
                <a:lnTo>
                  <a:pt x="140" y="361"/>
                </a:lnTo>
                <a:lnTo>
                  <a:pt x="140" y="360"/>
                </a:lnTo>
                <a:lnTo>
                  <a:pt x="139" y="360"/>
                </a:lnTo>
                <a:lnTo>
                  <a:pt x="140" y="360"/>
                </a:lnTo>
                <a:lnTo>
                  <a:pt x="139" y="361"/>
                </a:lnTo>
                <a:lnTo>
                  <a:pt x="138" y="361"/>
                </a:lnTo>
                <a:lnTo>
                  <a:pt x="137" y="361"/>
                </a:lnTo>
                <a:lnTo>
                  <a:pt x="137" y="360"/>
                </a:lnTo>
                <a:lnTo>
                  <a:pt x="136" y="360"/>
                </a:lnTo>
                <a:lnTo>
                  <a:pt x="137" y="360"/>
                </a:lnTo>
                <a:lnTo>
                  <a:pt x="137" y="361"/>
                </a:lnTo>
                <a:lnTo>
                  <a:pt x="136" y="361"/>
                </a:lnTo>
                <a:lnTo>
                  <a:pt x="135" y="361"/>
                </a:lnTo>
                <a:lnTo>
                  <a:pt x="135" y="362"/>
                </a:lnTo>
                <a:lnTo>
                  <a:pt x="134" y="362"/>
                </a:lnTo>
                <a:lnTo>
                  <a:pt x="133" y="362"/>
                </a:lnTo>
                <a:lnTo>
                  <a:pt x="133" y="363"/>
                </a:lnTo>
                <a:lnTo>
                  <a:pt x="133" y="364"/>
                </a:lnTo>
                <a:lnTo>
                  <a:pt x="133" y="365"/>
                </a:lnTo>
                <a:lnTo>
                  <a:pt x="133" y="366"/>
                </a:lnTo>
                <a:lnTo>
                  <a:pt x="133" y="367"/>
                </a:lnTo>
                <a:lnTo>
                  <a:pt x="132" y="367"/>
                </a:lnTo>
                <a:lnTo>
                  <a:pt x="132" y="368"/>
                </a:lnTo>
                <a:lnTo>
                  <a:pt x="132" y="369"/>
                </a:lnTo>
                <a:lnTo>
                  <a:pt x="132" y="370"/>
                </a:lnTo>
                <a:lnTo>
                  <a:pt x="132" y="371"/>
                </a:lnTo>
                <a:lnTo>
                  <a:pt x="132" y="372"/>
                </a:lnTo>
                <a:lnTo>
                  <a:pt x="131" y="373"/>
                </a:lnTo>
                <a:lnTo>
                  <a:pt x="130" y="374"/>
                </a:lnTo>
                <a:lnTo>
                  <a:pt x="130" y="375"/>
                </a:lnTo>
                <a:lnTo>
                  <a:pt x="129" y="376"/>
                </a:lnTo>
                <a:lnTo>
                  <a:pt x="128" y="376"/>
                </a:lnTo>
                <a:lnTo>
                  <a:pt x="128" y="377"/>
                </a:lnTo>
                <a:lnTo>
                  <a:pt x="127" y="377"/>
                </a:lnTo>
                <a:lnTo>
                  <a:pt x="127" y="376"/>
                </a:lnTo>
                <a:lnTo>
                  <a:pt x="127" y="375"/>
                </a:lnTo>
                <a:lnTo>
                  <a:pt x="126" y="374"/>
                </a:lnTo>
                <a:lnTo>
                  <a:pt x="125" y="374"/>
                </a:lnTo>
                <a:lnTo>
                  <a:pt x="123" y="374"/>
                </a:lnTo>
                <a:lnTo>
                  <a:pt x="122" y="374"/>
                </a:lnTo>
                <a:lnTo>
                  <a:pt x="121" y="375"/>
                </a:lnTo>
                <a:lnTo>
                  <a:pt x="120" y="375"/>
                </a:lnTo>
                <a:lnTo>
                  <a:pt x="120" y="376"/>
                </a:lnTo>
                <a:lnTo>
                  <a:pt x="119" y="375"/>
                </a:lnTo>
                <a:lnTo>
                  <a:pt x="119" y="376"/>
                </a:lnTo>
                <a:lnTo>
                  <a:pt x="118" y="376"/>
                </a:lnTo>
                <a:lnTo>
                  <a:pt x="118" y="377"/>
                </a:lnTo>
                <a:lnTo>
                  <a:pt x="119" y="377"/>
                </a:lnTo>
                <a:lnTo>
                  <a:pt x="119" y="378"/>
                </a:lnTo>
                <a:lnTo>
                  <a:pt x="119" y="379"/>
                </a:lnTo>
                <a:lnTo>
                  <a:pt x="118" y="379"/>
                </a:lnTo>
                <a:lnTo>
                  <a:pt x="118" y="380"/>
                </a:lnTo>
                <a:lnTo>
                  <a:pt x="117" y="380"/>
                </a:lnTo>
                <a:lnTo>
                  <a:pt x="117" y="379"/>
                </a:lnTo>
                <a:lnTo>
                  <a:pt x="117" y="380"/>
                </a:lnTo>
                <a:lnTo>
                  <a:pt x="116" y="381"/>
                </a:lnTo>
                <a:lnTo>
                  <a:pt x="115" y="381"/>
                </a:lnTo>
                <a:lnTo>
                  <a:pt x="114" y="381"/>
                </a:lnTo>
                <a:lnTo>
                  <a:pt x="114" y="382"/>
                </a:lnTo>
                <a:lnTo>
                  <a:pt x="113" y="382"/>
                </a:lnTo>
                <a:lnTo>
                  <a:pt x="113" y="383"/>
                </a:lnTo>
                <a:lnTo>
                  <a:pt x="113" y="384"/>
                </a:lnTo>
                <a:lnTo>
                  <a:pt x="112" y="385"/>
                </a:lnTo>
                <a:lnTo>
                  <a:pt x="112" y="386"/>
                </a:lnTo>
                <a:lnTo>
                  <a:pt x="110" y="386"/>
                </a:lnTo>
                <a:lnTo>
                  <a:pt x="110" y="385"/>
                </a:lnTo>
                <a:lnTo>
                  <a:pt x="110" y="386"/>
                </a:lnTo>
                <a:lnTo>
                  <a:pt x="109" y="386"/>
                </a:lnTo>
                <a:lnTo>
                  <a:pt x="108" y="386"/>
                </a:lnTo>
                <a:lnTo>
                  <a:pt x="107" y="386"/>
                </a:lnTo>
                <a:lnTo>
                  <a:pt x="106" y="386"/>
                </a:lnTo>
                <a:lnTo>
                  <a:pt x="105" y="386"/>
                </a:lnTo>
                <a:lnTo>
                  <a:pt x="105" y="385"/>
                </a:lnTo>
                <a:lnTo>
                  <a:pt x="104" y="385"/>
                </a:lnTo>
                <a:lnTo>
                  <a:pt x="103" y="385"/>
                </a:lnTo>
                <a:lnTo>
                  <a:pt x="102" y="385"/>
                </a:lnTo>
                <a:lnTo>
                  <a:pt x="101" y="385"/>
                </a:lnTo>
                <a:lnTo>
                  <a:pt x="100" y="384"/>
                </a:lnTo>
                <a:lnTo>
                  <a:pt x="100" y="385"/>
                </a:lnTo>
                <a:lnTo>
                  <a:pt x="99" y="385"/>
                </a:lnTo>
                <a:lnTo>
                  <a:pt x="99" y="384"/>
                </a:lnTo>
                <a:lnTo>
                  <a:pt x="99" y="383"/>
                </a:lnTo>
                <a:lnTo>
                  <a:pt x="99" y="382"/>
                </a:lnTo>
                <a:lnTo>
                  <a:pt x="98" y="382"/>
                </a:lnTo>
                <a:lnTo>
                  <a:pt x="99" y="381"/>
                </a:lnTo>
                <a:lnTo>
                  <a:pt x="99" y="382"/>
                </a:lnTo>
                <a:lnTo>
                  <a:pt x="100" y="381"/>
                </a:lnTo>
                <a:lnTo>
                  <a:pt x="99" y="380"/>
                </a:lnTo>
                <a:lnTo>
                  <a:pt x="98" y="379"/>
                </a:lnTo>
                <a:lnTo>
                  <a:pt x="98" y="380"/>
                </a:lnTo>
                <a:lnTo>
                  <a:pt x="97" y="380"/>
                </a:lnTo>
                <a:lnTo>
                  <a:pt x="96" y="380"/>
                </a:lnTo>
                <a:lnTo>
                  <a:pt x="96" y="381"/>
                </a:lnTo>
                <a:lnTo>
                  <a:pt x="95" y="381"/>
                </a:lnTo>
                <a:lnTo>
                  <a:pt x="95" y="380"/>
                </a:lnTo>
                <a:lnTo>
                  <a:pt x="94" y="380"/>
                </a:lnTo>
                <a:lnTo>
                  <a:pt x="94" y="381"/>
                </a:lnTo>
                <a:lnTo>
                  <a:pt x="93" y="381"/>
                </a:lnTo>
                <a:lnTo>
                  <a:pt x="93" y="380"/>
                </a:lnTo>
                <a:lnTo>
                  <a:pt x="92" y="380"/>
                </a:lnTo>
                <a:lnTo>
                  <a:pt x="92" y="379"/>
                </a:lnTo>
                <a:lnTo>
                  <a:pt x="91" y="380"/>
                </a:lnTo>
                <a:lnTo>
                  <a:pt x="91" y="379"/>
                </a:lnTo>
                <a:lnTo>
                  <a:pt x="90" y="379"/>
                </a:lnTo>
                <a:lnTo>
                  <a:pt x="90" y="378"/>
                </a:lnTo>
                <a:lnTo>
                  <a:pt x="89" y="378"/>
                </a:lnTo>
                <a:lnTo>
                  <a:pt x="88" y="378"/>
                </a:lnTo>
                <a:lnTo>
                  <a:pt x="87" y="378"/>
                </a:lnTo>
                <a:lnTo>
                  <a:pt x="87" y="377"/>
                </a:lnTo>
                <a:lnTo>
                  <a:pt x="86" y="378"/>
                </a:lnTo>
                <a:lnTo>
                  <a:pt x="87" y="378"/>
                </a:lnTo>
                <a:lnTo>
                  <a:pt x="87" y="379"/>
                </a:lnTo>
                <a:lnTo>
                  <a:pt x="87" y="380"/>
                </a:lnTo>
                <a:lnTo>
                  <a:pt x="86" y="380"/>
                </a:lnTo>
                <a:lnTo>
                  <a:pt x="85" y="380"/>
                </a:lnTo>
                <a:lnTo>
                  <a:pt x="84" y="381"/>
                </a:lnTo>
                <a:lnTo>
                  <a:pt x="84" y="382"/>
                </a:lnTo>
                <a:lnTo>
                  <a:pt x="84" y="383"/>
                </a:lnTo>
                <a:lnTo>
                  <a:pt x="84" y="382"/>
                </a:lnTo>
                <a:lnTo>
                  <a:pt x="83" y="382"/>
                </a:lnTo>
                <a:lnTo>
                  <a:pt x="82" y="382"/>
                </a:lnTo>
                <a:lnTo>
                  <a:pt x="82" y="381"/>
                </a:lnTo>
                <a:lnTo>
                  <a:pt x="80" y="381"/>
                </a:lnTo>
                <a:lnTo>
                  <a:pt x="80" y="382"/>
                </a:lnTo>
                <a:lnTo>
                  <a:pt x="79" y="382"/>
                </a:lnTo>
                <a:lnTo>
                  <a:pt x="79" y="381"/>
                </a:lnTo>
                <a:lnTo>
                  <a:pt x="79" y="380"/>
                </a:lnTo>
                <a:lnTo>
                  <a:pt x="78" y="379"/>
                </a:lnTo>
                <a:lnTo>
                  <a:pt x="78" y="378"/>
                </a:lnTo>
                <a:lnTo>
                  <a:pt x="77" y="378"/>
                </a:lnTo>
                <a:lnTo>
                  <a:pt x="77" y="377"/>
                </a:lnTo>
                <a:lnTo>
                  <a:pt x="77" y="376"/>
                </a:lnTo>
                <a:lnTo>
                  <a:pt x="76" y="376"/>
                </a:lnTo>
                <a:lnTo>
                  <a:pt x="75" y="376"/>
                </a:lnTo>
                <a:lnTo>
                  <a:pt x="75" y="375"/>
                </a:lnTo>
                <a:lnTo>
                  <a:pt x="76" y="375"/>
                </a:lnTo>
                <a:lnTo>
                  <a:pt x="76" y="374"/>
                </a:lnTo>
                <a:lnTo>
                  <a:pt x="76" y="373"/>
                </a:lnTo>
                <a:lnTo>
                  <a:pt x="77" y="373"/>
                </a:lnTo>
                <a:lnTo>
                  <a:pt x="77" y="374"/>
                </a:lnTo>
                <a:lnTo>
                  <a:pt x="77" y="373"/>
                </a:lnTo>
                <a:lnTo>
                  <a:pt x="78" y="373"/>
                </a:lnTo>
                <a:lnTo>
                  <a:pt x="78" y="372"/>
                </a:lnTo>
                <a:lnTo>
                  <a:pt x="78" y="371"/>
                </a:lnTo>
                <a:lnTo>
                  <a:pt x="79" y="371"/>
                </a:lnTo>
                <a:lnTo>
                  <a:pt x="80" y="371"/>
                </a:lnTo>
                <a:lnTo>
                  <a:pt x="80" y="370"/>
                </a:lnTo>
                <a:lnTo>
                  <a:pt x="79" y="370"/>
                </a:lnTo>
                <a:lnTo>
                  <a:pt x="79" y="369"/>
                </a:lnTo>
                <a:lnTo>
                  <a:pt x="79" y="368"/>
                </a:lnTo>
                <a:lnTo>
                  <a:pt x="79" y="367"/>
                </a:lnTo>
                <a:lnTo>
                  <a:pt x="80" y="367"/>
                </a:lnTo>
                <a:lnTo>
                  <a:pt x="80" y="366"/>
                </a:lnTo>
                <a:lnTo>
                  <a:pt x="80" y="365"/>
                </a:lnTo>
                <a:lnTo>
                  <a:pt x="79" y="365"/>
                </a:lnTo>
                <a:lnTo>
                  <a:pt x="79" y="364"/>
                </a:lnTo>
                <a:lnTo>
                  <a:pt x="79" y="363"/>
                </a:lnTo>
                <a:lnTo>
                  <a:pt x="79" y="362"/>
                </a:lnTo>
                <a:lnTo>
                  <a:pt x="78" y="362"/>
                </a:lnTo>
                <a:lnTo>
                  <a:pt x="78" y="361"/>
                </a:lnTo>
                <a:lnTo>
                  <a:pt x="77" y="360"/>
                </a:lnTo>
                <a:lnTo>
                  <a:pt x="77" y="359"/>
                </a:lnTo>
                <a:lnTo>
                  <a:pt x="76" y="359"/>
                </a:lnTo>
                <a:lnTo>
                  <a:pt x="77" y="359"/>
                </a:lnTo>
                <a:lnTo>
                  <a:pt x="77" y="358"/>
                </a:lnTo>
                <a:lnTo>
                  <a:pt x="77" y="357"/>
                </a:lnTo>
                <a:lnTo>
                  <a:pt x="76" y="357"/>
                </a:lnTo>
                <a:lnTo>
                  <a:pt x="77" y="357"/>
                </a:lnTo>
                <a:lnTo>
                  <a:pt x="78" y="357"/>
                </a:lnTo>
                <a:lnTo>
                  <a:pt x="79" y="357"/>
                </a:lnTo>
                <a:lnTo>
                  <a:pt x="79" y="356"/>
                </a:lnTo>
                <a:lnTo>
                  <a:pt x="78" y="356"/>
                </a:lnTo>
                <a:lnTo>
                  <a:pt x="79" y="355"/>
                </a:lnTo>
                <a:lnTo>
                  <a:pt x="78" y="355"/>
                </a:lnTo>
                <a:lnTo>
                  <a:pt x="77" y="355"/>
                </a:lnTo>
                <a:lnTo>
                  <a:pt x="77" y="354"/>
                </a:lnTo>
                <a:lnTo>
                  <a:pt x="76" y="354"/>
                </a:lnTo>
                <a:lnTo>
                  <a:pt x="76" y="353"/>
                </a:lnTo>
                <a:lnTo>
                  <a:pt x="76" y="352"/>
                </a:lnTo>
                <a:lnTo>
                  <a:pt x="75" y="352"/>
                </a:lnTo>
                <a:lnTo>
                  <a:pt x="75" y="351"/>
                </a:lnTo>
                <a:lnTo>
                  <a:pt x="75" y="350"/>
                </a:lnTo>
                <a:lnTo>
                  <a:pt x="75" y="349"/>
                </a:lnTo>
                <a:lnTo>
                  <a:pt x="74" y="349"/>
                </a:lnTo>
                <a:lnTo>
                  <a:pt x="73" y="349"/>
                </a:lnTo>
                <a:lnTo>
                  <a:pt x="73" y="348"/>
                </a:lnTo>
                <a:lnTo>
                  <a:pt x="74" y="348"/>
                </a:lnTo>
                <a:lnTo>
                  <a:pt x="75" y="347"/>
                </a:lnTo>
                <a:lnTo>
                  <a:pt x="74" y="347"/>
                </a:lnTo>
                <a:lnTo>
                  <a:pt x="74" y="346"/>
                </a:lnTo>
                <a:lnTo>
                  <a:pt x="74" y="345"/>
                </a:lnTo>
                <a:lnTo>
                  <a:pt x="73" y="345"/>
                </a:lnTo>
                <a:lnTo>
                  <a:pt x="73" y="344"/>
                </a:lnTo>
                <a:lnTo>
                  <a:pt x="73" y="343"/>
                </a:lnTo>
                <a:lnTo>
                  <a:pt x="72" y="342"/>
                </a:lnTo>
                <a:lnTo>
                  <a:pt x="73" y="341"/>
                </a:lnTo>
                <a:lnTo>
                  <a:pt x="73" y="340"/>
                </a:lnTo>
                <a:lnTo>
                  <a:pt x="72" y="340"/>
                </a:lnTo>
                <a:lnTo>
                  <a:pt x="72" y="339"/>
                </a:lnTo>
                <a:lnTo>
                  <a:pt x="72" y="338"/>
                </a:lnTo>
                <a:lnTo>
                  <a:pt x="73" y="338"/>
                </a:lnTo>
                <a:lnTo>
                  <a:pt x="72" y="338"/>
                </a:lnTo>
                <a:lnTo>
                  <a:pt x="72" y="337"/>
                </a:lnTo>
                <a:lnTo>
                  <a:pt x="72" y="336"/>
                </a:lnTo>
                <a:lnTo>
                  <a:pt x="71" y="336"/>
                </a:lnTo>
                <a:lnTo>
                  <a:pt x="71" y="335"/>
                </a:lnTo>
                <a:lnTo>
                  <a:pt x="72" y="335"/>
                </a:lnTo>
                <a:lnTo>
                  <a:pt x="71" y="335"/>
                </a:lnTo>
                <a:lnTo>
                  <a:pt x="70" y="335"/>
                </a:lnTo>
                <a:lnTo>
                  <a:pt x="70" y="334"/>
                </a:lnTo>
                <a:lnTo>
                  <a:pt x="69" y="333"/>
                </a:lnTo>
                <a:lnTo>
                  <a:pt x="68" y="333"/>
                </a:lnTo>
                <a:lnTo>
                  <a:pt x="67" y="333"/>
                </a:lnTo>
                <a:lnTo>
                  <a:pt x="67" y="332"/>
                </a:lnTo>
                <a:lnTo>
                  <a:pt x="66" y="332"/>
                </a:lnTo>
                <a:lnTo>
                  <a:pt x="65" y="332"/>
                </a:lnTo>
                <a:lnTo>
                  <a:pt x="65" y="331"/>
                </a:lnTo>
                <a:lnTo>
                  <a:pt x="64" y="330"/>
                </a:lnTo>
                <a:lnTo>
                  <a:pt x="63" y="330"/>
                </a:lnTo>
                <a:lnTo>
                  <a:pt x="63" y="329"/>
                </a:lnTo>
                <a:lnTo>
                  <a:pt x="64" y="329"/>
                </a:lnTo>
                <a:lnTo>
                  <a:pt x="64" y="328"/>
                </a:lnTo>
                <a:lnTo>
                  <a:pt x="63" y="327"/>
                </a:lnTo>
                <a:lnTo>
                  <a:pt x="63" y="326"/>
                </a:lnTo>
                <a:lnTo>
                  <a:pt x="63" y="325"/>
                </a:lnTo>
                <a:lnTo>
                  <a:pt x="64" y="324"/>
                </a:lnTo>
                <a:lnTo>
                  <a:pt x="64" y="323"/>
                </a:lnTo>
                <a:lnTo>
                  <a:pt x="63" y="323"/>
                </a:lnTo>
                <a:lnTo>
                  <a:pt x="62" y="323"/>
                </a:lnTo>
                <a:lnTo>
                  <a:pt x="62" y="322"/>
                </a:lnTo>
                <a:lnTo>
                  <a:pt x="63" y="322"/>
                </a:lnTo>
                <a:lnTo>
                  <a:pt x="62" y="321"/>
                </a:lnTo>
                <a:lnTo>
                  <a:pt x="62" y="320"/>
                </a:lnTo>
                <a:lnTo>
                  <a:pt x="63" y="320"/>
                </a:lnTo>
                <a:lnTo>
                  <a:pt x="63" y="319"/>
                </a:lnTo>
                <a:lnTo>
                  <a:pt x="64" y="319"/>
                </a:lnTo>
                <a:lnTo>
                  <a:pt x="64" y="318"/>
                </a:lnTo>
                <a:lnTo>
                  <a:pt x="65" y="318"/>
                </a:lnTo>
                <a:lnTo>
                  <a:pt x="65" y="317"/>
                </a:lnTo>
                <a:lnTo>
                  <a:pt x="66" y="317"/>
                </a:lnTo>
                <a:lnTo>
                  <a:pt x="67" y="317"/>
                </a:lnTo>
                <a:lnTo>
                  <a:pt x="67" y="316"/>
                </a:lnTo>
                <a:lnTo>
                  <a:pt x="67" y="315"/>
                </a:lnTo>
                <a:lnTo>
                  <a:pt x="68" y="315"/>
                </a:lnTo>
                <a:lnTo>
                  <a:pt x="69" y="315"/>
                </a:lnTo>
                <a:lnTo>
                  <a:pt x="70" y="315"/>
                </a:lnTo>
                <a:lnTo>
                  <a:pt x="70" y="314"/>
                </a:lnTo>
                <a:lnTo>
                  <a:pt x="70" y="313"/>
                </a:lnTo>
                <a:lnTo>
                  <a:pt x="70" y="312"/>
                </a:lnTo>
                <a:lnTo>
                  <a:pt x="71" y="312"/>
                </a:lnTo>
                <a:lnTo>
                  <a:pt x="71" y="311"/>
                </a:lnTo>
                <a:lnTo>
                  <a:pt x="70" y="311"/>
                </a:lnTo>
                <a:lnTo>
                  <a:pt x="70" y="310"/>
                </a:lnTo>
                <a:lnTo>
                  <a:pt x="69" y="310"/>
                </a:lnTo>
                <a:lnTo>
                  <a:pt x="70" y="309"/>
                </a:lnTo>
                <a:lnTo>
                  <a:pt x="69" y="309"/>
                </a:lnTo>
                <a:lnTo>
                  <a:pt x="68" y="309"/>
                </a:lnTo>
                <a:lnTo>
                  <a:pt x="67" y="309"/>
                </a:lnTo>
                <a:lnTo>
                  <a:pt x="66" y="309"/>
                </a:lnTo>
                <a:lnTo>
                  <a:pt x="67" y="309"/>
                </a:lnTo>
                <a:lnTo>
                  <a:pt x="67" y="308"/>
                </a:lnTo>
                <a:lnTo>
                  <a:pt x="67" y="307"/>
                </a:lnTo>
                <a:lnTo>
                  <a:pt x="68" y="307"/>
                </a:lnTo>
                <a:lnTo>
                  <a:pt x="69" y="306"/>
                </a:lnTo>
                <a:lnTo>
                  <a:pt x="69" y="305"/>
                </a:lnTo>
                <a:lnTo>
                  <a:pt x="70" y="305"/>
                </a:lnTo>
                <a:lnTo>
                  <a:pt x="70" y="304"/>
                </a:lnTo>
                <a:lnTo>
                  <a:pt x="71" y="304"/>
                </a:lnTo>
                <a:lnTo>
                  <a:pt x="71" y="303"/>
                </a:lnTo>
                <a:lnTo>
                  <a:pt x="70" y="303"/>
                </a:lnTo>
                <a:lnTo>
                  <a:pt x="70" y="302"/>
                </a:lnTo>
                <a:lnTo>
                  <a:pt x="69" y="302"/>
                </a:lnTo>
                <a:lnTo>
                  <a:pt x="68" y="302"/>
                </a:lnTo>
                <a:lnTo>
                  <a:pt x="67" y="302"/>
                </a:lnTo>
                <a:lnTo>
                  <a:pt x="66" y="301"/>
                </a:lnTo>
                <a:lnTo>
                  <a:pt x="65" y="301"/>
                </a:lnTo>
                <a:lnTo>
                  <a:pt x="65" y="300"/>
                </a:lnTo>
                <a:lnTo>
                  <a:pt x="64" y="300"/>
                </a:lnTo>
                <a:lnTo>
                  <a:pt x="64" y="301"/>
                </a:lnTo>
                <a:lnTo>
                  <a:pt x="63" y="301"/>
                </a:lnTo>
                <a:lnTo>
                  <a:pt x="63" y="300"/>
                </a:lnTo>
                <a:lnTo>
                  <a:pt x="64" y="300"/>
                </a:lnTo>
                <a:lnTo>
                  <a:pt x="64" y="299"/>
                </a:lnTo>
                <a:lnTo>
                  <a:pt x="64" y="298"/>
                </a:lnTo>
                <a:lnTo>
                  <a:pt x="63" y="298"/>
                </a:lnTo>
                <a:lnTo>
                  <a:pt x="63" y="297"/>
                </a:lnTo>
                <a:lnTo>
                  <a:pt x="63" y="296"/>
                </a:lnTo>
                <a:lnTo>
                  <a:pt x="63" y="295"/>
                </a:lnTo>
                <a:lnTo>
                  <a:pt x="63" y="294"/>
                </a:lnTo>
                <a:lnTo>
                  <a:pt x="63" y="295"/>
                </a:lnTo>
                <a:lnTo>
                  <a:pt x="62" y="295"/>
                </a:lnTo>
                <a:lnTo>
                  <a:pt x="62" y="294"/>
                </a:lnTo>
                <a:lnTo>
                  <a:pt x="61" y="295"/>
                </a:lnTo>
                <a:lnTo>
                  <a:pt x="60" y="295"/>
                </a:lnTo>
                <a:lnTo>
                  <a:pt x="60" y="296"/>
                </a:lnTo>
                <a:lnTo>
                  <a:pt x="60" y="297"/>
                </a:lnTo>
                <a:lnTo>
                  <a:pt x="59" y="298"/>
                </a:lnTo>
                <a:lnTo>
                  <a:pt x="59" y="299"/>
                </a:lnTo>
                <a:lnTo>
                  <a:pt x="58" y="299"/>
                </a:lnTo>
                <a:lnTo>
                  <a:pt x="57" y="299"/>
                </a:lnTo>
                <a:lnTo>
                  <a:pt x="57" y="298"/>
                </a:lnTo>
                <a:lnTo>
                  <a:pt x="56" y="298"/>
                </a:lnTo>
                <a:lnTo>
                  <a:pt x="55" y="298"/>
                </a:lnTo>
                <a:lnTo>
                  <a:pt x="55" y="299"/>
                </a:lnTo>
                <a:lnTo>
                  <a:pt x="55" y="300"/>
                </a:lnTo>
                <a:lnTo>
                  <a:pt x="54" y="300"/>
                </a:lnTo>
                <a:lnTo>
                  <a:pt x="53" y="300"/>
                </a:lnTo>
                <a:lnTo>
                  <a:pt x="53" y="299"/>
                </a:lnTo>
                <a:lnTo>
                  <a:pt x="52" y="300"/>
                </a:lnTo>
                <a:lnTo>
                  <a:pt x="52" y="301"/>
                </a:lnTo>
                <a:lnTo>
                  <a:pt x="52" y="300"/>
                </a:lnTo>
                <a:lnTo>
                  <a:pt x="51" y="300"/>
                </a:lnTo>
                <a:lnTo>
                  <a:pt x="51" y="299"/>
                </a:lnTo>
                <a:lnTo>
                  <a:pt x="52" y="299"/>
                </a:lnTo>
                <a:lnTo>
                  <a:pt x="51" y="298"/>
                </a:lnTo>
                <a:lnTo>
                  <a:pt x="50" y="297"/>
                </a:lnTo>
                <a:lnTo>
                  <a:pt x="49" y="297"/>
                </a:lnTo>
                <a:lnTo>
                  <a:pt x="48" y="297"/>
                </a:lnTo>
                <a:lnTo>
                  <a:pt x="48" y="298"/>
                </a:lnTo>
                <a:lnTo>
                  <a:pt x="47" y="298"/>
                </a:lnTo>
                <a:lnTo>
                  <a:pt x="46" y="299"/>
                </a:lnTo>
                <a:lnTo>
                  <a:pt x="45" y="298"/>
                </a:lnTo>
                <a:lnTo>
                  <a:pt x="44" y="298"/>
                </a:lnTo>
                <a:lnTo>
                  <a:pt x="45" y="299"/>
                </a:lnTo>
                <a:lnTo>
                  <a:pt x="44" y="299"/>
                </a:lnTo>
                <a:lnTo>
                  <a:pt x="44" y="298"/>
                </a:lnTo>
                <a:lnTo>
                  <a:pt x="43" y="298"/>
                </a:lnTo>
                <a:lnTo>
                  <a:pt x="42" y="298"/>
                </a:lnTo>
                <a:lnTo>
                  <a:pt x="42" y="299"/>
                </a:lnTo>
                <a:lnTo>
                  <a:pt x="42" y="300"/>
                </a:lnTo>
                <a:lnTo>
                  <a:pt x="43" y="300"/>
                </a:lnTo>
                <a:lnTo>
                  <a:pt x="43" y="301"/>
                </a:lnTo>
                <a:lnTo>
                  <a:pt x="42" y="301"/>
                </a:lnTo>
                <a:lnTo>
                  <a:pt x="42" y="302"/>
                </a:lnTo>
                <a:lnTo>
                  <a:pt x="41" y="302"/>
                </a:lnTo>
                <a:lnTo>
                  <a:pt x="41" y="301"/>
                </a:lnTo>
                <a:lnTo>
                  <a:pt x="40" y="301"/>
                </a:lnTo>
                <a:lnTo>
                  <a:pt x="40" y="302"/>
                </a:lnTo>
                <a:lnTo>
                  <a:pt x="39" y="302"/>
                </a:lnTo>
                <a:lnTo>
                  <a:pt x="38" y="301"/>
                </a:lnTo>
                <a:lnTo>
                  <a:pt x="38" y="300"/>
                </a:lnTo>
                <a:lnTo>
                  <a:pt x="37" y="300"/>
                </a:lnTo>
                <a:lnTo>
                  <a:pt x="37" y="299"/>
                </a:lnTo>
                <a:lnTo>
                  <a:pt x="37" y="298"/>
                </a:lnTo>
                <a:lnTo>
                  <a:pt x="36" y="298"/>
                </a:lnTo>
                <a:lnTo>
                  <a:pt x="37" y="297"/>
                </a:lnTo>
                <a:lnTo>
                  <a:pt x="38" y="297"/>
                </a:lnTo>
                <a:lnTo>
                  <a:pt x="38" y="296"/>
                </a:lnTo>
                <a:lnTo>
                  <a:pt x="39" y="296"/>
                </a:lnTo>
                <a:lnTo>
                  <a:pt x="40" y="295"/>
                </a:lnTo>
                <a:lnTo>
                  <a:pt x="40" y="294"/>
                </a:lnTo>
                <a:lnTo>
                  <a:pt x="41" y="294"/>
                </a:lnTo>
                <a:lnTo>
                  <a:pt x="41" y="293"/>
                </a:lnTo>
                <a:lnTo>
                  <a:pt x="41" y="292"/>
                </a:lnTo>
                <a:lnTo>
                  <a:pt x="41" y="293"/>
                </a:lnTo>
                <a:lnTo>
                  <a:pt x="40" y="293"/>
                </a:lnTo>
                <a:lnTo>
                  <a:pt x="41" y="293"/>
                </a:lnTo>
                <a:lnTo>
                  <a:pt x="41" y="292"/>
                </a:lnTo>
                <a:lnTo>
                  <a:pt x="40" y="292"/>
                </a:lnTo>
                <a:lnTo>
                  <a:pt x="40" y="293"/>
                </a:lnTo>
                <a:lnTo>
                  <a:pt x="40" y="292"/>
                </a:lnTo>
                <a:lnTo>
                  <a:pt x="40" y="291"/>
                </a:lnTo>
                <a:lnTo>
                  <a:pt x="40" y="290"/>
                </a:lnTo>
                <a:lnTo>
                  <a:pt x="39" y="290"/>
                </a:lnTo>
                <a:lnTo>
                  <a:pt x="39" y="289"/>
                </a:lnTo>
                <a:lnTo>
                  <a:pt x="39" y="288"/>
                </a:lnTo>
                <a:lnTo>
                  <a:pt x="39" y="287"/>
                </a:lnTo>
                <a:lnTo>
                  <a:pt x="38" y="287"/>
                </a:lnTo>
                <a:lnTo>
                  <a:pt x="37" y="286"/>
                </a:lnTo>
                <a:lnTo>
                  <a:pt x="36" y="286"/>
                </a:lnTo>
                <a:lnTo>
                  <a:pt x="37" y="285"/>
                </a:lnTo>
                <a:lnTo>
                  <a:pt x="37" y="284"/>
                </a:lnTo>
                <a:lnTo>
                  <a:pt x="38" y="284"/>
                </a:lnTo>
                <a:lnTo>
                  <a:pt x="39" y="284"/>
                </a:lnTo>
                <a:lnTo>
                  <a:pt x="38" y="284"/>
                </a:lnTo>
                <a:lnTo>
                  <a:pt x="39" y="284"/>
                </a:lnTo>
                <a:lnTo>
                  <a:pt x="38" y="284"/>
                </a:lnTo>
                <a:lnTo>
                  <a:pt x="38" y="283"/>
                </a:lnTo>
                <a:lnTo>
                  <a:pt x="39" y="283"/>
                </a:lnTo>
                <a:lnTo>
                  <a:pt x="39" y="282"/>
                </a:lnTo>
                <a:lnTo>
                  <a:pt x="39" y="281"/>
                </a:lnTo>
                <a:lnTo>
                  <a:pt x="40" y="281"/>
                </a:lnTo>
                <a:lnTo>
                  <a:pt x="40" y="280"/>
                </a:lnTo>
                <a:lnTo>
                  <a:pt x="39" y="280"/>
                </a:lnTo>
                <a:lnTo>
                  <a:pt x="40" y="280"/>
                </a:lnTo>
                <a:lnTo>
                  <a:pt x="40" y="279"/>
                </a:lnTo>
                <a:lnTo>
                  <a:pt x="41" y="279"/>
                </a:lnTo>
                <a:lnTo>
                  <a:pt x="41" y="278"/>
                </a:lnTo>
                <a:lnTo>
                  <a:pt x="40" y="278"/>
                </a:lnTo>
                <a:lnTo>
                  <a:pt x="40" y="277"/>
                </a:lnTo>
                <a:lnTo>
                  <a:pt x="39" y="277"/>
                </a:lnTo>
                <a:lnTo>
                  <a:pt x="39" y="278"/>
                </a:lnTo>
                <a:lnTo>
                  <a:pt x="38" y="278"/>
                </a:lnTo>
                <a:lnTo>
                  <a:pt x="38" y="277"/>
                </a:lnTo>
                <a:lnTo>
                  <a:pt x="37" y="276"/>
                </a:lnTo>
                <a:lnTo>
                  <a:pt x="36" y="276"/>
                </a:lnTo>
                <a:lnTo>
                  <a:pt x="35" y="276"/>
                </a:lnTo>
                <a:lnTo>
                  <a:pt x="35" y="275"/>
                </a:lnTo>
                <a:lnTo>
                  <a:pt x="36" y="275"/>
                </a:lnTo>
                <a:lnTo>
                  <a:pt x="37" y="275"/>
                </a:lnTo>
                <a:lnTo>
                  <a:pt x="38" y="274"/>
                </a:lnTo>
                <a:lnTo>
                  <a:pt x="37" y="273"/>
                </a:lnTo>
                <a:lnTo>
                  <a:pt x="36" y="273"/>
                </a:lnTo>
                <a:lnTo>
                  <a:pt x="36" y="272"/>
                </a:lnTo>
                <a:lnTo>
                  <a:pt x="36" y="271"/>
                </a:lnTo>
                <a:lnTo>
                  <a:pt x="36" y="270"/>
                </a:lnTo>
                <a:lnTo>
                  <a:pt x="35" y="270"/>
                </a:lnTo>
                <a:lnTo>
                  <a:pt x="35" y="269"/>
                </a:lnTo>
                <a:lnTo>
                  <a:pt x="35" y="268"/>
                </a:lnTo>
                <a:lnTo>
                  <a:pt x="35" y="267"/>
                </a:lnTo>
                <a:lnTo>
                  <a:pt x="36" y="267"/>
                </a:lnTo>
                <a:lnTo>
                  <a:pt x="36" y="266"/>
                </a:lnTo>
                <a:lnTo>
                  <a:pt x="35" y="266"/>
                </a:lnTo>
                <a:lnTo>
                  <a:pt x="35" y="264"/>
                </a:lnTo>
                <a:lnTo>
                  <a:pt x="36" y="264"/>
                </a:lnTo>
                <a:lnTo>
                  <a:pt x="35" y="264"/>
                </a:lnTo>
                <a:lnTo>
                  <a:pt x="36" y="264"/>
                </a:lnTo>
                <a:lnTo>
                  <a:pt x="37" y="263"/>
                </a:lnTo>
                <a:lnTo>
                  <a:pt x="37" y="262"/>
                </a:lnTo>
                <a:lnTo>
                  <a:pt x="36" y="262"/>
                </a:lnTo>
                <a:lnTo>
                  <a:pt x="36" y="261"/>
                </a:lnTo>
                <a:lnTo>
                  <a:pt x="36" y="260"/>
                </a:lnTo>
                <a:lnTo>
                  <a:pt x="37" y="260"/>
                </a:lnTo>
                <a:lnTo>
                  <a:pt x="36" y="260"/>
                </a:lnTo>
                <a:lnTo>
                  <a:pt x="37" y="259"/>
                </a:lnTo>
                <a:lnTo>
                  <a:pt x="36" y="259"/>
                </a:lnTo>
                <a:lnTo>
                  <a:pt x="37" y="259"/>
                </a:lnTo>
                <a:lnTo>
                  <a:pt x="37" y="258"/>
                </a:lnTo>
                <a:lnTo>
                  <a:pt x="36" y="258"/>
                </a:lnTo>
                <a:lnTo>
                  <a:pt x="37" y="257"/>
                </a:lnTo>
                <a:lnTo>
                  <a:pt x="37" y="258"/>
                </a:lnTo>
                <a:lnTo>
                  <a:pt x="37" y="257"/>
                </a:lnTo>
                <a:lnTo>
                  <a:pt x="36" y="257"/>
                </a:lnTo>
                <a:lnTo>
                  <a:pt x="35" y="256"/>
                </a:lnTo>
                <a:lnTo>
                  <a:pt x="35" y="255"/>
                </a:lnTo>
                <a:lnTo>
                  <a:pt x="34" y="255"/>
                </a:lnTo>
                <a:lnTo>
                  <a:pt x="33" y="255"/>
                </a:lnTo>
                <a:lnTo>
                  <a:pt x="33" y="254"/>
                </a:lnTo>
                <a:lnTo>
                  <a:pt x="34" y="254"/>
                </a:lnTo>
                <a:lnTo>
                  <a:pt x="34" y="253"/>
                </a:lnTo>
                <a:lnTo>
                  <a:pt x="33" y="253"/>
                </a:lnTo>
                <a:lnTo>
                  <a:pt x="33" y="252"/>
                </a:lnTo>
                <a:lnTo>
                  <a:pt x="34" y="252"/>
                </a:lnTo>
                <a:lnTo>
                  <a:pt x="34" y="253"/>
                </a:lnTo>
                <a:lnTo>
                  <a:pt x="34" y="252"/>
                </a:lnTo>
                <a:lnTo>
                  <a:pt x="33" y="253"/>
                </a:lnTo>
                <a:lnTo>
                  <a:pt x="34" y="253"/>
                </a:lnTo>
                <a:lnTo>
                  <a:pt x="34" y="252"/>
                </a:lnTo>
                <a:lnTo>
                  <a:pt x="33" y="252"/>
                </a:lnTo>
                <a:lnTo>
                  <a:pt x="33" y="251"/>
                </a:lnTo>
                <a:lnTo>
                  <a:pt x="34" y="251"/>
                </a:lnTo>
                <a:lnTo>
                  <a:pt x="33" y="251"/>
                </a:lnTo>
                <a:lnTo>
                  <a:pt x="33" y="250"/>
                </a:lnTo>
                <a:lnTo>
                  <a:pt x="33" y="249"/>
                </a:lnTo>
                <a:lnTo>
                  <a:pt x="32" y="249"/>
                </a:lnTo>
                <a:lnTo>
                  <a:pt x="32" y="248"/>
                </a:lnTo>
                <a:lnTo>
                  <a:pt x="32" y="247"/>
                </a:lnTo>
                <a:lnTo>
                  <a:pt x="32" y="246"/>
                </a:lnTo>
                <a:lnTo>
                  <a:pt x="31" y="245"/>
                </a:lnTo>
                <a:lnTo>
                  <a:pt x="31" y="244"/>
                </a:lnTo>
                <a:lnTo>
                  <a:pt x="30" y="243"/>
                </a:lnTo>
                <a:lnTo>
                  <a:pt x="29" y="243"/>
                </a:lnTo>
                <a:lnTo>
                  <a:pt x="28" y="243"/>
                </a:lnTo>
                <a:lnTo>
                  <a:pt x="27" y="243"/>
                </a:lnTo>
                <a:lnTo>
                  <a:pt x="26" y="243"/>
                </a:lnTo>
                <a:lnTo>
                  <a:pt x="25" y="242"/>
                </a:lnTo>
                <a:lnTo>
                  <a:pt x="24" y="241"/>
                </a:lnTo>
                <a:lnTo>
                  <a:pt x="25" y="241"/>
                </a:lnTo>
                <a:lnTo>
                  <a:pt x="25" y="240"/>
                </a:lnTo>
                <a:lnTo>
                  <a:pt x="24" y="240"/>
                </a:lnTo>
                <a:lnTo>
                  <a:pt x="24" y="239"/>
                </a:lnTo>
                <a:lnTo>
                  <a:pt x="24" y="238"/>
                </a:lnTo>
                <a:lnTo>
                  <a:pt x="24" y="237"/>
                </a:lnTo>
                <a:lnTo>
                  <a:pt x="23" y="237"/>
                </a:lnTo>
                <a:lnTo>
                  <a:pt x="23" y="236"/>
                </a:lnTo>
                <a:lnTo>
                  <a:pt x="23" y="235"/>
                </a:lnTo>
                <a:lnTo>
                  <a:pt x="22" y="234"/>
                </a:lnTo>
                <a:lnTo>
                  <a:pt x="22" y="233"/>
                </a:lnTo>
                <a:lnTo>
                  <a:pt x="22" y="232"/>
                </a:lnTo>
                <a:lnTo>
                  <a:pt x="22" y="233"/>
                </a:lnTo>
                <a:lnTo>
                  <a:pt x="21" y="232"/>
                </a:lnTo>
                <a:lnTo>
                  <a:pt x="20" y="232"/>
                </a:lnTo>
                <a:lnTo>
                  <a:pt x="19" y="232"/>
                </a:lnTo>
                <a:lnTo>
                  <a:pt x="19" y="233"/>
                </a:lnTo>
                <a:lnTo>
                  <a:pt x="18" y="233"/>
                </a:lnTo>
                <a:lnTo>
                  <a:pt x="17" y="233"/>
                </a:lnTo>
                <a:lnTo>
                  <a:pt x="17" y="234"/>
                </a:lnTo>
                <a:lnTo>
                  <a:pt x="16" y="234"/>
                </a:lnTo>
                <a:lnTo>
                  <a:pt x="15" y="234"/>
                </a:lnTo>
                <a:lnTo>
                  <a:pt x="15" y="233"/>
                </a:lnTo>
                <a:lnTo>
                  <a:pt x="16" y="233"/>
                </a:lnTo>
                <a:lnTo>
                  <a:pt x="16" y="232"/>
                </a:lnTo>
                <a:lnTo>
                  <a:pt x="17" y="232"/>
                </a:lnTo>
                <a:lnTo>
                  <a:pt x="17" y="231"/>
                </a:lnTo>
                <a:lnTo>
                  <a:pt x="18" y="231"/>
                </a:lnTo>
                <a:lnTo>
                  <a:pt x="18" y="230"/>
                </a:lnTo>
                <a:lnTo>
                  <a:pt x="17" y="229"/>
                </a:lnTo>
                <a:lnTo>
                  <a:pt x="17" y="230"/>
                </a:lnTo>
                <a:lnTo>
                  <a:pt x="17" y="229"/>
                </a:lnTo>
                <a:lnTo>
                  <a:pt x="16" y="229"/>
                </a:lnTo>
                <a:lnTo>
                  <a:pt x="16" y="228"/>
                </a:lnTo>
                <a:lnTo>
                  <a:pt x="15" y="228"/>
                </a:lnTo>
                <a:lnTo>
                  <a:pt x="14" y="227"/>
                </a:lnTo>
                <a:lnTo>
                  <a:pt x="14" y="226"/>
                </a:lnTo>
                <a:lnTo>
                  <a:pt x="13" y="226"/>
                </a:lnTo>
                <a:lnTo>
                  <a:pt x="12" y="226"/>
                </a:lnTo>
                <a:lnTo>
                  <a:pt x="11" y="226"/>
                </a:lnTo>
                <a:lnTo>
                  <a:pt x="10" y="226"/>
                </a:lnTo>
                <a:lnTo>
                  <a:pt x="9" y="225"/>
                </a:lnTo>
                <a:lnTo>
                  <a:pt x="9" y="224"/>
                </a:lnTo>
                <a:lnTo>
                  <a:pt x="9" y="223"/>
                </a:lnTo>
                <a:lnTo>
                  <a:pt x="8" y="223"/>
                </a:lnTo>
                <a:lnTo>
                  <a:pt x="8" y="224"/>
                </a:lnTo>
                <a:lnTo>
                  <a:pt x="8" y="225"/>
                </a:lnTo>
                <a:lnTo>
                  <a:pt x="7" y="225"/>
                </a:lnTo>
                <a:lnTo>
                  <a:pt x="7" y="224"/>
                </a:lnTo>
                <a:lnTo>
                  <a:pt x="7" y="223"/>
                </a:lnTo>
                <a:lnTo>
                  <a:pt x="7" y="224"/>
                </a:lnTo>
                <a:lnTo>
                  <a:pt x="6" y="224"/>
                </a:lnTo>
                <a:lnTo>
                  <a:pt x="6" y="223"/>
                </a:lnTo>
                <a:lnTo>
                  <a:pt x="6" y="222"/>
                </a:lnTo>
                <a:lnTo>
                  <a:pt x="6" y="221"/>
                </a:lnTo>
                <a:lnTo>
                  <a:pt x="5" y="221"/>
                </a:lnTo>
                <a:lnTo>
                  <a:pt x="5" y="220"/>
                </a:lnTo>
                <a:lnTo>
                  <a:pt x="5" y="221"/>
                </a:lnTo>
                <a:lnTo>
                  <a:pt x="4" y="221"/>
                </a:lnTo>
                <a:lnTo>
                  <a:pt x="4" y="220"/>
                </a:lnTo>
                <a:lnTo>
                  <a:pt x="4" y="219"/>
                </a:lnTo>
                <a:lnTo>
                  <a:pt x="4" y="218"/>
                </a:lnTo>
                <a:lnTo>
                  <a:pt x="5" y="218"/>
                </a:lnTo>
                <a:lnTo>
                  <a:pt x="4" y="218"/>
                </a:lnTo>
                <a:lnTo>
                  <a:pt x="4" y="217"/>
                </a:lnTo>
                <a:lnTo>
                  <a:pt x="4" y="216"/>
                </a:lnTo>
                <a:lnTo>
                  <a:pt x="3" y="216"/>
                </a:lnTo>
                <a:lnTo>
                  <a:pt x="2" y="215"/>
                </a:lnTo>
                <a:lnTo>
                  <a:pt x="1" y="215"/>
                </a:lnTo>
                <a:lnTo>
                  <a:pt x="1" y="214"/>
                </a:lnTo>
                <a:lnTo>
                  <a:pt x="1" y="213"/>
                </a:lnTo>
                <a:lnTo>
                  <a:pt x="2" y="213"/>
                </a:lnTo>
                <a:lnTo>
                  <a:pt x="2" y="212"/>
                </a:lnTo>
                <a:lnTo>
                  <a:pt x="1" y="212"/>
                </a:lnTo>
                <a:lnTo>
                  <a:pt x="1" y="211"/>
                </a:lnTo>
                <a:lnTo>
                  <a:pt x="1" y="210"/>
                </a:lnTo>
                <a:lnTo>
                  <a:pt x="1" y="208"/>
                </a:lnTo>
                <a:lnTo>
                  <a:pt x="0" y="208"/>
                </a:lnTo>
                <a:lnTo>
                  <a:pt x="0" y="207"/>
                </a:lnTo>
                <a:lnTo>
                  <a:pt x="1" y="206"/>
                </a:lnTo>
                <a:lnTo>
                  <a:pt x="1" y="204"/>
                </a:lnTo>
                <a:lnTo>
                  <a:pt x="1" y="203"/>
                </a:lnTo>
                <a:lnTo>
                  <a:pt x="2" y="202"/>
                </a:lnTo>
                <a:lnTo>
                  <a:pt x="3" y="202"/>
                </a:lnTo>
                <a:lnTo>
                  <a:pt x="4" y="202"/>
                </a:lnTo>
                <a:lnTo>
                  <a:pt x="5" y="202"/>
                </a:lnTo>
                <a:lnTo>
                  <a:pt x="5" y="201"/>
                </a:lnTo>
                <a:lnTo>
                  <a:pt x="5" y="199"/>
                </a:lnTo>
                <a:lnTo>
                  <a:pt x="5" y="198"/>
                </a:lnTo>
                <a:lnTo>
                  <a:pt x="4" y="198"/>
                </a:lnTo>
                <a:lnTo>
                  <a:pt x="4" y="197"/>
                </a:lnTo>
                <a:lnTo>
                  <a:pt x="5" y="197"/>
                </a:lnTo>
                <a:lnTo>
                  <a:pt x="5" y="196"/>
                </a:lnTo>
                <a:lnTo>
                  <a:pt x="5" y="195"/>
                </a:lnTo>
                <a:lnTo>
                  <a:pt x="5" y="194"/>
                </a:lnTo>
                <a:lnTo>
                  <a:pt x="4" y="194"/>
                </a:lnTo>
                <a:lnTo>
                  <a:pt x="5" y="194"/>
                </a:lnTo>
                <a:lnTo>
                  <a:pt x="6" y="194"/>
                </a:lnTo>
                <a:lnTo>
                  <a:pt x="7" y="194"/>
                </a:lnTo>
                <a:lnTo>
                  <a:pt x="8" y="193"/>
                </a:lnTo>
                <a:lnTo>
                  <a:pt x="8" y="194"/>
                </a:lnTo>
                <a:lnTo>
                  <a:pt x="9" y="194"/>
                </a:lnTo>
                <a:lnTo>
                  <a:pt x="10" y="194"/>
                </a:lnTo>
                <a:lnTo>
                  <a:pt x="11" y="194"/>
                </a:lnTo>
                <a:lnTo>
                  <a:pt x="12" y="194"/>
                </a:lnTo>
                <a:lnTo>
                  <a:pt x="13" y="195"/>
                </a:lnTo>
                <a:lnTo>
                  <a:pt x="13" y="194"/>
                </a:lnTo>
                <a:lnTo>
                  <a:pt x="13" y="193"/>
                </a:lnTo>
                <a:lnTo>
                  <a:pt x="14" y="193"/>
                </a:lnTo>
                <a:lnTo>
                  <a:pt x="13" y="192"/>
                </a:lnTo>
                <a:lnTo>
                  <a:pt x="13" y="191"/>
                </a:lnTo>
                <a:lnTo>
                  <a:pt x="14" y="190"/>
                </a:lnTo>
                <a:lnTo>
                  <a:pt x="14" y="189"/>
                </a:lnTo>
                <a:lnTo>
                  <a:pt x="15" y="188"/>
                </a:lnTo>
                <a:lnTo>
                  <a:pt x="16" y="188"/>
                </a:lnTo>
                <a:lnTo>
                  <a:pt x="17" y="188"/>
                </a:lnTo>
                <a:lnTo>
                  <a:pt x="17" y="187"/>
                </a:lnTo>
                <a:lnTo>
                  <a:pt x="16" y="187"/>
                </a:lnTo>
                <a:lnTo>
                  <a:pt x="16" y="186"/>
                </a:lnTo>
                <a:lnTo>
                  <a:pt x="16" y="185"/>
                </a:lnTo>
                <a:lnTo>
                  <a:pt x="16" y="184"/>
                </a:lnTo>
                <a:lnTo>
                  <a:pt x="15" y="183"/>
                </a:lnTo>
                <a:lnTo>
                  <a:pt x="16" y="183"/>
                </a:lnTo>
                <a:lnTo>
                  <a:pt x="16" y="182"/>
                </a:lnTo>
                <a:lnTo>
                  <a:pt x="17" y="181"/>
                </a:lnTo>
                <a:lnTo>
                  <a:pt x="17" y="180"/>
                </a:lnTo>
                <a:lnTo>
                  <a:pt x="18" y="180"/>
                </a:lnTo>
                <a:lnTo>
                  <a:pt x="19" y="180"/>
                </a:lnTo>
                <a:lnTo>
                  <a:pt x="20" y="179"/>
                </a:lnTo>
                <a:lnTo>
                  <a:pt x="21" y="180"/>
                </a:lnTo>
                <a:lnTo>
                  <a:pt x="22" y="179"/>
                </a:lnTo>
                <a:lnTo>
                  <a:pt x="22" y="180"/>
                </a:lnTo>
                <a:lnTo>
                  <a:pt x="23" y="180"/>
                </a:lnTo>
                <a:lnTo>
                  <a:pt x="24" y="180"/>
                </a:lnTo>
                <a:lnTo>
                  <a:pt x="25" y="180"/>
                </a:lnTo>
                <a:lnTo>
                  <a:pt x="26" y="180"/>
                </a:lnTo>
                <a:lnTo>
                  <a:pt x="26" y="178"/>
                </a:lnTo>
                <a:lnTo>
                  <a:pt x="26" y="177"/>
                </a:lnTo>
                <a:lnTo>
                  <a:pt x="26" y="176"/>
                </a:lnTo>
                <a:lnTo>
                  <a:pt x="26" y="175"/>
                </a:lnTo>
                <a:lnTo>
                  <a:pt x="25" y="175"/>
                </a:lnTo>
                <a:lnTo>
                  <a:pt x="25" y="174"/>
                </a:lnTo>
                <a:lnTo>
                  <a:pt x="25" y="173"/>
                </a:lnTo>
                <a:lnTo>
                  <a:pt x="26" y="172"/>
                </a:lnTo>
                <a:lnTo>
                  <a:pt x="26" y="173"/>
                </a:lnTo>
                <a:lnTo>
                  <a:pt x="27" y="172"/>
                </a:lnTo>
                <a:lnTo>
                  <a:pt x="27" y="173"/>
                </a:lnTo>
                <a:lnTo>
                  <a:pt x="28" y="173"/>
                </a:lnTo>
                <a:lnTo>
                  <a:pt x="28" y="174"/>
                </a:lnTo>
                <a:lnTo>
                  <a:pt x="29" y="174"/>
                </a:lnTo>
                <a:lnTo>
                  <a:pt x="29" y="175"/>
                </a:lnTo>
                <a:lnTo>
                  <a:pt x="29" y="174"/>
                </a:lnTo>
                <a:lnTo>
                  <a:pt x="30" y="174"/>
                </a:lnTo>
                <a:lnTo>
                  <a:pt x="30" y="173"/>
                </a:lnTo>
                <a:lnTo>
                  <a:pt x="31" y="173"/>
                </a:lnTo>
                <a:lnTo>
                  <a:pt x="31" y="172"/>
                </a:lnTo>
                <a:lnTo>
                  <a:pt x="32" y="172"/>
                </a:lnTo>
                <a:lnTo>
                  <a:pt x="32" y="171"/>
                </a:lnTo>
                <a:lnTo>
                  <a:pt x="33" y="171"/>
                </a:lnTo>
                <a:lnTo>
                  <a:pt x="34" y="171"/>
                </a:lnTo>
                <a:lnTo>
                  <a:pt x="35" y="171"/>
                </a:lnTo>
                <a:lnTo>
                  <a:pt x="36" y="172"/>
                </a:lnTo>
                <a:lnTo>
                  <a:pt x="37" y="172"/>
                </a:lnTo>
                <a:lnTo>
                  <a:pt x="37" y="171"/>
                </a:lnTo>
                <a:lnTo>
                  <a:pt x="38" y="171"/>
                </a:lnTo>
                <a:lnTo>
                  <a:pt x="39" y="171"/>
                </a:lnTo>
                <a:lnTo>
                  <a:pt x="40" y="171"/>
                </a:lnTo>
                <a:lnTo>
                  <a:pt x="41" y="171"/>
                </a:lnTo>
                <a:lnTo>
                  <a:pt x="42" y="170"/>
                </a:lnTo>
                <a:lnTo>
                  <a:pt x="42" y="169"/>
                </a:lnTo>
                <a:lnTo>
                  <a:pt x="42" y="168"/>
                </a:lnTo>
                <a:lnTo>
                  <a:pt x="43" y="168"/>
                </a:lnTo>
                <a:lnTo>
                  <a:pt x="42" y="168"/>
                </a:lnTo>
                <a:lnTo>
                  <a:pt x="42" y="167"/>
                </a:lnTo>
                <a:lnTo>
                  <a:pt x="42" y="166"/>
                </a:lnTo>
                <a:lnTo>
                  <a:pt x="43" y="166"/>
                </a:lnTo>
                <a:lnTo>
                  <a:pt x="43" y="165"/>
                </a:lnTo>
                <a:lnTo>
                  <a:pt x="43" y="164"/>
                </a:lnTo>
                <a:lnTo>
                  <a:pt x="44" y="164"/>
                </a:lnTo>
                <a:lnTo>
                  <a:pt x="44" y="163"/>
                </a:lnTo>
                <a:lnTo>
                  <a:pt x="45" y="163"/>
                </a:lnTo>
                <a:lnTo>
                  <a:pt x="46" y="163"/>
                </a:lnTo>
                <a:lnTo>
                  <a:pt x="46" y="162"/>
                </a:lnTo>
                <a:lnTo>
                  <a:pt x="47" y="160"/>
                </a:lnTo>
                <a:lnTo>
                  <a:pt x="48" y="160"/>
                </a:lnTo>
                <a:lnTo>
                  <a:pt x="49" y="159"/>
                </a:lnTo>
                <a:lnTo>
                  <a:pt x="49" y="158"/>
                </a:lnTo>
                <a:lnTo>
                  <a:pt x="50" y="158"/>
                </a:lnTo>
                <a:lnTo>
                  <a:pt x="51" y="157"/>
                </a:lnTo>
                <a:lnTo>
                  <a:pt x="52" y="157"/>
                </a:lnTo>
                <a:lnTo>
                  <a:pt x="53" y="157"/>
                </a:lnTo>
                <a:lnTo>
                  <a:pt x="54" y="156"/>
                </a:lnTo>
                <a:lnTo>
                  <a:pt x="54" y="157"/>
                </a:lnTo>
                <a:lnTo>
                  <a:pt x="55" y="157"/>
                </a:lnTo>
                <a:lnTo>
                  <a:pt x="56" y="158"/>
                </a:lnTo>
                <a:lnTo>
                  <a:pt x="56" y="157"/>
                </a:lnTo>
                <a:lnTo>
                  <a:pt x="57" y="157"/>
                </a:lnTo>
                <a:lnTo>
                  <a:pt x="57" y="156"/>
                </a:lnTo>
                <a:lnTo>
                  <a:pt x="58" y="155"/>
                </a:lnTo>
                <a:lnTo>
                  <a:pt x="58" y="154"/>
                </a:lnTo>
                <a:lnTo>
                  <a:pt x="59" y="154"/>
                </a:lnTo>
                <a:lnTo>
                  <a:pt x="59" y="153"/>
                </a:lnTo>
                <a:lnTo>
                  <a:pt x="60" y="152"/>
                </a:lnTo>
                <a:lnTo>
                  <a:pt x="61" y="151"/>
                </a:lnTo>
                <a:lnTo>
                  <a:pt x="62" y="151"/>
                </a:lnTo>
                <a:lnTo>
                  <a:pt x="63" y="151"/>
                </a:lnTo>
                <a:lnTo>
                  <a:pt x="63" y="150"/>
                </a:lnTo>
                <a:lnTo>
                  <a:pt x="63" y="149"/>
                </a:lnTo>
                <a:lnTo>
                  <a:pt x="64" y="148"/>
                </a:lnTo>
                <a:lnTo>
                  <a:pt x="65" y="148"/>
                </a:lnTo>
                <a:lnTo>
                  <a:pt x="65" y="147"/>
                </a:lnTo>
                <a:lnTo>
                  <a:pt x="65" y="146"/>
                </a:lnTo>
                <a:lnTo>
                  <a:pt x="65" y="145"/>
                </a:lnTo>
                <a:lnTo>
                  <a:pt x="65" y="144"/>
                </a:lnTo>
                <a:lnTo>
                  <a:pt x="64" y="143"/>
                </a:lnTo>
                <a:lnTo>
                  <a:pt x="64" y="142"/>
                </a:lnTo>
                <a:lnTo>
                  <a:pt x="64" y="141"/>
                </a:lnTo>
                <a:lnTo>
                  <a:pt x="64" y="140"/>
                </a:lnTo>
                <a:lnTo>
                  <a:pt x="65" y="140"/>
                </a:lnTo>
                <a:lnTo>
                  <a:pt x="66" y="140"/>
                </a:lnTo>
                <a:lnTo>
                  <a:pt x="66" y="139"/>
                </a:lnTo>
                <a:lnTo>
                  <a:pt x="66" y="138"/>
                </a:lnTo>
                <a:lnTo>
                  <a:pt x="66" y="137"/>
                </a:lnTo>
                <a:lnTo>
                  <a:pt x="67" y="136"/>
                </a:lnTo>
                <a:lnTo>
                  <a:pt x="67" y="137"/>
                </a:lnTo>
                <a:lnTo>
                  <a:pt x="68" y="137"/>
                </a:lnTo>
                <a:lnTo>
                  <a:pt x="69" y="136"/>
                </a:lnTo>
                <a:lnTo>
                  <a:pt x="70" y="135"/>
                </a:lnTo>
                <a:lnTo>
                  <a:pt x="71" y="134"/>
                </a:lnTo>
                <a:lnTo>
                  <a:pt x="72" y="134"/>
                </a:lnTo>
                <a:lnTo>
                  <a:pt x="72" y="133"/>
                </a:lnTo>
                <a:lnTo>
                  <a:pt x="73" y="133"/>
                </a:lnTo>
                <a:lnTo>
                  <a:pt x="73" y="132"/>
                </a:lnTo>
                <a:lnTo>
                  <a:pt x="74" y="132"/>
                </a:lnTo>
                <a:lnTo>
                  <a:pt x="74" y="130"/>
                </a:lnTo>
                <a:lnTo>
                  <a:pt x="74" y="129"/>
                </a:lnTo>
                <a:lnTo>
                  <a:pt x="73" y="128"/>
                </a:lnTo>
                <a:lnTo>
                  <a:pt x="74" y="128"/>
                </a:lnTo>
                <a:lnTo>
                  <a:pt x="74" y="127"/>
                </a:lnTo>
                <a:lnTo>
                  <a:pt x="75" y="127"/>
                </a:lnTo>
                <a:lnTo>
                  <a:pt x="76" y="127"/>
                </a:lnTo>
                <a:lnTo>
                  <a:pt x="76" y="126"/>
                </a:lnTo>
                <a:lnTo>
                  <a:pt x="77" y="126"/>
                </a:lnTo>
                <a:lnTo>
                  <a:pt x="77" y="127"/>
                </a:lnTo>
                <a:lnTo>
                  <a:pt x="78" y="128"/>
                </a:lnTo>
                <a:lnTo>
                  <a:pt x="78" y="126"/>
                </a:lnTo>
                <a:lnTo>
                  <a:pt x="78" y="125"/>
                </a:lnTo>
                <a:lnTo>
                  <a:pt x="78" y="124"/>
                </a:lnTo>
                <a:lnTo>
                  <a:pt x="79" y="123"/>
                </a:lnTo>
                <a:lnTo>
                  <a:pt x="78" y="122"/>
                </a:lnTo>
                <a:lnTo>
                  <a:pt x="78" y="121"/>
                </a:lnTo>
                <a:lnTo>
                  <a:pt x="78" y="120"/>
                </a:lnTo>
                <a:lnTo>
                  <a:pt x="79" y="119"/>
                </a:lnTo>
                <a:lnTo>
                  <a:pt x="79" y="118"/>
                </a:lnTo>
                <a:lnTo>
                  <a:pt x="78" y="118"/>
                </a:lnTo>
                <a:lnTo>
                  <a:pt x="78" y="117"/>
                </a:lnTo>
                <a:lnTo>
                  <a:pt x="78" y="116"/>
                </a:lnTo>
                <a:lnTo>
                  <a:pt x="78" y="115"/>
                </a:lnTo>
                <a:lnTo>
                  <a:pt x="78" y="114"/>
                </a:lnTo>
                <a:lnTo>
                  <a:pt x="78" y="113"/>
                </a:lnTo>
                <a:lnTo>
                  <a:pt x="77" y="113"/>
                </a:lnTo>
                <a:lnTo>
                  <a:pt x="77" y="112"/>
                </a:lnTo>
                <a:lnTo>
                  <a:pt x="77" y="111"/>
                </a:lnTo>
                <a:lnTo>
                  <a:pt x="76" y="111"/>
                </a:lnTo>
                <a:lnTo>
                  <a:pt x="76" y="110"/>
                </a:lnTo>
                <a:lnTo>
                  <a:pt x="75" y="110"/>
                </a:lnTo>
                <a:lnTo>
                  <a:pt x="75" y="109"/>
                </a:lnTo>
                <a:lnTo>
                  <a:pt x="76" y="109"/>
                </a:lnTo>
                <a:lnTo>
                  <a:pt x="75" y="109"/>
                </a:lnTo>
                <a:lnTo>
                  <a:pt x="75" y="108"/>
                </a:lnTo>
                <a:lnTo>
                  <a:pt x="75" y="107"/>
                </a:lnTo>
                <a:lnTo>
                  <a:pt x="76" y="107"/>
                </a:lnTo>
                <a:lnTo>
                  <a:pt x="77" y="108"/>
                </a:lnTo>
                <a:lnTo>
                  <a:pt x="78" y="108"/>
                </a:lnTo>
                <a:lnTo>
                  <a:pt x="79" y="107"/>
                </a:lnTo>
                <a:lnTo>
                  <a:pt x="79" y="106"/>
                </a:lnTo>
                <a:lnTo>
                  <a:pt x="78" y="106"/>
                </a:lnTo>
                <a:lnTo>
                  <a:pt x="77" y="106"/>
                </a:lnTo>
                <a:lnTo>
                  <a:pt x="77" y="107"/>
                </a:lnTo>
                <a:lnTo>
                  <a:pt x="76" y="107"/>
                </a:lnTo>
                <a:lnTo>
                  <a:pt x="75" y="107"/>
                </a:lnTo>
                <a:lnTo>
                  <a:pt x="75" y="106"/>
                </a:lnTo>
                <a:lnTo>
                  <a:pt x="75" y="105"/>
                </a:lnTo>
                <a:lnTo>
                  <a:pt x="74" y="105"/>
                </a:lnTo>
                <a:lnTo>
                  <a:pt x="74" y="104"/>
                </a:lnTo>
                <a:lnTo>
                  <a:pt x="75" y="104"/>
                </a:lnTo>
                <a:lnTo>
                  <a:pt x="76" y="104"/>
                </a:lnTo>
                <a:lnTo>
                  <a:pt x="77" y="103"/>
                </a:lnTo>
                <a:lnTo>
                  <a:pt x="78" y="103"/>
                </a:lnTo>
                <a:lnTo>
                  <a:pt x="78" y="102"/>
                </a:lnTo>
                <a:lnTo>
                  <a:pt x="79" y="102"/>
                </a:lnTo>
                <a:lnTo>
                  <a:pt x="79" y="103"/>
                </a:lnTo>
                <a:lnTo>
                  <a:pt x="79" y="102"/>
                </a:lnTo>
                <a:lnTo>
                  <a:pt x="79" y="101"/>
                </a:lnTo>
                <a:lnTo>
                  <a:pt x="80" y="101"/>
                </a:lnTo>
                <a:lnTo>
                  <a:pt x="81" y="101"/>
                </a:lnTo>
                <a:lnTo>
                  <a:pt x="81" y="100"/>
                </a:lnTo>
                <a:lnTo>
                  <a:pt x="82" y="100"/>
                </a:lnTo>
                <a:lnTo>
                  <a:pt x="81" y="100"/>
                </a:lnTo>
                <a:lnTo>
                  <a:pt x="81" y="99"/>
                </a:lnTo>
                <a:lnTo>
                  <a:pt x="80" y="99"/>
                </a:lnTo>
                <a:lnTo>
                  <a:pt x="79" y="99"/>
                </a:lnTo>
                <a:lnTo>
                  <a:pt x="79" y="98"/>
                </a:lnTo>
                <a:lnTo>
                  <a:pt x="78" y="98"/>
                </a:lnTo>
                <a:lnTo>
                  <a:pt x="78" y="97"/>
                </a:lnTo>
                <a:lnTo>
                  <a:pt x="77" y="96"/>
                </a:lnTo>
                <a:lnTo>
                  <a:pt x="77" y="95"/>
                </a:lnTo>
                <a:lnTo>
                  <a:pt x="78" y="95"/>
                </a:lnTo>
                <a:lnTo>
                  <a:pt x="78" y="94"/>
                </a:lnTo>
                <a:lnTo>
                  <a:pt x="77" y="93"/>
                </a:lnTo>
                <a:lnTo>
                  <a:pt x="77" y="92"/>
                </a:lnTo>
                <a:lnTo>
                  <a:pt x="77" y="91"/>
                </a:lnTo>
                <a:lnTo>
                  <a:pt x="77" y="90"/>
                </a:lnTo>
                <a:lnTo>
                  <a:pt x="77" y="89"/>
                </a:lnTo>
                <a:lnTo>
                  <a:pt x="78" y="89"/>
                </a:lnTo>
                <a:lnTo>
                  <a:pt x="79" y="88"/>
                </a:lnTo>
                <a:lnTo>
                  <a:pt x="79" y="87"/>
                </a:lnTo>
                <a:lnTo>
                  <a:pt x="80" y="87"/>
                </a:lnTo>
                <a:lnTo>
                  <a:pt x="81" y="86"/>
                </a:lnTo>
                <a:lnTo>
                  <a:pt x="82" y="86"/>
                </a:lnTo>
                <a:lnTo>
                  <a:pt x="82" y="85"/>
                </a:lnTo>
                <a:lnTo>
                  <a:pt x="83" y="85"/>
                </a:lnTo>
                <a:lnTo>
                  <a:pt x="84" y="84"/>
                </a:lnTo>
                <a:lnTo>
                  <a:pt x="84" y="85"/>
                </a:lnTo>
                <a:lnTo>
                  <a:pt x="84" y="86"/>
                </a:lnTo>
                <a:lnTo>
                  <a:pt x="84" y="85"/>
                </a:lnTo>
                <a:lnTo>
                  <a:pt x="85" y="85"/>
                </a:lnTo>
                <a:lnTo>
                  <a:pt x="85" y="86"/>
                </a:lnTo>
                <a:lnTo>
                  <a:pt x="86" y="86"/>
                </a:lnTo>
                <a:lnTo>
                  <a:pt x="86" y="85"/>
                </a:lnTo>
                <a:lnTo>
                  <a:pt x="87" y="85"/>
                </a:lnTo>
                <a:lnTo>
                  <a:pt x="87" y="86"/>
                </a:lnTo>
                <a:lnTo>
                  <a:pt x="87" y="87"/>
                </a:lnTo>
                <a:lnTo>
                  <a:pt x="88" y="87"/>
                </a:lnTo>
                <a:lnTo>
                  <a:pt x="88" y="88"/>
                </a:lnTo>
                <a:lnTo>
                  <a:pt x="89" y="88"/>
                </a:lnTo>
                <a:lnTo>
                  <a:pt x="89" y="87"/>
                </a:lnTo>
                <a:lnTo>
                  <a:pt x="90" y="87"/>
                </a:lnTo>
                <a:lnTo>
                  <a:pt x="91" y="87"/>
                </a:lnTo>
                <a:lnTo>
                  <a:pt x="91" y="88"/>
                </a:lnTo>
                <a:lnTo>
                  <a:pt x="91" y="89"/>
                </a:lnTo>
                <a:lnTo>
                  <a:pt x="92" y="89"/>
                </a:lnTo>
                <a:lnTo>
                  <a:pt x="92" y="90"/>
                </a:lnTo>
                <a:lnTo>
                  <a:pt x="93" y="90"/>
                </a:lnTo>
                <a:lnTo>
                  <a:pt x="94" y="90"/>
                </a:lnTo>
                <a:lnTo>
                  <a:pt x="94" y="89"/>
                </a:lnTo>
                <a:lnTo>
                  <a:pt x="95" y="88"/>
                </a:lnTo>
                <a:lnTo>
                  <a:pt x="96" y="88"/>
                </a:lnTo>
                <a:lnTo>
                  <a:pt x="97" y="89"/>
                </a:lnTo>
                <a:lnTo>
                  <a:pt x="98" y="89"/>
                </a:lnTo>
                <a:lnTo>
                  <a:pt x="99" y="89"/>
                </a:lnTo>
                <a:lnTo>
                  <a:pt x="99" y="90"/>
                </a:lnTo>
                <a:lnTo>
                  <a:pt x="100" y="90"/>
                </a:lnTo>
                <a:lnTo>
                  <a:pt x="101" y="90"/>
                </a:lnTo>
                <a:lnTo>
                  <a:pt x="102" y="90"/>
                </a:lnTo>
                <a:lnTo>
                  <a:pt x="102" y="91"/>
                </a:lnTo>
                <a:lnTo>
                  <a:pt x="103" y="90"/>
                </a:lnTo>
                <a:lnTo>
                  <a:pt x="103" y="91"/>
                </a:lnTo>
                <a:lnTo>
                  <a:pt x="104" y="91"/>
                </a:lnTo>
                <a:lnTo>
                  <a:pt x="105" y="91"/>
                </a:lnTo>
                <a:lnTo>
                  <a:pt x="106" y="91"/>
                </a:lnTo>
                <a:lnTo>
                  <a:pt x="107" y="91"/>
                </a:lnTo>
                <a:lnTo>
                  <a:pt x="107" y="90"/>
                </a:lnTo>
                <a:lnTo>
                  <a:pt x="106" y="90"/>
                </a:lnTo>
                <a:lnTo>
                  <a:pt x="107" y="90"/>
                </a:lnTo>
                <a:lnTo>
                  <a:pt x="107" y="91"/>
                </a:lnTo>
                <a:lnTo>
                  <a:pt x="108" y="90"/>
                </a:lnTo>
                <a:lnTo>
                  <a:pt x="108" y="91"/>
                </a:lnTo>
                <a:lnTo>
                  <a:pt x="108" y="92"/>
                </a:lnTo>
                <a:lnTo>
                  <a:pt x="108" y="91"/>
                </a:lnTo>
                <a:lnTo>
                  <a:pt x="109" y="91"/>
                </a:lnTo>
                <a:lnTo>
                  <a:pt x="109" y="90"/>
                </a:lnTo>
                <a:lnTo>
                  <a:pt x="110" y="90"/>
                </a:lnTo>
                <a:lnTo>
                  <a:pt x="110" y="89"/>
                </a:lnTo>
                <a:lnTo>
                  <a:pt x="110" y="88"/>
                </a:lnTo>
                <a:lnTo>
                  <a:pt x="110" y="87"/>
                </a:lnTo>
                <a:lnTo>
                  <a:pt x="110" y="86"/>
                </a:lnTo>
                <a:lnTo>
                  <a:pt x="111" y="86"/>
                </a:lnTo>
                <a:lnTo>
                  <a:pt x="111" y="87"/>
                </a:lnTo>
                <a:lnTo>
                  <a:pt x="112" y="86"/>
                </a:lnTo>
                <a:lnTo>
                  <a:pt x="113" y="86"/>
                </a:lnTo>
                <a:lnTo>
                  <a:pt x="114" y="85"/>
                </a:lnTo>
                <a:lnTo>
                  <a:pt x="115" y="85"/>
                </a:lnTo>
                <a:lnTo>
                  <a:pt x="115" y="84"/>
                </a:lnTo>
                <a:lnTo>
                  <a:pt x="116" y="84"/>
                </a:lnTo>
                <a:lnTo>
                  <a:pt x="116" y="83"/>
                </a:lnTo>
                <a:lnTo>
                  <a:pt x="117" y="83"/>
                </a:lnTo>
                <a:lnTo>
                  <a:pt x="118" y="83"/>
                </a:lnTo>
                <a:lnTo>
                  <a:pt x="118" y="84"/>
                </a:lnTo>
                <a:lnTo>
                  <a:pt x="119" y="84"/>
                </a:lnTo>
                <a:lnTo>
                  <a:pt x="119" y="85"/>
                </a:lnTo>
                <a:lnTo>
                  <a:pt x="120" y="85"/>
                </a:lnTo>
                <a:lnTo>
                  <a:pt x="121" y="85"/>
                </a:lnTo>
                <a:lnTo>
                  <a:pt x="122" y="85"/>
                </a:lnTo>
                <a:lnTo>
                  <a:pt x="122" y="84"/>
                </a:lnTo>
                <a:lnTo>
                  <a:pt x="123" y="84"/>
                </a:lnTo>
                <a:lnTo>
                  <a:pt x="124" y="84"/>
                </a:lnTo>
                <a:lnTo>
                  <a:pt x="124" y="83"/>
                </a:lnTo>
                <a:lnTo>
                  <a:pt x="124" y="82"/>
                </a:lnTo>
                <a:lnTo>
                  <a:pt x="123" y="82"/>
                </a:lnTo>
                <a:lnTo>
                  <a:pt x="121" y="82"/>
                </a:lnTo>
                <a:lnTo>
                  <a:pt x="121" y="81"/>
                </a:lnTo>
                <a:lnTo>
                  <a:pt x="121" y="80"/>
                </a:lnTo>
                <a:lnTo>
                  <a:pt x="121" y="81"/>
                </a:lnTo>
                <a:lnTo>
                  <a:pt x="120" y="81"/>
                </a:lnTo>
                <a:lnTo>
                  <a:pt x="120" y="80"/>
                </a:lnTo>
                <a:lnTo>
                  <a:pt x="120" y="79"/>
                </a:lnTo>
                <a:lnTo>
                  <a:pt x="120" y="78"/>
                </a:lnTo>
                <a:lnTo>
                  <a:pt x="119" y="78"/>
                </a:lnTo>
                <a:lnTo>
                  <a:pt x="120" y="77"/>
                </a:lnTo>
                <a:lnTo>
                  <a:pt x="119" y="77"/>
                </a:lnTo>
                <a:lnTo>
                  <a:pt x="119" y="76"/>
                </a:lnTo>
                <a:lnTo>
                  <a:pt x="118" y="76"/>
                </a:lnTo>
                <a:lnTo>
                  <a:pt x="118" y="75"/>
                </a:lnTo>
                <a:lnTo>
                  <a:pt x="118" y="74"/>
                </a:lnTo>
                <a:lnTo>
                  <a:pt x="118" y="73"/>
                </a:lnTo>
                <a:lnTo>
                  <a:pt x="118" y="72"/>
                </a:lnTo>
                <a:lnTo>
                  <a:pt x="117" y="72"/>
                </a:lnTo>
                <a:lnTo>
                  <a:pt x="117" y="71"/>
                </a:lnTo>
                <a:lnTo>
                  <a:pt x="118" y="71"/>
                </a:lnTo>
                <a:lnTo>
                  <a:pt x="118" y="70"/>
                </a:lnTo>
                <a:lnTo>
                  <a:pt x="118" y="69"/>
                </a:lnTo>
                <a:lnTo>
                  <a:pt x="118" y="68"/>
                </a:lnTo>
                <a:lnTo>
                  <a:pt x="117" y="68"/>
                </a:lnTo>
                <a:lnTo>
                  <a:pt x="117" y="67"/>
                </a:lnTo>
                <a:lnTo>
                  <a:pt x="118" y="66"/>
                </a:lnTo>
                <a:lnTo>
                  <a:pt x="116" y="66"/>
                </a:lnTo>
                <a:lnTo>
                  <a:pt x="116" y="67"/>
                </a:lnTo>
                <a:lnTo>
                  <a:pt x="115" y="68"/>
                </a:lnTo>
                <a:lnTo>
                  <a:pt x="114" y="68"/>
                </a:lnTo>
                <a:lnTo>
                  <a:pt x="114" y="69"/>
                </a:lnTo>
                <a:lnTo>
                  <a:pt x="113" y="69"/>
                </a:lnTo>
                <a:lnTo>
                  <a:pt x="112" y="69"/>
                </a:lnTo>
                <a:lnTo>
                  <a:pt x="111" y="68"/>
                </a:lnTo>
                <a:lnTo>
                  <a:pt x="111" y="67"/>
                </a:lnTo>
                <a:lnTo>
                  <a:pt x="110" y="67"/>
                </a:lnTo>
                <a:lnTo>
                  <a:pt x="110" y="66"/>
                </a:lnTo>
                <a:lnTo>
                  <a:pt x="109" y="66"/>
                </a:lnTo>
                <a:lnTo>
                  <a:pt x="109" y="65"/>
                </a:lnTo>
                <a:lnTo>
                  <a:pt x="110" y="65"/>
                </a:lnTo>
                <a:lnTo>
                  <a:pt x="110" y="64"/>
                </a:lnTo>
                <a:lnTo>
                  <a:pt x="110" y="63"/>
                </a:lnTo>
                <a:lnTo>
                  <a:pt x="111" y="63"/>
                </a:lnTo>
                <a:lnTo>
                  <a:pt x="112" y="63"/>
                </a:lnTo>
                <a:lnTo>
                  <a:pt x="112" y="62"/>
                </a:lnTo>
                <a:lnTo>
                  <a:pt x="111" y="61"/>
                </a:lnTo>
                <a:lnTo>
                  <a:pt x="111" y="60"/>
                </a:lnTo>
                <a:lnTo>
                  <a:pt x="110" y="60"/>
                </a:lnTo>
                <a:lnTo>
                  <a:pt x="109" y="59"/>
                </a:lnTo>
                <a:lnTo>
                  <a:pt x="109" y="58"/>
                </a:lnTo>
                <a:lnTo>
                  <a:pt x="110" y="58"/>
                </a:lnTo>
                <a:lnTo>
                  <a:pt x="111" y="58"/>
                </a:lnTo>
                <a:lnTo>
                  <a:pt x="112" y="58"/>
                </a:lnTo>
                <a:lnTo>
                  <a:pt x="113" y="58"/>
                </a:lnTo>
                <a:lnTo>
                  <a:pt x="114" y="58"/>
                </a:lnTo>
                <a:lnTo>
                  <a:pt x="115" y="58"/>
                </a:lnTo>
                <a:lnTo>
                  <a:pt x="116" y="58"/>
                </a:lnTo>
                <a:lnTo>
                  <a:pt x="116" y="57"/>
                </a:lnTo>
                <a:lnTo>
                  <a:pt x="117" y="57"/>
                </a:lnTo>
                <a:lnTo>
                  <a:pt x="117" y="56"/>
                </a:lnTo>
                <a:lnTo>
                  <a:pt x="117" y="55"/>
                </a:lnTo>
                <a:lnTo>
                  <a:pt x="118" y="55"/>
                </a:lnTo>
                <a:lnTo>
                  <a:pt x="118" y="54"/>
                </a:lnTo>
                <a:lnTo>
                  <a:pt x="118" y="53"/>
                </a:lnTo>
                <a:lnTo>
                  <a:pt x="119" y="53"/>
                </a:lnTo>
                <a:lnTo>
                  <a:pt x="120" y="53"/>
                </a:lnTo>
                <a:lnTo>
                  <a:pt x="120" y="52"/>
                </a:lnTo>
                <a:lnTo>
                  <a:pt x="121" y="52"/>
                </a:lnTo>
                <a:lnTo>
                  <a:pt x="121" y="51"/>
                </a:lnTo>
                <a:lnTo>
                  <a:pt x="122" y="51"/>
                </a:lnTo>
                <a:lnTo>
                  <a:pt x="123" y="51"/>
                </a:lnTo>
                <a:lnTo>
                  <a:pt x="124" y="52"/>
                </a:lnTo>
                <a:lnTo>
                  <a:pt x="124" y="53"/>
                </a:lnTo>
                <a:lnTo>
                  <a:pt x="124" y="54"/>
                </a:lnTo>
                <a:lnTo>
                  <a:pt x="124" y="55"/>
                </a:lnTo>
                <a:lnTo>
                  <a:pt x="125" y="55"/>
                </a:lnTo>
                <a:lnTo>
                  <a:pt x="126" y="55"/>
                </a:lnTo>
                <a:lnTo>
                  <a:pt x="127" y="55"/>
                </a:lnTo>
                <a:lnTo>
                  <a:pt x="128" y="55"/>
                </a:lnTo>
                <a:lnTo>
                  <a:pt x="128" y="54"/>
                </a:lnTo>
                <a:lnTo>
                  <a:pt x="128" y="53"/>
                </a:lnTo>
                <a:lnTo>
                  <a:pt x="128" y="52"/>
                </a:lnTo>
                <a:lnTo>
                  <a:pt x="129" y="52"/>
                </a:lnTo>
                <a:lnTo>
                  <a:pt x="130" y="51"/>
                </a:lnTo>
                <a:lnTo>
                  <a:pt x="130" y="50"/>
                </a:lnTo>
                <a:lnTo>
                  <a:pt x="131" y="49"/>
                </a:lnTo>
                <a:lnTo>
                  <a:pt x="132" y="48"/>
                </a:lnTo>
                <a:lnTo>
                  <a:pt x="132" y="47"/>
                </a:lnTo>
                <a:lnTo>
                  <a:pt x="131" y="46"/>
                </a:lnTo>
                <a:lnTo>
                  <a:pt x="131" y="45"/>
                </a:lnTo>
                <a:lnTo>
                  <a:pt x="132" y="45"/>
                </a:lnTo>
                <a:lnTo>
                  <a:pt x="131" y="44"/>
                </a:lnTo>
                <a:lnTo>
                  <a:pt x="131" y="43"/>
                </a:lnTo>
                <a:lnTo>
                  <a:pt x="131" y="42"/>
                </a:lnTo>
                <a:lnTo>
                  <a:pt x="132" y="41"/>
                </a:lnTo>
                <a:lnTo>
                  <a:pt x="132" y="42"/>
                </a:lnTo>
                <a:lnTo>
                  <a:pt x="133" y="42"/>
                </a:lnTo>
                <a:lnTo>
                  <a:pt x="134" y="42"/>
                </a:lnTo>
                <a:lnTo>
                  <a:pt x="135" y="42"/>
                </a:lnTo>
                <a:lnTo>
                  <a:pt x="135" y="41"/>
                </a:lnTo>
                <a:lnTo>
                  <a:pt x="136" y="40"/>
                </a:lnTo>
                <a:lnTo>
                  <a:pt x="136" y="39"/>
                </a:lnTo>
                <a:lnTo>
                  <a:pt x="137" y="39"/>
                </a:lnTo>
                <a:lnTo>
                  <a:pt x="137" y="38"/>
                </a:lnTo>
                <a:lnTo>
                  <a:pt x="137" y="37"/>
                </a:lnTo>
                <a:lnTo>
                  <a:pt x="138" y="37"/>
                </a:lnTo>
                <a:lnTo>
                  <a:pt x="138" y="36"/>
                </a:lnTo>
                <a:lnTo>
                  <a:pt x="139" y="36"/>
                </a:lnTo>
                <a:lnTo>
                  <a:pt x="140" y="36"/>
                </a:lnTo>
                <a:lnTo>
                  <a:pt x="140" y="35"/>
                </a:lnTo>
                <a:lnTo>
                  <a:pt x="139" y="35"/>
                </a:lnTo>
                <a:lnTo>
                  <a:pt x="140" y="34"/>
                </a:lnTo>
                <a:lnTo>
                  <a:pt x="139" y="33"/>
                </a:lnTo>
                <a:lnTo>
                  <a:pt x="138" y="33"/>
                </a:lnTo>
                <a:lnTo>
                  <a:pt x="138" y="32"/>
                </a:lnTo>
                <a:lnTo>
                  <a:pt x="138" y="31"/>
                </a:lnTo>
                <a:lnTo>
                  <a:pt x="138" y="30"/>
                </a:lnTo>
                <a:lnTo>
                  <a:pt x="138" y="29"/>
                </a:lnTo>
                <a:lnTo>
                  <a:pt x="138" y="28"/>
                </a:lnTo>
                <a:lnTo>
                  <a:pt x="139" y="28"/>
                </a:lnTo>
                <a:lnTo>
                  <a:pt x="138" y="28"/>
                </a:lnTo>
                <a:lnTo>
                  <a:pt x="138" y="27"/>
                </a:lnTo>
                <a:lnTo>
                  <a:pt x="139" y="27"/>
                </a:lnTo>
                <a:lnTo>
                  <a:pt x="140" y="26"/>
                </a:lnTo>
                <a:lnTo>
                  <a:pt x="141" y="26"/>
                </a:lnTo>
                <a:lnTo>
                  <a:pt x="140" y="26"/>
                </a:lnTo>
                <a:lnTo>
                  <a:pt x="140" y="25"/>
                </a:lnTo>
                <a:lnTo>
                  <a:pt x="140" y="24"/>
                </a:lnTo>
                <a:lnTo>
                  <a:pt x="141" y="24"/>
                </a:lnTo>
                <a:lnTo>
                  <a:pt x="141" y="23"/>
                </a:lnTo>
                <a:lnTo>
                  <a:pt x="140" y="23"/>
                </a:lnTo>
                <a:lnTo>
                  <a:pt x="140" y="22"/>
                </a:lnTo>
                <a:lnTo>
                  <a:pt x="141" y="22"/>
                </a:lnTo>
                <a:lnTo>
                  <a:pt x="141" y="21"/>
                </a:lnTo>
                <a:lnTo>
                  <a:pt x="142" y="20"/>
                </a:lnTo>
                <a:lnTo>
                  <a:pt x="143" y="20"/>
                </a:lnTo>
                <a:lnTo>
                  <a:pt x="143" y="19"/>
                </a:lnTo>
                <a:lnTo>
                  <a:pt x="143" y="18"/>
                </a:lnTo>
                <a:lnTo>
                  <a:pt x="144" y="18"/>
                </a:lnTo>
                <a:lnTo>
                  <a:pt x="145" y="18"/>
                </a:lnTo>
                <a:lnTo>
                  <a:pt x="145" y="17"/>
                </a:lnTo>
                <a:lnTo>
                  <a:pt x="145" y="16"/>
                </a:lnTo>
                <a:lnTo>
                  <a:pt x="144" y="16"/>
                </a:lnTo>
                <a:lnTo>
                  <a:pt x="144" y="15"/>
                </a:lnTo>
                <a:lnTo>
                  <a:pt x="145" y="14"/>
                </a:lnTo>
                <a:lnTo>
                  <a:pt x="145" y="13"/>
                </a:lnTo>
                <a:lnTo>
                  <a:pt x="144" y="13"/>
                </a:lnTo>
                <a:lnTo>
                  <a:pt x="145" y="12"/>
                </a:lnTo>
                <a:lnTo>
                  <a:pt x="144" y="12"/>
                </a:lnTo>
                <a:lnTo>
                  <a:pt x="145" y="11"/>
                </a:lnTo>
                <a:lnTo>
                  <a:pt x="144" y="11"/>
                </a:lnTo>
                <a:lnTo>
                  <a:pt x="144" y="10"/>
                </a:lnTo>
                <a:lnTo>
                  <a:pt x="145" y="10"/>
                </a:lnTo>
                <a:lnTo>
                  <a:pt x="145" y="9"/>
                </a:lnTo>
                <a:lnTo>
                  <a:pt x="145" y="8"/>
                </a:lnTo>
                <a:lnTo>
                  <a:pt x="146" y="8"/>
                </a:lnTo>
                <a:lnTo>
                  <a:pt x="145" y="8"/>
                </a:lnTo>
                <a:lnTo>
                  <a:pt x="145" y="7"/>
                </a:lnTo>
                <a:lnTo>
                  <a:pt x="146" y="7"/>
                </a:lnTo>
                <a:lnTo>
                  <a:pt x="145" y="7"/>
                </a:lnTo>
                <a:lnTo>
                  <a:pt x="144" y="7"/>
                </a:lnTo>
                <a:lnTo>
                  <a:pt x="144" y="6"/>
                </a:lnTo>
                <a:lnTo>
                  <a:pt x="145" y="5"/>
                </a:lnTo>
                <a:lnTo>
                  <a:pt x="146" y="5"/>
                </a:lnTo>
                <a:lnTo>
                  <a:pt x="147" y="5"/>
                </a:lnTo>
                <a:lnTo>
                  <a:pt x="146" y="4"/>
                </a:lnTo>
                <a:lnTo>
                  <a:pt x="146" y="5"/>
                </a:lnTo>
                <a:lnTo>
                  <a:pt x="145" y="5"/>
                </a:lnTo>
                <a:lnTo>
                  <a:pt x="146" y="4"/>
                </a:lnTo>
                <a:lnTo>
                  <a:pt x="145" y="4"/>
                </a:lnTo>
                <a:lnTo>
                  <a:pt x="146" y="3"/>
                </a:lnTo>
                <a:lnTo>
                  <a:pt x="147" y="3"/>
                </a:lnTo>
                <a:lnTo>
                  <a:pt x="148" y="2"/>
                </a:lnTo>
                <a:lnTo>
                  <a:pt x="149" y="2"/>
                </a:lnTo>
                <a:lnTo>
                  <a:pt x="150" y="3"/>
                </a:lnTo>
                <a:lnTo>
                  <a:pt x="151" y="3"/>
                </a:lnTo>
                <a:lnTo>
                  <a:pt x="152" y="3"/>
                </a:lnTo>
                <a:lnTo>
                  <a:pt x="152" y="2"/>
                </a:lnTo>
                <a:lnTo>
                  <a:pt x="152" y="1"/>
                </a:lnTo>
                <a:lnTo>
                  <a:pt x="153" y="1"/>
                </a:lnTo>
                <a:lnTo>
                  <a:pt x="154" y="1"/>
                </a:lnTo>
                <a:lnTo>
                  <a:pt x="155" y="1"/>
                </a:lnTo>
                <a:lnTo>
                  <a:pt x="156" y="1"/>
                </a:lnTo>
                <a:lnTo>
                  <a:pt x="157" y="1"/>
                </a:lnTo>
                <a:lnTo>
                  <a:pt x="157" y="0"/>
                </a:lnTo>
                <a:lnTo>
                  <a:pt x="157" y="1"/>
                </a:lnTo>
                <a:lnTo>
                  <a:pt x="158" y="0"/>
                </a:lnTo>
                <a:lnTo>
                  <a:pt x="159" y="1"/>
                </a:lnTo>
                <a:lnTo>
                  <a:pt x="159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18" name=""/>
          <p:cNvSpPr/>
          <p:nvPr/>
        </p:nvSpPr>
        <p:spPr>
          <a:xfrm>
            <a:off x="7009200" y="41022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19" name=""/>
          <p:cNvSpPr/>
          <p:nvPr/>
        </p:nvSpPr>
        <p:spPr>
          <a:xfrm>
            <a:off x="7012080" y="410040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2"/>
                </a:move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3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20" name=""/>
          <p:cNvSpPr/>
          <p:nvPr/>
        </p:nvSpPr>
        <p:spPr>
          <a:xfrm>
            <a:off x="7008840" y="410040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0" y="5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21" name=""/>
          <p:cNvSpPr/>
          <p:nvPr/>
        </p:nvSpPr>
        <p:spPr>
          <a:xfrm>
            <a:off x="7007040" y="410004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0" y="3"/>
                </a:moveTo>
                <a:lnTo>
                  <a:pt x="2" y="3"/>
                </a:lnTo>
                <a:lnTo>
                  <a:pt x="3" y="1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22" name=""/>
          <p:cNvSpPr/>
          <p:nvPr/>
        </p:nvSpPr>
        <p:spPr>
          <a:xfrm>
            <a:off x="7008480" y="40993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23" name=""/>
          <p:cNvSpPr/>
          <p:nvPr/>
        </p:nvSpPr>
        <p:spPr>
          <a:xfrm>
            <a:off x="7016400" y="40957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24" name=""/>
          <p:cNvSpPr/>
          <p:nvPr/>
        </p:nvSpPr>
        <p:spPr>
          <a:xfrm>
            <a:off x="7017840" y="40935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25" name=""/>
          <p:cNvSpPr/>
          <p:nvPr/>
        </p:nvSpPr>
        <p:spPr>
          <a:xfrm>
            <a:off x="7017120" y="4093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26" name=""/>
          <p:cNvSpPr/>
          <p:nvPr/>
        </p:nvSpPr>
        <p:spPr>
          <a:xfrm>
            <a:off x="7016760" y="4093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27" name=""/>
          <p:cNvSpPr/>
          <p:nvPr/>
        </p:nvSpPr>
        <p:spPr>
          <a:xfrm>
            <a:off x="7016760" y="409068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28" name=""/>
          <p:cNvSpPr/>
          <p:nvPr/>
        </p:nvSpPr>
        <p:spPr>
          <a:xfrm>
            <a:off x="7017840" y="4090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29" name=""/>
          <p:cNvSpPr/>
          <p:nvPr/>
        </p:nvSpPr>
        <p:spPr>
          <a:xfrm>
            <a:off x="7019280" y="4089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30" name=""/>
          <p:cNvSpPr/>
          <p:nvPr/>
        </p:nvSpPr>
        <p:spPr>
          <a:xfrm>
            <a:off x="7018200" y="4089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31" name=""/>
          <p:cNvSpPr/>
          <p:nvPr/>
        </p:nvSpPr>
        <p:spPr>
          <a:xfrm>
            <a:off x="7017480" y="40888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32" name=""/>
          <p:cNvSpPr/>
          <p:nvPr/>
        </p:nvSpPr>
        <p:spPr>
          <a:xfrm>
            <a:off x="7017840" y="40888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33" name=""/>
          <p:cNvSpPr/>
          <p:nvPr/>
        </p:nvSpPr>
        <p:spPr>
          <a:xfrm>
            <a:off x="7017120" y="40885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34" name=""/>
          <p:cNvSpPr/>
          <p:nvPr/>
        </p:nvSpPr>
        <p:spPr>
          <a:xfrm>
            <a:off x="7016760" y="4088160"/>
            <a:ext cx="1080" cy="360"/>
          </a:xfrm>
          <a:custGeom>
            <a:avLst/>
            <a:gdLst/>
            <a:ahLst/>
            <a:rect l="0" t="0" r="r" b="b"/>
            <a:pathLst>
              <a:path w="3" h="1">
                <a:moveTo>
                  <a:pt x="3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2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35" name=""/>
          <p:cNvSpPr/>
          <p:nvPr/>
        </p:nvSpPr>
        <p:spPr>
          <a:xfrm>
            <a:off x="7015680" y="408600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4" y="3"/>
                </a:moveTo>
                <a:lnTo>
                  <a:pt x="3" y="3"/>
                </a:lnTo>
                <a:lnTo>
                  <a:pt x="3" y="4"/>
                </a:lnTo>
                <a:lnTo>
                  <a:pt x="4" y="4"/>
                </a:lnTo>
                <a:lnTo>
                  <a:pt x="5" y="4"/>
                </a:lnTo>
                <a:lnTo>
                  <a:pt x="5" y="6"/>
                </a:lnTo>
                <a:lnTo>
                  <a:pt x="4" y="6"/>
                </a:lnTo>
                <a:lnTo>
                  <a:pt x="4" y="4"/>
                </a:lnTo>
                <a:lnTo>
                  <a:pt x="4" y="6"/>
                </a:lnTo>
                <a:lnTo>
                  <a:pt x="3" y="6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36" name=""/>
          <p:cNvSpPr/>
          <p:nvPr/>
        </p:nvSpPr>
        <p:spPr>
          <a:xfrm>
            <a:off x="7022160" y="4082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37" name=""/>
          <p:cNvSpPr/>
          <p:nvPr/>
        </p:nvSpPr>
        <p:spPr>
          <a:xfrm>
            <a:off x="7022160" y="40816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38" name=""/>
          <p:cNvSpPr/>
          <p:nvPr/>
        </p:nvSpPr>
        <p:spPr>
          <a:xfrm>
            <a:off x="7020720" y="40780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3" y="3"/>
                </a:move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2" y="3"/>
                </a:lnTo>
                <a:lnTo>
                  <a:pt x="3" y="2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39" name=""/>
          <p:cNvSpPr/>
          <p:nvPr/>
        </p:nvSpPr>
        <p:spPr>
          <a:xfrm>
            <a:off x="7023240" y="407664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3" y="2"/>
                </a:moveTo>
                <a:lnTo>
                  <a:pt x="4" y="3"/>
                </a:lnTo>
                <a:lnTo>
                  <a:pt x="3" y="5"/>
                </a:lnTo>
                <a:lnTo>
                  <a:pt x="1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40" name=""/>
          <p:cNvSpPr/>
          <p:nvPr/>
        </p:nvSpPr>
        <p:spPr>
          <a:xfrm>
            <a:off x="7022520" y="40759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41" name=""/>
          <p:cNvSpPr/>
          <p:nvPr/>
        </p:nvSpPr>
        <p:spPr>
          <a:xfrm>
            <a:off x="7023240" y="4074120"/>
            <a:ext cx="1440" cy="2520"/>
          </a:xfrm>
          <a:custGeom>
            <a:avLst/>
            <a:gdLst/>
            <a:ahLst/>
            <a:rect l="0" t="0" r="r" b="b"/>
            <a:pathLst>
              <a:path w="4" h="7">
                <a:moveTo>
                  <a:pt x="3" y="3"/>
                </a:moveTo>
                <a:lnTo>
                  <a:pt x="3" y="4"/>
                </a:lnTo>
                <a:lnTo>
                  <a:pt x="1" y="5"/>
                </a:lnTo>
                <a:lnTo>
                  <a:pt x="0" y="7"/>
                </a:lnTo>
                <a:lnTo>
                  <a:pt x="0" y="5"/>
                </a:lnTo>
                <a:lnTo>
                  <a:pt x="1" y="3"/>
                </a:lnTo>
                <a:lnTo>
                  <a:pt x="1" y="2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42" name=""/>
          <p:cNvSpPr/>
          <p:nvPr/>
        </p:nvSpPr>
        <p:spPr>
          <a:xfrm>
            <a:off x="7017480" y="407088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1" y="3"/>
                </a:move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2" y="3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43" name=""/>
          <p:cNvSpPr/>
          <p:nvPr/>
        </p:nvSpPr>
        <p:spPr>
          <a:xfrm>
            <a:off x="7017120" y="40651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2" y="0"/>
                </a:lnTo>
                <a:lnTo>
                  <a:pt x="2" y="1"/>
                </a:ln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44" name=""/>
          <p:cNvSpPr/>
          <p:nvPr/>
        </p:nvSpPr>
        <p:spPr>
          <a:xfrm>
            <a:off x="7021440" y="406368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6" y="3"/>
                </a:moveTo>
                <a:lnTo>
                  <a:pt x="5" y="3"/>
                </a:lnTo>
                <a:lnTo>
                  <a:pt x="6" y="3"/>
                </a:lnTo>
                <a:lnTo>
                  <a:pt x="6" y="4"/>
                </a:lnTo>
                <a:lnTo>
                  <a:pt x="5" y="4"/>
                </a:lnTo>
                <a:lnTo>
                  <a:pt x="5" y="5"/>
                </a:lnTo>
                <a:lnTo>
                  <a:pt x="6" y="5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1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6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45" name=""/>
          <p:cNvSpPr/>
          <p:nvPr/>
        </p:nvSpPr>
        <p:spPr>
          <a:xfrm>
            <a:off x="7018560" y="40640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46" name=""/>
          <p:cNvSpPr/>
          <p:nvPr/>
        </p:nvSpPr>
        <p:spPr>
          <a:xfrm>
            <a:off x="7017840" y="40633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47" name=""/>
          <p:cNvSpPr/>
          <p:nvPr/>
        </p:nvSpPr>
        <p:spPr>
          <a:xfrm>
            <a:off x="7021440" y="4061880"/>
            <a:ext cx="3600" cy="2520"/>
          </a:xfrm>
          <a:custGeom>
            <a:avLst/>
            <a:gdLst/>
            <a:ahLst/>
            <a:rect l="0" t="0" r="r" b="b"/>
            <a:pathLst>
              <a:path w="10" h="7">
                <a:moveTo>
                  <a:pt x="8" y="1"/>
                </a:moveTo>
                <a:lnTo>
                  <a:pt x="9" y="1"/>
                </a:lnTo>
                <a:lnTo>
                  <a:pt x="9" y="2"/>
                </a:lnTo>
                <a:lnTo>
                  <a:pt x="8" y="2"/>
                </a:lnTo>
                <a:lnTo>
                  <a:pt x="9" y="3"/>
                </a:lnTo>
                <a:lnTo>
                  <a:pt x="10" y="3"/>
                </a:lnTo>
                <a:lnTo>
                  <a:pt x="10" y="4"/>
                </a:lnTo>
                <a:lnTo>
                  <a:pt x="9" y="4"/>
                </a:lnTo>
                <a:lnTo>
                  <a:pt x="9" y="5"/>
                </a:lnTo>
                <a:lnTo>
                  <a:pt x="9" y="7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5" y="5"/>
                </a:ln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48" name=""/>
          <p:cNvSpPr/>
          <p:nvPr/>
        </p:nvSpPr>
        <p:spPr>
          <a:xfrm>
            <a:off x="7023600" y="40611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49" name=""/>
          <p:cNvSpPr/>
          <p:nvPr/>
        </p:nvSpPr>
        <p:spPr>
          <a:xfrm>
            <a:off x="7014960" y="4060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50" name=""/>
          <p:cNvSpPr/>
          <p:nvPr/>
        </p:nvSpPr>
        <p:spPr>
          <a:xfrm>
            <a:off x="7021440" y="40557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3"/>
                </a:move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2" y="3"/>
                </a:lnTo>
                <a:lnTo>
                  <a:pt x="4" y="3"/>
                </a:lnTo>
                <a:lnTo>
                  <a:pt x="2" y="4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51" name=""/>
          <p:cNvSpPr/>
          <p:nvPr/>
        </p:nvSpPr>
        <p:spPr>
          <a:xfrm>
            <a:off x="7014600" y="404928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52" name=""/>
          <p:cNvSpPr/>
          <p:nvPr/>
        </p:nvSpPr>
        <p:spPr>
          <a:xfrm>
            <a:off x="7014960" y="40485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53" name=""/>
          <p:cNvSpPr/>
          <p:nvPr/>
        </p:nvSpPr>
        <p:spPr>
          <a:xfrm>
            <a:off x="7013880" y="40478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54" name=""/>
          <p:cNvSpPr/>
          <p:nvPr/>
        </p:nvSpPr>
        <p:spPr>
          <a:xfrm>
            <a:off x="7014600" y="40474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55" name=""/>
          <p:cNvSpPr/>
          <p:nvPr/>
        </p:nvSpPr>
        <p:spPr>
          <a:xfrm>
            <a:off x="7017480" y="40474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56" name=""/>
          <p:cNvSpPr/>
          <p:nvPr/>
        </p:nvSpPr>
        <p:spPr>
          <a:xfrm>
            <a:off x="7015680" y="40474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57" name=""/>
          <p:cNvSpPr/>
          <p:nvPr/>
        </p:nvSpPr>
        <p:spPr>
          <a:xfrm>
            <a:off x="7017480" y="40471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1" y="2"/>
                </a:move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58" name=""/>
          <p:cNvSpPr/>
          <p:nvPr/>
        </p:nvSpPr>
        <p:spPr>
          <a:xfrm>
            <a:off x="7020000" y="40453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59" name=""/>
          <p:cNvSpPr/>
          <p:nvPr/>
        </p:nvSpPr>
        <p:spPr>
          <a:xfrm>
            <a:off x="7022520" y="40276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1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60" name=""/>
          <p:cNvSpPr/>
          <p:nvPr/>
        </p:nvSpPr>
        <p:spPr>
          <a:xfrm>
            <a:off x="7023960" y="40262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61" name=""/>
          <p:cNvSpPr/>
          <p:nvPr/>
        </p:nvSpPr>
        <p:spPr>
          <a:xfrm>
            <a:off x="7016040" y="4007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62" name=""/>
          <p:cNvSpPr/>
          <p:nvPr/>
        </p:nvSpPr>
        <p:spPr>
          <a:xfrm>
            <a:off x="7025400" y="4089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63" name=""/>
          <p:cNvSpPr/>
          <p:nvPr/>
        </p:nvSpPr>
        <p:spPr>
          <a:xfrm>
            <a:off x="7024320" y="408708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3" y="4"/>
                </a:moveTo>
                <a:lnTo>
                  <a:pt x="1" y="4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5" y="0"/>
                </a:ln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64" name=""/>
          <p:cNvSpPr/>
          <p:nvPr/>
        </p:nvSpPr>
        <p:spPr>
          <a:xfrm>
            <a:off x="7024320" y="40852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4" y="1"/>
                </a:moveTo>
                <a:lnTo>
                  <a:pt x="4" y="3"/>
                </a:lnTo>
                <a:lnTo>
                  <a:pt x="5" y="3"/>
                </a:lnTo>
                <a:lnTo>
                  <a:pt x="4" y="4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1" y="0"/>
                </a:lnTo>
                <a:lnTo>
                  <a:pt x="1" y="1"/>
                </a:lnTo>
                <a:lnTo>
                  <a:pt x="3" y="1"/>
                </a:lnTo>
                <a:lnTo>
                  <a:pt x="3" y="3"/>
                </a:lnTo>
                <a:lnTo>
                  <a:pt x="4" y="3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65" name=""/>
          <p:cNvSpPr/>
          <p:nvPr/>
        </p:nvSpPr>
        <p:spPr>
          <a:xfrm>
            <a:off x="7025400" y="40777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1" y="0"/>
                </a:moveTo>
                <a:lnTo>
                  <a:pt x="3" y="0"/>
                </a:lnTo>
                <a:lnTo>
                  <a:pt x="4" y="0"/>
                </a:lnTo>
                <a:lnTo>
                  <a:pt x="3" y="2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66" name=""/>
          <p:cNvSpPr/>
          <p:nvPr/>
        </p:nvSpPr>
        <p:spPr>
          <a:xfrm>
            <a:off x="7024320" y="407628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3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67" name=""/>
          <p:cNvSpPr/>
          <p:nvPr/>
        </p:nvSpPr>
        <p:spPr>
          <a:xfrm>
            <a:off x="7026120" y="40658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68" name=""/>
          <p:cNvSpPr/>
          <p:nvPr/>
        </p:nvSpPr>
        <p:spPr>
          <a:xfrm>
            <a:off x="7024320" y="4060800"/>
            <a:ext cx="3960" cy="5040"/>
          </a:xfrm>
          <a:custGeom>
            <a:avLst/>
            <a:gdLst/>
            <a:ahLst/>
            <a:rect l="0" t="0" r="r" b="b"/>
            <a:pathLst>
              <a:path w="11" h="14">
                <a:moveTo>
                  <a:pt x="10" y="3"/>
                </a:moveTo>
                <a:lnTo>
                  <a:pt x="10" y="4"/>
                </a:lnTo>
                <a:lnTo>
                  <a:pt x="10" y="5"/>
                </a:lnTo>
                <a:lnTo>
                  <a:pt x="11" y="5"/>
                </a:lnTo>
                <a:lnTo>
                  <a:pt x="10" y="5"/>
                </a:lnTo>
                <a:lnTo>
                  <a:pt x="11" y="6"/>
                </a:lnTo>
                <a:lnTo>
                  <a:pt x="11" y="7"/>
                </a:lnTo>
                <a:lnTo>
                  <a:pt x="11" y="8"/>
                </a:lnTo>
                <a:lnTo>
                  <a:pt x="10" y="8"/>
                </a:lnTo>
                <a:lnTo>
                  <a:pt x="9" y="8"/>
                </a:lnTo>
                <a:lnTo>
                  <a:pt x="9" y="9"/>
                </a:lnTo>
                <a:lnTo>
                  <a:pt x="10" y="9"/>
                </a:lnTo>
                <a:lnTo>
                  <a:pt x="11" y="9"/>
                </a:lnTo>
                <a:lnTo>
                  <a:pt x="10" y="10"/>
                </a:lnTo>
                <a:lnTo>
                  <a:pt x="9" y="10"/>
                </a:lnTo>
                <a:lnTo>
                  <a:pt x="9" y="12"/>
                </a:lnTo>
                <a:lnTo>
                  <a:pt x="9" y="13"/>
                </a:lnTo>
                <a:lnTo>
                  <a:pt x="9" y="14"/>
                </a:lnTo>
                <a:lnTo>
                  <a:pt x="8" y="14"/>
                </a:lnTo>
                <a:lnTo>
                  <a:pt x="7" y="14"/>
                </a:lnTo>
                <a:lnTo>
                  <a:pt x="8" y="14"/>
                </a:lnTo>
                <a:lnTo>
                  <a:pt x="7" y="14"/>
                </a:lnTo>
                <a:lnTo>
                  <a:pt x="6" y="14"/>
                </a:lnTo>
                <a:lnTo>
                  <a:pt x="6" y="13"/>
                </a:lnTo>
                <a:lnTo>
                  <a:pt x="6" y="12"/>
                </a:lnTo>
                <a:lnTo>
                  <a:pt x="5" y="10"/>
                </a:lnTo>
                <a:lnTo>
                  <a:pt x="4" y="10"/>
                </a:lnTo>
                <a:lnTo>
                  <a:pt x="4" y="12"/>
                </a:lnTo>
                <a:lnTo>
                  <a:pt x="2" y="12"/>
                </a:lnTo>
                <a:lnTo>
                  <a:pt x="4" y="10"/>
                </a:lnTo>
                <a:lnTo>
                  <a:pt x="4" y="9"/>
                </a:lnTo>
                <a:lnTo>
                  <a:pt x="2" y="7"/>
                </a:lnTo>
                <a:lnTo>
                  <a:pt x="1" y="7"/>
                </a:lnTo>
                <a:lnTo>
                  <a:pt x="2" y="7"/>
                </a:lnTo>
                <a:lnTo>
                  <a:pt x="2" y="6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4" y="2"/>
                </a:lnTo>
                <a:lnTo>
                  <a:pt x="5" y="2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9" y="1"/>
                </a:lnTo>
                <a:lnTo>
                  <a:pt x="9" y="2"/>
                </a:lnTo>
                <a:lnTo>
                  <a:pt x="10" y="2"/>
                </a:lnTo>
                <a:lnTo>
                  <a:pt x="10" y="3"/>
                </a:lnTo>
                <a:lnTo>
                  <a:pt x="11" y="3"/>
                </a:lnTo>
                <a:lnTo>
                  <a:pt x="1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69" name=""/>
          <p:cNvSpPr/>
          <p:nvPr/>
        </p:nvSpPr>
        <p:spPr>
          <a:xfrm>
            <a:off x="7024680" y="40611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70" name=""/>
          <p:cNvSpPr/>
          <p:nvPr/>
        </p:nvSpPr>
        <p:spPr>
          <a:xfrm>
            <a:off x="7026840" y="40604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4"/>
                </a:moveTo>
                <a:lnTo>
                  <a:pt x="3" y="3"/>
                </a:ln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71" name=""/>
          <p:cNvSpPr/>
          <p:nvPr/>
        </p:nvSpPr>
        <p:spPr>
          <a:xfrm>
            <a:off x="7029000" y="4059720"/>
            <a:ext cx="2160" cy="2880"/>
          </a:xfrm>
          <a:custGeom>
            <a:avLst/>
            <a:gdLst/>
            <a:ahLst/>
            <a:rect l="0" t="0" r="r" b="b"/>
            <a:pathLst>
              <a:path w="6" h="8">
                <a:moveTo>
                  <a:pt x="2" y="4"/>
                </a:moveTo>
                <a:lnTo>
                  <a:pt x="2" y="5"/>
                </a:lnTo>
                <a:lnTo>
                  <a:pt x="4" y="5"/>
                </a:lnTo>
                <a:lnTo>
                  <a:pt x="5" y="5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4" y="6"/>
                </a:lnTo>
                <a:lnTo>
                  <a:pt x="4" y="5"/>
                </a:lnTo>
                <a:lnTo>
                  <a:pt x="2" y="5"/>
                </a:lnTo>
                <a:lnTo>
                  <a:pt x="2" y="6"/>
                </a:lnTo>
                <a:lnTo>
                  <a:pt x="1" y="6"/>
                </a:lnTo>
                <a:lnTo>
                  <a:pt x="1" y="8"/>
                </a:lnTo>
                <a:lnTo>
                  <a:pt x="0" y="8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72" name=""/>
          <p:cNvSpPr/>
          <p:nvPr/>
        </p:nvSpPr>
        <p:spPr>
          <a:xfrm>
            <a:off x="7026840" y="40593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73" name=""/>
          <p:cNvSpPr/>
          <p:nvPr/>
        </p:nvSpPr>
        <p:spPr>
          <a:xfrm>
            <a:off x="7027920" y="4059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74" name=""/>
          <p:cNvSpPr/>
          <p:nvPr/>
        </p:nvSpPr>
        <p:spPr>
          <a:xfrm>
            <a:off x="7028280" y="40586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75" name=""/>
          <p:cNvSpPr/>
          <p:nvPr/>
        </p:nvSpPr>
        <p:spPr>
          <a:xfrm>
            <a:off x="7027560" y="40546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76" name=""/>
          <p:cNvSpPr/>
          <p:nvPr/>
        </p:nvSpPr>
        <p:spPr>
          <a:xfrm>
            <a:off x="7028280" y="40521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77" name=""/>
          <p:cNvSpPr/>
          <p:nvPr/>
        </p:nvSpPr>
        <p:spPr>
          <a:xfrm>
            <a:off x="7027560" y="40500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78" name=""/>
          <p:cNvSpPr/>
          <p:nvPr/>
        </p:nvSpPr>
        <p:spPr>
          <a:xfrm>
            <a:off x="7027560" y="40485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79" name=""/>
          <p:cNvSpPr/>
          <p:nvPr/>
        </p:nvSpPr>
        <p:spPr>
          <a:xfrm>
            <a:off x="7029000" y="40442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80" name=""/>
          <p:cNvSpPr/>
          <p:nvPr/>
        </p:nvSpPr>
        <p:spPr>
          <a:xfrm>
            <a:off x="7028280" y="4044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81" name=""/>
          <p:cNvSpPr/>
          <p:nvPr/>
        </p:nvSpPr>
        <p:spPr>
          <a:xfrm>
            <a:off x="7028640" y="403956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5"/>
                </a:moveTo>
                <a:lnTo>
                  <a:pt x="2" y="4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3"/>
                </a:lnTo>
                <a:lnTo>
                  <a:pt x="2" y="4"/>
                </a:lnTo>
                <a:lnTo>
                  <a:pt x="2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82" name=""/>
          <p:cNvSpPr/>
          <p:nvPr/>
        </p:nvSpPr>
        <p:spPr>
          <a:xfrm>
            <a:off x="7025760" y="4037040"/>
            <a:ext cx="4320" cy="3240"/>
          </a:xfrm>
          <a:custGeom>
            <a:avLst/>
            <a:gdLst/>
            <a:ahLst/>
            <a:rect l="0" t="0" r="r" b="b"/>
            <a:pathLst>
              <a:path w="12" h="9">
                <a:moveTo>
                  <a:pt x="9" y="6"/>
                </a:moveTo>
                <a:lnTo>
                  <a:pt x="9" y="7"/>
                </a:lnTo>
                <a:lnTo>
                  <a:pt x="8" y="7"/>
                </a:lnTo>
                <a:lnTo>
                  <a:pt x="2" y="9"/>
                </a:lnTo>
                <a:lnTo>
                  <a:pt x="0" y="9"/>
                </a:lnTo>
                <a:lnTo>
                  <a:pt x="0" y="8"/>
                </a:lnTo>
                <a:lnTo>
                  <a:pt x="2" y="8"/>
                </a:lnTo>
                <a:lnTo>
                  <a:pt x="3" y="6"/>
                </a:lnTo>
                <a:lnTo>
                  <a:pt x="4" y="6"/>
                </a:lnTo>
                <a:lnTo>
                  <a:pt x="5" y="5"/>
                </a:lnTo>
                <a:lnTo>
                  <a:pt x="7" y="2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10" y="0"/>
                </a:lnTo>
                <a:lnTo>
                  <a:pt x="12" y="0"/>
                </a:lnTo>
                <a:lnTo>
                  <a:pt x="12" y="1"/>
                </a:lnTo>
                <a:lnTo>
                  <a:pt x="12" y="2"/>
                </a:lnTo>
                <a:lnTo>
                  <a:pt x="10" y="3"/>
                </a:lnTo>
                <a:lnTo>
                  <a:pt x="9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83" name=""/>
          <p:cNvSpPr/>
          <p:nvPr/>
        </p:nvSpPr>
        <p:spPr>
          <a:xfrm>
            <a:off x="7028640" y="40345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4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84" name=""/>
          <p:cNvSpPr/>
          <p:nvPr/>
        </p:nvSpPr>
        <p:spPr>
          <a:xfrm>
            <a:off x="7027920" y="4034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85" name=""/>
          <p:cNvSpPr/>
          <p:nvPr/>
        </p:nvSpPr>
        <p:spPr>
          <a:xfrm>
            <a:off x="7028640" y="4034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86" name=""/>
          <p:cNvSpPr/>
          <p:nvPr/>
        </p:nvSpPr>
        <p:spPr>
          <a:xfrm>
            <a:off x="7028640" y="40338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87" name=""/>
          <p:cNvSpPr/>
          <p:nvPr/>
        </p:nvSpPr>
        <p:spPr>
          <a:xfrm>
            <a:off x="7026120" y="403236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2" y="7"/>
                </a:moveTo>
                <a:lnTo>
                  <a:pt x="1" y="7"/>
                </a:lnTo>
                <a:lnTo>
                  <a:pt x="0" y="6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2" y="1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6" y="2"/>
                </a:lnTo>
                <a:lnTo>
                  <a:pt x="6" y="3"/>
                </a:lnTo>
                <a:lnTo>
                  <a:pt x="7" y="3"/>
                </a:lnTo>
                <a:lnTo>
                  <a:pt x="7" y="6"/>
                </a:lnTo>
                <a:lnTo>
                  <a:pt x="6" y="7"/>
                </a:lnTo>
                <a:lnTo>
                  <a:pt x="5" y="7"/>
                </a:lnTo>
                <a:lnTo>
                  <a:pt x="3" y="7"/>
                </a:lnTo>
                <a:lnTo>
                  <a:pt x="2" y="7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88" name=""/>
          <p:cNvSpPr/>
          <p:nvPr/>
        </p:nvSpPr>
        <p:spPr>
          <a:xfrm>
            <a:off x="7030080" y="40327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89" name=""/>
          <p:cNvSpPr/>
          <p:nvPr/>
        </p:nvSpPr>
        <p:spPr>
          <a:xfrm>
            <a:off x="7030800" y="403200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2" y="3"/>
                </a:moveTo>
                <a:lnTo>
                  <a:pt x="2" y="5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90" name=""/>
          <p:cNvSpPr/>
          <p:nvPr/>
        </p:nvSpPr>
        <p:spPr>
          <a:xfrm>
            <a:off x="7029360" y="40320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2" y="4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91" name=""/>
          <p:cNvSpPr/>
          <p:nvPr/>
        </p:nvSpPr>
        <p:spPr>
          <a:xfrm>
            <a:off x="7030800" y="40320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92" name=""/>
          <p:cNvSpPr/>
          <p:nvPr/>
        </p:nvSpPr>
        <p:spPr>
          <a:xfrm>
            <a:off x="7029720" y="40309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93" name=""/>
          <p:cNvSpPr/>
          <p:nvPr/>
        </p:nvSpPr>
        <p:spPr>
          <a:xfrm>
            <a:off x="7030440" y="403056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3" y="3"/>
                </a:moveTo>
                <a:lnTo>
                  <a:pt x="1" y="3"/>
                </a:lnTo>
                <a:lnTo>
                  <a:pt x="1" y="5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4" y="2"/>
                </a:lnTo>
                <a:lnTo>
                  <a:pt x="4" y="3"/>
                </a:lnTo>
                <a:lnTo>
                  <a:pt x="4" y="5"/>
                </a:lnTo>
                <a:lnTo>
                  <a:pt x="3" y="5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94" name=""/>
          <p:cNvSpPr/>
          <p:nvPr/>
        </p:nvSpPr>
        <p:spPr>
          <a:xfrm>
            <a:off x="7031520" y="4030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95" name=""/>
          <p:cNvSpPr/>
          <p:nvPr/>
        </p:nvSpPr>
        <p:spPr>
          <a:xfrm>
            <a:off x="7023240" y="4026960"/>
            <a:ext cx="3240" cy="5040"/>
          </a:xfrm>
          <a:custGeom>
            <a:avLst/>
            <a:gdLst/>
            <a:ahLst/>
            <a:rect l="0" t="0" r="r" b="b"/>
            <a:pathLst>
              <a:path w="9" h="14">
                <a:moveTo>
                  <a:pt x="2" y="0"/>
                </a:moveTo>
                <a:lnTo>
                  <a:pt x="3" y="0"/>
                </a:lnTo>
                <a:lnTo>
                  <a:pt x="3" y="2"/>
                </a:lnTo>
                <a:lnTo>
                  <a:pt x="4" y="3"/>
                </a:lnTo>
                <a:lnTo>
                  <a:pt x="5" y="4"/>
                </a:lnTo>
                <a:lnTo>
                  <a:pt x="5" y="5"/>
                </a:lnTo>
                <a:lnTo>
                  <a:pt x="6" y="6"/>
                </a:lnTo>
                <a:lnTo>
                  <a:pt x="6" y="5"/>
                </a:lnTo>
                <a:lnTo>
                  <a:pt x="8" y="5"/>
                </a:lnTo>
                <a:lnTo>
                  <a:pt x="8" y="6"/>
                </a:lnTo>
                <a:lnTo>
                  <a:pt x="8" y="7"/>
                </a:lnTo>
                <a:lnTo>
                  <a:pt x="8" y="8"/>
                </a:lnTo>
                <a:lnTo>
                  <a:pt x="9" y="9"/>
                </a:lnTo>
                <a:lnTo>
                  <a:pt x="9" y="10"/>
                </a:lnTo>
                <a:lnTo>
                  <a:pt x="9" y="11"/>
                </a:lnTo>
                <a:lnTo>
                  <a:pt x="8" y="12"/>
                </a:lnTo>
                <a:lnTo>
                  <a:pt x="6" y="13"/>
                </a:lnTo>
                <a:lnTo>
                  <a:pt x="5" y="13"/>
                </a:lnTo>
                <a:lnTo>
                  <a:pt x="4" y="13"/>
                </a:lnTo>
                <a:lnTo>
                  <a:pt x="4" y="14"/>
                </a:lnTo>
                <a:lnTo>
                  <a:pt x="3" y="14"/>
                </a:lnTo>
                <a:lnTo>
                  <a:pt x="2" y="14"/>
                </a:lnTo>
                <a:lnTo>
                  <a:pt x="1" y="14"/>
                </a:lnTo>
                <a:lnTo>
                  <a:pt x="1" y="13"/>
                </a:lnTo>
                <a:lnTo>
                  <a:pt x="1" y="12"/>
                </a:lnTo>
                <a:lnTo>
                  <a:pt x="0" y="12"/>
                </a:lnTo>
                <a:lnTo>
                  <a:pt x="0" y="11"/>
                </a:lnTo>
                <a:lnTo>
                  <a:pt x="0" y="10"/>
                </a:lnTo>
                <a:lnTo>
                  <a:pt x="1" y="10"/>
                </a:lnTo>
                <a:lnTo>
                  <a:pt x="1" y="9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96" name=""/>
          <p:cNvSpPr/>
          <p:nvPr/>
        </p:nvSpPr>
        <p:spPr>
          <a:xfrm>
            <a:off x="7027200" y="40280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97" name=""/>
          <p:cNvSpPr/>
          <p:nvPr/>
        </p:nvSpPr>
        <p:spPr>
          <a:xfrm>
            <a:off x="7027560" y="40273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98" name=""/>
          <p:cNvSpPr/>
          <p:nvPr/>
        </p:nvSpPr>
        <p:spPr>
          <a:xfrm>
            <a:off x="7025400" y="402624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4" y="6"/>
                </a:moveTo>
                <a:lnTo>
                  <a:pt x="5" y="6"/>
                </a:lnTo>
                <a:lnTo>
                  <a:pt x="4" y="6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lnTo>
                  <a:pt x="6" y="3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4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99" name=""/>
          <p:cNvSpPr/>
          <p:nvPr/>
        </p:nvSpPr>
        <p:spPr>
          <a:xfrm>
            <a:off x="7027200" y="40269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00" name=""/>
          <p:cNvSpPr/>
          <p:nvPr/>
        </p:nvSpPr>
        <p:spPr>
          <a:xfrm>
            <a:off x="7029000" y="40233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5" y="3"/>
                </a:lnTo>
                <a:lnTo>
                  <a:pt x="3" y="4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01" name=""/>
          <p:cNvSpPr/>
          <p:nvPr/>
        </p:nvSpPr>
        <p:spPr>
          <a:xfrm>
            <a:off x="7025760" y="4019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02" name=""/>
          <p:cNvSpPr/>
          <p:nvPr/>
        </p:nvSpPr>
        <p:spPr>
          <a:xfrm>
            <a:off x="7026840" y="4017960"/>
            <a:ext cx="1440" cy="2520"/>
          </a:xfrm>
          <a:custGeom>
            <a:avLst/>
            <a:gdLst/>
            <a:ahLst/>
            <a:rect l="0" t="0" r="r" b="b"/>
            <a:pathLst>
              <a:path w="4" h="7">
                <a:moveTo>
                  <a:pt x="3" y="5"/>
                </a:moveTo>
                <a:lnTo>
                  <a:pt x="2" y="5"/>
                </a:lnTo>
                <a:lnTo>
                  <a:pt x="2" y="7"/>
                </a:lnTo>
                <a:lnTo>
                  <a:pt x="0" y="7"/>
                </a:lnTo>
                <a:lnTo>
                  <a:pt x="0" y="5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3" y="4"/>
                </a:lnTo>
                <a:lnTo>
                  <a:pt x="3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03" name=""/>
          <p:cNvSpPr/>
          <p:nvPr/>
        </p:nvSpPr>
        <p:spPr>
          <a:xfrm>
            <a:off x="7030080" y="4008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1"/>
                </a:moveTo>
                <a:lnTo>
                  <a:pt x="0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04" name=""/>
          <p:cNvSpPr/>
          <p:nvPr/>
        </p:nvSpPr>
        <p:spPr>
          <a:xfrm>
            <a:off x="7029720" y="400680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5" y="3"/>
                </a:moveTo>
                <a:lnTo>
                  <a:pt x="5" y="5"/>
                </a:lnTo>
                <a:lnTo>
                  <a:pt x="2" y="3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4" y="2"/>
                </a:lnTo>
                <a:lnTo>
                  <a:pt x="7" y="2"/>
                </a:lnTo>
                <a:lnTo>
                  <a:pt x="7" y="3"/>
                </a:lnTo>
                <a:lnTo>
                  <a:pt x="5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05" name=""/>
          <p:cNvSpPr/>
          <p:nvPr/>
        </p:nvSpPr>
        <p:spPr>
          <a:xfrm>
            <a:off x="7028640" y="40064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1" y="0"/>
                </a:move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06" name=""/>
          <p:cNvSpPr/>
          <p:nvPr/>
        </p:nvSpPr>
        <p:spPr>
          <a:xfrm>
            <a:off x="7035840" y="4072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07" name=""/>
          <p:cNvSpPr/>
          <p:nvPr/>
        </p:nvSpPr>
        <p:spPr>
          <a:xfrm>
            <a:off x="7036560" y="4071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08" name=""/>
          <p:cNvSpPr/>
          <p:nvPr/>
        </p:nvSpPr>
        <p:spPr>
          <a:xfrm>
            <a:off x="7035480" y="40532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09" name=""/>
          <p:cNvSpPr/>
          <p:nvPr/>
        </p:nvSpPr>
        <p:spPr>
          <a:xfrm>
            <a:off x="7034040" y="40525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10" name=""/>
          <p:cNvSpPr/>
          <p:nvPr/>
        </p:nvSpPr>
        <p:spPr>
          <a:xfrm>
            <a:off x="7034040" y="405108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6" y="1"/>
                </a:moveTo>
                <a:lnTo>
                  <a:pt x="4" y="1"/>
                </a:lnTo>
                <a:lnTo>
                  <a:pt x="2" y="1"/>
                </a:lnTo>
                <a:lnTo>
                  <a:pt x="2" y="3"/>
                </a:lnTo>
                <a:lnTo>
                  <a:pt x="4" y="3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  <a:lnTo>
                  <a:pt x="5" y="1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11" name=""/>
          <p:cNvSpPr/>
          <p:nvPr/>
        </p:nvSpPr>
        <p:spPr>
          <a:xfrm>
            <a:off x="7034400" y="40503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12" name=""/>
          <p:cNvSpPr/>
          <p:nvPr/>
        </p:nvSpPr>
        <p:spPr>
          <a:xfrm>
            <a:off x="7032960" y="40446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13" name=""/>
          <p:cNvSpPr/>
          <p:nvPr/>
        </p:nvSpPr>
        <p:spPr>
          <a:xfrm>
            <a:off x="7035120" y="40438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14" name=""/>
          <p:cNvSpPr/>
          <p:nvPr/>
        </p:nvSpPr>
        <p:spPr>
          <a:xfrm>
            <a:off x="7035840" y="4042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15" name=""/>
          <p:cNvSpPr/>
          <p:nvPr/>
        </p:nvSpPr>
        <p:spPr>
          <a:xfrm>
            <a:off x="7035840" y="4042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16" name=""/>
          <p:cNvSpPr/>
          <p:nvPr/>
        </p:nvSpPr>
        <p:spPr>
          <a:xfrm>
            <a:off x="7035120" y="404208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17" name=""/>
          <p:cNvSpPr/>
          <p:nvPr/>
        </p:nvSpPr>
        <p:spPr>
          <a:xfrm>
            <a:off x="7035120" y="4041000"/>
            <a:ext cx="2880" cy="1800"/>
          </a:xfrm>
          <a:custGeom>
            <a:avLst/>
            <a:gdLst/>
            <a:ahLst/>
            <a:rect l="0" t="0" r="r" b="b"/>
            <a:pathLst>
              <a:path w="8" h="5">
                <a:moveTo>
                  <a:pt x="6" y="4"/>
                </a:moveTo>
                <a:lnTo>
                  <a:pt x="7" y="4"/>
                </a:lnTo>
                <a:lnTo>
                  <a:pt x="8" y="4"/>
                </a:lnTo>
                <a:lnTo>
                  <a:pt x="7" y="4"/>
                </a:lnTo>
                <a:lnTo>
                  <a:pt x="7" y="5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4" y="3"/>
                </a:lnTo>
                <a:lnTo>
                  <a:pt x="5" y="3"/>
                </a:lnTo>
                <a:lnTo>
                  <a:pt x="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18" name=""/>
          <p:cNvSpPr/>
          <p:nvPr/>
        </p:nvSpPr>
        <p:spPr>
          <a:xfrm>
            <a:off x="7030080" y="4038120"/>
            <a:ext cx="5400" cy="5760"/>
          </a:xfrm>
          <a:custGeom>
            <a:avLst/>
            <a:gdLst/>
            <a:ahLst/>
            <a:rect l="0" t="0" r="r" b="b"/>
            <a:pathLst>
              <a:path w="15" h="16">
                <a:moveTo>
                  <a:pt x="7" y="3"/>
                </a:moveTo>
                <a:lnTo>
                  <a:pt x="7" y="5"/>
                </a:lnTo>
                <a:lnTo>
                  <a:pt x="8" y="6"/>
                </a:lnTo>
                <a:lnTo>
                  <a:pt x="8" y="7"/>
                </a:lnTo>
                <a:lnTo>
                  <a:pt x="10" y="8"/>
                </a:lnTo>
                <a:lnTo>
                  <a:pt x="12" y="8"/>
                </a:lnTo>
                <a:lnTo>
                  <a:pt x="12" y="9"/>
                </a:lnTo>
                <a:lnTo>
                  <a:pt x="12" y="8"/>
                </a:lnTo>
                <a:lnTo>
                  <a:pt x="13" y="8"/>
                </a:lnTo>
                <a:lnTo>
                  <a:pt x="13" y="9"/>
                </a:lnTo>
                <a:lnTo>
                  <a:pt x="14" y="9"/>
                </a:lnTo>
                <a:lnTo>
                  <a:pt x="14" y="10"/>
                </a:lnTo>
                <a:lnTo>
                  <a:pt x="14" y="11"/>
                </a:lnTo>
                <a:lnTo>
                  <a:pt x="15" y="12"/>
                </a:lnTo>
                <a:lnTo>
                  <a:pt x="14" y="12"/>
                </a:lnTo>
                <a:lnTo>
                  <a:pt x="14" y="13"/>
                </a:lnTo>
                <a:lnTo>
                  <a:pt x="14" y="14"/>
                </a:lnTo>
                <a:lnTo>
                  <a:pt x="13" y="14"/>
                </a:lnTo>
                <a:lnTo>
                  <a:pt x="13" y="15"/>
                </a:lnTo>
                <a:lnTo>
                  <a:pt x="12" y="16"/>
                </a:lnTo>
                <a:lnTo>
                  <a:pt x="12" y="15"/>
                </a:lnTo>
                <a:lnTo>
                  <a:pt x="12" y="14"/>
                </a:lnTo>
                <a:lnTo>
                  <a:pt x="13" y="14"/>
                </a:lnTo>
                <a:lnTo>
                  <a:pt x="12" y="14"/>
                </a:lnTo>
                <a:lnTo>
                  <a:pt x="11" y="14"/>
                </a:lnTo>
                <a:lnTo>
                  <a:pt x="11" y="15"/>
                </a:lnTo>
                <a:lnTo>
                  <a:pt x="10" y="15"/>
                </a:lnTo>
                <a:lnTo>
                  <a:pt x="10" y="14"/>
                </a:lnTo>
                <a:lnTo>
                  <a:pt x="11" y="14"/>
                </a:lnTo>
                <a:lnTo>
                  <a:pt x="10" y="14"/>
                </a:lnTo>
                <a:lnTo>
                  <a:pt x="8" y="14"/>
                </a:lnTo>
                <a:lnTo>
                  <a:pt x="8" y="15"/>
                </a:lnTo>
                <a:lnTo>
                  <a:pt x="8" y="14"/>
                </a:lnTo>
                <a:lnTo>
                  <a:pt x="8" y="13"/>
                </a:lnTo>
                <a:lnTo>
                  <a:pt x="7" y="14"/>
                </a:lnTo>
                <a:lnTo>
                  <a:pt x="7" y="13"/>
                </a:lnTo>
                <a:lnTo>
                  <a:pt x="8" y="13"/>
                </a:lnTo>
                <a:lnTo>
                  <a:pt x="7" y="11"/>
                </a:lnTo>
                <a:lnTo>
                  <a:pt x="6" y="11"/>
                </a:lnTo>
                <a:lnTo>
                  <a:pt x="5" y="11"/>
                </a:lnTo>
                <a:lnTo>
                  <a:pt x="5" y="10"/>
                </a:lnTo>
                <a:lnTo>
                  <a:pt x="5" y="9"/>
                </a:lnTo>
                <a:lnTo>
                  <a:pt x="4" y="8"/>
                </a:lnTo>
                <a:lnTo>
                  <a:pt x="4" y="9"/>
                </a:lnTo>
                <a:lnTo>
                  <a:pt x="2" y="10"/>
                </a:lnTo>
                <a:lnTo>
                  <a:pt x="1" y="10"/>
                </a:lnTo>
                <a:lnTo>
                  <a:pt x="0" y="9"/>
                </a:lnTo>
                <a:lnTo>
                  <a:pt x="0" y="8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7" y="2"/>
                </a:lnTo>
                <a:lnTo>
                  <a:pt x="7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19" name=""/>
          <p:cNvSpPr/>
          <p:nvPr/>
        </p:nvSpPr>
        <p:spPr>
          <a:xfrm>
            <a:off x="7034760" y="40406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20" name=""/>
          <p:cNvSpPr/>
          <p:nvPr/>
        </p:nvSpPr>
        <p:spPr>
          <a:xfrm>
            <a:off x="7035840" y="40402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21" name=""/>
          <p:cNvSpPr/>
          <p:nvPr/>
        </p:nvSpPr>
        <p:spPr>
          <a:xfrm>
            <a:off x="7035480" y="4038480"/>
            <a:ext cx="3240" cy="2520"/>
          </a:xfrm>
          <a:custGeom>
            <a:avLst/>
            <a:gdLst/>
            <a:ahLst/>
            <a:rect l="0" t="0" r="r" b="b"/>
            <a:pathLst>
              <a:path w="9" h="7">
                <a:moveTo>
                  <a:pt x="7" y="4"/>
                </a:moveTo>
                <a:lnTo>
                  <a:pt x="8" y="4"/>
                </a:lnTo>
                <a:lnTo>
                  <a:pt x="9" y="4"/>
                </a:lnTo>
                <a:lnTo>
                  <a:pt x="9" y="6"/>
                </a:lnTo>
                <a:lnTo>
                  <a:pt x="8" y="6"/>
                </a:lnTo>
                <a:lnTo>
                  <a:pt x="7" y="6"/>
                </a:lnTo>
                <a:lnTo>
                  <a:pt x="7" y="7"/>
                </a:lnTo>
                <a:lnTo>
                  <a:pt x="6" y="6"/>
                </a:lnTo>
                <a:lnTo>
                  <a:pt x="4" y="6"/>
                </a:lnTo>
                <a:lnTo>
                  <a:pt x="2" y="6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3" y="4"/>
                </a:lnTo>
                <a:lnTo>
                  <a:pt x="4" y="4"/>
                </a:lnTo>
                <a:lnTo>
                  <a:pt x="6" y="4"/>
                </a:lnTo>
                <a:lnTo>
                  <a:pt x="7" y="4"/>
                </a:lnTo>
                <a:lnTo>
                  <a:pt x="7" y="6"/>
                </a:lnTo>
                <a:lnTo>
                  <a:pt x="7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22" name=""/>
          <p:cNvSpPr/>
          <p:nvPr/>
        </p:nvSpPr>
        <p:spPr>
          <a:xfrm>
            <a:off x="7034400" y="4039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23" name=""/>
          <p:cNvSpPr/>
          <p:nvPr/>
        </p:nvSpPr>
        <p:spPr>
          <a:xfrm>
            <a:off x="7034040" y="403812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24" name=""/>
          <p:cNvSpPr/>
          <p:nvPr/>
        </p:nvSpPr>
        <p:spPr>
          <a:xfrm>
            <a:off x="7033680" y="40377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25" name=""/>
          <p:cNvSpPr/>
          <p:nvPr/>
        </p:nvSpPr>
        <p:spPr>
          <a:xfrm>
            <a:off x="7035480" y="403776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26" name=""/>
          <p:cNvSpPr/>
          <p:nvPr/>
        </p:nvSpPr>
        <p:spPr>
          <a:xfrm>
            <a:off x="7035480" y="4036320"/>
            <a:ext cx="4320" cy="3240"/>
          </a:xfrm>
          <a:custGeom>
            <a:avLst/>
            <a:gdLst/>
            <a:ahLst/>
            <a:rect l="0" t="0" r="r" b="b"/>
            <a:pathLst>
              <a:path w="12" h="9">
                <a:moveTo>
                  <a:pt x="8" y="0"/>
                </a:moveTo>
                <a:lnTo>
                  <a:pt x="8" y="1"/>
                </a:lnTo>
                <a:lnTo>
                  <a:pt x="9" y="1"/>
                </a:lnTo>
                <a:lnTo>
                  <a:pt x="10" y="2"/>
                </a:lnTo>
                <a:lnTo>
                  <a:pt x="10" y="1"/>
                </a:lnTo>
                <a:lnTo>
                  <a:pt x="10" y="2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8" y="2"/>
                </a:lnTo>
                <a:lnTo>
                  <a:pt x="8" y="3"/>
                </a:lnTo>
                <a:lnTo>
                  <a:pt x="8" y="4"/>
                </a:lnTo>
                <a:lnTo>
                  <a:pt x="8" y="3"/>
                </a:lnTo>
                <a:lnTo>
                  <a:pt x="9" y="4"/>
                </a:lnTo>
                <a:lnTo>
                  <a:pt x="9" y="5"/>
                </a:lnTo>
                <a:lnTo>
                  <a:pt x="10" y="6"/>
                </a:lnTo>
                <a:lnTo>
                  <a:pt x="12" y="7"/>
                </a:lnTo>
                <a:lnTo>
                  <a:pt x="10" y="7"/>
                </a:lnTo>
                <a:lnTo>
                  <a:pt x="10" y="9"/>
                </a:lnTo>
                <a:lnTo>
                  <a:pt x="9" y="9"/>
                </a:lnTo>
                <a:lnTo>
                  <a:pt x="8" y="7"/>
                </a:lnTo>
                <a:lnTo>
                  <a:pt x="7" y="7"/>
                </a:lnTo>
                <a:lnTo>
                  <a:pt x="7" y="6"/>
                </a:lnTo>
                <a:lnTo>
                  <a:pt x="6" y="6"/>
                </a:lnTo>
                <a:lnTo>
                  <a:pt x="5" y="5"/>
                </a:lnTo>
                <a:lnTo>
                  <a:pt x="4" y="4"/>
                </a:lnTo>
                <a:lnTo>
                  <a:pt x="3" y="3"/>
                </a:lnTo>
                <a:lnTo>
                  <a:pt x="3" y="2"/>
                </a:lnTo>
                <a:lnTo>
                  <a:pt x="2" y="2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27" name=""/>
          <p:cNvSpPr/>
          <p:nvPr/>
        </p:nvSpPr>
        <p:spPr>
          <a:xfrm>
            <a:off x="7034400" y="40374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28" name=""/>
          <p:cNvSpPr/>
          <p:nvPr/>
        </p:nvSpPr>
        <p:spPr>
          <a:xfrm>
            <a:off x="7036560" y="40352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2" y="0"/>
                </a:move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29" name=""/>
          <p:cNvSpPr/>
          <p:nvPr/>
        </p:nvSpPr>
        <p:spPr>
          <a:xfrm>
            <a:off x="7037640" y="40327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30" name=""/>
          <p:cNvSpPr/>
          <p:nvPr/>
        </p:nvSpPr>
        <p:spPr>
          <a:xfrm>
            <a:off x="7035480" y="40320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2"/>
                </a:lnTo>
                <a:lnTo>
                  <a:pt x="4" y="4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31" name=""/>
          <p:cNvSpPr/>
          <p:nvPr/>
        </p:nvSpPr>
        <p:spPr>
          <a:xfrm>
            <a:off x="7032600" y="40316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1" y="1"/>
                </a:move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32" name=""/>
          <p:cNvSpPr/>
          <p:nvPr/>
        </p:nvSpPr>
        <p:spPr>
          <a:xfrm>
            <a:off x="7032600" y="40316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33" name=""/>
          <p:cNvSpPr/>
          <p:nvPr/>
        </p:nvSpPr>
        <p:spPr>
          <a:xfrm>
            <a:off x="7031880" y="40312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0"/>
                </a:moveTo>
                <a:lnTo>
                  <a:pt x="2" y="0"/>
                </a:lnTo>
                <a:lnTo>
                  <a:pt x="4" y="2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34" name=""/>
          <p:cNvSpPr/>
          <p:nvPr/>
        </p:nvSpPr>
        <p:spPr>
          <a:xfrm>
            <a:off x="7032960" y="403092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5" y="4"/>
                </a:moveTo>
                <a:lnTo>
                  <a:pt x="4" y="4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2"/>
                </a:lnTo>
                <a:lnTo>
                  <a:pt x="3" y="0"/>
                </a:lnTo>
                <a:lnTo>
                  <a:pt x="4" y="2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lnTo>
                  <a:pt x="5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35" name=""/>
          <p:cNvSpPr/>
          <p:nvPr/>
        </p:nvSpPr>
        <p:spPr>
          <a:xfrm>
            <a:off x="7032600" y="4030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36" name=""/>
          <p:cNvSpPr/>
          <p:nvPr/>
        </p:nvSpPr>
        <p:spPr>
          <a:xfrm>
            <a:off x="7026480" y="4023720"/>
            <a:ext cx="13320" cy="9360"/>
          </a:xfrm>
          <a:custGeom>
            <a:avLst/>
            <a:gdLst/>
            <a:ahLst/>
            <a:rect l="0" t="0" r="r" b="b"/>
            <a:pathLst>
              <a:path w="37" h="26">
                <a:moveTo>
                  <a:pt x="4" y="3"/>
                </a:moveTo>
                <a:lnTo>
                  <a:pt x="5" y="3"/>
                </a:lnTo>
                <a:lnTo>
                  <a:pt x="6" y="3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10" y="4"/>
                </a:lnTo>
                <a:lnTo>
                  <a:pt x="11" y="4"/>
                </a:lnTo>
                <a:lnTo>
                  <a:pt x="12" y="3"/>
                </a:lnTo>
                <a:lnTo>
                  <a:pt x="14" y="3"/>
                </a:lnTo>
                <a:lnTo>
                  <a:pt x="15" y="3"/>
                </a:lnTo>
                <a:lnTo>
                  <a:pt x="16" y="3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9" y="7"/>
                </a:lnTo>
                <a:lnTo>
                  <a:pt x="20" y="7"/>
                </a:lnTo>
                <a:lnTo>
                  <a:pt x="20" y="8"/>
                </a:lnTo>
                <a:lnTo>
                  <a:pt x="21" y="8"/>
                </a:lnTo>
                <a:lnTo>
                  <a:pt x="22" y="8"/>
                </a:lnTo>
                <a:lnTo>
                  <a:pt x="23" y="8"/>
                </a:lnTo>
                <a:lnTo>
                  <a:pt x="25" y="8"/>
                </a:lnTo>
                <a:lnTo>
                  <a:pt x="27" y="8"/>
                </a:lnTo>
                <a:lnTo>
                  <a:pt x="28" y="8"/>
                </a:lnTo>
                <a:lnTo>
                  <a:pt x="29" y="9"/>
                </a:lnTo>
                <a:lnTo>
                  <a:pt x="30" y="9"/>
                </a:lnTo>
                <a:lnTo>
                  <a:pt x="31" y="9"/>
                </a:lnTo>
                <a:lnTo>
                  <a:pt x="32" y="9"/>
                </a:lnTo>
                <a:lnTo>
                  <a:pt x="33" y="9"/>
                </a:lnTo>
                <a:lnTo>
                  <a:pt x="33" y="10"/>
                </a:lnTo>
                <a:lnTo>
                  <a:pt x="33" y="11"/>
                </a:lnTo>
                <a:lnTo>
                  <a:pt x="32" y="11"/>
                </a:lnTo>
                <a:lnTo>
                  <a:pt x="31" y="11"/>
                </a:lnTo>
                <a:lnTo>
                  <a:pt x="30" y="11"/>
                </a:lnTo>
                <a:lnTo>
                  <a:pt x="29" y="11"/>
                </a:lnTo>
                <a:lnTo>
                  <a:pt x="29" y="12"/>
                </a:lnTo>
                <a:lnTo>
                  <a:pt x="30" y="13"/>
                </a:lnTo>
                <a:lnTo>
                  <a:pt x="31" y="13"/>
                </a:lnTo>
                <a:lnTo>
                  <a:pt x="32" y="13"/>
                </a:lnTo>
                <a:lnTo>
                  <a:pt x="33" y="13"/>
                </a:lnTo>
                <a:lnTo>
                  <a:pt x="34" y="15"/>
                </a:lnTo>
                <a:lnTo>
                  <a:pt x="35" y="15"/>
                </a:lnTo>
                <a:lnTo>
                  <a:pt x="35" y="16"/>
                </a:lnTo>
                <a:lnTo>
                  <a:pt x="35" y="15"/>
                </a:lnTo>
                <a:lnTo>
                  <a:pt x="35" y="16"/>
                </a:lnTo>
                <a:lnTo>
                  <a:pt x="36" y="17"/>
                </a:lnTo>
                <a:lnTo>
                  <a:pt x="37" y="17"/>
                </a:lnTo>
                <a:lnTo>
                  <a:pt x="37" y="18"/>
                </a:lnTo>
                <a:lnTo>
                  <a:pt x="36" y="18"/>
                </a:lnTo>
                <a:lnTo>
                  <a:pt x="36" y="20"/>
                </a:lnTo>
                <a:lnTo>
                  <a:pt x="37" y="20"/>
                </a:lnTo>
                <a:lnTo>
                  <a:pt x="36" y="23"/>
                </a:lnTo>
                <a:lnTo>
                  <a:pt x="35" y="24"/>
                </a:lnTo>
                <a:lnTo>
                  <a:pt x="35" y="25"/>
                </a:lnTo>
                <a:lnTo>
                  <a:pt x="35" y="26"/>
                </a:lnTo>
                <a:lnTo>
                  <a:pt x="34" y="26"/>
                </a:lnTo>
                <a:lnTo>
                  <a:pt x="33" y="26"/>
                </a:lnTo>
                <a:lnTo>
                  <a:pt x="32" y="26"/>
                </a:lnTo>
                <a:lnTo>
                  <a:pt x="31" y="26"/>
                </a:lnTo>
                <a:lnTo>
                  <a:pt x="30" y="25"/>
                </a:lnTo>
                <a:lnTo>
                  <a:pt x="29" y="25"/>
                </a:lnTo>
                <a:lnTo>
                  <a:pt x="29" y="24"/>
                </a:lnTo>
                <a:lnTo>
                  <a:pt x="28" y="24"/>
                </a:lnTo>
                <a:lnTo>
                  <a:pt x="27" y="23"/>
                </a:lnTo>
                <a:lnTo>
                  <a:pt x="26" y="23"/>
                </a:lnTo>
                <a:lnTo>
                  <a:pt x="25" y="23"/>
                </a:lnTo>
                <a:lnTo>
                  <a:pt x="24" y="22"/>
                </a:lnTo>
                <a:lnTo>
                  <a:pt x="23" y="22"/>
                </a:lnTo>
                <a:lnTo>
                  <a:pt x="22" y="21"/>
                </a:lnTo>
                <a:lnTo>
                  <a:pt x="21" y="21"/>
                </a:lnTo>
                <a:lnTo>
                  <a:pt x="20" y="21"/>
                </a:lnTo>
                <a:lnTo>
                  <a:pt x="19" y="21"/>
                </a:lnTo>
                <a:lnTo>
                  <a:pt x="18" y="21"/>
                </a:lnTo>
                <a:lnTo>
                  <a:pt x="17" y="21"/>
                </a:lnTo>
                <a:lnTo>
                  <a:pt x="17" y="20"/>
                </a:lnTo>
                <a:lnTo>
                  <a:pt x="16" y="20"/>
                </a:lnTo>
                <a:lnTo>
                  <a:pt x="16" y="18"/>
                </a:lnTo>
                <a:lnTo>
                  <a:pt x="15" y="18"/>
                </a:lnTo>
                <a:lnTo>
                  <a:pt x="12" y="18"/>
                </a:lnTo>
                <a:lnTo>
                  <a:pt x="11" y="18"/>
                </a:lnTo>
                <a:lnTo>
                  <a:pt x="10" y="20"/>
                </a:lnTo>
                <a:lnTo>
                  <a:pt x="9" y="20"/>
                </a:lnTo>
                <a:lnTo>
                  <a:pt x="9" y="21"/>
                </a:lnTo>
                <a:lnTo>
                  <a:pt x="8" y="21"/>
                </a:lnTo>
                <a:lnTo>
                  <a:pt x="7" y="21"/>
                </a:lnTo>
                <a:lnTo>
                  <a:pt x="7" y="20"/>
                </a:lnTo>
                <a:lnTo>
                  <a:pt x="8" y="20"/>
                </a:lnTo>
                <a:lnTo>
                  <a:pt x="7" y="20"/>
                </a:lnTo>
                <a:lnTo>
                  <a:pt x="7" y="18"/>
                </a:lnTo>
                <a:lnTo>
                  <a:pt x="6" y="17"/>
                </a:lnTo>
                <a:lnTo>
                  <a:pt x="5" y="15"/>
                </a:lnTo>
                <a:lnTo>
                  <a:pt x="4" y="14"/>
                </a:lnTo>
                <a:lnTo>
                  <a:pt x="3" y="13"/>
                </a:lnTo>
                <a:lnTo>
                  <a:pt x="3" y="12"/>
                </a:lnTo>
                <a:lnTo>
                  <a:pt x="4" y="12"/>
                </a:lnTo>
                <a:lnTo>
                  <a:pt x="4" y="11"/>
                </a:lnTo>
                <a:lnTo>
                  <a:pt x="5" y="11"/>
                </a:lnTo>
                <a:lnTo>
                  <a:pt x="4" y="11"/>
                </a:lnTo>
                <a:lnTo>
                  <a:pt x="4" y="9"/>
                </a:lnTo>
                <a:lnTo>
                  <a:pt x="3" y="8"/>
                </a:lnTo>
                <a:lnTo>
                  <a:pt x="3" y="7"/>
                </a:lnTo>
                <a:lnTo>
                  <a:pt x="2" y="6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3" y="1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37" name=""/>
          <p:cNvSpPr/>
          <p:nvPr/>
        </p:nvSpPr>
        <p:spPr>
          <a:xfrm>
            <a:off x="7033320" y="4025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38" name=""/>
          <p:cNvSpPr/>
          <p:nvPr/>
        </p:nvSpPr>
        <p:spPr>
          <a:xfrm>
            <a:off x="7032960" y="402336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6" y="0"/>
                </a:moveTo>
                <a:lnTo>
                  <a:pt x="7" y="1"/>
                </a:lnTo>
                <a:lnTo>
                  <a:pt x="7" y="0"/>
                </a:lnTo>
                <a:lnTo>
                  <a:pt x="7" y="1"/>
                </a:lnTo>
                <a:lnTo>
                  <a:pt x="6" y="1"/>
                </a:ln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lnTo>
                  <a:pt x="5" y="3"/>
                </a:lnTo>
                <a:lnTo>
                  <a:pt x="5" y="4"/>
                </a:lnTo>
                <a:lnTo>
                  <a:pt x="4" y="6"/>
                </a:lnTo>
                <a:lnTo>
                  <a:pt x="2" y="7"/>
                </a:lnTo>
                <a:lnTo>
                  <a:pt x="1" y="6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39" name=""/>
          <p:cNvSpPr/>
          <p:nvPr/>
        </p:nvSpPr>
        <p:spPr>
          <a:xfrm>
            <a:off x="7032600" y="40222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0" y="0"/>
                </a:lnTo>
                <a:lnTo>
                  <a:pt x="1" y="0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40" name=""/>
          <p:cNvSpPr/>
          <p:nvPr/>
        </p:nvSpPr>
        <p:spPr>
          <a:xfrm>
            <a:off x="7034040" y="40222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1" y="2"/>
                </a:move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41" name=""/>
          <p:cNvSpPr/>
          <p:nvPr/>
        </p:nvSpPr>
        <p:spPr>
          <a:xfrm>
            <a:off x="7035840" y="40219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42" name=""/>
          <p:cNvSpPr/>
          <p:nvPr/>
        </p:nvSpPr>
        <p:spPr>
          <a:xfrm>
            <a:off x="7035120" y="4021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43" name=""/>
          <p:cNvSpPr/>
          <p:nvPr/>
        </p:nvSpPr>
        <p:spPr>
          <a:xfrm>
            <a:off x="7036560" y="402048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6" y="1"/>
                </a:moveTo>
                <a:lnTo>
                  <a:pt x="7" y="2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44" name=""/>
          <p:cNvSpPr/>
          <p:nvPr/>
        </p:nvSpPr>
        <p:spPr>
          <a:xfrm>
            <a:off x="7036560" y="402048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6" y="1"/>
                </a:moveTo>
                <a:lnTo>
                  <a:pt x="7" y="2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45" name=""/>
          <p:cNvSpPr/>
          <p:nvPr/>
        </p:nvSpPr>
        <p:spPr>
          <a:xfrm>
            <a:off x="7030080" y="4017960"/>
            <a:ext cx="6480" cy="4320"/>
          </a:xfrm>
          <a:custGeom>
            <a:avLst/>
            <a:gdLst/>
            <a:ahLst/>
            <a:rect l="0" t="0" r="r" b="b"/>
            <a:pathLst>
              <a:path w="18" h="12">
                <a:moveTo>
                  <a:pt x="13" y="1"/>
                </a:moveTo>
                <a:lnTo>
                  <a:pt x="15" y="1"/>
                </a:lnTo>
                <a:lnTo>
                  <a:pt x="16" y="1"/>
                </a:lnTo>
                <a:lnTo>
                  <a:pt x="17" y="1"/>
                </a:lnTo>
                <a:lnTo>
                  <a:pt x="17" y="2"/>
                </a:lnTo>
                <a:lnTo>
                  <a:pt x="16" y="2"/>
                </a:lnTo>
                <a:lnTo>
                  <a:pt x="16" y="3"/>
                </a:lnTo>
                <a:lnTo>
                  <a:pt x="17" y="3"/>
                </a:lnTo>
                <a:lnTo>
                  <a:pt x="17" y="4"/>
                </a:lnTo>
                <a:lnTo>
                  <a:pt x="18" y="4"/>
                </a:lnTo>
                <a:lnTo>
                  <a:pt x="17" y="5"/>
                </a:lnTo>
                <a:lnTo>
                  <a:pt x="16" y="5"/>
                </a:lnTo>
                <a:lnTo>
                  <a:pt x="17" y="7"/>
                </a:lnTo>
                <a:lnTo>
                  <a:pt x="17" y="8"/>
                </a:lnTo>
                <a:lnTo>
                  <a:pt x="17" y="11"/>
                </a:lnTo>
                <a:lnTo>
                  <a:pt x="17" y="12"/>
                </a:lnTo>
                <a:lnTo>
                  <a:pt x="16" y="12"/>
                </a:lnTo>
                <a:lnTo>
                  <a:pt x="15" y="12"/>
                </a:lnTo>
                <a:lnTo>
                  <a:pt x="13" y="12"/>
                </a:lnTo>
                <a:lnTo>
                  <a:pt x="13" y="11"/>
                </a:lnTo>
                <a:lnTo>
                  <a:pt x="12" y="11"/>
                </a:lnTo>
                <a:lnTo>
                  <a:pt x="10" y="11"/>
                </a:lnTo>
                <a:lnTo>
                  <a:pt x="9" y="11"/>
                </a:lnTo>
                <a:lnTo>
                  <a:pt x="8" y="9"/>
                </a:lnTo>
                <a:lnTo>
                  <a:pt x="7" y="9"/>
                </a:lnTo>
                <a:lnTo>
                  <a:pt x="5" y="7"/>
                </a:lnTo>
                <a:lnTo>
                  <a:pt x="4" y="7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1" y="4"/>
                </a:lnTo>
                <a:lnTo>
                  <a:pt x="2" y="4"/>
                </a:lnTo>
                <a:lnTo>
                  <a:pt x="3" y="4"/>
                </a:lnTo>
                <a:lnTo>
                  <a:pt x="4" y="4"/>
                </a:lnTo>
                <a:lnTo>
                  <a:pt x="5" y="4"/>
                </a:lnTo>
                <a:lnTo>
                  <a:pt x="6" y="3"/>
                </a:lnTo>
                <a:lnTo>
                  <a:pt x="7" y="3"/>
                </a:lnTo>
                <a:lnTo>
                  <a:pt x="8" y="3"/>
                </a:lnTo>
                <a:lnTo>
                  <a:pt x="9" y="3"/>
                </a:lnTo>
                <a:lnTo>
                  <a:pt x="9" y="2"/>
                </a:lnTo>
                <a:lnTo>
                  <a:pt x="10" y="1"/>
                </a:lnTo>
                <a:lnTo>
                  <a:pt x="11" y="1"/>
                </a:lnTo>
                <a:lnTo>
                  <a:pt x="11" y="0"/>
                </a:lnTo>
                <a:lnTo>
                  <a:pt x="12" y="0"/>
                </a:lnTo>
                <a:lnTo>
                  <a:pt x="12" y="1"/>
                </a:lnTo>
                <a:lnTo>
                  <a:pt x="13" y="2"/>
                </a:lnTo>
                <a:lnTo>
                  <a:pt x="1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46" name=""/>
          <p:cNvSpPr/>
          <p:nvPr/>
        </p:nvSpPr>
        <p:spPr>
          <a:xfrm>
            <a:off x="7038000" y="40122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47" name=""/>
          <p:cNvSpPr/>
          <p:nvPr/>
        </p:nvSpPr>
        <p:spPr>
          <a:xfrm>
            <a:off x="7036560" y="40111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48" name=""/>
          <p:cNvSpPr/>
          <p:nvPr/>
        </p:nvSpPr>
        <p:spPr>
          <a:xfrm>
            <a:off x="7031520" y="400788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0"/>
                </a:moveTo>
                <a:lnTo>
                  <a:pt x="5" y="2"/>
                </a:ln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5" y="2"/>
                </a:lnTo>
                <a:lnTo>
                  <a:pt x="5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49" name=""/>
          <p:cNvSpPr/>
          <p:nvPr/>
        </p:nvSpPr>
        <p:spPr>
          <a:xfrm>
            <a:off x="7032600" y="400788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1" y="0"/>
                </a:move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50" name=""/>
          <p:cNvSpPr/>
          <p:nvPr/>
        </p:nvSpPr>
        <p:spPr>
          <a:xfrm>
            <a:off x="7037280" y="40064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51" name=""/>
          <p:cNvSpPr/>
          <p:nvPr/>
        </p:nvSpPr>
        <p:spPr>
          <a:xfrm>
            <a:off x="7038720" y="403632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52" name=""/>
          <p:cNvSpPr/>
          <p:nvPr/>
        </p:nvSpPr>
        <p:spPr>
          <a:xfrm>
            <a:off x="7040160" y="40363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53" name=""/>
          <p:cNvSpPr/>
          <p:nvPr/>
        </p:nvSpPr>
        <p:spPr>
          <a:xfrm>
            <a:off x="7037640" y="403488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6" y="0"/>
                </a:moveTo>
                <a:lnTo>
                  <a:pt x="7" y="1"/>
                </a:lnTo>
                <a:lnTo>
                  <a:pt x="6" y="1"/>
                </a:lnTo>
                <a:lnTo>
                  <a:pt x="6" y="3"/>
                </a:lnTo>
                <a:lnTo>
                  <a:pt x="5" y="3"/>
                </a:ln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5" y="0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54" name=""/>
          <p:cNvSpPr/>
          <p:nvPr/>
        </p:nvSpPr>
        <p:spPr>
          <a:xfrm>
            <a:off x="7039080" y="4032360"/>
            <a:ext cx="3600" cy="4680"/>
          </a:xfrm>
          <a:custGeom>
            <a:avLst/>
            <a:gdLst/>
            <a:ahLst/>
            <a:rect l="0" t="0" r="r" b="b"/>
            <a:pathLst>
              <a:path w="10" h="13">
                <a:moveTo>
                  <a:pt x="4" y="0"/>
                </a:move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8" y="2"/>
                </a:lnTo>
                <a:lnTo>
                  <a:pt x="8" y="0"/>
                </a:lnTo>
                <a:lnTo>
                  <a:pt x="8" y="2"/>
                </a:lnTo>
                <a:lnTo>
                  <a:pt x="8" y="3"/>
                </a:lnTo>
                <a:lnTo>
                  <a:pt x="8" y="4"/>
                </a:lnTo>
                <a:lnTo>
                  <a:pt x="10" y="4"/>
                </a:lnTo>
                <a:lnTo>
                  <a:pt x="8" y="4"/>
                </a:lnTo>
                <a:lnTo>
                  <a:pt x="7" y="4"/>
                </a:lnTo>
                <a:lnTo>
                  <a:pt x="7" y="5"/>
                </a:lnTo>
                <a:lnTo>
                  <a:pt x="8" y="5"/>
                </a:lnTo>
                <a:lnTo>
                  <a:pt x="10" y="5"/>
                </a:lnTo>
                <a:lnTo>
                  <a:pt x="10" y="6"/>
                </a:lnTo>
                <a:lnTo>
                  <a:pt x="8" y="6"/>
                </a:lnTo>
                <a:lnTo>
                  <a:pt x="8" y="7"/>
                </a:lnTo>
                <a:lnTo>
                  <a:pt x="10" y="7"/>
                </a:lnTo>
                <a:lnTo>
                  <a:pt x="10" y="8"/>
                </a:lnTo>
                <a:lnTo>
                  <a:pt x="8" y="8"/>
                </a:lnTo>
                <a:lnTo>
                  <a:pt x="7" y="9"/>
                </a:lnTo>
                <a:lnTo>
                  <a:pt x="6" y="9"/>
                </a:lnTo>
                <a:lnTo>
                  <a:pt x="6" y="10"/>
                </a:lnTo>
                <a:lnTo>
                  <a:pt x="6" y="11"/>
                </a:lnTo>
                <a:lnTo>
                  <a:pt x="7" y="11"/>
                </a:lnTo>
                <a:lnTo>
                  <a:pt x="7" y="12"/>
                </a:lnTo>
                <a:lnTo>
                  <a:pt x="8" y="12"/>
                </a:lnTo>
                <a:lnTo>
                  <a:pt x="7" y="13"/>
                </a:lnTo>
                <a:lnTo>
                  <a:pt x="8" y="13"/>
                </a:lnTo>
                <a:lnTo>
                  <a:pt x="7" y="13"/>
                </a:lnTo>
                <a:lnTo>
                  <a:pt x="6" y="13"/>
                </a:lnTo>
                <a:lnTo>
                  <a:pt x="5" y="13"/>
                </a:lnTo>
                <a:lnTo>
                  <a:pt x="4" y="12"/>
                </a:lnTo>
                <a:lnTo>
                  <a:pt x="4" y="11"/>
                </a:lnTo>
                <a:lnTo>
                  <a:pt x="3" y="10"/>
                </a:lnTo>
                <a:lnTo>
                  <a:pt x="4" y="10"/>
                </a:lnTo>
                <a:lnTo>
                  <a:pt x="4" y="9"/>
                </a:lnTo>
                <a:lnTo>
                  <a:pt x="4" y="8"/>
                </a:lnTo>
                <a:lnTo>
                  <a:pt x="4" y="7"/>
                </a:lnTo>
                <a:lnTo>
                  <a:pt x="4" y="6"/>
                </a:lnTo>
                <a:lnTo>
                  <a:pt x="3" y="6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0" y="3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55" name=""/>
          <p:cNvSpPr/>
          <p:nvPr/>
        </p:nvSpPr>
        <p:spPr>
          <a:xfrm>
            <a:off x="7043040" y="4032360"/>
            <a:ext cx="360" cy="1080"/>
          </a:xfrm>
          <a:custGeom>
            <a:avLst/>
            <a:gdLst/>
            <a:ahLst/>
            <a:rect l="0" t="0" r="r" b="b"/>
            <a:pathLst>
              <a:path w="1" h="3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56" name=""/>
          <p:cNvSpPr/>
          <p:nvPr/>
        </p:nvSpPr>
        <p:spPr>
          <a:xfrm>
            <a:off x="7042680" y="40320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57" name=""/>
          <p:cNvSpPr/>
          <p:nvPr/>
        </p:nvSpPr>
        <p:spPr>
          <a:xfrm>
            <a:off x="7042680" y="40316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58" name=""/>
          <p:cNvSpPr/>
          <p:nvPr/>
        </p:nvSpPr>
        <p:spPr>
          <a:xfrm>
            <a:off x="7040160" y="402948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5" y="3"/>
                </a:moveTo>
                <a:lnTo>
                  <a:pt x="6" y="3"/>
                </a:lnTo>
                <a:lnTo>
                  <a:pt x="5" y="3"/>
                </a:lnTo>
                <a:lnTo>
                  <a:pt x="4" y="3"/>
                </a:lnTo>
                <a:lnTo>
                  <a:pt x="3" y="4"/>
                </a:lnTo>
                <a:lnTo>
                  <a:pt x="3" y="5"/>
                </a:lnTo>
                <a:lnTo>
                  <a:pt x="4" y="5"/>
                </a:lnTo>
                <a:lnTo>
                  <a:pt x="3" y="5"/>
                </a:lnTo>
                <a:lnTo>
                  <a:pt x="3" y="7"/>
                </a:lnTo>
                <a:lnTo>
                  <a:pt x="1" y="7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5" y="0"/>
                </a:lnTo>
                <a:lnTo>
                  <a:pt x="5" y="1"/>
                </a:ln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59" name=""/>
          <p:cNvSpPr/>
          <p:nvPr/>
        </p:nvSpPr>
        <p:spPr>
          <a:xfrm>
            <a:off x="7041960" y="40291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60" name=""/>
          <p:cNvSpPr/>
          <p:nvPr/>
        </p:nvSpPr>
        <p:spPr>
          <a:xfrm>
            <a:off x="7052760" y="40251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4"/>
                </a:move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3" y="2"/>
                </a:lnTo>
                <a:lnTo>
                  <a:pt x="4" y="4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61" name=""/>
          <p:cNvSpPr/>
          <p:nvPr/>
        </p:nvSpPr>
        <p:spPr>
          <a:xfrm>
            <a:off x="7051680" y="40240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62" name=""/>
          <p:cNvSpPr/>
          <p:nvPr/>
        </p:nvSpPr>
        <p:spPr>
          <a:xfrm>
            <a:off x="7050240" y="40230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0"/>
                </a:moveTo>
                <a:lnTo>
                  <a:pt x="2" y="0"/>
                </a:lnTo>
                <a:lnTo>
                  <a:pt x="2" y="1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63" name=""/>
          <p:cNvSpPr/>
          <p:nvPr/>
        </p:nvSpPr>
        <p:spPr>
          <a:xfrm>
            <a:off x="7050960" y="402300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0"/>
                </a:moveTo>
                <a:lnTo>
                  <a:pt x="2" y="1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64" name=""/>
          <p:cNvSpPr/>
          <p:nvPr/>
        </p:nvSpPr>
        <p:spPr>
          <a:xfrm>
            <a:off x="7049160" y="402264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65" name=""/>
          <p:cNvSpPr/>
          <p:nvPr/>
        </p:nvSpPr>
        <p:spPr>
          <a:xfrm>
            <a:off x="7047360" y="4023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66" name=""/>
          <p:cNvSpPr/>
          <p:nvPr/>
        </p:nvSpPr>
        <p:spPr>
          <a:xfrm>
            <a:off x="7043760" y="40219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67" name=""/>
          <p:cNvSpPr/>
          <p:nvPr/>
        </p:nvSpPr>
        <p:spPr>
          <a:xfrm>
            <a:off x="7038720" y="402228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68" name=""/>
          <p:cNvSpPr/>
          <p:nvPr/>
        </p:nvSpPr>
        <p:spPr>
          <a:xfrm>
            <a:off x="7045200" y="4021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69" name=""/>
          <p:cNvSpPr/>
          <p:nvPr/>
        </p:nvSpPr>
        <p:spPr>
          <a:xfrm>
            <a:off x="7037280" y="4020480"/>
            <a:ext cx="5040" cy="2160"/>
          </a:xfrm>
          <a:custGeom>
            <a:avLst/>
            <a:gdLst/>
            <a:ahLst/>
            <a:rect l="0" t="0" r="r" b="b"/>
            <a:pathLst>
              <a:path w="14" h="6">
                <a:moveTo>
                  <a:pt x="14" y="4"/>
                </a:moveTo>
                <a:lnTo>
                  <a:pt x="13" y="5"/>
                </a:lnTo>
                <a:lnTo>
                  <a:pt x="13" y="6"/>
                </a:lnTo>
                <a:lnTo>
                  <a:pt x="12" y="6"/>
                </a:lnTo>
                <a:lnTo>
                  <a:pt x="12" y="5"/>
                </a:lnTo>
                <a:lnTo>
                  <a:pt x="12" y="4"/>
                </a:lnTo>
                <a:lnTo>
                  <a:pt x="11" y="4"/>
                </a:lnTo>
                <a:lnTo>
                  <a:pt x="11" y="5"/>
                </a:lnTo>
                <a:lnTo>
                  <a:pt x="11" y="4"/>
                </a:lnTo>
                <a:lnTo>
                  <a:pt x="11" y="5"/>
                </a:lnTo>
                <a:lnTo>
                  <a:pt x="10" y="5"/>
                </a:lnTo>
                <a:lnTo>
                  <a:pt x="9" y="5"/>
                </a:lnTo>
                <a:lnTo>
                  <a:pt x="8" y="5"/>
                </a:lnTo>
                <a:lnTo>
                  <a:pt x="7" y="5"/>
                </a:lnTo>
                <a:lnTo>
                  <a:pt x="5" y="5"/>
                </a:lnTo>
                <a:lnTo>
                  <a:pt x="4" y="5"/>
                </a:lnTo>
                <a:lnTo>
                  <a:pt x="3" y="4"/>
                </a:lnTo>
                <a:lnTo>
                  <a:pt x="3" y="5"/>
                </a:lnTo>
                <a:lnTo>
                  <a:pt x="3" y="6"/>
                </a:lnTo>
                <a:lnTo>
                  <a:pt x="2" y="5"/>
                </a:lnTo>
                <a:lnTo>
                  <a:pt x="1" y="6"/>
                </a:lnTo>
                <a:lnTo>
                  <a:pt x="0" y="5"/>
                </a:lnTo>
                <a:lnTo>
                  <a:pt x="1" y="4"/>
                </a:lnTo>
                <a:lnTo>
                  <a:pt x="2" y="4"/>
                </a:lnTo>
                <a:lnTo>
                  <a:pt x="4" y="4"/>
                </a:lnTo>
                <a:lnTo>
                  <a:pt x="4" y="3"/>
                </a:lnTo>
                <a:lnTo>
                  <a:pt x="4" y="1"/>
                </a:lnTo>
                <a:lnTo>
                  <a:pt x="5" y="1"/>
                </a:lnTo>
                <a:lnTo>
                  <a:pt x="7" y="1"/>
                </a:lnTo>
                <a:lnTo>
                  <a:pt x="8" y="1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11" y="1"/>
                </a:lnTo>
                <a:lnTo>
                  <a:pt x="11" y="0"/>
                </a:lnTo>
                <a:lnTo>
                  <a:pt x="12" y="0"/>
                </a:lnTo>
                <a:lnTo>
                  <a:pt x="13" y="0"/>
                </a:lnTo>
                <a:lnTo>
                  <a:pt x="13" y="1"/>
                </a:lnTo>
                <a:lnTo>
                  <a:pt x="13" y="3"/>
                </a:lnTo>
                <a:lnTo>
                  <a:pt x="14" y="3"/>
                </a:lnTo>
                <a:lnTo>
                  <a:pt x="1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70" name=""/>
          <p:cNvSpPr/>
          <p:nvPr/>
        </p:nvSpPr>
        <p:spPr>
          <a:xfrm>
            <a:off x="7040160" y="4020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71" name=""/>
          <p:cNvSpPr/>
          <p:nvPr/>
        </p:nvSpPr>
        <p:spPr>
          <a:xfrm>
            <a:off x="7043400" y="4015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72" name=""/>
          <p:cNvSpPr/>
          <p:nvPr/>
        </p:nvSpPr>
        <p:spPr>
          <a:xfrm>
            <a:off x="7043040" y="40143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3"/>
                </a:moveTo>
                <a:lnTo>
                  <a:pt x="4" y="3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73" name=""/>
          <p:cNvSpPr/>
          <p:nvPr/>
        </p:nvSpPr>
        <p:spPr>
          <a:xfrm>
            <a:off x="7037640" y="4012920"/>
            <a:ext cx="5400" cy="2880"/>
          </a:xfrm>
          <a:custGeom>
            <a:avLst/>
            <a:gdLst/>
            <a:ahLst/>
            <a:rect l="0" t="0" r="r" b="b"/>
            <a:pathLst>
              <a:path w="15" h="8">
                <a:moveTo>
                  <a:pt x="9" y="1"/>
                </a:moveTo>
                <a:lnTo>
                  <a:pt x="9" y="2"/>
                </a:lnTo>
                <a:lnTo>
                  <a:pt x="9" y="3"/>
                </a:lnTo>
                <a:lnTo>
                  <a:pt x="10" y="3"/>
                </a:lnTo>
                <a:lnTo>
                  <a:pt x="11" y="3"/>
                </a:lnTo>
                <a:lnTo>
                  <a:pt x="12" y="3"/>
                </a:lnTo>
                <a:lnTo>
                  <a:pt x="13" y="3"/>
                </a:lnTo>
                <a:lnTo>
                  <a:pt x="14" y="5"/>
                </a:lnTo>
                <a:lnTo>
                  <a:pt x="14" y="6"/>
                </a:lnTo>
                <a:lnTo>
                  <a:pt x="13" y="6"/>
                </a:lnTo>
                <a:lnTo>
                  <a:pt x="14" y="7"/>
                </a:lnTo>
                <a:lnTo>
                  <a:pt x="15" y="8"/>
                </a:lnTo>
                <a:lnTo>
                  <a:pt x="14" y="8"/>
                </a:lnTo>
                <a:lnTo>
                  <a:pt x="13" y="8"/>
                </a:lnTo>
                <a:lnTo>
                  <a:pt x="12" y="8"/>
                </a:lnTo>
                <a:lnTo>
                  <a:pt x="12" y="7"/>
                </a:lnTo>
                <a:lnTo>
                  <a:pt x="11" y="7"/>
                </a:lnTo>
                <a:lnTo>
                  <a:pt x="11" y="6"/>
                </a:lnTo>
                <a:lnTo>
                  <a:pt x="10" y="7"/>
                </a:lnTo>
                <a:lnTo>
                  <a:pt x="9" y="7"/>
                </a:lnTo>
                <a:lnTo>
                  <a:pt x="8" y="7"/>
                </a:lnTo>
                <a:lnTo>
                  <a:pt x="8" y="6"/>
                </a:lnTo>
                <a:lnTo>
                  <a:pt x="7" y="6"/>
                </a:lnTo>
                <a:lnTo>
                  <a:pt x="6" y="6"/>
                </a:lnTo>
                <a:lnTo>
                  <a:pt x="7" y="6"/>
                </a:lnTo>
                <a:lnTo>
                  <a:pt x="7" y="7"/>
                </a:lnTo>
                <a:lnTo>
                  <a:pt x="6" y="7"/>
                </a:lnTo>
                <a:lnTo>
                  <a:pt x="6" y="8"/>
                </a:lnTo>
                <a:lnTo>
                  <a:pt x="4" y="8"/>
                </a:lnTo>
                <a:lnTo>
                  <a:pt x="3" y="8"/>
                </a:lnTo>
                <a:lnTo>
                  <a:pt x="3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3" y="2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8" y="2"/>
                </a:lnTo>
                <a:lnTo>
                  <a:pt x="8" y="1"/>
                </a:lnTo>
                <a:lnTo>
                  <a:pt x="9" y="1"/>
                </a:lnTo>
                <a:lnTo>
                  <a:pt x="9" y="0"/>
                </a:lnTo>
                <a:lnTo>
                  <a:pt x="9" y="1"/>
                </a:lnTo>
                <a:lnTo>
                  <a:pt x="10" y="1"/>
                </a:lnTo>
                <a:lnTo>
                  <a:pt x="9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74" name=""/>
          <p:cNvSpPr/>
          <p:nvPr/>
        </p:nvSpPr>
        <p:spPr>
          <a:xfrm>
            <a:off x="7038720" y="401112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2" y="3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75" name=""/>
          <p:cNvSpPr/>
          <p:nvPr/>
        </p:nvSpPr>
        <p:spPr>
          <a:xfrm>
            <a:off x="7039800" y="40086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76" name=""/>
          <p:cNvSpPr/>
          <p:nvPr/>
        </p:nvSpPr>
        <p:spPr>
          <a:xfrm>
            <a:off x="7039080" y="4008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77" name=""/>
          <p:cNvSpPr/>
          <p:nvPr/>
        </p:nvSpPr>
        <p:spPr>
          <a:xfrm>
            <a:off x="7041960" y="4007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78" name=""/>
          <p:cNvSpPr/>
          <p:nvPr/>
        </p:nvSpPr>
        <p:spPr>
          <a:xfrm>
            <a:off x="7044840" y="40068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79" name=""/>
          <p:cNvSpPr/>
          <p:nvPr/>
        </p:nvSpPr>
        <p:spPr>
          <a:xfrm>
            <a:off x="7045920" y="400572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1"/>
                </a:move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4" y="4"/>
                </a:lnTo>
                <a:lnTo>
                  <a:pt x="3" y="4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80" name=""/>
          <p:cNvSpPr/>
          <p:nvPr/>
        </p:nvSpPr>
        <p:spPr>
          <a:xfrm>
            <a:off x="7045200" y="40057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81" name=""/>
          <p:cNvSpPr/>
          <p:nvPr/>
        </p:nvSpPr>
        <p:spPr>
          <a:xfrm>
            <a:off x="7041600" y="400536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2"/>
                </a:moveTo>
                <a:lnTo>
                  <a:pt x="2" y="4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82" name=""/>
          <p:cNvSpPr/>
          <p:nvPr/>
        </p:nvSpPr>
        <p:spPr>
          <a:xfrm>
            <a:off x="7052760" y="400392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4" y="0"/>
                </a:move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6" y="0"/>
                </a:lnTo>
                <a:lnTo>
                  <a:pt x="6" y="2"/>
                </a:lnTo>
                <a:lnTo>
                  <a:pt x="6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83" name=""/>
          <p:cNvSpPr/>
          <p:nvPr/>
        </p:nvSpPr>
        <p:spPr>
          <a:xfrm>
            <a:off x="7042320" y="4003200"/>
            <a:ext cx="3960" cy="2520"/>
          </a:xfrm>
          <a:custGeom>
            <a:avLst/>
            <a:gdLst/>
            <a:ahLst/>
            <a:rect l="0" t="0" r="r" b="b"/>
            <a:pathLst>
              <a:path w="11" h="7">
                <a:moveTo>
                  <a:pt x="8" y="3"/>
                </a:moveTo>
                <a:lnTo>
                  <a:pt x="8" y="4"/>
                </a:lnTo>
                <a:lnTo>
                  <a:pt x="9" y="4"/>
                </a:lnTo>
                <a:lnTo>
                  <a:pt x="10" y="3"/>
                </a:lnTo>
                <a:lnTo>
                  <a:pt x="11" y="3"/>
                </a:lnTo>
                <a:lnTo>
                  <a:pt x="10" y="4"/>
                </a:lnTo>
                <a:lnTo>
                  <a:pt x="9" y="4"/>
                </a:lnTo>
                <a:lnTo>
                  <a:pt x="10" y="4"/>
                </a:lnTo>
                <a:lnTo>
                  <a:pt x="10" y="5"/>
                </a:lnTo>
                <a:lnTo>
                  <a:pt x="11" y="5"/>
                </a:lnTo>
                <a:lnTo>
                  <a:pt x="10" y="6"/>
                </a:lnTo>
                <a:lnTo>
                  <a:pt x="10" y="5"/>
                </a:lnTo>
                <a:lnTo>
                  <a:pt x="9" y="5"/>
                </a:lnTo>
                <a:lnTo>
                  <a:pt x="8" y="5"/>
                </a:lnTo>
                <a:lnTo>
                  <a:pt x="7" y="5"/>
                </a:lnTo>
                <a:lnTo>
                  <a:pt x="6" y="6"/>
                </a:lnTo>
                <a:lnTo>
                  <a:pt x="6" y="5"/>
                </a:lnTo>
                <a:lnTo>
                  <a:pt x="5" y="5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lnTo>
                  <a:pt x="7" y="4"/>
                </a:lnTo>
                <a:lnTo>
                  <a:pt x="8" y="4"/>
                </a:lnTo>
                <a:lnTo>
                  <a:pt x="8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84" name=""/>
          <p:cNvSpPr/>
          <p:nvPr/>
        </p:nvSpPr>
        <p:spPr>
          <a:xfrm>
            <a:off x="7054560" y="40035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3" y="1"/>
                </a:moveTo>
                <a:lnTo>
                  <a:pt x="3" y="3"/>
                </a:lnTo>
                <a:lnTo>
                  <a:pt x="5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85" name=""/>
          <p:cNvSpPr/>
          <p:nvPr/>
        </p:nvSpPr>
        <p:spPr>
          <a:xfrm>
            <a:off x="7043040" y="40028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86" name=""/>
          <p:cNvSpPr/>
          <p:nvPr/>
        </p:nvSpPr>
        <p:spPr>
          <a:xfrm>
            <a:off x="7040880" y="40024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87" name=""/>
          <p:cNvSpPr/>
          <p:nvPr/>
        </p:nvSpPr>
        <p:spPr>
          <a:xfrm>
            <a:off x="7053480" y="4001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88" name=""/>
          <p:cNvSpPr/>
          <p:nvPr/>
        </p:nvSpPr>
        <p:spPr>
          <a:xfrm>
            <a:off x="7053120" y="40014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89" name=""/>
          <p:cNvSpPr/>
          <p:nvPr/>
        </p:nvSpPr>
        <p:spPr>
          <a:xfrm>
            <a:off x="7048080" y="400032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3" y="0"/>
                </a:move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5" y="2"/>
                </a:lnTo>
                <a:lnTo>
                  <a:pt x="3" y="2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90" name=""/>
          <p:cNvSpPr/>
          <p:nvPr/>
        </p:nvSpPr>
        <p:spPr>
          <a:xfrm>
            <a:off x="7049160" y="39999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91" name=""/>
          <p:cNvSpPr/>
          <p:nvPr/>
        </p:nvSpPr>
        <p:spPr>
          <a:xfrm>
            <a:off x="7049880" y="399888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5" y="2"/>
                </a:moveTo>
                <a:lnTo>
                  <a:pt x="5" y="3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2"/>
                </a:lnTo>
                <a:lnTo>
                  <a:pt x="4" y="2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92" name=""/>
          <p:cNvSpPr/>
          <p:nvPr/>
        </p:nvSpPr>
        <p:spPr>
          <a:xfrm>
            <a:off x="6797520" y="3859200"/>
            <a:ext cx="154800" cy="194040"/>
          </a:xfrm>
          <a:custGeom>
            <a:avLst/>
            <a:gdLst/>
            <a:ahLst/>
            <a:rect l="0" t="0" r="r" b="b"/>
            <a:pathLst>
              <a:path w="430" h="539">
                <a:moveTo>
                  <a:pt x="377" y="224"/>
                </a:moveTo>
                <a:lnTo>
                  <a:pt x="378" y="224"/>
                </a:lnTo>
                <a:lnTo>
                  <a:pt x="378" y="223"/>
                </a:lnTo>
                <a:lnTo>
                  <a:pt x="377" y="222"/>
                </a:lnTo>
                <a:lnTo>
                  <a:pt x="376" y="221"/>
                </a:lnTo>
                <a:lnTo>
                  <a:pt x="375" y="219"/>
                </a:lnTo>
                <a:lnTo>
                  <a:pt x="373" y="219"/>
                </a:lnTo>
                <a:lnTo>
                  <a:pt x="372" y="220"/>
                </a:lnTo>
                <a:lnTo>
                  <a:pt x="370" y="220"/>
                </a:lnTo>
                <a:lnTo>
                  <a:pt x="369" y="220"/>
                </a:lnTo>
                <a:lnTo>
                  <a:pt x="369" y="219"/>
                </a:lnTo>
                <a:lnTo>
                  <a:pt x="369" y="218"/>
                </a:lnTo>
                <a:lnTo>
                  <a:pt x="369" y="217"/>
                </a:lnTo>
                <a:lnTo>
                  <a:pt x="367" y="216"/>
                </a:lnTo>
                <a:lnTo>
                  <a:pt x="366" y="215"/>
                </a:lnTo>
                <a:lnTo>
                  <a:pt x="366" y="214"/>
                </a:lnTo>
                <a:lnTo>
                  <a:pt x="364" y="214"/>
                </a:lnTo>
                <a:lnTo>
                  <a:pt x="364" y="215"/>
                </a:lnTo>
                <a:lnTo>
                  <a:pt x="363" y="215"/>
                </a:lnTo>
                <a:lnTo>
                  <a:pt x="362" y="215"/>
                </a:lnTo>
                <a:lnTo>
                  <a:pt x="362" y="214"/>
                </a:lnTo>
                <a:lnTo>
                  <a:pt x="362" y="213"/>
                </a:lnTo>
                <a:lnTo>
                  <a:pt x="362" y="212"/>
                </a:lnTo>
                <a:lnTo>
                  <a:pt x="363" y="212"/>
                </a:lnTo>
                <a:lnTo>
                  <a:pt x="362" y="211"/>
                </a:lnTo>
                <a:lnTo>
                  <a:pt x="361" y="211"/>
                </a:lnTo>
                <a:lnTo>
                  <a:pt x="361" y="212"/>
                </a:lnTo>
                <a:lnTo>
                  <a:pt x="360" y="212"/>
                </a:lnTo>
                <a:lnTo>
                  <a:pt x="360" y="213"/>
                </a:lnTo>
                <a:lnTo>
                  <a:pt x="358" y="213"/>
                </a:lnTo>
                <a:lnTo>
                  <a:pt x="356" y="213"/>
                </a:lnTo>
                <a:lnTo>
                  <a:pt x="355" y="212"/>
                </a:lnTo>
                <a:lnTo>
                  <a:pt x="355" y="211"/>
                </a:lnTo>
                <a:lnTo>
                  <a:pt x="356" y="211"/>
                </a:lnTo>
                <a:lnTo>
                  <a:pt x="356" y="210"/>
                </a:lnTo>
                <a:lnTo>
                  <a:pt x="355" y="210"/>
                </a:lnTo>
                <a:lnTo>
                  <a:pt x="354" y="211"/>
                </a:lnTo>
                <a:lnTo>
                  <a:pt x="354" y="212"/>
                </a:lnTo>
                <a:lnTo>
                  <a:pt x="353" y="212"/>
                </a:lnTo>
                <a:lnTo>
                  <a:pt x="352" y="212"/>
                </a:lnTo>
                <a:lnTo>
                  <a:pt x="352" y="211"/>
                </a:lnTo>
                <a:lnTo>
                  <a:pt x="352" y="210"/>
                </a:lnTo>
                <a:lnTo>
                  <a:pt x="351" y="210"/>
                </a:lnTo>
                <a:lnTo>
                  <a:pt x="350" y="210"/>
                </a:lnTo>
                <a:lnTo>
                  <a:pt x="349" y="210"/>
                </a:lnTo>
                <a:lnTo>
                  <a:pt x="350" y="210"/>
                </a:lnTo>
                <a:lnTo>
                  <a:pt x="349" y="210"/>
                </a:lnTo>
                <a:lnTo>
                  <a:pt x="349" y="211"/>
                </a:lnTo>
                <a:lnTo>
                  <a:pt x="348" y="211"/>
                </a:lnTo>
                <a:lnTo>
                  <a:pt x="347" y="211"/>
                </a:lnTo>
                <a:lnTo>
                  <a:pt x="347" y="210"/>
                </a:lnTo>
                <a:lnTo>
                  <a:pt x="347" y="209"/>
                </a:lnTo>
                <a:lnTo>
                  <a:pt x="345" y="209"/>
                </a:lnTo>
                <a:lnTo>
                  <a:pt x="344" y="210"/>
                </a:lnTo>
                <a:lnTo>
                  <a:pt x="345" y="210"/>
                </a:lnTo>
                <a:lnTo>
                  <a:pt x="345" y="211"/>
                </a:lnTo>
                <a:lnTo>
                  <a:pt x="344" y="211"/>
                </a:lnTo>
                <a:lnTo>
                  <a:pt x="343" y="211"/>
                </a:lnTo>
                <a:lnTo>
                  <a:pt x="342" y="211"/>
                </a:lnTo>
                <a:lnTo>
                  <a:pt x="341" y="210"/>
                </a:lnTo>
                <a:lnTo>
                  <a:pt x="340" y="210"/>
                </a:lnTo>
                <a:lnTo>
                  <a:pt x="340" y="211"/>
                </a:lnTo>
                <a:lnTo>
                  <a:pt x="339" y="212"/>
                </a:lnTo>
                <a:lnTo>
                  <a:pt x="338" y="212"/>
                </a:lnTo>
                <a:lnTo>
                  <a:pt x="338" y="211"/>
                </a:lnTo>
                <a:lnTo>
                  <a:pt x="337" y="211"/>
                </a:lnTo>
                <a:lnTo>
                  <a:pt x="337" y="210"/>
                </a:lnTo>
                <a:lnTo>
                  <a:pt x="336" y="210"/>
                </a:lnTo>
                <a:lnTo>
                  <a:pt x="335" y="210"/>
                </a:lnTo>
                <a:lnTo>
                  <a:pt x="334" y="210"/>
                </a:lnTo>
                <a:lnTo>
                  <a:pt x="334" y="211"/>
                </a:lnTo>
                <a:lnTo>
                  <a:pt x="333" y="211"/>
                </a:lnTo>
                <a:lnTo>
                  <a:pt x="332" y="214"/>
                </a:lnTo>
                <a:lnTo>
                  <a:pt x="333" y="214"/>
                </a:lnTo>
                <a:lnTo>
                  <a:pt x="333" y="215"/>
                </a:lnTo>
                <a:lnTo>
                  <a:pt x="334" y="215"/>
                </a:lnTo>
                <a:lnTo>
                  <a:pt x="335" y="215"/>
                </a:lnTo>
                <a:lnTo>
                  <a:pt x="335" y="216"/>
                </a:lnTo>
                <a:lnTo>
                  <a:pt x="336" y="216"/>
                </a:lnTo>
                <a:lnTo>
                  <a:pt x="336" y="217"/>
                </a:lnTo>
                <a:lnTo>
                  <a:pt x="336" y="218"/>
                </a:lnTo>
                <a:lnTo>
                  <a:pt x="337" y="218"/>
                </a:lnTo>
                <a:lnTo>
                  <a:pt x="337" y="219"/>
                </a:lnTo>
                <a:lnTo>
                  <a:pt x="337" y="220"/>
                </a:lnTo>
                <a:lnTo>
                  <a:pt x="336" y="220"/>
                </a:lnTo>
                <a:lnTo>
                  <a:pt x="335" y="220"/>
                </a:lnTo>
                <a:lnTo>
                  <a:pt x="335" y="222"/>
                </a:lnTo>
                <a:lnTo>
                  <a:pt x="336" y="223"/>
                </a:lnTo>
                <a:lnTo>
                  <a:pt x="337" y="223"/>
                </a:lnTo>
                <a:lnTo>
                  <a:pt x="338" y="224"/>
                </a:lnTo>
                <a:lnTo>
                  <a:pt x="340" y="223"/>
                </a:lnTo>
                <a:lnTo>
                  <a:pt x="341" y="223"/>
                </a:lnTo>
                <a:lnTo>
                  <a:pt x="342" y="223"/>
                </a:lnTo>
                <a:lnTo>
                  <a:pt x="343" y="223"/>
                </a:lnTo>
                <a:lnTo>
                  <a:pt x="344" y="223"/>
                </a:lnTo>
                <a:lnTo>
                  <a:pt x="344" y="224"/>
                </a:lnTo>
                <a:lnTo>
                  <a:pt x="344" y="225"/>
                </a:lnTo>
                <a:lnTo>
                  <a:pt x="344" y="226"/>
                </a:lnTo>
                <a:lnTo>
                  <a:pt x="344" y="227"/>
                </a:lnTo>
                <a:lnTo>
                  <a:pt x="344" y="228"/>
                </a:lnTo>
                <a:lnTo>
                  <a:pt x="344" y="229"/>
                </a:lnTo>
                <a:lnTo>
                  <a:pt x="343" y="230"/>
                </a:lnTo>
                <a:lnTo>
                  <a:pt x="343" y="231"/>
                </a:lnTo>
                <a:lnTo>
                  <a:pt x="343" y="232"/>
                </a:lnTo>
                <a:lnTo>
                  <a:pt x="344" y="232"/>
                </a:lnTo>
                <a:lnTo>
                  <a:pt x="345" y="232"/>
                </a:lnTo>
                <a:lnTo>
                  <a:pt x="345" y="233"/>
                </a:lnTo>
                <a:lnTo>
                  <a:pt x="345" y="234"/>
                </a:lnTo>
                <a:lnTo>
                  <a:pt x="344" y="234"/>
                </a:lnTo>
                <a:lnTo>
                  <a:pt x="344" y="235"/>
                </a:lnTo>
                <a:lnTo>
                  <a:pt x="344" y="236"/>
                </a:lnTo>
                <a:lnTo>
                  <a:pt x="345" y="236"/>
                </a:lnTo>
                <a:lnTo>
                  <a:pt x="345" y="237"/>
                </a:lnTo>
                <a:lnTo>
                  <a:pt x="345" y="238"/>
                </a:lnTo>
                <a:lnTo>
                  <a:pt x="344" y="238"/>
                </a:lnTo>
                <a:lnTo>
                  <a:pt x="343" y="238"/>
                </a:lnTo>
                <a:lnTo>
                  <a:pt x="343" y="239"/>
                </a:lnTo>
                <a:lnTo>
                  <a:pt x="342" y="239"/>
                </a:lnTo>
                <a:lnTo>
                  <a:pt x="342" y="240"/>
                </a:lnTo>
                <a:lnTo>
                  <a:pt x="341" y="240"/>
                </a:lnTo>
                <a:lnTo>
                  <a:pt x="341" y="241"/>
                </a:lnTo>
                <a:lnTo>
                  <a:pt x="342" y="241"/>
                </a:lnTo>
                <a:lnTo>
                  <a:pt x="342" y="242"/>
                </a:lnTo>
                <a:lnTo>
                  <a:pt x="342" y="243"/>
                </a:lnTo>
                <a:lnTo>
                  <a:pt x="341" y="243"/>
                </a:lnTo>
                <a:lnTo>
                  <a:pt x="341" y="244"/>
                </a:lnTo>
                <a:lnTo>
                  <a:pt x="341" y="245"/>
                </a:lnTo>
                <a:lnTo>
                  <a:pt x="342" y="245"/>
                </a:lnTo>
                <a:lnTo>
                  <a:pt x="343" y="245"/>
                </a:lnTo>
                <a:lnTo>
                  <a:pt x="343" y="246"/>
                </a:lnTo>
                <a:lnTo>
                  <a:pt x="342" y="246"/>
                </a:lnTo>
                <a:lnTo>
                  <a:pt x="342" y="247"/>
                </a:lnTo>
                <a:lnTo>
                  <a:pt x="341" y="248"/>
                </a:lnTo>
                <a:lnTo>
                  <a:pt x="340" y="249"/>
                </a:lnTo>
                <a:lnTo>
                  <a:pt x="340" y="250"/>
                </a:lnTo>
                <a:lnTo>
                  <a:pt x="339" y="250"/>
                </a:lnTo>
                <a:lnTo>
                  <a:pt x="338" y="251"/>
                </a:lnTo>
                <a:lnTo>
                  <a:pt x="338" y="250"/>
                </a:lnTo>
                <a:lnTo>
                  <a:pt x="337" y="250"/>
                </a:lnTo>
                <a:lnTo>
                  <a:pt x="337" y="251"/>
                </a:lnTo>
                <a:lnTo>
                  <a:pt x="336" y="251"/>
                </a:lnTo>
                <a:lnTo>
                  <a:pt x="335" y="251"/>
                </a:lnTo>
                <a:lnTo>
                  <a:pt x="335" y="252"/>
                </a:lnTo>
                <a:lnTo>
                  <a:pt x="335" y="251"/>
                </a:lnTo>
                <a:lnTo>
                  <a:pt x="334" y="251"/>
                </a:lnTo>
                <a:lnTo>
                  <a:pt x="334" y="250"/>
                </a:lnTo>
                <a:lnTo>
                  <a:pt x="333" y="250"/>
                </a:lnTo>
                <a:lnTo>
                  <a:pt x="333" y="251"/>
                </a:lnTo>
                <a:lnTo>
                  <a:pt x="332" y="251"/>
                </a:lnTo>
                <a:lnTo>
                  <a:pt x="331" y="251"/>
                </a:lnTo>
                <a:lnTo>
                  <a:pt x="331" y="252"/>
                </a:lnTo>
                <a:lnTo>
                  <a:pt x="330" y="252"/>
                </a:lnTo>
                <a:lnTo>
                  <a:pt x="330" y="251"/>
                </a:lnTo>
                <a:lnTo>
                  <a:pt x="329" y="251"/>
                </a:lnTo>
                <a:lnTo>
                  <a:pt x="329" y="252"/>
                </a:lnTo>
                <a:lnTo>
                  <a:pt x="328" y="252"/>
                </a:lnTo>
                <a:lnTo>
                  <a:pt x="328" y="253"/>
                </a:lnTo>
                <a:lnTo>
                  <a:pt x="327" y="253"/>
                </a:lnTo>
                <a:lnTo>
                  <a:pt x="326" y="253"/>
                </a:lnTo>
                <a:lnTo>
                  <a:pt x="326" y="254"/>
                </a:lnTo>
                <a:lnTo>
                  <a:pt x="326" y="255"/>
                </a:lnTo>
                <a:lnTo>
                  <a:pt x="327" y="255"/>
                </a:lnTo>
                <a:lnTo>
                  <a:pt x="327" y="257"/>
                </a:lnTo>
                <a:lnTo>
                  <a:pt x="326" y="257"/>
                </a:lnTo>
                <a:lnTo>
                  <a:pt x="326" y="258"/>
                </a:lnTo>
                <a:lnTo>
                  <a:pt x="326" y="259"/>
                </a:lnTo>
                <a:lnTo>
                  <a:pt x="327" y="259"/>
                </a:lnTo>
                <a:lnTo>
                  <a:pt x="326" y="259"/>
                </a:lnTo>
                <a:lnTo>
                  <a:pt x="325" y="259"/>
                </a:lnTo>
                <a:lnTo>
                  <a:pt x="324" y="259"/>
                </a:lnTo>
                <a:lnTo>
                  <a:pt x="324" y="260"/>
                </a:lnTo>
                <a:lnTo>
                  <a:pt x="324" y="261"/>
                </a:lnTo>
                <a:lnTo>
                  <a:pt x="323" y="261"/>
                </a:lnTo>
                <a:lnTo>
                  <a:pt x="322" y="262"/>
                </a:lnTo>
                <a:lnTo>
                  <a:pt x="321" y="262"/>
                </a:lnTo>
                <a:lnTo>
                  <a:pt x="321" y="263"/>
                </a:lnTo>
                <a:lnTo>
                  <a:pt x="320" y="263"/>
                </a:lnTo>
                <a:lnTo>
                  <a:pt x="319" y="263"/>
                </a:lnTo>
                <a:lnTo>
                  <a:pt x="318" y="263"/>
                </a:lnTo>
                <a:lnTo>
                  <a:pt x="317" y="264"/>
                </a:lnTo>
                <a:lnTo>
                  <a:pt x="317" y="265"/>
                </a:lnTo>
                <a:lnTo>
                  <a:pt x="316" y="265"/>
                </a:lnTo>
                <a:lnTo>
                  <a:pt x="316" y="266"/>
                </a:lnTo>
                <a:lnTo>
                  <a:pt x="317" y="266"/>
                </a:lnTo>
                <a:lnTo>
                  <a:pt x="317" y="267"/>
                </a:lnTo>
                <a:lnTo>
                  <a:pt x="316" y="268"/>
                </a:lnTo>
                <a:lnTo>
                  <a:pt x="316" y="269"/>
                </a:lnTo>
                <a:lnTo>
                  <a:pt x="317" y="269"/>
                </a:lnTo>
                <a:lnTo>
                  <a:pt x="318" y="269"/>
                </a:lnTo>
                <a:lnTo>
                  <a:pt x="318" y="270"/>
                </a:lnTo>
                <a:lnTo>
                  <a:pt x="317" y="270"/>
                </a:lnTo>
                <a:lnTo>
                  <a:pt x="317" y="269"/>
                </a:lnTo>
                <a:lnTo>
                  <a:pt x="317" y="270"/>
                </a:lnTo>
                <a:lnTo>
                  <a:pt x="317" y="271"/>
                </a:lnTo>
                <a:lnTo>
                  <a:pt x="317" y="272"/>
                </a:lnTo>
                <a:lnTo>
                  <a:pt x="317" y="273"/>
                </a:lnTo>
                <a:lnTo>
                  <a:pt x="316" y="274"/>
                </a:lnTo>
                <a:lnTo>
                  <a:pt x="316" y="273"/>
                </a:lnTo>
                <a:lnTo>
                  <a:pt x="315" y="273"/>
                </a:lnTo>
                <a:lnTo>
                  <a:pt x="315" y="274"/>
                </a:lnTo>
                <a:lnTo>
                  <a:pt x="316" y="274"/>
                </a:lnTo>
                <a:lnTo>
                  <a:pt x="316" y="275"/>
                </a:lnTo>
                <a:lnTo>
                  <a:pt x="315" y="275"/>
                </a:lnTo>
                <a:lnTo>
                  <a:pt x="315" y="276"/>
                </a:lnTo>
                <a:lnTo>
                  <a:pt x="315" y="277"/>
                </a:lnTo>
                <a:lnTo>
                  <a:pt x="315" y="278"/>
                </a:lnTo>
                <a:lnTo>
                  <a:pt x="314" y="278"/>
                </a:lnTo>
                <a:lnTo>
                  <a:pt x="314" y="279"/>
                </a:lnTo>
                <a:lnTo>
                  <a:pt x="315" y="279"/>
                </a:lnTo>
                <a:lnTo>
                  <a:pt x="316" y="280"/>
                </a:lnTo>
                <a:lnTo>
                  <a:pt x="315" y="280"/>
                </a:lnTo>
                <a:lnTo>
                  <a:pt x="315" y="281"/>
                </a:lnTo>
                <a:lnTo>
                  <a:pt x="316" y="281"/>
                </a:lnTo>
                <a:lnTo>
                  <a:pt x="317" y="280"/>
                </a:lnTo>
                <a:lnTo>
                  <a:pt x="318" y="281"/>
                </a:lnTo>
                <a:lnTo>
                  <a:pt x="319" y="281"/>
                </a:lnTo>
                <a:lnTo>
                  <a:pt x="318" y="281"/>
                </a:lnTo>
                <a:lnTo>
                  <a:pt x="319" y="282"/>
                </a:lnTo>
                <a:lnTo>
                  <a:pt x="319" y="283"/>
                </a:lnTo>
                <a:lnTo>
                  <a:pt x="320" y="283"/>
                </a:lnTo>
                <a:lnTo>
                  <a:pt x="320" y="282"/>
                </a:lnTo>
                <a:lnTo>
                  <a:pt x="321" y="282"/>
                </a:lnTo>
                <a:lnTo>
                  <a:pt x="321" y="283"/>
                </a:lnTo>
                <a:lnTo>
                  <a:pt x="322" y="283"/>
                </a:lnTo>
                <a:lnTo>
                  <a:pt x="324" y="283"/>
                </a:lnTo>
                <a:lnTo>
                  <a:pt x="325" y="283"/>
                </a:lnTo>
                <a:lnTo>
                  <a:pt x="325" y="284"/>
                </a:lnTo>
                <a:lnTo>
                  <a:pt x="324" y="285"/>
                </a:lnTo>
                <a:lnTo>
                  <a:pt x="324" y="286"/>
                </a:lnTo>
                <a:lnTo>
                  <a:pt x="324" y="287"/>
                </a:lnTo>
                <a:lnTo>
                  <a:pt x="326" y="287"/>
                </a:lnTo>
                <a:lnTo>
                  <a:pt x="326" y="288"/>
                </a:lnTo>
                <a:lnTo>
                  <a:pt x="327" y="288"/>
                </a:lnTo>
                <a:lnTo>
                  <a:pt x="327" y="290"/>
                </a:lnTo>
                <a:lnTo>
                  <a:pt x="325" y="294"/>
                </a:lnTo>
                <a:lnTo>
                  <a:pt x="325" y="295"/>
                </a:lnTo>
                <a:lnTo>
                  <a:pt x="326" y="295"/>
                </a:lnTo>
                <a:lnTo>
                  <a:pt x="327" y="295"/>
                </a:lnTo>
                <a:lnTo>
                  <a:pt x="327" y="296"/>
                </a:lnTo>
                <a:lnTo>
                  <a:pt x="328" y="296"/>
                </a:lnTo>
                <a:lnTo>
                  <a:pt x="328" y="297"/>
                </a:lnTo>
                <a:lnTo>
                  <a:pt x="329" y="297"/>
                </a:lnTo>
                <a:lnTo>
                  <a:pt x="330" y="296"/>
                </a:lnTo>
                <a:lnTo>
                  <a:pt x="331" y="297"/>
                </a:lnTo>
                <a:lnTo>
                  <a:pt x="330" y="297"/>
                </a:lnTo>
                <a:lnTo>
                  <a:pt x="330" y="298"/>
                </a:lnTo>
                <a:lnTo>
                  <a:pt x="329" y="298"/>
                </a:lnTo>
                <a:lnTo>
                  <a:pt x="328" y="298"/>
                </a:lnTo>
                <a:lnTo>
                  <a:pt x="328" y="299"/>
                </a:lnTo>
                <a:lnTo>
                  <a:pt x="329" y="299"/>
                </a:lnTo>
                <a:lnTo>
                  <a:pt x="330" y="299"/>
                </a:lnTo>
                <a:lnTo>
                  <a:pt x="330" y="300"/>
                </a:lnTo>
                <a:lnTo>
                  <a:pt x="331" y="300"/>
                </a:lnTo>
                <a:lnTo>
                  <a:pt x="331" y="299"/>
                </a:lnTo>
                <a:lnTo>
                  <a:pt x="331" y="300"/>
                </a:lnTo>
                <a:lnTo>
                  <a:pt x="332" y="300"/>
                </a:lnTo>
                <a:lnTo>
                  <a:pt x="332" y="299"/>
                </a:lnTo>
                <a:lnTo>
                  <a:pt x="333" y="298"/>
                </a:lnTo>
                <a:lnTo>
                  <a:pt x="333" y="299"/>
                </a:lnTo>
                <a:lnTo>
                  <a:pt x="334" y="299"/>
                </a:lnTo>
                <a:lnTo>
                  <a:pt x="335" y="299"/>
                </a:lnTo>
                <a:lnTo>
                  <a:pt x="335" y="298"/>
                </a:lnTo>
                <a:lnTo>
                  <a:pt x="336" y="298"/>
                </a:lnTo>
                <a:lnTo>
                  <a:pt x="336" y="297"/>
                </a:lnTo>
                <a:lnTo>
                  <a:pt x="337" y="297"/>
                </a:lnTo>
                <a:lnTo>
                  <a:pt x="337" y="298"/>
                </a:lnTo>
                <a:lnTo>
                  <a:pt x="338" y="298"/>
                </a:lnTo>
                <a:lnTo>
                  <a:pt x="338" y="297"/>
                </a:lnTo>
                <a:lnTo>
                  <a:pt x="339" y="297"/>
                </a:lnTo>
                <a:lnTo>
                  <a:pt x="340" y="297"/>
                </a:lnTo>
                <a:lnTo>
                  <a:pt x="340" y="298"/>
                </a:lnTo>
                <a:lnTo>
                  <a:pt x="339" y="298"/>
                </a:lnTo>
                <a:lnTo>
                  <a:pt x="340" y="299"/>
                </a:lnTo>
                <a:lnTo>
                  <a:pt x="340" y="300"/>
                </a:lnTo>
                <a:lnTo>
                  <a:pt x="341" y="300"/>
                </a:lnTo>
                <a:lnTo>
                  <a:pt x="342" y="300"/>
                </a:lnTo>
                <a:lnTo>
                  <a:pt x="343" y="300"/>
                </a:lnTo>
                <a:lnTo>
                  <a:pt x="343" y="301"/>
                </a:lnTo>
                <a:lnTo>
                  <a:pt x="344" y="301"/>
                </a:lnTo>
                <a:lnTo>
                  <a:pt x="343" y="301"/>
                </a:lnTo>
                <a:lnTo>
                  <a:pt x="344" y="302"/>
                </a:lnTo>
                <a:lnTo>
                  <a:pt x="344" y="301"/>
                </a:lnTo>
                <a:lnTo>
                  <a:pt x="344" y="302"/>
                </a:lnTo>
                <a:lnTo>
                  <a:pt x="344" y="303"/>
                </a:lnTo>
                <a:lnTo>
                  <a:pt x="343" y="303"/>
                </a:lnTo>
                <a:lnTo>
                  <a:pt x="342" y="303"/>
                </a:lnTo>
                <a:lnTo>
                  <a:pt x="342" y="304"/>
                </a:lnTo>
                <a:lnTo>
                  <a:pt x="342" y="305"/>
                </a:lnTo>
                <a:lnTo>
                  <a:pt x="341" y="305"/>
                </a:lnTo>
                <a:lnTo>
                  <a:pt x="340" y="305"/>
                </a:lnTo>
                <a:lnTo>
                  <a:pt x="340" y="306"/>
                </a:lnTo>
                <a:lnTo>
                  <a:pt x="340" y="307"/>
                </a:lnTo>
                <a:lnTo>
                  <a:pt x="340" y="308"/>
                </a:lnTo>
                <a:lnTo>
                  <a:pt x="340" y="309"/>
                </a:lnTo>
                <a:lnTo>
                  <a:pt x="341" y="309"/>
                </a:lnTo>
                <a:lnTo>
                  <a:pt x="342" y="309"/>
                </a:lnTo>
                <a:lnTo>
                  <a:pt x="343" y="309"/>
                </a:lnTo>
                <a:lnTo>
                  <a:pt x="343" y="310"/>
                </a:lnTo>
                <a:lnTo>
                  <a:pt x="344" y="310"/>
                </a:lnTo>
                <a:lnTo>
                  <a:pt x="344" y="309"/>
                </a:lnTo>
                <a:lnTo>
                  <a:pt x="345" y="309"/>
                </a:lnTo>
                <a:lnTo>
                  <a:pt x="346" y="309"/>
                </a:lnTo>
                <a:lnTo>
                  <a:pt x="346" y="310"/>
                </a:lnTo>
                <a:lnTo>
                  <a:pt x="347" y="311"/>
                </a:lnTo>
                <a:lnTo>
                  <a:pt x="347" y="310"/>
                </a:lnTo>
                <a:lnTo>
                  <a:pt x="348" y="310"/>
                </a:lnTo>
                <a:lnTo>
                  <a:pt x="348" y="309"/>
                </a:lnTo>
                <a:lnTo>
                  <a:pt x="348" y="308"/>
                </a:lnTo>
                <a:lnTo>
                  <a:pt x="349" y="308"/>
                </a:lnTo>
                <a:lnTo>
                  <a:pt x="349" y="307"/>
                </a:lnTo>
                <a:lnTo>
                  <a:pt x="349" y="306"/>
                </a:lnTo>
                <a:lnTo>
                  <a:pt x="349" y="305"/>
                </a:lnTo>
                <a:lnTo>
                  <a:pt x="350" y="305"/>
                </a:lnTo>
                <a:lnTo>
                  <a:pt x="351" y="305"/>
                </a:lnTo>
                <a:lnTo>
                  <a:pt x="352" y="305"/>
                </a:lnTo>
                <a:lnTo>
                  <a:pt x="352" y="306"/>
                </a:lnTo>
                <a:lnTo>
                  <a:pt x="353" y="306"/>
                </a:lnTo>
                <a:lnTo>
                  <a:pt x="353" y="307"/>
                </a:lnTo>
                <a:lnTo>
                  <a:pt x="352" y="308"/>
                </a:lnTo>
                <a:lnTo>
                  <a:pt x="353" y="309"/>
                </a:lnTo>
                <a:lnTo>
                  <a:pt x="353" y="310"/>
                </a:lnTo>
                <a:lnTo>
                  <a:pt x="354" y="311"/>
                </a:lnTo>
                <a:lnTo>
                  <a:pt x="355" y="311"/>
                </a:lnTo>
                <a:lnTo>
                  <a:pt x="356" y="311"/>
                </a:lnTo>
                <a:lnTo>
                  <a:pt x="355" y="310"/>
                </a:lnTo>
                <a:lnTo>
                  <a:pt x="356" y="310"/>
                </a:lnTo>
                <a:lnTo>
                  <a:pt x="357" y="310"/>
                </a:lnTo>
                <a:lnTo>
                  <a:pt x="358" y="310"/>
                </a:lnTo>
                <a:lnTo>
                  <a:pt x="358" y="311"/>
                </a:lnTo>
                <a:lnTo>
                  <a:pt x="359" y="311"/>
                </a:lnTo>
                <a:lnTo>
                  <a:pt x="359" y="312"/>
                </a:lnTo>
                <a:lnTo>
                  <a:pt x="360" y="312"/>
                </a:lnTo>
                <a:lnTo>
                  <a:pt x="360" y="313"/>
                </a:lnTo>
                <a:lnTo>
                  <a:pt x="360" y="314"/>
                </a:lnTo>
                <a:lnTo>
                  <a:pt x="359" y="314"/>
                </a:lnTo>
                <a:lnTo>
                  <a:pt x="360" y="314"/>
                </a:lnTo>
                <a:lnTo>
                  <a:pt x="361" y="314"/>
                </a:lnTo>
                <a:lnTo>
                  <a:pt x="360" y="315"/>
                </a:lnTo>
                <a:lnTo>
                  <a:pt x="360" y="316"/>
                </a:lnTo>
                <a:lnTo>
                  <a:pt x="361" y="317"/>
                </a:lnTo>
                <a:lnTo>
                  <a:pt x="360" y="318"/>
                </a:lnTo>
                <a:lnTo>
                  <a:pt x="361" y="318"/>
                </a:lnTo>
                <a:lnTo>
                  <a:pt x="361" y="320"/>
                </a:lnTo>
                <a:lnTo>
                  <a:pt x="362" y="321"/>
                </a:lnTo>
                <a:lnTo>
                  <a:pt x="361" y="323"/>
                </a:lnTo>
                <a:lnTo>
                  <a:pt x="361" y="325"/>
                </a:lnTo>
                <a:lnTo>
                  <a:pt x="361" y="326"/>
                </a:lnTo>
                <a:lnTo>
                  <a:pt x="361" y="329"/>
                </a:lnTo>
                <a:lnTo>
                  <a:pt x="361" y="330"/>
                </a:lnTo>
                <a:lnTo>
                  <a:pt x="360" y="331"/>
                </a:lnTo>
                <a:lnTo>
                  <a:pt x="360" y="332"/>
                </a:lnTo>
                <a:lnTo>
                  <a:pt x="359" y="333"/>
                </a:lnTo>
                <a:lnTo>
                  <a:pt x="359" y="334"/>
                </a:lnTo>
                <a:lnTo>
                  <a:pt x="358" y="334"/>
                </a:lnTo>
                <a:lnTo>
                  <a:pt x="358" y="335"/>
                </a:lnTo>
                <a:lnTo>
                  <a:pt x="357" y="335"/>
                </a:lnTo>
                <a:lnTo>
                  <a:pt x="357" y="336"/>
                </a:lnTo>
                <a:lnTo>
                  <a:pt x="356" y="336"/>
                </a:lnTo>
                <a:lnTo>
                  <a:pt x="355" y="336"/>
                </a:lnTo>
                <a:lnTo>
                  <a:pt x="355" y="337"/>
                </a:lnTo>
                <a:lnTo>
                  <a:pt x="354" y="337"/>
                </a:lnTo>
                <a:lnTo>
                  <a:pt x="353" y="337"/>
                </a:lnTo>
                <a:lnTo>
                  <a:pt x="352" y="337"/>
                </a:lnTo>
                <a:lnTo>
                  <a:pt x="351" y="337"/>
                </a:lnTo>
                <a:lnTo>
                  <a:pt x="351" y="336"/>
                </a:lnTo>
                <a:lnTo>
                  <a:pt x="351" y="335"/>
                </a:lnTo>
                <a:lnTo>
                  <a:pt x="350" y="335"/>
                </a:lnTo>
                <a:lnTo>
                  <a:pt x="349" y="337"/>
                </a:lnTo>
                <a:lnTo>
                  <a:pt x="348" y="339"/>
                </a:lnTo>
                <a:lnTo>
                  <a:pt x="347" y="341"/>
                </a:lnTo>
                <a:lnTo>
                  <a:pt x="347" y="342"/>
                </a:lnTo>
                <a:lnTo>
                  <a:pt x="346" y="344"/>
                </a:lnTo>
                <a:lnTo>
                  <a:pt x="346" y="345"/>
                </a:lnTo>
                <a:lnTo>
                  <a:pt x="346" y="344"/>
                </a:lnTo>
                <a:lnTo>
                  <a:pt x="345" y="344"/>
                </a:lnTo>
                <a:lnTo>
                  <a:pt x="346" y="345"/>
                </a:lnTo>
                <a:lnTo>
                  <a:pt x="347" y="345"/>
                </a:lnTo>
                <a:lnTo>
                  <a:pt x="347" y="346"/>
                </a:lnTo>
                <a:lnTo>
                  <a:pt x="349" y="346"/>
                </a:lnTo>
                <a:lnTo>
                  <a:pt x="350" y="346"/>
                </a:lnTo>
                <a:lnTo>
                  <a:pt x="350" y="347"/>
                </a:lnTo>
                <a:lnTo>
                  <a:pt x="351" y="347"/>
                </a:lnTo>
                <a:lnTo>
                  <a:pt x="352" y="348"/>
                </a:lnTo>
                <a:lnTo>
                  <a:pt x="352" y="349"/>
                </a:lnTo>
                <a:lnTo>
                  <a:pt x="352" y="350"/>
                </a:lnTo>
                <a:lnTo>
                  <a:pt x="353" y="351"/>
                </a:lnTo>
                <a:lnTo>
                  <a:pt x="354" y="351"/>
                </a:lnTo>
                <a:lnTo>
                  <a:pt x="355" y="351"/>
                </a:lnTo>
                <a:lnTo>
                  <a:pt x="356" y="351"/>
                </a:lnTo>
                <a:lnTo>
                  <a:pt x="357" y="351"/>
                </a:lnTo>
                <a:lnTo>
                  <a:pt x="358" y="350"/>
                </a:lnTo>
                <a:lnTo>
                  <a:pt x="359" y="350"/>
                </a:lnTo>
                <a:lnTo>
                  <a:pt x="360" y="350"/>
                </a:lnTo>
                <a:lnTo>
                  <a:pt x="361" y="350"/>
                </a:lnTo>
                <a:lnTo>
                  <a:pt x="361" y="351"/>
                </a:lnTo>
                <a:lnTo>
                  <a:pt x="362" y="351"/>
                </a:lnTo>
                <a:lnTo>
                  <a:pt x="363" y="351"/>
                </a:lnTo>
                <a:lnTo>
                  <a:pt x="364" y="350"/>
                </a:lnTo>
                <a:lnTo>
                  <a:pt x="365" y="350"/>
                </a:lnTo>
                <a:lnTo>
                  <a:pt x="366" y="350"/>
                </a:lnTo>
                <a:lnTo>
                  <a:pt x="367" y="351"/>
                </a:lnTo>
                <a:lnTo>
                  <a:pt x="368" y="350"/>
                </a:lnTo>
                <a:lnTo>
                  <a:pt x="368" y="351"/>
                </a:lnTo>
                <a:lnTo>
                  <a:pt x="369" y="350"/>
                </a:lnTo>
                <a:lnTo>
                  <a:pt x="369" y="351"/>
                </a:lnTo>
                <a:lnTo>
                  <a:pt x="370" y="351"/>
                </a:lnTo>
                <a:lnTo>
                  <a:pt x="370" y="350"/>
                </a:lnTo>
                <a:lnTo>
                  <a:pt x="370" y="351"/>
                </a:lnTo>
                <a:lnTo>
                  <a:pt x="371" y="351"/>
                </a:lnTo>
                <a:lnTo>
                  <a:pt x="372" y="351"/>
                </a:lnTo>
                <a:lnTo>
                  <a:pt x="373" y="351"/>
                </a:lnTo>
                <a:lnTo>
                  <a:pt x="373" y="350"/>
                </a:lnTo>
                <a:lnTo>
                  <a:pt x="374" y="350"/>
                </a:lnTo>
                <a:lnTo>
                  <a:pt x="375" y="351"/>
                </a:lnTo>
                <a:lnTo>
                  <a:pt x="375" y="350"/>
                </a:lnTo>
                <a:lnTo>
                  <a:pt x="375" y="351"/>
                </a:lnTo>
                <a:lnTo>
                  <a:pt x="376" y="351"/>
                </a:lnTo>
                <a:lnTo>
                  <a:pt x="377" y="351"/>
                </a:lnTo>
                <a:lnTo>
                  <a:pt x="377" y="350"/>
                </a:lnTo>
                <a:lnTo>
                  <a:pt x="378" y="350"/>
                </a:lnTo>
                <a:lnTo>
                  <a:pt x="378" y="351"/>
                </a:lnTo>
                <a:lnTo>
                  <a:pt x="379" y="351"/>
                </a:lnTo>
                <a:lnTo>
                  <a:pt x="379" y="350"/>
                </a:lnTo>
                <a:lnTo>
                  <a:pt x="380" y="350"/>
                </a:lnTo>
                <a:lnTo>
                  <a:pt x="381" y="351"/>
                </a:lnTo>
                <a:lnTo>
                  <a:pt x="381" y="350"/>
                </a:lnTo>
                <a:lnTo>
                  <a:pt x="381" y="349"/>
                </a:lnTo>
                <a:lnTo>
                  <a:pt x="382" y="349"/>
                </a:lnTo>
                <a:lnTo>
                  <a:pt x="382" y="348"/>
                </a:lnTo>
                <a:lnTo>
                  <a:pt x="384" y="348"/>
                </a:lnTo>
                <a:lnTo>
                  <a:pt x="384" y="347"/>
                </a:lnTo>
                <a:lnTo>
                  <a:pt x="385" y="347"/>
                </a:lnTo>
                <a:lnTo>
                  <a:pt x="385" y="346"/>
                </a:lnTo>
                <a:lnTo>
                  <a:pt x="386" y="346"/>
                </a:lnTo>
                <a:lnTo>
                  <a:pt x="385" y="345"/>
                </a:lnTo>
                <a:lnTo>
                  <a:pt x="386" y="345"/>
                </a:lnTo>
                <a:lnTo>
                  <a:pt x="387" y="345"/>
                </a:lnTo>
                <a:lnTo>
                  <a:pt x="388" y="345"/>
                </a:lnTo>
                <a:lnTo>
                  <a:pt x="388" y="344"/>
                </a:lnTo>
                <a:lnTo>
                  <a:pt x="389" y="344"/>
                </a:lnTo>
                <a:lnTo>
                  <a:pt x="390" y="344"/>
                </a:lnTo>
                <a:lnTo>
                  <a:pt x="390" y="345"/>
                </a:lnTo>
                <a:lnTo>
                  <a:pt x="390" y="346"/>
                </a:lnTo>
                <a:lnTo>
                  <a:pt x="390" y="347"/>
                </a:lnTo>
                <a:lnTo>
                  <a:pt x="390" y="348"/>
                </a:lnTo>
                <a:lnTo>
                  <a:pt x="390" y="347"/>
                </a:lnTo>
                <a:lnTo>
                  <a:pt x="391" y="347"/>
                </a:lnTo>
                <a:lnTo>
                  <a:pt x="392" y="348"/>
                </a:lnTo>
                <a:lnTo>
                  <a:pt x="393" y="348"/>
                </a:lnTo>
                <a:lnTo>
                  <a:pt x="393" y="349"/>
                </a:lnTo>
                <a:lnTo>
                  <a:pt x="394" y="349"/>
                </a:lnTo>
                <a:lnTo>
                  <a:pt x="394" y="348"/>
                </a:lnTo>
                <a:lnTo>
                  <a:pt x="395" y="348"/>
                </a:lnTo>
                <a:lnTo>
                  <a:pt x="396" y="348"/>
                </a:lnTo>
                <a:lnTo>
                  <a:pt x="396" y="349"/>
                </a:lnTo>
                <a:lnTo>
                  <a:pt x="397" y="349"/>
                </a:lnTo>
                <a:lnTo>
                  <a:pt x="397" y="348"/>
                </a:lnTo>
                <a:lnTo>
                  <a:pt x="398" y="348"/>
                </a:lnTo>
                <a:lnTo>
                  <a:pt x="399" y="347"/>
                </a:lnTo>
                <a:lnTo>
                  <a:pt x="400" y="348"/>
                </a:lnTo>
                <a:lnTo>
                  <a:pt x="401" y="348"/>
                </a:lnTo>
                <a:lnTo>
                  <a:pt x="402" y="348"/>
                </a:lnTo>
                <a:lnTo>
                  <a:pt x="403" y="348"/>
                </a:lnTo>
                <a:lnTo>
                  <a:pt x="402" y="347"/>
                </a:lnTo>
                <a:lnTo>
                  <a:pt x="403" y="346"/>
                </a:lnTo>
                <a:lnTo>
                  <a:pt x="403" y="345"/>
                </a:lnTo>
                <a:lnTo>
                  <a:pt x="403" y="344"/>
                </a:lnTo>
                <a:lnTo>
                  <a:pt x="404" y="344"/>
                </a:lnTo>
                <a:lnTo>
                  <a:pt x="405" y="345"/>
                </a:lnTo>
                <a:lnTo>
                  <a:pt x="405" y="346"/>
                </a:lnTo>
                <a:lnTo>
                  <a:pt x="405" y="347"/>
                </a:lnTo>
                <a:lnTo>
                  <a:pt x="406" y="347"/>
                </a:lnTo>
                <a:lnTo>
                  <a:pt x="406" y="348"/>
                </a:lnTo>
                <a:lnTo>
                  <a:pt x="405" y="348"/>
                </a:lnTo>
                <a:lnTo>
                  <a:pt x="405" y="349"/>
                </a:lnTo>
                <a:lnTo>
                  <a:pt x="406" y="349"/>
                </a:lnTo>
                <a:lnTo>
                  <a:pt x="405" y="350"/>
                </a:lnTo>
                <a:lnTo>
                  <a:pt x="404" y="351"/>
                </a:lnTo>
                <a:lnTo>
                  <a:pt x="405" y="351"/>
                </a:lnTo>
                <a:lnTo>
                  <a:pt x="404" y="351"/>
                </a:lnTo>
                <a:lnTo>
                  <a:pt x="404" y="352"/>
                </a:lnTo>
                <a:lnTo>
                  <a:pt x="405" y="352"/>
                </a:lnTo>
                <a:lnTo>
                  <a:pt x="405" y="353"/>
                </a:lnTo>
                <a:lnTo>
                  <a:pt x="404" y="353"/>
                </a:lnTo>
                <a:lnTo>
                  <a:pt x="404" y="354"/>
                </a:lnTo>
                <a:lnTo>
                  <a:pt x="404" y="355"/>
                </a:lnTo>
                <a:lnTo>
                  <a:pt x="405" y="355"/>
                </a:lnTo>
                <a:lnTo>
                  <a:pt x="406" y="355"/>
                </a:lnTo>
                <a:lnTo>
                  <a:pt x="406" y="356"/>
                </a:lnTo>
                <a:lnTo>
                  <a:pt x="406" y="355"/>
                </a:lnTo>
                <a:lnTo>
                  <a:pt x="407" y="355"/>
                </a:lnTo>
                <a:lnTo>
                  <a:pt x="407" y="354"/>
                </a:lnTo>
                <a:lnTo>
                  <a:pt x="408" y="355"/>
                </a:lnTo>
                <a:lnTo>
                  <a:pt x="409" y="355"/>
                </a:lnTo>
                <a:lnTo>
                  <a:pt x="408" y="355"/>
                </a:lnTo>
                <a:lnTo>
                  <a:pt x="407" y="355"/>
                </a:lnTo>
                <a:lnTo>
                  <a:pt x="407" y="356"/>
                </a:lnTo>
                <a:lnTo>
                  <a:pt x="407" y="357"/>
                </a:lnTo>
                <a:lnTo>
                  <a:pt x="406" y="357"/>
                </a:lnTo>
                <a:lnTo>
                  <a:pt x="407" y="358"/>
                </a:lnTo>
                <a:lnTo>
                  <a:pt x="408" y="357"/>
                </a:lnTo>
                <a:lnTo>
                  <a:pt x="407" y="357"/>
                </a:lnTo>
                <a:lnTo>
                  <a:pt x="408" y="357"/>
                </a:lnTo>
                <a:lnTo>
                  <a:pt x="408" y="356"/>
                </a:lnTo>
                <a:lnTo>
                  <a:pt x="409" y="356"/>
                </a:lnTo>
                <a:lnTo>
                  <a:pt x="409" y="357"/>
                </a:lnTo>
                <a:lnTo>
                  <a:pt x="410" y="357"/>
                </a:lnTo>
                <a:lnTo>
                  <a:pt x="410" y="356"/>
                </a:lnTo>
                <a:lnTo>
                  <a:pt x="411" y="356"/>
                </a:lnTo>
                <a:lnTo>
                  <a:pt x="410" y="356"/>
                </a:lnTo>
                <a:lnTo>
                  <a:pt x="410" y="357"/>
                </a:lnTo>
                <a:lnTo>
                  <a:pt x="411" y="357"/>
                </a:lnTo>
                <a:lnTo>
                  <a:pt x="412" y="357"/>
                </a:lnTo>
                <a:lnTo>
                  <a:pt x="412" y="358"/>
                </a:lnTo>
                <a:lnTo>
                  <a:pt x="413" y="358"/>
                </a:lnTo>
                <a:lnTo>
                  <a:pt x="413" y="359"/>
                </a:lnTo>
                <a:lnTo>
                  <a:pt x="414" y="359"/>
                </a:lnTo>
                <a:lnTo>
                  <a:pt x="415" y="359"/>
                </a:lnTo>
                <a:lnTo>
                  <a:pt x="416" y="359"/>
                </a:lnTo>
                <a:lnTo>
                  <a:pt x="416" y="358"/>
                </a:lnTo>
                <a:lnTo>
                  <a:pt x="417" y="358"/>
                </a:lnTo>
                <a:lnTo>
                  <a:pt x="418" y="359"/>
                </a:lnTo>
                <a:lnTo>
                  <a:pt x="419" y="358"/>
                </a:lnTo>
                <a:lnTo>
                  <a:pt x="420" y="358"/>
                </a:lnTo>
                <a:lnTo>
                  <a:pt x="420" y="359"/>
                </a:lnTo>
                <a:lnTo>
                  <a:pt x="421" y="359"/>
                </a:lnTo>
                <a:lnTo>
                  <a:pt x="421" y="360"/>
                </a:lnTo>
                <a:lnTo>
                  <a:pt x="422" y="360"/>
                </a:lnTo>
                <a:lnTo>
                  <a:pt x="422" y="361"/>
                </a:lnTo>
                <a:lnTo>
                  <a:pt x="423" y="361"/>
                </a:lnTo>
                <a:lnTo>
                  <a:pt x="424" y="361"/>
                </a:lnTo>
                <a:lnTo>
                  <a:pt x="424" y="362"/>
                </a:lnTo>
                <a:lnTo>
                  <a:pt x="423" y="362"/>
                </a:lnTo>
                <a:lnTo>
                  <a:pt x="423" y="363"/>
                </a:lnTo>
                <a:lnTo>
                  <a:pt x="424" y="363"/>
                </a:lnTo>
                <a:lnTo>
                  <a:pt x="424" y="364"/>
                </a:lnTo>
                <a:lnTo>
                  <a:pt x="424" y="363"/>
                </a:lnTo>
                <a:lnTo>
                  <a:pt x="425" y="363"/>
                </a:lnTo>
                <a:lnTo>
                  <a:pt x="425" y="364"/>
                </a:lnTo>
                <a:lnTo>
                  <a:pt x="425" y="363"/>
                </a:lnTo>
                <a:lnTo>
                  <a:pt x="426" y="364"/>
                </a:lnTo>
                <a:lnTo>
                  <a:pt x="427" y="364"/>
                </a:lnTo>
                <a:lnTo>
                  <a:pt x="426" y="363"/>
                </a:lnTo>
                <a:lnTo>
                  <a:pt x="426" y="362"/>
                </a:lnTo>
                <a:lnTo>
                  <a:pt x="427" y="362"/>
                </a:lnTo>
                <a:lnTo>
                  <a:pt x="427" y="361"/>
                </a:lnTo>
                <a:lnTo>
                  <a:pt x="428" y="361"/>
                </a:lnTo>
                <a:lnTo>
                  <a:pt x="428" y="362"/>
                </a:lnTo>
                <a:lnTo>
                  <a:pt x="428" y="363"/>
                </a:lnTo>
                <a:lnTo>
                  <a:pt x="429" y="363"/>
                </a:lnTo>
                <a:lnTo>
                  <a:pt x="430" y="363"/>
                </a:lnTo>
                <a:lnTo>
                  <a:pt x="429" y="363"/>
                </a:lnTo>
                <a:lnTo>
                  <a:pt x="429" y="364"/>
                </a:lnTo>
                <a:lnTo>
                  <a:pt x="430" y="364"/>
                </a:lnTo>
                <a:lnTo>
                  <a:pt x="429" y="364"/>
                </a:lnTo>
                <a:lnTo>
                  <a:pt x="429" y="365"/>
                </a:lnTo>
                <a:lnTo>
                  <a:pt x="429" y="366"/>
                </a:lnTo>
                <a:lnTo>
                  <a:pt x="428" y="366"/>
                </a:lnTo>
                <a:lnTo>
                  <a:pt x="428" y="367"/>
                </a:lnTo>
                <a:lnTo>
                  <a:pt x="429" y="367"/>
                </a:lnTo>
                <a:lnTo>
                  <a:pt x="428" y="368"/>
                </a:lnTo>
                <a:lnTo>
                  <a:pt x="429" y="368"/>
                </a:lnTo>
                <a:lnTo>
                  <a:pt x="428" y="369"/>
                </a:lnTo>
                <a:lnTo>
                  <a:pt x="429" y="369"/>
                </a:lnTo>
                <a:lnTo>
                  <a:pt x="429" y="370"/>
                </a:lnTo>
                <a:lnTo>
                  <a:pt x="428" y="371"/>
                </a:lnTo>
                <a:lnTo>
                  <a:pt x="428" y="372"/>
                </a:lnTo>
                <a:lnTo>
                  <a:pt x="429" y="372"/>
                </a:lnTo>
                <a:lnTo>
                  <a:pt x="429" y="373"/>
                </a:lnTo>
                <a:lnTo>
                  <a:pt x="429" y="374"/>
                </a:lnTo>
                <a:lnTo>
                  <a:pt x="428" y="374"/>
                </a:lnTo>
                <a:lnTo>
                  <a:pt x="427" y="374"/>
                </a:lnTo>
                <a:lnTo>
                  <a:pt x="427" y="375"/>
                </a:lnTo>
                <a:lnTo>
                  <a:pt x="427" y="376"/>
                </a:lnTo>
                <a:lnTo>
                  <a:pt x="426" y="376"/>
                </a:lnTo>
                <a:lnTo>
                  <a:pt x="425" y="377"/>
                </a:lnTo>
                <a:lnTo>
                  <a:pt x="425" y="378"/>
                </a:lnTo>
                <a:lnTo>
                  <a:pt x="424" y="378"/>
                </a:lnTo>
                <a:lnTo>
                  <a:pt x="424" y="379"/>
                </a:lnTo>
                <a:lnTo>
                  <a:pt x="425" y="379"/>
                </a:lnTo>
                <a:lnTo>
                  <a:pt x="425" y="380"/>
                </a:lnTo>
                <a:lnTo>
                  <a:pt x="424" y="380"/>
                </a:lnTo>
                <a:lnTo>
                  <a:pt x="424" y="381"/>
                </a:lnTo>
                <a:lnTo>
                  <a:pt x="424" y="382"/>
                </a:lnTo>
                <a:lnTo>
                  <a:pt x="425" y="382"/>
                </a:lnTo>
                <a:lnTo>
                  <a:pt x="424" y="382"/>
                </a:lnTo>
                <a:lnTo>
                  <a:pt x="423" y="383"/>
                </a:lnTo>
                <a:lnTo>
                  <a:pt x="422" y="383"/>
                </a:lnTo>
                <a:lnTo>
                  <a:pt x="422" y="384"/>
                </a:lnTo>
                <a:lnTo>
                  <a:pt x="423" y="384"/>
                </a:lnTo>
                <a:lnTo>
                  <a:pt x="422" y="384"/>
                </a:lnTo>
                <a:lnTo>
                  <a:pt x="422" y="385"/>
                </a:lnTo>
                <a:lnTo>
                  <a:pt x="422" y="386"/>
                </a:lnTo>
                <a:lnTo>
                  <a:pt x="422" y="387"/>
                </a:lnTo>
                <a:lnTo>
                  <a:pt x="422" y="388"/>
                </a:lnTo>
                <a:lnTo>
                  <a:pt x="422" y="389"/>
                </a:lnTo>
                <a:lnTo>
                  <a:pt x="423" y="389"/>
                </a:lnTo>
                <a:lnTo>
                  <a:pt x="424" y="390"/>
                </a:lnTo>
                <a:lnTo>
                  <a:pt x="423" y="391"/>
                </a:lnTo>
                <a:lnTo>
                  <a:pt x="424" y="391"/>
                </a:lnTo>
                <a:lnTo>
                  <a:pt x="424" y="392"/>
                </a:lnTo>
                <a:lnTo>
                  <a:pt x="423" y="392"/>
                </a:lnTo>
                <a:lnTo>
                  <a:pt x="422" y="392"/>
                </a:lnTo>
                <a:lnTo>
                  <a:pt x="422" y="393"/>
                </a:lnTo>
                <a:lnTo>
                  <a:pt x="421" y="393"/>
                </a:lnTo>
                <a:lnTo>
                  <a:pt x="421" y="394"/>
                </a:lnTo>
                <a:lnTo>
                  <a:pt x="421" y="395"/>
                </a:lnTo>
                <a:lnTo>
                  <a:pt x="420" y="395"/>
                </a:lnTo>
                <a:lnTo>
                  <a:pt x="420" y="396"/>
                </a:lnTo>
                <a:lnTo>
                  <a:pt x="419" y="397"/>
                </a:lnTo>
                <a:lnTo>
                  <a:pt x="419" y="398"/>
                </a:lnTo>
                <a:lnTo>
                  <a:pt x="418" y="398"/>
                </a:lnTo>
                <a:lnTo>
                  <a:pt x="417" y="398"/>
                </a:lnTo>
                <a:lnTo>
                  <a:pt x="416" y="398"/>
                </a:lnTo>
                <a:lnTo>
                  <a:pt x="416" y="397"/>
                </a:lnTo>
                <a:lnTo>
                  <a:pt x="415" y="398"/>
                </a:lnTo>
                <a:lnTo>
                  <a:pt x="415" y="399"/>
                </a:lnTo>
                <a:lnTo>
                  <a:pt x="415" y="400"/>
                </a:lnTo>
                <a:lnTo>
                  <a:pt x="416" y="401"/>
                </a:lnTo>
                <a:lnTo>
                  <a:pt x="415" y="401"/>
                </a:lnTo>
                <a:lnTo>
                  <a:pt x="415" y="402"/>
                </a:lnTo>
                <a:lnTo>
                  <a:pt x="416" y="403"/>
                </a:lnTo>
                <a:lnTo>
                  <a:pt x="416" y="404"/>
                </a:lnTo>
                <a:lnTo>
                  <a:pt x="415" y="405"/>
                </a:lnTo>
                <a:lnTo>
                  <a:pt x="414" y="406"/>
                </a:lnTo>
                <a:lnTo>
                  <a:pt x="414" y="407"/>
                </a:lnTo>
                <a:lnTo>
                  <a:pt x="413" y="408"/>
                </a:lnTo>
                <a:lnTo>
                  <a:pt x="412" y="408"/>
                </a:lnTo>
                <a:lnTo>
                  <a:pt x="412" y="409"/>
                </a:lnTo>
                <a:lnTo>
                  <a:pt x="412" y="410"/>
                </a:lnTo>
                <a:lnTo>
                  <a:pt x="412" y="411"/>
                </a:lnTo>
                <a:lnTo>
                  <a:pt x="411" y="411"/>
                </a:lnTo>
                <a:lnTo>
                  <a:pt x="410" y="411"/>
                </a:lnTo>
                <a:lnTo>
                  <a:pt x="409" y="411"/>
                </a:lnTo>
                <a:lnTo>
                  <a:pt x="408" y="411"/>
                </a:lnTo>
                <a:lnTo>
                  <a:pt x="408" y="410"/>
                </a:lnTo>
                <a:lnTo>
                  <a:pt x="408" y="409"/>
                </a:lnTo>
                <a:lnTo>
                  <a:pt x="408" y="408"/>
                </a:lnTo>
                <a:lnTo>
                  <a:pt x="407" y="407"/>
                </a:lnTo>
                <a:lnTo>
                  <a:pt x="406" y="407"/>
                </a:lnTo>
                <a:lnTo>
                  <a:pt x="405" y="407"/>
                </a:lnTo>
                <a:lnTo>
                  <a:pt x="405" y="408"/>
                </a:lnTo>
                <a:lnTo>
                  <a:pt x="404" y="408"/>
                </a:lnTo>
                <a:lnTo>
                  <a:pt x="404" y="409"/>
                </a:lnTo>
                <a:lnTo>
                  <a:pt x="403" y="409"/>
                </a:lnTo>
                <a:lnTo>
                  <a:pt x="402" y="409"/>
                </a:lnTo>
                <a:lnTo>
                  <a:pt x="402" y="410"/>
                </a:lnTo>
                <a:lnTo>
                  <a:pt x="402" y="411"/>
                </a:lnTo>
                <a:lnTo>
                  <a:pt x="401" y="411"/>
                </a:lnTo>
                <a:lnTo>
                  <a:pt x="401" y="412"/>
                </a:lnTo>
                <a:lnTo>
                  <a:pt x="401" y="413"/>
                </a:lnTo>
                <a:lnTo>
                  <a:pt x="400" y="413"/>
                </a:lnTo>
                <a:lnTo>
                  <a:pt x="400" y="414"/>
                </a:lnTo>
                <a:lnTo>
                  <a:pt x="399" y="414"/>
                </a:lnTo>
                <a:lnTo>
                  <a:pt x="398" y="414"/>
                </a:lnTo>
                <a:lnTo>
                  <a:pt x="397" y="414"/>
                </a:lnTo>
                <a:lnTo>
                  <a:pt x="396" y="414"/>
                </a:lnTo>
                <a:lnTo>
                  <a:pt x="395" y="414"/>
                </a:lnTo>
                <a:lnTo>
                  <a:pt x="394" y="414"/>
                </a:lnTo>
                <a:lnTo>
                  <a:pt x="393" y="414"/>
                </a:lnTo>
                <a:lnTo>
                  <a:pt x="393" y="415"/>
                </a:lnTo>
                <a:lnTo>
                  <a:pt x="394" y="416"/>
                </a:lnTo>
                <a:lnTo>
                  <a:pt x="395" y="416"/>
                </a:lnTo>
                <a:lnTo>
                  <a:pt x="395" y="417"/>
                </a:lnTo>
                <a:lnTo>
                  <a:pt x="396" y="418"/>
                </a:lnTo>
                <a:lnTo>
                  <a:pt x="396" y="419"/>
                </a:lnTo>
                <a:lnTo>
                  <a:pt x="395" y="419"/>
                </a:lnTo>
                <a:lnTo>
                  <a:pt x="394" y="419"/>
                </a:lnTo>
                <a:lnTo>
                  <a:pt x="394" y="420"/>
                </a:lnTo>
                <a:lnTo>
                  <a:pt x="394" y="421"/>
                </a:lnTo>
                <a:lnTo>
                  <a:pt x="393" y="421"/>
                </a:lnTo>
                <a:lnTo>
                  <a:pt x="393" y="422"/>
                </a:lnTo>
                <a:lnTo>
                  <a:pt x="394" y="422"/>
                </a:lnTo>
                <a:lnTo>
                  <a:pt x="394" y="423"/>
                </a:lnTo>
                <a:lnTo>
                  <a:pt x="395" y="423"/>
                </a:lnTo>
                <a:lnTo>
                  <a:pt x="395" y="424"/>
                </a:lnTo>
                <a:lnTo>
                  <a:pt x="396" y="425"/>
                </a:lnTo>
                <a:lnTo>
                  <a:pt x="397" y="425"/>
                </a:lnTo>
                <a:lnTo>
                  <a:pt x="398" y="425"/>
                </a:lnTo>
                <a:lnTo>
                  <a:pt x="398" y="424"/>
                </a:lnTo>
                <a:lnTo>
                  <a:pt x="399" y="424"/>
                </a:lnTo>
                <a:lnTo>
                  <a:pt x="400" y="423"/>
                </a:lnTo>
                <a:lnTo>
                  <a:pt x="400" y="422"/>
                </a:lnTo>
                <a:lnTo>
                  <a:pt x="402" y="422"/>
                </a:lnTo>
                <a:lnTo>
                  <a:pt x="401" y="423"/>
                </a:lnTo>
                <a:lnTo>
                  <a:pt x="401" y="424"/>
                </a:lnTo>
                <a:lnTo>
                  <a:pt x="402" y="424"/>
                </a:lnTo>
                <a:lnTo>
                  <a:pt x="402" y="425"/>
                </a:lnTo>
                <a:lnTo>
                  <a:pt x="402" y="426"/>
                </a:lnTo>
                <a:lnTo>
                  <a:pt x="402" y="427"/>
                </a:lnTo>
                <a:lnTo>
                  <a:pt x="401" y="427"/>
                </a:lnTo>
                <a:lnTo>
                  <a:pt x="401" y="428"/>
                </a:lnTo>
                <a:lnTo>
                  <a:pt x="402" y="428"/>
                </a:lnTo>
                <a:lnTo>
                  <a:pt x="402" y="429"/>
                </a:lnTo>
                <a:lnTo>
                  <a:pt x="402" y="430"/>
                </a:lnTo>
                <a:lnTo>
                  <a:pt x="402" y="431"/>
                </a:lnTo>
                <a:lnTo>
                  <a:pt x="402" y="432"/>
                </a:lnTo>
                <a:lnTo>
                  <a:pt x="403" y="432"/>
                </a:lnTo>
                <a:lnTo>
                  <a:pt x="403" y="433"/>
                </a:lnTo>
                <a:lnTo>
                  <a:pt x="404" y="433"/>
                </a:lnTo>
                <a:lnTo>
                  <a:pt x="403" y="434"/>
                </a:lnTo>
                <a:lnTo>
                  <a:pt x="404" y="434"/>
                </a:lnTo>
                <a:lnTo>
                  <a:pt x="404" y="435"/>
                </a:lnTo>
                <a:lnTo>
                  <a:pt x="404" y="436"/>
                </a:lnTo>
                <a:lnTo>
                  <a:pt x="404" y="437"/>
                </a:lnTo>
                <a:lnTo>
                  <a:pt x="405" y="437"/>
                </a:lnTo>
                <a:lnTo>
                  <a:pt x="405" y="436"/>
                </a:lnTo>
                <a:lnTo>
                  <a:pt x="405" y="437"/>
                </a:lnTo>
                <a:lnTo>
                  <a:pt x="405" y="438"/>
                </a:lnTo>
                <a:lnTo>
                  <a:pt x="407" y="438"/>
                </a:lnTo>
                <a:lnTo>
                  <a:pt x="408" y="438"/>
                </a:lnTo>
                <a:lnTo>
                  <a:pt x="408" y="439"/>
                </a:lnTo>
                <a:lnTo>
                  <a:pt x="408" y="440"/>
                </a:lnTo>
                <a:lnTo>
                  <a:pt x="407" y="440"/>
                </a:lnTo>
                <a:lnTo>
                  <a:pt x="406" y="440"/>
                </a:lnTo>
                <a:lnTo>
                  <a:pt x="406" y="441"/>
                </a:lnTo>
                <a:lnTo>
                  <a:pt x="405" y="441"/>
                </a:lnTo>
                <a:lnTo>
                  <a:pt x="404" y="441"/>
                </a:lnTo>
                <a:lnTo>
                  <a:pt x="403" y="441"/>
                </a:lnTo>
                <a:lnTo>
                  <a:pt x="403" y="440"/>
                </a:lnTo>
                <a:lnTo>
                  <a:pt x="402" y="440"/>
                </a:lnTo>
                <a:lnTo>
                  <a:pt x="402" y="439"/>
                </a:lnTo>
                <a:lnTo>
                  <a:pt x="401" y="439"/>
                </a:lnTo>
                <a:lnTo>
                  <a:pt x="400" y="439"/>
                </a:lnTo>
                <a:lnTo>
                  <a:pt x="400" y="440"/>
                </a:lnTo>
                <a:lnTo>
                  <a:pt x="399" y="440"/>
                </a:lnTo>
                <a:lnTo>
                  <a:pt x="399" y="441"/>
                </a:lnTo>
                <a:lnTo>
                  <a:pt x="398" y="441"/>
                </a:lnTo>
                <a:lnTo>
                  <a:pt x="397" y="442"/>
                </a:lnTo>
                <a:lnTo>
                  <a:pt x="396" y="442"/>
                </a:lnTo>
                <a:lnTo>
                  <a:pt x="395" y="443"/>
                </a:lnTo>
                <a:lnTo>
                  <a:pt x="395" y="442"/>
                </a:lnTo>
                <a:lnTo>
                  <a:pt x="394" y="442"/>
                </a:lnTo>
                <a:lnTo>
                  <a:pt x="394" y="443"/>
                </a:lnTo>
                <a:lnTo>
                  <a:pt x="394" y="444"/>
                </a:lnTo>
                <a:lnTo>
                  <a:pt x="394" y="445"/>
                </a:lnTo>
                <a:lnTo>
                  <a:pt x="394" y="446"/>
                </a:lnTo>
                <a:lnTo>
                  <a:pt x="393" y="446"/>
                </a:lnTo>
                <a:lnTo>
                  <a:pt x="393" y="447"/>
                </a:lnTo>
                <a:lnTo>
                  <a:pt x="392" y="447"/>
                </a:lnTo>
                <a:lnTo>
                  <a:pt x="392" y="448"/>
                </a:lnTo>
                <a:lnTo>
                  <a:pt x="392" y="447"/>
                </a:lnTo>
                <a:lnTo>
                  <a:pt x="392" y="446"/>
                </a:lnTo>
                <a:lnTo>
                  <a:pt x="391" y="447"/>
                </a:lnTo>
                <a:lnTo>
                  <a:pt x="391" y="446"/>
                </a:lnTo>
                <a:lnTo>
                  <a:pt x="390" y="446"/>
                </a:lnTo>
                <a:lnTo>
                  <a:pt x="391" y="446"/>
                </a:lnTo>
                <a:lnTo>
                  <a:pt x="391" y="447"/>
                </a:lnTo>
                <a:lnTo>
                  <a:pt x="390" y="447"/>
                </a:lnTo>
                <a:lnTo>
                  <a:pt x="389" y="447"/>
                </a:lnTo>
                <a:lnTo>
                  <a:pt x="388" y="447"/>
                </a:lnTo>
                <a:lnTo>
                  <a:pt x="387" y="447"/>
                </a:lnTo>
                <a:lnTo>
                  <a:pt x="387" y="446"/>
                </a:lnTo>
                <a:lnTo>
                  <a:pt x="386" y="447"/>
                </a:lnTo>
                <a:lnTo>
                  <a:pt x="386" y="446"/>
                </a:lnTo>
                <a:lnTo>
                  <a:pt x="385" y="446"/>
                </a:lnTo>
                <a:lnTo>
                  <a:pt x="384" y="446"/>
                </a:lnTo>
                <a:lnTo>
                  <a:pt x="383" y="446"/>
                </a:lnTo>
                <a:lnTo>
                  <a:pt x="383" y="445"/>
                </a:lnTo>
                <a:lnTo>
                  <a:pt x="382" y="445"/>
                </a:lnTo>
                <a:lnTo>
                  <a:pt x="381" y="445"/>
                </a:lnTo>
                <a:lnTo>
                  <a:pt x="380" y="444"/>
                </a:lnTo>
                <a:lnTo>
                  <a:pt x="379" y="444"/>
                </a:lnTo>
                <a:lnTo>
                  <a:pt x="378" y="445"/>
                </a:lnTo>
                <a:lnTo>
                  <a:pt x="378" y="446"/>
                </a:lnTo>
                <a:lnTo>
                  <a:pt x="377" y="446"/>
                </a:lnTo>
                <a:lnTo>
                  <a:pt x="376" y="446"/>
                </a:lnTo>
                <a:lnTo>
                  <a:pt x="376" y="445"/>
                </a:lnTo>
                <a:lnTo>
                  <a:pt x="375" y="445"/>
                </a:lnTo>
                <a:lnTo>
                  <a:pt x="375" y="444"/>
                </a:lnTo>
                <a:lnTo>
                  <a:pt x="375" y="443"/>
                </a:lnTo>
                <a:lnTo>
                  <a:pt x="374" y="443"/>
                </a:lnTo>
                <a:lnTo>
                  <a:pt x="373" y="443"/>
                </a:lnTo>
                <a:lnTo>
                  <a:pt x="373" y="444"/>
                </a:lnTo>
                <a:lnTo>
                  <a:pt x="372" y="444"/>
                </a:lnTo>
                <a:lnTo>
                  <a:pt x="372" y="443"/>
                </a:lnTo>
                <a:lnTo>
                  <a:pt x="371" y="443"/>
                </a:lnTo>
                <a:lnTo>
                  <a:pt x="371" y="442"/>
                </a:lnTo>
                <a:lnTo>
                  <a:pt x="371" y="441"/>
                </a:lnTo>
                <a:lnTo>
                  <a:pt x="370" y="441"/>
                </a:lnTo>
                <a:lnTo>
                  <a:pt x="370" y="442"/>
                </a:lnTo>
                <a:lnTo>
                  <a:pt x="369" y="442"/>
                </a:lnTo>
                <a:lnTo>
                  <a:pt x="369" y="441"/>
                </a:lnTo>
                <a:lnTo>
                  <a:pt x="368" y="441"/>
                </a:lnTo>
                <a:lnTo>
                  <a:pt x="368" y="442"/>
                </a:lnTo>
                <a:lnTo>
                  <a:pt x="368" y="441"/>
                </a:lnTo>
                <a:lnTo>
                  <a:pt x="368" y="440"/>
                </a:lnTo>
                <a:lnTo>
                  <a:pt x="367" y="441"/>
                </a:lnTo>
                <a:lnTo>
                  <a:pt x="366" y="441"/>
                </a:lnTo>
                <a:lnTo>
                  <a:pt x="366" y="442"/>
                </a:lnTo>
                <a:lnTo>
                  <a:pt x="365" y="442"/>
                </a:lnTo>
                <a:lnTo>
                  <a:pt x="364" y="443"/>
                </a:lnTo>
                <a:lnTo>
                  <a:pt x="363" y="443"/>
                </a:lnTo>
                <a:lnTo>
                  <a:pt x="363" y="444"/>
                </a:lnTo>
                <a:lnTo>
                  <a:pt x="362" y="445"/>
                </a:lnTo>
                <a:lnTo>
                  <a:pt x="361" y="445"/>
                </a:lnTo>
                <a:lnTo>
                  <a:pt x="361" y="446"/>
                </a:lnTo>
                <a:lnTo>
                  <a:pt x="361" y="447"/>
                </a:lnTo>
                <a:lnTo>
                  <a:pt x="361" y="448"/>
                </a:lnTo>
                <a:lnTo>
                  <a:pt x="361" y="449"/>
                </a:lnTo>
                <a:lnTo>
                  <a:pt x="362" y="450"/>
                </a:lnTo>
                <a:lnTo>
                  <a:pt x="362" y="451"/>
                </a:lnTo>
                <a:lnTo>
                  <a:pt x="361" y="451"/>
                </a:lnTo>
                <a:lnTo>
                  <a:pt x="361" y="452"/>
                </a:lnTo>
                <a:lnTo>
                  <a:pt x="362" y="453"/>
                </a:lnTo>
                <a:lnTo>
                  <a:pt x="362" y="454"/>
                </a:lnTo>
                <a:lnTo>
                  <a:pt x="363" y="454"/>
                </a:lnTo>
                <a:lnTo>
                  <a:pt x="363" y="455"/>
                </a:lnTo>
                <a:lnTo>
                  <a:pt x="364" y="455"/>
                </a:lnTo>
                <a:lnTo>
                  <a:pt x="365" y="455"/>
                </a:lnTo>
                <a:lnTo>
                  <a:pt x="365" y="456"/>
                </a:lnTo>
                <a:lnTo>
                  <a:pt x="366" y="456"/>
                </a:lnTo>
                <a:lnTo>
                  <a:pt x="365" y="456"/>
                </a:lnTo>
                <a:lnTo>
                  <a:pt x="365" y="457"/>
                </a:lnTo>
                <a:lnTo>
                  <a:pt x="364" y="457"/>
                </a:lnTo>
                <a:lnTo>
                  <a:pt x="363" y="457"/>
                </a:lnTo>
                <a:lnTo>
                  <a:pt x="363" y="458"/>
                </a:lnTo>
                <a:lnTo>
                  <a:pt x="363" y="459"/>
                </a:lnTo>
                <a:lnTo>
                  <a:pt x="363" y="458"/>
                </a:lnTo>
                <a:lnTo>
                  <a:pt x="362" y="458"/>
                </a:lnTo>
                <a:lnTo>
                  <a:pt x="362" y="459"/>
                </a:lnTo>
                <a:lnTo>
                  <a:pt x="361" y="459"/>
                </a:lnTo>
                <a:lnTo>
                  <a:pt x="360" y="460"/>
                </a:lnTo>
                <a:lnTo>
                  <a:pt x="359" y="460"/>
                </a:lnTo>
                <a:lnTo>
                  <a:pt x="358" y="460"/>
                </a:lnTo>
                <a:lnTo>
                  <a:pt x="358" y="461"/>
                </a:lnTo>
                <a:lnTo>
                  <a:pt x="359" y="461"/>
                </a:lnTo>
                <a:lnTo>
                  <a:pt x="359" y="462"/>
                </a:lnTo>
                <a:lnTo>
                  <a:pt x="359" y="463"/>
                </a:lnTo>
                <a:lnTo>
                  <a:pt x="360" y="463"/>
                </a:lnTo>
                <a:lnTo>
                  <a:pt x="361" y="463"/>
                </a:lnTo>
                <a:lnTo>
                  <a:pt x="361" y="462"/>
                </a:lnTo>
                <a:lnTo>
                  <a:pt x="362" y="462"/>
                </a:lnTo>
                <a:lnTo>
                  <a:pt x="363" y="462"/>
                </a:lnTo>
                <a:lnTo>
                  <a:pt x="363" y="463"/>
                </a:lnTo>
                <a:lnTo>
                  <a:pt x="362" y="464"/>
                </a:lnTo>
                <a:lnTo>
                  <a:pt x="361" y="464"/>
                </a:lnTo>
                <a:lnTo>
                  <a:pt x="360" y="463"/>
                </a:lnTo>
                <a:lnTo>
                  <a:pt x="359" y="463"/>
                </a:lnTo>
                <a:lnTo>
                  <a:pt x="359" y="464"/>
                </a:lnTo>
                <a:lnTo>
                  <a:pt x="359" y="465"/>
                </a:lnTo>
                <a:lnTo>
                  <a:pt x="360" y="465"/>
                </a:lnTo>
                <a:lnTo>
                  <a:pt x="359" y="465"/>
                </a:lnTo>
                <a:lnTo>
                  <a:pt x="359" y="466"/>
                </a:lnTo>
                <a:lnTo>
                  <a:pt x="360" y="466"/>
                </a:lnTo>
                <a:lnTo>
                  <a:pt x="360" y="467"/>
                </a:lnTo>
                <a:lnTo>
                  <a:pt x="361" y="467"/>
                </a:lnTo>
                <a:lnTo>
                  <a:pt x="361" y="468"/>
                </a:lnTo>
                <a:lnTo>
                  <a:pt x="361" y="469"/>
                </a:lnTo>
                <a:lnTo>
                  <a:pt x="362" y="469"/>
                </a:lnTo>
                <a:lnTo>
                  <a:pt x="362" y="470"/>
                </a:lnTo>
                <a:lnTo>
                  <a:pt x="362" y="471"/>
                </a:lnTo>
                <a:lnTo>
                  <a:pt x="362" y="472"/>
                </a:lnTo>
                <a:lnTo>
                  <a:pt x="362" y="473"/>
                </a:lnTo>
                <a:lnTo>
                  <a:pt x="362" y="474"/>
                </a:lnTo>
                <a:lnTo>
                  <a:pt x="363" y="474"/>
                </a:lnTo>
                <a:lnTo>
                  <a:pt x="363" y="475"/>
                </a:lnTo>
                <a:lnTo>
                  <a:pt x="362" y="476"/>
                </a:lnTo>
                <a:lnTo>
                  <a:pt x="362" y="477"/>
                </a:lnTo>
                <a:lnTo>
                  <a:pt x="362" y="478"/>
                </a:lnTo>
                <a:lnTo>
                  <a:pt x="363" y="479"/>
                </a:lnTo>
                <a:lnTo>
                  <a:pt x="362" y="480"/>
                </a:lnTo>
                <a:lnTo>
                  <a:pt x="362" y="481"/>
                </a:lnTo>
                <a:lnTo>
                  <a:pt x="362" y="482"/>
                </a:lnTo>
                <a:lnTo>
                  <a:pt x="362" y="484"/>
                </a:lnTo>
                <a:lnTo>
                  <a:pt x="361" y="483"/>
                </a:lnTo>
                <a:lnTo>
                  <a:pt x="361" y="482"/>
                </a:lnTo>
                <a:lnTo>
                  <a:pt x="360" y="482"/>
                </a:lnTo>
                <a:lnTo>
                  <a:pt x="360" y="483"/>
                </a:lnTo>
                <a:lnTo>
                  <a:pt x="359" y="483"/>
                </a:lnTo>
                <a:lnTo>
                  <a:pt x="358" y="483"/>
                </a:lnTo>
                <a:lnTo>
                  <a:pt x="358" y="484"/>
                </a:lnTo>
                <a:lnTo>
                  <a:pt x="357" y="484"/>
                </a:lnTo>
                <a:lnTo>
                  <a:pt x="358" y="485"/>
                </a:lnTo>
                <a:lnTo>
                  <a:pt x="358" y="486"/>
                </a:lnTo>
                <a:lnTo>
                  <a:pt x="358" y="488"/>
                </a:lnTo>
                <a:lnTo>
                  <a:pt x="357" y="488"/>
                </a:lnTo>
                <a:lnTo>
                  <a:pt x="357" y="489"/>
                </a:lnTo>
                <a:lnTo>
                  <a:pt x="356" y="489"/>
                </a:lnTo>
                <a:lnTo>
                  <a:pt x="356" y="490"/>
                </a:lnTo>
                <a:lnTo>
                  <a:pt x="355" y="490"/>
                </a:lnTo>
                <a:lnTo>
                  <a:pt x="354" y="491"/>
                </a:lnTo>
                <a:lnTo>
                  <a:pt x="353" y="492"/>
                </a:lnTo>
                <a:lnTo>
                  <a:pt x="352" y="493"/>
                </a:lnTo>
                <a:lnTo>
                  <a:pt x="351" y="493"/>
                </a:lnTo>
                <a:lnTo>
                  <a:pt x="351" y="492"/>
                </a:lnTo>
                <a:lnTo>
                  <a:pt x="350" y="493"/>
                </a:lnTo>
                <a:lnTo>
                  <a:pt x="350" y="494"/>
                </a:lnTo>
                <a:lnTo>
                  <a:pt x="350" y="495"/>
                </a:lnTo>
                <a:lnTo>
                  <a:pt x="350" y="496"/>
                </a:lnTo>
                <a:lnTo>
                  <a:pt x="349" y="496"/>
                </a:lnTo>
                <a:lnTo>
                  <a:pt x="348" y="496"/>
                </a:lnTo>
                <a:lnTo>
                  <a:pt x="348" y="497"/>
                </a:lnTo>
                <a:lnTo>
                  <a:pt x="348" y="498"/>
                </a:lnTo>
                <a:lnTo>
                  <a:pt x="348" y="499"/>
                </a:lnTo>
                <a:lnTo>
                  <a:pt x="349" y="500"/>
                </a:lnTo>
                <a:lnTo>
                  <a:pt x="349" y="501"/>
                </a:lnTo>
                <a:lnTo>
                  <a:pt x="349" y="502"/>
                </a:lnTo>
                <a:lnTo>
                  <a:pt x="349" y="503"/>
                </a:lnTo>
                <a:lnTo>
                  <a:pt x="349" y="504"/>
                </a:lnTo>
                <a:lnTo>
                  <a:pt x="348" y="504"/>
                </a:lnTo>
                <a:lnTo>
                  <a:pt x="347" y="505"/>
                </a:lnTo>
                <a:lnTo>
                  <a:pt x="347" y="506"/>
                </a:lnTo>
                <a:lnTo>
                  <a:pt x="347" y="507"/>
                </a:lnTo>
                <a:lnTo>
                  <a:pt x="346" y="507"/>
                </a:lnTo>
                <a:lnTo>
                  <a:pt x="345" y="507"/>
                </a:lnTo>
                <a:lnTo>
                  <a:pt x="344" y="508"/>
                </a:lnTo>
                <a:lnTo>
                  <a:pt x="343" y="509"/>
                </a:lnTo>
                <a:lnTo>
                  <a:pt x="343" y="510"/>
                </a:lnTo>
                <a:lnTo>
                  <a:pt x="342" y="510"/>
                </a:lnTo>
                <a:lnTo>
                  <a:pt x="342" y="511"/>
                </a:lnTo>
                <a:lnTo>
                  <a:pt x="341" y="512"/>
                </a:lnTo>
                <a:lnTo>
                  <a:pt x="341" y="513"/>
                </a:lnTo>
                <a:lnTo>
                  <a:pt x="340" y="513"/>
                </a:lnTo>
                <a:lnTo>
                  <a:pt x="340" y="514"/>
                </a:lnTo>
                <a:lnTo>
                  <a:pt x="339" y="513"/>
                </a:lnTo>
                <a:lnTo>
                  <a:pt x="338" y="513"/>
                </a:lnTo>
                <a:lnTo>
                  <a:pt x="338" y="512"/>
                </a:lnTo>
                <a:lnTo>
                  <a:pt x="337" y="513"/>
                </a:lnTo>
                <a:lnTo>
                  <a:pt x="336" y="513"/>
                </a:lnTo>
                <a:lnTo>
                  <a:pt x="335" y="513"/>
                </a:lnTo>
                <a:lnTo>
                  <a:pt x="334" y="514"/>
                </a:lnTo>
                <a:lnTo>
                  <a:pt x="333" y="514"/>
                </a:lnTo>
                <a:lnTo>
                  <a:pt x="333" y="515"/>
                </a:lnTo>
                <a:lnTo>
                  <a:pt x="332" y="516"/>
                </a:lnTo>
                <a:lnTo>
                  <a:pt x="331" y="516"/>
                </a:lnTo>
                <a:lnTo>
                  <a:pt x="330" y="518"/>
                </a:lnTo>
                <a:lnTo>
                  <a:pt x="330" y="519"/>
                </a:lnTo>
                <a:lnTo>
                  <a:pt x="329" y="519"/>
                </a:lnTo>
                <a:lnTo>
                  <a:pt x="328" y="519"/>
                </a:lnTo>
                <a:lnTo>
                  <a:pt x="328" y="520"/>
                </a:lnTo>
                <a:lnTo>
                  <a:pt x="327" y="520"/>
                </a:lnTo>
                <a:lnTo>
                  <a:pt x="327" y="521"/>
                </a:lnTo>
                <a:lnTo>
                  <a:pt x="327" y="522"/>
                </a:lnTo>
                <a:lnTo>
                  <a:pt x="326" y="522"/>
                </a:lnTo>
                <a:lnTo>
                  <a:pt x="326" y="523"/>
                </a:lnTo>
                <a:lnTo>
                  <a:pt x="326" y="524"/>
                </a:lnTo>
                <a:lnTo>
                  <a:pt x="327" y="524"/>
                </a:lnTo>
                <a:lnTo>
                  <a:pt x="326" y="524"/>
                </a:lnTo>
                <a:lnTo>
                  <a:pt x="326" y="525"/>
                </a:lnTo>
                <a:lnTo>
                  <a:pt x="326" y="526"/>
                </a:lnTo>
                <a:lnTo>
                  <a:pt x="325" y="527"/>
                </a:lnTo>
                <a:lnTo>
                  <a:pt x="324" y="527"/>
                </a:lnTo>
                <a:lnTo>
                  <a:pt x="323" y="527"/>
                </a:lnTo>
                <a:lnTo>
                  <a:pt x="322" y="527"/>
                </a:lnTo>
                <a:lnTo>
                  <a:pt x="321" y="527"/>
                </a:lnTo>
                <a:lnTo>
                  <a:pt x="321" y="528"/>
                </a:lnTo>
                <a:lnTo>
                  <a:pt x="320" y="528"/>
                </a:lnTo>
                <a:lnTo>
                  <a:pt x="319" y="527"/>
                </a:lnTo>
                <a:lnTo>
                  <a:pt x="318" y="527"/>
                </a:lnTo>
                <a:lnTo>
                  <a:pt x="317" y="527"/>
                </a:lnTo>
                <a:lnTo>
                  <a:pt x="316" y="527"/>
                </a:lnTo>
                <a:lnTo>
                  <a:pt x="316" y="528"/>
                </a:lnTo>
                <a:lnTo>
                  <a:pt x="315" y="528"/>
                </a:lnTo>
                <a:lnTo>
                  <a:pt x="315" y="529"/>
                </a:lnTo>
                <a:lnTo>
                  <a:pt x="314" y="529"/>
                </a:lnTo>
                <a:lnTo>
                  <a:pt x="314" y="530"/>
                </a:lnTo>
                <a:lnTo>
                  <a:pt x="313" y="530"/>
                </a:lnTo>
                <a:lnTo>
                  <a:pt x="313" y="531"/>
                </a:lnTo>
                <a:lnTo>
                  <a:pt x="313" y="530"/>
                </a:lnTo>
                <a:lnTo>
                  <a:pt x="312" y="530"/>
                </a:lnTo>
                <a:lnTo>
                  <a:pt x="312" y="529"/>
                </a:lnTo>
                <a:lnTo>
                  <a:pt x="311" y="529"/>
                </a:lnTo>
                <a:lnTo>
                  <a:pt x="311" y="528"/>
                </a:lnTo>
                <a:lnTo>
                  <a:pt x="310" y="529"/>
                </a:lnTo>
                <a:lnTo>
                  <a:pt x="310" y="528"/>
                </a:lnTo>
                <a:lnTo>
                  <a:pt x="309" y="529"/>
                </a:lnTo>
                <a:lnTo>
                  <a:pt x="309" y="530"/>
                </a:lnTo>
                <a:lnTo>
                  <a:pt x="309" y="531"/>
                </a:lnTo>
                <a:lnTo>
                  <a:pt x="310" y="531"/>
                </a:lnTo>
                <a:lnTo>
                  <a:pt x="310" y="532"/>
                </a:lnTo>
                <a:lnTo>
                  <a:pt x="310" y="533"/>
                </a:lnTo>
                <a:lnTo>
                  <a:pt x="310" y="534"/>
                </a:lnTo>
                <a:lnTo>
                  <a:pt x="310" y="536"/>
                </a:lnTo>
                <a:lnTo>
                  <a:pt x="309" y="536"/>
                </a:lnTo>
                <a:lnTo>
                  <a:pt x="308" y="536"/>
                </a:lnTo>
                <a:lnTo>
                  <a:pt x="307" y="536"/>
                </a:lnTo>
                <a:lnTo>
                  <a:pt x="306" y="536"/>
                </a:lnTo>
                <a:lnTo>
                  <a:pt x="306" y="535"/>
                </a:lnTo>
                <a:lnTo>
                  <a:pt x="305" y="536"/>
                </a:lnTo>
                <a:lnTo>
                  <a:pt x="304" y="535"/>
                </a:lnTo>
                <a:lnTo>
                  <a:pt x="303" y="536"/>
                </a:lnTo>
                <a:lnTo>
                  <a:pt x="302" y="536"/>
                </a:lnTo>
                <a:lnTo>
                  <a:pt x="301" y="536"/>
                </a:lnTo>
                <a:lnTo>
                  <a:pt x="301" y="537"/>
                </a:lnTo>
                <a:lnTo>
                  <a:pt x="300" y="538"/>
                </a:lnTo>
                <a:lnTo>
                  <a:pt x="300" y="539"/>
                </a:lnTo>
                <a:lnTo>
                  <a:pt x="299" y="539"/>
                </a:lnTo>
                <a:lnTo>
                  <a:pt x="299" y="538"/>
                </a:lnTo>
                <a:lnTo>
                  <a:pt x="298" y="538"/>
                </a:lnTo>
                <a:lnTo>
                  <a:pt x="297" y="538"/>
                </a:lnTo>
                <a:lnTo>
                  <a:pt x="296" y="537"/>
                </a:lnTo>
                <a:lnTo>
                  <a:pt x="295" y="537"/>
                </a:lnTo>
                <a:lnTo>
                  <a:pt x="294" y="537"/>
                </a:lnTo>
                <a:lnTo>
                  <a:pt x="294" y="536"/>
                </a:lnTo>
                <a:lnTo>
                  <a:pt x="293" y="535"/>
                </a:lnTo>
                <a:lnTo>
                  <a:pt x="293" y="534"/>
                </a:lnTo>
                <a:lnTo>
                  <a:pt x="294" y="534"/>
                </a:lnTo>
                <a:lnTo>
                  <a:pt x="294" y="533"/>
                </a:lnTo>
                <a:lnTo>
                  <a:pt x="294" y="532"/>
                </a:lnTo>
                <a:lnTo>
                  <a:pt x="293" y="532"/>
                </a:lnTo>
                <a:lnTo>
                  <a:pt x="293" y="531"/>
                </a:lnTo>
                <a:lnTo>
                  <a:pt x="293" y="530"/>
                </a:lnTo>
                <a:lnTo>
                  <a:pt x="294" y="530"/>
                </a:lnTo>
                <a:lnTo>
                  <a:pt x="294" y="529"/>
                </a:lnTo>
                <a:lnTo>
                  <a:pt x="295" y="529"/>
                </a:lnTo>
                <a:lnTo>
                  <a:pt x="294" y="529"/>
                </a:lnTo>
                <a:lnTo>
                  <a:pt x="294" y="528"/>
                </a:lnTo>
                <a:lnTo>
                  <a:pt x="293" y="527"/>
                </a:lnTo>
                <a:lnTo>
                  <a:pt x="292" y="526"/>
                </a:lnTo>
                <a:lnTo>
                  <a:pt x="291" y="526"/>
                </a:lnTo>
                <a:lnTo>
                  <a:pt x="291" y="525"/>
                </a:lnTo>
                <a:lnTo>
                  <a:pt x="291" y="524"/>
                </a:lnTo>
                <a:lnTo>
                  <a:pt x="290" y="524"/>
                </a:lnTo>
                <a:lnTo>
                  <a:pt x="290" y="525"/>
                </a:lnTo>
                <a:lnTo>
                  <a:pt x="289" y="524"/>
                </a:lnTo>
                <a:lnTo>
                  <a:pt x="288" y="524"/>
                </a:lnTo>
                <a:lnTo>
                  <a:pt x="287" y="524"/>
                </a:lnTo>
                <a:lnTo>
                  <a:pt x="286" y="523"/>
                </a:lnTo>
                <a:lnTo>
                  <a:pt x="286" y="522"/>
                </a:lnTo>
                <a:lnTo>
                  <a:pt x="285" y="522"/>
                </a:lnTo>
                <a:lnTo>
                  <a:pt x="285" y="521"/>
                </a:lnTo>
                <a:lnTo>
                  <a:pt x="284" y="521"/>
                </a:lnTo>
                <a:lnTo>
                  <a:pt x="283" y="520"/>
                </a:lnTo>
                <a:lnTo>
                  <a:pt x="282" y="520"/>
                </a:lnTo>
                <a:lnTo>
                  <a:pt x="281" y="521"/>
                </a:lnTo>
                <a:lnTo>
                  <a:pt x="281" y="522"/>
                </a:lnTo>
                <a:lnTo>
                  <a:pt x="280" y="522"/>
                </a:lnTo>
                <a:lnTo>
                  <a:pt x="280" y="521"/>
                </a:lnTo>
                <a:lnTo>
                  <a:pt x="279" y="521"/>
                </a:lnTo>
                <a:lnTo>
                  <a:pt x="278" y="521"/>
                </a:lnTo>
                <a:lnTo>
                  <a:pt x="277" y="522"/>
                </a:lnTo>
                <a:lnTo>
                  <a:pt x="277" y="523"/>
                </a:lnTo>
                <a:lnTo>
                  <a:pt x="276" y="523"/>
                </a:lnTo>
                <a:lnTo>
                  <a:pt x="276" y="522"/>
                </a:lnTo>
                <a:lnTo>
                  <a:pt x="275" y="522"/>
                </a:lnTo>
                <a:lnTo>
                  <a:pt x="274" y="522"/>
                </a:lnTo>
                <a:lnTo>
                  <a:pt x="274" y="523"/>
                </a:lnTo>
                <a:lnTo>
                  <a:pt x="273" y="523"/>
                </a:lnTo>
                <a:lnTo>
                  <a:pt x="272" y="523"/>
                </a:lnTo>
                <a:lnTo>
                  <a:pt x="272" y="524"/>
                </a:lnTo>
                <a:lnTo>
                  <a:pt x="271" y="524"/>
                </a:lnTo>
                <a:lnTo>
                  <a:pt x="271" y="523"/>
                </a:lnTo>
                <a:lnTo>
                  <a:pt x="270" y="522"/>
                </a:lnTo>
                <a:lnTo>
                  <a:pt x="270" y="523"/>
                </a:lnTo>
                <a:lnTo>
                  <a:pt x="269" y="522"/>
                </a:lnTo>
                <a:lnTo>
                  <a:pt x="269" y="521"/>
                </a:lnTo>
                <a:lnTo>
                  <a:pt x="269" y="522"/>
                </a:lnTo>
                <a:lnTo>
                  <a:pt x="268" y="522"/>
                </a:lnTo>
                <a:lnTo>
                  <a:pt x="267" y="522"/>
                </a:lnTo>
                <a:lnTo>
                  <a:pt x="266" y="522"/>
                </a:lnTo>
                <a:lnTo>
                  <a:pt x="266" y="521"/>
                </a:lnTo>
                <a:lnTo>
                  <a:pt x="265" y="521"/>
                </a:lnTo>
                <a:lnTo>
                  <a:pt x="265" y="520"/>
                </a:lnTo>
                <a:lnTo>
                  <a:pt x="264" y="521"/>
                </a:lnTo>
                <a:lnTo>
                  <a:pt x="263" y="521"/>
                </a:lnTo>
                <a:lnTo>
                  <a:pt x="263" y="522"/>
                </a:lnTo>
                <a:lnTo>
                  <a:pt x="262" y="522"/>
                </a:lnTo>
                <a:lnTo>
                  <a:pt x="261" y="522"/>
                </a:lnTo>
                <a:lnTo>
                  <a:pt x="262" y="521"/>
                </a:lnTo>
                <a:lnTo>
                  <a:pt x="261" y="521"/>
                </a:lnTo>
                <a:lnTo>
                  <a:pt x="261" y="522"/>
                </a:lnTo>
                <a:lnTo>
                  <a:pt x="260" y="522"/>
                </a:lnTo>
                <a:lnTo>
                  <a:pt x="259" y="522"/>
                </a:lnTo>
                <a:lnTo>
                  <a:pt x="259" y="523"/>
                </a:lnTo>
                <a:lnTo>
                  <a:pt x="258" y="523"/>
                </a:lnTo>
                <a:lnTo>
                  <a:pt x="257" y="523"/>
                </a:lnTo>
                <a:lnTo>
                  <a:pt x="256" y="522"/>
                </a:lnTo>
                <a:lnTo>
                  <a:pt x="255" y="523"/>
                </a:lnTo>
                <a:lnTo>
                  <a:pt x="254" y="523"/>
                </a:lnTo>
                <a:lnTo>
                  <a:pt x="254" y="522"/>
                </a:lnTo>
                <a:lnTo>
                  <a:pt x="253" y="522"/>
                </a:lnTo>
                <a:lnTo>
                  <a:pt x="253" y="521"/>
                </a:lnTo>
                <a:lnTo>
                  <a:pt x="253" y="519"/>
                </a:lnTo>
                <a:lnTo>
                  <a:pt x="253" y="518"/>
                </a:lnTo>
                <a:lnTo>
                  <a:pt x="252" y="519"/>
                </a:lnTo>
                <a:lnTo>
                  <a:pt x="252" y="518"/>
                </a:lnTo>
                <a:lnTo>
                  <a:pt x="251" y="517"/>
                </a:lnTo>
                <a:lnTo>
                  <a:pt x="250" y="517"/>
                </a:lnTo>
                <a:lnTo>
                  <a:pt x="250" y="516"/>
                </a:lnTo>
                <a:lnTo>
                  <a:pt x="249" y="517"/>
                </a:lnTo>
                <a:lnTo>
                  <a:pt x="248" y="517"/>
                </a:lnTo>
                <a:lnTo>
                  <a:pt x="248" y="518"/>
                </a:lnTo>
                <a:lnTo>
                  <a:pt x="247" y="519"/>
                </a:lnTo>
                <a:lnTo>
                  <a:pt x="246" y="519"/>
                </a:lnTo>
                <a:lnTo>
                  <a:pt x="246" y="520"/>
                </a:lnTo>
                <a:lnTo>
                  <a:pt x="245" y="520"/>
                </a:lnTo>
                <a:lnTo>
                  <a:pt x="245" y="519"/>
                </a:lnTo>
                <a:lnTo>
                  <a:pt x="244" y="519"/>
                </a:lnTo>
                <a:lnTo>
                  <a:pt x="243" y="519"/>
                </a:lnTo>
                <a:lnTo>
                  <a:pt x="242" y="519"/>
                </a:lnTo>
                <a:lnTo>
                  <a:pt x="241" y="518"/>
                </a:lnTo>
                <a:lnTo>
                  <a:pt x="241" y="519"/>
                </a:lnTo>
                <a:lnTo>
                  <a:pt x="240" y="519"/>
                </a:lnTo>
                <a:lnTo>
                  <a:pt x="240" y="518"/>
                </a:lnTo>
                <a:lnTo>
                  <a:pt x="239" y="517"/>
                </a:lnTo>
                <a:lnTo>
                  <a:pt x="239" y="516"/>
                </a:lnTo>
                <a:lnTo>
                  <a:pt x="239" y="515"/>
                </a:lnTo>
                <a:lnTo>
                  <a:pt x="239" y="513"/>
                </a:lnTo>
                <a:lnTo>
                  <a:pt x="239" y="512"/>
                </a:lnTo>
                <a:lnTo>
                  <a:pt x="238" y="511"/>
                </a:lnTo>
                <a:lnTo>
                  <a:pt x="237" y="511"/>
                </a:lnTo>
                <a:lnTo>
                  <a:pt x="236" y="511"/>
                </a:lnTo>
                <a:lnTo>
                  <a:pt x="236" y="512"/>
                </a:lnTo>
                <a:lnTo>
                  <a:pt x="235" y="511"/>
                </a:lnTo>
                <a:lnTo>
                  <a:pt x="234" y="511"/>
                </a:lnTo>
                <a:lnTo>
                  <a:pt x="234" y="510"/>
                </a:lnTo>
                <a:lnTo>
                  <a:pt x="234" y="509"/>
                </a:lnTo>
                <a:lnTo>
                  <a:pt x="233" y="510"/>
                </a:lnTo>
                <a:lnTo>
                  <a:pt x="233" y="509"/>
                </a:lnTo>
                <a:lnTo>
                  <a:pt x="232" y="509"/>
                </a:lnTo>
                <a:lnTo>
                  <a:pt x="232" y="508"/>
                </a:lnTo>
                <a:lnTo>
                  <a:pt x="232" y="507"/>
                </a:lnTo>
                <a:lnTo>
                  <a:pt x="233" y="507"/>
                </a:lnTo>
                <a:lnTo>
                  <a:pt x="233" y="506"/>
                </a:lnTo>
                <a:lnTo>
                  <a:pt x="232" y="506"/>
                </a:lnTo>
                <a:lnTo>
                  <a:pt x="232" y="505"/>
                </a:lnTo>
                <a:lnTo>
                  <a:pt x="233" y="505"/>
                </a:lnTo>
                <a:lnTo>
                  <a:pt x="233" y="504"/>
                </a:lnTo>
                <a:lnTo>
                  <a:pt x="232" y="504"/>
                </a:lnTo>
                <a:lnTo>
                  <a:pt x="232" y="503"/>
                </a:lnTo>
                <a:lnTo>
                  <a:pt x="231" y="503"/>
                </a:lnTo>
                <a:lnTo>
                  <a:pt x="232" y="502"/>
                </a:lnTo>
                <a:lnTo>
                  <a:pt x="232" y="501"/>
                </a:lnTo>
                <a:lnTo>
                  <a:pt x="231" y="501"/>
                </a:lnTo>
                <a:lnTo>
                  <a:pt x="231" y="502"/>
                </a:lnTo>
                <a:lnTo>
                  <a:pt x="230" y="501"/>
                </a:lnTo>
                <a:lnTo>
                  <a:pt x="230" y="500"/>
                </a:lnTo>
                <a:lnTo>
                  <a:pt x="229" y="500"/>
                </a:lnTo>
                <a:lnTo>
                  <a:pt x="230" y="500"/>
                </a:lnTo>
                <a:lnTo>
                  <a:pt x="230" y="499"/>
                </a:lnTo>
                <a:lnTo>
                  <a:pt x="229" y="499"/>
                </a:lnTo>
                <a:lnTo>
                  <a:pt x="229" y="498"/>
                </a:lnTo>
                <a:lnTo>
                  <a:pt x="228" y="498"/>
                </a:lnTo>
                <a:lnTo>
                  <a:pt x="228" y="497"/>
                </a:lnTo>
                <a:lnTo>
                  <a:pt x="229" y="497"/>
                </a:lnTo>
                <a:lnTo>
                  <a:pt x="229" y="496"/>
                </a:lnTo>
                <a:lnTo>
                  <a:pt x="229" y="495"/>
                </a:lnTo>
                <a:lnTo>
                  <a:pt x="230" y="495"/>
                </a:lnTo>
                <a:lnTo>
                  <a:pt x="230" y="494"/>
                </a:lnTo>
                <a:lnTo>
                  <a:pt x="230" y="493"/>
                </a:lnTo>
                <a:lnTo>
                  <a:pt x="230" y="492"/>
                </a:lnTo>
                <a:lnTo>
                  <a:pt x="229" y="492"/>
                </a:lnTo>
                <a:lnTo>
                  <a:pt x="228" y="492"/>
                </a:lnTo>
                <a:lnTo>
                  <a:pt x="227" y="493"/>
                </a:lnTo>
                <a:lnTo>
                  <a:pt x="226" y="494"/>
                </a:lnTo>
                <a:lnTo>
                  <a:pt x="226" y="495"/>
                </a:lnTo>
                <a:lnTo>
                  <a:pt x="225" y="496"/>
                </a:lnTo>
                <a:lnTo>
                  <a:pt x="224" y="496"/>
                </a:lnTo>
                <a:lnTo>
                  <a:pt x="224" y="495"/>
                </a:lnTo>
                <a:lnTo>
                  <a:pt x="223" y="495"/>
                </a:lnTo>
                <a:lnTo>
                  <a:pt x="223" y="494"/>
                </a:lnTo>
                <a:lnTo>
                  <a:pt x="222" y="494"/>
                </a:lnTo>
                <a:lnTo>
                  <a:pt x="223" y="493"/>
                </a:lnTo>
                <a:lnTo>
                  <a:pt x="222" y="492"/>
                </a:lnTo>
                <a:lnTo>
                  <a:pt x="221" y="492"/>
                </a:lnTo>
                <a:lnTo>
                  <a:pt x="221" y="493"/>
                </a:lnTo>
                <a:lnTo>
                  <a:pt x="220" y="493"/>
                </a:lnTo>
                <a:lnTo>
                  <a:pt x="220" y="494"/>
                </a:lnTo>
                <a:lnTo>
                  <a:pt x="219" y="494"/>
                </a:lnTo>
                <a:lnTo>
                  <a:pt x="219" y="493"/>
                </a:lnTo>
                <a:lnTo>
                  <a:pt x="218" y="494"/>
                </a:lnTo>
                <a:lnTo>
                  <a:pt x="218" y="495"/>
                </a:lnTo>
                <a:lnTo>
                  <a:pt x="217" y="495"/>
                </a:lnTo>
                <a:lnTo>
                  <a:pt x="216" y="495"/>
                </a:lnTo>
                <a:lnTo>
                  <a:pt x="216" y="494"/>
                </a:lnTo>
                <a:lnTo>
                  <a:pt x="215" y="494"/>
                </a:lnTo>
                <a:lnTo>
                  <a:pt x="214" y="494"/>
                </a:lnTo>
                <a:lnTo>
                  <a:pt x="214" y="493"/>
                </a:lnTo>
                <a:lnTo>
                  <a:pt x="213" y="492"/>
                </a:lnTo>
                <a:lnTo>
                  <a:pt x="214" y="492"/>
                </a:lnTo>
                <a:lnTo>
                  <a:pt x="215" y="491"/>
                </a:lnTo>
                <a:lnTo>
                  <a:pt x="215" y="490"/>
                </a:lnTo>
                <a:lnTo>
                  <a:pt x="215" y="489"/>
                </a:lnTo>
                <a:lnTo>
                  <a:pt x="215" y="488"/>
                </a:lnTo>
                <a:lnTo>
                  <a:pt x="215" y="487"/>
                </a:lnTo>
                <a:lnTo>
                  <a:pt x="214" y="486"/>
                </a:lnTo>
                <a:lnTo>
                  <a:pt x="212" y="486"/>
                </a:lnTo>
                <a:lnTo>
                  <a:pt x="212" y="485"/>
                </a:lnTo>
                <a:lnTo>
                  <a:pt x="211" y="485"/>
                </a:lnTo>
                <a:lnTo>
                  <a:pt x="210" y="484"/>
                </a:lnTo>
                <a:lnTo>
                  <a:pt x="210" y="485"/>
                </a:lnTo>
                <a:lnTo>
                  <a:pt x="208" y="485"/>
                </a:lnTo>
                <a:lnTo>
                  <a:pt x="207" y="485"/>
                </a:lnTo>
                <a:lnTo>
                  <a:pt x="206" y="485"/>
                </a:lnTo>
                <a:lnTo>
                  <a:pt x="205" y="485"/>
                </a:lnTo>
                <a:lnTo>
                  <a:pt x="204" y="485"/>
                </a:lnTo>
                <a:lnTo>
                  <a:pt x="204" y="486"/>
                </a:lnTo>
                <a:lnTo>
                  <a:pt x="203" y="486"/>
                </a:lnTo>
                <a:lnTo>
                  <a:pt x="203" y="487"/>
                </a:lnTo>
                <a:lnTo>
                  <a:pt x="202" y="487"/>
                </a:lnTo>
                <a:lnTo>
                  <a:pt x="202" y="488"/>
                </a:lnTo>
                <a:lnTo>
                  <a:pt x="202" y="489"/>
                </a:lnTo>
                <a:lnTo>
                  <a:pt x="203" y="490"/>
                </a:lnTo>
                <a:lnTo>
                  <a:pt x="202" y="490"/>
                </a:lnTo>
                <a:lnTo>
                  <a:pt x="202" y="491"/>
                </a:lnTo>
                <a:lnTo>
                  <a:pt x="201" y="491"/>
                </a:lnTo>
                <a:lnTo>
                  <a:pt x="201" y="492"/>
                </a:lnTo>
                <a:lnTo>
                  <a:pt x="200" y="492"/>
                </a:lnTo>
                <a:lnTo>
                  <a:pt x="200" y="493"/>
                </a:lnTo>
                <a:lnTo>
                  <a:pt x="199" y="493"/>
                </a:lnTo>
                <a:lnTo>
                  <a:pt x="199" y="494"/>
                </a:lnTo>
                <a:lnTo>
                  <a:pt x="198" y="494"/>
                </a:lnTo>
                <a:lnTo>
                  <a:pt x="197" y="494"/>
                </a:lnTo>
                <a:lnTo>
                  <a:pt x="197" y="495"/>
                </a:lnTo>
                <a:lnTo>
                  <a:pt x="198" y="495"/>
                </a:lnTo>
                <a:lnTo>
                  <a:pt x="199" y="496"/>
                </a:lnTo>
                <a:lnTo>
                  <a:pt x="200" y="496"/>
                </a:lnTo>
                <a:lnTo>
                  <a:pt x="200" y="497"/>
                </a:lnTo>
                <a:lnTo>
                  <a:pt x="200" y="498"/>
                </a:lnTo>
                <a:lnTo>
                  <a:pt x="201" y="498"/>
                </a:lnTo>
                <a:lnTo>
                  <a:pt x="202" y="497"/>
                </a:lnTo>
                <a:lnTo>
                  <a:pt x="202" y="498"/>
                </a:lnTo>
                <a:lnTo>
                  <a:pt x="202" y="499"/>
                </a:lnTo>
                <a:lnTo>
                  <a:pt x="203" y="499"/>
                </a:lnTo>
                <a:lnTo>
                  <a:pt x="203" y="500"/>
                </a:lnTo>
                <a:lnTo>
                  <a:pt x="202" y="500"/>
                </a:lnTo>
                <a:lnTo>
                  <a:pt x="202" y="501"/>
                </a:lnTo>
                <a:lnTo>
                  <a:pt x="201" y="501"/>
                </a:lnTo>
                <a:lnTo>
                  <a:pt x="201" y="502"/>
                </a:lnTo>
                <a:lnTo>
                  <a:pt x="200" y="502"/>
                </a:lnTo>
                <a:lnTo>
                  <a:pt x="200" y="503"/>
                </a:lnTo>
                <a:lnTo>
                  <a:pt x="201" y="504"/>
                </a:lnTo>
                <a:lnTo>
                  <a:pt x="201" y="505"/>
                </a:lnTo>
                <a:lnTo>
                  <a:pt x="201" y="506"/>
                </a:lnTo>
                <a:lnTo>
                  <a:pt x="201" y="507"/>
                </a:lnTo>
                <a:lnTo>
                  <a:pt x="200" y="507"/>
                </a:lnTo>
                <a:lnTo>
                  <a:pt x="199" y="507"/>
                </a:lnTo>
                <a:lnTo>
                  <a:pt x="199" y="508"/>
                </a:lnTo>
                <a:lnTo>
                  <a:pt x="198" y="508"/>
                </a:lnTo>
                <a:lnTo>
                  <a:pt x="197" y="508"/>
                </a:lnTo>
                <a:lnTo>
                  <a:pt x="196" y="509"/>
                </a:lnTo>
                <a:lnTo>
                  <a:pt x="195" y="509"/>
                </a:lnTo>
                <a:lnTo>
                  <a:pt x="194" y="510"/>
                </a:lnTo>
                <a:lnTo>
                  <a:pt x="193" y="509"/>
                </a:lnTo>
                <a:lnTo>
                  <a:pt x="192" y="509"/>
                </a:lnTo>
                <a:lnTo>
                  <a:pt x="191" y="509"/>
                </a:lnTo>
                <a:lnTo>
                  <a:pt x="190" y="509"/>
                </a:lnTo>
                <a:lnTo>
                  <a:pt x="190" y="510"/>
                </a:lnTo>
                <a:lnTo>
                  <a:pt x="189" y="510"/>
                </a:lnTo>
                <a:lnTo>
                  <a:pt x="189" y="511"/>
                </a:lnTo>
                <a:lnTo>
                  <a:pt x="188" y="511"/>
                </a:lnTo>
                <a:lnTo>
                  <a:pt x="188" y="513"/>
                </a:lnTo>
                <a:lnTo>
                  <a:pt x="188" y="512"/>
                </a:lnTo>
                <a:lnTo>
                  <a:pt x="187" y="512"/>
                </a:lnTo>
                <a:lnTo>
                  <a:pt x="187" y="513"/>
                </a:lnTo>
                <a:lnTo>
                  <a:pt x="186" y="513"/>
                </a:lnTo>
                <a:lnTo>
                  <a:pt x="185" y="513"/>
                </a:lnTo>
                <a:lnTo>
                  <a:pt x="184" y="513"/>
                </a:lnTo>
                <a:lnTo>
                  <a:pt x="184" y="514"/>
                </a:lnTo>
                <a:lnTo>
                  <a:pt x="183" y="514"/>
                </a:lnTo>
                <a:lnTo>
                  <a:pt x="182" y="515"/>
                </a:lnTo>
                <a:lnTo>
                  <a:pt x="182" y="516"/>
                </a:lnTo>
                <a:lnTo>
                  <a:pt x="181" y="515"/>
                </a:lnTo>
                <a:lnTo>
                  <a:pt x="181" y="516"/>
                </a:lnTo>
                <a:lnTo>
                  <a:pt x="180" y="516"/>
                </a:lnTo>
                <a:lnTo>
                  <a:pt x="179" y="517"/>
                </a:lnTo>
                <a:lnTo>
                  <a:pt x="179" y="518"/>
                </a:lnTo>
                <a:lnTo>
                  <a:pt x="178" y="518"/>
                </a:lnTo>
                <a:lnTo>
                  <a:pt x="178" y="519"/>
                </a:lnTo>
                <a:lnTo>
                  <a:pt x="177" y="519"/>
                </a:lnTo>
                <a:lnTo>
                  <a:pt x="177" y="520"/>
                </a:lnTo>
                <a:lnTo>
                  <a:pt x="176" y="521"/>
                </a:lnTo>
                <a:lnTo>
                  <a:pt x="175" y="521"/>
                </a:lnTo>
                <a:lnTo>
                  <a:pt x="174" y="521"/>
                </a:lnTo>
                <a:lnTo>
                  <a:pt x="173" y="521"/>
                </a:lnTo>
                <a:lnTo>
                  <a:pt x="173" y="522"/>
                </a:lnTo>
                <a:lnTo>
                  <a:pt x="172" y="522"/>
                </a:lnTo>
                <a:lnTo>
                  <a:pt x="172" y="521"/>
                </a:lnTo>
                <a:lnTo>
                  <a:pt x="171" y="521"/>
                </a:lnTo>
                <a:lnTo>
                  <a:pt x="171" y="520"/>
                </a:lnTo>
                <a:lnTo>
                  <a:pt x="171" y="519"/>
                </a:lnTo>
                <a:lnTo>
                  <a:pt x="171" y="518"/>
                </a:lnTo>
                <a:lnTo>
                  <a:pt x="170" y="518"/>
                </a:lnTo>
                <a:lnTo>
                  <a:pt x="170" y="519"/>
                </a:lnTo>
                <a:lnTo>
                  <a:pt x="170" y="518"/>
                </a:lnTo>
                <a:lnTo>
                  <a:pt x="169" y="518"/>
                </a:lnTo>
                <a:lnTo>
                  <a:pt x="169" y="519"/>
                </a:lnTo>
                <a:lnTo>
                  <a:pt x="169" y="518"/>
                </a:lnTo>
                <a:lnTo>
                  <a:pt x="168" y="518"/>
                </a:lnTo>
                <a:lnTo>
                  <a:pt x="167" y="519"/>
                </a:lnTo>
                <a:lnTo>
                  <a:pt x="167" y="520"/>
                </a:lnTo>
                <a:lnTo>
                  <a:pt x="166" y="520"/>
                </a:lnTo>
                <a:lnTo>
                  <a:pt x="166" y="521"/>
                </a:lnTo>
                <a:lnTo>
                  <a:pt x="166" y="522"/>
                </a:lnTo>
                <a:lnTo>
                  <a:pt x="165" y="521"/>
                </a:lnTo>
                <a:lnTo>
                  <a:pt x="165" y="520"/>
                </a:lnTo>
                <a:lnTo>
                  <a:pt x="165" y="519"/>
                </a:lnTo>
                <a:lnTo>
                  <a:pt x="164" y="519"/>
                </a:lnTo>
                <a:lnTo>
                  <a:pt x="164" y="518"/>
                </a:lnTo>
                <a:lnTo>
                  <a:pt x="163" y="518"/>
                </a:lnTo>
                <a:lnTo>
                  <a:pt x="162" y="518"/>
                </a:lnTo>
                <a:lnTo>
                  <a:pt x="162" y="517"/>
                </a:lnTo>
                <a:lnTo>
                  <a:pt x="162" y="516"/>
                </a:lnTo>
                <a:lnTo>
                  <a:pt x="161" y="515"/>
                </a:lnTo>
                <a:lnTo>
                  <a:pt x="160" y="515"/>
                </a:lnTo>
                <a:lnTo>
                  <a:pt x="160" y="514"/>
                </a:lnTo>
                <a:lnTo>
                  <a:pt x="159" y="514"/>
                </a:lnTo>
                <a:lnTo>
                  <a:pt x="159" y="513"/>
                </a:lnTo>
                <a:lnTo>
                  <a:pt x="160" y="512"/>
                </a:lnTo>
                <a:lnTo>
                  <a:pt x="160" y="511"/>
                </a:lnTo>
                <a:lnTo>
                  <a:pt x="161" y="511"/>
                </a:lnTo>
                <a:lnTo>
                  <a:pt x="162" y="511"/>
                </a:lnTo>
                <a:lnTo>
                  <a:pt x="163" y="510"/>
                </a:lnTo>
                <a:lnTo>
                  <a:pt x="162" y="510"/>
                </a:lnTo>
                <a:lnTo>
                  <a:pt x="162" y="509"/>
                </a:lnTo>
                <a:lnTo>
                  <a:pt x="161" y="509"/>
                </a:lnTo>
                <a:lnTo>
                  <a:pt x="159" y="509"/>
                </a:lnTo>
                <a:lnTo>
                  <a:pt x="159" y="508"/>
                </a:lnTo>
                <a:lnTo>
                  <a:pt x="160" y="508"/>
                </a:lnTo>
                <a:lnTo>
                  <a:pt x="161" y="508"/>
                </a:lnTo>
                <a:lnTo>
                  <a:pt x="161" y="507"/>
                </a:lnTo>
                <a:lnTo>
                  <a:pt x="161" y="506"/>
                </a:lnTo>
                <a:lnTo>
                  <a:pt x="161" y="505"/>
                </a:lnTo>
                <a:lnTo>
                  <a:pt x="162" y="505"/>
                </a:lnTo>
                <a:lnTo>
                  <a:pt x="162" y="504"/>
                </a:lnTo>
                <a:lnTo>
                  <a:pt x="163" y="504"/>
                </a:lnTo>
                <a:lnTo>
                  <a:pt x="163" y="503"/>
                </a:lnTo>
                <a:lnTo>
                  <a:pt x="164" y="503"/>
                </a:lnTo>
                <a:lnTo>
                  <a:pt x="164" y="502"/>
                </a:lnTo>
                <a:lnTo>
                  <a:pt x="165" y="501"/>
                </a:lnTo>
                <a:lnTo>
                  <a:pt x="166" y="501"/>
                </a:lnTo>
                <a:lnTo>
                  <a:pt x="166" y="500"/>
                </a:lnTo>
                <a:lnTo>
                  <a:pt x="167" y="500"/>
                </a:lnTo>
                <a:lnTo>
                  <a:pt x="167" y="499"/>
                </a:lnTo>
                <a:lnTo>
                  <a:pt x="168" y="499"/>
                </a:lnTo>
                <a:lnTo>
                  <a:pt x="167" y="499"/>
                </a:lnTo>
                <a:lnTo>
                  <a:pt x="167" y="498"/>
                </a:lnTo>
                <a:lnTo>
                  <a:pt x="168" y="498"/>
                </a:lnTo>
                <a:lnTo>
                  <a:pt x="169" y="498"/>
                </a:lnTo>
                <a:lnTo>
                  <a:pt x="169" y="497"/>
                </a:lnTo>
                <a:lnTo>
                  <a:pt x="170" y="497"/>
                </a:lnTo>
                <a:lnTo>
                  <a:pt x="170" y="498"/>
                </a:lnTo>
                <a:lnTo>
                  <a:pt x="171" y="498"/>
                </a:lnTo>
                <a:lnTo>
                  <a:pt x="172" y="498"/>
                </a:lnTo>
                <a:lnTo>
                  <a:pt x="172" y="497"/>
                </a:lnTo>
                <a:lnTo>
                  <a:pt x="173" y="497"/>
                </a:lnTo>
                <a:lnTo>
                  <a:pt x="173" y="496"/>
                </a:lnTo>
                <a:lnTo>
                  <a:pt x="174" y="496"/>
                </a:lnTo>
                <a:lnTo>
                  <a:pt x="175" y="496"/>
                </a:lnTo>
                <a:lnTo>
                  <a:pt x="175" y="495"/>
                </a:lnTo>
                <a:lnTo>
                  <a:pt x="175" y="494"/>
                </a:lnTo>
                <a:lnTo>
                  <a:pt x="175" y="493"/>
                </a:lnTo>
                <a:lnTo>
                  <a:pt x="176" y="493"/>
                </a:lnTo>
                <a:lnTo>
                  <a:pt x="177" y="492"/>
                </a:lnTo>
                <a:lnTo>
                  <a:pt x="177" y="491"/>
                </a:lnTo>
                <a:lnTo>
                  <a:pt x="178" y="491"/>
                </a:lnTo>
                <a:lnTo>
                  <a:pt x="179" y="490"/>
                </a:lnTo>
                <a:lnTo>
                  <a:pt x="179" y="489"/>
                </a:lnTo>
                <a:lnTo>
                  <a:pt x="180" y="488"/>
                </a:lnTo>
                <a:lnTo>
                  <a:pt x="180" y="487"/>
                </a:lnTo>
                <a:lnTo>
                  <a:pt x="181" y="486"/>
                </a:lnTo>
                <a:lnTo>
                  <a:pt x="181" y="485"/>
                </a:lnTo>
                <a:lnTo>
                  <a:pt x="181" y="484"/>
                </a:lnTo>
                <a:lnTo>
                  <a:pt x="181" y="483"/>
                </a:lnTo>
                <a:lnTo>
                  <a:pt x="182" y="483"/>
                </a:lnTo>
                <a:lnTo>
                  <a:pt x="182" y="482"/>
                </a:lnTo>
                <a:lnTo>
                  <a:pt x="181" y="481"/>
                </a:lnTo>
                <a:lnTo>
                  <a:pt x="181" y="480"/>
                </a:lnTo>
                <a:lnTo>
                  <a:pt x="180" y="480"/>
                </a:lnTo>
                <a:lnTo>
                  <a:pt x="179" y="480"/>
                </a:lnTo>
                <a:lnTo>
                  <a:pt x="179" y="479"/>
                </a:lnTo>
                <a:lnTo>
                  <a:pt x="178" y="479"/>
                </a:lnTo>
                <a:lnTo>
                  <a:pt x="178" y="480"/>
                </a:lnTo>
                <a:lnTo>
                  <a:pt x="177" y="480"/>
                </a:lnTo>
                <a:lnTo>
                  <a:pt x="176" y="480"/>
                </a:lnTo>
                <a:lnTo>
                  <a:pt x="176" y="481"/>
                </a:lnTo>
                <a:lnTo>
                  <a:pt x="175" y="481"/>
                </a:lnTo>
                <a:lnTo>
                  <a:pt x="175" y="480"/>
                </a:lnTo>
                <a:lnTo>
                  <a:pt x="175" y="479"/>
                </a:lnTo>
                <a:lnTo>
                  <a:pt x="175" y="478"/>
                </a:lnTo>
                <a:lnTo>
                  <a:pt x="175" y="477"/>
                </a:lnTo>
                <a:lnTo>
                  <a:pt x="175" y="476"/>
                </a:lnTo>
                <a:lnTo>
                  <a:pt x="175" y="477"/>
                </a:lnTo>
                <a:lnTo>
                  <a:pt x="174" y="477"/>
                </a:lnTo>
                <a:lnTo>
                  <a:pt x="173" y="477"/>
                </a:lnTo>
                <a:lnTo>
                  <a:pt x="172" y="477"/>
                </a:lnTo>
                <a:lnTo>
                  <a:pt x="172" y="476"/>
                </a:lnTo>
                <a:lnTo>
                  <a:pt x="171" y="476"/>
                </a:lnTo>
                <a:lnTo>
                  <a:pt x="172" y="475"/>
                </a:lnTo>
                <a:lnTo>
                  <a:pt x="171" y="475"/>
                </a:lnTo>
                <a:lnTo>
                  <a:pt x="171" y="474"/>
                </a:lnTo>
                <a:lnTo>
                  <a:pt x="170" y="473"/>
                </a:lnTo>
                <a:lnTo>
                  <a:pt x="169" y="472"/>
                </a:lnTo>
                <a:lnTo>
                  <a:pt x="168" y="472"/>
                </a:lnTo>
                <a:lnTo>
                  <a:pt x="168" y="471"/>
                </a:lnTo>
                <a:lnTo>
                  <a:pt x="167" y="471"/>
                </a:lnTo>
                <a:lnTo>
                  <a:pt x="167" y="472"/>
                </a:lnTo>
                <a:lnTo>
                  <a:pt x="166" y="471"/>
                </a:lnTo>
                <a:lnTo>
                  <a:pt x="165" y="471"/>
                </a:lnTo>
                <a:lnTo>
                  <a:pt x="164" y="471"/>
                </a:lnTo>
                <a:lnTo>
                  <a:pt x="164" y="470"/>
                </a:lnTo>
                <a:lnTo>
                  <a:pt x="163" y="470"/>
                </a:lnTo>
                <a:lnTo>
                  <a:pt x="162" y="470"/>
                </a:lnTo>
                <a:lnTo>
                  <a:pt x="162" y="469"/>
                </a:lnTo>
                <a:lnTo>
                  <a:pt x="161" y="469"/>
                </a:lnTo>
                <a:lnTo>
                  <a:pt x="160" y="469"/>
                </a:lnTo>
                <a:lnTo>
                  <a:pt x="159" y="469"/>
                </a:lnTo>
                <a:lnTo>
                  <a:pt x="158" y="469"/>
                </a:lnTo>
                <a:lnTo>
                  <a:pt x="157" y="469"/>
                </a:lnTo>
                <a:lnTo>
                  <a:pt x="156" y="469"/>
                </a:lnTo>
                <a:lnTo>
                  <a:pt x="155" y="470"/>
                </a:lnTo>
                <a:lnTo>
                  <a:pt x="154" y="471"/>
                </a:lnTo>
                <a:lnTo>
                  <a:pt x="153" y="472"/>
                </a:lnTo>
                <a:lnTo>
                  <a:pt x="152" y="474"/>
                </a:lnTo>
                <a:lnTo>
                  <a:pt x="152" y="476"/>
                </a:lnTo>
                <a:lnTo>
                  <a:pt x="152" y="477"/>
                </a:lnTo>
                <a:lnTo>
                  <a:pt x="152" y="478"/>
                </a:lnTo>
                <a:lnTo>
                  <a:pt x="152" y="482"/>
                </a:lnTo>
                <a:lnTo>
                  <a:pt x="151" y="483"/>
                </a:lnTo>
                <a:lnTo>
                  <a:pt x="151" y="484"/>
                </a:lnTo>
                <a:lnTo>
                  <a:pt x="151" y="485"/>
                </a:lnTo>
                <a:lnTo>
                  <a:pt x="150" y="486"/>
                </a:lnTo>
                <a:lnTo>
                  <a:pt x="150" y="487"/>
                </a:lnTo>
                <a:lnTo>
                  <a:pt x="149" y="487"/>
                </a:lnTo>
                <a:lnTo>
                  <a:pt x="148" y="487"/>
                </a:lnTo>
                <a:lnTo>
                  <a:pt x="147" y="487"/>
                </a:lnTo>
                <a:lnTo>
                  <a:pt x="146" y="487"/>
                </a:lnTo>
                <a:lnTo>
                  <a:pt x="145" y="487"/>
                </a:lnTo>
                <a:lnTo>
                  <a:pt x="144" y="487"/>
                </a:lnTo>
                <a:lnTo>
                  <a:pt x="143" y="487"/>
                </a:lnTo>
                <a:lnTo>
                  <a:pt x="142" y="488"/>
                </a:lnTo>
                <a:lnTo>
                  <a:pt x="141" y="488"/>
                </a:lnTo>
                <a:lnTo>
                  <a:pt x="140" y="489"/>
                </a:lnTo>
                <a:lnTo>
                  <a:pt x="140" y="490"/>
                </a:lnTo>
                <a:lnTo>
                  <a:pt x="139" y="490"/>
                </a:lnTo>
                <a:lnTo>
                  <a:pt x="138" y="490"/>
                </a:lnTo>
                <a:lnTo>
                  <a:pt x="138" y="491"/>
                </a:lnTo>
                <a:lnTo>
                  <a:pt x="137" y="491"/>
                </a:lnTo>
                <a:lnTo>
                  <a:pt x="136" y="492"/>
                </a:lnTo>
                <a:lnTo>
                  <a:pt x="135" y="492"/>
                </a:lnTo>
                <a:lnTo>
                  <a:pt x="134" y="492"/>
                </a:lnTo>
                <a:lnTo>
                  <a:pt x="134" y="493"/>
                </a:lnTo>
                <a:lnTo>
                  <a:pt x="133" y="493"/>
                </a:lnTo>
                <a:lnTo>
                  <a:pt x="132" y="493"/>
                </a:lnTo>
                <a:lnTo>
                  <a:pt x="132" y="494"/>
                </a:lnTo>
                <a:lnTo>
                  <a:pt x="131" y="494"/>
                </a:lnTo>
                <a:lnTo>
                  <a:pt x="130" y="495"/>
                </a:lnTo>
                <a:lnTo>
                  <a:pt x="129" y="496"/>
                </a:lnTo>
                <a:lnTo>
                  <a:pt x="128" y="497"/>
                </a:lnTo>
                <a:lnTo>
                  <a:pt x="127" y="497"/>
                </a:lnTo>
                <a:lnTo>
                  <a:pt x="127" y="498"/>
                </a:lnTo>
                <a:lnTo>
                  <a:pt x="126" y="498"/>
                </a:lnTo>
                <a:lnTo>
                  <a:pt x="124" y="499"/>
                </a:lnTo>
                <a:lnTo>
                  <a:pt x="123" y="499"/>
                </a:lnTo>
                <a:lnTo>
                  <a:pt x="123" y="498"/>
                </a:lnTo>
                <a:lnTo>
                  <a:pt x="122" y="498"/>
                </a:lnTo>
                <a:lnTo>
                  <a:pt x="122" y="497"/>
                </a:lnTo>
                <a:lnTo>
                  <a:pt x="121" y="496"/>
                </a:lnTo>
                <a:lnTo>
                  <a:pt x="121" y="495"/>
                </a:lnTo>
                <a:lnTo>
                  <a:pt x="120" y="495"/>
                </a:lnTo>
                <a:lnTo>
                  <a:pt x="119" y="495"/>
                </a:lnTo>
                <a:lnTo>
                  <a:pt x="119" y="494"/>
                </a:lnTo>
                <a:lnTo>
                  <a:pt x="115" y="494"/>
                </a:lnTo>
                <a:lnTo>
                  <a:pt x="115" y="495"/>
                </a:lnTo>
                <a:lnTo>
                  <a:pt x="114" y="495"/>
                </a:lnTo>
                <a:lnTo>
                  <a:pt x="113" y="495"/>
                </a:lnTo>
                <a:lnTo>
                  <a:pt x="113" y="494"/>
                </a:lnTo>
                <a:lnTo>
                  <a:pt x="112" y="493"/>
                </a:lnTo>
                <a:lnTo>
                  <a:pt x="112" y="492"/>
                </a:lnTo>
                <a:lnTo>
                  <a:pt x="112" y="491"/>
                </a:lnTo>
                <a:lnTo>
                  <a:pt x="113" y="491"/>
                </a:lnTo>
                <a:lnTo>
                  <a:pt x="113" y="490"/>
                </a:lnTo>
                <a:lnTo>
                  <a:pt x="113" y="489"/>
                </a:lnTo>
                <a:lnTo>
                  <a:pt x="112" y="489"/>
                </a:lnTo>
                <a:lnTo>
                  <a:pt x="112" y="488"/>
                </a:lnTo>
                <a:lnTo>
                  <a:pt x="112" y="487"/>
                </a:lnTo>
                <a:lnTo>
                  <a:pt x="112" y="488"/>
                </a:lnTo>
                <a:lnTo>
                  <a:pt x="108" y="481"/>
                </a:lnTo>
                <a:lnTo>
                  <a:pt x="107" y="481"/>
                </a:lnTo>
                <a:lnTo>
                  <a:pt x="107" y="480"/>
                </a:lnTo>
                <a:lnTo>
                  <a:pt x="108" y="479"/>
                </a:lnTo>
                <a:lnTo>
                  <a:pt x="108" y="478"/>
                </a:lnTo>
                <a:lnTo>
                  <a:pt x="108" y="477"/>
                </a:lnTo>
                <a:lnTo>
                  <a:pt x="108" y="476"/>
                </a:lnTo>
                <a:lnTo>
                  <a:pt x="108" y="475"/>
                </a:lnTo>
                <a:lnTo>
                  <a:pt x="108" y="474"/>
                </a:lnTo>
                <a:lnTo>
                  <a:pt x="109" y="474"/>
                </a:lnTo>
                <a:lnTo>
                  <a:pt x="109" y="473"/>
                </a:lnTo>
                <a:lnTo>
                  <a:pt x="108" y="473"/>
                </a:lnTo>
                <a:lnTo>
                  <a:pt x="108" y="472"/>
                </a:lnTo>
                <a:lnTo>
                  <a:pt x="108" y="471"/>
                </a:lnTo>
                <a:lnTo>
                  <a:pt x="107" y="471"/>
                </a:lnTo>
                <a:lnTo>
                  <a:pt x="107" y="470"/>
                </a:lnTo>
                <a:lnTo>
                  <a:pt x="108" y="470"/>
                </a:lnTo>
                <a:lnTo>
                  <a:pt x="108" y="469"/>
                </a:lnTo>
                <a:lnTo>
                  <a:pt x="108" y="468"/>
                </a:lnTo>
                <a:lnTo>
                  <a:pt x="108" y="467"/>
                </a:lnTo>
                <a:lnTo>
                  <a:pt x="109" y="466"/>
                </a:lnTo>
                <a:lnTo>
                  <a:pt x="108" y="466"/>
                </a:lnTo>
                <a:lnTo>
                  <a:pt x="108" y="465"/>
                </a:lnTo>
                <a:lnTo>
                  <a:pt x="108" y="464"/>
                </a:lnTo>
                <a:lnTo>
                  <a:pt x="107" y="463"/>
                </a:lnTo>
                <a:lnTo>
                  <a:pt x="107" y="464"/>
                </a:lnTo>
                <a:lnTo>
                  <a:pt x="107" y="463"/>
                </a:lnTo>
                <a:lnTo>
                  <a:pt x="106" y="462"/>
                </a:lnTo>
                <a:lnTo>
                  <a:pt x="106" y="461"/>
                </a:lnTo>
                <a:lnTo>
                  <a:pt x="106" y="460"/>
                </a:lnTo>
                <a:lnTo>
                  <a:pt x="106" y="459"/>
                </a:lnTo>
                <a:lnTo>
                  <a:pt x="105" y="458"/>
                </a:lnTo>
                <a:lnTo>
                  <a:pt x="106" y="458"/>
                </a:lnTo>
                <a:lnTo>
                  <a:pt x="107" y="457"/>
                </a:lnTo>
                <a:lnTo>
                  <a:pt x="106" y="457"/>
                </a:lnTo>
                <a:lnTo>
                  <a:pt x="106" y="456"/>
                </a:lnTo>
                <a:lnTo>
                  <a:pt x="106" y="455"/>
                </a:lnTo>
                <a:lnTo>
                  <a:pt x="105" y="455"/>
                </a:lnTo>
                <a:lnTo>
                  <a:pt x="105" y="454"/>
                </a:lnTo>
                <a:lnTo>
                  <a:pt x="104" y="454"/>
                </a:lnTo>
                <a:lnTo>
                  <a:pt x="103" y="453"/>
                </a:lnTo>
                <a:lnTo>
                  <a:pt x="103" y="452"/>
                </a:lnTo>
                <a:lnTo>
                  <a:pt x="102" y="452"/>
                </a:lnTo>
                <a:lnTo>
                  <a:pt x="101" y="451"/>
                </a:lnTo>
                <a:lnTo>
                  <a:pt x="100" y="451"/>
                </a:lnTo>
                <a:lnTo>
                  <a:pt x="100" y="450"/>
                </a:lnTo>
                <a:lnTo>
                  <a:pt x="99" y="450"/>
                </a:lnTo>
                <a:lnTo>
                  <a:pt x="100" y="450"/>
                </a:lnTo>
                <a:lnTo>
                  <a:pt x="100" y="449"/>
                </a:lnTo>
                <a:lnTo>
                  <a:pt x="99" y="449"/>
                </a:lnTo>
                <a:lnTo>
                  <a:pt x="99" y="448"/>
                </a:lnTo>
                <a:lnTo>
                  <a:pt x="100" y="448"/>
                </a:lnTo>
                <a:lnTo>
                  <a:pt x="99" y="447"/>
                </a:lnTo>
                <a:lnTo>
                  <a:pt x="98" y="447"/>
                </a:lnTo>
                <a:lnTo>
                  <a:pt x="98" y="446"/>
                </a:lnTo>
                <a:lnTo>
                  <a:pt x="97" y="446"/>
                </a:lnTo>
                <a:lnTo>
                  <a:pt x="96" y="445"/>
                </a:lnTo>
                <a:lnTo>
                  <a:pt x="95" y="446"/>
                </a:lnTo>
                <a:lnTo>
                  <a:pt x="95" y="445"/>
                </a:lnTo>
                <a:lnTo>
                  <a:pt x="95" y="446"/>
                </a:lnTo>
                <a:lnTo>
                  <a:pt x="94" y="446"/>
                </a:lnTo>
                <a:lnTo>
                  <a:pt x="93" y="446"/>
                </a:lnTo>
                <a:lnTo>
                  <a:pt x="92" y="446"/>
                </a:lnTo>
                <a:lnTo>
                  <a:pt x="92" y="445"/>
                </a:lnTo>
                <a:lnTo>
                  <a:pt x="92" y="444"/>
                </a:lnTo>
                <a:lnTo>
                  <a:pt x="93" y="444"/>
                </a:lnTo>
                <a:lnTo>
                  <a:pt x="93" y="443"/>
                </a:lnTo>
                <a:lnTo>
                  <a:pt x="93" y="442"/>
                </a:lnTo>
                <a:lnTo>
                  <a:pt x="92" y="442"/>
                </a:lnTo>
                <a:lnTo>
                  <a:pt x="92" y="441"/>
                </a:lnTo>
                <a:lnTo>
                  <a:pt x="91" y="441"/>
                </a:lnTo>
                <a:lnTo>
                  <a:pt x="91" y="440"/>
                </a:lnTo>
                <a:lnTo>
                  <a:pt x="90" y="439"/>
                </a:lnTo>
                <a:lnTo>
                  <a:pt x="90" y="438"/>
                </a:lnTo>
                <a:lnTo>
                  <a:pt x="91" y="437"/>
                </a:lnTo>
                <a:lnTo>
                  <a:pt x="91" y="436"/>
                </a:lnTo>
                <a:lnTo>
                  <a:pt x="92" y="436"/>
                </a:lnTo>
                <a:lnTo>
                  <a:pt x="93" y="435"/>
                </a:lnTo>
                <a:lnTo>
                  <a:pt x="93" y="434"/>
                </a:lnTo>
                <a:lnTo>
                  <a:pt x="94" y="434"/>
                </a:lnTo>
                <a:lnTo>
                  <a:pt x="95" y="434"/>
                </a:lnTo>
                <a:lnTo>
                  <a:pt x="96" y="434"/>
                </a:lnTo>
                <a:lnTo>
                  <a:pt x="95" y="433"/>
                </a:lnTo>
                <a:lnTo>
                  <a:pt x="94" y="433"/>
                </a:lnTo>
                <a:lnTo>
                  <a:pt x="93" y="433"/>
                </a:lnTo>
                <a:lnTo>
                  <a:pt x="93" y="432"/>
                </a:lnTo>
                <a:lnTo>
                  <a:pt x="93" y="431"/>
                </a:lnTo>
                <a:lnTo>
                  <a:pt x="92" y="431"/>
                </a:lnTo>
                <a:lnTo>
                  <a:pt x="91" y="431"/>
                </a:lnTo>
                <a:lnTo>
                  <a:pt x="91" y="430"/>
                </a:lnTo>
                <a:lnTo>
                  <a:pt x="91" y="429"/>
                </a:lnTo>
                <a:lnTo>
                  <a:pt x="92" y="429"/>
                </a:lnTo>
                <a:lnTo>
                  <a:pt x="91" y="429"/>
                </a:lnTo>
                <a:lnTo>
                  <a:pt x="91" y="428"/>
                </a:lnTo>
                <a:lnTo>
                  <a:pt x="91" y="427"/>
                </a:lnTo>
                <a:lnTo>
                  <a:pt x="92" y="427"/>
                </a:lnTo>
                <a:lnTo>
                  <a:pt x="92" y="426"/>
                </a:lnTo>
                <a:lnTo>
                  <a:pt x="92" y="425"/>
                </a:lnTo>
                <a:lnTo>
                  <a:pt x="93" y="425"/>
                </a:lnTo>
                <a:lnTo>
                  <a:pt x="93" y="424"/>
                </a:lnTo>
                <a:lnTo>
                  <a:pt x="92" y="423"/>
                </a:lnTo>
                <a:lnTo>
                  <a:pt x="92" y="422"/>
                </a:lnTo>
                <a:lnTo>
                  <a:pt x="91" y="422"/>
                </a:lnTo>
                <a:lnTo>
                  <a:pt x="90" y="421"/>
                </a:lnTo>
                <a:lnTo>
                  <a:pt x="90" y="420"/>
                </a:lnTo>
                <a:lnTo>
                  <a:pt x="90" y="419"/>
                </a:lnTo>
                <a:lnTo>
                  <a:pt x="89" y="419"/>
                </a:lnTo>
                <a:lnTo>
                  <a:pt x="89" y="418"/>
                </a:lnTo>
                <a:lnTo>
                  <a:pt x="90" y="418"/>
                </a:lnTo>
                <a:lnTo>
                  <a:pt x="88" y="417"/>
                </a:lnTo>
                <a:lnTo>
                  <a:pt x="87" y="417"/>
                </a:lnTo>
                <a:lnTo>
                  <a:pt x="87" y="416"/>
                </a:lnTo>
                <a:lnTo>
                  <a:pt x="87" y="415"/>
                </a:lnTo>
                <a:lnTo>
                  <a:pt x="86" y="416"/>
                </a:lnTo>
                <a:lnTo>
                  <a:pt x="86" y="415"/>
                </a:lnTo>
                <a:lnTo>
                  <a:pt x="85" y="415"/>
                </a:lnTo>
                <a:lnTo>
                  <a:pt x="85" y="416"/>
                </a:lnTo>
                <a:lnTo>
                  <a:pt x="84" y="416"/>
                </a:lnTo>
                <a:lnTo>
                  <a:pt x="84" y="415"/>
                </a:lnTo>
                <a:lnTo>
                  <a:pt x="83" y="415"/>
                </a:lnTo>
                <a:lnTo>
                  <a:pt x="83" y="414"/>
                </a:lnTo>
                <a:lnTo>
                  <a:pt x="84" y="413"/>
                </a:lnTo>
                <a:lnTo>
                  <a:pt x="84" y="412"/>
                </a:lnTo>
                <a:lnTo>
                  <a:pt x="83" y="412"/>
                </a:lnTo>
                <a:lnTo>
                  <a:pt x="83" y="411"/>
                </a:lnTo>
                <a:lnTo>
                  <a:pt x="83" y="412"/>
                </a:lnTo>
                <a:lnTo>
                  <a:pt x="82" y="411"/>
                </a:lnTo>
                <a:lnTo>
                  <a:pt x="82" y="410"/>
                </a:lnTo>
                <a:lnTo>
                  <a:pt x="81" y="409"/>
                </a:lnTo>
                <a:lnTo>
                  <a:pt x="80" y="409"/>
                </a:lnTo>
                <a:lnTo>
                  <a:pt x="80" y="408"/>
                </a:lnTo>
                <a:lnTo>
                  <a:pt x="80" y="407"/>
                </a:lnTo>
                <a:lnTo>
                  <a:pt x="79" y="407"/>
                </a:lnTo>
                <a:lnTo>
                  <a:pt x="79" y="406"/>
                </a:lnTo>
                <a:lnTo>
                  <a:pt x="79" y="404"/>
                </a:lnTo>
                <a:lnTo>
                  <a:pt x="80" y="404"/>
                </a:lnTo>
                <a:lnTo>
                  <a:pt x="80" y="403"/>
                </a:lnTo>
                <a:lnTo>
                  <a:pt x="80" y="402"/>
                </a:lnTo>
                <a:lnTo>
                  <a:pt x="80" y="401"/>
                </a:lnTo>
                <a:lnTo>
                  <a:pt x="81" y="401"/>
                </a:lnTo>
                <a:lnTo>
                  <a:pt x="80" y="401"/>
                </a:lnTo>
                <a:lnTo>
                  <a:pt x="81" y="400"/>
                </a:lnTo>
                <a:lnTo>
                  <a:pt x="81" y="399"/>
                </a:lnTo>
                <a:lnTo>
                  <a:pt x="82" y="399"/>
                </a:lnTo>
                <a:lnTo>
                  <a:pt x="83" y="399"/>
                </a:lnTo>
                <a:lnTo>
                  <a:pt x="83" y="400"/>
                </a:lnTo>
                <a:lnTo>
                  <a:pt x="84" y="400"/>
                </a:lnTo>
                <a:lnTo>
                  <a:pt x="85" y="400"/>
                </a:lnTo>
                <a:lnTo>
                  <a:pt x="86" y="400"/>
                </a:lnTo>
                <a:lnTo>
                  <a:pt x="87" y="400"/>
                </a:lnTo>
                <a:lnTo>
                  <a:pt x="87" y="399"/>
                </a:lnTo>
                <a:lnTo>
                  <a:pt x="88" y="399"/>
                </a:lnTo>
                <a:lnTo>
                  <a:pt x="88" y="398"/>
                </a:lnTo>
                <a:lnTo>
                  <a:pt x="89" y="398"/>
                </a:lnTo>
                <a:lnTo>
                  <a:pt x="89" y="397"/>
                </a:lnTo>
                <a:lnTo>
                  <a:pt x="88" y="397"/>
                </a:lnTo>
                <a:lnTo>
                  <a:pt x="87" y="396"/>
                </a:lnTo>
                <a:lnTo>
                  <a:pt x="88" y="396"/>
                </a:lnTo>
                <a:lnTo>
                  <a:pt x="88" y="395"/>
                </a:lnTo>
                <a:lnTo>
                  <a:pt x="88" y="394"/>
                </a:lnTo>
                <a:lnTo>
                  <a:pt x="88" y="393"/>
                </a:lnTo>
                <a:lnTo>
                  <a:pt x="87" y="393"/>
                </a:lnTo>
                <a:lnTo>
                  <a:pt x="87" y="392"/>
                </a:lnTo>
                <a:lnTo>
                  <a:pt x="87" y="391"/>
                </a:lnTo>
                <a:lnTo>
                  <a:pt x="87" y="390"/>
                </a:lnTo>
                <a:lnTo>
                  <a:pt x="88" y="390"/>
                </a:lnTo>
                <a:lnTo>
                  <a:pt x="88" y="389"/>
                </a:lnTo>
                <a:lnTo>
                  <a:pt x="89" y="388"/>
                </a:lnTo>
                <a:lnTo>
                  <a:pt x="90" y="388"/>
                </a:lnTo>
                <a:lnTo>
                  <a:pt x="90" y="387"/>
                </a:lnTo>
                <a:lnTo>
                  <a:pt x="91" y="387"/>
                </a:lnTo>
                <a:lnTo>
                  <a:pt x="92" y="387"/>
                </a:lnTo>
                <a:lnTo>
                  <a:pt x="92" y="386"/>
                </a:lnTo>
                <a:lnTo>
                  <a:pt x="93" y="386"/>
                </a:lnTo>
                <a:lnTo>
                  <a:pt x="93" y="387"/>
                </a:lnTo>
                <a:lnTo>
                  <a:pt x="94" y="387"/>
                </a:lnTo>
                <a:lnTo>
                  <a:pt x="94" y="386"/>
                </a:lnTo>
                <a:lnTo>
                  <a:pt x="94" y="385"/>
                </a:lnTo>
                <a:lnTo>
                  <a:pt x="95" y="385"/>
                </a:lnTo>
                <a:lnTo>
                  <a:pt x="94" y="385"/>
                </a:lnTo>
                <a:lnTo>
                  <a:pt x="95" y="385"/>
                </a:lnTo>
                <a:lnTo>
                  <a:pt x="96" y="385"/>
                </a:lnTo>
                <a:lnTo>
                  <a:pt x="96" y="384"/>
                </a:lnTo>
                <a:lnTo>
                  <a:pt x="97" y="383"/>
                </a:lnTo>
                <a:lnTo>
                  <a:pt x="98" y="383"/>
                </a:lnTo>
                <a:lnTo>
                  <a:pt x="98" y="382"/>
                </a:lnTo>
                <a:lnTo>
                  <a:pt x="99" y="381"/>
                </a:lnTo>
                <a:lnTo>
                  <a:pt x="99" y="382"/>
                </a:lnTo>
                <a:lnTo>
                  <a:pt x="100" y="380"/>
                </a:lnTo>
                <a:lnTo>
                  <a:pt x="101" y="380"/>
                </a:lnTo>
                <a:lnTo>
                  <a:pt x="102" y="380"/>
                </a:lnTo>
                <a:lnTo>
                  <a:pt x="103" y="379"/>
                </a:lnTo>
                <a:lnTo>
                  <a:pt x="103" y="380"/>
                </a:lnTo>
                <a:lnTo>
                  <a:pt x="104" y="380"/>
                </a:lnTo>
                <a:lnTo>
                  <a:pt x="104" y="379"/>
                </a:lnTo>
                <a:lnTo>
                  <a:pt x="105" y="379"/>
                </a:lnTo>
                <a:lnTo>
                  <a:pt x="106" y="379"/>
                </a:lnTo>
                <a:lnTo>
                  <a:pt x="107" y="379"/>
                </a:lnTo>
                <a:lnTo>
                  <a:pt x="107" y="378"/>
                </a:lnTo>
                <a:lnTo>
                  <a:pt x="106" y="378"/>
                </a:lnTo>
                <a:lnTo>
                  <a:pt x="106" y="377"/>
                </a:lnTo>
                <a:lnTo>
                  <a:pt x="107" y="377"/>
                </a:lnTo>
                <a:lnTo>
                  <a:pt x="106" y="376"/>
                </a:lnTo>
                <a:lnTo>
                  <a:pt x="106" y="375"/>
                </a:lnTo>
                <a:lnTo>
                  <a:pt x="106" y="374"/>
                </a:lnTo>
                <a:lnTo>
                  <a:pt x="106" y="373"/>
                </a:lnTo>
                <a:lnTo>
                  <a:pt x="104" y="373"/>
                </a:lnTo>
                <a:lnTo>
                  <a:pt x="103" y="374"/>
                </a:lnTo>
                <a:lnTo>
                  <a:pt x="103" y="373"/>
                </a:lnTo>
                <a:lnTo>
                  <a:pt x="102" y="373"/>
                </a:lnTo>
                <a:lnTo>
                  <a:pt x="101" y="373"/>
                </a:lnTo>
                <a:lnTo>
                  <a:pt x="101" y="372"/>
                </a:lnTo>
                <a:lnTo>
                  <a:pt x="101" y="371"/>
                </a:lnTo>
                <a:lnTo>
                  <a:pt x="100" y="371"/>
                </a:lnTo>
                <a:lnTo>
                  <a:pt x="99" y="371"/>
                </a:lnTo>
                <a:lnTo>
                  <a:pt x="99" y="370"/>
                </a:lnTo>
                <a:lnTo>
                  <a:pt x="98" y="371"/>
                </a:lnTo>
                <a:lnTo>
                  <a:pt x="97" y="371"/>
                </a:lnTo>
                <a:lnTo>
                  <a:pt x="96" y="370"/>
                </a:lnTo>
                <a:lnTo>
                  <a:pt x="96" y="371"/>
                </a:lnTo>
                <a:lnTo>
                  <a:pt x="95" y="371"/>
                </a:lnTo>
                <a:lnTo>
                  <a:pt x="95" y="370"/>
                </a:lnTo>
                <a:lnTo>
                  <a:pt x="95" y="369"/>
                </a:lnTo>
                <a:lnTo>
                  <a:pt x="96" y="369"/>
                </a:lnTo>
                <a:lnTo>
                  <a:pt x="96" y="368"/>
                </a:lnTo>
                <a:lnTo>
                  <a:pt x="95" y="368"/>
                </a:lnTo>
                <a:lnTo>
                  <a:pt x="95" y="367"/>
                </a:lnTo>
                <a:lnTo>
                  <a:pt x="94" y="367"/>
                </a:lnTo>
                <a:lnTo>
                  <a:pt x="93" y="367"/>
                </a:lnTo>
                <a:lnTo>
                  <a:pt x="93" y="366"/>
                </a:lnTo>
                <a:lnTo>
                  <a:pt x="93" y="365"/>
                </a:lnTo>
                <a:lnTo>
                  <a:pt x="92" y="366"/>
                </a:lnTo>
                <a:lnTo>
                  <a:pt x="91" y="365"/>
                </a:lnTo>
                <a:lnTo>
                  <a:pt x="91" y="364"/>
                </a:lnTo>
                <a:lnTo>
                  <a:pt x="91" y="363"/>
                </a:lnTo>
                <a:lnTo>
                  <a:pt x="90" y="363"/>
                </a:lnTo>
                <a:lnTo>
                  <a:pt x="91" y="362"/>
                </a:lnTo>
                <a:lnTo>
                  <a:pt x="90" y="361"/>
                </a:lnTo>
                <a:lnTo>
                  <a:pt x="90" y="360"/>
                </a:lnTo>
                <a:lnTo>
                  <a:pt x="89" y="360"/>
                </a:lnTo>
                <a:lnTo>
                  <a:pt x="88" y="360"/>
                </a:lnTo>
                <a:lnTo>
                  <a:pt x="87" y="360"/>
                </a:lnTo>
                <a:lnTo>
                  <a:pt x="87" y="361"/>
                </a:lnTo>
                <a:lnTo>
                  <a:pt x="87" y="362"/>
                </a:lnTo>
                <a:lnTo>
                  <a:pt x="86" y="362"/>
                </a:lnTo>
                <a:lnTo>
                  <a:pt x="85" y="362"/>
                </a:lnTo>
                <a:lnTo>
                  <a:pt x="84" y="362"/>
                </a:lnTo>
                <a:lnTo>
                  <a:pt x="83" y="362"/>
                </a:lnTo>
                <a:lnTo>
                  <a:pt x="82" y="362"/>
                </a:lnTo>
                <a:lnTo>
                  <a:pt x="81" y="362"/>
                </a:lnTo>
                <a:lnTo>
                  <a:pt x="81" y="363"/>
                </a:lnTo>
                <a:lnTo>
                  <a:pt x="81" y="364"/>
                </a:lnTo>
                <a:lnTo>
                  <a:pt x="80" y="364"/>
                </a:lnTo>
                <a:lnTo>
                  <a:pt x="80" y="363"/>
                </a:lnTo>
                <a:lnTo>
                  <a:pt x="79" y="362"/>
                </a:lnTo>
                <a:lnTo>
                  <a:pt x="79" y="361"/>
                </a:lnTo>
                <a:lnTo>
                  <a:pt x="78" y="360"/>
                </a:lnTo>
                <a:lnTo>
                  <a:pt x="78" y="359"/>
                </a:lnTo>
                <a:lnTo>
                  <a:pt x="77" y="359"/>
                </a:lnTo>
                <a:lnTo>
                  <a:pt x="77" y="358"/>
                </a:lnTo>
                <a:lnTo>
                  <a:pt x="76" y="357"/>
                </a:lnTo>
                <a:lnTo>
                  <a:pt x="76" y="356"/>
                </a:lnTo>
                <a:lnTo>
                  <a:pt x="75" y="356"/>
                </a:lnTo>
                <a:lnTo>
                  <a:pt x="74" y="356"/>
                </a:lnTo>
                <a:lnTo>
                  <a:pt x="74" y="355"/>
                </a:lnTo>
                <a:lnTo>
                  <a:pt x="75" y="355"/>
                </a:lnTo>
                <a:lnTo>
                  <a:pt x="75" y="354"/>
                </a:lnTo>
                <a:lnTo>
                  <a:pt x="74" y="354"/>
                </a:lnTo>
                <a:lnTo>
                  <a:pt x="73" y="354"/>
                </a:lnTo>
                <a:lnTo>
                  <a:pt x="72" y="354"/>
                </a:lnTo>
                <a:lnTo>
                  <a:pt x="71" y="353"/>
                </a:lnTo>
                <a:lnTo>
                  <a:pt x="70" y="353"/>
                </a:lnTo>
                <a:lnTo>
                  <a:pt x="69" y="353"/>
                </a:lnTo>
                <a:lnTo>
                  <a:pt x="69" y="352"/>
                </a:lnTo>
                <a:lnTo>
                  <a:pt x="68" y="352"/>
                </a:lnTo>
                <a:lnTo>
                  <a:pt x="68" y="353"/>
                </a:lnTo>
                <a:lnTo>
                  <a:pt x="68" y="354"/>
                </a:lnTo>
                <a:lnTo>
                  <a:pt x="68" y="355"/>
                </a:lnTo>
                <a:lnTo>
                  <a:pt x="68" y="356"/>
                </a:lnTo>
                <a:lnTo>
                  <a:pt x="67" y="356"/>
                </a:lnTo>
                <a:lnTo>
                  <a:pt x="66" y="356"/>
                </a:lnTo>
                <a:lnTo>
                  <a:pt x="65" y="357"/>
                </a:lnTo>
                <a:lnTo>
                  <a:pt x="65" y="358"/>
                </a:lnTo>
                <a:lnTo>
                  <a:pt x="65" y="359"/>
                </a:lnTo>
                <a:lnTo>
                  <a:pt x="64" y="358"/>
                </a:lnTo>
                <a:lnTo>
                  <a:pt x="64" y="359"/>
                </a:lnTo>
                <a:lnTo>
                  <a:pt x="64" y="360"/>
                </a:lnTo>
                <a:lnTo>
                  <a:pt x="63" y="360"/>
                </a:lnTo>
                <a:lnTo>
                  <a:pt x="62" y="359"/>
                </a:lnTo>
                <a:lnTo>
                  <a:pt x="61" y="358"/>
                </a:lnTo>
                <a:lnTo>
                  <a:pt x="60" y="358"/>
                </a:lnTo>
                <a:lnTo>
                  <a:pt x="61" y="358"/>
                </a:lnTo>
                <a:lnTo>
                  <a:pt x="61" y="357"/>
                </a:lnTo>
                <a:lnTo>
                  <a:pt x="60" y="357"/>
                </a:lnTo>
                <a:lnTo>
                  <a:pt x="60" y="356"/>
                </a:lnTo>
                <a:lnTo>
                  <a:pt x="60" y="355"/>
                </a:lnTo>
                <a:lnTo>
                  <a:pt x="59" y="355"/>
                </a:lnTo>
                <a:lnTo>
                  <a:pt x="58" y="354"/>
                </a:lnTo>
                <a:lnTo>
                  <a:pt x="59" y="353"/>
                </a:lnTo>
                <a:lnTo>
                  <a:pt x="59" y="352"/>
                </a:lnTo>
                <a:lnTo>
                  <a:pt x="59" y="351"/>
                </a:lnTo>
                <a:lnTo>
                  <a:pt x="59" y="350"/>
                </a:lnTo>
                <a:lnTo>
                  <a:pt x="58" y="350"/>
                </a:lnTo>
                <a:lnTo>
                  <a:pt x="58" y="349"/>
                </a:lnTo>
                <a:lnTo>
                  <a:pt x="58" y="348"/>
                </a:lnTo>
                <a:lnTo>
                  <a:pt x="57" y="348"/>
                </a:lnTo>
                <a:lnTo>
                  <a:pt x="56" y="347"/>
                </a:lnTo>
                <a:lnTo>
                  <a:pt x="56" y="348"/>
                </a:lnTo>
                <a:lnTo>
                  <a:pt x="55" y="348"/>
                </a:lnTo>
                <a:lnTo>
                  <a:pt x="54" y="347"/>
                </a:lnTo>
                <a:lnTo>
                  <a:pt x="54" y="348"/>
                </a:lnTo>
                <a:lnTo>
                  <a:pt x="53" y="348"/>
                </a:lnTo>
                <a:lnTo>
                  <a:pt x="53" y="347"/>
                </a:lnTo>
                <a:lnTo>
                  <a:pt x="52" y="346"/>
                </a:lnTo>
                <a:lnTo>
                  <a:pt x="51" y="346"/>
                </a:lnTo>
                <a:lnTo>
                  <a:pt x="51" y="345"/>
                </a:lnTo>
                <a:lnTo>
                  <a:pt x="52" y="345"/>
                </a:lnTo>
                <a:lnTo>
                  <a:pt x="52" y="344"/>
                </a:lnTo>
                <a:lnTo>
                  <a:pt x="52" y="343"/>
                </a:lnTo>
                <a:lnTo>
                  <a:pt x="52" y="342"/>
                </a:lnTo>
                <a:lnTo>
                  <a:pt x="52" y="343"/>
                </a:lnTo>
                <a:lnTo>
                  <a:pt x="51" y="343"/>
                </a:lnTo>
                <a:lnTo>
                  <a:pt x="51" y="342"/>
                </a:lnTo>
                <a:lnTo>
                  <a:pt x="51" y="341"/>
                </a:lnTo>
                <a:lnTo>
                  <a:pt x="51" y="340"/>
                </a:lnTo>
                <a:lnTo>
                  <a:pt x="50" y="340"/>
                </a:lnTo>
                <a:lnTo>
                  <a:pt x="50" y="339"/>
                </a:lnTo>
                <a:lnTo>
                  <a:pt x="49" y="339"/>
                </a:lnTo>
                <a:lnTo>
                  <a:pt x="48" y="339"/>
                </a:lnTo>
                <a:lnTo>
                  <a:pt x="48" y="340"/>
                </a:lnTo>
                <a:lnTo>
                  <a:pt x="47" y="340"/>
                </a:lnTo>
                <a:lnTo>
                  <a:pt x="46" y="340"/>
                </a:lnTo>
                <a:lnTo>
                  <a:pt x="45" y="340"/>
                </a:lnTo>
                <a:lnTo>
                  <a:pt x="44" y="339"/>
                </a:lnTo>
                <a:lnTo>
                  <a:pt x="45" y="339"/>
                </a:lnTo>
                <a:lnTo>
                  <a:pt x="45" y="338"/>
                </a:lnTo>
                <a:lnTo>
                  <a:pt x="45" y="337"/>
                </a:lnTo>
                <a:lnTo>
                  <a:pt x="44" y="337"/>
                </a:lnTo>
                <a:lnTo>
                  <a:pt x="45" y="337"/>
                </a:lnTo>
                <a:lnTo>
                  <a:pt x="45" y="336"/>
                </a:lnTo>
                <a:lnTo>
                  <a:pt x="46" y="335"/>
                </a:lnTo>
                <a:lnTo>
                  <a:pt x="45" y="334"/>
                </a:lnTo>
                <a:lnTo>
                  <a:pt x="44" y="333"/>
                </a:lnTo>
                <a:lnTo>
                  <a:pt x="44" y="332"/>
                </a:lnTo>
                <a:lnTo>
                  <a:pt x="45" y="332"/>
                </a:lnTo>
                <a:lnTo>
                  <a:pt x="45" y="331"/>
                </a:lnTo>
                <a:lnTo>
                  <a:pt x="45" y="330"/>
                </a:lnTo>
                <a:lnTo>
                  <a:pt x="45" y="329"/>
                </a:lnTo>
                <a:lnTo>
                  <a:pt x="45" y="328"/>
                </a:lnTo>
                <a:lnTo>
                  <a:pt x="45" y="327"/>
                </a:lnTo>
                <a:lnTo>
                  <a:pt x="44" y="327"/>
                </a:lnTo>
                <a:lnTo>
                  <a:pt x="44" y="326"/>
                </a:lnTo>
                <a:lnTo>
                  <a:pt x="44" y="325"/>
                </a:lnTo>
                <a:lnTo>
                  <a:pt x="44" y="324"/>
                </a:lnTo>
                <a:lnTo>
                  <a:pt x="45" y="323"/>
                </a:lnTo>
                <a:lnTo>
                  <a:pt x="46" y="323"/>
                </a:lnTo>
                <a:lnTo>
                  <a:pt x="46" y="322"/>
                </a:lnTo>
                <a:lnTo>
                  <a:pt x="47" y="322"/>
                </a:lnTo>
                <a:lnTo>
                  <a:pt x="47" y="321"/>
                </a:lnTo>
                <a:lnTo>
                  <a:pt x="48" y="321"/>
                </a:lnTo>
                <a:lnTo>
                  <a:pt x="48" y="320"/>
                </a:lnTo>
                <a:lnTo>
                  <a:pt x="49" y="319"/>
                </a:lnTo>
                <a:lnTo>
                  <a:pt x="49" y="318"/>
                </a:lnTo>
                <a:lnTo>
                  <a:pt x="49" y="317"/>
                </a:lnTo>
                <a:lnTo>
                  <a:pt x="49" y="316"/>
                </a:lnTo>
                <a:lnTo>
                  <a:pt x="50" y="316"/>
                </a:lnTo>
                <a:lnTo>
                  <a:pt x="50" y="315"/>
                </a:lnTo>
                <a:lnTo>
                  <a:pt x="50" y="314"/>
                </a:lnTo>
                <a:lnTo>
                  <a:pt x="51" y="314"/>
                </a:lnTo>
                <a:lnTo>
                  <a:pt x="52" y="313"/>
                </a:lnTo>
                <a:lnTo>
                  <a:pt x="53" y="313"/>
                </a:lnTo>
                <a:lnTo>
                  <a:pt x="54" y="313"/>
                </a:lnTo>
                <a:lnTo>
                  <a:pt x="54" y="312"/>
                </a:lnTo>
                <a:lnTo>
                  <a:pt x="55" y="312"/>
                </a:lnTo>
                <a:lnTo>
                  <a:pt x="55" y="311"/>
                </a:lnTo>
                <a:lnTo>
                  <a:pt x="54" y="311"/>
                </a:lnTo>
                <a:lnTo>
                  <a:pt x="54" y="310"/>
                </a:lnTo>
                <a:lnTo>
                  <a:pt x="54" y="309"/>
                </a:lnTo>
                <a:lnTo>
                  <a:pt x="53" y="309"/>
                </a:lnTo>
                <a:lnTo>
                  <a:pt x="54" y="309"/>
                </a:lnTo>
                <a:lnTo>
                  <a:pt x="54" y="308"/>
                </a:lnTo>
                <a:lnTo>
                  <a:pt x="54" y="307"/>
                </a:lnTo>
                <a:lnTo>
                  <a:pt x="55" y="307"/>
                </a:lnTo>
                <a:lnTo>
                  <a:pt x="55" y="306"/>
                </a:lnTo>
                <a:lnTo>
                  <a:pt x="56" y="305"/>
                </a:lnTo>
                <a:lnTo>
                  <a:pt x="57" y="305"/>
                </a:lnTo>
                <a:lnTo>
                  <a:pt x="57" y="304"/>
                </a:lnTo>
                <a:lnTo>
                  <a:pt x="58" y="304"/>
                </a:lnTo>
                <a:lnTo>
                  <a:pt x="58" y="303"/>
                </a:lnTo>
                <a:lnTo>
                  <a:pt x="59" y="303"/>
                </a:lnTo>
                <a:lnTo>
                  <a:pt x="59" y="304"/>
                </a:lnTo>
                <a:lnTo>
                  <a:pt x="60" y="304"/>
                </a:lnTo>
                <a:lnTo>
                  <a:pt x="60" y="303"/>
                </a:lnTo>
                <a:lnTo>
                  <a:pt x="61" y="303"/>
                </a:lnTo>
                <a:lnTo>
                  <a:pt x="61" y="302"/>
                </a:lnTo>
                <a:lnTo>
                  <a:pt x="62" y="302"/>
                </a:lnTo>
                <a:lnTo>
                  <a:pt x="63" y="302"/>
                </a:lnTo>
                <a:lnTo>
                  <a:pt x="63" y="301"/>
                </a:lnTo>
                <a:lnTo>
                  <a:pt x="64" y="301"/>
                </a:lnTo>
                <a:lnTo>
                  <a:pt x="64" y="300"/>
                </a:lnTo>
                <a:lnTo>
                  <a:pt x="65" y="300"/>
                </a:lnTo>
                <a:lnTo>
                  <a:pt x="66" y="300"/>
                </a:lnTo>
                <a:lnTo>
                  <a:pt x="66" y="299"/>
                </a:lnTo>
                <a:lnTo>
                  <a:pt x="67" y="299"/>
                </a:lnTo>
                <a:lnTo>
                  <a:pt x="67" y="298"/>
                </a:lnTo>
                <a:lnTo>
                  <a:pt x="68" y="298"/>
                </a:lnTo>
                <a:lnTo>
                  <a:pt x="68" y="297"/>
                </a:lnTo>
                <a:lnTo>
                  <a:pt x="69" y="297"/>
                </a:lnTo>
                <a:lnTo>
                  <a:pt x="70" y="297"/>
                </a:lnTo>
                <a:lnTo>
                  <a:pt x="70" y="296"/>
                </a:lnTo>
                <a:lnTo>
                  <a:pt x="71" y="296"/>
                </a:lnTo>
                <a:lnTo>
                  <a:pt x="71" y="295"/>
                </a:lnTo>
                <a:lnTo>
                  <a:pt x="72" y="295"/>
                </a:lnTo>
                <a:lnTo>
                  <a:pt x="73" y="295"/>
                </a:lnTo>
                <a:lnTo>
                  <a:pt x="73" y="296"/>
                </a:lnTo>
                <a:lnTo>
                  <a:pt x="74" y="296"/>
                </a:lnTo>
                <a:lnTo>
                  <a:pt x="75" y="296"/>
                </a:lnTo>
                <a:lnTo>
                  <a:pt x="75" y="297"/>
                </a:lnTo>
                <a:lnTo>
                  <a:pt x="76" y="297"/>
                </a:lnTo>
                <a:lnTo>
                  <a:pt x="77" y="297"/>
                </a:lnTo>
                <a:lnTo>
                  <a:pt x="77" y="296"/>
                </a:lnTo>
                <a:lnTo>
                  <a:pt x="76" y="296"/>
                </a:lnTo>
                <a:lnTo>
                  <a:pt x="77" y="295"/>
                </a:lnTo>
                <a:lnTo>
                  <a:pt x="79" y="295"/>
                </a:lnTo>
                <a:lnTo>
                  <a:pt x="79" y="294"/>
                </a:lnTo>
                <a:lnTo>
                  <a:pt x="80" y="294"/>
                </a:lnTo>
                <a:lnTo>
                  <a:pt x="81" y="295"/>
                </a:lnTo>
                <a:lnTo>
                  <a:pt x="82" y="295"/>
                </a:lnTo>
                <a:lnTo>
                  <a:pt x="82" y="296"/>
                </a:lnTo>
                <a:lnTo>
                  <a:pt x="83" y="296"/>
                </a:lnTo>
                <a:lnTo>
                  <a:pt x="83" y="297"/>
                </a:lnTo>
                <a:lnTo>
                  <a:pt x="84" y="297"/>
                </a:lnTo>
                <a:lnTo>
                  <a:pt x="84" y="296"/>
                </a:lnTo>
                <a:lnTo>
                  <a:pt x="85" y="296"/>
                </a:lnTo>
                <a:lnTo>
                  <a:pt x="85" y="295"/>
                </a:lnTo>
                <a:lnTo>
                  <a:pt x="86" y="295"/>
                </a:lnTo>
                <a:lnTo>
                  <a:pt x="86" y="296"/>
                </a:lnTo>
                <a:lnTo>
                  <a:pt x="86" y="295"/>
                </a:lnTo>
                <a:lnTo>
                  <a:pt x="87" y="294"/>
                </a:lnTo>
                <a:lnTo>
                  <a:pt x="87" y="295"/>
                </a:lnTo>
                <a:lnTo>
                  <a:pt x="87" y="296"/>
                </a:lnTo>
                <a:lnTo>
                  <a:pt x="88" y="296"/>
                </a:lnTo>
                <a:lnTo>
                  <a:pt x="88" y="295"/>
                </a:lnTo>
                <a:lnTo>
                  <a:pt x="89" y="295"/>
                </a:lnTo>
                <a:lnTo>
                  <a:pt x="90" y="295"/>
                </a:lnTo>
                <a:lnTo>
                  <a:pt x="91" y="295"/>
                </a:lnTo>
                <a:lnTo>
                  <a:pt x="91" y="294"/>
                </a:lnTo>
                <a:lnTo>
                  <a:pt x="92" y="294"/>
                </a:lnTo>
                <a:lnTo>
                  <a:pt x="92" y="293"/>
                </a:lnTo>
                <a:lnTo>
                  <a:pt x="93" y="293"/>
                </a:lnTo>
                <a:lnTo>
                  <a:pt x="93" y="292"/>
                </a:lnTo>
                <a:lnTo>
                  <a:pt x="93" y="291"/>
                </a:lnTo>
                <a:lnTo>
                  <a:pt x="92" y="290"/>
                </a:lnTo>
                <a:lnTo>
                  <a:pt x="91" y="290"/>
                </a:lnTo>
                <a:lnTo>
                  <a:pt x="91" y="288"/>
                </a:lnTo>
                <a:lnTo>
                  <a:pt x="91" y="287"/>
                </a:lnTo>
                <a:lnTo>
                  <a:pt x="91" y="286"/>
                </a:lnTo>
                <a:lnTo>
                  <a:pt x="91" y="284"/>
                </a:lnTo>
                <a:lnTo>
                  <a:pt x="92" y="284"/>
                </a:lnTo>
                <a:lnTo>
                  <a:pt x="92" y="283"/>
                </a:lnTo>
                <a:lnTo>
                  <a:pt x="92" y="282"/>
                </a:lnTo>
                <a:lnTo>
                  <a:pt x="93" y="282"/>
                </a:lnTo>
                <a:lnTo>
                  <a:pt x="92" y="282"/>
                </a:lnTo>
                <a:lnTo>
                  <a:pt x="93" y="282"/>
                </a:lnTo>
                <a:lnTo>
                  <a:pt x="93" y="281"/>
                </a:lnTo>
                <a:lnTo>
                  <a:pt x="93" y="280"/>
                </a:lnTo>
                <a:lnTo>
                  <a:pt x="93" y="279"/>
                </a:lnTo>
                <a:lnTo>
                  <a:pt x="93" y="278"/>
                </a:lnTo>
                <a:lnTo>
                  <a:pt x="92" y="277"/>
                </a:lnTo>
                <a:lnTo>
                  <a:pt x="92" y="276"/>
                </a:lnTo>
                <a:lnTo>
                  <a:pt x="93" y="276"/>
                </a:lnTo>
                <a:lnTo>
                  <a:pt x="93" y="275"/>
                </a:lnTo>
                <a:lnTo>
                  <a:pt x="93" y="274"/>
                </a:lnTo>
                <a:lnTo>
                  <a:pt x="94" y="273"/>
                </a:lnTo>
                <a:lnTo>
                  <a:pt x="93" y="273"/>
                </a:lnTo>
                <a:lnTo>
                  <a:pt x="93" y="272"/>
                </a:lnTo>
                <a:lnTo>
                  <a:pt x="94" y="272"/>
                </a:lnTo>
                <a:lnTo>
                  <a:pt x="93" y="272"/>
                </a:lnTo>
                <a:lnTo>
                  <a:pt x="94" y="272"/>
                </a:lnTo>
                <a:lnTo>
                  <a:pt x="94" y="271"/>
                </a:lnTo>
                <a:lnTo>
                  <a:pt x="94" y="269"/>
                </a:lnTo>
                <a:lnTo>
                  <a:pt x="93" y="269"/>
                </a:lnTo>
                <a:lnTo>
                  <a:pt x="93" y="268"/>
                </a:lnTo>
                <a:lnTo>
                  <a:pt x="94" y="268"/>
                </a:lnTo>
                <a:lnTo>
                  <a:pt x="94" y="267"/>
                </a:lnTo>
                <a:lnTo>
                  <a:pt x="93" y="267"/>
                </a:lnTo>
                <a:lnTo>
                  <a:pt x="93" y="266"/>
                </a:lnTo>
                <a:lnTo>
                  <a:pt x="94" y="266"/>
                </a:lnTo>
                <a:lnTo>
                  <a:pt x="94" y="265"/>
                </a:lnTo>
                <a:lnTo>
                  <a:pt x="95" y="264"/>
                </a:lnTo>
                <a:lnTo>
                  <a:pt x="95" y="263"/>
                </a:lnTo>
                <a:lnTo>
                  <a:pt x="94" y="263"/>
                </a:lnTo>
                <a:lnTo>
                  <a:pt x="94" y="262"/>
                </a:lnTo>
                <a:lnTo>
                  <a:pt x="94" y="261"/>
                </a:lnTo>
                <a:lnTo>
                  <a:pt x="94" y="260"/>
                </a:lnTo>
                <a:lnTo>
                  <a:pt x="94" y="259"/>
                </a:lnTo>
                <a:lnTo>
                  <a:pt x="95" y="258"/>
                </a:lnTo>
                <a:lnTo>
                  <a:pt x="95" y="257"/>
                </a:lnTo>
                <a:lnTo>
                  <a:pt x="95" y="256"/>
                </a:lnTo>
                <a:lnTo>
                  <a:pt x="95" y="255"/>
                </a:lnTo>
                <a:lnTo>
                  <a:pt x="95" y="254"/>
                </a:lnTo>
                <a:lnTo>
                  <a:pt x="94" y="253"/>
                </a:lnTo>
                <a:lnTo>
                  <a:pt x="94" y="252"/>
                </a:lnTo>
                <a:lnTo>
                  <a:pt x="93" y="251"/>
                </a:lnTo>
                <a:lnTo>
                  <a:pt x="93" y="250"/>
                </a:lnTo>
                <a:lnTo>
                  <a:pt x="93" y="249"/>
                </a:lnTo>
                <a:lnTo>
                  <a:pt x="93" y="248"/>
                </a:lnTo>
                <a:lnTo>
                  <a:pt x="93" y="247"/>
                </a:lnTo>
                <a:lnTo>
                  <a:pt x="93" y="246"/>
                </a:lnTo>
                <a:lnTo>
                  <a:pt x="93" y="245"/>
                </a:lnTo>
                <a:lnTo>
                  <a:pt x="93" y="244"/>
                </a:lnTo>
                <a:lnTo>
                  <a:pt x="93" y="243"/>
                </a:lnTo>
                <a:lnTo>
                  <a:pt x="92" y="242"/>
                </a:lnTo>
                <a:lnTo>
                  <a:pt x="93" y="241"/>
                </a:lnTo>
                <a:lnTo>
                  <a:pt x="92" y="241"/>
                </a:lnTo>
                <a:lnTo>
                  <a:pt x="92" y="239"/>
                </a:lnTo>
                <a:lnTo>
                  <a:pt x="92" y="238"/>
                </a:lnTo>
                <a:lnTo>
                  <a:pt x="92" y="237"/>
                </a:lnTo>
                <a:lnTo>
                  <a:pt x="91" y="236"/>
                </a:lnTo>
                <a:lnTo>
                  <a:pt x="91" y="235"/>
                </a:lnTo>
                <a:lnTo>
                  <a:pt x="91" y="234"/>
                </a:lnTo>
                <a:lnTo>
                  <a:pt x="91" y="233"/>
                </a:lnTo>
                <a:lnTo>
                  <a:pt x="91" y="231"/>
                </a:lnTo>
                <a:lnTo>
                  <a:pt x="90" y="229"/>
                </a:lnTo>
                <a:lnTo>
                  <a:pt x="90" y="227"/>
                </a:lnTo>
                <a:lnTo>
                  <a:pt x="90" y="226"/>
                </a:lnTo>
                <a:lnTo>
                  <a:pt x="90" y="225"/>
                </a:lnTo>
                <a:lnTo>
                  <a:pt x="89" y="225"/>
                </a:lnTo>
                <a:lnTo>
                  <a:pt x="88" y="225"/>
                </a:lnTo>
                <a:lnTo>
                  <a:pt x="88" y="224"/>
                </a:lnTo>
                <a:lnTo>
                  <a:pt x="89" y="223"/>
                </a:lnTo>
                <a:lnTo>
                  <a:pt x="90" y="223"/>
                </a:lnTo>
                <a:lnTo>
                  <a:pt x="90" y="222"/>
                </a:lnTo>
                <a:lnTo>
                  <a:pt x="90" y="221"/>
                </a:lnTo>
                <a:lnTo>
                  <a:pt x="89" y="221"/>
                </a:lnTo>
                <a:lnTo>
                  <a:pt x="89" y="220"/>
                </a:lnTo>
                <a:lnTo>
                  <a:pt x="87" y="220"/>
                </a:lnTo>
                <a:lnTo>
                  <a:pt x="86" y="220"/>
                </a:lnTo>
                <a:lnTo>
                  <a:pt x="87" y="219"/>
                </a:lnTo>
                <a:lnTo>
                  <a:pt x="88" y="218"/>
                </a:lnTo>
                <a:lnTo>
                  <a:pt x="89" y="218"/>
                </a:lnTo>
                <a:lnTo>
                  <a:pt x="89" y="217"/>
                </a:lnTo>
                <a:lnTo>
                  <a:pt x="89" y="216"/>
                </a:lnTo>
                <a:lnTo>
                  <a:pt x="90" y="215"/>
                </a:lnTo>
                <a:lnTo>
                  <a:pt x="91" y="215"/>
                </a:lnTo>
                <a:lnTo>
                  <a:pt x="91" y="214"/>
                </a:lnTo>
                <a:lnTo>
                  <a:pt x="92" y="214"/>
                </a:lnTo>
                <a:lnTo>
                  <a:pt x="92" y="213"/>
                </a:lnTo>
                <a:lnTo>
                  <a:pt x="93" y="213"/>
                </a:lnTo>
                <a:lnTo>
                  <a:pt x="93" y="214"/>
                </a:lnTo>
                <a:lnTo>
                  <a:pt x="94" y="214"/>
                </a:lnTo>
                <a:lnTo>
                  <a:pt x="94" y="213"/>
                </a:lnTo>
                <a:lnTo>
                  <a:pt x="93" y="213"/>
                </a:lnTo>
                <a:lnTo>
                  <a:pt x="93" y="212"/>
                </a:lnTo>
                <a:lnTo>
                  <a:pt x="91" y="212"/>
                </a:lnTo>
                <a:lnTo>
                  <a:pt x="91" y="213"/>
                </a:lnTo>
                <a:lnTo>
                  <a:pt x="90" y="213"/>
                </a:lnTo>
                <a:lnTo>
                  <a:pt x="90" y="214"/>
                </a:lnTo>
                <a:lnTo>
                  <a:pt x="88" y="216"/>
                </a:lnTo>
                <a:lnTo>
                  <a:pt x="88" y="217"/>
                </a:lnTo>
                <a:lnTo>
                  <a:pt x="87" y="217"/>
                </a:lnTo>
                <a:lnTo>
                  <a:pt x="86" y="217"/>
                </a:lnTo>
                <a:lnTo>
                  <a:pt x="86" y="218"/>
                </a:lnTo>
                <a:lnTo>
                  <a:pt x="86" y="219"/>
                </a:lnTo>
                <a:lnTo>
                  <a:pt x="86" y="220"/>
                </a:lnTo>
                <a:lnTo>
                  <a:pt x="85" y="220"/>
                </a:lnTo>
                <a:lnTo>
                  <a:pt x="84" y="220"/>
                </a:lnTo>
                <a:lnTo>
                  <a:pt x="84" y="221"/>
                </a:lnTo>
                <a:lnTo>
                  <a:pt x="83" y="221"/>
                </a:lnTo>
                <a:lnTo>
                  <a:pt x="83" y="222"/>
                </a:lnTo>
                <a:lnTo>
                  <a:pt x="82" y="222"/>
                </a:lnTo>
                <a:lnTo>
                  <a:pt x="82" y="223"/>
                </a:lnTo>
                <a:lnTo>
                  <a:pt x="81" y="224"/>
                </a:lnTo>
                <a:lnTo>
                  <a:pt x="81" y="223"/>
                </a:lnTo>
                <a:lnTo>
                  <a:pt x="81" y="222"/>
                </a:lnTo>
                <a:lnTo>
                  <a:pt x="81" y="221"/>
                </a:lnTo>
                <a:lnTo>
                  <a:pt x="81" y="220"/>
                </a:lnTo>
                <a:lnTo>
                  <a:pt x="80" y="220"/>
                </a:lnTo>
                <a:lnTo>
                  <a:pt x="79" y="220"/>
                </a:lnTo>
                <a:lnTo>
                  <a:pt x="79" y="221"/>
                </a:lnTo>
                <a:lnTo>
                  <a:pt x="79" y="222"/>
                </a:lnTo>
                <a:lnTo>
                  <a:pt x="78" y="222"/>
                </a:lnTo>
                <a:lnTo>
                  <a:pt x="78" y="223"/>
                </a:lnTo>
                <a:lnTo>
                  <a:pt x="77" y="223"/>
                </a:lnTo>
                <a:lnTo>
                  <a:pt x="76" y="222"/>
                </a:lnTo>
                <a:lnTo>
                  <a:pt x="75" y="222"/>
                </a:lnTo>
                <a:lnTo>
                  <a:pt x="74" y="221"/>
                </a:lnTo>
                <a:lnTo>
                  <a:pt x="73" y="221"/>
                </a:lnTo>
                <a:lnTo>
                  <a:pt x="73" y="222"/>
                </a:lnTo>
                <a:lnTo>
                  <a:pt x="73" y="223"/>
                </a:lnTo>
                <a:lnTo>
                  <a:pt x="74" y="223"/>
                </a:lnTo>
                <a:lnTo>
                  <a:pt x="73" y="223"/>
                </a:lnTo>
                <a:lnTo>
                  <a:pt x="73" y="224"/>
                </a:lnTo>
                <a:lnTo>
                  <a:pt x="72" y="224"/>
                </a:lnTo>
                <a:lnTo>
                  <a:pt x="71" y="224"/>
                </a:lnTo>
                <a:lnTo>
                  <a:pt x="71" y="225"/>
                </a:lnTo>
                <a:lnTo>
                  <a:pt x="72" y="225"/>
                </a:lnTo>
                <a:lnTo>
                  <a:pt x="72" y="226"/>
                </a:lnTo>
                <a:lnTo>
                  <a:pt x="71" y="229"/>
                </a:lnTo>
                <a:lnTo>
                  <a:pt x="70" y="229"/>
                </a:lnTo>
                <a:lnTo>
                  <a:pt x="70" y="230"/>
                </a:lnTo>
                <a:lnTo>
                  <a:pt x="69" y="230"/>
                </a:lnTo>
                <a:lnTo>
                  <a:pt x="69" y="229"/>
                </a:lnTo>
                <a:lnTo>
                  <a:pt x="70" y="229"/>
                </a:lnTo>
                <a:lnTo>
                  <a:pt x="69" y="228"/>
                </a:lnTo>
                <a:lnTo>
                  <a:pt x="69" y="229"/>
                </a:lnTo>
                <a:lnTo>
                  <a:pt x="68" y="229"/>
                </a:lnTo>
                <a:lnTo>
                  <a:pt x="67" y="230"/>
                </a:lnTo>
                <a:lnTo>
                  <a:pt x="66" y="230"/>
                </a:lnTo>
                <a:lnTo>
                  <a:pt x="66" y="229"/>
                </a:lnTo>
                <a:lnTo>
                  <a:pt x="65" y="229"/>
                </a:lnTo>
                <a:lnTo>
                  <a:pt x="65" y="228"/>
                </a:lnTo>
                <a:lnTo>
                  <a:pt x="64" y="228"/>
                </a:lnTo>
                <a:lnTo>
                  <a:pt x="63" y="228"/>
                </a:lnTo>
                <a:lnTo>
                  <a:pt x="63" y="229"/>
                </a:lnTo>
                <a:lnTo>
                  <a:pt x="62" y="229"/>
                </a:lnTo>
                <a:lnTo>
                  <a:pt x="62" y="230"/>
                </a:lnTo>
                <a:lnTo>
                  <a:pt x="61" y="230"/>
                </a:lnTo>
                <a:lnTo>
                  <a:pt x="60" y="230"/>
                </a:lnTo>
                <a:lnTo>
                  <a:pt x="60" y="229"/>
                </a:lnTo>
                <a:lnTo>
                  <a:pt x="61" y="229"/>
                </a:lnTo>
                <a:lnTo>
                  <a:pt x="62" y="229"/>
                </a:lnTo>
                <a:lnTo>
                  <a:pt x="62" y="228"/>
                </a:lnTo>
                <a:lnTo>
                  <a:pt x="61" y="228"/>
                </a:lnTo>
                <a:lnTo>
                  <a:pt x="60" y="228"/>
                </a:lnTo>
                <a:lnTo>
                  <a:pt x="59" y="228"/>
                </a:lnTo>
                <a:lnTo>
                  <a:pt x="59" y="227"/>
                </a:lnTo>
                <a:lnTo>
                  <a:pt x="58" y="227"/>
                </a:lnTo>
                <a:lnTo>
                  <a:pt x="58" y="226"/>
                </a:lnTo>
                <a:lnTo>
                  <a:pt x="57" y="226"/>
                </a:lnTo>
                <a:lnTo>
                  <a:pt x="58" y="226"/>
                </a:lnTo>
                <a:lnTo>
                  <a:pt x="57" y="226"/>
                </a:lnTo>
                <a:lnTo>
                  <a:pt x="57" y="225"/>
                </a:lnTo>
                <a:lnTo>
                  <a:pt x="56" y="224"/>
                </a:lnTo>
                <a:lnTo>
                  <a:pt x="56" y="222"/>
                </a:lnTo>
                <a:lnTo>
                  <a:pt x="55" y="221"/>
                </a:lnTo>
                <a:lnTo>
                  <a:pt x="54" y="221"/>
                </a:lnTo>
                <a:lnTo>
                  <a:pt x="54" y="219"/>
                </a:lnTo>
                <a:lnTo>
                  <a:pt x="53" y="219"/>
                </a:lnTo>
                <a:lnTo>
                  <a:pt x="53" y="218"/>
                </a:lnTo>
                <a:lnTo>
                  <a:pt x="52" y="218"/>
                </a:lnTo>
                <a:lnTo>
                  <a:pt x="51" y="218"/>
                </a:lnTo>
                <a:lnTo>
                  <a:pt x="51" y="217"/>
                </a:lnTo>
                <a:lnTo>
                  <a:pt x="50" y="217"/>
                </a:lnTo>
                <a:lnTo>
                  <a:pt x="50" y="216"/>
                </a:lnTo>
                <a:lnTo>
                  <a:pt x="50" y="215"/>
                </a:lnTo>
                <a:lnTo>
                  <a:pt x="49" y="215"/>
                </a:lnTo>
                <a:lnTo>
                  <a:pt x="48" y="215"/>
                </a:lnTo>
                <a:lnTo>
                  <a:pt x="47" y="214"/>
                </a:lnTo>
                <a:lnTo>
                  <a:pt x="47" y="213"/>
                </a:lnTo>
                <a:lnTo>
                  <a:pt x="47" y="212"/>
                </a:lnTo>
                <a:lnTo>
                  <a:pt x="46" y="213"/>
                </a:lnTo>
                <a:lnTo>
                  <a:pt x="45" y="213"/>
                </a:lnTo>
                <a:lnTo>
                  <a:pt x="41" y="214"/>
                </a:lnTo>
                <a:lnTo>
                  <a:pt x="40" y="214"/>
                </a:lnTo>
                <a:lnTo>
                  <a:pt x="39" y="215"/>
                </a:lnTo>
                <a:lnTo>
                  <a:pt x="38" y="215"/>
                </a:lnTo>
                <a:lnTo>
                  <a:pt x="37" y="214"/>
                </a:lnTo>
                <a:lnTo>
                  <a:pt x="37" y="213"/>
                </a:lnTo>
                <a:lnTo>
                  <a:pt x="38" y="212"/>
                </a:lnTo>
                <a:lnTo>
                  <a:pt x="38" y="211"/>
                </a:lnTo>
                <a:lnTo>
                  <a:pt x="37" y="211"/>
                </a:lnTo>
                <a:lnTo>
                  <a:pt x="36" y="211"/>
                </a:lnTo>
                <a:lnTo>
                  <a:pt x="35" y="212"/>
                </a:lnTo>
                <a:lnTo>
                  <a:pt x="34" y="212"/>
                </a:lnTo>
                <a:lnTo>
                  <a:pt x="33" y="212"/>
                </a:lnTo>
                <a:lnTo>
                  <a:pt x="33" y="211"/>
                </a:lnTo>
                <a:lnTo>
                  <a:pt x="34" y="211"/>
                </a:lnTo>
                <a:lnTo>
                  <a:pt x="33" y="211"/>
                </a:lnTo>
                <a:lnTo>
                  <a:pt x="33" y="210"/>
                </a:lnTo>
                <a:lnTo>
                  <a:pt x="33" y="211"/>
                </a:lnTo>
                <a:lnTo>
                  <a:pt x="32" y="211"/>
                </a:lnTo>
                <a:lnTo>
                  <a:pt x="31" y="211"/>
                </a:lnTo>
                <a:lnTo>
                  <a:pt x="30" y="211"/>
                </a:lnTo>
                <a:lnTo>
                  <a:pt x="29" y="211"/>
                </a:lnTo>
                <a:lnTo>
                  <a:pt x="28" y="211"/>
                </a:lnTo>
                <a:lnTo>
                  <a:pt x="28" y="210"/>
                </a:lnTo>
                <a:lnTo>
                  <a:pt x="27" y="210"/>
                </a:lnTo>
                <a:lnTo>
                  <a:pt x="28" y="209"/>
                </a:lnTo>
                <a:lnTo>
                  <a:pt x="29" y="209"/>
                </a:lnTo>
                <a:lnTo>
                  <a:pt x="29" y="208"/>
                </a:lnTo>
                <a:lnTo>
                  <a:pt x="28" y="208"/>
                </a:lnTo>
                <a:lnTo>
                  <a:pt x="29" y="208"/>
                </a:lnTo>
                <a:lnTo>
                  <a:pt x="29" y="207"/>
                </a:lnTo>
                <a:lnTo>
                  <a:pt x="28" y="207"/>
                </a:lnTo>
                <a:lnTo>
                  <a:pt x="28" y="206"/>
                </a:lnTo>
                <a:lnTo>
                  <a:pt x="28" y="205"/>
                </a:lnTo>
                <a:lnTo>
                  <a:pt x="29" y="205"/>
                </a:lnTo>
                <a:lnTo>
                  <a:pt x="29" y="204"/>
                </a:lnTo>
                <a:lnTo>
                  <a:pt x="29" y="203"/>
                </a:lnTo>
                <a:lnTo>
                  <a:pt x="28" y="203"/>
                </a:lnTo>
                <a:lnTo>
                  <a:pt x="27" y="203"/>
                </a:lnTo>
                <a:lnTo>
                  <a:pt x="27" y="204"/>
                </a:lnTo>
                <a:lnTo>
                  <a:pt x="26" y="204"/>
                </a:lnTo>
                <a:lnTo>
                  <a:pt x="26" y="203"/>
                </a:lnTo>
                <a:lnTo>
                  <a:pt x="27" y="203"/>
                </a:lnTo>
                <a:lnTo>
                  <a:pt x="27" y="202"/>
                </a:lnTo>
                <a:lnTo>
                  <a:pt x="27" y="200"/>
                </a:lnTo>
                <a:lnTo>
                  <a:pt x="27" y="198"/>
                </a:lnTo>
                <a:lnTo>
                  <a:pt x="27" y="197"/>
                </a:lnTo>
                <a:lnTo>
                  <a:pt x="26" y="197"/>
                </a:lnTo>
                <a:lnTo>
                  <a:pt x="26" y="196"/>
                </a:lnTo>
                <a:lnTo>
                  <a:pt x="27" y="196"/>
                </a:lnTo>
                <a:lnTo>
                  <a:pt x="27" y="194"/>
                </a:lnTo>
                <a:lnTo>
                  <a:pt x="27" y="193"/>
                </a:lnTo>
                <a:lnTo>
                  <a:pt x="27" y="192"/>
                </a:lnTo>
                <a:lnTo>
                  <a:pt x="27" y="191"/>
                </a:lnTo>
                <a:lnTo>
                  <a:pt x="28" y="191"/>
                </a:lnTo>
                <a:lnTo>
                  <a:pt x="29" y="191"/>
                </a:lnTo>
                <a:lnTo>
                  <a:pt x="29" y="190"/>
                </a:lnTo>
                <a:lnTo>
                  <a:pt x="28" y="190"/>
                </a:lnTo>
                <a:lnTo>
                  <a:pt x="28" y="189"/>
                </a:lnTo>
                <a:lnTo>
                  <a:pt x="27" y="189"/>
                </a:lnTo>
                <a:lnTo>
                  <a:pt x="27" y="188"/>
                </a:lnTo>
                <a:lnTo>
                  <a:pt x="28" y="188"/>
                </a:lnTo>
                <a:lnTo>
                  <a:pt x="28" y="187"/>
                </a:lnTo>
                <a:lnTo>
                  <a:pt x="27" y="187"/>
                </a:lnTo>
                <a:lnTo>
                  <a:pt x="27" y="186"/>
                </a:lnTo>
                <a:lnTo>
                  <a:pt x="27" y="185"/>
                </a:lnTo>
                <a:lnTo>
                  <a:pt x="28" y="185"/>
                </a:lnTo>
                <a:lnTo>
                  <a:pt x="28" y="186"/>
                </a:lnTo>
                <a:lnTo>
                  <a:pt x="29" y="185"/>
                </a:lnTo>
                <a:lnTo>
                  <a:pt x="28" y="184"/>
                </a:lnTo>
                <a:lnTo>
                  <a:pt x="27" y="184"/>
                </a:lnTo>
                <a:lnTo>
                  <a:pt x="26" y="184"/>
                </a:lnTo>
                <a:lnTo>
                  <a:pt x="25" y="184"/>
                </a:lnTo>
                <a:lnTo>
                  <a:pt x="25" y="183"/>
                </a:lnTo>
                <a:lnTo>
                  <a:pt x="24" y="183"/>
                </a:lnTo>
                <a:lnTo>
                  <a:pt x="24" y="182"/>
                </a:lnTo>
                <a:lnTo>
                  <a:pt x="24" y="181"/>
                </a:lnTo>
                <a:lnTo>
                  <a:pt x="23" y="181"/>
                </a:lnTo>
                <a:lnTo>
                  <a:pt x="23" y="180"/>
                </a:lnTo>
                <a:lnTo>
                  <a:pt x="22" y="180"/>
                </a:lnTo>
                <a:lnTo>
                  <a:pt x="20" y="180"/>
                </a:lnTo>
                <a:lnTo>
                  <a:pt x="19" y="180"/>
                </a:lnTo>
                <a:lnTo>
                  <a:pt x="19" y="179"/>
                </a:lnTo>
                <a:lnTo>
                  <a:pt x="18" y="179"/>
                </a:lnTo>
                <a:lnTo>
                  <a:pt x="16" y="179"/>
                </a:lnTo>
                <a:lnTo>
                  <a:pt x="14" y="179"/>
                </a:lnTo>
                <a:lnTo>
                  <a:pt x="13" y="179"/>
                </a:lnTo>
                <a:lnTo>
                  <a:pt x="12" y="179"/>
                </a:lnTo>
                <a:lnTo>
                  <a:pt x="12" y="178"/>
                </a:lnTo>
                <a:lnTo>
                  <a:pt x="13" y="178"/>
                </a:lnTo>
                <a:lnTo>
                  <a:pt x="14" y="178"/>
                </a:lnTo>
                <a:lnTo>
                  <a:pt x="14" y="177"/>
                </a:lnTo>
                <a:lnTo>
                  <a:pt x="14" y="176"/>
                </a:lnTo>
                <a:lnTo>
                  <a:pt x="13" y="176"/>
                </a:lnTo>
                <a:lnTo>
                  <a:pt x="12" y="176"/>
                </a:lnTo>
                <a:lnTo>
                  <a:pt x="12" y="175"/>
                </a:lnTo>
                <a:lnTo>
                  <a:pt x="11" y="175"/>
                </a:lnTo>
                <a:lnTo>
                  <a:pt x="9" y="175"/>
                </a:lnTo>
                <a:lnTo>
                  <a:pt x="7" y="175"/>
                </a:lnTo>
                <a:lnTo>
                  <a:pt x="6" y="176"/>
                </a:lnTo>
                <a:lnTo>
                  <a:pt x="5" y="176"/>
                </a:lnTo>
                <a:lnTo>
                  <a:pt x="5" y="175"/>
                </a:lnTo>
                <a:lnTo>
                  <a:pt x="4" y="174"/>
                </a:lnTo>
                <a:lnTo>
                  <a:pt x="3" y="172"/>
                </a:lnTo>
                <a:lnTo>
                  <a:pt x="2" y="172"/>
                </a:lnTo>
                <a:lnTo>
                  <a:pt x="1" y="172"/>
                </a:lnTo>
                <a:lnTo>
                  <a:pt x="0" y="172"/>
                </a:lnTo>
                <a:lnTo>
                  <a:pt x="0" y="171"/>
                </a:lnTo>
                <a:lnTo>
                  <a:pt x="0" y="170"/>
                </a:lnTo>
                <a:lnTo>
                  <a:pt x="1" y="169"/>
                </a:lnTo>
                <a:lnTo>
                  <a:pt x="1" y="168"/>
                </a:lnTo>
                <a:lnTo>
                  <a:pt x="1" y="167"/>
                </a:lnTo>
                <a:lnTo>
                  <a:pt x="2" y="167"/>
                </a:lnTo>
                <a:lnTo>
                  <a:pt x="2" y="168"/>
                </a:lnTo>
                <a:lnTo>
                  <a:pt x="4" y="168"/>
                </a:lnTo>
                <a:lnTo>
                  <a:pt x="4" y="167"/>
                </a:lnTo>
                <a:lnTo>
                  <a:pt x="4" y="166"/>
                </a:lnTo>
                <a:lnTo>
                  <a:pt x="3" y="165"/>
                </a:lnTo>
                <a:lnTo>
                  <a:pt x="3" y="164"/>
                </a:lnTo>
                <a:lnTo>
                  <a:pt x="3" y="162"/>
                </a:lnTo>
                <a:lnTo>
                  <a:pt x="3" y="161"/>
                </a:lnTo>
                <a:lnTo>
                  <a:pt x="2" y="161"/>
                </a:lnTo>
                <a:lnTo>
                  <a:pt x="1" y="161"/>
                </a:lnTo>
                <a:lnTo>
                  <a:pt x="1" y="159"/>
                </a:lnTo>
                <a:lnTo>
                  <a:pt x="2" y="158"/>
                </a:lnTo>
                <a:lnTo>
                  <a:pt x="2" y="157"/>
                </a:lnTo>
                <a:lnTo>
                  <a:pt x="1" y="156"/>
                </a:lnTo>
                <a:lnTo>
                  <a:pt x="2" y="155"/>
                </a:lnTo>
                <a:lnTo>
                  <a:pt x="3" y="155"/>
                </a:lnTo>
                <a:lnTo>
                  <a:pt x="4" y="155"/>
                </a:lnTo>
                <a:lnTo>
                  <a:pt x="4" y="154"/>
                </a:lnTo>
                <a:lnTo>
                  <a:pt x="4" y="153"/>
                </a:lnTo>
                <a:lnTo>
                  <a:pt x="7" y="154"/>
                </a:lnTo>
                <a:lnTo>
                  <a:pt x="8" y="154"/>
                </a:lnTo>
                <a:lnTo>
                  <a:pt x="9" y="154"/>
                </a:lnTo>
                <a:lnTo>
                  <a:pt x="8" y="154"/>
                </a:lnTo>
                <a:lnTo>
                  <a:pt x="8" y="155"/>
                </a:lnTo>
                <a:lnTo>
                  <a:pt x="8" y="156"/>
                </a:lnTo>
                <a:lnTo>
                  <a:pt x="9" y="157"/>
                </a:lnTo>
                <a:lnTo>
                  <a:pt x="9" y="158"/>
                </a:lnTo>
                <a:lnTo>
                  <a:pt x="10" y="159"/>
                </a:lnTo>
                <a:lnTo>
                  <a:pt x="12" y="159"/>
                </a:lnTo>
                <a:lnTo>
                  <a:pt x="12" y="160"/>
                </a:lnTo>
                <a:lnTo>
                  <a:pt x="13" y="160"/>
                </a:lnTo>
                <a:lnTo>
                  <a:pt x="14" y="160"/>
                </a:lnTo>
                <a:lnTo>
                  <a:pt x="15" y="160"/>
                </a:lnTo>
                <a:lnTo>
                  <a:pt x="16" y="161"/>
                </a:lnTo>
                <a:lnTo>
                  <a:pt x="17" y="160"/>
                </a:lnTo>
                <a:lnTo>
                  <a:pt x="18" y="160"/>
                </a:lnTo>
                <a:lnTo>
                  <a:pt x="19" y="160"/>
                </a:lnTo>
                <a:lnTo>
                  <a:pt x="19" y="161"/>
                </a:lnTo>
                <a:lnTo>
                  <a:pt x="21" y="161"/>
                </a:lnTo>
                <a:lnTo>
                  <a:pt x="22" y="161"/>
                </a:lnTo>
                <a:lnTo>
                  <a:pt x="23" y="161"/>
                </a:lnTo>
                <a:lnTo>
                  <a:pt x="24" y="161"/>
                </a:lnTo>
                <a:lnTo>
                  <a:pt x="25" y="160"/>
                </a:lnTo>
                <a:lnTo>
                  <a:pt x="26" y="160"/>
                </a:lnTo>
                <a:lnTo>
                  <a:pt x="25" y="159"/>
                </a:lnTo>
                <a:lnTo>
                  <a:pt x="26" y="158"/>
                </a:lnTo>
                <a:lnTo>
                  <a:pt x="27" y="157"/>
                </a:lnTo>
                <a:lnTo>
                  <a:pt x="28" y="157"/>
                </a:lnTo>
                <a:lnTo>
                  <a:pt x="29" y="157"/>
                </a:lnTo>
                <a:lnTo>
                  <a:pt x="31" y="156"/>
                </a:lnTo>
                <a:lnTo>
                  <a:pt x="32" y="156"/>
                </a:lnTo>
                <a:lnTo>
                  <a:pt x="32" y="155"/>
                </a:lnTo>
                <a:lnTo>
                  <a:pt x="33" y="155"/>
                </a:lnTo>
                <a:lnTo>
                  <a:pt x="34" y="156"/>
                </a:lnTo>
                <a:lnTo>
                  <a:pt x="34" y="155"/>
                </a:lnTo>
                <a:lnTo>
                  <a:pt x="35" y="155"/>
                </a:lnTo>
                <a:lnTo>
                  <a:pt x="36" y="156"/>
                </a:lnTo>
                <a:lnTo>
                  <a:pt x="36" y="155"/>
                </a:lnTo>
                <a:lnTo>
                  <a:pt x="37" y="155"/>
                </a:lnTo>
                <a:lnTo>
                  <a:pt x="38" y="154"/>
                </a:lnTo>
                <a:lnTo>
                  <a:pt x="37" y="153"/>
                </a:lnTo>
                <a:lnTo>
                  <a:pt x="37" y="152"/>
                </a:lnTo>
                <a:lnTo>
                  <a:pt x="37" y="150"/>
                </a:lnTo>
                <a:lnTo>
                  <a:pt x="36" y="150"/>
                </a:lnTo>
                <a:lnTo>
                  <a:pt x="37" y="149"/>
                </a:lnTo>
                <a:lnTo>
                  <a:pt x="37" y="148"/>
                </a:lnTo>
                <a:lnTo>
                  <a:pt x="38" y="148"/>
                </a:lnTo>
                <a:lnTo>
                  <a:pt x="40" y="148"/>
                </a:lnTo>
                <a:lnTo>
                  <a:pt x="40" y="147"/>
                </a:lnTo>
                <a:lnTo>
                  <a:pt x="39" y="147"/>
                </a:lnTo>
                <a:lnTo>
                  <a:pt x="39" y="146"/>
                </a:lnTo>
                <a:lnTo>
                  <a:pt x="40" y="145"/>
                </a:lnTo>
                <a:lnTo>
                  <a:pt x="40" y="144"/>
                </a:lnTo>
                <a:lnTo>
                  <a:pt x="40" y="143"/>
                </a:lnTo>
                <a:lnTo>
                  <a:pt x="41" y="143"/>
                </a:lnTo>
                <a:lnTo>
                  <a:pt x="41" y="142"/>
                </a:lnTo>
                <a:lnTo>
                  <a:pt x="41" y="141"/>
                </a:lnTo>
                <a:lnTo>
                  <a:pt x="40" y="140"/>
                </a:lnTo>
                <a:lnTo>
                  <a:pt x="40" y="139"/>
                </a:lnTo>
                <a:lnTo>
                  <a:pt x="41" y="138"/>
                </a:lnTo>
                <a:lnTo>
                  <a:pt x="42" y="138"/>
                </a:lnTo>
                <a:lnTo>
                  <a:pt x="42" y="139"/>
                </a:lnTo>
                <a:lnTo>
                  <a:pt x="43" y="139"/>
                </a:lnTo>
                <a:lnTo>
                  <a:pt x="43" y="138"/>
                </a:lnTo>
                <a:lnTo>
                  <a:pt x="43" y="137"/>
                </a:lnTo>
                <a:lnTo>
                  <a:pt x="43" y="136"/>
                </a:lnTo>
                <a:lnTo>
                  <a:pt x="43" y="135"/>
                </a:lnTo>
                <a:lnTo>
                  <a:pt x="43" y="134"/>
                </a:lnTo>
                <a:lnTo>
                  <a:pt x="42" y="134"/>
                </a:lnTo>
                <a:lnTo>
                  <a:pt x="42" y="133"/>
                </a:lnTo>
                <a:lnTo>
                  <a:pt x="41" y="133"/>
                </a:lnTo>
                <a:lnTo>
                  <a:pt x="41" y="132"/>
                </a:lnTo>
                <a:lnTo>
                  <a:pt x="41" y="131"/>
                </a:lnTo>
                <a:lnTo>
                  <a:pt x="40" y="131"/>
                </a:lnTo>
                <a:lnTo>
                  <a:pt x="40" y="132"/>
                </a:lnTo>
                <a:lnTo>
                  <a:pt x="39" y="132"/>
                </a:lnTo>
                <a:lnTo>
                  <a:pt x="39" y="131"/>
                </a:lnTo>
                <a:lnTo>
                  <a:pt x="39" y="129"/>
                </a:lnTo>
                <a:lnTo>
                  <a:pt x="40" y="129"/>
                </a:lnTo>
                <a:lnTo>
                  <a:pt x="40" y="128"/>
                </a:lnTo>
                <a:lnTo>
                  <a:pt x="40" y="127"/>
                </a:lnTo>
                <a:lnTo>
                  <a:pt x="39" y="127"/>
                </a:lnTo>
                <a:lnTo>
                  <a:pt x="39" y="126"/>
                </a:lnTo>
                <a:lnTo>
                  <a:pt x="39" y="125"/>
                </a:lnTo>
                <a:lnTo>
                  <a:pt x="39" y="124"/>
                </a:lnTo>
                <a:lnTo>
                  <a:pt x="39" y="123"/>
                </a:lnTo>
                <a:lnTo>
                  <a:pt x="40" y="123"/>
                </a:lnTo>
                <a:lnTo>
                  <a:pt x="41" y="124"/>
                </a:lnTo>
                <a:lnTo>
                  <a:pt x="42" y="124"/>
                </a:lnTo>
                <a:lnTo>
                  <a:pt x="42" y="123"/>
                </a:lnTo>
                <a:lnTo>
                  <a:pt x="42" y="122"/>
                </a:lnTo>
                <a:lnTo>
                  <a:pt x="41" y="122"/>
                </a:lnTo>
                <a:lnTo>
                  <a:pt x="42" y="121"/>
                </a:lnTo>
                <a:lnTo>
                  <a:pt x="42" y="120"/>
                </a:lnTo>
                <a:lnTo>
                  <a:pt x="42" y="119"/>
                </a:lnTo>
                <a:lnTo>
                  <a:pt x="41" y="118"/>
                </a:lnTo>
                <a:lnTo>
                  <a:pt x="43" y="117"/>
                </a:lnTo>
                <a:lnTo>
                  <a:pt x="43" y="116"/>
                </a:lnTo>
                <a:lnTo>
                  <a:pt x="45" y="117"/>
                </a:lnTo>
                <a:lnTo>
                  <a:pt x="46" y="118"/>
                </a:lnTo>
                <a:lnTo>
                  <a:pt x="46" y="117"/>
                </a:lnTo>
                <a:lnTo>
                  <a:pt x="47" y="116"/>
                </a:lnTo>
                <a:lnTo>
                  <a:pt x="47" y="115"/>
                </a:lnTo>
                <a:lnTo>
                  <a:pt x="47" y="113"/>
                </a:lnTo>
                <a:lnTo>
                  <a:pt x="48" y="112"/>
                </a:lnTo>
                <a:lnTo>
                  <a:pt x="50" y="112"/>
                </a:lnTo>
                <a:lnTo>
                  <a:pt x="51" y="112"/>
                </a:lnTo>
                <a:lnTo>
                  <a:pt x="51" y="111"/>
                </a:lnTo>
                <a:lnTo>
                  <a:pt x="52" y="111"/>
                </a:lnTo>
                <a:lnTo>
                  <a:pt x="52" y="112"/>
                </a:lnTo>
                <a:lnTo>
                  <a:pt x="53" y="112"/>
                </a:lnTo>
                <a:lnTo>
                  <a:pt x="54" y="112"/>
                </a:lnTo>
                <a:lnTo>
                  <a:pt x="55" y="111"/>
                </a:lnTo>
                <a:lnTo>
                  <a:pt x="56" y="112"/>
                </a:lnTo>
                <a:lnTo>
                  <a:pt x="55" y="112"/>
                </a:lnTo>
                <a:lnTo>
                  <a:pt x="56" y="112"/>
                </a:lnTo>
                <a:lnTo>
                  <a:pt x="57" y="112"/>
                </a:lnTo>
                <a:lnTo>
                  <a:pt x="58" y="112"/>
                </a:lnTo>
                <a:lnTo>
                  <a:pt x="58" y="111"/>
                </a:lnTo>
                <a:lnTo>
                  <a:pt x="59" y="111"/>
                </a:lnTo>
                <a:lnTo>
                  <a:pt x="60" y="111"/>
                </a:lnTo>
                <a:lnTo>
                  <a:pt x="60" y="112"/>
                </a:lnTo>
                <a:lnTo>
                  <a:pt x="61" y="112"/>
                </a:lnTo>
                <a:lnTo>
                  <a:pt x="61" y="111"/>
                </a:lnTo>
                <a:lnTo>
                  <a:pt x="61" y="110"/>
                </a:lnTo>
                <a:lnTo>
                  <a:pt x="63" y="110"/>
                </a:lnTo>
                <a:lnTo>
                  <a:pt x="65" y="110"/>
                </a:lnTo>
                <a:lnTo>
                  <a:pt x="66" y="110"/>
                </a:lnTo>
                <a:lnTo>
                  <a:pt x="66" y="109"/>
                </a:lnTo>
                <a:lnTo>
                  <a:pt x="67" y="109"/>
                </a:lnTo>
                <a:lnTo>
                  <a:pt x="68" y="109"/>
                </a:lnTo>
                <a:lnTo>
                  <a:pt x="68" y="110"/>
                </a:lnTo>
                <a:lnTo>
                  <a:pt x="68" y="109"/>
                </a:lnTo>
                <a:lnTo>
                  <a:pt x="67" y="107"/>
                </a:lnTo>
                <a:lnTo>
                  <a:pt x="67" y="105"/>
                </a:lnTo>
                <a:lnTo>
                  <a:pt x="66" y="105"/>
                </a:lnTo>
                <a:lnTo>
                  <a:pt x="66" y="104"/>
                </a:lnTo>
                <a:lnTo>
                  <a:pt x="65" y="103"/>
                </a:lnTo>
                <a:lnTo>
                  <a:pt x="65" y="102"/>
                </a:lnTo>
                <a:lnTo>
                  <a:pt x="64" y="102"/>
                </a:lnTo>
                <a:lnTo>
                  <a:pt x="64" y="101"/>
                </a:lnTo>
                <a:lnTo>
                  <a:pt x="65" y="100"/>
                </a:lnTo>
                <a:lnTo>
                  <a:pt x="64" y="100"/>
                </a:lnTo>
                <a:lnTo>
                  <a:pt x="64" y="99"/>
                </a:lnTo>
                <a:lnTo>
                  <a:pt x="65" y="99"/>
                </a:lnTo>
                <a:lnTo>
                  <a:pt x="64" y="98"/>
                </a:lnTo>
                <a:lnTo>
                  <a:pt x="64" y="97"/>
                </a:lnTo>
                <a:lnTo>
                  <a:pt x="64" y="96"/>
                </a:lnTo>
                <a:lnTo>
                  <a:pt x="65" y="96"/>
                </a:lnTo>
                <a:lnTo>
                  <a:pt x="64" y="96"/>
                </a:lnTo>
                <a:lnTo>
                  <a:pt x="64" y="95"/>
                </a:lnTo>
                <a:lnTo>
                  <a:pt x="64" y="94"/>
                </a:lnTo>
                <a:lnTo>
                  <a:pt x="63" y="93"/>
                </a:lnTo>
                <a:lnTo>
                  <a:pt x="62" y="92"/>
                </a:lnTo>
                <a:lnTo>
                  <a:pt x="62" y="91"/>
                </a:lnTo>
                <a:lnTo>
                  <a:pt x="61" y="91"/>
                </a:lnTo>
                <a:lnTo>
                  <a:pt x="61" y="90"/>
                </a:lnTo>
                <a:lnTo>
                  <a:pt x="62" y="89"/>
                </a:lnTo>
                <a:lnTo>
                  <a:pt x="63" y="88"/>
                </a:lnTo>
                <a:lnTo>
                  <a:pt x="63" y="89"/>
                </a:lnTo>
                <a:lnTo>
                  <a:pt x="64" y="89"/>
                </a:lnTo>
                <a:lnTo>
                  <a:pt x="65" y="90"/>
                </a:lnTo>
                <a:lnTo>
                  <a:pt x="66" y="90"/>
                </a:lnTo>
                <a:lnTo>
                  <a:pt x="66" y="89"/>
                </a:lnTo>
                <a:lnTo>
                  <a:pt x="66" y="86"/>
                </a:lnTo>
                <a:lnTo>
                  <a:pt x="65" y="85"/>
                </a:lnTo>
                <a:lnTo>
                  <a:pt x="66" y="85"/>
                </a:lnTo>
                <a:lnTo>
                  <a:pt x="67" y="84"/>
                </a:lnTo>
                <a:lnTo>
                  <a:pt x="67" y="83"/>
                </a:lnTo>
                <a:lnTo>
                  <a:pt x="68" y="83"/>
                </a:lnTo>
                <a:lnTo>
                  <a:pt x="67" y="81"/>
                </a:lnTo>
                <a:lnTo>
                  <a:pt x="67" y="80"/>
                </a:lnTo>
                <a:lnTo>
                  <a:pt x="66" y="80"/>
                </a:lnTo>
                <a:lnTo>
                  <a:pt x="65" y="81"/>
                </a:lnTo>
                <a:lnTo>
                  <a:pt x="64" y="81"/>
                </a:lnTo>
                <a:lnTo>
                  <a:pt x="64" y="80"/>
                </a:lnTo>
                <a:lnTo>
                  <a:pt x="63" y="80"/>
                </a:lnTo>
                <a:lnTo>
                  <a:pt x="62" y="79"/>
                </a:lnTo>
                <a:lnTo>
                  <a:pt x="62" y="80"/>
                </a:lnTo>
                <a:lnTo>
                  <a:pt x="61" y="80"/>
                </a:lnTo>
                <a:lnTo>
                  <a:pt x="60" y="80"/>
                </a:lnTo>
                <a:lnTo>
                  <a:pt x="60" y="79"/>
                </a:lnTo>
                <a:lnTo>
                  <a:pt x="59" y="80"/>
                </a:lnTo>
                <a:lnTo>
                  <a:pt x="59" y="78"/>
                </a:lnTo>
                <a:lnTo>
                  <a:pt x="60" y="78"/>
                </a:lnTo>
                <a:lnTo>
                  <a:pt x="60" y="77"/>
                </a:lnTo>
                <a:lnTo>
                  <a:pt x="61" y="76"/>
                </a:lnTo>
                <a:lnTo>
                  <a:pt x="61" y="75"/>
                </a:lnTo>
                <a:lnTo>
                  <a:pt x="61" y="74"/>
                </a:lnTo>
                <a:lnTo>
                  <a:pt x="62" y="73"/>
                </a:lnTo>
                <a:lnTo>
                  <a:pt x="62" y="72"/>
                </a:lnTo>
                <a:lnTo>
                  <a:pt x="62" y="71"/>
                </a:lnTo>
                <a:lnTo>
                  <a:pt x="62" y="70"/>
                </a:lnTo>
                <a:lnTo>
                  <a:pt x="63" y="69"/>
                </a:lnTo>
                <a:lnTo>
                  <a:pt x="64" y="69"/>
                </a:lnTo>
                <a:lnTo>
                  <a:pt x="64" y="68"/>
                </a:lnTo>
                <a:lnTo>
                  <a:pt x="63" y="68"/>
                </a:lnTo>
                <a:lnTo>
                  <a:pt x="63" y="66"/>
                </a:lnTo>
                <a:lnTo>
                  <a:pt x="64" y="66"/>
                </a:lnTo>
                <a:lnTo>
                  <a:pt x="65" y="66"/>
                </a:lnTo>
                <a:lnTo>
                  <a:pt x="65" y="65"/>
                </a:lnTo>
                <a:lnTo>
                  <a:pt x="65" y="64"/>
                </a:lnTo>
                <a:lnTo>
                  <a:pt x="65" y="63"/>
                </a:lnTo>
                <a:lnTo>
                  <a:pt x="66" y="63"/>
                </a:lnTo>
                <a:lnTo>
                  <a:pt x="67" y="63"/>
                </a:lnTo>
                <a:lnTo>
                  <a:pt x="67" y="64"/>
                </a:lnTo>
                <a:lnTo>
                  <a:pt x="68" y="64"/>
                </a:lnTo>
                <a:lnTo>
                  <a:pt x="69" y="64"/>
                </a:lnTo>
                <a:lnTo>
                  <a:pt x="69" y="63"/>
                </a:lnTo>
                <a:lnTo>
                  <a:pt x="69" y="61"/>
                </a:lnTo>
                <a:lnTo>
                  <a:pt x="69" y="60"/>
                </a:lnTo>
                <a:lnTo>
                  <a:pt x="70" y="60"/>
                </a:lnTo>
                <a:lnTo>
                  <a:pt x="70" y="61"/>
                </a:lnTo>
                <a:lnTo>
                  <a:pt x="71" y="61"/>
                </a:lnTo>
                <a:lnTo>
                  <a:pt x="72" y="60"/>
                </a:lnTo>
                <a:lnTo>
                  <a:pt x="73" y="60"/>
                </a:lnTo>
                <a:lnTo>
                  <a:pt x="74" y="60"/>
                </a:lnTo>
                <a:lnTo>
                  <a:pt x="74" y="61"/>
                </a:lnTo>
                <a:lnTo>
                  <a:pt x="75" y="60"/>
                </a:lnTo>
                <a:lnTo>
                  <a:pt x="76" y="59"/>
                </a:lnTo>
                <a:lnTo>
                  <a:pt x="77" y="59"/>
                </a:lnTo>
                <a:lnTo>
                  <a:pt x="77" y="60"/>
                </a:lnTo>
                <a:lnTo>
                  <a:pt x="78" y="60"/>
                </a:lnTo>
                <a:lnTo>
                  <a:pt x="79" y="60"/>
                </a:lnTo>
                <a:lnTo>
                  <a:pt x="79" y="61"/>
                </a:lnTo>
                <a:lnTo>
                  <a:pt x="80" y="61"/>
                </a:lnTo>
                <a:lnTo>
                  <a:pt x="81" y="60"/>
                </a:lnTo>
                <a:lnTo>
                  <a:pt x="82" y="60"/>
                </a:lnTo>
                <a:lnTo>
                  <a:pt x="84" y="60"/>
                </a:lnTo>
                <a:lnTo>
                  <a:pt x="84" y="61"/>
                </a:lnTo>
                <a:lnTo>
                  <a:pt x="84" y="62"/>
                </a:lnTo>
                <a:lnTo>
                  <a:pt x="85" y="63"/>
                </a:lnTo>
                <a:lnTo>
                  <a:pt x="86" y="64"/>
                </a:lnTo>
                <a:lnTo>
                  <a:pt x="87" y="64"/>
                </a:lnTo>
                <a:lnTo>
                  <a:pt x="87" y="65"/>
                </a:lnTo>
                <a:lnTo>
                  <a:pt x="87" y="66"/>
                </a:lnTo>
                <a:lnTo>
                  <a:pt x="87" y="67"/>
                </a:lnTo>
                <a:lnTo>
                  <a:pt x="89" y="67"/>
                </a:lnTo>
                <a:lnTo>
                  <a:pt x="89" y="66"/>
                </a:lnTo>
                <a:lnTo>
                  <a:pt x="89" y="65"/>
                </a:lnTo>
                <a:lnTo>
                  <a:pt x="89" y="64"/>
                </a:lnTo>
                <a:lnTo>
                  <a:pt x="90" y="64"/>
                </a:lnTo>
                <a:lnTo>
                  <a:pt x="91" y="64"/>
                </a:lnTo>
                <a:lnTo>
                  <a:pt x="92" y="65"/>
                </a:lnTo>
                <a:lnTo>
                  <a:pt x="91" y="65"/>
                </a:lnTo>
                <a:lnTo>
                  <a:pt x="91" y="66"/>
                </a:lnTo>
                <a:lnTo>
                  <a:pt x="92" y="67"/>
                </a:lnTo>
                <a:lnTo>
                  <a:pt x="93" y="67"/>
                </a:lnTo>
                <a:lnTo>
                  <a:pt x="93" y="66"/>
                </a:lnTo>
                <a:lnTo>
                  <a:pt x="94" y="66"/>
                </a:lnTo>
                <a:lnTo>
                  <a:pt x="95" y="66"/>
                </a:lnTo>
                <a:lnTo>
                  <a:pt x="96" y="67"/>
                </a:lnTo>
                <a:lnTo>
                  <a:pt x="96" y="66"/>
                </a:lnTo>
                <a:lnTo>
                  <a:pt x="97" y="67"/>
                </a:lnTo>
                <a:lnTo>
                  <a:pt x="98" y="67"/>
                </a:lnTo>
                <a:lnTo>
                  <a:pt x="99" y="68"/>
                </a:lnTo>
                <a:lnTo>
                  <a:pt x="99" y="69"/>
                </a:lnTo>
                <a:lnTo>
                  <a:pt x="100" y="70"/>
                </a:lnTo>
                <a:lnTo>
                  <a:pt x="101" y="71"/>
                </a:lnTo>
                <a:lnTo>
                  <a:pt x="100" y="73"/>
                </a:lnTo>
                <a:lnTo>
                  <a:pt x="100" y="74"/>
                </a:lnTo>
                <a:lnTo>
                  <a:pt x="99" y="74"/>
                </a:lnTo>
                <a:lnTo>
                  <a:pt x="99" y="76"/>
                </a:lnTo>
                <a:lnTo>
                  <a:pt x="99" y="77"/>
                </a:lnTo>
                <a:lnTo>
                  <a:pt x="100" y="77"/>
                </a:lnTo>
                <a:lnTo>
                  <a:pt x="101" y="77"/>
                </a:lnTo>
                <a:lnTo>
                  <a:pt x="101" y="78"/>
                </a:lnTo>
                <a:lnTo>
                  <a:pt x="102" y="78"/>
                </a:lnTo>
                <a:lnTo>
                  <a:pt x="103" y="79"/>
                </a:lnTo>
                <a:lnTo>
                  <a:pt x="104" y="80"/>
                </a:lnTo>
                <a:lnTo>
                  <a:pt x="105" y="80"/>
                </a:lnTo>
                <a:lnTo>
                  <a:pt x="105" y="81"/>
                </a:lnTo>
                <a:lnTo>
                  <a:pt x="106" y="82"/>
                </a:lnTo>
                <a:lnTo>
                  <a:pt x="106" y="83"/>
                </a:lnTo>
                <a:lnTo>
                  <a:pt x="106" y="85"/>
                </a:lnTo>
                <a:lnTo>
                  <a:pt x="106" y="84"/>
                </a:lnTo>
                <a:lnTo>
                  <a:pt x="105" y="84"/>
                </a:lnTo>
                <a:lnTo>
                  <a:pt x="105" y="85"/>
                </a:lnTo>
                <a:lnTo>
                  <a:pt x="104" y="85"/>
                </a:lnTo>
                <a:lnTo>
                  <a:pt x="105" y="85"/>
                </a:lnTo>
                <a:lnTo>
                  <a:pt x="106" y="85"/>
                </a:lnTo>
                <a:lnTo>
                  <a:pt x="106" y="86"/>
                </a:lnTo>
                <a:lnTo>
                  <a:pt x="106" y="87"/>
                </a:lnTo>
                <a:lnTo>
                  <a:pt x="106" y="88"/>
                </a:lnTo>
                <a:lnTo>
                  <a:pt x="107" y="89"/>
                </a:lnTo>
                <a:lnTo>
                  <a:pt x="108" y="89"/>
                </a:lnTo>
                <a:lnTo>
                  <a:pt x="109" y="89"/>
                </a:lnTo>
                <a:lnTo>
                  <a:pt x="109" y="90"/>
                </a:lnTo>
                <a:lnTo>
                  <a:pt x="110" y="91"/>
                </a:lnTo>
                <a:lnTo>
                  <a:pt x="110" y="92"/>
                </a:lnTo>
                <a:lnTo>
                  <a:pt x="111" y="92"/>
                </a:lnTo>
                <a:lnTo>
                  <a:pt x="112" y="92"/>
                </a:lnTo>
                <a:lnTo>
                  <a:pt x="112" y="93"/>
                </a:lnTo>
                <a:lnTo>
                  <a:pt x="113" y="94"/>
                </a:lnTo>
                <a:lnTo>
                  <a:pt x="113" y="95"/>
                </a:lnTo>
                <a:lnTo>
                  <a:pt x="114" y="96"/>
                </a:lnTo>
                <a:lnTo>
                  <a:pt x="114" y="97"/>
                </a:lnTo>
                <a:lnTo>
                  <a:pt x="115" y="97"/>
                </a:lnTo>
                <a:lnTo>
                  <a:pt x="117" y="97"/>
                </a:lnTo>
                <a:lnTo>
                  <a:pt x="118" y="97"/>
                </a:lnTo>
                <a:lnTo>
                  <a:pt x="118" y="96"/>
                </a:lnTo>
                <a:lnTo>
                  <a:pt x="118" y="95"/>
                </a:lnTo>
                <a:lnTo>
                  <a:pt x="119" y="95"/>
                </a:lnTo>
                <a:lnTo>
                  <a:pt x="119" y="96"/>
                </a:lnTo>
                <a:lnTo>
                  <a:pt x="120" y="95"/>
                </a:lnTo>
                <a:lnTo>
                  <a:pt x="121" y="95"/>
                </a:lnTo>
                <a:lnTo>
                  <a:pt x="121" y="94"/>
                </a:lnTo>
                <a:lnTo>
                  <a:pt x="120" y="94"/>
                </a:lnTo>
                <a:lnTo>
                  <a:pt x="121" y="94"/>
                </a:lnTo>
                <a:lnTo>
                  <a:pt x="121" y="93"/>
                </a:lnTo>
                <a:lnTo>
                  <a:pt x="122" y="93"/>
                </a:lnTo>
                <a:lnTo>
                  <a:pt x="122" y="94"/>
                </a:lnTo>
                <a:lnTo>
                  <a:pt x="123" y="95"/>
                </a:lnTo>
                <a:lnTo>
                  <a:pt x="124" y="95"/>
                </a:lnTo>
                <a:lnTo>
                  <a:pt x="124" y="94"/>
                </a:lnTo>
                <a:lnTo>
                  <a:pt x="125" y="93"/>
                </a:lnTo>
                <a:lnTo>
                  <a:pt x="125" y="92"/>
                </a:lnTo>
                <a:lnTo>
                  <a:pt x="126" y="92"/>
                </a:lnTo>
                <a:lnTo>
                  <a:pt x="127" y="92"/>
                </a:lnTo>
                <a:lnTo>
                  <a:pt x="128" y="92"/>
                </a:lnTo>
                <a:lnTo>
                  <a:pt x="129" y="91"/>
                </a:lnTo>
                <a:lnTo>
                  <a:pt x="130" y="91"/>
                </a:lnTo>
                <a:lnTo>
                  <a:pt x="130" y="90"/>
                </a:lnTo>
                <a:lnTo>
                  <a:pt x="131" y="89"/>
                </a:lnTo>
                <a:lnTo>
                  <a:pt x="132" y="89"/>
                </a:lnTo>
                <a:lnTo>
                  <a:pt x="132" y="90"/>
                </a:lnTo>
                <a:lnTo>
                  <a:pt x="133" y="90"/>
                </a:lnTo>
                <a:lnTo>
                  <a:pt x="135" y="90"/>
                </a:lnTo>
                <a:lnTo>
                  <a:pt x="135" y="89"/>
                </a:lnTo>
                <a:lnTo>
                  <a:pt x="136" y="89"/>
                </a:lnTo>
                <a:lnTo>
                  <a:pt x="136" y="88"/>
                </a:lnTo>
                <a:lnTo>
                  <a:pt x="136" y="87"/>
                </a:lnTo>
                <a:lnTo>
                  <a:pt x="137" y="87"/>
                </a:lnTo>
                <a:lnTo>
                  <a:pt x="138" y="87"/>
                </a:lnTo>
                <a:lnTo>
                  <a:pt x="138" y="88"/>
                </a:lnTo>
                <a:lnTo>
                  <a:pt x="139" y="88"/>
                </a:lnTo>
                <a:lnTo>
                  <a:pt x="140" y="88"/>
                </a:lnTo>
                <a:lnTo>
                  <a:pt x="139" y="88"/>
                </a:lnTo>
                <a:lnTo>
                  <a:pt x="140" y="88"/>
                </a:lnTo>
                <a:lnTo>
                  <a:pt x="140" y="87"/>
                </a:lnTo>
                <a:lnTo>
                  <a:pt x="140" y="86"/>
                </a:lnTo>
                <a:lnTo>
                  <a:pt x="139" y="86"/>
                </a:lnTo>
                <a:lnTo>
                  <a:pt x="140" y="86"/>
                </a:lnTo>
                <a:lnTo>
                  <a:pt x="140" y="83"/>
                </a:lnTo>
                <a:lnTo>
                  <a:pt x="141" y="83"/>
                </a:lnTo>
                <a:lnTo>
                  <a:pt x="142" y="82"/>
                </a:lnTo>
                <a:lnTo>
                  <a:pt x="142" y="81"/>
                </a:lnTo>
                <a:lnTo>
                  <a:pt x="143" y="81"/>
                </a:lnTo>
                <a:lnTo>
                  <a:pt x="144" y="80"/>
                </a:lnTo>
                <a:lnTo>
                  <a:pt x="145" y="80"/>
                </a:lnTo>
                <a:lnTo>
                  <a:pt x="145" y="81"/>
                </a:lnTo>
                <a:lnTo>
                  <a:pt x="146" y="81"/>
                </a:lnTo>
                <a:lnTo>
                  <a:pt x="147" y="81"/>
                </a:lnTo>
                <a:lnTo>
                  <a:pt x="147" y="80"/>
                </a:lnTo>
                <a:lnTo>
                  <a:pt x="148" y="80"/>
                </a:lnTo>
                <a:lnTo>
                  <a:pt x="148" y="79"/>
                </a:lnTo>
                <a:lnTo>
                  <a:pt x="149" y="79"/>
                </a:lnTo>
                <a:lnTo>
                  <a:pt x="149" y="80"/>
                </a:lnTo>
                <a:lnTo>
                  <a:pt x="151" y="79"/>
                </a:lnTo>
                <a:lnTo>
                  <a:pt x="151" y="78"/>
                </a:lnTo>
                <a:lnTo>
                  <a:pt x="151" y="77"/>
                </a:lnTo>
                <a:lnTo>
                  <a:pt x="151" y="76"/>
                </a:lnTo>
                <a:lnTo>
                  <a:pt x="152" y="76"/>
                </a:lnTo>
                <a:lnTo>
                  <a:pt x="153" y="76"/>
                </a:lnTo>
                <a:lnTo>
                  <a:pt x="153" y="77"/>
                </a:lnTo>
                <a:lnTo>
                  <a:pt x="154" y="77"/>
                </a:lnTo>
                <a:lnTo>
                  <a:pt x="155" y="77"/>
                </a:lnTo>
                <a:lnTo>
                  <a:pt x="155" y="78"/>
                </a:lnTo>
                <a:lnTo>
                  <a:pt x="156" y="78"/>
                </a:lnTo>
                <a:lnTo>
                  <a:pt x="158" y="79"/>
                </a:lnTo>
                <a:lnTo>
                  <a:pt x="159" y="77"/>
                </a:lnTo>
                <a:lnTo>
                  <a:pt x="158" y="77"/>
                </a:lnTo>
                <a:lnTo>
                  <a:pt x="158" y="74"/>
                </a:lnTo>
                <a:lnTo>
                  <a:pt x="159" y="74"/>
                </a:lnTo>
                <a:lnTo>
                  <a:pt x="158" y="73"/>
                </a:lnTo>
                <a:lnTo>
                  <a:pt x="159" y="72"/>
                </a:lnTo>
                <a:lnTo>
                  <a:pt x="159" y="71"/>
                </a:lnTo>
                <a:lnTo>
                  <a:pt x="159" y="70"/>
                </a:lnTo>
                <a:lnTo>
                  <a:pt x="158" y="70"/>
                </a:lnTo>
                <a:lnTo>
                  <a:pt x="158" y="69"/>
                </a:lnTo>
                <a:lnTo>
                  <a:pt x="157" y="69"/>
                </a:lnTo>
                <a:lnTo>
                  <a:pt x="156" y="68"/>
                </a:lnTo>
                <a:lnTo>
                  <a:pt x="156" y="67"/>
                </a:lnTo>
                <a:lnTo>
                  <a:pt x="155" y="67"/>
                </a:lnTo>
                <a:lnTo>
                  <a:pt x="155" y="66"/>
                </a:lnTo>
                <a:lnTo>
                  <a:pt x="155" y="65"/>
                </a:lnTo>
                <a:lnTo>
                  <a:pt x="155" y="64"/>
                </a:lnTo>
                <a:lnTo>
                  <a:pt x="154" y="64"/>
                </a:lnTo>
                <a:lnTo>
                  <a:pt x="154" y="63"/>
                </a:lnTo>
                <a:lnTo>
                  <a:pt x="154" y="62"/>
                </a:lnTo>
                <a:lnTo>
                  <a:pt x="153" y="62"/>
                </a:lnTo>
                <a:lnTo>
                  <a:pt x="153" y="61"/>
                </a:lnTo>
                <a:lnTo>
                  <a:pt x="152" y="60"/>
                </a:lnTo>
                <a:lnTo>
                  <a:pt x="152" y="59"/>
                </a:lnTo>
                <a:lnTo>
                  <a:pt x="151" y="58"/>
                </a:lnTo>
                <a:lnTo>
                  <a:pt x="150" y="57"/>
                </a:lnTo>
                <a:lnTo>
                  <a:pt x="149" y="57"/>
                </a:lnTo>
                <a:lnTo>
                  <a:pt x="149" y="56"/>
                </a:lnTo>
                <a:lnTo>
                  <a:pt x="148" y="55"/>
                </a:lnTo>
                <a:lnTo>
                  <a:pt x="149" y="52"/>
                </a:lnTo>
                <a:lnTo>
                  <a:pt x="150" y="51"/>
                </a:lnTo>
                <a:lnTo>
                  <a:pt x="150" y="50"/>
                </a:lnTo>
                <a:lnTo>
                  <a:pt x="151" y="50"/>
                </a:lnTo>
                <a:lnTo>
                  <a:pt x="151" y="49"/>
                </a:lnTo>
                <a:lnTo>
                  <a:pt x="151" y="48"/>
                </a:lnTo>
                <a:lnTo>
                  <a:pt x="150" y="48"/>
                </a:lnTo>
                <a:lnTo>
                  <a:pt x="150" y="47"/>
                </a:lnTo>
                <a:lnTo>
                  <a:pt x="149" y="46"/>
                </a:lnTo>
                <a:lnTo>
                  <a:pt x="149" y="45"/>
                </a:lnTo>
                <a:lnTo>
                  <a:pt x="149" y="44"/>
                </a:lnTo>
                <a:lnTo>
                  <a:pt x="150" y="44"/>
                </a:lnTo>
                <a:lnTo>
                  <a:pt x="150" y="43"/>
                </a:lnTo>
                <a:lnTo>
                  <a:pt x="149" y="43"/>
                </a:lnTo>
                <a:lnTo>
                  <a:pt x="149" y="42"/>
                </a:lnTo>
                <a:lnTo>
                  <a:pt x="150" y="42"/>
                </a:lnTo>
                <a:lnTo>
                  <a:pt x="151" y="42"/>
                </a:lnTo>
                <a:lnTo>
                  <a:pt x="151" y="41"/>
                </a:lnTo>
                <a:lnTo>
                  <a:pt x="152" y="41"/>
                </a:lnTo>
                <a:lnTo>
                  <a:pt x="152" y="40"/>
                </a:lnTo>
                <a:lnTo>
                  <a:pt x="153" y="40"/>
                </a:lnTo>
                <a:lnTo>
                  <a:pt x="153" y="39"/>
                </a:lnTo>
                <a:lnTo>
                  <a:pt x="152" y="38"/>
                </a:lnTo>
                <a:lnTo>
                  <a:pt x="151" y="38"/>
                </a:lnTo>
                <a:lnTo>
                  <a:pt x="151" y="37"/>
                </a:lnTo>
                <a:lnTo>
                  <a:pt x="150" y="37"/>
                </a:lnTo>
                <a:lnTo>
                  <a:pt x="149" y="37"/>
                </a:lnTo>
                <a:lnTo>
                  <a:pt x="148" y="37"/>
                </a:lnTo>
                <a:lnTo>
                  <a:pt x="147" y="37"/>
                </a:lnTo>
                <a:lnTo>
                  <a:pt x="146" y="37"/>
                </a:lnTo>
                <a:lnTo>
                  <a:pt x="145" y="37"/>
                </a:lnTo>
                <a:lnTo>
                  <a:pt x="144" y="39"/>
                </a:lnTo>
                <a:lnTo>
                  <a:pt x="143" y="39"/>
                </a:lnTo>
                <a:lnTo>
                  <a:pt x="141" y="39"/>
                </a:lnTo>
                <a:lnTo>
                  <a:pt x="141" y="38"/>
                </a:lnTo>
                <a:lnTo>
                  <a:pt x="141" y="37"/>
                </a:lnTo>
                <a:lnTo>
                  <a:pt x="140" y="38"/>
                </a:lnTo>
                <a:lnTo>
                  <a:pt x="139" y="38"/>
                </a:lnTo>
                <a:lnTo>
                  <a:pt x="139" y="39"/>
                </a:lnTo>
                <a:lnTo>
                  <a:pt x="138" y="40"/>
                </a:lnTo>
                <a:lnTo>
                  <a:pt x="138" y="39"/>
                </a:lnTo>
                <a:lnTo>
                  <a:pt x="137" y="39"/>
                </a:lnTo>
                <a:lnTo>
                  <a:pt x="136" y="39"/>
                </a:lnTo>
                <a:lnTo>
                  <a:pt x="135" y="39"/>
                </a:lnTo>
                <a:lnTo>
                  <a:pt x="134" y="39"/>
                </a:lnTo>
                <a:lnTo>
                  <a:pt x="134" y="40"/>
                </a:lnTo>
                <a:lnTo>
                  <a:pt x="133" y="39"/>
                </a:lnTo>
                <a:lnTo>
                  <a:pt x="133" y="38"/>
                </a:lnTo>
                <a:lnTo>
                  <a:pt x="134" y="37"/>
                </a:lnTo>
                <a:lnTo>
                  <a:pt x="134" y="36"/>
                </a:lnTo>
                <a:lnTo>
                  <a:pt x="134" y="35"/>
                </a:lnTo>
                <a:lnTo>
                  <a:pt x="133" y="35"/>
                </a:lnTo>
                <a:lnTo>
                  <a:pt x="133" y="34"/>
                </a:lnTo>
                <a:lnTo>
                  <a:pt x="132" y="34"/>
                </a:lnTo>
                <a:lnTo>
                  <a:pt x="130" y="34"/>
                </a:lnTo>
                <a:lnTo>
                  <a:pt x="130" y="33"/>
                </a:lnTo>
                <a:lnTo>
                  <a:pt x="129" y="33"/>
                </a:lnTo>
                <a:lnTo>
                  <a:pt x="129" y="32"/>
                </a:lnTo>
                <a:lnTo>
                  <a:pt x="129" y="33"/>
                </a:lnTo>
                <a:lnTo>
                  <a:pt x="128" y="33"/>
                </a:lnTo>
                <a:lnTo>
                  <a:pt x="128" y="32"/>
                </a:lnTo>
                <a:lnTo>
                  <a:pt x="127" y="31"/>
                </a:lnTo>
                <a:lnTo>
                  <a:pt x="127" y="30"/>
                </a:lnTo>
                <a:lnTo>
                  <a:pt x="126" y="30"/>
                </a:lnTo>
                <a:lnTo>
                  <a:pt x="125" y="30"/>
                </a:lnTo>
                <a:lnTo>
                  <a:pt x="125" y="29"/>
                </a:lnTo>
                <a:lnTo>
                  <a:pt x="123" y="28"/>
                </a:lnTo>
                <a:lnTo>
                  <a:pt x="123" y="29"/>
                </a:lnTo>
                <a:lnTo>
                  <a:pt x="122" y="29"/>
                </a:lnTo>
                <a:lnTo>
                  <a:pt x="121" y="29"/>
                </a:lnTo>
                <a:lnTo>
                  <a:pt x="120" y="28"/>
                </a:lnTo>
                <a:lnTo>
                  <a:pt x="119" y="28"/>
                </a:lnTo>
                <a:lnTo>
                  <a:pt x="119" y="27"/>
                </a:lnTo>
                <a:lnTo>
                  <a:pt x="119" y="26"/>
                </a:lnTo>
                <a:lnTo>
                  <a:pt x="120" y="26"/>
                </a:lnTo>
                <a:lnTo>
                  <a:pt x="120" y="25"/>
                </a:lnTo>
                <a:lnTo>
                  <a:pt x="119" y="25"/>
                </a:lnTo>
                <a:lnTo>
                  <a:pt x="118" y="24"/>
                </a:lnTo>
                <a:lnTo>
                  <a:pt x="117" y="24"/>
                </a:lnTo>
                <a:lnTo>
                  <a:pt x="117" y="23"/>
                </a:lnTo>
                <a:lnTo>
                  <a:pt x="117" y="22"/>
                </a:lnTo>
                <a:lnTo>
                  <a:pt x="116" y="22"/>
                </a:lnTo>
                <a:lnTo>
                  <a:pt x="116" y="21"/>
                </a:lnTo>
                <a:lnTo>
                  <a:pt x="115" y="21"/>
                </a:lnTo>
                <a:lnTo>
                  <a:pt x="115" y="20"/>
                </a:lnTo>
                <a:lnTo>
                  <a:pt x="115" y="19"/>
                </a:lnTo>
                <a:lnTo>
                  <a:pt x="116" y="19"/>
                </a:lnTo>
                <a:lnTo>
                  <a:pt x="116" y="18"/>
                </a:lnTo>
                <a:lnTo>
                  <a:pt x="117" y="17"/>
                </a:lnTo>
                <a:lnTo>
                  <a:pt x="118" y="16"/>
                </a:lnTo>
                <a:lnTo>
                  <a:pt x="118" y="15"/>
                </a:lnTo>
                <a:lnTo>
                  <a:pt x="119" y="15"/>
                </a:lnTo>
                <a:lnTo>
                  <a:pt x="119" y="14"/>
                </a:lnTo>
                <a:lnTo>
                  <a:pt x="118" y="13"/>
                </a:lnTo>
                <a:lnTo>
                  <a:pt x="118" y="12"/>
                </a:lnTo>
                <a:lnTo>
                  <a:pt x="118" y="11"/>
                </a:lnTo>
                <a:lnTo>
                  <a:pt x="119" y="10"/>
                </a:lnTo>
                <a:lnTo>
                  <a:pt x="119" y="9"/>
                </a:lnTo>
                <a:lnTo>
                  <a:pt x="118" y="9"/>
                </a:lnTo>
                <a:lnTo>
                  <a:pt x="118" y="8"/>
                </a:lnTo>
                <a:lnTo>
                  <a:pt x="119" y="8"/>
                </a:lnTo>
                <a:lnTo>
                  <a:pt x="120" y="8"/>
                </a:lnTo>
                <a:lnTo>
                  <a:pt x="121" y="9"/>
                </a:lnTo>
                <a:lnTo>
                  <a:pt x="121" y="10"/>
                </a:lnTo>
                <a:lnTo>
                  <a:pt x="122" y="10"/>
                </a:lnTo>
                <a:lnTo>
                  <a:pt x="122" y="11"/>
                </a:lnTo>
                <a:lnTo>
                  <a:pt x="123" y="10"/>
                </a:lnTo>
                <a:lnTo>
                  <a:pt x="123" y="9"/>
                </a:lnTo>
                <a:lnTo>
                  <a:pt x="124" y="8"/>
                </a:lnTo>
                <a:lnTo>
                  <a:pt x="125" y="8"/>
                </a:lnTo>
                <a:lnTo>
                  <a:pt x="126" y="8"/>
                </a:lnTo>
                <a:lnTo>
                  <a:pt x="126" y="6"/>
                </a:lnTo>
                <a:lnTo>
                  <a:pt x="125" y="5"/>
                </a:lnTo>
                <a:lnTo>
                  <a:pt x="127" y="5"/>
                </a:lnTo>
                <a:lnTo>
                  <a:pt x="128" y="6"/>
                </a:lnTo>
                <a:lnTo>
                  <a:pt x="129" y="6"/>
                </a:lnTo>
                <a:lnTo>
                  <a:pt x="130" y="6"/>
                </a:lnTo>
                <a:lnTo>
                  <a:pt x="130" y="5"/>
                </a:lnTo>
                <a:lnTo>
                  <a:pt x="131" y="3"/>
                </a:lnTo>
                <a:lnTo>
                  <a:pt x="131" y="4"/>
                </a:lnTo>
                <a:lnTo>
                  <a:pt x="131" y="3"/>
                </a:lnTo>
                <a:lnTo>
                  <a:pt x="132" y="3"/>
                </a:lnTo>
                <a:lnTo>
                  <a:pt x="134" y="3"/>
                </a:lnTo>
                <a:lnTo>
                  <a:pt x="134" y="2"/>
                </a:lnTo>
                <a:lnTo>
                  <a:pt x="135" y="2"/>
                </a:lnTo>
                <a:lnTo>
                  <a:pt x="136" y="2"/>
                </a:lnTo>
                <a:lnTo>
                  <a:pt x="136" y="1"/>
                </a:lnTo>
                <a:lnTo>
                  <a:pt x="137" y="1"/>
                </a:lnTo>
                <a:lnTo>
                  <a:pt x="138" y="1"/>
                </a:lnTo>
                <a:lnTo>
                  <a:pt x="138" y="0"/>
                </a:lnTo>
                <a:lnTo>
                  <a:pt x="139" y="0"/>
                </a:lnTo>
                <a:lnTo>
                  <a:pt x="140" y="1"/>
                </a:lnTo>
                <a:lnTo>
                  <a:pt x="140" y="2"/>
                </a:lnTo>
                <a:lnTo>
                  <a:pt x="140" y="3"/>
                </a:lnTo>
                <a:lnTo>
                  <a:pt x="141" y="3"/>
                </a:lnTo>
                <a:lnTo>
                  <a:pt x="142" y="3"/>
                </a:lnTo>
                <a:lnTo>
                  <a:pt x="142" y="5"/>
                </a:lnTo>
                <a:lnTo>
                  <a:pt x="143" y="5"/>
                </a:lnTo>
                <a:lnTo>
                  <a:pt x="144" y="5"/>
                </a:lnTo>
                <a:lnTo>
                  <a:pt x="144" y="6"/>
                </a:lnTo>
                <a:lnTo>
                  <a:pt x="144" y="7"/>
                </a:lnTo>
                <a:lnTo>
                  <a:pt x="145" y="7"/>
                </a:lnTo>
                <a:lnTo>
                  <a:pt x="145" y="8"/>
                </a:lnTo>
                <a:lnTo>
                  <a:pt x="145" y="9"/>
                </a:lnTo>
                <a:lnTo>
                  <a:pt x="146" y="10"/>
                </a:lnTo>
                <a:lnTo>
                  <a:pt x="147" y="10"/>
                </a:lnTo>
                <a:lnTo>
                  <a:pt x="148" y="10"/>
                </a:lnTo>
                <a:lnTo>
                  <a:pt x="148" y="11"/>
                </a:lnTo>
                <a:lnTo>
                  <a:pt x="147" y="11"/>
                </a:lnTo>
                <a:lnTo>
                  <a:pt x="147" y="12"/>
                </a:lnTo>
                <a:lnTo>
                  <a:pt x="148" y="12"/>
                </a:lnTo>
                <a:lnTo>
                  <a:pt x="150" y="12"/>
                </a:lnTo>
                <a:lnTo>
                  <a:pt x="151" y="13"/>
                </a:lnTo>
                <a:lnTo>
                  <a:pt x="152" y="13"/>
                </a:lnTo>
                <a:lnTo>
                  <a:pt x="153" y="13"/>
                </a:lnTo>
                <a:lnTo>
                  <a:pt x="153" y="14"/>
                </a:lnTo>
                <a:lnTo>
                  <a:pt x="153" y="15"/>
                </a:lnTo>
                <a:lnTo>
                  <a:pt x="154" y="15"/>
                </a:lnTo>
                <a:lnTo>
                  <a:pt x="155" y="15"/>
                </a:lnTo>
                <a:lnTo>
                  <a:pt x="154" y="16"/>
                </a:lnTo>
                <a:lnTo>
                  <a:pt x="153" y="16"/>
                </a:lnTo>
                <a:lnTo>
                  <a:pt x="152" y="16"/>
                </a:lnTo>
                <a:lnTo>
                  <a:pt x="152" y="17"/>
                </a:lnTo>
                <a:lnTo>
                  <a:pt x="153" y="17"/>
                </a:lnTo>
                <a:lnTo>
                  <a:pt x="155" y="17"/>
                </a:lnTo>
                <a:lnTo>
                  <a:pt x="156" y="17"/>
                </a:lnTo>
                <a:lnTo>
                  <a:pt x="157" y="17"/>
                </a:lnTo>
                <a:lnTo>
                  <a:pt x="157" y="18"/>
                </a:lnTo>
                <a:lnTo>
                  <a:pt x="158" y="18"/>
                </a:lnTo>
                <a:lnTo>
                  <a:pt x="160" y="19"/>
                </a:lnTo>
                <a:lnTo>
                  <a:pt x="162" y="19"/>
                </a:lnTo>
                <a:lnTo>
                  <a:pt x="164" y="19"/>
                </a:lnTo>
                <a:lnTo>
                  <a:pt x="165" y="19"/>
                </a:lnTo>
                <a:lnTo>
                  <a:pt x="166" y="19"/>
                </a:lnTo>
                <a:lnTo>
                  <a:pt x="167" y="19"/>
                </a:lnTo>
                <a:lnTo>
                  <a:pt x="168" y="19"/>
                </a:lnTo>
                <a:lnTo>
                  <a:pt x="169" y="20"/>
                </a:lnTo>
                <a:lnTo>
                  <a:pt x="170" y="21"/>
                </a:lnTo>
                <a:lnTo>
                  <a:pt x="171" y="21"/>
                </a:lnTo>
                <a:lnTo>
                  <a:pt x="171" y="22"/>
                </a:lnTo>
                <a:lnTo>
                  <a:pt x="171" y="23"/>
                </a:lnTo>
                <a:lnTo>
                  <a:pt x="172" y="23"/>
                </a:lnTo>
                <a:lnTo>
                  <a:pt x="172" y="24"/>
                </a:lnTo>
                <a:lnTo>
                  <a:pt x="173" y="25"/>
                </a:lnTo>
                <a:lnTo>
                  <a:pt x="174" y="25"/>
                </a:lnTo>
                <a:lnTo>
                  <a:pt x="174" y="26"/>
                </a:lnTo>
                <a:lnTo>
                  <a:pt x="175" y="27"/>
                </a:lnTo>
                <a:lnTo>
                  <a:pt x="176" y="28"/>
                </a:lnTo>
                <a:lnTo>
                  <a:pt x="176" y="27"/>
                </a:lnTo>
                <a:lnTo>
                  <a:pt x="177" y="26"/>
                </a:lnTo>
                <a:lnTo>
                  <a:pt x="178" y="26"/>
                </a:lnTo>
                <a:lnTo>
                  <a:pt x="179" y="27"/>
                </a:lnTo>
                <a:lnTo>
                  <a:pt x="179" y="26"/>
                </a:lnTo>
                <a:lnTo>
                  <a:pt x="179" y="25"/>
                </a:lnTo>
                <a:lnTo>
                  <a:pt x="180" y="25"/>
                </a:lnTo>
                <a:lnTo>
                  <a:pt x="180" y="26"/>
                </a:lnTo>
                <a:lnTo>
                  <a:pt x="181" y="26"/>
                </a:lnTo>
                <a:lnTo>
                  <a:pt x="182" y="26"/>
                </a:lnTo>
                <a:lnTo>
                  <a:pt x="183" y="26"/>
                </a:lnTo>
                <a:lnTo>
                  <a:pt x="184" y="26"/>
                </a:lnTo>
                <a:lnTo>
                  <a:pt x="186" y="27"/>
                </a:lnTo>
                <a:lnTo>
                  <a:pt x="187" y="27"/>
                </a:lnTo>
                <a:lnTo>
                  <a:pt x="188" y="27"/>
                </a:lnTo>
                <a:lnTo>
                  <a:pt x="188" y="28"/>
                </a:lnTo>
                <a:lnTo>
                  <a:pt x="187" y="29"/>
                </a:lnTo>
                <a:lnTo>
                  <a:pt x="187" y="30"/>
                </a:lnTo>
                <a:lnTo>
                  <a:pt x="188" y="30"/>
                </a:lnTo>
                <a:lnTo>
                  <a:pt x="189" y="30"/>
                </a:lnTo>
                <a:lnTo>
                  <a:pt x="189" y="31"/>
                </a:lnTo>
                <a:lnTo>
                  <a:pt x="189" y="32"/>
                </a:lnTo>
                <a:lnTo>
                  <a:pt x="188" y="33"/>
                </a:lnTo>
                <a:lnTo>
                  <a:pt x="188" y="34"/>
                </a:lnTo>
                <a:lnTo>
                  <a:pt x="188" y="35"/>
                </a:lnTo>
                <a:lnTo>
                  <a:pt x="188" y="36"/>
                </a:lnTo>
                <a:lnTo>
                  <a:pt x="188" y="37"/>
                </a:lnTo>
                <a:lnTo>
                  <a:pt x="188" y="38"/>
                </a:lnTo>
                <a:lnTo>
                  <a:pt x="189" y="39"/>
                </a:lnTo>
                <a:lnTo>
                  <a:pt x="190" y="39"/>
                </a:lnTo>
                <a:lnTo>
                  <a:pt x="190" y="40"/>
                </a:lnTo>
                <a:lnTo>
                  <a:pt x="191" y="40"/>
                </a:lnTo>
                <a:lnTo>
                  <a:pt x="190" y="40"/>
                </a:lnTo>
                <a:lnTo>
                  <a:pt x="191" y="41"/>
                </a:lnTo>
                <a:lnTo>
                  <a:pt x="192" y="40"/>
                </a:lnTo>
                <a:lnTo>
                  <a:pt x="192" y="41"/>
                </a:lnTo>
                <a:lnTo>
                  <a:pt x="192" y="42"/>
                </a:lnTo>
                <a:lnTo>
                  <a:pt x="193" y="42"/>
                </a:lnTo>
                <a:lnTo>
                  <a:pt x="194" y="42"/>
                </a:lnTo>
                <a:lnTo>
                  <a:pt x="195" y="42"/>
                </a:lnTo>
                <a:lnTo>
                  <a:pt x="195" y="43"/>
                </a:lnTo>
                <a:lnTo>
                  <a:pt x="194" y="43"/>
                </a:lnTo>
                <a:lnTo>
                  <a:pt x="195" y="44"/>
                </a:lnTo>
                <a:lnTo>
                  <a:pt x="195" y="46"/>
                </a:lnTo>
                <a:lnTo>
                  <a:pt x="194" y="47"/>
                </a:lnTo>
                <a:lnTo>
                  <a:pt x="193" y="48"/>
                </a:lnTo>
                <a:lnTo>
                  <a:pt x="193" y="50"/>
                </a:lnTo>
                <a:lnTo>
                  <a:pt x="194" y="50"/>
                </a:lnTo>
                <a:lnTo>
                  <a:pt x="196" y="51"/>
                </a:lnTo>
                <a:lnTo>
                  <a:pt x="197" y="51"/>
                </a:lnTo>
                <a:lnTo>
                  <a:pt x="197" y="52"/>
                </a:lnTo>
                <a:lnTo>
                  <a:pt x="199" y="52"/>
                </a:lnTo>
                <a:lnTo>
                  <a:pt x="199" y="53"/>
                </a:lnTo>
                <a:lnTo>
                  <a:pt x="200" y="54"/>
                </a:lnTo>
                <a:lnTo>
                  <a:pt x="201" y="54"/>
                </a:lnTo>
                <a:lnTo>
                  <a:pt x="202" y="54"/>
                </a:lnTo>
                <a:lnTo>
                  <a:pt x="203" y="55"/>
                </a:lnTo>
                <a:lnTo>
                  <a:pt x="203" y="56"/>
                </a:lnTo>
                <a:lnTo>
                  <a:pt x="202" y="56"/>
                </a:lnTo>
                <a:lnTo>
                  <a:pt x="201" y="56"/>
                </a:lnTo>
                <a:lnTo>
                  <a:pt x="202" y="57"/>
                </a:lnTo>
                <a:lnTo>
                  <a:pt x="203" y="57"/>
                </a:lnTo>
                <a:lnTo>
                  <a:pt x="204" y="57"/>
                </a:lnTo>
                <a:lnTo>
                  <a:pt x="205" y="57"/>
                </a:lnTo>
                <a:lnTo>
                  <a:pt x="204" y="58"/>
                </a:lnTo>
                <a:lnTo>
                  <a:pt x="204" y="59"/>
                </a:lnTo>
                <a:lnTo>
                  <a:pt x="205" y="59"/>
                </a:lnTo>
                <a:lnTo>
                  <a:pt x="207" y="59"/>
                </a:lnTo>
                <a:lnTo>
                  <a:pt x="207" y="60"/>
                </a:lnTo>
                <a:lnTo>
                  <a:pt x="208" y="60"/>
                </a:lnTo>
                <a:lnTo>
                  <a:pt x="210" y="60"/>
                </a:lnTo>
                <a:lnTo>
                  <a:pt x="211" y="60"/>
                </a:lnTo>
                <a:lnTo>
                  <a:pt x="212" y="60"/>
                </a:lnTo>
                <a:lnTo>
                  <a:pt x="214" y="60"/>
                </a:lnTo>
                <a:lnTo>
                  <a:pt x="215" y="60"/>
                </a:lnTo>
                <a:lnTo>
                  <a:pt x="215" y="59"/>
                </a:lnTo>
                <a:lnTo>
                  <a:pt x="216" y="59"/>
                </a:lnTo>
                <a:lnTo>
                  <a:pt x="217" y="59"/>
                </a:lnTo>
                <a:lnTo>
                  <a:pt x="218" y="59"/>
                </a:lnTo>
                <a:lnTo>
                  <a:pt x="218" y="60"/>
                </a:lnTo>
                <a:lnTo>
                  <a:pt x="219" y="60"/>
                </a:lnTo>
                <a:lnTo>
                  <a:pt x="220" y="60"/>
                </a:lnTo>
                <a:lnTo>
                  <a:pt x="220" y="59"/>
                </a:lnTo>
                <a:lnTo>
                  <a:pt x="220" y="58"/>
                </a:lnTo>
                <a:lnTo>
                  <a:pt x="221" y="58"/>
                </a:lnTo>
                <a:lnTo>
                  <a:pt x="224" y="58"/>
                </a:lnTo>
                <a:lnTo>
                  <a:pt x="225" y="59"/>
                </a:lnTo>
                <a:lnTo>
                  <a:pt x="226" y="59"/>
                </a:lnTo>
                <a:lnTo>
                  <a:pt x="225" y="60"/>
                </a:lnTo>
                <a:lnTo>
                  <a:pt x="225" y="61"/>
                </a:lnTo>
                <a:lnTo>
                  <a:pt x="226" y="61"/>
                </a:lnTo>
                <a:lnTo>
                  <a:pt x="227" y="61"/>
                </a:lnTo>
                <a:lnTo>
                  <a:pt x="227" y="62"/>
                </a:lnTo>
                <a:lnTo>
                  <a:pt x="228" y="63"/>
                </a:lnTo>
                <a:lnTo>
                  <a:pt x="227" y="64"/>
                </a:lnTo>
                <a:lnTo>
                  <a:pt x="228" y="64"/>
                </a:lnTo>
                <a:lnTo>
                  <a:pt x="229" y="64"/>
                </a:lnTo>
                <a:lnTo>
                  <a:pt x="229" y="65"/>
                </a:lnTo>
                <a:lnTo>
                  <a:pt x="230" y="65"/>
                </a:lnTo>
                <a:lnTo>
                  <a:pt x="231" y="65"/>
                </a:lnTo>
                <a:lnTo>
                  <a:pt x="231" y="64"/>
                </a:lnTo>
                <a:lnTo>
                  <a:pt x="232" y="64"/>
                </a:lnTo>
                <a:lnTo>
                  <a:pt x="233" y="64"/>
                </a:lnTo>
                <a:lnTo>
                  <a:pt x="232" y="64"/>
                </a:lnTo>
                <a:lnTo>
                  <a:pt x="232" y="63"/>
                </a:lnTo>
                <a:lnTo>
                  <a:pt x="234" y="63"/>
                </a:lnTo>
                <a:lnTo>
                  <a:pt x="235" y="62"/>
                </a:lnTo>
                <a:lnTo>
                  <a:pt x="236" y="62"/>
                </a:lnTo>
                <a:lnTo>
                  <a:pt x="237" y="62"/>
                </a:lnTo>
                <a:lnTo>
                  <a:pt x="237" y="61"/>
                </a:lnTo>
                <a:lnTo>
                  <a:pt x="238" y="61"/>
                </a:lnTo>
                <a:lnTo>
                  <a:pt x="239" y="61"/>
                </a:lnTo>
                <a:lnTo>
                  <a:pt x="239" y="62"/>
                </a:lnTo>
                <a:lnTo>
                  <a:pt x="240" y="62"/>
                </a:lnTo>
                <a:lnTo>
                  <a:pt x="241" y="62"/>
                </a:lnTo>
                <a:lnTo>
                  <a:pt x="240" y="64"/>
                </a:lnTo>
                <a:lnTo>
                  <a:pt x="240" y="65"/>
                </a:lnTo>
                <a:lnTo>
                  <a:pt x="240" y="66"/>
                </a:lnTo>
                <a:lnTo>
                  <a:pt x="241" y="66"/>
                </a:lnTo>
                <a:lnTo>
                  <a:pt x="242" y="66"/>
                </a:lnTo>
                <a:lnTo>
                  <a:pt x="243" y="67"/>
                </a:lnTo>
                <a:lnTo>
                  <a:pt x="243" y="68"/>
                </a:lnTo>
                <a:lnTo>
                  <a:pt x="242" y="68"/>
                </a:lnTo>
                <a:lnTo>
                  <a:pt x="242" y="69"/>
                </a:lnTo>
                <a:lnTo>
                  <a:pt x="243" y="69"/>
                </a:lnTo>
                <a:lnTo>
                  <a:pt x="245" y="68"/>
                </a:lnTo>
                <a:lnTo>
                  <a:pt x="245" y="67"/>
                </a:lnTo>
                <a:lnTo>
                  <a:pt x="246" y="67"/>
                </a:lnTo>
                <a:lnTo>
                  <a:pt x="247" y="67"/>
                </a:lnTo>
                <a:lnTo>
                  <a:pt x="247" y="66"/>
                </a:lnTo>
                <a:lnTo>
                  <a:pt x="247" y="65"/>
                </a:lnTo>
                <a:lnTo>
                  <a:pt x="246" y="64"/>
                </a:lnTo>
                <a:lnTo>
                  <a:pt x="246" y="63"/>
                </a:lnTo>
                <a:lnTo>
                  <a:pt x="248" y="64"/>
                </a:lnTo>
                <a:lnTo>
                  <a:pt x="250" y="66"/>
                </a:lnTo>
                <a:lnTo>
                  <a:pt x="251" y="67"/>
                </a:lnTo>
                <a:lnTo>
                  <a:pt x="252" y="67"/>
                </a:lnTo>
                <a:lnTo>
                  <a:pt x="252" y="68"/>
                </a:lnTo>
                <a:lnTo>
                  <a:pt x="251" y="69"/>
                </a:lnTo>
                <a:lnTo>
                  <a:pt x="251" y="70"/>
                </a:lnTo>
                <a:lnTo>
                  <a:pt x="251" y="71"/>
                </a:lnTo>
                <a:lnTo>
                  <a:pt x="252" y="72"/>
                </a:lnTo>
                <a:lnTo>
                  <a:pt x="252" y="73"/>
                </a:lnTo>
                <a:lnTo>
                  <a:pt x="252" y="74"/>
                </a:lnTo>
                <a:lnTo>
                  <a:pt x="253" y="74"/>
                </a:lnTo>
                <a:lnTo>
                  <a:pt x="254" y="75"/>
                </a:lnTo>
                <a:lnTo>
                  <a:pt x="254" y="76"/>
                </a:lnTo>
                <a:lnTo>
                  <a:pt x="255" y="77"/>
                </a:lnTo>
                <a:lnTo>
                  <a:pt x="255" y="78"/>
                </a:lnTo>
                <a:lnTo>
                  <a:pt x="255" y="79"/>
                </a:lnTo>
                <a:lnTo>
                  <a:pt x="256" y="79"/>
                </a:lnTo>
                <a:lnTo>
                  <a:pt x="257" y="79"/>
                </a:lnTo>
                <a:lnTo>
                  <a:pt x="257" y="78"/>
                </a:lnTo>
                <a:lnTo>
                  <a:pt x="258" y="78"/>
                </a:lnTo>
                <a:lnTo>
                  <a:pt x="259" y="78"/>
                </a:lnTo>
                <a:lnTo>
                  <a:pt x="260" y="78"/>
                </a:lnTo>
                <a:lnTo>
                  <a:pt x="260" y="79"/>
                </a:lnTo>
                <a:lnTo>
                  <a:pt x="260" y="80"/>
                </a:lnTo>
                <a:lnTo>
                  <a:pt x="260" y="81"/>
                </a:lnTo>
                <a:lnTo>
                  <a:pt x="259" y="82"/>
                </a:lnTo>
                <a:lnTo>
                  <a:pt x="260" y="83"/>
                </a:lnTo>
                <a:lnTo>
                  <a:pt x="259" y="84"/>
                </a:lnTo>
                <a:lnTo>
                  <a:pt x="259" y="85"/>
                </a:lnTo>
                <a:lnTo>
                  <a:pt x="259" y="86"/>
                </a:lnTo>
                <a:lnTo>
                  <a:pt x="259" y="87"/>
                </a:lnTo>
                <a:lnTo>
                  <a:pt x="259" y="88"/>
                </a:lnTo>
                <a:lnTo>
                  <a:pt x="258" y="89"/>
                </a:lnTo>
                <a:lnTo>
                  <a:pt x="258" y="90"/>
                </a:lnTo>
                <a:lnTo>
                  <a:pt x="258" y="91"/>
                </a:lnTo>
                <a:lnTo>
                  <a:pt x="258" y="93"/>
                </a:lnTo>
                <a:lnTo>
                  <a:pt x="257" y="93"/>
                </a:lnTo>
                <a:lnTo>
                  <a:pt x="257" y="94"/>
                </a:lnTo>
                <a:lnTo>
                  <a:pt x="258" y="94"/>
                </a:lnTo>
                <a:lnTo>
                  <a:pt x="258" y="95"/>
                </a:lnTo>
                <a:lnTo>
                  <a:pt x="259" y="96"/>
                </a:lnTo>
                <a:lnTo>
                  <a:pt x="260" y="96"/>
                </a:lnTo>
                <a:lnTo>
                  <a:pt x="261" y="95"/>
                </a:lnTo>
                <a:lnTo>
                  <a:pt x="262" y="95"/>
                </a:lnTo>
                <a:lnTo>
                  <a:pt x="263" y="94"/>
                </a:lnTo>
                <a:lnTo>
                  <a:pt x="264" y="94"/>
                </a:lnTo>
                <a:lnTo>
                  <a:pt x="265" y="94"/>
                </a:lnTo>
                <a:lnTo>
                  <a:pt x="266" y="94"/>
                </a:lnTo>
                <a:lnTo>
                  <a:pt x="267" y="94"/>
                </a:lnTo>
                <a:lnTo>
                  <a:pt x="268" y="94"/>
                </a:lnTo>
                <a:lnTo>
                  <a:pt x="269" y="94"/>
                </a:lnTo>
                <a:lnTo>
                  <a:pt x="270" y="94"/>
                </a:lnTo>
                <a:lnTo>
                  <a:pt x="271" y="95"/>
                </a:lnTo>
                <a:lnTo>
                  <a:pt x="272" y="95"/>
                </a:lnTo>
                <a:lnTo>
                  <a:pt x="273" y="95"/>
                </a:lnTo>
                <a:lnTo>
                  <a:pt x="272" y="95"/>
                </a:lnTo>
                <a:lnTo>
                  <a:pt x="272" y="94"/>
                </a:lnTo>
                <a:lnTo>
                  <a:pt x="273" y="94"/>
                </a:lnTo>
                <a:lnTo>
                  <a:pt x="274" y="94"/>
                </a:lnTo>
                <a:lnTo>
                  <a:pt x="275" y="95"/>
                </a:lnTo>
                <a:lnTo>
                  <a:pt x="277" y="95"/>
                </a:lnTo>
                <a:lnTo>
                  <a:pt x="277" y="94"/>
                </a:lnTo>
                <a:lnTo>
                  <a:pt x="278" y="94"/>
                </a:lnTo>
                <a:lnTo>
                  <a:pt x="277" y="94"/>
                </a:lnTo>
                <a:lnTo>
                  <a:pt x="278" y="93"/>
                </a:lnTo>
                <a:lnTo>
                  <a:pt x="278" y="92"/>
                </a:lnTo>
                <a:lnTo>
                  <a:pt x="278" y="91"/>
                </a:lnTo>
                <a:lnTo>
                  <a:pt x="279" y="92"/>
                </a:lnTo>
                <a:lnTo>
                  <a:pt x="279" y="93"/>
                </a:lnTo>
                <a:lnTo>
                  <a:pt x="280" y="93"/>
                </a:lnTo>
                <a:lnTo>
                  <a:pt x="282" y="93"/>
                </a:lnTo>
                <a:lnTo>
                  <a:pt x="283" y="93"/>
                </a:lnTo>
                <a:lnTo>
                  <a:pt x="283" y="94"/>
                </a:lnTo>
                <a:lnTo>
                  <a:pt x="284" y="94"/>
                </a:lnTo>
                <a:lnTo>
                  <a:pt x="284" y="93"/>
                </a:lnTo>
                <a:lnTo>
                  <a:pt x="285" y="93"/>
                </a:lnTo>
                <a:lnTo>
                  <a:pt x="286" y="92"/>
                </a:lnTo>
                <a:lnTo>
                  <a:pt x="287" y="92"/>
                </a:lnTo>
                <a:lnTo>
                  <a:pt x="287" y="91"/>
                </a:lnTo>
                <a:lnTo>
                  <a:pt x="289" y="91"/>
                </a:lnTo>
                <a:lnTo>
                  <a:pt x="291" y="91"/>
                </a:lnTo>
                <a:lnTo>
                  <a:pt x="292" y="90"/>
                </a:lnTo>
                <a:lnTo>
                  <a:pt x="292" y="91"/>
                </a:lnTo>
                <a:lnTo>
                  <a:pt x="293" y="91"/>
                </a:lnTo>
                <a:lnTo>
                  <a:pt x="293" y="92"/>
                </a:lnTo>
                <a:lnTo>
                  <a:pt x="294" y="92"/>
                </a:lnTo>
                <a:lnTo>
                  <a:pt x="294" y="93"/>
                </a:lnTo>
                <a:lnTo>
                  <a:pt x="295" y="93"/>
                </a:lnTo>
                <a:lnTo>
                  <a:pt x="296" y="93"/>
                </a:lnTo>
                <a:lnTo>
                  <a:pt x="296" y="92"/>
                </a:lnTo>
                <a:lnTo>
                  <a:pt x="297" y="93"/>
                </a:lnTo>
                <a:lnTo>
                  <a:pt x="298" y="93"/>
                </a:lnTo>
                <a:lnTo>
                  <a:pt x="298" y="94"/>
                </a:lnTo>
                <a:lnTo>
                  <a:pt x="297" y="94"/>
                </a:lnTo>
                <a:lnTo>
                  <a:pt x="296" y="94"/>
                </a:lnTo>
                <a:lnTo>
                  <a:pt x="296" y="95"/>
                </a:lnTo>
                <a:lnTo>
                  <a:pt x="297" y="97"/>
                </a:lnTo>
                <a:lnTo>
                  <a:pt x="296" y="97"/>
                </a:lnTo>
                <a:lnTo>
                  <a:pt x="296" y="98"/>
                </a:lnTo>
                <a:lnTo>
                  <a:pt x="297" y="100"/>
                </a:lnTo>
                <a:lnTo>
                  <a:pt x="297" y="101"/>
                </a:lnTo>
                <a:lnTo>
                  <a:pt x="297" y="102"/>
                </a:lnTo>
                <a:lnTo>
                  <a:pt x="296" y="102"/>
                </a:lnTo>
                <a:lnTo>
                  <a:pt x="295" y="103"/>
                </a:lnTo>
                <a:lnTo>
                  <a:pt x="294" y="104"/>
                </a:lnTo>
                <a:lnTo>
                  <a:pt x="293" y="105"/>
                </a:lnTo>
                <a:lnTo>
                  <a:pt x="293" y="106"/>
                </a:lnTo>
                <a:lnTo>
                  <a:pt x="292" y="106"/>
                </a:lnTo>
                <a:lnTo>
                  <a:pt x="292" y="107"/>
                </a:lnTo>
                <a:lnTo>
                  <a:pt x="292" y="108"/>
                </a:lnTo>
                <a:lnTo>
                  <a:pt x="292" y="109"/>
                </a:lnTo>
                <a:lnTo>
                  <a:pt x="292" y="110"/>
                </a:lnTo>
                <a:lnTo>
                  <a:pt x="292" y="112"/>
                </a:lnTo>
                <a:lnTo>
                  <a:pt x="292" y="114"/>
                </a:lnTo>
                <a:lnTo>
                  <a:pt x="291" y="114"/>
                </a:lnTo>
                <a:lnTo>
                  <a:pt x="291" y="117"/>
                </a:lnTo>
                <a:lnTo>
                  <a:pt x="291" y="118"/>
                </a:lnTo>
                <a:lnTo>
                  <a:pt x="291" y="120"/>
                </a:lnTo>
                <a:lnTo>
                  <a:pt x="291" y="121"/>
                </a:lnTo>
                <a:lnTo>
                  <a:pt x="290" y="120"/>
                </a:lnTo>
                <a:lnTo>
                  <a:pt x="289" y="120"/>
                </a:lnTo>
                <a:lnTo>
                  <a:pt x="288" y="120"/>
                </a:lnTo>
                <a:lnTo>
                  <a:pt x="288" y="119"/>
                </a:lnTo>
                <a:lnTo>
                  <a:pt x="287" y="119"/>
                </a:lnTo>
                <a:lnTo>
                  <a:pt x="286" y="119"/>
                </a:lnTo>
                <a:lnTo>
                  <a:pt x="286" y="120"/>
                </a:lnTo>
                <a:lnTo>
                  <a:pt x="286" y="121"/>
                </a:lnTo>
                <a:lnTo>
                  <a:pt x="285" y="121"/>
                </a:lnTo>
                <a:lnTo>
                  <a:pt x="284" y="122"/>
                </a:lnTo>
                <a:lnTo>
                  <a:pt x="284" y="124"/>
                </a:lnTo>
                <a:lnTo>
                  <a:pt x="284" y="125"/>
                </a:lnTo>
                <a:lnTo>
                  <a:pt x="284" y="126"/>
                </a:lnTo>
                <a:lnTo>
                  <a:pt x="283" y="127"/>
                </a:lnTo>
                <a:lnTo>
                  <a:pt x="283" y="128"/>
                </a:lnTo>
                <a:lnTo>
                  <a:pt x="284" y="129"/>
                </a:lnTo>
                <a:lnTo>
                  <a:pt x="284" y="130"/>
                </a:lnTo>
                <a:lnTo>
                  <a:pt x="284" y="131"/>
                </a:lnTo>
                <a:lnTo>
                  <a:pt x="283" y="132"/>
                </a:lnTo>
                <a:lnTo>
                  <a:pt x="283" y="133"/>
                </a:lnTo>
                <a:lnTo>
                  <a:pt x="281" y="134"/>
                </a:lnTo>
                <a:lnTo>
                  <a:pt x="280" y="133"/>
                </a:lnTo>
                <a:lnTo>
                  <a:pt x="279" y="133"/>
                </a:lnTo>
                <a:lnTo>
                  <a:pt x="279" y="134"/>
                </a:lnTo>
                <a:lnTo>
                  <a:pt x="279" y="135"/>
                </a:lnTo>
                <a:lnTo>
                  <a:pt x="280" y="135"/>
                </a:lnTo>
                <a:lnTo>
                  <a:pt x="281" y="135"/>
                </a:lnTo>
                <a:lnTo>
                  <a:pt x="281" y="136"/>
                </a:lnTo>
                <a:lnTo>
                  <a:pt x="281" y="137"/>
                </a:lnTo>
                <a:lnTo>
                  <a:pt x="280" y="137"/>
                </a:lnTo>
                <a:lnTo>
                  <a:pt x="280" y="139"/>
                </a:lnTo>
                <a:lnTo>
                  <a:pt x="279" y="140"/>
                </a:lnTo>
                <a:lnTo>
                  <a:pt x="279" y="141"/>
                </a:lnTo>
                <a:lnTo>
                  <a:pt x="277" y="142"/>
                </a:lnTo>
                <a:lnTo>
                  <a:pt x="277" y="143"/>
                </a:lnTo>
                <a:lnTo>
                  <a:pt x="277" y="144"/>
                </a:lnTo>
                <a:lnTo>
                  <a:pt x="277" y="145"/>
                </a:lnTo>
                <a:lnTo>
                  <a:pt x="276" y="145"/>
                </a:lnTo>
                <a:lnTo>
                  <a:pt x="276" y="146"/>
                </a:lnTo>
                <a:lnTo>
                  <a:pt x="277" y="146"/>
                </a:lnTo>
                <a:lnTo>
                  <a:pt x="278" y="146"/>
                </a:lnTo>
                <a:lnTo>
                  <a:pt x="279" y="146"/>
                </a:lnTo>
                <a:lnTo>
                  <a:pt x="280" y="146"/>
                </a:lnTo>
                <a:lnTo>
                  <a:pt x="280" y="147"/>
                </a:lnTo>
                <a:lnTo>
                  <a:pt x="281" y="147"/>
                </a:lnTo>
                <a:lnTo>
                  <a:pt x="280" y="148"/>
                </a:lnTo>
                <a:lnTo>
                  <a:pt x="280" y="149"/>
                </a:lnTo>
                <a:lnTo>
                  <a:pt x="281" y="151"/>
                </a:lnTo>
                <a:lnTo>
                  <a:pt x="282" y="151"/>
                </a:lnTo>
                <a:lnTo>
                  <a:pt x="282" y="152"/>
                </a:lnTo>
                <a:lnTo>
                  <a:pt x="283" y="152"/>
                </a:lnTo>
                <a:lnTo>
                  <a:pt x="284" y="153"/>
                </a:lnTo>
                <a:lnTo>
                  <a:pt x="285" y="153"/>
                </a:lnTo>
                <a:lnTo>
                  <a:pt x="285" y="154"/>
                </a:lnTo>
                <a:lnTo>
                  <a:pt x="285" y="155"/>
                </a:lnTo>
                <a:lnTo>
                  <a:pt x="286" y="155"/>
                </a:lnTo>
                <a:lnTo>
                  <a:pt x="285" y="154"/>
                </a:lnTo>
                <a:lnTo>
                  <a:pt x="286" y="154"/>
                </a:lnTo>
                <a:lnTo>
                  <a:pt x="287" y="154"/>
                </a:lnTo>
                <a:lnTo>
                  <a:pt x="287" y="155"/>
                </a:lnTo>
                <a:lnTo>
                  <a:pt x="288" y="155"/>
                </a:lnTo>
                <a:lnTo>
                  <a:pt x="289" y="154"/>
                </a:lnTo>
                <a:lnTo>
                  <a:pt x="290" y="154"/>
                </a:lnTo>
                <a:lnTo>
                  <a:pt x="291" y="153"/>
                </a:lnTo>
                <a:lnTo>
                  <a:pt x="292" y="153"/>
                </a:lnTo>
                <a:lnTo>
                  <a:pt x="293" y="152"/>
                </a:lnTo>
                <a:lnTo>
                  <a:pt x="294" y="152"/>
                </a:lnTo>
                <a:lnTo>
                  <a:pt x="295" y="152"/>
                </a:lnTo>
                <a:lnTo>
                  <a:pt x="296" y="152"/>
                </a:lnTo>
                <a:lnTo>
                  <a:pt x="296" y="151"/>
                </a:lnTo>
                <a:lnTo>
                  <a:pt x="296" y="150"/>
                </a:lnTo>
                <a:lnTo>
                  <a:pt x="296" y="149"/>
                </a:lnTo>
                <a:lnTo>
                  <a:pt x="296" y="148"/>
                </a:lnTo>
                <a:lnTo>
                  <a:pt x="297" y="147"/>
                </a:lnTo>
                <a:lnTo>
                  <a:pt x="298" y="147"/>
                </a:lnTo>
                <a:lnTo>
                  <a:pt x="299" y="148"/>
                </a:lnTo>
                <a:lnTo>
                  <a:pt x="300" y="148"/>
                </a:lnTo>
                <a:lnTo>
                  <a:pt x="301" y="149"/>
                </a:lnTo>
                <a:lnTo>
                  <a:pt x="301" y="150"/>
                </a:lnTo>
                <a:lnTo>
                  <a:pt x="301" y="151"/>
                </a:lnTo>
                <a:lnTo>
                  <a:pt x="302" y="151"/>
                </a:lnTo>
                <a:lnTo>
                  <a:pt x="302" y="152"/>
                </a:lnTo>
                <a:lnTo>
                  <a:pt x="301" y="153"/>
                </a:lnTo>
                <a:lnTo>
                  <a:pt x="302" y="153"/>
                </a:lnTo>
                <a:lnTo>
                  <a:pt x="302" y="154"/>
                </a:lnTo>
                <a:lnTo>
                  <a:pt x="302" y="155"/>
                </a:lnTo>
                <a:lnTo>
                  <a:pt x="302" y="156"/>
                </a:lnTo>
                <a:lnTo>
                  <a:pt x="301" y="157"/>
                </a:lnTo>
                <a:lnTo>
                  <a:pt x="301" y="158"/>
                </a:lnTo>
                <a:lnTo>
                  <a:pt x="300" y="158"/>
                </a:lnTo>
                <a:lnTo>
                  <a:pt x="301" y="159"/>
                </a:lnTo>
                <a:lnTo>
                  <a:pt x="301" y="158"/>
                </a:lnTo>
                <a:lnTo>
                  <a:pt x="302" y="158"/>
                </a:lnTo>
                <a:lnTo>
                  <a:pt x="302" y="159"/>
                </a:lnTo>
                <a:lnTo>
                  <a:pt x="302" y="160"/>
                </a:lnTo>
                <a:lnTo>
                  <a:pt x="301" y="160"/>
                </a:lnTo>
                <a:lnTo>
                  <a:pt x="300" y="160"/>
                </a:lnTo>
                <a:lnTo>
                  <a:pt x="301" y="160"/>
                </a:lnTo>
                <a:lnTo>
                  <a:pt x="301" y="161"/>
                </a:lnTo>
                <a:lnTo>
                  <a:pt x="302" y="161"/>
                </a:lnTo>
                <a:lnTo>
                  <a:pt x="302" y="162"/>
                </a:lnTo>
                <a:lnTo>
                  <a:pt x="301" y="162"/>
                </a:lnTo>
                <a:lnTo>
                  <a:pt x="301" y="163"/>
                </a:lnTo>
                <a:lnTo>
                  <a:pt x="302" y="163"/>
                </a:lnTo>
                <a:lnTo>
                  <a:pt x="303" y="163"/>
                </a:lnTo>
                <a:lnTo>
                  <a:pt x="303" y="164"/>
                </a:lnTo>
                <a:lnTo>
                  <a:pt x="304" y="166"/>
                </a:lnTo>
                <a:lnTo>
                  <a:pt x="304" y="169"/>
                </a:lnTo>
                <a:lnTo>
                  <a:pt x="304" y="170"/>
                </a:lnTo>
                <a:lnTo>
                  <a:pt x="304" y="171"/>
                </a:lnTo>
                <a:lnTo>
                  <a:pt x="305" y="172"/>
                </a:lnTo>
                <a:lnTo>
                  <a:pt x="306" y="172"/>
                </a:lnTo>
                <a:lnTo>
                  <a:pt x="307" y="172"/>
                </a:lnTo>
                <a:lnTo>
                  <a:pt x="308" y="172"/>
                </a:lnTo>
                <a:lnTo>
                  <a:pt x="309" y="172"/>
                </a:lnTo>
                <a:lnTo>
                  <a:pt x="309" y="173"/>
                </a:lnTo>
                <a:lnTo>
                  <a:pt x="310" y="173"/>
                </a:lnTo>
                <a:lnTo>
                  <a:pt x="309" y="173"/>
                </a:lnTo>
                <a:lnTo>
                  <a:pt x="308" y="174"/>
                </a:lnTo>
                <a:lnTo>
                  <a:pt x="308" y="175"/>
                </a:lnTo>
                <a:lnTo>
                  <a:pt x="307" y="175"/>
                </a:lnTo>
                <a:lnTo>
                  <a:pt x="306" y="175"/>
                </a:lnTo>
                <a:lnTo>
                  <a:pt x="305" y="175"/>
                </a:lnTo>
                <a:lnTo>
                  <a:pt x="304" y="176"/>
                </a:lnTo>
                <a:lnTo>
                  <a:pt x="303" y="176"/>
                </a:lnTo>
                <a:lnTo>
                  <a:pt x="302" y="177"/>
                </a:lnTo>
                <a:lnTo>
                  <a:pt x="303" y="179"/>
                </a:lnTo>
                <a:lnTo>
                  <a:pt x="303" y="180"/>
                </a:lnTo>
                <a:lnTo>
                  <a:pt x="303" y="181"/>
                </a:lnTo>
                <a:lnTo>
                  <a:pt x="304" y="181"/>
                </a:lnTo>
                <a:lnTo>
                  <a:pt x="304" y="182"/>
                </a:lnTo>
                <a:lnTo>
                  <a:pt x="304" y="183"/>
                </a:lnTo>
                <a:lnTo>
                  <a:pt x="304" y="184"/>
                </a:lnTo>
                <a:lnTo>
                  <a:pt x="304" y="185"/>
                </a:lnTo>
                <a:lnTo>
                  <a:pt x="305" y="185"/>
                </a:lnTo>
                <a:lnTo>
                  <a:pt x="305" y="184"/>
                </a:lnTo>
                <a:lnTo>
                  <a:pt x="306" y="184"/>
                </a:lnTo>
                <a:lnTo>
                  <a:pt x="307" y="184"/>
                </a:lnTo>
                <a:lnTo>
                  <a:pt x="308" y="185"/>
                </a:lnTo>
                <a:lnTo>
                  <a:pt x="309" y="185"/>
                </a:lnTo>
                <a:lnTo>
                  <a:pt x="309" y="186"/>
                </a:lnTo>
                <a:lnTo>
                  <a:pt x="309" y="188"/>
                </a:lnTo>
                <a:lnTo>
                  <a:pt x="309" y="189"/>
                </a:lnTo>
                <a:lnTo>
                  <a:pt x="309" y="190"/>
                </a:lnTo>
                <a:lnTo>
                  <a:pt x="308" y="190"/>
                </a:lnTo>
                <a:lnTo>
                  <a:pt x="309" y="191"/>
                </a:lnTo>
                <a:lnTo>
                  <a:pt x="309" y="192"/>
                </a:lnTo>
                <a:lnTo>
                  <a:pt x="310" y="192"/>
                </a:lnTo>
                <a:lnTo>
                  <a:pt x="311" y="192"/>
                </a:lnTo>
                <a:lnTo>
                  <a:pt x="311" y="193"/>
                </a:lnTo>
                <a:lnTo>
                  <a:pt x="311" y="194"/>
                </a:lnTo>
                <a:lnTo>
                  <a:pt x="312" y="194"/>
                </a:lnTo>
                <a:lnTo>
                  <a:pt x="312" y="193"/>
                </a:lnTo>
                <a:lnTo>
                  <a:pt x="313" y="192"/>
                </a:lnTo>
                <a:lnTo>
                  <a:pt x="314" y="192"/>
                </a:lnTo>
                <a:lnTo>
                  <a:pt x="315" y="193"/>
                </a:lnTo>
                <a:lnTo>
                  <a:pt x="315" y="194"/>
                </a:lnTo>
                <a:lnTo>
                  <a:pt x="315" y="195"/>
                </a:lnTo>
                <a:lnTo>
                  <a:pt x="315" y="196"/>
                </a:lnTo>
                <a:lnTo>
                  <a:pt x="315" y="197"/>
                </a:lnTo>
                <a:lnTo>
                  <a:pt x="315" y="198"/>
                </a:lnTo>
                <a:lnTo>
                  <a:pt x="316" y="198"/>
                </a:lnTo>
                <a:lnTo>
                  <a:pt x="317" y="198"/>
                </a:lnTo>
                <a:lnTo>
                  <a:pt x="318" y="198"/>
                </a:lnTo>
                <a:lnTo>
                  <a:pt x="319" y="198"/>
                </a:lnTo>
                <a:lnTo>
                  <a:pt x="320" y="198"/>
                </a:lnTo>
                <a:lnTo>
                  <a:pt x="321" y="198"/>
                </a:lnTo>
                <a:lnTo>
                  <a:pt x="321" y="196"/>
                </a:lnTo>
                <a:lnTo>
                  <a:pt x="322" y="196"/>
                </a:lnTo>
                <a:lnTo>
                  <a:pt x="322" y="195"/>
                </a:lnTo>
                <a:lnTo>
                  <a:pt x="322" y="196"/>
                </a:lnTo>
                <a:lnTo>
                  <a:pt x="323" y="196"/>
                </a:lnTo>
                <a:lnTo>
                  <a:pt x="323" y="197"/>
                </a:lnTo>
                <a:lnTo>
                  <a:pt x="324" y="198"/>
                </a:lnTo>
                <a:lnTo>
                  <a:pt x="325" y="198"/>
                </a:lnTo>
                <a:lnTo>
                  <a:pt x="327" y="198"/>
                </a:lnTo>
                <a:lnTo>
                  <a:pt x="328" y="197"/>
                </a:lnTo>
                <a:lnTo>
                  <a:pt x="329" y="197"/>
                </a:lnTo>
                <a:lnTo>
                  <a:pt x="330" y="197"/>
                </a:lnTo>
                <a:lnTo>
                  <a:pt x="331" y="197"/>
                </a:lnTo>
                <a:lnTo>
                  <a:pt x="332" y="197"/>
                </a:lnTo>
                <a:lnTo>
                  <a:pt x="333" y="197"/>
                </a:lnTo>
                <a:lnTo>
                  <a:pt x="334" y="198"/>
                </a:lnTo>
                <a:lnTo>
                  <a:pt x="336" y="197"/>
                </a:lnTo>
                <a:lnTo>
                  <a:pt x="337" y="196"/>
                </a:lnTo>
                <a:lnTo>
                  <a:pt x="338" y="196"/>
                </a:lnTo>
                <a:lnTo>
                  <a:pt x="339" y="195"/>
                </a:lnTo>
                <a:lnTo>
                  <a:pt x="340" y="196"/>
                </a:lnTo>
                <a:lnTo>
                  <a:pt x="341" y="196"/>
                </a:lnTo>
                <a:lnTo>
                  <a:pt x="342" y="197"/>
                </a:lnTo>
                <a:lnTo>
                  <a:pt x="344" y="197"/>
                </a:lnTo>
                <a:lnTo>
                  <a:pt x="345" y="198"/>
                </a:lnTo>
                <a:lnTo>
                  <a:pt x="347" y="197"/>
                </a:lnTo>
                <a:lnTo>
                  <a:pt x="348" y="196"/>
                </a:lnTo>
                <a:lnTo>
                  <a:pt x="349" y="196"/>
                </a:lnTo>
                <a:lnTo>
                  <a:pt x="350" y="196"/>
                </a:lnTo>
                <a:lnTo>
                  <a:pt x="350" y="195"/>
                </a:lnTo>
                <a:lnTo>
                  <a:pt x="349" y="194"/>
                </a:lnTo>
                <a:lnTo>
                  <a:pt x="348" y="193"/>
                </a:lnTo>
                <a:lnTo>
                  <a:pt x="348" y="192"/>
                </a:lnTo>
                <a:lnTo>
                  <a:pt x="348" y="191"/>
                </a:lnTo>
                <a:lnTo>
                  <a:pt x="348" y="190"/>
                </a:lnTo>
                <a:lnTo>
                  <a:pt x="348" y="189"/>
                </a:lnTo>
                <a:lnTo>
                  <a:pt x="349" y="189"/>
                </a:lnTo>
                <a:lnTo>
                  <a:pt x="349" y="188"/>
                </a:lnTo>
                <a:lnTo>
                  <a:pt x="349" y="187"/>
                </a:lnTo>
                <a:lnTo>
                  <a:pt x="348" y="187"/>
                </a:lnTo>
                <a:lnTo>
                  <a:pt x="348" y="186"/>
                </a:lnTo>
                <a:lnTo>
                  <a:pt x="348" y="185"/>
                </a:lnTo>
                <a:lnTo>
                  <a:pt x="348" y="184"/>
                </a:lnTo>
                <a:lnTo>
                  <a:pt x="349" y="184"/>
                </a:lnTo>
                <a:lnTo>
                  <a:pt x="350" y="184"/>
                </a:lnTo>
                <a:lnTo>
                  <a:pt x="351" y="184"/>
                </a:lnTo>
                <a:lnTo>
                  <a:pt x="352" y="184"/>
                </a:lnTo>
                <a:lnTo>
                  <a:pt x="352" y="185"/>
                </a:lnTo>
                <a:lnTo>
                  <a:pt x="353" y="185"/>
                </a:lnTo>
                <a:lnTo>
                  <a:pt x="353" y="184"/>
                </a:lnTo>
                <a:lnTo>
                  <a:pt x="355" y="184"/>
                </a:lnTo>
                <a:lnTo>
                  <a:pt x="355" y="182"/>
                </a:lnTo>
                <a:lnTo>
                  <a:pt x="355" y="181"/>
                </a:lnTo>
                <a:lnTo>
                  <a:pt x="355" y="179"/>
                </a:lnTo>
                <a:lnTo>
                  <a:pt x="354" y="178"/>
                </a:lnTo>
                <a:lnTo>
                  <a:pt x="355" y="178"/>
                </a:lnTo>
                <a:lnTo>
                  <a:pt x="355" y="177"/>
                </a:lnTo>
                <a:lnTo>
                  <a:pt x="356" y="177"/>
                </a:lnTo>
                <a:lnTo>
                  <a:pt x="356" y="178"/>
                </a:lnTo>
                <a:lnTo>
                  <a:pt x="357" y="178"/>
                </a:lnTo>
                <a:lnTo>
                  <a:pt x="358" y="177"/>
                </a:lnTo>
                <a:lnTo>
                  <a:pt x="358" y="176"/>
                </a:lnTo>
                <a:lnTo>
                  <a:pt x="357" y="175"/>
                </a:lnTo>
                <a:lnTo>
                  <a:pt x="358" y="173"/>
                </a:lnTo>
                <a:lnTo>
                  <a:pt x="360" y="173"/>
                </a:lnTo>
                <a:lnTo>
                  <a:pt x="362" y="173"/>
                </a:lnTo>
                <a:lnTo>
                  <a:pt x="362" y="174"/>
                </a:lnTo>
                <a:lnTo>
                  <a:pt x="362" y="175"/>
                </a:lnTo>
                <a:lnTo>
                  <a:pt x="363" y="175"/>
                </a:lnTo>
                <a:lnTo>
                  <a:pt x="365" y="175"/>
                </a:lnTo>
                <a:lnTo>
                  <a:pt x="366" y="176"/>
                </a:lnTo>
                <a:lnTo>
                  <a:pt x="366" y="175"/>
                </a:lnTo>
                <a:lnTo>
                  <a:pt x="367" y="175"/>
                </a:lnTo>
                <a:lnTo>
                  <a:pt x="368" y="175"/>
                </a:lnTo>
                <a:lnTo>
                  <a:pt x="369" y="175"/>
                </a:lnTo>
                <a:lnTo>
                  <a:pt x="370" y="174"/>
                </a:lnTo>
                <a:lnTo>
                  <a:pt x="371" y="173"/>
                </a:lnTo>
                <a:lnTo>
                  <a:pt x="372" y="173"/>
                </a:lnTo>
                <a:lnTo>
                  <a:pt x="373" y="173"/>
                </a:lnTo>
                <a:lnTo>
                  <a:pt x="374" y="174"/>
                </a:lnTo>
                <a:lnTo>
                  <a:pt x="374" y="175"/>
                </a:lnTo>
                <a:lnTo>
                  <a:pt x="374" y="177"/>
                </a:lnTo>
                <a:lnTo>
                  <a:pt x="373" y="177"/>
                </a:lnTo>
                <a:lnTo>
                  <a:pt x="373" y="178"/>
                </a:lnTo>
                <a:lnTo>
                  <a:pt x="373" y="179"/>
                </a:lnTo>
                <a:lnTo>
                  <a:pt x="374" y="179"/>
                </a:lnTo>
                <a:lnTo>
                  <a:pt x="375" y="179"/>
                </a:lnTo>
                <a:lnTo>
                  <a:pt x="375" y="178"/>
                </a:lnTo>
                <a:lnTo>
                  <a:pt x="376" y="178"/>
                </a:lnTo>
                <a:lnTo>
                  <a:pt x="376" y="180"/>
                </a:lnTo>
                <a:lnTo>
                  <a:pt x="376" y="181"/>
                </a:lnTo>
                <a:lnTo>
                  <a:pt x="376" y="182"/>
                </a:lnTo>
                <a:lnTo>
                  <a:pt x="377" y="182"/>
                </a:lnTo>
                <a:lnTo>
                  <a:pt x="377" y="183"/>
                </a:lnTo>
                <a:lnTo>
                  <a:pt x="378" y="183"/>
                </a:lnTo>
                <a:lnTo>
                  <a:pt x="379" y="184"/>
                </a:lnTo>
                <a:lnTo>
                  <a:pt x="380" y="185"/>
                </a:lnTo>
                <a:lnTo>
                  <a:pt x="380" y="186"/>
                </a:lnTo>
                <a:lnTo>
                  <a:pt x="381" y="186"/>
                </a:lnTo>
                <a:lnTo>
                  <a:pt x="382" y="187"/>
                </a:lnTo>
                <a:lnTo>
                  <a:pt x="383" y="187"/>
                </a:lnTo>
                <a:lnTo>
                  <a:pt x="388" y="187"/>
                </a:lnTo>
                <a:lnTo>
                  <a:pt x="388" y="188"/>
                </a:lnTo>
                <a:lnTo>
                  <a:pt x="389" y="188"/>
                </a:lnTo>
                <a:lnTo>
                  <a:pt x="389" y="189"/>
                </a:lnTo>
                <a:lnTo>
                  <a:pt x="389" y="190"/>
                </a:lnTo>
                <a:lnTo>
                  <a:pt x="389" y="191"/>
                </a:lnTo>
                <a:lnTo>
                  <a:pt x="389" y="192"/>
                </a:lnTo>
                <a:lnTo>
                  <a:pt x="390" y="192"/>
                </a:lnTo>
                <a:lnTo>
                  <a:pt x="390" y="193"/>
                </a:lnTo>
                <a:lnTo>
                  <a:pt x="390" y="194"/>
                </a:lnTo>
                <a:lnTo>
                  <a:pt x="390" y="195"/>
                </a:lnTo>
                <a:lnTo>
                  <a:pt x="391" y="197"/>
                </a:lnTo>
                <a:lnTo>
                  <a:pt x="391" y="199"/>
                </a:lnTo>
                <a:lnTo>
                  <a:pt x="391" y="201"/>
                </a:lnTo>
                <a:lnTo>
                  <a:pt x="391" y="202"/>
                </a:lnTo>
                <a:lnTo>
                  <a:pt x="391" y="203"/>
                </a:lnTo>
                <a:lnTo>
                  <a:pt x="391" y="206"/>
                </a:lnTo>
                <a:lnTo>
                  <a:pt x="391" y="207"/>
                </a:lnTo>
                <a:lnTo>
                  <a:pt x="391" y="208"/>
                </a:lnTo>
                <a:lnTo>
                  <a:pt x="391" y="209"/>
                </a:lnTo>
                <a:lnTo>
                  <a:pt x="392" y="209"/>
                </a:lnTo>
                <a:lnTo>
                  <a:pt x="392" y="210"/>
                </a:lnTo>
                <a:lnTo>
                  <a:pt x="391" y="211"/>
                </a:lnTo>
                <a:lnTo>
                  <a:pt x="391" y="212"/>
                </a:lnTo>
                <a:lnTo>
                  <a:pt x="392" y="212"/>
                </a:lnTo>
                <a:lnTo>
                  <a:pt x="391" y="213"/>
                </a:lnTo>
                <a:lnTo>
                  <a:pt x="389" y="212"/>
                </a:lnTo>
                <a:lnTo>
                  <a:pt x="389" y="211"/>
                </a:lnTo>
                <a:lnTo>
                  <a:pt x="389" y="210"/>
                </a:lnTo>
                <a:lnTo>
                  <a:pt x="388" y="210"/>
                </a:lnTo>
                <a:lnTo>
                  <a:pt x="388" y="211"/>
                </a:lnTo>
                <a:lnTo>
                  <a:pt x="388" y="212"/>
                </a:lnTo>
                <a:lnTo>
                  <a:pt x="387" y="213"/>
                </a:lnTo>
                <a:lnTo>
                  <a:pt x="386" y="214"/>
                </a:lnTo>
                <a:lnTo>
                  <a:pt x="385" y="215"/>
                </a:lnTo>
                <a:lnTo>
                  <a:pt x="386" y="215"/>
                </a:lnTo>
                <a:lnTo>
                  <a:pt x="387" y="216"/>
                </a:lnTo>
                <a:lnTo>
                  <a:pt x="387" y="217"/>
                </a:lnTo>
                <a:lnTo>
                  <a:pt x="386" y="217"/>
                </a:lnTo>
                <a:lnTo>
                  <a:pt x="385" y="217"/>
                </a:lnTo>
                <a:lnTo>
                  <a:pt x="385" y="218"/>
                </a:lnTo>
                <a:lnTo>
                  <a:pt x="385" y="219"/>
                </a:lnTo>
                <a:lnTo>
                  <a:pt x="386" y="219"/>
                </a:lnTo>
                <a:lnTo>
                  <a:pt x="386" y="220"/>
                </a:lnTo>
                <a:lnTo>
                  <a:pt x="385" y="220"/>
                </a:lnTo>
                <a:lnTo>
                  <a:pt x="385" y="221"/>
                </a:lnTo>
                <a:lnTo>
                  <a:pt x="384" y="221"/>
                </a:lnTo>
                <a:lnTo>
                  <a:pt x="383" y="221"/>
                </a:lnTo>
                <a:lnTo>
                  <a:pt x="383" y="222"/>
                </a:lnTo>
                <a:lnTo>
                  <a:pt x="381" y="223"/>
                </a:lnTo>
                <a:lnTo>
                  <a:pt x="380" y="223"/>
                </a:lnTo>
                <a:lnTo>
                  <a:pt x="380" y="224"/>
                </a:lnTo>
                <a:lnTo>
                  <a:pt x="380" y="225"/>
                </a:lnTo>
                <a:lnTo>
                  <a:pt x="379" y="225"/>
                </a:lnTo>
                <a:lnTo>
                  <a:pt x="378" y="225"/>
                </a:lnTo>
                <a:lnTo>
                  <a:pt x="378" y="224"/>
                </a:lnTo>
                <a:lnTo>
                  <a:pt x="377" y="22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93" name=""/>
          <p:cNvSpPr/>
          <p:nvPr/>
        </p:nvSpPr>
        <p:spPr>
          <a:xfrm>
            <a:off x="6875640" y="4266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94" name=""/>
          <p:cNvSpPr/>
          <p:nvPr/>
        </p:nvSpPr>
        <p:spPr>
          <a:xfrm>
            <a:off x="6876360" y="42660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95" name=""/>
          <p:cNvSpPr/>
          <p:nvPr/>
        </p:nvSpPr>
        <p:spPr>
          <a:xfrm>
            <a:off x="6883920" y="42609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96" name=""/>
          <p:cNvSpPr/>
          <p:nvPr/>
        </p:nvSpPr>
        <p:spPr>
          <a:xfrm>
            <a:off x="6888960" y="42595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97" name=""/>
          <p:cNvSpPr/>
          <p:nvPr/>
        </p:nvSpPr>
        <p:spPr>
          <a:xfrm>
            <a:off x="6888240" y="4259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98" name=""/>
          <p:cNvSpPr/>
          <p:nvPr/>
        </p:nvSpPr>
        <p:spPr>
          <a:xfrm>
            <a:off x="6889680" y="4259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99" name=""/>
          <p:cNvSpPr/>
          <p:nvPr/>
        </p:nvSpPr>
        <p:spPr>
          <a:xfrm>
            <a:off x="6887880" y="42588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00" name=""/>
          <p:cNvSpPr/>
          <p:nvPr/>
        </p:nvSpPr>
        <p:spPr>
          <a:xfrm>
            <a:off x="6890760" y="42584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01" name=""/>
          <p:cNvSpPr/>
          <p:nvPr/>
        </p:nvSpPr>
        <p:spPr>
          <a:xfrm>
            <a:off x="6880320" y="4254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02" name=""/>
          <p:cNvSpPr/>
          <p:nvPr/>
        </p:nvSpPr>
        <p:spPr>
          <a:xfrm>
            <a:off x="6903360" y="42390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03" name=""/>
          <p:cNvSpPr/>
          <p:nvPr/>
        </p:nvSpPr>
        <p:spPr>
          <a:xfrm>
            <a:off x="6900840" y="42375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04" name=""/>
          <p:cNvSpPr/>
          <p:nvPr/>
        </p:nvSpPr>
        <p:spPr>
          <a:xfrm>
            <a:off x="6903720" y="42368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05" name=""/>
          <p:cNvSpPr/>
          <p:nvPr/>
        </p:nvSpPr>
        <p:spPr>
          <a:xfrm>
            <a:off x="6895800" y="42364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06" name=""/>
          <p:cNvSpPr/>
          <p:nvPr/>
        </p:nvSpPr>
        <p:spPr>
          <a:xfrm>
            <a:off x="6896520" y="423612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0"/>
                </a:moveTo>
                <a:lnTo>
                  <a:pt x="5" y="2"/>
                </a:lnTo>
                <a:lnTo>
                  <a:pt x="2" y="4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07" name=""/>
          <p:cNvSpPr/>
          <p:nvPr/>
        </p:nvSpPr>
        <p:spPr>
          <a:xfrm>
            <a:off x="6905520" y="423504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3" y="4"/>
                </a:move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1"/>
                </a:lnTo>
                <a:lnTo>
                  <a:pt x="6" y="4"/>
                </a:lnTo>
                <a:lnTo>
                  <a:pt x="5" y="3"/>
                </a:lnTo>
                <a:lnTo>
                  <a:pt x="5" y="4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08" name=""/>
          <p:cNvSpPr/>
          <p:nvPr/>
        </p:nvSpPr>
        <p:spPr>
          <a:xfrm>
            <a:off x="6900480" y="42346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09" name=""/>
          <p:cNvSpPr/>
          <p:nvPr/>
        </p:nvSpPr>
        <p:spPr>
          <a:xfrm>
            <a:off x="6907680" y="4232160"/>
            <a:ext cx="6840" cy="5760"/>
          </a:xfrm>
          <a:custGeom>
            <a:avLst/>
            <a:gdLst/>
            <a:ahLst/>
            <a:rect l="0" t="0" r="r" b="b"/>
            <a:pathLst>
              <a:path w="19" h="16">
                <a:moveTo>
                  <a:pt x="17" y="2"/>
                </a:moveTo>
                <a:lnTo>
                  <a:pt x="16" y="2"/>
                </a:lnTo>
                <a:lnTo>
                  <a:pt x="16" y="3"/>
                </a:lnTo>
                <a:lnTo>
                  <a:pt x="17" y="3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8" y="7"/>
                </a:lnTo>
                <a:lnTo>
                  <a:pt x="18" y="8"/>
                </a:lnTo>
                <a:lnTo>
                  <a:pt x="19" y="8"/>
                </a:lnTo>
                <a:lnTo>
                  <a:pt x="19" y="9"/>
                </a:lnTo>
                <a:lnTo>
                  <a:pt x="18" y="9"/>
                </a:lnTo>
                <a:lnTo>
                  <a:pt x="18" y="10"/>
                </a:lnTo>
                <a:lnTo>
                  <a:pt x="18" y="12"/>
                </a:lnTo>
                <a:lnTo>
                  <a:pt x="17" y="12"/>
                </a:lnTo>
                <a:lnTo>
                  <a:pt x="16" y="13"/>
                </a:lnTo>
                <a:lnTo>
                  <a:pt x="15" y="13"/>
                </a:lnTo>
                <a:lnTo>
                  <a:pt x="15" y="12"/>
                </a:lnTo>
                <a:lnTo>
                  <a:pt x="13" y="10"/>
                </a:lnTo>
                <a:lnTo>
                  <a:pt x="12" y="10"/>
                </a:lnTo>
                <a:lnTo>
                  <a:pt x="11" y="9"/>
                </a:lnTo>
                <a:lnTo>
                  <a:pt x="10" y="9"/>
                </a:lnTo>
                <a:lnTo>
                  <a:pt x="9" y="10"/>
                </a:lnTo>
                <a:lnTo>
                  <a:pt x="7" y="12"/>
                </a:lnTo>
                <a:lnTo>
                  <a:pt x="6" y="13"/>
                </a:lnTo>
                <a:lnTo>
                  <a:pt x="6" y="14"/>
                </a:lnTo>
                <a:lnTo>
                  <a:pt x="5" y="14"/>
                </a:lnTo>
                <a:lnTo>
                  <a:pt x="5" y="15"/>
                </a:lnTo>
                <a:lnTo>
                  <a:pt x="4" y="15"/>
                </a:lnTo>
                <a:lnTo>
                  <a:pt x="4" y="16"/>
                </a:lnTo>
                <a:lnTo>
                  <a:pt x="4" y="15"/>
                </a:lnTo>
                <a:lnTo>
                  <a:pt x="3" y="15"/>
                </a:lnTo>
                <a:lnTo>
                  <a:pt x="2" y="14"/>
                </a:lnTo>
                <a:lnTo>
                  <a:pt x="1" y="14"/>
                </a:lnTo>
                <a:lnTo>
                  <a:pt x="0" y="13"/>
                </a:lnTo>
                <a:lnTo>
                  <a:pt x="1" y="13"/>
                </a:lnTo>
                <a:lnTo>
                  <a:pt x="1" y="12"/>
                </a:lnTo>
                <a:lnTo>
                  <a:pt x="2" y="12"/>
                </a:lnTo>
                <a:lnTo>
                  <a:pt x="3" y="10"/>
                </a:lnTo>
                <a:lnTo>
                  <a:pt x="3" y="9"/>
                </a:lnTo>
                <a:lnTo>
                  <a:pt x="2" y="8"/>
                </a:lnTo>
                <a:lnTo>
                  <a:pt x="2" y="7"/>
                </a:lnTo>
                <a:lnTo>
                  <a:pt x="2" y="6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2" y="4"/>
                </a:lnTo>
                <a:lnTo>
                  <a:pt x="3" y="4"/>
                </a:lnTo>
                <a:lnTo>
                  <a:pt x="4" y="4"/>
                </a:lnTo>
                <a:lnTo>
                  <a:pt x="5" y="5"/>
                </a:lnTo>
                <a:lnTo>
                  <a:pt x="6" y="6"/>
                </a:lnTo>
                <a:lnTo>
                  <a:pt x="7" y="6"/>
                </a:lnTo>
                <a:lnTo>
                  <a:pt x="8" y="7"/>
                </a:lnTo>
                <a:lnTo>
                  <a:pt x="9" y="7"/>
                </a:lnTo>
                <a:lnTo>
                  <a:pt x="10" y="6"/>
                </a:lnTo>
                <a:lnTo>
                  <a:pt x="10" y="5"/>
                </a:lnTo>
                <a:lnTo>
                  <a:pt x="11" y="4"/>
                </a:lnTo>
                <a:lnTo>
                  <a:pt x="11" y="3"/>
                </a:lnTo>
                <a:lnTo>
                  <a:pt x="11" y="2"/>
                </a:lnTo>
                <a:lnTo>
                  <a:pt x="12" y="1"/>
                </a:lnTo>
                <a:lnTo>
                  <a:pt x="12" y="0"/>
                </a:lnTo>
                <a:lnTo>
                  <a:pt x="13" y="0"/>
                </a:lnTo>
                <a:lnTo>
                  <a:pt x="15" y="0"/>
                </a:lnTo>
                <a:lnTo>
                  <a:pt x="15" y="1"/>
                </a:lnTo>
                <a:lnTo>
                  <a:pt x="15" y="2"/>
                </a:lnTo>
                <a:lnTo>
                  <a:pt x="17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10" name=""/>
          <p:cNvSpPr/>
          <p:nvPr/>
        </p:nvSpPr>
        <p:spPr>
          <a:xfrm>
            <a:off x="6895800" y="42339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11" name=""/>
          <p:cNvSpPr/>
          <p:nvPr/>
        </p:nvSpPr>
        <p:spPr>
          <a:xfrm>
            <a:off x="6900840" y="4231080"/>
            <a:ext cx="4680" cy="5400"/>
          </a:xfrm>
          <a:custGeom>
            <a:avLst/>
            <a:gdLst/>
            <a:ahLst/>
            <a:rect l="0" t="0" r="r" b="b"/>
            <a:pathLst>
              <a:path w="13" h="15">
                <a:moveTo>
                  <a:pt x="11" y="2"/>
                </a:moveTo>
                <a:lnTo>
                  <a:pt x="12" y="2"/>
                </a:lnTo>
                <a:lnTo>
                  <a:pt x="13" y="3"/>
                </a:lnTo>
                <a:lnTo>
                  <a:pt x="13" y="7"/>
                </a:lnTo>
                <a:lnTo>
                  <a:pt x="13" y="8"/>
                </a:lnTo>
                <a:lnTo>
                  <a:pt x="13" y="9"/>
                </a:lnTo>
                <a:lnTo>
                  <a:pt x="12" y="10"/>
                </a:lnTo>
                <a:lnTo>
                  <a:pt x="11" y="11"/>
                </a:lnTo>
                <a:lnTo>
                  <a:pt x="9" y="12"/>
                </a:lnTo>
                <a:lnTo>
                  <a:pt x="7" y="13"/>
                </a:lnTo>
                <a:lnTo>
                  <a:pt x="6" y="14"/>
                </a:lnTo>
                <a:lnTo>
                  <a:pt x="6" y="15"/>
                </a:lnTo>
                <a:lnTo>
                  <a:pt x="5" y="14"/>
                </a:lnTo>
                <a:lnTo>
                  <a:pt x="4" y="14"/>
                </a:lnTo>
                <a:lnTo>
                  <a:pt x="3" y="14"/>
                </a:lnTo>
                <a:lnTo>
                  <a:pt x="3" y="13"/>
                </a:lnTo>
                <a:lnTo>
                  <a:pt x="2" y="13"/>
                </a:ln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0" y="8"/>
                </a:lnTo>
                <a:lnTo>
                  <a:pt x="1" y="7"/>
                </a:lnTo>
                <a:lnTo>
                  <a:pt x="1" y="5"/>
                </a:lnTo>
                <a:lnTo>
                  <a:pt x="2" y="4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7" y="0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9" y="3"/>
                </a:lnTo>
                <a:lnTo>
                  <a:pt x="9" y="4"/>
                </a:lnTo>
                <a:lnTo>
                  <a:pt x="11" y="3"/>
                </a:lnTo>
                <a:lnTo>
                  <a:pt x="1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12" name=""/>
          <p:cNvSpPr/>
          <p:nvPr/>
        </p:nvSpPr>
        <p:spPr>
          <a:xfrm>
            <a:off x="6908040" y="4230360"/>
            <a:ext cx="3240" cy="1800"/>
          </a:xfrm>
          <a:custGeom>
            <a:avLst/>
            <a:gdLst/>
            <a:ahLst/>
            <a:rect l="0" t="0" r="r" b="b"/>
            <a:pathLst>
              <a:path w="9" h="5">
                <a:moveTo>
                  <a:pt x="6" y="1"/>
                </a:moveTo>
                <a:lnTo>
                  <a:pt x="7" y="1"/>
                </a:lnTo>
                <a:lnTo>
                  <a:pt x="8" y="1"/>
                </a:lnTo>
                <a:lnTo>
                  <a:pt x="9" y="2"/>
                </a:lnTo>
                <a:lnTo>
                  <a:pt x="8" y="2"/>
                </a:lnTo>
                <a:lnTo>
                  <a:pt x="7" y="2"/>
                </a:lnTo>
                <a:lnTo>
                  <a:pt x="6" y="2"/>
                </a:lnTo>
                <a:lnTo>
                  <a:pt x="8" y="2"/>
                </a:lnTo>
                <a:lnTo>
                  <a:pt x="9" y="2"/>
                </a:lnTo>
                <a:lnTo>
                  <a:pt x="8" y="4"/>
                </a:lnTo>
                <a:lnTo>
                  <a:pt x="7" y="4"/>
                </a:lnTo>
                <a:lnTo>
                  <a:pt x="7" y="5"/>
                </a:lnTo>
                <a:lnTo>
                  <a:pt x="6" y="5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13" name=""/>
          <p:cNvSpPr/>
          <p:nvPr/>
        </p:nvSpPr>
        <p:spPr>
          <a:xfrm>
            <a:off x="6923520" y="42210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14" name=""/>
          <p:cNvSpPr/>
          <p:nvPr/>
        </p:nvSpPr>
        <p:spPr>
          <a:xfrm>
            <a:off x="6931800" y="42130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15" name=""/>
          <p:cNvSpPr/>
          <p:nvPr/>
        </p:nvSpPr>
        <p:spPr>
          <a:xfrm>
            <a:off x="6932160" y="42116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16" name=""/>
          <p:cNvSpPr/>
          <p:nvPr/>
        </p:nvSpPr>
        <p:spPr>
          <a:xfrm>
            <a:off x="6931440" y="42080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17" name=""/>
          <p:cNvSpPr/>
          <p:nvPr/>
        </p:nvSpPr>
        <p:spPr>
          <a:xfrm>
            <a:off x="6930720" y="42076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1"/>
                </a:move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18" name=""/>
          <p:cNvSpPr/>
          <p:nvPr/>
        </p:nvSpPr>
        <p:spPr>
          <a:xfrm>
            <a:off x="6828840" y="4092480"/>
            <a:ext cx="149400" cy="175320"/>
          </a:xfrm>
          <a:custGeom>
            <a:avLst/>
            <a:gdLst/>
            <a:ahLst/>
            <a:rect l="0" t="0" r="r" b="b"/>
            <a:pathLst>
              <a:path w="415" h="487">
                <a:moveTo>
                  <a:pt x="260" y="2"/>
                </a:moveTo>
                <a:lnTo>
                  <a:pt x="260" y="3"/>
                </a:lnTo>
                <a:lnTo>
                  <a:pt x="260" y="4"/>
                </a:lnTo>
                <a:lnTo>
                  <a:pt x="261" y="4"/>
                </a:lnTo>
                <a:lnTo>
                  <a:pt x="261" y="5"/>
                </a:lnTo>
                <a:lnTo>
                  <a:pt x="261" y="6"/>
                </a:lnTo>
                <a:lnTo>
                  <a:pt x="260" y="6"/>
                </a:lnTo>
                <a:lnTo>
                  <a:pt x="260" y="7"/>
                </a:lnTo>
                <a:lnTo>
                  <a:pt x="261" y="7"/>
                </a:lnTo>
                <a:lnTo>
                  <a:pt x="261" y="6"/>
                </a:lnTo>
                <a:lnTo>
                  <a:pt x="262" y="6"/>
                </a:lnTo>
                <a:lnTo>
                  <a:pt x="262" y="7"/>
                </a:lnTo>
                <a:lnTo>
                  <a:pt x="263" y="7"/>
                </a:lnTo>
                <a:lnTo>
                  <a:pt x="264" y="8"/>
                </a:lnTo>
                <a:lnTo>
                  <a:pt x="265" y="8"/>
                </a:lnTo>
                <a:lnTo>
                  <a:pt x="266" y="8"/>
                </a:lnTo>
                <a:lnTo>
                  <a:pt x="267" y="8"/>
                </a:lnTo>
                <a:lnTo>
                  <a:pt x="267" y="9"/>
                </a:lnTo>
                <a:lnTo>
                  <a:pt x="268" y="9"/>
                </a:lnTo>
                <a:lnTo>
                  <a:pt x="268" y="10"/>
                </a:lnTo>
                <a:lnTo>
                  <a:pt x="267" y="10"/>
                </a:lnTo>
                <a:lnTo>
                  <a:pt x="267" y="11"/>
                </a:lnTo>
                <a:lnTo>
                  <a:pt x="266" y="11"/>
                </a:lnTo>
                <a:lnTo>
                  <a:pt x="266" y="12"/>
                </a:lnTo>
                <a:lnTo>
                  <a:pt x="265" y="13"/>
                </a:lnTo>
                <a:lnTo>
                  <a:pt x="264" y="13"/>
                </a:lnTo>
                <a:lnTo>
                  <a:pt x="264" y="14"/>
                </a:lnTo>
                <a:lnTo>
                  <a:pt x="264" y="15"/>
                </a:lnTo>
                <a:lnTo>
                  <a:pt x="263" y="15"/>
                </a:lnTo>
                <a:lnTo>
                  <a:pt x="264" y="15"/>
                </a:lnTo>
                <a:lnTo>
                  <a:pt x="265" y="15"/>
                </a:lnTo>
                <a:lnTo>
                  <a:pt x="266" y="15"/>
                </a:lnTo>
                <a:lnTo>
                  <a:pt x="267" y="15"/>
                </a:lnTo>
                <a:lnTo>
                  <a:pt x="266" y="16"/>
                </a:lnTo>
                <a:lnTo>
                  <a:pt x="267" y="16"/>
                </a:lnTo>
                <a:lnTo>
                  <a:pt x="267" y="17"/>
                </a:lnTo>
                <a:lnTo>
                  <a:pt x="268" y="17"/>
                </a:lnTo>
                <a:lnTo>
                  <a:pt x="268" y="18"/>
                </a:lnTo>
                <a:lnTo>
                  <a:pt x="267" y="18"/>
                </a:lnTo>
                <a:lnTo>
                  <a:pt x="267" y="19"/>
                </a:lnTo>
                <a:lnTo>
                  <a:pt x="267" y="20"/>
                </a:lnTo>
                <a:lnTo>
                  <a:pt x="267" y="21"/>
                </a:lnTo>
                <a:lnTo>
                  <a:pt x="266" y="21"/>
                </a:lnTo>
                <a:lnTo>
                  <a:pt x="265" y="21"/>
                </a:lnTo>
                <a:lnTo>
                  <a:pt x="264" y="21"/>
                </a:lnTo>
                <a:lnTo>
                  <a:pt x="264" y="22"/>
                </a:lnTo>
                <a:lnTo>
                  <a:pt x="264" y="23"/>
                </a:lnTo>
                <a:lnTo>
                  <a:pt x="263" y="23"/>
                </a:lnTo>
                <a:lnTo>
                  <a:pt x="262" y="23"/>
                </a:lnTo>
                <a:lnTo>
                  <a:pt x="262" y="24"/>
                </a:lnTo>
                <a:lnTo>
                  <a:pt x="261" y="24"/>
                </a:lnTo>
                <a:lnTo>
                  <a:pt x="261" y="25"/>
                </a:lnTo>
                <a:lnTo>
                  <a:pt x="260" y="25"/>
                </a:lnTo>
                <a:lnTo>
                  <a:pt x="260" y="26"/>
                </a:lnTo>
                <a:lnTo>
                  <a:pt x="259" y="26"/>
                </a:lnTo>
                <a:lnTo>
                  <a:pt x="259" y="27"/>
                </a:lnTo>
                <a:lnTo>
                  <a:pt x="260" y="28"/>
                </a:lnTo>
                <a:lnTo>
                  <a:pt x="259" y="28"/>
                </a:lnTo>
                <a:lnTo>
                  <a:pt x="259" y="29"/>
                </a:lnTo>
                <a:lnTo>
                  <a:pt x="260" y="29"/>
                </a:lnTo>
                <a:lnTo>
                  <a:pt x="261" y="29"/>
                </a:lnTo>
                <a:lnTo>
                  <a:pt x="261" y="31"/>
                </a:lnTo>
                <a:lnTo>
                  <a:pt x="260" y="32"/>
                </a:lnTo>
                <a:lnTo>
                  <a:pt x="260" y="33"/>
                </a:lnTo>
                <a:lnTo>
                  <a:pt x="260" y="34"/>
                </a:lnTo>
                <a:lnTo>
                  <a:pt x="261" y="35"/>
                </a:lnTo>
                <a:lnTo>
                  <a:pt x="261" y="36"/>
                </a:lnTo>
                <a:lnTo>
                  <a:pt x="260" y="36"/>
                </a:lnTo>
                <a:lnTo>
                  <a:pt x="260" y="37"/>
                </a:lnTo>
                <a:lnTo>
                  <a:pt x="261" y="37"/>
                </a:lnTo>
                <a:lnTo>
                  <a:pt x="262" y="38"/>
                </a:lnTo>
                <a:lnTo>
                  <a:pt x="262" y="39"/>
                </a:lnTo>
                <a:lnTo>
                  <a:pt x="263" y="39"/>
                </a:lnTo>
                <a:lnTo>
                  <a:pt x="264" y="39"/>
                </a:lnTo>
                <a:lnTo>
                  <a:pt x="264" y="40"/>
                </a:lnTo>
                <a:lnTo>
                  <a:pt x="265" y="40"/>
                </a:lnTo>
                <a:lnTo>
                  <a:pt x="266" y="40"/>
                </a:lnTo>
                <a:lnTo>
                  <a:pt x="267" y="41"/>
                </a:lnTo>
                <a:lnTo>
                  <a:pt x="267" y="42"/>
                </a:lnTo>
                <a:lnTo>
                  <a:pt x="268" y="42"/>
                </a:lnTo>
                <a:lnTo>
                  <a:pt x="269" y="42"/>
                </a:lnTo>
                <a:lnTo>
                  <a:pt x="268" y="42"/>
                </a:lnTo>
                <a:lnTo>
                  <a:pt x="268" y="43"/>
                </a:lnTo>
                <a:lnTo>
                  <a:pt x="269" y="43"/>
                </a:lnTo>
                <a:lnTo>
                  <a:pt x="269" y="44"/>
                </a:lnTo>
                <a:lnTo>
                  <a:pt x="269" y="45"/>
                </a:lnTo>
                <a:lnTo>
                  <a:pt x="270" y="45"/>
                </a:lnTo>
                <a:lnTo>
                  <a:pt x="269" y="45"/>
                </a:lnTo>
                <a:lnTo>
                  <a:pt x="269" y="46"/>
                </a:lnTo>
                <a:lnTo>
                  <a:pt x="269" y="47"/>
                </a:lnTo>
                <a:lnTo>
                  <a:pt x="270" y="47"/>
                </a:lnTo>
                <a:lnTo>
                  <a:pt x="270" y="48"/>
                </a:lnTo>
                <a:lnTo>
                  <a:pt x="269" y="49"/>
                </a:lnTo>
                <a:lnTo>
                  <a:pt x="270" y="50"/>
                </a:lnTo>
                <a:lnTo>
                  <a:pt x="270" y="51"/>
                </a:lnTo>
                <a:lnTo>
                  <a:pt x="270" y="52"/>
                </a:lnTo>
                <a:lnTo>
                  <a:pt x="271" y="52"/>
                </a:lnTo>
                <a:lnTo>
                  <a:pt x="271" y="53"/>
                </a:lnTo>
                <a:lnTo>
                  <a:pt x="271" y="54"/>
                </a:lnTo>
                <a:lnTo>
                  <a:pt x="272" y="54"/>
                </a:lnTo>
                <a:lnTo>
                  <a:pt x="271" y="55"/>
                </a:lnTo>
                <a:lnTo>
                  <a:pt x="270" y="55"/>
                </a:lnTo>
                <a:lnTo>
                  <a:pt x="270" y="56"/>
                </a:lnTo>
                <a:lnTo>
                  <a:pt x="271" y="56"/>
                </a:lnTo>
                <a:lnTo>
                  <a:pt x="272" y="56"/>
                </a:lnTo>
                <a:lnTo>
                  <a:pt x="272" y="57"/>
                </a:lnTo>
                <a:lnTo>
                  <a:pt x="272" y="58"/>
                </a:lnTo>
                <a:lnTo>
                  <a:pt x="272" y="59"/>
                </a:lnTo>
                <a:lnTo>
                  <a:pt x="273" y="59"/>
                </a:lnTo>
                <a:lnTo>
                  <a:pt x="273" y="60"/>
                </a:lnTo>
                <a:lnTo>
                  <a:pt x="273" y="61"/>
                </a:lnTo>
                <a:lnTo>
                  <a:pt x="274" y="61"/>
                </a:lnTo>
                <a:lnTo>
                  <a:pt x="274" y="62"/>
                </a:lnTo>
                <a:lnTo>
                  <a:pt x="275" y="62"/>
                </a:lnTo>
                <a:lnTo>
                  <a:pt x="276" y="62"/>
                </a:lnTo>
                <a:lnTo>
                  <a:pt x="275" y="63"/>
                </a:lnTo>
                <a:lnTo>
                  <a:pt x="276" y="63"/>
                </a:lnTo>
                <a:lnTo>
                  <a:pt x="276" y="64"/>
                </a:lnTo>
                <a:lnTo>
                  <a:pt x="275" y="64"/>
                </a:lnTo>
                <a:lnTo>
                  <a:pt x="274" y="64"/>
                </a:lnTo>
                <a:lnTo>
                  <a:pt x="273" y="64"/>
                </a:lnTo>
                <a:lnTo>
                  <a:pt x="274" y="64"/>
                </a:lnTo>
                <a:lnTo>
                  <a:pt x="274" y="65"/>
                </a:lnTo>
                <a:lnTo>
                  <a:pt x="274" y="66"/>
                </a:lnTo>
                <a:lnTo>
                  <a:pt x="273" y="66"/>
                </a:lnTo>
                <a:lnTo>
                  <a:pt x="274" y="66"/>
                </a:lnTo>
                <a:lnTo>
                  <a:pt x="274" y="67"/>
                </a:lnTo>
                <a:lnTo>
                  <a:pt x="275" y="68"/>
                </a:lnTo>
                <a:lnTo>
                  <a:pt x="275" y="69"/>
                </a:lnTo>
                <a:lnTo>
                  <a:pt x="276" y="69"/>
                </a:lnTo>
                <a:lnTo>
                  <a:pt x="276" y="70"/>
                </a:lnTo>
                <a:lnTo>
                  <a:pt x="276" y="71"/>
                </a:lnTo>
                <a:lnTo>
                  <a:pt x="276" y="72"/>
                </a:lnTo>
                <a:lnTo>
                  <a:pt x="277" y="72"/>
                </a:lnTo>
                <a:lnTo>
                  <a:pt x="277" y="73"/>
                </a:lnTo>
                <a:lnTo>
                  <a:pt x="277" y="74"/>
                </a:lnTo>
                <a:lnTo>
                  <a:pt x="276" y="74"/>
                </a:lnTo>
                <a:lnTo>
                  <a:pt x="276" y="75"/>
                </a:lnTo>
                <a:lnTo>
                  <a:pt x="276" y="76"/>
                </a:lnTo>
                <a:lnTo>
                  <a:pt x="276" y="77"/>
                </a:lnTo>
                <a:lnTo>
                  <a:pt x="277" y="77"/>
                </a:lnTo>
                <a:lnTo>
                  <a:pt x="277" y="78"/>
                </a:lnTo>
                <a:lnTo>
                  <a:pt x="276" y="78"/>
                </a:lnTo>
                <a:lnTo>
                  <a:pt x="275" y="78"/>
                </a:lnTo>
                <a:lnTo>
                  <a:pt x="275" y="79"/>
                </a:lnTo>
                <a:lnTo>
                  <a:pt x="275" y="80"/>
                </a:lnTo>
                <a:lnTo>
                  <a:pt x="274" y="80"/>
                </a:lnTo>
                <a:lnTo>
                  <a:pt x="274" y="81"/>
                </a:lnTo>
                <a:lnTo>
                  <a:pt x="274" y="80"/>
                </a:lnTo>
                <a:lnTo>
                  <a:pt x="273" y="80"/>
                </a:lnTo>
                <a:lnTo>
                  <a:pt x="273" y="81"/>
                </a:lnTo>
                <a:lnTo>
                  <a:pt x="273" y="82"/>
                </a:lnTo>
                <a:lnTo>
                  <a:pt x="272" y="82"/>
                </a:lnTo>
                <a:lnTo>
                  <a:pt x="272" y="83"/>
                </a:lnTo>
                <a:lnTo>
                  <a:pt x="273" y="83"/>
                </a:lnTo>
                <a:lnTo>
                  <a:pt x="274" y="83"/>
                </a:lnTo>
                <a:lnTo>
                  <a:pt x="274" y="84"/>
                </a:lnTo>
                <a:lnTo>
                  <a:pt x="274" y="85"/>
                </a:lnTo>
                <a:lnTo>
                  <a:pt x="275" y="85"/>
                </a:lnTo>
                <a:lnTo>
                  <a:pt x="275" y="86"/>
                </a:lnTo>
                <a:lnTo>
                  <a:pt x="276" y="87"/>
                </a:lnTo>
                <a:lnTo>
                  <a:pt x="276" y="88"/>
                </a:lnTo>
                <a:lnTo>
                  <a:pt x="276" y="89"/>
                </a:lnTo>
                <a:lnTo>
                  <a:pt x="277" y="89"/>
                </a:lnTo>
                <a:lnTo>
                  <a:pt x="277" y="88"/>
                </a:lnTo>
                <a:lnTo>
                  <a:pt x="279" y="88"/>
                </a:lnTo>
                <a:lnTo>
                  <a:pt x="279" y="89"/>
                </a:lnTo>
                <a:lnTo>
                  <a:pt x="280" y="89"/>
                </a:lnTo>
                <a:lnTo>
                  <a:pt x="281" y="89"/>
                </a:lnTo>
                <a:lnTo>
                  <a:pt x="281" y="90"/>
                </a:lnTo>
                <a:lnTo>
                  <a:pt x="281" y="89"/>
                </a:lnTo>
                <a:lnTo>
                  <a:pt x="281" y="88"/>
                </a:lnTo>
                <a:lnTo>
                  <a:pt x="282" y="87"/>
                </a:lnTo>
                <a:lnTo>
                  <a:pt x="283" y="87"/>
                </a:lnTo>
                <a:lnTo>
                  <a:pt x="284" y="87"/>
                </a:lnTo>
                <a:lnTo>
                  <a:pt x="284" y="86"/>
                </a:lnTo>
                <a:lnTo>
                  <a:pt x="284" y="85"/>
                </a:lnTo>
                <a:lnTo>
                  <a:pt x="283" y="85"/>
                </a:lnTo>
                <a:lnTo>
                  <a:pt x="284" y="84"/>
                </a:lnTo>
                <a:lnTo>
                  <a:pt x="284" y="85"/>
                </a:lnTo>
                <a:lnTo>
                  <a:pt x="285" y="85"/>
                </a:lnTo>
                <a:lnTo>
                  <a:pt x="286" y="85"/>
                </a:lnTo>
                <a:lnTo>
                  <a:pt x="287" y="85"/>
                </a:lnTo>
                <a:lnTo>
                  <a:pt x="287" y="86"/>
                </a:lnTo>
                <a:lnTo>
                  <a:pt x="288" y="86"/>
                </a:lnTo>
                <a:lnTo>
                  <a:pt x="288" y="87"/>
                </a:lnTo>
                <a:lnTo>
                  <a:pt x="289" y="86"/>
                </a:lnTo>
                <a:lnTo>
                  <a:pt x="289" y="87"/>
                </a:lnTo>
                <a:lnTo>
                  <a:pt x="290" y="87"/>
                </a:lnTo>
                <a:lnTo>
                  <a:pt x="290" y="88"/>
                </a:lnTo>
                <a:lnTo>
                  <a:pt x="291" y="88"/>
                </a:lnTo>
                <a:lnTo>
                  <a:pt x="291" y="87"/>
                </a:lnTo>
                <a:lnTo>
                  <a:pt x="292" y="87"/>
                </a:lnTo>
                <a:lnTo>
                  <a:pt x="292" y="88"/>
                </a:lnTo>
                <a:lnTo>
                  <a:pt x="293" y="88"/>
                </a:lnTo>
                <a:lnTo>
                  <a:pt x="293" y="87"/>
                </a:lnTo>
                <a:lnTo>
                  <a:pt x="294" y="87"/>
                </a:lnTo>
                <a:lnTo>
                  <a:pt x="295" y="87"/>
                </a:lnTo>
                <a:lnTo>
                  <a:pt x="295" y="86"/>
                </a:lnTo>
                <a:lnTo>
                  <a:pt x="296" y="87"/>
                </a:lnTo>
                <a:lnTo>
                  <a:pt x="297" y="88"/>
                </a:lnTo>
                <a:lnTo>
                  <a:pt x="296" y="89"/>
                </a:lnTo>
                <a:lnTo>
                  <a:pt x="296" y="88"/>
                </a:lnTo>
                <a:lnTo>
                  <a:pt x="295" y="89"/>
                </a:lnTo>
                <a:lnTo>
                  <a:pt x="296" y="89"/>
                </a:lnTo>
                <a:lnTo>
                  <a:pt x="296" y="90"/>
                </a:lnTo>
                <a:lnTo>
                  <a:pt x="296" y="91"/>
                </a:lnTo>
                <a:lnTo>
                  <a:pt x="296" y="92"/>
                </a:lnTo>
                <a:lnTo>
                  <a:pt x="297" y="92"/>
                </a:lnTo>
                <a:lnTo>
                  <a:pt x="297" y="91"/>
                </a:lnTo>
                <a:lnTo>
                  <a:pt x="298" y="92"/>
                </a:lnTo>
                <a:lnTo>
                  <a:pt x="299" y="92"/>
                </a:lnTo>
                <a:lnTo>
                  <a:pt x="300" y="92"/>
                </a:lnTo>
                <a:lnTo>
                  <a:pt x="301" y="92"/>
                </a:lnTo>
                <a:lnTo>
                  <a:pt x="302" y="92"/>
                </a:lnTo>
                <a:lnTo>
                  <a:pt x="302" y="93"/>
                </a:lnTo>
                <a:lnTo>
                  <a:pt x="303" y="93"/>
                </a:lnTo>
                <a:lnTo>
                  <a:pt x="304" y="93"/>
                </a:lnTo>
                <a:lnTo>
                  <a:pt x="305" y="93"/>
                </a:lnTo>
                <a:lnTo>
                  <a:pt x="306" y="93"/>
                </a:lnTo>
                <a:lnTo>
                  <a:pt x="307" y="93"/>
                </a:lnTo>
                <a:lnTo>
                  <a:pt x="307" y="92"/>
                </a:lnTo>
                <a:lnTo>
                  <a:pt x="307" y="93"/>
                </a:lnTo>
                <a:lnTo>
                  <a:pt x="309" y="93"/>
                </a:lnTo>
                <a:lnTo>
                  <a:pt x="309" y="92"/>
                </a:lnTo>
                <a:lnTo>
                  <a:pt x="310" y="91"/>
                </a:lnTo>
                <a:lnTo>
                  <a:pt x="310" y="90"/>
                </a:lnTo>
                <a:lnTo>
                  <a:pt x="310" y="89"/>
                </a:lnTo>
                <a:lnTo>
                  <a:pt x="311" y="89"/>
                </a:lnTo>
                <a:lnTo>
                  <a:pt x="311" y="88"/>
                </a:lnTo>
                <a:lnTo>
                  <a:pt x="312" y="88"/>
                </a:lnTo>
                <a:lnTo>
                  <a:pt x="313" y="88"/>
                </a:lnTo>
                <a:lnTo>
                  <a:pt x="314" y="87"/>
                </a:lnTo>
                <a:lnTo>
                  <a:pt x="314" y="86"/>
                </a:lnTo>
                <a:lnTo>
                  <a:pt x="314" y="87"/>
                </a:lnTo>
                <a:lnTo>
                  <a:pt x="315" y="87"/>
                </a:lnTo>
                <a:lnTo>
                  <a:pt x="315" y="86"/>
                </a:lnTo>
                <a:lnTo>
                  <a:pt x="316" y="86"/>
                </a:lnTo>
                <a:lnTo>
                  <a:pt x="316" y="85"/>
                </a:lnTo>
                <a:lnTo>
                  <a:pt x="316" y="84"/>
                </a:lnTo>
                <a:lnTo>
                  <a:pt x="315" y="84"/>
                </a:lnTo>
                <a:lnTo>
                  <a:pt x="315" y="83"/>
                </a:lnTo>
                <a:lnTo>
                  <a:pt x="316" y="83"/>
                </a:lnTo>
                <a:lnTo>
                  <a:pt x="316" y="82"/>
                </a:lnTo>
                <a:lnTo>
                  <a:pt x="317" y="83"/>
                </a:lnTo>
                <a:lnTo>
                  <a:pt x="317" y="82"/>
                </a:lnTo>
                <a:lnTo>
                  <a:pt x="318" y="82"/>
                </a:lnTo>
                <a:lnTo>
                  <a:pt x="319" y="81"/>
                </a:lnTo>
                <a:lnTo>
                  <a:pt x="320" y="81"/>
                </a:lnTo>
                <a:lnTo>
                  <a:pt x="322" y="81"/>
                </a:lnTo>
                <a:lnTo>
                  <a:pt x="323" y="81"/>
                </a:lnTo>
                <a:lnTo>
                  <a:pt x="324" y="82"/>
                </a:lnTo>
                <a:lnTo>
                  <a:pt x="324" y="83"/>
                </a:lnTo>
                <a:lnTo>
                  <a:pt x="324" y="84"/>
                </a:lnTo>
                <a:lnTo>
                  <a:pt x="325" y="84"/>
                </a:lnTo>
                <a:lnTo>
                  <a:pt x="325" y="83"/>
                </a:lnTo>
                <a:lnTo>
                  <a:pt x="326" y="83"/>
                </a:lnTo>
                <a:lnTo>
                  <a:pt x="327" y="82"/>
                </a:lnTo>
                <a:lnTo>
                  <a:pt x="327" y="81"/>
                </a:lnTo>
                <a:lnTo>
                  <a:pt x="328" y="80"/>
                </a:lnTo>
                <a:lnTo>
                  <a:pt x="329" y="79"/>
                </a:lnTo>
                <a:lnTo>
                  <a:pt x="329" y="78"/>
                </a:lnTo>
                <a:lnTo>
                  <a:pt x="329" y="77"/>
                </a:lnTo>
                <a:lnTo>
                  <a:pt x="329" y="76"/>
                </a:lnTo>
                <a:lnTo>
                  <a:pt x="329" y="75"/>
                </a:lnTo>
                <a:lnTo>
                  <a:pt x="329" y="74"/>
                </a:lnTo>
                <a:lnTo>
                  <a:pt x="330" y="74"/>
                </a:lnTo>
                <a:lnTo>
                  <a:pt x="330" y="73"/>
                </a:lnTo>
                <a:lnTo>
                  <a:pt x="330" y="72"/>
                </a:lnTo>
                <a:lnTo>
                  <a:pt x="330" y="71"/>
                </a:lnTo>
                <a:lnTo>
                  <a:pt x="330" y="70"/>
                </a:lnTo>
                <a:lnTo>
                  <a:pt x="330" y="69"/>
                </a:lnTo>
                <a:lnTo>
                  <a:pt x="331" y="69"/>
                </a:lnTo>
                <a:lnTo>
                  <a:pt x="332" y="69"/>
                </a:lnTo>
                <a:lnTo>
                  <a:pt x="332" y="68"/>
                </a:lnTo>
                <a:lnTo>
                  <a:pt x="333" y="68"/>
                </a:lnTo>
                <a:lnTo>
                  <a:pt x="334" y="68"/>
                </a:lnTo>
                <a:lnTo>
                  <a:pt x="334" y="67"/>
                </a:lnTo>
                <a:lnTo>
                  <a:pt x="333" y="67"/>
                </a:lnTo>
                <a:lnTo>
                  <a:pt x="334" y="67"/>
                </a:lnTo>
                <a:lnTo>
                  <a:pt x="334" y="68"/>
                </a:lnTo>
                <a:lnTo>
                  <a:pt x="335" y="68"/>
                </a:lnTo>
                <a:lnTo>
                  <a:pt x="336" y="68"/>
                </a:lnTo>
                <a:lnTo>
                  <a:pt x="337" y="67"/>
                </a:lnTo>
                <a:lnTo>
                  <a:pt x="336" y="67"/>
                </a:lnTo>
                <a:lnTo>
                  <a:pt x="337" y="67"/>
                </a:lnTo>
                <a:lnTo>
                  <a:pt x="337" y="68"/>
                </a:lnTo>
                <a:lnTo>
                  <a:pt x="338" y="68"/>
                </a:lnTo>
                <a:lnTo>
                  <a:pt x="338" y="67"/>
                </a:lnTo>
                <a:lnTo>
                  <a:pt x="339" y="67"/>
                </a:lnTo>
                <a:lnTo>
                  <a:pt x="340" y="67"/>
                </a:lnTo>
                <a:lnTo>
                  <a:pt x="341" y="67"/>
                </a:lnTo>
                <a:lnTo>
                  <a:pt x="342" y="67"/>
                </a:lnTo>
                <a:lnTo>
                  <a:pt x="342" y="68"/>
                </a:lnTo>
                <a:lnTo>
                  <a:pt x="343" y="68"/>
                </a:lnTo>
                <a:lnTo>
                  <a:pt x="343" y="69"/>
                </a:lnTo>
                <a:lnTo>
                  <a:pt x="342" y="69"/>
                </a:lnTo>
                <a:lnTo>
                  <a:pt x="342" y="70"/>
                </a:lnTo>
                <a:lnTo>
                  <a:pt x="343" y="70"/>
                </a:lnTo>
                <a:lnTo>
                  <a:pt x="343" y="71"/>
                </a:lnTo>
                <a:lnTo>
                  <a:pt x="343" y="72"/>
                </a:lnTo>
                <a:lnTo>
                  <a:pt x="342" y="72"/>
                </a:lnTo>
                <a:lnTo>
                  <a:pt x="341" y="72"/>
                </a:lnTo>
                <a:lnTo>
                  <a:pt x="341" y="73"/>
                </a:lnTo>
                <a:lnTo>
                  <a:pt x="342" y="73"/>
                </a:lnTo>
                <a:lnTo>
                  <a:pt x="342" y="74"/>
                </a:lnTo>
                <a:lnTo>
                  <a:pt x="341" y="74"/>
                </a:lnTo>
                <a:lnTo>
                  <a:pt x="342" y="75"/>
                </a:lnTo>
                <a:lnTo>
                  <a:pt x="342" y="76"/>
                </a:lnTo>
                <a:lnTo>
                  <a:pt x="343" y="76"/>
                </a:lnTo>
                <a:lnTo>
                  <a:pt x="343" y="77"/>
                </a:lnTo>
                <a:lnTo>
                  <a:pt x="344" y="77"/>
                </a:lnTo>
                <a:lnTo>
                  <a:pt x="345" y="77"/>
                </a:lnTo>
                <a:lnTo>
                  <a:pt x="346" y="77"/>
                </a:lnTo>
                <a:lnTo>
                  <a:pt x="346" y="78"/>
                </a:lnTo>
                <a:lnTo>
                  <a:pt x="345" y="79"/>
                </a:lnTo>
                <a:lnTo>
                  <a:pt x="345" y="80"/>
                </a:lnTo>
                <a:lnTo>
                  <a:pt x="344" y="80"/>
                </a:lnTo>
                <a:lnTo>
                  <a:pt x="344" y="81"/>
                </a:lnTo>
                <a:lnTo>
                  <a:pt x="345" y="81"/>
                </a:lnTo>
                <a:lnTo>
                  <a:pt x="346" y="81"/>
                </a:lnTo>
                <a:lnTo>
                  <a:pt x="347" y="81"/>
                </a:lnTo>
                <a:lnTo>
                  <a:pt x="348" y="82"/>
                </a:lnTo>
                <a:lnTo>
                  <a:pt x="348" y="83"/>
                </a:lnTo>
                <a:lnTo>
                  <a:pt x="349" y="83"/>
                </a:lnTo>
                <a:lnTo>
                  <a:pt x="349" y="84"/>
                </a:lnTo>
                <a:lnTo>
                  <a:pt x="348" y="84"/>
                </a:lnTo>
                <a:lnTo>
                  <a:pt x="348" y="85"/>
                </a:lnTo>
                <a:lnTo>
                  <a:pt x="349" y="85"/>
                </a:lnTo>
                <a:lnTo>
                  <a:pt x="349" y="86"/>
                </a:lnTo>
                <a:lnTo>
                  <a:pt x="348" y="86"/>
                </a:lnTo>
                <a:lnTo>
                  <a:pt x="349" y="87"/>
                </a:lnTo>
                <a:lnTo>
                  <a:pt x="348" y="88"/>
                </a:lnTo>
                <a:lnTo>
                  <a:pt x="349" y="88"/>
                </a:lnTo>
                <a:lnTo>
                  <a:pt x="349" y="89"/>
                </a:lnTo>
                <a:lnTo>
                  <a:pt x="348" y="89"/>
                </a:lnTo>
                <a:lnTo>
                  <a:pt x="348" y="90"/>
                </a:lnTo>
                <a:lnTo>
                  <a:pt x="347" y="91"/>
                </a:lnTo>
                <a:lnTo>
                  <a:pt x="347" y="92"/>
                </a:lnTo>
                <a:lnTo>
                  <a:pt x="348" y="92"/>
                </a:lnTo>
                <a:lnTo>
                  <a:pt x="348" y="93"/>
                </a:lnTo>
                <a:lnTo>
                  <a:pt x="348" y="94"/>
                </a:lnTo>
                <a:lnTo>
                  <a:pt x="349" y="94"/>
                </a:lnTo>
                <a:lnTo>
                  <a:pt x="349" y="95"/>
                </a:lnTo>
                <a:lnTo>
                  <a:pt x="349" y="94"/>
                </a:lnTo>
                <a:lnTo>
                  <a:pt x="350" y="95"/>
                </a:lnTo>
                <a:lnTo>
                  <a:pt x="351" y="95"/>
                </a:lnTo>
                <a:lnTo>
                  <a:pt x="351" y="96"/>
                </a:lnTo>
                <a:lnTo>
                  <a:pt x="351" y="97"/>
                </a:lnTo>
                <a:lnTo>
                  <a:pt x="352" y="97"/>
                </a:lnTo>
                <a:lnTo>
                  <a:pt x="351" y="97"/>
                </a:lnTo>
                <a:lnTo>
                  <a:pt x="352" y="97"/>
                </a:lnTo>
                <a:lnTo>
                  <a:pt x="352" y="98"/>
                </a:lnTo>
                <a:lnTo>
                  <a:pt x="351" y="99"/>
                </a:lnTo>
                <a:lnTo>
                  <a:pt x="352" y="99"/>
                </a:lnTo>
                <a:lnTo>
                  <a:pt x="352" y="100"/>
                </a:lnTo>
                <a:lnTo>
                  <a:pt x="353" y="100"/>
                </a:lnTo>
                <a:lnTo>
                  <a:pt x="354" y="100"/>
                </a:lnTo>
                <a:lnTo>
                  <a:pt x="354" y="101"/>
                </a:lnTo>
                <a:lnTo>
                  <a:pt x="354" y="102"/>
                </a:lnTo>
                <a:lnTo>
                  <a:pt x="355" y="102"/>
                </a:lnTo>
                <a:lnTo>
                  <a:pt x="356" y="102"/>
                </a:lnTo>
                <a:lnTo>
                  <a:pt x="355" y="103"/>
                </a:lnTo>
                <a:lnTo>
                  <a:pt x="354" y="102"/>
                </a:lnTo>
                <a:lnTo>
                  <a:pt x="354" y="103"/>
                </a:lnTo>
                <a:lnTo>
                  <a:pt x="354" y="104"/>
                </a:lnTo>
                <a:lnTo>
                  <a:pt x="354" y="105"/>
                </a:lnTo>
                <a:lnTo>
                  <a:pt x="354" y="104"/>
                </a:lnTo>
                <a:lnTo>
                  <a:pt x="355" y="105"/>
                </a:lnTo>
                <a:lnTo>
                  <a:pt x="356" y="105"/>
                </a:lnTo>
                <a:lnTo>
                  <a:pt x="356" y="104"/>
                </a:lnTo>
                <a:lnTo>
                  <a:pt x="357" y="104"/>
                </a:lnTo>
                <a:lnTo>
                  <a:pt x="358" y="105"/>
                </a:lnTo>
                <a:lnTo>
                  <a:pt x="359" y="106"/>
                </a:lnTo>
                <a:lnTo>
                  <a:pt x="359" y="105"/>
                </a:lnTo>
                <a:lnTo>
                  <a:pt x="360" y="105"/>
                </a:lnTo>
                <a:lnTo>
                  <a:pt x="361" y="105"/>
                </a:lnTo>
                <a:lnTo>
                  <a:pt x="361" y="104"/>
                </a:lnTo>
                <a:lnTo>
                  <a:pt x="360" y="104"/>
                </a:lnTo>
                <a:lnTo>
                  <a:pt x="360" y="103"/>
                </a:lnTo>
                <a:lnTo>
                  <a:pt x="361" y="103"/>
                </a:lnTo>
                <a:lnTo>
                  <a:pt x="362" y="103"/>
                </a:lnTo>
                <a:lnTo>
                  <a:pt x="363" y="103"/>
                </a:lnTo>
                <a:lnTo>
                  <a:pt x="363" y="104"/>
                </a:lnTo>
                <a:lnTo>
                  <a:pt x="363" y="105"/>
                </a:lnTo>
                <a:lnTo>
                  <a:pt x="364" y="105"/>
                </a:lnTo>
                <a:lnTo>
                  <a:pt x="364" y="104"/>
                </a:lnTo>
                <a:lnTo>
                  <a:pt x="365" y="104"/>
                </a:lnTo>
                <a:lnTo>
                  <a:pt x="366" y="104"/>
                </a:lnTo>
                <a:lnTo>
                  <a:pt x="366" y="103"/>
                </a:lnTo>
                <a:lnTo>
                  <a:pt x="367" y="103"/>
                </a:lnTo>
                <a:lnTo>
                  <a:pt x="368" y="103"/>
                </a:lnTo>
                <a:lnTo>
                  <a:pt x="370" y="103"/>
                </a:lnTo>
                <a:lnTo>
                  <a:pt x="370" y="104"/>
                </a:lnTo>
                <a:lnTo>
                  <a:pt x="370" y="103"/>
                </a:lnTo>
                <a:lnTo>
                  <a:pt x="369" y="103"/>
                </a:lnTo>
                <a:lnTo>
                  <a:pt x="369" y="102"/>
                </a:lnTo>
                <a:lnTo>
                  <a:pt x="370" y="102"/>
                </a:lnTo>
                <a:lnTo>
                  <a:pt x="370" y="101"/>
                </a:lnTo>
                <a:lnTo>
                  <a:pt x="369" y="101"/>
                </a:lnTo>
                <a:lnTo>
                  <a:pt x="370" y="101"/>
                </a:lnTo>
                <a:lnTo>
                  <a:pt x="370" y="100"/>
                </a:lnTo>
                <a:lnTo>
                  <a:pt x="371" y="100"/>
                </a:lnTo>
                <a:lnTo>
                  <a:pt x="372" y="99"/>
                </a:lnTo>
                <a:lnTo>
                  <a:pt x="371" y="99"/>
                </a:lnTo>
                <a:lnTo>
                  <a:pt x="371" y="98"/>
                </a:lnTo>
                <a:lnTo>
                  <a:pt x="372" y="98"/>
                </a:lnTo>
                <a:lnTo>
                  <a:pt x="373" y="98"/>
                </a:lnTo>
                <a:lnTo>
                  <a:pt x="374" y="98"/>
                </a:lnTo>
                <a:lnTo>
                  <a:pt x="374" y="97"/>
                </a:lnTo>
                <a:lnTo>
                  <a:pt x="375" y="97"/>
                </a:lnTo>
                <a:lnTo>
                  <a:pt x="376" y="98"/>
                </a:lnTo>
                <a:lnTo>
                  <a:pt x="377" y="100"/>
                </a:lnTo>
                <a:lnTo>
                  <a:pt x="378" y="101"/>
                </a:lnTo>
                <a:lnTo>
                  <a:pt x="379" y="101"/>
                </a:lnTo>
                <a:lnTo>
                  <a:pt x="380" y="101"/>
                </a:lnTo>
                <a:lnTo>
                  <a:pt x="380" y="100"/>
                </a:lnTo>
                <a:lnTo>
                  <a:pt x="381" y="100"/>
                </a:lnTo>
                <a:lnTo>
                  <a:pt x="381" y="99"/>
                </a:lnTo>
                <a:lnTo>
                  <a:pt x="382" y="98"/>
                </a:lnTo>
                <a:lnTo>
                  <a:pt x="383" y="97"/>
                </a:lnTo>
                <a:lnTo>
                  <a:pt x="384" y="97"/>
                </a:lnTo>
                <a:lnTo>
                  <a:pt x="384" y="96"/>
                </a:lnTo>
                <a:lnTo>
                  <a:pt x="384" y="95"/>
                </a:lnTo>
                <a:lnTo>
                  <a:pt x="385" y="95"/>
                </a:lnTo>
                <a:lnTo>
                  <a:pt x="386" y="96"/>
                </a:lnTo>
                <a:lnTo>
                  <a:pt x="387" y="96"/>
                </a:lnTo>
                <a:lnTo>
                  <a:pt x="387" y="95"/>
                </a:lnTo>
                <a:lnTo>
                  <a:pt x="387" y="94"/>
                </a:lnTo>
                <a:lnTo>
                  <a:pt x="386" y="94"/>
                </a:lnTo>
                <a:lnTo>
                  <a:pt x="386" y="93"/>
                </a:lnTo>
                <a:lnTo>
                  <a:pt x="387" y="93"/>
                </a:lnTo>
                <a:lnTo>
                  <a:pt x="388" y="93"/>
                </a:lnTo>
                <a:lnTo>
                  <a:pt x="389" y="92"/>
                </a:lnTo>
                <a:lnTo>
                  <a:pt x="390" y="92"/>
                </a:lnTo>
                <a:lnTo>
                  <a:pt x="391" y="93"/>
                </a:lnTo>
                <a:lnTo>
                  <a:pt x="392" y="93"/>
                </a:lnTo>
                <a:lnTo>
                  <a:pt x="392" y="92"/>
                </a:lnTo>
                <a:lnTo>
                  <a:pt x="393" y="92"/>
                </a:lnTo>
                <a:lnTo>
                  <a:pt x="394" y="92"/>
                </a:lnTo>
                <a:lnTo>
                  <a:pt x="394" y="93"/>
                </a:lnTo>
                <a:lnTo>
                  <a:pt x="395" y="93"/>
                </a:lnTo>
                <a:lnTo>
                  <a:pt x="395" y="92"/>
                </a:lnTo>
                <a:lnTo>
                  <a:pt x="396" y="92"/>
                </a:lnTo>
                <a:lnTo>
                  <a:pt x="397" y="92"/>
                </a:lnTo>
                <a:lnTo>
                  <a:pt x="397" y="91"/>
                </a:lnTo>
                <a:lnTo>
                  <a:pt x="398" y="91"/>
                </a:lnTo>
                <a:lnTo>
                  <a:pt x="399" y="92"/>
                </a:lnTo>
                <a:lnTo>
                  <a:pt x="399" y="93"/>
                </a:lnTo>
                <a:lnTo>
                  <a:pt x="398" y="93"/>
                </a:lnTo>
                <a:lnTo>
                  <a:pt x="398" y="94"/>
                </a:lnTo>
                <a:lnTo>
                  <a:pt x="399" y="95"/>
                </a:lnTo>
                <a:lnTo>
                  <a:pt x="400" y="96"/>
                </a:lnTo>
                <a:lnTo>
                  <a:pt x="401" y="96"/>
                </a:lnTo>
                <a:lnTo>
                  <a:pt x="401" y="95"/>
                </a:lnTo>
                <a:lnTo>
                  <a:pt x="402" y="95"/>
                </a:lnTo>
                <a:lnTo>
                  <a:pt x="402" y="96"/>
                </a:lnTo>
                <a:lnTo>
                  <a:pt x="402" y="95"/>
                </a:lnTo>
                <a:lnTo>
                  <a:pt x="403" y="95"/>
                </a:lnTo>
                <a:lnTo>
                  <a:pt x="403" y="94"/>
                </a:lnTo>
                <a:lnTo>
                  <a:pt x="404" y="94"/>
                </a:lnTo>
                <a:lnTo>
                  <a:pt x="404" y="95"/>
                </a:lnTo>
                <a:lnTo>
                  <a:pt x="405" y="95"/>
                </a:lnTo>
                <a:lnTo>
                  <a:pt x="406" y="95"/>
                </a:lnTo>
                <a:lnTo>
                  <a:pt x="407" y="96"/>
                </a:lnTo>
                <a:lnTo>
                  <a:pt x="406" y="97"/>
                </a:lnTo>
                <a:lnTo>
                  <a:pt x="406" y="98"/>
                </a:lnTo>
                <a:lnTo>
                  <a:pt x="406" y="99"/>
                </a:lnTo>
                <a:lnTo>
                  <a:pt x="407" y="99"/>
                </a:lnTo>
                <a:lnTo>
                  <a:pt x="407" y="100"/>
                </a:lnTo>
                <a:lnTo>
                  <a:pt x="406" y="100"/>
                </a:lnTo>
                <a:lnTo>
                  <a:pt x="406" y="101"/>
                </a:lnTo>
                <a:lnTo>
                  <a:pt x="407" y="101"/>
                </a:lnTo>
                <a:lnTo>
                  <a:pt x="408" y="102"/>
                </a:lnTo>
                <a:lnTo>
                  <a:pt x="409" y="102"/>
                </a:lnTo>
                <a:lnTo>
                  <a:pt x="409" y="103"/>
                </a:lnTo>
                <a:lnTo>
                  <a:pt x="409" y="104"/>
                </a:lnTo>
                <a:lnTo>
                  <a:pt x="410" y="104"/>
                </a:lnTo>
                <a:lnTo>
                  <a:pt x="411" y="104"/>
                </a:lnTo>
                <a:lnTo>
                  <a:pt x="411" y="105"/>
                </a:lnTo>
                <a:lnTo>
                  <a:pt x="411" y="106"/>
                </a:lnTo>
                <a:lnTo>
                  <a:pt x="412" y="106"/>
                </a:lnTo>
                <a:lnTo>
                  <a:pt x="412" y="107"/>
                </a:lnTo>
                <a:lnTo>
                  <a:pt x="411" y="107"/>
                </a:lnTo>
                <a:lnTo>
                  <a:pt x="412" y="107"/>
                </a:lnTo>
                <a:lnTo>
                  <a:pt x="412" y="108"/>
                </a:lnTo>
                <a:lnTo>
                  <a:pt x="413" y="108"/>
                </a:lnTo>
                <a:lnTo>
                  <a:pt x="414" y="109"/>
                </a:lnTo>
                <a:lnTo>
                  <a:pt x="414" y="110"/>
                </a:lnTo>
                <a:lnTo>
                  <a:pt x="413" y="110"/>
                </a:lnTo>
                <a:lnTo>
                  <a:pt x="412" y="110"/>
                </a:lnTo>
                <a:lnTo>
                  <a:pt x="412" y="109"/>
                </a:lnTo>
                <a:lnTo>
                  <a:pt x="411" y="110"/>
                </a:lnTo>
                <a:lnTo>
                  <a:pt x="411" y="111"/>
                </a:lnTo>
                <a:lnTo>
                  <a:pt x="412" y="111"/>
                </a:lnTo>
                <a:lnTo>
                  <a:pt x="412" y="112"/>
                </a:lnTo>
                <a:lnTo>
                  <a:pt x="412" y="113"/>
                </a:lnTo>
                <a:lnTo>
                  <a:pt x="411" y="113"/>
                </a:lnTo>
                <a:lnTo>
                  <a:pt x="411" y="114"/>
                </a:lnTo>
                <a:lnTo>
                  <a:pt x="411" y="113"/>
                </a:lnTo>
                <a:lnTo>
                  <a:pt x="410" y="112"/>
                </a:lnTo>
                <a:lnTo>
                  <a:pt x="409" y="112"/>
                </a:lnTo>
                <a:lnTo>
                  <a:pt x="410" y="112"/>
                </a:lnTo>
                <a:lnTo>
                  <a:pt x="410" y="111"/>
                </a:lnTo>
                <a:lnTo>
                  <a:pt x="409" y="111"/>
                </a:lnTo>
                <a:lnTo>
                  <a:pt x="408" y="111"/>
                </a:lnTo>
                <a:lnTo>
                  <a:pt x="407" y="111"/>
                </a:lnTo>
                <a:lnTo>
                  <a:pt x="406" y="111"/>
                </a:lnTo>
                <a:lnTo>
                  <a:pt x="406" y="112"/>
                </a:lnTo>
                <a:lnTo>
                  <a:pt x="405" y="112"/>
                </a:lnTo>
                <a:lnTo>
                  <a:pt x="405" y="111"/>
                </a:lnTo>
                <a:lnTo>
                  <a:pt x="404" y="111"/>
                </a:lnTo>
                <a:lnTo>
                  <a:pt x="404" y="112"/>
                </a:lnTo>
                <a:lnTo>
                  <a:pt x="403" y="113"/>
                </a:lnTo>
                <a:lnTo>
                  <a:pt x="402" y="111"/>
                </a:lnTo>
                <a:lnTo>
                  <a:pt x="402" y="110"/>
                </a:lnTo>
                <a:lnTo>
                  <a:pt x="402" y="109"/>
                </a:lnTo>
                <a:lnTo>
                  <a:pt x="403" y="109"/>
                </a:lnTo>
                <a:lnTo>
                  <a:pt x="403" y="108"/>
                </a:lnTo>
                <a:lnTo>
                  <a:pt x="404" y="108"/>
                </a:lnTo>
                <a:lnTo>
                  <a:pt x="404" y="107"/>
                </a:lnTo>
                <a:lnTo>
                  <a:pt x="405" y="106"/>
                </a:lnTo>
                <a:lnTo>
                  <a:pt x="404" y="107"/>
                </a:lnTo>
                <a:lnTo>
                  <a:pt x="403" y="107"/>
                </a:lnTo>
                <a:lnTo>
                  <a:pt x="402" y="108"/>
                </a:lnTo>
                <a:lnTo>
                  <a:pt x="401" y="108"/>
                </a:lnTo>
                <a:lnTo>
                  <a:pt x="402" y="108"/>
                </a:lnTo>
                <a:lnTo>
                  <a:pt x="402" y="107"/>
                </a:lnTo>
                <a:lnTo>
                  <a:pt x="402" y="108"/>
                </a:lnTo>
                <a:lnTo>
                  <a:pt x="402" y="107"/>
                </a:lnTo>
                <a:lnTo>
                  <a:pt x="402" y="106"/>
                </a:lnTo>
                <a:lnTo>
                  <a:pt x="401" y="106"/>
                </a:lnTo>
                <a:lnTo>
                  <a:pt x="401" y="107"/>
                </a:lnTo>
                <a:lnTo>
                  <a:pt x="400" y="108"/>
                </a:lnTo>
                <a:lnTo>
                  <a:pt x="401" y="108"/>
                </a:lnTo>
                <a:lnTo>
                  <a:pt x="401" y="109"/>
                </a:lnTo>
                <a:lnTo>
                  <a:pt x="401" y="110"/>
                </a:lnTo>
                <a:lnTo>
                  <a:pt x="400" y="110"/>
                </a:lnTo>
                <a:lnTo>
                  <a:pt x="400" y="109"/>
                </a:lnTo>
                <a:lnTo>
                  <a:pt x="399" y="109"/>
                </a:lnTo>
                <a:lnTo>
                  <a:pt x="399" y="108"/>
                </a:lnTo>
                <a:lnTo>
                  <a:pt x="400" y="108"/>
                </a:lnTo>
                <a:lnTo>
                  <a:pt x="400" y="107"/>
                </a:lnTo>
                <a:lnTo>
                  <a:pt x="399" y="107"/>
                </a:lnTo>
                <a:lnTo>
                  <a:pt x="398" y="106"/>
                </a:lnTo>
                <a:lnTo>
                  <a:pt x="398" y="105"/>
                </a:lnTo>
                <a:lnTo>
                  <a:pt x="397" y="105"/>
                </a:lnTo>
                <a:lnTo>
                  <a:pt x="397" y="104"/>
                </a:lnTo>
                <a:lnTo>
                  <a:pt x="396" y="104"/>
                </a:lnTo>
                <a:lnTo>
                  <a:pt x="397" y="104"/>
                </a:lnTo>
                <a:lnTo>
                  <a:pt x="397" y="105"/>
                </a:lnTo>
                <a:lnTo>
                  <a:pt x="396" y="105"/>
                </a:lnTo>
                <a:lnTo>
                  <a:pt x="397" y="105"/>
                </a:lnTo>
                <a:lnTo>
                  <a:pt x="397" y="106"/>
                </a:lnTo>
                <a:lnTo>
                  <a:pt x="398" y="107"/>
                </a:lnTo>
                <a:lnTo>
                  <a:pt x="398" y="109"/>
                </a:lnTo>
                <a:lnTo>
                  <a:pt x="397" y="109"/>
                </a:lnTo>
                <a:lnTo>
                  <a:pt x="397" y="110"/>
                </a:lnTo>
                <a:lnTo>
                  <a:pt x="396" y="110"/>
                </a:lnTo>
                <a:lnTo>
                  <a:pt x="396" y="109"/>
                </a:lnTo>
                <a:lnTo>
                  <a:pt x="395" y="109"/>
                </a:lnTo>
                <a:lnTo>
                  <a:pt x="395" y="108"/>
                </a:lnTo>
                <a:lnTo>
                  <a:pt x="394" y="107"/>
                </a:lnTo>
                <a:lnTo>
                  <a:pt x="394" y="106"/>
                </a:lnTo>
                <a:lnTo>
                  <a:pt x="394" y="107"/>
                </a:lnTo>
                <a:lnTo>
                  <a:pt x="393" y="108"/>
                </a:lnTo>
                <a:lnTo>
                  <a:pt x="392" y="108"/>
                </a:lnTo>
                <a:lnTo>
                  <a:pt x="393" y="109"/>
                </a:lnTo>
                <a:lnTo>
                  <a:pt x="393" y="110"/>
                </a:lnTo>
                <a:lnTo>
                  <a:pt x="393" y="111"/>
                </a:lnTo>
                <a:lnTo>
                  <a:pt x="393" y="112"/>
                </a:lnTo>
                <a:lnTo>
                  <a:pt x="392" y="113"/>
                </a:lnTo>
                <a:lnTo>
                  <a:pt x="392" y="114"/>
                </a:lnTo>
                <a:lnTo>
                  <a:pt x="392" y="115"/>
                </a:lnTo>
                <a:lnTo>
                  <a:pt x="392" y="114"/>
                </a:lnTo>
                <a:lnTo>
                  <a:pt x="393" y="114"/>
                </a:lnTo>
                <a:lnTo>
                  <a:pt x="393" y="115"/>
                </a:lnTo>
                <a:lnTo>
                  <a:pt x="393" y="116"/>
                </a:lnTo>
                <a:lnTo>
                  <a:pt x="393" y="115"/>
                </a:lnTo>
                <a:lnTo>
                  <a:pt x="394" y="113"/>
                </a:lnTo>
                <a:lnTo>
                  <a:pt x="394" y="112"/>
                </a:lnTo>
                <a:lnTo>
                  <a:pt x="394" y="111"/>
                </a:lnTo>
                <a:lnTo>
                  <a:pt x="395" y="110"/>
                </a:lnTo>
                <a:lnTo>
                  <a:pt x="396" y="110"/>
                </a:lnTo>
                <a:lnTo>
                  <a:pt x="396" y="111"/>
                </a:lnTo>
                <a:lnTo>
                  <a:pt x="397" y="111"/>
                </a:lnTo>
                <a:lnTo>
                  <a:pt x="398" y="111"/>
                </a:lnTo>
                <a:lnTo>
                  <a:pt x="398" y="110"/>
                </a:lnTo>
                <a:lnTo>
                  <a:pt x="399" y="110"/>
                </a:lnTo>
                <a:lnTo>
                  <a:pt x="400" y="111"/>
                </a:lnTo>
                <a:lnTo>
                  <a:pt x="400" y="112"/>
                </a:lnTo>
                <a:lnTo>
                  <a:pt x="401" y="112"/>
                </a:lnTo>
                <a:lnTo>
                  <a:pt x="401" y="113"/>
                </a:lnTo>
                <a:lnTo>
                  <a:pt x="401" y="112"/>
                </a:lnTo>
                <a:lnTo>
                  <a:pt x="402" y="112"/>
                </a:lnTo>
                <a:lnTo>
                  <a:pt x="402" y="113"/>
                </a:lnTo>
                <a:lnTo>
                  <a:pt x="402" y="114"/>
                </a:lnTo>
                <a:lnTo>
                  <a:pt x="403" y="115"/>
                </a:lnTo>
                <a:lnTo>
                  <a:pt x="404" y="114"/>
                </a:lnTo>
                <a:lnTo>
                  <a:pt x="404" y="113"/>
                </a:lnTo>
                <a:lnTo>
                  <a:pt x="405" y="113"/>
                </a:lnTo>
                <a:lnTo>
                  <a:pt x="406" y="113"/>
                </a:lnTo>
                <a:lnTo>
                  <a:pt x="407" y="113"/>
                </a:lnTo>
                <a:lnTo>
                  <a:pt x="407" y="112"/>
                </a:lnTo>
                <a:lnTo>
                  <a:pt x="408" y="112"/>
                </a:lnTo>
                <a:lnTo>
                  <a:pt x="408" y="113"/>
                </a:lnTo>
                <a:lnTo>
                  <a:pt x="409" y="113"/>
                </a:lnTo>
                <a:lnTo>
                  <a:pt x="409" y="114"/>
                </a:lnTo>
                <a:lnTo>
                  <a:pt x="409" y="116"/>
                </a:lnTo>
                <a:lnTo>
                  <a:pt x="409" y="117"/>
                </a:lnTo>
                <a:lnTo>
                  <a:pt x="410" y="117"/>
                </a:lnTo>
                <a:lnTo>
                  <a:pt x="410" y="118"/>
                </a:lnTo>
                <a:lnTo>
                  <a:pt x="410" y="119"/>
                </a:lnTo>
                <a:lnTo>
                  <a:pt x="411" y="119"/>
                </a:lnTo>
                <a:lnTo>
                  <a:pt x="411" y="118"/>
                </a:lnTo>
                <a:lnTo>
                  <a:pt x="411" y="119"/>
                </a:lnTo>
                <a:lnTo>
                  <a:pt x="411" y="120"/>
                </a:lnTo>
                <a:lnTo>
                  <a:pt x="412" y="120"/>
                </a:lnTo>
                <a:lnTo>
                  <a:pt x="412" y="121"/>
                </a:lnTo>
                <a:lnTo>
                  <a:pt x="413" y="121"/>
                </a:lnTo>
                <a:lnTo>
                  <a:pt x="414" y="121"/>
                </a:lnTo>
                <a:lnTo>
                  <a:pt x="415" y="120"/>
                </a:lnTo>
                <a:lnTo>
                  <a:pt x="415" y="121"/>
                </a:lnTo>
                <a:lnTo>
                  <a:pt x="414" y="122"/>
                </a:lnTo>
                <a:lnTo>
                  <a:pt x="413" y="122"/>
                </a:lnTo>
                <a:lnTo>
                  <a:pt x="413" y="121"/>
                </a:lnTo>
                <a:lnTo>
                  <a:pt x="412" y="121"/>
                </a:lnTo>
                <a:lnTo>
                  <a:pt x="412" y="122"/>
                </a:lnTo>
                <a:lnTo>
                  <a:pt x="410" y="122"/>
                </a:lnTo>
                <a:lnTo>
                  <a:pt x="409" y="122"/>
                </a:lnTo>
                <a:lnTo>
                  <a:pt x="410" y="122"/>
                </a:lnTo>
                <a:lnTo>
                  <a:pt x="411" y="123"/>
                </a:lnTo>
                <a:lnTo>
                  <a:pt x="412" y="123"/>
                </a:lnTo>
                <a:lnTo>
                  <a:pt x="413" y="123"/>
                </a:lnTo>
                <a:lnTo>
                  <a:pt x="413" y="124"/>
                </a:lnTo>
                <a:lnTo>
                  <a:pt x="412" y="124"/>
                </a:lnTo>
                <a:lnTo>
                  <a:pt x="411" y="124"/>
                </a:lnTo>
                <a:lnTo>
                  <a:pt x="410" y="124"/>
                </a:lnTo>
                <a:lnTo>
                  <a:pt x="409" y="124"/>
                </a:lnTo>
                <a:lnTo>
                  <a:pt x="409" y="125"/>
                </a:lnTo>
                <a:lnTo>
                  <a:pt x="409" y="126"/>
                </a:lnTo>
                <a:lnTo>
                  <a:pt x="409" y="127"/>
                </a:lnTo>
                <a:lnTo>
                  <a:pt x="410" y="127"/>
                </a:lnTo>
                <a:lnTo>
                  <a:pt x="411" y="127"/>
                </a:lnTo>
                <a:lnTo>
                  <a:pt x="411" y="126"/>
                </a:lnTo>
                <a:lnTo>
                  <a:pt x="410" y="127"/>
                </a:lnTo>
                <a:lnTo>
                  <a:pt x="409" y="127"/>
                </a:lnTo>
                <a:lnTo>
                  <a:pt x="408" y="127"/>
                </a:lnTo>
                <a:lnTo>
                  <a:pt x="407" y="127"/>
                </a:lnTo>
                <a:lnTo>
                  <a:pt x="405" y="126"/>
                </a:lnTo>
                <a:lnTo>
                  <a:pt x="404" y="126"/>
                </a:lnTo>
                <a:lnTo>
                  <a:pt x="404" y="125"/>
                </a:lnTo>
                <a:lnTo>
                  <a:pt x="404" y="126"/>
                </a:lnTo>
                <a:lnTo>
                  <a:pt x="403" y="126"/>
                </a:lnTo>
                <a:lnTo>
                  <a:pt x="402" y="126"/>
                </a:lnTo>
                <a:lnTo>
                  <a:pt x="401" y="125"/>
                </a:lnTo>
                <a:lnTo>
                  <a:pt x="401" y="126"/>
                </a:lnTo>
                <a:lnTo>
                  <a:pt x="400" y="126"/>
                </a:lnTo>
                <a:lnTo>
                  <a:pt x="400" y="125"/>
                </a:lnTo>
                <a:lnTo>
                  <a:pt x="399" y="125"/>
                </a:lnTo>
                <a:lnTo>
                  <a:pt x="398" y="125"/>
                </a:lnTo>
                <a:lnTo>
                  <a:pt x="398" y="126"/>
                </a:lnTo>
                <a:lnTo>
                  <a:pt x="399" y="127"/>
                </a:lnTo>
                <a:lnTo>
                  <a:pt x="399" y="126"/>
                </a:lnTo>
                <a:lnTo>
                  <a:pt x="400" y="126"/>
                </a:lnTo>
                <a:lnTo>
                  <a:pt x="400" y="127"/>
                </a:lnTo>
                <a:lnTo>
                  <a:pt x="401" y="128"/>
                </a:lnTo>
                <a:lnTo>
                  <a:pt x="401" y="129"/>
                </a:lnTo>
                <a:lnTo>
                  <a:pt x="400" y="129"/>
                </a:lnTo>
                <a:lnTo>
                  <a:pt x="401" y="130"/>
                </a:lnTo>
                <a:lnTo>
                  <a:pt x="400" y="130"/>
                </a:lnTo>
                <a:lnTo>
                  <a:pt x="400" y="131"/>
                </a:lnTo>
                <a:lnTo>
                  <a:pt x="401" y="131"/>
                </a:lnTo>
                <a:lnTo>
                  <a:pt x="402" y="132"/>
                </a:lnTo>
                <a:lnTo>
                  <a:pt x="401" y="132"/>
                </a:lnTo>
                <a:lnTo>
                  <a:pt x="400" y="132"/>
                </a:lnTo>
                <a:lnTo>
                  <a:pt x="400" y="131"/>
                </a:lnTo>
                <a:lnTo>
                  <a:pt x="400" y="130"/>
                </a:lnTo>
                <a:lnTo>
                  <a:pt x="399" y="129"/>
                </a:lnTo>
                <a:lnTo>
                  <a:pt x="398" y="129"/>
                </a:lnTo>
                <a:lnTo>
                  <a:pt x="398" y="130"/>
                </a:lnTo>
                <a:lnTo>
                  <a:pt x="399" y="130"/>
                </a:lnTo>
                <a:lnTo>
                  <a:pt x="399" y="131"/>
                </a:lnTo>
                <a:lnTo>
                  <a:pt x="398" y="131"/>
                </a:lnTo>
                <a:lnTo>
                  <a:pt x="398" y="132"/>
                </a:lnTo>
                <a:lnTo>
                  <a:pt x="399" y="132"/>
                </a:lnTo>
                <a:lnTo>
                  <a:pt x="398" y="132"/>
                </a:lnTo>
                <a:lnTo>
                  <a:pt x="397" y="132"/>
                </a:lnTo>
                <a:lnTo>
                  <a:pt x="398" y="132"/>
                </a:lnTo>
                <a:lnTo>
                  <a:pt x="397" y="132"/>
                </a:lnTo>
                <a:lnTo>
                  <a:pt x="397" y="133"/>
                </a:lnTo>
                <a:lnTo>
                  <a:pt x="398" y="133"/>
                </a:lnTo>
                <a:lnTo>
                  <a:pt x="399" y="133"/>
                </a:lnTo>
                <a:lnTo>
                  <a:pt x="399" y="134"/>
                </a:lnTo>
                <a:lnTo>
                  <a:pt x="399" y="135"/>
                </a:lnTo>
                <a:lnTo>
                  <a:pt x="399" y="136"/>
                </a:lnTo>
                <a:lnTo>
                  <a:pt x="399" y="137"/>
                </a:lnTo>
                <a:lnTo>
                  <a:pt x="397" y="137"/>
                </a:lnTo>
                <a:lnTo>
                  <a:pt x="398" y="137"/>
                </a:lnTo>
                <a:lnTo>
                  <a:pt x="398" y="138"/>
                </a:lnTo>
                <a:lnTo>
                  <a:pt x="397" y="138"/>
                </a:lnTo>
                <a:lnTo>
                  <a:pt x="396" y="138"/>
                </a:lnTo>
                <a:lnTo>
                  <a:pt x="395" y="139"/>
                </a:lnTo>
                <a:lnTo>
                  <a:pt x="394" y="138"/>
                </a:lnTo>
                <a:lnTo>
                  <a:pt x="393" y="138"/>
                </a:lnTo>
                <a:lnTo>
                  <a:pt x="392" y="138"/>
                </a:lnTo>
                <a:lnTo>
                  <a:pt x="392" y="139"/>
                </a:lnTo>
                <a:lnTo>
                  <a:pt x="393" y="139"/>
                </a:lnTo>
                <a:lnTo>
                  <a:pt x="392" y="139"/>
                </a:lnTo>
                <a:lnTo>
                  <a:pt x="392" y="140"/>
                </a:lnTo>
                <a:lnTo>
                  <a:pt x="392" y="141"/>
                </a:lnTo>
                <a:lnTo>
                  <a:pt x="393" y="140"/>
                </a:lnTo>
                <a:lnTo>
                  <a:pt x="394" y="140"/>
                </a:lnTo>
                <a:lnTo>
                  <a:pt x="395" y="140"/>
                </a:lnTo>
                <a:lnTo>
                  <a:pt x="395" y="139"/>
                </a:lnTo>
                <a:lnTo>
                  <a:pt x="396" y="139"/>
                </a:lnTo>
                <a:lnTo>
                  <a:pt x="397" y="140"/>
                </a:lnTo>
                <a:lnTo>
                  <a:pt x="396" y="141"/>
                </a:lnTo>
                <a:lnTo>
                  <a:pt x="397" y="142"/>
                </a:lnTo>
                <a:lnTo>
                  <a:pt x="397" y="144"/>
                </a:lnTo>
                <a:lnTo>
                  <a:pt x="396" y="144"/>
                </a:lnTo>
                <a:lnTo>
                  <a:pt x="396" y="145"/>
                </a:lnTo>
                <a:lnTo>
                  <a:pt x="395" y="145"/>
                </a:lnTo>
                <a:lnTo>
                  <a:pt x="395" y="144"/>
                </a:lnTo>
                <a:lnTo>
                  <a:pt x="394" y="144"/>
                </a:lnTo>
                <a:lnTo>
                  <a:pt x="393" y="144"/>
                </a:lnTo>
                <a:lnTo>
                  <a:pt x="392" y="144"/>
                </a:lnTo>
                <a:lnTo>
                  <a:pt x="391" y="144"/>
                </a:lnTo>
                <a:lnTo>
                  <a:pt x="391" y="143"/>
                </a:lnTo>
                <a:lnTo>
                  <a:pt x="390" y="143"/>
                </a:lnTo>
                <a:lnTo>
                  <a:pt x="389" y="144"/>
                </a:lnTo>
                <a:lnTo>
                  <a:pt x="388" y="144"/>
                </a:lnTo>
                <a:lnTo>
                  <a:pt x="387" y="144"/>
                </a:lnTo>
                <a:lnTo>
                  <a:pt x="387" y="145"/>
                </a:lnTo>
                <a:lnTo>
                  <a:pt x="387" y="144"/>
                </a:lnTo>
                <a:lnTo>
                  <a:pt x="387" y="143"/>
                </a:lnTo>
                <a:lnTo>
                  <a:pt x="386" y="143"/>
                </a:lnTo>
                <a:lnTo>
                  <a:pt x="385" y="144"/>
                </a:lnTo>
                <a:lnTo>
                  <a:pt x="385" y="145"/>
                </a:lnTo>
                <a:lnTo>
                  <a:pt x="385" y="146"/>
                </a:lnTo>
                <a:lnTo>
                  <a:pt x="386" y="146"/>
                </a:lnTo>
                <a:lnTo>
                  <a:pt x="386" y="147"/>
                </a:lnTo>
                <a:lnTo>
                  <a:pt x="385" y="147"/>
                </a:lnTo>
                <a:lnTo>
                  <a:pt x="386" y="147"/>
                </a:lnTo>
                <a:lnTo>
                  <a:pt x="385" y="147"/>
                </a:lnTo>
                <a:lnTo>
                  <a:pt x="384" y="149"/>
                </a:lnTo>
                <a:lnTo>
                  <a:pt x="383" y="149"/>
                </a:lnTo>
                <a:lnTo>
                  <a:pt x="383" y="148"/>
                </a:lnTo>
                <a:lnTo>
                  <a:pt x="383" y="149"/>
                </a:lnTo>
                <a:lnTo>
                  <a:pt x="382" y="149"/>
                </a:lnTo>
                <a:lnTo>
                  <a:pt x="382" y="148"/>
                </a:lnTo>
                <a:lnTo>
                  <a:pt x="382" y="147"/>
                </a:lnTo>
                <a:lnTo>
                  <a:pt x="381" y="147"/>
                </a:lnTo>
                <a:lnTo>
                  <a:pt x="380" y="147"/>
                </a:lnTo>
                <a:lnTo>
                  <a:pt x="380" y="148"/>
                </a:lnTo>
                <a:lnTo>
                  <a:pt x="379" y="148"/>
                </a:lnTo>
                <a:lnTo>
                  <a:pt x="380" y="148"/>
                </a:lnTo>
                <a:lnTo>
                  <a:pt x="381" y="148"/>
                </a:lnTo>
                <a:lnTo>
                  <a:pt x="381" y="149"/>
                </a:lnTo>
                <a:lnTo>
                  <a:pt x="382" y="154"/>
                </a:lnTo>
                <a:lnTo>
                  <a:pt x="383" y="155"/>
                </a:lnTo>
                <a:lnTo>
                  <a:pt x="383" y="156"/>
                </a:lnTo>
                <a:lnTo>
                  <a:pt x="383" y="157"/>
                </a:lnTo>
                <a:lnTo>
                  <a:pt x="384" y="157"/>
                </a:lnTo>
                <a:lnTo>
                  <a:pt x="385" y="157"/>
                </a:lnTo>
                <a:lnTo>
                  <a:pt x="386" y="157"/>
                </a:lnTo>
                <a:lnTo>
                  <a:pt x="385" y="157"/>
                </a:lnTo>
                <a:lnTo>
                  <a:pt x="386" y="157"/>
                </a:lnTo>
                <a:lnTo>
                  <a:pt x="387" y="157"/>
                </a:lnTo>
                <a:lnTo>
                  <a:pt x="387" y="158"/>
                </a:lnTo>
                <a:lnTo>
                  <a:pt x="386" y="158"/>
                </a:lnTo>
                <a:lnTo>
                  <a:pt x="385" y="158"/>
                </a:lnTo>
                <a:lnTo>
                  <a:pt x="385" y="159"/>
                </a:lnTo>
                <a:lnTo>
                  <a:pt x="385" y="160"/>
                </a:lnTo>
                <a:lnTo>
                  <a:pt x="384" y="160"/>
                </a:lnTo>
                <a:lnTo>
                  <a:pt x="384" y="162"/>
                </a:lnTo>
                <a:lnTo>
                  <a:pt x="385" y="162"/>
                </a:lnTo>
                <a:lnTo>
                  <a:pt x="385" y="163"/>
                </a:lnTo>
                <a:lnTo>
                  <a:pt x="385" y="164"/>
                </a:lnTo>
                <a:lnTo>
                  <a:pt x="385" y="163"/>
                </a:lnTo>
                <a:lnTo>
                  <a:pt x="387" y="163"/>
                </a:lnTo>
                <a:lnTo>
                  <a:pt x="388" y="163"/>
                </a:lnTo>
                <a:lnTo>
                  <a:pt x="387" y="163"/>
                </a:lnTo>
                <a:lnTo>
                  <a:pt x="387" y="164"/>
                </a:lnTo>
                <a:lnTo>
                  <a:pt x="388" y="164"/>
                </a:lnTo>
                <a:lnTo>
                  <a:pt x="389" y="164"/>
                </a:lnTo>
                <a:lnTo>
                  <a:pt x="389" y="165"/>
                </a:lnTo>
                <a:lnTo>
                  <a:pt x="388" y="165"/>
                </a:lnTo>
                <a:lnTo>
                  <a:pt x="388" y="166"/>
                </a:lnTo>
                <a:lnTo>
                  <a:pt x="387" y="166"/>
                </a:lnTo>
                <a:lnTo>
                  <a:pt x="387" y="165"/>
                </a:lnTo>
                <a:lnTo>
                  <a:pt x="387" y="166"/>
                </a:lnTo>
                <a:lnTo>
                  <a:pt x="386" y="166"/>
                </a:lnTo>
                <a:lnTo>
                  <a:pt x="385" y="166"/>
                </a:lnTo>
                <a:lnTo>
                  <a:pt x="385" y="167"/>
                </a:lnTo>
                <a:lnTo>
                  <a:pt x="384" y="167"/>
                </a:lnTo>
                <a:lnTo>
                  <a:pt x="384" y="168"/>
                </a:lnTo>
                <a:lnTo>
                  <a:pt x="385" y="168"/>
                </a:lnTo>
                <a:lnTo>
                  <a:pt x="385" y="169"/>
                </a:lnTo>
                <a:lnTo>
                  <a:pt x="385" y="170"/>
                </a:lnTo>
                <a:lnTo>
                  <a:pt x="385" y="171"/>
                </a:lnTo>
                <a:lnTo>
                  <a:pt x="385" y="172"/>
                </a:lnTo>
                <a:lnTo>
                  <a:pt x="385" y="173"/>
                </a:lnTo>
                <a:lnTo>
                  <a:pt x="386" y="173"/>
                </a:lnTo>
                <a:lnTo>
                  <a:pt x="386" y="172"/>
                </a:lnTo>
                <a:lnTo>
                  <a:pt x="387" y="172"/>
                </a:lnTo>
                <a:lnTo>
                  <a:pt x="387" y="173"/>
                </a:lnTo>
                <a:lnTo>
                  <a:pt x="386" y="173"/>
                </a:lnTo>
                <a:lnTo>
                  <a:pt x="385" y="174"/>
                </a:lnTo>
                <a:lnTo>
                  <a:pt x="384" y="174"/>
                </a:lnTo>
                <a:lnTo>
                  <a:pt x="384" y="175"/>
                </a:lnTo>
                <a:lnTo>
                  <a:pt x="383" y="175"/>
                </a:lnTo>
                <a:lnTo>
                  <a:pt x="382" y="175"/>
                </a:lnTo>
                <a:lnTo>
                  <a:pt x="382" y="174"/>
                </a:lnTo>
                <a:lnTo>
                  <a:pt x="383" y="174"/>
                </a:lnTo>
                <a:lnTo>
                  <a:pt x="383" y="173"/>
                </a:lnTo>
                <a:lnTo>
                  <a:pt x="383" y="172"/>
                </a:lnTo>
                <a:lnTo>
                  <a:pt x="382" y="172"/>
                </a:lnTo>
                <a:lnTo>
                  <a:pt x="381" y="173"/>
                </a:lnTo>
                <a:lnTo>
                  <a:pt x="381" y="174"/>
                </a:lnTo>
                <a:lnTo>
                  <a:pt x="379" y="174"/>
                </a:lnTo>
                <a:lnTo>
                  <a:pt x="379" y="175"/>
                </a:lnTo>
                <a:lnTo>
                  <a:pt x="378" y="175"/>
                </a:lnTo>
                <a:lnTo>
                  <a:pt x="377" y="176"/>
                </a:lnTo>
                <a:lnTo>
                  <a:pt x="376" y="176"/>
                </a:lnTo>
                <a:lnTo>
                  <a:pt x="376" y="177"/>
                </a:lnTo>
                <a:lnTo>
                  <a:pt x="375" y="176"/>
                </a:lnTo>
                <a:lnTo>
                  <a:pt x="375" y="177"/>
                </a:lnTo>
                <a:lnTo>
                  <a:pt x="374" y="177"/>
                </a:lnTo>
                <a:lnTo>
                  <a:pt x="373" y="177"/>
                </a:lnTo>
                <a:lnTo>
                  <a:pt x="373" y="176"/>
                </a:lnTo>
                <a:lnTo>
                  <a:pt x="372" y="176"/>
                </a:lnTo>
                <a:lnTo>
                  <a:pt x="371" y="176"/>
                </a:lnTo>
                <a:lnTo>
                  <a:pt x="370" y="177"/>
                </a:lnTo>
                <a:lnTo>
                  <a:pt x="370" y="178"/>
                </a:lnTo>
                <a:lnTo>
                  <a:pt x="369" y="179"/>
                </a:lnTo>
                <a:lnTo>
                  <a:pt x="370" y="180"/>
                </a:lnTo>
                <a:lnTo>
                  <a:pt x="370" y="181"/>
                </a:lnTo>
                <a:lnTo>
                  <a:pt x="369" y="181"/>
                </a:lnTo>
                <a:lnTo>
                  <a:pt x="369" y="182"/>
                </a:lnTo>
                <a:lnTo>
                  <a:pt x="368" y="182"/>
                </a:lnTo>
                <a:lnTo>
                  <a:pt x="367" y="182"/>
                </a:lnTo>
                <a:lnTo>
                  <a:pt x="366" y="183"/>
                </a:lnTo>
                <a:lnTo>
                  <a:pt x="366" y="184"/>
                </a:lnTo>
                <a:lnTo>
                  <a:pt x="365" y="185"/>
                </a:lnTo>
                <a:lnTo>
                  <a:pt x="364" y="186"/>
                </a:lnTo>
                <a:lnTo>
                  <a:pt x="364" y="185"/>
                </a:lnTo>
                <a:lnTo>
                  <a:pt x="363" y="186"/>
                </a:lnTo>
                <a:lnTo>
                  <a:pt x="363" y="185"/>
                </a:lnTo>
                <a:lnTo>
                  <a:pt x="362" y="185"/>
                </a:lnTo>
                <a:lnTo>
                  <a:pt x="361" y="185"/>
                </a:lnTo>
                <a:lnTo>
                  <a:pt x="360" y="185"/>
                </a:lnTo>
                <a:lnTo>
                  <a:pt x="361" y="184"/>
                </a:lnTo>
                <a:lnTo>
                  <a:pt x="360" y="184"/>
                </a:lnTo>
                <a:lnTo>
                  <a:pt x="360" y="183"/>
                </a:lnTo>
                <a:lnTo>
                  <a:pt x="361" y="183"/>
                </a:lnTo>
                <a:lnTo>
                  <a:pt x="361" y="182"/>
                </a:lnTo>
                <a:lnTo>
                  <a:pt x="360" y="182"/>
                </a:lnTo>
                <a:lnTo>
                  <a:pt x="360" y="183"/>
                </a:lnTo>
                <a:lnTo>
                  <a:pt x="360" y="182"/>
                </a:lnTo>
                <a:lnTo>
                  <a:pt x="361" y="182"/>
                </a:lnTo>
                <a:lnTo>
                  <a:pt x="361" y="181"/>
                </a:lnTo>
                <a:lnTo>
                  <a:pt x="360" y="181"/>
                </a:lnTo>
                <a:lnTo>
                  <a:pt x="361" y="180"/>
                </a:lnTo>
                <a:lnTo>
                  <a:pt x="362" y="180"/>
                </a:lnTo>
                <a:lnTo>
                  <a:pt x="361" y="180"/>
                </a:lnTo>
                <a:lnTo>
                  <a:pt x="361" y="179"/>
                </a:lnTo>
                <a:lnTo>
                  <a:pt x="362" y="179"/>
                </a:lnTo>
                <a:lnTo>
                  <a:pt x="361" y="179"/>
                </a:lnTo>
                <a:lnTo>
                  <a:pt x="361" y="178"/>
                </a:lnTo>
                <a:lnTo>
                  <a:pt x="362" y="178"/>
                </a:lnTo>
                <a:lnTo>
                  <a:pt x="362" y="177"/>
                </a:lnTo>
                <a:lnTo>
                  <a:pt x="363" y="177"/>
                </a:lnTo>
                <a:lnTo>
                  <a:pt x="364" y="176"/>
                </a:lnTo>
                <a:lnTo>
                  <a:pt x="366" y="175"/>
                </a:lnTo>
                <a:lnTo>
                  <a:pt x="367" y="175"/>
                </a:lnTo>
                <a:lnTo>
                  <a:pt x="368" y="175"/>
                </a:lnTo>
                <a:lnTo>
                  <a:pt x="369" y="175"/>
                </a:lnTo>
                <a:lnTo>
                  <a:pt x="369" y="174"/>
                </a:lnTo>
                <a:lnTo>
                  <a:pt x="370" y="174"/>
                </a:lnTo>
                <a:lnTo>
                  <a:pt x="370" y="175"/>
                </a:lnTo>
                <a:lnTo>
                  <a:pt x="370" y="176"/>
                </a:lnTo>
                <a:lnTo>
                  <a:pt x="371" y="175"/>
                </a:lnTo>
                <a:lnTo>
                  <a:pt x="370" y="174"/>
                </a:lnTo>
                <a:lnTo>
                  <a:pt x="371" y="174"/>
                </a:lnTo>
                <a:lnTo>
                  <a:pt x="372" y="174"/>
                </a:lnTo>
                <a:lnTo>
                  <a:pt x="372" y="173"/>
                </a:lnTo>
                <a:lnTo>
                  <a:pt x="372" y="172"/>
                </a:lnTo>
                <a:lnTo>
                  <a:pt x="371" y="172"/>
                </a:lnTo>
                <a:lnTo>
                  <a:pt x="371" y="171"/>
                </a:lnTo>
                <a:lnTo>
                  <a:pt x="372" y="171"/>
                </a:lnTo>
                <a:lnTo>
                  <a:pt x="372" y="172"/>
                </a:lnTo>
                <a:lnTo>
                  <a:pt x="373" y="171"/>
                </a:lnTo>
                <a:lnTo>
                  <a:pt x="373" y="170"/>
                </a:lnTo>
                <a:lnTo>
                  <a:pt x="374" y="169"/>
                </a:lnTo>
                <a:lnTo>
                  <a:pt x="375" y="169"/>
                </a:lnTo>
                <a:lnTo>
                  <a:pt x="374" y="168"/>
                </a:lnTo>
                <a:lnTo>
                  <a:pt x="374" y="169"/>
                </a:lnTo>
                <a:lnTo>
                  <a:pt x="373" y="168"/>
                </a:lnTo>
                <a:lnTo>
                  <a:pt x="373" y="167"/>
                </a:lnTo>
                <a:lnTo>
                  <a:pt x="374" y="166"/>
                </a:lnTo>
                <a:lnTo>
                  <a:pt x="375" y="166"/>
                </a:lnTo>
                <a:lnTo>
                  <a:pt x="376" y="166"/>
                </a:lnTo>
                <a:lnTo>
                  <a:pt x="376" y="165"/>
                </a:lnTo>
                <a:lnTo>
                  <a:pt x="375" y="165"/>
                </a:lnTo>
                <a:lnTo>
                  <a:pt x="374" y="165"/>
                </a:lnTo>
                <a:lnTo>
                  <a:pt x="375" y="165"/>
                </a:lnTo>
                <a:lnTo>
                  <a:pt x="375" y="164"/>
                </a:lnTo>
                <a:lnTo>
                  <a:pt x="377" y="164"/>
                </a:lnTo>
                <a:lnTo>
                  <a:pt x="377" y="163"/>
                </a:lnTo>
                <a:lnTo>
                  <a:pt x="377" y="164"/>
                </a:lnTo>
                <a:lnTo>
                  <a:pt x="377" y="163"/>
                </a:lnTo>
                <a:lnTo>
                  <a:pt x="378" y="163"/>
                </a:lnTo>
                <a:lnTo>
                  <a:pt x="379" y="163"/>
                </a:lnTo>
                <a:lnTo>
                  <a:pt x="379" y="162"/>
                </a:lnTo>
                <a:lnTo>
                  <a:pt x="380" y="162"/>
                </a:lnTo>
                <a:lnTo>
                  <a:pt x="379" y="161"/>
                </a:lnTo>
                <a:lnTo>
                  <a:pt x="380" y="161"/>
                </a:lnTo>
                <a:lnTo>
                  <a:pt x="380" y="160"/>
                </a:lnTo>
                <a:lnTo>
                  <a:pt x="381" y="160"/>
                </a:lnTo>
                <a:lnTo>
                  <a:pt x="382" y="160"/>
                </a:lnTo>
                <a:lnTo>
                  <a:pt x="382" y="159"/>
                </a:lnTo>
                <a:lnTo>
                  <a:pt x="382" y="158"/>
                </a:lnTo>
                <a:lnTo>
                  <a:pt x="382" y="157"/>
                </a:lnTo>
                <a:lnTo>
                  <a:pt x="381" y="157"/>
                </a:lnTo>
                <a:lnTo>
                  <a:pt x="380" y="157"/>
                </a:lnTo>
                <a:lnTo>
                  <a:pt x="379" y="157"/>
                </a:lnTo>
                <a:lnTo>
                  <a:pt x="379" y="158"/>
                </a:lnTo>
                <a:lnTo>
                  <a:pt x="378" y="158"/>
                </a:lnTo>
                <a:lnTo>
                  <a:pt x="377" y="158"/>
                </a:lnTo>
                <a:lnTo>
                  <a:pt x="375" y="158"/>
                </a:lnTo>
                <a:lnTo>
                  <a:pt x="374" y="158"/>
                </a:lnTo>
                <a:lnTo>
                  <a:pt x="373" y="158"/>
                </a:lnTo>
                <a:lnTo>
                  <a:pt x="373" y="159"/>
                </a:lnTo>
                <a:lnTo>
                  <a:pt x="372" y="159"/>
                </a:lnTo>
                <a:lnTo>
                  <a:pt x="372" y="158"/>
                </a:lnTo>
                <a:lnTo>
                  <a:pt x="373" y="158"/>
                </a:lnTo>
                <a:lnTo>
                  <a:pt x="373" y="157"/>
                </a:lnTo>
                <a:lnTo>
                  <a:pt x="372" y="157"/>
                </a:lnTo>
                <a:lnTo>
                  <a:pt x="371" y="157"/>
                </a:lnTo>
                <a:lnTo>
                  <a:pt x="371" y="158"/>
                </a:lnTo>
                <a:lnTo>
                  <a:pt x="370" y="158"/>
                </a:lnTo>
                <a:lnTo>
                  <a:pt x="370" y="157"/>
                </a:lnTo>
                <a:lnTo>
                  <a:pt x="369" y="157"/>
                </a:lnTo>
                <a:lnTo>
                  <a:pt x="369" y="158"/>
                </a:lnTo>
                <a:lnTo>
                  <a:pt x="370" y="158"/>
                </a:lnTo>
                <a:lnTo>
                  <a:pt x="369" y="158"/>
                </a:lnTo>
                <a:lnTo>
                  <a:pt x="368" y="158"/>
                </a:lnTo>
                <a:lnTo>
                  <a:pt x="368" y="159"/>
                </a:lnTo>
                <a:lnTo>
                  <a:pt x="368" y="160"/>
                </a:lnTo>
                <a:lnTo>
                  <a:pt x="369" y="161"/>
                </a:lnTo>
                <a:lnTo>
                  <a:pt x="369" y="162"/>
                </a:lnTo>
                <a:lnTo>
                  <a:pt x="369" y="163"/>
                </a:lnTo>
                <a:lnTo>
                  <a:pt x="368" y="164"/>
                </a:lnTo>
                <a:lnTo>
                  <a:pt x="367" y="164"/>
                </a:lnTo>
                <a:lnTo>
                  <a:pt x="367" y="165"/>
                </a:lnTo>
                <a:lnTo>
                  <a:pt x="366" y="167"/>
                </a:lnTo>
                <a:lnTo>
                  <a:pt x="366" y="168"/>
                </a:lnTo>
                <a:lnTo>
                  <a:pt x="366" y="169"/>
                </a:lnTo>
                <a:lnTo>
                  <a:pt x="365" y="169"/>
                </a:lnTo>
                <a:lnTo>
                  <a:pt x="366" y="170"/>
                </a:lnTo>
                <a:lnTo>
                  <a:pt x="367" y="170"/>
                </a:lnTo>
                <a:lnTo>
                  <a:pt x="366" y="170"/>
                </a:lnTo>
                <a:lnTo>
                  <a:pt x="366" y="171"/>
                </a:lnTo>
                <a:lnTo>
                  <a:pt x="365" y="171"/>
                </a:lnTo>
                <a:lnTo>
                  <a:pt x="365" y="172"/>
                </a:lnTo>
                <a:lnTo>
                  <a:pt x="364" y="172"/>
                </a:lnTo>
                <a:lnTo>
                  <a:pt x="363" y="172"/>
                </a:lnTo>
                <a:lnTo>
                  <a:pt x="363" y="171"/>
                </a:lnTo>
                <a:lnTo>
                  <a:pt x="363" y="170"/>
                </a:lnTo>
                <a:lnTo>
                  <a:pt x="364" y="170"/>
                </a:lnTo>
                <a:lnTo>
                  <a:pt x="364" y="169"/>
                </a:lnTo>
                <a:lnTo>
                  <a:pt x="363" y="168"/>
                </a:lnTo>
                <a:lnTo>
                  <a:pt x="362" y="168"/>
                </a:lnTo>
                <a:lnTo>
                  <a:pt x="361" y="167"/>
                </a:lnTo>
                <a:lnTo>
                  <a:pt x="361" y="166"/>
                </a:lnTo>
                <a:lnTo>
                  <a:pt x="360" y="166"/>
                </a:lnTo>
                <a:lnTo>
                  <a:pt x="359" y="166"/>
                </a:lnTo>
                <a:lnTo>
                  <a:pt x="359" y="167"/>
                </a:lnTo>
                <a:lnTo>
                  <a:pt x="358" y="167"/>
                </a:lnTo>
                <a:lnTo>
                  <a:pt x="358" y="168"/>
                </a:lnTo>
                <a:lnTo>
                  <a:pt x="357" y="167"/>
                </a:lnTo>
                <a:lnTo>
                  <a:pt x="356" y="166"/>
                </a:lnTo>
                <a:lnTo>
                  <a:pt x="357" y="165"/>
                </a:lnTo>
                <a:lnTo>
                  <a:pt x="358" y="165"/>
                </a:lnTo>
                <a:lnTo>
                  <a:pt x="358" y="164"/>
                </a:lnTo>
                <a:lnTo>
                  <a:pt x="358" y="163"/>
                </a:lnTo>
                <a:lnTo>
                  <a:pt x="357" y="162"/>
                </a:lnTo>
                <a:lnTo>
                  <a:pt x="357" y="161"/>
                </a:lnTo>
                <a:lnTo>
                  <a:pt x="358" y="161"/>
                </a:lnTo>
                <a:lnTo>
                  <a:pt x="358" y="160"/>
                </a:lnTo>
                <a:lnTo>
                  <a:pt x="358" y="159"/>
                </a:lnTo>
                <a:lnTo>
                  <a:pt x="359" y="158"/>
                </a:lnTo>
                <a:lnTo>
                  <a:pt x="360" y="159"/>
                </a:lnTo>
                <a:lnTo>
                  <a:pt x="361" y="159"/>
                </a:lnTo>
                <a:lnTo>
                  <a:pt x="362" y="159"/>
                </a:lnTo>
                <a:lnTo>
                  <a:pt x="362" y="158"/>
                </a:lnTo>
                <a:lnTo>
                  <a:pt x="362" y="157"/>
                </a:lnTo>
                <a:lnTo>
                  <a:pt x="361" y="157"/>
                </a:lnTo>
                <a:lnTo>
                  <a:pt x="362" y="156"/>
                </a:lnTo>
                <a:lnTo>
                  <a:pt x="362" y="155"/>
                </a:lnTo>
                <a:lnTo>
                  <a:pt x="361" y="155"/>
                </a:lnTo>
                <a:lnTo>
                  <a:pt x="361" y="156"/>
                </a:lnTo>
                <a:lnTo>
                  <a:pt x="360" y="156"/>
                </a:lnTo>
                <a:lnTo>
                  <a:pt x="360" y="157"/>
                </a:lnTo>
                <a:lnTo>
                  <a:pt x="359" y="157"/>
                </a:lnTo>
                <a:lnTo>
                  <a:pt x="358" y="157"/>
                </a:lnTo>
                <a:lnTo>
                  <a:pt x="357" y="157"/>
                </a:lnTo>
                <a:lnTo>
                  <a:pt x="356" y="157"/>
                </a:lnTo>
                <a:lnTo>
                  <a:pt x="356" y="158"/>
                </a:lnTo>
                <a:lnTo>
                  <a:pt x="356" y="157"/>
                </a:lnTo>
                <a:lnTo>
                  <a:pt x="356" y="156"/>
                </a:lnTo>
                <a:lnTo>
                  <a:pt x="356" y="155"/>
                </a:lnTo>
                <a:lnTo>
                  <a:pt x="358" y="154"/>
                </a:lnTo>
                <a:lnTo>
                  <a:pt x="359" y="154"/>
                </a:lnTo>
                <a:lnTo>
                  <a:pt x="359" y="153"/>
                </a:lnTo>
                <a:lnTo>
                  <a:pt x="361" y="153"/>
                </a:lnTo>
                <a:lnTo>
                  <a:pt x="361" y="152"/>
                </a:lnTo>
                <a:lnTo>
                  <a:pt x="362" y="152"/>
                </a:lnTo>
                <a:lnTo>
                  <a:pt x="362" y="151"/>
                </a:lnTo>
                <a:lnTo>
                  <a:pt x="361" y="151"/>
                </a:lnTo>
                <a:lnTo>
                  <a:pt x="361" y="150"/>
                </a:lnTo>
                <a:lnTo>
                  <a:pt x="361" y="151"/>
                </a:lnTo>
                <a:lnTo>
                  <a:pt x="361" y="152"/>
                </a:lnTo>
                <a:lnTo>
                  <a:pt x="359" y="153"/>
                </a:lnTo>
                <a:lnTo>
                  <a:pt x="358" y="153"/>
                </a:lnTo>
                <a:lnTo>
                  <a:pt x="357" y="152"/>
                </a:lnTo>
                <a:lnTo>
                  <a:pt x="357" y="151"/>
                </a:lnTo>
                <a:lnTo>
                  <a:pt x="358" y="151"/>
                </a:lnTo>
                <a:lnTo>
                  <a:pt x="357" y="151"/>
                </a:lnTo>
                <a:lnTo>
                  <a:pt x="357" y="152"/>
                </a:lnTo>
                <a:lnTo>
                  <a:pt x="356" y="153"/>
                </a:lnTo>
                <a:lnTo>
                  <a:pt x="356" y="154"/>
                </a:lnTo>
                <a:lnTo>
                  <a:pt x="355" y="155"/>
                </a:lnTo>
                <a:lnTo>
                  <a:pt x="355" y="156"/>
                </a:lnTo>
                <a:lnTo>
                  <a:pt x="354" y="156"/>
                </a:lnTo>
                <a:lnTo>
                  <a:pt x="353" y="157"/>
                </a:lnTo>
                <a:lnTo>
                  <a:pt x="354" y="158"/>
                </a:lnTo>
                <a:lnTo>
                  <a:pt x="354" y="159"/>
                </a:lnTo>
                <a:lnTo>
                  <a:pt x="355" y="159"/>
                </a:lnTo>
                <a:lnTo>
                  <a:pt x="355" y="160"/>
                </a:lnTo>
                <a:lnTo>
                  <a:pt x="354" y="160"/>
                </a:lnTo>
                <a:lnTo>
                  <a:pt x="354" y="161"/>
                </a:lnTo>
                <a:lnTo>
                  <a:pt x="354" y="162"/>
                </a:lnTo>
                <a:lnTo>
                  <a:pt x="353" y="163"/>
                </a:lnTo>
                <a:lnTo>
                  <a:pt x="352" y="163"/>
                </a:lnTo>
                <a:lnTo>
                  <a:pt x="351" y="163"/>
                </a:lnTo>
                <a:lnTo>
                  <a:pt x="351" y="162"/>
                </a:lnTo>
                <a:lnTo>
                  <a:pt x="351" y="161"/>
                </a:lnTo>
                <a:lnTo>
                  <a:pt x="351" y="160"/>
                </a:lnTo>
                <a:lnTo>
                  <a:pt x="350" y="160"/>
                </a:lnTo>
                <a:lnTo>
                  <a:pt x="350" y="158"/>
                </a:lnTo>
                <a:lnTo>
                  <a:pt x="349" y="157"/>
                </a:lnTo>
                <a:lnTo>
                  <a:pt x="349" y="156"/>
                </a:lnTo>
                <a:lnTo>
                  <a:pt x="348" y="155"/>
                </a:lnTo>
                <a:lnTo>
                  <a:pt x="347" y="154"/>
                </a:lnTo>
                <a:lnTo>
                  <a:pt x="347" y="155"/>
                </a:lnTo>
                <a:lnTo>
                  <a:pt x="347" y="156"/>
                </a:lnTo>
                <a:lnTo>
                  <a:pt x="347" y="157"/>
                </a:lnTo>
                <a:lnTo>
                  <a:pt x="347" y="158"/>
                </a:lnTo>
                <a:lnTo>
                  <a:pt x="347" y="159"/>
                </a:lnTo>
                <a:lnTo>
                  <a:pt x="348" y="159"/>
                </a:lnTo>
                <a:lnTo>
                  <a:pt x="347" y="159"/>
                </a:lnTo>
                <a:lnTo>
                  <a:pt x="346" y="159"/>
                </a:lnTo>
                <a:lnTo>
                  <a:pt x="347" y="159"/>
                </a:lnTo>
                <a:lnTo>
                  <a:pt x="346" y="159"/>
                </a:lnTo>
                <a:lnTo>
                  <a:pt x="347" y="159"/>
                </a:lnTo>
                <a:lnTo>
                  <a:pt x="347" y="161"/>
                </a:lnTo>
                <a:lnTo>
                  <a:pt x="347" y="162"/>
                </a:lnTo>
                <a:lnTo>
                  <a:pt x="348" y="162"/>
                </a:lnTo>
                <a:lnTo>
                  <a:pt x="348" y="163"/>
                </a:lnTo>
                <a:lnTo>
                  <a:pt x="348" y="162"/>
                </a:lnTo>
                <a:lnTo>
                  <a:pt x="349" y="162"/>
                </a:lnTo>
                <a:lnTo>
                  <a:pt x="349" y="163"/>
                </a:lnTo>
                <a:lnTo>
                  <a:pt x="350" y="163"/>
                </a:lnTo>
                <a:lnTo>
                  <a:pt x="352" y="164"/>
                </a:lnTo>
                <a:lnTo>
                  <a:pt x="351" y="164"/>
                </a:lnTo>
                <a:lnTo>
                  <a:pt x="351" y="165"/>
                </a:lnTo>
                <a:lnTo>
                  <a:pt x="351" y="166"/>
                </a:lnTo>
                <a:lnTo>
                  <a:pt x="350" y="166"/>
                </a:lnTo>
                <a:lnTo>
                  <a:pt x="349" y="166"/>
                </a:lnTo>
                <a:lnTo>
                  <a:pt x="348" y="166"/>
                </a:lnTo>
                <a:lnTo>
                  <a:pt x="347" y="165"/>
                </a:lnTo>
                <a:lnTo>
                  <a:pt x="347" y="164"/>
                </a:lnTo>
                <a:lnTo>
                  <a:pt x="346" y="164"/>
                </a:lnTo>
                <a:lnTo>
                  <a:pt x="345" y="164"/>
                </a:lnTo>
                <a:lnTo>
                  <a:pt x="345" y="163"/>
                </a:lnTo>
                <a:lnTo>
                  <a:pt x="345" y="162"/>
                </a:lnTo>
                <a:lnTo>
                  <a:pt x="344" y="162"/>
                </a:lnTo>
                <a:lnTo>
                  <a:pt x="344" y="161"/>
                </a:lnTo>
                <a:lnTo>
                  <a:pt x="343" y="161"/>
                </a:lnTo>
                <a:lnTo>
                  <a:pt x="341" y="161"/>
                </a:lnTo>
                <a:lnTo>
                  <a:pt x="340" y="161"/>
                </a:lnTo>
                <a:lnTo>
                  <a:pt x="340" y="160"/>
                </a:lnTo>
                <a:lnTo>
                  <a:pt x="341" y="160"/>
                </a:lnTo>
                <a:lnTo>
                  <a:pt x="341" y="158"/>
                </a:lnTo>
                <a:lnTo>
                  <a:pt x="341" y="157"/>
                </a:lnTo>
                <a:lnTo>
                  <a:pt x="340" y="157"/>
                </a:lnTo>
                <a:lnTo>
                  <a:pt x="340" y="158"/>
                </a:lnTo>
                <a:lnTo>
                  <a:pt x="339" y="158"/>
                </a:lnTo>
                <a:lnTo>
                  <a:pt x="338" y="158"/>
                </a:lnTo>
                <a:lnTo>
                  <a:pt x="337" y="157"/>
                </a:lnTo>
                <a:lnTo>
                  <a:pt x="336" y="157"/>
                </a:lnTo>
                <a:lnTo>
                  <a:pt x="337" y="157"/>
                </a:lnTo>
                <a:lnTo>
                  <a:pt x="337" y="158"/>
                </a:lnTo>
                <a:lnTo>
                  <a:pt x="337" y="159"/>
                </a:lnTo>
                <a:lnTo>
                  <a:pt x="336" y="160"/>
                </a:lnTo>
                <a:lnTo>
                  <a:pt x="335" y="161"/>
                </a:lnTo>
                <a:lnTo>
                  <a:pt x="335" y="160"/>
                </a:lnTo>
                <a:lnTo>
                  <a:pt x="335" y="161"/>
                </a:lnTo>
                <a:lnTo>
                  <a:pt x="335" y="162"/>
                </a:lnTo>
                <a:lnTo>
                  <a:pt x="336" y="162"/>
                </a:lnTo>
                <a:lnTo>
                  <a:pt x="335" y="163"/>
                </a:lnTo>
                <a:lnTo>
                  <a:pt x="336" y="163"/>
                </a:lnTo>
                <a:lnTo>
                  <a:pt x="337" y="162"/>
                </a:lnTo>
                <a:lnTo>
                  <a:pt x="338" y="162"/>
                </a:lnTo>
                <a:lnTo>
                  <a:pt x="339" y="162"/>
                </a:lnTo>
                <a:lnTo>
                  <a:pt x="340" y="162"/>
                </a:lnTo>
                <a:lnTo>
                  <a:pt x="341" y="162"/>
                </a:lnTo>
                <a:lnTo>
                  <a:pt x="342" y="162"/>
                </a:lnTo>
                <a:lnTo>
                  <a:pt x="342" y="163"/>
                </a:lnTo>
                <a:lnTo>
                  <a:pt x="343" y="163"/>
                </a:lnTo>
                <a:lnTo>
                  <a:pt x="343" y="164"/>
                </a:lnTo>
                <a:lnTo>
                  <a:pt x="342" y="164"/>
                </a:lnTo>
                <a:lnTo>
                  <a:pt x="342" y="165"/>
                </a:lnTo>
                <a:lnTo>
                  <a:pt x="341" y="165"/>
                </a:lnTo>
                <a:lnTo>
                  <a:pt x="341" y="164"/>
                </a:lnTo>
                <a:lnTo>
                  <a:pt x="342" y="164"/>
                </a:lnTo>
                <a:lnTo>
                  <a:pt x="341" y="164"/>
                </a:lnTo>
                <a:lnTo>
                  <a:pt x="341" y="165"/>
                </a:lnTo>
                <a:lnTo>
                  <a:pt x="342" y="166"/>
                </a:lnTo>
                <a:lnTo>
                  <a:pt x="341" y="166"/>
                </a:lnTo>
                <a:lnTo>
                  <a:pt x="341" y="165"/>
                </a:lnTo>
                <a:lnTo>
                  <a:pt x="340" y="165"/>
                </a:lnTo>
                <a:lnTo>
                  <a:pt x="339" y="165"/>
                </a:lnTo>
                <a:lnTo>
                  <a:pt x="340" y="165"/>
                </a:lnTo>
                <a:lnTo>
                  <a:pt x="340" y="166"/>
                </a:lnTo>
                <a:lnTo>
                  <a:pt x="341" y="166"/>
                </a:lnTo>
                <a:lnTo>
                  <a:pt x="342" y="167"/>
                </a:lnTo>
                <a:lnTo>
                  <a:pt x="342" y="168"/>
                </a:lnTo>
                <a:lnTo>
                  <a:pt x="342" y="169"/>
                </a:lnTo>
                <a:lnTo>
                  <a:pt x="342" y="168"/>
                </a:lnTo>
                <a:lnTo>
                  <a:pt x="341" y="168"/>
                </a:lnTo>
                <a:lnTo>
                  <a:pt x="340" y="168"/>
                </a:lnTo>
                <a:lnTo>
                  <a:pt x="341" y="168"/>
                </a:lnTo>
                <a:lnTo>
                  <a:pt x="341" y="169"/>
                </a:lnTo>
                <a:lnTo>
                  <a:pt x="340" y="169"/>
                </a:lnTo>
                <a:lnTo>
                  <a:pt x="340" y="168"/>
                </a:lnTo>
                <a:lnTo>
                  <a:pt x="340" y="169"/>
                </a:lnTo>
                <a:lnTo>
                  <a:pt x="340" y="170"/>
                </a:lnTo>
                <a:lnTo>
                  <a:pt x="341" y="170"/>
                </a:lnTo>
                <a:lnTo>
                  <a:pt x="341" y="171"/>
                </a:lnTo>
                <a:lnTo>
                  <a:pt x="340" y="172"/>
                </a:lnTo>
                <a:lnTo>
                  <a:pt x="339" y="172"/>
                </a:lnTo>
                <a:lnTo>
                  <a:pt x="338" y="171"/>
                </a:lnTo>
                <a:lnTo>
                  <a:pt x="337" y="172"/>
                </a:lnTo>
                <a:lnTo>
                  <a:pt x="336" y="173"/>
                </a:lnTo>
                <a:lnTo>
                  <a:pt x="335" y="174"/>
                </a:lnTo>
                <a:lnTo>
                  <a:pt x="336" y="175"/>
                </a:lnTo>
                <a:lnTo>
                  <a:pt x="337" y="175"/>
                </a:lnTo>
                <a:lnTo>
                  <a:pt x="337" y="176"/>
                </a:lnTo>
                <a:lnTo>
                  <a:pt x="338" y="176"/>
                </a:lnTo>
                <a:lnTo>
                  <a:pt x="339" y="177"/>
                </a:lnTo>
                <a:lnTo>
                  <a:pt x="339" y="178"/>
                </a:lnTo>
                <a:lnTo>
                  <a:pt x="339" y="179"/>
                </a:lnTo>
                <a:lnTo>
                  <a:pt x="339" y="180"/>
                </a:lnTo>
                <a:lnTo>
                  <a:pt x="339" y="181"/>
                </a:lnTo>
                <a:lnTo>
                  <a:pt x="339" y="180"/>
                </a:lnTo>
                <a:lnTo>
                  <a:pt x="340" y="179"/>
                </a:lnTo>
                <a:lnTo>
                  <a:pt x="340" y="178"/>
                </a:lnTo>
                <a:lnTo>
                  <a:pt x="341" y="178"/>
                </a:lnTo>
                <a:lnTo>
                  <a:pt x="341" y="177"/>
                </a:lnTo>
                <a:lnTo>
                  <a:pt x="342" y="177"/>
                </a:lnTo>
                <a:lnTo>
                  <a:pt x="343" y="176"/>
                </a:lnTo>
                <a:lnTo>
                  <a:pt x="344" y="176"/>
                </a:lnTo>
                <a:lnTo>
                  <a:pt x="345" y="176"/>
                </a:lnTo>
                <a:lnTo>
                  <a:pt x="345" y="175"/>
                </a:lnTo>
                <a:lnTo>
                  <a:pt x="346" y="175"/>
                </a:lnTo>
                <a:lnTo>
                  <a:pt x="347" y="176"/>
                </a:lnTo>
                <a:lnTo>
                  <a:pt x="348" y="176"/>
                </a:lnTo>
                <a:lnTo>
                  <a:pt x="349" y="176"/>
                </a:lnTo>
                <a:lnTo>
                  <a:pt x="350" y="175"/>
                </a:lnTo>
                <a:lnTo>
                  <a:pt x="351" y="176"/>
                </a:lnTo>
                <a:lnTo>
                  <a:pt x="352" y="176"/>
                </a:lnTo>
                <a:lnTo>
                  <a:pt x="353" y="177"/>
                </a:lnTo>
                <a:lnTo>
                  <a:pt x="353" y="178"/>
                </a:lnTo>
                <a:lnTo>
                  <a:pt x="354" y="178"/>
                </a:lnTo>
                <a:lnTo>
                  <a:pt x="355" y="179"/>
                </a:lnTo>
                <a:lnTo>
                  <a:pt x="356" y="179"/>
                </a:lnTo>
                <a:lnTo>
                  <a:pt x="356" y="180"/>
                </a:lnTo>
                <a:lnTo>
                  <a:pt x="356" y="181"/>
                </a:lnTo>
                <a:lnTo>
                  <a:pt x="357" y="181"/>
                </a:lnTo>
                <a:lnTo>
                  <a:pt x="357" y="182"/>
                </a:lnTo>
                <a:lnTo>
                  <a:pt x="356" y="182"/>
                </a:lnTo>
                <a:lnTo>
                  <a:pt x="356" y="181"/>
                </a:lnTo>
                <a:lnTo>
                  <a:pt x="355" y="181"/>
                </a:lnTo>
                <a:lnTo>
                  <a:pt x="355" y="180"/>
                </a:lnTo>
                <a:lnTo>
                  <a:pt x="354" y="181"/>
                </a:lnTo>
                <a:lnTo>
                  <a:pt x="354" y="182"/>
                </a:lnTo>
                <a:lnTo>
                  <a:pt x="354" y="183"/>
                </a:lnTo>
                <a:lnTo>
                  <a:pt x="354" y="182"/>
                </a:lnTo>
                <a:lnTo>
                  <a:pt x="355" y="182"/>
                </a:lnTo>
                <a:lnTo>
                  <a:pt x="355" y="183"/>
                </a:lnTo>
                <a:lnTo>
                  <a:pt x="356" y="183"/>
                </a:lnTo>
                <a:lnTo>
                  <a:pt x="355" y="184"/>
                </a:lnTo>
                <a:lnTo>
                  <a:pt x="355" y="185"/>
                </a:lnTo>
                <a:lnTo>
                  <a:pt x="356" y="185"/>
                </a:lnTo>
                <a:lnTo>
                  <a:pt x="355" y="185"/>
                </a:lnTo>
                <a:lnTo>
                  <a:pt x="356" y="185"/>
                </a:lnTo>
                <a:lnTo>
                  <a:pt x="356" y="186"/>
                </a:lnTo>
                <a:lnTo>
                  <a:pt x="357" y="186"/>
                </a:lnTo>
                <a:lnTo>
                  <a:pt x="357" y="187"/>
                </a:lnTo>
                <a:lnTo>
                  <a:pt x="356" y="187"/>
                </a:lnTo>
                <a:lnTo>
                  <a:pt x="355" y="187"/>
                </a:lnTo>
                <a:lnTo>
                  <a:pt x="355" y="188"/>
                </a:lnTo>
                <a:lnTo>
                  <a:pt x="357" y="188"/>
                </a:lnTo>
                <a:lnTo>
                  <a:pt x="358" y="188"/>
                </a:lnTo>
                <a:lnTo>
                  <a:pt x="357" y="188"/>
                </a:lnTo>
                <a:lnTo>
                  <a:pt x="357" y="189"/>
                </a:lnTo>
                <a:lnTo>
                  <a:pt x="358" y="189"/>
                </a:lnTo>
                <a:lnTo>
                  <a:pt x="357" y="190"/>
                </a:lnTo>
                <a:lnTo>
                  <a:pt x="358" y="190"/>
                </a:lnTo>
                <a:lnTo>
                  <a:pt x="359" y="190"/>
                </a:lnTo>
                <a:lnTo>
                  <a:pt x="358" y="191"/>
                </a:lnTo>
                <a:lnTo>
                  <a:pt x="359" y="191"/>
                </a:lnTo>
                <a:lnTo>
                  <a:pt x="359" y="192"/>
                </a:lnTo>
                <a:lnTo>
                  <a:pt x="360" y="192"/>
                </a:lnTo>
                <a:lnTo>
                  <a:pt x="360" y="193"/>
                </a:lnTo>
                <a:lnTo>
                  <a:pt x="359" y="193"/>
                </a:lnTo>
                <a:lnTo>
                  <a:pt x="358" y="194"/>
                </a:lnTo>
                <a:lnTo>
                  <a:pt x="358" y="193"/>
                </a:lnTo>
                <a:lnTo>
                  <a:pt x="357" y="193"/>
                </a:lnTo>
                <a:lnTo>
                  <a:pt x="357" y="194"/>
                </a:lnTo>
                <a:lnTo>
                  <a:pt x="357" y="195"/>
                </a:lnTo>
                <a:lnTo>
                  <a:pt x="356" y="195"/>
                </a:lnTo>
                <a:lnTo>
                  <a:pt x="357" y="195"/>
                </a:lnTo>
                <a:lnTo>
                  <a:pt x="357" y="196"/>
                </a:lnTo>
                <a:lnTo>
                  <a:pt x="356" y="196"/>
                </a:lnTo>
                <a:lnTo>
                  <a:pt x="355" y="196"/>
                </a:lnTo>
                <a:lnTo>
                  <a:pt x="354" y="196"/>
                </a:lnTo>
                <a:lnTo>
                  <a:pt x="354" y="197"/>
                </a:lnTo>
                <a:lnTo>
                  <a:pt x="354" y="196"/>
                </a:lnTo>
                <a:lnTo>
                  <a:pt x="354" y="195"/>
                </a:lnTo>
                <a:lnTo>
                  <a:pt x="355" y="195"/>
                </a:lnTo>
                <a:lnTo>
                  <a:pt x="355" y="194"/>
                </a:lnTo>
                <a:lnTo>
                  <a:pt x="355" y="193"/>
                </a:lnTo>
                <a:lnTo>
                  <a:pt x="353" y="193"/>
                </a:lnTo>
                <a:lnTo>
                  <a:pt x="352" y="192"/>
                </a:lnTo>
                <a:lnTo>
                  <a:pt x="352" y="193"/>
                </a:lnTo>
                <a:lnTo>
                  <a:pt x="350" y="193"/>
                </a:lnTo>
                <a:lnTo>
                  <a:pt x="348" y="191"/>
                </a:lnTo>
                <a:lnTo>
                  <a:pt x="347" y="191"/>
                </a:lnTo>
                <a:lnTo>
                  <a:pt x="346" y="190"/>
                </a:lnTo>
                <a:lnTo>
                  <a:pt x="344" y="189"/>
                </a:lnTo>
                <a:lnTo>
                  <a:pt x="343" y="189"/>
                </a:lnTo>
                <a:lnTo>
                  <a:pt x="342" y="189"/>
                </a:lnTo>
                <a:lnTo>
                  <a:pt x="341" y="190"/>
                </a:lnTo>
                <a:lnTo>
                  <a:pt x="340" y="191"/>
                </a:lnTo>
                <a:lnTo>
                  <a:pt x="341" y="192"/>
                </a:lnTo>
                <a:lnTo>
                  <a:pt x="341" y="193"/>
                </a:lnTo>
                <a:lnTo>
                  <a:pt x="342" y="193"/>
                </a:lnTo>
                <a:lnTo>
                  <a:pt x="342" y="194"/>
                </a:lnTo>
                <a:lnTo>
                  <a:pt x="343" y="193"/>
                </a:lnTo>
                <a:lnTo>
                  <a:pt x="344" y="193"/>
                </a:lnTo>
                <a:lnTo>
                  <a:pt x="345" y="195"/>
                </a:lnTo>
                <a:lnTo>
                  <a:pt x="345" y="196"/>
                </a:lnTo>
                <a:lnTo>
                  <a:pt x="345" y="197"/>
                </a:lnTo>
                <a:lnTo>
                  <a:pt x="344" y="198"/>
                </a:lnTo>
                <a:lnTo>
                  <a:pt x="344" y="199"/>
                </a:lnTo>
                <a:lnTo>
                  <a:pt x="345" y="199"/>
                </a:lnTo>
                <a:lnTo>
                  <a:pt x="345" y="200"/>
                </a:lnTo>
                <a:lnTo>
                  <a:pt x="345" y="201"/>
                </a:lnTo>
                <a:lnTo>
                  <a:pt x="345" y="202"/>
                </a:lnTo>
                <a:lnTo>
                  <a:pt x="346" y="203"/>
                </a:lnTo>
                <a:lnTo>
                  <a:pt x="347" y="203"/>
                </a:lnTo>
                <a:lnTo>
                  <a:pt x="348" y="203"/>
                </a:lnTo>
                <a:lnTo>
                  <a:pt x="349" y="202"/>
                </a:lnTo>
                <a:lnTo>
                  <a:pt x="350" y="202"/>
                </a:lnTo>
                <a:lnTo>
                  <a:pt x="351" y="202"/>
                </a:lnTo>
                <a:lnTo>
                  <a:pt x="351" y="201"/>
                </a:lnTo>
                <a:lnTo>
                  <a:pt x="352" y="201"/>
                </a:lnTo>
                <a:lnTo>
                  <a:pt x="352" y="202"/>
                </a:lnTo>
                <a:lnTo>
                  <a:pt x="351" y="202"/>
                </a:lnTo>
                <a:lnTo>
                  <a:pt x="352" y="202"/>
                </a:lnTo>
                <a:lnTo>
                  <a:pt x="353" y="200"/>
                </a:lnTo>
                <a:lnTo>
                  <a:pt x="354" y="200"/>
                </a:lnTo>
                <a:lnTo>
                  <a:pt x="355" y="200"/>
                </a:lnTo>
                <a:lnTo>
                  <a:pt x="355" y="199"/>
                </a:lnTo>
                <a:lnTo>
                  <a:pt x="356" y="198"/>
                </a:lnTo>
                <a:lnTo>
                  <a:pt x="357" y="198"/>
                </a:lnTo>
                <a:lnTo>
                  <a:pt x="357" y="197"/>
                </a:lnTo>
                <a:lnTo>
                  <a:pt x="358" y="197"/>
                </a:lnTo>
                <a:lnTo>
                  <a:pt x="358" y="196"/>
                </a:lnTo>
                <a:lnTo>
                  <a:pt x="359" y="195"/>
                </a:lnTo>
                <a:lnTo>
                  <a:pt x="360" y="195"/>
                </a:lnTo>
                <a:lnTo>
                  <a:pt x="360" y="196"/>
                </a:lnTo>
                <a:lnTo>
                  <a:pt x="361" y="196"/>
                </a:lnTo>
                <a:lnTo>
                  <a:pt x="362" y="197"/>
                </a:lnTo>
                <a:lnTo>
                  <a:pt x="362" y="198"/>
                </a:lnTo>
                <a:lnTo>
                  <a:pt x="361" y="198"/>
                </a:lnTo>
                <a:lnTo>
                  <a:pt x="361" y="199"/>
                </a:lnTo>
                <a:lnTo>
                  <a:pt x="362" y="199"/>
                </a:lnTo>
                <a:lnTo>
                  <a:pt x="363" y="199"/>
                </a:lnTo>
                <a:lnTo>
                  <a:pt x="363" y="200"/>
                </a:lnTo>
                <a:lnTo>
                  <a:pt x="364" y="200"/>
                </a:lnTo>
                <a:lnTo>
                  <a:pt x="363" y="201"/>
                </a:lnTo>
                <a:lnTo>
                  <a:pt x="362" y="201"/>
                </a:lnTo>
                <a:lnTo>
                  <a:pt x="362" y="202"/>
                </a:lnTo>
                <a:lnTo>
                  <a:pt x="362" y="203"/>
                </a:lnTo>
                <a:lnTo>
                  <a:pt x="364" y="203"/>
                </a:lnTo>
                <a:lnTo>
                  <a:pt x="365" y="202"/>
                </a:lnTo>
                <a:lnTo>
                  <a:pt x="366" y="202"/>
                </a:lnTo>
                <a:lnTo>
                  <a:pt x="366" y="203"/>
                </a:lnTo>
                <a:lnTo>
                  <a:pt x="367" y="203"/>
                </a:lnTo>
                <a:lnTo>
                  <a:pt x="367" y="202"/>
                </a:lnTo>
                <a:lnTo>
                  <a:pt x="368" y="202"/>
                </a:lnTo>
                <a:lnTo>
                  <a:pt x="369" y="201"/>
                </a:lnTo>
                <a:lnTo>
                  <a:pt x="370" y="200"/>
                </a:lnTo>
                <a:lnTo>
                  <a:pt x="371" y="200"/>
                </a:lnTo>
                <a:lnTo>
                  <a:pt x="371" y="201"/>
                </a:lnTo>
                <a:lnTo>
                  <a:pt x="370" y="201"/>
                </a:lnTo>
                <a:lnTo>
                  <a:pt x="370" y="202"/>
                </a:lnTo>
                <a:lnTo>
                  <a:pt x="369" y="202"/>
                </a:lnTo>
                <a:lnTo>
                  <a:pt x="369" y="203"/>
                </a:lnTo>
                <a:lnTo>
                  <a:pt x="368" y="203"/>
                </a:lnTo>
                <a:lnTo>
                  <a:pt x="367" y="204"/>
                </a:lnTo>
                <a:lnTo>
                  <a:pt x="367" y="205"/>
                </a:lnTo>
                <a:lnTo>
                  <a:pt x="366" y="205"/>
                </a:lnTo>
                <a:lnTo>
                  <a:pt x="367" y="205"/>
                </a:lnTo>
                <a:lnTo>
                  <a:pt x="367" y="206"/>
                </a:lnTo>
                <a:lnTo>
                  <a:pt x="366" y="206"/>
                </a:lnTo>
                <a:lnTo>
                  <a:pt x="365" y="206"/>
                </a:lnTo>
                <a:lnTo>
                  <a:pt x="365" y="205"/>
                </a:lnTo>
                <a:lnTo>
                  <a:pt x="364" y="205"/>
                </a:lnTo>
                <a:lnTo>
                  <a:pt x="364" y="206"/>
                </a:lnTo>
                <a:lnTo>
                  <a:pt x="363" y="206"/>
                </a:lnTo>
                <a:lnTo>
                  <a:pt x="363" y="207"/>
                </a:lnTo>
                <a:lnTo>
                  <a:pt x="363" y="206"/>
                </a:lnTo>
                <a:lnTo>
                  <a:pt x="363" y="205"/>
                </a:lnTo>
                <a:lnTo>
                  <a:pt x="362" y="205"/>
                </a:lnTo>
                <a:lnTo>
                  <a:pt x="361" y="204"/>
                </a:lnTo>
                <a:lnTo>
                  <a:pt x="360" y="205"/>
                </a:lnTo>
                <a:lnTo>
                  <a:pt x="358" y="205"/>
                </a:lnTo>
                <a:lnTo>
                  <a:pt x="356" y="207"/>
                </a:lnTo>
                <a:lnTo>
                  <a:pt x="356" y="208"/>
                </a:lnTo>
                <a:lnTo>
                  <a:pt x="357" y="208"/>
                </a:lnTo>
                <a:lnTo>
                  <a:pt x="358" y="208"/>
                </a:lnTo>
                <a:lnTo>
                  <a:pt x="358" y="209"/>
                </a:lnTo>
                <a:lnTo>
                  <a:pt x="357" y="210"/>
                </a:lnTo>
                <a:lnTo>
                  <a:pt x="356" y="210"/>
                </a:lnTo>
                <a:lnTo>
                  <a:pt x="356" y="209"/>
                </a:lnTo>
                <a:lnTo>
                  <a:pt x="356" y="208"/>
                </a:lnTo>
                <a:lnTo>
                  <a:pt x="354" y="208"/>
                </a:lnTo>
                <a:lnTo>
                  <a:pt x="353" y="208"/>
                </a:lnTo>
                <a:lnTo>
                  <a:pt x="353" y="209"/>
                </a:lnTo>
                <a:lnTo>
                  <a:pt x="354" y="209"/>
                </a:lnTo>
                <a:lnTo>
                  <a:pt x="353" y="209"/>
                </a:lnTo>
                <a:lnTo>
                  <a:pt x="352" y="209"/>
                </a:lnTo>
                <a:lnTo>
                  <a:pt x="353" y="209"/>
                </a:lnTo>
                <a:lnTo>
                  <a:pt x="352" y="209"/>
                </a:lnTo>
                <a:lnTo>
                  <a:pt x="351" y="209"/>
                </a:lnTo>
                <a:lnTo>
                  <a:pt x="351" y="210"/>
                </a:lnTo>
                <a:lnTo>
                  <a:pt x="350" y="210"/>
                </a:lnTo>
                <a:lnTo>
                  <a:pt x="349" y="210"/>
                </a:lnTo>
                <a:lnTo>
                  <a:pt x="348" y="210"/>
                </a:lnTo>
                <a:lnTo>
                  <a:pt x="347" y="210"/>
                </a:lnTo>
                <a:lnTo>
                  <a:pt x="346" y="211"/>
                </a:lnTo>
                <a:lnTo>
                  <a:pt x="344" y="210"/>
                </a:lnTo>
                <a:lnTo>
                  <a:pt x="343" y="210"/>
                </a:lnTo>
                <a:lnTo>
                  <a:pt x="343" y="211"/>
                </a:lnTo>
                <a:lnTo>
                  <a:pt x="342" y="211"/>
                </a:lnTo>
                <a:lnTo>
                  <a:pt x="342" y="212"/>
                </a:lnTo>
                <a:lnTo>
                  <a:pt x="343" y="212"/>
                </a:lnTo>
                <a:lnTo>
                  <a:pt x="344" y="212"/>
                </a:lnTo>
                <a:lnTo>
                  <a:pt x="344" y="213"/>
                </a:lnTo>
                <a:lnTo>
                  <a:pt x="345" y="213"/>
                </a:lnTo>
                <a:lnTo>
                  <a:pt x="345" y="214"/>
                </a:lnTo>
                <a:lnTo>
                  <a:pt x="346" y="214"/>
                </a:lnTo>
                <a:lnTo>
                  <a:pt x="346" y="215"/>
                </a:lnTo>
                <a:lnTo>
                  <a:pt x="345" y="215"/>
                </a:lnTo>
                <a:lnTo>
                  <a:pt x="344" y="215"/>
                </a:lnTo>
                <a:lnTo>
                  <a:pt x="344" y="216"/>
                </a:lnTo>
                <a:lnTo>
                  <a:pt x="345" y="217"/>
                </a:lnTo>
                <a:lnTo>
                  <a:pt x="344" y="217"/>
                </a:lnTo>
                <a:lnTo>
                  <a:pt x="343" y="218"/>
                </a:lnTo>
                <a:lnTo>
                  <a:pt x="342" y="218"/>
                </a:lnTo>
                <a:lnTo>
                  <a:pt x="341" y="220"/>
                </a:lnTo>
                <a:lnTo>
                  <a:pt x="340" y="220"/>
                </a:lnTo>
                <a:lnTo>
                  <a:pt x="339" y="220"/>
                </a:lnTo>
                <a:lnTo>
                  <a:pt x="339" y="221"/>
                </a:lnTo>
                <a:lnTo>
                  <a:pt x="339" y="222"/>
                </a:lnTo>
                <a:lnTo>
                  <a:pt x="339" y="223"/>
                </a:lnTo>
                <a:lnTo>
                  <a:pt x="340" y="224"/>
                </a:lnTo>
                <a:lnTo>
                  <a:pt x="338" y="225"/>
                </a:lnTo>
                <a:lnTo>
                  <a:pt x="337" y="224"/>
                </a:lnTo>
                <a:lnTo>
                  <a:pt x="336" y="225"/>
                </a:lnTo>
                <a:lnTo>
                  <a:pt x="335" y="225"/>
                </a:lnTo>
                <a:lnTo>
                  <a:pt x="335" y="226"/>
                </a:lnTo>
                <a:lnTo>
                  <a:pt x="332" y="229"/>
                </a:lnTo>
                <a:lnTo>
                  <a:pt x="332" y="230"/>
                </a:lnTo>
                <a:lnTo>
                  <a:pt x="331" y="231"/>
                </a:lnTo>
                <a:lnTo>
                  <a:pt x="331" y="232"/>
                </a:lnTo>
                <a:lnTo>
                  <a:pt x="331" y="233"/>
                </a:lnTo>
                <a:lnTo>
                  <a:pt x="331" y="235"/>
                </a:lnTo>
                <a:lnTo>
                  <a:pt x="330" y="236"/>
                </a:lnTo>
                <a:lnTo>
                  <a:pt x="329" y="237"/>
                </a:lnTo>
                <a:lnTo>
                  <a:pt x="330" y="237"/>
                </a:lnTo>
                <a:lnTo>
                  <a:pt x="330" y="236"/>
                </a:lnTo>
                <a:lnTo>
                  <a:pt x="331" y="236"/>
                </a:lnTo>
                <a:lnTo>
                  <a:pt x="331" y="235"/>
                </a:lnTo>
                <a:lnTo>
                  <a:pt x="331" y="234"/>
                </a:lnTo>
                <a:lnTo>
                  <a:pt x="331" y="233"/>
                </a:lnTo>
                <a:lnTo>
                  <a:pt x="332" y="232"/>
                </a:lnTo>
                <a:lnTo>
                  <a:pt x="333" y="231"/>
                </a:lnTo>
                <a:lnTo>
                  <a:pt x="334" y="231"/>
                </a:lnTo>
                <a:lnTo>
                  <a:pt x="335" y="231"/>
                </a:lnTo>
                <a:lnTo>
                  <a:pt x="335" y="232"/>
                </a:lnTo>
                <a:lnTo>
                  <a:pt x="335" y="233"/>
                </a:lnTo>
                <a:lnTo>
                  <a:pt x="337" y="234"/>
                </a:lnTo>
                <a:lnTo>
                  <a:pt x="338" y="234"/>
                </a:lnTo>
                <a:lnTo>
                  <a:pt x="338" y="233"/>
                </a:lnTo>
                <a:lnTo>
                  <a:pt x="339" y="233"/>
                </a:lnTo>
                <a:lnTo>
                  <a:pt x="339" y="234"/>
                </a:lnTo>
                <a:lnTo>
                  <a:pt x="340" y="234"/>
                </a:lnTo>
                <a:lnTo>
                  <a:pt x="340" y="235"/>
                </a:lnTo>
                <a:lnTo>
                  <a:pt x="341" y="236"/>
                </a:lnTo>
                <a:lnTo>
                  <a:pt x="342" y="236"/>
                </a:lnTo>
                <a:lnTo>
                  <a:pt x="342" y="235"/>
                </a:lnTo>
                <a:lnTo>
                  <a:pt x="345" y="237"/>
                </a:lnTo>
                <a:lnTo>
                  <a:pt x="346" y="237"/>
                </a:lnTo>
                <a:lnTo>
                  <a:pt x="346" y="236"/>
                </a:lnTo>
                <a:lnTo>
                  <a:pt x="347" y="236"/>
                </a:lnTo>
                <a:lnTo>
                  <a:pt x="348" y="236"/>
                </a:lnTo>
                <a:lnTo>
                  <a:pt x="349" y="236"/>
                </a:lnTo>
                <a:lnTo>
                  <a:pt x="349" y="237"/>
                </a:lnTo>
                <a:lnTo>
                  <a:pt x="350" y="237"/>
                </a:lnTo>
                <a:lnTo>
                  <a:pt x="350" y="238"/>
                </a:lnTo>
                <a:lnTo>
                  <a:pt x="349" y="238"/>
                </a:lnTo>
                <a:lnTo>
                  <a:pt x="349" y="241"/>
                </a:lnTo>
                <a:lnTo>
                  <a:pt x="349" y="242"/>
                </a:lnTo>
                <a:lnTo>
                  <a:pt x="348" y="243"/>
                </a:lnTo>
                <a:lnTo>
                  <a:pt x="347" y="243"/>
                </a:lnTo>
                <a:lnTo>
                  <a:pt x="347" y="244"/>
                </a:lnTo>
                <a:lnTo>
                  <a:pt x="347" y="245"/>
                </a:lnTo>
                <a:lnTo>
                  <a:pt x="347" y="247"/>
                </a:lnTo>
                <a:lnTo>
                  <a:pt x="346" y="247"/>
                </a:lnTo>
                <a:lnTo>
                  <a:pt x="346" y="248"/>
                </a:lnTo>
                <a:lnTo>
                  <a:pt x="345" y="248"/>
                </a:lnTo>
                <a:lnTo>
                  <a:pt x="344" y="248"/>
                </a:lnTo>
                <a:lnTo>
                  <a:pt x="343" y="248"/>
                </a:lnTo>
                <a:lnTo>
                  <a:pt x="342" y="248"/>
                </a:lnTo>
                <a:lnTo>
                  <a:pt x="342" y="249"/>
                </a:lnTo>
                <a:lnTo>
                  <a:pt x="341" y="250"/>
                </a:lnTo>
                <a:lnTo>
                  <a:pt x="341" y="251"/>
                </a:lnTo>
                <a:lnTo>
                  <a:pt x="340" y="253"/>
                </a:lnTo>
                <a:lnTo>
                  <a:pt x="341" y="254"/>
                </a:lnTo>
                <a:lnTo>
                  <a:pt x="341" y="255"/>
                </a:lnTo>
                <a:lnTo>
                  <a:pt x="340" y="256"/>
                </a:lnTo>
                <a:lnTo>
                  <a:pt x="340" y="257"/>
                </a:lnTo>
                <a:lnTo>
                  <a:pt x="340" y="258"/>
                </a:lnTo>
                <a:lnTo>
                  <a:pt x="340" y="259"/>
                </a:lnTo>
                <a:lnTo>
                  <a:pt x="341" y="260"/>
                </a:lnTo>
                <a:lnTo>
                  <a:pt x="341" y="261"/>
                </a:lnTo>
                <a:lnTo>
                  <a:pt x="340" y="261"/>
                </a:lnTo>
                <a:lnTo>
                  <a:pt x="341" y="262"/>
                </a:lnTo>
                <a:lnTo>
                  <a:pt x="342" y="263"/>
                </a:lnTo>
                <a:lnTo>
                  <a:pt x="342" y="264"/>
                </a:lnTo>
                <a:lnTo>
                  <a:pt x="341" y="264"/>
                </a:lnTo>
                <a:lnTo>
                  <a:pt x="341" y="265"/>
                </a:lnTo>
                <a:lnTo>
                  <a:pt x="340" y="265"/>
                </a:lnTo>
                <a:lnTo>
                  <a:pt x="340" y="266"/>
                </a:lnTo>
                <a:lnTo>
                  <a:pt x="340" y="267"/>
                </a:lnTo>
                <a:lnTo>
                  <a:pt x="339" y="267"/>
                </a:lnTo>
                <a:lnTo>
                  <a:pt x="339" y="268"/>
                </a:lnTo>
                <a:lnTo>
                  <a:pt x="339" y="269"/>
                </a:lnTo>
                <a:lnTo>
                  <a:pt x="339" y="270"/>
                </a:lnTo>
                <a:lnTo>
                  <a:pt x="338" y="270"/>
                </a:lnTo>
                <a:lnTo>
                  <a:pt x="337" y="270"/>
                </a:lnTo>
                <a:lnTo>
                  <a:pt x="335" y="270"/>
                </a:lnTo>
                <a:lnTo>
                  <a:pt x="332" y="270"/>
                </a:lnTo>
                <a:lnTo>
                  <a:pt x="332" y="271"/>
                </a:lnTo>
                <a:lnTo>
                  <a:pt x="331" y="271"/>
                </a:lnTo>
                <a:lnTo>
                  <a:pt x="330" y="271"/>
                </a:lnTo>
                <a:lnTo>
                  <a:pt x="329" y="271"/>
                </a:lnTo>
                <a:lnTo>
                  <a:pt x="328" y="271"/>
                </a:lnTo>
                <a:lnTo>
                  <a:pt x="329" y="272"/>
                </a:lnTo>
                <a:lnTo>
                  <a:pt x="328" y="272"/>
                </a:lnTo>
                <a:lnTo>
                  <a:pt x="327" y="272"/>
                </a:lnTo>
                <a:lnTo>
                  <a:pt x="327" y="273"/>
                </a:lnTo>
                <a:lnTo>
                  <a:pt x="327" y="274"/>
                </a:lnTo>
                <a:lnTo>
                  <a:pt x="327" y="275"/>
                </a:lnTo>
                <a:lnTo>
                  <a:pt x="327" y="274"/>
                </a:lnTo>
                <a:lnTo>
                  <a:pt x="328" y="275"/>
                </a:lnTo>
                <a:lnTo>
                  <a:pt x="327" y="275"/>
                </a:lnTo>
                <a:lnTo>
                  <a:pt x="327" y="276"/>
                </a:lnTo>
                <a:lnTo>
                  <a:pt x="328" y="276"/>
                </a:lnTo>
                <a:lnTo>
                  <a:pt x="329" y="276"/>
                </a:lnTo>
                <a:lnTo>
                  <a:pt x="330" y="277"/>
                </a:lnTo>
                <a:lnTo>
                  <a:pt x="331" y="276"/>
                </a:lnTo>
                <a:lnTo>
                  <a:pt x="333" y="277"/>
                </a:lnTo>
                <a:lnTo>
                  <a:pt x="333" y="276"/>
                </a:lnTo>
                <a:lnTo>
                  <a:pt x="333" y="277"/>
                </a:lnTo>
                <a:lnTo>
                  <a:pt x="334" y="278"/>
                </a:lnTo>
                <a:lnTo>
                  <a:pt x="333" y="279"/>
                </a:lnTo>
                <a:lnTo>
                  <a:pt x="333" y="280"/>
                </a:lnTo>
                <a:lnTo>
                  <a:pt x="333" y="281"/>
                </a:lnTo>
                <a:lnTo>
                  <a:pt x="334" y="281"/>
                </a:lnTo>
                <a:lnTo>
                  <a:pt x="335" y="281"/>
                </a:lnTo>
                <a:lnTo>
                  <a:pt x="336" y="281"/>
                </a:lnTo>
                <a:lnTo>
                  <a:pt x="337" y="281"/>
                </a:lnTo>
                <a:lnTo>
                  <a:pt x="338" y="281"/>
                </a:lnTo>
                <a:lnTo>
                  <a:pt x="338" y="280"/>
                </a:lnTo>
                <a:lnTo>
                  <a:pt x="338" y="281"/>
                </a:lnTo>
                <a:lnTo>
                  <a:pt x="338" y="282"/>
                </a:lnTo>
                <a:lnTo>
                  <a:pt x="339" y="283"/>
                </a:lnTo>
                <a:lnTo>
                  <a:pt x="339" y="282"/>
                </a:lnTo>
                <a:lnTo>
                  <a:pt x="340" y="283"/>
                </a:lnTo>
                <a:lnTo>
                  <a:pt x="340" y="284"/>
                </a:lnTo>
                <a:lnTo>
                  <a:pt x="340" y="285"/>
                </a:lnTo>
                <a:lnTo>
                  <a:pt x="340" y="286"/>
                </a:lnTo>
                <a:lnTo>
                  <a:pt x="339" y="287"/>
                </a:lnTo>
                <a:lnTo>
                  <a:pt x="339" y="288"/>
                </a:lnTo>
                <a:lnTo>
                  <a:pt x="340" y="288"/>
                </a:lnTo>
                <a:lnTo>
                  <a:pt x="339" y="289"/>
                </a:lnTo>
                <a:lnTo>
                  <a:pt x="339" y="290"/>
                </a:lnTo>
                <a:lnTo>
                  <a:pt x="340" y="290"/>
                </a:lnTo>
                <a:lnTo>
                  <a:pt x="341" y="290"/>
                </a:lnTo>
                <a:lnTo>
                  <a:pt x="341" y="291"/>
                </a:lnTo>
                <a:lnTo>
                  <a:pt x="340" y="291"/>
                </a:lnTo>
                <a:lnTo>
                  <a:pt x="339" y="291"/>
                </a:lnTo>
                <a:lnTo>
                  <a:pt x="340" y="293"/>
                </a:lnTo>
                <a:lnTo>
                  <a:pt x="341" y="293"/>
                </a:lnTo>
                <a:lnTo>
                  <a:pt x="342" y="293"/>
                </a:lnTo>
                <a:lnTo>
                  <a:pt x="343" y="293"/>
                </a:lnTo>
                <a:lnTo>
                  <a:pt x="343" y="292"/>
                </a:lnTo>
                <a:lnTo>
                  <a:pt x="343" y="293"/>
                </a:lnTo>
                <a:lnTo>
                  <a:pt x="342" y="295"/>
                </a:lnTo>
                <a:lnTo>
                  <a:pt x="341" y="295"/>
                </a:lnTo>
                <a:lnTo>
                  <a:pt x="340" y="296"/>
                </a:lnTo>
                <a:lnTo>
                  <a:pt x="340" y="297"/>
                </a:lnTo>
                <a:lnTo>
                  <a:pt x="340" y="296"/>
                </a:lnTo>
                <a:lnTo>
                  <a:pt x="341" y="296"/>
                </a:lnTo>
                <a:lnTo>
                  <a:pt x="342" y="297"/>
                </a:lnTo>
                <a:lnTo>
                  <a:pt x="343" y="296"/>
                </a:lnTo>
                <a:lnTo>
                  <a:pt x="344" y="297"/>
                </a:lnTo>
                <a:lnTo>
                  <a:pt x="344" y="298"/>
                </a:lnTo>
                <a:lnTo>
                  <a:pt x="344" y="299"/>
                </a:lnTo>
                <a:lnTo>
                  <a:pt x="344" y="300"/>
                </a:lnTo>
                <a:lnTo>
                  <a:pt x="344" y="301"/>
                </a:lnTo>
                <a:lnTo>
                  <a:pt x="344" y="302"/>
                </a:lnTo>
                <a:lnTo>
                  <a:pt x="345" y="302"/>
                </a:lnTo>
                <a:lnTo>
                  <a:pt x="344" y="302"/>
                </a:lnTo>
                <a:lnTo>
                  <a:pt x="345" y="302"/>
                </a:lnTo>
                <a:lnTo>
                  <a:pt x="344" y="302"/>
                </a:lnTo>
                <a:lnTo>
                  <a:pt x="344" y="303"/>
                </a:lnTo>
                <a:lnTo>
                  <a:pt x="344" y="302"/>
                </a:lnTo>
                <a:lnTo>
                  <a:pt x="343" y="303"/>
                </a:lnTo>
                <a:lnTo>
                  <a:pt x="342" y="303"/>
                </a:lnTo>
                <a:lnTo>
                  <a:pt x="341" y="304"/>
                </a:lnTo>
                <a:lnTo>
                  <a:pt x="342" y="304"/>
                </a:lnTo>
                <a:lnTo>
                  <a:pt x="343" y="304"/>
                </a:lnTo>
                <a:lnTo>
                  <a:pt x="344" y="304"/>
                </a:lnTo>
                <a:lnTo>
                  <a:pt x="344" y="303"/>
                </a:lnTo>
                <a:lnTo>
                  <a:pt x="344" y="304"/>
                </a:lnTo>
                <a:lnTo>
                  <a:pt x="343" y="305"/>
                </a:lnTo>
                <a:lnTo>
                  <a:pt x="342" y="306"/>
                </a:lnTo>
                <a:lnTo>
                  <a:pt x="341" y="306"/>
                </a:lnTo>
                <a:lnTo>
                  <a:pt x="340" y="305"/>
                </a:lnTo>
                <a:lnTo>
                  <a:pt x="339" y="306"/>
                </a:lnTo>
                <a:lnTo>
                  <a:pt x="338" y="306"/>
                </a:lnTo>
                <a:lnTo>
                  <a:pt x="338" y="305"/>
                </a:lnTo>
                <a:lnTo>
                  <a:pt x="339" y="305"/>
                </a:lnTo>
                <a:lnTo>
                  <a:pt x="339" y="304"/>
                </a:lnTo>
                <a:lnTo>
                  <a:pt x="339" y="303"/>
                </a:lnTo>
                <a:lnTo>
                  <a:pt x="338" y="303"/>
                </a:lnTo>
                <a:lnTo>
                  <a:pt x="338" y="302"/>
                </a:lnTo>
                <a:lnTo>
                  <a:pt x="337" y="302"/>
                </a:lnTo>
                <a:lnTo>
                  <a:pt x="338" y="301"/>
                </a:lnTo>
                <a:lnTo>
                  <a:pt x="338" y="302"/>
                </a:lnTo>
                <a:lnTo>
                  <a:pt x="338" y="301"/>
                </a:lnTo>
                <a:lnTo>
                  <a:pt x="339" y="301"/>
                </a:lnTo>
                <a:lnTo>
                  <a:pt x="338" y="301"/>
                </a:lnTo>
                <a:lnTo>
                  <a:pt x="338" y="300"/>
                </a:lnTo>
                <a:lnTo>
                  <a:pt x="338" y="299"/>
                </a:lnTo>
                <a:lnTo>
                  <a:pt x="338" y="298"/>
                </a:lnTo>
                <a:lnTo>
                  <a:pt x="337" y="298"/>
                </a:lnTo>
                <a:lnTo>
                  <a:pt x="338" y="297"/>
                </a:lnTo>
                <a:lnTo>
                  <a:pt x="338" y="296"/>
                </a:lnTo>
                <a:lnTo>
                  <a:pt x="338" y="295"/>
                </a:lnTo>
                <a:lnTo>
                  <a:pt x="338" y="294"/>
                </a:lnTo>
                <a:lnTo>
                  <a:pt x="337" y="294"/>
                </a:lnTo>
                <a:lnTo>
                  <a:pt x="336" y="293"/>
                </a:lnTo>
                <a:lnTo>
                  <a:pt x="335" y="294"/>
                </a:lnTo>
                <a:lnTo>
                  <a:pt x="335" y="296"/>
                </a:lnTo>
                <a:lnTo>
                  <a:pt x="335" y="295"/>
                </a:lnTo>
                <a:lnTo>
                  <a:pt x="334" y="295"/>
                </a:lnTo>
                <a:lnTo>
                  <a:pt x="333" y="295"/>
                </a:lnTo>
                <a:lnTo>
                  <a:pt x="334" y="295"/>
                </a:lnTo>
                <a:lnTo>
                  <a:pt x="334" y="296"/>
                </a:lnTo>
                <a:lnTo>
                  <a:pt x="333" y="296"/>
                </a:lnTo>
                <a:lnTo>
                  <a:pt x="333" y="297"/>
                </a:lnTo>
                <a:lnTo>
                  <a:pt x="334" y="297"/>
                </a:lnTo>
                <a:lnTo>
                  <a:pt x="334" y="298"/>
                </a:lnTo>
                <a:lnTo>
                  <a:pt x="335" y="298"/>
                </a:lnTo>
                <a:lnTo>
                  <a:pt x="335" y="297"/>
                </a:lnTo>
                <a:lnTo>
                  <a:pt x="336" y="297"/>
                </a:lnTo>
                <a:lnTo>
                  <a:pt x="336" y="298"/>
                </a:lnTo>
                <a:lnTo>
                  <a:pt x="335" y="298"/>
                </a:lnTo>
                <a:lnTo>
                  <a:pt x="336" y="298"/>
                </a:lnTo>
                <a:lnTo>
                  <a:pt x="337" y="299"/>
                </a:lnTo>
                <a:lnTo>
                  <a:pt x="336" y="300"/>
                </a:lnTo>
                <a:lnTo>
                  <a:pt x="336" y="301"/>
                </a:lnTo>
                <a:lnTo>
                  <a:pt x="335" y="301"/>
                </a:lnTo>
                <a:lnTo>
                  <a:pt x="334" y="302"/>
                </a:lnTo>
                <a:lnTo>
                  <a:pt x="334" y="303"/>
                </a:lnTo>
                <a:lnTo>
                  <a:pt x="333" y="304"/>
                </a:lnTo>
                <a:lnTo>
                  <a:pt x="333" y="303"/>
                </a:lnTo>
                <a:lnTo>
                  <a:pt x="333" y="302"/>
                </a:lnTo>
                <a:lnTo>
                  <a:pt x="332" y="302"/>
                </a:lnTo>
                <a:lnTo>
                  <a:pt x="331" y="302"/>
                </a:lnTo>
                <a:lnTo>
                  <a:pt x="330" y="303"/>
                </a:lnTo>
                <a:lnTo>
                  <a:pt x="329" y="303"/>
                </a:lnTo>
                <a:lnTo>
                  <a:pt x="330" y="303"/>
                </a:lnTo>
                <a:lnTo>
                  <a:pt x="329" y="303"/>
                </a:lnTo>
                <a:lnTo>
                  <a:pt x="329" y="302"/>
                </a:lnTo>
                <a:lnTo>
                  <a:pt x="330" y="302"/>
                </a:lnTo>
                <a:lnTo>
                  <a:pt x="330" y="301"/>
                </a:lnTo>
                <a:lnTo>
                  <a:pt x="331" y="301"/>
                </a:lnTo>
                <a:lnTo>
                  <a:pt x="331" y="300"/>
                </a:lnTo>
                <a:lnTo>
                  <a:pt x="331" y="299"/>
                </a:lnTo>
                <a:lnTo>
                  <a:pt x="330" y="298"/>
                </a:lnTo>
                <a:lnTo>
                  <a:pt x="329" y="297"/>
                </a:lnTo>
                <a:lnTo>
                  <a:pt x="329" y="295"/>
                </a:lnTo>
                <a:lnTo>
                  <a:pt x="330" y="294"/>
                </a:lnTo>
                <a:lnTo>
                  <a:pt x="330" y="293"/>
                </a:lnTo>
                <a:lnTo>
                  <a:pt x="330" y="294"/>
                </a:lnTo>
                <a:lnTo>
                  <a:pt x="330" y="293"/>
                </a:lnTo>
                <a:lnTo>
                  <a:pt x="329" y="294"/>
                </a:lnTo>
                <a:lnTo>
                  <a:pt x="328" y="294"/>
                </a:lnTo>
                <a:lnTo>
                  <a:pt x="327" y="294"/>
                </a:lnTo>
                <a:lnTo>
                  <a:pt x="326" y="294"/>
                </a:lnTo>
                <a:lnTo>
                  <a:pt x="326" y="295"/>
                </a:lnTo>
                <a:lnTo>
                  <a:pt x="325" y="296"/>
                </a:lnTo>
                <a:lnTo>
                  <a:pt x="324" y="296"/>
                </a:lnTo>
                <a:lnTo>
                  <a:pt x="325" y="296"/>
                </a:lnTo>
                <a:lnTo>
                  <a:pt x="325" y="295"/>
                </a:lnTo>
                <a:lnTo>
                  <a:pt x="325" y="294"/>
                </a:lnTo>
                <a:lnTo>
                  <a:pt x="325" y="293"/>
                </a:lnTo>
                <a:lnTo>
                  <a:pt x="325" y="292"/>
                </a:lnTo>
                <a:lnTo>
                  <a:pt x="326" y="292"/>
                </a:lnTo>
                <a:lnTo>
                  <a:pt x="326" y="290"/>
                </a:lnTo>
                <a:lnTo>
                  <a:pt x="326" y="289"/>
                </a:lnTo>
                <a:lnTo>
                  <a:pt x="325" y="289"/>
                </a:lnTo>
                <a:lnTo>
                  <a:pt x="324" y="289"/>
                </a:lnTo>
                <a:lnTo>
                  <a:pt x="323" y="290"/>
                </a:lnTo>
                <a:lnTo>
                  <a:pt x="321" y="289"/>
                </a:lnTo>
                <a:lnTo>
                  <a:pt x="322" y="288"/>
                </a:lnTo>
                <a:lnTo>
                  <a:pt x="321" y="288"/>
                </a:lnTo>
                <a:lnTo>
                  <a:pt x="320" y="288"/>
                </a:lnTo>
                <a:lnTo>
                  <a:pt x="320" y="287"/>
                </a:lnTo>
                <a:lnTo>
                  <a:pt x="319" y="287"/>
                </a:lnTo>
                <a:lnTo>
                  <a:pt x="318" y="287"/>
                </a:lnTo>
                <a:lnTo>
                  <a:pt x="317" y="286"/>
                </a:lnTo>
                <a:lnTo>
                  <a:pt x="317" y="285"/>
                </a:lnTo>
                <a:lnTo>
                  <a:pt x="318" y="284"/>
                </a:lnTo>
                <a:lnTo>
                  <a:pt x="317" y="284"/>
                </a:lnTo>
                <a:lnTo>
                  <a:pt x="317" y="285"/>
                </a:lnTo>
                <a:lnTo>
                  <a:pt x="316" y="285"/>
                </a:lnTo>
                <a:lnTo>
                  <a:pt x="316" y="286"/>
                </a:lnTo>
                <a:lnTo>
                  <a:pt x="316" y="287"/>
                </a:lnTo>
                <a:lnTo>
                  <a:pt x="316" y="288"/>
                </a:lnTo>
                <a:lnTo>
                  <a:pt x="316" y="289"/>
                </a:lnTo>
                <a:lnTo>
                  <a:pt x="315" y="290"/>
                </a:lnTo>
                <a:lnTo>
                  <a:pt x="315" y="291"/>
                </a:lnTo>
                <a:lnTo>
                  <a:pt x="315" y="292"/>
                </a:lnTo>
                <a:lnTo>
                  <a:pt x="315" y="293"/>
                </a:lnTo>
                <a:lnTo>
                  <a:pt x="315" y="294"/>
                </a:lnTo>
                <a:lnTo>
                  <a:pt x="315" y="295"/>
                </a:lnTo>
                <a:lnTo>
                  <a:pt x="316" y="295"/>
                </a:lnTo>
                <a:lnTo>
                  <a:pt x="316" y="296"/>
                </a:lnTo>
                <a:lnTo>
                  <a:pt x="315" y="296"/>
                </a:lnTo>
                <a:lnTo>
                  <a:pt x="314" y="296"/>
                </a:lnTo>
                <a:lnTo>
                  <a:pt x="313" y="298"/>
                </a:lnTo>
                <a:lnTo>
                  <a:pt x="312" y="298"/>
                </a:lnTo>
                <a:lnTo>
                  <a:pt x="310" y="298"/>
                </a:lnTo>
                <a:lnTo>
                  <a:pt x="311" y="296"/>
                </a:lnTo>
                <a:lnTo>
                  <a:pt x="310" y="296"/>
                </a:lnTo>
                <a:lnTo>
                  <a:pt x="309" y="296"/>
                </a:lnTo>
                <a:lnTo>
                  <a:pt x="309" y="295"/>
                </a:lnTo>
                <a:lnTo>
                  <a:pt x="309" y="294"/>
                </a:lnTo>
                <a:lnTo>
                  <a:pt x="309" y="293"/>
                </a:lnTo>
                <a:lnTo>
                  <a:pt x="309" y="292"/>
                </a:lnTo>
                <a:lnTo>
                  <a:pt x="310" y="292"/>
                </a:lnTo>
                <a:lnTo>
                  <a:pt x="310" y="291"/>
                </a:lnTo>
                <a:lnTo>
                  <a:pt x="309" y="291"/>
                </a:lnTo>
                <a:lnTo>
                  <a:pt x="308" y="291"/>
                </a:lnTo>
                <a:lnTo>
                  <a:pt x="309" y="290"/>
                </a:lnTo>
                <a:lnTo>
                  <a:pt x="309" y="289"/>
                </a:lnTo>
                <a:lnTo>
                  <a:pt x="308" y="289"/>
                </a:lnTo>
                <a:lnTo>
                  <a:pt x="308" y="290"/>
                </a:lnTo>
                <a:lnTo>
                  <a:pt x="307" y="291"/>
                </a:lnTo>
                <a:lnTo>
                  <a:pt x="306" y="292"/>
                </a:lnTo>
                <a:lnTo>
                  <a:pt x="305" y="292"/>
                </a:lnTo>
                <a:lnTo>
                  <a:pt x="304" y="292"/>
                </a:lnTo>
                <a:lnTo>
                  <a:pt x="304" y="293"/>
                </a:lnTo>
                <a:lnTo>
                  <a:pt x="302" y="293"/>
                </a:lnTo>
                <a:lnTo>
                  <a:pt x="302" y="294"/>
                </a:lnTo>
                <a:lnTo>
                  <a:pt x="301" y="294"/>
                </a:lnTo>
                <a:lnTo>
                  <a:pt x="300" y="294"/>
                </a:lnTo>
                <a:lnTo>
                  <a:pt x="299" y="295"/>
                </a:lnTo>
                <a:lnTo>
                  <a:pt x="298" y="296"/>
                </a:lnTo>
                <a:lnTo>
                  <a:pt x="298" y="297"/>
                </a:lnTo>
                <a:lnTo>
                  <a:pt x="297" y="298"/>
                </a:lnTo>
                <a:lnTo>
                  <a:pt x="298" y="298"/>
                </a:lnTo>
                <a:lnTo>
                  <a:pt x="297" y="299"/>
                </a:lnTo>
                <a:lnTo>
                  <a:pt x="296" y="299"/>
                </a:lnTo>
                <a:lnTo>
                  <a:pt x="296" y="300"/>
                </a:lnTo>
                <a:lnTo>
                  <a:pt x="297" y="301"/>
                </a:lnTo>
                <a:lnTo>
                  <a:pt x="298" y="301"/>
                </a:lnTo>
                <a:lnTo>
                  <a:pt x="298" y="302"/>
                </a:lnTo>
                <a:lnTo>
                  <a:pt x="300" y="302"/>
                </a:lnTo>
                <a:lnTo>
                  <a:pt x="301" y="302"/>
                </a:lnTo>
                <a:lnTo>
                  <a:pt x="303" y="303"/>
                </a:lnTo>
                <a:lnTo>
                  <a:pt x="303" y="304"/>
                </a:lnTo>
                <a:lnTo>
                  <a:pt x="304" y="304"/>
                </a:lnTo>
                <a:lnTo>
                  <a:pt x="303" y="304"/>
                </a:lnTo>
                <a:lnTo>
                  <a:pt x="303" y="303"/>
                </a:lnTo>
                <a:lnTo>
                  <a:pt x="304" y="303"/>
                </a:lnTo>
                <a:lnTo>
                  <a:pt x="304" y="304"/>
                </a:lnTo>
                <a:lnTo>
                  <a:pt x="305" y="304"/>
                </a:lnTo>
                <a:lnTo>
                  <a:pt x="304" y="305"/>
                </a:lnTo>
                <a:lnTo>
                  <a:pt x="305" y="306"/>
                </a:lnTo>
                <a:lnTo>
                  <a:pt x="305" y="307"/>
                </a:lnTo>
                <a:lnTo>
                  <a:pt x="306" y="308"/>
                </a:lnTo>
                <a:lnTo>
                  <a:pt x="306" y="307"/>
                </a:lnTo>
                <a:lnTo>
                  <a:pt x="306" y="308"/>
                </a:lnTo>
                <a:lnTo>
                  <a:pt x="306" y="309"/>
                </a:lnTo>
                <a:lnTo>
                  <a:pt x="307" y="310"/>
                </a:lnTo>
                <a:lnTo>
                  <a:pt x="308" y="309"/>
                </a:lnTo>
                <a:lnTo>
                  <a:pt x="308" y="308"/>
                </a:lnTo>
                <a:lnTo>
                  <a:pt x="308" y="307"/>
                </a:lnTo>
                <a:lnTo>
                  <a:pt x="308" y="308"/>
                </a:lnTo>
                <a:lnTo>
                  <a:pt x="309" y="308"/>
                </a:lnTo>
                <a:lnTo>
                  <a:pt x="310" y="309"/>
                </a:lnTo>
                <a:lnTo>
                  <a:pt x="311" y="308"/>
                </a:lnTo>
                <a:lnTo>
                  <a:pt x="311" y="307"/>
                </a:lnTo>
                <a:lnTo>
                  <a:pt x="312" y="308"/>
                </a:lnTo>
                <a:lnTo>
                  <a:pt x="312" y="309"/>
                </a:lnTo>
                <a:lnTo>
                  <a:pt x="313" y="310"/>
                </a:lnTo>
                <a:lnTo>
                  <a:pt x="314" y="311"/>
                </a:lnTo>
                <a:lnTo>
                  <a:pt x="315" y="311"/>
                </a:lnTo>
                <a:lnTo>
                  <a:pt x="315" y="312"/>
                </a:lnTo>
                <a:lnTo>
                  <a:pt x="316" y="313"/>
                </a:lnTo>
                <a:lnTo>
                  <a:pt x="317" y="313"/>
                </a:lnTo>
                <a:lnTo>
                  <a:pt x="318" y="313"/>
                </a:lnTo>
                <a:lnTo>
                  <a:pt x="319" y="313"/>
                </a:lnTo>
                <a:lnTo>
                  <a:pt x="318" y="314"/>
                </a:lnTo>
                <a:lnTo>
                  <a:pt x="318" y="315"/>
                </a:lnTo>
                <a:lnTo>
                  <a:pt x="317" y="315"/>
                </a:lnTo>
                <a:lnTo>
                  <a:pt x="315" y="316"/>
                </a:lnTo>
                <a:lnTo>
                  <a:pt x="315" y="317"/>
                </a:lnTo>
                <a:lnTo>
                  <a:pt x="315" y="316"/>
                </a:lnTo>
                <a:lnTo>
                  <a:pt x="314" y="316"/>
                </a:lnTo>
                <a:lnTo>
                  <a:pt x="313" y="316"/>
                </a:lnTo>
                <a:lnTo>
                  <a:pt x="312" y="316"/>
                </a:lnTo>
                <a:lnTo>
                  <a:pt x="311" y="316"/>
                </a:lnTo>
                <a:lnTo>
                  <a:pt x="311" y="317"/>
                </a:lnTo>
                <a:lnTo>
                  <a:pt x="312" y="319"/>
                </a:lnTo>
                <a:lnTo>
                  <a:pt x="312" y="320"/>
                </a:lnTo>
                <a:lnTo>
                  <a:pt x="312" y="321"/>
                </a:lnTo>
                <a:lnTo>
                  <a:pt x="311" y="322"/>
                </a:lnTo>
                <a:lnTo>
                  <a:pt x="310" y="322"/>
                </a:lnTo>
                <a:lnTo>
                  <a:pt x="310" y="323"/>
                </a:lnTo>
                <a:lnTo>
                  <a:pt x="309" y="322"/>
                </a:lnTo>
                <a:lnTo>
                  <a:pt x="308" y="322"/>
                </a:lnTo>
                <a:lnTo>
                  <a:pt x="307" y="322"/>
                </a:lnTo>
                <a:lnTo>
                  <a:pt x="307" y="321"/>
                </a:lnTo>
                <a:lnTo>
                  <a:pt x="306" y="321"/>
                </a:lnTo>
                <a:lnTo>
                  <a:pt x="305" y="321"/>
                </a:lnTo>
                <a:lnTo>
                  <a:pt x="304" y="321"/>
                </a:lnTo>
                <a:lnTo>
                  <a:pt x="302" y="322"/>
                </a:lnTo>
                <a:lnTo>
                  <a:pt x="301" y="322"/>
                </a:lnTo>
                <a:lnTo>
                  <a:pt x="300" y="321"/>
                </a:lnTo>
                <a:lnTo>
                  <a:pt x="300" y="320"/>
                </a:lnTo>
                <a:lnTo>
                  <a:pt x="299" y="320"/>
                </a:lnTo>
                <a:lnTo>
                  <a:pt x="298" y="319"/>
                </a:lnTo>
                <a:lnTo>
                  <a:pt x="298" y="318"/>
                </a:lnTo>
                <a:lnTo>
                  <a:pt x="299" y="317"/>
                </a:lnTo>
                <a:lnTo>
                  <a:pt x="298" y="316"/>
                </a:lnTo>
                <a:lnTo>
                  <a:pt x="298" y="317"/>
                </a:lnTo>
                <a:lnTo>
                  <a:pt x="297" y="316"/>
                </a:lnTo>
                <a:lnTo>
                  <a:pt x="296" y="316"/>
                </a:lnTo>
                <a:lnTo>
                  <a:pt x="296" y="317"/>
                </a:lnTo>
                <a:lnTo>
                  <a:pt x="296" y="318"/>
                </a:lnTo>
                <a:lnTo>
                  <a:pt x="295" y="318"/>
                </a:lnTo>
                <a:lnTo>
                  <a:pt x="295" y="319"/>
                </a:lnTo>
                <a:lnTo>
                  <a:pt x="294" y="320"/>
                </a:lnTo>
                <a:lnTo>
                  <a:pt x="295" y="322"/>
                </a:lnTo>
                <a:lnTo>
                  <a:pt x="295" y="323"/>
                </a:lnTo>
                <a:lnTo>
                  <a:pt x="296" y="323"/>
                </a:lnTo>
                <a:lnTo>
                  <a:pt x="297" y="323"/>
                </a:lnTo>
                <a:lnTo>
                  <a:pt x="298" y="323"/>
                </a:lnTo>
                <a:lnTo>
                  <a:pt x="298" y="324"/>
                </a:lnTo>
                <a:lnTo>
                  <a:pt x="297" y="324"/>
                </a:lnTo>
                <a:lnTo>
                  <a:pt x="297" y="325"/>
                </a:lnTo>
                <a:lnTo>
                  <a:pt x="297" y="326"/>
                </a:lnTo>
                <a:lnTo>
                  <a:pt x="298" y="326"/>
                </a:lnTo>
                <a:lnTo>
                  <a:pt x="299" y="326"/>
                </a:lnTo>
                <a:lnTo>
                  <a:pt x="298" y="325"/>
                </a:lnTo>
                <a:lnTo>
                  <a:pt x="299" y="325"/>
                </a:lnTo>
                <a:lnTo>
                  <a:pt x="300" y="325"/>
                </a:lnTo>
                <a:lnTo>
                  <a:pt x="300" y="326"/>
                </a:lnTo>
                <a:lnTo>
                  <a:pt x="299" y="327"/>
                </a:lnTo>
                <a:lnTo>
                  <a:pt x="299" y="328"/>
                </a:lnTo>
                <a:lnTo>
                  <a:pt x="299" y="327"/>
                </a:lnTo>
                <a:lnTo>
                  <a:pt x="295" y="329"/>
                </a:lnTo>
                <a:lnTo>
                  <a:pt x="294" y="329"/>
                </a:lnTo>
                <a:lnTo>
                  <a:pt x="293" y="329"/>
                </a:lnTo>
                <a:lnTo>
                  <a:pt x="292" y="329"/>
                </a:lnTo>
                <a:lnTo>
                  <a:pt x="292" y="330"/>
                </a:lnTo>
                <a:lnTo>
                  <a:pt x="291" y="330"/>
                </a:lnTo>
                <a:lnTo>
                  <a:pt x="291" y="329"/>
                </a:lnTo>
                <a:lnTo>
                  <a:pt x="292" y="329"/>
                </a:lnTo>
                <a:lnTo>
                  <a:pt x="291" y="329"/>
                </a:lnTo>
                <a:lnTo>
                  <a:pt x="290" y="329"/>
                </a:lnTo>
                <a:lnTo>
                  <a:pt x="290" y="328"/>
                </a:lnTo>
                <a:lnTo>
                  <a:pt x="288" y="328"/>
                </a:lnTo>
                <a:lnTo>
                  <a:pt x="288" y="327"/>
                </a:lnTo>
                <a:lnTo>
                  <a:pt x="288" y="326"/>
                </a:lnTo>
                <a:lnTo>
                  <a:pt x="288" y="325"/>
                </a:lnTo>
                <a:lnTo>
                  <a:pt x="288" y="324"/>
                </a:lnTo>
                <a:lnTo>
                  <a:pt x="288" y="323"/>
                </a:lnTo>
                <a:lnTo>
                  <a:pt x="289" y="323"/>
                </a:lnTo>
                <a:lnTo>
                  <a:pt x="290" y="324"/>
                </a:lnTo>
                <a:lnTo>
                  <a:pt x="291" y="323"/>
                </a:lnTo>
                <a:lnTo>
                  <a:pt x="291" y="322"/>
                </a:lnTo>
                <a:lnTo>
                  <a:pt x="292" y="321"/>
                </a:lnTo>
                <a:lnTo>
                  <a:pt x="292" y="320"/>
                </a:lnTo>
                <a:lnTo>
                  <a:pt x="291" y="320"/>
                </a:lnTo>
                <a:lnTo>
                  <a:pt x="292" y="319"/>
                </a:lnTo>
                <a:lnTo>
                  <a:pt x="292" y="318"/>
                </a:lnTo>
                <a:lnTo>
                  <a:pt x="291" y="319"/>
                </a:lnTo>
                <a:lnTo>
                  <a:pt x="290" y="318"/>
                </a:lnTo>
                <a:lnTo>
                  <a:pt x="291" y="318"/>
                </a:lnTo>
                <a:lnTo>
                  <a:pt x="291" y="317"/>
                </a:lnTo>
                <a:lnTo>
                  <a:pt x="290" y="318"/>
                </a:lnTo>
                <a:lnTo>
                  <a:pt x="288" y="318"/>
                </a:lnTo>
                <a:lnTo>
                  <a:pt x="286" y="319"/>
                </a:lnTo>
                <a:lnTo>
                  <a:pt x="286" y="318"/>
                </a:lnTo>
                <a:lnTo>
                  <a:pt x="287" y="317"/>
                </a:lnTo>
                <a:lnTo>
                  <a:pt x="288" y="317"/>
                </a:lnTo>
                <a:lnTo>
                  <a:pt x="290" y="316"/>
                </a:lnTo>
                <a:lnTo>
                  <a:pt x="291" y="316"/>
                </a:lnTo>
                <a:lnTo>
                  <a:pt x="290" y="316"/>
                </a:lnTo>
                <a:lnTo>
                  <a:pt x="289" y="316"/>
                </a:lnTo>
                <a:lnTo>
                  <a:pt x="288" y="316"/>
                </a:lnTo>
                <a:lnTo>
                  <a:pt x="288" y="317"/>
                </a:lnTo>
                <a:lnTo>
                  <a:pt x="286" y="317"/>
                </a:lnTo>
                <a:lnTo>
                  <a:pt x="286" y="318"/>
                </a:lnTo>
                <a:lnTo>
                  <a:pt x="285" y="319"/>
                </a:lnTo>
                <a:lnTo>
                  <a:pt x="284" y="319"/>
                </a:lnTo>
                <a:lnTo>
                  <a:pt x="284" y="318"/>
                </a:lnTo>
                <a:lnTo>
                  <a:pt x="283" y="318"/>
                </a:lnTo>
                <a:lnTo>
                  <a:pt x="283" y="317"/>
                </a:lnTo>
                <a:lnTo>
                  <a:pt x="284" y="316"/>
                </a:lnTo>
                <a:lnTo>
                  <a:pt x="284" y="315"/>
                </a:lnTo>
                <a:lnTo>
                  <a:pt x="284" y="314"/>
                </a:lnTo>
                <a:lnTo>
                  <a:pt x="285" y="314"/>
                </a:lnTo>
                <a:lnTo>
                  <a:pt x="286" y="315"/>
                </a:lnTo>
                <a:lnTo>
                  <a:pt x="287" y="314"/>
                </a:lnTo>
                <a:lnTo>
                  <a:pt x="288" y="313"/>
                </a:lnTo>
                <a:lnTo>
                  <a:pt x="288" y="312"/>
                </a:lnTo>
                <a:lnTo>
                  <a:pt x="287" y="311"/>
                </a:lnTo>
                <a:lnTo>
                  <a:pt x="286" y="311"/>
                </a:lnTo>
                <a:lnTo>
                  <a:pt x="286" y="312"/>
                </a:lnTo>
                <a:lnTo>
                  <a:pt x="285" y="312"/>
                </a:lnTo>
                <a:lnTo>
                  <a:pt x="284" y="311"/>
                </a:lnTo>
                <a:lnTo>
                  <a:pt x="284" y="312"/>
                </a:lnTo>
                <a:lnTo>
                  <a:pt x="283" y="312"/>
                </a:lnTo>
                <a:lnTo>
                  <a:pt x="282" y="312"/>
                </a:lnTo>
                <a:lnTo>
                  <a:pt x="281" y="312"/>
                </a:lnTo>
                <a:lnTo>
                  <a:pt x="280" y="313"/>
                </a:lnTo>
                <a:lnTo>
                  <a:pt x="278" y="314"/>
                </a:lnTo>
                <a:lnTo>
                  <a:pt x="277" y="314"/>
                </a:lnTo>
                <a:lnTo>
                  <a:pt x="277" y="315"/>
                </a:lnTo>
                <a:lnTo>
                  <a:pt x="276" y="315"/>
                </a:lnTo>
                <a:lnTo>
                  <a:pt x="276" y="316"/>
                </a:lnTo>
                <a:lnTo>
                  <a:pt x="275" y="316"/>
                </a:lnTo>
                <a:lnTo>
                  <a:pt x="274" y="316"/>
                </a:lnTo>
                <a:lnTo>
                  <a:pt x="273" y="316"/>
                </a:lnTo>
                <a:lnTo>
                  <a:pt x="274" y="316"/>
                </a:lnTo>
                <a:lnTo>
                  <a:pt x="276" y="316"/>
                </a:lnTo>
                <a:lnTo>
                  <a:pt x="277" y="316"/>
                </a:lnTo>
                <a:lnTo>
                  <a:pt x="277" y="317"/>
                </a:lnTo>
                <a:lnTo>
                  <a:pt x="278" y="317"/>
                </a:lnTo>
                <a:lnTo>
                  <a:pt x="279" y="318"/>
                </a:lnTo>
                <a:lnTo>
                  <a:pt x="280" y="318"/>
                </a:lnTo>
                <a:lnTo>
                  <a:pt x="279" y="318"/>
                </a:lnTo>
                <a:lnTo>
                  <a:pt x="280" y="319"/>
                </a:lnTo>
                <a:lnTo>
                  <a:pt x="279" y="319"/>
                </a:lnTo>
                <a:lnTo>
                  <a:pt x="280" y="320"/>
                </a:lnTo>
                <a:lnTo>
                  <a:pt x="281" y="320"/>
                </a:lnTo>
                <a:lnTo>
                  <a:pt x="281" y="319"/>
                </a:lnTo>
                <a:lnTo>
                  <a:pt x="282" y="319"/>
                </a:lnTo>
                <a:lnTo>
                  <a:pt x="282" y="320"/>
                </a:lnTo>
                <a:lnTo>
                  <a:pt x="283" y="320"/>
                </a:lnTo>
                <a:lnTo>
                  <a:pt x="284" y="320"/>
                </a:lnTo>
                <a:lnTo>
                  <a:pt x="283" y="320"/>
                </a:lnTo>
                <a:lnTo>
                  <a:pt x="283" y="322"/>
                </a:lnTo>
                <a:lnTo>
                  <a:pt x="283" y="323"/>
                </a:lnTo>
                <a:lnTo>
                  <a:pt x="283" y="324"/>
                </a:lnTo>
                <a:lnTo>
                  <a:pt x="282" y="323"/>
                </a:lnTo>
                <a:lnTo>
                  <a:pt x="282" y="324"/>
                </a:lnTo>
                <a:lnTo>
                  <a:pt x="281" y="325"/>
                </a:lnTo>
                <a:lnTo>
                  <a:pt x="280" y="325"/>
                </a:lnTo>
                <a:lnTo>
                  <a:pt x="280" y="326"/>
                </a:lnTo>
                <a:lnTo>
                  <a:pt x="280" y="327"/>
                </a:lnTo>
                <a:lnTo>
                  <a:pt x="281" y="328"/>
                </a:lnTo>
                <a:lnTo>
                  <a:pt x="282" y="328"/>
                </a:lnTo>
                <a:lnTo>
                  <a:pt x="282" y="329"/>
                </a:lnTo>
                <a:lnTo>
                  <a:pt x="281" y="329"/>
                </a:lnTo>
                <a:lnTo>
                  <a:pt x="280" y="330"/>
                </a:lnTo>
                <a:lnTo>
                  <a:pt x="277" y="330"/>
                </a:lnTo>
                <a:lnTo>
                  <a:pt x="277" y="331"/>
                </a:lnTo>
                <a:lnTo>
                  <a:pt x="276" y="331"/>
                </a:lnTo>
                <a:lnTo>
                  <a:pt x="276" y="330"/>
                </a:lnTo>
                <a:lnTo>
                  <a:pt x="275" y="330"/>
                </a:lnTo>
                <a:lnTo>
                  <a:pt x="274" y="331"/>
                </a:lnTo>
                <a:lnTo>
                  <a:pt x="273" y="331"/>
                </a:lnTo>
                <a:lnTo>
                  <a:pt x="272" y="332"/>
                </a:lnTo>
                <a:lnTo>
                  <a:pt x="273" y="332"/>
                </a:lnTo>
                <a:lnTo>
                  <a:pt x="274" y="332"/>
                </a:lnTo>
                <a:lnTo>
                  <a:pt x="275" y="332"/>
                </a:lnTo>
                <a:lnTo>
                  <a:pt x="276" y="334"/>
                </a:lnTo>
                <a:lnTo>
                  <a:pt x="278" y="336"/>
                </a:lnTo>
                <a:lnTo>
                  <a:pt x="279" y="336"/>
                </a:lnTo>
                <a:lnTo>
                  <a:pt x="280" y="336"/>
                </a:lnTo>
                <a:lnTo>
                  <a:pt x="280" y="337"/>
                </a:lnTo>
                <a:lnTo>
                  <a:pt x="281" y="337"/>
                </a:lnTo>
                <a:lnTo>
                  <a:pt x="282" y="338"/>
                </a:lnTo>
                <a:lnTo>
                  <a:pt x="283" y="338"/>
                </a:lnTo>
                <a:lnTo>
                  <a:pt x="283" y="339"/>
                </a:lnTo>
                <a:lnTo>
                  <a:pt x="284" y="339"/>
                </a:lnTo>
                <a:lnTo>
                  <a:pt x="284" y="338"/>
                </a:lnTo>
                <a:lnTo>
                  <a:pt x="284" y="337"/>
                </a:lnTo>
                <a:lnTo>
                  <a:pt x="284" y="336"/>
                </a:lnTo>
                <a:lnTo>
                  <a:pt x="285" y="335"/>
                </a:lnTo>
                <a:lnTo>
                  <a:pt x="286" y="335"/>
                </a:lnTo>
                <a:lnTo>
                  <a:pt x="287" y="335"/>
                </a:lnTo>
                <a:lnTo>
                  <a:pt x="286" y="336"/>
                </a:lnTo>
                <a:lnTo>
                  <a:pt x="286" y="337"/>
                </a:lnTo>
                <a:lnTo>
                  <a:pt x="285" y="337"/>
                </a:lnTo>
                <a:lnTo>
                  <a:pt x="285" y="338"/>
                </a:lnTo>
                <a:lnTo>
                  <a:pt x="285" y="340"/>
                </a:lnTo>
                <a:lnTo>
                  <a:pt x="284" y="340"/>
                </a:lnTo>
                <a:lnTo>
                  <a:pt x="283" y="341"/>
                </a:lnTo>
                <a:lnTo>
                  <a:pt x="283" y="342"/>
                </a:lnTo>
                <a:lnTo>
                  <a:pt x="284" y="343"/>
                </a:lnTo>
                <a:lnTo>
                  <a:pt x="284" y="344"/>
                </a:lnTo>
                <a:lnTo>
                  <a:pt x="285" y="344"/>
                </a:lnTo>
                <a:lnTo>
                  <a:pt x="285" y="343"/>
                </a:lnTo>
                <a:lnTo>
                  <a:pt x="286" y="344"/>
                </a:lnTo>
                <a:lnTo>
                  <a:pt x="285" y="344"/>
                </a:lnTo>
                <a:lnTo>
                  <a:pt x="285" y="345"/>
                </a:lnTo>
                <a:lnTo>
                  <a:pt x="286" y="345"/>
                </a:lnTo>
                <a:lnTo>
                  <a:pt x="287" y="344"/>
                </a:lnTo>
                <a:lnTo>
                  <a:pt x="288" y="345"/>
                </a:lnTo>
                <a:lnTo>
                  <a:pt x="287" y="345"/>
                </a:lnTo>
                <a:lnTo>
                  <a:pt x="286" y="345"/>
                </a:lnTo>
                <a:lnTo>
                  <a:pt x="286" y="346"/>
                </a:lnTo>
                <a:lnTo>
                  <a:pt x="284" y="346"/>
                </a:lnTo>
                <a:lnTo>
                  <a:pt x="283" y="346"/>
                </a:lnTo>
                <a:lnTo>
                  <a:pt x="284" y="345"/>
                </a:lnTo>
                <a:lnTo>
                  <a:pt x="283" y="344"/>
                </a:lnTo>
                <a:lnTo>
                  <a:pt x="282" y="344"/>
                </a:lnTo>
                <a:lnTo>
                  <a:pt x="281" y="344"/>
                </a:lnTo>
                <a:lnTo>
                  <a:pt x="280" y="345"/>
                </a:lnTo>
                <a:lnTo>
                  <a:pt x="279" y="345"/>
                </a:lnTo>
                <a:lnTo>
                  <a:pt x="279" y="344"/>
                </a:lnTo>
                <a:lnTo>
                  <a:pt x="277" y="345"/>
                </a:lnTo>
                <a:lnTo>
                  <a:pt x="276" y="346"/>
                </a:lnTo>
                <a:lnTo>
                  <a:pt x="276" y="347"/>
                </a:lnTo>
                <a:lnTo>
                  <a:pt x="277" y="347"/>
                </a:lnTo>
                <a:lnTo>
                  <a:pt x="277" y="348"/>
                </a:lnTo>
                <a:lnTo>
                  <a:pt x="277" y="349"/>
                </a:lnTo>
                <a:lnTo>
                  <a:pt x="277" y="350"/>
                </a:lnTo>
                <a:lnTo>
                  <a:pt x="278" y="350"/>
                </a:lnTo>
                <a:lnTo>
                  <a:pt x="278" y="351"/>
                </a:lnTo>
                <a:lnTo>
                  <a:pt x="279" y="351"/>
                </a:lnTo>
                <a:lnTo>
                  <a:pt x="280" y="351"/>
                </a:lnTo>
                <a:lnTo>
                  <a:pt x="282" y="351"/>
                </a:lnTo>
                <a:lnTo>
                  <a:pt x="283" y="351"/>
                </a:lnTo>
                <a:lnTo>
                  <a:pt x="284" y="352"/>
                </a:lnTo>
                <a:lnTo>
                  <a:pt x="284" y="353"/>
                </a:lnTo>
                <a:lnTo>
                  <a:pt x="283" y="353"/>
                </a:lnTo>
                <a:lnTo>
                  <a:pt x="282" y="353"/>
                </a:lnTo>
                <a:lnTo>
                  <a:pt x="281" y="353"/>
                </a:lnTo>
                <a:lnTo>
                  <a:pt x="280" y="353"/>
                </a:lnTo>
                <a:lnTo>
                  <a:pt x="279" y="353"/>
                </a:lnTo>
                <a:lnTo>
                  <a:pt x="279" y="354"/>
                </a:lnTo>
                <a:lnTo>
                  <a:pt x="277" y="353"/>
                </a:lnTo>
                <a:lnTo>
                  <a:pt x="276" y="353"/>
                </a:lnTo>
                <a:lnTo>
                  <a:pt x="276" y="352"/>
                </a:lnTo>
                <a:lnTo>
                  <a:pt x="275" y="351"/>
                </a:lnTo>
                <a:lnTo>
                  <a:pt x="274" y="351"/>
                </a:lnTo>
                <a:lnTo>
                  <a:pt x="273" y="352"/>
                </a:lnTo>
                <a:lnTo>
                  <a:pt x="272" y="352"/>
                </a:lnTo>
                <a:lnTo>
                  <a:pt x="272" y="353"/>
                </a:lnTo>
                <a:lnTo>
                  <a:pt x="271" y="353"/>
                </a:lnTo>
                <a:lnTo>
                  <a:pt x="270" y="353"/>
                </a:lnTo>
                <a:lnTo>
                  <a:pt x="270" y="354"/>
                </a:lnTo>
                <a:lnTo>
                  <a:pt x="269" y="354"/>
                </a:lnTo>
                <a:lnTo>
                  <a:pt x="269" y="353"/>
                </a:lnTo>
                <a:lnTo>
                  <a:pt x="268" y="353"/>
                </a:lnTo>
                <a:lnTo>
                  <a:pt x="267" y="354"/>
                </a:lnTo>
                <a:lnTo>
                  <a:pt x="266" y="355"/>
                </a:lnTo>
                <a:lnTo>
                  <a:pt x="265" y="355"/>
                </a:lnTo>
                <a:lnTo>
                  <a:pt x="263" y="355"/>
                </a:lnTo>
                <a:lnTo>
                  <a:pt x="262" y="355"/>
                </a:lnTo>
                <a:lnTo>
                  <a:pt x="262" y="356"/>
                </a:lnTo>
                <a:lnTo>
                  <a:pt x="261" y="356"/>
                </a:lnTo>
                <a:lnTo>
                  <a:pt x="260" y="356"/>
                </a:lnTo>
                <a:lnTo>
                  <a:pt x="259" y="356"/>
                </a:lnTo>
                <a:lnTo>
                  <a:pt x="258" y="356"/>
                </a:lnTo>
                <a:lnTo>
                  <a:pt x="258" y="355"/>
                </a:lnTo>
                <a:lnTo>
                  <a:pt x="258" y="354"/>
                </a:lnTo>
                <a:lnTo>
                  <a:pt x="258" y="353"/>
                </a:lnTo>
                <a:lnTo>
                  <a:pt x="258" y="352"/>
                </a:lnTo>
                <a:lnTo>
                  <a:pt x="257" y="351"/>
                </a:lnTo>
                <a:lnTo>
                  <a:pt x="257" y="350"/>
                </a:lnTo>
                <a:lnTo>
                  <a:pt x="257" y="349"/>
                </a:lnTo>
                <a:lnTo>
                  <a:pt x="258" y="348"/>
                </a:lnTo>
                <a:lnTo>
                  <a:pt x="258" y="347"/>
                </a:lnTo>
                <a:lnTo>
                  <a:pt x="258" y="346"/>
                </a:lnTo>
                <a:lnTo>
                  <a:pt x="257" y="346"/>
                </a:lnTo>
                <a:lnTo>
                  <a:pt x="257" y="345"/>
                </a:lnTo>
                <a:lnTo>
                  <a:pt x="256" y="345"/>
                </a:lnTo>
                <a:lnTo>
                  <a:pt x="255" y="345"/>
                </a:lnTo>
                <a:lnTo>
                  <a:pt x="256" y="346"/>
                </a:lnTo>
                <a:lnTo>
                  <a:pt x="256" y="347"/>
                </a:lnTo>
                <a:lnTo>
                  <a:pt x="256" y="348"/>
                </a:lnTo>
                <a:lnTo>
                  <a:pt x="255" y="349"/>
                </a:lnTo>
                <a:lnTo>
                  <a:pt x="254" y="350"/>
                </a:lnTo>
                <a:lnTo>
                  <a:pt x="254" y="351"/>
                </a:lnTo>
                <a:lnTo>
                  <a:pt x="255" y="351"/>
                </a:lnTo>
                <a:lnTo>
                  <a:pt x="256" y="351"/>
                </a:lnTo>
                <a:lnTo>
                  <a:pt x="257" y="352"/>
                </a:lnTo>
                <a:lnTo>
                  <a:pt x="257" y="353"/>
                </a:lnTo>
                <a:lnTo>
                  <a:pt x="257" y="354"/>
                </a:lnTo>
                <a:lnTo>
                  <a:pt x="256" y="355"/>
                </a:lnTo>
                <a:lnTo>
                  <a:pt x="255" y="355"/>
                </a:lnTo>
                <a:lnTo>
                  <a:pt x="254" y="356"/>
                </a:lnTo>
                <a:lnTo>
                  <a:pt x="253" y="356"/>
                </a:lnTo>
                <a:lnTo>
                  <a:pt x="253" y="355"/>
                </a:lnTo>
                <a:lnTo>
                  <a:pt x="253" y="356"/>
                </a:lnTo>
                <a:lnTo>
                  <a:pt x="253" y="357"/>
                </a:lnTo>
                <a:lnTo>
                  <a:pt x="253" y="358"/>
                </a:lnTo>
                <a:lnTo>
                  <a:pt x="253" y="359"/>
                </a:lnTo>
                <a:lnTo>
                  <a:pt x="253" y="360"/>
                </a:lnTo>
                <a:lnTo>
                  <a:pt x="254" y="360"/>
                </a:lnTo>
                <a:lnTo>
                  <a:pt x="254" y="361"/>
                </a:lnTo>
                <a:lnTo>
                  <a:pt x="254" y="362"/>
                </a:lnTo>
                <a:lnTo>
                  <a:pt x="257" y="361"/>
                </a:lnTo>
                <a:lnTo>
                  <a:pt x="258" y="362"/>
                </a:lnTo>
                <a:lnTo>
                  <a:pt x="259" y="361"/>
                </a:lnTo>
                <a:lnTo>
                  <a:pt x="259" y="360"/>
                </a:lnTo>
                <a:lnTo>
                  <a:pt x="260" y="359"/>
                </a:lnTo>
                <a:lnTo>
                  <a:pt x="261" y="359"/>
                </a:lnTo>
                <a:lnTo>
                  <a:pt x="261" y="360"/>
                </a:lnTo>
                <a:lnTo>
                  <a:pt x="260" y="361"/>
                </a:lnTo>
                <a:lnTo>
                  <a:pt x="260" y="360"/>
                </a:lnTo>
                <a:lnTo>
                  <a:pt x="260" y="361"/>
                </a:lnTo>
                <a:lnTo>
                  <a:pt x="260" y="362"/>
                </a:lnTo>
                <a:lnTo>
                  <a:pt x="261" y="363"/>
                </a:lnTo>
                <a:lnTo>
                  <a:pt x="261" y="364"/>
                </a:lnTo>
                <a:lnTo>
                  <a:pt x="262" y="364"/>
                </a:lnTo>
                <a:lnTo>
                  <a:pt x="262" y="363"/>
                </a:lnTo>
                <a:lnTo>
                  <a:pt x="263" y="363"/>
                </a:lnTo>
                <a:lnTo>
                  <a:pt x="264" y="364"/>
                </a:lnTo>
                <a:lnTo>
                  <a:pt x="265" y="364"/>
                </a:lnTo>
                <a:lnTo>
                  <a:pt x="264" y="364"/>
                </a:lnTo>
                <a:lnTo>
                  <a:pt x="264" y="363"/>
                </a:lnTo>
                <a:lnTo>
                  <a:pt x="265" y="363"/>
                </a:lnTo>
                <a:lnTo>
                  <a:pt x="265" y="364"/>
                </a:lnTo>
                <a:lnTo>
                  <a:pt x="265" y="365"/>
                </a:lnTo>
                <a:lnTo>
                  <a:pt x="265" y="366"/>
                </a:lnTo>
                <a:lnTo>
                  <a:pt x="264" y="367"/>
                </a:lnTo>
                <a:lnTo>
                  <a:pt x="263" y="367"/>
                </a:lnTo>
                <a:lnTo>
                  <a:pt x="263" y="368"/>
                </a:lnTo>
                <a:lnTo>
                  <a:pt x="263" y="369"/>
                </a:lnTo>
                <a:lnTo>
                  <a:pt x="262" y="369"/>
                </a:lnTo>
                <a:lnTo>
                  <a:pt x="262" y="368"/>
                </a:lnTo>
                <a:lnTo>
                  <a:pt x="261" y="369"/>
                </a:lnTo>
                <a:lnTo>
                  <a:pt x="261" y="370"/>
                </a:lnTo>
                <a:lnTo>
                  <a:pt x="261" y="371"/>
                </a:lnTo>
                <a:lnTo>
                  <a:pt x="261" y="372"/>
                </a:lnTo>
                <a:lnTo>
                  <a:pt x="260" y="372"/>
                </a:lnTo>
                <a:lnTo>
                  <a:pt x="259" y="373"/>
                </a:lnTo>
                <a:lnTo>
                  <a:pt x="260" y="373"/>
                </a:lnTo>
                <a:lnTo>
                  <a:pt x="258" y="374"/>
                </a:lnTo>
                <a:lnTo>
                  <a:pt x="258" y="375"/>
                </a:lnTo>
                <a:lnTo>
                  <a:pt x="257" y="375"/>
                </a:lnTo>
                <a:lnTo>
                  <a:pt x="256" y="374"/>
                </a:lnTo>
                <a:lnTo>
                  <a:pt x="256" y="373"/>
                </a:lnTo>
                <a:lnTo>
                  <a:pt x="255" y="372"/>
                </a:lnTo>
                <a:lnTo>
                  <a:pt x="254" y="373"/>
                </a:lnTo>
                <a:lnTo>
                  <a:pt x="253" y="374"/>
                </a:lnTo>
                <a:lnTo>
                  <a:pt x="253" y="376"/>
                </a:lnTo>
                <a:lnTo>
                  <a:pt x="253" y="377"/>
                </a:lnTo>
                <a:lnTo>
                  <a:pt x="253" y="378"/>
                </a:lnTo>
                <a:lnTo>
                  <a:pt x="254" y="379"/>
                </a:lnTo>
                <a:lnTo>
                  <a:pt x="254" y="380"/>
                </a:lnTo>
                <a:lnTo>
                  <a:pt x="255" y="380"/>
                </a:lnTo>
                <a:lnTo>
                  <a:pt x="255" y="379"/>
                </a:lnTo>
                <a:lnTo>
                  <a:pt x="256" y="378"/>
                </a:lnTo>
                <a:lnTo>
                  <a:pt x="257" y="378"/>
                </a:lnTo>
                <a:lnTo>
                  <a:pt x="256" y="379"/>
                </a:lnTo>
                <a:lnTo>
                  <a:pt x="256" y="380"/>
                </a:lnTo>
                <a:lnTo>
                  <a:pt x="257" y="381"/>
                </a:lnTo>
                <a:lnTo>
                  <a:pt x="256" y="381"/>
                </a:lnTo>
                <a:lnTo>
                  <a:pt x="256" y="382"/>
                </a:lnTo>
                <a:lnTo>
                  <a:pt x="255" y="382"/>
                </a:lnTo>
                <a:lnTo>
                  <a:pt x="256" y="383"/>
                </a:lnTo>
                <a:lnTo>
                  <a:pt x="255" y="384"/>
                </a:lnTo>
                <a:lnTo>
                  <a:pt x="254" y="384"/>
                </a:lnTo>
                <a:lnTo>
                  <a:pt x="253" y="385"/>
                </a:lnTo>
                <a:lnTo>
                  <a:pt x="254" y="386"/>
                </a:lnTo>
                <a:lnTo>
                  <a:pt x="253" y="386"/>
                </a:lnTo>
                <a:lnTo>
                  <a:pt x="252" y="386"/>
                </a:lnTo>
                <a:lnTo>
                  <a:pt x="252" y="387"/>
                </a:lnTo>
                <a:lnTo>
                  <a:pt x="251" y="387"/>
                </a:lnTo>
                <a:lnTo>
                  <a:pt x="251" y="388"/>
                </a:lnTo>
                <a:lnTo>
                  <a:pt x="250" y="388"/>
                </a:lnTo>
                <a:lnTo>
                  <a:pt x="250" y="389"/>
                </a:lnTo>
                <a:lnTo>
                  <a:pt x="249" y="389"/>
                </a:lnTo>
                <a:lnTo>
                  <a:pt x="248" y="389"/>
                </a:lnTo>
                <a:lnTo>
                  <a:pt x="247" y="390"/>
                </a:lnTo>
                <a:lnTo>
                  <a:pt x="247" y="391"/>
                </a:lnTo>
                <a:lnTo>
                  <a:pt x="246" y="391"/>
                </a:lnTo>
                <a:lnTo>
                  <a:pt x="246" y="389"/>
                </a:lnTo>
                <a:lnTo>
                  <a:pt x="247" y="388"/>
                </a:lnTo>
                <a:lnTo>
                  <a:pt x="247" y="387"/>
                </a:lnTo>
                <a:lnTo>
                  <a:pt x="247" y="386"/>
                </a:lnTo>
                <a:lnTo>
                  <a:pt x="246" y="384"/>
                </a:lnTo>
                <a:lnTo>
                  <a:pt x="246" y="383"/>
                </a:lnTo>
                <a:lnTo>
                  <a:pt x="244" y="382"/>
                </a:lnTo>
                <a:lnTo>
                  <a:pt x="243" y="381"/>
                </a:lnTo>
                <a:lnTo>
                  <a:pt x="241" y="380"/>
                </a:lnTo>
                <a:lnTo>
                  <a:pt x="240" y="379"/>
                </a:lnTo>
                <a:lnTo>
                  <a:pt x="239" y="378"/>
                </a:lnTo>
                <a:lnTo>
                  <a:pt x="238" y="378"/>
                </a:lnTo>
                <a:lnTo>
                  <a:pt x="237" y="378"/>
                </a:lnTo>
                <a:lnTo>
                  <a:pt x="234" y="379"/>
                </a:lnTo>
                <a:lnTo>
                  <a:pt x="234" y="378"/>
                </a:lnTo>
                <a:lnTo>
                  <a:pt x="234" y="377"/>
                </a:lnTo>
                <a:lnTo>
                  <a:pt x="234" y="376"/>
                </a:lnTo>
                <a:lnTo>
                  <a:pt x="234" y="375"/>
                </a:lnTo>
                <a:lnTo>
                  <a:pt x="235" y="375"/>
                </a:lnTo>
                <a:lnTo>
                  <a:pt x="234" y="375"/>
                </a:lnTo>
                <a:lnTo>
                  <a:pt x="234" y="374"/>
                </a:lnTo>
                <a:lnTo>
                  <a:pt x="235" y="374"/>
                </a:lnTo>
                <a:lnTo>
                  <a:pt x="234" y="373"/>
                </a:lnTo>
                <a:lnTo>
                  <a:pt x="234" y="372"/>
                </a:lnTo>
                <a:lnTo>
                  <a:pt x="233" y="371"/>
                </a:lnTo>
                <a:lnTo>
                  <a:pt x="233" y="372"/>
                </a:lnTo>
                <a:lnTo>
                  <a:pt x="234" y="372"/>
                </a:lnTo>
                <a:lnTo>
                  <a:pt x="233" y="372"/>
                </a:lnTo>
                <a:lnTo>
                  <a:pt x="233" y="373"/>
                </a:lnTo>
                <a:lnTo>
                  <a:pt x="233" y="374"/>
                </a:lnTo>
                <a:lnTo>
                  <a:pt x="234" y="374"/>
                </a:lnTo>
                <a:lnTo>
                  <a:pt x="234" y="375"/>
                </a:lnTo>
                <a:lnTo>
                  <a:pt x="233" y="374"/>
                </a:lnTo>
                <a:lnTo>
                  <a:pt x="233" y="375"/>
                </a:lnTo>
                <a:lnTo>
                  <a:pt x="233" y="376"/>
                </a:lnTo>
                <a:lnTo>
                  <a:pt x="232" y="376"/>
                </a:lnTo>
                <a:lnTo>
                  <a:pt x="232" y="377"/>
                </a:lnTo>
                <a:lnTo>
                  <a:pt x="233" y="377"/>
                </a:lnTo>
                <a:lnTo>
                  <a:pt x="233" y="378"/>
                </a:lnTo>
                <a:lnTo>
                  <a:pt x="233" y="379"/>
                </a:lnTo>
                <a:lnTo>
                  <a:pt x="233" y="380"/>
                </a:lnTo>
                <a:lnTo>
                  <a:pt x="232" y="381"/>
                </a:lnTo>
                <a:lnTo>
                  <a:pt x="231" y="381"/>
                </a:lnTo>
                <a:lnTo>
                  <a:pt x="230" y="382"/>
                </a:lnTo>
                <a:lnTo>
                  <a:pt x="229" y="382"/>
                </a:lnTo>
                <a:lnTo>
                  <a:pt x="228" y="383"/>
                </a:lnTo>
                <a:lnTo>
                  <a:pt x="227" y="383"/>
                </a:lnTo>
                <a:lnTo>
                  <a:pt x="227" y="384"/>
                </a:lnTo>
                <a:lnTo>
                  <a:pt x="226" y="384"/>
                </a:lnTo>
                <a:lnTo>
                  <a:pt x="226" y="383"/>
                </a:lnTo>
                <a:lnTo>
                  <a:pt x="225" y="384"/>
                </a:lnTo>
                <a:lnTo>
                  <a:pt x="224" y="384"/>
                </a:lnTo>
                <a:lnTo>
                  <a:pt x="223" y="384"/>
                </a:lnTo>
                <a:lnTo>
                  <a:pt x="223" y="383"/>
                </a:lnTo>
                <a:lnTo>
                  <a:pt x="222" y="384"/>
                </a:lnTo>
                <a:lnTo>
                  <a:pt x="221" y="383"/>
                </a:lnTo>
                <a:lnTo>
                  <a:pt x="220" y="383"/>
                </a:lnTo>
                <a:lnTo>
                  <a:pt x="220" y="384"/>
                </a:lnTo>
                <a:lnTo>
                  <a:pt x="220" y="385"/>
                </a:lnTo>
                <a:lnTo>
                  <a:pt x="218" y="386"/>
                </a:lnTo>
                <a:lnTo>
                  <a:pt x="217" y="386"/>
                </a:lnTo>
                <a:lnTo>
                  <a:pt x="217" y="387"/>
                </a:lnTo>
                <a:lnTo>
                  <a:pt x="216" y="388"/>
                </a:lnTo>
                <a:lnTo>
                  <a:pt x="215" y="388"/>
                </a:lnTo>
                <a:lnTo>
                  <a:pt x="214" y="387"/>
                </a:lnTo>
                <a:lnTo>
                  <a:pt x="213" y="387"/>
                </a:lnTo>
                <a:lnTo>
                  <a:pt x="212" y="386"/>
                </a:lnTo>
                <a:lnTo>
                  <a:pt x="211" y="385"/>
                </a:lnTo>
                <a:lnTo>
                  <a:pt x="211" y="384"/>
                </a:lnTo>
                <a:lnTo>
                  <a:pt x="211" y="382"/>
                </a:lnTo>
                <a:lnTo>
                  <a:pt x="211" y="381"/>
                </a:lnTo>
                <a:lnTo>
                  <a:pt x="211" y="379"/>
                </a:lnTo>
                <a:lnTo>
                  <a:pt x="210" y="379"/>
                </a:lnTo>
                <a:lnTo>
                  <a:pt x="210" y="378"/>
                </a:lnTo>
                <a:lnTo>
                  <a:pt x="211" y="378"/>
                </a:lnTo>
                <a:lnTo>
                  <a:pt x="212" y="378"/>
                </a:lnTo>
                <a:lnTo>
                  <a:pt x="212" y="377"/>
                </a:lnTo>
                <a:lnTo>
                  <a:pt x="212" y="376"/>
                </a:lnTo>
                <a:lnTo>
                  <a:pt x="211" y="376"/>
                </a:lnTo>
                <a:lnTo>
                  <a:pt x="211" y="375"/>
                </a:lnTo>
                <a:lnTo>
                  <a:pt x="210" y="375"/>
                </a:lnTo>
                <a:lnTo>
                  <a:pt x="210" y="376"/>
                </a:lnTo>
                <a:lnTo>
                  <a:pt x="210" y="377"/>
                </a:lnTo>
                <a:lnTo>
                  <a:pt x="209" y="378"/>
                </a:lnTo>
                <a:lnTo>
                  <a:pt x="208" y="377"/>
                </a:lnTo>
                <a:lnTo>
                  <a:pt x="208" y="378"/>
                </a:lnTo>
                <a:lnTo>
                  <a:pt x="207" y="378"/>
                </a:lnTo>
                <a:lnTo>
                  <a:pt x="207" y="379"/>
                </a:lnTo>
                <a:lnTo>
                  <a:pt x="207" y="380"/>
                </a:lnTo>
                <a:lnTo>
                  <a:pt x="206" y="381"/>
                </a:lnTo>
                <a:lnTo>
                  <a:pt x="205" y="382"/>
                </a:lnTo>
                <a:lnTo>
                  <a:pt x="204" y="383"/>
                </a:lnTo>
                <a:lnTo>
                  <a:pt x="204" y="384"/>
                </a:lnTo>
                <a:lnTo>
                  <a:pt x="203" y="385"/>
                </a:lnTo>
                <a:lnTo>
                  <a:pt x="202" y="385"/>
                </a:lnTo>
                <a:lnTo>
                  <a:pt x="200" y="385"/>
                </a:lnTo>
                <a:lnTo>
                  <a:pt x="199" y="386"/>
                </a:lnTo>
                <a:lnTo>
                  <a:pt x="197" y="386"/>
                </a:lnTo>
                <a:lnTo>
                  <a:pt x="197" y="388"/>
                </a:lnTo>
                <a:lnTo>
                  <a:pt x="197" y="389"/>
                </a:lnTo>
                <a:lnTo>
                  <a:pt x="198" y="389"/>
                </a:lnTo>
                <a:lnTo>
                  <a:pt x="198" y="388"/>
                </a:lnTo>
                <a:lnTo>
                  <a:pt x="200" y="391"/>
                </a:lnTo>
                <a:lnTo>
                  <a:pt x="199" y="392"/>
                </a:lnTo>
                <a:lnTo>
                  <a:pt x="198" y="393"/>
                </a:lnTo>
                <a:lnTo>
                  <a:pt x="197" y="394"/>
                </a:lnTo>
                <a:lnTo>
                  <a:pt x="197" y="395"/>
                </a:lnTo>
                <a:lnTo>
                  <a:pt x="198" y="396"/>
                </a:lnTo>
                <a:lnTo>
                  <a:pt x="198" y="397"/>
                </a:lnTo>
                <a:lnTo>
                  <a:pt x="198" y="398"/>
                </a:lnTo>
                <a:lnTo>
                  <a:pt x="196" y="398"/>
                </a:lnTo>
                <a:lnTo>
                  <a:pt x="196" y="397"/>
                </a:lnTo>
                <a:lnTo>
                  <a:pt x="192" y="397"/>
                </a:lnTo>
                <a:lnTo>
                  <a:pt x="190" y="396"/>
                </a:lnTo>
                <a:lnTo>
                  <a:pt x="190" y="395"/>
                </a:lnTo>
                <a:lnTo>
                  <a:pt x="189" y="395"/>
                </a:lnTo>
                <a:lnTo>
                  <a:pt x="187" y="394"/>
                </a:lnTo>
                <a:lnTo>
                  <a:pt x="186" y="394"/>
                </a:lnTo>
                <a:lnTo>
                  <a:pt x="185" y="394"/>
                </a:lnTo>
                <a:lnTo>
                  <a:pt x="186" y="395"/>
                </a:lnTo>
                <a:lnTo>
                  <a:pt x="186" y="396"/>
                </a:lnTo>
                <a:lnTo>
                  <a:pt x="186" y="397"/>
                </a:lnTo>
                <a:lnTo>
                  <a:pt x="185" y="398"/>
                </a:lnTo>
                <a:lnTo>
                  <a:pt x="185" y="399"/>
                </a:lnTo>
                <a:lnTo>
                  <a:pt x="184" y="399"/>
                </a:lnTo>
                <a:lnTo>
                  <a:pt x="183" y="399"/>
                </a:lnTo>
                <a:lnTo>
                  <a:pt x="184" y="399"/>
                </a:lnTo>
                <a:lnTo>
                  <a:pt x="185" y="400"/>
                </a:lnTo>
                <a:lnTo>
                  <a:pt x="186" y="401"/>
                </a:lnTo>
                <a:lnTo>
                  <a:pt x="185" y="401"/>
                </a:lnTo>
                <a:lnTo>
                  <a:pt x="184" y="401"/>
                </a:lnTo>
                <a:lnTo>
                  <a:pt x="186" y="402"/>
                </a:lnTo>
                <a:lnTo>
                  <a:pt x="186" y="403"/>
                </a:lnTo>
                <a:lnTo>
                  <a:pt x="188" y="402"/>
                </a:lnTo>
                <a:lnTo>
                  <a:pt x="190" y="402"/>
                </a:lnTo>
                <a:lnTo>
                  <a:pt x="192" y="402"/>
                </a:lnTo>
                <a:lnTo>
                  <a:pt x="193" y="401"/>
                </a:lnTo>
                <a:lnTo>
                  <a:pt x="194" y="401"/>
                </a:lnTo>
                <a:lnTo>
                  <a:pt x="195" y="401"/>
                </a:lnTo>
                <a:lnTo>
                  <a:pt x="196" y="401"/>
                </a:lnTo>
                <a:lnTo>
                  <a:pt x="197" y="401"/>
                </a:lnTo>
                <a:lnTo>
                  <a:pt x="199" y="401"/>
                </a:lnTo>
                <a:lnTo>
                  <a:pt x="200" y="401"/>
                </a:lnTo>
                <a:lnTo>
                  <a:pt x="200" y="402"/>
                </a:lnTo>
                <a:lnTo>
                  <a:pt x="200" y="403"/>
                </a:lnTo>
                <a:lnTo>
                  <a:pt x="199" y="403"/>
                </a:lnTo>
                <a:lnTo>
                  <a:pt x="199" y="404"/>
                </a:lnTo>
                <a:lnTo>
                  <a:pt x="199" y="405"/>
                </a:lnTo>
                <a:lnTo>
                  <a:pt x="199" y="406"/>
                </a:lnTo>
                <a:lnTo>
                  <a:pt x="198" y="406"/>
                </a:lnTo>
                <a:lnTo>
                  <a:pt x="198" y="407"/>
                </a:lnTo>
                <a:lnTo>
                  <a:pt x="197" y="407"/>
                </a:lnTo>
                <a:lnTo>
                  <a:pt x="198" y="407"/>
                </a:lnTo>
                <a:lnTo>
                  <a:pt x="198" y="408"/>
                </a:lnTo>
                <a:lnTo>
                  <a:pt x="198" y="407"/>
                </a:lnTo>
                <a:lnTo>
                  <a:pt x="199" y="407"/>
                </a:lnTo>
                <a:lnTo>
                  <a:pt x="201" y="406"/>
                </a:lnTo>
                <a:lnTo>
                  <a:pt x="202" y="406"/>
                </a:lnTo>
                <a:lnTo>
                  <a:pt x="203" y="406"/>
                </a:lnTo>
                <a:lnTo>
                  <a:pt x="204" y="407"/>
                </a:lnTo>
                <a:lnTo>
                  <a:pt x="204" y="408"/>
                </a:lnTo>
                <a:lnTo>
                  <a:pt x="204" y="409"/>
                </a:lnTo>
                <a:lnTo>
                  <a:pt x="204" y="410"/>
                </a:lnTo>
                <a:lnTo>
                  <a:pt x="205" y="411"/>
                </a:lnTo>
                <a:lnTo>
                  <a:pt x="206" y="412"/>
                </a:lnTo>
                <a:lnTo>
                  <a:pt x="205" y="412"/>
                </a:lnTo>
                <a:lnTo>
                  <a:pt x="205" y="413"/>
                </a:lnTo>
                <a:lnTo>
                  <a:pt x="206" y="414"/>
                </a:lnTo>
                <a:lnTo>
                  <a:pt x="206" y="415"/>
                </a:lnTo>
                <a:lnTo>
                  <a:pt x="207" y="415"/>
                </a:lnTo>
                <a:lnTo>
                  <a:pt x="206" y="416"/>
                </a:lnTo>
                <a:lnTo>
                  <a:pt x="205" y="416"/>
                </a:lnTo>
                <a:lnTo>
                  <a:pt x="205" y="415"/>
                </a:lnTo>
                <a:lnTo>
                  <a:pt x="204" y="416"/>
                </a:lnTo>
                <a:lnTo>
                  <a:pt x="203" y="416"/>
                </a:lnTo>
                <a:lnTo>
                  <a:pt x="203" y="417"/>
                </a:lnTo>
                <a:lnTo>
                  <a:pt x="202" y="417"/>
                </a:lnTo>
                <a:lnTo>
                  <a:pt x="201" y="417"/>
                </a:lnTo>
                <a:lnTo>
                  <a:pt x="200" y="417"/>
                </a:lnTo>
                <a:lnTo>
                  <a:pt x="200" y="418"/>
                </a:lnTo>
                <a:lnTo>
                  <a:pt x="199" y="419"/>
                </a:lnTo>
                <a:lnTo>
                  <a:pt x="198" y="419"/>
                </a:lnTo>
                <a:lnTo>
                  <a:pt x="198" y="420"/>
                </a:lnTo>
                <a:lnTo>
                  <a:pt x="197" y="421"/>
                </a:lnTo>
                <a:lnTo>
                  <a:pt x="196" y="421"/>
                </a:lnTo>
                <a:lnTo>
                  <a:pt x="196" y="422"/>
                </a:lnTo>
                <a:lnTo>
                  <a:pt x="195" y="422"/>
                </a:lnTo>
                <a:lnTo>
                  <a:pt x="194" y="423"/>
                </a:lnTo>
                <a:lnTo>
                  <a:pt x="194" y="424"/>
                </a:lnTo>
                <a:lnTo>
                  <a:pt x="193" y="424"/>
                </a:lnTo>
                <a:lnTo>
                  <a:pt x="193" y="425"/>
                </a:lnTo>
                <a:lnTo>
                  <a:pt x="192" y="426"/>
                </a:lnTo>
                <a:lnTo>
                  <a:pt x="191" y="427"/>
                </a:lnTo>
                <a:lnTo>
                  <a:pt x="191" y="426"/>
                </a:lnTo>
                <a:lnTo>
                  <a:pt x="191" y="425"/>
                </a:lnTo>
                <a:lnTo>
                  <a:pt x="192" y="424"/>
                </a:lnTo>
                <a:lnTo>
                  <a:pt x="191" y="424"/>
                </a:lnTo>
                <a:lnTo>
                  <a:pt x="191" y="423"/>
                </a:lnTo>
                <a:lnTo>
                  <a:pt x="190" y="423"/>
                </a:lnTo>
                <a:lnTo>
                  <a:pt x="190" y="422"/>
                </a:lnTo>
                <a:lnTo>
                  <a:pt x="189" y="422"/>
                </a:lnTo>
                <a:lnTo>
                  <a:pt x="189" y="423"/>
                </a:lnTo>
                <a:lnTo>
                  <a:pt x="190" y="424"/>
                </a:lnTo>
                <a:lnTo>
                  <a:pt x="191" y="425"/>
                </a:lnTo>
                <a:lnTo>
                  <a:pt x="190" y="425"/>
                </a:lnTo>
                <a:lnTo>
                  <a:pt x="189" y="425"/>
                </a:lnTo>
                <a:lnTo>
                  <a:pt x="189" y="424"/>
                </a:lnTo>
                <a:lnTo>
                  <a:pt x="189" y="425"/>
                </a:lnTo>
                <a:lnTo>
                  <a:pt x="188" y="424"/>
                </a:lnTo>
                <a:lnTo>
                  <a:pt x="188" y="425"/>
                </a:lnTo>
                <a:lnTo>
                  <a:pt x="189" y="426"/>
                </a:lnTo>
                <a:lnTo>
                  <a:pt x="190" y="426"/>
                </a:lnTo>
                <a:lnTo>
                  <a:pt x="190" y="427"/>
                </a:lnTo>
                <a:lnTo>
                  <a:pt x="189" y="427"/>
                </a:lnTo>
                <a:lnTo>
                  <a:pt x="189" y="428"/>
                </a:lnTo>
                <a:lnTo>
                  <a:pt x="188" y="429"/>
                </a:lnTo>
                <a:lnTo>
                  <a:pt x="188" y="430"/>
                </a:lnTo>
                <a:lnTo>
                  <a:pt x="187" y="431"/>
                </a:lnTo>
                <a:lnTo>
                  <a:pt x="187" y="430"/>
                </a:lnTo>
                <a:lnTo>
                  <a:pt x="186" y="431"/>
                </a:lnTo>
                <a:lnTo>
                  <a:pt x="185" y="432"/>
                </a:lnTo>
                <a:lnTo>
                  <a:pt x="185" y="434"/>
                </a:lnTo>
                <a:lnTo>
                  <a:pt x="185" y="436"/>
                </a:lnTo>
                <a:lnTo>
                  <a:pt x="185" y="437"/>
                </a:lnTo>
                <a:lnTo>
                  <a:pt x="185" y="438"/>
                </a:lnTo>
                <a:lnTo>
                  <a:pt x="185" y="439"/>
                </a:lnTo>
                <a:lnTo>
                  <a:pt x="185" y="440"/>
                </a:lnTo>
                <a:lnTo>
                  <a:pt x="184" y="440"/>
                </a:lnTo>
                <a:lnTo>
                  <a:pt x="183" y="440"/>
                </a:lnTo>
                <a:lnTo>
                  <a:pt x="183" y="439"/>
                </a:lnTo>
                <a:lnTo>
                  <a:pt x="181" y="440"/>
                </a:lnTo>
                <a:lnTo>
                  <a:pt x="180" y="440"/>
                </a:lnTo>
                <a:lnTo>
                  <a:pt x="179" y="441"/>
                </a:lnTo>
                <a:lnTo>
                  <a:pt x="178" y="443"/>
                </a:lnTo>
                <a:lnTo>
                  <a:pt x="177" y="443"/>
                </a:lnTo>
                <a:lnTo>
                  <a:pt x="176" y="444"/>
                </a:lnTo>
                <a:lnTo>
                  <a:pt x="176" y="445"/>
                </a:lnTo>
                <a:lnTo>
                  <a:pt x="176" y="446"/>
                </a:lnTo>
                <a:lnTo>
                  <a:pt x="176" y="447"/>
                </a:lnTo>
                <a:lnTo>
                  <a:pt x="175" y="447"/>
                </a:lnTo>
                <a:lnTo>
                  <a:pt x="174" y="447"/>
                </a:lnTo>
                <a:lnTo>
                  <a:pt x="173" y="448"/>
                </a:lnTo>
                <a:lnTo>
                  <a:pt x="173" y="449"/>
                </a:lnTo>
                <a:lnTo>
                  <a:pt x="173" y="450"/>
                </a:lnTo>
                <a:lnTo>
                  <a:pt x="173" y="451"/>
                </a:lnTo>
                <a:lnTo>
                  <a:pt x="173" y="452"/>
                </a:lnTo>
                <a:lnTo>
                  <a:pt x="172" y="452"/>
                </a:lnTo>
                <a:lnTo>
                  <a:pt x="171" y="452"/>
                </a:lnTo>
                <a:lnTo>
                  <a:pt x="171" y="453"/>
                </a:lnTo>
                <a:lnTo>
                  <a:pt x="170" y="452"/>
                </a:lnTo>
                <a:lnTo>
                  <a:pt x="171" y="451"/>
                </a:lnTo>
                <a:lnTo>
                  <a:pt x="170" y="450"/>
                </a:lnTo>
                <a:lnTo>
                  <a:pt x="170" y="449"/>
                </a:lnTo>
                <a:lnTo>
                  <a:pt x="172" y="448"/>
                </a:lnTo>
                <a:lnTo>
                  <a:pt x="172" y="447"/>
                </a:lnTo>
                <a:lnTo>
                  <a:pt x="173" y="447"/>
                </a:lnTo>
                <a:lnTo>
                  <a:pt x="173" y="446"/>
                </a:lnTo>
                <a:lnTo>
                  <a:pt x="173" y="445"/>
                </a:lnTo>
                <a:lnTo>
                  <a:pt x="174" y="444"/>
                </a:lnTo>
                <a:lnTo>
                  <a:pt x="175" y="444"/>
                </a:lnTo>
                <a:lnTo>
                  <a:pt x="175" y="443"/>
                </a:lnTo>
                <a:lnTo>
                  <a:pt x="174" y="444"/>
                </a:lnTo>
                <a:lnTo>
                  <a:pt x="174" y="443"/>
                </a:lnTo>
                <a:lnTo>
                  <a:pt x="173" y="443"/>
                </a:lnTo>
                <a:lnTo>
                  <a:pt x="174" y="442"/>
                </a:lnTo>
                <a:lnTo>
                  <a:pt x="173" y="442"/>
                </a:lnTo>
                <a:lnTo>
                  <a:pt x="172" y="441"/>
                </a:lnTo>
                <a:lnTo>
                  <a:pt x="172" y="440"/>
                </a:lnTo>
                <a:lnTo>
                  <a:pt x="173" y="440"/>
                </a:lnTo>
                <a:lnTo>
                  <a:pt x="173" y="439"/>
                </a:lnTo>
                <a:lnTo>
                  <a:pt x="172" y="440"/>
                </a:lnTo>
                <a:lnTo>
                  <a:pt x="172" y="441"/>
                </a:lnTo>
                <a:lnTo>
                  <a:pt x="171" y="442"/>
                </a:lnTo>
                <a:lnTo>
                  <a:pt x="171" y="441"/>
                </a:lnTo>
                <a:lnTo>
                  <a:pt x="170" y="441"/>
                </a:lnTo>
                <a:lnTo>
                  <a:pt x="169" y="440"/>
                </a:lnTo>
                <a:lnTo>
                  <a:pt x="168" y="440"/>
                </a:lnTo>
                <a:lnTo>
                  <a:pt x="168" y="439"/>
                </a:lnTo>
                <a:lnTo>
                  <a:pt x="168" y="438"/>
                </a:lnTo>
                <a:lnTo>
                  <a:pt x="167" y="438"/>
                </a:lnTo>
                <a:lnTo>
                  <a:pt x="167" y="439"/>
                </a:lnTo>
                <a:lnTo>
                  <a:pt x="167" y="438"/>
                </a:lnTo>
                <a:lnTo>
                  <a:pt x="168" y="439"/>
                </a:lnTo>
                <a:lnTo>
                  <a:pt x="168" y="440"/>
                </a:lnTo>
                <a:lnTo>
                  <a:pt x="168" y="441"/>
                </a:lnTo>
                <a:lnTo>
                  <a:pt x="167" y="443"/>
                </a:lnTo>
                <a:lnTo>
                  <a:pt x="166" y="444"/>
                </a:lnTo>
                <a:lnTo>
                  <a:pt x="166" y="445"/>
                </a:lnTo>
                <a:lnTo>
                  <a:pt x="167" y="446"/>
                </a:lnTo>
                <a:lnTo>
                  <a:pt x="167" y="447"/>
                </a:lnTo>
                <a:lnTo>
                  <a:pt x="168" y="447"/>
                </a:lnTo>
                <a:lnTo>
                  <a:pt x="168" y="448"/>
                </a:lnTo>
                <a:lnTo>
                  <a:pt x="167" y="448"/>
                </a:lnTo>
                <a:lnTo>
                  <a:pt x="166" y="448"/>
                </a:lnTo>
                <a:lnTo>
                  <a:pt x="166" y="449"/>
                </a:lnTo>
                <a:lnTo>
                  <a:pt x="165" y="449"/>
                </a:lnTo>
                <a:lnTo>
                  <a:pt x="165" y="450"/>
                </a:lnTo>
                <a:lnTo>
                  <a:pt x="164" y="450"/>
                </a:lnTo>
                <a:lnTo>
                  <a:pt x="163" y="451"/>
                </a:lnTo>
                <a:lnTo>
                  <a:pt x="162" y="452"/>
                </a:lnTo>
                <a:lnTo>
                  <a:pt x="161" y="454"/>
                </a:lnTo>
                <a:lnTo>
                  <a:pt x="161" y="455"/>
                </a:lnTo>
                <a:lnTo>
                  <a:pt x="161" y="456"/>
                </a:lnTo>
                <a:lnTo>
                  <a:pt x="160" y="457"/>
                </a:lnTo>
                <a:lnTo>
                  <a:pt x="160" y="458"/>
                </a:lnTo>
                <a:lnTo>
                  <a:pt x="160" y="459"/>
                </a:lnTo>
                <a:lnTo>
                  <a:pt x="160" y="460"/>
                </a:lnTo>
                <a:lnTo>
                  <a:pt x="160" y="461"/>
                </a:lnTo>
                <a:lnTo>
                  <a:pt x="160" y="462"/>
                </a:lnTo>
                <a:lnTo>
                  <a:pt x="161" y="463"/>
                </a:lnTo>
                <a:lnTo>
                  <a:pt x="161" y="464"/>
                </a:lnTo>
                <a:lnTo>
                  <a:pt x="162" y="464"/>
                </a:lnTo>
                <a:lnTo>
                  <a:pt x="160" y="466"/>
                </a:lnTo>
                <a:lnTo>
                  <a:pt x="160" y="467"/>
                </a:lnTo>
                <a:lnTo>
                  <a:pt x="159" y="467"/>
                </a:lnTo>
                <a:lnTo>
                  <a:pt x="159" y="468"/>
                </a:lnTo>
                <a:lnTo>
                  <a:pt x="159" y="469"/>
                </a:lnTo>
                <a:lnTo>
                  <a:pt x="158" y="469"/>
                </a:lnTo>
                <a:lnTo>
                  <a:pt x="157" y="470"/>
                </a:lnTo>
                <a:lnTo>
                  <a:pt x="157" y="471"/>
                </a:lnTo>
                <a:lnTo>
                  <a:pt x="157" y="472"/>
                </a:lnTo>
                <a:lnTo>
                  <a:pt x="156" y="472"/>
                </a:lnTo>
                <a:lnTo>
                  <a:pt x="156" y="470"/>
                </a:lnTo>
                <a:lnTo>
                  <a:pt x="157" y="470"/>
                </a:lnTo>
                <a:lnTo>
                  <a:pt x="157" y="469"/>
                </a:lnTo>
                <a:lnTo>
                  <a:pt x="158" y="469"/>
                </a:lnTo>
                <a:lnTo>
                  <a:pt x="158" y="468"/>
                </a:lnTo>
                <a:lnTo>
                  <a:pt x="157" y="467"/>
                </a:lnTo>
                <a:lnTo>
                  <a:pt x="157" y="466"/>
                </a:lnTo>
                <a:lnTo>
                  <a:pt x="157" y="465"/>
                </a:lnTo>
                <a:lnTo>
                  <a:pt x="158" y="465"/>
                </a:lnTo>
                <a:lnTo>
                  <a:pt x="158" y="464"/>
                </a:lnTo>
                <a:lnTo>
                  <a:pt x="159" y="464"/>
                </a:lnTo>
                <a:lnTo>
                  <a:pt x="159" y="463"/>
                </a:lnTo>
                <a:lnTo>
                  <a:pt x="159" y="462"/>
                </a:lnTo>
                <a:lnTo>
                  <a:pt x="159" y="461"/>
                </a:lnTo>
                <a:lnTo>
                  <a:pt x="159" y="460"/>
                </a:lnTo>
                <a:lnTo>
                  <a:pt x="159" y="459"/>
                </a:lnTo>
                <a:lnTo>
                  <a:pt x="158" y="458"/>
                </a:lnTo>
                <a:lnTo>
                  <a:pt x="158" y="457"/>
                </a:lnTo>
                <a:lnTo>
                  <a:pt x="158" y="456"/>
                </a:lnTo>
                <a:lnTo>
                  <a:pt x="157" y="456"/>
                </a:lnTo>
                <a:lnTo>
                  <a:pt x="157" y="455"/>
                </a:lnTo>
                <a:lnTo>
                  <a:pt x="156" y="455"/>
                </a:lnTo>
                <a:lnTo>
                  <a:pt x="155" y="455"/>
                </a:lnTo>
                <a:lnTo>
                  <a:pt x="155" y="454"/>
                </a:lnTo>
                <a:lnTo>
                  <a:pt x="156" y="454"/>
                </a:lnTo>
                <a:lnTo>
                  <a:pt x="155" y="453"/>
                </a:lnTo>
                <a:lnTo>
                  <a:pt x="155" y="454"/>
                </a:lnTo>
                <a:lnTo>
                  <a:pt x="154" y="454"/>
                </a:lnTo>
                <a:lnTo>
                  <a:pt x="154" y="453"/>
                </a:lnTo>
                <a:lnTo>
                  <a:pt x="153" y="453"/>
                </a:lnTo>
                <a:lnTo>
                  <a:pt x="153" y="452"/>
                </a:lnTo>
                <a:lnTo>
                  <a:pt x="152" y="452"/>
                </a:lnTo>
                <a:lnTo>
                  <a:pt x="151" y="452"/>
                </a:lnTo>
                <a:lnTo>
                  <a:pt x="150" y="452"/>
                </a:lnTo>
                <a:lnTo>
                  <a:pt x="150" y="451"/>
                </a:lnTo>
                <a:lnTo>
                  <a:pt x="149" y="451"/>
                </a:lnTo>
                <a:lnTo>
                  <a:pt x="148" y="451"/>
                </a:lnTo>
                <a:lnTo>
                  <a:pt x="146" y="451"/>
                </a:lnTo>
                <a:lnTo>
                  <a:pt x="145" y="451"/>
                </a:lnTo>
                <a:lnTo>
                  <a:pt x="145" y="450"/>
                </a:lnTo>
                <a:lnTo>
                  <a:pt x="145" y="451"/>
                </a:lnTo>
                <a:lnTo>
                  <a:pt x="145" y="450"/>
                </a:lnTo>
                <a:lnTo>
                  <a:pt x="144" y="450"/>
                </a:lnTo>
                <a:lnTo>
                  <a:pt x="144" y="449"/>
                </a:lnTo>
                <a:lnTo>
                  <a:pt x="143" y="449"/>
                </a:lnTo>
                <a:lnTo>
                  <a:pt x="142" y="449"/>
                </a:lnTo>
                <a:lnTo>
                  <a:pt x="141" y="449"/>
                </a:lnTo>
                <a:lnTo>
                  <a:pt x="140" y="449"/>
                </a:lnTo>
                <a:lnTo>
                  <a:pt x="140" y="450"/>
                </a:lnTo>
                <a:lnTo>
                  <a:pt x="141" y="450"/>
                </a:lnTo>
                <a:lnTo>
                  <a:pt x="141" y="451"/>
                </a:lnTo>
                <a:lnTo>
                  <a:pt x="142" y="451"/>
                </a:lnTo>
                <a:lnTo>
                  <a:pt x="142" y="452"/>
                </a:lnTo>
                <a:lnTo>
                  <a:pt x="143" y="452"/>
                </a:lnTo>
                <a:lnTo>
                  <a:pt x="144" y="452"/>
                </a:lnTo>
                <a:lnTo>
                  <a:pt x="146" y="452"/>
                </a:lnTo>
                <a:lnTo>
                  <a:pt x="147" y="452"/>
                </a:lnTo>
                <a:lnTo>
                  <a:pt x="148" y="453"/>
                </a:lnTo>
                <a:lnTo>
                  <a:pt x="148" y="454"/>
                </a:lnTo>
                <a:lnTo>
                  <a:pt x="148" y="455"/>
                </a:lnTo>
                <a:lnTo>
                  <a:pt x="149" y="456"/>
                </a:lnTo>
                <a:lnTo>
                  <a:pt x="149" y="457"/>
                </a:lnTo>
                <a:lnTo>
                  <a:pt x="148" y="458"/>
                </a:lnTo>
                <a:lnTo>
                  <a:pt x="148" y="459"/>
                </a:lnTo>
                <a:lnTo>
                  <a:pt x="148" y="460"/>
                </a:lnTo>
                <a:lnTo>
                  <a:pt x="149" y="460"/>
                </a:lnTo>
                <a:lnTo>
                  <a:pt x="149" y="461"/>
                </a:lnTo>
                <a:lnTo>
                  <a:pt x="148" y="461"/>
                </a:lnTo>
                <a:lnTo>
                  <a:pt x="148" y="460"/>
                </a:lnTo>
                <a:lnTo>
                  <a:pt x="147" y="461"/>
                </a:lnTo>
                <a:lnTo>
                  <a:pt x="146" y="461"/>
                </a:lnTo>
                <a:lnTo>
                  <a:pt x="146" y="462"/>
                </a:lnTo>
                <a:lnTo>
                  <a:pt x="146" y="463"/>
                </a:lnTo>
                <a:lnTo>
                  <a:pt x="147" y="463"/>
                </a:lnTo>
                <a:lnTo>
                  <a:pt x="147" y="464"/>
                </a:lnTo>
                <a:lnTo>
                  <a:pt x="146" y="464"/>
                </a:lnTo>
                <a:lnTo>
                  <a:pt x="145" y="464"/>
                </a:lnTo>
                <a:lnTo>
                  <a:pt x="145" y="465"/>
                </a:lnTo>
                <a:lnTo>
                  <a:pt x="144" y="466"/>
                </a:lnTo>
                <a:lnTo>
                  <a:pt x="144" y="467"/>
                </a:lnTo>
                <a:lnTo>
                  <a:pt x="144" y="468"/>
                </a:lnTo>
                <a:lnTo>
                  <a:pt x="143" y="468"/>
                </a:lnTo>
                <a:lnTo>
                  <a:pt x="143" y="467"/>
                </a:lnTo>
                <a:lnTo>
                  <a:pt x="142" y="467"/>
                </a:lnTo>
                <a:lnTo>
                  <a:pt x="141" y="466"/>
                </a:lnTo>
                <a:lnTo>
                  <a:pt x="140" y="466"/>
                </a:lnTo>
                <a:lnTo>
                  <a:pt x="141" y="466"/>
                </a:lnTo>
                <a:lnTo>
                  <a:pt x="142" y="467"/>
                </a:lnTo>
                <a:lnTo>
                  <a:pt x="142" y="468"/>
                </a:lnTo>
                <a:lnTo>
                  <a:pt x="143" y="468"/>
                </a:lnTo>
                <a:lnTo>
                  <a:pt x="143" y="469"/>
                </a:lnTo>
                <a:lnTo>
                  <a:pt x="143" y="470"/>
                </a:lnTo>
                <a:lnTo>
                  <a:pt x="144" y="470"/>
                </a:lnTo>
                <a:lnTo>
                  <a:pt x="144" y="469"/>
                </a:lnTo>
                <a:lnTo>
                  <a:pt x="145" y="469"/>
                </a:lnTo>
                <a:lnTo>
                  <a:pt x="146" y="469"/>
                </a:lnTo>
                <a:lnTo>
                  <a:pt x="146" y="468"/>
                </a:lnTo>
                <a:lnTo>
                  <a:pt x="147" y="468"/>
                </a:lnTo>
                <a:lnTo>
                  <a:pt x="148" y="468"/>
                </a:lnTo>
                <a:lnTo>
                  <a:pt x="148" y="467"/>
                </a:lnTo>
                <a:lnTo>
                  <a:pt x="149" y="467"/>
                </a:lnTo>
                <a:lnTo>
                  <a:pt x="149" y="468"/>
                </a:lnTo>
                <a:lnTo>
                  <a:pt x="149" y="469"/>
                </a:lnTo>
                <a:lnTo>
                  <a:pt x="150" y="469"/>
                </a:lnTo>
                <a:lnTo>
                  <a:pt x="150" y="468"/>
                </a:lnTo>
                <a:lnTo>
                  <a:pt x="151" y="469"/>
                </a:lnTo>
                <a:lnTo>
                  <a:pt x="152" y="469"/>
                </a:lnTo>
                <a:lnTo>
                  <a:pt x="152" y="470"/>
                </a:lnTo>
                <a:lnTo>
                  <a:pt x="151" y="470"/>
                </a:lnTo>
                <a:lnTo>
                  <a:pt x="151" y="471"/>
                </a:lnTo>
                <a:lnTo>
                  <a:pt x="151" y="472"/>
                </a:lnTo>
                <a:lnTo>
                  <a:pt x="150" y="472"/>
                </a:lnTo>
                <a:lnTo>
                  <a:pt x="149" y="471"/>
                </a:lnTo>
                <a:lnTo>
                  <a:pt x="148" y="471"/>
                </a:lnTo>
                <a:lnTo>
                  <a:pt x="148" y="472"/>
                </a:lnTo>
                <a:lnTo>
                  <a:pt x="147" y="472"/>
                </a:lnTo>
                <a:lnTo>
                  <a:pt x="147" y="473"/>
                </a:lnTo>
                <a:lnTo>
                  <a:pt x="147" y="474"/>
                </a:lnTo>
                <a:lnTo>
                  <a:pt x="146" y="475"/>
                </a:lnTo>
                <a:lnTo>
                  <a:pt x="146" y="476"/>
                </a:lnTo>
                <a:lnTo>
                  <a:pt x="147" y="476"/>
                </a:lnTo>
                <a:lnTo>
                  <a:pt x="147" y="477"/>
                </a:lnTo>
                <a:lnTo>
                  <a:pt x="148" y="478"/>
                </a:lnTo>
                <a:lnTo>
                  <a:pt x="147" y="478"/>
                </a:lnTo>
                <a:lnTo>
                  <a:pt x="146" y="478"/>
                </a:lnTo>
                <a:lnTo>
                  <a:pt x="146" y="479"/>
                </a:lnTo>
                <a:lnTo>
                  <a:pt x="145" y="478"/>
                </a:lnTo>
                <a:lnTo>
                  <a:pt x="144" y="478"/>
                </a:lnTo>
                <a:lnTo>
                  <a:pt x="144" y="477"/>
                </a:lnTo>
                <a:lnTo>
                  <a:pt x="143" y="477"/>
                </a:lnTo>
                <a:lnTo>
                  <a:pt x="143" y="478"/>
                </a:lnTo>
                <a:lnTo>
                  <a:pt x="142" y="478"/>
                </a:lnTo>
                <a:lnTo>
                  <a:pt x="142" y="479"/>
                </a:lnTo>
                <a:lnTo>
                  <a:pt x="141" y="481"/>
                </a:lnTo>
                <a:lnTo>
                  <a:pt x="141" y="483"/>
                </a:lnTo>
                <a:lnTo>
                  <a:pt x="142" y="483"/>
                </a:lnTo>
                <a:lnTo>
                  <a:pt x="142" y="484"/>
                </a:lnTo>
                <a:lnTo>
                  <a:pt x="142" y="485"/>
                </a:lnTo>
                <a:lnTo>
                  <a:pt x="143" y="485"/>
                </a:lnTo>
                <a:lnTo>
                  <a:pt x="143" y="484"/>
                </a:lnTo>
                <a:lnTo>
                  <a:pt x="143" y="485"/>
                </a:lnTo>
                <a:lnTo>
                  <a:pt x="144" y="485"/>
                </a:lnTo>
                <a:lnTo>
                  <a:pt x="143" y="486"/>
                </a:lnTo>
                <a:lnTo>
                  <a:pt x="143" y="485"/>
                </a:lnTo>
                <a:lnTo>
                  <a:pt x="142" y="485"/>
                </a:lnTo>
                <a:lnTo>
                  <a:pt x="141" y="485"/>
                </a:lnTo>
                <a:lnTo>
                  <a:pt x="141" y="486"/>
                </a:lnTo>
                <a:lnTo>
                  <a:pt x="140" y="486"/>
                </a:lnTo>
                <a:lnTo>
                  <a:pt x="139" y="486"/>
                </a:lnTo>
                <a:lnTo>
                  <a:pt x="138" y="486"/>
                </a:lnTo>
                <a:lnTo>
                  <a:pt x="137" y="487"/>
                </a:lnTo>
                <a:lnTo>
                  <a:pt x="137" y="486"/>
                </a:lnTo>
                <a:lnTo>
                  <a:pt x="136" y="486"/>
                </a:lnTo>
                <a:lnTo>
                  <a:pt x="135" y="486"/>
                </a:lnTo>
                <a:lnTo>
                  <a:pt x="134" y="486"/>
                </a:lnTo>
                <a:lnTo>
                  <a:pt x="133" y="487"/>
                </a:lnTo>
                <a:lnTo>
                  <a:pt x="132" y="487"/>
                </a:lnTo>
                <a:lnTo>
                  <a:pt x="132" y="486"/>
                </a:lnTo>
                <a:lnTo>
                  <a:pt x="133" y="485"/>
                </a:lnTo>
                <a:lnTo>
                  <a:pt x="134" y="485"/>
                </a:lnTo>
                <a:lnTo>
                  <a:pt x="135" y="484"/>
                </a:lnTo>
                <a:lnTo>
                  <a:pt x="135" y="483"/>
                </a:lnTo>
                <a:lnTo>
                  <a:pt x="136" y="483"/>
                </a:lnTo>
                <a:lnTo>
                  <a:pt x="137" y="482"/>
                </a:lnTo>
                <a:lnTo>
                  <a:pt x="138" y="480"/>
                </a:lnTo>
                <a:lnTo>
                  <a:pt x="138" y="479"/>
                </a:lnTo>
                <a:lnTo>
                  <a:pt x="137" y="476"/>
                </a:lnTo>
                <a:lnTo>
                  <a:pt x="136" y="476"/>
                </a:lnTo>
                <a:lnTo>
                  <a:pt x="135" y="476"/>
                </a:lnTo>
                <a:lnTo>
                  <a:pt x="135" y="475"/>
                </a:lnTo>
                <a:lnTo>
                  <a:pt x="135" y="474"/>
                </a:lnTo>
                <a:lnTo>
                  <a:pt x="136" y="473"/>
                </a:lnTo>
                <a:lnTo>
                  <a:pt x="136" y="472"/>
                </a:lnTo>
                <a:lnTo>
                  <a:pt x="137" y="472"/>
                </a:lnTo>
                <a:lnTo>
                  <a:pt x="137" y="471"/>
                </a:lnTo>
                <a:lnTo>
                  <a:pt x="136" y="471"/>
                </a:lnTo>
                <a:lnTo>
                  <a:pt x="136" y="470"/>
                </a:lnTo>
                <a:lnTo>
                  <a:pt x="135" y="470"/>
                </a:lnTo>
                <a:lnTo>
                  <a:pt x="135" y="469"/>
                </a:lnTo>
                <a:lnTo>
                  <a:pt x="136" y="468"/>
                </a:lnTo>
                <a:lnTo>
                  <a:pt x="137" y="467"/>
                </a:lnTo>
                <a:lnTo>
                  <a:pt x="138" y="466"/>
                </a:lnTo>
                <a:lnTo>
                  <a:pt x="139" y="465"/>
                </a:lnTo>
                <a:lnTo>
                  <a:pt x="140" y="465"/>
                </a:lnTo>
                <a:lnTo>
                  <a:pt x="140" y="466"/>
                </a:lnTo>
                <a:lnTo>
                  <a:pt x="141" y="466"/>
                </a:lnTo>
                <a:lnTo>
                  <a:pt x="140" y="465"/>
                </a:lnTo>
                <a:lnTo>
                  <a:pt x="139" y="465"/>
                </a:lnTo>
                <a:lnTo>
                  <a:pt x="138" y="465"/>
                </a:lnTo>
                <a:lnTo>
                  <a:pt x="137" y="466"/>
                </a:lnTo>
                <a:lnTo>
                  <a:pt x="136" y="467"/>
                </a:lnTo>
                <a:lnTo>
                  <a:pt x="135" y="468"/>
                </a:lnTo>
                <a:lnTo>
                  <a:pt x="134" y="468"/>
                </a:lnTo>
                <a:lnTo>
                  <a:pt x="133" y="468"/>
                </a:lnTo>
                <a:lnTo>
                  <a:pt x="132" y="468"/>
                </a:lnTo>
                <a:lnTo>
                  <a:pt x="132" y="469"/>
                </a:lnTo>
                <a:lnTo>
                  <a:pt x="131" y="469"/>
                </a:lnTo>
                <a:lnTo>
                  <a:pt x="130" y="470"/>
                </a:lnTo>
                <a:lnTo>
                  <a:pt x="129" y="470"/>
                </a:lnTo>
                <a:lnTo>
                  <a:pt x="128" y="471"/>
                </a:lnTo>
                <a:lnTo>
                  <a:pt x="128" y="472"/>
                </a:lnTo>
                <a:lnTo>
                  <a:pt x="129" y="474"/>
                </a:lnTo>
                <a:lnTo>
                  <a:pt x="129" y="475"/>
                </a:lnTo>
                <a:lnTo>
                  <a:pt x="129" y="476"/>
                </a:lnTo>
                <a:lnTo>
                  <a:pt x="128" y="476"/>
                </a:lnTo>
                <a:lnTo>
                  <a:pt x="128" y="478"/>
                </a:lnTo>
                <a:lnTo>
                  <a:pt x="128" y="479"/>
                </a:lnTo>
                <a:lnTo>
                  <a:pt x="129" y="479"/>
                </a:lnTo>
                <a:lnTo>
                  <a:pt x="129" y="480"/>
                </a:lnTo>
                <a:lnTo>
                  <a:pt x="129" y="481"/>
                </a:lnTo>
                <a:lnTo>
                  <a:pt x="128" y="481"/>
                </a:lnTo>
                <a:lnTo>
                  <a:pt x="127" y="481"/>
                </a:lnTo>
                <a:lnTo>
                  <a:pt x="127" y="482"/>
                </a:lnTo>
                <a:lnTo>
                  <a:pt x="127" y="483"/>
                </a:lnTo>
                <a:lnTo>
                  <a:pt x="126" y="483"/>
                </a:lnTo>
                <a:lnTo>
                  <a:pt x="125" y="484"/>
                </a:lnTo>
                <a:lnTo>
                  <a:pt x="125" y="483"/>
                </a:lnTo>
                <a:lnTo>
                  <a:pt x="125" y="482"/>
                </a:lnTo>
                <a:lnTo>
                  <a:pt x="125" y="481"/>
                </a:lnTo>
                <a:lnTo>
                  <a:pt x="125" y="480"/>
                </a:lnTo>
                <a:lnTo>
                  <a:pt x="125" y="479"/>
                </a:lnTo>
                <a:lnTo>
                  <a:pt x="125" y="478"/>
                </a:lnTo>
                <a:lnTo>
                  <a:pt x="126" y="478"/>
                </a:lnTo>
                <a:lnTo>
                  <a:pt x="126" y="477"/>
                </a:lnTo>
                <a:lnTo>
                  <a:pt x="126" y="476"/>
                </a:lnTo>
                <a:lnTo>
                  <a:pt x="126" y="475"/>
                </a:lnTo>
                <a:lnTo>
                  <a:pt x="125" y="475"/>
                </a:lnTo>
                <a:lnTo>
                  <a:pt x="124" y="475"/>
                </a:lnTo>
                <a:lnTo>
                  <a:pt x="125" y="475"/>
                </a:lnTo>
                <a:lnTo>
                  <a:pt x="125" y="476"/>
                </a:lnTo>
                <a:lnTo>
                  <a:pt x="126" y="476"/>
                </a:lnTo>
                <a:lnTo>
                  <a:pt x="125" y="476"/>
                </a:lnTo>
                <a:lnTo>
                  <a:pt x="125" y="477"/>
                </a:lnTo>
                <a:lnTo>
                  <a:pt x="125" y="478"/>
                </a:lnTo>
                <a:lnTo>
                  <a:pt x="124" y="478"/>
                </a:lnTo>
                <a:lnTo>
                  <a:pt x="124" y="477"/>
                </a:lnTo>
                <a:lnTo>
                  <a:pt x="124" y="476"/>
                </a:lnTo>
                <a:lnTo>
                  <a:pt x="123" y="475"/>
                </a:lnTo>
                <a:lnTo>
                  <a:pt x="123" y="476"/>
                </a:lnTo>
                <a:lnTo>
                  <a:pt x="124" y="477"/>
                </a:lnTo>
                <a:lnTo>
                  <a:pt x="124" y="478"/>
                </a:lnTo>
                <a:lnTo>
                  <a:pt x="123" y="478"/>
                </a:lnTo>
                <a:lnTo>
                  <a:pt x="124" y="478"/>
                </a:lnTo>
                <a:lnTo>
                  <a:pt x="124" y="479"/>
                </a:lnTo>
                <a:lnTo>
                  <a:pt x="124" y="480"/>
                </a:lnTo>
                <a:lnTo>
                  <a:pt x="124" y="481"/>
                </a:lnTo>
                <a:lnTo>
                  <a:pt x="123" y="481"/>
                </a:lnTo>
                <a:lnTo>
                  <a:pt x="122" y="482"/>
                </a:lnTo>
                <a:lnTo>
                  <a:pt x="121" y="482"/>
                </a:lnTo>
                <a:lnTo>
                  <a:pt x="121" y="481"/>
                </a:lnTo>
                <a:lnTo>
                  <a:pt x="120" y="481"/>
                </a:lnTo>
                <a:lnTo>
                  <a:pt x="119" y="480"/>
                </a:lnTo>
                <a:lnTo>
                  <a:pt x="118" y="480"/>
                </a:lnTo>
                <a:lnTo>
                  <a:pt x="118" y="479"/>
                </a:lnTo>
                <a:lnTo>
                  <a:pt x="117" y="479"/>
                </a:lnTo>
                <a:lnTo>
                  <a:pt x="117" y="478"/>
                </a:lnTo>
                <a:lnTo>
                  <a:pt x="116" y="478"/>
                </a:lnTo>
                <a:lnTo>
                  <a:pt x="115" y="478"/>
                </a:lnTo>
                <a:lnTo>
                  <a:pt x="115" y="479"/>
                </a:lnTo>
                <a:lnTo>
                  <a:pt x="115" y="478"/>
                </a:lnTo>
                <a:lnTo>
                  <a:pt x="114" y="478"/>
                </a:lnTo>
                <a:lnTo>
                  <a:pt x="113" y="477"/>
                </a:lnTo>
                <a:lnTo>
                  <a:pt x="112" y="477"/>
                </a:lnTo>
                <a:lnTo>
                  <a:pt x="111" y="476"/>
                </a:lnTo>
                <a:lnTo>
                  <a:pt x="111" y="475"/>
                </a:lnTo>
                <a:lnTo>
                  <a:pt x="110" y="476"/>
                </a:lnTo>
                <a:lnTo>
                  <a:pt x="109" y="475"/>
                </a:lnTo>
                <a:lnTo>
                  <a:pt x="108" y="473"/>
                </a:lnTo>
                <a:lnTo>
                  <a:pt x="108" y="472"/>
                </a:lnTo>
                <a:lnTo>
                  <a:pt x="108" y="471"/>
                </a:lnTo>
                <a:lnTo>
                  <a:pt x="108" y="470"/>
                </a:lnTo>
                <a:lnTo>
                  <a:pt x="108" y="469"/>
                </a:lnTo>
                <a:lnTo>
                  <a:pt x="108" y="468"/>
                </a:lnTo>
                <a:lnTo>
                  <a:pt x="107" y="465"/>
                </a:lnTo>
                <a:lnTo>
                  <a:pt x="107" y="464"/>
                </a:lnTo>
                <a:lnTo>
                  <a:pt x="106" y="463"/>
                </a:lnTo>
                <a:lnTo>
                  <a:pt x="105" y="462"/>
                </a:lnTo>
                <a:lnTo>
                  <a:pt x="106" y="462"/>
                </a:lnTo>
                <a:lnTo>
                  <a:pt x="106" y="461"/>
                </a:lnTo>
                <a:lnTo>
                  <a:pt x="107" y="461"/>
                </a:lnTo>
                <a:lnTo>
                  <a:pt x="107" y="460"/>
                </a:lnTo>
                <a:lnTo>
                  <a:pt x="106" y="460"/>
                </a:lnTo>
                <a:lnTo>
                  <a:pt x="105" y="459"/>
                </a:lnTo>
                <a:lnTo>
                  <a:pt x="104" y="457"/>
                </a:lnTo>
                <a:lnTo>
                  <a:pt x="103" y="457"/>
                </a:lnTo>
                <a:lnTo>
                  <a:pt x="102" y="457"/>
                </a:lnTo>
                <a:lnTo>
                  <a:pt x="101" y="457"/>
                </a:lnTo>
                <a:lnTo>
                  <a:pt x="100" y="457"/>
                </a:lnTo>
                <a:lnTo>
                  <a:pt x="100" y="456"/>
                </a:lnTo>
                <a:lnTo>
                  <a:pt x="101" y="456"/>
                </a:lnTo>
                <a:lnTo>
                  <a:pt x="102" y="455"/>
                </a:lnTo>
                <a:lnTo>
                  <a:pt x="101" y="454"/>
                </a:lnTo>
                <a:lnTo>
                  <a:pt x="101" y="453"/>
                </a:lnTo>
                <a:lnTo>
                  <a:pt x="100" y="453"/>
                </a:lnTo>
                <a:lnTo>
                  <a:pt x="100" y="452"/>
                </a:lnTo>
                <a:lnTo>
                  <a:pt x="100" y="451"/>
                </a:lnTo>
                <a:lnTo>
                  <a:pt x="101" y="451"/>
                </a:lnTo>
                <a:lnTo>
                  <a:pt x="101" y="450"/>
                </a:lnTo>
                <a:lnTo>
                  <a:pt x="102" y="448"/>
                </a:lnTo>
                <a:lnTo>
                  <a:pt x="102" y="447"/>
                </a:lnTo>
                <a:lnTo>
                  <a:pt x="101" y="446"/>
                </a:lnTo>
                <a:lnTo>
                  <a:pt x="101" y="445"/>
                </a:lnTo>
                <a:lnTo>
                  <a:pt x="101" y="444"/>
                </a:lnTo>
                <a:lnTo>
                  <a:pt x="101" y="443"/>
                </a:lnTo>
                <a:lnTo>
                  <a:pt x="102" y="443"/>
                </a:lnTo>
                <a:lnTo>
                  <a:pt x="101" y="442"/>
                </a:lnTo>
                <a:lnTo>
                  <a:pt x="100" y="442"/>
                </a:lnTo>
                <a:lnTo>
                  <a:pt x="100" y="441"/>
                </a:lnTo>
                <a:lnTo>
                  <a:pt x="100" y="442"/>
                </a:lnTo>
                <a:lnTo>
                  <a:pt x="99" y="442"/>
                </a:lnTo>
                <a:lnTo>
                  <a:pt x="100" y="441"/>
                </a:lnTo>
                <a:lnTo>
                  <a:pt x="99" y="440"/>
                </a:lnTo>
                <a:lnTo>
                  <a:pt x="98" y="440"/>
                </a:lnTo>
                <a:lnTo>
                  <a:pt x="98" y="439"/>
                </a:lnTo>
                <a:lnTo>
                  <a:pt x="99" y="439"/>
                </a:lnTo>
                <a:lnTo>
                  <a:pt x="99" y="437"/>
                </a:lnTo>
                <a:lnTo>
                  <a:pt x="98" y="437"/>
                </a:lnTo>
                <a:lnTo>
                  <a:pt x="98" y="436"/>
                </a:lnTo>
                <a:lnTo>
                  <a:pt x="97" y="436"/>
                </a:lnTo>
                <a:lnTo>
                  <a:pt x="97" y="435"/>
                </a:lnTo>
                <a:lnTo>
                  <a:pt x="97" y="434"/>
                </a:lnTo>
                <a:lnTo>
                  <a:pt x="97" y="433"/>
                </a:lnTo>
                <a:lnTo>
                  <a:pt x="97" y="432"/>
                </a:lnTo>
                <a:lnTo>
                  <a:pt x="97" y="431"/>
                </a:lnTo>
                <a:lnTo>
                  <a:pt x="98" y="431"/>
                </a:lnTo>
                <a:lnTo>
                  <a:pt x="98" y="430"/>
                </a:lnTo>
                <a:lnTo>
                  <a:pt x="98" y="429"/>
                </a:lnTo>
                <a:lnTo>
                  <a:pt x="99" y="429"/>
                </a:lnTo>
                <a:lnTo>
                  <a:pt x="99" y="428"/>
                </a:lnTo>
                <a:lnTo>
                  <a:pt x="100" y="428"/>
                </a:lnTo>
                <a:lnTo>
                  <a:pt x="100" y="427"/>
                </a:lnTo>
                <a:lnTo>
                  <a:pt x="101" y="427"/>
                </a:lnTo>
                <a:lnTo>
                  <a:pt x="101" y="426"/>
                </a:lnTo>
                <a:lnTo>
                  <a:pt x="102" y="426"/>
                </a:lnTo>
                <a:lnTo>
                  <a:pt x="102" y="425"/>
                </a:lnTo>
                <a:lnTo>
                  <a:pt x="103" y="425"/>
                </a:lnTo>
                <a:lnTo>
                  <a:pt x="103" y="424"/>
                </a:lnTo>
                <a:lnTo>
                  <a:pt x="103" y="423"/>
                </a:lnTo>
                <a:lnTo>
                  <a:pt x="102" y="423"/>
                </a:lnTo>
                <a:lnTo>
                  <a:pt x="102" y="422"/>
                </a:lnTo>
                <a:lnTo>
                  <a:pt x="101" y="422"/>
                </a:lnTo>
                <a:lnTo>
                  <a:pt x="100" y="422"/>
                </a:lnTo>
                <a:lnTo>
                  <a:pt x="100" y="421"/>
                </a:lnTo>
                <a:lnTo>
                  <a:pt x="100" y="420"/>
                </a:lnTo>
                <a:lnTo>
                  <a:pt x="98" y="420"/>
                </a:lnTo>
                <a:lnTo>
                  <a:pt x="98" y="419"/>
                </a:lnTo>
                <a:lnTo>
                  <a:pt x="98" y="418"/>
                </a:lnTo>
                <a:lnTo>
                  <a:pt x="98" y="417"/>
                </a:lnTo>
                <a:lnTo>
                  <a:pt x="98" y="416"/>
                </a:lnTo>
                <a:lnTo>
                  <a:pt x="98" y="415"/>
                </a:lnTo>
                <a:lnTo>
                  <a:pt x="98" y="414"/>
                </a:lnTo>
                <a:lnTo>
                  <a:pt x="98" y="413"/>
                </a:lnTo>
                <a:lnTo>
                  <a:pt x="97" y="413"/>
                </a:lnTo>
                <a:lnTo>
                  <a:pt x="96" y="414"/>
                </a:lnTo>
                <a:lnTo>
                  <a:pt x="96" y="413"/>
                </a:lnTo>
                <a:lnTo>
                  <a:pt x="96" y="412"/>
                </a:lnTo>
                <a:lnTo>
                  <a:pt x="96" y="411"/>
                </a:lnTo>
                <a:lnTo>
                  <a:pt x="96" y="410"/>
                </a:lnTo>
                <a:lnTo>
                  <a:pt x="96" y="409"/>
                </a:lnTo>
                <a:lnTo>
                  <a:pt x="95" y="409"/>
                </a:lnTo>
                <a:lnTo>
                  <a:pt x="95" y="408"/>
                </a:lnTo>
                <a:lnTo>
                  <a:pt x="95" y="407"/>
                </a:lnTo>
                <a:lnTo>
                  <a:pt x="94" y="407"/>
                </a:lnTo>
                <a:lnTo>
                  <a:pt x="94" y="406"/>
                </a:lnTo>
                <a:lnTo>
                  <a:pt x="94" y="407"/>
                </a:lnTo>
                <a:lnTo>
                  <a:pt x="95" y="406"/>
                </a:lnTo>
                <a:lnTo>
                  <a:pt x="94" y="406"/>
                </a:lnTo>
                <a:lnTo>
                  <a:pt x="94" y="405"/>
                </a:lnTo>
                <a:lnTo>
                  <a:pt x="95" y="405"/>
                </a:lnTo>
                <a:lnTo>
                  <a:pt x="94" y="404"/>
                </a:lnTo>
                <a:lnTo>
                  <a:pt x="94" y="403"/>
                </a:lnTo>
                <a:lnTo>
                  <a:pt x="93" y="402"/>
                </a:lnTo>
                <a:lnTo>
                  <a:pt x="92" y="403"/>
                </a:lnTo>
                <a:lnTo>
                  <a:pt x="92" y="402"/>
                </a:lnTo>
                <a:lnTo>
                  <a:pt x="92" y="401"/>
                </a:lnTo>
                <a:lnTo>
                  <a:pt x="91" y="401"/>
                </a:lnTo>
                <a:lnTo>
                  <a:pt x="91" y="400"/>
                </a:lnTo>
                <a:lnTo>
                  <a:pt x="91" y="399"/>
                </a:lnTo>
                <a:lnTo>
                  <a:pt x="90" y="399"/>
                </a:lnTo>
                <a:lnTo>
                  <a:pt x="89" y="398"/>
                </a:lnTo>
                <a:lnTo>
                  <a:pt x="89" y="397"/>
                </a:lnTo>
                <a:lnTo>
                  <a:pt x="89" y="396"/>
                </a:lnTo>
                <a:lnTo>
                  <a:pt x="90" y="396"/>
                </a:lnTo>
                <a:lnTo>
                  <a:pt x="91" y="396"/>
                </a:lnTo>
                <a:lnTo>
                  <a:pt x="91" y="395"/>
                </a:lnTo>
                <a:lnTo>
                  <a:pt x="90" y="395"/>
                </a:lnTo>
                <a:lnTo>
                  <a:pt x="90" y="394"/>
                </a:lnTo>
                <a:lnTo>
                  <a:pt x="89" y="393"/>
                </a:lnTo>
                <a:lnTo>
                  <a:pt x="89" y="392"/>
                </a:lnTo>
                <a:lnTo>
                  <a:pt x="88" y="392"/>
                </a:lnTo>
                <a:lnTo>
                  <a:pt x="88" y="393"/>
                </a:lnTo>
                <a:lnTo>
                  <a:pt x="87" y="393"/>
                </a:lnTo>
                <a:lnTo>
                  <a:pt x="87" y="392"/>
                </a:lnTo>
                <a:lnTo>
                  <a:pt x="86" y="392"/>
                </a:lnTo>
                <a:lnTo>
                  <a:pt x="85" y="392"/>
                </a:lnTo>
                <a:lnTo>
                  <a:pt x="85" y="391"/>
                </a:lnTo>
                <a:lnTo>
                  <a:pt x="84" y="391"/>
                </a:lnTo>
                <a:lnTo>
                  <a:pt x="84" y="390"/>
                </a:lnTo>
                <a:lnTo>
                  <a:pt x="84" y="389"/>
                </a:lnTo>
                <a:lnTo>
                  <a:pt x="83" y="388"/>
                </a:lnTo>
                <a:lnTo>
                  <a:pt x="82" y="387"/>
                </a:lnTo>
                <a:lnTo>
                  <a:pt x="82" y="386"/>
                </a:lnTo>
                <a:lnTo>
                  <a:pt x="82" y="385"/>
                </a:lnTo>
                <a:lnTo>
                  <a:pt x="83" y="385"/>
                </a:lnTo>
                <a:lnTo>
                  <a:pt x="83" y="384"/>
                </a:lnTo>
                <a:lnTo>
                  <a:pt x="82" y="384"/>
                </a:lnTo>
                <a:lnTo>
                  <a:pt x="82" y="383"/>
                </a:lnTo>
                <a:lnTo>
                  <a:pt x="83" y="382"/>
                </a:lnTo>
                <a:lnTo>
                  <a:pt x="84" y="381"/>
                </a:lnTo>
                <a:lnTo>
                  <a:pt x="84" y="380"/>
                </a:lnTo>
                <a:lnTo>
                  <a:pt x="85" y="379"/>
                </a:lnTo>
                <a:lnTo>
                  <a:pt x="85" y="378"/>
                </a:lnTo>
                <a:lnTo>
                  <a:pt x="85" y="377"/>
                </a:lnTo>
                <a:lnTo>
                  <a:pt x="86" y="377"/>
                </a:lnTo>
                <a:lnTo>
                  <a:pt x="87" y="377"/>
                </a:lnTo>
                <a:lnTo>
                  <a:pt x="87" y="376"/>
                </a:lnTo>
                <a:lnTo>
                  <a:pt x="87" y="375"/>
                </a:lnTo>
                <a:lnTo>
                  <a:pt x="86" y="375"/>
                </a:lnTo>
                <a:lnTo>
                  <a:pt x="86" y="374"/>
                </a:lnTo>
                <a:lnTo>
                  <a:pt x="86" y="373"/>
                </a:lnTo>
                <a:lnTo>
                  <a:pt x="85" y="373"/>
                </a:lnTo>
                <a:lnTo>
                  <a:pt x="84" y="373"/>
                </a:lnTo>
                <a:lnTo>
                  <a:pt x="83" y="374"/>
                </a:lnTo>
                <a:lnTo>
                  <a:pt x="82" y="375"/>
                </a:lnTo>
                <a:lnTo>
                  <a:pt x="81" y="376"/>
                </a:lnTo>
                <a:lnTo>
                  <a:pt x="81" y="375"/>
                </a:lnTo>
                <a:lnTo>
                  <a:pt x="80" y="375"/>
                </a:lnTo>
                <a:lnTo>
                  <a:pt x="80" y="374"/>
                </a:lnTo>
                <a:lnTo>
                  <a:pt x="79" y="374"/>
                </a:lnTo>
                <a:lnTo>
                  <a:pt x="78" y="375"/>
                </a:lnTo>
                <a:lnTo>
                  <a:pt x="77" y="375"/>
                </a:lnTo>
                <a:lnTo>
                  <a:pt x="77" y="376"/>
                </a:lnTo>
                <a:lnTo>
                  <a:pt x="76" y="375"/>
                </a:lnTo>
                <a:lnTo>
                  <a:pt x="75" y="375"/>
                </a:lnTo>
                <a:lnTo>
                  <a:pt x="74" y="375"/>
                </a:lnTo>
                <a:lnTo>
                  <a:pt x="73" y="375"/>
                </a:lnTo>
                <a:lnTo>
                  <a:pt x="73" y="376"/>
                </a:lnTo>
                <a:lnTo>
                  <a:pt x="72" y="376"/>
                </a:lnTo>
                <a:lnTo>
                  <a:pt x="71" y="376"/>
                </a:lnTo>
                <a:lnTo>
                  <a:pt x="71" y="377"/>
                </a:lnTo>
                <a:lnTo>
                  <a:pt x="70" y="377"/>
                </a:lnTo>
                <a:lnTo>
                  <a:pt x="69" y="377"/>
                </a:lnTo>
                <a:lnTo>
                  <a:pt x="69" y="376"/>
                </a:lnTo>
                <a:lnTo>
                  <a:pt x="69" y="377"/>
                </a:lnTo>
                <a:lnTo>
                  <a:pt x="68" y="376"/>
                </a:lnTo>
                <a:lnTo>
                  <a:pt x="67" y="376"/>
                </a:lnTo>
                <a:lnTo>
                  <a:pt x="67" y="377"/>
                </a:lnTo>
                <a:lnTo>
                  <a:pt x="66" y="378"/>
                </a:lnTo>
                <a:lnTo>
                  <a:pt x="65" y="378"/>
                </a:lnTo>
                <a:lnTo>
                  <a:pt x="65" y="379"/>
                </a:lnTo>
                <a:lnTo>
                  <a:pt x="64" y="379"/>
                </a:lnTo>
                <a:lnTo>
                  <a:pt x="64" y="380"/>
                </a:lnTo>
                <a:lnTo>
                  <a:pt x="63" y="381"/>
                </a:lnTo>
                <a:lnTo>
                  <a:pt x="63" y="380"/>
                </a:lnTo>
                <a:lnTo>
                  <a:pt x="62" y="380"/>
                </a:lnTo>
                <a:lnTo>
                  <a:pt x="61" y="381"/>
                </a:lnTo>
                <a:lnTo>
                  <a:pt x="61" y="380"/>
                </a:lnTo>
                <a:lnTo>
                  <a:pt x="60" y="380"/>
                </a:lnTo>
                <a:lnTo>
                  <a:pt x="59" y="379"/>
                </a:lnTo>
                <a:lnTo>
                  <a:pt x="59" y="378"/>
                </a:lnTo>
                <a:lnTo>
                  <a:pt x="60" y="378"/>
                </a:lnTo>
                <a:lnTo>
                  <a:pt x="59" y="377"/>
                </a:lnTo>
                <a:lnTo>
                  <a:pt x="60" y="377"/>
                </a:lnTo>
                <a:lnTo>
                  <a:pt x="60" y="376"/>
                </a:lnTo>
                <a:lnTo>
                  <a:pt x="60" y="375"/>
                </a:lnTo>
                <a:lnTo>
                  <a:pt x="59" y="375"/>
                </a:lnTo>
                <a:lnTo>
                  <a:pt x="59" y="374"/>
                </a:lnTo>
                <a:lnTo>
                  <a:pt x="59" y="373"/>
                </a:lnTo>
                <a:lnTo>
                  <a:pt x="59" y="372"/>
                </a:lnTo>
                <a:lnTo>
                  <a:pt x="59" y="371"/>
                </a:lnTo>
                <a:lnTo>
                  <a:pt x="58" y="371"/>
                </a:lnTo>
                <a:lnTo>
                  <a:pt x="58" y="370"/>
                </a:lnTo>
                <a:lnTo>
                  <a:pt x="57" y="369"/>
                </a:lnTo>
                <a:lnTo>
                  <a:pt x="56" y="369"/>
                </a:lnTo>
                <a:lnTo>
                  <a:pt x="55" y="369"/>
                </a:lnTo>
                <a:lnTo>
                  <a:pt x="55" y="370"/>
                </a:lnTo>
                <a:lnTo>
                  <a:pt x="54" y="370"/>
                </a:lnTo>
                <a:lnTo>
                  <a:pt x="53" y="370"/>
                </a:lnTo>
                <a:lnTo>
                  <a:pt x="53" y="369"/>
                </a:lnTo>
                <a:lnTo>
                  <a:pt x="53" y="368"/>
                </a:lnTo>
                <a:lnTo>
                  <a:pt x="53" y="367"/>
                </a:lnTo>
                <a:lnTo>
                  <a:pt x="52" y="368"/>
                </a:lnTo>
                <a:lnTo>
                  <a:pt x="52" y="367"/>
                </a:lnTo>
                <a:lnTo>
                  <a:pt x="51" y="367"/>
                </a:lnTo>
                <a:lnTo>
                  <a:pt x="51" y="366"/>
                </a:lnTo>
                <a:lnTo>
                  <a:pt x="51" y="365"/>
                </a:lnTo>
                <a:lnTo>
                  <a:pt x="51" y="364"/>
                </a:lnTo>
                <a:lnTo>
                  <a:pt x="51" y="363"/>
                </a:lnTo>
                <a:lnTo>
                  <a:pt x="50" y="363"/>
                </a:lnTo>
                <a:lnTo>
                  <a:pt x="50" y="362"/>
                </a:lnTo>
                <a:lnTo>
                  <a:pt x="49" y="361"/>
                </a:lnTo>
                <a:lnTo>
                  <a:pt x="49" y="362"/>
                </a:lnTo>
                <a:lnTo>
                  <a:pt x="48" y="362"/>
                </a:lnTo>
                <a:lnTo>
                  <a:pt x="48" y="361"/>
                </a:lnTo>
                <a:lnTo>
                  <a:pt x="47" y="361"/>
                </a:lnTo>
                <a:lnTo>
                  <a:pt x="47" y="360"/>
                </a:lnTo>
                <a:lnTo>
                  <a:pt x="47" y="359"/>
                </a:lnTo>
                <a:lnTo>
                  <a:pt x="48" y="359"/>
                </a:lnTo>
                <a:lnTo>
                  <a:pt x="49" y="358"/>
                </a:lnTo>
                <a:lnTo>
                  <a:pt x="50" y="358"/>
                </a:lnTo>
                <a:lnTo>
                  <a:pt x="51" y="357"/>
                </a:lnTo>
                <a:lnTo>
                  <a:pt x="50" y="356"/>
                </a:lnTo>
                <a:lnTo>
                  <a:pt x="49" y="355"/>
                </a:lnTo>
                <a:lnTo>
                  <a:pt x="49" y="354"/>
                </a:lnTo>
                <a:lnTo>
                  <a:pt x="49" y="353"/>
                </a:lnTo>
                <a:lnTo>
                  <a:pt x="48" y="353"/>
                </a:lnTo>
                <a:lnTo>
                  <a:pt x="47" y="353"/>
                </a:lnTo>
                <a:lnTo>
                  <a:pt x="47" y="354"/>
                </a:lnTo>
                <a:lnTo>
                  <a:pt x="46" y="354"/>
                </a:lnTo>
                <a:lnTo>
                  <a:pt x="46" y="355"/>
                </a:lnTo>
                <a:lnTo>
                  <a:pt x="45" y="355"/>
                </a:lnTo>
                <a:lnTo>
                  <a:pt x="45" y="357"/>
                </a:lnTo>
                <a:lnTo>
                  <a:pt x="45" y="358"/>
                </a:lnTo>
                <a:lnTo>
                  <a:pt x="44" y="358"/>
                </a:lnTo>
                <a:lnTo>
                  <a:pt x="44" y="359"/>
                </a:lnTo>
                <a:lnTo>
                  <a:pt x="43" y="358"/>
                </a:lnTo>
                <a:lnTo>
                  <a:pt x="42" y="359"/>
                </a:lnTo>
                <a:lnTo>
                  <a:pt x="41" y="360"/>
                </a:lnTo>
                <a:lnTo>
                  <a:pt x="40" y="361"/>
                </a:lnTo>
                <a:lnTo>
                  <a:pt x="39" y="361"/>
                </a:lnTo>
                <a:lnTo>
                  <a:pt x="38" y="361"/>
                </a:lnTo>
                <a:lnTo>
                  <a:pt x="37" y="361"/>
                </a:lnTo>
                <a:lnTo>
                  <a:pt x="36" y="362"/>
                </a:lnTo>
                <a:lnTo>
                  <a:pt x="35" y="362"/>
                </a:lnTo>
                <a:lnTo>
                  <a:pt x="35" y="361"/>
                </a:lnTo>
                <a:lnTo>
                  <a:pt x="34" y="361"/>
                </a:lnTo>
                <a:lnTo>
                  <a:pt x="35" y="359"/>
                </a:lnTo>
                <a:lnTo>
                  <a:pt x="36" y="359"/>
                </a:lnTo>
                <a:lnTo>
                  <a:pt x="36" y="358"/>
                </a:lnTo>
                <a:lnTo>
                  <a:pt x="35" y="358"/>
                </a:lnTo>
                <a:lnTo>
                  <a:pt x="34" y="358"/>
                </a:lnTo>
                <a:lnTo>
                  <a:pt x="33" y="357"/>
                </a:lnTo>
                <a:lnTo>
                  <a:pt x="33" y="356"/>
                </a:lnTo>
                <a:lnTo>
                  <a:pt x="32" y="355"/>
                </a:lnTo>
                <a:lnTo>
                  <a:pt x="31" y="355"/>
                </a:lnTo>
                <a:lnTo>
                  <a:pt x="31" y="354"/>
                </a:lnTo>
                <a:lnTo>
                  <a:pt x="31" y="353"/>
                </a:lnTo>
                <a:lnTo>
                  <a:pt x="30" y="353"/>
                </a:lnTo>
                <a:lnTo>
                  <a:pt x="30" y="354"/>
                </a:lnTo>
                <a:lnTo>
                  <a:pt x="29" y="354"/>
                </a:lnTo>
                <a:lnTo>
                  <a:pt x="29" y="355"/>
                </a:lnTo>
                <a:lnTo>
                  <a:pt x="28" y="355"/>
                </a:lnTo>
                <a:lnTo>
                  <a:pt x="27" y="356"/>
                </a:lnTo>
                <a:lnTo>
                  <a:pt x="26" y="356"/>
                </a:lnTo>
                <a:lnTo>
                  <a:pt x="25" y="356"/>
                </a:lnTo>
                <a:lnTo>
                  <a:pt x="24" y="356"/>
                </a:lnTo>
                <a:lnTo>
                  <a:pt x="23" y="356"/>
                </a:lnTo>
                <a:lnTo>
                  <a:pt x="22" y="356"/>
                </a:lnTo>
                <a:lnTo>
                  <a:pt x="22" y="357"/>
                </a:lnTo>
                <a:lnTo>
                  <a:pt x="21" y="357"/>
                </a:lnTo>
                <a:lnTo>
                  <a:pt x="21" y="356"/>
                </a:lnTo>
                <a:lnTo>
                  <a:pt x="21" y="355"/>
                </a:lnTo>
                <a:lnTo>
                  <a:pt x="20" y="355"/>
                </a:lnTo>
                <a:lnTo>
                  <a:pt x="20" y="356"/>
                </a:lnTo>
                <a:lnTo>
                  <a:pt x="19" y="355"/>
                </a:lnTo>
                <a:lnTo>
                  <a:pt x="18" y="354"/>
                </a:lnTo>
                <a:lnTo>
                  <a:pt x="18" y="353"/>
                </a:lnTo>
                <a:lnTo>
                  <a:pt x="17" y="353"/>
                </a:lnTo>
                <a:lnTo>
                  <a:pt x="17" y="352"/>
                </a:lnTo>
                <a:lnTo>
                  <a:pt x="17" y="351"/>
                </a:lnTo>
                <a:lnTo>
                  <a:pt x="16" y="351"/>
                </a:lnTo>
                <a:lnTo>
                  <a:pt x="15" y="350"/>
                </a:lnTo>
                <a:lnTo>
                  <a:pt x="14" y="351"/>
                </a:lnTo>
                <a:lnTo>
                  <a:pt x="13" y="351"/>
                </a:lnTo>
                <a:lnTo>
                  <a:pt x="12" y="351"/>
                </a:lnTo>
                <a:lnTo>
                  <a:pt x="12" y="350"/>
                </a:lnTo>
                <a:lnTo>
                  <a:pt x="12" y="349"/>
                </a:lnTo>
                <a:lnTo>
                  <a:pt x="11" y="349"/>
                </a:lnTo>
                <a:lnTo>
                  <a:pt x="10" y="349"/>
                </a:lnTo>
                <a:lnTo>
                  <a:pt x="9" y="349"/>
                </a:lnTo>
                <a:lnTo>
                  <a:pt x="8" y="349"/>
                </a:lnTo>
                <a:lnTo>
                  <a:pt x="7" y="349"/>
                </a:lnTo>
                <a:lnTo>
                  <a:pt x="6" y="348"/>
                </a:lnTo>
                <a:lnTo>
                  <a:pt x="5" y="348"/>
                </a:lnTo>
                <a:lnTo>
                  <a:pt x="5" y="347"/>
                </a:lnTo>
                <a:lnTo>
                  <a:pt x="4" y="347"/>
                </a:lnTo>
                <a:lnTo>
                  <a:pt x="3" y="346"/>
                </a:lnTo>
                <a:lnTo>
                  <a:pt x="3" y="345"/>
                </a:lnTo>
                <a:lnTo>
                  <a:pt x="2" y="345"/>
                </a:lnTo>
                <a:lnTo>
                  <a:pt x="2" y="344"/>
                </a:lnTo>
                <a:lnTo>
                  <a:pt x="2" y="343"/>
                </a:lnTo>
                <a:lnTo>
                  <a:pt x="3" y="343"/>
                </a:lnTo>
                <a:lnTo>
                  <a:pt x="4" y="343"/>
                </a:lnTo>
                <a:lnTo>
                  <a:pt x="4" y="344"/>
                </a:lnTo>
                <a:lnTo>
                  <a:pt x="5" y="344"/>
                </a:lnTo>
                <a:lnTo>
                  <a:pt x="6" y="345"/>
                </a:lnTo>
                <a:lnTo>
                  <a:pt x="6" y="344"/>
                </a:lnTo>
                <a:lnTo>
                  <a:pt x="7" y="344"/>
                </a:lnTo>
                <a:lnTo>
                  <a:pt x="6" y="344"/>
                </a:lnTo>
                <a:lnTo>
                  <a:pt x="6" y="343"/>
                </a:lnTo>
                <a:lnTo>
                  <a:pt x="5" y="342"/>
                </a:lnTo>
                <a:lnTo>
                  <a:pt x="5" y="341"/>
                </a:lnTo>
                <a:lnTo>
                  <a:pt x="4" y="341"/>
                </a:lnTo>
                <a:lnTo>
                  <a:pt x="3" y="341"/>
                </a:lnTo>
                <a:lnTo>
                  <a:pt x="2" y="340"/>
                </a:lnTo>
                <a:lnTo>
                  <a:pt x="2" y="339"/>
                </a:lnTo>
                <a:lnTo>
                  <a:pt x="2" y="338"/>
                </a:lnTo>
                <a:lnTo>
                  <a:pt x="3" y="338"/>
                </a:lnTo>
                <a:lnTo>
                  <a:pt x="4" y="338"/>
                </a:lnTo>
                <a:lnTo>
                  <a:pt x="4" y="337"/>
                </a:lnTo>
                <a:lnTo>
                  <a:pt x="4" y="336"/>
                </a:lnTo>
                <a:lnTo>
                  <a:pt x="5" y="336"/>
                </a:lnTo>
                <a:lnTo>
                  <a:pt x="6" y="336"/>
                </a:lnTo>
                <a:lnTo>
                  <a:pt x="7" y="336"/>
                </a:lnTo>
                <a:lnTo>
                  <a:pt x="7" y="335"/>
                </a:lnTo>
                <a:lnTo>
                  <a:pt x="6" y="335"/>
                </a:lnTo>
                <a:lnTo>
                  <a:pt x="6" y="334"/>
                </a:lnTo>
                <a:lnTo>
                  <a:pt x="6" y="333"/>
                </a:lnTo>
                <a:lnTo>
                  <a:pt x="6" y="332"/>
                </a:lnTo>
                <a:lnTo>
                  <a:pt x="5" y="332"/>
                </a:lnTo>
                <a:lnTo>
                  <a:pt x="4" y="331"/>
                </a:lnTo>
                <a:lnTo>
                  <a:pt x="3" y="331"/>
                </a:lnTo>
                <a:lnTo>
                  <a:pt x="3" y="330"/>
                </a:lnTo>
                <a:lnTo>
                  <a:pt x="2" y="329"/>
                </a:lnTo>
                <a:lnTo>
                  <a:pt x="2" y="328"/>
                </a:lnTo>
                <a:lnTo>
                  <a:pt x="3" y="328"/>
                </a:lnTo>
                <a:lnTo>
                  <a:pt x="4" y="327"/>
                </a:lnTo>
                <a:lnTo>
                  <a:pt x="3" y="327"/>
                </a:lnTo>
                <a:lnTo>
                  <a:pt x="3" y="326"/>
                </a:lnTo>
                <a:lnTo>
                  <a:pt x="3" y="325"/>
                </a:lnTo>
                <a:lnTo>
                  <a:pt x="2" y="325"/>
                </a:lnTo>
                <a:lnTo>
                  <a:pt x="1" y="325"/>
                </a:lnTo>
                <a:lnTo>
                  <a:pt x="0" y="325"/>
                </a:lnTo>
                <a:lnTo>
                  <a:pt x="0" y="324"/>
                </a:lnTo>
                <a:lnTo>
                  <a:pt x="0" y="323"/>
                </a:lnTo>
                <a:lnTo>
                  <a:pt x="1" y="323"/>
                </a:lnTo>
                <a:lnTo>
                  <a:pt x="0" y="322"/>
                </a:lnTo>
                <a:lnTo>
                  <a:pt x="1" y="322"/>
                </a:lnTo>
                <a:lnTo>
                  <a:pt x="1" y="320"/>
                </a:lnTo>
                <a:lnTo>
                  <a:pt x="0" y="319"/>
                </a:lnTo>
                <a:lnTo>
                  <a:pt x="1" y="319"/>
                </a:lnTo>
                <a:lnTo>
                  <a:pt x="1" y="318"/>
                </a:lnTo>
                <a:lnTo>
                  <a:pt x="2" y="318"/>
                </a:lnTo>
                <a:lnTo>
                  <a:pt x="3" y="318"/>
                </a:lnTo>
                <a:lnTo>
                  <a:pt x="4" y="318"/>
                </a:lnTo>
                <a:lnTo>
                  <a:pt x="5" y="317"/>
                </a:lnTo>
                <a:lnTo>
                  <a:pt x="5" y="316"/>
                </a:lnTo>
                <a:lnTo>
                  <a:pt x="6" y="316"/>
                </a:lnTo>
                <a:lnTo>
                  <a:pt x="6" y="317"/>
                </a:lnTo>
                <a:lnTo>
                  <a:pt x="6" y="316"/>
                </a:lnTo>
                <a:lnTo>
                  <a:pt x="7" y="316"/>
                </a:lnTo>
                <a:lnTo>
                  <a:pt x="8" y="316"/>
                </a:lnTo>
                <a:lnTo>
                  <a:pt x="8" y="314"/>
                </a:lnTo>
                <a:lnTo>
                  <a:pt x="9" y="313"/>
                </a:lnTo>
                <a:lnTo>
                  <a:pt x="9" y="312"/>
                </a:lnTo>
                <a:lnTo>
                  <a:pt x="9" y="311"/>
                </a:lnTo>
                <a:lnTo>
                  <a:pt x="9" y="310"/>
                </a:lnTo>
                <a:lnTo>
                  <a:pt x="10" y="310"/>
                </a:lnTo>
                <a:lnTo>
                  <a:pt x="10" y="311"/>
                </a:lnTo>
                <a:lnTo>
                  <a:pt x="11" y="311"/>
                </a:lnTo>
                <a:lnTo>
                  <a:pt x="11" y="310"/>
                </a:lnTo>
                <a:lnTo>
                  <a:pt x="12" y="310"/>
                </a:lnTo>
                <a:lnTo>
                  <a:pt x="12" y="311"/>
                </a:lnTo>
                <a:lnTo>
                  <a:pt x="13" y="310"/>
                </a:lnTo>
                <a:lnTo>
                  <a:pt x="14" y="309"/>
                </a:lnTo>
                <a:lnTo>
                  <a:pt x="14" y="308"/>
                </a:lnTo>
                <a:lnTo>
                  <a:pt x="14" y="307"/>
                </a:lnTo>
                <a:lnTo>
                  <a:pt x="13" y="307"/>
                </a:lnTo>
                <a:lnTo>
                  <a:pt x="14" y="307"/>
                </a:lnTo>
                <a:lnTo>
                  <a:pt x="14" y="306"/>
                </a:lnTo>
                <a:lnTo>
                  <a:pt x="14" y="305"/>
                </a:lnTo>
                <a:lnTo>
                  <a:pt x="12" y="305"/>
                </a:lnTo>
                <a:lnTo>
                  <a:pt x="13" y="305"/>
                </a:lnTo>
                <a:lnTo>
                  <a:pt x="14" y="304"/>
                </a:lnTo>
                <a:lnTo>
                  <a:pt x="13" y="304"/>
                </a:lnTo>
                <a:lnTo>
                  <a:pt x="13" y="303"/>
                </a:lnTo>
                <a:lnTo>
                  <a:pt x="13" y="302"/>
                </a:lnTo>
                <a:lnTo>
                  <a:pt x="14" y="301"/>
                </a:lnTo>
                <a:lnTo>
                  <a:pt x="14" y="300"/>
                </a:lnTo>
                <a:lnTo>
                  <a:pt x="14" y="299"/>
                </a:lnTo>
                <a:lnTo>
                  <a:pt x="14" y="298"/>
                </a:lnTo>
                <a:lnTo>
                  <a:pt x="15" y="298"/>
                </a:lnTo>
                <a:lnTo>
                  <a:pt x="15" y="297"/>
                </a:lnTo>
                <a:lnTo>
                  <a:pt x="16" y="297"/>
                </a:lnTo>
                <a:lnTo>
                  <a:pt x="15" y="297"/>
                </a:lnTo>
                <a:lnTo>
                  <a:pt x="15" y="296"/>
                </a:lnTo>
                <a:lnTo>
                  <a:pt x="16" y="296"/>
                </a:lnTo>
                <a:lnTo>
                  <a:pt x="15" y="295"/>
                </a:lnTo>
                <a:lnTo>
                  <a:pt x="15" y="294"/>
                </a:lnTo>
                <a:lnTo>
                  <a:pt x="14" y="294"/>
                </a:lnTo>
                <a:lnTo>
                  <a:pt x="14" y="293"/>
                </a:lnTo>
                <a:lnTo>
                  <a:pt x="15" y="292"/>
                </a:lnTo>
                <a:lnTo>
                  <a:pt x="14" y="292"/>
                </a:lnTo>
                <a:lnTo>
                  <a:pt x="14" y="291"/>
                </a:lnTo>
                <a:lnTo>
                  <a:pt x="14" y="290"/>
                </a:lnTo>
                <a:lnTo>
                  <a:pt x="15" y="290"/>
                </a:lnTo>
                <a:lnTo>
                  <a:pt x="15" y="289"/>
                </a:lnTo>
                <a:lnTo>
                  <a:pt x="15" y="288"/>
                </a:lnTo>
                <a:lnTo>
                  <a:pt x="16" y="288"/>
                </a:lnTo>
                <a:lnTo>
                  <a:pt x="17" y="288"/>
                </a:lnTo>
                <a:lnTo>
                  <a:pt x="17" y="286"/>
                </a:lnTo>
                <a:lnTo>
                  <a:pt x="17" y="285"/>
                </a:lnTo>
                <a:lnTo>
                  <a:pt x="17" y="284"/>
                </a:lnTo>
                <a:lnTo>
                  <a:pt x="17" y="285"/>
                </a:lnTo>
                <a:lnTo>
                  <a:pt x="18" y="285"/>
                </a:lnTo>
                <a:lnTo>
                  <a:pt x="18" y="284"/>
                </a:lnTo>
                <a:lnTo>
                  <a:pt x="19" y="284"/>
                </a:lnTo>
                <a:lnTo>
                  <a:pt x="19" y="283"/>
                </a:lnTo>
                <a:lnTo>
                  <a:pt x="19" y="282"/>
                </a:lnTo>
                <a:lnTo>
                  <a:pt x="18" y="281"/>
                </a:lnTo>
                <a:lnTo>
                  <a:pt x="18" y="279"/>
                </a:lnTo>
                <a:lnTo>
                  <a:pt x="17" y="279"/>
                </a:lnTo>
                <a:lnTo>
                  <a:pt x="17" y="278"/>
                </a:lnTo>
                <a:lnTo>
                  <a:pt x="18" y="277"/>
                </a:lnTo>
                <a:lnTo>
                  <a:pt x="17" y="277"/>
                </a:lnTo>
                <a:lnTo>
                  <a:pt x="17" y="276"/>
                </a:lnTo>
                <a:lnTo>
                  <a:pt x="18" y="276"/>
                </a:lnTo>
                <a:lnTo>
                  <a:pt x="18" y="275"/>
                </a:lnTo>
                <a:lnTo>
                  <a:pt x="19" y="275"/>
                </a:lnTo>
                <a:lnTo>
                  <a:pt x="20" y="275"/>
                </a:lnTo>
                <a:lnTo>
                  <a:pt x="20" y="274"/>
                </a:lnTo>
                <a:lnTo>
                  <a:pt x="19" y="273"/>
                </a:lnTo>
                <a:lnTo>
                  <a:pt x="19" y="272"/>
                </a:lnTo>
                <a:lnTo>
                  <a:pt x="19" y="271"/>
                </a:lnTo>
                <a:lnTo>
                  <a:pt x="18" y="270"/>
                </a:lnTo>
                <a:lnTo>
                  <a:pt x="19" y="270"/>
                </a:lnTo>
                <a:lnTo>
                  <a:pt x="19" y="269"/>
                </a:lnTo>
                <a:lnTo>
                  <a:pt x="19" y="270"/>
                </a:lnTo>
                <a:lnTo>
                  <a:pt x="20" y="270"/>
                </a:lnTo>
                <a:lnTo>
                  <a:pt x="20" y="269"/>
                </a:lnTo>
                <a:lnTo>
                  <a:pt x="19" y="269"/>
                </a:lnTo>
                <a:lnTo>
                  <a:pt x="19" y="268"/>
                </a:lnTo>
                <a:lnTo>
                  <a:pt x="20" y="268"/>
                </a:lnTo>
                <a:lnTo>
                  <a:pt x="20" y="269"/>
                </a:lnTo>
                <a:lnTo>
                  <a:pt x="21" y="269"/>
                </a:lnTo>
                <a:lnTo>
                  <a:pt x="22" y="269"/>
                </a:lnTo>
                <a:lnTo>
                  <a:pt x="23" y="269"/>
                </a:lnTo>
                <a:lnTo>
                  <a:pt x="23" y="268"/>
                </a:lnTo>
                <a:lnTo>
                  <a:pt x="23" y="267"/>
                </a:lnTo>
                <a:lnTo>
                  <a:pt x="23" y="266"/>
                </a:lnTo>
                <a:lnTo>
                  <a:pt x="24" y="266"/>
                </a:lnTo>
                <a:lnTo>
                  <a:pt x="24" y="265"/>
                </a:lnTo>
                <a:lnTo>
                  <a:pt x="24" y="264"/>
                </a:lnTo>
                <a:lnTo>
                  <a:pt x="25" y="264"/>
                </a:lnTo>
                <a:lnTo>
                  <a:pt x="25" y="263"/>
                </a:lnTo>
                <a:lnTo>
                  <a:pt x="25" y="262"/>
                </a:lnTo>
                <a:lnTo>
                  <a:pt x="26" y="263"/>
                </a:lnTo>
                <a:lnTo>
                  <a:pt x="27" y="263"/>
                </a:lnTo>
                <a:lnTo>
                  <a:pt x="27" y="262"/>
                </a:lnTo>
                <a:lnTo>
                  <a:pt x="28" y="262"/>
                </a:lnTo>
                <a:lnTo>
                  <a:pt x="29" y="262"/>
                </a:lnTo>
                <a:lnTo>
                  <a:pt x="28" y="263"/>
                </a:lnTo>
                <a:lnTo>
                  <a:pt x="28" y="264"/>
                </a:lnTo>
                <a:lnTo>
                  <a:pt x="29" y="264"/>
                </a:lnTo>
                <a:lnTo>
                  <a:pt x="30" y="263"/>
                </a:lnTo>
                <a:lnTo>
                  <a:pt x="30" y="261"/>
                </a:lnTo>
                <a:lnTo>
                  <a:pt x="29" y="260"/>
                </a:lnTo>
                <a:lnTo>
                  <a:pt x="29" y="259"/>
                </a:lnTo>
                <a:lnTo>
                  <a:pt x="28" y="259"/>
                </a:lnTo>
                <a:lnTo>
                  <a:pt x="28" y="258"/>
                </a:lnTo>
                <a:lnTo>
                  <a:pt x="28" y="257"/>
                </a:lnTo>
                <a:lnTo>
                  <a:pt x="27" y="257"/>
                </a:lnTo>
                <a:lnTo>
                  <a:pt x="26" y="257"/>
                </a:lnTo>
                <a:lnTo>
                  <a:pt x="26" y="256"/>
                </a:lnTo>
                <a:lnTo>
                  <a:pt x="25" y="256"/>
                </a:lnTo>
                <a:lnTo>
                  <a:pt x="25" y="255"/>
                </a:lnTo>
                <a:lnTo>
                  <a:pt x="25" y="254"/>
                </a:lnTo>
                <a:lnTo>
                  <a:pt x="25" y="253"/>
                </a:lnTo>
                <a:lnTo>
                  <a:pt x="26" y="252"/>
                </a:lnTo>
                <a:lnTo>
                  <a:pt x="26" y="251"/>
                </a:lnTo>
                <a:lnTo>
                  <a:pt x="27" y="251"/>
                </a:lnTo>
                <a:lnTo>
                  <a:pt x="28" y="250"/>
                </a:lnTo>
                <a:lnTo>
                  <a:pt x="29" y="251"/>
                </a:lnTo>
                <a:lnTo>
                  <a:pt x="29" y="250"/>
                </a:lnTo>
                <a:lnTo>
                  <a:pt x="29" y="249"/>
                </a:lnTo>
                <a:lnTo>
                  <a:pt x="30" y="249"/>
                </a:lnTo>
                <a:lnTo>
                  <a:pt x="30" y="248"/>
                </a:lnTo>
                <a:lnTo>
                  <a:pt x="31" y="248"/>
                </a:lnTo>
                <a:lnTo>
                  <a:pt x="32" y="248"/>
                </a:lnTo>
                <a:lnTo>
                  <a:pt x="33" y="248"/>
                </a:lnTo>
                <a:lnTo>
                  <a:pt x="34" y="247"/>
                </a:lnTo>
                <a:lnTo>
                  <a:pt x="34" y="248"/>
                </a:lnTo>
                <a:lnTo>
                  <a:pt x="35" y="248"/>
                </a:lnTo>
                <a:lnTo>
                  <a:pt x="36" y="248"/>
                </a:lnTo>
                <a:lnTo>
                  <a:pt x="37" y="248"/>
                </a:lnTo>
                <a:lnTo>
                  <a:pt x="37" y="247"/>
                </a:lnTo>
                <a:lnTo>
                  <a:pt x="38" y="247"/>
                </a:lnTo>
                <a:lnTo>
                  <a:pt x="39" y="247"/>
                </a:lnTo>
                <a:lnTo>
                  <a:pt x="39" y="246"/>
                </a:lnTo>
                <a:lnTo>
                  <a:pt x="40" y="246"/>
                </a:lnTo>
                <a:lnTo>
                  <a:pt x="41" y="246"/>
                </a:lnTo>
                <a:lnTo>
                  <a:pt x="41" y="245"/>
                </a:lnTo>
                <a:lnTo>
                  <a:pt x="42" y="244"/>
                </a:lnTo>
                <a:lnTo>
                  <a:pt x="43" y="243"/>
                </a:lnTo>
                <a:lnTo>
                  <a:pt x="43" y="242"/>
                </a:lnTo>
                <a:lnTo>
                  <a:pt x="44" y="243"/>
                </a:lnTo>
                <a:lnTo>
                  <a:pt x="44" y="242"/>
                </a:lnTo>
                <a:lnTo>
                  <a:pt x="45" y="242"/>
                </a:lnTo>
                <a:lnTo>
                  <a:pt x="46" y="242"/>
                </a:lnTo>
                <a:lnTo>
                  <a:pt x="47" y="242"/>
                </a:lnTo>
                <a:lnTo>
                  <a:pt x="47" y="241"/>
                </a:lnTo>
                <a:lnTo>
                  <a:pt x="47" y="240"/>
                </a:lnTo>
                <a:lnTo>
                  <a:pt x="46" y="240"/>
                </a:lnTo>
                <a:lnTo>
                  <a:pt x="46" y="239"/>
                </a:lnTo>
                <a:lnTo>
                  <a:pt x="46" y="238"/>
                </a:lnTo>
                <a:lnTo>
                  <a:pt x="47" y="238"/>
                </a:lnTo>
                <a:lnTo>
                  <a:pt x="47" y="237"/>
                </a:lnTo>
                <a:lnTo>
                  <a:pt x="48" y="236"/>
                </a:lnTo>
                <a:lnTo>
                  <a:pt x="48" y="235"/>
                </a:lnTo>
                <a:lnTo>
                  <a:pt x="49" y="235"/>
                </a:lnTo>
                <a:lnTo>
                  <a:pt x="49" y="234"/>
                </a:lnTo>
                <a:lnTo>
                  <a:pt x="49" y="235"/>
                </a:lnTo>
                <a:lnTo>
                  <a:pt x="50" y="234"/>
                </a:lnTo>
                <a:lnTo>
                  <a:pt x="50" y="233"/>
                </a:lnTo>
                <a:lnTo>
                  <a:pt x="51" y="233"/>
                </a:lnTo>
                <a:lnTo>
                  <a:pt x="51" y="232"/>
                </a:lnTo>
                <a:lnTo>
                  <a:pt x="51" y="231"/>
                </a:lnTo>
                <a:lnTo>
                  <a:pt x="52" y="231"/>
                </a:lnTo>
                <a:lnTo>
                  <a:pt x="52" y="230"/>
                </a:lnTo>
                <a:lnTo>
                  <a:pt x="52" y="231"/>
                </a:lnTo>
                <a:lnTo>
                  <a:pt x="53" y="230"/>
                </a:lnTo>
                <a:lnTo>
                  <a:pt x="54" y="230"/>
                </a:lnTo>
                <a:lnTo>
                  <a:pt x="55" y="229"/>
                </a:lnTo>
                <a:lnTo>
                  <a:pt x="55" y="228"/>
                </a:lnTo>
                <a:lnTo>
                  <a:pt x="56" y="228"/>
                </a:lnTo>
                <a:lnTo>
                  <a:pt x="57" y="227"/>
                </a:lnTo>
                <a:lnTo>
                  <a:pt x="58" y="226"/>
                </a:lnTo>
                <a:lnTo>
                  <a:pt x="57" y="224"/>
                </a:lnTo>
                <a:lnTo>
                  <a:pt x="57" y="223"/>
                </a:lnTo>
                <a:lnTo>
                  <a:pt x="57" y="222"/>
                </a:lnTo>
                <a:lnTo>
                  <a:pt x="57" y="221"/>
                </a:lnTo>
                <a:lnTo>
                  <a:pt x="56" y="221"/>
                </a:lnTo>
                <a:lnTo>
                  <a:pt x="56" y="220"/>
                </a:lnTo>
                <a:lnTo>
                  <a:pt x="55" y="220"/>
                </a:lnTo>
                <a:lnTo>
                  <a:pt x="54" y="221"/>
                </a:lnTo>
                <a:lnTo>
                  <a:pt x="53" y="221"/>
                </a:lnTo>
                <a:lnTo>
                  <a:pt x="53" y="222"/>
                </a:lnTo>
                <a:lnTo>
                  <a:pt x="52" y="222"/>
                </a:lnTo>
                <a:lnTo>
                  <a:pt x="51" y="222"/>
                </a:lnTo>
                <a:lnTo>
                  <a:pt x="52" y="221"/>
                </a:lnTo>
                <a:lnTo>
                  <a:pt x="51" y="221"/>
                </a:lnTo>
                <a:lnTo>
                  <a:pt x="51" y="222"/>
                </a:lnTo>
                <a:lnTo>
                  <a:pt x="50" y="222"/>
                </a:lnTo>
                <a:lnTo>
                  <a:pt x="50" y="221"/>
                </a:lnTo>
                <a:lnTo>
                  <a:pt x="49" y="221"/>
                </a:lnTo>
                <a:lnTo>
                  <a:pt x="49" y="220"/>
                </a:lnTo>
                <a:lnTo>
                  <a:pt x="49" y="219"/>
                </a:lnTo>
                <a:lnTo>
                  <a:pt x="50" y="218"/>
                </a:lnTo>
                <a:lnTo>
                  <a:pt x="49" y="218"/>
                </a:lnTo>
                <a:lnTo>
                  <a:pt x="49" y="217"/>
                </a:lnTo>
                <a:lnTo>
                  <a:pt x="48" y="217"/>
                </a:lnTo>
                <a:lnTo>
                  <a:pt x="49" y="217"/>
                </a:lnTo>
                <a:lnTo>
                  <a:pt x="49" y="216"/>
                </a:lnTo>
                <a:lnTo>
                  <a:pt x="49" y="215"/>
                </a:lnTo>
                <a:lnTo>
                  <a:pt x="48" y="215"/>
                </a:lnTo>
                <a:lnTo>
                  <a:pt x="48" y="214"/>
                </a:lnTo>
                <a:lnTo>
                  <a:pt x="49" y="213"/>
                </a:lnTo>
                <a:lnTo>
                  <a:pt x="49" y="212"/>
                </a:lnTo>
                <a:lnTo>
                  <a:pt x="49" y="211"/>
                </a:lnTo>
                <a:lnTo>
                  <a:pt x="49" y="210"/>
                </a:lnTo>
                <a:lnTo>
                  <a:pt x="50" y="210"/>
                </a:lnTo>
                <a:lnTo>
                  <a:pt x="51" y="210"/>
                </a:lnTo>
                <a:lnTo>
                  <a:pt x="51" y="209"/>
                </a:lnTo>
                <a:lnTo>
                  <a:pt x="52" y="208"/>
                </a:lnTo>
                <a:lnTo>
                  <a:pt x="51" y="208"/>
                </a:lnTo>
                <a:lnTo>
                  <a:pt x="52" y="207"/>
                </a:lnTo>
                <a:lnTo>
                  <a:pt x="53" y="207"/>
                </a:lnTo>
                <a:lnTo>
                  <a:pt x="53" y="206"/>
                </a:lnTo>
                <a:lnTo>
                  <a:pt x="53" y="205"/>
                </a:lnTo>
                <a:lnTo>
                  <a:pt x="54" y="205"/>
                </a:lnTo>
                <a:lnTo>
                  <a:pt x="54" y="204"/>
                </a:lnTo>
                <a:lnTo>
                  <a:pt x="55" y="204"/>
                </a:lnTo>
                <a:lnTo>
                  <a:pt x="55" y="203"/>
                </a:lnTo>
                <a:lnTo>
                  <a:pt x="55" y="202"/>
                </a:lnTo>
                <a:lnTo>
                  <a:pt x="56" y="202"/>
                </a:lnTo>
                <a:lnTo>
                  <a:pt x="56" y="203"/>
                </a:lnTo>
                <a:lnTo>
                  <a:pt x="56" y="202"/>
                </a:lnTo>
                <a:lnTo>
                  <a:pt x="57" y="202"/>
                </a:lnTo>
                <a:lnTo>
                  <a:pt x="57" y="201"/>
                </a:lnTo>
                <a:lnTo>
                  <a:pt x="58" y="201"/>
                </a:lnTo>
                <a:lnTo>
                  <a:pt x="59" y="201"/>
                </a:lnTo>
                <a:lnTo>
                  <a:pt x="58" y="200"/>
                </a:lnTo>
                <a:lnTo>
                  <a:pt x="58" y="201"/>
                </a:lnTo>
                <a:lnTo>
                  <a:pt x="58" y="200"/>
                </a:lnTo>
                <a:lnTo>
                  <a:pt x="58" y="199"/>
                </a:lnTo>
                <a:lnTo>
                  <a:pt x="58" y="198"/>
                </a:lnTo>
                <a:lnTo>
                  <a:pt x="59" y="198"/>
                </a:lnTo>
                <a:lnTo>
                  <a:pt x="60" y="197"/>
                </a:lnTo>
                <a:lnTo>
                  <a:pt x="60" y="196"/>
                </a:lnTo>
                <a:lnTo>
                  <a:pt x="61" y="196"/>
                </a:lnTo>
                <a:lnTo>
                  <a:pt x="62" y="196"/>
                </a:lnTo>
                <a:lnTo>
                  <a:pt x="62" y="197"/>
                </a:lnTo>
                <a:lnTo>
                  <a:pt x="63" y="197"/>
                </a:lnTo>
                <a:lnTo>
                  <a:pt x="64" y="197"/>
                </a:lnTo>
                <a:lnTo>
                  <a:pt x="64" y="198"/>
                </a:lnTo>
                <a:lnTo>
                  <a:pt x="64" y="199"/>
                </a:lnTo>
                <a:lnTo>
                  <a:pt x="64" y="200"/>
                </a:lnTo>
                <a:lnTo>
                  <a:pt x="63" y="200"/>
                </a:lnTo>
                <a:lnTo>
                  <a:pt x="63" y="201"/>
                </a:lnTo>
                <a:lnTo>
                  <a:pt x="64" y="201"/>
                </a:lnTo>
                <a:lnTo>
                  <a:pt x="64" y="200"/>
                </a:lnTo>
                <a:lnTo>
                  <a:pt x="65" y="200"/>
                </a:lnTo>
                <a:lnTo>
                  <a:pt x="66" y="200"/>
                </a:lnTo>
                <a:lnTo>
                  <a:pt x="66" y="201"/>
                </a:lnTo>
                <a:lnTo>
                  <a:pt x="67" y="200"/>
                </a:lnTo>
                <a:lnTo>
                  <a:pt x="68" y="200"/>
                </a:lnTo>
                <a:lnTo>
                  <a:pt x="68" y="199"/>
                </a:lnTo>
                <a:lnTo>
                  <a:pt x="69" y="199"/>
                </a:lnTo>
                <a:lnTo>
                  <a:pt x="69" y="198"/>
                </a:lnTo>
                <a:lnTo>
                  <a:pt x="68" y="197"/>
                </a:lnTo>
                <a:lnTo>
                  <a:pt x="68" y="196"/>
                </a:lnTo>
                <a:lnTo>
                  <a:pt x="68" y="195"/>
                </a:lnTo>
                <a:lnTo>
                  <a:pt x="68" y="194"/>
                </a:lnTo>
                <a:lnTo>
                  <a:pt x="70" y="193"/>
                </a:lnTo>
                <a:lnTo>
                  <a:pt x="70" y="192"/>
                </a:lnTo>
                <a:lnTo>
                  <a:pt x="70" y="191"/>
                </a:lnTo>
                <a:lnTo>
                  <a:pt x="71" y="191"/>
                </a:lnTo>
                <a:lnTo>
                  <a:pt x="71" y="190"/>
                </a:lnTo>
                <a:lnTo>
                  <a:pt x="72" y="190"/>
                </a:lnTo>
                <a:lnTo>
                  <a:pt x="71" y="190"/>
                </a:lnTo>
                <a:lnTo>
                  <a:pt x="71" y="189"/>
                </a:lnTo>
                <a:lnTo>
                  <a:pt x="70" y="189"/>
                </a:lnTo>
                <a:lnTo>
                  <a:pt x="69" y="189"/>
                </a:lnTo>
                <a:lnTo>
                  <a:pt x="68" y="189"/>
                </a:lnTo>
                <a:lnTo>
                  <a:pt x="68" y="188"/>
                </a:lnTo>
                <a:lnTo>
                  <a:pt x="68" y="189"/>
                </a:lnTo>
                <a:lnTo>
                  <a:pt x="67" y="189"/>
                </a:lnTo>
                <a:lnTo>
                  <a:pt x="67" y="188"/>
                </a:lnTo>
                <a:lnTo>
                  <a:pt x="68" y="188"/>
                </a:lnTo>
                <a:lnTo>
                  <a:pt x="67" y="188"/>
                </a:lnTo>
                <a:lnTo>
                  <a:pt x="67" y="187"/>
                </a:lnTo>
                <a:lnTo>
                  <a:pt x="67" y="186"/>
                </a:lnTo>
                <a:lnTo>
                  <a:pt x="66" y="186"/>
                </a:lnTo>
                <a:lnTo>
                  <a:pt x="67" y="186"/>
                </a:lnTo>
                <a:lnTo>
                  <a:pt x="67" y="185"/>
                </a:lnTo>
                <a:lnTo>
                  <a:pt x="66" y="185"/>
                </a:lnTo>
                <a:lnTo>
                  <a:pt x="66" y="184"/>
                </a:lnTo>
                <a:lnTo>
                  <a:pt x="65" y="183"/>
                </a:lnTo>
                <a:lnTo>
                  <a:pt x="64" y="182"/>
                </a:lnTo>
                <a:lnTo>
                  <a:pt x="63" y="182"/>
                </a:lnTo>
                <a:lnTo>
                  <a:pt x="63" y="181"/>
                </a:lnTo>
                <a:lnTo>
                  <a:pt x="62" y="181"/>
                </a:lnTo>
                <a:lnTo>
                  <a:pt x="62" y="180"/>
                </a:lnTo>
                <a:lnTo>
                  <a:pt x="63" y="180"/>
                </a:lnTo>
                <a:lnTo>
                  <a:pt x="63" y="179"/>
                </a:lnTo>
                <a:lnTo>
                  <a:pt x="63" y="178"/>
                </a:lnTo>
                <a:lnTo>
                  <a:pt x="64" y="176"/>
                </a:lnTo>
                <a:lnTo>
                  <a:pt x="64" y="175"/>
                </a:lnTo>
                <a:lnTo>
                  <a:pt x="64" y="174"/>
                </a:lnTo>
                <a:lnTo>
                  <a:pt x="64" y="173"/>
                </a:lnTo>
                <a:lnTo>
                  <a:pt x="65" y="173"/>
                </a:lnTo>
                <a:lnTo>
                  <a:pt x="64" y="173"/>
                </a:lnTo>
                <a:lnTo>
                  <a:pt x="64" y="172"/>
                </a:lnTo>
                <a:lnTo>
                  <a:pt x="63" y="172"/>
                </a:lnTo>
                <a:lnTo>
                  <a:pt x="63" y="171"/>
                </a:lnTo>
                <a:lnTo>
                  <a:pt x="64" y="171"/>
                </a:lnTo>
                <a:lnTo>
                  <a:pt x="63" y="170"/>
                </a:lnTo>
                <a:lnTo>
                  <a:pt x="62" y="170"/>
                </a:lnTo>
                <a:lnTo>
                  <a:pt x="61" y="170"/>
                </a:lnTo>
                <a:lnTo>
                  <a:pt x="61" y="169"/>
                </a:lnTo>
                <a:lnTo>
                  <a:pt x="60" y="168"/>
                </a:lnTo>
                <a:lnTo>
                  <a:pt x="60" y="166"/>
                </a:lnTo>
                <a:lnTo>
                  <a:pt x="60" y="165"/>
                </a:lnTo>
                <a:lnTo>
                  <a:pt x="59" y="165"/>
                </a:lnTo>
                <a:lnTo>
                  <a:pt x="60" y="165"/>
                </a:lnTo>
                <a:lnTo>
                  <a:pt x="60" y="164"/>
                </a:lnTo>
                <a:lnTo>
                  <a:pt x="61" y="164"/>
                </a:lnTo>
                <a:lnTo>
                  <a:pt x="61" y="163"/>
                </a:lnTo>
                <a:lnTo>
                  <a:pt x="62" y="163"/>
                </a:lnTo>
                <a:lnTo>
                  <a:pt x="62" y="162"/>
                </a:lnTo>
                <a:lnTo>
                  <a:pt x="63" y="162"/>
                </a:lnTo>
                <a:lnTo>
                  <a:pt x="64" y="161"/>
                </a:lnTo>
                <a:lnTo>
                  <a:pt x="64" y="160"/>
                </a:lnTo>
                <a:lnTo>
                  <a:pt x="64" y="159"/>
                </a:lnTo>
                <a:lnTo>
                  <a:pt x="63" y="158"/>
                </a:lnTo>
                <a:lnTo>
                  <a:pt x="63" y="157"/>
                </a:lnTo>
                <a:lnTo>
                  <a:pt x="63" y="156"/>
                </a:lnTo>
                <a:lnTo>
                  <a:pt x="62" y="156"/>
                </a:lnTo>
                <a:lnTo>
                  <a:pt x="62" y="155"/>
                </a:lnTo>
                <a:lnTo>
                  <a:pt x="63" y="155"/>
                </a:lnTo>
                <a:lnTo>
                  <a:pt x="63" y="154"/>
                </a:lnTo>
                <a:lnTo>
                  <a:pt x="63" y="153"/>
                </a:lnTo>
                <a:lnTo>
                  <a:pt x="63" y="152"/>
                </a:lnTo>
                <a:lnTo>
                  <a:pt x="64" y="152"/>
                </a:lnTo>
                <a:lnTo>
                  <a:pt x="64" y="151"/>
                </a:lnTo>
                <a:lnTo>
                  <a:pt x="64" y="150"/>
                </a:lnTo>
                <a:lnTo>
                  <a:pt x="65" y="149"/>
                </a:lnTo>
                <a:lnTo>
                  <a:pt x="66" y="149"/>
                </a:lnTo>
                <a:lnTo>
                  <a:pt x="66" y="150"/>
                </a:lnTo>
                <a:lnTo>
                  <a:pt x="66" y="149"/>
                </a:lnTo>
                <a:lnTo>
                  <a:pt x="67" y="148"/>
                </a:lnTo>
                <a:lnTo>
                  <a:pt x="66" y="148"/>
                </a:lnTo>
                <a:lnTo>
                  <a:pt x="66" y="147"/>
                </a:lnTo>
                <a:lnTo>
                  <a:pt x="67" y="147"/>
                </a:lnTo>
                <a:lnTo>
                  <a:pt x="68" y="147"/>
                </a:lnTo>
                <a:lnTo>
                  <a:pt x="68" y="146"/>
                </a:lnTo>
                <a:lnTo>
                  <a:pt x="69" y="145"/>
                </a:lnTo>
                <a:lnTo>
                  <a:pt x="70" y="144"/>
                </a:lnTo>
                <a:lnTo>
                  <a:pt x="69" y="144"/>
                </a:lnTo>
                <a:lnTo>
                  <a:pt x="70" y="144"/>
                </a:lnTo>
                <a:lnTo>
                  <a:pt x="70" y="143"/>
                </a:lnTo>
                <a:lnTo>
                  <a:pt x="71" y="142"/>
                </a:lnTo>
                <a:lnTo>
                  <a:pt x="72" y="142"/>
                </a:lnTo>
                <a:lnTo>
                  <a:pt x="72" y="141"/>
                </a:lnTo>
                <a:lnTo>
                  <a:pt x="73" y="140"/>
                </a:lnTo>
                <a:lnTo>
                  <a:pt x="72" y="140"/>
                </a:lnTo>
                <a:lnTo>
                  <a:pt x="74" y="139"/>
                </a:lnTo>
                <a:lnTo>
                  <a:pt x="75" y="139"/>
                </a:lnTo>
                <a:lnTo>
                  <a:pt x="75" y="138"/>
                </a:lnTo>
                <a:lnTo>
                  <a:pt x="76" y="138"/>
                </a:lnTo>
                <a:lnTo>
                  <a:pt x="76" y="137"/>
                </a:lnTo>
                <a:lnTo>
                  <a:pt x="77" y="137"/>
                </a:lnTo>
                <a:lnTo>
                  <a:pt x="78" y="137"/>
                </a:lnTo>
                <a:lnTo>
                  <a:pt x="79" y="137"/>
                </a:lnTo>
                <a:lnTo>
                  <a:pt x="79" y="136"/>
                </a:lnTo>
                <a:lnTo>
                  <a:pt x="80" y="136"/>
                </a:lnTo>
                <a:lnTo>
                  <a:pt x="81" y="137"/>
                </a:lnTo>
                <a:lnTo>
                  <a:pt x="81" y="138"/>
                </a:lnTo>
                <a:lnTo>
                  <a:pt x="82" y="138"/>
                </a:lnTo>
                <a:lnTo>
                  <a:pt x="82" y="137"/>
                </a:lnTo>
                <a:lnTo>
                  <a:pt x="82" y="136"/>
                </a:lnTo>
                <a:lnTo>
                  <a:pt x="83" y="136"/>
                </a:lnTo>
                <a:lnTo>
                  <a:pt x="84" y="136"/>
                </a:lnTo>
                <a:lnTo>
                  <a:pt x="85" y="135"/>
                </a:lnTo>
                <a:lnTo>
                  <a:pt x="86" y="135"/>
                </a:lnTo>
                <a:lnTo>
                  <a:pt x="87" y="135"/>
                </a:lnTo>
                <a:lnTo>
                  <a:pt x="87" y="134"/>
                </a:lnTo>
                <a:lnTo>
                  <a:pt x="88" y="134"/>
                </a:lnTo>
                <a:lnTo>
                  <a:pt x="89" y="134"/>
                </a:lnTo>
                <a:lnTo>
                  <a:pt x="89" y="135"/>
                </a:lnTo>
                <a:lnTo>
                  <a:pt x="91" y="135"/>
                </a:lnTo>
                <a:lnTo>
                  <a:pt x="91" y="134"/>
                </a:lnTo>
                <a:lnTo>
                  <a:pt x="92" y="133"/>
                </a:lnTo>
                <a:lnTo>
                  <a:pt x="92" y="134"/>
                </a:lnTo>
                <a:lnTo>
                  <a:pt x="93" y="133"/>
                </a:lnTo>
                <a:lnTo>
                  <a:pt x="94" y="133"/>
                </a:lnTo>
                <a:lnTo>
                  <a:pt x="94" y="132"/>
                </a:lnTo>
                <a:lnTo>
                  <a:pt x="95" y="132"/>
                </a:lnTo>
                <a:lnTo>
                  <a:pt x="96" y="132"/>
                </a:lnTo>
                <a:lnTo>
                  <a:pt x="97" y="133"/>
                </a:lnTo>
                <a:lnTo>
                  <a:pt x="98" y="133"/>
                </a:lnTo>
                <a:lnTo>
                  <a:pt x="98" y="134"/>
                </a:lnTo>
                <a:lnTo>
                  <a:pt x="98" y="133"/>
                </a:lnTo>
                <a:lnTo>
                  <a:pt x="99" y="133"/>
                </a:lnTo>
                <a:lnTo>
                  <a:pt x="99" y="132"/>
                </a:lnTo>
                <a:lnTo>
                  <a:pt x="99" y="131"/>
                </a:lnTo>
                <a:lnTo>
                  <a:pt x="100" y="131"/>
                </a:lnTo>
                <a:lnTo>
                  <a:pt x="100" y="130"/>
                </a:lnTo>
                <a:lnTo>
                  <a:pt x="101" y="130"/>
                </a:lnTo>
                <a:lnTo>
                  <a:pt x="102" y="129"/>
                </a:lnTo>
                <a:lnTo>
                  <a:pt x="103" y="129"/>
                </a:lnTo>
                <a:lnTo>
                  <a:pt x="103" y="128"/>
                </a:lnTo>
                <a:lnTo>
                  <a:pt x="104" y="128"/>
                </a:lnTo>
                <a:lnTo>
                  <a:pt x="104" y="127"/>
                </a:lnTo>
                <a:lnTo>
                  <a:pt x="105" y="127"/>
                </a:lnTo>
                <a:lnTo>
                  <a:pt x="106" y="127"/>
                </a:lnTo>
                <a:lnTo>
                  <a:pt x="107" y="127"/>
                </a:lnTo>
                <a:lnTo>
                  <a:pt x="107" y="126"/>
                </a:lnTo>
                <a:lnTo>
                  <a:pt x="108" y="126"/>
                </a:lnTo>
                <a:lnTo>
                  <a:pt x="108" y="125"/>
                </a:lnTo>
                <a:lnTo>
                  <a:pt x="108" y="124"/>
                </a:lnTo>
                <a:lnTo>
                  <a:pt x="108" y="123"/>
                </a:lnTo>
                <a:lnTo>
                  <a:pt x="108" y="122"/>
                </a:lnTo>
                <a:lnTo>
                  <a:pt x="107" y="122"/>
                </a:lnTo>
                <a:lnTo>
                  <a:pt x="107" y="121"/>
                </a:lnTo>
                <a:lnTo>
                  <a:pt x="108" y="121"/>
                </a:lnTo>
                <a:lnTo>
                  <a:pt x="108" y="120"/>
                </a:lnTo>
                <a:lnTo>
                  <a:pt x="109" y="119"/>
                </a:lnTo>
                <a:lnTo>
                  <a:pt x="109" y="118"/>
                </a:lnTo>
                <a:lnTo>
                  <a:pt x="110" y="118"/>
                </a:lnTo>
                <a:lnTo>
                  <a:pt x="111" y="117"/>
                </a:lnTo>
                <a:lnTo>
                  <a:pt x="111" y="116"/>
                </a:lnTo>
                <a:lnTo>
                  <a:pt x="112" y="116"/>
                </a:lnTo>
                <a:lnTo>
                  <a:pt x="112" y="115"/>
                </a:lnTo>
                <a:lnTo>
                  <a:pt x="113" y="114"/>
                </a:lnTo>
                <a:lnTo>
                  <a:pt x="113" y="115"/>
                </a:lnTo>
                <a:lnTo>
                  <a:pt x="114" y="114"/>
                </a:lnTo>
                <a:lnTo>
                  <a:pt x="114" y="113"/>
                </a:lnTo>
                <a:lnTo>
                  <a:pt x="115" y="113"/>
                </a:lnTo>
                <a:lnTo>
                  <a:pt x="116" y="112"/>
                </a:lnTo>
                <a:lnTo>
                  <a:pt x="117" y="111"/>
                </a:lnTo>
                <a:lnTo>
                  <a:pt x="117" y="110"/>
                </a:lnTo>
                <a:lnTo>
                  <a:pt x="117" y="109"/>
                </a:lnTo>
                <a:lnTo>
                  <a:pt x="118" y="109"/>
                </a:lnTo>
                <a:lnTo>
                  <a:pt x="119" y="108"/>
                </a:lnTo>
                <a:lnTo>
                  <a:pt x="119" y="107"/>
                </a:lnTo>
                <a:lnTo>
                  <a:pt x="119" y="106"/>
                </a:lnTo>
                <a:lnTo>
                  <a:pt x="118" y="106"/>
                </a:lnTo>
                <a:lnTo>
                  <a:pt x="118" y="105"/>
                </a:lnTo>
                <a:lnTo>
                  <a:pt x="117" y="105"/>
                </a:lnTo>
                <a:lnTo>
                  <a:pt x="116" y="105"/>
                </a:lnTo>
                <a:lnTo>
                  <a:pt x="116" y="104"/>
                </a:lnTo>
                <a:lnTo>
                  <a:pt x="116" y="103"/>
                </a:lnTo>
                <a:lnTo>
                  <a:pt x="115" y="103"/>
                </a:lnTo>
                <a:lnTo>
                  <a:pt x="114" y="102"/>
                </a:lnTo>
                <a:lnTo>
                  <a:pt x="113" y="102"/>
                </a:lnTo>
                <a:lnTo>
                  <a:pt x="112" y="101"/>
                </a:lnTo>
                <a:lnTo>
                  <a:pt x="113" y="100"/>
                </a:lnTo>
                <a:lnTo>
                  <a:pt x="113" y="99"/>
                </a:lnTo>
                <a:lnTo>
                  <a:pt x="113" y="98"/>
                </a:lnTo>
                <a:lnTo>
                  <a:pt x="112" y="97"/>
                </a:lnTo>
                <a:lnTo>
                  <a:pt x="113" y="97"/>
                </a:lnTo>
                <a:lnTo>
                  <a:pt x="113" y="96"/>
                </a:lnTo>
                <a:lnTo>
                  <a:pt x="113" y="95"/>
                </a:lnTo>
                <a:lnTo>
                  <a:pt x="114" y="95"/>
                </a:lnTo>
                <a:lnTo>
                  <a:pt x="115" y="94"/>
                </a:lnTo>
                <a:lnTo>
                  <a:pt x="115" y="93"/>
                </a:lnTo>
                <a:lnTo>
                  <a:pt x="115" y="92"/>
                </a:lnTo>
                <a:lnTo>
                  <a:pt x="115" y="91"/>
                </a:lnTo>
                <a:lnTo>
                  <a:pt x="115" y="90"/>
                </a:lnTo>
                <a:lnTo>
                  <a:pt x="114" y="90"/>
                </a:lnTo>
                <a:lnTo>
                  <a:pt x="114" y="89"/>
                </a:lnTo>
                <a:lnTo>
                  <a:pt x="113" y="89"/>
                </a:lnTo>
                <a:lnTo>
                  <a:pt x="113" y="88"/>
                </a:lnTo>
                <a:lnTo>
                  <a:pt x="114" y="87"/>
                </a:lnTo>
                <a:lnTo>
                  <a:pt x="113" y="87"/>
                </a:lnTo>
                <a:lnTo>
                  <a:pt x="113" y="86"/>
                </a:lnTo>
                <a:lnTo>
                  <a:pt x="113" y="85"/>
                </a:lnTo>
                <a:lnTo>
                  <a:pt x="114" y="85"/>
                </a:lnTo>
                <a:lnTo>
                  <a:pt x="113" y="84"/>
                </a:lnTo>
                <a:lnTo>
                  <a:pt x="113" y="83"/>
                </a:lnTo>
                <a:lnTo>
                  <a:pt x="113" y="82"/>
                </a:lnTo>
                <a:lnTo>
                  <a:pt x="113" y="81"/>
                </a:lnTo>
                <a:lnTo>
                  <a:pt x="112" y="80"/>
                </a:lnTo>
                <a:lnTo>
                  <a:pt x="112" y="79"/>
                </a:lnTo>
                <a:lnTo>
                  <a:pt x="111" y="78"/>
                </a:lnTo>
                <a:lnTo>
                  <a:pt x="110" y="78"/>
                </a:lnTo>
                <a:lnTo>
                  <a:pt x="110" y="79"/>
                </a:lnTo>
                <a:lnTo>
                  <a:pt x="109" y="79"/>
                </a:lnTo>
                <a:lnTo>
                  <a:pt x="109" y="80"/>
                </a:lnTo>
                <a:lnTo>
                  <a:pt x="108" y="80"/>
                </a:lnTo>
                <a:lnTo>
                  <a:pt x="108" y="79"/>
                </a:lnTo>
                <a:lnTo>
                  <a:pt x="108" y="80"/>
                </a:lnTo>
                <a:lnTo>
                  <a:pt x="107" y="80"/>
                </a:lnTo>
                <a:lnTo>
                  <a:pt x="107" y="79"/>
                </a:lnTo>
                <a:lnTo>
                  <a:pt x="106" y="79"/>
                </a:lnTo>
                <a:lnTo>
                  <a:pt x="105" y="79"/>
                </a:lnTo>
                <a:lnTo>
                  <a:pt x="105" y="78"/>
                </a:lnTo>
                <a:lnTo>
                  <a:pt x="105" y="77"/>
                </a:lnTo>
                <a:lnTo>
                  <a:pt x="106" y="77"/>
                </a:lnTo>
                <a:lnTo>
                  <a:pt x="106" y="76"/>
                </a:lnTo>
                <a:lnTo>
                  <a:pt x="106" y="75"/>
                </a:lnTo>
                <a:lnTo>
                  <a:pt x="105" y="75"/>
                </a:lnTo>
                <a:lnTo>
                  <a:pt x="105" y="74"/>
                </a:lnTo>
                <a:lnTo>
                  <a:pt x="105" y="73"/>
                </a:lnTo>
                <a:lnTo>
                  <a:pt x="104" y="73"/>
                </a:lnTo>
                <a:lnTo>
                  <a:pt x="104" y="72"/>
                </a:lnTo>
                <a:lnTo>
                  <a:pt x="104" y="71"/>
                </a:lnTo>
                <a:lnTo>
                  <a:pt x="105" y="71"/>
                </a:lnTo>
                <a:lnTo>
                  <a:pt x="105" y="70"/>
                </a:lnTo>
                <a:lnTo>
                  <a:pt x="105" y="69"/>
                </a:lnTo>
                <a:lnTo>
                  <a:pt x="106" y="68"/>
                </a:lnTo>
                <a:lnTo>
                  <a:pt x="107" y="68"/>
                </a:lnTo>
                <a:lnTo>
                  <a:pt x="108" y="67"/>
                </a:lnTo>
                <a:lnTo>
                  <a:pt x="109" y="68"/>
                </a:lnTo>
                <a:lnTo>
                  <a:pt x="110" y="68"/>
                </a:lnTo>
                <a:lnTo>
                  <a:pt x="110" y="69"/>
                </a:lnTo>
                <a:lnTo>
                  <a:pt x="111" y="69"/>
                </a:lnTo>
                <a:lnTo>
                  <a:pt x="111" y="70"/>
                </a:lnTo>
                <a:lnTo>
                  <a:pt x="111" y="71"/>
                </a:lnTo>
                <a:lnTo>
                  <a:pt x="112" y="71"/>
                </a:lnTo>
                <a:lnTo>
                  <a:pt x="112" y="72"/>
                </a:lnTo>
                <a:lnTo>
                  <a:pt x="113" y="72"/>
                </a:lnTo>
                <a:lnTo>
                  <a:pt x="113" y="71"/>
                </a:lnTo>
                <a:lnTo>
                  <a:pt x="113" y="70"/>
                </a:lnTo>
                <a:lnTo>
                  <a:pt x="114" y="70"/>
                </a:lnTo>
                <a:lnTo>
                  <a:pt x="113" y="69"/>
                </a:lnTo>
                <a:lnTo>
                  <a:pt x="113" y="68"/>
                </a:lnTo>
                <a:lnTo>
                  <a:pt x="112" y="67"/>
                </a:lnTo>
                <a:lnTo>
                  <a:pt x="113" y="66"/>
                </a:lnTo>
                <a:lnTo>
                  <a:pt x="114" y="65"/>
                </a:lnTo>
                <a:lnTo>
                  <a:pt x="115" y="65"/>
                </a:lnTo>
                <a:lnTo>
                  <a:pt x="115" y="66"/>
                </a:lnTo>
                <a:lnTo>
                  <a:pt x="116" y="65"/>
                </a:lnTo>
                <a:lnTo>
                  <a:pt x="117" y="65"/>
                </a:lnTo>
                <a:lnTo>
                  <a:pt x="117" y="66"/>
                </a:lnTo>
                <a:lnTo>
                  <a:pt x="118" y="66"/>
                </a:lnTo>
                <a:lnTo>
                  <a:pt x="119" y="66"/>
                </a:lnTo>
                <a:lnTo>
                  <a:pt x="120" y="66"/>
                </a:lnTo>
                <a:lnTo>
                  <a:pt x="121" y="66"/>
                </a:lnTo>
                <a:lnTo>
                  <a:pt x="122" y="66"/>
                </a:lnTo>
                <a:lnTo>
                  <a:pt x="122" y="65"/>
                </a:lnTo>
                <a:lnTo>
                  <a:pt x="122" y="64"/>
                </a:lnTo>
                <a:lnTo>
                  <a:pt x="122" y="63"/>
                </a:lnTo>
                <a:lnTo>
                  <a:pt x="122" y="62"/>
                </a:lnTo>
                <a:lnTo>
                  <a:pt x="123" y="62"/>
                </a:lnTo>
                <a:lnTo>
                  <a:pt x="123" y="63"/>
                </a:lnTo>
                <a:lnTo>
                  <a:pt x="123" y="62"/>
                </a:lnTo>
                <a:lnTo>
                  <a:pt x="124" y="62"/>
                </a:lnTo>
                <a:lnTo>
                  <a:pt x="125" y="62"/>
                </a:lnTo>
                <a:lnTo>
                  <a:pt x="126" y="62"/>
                </a:lnTo>
                <a:lnTo>
                  <a:pt x="126" y="61"/>
                </a:lnTo>
                <a:lnTo>
                  <a:pt x="127" y="61"/>
                </a:lnTo>
                <a:lnTo>
                  <a:pt x="127" y="62"/>
                </a:lnTo>
                <a:lnTo>
                  <a:pt x="127" y="61"/>
                </a:lnTo>
                <a:lnTo>
                  <a:pt x="127" y="60"/>
                </a:lnTo>
                <a:lnTo>
                  <a:pt x="128" y="60"/>
                </a:lnTo>
                <a:lnTo>
                  <a:pt x="128" y="59"/>
                </a:lnTo>
                <a:lnTo>
                  <a:pt x="129" y="59"/>
                </a:lnTo>
                <a:lnTo>
                  <a:pt x="128" y="59"/>
                </a:lnTo>
                <a:lnTo>
                  <a:pt x="128" y="58"/>
                </a:lnTo>
                <a:lnTo>
                  <a:pt x="129" y="57"/>
                </a:lnTo>
                <a:lnTo>
                  <a:pt x="129" y="58"/>
                </a:lnTo>
                <a:lnTo>
                  <a:pt x="130" y="58"/>
                </a:lnTo>
                <a:lnTo>
                  <a:pt x="131" y="57"/>
                </a:lnTo>
                <a:lnTo>
                  <a:pt x="131" y="56"/>
                </a:lnTo>
                <a:lnTo>
                  <a:pt x="131" y="55"/>
                </a:lnTo>
                <a:lnTo>
                  <a:pt x="130" y="54"/>
                </a:lnTo>
                <a:lnTo>
                  <a:pt x="131" y="53"/>
                </a:lnTo>
                <a:lnTo>
                  <a:pt x="131" y="52"/>
                </a:lnTo>
                <a:lnTo>
                  <a:pt x="131" y="51"/>
                </a:lnTo>
                <a:lnTo>
                  <a:pt x="131" y="50"/>
                </a:lnTo>
                <a:lnTo>
                  <a:pt x="130" y="50"/>
                </a:lnTo>
                <a:lnTo>
                  <a:pt x="130" y="49"/>
                </a:lnTo>
                <a:lnTo>
                  <a:pt x="130" y="50"/>
                </a:lnTo>
                <a:lnTo>
                  <a:pt x="129" y="50"/>
                </a:lnTo>
                <a:lnTo>
                  <a:pt x="128" y="49"/>
                </a:lnTo>
                <a:lnTo>
                  <a:pt x="129" y="49"/>
                </a:lnTo>
                <a:lnTo>
                  <a:pt x="129" y="48"/>
                </a:lnTo>
                <a:lnTo>
                  <a:pt x="129" y="47"/>
                </a:lnTo>
                <a:lnTo>
                  <a:pt x="130" y="47"/>
                </a:lnTo>
                <a:lnTo>
                  <a:pt x="131" y="47"/>
                </a:lnTo>
                <a:lnTo>
                  <a:pt x="131" y="46"/>
                </a:lnTo>
                <a:lnTo>
                  <a:pt x="132" y="45"/>
                </a:lnTo>
                <a:lnTo>
                  <a:pt x="132" y="44"/>
                </a:lnTo>
                <a:lnTo>
                  <a:pt x="133" y="44"/>
                </a:lnTo>
                <a:lnTo>
                  <a:pt x="133" y="45"/>
                </a:lnTo>
                <a:lnTo>
                  <a:pt x="134" y="45"/>
                </a:lnTo>
                <a:lnTo>
                  <a:pt x="134" y="46"/>
                </a:lnTo>
                <a:lnTo>
                  <a:pt x="134" y="47"/>
                </a:lnTo>
                <a:lnTo>
                  <a:pt x="134" y="48"/>
                </a:lnTo>
                <a:lnTo>
                  <a:pt x="135" y="48"/>
                </a:lnTo>
                <a:lnTo>
                  <a:pt x="135" y="47"/>
                </a:lnTo>
                <a:lnTo>
                  <a:pt x="136" y="47"/>
                </a:lnTo>
                <a:lnTo>
                  <a:pt x="136" y="46"/>
                </a:lnTo>
                <a:lnTo>
                  <a:pt x="136" y="45"/>
                </a:lnTo>
                <a:lnTo>
                  <a:pt x="137" y="45"/>
                </a:lnTo>
                <a:lnTo>
                  <a:pt x="138" y="45"/>
                </a:lnTo>
                <a:lnTo>
                  <a:pt x="139" y="45"/>
                </a:lnTo>
                <a:lnTo>
                  <a:pt x="139" y="44"/>
                </a:lnTo>
                <a:lnTo>
                  <a:pt x="140" y="44"/>
                </a:lnTo>
                <a:lnTo>
                  <a:pt x="141" y="44"/>
                </a:lnTo>
                <a:lnTo>
                  <a:pt x="141" y="43"/>
                </a:lnTo>
                <a:lnTo>
                  <a:pt x="142" y="43"/>
                </a:lnTo>
                <a:lnTo>
                  <a:pt x="142" y="42"/>
                </a:lnTo>
                <a:lnTo>
                  <a:pt x="143" y="42"/>
                </a:lnTo>
                <a:lnTo>
                  <a:pt x="142" y="42"/>
                </a:lnTo>
                <a:lnTo>
                  <a:pt x="143" y="42"/>
                </a:lnTo>
                <a:lnTo>
                  <a:pt x="143" y="41"/>
                </a:lnTo>
                <a:lnTo>
                  <a:pt x="144" y="40"/>
                </a:lnTo>
                <a:lnTo>
                  <a:pt x="145" y="39"/>
                </a:lnTo>
                <a:lnTo>
                  <a:pt x="145" y="40"/>
                </a:lnTo>
                <a:lnTo>
                  <a:pt x="146" y="40"/>
                </a:lnTo>
                <a:lnTo>
                  <a:pt x="146" y="41"/>
                </a:lnTo>
                <a:lnTo>
                  <a:pt x="147" y="41"/>
                </a:lnTo>
                <a:lnTo>
                  <a:pt x="147" y="40"/>
                </a:lnTo>
                <a:lnTo>
                  <a:pt x="148" y="39"/>
                </a:lnTo>
                <a:lnTo>
                  <a:pt x="149" y="38"/>
                </a:lnTo>
                <a:lnTo>
                  <a:pt x="149" y="37"/>
                </a:lnTo>
                <a:lnTo>
                  <a:pt x="150" y="37"/>
                </a:lnTo>
                <a:lnTo>
                  <a:pt x="150" y="36"/>
                </a:lnTo>
                <a:lnTo>
                  <a:pt x="150" y="35"/>
                </a:lnTo>
                <a:lnTo>
                  <a:pt x="151" y="35"/>
                </a:lnTo>
                <a:lnTo>
                  <a:pt x="151" y="36"/>
                </a:lnTo>
                <a:lnTo>
                  <a:pt x="152" y="37"/>
                </a:lnTo>
                <a:lnTo>
                  <a:pt x="152" y="36"/>
                </a:lnTo>
                <a:lnTo>
                  <a:pt x="152" y="37"/>
                </a:lnTo>
                <a:lnTo>
                  <a:pt x="153" y="37"/>
                </a:lnTo>
                <a:lnTo>
                  <a:pt x="154" y="36"/>
                </a:lnTo>
                <a:lnTo>
                  <a:pt x="154" y="37"/>
                </a:lnTo>
                <a:lnTo>
                  <a:pt x="154" y="38"/>
                </a:lnTo>
                <a:lnTo>
                  <a:pt x="155" y="38"/>
                </a:lnTo>
                <a:lnTo>
                  <a:pt x="154" y="39"/>
                </a:lnTo>
                <a:lnTo>
                  <a:pt x="154" y="40"/>
                </a:lnTo>
                <a:lnTo>
                  <a:pt x="155" y="40"/>
                </a:lnTo>
                <a:lnTo>
                  <a:pt x="155" y="39"/>
                </a:lnTo>
                <a:lnTo>
                  <a:pt x="156" y="39"/>
                </a:lnTo>
                <a:lnTo>
                  <a:pt x="156" y="40"/>
                </a:lnTo>
                <a:lnTo>
                  <a:pt x="156" y="41"/>
                </a:lnTo>
                <a:lnTo>
                  <a:pt x="157" y="42"/>
                </a:lnTo>
                <a:lnTo>
                  <a:pt x="156" y="42"/>
                </a:lnTo>
                <a:lnTo>
                  <a:pt x="156" y="43"/>
                </a:lnTo>
                <a:lnTo>
                  <a:pt x="157" y="43"/>
                </a:lnTo>
                <a:lnTo>
                  <a:pt x="157" y="44"/>
                </a:lnTo>
                <a:lnTo>
                  <a:pt x="158" y="45"/>
                </a:lnTo>
                <a:lnTo>
                  <a:pt x="158" y="46"/>
                </a:lnTo>
                <a:lnTo>
                  <a:pt x="158" y="47"/>
                </a:lnTo>
                <a:lnTo>
                  <a:pt x="159" y="47"/>
                </a:lnTo>
                <a:lnTo>
                  <a:pt x="160" y="47"/>
                </a:lnTo>
                <a:lnTo>
                  <a:pt x="160" y="48"/>
                </a:lnTo>
                <a:lnTo>
                  <a:pt x="161" y="48"/>
                </a:lnTo>
                <a:lnTo>
                  <a:pt x="162" y="49"/>
                </a:lnTo>
                <a:lnTo>
                  <a:pt x="163" y="49"/>
                </a:lnTo>
                <a:lnTo>
                  <a:pt x="163" y="50"/>
                </a:lnTo>
                <a:lnTo>
                  <a:pt x="164" y="50"/>
                </a:lnTo>
                <a:lnTo>
                  <a:pt x="164" y="51"/>
                </a:lnTo>
                <a:lnTo>
                  <a:pt x="165" y="52"/>
                </a:lnTo>
                <a:lnTo>
                  <a:pt x="165" y="51"/>
                </a:lnTo>
                <a:lnTo>
                  <a:pt x="166" y="51"/>
                </a:lnTo>
                <a:lnTo>
                  <a:pt x="167" y="51"/>
                </a:lnTo>
                <a:lnTo>
                  <a:pt x="168" y="52"/>
                </a:lnTo>
                <a:lnTo>
                  <a:pt x="168" y="53"/>
                </a:lnTo>
                <a:lnTo>
                  <a:pt x="169" y="53"/>
                </a:lnTo>
                <a:lnTo>
                  <a:pt x="169" y="54"/>
                </a:lnTo>
                <a:lnTo>
                  <a:pt x="170" y="54"/>
                </a:lnTo>
                <a:lnTo>
                  <a:pt x="171" y="53"/>
                </a:lnTo>
                <a:lnTo>
                  <a:pt x="172" y="52"/>
                </a:lnTo>
                <a:lnTo>
                  <a:pt x="172" y="51"/>
                </a:lnTo>
                <a:lnTo>
                  <a:pt x="173" y="50"/>
                </a:lnTo>
                <a:lnTo>
                  <a:pt x="174" y="50"/>
                </a:lnTo>
                <a:lnTo>
                  <a:pt x="174" y="49"/>
                </a:lnTo>
                <a:lnTo>
                  <a:pt x="175" y="48"/>
                </a:lnTo>
                <a:lnTo>
                  <a:pt x="174" y="48"/>
                </a:lnTo>
                <a:lnTo>
                  <a:pt x="174" y="47"/>
                </a:lnTo>
                <a:lnTo>
                  <a:pt x="174" y="46"/>
                </a:lnTo>
                <a:lnTo>
                  <a:pt x="175" y="46"/>
                </a:lnTo>
                <a:lnTo>
                  <a:pt x="174" y="45"/>
                </a:lnTo>
                <a:lnTo>
                  <a:pt x="174" y="44"/>
                </a:lnTo>
                <a:lnTo>
                  <a:pt x="175" y="44"/>
                </a:lnTo>
                <a:lnTo>
                  <a:pt x="176" y="44"/>
                </a:lnTo>
                <a:lnTo>
                  <a:pt x="176" y="43"/>
                </a:lnTo>
                <a:lnTo>
                  <a:pt x="177" y="43"/>
                </a:lnTo>
                <a:lnTo>
                  <a:pt x="177" y="42"/>
                </a:lnTo>
                <a:lnTo>
                  <a:pt x="178" y="41"/>
                </a:lnTo>
                <a:lnTo>
                  <a:pt x="179" y="41"/>
                </a:lnTo>
                <a:lnTo>
                  <a:pt x="179" y="40"/>
                </a:lnTo>
                <a:lnTo>
                  <a:pt x="180" y="39"/>
                </a:lnTo>
                <a:lnTo>
                  <a:pt x="181" y="39"/>
                </a:lnTo>
                <a:lnTo>
                  <a:pt x="181" y="40"/>
                </a:lnTo>
                <a:lnTo>
                  <a:pt x="182" y="40"/>
                </a:lnTo>
                <a:lnTo>
                  <a:pt x="182" y="39"/>
                </a:lnTo>
                <a:lnTo>
                  <a:pt x="183" y="39"/>
                </a:lnTo>
                <a:lnTo>
                  <a:pt x="184" y="39"/>
                </a:lnTo>
                <a:lnTo>
                  <a:pt x="185" y="39"/>
                </a:lnTo>
                <a:lnTo>
                  <a:pt x="186" y="39"/>
                </a:lnTo>
                <a:lnTo>
                  <a:pt x="186" y="38"/>
                </a:lnTo>
                <a:lnTo>
                  <a:pt x="186" y="37"/>
                </a:lnTo>
                <a:lnTo>
                  <a:pt x="187" y="37"/>
                </a:lnTo>
                <a:lnTo>
                  <a:pt x="188" y="37"/>
                </a:lnTo>
                <a:lnTo>
                  <a:pt x="188" y="36"/>
                </a:lnTo>
                <a:lnTo>
                  <a:pt x="189" y="36"/>
                </a:lnTo>
                <a:lnTo>
                  <a:pt x="190" y="36"/>
                </a:lnTo>
                <a:lnTo>
                  <a:pt x="190" y="37"/>
                </a:lnTo>
                <a:lnTo>
                  <a:pt x="191" y="37"/>
                </a:lnTo>
                <a:lnTo>
                  <a:pt x="192" y="37"/>
                </a:lnTo>
                <a:lnTo>
                  <a:pt x="192" y="36"/>
                </a:lnTo>
                <a:lnTo>
                  <a:pt x="193" y="36"/>
                </a:lnTo>
                <a:lnTo>
                  <a:pt x="193" y="35"/>
                </a:lnTo>
                <a:lnTo>
                  <a:pt x="193" y="34"/>
                </a:lnTo>
                <a:lnTo>
                  <a:pt x="194" y="35"/>
                </a:lnTo>
                <a:lnTo>
                  <a:pt x="195" y="35"/>
                </a:lnTo>
                <a:lnTo>
                  <a:pt x="196" y="35"/>
                </a:lnTo>
                <a:lnTo>
                  <a:pt x="197" y="35"/>
                </a:lnTo>
                <a:lnTo>
                  <a:pt x="197" y="36"/>
                </a:lnTo>
                <a:lnTo>
                  <a:pt x="198" y="36"/>
                </a:lnTo>
                <a:lnTo>
                  <a:pt x="198" y="35"/>
                </a:lnTo>
                <a:lnTo>
                  <a:pt x="199" y="35"/>
                </a:lnTo>
                <a:lnTo>
                  <a:pt x="200" y="35"/>
                </a:lnTo>
                <a:lnTo>
                  <a:pt x="200" y="36"/>
                </a:lnTo>
                <a:lnTo>
                  <a:pt x="200" y="37"/>
                </a:lnTo>
                <a:lnTo>
                  <a:pt x="201" y="37"/>
                </a:lnTo>
                <a:lnTo>
                  <a:pt x="202" y="37"/>
                </a:lnTo>
                <a:lnTo>
                  <a:pt x="202" y="36"/>
                </a:lnTo>
                <a:lnTo>
                  <a:pt x="202" y="35"/>
                </a:lnTo>
                <a:lnTo>
                  <a:pt x="202" y="34"/>
                </a:lnTo>
                <a:lnTo>
                  <a:pt x="202" y="33"/>
                </a:lnTo>
                <a:lnTo>
                  <a:pt x="203" y="33"/>
                </a:lnTo>
                <a:lnTo>
                  <a:pt x="203" y="32"/>
                </a:lnTo>
                <a:lnTo>
                  <a:pt x="204" y="32"/>
                </a:lnTo>
                <a:lnTo>
                  <a:pt x="205" y="32"/>
                </a:lnTo>
                <a:lnTo>
                  <a:pt x="205" y="31"/>
                </a:lnTo>
                <a:lnTo>
                  <a:pt x="205" y="29"/>
                </a:lnTo>
                <a:lnTo>
                  <a:pt x="205" y="28"/>
                </a:lnTo>
                <a:lnTo>
                  <a:pt x="206" y="27"/>
                </a:lnTo>
                <a:lnTo>
                  <a:pt x="207" y="27"/>
                </a:lnTo>
                <a:lnTo>
                  <a:pt x="207" y="26"/>
                </a:lnTo>
                <a:lnTo>
                  <a:pt x="208" y="26"/>
                </a:lnTo>
                <a:lnTo>
                  <a:pt x="208" y="27"/>
                </a:lnTo>
                <a:lnTo>
                  <a:pt x="209" y="27"/>
                </a:lnTo>
                <a:lnTo>
                  <a:pt x="210" y="27"/>
                </a:lnTo>
                <a:lnTo>
                  <a:pt x="211" y="27"/>
                </a:lnTo>
                <a:lnTo>
                  <a:pt x="212" y="27"/>
                </a:lnTo>
                <a:lnTo>
                  <a:pt x="213" y="27"/>
                </a:lnTo>
                <a:lnTo>
                  <a:pt x="213" y="26"/>
                </a:lnTo>
                <a:lnTo>
                  <a:pt x="214" y="27"/>
                </a:lnTo>
                <a:lnTo>
                  <a:pt x="214" y="26"/>
                </a:lnTo>
                <a:lnTo>
                  <a:pt x="215" y="26"/>
                </a:lnTo>
                <a:lnTo>
                  <a:pt x="215" y="25"/>
                </a:lnTo>
                <a:lnTo>
                  <a:pt x="216" y="25"/>
                </a:lnTo>
                <a:lnTo>
                  <a:pt x="216" y="26"/>
                </a:lnTo>
                <a:lnTo>
                  <a:pt x="217" y="25"/>
                </a:lnTo>
                <a:lnTo>
                  <a:pt x="217" y="24"/>
                </a:lnTo>
                <a:lnTo>
                  <a:pt x="218" y="24"/>
                </a:lnTo>
                <a:lnTo>
                  <a:pt x="219" y="24"/>
                </a:lnTo>
                <a:lnTo>
                  <a:pt x="220" y="24"/>
                </a:lnTo>
                <a:lnTo>
                  <a:pt x="221" y="24"/>
                </a:lnTo>
                <a:lnTo>
                  <a:pt x="221" y="23"/>
                </a:lnTo>
                <a:lnTo>
                  <a:pt x="222" y="23"/>
                </a:lnTo>
                <a:lnTo>
                  <a:pt x="222" y="24"/>
                </a:lnTo>
                <a:lnTo>
                  <a:pt x="223" y="24"/>
                </a:lnTo>
                <a:lnTo>
                  <a:pt x="223" y="23"/>
                </a:lnTo>
                <a:lnTo>
                  <a:pt x="224" y="24"/>
                </a:lnTo>
                <a:lnTo>
                  <a:pt x="225" y="24"/>
                </a:lnTo>
                <a:lnTo>
                  <a:pt x="226" y="23"/>
                </a:lnTo>
                <a:lnTo>
                  <a:pt x="226" y="22"/>
                </a:lnTo>
                <a:lnTo>
                  <a:pt x="226" y="21"/>
                </a:lnTo>
                <a:lnTo>
                  <a:pt x="226" y="20"/>
                </a:lnTo>
                <a:lnTo>
                  <a:pt x="227" y="19"/>
                </a:lnTo>
                <a:lnTo>
                  <a:pt x="226" y="19"/>
                </a:lnTo>
                <a:lnTo>
                  <a:pt x="226" y="18"/>
                </a:lnTo>
                <a:lnTo>
                  <a:pt x="226" y="17"/>
                </a:lnTo>
                <a:lnTo>
                  <a:pt x="226" y="16"/>
                </a:lnTo>
                <a:lnTo>
                  <a:pt x="227" y="16"/>
                </a:lnTo>
                <a:lnTo>
                  <a:pt x="228" y="16"/>
                </a:lnTo>
                <a:lnTo>
                  <a:pt x="228" y="15"/>
                </a:lnTo>
                <a:lnTo>
                  <a:pt x="227" y="15"/>
                </a:lnTo>
                <a:lnTo>
                  <a:pt x="227" y="14"/>
                </a:lnTo>
                <a:lnTo>
                  <a:pt x="228" y="14"/>
                </a:lnTo>
                <a:lnTo>
                  <a:pt x="228" y="13"/>
                </a:lnTo>
                <a:lnTo>
                  <a:pt x="227" y="13"/>
                </a:lnTo>
                <a:lnTo>
                  <a:pt x="226" y="13"/>
                </a:lnTo>
                <a:lnTo>
                  <a:pt x="225" y="13"/>
                </a:lnTo>
                <a:lnTo>
                  <a:pt x="224" y="13"/>
                </a:lnTo>
                <a:lnTo>
                  <a:pt x="224" y="12"/>
                </a:lnTo>
                <a:lnTo>
                  <a:pt x="224" y="11"/>
                </a:lnTo>
                <a:lnTo>
                  <a:pt x="223" y="11"/>
                </a:lnTo>
                <a:lnTo>
                  <a:pt x="222" y="10"/>
                </a:lnTo>
                <a:lnTo>
                  <a:pt x="223" y="10"/>
                </a:lnTo>
                <a:lnTo>
                  <a:pt x="223" y="9"/>
                </a:lnTo>
                <a:lnTo>
                  <a:pt x="224" y="9"/>
                </a:lnTo>
                <a:lnTo>
                  <a:pt x="224" y="8"/>
                </a:lnTo>
                <a:lnTo>
                  <a:pt x="225" y="8"/>
                </a:lnTo>
                <a:lnTo>
                  <a:pt x="225" y="9"/>
                </a:lnTo>
                <a:lnTo>
                  <a:pt x="225" y="8"/>
                </a:lnTo>
                <a:lnTo>
                  <a:pt x="225" y="7"/>
                </a:lnTo>
                <a:lnTo>
                  <a:pt x="226" y="7"/>
                </a:lnTo>
                <a:lnTo>
                  <a:pt x="227" y="7"/>
                </a:lnTo>
                <a:lnTo>
                  <a:pt x="227" y="6"/>
                </a:lnTo>
                <a:lnTo>
                  <a:pt x="227" y="5"/>
                </a:lnTo>
                <a:lnTo>
                  <a:pt x="228" y="5"/>
                </a:lnTo>
                <a:lnTo>
                  <a:pt x="228" y="6"/>
                </a:lnTo>
                <a:lnTo>
                  <a:pt x="228" y="5"/>
                </a:lnTo>
                <a:lnTo>
                  <a:pt x="229" y="5"/>
                </a:lnTo>
                <a:lnTo>
                  <a:pt x="229" y="4"/>
                </a:lnTo>
                <a:lnTo>
                  <a:pt x="231" y="3"/>
                </a:lnTo>
                <a:lnTo>
                  <a:pt x="232" y="3"/>
                </a:lnTo>
                <a:lnTo>
                  <a:pt x="233" y="3"/>
                </a:lnTo>
                <a:lnTo>
                  <a:pt x="232" y="4"/>
                </a:lnTo>
                <a:lnTo>
                  <a:pt x="233" y="4"/>
                </a:lnTo>
                <a:lnTo>
                  <a:pt x="233" y="5"/>
                </a:lnTo>
                <a:lnTo>
                  <a:pt x="233" y="6"/>
                </a:lnTo>
                <a:lnTo>
                  <a:pt x="234" y="6"/>
                </a:lnTo>
                <a:lnTo>
                  <a:pt x="234" y="7"/>
                </a:lnTo>
                <a:lnTo>
                  <a:pt x="235" y="8"/>
                </a:lnTo>
                <a:lnTo>
                  <a:pt x="237" y="8"/>
                </a:lnTo>
                <a:lnTo>
                  <a:pt x="237" y="7"/>
                </a:lnTo>
                <a:lnTo>
                  <a:pt x="238" y="7"/>
                </a:lnTo>
                <a:lnTo>
                  <a:pt x="238" y="8"/>
                </a:lnTo>
                <a:lnTo>
                  <a:pt x="239" y="8"/>
                </a:lnTo>
                <a:lnTo>
                  <a:pt x="239" y="7"/>
                </a:lnTo>
                <a:lnTo>
                  <a:pt x="240" y="7"/>
                </a:lnTo>
                <a:lnTo>
                  <a:pt x="240" y="6"/>
                </a:lnTo>
                <a:lnTo>
                  <a:pt x="239" y="6"/>
                </a:lnTo>
                <a:lnTo>
                  <a:pt x="239" y="5"/>
                </a:lnTo>
                <a:lnTo>
                  <a:pt x="239" y="4"/>
                </a:lnTo>
                <a:lnTo>
                  <a:pt x="240" y="4"/>
                </a:lnTo>
                <a:lnTo>
                  <a:pt x="241" y="4"/>
                </a:lnTo>
                <a:lnTo>
                  <a:pt x="241" y="5"/>
                </a:lnTo>
                <a:lnTo>
                  <a:pt x="242" y="5"/>
                </a:lnTo>
                <a:lnTo>
                  <a:pt x="241" y="4"/>
                </a:lnTo>
                <a:lnTo>
                  <a:pt x="242" y="4"/>
                </a:lnTo>
                <a:lnTo>
                  <a:pt x="243" y="5"/>
                </a:lnTo>
                <a:lnTo>
                  <a:pt x="244" y="4"/>
                </a:lnTo>
                <a:lnTo>
                  <a:pt x="245" y="4"/>
                </a:lnTo>
                <a:lnTo>
                  <a:pt x="245" y="3"/>
                </a:lnTo>
                <a:lnTo>
                  <a:pt x="246" y="3"/>
                </a:lnTo>
                <a:lnTo>
                  <a:pt x="247" y="3"/>
                </a:lnTo>
                <a:lnTo>
                  <a:pt x="248" y="4"/>
                </a:lnTo>
                <a:lnTo>
                  <a:pt x="249" y="5"/>
                </a:lnTo>
                <a:lnTo>
                  <a:pt x="248" y="5"/>
                </a:lnTo>
                <a:lnTo>
                  <a:pt x="248" y="6"/>
                </a:lnTo>
                <a:lnTo>
                  <a:pt x="249" y="6"/>
                </a:lnTo>
                <a:lnTo>
                  <a:pt x="249" y="7"/>
                </a:lnTo>
                <a:lnTo>
                  <a:pt x="249" y="6"/>
                </a:lnTo>
                <a:lnTo>
                  <a:pt x="250" y="5"/>
                </a:lnTo>
                <a:lnTo>
                  <a:pt x="250" y="6"/>
                </a:lnTo>
                <a:lnTo>
                  <a:pt x="251" y="6"/>
                </a:lnTo>
                <a:lnTo>
                  <a:pt x="252" y="6"/>
                </a:lnTo>
                <a:lnTo>
                  <a:pt x="252" y="5"/>
                </a:lnTo>
                <a:lnTo>
                  <a:pt x="252" y="4"/>
                </a:lnTo>
                <a:lnTo>
                  <a:pt x="253" y="4"/>
                </a:lnTo>
                <a:lnTo>
                  <a:pt x="254" y="4"/>
                </a:lnTo>
                <a:lnTo>
                  <a:pt x="254" y="5"/>
                </a:lnTo>
                <a:lnTo>
                  <a:pt x="255" y="5"/>
                </a:lnTo>
                <a:lnTo>
                  <a:pt x="256" y="5"/>
                </a:lnTo>
                <a:lnTo>
                  <a:pt x="256" y="4"/>
                </a:lnTo>
                <a:lnTo>
                  <a:pt x="257" y="3"/>
                </a:lnTo>
                <a:lnTo>
                  <a:pt x="257" y="2"/>
                </a:lnTo>
                <a:lnTo>
                  <a:pt x="257" y="1"/>
                </a:lnTo>
                <a:lnTo>
                  <a:pt x="258" y="1"/>
                </a:lnTo>
                <a:lnTo>
                  <a:pt x="259" y="0"/>
                </a:lnTo>
                <a:lnTo>
                  <a:pt x="259" y="1"/>
                </a:lnTo>
                <a:lnTo>
                  <a:pt x="260" y="1"/>
                </a:lnTo>
                <a:lnTo>
                  <a:pt x="260" y="0"/>
                </a:lnTo>
                <a:lnTo>
                  <a:pt x="260" y="1"/>
                </a:lnTo>
                <a:lnTo>
                  <a:pt x="26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19" name=""/>
          <p:cNvSpPr/>
          <p:nvPr/>
        </p:nvSpPr>
        <p:spPr>
          <a:xfrm>
            <a:off x="6945480" y="42148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20" name=""/>
          <p:cNvSpPr/>
          <p:nvPr/>
        </p:nvSpPr>
        <p:spPr>
          <a:xfrm>
            <a:off x="6933960" y="4210920"/>
            <a:ext cx="2520" cy="3240"/>
          </a:xfrm>
          <a:custGeom>
            <a:avLst/>
            <a:gdLst/>
            <a:ahLst/>
            <a:rect l="0" t="0" r="r" b="b"/>
            <a:pathLst>
              <a:path w="7" h="9">
                <a:moveTo>
                  <a:pt x="7" y="1"/>
                </a:moveTo>
                <a:lnTo>
                  <a:pt x="6" y="1"/>
                </a:lnTo>
                <a:lnTo>
                  <a:pt x="6" y="2"/>
                </a:lnTo>
                <a:lnTo>
                  <a:pt x="5" y="2"/>
                </a:lnTo>
                <a:lnTo>
                  <a:pt x="5" y="4"/>
                </a:lnTo>
                <a:lnTo>
                  <a:pt x="5" y="5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6" y="6"/>
                </a:lnTo>
                <a:lnTo>
                  <a:pt x="5" y="6"/>
                </a:lnTo>
                <a:lnTo>
                  <a:pt x="5" y="7"/>
                </a:lnTo>
                <a:lnTo>
                  <a:pt x="4" y="7"/>
                </a:lnTo>
                <a:lnTo>
                  <a:pt x="4" y="8"/>
                </a:lnTo>
                <a:lnTo>
                  <a:pt x="4" y="9"/>
                </a:lnTo>
                <a:lnTo>
                  <a:pt x="3" y="9"/>
                </a:lnTo>
                <a:lnTo>
                  <a:pt x="4" y="9"/>
                </a:lnTo>
                <a:lnTo>
                  <a:pt x="4" y="8"/>
                </a:lnTo>
                <a:lnTo>
                  <a:pt x="3" y="8"/>
                </a:lnTo>
                <a:lnTo>
                  <a:pt x="3" y="7"/>
                </a:lnTo>
                <a:lnTo>
                  <a:pt x="1" y="7"/>
                </a:lnTo>
                <a:lnTo>
                  <a:pt x="1" y="6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3" y="7"/>
                </a:lnTo>
                <a:lnTo>
                  <a:pt x="3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21" name=""/>
          <p:cNvSpPr/>
          <p:nvPr/>
        </p:nvSpPr>
        <p:spPr>
          <a:xfrm>
            <a:off x="6942960" y="4209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22" name=""/>
          <p:cNvSpPr/>
          <p:nvPr/>
        </p:nvSpPr>
        <p:spPr>
          <a:xfrm>
            <a:off x="6950160" y="4207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23" name=""/>
          <p:cNvSpPr/>
          <p:nvPr/>
        </p:nvSpPr>
        <p:spPr>
          <a:xfrm>
            <a:off x="6945120" y="4205160"/>
            <a:ext cx="5040" cy="3960"/>
          </a:xfrm>
          <a:custGeom>
            <a:avLst/>
            <a:gdLst/>
            <a:ahLst/>
            <a:rect l="0" t="0" r="r" b="b"/>
            <a:pathLst>
              <a:path w="14" h="11">
                <a:moveTo>
                  <a:pt x="5" y="2"/>
                </a:moveTo>
                <a:lnTo>
                  <a:pt x="5" y="1"/>
                </a:lnTo>
                <a:lnTo>
                  <a:pt x="5" y="2"/>
                </a:ln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lnTo>
                  <a:pt x="7" y="5"/>
                </a:lnTo>
                <a:lnTo>
                  <a:pt x="8" y="5"/>
                </a:lnTo>
                <a:lnTo>
                  <a:pt x="9" y="7"/>
                </a:lnTo>
                <a:lnTo>
                  <a:pt x="11" y="7"/>
                </a:lnTo>
                <a:lnTo>
                  <a:pt x="11" y="5"/>
                </a:lnTo>
                <a:lnTo>
                  <a:pt x="12" y="5"/>
                </a:lnTo>
                <a:lnTo>
                  <a:pt x="12" y="7"/>
                </a:lnTo>
                <a:lnTo>
                  <a:pt x="13" y="5"/>
                </a:lnTo>
                <a:lnTo>
                  <a:pt x="14" y="5"/>
                </a:lnTo>
                <a:lnTo>
                  <a:pt x="13" y="5"/>
                </a:lnTo>
                <a:lnTo>
                  <a:pt x="13" y="7"/>
                </a:lnTo>
                <a:lnTo>
                  <a:pt x="14" y="7"/>
                </a:lnTo>
                <a:lnTo>
                  <a:pt x="13" y="7"/>
                </a:lnTo>
                <a:lnTo>
                  <a:pt x="12" y="7"/>
                </a:lnTo>
                <a:lnTo>
                  <a:pt x="11" y="8"/>
                </a:lnTo>
                <a:lnTo>
                  <a:pt x="9" y="9"/>
                </a:lnTo>
                <a:lnTo>
                  <a:pt x="11" y="9"/>
                </a:lnTo>
                <a:lnTo>
                  <a:pt x="12" y="10"/>
                </a:lnTo>
                <a:lnTo>
                  <a:pt x="12" y="11"/>
                </a:lnTo>
                <a:lnTo>
                  <a:pt x="11" y="11"/>
                </a:lnTo>
                <a:lnTo>
                  <a:pt x="9" y="11"/>
                </a:lnTo>
                <a:lnTo>
                  <a:pt x="8" y="10"/>
                </a:lnTo>
                <a:lnTo>
                  <a:pt x="7" y="10"/>
                </a:lnTo>
                <a:lnTo>
                  <a:pt x="7" y="9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1" y="2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24" name=""/>
          <p:cNvSpPr/>
          <p:nvPr/>
        </p:nvSpPr>
        <p:spPr>
          <a:xfrm>
            <a:off x="6951600" y="42062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25" name=""/>
          <p:cNvSpPr/>
          <p:nvPr/>
        </p:nvSpPr>
        <p:spPr>
          <a:xfrm>
            <a:off x="6950160" y="420588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26" name=""/>
          <p:cNvSpPr/>
          <p:nvPr/>
        </p:nvSpPr>
        <p:spPr>
          <a:xfrm>
            <a:off x="6949800" y="4205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27" name=""/>
          <p:cNvSpPr/>
          <p:nvPr/>
        </p:nvSpPr>
        <p:spPr>
          <a:xfrm>
            <a:off x="6951240" y="4205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28" name=""/>
          <p:cNvSpPr/>
          <p:nvPr/>
        </p:nvSpPr>
        <p:spPr>
          <a:xfrm>
            <a:off x="6949440" y="4204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29" name=""/>
          <p:cNvSpPr/>
          <p:nvPr/>
        </p:nvSpPr>
        <p:spPr>
          <a:xfrm>
            <a:off x="6947640" y="42044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30" name=""/>
          <p:cNvSpPr/>
          <p:nvPr/>
        </p:nvSpPr>
        <p:spPr>
          <a:xfrm>
            <a:off x="6942600" y="42022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31" name=""/>
          <p:cNvSpPr/>
          <p:nvPr/>
        </p:nvSpPr>
        <p:spPr>
          <a:xfrm>
            <a:off x="6946200" y="420156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4"/>
                </a:move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1" y="3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32" name=""/>
          <p:cNvSpPr/>
          <p:nvPr/>
        </p:nvSpPr>
        <p:spPr>
          <a:xfrm>
            <a:off x="6939360" y="4201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33" name=""/>
          <p:cNvSpPr/>
          <p:nvPr/>
        </p:nvSpPr>
        <p:spPr>
          <a:xfrm>
            <a:off x="6943680" y="4198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34" name=""/>
          <p:cNvSpPr/>
          <p:nvPr/>
        </p:nvSpPr>
        <p:spPr>
          <a:xfrm>
            <a:off x="6949080" y="4189680"/>
            <a:ext cx="2520" cy="2160"/>
          </a:xfrm>
          <a:custGeom>
            <a:avLst/>
            <a:gdLst/>
            <a:ahLst/>
            <a:rect l="0" t="0" r="r" b="b"/>
            <a:pathLst>
              <a:path w="7" h="6">
                <a:moveTo>
                  <a:pt x="3" y="6"/>
                </a:moveTo>
                <a:lnTo>
                  <a:pt x="2" y="6"/>
                </a:lnTo>
                <a:lnTo>
                  <a:pt x="1" y="6"/>
                </a:lnTo>
                <a:lnTo>
                  <a:pt x="0" y="4"/>
                </a:lnTo>
                <a:lnTo>
                  <a:pt x="1" y="3"/>
                </a:lnTo>
                <a:lnTo>
                  <a:pt x="1" y="4"/>
                </a:lnTo>
                <a:lnTo>
                  <a:pt x="1" y="6"/>
                </a:lnTo>
                <a:lnTo>
                  <a:pt x="2" y="6"/>
                </a:lnTo>
                <a:lnTo>
                  <a:pt x="2" y="4"/>
                </a:lnTo>
                <a:lnTo>
                  <a:pt x="2" y="3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6" y="1"/>
                </a:lnTo>
                <a:lnTo>
                  <a:pt x="7" y="0"/>
                </a:lnTo>
                <a:lnTo>
                  <a:pt x="6" y="1"/>
                </a:lnTo>
                <a:lnTo>
                  <a:pt x="6" y="2"/>
                </a:lnTo>
                <a:lnTo>
                  <a:pt x="4" y="4"/>
                </a:lnTo>
                <a:lnTo>
                  <a:pt x="3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35" name=""/>
          <p:cNvSpPr/>
          <p:nvPr/>
        </p:nvSpPr>
        <p:spPr>
          <a:xfrm>
            <a:off x="6951960" y="419004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1" y="1"/>
                </a:move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36" name=""/>
          <p:cNvSpPr/>
          <p:nvPr/>
        </p:nvSpPr>
        <p:spPr>
          <a:xfrm>
            <a:off x="6949800" y="418968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37" name=""/>
          <p:cNvSpPr/>
          <p:nvPr/>
        </p:nvSpPr>
        <p:spPr>
          <a:xfrm>
            <a:off x="6951600" y="41896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38" name=""/>
          <p:cNvSpPr/>
          <p:nvPr/>
        </p:nvSpPr>
        <p:spPr>
          <a:xfrm>
            <a:off x="6948720" y="4173120"/>
            <a:ext cx="3960" cy="2880"/>
          </a:xfrm>
          <a:custGeom>
            <a:avLst/>
            <a:gdLst/>
            <a:ahLst/>
            <a:rect l="0" t="0" r="r" b="b"/>
            <a:pathLst>
              <a:path w="11" h="8">
                <a:moveTo>
                  <a:pt x="9" y="2"/>
                </a:moveTo>
                <a:lnTo>
                  <a:pt x="10" y="5"/>
                </a:lnTo>
                <a:lnTo>
                  <a:pt x="11" y="5"/>
                </a:lnTo>
                <a:lnTo>
                  <a:pt x="11" y="7"/>
                </a:lnTo>
                <a:lnTo>
                  <a:pt x="10" y="8"/>
                </a:lnTo>
                <a:lnTo>
                  <a:pt x="8" y="8"/>
                </a:lnTo>
                <a:lnTo>
                  <a:pt x="6" y="8"/>
                </a:lnTo>
                <a:lnTo>
                  <a:pt x="5" y="8"/>
                </a:lnTo>
                <a:lnTo>
                  <a:pt x="4" y="8"/>
                </a:lnTo>
                <a:lnTo>
                  <a:pt x="2" y="8"/>
                </a:lnTo>
                <a:lnTo>
                  <a:pt x="1" y="7"/>
                </a:lnTo>
                <a:lnTo>
                  <a:pt x="1" y="6"/>
                </a:lnTo>
                <a:lnTo>
                  <a:pt x="0" y="6"/>
                </a:lnTo>
                <a:lnTo>
                  <a:pt x="1" y="3"/>
                </a:lnTo>
                <a:lnTo>
                  <a:pt x="2" y="1"/>
                </a:lnTo>
                <a:lnTo>
                  <a:pt x="4" y="1"/>
                </a:lnTo>
                <a:lnTo>
                  <a:pt x="5" y="0"/>
                </a:lnTo>
                <a:lnTo>
                  <a:pt x="6" y="0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39" name=""/>
          <p:cNvSpPr/>
          <p:nvPr/>
        </p:nvSpPr>
        <p:spPr>
          <a:xfrm>
            <a:off x="6951600" y="41734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40" name=""/>
          <p:cNvSpPr/>
          <p:nvPr/>
        </p:nvSpPr>
        <p:spPr>
          <a:xfrm>
            <a:off x="6950520" y="4171680"/>
            <a:ext cx="2880" cy="1800"/>
          </a:xfrm>
          <a:custGeom>
            <a:avLst/>
            <a:gdLst/>
            <a:ahLst/>
            <a:rect l="0" t="0" r="r" b="b"/>
            <a:pathLst>
              <a:path w="8" h="5">
                <a:moveTo>
                  <a:pt x="8" y="1"/>
                </a:moveTo>
                <a:lnTo>
                  <a:pt x="6" y="1"/>
                </a:lnTo>
                <a:lnTo>
                  <a:pt x="6" y="3"/>
                </a:lnTo>
                <a:lnTo>
                  <a:pt x="6" y="4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  <a:lnTo>
                  <a:pt x="6" y="1"/>
                </a:lnTo>
                <a:lnTo>
                  <a:pt x="8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41" name=""/>
          <p:cNvSpPr/>
          <p:nvPr/>
        </p:nvSpPr>
        <p:spPr>
          <a:xfrm>
            <a:off x="6951600" y="415080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1" y="3"/>
                </a:moveTo>
                <a:lnTo>
                  <a:pt x="2" y="3"/>
                </a:lnTo>
                <a:lnTo>
                  <a:pt x="2" y="5"/>
                </a:lnTo>
                <a:lnTo>
                  <a:pt x="1" y="5"/>
                </a:lnTo>
                <a:lnTo>
                  <a:pt x="0" y="3"/>
                </a:lnTo>
                <a:lnTo>
                  <a:pt x="0" y="5"/>
                </a:lnTo>
                <a:lnTo>
                  <a:pt x="0" y="3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2"/>
                </a:lnTo>
                <a:lnTo>
                  <a:pt x="4" y="2"/>
                </a:lnTo>
                <a:lnTo>
                  <a:pt x="2" y="3"/>
                </a:lnTo>
                <a:lnTo>
                  <a:pt x="1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42" name=""/>
          <p:cNvSpPr/>
          <p:nvPr/>
        </p:nvSpPr>
        <p:spPr>
          <a:xfrm>
            <a:off x="6951600" y="41504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43" name=""/>
          <p:cNvSpPr/>
          <p:nvPr/>
        </p:nvSpPr>
        <p:spPr>
          <a:xfrm>
            <a:off x="6951960" y="4150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44" name=""/>
          <p:cNvSpPr/>
          <p:nvPr/>
        </p:nvSpPr>
        <p:spPr>
          <a:xfrm>
            <a:off x="6949800" y="414936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3" y="2"/>
                </a:move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45" name=""/>
          <p:cNvSpPr/>
          <p:nvPr/>
        </p:nvSpPr>
        <p:spPr>
          <a:xfrm>
            <a:off x="6955560" y="42033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0"/>
                </a:move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46" name=""/>
          <p:cNvSpPr/>
          <p:nvPr/>
        </p:nvSpPr>
        <p:spPr>
          <a:xfrm>
            <a:off x="6953400" y="420192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1" y="2"/>
                </a:moveTo>
                <a:lnTo>
                  <a:pt x="1" y="4"/>
                </a:lnTo>
                <a:lnTo>
                  <a:pt x="3" y="4"/>
                </a:lnTo>
                <a:lnTo>
                  <a:pt x="1" y="4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47" name=""/>
          <p:cNvSpPr/>
          <p:nvPr/>
        </p:nvSpPr>
        <p:spPr>
          <a:xfrm>
            <a:off x="6953760" y="420084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2" y="0"/>
                </a:moveTo>
                <a:lnTo>
                  <a:pt x="2" y="1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48" name=""/>
          <p:cNvSpPr/>
          <p:nvPr/>
        </p:nvSpPr>
        <p:spPr>
          <a:xfrm>
            <a:off x="6952320" y="41990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49" name=""/>
          <p:cNvSpPr/>
          <p:nvPr/>
        </p:nvSpPr>
        <p:spPr>
          <a:xfrm>
            <a:off x="6957000" y="4198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50" name=""/>
          <p:cNvSpPr/>
          <p:nvPr/>
        </p:nvSpPr>
        <p:spPr>
          <a:xfrm>
            <a:off x="6953040" y="4190400"/>
            <a:ext cx="7200" cy="10080"/>
          </a:xfrm>
          <a:custGeom>
            <a:avLst/>
            <a:gdLst/>
            <a:ahLst/>
            <a:rect l="0" t="0" r="r" b="b"/>
            <a:pathLst>
              <a:path w="20" h="28">
                <a:moveTo>
                  <a:pt x="8" y="3"/>
                </a:moveTo>
                <a:lnTo>
                  <a:pt x="9" y="4"/>
                </a:lnTo>
                <a:lnTo>
                  <a:pt x="9" y="5"/>
                </a:lnTo>
                <a:lnTo>
                  <a:pt x="10" y="5"/>
                </a:lnTo>
                <a:lnTo>
                  <a:pt x="11" y="5"/>
                </a:lnTo>
                <a:lnTo>
                  <a:pt x="11" y="4"/>
                </a:lnTo>
                <a:lnTo>
                  <a:pt x="12" y="4"/>
                </a:lnTo>
                <a:lnTo>
                  <a:pt x="13" y="5"/>
                </a:lnTo>
                <a:lnTo>
                  <a:pt x="14" y="6"/>
                </a:lnTo>
                <a:lnTo>
                  <a:pt x="15" y="6"/>
                </a:lnTo>
                <a:lnTo>
                  <a:pt x="15" y="7"/>
                </a:lnTo>
                <a:lnTo>
                  <a:pt x="14" y="7"/>
                </a:lnTo>
                <a:lnTo>
                  <a:pt x="14" y="8"/>
                </a:lnTo>
                <a:lnTo>
                  <a:pt x="13" y="8"/>
                </a:lnTo>
                <a:lnTo>
                  <a:pt x="14" y="9"/>
                </a:lnTo>
                <a:lnTo>
                  <a:pt x="15" y="10"/>
                </a:lnTo>
                <a:lnTo>
                  <a:pt x="16" y="10"/>
                </a:lnTo>
                <a:lnTo>
                  <a:pt x="17" y="10"/>
                </a:lnTo>
                <a:lnTo>
                  <a:pt x="18" y="10"/>
                </a:lnTo>
                <a:lnTo>
                  <a:pt x="20" y="9"/>
                </a:lnTo>
                <a:lnTo>
                  <a:pt x="20" y="10"/>
                </a:lnTo>
                <a:lnTo>
                  <a:pt x="18" y="13"/>
                </a:lnTo>
                <a:lnTo>
                  <a:pt x="17" y="13"/>
                </a:lnTo>
                <a:lnTo>
                  <a:pt x="16" y="14"/>
                </a:lnTo>
                <a:lnTo>
                  <a:pt x="16" y="13"/>
                </a:lnTo>
                <a:lnTo>
                  <a:pt x="16" y="12"/>
                </a:lnTo>
                <a:lnTo>
                  <a:pt x="15" y="12"/>
                </a:lnTo>
                <a:lnTo>
                  <a:pt x="14" y="12"/>
                </a:lnTo>
                <a:lnTo>
                  <a:pt x="14" y="13"/>
                </a:lnTo>
                <a:lnTo>
                  <a:pt x="13" y="13"/>
                </a:lnTo>
                <a:lnTo>
                  <a:pt x="12" y="13"/>
                </a:lnTo>
                <a:lnTo>
                  <a:pt x="12" y="14"/>
                </a:lnTo>
                <a:lnTo>
                  <a:pt x="12" y="15"/>
                </a:lnTo>
                <a:lnTo>
                  <a:pt x="12" y="16"/>
                </a:lnTo>
                <a:lnTo>
                  <a:pt x="12" y="17"/>
                </a:lnTo>
                <a:lnTo>
                  <a:pt x="12" y="18"/>
                </a:lnTo>
                <a:lnTo>
                  <a:pt x="13" y="18"/>
                </a:lnTo>
                <a:lnTo>
                  <a:pt x="14" y="18"/>
                </a:lnTo>
                <a:lnTo>
                  <a:pt x="14" y="19"/>
                </a:lnTo>
                <a:lnTo>
                  <a:pt x="13" y="19"/>
                </a:lnTo>
                <a:lnTo>
                  <a:pt x="14" y="19"/>
                </a:lnTo>
                <a:lnTo>
                  <a:pt x="14" y="20"/>
                </a:lnTo>
                <a:lnTo>
                  <a:pt x="15" y="19"/>
                </a:lnTo>
                <a:lnTo>
                  <a:pt x="16" y="19"/>
                </a:lnTo>
                <a:lnTo>
                  <a:pt x="17" y="19"/>
                </a:lnTo>
                <a:lnTo>
                  <a:pt x="17" y="20"/>
                </a:lnTo>
                <a:lnTo>
                  <a:pt x="16" y="21"/>
                </a:lnTo>
                <a:lnTo>
                  <a:pt x="16" y="22"/>
                </a:lnTo>
                <a:lnTo>
                  <a:pt x="15" y="22"/>
                </a:lnTo>
                <a:lnTo>
                  <a:pt x="15" y="21"/>
                </a:lnTo>
                <a:lnTo>
                  <a:pt x="14" y="20"/>
                </a:lnTo>
                <a:lnTo>
                  <a:pt x="13" y="20"/>
                </a:lnTo>
                <a:lnTo>
                  <a:pt x="13" y="21"/>
                </a:lnTo>
                <a:lnTo>
                  <a:pt x="12" y="21"/>
                </a:lnTo>
                <a:lnTo>
                  <a:pt x="11" y="22"/>
                </a:lnTo>
                <a:lnTo>
                  <a:pt x="10" y="22"/>
                </a:lnTo>
                <a:lnTo>
                  <a:pt x="9" y="23"/>
                </a:lnTo>
                <a:lnTo>
                  <a:pt x="8" y="24"/>
                </a:lnTo>
                <a:lnTo>
                  <a:pt x="7" y="25"/>
                </a:lnTo>
                <a:lnTo>
                  <a:pt x="7" y="26"/>
                </a:lnTo>
                <a:lnTo>
                  <a:pt x="8" y="26"/>
                </a:lnTo>
                <a:lnTo>
                  <a:pt x="9" y="26"/>
                </a:lnTo>
                <a:lnTo>
                  <a:pt x="9" y="27"/>
                </a:lnTo>
                <a:lnTo>
                  <a:pt x="9" y="28"/>
                </a:lnTo>
                <a:lnTo>
                  <a:pt x="8" y="28"/>
                </a:lnTo>
                <a:lnTo>
                  <a:pt x="7" y="27"/>
                </a:lnTo>
                <a:lnTo>
                  <a:pt x="6" y="27"/>
                </a:lnTo>
                <a:lnTo>
                  <a:pt x="6" y="26"/>
                </a:lnTo>
                <a:lnTo>
                  <a:pt x="5" y="26"/>
                </a:lnTo>
                <a:lnTo>
                  <a:pt x="4" y="25"/>
                </a:lnTo>
                <a:lnTo>
                  <a:pt x="3" y="24"/>
                </a:lnTo>
                <a:lnTo>
                  <a:pt x="2" y="24"/>
                </a:lnTo>
                <a:lnTo>
                  <a:pt x="2" y="23"/>
                </a:lnTo>
                <a:lnTo>
                  <a:pt x="3" y="23"/>
                </a:lnTo>
                <a:lnTo>
                  <a:pt x="3" y="22"/>
                </a:lnTo>
                <a:lnTo>
                  <a:pt x="2" y="22"/>
                </a:lnTo>
                <a:lnTo>
                  <a:pt x="2" y="23"/>
                </a:lnTo>
                <a:lnTo>
                  <a:pt x="1" y="23"/>
                </a:lnTo>
                <a:lnTo>
                  <a:pt x="0" y="23"/>
                </a:lnTo>
                <a:lnTo>
                  <a:pt x="0" y="22"/>
                </a:lnTo>
                <a:lnTo>
                  <a:pt x="1" y="22"/>
                </a:lnTo>
                <a:lnTo>
                  <a:pt x="1" y="21"/>
                </a:lnTo>
                <a:lnTo>
                  <a:pt x="1" y="20"/>
                </a:lnTo>
                <a:lnTo>
                  <a:pt x="1" y="21"/>
                </a:lnTo>
                <a:lnTo>
                  <a:pt x="2" y="21"/>
                </a:lnTo>
                <a:lnTo>
                  <a:pt x="2" y="20"/>
                </a:lnTo>
                <a:lnTo>
                  <a:pt x="1" y="20"/>
                </a:lnTo>
                <a:lnTo>
                  <a:pt x="2" y="20"/>
                </a:lnTo>
                <a:lnTo>
                  <a:pt x="2" y="19"/>
                </a:lnTo>
                <a:lnTo>
                  <a:pt x="2" y="20"/>
                </a:lnTo>
                <a:lnTo>
                  <a:pt x="1" y="20"/>
                </a:lnTo>
                <a:lnTo>
                  <a:pt x="1" y="21"/>
                </a:lnTo>
                <a:lnTo>
                  <a:pt x="0" y="21"/>
                </a:lnTo>
                <a:lnTo>
                  <a:pt x="0" y="20"/>
                </a:lnTo>
                <a:lnTo>
                  <a:pt x="0" y="19"/>
                </a:lnTo>
                <a:lnTo>
                  <a:pt x="1" y="18"/>
                </a:lnTo>
                <a:lnTo>
                  <a:pt x="0" y="18"/>
                </a:lnTo>
                <a:lnTo>
                  <a:pt x="1" y="17"/>
                </a:lnTo>
                <a:lnTo>
                  <a:pt x="2" y="17"/>
                </a:lnTo>
                <a:lnTo>
                  <a:pt x="2" y="16"/>
                </a:lnTo>
                <a:lnTo>
                  <a:pt x="3" y="16"/>
                </a:lnTo>
                <a:lnTo>
                  <a:pt x="3" y="17"/>
                </a:lnTo>
                <a:lnTo>
                  <a:pt x="4" y="16"/>
                </a:lnTo>
                <a:lnTo>
                  <a:pt x="5" y="16"/>
                </a:lnTo>
                <a:lnTo>
                  <a:pt x="5" y="17"/>
                </a:lnTo>
                <a:lnTo>
                  <a:pt x="6" y="17"/>
                </a:lnTo>
                <a:lnTo>
                  <a:pt x="6" y="16"/>
                </a:lnTo>
                <a:lnTo>
                  <a:pt x="5" y="16"/>
                </a:lnTo>
                <a:lnTo>
                  <a:pt x="4" y="16"/>
                </a:lnTo>
                <a:lnTo>
                  <a:pt x="3" y="15"/>
                </a:lnTo>
                <a:lnTo>
                  <a:pt x="4" y="14"/>
                </a:lnTo>
                <a:lnTo>
                  <a:pt x="4" y="12"/>
                </a:lnTo>
                <a:lnTo>
                  <a:pt x="3" y="12"/>
                </a:lnTo>
                <a:lnTo>
                  <a:pt x="3" y="10"/>
                </a:lnTo>
                <a:lnTo>
                  <a:pt x="3" y="9"/>
                </a:lnTo>
                <a:lnTo>
                  <a:pt x="2" y="8"/>
                </a:lnTo>
                <a:lnTo>
                  <a:pt x="1" y="8"/>
                </a:lnTo>
                <a:lnTo>
                  <a:pt x="1" y="7"/>
                </a:lnTo>
                <a:lnTo>
                  <a:pt x="1" y="6"/>
                </a:lnTo>
                <a:lnTo>
                  <a:pt x="2" y="6"/>
                </a:lnTo>
                <a:lnTo>
                  <a:pt x="2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7" y="3"/>
                </a:lnTo>
                <a:lnTo>
                  <a:pt x="6" y="2"/>
                </a:lnTo>
                <a:lnTo>
                  <a:pt x="7" y="2"/>
                </a:lnTo>
                <a:lnTo>
                  <a:pt x="8" y="0"/>
                </a:lnTo>
                <a:lnTo>
                  <a:pt x="10" y="0"/>
                </a:lnTo>
                <a:lnTo>
                  <a:pt x="9" y="1"/>
                </a:lnTo>
                <a:lnTo>
                  <a:pt x="8" y="2"/>
                </a:lnTo>
                <a:lnTo>
                  <a:pt x="8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51" name=""/>
          <p:cNvSpPr/>
          <p:nvPr/>
        </p:nvSpPr>
        <p:spPr>
          <a:xfrm>
            <a:off x="6959520" y="41922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2" y="4"/>
                </a:move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lnTo>
                  <a:pt x="3" y="3"/>
                </a:lnTo>
                <a:lnTo>
                  <a:pt x="3" y="1"/>
                </a:lnTo>
                <a:lnTo>
                  <a:pt x="3" y="0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52" name=""/>
          <p:cNvSpPr/>
          <p:nvPr/>
        </p:nvSpPr>
        <p:spPr>
          <a:xfrm>
            <a:off x="6952680" y="419040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4" y="3"/>
                </a:moveTo>
                <a:lnTo>
                  <a:pt x="3" y="3"/>
                </a:lnTo>
                <a:lnTo>
                  <a:pt x="2" y="3"/>
                </a:lnTo>
                <a:lnTo>
                  <a:pt x="1" y="4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1"/>
                </a:lnTo>
                <a:lnTo>
                  <a:pt x="6" y="3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53" name=""/>
          <p:cNvSpPr/>
          <p:nvPr/>
        </p:nvSpPr>
        <p:spPr>
          <a:xfrm>
            <a:off x="6952680" y="4186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54" name=""/>
          <p:cNvSpPr/>
          <p:nvPr/>
        </p:nvSpPr>
        <p:spPr>
          <a:xfrm>
            <a:off x="6962400" y="417888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3" y="2"/>
                </a:moveTo>
                <a:lnTo>
                  <a:pt x="2" y="3"/>
                </a:lnTo>
                <a:lnTo>
                  <a:pt x="0" y="5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55" name=""/>
          <p:cNvSpPr/>
          <p:nvPr/>
        </p:nvSpPr>
        <p:spPr>
          <a:xfrm>
            <a:off x="6960960" y="417852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0" y="2"/>
                </a:move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56" name=""/>
          <p:cNvSpPr/>
          <p:nvPr/>
        </p:nvSpPr>
        <p:spPr>
          <a:xfrm>
            <a:off x="6952320" y="417276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3" y="1"/>
                </a:moveTo>
                <a:lnTo>
                  <a:pt x="3" y="3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57" name=""/>
          <p:cNvSpPr/>
          <p:nvPr/>
        </p:nvSpPr>
        <p:spPr>
          <a:xfrm>
            <a:off x="6960600" y="417132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2" y="3"/>
                </a:moveTo>
                <a:lnTo>
                  <a:pt x="4" y="3"/>
                </a:lnTo>
                <a:lnTo>
                  <a:pt x="4" y="4"/>
                </a:lnTo>
                <a:lnTo>
                  <a:pt x="4" y="3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5" y="4"/>
                </a:lnTo>
                <a:lnTo>
                  <a:pt x="4" y="6"/>
                </a:lnTo>
                <a:lnTo>
                  <a:pt x="4" y="4"/>
                </a:lnTo>
                <a:lnTo>
                  <a:pt x="2" y="6"/>
                </a:lnTo>
                <a:lnTo>
                  <a:pt x="1" y="6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  <a:lnTo>
                  <a:pt x="2" y="2"/>
                </a:lnTo>
                <a:lnTo>
                  <a:pt x="1" y="3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58" name=""/>
          <p:cNvSpPr/>
          <p:nvPr/>
        </p:nvSpPr>
        <p:spPr>
          <a:xfrm>
            <a:off x="6962400" y="416916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5" y="2"/>
                </a:moveTo>
                <a:lnTo>
                  <a:pt x="6" y="2"/>
                </a:ln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1" y="5"/>
                </a:lnTo>
                <a:lnTo>
                  <a:pt x="0" y="7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0" y="3"/>
                </a:lnTo>
                <a:lnTo>
                  <a:pt x="1" y="2"/>
                </a:lnTo>
                <a:lnTo>
                  <a:pt x="3" y="2"/>
                </a:lnTo>
                <a:lnTo>
                  <a:pt x="4" y="0"/>
                </a:lnTo>
                <a:lnTo>
                  <a:pt x="4" y="2"/>
                </a:lnTo>
                <a:lnTo>
                  <a:pt x="5" y="0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59" name=""/>
          <p:cNvSpPr/>
          <p:nvPr/>
        </p:nvSpPr>
        <p:spPr>
          <a:xfrm>
            <a:off x="6962760" y="41673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2"/>
                </a:lnTo>
                <a:lnTo>
                  <a:pt x="2" y="4"/>
                </a:lnTo>
                <a:lnTo>
                  <a:pt x="0" y="4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60" name=""/>
          <p:cNvSpPr/>
          <p:nvPr/>
        </p:nvSpPr>
        <p:spPr>
          <a:xfrm>
            <a:off x="6960600" y="41623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61" name=""/>
          <p:cNvSpPr/>
          <p:nvPr/>
        </p:nvSpPr>
        <p:spPr>
          <a:xfrm>
            <a:off x="6959520" y="4162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62" name=""/>
          <p:cNvSpPr/>
          <p:nvPr/>
        </p:nvSpPr>
        <p:spPr>
          <a:xfrm>
            <a:off x="6963480" y="41576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63" name=""/>
          <p:cNvSpPr/>
          <p:nvPr/>
        </p:nvSpPr>
        <p:spPr>
          <a:xfrm>
            <a:off x="6957000" y="41565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64" name=""/>
          <p:cNvSpPr/>
          <p:nvPr/>
        </p:nvSpPr>
        <p:spPr>
          <a:xfrm>
            <a:off x="6957000" y="41554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65" name=""/>
          <p:cNvSpPr/>
          <p:nvPr/>
        </p:nvSpPr>
        <p:spPr>
          <a:xfrm>
            <a:off x="6955560" y="415476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3" y="4"/>
                </a:moveTo>
                <a:lnTo>
                  <a:pt x="1" y="3"/>
                </a:lnTo>
                <a:lnTo>
                  <a:pt x="0" y="1"/>
                </a:lnTo>
                <a:lnTo>
                  <a:pt x="1" y="0"/>
                </a:lnTo>
                <a:lnTo>
                  <a:pt x="5" y="0"/>
                </a:lnTo>
                <a:lnTo>
                  <a:pt x="6" y="0"/>
                </a:lnTo>
                <a:lnTo>
                  <a:pt x="7" y="1"/>
                </a:lnTo>
                <a:lnTo>
                  <a:pt x="6" y="1"/>
                </a:lnTo>
                <a:lnTo>
                  <a:pt x="6" y="3"/>
                </a:lnTo>
                <a:lnTo>
                  <a:pt x="6" y="1"/>
                </a:lnTo>
                <a:lnTo>
                  <a:pt x="5" y="1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66" name=""/>
          <p:cNvSpPr/>
          <p:nvPr/>
        </p:nvSpPr>
        <p:spPr>
          <a:xfrm>
            <a:off x="6960600" y="41540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67" name=""/>
          <p:cNvSpPr/>
          <p:nvPr/>
        </p:nvSpPr>
        <p:spPr>
          <a:xfrm>
            <a:off x="6952320" y="4152960"/>
            <a:ext cx="3600" cy="1800"/>
          </a:xfrm>
          <a:custGeom>
            <a:avLst/>
            <a:gdLst/>
            <a:ahLst/>
            <a:rect l="0" t="0" r="r" b="b"/>
            <a:pathLst>
              <a:path w="10" h="5">
                <a:moveTo>
                  <a:pt x="6" y="3"/>
                </a:moveTo>
                <a:lnTo>
                  <a:pt x="6" y="4"/>
                </a:lnTo>
                <a:lnTo>
                  <a:pt x="5" y="5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  <a:lnTo>
                  <a:pt x="5" y="1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9" y="3"/>
                </a:lnTo>
                <a:lnTo>
                  <a:pt x="8" y="3"/>
                </a:lnTo>
                <a:lnTo>
                  <a:pt x="6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68" name=""/>
          <p:cNvSpPr/>
          <p:nvPr/>
        </p:nvSpPr>
        <p:spPr>
          <a:xfrm>
            <a:off x="6957000" y="41526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2"/>
                </a:moveTo>
                <a:lnTo>
                  <a:pt x="0" y="2"/>
                </a:lnTo>
                <a:lnTo>
                  <a:pt x="0" y="0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69" name=""/>
          <p:cNvSpPr/>
          <p:nvPr/>
        </p:nvSpPr>
        <p:spPr>
          <a:xfrm>
            <a:off x="6960240" y="41522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1"/>
                </a:moveTo>
                <a:lnTo>
                  <a:pt x="5" y="2"/>
                </a:lnTo>
                <a:lnTo>
                  <a:pt x="4" y="2"/>
                </a:lnTo>
                <a:lnTo>
                  <a:pt x="4" y="4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70" name=""/>
          <p:cNvSpPr/>
          <p:nvPr/>
        </p:nvSpPr>
        <p:spPr>
          <a:xfrm>
            <a:off x="6956280" y="41526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71" name=""/>
          <p:cNvSpPr/>
          <p:nvPr/>
        </p:nvSpPr>
        <p:spPr>
          <a:xfrm>
            <a:off x="6963480" y="4168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72" name=""/>
          <p:cNvSpPr/>
          <p:nvPr/>
        </p:nvSpPr>
        <p:spPr>
          <a:xfrm>
            <a:off x="6978960" y="416376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1" y="3"/>
                </a:move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3" y="5"/>
                </a:lnTo>
                <a:lnTo>
                  <a:pt x="1" y="5"/>
                </a:lnTo>
                <a:lnTo>
                  <a:pt x="1" y="3"/>
                </a:lnTo>
                <a:lnTo>
                  <a:pt x="1" y="2"/>
                </a:lnTo>
                <a:lnTo>
                  <a:pt x="1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1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73" name=""/>
          <p:cNvSpPr/>
          <p:nvPr/>
        </p:nvSpPr>
        <p:spPr>
          <a:xfrm>
            <a:off x="6967800" y="41594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74" name=""/>
          <p:cNvSpPr/>
          <p:nvPr/>
        </p:nvSpPr>
        <p:spPr>
          <a:xfrm>
            <a:off x="6964560" y="415836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2" y="4"/>
                </a:moveTo>
                <a:lnTo>
                  <a:pt x="1" y="4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2" y="2"/>
                </a:lnTo>
                <a:lnTo>
                  <a:pt x="2" y="3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75" name=""/>
          <p:cNvSpPr/>
          <p:nvPr/>
        </p:nvSpPr>
        <p:spPr>
          <a:xfrm>
            <a:off x="6967800" y="41580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2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76" name=""/>
          <p:cNvSpPr/>
          <p:nvPr/>
        </p:nvSpPr>
        <p:spPr>
          <a:xfrm>
            <a:off x="6968160" y="41572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77" name=""/>
          <p:cNvSpPr/>
          <p:nvPr/>
        </p:nvSpPr>
        <p:spPr>
          <a:xfrm>
            <a:off x="6967440" y="4155480"/>
            <a:ext cx="1800" cy="2520"/>
          </a:xfrm>
          <a:custGeom>
            <a:avLst/>
            <a:gdLst/>
            <a:ahLst/>
            <a:rect l="0" t="0" r="r" b="b"/>
            <a:pathLst>
              <a:path w="5" h="7">
                <a:moveTo>
                  <a:pt x="2" y="3"/>
                </a:moveTo>
                <a:lnTo>
                  <a:pt x="2" y="4"/>
                </a:lnTo>
                <a:lnTo>
                  <a:pt x="2" y="6"/>
                </a:lnTo>
                <a:lnTo>
                  <a:pt x="1" y="6"/>
                </a:lnTo>
                <a:lnTo>
                  <a:pt x="1" y="7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3" y="1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5" y="2"/>
                </a:lnTo>
                <a:lnTo>
                  <a:pt x="5" y="3"/>
                </a:lnTo>
                <a:lnTo>
                  <a:pt x="3" y="3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78" name=""/>
          <p:cNvSpPr/>
          <p:nvPr/>
        </p:nvSpPr>
        <p:spPr>
          <a:xfrm>
            <a:off x="6975000" y="41540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79" name=""/>
          <p:cNvSpPr/>
          <p:nvPr/>
        </p:nvSpPr>
        <p:spPr>
          <a:xfrm>
            <a:off x="6973920" y="4153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80" name=""/>
          <p:cNvSpPr/>
          <p:nvPr/>
        </p:nvSpPr>
        <p:spPr>
          <a:xfrm>
            <a:off x="6975720" y="4152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81" name=""/>
          <p:cNvSpPr/>
          <p:nvPr/>
        </p:nvSpPr>
        <p:spPr>
          <a:xfrm>
            <a:off x="6967440" y="41522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82" name=""/>
          <p:cNvSpPr/>
          <p:nvPr/>
        </p:nvSpPr>
        <p:spPr>
          <a:xfrm>
            <a:off x="6974640" y="415188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83" name=""/>
          <p:cNvSpPr/>
          <p:nvPr/>
        </p:nvSpPr>
        <p:spPr>
          <a:xfrm>
            <a:off x="6967800" y="41482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2"/>
                </a:move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84" name=""/>
          <p:cNvSpPr/>
          <p:nvPr/>
        </p:nvSpPr>
        <p:spPr>
          <a:xfrm>
            <a:off x="6967080" y="41472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85" name=""/>
          <p:cNvSpPr/>
          <p:nvPr/>
        </p:nvSpPr>
        <p:spPr>
          <a:xfrm>
            <a:off x="6970320" y="41450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2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86" name=""/>
          <p:cNvSpPr/>
          <p:nvPr/>
        </p:nvSpPr>
        <p:spPr>
          <a:xfrm>
            <a:off x="6971400" y="414324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1"/>
                </a:moveTo>
                <a:lnTo>
                  <a:pt x="2" y="1"/>
                </a:lnTo>
                <a:lnTo>
                  <a:pt x="2" y="3"/>
                </a:lnTo>
                <a:lnTo>
                  <a:pt x="4" y="3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1"/>
                </a:lnTo>
                <a:lnTo>
                  <a:pt x="4" y="0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87" name=""/>
          <p:cNvSpPr/>
          <p:nvPr/>
        </p:nvSpPr>
        <p:spPr>
          <a:xfrm>
            <a:off x="6972840" y="41432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2" y="0"/>
                </a:lnTo>
                <a:lnTo>
                  <a:pt x="3" y="0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88" name=""/>
          <p:cNvSpPr/>
          <p:nvPr/>
        </p:nvSpPr>
        <p:spPr>
          <a:xfrm>
            <a:off x="6973920" y="4142160"/>
            <a:ext cx="2520" cy="2160"/>
          </a:xfrm>
          <a:custGeom>
            <a:avLst/>
            <a:gdLst/>
            <a:ahLst/>
            <a:rect l="0" t="0" r="r" b="b"/>
            <a:pathLst>
              <a:path w="7" h="6">
                <a:moveTo>
                  <a:pt x="3" y="1"/>
                </a:moveTo>
                <a:lnTo>
                  <a:pt x="4" y="1"/>
                </a:lnTo>
                <a:lnTo>
                  <a:pt x="6" y="2"/>
                </a:lnTo>
                <a:lnTo>
                  <a:pt x="6" y="3"/>
                </a:lnTo>
                <a:lnTo>
                  <a:pt x="6" y="5"/>
                </a:lnTo>
                <a:lnTo>
                  <a:pt x="7" y="5"/>
                </a:lnTo>
                <a:lnTo>
                  <a:pt x="6" y="5"/>
                </a:ln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89" name=""/>
          <p:cNvSpPr/>
          <p:nvPr/>
        </p:nvSpPr>
        <p:spPr>
          <a:xfrm>
            <a:off x="6975720" y="41425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90" name=""/>
          <p:cNvSpPr/>
          <p:nvPr/>
        </p:nvSpPr>
        <p:spPr>
          <a:xfrm>
            <a:off x="6986520" y="41414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91" name=""/>
          <p:cNvSpPr/>
          <p:nvPr/>
        </p:nvSpPr>
        <p:spPr>
          <a:xfrm>
            <a:off x="6986160" y="41407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92" name=""/>
          <p:cNvSpPr/>
          <p:nvPr/>
        </p:nvSpPr>
        <p:spPr>
          <a:xfrm>
            <a:off x="6976440" y="41371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93" name=""/>
          <p:cNvSpPr/>
          <p:nvPr/>
        </p:nvSpPr>
        <p:spPr>
          <a:xfrm>
            <a:off x="6976080" y="4133160"/>
            <a:ext cx="1800" cy="2520"/>
          </a:xfrm>
          <a:custGeom>
            <a:avLst/>
            <a:gdLst/>
            <a:ahLst/>
            <a:rect l="0" t="0" r="r" b="b"/>
            <a:pathLst>
              <a:path w="5" h="7">
                <a:moveTo>
                  <a:pt x="2" y="0"/>
                </a:moveTo>
                <a:lnTo>
                  <a:pt x="2" y="1"/>
                </a:lnTo>
                <a:lnTo>
                  <a:pt x="1" y="1"/>
                </a:lnTo>
                <a:lnTo>
                  <a:pt x="2" y="1"/>
                </a:lnTo>
                <a:lnTo>
                  <a:pt x="2" y="3"/>
                </a:lnTo>
                <a:lnTo>
                  <a:pt x="3" y="3"/>
                </a:lnTo>
                <a:lnTo>
                  <a:pt x="3" y="4"/>
                </a:lnTo>
                <a:lnTo>
                  <a:pt x="3" y="5"/>
                </a:lnTo>
                <a:lnTo>
                  <a:pt x="5" y="5"/>
                </a:lnTo>
                <a:lnTo>
                  <a:pt x="5" y="6"/>
                </a:lnTo>
                <a:lnTo>
                  <a:pt x="3" y="6"/>
                </a:lnTo>
                <a:lnTo>
                  <a:pt x="3" y="7"/>
                </a:lnTo>
                <a:lnTo>
                  <a:pt x="3" y="6"/>
                </a:lnTo>
                <a:lnTo>
                  <a:pt x="3" y="5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94" name=""/>
          <p:cNvSpPr/>
          <p:nvPr/>
        </p:nvSpPr>
        <p:spPr>
          <a:xfrm>
            <a:off x="6972480" y="413208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95" name=""/>
          <p:cNvSpPr/>
          <p:nvPr/>
        </p:nvSpPr>
        <p:spPr>
          <a:xfrm>
            <a:off x="6755040" y="4027680"/>
            <a:ext cx="159480" cy="206280"/>
          </a:xfrm>
          <a:custGeom>
            <a:avLst/>
            <a:gdLst/>
            <a:ahLst/>
            <a:rect l="0" t="0" r="r" b="b"/>
            <a:pathLst>
              <a:path w="443" h="573">
                <a:moveTo>
                  <a:pt x="282" y="1"/>
                </a:moveTo>
                <a:lnTo>
                  <a:pt x="283" y="1"/>
                </a:lnTo>
                <a:lnTo>
                  <a:pt x="283" y="2"/>
                </a:lnTo>
                <a:lnTo>
                  <a:pt x="284" y="2"/>
                </a:lnTo>
                <a:lnTo>
                  <a:pt x="285" y="2"/>
                </a:lnTo>
                <a:lnTo>
                  <a:pt x="286" y="3"/>
                </a:lnTo>
                <a:lnTo>
                  <a:pt x="286" y="2"/>
                </a:lnTo>
                <a:lnTo>
                  <a:pt x="287" y="2"/>
                </a:lnTo>
                <a:lnTo>
                  <a:pt x="287" y="3"/>
                </a:lnTo>
                <a:lnTo>
                  <a:pt x="288" y="3"/>
                </a:lnTo>
                <a:lnTo>
                  <a:pt x="289" y="4"/>
                </a:lnTo>
                <a:lnTo>
                  <a:pt x="290" y="5"/>
                </a:lnTo>
                <a:lnTo>
                  <a:pt x="290" y="6"/>
                </a:lnTo>
                <a:lnTo>
                  <a:pt x="291" y="6"/>
                </a:lnTo>
                <a:lnTo>
                  <a:pt x="290" y="7"/>
                </a:lnTo>
                <a:lnTo>
                  <a:pt x="291" y="7"/>
                </a:lnTo>
                <a:lnTo>
                  <a:pt x="291" y="8"/>
                </a:lnTo>
                <a:lnTo>
                  <a:pt x="292" y="8"/>
                </a:lnTo>
                <a:lnTo>
                  <a:pt x="293" y="8"/>
                </a:lnTo>
                <a:lnTo>
                  <a:pt x="294" y="8"/>
                </a:lnTo>
                <a:lnTo>
                  <a:pt x="294" y="7"/>
                </a:lnTo>
                <a:lnTo>
                  <a:pt x="294" y="8"/>
                </a:lnTo>
                <a:lnTo>
                  <a:pt x="294" y="9"/>
                </a:lnTo>
                <a:lnTo>
                  <a:pt x="294" y="10"/>
                </a:lnTo>
                <a:lnTo>
                  <a:pt x="294" y="11"/>
                </a:lnTo>
                <a:lnTo>
                  <a:pt x="294" y="12"/>
                </a:lnTo>
                <a:lnTo>
                  <a:pt x="295" y="12"/>
                </a:lnTo>
                <a:lnTo>
                  <a:pt x="295" y="11"/>
                </a:lnTo>
                <a:lnTo>
                  <a:pt x="296" y="11"/>
                </a:lnTo>
                <a:lnTo>
                  <a:pt x="297" y="11"/>
                </a:lnTo>
                <a:lnTo>
                  <a:pt x="297" y="10"/>
                </a:lnTo>
                <a:lnTo>
                  <a:pt x="298" y="10"/>
                </a:lnTo>
                <a:lnTo>
                  <a:pt x="298" y="11"/>
                </a:lnTo>
                <a:lnTo>
                  <a:pt x="299" y="11"/>
                </a:lnTo>
                <a:lnTo>
                  <a:pt x="300" y="11"/>
                </a:lnTo>
                <a:lnTo>
                  <a:pt x="300" y="12"/>
                </a:lnTo>
                <a:lnTo>
                  <a:pt x="301" y="13"/>
                </a:lnTo>
                <a:lnTo>
                  <a:pt x="301" y="14"/>
                </a:lnTo>
                <a:lnTo>
                  <a:pt x="300" y="14"/>
                </a:lnTo>
                <a:lnTo>
                  <a:pt x="300" y="15"/>
                </a:lnTo>
                <a:lnTo>
                  <a:pt x="300" y="16"/>
                </a:lnTo>
                <a:lnTo>
                  <a:pt x="300" y="17"/>
                </a:lnTo>
                <a:lnTo>
                  <a:pt x="299" y="18"/>
                </a:lnTo>
                <a:lnTo>
                  <a:pt x="299" y="19"/>
                </a:lnTo>
                <a:lnTo>
                  <a:pt x="298" y="20"/>
                </a:lnTo>
                <a:lnTo>
                  <a:pt x="298" y="21"/>
                </a:lnTo>
                <a:lnTo>
                  <a:pt x="297" y="22"/>
                </a:lnTo>
                <a:lnTo>
                  <a:pt x="296" y="22"/>
                </a:lnTo>
                <a:lnTo>
                  <a:pt x="296" y="23"/>
                </a:lnTo>
                <a:lnTo>
                  <a:pt x="295" y="24"/>
                </a:lnTo>
                <a:lnTo>
                  <a:pt x="294" y="24"/>
                </a:lnTo>
                <a:lnTo>
                  <a:pt x="294" y="25"/>
                </a:lnTo>
                <a:lnTo>
                  <a:pt x="294" y="26"/>
                </a:lnTo>
                <a:lnTo>
                  <a:pt x="294" y="27"/>
                </a:lnTo>
                <a:lnTo>
                  <a:pt x="293" y="27"/>
                </a:lnTo>
                <a:lnTo>
                  <a:pt x="292" y="27"/>
                </a:lnTo>
                <a:lnTo>
                  <a:pt x="292" y="28"/>
                </a:lnTo>
                <a:lnTo>
                  <a:pt x="291" y="28"/>
                </a:lnTo>
                <a:lnTo>
                  <a:pt x="291" y="29"/>
                </a:lnTo>
                <a:lnTo>
                  <a:pt x="290" y="29"/>
                </a:lnTo>
                <a:lnTo>
                  <a:pt x="289" y="29"/>
                </a:lnTo>
                <a:lnTo>
                  <a:pt x="289" y="28"/>
                </a:lnTo>
                <a:lnTo>
                  <a:pt x="288" y="28"/>
                </a:lnTo>
                <a:lnTo>
                  <a:pt x="288" y="29"/>
                </a:lnTo>
                <a:lnTo>
                  <a:pt x="287" y="29"/>
                </a:lnTo>
                <a:lnTo>
                  <a:pt x="286" y="29"/>
                </a:lnTo>
                <a:lnTo>
                  <a:pt x="286" y="30"/>
                </a:lnTo>
                <a:lnTo>
                  <a:pt x="287" y="30"/>
                </a:lnTo>
                <a:lnTo>
                  <a:pt x="286" y="30"/>
                </a:lnTo>
                <a:lnTo>
                  <a:pt x="286" y="31"/>
                </a:lnTo>
                <a:lnTo>
                  <a:pt x="285" y="31"/>
                </a:lnTo>
                <a:lnTo>
                  <a:pt x="285" y="32"/>
                </a:lnTo>
                <a:lnTo>
                  <a:pt x="284" y="32"/>
                </a:lnTo>
                <a:lnTo>
                  <a:pt x="283" y="33"/>
                </a:lnTo>
                <a:lnTo>
                  <a:pt x="283" y="34"/>
                </a:lnTo>
                <a:lnTo>
                  <a:pt x="282" y="34"/>
                </a:lnTo>
                <a:lnTo>
                  <a:pt x="282" y="35"/>
                </a:lnTo>
                <a:lnTo>
                  <a:pt x="281" y="35"/>
                </a:lnTo>
                <a:lnTo>
                  <a:pt x="281" y="36"/>
                </a:lnTo>
                <a:lnTo>
                  <a:pt x="280" y="36"/>
                </a:lnTo>
                <a:lnTo>
                  <a:pt x="280" y="37"/>
                </a:lnTo>
                <a:lnTo>
                  <a:pt x="280" y="38"/>
                </a:lnTo>
                <a:lnTo>
                  <a:pt x="280" y="39"/>
                </a:lnTo>
                <a:lnTo>
                  <a:pt x="279" y="39"/>
                </a:lnTo>
                <a:lnTo>
                  <a:pt x="278" y="39"/>
                </a:lnTo>
                <a:lnTo>
                  <a:pt x="278" y="40"/>
                </a:lnTo>
                <a:lnTo>
                  <a:pt x="280" y="40"/>
                </a:lnTo>
                <a:lnTo>
                  <a:pt x="281" y="40"/>
                </a:lnTo>
                <a:lnTo>
                  <a:pt x="281" y="41"/>
                </a:lnTo>
                <a:lnTo>
                  <a:pt x="282" y="41"/>
                </a:lnTo>
                <a:lnTo>
                  <a:pt x="281" y="42"/>
                </a:lnTo>
                <a:lnTo>
                  <a:pt x="280" y="42"/>
                </a:lnTo>
                <a:lnTo>
                  <a:pt x="279" y="42"/>
                </a:lnTo>
                <a:lnTo>
                  <a:pt x="279" y="43"/>
                </a:lnTo>
                <a:lnTo>
                  <a:pt x="278" y="44"/>
                </a:lnTo>
                <a:lnTo>
                  <a:pt x="278" y="45"/>
                </a:lnTo>
                <a:lnTo>
                  <a:pt x="279" y="45"/>
                </a:lnTo>
                <a:lnTo>
                  <a:pt x="279" y="46"/>
                </a:lnTo>
                <a:lnTo>
                  <a:pt x="280" y="46"/>
                </a:lnTo>
                <a:lnTo>
                  <a:pt x="281" y="47"/>
                </a:lnTo>
                <a:lnTo>
                  <a:pt x="281" y="48"/>
                </a:lnTo>
                <a:lnTo>
                  <a:pt x="281" y="49"/>
                </a:lnTo>
                <a:lnTo>
                  <a:pt x="282" y="49"/>
                </a:lnTo>
                <a:lnTo>
                  <a:pt x="283" y="49"/>
                </a:lnTo>
                <a:lnTo>
                  <a:pt x="283" y="50"/>
                </a:lnTo>
                <a:lnTo>
                  <a:pt x="284" y="50"/>
                </a:lnTo>
                <a:lnTo>
                  <a:pt x="284" y="51"/>
                </a:lnTo>
                <a:lnTo>
                  <a:pt x="284" y="52"/>
                </a:lnTo>
                <a:lnTo>
                  <a:pt x="285" y="53"/>
                </a:lnTo>
                <a:lnTo>
                  <a:pt x="285" y="52"/>
                </a:lnTo>
                <a:lnTo>
                  <a:pt x="285" y="51"/>
                </a:lnTo>
                <a:lnTo>
                  <a:pt x="286" y="51"/>
                </a:lnTo>
                <a:lnTo>
                  <a:pt x="286" y="50"/>
                </a:lnTo>
                <a:lnTo>
                  <a:pt x="287" y="49"/>
                </a:lnTo>
                <a:lnTo>
                  <a:pt x="288" y="49"/>
                </a:lnTo>
                <a:lnTo>
                  <a:pt x="288" y="50"/>
                </a:lnTo>
                <a:lnTo>
                  <a:pt x="288" y="49"/>
                </a:lnTo>
                <a:lnTo>
                  <a:pt x="289" y="49"/>
                </a:lnTo>
                <a:lnTo>
                  <a:pt x="289" y="50"/>
                </a:lnTo>
                <a:lnTo>
                  <a:pt x="289" y="49"/>
                </a:lnTo>
                <a:lnTo>
                  <a:pt x="290" y="49"/>
                </a:lnTo>
                <a:lnTo>
                  <a:pt x="290" y="50"/>
                </a:lnTo>
                <a:lnTo>
                  <a:pt x="290" y="51"/>
                </a:lnTo>
                <a:lnTo>
                  <a:pt x="290" y="52"/>
                </a:lnTo>
                <a:lnTo>
                  <a:pt x="291" y="52"/>
                </a:lnTo>
                <a:lnTo>
                  <a:pt x="291" y="53"/>
                </a:lnTo>
                <a:lnTo>
                  <a:pt x="292" y="53"/>
                </a:lnTo>
                <a:lnTo>
                  <a:pt x="292" y="52"/>
                </a:lnTo>
                <a:lnTo>
                  <a:pt x="293" y="52"/>
                </a:lnTo>
                <a:lnTo>
                  <a:pt x="294" y="52"/>
                </a:lnTo>
                <a:lnTo>
                  <a:pt x="295" y="52"/>
                </a:lnTo>
                <a:lnTo>
                  <a:pt x="296" y="51"/>
                </a:lnTo>
                <a:lnTo>
                  <a:pt x="296" y="50"/>
                </a:lnTo>
                <a:lnTo>
                  <a:pt x="297" y="50"/>
                </a:lnTo>
                <a:lnTo>
                  <a:pt x="297" y="49"/>
                </a:lnTo>
                <a:lnTo>
                  <a:pt x="298" y="49"/>
                </a:lnTo>
                <a:lnTo>
                  <a:pt x="298" y="48"/>
                </a:lnTo>
                <a:lnTo>
                  <a:pt x="299" y="47"/>
                </a:lnTo>
                <a:lnTo>
                  <a:pt x="300" y="47"/>
                </a:lnTo>
                <a:lnTo>
                  <a:pt x="300" y="46"/>
                </a:lnTo>
                <a:lnTo>
                  <a:pt x="301" y="47"/>
                </a:lnTo>
                <a:lnTo>
                  <a:pt x="301" y="46"/>
                </a:lnTo>
                <a:lnTo>
                  <a:pt x="302" y="45"/>
                </a:lnTo>
                <a:lnTo>
                  <a:pt x="303" y="45"/>
                </a:lnTo>
                <a:lnTo>
                  <a:pt x="303" y="44"/>
                </a:lnTo>
                <a:lnTo>
                  <a:pt x="304" y="44"/>
                </a:lnTo>
                <a:lnTo>
                  <a:pt x="305" y="44"/>
                </a:lnTo>
                <a:lnTo>
                  <a:pt x="306" y="44"/>
                </a:lnTo>
                <a:lnTo>
                  <a:pt x="306" y="43"/>
                </a:lnTo>
                <a:lnTo>
                  <a:pt x="307" y="43"/>
                </a:lnTo>
                <a:lnTo>
                  <a:pt x="307" y="44"/>
                </a:lnTo>
                <a:lnTo>
                  <a:pt x="307" y="42"/>
                </a:lnTo>
                <a:lnTo>
                  <a:pt x="308" y="42"/>
                </a:lnTo>
                <a:lnTo>
                  <a:pt x="308" y="41"/>
                </a:lnTo>
                <a:lnTo>
                  <a:pt x="309" y="41"/>
                </a:lnTo>
                <a:lnTo>
                  <a:pt x="309" y="40"/>
                </a:lnTo>
                <a:lnTo>
                  <a:pt x="310" y="40"/>
                </a:lnTo>
                <a:lnTo>
                  <a:pt x="311" y="40"/>
                </a:lnTo>
                <a:lnTo>
                  <a:pt x="312" y="40"/>
                </a:lnTo>
                <a:lnTo>
                  <a:pt x="313" y="41"/>
                </a:lnTo>
                <a:lnTo>
                  <a:pt x="314" y="40"/>
                </a:lnTo>
                <a:lnTo>
                  <a:pt x="315" y="40"/>
                </a:lnTo>
                <a:lnTo>
                  <a:pt x="316" y="39"/>
                </a:lnTo>
                <a:lnTo>
                  <a:pt x="317" y="39"/>
                </a:lnTo>
                <a:lnTo>
                  <a:pt x="318" y="39"/>
                </a:lnTo>
                <a:lnTo>
                  <a:pt x="318" y="38"/>
                </a:lnTo>
                <a:lnTo>
                  <a:pt x="319" y="38"/>
                </a:lnTo>
                <a:lnTo>
                  <a:pt x="320" y="38"/>
                </a:lnTo>
                <a:lnTo>
                  <a:pt x="320" y="37"/>
                </a:lnTo>
                <a:lnTo>
                  <a:pt x="320" y="36"/>
                </a:lnTo>
                <a:lnTo>
                  <a:pt x="320" y="35"/>
                </a:lnTo>
                <a:lnTo>
                  <a:pt x="319" y="34"/>
                </a:lnTo>
                <a:lnTo>
                  <a:pt x="319" y="33"/>
                </a:lnTo>
                <a:lnTo>
                  <a:pt x="320" y="33"/>
                </a:lnTo>
                <a:lnTo>
                  <a:pt x="320" y="32"/>
                </a:lnTo>
                <a:lnTo>
                  <a:pt x="321" y="32"/>
                </a:lnTo>
                <a:lnTo>
                  <a:pt x="321" y="31"/>
                </a:lnTo>
                <a:lnTo>
                  <a:pt x="322" y="31"/>
                </a:lnTo>
                <a:lnTo>
                  <a:pt x="322" y="30"/>
                </a:lnTo>
                <a:lnTo>
                  <a:pt x="321" y="30"/>
                </a:lnTo>
                <a:lnTo>
                  <a:pt x="321" y="29"/>
                </a:lnTo>
                <a:lnTo>
                  <a:pt x="321" y="28"/>
                </a:lnTo>
                <a:lnTo>
                  <a:pt x="320" y="29"/>
                </a:lnTo>
                <a:lnTo>
                  <a:pt x="319" y="29"/>
                </a:lnTo>
                <a:lnTo>
                  <a:pt x="319" y="28"/>
                </a:lnTo>
                <a:lnTo>
                  <a:pt x="319" y="27"/>
                </a:lnTo>
                <a:lnTo>
                  <a:pt x="318" y="27"/>
                </a:lnTo>
                <a:lnTo>
                  <a:pt x="317" y="26"/>
                </a:lnTo>
                <a:lnTo>
                  <a:pt x="316" y="26"/>
                </a:lnTo>
                <a:lnTo>
                  <a:pt x="316" y="25"/>
                </a:lnTo>
                <a:lnTo>
                  <a:pt x="317" y="25"/>
                </a:lnTo>
                <a:lnTo>
                  <a:pt x="318" y="25"/>
                </a:lnTo>
                <a:lnTo>
                  <a:pt x="318" y="24"/>
                </a:lnTo>
                <a:lnTo>
                  <a:pt x="319" y="24"/>
                </a:lnTo>
                <a:lnTo>
                  <a:pt x="319" y="23"/>
                </a:lnTo>
                <a:lnTo>
                  <a:pt x="320" y="23"/>
                </a:lnTo>
                <a:lnTo>
                  <a:pt x="320" y="22"/>
                </a:lnTo>
                <a:lnTo>
                  <a:pt x="321" y="22"/>
                </a:lnTo>
                <a:lnTo>
                  <a:pt x="321" y="21"/>
                </a:lnTo>
                <a:lnTo>
                  <a:pt x="322" y="21"/>
                </a:lnTo>
                <a:lnTo>
                  <a:pt x="321" y="20"/>
                </a:lnTo>
                <a:lnTo>
                  <a:pt x="321" y="19"/>
                </a:lnTo>
                <a:lnTo>
                  <a:pt x="321" y="18"/>
                </a:lnTo>
                <a:lnTo>
                  <a:pt x="322" y="18"/>
                </a:lnTo>
                <a:lnTo>
                  <a:pt x="322" y="17"/>
                </a:lnTo>
                <a:lnTo>
                  <a:pt x="323" y="17"/>
                </a:lnTo>
                <a:lnTo>
                  <a:pt x="323" y="16"/>
                </a:lnTo>
                <a:lnTo>
                  <a:pt x="324" y="16"/>
                </a:lnTo>
                <a:lnTo>
                  <a:pt x="325" y="16"/>
                </a:lnTo>
                <a:lnTo>
                  <a:pt x="326" y="16"/>
                </a:lnTo>
                <a:lnTo>
                  <a:pt x="327" y="16"/>
                </a:lnTo>
                <a:lnTo>
                  <a:pt x="328" y="16"/>
                </a:lnTo>
                <a:lnTo>
                  <a:pt x="328" y="15"/>
                </a:lnTo>
                <a:lnTo>
                  <a:pt x="329" y="16"/>
                </a:lnTo>
                <a:lnTo>
                  <a:pt x="330" y="16"/>
                </a:lnTo>
                <a:lnTo>
                  <a:pt x="330" y="17"/>
                </a:lnTo>
                <a:lnTo>
                  <a:pt x="332" y="17"/>
                </a:lnTo>
                <a:lnTo>
                  <a:pt x="333" y="18"/>
                </a:lnTo>
                <a:lnTo>
                  <a:pt x="333" y="19"/>
                </a:lnTo>
                <a:lnTo>
                  <a:pt x="333" y="20"/>
                </a:lnTo>
                <a:lnTo>
                  <a:pt x="333" y="21"/>
                </a:lnTo>
                <a:lnTo>
                  <a:pt x="333" y="22"/>
                </a:lnTo>
                <a:lnTo>
                  <a:pt x="332" y="23"/>
                </a:lnTo>
                <a:lnTo>
                  <a:pt x="331" y="23"/>
                </a:lnTo>
                <a:lnTo>
                  <a:pt x="332" y="24"/>
                </a:lnTo>
                <a:lnTo>
                  <a:pt x="332" y="25"/>
                </a:lnTo>
                <a:lnTo>
                  <a:pt x="333" y="25"/>
                </a:lnTo>
                <a:lnTo>
                  <a:pt x="334" y="25"/>
                </a:lnTo>
                <a:lnTo>
                  <a:pt x="334" y="26"/>
                </a:lnTo>
                <a:lnTo>
                  <a:pt x="335" y="26"/>
                </a:lnTo>
                <a:lnTo>
                  <a:pt x="336" y="26"/>
                </a:lnTo>
                <a:lnTo>
                  <a:pt x="336" y="25"/>
                </a:lnTo>
                <a:lnTo>
                  <a:pt x="337" y="24"/>
                </a:lnTo>
                <a:lnTo>
                  <a:pt x="337" y="25"/>
                </a:lnTo>
                <a:lnTo>
                  <a:pt x="338" y="25"/>
                </a:lnTo>
                <a:lnTo>
                  <a:pt x="338" y="24"/>
                </a:lnTo>
                <a:lnTo>
                  <a:pt x="339" y="24"/>
                </a:lnTo>
                <a:lnTo>
                  <a:pt x="339" y="23"/>
                </a:lnTo>
                <a:lnTo>
                  <a:pt x="340" y="23"/>
                </a:lnTo>
                <a:lnTo>
                  <a:pt x="341" y="24"/>
                </a:lnTo>
                <a:lnTo>
                  <a:pt x="340" y="25"/>
                </a:lnTo>
                <a:lnTo>
                  <a:pt x="341" y="25"/>
                </a:lnTo>
                <a:lnTo>
                  <a:pt x="341" y="26"/>
                </a:lnTo>
                <a:lnTo>
                  <a:pt x="342" y="26"/>
                </a:lnTo>
                <a:lnTo>
                  <a:pt x="342" y="27"/>
                </a:lnTo>
                <a:lnTo>
                  <a:pt x="343" y="27"/>
                </a:lnTo>
                <a:lnTo>
                  <a:pt x="344" y="26"/>
                </a:lnTo>
                <a:lnTo>
                  <a:pt x="344" y="25"/>
                </a:lnTo>
                <a:lnTo>
                  <a:pt x="345" y="24"/>
                </a:lnTo>
                <a:lnTo>
                  <a:pt x="346" y="23"/>
                </a:lnTo>
                <a:lnTo>
                  <a:pt x="347" y="23"/>
                </a:lnTo>
                <a:lnTo>
                  <a:pt x="348" y="23"/>
                </a:lnTo>
                <a:lnTo>
                  <a:pt x="348" y="24"/>
                </a:lnTo>
                <a:lnTo>
                  <a:pt x="348" y="25"/>
                </a:lnTo>
                <a:lnTo>
                  <a:pt x="348" y="26"/>
                </a:lnTo>
                <a:lnTo>
                  <a:pt x="347" y="26"/>
                </a:lnTo>
                <a:lnTo>
                  <a:pt x="347" y="27"/>
                </a:lnTo>
                <a:lnTo>
                  <a:pt x="347" y="28"/>
                </a:lnTo>
                <a:lnTo>
                  <a:pt x="346" y="28"/>
                </a:lnTo>
                <a:lnTo>
                  <a:pt x="346" y="29"/>
                </a:lnTo>
                <a:lnTo>
                  <a:pt x="347" y="29"/>
                </a:lnTo>
                <a:lnTo>
                  <a:pt x="347" y="30"/>
                </a:lnTo>
                <a:lnTo>
                  <a:pt x="348" y="30"/>
                </a:lnTo>
                <a:lnTo>
                  <a:pt x="348" y="31"/>
                </a:lnTo>
                <a:lnTo>
                  <a:pt x="347" y="31"/>
                </a:lnTo>
                <a:lnTo>
                  <a:pt x="348" y="31"/>
                </a:lnTo>
                <a:lnTo>
                  <a:pt x="348" y="32"/>
                </a:lnTo>
                <a:lnTo>
                  <a:pt x="349" y="33"/>
                </a:lnTo>
                <a:lnTo>
                  <a:pt x="349" y="32"/>
                </a:lnTo>
                <a:lnTo>
                  <a:pt x="350" y="32"/>
                </a:lnTo>
                <a:lnTo>
                  <a:pt x="350" y="33"/>
                </a:lnTo>
                <a:lnTo>
                  <a:pt x="349" y="34"/>
                </a:lnTo>
                <a:lnTo>
                  <a:pt x="350" y="34"/>
                </a:lnTo>
                <a:lnTo>
                  <a:pt x="350" y="35"/>
                </a:lnTo>
                <a:lnTo>
                  <a:pt x="351" y="35"/>
                </a:lnTo>
                <a:lnTo>
                  <a:pt x="351" y="36"/>
                </a:lnTo>
                <a:lnTo>
                  <a:pt x="350" y="36"/>
                </a:lnTo>
                <a:lnTo>
                  <a:pt x="350" y="37"/>
                </a:lnTo>
                <a:lnTo>
                  <a:pt x="351" y="37"/>
                </a:lnTo>
                <a:lnTo>
                  <a:pt x="351" y="38"/>
                </a:lnTo>
                <a:lnTo>
                  <a:pt x="350" y="38"/>
                </a:lnTo>
                <a:lnTo>
                  <a:pt x="350" y="39"/>
                </a:lnTo>
                <a:lnTo>
                  <a:pt x="350" y="40"/>
                </a:lnTo>
                <a:lnTo>
                  <a:pt x="351" y="40"/>
                </a:lnTo>
                <a:lnTo>
                  <a:pt x="351" y="41"/>
                </a:lnTo>
                <a:lnTo>
                  <a:pt x="352" y="40"/>
                </a:lnTo>
                <a:lnTo>
                  <a:pt x="352" y="41"/>
                </a:lnTo>
                <a:lnTo>
                  <a:pt x="352" y="42"/>
                </a:lnTo>
                <a:lnTo>
                  <a:pt x="353" y="42"/>
                </a:lnTo>
                <a:lnTo>
                  <a:pt x="354" y="43"/>
                </a:lnTo>
                <a:lnTo>
                  <a:pt x="354" y="42"/>
                </a:lnTo>
                <a:lnTo>
                  <a:pt x="355" y="42"/>
                </a:lnTo>
                <a:lnTo>
                  <a:pt x="356" y="42"/>
                </a:lnTo>
                <a:lnTo>
                  <a:pt x="357" y="43"/>
                </a:lnTo>
                <a:lnTo>
                  <a:pt x="357" y="44"/>
                </a:lnTo>
                <a:lnTo>
                  <a:pt x="357" y="46"/>
                </a:lnTo>
                <a:lnTo>
                  <a:pt x="357" y="47"/>
                </a:lnTo>
                <a:lnTo>
                  <a:pt x="357" y="48"/>
                </a:lnTo>
                <a:lnTo>
                  <a:pt x="358" y="49"/>
                </a:lnTo>
                <a:lnTo>
                  <a:pt x="358" y="50"/>
                </a:lnTo>
                <a:lnTo>
                  <a:pt x="359" y="50"/>
                </a:lnTo>
                <a:lnTo>
                  <a:pt x="359" y="49"/>
                </a:lnTo>
                <a:lnTo>
                  <a:pt x="360" y="50"/>
                </a:lnTo>
                <a:lnTo>
                  <a:pt x="361" y="50"/>
                </a:lnTo>
                <a:lnTo>
                  <a:pt x="362" y="50"/>
                </a:lnTo>
                <a:lnTo>
                  <a:pt x="363" y="50"/>
                </a:lnTo>
                <a:lnTo>
                  <a:pt x="363" y="51"/>
                </a:lnTo>
                <a:lnTo>
                  <a:pt x="364" y="51"/>
                </a:lnTo>
                <a:lnTo>
                  <a:pt x="364" y="50"/>
                </a:lnTo>
                <a:lnTo>
                  <a:pt x="365" y="50"/>
                </a:lnTo>
                <a:lnTo>
                  <a:pt x="366" y="49"/>
                </a:lnTo>
                <a:lnTo>
                  <a:pt x="366" y="48"/>
                </a:lnTo>
                <a:lnTo>
                  <a:pt x="367" y="48"/>
                </a:lnTo>
                <a:lnTo>
                  <a:pt x="368" y="47"/>
                </a:lnTo>
                <a:lnTo>
                  <a:pt x="368" y="48"/>
                </a:lnTo>
                <a:lnTo>
                  <a:pt x="369" y="48"/>
                </a:lnTo>
                <a:lnTo>
                  <a:pt x="370" y="49"/>
                </a:lnTo>
                <a:lnTo>
                  <a:pt x="370" y="50"/>
                </a:lnTo>
                <a:lnTo>
                  <a:pt x="371" y="49"/>
                </a:lnTo>
                <a:lnTo>
                  <a:pt x="371" y="50"/>
                </a:lnTo>
                <a:lnTo>
                  <a:pt x="371" y="52"/>
                </a:lnTo>
                <a:lnTo>
                  <a:pt x="371" y="53"/>
                </a:lnTo>
                <a:lnTo>
                  <a:pt x="372" y="53"/>
                </a:lnTo>
                <a:lnTo>
                  <a:pt x="372" y="54"/>
                </a:lnTo>
                <a:lnTo>
                  <a:pt x="373" y="54"/>
                </a:lnTo>
                <a:lnTo>
                  <a:pt x="374" y="53"/>
                </a:lnTo>
                <a:lnTo>
                  <a:pt x="375" y="54"/>
                </a:lnTo>
                <a:lnTo>
                  <a:pt x="376" y="54"/>
                </a:lnTo>
                <a:lnTo>
                  <a:pt x="377" y="54"/>
                </a:lnTo>
                <a:lnTo>
                  <a:pt x="377" y="53"/>
                </a:lnTo>
                <a:lnTo>
                  <a:pt x="378" y="53"/>
                </a:lnTo>
                <a:lnTo>
                  <a:pt x="379" y="53"/>
                </a:lnTo>
                <a:lnTo>
                  <a:pt x="379" y="52"/>
                </a:lnTo>
                <a:lnTo>
                  <a:pt x="380" y="52"/>
                </a:lnTo>
                <a:lnTo>
                  <a:pt x="379" y="53"/>
                </a:lnTo>
                <a:lnTo>
                  <a:pt x="380" y="53"/>
                </a:lnTo>
                <a:lnTo>
                  <a:pt x="381" y="53"/>
                </a:lnTo>
                <a:lnTo>
                  <a:pt x="381" y="52"/>
                </a:lnTo>
                <a:lnTo>
                  <a:pt x="382" y="52"/>
                </a:lnTo>
                <a:lnTo>
                  <a:pt x="383" y="51"/>
                </a:lnTo>
                <a:lnTo>
                  <a:pt x="383" y="52"/>
                </a:lnTo>
                <a:lnTo>
                  <a:pt x="384" y="52"/>
                </a:lnTo>
                <a:lnTo>
                  <a:pt x="384" y="53"/>
                </a:lnTo>
                <a:lnTo>
                  <a:pt x="385" y="53"/>
                </a:lnTo>
                <a:lnTo>
                  <a:pt x="386" y="53"/>
                </a:lnTo>
                <a:lnTo>
                  <a:pt x="387" y="53"/>
                </a:lnTo>
                <a:lnTo>
                  <a:pt x="387" y="52"/>
                </a:lnTo>
                <a:lnTo>
                  <a:pt x="387" y="53"/>
                </a:lnTo>
                <a:lnTo>
                  <a:pt x="388" y="54"/>
                </a:lnTo>
                <a:lnTo>
                  <a:pt x="388" y="53"/>
                </a:lnTo>
                <a:lnTo>
                  <a:pt x="389" y="54"/>
                </a:lnTo>
                <a:lnTo>
                  <a:pt x="389" y="55"/>
                </a:lnTo>
                <a:lnTo>
                  <a:pt x="390" y="55"/>
                </a:lnTo>
                <a:lnTo>
                  <a:pt x="390" y="54"/>
                </a:lnTo>
                <a:lnTo>
                  <a:pt x="391" y="54"/>
                </a:lnTo>
                <a:lnTo>
                  <a:pt x="392" y="54"/>
                </a:lnTo>
                <a:lnTo>
                  <a:pt x="392" y="53"/>
                </a:lnTo>
                <a:lnTo>
                  <a:pt x="393" y="53"/>
                </a:lnTo>
                <a:lnTo>
                  <a:pt x="394" y="53"/>
                </a:lnTo>
                <a:lnTo>
                  <a:pt x="394" y="54"/>
                </a:lnTo>
                <a:lnTo>
                  <a:pt x="395" y="54"/>
                </a:lnTo>
                <a:lnTo>
                  <a:pt x="395" y="53"/>
                </a:lnTo>
                <a:lnTo>
                  <a:pt x="396" y="52"/>
                </a:lnTo>
                <a:lnTo>
                  <a:pt x="397" y="52"/>
                </a:lnTo>
                <a:lnTo>
                  <a:pt x="398" y="52"/>
                </a:lnTo>
                <a:lnTo>
                  <a:pt x="398" y="53"/>
                </a:lnTo>
                <a:lnTo>
                  <a:pt x="399" y="53"/>
                </a:lnTo>
                <a:lnTo>
                  <a:pt x="399" y="52"/>
                </a:lnTo>
                <a:lnTo>
                  <a:pt x="400" y="51"/>
                </a:lnTo>
                <a:lnTo>
                  <a:pt x="401" y="51"/>
                </a:lnTo>
                <a:lnTo>
                  <a:pt x="402" y="52"/>
                </a:lnTo>
                <a:lnTo>
                  <a:pt x="403" y="52"/>
                </a:lnTo>
                <a:lnTo>
                  <a:pt x="403" y="53"/>
                </a:lnTo>
                <a:lnTo>
                  <a:pt x="404" y="53"/>
                </a:lnTo>
                <a:lnTo>
                  <a:pt x="404" y="54"/>
                </a:lnTo>
                <a:lnTo>
                  <a:pt x="405" y="55"/>
                </a:lnTo>
                <a:lnTo>
                  <a:pt x="406" y="55"/>
                </a:lnTo>
                <a:lnTo>
                  <a:pt x="407" y="55"/>
                </a:lnTo>
                <a:lnTo>
                  <a:pt x="408" y="56"/>
                </a:lnTo>
                <a:lnTo>
                  <a:pt x="408" y="55"/>
                </a:lnTo>
                <a:lnTo>
                  <a:pt x="409" y="55"/>
                </a:lnTo>
                <a:lnTo>
                  <a:pt x="409" y="56"/>
                </a:lnTo>
                <a:lnTo>
                  <a:pt x="409" y="57"/>
                </a:lnTo>
                <a:lnTo>
                  <a:pt x="410" y="57"/>
                </a:lnTo>
                <a:lnTo>
                  <a:pt x="411" y="58"/>
                </a:lnTo>
                <a:lnTo>
                  <a:pt x="412" y="59"/>
                </a:lnTo>
                <a:lnTo>
                  <a:pt x="412" y="60"/>
                </a:lnTo>
                <a:lnTo>
                  <a:pt x="413" y="60"/>
                </a:lnTo>
                <a:lnTo>
                  <a:pt x="412" y="60"/>
                </a:lnTo>
                <a:lnTo>
                  <a:pt x="412" y="61"/>
                </a:lnTo>
                <a:lnTo>
                  <a:pt x="411" y="61"/>
                </a:lnTo>
                <a:lnTo>
                  <a:pt x="411" y="62"/>
                </a:lnTo>
                <a:lnTo>
                  <a:pt x="411" y="63"/>
                </a:lnTo>
                <a:lnTo>
                  <a:pt x="412" y="63"/>
                </a:lnTo>
                <a:lnTo>
                  <a:pt x="412" y="64"/>
                </a:lnTo>
                <a:lnTo>
                  <a:pt x="412" y="65"/>
                </a:lnTo>
                <a:lnTo>
                  <a:pt x="411" y="65"/>
                </a:lnTo>
                <a:lnTo>
                  <a:pt x="411" y="66"/>
                </a:lnTo>
                <a:lnTo>
                  <a:pt x="412" y="67"/>
                </a:lnTo>
                <a:lnTo>
                  <a:pt x="412" y="68"/>
                </a:lnTo>
                <a:lnTo>
                  <a:pt x="413" y="68"/>
                </a:lnTo>
                <a:lnTo>
                  <a:pt x="414" y="68"/>
                </a:lnTo>
                <a:lnTo>
                  <a:pt x="415" y="69"/>
                </a:lnTo>
                <a:lnTo>
                  <a:pt x="416" y="69"/>
                </a:lnTo>
                <a:lnTo>
                  <a:pt x="417" y="69"/>
                </a:lnTo>
                <a:lnTo>
                  <a:pt x="417" y="70"/>
                </a:lnTo>
                <a:lnTo>
                  <a:pt x="418" y="71"/>
                </a:lnTo>
                <a:lnTo>
                  <a:pt x="418" y="72"/>
                </a:lnTo>
                <a:lnTo>
                  <a:pt x="418" y="73"/>
                </a:lnTo>
                <a:lnTo>
                  <a:pt x="418" y="74"/>
                </a:lnTo>
                <a:lnTo>
                  <a:pt x="419" y="74"/>
                </a:lnTo>
                <a:lnTo>
                  <a:pt x="419" y="75"/>
                </a:lnTo>
                <a:lnTo>
                  <a:pt x="418" y="75"/>
                </a:lnTo>
                <a:lnTo>
                  <a:pt x="417" y="75"/>
                </a:lnTo>
                <a:lnTo>
                  <a:pt x="416" y="76"/>
                </a:lnTo>
                <a:lnTo>
                  <a:pt x="416" y="77"/>
                </a:lnTo>
                <a:lnTo>
                  <a:pt x="415" y="78"/>
                </a:lnTo>
                <a:lnTo>
                  <a:pt x="415" y="79"/>
                </a:lnTo>
                <a:lnTo>
                  <a:pt x="416" y="80"/>
                </a:lnTo>
                <a:lnTo>
                  <a:pt x="415" y="80"/>
                </a:lnTo>
                <a:lnTo>
                  <a:pt x="415" y="81"/>
                </a:lnTo>
                <a:lnTo>
                  <a:pt x="415" y="82"/>
                </a:lnTo>
                <a:lnTo>
                  <a:pt x="414" y="81"/>
                </a:lnTo>
                <a:lnTo>
                  <a:pt x="413" y="81"/>
                </a:lnTo>
                <a:lnTo>
                  <a:pt x="412" y="81"/>
                </a:lnTo>
                <a:lnTo>
                  <a:pt x="411" y="81"/>
                </a:lnTo>
                <a:lnTo>
                  <a:pt x="410" y="81"/>
                </a:lnTo>
                <a:lnTo>
                  <a:pt x="410" y="80"/>
                </a:lnTo>
                <a:lnTo>
                  <a:pt x="409" y="81"/>
                </a:lnTo>
                <a:lnTo>
                  <a:pt x="408" y="81"/>
                </a:lnTo>
                <a:lnTo>
                  <a:pt x="407" y="81"/>
                </a:lnTo>
                <a:lnTo>
                  <a:pt x="406" y="81"/>
                </a:lnTo>
                <a:lnTo>
                  <a:pt x="407" y="81"/>
                </a:lnTo>
                <a:lnTo>
                  <a:pt x="407" y="82"/>
                </a:lnTo>
                <a:lnTo>
                  <a:pt x="407" y="83"/>
                </a:lnTo>
                <a:lnTo>
                  <a:pt x="407" y="84"/>
                </a:lnTo>
                <a:lnTo>
                  <a:pt x="406" y="84"/>
                </a:lnTo>
                <a:lnTo>
                  <a:pt x="406" y="85"/>
                </a:lnTo>
                <a:lnTo>
                  <a:pt x="407" y="85"/>
                </a:lnTo>
                <a:lnTo>
                  <a:pt x="407" y="86"/>
                </a:lnTo>
                <a:lnTo>
                  <a:pt x="407" y="87"/>
                </a:lnTo>
                <a:lnTo>
                  <a:pt x="407" y="88"/>
                </a:lnTo>
                <a:lnTo>
                  <a:pt x="406" y="88"/>
                </a:lnTo>
                <a:lnTo>
                  <a:pt x="405" y="88"/>
                </a:lnTo>
                <a:lnTo>
                  <a:pt x="404" y="88"/>
                </a:lnTo>
                <a:lnTo>
                  <a:pt x="403" y="89"/>
                </a:lnTo>
                <a:lnTo>
                  <a:pt x="403" y="90"/>
                </a:lnTo>
                <a:lnTo>
                  <a:pt x="403" y="92"/>
                </a:lnTo>
                <a:lnTo>
                  <a:pt x="402" y="93"/>
                </a:lnTo>
                <a:lnTo>
                  <a:pt x="402" y="94"/>
                </a:lnTo>
                <a:lnTo>
                  <a:pt x="403" y="94"/>
                </a:lnTo>
                <a:lnTo>
                  <a:pt x="403" y="96"/>
                </a:lnTo>
                <a:lnTo>
                  <a:pt x="403" y="97"/>
                </a:lnTo>
                <a:lnTo>
                  <a:pt x="403" y="98"/>
                </a:lnTo>
                <a:lnTo>
                  <a:pt x="404" y="98"/>
                </a:lnTo>
                <a:lnTo>
                  <a:pt x="404" y="99"/>
                </a:lnTo>
                <a:lnTo>
                  <a:pt x="403" y="99"/>
                </a:lnTo>
                <a:lnTo>
                  <a:pt x="403" y="100"/>
                </a:lnTo>
                <a:lnTo>
                  <a:pt x="403" y="101"/>
                </a:lnTo>
                <a:lnTo>
                  <a:pt x="404" y="101"/>
                </a:lnTo>
                <a:lnTo>
                  <a:pt x="405" y="102"/>
                </a:lnTo>
                <a:lnTo>
                  <a:pt x="406" y="102"/>
                </a:lnTo>
                <a:lnTo>
                  <a:pt x="406" y="103"/>
                </a:lnTo>
                <a:lnTo>
                  <a:pt x="406" y="104"/>
                </a:lnTo>
                <a:lnTo>
                  <a:pt x="407" y="104"/>
                </a:lnTo>
                <a:lnTo>
                  <a:pt x="406" y="104"/>
                </a:lnTo>
                <a:lnTo>
                  <a:pt x="406" y="105"/>
                </a:lnTo>
                <a:lnTo>
                  <a:pt x="406" y="106"/>
                </a:lnTo>
                <a:lnTo>
                  <a:pt x="406" y="107"/>
                </a:lnTo>
                <a:lnTo>
                  <a:pt x="407" y="107"/>
                </a:lnTo>
                <a:lnTo>
                  <a:pt x="407" y="106"/>
                </a:lnTo>
                <a:lnTo>
                  <a:pt x="407" y="107"/>
                </a:lnTo>
                <a:lnTo>
                  <a:pt x="408" y="107"/>
                </a:lnTo>
                <a:lnTo>
                  <a:pt x="408" y="108"/>
                </a:lnTo>
                <a:lnTo>
                  <a:pt x="408" y="109"/>
                </a:lnTo>
                <a:lnTo>
                  <a:pt x="408" y="110"/>
                </a:lnTo>
                <a:lnTo>
                  <a:pt x="409" y="110"/>
                </a:lnTo>
                <a:lnTo>
                  <a:pt x="409" y="109"/>
                </a:lnTo>
                <a:lnTo>
                  <a:pt x="409" y="110"/>
                </a:lnTo>
                <a:lnTo>
                  <a:pt x="409" y="111"/>
                </a:lnTo>
                <a:lnTo>
                  <a:pt x="410" y="111"/>
                </a:lnTo>
                <a:lnTo>
                  <a:pt x="410" y="110"/>
                </a:lnTo>
                <a:lnTo>
                  <a:pt x="410" y="109"/>
                </a:lnTo>
                <a:lnTo>
                  <a:pt x="411" y="109"/>
                </a:lnTo>
                <a:lnTo>
                  <a:pt x="411" y="110"/>
                </a:lnTo>
                <a:lnTo>
                  <a:pt x="411" y="111"/>
                </a:lnTo>
                <a:lnTo>
                  <a:pt x="412" y="112"/>
                </a:lnTo>
                <a:lnTo>
                  <a:pt x="413" y="112"/>
                </a:lnTo>
                <a:lnTo>
                  <a:pt x="414" y="112"/>
                </a:lnTo>
                <a:lnTo>
                  <a:pt x="415" y="112"/>
                </a:lnTo>
                <a:lnTo>
                  <a:pt x="416" y="112"/>
                </a:lnTo>
                <a:lnTo>
                  <a:pt x="416" y="113"/>
                </a:lnTo>
                <a:lnTo>
                  <a:pt x="417" y="114"/>
                </a:lnTo>
                <a:lnTo>
                  <a:pt x="418" y="114"/>
                </a:lnTo>
                <a:lnTo>
                  <a:pt x="418" y="115"/>
                </a:lnTo>
                <a:lnTo>
                  <a:pt x="419" y="115"/>
                </a:lnTo>
                <a:lnTo>
                  <a:pt x="419" y="116"/>
                </a:lnTo>
                <a:lnTo>
                  <a:pt x="419" y="115"/>
                </a:lnTo>
                <a:lnTo>
                  <a:pt x="420" y="116"/>
                </a:lnTo>
                <a:lnTo>
                  <a:pt x="420" y="117"/>
                </a:lnTo>
                <a:lnTo>
                  <a:pt x="419" y="117"/>
                </a:lnTo>
                <a:lnTo>
                  <a:pt x="419" y="118"/>
                </a:lnTo>
                <a:lnTo>
                  <a:pt x="418" y="118"/>
                </a:lnTo>
                <a:lnTo>
                  <a:pt x="418" y="119"/>
                </a:lnTo>
                <a:lnTo>
                  <a:pt x="417" y="119"/>
                </a:lnTo>
                <a:lnTo>
                  <a:pt x="417" y="120"/>
                </a:lnTo>
                <a:lnTo>
                  <a:pt x="418" y="120"/>
                </a:lnTo>
                <a:lnTo>
                  <a:pt x="419" y="120"/>
                </a:lnTo>
                <a:lnTo>
                  <a:pt x="419" y="119"/>
                </a:lnTo>
                <a:lnTo>
                  <a:pt x="420" y="119"/>
                </a:lnTo>
                <a:lnTo>
                  <a:pt x="421" y="119"/>
                </a:lnTo>
                <a:lnTo>
                  <a:pt x="421" y="118"/>
                </a:lnTo>
                <a:lnTo>
                  <a:pt x="422" y="118"/>
                </a:lnTo>
                <a:lnTo>
                  <a:pt x="423" y="118"/>
                </a:lnTo>
                <a:lnTo>
                  <a:pt x="424" y="119"/>
                </a:lnTo>
                <a:lnTo>
                  <a:pt x="424" y="118"/>
                </a:lnTo>
                <a:lnTo>
                  <a:pt x="424" y="119"/>
                </a:lnTo>
                <a:lnTo>
                  <a:pt x="424" y="120"/>
                </a:lnTo>
                <a:lnTo>
                  <a:pt x="425" y="121"/>
                </a:lnTo>
                <a:lnTo>
                  <a:pt x="425" y="122"/>
                </a:lnTo>
                <a:lnTo>
                  <a:pt x="425" y="123"/>
                </a:lnTo>
                <a:lnTo>
                  <a:pt x="426" y="123"/>
                </a:lnTo>
                <a:lnTo>
                  <a:pt x="426" y="124"/>
                </a:lnTo>
                <a:lnTo>
                  <a:pt x="426" y="125"/>
                </a:lnTo>
                <a:lnTo>
                  <a:pt x="426" y="126"/>
                </a:lnTo>
                <a:lnTo>
                  <a:pt x="427" y="126"/>
                </a:lnTo>
                <a:lnTo>
                  <a:pt x="427" y="127"/>
                </a:lnTo>
                <a:lnTo>
                  <a:pt x="426" y="127"/>
                </a:lnTo>
                <a:lnTo>
                  <a:pt x="427" y="128"/>
                </a:lnTo>
                <a:lnTo>
                  <a:pt x="428" y="129"/>
                </a:lnTo>
                <a:lnTo>
                  <a:pt x="429" y="129"/>
                </a:lnTo>
                <a:lnTo>
                  <a:pt x="430" y="129"/>
                </a:lnTo>
                <a:lnTo>
                  <a:pt x="431" y="129"/>
                </a:lnTo>
                <a:lnTo>
                  <a:pt x="432" y="129"/>
                </a:lnTo>
                <a:lnTo>
                  <a:pt x="433" y="130"/>
                </a:lnTo>
                <a:lnTo>
                  <a:pt x="433" y="131"/>
                </a:lnTo>
                <a:lnTo>
                  <a:pt x="434" y="132"/>
                </a:lnTo>
                <a:lnTo>
                  <a:pt x="434" y="133"/>
                </a:lnTo>
                <a:lnTo>
                  <a:pt x="434" y="134"/>
                </a:lnTo>
                <a:lnTo>
                  <a:pt x="434" y="135"/>
                </a:lnTo>
                <a:lnTo>
                  <a:pt x="435" y="135"/>
                </a:lnTo>
                <a:lnTo>
                  <a:pt x="435" y="136"/>
                </a:lnTo>
                <a:lnTo>
                  <a:pt x="435" y="137"/>
                </a:lnTo>
                <a:lnTo>
                  <a:pt x="436" y="137"/>
                </a:lnTo>
                <a:lnTo>
                  <a:pt x="435" y="137"/>
                </a:lnTo>
                <a:lnTo>
                  <a:pt x="435" y="138"/>
                </a:lnTo>
                <a:lnTo>
                  <a:pt x="436" y="138"/>
                </a:lnTo>
                <a:lnTo>
                  <a:pt x="436" y="139"/>
                </a:lnTo>
                <a:lnTo>
                  <a:pt x="435" y="139"/>
                </a:lnTo>
                <a:lnTo>
                  <a:pt x="436" y="138"/>
                </a:lnTo>
                <a:lnTo>
                  <a:pt x="436" y="139"/>
                </a:lnTo>
                <a:lnTo>
                  <a:pt x="436" y="138"/>
                </a:lnTo>
                <a:lnTo>
                  <a:pt x="435" y="138"/>
                </a:lnTo>
                <a:lnTo>
                  <a:pt x="435" y="139"/>
                </a:lnTo>
                <a:lnTo>
                  <a:pt x="436" y="139"/>
                </a:lnTo>
                <a:lnTo>
                  <a:pt x="436" y="140"/>
                </a:lnTo>
                <a:lnTo>
                  <a:pt x="435" y="140"/>
                </a:lnTo>
                <a:lnTo>
                  <a:pt x="435" y="141"/>
                </a:lnTo>
                <a:lnTo>
                  <a:pt x="436" y="141"/>
                </a:lnTo>
                <a:lnTo>
                  <a:pt x="437" y="141"/>
                </a:lnTo>
                <a:lnTo>
                  <a:pt x="437" y="142"/>
                </a:lnTo>
                <a:lnTo>
                  <a:pt x="438" y="143"/>
                </a:lnTo>
                <a:lnTo>
                  <a:pt x="439" y="143"/>
                </a:lnTo>
                <a:lnTo>
                  <a:pt x="439" y="144"/>
                </a:lnTo>
                <a:lnTo>
                  <a:pt x="439" y="143"/>
                </a:lnTo>
                <a:lnTo>
                  <a:pt x="438" y="144"/>
                </a:lnTo>
                <a:lnTo>
                  <a:pt x="439" y="144"/>
                </a:lnTo>
                <a:lnTo>
                  <a:pt x="439" y="145"/>
                </a:lnTo>
                <a:lnTo>
                  <a:pt x="438" y="145"/>
                </a:lnTo>
                <a:lnTo>
                  <a:pt x="439" y="145"/>
                </a:lnTo>
                <a:lnTo>
                  <a:pt x="438" y="146"/>
                </a:lnTo>
                <a:lnTo>
                  <a:pt x="439" y="146"/>
                </a:lnTo>
                <a:lnTo>
                  <a:pt x="438" y="146"/>
                </a:lnTo>
                <a:lnTo>
                  <a:pt x="438" y="147"/>
                </a:lnTo>
                <a:lnTo>
                  <a:pt x="438" y="148"/>
                </a:lnTo>
                <a:lnTo>
                  <a:pt x="439" y="148"/>
                </a:lnTo>
                <a:lnTo>
                  <a:pt x="439" y="149"/>
                </a:lnTo>
                <a:lnTo>
                  <a:pt x="438" y="150"/>
                </a:lnTo>
                <a:lnTo>
                  <a:pt x="437" y="150"/>
                </a:lnTo>
                <a:lnTo>
                  <a:pt x="438" y="150"/>
                </a:lnTo>
                <a:lnTo>
                  <a:pt x="437" y="150"/>
                </a:lnTo>
                <a:lnTo>
                  <a:pt x="437" y="152"/>
                </a:lnTo>
                <a:lnTo>
                  <a:pt x="438" y="152"/>
                </a:lnTo>
                <a:lnTo>
                  <a:pt x="438" y="153"/>
                </a:lnTo>
                <a:lnTo>
                  <a:pt x="437" y="153"/>
                </a:lnTo>
                <a:lnTo>
                  <a:pt x="437" y="154"/>
                </a:lnTo>
                <a:lnTo>
                  <a:pt x="437" y="155"/>
                </a:lnTo>
                <a:lnTo>
                  <a:pt x="437" y="156"/>
                </a:lnTo>
                <a:lnTo>
                  <a:pt x="438" y="156"/>
                </a:lnTo>
                <a:lnTo>
                  <a:pt x="438" y="157"/>
                </a:lnTo>
                <a:lnTo>
                  <a:pt x="438" y="158"/>
                </a:lnTo>
                <a:lnTo>
                  <a:pt x="438" y="159"/>
                </a:lnTo>
                <a:lnTo>
                  <a:pt x="439" y="159"/>
                </a:lnTo>
                <a:lnTo>
                  <a:pt x="440" y="160"/>
                </a:lnTo>
                <a:lnTo>
                  <a:pt x="439" y="161"/>
                </a:lnTo>
                <a:lnTo>
                  <a:pt x="438" y="161"/>
                </a:lnTo>
                <a:lnTo>
                  <a:pt x="437" y="161"/>
                </a:lnTo>
                <a:lnTo>
                  <a:pt x="437" y="162"/>
                </a:lnTo>
                <a:lnTo>
                  <a:pt x="438" y="162"/>
                </a:lnTo>
                <a:lnTo>
                  <a:pt x="439" y="162"/>
                </a:lnTo>
                <a:lnTo>
                  <a:pt x="440" y="163"/>
                </a:lnTo>
                <a:lnTo>
                  <a:pt x="440" y="164"/>
                </a:lnTo>
                <a:lnTo>
                  <a:pt x="441" y="164"/>
                </a:lnTo>
                <a:lnTo>
                  <a:pt x="441" y="163"/>
                </a:lnTo>
                <a:lnTo>
                  <a:pt x="442" y="163"/>
                </a:lnTo>
                <a:lnTo>
                  <a:pt x="442" y="164"/>
                </a:lnTo>
                <a:lnTo>
                  <a:pt x="443" y="164"/>
                </a:lnTo>
                <a:lnTo>
                  <a:pt x="443" y="165"/>
                </a:lnTo>
                <a:lnTo>
                  <a:pt x="442" y="165"/>
                </a:lnTo>
                <a:lnTo>
                  <a:pt x="442" y="166"/>
                </a:lnTo>
                <a:lnTo>
                  <a:pt x="441" y="166"/>
                </a:lnTo>
                <a:lnTo>
                  <a:pt x="442" y="166"/>
                </a:lnTo>
                <a:lnTo>
                  <a:pt x="442" y="167"/>
                </a:lnTo>
                <a:lnTo>
                  <a:pt x="441" y="167"/>
                </a:lnTo>
                <a:lnTo>
                  <a:pt x="441" y="168"/>
                </a:lnTo>
                <a:lnTo>
                  <a:pt x="441" y="169"/>
                </a:lnTo>
                <a:lnTo>
                  <a:pt x="440" y="169"/>
                </a:lnTo>
                <a:lnTo>
                  <a:pt x="440" y="170"/>
                </a:lnTo>
                <a:lnTo>
                  <a:pt x="441" y="170"/>
                </a:lnTo>
                <a:lnTo>
                  <a:pt x="440" y="170"/>
                </a:lnTo>
                <a:lnTo>
                  <a:pt x="441" y="170"/>
                </a:lnTo>
                <a:lnTo>
                  <a:pt x="440" y="170"/>
                </a:lnTo>
                <a:lnTo>
                  <a:pt x="439" y="170"/>
                </a:lnTo>
                <a:lnTo>
                  <a:pt x="439" y="171"/>
                </a:lnTo>
                <a:lnTo>
                  <a:pt x="438" y="172"/>
                </a:lnTo>
                <a:lnTo>
                  <a:pt x="439" y="172"/>
                </a:lnTo>
                <a:lnTo>
                  <a:pt x="440" y="173"/>
                </a:lnTo>
                <a:lnTo>
                  <a:pt x="441" y="173"/>
                </a:lnTo>
                <a:lnTo>
                  <a:pt x="441" y="174"/>
                </a:lnTo>
                <a:lnTo>
                  <a:pt x="441" y="175"/>
                </a:lnTo>
                <a:lnTo>
                  <a:pt x="441" y="176"/>
                </a:lnTo>
                <a:lnTo>
                  <a:pt x="442" y="176"/>
                </a:lnTo>
                <a:lnTo>
                  <a:pt x="442" y="177"/>
                </a:lnTo>
                <a:lnTo>
                  <a:pt x="442" y="178"/>
                </a:lnTo>
                <a:lnTo>
                  <a:pt x="442" y="179"/>
                </a:lnTo>
                <a:lnTo>
                  <a:pt x="442" y="178"/>
                </a:lnTo>
                <a:lnTo>
                  <a:pt x="443" y="178"/>
                </a:lnTo>
                <a:lnTo>
                  <a:pt x="443" y="179"/>
                </a:lnTo>
                <a:lnTo>
                  <a:pt x="442" y="179"/>
                </a:lnTo>
                <a:lnTo>
                  <a:pt x="443" y="179"/>
                </a:lnTo>
                <a:lnTo>
                  <a:pt x="443" y="178"/>
                </a:lnTo>
                <a:lnTo>
                  <a:pt x="443" y="179"/>
                </a:lnTo>
                <a:lnTo>
                  <a:pt x="443" y="180"/>
                </a:lnTo>
                <a:lnTo>
                  <a:pt x="442" y="180"/>
                </a:lnTo>
                <a:lnTo>
                  <a:pt x="442" y="181"/>
                </a:lnTo>
                <a:lnTo>
                  <a:pt x="441" y="182"/>
                </a:lnTo>
                <a:lnTo>
                  <a:pt x="440" y="182"/>
                </a:lnTo>
                <a:lnTo>
                  <a:pt x="440" y="183"/>
                </a:lnTo>
                <a:lnTo>
                  <a:pt x="439" y="183"/>
                </a:lnTo>
                <a:lnTo>
                  <a:pt x="438" y="183"/>
                </a:lnTo>
                <a:lnTo>
                  <a:pt x="437" y="183"/>
                </a:lnTo>
                <a:lnTo>
                  <a:pt x="435" y="184"/>
                </a:lnTo>
                <a:lnTo>
                  <a:pt x="435" y="185"/>
                </a:lnTo>
                <a:lnTo>
                  <a:pt x="434" y="185"/>
                </a:lnTo>
                <a:lnTo>
                  <a:pt x="434" y="186"/>
                </a:lnTo>
                <a:lnTo>
                  <a:pt x="434" y="185"/>
                </a:lnTo>
                <a:lnTo>
                  <a:pt x="433" y="185"/>
                </a:lnTo>
                <a:lnTo>
                  <a:pt x="433" y="186"/>
                </a:lnTo>
                <a:lnTo>
                  <a:pt x="433" y="187"/>
                </a:lnTo>
                <a:lnTo>
                  <a:pt x="432" y="187"/>
                </a:lnTo>
                <a:lnTo>
                  <a:pt x="431" y="187"/>
                </a:lnTo>
                <a:lnTo>
                  <a:pt x="431" y="188"/>
                </a:lnTo>
                <a:lnTo>
                  <a:pt x="431" y="189"/>
                </a:lnTo>
                <a:lnTo>
                  <a:pt x="431" y="188"/>
                </a:lnTo>
                <a:lnTo>
                  <a:pt x="430" y="188"/>
                </a:lnTo>
                <a:lnTo>
                  <a:pt x="430" y="189"/>
                </a:lnTo>
                <a:lnTo>
                  <a:pt x="429" y="189"/>
                </a:lnTo>
                <a:lnTo>
                  <a:pt x="429" y="190"/>
                </a:lnTo>
                <a:lnTo>
                  <a:pt x="428" y="190"/>
                </a:lnTo>
                <a:lnTo>
                  <a:pt x="429" y="191"/>
                </a:lnTo>
                <a:lnTo>
                  <a:pt x="430" y="191"/>
                </a:lnTo>
                <a:lnTo>
                  <a:pt x="430" y="192"/>
                </a:lnTo>
                <a:lnTo>
                  <a:pt x="430" y="193"/>
                </a:lnTo>
                <a:lnTo>
                  <a:pt x="431" y="193"/>
                </a:lnTo>
                <a:lnTo>
                  <a:pt x="432" y="193"/>
                </a:lnTo>
                <a:lnTo>
                  <a:pt x="433" y="193"/>
                </a:lnTo>
                <a:lnTo>
                  <a:pt x="434" y="193"/>
                </a:lnTo>
                <a:lnTo>
                  <a:pt x="434" y="194"/>
                </a:lnTo>
                <a:lnTo>
                  <a:pt x="433" y="194"/>
                </a:lnTo>
                <a:lnTo>
                  <a:pt x="433" y="195"/>
                </a:lnTo>
                <a:lnTo>
                  <a:pt x="434" y="195"/>
                </a:lnTo>
                <a:lnTo>
                  <a:pt x="434" y="196"/>
                </a:lnTo>
                <a:lnTo>
                  <a:pt x="433" y="196"/>
                </a:lnTo>
                <a:lnTo>
                  <a:pt x="432" y="196"/>
                </a:lnTo>
                <a:lnTo>
                  <a:pt x="432" y="197"/>
                </a:lnTo>
                <a:lnTo>
                  <a:pt x="432" y="198"/>
                </a:lnTo>
                <a:lnTo>
                  <a:pt x="432" y="199"/>
                </a:lnTo>
                <a:lnTo>
                  <a:pt x="433" y="199"/>
                </a:lnTo>
                <a:lnTo>
                  <a:pt x="432" y="200"/>
                </a:lnTo>
                <a:lnTo>
                  <a:pt x="432" y="201"/>
                </a:lnTo>
                <a:lnTo>
                  <a:pt x="432" y="202"/>
                </a:lnTo>
                <a:lnTo>
                  <a:pt x="432" y="203"/>
                </a:lnTo>
                <a:lnTo>
                  <a:pt x="431" y="204"/>
                </a:lnTo>
                <a:lnTo>
                  <a:pt x="430" y="204"/>
                </a:lnTo>
                <a:lnTo>
                  <a:pt x="429" y="203"/>
                </a:lnTo>
                <a:lnTo>
                  <a:pt x="429" y="204"/>
                </a:lnTo>
                <a:lnTo>
                  <a:pt x="428" y="204"/>
                </a:lnTo>
                <a:lnTo>
                  <a:pt x="428" y="203"/>
                </a:lnTo>
                <a:lnTo>
                  <a:pt x="427" y="203"/>
                </a:lnTo>
                <a:lnTo>
                  <a:pt x="427" y="204"/>
                </a:lnTo>
                <a:lnTo>
                  <a:pt x="426" y="204"/>
                </a:lnTo>
                <a:lnTo>
                  <a:pt x="425" y="204"/>
                </a:lnTo>
                <a:lnTo>
                  <a:pt x="424" y="204"/>
                </a:lnTo>
                <a:lnTo>
                  <a:pt x="423" y="204"/>
                </a:lnTo>
                <a:lnTo>
                  <a:pt x="423" y="205"/>
                </a:lnTo>
                <a:lnTo>
                  <a:pt x="422" y="206"/>
                </a:lnTo>
                <a:lnTo>
                  <a:pt x="422" y="205"/>
                </a:lnTo>
                <a:lnTo>
                  <a:pt x="421" y="205"/>
                </a:lnTo>
                <a:lnTo>
                  <a:pt x="421" y="206"/>
                </a:lnTo>
                <a:lnTo>
                  <a:pt x="420" y="206"/>
                </a:lnTo>
                <a:lnTo>
                  <a:pt x="420" y="207"/>
                </a:lnTo>
                <a:lnTo>
                  <a:pt x="419" y="206"/>
                </a:lnTo>
                <a:lnTo>
                  <a:pt x="419" y="207"/>
                </a:lnTo>
                <a:lnTo>
                  <a:pt x="418" y="207"/>
                </a:lnTo>
                <a:lnTo>
                  <a:pt x="417" y="207"/>
                </a:lnTo>
                <a:lnTo>
                  <a:pt x="416" y="207"/>
                </a:lnTo>
                <a:lnTo>
                  <a:pt x="415" y="207"/>
                </a:lnTo>
                <a:lnTo>
                  <a:pt x="414" y="207"/>
                </a:lnTo>
                <a:lnTo>
                  <a:pt x="414" y="206"/>
                </a:lnTo>
                <a:lnTo>
                  <a:pt x="413" y="206"/>
                </a:lnTo>
                <a:lnTo>
                  <a:pt x="413" y="207"/>
                </a:lnTo>
                <a:lnTo>
                  <a:pt x="412" y="207"/>
                </a:lnTo>
                <a:lnTo>
                  <a:pt x="411" y="208"/>
                </a:lnTo>
                <a:lnTo>
                  <a:pt x="411" y="209"/>
                </a:lnTo>
                <a:lnTo>
                  <a:pt x="411" y="210"/>
                </a:lnTo>
                <a:lnTo>
                  <a:pt x="411" y="211"/>
                </a:lnTo>
                <a:lnTo>
                  <a:pt x="410" y="211"/>
                </a:lnTo>
                <a:lnTo>
                  <a:pt x="409" y="211"/>
                </a:lnTo>
                <a:lnTo>
                  <a:pt x="409" y="212"/>
                </a:lnTo>
                <a:lnTo>
                  <a:pt x="408" y="212"/>
                </a:lnTo>
                <a:lnTo>
                  <a:pt x="408" y="213"/>
                </a:lnTo>
                <a:lnTo>
                  <a:pt x="408" y="214"/>
                </a:lnTo>
                <a:lnTo>
                  <a:pt x="408" y="215"/>
                </a:lnTo>
                <a:lnTo>
                  <a:pt x="408" y="216"/>
                </a:lnTo>
                <a:lnTo>
                  <a:pt x="407" y="216"/>
                </a:lnTo>
                <a:lnTo>
                  <a:pt x="406" y="216"/>
                </a:lnTo>
                <a:lnTo>
                  <a:pt x="406" y="215"/>
                </a:lnTo>
                <a:lnTo>
                  <a:pt x="406" y="214"/>
                </a:lnTo>
                <a:lnTo>
                  <a:pt x="405" y="214"/>
                </a:lnTo>
                <a:lnTo>
                  <a:pt x="404" y="214"/>
                </a:lnTo>
                <a:lnTo>
                  <a:pt x="404" y="215"/>
                </a:lnTo>
                <a:lnTo>
                  <a:pt x="403" y="215"/>
                </a:lnTo>
                <a:lnTo>
                  <a:pt x="403" y="214"/>
                </a:lnTo>
                <a:lnTo>
                  <a:pt x="402" y="214"/>
                </a:lnTo>
                <a:lnTo>
                  <a:pt x="401" y="214"/>
                </a:lnTo>
                <a:lnTo>
                  <a:pt x="400" y="214"/>
                </a:lnTo>
                <a:lnTo>
                  <a:pt x="399" y="213"/>
                </a:lnTo>
                <a:lnTo>
                  <a:pt x="399" y="214"/>
                </a:lnTo>
                <a:lnTo>
                  <a:pt x="399" y="215"/>
                </a:lnTo>
                <a:lnTo>
                  <a:pt x="398" y="215"/>
                </a:lnTo>
                <a:lnTo>
                  <a:pt x="398" y="216"/>
                </a:lnTo>
                <a:lnTo>
                  <a:pt x="397" y="216"/>
                </a:lnTo>
                <a:lnTo>
                  <a:pt x="396" y="216"/>
                </a:lnTo>
                <a:lnTo>
                  <a:pt x="396" y="215"/>
                </a:lnTo>
                <a:lnTo>
                  <a:pt x="395" y="215"/>
                </a:lnTo>
                <a:lnTo>
                  <a:pt x="394" y="215"/>
                </a:lnTo>
                <a:lnTo>
                  <a:pt x="394" y="216"/>
                </a:lnTo>
                <a:lnTo>
                  <a:pt x="393" y="216"/>
                </a:lnTo>
                <a:lnTo>
                  <a:pt x="392" y="216"/>
                </a:lnTo>
                <a:lnTo>
                  <a:pt x="392" y="217"/>
                </a:lnTo>
                <a:lnTo>
                  <a:pt x="392" y="218"/>
                </a:lnTo>
                <a:lnTo>
                  <a:pt x="391" y="218"/>
                </a:lnTo>
                <a:lnTo>
                  <a:pt x="390" y="218"/>
                </a:lnTo>
                <a:lnTo>
                  <a:pt x="389" y="218"/>
                </a:lnTo>
                <a:lnTo>
                  <a:pt x="388" y="218"/>
                </a:lnTo>
                <a:lnTo>
                  <a:pt x="388" y="219"/>
                </a:lnTo>
                <a:lnTo>
                  <a:pt x="387" y="219"/>
                </a:lnTo>
                <a:lnTo>
                  <a:pt x="387" y="218"/>
                </a:lnTo>
                <a:lnTo>
                  <a:pt x="386" y="218"/>
                </a:lnTo>
                <a:lnTo>
                  <a:pt x="385" y="219"/>
                </a:lnTo>
                <a:lnTo>
                  <a:pt x="385" y="220"/>
                </a:lnTo>
                <a:lnTo>
                  <a:pt x="384" y="220"/>
                </a:lnTo>
                <a:lnTo>
                  <a:pt x="383" y="221"/>
                </a:lnTo>
                <a:lnTo>
                  <a:pt x="383" y="222"/>
                </a:lnTo>
                <a:lnTo>
                  <a:pt x="382" y="222"/>
                </a:lnTo>
                <a:lnTo>
                  <a:pt x="382" y="223"/>
                </a:lnTo>
                <a:lnTo>
                  <a:pt x="381" y="223"/>
                </a:lnTo>
                <a:lnTo>
                  <a:pt x="380" y="223"/>
                </a:lnTo>
                <a:lnTo>
                  <a:pt x="380" y="224"/>
                </a:lnTo>
                <a:lnTo>
                  <a:pt x="381" y="225"/>
                </a:lnTo>
                <a:lnTo>
                  <a:pt x="380" y="225"/>
                </a:lnTo>
                <a:lnTo>
                  <a:pt x="380" y="226"/>
                </a:lnTo>
                <a:lnTo>
                  <a:pt x="380" y="227"/>
                </a:lnTo>
                <a:lnTo>
                  <a:pt x="381" y="227"/>
                </a:lnTo>
                <a:lnTo>
                  <a:pt x="380" y="228"/>
                </a:lnTo>
                <a:lnTo>
                  <a:pt x="380" y="229"/>
                </a:lnTo>
                <a:lnTo>
                  <a:pt x="379" y="229"/>
                </a:lnTo>
                <a:lnTo>
                  <a:pt x="378" y="230"/>
                </a:lnTo>
                <a:lnTo>
                  <a:pt x="378" y="231"/>
                </a:lnTo>
                <a:lnTo>
                  <a:pt x="377" y="232"/>
                </a:lnTo>
                <a:lnTo>
                  <a:pt x="376" y="233"/>
                </a:lnTo>
                <a:lnTo>
                  <a:pt x="375" y="233"/>
                </a:lnTo>
                <a:lnTo>
                  <a:pt x="375" y="232"/>
                </a:lnTo>
                <a:lnTo>
                  <a:pt x="374" y="232"/>
                </a:lnTo>
                <a:lnTo>
                  <a:pt x="374" y="231"/>
                </a:lnTo>
                <a:lnTo>
                  <a:pt x="373" y="230"/>
                </a:lnTo>
                <a:lnTo>
                  <a:pt x="372" y="230"/>
                </a:lnTo>
                <a:lnTo>
                  <a:pt x="371" y="230"/>
                </a:lnTo>
                <a:lnTo>
                  <a:pt x="371" y="231"/>
                </a:lnTo>
                <a:lnTo>
                  <a:pt x="370" y="230"/>
                </a:lnTo>
                <a:lnTo>
                  <a:pt x="370" y="229"/>
                </a:lnTo>
                <a:lnTo>
                  <a:pt x="369" y="229"/>
                </a:lnTo>
                <a:lnTo>
                  <a:pt x="369" y="228"/>
                </a:lnTo>
                <a:lnTo>
                  <a:pt x="368" y="228"/>
                </a:lnTo>
                <a:lnTo>
                  <a:pt x="367" y="227"/>
                </a:lnTo>
                <a:lnTo>
                  <a:pt x="366" y="227"/>
                </a:lnTo>
                <a:lnTo>
                  <a:pt x="366" y="226"/>
                </a:lnTo>
                <a:lnTo>
                  <a:pt x="365" y="226"/>
                </a:lnTo>
                <a:lnTo>
                  <a:pt x="364" y="226"/>
                </a:lnTo>
                <a:lnTo>
                  <a:pt x="364" y="225"/>
                </a:lnTo>
                <a:lnTo>
                  <a:pt x="364" y="224"/>
                </a:lnTo>
                <a:lnTo>
                  <a:pt x="363" y="223"/>
                </a:lnTo>
                <a:lnTo>
                  <a:pt x="363" y="222"/>
                </a:lnTo>
                <a:lnTo>
                  <a:pt x="362" y="222"/>
                </a:lnTo>
                <a:lnTo>
                  <a:pt x="362" y="221"/>
                </a:lnTo>
                <a:lnTo>
                  <a:pt x="363" y="221"/>
                </a:lnTo>
                <a:lnTo>
                  <a:pt x="362" y="220"/>
                </a:lnTo>
                <a:lnTo>
                  <a:pt x="362" y="219"/>
                </a:lnTo>
                <a:lnTo>
                  <a:pt x="362" y="218"/>
                </a:lnTo>
                <a:lnTo>
                  <a:pt x="361" y="218"/>
                </a:lnTo>
                <a:lnTo>
                  <a:pt x="361" y="219"/>
                </a:lnTo>
                <a:lnTo>
                  <a:pt x="360" y="219"/>
                </a:lnTo>
                <a:lnTo>
                  <a:pt x="360" y="218"/>
                </a:lnTo>
                <a:lnTo>
                  <a:pt x="361" y="217"/>
                </a:lnTo>
                <a:lnTo>
                  <a:pt x="360" y="217"/>
                </a:lnTo>
                <a:lnTo>
                  <a:pt x="360" y="216"/>
                </a:lnTo>
                <a:lnTo>
                  <a:pt x="360" y="215"/>
                </a:lnTo>
                <a:lnTo>
                  <a:pt x="359" y="216"/>
                </a:lnTo>
                <a:lnTo>
                  <a:pt x="358" y="216"/>
                </a:lnTo>
                <a:lnTo>
                  <a:pt x="358" y="215"/>
                </a:lnTo>
                <a:lnTo>
                  <a:pt x="358" y="216"/>
                </a:lnTo>
                <a:lnTo>
                  <a:pt x="357" y="215"/>
                </a:lnTo>
                <a:lnTo>
                  <a:pt x="357" y="214"/>
                </a:lnTo>
                <a:lnTo>
                  <a:pt x="356" y="214"/>
                </a:lnTo>
                <a:lnTo>
                  <a:pt x="356" y="215"/>
                </a:lnTo>
                <a:lnTo>
                  <a:pt x="356" y="216"/>
                </a:lnTo>
                <a:lnTo>
                  <a:pt x="355" y="216"/>
                </a:lnTo>
                <a:lnTo>
                  <a:pt x="355" y="217"/>
                </a:lnTo>
                <a:lnTo>
                  <a:pt x="354" y="218"/>
                </a:lnTo>
                <a:lnTo>
                  <a:pt x="353" y="219"/>
                </a:lnTo>
                <a:lnTo>
                  <a:pt x="353" y="220"/>
                </a:lnTo>
                <a:lnTo>
                  <a:pt x="352" y="220"/>
                </a:lnTo>
                <a:lnTo>
                  <a:pt x="352" y="219"/>
                </a:lnTo>
                <a:lnTo>
                  <a:pt x="351" y="219"/>
                </a:lnTo>
                <a:lnTo>
                  <a:pt x="351" y="218"/>
                </a:lnTo>
                <a:lnTo>
                  <a:pt x="350" y="219"/>
                </a:lnTo>
                <a:lnTo>
                  <a:pt x="349" y="220"/>
                </a:lnTo>
                <a:lnTo>
                  <a:pt x="349" y="221"/>
                </a:lnTo>
                <a:lnTo>
                  <a:pt x="348" y="221"/>
                </a:lnTo>
                <a:lnTo>
                  <a:pt x="349" y="221"/>
                </a:lnTo>
                <a:lnTo>
                  <a:pt x="348" y="221"/>
                </a:lnTo>
                <a:lnTo>
                  <a:pt x="348" y="222"/>
                </a:lnTo>
                <a:lnTo>
                  <a:pt x="347" y="222"/>
                </a:lnTo>
                <a:lnTo>
                  <a:pt x="347" y="223"/>
                </a:lnTo>
                <a:lnTo>
                  <a:pt x="346" y="223"/>
                </a:lnTo>
                <a:lnTo>
                  <a:pt x="345" y="223"/>
                </a:lnTo>
                <a:lnTo>
                  <a:pt x="345" y="224"/>
                </a:lnTo>
                <a:lnTo>
                  <a:pt x="344" y="224"/>
                </a:lnTo>
                <a:lnTo>
                  <a:pt x="343" y="224"/>
                </a:lnTo>
                <a:lnTo>
                  <a:pt x="342" y="224"/>
                </a:lnTo>
                <a:lnTo>
                  <a:pt x="342" y="225"/>
                </a:lnTo>
                <a:lnTo>
                  <a:pt x="342" y="226"/>
                </a:lnTo>
                <a:lnTo>
                  <a:pt x="341" y="226"/>
                </a:lnTo>
                <a:lnTo>
                  <a:pt x="341" y="227"/>
                </a:lnTo>
                <a:lnTo>
                  <a:pt x="340" y="227"/>
                </a:lnTo>
                <a:lnTo>
                  <a:pt x="340" y="226"/>
                </a:lnTo>
                <a:lnTo>
                  <a:pt x="340" y="225"/>
                </a:lnTo>
                <a:lnTo>
                  <a:pt x="340" y="224"/>
                </a:lnTo>
                <a:lnTo>
                  <a:pt x="339" y="224"/>
                </a:lnTo>
                <a:lnTo>
                  <a:pt x="339" y="223"/>
                </a:lnTo>
                <a:lnTo>
                  <a:pt x="338" y="223"/>
                </a:lnTo>
                <a:lnTo>
                  <a:pt x="338" y="224"/>
                </a:lnTo>
                <a:lnTo>
                  <a:pt x="337" y="225"/>
                </a:lnTo>
                <a:lnTo>
                  <a:pt x="337" y="226"/>
                </a:lnTo>
                <a:lnTo>
                  <a:pt x="336" y="226"/>
                </a:lnTo>
                <a:lnTo>
                  <a:pt x="335" y="226"/>
                </a:lnTo>
                <a:lnTo>
                  <a:pt x="335" y="227"/>
                </a:lnTo>
                <a:lnTo>
                  <a:pt x="335" y="228"/>
                </a:lnTo>
                <a:lnTo>
                  <a:pt x="334" y="228"/>
                </a:lnTo>
                <a:lnTo>
                  <a:pt x="335" y="229"/>
                </a:lnTo>
                <a:lnTo>
                  <a:pt x="336" y="229"/>
                </a:lnTo>
                <a:lnTo>
                  <a:pt x="336" y="228"/>
                </a:lnTo>
                <a:lnTo>
                  <a:pt x="336" y="229"/>
                </a:lnTo>
                <a:lnTo>
                  <a:pt x="337" y="229"/>
                </a:lnTo>
                <a:lnTo>
                  <a:pt x="337" y="230"/>
                </a:lnTo>
                <a:lnTo>
                  <a:pt x="337" y="231"/>
                </a:lnTo>
                <a:lnTo>
                  <a:pt x="337" y="232"/>
                </a:lnTo>
                <a:lnTo>
                  <a:pt x="336" y="233"/>
                </a:lnTo>
                <a:lnTo>
                  <a:pt x="337" y="234"/>
                </a:lnTo>
                <a:lnTo>
                  <a:pt x="337" y="235"/>
                </a:lnTo>
                <a:lnTo>
                  <a:pt x="337" y="236"/>
                </a:lnTo>
                <a:lnTo>
                  <a:pt x="336" y="237"/>
                </a:lnTo>
                <a:lnTo>
                  <a:pt x="335" y="237"/>
                </a:lnTo>
                <a:lnTo>
                  <a:pt x="335" y="236"/>
                </a:lnTo>
                <a:lnTo>
                  <a:pt x="334" y="237"/>
                </a:lnTo>
                <a:lnTo>
                  <a:pt x="334" y="238"/>
                </a:lnTo>
                <a:lnTo>
                  <a:pt x="335" y="238"/>
                </a:lnTo>
                <a:lnTo>
                  <a:pt x="334" y="238"/>
                </a:lnTo>
                <a:lnTo>
                  <a:pt x="334" y="239"/>
                </a:lnTo>
                <a:lnTo>
                  <a:pt x="333" y="239"/>
                </a:lnTo>
                <a:lnTo>
                  <a:pt x="333" y="240"/>
                </a:lnTo>
                <a:lnTo>
                  <a:pt x="333" y="241"/>
                </a:lnTo>
                <a:lnTo>
                  <a:pt x="333" y="240"/>
                </a:lnTo>
                <a:lnTo>
                  <a:pt x="332" y="240"/>
                </a:lnTo>
                <a:lnTo>
                  <a:pt x="332" y="241"/>
                </a:lnTo>
                <a:lnTo>
                  <a:pt x="331" y="241"/>
                </a:lnTo>
                <a:lnTo>
                  <a:pt x="330" y="241"/>
                </a:lnTo>
                <a:lnTo>
                  <a:pt x="329" y="241"/>
                </a:lnTo>
                <a:lnTo>
                  <a:pt x="329" y="242"/>
                </a:lnTo>
                <a:lnTo>
                  <a:pt x="329" y="241"/>
                </a:lnTo>
                <a:lnTo>
                  <a:pt x="328" y="241"/>
                </a:lnTo>
                <a:lnTo>
                  <a:pt x="328" y="242"/>
                </a:lnTo>
                <a:lnTo>
                  <a:pt x="328" y="243"/>
                </a:lnTo>
                <a:lnTo>
                  <a:pt x="328" y="244"/>
                </a:lnTo>
                <a:lnTo>
                  <a:pt x="328" y="245"/>
                </a:lnTo>
                <a:lnTo>
                  <a:pt x="327" y="245"/>
                </a:lnTo>
                <a:lnTo>
                  <a:pt x="326" y="245"/>
                </a:lnTo>
                <a:lnTo>
                  <a:pt x="325" y="245"/>
                </a:lnTo>
                <a:lnTo>
                  <a:pt x="324" y="245"/>
                </a:lnTo>
                <a:lnTo>
                  <a:pt x="323" y="245"/>
                </a:lnTo>
                <a:lnTo>
                  <a:pt x="323" y="244"/>
                </a:lnTo>
                <a:lnTo>
                  <a:pt x="322" y="244"/>
                </a:lnTo>
                <a:lnTo>
                  <a:pt x="321" y="245"/>
                </a:lnTo>
                <a:lnTo>
                  <a:pt x="321" y="244"/>
                </a:lnTo>
                <a:lnTo>
                  <a:pt x="320" y="244"/>
                </a:lnTo>
                <a:lnTo>
                  <a:pt x="319" y="245"/>
                </a:lnTo>
                <a:lnTo>
                  <a:pt x="318" y="246"/>
                </a:lnTo>
                <a:lnTo>
                  <a:pt x="319" y="247"/>
                </a:lnTo>
                <a:lnTo>
                  <a:pt x="319" y="248"/>
                </a:lnTo>
                <a:lnTo>
                  <a:pt x="320" y="249"/>
                </a:lnTo>
                <a:lnTo>
                  <a:pt x="319" y="249"/>
                </a:lnTo>
                <a:lnTo>
                  <a:pt x="319" y="250"/>
                </a:lnTo>
                <a:lnTo>
                  <a:pt x="319" y="251"/>
                </a:lnTo>
                <a:lnTo>
                  <a:pt x="318" y="251"/>
                </a:lnTo>
                <a:lnTo>
                  <a:pt x="318" y="250"/>
                </a:lnTo>
                <a:lnTo>
                  <a:pt x="317" y="250"/>
                </a:lnTo>
                <a:lnTo>
                  <a:pt x="317" y="249"/>
                </a:lnTo>
                <a:lnTo>
                  <a:pt x="317" y="248"/>
                </a:lnTo>
                <a:lnTo>
                  <a:pt x="316" y="248"/>
                </a:lnTo>
                <a:lnTo>
                  <a:pt x="316" y="247"/>
                </a:lnTo>
                <a:lnTo>
                  <a:pt x="315" y="247"/>
                </a:lnTo>
                <a:lnTo>
                  <a:pt x="314" y="246"/>
                </a:lnTo>
                <a:lnTo>
                  <a:pt x="313" y="247"/>
                </a:lnTo>
                <a:lnTo>
                  <a:pt x="312" y="247"/>
                </a:lnTo>
                <a:lnTo>
                  <a:pt x="311" y="248"/>
                </a:lnTo>
                <a:lnTo>
                  <a:pt x="311" y="249"/>
                </a:lnTo>
                <a:lnTo>
                  <a:pt x="311" y="250"/>
                </a:lnTo>
                <a:lnTo>
                  <a:pt x="310" y="250"/>
                </a:lnTo>
                <a:lnTo>
                  <a:pt x="310" y="251"/>
                </a:lnTo>
                <a:lnTo>
                  <a:pt x="310" y="252"/>
                </a:lnTo>
                <a:lnTo>
                  <a:pt x="311" y="252"/>
                </a:lnTo>
                <a:lnTo>
                  <a:pt x="311" y="253"/>
                </a:lnTo>
                <a:lnTo>
                  <a:pt x="311" y="254"/>
                </a:lnTo>
                <a:lnTo>
                  <a:pt x="312" y="254"/>
                </a:lnTo>
                <a:lnTo>
                  <a:pt x="312" y="255"/>
                </a:lnTo>
                <a:lnTo>
                  <a:pt x="312" y="256"/>
                </a:lnTo>
                <a:lnTo>
                  <a:pt x="311" y="256"/>
                </a:lnTo>
                <a:lnTo>
                  <a:pt x="311" y="257"/>
                </a:lnTo>
                <a:lnTo>
                  <a:pt x="311" y="258"/>
                </a:lnTo>
                <a:lnTo>
                  <a:pt x="312" y="258"/>
                </a:lnTo>
                <a:lnTo>
                  <a:pt x="313" y="258"/>
                </a:lnTo>
                <a:lnTo>
                  <a:pt x="313" y="259"/>
                </a:lnTo>
                <a:lnTo>
                  <a:pt x="314" y="259"/>
                </a:lnTo>
                <a:lnTo>
                  <a:pt x="314" y="258"/>
                </a:lnTo>
                <a:lnTo>
                  <a:pt x="314" y="259"/>
                </a:lnTo>
                <a:lnTo>
                  <a:pt x="315" y="259"/>
                </a:lnTo>
                <a:lnTo>
                  <a:pt x="315" y="258"/>
                </a:lnTo>
                <a:lnTo>
                  <a:pt x="316" y="258"/>
                </a:lnTo>
                <a:lnTo>
                  <a:pt x="316" y="257"/>
                </a:lnTo>
                <a:lnTo>
                  <a:pt x="317" y="257"/>
                </a:lnTo>
                <a:lnTo>
                  <a:pt x="318" y="258"/>
                </a:lnTo>
                <a:lnTo>
                  <a:pt x="318" y="259"/>
                </a:lnTo>
                <a:lnTo>
                  <a:pt x="319" y="260"/>
                </a:lnTo>
                <a:lnTo>
                  <a:pt x="319" y="261"/>
                </a:lnTo>
                <a:lnTo>
                  <a:pt x="319" y="262"/>
                </a:lnTo>
                <a:lnTo>
                  <a:pt x="319" y="263"/>
                </a:lnTo>
                <a:lnTo>
                  <a:pt x="320" y="264"/>
                </a:lnTo>
                <a:lnTo>
                  <a:pt x="319" y="264"/>
                </a:lnTo>
                <a:lnTo>
                  <a:pt x="319" y="265"/>
                </a:lnTo>
                <a:lnTo>
                  <a:pt x="319" y="266"/>
                </a:lnTo>
                <a:lnTo>
                  <a:pt x="320" y="266"/>
                </a:lnTo>
                <a:lnTo>
                  <a:pt x="319" y="267"/>
                </a:lnTo>
                <a:lnTo>
                  <a:pt x="319" y="268"/>
                </a:lnTo>
                <a:lnTo>
                  <a:pt x="320" y="268"/>
                </a:lnTo>
                <a:lnTo>
                  <a:pt x="320" y="269"/>
                </a:lnTo>
                <a:lnTo>
                  <a:pt x="321" y="269"/>
                </a:lnTo>
                <a:lnTo>
                  <a:pt x="321" y="270"/>
                </a:lnTo>
                <a:lnTo>
                  <a:pt x="321" y="271"/>
                </a:lnTo>
                <a:lnTo>
                  <a:pt x="321" y="272"/>
                </a:lnTo>
                <a:lnTo>
                  <a:pt x="321" y="273"/>
                </a:lnTo>
                <a:lnTo>
                  <a:pt x="320" y="274"/>
                </a:lnTo>
                <a:lnTo>
                  <a:pt x="319" y="274"/>
                </a:lnTo>
                <a:lnTo>
                  <a:pt x="319" y="275"/>
                </a:lnTo>
                <a:lnTo>
                  <a:pt x="319" y="276"/>
                </a:lnTo>
                <a:lnTo>
                  <a:pt x="318" y="276"/>
                </a:lnTo>
                <a:lnTo>
                  <a:pt x="319" y="277"/>
                </a:lnTo>
                <a:lnTo>
                  <a:pt x="319" y="278"/>
                </a:lnTo>
                <a:lnTo>
                  <a:pt x="319" y="279"/>
                </a:lnTo>
                <a:lnTo>
                  <a:pt x="318" y="280"/>
                </a:lnTo>
                <a:lnTo>
                  <a:pt x="319" y="281"/>
                </a:lnTo>
                <a:lnTo>
                  <a:pt x="320" y="281"/>
                </a:lnTo>
                <a:lnTo>
                  <a:pt x="321" y="282"/>
                </a:lnTo>
                <a:lnTo>
                  <a:pt x="322" y="282"/>
                </a:lnTo>
                <a:lnTo>
                  <a:pt x="322" y="283"/>
                </a:lnTo>
                <a:lnTo>
                  <a:pt x="322" y="284"/>
                </a:lnTo>
                <a:lnTo>
                  <a:pt x="323" y="284"/>
                </a:lnTo>
                <a:lnTo>
                  <a:pt x="324" y="284"/>
                </a:lnTo>
                <a:lnTo>
                  <a:pt x="324" y="285"/>
                </a:lnTo>
                <a:lnTo>
                  <a:pt x="325" y="285"/>
                </a:lnTo>
                <a:lnTo>
                  <a:pt x="325" y="286"/>
                </a:lnTo>
                <a:lnTo>
                  <a:pt x="325" y="287"/>
                </a:lnTo>
                <a:lnTo>
                  <a:pt x="324" y="288"/>
                </a:lnTo>
                <a:lnTo>
                  <a:pt x="323" y="288"/>
                </a:lnTo>
                <a:lnTo>
                  <a:pt x="323" y="289"/>
                </a:lnTo>
                <a:lnTo>
                  <a:pt x="323" y="290"/>
                </a:lnTo>
                <a:lnTo>
                  <a:pt x="322" y="291"/>
                </a:lnTo>
                <a:lnTo>
                  <a:pt x="321" y="292"/>
                </a:lnTo>
                <a:lnTo>
                  <a:pt x="320" y="292"/>
                </a:lnTo>
                <a:lnTo>
                  <a:pt x="320" y="293"/>
                </a:lnTo>
                <a:lnTo>
                  <a:pt x="319" y="294"/>
                </a:lnTo>
                <a:lnTo>
                  <a:pt x="319" y="293"/>
                </a:lnTo>
                <a:lnTo>
                  <a:pt x="318" y="294"/>
                </a:lnTo>
                <a:lnTo>
                  <a:pt x="318" y="295"/>
                </a:lnTo>
                <a:lnTo>
                  <a:pt x="317" y="295"/>
                </a:lnTo>
                <a:lnTo>
                  <a:pt x="317" y="296"/>
                </a:lnTo>
                <a:lnTo>
                  <a:pt x="316" y="297"/>
                </a:lnTo>
                <a:lnTo>
                  <a:pt x="315" y="297"/>
                </a:lnTo>
                <a:lnTo>
                  <a:pt x="315" y="298"/>
                </a:lnTo>
                <a:lnTo>
                  <a:pt x="314" y="299"/>
                </a:lnTo>
                <a:lnTo>
                  <a:pt x="314" y="300"/>
                </a:lnTo>
                <a:lnTo>
                  <a:pt x="313" y="300"/>
                </a:lnTo>
                <a:lnTo>
                  <a:pt x="313" y="301"/>
                </a:lnTo>
                <a:lnTo>
                  <a:pt x="314" y="301"/>
                </a:lnTo>
                <a:lnTo>
                  <a:pt x="314" y="302"/>
                </a:lnTo>
                <a:lnTo>
                  <a:pt x="314" y="303"/>
                </a:lnTo>
                <a:lnTo>
                  <a:pt x="314" y="304"/>
                </a:lnTo>
                <a:lnTo>
                  <a:pt x="314" y="305"/>
                </a:lnTo>
                <a:lnTo>
                  <a:pt x="313" y="305"/>
                </a:lnTo>
                <a:lnTo>
                  <a:pt x="313" y="306"/>
                </a:lnTo>
                <a:lnTo>
                  <a:pt x="312" y="306"/>
                </a:lnTo>
                <a:lnTo>
                  <a:pt x="311" y="306"/>
                </a:lnTo>
                <a:lnTo>
                  <a:pt x="310" y="306"/>
                </a:lnTo>
                <a:lnTo>
                  <a:pt x="310" y="307"/>
                </a:lnTo>
                <a:lnTo>
                  <a:pt x="309" y="307"/>
                </a:lnTo>
                <a:lnTo>
                  <a:pt x="309" y="308"/>
                </a:lnTo>
                <a:lnTo>
                  <a:pt x="308" y="308"/>
                </a:lnTo>
                <a:lnTo>
                  <a:pt x="307" y="309"/>
                </a:lnTo>
                <a:lnTo>
                  <a:pt x="306" y="309"/>
                </a:lnTo>
                <a:lnTo>
                  <a:pt x="306" y="310"/>
                </a:lnTo>
                <a:lnTo>
                  <a:pt x="305" y="310"/>
                </a:lnTo>
                <a:lnTo>
                  <a:pt x="305" y="311"/>
                </a:lnTo>
                <a:lnTo>
                  <a:pt x="305" y="312"/>
                </a:lnTo>
                <a:lnTo>
                  <a:pt x="304" y="312"/>
                </a:lnTo>
                <a:lnTo>
                  <a:pt x="304" y="313"/>
                </a:lnTo>
                <a:lnTo>
                  <a:pt x="304" y="312"/>
                </a:lnTo>
                <a:lnTo>
                  <a:pt x="303" y="312"/>
                </a:lnTo>
                <a:lnTo>
                  <a:pt x="302" y="311"/>
                </a:lnTo>
                <a:lnTo>
                  <a:pt x="301" y="311"/>
                </a:lnTo>
                <a:lnTo>
                  <a:pt x="300" y="311"/>
                </a:lnTo>
                <a:lnTo>
                  <a:pt x="300" y="312"/>
                </a:lnTo>
                <a:lnTo>
                  <a:pt x="299" y="312"/>
                </a:lnTo>
                <a:lnTo>
                  <a:pt x="298" y="313"/>
                </a:lnTo>
                <a:lnTo>
                  <a:pt x="298" y="312"/>
                </a:lnTo>
                <a:lnTo>
                  <a:pt x="297" y="313"/>
                </a:lnTo>
                <a:lnTo>
                  <a:pt x="297" y="314"/>
                </a:lnTo>
                <a:lnTo>
                  <a:pt x="295" y="314"/>
                </a:lnTo>
                <a:lnTo>
                  <a:pt x="295" y="313"/>
                </a:lnTo>
                <a:lnTo>
                  <a:pt x="294" y="313"/>
                </a:lnTo>
                <a:lnTo>
                  <a:pt x="293" y="313"/>
                </a:lnTo>
                <a:lnTo>
                  <a:pt x="293" y="314"/>
                </a:lnTo>
                <a:lnTo>
                  <a:pt x="292" y="314"/>
                </a:lnTo>
                <a:lnTo>
                  <a:pt x="291" y="314"/>
                </a:lnTo>
                <a:lnTo>
                  <a:pt x="290" y="315"/>
                </a:lnTo>
                <a:lnTo>
                  <a:pt x="289" y="315"/>
                </a:lnTo>
                <a:lnTo>
                  <a:pt x="288" y="315"/>
                </a:lnTo>
                <a:lnTo>
                  <a:pt x="288" y="316"/>
                </a:lnTo>
                <a:lnTo>
                  <a:pt x="288" y="317"/>
                </a:lnTo>
                <a:lnTo>
                  <a:pt x="287" y="317"/>
                </a:lnTo>
                <a:lnTo>
                  <a:pt x="287" y="316"/>
                </a:lnTo>
                <a:lnTo>
                  <a:pt x="286" y="315"/>
                </a:lnTo>
                <a:lnTo>
                  <a:pt x="285" y="315"/>
                </a:lnTo>
                <a:lnTo>
                  <a:pt x="285" y="316"/>
                </a:lnTo>
                <a:lnTo>
                  <a:pt x="284" y="316"/>
                </a:lnTo>
                <a:lnTo>
                  <a:pt x="283" y="316"/>
                </a:lnTo>
                <a:lnTo>
                  <a:pt x="282" y="316"/>
                </a:lnTo>
                <a:lnTo>
                  <a:pt x="282" y="317"/>
                </a:lnTo>
                <a:lnTo>
                  <a:pt x="281" y="317"/>
                </a:lnTo>
                <a:lnTo>
                  <a:pt x="281" y="318"/>
                </a:lnTo>
                <a:lnTo>
                  <a:pt x="280" y="318"/>
                </a:lnTo>
                <a:lnTo>
                  <a:pt x="278" y="319"/>
                </a:lnTo>
                <a:lnTo>
                  <a:pt x="279" y="319"/>
                </a:lnTo>
                <a:lnTo>
                  <a:pt x="278" y="320"/>
                </a:lnTo>
                <a:lnTo>
                  <a:pt x="278" y="321"/>
                </a:lnTo>
                <a:lnTo>
                  <a:pt x="277" y="321"/>
                </a:lnTo>
                <a:lnTo>
                  <a:pt x="276" y="322"/>
                </a:lnTo>
                <a:lnTo>
                  <a:pt x="276" y="323"/>
                </a:lnTo>
                <a:lnTo>
                  <a:pt x="275" y="323"/>
                </a:lnTo>
                <a:lnTo>
                  <a:pt x="276" y="323"/>
                </a:lnTo>
                <a:lnTo>
                  <a:pt x="275" y="324"/>
                </a:lnTo>
                <a:lnTo>
                  <a:pt x="274" y="325"/>
                </a:lnTo>
                <a:lnTo>
                  <a:pt x="274" y="326"/>
                </a:lnTo>
                <a:lnTo>
                  <a:pt x="273" y="326"/>
                </a:lnTo>
                <a:lnTo>
                  <a:pt x="272" y="326"/>
                </a:lnTo>
                <a:lnTo>
                  <a:pt x="272" y="327"/>
                </a:lnTo>
                <a:lnTo>
                  <a:pt x="273" y="327"/>
                </a:lnTo>
                <a:lnTo>
                  <a:pt x="272" y="328"/>
                </a:lnTo>
                <a:lnTo>
                  <a:pt x="272" y="329"/>
                </a:lnTo>
                <a:lnTo>
                  <a:pt x="272" y="328"/>
                </a:lnTo>
                <a:lnTo>
                  <a:pt x="271" y="328"/>
                </a:lnTo>
                <a:lnTo>
                  <a:pt x="270" y="329"/>
                </a:lnTo>
                <a:lnTo>
                  <a:pt x="270" y="330"/>
                </a:lnTo>
                <a:lnTo>
                  <a:pt x="270" y="331"/>
                </a:lnTo>
                <a:lnTo>
                  <a:pt x="269" y="331"/>
                </a:lnTo>
                <a:lnTo>
                  <a:pt x="269" y="332"/>
                </a:lnTo>
                <a:lnTo>
                  <a:pt x="269" y="333"/>
                </a:lnTo>
                <a:lnTo>
                  <a:pt x="269" y="334"/>
                </a:lnTo>
                <a:lnTo>
                  <a:pt x="268" y="334"/>
                </a:lnTo>
                <a:lnTo>
                  <a:pt x="268" y="335"/>
                </a:lnTo>
                <a:lnTo>
                  <a:pt x="269" y="335"/>
                </a:lnTo>
                <a:lnTo>
                  <a:pt x="269" y="336"/>
                </a:lnTo>
                <a:lnTo>
                  <a:pt x="269" y="337"/>
                </a:lnTo>
                <a:lnTo>
                  <a:pt x="270" y="338"/>
                </a:lnTo>
                <a:lnTo>
                  <a:pt x="270" y="339"/>
                </a:lnTo>
                <a:lnTo>
                  <a:pt x="270" y="340"/>
                </a:lnTo>
                <a:lnTo>
                  <a:pt x="269" y="341"/>
                </a:lnTo>
                <a:lnTo>
                  <a:pt x="268" y="341"/>
                </a:lnTo>
                <a:lnTo>
                  <a:pt x="268" y="342"/>
                </a:lnTo>
                <a:lnTo>
                  <a:pt x="267" y="342"/>
                </a:lnTo>
                <a:lnTo>
                  <a:pt x="267" y="343"/>
                </a:lnTo>
                <a:lnTo>
                  <a:pt x="266" y="343"/>
                </a:lnTo>
                <a:lnTo>
                  <a:pt x="266" y="344"/>
                </a:lnTo>
                <a:lnTo>
                  <a:pt x="265" y="344"/>
                </a:lnTo>
                <a:lnTo>
                  <a:pt x="266" y="344"/>
                </a:lnTo>
                <a:lnTo>
                  <a:pt x="266" y="345"/>
                </a:lnTo>
                <a:lnTo>
                  <a:pt x="266" y="347"/>
                </a:lnTo>
                <a:lnTo>
                  <a:pt x="267" y="348"/>
                </a:lnTo>
                <a:lnTo>
                  <a:pt x="267" y="349"/>
                </a:lnTo>
                <a:lnTo>
                  <a:pt x="268" y="349"/>
                </a:lnTo>
                <a:lnTo>
                  <a:pt x="269" y="349"/>
                </a:lnTo>
                <a:lnTo>
                  <a:pt x="270" y="350"/>
                </a:lnTo>
                <a:lnTo>
                  <a:pt x="269" y="350"/>
                </a:lnTo>
                <a:lnTo>
                  <a:pt x="269" y="351"/>
                </a:lnTo>
                <a:lnTo>
                  <a:pt x="270" y="351"/>
                </a:lnTo>
                <a:lnTo>
                  <a:pt x="270" y="352"/>
                </a:lnTo>
                <a:lnTo>
                  <a:pt x="271" y="352"/>
                </a:lnTo>
                <a:lnTo>
                  <a:pt x="270" y="352"/>
                </a:lnTo>
                <a:lnTo>
                  <a:pt x="270" y="353"/>
                </a:lnTo>
                <a:lnTo>
                  <a:pt x="270" y="354"/>
                </a:lnTo>
                <a:lnTo>
                  <a:pt x="270" y="355"/>
                </a:lnTo>
                <a:lnTo>
                  <a:pt x="269" y="357"/>
                </a:lnTo>
                <a:lnTo>
                  <a:pt x="269" y="358"/>
                </a:lnTo>
                <a:lnTo>
                  <a:pt x="269" y="359"/>
                </a:lnTo>
                <a:lnTo>
                  <a:pt x="268" y="359"/>
                </a:lnTo>
                <a:lnTo>
                  <a:pt x="268" y="360"/>
                </a:lnTo>
                <a:lnTo>
                  <a:pt x="269" y="360"/>
                </a:lnTo>
                <a:lnTo>
                  <a:pt x="269" y="361"/>
                </a:lnTo>
                <a:lnTo>
                  <a:pt x="270" y="361"/>
                </a:lnTo>
                <a:lnTo>
                  <a:pt x="271" y="362"/>
                </a:lnTo>
                <a:lnTo>
                  <a:pt x="272" y="363"/>
                </a:lnTo>
                <a:lnTo>
                  <a:pt x="272" y="364"/>
                </a:lnTo>
                <a:lnTo>
                  <a:pt x="273" y="364"/>
                </a:lnTo>
                <a:lnTo>
                  <a:pt x="273" y="365"/>
                </a:lnTo>
                <a:lnTo>
                  <a:pt x="272" y="365"/>
                </a:lnTo>
                <a:lnTo>
                  <a:pt x="273" y="365"/>
                </a:lnTo>
                <a:lnTo>
                  <a:pt x="273" y="366"/>
                </a:lnTo>
                <a:lnTo>
                  <a:pt x="273" y="367"/>
                </a:lnTo>
                <a:lnTo>
                  <a:pt x="274" y="367"/>
                </a:lnTo>
                <a:lnTo>
                  <a:pt x="273" y="367"/>
                </a:lnTo>
                <a:lnTo>
                  <a:pt x="273" y="368"/>
                </a:lnTo>
                <a:lnTo>
                  <a:pt x="274" y="368"/>
                </a:lnTo>
                <a:lnTo>
                  <a:pt x="274" y="367"/>
                </a:lnTo>
                <a:lnTo>
                  <a:pt x="274" y="368"/>
                </a:lnTo>
                <a:lnTo>
                  <a:pt x="275" y="368"/>
                </a:lnTo>
                <a:lnTo>
                  <a:pt x="276" y="368"/>
                </a:lnTo>
                <a:lnTo>
                  <a:pt x="277" y="368"/>
                </a:lnTo>
                <a:lnTo>
                  <a:pt x="277" y="369"/>
                </a:lnTo>
                <a:lnTo>
                  <a:pt x="278" y="369"/>
                </a:lnTo>
                <a:lnTo>
                  <a:pt x="277" y="369"/>
                </a:lnTo>
                <a:lnTo>
                  <a:pt x="277" y="370"/>
                </a:lnTo>
                <a:lnTo>
                  <a:pt x="276" y="370"/>
                </a:lnTo>
                <a:lnTo>
                  <a:pt x="276" y="371"/>
                </a:lnTo>
                <a:lnTo>
                  <a:pt x="276" y="372"/>
                </a:lnTo>
                <a:lnTo>
                  <a:pt x="274" y="373"/>
                </a:lnTo>
                <a:lnTo>
                  <a:pt x="274" y="374"/>
                </a:lnTo>
                <a:lnTo>
                  <a:pt x="274" y="375"/>
                </a:lnTo>
                <a:lnTo>
                  <a:pt x="274" y="376"/>
                </a:lnTo>
                <a:lnTo>
                  <a:pt x="275" y="377"/>
                </a:lnTo>
                <a:lnTo>
                  <a:pt x="275" y="378"/>
                </a:lnTo>
                <a:lnTo>
                  <a:pt x="274" y="378"/>
                </a:lnTo>
                <a:lnTo>
                  <a:pt x="274" y="379"/>
                </a:lnTo>
                <a:lnTo>
                  <a:pt x="273" y="379"/>
                </a:lnTo>
                <a:lnTo>
                  <a:pt x="272" y="380"/>
                </a:lnTo>
                <a:lnTo>
                  <a:pt x="272" y="379"/>
                </a:lnTo>
                <a:lnTo>
                  <a:pt x="271" y="379"/>
                </a:lnTo>
                <a:lnTo>
                  <a:pt x="270" y="379"/>
                </a:lnTo>
                <a:lnTo>
                  <a:pt x="270" y="380"/>
                </a:lnTo>
                <a:lnTo>
                  <a:pt x="269" y="380"/>
                </a:lnTo>
                <a:lnTo>
                  <a:pt x="269" y="379"/>
                </a:lnTo>
                <a:lnTo>
                  <a:pt x="270" y="379"/>
                </a:lnTo>
                <a:lnTo>
                  <a:pt x="270" y="378"/>
                </a:lnTo>
                <a:lnTo>
                  <a:pt x="270" y="377"/>
                </a:lnTo>
                <a:lnTo>
                  <a:pt x="270" y="376"/>
                </a:lnTo>
                <a:lnTo>
                  <a:pt x="269" y="376"/>
                </a:lnTo>
                <a:lnTo>
                  <a:pt x="268" y="376"/>
                </a:lnTo>
                <a:lnTo>
                  <a:pt x="268" y="375"/>
                </a:lnTo>
                <a:lnTo>
                  <a:pt x="267" y="375"/>
                </a:lnTo>
                <a:lnTo>
                  <a:pt x="266" y="375"/>
                </a:lnTo>
                <a:lnTo>
                  <a:pt x="266" y="376"/>
                </a:lnTo>
                <a:lnTo>
                  <a:pt x="265" y="377"/>
                </a:lnTo>
                <a:lnTo>
                  <a:pt x="264" y="377"/>
                </a:lnTo>
                <a:lnTo>
                  <a:pt x="264" y="378"/>
                </a:lnTo>
                <a:lnTo>
                  <a:pt x="264" y="379"/>
                </a:lnTo>
                <a:lnTo>
                  <a:pt x="264" y="380"/>
                </a:lnTo>
                <a:lnTo>
                  <a:pt x="264" y="379"/>
                </a:lnTo>
                <a:lnTo>
                  <a:pt x="265" y="380"/>
                </a:lnTo>
                <a:lnTo>
                  <a:pt x="264" y="380"/>
                </a:lnTo>
                <a:lnTo>
                  <a:pt x="263" y="380"/>
                </a:lnTo>
                <a:lnTo>
                  <a:pt x="263" y="381"/>
                </a:lnTo>
                <a:lnTo>
                  <a:pt x="262" y="381"/>
                </a:lnTo>
                <a:lnTo>
                  <a:pt x="262" y="382"/>
                </a:lnTo>
                <a:lnTo>
                  <a:pt x="262" y="381"/>
                </a:lnTo>
                <a:lnTo>
                  <a:pt x="261" y="381"/>
                </a:lnTo>
                <a:lnTo>
                  <a:pt x="261" y="382"/>
                </a:lnTo>
                <a:lnTo>
                  <a:pt x="261" y="383"/>
                </a:lnTo>
                <a:lnTo>
                  <a:pt x="260" y="383"/>
                </a:lnTo>
                <a:lnTo>
                  <a:pt x="260" y="384"/>
                </a:lnTo>
                <a:lnTo>
                  <a:pt x="259" y="384"/>
                </a:lnTo>
                <a:lnTo>
                  <a:pt x="259" y="385"/>
                </a:lnTo>
                <a:lnTo>
                  <a:pt x="259" y="386"/>
                </a:lnTo>
                <a:lnTo>
                  <a:pt x="258" y="386"/>
                </a:lnTo>
                <a:lnTo>
                  <a:pt x="257" y="387"/>
                </a:lnTo>
                <a:lnTo>
                  <a:pt x="258" y="387"/>
                </a:lnTo>
                <a:lnTo>
                  <a:pt x="257" y="388"/>
                </a:lnTo>
                <a:lnTo>
                  <a:pt x="257" y="389"/>
                </a:lnTo>
                <a:lnTo>
                  <a:pt x="256" y="389"/>
                </a:lnTo>
                <a:lnTo>
                  <a:pt x="255" y="389"/>
                </a:lnTo>
                <a:lnTo>
                  <a:pt x="255" y="390"/>
                </a:lnTo>
                <a:lnTo>
                  <a:pt x="255" y="391"/>
                </a:lnTo>
                <a:lnTo>
                  <a:pt x="255" y="392"/>
                </a:lnTo>
                <a:lnTo>
                  <a:pt x="254" y="393"/>
                </a:lnTo>
                <a:lnTo>
                  <a:pt x="254" y="394"/>
                </a:lnTo>
                <a:lnTo>
                  <a:pt x="255" y="394"/>
                </a:lnTo>
                <a:lnTo>
                  <a:pt x="255" y="395"/>
                </a:lnTo>
                <a:lnTo>
                  <a:pt x="255" y="396"/>
                </a:lnTo>
                <a:lnTo>
                  <a:pt x="254" y="396"/>
                </a:lnTo>
                <a:lnTo>
                  <a:pt x="255" y="396"/>
                </a:lnTo>
                <a:lnTo>
                  <a:pt x="255" y="397"/>
                </a:lnTo>
                <a:lnTo>
                  <a:pt x="256" y="397"/>
                </a:lnTo>
                <a:lnTo>
                  <a:pt x="255" y="398"/>
                </a:lnTo>
                <a:lnTo>
                  <a:pt x="255" y="399"/>
                </a:lnTo>
                <a:lnTo>
                  <a:pt x="255" y="400"/>
                </a:lnTo>
                <a:lnTo>
                  <a:pt x="256" y="400"/>
                </a:lnTo>
                <a:lnTo>
                  <a:pt x="256" y="401"/>
                </a:lnTo>
                <a:lnTo>
                  <a:pt x="257" y="401"/>
                </a:lnTo>
                <a:lnTo>
                  <a:pt x="257" y="400"/>
                </a:lnTo>
                <a:lnTo>
                  <a:pt x="258" y="400"/>
                </a:lnTo>
                <a:lnTo>
                  <a:pt x="257" y="401"/>
                </a:lnTo>
                <a:lnTo>
                  <a:pt x="258" y="401"/>
                </a:lnTo>
                <a:lnTo>
                  <a:pt x="259" y="401"/>
                </a:lnTo>
                <a:lnTo>
                  <a:pt x="259" y="400"/>
                </a:lnTo>
                <a:lnTo>
                  <a:pt x="260" y="400"/>
                </a:lnTo>
                <a:lnTo>
                  <a:pt x="261" y="399"/>
                </a:lnTo>
                <a:lnTo>
                  <a:pt x="262" y="399"/>
                </a:lnTo>
                <a:lnTo>
                  <a:pt x="262" y="400"/>
                </a:lnTo>
                <a:lnTo>
                  <a:pt x="263" y="400"/>
                </a:lnTo>
                <a:lnTo>
                  <a:pt x="263" y="401"/>
                </a:lnTo>
                <a:lnTo>
                  <a:pt x="263" y="402"/>
                </a:lnTo>
                <a:lnTo>
                  <a:pt x="263" y="403"/>
                </a:lnTo>
                <a:lnTo>
                  <a:pt x="264" y="405"/>
                </a:lnTo>
                <a:lnTo>
                  <a:pt x="263" y="406"/>
                </a:lnTo>
                <a:lnTo>
                  <a:pt x="262" y="407"/>
                </a:lnTo>
                <a:lnTo>
                  <a:pt x="261" y="407"/>
                </a:lnTo>
                <a:lnTo>
                  <a:pt x="261" y="408"/>
                </a:lnTo>
                <a:lnTo>
                  <a:pt x="260" y="409"/>
                </a:lnTo>
                <a:lnTo>
                  <a:pt x="259" y="409"/>
                </a:lnTo>
                <a:lnTo>
                  <a:pt x="258" y="410"/>
                </a:lnTo>
                <a:lnTo>
                  <a:pt x="258" y="409"/>
                </a:lnTo>
                <a:lnTo>
                  <a:pt x="258" y="410"/>
                </a:lnTo>
                <a:lnTo>
                  <a:pt x="257" y="410"/>
                </a:lnTo>
                <a:lnTo>
                  <a:pt x="257" y="411"/>
                </a:lnTo>
                <a:lnTo>
                  <a:pt x="257" y="412"/>
                </a:lnTo>
                <a:lnTo>
                  <a:pt x="256" y="412"/>
                </a:lnTo>
                <a:lnTo>
                  <a:pt x="256" y="413"/>
                </a:lnTo>
                <a:lnTo>
                  <a:pt x="255" y="414"/>
                </a:lnTo>
                <a:lnTo>
                  <a:pt x="255" y="413"/>
                </a:lnTo>
                <a:lnTo>
                  <a:pt x="255" y="414"/>
                </a:lnTo>
                <a:lnTo>
                  <a:pt x="254" y="414"/>
                </a:lnTo>
                <a:lnTo>
                  <a:pt x="254" y="415"/>
                </a:lnTo>
                <a:lnTo>
                  <a:pt x="253" y="416"/>
                </a:lnTo>
                <a:lnTo>
                  <a:pt x="253" y="417"/>
                </a:lnTo>
                <a:lnTo>
                  <a:pt x="252" y="417"/>
                </a:lnTo>
                <a:lnTo>
                  <a:pt x="252" y="418"/>
                </a:lnTo>
                <a:lnTo>
                  <a:pt x="252" y="419"/>
                </a:lnTo>
                <a:lnTo>
                  <a:pt x="253" y="419"/>
                </a:lnTo>
                <a:lnTo>
                  <a:pt x="253" y="420"/>
                </a:lnTo>
                <a:lnTo>
                  <a:pt x="253" y="421"/>
                </a:lnTo>
                <a:lnTo>
                  <a:pt x="252" y="421"/>
                </a:lnTo>
                <a:lnTo>
                  <a:pt x="251" y="421"/>
                </a:lnTo>
                <a:lnTo>
                  <a:pt x="250" y="421"/>
                </a:lnTo>
                <a:lnTo>
                  <a:pt x="250" y="422"/>
                </a:lnTo>
                <a:lnTo>
                  <a:pt x="249" y="421"/>
                </a:lnTo>
                <a:lnTo>
                  <a:pt x="249" y="422"/>
                </a:lnTo>
                <a:lnTo>
                  <a:pt x="248" y="423"/>
                </a:lnTo>
                <a:lnTo>
                  <a:pt x="247" y="424"/>
                </a:lnTo>
                <a:lnTo>
                  <a:pt x="247" y="425"/>
                </a:lnTo>
                <a:lnTo>
                  <a:pt x="246" y="425"/>
                </a:lnTo>
                <a:lnTo>
                  <a:pt x="245" y="425"/>
                </a:lnTo>
                <a:lnTo>
                  <a:pt x="245" y="426"/>
                </a:lnTo>
                <a:lnTo>
                  <a:pt x="244" y="426"/>
                </a:lnTo>
                <a:lnTo>
                  <a:pt x="243" y="426"/>
                </a:lnTo>
                <a:lnTo>
                  <a:pt x="243" y="427"/>
                </a:lnTo>
                <a:lnTo>
                  <a:pt x="242" y="427"/>
                </a:lnTo>
                <a:lnTo>
                  <a:pt x="241" y="427"/>
                </a:lnTo>
                <a:lnTo>
                  <a:pt x="240" y="427"/>
                </a:lnTo>
                <a:lnTo>
                  <a:pt x="240" y="426"/>
                </a:lnTo>
                <a:lnTo>
                  <a:pt x="239" y="427"/>
                </a:lnTo>
                <a:lnTo>
                  <a:pt x="238" y="427"/>
                </a:lnTo>
                <a:lnTo>
                  <a:pt x="237" y="427"/>
                </a:lnTo>
                <a:lnTo>
                  <a:pt x="236" y="427"/>
                </a:lnTo>
                <a:lnTo>
                  <a:pt x="236" y="428"/>
                </a:lnTo>
                <a:lnTo>
                  <a:pt x="235" y="428"/>
                </a:lnTo>
                <a:lnTo>
                  <a:pt x="235" y="429"/>
                </a:lnTo>
                <a:lnTo>
                  <a:pt x="235" y="430"/>
                </a:lnTo>
                <a:lnTo>
                  <a:pt x="234" y="429"/>
                </a:lnTo>
                <a:lnTo>
                  <a:pt x="233" y="430"/>
                </a:lnTo>
                <a:lnTo>
                  <a:pt x="232" y="430"/>
                </a:lnTo>
                <a:lnTo>
                  <a:pt x="232" y="431"/>
                </a:lnTo>
                <a:lnTo>
                  <a:pt x="231" y="432"/>
                </a:lnTo>
                <a:lnTo>
                  <a:pt x="231" y="433"/>
                </a:lnTo>
                <a:lnTo>
                  <a:pt x="231" y="434"/>
                </a:lnTo>
                <a:lnTo>
                  <a:pt x="231" y="435"/>
                </a:lnTo>
                <a:lnTo>
                  <a:pt x="232" y="435"/>
                </a:lnTo>
                <a:lnTo>
                  <a:pt x="232" y="436"/>
                </a:lnTo>
                <a:lnTo>
                  <a:pt x="233" y="436"/>
                </a:lnTo>
                <a:lnTo>
                  <a:pt x="234" y="436"/>
                </a:lnTo>
                <a:lnTo>
                  <a:pt x="234" y="437"/>
                </a:lnTo>
                <a:lnTo>
                  <a:pt x="234" y="438"/>
                </a:lnTo>
                <a:lnTo>
                  <a:pt x="235" y="438"/>
                </a:lnTo>
                <a:lnTo>
                  <a:pt x="235" y="439"/>
                </a:lnTo>
                <a:lnTo>
                  <a:pt x="236" y="440"/>
                </a:lnTo>
                <a:lnTo>
                  <a:pt x="236" y="442"/>
                </a:lnTo>
                <a:lnTo>
                  <a:pt x="235" y="443"/>
                </a:lnTo>
                <a:lnTo>
                  <a:pt x="234" y="443"/>
                </a:lnTo>
                <a:lnTo>
                  <a:pt x="234" y="442"/>
                </a:lnTo>
                <a:lnTo>
                  <a:pt x="235" y="441"/>
                </a:lnTo>
                <a:lnTo>
                  <a:pt x="234" y="441"/>
                </a:lnTo>
                <a:lnTo>
                  <a:pt x="233" y="441"/>
                </a:lnTo>
                <a:lnTo>
                  <a:pt x="233" y="442"/>
                </a:lnTo>
                <a:lnTo>
                  <a:pt x="232" y="442"/>
                </a:lnTo>
                <a:lnTo>
                  <a:pt x="231" y="441"/>
                </a:lnTo>
                <a:lnTo>
                  <a:pt x="231" y="442"/>
                </a:lnTo>
                <a:lnTo>
                  <a:pt x="231" y="443"/>
                </a:lnTo>
                <a:lnTo>
                  <a:pt x="230" y="443"/>
                </a:lnTo>
                <a:lnTo>
                  <a:pt x="230" y="444"/>
                </a:lnTo>
                <a:lnTo>
                  <a:pt x="230" y="445"/>
                </a:lnTo>
                <a:lnTo>
                  <a:pt x="229" y="445"/>
                </a:lnTo>
                <a:lnTo>
                  <a:pt x="229" y="446"/>
                </a:lnTo>
                <a:lnTo>
                  <a:pt x="229" y="447"/>
                </a:lnTo>
                <a:lnTo>
                  <a:pt x="229" y="448"/>
                </a:lnTo>
                <a:lnTo>
                  <a:pt x="228" y="448"/>
                </a:lnTo>
                <a:lnTo>
                  <a:pt x="227" y="448"/>
                </a:lnTo>
                <a:lnTo>
                  <a:pt x="226" y="448"/>
                </a:lnTo>
                <a:lnTo>
                  <a:pt x="226" y="447"/>
                </a:lnTo>
                <a:lnTo>
                  <a:pt x="225" y="447"/>
                </a:lnTo>
                <a:lnTo>
                  <a:pt x="225" y="448"/>
                </a:lnTo>
                <a:lnTo>
                  <a:pt x="226" y="448"/>
                </a:lnTo>
                <a:lnTo>
                  <a:pt x="226" y="449"/>
                </a:lnTo>
                <a:lnTo>
                  <a:pt x="225" y="449"/>
                </a:lnTo>
                <a:lnTo>
                  <a:pt x="225" y="448"/>
                </a:lnTo>
                <a:lnTo>
                  <a:pt x="225" y="449"/>
                </a:lnTo>
                <a:lnTo>
                  <a:pt x="224" y="449"/>
                </a:lnTo>
                <a:lnTo>
                  <a:pt x="225" y="450"/>
                </a:lnTo>
                <a:lnTo>
                  <a:pt x="225" y="451"/>
                </a:lnTo>
                <a:lnTo>
                  <a:pt x="225" y="452"/>
                </a:lnTo>
                <a:lnTo>
                  <a:pt x="226" y="453"/>
                </a:lnTo>
                <a:lnTo>
                  <a:pt x="226" y="454"/>
                </a:lnTo>
                <a:lnTo>
                  <a:pt x="225" y="454"/>
                </a:lnTo>
                <a:lnTo>
                  <a:pt x="224" y="454"/>
                </a:lnTo>
                <a:lnTo>
                  <a:pt x="224" y="455"/>
                </a:lnTo>
                <a:lnTo>
                  <a:pt x="223" y="455"/>
                </a:lnTo>
                <a:lnTo>
                  <a:pt x="223" y="456"/>
                </a:lnTo>
                <a:lnTo>
                  <a:pt x="224" y="456"/>
                </a:lnTo>
                <a:lnTo>
                  <a:pt x="223" y="457"/>
                </a:lnTo>
                <a:lnTo>
                  <a:pt x="223" y="458"/>
                </a:lnTo>
                <a:lnTo>
                  <a:pt x="224" y="458"/>
                </a:lnTo>
                <a:lnTo>
                  <a:pt x="224" y="460"/>
                </a:lnTo>
                <a:lnTo>
                  <a:pt x="225" y="461"/>
                </a:lnTo>
                <a:lnTo>
                  <a:pt x="225" y="462"/>
                </a:lnTo>
                <a:lnTo>
                  <a:pt x="225" y="463"/>
                </a:lnTo>
                <a:lnTo>
                  <a:pt x="224" y="463"/>
                </a:lnTo>
                <a:lnTo>
                  <a:pt x="224" y="464"/>
                </a:lnTo>
                <a:lnTo>
                  <a:pt x="223" y="464"/>
                </a:lnTo>
                <a:lnTo>
                  <a:pt x="223" y="463"/>
                </a:lnTo>
                <a:lnTo>
                  <a:pt x="223" y="464"/>
                </a:lnTo>
                <a:lnTo>
                  <a:pt x="223" y="465"/>
                </a:lnTo>
                <a:lnTo>
                  <a:pt x="223" y="467"/>
                </a:lnTo>
                <a:lnTo>
                  <a:pt x="222" y="467"/>
                </a:lnTo>
                <a:lnTo>
                  <a:pt x="221" y="467"/>
                </a:lnTo>
                <a:lnTo>
                  <a:pt x="221" y="468"/>
                </a:lnTo>
                <a:lnTo>
                  <a:pt x="221" y="469"/>
                </a:lnTo>
                <a:lnTo>
                  <a:pt x="220" y="469"/>
                </a:lnTo>
                <a:lnTo>
                  <a:pt x="220" y="470"/>
                </a:lnTo>
                <a:lnTo>
                  <a:pt x="220" y="471"/>
                </a:lnTo>
                <a:lnTo>
                  <a:pt x="221" y="471"/>
                </a:lnTo>
                <a:lnTo>
                  <a:pt x="220" y="472"/>
                </a:lnTo>
                <a:lnTo>
                  <a:pt x="220" y="473"/>
                </a:lnTo>
                <a:lnTo>
                  <a:pt x="221" y="473"/>
                </a:lnTo>
                <a:lnTo>
                  <a:pt x="221" y="474"/>
                </a:lnTo>
                <a:lnTo>
                  <a:pt x="222" y="475"/>
                </a:lnTo>
                <a:lnTo>
                  <a:pt x="221" y="475"/>
                </a:lnTo>
                <a:lnTo>
                  <a:pt x="221" y="476"/>
                </a:lnTo>
                <a:lnTo>
                  <a:pt x="222" y="476"/>
                </a:lnTo>
                <a:lnTo>
                  <a:pt x="221" y="476"/>
                </a:lnTo>
                <a:lnTo>
                  <a:pt x="221" y="477"/>
                </a:lnTo>
                <a:lnTo>
                  <a:pt x="220" y="477"/>
                </a:lnTo>
                <a:lnTo>
                  <a:pt x="220" y="478"/>
                </a:lnTo>
                <a:lnTo>
                  <a:pt x="220" y="479"/>
                </a:lnTo>
                <a:lnTo>
                  <a:pt x="220" y="480"/>
                </a:lnTo>
                <a:lnTo>
                  <a:pt x="219" y="481"/>
                </a:lnTo>
                <a:lnTo>
                  <a:pt x="219" y="482"/>
                </a:lnTo>
                <a:lnTo>
                  <a:pt x="219" y="483"/>
                </a:lnTo>
                <a:lnTo>
                  <a:pt x="220" y="483"/>
                </a:lnTo>
                <a:lnTo>
                  <a:pt x="219" y="484"/>
                </a:lnTo>
                <a:lnTo>
                  <a:pt x="218" y="484"/>
                </a:lnTo>
                <a:lnTo>
                  <a:pt x="220" y="484"/>
                </a:lnTo>
                <a:lnTo>
                  <a:pt x="220" y="485"/>
                </a:lnTo>
                <a:lnTo>
                  <a:pt x="220" y="486"/>
                </a:lnTo>
                <a:lnTo>
                  <a:pt x="219" y="486"/>
                </a:lnTo>
                <a:lnTo>
                  <a:pt x="220" y="486"/>
                </a:lnTo>
                <a:lnTo>
                  <a:pt x="220" y="487"/>
                </a:lnTo>
                <a:lnTo>
                  <a:pt x="220" y="488"/>
                </a:lnTo>
                <a:lnTo>
                  <a:pt x="219" y="489"/>
                </a:lnTo>
                <a:lnTo>
                  <a:pt x="218" y="490"/>
                </a:lnTo>
                <a:lnTo>
                  <a:pt x="218" y="489"/>
                </a:lnTo>
                <a:lnTo>
                  <a:pt x="217" y="489"/>
                </a:lnTo>
                <a:lnTo>
                  <a:pt x="217" y="490"/>
                </a:lnTo>
                <a:lnTo>
                  <a:pt x="216" y="490"/>
                </a:lnTo>
                <a:lnTo>
                  <a:pt x="216" y="489"/>
                </a:lnTo>
                <a:lnTo>
                  <a:pt x="215" y="489"/>
                </a:lnTo>
                <a:lnTo>
                  <a:pt x="215" y="490"/>
                </a:lnTo>
                <a:lnTo>
                  <a:pt x="215" y="491"/>
                </a:lnTo>
                <a:lnTo>
                  <a:pt x="215" y="492"/>
                </a:lnTo>
                <a:lnTo>
                  <a:pt x="214" y="493"/>
                </a:lnTo>
                <a:lnTo>
                  <a:pt x="214" y="495"/>
                </a:lnTo>
                <a:lnTo>
                  <a:pt x="213" y="495"/>
                </a:lnTo>
                <a:lnTo>
                  <a:pt x="212" y="495"/>
                </a:lnTo>
                <a:lnTo>
                  <a:pt x="212" y="496"/>
                </a:lnTo>
                <a:lnTo>
                  <a:pt x="212" y="495"/>
                </a:lnTo>
                <a:lnTo>
                  <a:pt x="211" y="495"/>
                </a:lnTo>
                <a:lnTo>
                  <a:pt x="211" y="496"/>
                </a:lnTo>
                <a:lnTo>
                  <a:pt x="210" y="497"/>
                </a:lnTo>
                <a:lnTo>
                  <a:pt x="209" y="497"/>
                </a:lnTo>
                <a:lnTo>
                  <a:pt x="208" y="497"/>
                </a:lnTo>
                <a:lnTo>
                  <a:pt x="207" y="497"/>
                </a:lnTo>
                <a:lnTo>
                  <a:pt x="207" y="498"/>
                </a:lnTo>
                <a:lnTo>
                  <a:pt x="206" y="498"/>
                </a:lnTo>
                <a:lnTo>
                  <a:pt x="207" y="499"/>
                </a:lnTo>
                <a:lnTo>
                  <a:pt x="207" y="501"/>
                </a:lnTo>
                <a:lnTo>
                  <a:pt x="206" y="501"/>
                </a:lnTo>
                <a:lnTo>
                  <a:pt x="207" y="502"/>
                </a:lnTo>
                <a:lnTo>
                  <a:pt x="206" y="502"/>
                </a:lnTo>
                <a:lnTo>
                  <a:pt x="206" y="503"/>
                </a:lnTo>
                <a:lnTo>
                  <a:pt x="206" y="504"/>
                </a:lnTo>
                <a:lnTo>
                  <a:pt x="207" y="504"/>
                </a:lnTo>
                <a:lnTo>
                  <a:pt x="208" y="504"/>
                </a:lnTo>
                <a:lnTo>
                  <a:pt x="209" y="504"/>
                </a:lnTo>
                <a:lnTo>
                  <a:pt x="209" y="505"/>
                </a:lnTo>
                <a:lnTo>
                  <a:pt x="209" y="506"/>
                </a:lnTo>
                <a:lnTo>
                  <a:pt x="210" y="506"/>
                </a:lnTo>
                <a:lnTo>
                  <a:pt x="209" y="507"/>
                </a:lnTo>
                <a:lnTo>
                  <a:pt x="208" y="507"/>
                </a:lnTo>
                <a:lnTo>
                  <a:pt x="208" y="508"/>
                </a:lnTo>
                <a:lnTo>
                  <a:pt x="209" y="509"/>
                </a:lnTo>
                <a:lnTo>
                  <a:pt x="209" y="510"/>
                </a:lnTo>
                <a:lnTo>
                  <a:pt x="210" y="510"/>
                </a:lnTo>
                <a:lnTo>
                  <a:pt x="211" y="511"/>
                </a:lnTo>
                <a:lnTo>
                  <a:pt x="212" y="511"/>
                </a:lnTo>
                <a:lnTo>
                  <a:pt x="212" y="512"/>
                </a:lnTo>
                <a:lnTo>
                  <a:pt x="212" y="513"/>
                </a:lnTo>
                <a:lnTo>
                  <a:pt x="212" y="514"/>
                </a:lnTo>
                <a:lnTo>
                  <a:pt x="213" y="514"/>
                </a:lnTo>
                <a:lnTo>
                  <a:pt x="213" y="515"/>
                </a:lnTo>
                <a:lnTo>
                  <a:pt x="212" y="515"/>
                </a:lnTo>
                <a:lnTo>
                  <a:pt x="211" y="515"/>
                </a:lnTo>
                <a:lnTo>
                  <a:pt x="210" y="515"/>
                </a:lnTo>
                <a:lnTo>
                  <a:pt x="210" y="516"/>
                </a:lnTo>
                <a:lnTo>
                  <a:pt x="210" y="517"/>
                </a:lnTo>
                <a:lnTo>
                  <a:pt x="209" y="517"/>
                </a:lnTo>
                <a:lnTo>
                  <a:pt x="208" y="517"/>
                </a:lnTo>
                <a:lnTo>
                  <a:pt x="208" y="518"/>
                </a:lnTo>
                <a:lnTo>
                  <a:pt x="208" y="519"/>
                </a:lnTo>
                <a:lnTo>
                  <a:pt x="209" y="520"/>
                </a:lnTo>
                <a:lnTo>
                  <a:pt x="210" y="520"/>
                </a:lnTo>
                <a:lnTo>
                  <a:pt x="211" y="520"/>
                </a:lnTo>
                <a:lnTo>
                  <a:pt x="211" y="521"/>
                </a:lnTo>
                <a:lnTo>
                  <a:pt x="212" y="522"/>
                </a:lnTo>
                <a:lnTo>
                  <a:pt x="212" y="523"/>
                </a:lnTo>
                <a:lnTo>
                  <a:pt x="213" y="523"/>
                </a:lnTo>
                <a:lnTo>
                  <a:pt x="212" y="523"/>
                </a:lnTo>
                <a:lnTo>
                  <a:pt x="212" y="524"/>
                </a:lnTo>
                <a:lnTo>
                  <a:pt x="211" y="523"/>
                </a:lnTo>
                <a:lnTo>
                  <a:pt x="210" y="523"/>
                </a:lnTo>
                <a:lnTo>
                  <a:pt x="210" y="522"/>
                </a:lnTo>
                <a:lnTo>
                  <a:pt x="209" y="522"/>
                </a:lnTo>
                <a:lnTo>
                  <a:pt x="208" y="522"/>
                </a:lnTo>
                <a:lnTo>
                  <a:pt x="208" y="523"/>
                </a:lnTo>
                <a:lnTo>
                  <a:pt x="208" y="524"/>
                </a:lnTo>
                <a:lnTo>
                  <a:pt x="209" y="524"/>
                </a:lnTo>
                <a:lnTo>
                  <a:pt x="209" y="525"/>
                </a:lnTo>
                <a:lnTo>
                  <a:pt x="210" y="526"/>
                </a:lnTo>
                <a:lnTo>
                  <a:pt x="209" y="526"/>
                </a:lnTo>
                <a:lnTo>
                  <a:pt x="209" y="527"/>
                </a:lnTo>
                <a:lnTo>
                  <a:pt x="209" y="528"/>
                </a:lnTo>
                <a:lnTo>
                  <a:pt x="209" y="529"/>
                </a:lnTo>
                <a:lnTo>
                  <a:pt x="209" y="530"/>
                </a:lnTo>
                <a:lnTo>
                  <a:pt x="210" y="530"/>
                </a:lnTo>
                <a:lnTo>
                  <a:pt x="210" y="531"/>
                </a:lnTo>
                <a:lnTo>
                  <a:pt x="211" y="531"/>
                </a:lnTo>
                <a:lnTo>
                  <a:pt x="211" y="532"/>
                </a:lnTo>
                <a:lnTo>
                  <a:pt x="210" y="532"/>
                </a:lnTo>
                <a:lnTo>
                  <a:pt x="210" y="533"/>
                </a:lnTo>
                <a:lnTo>
                  <a:pt x="208" y="533"/>
                </a:lnTo>
                <a:lnTo>
                  <a:pt x="207" y="533"/>
                </a:lnTo>
                <a:lnTo>
                  <a:pt x="207" y="532"/>
                </a:lnTo>
                <a:lnTo>
                  <a:pt x="207" y="531"/>
                </a:lnTo>
                <a:lnTo>
                  <a:pt x="207" y="530"/>
                </a:lnTo>
                <a:lnTo>
                  <a:pt x="207" y="531"/>
                </a:lnTo>
                <a:lnTo>
                  <a:pt x="206" y="530"/>
                </a:lnTo>
                <a:lnTo>
                  <a:pt x="206" y="529"/>
                </a:lnTo>
                <a:lnTo>
                  <a:pt x="205" y="529"/>
                </a:lnTo>
                <a:lnTo>
                  <a:pt x="204" y="529"/>
                </a:lnTo>
                <a:lnTo>
                  <a:pt x="203" y="529"/>
                </a:lnTo>
                <a:lnTo>
                  <a:pt x="203" y="530"/>
                </a:lnTo>
                <a:lnTo>
                  <a:pt x="202" y="530"/>
                </a:lnTo>
                <a:lnTo>
                  <a:pt x="202" y="531"/>
                </a:lnTo>
                <a:lnTo>
                  <a:pt x="202" y="532"/>
                </a:lnTo>
                <a:lnTo>
                  <a:pt x="202" y="533"/>
                </a:lnTo>
                <a:lnTo>
                  <a:pt x="202" y="534"/>
                </a:lnTo>
                <a:lnTo>
                  <a:pt x="201" y="534"/>
                </a:lnTo>
                <a:lnTo>
                  <a:pt x="201" y="533"/>
                </a:lnTo>
                <a:lnTo>
                  <a:pt x="200" y="533"/>
                </a:lnTo>
                <a:lnTo>
                  <a:pt x="200" y="534"/>
                </a:lnTo>
                <a:lnTo>
                  <a:pt x="201" y="534"/>
                </a:lnTo>
                <a:lnTo>
                  <a:pt x="200" y="535"/>
                </a:lnTo>
                <a:lnTo>
                  <a:pt x="200" y="536"/>
                </a:lnTo>
                <a:lnTo>
                  <a:pt x="201" y="536"/>
                </a:lnTo>
                <a:lnTo>
                  <a:pt x="200" y="536"/>
                </a:lnTo>
                <a:lnTo>
                  <a:pt x="200" y="537"/>
                </a:lnTo>
                <a:lnTo>
                  <a:pt x="200" y="536"/>
                </a:lnTo>
                <a:lnTo>
                  <a:pt x="199" y="537"/>
                </a:lnTo>
                <a:lnTo>
                  <a:pt x="200" y="537"/>
                </a:lnTo>
                <a:lnTo>
                  <a:pt x="200" y="538"/>
                </a:lnTo>
                <a:lnTo>
                  <a:pt x="199" y="538"/>
                </a:lnTo>
                <a:lnTo>
                  <a:pt x="199" y="541"/>
                </a:lnTo>
                <a:lnTo>
                  <a:pt x="198" y="542"/>
                </a:lnTo>
                <a:lnTo>
                  <a:pt x="199" y="542"/>
                </a:lnTo>
                <a:lnTo>
                  <a:pt x="199" y="543"/>
                </a:lnTo>
                <a:lnTo>
                  <a:pt x="199" y="544"/>
                </a:lnTo>
                <a:lnTo>
                  <a:pt x="198" y="545"/>
                </a:lnTo>
                <a:lnTo>
                  <a:pt x="198" y="546"/>
                </a:lnTo>
                <a:lnTo>
                  <a:pt x="197" y="546"/>
                </a:lnTo>
                <a:lnTo>
                  <a:pt x="197" y="548"/>
                </a:lnTo>
                <a:lnTo>
                  <a:pt x="198" y="548"/>
                </a:lnTo>
                <a:lnTo>
                  <a:pt x="199" y="548"/>
                </a:lnTo>
                <a:lnTo>
                  <a:pt x="199" y="549"/>
                </a:lnTo>
                <a:lnTo>
                  <a:pt x="199" y="550"/>
                </a:lnTo>
                <a:lnTo>
                  <a:pt x="200" y="551"/>
                </a:lnTo>
                <a:lnTo>
                  <a:pt x="201" y="551"/>
                </a:lnTo>
                <a:lnTo>
                  <a:pt x="201" y="550"/>
                </a:lnTo>
                <a:lnTo>
                  <a:pt x="202" y="551"/>
                </a:lnTo>
                <a:lnTo>
                  <a:pt x="202" y="552"/>
                </a:lnTo>
                <a:lnTo>
                  <a:pt x="202" y="553"/>
                </a:lnTo>
                <a:lnTo>
                  <a:pt x="201" y="553"/>
                </a:lnTo>
                <a:lnTo>
                  <a:pt x="201" y="554"/>
                </a:lnTo>
                <a:lnTo>
                  <a:pt x="200" y="554"/>
                </a:lnTo>
                <a:lnTo>
                  <a:pt x="200" y="553"/>
                </a:lnTo>
                <a:lnTo>
                  <a:pt x="199" y="553"/>
                </a:lnTo>
                <a:lnTo>
                  <a:pt x="199" y="554"/>
                </a:lnTo>
                <a:lnTo>
                  <a:pt x="198" y="554"/>
                </a:lnTo>
                <a:lnTo>
                  <a:pt x="198" y="555"/>
                </a:lnTo>
                <a:lnTo>
                  <a:pt x="199" y="555"/>
                </a:lnTo>
                <a:lnTo>
                  <a:pt x="200" y="555"/>
                </a:lnTo>
                <a:lnTo>
                  <a:pt x="200" y="556"/>
                </a:lnTo>
                <a:lnTo>
                  <a:pt x="201" y="556"/>
                </a:lnTo>
                <a:lnTo>
                  <a:pt x="201" y="557"/>
                </a:lnTo>
                <a:lnTo>
                  <a:pt x="200" y="557"/>
                </a:lnTo>
                <a:lnTo>
                  <a:pt x="200" y="558"/>
                </a:lnTo>
                <a:lnTo>
                  <a:pt x="201" y="558"/>
                </a:lnTo>
                <a:lnTo>
                  <a:pt x="201" y="559"/>
                </a:lnTo>
                <a:lnTo>
                  <a:pt x="202" y="559"/>
                </a:lnTo>
                <a:lnTo>
                  <a:pt x="202" y="560"/>
                </a:lnTo>
                <a:lnTo>
                  <a:pt x="203" y="560"/>
                </a:lnTo>
                <a:lnTo>
                  <a:pt x="203" y="561"/>
                </a:lnTo>
                <a:lnTo>
                  <a:pt x="204" y="562"/>
                </a:lnTo>
                <a:lnTo>
                  <a:pt x="205" y="562"/>
                </a:lnTo>
                <a:lnTo>
                  <a:pt x="205" y="563"/>
                </a:lnTo>
                <a:lnTo>
                  <a:pt x="205" y="564"/>
                </a:lnTo>
                <a:lnTo>
                  <a:pt x="206" y="564"/>
                </a:lnTo>
                <a:lnTo>
                  <a:pt x="206" y="565"/>
                </a:lnTo>
                <a:lnTo>
                  <a:pt x="205" y="565"/>
                </a:lnTo>
                <a:lnTo>
                  <a:pt x="204" y="565"/>
                </a:lnTo>
                <a:lnTo>
                  <a:pt x="204" y="566"/>
                </a:lnTo>
                <a:lnTo>
                  <a:pt x="203" y="565"/>
                </a:lnTo>
                <a:lnTo>
                  <a:pt x="202" y="565"/>
                </a:lnTo>
                <a:lnTo>
                  <a:pt x="202" y="566"/>
                </a:lnTo>
                <a:lnTo>
                  <a:pt x="201" y="565"/>
                </a:lnTo>
                <a:lnTo>
                  <a:pt x="200" y="565"/>
                </a:lnTo>
                <a:lnTo>
                  <a:pt x="200" y="564"/>
                </a:lnTo>
                <a:lnTo>
                  <a:pt x="201" y="564"/>
                </a:lnTo>
                <a:lnTo>
                  <a:pt x="200" y="565"/>
                </a:lnTo>
                <a:lnTo>
                  <a:pt x="199" y="565"/>
                </a:lnTo>
                <a:lnTo>
                  <a:pt x="199" y="566"/>
                </a:lnTo>
                <a:lnTo>
                  <a:pt x="198" y="566"/>
                </a:lnTo>
                <a:lnTo>
                  <a:pt x="197" y="567"/>
                </a:lnTo>
                <a:lnTo>
                  <a:pt x="196" y="567"/>
                </a:lnTo>
                <a:lnTo>
                  <a:pt x="195" y="567"/>
                </a:lnTo>
                <a:lnTo>
                  <a:pt x="194" y="567"/>
                </a:lnTo>
                <a:lnTo>
                  <a:pt x="194" y="568"/>
                </a:lnTo>
                <a:lnTo>
                  <a:pt x="193" y="567"/>
                </a:lnTo>
                <a:lnTo>
                  <a:pt x="192" y="567"/>
                </a:lnTo>
                <a:lnTo>
                  <a:pt x="191" y="567"/>
                </a:lnTo>
                <a:lnTo>
                  <a:pt x="191" y="566"/>
                </a:lnTo>
                <a:lnTo>
                  <a:pt x="190" y="566"/>
                </a:lnTo>
                <a:lnTo>
                  <a:pt x="190" y="565"/>
                </a:lnTo>
                <a:lnTo>
                  <a:pt x="191" y="564"/>
                </a:lnTo>
                <a:lnTo>
                  <a:pt x="191" y="563"/>
                </a:lnTo>
                <a:lnTo>
                  <a:pt x="191" y="562"/>
                </a:lnTo>
                <a:lnTo>
                  <a:pt x="190" y="561"/>
                </a:lnTo>
                <a:lnTo>
                  <a:pt x="189" y="561"/>
                </a:lnTo>
                <a:lnTo>
                  <a:pt x="188" y="560"/>
                </a:lnTo>
                <a:lnTo>
                  <a:pt x="187" y="560"/>
                </a:lnTo>
                <a:lnTo>
                  <a:pt x="186" y="560"/>
                </a:lnTo>
                <a:lnTo>
                  <a:pt x="186" y="559"/>
                </a:lnTo>
                <a:lnTo>
                  <a:pt x="185" y="559"/>
                </a:lnTo>
                <a:lnTo>
                  <a:pt x="184" y="559"/>
                </a:lnTo>
                <a:lnTo>
                  <a:pt x="183" y="560"/>
                </a:lnTo>
                <a:lnTo>
                  <a:pt x="182" y="560"/>
                </a:lnTo>
                <a:lnTo>
                  <a:pt x="182" y="559"/>
                </a:lnTo>
                <a:lnTo>
                  <a:pt x="182" y="560"/>
                </a:lnTo>
                <a:lnTo>
                  <a:pt x="181" y="560"/>
                </a:lnTo>
                <a:lnTo>
                  <a:pt x="181" y="559"/>
                </a:lnTo>
                <a:lnTo>
                  <a:pt x="181" y="558"/>
                </a:lnTo>
                <a:lnTo>
                  <a:pt x="180" y="558"/>
                </a:lnTo>
                <a:lnTo>
                  <a:pt x="180" y="557"/>
                </a:lnTo>
                <a:lnTo>
                  <a:pt x="180" y="556"/>
                </a:lnTo>
                <a:lnTo>
                  <a:pt x="180" y="555"/>
                </a:lnTo>
                <a:lnTo>
                  <a:pt x="179" y="554"/>
                </a:lnTo>
                <a:lnTo>
                  <a:pt x="179" y="553"/>
                </a:lnTo>
                <a:lnTo>
                  <a:pt x="178" y="552"/>
                </a:lnTo>
                <a:lnTo>
                  <a:pt x="177" y="552"/>
                </a:lnTo>
                <a:lnTo>
                  <a:pt x="177" y="551"/>
                </a:lnTo>
                <a:lnTo>
                  <a:pt x="176" y="551"/>
                </a:lnTo>
                <a:lnTo>
                  <a:pt x="177" y="551"/>
                </a:lnTo>
                <a:lnTo>
                  <a:pt x="177" y="550"/>
                </a:lnTo>
                <a:lnTo>
                  <a:pt x="177" y="549"/>
                </a:lnTo>
                <a:lnTo>
                  <a:pt x="176" y="549"/>
                </a:lnTo>
                <a:lnTo>
                  <a:pt x="176" y="550"/>
                </a:lnTo>
                <a:lnTo>
                  <a:pt x="175" y="549"/>
                </a:lnTo>
                <a:lnTo>
                  <a:pt x="175" y="548"/>
                </a:lnTo>
                <a:lnTo>
                  <a:pt x="174" y="548"/>
                </a:lnTo>
                <a:lnTo>
                  <a:pt x="174" y="547"/>
                </a:lnTo>
                <a:lnTo>
                  <a:pt x="174" y="546"/>
                </a:lnTo>
                <a:lnTo>
                  <a:pt x="173" y="546"/>
                </a:lnTo>
                <a:lnTo>
                  <a:pt x="173" y="545"/>
                </a:lnTo>
                <a:lnTo>
                  <a:pt x="172" y="545"/>
                </a:lnTo>
                <a:lnTo>
                  <a:pt x="172" y="544"/>
                </a:lnTo>
                <a:lnTo>
                  <a:pt x="171" y="544"/>
                </a:lnTo>
                <a:lnTo>
                  <a:pt x="170" y="545"/>
                </a:lnTo>
                <a:lnTo>
                  <a:pt x="170" y="544"/>
                </a:lnTo>
                <a:lnTo>
                  <a:pt x="169" y="544"/>
                </a:lnTo>
                <a:lnTo>
                  <a:pt x="168" y="543"/>
                </a:lnTo>
                <a:lnTo>
                  <a:pt x="168" y="542"/>
                </a:lnTo>
                <a:lnTo>
                  <a:pt x="167" y="542"/>
                </a:lnTo>
                <a:lnTo>
                  <a:pt x="166" y="541"/>
                </a:lnTo>
                <a:lnTo>
                  <a:pt x="166" y="542"/>
                </a:lnTo>
                <a:lnTo>
                  <a:pt x="165" y="543"/>
                </a:lnTo>
                <a:lnTo>
                  <a:pt x="164" y="544"/>
                </a:lnTo>
                <a:lnTo>
                  <a:pt x="163" y="544"/>
                </a:lnTo>
                <a:lnTo>
                  <a:pt x="163" y="543"/>
                </a:lnTo>
                <a:lnTo>
                  <a:pt x="162" y="544"/>
                </a:lnTo>
                <a:lnTo>
                  <a:pt x="162" y="545"/>
                </a:lnTo>
                <a:lnTo>
                  <a:pt x="162" y="546"/>
                </a:lnTo>
                <a:lnTo>
                  <a:pt x="162" y="547"/>
                </a:lnTo>
                <a:lnTo>
                  <a:pt x="162" y="548"/>
                </a:lnTo>
                <a:lnTo>
                  <a:pt x="162" y="547"/>
                </a:lnTo>
                <a:lnTo>
                  <a:pt x="161" y="547"/>
                </a:lnTo>
                <a:lnTo>
                  <a:pt x="160" y="546"/>
                </a:lnTo>
                <a:lnTo>
                  <a:pt x="159" y="546"/>
                </a:lnTo>
                <a:lnTo>
                  <a:pt x="158" y="546"/>
                </a:lnTo>
                <a:lnTo>
                  <a:pt x="157" y="545"/>
                </a:lnTo>
                <a:lnTo>
                  <a:pt x="156" y="545"/>
                </a:lnTo>
                <a:lnTo>
                  <a:pt x="155" y="545"/>
                </a:lnTo>
                <a:lnTo>
                  <a:pt x="155" y="546"/>
                </a:lnTo>
                <a:lnTo>
                  <a:pt x="154" y="546"/>
                </a:lnTo>
                <a:lnTo>
                  <a:pt x="153" y="547"/>
                </a:lnTo>
                <a:lnTo>
                  <a:pt x="153" y="548"/>
                </a:lnTo>
                <a:lnTo>
                  <a:pt x="152" y="548"/>
                </a:lnTo>
                <a:lnTo>
                  <a:pt x="151" y="548"/>
                </a:lnTo>
                <a:lnTo>
                  <a:pt x="151" y="549"/>
                </a:lnTo>
                <a:lnTo>
                  <a:pt x="150" y="548"/>
                </a:lnTo>
                <a:lnTo>
                  <a:pt x="149" y="549"/>
                </a:lnTo>
                <a:lnTo>
                  <a:pt x="148" y="550"/>
                </a:lnTo>
                <a:lnTo>
                  <a:pt x="147" y="550"/>
                </a:lnTo>
                <a:lnTo>
                  <a:pt x="146" y="550"/>
                </a:lnTo>
                <a:lnTo>
                  <a:pt x="146" y="551"/>
                </a:lnTo>
                <a:lnTo>
                  <a:pt x="146" y="552"/>
                </a:lnTo>
                <a:lnTo>
                  <a:pt x="146" y="551"/>
                </a:lnTo>
                <a:lnTo>
                  <a:pt x="147" y="551"/>
                </a:lnTo>
                <a:lnTo>
                  <a:pt x="147" y="552"/>
                </a:lnTo>
                <a:lnTo>
                  <a:pt x="146" y="552"/>
                </a:lnTo>
                <a:lnTo>
                  <a:pt x="145" y="552"/>
                </a:lnTo>
                <a:lnTo>
                  <a:pt x="145" y="551"/>
                </a:lnTo>
                <a:lnTo>
                  <a:pt x="145" y="552"/>
                </a:lnTo>
                <a:lnTo>
                  <a:pt x="144" y="552"/>
                </a:lnTo>
                <a:lnTo>
                  <a:pt x="143" y="552"/>
                </a:lnTo>
                <a:lnTo>
                  <a:pt x="142" y="552"/>
                </a:lnTo>
                <a:lnTo>
                  <a:pt x="142" y="553"/>
                </a:lnTo>
                <a:lnTo>
                  <a:pt x="141" y="553"/>
                </a:lnTo>
                <a:lnTo>
                  <a:pt x="140" y="554"/>
                </a:lnTo>
                <a:lnTo>
                  <a:pt x="141" y="554"/>
                </a:lnTo>
                <a:lnTo>
                  <a:pt x="140" y="555"/>
                </a:lnTo>
                <a:lnTo>
                  <a:pt x="140" y="554"/>
                </a:lnTo>
                <a:lnTo>
                  <a:pt x="139" y="554"/>
                </a:lnTo>
                <a:lnTo>
                  <a:pt x="138" y="554"/>
                </a:lnTo>
                <a:lnTo>
                  <a:pt x="137" y="552"/>
                </a:lnTo>
                <a:lnTo>
                  <a:pt x="136" y="551"/>
                </a:lnTo>
                <a:lnTo>
                  <a:pt x="135" y="551"/>
                </a:lnTo>
                <a:lnTo>
                  <a:pt x="134" y="551"/>
                </a:lnTo>
                <a:lnTo>
                  <a:pt x="134" y="550"/>
                </a:lnTo>
                <a:lnTo>
                  <a:pt x="134" y="551"/>
                </a:lnTo>
                <a:lnTo>
                  <a:pt x="133" y="551"/>
                </a:lnTo>
                <a:lnTo>
                  <a:pt x="133" y="552"/>
                </a:lnTo>
                <a:lnTo>
                  <a:pt x="134" y="552"/>
                </a:lnTo>
                <a:lnTo>
                  <a:pt x="133" y="552"/>
                </a:lnTo>
                <a:lnTo>
                  <a:pt x="133" y="553"/>
                </a:lnTo>
                <a:lnTo>
                  <a:pt x="132" y="553"/>
                </a:lnTo>
                <a:lnTo>
                  <a:pt x="132" y="554"/>
                </a:lnTo>
                <a:lnTo>
                  <a:pt x="131" y="554"/>
                </a:lnTo>
                <a:lnTo>
                  <a:pt x="130" y="554"/>
                </a:lnTo>
                <a:lnTo>
                  <a:pt x="130" y="553"/>
                </a:lnTo>
                <a:lnTo>
                  <a:pt x="129" y="554"/>
                </a:lnTo>
                <a:lnTo>
                  <a:pt x="128" y="554"/>
                </a:lnTo>
                <a:lnTo>
                  <a:pt x="127" y="554"/>
                </a:lnTo>
                <a:lnTo>
                  <a:pt x="126" y="554"/>
                </a:lnTo>
                <a:lnTo>
                  <a:pt x="126" y="555"/>
                </a:lnTo>
                <a:lnTo>
                  <a:pt x="125" y="556"/>
                </a:lnTo>
                <a:lnTo>
                  <a:pt x="124" y="556"/>
                </a:lnTo>
                <a:lnTo>
                  <a:pt x="123" y="556"/>
                </a:lnTo>
                <a:lnTo>
                  <a:pt x="124" y="555"/>
                </a:lnTo>
                <a:lnTo>
                  <a:pt x="124" y="554"/>
                </a:lnTo>
                <a:lnTo>
                  <a:pt x="122" y="554"/>
                </a:lnTo>
                <a:lnTo>
                  <a:pt x="122" y="555"/>
                </a:lnTo>
                <a:lnTo>
                  <a:pt x="121" y="555"/>
                </a:lnTo>
                <a:lnTo>
                  <a:pt x="121" y="556"/>
                </a:lnTo>
                <a:lnTo>
                  <a:pt x="121" y="557"/>
                </a:lnTo>
                <a:lnTo>
                  <a:pt x="121" y="558"/>
                </a:lnTo>
                <a:lnTo>
                  <a:pt x="120" y="558"/>
                </a:lnTo>
                <a:lnTo>
                  <a:pt x="120" y="559"/>
                </a:lnTo>
                <a:lnTo>
                  <a:pt x="120" y="560"/>
                </a:lnTo>
                <a:lnTo>
                  <a:pt x="121" y="560"/>
                </a:lnTo>
                <a:lnTo>
                  <a:pt x="120" y="561"/>
                </a:lnTo>
                <a:lnTo>
                  <a:pt x="120" y="562"/>
                </a:lnTo>
                <a:lnTo>
                  <a:pt x="120" y="563"/>
                </a:lnTo>
                <a:lnTo>
                  <a:pt x="119" y="563"/>
                </a:lnTo>
                <a:lnTo>
                  <a:pt x="119" y="564"/>
                </a:lnTo>
                <a:lnTo>
                  <a:pt x="119" y="565"/>
                </a:lnTo>
                <a:lnTo>
                  <a:pt x="118" y="565"/>
                </a:lnTo>
                <a:lnTo>
                  <a:pt x="117" y="565"/>
                </a:lnTo>
                <a:lnTo>
                  <a:pt x="117" y="564"/>
                </a:lnTo>
                <a:lnTo>
                  <a:pt x="116" y="563"/>
                </a:lnTo>
                <a:lnTo>
                  <a:pt x="117" y="562"/>
                </a:lnTo>
                <a:lnTo>
                  <a:pt x="116" y="562"/>
                </a:lnTo>
                <a:lnTo>
                  <a:pt x="116" y="561"/>
                </a:lnTo>
                <a:lnTo>
                  <a:pt x="115" y="561"/>
                </a:lnTo>
                <a:lnTo>
                  <a:pt x="114" y="562"/>
                </a:lnTo>
                <a:lnTo>
                  <a:pt x="113" y="562"/>
                </a:lnTo>
                <a:lnTo>
                  <a:pt x="112" y="562"/>
                </a:lnTo>
                <a:lnTo>
                  <a:pt x="112" y="561"/>
                </a:lnTo>
                <a:lnTo>
                  <a:pt x="111" y="561"/>
                </a:lnTo>
                <a:lnTo>
                  <a:pt x="111" y="560"/>
                </a:lnTo>
                <a:lnTo>
                  <a:pt x="110" y="560"/>
                </a:lnTo>
                <a:lnTo>
                  <a:pt x="109" y="560"/>
                </a:lnTo>
                <a:lnTo>
                  <a:pt x="110" y="560"/>
                </a:lnTo>
                <a:lnTo>
                  <a:pt x="109" y="561"/>
                </a:lnTo>
                <a:lnTo>
                  <a:pt x="108" y="561"/>
                </a:lnTo>
                <a:lnTo>
                  <a:pt x="108" y="560"/>
                </a:lnTo>
                <a:lnTo>
                  <a:pt x="107" y="560"/>
                </a:lnTo>
                <a:lnTo>
                  <a:pt x="107" y="559"/>
                </a:lnTo>
                <a:lnTo>
                  <a:pt x="107" y="560"/>
                </a:lnTo>
                <a:lnTo>
                  <a:pt x="106" y="560"/>
                </a:lnTo>
                <a:lnTo>
                  <a:pt x="105" y="560"/>
                </a:lnTo>
                <a:lnTo>
                  <a:pt x="105" y="561"/>
                </a:lnTo>
                <a:lnTo>
                  <a:pt x="105" y="562"/>
                </a:lnTo>
                <a:lnTo>
                  <a:pt x="105" y="563"/>
                </a:lnTo>
                <a:lnTo>
                  <a:pt x="106" y="563"/>
                </a:lnTo>
                <a:lnTo>
                  <a:pt x="105" y="564"/>
                </a:lnTo>
                <a:lnTo>
                  <a:pt x="106" y="564"/>
                </a:lnTo>
                <a:lnTo>
                  <a:pt x="106" y="565"/>
                </a:lnTo>
                <a:lnTo>
                  <a:pt x="105" y="566"/>
                </a:lnTo>
                <a:lnTo>
                  <a:pt x="104" y="566"/>
                </a:lnTo>
                <a:lnTo>
                  <a:pt x="104" y="567"/>
                </a:lnTo>
                <a:lnTo>
                  <a:pt x="103" y="567"/>
                </a:lnTo>
                <a:lnTo>
                  <a:pt x="103" y="568"/>
                </a:lnTo>
                <a:lnTo>
                  <a:pt x="103" y="569"/>
                </a:lnTo>
                <a:lnTo>
                  <a:pt x="103" y="568"/>
                </a:lnTo>
                <a:lnTo>
                  <a:pt x="102" y="568"/>
                </a:lnTo>
                <a:lnTo>
                  <a:pt x="101" y="568"/>
                </a:lnTo>
                <a:lnTo>
                  <a:pt x="101" y="567"/>
                </a:lnTo>
                <a:lnTo>
                  <a:pt x="100" y="566"/>
                </a:lnTo>
                <a:lnTo>
                  <a:pt x="100" y="565"/>
                </a:lnTo>
                <a:lnTo>
                  <a:pt x="100" y="564"/>
                </a:lnTo>
                <a:lnTo>
                  <a:pt x="99" y="564"/>
                </a:lnTo>
                <a:lnTo>
                  <a:pt x="99" y="563"/>
                </a:lnTo>
                <a:lnTo>
                  <a:pt x="98" y="564"/>
                </a:lnTo>
                <a:lnTo>
                  <a:pt x="97" y="564"/>
                </a:lnTo>
                <a:lnTo>
                  <a:pt x="96" y="564"/>
                </a:lnTo>
                <a:lnTo>
                  <a:pt x="95" y="564"/>
                </a:lnTo>
                <a:lnTo>
                  <a:pt x="94" y="565"/>
                </a:lnTo>
                <a:lnTo>
                  <a:pt x="93" y="566"/>
                </a:lnTo>
                <a:lnTo>
                  <a:pt x="93" y="567"/>
                </a:lnTo>
                <a:lnTo>
                  <a:pt x="92" y="568"/>
                </a:lnTo>
                <a:lnTo>
                  <a:pt x="91" y="567"/>
                </a:lnTo>
                <a:lnTo>
                  <a:pt x="90" y="567"/>
                </a:lnTo>
                <a:lnTo>
                  <a:pt x="90" y="568"/>
                </a:lnTo>
                <a:lnTo>
                  <a:pt x="89" y="567"/>
                </a:lnTo>
                <a:lnTo>
                  <a:pt x="88" y="567"/>
                </a:lnTo>
                <a:lnTo>
                  <a:pt x="88" y="566"/>
                </a:lnTo>
                <a:lnTo>
                  <a:pt x="87" y="566"/>
                </a:lnTo>
                <a:lnTo>
                  <a:pt x="86" y="566"/>
                </a:lnTo>
                <a:lnTo>
                  <a:pt x="86" y="567"/>
                </a:lnTo>
                <a:lnTo>
                  <a:pt x="85" y="567"/>
                </a:lnTo>
                <a:lnTo>
                  <a:pt x="84" y="568"/>
                </a:lnTo>
                <a:lnTo>
                  <a:pt x="83" y="569"/>
                </a:lnTo>
                <a:lnTo>
                  <a:pt x="83" y="568"/>
                </a:lnTo>
                <a:lnTo>
                  <a:pt x="82" y="569"/>
                </a:lnTo>
                <a:lnTo>
                  <a:pt x="82" y="570"/>
                </a:lnTo>
                <a:lnTo>
                  <a:pt x="81" y="571"/>
                </a:lnTo>
                <a:lnTo>
                  <a:pt x="80" y="571"/>
                </a:lnTo>
                <a:lnTo>
                  <a:pt x="80" y="572"/>
                </a:lnTo>
                <a:lnTo>
                  <a:pt x="79" y="572"/>
                </a:lnTo>
                <a:lnTo>
                  <a:pt x="78" y="573"/>
                </a:lnTo>
                <a:lnTo>
                  <a:pt x="78" y="572"/>
                </a:lnTo>
                <a:lnTo>
                  <a:pt x="77" y="572"/>
                </a:lnTo>
                <a:lnTo>
                  <a:pt x="76" y="572"/>
                </a:lnTo>
                <a:lnTo>
                  <a:pt x="76" y="571"/>
                </a:lnTo>
                <a:lnTo>
                  <a:pt x="76" y="572"/>
                </a:lnTo>
                <a:lnTo>
                  <a:pt x="76" y="571"/>
                </a:lnTo>
                <a:lnTo>
                  <a:pt x="76" y="570"/>
                </a:lnTo>
                <a:lnTo>
                  <a:pt x="76" y="569"/>
                </a:lnTo>
                <a:lnTo>
                  <a:pt x="75" y="568"/>
                </a:lnTo>
                <a:lnTo>
                  <a:pt x="74" y="568"/>
                </a:lnTo>
                <a:lnTo>
                  <a:pt x="74" y="567"/>
                </a:lnTo>
                <a:lnTo>
                  <a:pt x="74" y="566"/>
                </a:lnTo>
                <a:lnTo>
                  <a:pt x="75" y="565"/>
                </a:lnTo>
                <a:lnTo>
                  <a:pt x="74" y="565"/>
                </a:lnTo>
                <a:lnTo>
                  <a:pt x="73" y="565"/>
                </a:lnTo>
                <a:lnTo>
                  <a:pt x="73" y="564"/>
                </a:lnTo>
                <a:lnTo>
                  <a:pt x="72" y="564"/>
                </a:lnTo>
                <a:lnTo>
                  <a:pt x="72" y="563"/>
                </a:lnTo>
                <a:lnTo>
                  <a:pt x="71" y="563"/>
                </a:lnTo>
                <a:lnTo>
                  <a:pt x="71" y="562"/>
                </a:lnTo>
                <a:lnTo>
                  <a:pt x="70" y="563"/>
                </a:lnTo>
                <a:lnTo>
                  <a:pt x="71" y="563"/>
                </a:lnTo>
                <a:lnTo>
                  <a:pt x="71" y="564"/>
                </a:lnTo>
                <a:lnTo>
                  <a:pt x="70" y="564"/>
                </a:lnTo>
                <a:lnTo>
                  <a:pt x="71" y="564"/>
                </a:lnTo>
                <a:lnTo>
                  <a:pt x="71" y="563"/>
                </a:lnTo>
                <a:lnTo>
                  <a:pt x="70" y="563"/>
                </a:lnTo>
                <a:lnTo>
                  <a:pt x="69" y="563"/>
                </a:lnTo>
                <a:lnTo>
                  <a:pt x="69" y="564"/>
                </a:lnTo>
                <a:lnTo>
                  <a:pt x="68" y="563"/>
                </a:lnTo>
                <a:lnTo>
                  <a:pt x="68" y="564"/>
                </a:lnTo>
                <a:lnTo>
                  <a:pt x="67" y="564"/>
                </a:lnTo>
                <a:lnTo>
                  <a:pt x="66" y="563"/>
                </a:lnTo>
                <a:lnTo>
                  <a:pt x="66" y="562"/>
                </a:lnTo>
                <a:lnTo>
                  <a:pt x="65" y="562"/>
                </a:lnTo>
                <a:lnTo>
                  <a:pt x="65" y="560"/>
                </a:lnTo>
                <a:lnTo>
                  <a:pt x="65" y="559"/>
                </a:lnTo>
                <a:lnTo>
                  <a:pt x="64" y="558"/>
                </a:lnTo>
                <a:lnTo>
                  <a:pt x="63" y="558"/>
                </a:lnTo>
                <a:lnTo>
                  <a:pt x="63" y="557"/>
                </a:lnTo>
                <a:lnTo>
                  <a:pt x="62" y="557"/>
                </a:lnTo>
                <a:lnTo>
                  <a:pt x="61" y="557"/>
                </a:lnTo>
                <a:lnTo>
                  <a:pt x="60" y="557"/>
                </a:lnTo>
                <a:lnTo>
                  <a:pt x="59" y="557"/>
                </a:lnTo>
                <a:lnTo>
                  <a:pt x="58" y="557"/>
                </a:lnTo>
                <a:lnTo>
                  <a:pt x="58" y="556"/>
                </a:lnTo>
                <a:lnTo>
                  <a:pt x="57" y="556"/>
                </a:lnTo>
                <a:lnTo>
                  <a:pt x="56" y="556"/>
                </a:lnTo>
                <a:lnTo>
                  <a:pt x="56" y="557"/>
                </a:lnTo>
                <a:lnTo>
                  <a:pt x="55" y="557"/>
                </a:lnTo>
                <a:lnTo>
                  <a:pt x="55" y="556"/>
                </a:lnTo>
                <a:lnTo>
                  <a:pt x="55" y="555"/>
                </a:lnTo>
                <a:lnTo>
                  <a:pt x="56" y="555"/>
                </a:lnTo>
                <a:lnTo>
                  <a:pt x="56" y="556"/>
                </a:lnTo>
                <a:lnTo>
                  <a:pt x="56" y="555"/>
                </a:lnTo>
                <a:lnTo>
                  <a:pt x="56" y="554"/>
                </a:lnTo>
                <a:lnTo>
                  <a:pt x="55" y="554"/>
                </a:lnTo>
                <a:lnTo>
                  <a:pt x="55" y="553"/>
                </a:lnTo>
                <a:lnTo>
                  <a:pt x="54" y="553"/>
                </a:lnTo>
                <a:lnTo>
                  <a:pt x="54" y="552"/>
                </a:lnTo>
                <a:lnTo>
                  <a:pt x="55" y="552"/>
                </a:lnTo>
                <a:lnTo>
                  <a:pt x="56" y="552"/>
                </a:lnTo>
                <a:lnTo>
                  <a:pt x="57" y="552"/>
                </a:lnTo>
                <a:lnTo>
                  <a:pt x="58" y="552"/>
                </a:lnTo>
                <a:lnTo>
                  <a:pt x="59" y="552"/>
                </a:lnTo>
                <a:lnTo>
                  <a:pt x="60" y="551"/>
                </a:lnTo>
                <a:lnTo>
                  <a:pt x="61" y="551"/>
                </a:lnTo>
                <a:lnTo>
                  <a:pt x="62" y="551"/>
                </a:lnTo>
                <a:lnTo>
                  <a:pt x="63" y="551"/>
                </a:lnTo>
                <a:lnTo>
                  <a:pt x="64" y="551"/>
                </a:lnTo>
                <a:lnTo>
                  <a:pt x="64" y="550"/>
                </a:lnTo>
                <a:lnTo>
                  <a:pt x="64" y="549"/>
                </a:lnTo>
                <a:lnTo>
                  <a:pt x="65" y="549"/>
                </a:lnTo>
                <a:lnTo>
                  <a:pt x="65" y="548"/>
                </a:lnTo>
                <a:lnTo>
                  <a:pt x="67" y="548"/>
                </a:lnTo>
                <a:lnTo>
                  <a:pt x="68" y="547"/>
                </a:lnTo>
                <a:lnTo>
                  <a:pt x="69" y="546"/>
                </a:lnTo>
                <a:lnTo>
                  <a:pt x="70" y="546"/>
                </a:lnTo>
                <a:lnTo>
                  <a:pt x="70" y="545"/>
                </a:lnTo>
                <a:lnTo>
                  <a:pt x="70" y="544"/>
                </a:lnTo>
                <a:lnTo>
                  <a:pt x="70" y="543"/>
                </a:lnTo>
                <a:lnTo>
                  <a:pt x="69" y="543"/>
                </a:lnTo>
                <a:lnTo>
                  <a:pt x="69" y="542"/>
                </a:lnTo>
                <a:lnTo>
                  <a:pt x="70" y="542"/>
                </a:lnTo>
                <a:lnTo>
                  <a:pt x="71" y="541"/>
                </a:lnTo>
                <a:lnTo>
                  <a:pt x="70" y="540"/>
                </a:lnTo>
                <a:lnTo>
                  <a:pt x="70" y="538"/>
                </a:lnTo>
                <a:lnTo>
                  <a:pt x="71" y="538"/>
                </a:lnTo>
                <a:lnTo>
                  <a:pt x="71" y="537"/>
                </a:lnTo>
                <a:lnTo>
                  <a:pt x="72" y="536"/>
                </a:lnTo>
                <a:lnTo>
                  <a:pt x="72" y="535"/>
                </a:lnTo>
                <a:lnTo>
                  <a:pt x="73" y="535"/>
                </a:lnTo>
                <a:lnTo>
                  <a:pt x="73" y="534"/>
                </a:lnTo>
                <a:lnTo>
                  <a:pt x="73" y="533"/>
                </a:lnTo>
                <a:lnTo>
                  <a:pt x="74" y="533"/>
                </a:lnTo>
                <a:lnTo>
                  <a:pt x="75" y="533"/>
                </a:lnTo>
                <a:lnTo>
                  <a:pt x="75" y="532"/>
                </a:lnTo>
                <a:lnTo>
                  <a:pt x="76" y="532"/>
                </a:lnTo>
                <a:lnTo>
                  <a:pt x="76" y="531"/>
                </a:lnTo>
                <a:lnTo>
                  <a:pt x="76" y="530"/>
                </a:lnTo>
                <a:lnTo>
                  <a:pt x="75" y="529"/>
                </a:lnTo>
                <a:lnTo>
                  <a:pt x="74" y="528"/>
                </a:lnTo>
                <a:lnTo>
                  <a:pt x="75" y="528"/>
                </a:lnTo>
                <a:lnTo>
                  <a:pt x="75" y="527"/>
                </a:lnTo>
                <a:lnTo>
                  <a:pt x="75" y="526"/>
                </a:lnTo>
                <a:lnTo>
                  <a:pt x="75" y="525"/>
                </a:lnTo>
                <a:lnTo>
                  <a:pt x="75" y="524"/>
                </a:lnTo>
                <a:lnTo>
                  <a:pt x="76" y="524"/>
                </a:lnTo>
                <a:lnTo>
                  <a:pt x="77" y="524"/>
                </a:lnTo>
                <a:lnTo>
                  <a:pt x="78" y="524"/>
                </a:lnTo>
                <a:lnTo>
                  <a:pt x="78" y="523"/>
                </a:lnTo>
                <a:lnTo>
                  <a:pt x="77" y="523"/>
                </a:lnTo>
                <a:lnTo>
                  <a:pt x="77" y="522"/>
                </a:lnTo>
                <a:lnTo>
                  <a:pt x="78" y="522"/>
                </a:lnTo>
                <a:lnTo>
                  <a:pt x="79" y="522"/>
                </a:lnTo>
                <a:lnTo>
                  <a:pt x="80" y="522"/>
                </a:lnTo>
                <a:lnTo>
                  <a:pt x="80" y="521"/>
                </a:lnTo>
                <a:lnTo>
                  <a:pt x="81" y="521"/>
                </a:lnTo>
                <a:lnTo>
                  <a:pt x="80" y="521"/>
                </a:lnTo>
                <a:lnTo>
                  <a:pt x="80" y="520"/>
                </a:lnTo>
                <a:lnTo>
                  <a:pt x="81" y="520"/>
                </a:lnTo>
                <a:lnTo>
                  <a:pt x="81" y="519"/>
                </a:lnTo>
                <a:lnTo>
                  <a:pt x="82" y="519"/>
                </a:lnTo>
                <a:lnTo>
                  <a:pt x="83" y="519"/>
                </a:lnTo>
                <a:lnTo>
                  <a:pt x="84" y="519"/>
                </a:lnTo>
                <a:lnTo>
                  <a:pt x="85" y="519"/>
                </a:lnTo>
                <a:lnTo>
                  <a:pt x="86" y="519"/>
                </a:lnTo>
                <a:lnTo>
                  <a:pt x="85" y="519"/>
                </a:lnTo>
                <a:lnTo>
                  <a:pt x="85" y="518"/>
                </a:lnTo>
                <a:lnTo>
                  <a:pt x="86" y="517"/>
                </a:lnTo>
                <a:lnTo>
                  <a:pt x="87" y="517"/>
                </a:lnTo>
                <a:lnTo>
                  <a:pt x="88" y="517"/>
                </a:lnTo>
                <a:lnTo>
                  <a:pt x="88" y="516"/>
                </a:lnTo>
                <a:lnTo>
                  <a:pt x="88" y="515"/>
                </a:lnTo>
                <a:lnTo>
                  <a:pt x="88" y="514"/>
                </a:lnTo>
                <a:lnTo>
                  <a:pt x="89" y="513"/>
                </a:lnTo>
                <a:lnTo>
                  <a:pt x="89" y="512"/>
                </a:lnTo>
                <a:lnTo>
                  <a:pt x="90" y="511"/>
                </a:lnTo>
                <a:lnTo>
                  <a:pt x="91" y="511"/>
                </a:lnTo>
                <a:lnTo>
                  <a:pt x="92" y="511"/>
                </a:lnTo>
                <a:lnTo>
                  <a:pt x="93" y="512"/>
                </a:lnTo>
                <a:lnTo>
                  <a:pt x="93" y="511"/>
                </a:lnTo>
                <a:lnTo>
                  <a:pt x="94" y="511"/>
                </a:lnTo>
                <a:lnTo>
                  <a:pt x="95" y="512"/>
                </a:lnTo>
                <a:lnTo>
                  <a:pt x="96" y="512"/>
                </a:lnTo>
                <a:lnTo>
                  <a:pt x="97" y="512"/>
                </a:lnTo>
                <a:lnTo>
                  <a:pt x="98" y="511"/>
                </a:lnTo>
                <a:lnTo>
                  <a:pt x="99" y="511"/>
                </a:lnTo>
                <a:lnTo>
                  <a:pt x="99" y="510"/>
                </a:lnTo>
                <a:lnTo>
                  <a:pt x="99" y="509"/>
                </a:lnTo>
                <a:lnTo>
                  <a:pt x="100" y="509"/>
                </a:lnTo>
                <a:lnTo>
                  <a:pt x="100" y="508"/>
                </a:lnTo>
                <a:lnTo>
                  <a:pt x="101" y="508"/>
                </a:lnTo>
                <a:lnTo>
                  <a:pt x="101" y="509"/>
                </a:lnTo>
                <a:lnTo>
                  <a:pt x="102" y="509"/>
                </a:lnTo>
                <a:lnTo>
                  <a:pt x="102" y="508"/>
                </a:lnTo>
                <a:lnTo>
                  <a:pt x="103" y="508"/>
                </a:lnTo>
                <a:lnTo>
                  <a:pt x="104" y="508"/>
                </a:lnTo>
                <a:lnTo>
                  <a:pt x="104" y="507"/>
                </a:lnTo>
                <a:lnTo>
                  <a:pt x="105" y="508"/>
                </a:lnTo>
                <a:lnTo>
                  <a:pt x="105" y="507"/>
                </a:lnTo>
                <a:lnTo>
                  <a:pt x="106" y="507"/>
                </a:lnTo>
                <a:lnTo>
                  <a:pt x="106" y="506"/>
                </a:lnTo>
                <a:lnTo>
                  <a:pt x="105" y="505"/>
                </a:lnTo>
                <a:lnTo>
                  <a:pt x="105" y="504"/>
                </a:lnTo>
                <a:lnTo>
                  <a:pt x="106" y="504"/>
                </a:lnTo>
                <a:lnTo>
                  <a:pt x="106" y="503"/>
                </a:lnTo>
                <a:lnTo>
                  <a:pt x="105" y="503"/>
                </a:lnTo>
                <a:lnTo>
                  <a:pt x="105" y="504"/>
                </a:lnTo>
                <a:lnTo>
                  <a:pt x="105" y="503"/>
                </a:lnTo>
                <a:lnTo>
                  <a:pt x="104" y="503"/>
                </a:lnTo>
                <a:lnTo>
                  <a:pt x="103" y="503"/>
                </a:lnTo>
                <a:lnTo>
                  <a:pt x="102" y="502"/>
                </a:lnTo>
                <a:lnTo>
                  <a:pt x="101" y="502"/>
                </a:lnTo>
                <a:lnTo>
                  <a:pt x="101" y="501"/>
                </a:lnTo>
                <a:lnTo>
                  <a:pt x="101" y="500"/>
                </a:lnTo>
                <a:lnTo>
                  <a:pt x="100" y="500"/>
                </a:lnTo>
                <a:lnTo>
                  <a:pt x="100" y="499"/>
                </a:lnTo>
                <a:lnTo>
                  <a:pt x="101" y="499"/>
                </a:lnTo>
                <a:lnTo>
                  <a:pt x="102" y="499"/>
                </a:lnTo>
                <a:lnTo>
                  <a:pt x="102" y="498"/>
                </a:lnTo>
                <a:lnTo>
                  <a:pt x="102" y="497"/>
                </a:lnTo>
                <a:lnTo>
                  <a:pt x="103" y="497"/>
                </a:lnTo>
                <a:lnTo>
                  <a:pt x="104" y="496"/>
                </a:lnTo>
                <a:lnTo>
                  <a:pt x="105" y="495"/>
                </a:lnTo>
                <a:lnTo>
                  <a:pt x="105" y="496"/>
                </a:lnTo>
                <a:lnTo>
                  <a:pt x="106" y="496"/>
                </a:lnTo>
                <a:lnTo>
                  <a:pt x="107" y="496"/>
                </a:lnTo>
                <a:lnTo>
                  <a:pt x="107" y="495"/>
                </a:lnTo>
                <a:lnTo>
                  <a:pt x="106" y="496"/>
                </a:lnTo>
                <a:lnTo>
                  <a:pt x="106" y="495"/>
                </a:lnTo>
                <a:lnTo>
                  <a:pt x="107" y="495"/>
                </a:lnTo>
                <a:lnTo>
                  <a:pt x="106" y="494"/>
                </a:lnTo>
                <a:lnTo>
                  <a:pt x="106" y="493"/>
                </a:lnTo>
                <a:lnTo>
                  <a:pt x="107" y="493"/>
                </a:lnTo>
                <a:lnTo>
                  <a:pt x="106" y="492"/>
                </a:lnTo>
                <a:lnTo>
                  <a:pt x="106" y="491"/>
                </a:lnTo>
                <a:lnTo>
                  <a:pt x="105" y="490"/>
                </a:lnTo>
                <a:lnTo>
                  <a:pt x="104" y="490"/>
                </a:lnTo>
                <a:lnTo>
                  <a:pt x="105" y="489"/>
                </a:lnTo>
                <a:lnTo>
                  <a:pt x="104" y="489"/>
                </a:lnTo>
                <a:lnTo>
                  <a:pt x="104" y="488"/>
                </a:lnTo>
                <a:lnTo>
                  <a:pt x="103" y="488"/>
                </a:lnTo>
                <a:lnTo>
                  <a:pt x="104" y="488"/>
                </a:lnTo>
                <a:lnTo>
                  <a:pt x="104" y="487"/>
                </a:lnTo>
                <a:lnTo>
                  <a:pt x="103" y="487"/>
                </a:lnTo>
                <a:lnTo>
                  <a:pt x="102" y="487"/>
                </a:lnTo>
                <a:lnTo>
                  <a:pt x="102" y="486"/>
                </a:lnTo>
                <a:lnTo>
                  <a:pt x="101" y="486"/>
                </a:lnTo>
                <a:lnTo>
                  <a:pt x="101" y="487"/>
                </a:lnTo>
                <a:lnTo>
                  <a:pt x="100" y="487"/>
                </a:lnTo>
                <a:lnTo>
                  <a:pt x="100" y="486"/>
                </a:lnTo>
                <a:lnTo>
                  <a:pt x="99" y="486"/>
                </a:lnTo>
                <a:lnTo>
                  <a:pt x="97" y="486"/>
                </a:lnTo>
                <a:lnTo>
                  <a:pt x="96" y="486"/>
                </a:lnTo>
                <a:lnTo>
                  <a:pt x="96" y="485"/>
                </a:lnTo>
                <a:lnTo>
                  <a:pt x="95" y="484"/>
                </a:lnTo>
                <a:lnTo>
                  <a:pt x="95" y="483"/>
                </a:lnTo>
                <a:lnTo>
                  <a:pt x="94" y="483"/>
                </a:lnTo>
                <a:lnTo>
                  <a:pt x="93" y="483"/>
                </a:lnTo>
                <a:lnTo>
                  <a:pt x="93" y="482"/>
                </a:lnTo>
                <a:lnTo>
                  <a:pt x="94" y="482"/>
                </a:lnTo>
                <a:lnTo>
                  <a:pt x="93" y="482"/>
                </a:lnTo>
                <a:lnTo>
                  <a:pt x="93" y="481"/>
                </a:lnTo>
                <a:lnTo>
                  <a:pt x="93" y="480"/>
                </a:lnTo>
                <a:lnTo>
                  <a:pt x="93" y="479"/>
                </a:lnTo>
                <a:lnTo>
                  <a:pt x="92" y="479"/>
                </a:lnTo>
                <a:lnTo>
                  <a:pt x="91" y="479"/>
                </a:lnTo>
                <a:lnTo>
                  <a:pt x="92" y="480"/>
                </a:lnTo>
                <a:lnTo>
                  <a:pt x="91" y="480"/>
                </a:lnTo>
                <a:lnTo>
                  <a:pt x="91" y="479"/>
                </a:lnTo>
                <a:lnTo>
                  <a:pt x="92" y="478"/>
                </a:lnTo>
                <a:lnTo>
                  <a:pt x="91" y="478"/>
                </a:lnTo>
                <a:lnTo>
                  <a:pt x="90" y="478"/>
                </a:lnTo>
                <a:lnTo>
                  <a:pt x="89" y="478"/>
                </a:lnTo>
                <a:lnTo>
                  <a:pt x="89" y="477"/>
                </a:lnTo>
                <a:lnTo>
                  <a:pt x="88" y="477"/>
                </a:lnTo>
                <a:lnTo>
                  <a:pt x="87" y="477"/>
                </a:lnTo>
                <a:lnTo>
                  <a:pt x="86" y="478"/>
                </a:lnTo>
                <a:lnTo>
                  <a:pt x="85" y="478"/>
                </a:lnTo>
                <a:lnTo>
                  <a:pt x="85" y="479"/>
                </a:lnTo>
                <a:lnTo>
                  <a:pt x="85" y="480"/>
                </a:lnTo>
                <a:lnTo>
                  <a:pt x="84" y="480"/>
                </a:lnTo>
                <a:lnTo>
                  <a:pt x="84" y="481"/>
                </a:lnTo>
                <a:lnTo>
                  <a:pt x="83" y="481"/>
                </a:lnTo>
                <a:lnTo>
                  <a:pt x="83" y="482"/>
                </a:lnTo>
                <a:lnTo>
                  <a:pt x="82" y="481"/>
                </a:lnTo>
                <a:lnTo>
                  <a:pt x="81" y="481"/>
                </a:lnTo>
                <a:lnTo>
                  <a:pt x="81" y="480"/>
                </a:lnTo>
                <a:lnTo>
                  <a:pt x="80" y="480"/>
                </a:lnTo>
                <a:lnTo>
                  <a:pt x="79" y="480"/>
                </a:lnTo>
                <a:lnTo>
                  <a:pt x="79" y="481"/>
                </a:lnTo>
                <a:lnTo>
                  <a:pt x="79" y="482"/>
                </a:lnTo>
                <a:lnTo>
                  <a:pt x="78" y="483"/>
                </a:lnTo>
                <a:lnTo>
                  <a:pt x="78" y="484"/>
                </a:lnTo>
                <a:lnTo>
                  <a:pt x="78" y="485"/>
                </a:lnTo>
                <a:lnTo>
                  <a:pt x="77" y="485"/>
                </a:lnTo>
                <a:lnTo>
                  <a:pt x="76" y="485"/>
                </a:lnTo>
                <a:lnTo>
                  <a:pt x="75" y="486"/>
                </a:lnTo>
                <a:lnTo>
                  <a:pt x="74" y="486"/>
                </a:lnTo>
                <a:lnTo>
                  <a:pt x="74" y="487"/>
                </a:lnTo>
                <a:lnTo>
                  <a:pt x="73" y="487"/>
                </a:lnTo>
                <a:lnTo>
                  <a:pt x="73" y="486"/>
                </a:lnTo>
                <a:lnTo>
                  <a:pt x="71" y="486"/>
                </a:lnTo>
                <a:lnTo>
                  <a:pt x="70" y="486"/>
                </a:lnTo>
                <a:lnTo>
                  <a:pt x="70" y="485"/>
                </a:lnTo>
                <a:lnTo>
                  <a:pt x="68" y="485"/>
                </a:lnTo>
                <a:lnTo>
                  <a:pt x="67" y="485"/>
                </a:lnTo>
                <a:lnTo>
                  <a:pt x="67" y="486"/>
                </a:lnTo>
                <a:lnTo>
                  <a:pt x="67" y="487"/>
                </a:lnTo>
                <a:lnTo>
                  <a:pt x="68" y="488"/>
                </a:lnTo>
                <a:lnTo>
                  <a:pt x="67" y="488"/>
                </a:lnTo>
                <a:lnTo>
                  <a:pt x="66" y="488"/>
                </a:lnTo>
                <a:lnTo>
                  <a:pt x="66" y="489"/>
                </a:lnTo>
                <a:lnTo>
                  <a:pt x="67" y="490"/>
                </a:lnTo>
                <a:lnTo>
                  <a:pt x="66" y="490"/>
                </a:lnTo>
                <a:lnTo>
                  <a:pt x="65" y="489"/>
                </a:lnTo>
                <a:lnTo>
                  <a:pt x="64" y="488"/>
                </a:lnTo>
                <a:lnTo>
                  <a:pt x="63" y="489"/>
                </a:lnTo>
                <a:lnTo>
                  <a:pt x="63" y="490"/>
                </a:lnTo>
                <a:lnTo>
                  <a:pt x="62" y="489"/>
                </a:lnTo>
                <a:lnTo>
                  <a:pt x="61" y="489"/>
                </a:lnTo>
                <a:lnTo>
                  <a:pt x="60" y="489"/>
                </a:lnTo>
                <a:lnTo>
                  <a:pt x="59" y="489"/>
                </a:lnTo>
                <a:lnTo>
                  <a:pt x="58" y="489"/>
                </a:lnTo>
                <a:lnTo>
                  <a:pt x="58" y="488"/>
                </a:lnTo>
                <a:lnTo>
                  <a:pt x="58" y="487"/>
                </a:lnTo>
                <a:lnTo>
                  <a:pt x="57" y="487"/>
                </a:lnTo>
                <a:lnTo>
                  <a:pt x="56" y="487"/>
                </a:lnTo>
                <a:lnTo>
                  <a:pt x="56" y="488"/>
                </a:lnTo>
                <a:lnTo>
                  <a:pt x="55" y="488"/>
                </a:lnTo>
                <a:lnTo>
                  <a:pt x="54" y="487"/>
                </a:lnTo>
                <a:lnTo>
                  <a:pt x="53" y="487"/>
                </a:lnTo>
                <a:lnTo>
                  <a:pt x="53" y="488"/>
                </a:lnTo>
                <a:lnTo>
                  <a:pt x="52" y="488"/>
                </a:lnTo>
                <a:lnTo>
                  <a:pt x="52" y="487"/>
                </a:lnTo>
                <a:lnTo>
                  <a:pt x="51" y="488"/>
                </a:lnTo>
                <a:lnTo>
                  <a:pt x="51" y="489"/>
                </a:lnTo>
                <a:lnTo>
                  <a:pt x="50" y="489"/>
                </a:lnTo>
                <a:lnTo>
                  <a:pt x="50" y="488"/>
                </a:lnTo>
                <a:lnTo>
                  <a:pt x="50" y="489"/>
                </a:lnTo>
                <a:lnTo>
                  <a:pt x="49" y="489"/>
                </a:lnTo>
                <a:lnTo>
                  <a:pt x="47" y="491"/>
                </a:lnTo>
                <a:lnTo>
                  <a:pt x="46" y="491"/>
                </a:lnTo>
                <a:lnTo>
                  <a:pt x="45" y="491"/>
                </a:lnTo>
                <a:lnTo>
                  <a:pt x="44" y="491"/>
                </a:lnTo>
                <a:lnTo>
                  <a:pt x="44" y="492"/>
                </a:lnTo>
                <a:lnTo>
                  <a:pt x="43" y="492"/>
                </a:lnTo>
                <a:lnTo>
                  <a:pt x="43" y="493"/>
                </a:lnTo>
                <a:lnTo>
                  <a:pt x="43" y="494"/>
                </a:lnTo>
                <a:lnTo>
                  <a:pt x="42" y="494"/>
                </a:lnTo>
                <a:lnTo>
                  <a:pt x="42" y="493"/>
                </a:lnTo>
                <a:lnTo>
                  <a:pt x="42" y="492"/>
                </a:lnTo>
                <a:lnTo>
                  <a:pt x="41" y="492"/>
                </a:lnTo>
                <a:lnTo>
                  <a:pt x="41" y="491"/>
                </a:lnTo>
                <a:lnTo>
                  <a:pt x="41" y="490"/>
                </a:lnTo>
                <a:lnTo>
                  <a:pt x="42" y="490"/>
                </a:lnTo>
                <a:lnTo>
                  <a:pt x="42" y="489"/>
                </a:lnTo>
                <a:lnTo>
                  <a:pt x="41" y="489"/>
                </a:lnTo>
                <a:lnTo>
                  <a:pt x="41" y="488"/>
                </a:lnTo>
                <a:lnTo>
                  <a:pt x="42" y="488"/>
                </a:lnTo>
                <a:lnTo>
                  <a:pt x="43" y="488"/>
                </a:lnTo>
                <a:lnTo>
                  <a:pt x="44" y="488"/>
                </a:lnTo>
                <a:lnTo>
                  <a:pt x="44" y="487"/>
                </a:lnTo>
                <a:lnTo>
                  <a:pt x="43" y="487"/>
                </a:lnTo>
                <a:lnTo>
                  <a:pt x="42" y="487"/>
                </a:lnTo>
                <a:lnTo>
                  <a:pt x="42" y="486"/>
                </a:lnTo>
                <a:lnTo>
                  <a:pt x="42" y="485"/>
                </a:lnTo>
                <a:lnTo>
                  <a:pt x="43" y="484"/>
                </a:lnTo>
                <a:lnTo>
                  <a:pt x="43" y="483"/>
                </a:lnTo>
                <a:lnTo>
                  <a:pt x="42" y="483"/>
                </a:lnTo>
                <a:lnTo>
                  <a:pt x="42" y="482"/>
                </a:lnTo>
                <a:lnTo>
                  <a:pt x="43" y="482"/>
                </a:lnTo>
                <a:lnTo>
                  <a:pt x="42" y="481"/>
                </a:lnTo>
                <a:lnTo>
                  <a:pt x="42" y="480"/>
                </a:lnTo>
                <a:lnTo>
                  <a:pt x="43" y="480"/>
                </a:lnTo>
                <a:lnTo>
                  <a:pt x="43" y="479"/>
                </a:lnTo>
                <a:lnTo>
                  <a:pt x="42" y="479"/>
                </a:lnTo>
                <a:lnTo>
                  <a:pt x="42" y="480"/>
                </a:lnTo>
                <a:lnTo>
                  <a:pt x="41" y="480"/>
                </a:lnTo>
                <a:lnTo>
                  <a:pt x="40" y="480"/>
                </a:lnTo>
                <a:lnTo>
                  <a:pt x="40" y="479"/>
                </a:lnTo>
                <a:lnTo>
                  <a:pt x="39" y="479"/>
                </a:lnTo>
                <a:lnTo>
                  <a:pt x="38" y="478"/>
                </a:lnTo>
                <a:lnTo>
                  <a:pt x="38" y="477"/>
                </a:lnTo>
                <a:lnTo>
                  <a:pt x="38" y="476"/>
                </a:lnTo>
                <a:lnTo>
                  <a:pt x="39" y="475"/>
                </a:lnTo>
                <a:lnTo>
                  <a:pt x="40" y="475"/>
                </a:lnTo>
                <a:lnTo>
                  <a:pt x="40" y="474"/>
                </a:lnTo>
                <a:lnTo>
                  <a:pt x="39" y="474"/>
                </a:lnTo>
                <a:lnTo>
                  <a:pt x="38" y="474"/>
                </a:lnTo>
                <a:lnTo>
                  <a:pt x="37" y="473"/>
                </a:lnTo>
                <a:lnTo>
                  <a:pt x="36" y="473"/>
                </a:lnTo>
                <a:lnTo>
                  <a:pt x="35" y="473"/>
                </a:lnTo>
                <a:lnTo>
                  <a:pt x="35" y="474"/>
                </a:lnTo>
                <a:lnTo>
                  <a:pt x="34" y="474"/>
                </a:lnTo>
                <a:lnTo>
                  <a:pt x="34" y="473"/>
                </a:lnTo>
                <a:lnTo>
                  <a:pt x="34" y="472"/>
                </a:lnTo>
                <a:lnTo>
                  <a:pt x="35" y="471"/>
                </a:lnTo>
                <a:lnTo>
                  <a:pt x="36" y="470"/>
                </a:lnTo>
                <a:lnTo>
                  <a:pt x="35" y="470"/>
                </a:lnTo>
                <a:lnTo>
                  <a:pt x="35" y="468"/>
                </a:lnTo>
                <a:lnTo>
                  <a:pt x="35" y="467"/>
                </a:lnTo>
                <a:lnTo>
                  <a:pt x="36" y="466"/>
                </a:lnTo>
                <a:lnTo>
                  <a:pt x="36" y="465"/>
                </a:lnTo>
                <a:lnTo>
                  <a:pt x="37" y="465"/>
                </a:lnTo>
                <a:lnTo>
                  <a:pt x="38" y="465"/>
                </a:lnTo>
                <a:lnTo>
                  <a:pt x="38" y="464"/>
                </a:lnTo>
                <a:lnTo>
                  <a:pt x="38" y="463"/>
                </a:lnTo>
                <a:lnTo>
                  <a:pt x="38" y="462"/>
                </a:lnTo>
                <a:lnTo>
                  <a:pt x="39" y="462"/>
                </a:lnTo>
                <a:lnTo>
                  <a:pt x="38" y="461"/>
                </a:lnTo>
                <a:lnTo>
                  <a:pt x="37" y="461"/>
                </a:lnTo>
                <a:lnTo>
                  <a:pt x="37" y="460"/>
                </a:lnTo>
                <a:lnTo>
                  <a:pt x="38" y="458"/>
                </a:lnTo>
                <a:lnTo>
                  <a:pt x="37" y="458"/>
                </a:lnTo>
                <a:lnTo>
                  <a:pt x="37" y="457"/>
                </a:lnTo>
                <a:lnTo>
                  <a:pt x="36" y="457"/>
                </a:lnTo>
                <a:lnTo>
                  <a:pt x="35" y="456"/>
                </a:lnTo>
                <a:lnTo>
                  <a:pt x="35" y="455"/>
                </a:lnTo>
                <a:lnTo>
                  <a:pt x="35" y="454"/>
                </a:lnTo>
                <a:lnTo>
                  <a:pt x="34" y="453"/>
                </a:lnTo>
                <a:lnTo>
                  <a:pt x="34" y="452"/>
                </a:lnTo>
                <a:lnTo>
                  <a:pt x="33" y="451"/>
                </a:lnTo>
                <a:lnTo>
                  <a:pt x="33" y="450"/>
                </a:lnTo>
                <a:lnTo>
                  <a:pt x="33" y="449"/>
                </a:lnTo>
                <a:lnTo>
                  <a:pt x="32" y="449"/>
                </a:lnTo>
                <a:lnTo>
                  <a:pt x="32" y="448"/>
                </a:lnTo>
                <a:lnTo>
                  <a:pt x="32" y="447"/>
                </a:lnTo>
                <a:lnTo>
                  <a:pt x="32" y="446"/>
                </a:lnTo>
                <a:lnTo>
                  <a:pt x="31" y="445"/>
                </a:lnTo>
                <a:lnTo>
                  <a:pt x="32" y="445"/>
                </a:lnTo>
                <a:lnTo>
                  <a:pt x="32" y="444"/>
                </a:lnTo>
                <a:lnTo>
                  <a:pt x="32" y="443"/>
                </a:lnTo>
                <a:lnTo>
                  <a:pt x="33" y="443"/>
                </a:lnTo>
                <a:lnTo>
                  <a:pt x="34" y="441"/>
                </a:lnTo>
                <a:lnTo>
                  <a:pt x="35" y="441"/>
                </a:lnTo>
                <a:lnTo>
                  <a:pt x="36" y="440"/>
                </a:lnTo>
                <a:lnTo>
                  <a:pt x="35" y="440"/>
                </a:lnTo>
                <a:lnTo>
                  <a:pt x="35" y="439"/>
                </a:lnTo>
                <a:lnTo>
                  <a:pt x="36" y="438"/>
                </a:lnTo>
                <a:lnTo>
                  <a:pt x="36" y="437"/>
                </a:lnTo>
                <a:lnTo>
                  <a:pt x="37" y="436"/>
                </a:lnTo>
                <a:lnTo>
                  <a:pt x="37" y="435"/>
                </a:lnTo>
                <a:lnTo>
                  <a:pt x="36" y="434"/>
                </a:lnTo>
                <a:lnTo>
                  <a:pt x="37" y="434"/>
                </a:lnTo>
                <a:lnTo>
                  <a:pt x="38" y="432"/>
                </a:lnTo>
                <a:lnTo>
                  <a:pt x="38" y="431"/>
                </a:lnTo>
                <a:lnTo>
                  <a:pt x="40" y="431"/>
                </a:lnTo>
                <a:lnTo>
                  <a:pt x="40" y="430"/>
                </a:lnTo>
                <a:lnTo>
                  <a:pt x="40" y="431"/>
                </a:lnTo>
                <a:lnTo>
                  <a:pt x="40" y="430"/>
                </a:lnTo>
                <a:lnTo>
                  <a:pt x="40" y="429"/>
                </a:lnTo>
                <a:lnTo>
                  <a:pt x="41" y="429"/>
                </a:lnTo>
                <a:lnTo>
                  <a:pt x="41" y="428"/>
                </a:lnTo>
                <a:lnTo>
                  <a:pt x="42" y="428"/>
                </a:lnTo>
                <a:lnTo>
                  <a:pt x="41" y="427"/>
                </a:lnTo>
                <a:lnTo>
                  <a:pt x="41" y="426"/>
                </a:lnTo>
                <a:lnTo>
                  <a:pt x="41" y="425"/>
                </a:lnTo>
                <a:lnTo>
                  <a:pt x="42" y="424"/>
                </a:lnTo>
                <a:lnTo>
                  <a:pt x="42" y="423"/>
                </a:lnTo>
                <a:lnTo>
                  <a:pt x="41" y="422"/>
                </a:lnTo>
                <a:lnTo>
                  <a:pt x="41" y="421"/>
                </a:lnTo>
                <a:lnTo>
                  <a:pt x="41" y="420"/>
                </a:lnTo>
                <a:lnTo>
                  <a:pt x="41" y="419"/>
                </a:lnTo>
                <a:lnTo>
                  <a:pt x="42" y="419"/>
                </a:lnTo>
                <a:lnTo>
                  <a:pt x="42" y="418"/>
                </a:lnTo>
                <a:lnTo>
                  <a:pt x="41" y="418"/>
                </a:lnTo>
                <a:lnTo>
                  <a:pt x="41" y="417"/>
                </a:lnTo>
                <a:lnTo>
                  <a:pt x="40" y="417"/>
                </a:lnTo>
                <a:lnTo>
                  <a:pt x="40" y="416"/>
                </a:lnTo>
                <a:lnTo>
                  <a:pt x="40" y="415"/>
                </a:lnTo>
                <a:lnTo>
                  <a:pt x="41" y="415"/>
                </a:lnTo>
                <a:lnTo>
                  <a:pt x="41" y="414"/>
                </a:lnTo>
                <a:lnTo>
                  <a:pt x="42" y="414"/>
                </a:lnTo>
                <a:lnTo>
                  <a:pt x="42" y="413"/>
                </a:lnTo>
                <a:lnTo>
                  <a:pt x="43" y="412"/>
                </a:lnTo>
                <a:lnTo>
                  <a:pt x="42" y="412"/>
                </a:lnTo>
                <a:lnTo>
                  <a:pt x="43" y="411"/>
                </a:lnTo>
                <a:lnTo>
                  <a:pt x="43" y="410"/>
                </a:lnTo>
                <a:lnTo>
                  <a:pt x="43" y="409"/>
                </a:lnTo>
                <a:lnTo>
                  <a:pt x="44" y="409"/>
                </a:lnTo>
                <a:lnTo>
                  <a:pt x="45" y="409"/>
                </a:lnTo>
                <a:lnTo>
                  <a:pt x="46" y="409"/>
                </a:lnTo>
                <a:lnTo>
                  <a:pt x="46" y="410"/>
                </a:lnTo>
                <a:lnTo>
                  <a:pt x="47" y="410"/>
                </a:lnTo>
                <a:lnTo>
                  <a:pt x="49" y="410"/>
                </a:lnTo>
                <a:lnTo>
                  <a:pt x="50" y="409"/>
                </a:lnTo>
                <a:lnTo>
                  <a:pt x="50" y="408"/>
                </a:lnTo>
                <a:lnTo>
                  <a:pt x="49" y="408"/>
                </a:lnTo>
                <a:lnTo>
                  <a:pt x="49" y="407"/>
                </a:lnTo>
                <a:lnTo>
                  <a:pt x="50" y="407"/>
                </a:lnTo>
                <a:lnTo>
                  <a:pt x="51" y="406"/>
                </a:lnTo>
                <a:lnTo>
                  <a:pt x="52" y="406"/>
                </a:lnTo>
                <a:lnTo>
                  <a:pt x="53" y="405"/>
                </a:lnTo>
                <a:lnTo>
                  <a:pt x="54" y="405"/>
                </a:lnTo>
                <a:lnTo>
                  <a:pt x="54" y="404"/>
                </a:lnTo>
                <a:lnTo>
                  <a:pt x="55" y="404"/>
                </a:lnTo>
                <a:lnTo>
                  <a:pt x="55" y="405"/>
                </a:lnTo>
                <a:lnTo>
                  <a:pt x="56" y="405"/>
                </a:lnTo>
                <a:lnTo>
                  <a:pt x="57" y="404"/>
                </a:lnTo>
                <a:lnTo>
                  <a:pt x="58" y="403"/>
                </a:lnTo>
                <a:lnTo>
                  <a:pt x="59" y="403"/>
                </a:lnTo>
                <a:lnTo>
                  <a:pt x="59" y="402"/>
                </a:lnTo>
                <a:lnTo>
                  <a:pt x="60" y="402"/>
                </a:lnTo>
                <a:lnTo>
                  <a:pt x="61" y="401"/>
                </a:lnTo>
                <a:lnTo>
                  <a:pt x="60" y="401"/>
                </a:lnTo>
                <a:lnTo>
                  <a:pt x="59" y="400"/>
                </a:lnTo>
                <a:lnTo>
                  <a:pt x="59" y="399"/>
                </a:lnTo>
                <a:lnTo>
                  <a:pt x="60" y="399"/>
                </a:lnTo>
                <a:lnTo>
                  <a:pt x="60" y="398"/>
                </a:lnTo>
                <a:lnTo>
                  <a:pt x="59" y="398"/>
                </a:lnTo>
                <a:lnTo>
                  <a:pt x="59" y="397"/>
                </a:lnTo>
                <a:lnTo>
                  <a:pt x="59" y="396"/>
                </a:lnTo>
                <a:lnTo>
                  <a:pt x="58" y="396"/>
                </a:lnTo>
                <a:lnTo>
                  <a:pt x="57" y="397"/>
                </a:lnTo>
                <a:lnTo>
                  <a:pt x="56" y="397"/>
                </a:lnTo>
                <a:lnTo>
                  <a:pt x="56" y="396"/>
                </a:lnTo>
                <a:lnTo>
                  <a:pt x="56" y="395"/>
                </a:lnTo>
                <a:lnTo>
                  <a:pt x="55" y="395"/>
                </a:lnTo>
                <a:lnTo>
                  <a:pt x="54" y="395"/>
                </a:lnTo>
                <a:lnTo>
                  <a:pt x="54" y="396"/>
                </a:lnTo>
                <a:lnTo>
                  <a:pt x="53" y="396"/>
                </a:lnTo>
                <a:lnTo>
                  <a:pt x="52" y="396"/>
                </a:lnTo>
                <a:lnTo>
                  <a:pt x="52" y="397"/>
                </a:lnTo>
                <a:lnTo>
                  <a:pt x="51" y="397"/>
                </a:lnTo>
                <a:lnTo>
                  <a:pt x="50" y="397"/>
                </a:lnTo>
                <a:lnTo>
                  <a:pt x="49" y="397"/>
                </a:lnTo>
                <a:lnTo>
                  <a:pt x="49" y="398"/>
                </a:lnTo>
                <a:lnTo>
                  <a:pt x="48" y="398"/>
                </a:lnTo>
                <a:lnTo>
                  <a:pt x="48" y="399"/>
                </a:lnTo>
                <a:lnTo>
                  <a:pt x="47" y="399"/>
                </a:lnTo>
                <a:lnTo>
                  <a:pt x="47" y="400"/>
                </a:lnTo>
                <a:lnTo>
                  <a:pt x="46" y="400"/>
                </a:lnTo>
                <a:lnTo>
                  <a:pt x="45" y="400"/>
                </a:lnTo>
                <a:lnTo>
                  <a:pt x="44" y="400"/>
                </a:lnTo>
                <a:lnTo>
                  <a:pt x="44" y="399"/>
                </a:lnTo>
                <a:lnTo>
                  <a:pt x="44" y="398"/>
                </a:lnTo>
                <a:lnTo>
                  <a:pt x="44" y="399"/>
                </a:lnTo>
                <a:lnTo>
                  <a:pt x="43" y="399"/>
                </a:lnTo>
                <a:lnTo>
                  <a:pt x="43" y="398"/>
                </a:lnTo>
                <a:lnTo>
                  <a:pt x="42" y="398"/>
                </a:lnTo>
                <a:lnTo>
                  <a:pt x="42" y="399"/>
                </a:lnTo>
                <a:lnTo>
                  <a:pt x="41" y="398"/>
                </a:lnTo>
                <a:lnTo>
                  <a:pt x="40" y="398"/>
                </a:lnTo>
                <a:lnTo>
                  <a:pt x="40" y="399"/>
                </a:lnTo>
                <a:lnTo>
                  <a:pt x="39" y="400"/>
                </a:lnTo>
                <a:lnTo>
                  <a:pt x="38" y="400"/>
                </a:lnTo>
                <a:lnTo>
                  <a:pt x="37" y="400"/>
                </a:lnTo>
                <a:lnTo>
                  <a:pt x="37" y="401"/>
                </a:lnTo>
                <a:lnTo>
                  <a:pt x="36" y="401"/>
                </a:lnTo>
                <a:lnTo>
                  <a:pt x="36" y="402"/>
                </a:lnTo>
                <a:lnTo>
                  <a:pt x="35" y="401"/>
                </a:lnTo>
                <a:lnTo>
                  <a:pt x="34" y="400"/>
                </a:lnTo>
                <a:lnTo>
                  <a:pt x="35" y="400"/>
                </a:lnTo>
                <a:lnTo>
                  <a:pt x="35" y="399"/>
                </a:lnTo>
                <a:lnTo>
                  <a:pt x="35" y="398"/>
                </a:lnTo>
                <a:lnTo>
                  <a:pt x="34" y="398"/>
                </a:lnTo>
                <a:lnTo>
                  <a:pt x="34" y="397"/>
                </a:lnTo>
                <a:lnTo>
                  <a:pt x="35" y="397"/>
                </a:lnTo>
                <a:lnTo>
                  <a:pt x="36" y="397"/>
                </a:lnTo>
                <a:lnTo>
                  <a:pt x="37" y="396"/>
                </a:lnTo>
                <a:lnTo>
                  <a:pt x="37" y="393"/>
                </a:lnTo>
                <a:lnTo>
                  <a:pt x="38" y="392"/>
                </a:lnTo>
                <a:lnTo>
                  <a:pt x="39" y="392"/>
                </a:lnTo>
                <a:lnTo>
                  <a:pt x="39" y="391"/>
                </a:lnTo>
                <a:lnTo>
                  <a:pt x="40" y="391"/>
                </a:lnTo>
                <a:lnTo>
                  <a:pt x="41" y="390"/>
                </a:lnTo>
                <a:lnTo>
                  <a:pt x="42" y="390"/>
                </a:lnTo>
                <a:lnTo>
                  <a:pt x="41" y="389"/>
                </a:lnTo>
                <a:lnTo>
                  <a:pt x="41" y="388"/>
                </a:lnTo>
                <a:lnTo>
                  <a:pt x="41" y="387"/>
                </a:lnTo>
                <a:lnTo>
                  <a:pt x="42" y="387"/>
                </a:lnTo>
                <a:lnTo>
                  <a:pt x="42" y="386"/>
                </a:lnTo>
                <a:lnTo>
                  <a:pt x="43" y="386"/>
                </a:lnTo>
                <a:lnTo>
                  <a:pt x="43" y="385"/>
                </a:lnTo>
                <a:lnTo>
                  <a:pt x="42" y="385"/>
                </a:lnTo>
                <a:lnTo>
                  <a:pt x="43" y="385"/>
                </a:lnTo>
                <a:lnTo>
                  <a:pt x="43" y="384"/>
                </a:lnTo>
                <a:lnTo>
                  <a:pt x="42" y="384"/>
                </a:lnTo>
                <a:lnTo>
                  <a:pt x="43" y="383"/>
                </a:lnTo>
                <a:lnTo>
                  <a:pt x="44" y="383"/>
                </a:lnTo>
                <a:lnTo>
                  <a:pt x="43" y="382"/>
                </a:lnTo>
                <a:lnTo>
                  <a:pt x="43" y="381"/>
                </a:lnTo>
                <a:lnTo>
                  <a:pt x="43" y="380"/>
                </a:lnTo>
                <a:lnTo>
                  <a:pt x="42" y="380"/>
                </a:lnTo>
                <a:lnTo>
                  <a:pt x="42" y="379"/>
                </a:lnTo>
                <a:lnTo>
                  <a:pt x="43" y="378"/>
                </a:lnTo>
                <a:lnTo>
                  <a:pt x="43" y="377"/>
                </a:lnTo>
                <a:lnTo>
                  <a:pt x="44" y="377"/>
                </a:lnTo>
                <a:lnTo>
                  <a:pt x="44" y="376"/>
                </a:lnTo>
                <a:lnTo>
                  <a:pt x="45" y="376"/>
                </a:lnTo>
                <a:lnTo>
                  <a:pt x="45" y="375"/>
                </a:lnTo>
                <a:lnTo>
                  <a:pt x="46" y="375"/>
                </a:lnTo>
                <a:lnTo>
                  <a:pt x="46" y="376"/>
                </a:lnTo>
                <a:lnTo>
                  <a:pt x="47" y="376"/>
                </a:lnTo>
                <a:lnTo>
                  <a:pt x="47" y="375"/>
                </a:lnTo>
                <a:lnTo>
                  <a:pt x="47" y="374"/>
                </a:lnTo>
                <a:lnTo>
                  <a:pt x="47" y="373"/>
                </a:lnTo>
                <a:lnTo>
                  <a:pt x="47" y="372"/>
                </a:lnTo>
                <a:lnTo>
                  <a:pt x="47" y="371"/>
                </a:lnTo>
                <a:lnTo>
                  <a:pt x="47" y="370"/>
                </a:lnTo>
                <a:lnTo>
                  <a:pt x="48" y="370"/>
                </a:lnTo>
                <a:lnTo>
                  <a:pt x="48" y="369"/>
                </a:lnTo>
                <a:lnTo>
                  <a:pt x="49" y="368"/>
                </a:lnTo>
                <a:lnTo>
                  <a:pt x="48" y="368"/>
                </a:lnTo>
                <a:lnTo>
                  <a:pt x="46" y="368"/>
                </a:lnTo>
                <a:lnTo>
                  <a:pt x="46" y="367"/>
                </a:lnTo>
                <a:lnTo>
                  <a:pt x="46" y="366"/>
                </a:lnTo>
                <a:lnTo>
                  <a:pt x="47" y="366"/>
                </a:lnTo>
                <a:lnTo>
                  <a:pt x="47" y="365"/>
                </a:lnTo>
                <a:lnTo>
                  <a:pt x="47" y="364"/>
                </a:lnTo>
                <a:lnTo>
                  <a:pt x="47" y="363"/>
                </a:lnTo>
                <a:lnTo>
                  <a:pt x="48" y="362"/>
                </a:lnTo>
                <a:lnTo>
                  <a:pt x="48" y="361"/>
                </a:lnTo>
                <a:lnTo>
                  <a:pt x="48" y="360"/>
                </a:lnTo>
                <a:lnTo>
                  <a:pt x="49" y="360"/>
                </a:lnTo>
                <a:lnTo>
                  <a:pt x="49" y="359"/>
                </a:lnTo>
                <a:lnTo>
                  <a:pt x="49" y="358"/>
                </a:lnTo>
                <a:lnTo>
                  <a:pt x="48" y="358"/>
                </a:lnTo>
                <a:lnTo>
                  <a:pt x="47" y="358"/>
                </a:lnTo>
                <a:lnTo>
                  <a:pt x="46" y="358"/>
                </a:lnTo>
                <a:lnTo>
                  <a:pt x="45" y="358"/>
                </a:lnTo>
                <a:lnTo>
                  <a:pt x="43" y="358"/>
                </a:lnTo>
                <a:lnTo>
                  <a:pt x="43" y="357"/>
                </a:lnTo>
                <a:lnTo>
                  <a:pt x="42" y="357"/>
                </a:lnTo>
                <a:lnTo>
                  <a:pt x="41" y="357"/>
                </a:lnTo>
                <a:lnTo>
                  <a:pt x="41" y="356"/>
                </a:lnTo>
                <a:lnTo>
                  <a:pt x="41" y="355"/>
                </a:lnTo>
                <a:lnTo>
                  <a:pt x="40" y="355"/>
                </a:lnTo>
                <a:lnTo>
                  <a:pt x="39" y="354"/>
                </a:lnTo>
                <a:lnTo>
                  <a:pt x="38" y="354"/>
                </a:lnTo>
                <a:lnTo>
                  <a:pt x="37" y="354"/>
                </a:lnTo>
                <a:lnTo>
                  <a:pt x="36" y="354"/>
                </a:lnTo>
                <a:lnTo>
                  <a:pt x="35" y="354"/>
                </a:lnTo>
                <a:lnTo>
                  <a:pt x="34" y="354"/>
                </a:lnTo>
                <a:lnTo>
                  <a:pt x="33" y="354"/>
                </a:lnTo>
                <a:lnTo>
                  <a:pt x="32" y="354"/>
                </a:lnTo>
                <a:lnTo>
                  <a:pt x="31" y="354"/>
                </a:lnTo>
                <a:lnTo>
                  <a:pt x="30" y="354"/>
                </a:lnTo>
                <a:lnTo>
                  <a:pt x="30" y="353"/>
                </a:lnTo>
                <a:lnTo>
                  <a:pt x="30" y="352"/>
                </a:lnTo>
                <a:lnTo>
                  <a:pt x="29" y="352"/>
                </a:lnTo>
                <a:lnTo>
                  <a:pt x="29" y="351"/>
                </a:lnTo>
                <a:lnTo>
                  <a:pt x="29" y="350"/>
                </a:lnTo>
                <a:lnTo>
                  <a:pt x="28" y="350"/>
                </a:lnTo>
                <a:lnTo>
                  <a:pt x="27" y="350"/>
                </a:lnTo>
                <a:lnTo>
                  <a:pt x="27" y="349"/>
                </a:lnTo>
                <a:lnTo>
                  <a:pt x="27" y="348"/>
                </a:lnTo>
                <a:lnTo>
                  <a:pt x="27" y="345"/>
                </a:lnTo>
                <a:lnTo>
                  <a:pt x="26" y="345"/>
                </a:lnTo>
                <a:lnTo>
                  <a:pt x="26" y="344"/>
                </a:lnTo>
                <a:lnTo>
                  <a:pt x="26" y="343"/>
                </a:lnTo>
                <a:lnTo>
                  <a:pt x="26" y="341"/>
                </a:lnTo>
                <a:lnTo>
                  <a:pt x="26" y="340"/>
                </a:lnTo>
                <a:lnTo>
                  <a:pt x="26" y="339"/>
                </a:lnTo>
                <a:lnTo>
                  <a:pt x="26" y="338"/>
                </a:lnTo>
                <a:lnTo>
                  <a:pt x="26" y="337"/>
                </a:lnTo>
                <a:lnTo>
                  <a:pt x="25" y="337"/>
                </a:lnTo>
                <a:lnTo>
                  <a:pt x="25" y="336"/>
                </a:lnTo>
                <a:lnTo>
                  <a:pt x="24" y="336"/>
                </a:lnTo>
                <a:lnTo>
                  <a:pt x="24" y="335"/>
                </a:lnTo>
                <a:lnTo>
                  <a:pt x="25" y="334"/>
                </a:lnTo>
                <a:lnTo>
                  <a:pt x="25" y="333"/>
                </a:lnTo>
                <a:lnTo>
                  <a:pt x="26" y="333"/>
                </a:lnTo>
                <a:lnTo>
                  <a:pt x="26" y="332"/>
                </a:lnTo>
                <a:lnTo>
                  <a:pt x="26" y="331"/>
                </a:lnTo>
                <a:lnTo>
                  <a:pt x="28" y="329"/>
                </a:lnTo>
                <a:lnTo>
                  <a:pt x="30" y="329"/>
                </a:lnTo>
                <a:lnTo>
                  <a:pt x="29" y="329"/>
                </a:lnTo>
                <a:lnTo>
                  <a:pt x="29" y="328"/>
                </a:lnTo>
                <a:lnTo>
                  <a:pt x="29" y="326"/>
                </a:lnTo>
                <a:lnTo>
                  <a:pt x="30" y="325"/>
                </a:lnTo>
                <a:lnTo>
                  <a:pt x="30" y="324"/>
                </a:lnTo>
                <a:lnTo>
                  <a:pt x="30" y="323"/>
                </a:lnTo>
                <a:lnTo>
                  <a:pt x="30" y="322"/>
                </a:lnTo>
                <a:lnTo>
                  <a:pt x="31" y="322"/>
                </a:lnTo>
                <a:lnTo>
                  <a:pt x="31" y="321"/>
                </a:lnTo>
                <a:lnTo>
                  <a:pt x="32" y="321"/>
                </a:lnTo>
                <a:lnTo>
                  <a:pt x="33" y="320"/>
                </a:lnTo>
                <a:lnTo>
                  <a:pt x="32" y="319"/>
                </a:lnTo>
                <a:lnTo>
                  <a:pt x="31" y="319"/>
                </a:lnTo>
                <a:lnTo>
                  <a:pt x="30" y="319"/>
                </a:lnTo>
                <a:lnTo>
                  <a:pt x="29" y="318"/>
                </a:lnTo>
                <a:lnTo>
                  <a:pt x="29" y="317"/>
                </a:lnTo>
                <a:lnTo>
                  <a:pt x="28" y="316"/>
                </a:lnTo>
                <a:lnTo>
                  <a:pt x="27" y="315"/>
                </a:lnTo>
                <a:lnTo>
                  <a:pt x="27" y="314"/>
                </a:lnTo>
                <a:lnTo>
                  <a:pt x="27" y="313"/>
                </a:lnTo>
                <a:lnTo>
                  <a:pt x="26" y="313"/>
                </a:lnTo>
                <a:lnTo>
                  <a:pt x="25" y="312"/>
                </a:lnTo>
                <a:lnTo>
                  <a:pt x="23" y="310"/>
                </a:lnTo>
                <a:lnTo>
                  <a:pt x="22" y="310"/>
                </a:lnTo>
                <a:lnTo>
                  <a:pt x="22" y="309"/>
                </a:lnTo>
                <a:lnTo>
                  <a:pt x="22" y="308"/>
                </a:lnTo>
                <a:lnTo>
                  <a:pt x="22" y="307"/>
                </a:lnTo>
                <a:lnTo>
                  <a:pt x="22" y="306"/>
                </a:lnTo>
                <a:lnTo>
                  <a:pt x="22" y="305"/>
                </a:lnTo>
                <a:lnTo>
                  <a:pt x="20" y="305"/>
                </a:lnTo>
                <a:lnTo>
                  <a:pt x="19" y="305"/>
                </a:lnTo>
                <a:lnTo>
                  <a:pt x="19" y="306"/>
                </a:lnTo>
                <a:lnTo>
                  <a:pt x="18" y="305"/>
                </a:lnTo>
                <a:lnTo>
                  <a:pt x="17" y="305"/>
                </a:lnTo>
                <a:lnTo>
                  <a:pt x="18" y="305"/>
                </a:lnTo>
                <a:lnTo>
                  <a:pt x="18" y="304"/>
                </a:lnTo>
                <a:lnTo>
                  <a:pt x="18" y="303"/>
                </a:lnTo>
                <a:lnTo>
                  <a:pt x="17" y="303"/>
                </a:lnTo>
                <a:lnTo>
                  <a:pt x="18" y="302"/>
                </a:lnTo>
                <a:lnTo>
                  <a:pt x="18" y="301"/>
                </a:lnTo>
                <a:lnTo>
                  <a:pt x="18" y="300"/>
                </a:lnTo>
                <a:lnTo>
                  <a:pt x="19" y="300"/>
                </a:lnTo>
                <a:lnTo>
                  <a:pt x="20" y="299"/>
                </a:lnTo>
                <a:lnTo>
                  <a:pt x="20" y="298"/>
                </a:lnTo>
                <a:lnTo>
                  <a:pt x="22" y="298"/>
                </a:lnTo>
                <a:lnTo>
                  <a:pt x="22" y="297"/>
                </a:lnTo>
                <a:lnTo>
                  <a:pt x="23" y="295"/>
                </a:lnTo>
                <a:lnTo>
                  <a:pt x="24" y="293"/>
                </a:lnTo>
                <a:lnTo>
                  <a:pt x="25" y="292"/>
                </a:lnTo>
                <a:lnTo>
                  <a:pt x="25" y="291"/>
                </a:lnTo>
                <a:lnTo>
                  <a:pt x="25" y="290"/>
                </a:lnTo>
                <a:lnTo>
                  <a:pt x="27" y="287"/>
                </a:lnTo>
                <a:lnTo>
                  <a:pt x="28" y="285"/>
                </a:lnTo>
                <a:lnTo>
                  <a:pt x="27" y="285"/>
                </a:lnTo>
                <a:lnTo>
                  <a:pt x="26" y="285"/>
                </a:lnTo>
                <a:lnTo>
                  <a:pt x="26" y="283"/>
                </a:lnTo>
                <a:lnTo>
                  <a:pt x="26" y="282"/>
                </a:lnTo>
                <a:lnTo>
                  <a:pt x="27" y="281"/>
                </a:lnTo>
                <a:lnTo>
                  <a:pt x="27" y="280"/>
                </a:lnTo>
                <a:lnTo>
                  <a:pt x="28" y="280"/>
                </a:lnTo>
                <a:lnTo>
                  <a:pt x="28" y="279"/>
                </a:lnTo>
                <a:lnTo>
                  <a:pt x="27" y="278"/>
                </a:lnTo>
                <a:lnTo>
                  <a:pt x="28" y="277"/>
                </a:lnTo>
                <a:lnTo>
                  <a:pt x="28" y="276"/>
                </a:lnTo>
                <a:lnTo>
                  <a:pt x="27" y="276"/>
                </a:lnTo>
                <a:lnTo>
                  <a:pt x="26" y="277"/>
                </a:lnTo>
                <a:lnTo>
                  <a:pt x="25" y="277"/>
                </a:lnTo>
                <a:lnTo>
                  <a:pt x="25" y="276"/>
                </a:lnTo>
                <a:lnTo>
                  <a:pt x="24" y="276"/>
                </a:lnTo>
                <a:lnTo>
                  <a:pt x="24" y="277"/>
                </a:lnTo>
                <a:lnTo>
                  <a:pt x="23" y="278"/>
                </a:lnTo>
                <a:lnTo>
                  <a:pt x="22" y="278"/>
                </a:lnTo>
                <a:lnTo>
                  <a:pt x="22" y="277"/>
                </a:lnTo>
                <a:lnTo>
                  <a:pt x="20" y="277"/>
                </a:lnTo>
                <a:lnTo>
                  <a:pt x="19" y="278"/>
                </a:lnTo>
                <a:lnTo>
                  <a:pt x="17" y="278"/>
                </a:lnTo>
                <a:lnTo>
                  <a:pt x="16" y="278"/>
                </a:lnTo>
                <a:lnTo>
                  <a:pt x="15" y="278"/>
                </a:lnTo>
                <a:lnTo>
                  <a:pt x="15" y="279"/>
                </a:lnTo>
                <a:lnTo>
                  <a:pt x="14" y="280"/>
                </a:lnTo>
                <a:lnTo>
                  <a:pt x="13" y="280"/>
                </a:lnTo>
                <a:lnTo>
                  <a:pt x="13" y="279"/>
                </a:lnTo>
                <a:lnTo>
                  <a:pt x="12" y="280"/>
                </a:lnTo>
                <a:lnTo>
                  <a:pt x="12" y="281"/>
                </a:lnTo>
                <a:lnTo>
                  <a:pt x="11" y="281"/>
                </a:lnTo>
                <a:lnTo>
                  <a:pt x="9" y="281"/>
                </a:lnTo>
                <a:lnTo>
                  <a:pt x="8" y="280"/>
                </a:lnTo>
                <a:lnTo>
                  <a:pt x="7" y="279"/>
                </a:lnTo>
                <a:lnTo>
                  <a:pt x="6" y="279"/>
                </a:lnTo>
                <a:lnTo>
                  <a:pt x="5" y="279"/>
                </a:lnTo>
                <a:lnTo>
                  <a:pt x="4" y="279"/>
                </a:lnTo>
                <a:lnTo>
                  <a:pt x="3" y="279"/>
                </a:lnTo>
                <a:lnTo>
                  <a:pt x="3" y="278"/>
                </a:lnTo>
                <a:lnTo>
                  <a:pt x="2" y="278"/>
                </a:lnTo>
                <a:lnTo>
                  <a:pt x="3" y="277"/>
                </a:lnTo>
                <a:lnTo>
                  <a:pt x="3" y="276"/>
                </a:lnTo>
                <a:lnTo>
                  <a:pt x="2" y="276"/>
                </a:lnTo>
                <a:lnTo>
                  <a:pt x="2" y="275"/>
                </a:lnTo>
                <a:lnTo>
                  <a:pt x="3" y="275"/>
                </a:lnTo>
                <a:lnTo>
                  <a:pt x="4" y="274"/>
                </a:lnTo>
                <a:lnTo>
                  <a:pt x="5" y="274"/>
                </a:lnTo>
                <a:lnTo>
                  <a:pt x="5" y="273"/>
                </a:lnTo>
                <a:lnTo>
                  <a:pt x="5" y="272"/>
                </a:lnTo>
                <a:lnTo>
                  <a:pt x="4" y="272"/>
                </a:lnTo>
                <a:lnTo>
                  <a:pt x="3" y="272"/>
                </a:lnTo>
                <a:lnTo>
                  <a:pt x="2" y="272"/>
                </a:lnTo>
                <a:lnTo>
                  <a:pt x="2" y="271"/>
                </a:lnTo>
                <a:lnTo>
                  <a:pt x="2" y="270"/>
                </a:lnTo>
                <a:lnTo>
                  <a:pt x="2" y="269"/>
                </a:lnTo>
                <a:lnTo>
                  <a:pt x="2" y="268"/>
                </a:lnTo>
                <a:lnTo>
                  <a:pt x="2" y="267"/>
                </a:lnTo>
                <a:lnTo>
                  <a:pt x="3" y="266"/>
                </a:lnTo>
                <a:lnTo>
                  <a:pt x="4" y="263"/>
                </a:lnTo>
                <a:lnTo>
                  <a:pt x="5" y="262"/>
                </a:lnTo>
                <a:lnTo>
                  <a:pt x="4" y="261"/>
                </a:lnTo>
                <a:lnTo>
                  <a:pt x="4" y="262"/>
                </a:lnTo>
                <a:lnTo>
                  <a:pt x="3" y="262"/>
                </a:lnTo>
                <a:lnTo>
                  <a:pt x="2" y="262"/>
                </a:lnTo>
                <a:lnTo>
                  <a:pt x="1" y="261"/>
                </a:lnTo>
                <a:lnTo>
                  <a:pt x="0" y="260"/>
                </a:lnTo>
                <a:lnTo>
                  <a:pt x="1" y="260"/>
                </a:lnTo>
                <a:lnTo>
                  <a:pt x="0" y="259"/>
                </a:lnTo>
                <a:lnTo>
                  <a:pt x="1" y="258"/>
                </a:lnTo>
                <a:lnTo>
                  <a:pt x="1" y="257"/>
                </a:lnTo>
                <a:lnTo>
                  <a:pt x="2" y="257"/>
                </a:lnTo>
                <a:lnTo>
                  <a:pt x="2" y="256"/>
                </a:lnTo>
                <a:lnTo>
                  <a:pt x="2" y="255"/>
                </a:lnTo>
                <a:lnTo>
                  <a:pt x="3" y="255"/>
                </a:lnTo>
                <a:lnTo>
                  <a:pt x="3" y="254"/>
                </a:lnTo>
                <a:lnTo>
                  <a:pt x="2" y="254"/>
                </a:lnTo>
                <a:lnTo>
                  <a:pt x="3" y="252"/>
                </a:lnTo>
                <a:lnTo>
                  <a:pt x="3" y="251"/>
                </a:lnTo>
                <a:lnTo>
                  <a:pt x="3" y="250"/>
                </a:lnTo>
                <a:lnTo>
                  <a:pt x="3" y="249"/>
                </a:lnTo>
                <a:lnTo>
                  <a:pt x="4" y="249"/>
                </a:lnTo>
                <a:lnTo>
                  <a:pt x="4" y="250"/>
                </a:lnTo>
                <a:lnTo>
                  <a:pt x="5" y="249"/>
                </a:lnTo>
                <a:lnTo>
                  <a:pt x="6" y="248"/>
                </a:lnTo>
                <a:lnTo>
                  <a:pt x="7" y="247"/>
                </a:lnTo>
                <a:lnTo>
                  <a:pt x="7" y="246"/>
                </a:lnTo>
                <a:lnTo>
                  <a:pt x="8" y="245"/>
                </a:lnTo>
                <a:lnTo>
                  <a:pt x="8" y="244"/>
                </a:lnTo>
                <a:lnTo>
                  <a:pt x="9" y="243"/>
                </a:lnTo>
                <a:lnTo>
                  <a:pt x="10" y="242"/>
                </a:lnTo>
                <a:lnTo>
                  <a:pt x="11" y="241"/>
                </a:lnTo>
                <a:lnTo>
                  <a:pt x="11" y="240"/>
                </a:lnTo>
                <a:lnTo>
                  <a:pt x="11" y="239"/>
                </a:lnTo>
                <a:lnTo>
                  <a:pt x="12" y="238"/>
                </a:lnTo>
                <a:lnTo>
                  <a:pt x="13" y="236"/>
                </a:lnTo>
                <a:lnTo>
                  <a:pt x="14" y="236"/>
                </a:lnTo>
                <a:lnTo>
                  <a:pt x="15" y="235"/>
                </a:lnTo>
                <a:lnTo>
                  <a:pt x="16" y="235"/>
                </a:lnTo>
                <a:lnTo>
                  <a:pt x="17" y="233"/>
                </a:lnTo>
                <a:lnTo>
                  <a:pt x="17" y="232"/>
                </a:lnTo>
                <a:lnTo>
                  <a:pt x="17" y="231"/>
                </a:lnTo>
                <a:lnTo>
                  <a:pt x="17" y="229"/>
                </a:lnTo>
                <a:lnTo>
                  <a:pt x="17" y="228"/>
                </a:lnTo>
                <a:lnTo>
                  <a:pt x="16" y="227"/>
                </a:lnTo>
                <a:lnTo>
                  <a:pt x="16" y="226"/>
                </a:lnTo>
                <a:lnTo>
                  <a:pt x="15" y="226"/>
                </a:lnTo>
                <a:lnTo>
                  <a:pt x="14" y="226"/>
                </a:lnTo>
                <a:lnTo>
                  <a:pt x="14" y="225"/>
                </a:lnTo>
                <a:lnTo>
                  <a:pt x="14" y="224"/>
                </a:lnTo>
                <a:lnTo>
                  <a:pt x="14" y="222"/>
                </a:lnTo>
                <a:lnTo>
                  <a:pt x="15" y="221"/>
                </a:lnTo>
                <a:lnTo>
                  <a:pt x="15" y="220"/>
                </a:lnTo>
                <a:lnTo>
                  <a:pt x="16" y="220"/>
                </a:lnTo>
                <a:lnTo>
                  <a:pt x="16" y="219"/>
                </a:lnTo>
                <a:lnTo>
                  <a:pt x="17" y="218"/>
                </a:lnTo>
                <a:lnTo>
                  <a:pt x="18" y="217"/>
                </a:lnTo>
                <a:lnTo>
                  <a:pt x="18" y="218"/>
                </a:lnTo>
                <a:lnTo>
                  <a:pt x="19" y="217"/>
                </a:lnTo>
                <a:lnTo>
                  <a:pt x="20" y="217"/>
                </a:lnTo>
                <a:lnTo>
                  <a:pt x="19" y="216"/>
                </a:lnTo>
                <a:lnTo>
                  <a:pt x="20" y="216"/>
                </a:lnTo>
                <a:lnTo>
                  <a:pt x="20" y="215"/>
                </a:lnTo>
                <a:lnTo>
                  <a:pt x="23" y="214"/>
                </a:lnTo>
                <a:lnTo>
                  <a:pt x="23" y="215"/>
                </a:lnTo>
                <a:lnTo>
                  <a:pt x="24" y="215"/>
                </a:lnTo>
                <a:lnTo>
                  <a:pt x="25" y="216"/>
                </a:lnTo>
                <a:lnTo>
                  <a:pt x="26" y="216"/>
                </a:lnTo>
                <a:lnTo>
                  <a:pt x="26" y="215"/>
                </a:lnTo>
                <a:lnTo>
                  <a:pt x="26" y="214"/>
                </a:lnTo>
                <a:lnTo>
                  <a:pt x="26" y="213"/>
                </a:lnTo>
                <a:lnTo>
                  <a:pt x="27" y="212"/>
                </a:lnTo>
                <a:lnTo>
                  <a:pt x="28" y="212"/>
                </a:lnTo>
                <a:lnTo>
                  <a:pt x="28" y="213"/>
                </a:lnTo>
                <a:lnTo>
                  <a:pt x="29" y="213"/>
                </a:lnTo>
                <a:lnTo>
                  <a:pt x="30" y="214"/>
                </a:lnTo>
                <a:lnTo>
                  <a:pt x="31" y="214"/>
                </a:lnTo>
                <a:lnTo>
                  <a:pt x="31" y="213"/>
                </a:lnTo>
                <a:lnTo>
                  <a:pt x="32" y="213"/>
                </a:lnTo>
                <a:lnTo>
                  <a:pt x="32" y="212"/>
                </a:lnTo>
                <a:lnTo>
                  <a:pt x="33" y="212"/>
                </a:lnTo>
                <a:lnTo>
                  <a:pt x="33" y="211"/>
                </a:lnTo>
                <a:lnTo>
                  <a:pt x="33" y="210"/>
                </a:lnTo>
                <a:lnTo>
                  <a:pt x="33" y="211"/>
                </a:lnTo>
                <a:lnTo>
                  <a:pt x="34" y="211"/>
                </a:lnTo>
                <a:lnTo>
                  <a:pt x="35" y="211"/>
                </a:lnTo>
                <a:lnTo>
                  <a:pt x="36" y="211"/>
                </a:lnTo>
                <a:lnTo>
                  <a:pt x="36" y="210"/>
                </a:lnTo>
                <a:lnTo>
                  <a:pt x="35" y="210"/>
                </a:lnTo>
                <a:lnTo>
                  <a:pt x="35" y="209"/>
                </a:lnTo>
                <a:lnTo>
                  <a:pt x="36" y="209"/>
                </a:lnTo>
                <a:lnTo>
                  <a:pt x="36" y="208"/>
                </a:lnTo>
                <a:lnTo>
                  <a:pt x="37" y="208"/>
                </a:lnTo>
                <a:lnTo>
                  <a:pt x="38" y="208"/>
                </a:lnTo>
                <a:lnTo>
                  <a:pt x="38" y="209"/>
                </a:lnTo>
                <a:lnTo>
                  <a:pt x="38" y="208"/>
                </a:lnTo>
                <a:lnTo>
                  <a:pt x="39" y="208"/>
                </a:lnTo>
                <a:lnTo>
                  <a:pt x="39" y="209"/>
                </a:lnTo>
                <a:lnTo>
                  <a:pt x="40" y="209"/>
                </a:lnTo>
                <a:lnTo>
                  <a:pt x="41" y="209"/>
                </a:lnTo>
                <a:lnTo>
                  <a:pt x="42" y="209"/>
                </a:lnTo>
                <a:lnTo>
                  <a:pt x="42" y="208"/>
                </a:lnTo>
                <a:lnTo>
                  <a:pt x="42" y="207"/>
                </a:lnTo>
                <a:lnTo>
                  <a:pt x="43" y="207"/>
                </a:lnTo>
                <a:lnTo>
                  <a:pt x="43" y="206"/>
                </a:lnTo>
                <a:lnTo>
                  <a:pt x="43" y="205"/>
                </a:lnTo>
                <a:lnTo>
                  <a:pt x="42" y="204"/>
                </a:lnTo>
                <a:lnTo>
                  <a:pt x="41" y="204"/>
                </a:lnTo>
                <a:lnTo>
                  <a:pt x="42" y="204"/>
                </a:lnTo>
                <a:lnTo>
                  <a:pt x="42" y="203"/>
                </a:lnTo>
                <a:lnTo>
                  <a:pt x="41" y="203"/>
                </a:lnTo>
                <a:lnTo>
                  <a:pt x="41" y="202"/>
                </a:lnTo>
                <a:lnTo>
                  <a:pt x="41" y="201"/>
                </a:lnTo>
                <a:lnTo>
                  <a:pt x="41" y="200"/>
                </a:lnTo>
                <a:lnTo>
                  <a:pt x="40" y="200"/>
                </a:lnTo>
                <a:lnTo>
                  <a:pt x="40" y="199"/>
                </a:lnTo>
                <a:lnTo>
                  <a:pt x="40" y="198"/>
                </a:lnTo>
                <a:lnTo>
                  <a:pt x="39" y="197"/>
                </a:lnTo>
                <a:lnTo>
                  <a:pt x="38" y="196"/>
                </a:lnTo>
                <a:lnTo>
                  <a:pt x="39" y="196"/>
                </a:lnTo>
                <a:lnTo>
                  <a:pt x="39" y="195"/>
                </a:lnTo>
                <a:lnTo>
                  <a:pt x="39" y="196"/>
                </a:lnTo>
                <a:lnTo>
                  <a:pt x="40" y="196"/>
                </a:lnTo>
                <a:lnTo>
                  <a:pt x="40" y="195"/>
                </a:lnTo>
                <a:lnTo>
                  <a:pt x="41" y="195"/>
                </a:lnTo>
                <a:lnTo>
                  <a:pt x="42" y="195"/>
                </a:lnTo>
                <a:lnTo>
                  <a:pt x="43" y="195"/>
                </a:lnTo>
                <a:lnTo>
                  <a:pt x="44" y="194"/>
                </a:lnTo>
                <a:lnTo>
                  <a:pt x="44" y="195"/>
                </a:lnTo>
                <a:lnTo>
                  <a:pt x="45" y="195"/>
                </a:lnTo>
                <a:lnTo>
                  <a:pt x="46" y="195"/>
                </a:lnTo>
                <a:lnTo>
                  <a:pt x="47" y="194"/>
                </a:lnTo>
                <a:lnTo>
                  <a:pt x="48" y="194"/>
                </a:lnTo>
                <a:lnTo>
                  <a:pt x="49" y="194"/>
                </a:lnTo>
                <a:lnTo>
                  <a:pt x="49" y="193"/>
                </a:lnTo>
                <a:lnTo>
                  <a:pt x="49" y="192"/>
                </a:lnTo>
                <a:lnTo>
                  <a:pt x="49" y="191"/>
                </a:lnTo>
                <a:lnTo>
                  <a:pt x="50" y="191"/>
                </a:lnTo>
                <a:lnTo>
                  <a:pt x="51" y="190"/>
                </a:lnTo>
                <a:lnTo>
                  <a:pt x="51" y="189"/>
                </a:lnTo>
                <a:lnTo>
                  <a:pt x="52" y="188"/>
                </a:lnTo>
                <a:lnTo>
                  <a:pt x="52" y="187"/>
                </a:lnTo>
                <a:lnTo>
                  <a:pt x="53" y="187"/>
                </a:lnTo>
                <a:lnTo>
                  <a:pt x="54" y="187"/>
                </a:lnTo>
                <a:lnTo>
                  <a:pt x="55" y="187"/>
                </a:lnTo>
                <a:lnTo>
                  <a:pt x="56" y="187"/>
                </a:lnTo>
                <a:lnTo>
                  <a:pt x="56" y="186"/>
                </a:lnTo>
                <a:lnTo>
                  <a:pt x="56" y="185"/>
                </a:lnTo>
                <a:lnTo>
                  <a:pt x="57" y="185"/>
                </a:lnTo>
                <a:lnTo>
                  <a:pt x="57" y="184"/>
                </a:lnTo>
                <a:lnTo>
                  <a:pt x="57" y="183"/>
                </a:lnTo>
                <a:lnTo>
                  <a:pt x="58" y="183"/>
                </a:lnTo>
                <a:lnTo>
                  <a:pt x="59" y="183"/>
                </a:lnTo>
                <a:lnTo>
                  <a:pt x="59" y="182"/>
                </a:lnTo>
                <a:lnTo>
                  <a:pt x="60" y="182"/>
                </a:lnTo>
                <a:lnTo>
                  <a:pt x="60" y="181"/>
                </a:lnTo>
                <a:lnTo>
                  <a:pt x="61" y="181"/>
                </a:lnTo>
                <a:lnTo>
                  <a:pt x="61" y="180"/>
                </a:lnTo>
                <a:lnTo>
                  <a:pt x="62" y="180"/>
                </a:lnTo>
                <a:lnTo>
                  <a:pt x="62" y="179"/>
                </a:lnTo>
                <a:lnTo>
                  <a:pt x="62" y="178"/>
                </a:lnTo>
                <a:lnTo>
                  <a:pt x="61" y="178"/>
                </a:lnTo>
                <a:lnTo>
                  <a:pt x="62" y="178"/>
                </a:lnTo>
                <a:lnTo>
                  <a:pt x="61" y="178"/>
                </a:lnTo>
                <a:lnTo>
                  <a:pt x="61" y="177"/>
                </a:lnTo>
                <a:lnTo>
                  <a:pt x="62" y="178"/>
                </a:lnTo>
                <a:lnTo>
                  <a:pt x="62" y="177"/>
                </a:lnTo>
                <a:lnTo>
                  <a:pt x="63" y="177"/>
                </a:lnTo>
                <a:lnTo>
                  <a:pt x="63" y="176"/>
                </a:lnTo>
                <a:lnTo>
                  <a:pt x="62" y="176"/>
                </a:lnTo>
                <a:lnTo>
                  <a:pt x="62" y="175"/>
                </a:lnTo>
                <a:lnTo>
                  <a:pt x="62" y="174"/>
                </a:lnTo>
                <a:lnTo>
                  <a:pt x="63" y="174"/>
                </a:lnTo>
                <a:lnTo>
                  <a:pt x="62" y="174"/>
                </a:lnTo>
                <a:lnTo>
                  <a:pt x="62" y="173"/>
                </a:lnTo>
                <a:lnTo>
                  <a:pt x="62" y="172"/>
                </a:lnTo>
                <a:lnTo>
                  <a:pt x="61" y="172"/>
                </a:lnTo>
                <a:lnTo>
                  <a:pt x="60" y="172"/>
                </a:lnTo>
                <a:lnTo>
                  <a:pt x="59" y="171"/>
                </a:lnTo>
                <a:lnTo>
                  <a:pt x="59" y="172"/>
                </a:lnTo>
                <a:lnTo>
                  <a:pt x="58" y="171"/>
                </a:lnTo>
                <a:lnTo>
                  <a:pt x="58" y="170"/>
                </a:lnTo>
                <a:lnTo>
                  <a:pt x="57" y="169"/>
                </a:lnTo>
                <a:lnTo>
                  <a:pt x="57" y="168"/>
                </a:lnTo>
                <a:lnTo>
                  <a:pt x="56" y="168"/>
                </a:lnTo>
                <a:lnTo>
                  <a:pt x="56" y="167"/>
                </a:lnTo>
                <a:lnTo>
                  <a:pt x="57" y="167"/>
                </a:lnTo>
                <a:lnTo>
                  <a:pt x="57" y="166"/>
                </a:lnTo>
                <a:lnTo>
                  <a:pt x="58" y="166"/>
                </a:lnTo>
                <a:lnTo>
                  <a:pt x="58" y="165"/>
                </a:lnTo>
                <a:lnTo>
                  <a:pt x="59" y="165"/>
                </a:lnTo>
                <a:lnTo>
                  <a:pt x="59" y="164"/>
                </a:lnTo>
                <a:lnTo>
                  <a:pt x="59" y="163"/>
                </a:lnTo>
                <a:lnTo>
                  <a:pt x="58" y="163"/>
                </a:lnTo>
                <a:lnTo>
                  <a:pt x="58" y="162"/>
                </a:lnTo>
                <a:lnTo>
                  <a:pt x="57" y="162"/>
                </a:lnTo>
                <a:lnTo>
                  <a:pt x="56" y="161"/>
                </a:lnTo>
                <a:lnTo>
                  <a:pt x="56" y="162"/>
                </a:lnTo>
                <a:lnTo>
                  <a:pt x="55" y="162"/>
                </a:lnTo>
                <a:lnTo>
                  <a:pt x="54" y="161"/>
                </a:lnTo>
                <a:lnTo>
                  <a:pt x="53" y="161"/>
                </a:lnTo>
                <a:lnTo>
                  <a:pt x="53" y="160"/>
                </a:lnTo>
                <a:lnTo>
                  <a:pt x="52" y="159"/>
                </a:lnTo>
                <a:lnTo>
                  <a:pt x="52" y="158"/>
                </a:lnTo>
                <a:lnTo>
                  <a:pt x="51" y="158"/>
                </a:lnTo>
                <a:lnTo>
                  <a:pt x="50" y="158"/>
                </a:lnTo>
                <a:lnTo>
                  <a:pt x="50" y="157"/>
                </a:lnTo>
                <a:lnTo>
                  <a:pt x="49" y="157"/>
                </a:lnTo>
                <a:lnTo>
                  <a:pt x="48" y="157"/>
                </a:lnTo>
                <a:lnTo>
                  <a:pt x="47" y="156"/>
                </a:lnTo>
                <a:lnTo>
                  <a:pt x="47" y="155"/>
                </a:lnTo>
                <a:lnTo>
                  <a:pt x="48" y="155"/>
                </a:lnTo>
                <a:lnTo>
                  <a:pt x="48" y="154"/>
                </a:lnTo>
                <a:lnTo>
                  <a:pt x="49" y="153"/>
                </a:lnTo>
                <a:lnTo>
                  <a:pt x="48" y="153"/>
                </a:lnTo>
                <a:lnTo>
                  <a:pt x="49" y="153"/>
                </a:lnTo>
                <a:lnTo>
                  <a:pt x="50" y="153"/>
                </a:lnTo>
                <a:lnTo>
                  <a:pt x="50" y="152"/>
                </a:lnTo>
                <a:lnTo>
                  <a:pt x="51" y="151"/>
                </a:lnTo>
                <a:lnTo>
                  <a:pt x="51" y="150"/>
                </a:lnTo>
                <a:lnTo>
                  <a:pt x="50" y="149"/>
                </a:lnTo>
                <a:lnTo>
                  <a:pt x="50" y="148"/>
                </a:lnTo>
                <a:lnTo>
                  <a:pt x="51" y="148"/>
                </a:lnTo>
                <a:lnTo>
                  <a:pt x="51" y="147"/>
                </a:lnTo>
                <a:lnTo>
                  <a:pt x="51" y="146"/>
                </a:lnTo>
                <a:lnTo>
                  <a:pt x="51" y="145"/>
                </a:lnTo>
                <a:lnTo>
                  <a:pt x="51" y="144"/>
                </a:lnTo>
                <a:lnTo>
                  <a:pt x="51" y="143"/>
                </a:lnTo>
                <a:lnTo>
                  <a:pt x="50" y="143"/>
                </a:lnTo>
                <a:lnTo>
                  <a:pt x="50" y="142"/>
                </a:lnTo>
                <a:lnTo>
                  <a:pt x="50" y="141"/>
                </a:lnTo>
                <a:lnTo>
                  <a:pt x="51" y="141"/>
                </a:lnTo>
                <a:lnTo>
                  <a:pt x="51" y="140"/>
                </a:lnTo>
                <a:lnTo>
                  <a:pt x="52" y="141"/>
                </a:lnTo>
                <a:lnTo>
                  <a:pt x="52" y="140"/>
                </a:lnTo>
                <a:lnTo>
                  <a:pt x="52" y="139"/>
                </a:lnTo>
                <a:lnTo>
                  <a:pt x="53" y="139"/>
                </a:lnTo>
                <a:lnTo>
                  <a:pt x="53" y="138"/>
                </a:lnTo>
                <a:lnTo>
                  <a:pt x="52" y="138"/>
                </a:lnTo>
                <a:lnTo>
                  <a:pt x="53" y="137"/>
                </a:lnTo>
                <a:lnTo>
                  <a:pt x="53" y="136"/>
                </a:lnTo>
                <a:lnTo>
                  <a:pt x="53" y="135"/>
                </a:lnTo>
                <a:lnTo>
                  <a:pt x="53" y="134"/>
                </a:lnTo>
                <a:lnTo>
                  <a:pt x="53" y="133"/>
                </a:lnTo>
                <a:lnTo>
                  <a:pt x="52" y="133"/>
                </a:lnTo>
                <a:lnTo>
                  <a:pt x="52" y="132"/>
                </a:lnTo>
                <a:lnTo>
                  <a:pt x="52" y="131"/>
                </a:lnTo>
                <a:lnTo>
                  <a:pt x="53" y="131"/>
                </a:lnTo>
                <a:lnTo>
                  <a:pt x="53" y="130"/>
                </a:lnTo>
                <a:lnTo>
                  <a:pt x="53" y="129"/>
                </a:lnTo>
                <a:lnTo>
                  <a:pt x="53" y="128"/>
                </a:lnTo>
                <a:lnTo>
                  <a:pt x="53" y="127"/>
                </a:lnTo>
                <a:lnTo>
                  <a:pt x="52" y="128"/>
                </a:lnTo>
                <a:lnTo>
                  <a:pt x="51" y="128"/>
                </a:lnTo>
                <a:lnTo>
                  <a:pt x="51" y="127"/>
                </a:lnTo>
                <a:lnTo>
                  <a:pt x="51" y="126"/>
                </a:lnTo>
                <a:lnTo>
                  <a:pt x="50" y="126"/>
                </a:lnTo>
                <a:lnTo>
                  <a:pt x="49" y="127"/>
                </a:lnTo>
                <a:lnTo>
                  <a:pt x="48" y="127"/>
                </a:lnTo>
                <a:lnTo>
                  <a:pt x="47" y="127"/>
                </a:lnTo>
                <a:lnTo>
                  <a:pt x="46" y="127"/>
                </a:lnTo>
                <a:lnTo>
                  <a:pt x="46" y="126"/>
                </a:lnTo>
                <a:lnTo>
                  <a:pt x="45" y="126"/>
                </a:lnTo>
                <a:lnTo>
                  <a:pt x="46" y="126"/>
                </a:lnTo>
                <a:lnTo>
                  <a:pt x="45" y="126"/>
                </a:lnTo>
                <a:lnTo>
                  <a:pt x="45" y="125"/>
                </a:lnTo>
                <a:lnTo>
                  <a:pt x="45" y="124"/>
                </a:lnTo>
                <a:lnTo>
                  <a:pt x="44" y="124"/>
                </a:lnTo>
                <a:lnTo>
                  <a:pt x="44" y="123"/>
                </a:lnTo>
                <a:lnTo>
                  <a:pt x="45" y="123"/>
                </a:lnTo>
                <a:lnTo>
                  <a:pt x="45" y="122"/>
                </a:lnTo>
                <a:lnTo>
                  <a:pt x="45" y="121"/>
                </a:lnTo>
                <a:lnTo>
                  <a:pt x="45" y="120"/>
                </a:lnTo>
                <a:lnTo>
                  <a:pt x="44" y="120"/>
                </a:lnTo>
                <a:lnTo>
                  <a:pt x="43" y="120"/>
                </a:lnTo>
                <a:lnTo>
                  <a:pt x="42" y="121"/>
                </a:lnTo>
                <a:lnTo>
                  <a:pt x="42" y="122"/>
                </a:lnTo>
                <a:lnTo>
                  <a:pt x="42" y="121"/>
                </a:lnTo>
                <a:lnTo>
                  <a:pt x="41" y="121"/>
                </a:lnTo>
                <a:lnTo>
                  <a:pt x="42" y="121"/>
                </a:lnTo>
                <a:lnTo>
                  <a:pt x="41" y="120"/>
                </a:lnTo>
                <a:lnTo>
                  <a:pt x="41" y="119"/>
                </a:lnTo>
                <a:lnTo>
                  <a:pt x="40" y="119"/>
                </a:lnTo>
                <a:lnTo>
                  <a:pt x="39" y="118"/>
                </a:lnTo>
                <a:lnTo>
                  <a:pt x="40" y="118"/>
                </a:lnTo>
                <a:lnTo>
                  <a:pt x="40" y="117"/>
                </a:lnTo>
                <a:lnTo>
                  <a:pt x="40" y="116"/>
                </a:lnTo>
                <a:lnTo>
                  <a:pt x="40" y="115"/>
                </a:lnTo>
                <a:lnTo>
                  <a:pt x="39" y="115"/>
                </a:lnTo>
                <a:lnTo>
                  <a:pt x="38" y="115"/>
                </a:lnTo>
                <a:lnTo>
                  <a:pt x="38" y="116"/>
                </a:lnTo>
                <a:lnTo>
                  <a:pt x="37" y="116"/>
                </a:lnTo>
                <a:lnTo>
                  <a:pt x="37" y="117"/>
                </a:lnTo>
                <a:lnTo>
                  <a:pt x="37" y="116"/>
                </a:lnTo>
                <a:lnTo>
                  <a:pt x="36" y="116"/>
                </a:lnTo>
                <a:lnTo>
                  <a:pt x="36" y="115"/>
                </a:lnTo>
                <a:lnTo>
                  <a:pt x="36" y="114"/>
                </a:lnTo>
                <a:lnTo>
                  <a:pt x="36" y="113"/>
                </a:lnTo>
                <a:lnTo>
                  <a:pt x="35" y="113"/>
                </a:lnTo>
                <a:lnTo>
                  <a:pt x="35" y="112"/>
                </a:lnTo>
                <a:lnTo>
                  <a:pt x="35" y="111"/>
                </a:lnTo>
                <a:lnTo>
                  <a:pt x="36" y="111"/>
                </a:lnTo>
                <a:lnTo>
                  <a:pt x="36" y="110"/>
                </a:lnTo>
                <a:lnTo>
                  <a:pt x="35" y="110"/>
                </a:lnTo>
                <a:lnTo>
                  <a:pt x="35" y="109"/>
                </a:lnTo>
                <a:lnTo>
                  <a:pt x="34" y="109"/>
                </a:lnTo>
                <a:lnTo>
                  <a:pt x="34" y="108"/>
                </a:lnTo>
                <a:lnTo>
                  <a:pt x="34" y="107"/>
                </a:lnTo>
                <a:lnTo>
                  <a:pt x="35" y="107"/>
                </a:lnTo>
                <a:lnTo>
                  <a:pt x="34" y="107"/>
                </a:lnTo>
                <a:lnTo>
                  <a:pt x="34" y="106"/>
                </a:lnTo>
                <a:lnTo>
                  <a:pt x="35" y="106"/>
                </a:lnTo>
                <a:lnTo>
                  <a:pt x="34" y="106"/>
                </a:lnTo>
                <a:lnTo>
                  <a:pt x="34" y="105"/>
                </a:lnTo>
                <a:lnTo>
                  <a:pt x="34" y="104"/>
                </a:lnTo>
                <a:lnTo>
                  <a:pt x="35" y="104"/>
                </a:lnTo>
                <a:lnTo>
                  <a:pt x="35" y="103"/>
                </a:lnTo>
                <a:lnTo>
                  <a:pt x="35" y="102"/>
                </a:lnTo>
                <a:lnTo>
                  <a:pt x="35" y="100"/>
                </a:lnTo>
                <a:lnTo>
                  <a:pt x="36" y="100"/>
                </a:lnTo>
                <a:lnTo>
                  <a:pt x="37" y="100"/>
                </a:lnTo>
                <a:lnTo>
                  <a:pt x="37" y="99"/>
                </a:lnTo>
                <a:lnTo>
                  <a:pt x="38" y="98"/>
                </a:lnTo>
                <a:lnTo>
                  <a:pt x="38" y="97"/>
                </a:lnTo>
                <a:lnTo>
                  <a:pt x="39" y="97"/>
                </a:lnTo>
                <a:lnTo>
                  <a:pt x="40" y="97"/>
                </a:lnTo>
                <a:lnTo>
                  <a:pt x="40" y="96"/>
                </a:lnTo>
                <a:lnTo>
                  <a:pt x="41" y="96"/>
                </a:lnTo>
                <a:lnTo>
                  <a:pt x="41" y="95"/>
                </a:lnTo>
                <a:lnTo>
                  <a:pt x="42" y="94"/>
                </a:lnTo>
                <a:lnTo>
                  <a:pt x="43" y="94"/>
                </a:lnTo>
                <a:lnTo>
                  <a:pt x="43" y="93"/>
                </a:lnTo>
                <a:lnTo>
                  <a:pt x="44" y="93"/>
                </a:lnTo>
                <a:lnTo>
                  <a:pt x="44" y="92"/>
                </a:lnTo>
                <a:lnTo>
                  <a:pt x="45" y="91"/>
                </a:lnTo>
                <a:lnTo>
                  <a:pt x="45" y="90"/>
                </a:lnTo>
                <a:lnTo>
                  <a:pt x="46" y="90"/>
                </a:lnTo>
                <a:lnTo>
                  <a:pt x="46" y="89"/>
                </a:lnTo>
                <a:lnTo>
                  <a:pt x="47" y="89"/>
                </a:lnTo>
                <a:lnTo>
                  <a:pt x="48" y="89"/>
                </a:lnTo>
                <a:lnTo>
                  <a:pt x="49" y="89"/>
                </a:lnTo>
                <a:lnTo>
                  <a:pt x="49" y="88"/>
                </a:lnTo>
                <a:lnTo>
                  <a:pt x="50" y="89"/>
                </a:lnTo>
                <a:lnTo>
                  <a:pt x="51" y="88"/>
                </a:lnTo>
                <a:lnTo>
                  <a:pt x="52" y="89"/>
                </a:lnTo>
                <a:lnTo>
                  <a:pt x="53" y="88"/>
                </a:lnTo>
                <a:lnTo>
                  <a:pt x="54" y="88"/>
                </a:lnTo>
                <a:lnTo>
                  <a:pt x="55" y="88"/>
                </a:lnTo>
                <a:lnTo>
                  <a:pt x="55" y="89"/>
                </a:lnTo>
                <a:lnTo>
                  <a:pt x="56" y="88"/>
                </a:lnTo>
                <a:lnTo>
                  <a:pt x="57" y="87"/>
                </a:lnTo>
                <a:lnTo>
                  <a:pt x="58" y="87"/>
                </a:lnTo>
                <a:lnTo>
                  <a:pt x="59" y="87"/>
                </a:lnTo>
                <a:lnTo>
                  <a:pt x="59" y="86"/>
                </a:lnTo>
                <a:lnTo>
                  <a:pt x="60" y="86"/>
                </a:lnTo>
                <a:lnTo>
                  <a:pt x="61" y="87"/>
                </a:lnTo>
                <a:lnTo>
                  <a:pt x="62" y="86"/>
                </a:lnTo>
                <a:lnTo>
                  <a:pt x="62" y="85"/>
                </a:lnTo>
                <a:lnTo>
                  <a:pt x="62" y="84"/>
                </a:lnTo>
                <a:lnTo>
                  <a:pt x="61" y="83"/>
                </a:lnTo>
                <a:lnTo>
                  <a:pt x="62" y="83"/>
                </a:lnTo>
                <a:lnTo>
                  <a:pt x="62" y="82"/>
                </a:lnTo>
                <a:lnTo>
                  <a:pt x="62" y="81"/>
                </a:lnTo>
                <a:lnTo>
                  <a:pt x="63" y="81"/>
                </a:lnTo>
                <a:lnTo>
                  <a:pt x="63" y="80"/>
                </a:lnTo>
                <a:lnTo>
                  <a:pt x="62" y="80"/>
                </a:lnTo>
                <a:lnTo>
                  <a:pt x="62" y="79"/>
                </a:lnTo>
                <a:lnTo>
                  <a:pt x="62" y="78"/>
                </a:lnTo>
                <a:lnTo>
                  <a:pt x="63" y="78"/>
                </a:lnTo>
                <a:lnTo>
                  <a:pt x="63" y="77"/>
                </a:lnTo>
                <a:lnTo>
                  <a:pt x="63" y="76"/>
                </a:lnTo>
                <a:lnTo>
                  <a:pt x="62" y="76"/>
                </a:lnTo>
                <a:lnTo>
                  <a:pt x="62" y="75"/>
                </a:lnTo>
                <a:lnTo>
                  <a:pt x="63" y="75"/>
                </a:lnTo>
                <a:lnTo>
                  <a:pt x="64" y="74"/>
                </a:lnTo>
                <a:lnTo>
                  <a:pt x="65" y="74"/>
                </a:lnTo>
                <a:lnTo>
                  <a:pt x="66" y="74"/>
                </a:lnTo>
                <a:lnTo>
                  <a:pt x="66" y="73"/>
                </a:lnTo>
                <a:lnTo>
                  <a:pt x="67" y="73"/>
                </a:lnTo>
                <a:lnTo>
                  <a:pt x="68" y="73"/>
                </a:lnTo>
                <a:lnTo>
                  <a:pt x="68" y="74"/>
                </a:lnTo>
                <a:lnTo>
                  <a:pt x="69" y="74"/>
                </a:lnTo>
                <a:lnTo>
                  <a:pt x="69" y="75"/>
                </a:lnTo>
                <a:lnTo>
                  <a:pt x="69" y="76"/>
                </a:lnTo>
                <a:lnTo>
                  <a:pt x="70" y="77"/>
                </a:lnTo>
                <a:lnTo>
                  <a:pt x="71" y="77"/>
                </a:lnTo>
                <a:lnTo>
                  <a:pt x="72" y="77"/>
                </a:lnTo>
                <a:lnTo>
                  <a:pt x="73" y="78"/>
                </a:lnTo>
                <a:lnTo>
                  <a:pt x="73" y="77"/>
                </a:lnTo>
                <a:lnTo>
                  <a:pt x="74" y="77"/>
                </a:lnTo>
                <a:lnTo>
                  <a:pt x="74" y="76"/>
                </a:lnTo>
                <a:lnTo>
                  <a:pt x="75" y="76"/>
                </a:lnTo>
                <a:lnTo>
                  <a:pt x="76" y="76"/>
                </a:lnTo>
                <a:lnTo>
                  <a:pt x="77" y="76"/>
                </a:lnTo>
                <a:lnTo>
                  <a:pt x="78" y="76"/>
                </a:lnTo>
                <a:lnTo>
                  <a:pt x="79" y="75"/>
                </a:lnTo>
                <a:lnTo>
                  <a:pt x="80" y="75"/>
                </a:lnTo>
                <a:lnTo>
                  <a:pt x="79" y="75"/>
                </a:lnTo>
                <a:lnTo>
                  <a:pt x="79" y="76"/>
                </a:lnTo>
                <a:lnTo>
                  <a:pt x="80" y="76"/>
                </a:lnTo>
                <a:lnTo>
                  <a:pt x="80" y="77"/>
                </a:lnTo>
                <a:lnTo>
                  <a:pt x="81" y="77"/>
                </a:lnTo>
                <a:lnTo>
                  <a:pt x="82" y="77"/>
                </a:lnTo>
                <a:lnTo>
                  <a:pt x="83" y="77"/>
                </a:lnTo>
                <a:lnTo>
                  <a:pt x="84" y="77"/>
                </a:lnTo>
                <a:lnTo>
                  <a:pt x="86" y="77"/>
                </a:lnTo>
                <a:lnTo>
                  <a:pt x="87" y="77"/>
                </a:lnTo>
                <a:lnTo>
                  <a:pt x="87" y="76"/>
                </a:lnTo>
                <a:lnTo>
                  <a:pt x="88" y="76"/>
                </a:lnTo>
                <a:lnTo>
                  <a:pt x="89" y="76"/>
                </a:lnTo>
                <a:lnTo>
                  <a:pt x="89" y="75"/>
                </a:lnTo>
                <a:lnTo>
                  <a:pt x="90" y="75"/>
                </a:lnTo>
                <a:lnTo>
                  <a:pt x="91" y="75"/>
                </a:lnTo>
                <a:lnTo>
                  <a:pt x="92" y="74"/>
                </a:lnTo>
                <a:lnTo>
                  <a:pt x="93" y="74"/>
                </a:lnTo>
                <a:lnTo>
                  <a:pt x="94" y="73"/>
                </a:lnTo>
                <a:lnTo>
                  <a:pt x="94" y="72"/>
                </a:lnTo>
                <a:lnTo>
                  <a:pt x="95" y="71"/>
                </a:lnTo>
                <a:lnTo>
                  <a:pt x="96" y="71"/>
                </a:lnTo>
                <a:lnTo>
                  <a:pt x="97" y="71"/>
                </a:lnTo>
                <a:lnTo>
                  <a:pt x="98" y="71"/>
                </a:lnTo>
                <a:lnTo>
                  <a:pt x="98" y="70"/>
                </a:lnTo>
                <a:lnTo>
                  <a:pt x="99" y="70"/>
                </a:lnTo>
                <a:lnTo>
                  <a:pt x="100" y="70"/>
                </a:lnTo>
                <a:lnTo>
                  <a:pt x="101" y="71"/>
                </a:lnTo>
                <a:lnTo>
                  <a:pt x="102" y="71"/>
                </a:lnTo>
                <a:lnTo>
                  <a:pt x="102" y="70"/>
                </a:lnTo>
                <a:lnTo>
                  <a:pt x="103" y="70"/>
                </a:lnTo>
                <a:lnTo>
                  <a:pt x="105" y="70"/>
                </a:lnTo>
                <a:lnTo>
                  <a:pt x="106" y="70"/>
                </a:lnTo>
                <a:lnTo>
                  <a:pt x="106" y="71"/>
                </a:lnTo>
                <a:lnTo>
                  <a:pt x="106" y="72"/>
                </a:lnTo>
                <a:lnTo>
                  <a:pt x="106" y="73"/>
                </a:lnTo>
                <a:lnTo>
                  <a:pt x="107" y="73"/>
                </a:lnTo>
                <a:lnTo>
                  <a:pt x="108" y="73"/>
                </a:lnTo>
                <a:lnTo>
                  <a:pt x="108" y="72"/>
                </a:lnTo>
                <a:lnTo>
                  <a:pt x="109" y="72"/>
                </a:lnTo>
                <a:lnTo>
                  <a:pt x="109" y="71"/>
                </a:lnTo>
                <a:lnTo>
                  <a:pt x="110" y="71"/>
                </a:lnTo>
                <a:lnTo>
                  <a:pt x="111" y="71"/>
                </a:lnTo>
                <a:lnTo>
                  <a:pt x="112" y="72"/>
                </a:lnTo>
                <a:lnTo>
                  <a:pt x="113" y="71"/>
                </a:lnTo>
                <a:lnTo>
                  <a:pt x="113" y="70"/>
                </a:lnTo>
                <a:lnTo>
                  <a:pt x="114" y="70"/>
                </a:lnTo>
                <a:lnTo>
                  <a:pt x="115" y="70"/>
                </a:lnTo>
                <a:lnTo>
                  <a:pt x="116" y="69"/>
                </a:lnTo>
                <a:lnTo>
                  <a:pt x="117" y="69"/>
                </a:lnTo>
                <a:lnTo>
                  <a:pt x="118" y="69"/>
                </a:lnTo>
                <a:lnTo>
                  <a:pt x="118" y="70"/>
                </a:lnTo>
                <a:lnTo>
                  <a:pt x="119" y="70"/>
                </a:lnTo>
                <a:lnTo>
                  <a:pt x="120" y="70"/>
                </a:lnTo>
                <a:lnTo>
                  <a:pt x="120" y="69"/>
                </a:lnTo>
                <a:lnTo>
                  <a:pt x="121" y="69"/>
                </a:lnTo>
                <a:lnTo>
                  <a:pt x="121" y="68"/>
                </a:lnTo>
                <a:lnTo>
                  <a:pt x="121" y="67"/>
                </a:lnTo>
                <a:lnTo>
                  <a:pt x="122" y="67"/>
                </a:lnTo>
                <a:lnTo>
                  <a:pt x="122" y="68"/>
                </a:lnTo>
                <a:lnTo>
                  <a:pt x="123" y="68"/>
                </a:lnTo>
                <a:lnTo>
                  <a:pt x="123" y="67"/>
                </a:lnTo>
                <a:lnTo>
                  <a:pt x="123" y="66"/>
                </a:lnTo>
                <a:lnTo>
                  <a:pt x="123" y="65"/>
                </a:lnTo>
                <a:lnTo>
                  <a:pt x="123" y="64"/>
                </a:lnTo>
                <a:lnTo>
                  <a:pt x="124" y="64"/>
                </a:lnTo>
                <a:lnTo>
                  <a:pt x="124" y="63"/>
                </a:lnTo>
                <a:lnTo>
                  <a:pt x="123" y="63"/>
                </a:lnTo>
                <a:lnTo>
                  <a:pt x="123" y="62"/>
                </a:lnTo>
                <a:lnTo>
                  <a:pt x="124" y="62"/>
                </a:lnTo>
                <a:lnTo>
                  <a:pt x="123" y="62"/>
                </a:lnTo>
                <a:lnTo>
                  <a:pt x="124" y="61"/>
                </a:lnTo>
                <a:lnTo>
                  <a:pt x="124" y="60"/>
                </a:lnTo>
                <a:lnTo>
                  <a:pt x="123" y="60"/>
                </a:lnTo>
                <a:lnTo>
                  <a:pt x="123" y="61"/>
                </a:lnTo>
                <a:lnTo>
                  <a:pt x="122" y="61"/>
                </a:lnTo>
                <a:lnTo>
                  <a:pt x="122" y="62"/>
                </a:lnTo>
                <a:lnTo>
                  <a:pt x="121" y="62"/>
                </a:lnTo>
                <a:lnTo>
                  <a:pt x="122" y="63"/>
                </a:lnTo>
                <a:lnTo>
                  <a:pt x="122" y="64"/>
                </a:lnTo>
                <a:lnTo>
                  <a:pt x="121" y="64"/>
                </a:lnTo>
                <a:lnTo>
                  <a:pt x="120" y="65"/>
                </a:lnTo>
                <a:lnTo>
                  <a:pt x="119" y="66"/>
                </a:lnTo>
                <a:lnTo>
                  <a:pt x="119" y="65"/>
                </a:lnTo>
                <a:lnTo>
                  <a:pt x="119" y="64"/>
                </a:lnTo>
                <a:lnTo>
                  <a:pt x="118" y="63"/>
                </a:lnTo>
                <a:lnTo>
                  <a:pt x="118" y="62"/>
                </a:lnTo>
                <a:lnTo>
                  <a:pt x="118" y="63"/>
                </a:lnTo>
                <a:lnTo>
                  <a:pt x="117" y="63"/>
                </a:lnTo>
                <a:lnTo>
                  <a:pt x="117" y="62"/>
                </a:lnTo>
                <a:lnTo>
                  <a:pt x="117" y="61"/>
                </a:lnTo>
                <a:lnTo>
                  <a:pt x="118" y="61"/>
                </a:lnTo>
                <a:lnTo>
                  <a:pt x="118" y="60"/>
                </a:lnTo>
                <a:lnTo>
                  <a:pt x="119" y="60"/>
                </a:lnTo>
                <a:lnTo>
                  <a:pt x="119" y="59"/>
                </a:lnTo>
                <a:lnTo>
                  <a:pt x="120" y="58"/>
                </a:lnTo>
                <a:lnTo>
                  <a:pt x="120" y="56"/>
                </a:lnTo>
                <a:lnTo>
                  <a:pt x="121" y="56"/>
                </a:lnTo>
                <a:lnTo>
                  <a:pt x="121" y="57"/>
                </a:lnTo>
                <a:lnTo>
                  <a:pt x="120" y="58"/>
                </a:lnTo>
                <a:lnTo>
                  <a:pt x="121" y="58"/>
                </a:lnTo>
                <a:lnTo>
                  <a:pt x="122" y="58"/>
                </a:lnTo>
                <a:lnTo>
                  <a:pt x="122" y="57"/>
                </a:lnTo>
                <a:lnTo>
                  <a:pt x="123" y="57"/>
                </a:lnTo>
                <a:lnTo>
                  <a:pt x="123" y="58"/>
                </a:lnTo>
                <a:lnTo>
                  <a:pt x="122" y="58"/>
                </a:lnTo>
                <a:lnTo>
                  <a:pt x="122" y="59"/>
                </a:lnTo>
                <a:lnTo>
                  <a:pt x="123" y="59"/>
                </a:lnTo>
                <a:lnTo>
                  <a:pt x="123" y="60"/>
                </a:lnTo>
                <a:lnTo>
                  <a:pt x="124" y="60"/>
                </a:lnTo>
                <a:lnTo>
                  <a:pt x="125" y="59"/>
                </a:lnTo>
                <a:lnTo>
                  <a:pt x="126" y="59"/>
                </a:lnTo>
                <a:lnTo>
                  <a:pt x="126" y="58"/>
                </a:lnTo>
                <a:lnTo>
                  <a:pt x="127" y="58"/>
                </a:lnTo>
                <a:lnTo>
                  <a:pt x="127" y="57"/>
                </a:lnTo>
                <a:lnTo>
                  <a:pt x="126" y="57"/>
                </a:lnTo>
                <a:lnTo>
                  <a:pt x="126" y="56"/>
                </a:lnTo>
                <a:lnTo>
                  <a:pt x="126" y="57"/>
                </a:lnTo>
                <a:lnTo>
                  <a:pt x="125" y="57"/>
                </a:lnTo>
                <a:lnTo>
                  <a:pt x="125" y="56"/>
                </a:lnTo>
                <a:lnTo>
                  <a:pt x="124" y="56"/>
                </a:lnTo>
                <a:lnTo>
                  <a:pt x="125" y="55"/>
                </a:lnTo>
                <a:lnTo>
                  <a:pt x="125" y="54"/>
                </a:lnTo>
                <a:lnTo>
                  <a:pt x="126" y="54"/>
                </a:lnTo>
                <a:lnTo>
                  <a:pt x="127" y="54"/>
                </a:lnTo>
                <a:lnTo>
                  <a:pt x="127" y="53"/>
                </a:lnTo>
                <a:lnTo>
                  <a:pt x="128" y="53"/>
                </a:lnTo>
                <a:lnTo>
                  <a:pt x="129" y="53"/>
                </a:lnTo>
                <a:lnTo>
                  <a:pt x="129" y="52"/>
                </a:lnTo>
                <a:lnTo>
                  <a:pt x="130" y="52"/>
                </a:lnTo>
                <a:lnTo>
                  <a:pt x="131" y="52"/>
                </a:lnTo>
                <a:lnTo>
                  <a:pt x="131" y="53"/>
                </a:lnTo>
                <a:lnTo>
                  <a:pt x="131" y="54"/>
                </a:lnTo>
                <a:lnTo>
                  <a:pt x="131" y="53"/>
                </a:lnTo>
                <a:lnTo>
                  <a:pt x="131" y="54"/>
                </a:lnTo>
                <a:lnTo>
                  <a:pt x="132" y="54"/>
                </a:lnTo>
                <a:lnTo>
                  <a:pt x="133" y="54"/>
                </a:lnTo>
                <a:lnTo>
                  <a:pt x="134" y="54"/>
                </a:lnTo>
                <a:lnTo>
                  <a:pt x="135" y="54"/>
                </a:lnTo>
                <a:lnTo>
                  <a:pt x="135" y="53"/>
                </a:lnTo>
                <a:lnTo>
                  <a:pt x="136" y="53"/>
                </a:lnTo>
                <a:lnTo>
                  <a:pt x="137" y="53"/>
                </a:lnTo>
                <a:lnTo>
                  <a:pt x="138" y="54"/>
                </a:lnTo>
                <a:lnTo>
                  <a:pt x="138" y="55"/>
                </a:lnTo>
                <a:lnTo>
                  <a:pt x="138" y="56"/>
                </a:lnTo>
                <a:lnTo>
                  <a:pt x="137" y="56"/>
                </a:lnTo>
                <a:lnTo>
                  <a:pt x="137" y="57"/>
                </a:lnTo>
                <a:lnTo>
                  <a:pt x="138" y="57"/>
                </a:lnTo>
                <a:lnTo>
                  <a:pt x="139" y="57"/>
                </a:lnTo>
                <a:lnTo>
                  <a:pt x="140" y="58"/>
                </a:lnTo>
                <a:lnTo>
                  <a:pt x="141" y="58"/>
                </a:lnTo>
                <a:lnTo>
                  <a:pt x="142" y="58"/>
                </a:lnTo>
                <a:lnTo>
                  <a:pt x="143" y="58"/>
                </a:lnTo>
                <a:lnTo>
                  <a:pt x="144" y="58"/>
                </a:lnTo>
                <a:lnTo>
                  <a:pt x="143" y="58"/>
                </a:lnTo>
                <a:lnTo>
                  <a:pt x="143" y="57"/>
                </a:lnTo>
                <a:lnTo>
                  <a:pt x="143" y="56"/>
                </a:lnTo>
                <a:lnTo>
                  <a:pt x="142" y="56"/>
                </a:lnTo>
                <a:lnTo>
                  <a:pt x="143" y="56"/>
                </a:lnTo>
                <a:lnTo>
                  <a:pt x="143" y="55"/>
                </a:lnTo>
                <a:lnTo>
                  <a:pt x="143" y="54"/>
                </a:lnTo>
                <a:lnTo>
                  <a:pt x="143" y="53"/>
                </a:lnTo>
                <a:lnTo>
                  <a:pt x="143" y="52"/>
                </a:lnTo>
                <a:lnTo>
                  <a:pt x="143" y="51"/>
                </a:lnTo>
                <a:lnTo>
                  <a:pt x="144" y="50"/>
                </a:lnTo>
                <a:lnTo>
                  <a:pt x="145" y="50"/>
                </a:lnTo>
                <a:lnTo>
                  <a:pt x="145" y="49"/>
                </a:lnTo>
                <a:lnTo>
                  <a:pt x="144" y="49"/>
                </a:lnTo>
                <a:lnTo>
                  <a:pt x="143" y="49"/>
                </a:lnTo>
                <a:lnTo>
                  <a:pt x="142" y="49"/>
                </a:lnTo>
                <a:lnTo>
                  <a:pt x="142" y="50"/>
                </a:lnTo>
                <a:lnTo>
                  <a:pt x="141" y="50"/>
                </a:lnTo>
                <a:lnTo>
                  <a:pt x="140" y="49"/>
                </a:lnTo>
                <a:lnTo>
                  <a:pt x="141" y="49"/>
                </a:lnTo>
                <a:lnTo>
                  <a:pt x="141" y="48"/>
                </a:lnTo>
                <a:lnTo>
                  <a:pt x="142" y="47"/>
                </a:lnTo>
                <a:lnTo>
                  <a:pt x="141" y="47"/>
                </a:lnTo>
                <a:lnTo>
                  <a:pt x="141" y="46"/>
                </a:lnTo>
                <a:lnTo>
                  <a:pt x="142" y="45"/>
                </a:lnTo>
                <a:lnTo>
                  <a:pt x="142" y="44"/>
                </a:lnTo>
                <a:lnTo>
                  <a:pt x="141" y="44"/>
                </a:lnTo>
                <a:lnTo>
                  <a:pt x="140" y="44"/>
                </a:lnTo>
                <a:lnTo>
                  <a:pt x="140" y="43"/>
                </a:lnTo>
                <a:lnTo>
                  <a:pt x="139" y="43"/>
                </a:lnTo>
                <a:lnTo>
                  <a:pt x="139" y="42"/>
                </a:lnTo>
                <a:lnTo>
                  <a:pt x="139" y="41"/>
                </a:lnTo>
                <a:lnTo>
                  <a:pt x="140" y="41"/>
                </a:lnTo>
                <a:lnTo>
                  <a:pt x="140" y="40"/>
                </a:lnTo>
                <a:lnTo>
                  <a:pt x="140" y="41"/>
                </a:lnTo>
                <a:lnTo>
                  <a:pt x="141" y="41"/>
                </a:lnTo>
                <a:lnTo>
                  <a:pt x="142" y="41"/>
                </a:lnTo>
                <a:lnTo>
                  <a:pt x="141" y="41"/>
                </a:lnTo>
                <a:lnTo>
                  <a:pt x="142" y="41"/>
                </a:lnTo>
                <a:lnTo>
                  <a:pt x="142" y="42"/>
                </a:lnTo>
                <a:lnTo>
                  <a:pt x="143" y="43"/>
                </a:lnTo>
                <a:lnTo>
                  <a:pt x="144" y="43"/>
                </a:lnTo>
                <a:lnTo>
                  <a:pt x="145" y="43"/>
                </a:lnTo>
                <a:lnTo>
                  <a:pt x="146" y="43"/>
                </a:lnTo>
                <a:lnTo>
                  <a:pt x="147" y="43"/>
                </a:lnTo>
                <a:lnTo>
                  <a:pt x="148" y="43"/>
                </a:lnTo>
                <a:lnTo>
                  <a:pt x="148" y="44"/>
                </a:lnTo>
                <a:lnTo>
                  <a:pt x="149" y="44"/>
                </a:lnTo>
                <a:lnTo>
                  <a:pt x="149" y="43"/>
                </a:lnTo>
                <a:lnTo>
                  <a:pt x="150" y="44"/>
                </a:lnTo>
                <a:lnTo>
                  <a:pt x="151" y="43"/>
                </a:lnTo>
                <a:lnTo>
                  <a:pt x="152" y="43"/>
                </a:lnTo>
                <a:lnTo>
                  <a:pt x="153" y="43"/>
                </a:lnTo>
                <a:lnTo>
                  <a:pt x="154" y="43"/>
                </a:lnTo>
                <a:lnTo>
                  <a:pt x="154" y="44"/>
                </a:lnTo>
                <a:lnTo>
                  <a:pt x="153" y="44"/>
                </a:lnTo>
                <a:lnTo>
                  <a:pt x="153" y="45"/>
                </a:lnTo>
                <a:lnTo>
                  <a:pt x="152" y="45"/>
                </a:lnTo>
                <a:lnTo>
                  <a:pt x="153" y="45"/>
                </a:lnTo>
                <a:lnTo>
                  <a:pt x="153" y="46"/>
                </a:lnTo>
                <a:lnTo>
                  <a:pt x="154" y="47"/>
                </a:lnTo>
                <a:lnTo>
                  <a:pt x="155" y="47"/>
                </a:lnTo>
                <a:lnTo>
                  <a:pt x="156" y="46"/>
                </a:lnTo>
                <a:lnTo>
                  <a:pt x="157" y="45"/>
                </a:lnTo>
                <a:lnTo>
                  <a:pt x="158" y="45"/>
                </a:lnTo>
                <a:lnTo>
                  <a:pt x="159" y="44"/>
                </a:lnTo>
                <a:lnTo>
                  <a:pt x="160" y="44"/>
                </a:lnTo>
                <a:lnTo>
                  <a:pt x="161" y="44"/>
                </a:lnTo>
                <a:lnTo>
                  <a:pt x="162" y="44"/>
                </a:lnTo>
                <a:lnTo>
                  <a:pt x="162" y="43"/>
                </a:lnTo>
                <a:lnTo>
                  <a:pt x="163" y="42"/>
                </a:lnTo>
                <a:lnTo>
                  <a:pt x="164" y="42"/>
                </a:lnTo>
                <a:lnTo>
                  <a:pt x="165" y="41"/>
                </a:lnTo>
                <a:lnTo>
                  <a:pt x="166" y="41"/>
                </a:lnTo>
                <a:lnTo>
                  <a:pt x="167" y="41"/>
                </a:lnTo>
                <a:lnTo>
                  <a:pt x="167" y="40"/>
                </a:lnTo>
                <a:lnTo>
                  <a:pt x="167" y="39"/>
                </a:lnTo>
                <a:lnTo>
                  <a:pt x="168" y="38"/>
                </a:lnTo>
                <a:lnTo>
                  <a:pt x="167" y="38"/>
                </a:lnTo>
                <a:lnTo>
                  <a:pt x="168" y="38"/>
                </a:lnTo>
                <a:lnTo>
                  <a:pt x="169" y="37"/>
                </a:lnTo>
                <a:lnTo>
                  <a:pt x="169" y="36"/>
                </a:lnTo>
                <a:lnTo>
                  <a:pt x="170" y="36"/>
                </a:lnTo>
                <a:lnTo>
                  <a:pt x="170" y="35"/>
                </a:lnTo>
                <a:lnTo>
                  <a:pt x="171" y="35"/>
                </a:lnTo>
                <a:lnTo>
                  <a:pt x="172" y="35"/>
                </a:lnTo>
                <a:lnTo>
                  <a:pt x="172" y="34"/>
                </a:lnTo>
                <a:lnTo>
                  <a:pt x="172" y="33"/>
                </a:lnTo>
                <a:lnTo>
                  <a:pt x="171" y="33"/>
                </a:lnTo>
                <a:lnTo>
                  <a:pt x="171" y="32"/>
                </a:lnTo>
                <a:lnTo>
                  <a:pt x="171" y="31"/>
                </a:lnTo>
                <a:lnTo>
                  <a:pt x="172" y="31"/>
                </a:lnTo>
                <a:lnTo>
                  <a:pt x="172" y="30"/>
                </a:lnTo>
                <a:lnTo>
                  <a:pt x="172" y="29"/>
                </a:lnTo>
                <a:lnTo>
                  <a:pt x="172" y="28"/>
                </a:lnTo>
                <a:lnTo>
                  <a:pt x="173" y="27"/>
                </a:lnTo>
                <a:lnTo>
                  <a:pt x="174" y="27"/>
                </a:lnTo>
                <a:lnTo>
                  <a:pt x="175" y="26"/>
                </a:lnTo>
                <a:lnTo>
                  <a:pt x="175" y="25"/>
                </a:lnTo>
                <a:lnTo>
                  <a:pt x="175" y="24"/>
                </a:lnTo>
                <a:lnTo>
                  <a:pt x="176" y="24"/>
                </a:lnTo>
                <a:lnTo>
                  <a:pt x="177" y="25"/>
                </a:lnTo>
                <a:lnTo>
                  <a:pt x="179" y="25"/>
                </a:lnTo>
                <a:lnTo>
                  <a:pt x="181" y="25"/>
                </a:lnTo>
                <a:lnTo>
                  <a:pt x="182" y="25"/>
                </a:lnTo>
                <a:lnTo>
                  <a:pt x="183" y="25"/>
                </a:lnTo>
                <a:lnTo>
                  <a:pt x="184" y="25"/>
                </a:lnTo>
                <a:lnTo>
                  <a:pt x="185" y="25"/>
                </a:lnTo>
                <a:lnTo>
                  <a:pt x="186" y="25"/>
                </a:lnTo>
                <a:lnTo>
                  <a:pt x="188" y="24"/>
                </a:lnTo>
                <a:lnTo>
                  <a:pt x="190" y="24"/>
                </a:lnTo>
                <a:lnTo>
                  <a:pt x="191" y="24"/>
                </a:lnTo>
                <a:lnTo>
                  <a:pt x="192" y="24"/>
                </a:lnTo>
                <a:lnTo>
                  <a:pt x="193" y="25"/>
                </a:lnTo>
                <a:lnTo>
                  <a:pt x="195" y="26"/>
                </a:lnTo>
                <a:lnTo>
                  <a:pt x="196" y="27"/>
                </a:lnTo>
                <a:lnTo>
                  <a:pt x="197" y="28"/>
                </a:lnTo>
                <a:lnTo>
                  <a:pt x="199" y="29"/>
                </a:lnTo>
                <a:lnTo>
                  <a:pt x="200" y="30"/>
                </a:lnTo>
                <a:lnTo>
                  <a:pt x="201" y="31"/>
                </a:lnTo>
                <a:lnTo>
                  <a:pt x="202" y="32"/>
                </a:lnTo>
                <a:lnTo>
                  <a:pt x="204" y="34"/>
                </a:lnTo>
                <a:lnTo>
                  <a:pt x="205" y="34"/>
                </a:lnTo>
                <a:lnTo>
                  <a:pt x="209" y="35"/>
                </a:lnTo>
                <a:lnTo>
                  <a:pt x="209" y="36"/>
                </a:lnTo>
                <a:lnTo>
                  <a:pt x="211" y="36"/>
                </a:lnTo>
                <a:lnTo>
                  <a:pt x="213" y="36"/>
                </a:lnTo>
                <a:lnTo>
                  <a:pt x="213" y="37"/>
                </a:lnTo>
                <a:lnTo>
                  <a:pt x="214" y="36"/>
                </a:lnTo>
                <a:lnTo>
                  <a:pt x="215" y="36"/>
                </a:lnTo>
                <a:lnTo>
                  <a:pt x="216" y="36"/>
                </a:lnTo>
                <a:lnTo>
                  <a:pt x="217" y="36"/>
                </a:lnTo>
                <a:lnTo>
                  <a:pt x="220" y="35"/>
                </a:lnTo>
                <a:lnTo>
                  <a:pt x="221" y="34"/>
                </a:lnTo>
                <a:lnTo>
                  <a:pt x="222" y="34"/>
                </a:lnTo>
                <a:lnTo>
                  <a:pt x="223" y="33"/>
                </a:lnTo>
                <a:lnTo>
                  <a:pt x="224" y="33"/>
                </a:lnTo>
                <a:lnTo>
                  <a:pt x="224" y="32"/>
                </a:lnTo>
                <a:lnTo>
                  <a:pt x="225" y="32"/>
                </a:lnTo>
                <a:lnTo>
                  <a:pt x="225" y="31"/>
                </a:lnTo>
                <a:lnTo>
                  <a:pt x="226" y="30"/>
                </a:lnTo>
                <a:lnTo>
                  <a:pt x="227" y="29"/>
                </a:lnTo>
                <a:lnTo>
                  <a:pt x="228" y="28"/>
                </a:lnTo>
                <a:lnTo>
                  <a:pt x="229" y="27"/>
                </a:lnTo>
                <a:lnTo>
                  <a:pt x="230" y="27"/>
                </a:lnTo>
                <a:lnTo>
                  <a:pt x="231" y="26"/>
                </a:lnTo>
                <a:lnTo>
                  <a:pt x="232" y="26"/>
                </a:lnTo>
                <a:lnTo>
                  <a:pt x="233" y="26"/>
                </a:lnTo>
                <a:lnTo>
                  <a:pt x="234" y="26"/>
                </a:lnTo>
                <a:lnTo>
                  <a:pt x="234" y="25"/>
                </a:lnTo>
                <a:lnTo>
                  <a:pt x="238" y="25"/>
                </a:lnTo>
                <a:lnTo>
                  <a:pt x="238" y="26"/>
                </a:lnTo>
                <a:lnTo>
                  <a:pt x="239" y="26"/>
                </a:lnTo>
                <a:lnTo>
                  <a:pt x="240" y="26"/>
                </a:lnTo>
                <a:lnTo>
                  <a:pt x="240" y="27"/>
                </a:lnTo>
                <a:lnTo>
                  <a:pt x="241" y="28"/>
                </a:lnTo>
                <a:lnTo>
                  <a:pt x="241" y="29"/>
                </a:lnTo>
                <a:lnTo>
                  <a:pt x="242" y="29"/>
                </a:lnTo>
                <a:lnTo>
                  <a:pt x="242" y="30"/>
                </a:lnTo>
                <a:lnTo>
                  <a:pt x="243" y="30"/>
                </a:lnTo>
                <a:lnTo>
                  <a:pt x="245" y="29"/>
                </a:lnTo>
                <a:lnTo>
                  <a:pt x="246" y="29"/>
                </a:lnTo>
                <a:lnTo>
                  <a:pt x="246" y="28"/>
                </a:lnTo>
                <a:lnTo>
                  <a:pt x="247" y="28"/>
                </a:lnTo>
                <a:lnTo>
                  <a:pt x="248" y="27"/>
                </a:lnTo>
                <a:lnTo>
                  <a:pt x="249" y="26"/>
                </a:lnTo>
                <a:lnTo>
                  <a:pt x="250" y="25"/>
                </a:lnTo>
                <a:lnTo>
                  <a:pt x="251" y="25"/>
                </a:lnTo>
                <a:lnTo>
                  <a:pt x="251" y="24"/>
                </a:lnTo>
                <a:lnTo>
                  <a:pt x="252" y="24"/>
                </a:lnTo>
                <a:lnTo>
                  <a:pt x="253" y="24"/>
                </a:lnTo>
                <a:lnTo>
                  <a:pt x="253" y="23"/>
                </a:lnTo>
                <a:lnTo>
                  <a:pt x="254" y="23"/>
                </a:lnTo>
                <a:lnTo>
                  <a:pt x="255" y="23"/>
                </a:lnTo>
                <a:lnTo>
                  <a:pt x="256" y="22"/>
                </a:lnTo>
                <a:lnTo>
                  <a:pt x="257" y="22"/>
                </a:lnTo>
                <a:lnTo>
                  <a:pt x="257" y="21"/>
                </a:lnTo>
                <a:lnTo>
                  <a:pt x="258" y="21"/>
                </a:lnTo>
                <a:lnTo>
                  <a:pt x="259" y="21"/>
                </a:lnTo>
                <a:lnTo>
                  <a:pt x="259" y="20"/>
                </a:lnTo>
                <a:lnTo>
                  <a:pt x="260" y="19"/>
                </a:lnTo>
                <a:lnTo>
                  <a:pt x="261" y="19"/>
                </a:lnTo>
                <a:lnTo>
                  <a:pt x="262" y="18"/>
                </a:lnTo>
                <a:lnTo>
                  <a:pt x="263" y="18"/>
                </a:lnTo>
                <a:lnTo>
                  <a:pt x="264" y="18"/>
                </a:lnTo>
                <a:lnTo>
                  <a:pt x="265" y="18"/>
                </a:lnTo>
                <a:lnTo>
                  <a:pt x="266" y="18"/>
                </a:lnTo>
                <a:lnTo>
                  <a:pt x="267" y="18"/>
                </a:lnTo>
                <a:lnTo>
                  <a:pt x="268" y="18"/>
                </a:lnTo>
                <a:lnTo>
                  <a:pt x="269" y="18"/>
                </a:lnTo>
                <a:lnTo>
                  <a:pt x="269" y="17"/>
                </a:lnTo>
                <a:lnTo>
                  <a:pt x="270" y="16"/>
                </a:lnTo>
                <a:lnTo>
                  <a:pt x="270" y="15"/>
                </a:lnTo>
                <a:lnTo>
                  <a:pt x="270" y="14"/>
                </a:lnTo>
                <a:lnTo>
                  <a:pt x="271" y="13"/>
                </a:lnTo>
                <a:lnTo>
                  <a:pt x="271" y="9"/>
                </a:lnTo>
                <a:lnTo>
                  <a:pt x="271" y="8"/>
                </a:lnTo>
                <a:lnTo>
                  <a:pt x="271" y="7"/>
                </a:lnTo>
                <a:lnTo>
                  <a:pt x="271" y="5"/>
                </a:lnTo>
                <a:lnTo>
                  <a:pt x="272" y="3"/>
                </a:lnTo>
                <a:lnTo>
                  <a:pt x="273" y="2"/>
                </a:lnTo>
                <a:lnTo>
                  <a:pt x="274" y="1"/>
                </a:lnTo>
                <a:lnTo>
                  <a:pt x="275" y="0"/>
                </a:lnTo>
                <a:lnTo>
                  <a:pt x="276" y="0"/>
                </a:lnTo>
                <a:lnTo>
                  <a:pt x="277" y="0"/>
                </a:lnTo>
                <a:lnTo>
                  <a:pt x="278" y="0"/>
                </a:lnTo>
                <a:lnTo>
                  <a:pt x="279" y="0"/>
                </a:lnTo>
                <a:lnTo>
                  <a:pt x="280" y="0"/>
                </a:lnTo>
                <a:lnTo>
                  <a:pt x="281" y="0"/>
                </a:lnTo>
                <a:lnTo>
                  <a:pt x="281" y="1"/>
                </a:lnTo>
                <a:lnTo>
                  <a:pt x="28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96" name=""/>
          <p:cNvSpPr/>
          <p:nvPr/>
        </p:nvSpPr>
        <p:spPr>
          <a:xfrm>
            <a:off x="6960960" y="3823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97" name=""/>
          <p:cNvSpPr/>
          <p:nvPr/>
        </p:nvSpPr>
        <p:spPr>
          <a:xfrm>
            <a:off x="6968520" y="381744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0" y="6"/>
                </a:moveTo>
                <a:lnTo>
                  <a:pt x="0" y="5"/>
                </a:lnTo>
                <a:lnTo>
                  <a:pt x="0" y="4"/>
                </a:lnTo>
                <a:lnTo>
                  <a:pt x="2" y="3"/>
                </a:lnTo>
                <a:lnTo>
                  <a:pt x="2" y="1"/>
                </a:lnTo>
                <a:lnTo>
                  <a:pt x="3" y="0"/>
                </a:lnTo>
                <a:lnTo>
                  <a:pt x="3" y="1"/>
                </a:lnTo>
                <a:lnTo>
                  <a:pt x="3" y="4"/>
                </a:lnTo>
                <a:lnTo>
                  <a:pt x="4" y="4"/>
                </a:lnTo>
                <a:lnTo>
                  <a:pt x="4" y="5"/>
                </a:lnTo>
                <a:lnTo>
                  <a:pt x="2" y="6"/>
                </a:lnTo>
                <a:lnTo>
                  <a:pt x="0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98" name=""/>
          <p:cNvSpPr/>
          <p:nvPr/>
        </p:nvSpPr>
        <p:spPr>
          <a:xfrm>
            <a:off x="6973560" y="3811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99" name=""/>
          <p:cNvSpPr/>
          <p:nvPr/>
        </p:nvSpPr>
        <p:spPr>
          <a:xfrm>
            <a:off x="6979320" y="3810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00" name=""/>
          <p:cNvSpPr/>
          <p:nvPr/>
        </p:nvSpPr>
        <p:spPr>
          <a:xfrm>
            <a:off x="6982200" y="3805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01" name=""/>
          <p:cNvSpPr/>
          <p:nvPr/>
        </p:nvSpPr>
        <p:spPr>
          <a:xfrm>
            <a:off x="6795360" y="3726000"/>
            <a:ext cx="256320" cy="143640"/>
          </a:xfrm>
          <a:custGeom>
            <a:avLst/>
            <a:gdLst/>
            <a:ahLst/>
            <a:rect l="0" t="0" r="r" b="b"/>
            <a:pathLst>
              <a:path w="712" h="399">
                <a:moveTo>
                  <a:pt x="273" y="1"/>
                </a:moveTo>
                <a:lnTo>
                  <a:pt x="274" y="1"/>
                </a:lnTo>
                <a:lnTo>
                  <a:pt x="275" y="1"/>
                </a:lnTo>
                <a:lnTo>
                  <a:pt x="276" y="2"/>
                </a:lnTo>
                <a:lnTo>
                  <a:pt x="276" y="3"/>
                </a:lnTo>
                <a:lnTo>
                  <a:pt x="277" y="3"/>
                </a:lnTo>
                <a:lnTo>
                  <a:pt x="277" y="2"/>
                </a:lnTo>
                <a:lnTo>
                  <a:pt x="278" y="3"/>
                </a:lnTo>
                <a:lnTo>
                  <a:pt x="279" y="3"/>
                </a:lnTo>
                <a:lnTo>
                  <a:pt x="280" y="3"/>
                </a:lnTo>
                <a:lnTo>
                  <a:pt x="281" y="4"/>
                </a:lnTo>
                <a:lnTo>
                  <a:pt x="282" y="4"/>
                </a:lnTo>
                <a:lnTo>
                  <a:pt x="282" y="5"/>
                </a:lnTo>
                <a:lnTo>
                  <a:pt x="283" y="5"/>
                </a:lnTo>
                <a:lnTo>
                  <a:pt x="283" y="6"/>
                </a:lnTo>
                <a:lnTo>
                  <a:pt x="283" y="7"/>
                </a:lnTo>
                <a:lnTo>
                  <a:pt x="284" y="7"/>
                </a:lnTo>
                <a:lnTo>
                  <a:pt x="284" y="8"/>
                </a:lnTo>
                <a:lnTo>
                  <a:pt x="285" y="9"/>
                </a:lnTo>
                <a:lnTo>
                  <a:pt x="286" y="8"/>
                </a:lnTo>
                <a:lnTo>
                  <a:pt x="287" y="8"/>
                </a:lnTo>
                <a:lnTo>
                  <a:pt x="288" y="8"/>
                </a:lnTo>
                <a:lnTo>
                  <a:pt x="291" y="9"/>
                </a:lnTo>
                <a:lnTo>
                  <a:pt x="290" y="9"/>
                </a:lnTo>
                <a:lnTo>
                  <a:pt x="291" y="10"/>
                </a:lnTo>
                <a:lnTo>
                  <a:pt x="292" y="10"/>
                </a:lnTo>
                <a:lnTo>
                  <a:pt x="292" y="11"/>
                </a:lnTo>
                <a:lnTo>
                  <a:pt x="293" y="11"/>
                </a:lnTo>
                <a:lnTo>
                  <a:pt x="294" y="11"/>
                </a:lnTo>
                <a:lnTo>
                  <a:pt x="294" y="12"/>
                </a:lnTo>
                <a:lnTo>
                  <a:pt x="293" y="12"/>
                </a:lnTo>
                <a:lnTo>
                  <a:pt x="293" y="13"/>
                </a:lnTo>
                <a:lnTo>
                  <a:pt x="293" y="14"/>
                </a:lnTo>
                <a:lnTo>
                  <a:pt x="296" y="13"/>
                </a:lnTo>
                <a:lnTo>
                  <a:pt x="298" y="13"/>
                </a:lnTo>
                <a:lnTo>
                  <a:pt x="299" y="13"/>
                </a:lnTo>
                <a:lnTo>
                  <a:pt x="300" y="13"/>
                </a:lnTo>
                <a:lnTo>
                  <a:pt x="301" y="14"/>
                </a:lnTo>
                <a:lnTo>
                  <a:pt x="302" y="14"/>
                </a:lnTo>
                <a:lnTo>
                  <a:pt x="304" y="14"/>
                </a:lnTo>
                <a:lnTo>
                  <a:pt x="305" y="14"/>
                </a:lnTo>
                <a:lnTo>
                  <a:pt x="306" y="14"/>
                </a:lnTo>
                <a:lnTo>
                  <a:pt x="307" y="14"/>
                </a:lnTo>
                <a:lnTo>
                  <a:pt x="308" y="14"/>
                </a:lnTo>
                <a:lnTo>
                  <a:pt x="308" y="15"/>
                </a:lnTo>
                <a:lnTo>
                  <a:pt x="310" y="15"/>
                </a:lnTo>
                <a:lnTo>
                  <a:pt x="310" y="16"/>
                </a:lnTo>
                <a:lnTo>
                  <a:pt x="311" y="16"/>
                </a:lnTo>
                <a:lnTo>
                  <a:pt x="311" y="15"/>
                </a:lnTo>
                <a:lnTo>
                  <a:pt x="312" y="15"/>
                </a:lnTo>
                <a:lnTo>
                  <a:pt x="313" y="16"/>
                </a:lnTo>
                <a:lnTo>
                  <a:pt x="313" y="15"/>
                </a:lnTo>
                <a:lnTo>
                  <a:pt x="314" y="16"/>
                </a:lnTo>
                <a:lnTo>
                  <a:pt x="314" y="17"/>
                </a:lnTo>
                <a:lnTo>
                  <a:pt x="314" y="16"/>
                </a:lnTo>
                <a:lnTo>
                  <a:pt x="315" y="16"/>
                </a:lnTo>
                <a:lnTo>
                  <a:pt x="316" y="16"/>
                </a:lnTo>
                <a:lnTo>
                  <a:pt x="315" y="16"/>
                </a:lnTo>
                <a:lnTo>
                  <a:pt x="315" y="17"/>
                </a:lnTo>
                <a:lnTo>
                  <a:pt x="317" y="17"/>
                </a:lnTo>
                <a:lnTo>
                  <a:pt x="318" y="17"/>
                </a:lnTo>
                <a:lnTo>
                  <a:pt x="318" y="19"/>
                </a:lnTo>
                <a:lnTo>
                  <a:pt x="318" y="20"/>
                </a:lnTo>
                <a:lnTo>
                  <a:pt x="318" y="19"/>
                </a:lnTo>
                <a:lnTo>
                  <a:pt x="318" y="18"/>
                </a:lnTo>
                <a:lnTo>
                  <a:pt x="318" y="17"/>
                </a:lnTo>
                <a:lnTo>
                  <a:pt x="319" y="17"/>
                </a:lnTo>
                <a:lnTo>
                  <a:pt x="322" y="17"/>
                </a:lnTo>
                <a:lnTo>
                  <a:pt x="325" y="17"/>
                </a:lnTo>
                <a:lnTo>
                  <a:pt x="324" y="18"/>
                </a:lnTo>
                <a:lnTo>
                  <a:pt x="324" y="19"/>
                </a:lnTo>
                <a:lnTo>
                  <a:pt x="323" y="19"/>
                </a:lnTo>
                <a:lnTo>
                  <a:pt x="323" y="20"/>
                </a:lnTo>
                <a:lnTo>
                  <a:pt x="324" y="20"/>
                </a:lnTo>
                <a:lnTo>
                  <a:pt x="324" y="19"/>
                </a:lnTo>
                <a:lnTo>
                  <a:pt x="324" y="20"/>
                </a:lnTo>
                <a:lnTo>
                  <a:pt x="325" y="19"/>
                </a:lnTo>
                <a:lnTo>
                  <a:pt x="325" y="18"/>
                </a:lnTo>
                <a:lnTo>
                  <a:pt x="326" y="18"/>
                </a:lnTo>
                <a:lnTo>
                  <a:pt x="327" y="18"/>
                </a:lnTo>
                <a:lnTo>
                  <a:pt x="328" y="18"/>
                </a:lnTo>
                <a:lnTo>
                  <a:pt x="330" y="18"/>
                </a:lnTo>
                <a:lnTo>
                  <a:pt x="331" y="18"/>
                </a:lnTo>
                <a:lnTo>
                  <a:pt x="332" y="19"/>
                </a:lnTo>
                <a:lnTo>
                  <a:pt x="333" y="19"/>
                </a:lnTo>
                <a:lnTo>
                  <a:pt x="333" y="21"/>
                </a:lnTo>
                <a:lnTo>
                  <a:pt x="333" y="22"/>
                </a:lnTo>
                <a:lnTo>
                  <a:pt x="333" y="23"/>
                </a:lnTo>
                <a:lnTo>
                  <a:pt x="334" y="23"/>
                </a:lnTo>
                <a:lnTo>
                  <a:pt x="335" y="24"/>
                </a:lnTo>
                <a:lnTo>
                  <a:pt x="335" y="23"/>
                </a:lnTo>
                <a:lnTo>
                  <a:pt x="336" y="23"/>
                </a:lnTo>
                <a:lnTo>
                  <a:pt x="337" y="23"/>
                </a:lnTo>
                <a:lnTo>
                  <a:pt x="338" y="23"/>
                </a:lnTo>
                <a:lnTo>
                  <a:pt x="339" y="23"/>
                </a:lnTo>
                <a:lnTo>
                  <a:pt x="340" y="23"/>
                </a:lnTo>
                <a:lnTo>
                  <a:pt x="341" y="24"/>
                </a:lnTo>
                <a:lnTo>
                  <a:pt x="342" y="24"/>
                </a:lnTo>
                <a:lnTo>
                  <a:pt x="342" y="23"/>
                </a:lnTo>
                <a:lnTo>
                  <a:pt x="341" y="23"/>
                </a:lnTo>
                <a:lnTo>
                  <a:pt x="341" y="22"/>
                </a:lnTo>
                <a:lnTo>
                  <a:pt x="341" y="21"/>
                </a:lnTo>
                <a:lnTo>
                  <a:pt x="341" y="20"/>
                </a:lnTo>
                <a:lnTo>
                  <a:pt x="342" y="20"/>
                </a:lnTo>
                <a:lnTo>
                  <a:pt x="342" y="19"/>
                </a:lnTo>
                <a:lnTo>
                  <a:pt x="343" y="20"/>
                </a:lnTo>
                <a:lnTo>
                  <a:pt x="344" y="20"/>
                </a:lnTo>
                <a:lnTo>
                  <a:pt x="344" y="19"/>
                </a:lnTo>
                <a:lnTo>
                  <a:pt x="345" y="19"/>
                </a:lnTo>
                <a:lnTo>
                  <a:pt x="345" y="18"/>
                </a:lnTo>
                <a:lnTo>
                  <a:pt x="345" y="17"/>
                </a:lnTo>
                <a:lnTo>
                  <a:pt x="344" y="17"/>
                </a:lnTo>
                <a:lnTo>
                  <a:pt x="344" y="18"/>
                </a:lnTo>
                <a:lnTo>
                  <a:pt x="344" y="17"/>
                </a:lnTo>
                <a:lnTo>
                  <a:pt x="344" y="16"/>
                </a:lnTo>
                <a:lnTo>
                  <a:pt x="345" y="16"/>
                </a:lnTo>
                <a:lnTo>
                  <a:pt x="346" y="16"/>
                </a:lnTo>
                <a:lnTo>
                  <a:pt x="347" y="16"/>
                </a:lnTo>
                <a:lnTo>
                  <a:pt x="347" y="18"/>
                </a:lnTo>
                <a:lnTo>
                  <a:pt x="347" y="17"/>
                </a:lnTo>
                <a:lnTo>
                  <a:pt x="348" y="17"/>
                </a:lnTo>
                <a:lnTo>
                  <a:pt x="349" y="17"/>
                </a:lnTo>
                <a:lnTo>
                  <a:pt x="350" y="17"/>
                </a:lnTo>
                <a:lnTo>
                  <a:pt x="349" y="18"/>
                </a:lnTo>
                <a:lnTo>
                  <a:pt x="350" y="18"/>
                </a:lnTo>
                <a:lnTo>
                  <a:pt x="351" y="17"/>
                </a:lnTo>
                <a:lnTo>
                  <a:pt x="351" y="18"/>
                </a:lnTo>
                <a:lnTo>
                  <a:pt x="351" y="19"/>
                </a:lnTo>
                <a:lnTo>
                  <a:pt x="352" y="19"/>
                </a:lnTo>
                <a:lnTo>
                  <a:pt x="352" y="20"/>
                </a:lnTo>
                <a:lnTo>
                  <a:pt x="353" y="20"/>
                </a:lnTo>
                <a:lnTo>
                  <a:pt x="354" y="20"/>
                </a:lnTo>
                <a:lnTo>
                  <a:pt x="355" y="20"/>
                </a:lnTo>
                <a:lnTo>
                  <a:pt x="356" y="20"/>
                </a:lnTo>
                <a:lnTo>
                  <a:pt x="357" y="20"/>
                </a:lnTo>
                <a:lnTo>
                  <a:pt x="358" y="20"/>
                </a:lnTo>
                <a:lnTo>
                  <a:pt x="359" y="20"/>
                </a:lnTo>
                <a:lnTo>
                  <a:pt x="360" y="19"/>
                </a:lnTo>
                <a:lnTo>
                  <a:pt x="360" y="17"/>
                </a:lnTo>
                <a:lnTo>
                  <a:pt x="359" y="17"/>
                </a:lnTo>
                <a:lnTo>
                  <a:pt x="359" y="16"/>
                </a:lnTo>
                <a:lnTo>
                  <a:pt x="360" y="16"/>
                </a:lnTo>
                <a:lnTo>
                  <a:pt x="360" y="15"/>
                </a:lnTo>
                <a:lnTo>
                  <a:pt x="359" y="13"/>
                </a:lnTo>
                <a:lnTo>
                  <a:pt x="361" y="13"/>
                </a:lnTo>
                <a:lnTo>
                  <a:pt x="363" y="13"/>
                </a:lnTo>
                <a:lnTo>
                  <a:pt x="363" y="16"/>
                </a:lnTo>
                <a:lnTo>
                  <a:pt x="364" y="16"/>
                </a:lnTo>
                <a:lnTo>
                  <a:pt x="366" y="15"/>
                </a:lnTo>
                <a:lnTo>
                  <a:pt x="366" y="16"/>
                </a:lnTo>
                <a:lnTo>
                  <a:pt x="366" y="15"/>
                </a:lnTo>
                <a:lnTo>
                  <a:pt x="367" y="14"/>
                </a:lnTo>
                <a:lnTo>
                  <a:pt x="367" y="15"/>
                </a:lnTo>
                <a:lnTo>
                  <a:pt x="373" y="18"/>
                </a:lnTo>
                <a:lnTo>
                  <a:pt x="373" y="19"/>
                </a:lnTo>
                <a:lnTo>
                  <a:pt x="371" y="20"/>
                </a:lnTo>
                <a:lnTo>
                  <a:pt x="372" y="20"/>
                </a:lnTo>
                <a:lnTo>
                  <a:pt x="373" y="20"/>
                </a:lnTo>
                <a:lnTo>
                  <a:pt x="374" y="20"/>
                </a:lnTo>
                <a:lnTo>
                  <a:pt x="374" y="21"/>
                </a:lnTo>
                <a:lnTo>
                  <a:pt x="374" y="22"/>
                </a:lnTo>
                <a:lnTo>
                  <a:pt x="374" y="23"/>
                </a:lnTo>
                <a:lnTo>
                  <a:pt x="375" y="23"/>
                </a:lnTo>
                <a:lnTo>
                  <a:pt x="375" y="24"/>
                </a:lnTo>
                <a:lnTo>
                  <a:pt x="375" y="25"/>
                </a:lnTo>
                <a:lnTo>
                  <a:pt x="376" y="25"/>
                </a:lnTo>
                <a:lnTo>
                  <a:pt x="375" y="25"/>
                </a:lnTo>
                <a:lnTo>
                  <a:pt x="374" y="25"/>
                </a:lnTo>
                <a:lnTo>
                  <a:pt x="374" y="27"/>
                </a:lnTo>
                <a:lnTo>
                  <a:pt x="375" y="28"/>
                </a:lnTo>
                <a:lnTo>
                  <a:pt x="375" y="29"/>
                </a:lnTo>
                <a:lnTo>
                  <a:pt x="376" y="30"/>
                </a:lnTo>
                <a:lnTo>
                  <a:pt x="377" y="33"/>
                </a:lnTo>
                <a:lnTo>
                  <a:pt x="380" y="33"/>
                </a:lnTo>
                <a:lnTo>
                  <a:pt x="381" y="34"/>
                </a:lnTo>
                <a:lnTo>
                  <a:pt x="383" y="35"/>
                </a:lnTo>
                <a:lnTo>
                  <a:pt x="384" y="36"/>
                </a:lnTo>
                <a:lnTo>
                  <a:pt x="385" y="37"/>
                </a:lnTo>
                <a:lnTo>
                  <a:pt x="386" y="40"/>
                </a:lnTo>
                <a:lnTo>
                  <a:pt x="386" y="43"/>
                </a:lnTo>
                <a:lnTo>
                  <a:pt x="385" y="45"/>
                </a:lnTo>
                <a:lnTo>
                  <a:pt x="384" y="45"/>
                </a:lnTo>
                <a:lnTo>
                  <a:pt x="384" y="47"/>
                </a:lnTo>
                <a:lnTo>
                  <a:pt x="385" y="47"/>
                </a:lnTo>
                <a:lnTo>
                  <a:pt x="386" y="47"/>
                </a:lnTo>
                <a:lnTo>
                  <a:pt x="386" y="48"/>
                </a:lnTo>
                <a:lnTo>
                  <a:pt x="385" y="49"/>
                </a:lnTo>
                <a:lnTo>
                  <a:pt x="384" y="49"/>
                </a:lnTo>
                <a:lnTo>
                  <a:pt x="384" y="51"/>
                </a:lnTo>
                <a:lnTo>
                  <a:pt x="385" y="51"/>
                </a:lnTo>
                <a:lnTo>
                  <a:pt x="385" y="50"/>
                </a:lnTo>
                <a:lnTo>
                  <a:pt x="388" y="51"/>
                </a:lnTo>
                <a:lnTo>
                  <a:pt x="388" y="50"/>
                </a:lnTo>
                <a:lnTo>
                  <a:pt x="389" y="50"/>
                </a:lnTo>
                <a:lnTo>
                  <a:pt x="391" y="50"/>
                </a:lnTo>
                <a:lnTo>
                  <a:pt x="391" y="51"/>
                </a:lnTo>
                <a:lnTo>
                  <a:pt x="392" y="52"/>
                </a:lnTo>
                <a:lnTo>
                  <a:pt x="393" y="51"/>
                </a:lnTo>
                <a:lnTo>
                  <a:pt x="393" y="50"/>
                </a:lnTo>
                <a:lnTo>
                  <a:pt x="394" y="50"/>
                </a:lnTo>
                <a:lnTo>
                  <a:pt x="395" y="49"/>
                </a:lnTo>
                <a:lnTo>
                  <a:pt x="395" y="48"/>
                </a:lnTo>
                <a:lnTo>
                  <a:pt x="396" y="48"/>
                </a:lnTo>
                <a:lnTo>
                  <a:pt x="396" y="49"/>
                </a:lnTo>
                <a:lnTo>
                  <a:pt x="396" y="50"/>
                </a:lnTo>
                <a:lnTo>
                  <a:pt x="397" y="50"/>
                </a:lnTo>
                <a:lnTo>
                  <a:pt x="397" y="51"/>
                </a:lnTo>
                <a:lnTo>
                  <a:pt x="398" y="51"/>
                </a:lnTo>
                <a:lnTo>
                  <a:pt x="398" y="50"/>
                </a:lnTo>
                <a:lnTo>
                  <a:pt x="399" y="50"/>
                </a:lnTo>
                <a:lnTo>
                  <a:pt x="399" y="49"/>
                </a:lnTo>
                <a:lnTo>
                  <a:pt x="400" y="49"/>
                </a:lnTo>
                <a:lnTo>
                  <a:pt x="401" y="49"/>
                </a:lnTo>
                <a:lnTo>
                  <a:pt x="402" y="49"/>
                </a:lnTo>
                <a:lnTo>
                  <a:pt x="402" y="48"/>
                </a:lnTo>
                <a:lnTo>
                  <a:pt x="403" y="48"/>
                </a:lnTo>
                <a:lnTo>
                  <a:pt x="404" y="49"/>
                </a:lnTo>
                <a:lnTo>
                  <a:pt x="403" y="49"/>
                </a:lnTo>
                <a:lnTo>
                  <a:pt x="403" y="50"/>
                </a:lnTo>
                <a:lnTo>
                  <a:pt x="404" y="50"/>
                </a:lnTo>
                <a:lnTo>
                  <a:pt x="404" y="51"/>
                </a:lnTo>
                <a:lnTo>
                  <a:pt x="402" y="51"/>
                </a:lnTo>
                <a:lnTo>
                  <a:pt x="401" y="52"/>
                </a:lnTo>
                <a:lnTo>
                  <a:pt x="400" y="53"/>
                </a:lnTo>
                <a:lnTo>
                  <a:pt x="399" y="53"/>
                </a:lnTo>
                <a:lnTo>
                  <a:pt x="398" y="53"/>
                </a:lnTo>
                <a:lnTo>
                  <a:pt x="397" y="53"/>
                </a:lnTo>
                <a:lnTo>
                  <a:pt x="396" y="52"/>
                </a:lnTo>
                <a:lnTo>
                  <a:pt x="395" y="52"/>
                </a:lnTo>
                <a:lnTo>
                  <a:pt x="394" y="52"/>
                </a:lnTo>
                <a:lnTo>
                  <a:pt x="394" y="53"/>
                </a:lnTo>
                <a:lnTo>
                  <a:pt x="393" y="53"/>
                </a:lnTo>
                <a:lnTo>
                  <a:pt x="393" y="54"/>
                </a:lnTo>
                <a:lnTo>
                  <a:pt x="395" y="54"/>
                </a:lnTo>
                <a:lnTo>
                  <a:pt x="396" y="55"/>
                </a:lnTo>
                <a:lnTo>
                  <a:pt x="396" y="56"/>
                </a:lnTo>
                <a:lnTo>
                  <a:pt x="397" y="56"/>
                </a:lnTo>
                <a:lnTo>
                  <a:pt x="397" y="57"/>
                </a:lnTo>
                <a:lnTo>
                  <a:pt x="398" y="57"/>
                </a:lnTo>
                <a:lnTo>
                  <a:pt x="399" y="58"/>
                </a:lnTo>
                <a:lnTo>
                  <a:pt x="400" y="59"/>
                </a:lnTo>
                <a:lnTo>
                  <a:pt x="401" y="60"/>
                </a:lnTo>
                <a:lnTo>
                  <a:pt x="402" y="61"/>
                </a:lnTo>
                <a:lnTo>
                  <a:pt x="401" y="61"/>
                </a:lnTo>
                <a:lnTo>
                  <a:pt x="398" y="58"/>
                </a:lnTo>
                <a:lnTo>
                  <a:pt x="395" y="56"/>
                </a:lnTo>
                <a:lnTo>
                  <a:pt x="397" y="58"/>
                </a:lnTo>
                <a:lnTo>
                  <a:pt x="399" y="60"/>
                </a:lnTo>
                <a:lnTo>
                  <a:pt x="401" y="63"/>
                </a:lnTo>
                <a:lnTo>
                  <a:pt x="400" y="63"/>
                </a:lnTo>
                <a:lnTo>
                  <a:pt x="399" y="62"/>
                </a:lnTo>
                <a:lnTo>
                  <a:pt x="399" y="60"/>
                </a:lnTo>
                <a:lnTo>
                  <a:pt x="398" y="60"/>
                </a:lnTo>
                <a:lnTo>
                  <a:pt x="397" y="59"/>
                </a:lnTo>
                <a:lnTo>
                  <a:pt x="394" y="57"/>
                </a:lnTo>
                <a:lnTo>
                  <a:pt x="393" y="57"/>
                </a:lnTo>
                <a:lnTo>
                  <a:pt x="392" y="57"/>
                </a:lnTo>
                <a:lnTo>
                  <a:pt x="390" y="57"/>
                </a:lnTo>
                <a:lnTo>
                  <a:pt x="389" y="57"/>
                </a:lnTo>
                <a:lnTo>
                  <a:pt x="388" y="57"/>
                </a:lnTo>
                <a:lnTo>
                  <a:pt x="388" y="56"/>
                </a:lnTo>
                <a:lnTo>
                  <a:pt x="387" y="56"/>
                </a:lnTo>
                <a:lnTo>
                  <a:pt x="387" y="57"/>
                </a:lnTo>
                <a:lnTo>
                  <a:pt x="387" y="58"/>
                </a:lnTo>
                <a:lnTo>
                  <a:pt x="386" y="58"/>
                </a:lnTo>
                <a:lnTo>
                  <a:pt x="385" y="58"/>
                </a:lnTo>
                <a:lnTo>
                  <a:pt x="384" y="57"/>
                </a:lnTo>
                <a:lnTo>
                  <a:pt x="383" y="56"/>
                </a:lnTo>
                <a:lnTo>
                  <a:pt x="382" y="56"/>
                </a:lnTo>
                <a:lnTo>
                  <a:pt x="381" y="56"/>
                </a:lnTo>
                <a:lnTo>
                  <a:pt x="380" y="56"/>
                </a:lnTo>
                <a:lnTo>
                  <a:pt x="379" y="56"/>
                </a:lnTo>
                <a:lnTo>
                  <a:pt x="380" y="56"/>
                </a:lnTo>
                <a:lnTo>
                  <a:pt x="380" y="57"/>
                </a:lnTo>
                <a:lnTo>
                  <a:pt x="380" y="58"/>
                </a:lnTo>
                <a:lnTo>
                  <a:pt x="380" y="59"/>
                </a:lnTo>
                <a:lnTo>
                  <a:pt x="380" y="60"/>
                </a:lnTo>
                <a:lnTo>
                  <a:pt x="380" y="62"/>
                </a:lnTo>
                <a:lnTo>
                  <a:pt x="379" y="62"/>
                </a:lnTo>
                <a:lnTo>
                  <a:pt x="378" y="63"/>
                </a:lnTo>
                <a:lnTo>
                  <a:pt x="377" y="63"/>
                </a:lnTo>
                <a:lnTo>
                  <a:pt x="377" y="64"/>
                </a:lnTo>
                <a:lnTo>
                  <a:pt x="375" y="65"/>
                </a:lnTo>
                <a:lnTo>
                  <a:pt x="375" y="66"/>
                </a:lnTo>
                <a:lnTo>
                  <a:pt x="374" y="67"/>
                </a:lnTo>
                <a:lnTo>
                  <a:pt x="373" y="69"/>
                </a:lnTo>
                <a:lnTo>
                  <a:pt x="373" y="70"/>
                </a:lnTo>
                <a:lnTo>
                  <a:pt x="372" y="70"/>
                </a:lnTo>
                <a:lnTo>
                  <a:pt x="372" y="71"/>
                </a:lnTo>
                <a:lnTo>
                  <a:pt x="371" y="73"/>
                </a:lnTo>
                <a:lnTo>
                  <a:pt x="371" y="74"/>
                </a:lnTo>
                <a:lnTo>
                  <a:pt x="370" y="75"/>
                </a:lnTo>
                <a:lnTo>
                  <a:pt x="370" y="76"/>
                </a:lnTo>
                <a:lnTo>
                  <a:pt x="369" y="76"/>
                </a:lnTo>
                <a:lnTo>
                  <a:pt x="367" y="76"/>
                </a:lnTo>
                <a:lnTo>
                  <a:pt x="367" y="77"/>
                </a:lnTo>
                <a:lnTo>
                  <a:pt x="368" y="77"/>
                </a:lnTo>
                <a:lnTo>
                  <a:pt x="369" y="77"/>
                </a:lnTo>
                <a:lnTo>
                  <a:pt x="369" y="78"/>
                </a:lnTo>
                <a:lnTo>
                  <a:pt x="370" y="80"/>
                </a:lnTo>
                <a:lnTo>
                  <a:pt x="370" y="81"/>
                </a:lnTo>
                <a:lnTo>
                  <a:pt x="371" y="81"/>
                </a:lnTo>
                <a:lnTo>
                  <a:pt x="370" y="82"/>
                </a:lnTo>
                <a:lnTo>
                  <a:pt x="370" y="83"/>
                </a:lnTo>
                <a:lnTo>
                  <a:pt x="370" y="84"/>
                </a:lnTo>
                <a:lnTo>
                  <a:pt x="370" y="85"/>
                </a:lnTo>
                <a:lnTo>
                  <a:pt x="369" y="86"/>
                </a:lnTo>
                <a:lnTo>
                  <a:pt x="369" y="87"/>
                </a:lnTo>
                <a:lnTo>
                  <a:pt x="370" y="88"/>
                </a:lnTo>
                <a:lnTo>
                  <a:pt x="370" y="90"/>
                </a:lnTo>
                <a:lnTo>
                  <a:pt x="370" y="91"/>
                </a:lnTo>
                <a:lnTo>
                  <a:pt x="371" y="92"/>
                </a:lnTo>
                <a:lnTo>
                  <a:pt x="371" y="94"/>
                </a:lnTo>
                <a:lnTo>
                  <a:pt x="370" y="94"/>
                </a:lnTo>
                <a:lnTo>
                  <a:pt x="369" y="94"/>
                </a:lnTo>
                <a:lnTo>
                  <a:pt x="368" y="93"/>
                </a:lnTo>
                <a:lnTo>
                  <a:pt x="367" y="92"/>
                </a:lnTo>
                <a:lnTo>
                  <a:pt x="366" y="92"/>
                </a:lnTo>
                <a:lnTo>
                  <a:pt x="366" y="94"/>
                </a:lnTo>
                <a:lnTo>
                  <a:pt x="367" y="94"/>
                </a:lnTo>
                <a:lnTo>
                  <a:pt x="367" y="93"/>
                </a:lnTo>
                <a:lnTo>
                  <a:pt x="368" y="93"/>
                </a:lnTo>
                <a:lnTo>
                  <a:pt x="368" y="94"/>
                </a:lnTo>
                <a:lnTo>
                  <a:pt x="368" y="95"/>
                </a:lnTo>
                <a:lnTo>
                  <a:pt x="367" y="95"/>
                </a:lnTo>
                <a:lnTo>
                  <a:pt x="366" y="95"/>
                </a:lnTo>
                <a:lnTo>
                  <a:pt x="366" y="97"/>
                </a:lnTo>
                <a:lnTo>
                  <a:pt x="365" y="97"/>
                </a:lnTo>
                <a:lnTo>
                  <a:pt x="366" y="97"/>
                </a:lnTo>
                <a:lnTo>
                  <a:pt x="366" y="96"/>
                </a:lnTo>
                <a:lnTo>
                  <a:pt x="367" y="96"/>
                </a:lnTo>
                <a:lnTo>
                  <a:pt x="368" y="95"/>
                </a:lnTo>
                <a:lnTo>
                  <a:pt x="369" y="95"/>
                </a:lnTo>
                <a:lnTo>
                  <a:pt x="370" y="95"/>
                </a:lnTo>
                <a:lnTo>
                  <a:pt x="371" y="95"/>
                </a:lnTo>
                <a:lnTo>
                  <a:pt x="372" y="95"/>
                </a:lnTo>
                <a:lnTo>
                  <a:pt x="372" y="96"/>
                </a:lnTo>
                <a:lnTo>
                  <a:pt x="373" y="97"/>
                </a:lnTo>
                <a:lnTo>
                  <a:pt x="373" y="98"/>
                </a:lnTo>
                <a:lnTo>
                  <a:pt x="373" y="99"/>
                </a:lnTo>
                <a:lnTo>
                  <a:pt x="374" y="99"/>
                </a:lnTo>
                <a:lnTo>
                  <a:pt x="374" y="100"/>
                </a:lnTo>
                <a:lnTo>
                  <a:pt x="375" y="100"/>
                </a:lnTo>
                <a:lnTo>
                  <a:pt x="374" y="100"/>
                </a:lnTo>
                <a:lnTo>
                  <a:pt x="374" y="101"/>
                </a:lnTo>
                <a:lnTo>
                  <a:pt x="374" y="102"/>
                </a:lnTo>
                <a:lnTo>
                  <a:pt x="375" y="102"/>
                </a:lnTo>
                <a:lnTo>
                  <a:pt x="376" y="102"/>
                </a:lnTo>
                <a:lnTo>
                  <a:pt x="377" y="102"/>
                </a:lnTo>
                <a:lnTo>
                  <a:pt x="377" y="103"/>
                </a:lnTo>
                <a:lnTo>
                  <a:pt x="380" y="103"/>
                </a:lnTo>
                <a:lnTo>
                  <a:pt x="381" y="104"/>
                </a:lnTo>
                <a:lnTo>
                  <a:pt x="381" y="105"/>
                </a:lnTo>
                <a:lnTo>
                  <a:pt x="382" y="105"/>
                </a:lnTo>
                <a:lnTo>
                  <a:pt x="382" y="106"/>
                </a:lnTo>
                <a:lnTo>
                  <a:pt x="383" y="106"/>
                </a:lnTo>
                <a:lnTo>
                  <a:pt x="384" y="107"/>
                </a:lnTo>
                <a:lnTo>
                  <a:pt x="386" y="108"/>
                </a:lnTo>
                <a:lnTo>
                  <a:pt x="386" y="109"/>
                </a:lnTo>
                <a:lnTo>
                  <a:pt x="387" y="109"/>
                </a:lnTo>
                <a:lnTo>
                  <a:pt x="388" y="108"/>
                </a:lnTo>
                <a:lnTo>
                  <a:pt x="388" y="109"/>
                </a:lnTo>
                <a:lnTo>
                  <a:pt x="389" y="109"/>
                </a:lnTo>
                <a:lnTo>
                  <a:pt x="389" y="107"/>
                </a:lnTo>
                <a:lnTo>
                  <a:pt x="389" y="106"/>
                </a:lnTo>
                <a:lnTo>
                  <a:pt x="390" y="107"/>
                </a:lnTo>
                <a:lnTo>
                  <a:pt x="391" y="107"/>
                </a:lnTo>
                <a:lnTo>
                  <a:pt x="392" y="107"/>
                </a:lnTo>
                <a:lnTo>
                  <a:pt x="394" y="108"/>
                </a:lnTo>
                <a:lnTo>
                  <a:pt x="394" y="111"/>
                </a:lnTo>
                <a:lnTo>
                  <a:pt x="396" y="111"/>
                </a:lnTo>
                <a:lnTo>
                  <a:pt x="395" y="109"/>
                </a:lnTo>
                <a:lnTo>
                  <a:pt x="395" y="108"/>
                </a:lnTo>
                <a:lnTo>
                  <a:pt x="396" y="108"/>
                </a:lnTo>
                <a:lnTo>
                  <a:pt x="397" y="108"/>
                </a:lnTo>
                <a:lnTo>
                  <a:pt x="399" y="110"/>
                </a:lnTo>
                <a:lnTo>
                  <a:pt x="400" y="110"/>
                </a:lnTo>
                <a:lnTo>
                  <a:pt x="402" y="109"/>
                </a:lnTo>
                <a:lnTo>
                  <a:pt x="403" y="109"/>
                </a:lnTo>
                <a:lnTo>
                  <a:pt x="403" y="110"/>
                </a:lnTo>
                <a:lnTo>
                  <a:pt x="403" y="111"/>
                </a:lnTo>
                <a:lnTo>
                  <a:pt x="402" y="114"/>
                </a:lnTo>
                <a:lnTo>
                  <a:pt x="403" y="114"/>
                </a:lnTo>
                <a:lnTo>
                  <a:pt x="403" y="115"/>
                </a:lnTo>
                <a:lnTo>
                  <a:pt x="400" y="121"/>
                </a:lnTo>
                <a:lnTo>
                  <a:pt x="401" y="121"/>
                </a:lnTo>
                <a:lnTo>
                  <a:pt x="402" y="120"/>
                </a:lnTo>
                <a:lnTo>
                  <a:pt x="403" y="121"/>
                </a:lnTo>
                <a:lnTo>
                  <a:pt x="404" y="121"/>
                </a:lnTo>
                <a:lnTo>
                  <a:pt x="404" y="120"/>
                </a:lnTo>
                <a:lnTo>
                  <a:pt x="405" y="120"/>
                </a:lnTo>
                <a:lnTo>
                  <a:pt x="406" y="120"/>
                </a:lnTo>
                <a:lnTo>
                  <a:pt x="406" y="121"/>
                </a:lnTo>
                <a:lnTo>
                  <a:pt x="406" y="122"/>
                </a:lnTo>
                <a:lnTo>
                  <a:pt x="406" y="123"/>
                </a:lnTo>
                <a:lnTo>
                  <a:pt x="407" y="123"/>
                </a:lnTo>
                <a:lnTo>
                  <a:pt x="408" y="122"/>
                </a:lnTo>
                <a:lnTo>
                  <a:pt x="407" y="122"/>
                </a:lnTo>
                <a:lnTo>
                  <a:pt x="407" y="121"/>
                </a:lnTo>
                <a:lnTo>
                  <a:pt x="408" y="120"/>
                </a:lnTo>
                <a:lnTo>
                  <a:pt x="409" y="120"/>
                </a:lnTo>
                <a:lnTo>
                  <a:pt x="410" y="120"/>
                </a:lnTo>
                <a:lnTo>
                  <a:pt x="410" y="119"/>
                </a:lnTo>
                <a:lnTo>
                  <a:pt x="411" y="119"/>
                </a:lnTo>
                <a:lnTo>
                  <a:pt x="411" y="118"/>
                </a:lnTo>
                <a:lnTo>
                  <a:pt x="412" y="118"/>
                </a:lnTo>
                <a:lnTo>
                  <a:pt x="413" y="118"/>
                </a:lnTo>
                <a:lnTo>
                  <a:pt x="416" y="118"/>
                </a:lnTo>
                <a:lnTo>
                  <a:pt x="419" y="118"/>
                </a:lnTo>
                <a:lnTo>
                  <a:pt x="419" y="119"/>
                </a:lnTo>
                <a:lnTo>
                  <a:pt x="419" y="120"/>
                </a:lnTo>
                <a:lnTo>
                  <a:pt x="419" y="121"/>
                </a:lnTo>
                <a:lnTo>
                  <a:pt x="420" y="121"/>
                </a:lnTo>
                <a:lnTo>
                  <a:pt x="421" y="120"/>
                </a:lnTo>
                <a:lnTo>
                  <a:pt x="422" y="118"/>
                </a:lnTo>
                <a:lnTo>
                  <a:pt x="427" y="117"/>
                </a:lnTo>
                <a:lnTo>
                  <a:pt x="427" y="119"/>
                </a:lnTo>
                <a:lnTo>
                  <a:pt x="427" y="121"/>
                </a:lnTo>
                <a:lnTo>
                  <a:pt x="427" y="122"/>
                </a:lnTo>
                <a:lnTo>
                  <a:pt x="427" y="123"/>
                </a:lnTo>
                <a:lnTo>
                  <a:pt x="426" y="124"/>
                </a:lnTo>
                <a:lnTo>
                  <a:pt x="426" y="125"/>
                </a:lnTo>
                <a:lnTo>
                  <a:pt x="427" y="125"/>
                </a:lnTo>
                <a:lnTo>
                  <a:pt x="428" y="125"/>
                </a:lnTo>
                <a:lnTo>
                  <a:pt x="428" y="124"/>
                </a:lnTo>
                <a:lnTo>
                  <a:pt x="427" y="124"/>
                </a:lnTo>
                <a:lnTo>
                  <a:pt x="427" y="123"/>
                </a:lnTo>
                <a:lnTo>
                  <a:pt x="428" y="123"/>
                </a:lnTo>
                <a:lnTo>
                  <a:pt x="428" y="122"/>
                </a:lnTo>
                <a:lnTo>
                  <a:pt x="428" y="121"/>
                </a:lnTo>
                <a:lnTo>
                  <a:pt x="429" y="121"/>
                </a:lnTo>
                <a:lnTo>
                  <a:pt x="429" y="120"/>
                </a:lnTo>
                <a:lnTo>
                  <a:pt x="430" y="119"/>
                </a:lnTo>
                <a:lnTo>
                  <a:pt x="431" y="119"/>
                </a:lnTo>
                <a:lnTo>
                  <a:pt x="431" y="118"/>
                </a:lnTo>
                <a:lnTo>
                  <a:pt x="430" y="118"/>
                </a:lnTo>
                <a:lnTo>
                  <a:pt x="432" y="117"/>
                </a:lnTo>
                <a:lnTo>
                  <a:pt x="433" y="116"/>
                </a:lnTo>
                <a:lnTo>
                  <a:pt x="433" y="117"/>
                </a:lnTo>
                <a:lnTo>
                  <a:pt x="438" y="116"/>
                </a:lnTo>
                <a:lnTo>
                  <a:pt x="438" y="117"/>
                </a:lnTo>
                <a:lnTo>
                  <a:pt x="438" y="118"/>
                </a:lnTo>
                <a:lnTo>
                  <a:pt x="441" y="118"/>
                </a:lnTo>
                <a:lnTo>
                  <a:pt x="441" y="117"/>
                </a:lnTo>
                <a:lnTo>
                  <a:pt x="441" y="116"/>
                </a:lnTo>
                <a:lnTo>
                  <a:pt x="442" y="116"/>
                </a:lnTo>
                <a:lnTo>
                  <a:pt x="442" y="117"/>
                </a:lnTo>
                <a:lnTo>
                  <a:pt x="443" y="118"/>
                </a:lnTo>
                <a:lnTo>
                  <a:pt x="445" y="118"/>
                </a:lnTo>
                <a:lnTo>
                  <a:pt x="445" y="116"/>
                </a:lnTo>
                <a:lnTo>
                  <a:pt x="445" y="115"/>
                </a:lnTo>
                <a:lnTo>
                  <a:pt x="446" y="115"/>
                </a:lnTo>
                <a:lnTo>
                  <a:pt x="447" y="114"/>
                </a:lnTo>
                <a:lnTo>
                  <a:pt x="447" y="113"/>
                </a:lnTo>
                <a:lnTo>
                  <a:pt x="448" y="112"/>
                </a:lnTo>
                <a:lnTo>
                  <a:pt x="449" y="112"/>
                </a:lnTo>
                <a:lnTo>
                  <a:pt x="450" y="111"/>
                </a:lnTo>
                <a:lnTo>
                  <a:pt x="451" y="111"/>
                </a:lnTo>
                <a:lnTo>
                  <a:pt x="453" y="110"/>
                </a:lnTo>
                <a:lnTo>
                  <a:pt x="453" y="109"/>
                </a:lnTo>
                <a:lnTo>
                  <a:pt x="452" y="108"/>
                </a:lnTo>
                <a:lnTo>
                  <a:pt x="453" y="109"/>
                </a:lnTo>
                <a:lnTo>
                  <a:pt x="454" y="108"/>
                </a:lnTo>
                <a:lnTo>
                  <a:pt x="455" y="107"/>
                </a:lnTo>
                <a:lnTo>
                  <a:pt x="456" y="107"/>
                </a:lnTo>
                <a:lnTo>
                  <a:pt x="456" y="106"/>
                </a:lnTo>
                <a:lnTo>
                  <a:pt x="457" y="106"/>
                </a:lnTo>
                <a:lnTo>
                  <a:pt x="457" y="105"/>
                </a:lnTo>
                <a:lnTo>
                  <a:pt x="457" y="104"/>
                </a:lnTo>
                <a:lnTo>
                  <a:pt x="456" y="104"/>
                </a:lnTo>
                <a:lnTo>
                  <a:pt x="456" y="103"/>
                </a:lnTo>
                <a:lnTo>
                  <a:pt x="458" y="104"/>
                </a:lnTo>
                <a:lnTo>
                  <a:pt x="458" y="103"/>
                </a:lnTo>
                <a:lnTo>
                  <a:pt x="458" y="102"/>
                </a:lnTo>
                <a:lnTo>
                  <a:pt x="457" y="102"/>
                </a:lnTo>
                <a:lnTo>
                  <a:pt x="457" y="101"/>
                </a:lnTo>
                <a:lnTo>
                  <a:pt x="457" y="100"/>
                </a:lnTo>
                <a:lnTo>
                  <a:pt x="458" y="100"/>
                </a:lnTo>
                <a:lnTo>
                  <a:pt x="458" y="101"/>
                </a:lnTo>
                <a:lnTo>
                  <a:pt x="459" y="100"/>
                </a:lnTo>
                <a:lnTo>
                  <a:pt x="458" y="100"/>
                </a:lnTo>
                <a:lnTo>
                  <a:pt x="459" y="100"/>
                </a:lnTo>
                <a:lnTo>
                  <a:pt x="459" y="99"/>
                </a:lnTo>
                <a:lnTo>
                  <a:pt x="458" y="99"/>
                </a:lnTo>
                <a:lnTo>
                  <a:pt x="457" y="99"/>
                </a:lnTo>
                <a:lnTo>
                  <a:pt x="457" y="98"/>
                </a:lnTo>
                <a:lnTo>
                  <a:pt x="456" y="97"/>
                </a:lnTo>
                <a:lnTo>
                  <a:pt x="456" y="96"/>
                </a:lnTo>
                <a:lnTo>
                  <a:pt x="455" y="97"/>
                </a:lnTo>
                <a:lnTo>
                  <a:pt x="454" y="97"/>
                </a:lnTo>
                <a:lnTo>
                  <a:pt x="453" y="96"/>
                </a:lnTo>
                <a:lnTo>
                  <a:pt x="454" y="96"/>
                </a:lnTo>
                <a:lnTo>
                  <a:pt x="452" y="95"/>
                </a:lnTo>
                <a:lnTo>
                  <a:pt x="453" y="94"/>
                </a:lnTo>
                <a:lnTo>
                  <a:pt x="453" y="93"/>
                </a:lnTo>
                <a:lnTo>
                  <a:pt x="453" y="92"/>
                </a:lnTo>
                <a:lnTo>
                  <a:pt x="454" y="92"/>
                </a:lnTo>
                <a:lnTo>
                  <a:pt x="455" y="92"/>
                </a:lnTo>
                <a:lnTo>
                  <a:pt x="456" y="91"/>
                </a:lnTo>
                <a:lnTo>
                  <a:pt x="457" y="91"/>
                </a:lnTo>
                <a:lnTo>
                  <a:pt x="459" y="91"/>
                </a:lnTo>
                <a:lnTo>
                  <a:pt x="460" y="91"/>
                </a:lnTo>
                <a:lnTo>
                  <a:pt x="461" y="91"/>
                </a:lnTo>
                <a:lnTo>
                  <a:pt x="462" y="90"/>
                </a:lnTo>
                <a:lnTo>
                  <a:pt x="462" y="89"/>
                </a:lnTo>
                <a:lnTo>
                  <a:pt x="462" y="88"/>
                </a:lnTo>
                <a:lnTo>
                  <a:pt x="463" y="88"/>
                </a:lnTo>
                <a:lnTo>
                  <a:pt x="462" y="87"/>
                </a:lnTo>
                <a:lnTo>
                  <a:pt x="463" y="87"/>
                </a:lnTo>
                <a:lnTo>
                  <a:pt x="465" y="87"/>
                </a:lnTo>
                <a:lnTo>
                  <a:pt x="465" y="88"/>
                </a:lnTo>
                <a:lnTo>
                  <a:pt x="467" y="87"/>
                </a:lnTo>
                <a:lnTo>
                  <a:pt x="468" y="87"/>
                </a:lnTo>
                <a:lnTo>
                  <a:pt x="469" y="87"/>
                </a:lnTo>
                <a:lnTo>
                  <a:pt x="469" y="86"/>
                </a:lnTo>
                <a:lnTo>
                  <a:pt x="468" y="86"/>
                </a:lnTo>
                <a:lnTo>
                  <a:pt x="469" y="86"/>
                </a:lnTo>
                <a:lnTo>
                  <a:pt x="471" y="86"/>
                </a:lnTo>
                <a:lnTo>
                  <a:pt x="472" y="86"/>
                </a:lnTo>
                <a:lnTo>
                  <a:pt x="473" y="86"/>
                </a:lnTo>
                <a:lnTo>
                  <a:pt x="474" y="85"/>
                </a:lnTo>
                <a:lnTo>
                  <a:pt x="475" y="85"/>
                </a:lnTo>
                <a:lnTo>
                  <a:pt x="475" y="83"/>
                </a:lnTo>
                <a:lnTo>
                  <a:pt x="476" y="83"/>
                </a:lnTo>
                <a:lnTo>
                  <a:pt x="477" y="83"/>
                </a:lnTo>
                <a:lnTo>
                  <a:pt x="478" y="83"/>
                </a:lnTo>
                <a:lnTo>
                  <a:pt x="479" y="82"/>
                </a:lnTo>
                <a:lnTo>
                  <a:pt x="480" y="82"/>
                </a:lnTo>
                <a:lnTo>
                  <a:pt x="482" y="81"/>
                </a:lnTo>
                <a:lnTo>
                  <a:pt x="482" y="80"/>
                </a:lnTo>
                <a:lnTo>
                  <a:pt x="485" y="78"/>
                </a:lnTo>
                <a:lnTo>
                  <a:pt x="487" y="77"/>
                </a:lnTo>
                <a:lnTo>
                  <a:pt x="488" y="76"/>
                </a:lnTo>
                <a:lnTo>
                  <a:pt x="488" y="75"/>
                </a:lnTo>
                <a:lnTo>
                  <a:pt x="489" y="74"/>
                </a:lnTo>
                <a:lnTo>
                  <a:pt x="489" y="73"/>
                </a:lnTo>
                <a:lnTo>
                  <a:pt x="486" y="70"/>
                </a:lnTo>
                <a:lnTo>
                  <a:pt x="487" y="69"/>
                </a:lnTo>
                <a:lnTo>
                  <a:pt x="488" y="68"/>
                </a:lnTo>
                <a:lnTo>
                  <a:pt x="489" y="67"/>
                </a:lnTo>
                <a:lnTo>
                  <a:pt x="490" y="67"/>
                </a:lnTo>
                <a:lnTo>
                  <a:pt x="495" y="67"/>
                </a:lnTo>
                <a:lnTo>
                  <a:pt x="495" y="66"/>
                </a:lnTo>
                <a:lnTo>
                  <a:pt x="496" y="66"/>
                </a:lnTo>
                <a:lnTo>
                  <a:pt x="496" y="65"/>
                </a:lnTo>
                <a:lnTo>
                  <a:pt x="497" y="64"/>
                </a:lnTo>
                <a:lnTo>
                  <a:pt x="496" y="63"/>
                </a:lnTo>
                <a:lnTo>
                  <a:pt x="495" y="62"/>
                </a:lnTo>
                <a:lnTo>
                  <a:pt x="494" y="63"/>
                </a:lnTo>
                <a:lnTo>
                  <a:pt x="495" y="64"/>
                </a:lnTo>
                <a:lnTo>
                  <a:pt x="493" y="64"/>
                </a:lnTo>
                <a:lnTo>
                  <a:pt x="493" y="63"/>
                </a:lnTo>
                <a:lnTo>
                  <a:pt x="494" y="62"/>
                </a:lnTo>
                <a:lnTo>
                  <a:pt x="495" y="62"/>
                </a:lnTo>
                <a:lnTo>
                  <a:pt x="495" y="61"/>
                </a:lnTo>
                <a:lnTo>
                  <a:pt x="493" y="62"/>
                </a:lnTo>
                <a:lnTo>
                  <a:pt x="492" y="62"/>
                </a:lnTo>
                <a:lnTo>
                  <a:pt x="491" y="61"/>
                </a:lnTo>
                <a:lnTo>
                  <a:pt x="490" y="62"/>
                </a:lnTo>
                <a:lnTo>
                  <a:pt x="489" y="62"/>
                </a:lnTo>
                <a:lnTo>
                  <a:pt x="488" y="61"/>
                </a:lnTo>
                <a:lnTo>
                  <a:pt x="487" y="61"/>
                </a:lnTo>
                <a:lnTo>
                  <a:pt x="487" y="60"/>
                </a:lnTo>
                <a:lnTo>
                  <a:pt x="488" y="60"/>
                </a:lnTo>
                <a:lnTo>
                  <a:pt x="489" y="60"/>
                </a:lnTo>
                <a:lnTo>
                  <a:pt x="494" y="60"/>
                </a:lnTo>
                <a:lnTo>
                  <a:pt x="495" y="60"/>
                </a:lnTo>
                <a:lnTo>
                  <a:pt x="496" y="60"/>
                </a:lnTo>
                <a:lnTo>
                  <a:pt x="497" y="60"/>
                </a:lnTo>
                <a:lnTo>
                  <a:pt x="498" y="60"/>
                </a:lnTo>
                <a:lnTo>
                  <a:pt x="499" y="60"/>
                </a:lnTo>
                <a:lnTo>
                  <a:pt x="499" y="59"/>
                </a:lnTo>
                <a:lnTo>
                  <a:pt x="500" y="59"/>
                </a:lnTo>
                <a:lnTo>
                  <a:pt x="501" y="59"/>
                </a:lnTo>
                <a:lnTo>
                  <a:pt x="502" y="58"/>
                </a:lnTo>
                <a:lnTo>
                  <a:pt x="503" y="58"/>
                </a:lnTo>
                <a:lnTo>
                  <a:pt x="503" y="57"/>
                </a:lnTo>
                <a:lnTo>
                  <a:pt x="504" y="57"/>
                </a:lnTo>
                <a:lnTo>
                  <a:pt x="505" y="57"/>
                </a:lnTo>
                <a:lnTo>
                  <a:pt x="505" y="56"/>
                </a:lnTo>
                <a:lnTo>
                  <a:pt x="506" y="56"/>
                </a:lnTo>
                <a:lnTo>
                  <a:pt x="506" y="55"/>
                </a:lnTo>
                <a:lnTo>
                  <a:pt x="507" y="54"/>
                </a:lnTo>
                <a:lnTo>
                  <a:pt x="508" y="54"/>
                </a:lnTo>
                <a:lnTo>
                  <a:pt x="509" y="54"/>
                </a:lnTo>
                <a:lnTo>
                  <a:pt x="510" y="54"/>
                </a:lnTo>
                <a:lnTo>
                  <a:pt x="511" y="54"/>
                </a:lnTo>
                <a:lnTo>
                  <a:pt x="512" y="54"/>
                </a:lnTo>
                <a:lnTo>
                  <a:pt x="514" y="54"/>
                </a:lnTo>
                <a:lnTo>
                  <a:pt x="515" y="54"/>
                </a:lnTo>
                <a:lnTo>
                  <a:pt x="516" y="53"/>
                </a:lnTo>
                <a:lnTo>
                  <a:pt x="517" y="53"/>
                </a:lnTo>
                <a:lnTo>
                  <a:pt x="518" y="53"/>
                </a:lnTo>
                <a:lnTo>
                  <a:pt x="519" y="53"/>
                </a:lnTo>
                <a:lnTo>
                  <a:pt x="520" y="53"/>
                </a:lnTo>
                <a:lnTo>
                  <a:pt x="520" y="52"/>
                </a:lnTo>
                <a:lnTo>
                  <a:pt x="521" y="52"/>
                </a:lnTo>
                <a:lnTo>
                  <a:pt x="522" y="52"/>
                </a:lnTo>
                <a:lnTo>
                  <a:pt x="523" y="51"/>
                </a:lnTo>
                <a:lnTo>
                  <a:pt x="523" y="50"/>
                </a:lnTo>
                <a:lnTo>
                  <a:pt x="524" y="51"/>
                </a:lnTo>
                <a:lnTo>
                  <a:pt x="525" y="51"/>
                </a:lnTo>
                <a:lnTo>
                  <a:pt x="526" y="50"/>
                </a:lnTo>
                <a:lnTo>
                  <a:pt x="527" y="49"/>
                </a:lnTo>
                <a:lnTo>
                  <a:pt x="527" y="50"/>
                </a:lnTo>
                <a:lnTo>
                  <a:pt x="528" y="49"/>
                </a:lnTo>
                <a:lnTo>
                  <a:pt x="529" y="49"/>
                </a:lnTo>
                <a:lnTo>
                  <a:pt x="529" y="48"/>
                </a:lnTo>
                <a:lnTo>
                  <a:pt x="530" y="48"/>
                </a:lnTo>
                <a:lnTo>
                  <a:pt x="531" y="47"/>
                </a:lnTo>
                <a:lnTo>
                  <a:pt x="532" y="46"/>
                </a:lnTo>
                <a:lnTo>
                  <a:pt x="533" y="46"/>
                </a:lnTo>
                <a:lnTo>
                  <a:pt x="534" y="46"/>
                </a:lnTo>
                <a:lnTo>
                  <a:pt x="535" y="46"/>
                </a:lnTo>
                <a:lnTo>
                  <a:pt x="536" y="46"/>
                </a:lnTo>
                <a:lnTo>
                  <a:pt x="537" y="46"/>
                </a:lnTo>
                <a:lnTo>
                  <a:pt x="538" y="46"/>
                </a:lnTo>
                <a:lnTo>
                  <a:pt x="539" y="47"/>
                </a:lnTo>
                <a:lnTo>
                  <a:pt x="540" y="47"/>
                </a:lnTo>
                <a:lnTo>
                  <a:pt x="541" y="47"/>
                </a:lnTo>
                <a:lnTo>
                  <a:pt x="542" y="47"/>
                </a:lnTo>
                <a:lnTo>
                  <a:pt x="543" y="47"/>
                </a:lnTo>
                <a:lnTo>
                  <a:pt x="544" y="46"/>
                </a:lnTo>
                <a:lnTo>
                  <a:pt x="545" y="46"/>
                </a:lnTo>
                <a:lnTo>
                  <a:pt x="546" y="45"/>
                </a:lnTo>
                <a:lnTo>
                  <a:pt x="547" y="46"/>
                </a:lnTo>
                <a:lnTo>
                  <a:pt x="548" y="46"/>
                </a:lnTo>
                <a:lnTo>
                  <a:pt x="549" y="46"/>
                </a:lnTo>
                <a:lnTo>
                  <a:pt x="550" y="46"/>
                </a:lnTo>
                <a:lnTo>
                  <a:pt x="550" y="47"/>
                </a:lnTo>
                <a:lnTo>
                  <a:pt x="551" y="47"/>
                </a:lnTo>
                <a:lnTo>
                  <a:pt x="552" y="47"/>
                </a:lnTo>
                <a:lnTo>
                  <a:pt x="552" y="48"/>
                </a:lnTo>
                <a:lnTo>
                  <a:pt x="551" y="49"/>
                </a:lnTo>
                <a:lnTo>
                  <a:pt x="551" y="50"/>
                </a:lnTo>
                <a:lnTo>
                  <a:pt x="552" y="51"/>
                </a:lnTo>
                <a:lnTo>
                  <a:pt x="553" y="52"/>
                </a:lnTo>
                <a:lnTo>
                  <a:pt x="554" y="52"/>
                </a:lnTo>
                <a:lnTo>
                  <a:pt x="555" y="53"/>
                </a:lnTo>
                <a:lnTo>
                  <a:pt x="556" y="53"/>
                </a:lnTo>
                <a:lnTo>
                  <a:pt x="557" y="53"/>
                </a:lnTo>
                <a:lnTo>
                  <a:pt x="557" y="54"/>
                </a:lnTo>
                <a:lnTo>
                  <a:pt x="558" y="55"/>
                </a:lnTo>
                <a:lnTo>
                  <a:pt x="558" y="56"/>
                </a:lnTo>
                <a:lnTo>
                  <a:pt x="559" y="57"/>
                </a:lnTo>
                <a:lnTo>
                  <a:pt x="560" y="57"/>
                </a:lnTo>
                <a:lnTo>
                  <a:pt x="560" y="58"/>
                </a:lnTo>
                <a:lnTo>
                  <a:pt x="561" y="58"/>
                </a:lnTo>
                <a:lnTo>
                  <a:pt x="562" y="58"/>
                </a:lnTo>
                <a:lnTo>
                  <a:pt x="563" y="58"/>
                </a:lnTo>
                <a:lnTo>
                  <a:pt x="563" y="57"/>
                </a:lnTo>
                <a:lnTo>
                  <a:pt x="564" y="57"/>
                </a:lnTo>
                <a:lnTo>
                  <a:pt x="565" y="58"/>
                </a:lnTo>
                <a:lnTo>
                  <a:pt x="566" y="57"/>
                </a:lnTo>
                <a:lnTo>
                  <a:pt x="567" y="58"/>
                </a:lnTo>
                <a:lnTo>
                  <a:pt x="568" y="57"/>
                </a:lnTo>
                <a:lnTo>
                  <a:pt x="570" y="57"/>
                </a:lnTo>
                <a:lnTo>
                  <a:pt x="570" y="58"/>
                </a:lnTo>
                <a:lnTo>
                  <a:pt x="571" y="59"/>
                </a:lnTo>
                <a:lnTo>
                  <a:pt x="570" y="59"/>
                </a:lnTo>
                <a:lnTo>
                  <a:pt x="570" y="60"/>
                </a:lnTo>
                <a:lnTo>
                  <a:pt x="570" y="61"/>
                </a:lnTo>
                <a:lnTo>
                  <a:pt x="569" y="61"/>
                </a:lnTo>
                <a:lnTo>
                  <a:pt x="568" y="62"/>
                </a:lnTo>
                <a:lnTo>
                  <a:pt x="569" y="63"/>
                </a:lnTo>
                <a:lnTo>
                  <a:pt x="570" y="63"/>
                </a:lnTo>
                <a:lnTo>
                  <a:pt x="571" y="63"/>
                </a:lnTo>
                <a:lnTo>
                  <a:pt x="571" y="64"/>
                </a:lnTo>
                <a:lnTo>
                  <a:pt x="571" y="65"/>
                </a:lnTo>
                <a:lnTo>
                  <a:pt x="570" y="65"/>
                </a:lnTo>
                <a:lnTo>
                  <a:pt x="570" y="66"/>
                </a:lnTo>
                <a:lnTo>
                  <a:pt x="570" y="67"/>
                </a:lnTo>
                <a:lnTo>
                  <a:pt x="569" y="67"/>
                </a:lnTo>
                <a:lnTo>
                  <a:pt x="569" y="68"/>
                </a:lnTo>
                <a:lnTo>
                  <a:pt x="570" y="68"/>
                </a:lnTo>
                <a:lnTo>
                  <a:pt x="570" y="69"/>
                </a:lnTo>
                <a:lnTo>
                  <a:pt x="571" y="69"/>
                </a:lnTo>
                <a:lnTo>
                  <a:pt x="571" y="70"/>
                </a:lnTo>
                <a:lnTo>
                  <a:pt x="572" y="70"/>
                </a:lnTo>
                <a:lnTo>
                  <a:pt x="573" y="70"/>
                </a:lnTo>
                <a:lnTo>
                  <a:pt x="573" y="71"/>
                </a:lnTo>
                <a:lnTo>
                  <a:pt x="574" y="71"/>
                </a:lnTo>
                <a:lnTo>
                  <a:pt x="575" y="71"/>
                </a:lnTo>
                <a:lnTo>
                  <a:pt x="577" y="71"/>
                </a:lnTo>
                <a:lnTo>
                  <a:pt x="578" y="72"/>
                </a:lnTo>
                <a:lnTo>
                  <a:pt x="579" y="72"/>
                </a:lnTo>
                <a:lnTo>
                  <a:pt x="580" y="72"/>
                </a:lnTo>
                <a:lnTo>
                  <a:pt x="582" y="71"/>
                </a:lnTo>
                <a:lnTo>
                  <a:pt x="585" y="71"/>
                </a:lnTo>
                <a:lnTo>
                  <a:pt x="586" y="71"/>
                </a:lnTo>
                <a:lnTo>
                  <a:pt x="587" y="71"/>
                </a:lnTo>
                <a:lnTo>
                  <a:pt x="588" y="70"/>
                </a:lnTo>
                <a:lnTo>
                  <a:pt x="589" y="70"/>
                </a:lnTo>
                <a:lnTo>
                  <a:pt x="590" y="69"/>
                </a:lnTo>
                <a:lnTo>
                  <a:pt x="590" y="68"/>
                </a:lnTo>
                <a:lnTo>
                  <a:pt x="590" y="67"/>
                </a:lnTo>
                <a:lnTo>
                  <a:pt x="589" y="66"/>
                </a:lnTo>
                <a:lnTo>
                  <a:pt x="588" y="66"/>
                </a:lnTo>
                <a:lnTo>
                  <a:pt x="589" y="66"/>
                </a:lnTo>
                <a:lnTo>
                  <a:pt x="591" y="67"/>
                </a:lnTo>
                <a:lnTo>
                  <a:pt x="592" y="67"/>
                </a:lnTo>
                <a:lnTo>
                  <a:pt x="593" y="68"/>
                </a:lnTo>
                <a:lnTo>
                  <a:pt x="594" y="68"/>
                </a:lnTo>
                <a:lnTo>
                  <a:pt x="595" y="68"/>
                </a:lnTo>
                <a:lnTo>
                  <a:pt x="595" y="69"/>
                </a:lnTo>
                <a:lnTo>
                  <a:pt x="596" y="69"/>
                </a:lnTo>
                <a:lnTo>
                  <a:pt x="596" y="70"/>
                </a:lnTo>
                <a:lnTo>
                  <a:pt x="595" y="70"/>
                </a:lnTo>
                <a:lnTo>
                  <a:pt x="594" y="69"/>
                </a:lnTo>
                <a:lnTo>
                  <a:pt x="593" y="69"/>
                </a:lnTo>
                <a:lnTo>
                  <a:pt x="592" y="69"/>
                </a:lnTo>
                <a:lnTo>
                  <a:pt x="591" y="69"/>
                </a:lnTo>
                <a:lnTo>
                  <a:pt x="591" y="70"/>
                </a:lnTo>
                <a:lnTo>
                  <a:pt x="591" y="71"/>
                </a:lnTo>
                <a:lnTo>
                  <a:pt x="593" y="71"/>
                </a:lnTo>
                <a:lnTo>
                  <a:pt x="593" y="72"/>
                </a:lnTo>
                <a:lnTo>
                  <a:pt x="591" y="72"/>
                </a:lnTo>
                <a:lnTo>
                  <a:pt x="591" y="73"/>
                </a:lnTo>
                <a:lnTo>
                  <a:pt x="591" y="74"/>
                </a:lnTo>
                <a:lnTo>
                  <a:pt x="592" y="74"/>
                </a:lnTo>
                <a:lnTo>
                  <a:pt x="592" y="75"/>
                </a:lnTo>
                <a:lnTo>
                  <a:pt x="593" y="75"/>
                </a:lnTo>
                <a:lnTo>
                  <a:pt x="594" y="75"/>
                </a:lnTo>
                <a:lnTo>
                  <a:pt x="595" y="75"/>
                </a:lnTo>
                <a:lnTo>
                  <a:pt x="596" y="75"/>
                </a:lnTo>
                <a:lnTo>
                  <a:pt x="596" y="76"/>
                </a:lnTo>
                <a:lnTo>
                  <a:pt x="597" y="76"/>
                </a:lnTo>
                <a:lnTo>
                  <a:pt x="597" y="77"/>
                </a:lnTo>
                <a:lnTo>
                  <a:pt x="598" y="77"/>
                </a:lnTo>
                <a:lnTo>
                  <a:pt x="597" y="78"/>
                </a:lnTo>
                <a:lnTo>
                  <a:pt x="597" y="79"/>
                </a:lnTo>
                <a:lnTo>
                  <a:pt x="598" y="80"/>
                </a:lnTo>
                <a:lnTo>
                  <a:pt x="598" y="81"/>
                </a:lnTo>
                <a:lnTo>
                  <a:pt x="599" y="81"/>
                </a:lnTo>
                <a:lnTo>
                  <a:pt x="599" y="82"/>
                </a:lnTo>
                <a:lnTo>
                  <a:pt x="600" y="82"/>
                </a:lnTo>
                <a:lnTo>
                  <a:pt x="600" y="83"/>
                </a:lnTo>
                <a:lnTo>
                  <a:pt x="601" y="83"/>
                </a:lnTo>
                <a:lnTo>
                  <a:pt x="602" y="83"/>
                </a:lnTo>
                <a:lnTo>
                  <a:pt x="602" y="84"/>
                </a:lnTo>
                <a:lnTo>
                  <a:pt x="603" y="84"/>
                </a:lnTo>
                <a:lnTo>
                  <a:pt x="604" y="84"/>
                </a:lnTo>
                <a:lnTo>
                  <a:pt x="605" y="84"/>
                </a:lnTo>
                <a:lnTo>
                  <a:pt x="606" y="85"/>
                </a:lnTo>
                <a:lnTo>
                  <a:pt x="607" y="85"/>
                </a:lnTo>
                <a:lnTo>
                  <a:pt x="608" y="85"/>
                </a:lnTo>
                <a:lnTo>
                  <a:pt x="609" y="85"/>
                </a:lnTo>
                <a:lnTo>
                  <a:pt x="611" y="85"/>
                </a:lnTo>
                <a:lnTo>
                  <a:pt x="612" y="86"/>
                </a:lnTo>
                <a:lnTo>
                  <a:pt x="613" y="85"/>
                </a:lnTo>
                <a:lnTo>
                  <a:pt x="612" y="85"/>
                </a:lnTo>
                <a:lnTo>
                  <a:pt x="615" y="83"/>
                </a:lnTo>
                <a:lnTo>
                  <a:pt x="615" y="85"/>
                </a:lnTo>
                <a:lnTo>
                  <a:pt x="616" y="85"/>
                </a:lnTo>
                <a:lnTo>
                  <a:pt x="616" y="84"/>
                </a:lnTo>
                <a:lnTo>
                  <a:pt x="616" y="83"/>
                </a:lnTo>
                <a:lnTo>
                  <a:pt x="615" y="82"/>
                </a:lnTo>
                <a:lnTo>
                  <a:pt x="616" y="82"/>
                </a:lnTo>
                <a:lnTo>
                  <a:pt x="616" y="83"/>
                </a:lnTo>
                <a:lnTo>
                  <a:pt x="617" y="83"/>
                </a:lnTo>
                <a:lnTo>
                  <a:pt x="619" y="83"/>
                </a:lnTo>
                <a:lnTo>
                  <a:pt x="620" y="84"/>
                </a:lnTo>
                <a:lnTo>
                  <a:pt x="621" y="84"/>
                </a:lnTo>
                <a:lnTo>
                  <a:pt x="622" y="84"/>
                </a:lnTo>
                <a:lnTo>
                  <a:pt x="624" y="84"/>
                </a:lnTo>
                <a:lnTo>
                  <a:pt x="625" y="84"/>
                </a:lnTo>
                <a:lnTo>
                  <a:pt x="625" y="85"/>
                </a:lnTo>
                <a:lnTo>
                  <a:pt x="625" y="86"/>
                </a:lnTo>
                <a:lnTo>
                  <a:pt x="626" y="86"/>
                </a:lnTo>
                <a:lnTo>
                  <a:pt x="626" y="87"/>
                </a:lnTo>
                <a:lnTo>
                  <a:pt x="626" y="86"/>
                </a:lnTo>
                <a:lnTo>
                  <a:pt x="625" y="85"/>
                </a:lnTo>
                <a:lnTo>
                  <a:pt x="625" y="84"/>
                </a:lnTo>
                <a:lnTo>
                  <a:pt x="626" y="84"/>
                </a:lnTo>
                <a:lnTo>
                  <a:pt x="627" y="84"/>
                </a:lnTo>
                <a:lnTo>
                  <a:pt x="629" y="83"/>
                </a:lnTo>
                <a:lnTo>
                  <a:pt x="632" y="83"/>
                </a:lnTo>
                <a:lnTo>
                  <a:pt x="633" y="83"/>
                </a:lnTo>
                <a:lnTo>
                  <a:pt x="634" y="83"/>
                </a:lnTo>
                <a:lnTo>
                  <a:pt x="636" y="83"/>
                </a:lnTo>
                <a:lnTo>
                  <a:pt x="637" y="83"/>
                </a:lnTo>
                <a:lnTo>
                  <a:pt x="638" y="82"/>
                </a:lnTo>
                <a:lnTo>
                  <a:pt x="639" y="82"/>
                </a:lnTo>
                <a:lnTo>
                  <a:pt x="640" y="82"/>
                </a:lnTo>
                <a:lnTo>
                  <a:pt x="641" y="82"/>
                </a:lnTo>
                <a:lnTo>
                  <a:pt x="642" y="82"/>
                </a:lnTo>
                <a:lnTo>
                  <a:pt x="643" y="81"/>
                </a:lnTo>
                <a:lnTo>
                  <a:pt x="644" y="81"/>
                </a:lnTo>
                <a:lnTo>
                  <a:pt x="644" y="82"/>
                </a:lnTo>
                <a:lnTo>
                  <a:pt x="644" y="83"/>
                </a:lnTo>
                <a:lnTo>
                  <a:pt x="644" y="84"/>
                </a:lnTo>
                <a:lnTo>
                  <a:pt x="644" y="85"/>
                </a:lnTo>
                <a:lnTo>
                  <a:pt x="645" y="85"/>
                </a:lnTo>
                <a:lnTo>
                  <a:pt x="645" y="84"/>
                </a:lnTo>
                <a:lnTo>
                  <a:pt x="644" y="84"/>
                </a:lnTo>
                <a:lnTo>
                  <a:pt x="644" y="83"/>
                </a:lnTo>
                <a:lnTo>
                  <a:pt x="645" y="82"/>
                </a:lnTo>
                <a:lnTo>
                  <a:pt x="644" y="81"/>
                </a:lnTo>
                <a:lnTo>
                  <a:pt x="645" y="81"/>
                </a:lnTo>
                <a:lnTo>
                  <a:pt x="646" y="80"/>
                </a:lnTo>
                <a:lnTo>
                  <a:pt x="647" y="80"/>
                </a:lnTo>
                <a:lnTo>
                  <a:pt x="647" y="79"/>
                </a:lnTo>
                <a:lnTo>
                  <a:pt x="648" y="79"/>
                </a:lnTo>
                <a:lnTo>
                  <a:pt x="649" y="78"/>
                </a:lnTo>
                <a:lnTo>
                  <a:pt x="649" y="77"/>
                </a:lnTo>
                <a:lnTo>
                  <a:pt x="648" y="77"/>
                </a:lnTo>
                <a:lnTo>
                  <a:pt x="649" y="76"/>
                </a:lnTo>
                <a:lnTo>
                  <a:pt x="650" y="77"/>
                </a:lnTo>
                <a:lnTo>
                  <a:pt x="650" y="76"/>
                </a:lnTo>
                <a:lnTo>
                  <a:pt x="651" y="76"/>
                </a:lnTo>
                <a:lnTo>
                  <a:pt x="652" y="76"/>
                </a:lnTo>
                <a:lnTo>
                  <a:pt x="652" y="75"/>
                </a:lnTo>
                <a:lnTo>
                  <a:pt x="653" y="75"/>
                </a:lnTo>
                <a:lnTo>
                  <a:pt x="653" y="76"/>
                </a:lnTo>
                <a:lnTo>
                  <a:pt x="654" y="75"/>
                </a:lnTo>
                <a:lnTo>
                  <a:pt x="654" y="74"/>
                </a:lnTo>
                <a:lnTo>
                  <a:pt x="654" y="73"/>
                </a:lnTo>
                <a:lnTo>
                  <a:pt x="655" y="73"/>
                </a:lnTo>
                <a:lnTo>
                  <a:pt x="655" y="74"/>
                </a:lnTo>
                <a:lnTo>
                  <a:pt x="656" y="75"/>
                </a:lnTo>
                <a:lnTo>
                  <a:pt x="657" y="75"/>
                </a:lnTo>
                <a:lnTo>
                  <a:pt x="658" y="74"/>
                </a:lnTo>
                <a:lnTo>
                  <a:pt x="659" y="74"/>
                </a:lnTo>
                <a:lnTo>
                  <a:pt x="658" y="73"/>
                </a:lnTo>
                <a:lnTo>
                  <a:pt x="658" y="72"/>
                </a:lnTo>
                <a:lnTo>
                  <a:pt x="659" y="73"/>
                </a:lnTo>
                <a:lnTo>
                  <a:pt x="659" y="74"/>
                </a:lnTo>
                <a:lnTo>
                  <a:pt x="660" y="73"/>
                </a:lnTo>
                <a:lnTo>
                  <a:pt x="661" y="73"/>
                </a:lnTo>
                <a:lnTo>
                  <a:pt x="661" y="74"/>
                </a:lnTo>
                <a:lnTo>
                  <a:pt x="660" y="74"/>
                </a:lnTo>
                <a:lnTo>
                  <a:pt x="660" y="75"/>
                </a:lnTo>
                <a:lnTo>
                  <a:pt x="661" y="75"/>
                </a:lnTo>
                <a:lnTo>
                  <a:pt x="662" y="75"/>
                </a:lnTo>
                <a:lnTo>
                  <a:pt x="662" y="76"/>
                </a:lnTo>
                <a:lnTo>
                  <a:pt x="661" y="76"/>
                </a:lnTo>
                <a:lnTo>
                  <a:pt x="662" y="76"/>
                </a:lnTo>
                <a:lnTo>
                  <a:pt x="662" y="77"/>
                </a:lnTo>
                <a:lnTo>
                  <a:pt x="661" y="77"/>
                </a:lnTo>
                <a:lnTo>
                  <a:pt x="660" y="78"/>
                </a:lnTo>
                <a:lnTo>
                  <a:pt x="658" y="78"/>
                </a:lnTo>
                <a:lnTo>
                  <a:pt x="659" y="79"/>
                </a:lnTo>
                <a:lnTo>
                  <a:pt x="659" y="80"/>
                </a:lnTo>
                <a:lnTo>
                  <a:pt x="660" y="80"/>
                </a:lnTo>
                <a:lnTo>
                  <a:pt x="660" y="81"/>
                </a:lnTo>
                <a:lnTo>
                  <a:pt x="660" y="82"/>
                </a:lnTo>
                <a:lnTo>
                  <a:pt x="660" y="81"/>
                </a:lnTo>
                <a:lnTo>
                  <a:pt x="660" y="82"/>
                </a:lnTo>
                <a:lnTo>
                  <a:pt x="660" y="83"/>
                </a:lnTo>
                <a:lnTo>
                  <a:pt x="661" y="84"/>
                </a:lnTo>
                <a:lnTo>
                  <a:pt x="662" y="85"/>
                </a:lnTo>
                <a:lnTo>
                  <a:pt x="662" y="86"/>
                </a:lnTo>
                <a:lnTo>
                  <a:pt x="663" y="86"/>
                </a:lnTo>
                <a:lnTo>
                  <a:pt x="663" y="87"/>
                </a:lnTo>
                <a:lnTo>
                  <a:pt x="664" y="87"/>
                </a:lnTo>
                <a:lnTo>
                  <a:pt x="664" y="86"/>
                </a:lnTo>
                <a:lnTo>
                  <a:pt x="665" y="85"/>
                </a:lnTo>
                <a:lnTo>
                  <a:pt x="664" y="84"/>
                </a:lnTo>
                <a:lnTo>
                  <a:pt x="665" y="84"/>
                </a:lnTo>
                <a:lnTo>
                  <a:pt x="667" y="84"/>
                </a:lnTo>
                <a:lnTo>
                  <a:pt x="668" y="84"/>
                </a:lnTo>
                <a:lnTo>
                  <a:pt x="668" y="83"/>
                </a:lnTo>
                <a:lnTo>
                  <a:pt x="670" y="83"/>
                </a:lnTo>
                <a:lnTo>
                  <a:pt x="671" y="84"/>
                </a:lnTo>
                <a:lnTo>
                  <a:pt x="672" y="84"/>
                </a:lnTo>
                <a:lnTo>
                  <a:pt x="673" y="84"/>
                </a:lnTo>
                <a:lnTo>
                  <a:pt x="673" y="85"/>
                </a:lnTo>
                <a:lnTo>
                  <a:pt x="672" y="85"/>
                </a:lnTo>
                <a:lnTo>
                  <a:pt x="672" y="86"/>
                </a:lnTo>
                <a:lnTo>
                  <a:pt x="672" y="87"/>
                </a:lnTo>
                <a:lnTo>
                  <a:pt x="673" y="87"/>
                </a:lnTo>
                <a:lnTo>
                  <a:pt x="675" y="88"/>
                </a:lnTo>
                <a:lnTo>
                  <a:pt x="676" y="88"/>
                </a:lnTo>
                <a:lnTo>
                  <a:pt x="678" y="88"/>
                </a:lnTo>
                <a:lnTo>
                  <a:pt x="679" y="88"/>
                </a:lnTo>
                <a:lnTo>
                  <a:pt x="680" y="88"/>
                </a:lnTo>
                <a:lnTo>
                  <a:pt x="681" y="88"/>
                </a:lnTo>
                <a:lnTo>
                  <a:pt x="682" y="88"/>
                </a:lnTo>
                <a:lnTo>
                  <a:pt x="683" y="88"/>
                </a:lnTo>
                <a:lnTo>
                  <a:pt x="684" y="88"/>
                </a:lnTo>
                <a:lnTo>
                  <a:pt x="686" y="88"/>
                </a:lnTo>
                <a:lnTo>
                  <a:pt x="687" y="88"/>
                </a:lnTo>
                <a:lnTo>
                  <a:pt x="689" y="88"/>
                </a:lnTo>
                <a:lnTo>
                  <a:pt x="690" y="87"/>
                </a:lnTo>
                <a:lnTo>
                  <a:pt x="691" y="87"/>
                </a:lnTo>
                <a:lnTo>
                  <a:pt x="692" y="87"/>
                </a:lnTo>
                <a:lnTo>
                  <a:pt x="692" y="88"/>
                </a:lnTo>
                <a:lnTo>
                  <a:pt x="692" y="89"/>
                </a:lnTo>
                <a:lnTo>
                  <a:pt x="691" y="89"/>
                </a:lnTo>
                <a:lnTo>
                  <a:pt x="691" y="90"/>
                </a:lnTo>
                <a:lnTo>
                  <a:pt x="692" y="90"/>
                </a:lnTo>
                <a:lnTo>
                  <a:pt x="692" y="89"/>
                </a:lnTo>
                <a:lnTo>
                  <a:pt x="692" y="90"/>
                </a:lnTo>
                <a:lnTo>
                  <a:pt x="692" y="91"/>
                </a:lnTo>
                <a:lnTo>
                  <a:pt x="693" y="91"/>
                </a:lnTo>
                <a:lnTo>
                  <a:pt x="693" y="90"/>
                </a:lnTo>
                <a:lnTo>
                  <a:pt x="693" y="89"/>
                </a:lnTo>
                <a:lnTo>
                  <a:pt x="694" y="89"/>
                </a:lnTo>
                <a:lnTo>
                  <a:pt x="695" y="89"/>
                </a:lnTo>
                <a:lnTo>
                  <a:pt x="696" y="89"/>
                </a:lnTo>
                <a:lnTo>
                  <a:pt x="697" y="89"/>
                </a:lnTo>
                <a:lnTo>
                  <a:pt x="698" y="89"/>
                </a:lnTo>
                <a:lnTo>
                  <a:pt x="700" y="89"/>
                </a:lnTo>
                <a:lnTo>
                  <a:pt x="701" y="89"/>
                </a:lnTo>
                <a:lnTo>
                  <a:pt x="701" y="88"/>
                </a:lnTo>
                <a:lnTo>
                  <a:pt x="702" y="88"/>
                </a:lnTo>
                <a:lnTo>
                  <a:pt x="703" y="88"/>
                </a:lnTo>
                <a:lnTo>
                  <a:pt x="703" y="87"/>
                </a:lnTo>
                <a:lnTo>
                  <a:pt x="704" y="87"/>
                </a:lnTo>
                <a:lnTo>
                  <a:pt x="705" y="87"/>
                </a:lnTo>
                <a:lnTo>
                  <a:pt x="706" y="87"/>
                </a:lnTo>
                <a:lnTo>
                  <a:pt x="706" y="88"/>
                </a:lnTo>
                <a:lnTo>
                  <a:pt x="707" y="88"/>
                </a:lnTo>
                <a:lnTo>
                  <a:pt x="707" y="87"/>
                </a:lnTo>
                <a:lnTo>
                  <a:pt x="708" y="87"/>
                </a:lnTo>
                <a:lnTo>
                  <a:pt x="707" y="87"/>
                </a:lnTo>
                <a:lnTo>
                  <a:pt x="707" y="88"/>
                </a:lnTo>
                <a:lnTo>
                  <a:pt x="708" y="88"/>
                </a:lnTo>
                <a:lnTo>
                  <a:pt x="709" y="88"/>
                </a:lnTo>
                <a:lnTo>
                  <a:pt x="709" y="87"/>
                </a:lnTo>
                <a:lnTo>
                  <a:pt x="708" y="87"/>
                </a:lnTo>
                <a:lnTo>
                  <a:pt x="709" y="87"/>
                </a:lnTo>
                <a:lnTo>
                  <a:pt x="710" y="87"/>
                </a:lnTo>
                <a:lnTo>
                  <a:pt x="710" y="88"/>
                </a:lnTo>
                <a:lnTo>
                  <a:pt x="711" y="88"/>
                </a:lnTo>
                <a:lnTo>
                  <a:pt x="711" y="89"/>
                </a:lnTo>
                <a:lnTo>
                  <a:pt x="712" y="90"/>
                </a:lnTo>
                <a:lnTo>
                  <a:pt x="711" y="90"/>
                </a:lnTo>
                <a:lnTo>
                  <a:pt x="710" y="91"/>
                </a:lnTo>
                <a:lnTo>
                  <a:pt x="710" y="92"/>
                </a:lnTo>
                <a:lnTo>
                  <a:pt x="710" y="91"/>
                </a:lnTo>
                <a:lnTo>
                  <a:pt x="709" y="90"/>
                </a:lnTo>
                <a:lnTo>
                  <a:pt x="708" y="90"/>
                </a:lnTo>
                <a:lnTo>
                  <a:pt x="707" y="90"/>
                </a:lnTo>
                <a:lnTo>
                  <a:pt x="706" y="90"/>
                </a:lnTo>
                <a:lnTo>
                  <a:pt x="705" y="91"/>
                </a:lnTo>
                <a:lnTo>
                  <a:pt x="704" y="91"/>
                </a:lnTo>
                <a:lnTo>
                  <a:pt x="704" y="92"/>
                </a:lnTo>
                <a:lnTo>
                  <a:pt x="703" y="92"/>
                </a:lnTo>
                <a:lnTo>
                  <a:pt x="702" y="93"/>
                </a:lnTo>
                <a:lnTo>
                  <a:pt x="701" y="94"/>
                </a:lnTo>
                <a:lnTo>
                  <a:pt x="701" y="95"/>
                </a:lnTo>
                <a:lnTo>
                  <a:pt x="701" y="96"/>
                </a:lnTo>
                <a:lnTo>
                  <a:pt x="702" y="97"/>
                </a:lnTo>
                <a:lnTo>
                  <a:pt x="701" y="97"/>
                </a:lnTo>
                <a:lnTo>
                  <a:pt x="701" y="98"/>
                </a:lnTo>
                <a:lnTo>
                  <a:pt x="700" y="99"/>
                </a:lnTo>
                <a:lnTo>
                  <a:pt x="700" y="98"/>
                </a:lnTo>
                <a:lnTo>
                  <a:pt x="699" y="98"/>
                </a:lnTo>
                <a:lnTo>
                  <a:pt x="698" y="98"/>
                </a:lnTo>
                <a:lnTo>
                  <a:pt x="699" y="99"/>
                </a:lnTo>
                <a:lnTo>
                  <a:pt x="700" y="99"/>
                </a:lnTo>
                <a:lnTo>
                  <a:pt x="700" y="100"/>
                </a:lnTo>
                <a:lnTo>
                  <a:pt x="699" y="100"/>
                </a:lnTo>
                <a:lnTo>
                  <a:pt x="699" y="101"/>
                </a:lnTo>
                <a:lnTo>
                  <a:pt x="700" y="101"/>
                </a:lnTo>
                <a:lnTo>
                  <a:pt x="699" y="101"/>
                </a:lnTo>
                <a:lnTo>
                  <a:pt x="698" y="101"/>
                </a:lnTo>
                <a:lnTo>
                  <a:pt x="698" y="102"/>
                </a:lnTo>
                <a:lnTo>
                  <a:pt x="699" y="102"/>
                </a:lnTo>
                <a:lnTo>
                  <a:pt x="699" y="103"/>
                </a:lnTo>
                <a:lnTo>
                  <a:pt x="699" y="104"/>
                </a:lnTo>
                <a:lnTo>
                  <a:pt x="700" y="104"/>
                </a:lnTo>
                <a:lnTo>
                  <a:pt x="701" y="104"/>
                </a:lnTo>
                <a:lnTo>
                  <a:pt x="701" y="105"/>
                </a:lnTo>
                <a:lnTo>
                  <a:pt x="702" y="106"/>
                </a:lnTo>
                <a:lnTo>
                  <a:pt x="702" y="107"/>
                </a:lnTo>
                <a:lnTo>
                  <a:pt x="702" y="108"/>
                </a:lnTo>
                <a:lnTo>
                  <a:pt x="703" y="108"/>
                </a:lnTo>
                <a:lnTo>
                  <a:pt x="703" y="109"/>
                </a:lnTo>
                <a:lnTo>
                  <a:pt x="704" y="109"/>
                </a:lnTo>
                <a:lnTo>
                  <a:pt x="704" y="110"/>
                </a:lnTo>
                <a:lnTo>
                  <a:pt x="703" y="110"/>
                </a:lnTo>
                <a:lnTo>
                  <a:pt x="702" y="110"/>
                </a:lnTo>
                <a:lnTo>
                  <a:pt x="702" y="111"/>
                </a:lnTo>
                <a:lnTo>
                  <a:pt x="701" y="111"/>
                </a:lnTo>
                <a:lnTo>
                  <a:pt x="699" y="111"/>
                </a:lnTo>
                <a:lnTo>
                  <a:pt x="699" y="112"/>
                </a:lnTo>
                <a:lnTo>
                  <a:pt x="699" y="113"/>
                </a:lnTo>
                <a:lnTo>
                  <a:pt x="700" y="113"/>
                </a:lnTo>
                <a:lnTo>
                  <a:pt x="701" y="114"/>
                </a:lnTo>
                <a:lnTo>
                  <a:pt x="701" y="115"/>
                </a:lnTo>
                <a:lnTo>
                  <a:pt x="700" y="115"/>
                </a:lnTo>
                <a:lnTo>
                  <a:pt x="699" y="115"/>
                </a:lnTo>
                <a:lnTo>
                  <a:pt x="698" y="115"/>
                </a:lnTo>
                <a:lnTo>
                  <a:pt x="698" y="114"/>
                </a:lnTo>
                <a:lnTo>
                  <a:pt x="697" y="114"/>
                </a:lnTo>
                <a:lnTo>
                  <a:pt x="696" y="114"/>
                </a:lnTo>
                <a:lnTo>
                  <a:pt x="695" y="114"/>
                </a:lnTo>
                <a:lnTo>
                  <a:pt x="694" y="114"/>
                </a:lnTo>
                <a:lnTo>
                  <a:pt x="693" y="114"/>
                </a:lnTo>
                <a:lnTo>
                  <a:pt x="692" y="115"/>
                </a:lnTo>
                <a:lnTo>
                  <a:pt x="691" y="116"/>
                </a:lnTo>
                <a:lnTo>
                  <a:pt x="691" y="117"/>
                </a:lnTo>
                <a:lnTo>
                  <a:pt x="691" y="118"/>
                </a:lnTo>
                <a:lnTo>
                  <a:pt x="691" y="119"/>
                </a:lnTo>
                <a:lnTo>
                  <a:pt x="690" y="119"/>
                </a:lnTo>
                <a:lnTo>
                  <a:pt x="690" y="118"/>
                </a:lnTo>
                <a:lnTo>
                  <a:pt x="689" y="118"/>
                </a:lnTo>
                <a:lnTo>
                  <a:pt x="689" y="119"/>
                </a:lnTo>
                <a:lnTo>
                  <a:pt x="690" y="120"/>
                </a:lnTo>
                <a:lnTo>
                  <a:pt x="690" y="121"/>
                </a:lnTo>
                <a:lnTo>
                  <a:pt x="690" y="122"/>
                </a:lnTo>
                <a:lnTo>
                  <a:pt x="690" y="123"/>
                </a:lnTo>
                <a:lnTo>
                  <a:pt x="690" y="124"/>
                </a:lnTo>
                <a:lnTo>
                  <a:pt x="688" y="124"/>
                </a:lnTo>
                <a:lnTo>
                  <a:pt x="688" y="125"/>
                </a:lnTo>
                <a:lnTo>
                  <a:pt x="687" y="126"/>
                </a:lnTo>
                <a:lnTo>
                  <a:pt x="687" y="127"/>
                </a:lnTo>
                <a:lnTo>
                  <a:pt x="688" y="128"/>
                </a:lnTo>
                <a:lnTo>
                  <a:pt x="689" y="128"/>
                </a:lnTo>
                <a:lnTo>
                  <a:pt x="689" y="127"/>
                </a:lnTo>
                <a:lnTo>
                  <a:pt x="690" y="127"/>
                </a:lnTo>
                <a:lnTo>
                  <a:pt x="691" y="127"/>
                </a:lnTo>
                <a:lnTo>
                  <a:pt x="692" y="127"/>
                </a:lnTo>
                <a:lnTo>
                  <a:pt x="692" y="128"/>
                </a:lnTo>
                <a:lnTo>
                  <a:pt x="693" y="128"/>
                </a:lnTo>
                <a:lnTo>
                  <a:pt x="694" y="127"/>
                </a:lnTo>
                <a:lnTo>
                  <a:pt x="695" y="127"/>
                </a:lnTo>
                <a:lnTo>
                  <a:pt x="696" y="127"/>
                </a:lnTo>
                <a:lnTo>
                  <a:pt x="699" y="126"/>
                </a:lnTo>
                <a:lnTo>
                  <a:pt x="700" y="126"/>
                </a:lnTo>
                <a:lnTo>
                  <a:pt x="699" y="126"/>
                </a:lnTo>
                <a:lnTo>
                  <a:pt x="698" y="127"/>
                </a:lnTo>
                <a:lnTo>
                  <a:pt x="697" y="128"/>
                </a:lnTo>
                <a:lnTo>
                  <a:pt x="697" y="129"/>
                </a:lnTo>
                <a:lnTo>
                  <a:pt x="696" y="130"/>
                </a:lnTo>
                <a:lnTo>
                  <a:pt x="697" y="130"/>
                </a:lnTo>
                <a:lnTo>
                  <a:pt x="697" y="131"/>
                </a:lnTo>
                <a:lnTo>
                  <a:pt x="697" y="132"/>
                </a:lnTo>
                <a:lnTo>
                  <a:pt x="697" y="133"/>
                </a:lnTo>
                <a:lnTo>
                  <a:pt x="696" y="133"/>
                </a:lnTo>
                <a:lnTo>
                  <a:pt x="696" y="134"/>
                </a:lnTo>
                <a:lnTo>
                  <a:pt x="696" y="135"/>
                </a:lnTo>
                <a:lnTo>
                  <a:pt x="695" y="135"/>
                </a:lnTo>
                <a:lnTo>
                  <a:pt x="695" y="136"/>
                </a:lnTo>
                <a:lnTo>
                  <a:pt x="696" y="137"/>
                </a:lnTo>
                <a:lnTo>
                  <a:pt x="696" y="138"/>
                </a:lnTo>
                <a:lnTo>
                  <a:pt x="696" y="139"/>
                </a:lnTo>
                <a:lnTo>
                  <a:pt x="695" y="140"/>
                </a:lnTo>
                <a:lnTo>
                  <a:pt x="694" y="140"/>
                </a:lnTo>
                <a:lnTo>
                  <a:pt x="693" y="141"/>
                </a:lnTo>
                <a:lnTo>
                  <a:pt x="693" y="140"/>
                </a:lnTo>
                <a:lnTo>
                  <a:pt x="693" y="139"/>
                </a:lnTo>
                <a:lnTo>
                  <a:pt x="694" y="139"/>
                </a:lnTo>
                <a:lnTo>
                  <a:pt x="694" y="138"/>
                </a:lnTo>
                <a:lnTo>
                  <a:pt x="694" y="137"/>
                </a:lnTo>
                <a:lnTo>
                  <a:pt x="693" y="137"/>
                </a:lnTo>
                <a:lnTo>
                  <a:pt x="692" y="137"/>
                </a:lnTo>
                <a:lnTo>
                  <a:pt x="691" y="138"/>
                </a:lnTo>
                <a:lnTo>
                  <a:pt x="690" y="137"/>
                </a:lnTo>
                <a:lnTo>
                  <a:pt x="689" y="137"/>
                </a:lnTo>
                <a:lnTo>
                  <a:pt x="689" y="138"/>
                </a:lnTo>
                <a:lnTo>
                  <a:pt x="688" y="138"/>
                </a:lnTo>
                <a:lnTo>
                  <a:pt x="687" y="138"/>
                </a:lnTo>
                <a:lnTo>
                  <a:pt x="686" y="139"/>
                </a:lnTo>
                <a:lnTo>
                  <a:pt x="686" y="140"/>
                </a:lnTo>
                <a:lnTo>
                  <a:pt x="685" y="140"/>
                </a:lnTo>
                <a:lnTo>
                  <a:pt x="686" y="140"/>
                </a:lnTo>
                <a:lnTo>
                  <a:pt x="687" y="141"/>
                </a:lnTo>
                <a:lnTo>
                  <a:pt x="687" y="142"/>
                </a:lnTo>
                <a:lnTo>
                  <a:pt x="688" y="142"/>
                </a:lnTo>
                <a:lnTo>
                  <a:pt x="688" y="141"/>
                </a:lnTo>
                <a:lnTo>
                  <a:pt x="688" y="142"/>
                </a:lnTo>
                <a:lnTo>
                  <a:pt x="688" y="143"/>
                </a:lnTo>
                <a:lnTo>
                  <a:pt x="687" y="143"/>
                </a:lnTo>
                <a:lnTo>
                  <a:pt x="686" y="144"/>
                </a:lnTo>
                <a:lnTo>
                  <a:pt x="685" y="144"/>
                </a:lnTo>
                <a:lnTo>
                  <a:pt x="684" y="144"/>
                </a:lnTo>
                <a:lnTo>
                  <a:pt x="683" y="144"/>
                </a:lnTo>
                <a:lnTo>
                  <a:pt x="682" y="144"/>
                </a:lnTo>
                <a:lnTo>
                  <a:pt x="682" y="145"/>
                </a:lnTo>
                <a:lnTo>
                  <a:pt x="682" y="146"/>
                </a:lnTo>
                <a:lnTo>
                  <a:pt x="681" y="146"/>
                </a:lnTo>
                <a:lnTo>
                  <a:pt x="681" y="147"/>
                </a:lnTo>
                <a:lnTo>
                  <a:pt x="681" y="146"/>
                </a:lnTo>
                <a:lnTo>
                  <a:pt x="680" y="146"/>
                </a:lnTo>
                <a:lnTo>
                  <a:pt x="680" y="147"/>
                </a:lnTo>
                <a:lnTo>
                  <a:pt x="679" y="147"/>
                </a:lnTo>
                <a:lnTo>
                  <a:pt x="680" y="147"/>
                </a:lnTo>
                <a:lnTo>
                  <a:pt x="680" y="148"/>
                </a:lnTo>
                <a:lnTo>
                  <a:pt x="679" y="147"/>
                </a:lnTo>
                <a:lnTo>
                  <a:pt x="678" y="147"/>
                </a:lnTo>
                <a:lnTo>
                  <a:pt x="676" y="147"/>
                </a:lnTo>
                <a:lnTo>
                  <a:pt x="675" y="147"/>
                </a:lnTo>
                <a:lnTo>
                  <a:pt x="674" y="147"/>
                </a:lnTo>
                <a:lnTo>
                  <a:pt x="673" y="146"/>
                </a:lnTo>
                <a:lnTo>
                  <a:pt x="672" y="146"/>
                </a:lnTo>
                <a:lnTo>
                  <a:pt x="671" y="146"/>
                </a:lnTo>
                <a:lnTo>
                  <a:pt x="670" y="146"/>
                </a:lnTo>
                <a:lnTo>
                  <a:pt x="669" y="146"/>
                </a:lnTo>
                <a:lnTo>
                  <a:pt x="668" y="146"/>
                </a:lnTo>
                <a:lnTo>
                  <a:pt x="667" y="145"/>
                </a:lnTo>
                <a:lnTo>
                  <a:pt x="666" y="145"/>
                </a:lnTo>
                <a:lnTo>
                  <a:pt x="666" y="146"/>
                </a:lnTo>
                <a:lnTo>
                  <a:pt x="665" y="146"/>
                </a:lnTo>
                <a:lnTo>
                  <a:pt x="664" y="146"/>
                </a:lnTo>
                <a:lnTo>
                  <a:pt x="664" y="145"/>
                </a:lnTo>
                <a:lnTo>
                  <a:pt x="664" y="144"/>
                </a:lnTo>
                <a:lnTo>
                  <a:pt x="665" y="144"/>
                </a:lnTo>
                <a:lnTo>
                  <a:pt x="665" y="145"/>
                </a:lnTo>
                <a:lnTo>
                  <a:pt x="665" y="144"/>
                </a:lnTo>
                <a:lnTo>
                  <a:pt x="665" y="143"/>
                </a:lnTo>
                <a:lnTo>
                  <a:pt x="664" y="143"/>
                </a:lnTo>
                <a:lnTo>
                  <a:pt x="664" y="142"/>
                </a:lnTo>
                <a:lnTo>
                  <a:pt x="664" y="141"/>
                </a:lnTo>
                <a:lnTo>
                  <a:pt x="665" y="141"/>
                </a:lnTo>
                <a:lnTo>
                  <a:pt x="665" y="140"/>
                </a:lnTo>
                <a:lnTo>
                  <a:pt x="666" y="140"/>
                </a:lnTo>
                <a:lnTo>
                  <a:pt x="667" y="140"/>
                </a:lnTo>
                <a:lnTo>
                  <a:pt x="668" y="140"/>
                </a:lnTo>
                <a:lnTo>
                  <a:pt x="669" y="140"/>
                </a:lnTo>
                <a:lnTo>
                  <a:pt x="670" y="140"/>
                </a:lnTo>
                <a:lnTo>
                  <a:pt x="669" y="140"/>
                </a:lnTo>
                <a:lnTo>
                  <a:pt x="668" y="139"/>
                </a:lnTo>
                <a:lnTo>
                  <a:pt x="667" y="140"/>
                </a:lnTo>
                <a:lnTo>
                  <a:pt x="666" y="139"/>
                </a:lnTo>
                <a:lnTo>
                  <a:pt x="665" y="139"/>
                </a:lnTo>
                <a:lnTo>
                  <a:pt x="664" y="139"/>
                </a:lnTo>
                <a:lnTo>
                  <a:pt x="664" y="138"/>
                </a:lnTo>
                <a:lnTo>
                  <a:pt x="664" y="139"/>
                </a:lnTo>
                <a:lnTo>
                  <a:pt x="663" y="139"/>
                </a:lnTo>
                <a:lnTo>
                  <a:pt x="662" y="139"/>
                </a:lnTo>
                <a:lnTo>
                  <a:pt x="662" y="138"/>
                </a:lnTo>
                <a:lnTo>
                  <a:pt x="662" y="137"/>
                </a:lnTo>
                <a:lnTo>
                  <a:pt x="661" y="137"/>
                </a:lnTo>
                <a:lnTo>
                  <a:pt x="660" y="137"/>
                </a:lnTo>
                <a:lnTo>
                  <a:pt x="661" y="136"/>
                </a:lnTo>
                <a:lnTo>
                  <a:pt x="661" y="135"/>
                </a:lnTo>
                <a:lnTo>
                  <a:pt x="662" y="134"/>
                </a:lnTo>
                <a:lnTo>
                  <a:pt x="662" y="133"/>
                </a:lnTo>
                <a:lnTo>
                  <a:pt x="663" y="133"/>
                </a:lnTo>
                <a:lnTo>
                  <a:pt x="663" y="132"/>
                </a:lnTo>
                <a:lnTo>
                  <a:pt x="663" y="131"/>
                </a:lnTo>
                <a:lnTo>
                  <a:pt x="663" y="130"/>
                </a:lnTo>
                <a:lnTo>
                  <a:pt x="664" y="130"/>
                </a:lnTo>
                <a:lnTo>
                  <a:pt x="665" y="130"/>
                </a:lnTo>
                <a:lnTo>
                  <a:pt x="665" y="129"/>
                </a:lnTo>
                <a:lnTo>
                  <a:pt x="666" y="129"/>
                </a:lnTo>
                <a:lnTo>
                  <a:pt x="666" y="128"/>
                </a:lnTo>
                <a:lnTo>
                  <a:pt x="667" y="127"/>
                </a:lnTo>
                <a:lnTo>
                  <a:pt x="668" y="127"/>
                </a:lnTo>
                <a:lnTo>
                  <a:pt x="668" y="126"/>
                </a:lnTo>
                <a:lnTo>
                  <a:pt x="667" y="127"/>
                </a:lnTo>
                <a:lnTo>
                  <a:pt x="666" y="127"/>
                </a:lnTo>
                <a:lnTo>
                  <a:pt x="666" y="128"/>
                </a:lnTo>
                <a:lnTo>
                  <a:pt x="666" y="127"/>
                </a:lnTo>
                <a:lnTo>
                  <a:pt x="666" y="126"/>
                </a:lnTo>
                <a:lnTo>
                  <a:pt x="665" y="126"/>
                </a:lnTo>
                <a:lnTo>
                  <a:pt x="665" y="125"/>
                </a:lnTo>
                <a:lnTo>
                  <a:pt x="664" y="125"/>
                </a:lnTo>
                <a:lnTo>
                  <a:pt x="665" y="125"/>
                </a:lnTo>
                <a:lnTo>
                  <a:pt x="665" y="126"/>
                </a:lnTo>
                <a:lnTo>
                  <a:pt x="665" y="127"/>
                </a:lnTo>
                <a:lnTo>
                  <a:pt x="665" y="128"/>
                </a:lnTo>
                <a:lnTo>
                  <a:pt x="665" y="129"/>
                </a:lnTo>
                <a:lnTo>
                  <a:pt x="664" y="129"/>
                </a:lnTo>
                <a:lnTo>
                  <a:pt x="663" y="129"/>
                </a:lnTo>
                <a:lnTo>
                  <a:pt x="662" y="129"/>
                </a:lnTo>
                <a:lnTo>
                  <a:pt x="662" y="130"/>
                </a:lnTo>
                <a:lnTo>
                  <a:pt x="661" y="130"/>
                </a:lnTo>
                <a:lnTo>
                  <a:pt x="661" y="131"/>
                </a:lnTo>
                <a:lnTo>
                  <a:pt x="661" y="132"/>
                </a:lnTo>
                <a:lnTo>
                  <a:pt x="661" y="133"/>
                </a:lnTo>
                <a:lnTo>
                  <a:pt x="661" y="135"/>
                </a:lnTo>
                <a:lnTo>
                  <a:pt x="660" y="135"/>
                </a:lnTo>
                <a:lnTo>
                  <a:pt x="660" y="136"/>
                </a:lnTo>
                <a:lnTo>
                  <a:pt x="660" y="135"/>
                </a:lnTo>
                <a:lnTo>
                  <a:pt x="659" y="135"/>
                </a:lnTo>
                <a:lnTo>
                  <a:pt x="658" y="135"/>
                </a:lnTo>
                <a:lnTo>
                  <a:pt x="657" y="135"/>
                </a:lnTo>
                <a:lnTo>
                  <a:pt x="656" y="135"/>
                </a:lnTo>
                <a:lnTo>
                  <a:pt x="655" y="137"/>
                </a:lnTo>
                <a:lnTo>
                  <a:pt x="656" y="138"/>
                </a:lnTo>
                <a:lnTo>
                  <a:pt x="655" y="138"/>
                </a:lnTo>
                <a:lnTo>
                  <a:pt x="654" y="139"/>
                </a:lnTo>
                <a:lnTo>
                  <a:pt x="653" y="139"/>
                </a:lnTo>
                <a:lnTo>
                  <a:pt x="652" y="139"/>
                </a:lnTo>
                <a:lnTo>
                  <a:pt x="651" y="140"/>
                </a:lnTo>
                <a:lnTo>
                  <a:pt x="650" y="140"/>
                </a:lnTo>
                <a:lnTo>
                  <a:pt x="650" y="139"/>
                </a:lnTo>
                <a:lnTo>
                  <a:pt x="650" y="138"/>
                </a:lnTo>
                <a:lnTo>
                  <a:pt x="650" y="136"/>
                </a:lnTo>
                <a:lnTo>
                  <a:pt x="649" y="135"/>
                </a:lnTo>
                <a:lnTo>
                  <a:pt x="649" y="134"/>
                </a:lnTo>
                <a:lnTo>
                  <a:pt x="649" y="133"/>
                </a:lnTo>
                <a:lnTo>
                  <a:pt x="648" y="133"/>
                </a:lnTo>
                <a:lnTo>
                  <a:pt x="647" y="133"/>
                </a:lnTo>
                <a:lnTo>
                  <a:pt x="647" y="132"/>
                </a:lnTo>
                <a:lnTo>
                  <a:pt x="648" y="132"/>
                </a:lnTo>
                <a:lnTo>
                  <a:pt x="648" y="131"/>
                </a:lnTo>
                <a:lnTo>
                  <a:pt x="647" y="131"/>
                </a:lnTo>
                <a:lnTo>
                  <a:pt x="647" y="132"/>
                </a:lnTo>
                <a:lnTo>
                  <a:pt x="647" y="133"/>
                </a:lnTo>
                <a:lnTo>
                  <a:pt x="648" y="134"/>
                </a:lnTo>
                <a:lnTo>
                  <a:pt x="645" y="134"/>
                </a:lnTo>
                <a:lnTo>
                  <a:pt x="645" y="133"/>
                </a:lnTo>
                <a:lnTo>
                  <a:pt x="644" y="133"/>
                </a:lnTo>
                <a:lnTo>
                  <a:pt x="644" y="132"/>
                </a:lnTo>
                <a:lnTo>
                  <a:pt x="643" y="132"/>
                </a:lnTo>
                <a:lnTo>
                  <a:pt x="643" y="131"/>
                </a:lnTo>
                <a:lnTo>
                  <a:pt x="642" y="131"/>
                </a:lnTo>
                <a:lnTo>
                  <a:pt x="642" y="132"/>
                </a:lnTo>
                <a:lnTo>
                  <a:pt x="643" y="132"/>
                </a:lnTo>
                <a:lnTo>
                  <a:pt x="643" y="133"/>
                </a:lnTo>
                <a:lnTo>
                  <a:pt x="644" y="133"/>
                </a:lnTo>
                <a:lnTo>
                  <a:pt x="645" y="133"/>
                </a:lnTo>
                <a:lnTo>
                  <a:pt x="645" y="134"/>
                </a:lnTo>
                <a:lnTo>
                  <a:pt x="644" y="134"/>
                </a:lnTo>
                <a:lnTo>
                  <a:pt x="645" y="135"/>
                </a:lnTo>
                <a:lnTo>
                  <a:pt x="644" y="136"/>
                </a:lnTo>
                <a:lnTo>
                  <a:pt x="643" y="136"/>
                </a:lnTo>
                <a:lnTo>
                  <a:pt x="642" y="137"/>
                </a:lnTo>
                <a:lnTo>
                  <a:pt x="641" y="137"/>
                </a:lnTo>
                <a:lnTo>
                  <a:pt x="640" y="137"/>
                </a:lnTo>
                <a:lnTo>
                  <a:pt x="639" y="137"/>
                </a:lnTo>
                <a:lnTo>
                  <a:pt x="638" y="138"/>
                </a:lnTo>
                <a:lnTo>
                  <a:pt x="637" y="138"/>
                </a:lnTo>
                <a:lnTo>
                  <a:pt x="636" y="138"/>
                </a:lnTo>
                <a:lnTo>
                  <a:pt x="636" y="139"/>
                </a:lnTo>
                <a:lnTo>
                  <a:pt x="635" y="139"/>
                </a:lnTo>
                <a:lnTo>
                  <a:pt x="634" y="139"/>
                </a:lnTo>
                <a:lnTo>
                  <a:pt x="634" y="140"/>
                </a:lnTo>
                <a:lnTo>
                  <a:pt x="633" y="140"/>
                </a:lnTo>
                <a:lnTo>
                  <a:pt x="632" y="140"/>
                </a:lnTo>
                <a:lnTo>
                  <a:pt x="631" y="140"/>
                </a:lnTo>
                <a:lnTo>
                  <a:pt x="630" y="141"/>
                </a:lnTo>
                <a:lnTo>
                  <a:pt x="629" y="141"/>
                </a:lnTo>
                <a:lnTo>
                  <a:pt x="628" y="141"/>
                </a:lnTo>
                <a:lnTo>
                  <a:pt x="627" y="142"/>
                </a:lnTo>
                <a:lnTo>
                  <a:pt x="626" y="142"/>
                </a:lnTo>
                <a:lnTo>
                  <a:pt x="626" y="143"/>
                </a:lnTo>
                <a:lnTo>
                  <a:pt x="625" y="144"/>
                </a:lnTo>
                <a:lnTo>
                  <a:pt x="625" y="145"/>
                </a:lnTo>
                <a:lnTo>
                  <a:pt x="625" y="146"/>
                </a:lnTo>
                <a:lnTo>
                  <a:pt x="623" y="147"/>
                </a:lnTo>
                <a:lnTo>
                  <a:pt x="623" y="148"/>
                </a:lnTo>
                <a:lnTo>
                  <a:pt x="622" y="148"/>
                </a:lnTo>
                <a:lnTo>
                  <a:pt x="622" y="147"/>
                </a:lnTo>
                <a:lnTo>
                  <a:pt x="621" y="147"/>
                </a:lnTo>
                <a:lnTo>
                  <a:pt x="621" y="148"/>
                </a:lnTo>
                <a:lnTo>
                  <a:pt x="618" y="148"/>
                </a:lnTo>
                <a:lnTo>
                  <a:pt x="617" y="148"/>
                </a:lnTo>
                <a:lnTo>
                  <a:pt x="617" y="149"/>
                </a:lnTo>
                <a:lnTo>
                  <a:pt x="615" y="149"/>
                </a:lnTo>
                <a:lnTo>
                  <a:pt x="614" y="150"/>
                </a:lnTo>
                <a:lnTo>
                  <a:pt x="614" y="149"/>
                </a:lnTo>
                <a:lnTo>
                  <a:pt x="614" y="148"/>
                </a:lnTo>
                <a:lnTo>
                  <a:pt x="615" y="148"/>
                </a:lnTo>
                <a:lnTo>
                  <a:pt x="616" y="148"/>
                </a:lnTo>
                <a:lnTo>
                  <a:pt x="615" y="148"/>
                </a:lnTo>
                <a:lnTo>
                  <a:pt x="614" y="148"/>
                </a:lnTo>
                <a:lnTo>
                  <a:pt x="613" y="149"/>
                </a:lnTo>
                <a:lnTo>
                  <a:pt x="614" y="150"/>
                </a:lnTo>
                <a:lnTo>
                  <a:pt x="614" y="151"/>
                </a:lnTo>
                <a:lnTo>
                  <a:pt x="613" y="151"/>
                </a:lnTo>
                <a:lnTo>
                  <a:pt x="613" y="152"/>
                </a:lnTo>
                <a:lnTo>
                  <a:pt x="614" y="152"/>
                </a:lnTo>
                <a:lnTo>
                  <a:pt x="614" y="153"/>
                </a:lnTo>
                <a:lnTo>
                  <a:pt x="614" y="154"/>
                </a:lnTo>
                <a:lnTo>
                  <a:pt x="614" y="155"/>
                </a:lnTo>
                <a:lnTo>
                  <a:pt x="615" y="155"/>
                </a:lnTo>
                <a:lnTo>
                  <a:pt x="615" y="156"/>
                </a:lnTo>
                <a:lnTo>
                  <a:pt x="615" y="157"/>
                </a:lnTo>
                <a:lnTo>
                  <a:pt x="614" y="157"/>
                </a:lnTo>
                <a:lnTo>
                  <a:pt x="613" y="157"/>
                </a:lnTo>
                <a:lnTo>
                  <a:pt x="612" y="157"/>
                </a:lnTo>
                <a:lnTo>
                  <a:pt x="612" y="156"/>
                </a:lnTo>
                <a:lnTo>
                  <a:pt x="611" y="156"/>
                </a:lnTo>
                <a:lnTo>
                  <a:pt x="611" y="155"/>
                </a:lnTo>
                <a:lnTo>
                  <a:pt x="611" y="154"/>
                </a:lnTo>
                <a:lnTo>
                  <a:pt x="610" y="154"/>
                </a:lnTo>
                <a:lnTo>
                  <a:pt x="610" y="155"/>
                </a:lnTo>
                <a:lnTo>
                  <a:pt x="609" y="155"/>
                </a:lnTo>
                <a:lnTo>
                  <a:pt x="609" y="154"/>
                </a:lnTo>
                <a:lnTo>
                  <a:pt x="608" y="154"/>
                </a:lnTo>
                <a:lnTo>
                  <a:pt x="607" y="154"/>
                </a:lnTo>
                <a:lnTo>
                  <a:pt x="607" y="155"/>
                </a:lnTo>
                <a:lnTo>
                  <a:pt x="608" y="155"/>
                </a:lnTo>
                <a:lnTo>
                  <a:pt x="609" y="156"/>
                </a:lnTo>
                <a:lnTo>
                  <a:pt x="609" y="157"/>
                </a:lnTo>
                <a:lnTo>
                  <a:pt x="608" y="157"/>
                </a:lnTo>
                <a:lnTo>
                  <a:pt x="608" y="158"/>
                </a:lnTo>
                <a:lnTo>
                  <a:pt x="608" y="157"/>
                </a:lnTo>
                <a:lnTo>
                  <a:pt x="607" y="157"/>
                </a:lnTo>
                <a:lnTo>
                  <a:pt x="606" y="157"/>
                </a:lnTo>
                <a:lnTo>
                  <a:pt x="607" y="156"/>
                </a:lnTo>
                <a:lnTo>
                  <a:pt x="606" y="155"/>
                </a:lnTo>
                <a:lnTo>
                  <a:pt x="605" y="155"/>
                </a:lnTo>
                <a:lnTo>
                  <a:pt x="604" y="155"/>
                </a:lnTo>
                <a:lnTo>
                  <a:pt x="604" y="154"/>
                </a:lnTo>
                <a:lnTo>
                  <a:pt x="603" y="155"/>
                </a:lnTo>
                <a:lnTo>
                  <a:pt x="603" y="154"/>
                </a:lnTo>
                <a:lnTo>
                  <a:pt x="602" y="154"/>
                </a:lnTo>
                <a:lnTo>
                  <a:pt x="603" y="154"/>
                </a:lnTo>
                <a:lnTo>
                  <a:pt x="602" y="153"/>
                </a:lnTo>
                <a:lnTo>
                  <a:pt x="601" y="153"/>
                </a:lnTo>
                <a:lnTo>
                  <a:pt x="602" y="152"/>
                </a:lnTo>
                <a:lnTo>
                  <a:pt x="603" y="151"/>
                </a:lnTo>
                <a:lnTo>
                  <a:pt x="604" y="151"/>
                </a:lnTo>
                <a:lnTo>
                  <a:pt x="605" y="150"/>
                </a:lnTo>
                <a:lnTo>
                  <a:pt x="606" y="150"/>
                </a:lnTo>
                <a:lnTo>
                  <a:pt x="606" y="151"/>
                </a:lnTo>
                <a:lnTo>
                  <a:pt x="607" y="151"/>
                </a:lnTo>
                <a:lnTo>
                  <a:pt x="607" y="150"/>
                </a:lnTo>
                <a:lnTo>
                  <a:pt x="607" y="149"/>
                </a:lnTo>
                <a:lnTo>
                  <a:pt x="608" y="149"/>
                </a:lnTo>
                <a:lnTo>
                  <a:pt x="608" y="148"/>
                </a:lnTo>
                <a:lnTo>
                  <a:pt x="609" y="148"/>
                </a:lnTo>
                <a:lnTo>
                  <a:pt x="609" y="146"/>
                </a:lnTo>
                <a:lnTo>
                  <a:pt x="610" y="146"/>
                </a:lnTo>
                <a:lnTo>
                  <a:pt x="611" y="145"/>
                </a:lnTo>
                <a:lnTo>
                  <a:pt x="611" y="146"/>
                </a:lnTo>
                <a:lnTo>
                  <a:pt x="612" y="146"/>
                </a:lnTo>
                <a:lnTo>
                  <a:pt x="613" y="146"/>
                </a:lnTo>
                <a:lnTo>
                  <a:pt x="612" y="146"/>
                </a:lnTo>
                <a:lnTo>
                  <a:pt x="611" y="145"/>
                </a:lnTo>
                <a:lnTo>
                  <a:pt x="610" y="145"/>
                </a:lnTo>
                <a:lnTo>
                  <a:pt x="609" y="146"/>
                </a:lnTo>
                <a:lnTo>
                  <a:pt x="608" y="147"/>
                </a:lnTo>
                <a:lnTo>
                  <a:pt x="607" y="148"/>
                </a:lnTo>
                <a:lnTo>
                  <a:pt x="606" y="148"/>
                </a:lnTo>
                <a:lnTo>
                  <a:pt x="605" y="148"/>
                </a:lnTo>
                <a:lnTo>
                  <a:pt x="604" y="149"/>
                </a:lnTo>
                <a:lnTo>
                  <a:pt x="604" y="150"/>
                </a:lnTo>
                <a:lnTo>
                  <a:pt x="603" y="150"/>
                </a:lnTo>
                <a:lnTo>
                  <a:pt x="602" y="150"/>
                </a:lnTo>
                <a:lnTo>
                  <a:pt x="602" y="151"/>
                </a:lnTo>
                <a:lnTo>
                  <a:pt x="601" y="151"/>
                </a:lnTo>
                <a:lnTo>
                  <a:pt x="601" y="150"/>
                </a:lnTo>
                <a:lnTo>
                  <a:pt x="601" y="149"/>
                </a:lnTo>
                <a:lnTo>
                  <a:pt x="601" y="148"/>
                </a:lnTo>
                <a:lnTo>
                  <a:pt x="600" y="148"/>
                </a:lnTo>
                <a:lnTo>
                  <a:pt x="599" y="149"/>
                </a:lnTo>
                <a:lnTo>
                  <a:pt x="600" y="149"/>
                </a:lnTo>
                <a:lnTo>
                  <a:pt x="600" y="150"/>
                </a:lnTo>
                <a:lnTo>
                  <a:pt x="600" y="151"/>
                </a:lnTo>
                <a:lnTo>
                  <a:pt x="599" y="152"/>
                </a:lnTo>
                <a:lnTo>
                  <a:pt x="600" y="153"/>
                </a:lnTo>
                <a:lnTo>
                  <a:pt x="600" y="154"/>
                </a:lnTo>
                <a:lnTo>
                  <a:pt x="599" y="154"/>
                </a:lnTo>
                <a:lnTo>
                  <a:pt x="598" y="154"/>
                </a:lnTo>
                <a:lnTo>
                  <a:pt x="598" y="155"/>
                </a:lnTo>
                <a:lnTo>
                  <a:pt x="597" y="155"/>
                </a:lnTo>
                <a:lnTo>
                  <a:pt x="596" y="155"/>
                </a:lnTo>
                <a:lnTo>
                  <a:pt x="595" y="155"/>
                </a:lnTo>
                <a:lnTo>
                  <a:pt x="594" y="155"/>
                </a:lnTo>
                <a:lnTo>
                  <a:pt x="593" y="155"/>
                </a:lnTo>
                <a:lnTo>
                  <a:pt x="592" y="156"/>
                </a:lnTo>
                <a:lnTo>
                  <a:pt x="591" y="157"/>
                </a:lnTo>
                <a:lnTo>
                  <a:pt x="591" y="158"/>
                </a:lnTo>
                <a:lnTo>
                  <a:pt x="591" y="159"/>
                </a:lnTo>
                <a:lnTo>
                  <a:pt x="592" y="159"/>
                </a:lnTo>
                <a:lnTo>
                  <a:pt x="593" y="160"/>
                </a:lnTo>
                <a:lnTo>
                  <a:pt x="591" y="161"/>
                </a:lnTo>
                <a:lnTo>
                  <a:pt x="591" y="160"/>
                </a:lnTo>
                <a:lnTo>
                  <a:pt x="590" y="159"/>
                </a:lnTo>
                <a:lnTo>
                  <a:pt x="589" y="159"/>
                </a:lnTo>
                <a:lnTo>
                  <a:pt x="588" y="159"/>
                </a:lnTo>
                <a:lnTo>
                  <a:pt x="587" y="159"/>
                </a:lnTo>
                <a:lnTo>
                  <a:pt x="586" y="159"/>
                </a:lnTo>
                <a:lnTo>
                  <a:pt x="586" y="160"/>
                </a:lnTo>
                <a:lnTo>
                  <a:pt x="585" y="160"/>
                </a:lnTo>
                <a:lnTo>
                  <a:pt x="584" y="160"/>
                </a:lnTo>
                <a:lnTo>
                  <a:pt x="583" y="160"/>
                </a:lnTo>
                <a:lnTo>
                  <a:pt x="582" y="160"/>
                </a:lnTo>
                <a:lnTo>
                  <a:pt x="581" y="161"/>
                </a:lnTo>
                <a:lnTo>
                  <a:pt x="580" y="161"/>
                </a:lnTo>
                <a:lnTo>
                  <a:pt x="579" y="162"/>
                </a:lnTo>
                <a:lnTo>
                  <a:pt x="579" y="164"/>
                </a:lnTo>
                <a:lnTo>
                  <a:pt x="579" y="163"/>
                </a:lnTo>
                <a:lnTo>
                  <a:pt x="579" y="162"/>
                </a:lnTo>
                <a:lnTo>
                  <a:pt x="578" y="161"/>
                </a:lnTo>
                <a:lnTo>
                  <a:pt x="577" y="161"/>
                </a:lnTo>
                <a:lnTo>
                  <a:pt x="575" y="162"/>
                </a:lnTo>
                <a:lnTo>
                  <a:pt x="574" y="163"/>
                </a:lnTo>
                <a:lnTo>
                  <a:pt x="573" y="163"/>
                </a:lnTo>
                <a:lnTo>
                  <a:pt x="572" y="164"/>
                </a:lnTo>
                <a:lnTo>
                  <a:pt x="571" y="164"/>
                </a:lnTo>
                <a:lnTo>
                  <a:pt x="570" y="165"/>
                </a:lnTo>
                <a:lnTo>
                  <a:pt x="569" y="165"/>
                </a:lnTo>
                <a:lnTo>
                  <a:pt x="568" y="167"/>
                </a:lnTo>
                <a:lnTo>
                  <a:pt x="567" y="167"/>
                </a:lnTo>
                <a:lnTo>
                  <a:pt x="567" y="168"/>
                </a:lnTo>
                <a:lnTo>
                  <a:pt x="566" y="168"/>
                </a:lnTo>
                <a:lnTo>
                  <a:pt x="565" y="168"/>
                </a:lnTo>
                <a:lnTo>
                  <a:pt x="565" y="169"/>
                </a:lnTo>
                <a:lnTo>
                  <a:pt x="564" y="169"/>
                </a:lnTo>
                <a:lnTo>
                  <a:pt x="563" y="169"/>
                </a:lnTo>
                <a:lnTo>
                  <a:pt x="562" y="169"/>
                </a:lnTo>
                <a:lnTo>
                  <a:pt x="562" y="168"/>
                </a:lnTo>
                <a:lnTo>
                  <a:pt x="562" y="167"/>
                </a:lnTo>
                <a:lnTo>
                  <a:pt x="561" y="168"/>
                </a:lnTo>
                <a:lnTo>
                  <a:pt x="561" y="170"/>
                </a:lnTo>
                <a:lnTo>
                  <a:pt x="561" y="171"/>
                </a:lnTo>
                <a:lnTo>
                  <a:pt x="561" y="172"/>
                </a:lnTo>
                <a:lnTo>
                  <a:pt x="560" y="172"/>
                </a:lnTo>
                <a:lnTo>
                  <a:pt x="559" y="173"/>
                </a:lnTo>
                <a:lnTo>
                  <a:pt x="558" y="173"/>
                </a:lnTo>
                <a:lnTo>
                  <a:pt x="557" y="173"/>
                </a:lnTo>
                <a:lnTo>
                  <a:pt x="556" y="173"/>
                </a:lnTo>
                <a:lnTo>
                  <a:pt x="555" y="174"/>
                </a:lnTo>
                <a:lnTo>
                  <a:pt x="554" y="173"/>
                </a:lnTo>
                <a:lnTo>
                  <a:pt x="554" y="172"/>
                </a:lnTo>
                <a:lnTo>
                  <a:pt x="553" y="173"/>
                </a:lnTo>
                <a:lnTo>
                  <a:pt x="553" y="172"/>
                </a:lnTo>
                <a:lnTo>
                  <a:pt x="552" y="172"/>
                </a:lnTo>
                <a:lnTo>
                  <a:pt x="551" y="172"/>
                </a:lnTo>
                <a:lnTo>
                  <a:pt x="551" y="170"/>
                </a:lnTo>
                <a:lnTo>
                  <a:pt x="551" y="169"/>
                </a:lnTo>
                <a:lnTo>
                  <a:pt x="552" y="169"/>
                </a:lnTo>
                <a:lnTo>
                  <a:pt x="552" y="168"/>
                </a:lnTo>
                <a:lnTo>
                  <a:pt x="551" y="169"/>
                </a:lnTo>
                <a:lnTo>
                  <a:pt x="550" y="169"/>
                </a:lnTo>
                <a:lnTo>
                  <a:pt x="550" y="168"/>
                </a:lnTo>
                <a:lnTo>
                  <a:pt x="548" y="168"/>
                </a:lnTo>
                <a:lnTo>
                  <a:pt x="548" y="167"/>
                </a:lnTo>
                <a:lnTo>
                  <a:pt x="548" y="166"/>
                </a:lnTo>
                <a:lnTo>
                  <a:pt x="548" y="165"/>
                </a:lnTo>
                <a:lnTo>
                  <a:pt x="548" y="166"/>
                </a:lnTo>
                <a:lnTo>
                  <a:pt x="548" y="167"/>
                </a:lnTo>
                <a:lnTo>
                  <a:pt x="548" y="168"/>
                </a:lnTo>
                <a:lnTo>
                  <a:pt x="548" y="169"/>
                </a:lnTo>
                <a:lnTo>
                  <a:pt x="547" y="169"/>
                </a:lnTo>
                <a:lnTo>
                  <a:pt x="547" y="168"/>
                </a:lnTo>
                <a:lnTo>
                  <a:pt x="547" y="167"/>
                </a:lnTo>
                <a:lnTo>
                  <a:pt x="546" y="167"/>
                </a:lnTo>
                <a:lnTo>
                  <a:pt x="546" y="166"/>
                </a:lnTo>
                <a:lnTo>
                  <a:pt x="545" y="166"/>
                </a:lnTo>
                <a:lnTo>
                  <a:pt x="544" y="166"/>
                </a:lnTo>
                <a:lnTo>
                  <a:pt x="545" y="167"/>
                </a:lnTo>
                <a:lnTo>
                  <a:pt x="546" y="168"/>
                </a:lnTo>
                <a:lnTo>
                  <a:pt x="545" y="168"/>
                </a:lnTo>
                <a:lnTo>
                  <a:pt x="544" y="169"/>
                </a:lnTo>
                <a:lnTo>
                  <a:pt x="543" y="169"/>
                </a:lnTo>
                <a:lnTo>
                  <a:pt x="543" y="170"/>
                </a:lnTo>
                <a:lnTo>
                  <a:pt x="542" y="170"/>
                </a:lnTo>
                <a:lnTo>
                  <a:pt x="541" y="170"/>
                </a:lnTo>
                <a:lnTo>
                  <a:pt x="540" y="170"/>
                </a:lnTo>
                <a:lnTo>
                  <a:pt x="539" y="170"/>
                </a:lnTo>
                <a:lnTo>
                  <a:pt x="539" y="169"/>
                </a:lnTo>
                <a:lnTo>
                  <a:pt x="538" y="168"/>
                </a:lnTo>
                <a:lnTo>
                  <a:pt x="537" y="168"/>
                </a:lnTo>
                <a:lnTo>
                  <a:pt x="538" y="168"/>
                </a:lnTo>
                <a:lnTo>
                  <a:pt x="538" y="169"/>
                </a:lnTo>
                <a:lnTo>
                  <a:pt x="539" y="169"/>
                </a:lnTo>
                <a:lnTo>
                  <a:pt x="539" y="170"/>
                </a:lnTo>
                <a:lnTo>
                  <a:pt x="540" y="171"/>
                </a:lnTo>
                <a:lnTo>
                  <a:pt x="540" y="172"/>
                </a:lnTo>
                <a:lnTo>
                  <a:pt x="539" y="172"/>
                </a:lnTo>
                <a:lnTo>
                  <a:pt x="538" y="172"/>
                </a:lnTo>
                <a:lnTo>
                  <a:pt x="537" y="172"/>
                </a:lnTo>
                <a:lnTo>
                  <a:pt x="536" y="172"/>
                </a:lnTo>
                <a:lnTo>
                  <a:pt x="536" y="173"/>
                </a:lnTo>
                <a:lnTo>
                  <a:pt x="537" y="173"/>
                </a:lnTo>
                <a:lnTo>
                  <a:pt x="537" y="172"/>
                </a:lnTo>
                <a:lnTo>
                  <a:pt x="538" y="172"/>
                </a:lnTo>
                <a:lnTo>
                  <a:pt x="539" y="173"/>
                </a:lnTo>
                <a:lnTo>
                  <a:pt x="540" y="173"/>
                </a:lnTo>
                <a:lnTo>
                  <a:pt x="540" y="172"/>
                </a:lnTo>
                <a:lnTo>
                  <a:pt x="541" y="172"/>
                </a:lnTo>
                <a:lnTo>
                  <a:pt x="541" y="171"/>
                </a:lnTo>
                <a:lnTo>
                  <a:pt x="542" y="171"/>
                </a:lnTo>
                <a:lnTo>
                  <a:pt x="543" y="171"/>
                </a:lnTo>
                <a:lnTo>
                  <a:pt x="543" y="170"/>
                </a:lnTo>
                <a:lnTo>
                  <a:pt x="544" y="170"/>
                </a:lnTo>
                <a:lnTo>
                  <a:pt x="545" y="171"/>
                </a:lnTo>
                <a:lnTo>
                  <a:pt x="546" y="171"/>
                </a:lnTo>
                <a:lnTo>
                  <a:pt x="547" y="172"/>
                </a:lnTo>
                <a:lnTo>
                  <a:pt x="547" y="173"/>
                </a:lnTo>
                <a:lnTo>
                  <a:pt x="547" y="174"/>
                </a:lnTo>
                <a:lnTo>
                  <a:pt x="548" y="174"/>
                </a:lnTo>
                <a:lnTo>
                  <a:pt x="548" y="175"/>
                </a:lnTo>
                <a:lnTo>
                  <a:pt x="549" y="175"/>
                </a:lnTo>
                <a:lnTo>
                  <a:pt x="550" y="174"/>
                </a:lnTo>
                <a:lnTo>
                  <a:pt x="550" y="175"/>
                </a:lnTo>
                <a:lnTo>
                  <a:pt x="551" y="175"/>
                </a:lnTo>
                <a:lnTo>
                  <a:pt x="553" y="175"/>
                </a:lnTo>
                <a:lnTo>
                  <a:pt x="554" y="175"/>
                </a:lnTo>
                <a:lnTo>
                  <a:pt x="555" y="176"/>
                </a:lnTo>
                <a:lnTo>
                  <a:pt x="555" y="177"/>
                </a:lnTo>
                <a:lnTo>
                  <a:pt x="555" y="178"/>
                </a:lnTo>
                <a:lnTo>
                  <a:pt x="554" y="178"/>
                </a:lnTo>
                <a:lnTo>
                  <a:pt x="554" y="179"/>
                </a:lnTo>
                <a:lnTo>
                  <a:pt x="553" y="179"/>
                </a:lnTo>
                <a:lnTo>
                  <a:pt x="553" y="180"/>
                </a:lnTo>
                <a:lnTo>
                  <a:pt x="553" y="181"/>
                </a:lnTo>
                <a:lnTo>
                  <a:pt x="553" y="182"/>
                </a:lnTo>
                <a:lnTo>
                  <a:pt x="552" y="182"/>
                </a:lnTo>
                <a:lnTo>
                  <a:pt x="552" y="183"/>
                </a:lnTo>
                <a:lnTo>
                  <a:pt x="553" y="183"/>
                </a:lnTo>
                <a:lnTo>
                  <a:pt x="554" y="184"/>
                </a:lnTo>
                <a:lnTo>
                  <a:pt x="554" y="185"/>
                </a:lnTo>
                <a:lnTo>
                  <a:pt x="553" y="184"/>
                </a:lnTo>
                <a:lnTo>
                  <a:pt x="553" y="185"/>
                </a:lnTo>
                <a:lnTo>
                  <a:pt x="552" y="185"/>
                </a:lnTo>
                <a:lnTo>
                  <a:pt x="552" y="186"/>
                </a:lnTo>
                <a:lnTo>
                  <a:pt x="551" y="186"/>
                </a:lnTo>
                <a:lnTo>
                  <a:pt x="549" y="186"/>
                </a:lnTo>
                <a:lnTo>
                  <a:pt x="548" y="187"/>
                </a:lnTo>
                <a:lnTo>
                  <a:pt x="549" y="188"/>
                </a:lnTo>
                <a:lnTo>
                  <a:pt x="549" y="189"/>
                </a:lnTo>
                <a:lnTo>
                  <a:pt x="549" y="190"/>
                </a:lnTo>
                <a:lnTo>
                  <a:pt x="548" y="191"/>
                </a:lnTo>
                <a:lnTo>
                  <a:pt x="547" y="192"/>
                </a:lnTo>
                <a:lnTo>
                  <a:pt x="547" y="193"/>
                </a:lnTo>
                <a:lnTo>
                  <a:pt x="548" y="194"/>
                </a:lnTo>
                <a:lnTo>
                  <a:pt x="547" y="194"/>
                </a:lnTo>
                <a:lnTo>
                  <a:pt x="546" y="194"/>
                </a:lnTo>
                <a:lnTo>
                  <a:pt x="546" y="195"/>
                </a:lnTo>
                <a:lnTo>
                  <a:pt x="546" y="194"/>
                </a:lnTo>
                <a:lnTo>
                  <a:pt x="545" y="194"/>
                </a:lnTo>
                <a:lnTo>
                  <a:pt x="544" y="194"/>
                </a:lnTo>
                <a:lnTo>
                  <a:pt x="544" y="193"/>
                </a:lnTo>
                <a:lnTo>
                  <a:pt x="544" y="192"/>
                </a:lnTo>
                <a:lnTo>
                  <a:pt x="544" y="191"/>
                </a:lnTo>
                <a:lnTo>
                  <a:pt x="545" y="190"/>
                </a:lnTo>
                <a:lnTo>
                  <a:pt x="545" y="189"/>
                </a:lnTo>
                <a:lnTo>
                  <a:pt x="544" y="189"/>
                </a:lnTo>
                <a:lnTo>
                  <a:pt x="544" y="188"/>
                </a:lnTo>
                <a:lnTo>
                  <a:pt x="543" y="188"/>
                </a:lnTo>
                <a:lnTo>
                  <a:pt x="543" y="187"/>
                </a:lnTo>
                <a:lnTo>
                  <a:pt x="543" y="186"/>
                </a:lnTo>
                <a:lnTo>
                  <a:pt x="543" y="185"/>
                </a:lnTo>
                <a:lnTo>
                  <a:pt x="542" y="185"/>
                </a:lnTo>
                <a:lnTo>
                  <a:pt x="542" y="184"/>
                </a:lnTo>
                <a:lnTo>
                  <a:pt x="541" y="184"/>
                </a:lnTo>
                <a:lnTo>
                  <a:pt x="541" y="185"/>
                </a:lnTo>
                <a:lnTo>
                  <a:pt x="540" y="185"/>
                </a:lnTo>
                <a:lnTo>
                  <a:pt x="539" y="185"/>
                </a:lnTo>
                <a:lnTo>
                  <a:pt x="535" y="185"/>
                </a:lnTo>
                <a:lnTo>
                  <a:pt x="534" y="185"/>
                </a:lnTo>
                <a:lnTo>
                  <a:pt x="534" y="186"/>
                </a:lnTo>
                <a:lnTo>
                  <a:pt x="535" y="186"/>
                </a:lnTo>
                <a:lnTo>
                  <a:pt x="535" y="187"/>
                </a:lnTo>
                <a:lnTo>
                  <a:pt x="535" y="188"/>
                </a:lnTo>
                <a:lnTo>
                  <a:pt x="534" y="188"/>
                </a:lnTo>
                <a:lnTo>
                  <a:pt x="533" y="188"/>
                </a:lnTo>
                <a:lnTo>
                  <a:pt x="532" y="188"/>
                </a:lnTo>
                <a:lnTo>
                  <a:pt x="532" y="189"/>
                </a:lnTo>
                <a:lnTo>
                  <a:pt x="532" y="190"/>
                </a:lnTo>
                <a:lnTo>
                  <a:pt x="531" y="190"/>
                </a:lnTo>
                <a:lnTo>
                  <a:pt x="530" y="191"/>
                </a:lnTo>
                <a:lnTo>
                  <a:pt x="530" y="192"/>
                </a:lnTo>
                <a:lnTo>
                  <a:pt x="529" y="193"/>
                </a:lnTo>
                <a:lnTo>
                  <a:pt x="529" y="194"/>
                </a:lnTo>
                <a:lnTo>
                  <a:pt x="529" y="195"/>
                </a:lnTo>
                <a:lnTo>
                  <a:pt x="530" y="195"/>
                </a:lnTo>
                <a:lnTo>
                  <a:pt x="531" y="195"/>
                </a:lnTo>
                <a:lnTo>
                  <a:pt x="532" y="196"/>
                </a:lnTo>
                <a:lnTo>
                  <a:pt x="533" y="198"/>
                </a:lnTo>
                <a:lnTo>
                  <a:pt x="533" y="199"/>
                </a:lnTo>
                <a:lnTo>
                  <a:pt x="533" y="200"/>
                </a:lnTo>
                <a:lnTo>
                  <a:pt x="532" y="200"/>
                </a:lnTo>
                <a:lnTo>
                  <a:pt x="531" y="199"/>
                </a:lnTo>
                <a:lnTo>
                  <a:pt x="530" y="199"/>
                </a:lnTo>
                <a:lnTo>
                  <a:pt x="530" y="200"/>
                </a:lnTo>
                <a:lnTo>
                  <a:pt x="529" y="200"/>
                </a:lnTo>
                <a:lnTo>
                  <a:pt x="529" y="199"/>
                </a:lnTo>
                <a:lnTo>
                  <a:pt x="528" y="199"/>
                </a:lnTo>
                <a:lnTo>
                  <a:pt x="527" y="199"/>
                </a:lnTo>
                <a:lnTo>
                  <a:pt x="526" y="199"/>
                </a:lnTo>
                <a:lnTo>
                  <a:pt x="526" y="200"/>
                </a:lnTo>
                <a:lnTo>
                  <a:pt x="525" y="200"/>
                </a:lnTo>
                <a:lnTo>
                  <a:pt x="526" y="201"/>
                </a:lnTo>
                <a:lnTo>
                  <a:pt x="526" y="202"/>
                </a:lnTo>
                <a:lnTo>
                  <a:pt x="527" y="202"/>
                </a:lnTo>
                <a:lnTo>
                  <a:pt x="527" y="203"/>
                </a:lnTo>
                <a:lnTo>
                  <a:pt x="526" y="203"/>
                </a:lnTo>
                <a:lnTo>
                  <a:pt x="525" y="204"/>
                </a:lnTo>
                <a:lnTo>
                  <a:pt x="525" y="205"/>
                </a:lnTo>
                <a:lnTo>
                  <a:pt x="526" y="206"/>
                </a:lnTo>
                <a:lnTo>
                  <a:pt x="527" y="205"/>
                </a:lnTo>
                <a:lnTo>
                  <a:pt x="528" y="205"/>
                </a:lnTo>
                <a:lnTo>
                  <a:pt x="528" y="206"/>
                </a:lnTo>
                <a:lnTo>
                  <a:pt x="528" y="207"/>
                </a:lnTo>
                <a:lnTo>
                  <a:pt x="529" y="208"/>
                </a:lnTo>
                <a:lnTo>
                  <a:pt x="528" y="208"/>
                </a:lnTo>
                <a:lnTo>
                  <a:pt x="528" y="209"/>
                </a:lnTo>
                <a:lnTo>
                  <a:pt x="528" y="210"/>
                </a:lnTo>
                <a:lnTo>
                  <a:pt x="528" y="211"/>
                </a:lnTo>
                <a:lnTo>
                  <a:pt x="529" y="211"/>
                </a:lnTo>
                <a:lnTo>
                  <a:pt x="529" y="212"/>
                </a:lnTo>
                <a:lnTo>
                  <a:pt x="529" y="213"/>
                </a:lnTo>
                <a:lnTo>
                  <a:pt x="529" y="214"/>
                </a:lnTo>
                <a:lnTo>
                  <a:pt x="529" y="215"/>
                </a:lnTo>
                <a:lnTo>
                  <a:pt x="529" y="216"/>
                </a:lnTo>
                <a:lnTo>
                  <a:pt x="529" y="217"/>
                </a:lnTo>
                <a:lnTo>
                  <a:pt x="529" y="218"/>
                </a:lnTo>
                <a:lnTo>
                  <a:pt x="530" y="218"/>
                </a:lnTo>
                <a:lnTo>
                  <a:pt x="530" y="219"/>
                </a:lnTo>
                <a:lnTo>
                  <a:pt x="531" y="219"/>
                </a:lnTo>
                <a:lnTo>
                  <a:pt x="532" y="220"/>
                </a:lnTo>
                <a:lnTo>
                  <a:pt x="531" y="220"/>
                </a:lnTo>
                <a:lnTo>
                  <a:pt x="530" y="220"/>
                </a:lnTo>
                <a:lnTo>
                  <a:pt x="529" y="220"/>
                </a:lnTo>
                <a:lnTo>
                  <a:pt x="528" y="220"/>
                </a:lnTo>
                <a:lnTo>
                  <a:pt x="527" y="220"/>
                </a:lnTo>
                <a:lnTo>
                  <a:pt x="526" y="220"/>
                </a:lnTo>
                <a:lnTo>
                  <a:pt x="526" y="221"/>
                </a:lnTo>
                <a:lnTo>
                  <a:pt x="525" y="221"/>
                </a:lnTo>
                <a:lnTo>
                  <a:pt x="524" y="221"/>
                </a:lnTo>
                <a:lnTo>
                  <a:pt x="523" y="221"/>
                </a:lnTo>
                <a:lnTo>
                  <a:pt x="522" y="221"/>
                </a:lnTo>
                <a:lnTo>
                  <a:pt x="521" y="221"/>
                </a:lnTo>
                <a:lnTo>
                  <a:pt x="521" y="222"/>
                </a:lnTo>
                <a:lnTo>
                  <a:pt x="522" y="222"/>
                </a:lnTo>
                <a:lnTo>
                  <a:pt x="521" y="223"/>
                </a:lnTo>
                <a:lnTo>
                  <a:pt x="520" y="223"/>
                </a:lnTo>
                <a:lnTo>
                  <a:pt x="520" y="222"/>
                </a:lnTo>
                <a:lnTo>
                  <a:pt x="518" y="222"/>
                </a:lnTo>
                <a:lnTo>
                  <a:pt x="517" y="222"/>
                </a:lnTo>
                <a:lnTo>
                  <a:pt x="516" y="222"/>
                </a:lnTo>
                <a:lnTo>
                  <a:pt x="516" y="223"/>
                </a:lnTo>
                <a:lnTo>
                  <a:pt x="517" y="223"/>
                </a:lnTo>
                <a:lnTo>
                  <a:pt x="516" y="224"/>
                </a:lnTo>
                <a:lnTo>
                  <a:pt x="515" y="224"/>
                </a:lnTo>
                <a:lnTo>
                  <a:pt x="514" y="223"/>
                </a:lnTo>
                <a:lnTo>
                  <a:pt x="514" y="224"/>
                </a:lnTo>
                <a:lnTo>
                  <a:pt x="513" y="224"/>
                </a:lnTo>
                <a:lnTo>
                  <a:pt x="512" y="224"/>
                </a:lnTo>
                <a:lnTo>
                  <a:pt x="511" y="224"/>
                </a:lnTo>
                <a:lnTo>
                  <a:pt x="510" y="224"/>
                </a:lnTo>
                <a:lnTo>
                  <a:pt x="509" y="224"/>
                </a:lnTo>
                <a:lnTo>
                  <a:pt x="508" y="225"/>
                </a:lnTo>
                <a:lnTo>
                  <a:pt x="508" y="226"/>
                </a:lnTo>
                <a:lnTo>
                  <a:pt x="507" y="227"/>
                </a:lnTo>
                <a:lnTo>
                  <a:pt x="506" y="227"/>
                </a:lnTo>
                <a:lnTo>
                  <a:pt x="505" y="228"/>
                </a:lnTo>
                <a:lnTo>
                  <a:pt x="504" y="228"/>
                </a:lnTo>
                <a:lnTo>
                  <a:pt x="503" y="228"/>
                </a:lnTo>
                <a:lnTo>
                  <a:pt x="502" y="228"/>
                </a:lnTo>
                <a:lnTo>
                  <a:pt x="503" y="228"/>
                </a:lnTo>
                <a:lnTo>
                  <a:pt x="502" y="227"/>
                </a:lnTo>
                <a:lnTo>
                  <a:pt x="501" y="227"/>
                </a:lnTo>
                <a:lnTo>
                  <a:pt x="500" y="228"/>
                </a:lnTo>
                <a:lnTo>
                  <a:pt x="499" y="228"/>
                </a:lnTo>
                <a:lnTo>
                  <a:pt x="498" y="228"/>
                </a:lnTo>
                <a:lnTo>
                  <a:pt x="497" y="227"/>
                </a:lnTo>
                <a:lnTo>
                  <a:pt x="497" y="228"/>
                </a:lnTo>
                <a:lnTo>
                  <a:pt x="496" y="228"/>
                </a:lnTo>
                <a:lnTo>
                  <a:pt x="496" y="227"/>
                </a:lnTo>
                <a:lnTo>
                  <a:pt x="495" y="227"/>
                </a:lnTo>
                <a:lnTo>
                  <a:pt x="495" y="228"/>
                </a:lnTo>
                <a:lnTo>
                  <a:pt x="493" y="228"/>
                </a:lnTo>
                <a:lnTo>
                  <a:pt x="493" y="227"/>
                </a:lnTo>
                <a:lnTo>
                  <a:pt x="495" y="226"/>
                </a:lnTo>
                <a:lnTo>
                  <a:pt x="496" y="225"/>
                </a:lnTo>
                <a:lnTo>
                  <a:pt x="495" y="225"/>
                </a:lnTo>
                <a:lnTo>
                  <a:pt x="496" y="224"/>
                </a:lnTo>
                <a:lnTo>
                  <a:pt x="497" y="224"/>
                </a:lnTo>
                <a:lnTo>
                  <a:pt x="497" y="223"/>
                </a:lnTo>
                <a:lnTo>
                  <a:pt x="496" y="223"/>
                </a:lnTo>
                <a:lnTo>
                  <a:pt x="496" y="224"/>
                </a:lnTo>
                <a:lnTo>
                  <a:pt x="495" y="224"/>
                </a:lnTo>
                <a:lnTo>
                  <a:pt x="495" y="223"/>
                </a:lnTo>
                <a:lnTo>
                  <a:pt x="496" y="223"/>
                </a:lnTo>
                <a:lnTo>
                  <a:pt x="495" y="223"/>
                </a:lnTo>
                <a:lnTo>
                  <a:pt x="496" y="222"/>
                </a:lnTo>
                <a:lnTo>
                  <a:pt x="497" y="222"/>
                </a:lnTo>
                <a:lnTo>
                  <a:pt x="497" y="221"/>
                </a:lnTo>
                <a:lnTo>
                  <a:pt x="497" y="220"/>
                </a:lnTo>
                <a:lnTo>
                  <a:pt x="497" y="219"/>
                </a:lnTo>
                <a:lnTo>
                  <a:pt x="498" y="218"/>
                </a:lnTo>
                <a:lnTo>
                  <a:pt x="498" y="217"/>
                </a:lnTo>
                <a:lnTo>
                  <a:pt x="499" y="217"/>
                </a:lnTo>
                <a:lnTo>
                  <a:pt x="499" y="218"/>
                </a:lnTo>
                <a:lnTo>
                  <a:pt x="500" y="218"/>
                </a:lnTo>
                <a:lnTo>
                  <a:pt x="501" y="218"/>
                </a:lnTo>
                <a:lnTo>
                  <a:pt x="500" y="218"/>
                </a:lnTo>
                <a:lnTo>
                  <a:pt x="500" y="217"/>
                </a:lnTo>
                <a:lnTo>
                  <a:pt x="499" y="217"/>
                </a:lnTo>
                <a:lnTo>
                  <a:pt x="500" y="217"/>
                </a:lnTo>
                <a:lnTo>
                  <a:pt x="499" y="216"/>
                </a:lnTo>
                <a:lnTo>
                  <a:pt x="500" y="216"/>
                </a:lnTo>
                <a:lnTo>
                  <a:pt x="500" y="215"/>
                </a:lnTo>
                <a:lnTo>
                  <a:pt x="500" y="214"/>
                </a:lnTo>
                <a:lnTo>
                  <a:pt x="499" y="213"/>
                </a:lnTo>
                <a:lnTo>
                  <a:pt x="499" y="212"/>
                </a:lnTo>
                <a:lnTo>
                  <a:pt x="498" y="212"/>
                </a:lnTo>
                <a:lnTo>
                  <a:pt x="497" y="212"/>
                </a:lnTo>
                <a:lnTo>
                  <a:pt x="497" y="211"/>
                </a:lnTo>
                <a:lnTo>
                  <a:pt x="498" y="211"/>
                </a:lnTo>
                <a:lnTo>
                  <a:pt x="497" y="211"/>
                </a:lnTo>
                <a:lnTo>
                  <a:pt x="497" y="210"/>
                </a:lnTo>
                <a:lnTo>
                  <a:pt x="496" y="210"/>
                </a:lnTo>
                <a:lnTo>
                  <a:pt x="496" y="209"/>
                </a:lnTo>
                <a:lnTo>
                  <a:pt x="496" y="208"/>
                </a:lnTo>
                <a:lnTo>
                  <a:pt x="496" y="207"/>
                </a:lnTo>
                <a:lnTo>
                  <a:pt x="495" y="207"/>
                </a:lnTo>
                <a:lnTo>
                  <a:pt x="495" y="208"/>
                </a:lnTo>
                <a:lnTo>
                  <a:pt x="494" y="208"/>
                </a:lnTo>
                <a:lnTo>
                  <a:pt x="494" y="209"/>
                </a:lnTo>
                <a:lnTo>
                  <a:pt x="494" y="210"/>
                </a:lnTo>
                <a:lnTo>
                  <a:pt x="493" y="210"/>
                </a:lnTo>
                <a:lnTo>
                  <a:pt x="493" y="211"/>
                </a:lnTo>
                <a:lnTo>
                  <a:pt x="493" y="212"/>
                </a:lnTo>
                <a:lnTo>
                  <a:pt x="493" y="213"/>
                </a:lnTo>
                <a:lnTo>
                  <a:pt x="494" y="213"/>
                </a:lnTo>
                <a:lnTo>
                  <a:pt x="495" y="213"/>
                </a:lnTo>
                <a:lnTo>
                  <a:pt x="495" y="214"/>
                </a:lnTo>
                <a:lnTo>
                  <a:pt x="494" y="214"/>
                </a:lnTo>
                <a:lnTo>
                  <a:pt x="492" y="214"/>
                </a:lnTo>
                <a:lnTo>
                  <a:pt x="492" y="215"/>
                </a:lnTo>
                <a:lnTo>
                  <a:pt x="491" y="215"/>
                </a:lnTo>
                <a:lnTo>
                  <a:pt x="490" y="215"/>
                </a:lnTo>
                <a:lnTo>
                  <a:pt x="490" y="214"/>
                </a:lnTo>
                <a:lnTo>
                  <a:pt x="491" y="214"/>
                </a:lnTo>
                <a:lnTo>
                  <a:pt x="491" y="213"/>
                </a:lnTo>
                <a:lnTo>
                  <a:pt x="490" y="213"/>
                </a:lnTo>
                <a:lnTo>
                  <a:pt x="489" y="213"/>
                </a:lnTo>
                <a:lnTo>
                  <a:pt x="488" y="213"/>
                </a:lnTo>
                <a:lnTo>
                  <a:pt x="488" y="214"/>
                </a:lnTo>
                <a:lnTo>
                  <a:pt x="487" y="214"/>
                </a:lnTo>
                <a:lnTo>
                  <a:pt x="487" y="213"/>
                </a:lnTo>
                <a:lnTo>
                  <a:pt x="487" y="212"/>
                </a:lnTo>
                <a:lnTo>
                  <a:pt x="487" y="211"/>
                </a:lnTo>
                <a:lnTo>
                  <a:pt x="486" y="211"/>
                </a:lnTo>
                <a:lnTo>
                  <a:pt x="485" y="212"/>
                </a:lnTo>
                <a:lnTo>
                  <a:pt x="484" y="212"/>
                </a:lnTo>
                <a:lnTo>
                  <a:pt x="483" y="213"/>
                </a:lnTo>
                <a:lnTo>
                  <a:pt x="482" y="213"/>
                </a:lnTo>
                <a:lnTo>
                  <a:pt x="482" y="214"/>
                </a:lnTo>
                <a:lnTo>
                  <a:pt x="481" y="214"/>
                </a:lnTo>
                <a:lnTo>
                  <a:pt x="480" y="215"/>
                </a:lnTo>
                <a:lnTo>
                  <a:pt x="479" y="215"/>
                </a:lnTo>
                <a:lnTo>
                  <a:pt x="478" y="214"/>
                </a:lnTo>
                <a:lnTo>
                  <a:pt x="479" y="214"/>
                </a:lnTo>
                <a:lnTo>
                  <a:pt x="478" y="213"/>
                </a:lnTo>
                <a:lnTo>
                  <a:pt x="478" y="214"/>
                </a:lnTo>
                <a:lnTo>
                  <a:pt x="477" y="214"/>
                </a:lnTo>
                <a:lnTo>
                  <a:pt x="478" y="215"/>
                </a:lnTo>
                <a:lnTo>
                  <a:pt x="479" y="215"/>
                </a:lnTo>
                <a:lnTo>
                  <a:pt x="479" y="216"/>
                </a:lnTo>
                <a:lnTo>
                  <a:pt x="478" y="216"/>
                </a:lnTo>
                <a:lnTo>
                  <a:pt x="479" y="217"/>
                </a:lnTo>
                <a:lnTo>
                  <a:pt x="479" y="218"/>
                </a:lnTo>
                <a:lnTo>
                  <a:pt x="479" y="219"/>
                </a:lnTo>
                <a:lnTo>
                  <a:pt x="478" y="220"/>
                </a:lnTo>
                <a:lnTo>
                  <a:pt x="477" y="220"/>
                </a:lnTo>
                <a:lnTo>
                  <a:pt x="476" y="220"/>
                </a:lnTo>
                <a:lnTo>
                  <a:pt x="475" y="220"/>
                </a:lnTo>
                <a:lnTo>
                  <a:pt x="474" y="220"/>
                </a:lnTo>
                <a:lnTo>
                  <a:pt x="475" y="220"/>
                </a:lnTo>
                <a:lnTo>
                  <a:pt x="475" y="221"/>
                </a:lnTo>
                <a:lnTo>
                  <a:pt x="476" y="221"/>
                </a:lnTo>
                <a:lnTo>
                  <a:pt x="477" y="221"/>
                </a:lnTo>
                <a:lnTo>
                  <a:pt x="477" y="222"/>
                </a:lnTo>
                <a:lnTo>
                  <a:pt x="477" y="223"/>
                </a:lnTo>
                <a:lnTo>
                  <a:pt x="478" y="223"/>
                </a:lnTo>
                <a:lnTo>
                  <a:pt x="478" y="224"/>
                </a:lnTo>
                <a:lnTo>
                  <a:pt x="479" y="224"/>
                </a:lnTo>
                <a:lnTo>
                  <a:pt x="480" y="224"/>
                </a:lnTo>
                <a:lnTo>
                  <a:pt x="481" y="224"/>
                </a:lnTo>
                <a:lnTo>
                  <a:pt x="481" y="225"/>
                </a:lnTo>
                <a:lnTo>
                  <a:pt x="482" y="225"/>
                </a:lnTo>
                <a:lnTo>
                  <a:pt x="482" y="226"/>
                </a:lnTo>
                <a:lnTo>
                  <a:pt x="482" y="227"/>
                </a:lnTo>
                <a:lnTo>
                  <a:pt x="483" y="227"/>
                </a:lnTo>
                <a:lnTo>
                  <a:pt x="484" y="227"/>
                </a:lnTo>
                <a:lnTo>
                  <a:pt x="485" y="227"/>
                </a:lnTo>
                <a:lnTo>
                  <a:pt x="486" y="227"/>
                </a:lnTo>
                <a:lnTo>
                  <a:pt x="487" y="227"/>
                </a:lnTo>
                <a:lnTo>
                  <a:pt x="488" y="227"/>
                </a:lnTo>
                <a:lnTo>
                  <a:pt x="489" y="227"/>
                </a:lnTo>
                <a:lnTo>
                  <a:pt x="489" y="228"/>
                </a:lnTo>
                <a:lnTo>
                  <a:pt x="488" y="228"/>
                </a:lnTo>
                <a:lnTo>
                  <a:pt x="488" y="229"/>
                </a:lnTo>
                <a:lnTo>
                  <a:pt x="487" y="229"/>
                </a:lnTo>
                <a:lnTo>
                  <a:pt x="487" y="230"/>
                </a:lnTo>
                <a:lnTo>
                  <a:pt x="488" y="230"/>
                </a:lnTo>
                <a:lnTo>
                  <a:pt x="488" y="231"/>
                </a:lnTo>
                <a:lnTo>
                  <a:pt x="486" y="232"/>
                </a:lnTo>
                <a:lnTo>
                  <a:pt x="487" y="232"/>
                </a:lnTo>
                <a:lnTo>
                  <a:pt x="485" y="234"/>
                </a:lnTo>
                <a:lnTo>
                  <a:pt x="485" y="233"/>
                </a:lnTo>
                <a:lnTo>
                  <a:pt x="484" y="233"/>
                </a:lnTo>
                <a:lnTo>
                  <a:pt x="484" y="234"/>
                </a:lnTo>
                <a:lnTo>
                  <a:pt x="485" y="234"/>
                </a:lnTo>
                <a:lnTo>
                  <a:pt x="486" y="234"/>
                </a:lnTo>
                <a:lnTo>
                  <a:pt x="489" y="232"/>
                </a:lnTo>
                <a:lnTo>
                  <a:pt x="489" y="233"/>
                </a:lnTo>
                <a:lnTo>
                  <a:pt x="489" y="232"/>
                </a:lnTo>
                <a:lnTo>
                  <a:pt x="490" y="232"/>
                </a:lnTo>
                <a:lnTo>
                  <a:pt x="490" y="233"/>
                </a:lnTo>
                <a:lnTo>
                  <a:pt x="489" y="233"/>
                </a:lnTo>
                <a:lnTo>
                  <a:pt x="489" y="234"/>
                </a:lnTo>
                <a:lnTo>
                  <a:pt x="489" y="235"/>
                </a:lnTo>
                <a:lnTo>
                  <a:pt x="489" y="236"/>
                </a:lnTo>
                <a:lnTo>
                  <a:pt x="490" y="236"/>
                </a:lnTo>
                <a:lnTo>
                  <a:pt x="490" y="235"/>
                </a:lnTo>
                <a:lnTo>
                  <a:pt x="491" y="235"/>
                </a:lnTo>
                <a:lnTo>
                  <a:pt x="491" y="234"/>
                </a:lnTo>
                <a:lnTo>
                  <a:pt x="490" y="234"/>
                </a:lnTo>
                <a:lnTo>
                  <a:pt x="491" y="234"/>
                </a:lnTo>
                <a:lnTo>
                  <a:pt x="492" y="234"/>
                </a:lnTo>
                <a:lnTo>
                  <a:pt x="492" y="235"/>
                </a:lnTo>
                <a:lnTo>
                  <a:pt x="492" y="234"/>
                </a:lnTo>
                <a:lnTo>
                  <a:pt x="492" y="233"/>
                </a:lnTo>
                <a:lnTo>
                  <a:pt x="493" y="232"/>
                </a:lnTo>
                <a:lnTo>
                  <a:pt x="495" y="232"/>
                </a:lnTo>
                <a:lnTo>
                  <a:pt x="495" y="233"/>
                </a:lnTo>
                <a:lnTo>
                  <a:pt x="494" y="234"/>
                </a:lnTo>
                <a:lnTo>
                  <a:pt x="494" y="235"/>
                </a:lnTo>
                <a:lnTo>
                  <a:pt x="494" y="236"/>
                </a:lnTo>
                <a:lnTo>
                  <a:pt x="493" y="236"/>
                </a:lnTo>
                <a:lnTo>
                  <a:pt x="493" y="237"/>
                </a:lnTo>
                <a:lnTo>
                  <a:pt x="492" y="237"/>
                </a:lnTo>
                <a:lnTo>
                  <a:pt x="491" y="237"/>
                </a:lnTo>
                <a:lnTo>
                  <a:pt x="490" y="237"/>
                </a:lnTo>
                <a:lnTo>
                  <a:pt x="489" y="237"/>
                </a:lnTo>
                <a:lnTo>
                  <a:pt x="488" y="239"/>
                </a:lnTo>
                <a:lnTo>
                  <a:pt x="487" y="240"/>
                </a:lnTo>
                <a:lnTo>
                  <a:pt x="486" y="241"/>
                </a:lnTo>
                <a:lnTo>
                  <a:pt x="485" y="241"/>
                </a:lnTo>
                <a:lnTo>
                  <a:pt x="485" y="242"/>
                </a:lnTo>
                <a:lnTo>
                  <a:pt x="485" y="243"/>
                </a:lnTo>
                <a:lnTo>
                  <a:pt x="484" y="244"/>
                </a:lnTo>
                <a:lnTo>
                  <a:pt x="483" y="244"/>
                </a:lnTo>
                <a:lnTo>
                  <a:pt x="483" y="245"/>
                </a:lnTo>
                <a:lnTo>
                  <a:pt x="482" y="245"/>
                </a:lnTo>
                <a:lnTo>
                  <a:pt x="482" y="244"/>
                </a:lnTo>
                <a:lnTo>
                  <a:pt x="482" y="243"/>
                </a:lnTo>
                <a:lnTo>
                  <a:pt x="483" y="243"/>
                </a:lnTo>
                <a:lnTo>
                  <a:pt x="484" y="242"/>
                </a:lnTo>
                <a:lnTo>
                  <a:pt x="485" y="241"/>
                </a:lnTo>
                <a:lnTo>
                  <a:pt x="485" y="240"/>
                </a:lnTo>
                <a:lnTo>
                  <a:pt x="486" y="240"/>
                </a:lnTo>
                <a:lnTo>
                  <a:pt x="486" y="239"/>
                </a:lnTo>
                <a:lnTo>
                  <a:pt x="485" y="239"/>
                </a:lnTo>
                <a:lnTo>
                  <a:pt x="484" y="239"/>
                </a:lnTo>
                <a:lnTo>
                  <a:pt x="483" y="240"/>
                </a:lnTo>
                <a:lnTo>
                  <a:pt x="482" y="240"/>
                </a:lnTo>
                <a:lnTo>
                  <a:pt x="482" y="241"/>
                </a:lnTo>
                <a:lnTo>
                  <a:pt x="482" y="242"/>
                </a:lnTo>
                <a:lnTo>
                  <a:pt x="481" y="242"/>
                </a:lnTo>
                <a:lnTo>
                  <a:pt x="481" y="243"/>
                </a:lnTo>
                <a:lnTo>
                  <a:pt x="480" y="243"/>
                </a:lnTo>
                <a:lnTo>
                  <a:pt x="480" y="242"/>
                </a:lnTo>
                <a:lnTo>
                  <a:pt x="479" y="242"/>
                </a:lnTo>
                <a:lnTo>
                  <a:pt x="479" y="243"/>
                </a:lnTo>
                <a:lnTo>
                  <a:pt x="479" y="242"/>
                </a:lnTo>
                <a:lnTo>
                  <a:pt x="478" y="242"/>
                </a:lnTo>
                <a:lnTo>
                  <a:pt x="477" y="243"/>
                </a:lnTo>
                <a:lnTo>
                  <a:pt x="476" y="244"/>
                </a:lnTo>
                <a:lnTo>
                  <a:pt x="475" y="245"/>
                </a:lnTo>
                <a:lnTo>
                  <a:pt x="474" y="245"/>
                </a:lnTo>
                <a:lnTo>
                  <a:pt x="473" y="245"/>
                </a:lnTo>
                <a:lnTo>
                  <a:pt x="473" y="246"/>
                </a:lnTo>
                <a:lnTo>
                  <a:pt x="472" y="246"/>
                </a:lnTo>
                <a:lnTo>
                  <a:pt x="472" y="247"/>
                </a:lnTo>
                <a:lnTo>
                  <a:pt x="472" y="248"/>
                </a:lnTo>
                <a:lnTo>
                  <a:pt x="471" y="248"/>
                </a:lnTo>
                <a:lnTo>
                  <a:pt x="471" y="249"/>
                </a:lnTo>
                <a:lnTo>
                  <a:pt x="471" y="250"/>
                </a:lnTo>
                <a:lnTo>
                  <a:pt x="470" y="250"/>
                </a:lnTo>
                <a:lnTo>
                  <a:pt x="470" y="251"/>
                </a:lnTo>
                <a:lnTo>
                  <a:pt x="470" y="252"/>
                </a:lnTo>
                <a:lnTo>
                  <a:pt x="470" y="253"/>
                </a:lnTo>
                <a:lnTo>
                  <a:pt x="470" y="254"/>
                </a:lnTo>
                <a:lnTo>
                  <a:pt x="471" y="255"/>
                </a:lnTo>
                <a:lnTo>
                  <a:pt x="471" y="256"/>
                </a:lnTo>
                <a:lnTo>
                  <a:pt x="470" y="256"/>
                </a:lnTo>
                <a:lnTo>
                  <a:pt x="470" y="257"/>
                </a:lnTo>
                <a:lnTo>
                  <a:pt x="469" y="258"/>
                </a:lnTo>
                <a:lnTo>
                  <a:pt x="469" y="259"/>
                </a:lnTo>
                <a:lnTo>
                  <a:pt x="469" y="260"/>
                </a:lnTo>
                <a:lnTo>
                  <a:pt x="469" y="261"/>
                </a:lnTo>
                <a:lnTo>
                  <a:pt x="468" y="261"/>
                </a:lnTo>
                <a:lnTo>
                  <a:pt x="469" y="262"/>
                </a:lnTo>
                <a:lnTo>
                  <a:pt x="468" y="262"/>
                </a:lnTo>
                <a:lnTo>
                  <a:pt x="467" y="262"/>
                </a:lnTo>
                <a:lnTo>
                  <a:pt x="466" y="261"/>
                </a:lnTo>
                <a:lnTo>
                  <a:pt x="465" y="260"/>
                </a:lnTo>
                <a:lnTo>
                  <a:pt x="464" y="260"/>
                </a:lnTo>
                <a:lnTo>
                  <a:pt x="464" y="259"/>
                </a:lnTo>
                <a:lnTo>
                  <a:pt x="464" y="258"/>
                </a:lnTo>
                <a:lnTo>
                  <a:pt x="463" y="258"/>
                </a:lnTo>
                <a:lnTo>
                  <a:pt x="462" y="257"/>
                </a:lnTo>
                <a:lnTo>
                  <a:pt x="461" y="257"/>
                </a:lnTo>
                <a:lnTo>
                  <a:pt x="460" y="258"/>
                </a:lnTo>
                <a:lnTo>
                  <a:pt x="459" y="258"/>
                </a:lnTo>
                <a:lnTo>
                  <a:pt x="459" y="259"/>
                </a:lnTo>
                <a:lnTo>
                  <a:pt x="459" y="260"/>
                </a:lnTo>
                <a:lnTo>
                  <a:pt x="460" y="261"/>
                </a:lnTo>
                <a:lnTo>
                  <a:pt x="461" y="262"/>
                </a:lnTo>
                <a:lnTo>
                  <a:pt x="462" y="262"/>
                </a:lnTo>
                <a:lnTo>
                  <a:pt x="462" y="263"/>
                </a:lnTo>
                <a:lnTo>
                  <a:pt x="461" y="263"/>
                </a:lnTo>
                <a:lnTo>
                  <a:pt x="461" y="264"/>
                </a:lnTo>
                <a:lnTo>
                  <a:pt x="460" y="264"/>
                </a:lnTo>
                <a:lnTo>
                  <a:pt x="459" y="265"/>
                </a:lnTo>
                <a:lnTo>
                  <a:pt x="459" y="266"/>
                </a:lnTo>
                <a:lnTo>
                  <a:pt x="459" y="267"/>
                </a:lnTo>
                <a:lnTo>
                  <a:pt x="459" y="268"/>
                </a:lnTo>
                <a:lnTo>
                  <a:pt x="459" y="269"/>
                </a:lnTo>
                <a:lnTo>
                  <a:pt x="460" y="269"/>
                </a:lnTo>
                <a:lnTo>
                  <a:pt x="460" y="270"/>
                </a:lnTo>
                <a:lnTo>
                  <a:pt x="460" y="271"/>
                </a:lnTo>
                <a:lnTo>
                  <a:pt x="459" y="271"/>
                </a:lnTo>
                <a:lnTo>
                  <a:pt x="459" y="270"/>
                </a:lnTo>
                <a:lnTo>
                  <a:pt x="458" y="270"/>
                </a:lnTo>
                <a:lnTo>
                  <a:pt x="458" y="271"/>
                </a:lnTo>
                <a:lnTo>
                  <a:pt x="457" y="271"/>
                </a:lnTo>
                <a:lnTo>
                  <a:pt x="457" y="272"/>
                </a:lnTo>
                <a:lnTo>
                  <a:pt x="456" y="272"/>
                </a:lnTo>
                <a:lnTo>
                  <a:pt x="456" y="273"/>
                </a:lnTo>
                <a:lnTo>
                  <a:pt x="455" y="273"/>
                </a:lnTo>
                <a:lnTo>
                  <a:pt x="455" y="272"/>
                </a:lnTo>
                <a:lnTo>
                  <a:pt x="454" y="272"/>
                </a:lnTo>
                <a:lnTo>
                  <a:pt x="454" y="271"/>
                </a:lnTo>
                <a:lnTo>
                  <a:pt x="453" y="271"/>
                </a:lnTo>
                <a:lnTo>
                  <a:pt x="453" y="272"/>
                </a:lnTo>
                <a:lnTo>
                  <a:pt x="452" y="272"/>
                </a:lnTo>
                <a:lnTo>
                  <a:pt x="452" y="271"/>
                </a:lnTo>
                <a:lnTo>
                  <a:pt x="452" y="270"/>
                </a:lnTo>
                <a:lnTo>
                  <a:pt x="451" y="269"/>
                </a:lnTo>
                <a:lnTo>
                  <a:pt x="450" y="269"/>
                </a:lnTo>
                <a:lnTo>
                  <a:pt x="450" y="270"/>
                </a:lnTo>
                <a:lnTo>
                  <a:pt x="451" y="270"/>
                </a:lnTo>
                <a:lnTo>
                  <a:pt x="450" y="270"/>
                </a:lnTo>
                <a:lnTo>
                  <a:pt x="449" y="271"/>
                </a:lnTo>
                <a:lnTo>
                  <a:pt x="448" y="271"/>
                </a:lnTo>
                <a:lnTo>
                  <a:pt x="448" y="272"/>
                </a:lnTo>
                <a:lnTo>
                  <a:pt x="449" y="272"/>
                </a:lnTo>
                <a:lnTo>
                  <a:pt x="448" y="272"/>
                </a:lnTo>
                <a:lnTo>
                  <a:pt x="448" y="273"/>
                </a:lnTo>
                <a:lnTo>
                  <a:pt x="449" y="273"/>
                </a:lnTo>
                <a:lnTo>
                  <a:pt x="449" y="274"/>
                </a:lnTo>
                <a:lnTo>
                  <a:pt x="448" y="274"/>
                </a:lnTo>
                <a:lnTo>
                  <a:pt x="448" y="275"/>
                </a:lnTo>
                <a:lnTo>
                  <a:pt x="449" y="276"/>
                </a:lnTo>
                <a:lnTo>
                  <a:pt x="448" y="277"/>
                </a:lnTo>
                <a:lnTo>
                  <a:pt x="447" y="276"/>
                </a:lnTo>
                <a:lnTo>
                  <a:pt x="446" y="276"/>
                </a:lnTo>
                <a:lnTo>
                  <a:pt x="445" y="276"/>
                </a:lnTo>
                <a:lnTo>
                  <a:pt x="445" y="272"/>
                </a:lnTo>
                <a:lnTo>
                  <a:pt x="444" y="272"/>
                </a:lnTo>
                <a:lnTo>
                  <a:pt x="444" y="271"/>
                </a:lnTo>
                <a:lnTo>
                  <a:pt x="444" y="270"/>
                </a:lnTo>
                <a:lnTo>
                  <a:pt x="443" y="270"/>
                </a:lnTo>
                <a:lnTo>
                  <a:pt x="443" y="272"/>
                </a:lnTo>
                <a:lnTo>
                  <a:pt x="444" y="272"/>
                </a:lnTo>
                <a:lnTo>
                  <a:pt x="443" y="272"/>
                </a:lnTo>
                <a:lnTo>
                  <a:pt x="442" y="272"/>
                </a:lnTo>
                <a:lnTo>
                  <a:pt x="441" y="273"/>
                </a:lnTo>
                <a:lnTo>
                  <a:pt x="440" y="274"/>
                </a:lnTo>
                <a:lnTo>
                  <a:pt x="439" y="274"/>
                </a:lnTo>
                <a:lnTo>
                  <a:pt x="438" y="275"/>
                </a:lnTo>
                <a:lnTo>
                  <a:pt x="437" y="275"/>
                </a:lnTo>
                <a:lnTo>
                  <a:pt x="436" y="275"/>
                </a:lnTo>
                <a:lnTo>
                  <a:pt x="436" y="274"/>
                </a:lnTo>
                <a:lnTo>
                  <a:pt x="435" y="273"/>
                </a:lnTo>
                <a:lnTo>
                  <a:pt x="435" y="274"/>
                </a:lnTo>
                <a:lnTo>
                  <a:pt x="436" y="274"/>
                </a:lnTo>
                <a:lnTo>
                  <a:pt x="436" y="275"/>
                </a:lnTo>
                <a:lnTo>
                  <a:pt x="435" y="275"/>
                </a:lnTo>
                <a:lnTo>
                  <a:pt x="436" y="276"/>
                </a:lnTo>
                <a:lnTo>
                  <a:pt x="437" y="277"/>
                </a:lnTo>
                <a:lnTo>
                  <a:pt x="436" y="277"/>
                </a:lnTo>
                <a:lnTo>
                  <a:pt x="436" y="278"/>
                </a:lnTo>
                <a:lnTo>
                  <a:pt x="435" y="278"/>
                </a:lnTo>
                <a:lnTo>
                  <a:pt x="434" y="278"/>
                </a:lnTo>
                <a:lnTo>
                  <a:pt x="434" y="279"/>
                </a:lnTo>
                <a:lnTo>
                  <a:pt x="435" y="278"/>
                </a:lnTo>
                <a:lnTo>
                  <a:pt x="435" y="279"/>
                </a:lnTo>
                <a:lnTo>
                  <a:pt x="434" y="280"/>
                </a:lnTo>
                <a:lnTo>
                  <a:pt x="434" y="281"/>
                </a:lnTo>
                <a:lnTo>
                  <a:pt x="433" y="282"/>
                </a:lnTo>
                <a:lnTo>
                  <a:pt x="433" y="283"/>
                </a:lnTo>
                <a:lnTo>
                  <a:pt x="434" y="284"/>
                </a:lnTo>
                <a:lnTo>
                  <a:pt x="433" y="284"/>
                </a:lnTo>
                <a:lnTo>
                  <a:pt x="432" y="285"/>
                </a:lnTo>
                <a:lnTo>
                  <a:pt x="432" y="286"/>
                </a:lnTo>
                <a:lnTo>
                  <a:pt x="432" y="287"/>
                </a:lnTo>
                <a:lnTo>
                  <a:pt x="431" y="288"/>
                </a:lnTo>
                <a:lnTo>
                  <a:pt x="431" y="289"/>
                </a:lnTo>
                <a:lnTo>
                  <a:pt x="430" y="289"/>
                </a:lnTo>
                <a:lnTo>
                  <a:pt x="429" y="289"/>
                </a:lnTo>
                <a:lnTo>
                  <a:pt x="429" y="290"/>
                </a:lnTo>
                <a:lnTo>
                  <a:pt x="429" y="291"/>
                </a:lnTo>
                <a:lnTo>
                  <a:pt x="429" y="292"/>
                </a:lnTo>
                <a:lnTo>
                  <a:pt x="428" y="293"/>
                </a:lnTo>
                <a:lnTo>
                  <a:pt x="428" y="294"/>
                </a:lnTo>
                <a:lnTo>
                  <a:pt x="428" y="295"/>
                </a:lnTo>
                <a:lnTo>
                  <a:pt x="427" y="294"/>
                </a:lnTo>
                <a:lnTo>
                  <a:pt x="427" y="295"/>
                </a:lnTo>
                <a:lnTo>
                  <a:pt x="428" y="295"/>
                </a:lnTo>
                <a:lnTo>
                  <a:pt x="428" y="296"/>
                </a:lnTo>
                <a:lnTo>
                  <a:pt x="428" y="297"/>
                </a:lnTo>
                <a:lnTo>
                  <a:pt x="427" y="298"/>
                </a:lnTo>
                <a:lnTo>
                  <a:pt x="427" y="299"/>
                </a:lnTo>
                <a:lnTo>
                  <a:pt x="427" y="300"/>
                </a:lnTo>
                <a:lnTo>
                  <a:pt x="426" y="300"/>
                </a:lnTo>
                <a:lnTo>
                  <a:pt x="427" y="298"/>
                </a:lnTo>
                <a:lnTo>
                  <a:pt x="427" y="297"/>
                </a:lnTo>
                <a:lnTo>
                  <a:pt x="426" y="297"/>
                </a:lnTo>
                <a:lnTo>
                  <a:pt x="425" y="298"/>
                </a:lnTo>
                <a:lnTo>
                  <a:pt x="425" y="302"/>
                </a:lnTo>
                <a:lnTo>
                  <a:pt x="425" y="305"/>
                </a:lnTo>
                <a:lnTo>
                  <a:pt x="424" y="305"/>
                </a:lnTo>
                <a:lnTo>
                  <a:pt x="424" y="301"/>
                </a:lnTo>
                <a:lnTo>
                  <a:pt x="422" y="301"/>
                </a:lnTo>
                <a:lnTo>
                  <a:pt x="421" y="302"/>
                </a:lnTo>
                <a:lnTo>
                  <a:pt x="420" y="302"/>
                </a:lnTo>
                <a:lnTo>
                  <a:pt x="419" y="302"/>
                </a:lnTo>
                <a:lnTo>
                  <a:pt x="420" y="303"/>
                </a:lnTo>
                <a:lnTo>
                  <a:pt x="420" y="304"/>
                </a:lnTo>
                <a:lnTo>
                  <a:pt x="419" y="303"/>
                </a:lnTo>
                <a:lnTo>
                  <a:pt x="418" y="304"/>
                </a:lnTo>
                <a:lnTo>
                  <a:pt x="418" y="305"/>
                </a:lnTo>
                <a:lnTo>
                  <a:pt x="417" y="305"/>
                </a:lnTo>
                <a:lnTo>
                  <a:pt x="417" y="304"/>
                </a:lnTo>
                <a:lnTo>
                  <a:pt x="416" y="305"/>
                </a:lnTo>
                <a:lnTo>
                  <a:pt x="417" y="305"/>
                </a:lnTo>
                <a:lnTo>
                  <a:pt x="417" y="306"/>
                </a:lnTo>
                <a:lnTo>
                  <a:pt x="416" y="307"/>
                </a:lnTo>
                <a:lnTo>
                  <a:pt x="416" y="306"/>
                </a:lnTo>
                <a:lnTo>
                  <a:pt x="415" y="307"/>
                </a:lnTo>
                <a:lnTo>
                  <a:pt x="415" y="308"/>
                </a:lnTo>
                <a:lnTo>
                  <a:pt x="414" y="308"/>
                </a:lnTo>
                <a:lnTo>
                  <a:pt x="414" y="309"/>
                </a:lnTo>
                <a:lnTo>
                  <a:pt x="414" y="310"/>
                </a:lnTo>
                <a:lnTo>
                  <a:pt x="413" y="311"/>
                </a:lnTo>
                <a:lnTo>
                  <a:pt x="413" y="312"/>
                </a:lnTo>
                <a:lnTo>
                  <a:pt x="413" y="313"/>
                </a:lnTo>
                <a:lnTo>
                  <a:pt x="412" y="315"/>
                </a:lnTo>
                <a:lnTo>
                  <a:pt x="412" y="317"/>
                </a:lnTo>
                <a:lnTo>
                  <a:pt x="412" y="318"/>
                </a:lnTo>
                <a:lnTo>
                  <a:pt x="411" y="319"/>
                </a:lnTo>
                <a:lnTo>
                  <a:pt x="411" y="320"/>
                </a:lnTo>
                <a:lnTo>
                  <a:pt x="411" y="322"/>
                </a:lnTo>
                <a:lnTo>
                  <a:pt x="412" y="322"/>
                </a:lnTo>
                <a:lnTo>
                  <a:pt x="412" y="323"/>
                </a:lnTo>
                <a:lnTo>
                  <a:pt x="412" y="324"/>
                </a:lnTo>
                <a:lnTo>
                  <a:pt x="412" y="325"/>
                </a:lnTo>
                <a:lnTo>
                  <a:pt x="411" y="324"/>
                </a:lnTo>
                <a:lnTo>
                  <a:pt x="411" y="325"/>
                </a:lnTo>
                <a:lnTo>
                  <a:pt x="412" y="325"/>
                </a:lnTo>
                <a:lnTo>
                  <a:pt x="412" y="326"/>
                </a:lnTo>
                <a:lnTo>
                  <a:pt x="411" y="326"/>
                </a:lnTo>
                <a:lnTo>
                  <a:pt x="411" y="327"/>
                </a:lnTo>
                <a:lnTo>
                  <a:pt x="411" y="326"/>
                </a:lnTo>
                <a:lnTo>
                  <a:pt x="410" y="326"/>
                </a:lnTo>
                <a:lnTo>
                  <a:pt x="410" y="328"/>
                </a:lnTo>
                <a:lnTo>
                  <a:pt x="409" y="328"/>
                </a:lnTo>
                <a:lnTo>
                  <a:pt x="409" y="327"/>
                </a:lnTo>
                <a:lnTo>
                  <a:pt x="410" y="326"/>
                </a:lnTo>
                <a:lnTo>
                  <a:pt x="409" y="326"/>
                </a:lnTo>
                <a:lnTo>
                  <a:pt x="409" y="327"/>
                </a:lnTo>
                <a:lnTo>
                  <a:pt x="408" y="327"/>
                </a:lnTo>
                <a:lnTo>
                  <a:pt x="407" y="327"/>
                </a:lnTo>
                <a:lnTo>
                  <a:pt x="406" y="327"/>
                </a:lnTo>
                <a:lnTo>
                  <a:pt x="404" y="328"/>
                </a:lnTo>
                <a:lnTo>
                  <a:pt x="404" y="326"/>
                </a:lnTo>
                <a:lnTo>
                  <a:pt x="404" y="327"/>
                </a:lnTo>
                <a:lnTo>
                  <a:pt x="404" y="326"/>
                </a:lnTo>
                <a:lnTo>
                  <a:pt x="403" y="326"/>
                </a:lnTo>
                <a:lnTo>
                  <a:pt x="403" y="325"/>
                </a:lnTo>
                <a:lnTo>
                  <a:pt x="403" y="324"/>
                </a:lnTo>
                <a:lnTo>
                  <a:pt x="401" y="324"/>
                </a:lnTo>
                <a:lnTo>
                  <a:pt x="399" y="323"/>
                </a:lnTo>
                <a:lnTo>
                  <a:pt x="398" y="323"/>
                </a:lnTo>
                <a:lnTo>
                  <a:pt x="397" y="324"/>
                </a:lnTo>
                <a:lnTo>
                  <a:pt x="397" y="325"/>
                </a:lnTo>
                <a:lnTo>
                  <a:pt x="396" y="325"/>
                </a:lnTo>
                <a:lnTo>
                  <a:pt x="395" y="324"/>
                </a:lnTo>
                <a:lnTo>
                  <a:pt x="394" y="324"/>
                </a:lnTo>
                <a:lnTo>
                  <a:pt x="393" y="325"/>
                </a:lnTo>
                <a:lnTo>
                  <a:pt x="392" y="325"/>
                </a:lnTo>
                <a:lnTo>
                  <a:pt x="390" y="325"/>
                </a:lnTo>
                <a:lnTo>
                  <a:pt x="390" y="326"/>
                </a:lnTo>
                <a:lnTo>
                  <a:pt x="389" y="326"/>
                </a:lnTo>
                <a:lnTo>
                  <a:pt x="389" y="327"/>
                </a:lnTo>
                <a:lnTo>
                  <a:pt x="388" y="328"/>
                </a:lnTo>
                <a:lnTo>
                  <a:pt x="387" y="329"/>
                </a:lnTo>
                <a:lnTo>
                  <a:pt x="388" y="329"/>
                </a:lnTo>
                <a:lnTo>
                  <a:pt x="388" y="330"/>
                </a:lnTo>
                <a:lnTo>
                  <a:pt x="387" y="331"/>
                </a:lnTo>
                <a:lnTo>
                  <a:pt x="386" y="330"/>
                </a:lnTo>
                <a:lnTo>
                  <a:pt x="385" y="330"/>
                </a:lnTo>
                <a:lnTo>
                  <a:pt x="383" y="330"/>
                </a:lnTo>
                <a:lnTo>
                  <a:pt x="382" y="330"/>
                </a:lnTo>
                <a:lnTo>
                  <a:pt x="381" y="331"/>
                </a:lnTo>
                <a:lnTo>
                  <a:pt x="380" y="331"/>
                </a:lnTo>
                <a:lnTo>
                  <a:pt x="380" y="330"/>
                </a:lnTo>
                <a:lnTo>
                  <a:pt x="379" y="330"/>
                </a:lnTo>
                <a:lnTo>
                  <a:pt x="378" y="330"/>
                </a:lnTo>
                <a:lnTo>
                  <a:pt x="377" y="330"/>
                </a:lnTo>
                <a:lnTo>
                  <a:pt x="376" y="331"/>
                </a:lnTo>
                <a:lnTo>
                  <a:pt x="375" y="331"/>
                </a:lnTo>
                <a:lnTo>
                  <a:pt x="373" y="331"/>
                </a:lnTo>
                <a:lnTo>
                  <a:pt x="371" y="331"/>
                </a:lnTo>
                <a:lnTo>
                  <a:pt x="370" y="330"/>
                </a:lnTo>
                <a:lnTo>
                  <a:pt x="369" y="331"/>
                </a:lnTo>
                <a:lnTo>
                  <a:pt x="368" y="331"/>
                </a:lnTo>
                <a:lnTo>
                  <a:pt x="367" y="332"/>
                </a:lnTo>
                <a:lnTo>
                  <a:pt x="366" y="332"/>
                </a:lnTo>
                <a:lnTo>
                  <a:pt x="365" y="332"/>
                </a:lnTo>
                <a:lnTo>
                  <a:pt x="364" y="333"/>
                </a:lnTo>
                <a:lnTo>
                  <a:pt x="364" y="334"/>
                </a:lnTo>
                <a:lnTo>
                  <a:pt x="365" y="335"/>
                </a:lnTo>
                <a:lnTo>
                  <a:pt x="365" y="336"/>
                </a:lnTo>
                <a:lnTo>
                  <a:pt x="365" y="337"/>
                </a:lnTo>
                <a:lnTo>
                  <a:pt x="364" y="337"/>
                </a:lnTo>
                <a:lnTo>
                  <a:pt x="364" y="339"/>
                </a:lnTo>
                <a:lnTo>
                  <a:pt x="364" y="340"/>
                </a:lnTo>
                <a:lnTo>
                  <a:pt x="364" y="341"/>
                </a:lnTo>
                <a:lnTo>
                  <a:pt x="364" y="342"/>
                </a:lnTo>
                <a:lnTo>
                  <a:pt x="364" y="343"/>
                </a:lnTo>
                <a:lnTo>
                  <a:pt x="363" y="343"/>
                </a:lnTo>
                <a:lnTo>
                  <a:pt x="364" y="343"/>
                </a:lnTo>
                <a:lnTo>
                  <a:pt x="363" y="343"/>
                </a:lnTo>
                <a:lnTo>
                  <a:pt x="362" y="344"/>
                </a:lnTo>
                <a:lnTo>
                  <a:pt x="361" y="345"/>
                </a:lnTo>
                <a:lnTo>
                  <a:pt x="360" y="346"/>
                </a:lnTo>
                <a:lnTo>
                  <a:pt x="360" y="347"/>
                </a:lnTo>
                <a:lnTo>
                  <a:pt x="359" y="348"/>
                </a:lnTo>
                <a:lnTo>
                  <a:pt x="359" y="349"/>
                </a:lnTo>
                <a:lnTo>
                  <a:pt x="359" y="351"/>
                </a:lnTo>
                <a:lnTo>
                  <a:pt x="358" y="352"/>
                </a:lnTo>
                <a:lnTo>
                  <a:pt x="358" y="351"/>
                </a:lnTo>
                <a:lnTo>
                  <a:pt x="357" y="350"/>
                </a:lnTo>
                <a:lnTo>
                  <a:pt x="357" y="351"/>
                </a:lnTo>
                <a:lnTo>
                  <a:pt x="358" y="351"/>
                </a:lnTo>
                <a:lnTo>
                  <a:pt x="357" y="352"/>
                </a:lnTo>
                <a:lnTo>
                  <a:pt x="356" y="352"/>
                </a:lnTo>
                <a:lnTo>
                  <a:pt x="356" y="351"/>
                </a:lnTo>
                <a:lnTo>
                  <a:pt x="355" y="352"/>
                </a:lnTo>
                <a:lnTo>
                  <a:pt x="356" y="353"/>
                </a:lnTo>
                <a:lnTo>
                  <a:pt x="357" y="353"/>
                </a:lnTo>
                <a:lnTo>
                  <a:pt x="358" y="353"/>
                </a:lnTo>
                <a:lnTo>
                  <a:pt x="357" y="354"/>
                </a:lnTo>
                <a:lnTo>
                  <a:pt x="356" y="356"/>
                </a:lnTo>
                <a:lnTo>
                  <a:pt x="356" y="357"/>
                </a:lnTo>
                <a:lnTo>
                  <a:pt x="355" y="357"/>
                </a:lnTo>
                <a:lnTo>
                  <a:pt x="354" y="357"/>
                </a:lnTo>
                <a:lnTo>
                  <a:pt x="353" y="357"/>
                </a:lnTo>
                <a:lnTo>
                  <a:pt x="352" y="357"/>
                </a:lnTo>
                <a:lnTo>
                  <a:pt x="352" y="358"/>
                </a:lnTo>
                <a:lnTo>
                  <a:pt x="353" y="358"/>
                </a:lnTo>
                <a:lnTo>
                  <a:pt x="353" y="359"/>
                </a:lnTo>
                <a:lnTo>
                  <a:pt x="352" y="359"/>
                </a:lnTo>
                <a:lnTo>
                  <a:pt x="351" y="360"/>
                </a:lnTo>
                <a:lnTo>
                  <a:pt x="351" y="361"/>
                </a:lnTo>
                <a:lnTo>
                  <a:pt x="351" y="362"/>
                </a:lnTo>
                <a:lnTo>
                  <a:pt x="352" y="362"/>
                </a:lnTo>
                <a:lnTo>
                  <a:pt x="353" y="362"/>
                </a:lnTo>
                <a:lnTo>
                  <a:pt x="353" y="363"/>
                </a:lnTo>
                <a:lnTo>
                  <a:pt x="355" y="362"/>
                </a:lnTo>
                <a:lnTo>
                  <a:pt x="356" y="363"/>
                </a:lnTo>
                <a:lnTo>
                  <a:pt x="357" y="363"/>
                </a:lnTo>
                <a:lnTo>
                  <a:pt x="357" y="364"/>
                </a:lnTo>
                <a:lnTo>
                  <a:pt x="356" y="365"/>
                </a:lnTo>
                <a:lnTo>
                  <a:pt x="355" y="366"/>
                </a:lnTo>
                <a:lnTo>
                  <a:pt x="354" y="366"/>
                </a:lnTo>
                <a:lnTo>
                  <a:pt x="354" y="367"/>
                </a:lnTo>
                <a:lnTo>
                  <a:pt x="353" y="367"/>
                </a:lnTo>
                <a:lnTo>
                  <a:pt x="352" y="367"/>
                </a:lnTo>
                <a:lnTo>
                  <a:pt x="351" y="367"/>
                </a:lnTo>
                <a:lnTo>
                  <a:pt x="350" y="368"/>
                </a:lnTo>
                <a:lnTo>
                  <a:pt x="349" y="369"/>
                </a:lnTo>
                <a:lnTo>
                  <a:pt x="348" y="369"/>
                </a:lnTo>
                <a:lnTo>
                  <a:pt x="348" y="368"/>
                </a:lnTo>
                <a:lnTo>
                  <a:pt x="347" y="367"/>
                </a:lnTo>
                <a:lnTo>
                  <a:pt x="345" y="367"/>
                </a:lnTo>
                <a:lnTo>
                  <a:pt x="344" y="367"/>
                </a:lnTo>
                <a:lnTo>
                  <a:pt x="344" y="368"/>
                </a:lnTo>
                <a:lnTo>
                  <a:pt x="343" y="367"/>
                </a:lnTo>
                <a:lnTo>
                  <a:pt x="342" y="367"/>
                </a:lnTo>
                <a:lnTo>
                  <a:pt x="341" y="368"/>
                </a:lnTo>
                <a:lnTo>
                  <a:pt x="341" y="366"/>
                </a:lnTo>
                <a:lnTo>
                  <a:pt x="341" y="365"/>
                </a:lnTo>
                <a:lnTo>
                  <a:pt x="340" y="364"/>
                </a:lnTo>
                <a:lnTo>
                  <a:pt x="340" y="365"/>
                </a:lnTo>
                <a:lnTo>
                  <a:pt x="338" y="365"/>
                </a:lnTo>
                <a:lnTo>
                  <a:pt x="337" y="365"/>
                </a:lnTo>
                <a:lnTo>
                  <a:pt x="336" y="364"/>
                </a:lnTo>
                <a:lnTo>
                  <a:pt x="334" y="365"/>
                </a:lnTo>
                <a:lnTo>
                  <a:pt x="334" y="366"/>
                </a:lnTo>
                <a:lnTo>
                  <a:pt x="334" y="367"/>
                </a:lnTo>
                <a:lnTo>
                  <a:pt x="335" y="367"/>
                </a:lnTo>
                <a:lnTo>
                  <a:pt x="334" y="368"/>
                </a:lnTo>
                <a:lnTo>
                  <a:pt x="333" y="368"/>
                </a:lnTo>
                <a:lnTo>
                  <a:pt x="333" y="367"/>
                </a:lnTo>
                <a:lnTo>
                  <a:pt x="332" y="368"/>
                </a:lnTo>
                <a:lnTo>
                  <a:pt x="332" y="369"/>
                </a:lnTo>
                <a:lnTo>
                  <a:pt x="332" y="370"/>
                </a:lnTo>
                <a:lnTo>
                  <a:pt x="331" y="370"/>
                </a:lnTo>
                <a:lnTo>
                  <a:pt x="330" y="370"/>
                </a:lnTo>
                <a:lnTo>
                  <a:pt x="329" y="369"/>
                </a:lnTo>
                <a:lnTo>
                  <a:pt x="328" y="370"/>
                </a:lnTo>
                <a:lnTo>
                  <a:pt x="328" y="371"/>
                </a:lnTo>
                <a:lnTo>
                  <a:pt x="329" y="372"/>
                </a:lnTo>
                <a:lnTo>
                  <a:pt x="329" y="373"/>
                </a:lnTo>
                <a:lnTo>
                  <a:pt x="330" y="373"/>
                </a:lnTo>
                <a:lnTo>
                  <a:pt x="329" y="374"/>
                </a:lnTo>
                <a:lnTo>
                  <a:pt x="328" y="375"/>
                </a:lnTo>
                <a:lnTo>
                  <a:pt x="327" y="375"/>
                </a:lnTo>
                <a:lnTo>
                  <a:pt x="327" y="374"/>
                </a:lnTo>
                <a:lnTo>
                  <a:pt x="326" y="374"/>
                </a:lnTo>
                <a:lnTo>
                  <a:pt x="326" y="375"/>
                </a:lnTo>
                <a:lnTo>
                  <a:pt x="325" y="376"/>
                </a:lnTo>
                <a:lnTo>
                  <a:pt x="325" y="377"/>
                </a:lnTo>
                <a:lnTo>
                  <a:pt x="325" y="378"/>
                </a:lnTo>
                <a:lnTo>
                  <a:pt x="325" y="379"/>
                </a:lnTo>
                <a:lnTo>
                  <a:pt x="325" y="380"/>
                </a:lnTo>
                <a:lnTo>
                  <a:pt x="326" y="381"/>
                </a:lnTo>
                <a:lnTo>
                  <a:pt x="326" y="384"/>
                </a:lnTo>
                <a:lnTo>
                  <a:pt x="326" y="385"/>
                </a:lnTo>
                <a:lnTo>
                  <a:pt x="326" y="386"/>
                </a:lnTo>
                <a:lnTo>
                  <a:pt x="325" y="388"/>
                </a:lnTo>
                <a:lnTo>
                  <a:pt x="324" y="390"/>
                </a:lnTo>
                <a:lnTo>
                  <a:pt x="324" y="393"/>
                </a:lnTo>
                <a:lnTo>
                  <a:pt x="323" y="394"/>
                </a:lnTo>
                <a:lnTo>
                  <a:pt x="322" y="394"/>
                </a:lnTo>
                <a:lnTo>
                  <a:pt x="321" y="394"/>
                </a:lnTo>
                <a:lnTo>
                  <a:pt x="321" y="395"/>
                </a:lnTo>
                <a:lnTo>
                  <a:pt x="320" y="396"/>
                </a:lnTo>
                <a:lnTo>
                  <a:pt x="320" y="395"/>
                </a:lnTo>
                <a:lnTo>
                  <a:pt x="319" y="395"/>
                </a:lnTo>
                <a:lnTo>
                  <a:pt x="318" y="395"/>
                </a:lnTo>
                <a:lnTo>
                  <a:pt x="316" y="395"/>
                </a:lnTo>
                <a:lnTo>
                  <a:pt x="315" y="395"/>
                </a:lnTo>
                <a:lnTo>
                  <a:pt x="314" y="395"/>
                </a:lnTo>
                <a:lnTo>
                  <a:pt x="313" y="395"/>
                </a:lnTo>
                <a:lnTo>
                  <a:pt x="313" y="396"/>
                </a:lnTo>
                <a:lnTo>
                  <a:pt x="312" y="396"/>
                </a:lnTo>
                <a:lnTo>
                  <a:pt x="311" y="397"/>
                </a:lnTo>
                <a:lnTo>
                  <a:pt x="310" y="396"/>
                </a:lnTo>
                <a:lnTo>
                  <a:pt x="309" y="396"/>
                </a:lnTo>
                <a:lnTo>
                  <a:pt x="308" y="396"/>
                </a:lnTo>
                <a:lnTo>
                  <a:pt x="308" y="397"/>
                </a:lnTo>
                <a:lnTo>
                  <a:pt x="307" y="397"/>
                </a:lnTo>
                <a:lnTo>
                  <a:pt x="306" y="396"/>
                </a:lnTo>
                <a:lnTo>
                  <a:pt x="306" y="397"/>
                </a:lnTo>
                <a:lnTo>
                  <a:pt x="306" y="398"/>
                </a:lnTo>
                <a:lnTo>
                  <a:pt x="306" y="399"/>
                </a:lnTo>
                <a:lnTo>
                  <a:pt x="305" y="399"/>
                </a:lnTo>
                <a:lnTo>
                  <a:pt x="304" y="399"/>
                </a:lnTo>
                <a:lnTo>
                  <a:pt x="303" y="398"/>
                </a:lnTo>
                <a:lnTo>
                  <a:pt x="303" y="399"/>
                </a:lnTo>
                <a:lnTo>
                  <a:pt x="302" y="399"/>
                </a:lnTo>
                <a:lnTo>
                  <a:pt x="302" y="398"/>
                </a:lnTo>
                <a:lnTo>
                  <a:pt x="302" y="397"/>
                </a:lnTo>
                <a:lnTo>
                  <a:pt x="302" y="396"/>
                </a:lnTo>
                <a:lnTo>
                  <a:pt x="302" y="395"/>
                </a:lnTo>
                <a:lnTo>
                  <a:pt x="303" y="394"/>
                </a:lnTo>
                <a:lnTo>
                  <a:pt x="303" y="392"/>
                </a:lnTo>
                <a:lnTo>
                  <a:pt x="302" y="391"/>
                </a:lnTo>
                <a:lnTo>
                  <a:pt x="301" y="390"/>
                </a:lnTo>
                <a:lnTo>
                  <a:pt x="300" y="390"/>
                </a:lnTo>
                <a:lnTo>
                  <a:pt x="300" y="389"/>
                </a:lnTo>
                <a:lnTo>
                  <a:pt x="299" y="389"/>
                </a:lnTo>
                <a:lnTo>
                  <a:pt x="298" y="389"/>
                </a:lnTo>
                <a:lnTo>
                  <a:pt x="298" y="388"/>
                </a:lnTo>
                <a:lnTo>
                  <a:pt x="299" y="387"/>
                </a:lnTo>
                <a:lnTo>
                  <a:pt x="301" y="387"/>
                </a:lnTo>
                <a:lnTo>
                  <a:pt x="302" y="386"/>
                </a:lnTo>
                <a:lnTo>
                  <a:pt x="302" y="385"/>
                </a:lnTo>
                <a:lnTo>
                  <a:pt x="302" y="384"/>
                </a:lnTo>
                <a:lnTo>
                  <a:pt x="302" y="383"/>
                </a:lnTo>
                <a:lnTo>
                  <a:pt x="303" y="383"/>
                </a:lnTo>
                <a:lnTo>
                  <a:pt x="304" y="383"/>
                </a:lnTo>
                <a:lnTo>
                  <a:pt x="304" y="382"/>
                </a:lnTo>
                <a:lnTo>
                  <a:pt x="302" y="382"/>
                </a:lnTo>
                <a:lnTo>
                  <a:pt x="301" y="381"/>
                </a:lnTo>
                <a:lnTo>
                  <a:pt x="301" y="382"/>
                </a:lnTo>
                <a:lnTo>
                  <a:pt x="300" y="382"/>
                </a:lnTo>
                <a:lnTo>
                  <a:pt x="299" y="381"/>
                </a:lnTo>
                <a:lnTo>
                  <a:pt x="298" y="381"/>
                </a:lnTo>
                <a:lnTo>
                  <a:pt x="297" y="381"/>
                </a:lnTo>
                <a:lnTo>
                  <a:pt x="296" y="380"/>
                </a:lnTo>
                <a:lnTo>
                  <a:pt x="294" y="380"/>
                </a:lnTo>
                <a:lnTo>
                  <a:pt x="294" y="379"/>
                </a:lnTo>
                <a:lnTo>
                  <a:pt x="295" y="378"/>
                </a:lnTo>
                <a:lnTo>
                  <a:pt x="296" y="377"/>
                </a:lnTo>
                <a:lnTo>
                  <a:pt x="297" y="375"/>
                </a:lnTo>
                <a:lnTo>
                  <a:pt x="296" y="374"/>
                </a:lnTo>
                <a:lnTo>
                  <a:pt x="295" y="373"/>
                </a:lnTo>
                <a:lnTo>
                  <a:pt x="296" y="372"/>
                </a:lnTo>
                <a:lnTo>
                  <a:pt x="296" y="371"/>
                </a:lnTo>
                <a:lnTo>
                  <a:pt x="295" y="371"/>
                </a:lnTo>
                <a:lnTo>
                  <a:pt x="294" y="371"/>
                </a:lnTo>
                <a:lnTo>
                  <a:pt x="293" y="371"/>
                </a:lnTo>
                <a:lnTo>
                  <a:pt x="292" y="371"/>
                </a:lnTo>
                <a:lnTo>
                  <a:pt x="291" y="371"/>
                </a:lnTo>
                <a:lnTo>
                  <a:pt x="290" y="371"/>
                </a:lnTo>
                <a:lnTo>
                  <a:pt x="289" y="371"/>
                </a:lnTo>
                <a:lnTo>
                  <a:pt x="288" y="371"/>
                </a:lnTo>
                <a:lnTo>
                  <a:pt x="288" y="372"/>
                </a:lnTo>
                <a:lnTo>
                  <a:pt x="287" y="371"/>
                </a:lnTo>
                <a:lnTo>
                  <a:pt x="286" y="370"/>
                </a:lnTo>
                <a:lnTo>
                  <a:pt x="285" y="369"/>
                </a:lnTo>
                <a:lnTo>
                  <a:pt x="283" y="369"/>
                </a:lnTo>
                <a:lnTo>
                  <a:pt x="283" y="368"/>
                </a:lnTo>
                <a:lnTo>
                  <a:pt x="282" y="369"/>
                </a:lnTo>
                <a:lnTo>
                  <a:pt x="281" y="370"/>
                </a:lnTo>
                <a:lnTo>
                  <a:pt x="280" y="371"/>
                </a:lnTo>
                <a:lnTo>
                  <a:pt x="280" y="370"/>
                </a:lnTo>
                <a:lnTo>
                  <a:pt x="279" y="369"/>
                </a:lnTo>
                <a:lnTo>
                  <a:pt x="278" y="370"/>
                </a:lnTo>
                <a:lnTo>
                  <a:pt x="278" y="371"/>
                </a:lnTo>
                <a:lnTo>
                  <a:pt x="278" y="372"/>
                </a:lnTo>
                <a:lnTo>
                  <a:pt x="277" y="372"/>
                </a:lnTo>
                <a:lnTo>
                  <a:pt x="276" y="372"/>
                </a:lnTo>
                <a:lnTo>
                  <a:pt x="276" y="371"/>
                </a:lnTo>
                <a:lnTo>
                  <a:pt x="275" y="371"/>
                </a:lnTo>
                <a:lnTo>
                  <a:pt x="274" y="372"/>
                </a:lnTo>
                <a:lnTo>
                  <a:pt x="273" y="372"/>
                </a:lnTo>
                <a:lnTo>
                  <a:pt x="273" y="371"/>
                </a:lnTo>
                <a:lnTo>
                  <a:pt x="272" y="371"/>
                </a:lnTo>
                <a:lnTo>
                  <a:pt x="271" y="371"/>
                </a:lnTo>
                <a:lnTo>
                  <a:pt x="270" y="372"/>
                </a:lnTo>
                <a:lnTo>
                  <a:pt x="269" y="372"/>
                </a:lnTo>
                <a:lnTo>
                  <a:pt x="268" y="371"/>
                </a:lnTo>
                <a:lnTo>
                  <a:pt x="268" y="372"/>
                </a:lnTo>
                <a:lnTo>
                  <a:pt x="268" y="373"/>
                </a:lnTo>
                <a:lnTo>
                  <a:pt x="268" y="374"/>
                </a:lnTo>
                <a:lnTo>
                  <a:pt x="268" y="375"/>
                </a:lnTo>
                <a:lnTo>
                  <a:pt x="268" y="377"/>
                </a:lnTo>
                <a:lnTo>
                  <a:pt x="268" y="378"/>
                </a:lnTo>
                <a:lnTo>
                  <a:pt x="268" y="379"/>
                </a:lnTo>
                <a:lnTo>
                  <a:pt x="268" y="380"/>
                </a:lnTo>
                <a:lnTo>
                  <a:pt x="268" y="381"/>
                </a:lnTo>
                <a:lnTo>
                  <a:pt x="268" y="382"/>
                </a:lnTo>
                <a:lnTo>
                  <a:pt x="268" y="383"/>
                </a:lnTo>
                <a:lnTo>
                  <a:pt x="268" y="384"/>
                </a:lnTo>
                <a:lnTo>
                  <a:pt x="268" y="385"/>
                </a:lnTo>
                <a:lnTo>
                  <a:pt x="267" y="385"/>
                </a:lnTo>
                <a:lnTo>
                  <a:pt x="266" y="384"/>
                </a:lnTo>
                <a:lnTo>
                  <a:pt x="264" y="383"/>
                </a:lnTo>
                <a:lnTo>
                  <a:pt x="261" y="383"/>
                </a:lnTo>
                <a:lnTo>
                  <a:pt x="260" y="382"/>
                </a:lnTo>
                <a:lnTo>
                  <a:pt x="258" y="382"/>
                </a:lnTo>
                <a:lnTo>
                  <a:pt x="258" y="384"/>
                </a:lnTo>
                <a:lnTo>
                  <a:pt x="257" y="385"/>
                </a:lnTo>
                <a:lnTo>
                  <a:pt x="256" y="386"/>
                </a:lnTo>
                <a:lnTo>
                  <a:pt x="256" y="387"/>
                </a:lnTo>
                <a:lnTo>
                  <a:pt x="255" y="387"/>
                </a:lnTo>
                <a:lnTo>
                  <a:pt x="254" y="387"/>
                </a:lnTo>
                <a:lnTo>
                  <a:pt x="254" y="388"/>
                </a:lnTo>
                <a:lnTo>
                  <a:pt x="253" y="388"/>
                </a:lnTo>
                <a:lnTo>
                  <a:pt x="252" y="388"/>
                </a:lnTo>
                <a:lnTo>
                  <a:pt x="251" y="389"/>
                </a:lnTo>
                <a:lnTo>
                  <a:pt x="250" y="390"/>
                </a:lnTo>
                <a:lnTo>
                  <a:pt x="250" y="391"/>
                </a:lnTo>
                <a:lnTo>
                  <a:pt x="248" y="391"/>
                </a:lnTo>
                <a:lnTo>
                  <a:pt x="247" y="390"/>
                </a:lnTo>
                <a:lnTo>
                  <a:pt x="246" y="389"/>
                </a:lnTo>
                <a:lnTo>
                  <a:pt x="246" y="390"/>
                </a:lnTo>
                <a:lnTo>
                  <a:pt x="245" y="390"/>
                </a:lnTo>
                <a:lnTo>
                  <a:pt x="244" y="390"/>
                </a:lnTo>
                <a:lnTo>
                  <a:pt x="243" y="390"/>
                </a:lnTo>
                <a:lnTo>
                  <a:pt x="242" y="390"/>
                </a:lnTo>
                <a:lnTo>
                  <a:pt x="241" y="390"/>
                </a:lnTo>
                <a:lnTo>
                  <a:pt x="240" y="390"/>
                </a:lnTo>
                <a:lnTo>
                  <a:pt x="240" y="389"/>
                </a:lnTo>
                <a:lnTo>
                  <a:pt x="240" y="388"/>
                </a:lnTo>
                <a:lnTo>
                  <a:pt x="239" y="388"/>
                </a:lnTo>
                <a:lnTo>
                  <a:pt x="238" y="388"/>
                </a:lnTo>
                <a:lnTo>
                  <a:pt x="238" y="387"/>
                </a:lnTo>
                <a:lnTo>
                  <a:pt x="238" y="386"/>
                </a:lnTo>
                <a:lnTo>
                  <a:pt x="237" y="385"/>
                </a:lnTo>
                <a:lnTo>
                  <a:pt x="236" y="385"/>
                </a:lnTo>
                <a:lnTo>
                  <a:pt x="236" y="384"/>
                </a:lnTo>
                <a:lnTo>
                  <a:pt x="236" y="385"/>
                </a:lnTo>
                <a:lnTo>
                  <a:pt x="235" y="385"/>
                </a:lnTo>
                <a:lnTo>
                  <a:pt x="235" y="384"/>
                </a:lnTo>
                <a:lnTo>
                  <a:pt x="235" y="383"/>
                </a:lnTo>
                <a:lnTo>
                  <a:pt x="234" y="383"/>
                </a:lnTo>
                <a:lnTo>
                  <a:pt x="233" y="383"/>
                </a:lnTo>
                <a:lnTo>
                  <a:pt x="233" y="382"/>
                </a:lnTo>
                <a:lnTo>
                  <a:pt x="233" y="381"/>
                </a:lnTo>
                <a:lnTo>
                  <a:pt x="233" y="380"/>
                </a:lnTo>
                <a:lnTo>
                  <a:pt x="232" y="379"/>
                </a:lnTo>
                <a:lnTo>
                  <a:pt x="231" y="379"/>
                </a:lnTo>
                <a:lnTo>
                  <a:pt x="230" y="378"/>
                </a:lnTo>
                <a:lnTo>
                  <a:pt x="230" y="379"/>
                </a:lnTo>
                <a:lnTo>
                  <a:pt x="228" y="378"/>
                </a:lnTo>
                <a:lnTo>
                  <a:pt x="227" y="378"/>
                </a:lnTo>
                <a:lnTo>
                  <a:pt x="227" y="379"/>
                </a:lnTo>
                <a:lnTo>
                  <a:pt x="226" y="379"/>
                </a:lnTo>
                <a:lnTo>
                  <a:pt x="225" y="379"/>
                </a:lnTo>
                <a:lnTo>
                  <a:pt x="225" y="380"/>
                </a:lnTo>
                <a:lnTo>
                  <a:pt x="226" y="380"/>
                </a:lnTo>
                <a:lnTo>
                  <a:pt x="226" y="381"/>
                </a:lnTo>
                <a:lnTo>
                  <a:pt x="226" y="380"/>
                </a:lnTo>
                <a:lnTo>
                  <a:pt x="225" y="381"/>
                </a:lnTo>
                <a:lnTo>
                  <a:pt x="224" y="381"/>
                </a:lnTo>
                <a:lnTo>
                  <a:pt x="224" y="380"/>
                </a:lnTo>
                <a:lnTo>
                  <a:pt x="224" y="379"/>
                </a:lnTo>
                <a:lnTo>
                  <a:pt x="223" y="380"/>
                </a:lnTo>
                <a:lnTo>
                  <a:pt x="222" y="380"/>
                </a:lnTo>
                <a:lnTo>
                  <a:pt x="221" y="381"/>
                </a:lnTo>
                <a:lnTo>
                  <a:pt x="222" y="381"/>
                </a:lnTo>
                <a:lnTo>
                  <a:pt x="223" y="381"/>
                </a:lnTo>
                <a:lnTo>
                  <a:pt x="223" y="382"/>
                </a:lnTo>
                <a:lnTo>
                  <a:pt x="224" y="382"/>
                </a:lnTo>
                <a:lnTo>
                  <a:pt x="224" y="383"/>
                </a:lnTo>
                <a:lnTo>
                  <a:pt x="223" y="383"/>
                </a:lnTo>
                <a:lnTo>
                  <a:pt x="222" y="383"/>
                </a:lnTo>
                <a:lnTo>
                  <a:pt x="221" y="383"/>
                </a:lnTo>
                <a:lnTo>
                  <a:pt x="220" y="384"/>
                </a:lnTo>
                <a:lnTo>
                  <a:pt x="221" y="384"/>
                </a:lnTo>
                <a:lnTo>
                  <a:pt x="221" y="385"/>
                </a:lnTo>
                <a:lnTo>
                  <a:pt x="221" y="386"/>
                </a:lnTo>
                <a:lnTo>
                  <a:pt x="221" y="387"/>
                </a:lnTo>
                <a:lnTo>
                  <a:pt x="220" y="387"/>
                </a:lnTo>
                <a:lnTo>
                  <a:pt x="220" y="388"/>
                </a:lnTo>
                <a:lnTo>
                  <a:pt x="220" y="389"/>
                </a:lnTo>
                <a:lnTo>
                  <a:pt x="221" y="389"/>
                </a:lnTo>
                <a:lnTo>
                  <a:pt x="220" y="389"/>
                </a:lnTo>
                <a:lnTo>
                  <a:pt x="220" y="390"/>
                </a:lnTo>
                <a:lnTo>
                  <a:pt x="220" y="391"/>
                </a:lnTo>
                <a:lnTo>
                  <a:pt x="220" y="392"/>
                </a:lnTo>
                <a:lnTo>
                  <a:pt x="219" y="392"/>
                </a:lnTo>
                <a:lnTo>
                  <a:pt x="218" y="392"/>
                </a:lnTo>
                <a:lnTo>
                  <a:pt x="218" y="393"/>
                </a:lnTo>
                <a:lnTo>
                  <a:pt x="218" y="392"/>
                </a:lnTo>
                <a:lnTo>
                  <a:pt x="218" y="391"/>
                </a:lnTo>
                <a:lnTo>
                  <a:pt x="217" y="391"/>
                </a:lnTo>
                <a:lnTo>
                  <a:pt x="217" y="392"/>
                </a:lnTo>
                <a:lnTo>
                  <a:pt x="215" y="393"/>
                </a:lnTo>
                <a:lnTo>
                  <a:pt x="215" y="394"/>
                </a:lnTo>
                <a:lnTo>
                  <a:pt x="214" y="394"/>
                </a:lnTo>
                <a:lnTo>
                  <a:pt x="213" y="394"/>
                </a:lnTo>
                <a:lnTo>
                  <a:pt x="212" y="394"/>
                </a:lnTo>
                <a:lnTo>
                  <a:pt x="211" y="394"/>
                </a:lnTo>
                <a:lnTo>
                  <a:pt x="211" y="393"/>
                </a:lnTo>
                <a:lnTo>
                  <a:pt x="211" y="392"/>
                </a:lnTo>
                <a:lnTo>
                  <a:pt x="211" y="391"/>
                </a:lnTo>
                <a:lnTo>
                  <a:pt x="211" y="390"/>
                </a:lnTo>
                <a:lnTo>
                  <a:pt x="211" y="389"/>
                </a:lnTo>
                <a:lnTo>
                  <a:pt x="210" y="388"/>
                </a:lnTo>
                <a:lnTo>
                  <a:pt x="210" y="387"/>
                </a:lnTo>
                <a:lnTo>
                  <a:pt x="209" y="386"/>
                </a:lnTo>
                <a:lnTo>
                  <a:pt x="209" y="385"/>
                </a:lnTo>
                <a:lnTo>
                  <a:pt x="209" y="384"/>
                </a:lnTo>
                <a:lnTo>
                  <a:pt x="209" y="383"/>
                </a:lnTo>
                <a:lnTo>
                  <a:pt x="210" y="382"/>
                </a:lnTo>
                <a:lnTo>
                  <a:pt x="210" y="381"/>
                </a:lnTo>
                <a:lnTo>
                  <a:pt x="210" y="380"/>
                </a:lnTo>
                <a:lnTo>
                  <a:pt x="209" y="379"/>
                </a:lnTo>
                <a:lnTo>
                  <a:pt x="208" y="378"/>
                </a:lnTo>
                <a:lnTo>
                  <a:pt x="208" y="377"/>
                </a:lnTo>
                <a:lnTo>
                  <a:pt x="208" y="376"/>
                </a:lnTo>
                <a:lnTo>
                  <a:pt x="207" y="375"/>
                </a:lnTo>
                <a:lnTo>
                  <a:pt x="207" y="374"/>
                </a:lnTo>
                <a:lnTo>
                  <a:pt x="207" y="373"/>
                </a:lnTo>
                <a:lnTo>
                  <a:pt x="206" y="372"/>
                </a:lnTo>
                <a:lnTo>
                  <a:pt x="204" y="372"/>
                </a:lnTo>
                <a:lnTo>
                  <a:pt x="204" y="373"/>
                </a:lnTo>
                <a:lnTo>
                  <a:pt x="203" y="373"/>
                </a:lnTo>
                <a:lnTo>
                  <a:pt x="203" y="372"/>
                </a:lnTo>
                <a:lnTo>
                  <a:pt x="203" y="371"/>
                </a:lnTo>
                <a:lnTo>
                  <a:pt x="204" y="371"/>
                </a:lnTo>
                <a:lnTo>
                  <a:pt x="203" y="371"/>
                </a:lnTo>
                <a:lnTo>
                  <a:pt x="201" y="371"/>
                </a:lnTo>
                <a:lnTo>
                  <a:pt x="202" y="370"/>
                </a:lnTo>
                <a:lnTo>
                  <a:pt x="203" y="370"/>
                </a:lnTo>
                <a:lnTo>
                  <a:pt x="204" y="370"/>
                </a:lnTo>
                <a:lnTo>
                  <a:pt x="204" y="369"/>
                </a:lnTo>
                <a:lnTo>
                  <a:pt x="204" y="368"/>
                </a:lnTo>
                <a:lnTo>
                  <a:pt x="203" y="368"/>
                </a:lnTo>
                <a:lnTo>
                  <a:pt x="202" y="368"/>
                </a:lnTo>
                <a:lnTo>
                  <a:pt x="203" y="368"/>
                </a:lnTo>
                <a:lnTo>
                  <a:pt x="203" y="367"/>
                </a:lnTo>
                <a:lnTo>
                  <a:pt x="203" y="366"/>
                </a:lnTo>
                <a:lnTo>
                  <a:pt x="202" y="365"/>
                </a:lnTo>
                <a:lnTo>
                  <a:pt x="202" y="364"/>
                </a:lnTo>
                <a:lnTo>
                  <a:pt x="201" y="363"/>
                </a:lnTo>
                <a:lnTo>
                  <a:pt x="200" y="363"/>
                </a:lnTo>
                <a:lnTo>
                  <a:pt x="200" y="362"/>
                </a:lnTo>
                <a:lnTo>
                  <a:pt x="199" y="362"/>
                </a:lnTo>
                <a:lnTo>
                  <a:pt x="199" y="361"/>
                </a:lnTo>
                <a:lnTo>
                  <a:pt x="198" y="360"/>
                </a:lnTo>
                <a:lnTo>
                  <a:pt x="198" y="359"/>
                </a:lnTo>
                <a:lnTo>
                  <a:pt x="197" y="359"/>
                </a:lnTo>
                <a:lnTo>
                  <a:pt x="197" y="360"/>
                </a:lnTo>
                <a:lnTo>
                  <a:pt x="196" y="360"/>
                </a:lnTo>
                <a:lnTo>
                  <a:pt x="194" y="360"/>
                </a:lnTo>
                <a:lnTo>
                  <a:pt x="194" y="359"/>
                </a:lnTo>
                <a:lnTo>
                  <a:pt x="195" y="359"/>
                </a:lnTo>
                <a:lnTo>
                  <a:pt x="194" y="358"/>
                </a:lnTo>
                <a:lnTo>
                  <a:pt x="193" y="358"/>
                </a:lnTo>
                <a:lnTo>
                  <a:pt x="192" y="357"/>
                </a:lnTo>
                <a:lnTo>
                  <a:pt x="192" y="356"/>
                </a:lnTo>
                <a:lnTo>
                  <a:pt x="192" y="355"/>
                </a:lnTo>
                <a:lnTo>
                  <a:pt x="193" y="355"/>
                </a:lnTo>
                <a:lnTo>
                  <a:pt x="194" y="355"/>
                </a:lnTo>
                <a:lnTo>
                  <a:pt x="194" y="356"/>
                </a:lnTo>
                <a:lnTo>
                  <a:pt x="195" y="356"/>
                </a:lnTo>
                <a:lnTo>
                  <a:pt x="195" y="355"/>
                </a:lnTo>
                <a:lnTo>
                  <a:pt x="194" y="353"/>
                </a:lnTo>
                <a:lnTo>
                  <a:pt x="194" y="352"/>
                </a:lnTo>
                <a:lnTo>
                  <a:pt x="193" y="352"/>
                </a:lnTo>
                <a:lnTo>
                  <a:pt x="192" y="352"/>
                </a:lnTo>
                <a:lnTo>
                  <a:pt x="190" y="352"/>
                </a:lnTo>
                <a:lnTo>
                  <a:pt x="190" y="351"/>
                </a:lnTo>
                <a:lnTo>
                  <a:pt x="191" y="350"/>
                </a:lnTo>
                <a:lnTo>
                  <a:pt x="192" y="350"/>
                </a:lnTo>
                <a:lnTo>
                  <a:pt x="193" y="350"/>
                </a:lnTo>
                <a:lnTo>
                  <a:pt x="193" y="349"/>
                </a:lnTo>
                <a:lnTo>
                  <a:pt x="192" y="349"/>
                </a:lnTo>
                <a:lnTo>
                  <a:pt x="191" y="349"/>
                </a:lnTo>
                <a:lnTo>
                  <a:pt x="191" y="348"/>
                </a:lnTo>
                <a:lnTo>
                  <a:pt x="190" y="348"/>
                </a:lnTo>
                <a:lnTo>
                  <a:pt x="190" y="349"/>
                </a:lnTo>
                <a:lnTo>
                  <a:pt x="189" y="349"/>
                </a:lnTo>
                <a:lnTo>
                  <a:pt x="189" y="346"/>
                </a:lnTo>
                <a:lnTo>
                  <a:pt x="190" y="346"/>
                </a:lnTo>
                <a:lnTo>
                  <a:pt x="188" y="345"/>
                </a:lnTo>
                <a:lnTo>
                  <a:pt x="188" y="346"/>
                </a:lnTo>
                <a:lnTo>
                  <a:pt x="187" y="346"/>
                </a:lnTo>
                <a:lnTo>
                  <a:pt x="187" y="345"/>
                </a:lnTo>
                <a:lnTo>
                  <a:pt x="187" y="344"/>
                </a:lnTo>
                <a:lnTo>
                  <a:pt x="183" y="342"/>
                </a:lnTo>
                <a:lnTo>
                  <a:pt x="182" y="341"/>
                </a:lnTo>
                <a:lnTo>
                  <a:pt x="182" y="342"/>
                </a:lnTo>
                <a:lnTo>
                  <a:pt x="182" y="343"/>
                </a:lnTo>
                <a:lnTo>
                  <a:pt x="182" y="342"/>
                </a:lnTo>
                <a:lnTo>
                  <a:pt x="183" y="342"/>
                </a:lnTo>
                <a:lnTo>
                  <a:pt x="184" y="343"/>
                </a:lnTo>
                <a:lnTo>
                  <a:pt x="184" y="344"/>
                </a:lnTo>
                <a:lnTo>
                  <a:pt x="182" y="344"/>
                </a:lnTo>
                <a:lnTo>
                  <a:pt x="182" y="343"/>
                </a:lnTo>
                <a:lnTo>
                  <a:pt x="181" y="343"/>
                </a:lnTo>
                <a:lnTo>
                  <a:pt x="182" y="343"/>
                </a:lnTo>
                <a:lnTo>
                  <a:pt x="182" y="342"/>
                </a:lnTo>
                <a:lnTo>
                  <a:pt x="182" y="341"/>
                </a:lnTo>
                <a:lnTo>
                  <a:pt x="181" y="340"/>
                </a:lnTo>
                <a:lnTo>
                  <a:pt x="179" y="339"/>
                </a:lnTo>
                <a:lnTo>
                  <a:pt x="179" y="342"/>
                </a:lnTo>
                <a:lnTo>
                  <a:pt x="179" y="343"/>
                </a:lnTo>
                <a:lnTo>
                  <a:pt x="180" y="343"/>
                </a:lnTo>
                <a:lnTo>
                  <a:pt x="179" y="343"/>
                </a:lnTo>
                <a:lnTo>
                  <a:pt x="178" y="343"/>
                </a:lnTo>
                <a:lnTo>
                  <a:pt x="179" y="342"/>
                </a:lnTo>
                <a:lnTo>
                  <a:pt x="179" y="340"/>
                </a:lnTo>
                <a:lnTo>
                  <a:pt x="179" y="339"/>
                </a:lnTo>
                <a:lnTo>
                  <a:pt x="178" y="339"/>
                </a:lnTo>
                <a:lnTo>
                  <a:pt x="177" y="338"/>
                </a:lnTo>
                <a:lnTo>
                  <a:pt x="177" y="339"/>
                </a:lnTo>
                <a:lnTo>
                  <a:pt x="177" y="340"/>
                </a:lnTo>
                <a:lnTo>
                  <a:pt x="177" y="341"/>
                </a:lnTo>
                <a:lnTo>
                  <a:pt x="177" y="342"/>
                </a:lnTo>
                <a:lnTo>
                  <a:pt x="177" y="343"/>
                </a:lnTo>
                <a:lnTo>
                  <a:pt x="177" y="344"/>
                </a:lnTo>
                <a:lnTo>
                  <a:pt x="176" y="344"/>
                </a:lnTo>
                <a:lnTo>
                  <a:pt x="175" y="345"/>
                </a:lnTo>
                <a:lnTo>
                  <a:pt x="174" y="345"/>
                </a:lnTo>
                <a:lnTo>
                  <a:pt x="174" y="344"/>
                </a:lnTo>
                <a:lnTo>
                  <a:pt x="173" y="344"/>
                </a:lnTo>
                <a:lnTo>
                  <a:pt x="173" y="343"/>
                </a:lnTo>
                <a:lnTo>
                  <a:pt x="172" y="343"/>
                </a:lnTo>
                <a:lnTo>
                  <a:pt x="171" y="343"/>
                </a:lnTo>
                <a:lnTo>
                  <a:pt x="170" y="343"/>
                </a:lnTo>
                <a:lnTo>
                  <a:pt x="170" y="342"/>
                </a:lnTo>
                <a:lnTo>
                  <a:pt x="169" y="342"/>
                </a:lnTo>
                <a:lnTo>
                  <a:pt x="168" y="342"/>
                </a:lnTo>
                <a:lnTo>
                  <a:pt x="167" y="342"/>
                </a:lnTo>
                <a:lnTo>
                  <a:pt x="166" y="343"/>
                </a:lnTo>
                <a:lnTo>
                  <a:pt x="165" y="343"/>
                </a:lnTo>
                <a:lnTo>
                  <a:pt x="164" y="343"/>
                </a:lnTo>
                <a:lnTo>
                  <a:pt x="164" y="342"/>
                </a:lnTo>
                <a:lnTo>
                  <a:pt x="163" y="342"/>
                </a:lnTo>
                <a:lnTo>
                  <a:pt x="162" y="342"/>
                </a:lnTo>
                <a:lnTo>
                  <a:pt x="162" y="343"/>
                </a:lnTo>
                <a:lnTo>
                  <a:pt x="162" y="344"/>
                </a:lnTo>
                <a:lnTo>
                  <a:pt x="161" y="344"/>
                </a:lnTo>
                <a:lnTo>
                  <a:pt x="160" y="344"/>
                </a:lnTo>
                <a:lnTo>
                  <a:pt x="159" y="344"/>
                </a:lnTo>
                <a:lnTo>
                  <a:pt x="158" y="345"/>
                </a:lnTo>
                <a:lnTo>
                  <a:pt x="157" y="345"/>
                </a:lnTo>
                <a:lnTo>
                  <a:pt x="156" y="345"/>
                </a:lnTo>
                <a:lnTo>
                  <a:pt x="155" y="345"/>
                </a:lnTo>
                <a:lnTo>
                  <a:pt x="154" y="345"/>
                </a:lnTo>
                <a:lnTo>
                  <a:pt x="154" y="346"/>
                </a:lnTo>
                <a:lnTo>
                  <a:pt x="154" y="345"/>
                </a:lnTo>
                <a:lnTo>
                  <a:pt x="153" y="345"/>
                </a:lnTo>
                <a:lnTo>
                  <a:pt x="152" y="345"/>
                </a:lnTo>
                <a:lnTo>
                  <a:pt x="152" y="346"/>
                </a:lnTo>
                <a:lnTo>
                  <a:pt x="151" y="346"/>
                </a:lnTo>
                <a:lnTo>
                  <a:pt x="150" y="346"/>
                </a:lnTo>
                <a:lnTo>
                  <a:pt x="149" y="346"/>
                </a:lnTo>
                <a:lnTo>
                  <a:pt x="148" y="346"/>
                </a:lnTo>
                <a:lnTo>
                  <a:pt x="147" y="346"/>
                </a:lnTo>
                <a:lnTo>
                  <a:pt x="146" y="346"/>
                </a:lnTo>
                <a:lnTo>
                  <a:pt x="146" y="347"/>
                </a:lnTo>
                <a:lnTo>
                  <a:pt x="146" y="348"/>
                </a:lnTo>
                <a:lnTo>
                  <a:pt x="145" y="348"/>
                </a:lnTo>
                <a:lnTo>
                  <a:pt x="144" y="349"/>
                </a:lnTo>
                <a:lnTo>
                  <a:pt x="144" y="350"/>
                </a:lnTo>
                <a:lnTo>
                  <a:pt x="143" y="350"/>
                </a:lnTo>
                <a:lnTo>
                  <a:pt x="143" y="351"/>
                </a:lnTo>
                <a:lnTo>
                  <a:pt x="144" y="351"/>
                </a:lnTo>
                <a:lnTo>
                  <a:pt x="144" y="352"/>
                </a:lnTo>
                <a:lnTo>
                  <a:pt x="143" y="353"/>
                </a:lnTo>
                <a:lnTo>
                  <a:pt x="143" y="354"/>
                </a:lnTo>
                <a:lnTo>
                  <a:pt x="144" y="354"/>
                </a:lnTo>
                <a:lnTo>
                  <a:pt x="144" y="355"/>
                </a:lnTo>
                <a:lnTo>
                  <a:pt x="143" y="355"/>
                </a:lnTo>
                <a:lnTo>
                  <a:pt x="142" y="355"/>
                </a:lnTo>
                <a:lnTo>
                  <a:pt x="143" y="356"/>
                </a:lnTo>
                <a:lnTo>
                  <a:pt x="143" y="358"/>
                </a:lnTo>
                <a:lnTo>
                  <a:pt x="143" y="359"/>
                </a:lnTo>
                <a:lnTo>
                  <a:pt x="142" y="360"/>
                </a:lnTo>
                <a:lnTo>
                  <a:pt x="142" y="361"/>
                </a:lnTo>
                <a:lnTo>
                  <a:pt x="140" y="361"/>
                </a:lnTo>
                <a:lnTo>
                  <a:pt x="139" y="361"/>
                </a:lnTo>
                <a:lnTo>
                  <a:pt x="139" y="362"/>
                </a:lnTo>
                <a:lnTo>
                  <a:pt x="139" y="363"/>
                </a:lnTo>
                <a:lnTo>
                  <a:pt x="140" y="363"/>
                </a:lnTo>
                <a:lnTo>
                  <a:pt x="139" y="364"/>
                </a:lnTo>
                <a:lnTo>
                  <a:pt x="139" y="365"/>
                </a:lnTo>
                <a:lnTo>
                  <a:pt x="140" y="365"/>
                </a:lnTo>
                <a:lnTo>
                  <a:pt x="140" y="364"/>
                </a:lnTo>
                <a:lnTo>
                  <a:pt x="141" y="365"/>
                </a:lnTo>
                <a:lnTo>
                  <a:pt x="142" y="366"/>
                </a:lnTo>
                <a:lnTo>
                  <a:pt x="142" y="367"/>
                </a:lnTo>
                <a:lnTo>
                  <a:pt x="141" y="367"/>
                </a:lnTo>
                <a:lnTo>
                  <a:pt x="141" y="368"/>
                </a:lnTo>
                <a:lnTo>
                  <a:pt x="141" y="369"/>
                </a:lnTo>
                <a:lnTo>
                  <a:pt x="141" y="370"/>
                </a:lnTo>
                <a:lnTo>
                  <a:pt x="141" y="371"/>
                </a:lnTo>
                <a:lnTo>
                  <a:pt x="140" y="371"/>
                </a:lnTo>
                <a:lnTo>
                  <a:pt x="139" y="371"/>
                </a:lnTo>
                <a:lnTo>
                  <a:pt x="139" y="372"/>
                </a:lnTo>
                <a:lnTo>
                  <a:pt x="140" y="372"/>
                </a:lnTo>
                <a:lnTo>
                  <a:pt x="140" y="373"/>
                </a:lnTo>
                <a:lnTo>
                  <a:pt x="140" y="374"/>
                </a:lnTo>
                <a:lnTo>
                  <a:pt x="138" y="374"/>
                </a:lnTo>
                <a:lnTo>
                  <a:pt x="137" y="374"/>
                </a:lnTo>
                <a:lnTo>
                  <a:pt x="137" y="375"/>
                </a:lnTo>
                <a:lnTo>
                  <a:pt x="137" y="374"/>
                </a:lnTo>
                <a:lnTo>
                  <a:pt x="136" y="376"/>
                </a:lnTo>
                <a:lnTo>
                  <a:pt x="136" y="377"/>
                </a:lnTo>
                <a:lnTo>
                  <a:pt x="135" y="377"/>
                </a:lnTo>
                <a:lnTo>
                  <a:pt x="134" y="377"/>
                </a:lnTo>
                <a:lnTo>
                  <a:pt x="133" y="376"/>
                </a:lnTo>
                <a:lnTo>
                  <a:pt x="131" y="376"/>
                </a:lnTo>
                <a:lnTo>
                  <a:pt x="132" y="377"/>
                </a:lnTo>
                <a:lnTo>
                  <a:pt x="132" y="379"/>
                </a:lnTo>
                <a:lnTo>
                  <a:pt x="131" y="379"/>
                </a:lnTo>
                <a:lnTo>
                  <a:pt x="130" y="379"/>
                </a:lnTo>
                <a:lnTo>
                  <a:pt x="129" y="380"/>
                </a:lnTo>
                <a:lnTo>
                  <a:pt x="129" y="381"/>
                </a:lnTo>
                <a:lnTo>
                  <a:pt x="128" y="382"/>
                </a:lnTo>
                <a:lnTo>
                  <a:pt x="128" y="381"/>
                </a:lnTo>
                <a:lnTo>
                  <a:pt x="127" y="381"/>
                </a:lnTo>
                <a:lnTo>
                  <a:pt x="127" y="380"/>
                </a:lnTo>
                <a:lnTo>
                  <a:pt x="126" y="379"/>
                </a:lnTo>
                <a:lnTo>
                  <a:pt x="125" y="379"/>
                </a:lnTo>
                <a:lnTo>
                  <a:pt x="124" y="379"/>
                </a:lnTo>
                <a:lnTo>
                  <a:pt x="124" y="380"/>
                </a:lnTo>
                <a:lnTo>
                  <a:pt x="123" y="380"/>
                </a:lnTo>
                <a:lnTo>
                  <a:pt x="122" y="380"/>
                </a:lnTo>
                <a:lnTo>
                  <a:pt x="120" y="381"/>
                </a:lnTo>
                <a:lnTo>
                  <a:pt x="119" y="381"/>
                </a:lnTo>
                <a:lnTo>
                  <a:pt x="119" y="380"/>
                </a:lnTo>
                <a:lnTo>
                  <a:pt x="118" y="379"/>
                </a:lnTo>
                <a:lnTo>
                  <a:pt x="117" y="378"/>
                </a:lnTo>
                <a:lnTo>
                  <a:pt x="116" y="378"/>
                </a:lnTo>
                <a:lnTo>
                  <a:pt x="116" y="377"/>
                </a:lnTo>
                <a:lnTo>
                  <a:pt x="114" y="377"/>
                </a:lnTo>
                <a:lnTo>
                  <a:pt x="113" y="377"/>
                </a:lnTo>
                <a:lnTo>
                  <a:pt x="111" y="377"/>
                </a:lnTo>
                <a:lnTo>
                  <a:pt x="110" y="377"/>
                </a:lnTo>
                <a:lnTo>
                  <a:pt x="108" y="376"/>
                </a:lnTo>
                <a:lnTo>
                  <a:pt x="107" y="375"/>
                </a:lnTo>
                <a:lnTo>
                  <a:pt x="106" y="375"/>
                </a:lnTo>
                <a:lnTo>
                  <a:pt x="105" y="376"/>
                </a:lnTo>
                <a:lnTo>
                  <a:pt x="105" y="377"/>
                </a:lnTo>
                <a:lnTo>
                  <a:pt x="105" y="378"/>
                </a:lnTo>
                <a:lnTo>
                  <a:pt x="104" y="378"/>
                </a:lnTo>
                <a:lnTo>
                  <a:pt x="104" y="379"/>
                </a:lnTo>
                <a:lnTo>
                  <a:pt x="103" y="379"/>
                </a:lnTo>
                <a:lnTo>
                  <a:pt x="101" y="379"/>
                </a:lnTo>
                <a:lnTo>
                  <a:pt x="100" y="379"/>
                </a:lnTo>
                <a:lnTo>
                  <a:pt x="97" y="380"/>
                </a:lnTo>
                <a:lnTo>
                  <a:pt x="95" y="380"/>
                </a:lnTo>
                <a:lnTo>
                  <a:pt x="93" y="380"/>
                </a:lnTo>
                <a:lnTo>
                  <a:pt x="92" y="381"/>
                </a:lnTo>
                <a:lnTo>
                  <a:pt x="91" y="381"/>
                </a:lnTo>
                <a:lnTo>
                  <a:pt x="90" y="381"/>
                </a:lnTo>
                <a:lnTo>
                  <a:pt x="90" y="380"/>
                </a:lnTo>
                <a:lnTo>
                  <a:pt x="89" y="380"/>
                </a:lnTo>
                <a:lnTo>
                  <a:pt x="88" y="380"/>
                </a:lnTo>
                <a:lnTo>
                  <a:pt x="88" y="379"/>
                </a:lnTo>
                <a:lnTo>
                  <a:pt x="87" y="379"/>
                </a:lnTo>
                <a:lnTo>
                  <a:pt x="86" y="378"/>
                </a:lnTo>
                <a:lnTo>
                  <a:pt x="85" y="378"/>
                </a:lnTo>
                <a:lnTo>
                  <a:pt x="84" y="378"/>
                </a:lnTo>
                <a:lnTo>
                  <a:pt x="83" y="378"/>
                </a:lnTo>
                <a:lnTo>
                  <a:pt x="81" y="378"/>
                </a:lnTo>
                <a:lnTo>
                  <a:pt x="81" y="377"/>
                </a:lnTo>
                <a:lnTo>
                  <a:pt x="80" y="377"/>
                </a:lnTo>
                <a:lnTo>
                  <a:pt x="79" y="377"/>
                </a:lnTo>
                <a:lnTo>
                  <a:pt x="79" y="379"/>
                </a:lnTo>
                <a:lnTo>
                  <a:pt x="79" y="380"/>
                </a:lnTo>
                <a:lnTo>
                  <a:pt x="78" y="381"/>
                </a:lnTo>
                <a:lnTo>
                  <a:pt x="76" y="381"/>
                </a:lnTo>
                <a:lnTo>
                  <a:pt x="76" y="380"/>
                </a:lnTo>
                <a:lnTo>
                  <a:pt x="75" y="380"/>
                </a:lnTo>
                <a:lnTo>
                  <a:pt x="74" y="380"/>
                </a:lnTo>
                <a:lnTo>
                  <a:pt x="74" y="379"/>
                </a:lnTo>
                <a:lnTo>
                  <a:pt x="73" y="379"/>
                </a:lnTo>
                <a:lnTo>
                  <a:pt x="72" y="379"/>
                </a:lnTo>
                <a:lnTo>
                  <a:pt x="71" y="379"/>
                </a:lnTo>
                <a:lnTo>
                  <a:pt x="69" y="379"/>
                </a:lnTo>
                <a:lnTo>
                  <a:pt x="68" y="379"/>
                </a:lnTo>
                <a:lnTo>
                  <a:pt x="67" y="379"/>
                </a:lnTo>
                <a:lnTo>
                  <a:pt x="66" y="379"/>
                </a:lnTo>
                <a:lnTo>
                  <a:pt x="65" y="379"/>
                </a:lnTo>
                <a:lnTo>
                  <a:pt x="64" y="379"/>
                </a:lnTo>
                <a:lnTo>
                  <a:pt x="63" y="378"/>
                </a:lnTo>
                <a:lnTo>
                  <a:pt x="62" y="378"/>
                </a:lnTo>
                <a:lnTo>
                  <a:pt x="62" y="377"/>
                </a:lnTo>
                <a:lnTo>
                  <a:pt x="61" y="376"/>
                </a:lnTo>
                <a:lnTo>
                  <a:pt x="60" y="375"/>
                </a:lnTo>
                <a:lnTo>
                  <a:pt x="60" y="374"/>
                </a:lnTo>
                <a:lnTo>
                  <a:pt x="60" y="373"/>
                </a:lnTo>
                <a:lnTo>
                  <a:pt x="59" y="373"/>
                </a:lnTo>
                <a:lnTo>
                  <a:pt x="58" y="373"/>
                </a:lnTo>
                <a:lnTo>
                  <a:pt x="58" y="372"/>
                </a:lnTo>
                <a:lnTo>
                  <a:pt x="58" y="371"/>
                </a:lnTo>
                <a:lnTo>
                  <a:pt x="58" y="370"/>
                </a:lnTo>
                <a:lnTo>
                  <a:pt x="57" y="370"/>
                </a:lnTo>
                <a:lnTo>
                  <a:pt x="57" y="371"/>
                </a:lnTo>
                <a:lnTo>
                  <a:pt x="56" y="370"/>
                </a:lnTo>
                <a:lnTo>
                  <a:pt x="57" y="370"/>
                </a:lnTo>
                <a:lnTo>
                  <a:pt x="57" y="369"/>
                </a:lnTo>
                <a:lnTo>
                  <a:pt x="57" y="367"/>
                </a:lnTo>
                <a:lnTo>
                  <a:pt x="56" y="365"/>
                </a:lnTo>
                <a:lnTo>
                  <a:pt x="56" y="364"/>
                </a:lnTo>
                <a:lnTo>
                  <a:pt x="55" y="364"/>
                </a:lnTo>
                <a:lnTo>
                  <a:pt x="55" y="363"/>
                </a:lnTo>
                <a:lnTo>
                  <a:pt x="56" y="363"/>
                </a:lnTo>
                <a:lnTo>
                  <a:pt x="57" y="362"/>
                </a:lnTo>
                <a:lnTo>
                  <a:pt x="57" y="361"/>
                </a:lnTo>
                <a:lnTo>
                  <a:pt x="56" y="359"/>
                </a:lnTo>
                <a:lnTo>
                  <a:pt x="55" y="358"/>
                </a:lnTo>
                <a:lnTo>
                  <a:pt x="55" y="357"/>
                </a:lnTo>
                <a:lnTo>
                  <a:pt x="55" y="356"/>
                </a:lnTo>
                <a:lnTo>
                  <a:pt x="54" y="356"/>
                </a:lnTo>
                <a:lnTo>
                  <a:pt x="54" y="355"/>
                </a:lnTo>
                <a:lnTo>
                  <a:pt x="53" y="355"/>
                </a:lnTo>
                <a:lnTo>
                  <a:pt x="53" y="354"/>
                </a:lnTo>
                <a:lnTo>
                  <a:pt x="52" y="353"/>
                </a:lnTo>
                <a:lnTo>
                  <a:pt x="51" y="353"/>
                </a:lnTo>
                <a:lnTo>
                  <a:pt x="50" y="353"/>
                </a:lnTo>
                <a:lnTo>
                  <a:pt x="48" y="352"/>
                </a:lnTo>
                <a:lnTo>
                  <a:pt x="47" y="351"/>
                </a:lnTo>
                <a:lnTo>
                  <a:pt x="46" y="351"/>
                </a:lnTo>
                <a:lnTo>
                  <a:pt x="45" y="350"/>
                </a:lnTo>
                <a:lnTo>
                  <a:pt x="44" y="350"/>
                </a:lnTo>
                <a:lnTo>
                  <a:pt x="43" y="350"/>
                </a:lnTo>
                <a:lnTo>
                  <a:pt x="43" y="351"/>
                </a:lnTo>
                <a:lnTo>
                  <a:pt x="42" y="352"/>
                </a:lnTo>
                <a:lnTo>
                  <a:pt x="42" y="351"/>
                </a:lnTo>
                <a:lnTo>
                  <a:pt x="41" y="350"/>
                </a:lnTo>
                <a:lnTo>
                  <a:pt x="40" y="351"/>
                </a:lnTo>
                <a:lnTo>
                  <a:pt x="40" y="352"/>
                </a:lnTo>
                <a:lnTo>
                  <a:pt x="39" y="352"/>
                </a:lnTo>
                <a:lnTo>
                  <a:pt x="38" y="352"/>
                </a:lnTo>
                <a:lnTo>
                  <a:pt x="38" y="351"/>
                </a:lnTo>
                <a:lnTo>
                  <a:pt x="38" y="350"/>
                </a:lnTo>
                <a:lnTo>
                  <a:pt x="38" y="349"/>
                </a:lnTo>
                <a:lnTo>
                  <a:pt x="37" y="348"/>
                </a:lnTo>
                <a:lnTo>
                  <a:pt x="37" y="347"/>
                </a:lnTo>
                <a:lnTo>
                  <a:pt x="38" y="347"/>
                </a:lnTo>
                <a:lnTo>
                  <a:pt x="39" y="346"/>
                </a:lnTo>
                <a:lnTo>
                  <a:pt x="39" y="345"/>
                </a:lnTo>
                <a:lnTo>
                  <a:pt x="38" y="344"/>
                </a:lnTo>
                <a:lnTo>
                  <a:pt x="37" y="344"/>
                </a:lnTo>
                <a:lnTo>
                  <a:pt x="36" y="345"/>
                </a:lnTo>
                <a:lnTo>
                  <a:pt x="36" y="346"/>
                </a:lnTo>
                <a:lnTo>
                  <a:pt x="35" y="345"/>
                </a:lnTo>
                <a:lnTo>
                  <a:pt x="33" y="344"/>
                </a:lnTo>
                <a:lnTo>
                  <a:pt x="34" y="343"/>
                </a:lnTo>
                <a:lnTo>
                  <a:pt x="35" y="342"/>
                </a:lnTo>
                <a:lnTo>
                  <a:pt x="35" y="341"/>
                </a:lnTo>
                <a:lnTo>
                  <a:pt x="36" y="342"/>
                </a:lnTo>
                <a:lnTo>
                  <a:pt x="36" y="341"/>
                </a:lnTo>
                <a:lnTo>
                  <a:pt x="37" y="341"/>
                </a:lnTo>
                <a:lnTo>
                  <a:pt x="37" y="340"/>
                </a:lnTo>
                <a:lnTo>
                  <a:pt x="35" y="340"/>
                </a:lnTo>
                <a:lnTo>
                  <a:pt x="34" y="340"/>
                </a:lnTo>
                <a:lnTo>
                  <a:pt x="34" y="341"/>
                </a:lnTo>
                <a:lnTo>
                  <a:pt x="33" y="341"/>
                </a:lnTo>
                <a:lnTo>
                  <a:pt x="34" y="340"/>
                </a:lnTo>
                <a:lnTo>
                  <a:pt x="33" y="340"/>
                </a:lnTo>
                <a:lnTo>
                  <a:pt x="32" y="340"/>
                </a:lnTo>
                <a:lnTo>
                  <a:pt x="31" y="340"/>
                </a:lnTo>
                <a:lnTo>
                  <a:pt x="30" y="340"/>
                </a:lnTo>
                <a:lnTo>
                  <a:pt x="30" y="339"/>
                </a:lnTo>
                <a:lnTo>
                  <a:pt x="29" y="338"/>
                </a:lnTo>
                <a:lnTo>
                  <a:pt x="28" y="338"/>
                </a:lnTo>
                <a:lnTo>
                  <a:pt x="28" y="337"/>
                </a:lnTo>
                <a:lnTo>
                  <a:pt x="28" y="336"/>
                </a:lnTo>
                <a:lnTo>
                  <a:pt x="28" y="335"/>
                </a:lnTo>
                <a:lnTo>
                  <a:pt x="27" y="335"/>
                </a:lnTo>
                <a:lnTo>
                  <a:pt x="26" y="336"/>
                </a:lnTo>
                <a:lnTo>
                  <a:pt x="25" y="336"/>
                </a:lnTo>
                <a:lnTo>
                  <a:pt x="22" y="336"/>
                </a:lnTo>
                <a:lnTo>
                  <a:pt x="21" y="336"/>
                </a:lnTo>
                <a:lnTo>
                  <a:pt x="21" y="337"/>
                </a:lnTo>
                <a:lnTo>
                  <a:pt x="20" y="338"/>
                </a:lnTo>
                <a:lnTo>
                  <a:pt x="19" y="338"/>
                </a:lnTo>
                <a:lnTo>
                  <a:pt x="19" y="339"/>
                </a:lnTo>
                <a:lnTo>
                  <a:pt x="18" y="339"/>
                </a:lnTo>
                <a:lnTo>
                  <a:pt x="18" y="338"/>
                </a:lnTo>
                <a:lnTo>
                  <a:pt x="17" y="338"/>
                </a:lnTo>
                <a:lnTo>
                  <a:pt x="17" y="337"/>
                </a:lnTo>
                <a:lnTo>
                  <a:pt x="16" y="337"/>
                </a:lnTo>
                <a:lnTo>
                  <a:pt x="16" y="336"/>
                </a:lnTo>
                <a:lnTo>
                  <a:pt x="15" y="337"/>
                </a:lnTo>
                <a:lnTo>
                  <a:pt x="14" y="337"/>
                </a:lnTo>
                <a:lnTo>
                  <a:pt x="14" y="336"/>
                </a:lnTo>
                <a:lnTo>
                  <a:pt x="13" y="336"/>
                </a:lnTo>
                <a:lnTo>
                  <a:pt x="12" y="336"/>
                </a:lnTo>
                <a:lnTo>
                  <a:pt x="11" y="337"/>
                </a:lnTo>
                <a:lnTo>
                  <a:pt x="10" y="338"/>
                </a:lnTo>
                <a:lnTo>
                  <a:pt x="10" y="339"/>
                </a:lnTo>
                <a:lnTo>
                  <a:pt x="9" y="339"/>
                </a:lnTo>
                <a:lnTo>
                  <a:pt x="8" y="338"/>
                </a:lnTo>
                <a:lnTo>
                  <a:pt x="8" y="337"/>
                </a:lnTo>
                <a:lnTo>
                  <a:pt x="6" y="336"/>
                </a:lnTo>
                <a:lnTo>
                  <a:pt x="6" y="335"/>
                </a:lnTo>
                <a:lnTo>
                  <a:pt x="6" y="334"/>
                </a:lnTo>
                <a:lnTo>
                  <a:pt x="6" y="333"/>
                </a:lnTo>
                <a:lnTo>
                  <a:pt x="5" y="333"/>
                </a:lnTo>
                <a:lnTo>
                  <a:pt x="4" y="333"/>
                </a:lnTo>
                <a:lnTo>
                  <a:pt x="4" y="335"/>
                </a:lnTo>
                <a:lnTo>
                  <a:pt x="3" y="336"/>
                </a:lnTo>
                <a:lnTo>
                  <a:pt x="3" y="335"/>
                </a:lnTo>
                <a:lnTo>
                  <a:pt x="1" y="335"/>
                </a:lnTo>
                <a:lnTo>
                  <a:pt x="0" y="335"/>
                </a:lnTo>
                <a:lnTo>
                  <a:pt x="0" y="334"/>
                </a:lnTo>
                <a:lnTo>
                  <a:pt x="1" y="334"/>
                </a:lnTo>
                <a:lnTo>
                  <a:pt x="2" y="334"/>
                </a:lnTo>
                <a:lnTo>
                  <a:pt x="2" y="333"/>
                </a:lnTo>
                <a:lnTo>
                  <a:pt x="3" y="333"/>
                </a:lnTo>
                <a:lnTo>
                  <a:pt x="3" y="332"/>
                </a:lnTo>
                <a:lnTo>
                  <a:pt x="3" y="331"/>
                </a:lnTo>
                <a:lnTo>
                  <a:pt x="1" y="331"/>
                </a:lnTo>
                <a:lnTo>
                  <a:pt x="0" y="331"/>
                </a:lnTo>
                <a:lnTo>
                  <a:pt x="0" y="330"/>
                </a:lnTo>
                <a:lnTo>
                  <a:pt x="0" y="328"/>
                </a:lnTo>
                <a:lnTo>
                  <a:pt x="1" y="328"/>
                </a:lnTo>
                <a:lnTo>
                  <a:pt x="2" y="328"/>
                </a:lnTo>
                <a:lnTo>
                  <a:pt x="3" y="327"/>
                </a:lnTo>
                <a:lnTo>
                  <a:pt x="4" y="327"/>
                </a:lnTo>
                <a:lnTo>
                  <a:pt x="5" y="327"/>
                </a:lnTo>
                <a:lnTo>
                  <a:pt x="6" y="326"/>
                </a:lnTo>
                <a:lnTo>
                  <a:pt x="6" y="325"/>
                </a:lnTo>
                <a:lnTo>
                  <a:pt x="6" y="324"/>
                </a:lnTo>
                <a:lnTo>
                  <a:pt x="5" y="323"/>
                </a:lnTo>
                <a:lnTo>
                  <a:pt x="4" y="322"/>
                </a:lnTo>
                <a:lnTo>
                  <a:pt x="3" y="321"/>
                </a:lnTo>
                <a:lnTo>
                  <a:pt x="2" y="320"/>
                </a:lnTo>
                <a:lnTo>
                  <a:pt x="2" y="319"/>
                </a:lnTo>
                <a:lnTo>
                  <a:pt x="3" y="318"/>
                </a:lnTo>
                <a:lnTo>
                  <a:pt x="3" y="317"/>
                </a:lnTo>
                <a:lnTo>
                  <a:pt x="4" y="317"/>
                </a:lnTo>
                <a:lnTo>
                  <a:pt x="5" y="317"/>
                </a:lnTo>
                <a:lnTo>
                  <a:pt x="5" y="316"/>
                </a:lnTo>
                <a:lnTo>
                  <a:pt x="6" y="316"/>
                </a:lnTo>
                <a:lnTo>
                  <a:pt x="7" y="316"/>
                </a:lnTo>
                <a:lnTo>
                  <a:pt x="10" y="316"/>
                </a:lnTo>
                <a:lnTo>
                  <a:pt x="10" y="315"/>
                </a:lnTo>
                <a:lnTo>
                  <a:pt x="10" y="314"/>
                </a:lnTo>
                <a:lnTo>
                  <a:pt x="10" y="313"/>
                </a:lnTo>
                <a:lnTo>
                  <a:pt x="10" y="311"/>
                </a:lnTo>
                <a:lnTo>
                  <a:pt x="10" y="310"/>
                </a:lnTo>
                <a:lnTo>
                  <a:pt x="11" y="310"/>
                </a:lnTo>
                <a:lnTo>
                  <a:pt x="12" y="310"/>
                </a:lnTo>
                <a:lnTo>
                  <a:pt x="13" y="308"/>
                </a:lnTo>
                <a:lnTo>
                  <a:pt x="14" y="308"/>
                </a:lnTo>
                <a:lnTo>
                  <a:pt x="14" y="307"/>
                </a:lnTo>
                <a:lnTo>
                  <a:pt x="14" y="306"/>
                </a:lnTo>
                <a:lnTo>
                  <a:pt x="14" y="307"/>
                </a:lnTo>
                <a:lnTo>
                  <a:pt x="15" y="306"/>
                </a:lnTo>
                <a:lnTo>
                  <a:pt x="15" y="305"/>
                </a:lnTo>
                <a:lnTo>
                  <a:pt x="16" y="304"/>
                </a:lnTo>
                <a:lnTo>
                  <a:pt x="17" y="303"/>
                </a:lnTo>
                <a:lnTo>
                  <a:pt x="18" y="302"/>
                </a:lnTo>
                <a:lnTo>
                  <a:pt x="18" y="303"/>
                </a:lnTo>
                <a:lnTo>
                  <a:pt x="18" y="302"/>
                </a:lnTo>
                <a:lnTo>
                  <a:pt x="18" y="301"/>
                </a:lnTo>
                <a:lnTo>
                  <a:pt x="18" y="300"/>
                </a:lnTo>
                <a:lnTo>
                  <a:pt x="18" y="299"/>
                </a:lnTo>
                <a:lnTo>
                  <a:pt x="18" y="298"/>
                </a:lnTo>
                <a:lnTo>
                  <a:pt x="19" y="298"/>
                </a:lnTo>
                <a:lnTo>
                  <a:pt x="19" y="297"/>
                </a:lnTo>
                <a:lnTo>
                  <a:pt x="23" y="297"/>
                </a:lnTo>
                <a:lnTo>
                  <a:pt x="24" y="296"/>
                </a:lnTo>
                <a:lnTo>
                  <a:pt x="24" y="295"/>
                </a:lnTo>
                <a:lnTo>
                  <a:pt x="24" y="294"/>
                </a:lnTo>
                <a:lnTo>
                  <a:pt x="24" y="293"/>
                </a:lnTo>
                <a:lnTo>
                  <a:pt x="25" y="293"/>
                </a:lnTo>
                <a:lnTo>
                  <a:pt x="25" y="294"/>
                </a:lnTo>
                <a:lnTo>
                  <a:pt x="26" y="294"/>
                </a:lnTo>
                <a:lnTo>
                  <a:pt x="27" y="294"/>
                </a:lnTo>
                <a:lnTo>
                  <a:pt x="27" y="295"/>
                </a:lnTo>
                <a:lnTo>
                  <a:pt x="28" y="294"/>
                </a:lnTo>
                <a:lnTo>
                  <a:pt x="28" y="293"/>
                </a:lnTo>
                <a:lnTo>
                  <a:pt x="27" y="293"/>
                </a:lnTo>
                <a:lnTo>
                  <a:pt x="28" y="293"/>
                </a:lnTo>
                <a:lnTo>
                  <a:pt x="29" y="292"/>
                </a:lnTo>
                <a:lnTo>
                  <a:pt x="31" y="292"/>
                </a:lnTo>
                <a:lnTo>
                  <a:pt x="32" y="292"/>
                </a:lnTo>
                <a:lnTo>
                  <a:pt x="32" y="293"/>
                </a:lnTo>
                <a:lnTo>
                  <a:pt x="33" y="293"/>
                </a:lnTo>
                <a:lnTo>
                  <a:pt x="34" y="293"/>
                </a:lnTo>
                <a:lnTo>
                  <a:pt x="35" y="293"/>
                </a:lnTo>
                <a:lnTo>
                  <a:pt x="36" y="293"/>
                </a:lnTo>
                <a:lnTo>
                  <a:pt x="37" y="293"/>
                </a:lnTo>
                <a:lnTo>
                  <a:pt x="38" y="292"/>
                </a:lnTo>
                <a:lnTo>
                  <a:pt x="39" y="292"/>
                </a:lnTo>
                <a:lnTo>
                  <a:pt x="39" y="291"/>
                </a:lnTo>
                <a:lnTo>
                  <a:pt x="40" y="291"/>
                </a:lnTo>
                <a:lnTo>
                  <a:pt x="40" y="290"/>
                </a:lnTo>
                <a:lnTo>
                  <a:pt x="41" y="290"/>
                </a:lnTo>
                <a:lnTo>
                  <a:pt x="41" y="289"/>
                </a:lnTo>
                <a:lnTo>
                  <a:pt x="42" y="288"/>
                </a:lnTo>
                <a:lnTo>
                  <a:pt x="43" y="288"/>
                </a:lnTo>
                <a:lnTo>
                  <a:pt x="44" y="288"/>
                </a:lnTo>
                <a:lnTo>
                  <a:pt x="45" y="287"/>
                </a:lnTo>
                <a:lnTo>
                  <a:pt x="46" y="286"/>
                </a:lnTo>
                <a:lnTo>
                  <a:pt x="47" y="286"/>
                </a:lnTo>
                <a:lnTo>
                  <a:pt x="48" y="286"/>
                </a:lnTo>
                <a:lnTo>
                  <a:pt x="48" y="285"/>
                </a:lnTo>
                <a:lnTo>
                  <a:pt x="49" y="285"/>
                </a:lnTo>
                <a:lnTo>
                  <a:pt x="48" y="284"/>
                </a:lnTo>
                <a:lnTo>
                  <a:pt x="48" y="283"/>
                </a:lnTo>
                <a:lnTo>
                  <a:pt x="48" y="282"/>
                </a:lnTo>
                <a:lnTo>
                  <a:pt x="48" y="281"/>
                </a:lnTo>
                <a:lnTo>
                  <a:pt x="48" y="280"/>
                </a:lnTo>
                <a:lnTo>
                  <a:pt x="47" y="280"/>
                </a:lnTo>
                <a:lnTo>
                  <a:pt x="47" y="279"/>
                </a:lnTo>
                <a:lnTo>
                  <a:pt x="48" y="279"/>
                </a:lnTo>
                <a:lnTo>
                  <a:pt x="49" y="279"/>
                </a:lnTo>
                <a:lnTo>
                  <a:pt x="50" y="278"/>
                </a:lnTo>
                <a:lnTo>
                  <a:pt x="51" y="278"/>
                </a:lnTo>
                <a:lnTo>
                  <a:pt x="51" y="277"/>
                </a:lnTo>
                <a:lnTo>
                  <a:pt x="52" y="276"/>
                </a:lnTo>
                <a:lnTo>
                  <a:pt x="52" y="275"/>
                </a:lnTo>
                <a:lnTo>
                  <a:pt x="53" y="275"/>
                </a:lnTo>
                <a:lnTo>
                  <a:pt x="53" y="274"/>
                </a:lnTo>
                <a:lnTo>
                  <a:pt x="53" y="273"/>
                </a:lnTo>
                <a:lnTo>
                  <a:pt x="53" y="272"/>
                </a:lnTo>
                <a:lnTo>
                  <a:pt x="54" y="272"/>
                </a:lnTo>
                <a:lnTo>
                  <a:pt x="55" y="271"/>
                </a:lnTo>
                <a:lnTo>
                  <a:pt x="55" y="269"/>
                </a:lnTo>
                <a:lnTo>
                  <a:pt x="56" y="269"/>
                </a:lnTo>
                <a:lnTo>
                  <a:pt x="57" y="269"/>
                </a:lnTo>
                <a:lnTo>
                  <a:pt x="56" y="269"/>
                </a:lnTo>
                <a:lnTo>
                  <a:pt x="55" y="269"/>
                </a:lnTo>
                <a:lnTo>
                  <a:pt x="56" y="269"/>
                </a:lnTo>
                <a:lnTo>
                  <a:pt x="57" y="269"/>
                </a:lnTo>
                <a:lnTo>
                  <a:pt x="57" y="268"/>
                </a:lnTo>
                <a:lnTo>
                  <a:pt x="58" y="268"/>
                </a:lnTo>
                <a:lnTo>
                  <a:pt x="58" y="267"/>
                </a:lnTo>
                <a:lnTo>
                  <a:pt x="59" y="267"/>
                </a:lnTo>
                <a:lnTo>
                  <a:pt x="60" y="265"/>
                </a:lnTo>
                <a:lnTo>
                  <a:pt x="60" y="264"/>
                </a:lnTo>
                <a:lnTo>
                  <a:pt x="61" y="263"/>
                </a:lnTo>
                <a:lnTo>
                  <a:pt x="62" y="263"/>
                </a:lnTo>
                <a:lnTo>
                  <a:pt x="62" y="262"/>
                </a:lnTo>
                <a:lnTo>
                  <a:pt x="64" y="261"/>
                </a:lnTo>
                <a:lnTo>
                  <a:pt x="66" y="261"/>
                </a:lnTo>
                <a:lnTo>
                  <a:pt x="67" y="261"/>
                </a:lnTo>
                <a:lnTo>
                  <a:pt x="69" y="261"/>
                </a:lnTo>
                <a:lnTo>
                  <a:pt x="70" y="261"/>
                </a:lnTo>
                <a:lnTo>
                  <a:pt x="70" y="260"/>
                </a:lnTo>
                <a:lnTo>
                  <a:pt x="71" y="260"/>
                </a:lnTo>
                <a:lnTo>
                  <a:pt x="72" y="260"/>
                </a:lnTo>
                <a:lnTo>
                  <a:pt x="74" y="260"/>
                </a:lnTo>
                <a:lnTo>
                  <a:pt x="75" y="259"/>
                </a:lnTo>
                <a:lnTo>
                  <a:pt x="76" y="259"/>
                </a:lnTo>
                <a:lnTo>
                  <a:pt x="77" y="259"/>
                </a:lnTo>
                <a:lnTo>
                  <a:pt x="78" y="259"/>
                </a:lnTo>
                <a:lnTo>
                  <a:pt x="79" y="259"/>
                </a:lnTo>
                <a:lnTo>
                  <a:pt x="79" y="257"/>
                </a:lnTo>
                <a:lnTo>
                  <a:pt x="79" y="256"/>
                </a:lnTo>
                <a:lnTo>
                  <a:pt x="79" y="255"/>
                </a:lnTo>
                <a:lnTo>
                  <a:pt x="80" y="255"/>
                </a:lnTo>
                <a:lnTo>
                  <a:pt x="80" y="254"/>
                </a:lnTo>
                <a:lnTo>
                  <a:pt x="80" y="253"/>
                </a:lnTo>
                <a:lnTo>
                  <a:pt x="81" y="254"/>
                </a:lnTo>
                <a:lnTo>
                  <a:pt x="82" y="252"/>
                </a:lnTo>
                <a:lnTo>
                  <a:pt x="82" y="251"/>
                </a:lnTo>
                <a:lnTo>
                  <a:pt x="83" y="251"/>
                </a:lnTo>
                <a:lnTo>
                  <a:pt x="84" y="251"/>
                </a:lnTo>
                <a:lnTo>
                  <a:pt x="85" y="250"/>
                </a:lnTo>
                <a:lnTo>
                  <a:pt x="85" y="249"/>
                </a:lnTo>
                <a:lnTo>
                  <a:pt x="86" y="249"/>
                </a:lnTo>
                <a:lnTo>
                  <a:pt x="86" y="248"/>
                </a:lnTo>
                <a:lnTo>
                  <a:pt x="89" y="249"/>
                </a:lnTo>
                <a:lnTo>
                  <a:pt x="90" y="249"/>
                </a:lnTo>
                <a:lnTo>
                  <a:pt x="91" y="249"/>
                </a:lnTo>
                <a:lnTo>
                  <a:pt x="92" y="249"/>
                </a:lnTo>
                <a:lnTo>
                  <a:pt x="92" y="248"/>
                </a:lnTo>
                <a:lnTo>
                  <a:pt x="94" y="248"/>
                </a:lnTo>
                <a:lnTo>
                  <a:pt x="94" y="247"/>
                </a:lnTo>
                <a:lnTo>
                  <a:pt x="95" y="246"/>
                </a:lnTo>
                <a:lnTo>
                  <a:pt x="95" y="247"/>
                </a:lnTo>
                <a:lnTo>
                  <a:pt x="95" y="248"/>
                </a:lnTo>
                <a:lnTo>
                  <a:pt x="95" y="247"/>
                </a:lnTo>
                <a:lnTo>
                  <a:pt x="96" y="246"/>
                </a:lnTo>
                <a:lnTo>
                  <a:pt x="96" y="244"/>
                </a:lnTo>
                <a:lnTo>
                  <a:pt x="96" y="243"/>
                </a:lnTo>
                <a:lnTo>
                  <a:pt x="95" y="243"/>
                </a:lnTo>
                <a:lnTo>
                  <a:pt x="95" y="242"/>
                </a:lnTo>
                <a:lnTo>
                  <a:pt x="96" y="242"/>
                </a:lnTo>
                <a:lnTo>
                  <a:pt x="96" y="241"/>
                </a:lnTo>
                <a:lnTo>
                  <a:pt x="97" y="241"/>
                </a:lnTo>
                <a:lnTo>
                  <a:pt x="98" y="241"/>
                </a:lnTo>
                <a:lnTo>
                  <a:pt x="98" y="240"/>
                </a:lnTo>
                <a:lnTo>
                  <a:pt x="98" y="239"/>
                </a:lnTo>
                <a:lnTo>
                  <a:pt x="98" y="238"/>
                </a:lnTo>
                <a:lnTo>
                  <a:pt x="99" y="237"/>
                </a:lnTo>
                <a:lnTo>
                  <a:pt x="101" y="237"/>
                </a:lnTo>
                <a:lnTo>
                  <a:pt x="102" y="237"/>
                </a:lnTo>
                <a:lnTo>
                  <a:pt x="103" y="237"/>
                </a:lnTo>
                <a:lnTo>
                  <a:pt x="104" y="236"/>
                </a:lnTo>
                <a:lnTo>
                  <a:pt x="106" y="236"/>
                </a:lnTo>
                <a:lnTo>
                  <a:pt x="107" y="236"/>
                </a:lnTo>
                <a:lnTo>
                  <a:pt x="108" y="237"/>
                </a:lnTo>
                <a:lnTo>
                  <a:pt x="109" y="237"/>
                </a:lnTo>
                <a:lnTo>
                  <a:pt x="110" y="237"/>
                </a:lnTo>
                <a:lnTo>
                  <a:pt x="111" y="237"/>
                </a:lnTo>
                <a:lnTo>
                  <a:pt x="111" y="236"/>
                </a:lnTo>
                <a:lnTo>
                  <a:pt x="111" y="235"/>
                </a:lnTo>
                <a:lnTo>
                  <a:pt x="111" y="234"/>
                </a:lnTo>
                <a:lnTo>
                  <a:pt x="111" y="233"/>
                </a:lnTo>
                <a:lnTo>
                  <a:pt x="111" y="232"/>
                </a:lnTo>
                <a:lnTo>
                  <a:pt x="112" y="232"/>
                </a:lnTo>
                <a:lnTo>
                  <a:pt x="112" y="231"/>
                </a:lnTo>
                <a:lnTo>
                  <a:pt x="113" y="231"/>
                </a:lnTo>
                <a:lnTo>
                  <a:pt x="113" y="230"/>
                </a:lnTo>
                <a:lnTo>
                  <a:pt x="114" y="229"/>
                </a:lnTo>
                <a:lnTo>
                  <a:pt x="114" y="228"/>
                </a:lnTo>
                <a:lnTo>
                  <a:pt x="113" y="228"/>
                </a:lnTo>
                <a:lnTo>
                  <a:pt x="114" y="228"/>
                </a:lnTo>
                <a:lnTo>
                  <a:pt x="115" y="228"/>
                </a:lnTo>
                <a:lnTo>
                  <a:pt x="114" y="227"/>
                </a:lnTo>
                <a:lnTo>
                  <a:pt x="115" y="227"/>
                </a:lnTo>
                <a:lnTo>
                  <a:pt x="114" y="226"/>
                </a:lnTo>
                <a:lnTo>
                  <a:pt x="114" y="225"/>
                </a:lnTo>
                <a:lnTo>
                  <a:pt x="115" y="225"/>
                </a:lnTo>
                <a:lnTo>
                  <a:pt x="115" y="224"/>
                </a:lnTo>
                <a:lnTo>
                  <a:pt x="115" y="223"/>
                </a:lnTo>
                <a:lnTo>
                  <a:pt x="115" y="222"/>
                </a:lnTo>
                <a:lnTo>
                  <a:pt x="116" y="222"/>
                </a:lnTo>
                <a:lnTo>
                  <a:pt x="115" y="222"/>
                </a:lnTo>
                <a:lnTo>
                  <a:pt x="114" y="222"/>
                </a:lnTo>
                <a:lnTo>
                  <a:pt x="113" y="222"/>
                </a:lnTo>
                <a:lnTo>
                  <a:pt x="113" y="223"/>
                </a:lnTo>
                <a:lnTo>
                  <a:pt x="112" y="223"/>
                </a:lnTo>
                <a:lnTo>
                  <a:pt x="111" y="223"/>
                </a:lnTo>
                <a:lnTo>
                  <a:pt x="111" y="224"/>
                </a:lnTo>
                <a:lnTo>
                  <a:pt x="110" y="224"/>
                </a:lnTo>
                <a:lnTo>
                  <a:pt x="110" y="225"/>
                </a:lnTo>
                <a:lnTo>
                  <a:pt x="109" y="225"/>
                </a:lnTo>
                <a:lnTo>
                  <a:pt x="109" y="226"/>
                </a:lnTo>
                <a:lnTo>
                  <a:pt x="108" y="226"/>
                </a:lnTo>
                <a:lnTo>
                  <a:pt x="108" y="227"/>
                </a:lnTo>
                <a:lnTo>
                  <a:pt x="107" y="227"/>
                </a:lnTo>
                <a:lnTo>
                  <a:pt x="107" y="228"/>
                </a:lnTo>
                <a:lnTo>
                  <a:pt x="106" y="228"/>
                </a:lnTo>
                <a:lnTo>
                  <a:pt x="106" y="229"/>
                </a:lnTo>
                <a:lnTo>
                  <a:pt x="105" y="229"/>
                </a:lnTo>
                <a:lnTo>
                  <a:pt x="104" y="229"/>
                </a:lnTo>
                <a:lnTo>
                  <a:pt x="103" y="229"/>
                </a:lnTo>
                <a:lnTo>
                  <a:pt x="102" y="229"/>
                </a:lnTo>
                <a:lnTo>
                  <a:pt x="101" y="230"/>
                </a:lnTo>
                <a:lnTo>
                  <a:pt x="100" y="230"/>
                </a:lnTo>
                <a:lnTo>
                  <a:pt x="99" y="231"/>
                </a:lnTo>
                <a:lnTo>
                  <a:pt x="98" y="231"/>
                </a:lnTo>
                <a:lnTo>
                  <a:pt x="97" y="231"/>
                </a:lnTo>
                <a:lnTo>
                  <a:pt x="96" y="231"/>
                </a:lnTo>
                <a:lnTo>
                  <a:pt x="95" y="232"/>
                </a:lnTo>
                <a:lnTo>
                  <a:pt x="94" y="232"/>
                </a:lnTo>
                <a:lnTo>
                  <a:pt x="94" y="233"/>
                </a:lnTo>
                <a:lnTo>
                  <a:pt x="93" y="233"/>
                </a:lnTo>
                <a:lnTo>
                  <a:pt x="92" y="233"/>
                </a:lnTo>
                <a:lnTo>
                  <a:pt x="92" y="232"/>
                </a:lnTo>
                <a:lnTo>
                  <a:pt x="91" y="232"/>
                </a:lnTo>
                <a:lnTo>
                  <a:pt x="90" y="232"/>
                </a:lnTo>
                <a:lnTo>
                  <a:pt x="88" y="233"/>
                </a:lnTo>
                <a:lnTo>
                  <a:pt x="87" y="234"/>
                </a:lnTo>
                <a:lnTo>
                  <a:pt x="87" y="235"/>
                </a:lnTo>
                <a:lnTo>
                  <a:pt x="86" y="236"/>
                </a:lnTo>
                <a:lnTo>
                  <a:pt x="85" y="236"/>
                </a:lnTo>
                <a:lnTo>
                  <a:pt x="83" y="237"/>
                </a:lnTo>
                <a:lnTo>
                  <a:pt x="82" y="237"/>
                </a:lnTo>
                <a:lnTo>
                  <a:pt x="81" y="236"/>
                </a:lnTo>
                <a:lnTo>
                  <a:pt x="80" y="237"/>
                </a:lnTo>
                <a:lnTo>
                  <a:pt x="79" y="237"/>
                </a:lnTo>
                <a:lnTo>
                  <a:pt x="78" y="238"/>
                </a:lnTo>
                <a:lnTo>
                  <a:pt x="78" y="239"/>
                </a:lnTo>
                <a:lnTo>
                  <a:pt x="77" y="240"/>
                </a:lnTo>
                <a:lnTo>
                  <a:pt x="76" y="240"/>
                </a:lnTo>
                <a:lnTo>
                  <a:pt x="75" y="240"/>
                </a:lnTo>
                <a:lnTo>
                  <a:pt x="75" y="241"/>
                </a:lnTo>
                <a:lnTo>
                  <a:pt x="74" y="241"/>
                </a:lnTo>
                <a:lnTo>
                  <a:pt x="74" y="242"/>
                </a:lnTo>
                <a:lnTo>
                  <a:pt x="72" y="241"/>
                </a:lnTo>
                <a:lnTo>
                  <a:pt x="71" y="241"/>
                </a:lnTo>
                <a:lnTo>
                  <a:pt x="70" y="241"/>
                </a:lnTo>
                <a:lnTo>
                  <a:pt x="69" y="241"/>
                </a:lnTo>
                <a:lnTo>
                  <a:pt x="69" y="242"/>
                </a:lnTo>
                <a:lnTo>
                  <a:pt x="68" y="242"/>
                </a:lnTo>
                <a:lnTo>
                  <a:pt x="67" y="243"/>
                </a:lnTo>
                <a:lnTo>
                  <a:pt x="65" y="244"/>
                </a:lnTo>
                <a:lnTo>
                  <a:pt x="64" y="245"/>
                </a:lnTo>
                <a:lnTo>
                  <a:pt x="63" y="245"/>
                </a:lnTo>
                <a:lnTo>
                  <a:pt x="62" y="245"/>
                </a:lnTo>
                <a:lnTo>
                  <a:pt x="61" y="245"/>
                </a:lnTo>
                <a:lnTo>
                  <a:pt x="60" y="246"/>
                </a:lnTo>
                <a:lnTo>
                  <a:pt x="59" y="246"/>
                </a:lnTo>
                <a:lnTo>
                  <a:pt x="59" y="247"/>
                </a:lnTo>
                <a:lnTo>
                  <a:pt x="58" y="247"/>
                </a:lnTo>
                <a:lnTo>
                  <a:pt x="57" y="247"/>
                </a:lnTo>
                <a:lnTo>
                  <a:pt x="57" y="248"/>
                </a:lnTo>
                <a:lnTo>
                  <a:pt x="55" y="250"/>
                </a:lnTo>
                <a:lnTo>
                  <a:pt x="53" y="252"/>
                </a:lnTo>
                <a:lnTo>
                  <a:pt x="53" y="253"/>
                </a:lnTo>
                <a:lnTo>
                  <a:pt x="52" y="253"/>
                </a:lnTo>
                <a:lnTo>
                  <a:pt x="52" y="254"/>
                </a:lnTo>
                <a:lnTo>
                  <a:pt x="51" y="254"/>
                </a:lnTo>
                <a:lnTo>
                  <a:pt x="50" y="255"/>
                </a:lnTo>
                <a:lnTo>
                  <a:pt x="49" y="255"/>
                </a:lnTo>
                <a:lnTo>
                  <a:pt x="49" y="256"/>
                </a:lnTo>
                <a:lnTo>
                  <a:pt x="48" y="256"/>
                </a:lnTo>
                <a:lnTo>
                  <a:pt x="48" y="255"/>
                </a:lnTo>
                <a:lnTo>
                  <a:pt x="47" y="255"/>
                </a:lnTo>
                <a:lnTo>
                  <a:pt x="46" y="255"/>
                </a:lnTo>
                <a:lnTo>
                  <a:pt x="46" y="254"/>
                </a:lnTo>
                <a:lnTo>
                  <a:pt x="46" y="253"/>
                </a:lnTo>
                <a:lnTo>
                  <a:pt x="46" y="252"/>
                </a:lnTo>
                <a:lnTo>
                  <a:pt x="47" y="252"/>
                </a:lnTo>
                <a:lnTo>
                  <a:pt x="47" y="251"/>
                </a:lnTo>
                <a:lnTo>
                  <a:pt x="47" y="250"/>
                </a:lnTo>
                <a:lnTo>
                  <a:pt x="48" y="249"/>
                </a:lnTo>
                <a:lnTo>
                  <a:pt x="48" y="248"/>
                </a:lnTo>
                <a:lnTo>
                  <a:pt x="47" y="247"/>
                </a:lnTo>
                <a:lnTo>
                  <a:pt x="48" y="247"/>
                </a:lnTo>
                <a:lnTo>
                  <a:pt x="49" y="246"/>
                </a:lnTo>
                <a:lnTo>
                  <a:pt x="49" y="244"/>
                </a:lnTo>
                <a:lnTo>
                  <a:pt x="49" y="241"/>
                </a:lnTo>
                <a:lnTo>
                  <a:pt x="49" y="240"/>
                </a:lnTo>
                <a:lnTo>
                  <a:pt x="48" y="240"/>
                </a:lnTo>
                <a:lnTo>
                  <a:pt x="48" y="239"/>
                </a:lnTo>
                <a:lnTo>
                  <a:pt x="49" y="238"/>
                </a:lnTo>
                <a:lnTo>
                  <a:pt x="48" y="238"/>
                </a:lnTo>
                <a:lnTo>
                  <a:pt x="48" y="237"/>
                </a:lnTo>
                <a:lnTo>
                  <a:pt x="49" y="236"/>
                </a:lnTo>
                <a:lnTo>
                  <a:pt x="50" y="236"/>
                </a:lnTo>
                <a:lnTo>
                  <a:pt x="51" y="236"/>
                </a:lnTo>
                <a:lnTo>
                  <a:pt x="52" y="235"/>
                </a:lnTo>
                <a:lnTo>
                  <a:pt x="52" y="234"/>
                </a:lnTo>
                <a:lnTo>
                  <a:pt x="53" y="234"/>
                </a:lnTo>
                <a:lnTo>
                  <a:pt x="54" y="233"/>
                </a:lnTo>
                <a:lnTo>
                  <a:pt x="55" y="233"/>
                </a:lnTo>
                <a:lnTo>
                  <a:pt x="56" y="233"/>
                </a:lnTo>
                <a:lnTo>
                  <a:pt x="57" y="233"/>
                </a:lnTo>
                <a:lnTo>
                  <a:pt x="57" y="232"/>
                </a:lnTo>
                <a:lnTo>
                  <a:pt x="57" y="231"/>
                </a:lnTo>
                <a:lnTo>
                  <a:pt x="57" y="230"/>
                </a:lnTo>
                <a:lnTo>
                  <a:pt x="57" y="228"/>
                </a:lnTo>
                <a:lnTo>
                  <a:pt x="57" y="227"/>
                </a:lnTo>
                <a:lnTo>
                  <a:pt x="58" y="225"/>
                </a:lnTo>
                <a:lnTo>
                  <a:pt x="59" y="224"/>
                </a:lnTo>
                <a:lnTo>
                  <a:pt x="59" y="223"/>
                </a:lnTo>
                <a:lnTo>
                  <a:pt x="59" y="222"/>
                </a:lnTo>
                <a:lnTo>
                  <a:pt x="60" y="222"/>
                </a:lnTo>
                <a:lnTo>
                  <a:pt x="60" y="221"/>
                </a:lnTo>
                <a:lnTo>
                  <a:pt x="60" y="220"/>
                </a:lnTo>
                <a:lnTo>
                  <a:pt x="60" y="219"/>
                </a:lnTo>
                <a:lnTo>
                  <a:pt x="60" y="218"/>
                </a:lnTo>
                <a:lnTo>
                  <a:pt x="60" y="217"/>
                </a:lnTo>
                <a:lnTo>
                  <a:pt x="59" y="217"/>
                </a:lnTo>
                <a:lnTo>
                  <a:pt x="59" y="216"/>
                </a:lnTo>
                <a:lnTo>
                  <a:pt x="60" y="216"/>
                </a:lnTo>
                <a:lnTo>
                  <a:pt x="59" y="215"/>
                </a:lnTo>
                <a:lnTo>
                  <a:pt x="59" y="214"/>
                </a:lnTo>
                <a:lnTo>
                  <a:pt x="59" y="213"/>
                </a:lnTo>
                <a:lnTo>
                  <a:pt x="60" y="213"/>
                </a:lnTo>
                <a:lnTo>
                  <a:pt x="59" y="212"/>
                </a:lnTo>
                <a:lnTo>
                  <a:pt x="59" y="211"/>
                </a:lnTo>
                <a:lnTo>
                  <a:pt x="59" y="210"/>
                </a:lnTo>
                <a:lnTo>
                  <a:pt x="59" y="209"/>
                </a:lnTo>
                <a:lnTo>
                  <a:pt x="59" y="208"/>
                </a:lnTo>
                <a:lnTo>
                  <a:pt x="58" y="208"/>
                </a:lnTo>
                <a:lnTo>
                  <a:pt x="58" y="207"/>
                </a:lnTo>
                <a:lnTo>
                  <a:pt x="58" y="206"/>
                </a:lnTo>
                <a:lnTo>
                  <a:pt x="58" y="205"/>
                </a:lnTo>
                <a:lnTo>
                  <a:pt x="57" y="205"/>
                </a:lnTo>
                <a:lnTo>
                  <a:pt x="56" y="205"/>
                </a:lnTo>
                <a:lnTo>
                  <a:pt x="55" y="205"/>
                </a:lnTo>
                <a:lnTo>
                  <a:pt x="55" y="204"/>
                </a:lnTo>
                <a:lnTo>
                  <a:pt x="54" y="204"/>
                </a:lnTo>
                <a:lnTo>
                  <a:pt x="54" y="203"/>
                </a:lnTo>
                <a:lnTo>
                  <a:pt x="54" y="202"/>
                </a:lnTo>
                <a:lnTo>
                  <a:pt x="54" y="201"/>
                </a:lnTo>
                <a:lnTo>
                  <a:pt x="54" y="200"/>
                </a:lnTo>
                <a:lnTo>
                  <a:pt x="53" y="200"/>
                </a:lnTo>
                <a:lnTo>
                  <a:pt x="53" y="201"/>
                </a:lnTo>
                <a:lnTo>
                  <a:pt x="52" y="201"/>
                </a:lnTo>
                <a:lnTo>
                  <a:pt x="51" y="201"/>
                </a:lnTo>
                <a:lnTo>
                  <a:pt x="50" y="201"/>
                </a:lnTo>
                <a:lnTo>
                  <a:pt x="50" y="202"/>
                </a:lnTo>
                <a:lnTo>
                  <a:pt x="49" y="202"/>
                </a:lnTo>
                <a:lnTo>
                  <a:pt x="48" y="202"/>
                </a:lnTo>
                <a:lnTo>
                  <a:pt x="48" y="201"/>
                </a:lnTo>
                <a:lnTo>
                  <a:pt x="49" y="201"/>
                </a:lnTo>
                <a:lnTo>
                  <a:pt x="49" y="200"/>
                </a:lnTo>
                <a:lnTo>
                  <a:pt x="49" y="198"/>
                </a:lnTo>
                <a:lnTo>
                  <a:pt x="49" y="196"/>
                </a:lnTo>
                <a:lnTo>
                  <a:pt x="49" y="198"/>
                </a:lnTo>
                <a:lnTo>
                  <a:pt x="48" y="198"/>
                </a:lnTo>
                <a:lnTo>
                  <a:pt x="47" y="196"/>
                </a:lnTo>
                <a:lnTo>
                  <a:pt x="48" y="195"/>
                </a:lnTo>
                <a:lnTo>
                  <a:pt x="47" y="195"/>
                </a:lnTo>
                <a:lnTo>
                  <a:pt x="47" y="194"/>
                </a:lnTo>
                <a:lnTo>
                  <a:pt x="47" y="193"/>
                </a:lnTo>
                <a:lnTo>
                  <a:pt x="47" y="192"/>
                </a:lnTo>
                <a:lnTo>
                  <a:pt x="46" y="192"/>
                </a:lnTo>
                <a:lnTo>
                  <a:pt x="46" y="191"/>
                </a:lnTo>
                <a:lnTo>
                  <a:pt x="45" y="191"/>
                </a:lnTo>
                <a:lnTo>
                  <a:pt x="44" y="191"/>
                </a:lnTo>
                <a:lnTo>
                  <a:pt x="43" y="191"/>
                </a:lnTo>
                <a:lnTo>
                  <a:pt x="43" y="190"/>
                </a:lnTo>
                <a:lnTo>
                  <a:pt x="44" y="189"/>
                </a:lnTo>
                <a:lnTo>
                  <a:pt x="44" y="188"/>
                </a:lnTo>
                <a:lnTo>
                  <a:pt x="45" y="188"/>
                </a:lnTo>
                <a:lnTo>
                  <a:pt x="45" y="187"/>
                </a:lnTo>
                <a:lnTo>
                  <a:pt x="45" y="186"/>
                </a:lnTo>
                <a:lnTo>
                  <a:pt x="44" y="185"/>
                </a:lnTo>
                <a:lnTo>
                  <a:pt x="43" y="185"/>
                </a:lnTo>
                <a:lnTo>
                  <a:pt x="43" y="186"/>
                </a:lnTo>
                <a:lnTo>
                  <a:pt x="42" y="185"/>
                </a:lnTo>
                <a:lnTo>
                  <a:pt x="42" y="184"/>
                </a:lnTo>
                <a:lnTo>
                  <a:pt x="43" y="184"/>
                </a:lnTo>
                <a:lnTo>
                  <a:pt x="42" y="184"/>
                </a:lnTo>
                <a:lnTo>
                  <a:pt x="42" y="182"/>
                </a:lnTo>
                <a:lnTo>
                  <a:pt x="43" y="181"/>
                </a:lnTo>
                <a:lnTo>
                  <a:pt x="43" y="180"/>
                </a:lnTo>
                <a:lnTo>
                  <a:pt x="44" y="179"/>
                </a:lnTo>
                <a:lnTo>
                  <a:pt x="44" y="178"/>
                </a:lnTo>
                <a:lnTo>
                  <a:pt x="45" y="178"/>
                </a:lnTo>
                <a:lnTo>
                  <a:pt x="45" y="177"/>
                </a:lnTo>
                <a:lnTo>
                  <a:pt x="46" y="176"/>
                </a:lnTo>
                <a:lnTo>
                  <a:pt x="46" y="175"/>
                </a:lnTo>
                <a:lnTo>
                  <a:pt x="46" y="174"/>
                </a:lnTo>
                <a:lnTo>
                  <a:pt x="46" y="173"/>
                </a:lnTo>
                <a:lnTo>
                  <a:pt x="47" y="172"/>
                </a:lnTo>
                <a:lnTo>
                  <a:pt x="47" y="171"/>
                </a:lnTo>
                <a:lnTo>
                  <a:pt x="47" y="170"/>
                </a:lnTo>
                <a:lnTo>
                  <a:pt x="48" y="169"/>
                </a:lnTo>
                <a:lnTo>
                  <a:pt x="48" y="168"/>
                </a:lnTo>
                <a:lnTo>
                  <a:pt x="49" y="169"/>
                </a:lnTo>
                <a:lnTo>
                  <a:pt x="50" y="168"/>
                </a:lnTo>
                <a:lnTo>
                  <a:pt x="51" y="167"/>
                </a:lnTo>
                <a:lnTo>
                  <a:pt x="51" y="166"/>
                </a:lnTo>
                <a:lnTo>
                  <a:pt x="51" y="165"/>
                </a:lnTo>
                <a:lnTo>
                  <a:pt x="52" y="165"/>
                </a:lnTo>
                <a:lnTo>
                  <a:pt x="53" y="165"/>
                </a:lnTo>
                <a:lnTo>
                  <a:pt x="53" y="164"/>
                </a:lnTo>
                <a:lnTo>
                  <a:pt x="53" y="163"/>
                </a:lnTo>
                <a:lnTo>
                  <a:pt x="54" y="163"/>
                </a:lnTo>
                <a:lnTo>
                  <a:pt x="54" y="162"/>
                </a:lnTo>
                <a:lnTo>
                  <a:pt x="55" y="162"/>
                </a:lnTo>
                <a:lnTo>
                  <a:pt x="56" y="162"/>
                </a:lnTo>
                <a:lnTo>
                  <a:pt x="57" y="161"/>
                </a:lnTo>
                <a:lnTo>
                  <a:pt x="57" y="160"/>
                </a:lnTo>
                <a:lnTo>
                  <a:pt x="57" y="159"/>
                </a:lnTo>
                <a:lnTo>
                  <a:pt x="57" y="158"/>
                </a:lnTo>
                <a:lnTo>
                  <a:pt x="58" y="158"/>
                </a:lnTo>
                <a:lnTo>
                  <a:pt x="58" y="157"/>
                </a:lnTo>
                <a:lnTo>
                  <a:pt x="59" y="156"/>
                </a:lnTo>
                <a:lnTo>
                  <a:pt x="59" y="155"/>
                </a:lnTo>
                <a:lnTo>
                  <a:pt x="60" y="155"/>
                </a:lnTo>
                <a:lnTo>
                  <a:pt x="61" y="155"/>
                </a:lnTo>
                <a:lnTo>
                  <a:pt x="62" y="154"/>
                </a:lnTo>
                <a:lnTo>
                  <a:pt x="63" y="154"/>
                </a:lnTo>
                <a:lnTo>
                  <a:pt x="64" y="154"/>
                </a:lnTo>
                <a:lnTo>
                  <a:pt x="64" y="153"/>
                </a:lnTo>
                <a:lnTo>
                  <a:pt x="64" y="154"/>
                </a:lnTo>
                <a:lnTo>
                  <a:pt x="65" y="153"/>
                </a:lnTo>
                <a:lnTo>
                  <a:pt x="66" y="153"/>
                </a:lnTo>
                <a:lnTo>
                  <a:pt x="68" y="153"/>
                </a:lnTo>
                <a:lnTo>
                  <a:pt x="69" y="153"/>
                </a:lnTo>
                <a:lnTo>
                  <a:pt x="70" y="152"/>
                </a:lnTo>
                <a:lnTo>
                  <a:pt x="72" y="152"/>
                </a:lnTo>
                <a:lnTo>
                  <a:pt x="72" y="151"/>
                </a:lnTo>
                <a:lnTo>
                  <a:pt x="73" y="151"/>
                </a:lnTo>
                <a:lnTo>
                  <a:pt x="74" y="150"/>
                </a:lnTo>
                <a:lnTo>
                  <a:pt x="76" y="150"/>
                </a:lnTo>
                <a:lnTo>
                  <a:pt x="76" y="149"/>
                </a:lnTo>
                <a:lnTo>
                  <a:pt x="77" y="150"/>
                </a:lnTo>
                <a:lnTo>
                  <a:pt x="78" y="150"/>
                </a:lnTo>
                <a:lnTo>
                  <a:pt x="78" y="149"/>
                </a:lnTo>
                <a:lnTo>
                  <a:pt x="78" y="148"/>
                </a:lnTo>
                <a:lnTo>
                  <a:pt x="79" y="148"/>
                </a:lnTo>
                <a:lnTo>
                  <a:pt x="79" y="147"/>
                </a:lnTo>
                <a:lnTo>
                  <a:pt x="78" y="147"/>
                </a:lnTo>
                <a:lnTo>
                  <a:pt x="78" y="146"/>
                </a:lnTo>
                <a:lnTo>
                  <a:pt x="79" y="146"/>
                </a:lnTo>
                <a:lnTo>
                  <a:pt x="79" y="144"/>
                </a:lnTo>
                <a:lnTo>
                  <a:pt x="80" y="144"/>
                </a:lnTo>
                <a:lnTo>
                  <a:pt x="80" y="143"/>
                </a:lnTo>
                <a:lnTo>
                  <a:pt x="80" y="142"/>
                </a:lnTo>
                <a:lnTo>
                  <a:pt x="81" y="141"/>
                </a:lnTo>
                <a:lnTo>
                  <a:pt x="82" y="141"/>
                </a:lnTo>
                <a:lnTo>
                  <a:pt x="83" y="141"/>
                </a:lnTo>
                <a:lnTo>
                  <a:pt x="83" y="140"/>
                </a:lnTo>
                <a:lnTo>
                  <a:pt x="84" y="140"/>
                </a:lnTo>
                <a:lnTo>
                  <a:pt x="85" y="140"/>
                </a:lnTo>
                <a:lnTo>
                  <a:pt x="85" y="139"/>
                </a:lnTo>
                <a:lnTo>
                  <a:pt x="85" y="138"/>
                </a:lnTo>
                <a:lnTo>
                  <a:pt x="85" y="137"/>
                </a:lnTo>
                <a:lnTo>
                  <a:pt x="85" y="136"/>
                </a:lnTo>
                <a:lnTo>
                  <a:pt x="86" y="137"/>
                </a:lnTo>
                <a:lnTo>
                  <a:pt x="86" y="136"/>
                </a:lnTo>
                <a:lnTo>
                  <a:pt x="87" y="136"/>
                </a:lnTo>
                <a:lnTo>
                  <a:pt x="87" y="135"/>
                </a:lnTo>
                <a:lnTo>
                  <a:pt x="88" y="134"/>
                </a:lnTo>
                <a:lnTo>
                  <a:pt x="88" y="133"/>
                </a:lnTo>
                <a:lnTo>
                  <a:pt x="87" y="133"/>
                </a:lnTo>
                <a:lnTo>
                  <a:pt x="87" y="132"/>
                </a:lnTo>
                <a:lnTo>
                  <a:pt x="86" y="132"/>
                </a:lnTo>
                <a:lnTo>
                  <a:pt x="86" y="131"/>
                </a:lnTo>
                <a:lnTo>
                  <a:pt x="87" y="130"/>
                </a:lnTo>
                <a:lnTo>
                  <a:pt x="88" y="130"/>
                </a:lnTo>
                <a:lnTo>
                  <a:pt x="89" y="129"/>
                </a:lnTo>
                <a:lnTo>
                  <a:pt x="89" y="128"/>
                </a:lnTo>
                <a:lnTo>
                  <a:pt x="90" y="128"/>
                </a:lnTo>
                <a:lnTo>
                  <a:pt x="89" y="127"/>
                </a:lnTo>
                <a:lnTo>
                  <a:pt x="90" y="127"/>
                </a:lnTo>
                <a:lnTo>
                  <a:pt x="91" y="127"/>
                </a:lnTo>
                <a:lnTo>
                  <a:pt x="91" y="126"/>
                </a:lnTo>
                <a:lnTo>
                  <a:pt x="92" y="125"/>
                </a:lnTo>
                <a:lnTo>
                  <a:pt x="93" y="125"/>
                </a:lnTo>
                <a:lnTo>
                  <a:pt x="93" y="124"/>
                </a:lnTo>
                <a:lnTo>
                  <a:pt x="94" y="124"/>
                </a:lnTo>
                <a:lnTo>
                  <a:pt x="94" y="123"/>
                </a:lnTo>
                <a:lnTo>
                  <a:pt x="95" y="122"/>
                </a:lnTo>
                <a:lnTo>
                  <a:pt x="95" y="121"/>
                </a:lnTo>
                <a:lnTo>
                  <a:pt x="95" y="120"/>
                </a:lnTo>
                <a:lnTo>
                  <a:pt x="96" y="119"/>
                </a:lnTo>
                <a:lnTo>
                  <a:pt x="96" y="118"/>
                </a:lnTo>
                <a:lnTo>
                  <a:pt x="96" y="117"/>
                </a:lnTo>
                <a:lnTo>
                  <a:pt x="96" y="116"/>
                </a:lnTo>
                <a:lnTo>
                  <a:pt x="96" y="115"/>
                </a:lnTo>
                <a:lnTo>
                  <a:pt x="96" y="114"/>
                </a:lnTo>
                <a:lnTo>
                  <a:pt x="97" y="114"/>
                </a:lnTo>
                <a:lnTo>
                  <a:pt x="97" y="113"/>
                </a:lnTo>
                <a:lnTo>
                  <a:pt x="98" y="113"/>
                </a:lnTo>
                <a:lnTo>
                  <a:pt x="98" y="112"/>
                </a:lnTo>
                <a:lnTo>
                  <a:pt x="99" y="112"/>
                </a:lnTo>
                <a:lnTo>
                  <a:pt x="98" y="112"/>
                </a:lnTo>
                <a:lnTo>
                  <a:pt x="98" y="111"/>
                </a:lnTo>
                <a:lnTo>
                  <a:pt x="98" y="110"/>
                </a:lnTo>
                <a:lnTo>
                  <a:pt x="99" y="109"/>
                </a:lnTo>
                <a:lnTo>
                  <a:pt x="99" y="108"/>
                </a:lnTo>
                <a:lnTo>
                  <a:pt x="100" y="108"/>
                </a:lnTo>
                <a:lnTo>
                  <a:pt x="101" y="107"/>
                </a:lnTo>
                <a:lnTo>
                  <a:pt x="102" y="107"/>
                </a:lnTo>
                <a:lnTo>
                  <a:pt x="103" y="106"/>
                </a:lnTo>
                <a:lnTo>
                  <a:pt x="104" y="106"/>
                </a:lnTo>
                <a:lnTo>
                  <a:pt x="104" y="105"/>
                </a:lnTo>
                <a:lnTo>
                  <a:pt x="103" y="105"/>
                </a:lnTo>
                <a:lnTo>
                  <a:pt x="104" y="104"/>
                </a:lnTo>
                <a:lnTo>
                  <a:pt x="104" y="103"/>
                </a:lnTo>
                <a:lnTo>
                  <a:pt x="104" y="102"/>
                </a:lnTo>
                <a:lnTo>
                  <a:pt x="104" y="101"/>
                </a:lnTo>
                <a:lnTo>
                  <a:pt x="104" y="100"/>
                </a:lnTo>
                <a:lnTo>
                  <a:pt x="104" y="99"/>
                </a:lnTo>
                <a:lnTo>
                  <a:pt x="105" y="99"/>
                </a:lnTo>
                <a:lnTo>
                  <a:pt x="105" y="98"/>
                </a:lnTo>
                <a:lnTo>
                  <a:pt x="105" y="97"/>
                </a:lnTo>
                <a:lnTo>
                  <a:pt x="104" y="96"/>
                </a:lnTo>
                <a:lnTo>
                  <a:pt x="105" y="95"/>
                </a:lnTo>
                <a:lnTo>
                  <a:pt x="106" y="95"/>
                </a:lnTo>
                <a:lnTo>
                  <a:pt x="107" y="95"/>
                </a:lnTo>
                <a:lnTo>
                  <a:pt x="108" y="94"/>
                </a:lnTo>
                <a:lnTo>
                  <a:pt x="109" y="94"/>
                </a:lnTo>
                <a:lnTo>
                  <a:pt x="110" y="94"/>
                </a:lnTo>
                <a:lnTo>
                  <a:pt x="111" y="94"/>
                </a:lnTo>
                <a:lnTo>
                  <a:pt x="111" y="93"/>
                </a:lnTo>
                <a:lnTo>
                  <a:pt x="112" y="93"/>
                </a:lnTo>
                <a:lnTo>
                  <a:pt x="113" y="93"/>
                </a:lnTo>
                <a:lnTo>
                  <a:pt x="113" y="92"/>
                </a:lnTo>
                <a:lnTo>
                  <a:pt x="114" y="92"/>
                </a:lnTo>
                <a:lnTo>
                  <a:pt x="115" y="93"/>
                </a:lnTo>
                <a:lnTo>
                  <a:pt x="116" y="93"/>
                </a:lnTo>
                <a:lnTo>
                  <a:pt x="116" y="92"/>
                </a:lnTo>
                <a:lnTo>
                  <a:pt x="117" y="92"/>
                </a:lnTo>
                <a:lnTo>
                  <a:pt x="118" y="92"/>
                </a:lnTo>
                <a:lnTo>
                  <a:pt x="119" y="92"/>
                </a:lnTo>
                <a:lnTo>
                  <a:pt x="121" y="91"/>
                </a:lnTo>
                <a:lnTo>
                  <a:pt x="123" y="92"/>
                </a:lnTo>
                <a:lnTo>
                  <a:pt x="124" y="93"/>
                </a:lnTo>
                <a:lnTo>
                  <a:pt x="125" y="93"/>
                </a:lnTo>
                <a:lnTo>
                  <a:pt x="126" y="93"/>
                </a:lnTo>
                <a:lnTo>
                  <a:pt x="127" y="93"/>
                </a:lnTo>
                <a:lnTo>
                  <a:pt x="128" y="93"/>
                </a:lnTo>
                <a:lnTo>
                  <a:pt x="129" y="92"/>
                </a:lnTo>
                <a:lnTo>
                  <a:pt x="129" y="91"/>
                </a:lnTo>
                <a:lnTo>
                  <a:pt x="130" y="91"/>
                </a:lnTo>
                <a:lnTo>
                  <a:pt x="130" y="90"/>
                </a:lnTo>
                <a:lnTo>
                  <a:pt x="131" y="90"/>
                </a:lnTo>
                <a:lnTo>
                  <a:pt x="131" y="89"/>
                </a:lnTo>
                <a:lnTo>
                  <a:pt x="132" y="89"/>
                </a:lnTo>
                <a:lnTo>
                  <a:pt x="131" y="88"/>
                </a:lnTo>
                <a:lnTo>
                  <a:pt x="131" y="87"/>
                </a:lnTo>
                <a:lnTo>
                  <a:pt x="130" y="87"/>
                </a:lnTo>
                <a:lnTo>
                  <a:pt x="131" y="87"/>
                </a:lnTo>
                <a:lnTo>
                  <a:pt x="131" y="86"/>
                </a:lnTo>
                <a:lnTo>
                  <a:pt x="130" y="86"/>
                </a:lnTo>
                <a:lnTo>
                  <a:pt x="130" y="87"/>
                </a:lnTo>
                <a:lnTo>
                  <a:pt x="129" y="87"/>
                </a:lnTo>
                <a:lnTo>
                  <a:pt x="127" y="87"/>
                </a:lnTo>
                <a:lnTo>
                  <a:pt x="127" y="86"/>
                </a:lnTo>
                <a:lnTo>
                  <a:pt x="127" y="85"/>
                </a:lnTo>
                <a:lnTo>
                  <a:pt x="128" y="85"/>
                </a:lnTo>
                <a:lnTo>
                  <a:pt x="128" y="84"/>
                </a:lnTo>
                <a:lnTo>
                  <a:pt x="128" y="83"/>
                </a:lnTo>
                <a:lnTo>
                  <a:pt x="127" y="83"/>
                </a:lnTo>
                <a:lnTo>
                  <a:pt x="127" y="82"/>
                </a:lnTo>
                <a:lnTo>
                  <a:pt x="127" y="81"/>
                </a:lnTo>
                <a:lnTo>
                  <a:pt x="128" y="81"/>
                </a:lnTo>
                <a:lnTo>
                  <a:pt x="128" y="80"/>
                </a:lnTo>
                <a:lnTo>
                  <a:pt x="129" y="80"/>
                </a:lnTo>
                <a:lnTo>
                  <a:pt x="129" y="81"/>
                </a:lnTo>
                <a:lnTo>
                  <a:pt x="130" y="81"/>
                </a:lnTo>
                <a:lnTo>
                  <a:pt x="130" y="82"/>
                </a:lnTo>
                <a:lnTo>
                  <a:pt x="131" y="83"/>
                </a:lnTo>
                <a:lnTo>
                  <a:pt x="132" y="82"/>
                </a:lnTo>
                <a:lnTo>
                  <a:pt x="131" y="82"/>
                </a:lnTo>
                <a:lnTo>
                  <a:pt x="131" y="81"/>
                </a:lnTo>
                <a:lnTo>
                  <a:pt x="132" y="81"/>
                </a:lnTo>
                <a:lnTo>
                  <a:pt x="133" y="81"/>
                </a:lnTo>
                <a:lnTo>
                  <a:pt x="133" y="80"/>
                </a:lnTo>
                <a:lnTo>
                  <a:pt x="132" y="80"/>
                </a:lnTo>
                <a:lnTo>
                  <a:pt x="133" y="80"/>
                </a:lnTo>
                <a:lnTo>
                  <a:pt x="133" y="79"/>
                </a:lnTo>
                <a:lnTo>
                  <a:pt x="132" y="79"/>
                </a:lnTo>
                <a:lnTo>
                  <a:pt x="132" y="78"/>
                </a:lnTo>
                <a:lnTo>
                  <a:pt x="132" y="77"/>
                </a:lnTo>
                <a:lnTo>
                  <a:pt x="131" y="77"/>
                </a:lnTo>
                <a:lnTo>
                  <a:pt x="132" y="77"/>
                </a:lnTo>
                <a:lnTo>
                  <a:pt x="133" y="77"/>
                </a:lnTo>
                <a:lnTo>
                  <a:pt x="132" y="76"/>
                </a:lnTo>
                <a:lnTo>
                  <a:pt x="133" y="75"/>
                </a:lnTo>
                <a:lnTo>
                  <a:pt x="133" y="74"/>
                </a:lnTo>
                <a:lnTo>
                  <a:pt x="132" y="74"/>
                </a:lnTo>
                <a:lnTo>
                  <a:pt x="133" y="74"/>
                </a:lnTo>
                <a:lnTo>
                  <a:pt x="133" y="73"/>
                </a:lnTo>
                <a:lnTo>
                  <a:pt x="134" y="73"/>
                </a:lnTo>
                <a:lnTo>
                  <a:pt x="133" y="73"/>
                </a:lnTo>
                <a:lnTo>
                  <a:pt x="133" y="72"/>
                </a:lnTo>
                <a:lnTo>
                  <a:pt x="134" y="72"/>
                </a:lnTo>
                <a:lnTo>
                  <a:pt x="134" y="73"/>
                </a:lnTo>
                <a:lnTo>
                  <a:pt x="134" y="72"/>
                </a:lnTo>
                <a:lnTo>
                  <a:pt x="135" y="72"/>
                </a:lnTo>
                <a:lnTo>
                  <a:pt x="136" y="72"/>
                </a:lnTo>
                <a:lnTo>
                  <a:pt x="137" y="72"/>
                </a:lnTo>
                <a:lnTo>
                  <a:pt x="137" y="71"/>
                </a:lnTo>
                <a:lnTo>
                  <a:pt x="136" y="71"/>
                </a:lnTo>
                <a:lnTo>
                  <a:pt x="135" y="71"/>
                </a:lnTo>
                <a:lnTo>
                  <a:pt x="136" y="71"/>
                </a:lnTo>
                <a:lnTo>
                  <a:pt x="137" y="71"/>
                </a:lnTo>
                <a:lnTo>
                  <a:pt x="137" y="72"/>
                </a:lnTo>
                <a:lnTo>
                  <a:pt x="138" y="73"/>
                </a:lnTo>
                <a:lnTo>
                  <a:pt x="139" y="73"/>
                </a:lnTo>
                <a:lnTo>
                  <a:pt x="139" y="72"/>
                </a:lnTo>
                <a:lnTo>
                  <a:pt x="140" y="72"/>
                </a:lnTo>
                <a:lnTo>
                  <a:pt x="139" y="72"/>
                </a:lnTo>
                <a:lnTo>
                  <a:pt x="140" y="73"/>
                </a:lnTo>
                <a:lnTo>
                  <a:pt x="140" y="74"/>
                </a:lnTo>
                <a:lnTo>
                  <a:pt x="141" y="75"/>
                </a:lnTo>
                <a:lnTo>
                  <a:pt x="140" y="75"/>
                </a:lnTo>
                <a:lnTo>
                  <a:pt x="139" y="76"/>
                </a:lnTo>
                <a:lnTo>
                  <a:pt x="140" y="76"/>
                </a:lnTo>
                <a:lnTo>
                  <a:pt x="140" y="77"/>
                </a:lnTo>
                <a:lnTo>
                  <a:pt x="141" y="77"/>
                </a:lnTo>
                <a:lnTo>
                  <a:pt x="141" y="78"/>
                </a:lnTo>
                <a:lnTo>
                  <a:pt x="142" y="78"/>
                </a:lnTo>
                <a:lnTo>
                  <a:pt x="143" y="78"/>
                </a:lnTo>
                <a:lnTo>
                  <a:pt x="143" y="79"/>
                </a:lnTo>
                <a:lnTo>
                  <a:pt x="143" y="80"/>
                </a:lnTo>
                <a:lnTo>
                  <a:pt x="144" y="81"/>
                </a:lnTo>
                <a:lnTo>
                  <a:pt x="145" y="81"/>
                </a:lnTo>
                <a:lnTo>
                  <a:pt x="146" y="82"/>
                </a:lnTo>
                <a:lnTo>
                  <a:pt x="146" y="81"/>
                </a:lnTo>
                <a:lnTo>
                  <a:pt x="147" y="79"/>
                </a:lnTo>
                <a:lnTo>
                  <a:pt x="147" y="78"/>
                </a:lnTo>
                <a:lnTo>
                  <a:pt x="148" y="78"/>
                </a:lnTo>
                <a:lnTo>
                  <a:pt x="148" y="77"/>
                </a:lnTo>
                <a:lnTo>
                  <a:pt x="150" y="77"/>
                </a:lnTo>
                <a:lnTo>
                  <a:pt x="150" y="76"/>
                </a:lnTo>
                <a:lnTo>
                  <a:pt x="151" y="76"/>
                </a:lnTo>
                <a:lnTo>
                  <a:pt x="151" y="75"/>
                </a:lnTo>
                <a:lnTo>
                  <a:pt x="152" y="75"/>
                </a:lnTo>
                <a:lnTo>
                  <a:pt x="153" y="74"/>
                </a:lnTo>
                <a:lnTo>
                  <a:pt x="153" y="73"/>
                </a:lnTo>
                <a:lnTo>
                  <a:pt x="154" y="73"/>
                </a:lnTo>
                <a:lnTo>
                  <a:pt x="154" y="72"/>
                </a:lnTo>
                <a:lnTo>
                  <a:pt x="155" y="72"/>
                </a:lnTo>
                <a:lnTo>
                  <a:pt x="155" y="71"/>
                </a:lnTo>
                <a:lnTo>
                  <a:pt x="157" y="70"/>
                </a:lnTo>
                <a:lnTo>
                  <a:pt x="157" y="69"/>
                </a:lnTo>
                <a:lnTo>
                  <a:pt x="158" y="68"/>
                </a:lnTo>
                <a:lnTo>
                  <a:pt x="160" y="67"/>
                </a:lnTo>
                <a:lnTo>
                  <a:pt x="161" y="66"/>
                </a:lnTo>
                <a:lnTo>
                  <a:pt x="162" y="65"/>
                </a:lnTo>
                <a:lnTo>
                  <a:pt x="163" y="64"/>
                </a:lnTo>
                <a:lnTo>
                  <a:pt x="163" y="63"/>
                </a:lnTo>
                <a:lnTo>
                  <a:pt x="164" y="63"/>
                </a:lnTo>
                <a:lnTo>
                  <a:pt x="164" y="62"/>
                </a:lnTo>
                <a:lnTo>
                  <a:pt x="164" y="61"/>
                </a:lnTo>
                <a:lnTo>
                  <a:pt x="164" y="60"/>
                </a:lnTo>
                <a:lnTo>
                  <a:pt x="164" y="61"/>
                </a:lnTo>
                <a:lnTo>
                  <a:pt x="165" y="61"/>
                </a:lnTo>
                <a:lnTo>
                  <a:pt x="166" y="61"/>
                </a:lnTo>
                <a:lnTo>
                  <a:pt x="166" y="60"/>
                </a:lnTo>
                <a:lnTo>
                  <a:pt x="167" y="59"/>
                </a:lnTo>
                <a:lnTo>
                  <a:pt x="167" y="57"/>
                </a:lnTo>
                <a:lnTo>
                  <a:pt x="167" y="56"/>
                </a:lnTo>
                <a:lnTo>
                  <a:pt x="168" y="56"/>
                </a:lnTo>
                <a:lnTo>
                  <a:pt x="169" y="56"/>
                </a:lnTo>
                <a:lnTo>
                  <a:pt x="169" y="55"/>
                </a:lnTo>
                <a:lnTo>
                  <a:pt x="170" y="55"/>
                </a:lnTo>
                <a:lnTo>
                  <a:pt x="171" y="55"/>
                </a:lnTo>
                <a:lnTo>
                  <a:pt x="172" y="54"/>
                </a:lnTo>
                <a:lnTo>
                  <a:pt x="171" y="54"/>
                </a:lnTo>
                <a:lnTo>
                  <a:pt x="171" y="53"/>
                </a:lnTo>
                <a:lnTo>
                  <a:pt x="171" y="52"/>
                </a:lnTo>
                <a:lnTo>
                  <a:pt x="172" y="52"/>
                </a:lnTo>
                <a:lnTo>
                  <a:pt x="172" y="53"/>
                </a:lnTo>
                <a:lnTo>
                  <a:pt x="173" y="53"/>
                </a:lnTo>
                <a:lnTo>
                  <a:pt x="174" y="53"/>
                </a:lnTo>
                <a:lnTo>
                  <a:pt x="174" y="52"/>
                </a:lnTo>
                <a:lnTo>
                  <a:pt x="174" y="50"/>
                </a:lnTo>
                <a:lnTo>
                  <a:pt x="174" y="49"/>
                </a:lnTo>
                <a:lnTo>
                  <a:pt x="175" y="48"/>
                </a:lnTo>
                <a:lnTo>
                  <a:pt x="175" y="47"/>
                </a:lnTo>
                <a:lnTo>
                  <a:pt x="176" y="47"/>
                </a:lnTo>
                <a:lnTo>
                  <a:pt x="177" y="46"/>
                </a:lnTo>
                <a:lnTo>
                  <a:pt x="177" y="45"/>
                </a:lnTo>
                <a:lnTo>
                  <a:pt x="177" y="44"/>
                </a:lnTo>
                <a:lnTo>
                  <a:pt x="178" y="44"/>
                </a:lnTo>
                <a:lnTo>
                  <a:pt x="179" y="44"/>
                </a:lnTo>
                <a:lnTo>
                  <a:pt x="179" y="43"/>
                </a:lnTo>
                <a:lnTo>
                  <a:pt x="180" y="43"/>
                </a:lnTo>
                <a:lnTo>
                  <a:pt x="180" y="44"/>
                </a:lnTo>
                <a:lnTo>
                  <a:pt x="181" y="44"/>
                </a:lnTo>
                <a:lnTo>
                  <a:pt x="181" y="45"/>
                </a:lnTo>
                <a:lnTo>
                  <a:pt x="182" y="45"/>
                </a:lnTo>
                <a:lnTo>
                  <a:pt x="183" y="45"/>
                </a:lnTo>
                <a:lnTo>
                  <a:pt x="185" y="44"/>
                </a:lnTo>
                <a:lnTo>
                  <a:pt x="186" y="44"/>
                </a:lnTo>
                <a:lnTo>
                  <a:pt x="187" y="44"/>
                </a:lnTo>
                <a:lnTo>
                  <a:pt x="188" y="44"/>
                </a:lnTo>
                <a:lnTo>
                  <a:pt x="189" y="44"/>
                </a:lnTo>
                <a:lnTo>
                  <a:pt x="191" y="44"/>
                </a:lnTo>
                <a:lnTo>
                  <a:pt x="191" y="45"/>
                </a:lnTo>
                <a:lnTo>
                  <a:pt x="192" y="45"/>
                </a:lnTo>
                <a:lnTo>
                  <a:pt x="192" y="44"/>
                </a:lnTo>
                <a:lnTo>
                  <a:pt x="192" y="45"/>
                </a:lnTo>
                <a:lnTo>
                  <a:pt x="193" y="45"/>
                </a:lnTo>
                <a:lnTo>
                  <a:pt x="193" y="44"/>
                </a:lnTo>
                <a:lnTo>
                  <a:pt x="194" y="44"/>
                </a:lnTo>
                <a:lnTo>
                  <a:pt x="195" y="44"/>
                </a:lnTo>
                <a:lnTo>
                  <a:pt x="197" y="45"/>
                </a:lnTo>
                <a:lnTo>
                  <a:pt x="199" y="45"/>
                </a:lnTo>
                <a:lnTo>
                  <a:pt x="200" y="45"/>
                </a:lnTo>
                <a:lnTo>
                  <a:pt x="201" y="44"/>
                </a:lnTo>
                <a:lnTo>
                  <a:pt x="202" y="44"/>
                </a:lnTo>
                <a:lnTo>
                  <a:pt x="203" y="43"/>
                </a:lnTo>
                <a:lnTo>
                  <a:pt x="204" y="43"/>
                </a:lnTo>
                <a:lnTo>
                  <a:pt x="205" y="43"/>
                </a:lnTo>
                <a:lnTo>
                  <a:pt x="206" y="44"/>
                </a:lnTo>
                <a:lnTo>
                  <a:pt x="209" y="44"/>
                </a:lnTo>
                <a:lnTo>
                  <a:pt x="210" y="44"/>
                </a:lnTo>
                <a:lnTo>
                  <a:pt x="211" y="44"/>
                </a:lnTo>
                <a:lnTo>
                  <a:pt x="212" y="44"/>
                </a:lnTo>
                <a:lnTo>
                  <a:pt x="213" y="43"/>
                </a:lnTo>
                <a:lnTo>
                  <a:pt x="214" y="44"/>
                </a:lnTo>
                <a:lnTo>
                  <a:pt x="215" y="44"/>
                </a:lnTo>
                <a:lnTo>
                  <a:pt x="217" y="44"/>
                </a:lnTo>
                <a:lnTo>
                  <a:pt x="218" y="44"/>
                </a:lnTo>
                <a:lnTo>
                  <a:pt x="219" y="44"/>
                </a:lnTo>
                <a:lnTo>
                  <a:pt x="220" y="45"/>
                </a:lnTo>
                <a:lnTo>
                  <a:pt x="221" y="44"/>
                </a:lnTo>
                <a:lnTo>
                  <a:pt x="222" y="44"/>
                </a:lnTo>
                <a:lnTo>
                  <a:pt x="223" y="43"/>
                </a:lnTo>
                <a:lnTo>
                  <a:pt x="224" y="43"/>
                </a:lnTo>
                <a:lnTo>
                  <a:pt x="225" y="42"/>
                </a:lnTo>
                <a:lnTo>
                  <a:pt x="227" y="42"/>
                </a:lnTo>
                <a:lnTo>
                  <a:pt x="228" y="42"/>
                </a:lnTo>
                <a:lnTo>
                  <a:pt x="228" y="43"/>
                </a:lnTo>
                <a:lnTo>
                  <a:pt x="229" y="43"/>
                </a:lnTo>
                <a:lnTo>
                  <a:pt x="230" y="43"/>
                </a:lnTo>
                <a:lnTo>
                  <a:pt x="231" y="43"/>
                </a:lnTo>
                <a:lnTo>
                  <a:pt x="232" y="43"/>
                </a:lnTo>
                <a:lnTo>
                  <a:pt x="232" y="44"/>
                </a:lnTo>
                <a:lnTo>
                  <a:pt x="233" y="44"/>
                </a:lnTo>
                <a:lnTo>
                  <a:pt x="234" y="44"/>
                </a:lnTo>
                <a:lnTo>
                  <a:pt x="235" y="44"/>
                </a:lnTo>
                <a:lnTo>
                  <a:pt x="236" y="43"/>
                </a:lnTo>
                <a:lnTo>
                  <a:pt x="239" y="39"/>
                </a:lnTo>
                <a:lnTo>
                  <a:pt x="239" y="38"/>
                </a:lnTo>
                <a:lnTo>
                  <a:pt x="240" y="37"/>
                </a:lnTo>
                <a:lnTo>
                  <a:pt x="241" y="35"/>
                </a:lnTo>
                <a:lnTo>
                  <a:pt x="242" y="35"/>
                </a:lnTo>
                <a:lnTo>
                  <a:pt x="242" y="34"/>
                </a:lnTo>
                <a:lnTo>
                  <a:pt x="243" y="34"/>
                </a:lnTo>
                <a:lnTo>
                  <a:pt x="243" y="33"/>
                </a:lnTo>
                <a:lnTo>
                  <a:pt x="243" y="32"/>
                </a:lnTo>
                <a:lnTo>
                  <a:pt x="243" y="30"/>
                </a:lnTo>
                <a:lnTo>
                  <a:pt x="244" y="30"/>
                </a:lnTo>
                <a:lnTo>
                  <a:pt x="244" y="29"/>
                </a:lnTo>
                <a:lnTo>
                  <a:pt x="244" y="28"/>
                </a:lnTo>
                <a:lnTo>
                  <a:pt x="245" y="27"/>
                </a:lnTo>
                <a:lnTo>
                  <a:pt x="245" y="26"/>
                </a:lnTo>
                <a:lnTo>
                  <a:pt x="246" y="25"/>
                </a:lnTo>
                <a:lnTo>
                  <a:pt x="247" y="24"/>
                </a:lnTo>
                <a:lnTo>
                  <a:pt x="247" y="23"/>
                </a:lnTo>
                <a:lnTo>
                  <a:pt x="247" y="22"/>
                </a:lnTo>
                <a:lnTo>
                  <a:pt x="247" y="21"/>
                </a:lnTo>
                <a:lnTo>
                  <a:pt x="248" y="21"/>
                </a:lnTo>
                <a:lnTo>
                  <a:pt x="249" y="21"/>
                </a:lnTo>
                <a:lnTo>
                  <a:pt x="250" y="20"/>
                </a:lnTo>
                <a:lnTo>
                  <a:pt x="251" y="20"/>
                </a:lnTo>
                <a:lnTo>
                  <a:pt x="251" y="21"/>
                </a:lnTo>
                <a:lnTo>
                  <a:pt x="252" y="21"/>
                </a:lnTo>
                <a:lnTo>
                  <a:pt x="254" y="21"/>
                </a:lnTo>
                <a:lnTo>
                  <a:pt x="255" y="20"/>
                </a:lnTo>
                <a:lnTo>
                  <a:pt x="256" y="21"/>
                </a:lnTo>
                <a:lnTo>
                  <a:pt x="257" y="20"/>
                </a:lnTo>
                <a:lnTo>
                  <a:pt x="258" y="20"/>
                </a:lnTo>
                <a:lnTo>
                  <a:pt x="259" y="20"/>
                </a:lnTo>
                <a:lnTo>
                  <a:pt x="260" y="20"/>
                </a:lnTo>
                <a:lnTo>
                  <a:pt x="261" y="19"/>
                </a:lnTo>
                <a:lnTo>
                  <a:pt x="262" y="19"/>
                </a:lnTo>
                <a:lnTo>
                  <a:pt x="262" y="17"/>
                </a:lnTo>
                <a:lnTo>
                  <a:pt x="263" y="17"/>
                </a:lnTo>
                <a:lnTo>
                  <a:pt x="263" y="16"/>
                </a:lnTo>
                <a:lnTo>
                  <a:pt x="263" y="15"/>
                </a:lnTo>
                <a:lnTo>
                  <a:pt x="264" y="15"/>
                </a:lnTo>
                <a:lnTo>
                  <a:pt x="265" y="15"/>
                </a:lnTo>
                <a:lnTo>
                  <a:pt x="266" y="14"/>
                </a:lnTo>
                <a:lnTo>
                  <a:pt x="266" y="13"/>
                </a:lnTo>
                <a:lnTo>
                  <a:pt x="265" y="12"/>
                </a:lnTo>
                <a:lnTo>
                  <a:pt x="265" y="11"/>
                </a:lnTo>
                <a:lnTo>
                  <a:pt x="266" y="11"/>
                </a:lnTo>
                <a:lnTo>
                  <a:pt x="267" y="11"/>
                </a:lnTo>
                <a:lnTo>
                  <a:pt x="268" y="11"/>
                </a:lnTo>
                <a:lnTo>
                  <a:pt x="269" y="10"/>
                </a:lnTo>
                <a:lnTo>
                  <a:pt x="268" y="10"/>
                </a:lnTo>
                <a:lnTo>
                  <a:pt x="267" y="9"/>
                </a:lnTo>
                <a:lnTo>
                  <a:pt x="268" y="9"/>
                </a:lnTo>
                <a:lnTo>
                  <a:pt x="268" y="8"/>
                </a:lnTo>
                <a:lnTo>
                  <a:pt x="268" y="7"/>
                </a:lnTo>
                <a:lnTo>
                  <a:pt x="269" y="7"/>
                </a:lnTo>
                <a:lnTo>
                  <a:pt x="269" y="6"/>
                </a:lnTo>
                <a:lnTo>
                  <a:pt x="269" y="5"/>
                </a:lnTo>
                <a:lnTo>
                  <a:pt x="270" y="4"/>
                </a:lnTo>
                <a:lnTo>
                  <a:pt x="270" y="3"/>
                </a:lnTo>
                <a:lnTo>
                  <a:pt x="268" y="1"/>
                </a:lnTo>
                <a:lnTo>
                  <a:pt x="269" y="0"/>
                </a:lnTo>
                <a:lnTo>
                  <a:pt x="271" y="1"/>
                </a:lnTo>
                <a:lnTo>
                  <a:pt x="272" y="1"/>
                </a:lnTo>
                <a:lnTo>
                  <a:pt x="27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02" name=""/>
          <p:cNvSpPr/>
          <p:nvPr/>
        </p:nvSpPr>
        <p:spPr>
          <a:xfrm>
            <a:off x="6957360" y="3761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03" name=""/>
          <p:cNvSpPr/>
          <p:nvPr/>
        </p:nvSpPr>
        <p:spPr>
          <a:xfrm>
            <a:off x="6977520" y="374400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2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04" name=""/>
          <p:cNvSpPr/>
          <p:nvPr/>
        </p:nvSpPr>
        <p:spPr>
          <a:xfrm>
            <a:off x="6938280" y="37440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05" name=""/>
          <p:cNvSpPr/>
          <p:nvPr/>
        </p:nvSpPr>
        <p:spPr>
          <a:xfrm>
            <a:off x="6939000" y="37429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06" name=""/>
          <p:cNvSpPr/>
          <p:nvPr/>
        </p:nvSpPr>
        <p:spPr>
          <a:xfrm>
            <a:off x="6985080" y="37378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3"/>
                </a:move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2" y="0"/>
                </a:lnTo>
                <a:lnTo>
                  <a:pt x="2" y="1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07" name=""/>
          <p:cNvSpPr/>
          <p:nvPr/>
        </p:nvSpPr>
        <p:spPr>
          <a:xfrm>
            <a:off x="6985800" y="3736080"/>
            <a:ext cx="2880" cy="4320"/>
          </a:xfrm>
          <a:custGeom>
            <a:avLst/>
            <a:gdLst/>
            <a:ahLst/>
            <a:rect l="0" t="0" r="r" b="b"/>
            <a:pathLst>
              <a:path w="8" h="12">
                <a:moveTo>
                  <a:pt x="4" y="4"/>
                </a:moveTo>
                <a:lnTo>
                  <a:pt x="5" y="4"/>
                </a:lnTo>
                <a:lnTo>
                  <a:pt x="5" y="5"/>
                </a:lnTo>
                <a:lnTo>
                  <a:pt x="6" y="5"/>
                </a:lnTo>
                <a:lnTo>
                  <a:pt x="8" y="9"/>
                </a:lnTo>
                <a:lnTo>
                  <a:pt x="7" y="10"/>
                </a:lnTo>
                <a:lnTo>
                  <a:pt x="7" y="11"/>
                </a:lnTo>
                <a:lnTo>
                  <a:pt x="8" y="11"/>
                </a:lnTo>
                <a:lnTo>
                  <a:pt x="8" y="12"/>
                </a:lnTo>
                <a:lnTo>
                  <a:pt x="7" y="12"/>
                </a:lnTo>
                <a:lnTo>
                  <a:pt x="6" y="11"/>
                </a:lnTo>
                <a:lnTo>
                  <a:pt x="6" y="10"/>
                </a:lnTo>
                <a:lnTo>
                  <a:pt x="5" y="10"/>
                </a:lnTo>
                <a:lnTo>
                  <a:pt x="4" y="10"/>
                </a:lnTo>
                <a:lnTo>
                  <a:pt x="4" y="9"/>
                </a:lnTo>
                <a:lnTo>
                  <a:pt x="5" y="9"/>
                </a:lnTo>
                <a:lnTo>
                  <a:pt x="5" y="8"/>
                </a:lnTo>
                <a:lnTo>
                  <a:pt x="4" y="8"/>
                </a:lnTo>
                <a:lnTo>
                  <a:pt x="4" y="6"/>
                </a:lnTo>
                <a:lnTo>
                  <a:pt x="5" y="5"/>
                </a:lnTo>
                <a:lnTo>
                  <a:pt x="4" y="4"/>
                </a:lnTo>
                <a:lnTo>
                  <a:pt x="2" y="4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4" y="1"/>
                </a:ln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08" name=""/>
          <p:cNvSpPr/>
          <p:nvPr/>
        </p:nvSpPr>
        <p:spPr>
          <a:xfrm>
            <a:off x="6982920" y="37368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0"/>
                </a:moveTo>
                <a:lnTo>
                  <a:pt x="4" y="0"/>
                </a:lnTo>
                <a:lnTo>
                  <a:pt x="4" y="1"/>
                </a:lnTo>
                <a:lnTo>
                  <a:pt x="3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09" name=""/>
          <p:cNvSpPr/>
          <p:nvPr/>
        </p:nvSpPr>
        <p:spPr>
          <a:xfrm>
            <a:off x="6984360" y="37368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10" name=""/>
          <p:cNvSpPr/>
          <p:nvPr/>
        </p:nvSpPr>
        <p:spPr>
          <a:xfrm>
            <a:off x="6984000" y="3730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11" name=""/>
          <p:cNvSpPr/>
          <p:nvPr/>
        </p:nvSpPr>
        <p:spPr>
          <a:xfrm>
            <a:off x="6988320" y="38008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12" name=""/>
          <p:cNvSpPr/>
          <p:nvPr/>
        </p:nvSpPr>
        <p:spPr>
          <a:xfrm>
            <a:off x="6993360" y="3794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13" name=""/>
          <p:cNvSpPr/>
          <p:nvPr/>
        </p:nvSpPr>
        <p:spPr>
          <a:xfrm>
            <a:off x="6994080" y="3794040"/>
            <a:ext cx="1080" cy="360"/>
          </a:xfrm>
          <a:custGeom>
            <a:avLst/>
            <a:gdLst/>
            <a:ahLst/>
            <a:rect l="0" t="0" r="r" b="b"/>
            <a:pathLst>
              <a:path w="3" h="1">
                <a:moveTo>
                  <a:pt x="3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14" name=""/>
          <p:cNvSpPr/>
          <p:nvPr/>
        </p:nvSpPr>
        <p:spPr>
          <a:xfrm>
            <a:off x="7016040" y="378288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15" name=""/>
          <p:cNvSpPr/>
          <p:nvPr/>
        </p:nvSpPr>
        <p:spPr>
          <a:xfrm>
            <a:off x="7036560" y="3781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16" name=""/>
          <p:cNvSpPr/>
          <p:nvPr/>
        </p:nvSpPr>
        <p:spPr>
          <a:xfrm>
            <a:off x="7014600" y="3754800"/>
            <a:ext cx="2880" cy="2160"/>
          </a:xfrm>
          <a:custGeom>
            <a:avLst/>
            <a:gdLst/>
            <a:ahLst/>
            <a:rect l="0" t="0" r="r" b="b"/>
            <a:pathLst>
              <a:path w="8" h="6">
                <a:moveTo>
                  <a:pt x="3" y="5"/>
                </a:moveTo>
                <a:lnTo>
                  <a:pt x="2" y="5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2" y="3"/>
                </a:lnTo>
                <a:lnTo>
                  <a:pt x="3" y="2"/>
                </a:lnTo>
                <a:lnTo>
                  <a:pt x="4" y="2"/>
                </a:lnTo>
                <a:lnTo>
                  <a:pt x="5" y="1"/>
                </a:lnTo>
                <a:lnTo>
                  <a:pt x="7" y="1"/>
                </a:lnTo>
                <a:lnTo>
                  <a:pt x="7" y="0"/>
                </a:lnTo>
                <a:lnTo>
                  <a:pt x="7" y="1"/>
                </a:lnTo>
                <a:lnTo>
                  <a:pt x="8" y="1"/>
                </a:lnTo>
                <a:lnTo>
                  <a:pt x="7" y="1"/>
                </a:lnTo>
                <a:lnTo>
                  <a:pt x="7" y="2"/>
                </a:lnTo>
                <a:lnTo>
                  <a:pt x="5" y="3"/>
                </a:lnTo>
                <a:lnTo>
                  <a:pt x="4" y="3"/>
                </a:lnTo>
                <a:lnTo>
                  <a:pt x="3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17" name=""/>
          <p:cNvSpPr/>
          <p:nvPr/>
        </p:nvSpPr>
        <p:spPr>
          <a:xfrm>
            <a:off x="7034040" y="375408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1" y="0"/>
                </a:move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18" name=""/>
          <p:cNvSpPr/>
          <p:nvPr/>
        </p:nvSpPr>
        <p:spPr>
          <a:xfrm>
            <a:off x="7012440" y="37519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19" name=""/>
          <p:cNvSpPr/>
          <p:nvPr/>
        </p:nvSpPr>
        <p:spPr>
          <a:xfrm>
            <a:off x="6993720" y="37346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20" name=""/>
          <p:cNvSpPr/>
          <p:nvPr/>
        </p:nvSpPr>
        <p:spPr>
          <a:xfrm>
            <a:off x="6987600" y="37288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3" y="2"/>
                </a:moveTo>
                <a:lnTo>
                  <a:pt x="4" y="3"/>
                </a:lnTo>
                <a:lnTo>
                  <a:pt x="5" y="3"/>
                </a:lnTo>
                <a:lnTo>
                  <a:pt x="4" y="5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21" name=""/>
          <p:cNvSpPr/>
          <p:nvPr/>
        </p:nvSpPr>
        <p:spPr>
          <a:xfrm>
            <a:off x="6989400" y="37245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1"/>
                </a:moveTo>
                <a:lnTo>
                  <a:pt x="1" y="2"/>
                </a:lnTo>
                <a:lnTo>
                  <a:pt x="0" y="4"/>
                </a:lnTo>
                <a:lnTo>
                  <a:pt x="0" y="2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4" y="1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22" name=""/>
          <p:cNvSpPr/>
          <p:nvPr/>
        </p:nvSpPr>
        <p:spPr>
          <a:xfrm>
            <a:off x="6990840" y="372312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2"/>
                </a:moveTo>
                <a:lnTo>
                  <a:pt x="0" y="2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23" name=""/>
          <p:cNvSpPr/>
          <p:nvPr/>
        </p:nvSpPr>
        <p:spPr>
          <a:xfrm>
            <a:off x="6992640" y="372240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2" y="2"/>
                </a:lnTo>
                <a:lnTo>
                  <a:pt x="2" y="3"/>
                </a:lnTo>
                <a:lnTo>
                  <a:pt x="3" y="5"/>
                </a:lnTo>
                <a:lnTo>
                  <a:pt x="2" y="5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24" name=""/>
          <p:cNvSpPr/>
          <p:nvPr/>
        </p:nvSpPr>
        <p:spPr>
          <a:xfrm>
            <a:off x="6992640" y="37213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4" y="4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25" name=""/>
          <p:cNvSpPr/>
          <p:nvPr/>
        </p:nvSpPr>
        <p:spPr>
          <a:xfrm>
            <a:off x="6650640" y="3796200"/>
            <a:ext cx="204480" cy="183960"/>
          </a:xfrm>
          <a:custGeom>
            <a:avLst/>
            <a:gdLst/>
            <a:ahLst/>
            <a:rect l="0" t="0" r="r" b="b"/>
            <a:pathLst>
              <a:path w="568" h="511">
                <a:moveTo>
                  <a:pt x="306" y="0"/>
                </a:moveTo>
                <a:lnTo>
                  <a:pt x="306" y="1"/>
                </a:lnTo>
                <a:lnTo>
                  <a:pt x="307" y="1"/>
                </a:lnTo>
                <a:lnTo>
                  <a:pt x="308" y="2"/>
                </a:lnTo>
                <a:lnTo>
                  <a:pt x="309" y="2"/>
                </a:lnTo>
                <a:lnTo>
                  <a:pt x="310" y="2"/>
                </a:lnTo>
                <a:lnTo>
                  <a:pt x="310" y="3"/>
                </a:lnTo>
                <a:lnTo>
                  <a:pt x="311" y="4"/>
                </a:lnTo>
                <a:lnTo>
                  <a:pt x="312" y="4"/>
                </a:lnTo>
                <a:lnTo>
                  <a:pt x="313" y="3"/>
                </a:lnTo>
                <a:lnTo>
                  <a:pt x="314" y="3"/>
                </a:lnTo>
                <a:lnTo>
                  <a:pt x="315" y="4"/>
                </a:lnTo>
                <a:lnTo>
                  <a:pt x="316" y="4"/>
                </a:lnTo>
                <a:lnTo>
                  <a:pt x="315" y="3"/>
                </a:lnTo>
                <a:lnTo>
                  <a:pt x="315" y="2"/>
                </a:lnTo>
                <a:lnTo>
                  <a:pt x="316" y="1"/>
                </a:lnTo>
                <a:lnTo>
                  <a:pt x="318" y="1"/>
                </a:lnTo>
                <a:lnTo>
                  <a:pt x="318" y="2"/>
                </a:lnTo>
                <a:lnTo>
                  <a:pt x="320" y="5"/>
                </a:lnTo>
                <a:lnTo>
                  <a:pt x="321" y="5"/>
                </a:lnTo>
                <a:lnTo>
                  <a:pt x="322" y="5"/>
                </a:lnTo>
                <a:lnTo>
                  <a:pt x="322" y="4"/>
                </a:lnTo>
                <a:lnTo>
                  <a:pt x="322" y="3"/>
                </a:lnTo>
                <a:lnTo>
                  <a:pt x="323" y="3"/>
                </a:lnTo>
                <a:lnTo>
                  <a:pt x="324" y="3"/>
                </a:lnTo>
                <a:lnTo>
                  <a:pt x="324" y="2"/>
                </a:lnTo>
                <a:lnTo>
                  <a:pt x="323" y="2"/>
                </a:lnTo>
                <a:lnTo>
                  <a:pt x="323" y="1"/>
                </a:lnTo>
                <a:lnTo>
                  <a:pt x="324" y="1"/>
                </a:lnTo>
                <a:lnTo>
                  <a:pt x="325" y="1"/>
                </a:lnTo>
                <a:lnTo>
                  <a:pt x="326" y="3"/>
                </a:lnTo>
                <a:lnTo>
                  <a:pt x="326" y="4"/>
                </a:lnTo>
                <a:lnTo>
                  <a:pt x="326" y="5"/>
                </a:lnTo>
                <a:lnTo>
                  <a:pt x="327" y="5"/>
                </a:lnTo>
                <a:lnTo>
                  <a:pt x="328" y="5"/>
                </a:lnTo>
                <a:lnTo>
                  <a:pt x="328" y="4"/>
                </a:lnTo>
                <a:lnTo>
                  <a:pt x="328" y="3"/>
                </a:lnTo>
                <a:lnTo>
                  <a:pt x="328" y="2"/>
                </a:lnTo>
                <a:lnTo>
                  <a:pt x="327" y="2"/>
                </a:lnTo>
                <a:lnTo>
                  <a:pt x="326" y="2"/>
                </a:lnTo>
                <a:lnTo>
                  <a:pt x="326" y="1"/>
                </a:lnTo>
                <a:lnTo>
                  <a:pt x="327" y="1"/>
                </a:lnTo>
                <a:lnTo>
                  <a:pt x="328" y="1"/>
                </a:lnTo>
                <a:lnTo>
                  <a:pt x="328" y="2"/>
                </a:lnTo>
                <a:lnTo>
                  <a:pt x="329" y="2"/>
                </a:lnTo>
                <a:lnTo>
                  <a:pt x="329" y="1"/>
                </a:lnTo>
                <a:lnTo>
                  <a:pt x="330" y="1"/>
                </a:lnTo>
                <a:lnTo>
                  <a:pt x="331" y="1"/>
                </a:lnTo>
                <a:lnTo>
                  <a:pt x="331" y="2"/>
                </a:lnTo>
                <a:lnTo>
                  <a:pt x="331" y="3"/>
                </a:lnTo>
                <a:lnTo>
                  <a:pt x="331" y="4"/>
                </a:lnTo>
                <a:lnTo>
                  <a:pt x="330" y="4"/>
                </a:lnTo>
                <a:lnTo>
                  <a:pt x="331" y="4"/>
                </a:lnTo>
                <a:lnTo>
                  <a:pt x="332" y="4"/>
                </a:lnTo>
                <a:lnTo>
                  <a:pt x="333" y="4"/>
                </a:lnTo>
                <a:lnTo>
                  <a:pt x="334" y="4"/>
                </a:lnTo>
                <a:lnTo>
                  <a:pt x="333" y="5"/>
                </a:lnTo>
                <a:lnTo>
                  <a:pt x="334" y="5"/>
                </a:lnTo>
                <a:lnTo>
                  <a:pt x="333" y="5"/>
                </a:lnTo>
                <a:lnTo>
                  <a:pt x="333" y="6"/>
                </a:lnTo>
                <a:lnTo>
                  <a:pt x="332" y="6"/>
                </a:lnTo>
                <a:lnTo>
                  <a:pt x="331" y="6"/>
                </a:lnTo>
                <a:lnTo>
                  <a:pt x="332" y="7"/>
                </a:lnTo>
                <a:lnTo>
                  <a:pt x="333" y="7"/>
                </a:lnTo>
                <a:lnTo>
                  <a:pt x="333" y="8"/>
                </a:lnTo>
                <a:lnTo>
                  <a:pt x="334" y="9"/>
                </a:lnTo>
                <a:lnTo>
                  <a:pt x="334" y="10"/>
                </a:lnTo>
                <a:lnTo>
                  <a:pt x="335" y="10"/>
                </a:lnTo>
                <a:lnTo>
                  <a:pt x="336" y="10"/>
                </a:lnTo>
                <a:lnTo>
                  <a:pt x="336" y="9"/>
                </a:lnTo>
                <a:lnTo>
                  <a:pt x="337" y="9"/>
                </a:lnTo>
                <a:lnTo>
                  <a:pt x="338" y="10"/>
                </a:lnTo>
                <a:lnTo>
                  <a:pt x="338" y="9"/>
                </a:lnTo>
                <a:lnTo>
                  <a:pt x="339" y="9"/>
                </a:lnTo>
                <a:lnTo>
                  <a:pt x="339" y="10"/>
                </a:lnTo>
                <a:lnTo>
                  <a:pt x="340" y="9"/>
                </a:lnTo>
                <a:lnTo>
                  <a:pt x="341" y="9"/>
                </a:lnTo>
                <a:lnTo>
                  <a:pt x="342" y="10"/>
                </a:lnTo>
                <a:lnTo>
                  <a:pt x="343" y="10"/>
                </a:lnTo>
                <a:lnTo>
                  <a:pt x="344" y="10"/>
                </a:lnTo>
                <a:lnTo>
                  <a:pt x="344" y="11"/>
                </a:lnTo>
                <a:lnTo>
                  <a:pt x="344" y="12"/>
                </a:lnTo>
                <a:lnTo>
                  <a:pt x="343" y="12"/>
                </a:lnTo>
                <a:lnTo>
                  <a:pt x="344" y="13"/>
                </a:lnTo>
                <a:lnTo>
                  <a:pt x="345" y="12"/>
                </a:lnTo>
                <a:lnTo>
                  <a:pt x="346" y="12"/>
                </a:lnTo>
                <a:lnTo>
                  <a:pt x="347" y="12"/>
                </a:lnTo>
                <a:lnTo>
                  <a:pt x="347" y="11"/>
                </a:lnTo>
                <a:lnTo>
                  <a:pt x="347" y="10"/>
                </a:lnTo>
                <a:lnTo>
                  <a:pt x="348" y="10"/>
                </a:lnTo>
                <a:lnTo>
                  <a:pt x="349" y="10"/>
                </a:lnTo>
                <a:lnTo>
                  <a:pt x="349" y="11"/>
                </a:lnTo>
                <a:lnTo>
                  <a:pt x="349" y="12"/>
                </a:lnTo>
                <a:lnTo>
                  <a:pt x="350" y="12"/>
                </a:lnTo>
                <a:lnTo>
                  <a:pt x="351" y="11"/>
                </a:lnTo>
                <a:lnTo>
                  <a:pt x="352" y="11"/>
                </a:lnTo>
                <a:lnTo>
                  <a:pt x="353" y="11"/>
                </a:lnTo>
                <a:lnTo>
                  <a:pt x="354" y="12"/>
                </a:lnTo>
                <a:lnTo>
                  <a:pt x="355" y="12"/>
                </a:lnTo>
                <a:lnTo>
                  <a:pt x="356" y="12"/>
                </a:lnTo>
                <a:lnTo>
                  <a:pt x="357" y="12"/>
                </a:lnTo>
                <a:lnTo>
                  <a:pt x="358" y="12"/>
                </a:lnTo>
                <a:lnTo>
                  <a:pt x="358" y="11"/>
                </a:lnTo>
                <a:lnTo>
                  <a:pt x="359" y="11"/>
                </a:lnTo>
                <a:lnTo>
                  <a:pt x="359" y="12"/>
                </a:lnTo>
                <a:lnTo>
                  <a:pt x="360" y="12"/>
                </a:lnTo>
                <a:lnTo>
                  <a:pt x="360" y="13"/>
                </a:lnTo>
                <a:lnTo>
                  <a:pt x="360" y="14"/>
                </a:lnTo>
                <a:lnTo>
                  <a:pt x="361" y="14"/>
                </a:lnTo>
                <a:lnTo>
                  <a:pt x="361" y="15"/>
                </a:lnTo>
                <a:lnTo>
                  <a:pt x="362" y="15"/>
                </a:lnTo>
                <a:lnTo>
                  <a:pt x="363" y="15"/>
                </a:lnTo>
                <a:lnTo>
                  <a:pt x="364" y="15"/>
                </a:lnTo>
                <a:lnTo>
                  <a:pt x="364" y="14"/>
                </a:lnTo>
                <a:lnTo>
                  <a:pt x="365" y="14"/>
                </a:lnTo>
                <a:lnTo>
                  <a:pt x="365" y="15"/>
                </a:lnTo>
                <a:lnTo>
                  <a:pt x="365" y="16"/>
                </a:lnTo>
                <a:lnTo>
                  <a:pt x="365" y="17"/>
                </a:lnTo>
                <a:lnTo>
                  <a:pt x="365" y="16"/>
                </a:lnTo>
                <a:lnTo>
                  <a:pt x="366" y="16"/>
                </a:lnTo>
                <a:lnTo>
                  <a:pt x="366" y="17"/>
                </a:lnTo>
                <a:lnTo>
                  <a:pt x="367" y="17"/>
                </a:lnTo>
                <a:lnTo>
                  <a:pt x="368" y="17"/>
                </a:lnTo>
                <a:lnTo>
                  <a:pt x="368" y="16"/>
                </a:lnTo>
                <a:lnTo>
                  <a:pt x="369" y="16"/>
                </a:lnTo>
                <a:lnTo>
                  <a:pt x="370" y="17"/>
                </a:lnTo>
                <a:lnTo>
                  <a:pt x="370" y="18"/>
                </a:lnTo>
                <a:lnTo>
                  <a:pt x="371" y="18"/>
                </a:lnTo>
                <a:lnTo>
                  <a:pt x="370" y="18"/>
                </a:lnTo>
                <a:lnTo>
                  <a:pt x="371" y="19"/>
                </a:lnTo>
                <a:lnTo>
                  <a:pt x="372" y="19"/>
                </a:lnTo>
                <a:lnTo>
                  <a:pt x="373" y="19"/>
                </a:lnTo>
                <a:lnTo>
                  <a:pt x="374" y="20"/>
                </a:lnTo>
                <a:lnTo>
                  <a:pt x="375" y="20"/>
                </a:lnTo>
                <a:lnTo>
                  <a:pt x="376" y="20"/>
                </a:lnTo>
                <a:lnTo>
                  <a:pt x="376" y="21"/>
                </a:lnTo>
                <a:lnTo>
                  <a:pt x="377" y="21"/>
                </a:lnTo>
                <a:lnTo>
                  <a:pt x="377" y="22"/>
                </a:lnTo>
                <a:lnTo>
                  <a:pt x="378" y="22"/>
                </a:lnTo>
                <a:lnTo>
                  <a:pt x="379" y="22"/>
                </a:lnTo>
                <a:lnTo>
                  <a:pt x="380" y="22"/>
                </a:lnTo>
                <a:lnTo>
                  <a:pt x="380" y="23"/>
                </a:lnTo>
                <a:lnTo>
                  <a:pt x="381" y="23"/>
                </a:lnTo>
                <a:lnTo>
                  <a:pt x="381" y="24"/>
                </a:lnTo>
                <a:lnTo>
                  <a:pt x="381" y="25"/>
                </a:lnTo>
                <a:lnTo>
                  <a:pt x="380" y="25"/>
                </a:lnTo>
                <a:lnTo>
                  <a:pt x="381" y="26"/>
                </a:lnTo>
                <a:lnTo>
                  <a:pt x="381" y="25"/>
                </a:lnTo>
                <a:lnTo>
                  <a:pt x="382" y="25"/>
                </a:lnTo>
                <a:lnTo>
                  <a:pt x="383" y="25"/>
                </a:lnTo>
                <a:lnTo>
                  <a:pt x="383" y="24"/>
                </a:lnTo>
                <a:lnTo>
                  <a:pt x="384" y="24"/>
                </a:lnTo>
                <a:lnTo>
                  <a:pt x="384" y="25"/>
                </a:lnTo>
                <a:lnTo>
                  <a:pt x="385" y="25"/>
                </a:lnTo>
                <a:lnTo>
                  <a:pt x="385" y="24"/>
                </a:lnTo>
                <a:lnTo>
                  <a:pt x="386" y="24"/>
                </a:lnTo>
                <a:lnTo>
                  <a:pt x="386" y="23"/>
                </a:lnTo>
                <a:lnTo>
                  <a:pt x="387" y="23"/>
                </a:lnTo>
                <a:lnTo>
                  <a:pt x="389" y="23"/>
                </a:lnTo>
                <a:lnTo>
                  <a:pt x="390" y="23"/>
                </a:lnTo>
                <a:lnTo>
                  <a:pt x="391" y="23"/>
                </a:lnTo>
                <a:lnTo>
                  <a:pt x="392" y="23"/>
                </a:lnTo>
                <a:lnTo>
                  <a:pt x="393" y="23"/>
                </a:lnTo>
                <a:lnTo>
                  <a:pt x="393" y="22"/>
                </a:lnTo>
                <a:lnTo>
                  <a:pt x="394" y="22"/>
                </a:lnTo>
                <a:lnTo>
                  <a:pt x="395" y="22"/>
                </a:lnTo>
                <a:lnTo>
                  <a:pt x="396" y="22"/>
                </a:lnTo>
                <a:lnTo>
                  <a:pt x="396" y="23"/>
                </a:lnTo>
                <a:lnTo>
                  <a:pt x="396" y="24"/>
                </a:lnTo>
                <a:lnTo>
                  <a:pt x="397" y="24"/>
                </a:lnTo>
                <a:lnTo>
                  <a:pt x="397" y="25"/>
                </a:lnTo>
                <a:lnTo>
                  <a:pt x="398" y="25"/>
                </a:lnTo>
                <a:lnTo>
                  <a:pt x="398" y="24"/>
                </a:lnTo>
                <a:lnTo>
                  <a:pt x="399" y="24"/>
                </a:lnTo>
                <a:lnTo>
                  <a:pt x="400" y="24"/>
                </a:lnTo>
                <a:lnTo>
                  <a:pt x="401" y="24"/>
                </a:lnTo>
                <a:lnTo>
                  <a:pt x="402" y="24"/>
                </a:lnTo>
                <a:lnTo>
                  <a:pt x="402" y="25"/>
                </a:lnTo>
                <a:lnTo>
                  <a:pt x="403" y="25"/>
                </a:lnTo>
                <a:lnTo>
                  <a:pt x="403" y="24"/>
                </a:lnTo>
                <a:lnTo>
                  <a:pt x="404" y="24"/>
                </a:lnTo>
                <a:lnTo>
                  <a:pt x="405" y="24"/>
                </a:lnTo>
                <a:lnTo>
                  <a:pt x="406" y="24"/>
                </a:lnTo>
                <a:lnTo>
                  <a:pt x="405" y="24"/>
                </a:lnTo>
                <a:lnTo>
                  <a:pt x="405" y="23"/>
                </a:lnTo>
                <a:lnTo>
                  <a:pt x="406" y="23"/>
                </a:lnTo>
                <a:lnTo>
                  <a:pt x="407" y="23"/>
                </a:lnTo>
                <a:lnTo>
                  <a:pt x="408" y="23"/>
                </a:lnTo>
                <a:lnTo>
                  <a:pt x="409" y="23"/>
                </a:lnTo>
                <a:lnTo>
                  <a:pt x="410" y="23"/>
                </a:lnTo>
                <a:lnTo>
                  <a:pt x="410" y="24"/>
                </a:lnTo>
                <a:lnTo>
                  <a:pt x="410" y="25"/>
                </a:lnTo>
                <a:lnTo>
                  <a:pt x="410" y="26"/>
                </a:lnTo>
                <a:lnTo>
                  <a:pt x="411" y="26"/>
                </a:lnTo>
                <a:lnTo>
                  <a:pt x="410" y="26"/>
                </a:lnTo>
                <a:lnTo>
                  <a:pt x="411" y="27"/>
                </a:lnTo>
                <a:lnTo>
                  <a:pt x="412" y="27"/>
                </a:lnTo>
                <a:lnTo>
                  <a:pt x="412" y="28"/>
                </a:lnTo>
                <a:lnTo>
                  <a:pt x="412" y="29"/>
                </a:lnTo>
                <a:lnTo>
                  <a:pt x="411" y="30"/>
                </a:lnTo>
                <a:lnTo>
                  <a:pt x="411" y="31"/>
                </a:lnTo>
                <a:lnTo>
                  <a:pt x="410" y="31"/>
                </a:lnTo>
                <a:lnTo>
                  <a:pt x="411" y="31"/>
                </a:lnTo>
                <a:lnTo>
                  <a:pt x="411" y="32"/>
                </a:lnTo>
                <a:lnTo>
                  <a:pt x="412" y="32"/>
                </a:lnTo>
                <a:lnTo>
                  <a:pt x="412" y="31"/>
                </a:lnTo>
                <a:lnTo>
                  <a:pt x="412" y="32"/>
                </a:lnTo>
                <a:lnTo>
                  <a:pt x="413" y="31"/>
                </a:lnTo>
                <a:lnTo>
                  <a:pt x="414" y="31"/>
                </a:lnTo>
                <a:lnTo>
                  <a:pt x="415" y="30"/>
                </a:lnTo>
                <a:lnTo>
                  <a:pt x="416" y="31"/>
                </a:lnTo>
                <a:lnTo>
                  <a:pt x="417" y="31"/>
                </a:lnTo>
                <a:lnTo>
                  <a:pt x="418" y="31"/>
                </a:lnTo>
                <a:lnTo>
                  <a:pt x="419" y="31"/>
                </a:lnTo>
                <a:lnTo>
                  <a:pt x="419" y="30"/>
                </a:lnTo>
                <a:lnTo>
                  <a:pt x="419" y="29"/>
                </a:lnTo>
                <a:lnTo>
                  <a:pt x="421" y="27"/>
                </a:lnTo>
                <a:lnTo>
                  <a:pt x="422" y="27"/>
                </a:lnTo>
                <a:lnTo>
                  <a:pt x="423" y="26"/>
                </a:lnTo>
                <a:lnTo>
                  <a:pt x="423" y="25"/>
                </a:lnTo>
                <a:lnTo>
                  <a:pt x="422" y="25"/>
                </a:lnTo>
                <a:lnTo>
                  <a:pt x="422" y="24"/>
                </a:lnTo>
                <a:lnTo>
                  <a:pt x="423" y="24"/>
                </a:lnTo>
                <a:lnTo>
                  <a:pt x="423" y="23"/>
                </a:lnTo>
                <a:lnTo>
                  <a:pt x="423" y="22"/>
                </a:lnTo>
                <a:lnTo>
                  <a:pt x="422" y="22"/>
                </a:lnTo>
                <a:lnTo>
                  <a:pt x="422" y="21"/>
                </a:lnTo>
                <a:lnTo>
                  <a:pt x="423" y="21"/>
                </a:lnTo>
                <a:lnTo>
                  <a:pt x="423" y="20"/>
                </a:lnTo>
                <a:lnTo>
                  <a:pt x="424" y="20"/>
                </a:lnTo>
                <a:lnTo>
                  <a:pt x="423" y="20"/>
                </a:lnTo>
                <a:lnTo>
                  <a:pt x="424" y="19"/>
                </a:lnTo>
                <a:lnTo>
                  <a:pt x="425" y="19"/>
                </a:lnTo>
                <a:lnTo>
                  <a:pt x="426" y="20"/>
                </a:lnTo>
                <a:lnTo>
                  <a:pt x="427" y="20"/>
                </a:lnTo>
                <a:lnTo>
                  <a:pt x="428" y="20"/>
                </a:lnTo>
                <a:lnTo>
                  <a:pt x="428" y="19"/>
                </a:lnTo>
                <a:lnTo>
                  <a:pt x="427" y="19"/>
                </a:lnTo>
                <a:lnTo>
                  <a:pt x="427" y="18"/>
                </a:lnTo>
                <a:lnTo>
                  <a:pt x="428" y="17"/>
                </a:lnTo>
                <a:lnTo>
                  <a:pt x="429" y="16"/>
                </a:lnTo>
                <a:lnTo>
                  <a:pt x="430" y="16"/>
                </a:lnTo>
                <a:lnTo>
                  <a:pt x="431" y="16"/>
                </a:lnTo>
                <a:lnTo>
                  <a:pt x="432" y="16"/>
                </a:lnTo>
                <a:lnTo>
                  <a:pt x="432" y="17"/>
                </a:lnTo>
                <a:lnTo>
                  <a:pt x="433" y="17"/>
                </a:lnTo>
                <a:lnTo>
                  <a:pt x="433" y="18"/>
                </a:lnTo>
                <a:lnTo>
                  <a:pt x="434" y="18"/>
                </a:lnTo>
                <a:lnTo>
                  <a:pt x="435" y="18"/>
                </a:lnTo>
                <a:lnTo>
                  <a:pt x="435" y="17"/>
                </a:lnTo>
                <a:lnTo>
                  <a:pt x="436" y="17"/>
                </a:lnTo>
                <a:lnTo>
                  <a:pt x="436" y="16"/>
                </a:lnTo>
                <a:lnTo>
                  <a:pt x="437" y="17"/>
                </a:lnTo>
                <a:lnTo>
                  <a:pt x="438" y="17"/>
                </a:lnTo>
                <a:lnTo>
                  <a:pt x="439" y="18"/>
                </a:lnTo>
                <a:lnTo>
                  <a:pt x="439" y="17"/>
                </a:lnTo>
                <a:lnTo>
                  <a:pt x="440" y="17"/>
                </a:lnTo>
                <a:lnTo>
                  <a:pt x="440" y="18"/>
                </a:lnTo>
                <a:lnTo>
                  <a:pt x="441" y="18"/>
                </a:lnTo>
                <a:lnTo>
                  <a:pt x="441" y="19"/>
                </a:lnTo>
                <a:lnTo>
                  <a:pt x="442" y="19"/>
                </a:lnTo>
                <a:lnTo>
                  <a:pt x="442" y="20"/>
                </a:lnTo>
                <a:lnTo>
                  <a:pt x="442" y="21"/>
                </a:lnTo>
                <a:lnTo>
                  <a:pt x="442" y="22"/>
                </a:lnTo>
                <a:lnTo>
                  <a:pt x="443" y="22"/>
                </a:lnTo>
                <a:lnTo>
                  <a:pt x="443" y="23"/>
                </a:lnTo>
                <a:lnTo>
                  <a:pt x="444" y="24"/>
                </a:lnTo>
                <a:lnTo>
                  <a:pt x="445" y="24"/>
                </a:lnTo>
                <a:lnTo>
                  <a:pt x="446" y="24"/>
                </a:lnTo>
                <a:lnTo>
                  <a:pt x="446" y="25"/>
                </a:lnTo>
                <a:lnTo>
                  <a:pt x="445" y="26"/>
                </a:lnTo>
                <a:lnTo>
                  <a:pt x="445" y="27"/>
                </a:lnTo>
                <a:lnTo>
                  <a:pt x="446" y="28"/>
                </a:lnTo>
                <a:lnTo>
                  <a:pt x="446" y="29"/>
                </a:lnTo>
                <a:lnTo>
                  <a:pt x="447" y="29"/>
                </a:lnTo>
                <a:lnTo>
                  <a:pt x="448" y="29"/>
                </a:lnTo>
                <a:lnTo>
                  <a:pt x="448" y="28"/>
                </a:lnTo>
                <a:lnTo>
                  <a:pt x="449" y="29"/>
                </a:lnTo>
                <a:lnTo>
                  <a:pt x="451" y="28"/>
                </a:lnTo>
                <a:lnTo>
                  <a:pt x="451" y="27"/>
                </a:lnTo>
                <a:lnTo>
                  <a:pt x="452" y="27"/>
                </a:lnTo>
                <a:lnTo>
                  <a:pt x="451" y="27"/>
                </a:lnTo>
                <a:lnTo>
                  <a:pt x="452" y="26"/>
                </a:lnTo>
                <a:lnTo>
                  <a:pt x="452" y="25"/>
                </a:lnTo>
                <a:lnTo>
                  <a:pt x="452" y="24"/>
                </a:lnTo>
                <a:lnTo>
                  <a:pt x="454" y="24"/>
                </a:lnTo>
                <a:lnTo>
                  <a:pt x="454" y="23"/>
                </a:lnTo>
                <a:lnTo>
                  <a:pt x="454" y="22"/>
                </a:lnTo>
                <a:lnTo>
                  <a:pt x="455" y="21"/>
                </a:lnTo>
                <a:lnTo>
                  <a:pt x="455" y="22"/>
                </a:lnTo>
                <a:lnTo>
                  <a:pt x="455" y="23"/>
                </a:lnTo>
                <a:lnTo>
                  <a:pt x="455" y="24"/>
                </a:lnTo>
                <a:lnTo>
                  <a:pt x="456" y="24"/>
                </a:lnTo>
                <a:lnTo>
                  <a:pt x="456" y="23"/>
                </a:lnTo>
                <a:lnTo>
                  <a:pt x="457" y="23"/>
                </a:lnTo>
                <a:lnTo>
                  <a:pt x="457" y="22"/>
                </a:lnTo>
                <a:lnTo>
                  <a:pt x="458" y="22"/>
                </a:lnTo>
                <a:lnTo>
                  <a:pt x="458" y="23"/>
                </a:lnTo>
                <a:lnTo>
                  <a:pt x="459" y="23"/>
                </a:lnTo>
                <a:lnTo>
                  <a:pt x="459" y="22"/>
                </a:lnTo>
                <a:lnTo>
                  <a:pt x="459" y="21"/>
                </a:lnTo>
                <a:lnTo>
                  <a:pt x="459" y="20"/>
                </a:lnTo>
                <a:lnTo>
                  <a:pt x="459" y="19"/>
                </a:lnTo>
                <a:lnTo>
                  <a:pt x="460" y="20"/>
                </a:lnTo>
                <a:lnTo>
                  <a:pt x="461" y="20"/>
                </a:lnTo>
                <a:lnTo>
                  <a:pt x="461" y="21"/>
                </a:lnTo>
                <a:lnTo>
                  <a:pt x="460" y="22"/>
                </a:lnTo>
                <a:lnTo>
                  <a:pt x="461" y="22"/>
                </a:lnTo>
                <a:lnTo>
                  <a:pt x="462" y="22"/>
                </a:lnTo>
                <a:lnTo>
                  <a:pt x="462" y="23"/>
                </a:lnTo>
                <a:lnTo>
                  <a:pt x="462" y="24"/>
                </a:lnTo>
                <a:lnTo>
                  <a:pt x="462" y="25"/>
                </a:lnTo>
                <a:lnTo>
                  <a:pt x="462" y="26"/>
                </a:lnTo>
                <a:lnTo>
                  <a:pt x="461" y="26"/>
                </a:lnTo>
                <a:lnTo>
                  <a:pt x="461" y="27"/>
                </a:lnTo>
                <a:lnTo>
                  <a:pt x="461" y="28"/>
                </a:lnTo>
                <a:lnTo>
                  <a:pt x="460" y="29"/>
                </a:lnTo>
                <a:lnTo>
                  <a:pt x="459" y="31"/>
                </a:lnTo>
                <a:lnTo>
                  <a:pt x="459" y="32"/>
                </a:lnTo>
                <a:lnTo>
                  <a:pt x="459" y="34"/>
                </a:lnTo>
                <a:lnTo>
                  <a:pt x="459" y="35"/>
                </a:lnTo>
                <a:lnTo>
                  <a:pt x="459" y="36"/>
                </a:lnTo>
                <a:lnTo>
                  <a:pt x="459" y="37"/>
                </a:lnTo>
                <a:lnTo>
                  <a:pt x="458" y="37"/>
                </a:lnTo>
                <a:lnTo>
                  <a:pt x="457" y="37"/>
                </a:lnTo>
                <a:lnTo>
                  <a:pt x="456" y="37"/>
                </a:lnTo>
                <a:lnTo>
                  <a:pt x="455" y="38"/>
                </a:lnTo>
                <a:lnTo>
                  <a:pt x="454" y="38"/>
                </a:lnTo>
                <a:lnTo>
                  <a:pt x="454" y="39"/>
                </a:lnTo>
                <a:lnTo>
                  <a:pt x="453" y="40"/>
                </a:lnTo>
                <a:lnTo>
                  <a:pt x="452" y="40"/>
                </a:lnTo>
                <a:lnTo>
                  <a:pt x="451" y="40"/>
                </a:lnTo>
                <a:lnTo>
                  <a:pt x="450" y="41"/>
                </a:lnTo>
                <a:lnTo>
                  <a:pt x="450" y="42"/>
                </a:lnTo>
                <a:lnTo>
                  <a:pt x="451" y="42"/>
                </a:lnTo>
                <a:lnTo>
                  <a:pt x="450" y="43"/>
                </a:lnTo>
                <a:lnTo>
                  <a:pt x="450" y="44"/>
                </a:lnTo>
                <a:lnTo>
                  <a:pt x="451" y="44"/>
                </a:lnTo>
                <a:lnTo>
                  <a:pt x="451" y="45"/>
                </a:lnTo>
                <a:lnTo>
                  <a:pt x="451" y="48"/>
                </a:lnTo>
                <a:lnTo>
                  <a:pt x="451" y="50"/>
                </a:lnTo>
                <a:lnTo>
                  <a:pt x="450" y="51"/>
                </a:lnTo>
                <a:lnTo>
                  <a:pt x="449" y="51"/>
                </a:lnTo>
                <a:lnTo>
                  <a:pt x="450" y="52"/>
                </a:lnTo>
                <a:lnTo>
                  <a:pt x="450" y="53"/>
                </a:lnTo>
                <a:lnTo>
                  <a:pt x="449" y="54"/>
                </a:lnTo>
                <a:lnTo>
                  <a:pt x="449" y="55"/>
                </a:lnTo>
                <a:lnTo>
                  <a:pt x="449" y="56"/>
                </a:lnTo>
                <a:lnTo>
                  <a:pt x="448" y="56"/>
                </a:lnTo>
                <a:lnTo>
                  <a:pt x="448" y="57"/>
                </a:lnTo>
                <a:lnTo>
                  <a:pt x="448" y="58"/>
                </a:lnTo>
                <a:lnTo>
                  <a:pt x="448" y="59"/>
                </a:lnTo>
                <a:lnTo>
                  <a:pt x="449" y="59"/>
                </a:lnTo>
                <a:lnTo>
                  <a:pt x="450" y="59"/>
                </a:lnTo>
                <a:lnTo>
                  <a:pt x="450" y="60"/>
                </a:lnTo>
                <a:lnTo>
                  <a:pt x="451" y="60"/>
                </a:lnTo>
                <a:lnTo>
                  <a:pt x="451" y="59"/>
                </a:lnTo>
                <a:lnTo>
                  <a:pt x="452" y="59"/>
                </a:lnTo>
                <a:lnTo>
                  <a:pt x="453" y="58"/>
                </a:lnTo>
                <a:lnTo>
                  <a:pt x="454" y="58"/>
                </a:lnTo>
                <a:lnTo>
                  <a:pt x="454" y="57"/>
                </a:lnTo>
                <a:lnTo>
                  <a:pt x="455" y="57"/>
                </a:lnTo>
                <a:lnTo>
                  <a:pt x="455" y="56"/>
                </a:lnTo>
                <a:lnTo>
                  <a:pt x="457" y="54"/>
                </a:lnTo>
                <a:lnTo>
                  <a:pt x="459" y="52"/>
                </a:lnTo>
                <a:lnTo>
                  <a:pt x="459" y="51"/>
                </a:lnTo>
                <a:lnTo>
                  <a:pt x="460" y="51"/>
                </a:lnTo>
                <a:lnTo>
                  <a:pt x="461" y="51"/>
                </a:lnTo>
                <a:lnTo>
                  <a:pt x="461" y="50"/>
                </a:lnTo>
                <a:lnTo>
                  <a:pt x="462" y="50"/>
                </a:lnTo>
                <a:lnTo>
                  <a:pt x="463" y="49"/>
                </a:lnTo>
                <a:lnTo>
                  <a:pt x="464" y="49"/>
                </a:lnTo>
                <a:lnTo>
                  <a:pt x="465" y="49"/>
                </a:lnTo>
                <a:lnTo>
                  <a:pt x="466" y="49"/>
                </a:lnTo>
                <a:lnTo>
                  <a:pt x="467" y="48"/>
                </a:lnTo>
                <a:lnTo>
                  <a:pt x="469" y="47"/>
                </a:lnTo>
                <a:lnTo>
                  <a:pt x="470" y="46"/>
                </a:lnTo>
                <a:lnTo>
                  <a:pt x="471" y="46"/>
                </a:lnTo>
                <a:lnTo>
                  <a:pt x="471" y="45"/>
                </a:lnTo>
                <a:lnTo>
                  <a:pt x="472" y="45"/>
                </a:lnTo>
                <a:lnTo>
                  <a:pt x="473" y="45"/>
                </a:lnTo>
                <a:lnTo>
                  <a:pt x="474" y="45"/>
                </a:lnTo>
                <a:lnTo>
                  <a:pt x="476" y="46"/>
                </a:lnTo>
                <a:lnTo>
                  <a:pt x="476" y="45"/>
                </a:lnTo>
                <a:lnTo>
                  <a:pt x="477" y="45"/>
                </a:lnTo>
                <a:lnTo>
                  <a:pt x="477" y="44"/>
                </a:lnTo>
                <a:lnTo>
                  <a:pt x="478" y="44"/>
                </a:lnTo>
                <a:lnTo>
                  <a:pt x="479" y="44"/>
                </a:lnTo>
                <a:lnTo>
                  <a:pt x="480" y="43"/>
                </a:lnTo>
                <a:lnTo>
                  <a:pt x="480" y="42"/>
                </a:lnTo>
                <a:lnTo>
                  <a:pt x="481" y="41"/>
                </a:lnTo>
                <a:lnTo>
                  <a:pt x="482" y="41"/>
                </a:lnTo>
                <a:lnTo>
                  <a:pt x="483" y="40"/>
                </a:lnTo>
                <a:lnTo>
                  <a:pt x="484" y="41"/>
                </a:lnTo>
                <a:lnTo>
                  <a:pt x="485" y="41"/>
                </a:lnTo>
                <a:lnTo>
                  <a:pt x="488" y="40"/>
                </a:lnTo>
                <a:lnTo>
                  <a:pt x="489" y="40"/>
                </a:lnTo>
                <a:lnTo>
                  <a:pt x="490" y="39"/>
                </a:lnTo>
                <a:lnTo>
                  <a:pt x="490" y="38"/>
                </a:lnTo>
                <a:lnTo>
                  <a:pt x="491" y="37"/>
                </a:lnTo>
                <a:lnTo>
                  <a:pt x="493" y="36"/>
                </a:lnTo>
                <a:lnTo>
                  <a:pt x="494" y="36"/>
                </a:lnTo>
                <a:lnTo>
                  <a:pt x="495" y="36"/>
                </a:lnTo>
                <a:lnTo>
                  <a:pt x="495" y="37"/>
                </a:lnTo>
                <a:lnTo>
                  <a:pt x="496" y="37"/>
                </a:lnTo>
                <a:lnTo>
                  <a:pt x="497" y="37"/>
                </a:lnTo>
                <a:lnTo>
                  <a:pt x="497" y="36"/>
                </a:lnTo>
                <a:lnTo>
                  <a:pt x="498" y="36"/>
                </a:lnTo>
                <a:lnTo>
                  <a:pt x="499" y="35"/>
                </a:lnTo>
                <a:lnTo>
                  <a:pt x="500" y="35"/>
                </a:lnTo>
                <a:lnTo>
                  <a:pt x="501" y="35"/>
                </a:lnTo>
                <a:lnTo>
                  <a:pt x="502" y="35"/>
                </a:lnTo>
                <a:lnTo>
                  <a:pt x="503" y="34"/>
                </a:lnTo>
                <a:lnTo>
                  <a:pt x="504" y="34"/>
                </a:lnTo>
                <a:lnTo>
                  <a:pt x="505" y="33"/>
                </a:lnTo>
                <a:lnTo>
                  <a:pt x="506" y="33"/>
                </a:lnTo>
                <a:lnTo>
                  <a:pt x="507" y="33"/>
                </a:lnTo>
                <a:lnTo>
                  <a:pt x="508" y="33"/>
                </a:lnTo>
                <a:lnTo>
                  <a:pt x="509" y="33"/>
                </a:lnTo>
                <a:lnTo>
                  <a:pt x="509" y="32"/>
                </a:lnTo>
                <a:lnTo>
                  <a:pt x="510" y="32"/>
                </a:lnTo>
                <a:lnTo>
                  <a:pt x="510" y="31"/>
                </a:lnTo>
                <a:lnTo>
                  <a:pt x="511" y="31"/>
                </a:lnTo>
                <a:lnTo>
                  <a:pt x="511" y="30"/>
                </a:lnTo>
                <a:lnTo>
                  <a:pt x="512" y="30"/>
                </a:lnTo>
                <a:lnTo>
                  <a:pt x="512" y="29"/>
                </a:lnTo>
                <a:lnTo>
                  <a:pt x="513" y="29"/>
                </a:lnTo>
                <a:lnTo>
                  <a:pt x="513" y="28"/>
                </a:lnTo>
                <a:lnTo>
                  <a:pt x="514" y="28"/>
                </a:lnTo>
                <a:lnTo>
                  <a:pt x="514" y="27"/>
                </a:lnTo>
                <a:lnTo>
                  <a:pt x="515" y="27"/>
                </a:lnTo>
                <a:lnTo>
                  <a:pt x="516" y="27"/>
                </a:lnTo>
                <a:lnTo>
                  <a:pt x="516" y="26"/>
                </a:lnTo>
                <a:lnTo>
                  <a:pt x="517" y="26"/>
                </a:lnTo>
                <a:lnTo>
                  <a:pt x="518" y="26"/>
                </a:lnTo>
                <a:lnTo>
                  <a:pt x="519" y="26"/>
                </a:lnTo>
                <a:lnTo>
                  <a:pt x="518" y="26"/>
                </a:lnTo>
                <a:lnTo>
                  <a:pt x="518" y="27"/>
                </a:lnTo>
                <a:lnTo>
                  <a:pt x="518" y="28"/>
                </a:lnTo>
                <a:lnTo>
                  <a:pt x="518" y="29"/>
                </a:lnTo>
                <a:lnTo>
                  <a:pt x="517" y="29"/>
                </a:lnTo>
                <a:lnTo>
                  <a:pt x="517" y="30"/>
                </a:lnTo>
                <a:lnTo>
                  <a:pt x="518" y="31"/>
                </a:lnTo>
                <a:lnTo>
                  <a:pt x="517" y="31"/>
                </a:lnTo>
                <a:lnTo>
                  <a:pt x="518" y="32"/>
                </a:lnTo>
                <a:lnTo>
                  <a:pt x="517" y="32"/>
                </a:lnTo>
                <a:lnTo>
                  <a:pt x="516" y="32"/>
                </a:lnTo>
                <a:lnTo>
                  <a:pt x="517" y="32"/>
                </a:lnTo>
                <a:lnTo>
                  <a:pt x="517" y="33"/>
                </a:lnTo>
                <a:lnTo>
                  <a:pt x="516" y="34"/>
                </a:lnTo>
                <a:lnTo>
                  <a:pt x="516" y="35"/>
                </a:lnTo>
                <a:lnTo>
                  <a:pt x="515" y="35"/>
                </a:lnTo>
                <a:lnTo>
                  <a:pt x="515" y="36"/>
                </a:lnTo>
                <a:lnTo>
                  <a:pt x="514" y="36"/>
                </a:lnTo>
                <a:lnTo>
                  <a:pt x="514" y="37"/>
                </a:lnTo>
                <a:lnTo>
                  <a:pt x="514" y="38"/>
                </a:lnTo>
                <a:lnTo>
                  <a:pt x="514" y="39"/>
                </a:lnTo>
                <a:lnTo>
                  <a:pt x="514" y="40"/>
                </a:lnTo>
                <a:lnTo>
                  <a:pt x="514" y="41"/>
                </a:lnTo>
                <a:lnTo>
                  <a:pt x="513" y="41"/>
                </a:lnTo>
                <a:lnTo>
                  <a:pt x="512" y="41"/>
                </a:lnTo>
                <a:lnTo>
                  <a:pt x="511" y="41"/>
                </a:lnTo>
                <a:lnTo>
                  <a:pt x="510" y="40"/>
                </a:lnTo>
                <a:lnTo>
                  <a:pt x="509" y="40"/>
                </a:lnTo>
                <a:lnTo>
                  <a:pt x="507" y="40"/>
                </a:lnTo>
                <a:lnTo>
                  <a:pt x="506" y="41"/>
                </a:lnTo>
                <a:lnTo>
                  <a:pt x="505" y="41"/>
                </a:lnTo>
                <a:lnTo>
                  <a:pt x="504" y="41"/>
                </a:lnTo>
                <a:lnTo>
                  <a:pt x="502" y="41"/>
                </a:lnTo>
                <a:lnTo>
                  <a:pt x="501" y="42"/>
                </a:lnTo>
                <a:lnTo>
                  <a:pt x="501" y="43"/>
                </a:lnTo>
                <a:lnTo>
                  <a:pt x="501" y="44"/>
                </a:lnTo>
                <a:lnTo>
                  <a:pt x="501" y="45"/>
                </a:lnTo>
                <a:lnTo>
                  <a:pt x="500" y="45"/>
                </a:lnTo>
                <a:lnTo>
                  <a:pt x="499" y="45"/>
                </a:lnTo>
                <a:lnTo>
                  <a:pt x="499" y="46"/>
                </a:lnTo>
                <a:lnTo>
                  <a:pt x="498" y="46"/>
                </a:lnTo>
                <a:lnTo>
                  <a:pt x="498" y="47"/>
                </a:lnTo>
                <a:lnTo>
                  <a:pt x="499" y="47"/>
                </a:lnTo>
                <a:lnTo>
                  <a:pt x="499" y="48"/>
                </a:lnTo>
                <a:lnTo>
                  <a:pt x="499" y="50"/>
                </a:lnTo>
                <a:lnTo>
                  <a:pt x="498" y="51"/>
                </a:lnTo>
                <a:lnTo>
                  <a:pt x="498" y="52"/>
                </a:lnTo>
                <a:lnTo>
                  <a:pt x="498" y="51"/>
                </a:lnTo>
                <a:lnTo>
                  <a:pt x="498" y="50"/>
                </a:lnTo>
                <a:lnTo>
                  <a:pt x="497" y="51"/>
                </a:lnTo>
                <a:lnTo>
                  <a:pt x="497" y="52"/>
                </a:lnTo>
                <a:lnTo>
                  <a:pt x="495" y="52"/>
                </a:lnTo>
                <a:lnTo>
                  <a:pt x="495" y="53"/>
                </a:lnTo>
                <a:lnTo>
                  <a:pt x="494" y="53"/>
                </a:lnTo>
                <a:lnTo>
                  <a:pt x="493" y="53"/>
                </a:lnTo>
                <a:lnTo>
                  <a:pt x="492" y="53"/>
                </a:lnTo>
                <a:lnTo>
                  <a:pt x="489" y="52"/>
                </a:lnTo>
                <a:lnTo>
                  <a:pt x="489" y="53"/>
                </a:lnTo>
                <a:lnTo>
                  <a:pt x="488" y="53"/>
                </a:lnTo>
                <a:lnTo>
                  <a:pt x="488" y="54"/>
                </a:lnTo>
                <a:lnTo>
                  <a:pt x="486" y="55"/>
                </a:lnTo>
                <a:lnTo>
                  <a:pt x="485" y="55"/>
                </a:lnTo>
                <a:lnTo>
                  <a:pt x="484" y="55"/>
                </a:lnTo>
                <a:lnTo>
                  <a:pt x="484" y="56"/>
                </a:lnTo>
                <a:lnTo>
                  <a:pt x="483" y="58"/>
                </a:lnTo>
                <a:lnTo>
                  <a:pt x="482" y="57"/>
                </a:lnTo>
                <a:lnTo>
                  <a:pt x="482" y="58"/>
                </a:lnTo>
                <a:lnTo>
                  <a:pt x="482" y="59"/>
                </a:lnTo>
                <a:lnTo>
                  <a:pt x="481" y="59"/>
                </a:lnTo>
                <a:lnTo>
                  <a:pt x="481" y="60"/>
                </a:lnTo>
                <a:lnTo>
                  <a:pt x="481" y="61"/>
                </a:lnTo>
                <a:lnTo>
                  <a:pt x="481" y="63"/>
                </a:lnTo>
                <a:lnTo>
                  <a:pt x="480" y="63"/>
                </a:lnTo>
                <a:lnTo>
                  <a:pt x="479" y="63"/>
                </a:lnTo>
                <a:lnTo>
                  <a:pt x="478" y="63"/>
                </a:lnTo>
                <a:lnTo>
                  <a:pt x="477" y="63"/>
                </a:lnTo>
                <a:lnTo>
                  <a:pt x="476" y="64"/>
                </a:lnTo>
                <a:lnTo>
                  <a:pt x="474" y="64"/>
                </a:lnTo>
                <a:lnTo>
                  <a:pt x="473" y="64"/>
                </a:lnTo>
                <a:lnTo>
                  <a:pt x="472" y="64"/>
                </a:lnTo>
                <a:lnTo>
                  <a:pt x="472" y="65"/>
                </a:lnTo>
                <a:lnTo>
                  <a:pt x="471" y="65"/>
                </a:lnTo>
                <a:lnTo>
                  <a:pt x="469" y="65"/>
                </a:lnTo>
                <a:lnTo>
                  <a:pt x="468" y="65"/>
                </a:lnTo>
                <a:lnTo>
                  <a:pt x="466" y="65"/>
                </a:lnTo>
                <a:lnTo>
                  <a:pt x="464" y="66"/>
                </a:lnTo>
                <a:lnTo>
                  <a:pt x="464" y="67"/>
                </a:lnTo>
                <a:lnTo>
                  <a:pt x="463" y="67"/>
                </a:lnTo>
                <a:lnTo>
                  <a:pt x="462" y="68"/>
                </a:lnTo>
                <a:lnTo>
                  <a:pt x="462" y="69"/>
                </a:lnTo>
                <a:lnTo>
                  <a:pt x="461" y="71"/>
                </a:lnTo>
                <a:lnTo>
                  <a:pt x="460" y="71"/>
                </a:lnTo>
                <a:lnTo>
                  <a:pt x="460" y="72"/>
                </a:lnTo>
                <a:lnTo>
                  <a:pt x="459" y="72"/>
                </a:lnTo>
                <a:lnTo>
                  <a:pt x="459" y="73"/>
                </a:lnTo>
                <a:lnTo>
                  <a:pt x="458" y="73"/>
                </a:lnTo>
                <a:lnTo>
                  <a:pt x="457" y="73"/>
                </a:lnTo>
                <a:lnTo>
                  <a:pt x="458" y="73"/>
                </a:lnTo>
                <a:lnTo>
                  <a:pt x="459" y="73"/>
                </a:lnTo>
                <a:lnTo>
                  <a:pt x="458" y="73"/>
                </a:lnTo>
                <a:lnTo>
                  <a:pt x="457" y="73"/>
                </a:lnTo>
                <a:lnTo>
                  <a:pt x="457" y="75"/>
                </a:lnTo>
                <a:lnTo>
                  <a:pt x="456" y="76"/>
                </a:lnTo>
                <a:lnTo>
                  <a:pt x="455" y="76"/>
                </a:lnTo>
                <a:lnTo>
                  <a:pt x="455" y="77"/>
                </a:lnTo>
                <a:lnTo>
                  <a:pt x="455" y="78"/>
                </a:lnTo>
                <a:lnTo>
                  <a:pt x="455" y="79"/>
                </a:lnTo>
                <a:lnTo>
                  <a:pt x="454" y="79"/>
                </a:lnTo>
                <a:lnTo>
                  <a:pt x="454" y="80"/>
                </a:lnTo>
                <a:lnTo>
                  <a:pt x="453" y="81"/>
                </a:lnTo>
                <a:lnTo>
                  <a:pt x="453" y="82"/>
                </a:lnTo>
                <a:lnTo>
                  <a:pt x="452" y="82"/>
                </a:lnTo>
                <a:lnTo>
                  <a:pt x="451" y="83"/>
                </a:lnTo>
                <a:lnTo>
                  <a:pt x="450" y="83"/>
                </a:lnTo>
                <a:lnTo>
                  <a:pt x="449" y="83"/>
                </a:lnTo>
                <a:lnTo>
                  <a:pt x="449" y="84"/>
                </a:lnTo>
                <a:lnTo>
                  <a:pt x="450" y="84"/>
                </a:lnTo>
                <a:lnTo>
                  <a:pt x="450" y="85"/>
                </a:lnTo>
                <a:lnTo>
                  <a:pt x="450" y="86"/>
                </a:lnTo>
                <a:lnTo>
                  <a:pt x="450" y="87"/>
                </a:lnTo>
                <a:lnTo>
                  <a:pt x="450" y="88"/>
                </a:lnTo>
                <a:lnTo>
                  <a:pt x="451" y="89"/>
                </a:lnTo>
                <a:lnTo>
                  <a:pt x="450" y="89"/>
                </a:lnTo>
                <a:lnTo>
                  <a:pt x="450" y="90"/>
                </a:lnTo>
                <a:lnTo>
                  <a:pt x="449" y="90"/>
                </a:lnTo>
                <a:lnTo>
                  <a:pt x="448" y="90"/>
                </a:lnTo>
                <a:lnTo>
                  <a:pt x="447" y="91"/>
                </a:lnTo>
                <a:lnTo>
                  <a:pt x="446" y="92"/>
                </a:lnTo>
                <a:lnTo>
                  <a:pt x="445" y="92"/>
                </a:lnTo>
                <a:lnTo>
                  <a:pt x="444" y="92"/>
                </a:lnTo>
                <a:lnTo>
                  <a:pt x="443" y="93"/>
                </a:lnTo>
                <a:lnTo>
                  <a:pt x="443" y="94"/>
                </a:lnTo>
                <a:lnTo>
                  <a:pt x="442" y="94"/>
                </a:lnTo>
                <a:lnTo>
                  <a:pt x="442" y="95"/>
                </a:lnTo>
                <a:lnTo>
                  <a:pt x="441" y="95"/>
                </a:lnTo>
                <a:lnTo>
                  <a:pt x="441" y="96"/>
                </a:lnTo>
                <a:lnTo>
                  <a:pt x="440" y="96"/>
                </a:lnTo>
                <a:lnTo>
                  <a:pt x="439" y="97"/>
                </a:lnTo>
                <a:lnTo>
                  <a:pt x="438" y="97"/>
                </a:lnTo>
                <a:lnTo>
                  <a:pt x="437" y="97"/>
                </a:lnTo>
                <a:lnTo>
                  <a:pt x="436" y="97"/>
                </a:lnTo>
                <a:lnTo>
                  <a:pt x="435" y="97"/>
                </a:lnTo>
                <a:lnTo>
                  <a:pt x="434" y="97"/>
                </a:lnTo>
                <a:lnTo>
                  <a:pt x="434" y="96"/>
                </a:lnTo>
                <a:lnTo>
                  <a:pt x="433" y="96"/>
                </a:lnTo>
                <a:lnTo>
                  <a:pt x="431" y="96"/>
                </a:lnTo>
                <a:lnTo>
                  <a:pt x="430" y="97"/>
                </a:lnTo>
                <a:lnTo>
                  <a:pt x="429" y="97"/>
                </a:lnTo>
                <a:lnTo>
                  <a:pt x="430" y="97"/>
                </a:lnTo>
                <a:lnTo>
                  <a:pt x="430" y="98"/>
                </a:lnTo>
                <a:lnTo>
                  <a:pt x="429" y="99"/>
                </a:lnTo>
                <a:lnTo>
                  <a:pt x="429" y="98"/>
                </a:lnTo>
                <a:lnTo>
                  <a:pt x="428" y="98"/>
                </a:lnTo>
                <a:lnTo>
                  <a:pt x="427" y="98"/>
                </a:lnTo>
                <a:lnTo>
                  <a:pt x="427" y="97"/>
                </a:lnTo>
                <a:lnTo>
                  <a:pt x="426" y="97"/>
                </a:lnTo>
                <a:lnTo>
                  <a:pt x="426" y="98"/>
                </a:lnTo>
                <a:lnTo>
                  <a:pt x="426" y="99"/>
                </a:lnTo>
                <a:lnTo>
                  <a:pt x="426" y="100"/>
                </a:lnTo>
                <a:lnTo>
                  <a:pt x="425" y="101"/>
                </a:lnTo>
                <a:lnTo>
                  <a:pt x="421" y="101"/>
                </a:lnTo>
                <a:lnTo>
                  <a:pt x="421" y="102"/>
                </a:lnTo>
                <a:lnTo>
                  <a:pt x="420" y="102"/>
                </a:lnTo>
                <a:lnTo>
                  <a:pt x="420" y="103"/>
                </a:lnTo>
                <a:lnTo>
                  <a:pt x="420" y="104"/>
                </a:lnTo>
                <a:lnTo>
                  <a:pt x="420" y="105"/>
                </a:lnTo>
                <a:lnTo>
                  <a:pt x="420" y="106"/>
                </a:lnTo>
                <a:lnTo>
                  <a:pt x="420" y="107"/>
                </a:lnTo>
                <a:lnTo>
                  <a:pt x="420" y="106"/>
                </a:lnTo>
                <a:lnTo>
                  <a:pt x="419" y="107"/>
                </a:lnTo>
                <a:lnTo>
                  <a:pt x="418" y="108"/>
                </a:lnTo>
                <a:lnTo>
                  <a:pt x="417" y="109"/>
                </a:lnTo>
                <a:lnTo>
                  <a:pt x="417" y="110"/>
                </a:lnTo>
                <a:lnTo>
                  <a:pt x="416" y="111"/>
                </a:lnTo>
                <a:lnTo>
                  <a:pt x="416" y="110"/>
                </a:lnTo>
                <a:lnTo>
                  <a:pt x="416" y="111"/>
                </a:lnTo>
                <a:lnTo>
                  <a:pt x="416" y="112"/>
                </a:lnTo>
                <a:lnTo>
                  <a:pt x="415" y="112"/>
                </a:lnTo>
                <a:lnTo>
                  <a:pt x="414" y="114"/>
                </a:lnTo>
                <a:lnTo>
                  <a:pt x="413" y="114"/>
                </a:lnTo>
                <a:lnTo>
                  <a:pt x="412" y="114"/>
                </a:lnTo>
                <a:lnTo>
                  <a:pt x="412" y="115"/>
                </a:lnTo>
                <a:lnTo>
                  <a:pt x="412" y="117"/>
                </a:lnTo>
                <a:lnTo>
                  <a:pt x="412" y="118"/>
                </a:lnTo>
                <a:lnTo>
                  <a:pt x="412" y="119"/>
                </a:lnTo>
                <a:lnTo>
                  <a:pt x="412" y="120"/>
                </a:lnTo>
                <a:lnTo>
                  <a:pt x="409" y="120"/>
                </a:lnTo>
                <a:lnTo>
                  <a:pt x="408" y="120"/>
                </a:lnTo>
                <a:lnTo>
                  <a:pt x="407" y="120"/>
                </a:lnTo>
                <a:lnTo>
                  <a:pt x="407" y="121"/>
                </a:lnTo>
                <a:lnTo>
                  <a:pt x="406" y="121"/>
                </a:lnTo>
                <a:lnTo>
                  <a:pt x="405" y="121"/>
                </a:lnTo>
                <a:lnTo>
                  <a:pt x="405" y="122"/>
                </a:lnTo>
                <a:lnTo>
                  <a:pt x="404" y="123"/>
                </a:lnTo>
                <a:lnTo>
                  <a:pt x="404" y="124"/>
                </a:lnTo>
                <a:lnTo>
                  <a:pt x="405" y="125"/>
                </a:lnTo>
                <a:lnTo>
                  <a:pt x="406" y="126"/>
                </a:lnTo>
                <a:lnTo>
                  <a:pt x="407" y="127"/>
                </a:lnTo>
                <a:lnTo>
                  <a:pt x="408" y="128"/>
                </a:lnTo>
                <a:lnTo>
                  <a:pt x="408" y="129"/>
                </a:lnTo>
                <a:lnTo>
                  <a:pt x="408" y="130"/>
                </a:lnTo>
                <a:lnTo>
                  <a:pt x="407" y="131"/>
                </a:lnTo>
                <a:lnTo>
                  <a:pt x="406" y="131"/>
                </a:lnTo>
                <a:lnTo>
                  <a:pt x="405" y="131"/>
                </a:lnTo>
                <a:lnTo>
                  <a:pt x="404" y="132"/>
                </a:lnTo>
                <a:lnTo>
                  <a:pt x="403" y="132"/>
                </a:lnTo>
                <a:lnTo>
                  <a:pt x="402" y="132"/>
                </a:lnTo>
                <a:lnTo>
                  <a:pt x="402" y="134"/>
                </a:lnTo>
                <a:lnTo>
                  <a:pt x="402" y="135"/>
                </a:lnTo>
                <a:lnTo>
                  <a:pt x="403" y="135"/>
                </a:lnTo>
                <a:lnTo>
                  <a:pt x="405" y="135"/>
                </a:lnTo>
                <a:lnTo>
                  <a:pt x="405" y="136"/>
                </a:lnTo>
                <a:lnTo>
                  <a:pt x="405" y="137"/>
                </a:lnTo>
                <a:lnTo>
                  <a:pt x="404" y="137"/>
                </a:lnTo>
                <a:lnTo>
                  <a:pt x="404" y="138"/>
                </a:lnTo>
                <a:lnTo>
                  <a:pt x="403" y="138"/>
                </a:lnTo>
                <a:lnTo>
                  <a:pt x="402" y="138"/>
                </a:lnTo>
                <a:lnTo>
                  <a:pt x="402" y="139"/>
                </a:lnTo>
                <a:lnTo>
                  <a:pt x="403" y="139"/>
                </a:lnTo>
                <a:lnTo>
                  <a:pt x="405" y="139"/>
                </a:lnTo>
                <a:lnTo>
                  <a:pt x="405" y="140"/>
                </a:lnTo>
                <a:lnTo>
                  <a:pt x="406" y="139"/>
                </a:lnTo>
                <a:lnTo>
                  <a:pt x="406" y="137"/>
                </a:lnTo>
                <a:lnTo>
                  <a:pt x="407" y="137"/>
                </a:lnTo>
                <a:lnTo>
                  <a:pt x="408" y="137"/>
                </a:lnTo>
                <a:lnTo>
                  <a:pt x="408" y="138"/>
                </a:lnTo>
                <a:lnTo>
                  <a:pt x="408" y="139"/>
                </a:lnTo>
                <a:lnTo>
                  <a:pt x="408" y="140"/>
                </a:lnTo>
                <a:lnTo>
                  <a:pt x="410" y="141"/>
                </a:lnTo>
                <a:lnTo>
                  <a:pt x="410" y="142"/>
                </a:lnTo>
                <a:lnTo>
                  <a:pt x="411" y="143"/>
                </a:lnTo>
                <a:lnTo>
                  <a:pt x="412" y="143"/>
                </a:lnTo>
                <a:lnTo>
                  <a:pt x="412" y="142"/>
                </a:lnTo>
                <a:lnTo>
                  <a:pt x="413" y="141"/>
                </a:lnTo>
                <a:lnTo>
                  <a:pt x="414" y="140"/>
                </a:lnTo>
                <a:lnTo>
                  <a:pt x="415" y="140"/>
                </a:lnTo>
                <a:lnTo>
                  <a:pt x="416" y="140"/>
                </a:lnTo>
                <a:lnTo>
                  <a:pt x="416" y="141"/>
                </a:lnTo>
                <a:lnTo>
                  <a:pt x="417" y="141"/>
                </a:lnTo>
                <a:lnTo>
                  <a:pt x="418" y="140"/>
                </a:lnTo>
                <a:lnTo>
                  <a:pt x="418" y="141"/>
                </a:lnTo>
                <a:lnTo>
                  <a:pt x="419" y="141"/>
                </a:lnTo>
                <a:lnTo>
                  <a:pt x="419" y="142"/>
                </a:lnTo>
                <a:lnTo>
                  <a:pt x="420" y="142"/>
                </a:lnTo>
                <a:lnTo>
                  <a:pt x="420" y="143"/>
                </a:lnTo>
                <a:lnTo>
                  <a:pt x="421" y="143"/>
                </a:lnTo>
                <a:lnTo>
                  <a:pt x="421" y="142"/>
                </a:lnTo>
                <a:lnTo>
                  <a:pt x="422" y="142"/>
                </a:lnTo>
                <a:lnTo>
                  <a:pt x="423" y="141"/>
                </a:lnTo>
                <a:lnTo>
                  <a:pt x="423" y="140"/>
                </a:lnTo>
                <a:lnTo>
                  <a:pt x="424" y="140"/>
                </a:lnTo>
                <a:lnTo>
                  <a:pt x="427" y="140"/>
                </a:lnTo>
                <a:lnTo>
                  <a:pt x="428" y="140"/>
                </a:lnTo>
                <a:lnTo>
                  <a:pt x="429" y="139"/>
                </a:lnTo>
                <a:lnTo>
                  <a:pt x="430" y="139"/>
                </a:lnTo>
                <a:lnTo>
                  <a:pt x="430" y="140"/>
                </a:lnTo>
                <a:lnTo>
                  <a:pt x="430" y="141"/>
                </a:lnTo>
                <a:lnTo>
                  <a:pt x="430" y="142"/>
                </a:lnTo>
                <a:lnTo>
                  <a:pt x="431" y="142"/>
                </a:lnTo>
                <a:lnTo>
                  <a:pt x="432" y="143"/>
                </a:lnTo>
                <a:lnTo>
                  <a:pt x="432" y="144"/>
                </a:lnTo>
                <a:lnTo>
                  <a:pt x="433" y="144"/>
                </a:lnTo>
                <a:lnTo>
                  <a:pt x="434" y="144"/>
                </a:lnTo>
                <a:lnTo>
                  <a:pt x="435" y="144"/>
                </a:lnTo>
                <a:lnTo>
                  <a:pt x="436" y="144"/>
                </a:lnTo>
                <a:lnTo>
                  <a:pt x="435" y="145"/>
                </a:lnTo>
                <a:lnTo>
                  <a:pt x="436" y="145"/>
                </a:lnTo>
                <a:lnTo>
                  <a:pt x="436" y="144"/>
                </a:lnTo>
                <a:lnTo>
                  <a:pt x="437" y="144"/>
                </a:lnTo>
                <a:lnTo>
                  <a:pt x="439" y="144"/>
                </a:lnTo>
                <a:lnTo>
                  <a:pt x="439" y="145"/>
                </a:lnTo>
                <a:lnTo>
                  <a:pt x="438" y="145"/>
                </a:lnTo>
                <a:lnTo>
                  <a:pt x="438" y="146"/>
                </a:lnTo>
                <a:lnTo>
                  <a:pt x="437" y="145"/>
                </a:lnTo>
                <a:lnTo>
                  <a:pt x="437" y="146"/>
                </a:lnTo>
                <a:lnTo>
                  <a:pt x="436" y="147"/>
                </a:lnTo>
                <a:lnTo>
                  <a:pt x="435" y="148"/>
                </a:lnTo>
                <a:lnTo>
                  <a:pt x="437" y="149"/>
                </a:lnTo>
                <a:lnTo>
                  <a:pt x="438" y="150"/>
                </a:lnTo>
                <a:lnTo>
                  <a:pt x="438" y="149"/>
                </a:lnTo>
                <a:lnTo>
                  <a:pt x="439" y="148"/>
                </a:lnTo>
                <a:lnTo>
                  <a:pt x="440" y="148"/>
                </a:lnTo>
                <a:lnTo>
                  <a:pt x="441" y="149"/>
                </a:lnTo>
                <a:lnTo>
                  <a:pt x="441" y="150"/>
                </a:lnTo>
                <a:lnTo>
                  <a:pt x="440" y="151"/>
                </a:lnTo>
                <a:lnTo>
                  <a:pt x="439" y="151"/>
                </a:lnTo>
                <a:lnTo>
                  <a:pt x="439" y="152"/>
                </a:lnTo>
                <a:lnTo>
                  <a:pt x="440" y="153"/>
                </a:lnTo>
                <a:lnTo>
                  <a:pt x="440" y="154"/>
                </a:lnTo>
                <a:lnTo>
                  <a:pt x="440" y="155"/>
                </a:lnTo>
                <a:lnTo>
                  <a:pt x="440" y="156"/>
                </a:lnTo>
                <a:lnTo>
                  <a:pt x="441" y="156"/>
                </a:lnTo>
                <a:lnTo>
                  <a:pt x="442" y="156"/>
                </a:lnTo>
                <a:lnTo>
                  <a:pt x="442" y="155"/>
                </a:lnTo>
                <a:lnTo>
                  <a:pt x="443" y="154"/>
                </a:lnTo>
                <a:lnTo>
                  <a:pt x="444" y="155"/>
                </a:lnTo>
                <a:lnTo>
                  <a:pt x="444" y="156"/>
                </a:lnTo>
                <a:lnTo>
                  <a:pt x="445" y="155"/>
                </a:lnTo>
                <a:lnTo>
                  <a:pt x="445" y="154"/>
                </a:lnTo>
                <a:lnTo>
                  <a:pt x="446" y="154"/>
                </a:lnTo>
                <a:lnTo>
                  <a:pt x="447" y="154"/>
                </a:lnTo>
                <a:lnTo>
                  <a:pt x="448" y="155"/>
                </a:lnTo>
                <a:lnTo>
                  <a:pt x="449" y="155"/>
                </a:lnTo>
                <a:lnTo>
                  <a:pt x="450" y="156"/>
                </a:lnTo>
                <a:lnTo>
                  <a:pt x="452" y="157"/>
                </a:lnTo>
                <a:lnTo>
                  <a:pt x="453" y="157"/>
                </a:lnTo>
                <a:lnTo>
                  <a:pt x="454" y="157"/>
                </a:lnTo>
                <a:lnTo>
                  <a:pt x="455" y="158"/>
                </a:lnTo>
                <a:lnTo>
                  <a:pt x="455" y="159"/>
                </a:lnTo>
                <a:lnTo>
                  <a:pt x="456" y="159"/>
                </a:lnTo>
                <a:lnTo>
                  <a:pt x="456" y="160"/>
                </a:lnTo>
                <a:lnTo>
                  <a:pt x="457" y="160"/>
                </a:lnTo>
                <a:lnTo>
                  <a:pt x="457" y="161"/>
                </a:lnTo>
                <a:lnTo>
                  <a:pt x="457" y="162"/>
                </a:lnTo>
                <a:lnTo>
                  <a:pt x="458" y="163"/>
                </a:lnTo>
                <a:lnTo>
                  <a:pt x="459" y="165"/>
                </a:lnTo>
                <a:lnTo>
                  <a:pt x="459" y="166"/>
                </a:lnTo>
                <a:lnTo>
                  <a:pt x="458" y="167"/>
                </a:lnTo>
                <a:lnTo>
                  <a:pt x="457" y="167"/>
                </a:lnTo>
                <a:lnTo>
                  <a:pt x="457" y="168"/>
                </a:lnTo>
                <a:lnTo>
                  <a:pt x="458" y="168"/>
                </a:lnTo>
                <a:lnTo>
                  <a:pt x="458" y="169"/>
                </a:lnTo>
                <a:lnTo>
                  <a:pt x="459" y="171"/>
                </a:lnTo>
                <a:lnTo>
                  <a:pt x="459" y="173"/>
                </a:lnTo>
                <a:lnTo>
                  <a:pt x="459" y="174"/>
                </a:lnTo>
                <a:lnTo>
                  <a:pt x="458" y="174"/>
                </a:lnTo>
                <a:lnTo>
                  <a:pt x="459" y="175"/>
                </a:lnTo>
                <a:lnTo>
                  <a:pt x="459" y="174"/>
                </a:lnTo>
                <a:lnTo>
                  <a:pt x="460" y="174"/>
                </a:lnTo>
                <a:lnTo>
                  <a:pt x="460" y="175"/>
                </a:lnTo>
                <a:lnTo>
                  <a:pt x="460" y="176"/>
                </a:lnTo>
                <a:lnTo>
                  <a:pt x="460" y="177"/>
                </a:lnTo>
                <a:lnTo>
                  <a:pt x="461" y="177"/>
                </a:lnTo>
                <a:lnTo>
                  <a:pt x="462" y="177"/>
                </a:lnTo>
                <a:lnTo>
                  <a:pt x="462" y="178"/>
                </a:lnTo>
                <a:lnTo>
                  <a:pt x="462" y="179"/>
                </a:lnTo>
                <a:lnTo>
                  <a:pt x="463" y="180"/>
                </a:lnTo>
                <a:lnTo>
                  <a:pt x="464" y="181"/>
                </a:lnTo>
                <a:lnTo>
                  <a:pt x="464" y="182"/>
                </a:lnTo>
                <a:lnTo>
                  <a:pt x="465" y="182"/>
                </a:lnTo>
                <a:lnTo>
                  <a:pt x="466" y="183"/>
                </a:lnTo>
                <a:lnTo>
                  <a:pt x="467" y="183"/>
                </a:lnTo>
                <a:lnTo>
                  <a:pt x="468" y="183"/>
                </a:lnTo>
                <a:lnTo>
                  <a:pt x="469" y="183"/>
                </a:lnTo>
                <a:lnTo>
                  <a:pt x="470" y="183"/>
                </a:lnTo>
                <a:lnTo>
                  <a:pt x="471" y="183"/>
                </a:lnTo>
                <a:lnTo>
                  <a:pt x="473" y="183"/>
                </a:lnTo>
                <a:lnTo>
                  <a:pt x="474" y="183"/>
                </a:lnTo>
                <a:lnTo>
                  <a:pt x="475" y="183"/>
                </a:lnTo>
                <a:lnTo>
                  <a:pt x="476" y="183"/>
                </a:lnTo>
                <a:lnTo>
                  <a:pt x="476" y="184"/>
                </a:lnTo>
                <a:lnTo>
                  <a:pt x="477" y="184"/>
                </a:lnTo>
                <a:lnTo>
                  <a:pt x="478" y="184"/>
                </a:lnTo>
                <a:lnTo>
                  <a:pt x="478" y="185"/>
                </a:lnTo>
                <a:lnTo>
                  <a:pt x="480" y="185"/>
                </a:lnTo>
                <a:lnTo>
                  <a:pt x="481" y="184"/>
                </a:lnTo>
                <a:lnTo>
                  <a:pt x="481" y="183"/>
                </a:lnTo>
                <a:lnTo>
                  <a:pt x="481" y="181"/>
                </a:lnTo>
                <a:lnTo>
                  <a:pt x="482" y="181"/>
                </a:lnTo>
                <a:lnTo>
                  <a:pt x="483" y="181"/>
                </a:lnTo>
                <a:lnTo>
                  <a:pt x="483" y="182"/>
                </a:lnTo>
                <a:lnTo>
                  <a:pt x="485" y="182"/>
                </a:lnTo>
                <a:lnTo>
                  <a:pt x="486" y="182"/>
                </a:lnTo>
                <a:lnTo>
                  <a:pt x="488" y="182"/>
                </a:lnTo>
                <a:lnTo>
                  <a:pt x="489" y="182"/>
                </a:lnTo>
                <a:lnTo>
                  <a:pt x="490" y="183"/>
                </a:lnTo>
                <a:lnTo>
                  <a:pt x="491" y="183"/>
                </a:lnTo>
                <a:lnTo>
                  <a:pt x="491" y="184"/>
                </a:lnTo>
                <a:lnTo>
                  <a:pt x="492" y="184"/>
                </a:lnTo>
                <a:lnTo>
                  <a:pt x="493" y="184"/>
                </a:lnTo>
                <a:lnTo>
                  <a:pt x="493" y="185"/>
                </a:lnTo>
                <a:lnTo>
                  <a:pt x="494" y="185"/>
                </a:lnTo>
                <a:lnTo>
                  <a:pt x="495" y="185"/>
                </a:lnTo>
                <a:lnTo>
                  <a:pt x="496" y="184"/>
                </a:lnTo>
                <a:lnTo>
                  <a:pt x="498" y="184"/>
                </a:lnTo>
                <a:lnTo>
                  <a:pt x="500" y="184"/>
                </a:lnTo>
                <a:lnTo>
                  <a:pt x="503" y="183"/>
                </a:lnTo>
                <a:lnTo>
                  <a:pt x="504" y="183"/>
                </a:lnTo>
                <a:lnTo>
                  <a:pt x="506" y="183"/>
                </a:lnTo>
                <a:lnTo>
                  <a:pt x="507" y="183"/>
                </a:lnTo>
                <a:lnTo>
                  <a:pt x="507" y="182"/>
                </a:lnTo>
                <a:lnTo>
                  <a:pt x="508" y="182"/>
                </a:lnTo>
                <a:lnTo>
                  <a:pt x="508" y="181"/>
                </a:lnTo>
                <a:lnTo>
                  <a:pt x="508" y="180"/>
                </a:lnTo>
                <a:lnTo>
                  <a:pt x="509" y="179"/>
                </a:lnTo>
                <a:lnTo>
                  <a:pt x="510" y="179"/>
                </a:lnTo>
                <a:lnTo>
                  <a:pt x="511" y="180"/>
                </a:lnTo>
                <a:lnTo>
                  <a:pt x="513" y="181"/>
                </a:lnTo>
                <a:lnTo>
                  <a:pt x="514" y="181"/>
                </a:lnTo>
                <a:lnTo>
                  <a:pt x="516" y="181"/>
                </a:lnTo>
                <a:lnTo>
                  <a:pt x="517" y="181"/>
                </a:lnTo>
                <a:lnTo>
                  <a:pt x="519" y="181"/>
                </a:lnTo>
                <a:lnTo>
                  <a:pt x="519" y="182"/>
                </a:lnTo>
                <a:lnTo>
                  <a:pt x="520" y="182"/>
                </a:lnTo>
                <a:lnTo>
                  <a:pt x="521" y="183"/>
                </a:lnTo>
                <a:lnTo>
                  <a:pt x="522" y="184"/>
                </a:lnTo>
                <a:lnTo>
                  <a:pt x="522" y="185"/>
                </a:lnTo>
                <a:lnTo>
                  <a:pt x="523" y="185"/>
                </a:lnTo>
                <a:lnTo>
                  <a:pt x="525" y="184"/>
                </a:lnTo>
                <a:lnTo>
                  <a:pt x="526" y="184"/>
                </a:lnTo>
                <a:lnTo>
                  <a:pt x="527" y="184"/>
                </a:lnTo>
                <a:lnTo>
                  <a:pt x="528" y="184"/>
                </a:lnTo>
                <a:lnTo>
                  <a:pt x="528" y="185"/>
                </a:lnTo>
                <a:lnTo>
                  <a:pt x="527" y="186"/>
                </a:lnTo>
                <a:lnTo>
                  <a:pt x="527" y="187"/>
                </a:lnTo>
                <a:lnTo>
                  <a:pt x="527" y="188"/>
                </a:lnTo>
                <a:lnTo>
                  <a:pt x="528" y="189"/>
                </a:lnTo>
                <a:lnTo>
                  <a:pt x="528" y="190"/>
                </a:lnTo>
                <a:lnTo>
                  <a:pt x="527" y="190"/>
                </a:lnTo>
                <a:lnTo>
                  <a:pt x="527" y="191"/>
                </a:lnTo>
                <a:lnTo>
                  <a:pt x="526" y="192"/>
                </a:lnTo>
                <a:lnTo>
                  <a:pt x="525" y="193"/>
                </a:lnTo>
                <a:lnTo>
                  <a:pt x="525" y="194"/>
                </a:lnTo>
                <a:lnTo>
                  <a:pt x="524" y="194"/>
                </a:lnTo>
                <a:lnTo>
                  <a:pt x="524" y="195"/>
                </a:lnTo>
                <a:lnTo>
                  <a:pt x="524" y="196"/>
                </a:lnTo>
                <a:lnTo>
                  <a:pt x="525" y="196"/>
                </a:lnTo>
                <a:lnTo>
                  <a:pt x="525" y="197"/>
                </a:lnTo>
                <a:lnTo>
                  <a:pt x="526" y="197"/>
                </a:lnTo>
                <a:lnTo>
                  <a:pt x="526" y="198"/>
                </a:lnTo>
                <a:lnTo>
                  <a:pt x="526" y="199"/>
                </a:lnTo>
                <a:lnTo>
                  <a:pt x="527" y="199"/>
                </a:lnTo>
                <a:lnTo>
                  <a:pt x="528" y="200"/>
                </a:lnTo>
                <a:lnTo>
                  <a:pt x="529" y="200"/>
                </a:lnTo>
                <a:lnTo>
                  <a:pt x="529" y="201"/>
                </a:lnTo>
                <a:lnTo>
                  <a:pt x="528" y="201"/>
                </a:lnTo>
                <a:lnTo>
                  <a:pt x="528" y="202"/>
                </a:lnTo>
                <a:lnTo>
                  <a:pt x="528" y="203"/>
                </a:lnTo>
                <a:lnTo>
                  <a:pt x="529" y="203"/>
                </a:lnTo>
                <a:lnTo>
                  <a:pt x="530" y="204"/>
                </a:lnTo>
                <a:lnTo>
                  <a:pt x="531" y="204"/>
                </a:lnTo>
                <a:lnTo>
                  <a:pt x="532" y="204"/>
                </a:lnTo>
                <a:lnTo>
                  <a:pt x="532" y="203"/>
                </a:lnTo>
                <a:lnTo>
                  <a:pt x="534" y="204"/>
                </a:lnTo>
                <a:lnTo>
                  <a:pt x="534" y="205"/>
                </a:lnTo>
                <a:lnTo>
                  <a:pt x="535" y="205"/>
                </a:lnTo>
                <a:lnTo>
                  <a:pt x="536" y="205"/>
                </a:lnTo>
                <a:lnTo>
                  <a:pt x="536" y="206"/>
                </a:lnTo>
                <a:lnTo>
                  <a:pt x="537" y="207"/>
                </a:lnTo>
                <a:lnTo>
                  <a:pt x="537" y="208"/>
                </a:lnTo>
                <a:lnTo>
                  <a:pt x="538" y="208"/>
                </a:lnTo>
                <a:lnTo>
                  <a:pt x="538" y="207"/>
                </a:lnTo>
                <a:lnTo>
                  <a:pt x="538" y="208"/>
                </a:lnTo>
                <a:lnTo>
                  <a:pt x="539" y="208"/>
                </a:lnTo>
                <a:lnTo>
                  <a:pt x="539" y="209"/>
                </a:lnTo>
                <a:lnTo>
                  <a:pt x="541" y="209"/>
                </a:lnTo>
                <a:lnTo>
                  <a:pt x="542" y="209"/>
                </a:lnTo>
                <a:lnTo>
                  <a:pt x="542" y="210"/>
                </a:lnTo>
                <a:lnTo>
                  <a:pt x="543" y="210"/>
                </a:lnTo>
                <a:lnTo>
                  <a:pt x="543" y="211"/>
                </a:lnTo>
                <a:lnTo>
                  <a:pt x="543" y="212"/>
                </a:lnTo>
                <a:lnTo>
                  <a:pt x="542" y="213"/>
                </a:lnTo>
                <a:lnTo>
                  <a:pt x="542" y="214"/>
                </a:lnTo>
                <a:lnTo>
                  <a:pt x="543" y="215"/>
                </a:lnTo>
                <a:lnTo>
                  <a:pt x="543" y="214"/>
                </a:lnTo>
                <a:lnTo>
                  <a:pt x="544" y="214"/>
                </a:lnTo>
                <a:lnTo>
                  <a:pt x="545" y="214"/>
                </a:lnTo>
                <a:lnTo>
                  <a:pt x="546" y="214"/>
                </a:lnTo>
                <a:lnTo>
                  <a:pt x="547" y="214"/>
                </a:lnTo>
                <a:lnTo>
                  <a:pt x="547" y="215"/>
                </a:lnTo>
                <a:lnTo>
                  <a:pt x="548" y="214"/>
                </a:lnTo>
                <a:lnTo>
                  <a:pt x="548" y="213"/>
                </a:lnTo>
                <a:lnTo>
                  <a:pt x="549" y="213"/>
                </a:lnTo>
                <a:lnTo>
                  <a:pt x="550" y="212"/>
                </a:lnTo>
                <a:lnTo>
                  <a:pt x="550" y="213"/>
                </a:lnTo>
                <a:lnTo>
                  <a:pt x="550" y="214"/>
                </a:lnTo>
                <a:lnTo>
                  <a:pt x="552" y="214"/>
                </a:lnTo>
                <a:lnTo>
                  <a:pt x="553" y="214"/>
                </a:lnTo>
                <a:lnTo>
                  <a:pt x="554" y="212"/>
                </a:lnTo>
                <a:lnTo>
                  <a:pt x="555" y="212"/>
                </a:lnTo>
                <a:lnTo>
                  <a:pt x="556" y="212"/>
                </a:lnTo>
                <a:lnTo>
                  <a:pt x="557" y="212"/>
                </a:lnTo>
                <a:lnTo>
                  <a:pt x="558" y="212"/>
                </a:lnTo>
                <a:lnTo>
                  <a:pt x="559" y="212"/>
                </a:lnTo>
                <a:lnTo>
                  <a:pt x="560" y="212"/>
                </a:lnTo>
                <a:lnTo>
                  <a:pt x="560" y="213"/>
                </a:lnTo>
                <a:lnTo>
                  <a:pt x="561" y="213"/>
                </a:lnTo>
                <a:lnTo>
                  <a:pt x="562" y="214"/>
                </a:lnTo>
                <a:lnTo>
                  <a:pt x="562" y="215"/>
                </a:lnTo>
                <a:lnTo>
                  <a:pt x="561" y="215"/>
                </a:lnTo>
                <a:lnTo>
                  <a:pt x="561" y="216"/>
                </a:lnTo>
                <a:lnTo>
                  <a:pt x="560" y="216"/>
                </a:lnTo>
                <a:lnTo>
                  <a:pt x="560" y="217"/>
                </a:lnTo>
                <a:lnTo>
                  <a:pt x="559" y="217"/>
                </a:lnTo>
                <a:lnTo>
                  <a:pt x="558" y="217"/>
                </a:lnTo>
                <a:lnTo>
                  <a:pt x="558" y="218"/>
                </a:lnTo>
                <a:lnTo>
                  <a:pt x="559" y="218"/>
                </a:lnTo>
                <a:lnTo>
                  <a:pt x="559" y="219"/>
                </a:lnTo>
                <a:lnTo>
                  <a:pt x="558" y="219"/>
                </a:lnTo>
                <a:lnTo>
                  <a:pt x="558" y="220"/>
                </a:lnTo>
                <a:lnTo>
                  <a:pt x="558" y="221"/>
                </a:lnTo>
                <a:lnTo>
                  <a:pt x="559" y="222"/>
                </a:lnTo>
                <a:lnTo>
                  <a:pt x="559" y="223"/>
                </a:lnTo>
                <a:lnTo>
                  <a:pt x="560" y="223"/>
                </a:lnTo>
                <a:lnTo>
                  <a:pt x="560" y="224"/>
                </a:lnTo>
                <a:lnTo>
                  <a:pt x="560" y="225"/>
                </a:lnTo>
                <a:lnTo>
                  <a:pt x="559" y="225"/>
                </a:lnTo>
                <a:lnTo>
                  <a:pt x="559" y="226"/>
                </a:lnTo>
                <a:lnTo>
                  <a:pt x="558" y="227"/>
                </a:lnTo>
                <a:lnTo>
                  <a:pt x="557" y="230"/>
                </a:lnTo>
                <a:lnTo>
                  <a:pt x="558" y="231"/>
                </a:lnTo>
                <a:lnTo>
                  <a:pt x="558" y="232"/>
                </a:lnTo>
                <a:lnTo>
                  <a:pt x="559" y="232"/>
                </a:lnTo>
                <a:lnTo>
                  <a:pt x="560" y="233"/>
                </a:lnTo>
                <a:lnTo>
                  <a:pt x="561" y="234"/>
                </a:lnTo>
                <a:lnTo>
                  <a:pt x="561" y="235"/>
                </a:lnTo>
                <a:lnTo>
                  <a:pt x="562" y="236"/>
                </a:lnTo>
                <a:lnTo>
                  <a:pt x="562" y="237"/>
                </a:lnTo>
                <a:lnTo>
                  <a:pt x="563" y="237"/>
                </a:lnTo>
                <a:lnTo>
                  <a:pt x="563" y="238"/>
                </a:lnTo>
                <a:lnTo>
                  <a:pt x="563" y="239"/>
                </a:lnTo>
                <a:lnTo>
                  <a:pt x="564" y="239"/>
                </a:lnTo>
                <a:lnTo>
                  <a:pt x="564" y="240"/>
                </a:lnTo>
                <a:lnTo>
                  <a:pt x="564" y="241"/>
                </a:lnTo>
                <a:lnTo>
                  <a:pt x="564" y="242"/>
                </a:lnTo>
                <a:lnTo>
                  <a:pt x="565" y="242"/>
                </a:lnTo>
                <a:lnTo>
                  <a:pt x="565" y="243"/>
                </a:lnTo>
                <a:lnTo>
                  <a:pt x="566" y="244"/>
                </a:lnTo>
                <a:lnTo>
                  <a:pt x="567" y="244"/>
                </a:lnTo>
                <a:lnTo>
                  <a:pt x="567" y="245"/>
                </a:lnTo>
                <a:lnTo>
                  <a:pt x="568" y="245"/>
                </a:lnTo>
                <a:lnTo>
                  <a:pt x="568" y="246"/>
                </a:lnTo>
                <a:lnTo>
                  <a:pt x="568" y="247"/>
                </a:lnTo>
                <a:lnTo>
                  <a:pt x="567" y="248"/>
                </a:lnTo>
                <a:lnTo>
                  <a:pt x="568" y="249"/>
                </a:lnTo>
                <a:lnTo>
                  <a:pt x="567" y="249"/>
                </a:lnTo>
                <a:lnTo>
                  <a:pt x="567" y="252"/>
                </a:lnTo>
                <a:lnTo>
                  <a:pt x="568" y="252"/>
                </a:lnTo>
                <a:lnTo>
                  <a:pt x="567" y="254"/>
                </a:lnTo>
                <a:lnTo>
                  <a:pt x="565" y="253"/>
                </a:lnTo>
                <a:lnTo>
                  <a:pt x="564" y="253"/>
                </a:lnTo>
                <a:lnTo>
                  <a:pt x="564" y="252"/>
                </a:lnTo>
                <a:lnTo>
                  <a:pt x="563" y="252"/>
                </a:lnTo>
                <a:lnTo>
                  <a:pt x="562" y="252"/>
                </a:lnTo>
                <a:lnTo>
                  <a:pt x="562" y="251"/>
                </a:lnTo>
                <a:lnTo>
                  <a:pt x="561" y="251"/>
                </a:lnTo>
                <a:lnTo>
                  <a:pt x="560" y="251"/>
                </a:lnTo>
                <a:lnTo>
                  <a:pt x="560" y="252"/>
                </a:lnTo>
                <a:lnTo>
                  <a:pt x="560" y="253"/>
                </a:lnTo>
                <a:lnTo>
                  <a:pt x="560" y="254"/>
                </a:lnTo>
                <a:lnTo>
                  <a:pt x="558" y="255"/>
                </a:lnTo>
                <a:lnTo>
                  <a:pt x="558" y="254"/>
                </a:lnTo>
                <a:lnTo>
                  <a:pt x="557" y="254"/>
                </a:lnTo>
                <a:lnTo>
                  <a:pt x="557" y="255"/>
                </a:lnTo>
                <a:lnTo>
                  <a:pt x="556" y="255"/>
                </a:lnTo>
                <a:lnTo>
                  <a:pt x="556" y="256"/>
                </a:lnTo>
                <a:lnTo>
                  <a:pt x="555" y="256"/>
                </a:lnTo>
                <a:lnTo>
                  <a:pt x="554" y="256"/>
                </a:lnTo>
                <a:lnTo>
                  <a:pt x="554" y="255"/>
                </a:lnTo>
                <a:lnTo>
                  <a:pt x="553" y="255"/>
                </a:lnTo>
                <a:lnTo>
                  <a:pt x="552" y="256"/>
                </a:lnTo>
                <a:lnTo>
                  <a:pt x="551" y="256"/>
                </a:lnTo>
                <a:lnTo>
                  <a:pt x="551" y="257"/>
                </a:lnTo>
                <a:lnTo>
                  <a:pt x="550" y="258"/>
                </a:lnTo>
                <a:lnTo>
                  <a:pt x="549" y="258"/>
                </a:lnTo>
                <a:lnTo>
                  <a:pt x="549" y="261"/>
                </a:lnTo>
                <a:lnTo>
                  <a:pt x="548" y="261"/>
                </a:lnTo>
                <a:lnTo>
                  <a:pt x="549" y="261"/>
                </a:lnTo>
                <a:lnTo>
                  <a:pt x="549" y="262"/>
                </a:lnTo>
                <a:lnTo>
                  <a:pt x="549" y="263"/>
                </a:lnTo>
                <a:lnTo>
                  <a:pt x="548" y="263"/>
                </a:lnTo>
                <a:lnTo>
                  <a:pt x="549" y="263"/>
                </a:lnTo>
                <a:lnTo>
                  <a:pt x="548" y="263"/>
                </a:lnTo>
                <a:lnTo>
                  <a:pt x="547" y="263"/>
                </a:lnTo>
                <a:lnTo>
                  <a:pt x="547" y="262"/>
                </a:lnTo>
                <a:lnTo>
                  <a:pt x="546" y="262"/>
                </a:lnTo>
                <a:lnTo>
                  <a:pt x="545" y="262"/>
                </a:lnTo>
                <a:lnTo>
                  <a:pt x="545" y="263"/>
                </a:lnTo>
                <a:lnTo>
                  <a:pt x="545" y="264"/>
                </a:lnTo>
                <a:lnTo>
                  <a:pt x="544" y="264"/>
                </a:lnTo>
                <a:lnTo>
                  <a:pt x="544" y="265"/>
                </a:lnTo>
                <a:lnTo>
                  <a:pt x="542" y="265"/>
                </a:lnTo>
                <a:lnTo>
                  <a:pt x="541" y="265"/>
                </a:lnTo>
                <a:lnTo>
                  <a:pt x="541" y="264"/>
                </a:lnTo>
                <a:lnTo>
                  <a:pt x="540" y="264"/>
                </a:lnTo>
                <a:lnTo>
                  <a:pt x="539" y="265"/>
                </a:lnTo>
                <a:lnTo>
                  <a:pt x="539" y="266"/>
                </a:lnTo>
                <a:lnTo>
                  <a:pt x="538" y="266"/>
                </a:lnTo>
                <a:lnTo>
                  <a:pt x="537" y="267"/>
                </a:lnTo>
                <a:lnTo>
                  <a:pt x="536" y="267"/>
                </a:lnTo>
                <a:lnTo>
                  <a:pt x="535" y="267"/>
                </a:lnTo>
                <a:lnTo>
                  <a:pt x="534" y="267"/>
                </a:lnTo>
                <a:lnTo>
                  <a:pt x="534" y="268"/>
                </a:lnTo>
                <a:lnTo>
                  <a:pt x="533" y="269"/>
                </a:lnTo>
                <a:lnTo>
                  <a:pt x="533" y="270"/>
                </a:lnTo>
                <a:lnTo>
                  <a:pt x="532" y="270"/>
                </a:lnTo>
                <a:lnTo>
                  <a:pt x="531" y="269"/>
                </a:lnTo>
                <a:lnTo>
                  <a:pt x="531" y="268"/>
                </a:lnTo>
                <a:lnTo>
                  <a:pt x="530" y="268"/>
                </a:lnTo>
                <a:lnTo>
                  <a:pt x="530" y="269"/>
                </a:lnTo>
                <a:lnTo>
                  <a:pt x="529" y="269"/>
                </a:lnTo>
                <a:lnTo>
                  <a:pt x="530" y="269"/>
                </a:lnTo>
                <a:lnTo>
                  <a:pt x="530" y="270"/>
                </a:lnTo>
                <a:lnTo>
                  <a:pt x="529" y="270"/>
                </a:lnTo>
                <a:lnTo>
                  <a:pt x="528" y="271"/>
                </a:lnTo>
                <a:lnTo>
                  <a:pt x="528" y="270"/>
                </a:lnTo>
                <a:lnTo>
                  <a:pt x="527" y="270"/>
                </a:lnTo>
                <a:lnTo>
                  <a:pt x="527" y="271"/>
                </a:lnTo>
                <a:lnTo>
                  <a:pt x="527" y="272"/>
                </a:lnTo>
                <a:lnTo>
                  <a:pt x="526" y="272"/>
                </a:lnTo>
                <a:lnTo>
                  <a:pt x="524" y="272"/>
                </a:lnTo>
                <a:lnTo>
                  <a:pt x="523" y="272"/>
                </a:lnTo>
                <a:lnTo>
                  <a:pt x="523" y="271"/>
                </a:lnTo>
                <a:lnTo>
                  <a:pt x="522" y="270"/>
                </a:lnTo>
                <a:lnTo>
                  <a:pt x="522" y="269"/>
                </a:lnTo>
                <a:lnTo>
                  <a:pt x="521" y="268"/>
                </a:lnTo>
                <a:lnTo>
                  <a:pt x="521" y="267"/>
                </a:lnTo>
                <a:lnTo>
                  <a:pt x="520" y="267"/>
                </a:lnTo>
                <a:lnTo>
                  <a:pt x="519" y="267"/>
                </a:lnTo>
                <a:lnTo>
                  <a:pt x="519" y="266"/>
                </a:lnTo>
                <a:lnTo>
                  <a:pt x="518" y="265"/>
                </a:lnTo>
                <a:lnTo>
                  <a:pt x="518" y="264"/>
                </a:lnTo>
                <a:lnTo>
                  <a:pt x="517" y="264"/>
                </a:lnTo>
                <a:lnTo>
                  <a:pt x="516" y="264"/>
                </a:lnTo>
                <a:lnTo>
                  <a:pt x="515" y="263"/>
                </a:lnTo>
                <a:lnTo>
                  <a:pt x="515" y="262"/>
                </a:lnTo>
                <a:lnTo>
                  <a:pt x="515" y="261"/>
                </a:lnTo>
                <a:lnTo>
                  <a:pt x="515" y="260"/>
                </a:lnTo>
                <a:lnTo>
                  <a:pt x="514" y="260"/>
                </a:lnTo>
                <a:lnTo>
                  <a:pt x="513" y="260"/>
                </a:lnTo>
                <a:lnTo>
                  <a:pt x="514" y="260"/>
                </a:lnTo>
                <a:lnTo>
                  <a:pt x="514" y="259"/>
                </a:lnTo>
                <a:lnTo>
                  <a:pt x="515" y="259"/>
                </a:lnTo>
                <a:lnTo>
                  <a:pt x="515" y="260"/>
                </a:lnTo>
                <a:lnTo>
                  <a:pt x="515" y="258"/>
                </a:lnTo>
                <a:lnTo>
                  <a:pt x="515" y="257"/>
                </a:lnTo>
                <a:lnTo>
                  <a:pt x="514" y="256"/>
                </a:lnTo>
                <a:lnTo>
                  <a:pt x="514" y="255"/>
                </a:lnTo>
                <a:lnTo>
                  <a:pt x="513" y="255"/>
                </a:lnTo>
                <a:lnTo>
                  <a:pt x="512" y="254"/>
                </a:lnTo>
                <a:lnTo>
                  <a:pt x="511" y="253"/>
                </a:lnTo>
                <a:lnTo>
                  <a:pt x="510" y="253"/>
                </a:lnTo>
                <a:lnTo>
                  <a:pt x="510" y="252"/>
                </a:lnTo>
                <a:lnTo>
                  <a:pt x="509" y="252"/>
                </a:lnTo>
                <a:lnTo>
                  <a:pt x="508" y="252"/>
                </a:lnTo>
                <a:lnTo>
                  <a:pt x="508" y="251"/>
                </a:lnTo>
                <a:lnTo>
                  <a:pt x="508" y="249"/>
                </a:lnTo>
                <a:lnTo>
                  <a:pt x="509" y="249"/>
                </a:lnTo>
                <a:lnTo>
                  <a:pt x="509" y="248"/>
                </a:lnTo>
                <a:lnTo>
                  <a:pt x="510" y="246"/>
                </a:lnTo>
                <a:lnTo>
                  <a:pt x="509" y="245"/>
                </a:lnTo>
                <a:lnTo>
                  <a:pt x="508" y="244"/>
                </a:lnTo>
                <a:lnTo>
                  <a:pt x="508" y="243"/>
                </a:lnTo>
                <a:lnTo>
                  <a:pt x="507" y="242"/>
                </a:lnTo>
                <a:lnTo>
                  <a:pt x="506" y="242"/>
                </a:lnTo>
                <a:lnTo>
                  <a:pt x="505" y="241"/>
                </a:lnTo>
                <a:lnTo>
                  <a:pt x="505" y="242"/>
                </a:lnTo>
                <a:lnTo>
                  <a:pt x="504" y="241"/>
                </a:lnTo>
                <a:lnTo>
                  <a:pt x="503" y="241"/>
                </a:lnTo>
                <a:lnTo>
                  <a:pt x="502" y="241"/>
                </a:lnTo>
                <a:lnTo>
                  <a:pt x="502" y="242"/>
                </a:lnTo>
                <a:lnTo>
                  <a:pt x="501" y="242"/>
                </a:lnTo>
                <a:lnTo>
                  <a:pt x="500" y="241"/>
                </a:lnTo>
                <a:lnTo>
                  <a:pt x="500" y="240"/>
                </a:lnTo>
                <a:lnTo>
                  <a:pt x="501" y="240"/>
                </a:lnTo>
                <a:lnTo>
                  <a:pt x="500" y="239"/>
                </a:lnTo>
                <a:lnTo>
                  <a:pt x="499" y="239"/>
                </a:lnTo>
                <a:lnTo>
                  <a:pt x="498" y="239"/>
                </a:lnTo>
                <a:lnTo>
                  <a:pt x="498" y="240"/>
                </a:lnTo>
                <a:lnTo>
                  <a:pt x="498" y="241"/>
                </a:lnTo>
                <a:lnTo>
                  <a:pt x="498" y="242"/>
                </a:lnTo>
                <a:lnTo>
                  <a:pt x="496" y="242"/>
                </a:lnTo>
                <a:lnTo>
                  <a:pt x="496" y="241"/>
                </a:lnTo>
                <a:lnTo>
                  <a:pt x="496" y="240"/>
                </a:lnTo>
                <a:lnTo>
                  <a:pt x="496" y="239"/>
                </a:lnTo>
                <a:lnTo>
                  <a:pt x="495" y="239"/>
                </a:lnTo>
                <a:lnTo>
                  <a:pt x="494" y="238"/>
                </a:lnTo>
                <a:lnTo>
                  <a:pt x="493" y="237"/>
                </a:lnTo>
                <a:lnTo>
                  <a:pt x="493" y="236"/>
                </a:lnTo>
                <a:lnTo>
                  <a:pt x="493" y="235"/>
                </a:lnTo>
                <a:lnTo>
                  <a:pt x="491" y="235"/>
                </a:lnTo>
                <a:lnTo>
                  <a:pt x="490" y="235"/>
                </a:lnTo>
                <a:lnTo>
                  <a:pt x="489" y="236"/>
                </a:lnTo>
                <a:lnTo>
                  <a:pt x="488" y="236"/>
                </a:lnTo>
                <a:lnTo>
                  <a:pt x="488" y="235"/>
                </a:lnTo>
                <a:lnTo>
                  <a:pt x="486" y="235"/>
                </a:lnTo>
                <a:lnTo>
                  <a:pt x="485" y="235"/>
                </a:lnTo>
                <a:lnTo>
                  <a:pt x="485" y="234"/>
                </a:lnTo>
                <a:lnTo>
                  <a:pt x="484" y="234"/>
                </a:lnTo>
                <a:lnTo>
                  <a:pt x="483" y="235"/>
                </a:lnTo>
                <a:lnTo>
                  <a:pt x="482" y="236"/>
                </a:lnTo>
                <a:lnTo>
                  <a:pt x="482" y="235"/>
                </a:lnTo>
                <a:lnTo>
                  <a:pt x="481" y="235"/>
                </a:lnTo>
                <a:lnTo>
                  <a:pt x="480" y="235"/>
                </a:lnTo>
                <a:lnTo>
                  <a:pt x="479" y="236"/>
                </a:lnTo>
                <a:lnTo>
                  <a:pt x="478" y="236"/>
                </a:lnTo>
                <a:lnTo>
                  <a:pt x="478" y="235"/>
                </a:lnTo>
                <a:lnTo>
                  <a:pt x="477" y="235"/>
                </a:lnTo>
                <a:lnTo>
                  <a:pt x="477" y="236"/>
                </a:lnTo>
                <a:lnTo>
                  <a:pt x="477" y="238"/>
                </a:lnTo>
                <a:lnTo>
                  <a:pt x="477" y="239"/>
                </a:lnTo>
                <a:lnTo>
                  <a:pt x="476" y="239"/>
                </a:lnTo>
                <a:lnTo>
                  <a:pt x="475" y="239"/>
                </a:lnTo>
                <a:lnTo>
                  <a:pt x="475" y="238"/>
                </a:lnTo>
                <a:lnTo>
                  <a:pt x="474" y="238"/>
                </a:lnTo>
                <a:lnTo>
                  <a:pt x="473" y="238"/>
                </a:lnTo>
                <a:lnTo>
                  <a:pt x="473" y="239"/>
                </a:lnTo>
                <a:lnTo>
                  <a:pt x="473" y="240"/>
                </a:lnTo>
                <a:lnTo>
                  <a:pt x="473" y="241"/>
                </a:lnTo>
                <a:lnTo>
                  <a:pt x="472" y="241"/>
                </a:lnTo>
                <a:lnTo>
                  <a:pt x="471" y="241"/>
                </a:lnTo>
                <a:lnTo>
                  <a:pt x="471" y="243"/>
                </a:lnTo>
                <a:lnTo>
                  <a:pt x="472" y="243"/>
                </a:lnTo>
                <a:lnTo>
                  <a:pt x="472" y="244"/>
                </a:lnTo>
                <a:lnTo>
                  <a:pt x="471" y="244"/>
                </a:lnTo>
                <a:lnTo>
                  <a:pt x="470" y="245"/>
                </a:lnTo>
                <a:lnTo>
                  <a:pt x="470" y="246"/>
                </a:lnTo>
                <a:lnTo>
                  <a:pt x="470" y="247"/>
                </a:lnTo>
                <a:lnTo>
                  <a:pt x="470" y="248"/>
                </a:lnTo>
                <a:lnTo>
                  <a:pt x="469" y="249"/>
                </a:lnTo>
                <a:lnTo>
                  <a:pt x="469" y="250"/>
                </a:lnTo>
                <a:lnTo>
                  <a:pt x="469" y="251"/>
                </a:lnTo>
                <a:lnTo>
                  <a:pt x="468" y="252"/>
                </a:lnTo>
                <a:lnTo>
                  <a:pt x="468" y="253"/>
                </a:lnTo>
                <a:lnTo>
                  <a:pt x="467" y="253"/>
                </a:lnTo>
                <a:lnTo>
                  <a:pt x="467" y="255"/>
                </a:lnTo>
                <a:lnTo>
                  <a:pt x="468" y="254"/>
                </a:lnTo>
                <a:lnTo>
                  <a:pt x="468" y="255"/>
                </a:lnTo>
                <a:lnTo>
                  <a:pt x="469" y="255"/>
                </a:lnTo>
                <a:lnTo>
                  <a:pt x="470" y="255"/>
                </a:lnTo>
                <a:lnTo>
                  <a:pt x="470" y="254"/>
                </a:lnTo>
                <a:lnTo>
                  <a:pt x="471" y="255"/>
                </a:lnTo>
                <a:lnTo>
                  <a:pt x="472" y="255"/>
                </a:lnTo>
                <a:lnTo>
                  <a:pt x="472" y="256"/>
                </a:lnTo>
                <a:lnTo>
                  <a:pt x="473" y="256"/>
                </a:lnTo>
                <a:lnTo>
                  <a:pt x="474" y="255"/>
                </a:lnTo>
                <a:lnTo>
                  <a:pt x="475" y="255"/>
                </a:lnTo>
                <a:lnTo>
                  <a:pt x="475" y="256"/>
                </a:lnTo>
                <a:lnTo>
                  <a:pt x="476" y="258"/>
                </a:lnTo>
                <a:lnTo>
                  <a:pt x="475" y="258"/>
                </a:lnTo>
                <a:lnTo>
                  <a:pt x="475" y="259"/>
                </a:lnTo>
                <a:lnTo>
                  <a:pt x="474" y="260"/>
                </a:lnTo>
                <a:lnTo>
                  <a:pt x="473" y="260"/>
                </a:lnTo>
                <a:lnTo>
                  <a:pt x="474" y="261"/>
                </a:lnTo>
                <a:lnTo>
                  <a:pt x="474" y="264"/>
                </a:lnTo>
                <a:lnTo>
                  <a:pt x="474" y="265"/>
                </a:lnTo>
                <a:lnTo>
                  <a:pt x="473" y="265"/>
                </a:lnTo>
                <a:lnTo>
                  <a:pt x="472" y="264"/>
                </a:lnTo>
                <a:lnTo>
                  <a:pt x="471" y="264"/>
                </a:lnTo>
                <a:lnTo>
                  <a:pt x="471" y="263"/>
                </a:lnTo>
                <a:lnTo>
                  <a:pt x="470" y="264"/>
                </a:lnTo>
                <a:lnTo>
                  <a:pt x="469" y="265"/>
                </a:lnTo>
                <a:lnTo>
                  <a:pt x="469" y="266"/>
                </a:lnTo>
                <a:lnTo>
                  <a:pt x="470" y="266"/>
                </a:lnTo>
                <a:lnTo>
                  <a:pt x="470" y="267"/>
                </a:lnTo>
                <a:lnTo>
                  <a:pt x="471" y="268"/>
                </a:lnTo>
                <a:lnTo>
                  <a:pt x="472" y="269"/>
                </a:lnTo>
                <a:lnTo>
                  <a:pt x="472" y="270"/>
                </a:lnTo>
                <a:lnTo>
                  <a:pt x="472" y="271"/>
                </a:lnTo>
                <a:lnTo>
                  <a:pt x="473" y="271"/>
                </a:lnTo>
                <a:lnTo>
                  <a:pt x="472" y="271"/>
                </a:lnTo>
                <a:lnTo>
                  <a:pt x="472" y="272"/>
                </a:lnTo>
                <a:lnTo>
                  <a:pt x="472" y="273"/>
                </a:lnTo>
                <a:lnTo>
                  <a:pt x="473" y="274"/>
                </a:lnTo>
                <a:lnTo>
                  <a:pt x="472" y="274"/>
                </a:lnTo>
                <a:lnTo>
                  <a:pt x="472" y="275"/>
                </a:lnTo>
                <a:lnTo>
                  <a:pt x="473" y="275"/>
                </a:lnTo>
                <a:lnTo>
                  <a:pt x="472" y="276"/>
                </a:lnTo>
                <a:lnTo>
                  <a:pt x="472" y="277"/>
                </a:lnTo>
                <a:lnTo>
                  <a:pt x="473" y="277"/>
                </a:lnTo>
                <a:lnTo>
                  <a:pt x="473" y="278"/>
                </a:lnTo>
                <a:lnTo>
                  <a:pt x="474" y="279"/>
                </a:lnTo>
                <a:lnTo>
                  <a:pt x="474" y="280"/>
                </a:lnTo>
                <a:lnTo>
                  <a:pt x="475" y="280"/>
                </a:lnTo>
                <a:lnTo>
                  <a:pt x="475" y="282"/>
                </a:lnTo>
                <a:lnTo>
                  <a:pt x="476" y="284"/>
                </a:lnTo>
                <a:lnTo>
                  <a:pt x="476" y="285"/>
                </a:lnTo>
                <a:lnTo>
                  <a:pt x="476" y="284"/>
                </a:lnTo>
                <a:lnTo>
                  <a:pt x="475" y="284"/>
                </a:lnTo>
                <a:lnTo>
                  <a:pt x="474" y="284"/>
                </a:lnTo>
                <a:lnTo>
                  <a:pt x="474" y="285"/>
                </a:lnTo>
                <a:lnTo>
                  <a:pt x="473" y="285"/>
                </a:lnTo>
                <a:lnTo>
                  <a:pt x="471" y="285"/>
                </a:lnTo>
                <a:lnTo>
                  <a:pt x="469" y="285"/>
                </a:lnTo>
                <a:lnTo>
                  <a:pt x="469" y="286"/>
                </a:lnTo>
                <a:lnTo>
                  <a:pt x="469" y="287"/>
                </a:lnTo>
                <a:lnTo>
                  <a:pt x="468" y="287"/>
                </a:lnTo>
                <a:lnTo>
                  <a:pt x="468" y="286"/>
                </a:lnTo>
                <a:lnTo>
                  <a:pt x="467" y="286"/>
                </a:lnTo>
                <a:lnTo>
                  <a:pt x="466" y="286"/>
                </a:lnTo>
                <a:lnTo>
                  <a:pt x="466" y="287"/>
                </a:lnTo>
                <a:lnTo>
                  <a:pt x="465" y="287"/>
                </a:lnTo>
                <a:lnTo>
                  <a:pt x="464" y="287"/>
                </a:lnTo>
                <a:lnTo>
                  <a:pt x="463" y="287"/>
                </a:lnTo>
                <a:lnTo>
                  <a:pt x="464" y="287"/>
                </a:lnTo>
                <a:lnTo>
                  <a:pt x="463" y="286"/>
                </a:lnTo>
                <a:lnTo>
                  <a:pt x="462" y="287"/>
                </a:lnTo>
                <a:lnTo>
                  <a:pt x="461" y="287"/>
                </a:lnTo>
                <a:lnTo>
                  <a:pt x="460" y="287"/>
                </a:lnTo>
                <a:lnTo>
                  <a:pt x="460" y="286"/>
                </a:lnTo>
                <a:lnTo>
                  <a:pt x="459" y="286"/>
                </a:lnTo>
                <a:lnTo>
                  <a:pt x="459" y="287"/>
                </a:lnTo>
                <a:lnTo>
                  <a:pt x="458" y="287"/>
                </a:lnTo>
                <a:lnTo>
                  <a:pt x="456" y="287"/>
                </a:lnTo>
                <a:lnTo>
                  <a:pt x="455" y="288"/>
                </a:lnTo>
                <a:lnTo>
                  <a:pt x="455" y="290"/>
                </a:lnTo>
                <a:lnTo>
                  <a:pt x="455" y="291"/>
                </a:lnTo>
                <a:lnTo>
                  <a:pt x="454" y="292"/>
                </a:lnTo>
                <a:lnTo>
                  <a:pt x="454" y="293"/>
                </a:lnTo>
                <a:lnTo>
                  <a:pt x="453" y="292"/>
                </a:lnTo>
                <a:lnTo>
                  <a:pt x="451" y="291"/>
                </a:lnTo>
                <a:lnTo>
                  <a:pt x="451" y="292"/>
                </a:lnTo>
                <a:lnTo>
                  <a:pt x="449" y="293"/>
                </a:lnTo>
                <a:lnTo>
                  <a:pt x="450" y="294"/>
                </a:lnTo>
                <a:lnTo>
                  <a:pt x="450" y="295"/>
                </a:lnTo>
                <a:lnTo>
                  <a:pt x="450" y="296"/>
                </a:lnTo>
                <a:lnTo>
                  <a:pt x="449" y="297"/>
                </a:lnTo>
                <a:lnTo>
                  <a:pt x="450" y="297"/>
                </a:lnTo>
                <a:lnTo>
                  <a:pt x="450" y="298"/>
                </a:lnTo>
                <a:lnTo>
                  <a:pt x="450" y="299"/>
                </a:lnTo>
                <a:lnTo>
                  <a:pt x="449" y="299"/>
                </a:lnTo>
                <a:lnTo>
                  <a:pt x="448" y="298"/>
                </a:lnTo>
                <a:lnTo>
                  <a:pt x="447" y="298"/>
                </a:lnTo>
                <a:lnTo>
                  <a:pt x="447" y="299"/>
                </a:lnTo>
                <a:lnTo>
                  <a:pt x="447" y="300"/>
                </a:lnTo>
                <a:lnTo>
                  <a:pt x="447" y="301"/>
                </a:lnTo>
                <a:lnTo>
                  <a:pt x="447" y="302"/>
                </a:lnTo>
                <a:lnTo>
                  <a:pt x="448" y="302"/>
                </a:lnTo>
                <a:lnTo>
                  <a:pt x="448" y="303"/>
                </a:lnTo>
                <a:lnTo>
                  <a:pt x="448" y="304"/>
                </a:lnTo>
                <a:lnTo>
                  <a:pt x="447" y="304"/>
                </a:lnTo>
                <a:lnTo>
                  <a:pt x="447" y="306"/>
                </a:lnTo>
                <a:lnTo>
                  <a:pt x="447" y="307"/>
                </a:lnTo>
                <a:lnTo>
                  <a:pt x="448" y="307"/>
                </a:lnTo>
                <a:lnTo>
                  <a:pt x="448" y="306"/>
                </a:lnTo>
                <a:lnTo>
                  <a:pt x="449" y="306"/>
                </a:lnTo>
                <a:lnTo>
                  <a:pt x="449" y="307"/>
                </a:lnTo>
                <a:lnTo>
                  <a:pt x="449" y="308"/>
                </a:lnTo>
                <a:lnTo>
                  <a:pt x="450" y="308"/>
                </a:lnTo>
                <a:lnTo>
                  <a:pt x="450" y="309"/>
                </a:lnTo>
                <a:lnTo>
                  <a:pt x="451" y="309"/>
                </a:lnTo>
                <a:lnTo>
                  <a:pt x="451" y="310"/>
                </a:lnTo>
                <a:lnTo>
                  <a:pt x="451" y="311"/>
                </a:lnTo>
                <a:lnTo>
                  <a:pt x="451" y="312"/>
                </a:lnTo>
                <a:lnTo>
                  <a:pt x="451" y="313"/>
                </a:lnTo>
                <a:lnTo>
                  <a:pt x="451" y="314"/>
                </a:lnTo>
                <a:lnTo>
                  <a:pt x="450" y="314"/>
                </a:lnTo>
                <a:lnTo>
                  <a:pt x="450" y="313"/>
                </a:lnTo>
                <a:lnTo>
                  <a:pt x="449" y="313"/>
                </a:lnTo>
                <a:lnTo>
                  <a:pt x="448" y="314"/>
                </a:lnTo>
                <a:lnTo>
                  <a:pt x="448" y="315"/>
                </a:lnTo>
                <a:lnTo>
                  <a:pt x="449" y="316"/>
                </a:lnTo>
                <a:lnTo>
                  <a:pt x="449" y="317"/>
                </a:lnTo>
                <a:lnTo>
                  <a:pt x="449" y="318"/>
                </a:lnTo>
                <a:lnTo>
                  <a:pt x="448" y="318"/>
                </a:lnTo>
                <a:lnTo>
                  <a:pt x="448" y="319"/>
                </a:lnTo>
                <a:lnTo>
                  <a:pt x="448" y="320"/>
                </a:lnTo>
                <a:lnTo>
                  <a:pt x="447" y="321"/>
                </a:lnTo>
                <a:lnTo>
                  <a:pt x="447" y="322"/>
                </a:lnTo>
                <a:lnTo>
                  <a:pt x="448" y="322"/>
                </a:lnTo>
                <a:lnTo>
                  <a:pt x="448" y="323"/>
                </a:lnTo>
                <a:lnTo>
                  <a:pt x="446" y="323"/>
                </a:lnTo>
                <a:lnTo>
                  <a:pt x="445" y="323"/>
                </a:lnTo>
                <a:lnTo>
                  <a:pt x="445" y="324"/>
                </a:lnTo>
                <a:lnTo>
                  <a:pt x="444" y="325"/>
                </a:lnTo>
                <a:lnTo>
                  <a:pt x="445" y="325"/>
                </a:lnTo>
                <a:lnTo>
                  <a:pt x="445" y="327"/>
                </a:lnTo>
                <a:lnTo>
                  <a:pt x="445" y="328"/>
                </a:lnTo>
                <a:lnTo>
                  <a:pt x="446" y="329"/>
                </a:lnTo>
                <a:lnTo>
                  <a:pt x="445" y="330"/>
                </a:lnTo>
                <a:lnTo>
                  <a:pt x="444" y="330"/>
                </a:lnTo>
                <a:lnTo>
                  <a:pt x="444" y="331"/>
                </a:lnTo>
                <a:lnTo>
                  <a:pt x="443" y="330"/>
                </a:lnTo>
                <a:lnTo>
                  <a:pt x="442" y="330"/>
                </a:lnTo>
                <a:lnTo>
                  <a:pt x="442" y="331"/>
                </a:lnTo>
                <a:lnTo>
                  <a:pt x="441" y="330"/>
                </a:lnTo>
                <a:lnTo>
                  <a:pt x="440" y="330"/>
                </a:lnTo>
                <a:lnTo>
                  <a:pt x="440" y="331"/>
                </a:lnTo>
                <a:lnTo>
                  <a:pt x="439" y="331"/>
                </a:lnTo>
                <a:lnTo>
                  <a:pt x="437" y="332"/>
                </a:lnTo>
                <a:lnTo>
                  <a:pt x="436" y="332"/>
                </a:lnTo>
                <a:lnTo>
                  <a:pt x="435" y="332"/>
                </a:lnTo>
                <a:lnTo>
                  <a:pt x="434" y="333"/>
                </a:lnTo>
                <a:lnTo>
                  <a:pt x="433" y="334"/>
                </a:lnTo>
                <a:lnTo>
                  <a:pt x="434" y="335"/>
                </a:lnTo>
                <a:lnTo>
                  <a:pt x="433" y="335"/>
                </a:lnTo>
                <a:lnTo>
                  <a:pt x="432" y="336"/>
                </a:lnTo>
                <a:lnTo>
                  <a:pt x="431" y="336"/>
                </a:lnTo>
                <a:lnTo>
                  <a:pt x="430" y="336"/>
                </a:lnTo>
                <a:lnTo>
                  <a:pt x="429" y="336"/>
                </a:lnTo>
                <a:lnTo>
                  <a:pt x="427" y="336"/>
                </a:lnTo>
                <a:lnTo>
                  <a:pt x="427" y="335"/>
                </a:lnTo>
                <a:lnTo>
                  <a:pt x="426" y="335"/>
                </a:lnTo>
                <a:lnTo>
                  <a:pt x="425" y="335"/>
                </a:lnTo>
                <a:lnTo>
                  <a:pt x="424" y="336"/>
                </a:lnTo>
                <a:lnTo>
                  <a:pt x="423" y="335"/>
                </a:lnTo>
                <a:lnTo>
                  <a:pt x="422" y="335"/>
                </a:lnTo>
                <a:lnTo>
                  <a:pt x="421" y="335"/>
                </a:lnTo>
                <a:lnTo>
                  <a:pt x="420" y="335"/>
                </a:lnTo>
                <a:lnTo>
                  <a:pt x="420" y="334"/>
                </a:lnTo>
                <a:lnTo>
                  <a:pt x="418" y="334"/>
                </a:lnTo>
                <a:lnTo>
                  <a:pt x="417" y="333"/>
                </a:lnTo>
                <a:lnTo>
                  <a:pt x="417" y="332"/>
                </a:lnTo>
                <a:lnTo>
                  <a:pt x="416" y="331"/>
                </a:lnTo>
                <a:lnTo>
                  <a:pt x="416" y="330"/>
                </a:lnTo>
                <a:lnTo>
                  <a:pt x="416" y="329"/>
                </a:lnTo>
                <a:lnTo>
                  <a:pt x="417" y="329"/>
                </a:lnTo>
                <a:lnTo>
                  <a:pt x="416" y="329"/>
                </a:lnTo>
                <a:lnTo>
                  <a:pt x="415" y="329"/>
                </a:lnTo>
                <a:lnTo>
                  <a:pt x="412" y="328"/>
                </a:lnTo>
                <a:lnTo>
                  <a:pt x="412" y="329"/>
                </a:lnTo>
                <a:lnTo>
                  <a:pt x="412" y="330"/>
                </a:lnTo>
                <a:lnTo>
                  <a:pt x="411" y="330"/>
                </a:lnTo>
                <a:lnTo>
                  <a:pt x="410" y="330"/>
                </a:lnTo>
                <a:lnTo>
                  <a:pt x="409" y="331"/>
                </a:lnTo>
                <a:lnTo>
                  <a:pt x="410" y="332"/>
                </a:lnTo>
                <a:lnTo>
                  <a:pt x="410" y="333"/>
                </a:lnTo>
                <a:lnTo>
                  <a:pt x="409" y="334"/>
                </a:lnTo>
                <a:lnTo>
                  <a:pt x="409" y="336"/>
                </a:lnTo>
                <a:lnTo>
                  <a:pt x="410" y="336"/>
                </a:lnTo>
                <a:lnTo>
                  <a:pt x="411" y="336"/>
                </a:lnTo>
                <a:lnTo>
                  <a:pt x="411" y="337"/>
                </a:lnTo>
                <a:lnTo>
                  <a:pt x="411" y="339"/>
                </a:lnTo>
                <a:lnTo>
                  <a:pt x="411" y="340"/>
                </a:lnTo>
                <a:lnTo>
                  <a:pt x="412" y="341"/>
                </a:lnTo>
                <a:lnTo>
                  <a:pt x="412" y="342"/>
                </a:lnTo>
                <a:lnTo>
                  <a:pt x="412" y="343"/>
                </a:lnTo>
                <a:lnTo>
                  <a:pt x="410" y="343"/>
                </a:lnTo>
                <a:lnTo>
                  <a:pt x="410" y="342"/>
                </a:lnTo>
                <a:lnTo>
                  <a:pt x="409" y="342"/>
                </a:lnTo>
                <a:lnTo>
                  <a:pt x="409" y="343"/>
                </a:lnTo>
                <a:lnTo>
                  <a:pt x="409" y="344"/>
                </a:lnTo>
                <a:lnTo>
                  <a:pt x="408" y="345"/>
                </a:lnTo>
                <a:lnTo>
                  <a:pt x="408" y="346"/>
                </a:lnTo>
                <a:lnTo>
                  <a:pt x="408" y="347"/>
                </a:lnTo>
                <a:lnTo>
                  <a:pt x="409" y="347"/>
                </a:lnTo>
                <a:lnTo>
                  <a:pt x="410" y="347"/>
                </a:lnTo>
                <a:lnTo>
                  <a:pt x="411" y="347"/>
                </a:lnTo>
                <a:lnTo>
                  <a:pt x="412" y="349"/>
                </a:lnTo>
                <a:lnTo>
                  <a:pt x="413" y="350"/>
                </a:lnTo>
                <a:lnTo>
                  <a:pt x="413" y="351"/>
                </a:lnTo>
                <a:lnTo>
                  <a:pt x="414" y="351"/>
                </a:lnTo>
                <a:lnTo>
                  <a:pt x="415" y="350"/>
                </a:lnTo>
                <a:lnTo>
                  <a:pt x="417" y="350"/>
                </a:lnTo>
                <a:lnTo>
                  <a:pt x="419" y="350"/>
                </a:lnTo>
                <a:lnTo>
                  <a:pt x="420" y="350"/>
                </a:lnTo>
                <a:lnTo>
                  <a:pt x="420" y="351"/>
                </a:lnTo>
                <a:lnTo>
                  <a:pt x="421" y="351"/>
                </a:lnTo>
                <a:lnTo>
                  <a:pt x="422" y="351"/>
                </a:lnTo>
                <a:lnTo>
                  <a:pt x="422" y="352"/>
                </a:lnTo>
                <a:lnTo>
                  <a:pt x="422" y="353"/>
                </a:lnTo>
                <a:lnTo>
                  <a:pt x="421" y="353"/>
                </a:lnTo>
                <a:lnTo>
                  <a:pt x="420" y="353"/>
                </a:lnTo>
                <a:lnTo>
                  <a:pt x="420" y="354"/>
                </a:lnTo>
                <a:lnTo>
                  <a:pt x="421" y="354"/>
                </a:lnTo>
                <a:lnTo>
                  <a:pt x="422" y="354"/>
                </a:lnTo>
                <a:lnTo>
                  <a:pt x="424" y="354"/>
                </a:lnTo>
                <a:lnTo>
                  <a:pt x="426" y="354"/>
                </a:lnTo>
                <a:lnTo>
                  <a:pt x="427" y="354"/>
                </a:lnTo>
                <a:lnTo>
                  <a:pt x="427" y="355"/>
                </a:lnTo>
                <a:lnTo>
                  <a:pt x="428" y="355"/>
                </a:lnTo>
                <a:lnTo>
                  <a:pt x="430" y="355"/>
                </a:lnTo>
                <a:lnTo>
                  <a:pt x="431" y="355"/>
                </a:lnTo>
                <a:lnTo>
                  <a:pt x="431" y="356"/>
                </a:lnTo>
                <a:lnTo>
                  <a:pt x="432" y="356"/>
                </a:lnTo>
                <a:lnTo>
                  <a:pt x="432" y="357"/>
                </a:lnTo>
                <a:lnTo>
                  <a:pt x="432" y="358"/>
                </a:lnTo>
                <a:lnTo>
                  <a:pt x="433" y="358"/>
                </a:lnTo>
                <a:lnTo>
                  <a:pt x="433" y="359"/>
                </a:lnTo>
                <a:lnTo>
                  <a:pt x="434" y="359"/>
                </a:lnTo>
                <a:lnTo>
                  <a:pt x="435" y="359"/>
                </a:lnTo>
                <a:lnTo>
                  <a:pt x="436" y="359"/>
                </a:lnTo>
                <a:lnTo>
                  <a:pt x="437" y="360"/>
                </a:lnTo>
                <a:lnTo>
                  <a:pt x="436" y="361"/>
                </a:lnTo>
                <a:lnTo>
                  <a:pt x="436" y="360"/>
                </a:lnTo>
                <a:lnTo>
                  <a:pt x="435" y="360"/>
                </a:lnTo>
                <a:lnTo>
                  <a:pt x="435" y="361"/>
                </a:lnTo>
                <a:lnTo>
                  <a:pt x="435" y="362"/>
                </a:lnTo>
                <a:lnTo>
                  <a:pt x="436" y="362"/>
                </a:lnTo>
                <a:lnTo>
                  <a:pt x="436" y="363"/>
                </a:lnTo>
                <a:lnTo>
                  <a:pt x="435" y="363"/>
                </a:lnTo>
                <a:lnTo>
                  <a:pt x="435" y="364"/>
                </a:lnTo>
                <a:lnTo>
                  <a:pt x="436" y="364"/>
                </a:lnTo>
                <a:lnTo>
                  <a:pt x="436" y="365"/>
                </a:lnTo>
                <a:lnTo>
                  <a:pt x="437" y="365"/>
                </a:lnTo>
                <a:lnTo>
                  <a:pt x="437" y="366"/>
                </a:lnTo>
                <a:lnTo>
                  <a:pt x="436" y="366"/>
                </a:lnTo>
                <a:lnTo>
                  <a:pt x="435" y="366"/>
                </a:lnTo>
                <a:lnTo>
                  <a:pt x="435" y="367"/>
                </a:lnTo>
                <a:lnTo>
                  <a:pt x="435" y="368"/>
                </a:lnTo>
                <a:lnTo>
                  <a:pt x="435" y="369"/>
                </a:lnTo>
                <a:lnTo>
                  <a:pt x="435" y="371"/>
                </a:lnTo>
                <a:lnTo>
                  <a:pt x="434" y="371"/>
                </a:lnTo>
                <a:lnTo>
                  <a:pt x="434" y="372"/>
                </a:lnTo>
                <a:lnTo>
                  <a:pt x="435" y="372"/>
                </a:lnTo>
                <a:lnTo>
                  <a:pt x="435" y="373"/>
                </a:lnTo>
                <a:lnTo>
                  <a:pt x="435" y="375"/>
                </a:lnTo>
                <a:lnTo>
                  <a:pt x="435" y="377"/>
                </a:lnTo>
                <a:lnTo>
                  <a:pt x="435" y="378"/>
                </a:lnTo>
                <a:lnTo>
                  <a:pt x="434" y="378"/>
                </a:lnTo>
                <a:lnTo>
                  <a:pt x="434" y="379"/>
                </a:lnTo>
                <a:lnTo>
                  <a:pt x="435" y="379"/>
                </a:lnTo>
                <a:lnTo>
                  <a:pt x="435" y="378"/>
                </a:lnTo>
                <a:lnTo>
                  <a:pt x="436" y="378"/>
                </a:lnTo>
                <a:lnTo>
                  <a:pt x="437" y="378"/>
                </a:lnTo>
                <a:lnTo>
                  <a:pt x="437" y="379"/>
                </a:lnTo>
                <a:lnTo>
                  <a:pt x="437" y="380"/>
                </a:lnTo>
                <a:lnTo>
                  <a:pt x="436" y="380"/>
                </a:lnTo>
                <a:lnTo>
                  <a:pt x="436" y="381"/>
                </a:lnTo>
                <a:lnTo>
                  <a:pt x="436" y="382"/>
                </a:lnTo>
                <a:lnTo>
                  <a:pt x="437" y="382"/>
                </a:lnTo>
                <a:lnTo>
                  <a:pt x="437" y="383"/>
                </a:lnTo>
                <a:lnTo>
                  <a:pt x="436" y="383"/>
                </a:lnTo>
                <a:lnTo>
                  <a:pt x="437" y="383"/>
                </a:lnTo>
                <a:lnTo>
                  <a:pt x="437" y="384"/>
                </a:lnTo>
                <a:lnTo>
                  <a:pt x="436" y="384"/>
                </a:lnTo>
                <a:lnTo>
                  <a:pt x="435" y="385"/>
                </a:lnTo>
                <a:lnTo>
                  <a:pt x="436" y="385"/>
                </a:lnTo>
                <a:lnTo>
                  <a:pt x="436" y="386"/>
                </a:lnTo>
                <a:lnTo>
                  <a:pt x="437" y="386"/>
                </a:lnTo>
                <a:lnTo>
                  <a:pt x="438" y="386"/>
                </a:lnTo>
                <a:lnTo>
                  <a:pt x="439" y="386"/>
                </a:lnTo>
                <a:lnTo>
                  <a:pt x="440" y="386"/>
                </a:lnTo>
                <a:lnTo>
                  <a:pt x="441" y="386"/>
                </a:lnTo>
                <a:lnTo>
                  <a:pt x="441" y="385"/>
                </a:lnTo>
                <a:lnTo>
                  <a:pt x="441" y="386"/>
                </a:lnTo>
                <a:lnTo>
                  <a:pt x="442" y="386"/>
                </a:lnTo>
                <a:lnTo>
                  <a:pt x="441" y="386"/>
                </a:lnTo>
                <a:lnTo>
                  <a:pt x="441" y="387"/>
                </a:lnTo>
                <a:lnTo>
                  <a:pt x="442" y="387"/>
                </a:lnTo>
                <a:lnTo>
                  <a:pt x="443" y="387"/>
                </a:lnTo>
                <a:lnTo>
                  <a:pt x="444" y="386"/>
                </a:lnTo>
                <a:lnTo>
                  <a:pt x="445" y="386"/>
                </a:lnTo>
                <a:lnTo>
                  <a:pt x="446" y="386"/>
                </a:lnTo>
                <a:lnTo>
                  <a:pt x="446" y="387"/>
                </a:lnTo>
                <a:lnTo>
                  <a:pt x="445" y="388"/>
                </a:lnTo>
                <a:lnTo>
                  <a:pt x="445" y="389"/>
                </a:lnTo>
                <a:lnTo>
                  <a:pt x="446" y="390"/>
                </a:lnTo>
                <a:lnTo>
                  <a:pt x="447" y="390"/>
                </a:lnTo>
                <a:lnTo>
                  <a:pt x="448" y="389"/>
                </a:lnTo>
                <a:lnTo>
                  <a:pt x="449" y="389"/>
                </a:lnTo>
                <a:lnTo>
                  <a:pt x="453" y="388"/>
                </a:lnTo>
                <a:lnTo>
                  <a:pt x="454" y="388"/>
                </a:lnTo>
                <a:lnTo>
                  <a:pt x="455" y="387"/>
                </a:lnTo>
                <a:lnTo>
                  <a:pt x="455" y="388"/>
                </a:lnTo>
                <a:lnTo>
                  <a:pt x="455" y="389"/>
                </a:lnTo>
                <a:lnTo>
                  <a:pt x="456" y="390"/>
                </a:lnTo>
                <a:lnTo>
                  <a:pt x="457" y="390"/>
                </a:lnTo>
                <a:lnTo>
                  <a:pt x="458" y="390"/>
                </a:lnTo>
                <a:lnTo>
                  <a:pt x="458" y="391"/>
                </a:lnTo>
                <a:lnTo>
                  <a:pt x="458" y="392"/>
                </a:lnTo>
                <a:lnTo>
                  <a:pt x="459" y="392"/>
                </a:lnTo>
                <a:lnTo>
                  <a:pt x="459" y="393"/>
                </a:lnTo>
                <a:lnTo>
                  <a:pt x="460" y="393"/>
                </a:lnTo>
                <a:lnTo>
                  <a:pt x="461" y="393"/>
                </a:lnTo>
                <a:lnTo>
                  <a:pt x="461" y="394"/>
                </a:lnTo>
                <a:lnTo>
                  <a:pt x="462" y="394"/>
                </a:lnTo>
                <a:lnTo>
                  <a:pt x="462" y="396"/>
                </a:lnTo>
                <a:lnTo>
                  <a:pt x="463" y="396"/>
                </a:lnTo>
                <a:lnTo>
                  <a:pt x="464" y="397"/>
                </a:lnTo>
                <a:lnTo>
                  <a:pt x="464" y="400"/>
                </a:lnTo>
                <a:lnTo>
                  <a:pt x="465" y="401"/>
                </a:lnTo>
                <a:lnTo>
                  <a:pt x="465" y="402"/>
                </a:lnTo>
                <a:lnTo>
                  <a:pt x="466" y="402"/>
                </a:lnTo>
                <a:lnTo>
                  <a:pt x="465" y="402"/>
                </a:lnTo>
                <a:lnTo>
                  <a:pt x="466" y="402"/>
                </a:lnTo>
                <a:lnTo>
                  <a:pt x="466" y="403"/>
                </a:lnTo>
                <a:lnTo>
                  <a:pt x="467" y="403"/>
                </a:lnTo>
                <a:lnTo>
                  <a:pt x="467" y="404"/>
                </a:lnTo>
                <a:lnTo>
                  <a:pt x="468" y="404"/>
                </a:lnTo>
                <a:lnTo>
                  <a:pt x="469" y="404"/>
                </a:lnTo>
                <a:lnTo>
                  <a:pt x="470" y="404"/>
                </a:lnTo>
                <a:lnTo>
                  <a:pt x="470" y="405"/>
                </a:lnTo>
                <a:lnTo>
                  <a:pt x="469" y="405"/>
                </a:lnTo>
                <a:lnTo>
                  <a:pt x="468" y="405"/>
                </a:lnTo>
                <a:lnTo>
                  <a:pt x="468" y="406"/>
                </a:lnTo>
                <a:lnTo>
                  <a:pt x="469" y="406"/>
                </a:lnTo>
                <a:lnTo>
                  <a:pt x="470" y="406"/>
                </a:lnTo>
                <a:lnTo>
                  <a:pt x="470" y="405"/>
                </a:lnTo>
                <a:lnTo>
                  <a:pt x="471" y="405"/>
                </a:lnTo>
                <a:lnTo>
                  <a:pt x="471" y="404"/>
                </a:lnTo>
                <a:lnTo>
                  <a:pt x="472" y="404"/>
                </a:lnTo>
                <a:lnTo>
                  <a:pt x="473" y="404"/>
                </a:lnTo>
                <a:lnTo>
                  <a:pt x="473" y="405"/>
                </a:lnTo>
                <a:lnTo>
                  <a:pt x="474" y="405"/>
                </a:lnTo>
                <a:lnTo>
                  <a:pt x="474" y="406"/>
                </a:lnTo>
                <a:lnTo>
                  <a:pt x="475" y="406"/>
                </a:lnTo>
                <a:lnTo>
                  <a:pt x="476" y="405"/>
                </a:lnTo>
                <a:lnTo>
                  <a:pt x="477" y="405"/>
                </a:lnTo>
                <a:lnTo>
                  <a:pt x="477" y="404"/>
                </a:lnTo>
                <a:lnTo>
                  <a:pt x="478" y="405"/>
                </a:lnTo>
                <a:lnTo>
                  <a:pt x="477" y="405"/>
                </a:lnTo>
                <a:lnTo>
                  <a:pt x="477" y="406"/>
                </a:lnTo>
                <a:lnTo>
                  <a:pt x="478" y="406"/>
                </a:lnTo>
                <a:lnTo>
                  <a:pt x="478" y="405"/>
                </a:lnTo>
                <a:lnTo>
                  <a:pt x="479" y="405"/>
                </a:lnTo>
                <a:lnTo>
                  <a:pt x="480" y="402"/>
                </a:lnTo>
                <a:lnTo>
                  <a:pt x="480" y="401"/>
                </a:lnTo>
                <a:lnTo>
                  <a:pt x="479" y="401"/>
                </a:lnTo>
                <a:lnTo>
                  <a:pt x="479" y="400"/>
                </a:lnTo>
                <a:lnTo>
                  <a:pt x="480" y="400"/>
                </a:lnTo>
                <a:lnTo>
                  <a:pt x="481" y="400"/>
                </a:lnTo>
                <a:lnTo>
                  <a:pt x="481" y="398"/>
                </a:lnTo>
                <a:lnTo>
                  <a:pt x="482" y="398"/>
                </a:lnTo>
                <a:lnTo>
                  <a:pt x="481" y="398"/>
                </a:lnTo>
                <a:lnTo>
                  <a:pt x="481" y="397"/>
                </a:lnTo>
                <a:lnTo>
                  <a:pt x="481" y="396"/>
                </a:lnTo>
                <a:lnTo>
                  <a:pt x="482" y="396"/>
                </a:lnTo>
                <a:lnTo>
                  <a:pt x="483" y="397"/>
                </a:lnTo>
                <a:lnTo>
                  <a:pt x="484" y="397"/>
                </a:lnTo>
                <a:lnTo>
                  <a:pt x="485" y="398"/>
                </a:lnTo>
                <a:lnTo>
                  <a:pt x="486" y="398"/>
                </a:lnTo>
                <a:lnTo>
                  <a:pt x="486" y="397"/>
                </a:lnTo>
                <a:lnTo>
                  <a:pt x="488" y="397"/>
                </a:lnTo>
                <a:lnTo>
                  <a:pt x="488" y="396"/>
                </a:lnTo>
                <a:lnTo>
                  <a:pt x="488" y="395"/>
                </a:lnTo>
                <a:lnTo>
                  <a:pt x="489" y="395"/>
                </a:lnTo>
                <a:lnTo>
                  <a:pt x="490" y="395"/>
                </a:lnTo>
                <a:lnTo>
                  <a:pt x="490" y="396"/>
                </a:lnTo>
                <a:lnTo>
                  <a:pt x="490" y="397"/>
                </a:lnTo>
                <a:lnTo>
                  <a:pt x="490" y="398"/>
                </a:lnTo>
                <a:lnTo>
                  <a:pt x="490" y="400"/>
                </a:lnTo>
                <a:lnTo>
                  <a:pt x="491" y="398"/>
                </a:lnTo>
                <a:lnTo>
                  <a:pt x="491" y="397"/>
                </a:lnTo>
                <a:lnTo>
                  <a:pt x="492" y="397"/>
                </a:lnTo>
                <a:lnTo>
                  <a:pt x="492" y="396"/>
                </a:lnTo>
                <a:lnTo>
                  <a:pt x="493" y="396"/>
                </a:lnTo>
                <a:lnTo>
                  <a:pt x="493" y="395"/>
                </a:lnTo>
                <a:lnTo>
                  <a:pt x="494" y="395"/>
                </a:lnTo>
                <a:lnTo>
                  <a:pt x="495" y="395"/>
                </a:lnTo>
                <a:lnTo>
                  <a:pt x="495" y="394"/>
                </a:lnTo>
                <a:lnTo>
                  <a:pt x="495" y="393"/>
                </a:lnTo>
                <a:lnTo>
                  <a:pt x="495" y="392"/>
                </a:lnTo>
                <a:lnTo>
                  <a:pt x="496" y="392"/>
                </a:lnTo>
                <a:lnTo>
                  <a:pt x="497" y="392"/>
                </a:lnTo>
                <a:lnTo>
                  <a:pt x="497" y="391"/>
                </a:lnTo>
                <a:lnTo>
                  <a:pt x="499" y="389"/>
                </a:lnTo>
                <a:lnTo>
                  <a:pt x="499" y="388"/>
                </a:lnTo>
                <a:lnTo>
                  <a:pt x="500" y="388"/>
                </a:lnTo>
                <a:lnTo>
                  <a:pt x="500" y="387"/>
                </a:lnTo>
                <a:lnTo>
                  <a:pt x="502" y="387"/>
                </a:lnTo>
                <a:lnTo>
                  <a:pt x="502" y="388"/>
                </a:lnTo>
                <a:lnTo>
                  <a:pt x="503" y="388"/>
                </a:lnTo>
                <a:lnTo>
                  <a:pt x="503" y="389"/>
                </a:lnTo>
                <a:lnTo>
                  <a:pt x="502" y="389"/>
                </a:lnTo>
                <a:lnTo>
                  <a:pt x="502" y="388"/>
                </a:lnTo>
                <a:lnTo>
                  <a:pt x="501" y="388"/>
                </a:lnTo>
                <a:lnTo>
                  <a:pt x="501" y="389"/>
                </a:lnTo>
                <a:lnTo>
                  <a:pt x="500" y="389"/>
                </a:lnTo>
                <a:lnTo>
                  <a:pt x="500" y="390"/>
                </a:lnTo>
                <a:lnTo>
                  <a:pt x="499" y="390"/>
                </a:lnTo>
                <a:lnTo>
                  <a:pt x="498" y="391"/>
                </a:lnTo>
                <a:lnTo>
                  <a:pt x="498" y="392"/>
                </a:lnTo>
                <a:lnTo>
                  <a:pt x="498" y="393"/>
                </a:lnTo>
                <a:lnTo>
                  <a:pt x="497" y="393"/>
                </a:lnTo>
                <a:lnTo>
                  <a:pt x="496" y="394"/>
                </a:lnTo>
                <a:lnTo>
                  <a:pt x="495" y="395"/>
                </a:lnTo>
                <a:lnTo>
                  <a:pt x="496" y="395"/>
                </a:lnTo>
                <a:lnTo>
                  <a:pt x="498" y="395"/>
                </a:lnTo>
                <a:lnTo>
                  <a:pt x="498" y="396"/>
                </a:lnTo>
                <a:lnTo>
                  <a:pt x="499" y="396"/>
                </a:lnTo>
                <a:lnTo>
                  <a:pt x="499" y="397"/>
                </a:lnTo>
                <a:lnTo>
                  <a:pt x="499" y="398"/>
                </a:lnTo>
                <a:lnTo>
                  <a:pt x="498" y="398"/>
                </a:lnTo>
                <a:lnTo>
                  <a:pt x="497" y="400"/>
                </a:lnTo>
                <a:lnTo>
                  <a:pt x="497" y="401"/>
                </a:lnTo>
                <a:lnTo>
                  <a:pt x="498" y="401"/>
                </a:lnTo>
                <a:lnTo>
                  <a:pt x="499" y="401"/>
                </a:lnTo>
                <a:lnTo>
                  <a:pt x="499" y="402"/>
                </a:lnTo>
                <a:lnTo>
                  <a:pt x="499" y="403"/>
                </a:lnTo>
                <a:lnTo>
                  <a:pt x="499" y="405"/>
                </a:lnTo>
                <a:lnTo>
                  <a:pt x="500" y="407"/>
                </a:lnTo>
                <a:lnTo>
                  <a:pt x="500" y="409"/>
                </a:lnTo>
                <a:lnTo>
                  <a:pt x="500" y="410"/>
                </a:lnTo>
                <a:lnTo>
                  <a:pt x="500" y="411"/>
                </a:lnTo>
                <a:lnTo>
                  <a:pt x="500" y="412"/>
                </a:lnTo>
                <a:lnTo>
                  <a:pt x="501" y="413"/>
                </a:lnTo>
                <a:lnTo>
                  <a:pt x="501" y="414"/>
                </a:lnTo>
                <a:lnTo>
                  <a:pt x="501" y="415"/>
                </a:lnTo>
                <a:lnTo>
                  <a:pt x="501" y="417"/>
                </a:lnTo>
                <a:lnTo>
                  <a:pt x="502" y="417"/>
                </a:lnTo>
                <a:lnTo>
                  <a:pt x="501" y="418"/>
                </a:lnTo>
                <a:lnTo>
                  <a:pt x="502" y="419"/>
                </a:lnTo>
                <a:lnTo>
                  <a:pt x="502" y="420"/>
                </a:lnTo>
                <a:lnTo>
                  <a:pt x="502" y="421"/>
                </a:lnTo>
                <a:lnTo>
                  <a:pt x="502" y="422"/>
                </a:lnTo>
                <a:lnTo>
                  <a:pt x="502" y="423"/>
                </a:lnTo>
                <a:lnTo>
                  <a:pt x="502" y="424"/>
                </a:lnTo>
                <a:lnTo>
                  <a:pt x="502" y="425"/>
                </a:lnTo>
                <a:lnTo>
                  <a:pt x="502" y="426"/>
                </a:lnTo>
                <a:lnTo>
                  <a:pt x="502" y="427"/>
                </a:lnTo>
                <a:lnTo>
                  <a:pt x="503" y="428"/>
                </a:lnTo>
                <a:lnTo>
                  <a:pt x="503" y="429"/>
                </a:lnTo>
                <a:lnTo>
                  <a:pt x="504" y="430"/>
                </a:lnTo>
                <a:lnTo>
                  <a:pt x="504" y="431"/>
                </a:lnTo>
                <a:lnTo>
                  <a:pt x="504" y="432"/>
                </a:lnTo>
                <a:lnTo>
                  <a:pt x="504" y="433"/>
                </a:lnTo>
                <a:lnTo>
                  <a:pt x="504" y="434"/>
                </a:lnTo>
                <a:lnTo>
                  <a:pt x="503" y="435"/>
                </a:lnTo>
                <a:lnTo>
                  <a:pt x="503" y="436"/>
                </a:lnTo>
                <a:lnTo>
                  <a:pt x="503" y="437"/>
                </a:lnTo>
                <a:lnTo>
                  <a:pt x="503" y="438"/>
                </a:lnTo>
                <a:lnTo>
                  <a:pt x="503" y="439"/>
                </a:lnTo>
                <a:lnTo>
                  <a:pt x="504" y="439"/>
                </a:lnTo>
                <a:lnTo>
                  <a:pt x="504" y="440"/>
                </a:lnTo>
                <a:lnTo>
                  <a:pt x="503" y="441"/>
                </a:lnTo>
                <a:lnTo>
                  <a:pt x="503" y="442"/>
                </a:lnTo>
                <a:lnTo>
                  <a:pt x="502" y="442"/>
                </a:lnTo>
                <a:lnTo>
                  <a:pt x="502" y="443"/>
                </a:lnTo>
                <a:lnTo>
                  <a:pt x="503" y="443"/>
                </a:lnTo>
                <a:lnTo>
                  <a:pt x="503" y="444"/>
                </a:lnTo>
                <a:lnTo>
                  <a:pt x="502" y="444"/>
                </a:lnTo>
                <a:lnTo>
                  <a:pt x="502" y="445"/>
                </a:lnTo>
                <a:lnTo>
                  <a:pt x="503" y="445"/>
                </a:lnTo>
                <a:lnTo>
                  <a:pt x="503" y="447"/>
                </a:lnTo>
                <a:lnTo>
                  <a:pt x="503" y="448"/>
                </a:lnTo>
                <a:lnTo>
                  <a:pt x="502" y="448"/>
                </a:lnTo>
                <a:lnTo>
                  <a:pt x="503" y="448"/>
                </a:lnTo>
                <a:lnTo>
                  <a:pt x="502" y="448"/>
                </a:lnTo>
                <a:lnTo>
                  <a:pt x="502" y="449"/>
                </a:lnTo>
                <a:lnTo>
                  <a:pt x="503" y="449"/>
                </a:lnTo>
                <a:lnTo>
                  <a:pt x="502" y="450"/>
                </a:lnTo>
                <a:lnTo>
                  <a:pt x="502" y="451"/>
                </a:lnTo>
                <a:lnTo>
                  <a:pt x="502" y="452"/>
                </a:lnTo>
                <a:lnTo>
                  <a:pt x="501" y="452"/>
                </a:lnTo>
                <a:lnTo>
                  <a:pt x="501" y="453"/>
                </a:lnTo>
                <a:lnTo>
                  <a:pt x="502" y="454"/>
                </a:lnTo>
                <a:lnTo>
                  <a:pt x="502" y="455"/>
                </a:lnTo>
                <a:lnTo>
                  <a:pt x="502" y="456"/>
                </a:lnTo>
                <a:lnTo>
                  <a:pt x="502" y="457"/>
                </a:lnTo>
                <a:lnTo>
                  <a:pt x="502" y="458"/>
                </a:lnTo>
                <a:lnTo>
                  <a:pt x="501" y="458"/>
                </a:lnTo>
                <a:lnTo>
                  <a:pt x="502" y="458"/>
                </a:lnTo>
                <a:lnTo>
                  <a:pt x="501" y="458"/>
                </a:lnTo>
                <a:lnTo>
                  <a:pt x="501" y="459"/>
                </a:lnTo>
                <a:lnTo>
                  <a:pt x="501" y="460"/>
                </a:lnTo>
                <a:lnTo>
                  <a:pt x="500" y="460"/>
                </a:lnTo>
                <a:lnTo>
                  <a:pt x="500" y="462"/>
                </a:lnTo>
                <a:lnTo>
                  <a:pt x="500" y="463"/>
                </a:lnTo>
                <a:lnTo>
                  <a:pt x="500" y="464"/>
                </a:lnTo>
                <a:lnTo>
                  <a:pt x="500" y="465"/>
                </a:lnTo>
                <a:lnTo>
                  <a:pt x="501" y="465"/>
                </a:lnTo>
                <a:lnTo>
                  <a:pt x="502" y="466"/>
                </a:lnTo>
                <a:lnTo>
                  <a:pt x="502" y="467"/>
                </a:lnTo>
                <a:lnTo>
                  <a:pt x="502" y="468"/>
                </a:lnTo>
                <a:lnTo>
                  <a:pt x="501" y="468"/>
                </a:lnTo>
                <a:lnTo>
                  <a:pt x="501" y="469"/>
                </a:lnTo>
                <a:lnTo>
                  <a:pt x="500" y="469"/>
                </a:lnTo>
                <a:lnTo>
                  <a:pt x="500" y="470"/>
                </a:lnTo>
                <a:lnTo>
                  <a:pt x="499" y="470"/>
                </a:lnTo>
                <a:lnTo>
                  <a:pt x="498" y="470"/>
                </a:lnTo>
                <a:lnTo>
                  <a:pt x="497" y="470"/>
                </a:lnTo>
                <a:lnTo>
                  <a:pt x="497" y="471"/>
                </a:lnTo>
                <a:lnTo>
                  <a:pt x="496" y="471"/>
                </a:lnTo>
                <a:lnTo>
                  <a:pt x="496" y="470"/>
                </a:lnTo>
                <a:lnTo>
                  <a:pt x="496" y="469"/>
                </a:lnTo>
                <a:lnTo>
                  <a:pt x="495" y="470"/>
                </a:lnTo>
                <a:lnTo>
                  <a:pt x="495" y="471"/>
                </a:lnTo>
                <a:lnTo>
                  <a:pt x="495" y="470"/>
                </a:lnTo>
                <a:lnTo>
                  <a:pt x="494" y="470"/>
                </a:lnTo>
                <a:lnTo>
                  <a:pt x="494" y="471"/>
                </a:lnTo>
                <a:lnTo>
                  <a:pt x="493" y="471"/>
                </a:lnTo>
                <a:lnTo>
                  <a:pt x="493" y="472"/>
                </a:lnTo>
                <a:lnTo>
                  <a:pt x="492" y="472"/>
                </a:lnTo>
                <a:lnTo>
                  <a:pt x="492" y="471"/>
                </a:lnTo>
                <a:lnTo>
                  <a:pt x="491" y="471"/>
                </a:lnTo>
                <a:lnTo>
                  <a:pt x="491" y="470"/>
                </a:lnTo>
                <a:lnTo>
                  <a:pt x="490" y="470"/>
                </a:lnTo>
                <a:lnTo>
                  <a:pt x="489" y="469"/>
                </a:lnTo>
                <a:lnTo>
                  <a:pt x="488" y="469"/>
                </a:lnTo>
                <a:lnTo>
                  <a:pt x="488" y="470"/>
                </a:lnTo>
                <a:lnTo>
                  <a:pt x="485" y="470"/>
                </a:lnTo>
                <a:lnTo>
                  <a:pt x="484" y="471"/>
                </a:lnTo>
                <a:lnTo>
                  <a:pt x="485" y="471"/>
                </a:lnTo>
                <a:lnTo>
                  <a:pt x="485" y="472"/>
                </a:lnTo>
                <a:lnTo>
                  <a:pt x="484" y="472"/>
                </a:lnTo>
                <a:lnTo>
                  <a:pt x="483" y="472"/>
                </a:lnTo>
                <a:lnTo>
                  <a:pt x="483" y="471"/>
                </a:lnTo>
                <a:lnTo>
                  <a:pt x="482" y="471"/>
                </a:lnTo>
                <a:lnTo>
                  <a:pt x="481" y="471"/>
                </a:lnTo>
                <a:lnTo>
                  <a:pt x="481" y="470"/>
                </a:lnTo>
                <a:lnTo>
                  <a:pt x="480" y="470"/>
                </a:lnTo>
                <a:lnTo>
                  <a:pt x="479" y="470"/>
                </a:lnTo>
                <a:lnTo>
                  <a:pt x="479" y="471"/>
                </a:lnTo>
                <a:lnTo>
                  <a:pt x="478" y="471"/>
                </a:lnTo>
                <a:lnTo>
                  <a:pt x="478" y="472"/>
                </a:lnTo>
                <a:lnTo>
                  <a:pt x="477" y="472"/>
                </a:lnTo>
                <a:lnTo>
                  <a:pt x="476" y="472"/>
                </a:lnTo>
                <a:lnTo>
                  <a:pt x="476" y="473"/>
                </a:lnTo>
                <a:lnTo>
                  <a:pt x="475" y="473"/>
                </a:lnTo>
                <a:lnTo>
                  <a:pt x="475" y="474"/>
                </a:lnTo>
                <a:lnTo>
                  <a:pt x="474" y="474"/>
                </a:lnTo>
                <a:lnTo>
                  <a:pt x="474" y="475"/>
                </a:lnTo>
                <a:lnTo>
                  <a:pt x="473" y="475"/>
                </a:lnTo>
                <a:lnTo>
                  <a:pt x="472" y="475"/>
                </a:lnTo>
                <a:lnTo>
                  <a:pt x="472" y="476"/>
                </a:lnTo>
                <a:lnTo>
                  <a:pt x="471" y="476"/>
                </a:lnTo>
                <a:lnTo>
                  <a:pt x="471" y="477"/>
                </a:lnTo>
                <a:lnTo>
                  <a:pt x="470" y="477"/>
                </a:lnTo>
                <a:lnTo>
                  <a:pt x="469" y="477"/>
                </a:lnTo>
                <a:lnTo>
                  <a:pt x="469" y="478"/>
                </a:lnTo>
                <a:lnTo>
                  <a:pt x="468" y="478"/>
                </a:lnTo>
                <a:lnTo>
                  <a:pt x="468" y="479"/>
                </a:lnTo>
                <a:lnTo>
                  <a:pt x="467" y="479"/>
                </a:lnTo>
                <a:lnTo>
                  <a:pt x="467" y="478"/>
                </a:lnTo>
                <a:lnTo>
                  <a:pt x="466" y="478"/>
                </a:lnTo>
                <a:lnTo>
                  <a:pt x="466" y="479"/>
                </a:lnTo>
                <a:lnTo>
                  <a:pt x="465" y="479"/>
                </a:lnTo>
                <a:lnTo>
                  <a:pt x="465" y="480"/>
                </a:lnTo>
                <a:lnTo>
                  <a:pt x="464" y="480"/>
                </a:lnTo>
                <a:lnTo>
                  <a:pt x="463" y="481"/>
                </a:lnTo>
                <a:lnTo>
                  <a:pt x="463" y="482"/>
                </a:lnTo>
                <a:lnTo>
                  <a:pt x="462" y="482"/>
                </a:lnTo>
                <a:lnTo>
                  <a:pt x="462" y="483"/>
                </a:lnTo>
                <a:lnTo>
                  <a:pt x="462" y="484"/>
                </a:lnTo>
                <a:lnTo>
                  <a:pt x="461" y="484"/>
                </a:lnTo>
                <a:lnTo>
                  <a:pt x="462" y="484"/>
                </a:lnTo>
                <a:lnTo>
                  <a:pt x="462" y="485"/>
                </a:lnTo>
                <a:lnTo>
                  <a:pt x="462" y="486"/>
                </a:lnTo>
                <a:lnTo>
                  <a:pt x="463" y="486"/>
                </a:lnTo>
                <a:lnTo>
                  <a:pt x="463" y="487"/>
                </a:lnTo>
                <a:lnTo>
                  <a:pt x="462" y="487"/>
                </a:lnTo>
                <a:lnTo>
                  <a:pt x="462" y="488"/>
                </a:lnTo>
                <a:lnTo>
                  <a:pt x="461" y="488"/>
                </a:lnTo>
                <a:lnTo>
                  <a:pt x="460" y="488"/>
                </a:lnTo>
                <a:lnTo>
                  <a:pt x="459" y="489"/>
                </a:lnTo>
                <a:lnTo>
                  <a:pt x="458" y="489"/>
                </a:lnTo>
                <a:lnTo>
                  <a:pt x="458" y="490"/>
                </a:lnTo>
                <a:lnTo>
                  <a:pt x="458" y="491"/>
                </a:lnTo>
                <a:lnTo>
                  <a:pt x="457" y="491"/>
                </a:lnTo>
                <a:lnTo>
                  <a:pt x="457" y="492"/>
                </a:lnTo>
                <a:lnTo>
                  <a:pt x="457" y="493"/>
                </a:lnTo>
                <a:lnTo>
                  <a:pt x="457" y="494"/>
                </a:lnTo>
                <a:lnTo>
                  <a:pt x="456" y="495"/>
                </a:lnTo>
                <a:lnTo>
                  <a:pt x="456" y="496"/>
                </a:lnTo>
                <a:lnTo>
                  <a:pt x="455" y="496"/>
                </a:lnTo>
                <a:lnTo>
                  <a:pt x="455" y="497"/>
                </a:lnTo>
                <a:lnTo>
                  <a:pt x="454" y="497"/>
                </a:lnTo>
                <a:lnTo>
                  <a:pt x="454" y="498"/>
                </a:lnTo>
                <a:lnTo>
                  <a:pt x="453" y="498"/>
                </a:lnTo>
                <a:lnTo>
                  <a:pt x="452" y="499"/>
                </a:lnTo>
                <a:lnTo>
                  <a:pt x="452" y="500"/>
                </a:lnTo>
                <a:lnTo>
                  <a:pt x="452" y="501"/>
                </a:lnTo>
                <a:lnTo>
                  <a:pt x="452" y="502"/>
                </a:lnTo>
                <a:lnTo>
                  <a:pt x="453" y="502"/>
                </a:lnTo>
                <a:lnTo>
                  <a:pt x="453" y="503"/>
                </a:lnTo>
                <a:lnTo>
                  <a:pt x="453" y="504"/>
                </a:lnTo>
                <a:lnTo>
                  <a:pt x="453" y="505"/>
                </a:lnTo>
                <a:lnTo>
                  <a:pt x="453" y="506"/>
                </a:lnTo>
                <a:lnTo>
                  <a:pt x="453" y="507"/>
                </a:lnTo>
                <a:lnTo>
                  <a:pt x="452" y="507"/>
                </a:lnTo>
                <a:lnTo>
                  <a:pt x="452" y="508"/>
                </a:lnTo>
                <a:lnTo>
                  <a:pt x="451" y="508"/>
                </a:lnTo>
                <a:lnTo>
                  <a:pt x="451" y="509"/>
                </a:lnTo>
                <a:lnTo>
                  <a:pt x="450" y="509"/>
                </a:lnTo>
                <a:lnTo>
                  <a:pt x="449" y="509"/>
                </a:lnTo>
                <a:lnTo>
                  <a:pt x="448" y="509"/>
                </a:lnTo>
                <a:lnTo>
                  <a:pt x="448" y="510"/>
                </a:lnTo>
                <a:lnTo>
                  <a:pt x="447" y="510"/>
                </a:lnTo>
                <a:lnTo>
                  <a:pt x="447" y="511"/>
                </a:lnTo>
                <a:lnTo>
                  <a:pt x="446" y="511"/>
                </a:lnTo>
                <a:lnTo>
                  <a:pt x="445" y="510"/>
                </a:lnTo>
                <a:lnTo>
                  <a:pt x="445" y="509"/>
                </a:lnTo>
                <a:lnTo>
                  <a:pt x="444" y="509"/>
                </a:lnTo>
                <a:lnTo>
                  <a:pt x="443" y="509"/>
                </a:lnTo>
                <a:lnTo>
                  <a:pt x="442" y="510"/>
                </a:lnTo>
                <a:lnTo>
                  <a:pt x="441" y="510"/>
                </a:lnTo>
                <a:lnTo>
                  <a:pt x="441" y="509"/>
                </a:lnTo>
                <a:lnTo>
                  <a:pt x="442" y="508"/>
                </a:lnTo>
                <a:lnTo>
                  <a:pt x="442" y="507"/>
                </a:lnTo>
                <a:lnTo>
                  <a:pt x="441" y="507"/>
                </a:lnTo>
                <a:lnTo>
                  <a:pt x="440" y="507"/>
                </a:lnTo>
                <a:lnTo>
                  <a:pt x="440" y="506"/>
                </a:lnTo>
                <a:lnTo>
                  <a:pt x="439" y="506"/>
                </a:lnTo>
                <a:lnTo>
                  <a:pt x="438" y="506"/>
                </a:lnTo>
                <a:lnTo>
                  <a:pt x="438" y="505"/>
                </a:lnTo>
                <a:lnTo>
                  <a:pt x="437" y="505"/>
                </a:lnTo>
                <a:lnTo>
                  <a:pt x="437" y="504"/>
                </a:lnTo>
                <a:lnTo>
                  <a:pt x="437" y="503"/>
                </a:lnTo>
                <a:lnTo>
                  <a:pt x="438" y="503"/>
                </a:lnTo>
                <a:lnTo>
                  <a:pt x="438" y="502"/>
                </a:lnTo>
                <a:lnTo>
                  <a:pt x="438" y="501"/>
                </a:lnTo>
                <a:lnTo>
                  <a:pt x="438" y="500"/>
                </a:lnTo>
                <a:lnTo>
                  <a:pt x="437" y="500"/>
                </a:lnTo>
                <a:lnTo>
                  <a:pt x="437" y="499"/>
                </a:lnTo>
                <a:lnTo>
                  <a:pt x="438" y="499"/>
                </a:lnTo>
                <a:lnTo>
                  <a:pt x="438" y="498"/>
                </a:lnTo>
                <a:lnTo>
                  <a:pt x="438" y="497"/>
                </a:lnTo>
                <a:lnTo>
                  <a:pt x="438" y="496"/>
                </a:lnTo>
                <a:lnTo>
                  <a:pt x="439" y="496"/>
                </a:lnTo>
                <a:lnTo>
                  <a:pt x="439" y="495"/>
                </a:lnTo>
                <a:lnTo>
                  <a:pt x="439" y="494"/>
                </a:lnTo>
                <a:lnTo>
                  <a:pt x="439" y="493"/>
                </a:lnTo>
                <a:lnTo>
                  <a:pt x="440" y="493"/>
                </a:lnTo>
                <a:lnTo>
                  <a:pt x="439" y="493"/>
                </a:lnTo>
                <a:lnTo>
                  <a:pt x="438" y="493"/>
                </a:lnTo>
                <a:lnTo>
                  <a:pt x="437" y="493"/>
                </a:lnTo>
                <a:lnTo>
                  <a:pt x="437" y="492"/>
                </a:lnTo>
                <a:lnTo>
                  <a:pt x="436" y="492"/>
                </a:lnTo>
                <a:lnTo>
                  <a:pt x="435" y="492"/>
                </a:lnTo>
                <a:lnTo>
                  <a:pt x="436" y="492"/>
                </a:lnTo>
                <a:lnTo>
                  <a:pt x="436" y="491"/>
                </a:lnTo>
                <a:lnTo>
                  <a:pt x="435" y="491"/>
                </a:lnTo>
                <a:lnTo>
                  <a:pt x="434" y="490"/>
                </a:lnTo>
                <a:lnTo>
                  <a:pt x="434" y="489"/>
                </a:lnTo>
                <a:lnTo>
                  <a:pt x="434" y="488"/>
                </a:lnTo>
                <a:lnTo>
                  <a:pt x="433" y="488"/>
                </a:lnTo>
                <a:lnTo>
                  <a:pt x="432" y="488"/>
                </a:lnTo>
                <a:lnTo>
                  <a:pt x="431" y="488"/>
                </a:lnTo>
                <a:lnTo>
                  <a:pt x="430" y="488"/>
                </a:lnTo>
                <a:lnTo>
                  <a:pt x="430" y="489"/>
                </a:lnTo>
                <a:lnTo>
                  <a:pt x="429" y="489"/>
                </a:lnTo>
                <a:lnTo>
                  <a:pt x="430" y="489"/>
                </a:lnTo>
                <a:lnTo>
                  <a:pt x="430" y="490"/>
                </a:lnTo>
                <a:lnTo>
                  <a:pt x="429" y="491"/>
                </a:lnTo>
                <a:lnTo>
                  <a:pt x="428" y="492"/>
                </a:lnTo>
                <a:lnTo>
                  <a:pt x="428" y="493"/>
                </a:lnTo>
                <a:lnTo>
                  <a:pt x="428" y="494"/>
                </a:lnTo>
                <a:lnTo>
                  <a:pt x="428" y="495"/>
                </a:lnTo>
                <a:lnTo>
                  <a:pt x="429" y="495"/>
                </a:lnTo>
                <a:lnTo>
                  <a:pt x="429" y="496"/>
                </a:lnTo>
                <a:lnTo>
                  <a:pt x="428" y="496"/>
                </a:lnTo>
                <a:lnTo>
                  <a:pt x="427" y="497"/>
                </a:lnTo>
                <a:lnTo>
                  <a:pt x="427" y="498"/>
                </a:lnTo>
                <a:lnTo>
                  <a:pt x="426" y="498"/>
                </a:lnTo>
                <a:lnTo>
                  <a:pt x="425" y="497"/>
                </a:lnTo>
                <a:lnTo>
                  <a:pt x="424" y="497"/>
                </a:lnTo>
                <a:lnTo>
                  <a:pt x="423" y="497"/>
                </a:lnTo>
                <a:lnTo>
                  <a:pt x="422" y="497"/>
                </a:lnTo>
                <a:lnTo>
                  <a:pt x="421" y="496"/>
                </a:lnTo>
                <a:lnTo>
                  <a:pt x="420" y="496"/>
                </a:lnTo>
                <a:lnTo>
                  <a:pt x="420" y="497"/>
                </a:lnTo>
                <a:lnTo>
                  <a:pt x="420" y="498"/>
                </a:lnTo>
                <a:lnTo>
                  <a:pt x="419" y="498"/>
                </a:lnTo>
                <a:lnTo>
                  <a:pt x="419" y="499"/>
                </a:lnTo>
                <a:lnTo>
                  <a:pt x="419" y="500"/>
                </a:lnTo>
                <a:lnTo>
                  <a:pt x="418" y="501"/>
                </a:lnTo>
                <a:lnTo>
                  <a:pt x="418" y="502"/>
                </a:lnTo>
                <a:lnTo>
                  <a:pt x="418" y="501"/>
                </a:lnTo>
                <a:lnTo>
                  <a:pt x="417" y="501"/>
                </a:lnTo>
                <a:lnTo>
                  <a:pt x="417" y="500"/>
                </a:lnTo>
                <a:lnTo>
                  <a:pt x="416" y="500"/>
                </a:lnTo>
                <a:lnTo>
                  <a:pt x="417" y="500"/>
                </a:lnTo>
                <a:lnTo>
                  <a:pt x="417" y="499"/>
                </a:lnTo>
                <a:lnTo>
                  <a:pt x="416" y="499"/>
                </a:lnTo>
                <a:lnTo>
                  <a:pt x="415" y="499"/>
                </a:lnTo>
                <a:lnTo>
                  <a:pt x="415" y="500"/>
                </a:lnTo>
                <a:lnTo>
                  <a:pt x="414" y="500"/>
                </a:lnTo>
                <a:lnTo>
                  <a:pt x="413" y="501"/>
                </a:lnTo>
                <a:lnTo>
                  <a:pt x="413" y="502"/>
                </a:lnTo>
                <a:lnTo>
                  <a:pt x="412" y="501"/>
                </a:lnTo>
                <a:lnTo>
                  <a:pt x="412" y="500"/>
                </a:lnTo>
                <a:lnTo>
                  <a:pt x="411" y="500"/>
                </a:lnTo>
                <a:lnTo>
                  <a:pt x="411" y="501"/>
                </a:lnTo>
                <a:lnTo>
                  <a:pt x="410" y="501"/>
                </a:lnTo>
                <a:lnTo>
                  <a:pt x="409" y="501"/>
                </a:lnTo>
                <a:lnTo>
                  <a:pt x="408" y="502"/>
                </a:lnTo>
                <a:lnTo>
                  <a:pt x="407" y="502"/>
                </a:lnTo>
                <a:lnTo>
                  <a:pt x="407" y="501"/>
                </a:lnTo>
                <a:lnTo>
                  <a:pt x="406" y="501"/>
                </a:lnTo>
                <a:lnTo>
                  <a:pt x="405" y="501"/>
                </a:lnTo>
                <a:lnTo>
                  <a:pt x="405" y="502"/>
                </a:lnTo>
                <a:lnTo>
                  <a:pt x="404" y="502"/>
                </a:lnTo>
                <a:lnTo>
                  <a:pt x="404" y="503"/>
                </a:lnTo>
                <a:lnTo>
                  <a:pt x="403" y="503"/>
                </a:lnTo>
                <a:lnTo>
                  <a:pt x="402" y="502"/>
                </a:lnTo>
                <a:lnTo>
                  <a:pt x="402" y="501"/>
                </a:lnTo>
                <a:lnTo>
                  <a:pt x="401" y="501"/>
                </a:lnTo>
                <a:lnTo>
                  <a:pt x="400" y="501"/>
                </a:lnTo>
                <a:lnTo>
                  <a:pt x="399" y="500"/>
                </a:lnTo>
                <a:lnTo>
                  <a:pt x="399" y="499"/>
                </a:lnTo>
                <a:lnTo>
                  <a:pt x="398" y="499"/>
                </a:lnTo>
                <a:lnTo>
                  <a:pt x="398" y="498"/>
                </a:lnTo>
                <a:lnTo>
                  <a:pt x="398" y="497"/>
                </a:lnTo>
                <a:lnTo>
                  <a:pt x="399" y="497"/>
                </a:lnTo>
                <a:lnTo>
                  <a:pt x="399" y="496"/>
                </a:lnTo>
                <a:lnTo>
                  <a:pt x="399" y="497"/>
                </a:lnTo>
                <a:lnTo>
                  <a:pt x="399" y="496"/>
                </a:lnTo>
                <a:lnTo>
                  <a:pt x="398" y="496"/>
                </a:lnTo>
                <a:lnTo>
                  <a:pt x="399" y="496"/>
                </a:lnTo>
                <a:lnTo>
                  <a:pt x="398" y="497"/>
                </a:lnTo>
                <a:lnTo>
                  <a:pt x="397" y="497"/>
                </a:lnTo>
                <a:lnTo>
                  <a:pt x="397" y="496"/>
                </a:lnTo>
                <a:lnTo>
                  <a:pt x="396" y="496"/>
                </a:lnTo>
                <a:lnTo>
                  <a:pt x="395" y="496"/>
                </a:lnTo>
                <a:lnTo>
                  <a:pt x="394" y="496"/>
                </a:lnTo>
                <a:lnTo>
                  <a:pt x="393" y="497"/>
                </a:lnTo>
                <a:lnTo>
                  <a:pt x="393" y="496"/>
                </a:lnTo>
                <a:lnTo>
                  <a:pt x="392" y="496"/>
                </a:lnTo>
                <a:lnTo>
                  <a:pt x="391" y="496"/>
                </a:lnTo>
                <a:lnTo>
                  <a:pt x="391" y="495"/>
                </a:lnTo>
                <a:lnTo>
                  <a:pt x="391" y="494"/>
                </a:lnTo>
                <a:lnTo>
                  <a:pt x="390" y="494"/>
                </a:lnTo>
                <a:lnTo>
                  <a:pt x="389" y="494"/>
                </a:lnTo>
                <a:lnTo>
                  <a:pt x="388" y="493"/>
                </a:lnTo>
                <a:lnTo>
                  <a:pt x="388" y="492"/>
                </a:lnTo>
                <a:lnTo>
                  <a:pt x="387" y="492"/>
                </a:lnTo>
                <a:lnTo>
                  <a:pt x="387" y="491"/>
                </a:lnTo>
                <a:lnTo>
                  <a:pt x="386" y="491"/>
                </a:lnTo>
                <a:lnTo>
                  <a:pt x="386" y="490"/>
                </a:lnTo>
                <a:lnTo>
                  <a:pt x="385" y="490"/>
                </a:lnTo>
                <a:lnTo>
                  <a:pt x="384" y="490"/>
                </a:lnTo>
                <a:lnTo>
                  <a:pt x="383" y="491"/>
                </a:lnTo>
                <a:lnTo>
                  <a:pt x="382" y="491"/>
                </a:lnTo>
                <a:lnTo>
                  <a:pt x="381" y="492"/>
                </a:lnTo>
                <a:lnTo>
                  <a:pt x="380" y="492"/>
                </a:lnTo>
                <a:lnTo>
                  <a:pt x="380" y="493"/>
                </a:lnTo>
                <a:lnTo>
                  <a:pt x="379" y="493"/>
                </a:lnTo>
                <a:lnTo>
                  <a:pt x="379" y="492"/>
                </a:lnTo>
                <a:lnTo>
                  <a:pt x="378" y="491"/>
                </a:lnTo>
                <a:lnTo>
                  <a:pt x="379" y="491"/>
                </a:lnTo>
                <a:lnTo>
                  <a:pt x="378" y="491"/>
                </a:lnTo>
                <a:lnTo>
                  <a:pt x="378" y="490"/>
                </a:lnTo>
                <a:lnTo>
                  <a:pt x="378" y="489"/>
                </a:lnTo>
                <a:lnTo>
                  <a:pt x="378" y="488"/>
                </a:lnTo>
                <a:lnTo>
                  <a:pt x="378" y="487"/>
                </a:lnTo>
                <a:lnTo>
                  <a:pt x="378" y="486"/>
                </a:lnTo>
                <a:lnTo>
                  <a:pt x="378" y="485"/>
                </a:lnTo>
                <a:lnTo>
                  <a:pt x="378" y="484"/>
                </a:lnTo>
                <a:lnTo>
                  <a:pt x="378" y="483"/>
                </a:lnTo>
                <a:lnTo>
                  <a:pt x="379" y="482"/>
                </a:lnTo>
                <a:lnTo>
                  <a:pt x="380" y="482"/>
                </a:lnTo>
                <a:lnTo>
                  <a:pt x="380" y="481"/>
                </a:lnTo>
                <a:lnTo>
                  <a:pt x="380" y="479"/>
                </a:lnTo>
                <a:lnTo>
                  <a:pt x="381" y="479"/>
                </a:lnTo>
                <a:lnTo>
                  <a:pt x="381" y="478"/>
                </a:lnTo>
                <a:lnTo>
                  <a:pt x="380" y="477"/>
                </a:lnTo>
                <a:lnTo>
                  <a:pt x="381" y="477"/>
                </a:lnTo>
                <a:lnTo>
                  <a:pt x="381" y="476"/>
                </a:lnTo>
                <a:lnTo>
                  <a:pt x="381" y="475"/>
                </a:lnTo>
                <a:lnTo>
                  <a:pt x="381" y="474"/>
                </a:lnTo>
                <a:lnTo>
                  <a:pt x="381" y="473"/>
                </a:lnTo>
                <a:lnTo>
                  <a:pt x="381" y="472"/>
                </a:lnTo>
                <a:lnTo>
                  <a:pt x="381" y="471"/>
                </a:lnTo>
                <a:lnTo>
                  <a:pt x="380" y="471"/>
                </a:lnTo>
                <a:lnTo>
                  <a:pt x="380" y="472"/>
                </a:lnTo>
                <a:lnTo>
                  <a:pt x="379" y="471"/>
                </a:lnTo>
                <a:lnTo>
                  <a:pt x="378" y="471"/>
                </a:lnTo>
                <a:lnTo>
                  <a:pt x="378" y="472"/>
                </a:lnTo>
                <a:lnTo>
                  <a:pt x="377" y="473"/>
                </a:lnTo>
                <a:lnTo>
                  <a:pt x="377" y="474"/>
                </a:lnTo>
                <a:lnTo>
                  <a:pt x="376" y="474"/>
                </a:lnTo>
                <a:lnTo>
                  <a:pt x="376" y="473"/>
                </a:lnTo>
                <a:lnTo>
                  <a:pt x="375" y="472"/>
                </a:lnTo>
                <a:lnTo>
                  <a:pt x="375" y="471"/>
                </a:lnTo>
                <a:lnTo>
                  <a:pt x="374" y="471"/>
                </a:lnTo>
                <a:lnTo>
                  <a:pt x="374" y="472"/>
                </a:lnTo>
                <a:lnTo>
                  <a:pt x="373" y="472"/>
                </a:lnTo>
                <a:lnTo>
                  <a:pt x="373" y="473"/>
                </a:lnTo>
                <a:lnTo>
                  <a:pt x="374" y="473"/>
                </a:lnTo>
                <a:lnTo>
                  <a:pt x="374" y="474"/>
                </a:lnTo>
                <a:lnTo>
                  <a:pt x="373" y="474"/>
                </a:lnTo>
                <a:lnTo>
                  <a:pt x="372" y="474"/>
                </a:lnTo>
                <a:lnTo>
                  <a:pt x="371" y="474"/>
                </a:lnTo>
                <a:lnTo>
                  <a:pt x="370" y="474"/>
                </a:lnTo>
                <a:lnTo>
                  <a:pt x="370" y="475"/>
                </a:lnTo>
                <a:lnTo>
                  <a:pt x="369" y="475"/>
                </a:lnTo>
                <a:lnTo>
                  <a:pt x="369" y="474"/>
                </a:lnTo>
                <a:lnTo>
                  <a:pt x="369" y="475"/>
                </a:lnTo>
                <a:lnTo>
                  <a:pt x="368" y="475"/>
                </a:lnTo>
                <a:lnTo>
                  <a:pt x="367" y="475"/>
                </a:lnTo>
                <a:lnTo>
                  <a:pt x="367" y="474"/>
                </a:lnTo>
                <a:lnTo>
                  <a:pt x="367" y="475"/>
                </a:lnTo>
                <a:lnTo>
                  <a:pt x="366" y="475"/>
                </a:lnTo>
                <a:lnTo>
                  <a:pt x="366" y="474"/>
                </a:lnTo>
                <a:lnTo>
                  <a:pt x="365" y="473"/>
                </a:lnTo>
                <a:lnTo>
                  <a:pt x="364" y="473"/>
                </a:lnTo>
                <a:lnTo>
                  <a:pt x="363" y="474"/>
                </a:lnTo>
                <a:lnTo>
                  <a:pt x="362" y="474"/>
                </a:lnTo>
                <a:lnTo>
                  <a:pt x="362" y="473"/>
                </a:lnTo>
                <a:lnTo>
                  <a:pt x="361" y="473"/>
                </a:lnTo>
                <a:lnTo>
                  <a:pt x="360" y="473"/>
                </a:lnTo>
                <a:lnTo>
                  <a:pt x="359" y="472"/>
                </a:lnTo>
                <a:lnTo>
                  <a:pt x="358" y="473"/>
                </a:lnTo>
                <a:lnTo>
                  <a:pt x="357" y="473"/>
                </a:lnTo>
                <a:lnTo>
                  <a:pt x="356" y="473"/>
                </a:lnTo>
                <a:lnTo>
                  <a:pt x="355" y="473"/>
                </a:lnTo>
                <a:lnTo>
                  <a:pt x="354" y="472"/>
                </a:lnTo>
                <a:lnTo>
                  <a:pt x="354" y="471"/>
                </a:lnTo>
                <a:lnTo>
                  <a:pt x="353" y="471"/>
                </a:lnTo>
                <a:lnTo>
                  <a:pt x="353" y="470"/>
                </a:lnTo>
                <a:lnTo>
                  <a:pt x="352" y="469"/>
                </a:lnTo>
                <a:lnTo>
                  <a:pt x="352" y="468"/>
                </a:lnTo>
                <a:lnTo>
                  <a:pt x="351" y="468"/>
                </a:lnTo>
                <a:lnTo>
                  <a:pt x="351" y="467"/>
                </a:lnTo>
                <a:lnTo>
                  <a:pt x="350" y="466"/>
                </a:lnTo>
                <a:lnTo>
                  <a:pt x="350" y="465"/>
                </a:lnTo>
                <a:lnTo>
                  <a:pt x="349" y="465"/>
                </a:lnTo>
                <a:lnTo>
                  <a:pt x="349" y="464"/>
                </a:lnTo>
                <a:lnTo>
                  <a:pt x="350" y="464"/>
                </a:lnTo>
                <a:lnTo>
                  <a:pt x="349" y="464"/>
                </a:lnTo>
                <a:lnTo>
                  <a:pt x="349" y="465"/>
                </a:lnTo>
                <a:lnTo>
                  <a:pt x="348" y="465"/>
                </a:lnTo>
                <a:lnTo>
                  <a:pt x="348" y="464"/>
                </a:lnTo>
                <a:lnTo>
                  <a:pt x="347" y="464"/>
                </a:lnTo>
                <a:lnTo>
                  <a:pt x="347" y="463"/>
                </a:lnTo>
                <a:lnTo>
                  <a:pt x="346" y="463"/>
                </a:lnTo>
                <a:lnTo>
                  <a:pt x="345" y="463"/>
                </a:lnTo>
                <a:lnTo>
                  <a:pt x="345" y="462"/>
                </a:lnTo>
                <a:lnTo>
                  <a:pt x="344" y="462"/>
                </a:lnTo>
                <a:lnTo>
                  <a:pt x="343" y="462"/>
                </a:lnTo>
                <a:lnTo>
                  <a:pt x="343" y="463"/>
                </a:lnTo>
                <a:lnTo>
                  <a:pt x="343" y="464"/>
                </a:lnTo>
                <a:lnTo>
                  <a:pt x="342" y="464"/>
                </a:lnTo>
                <a:lnTo>
                  <a:pt x="341" y="464"/>
                </a:lnTo>
                <a:lnTo>
                  <a:pt x="341" y="463"/>
                </a:lnTo>
                <a:lnTo>
                  <a:pt x="340" y="463"/>
                </a:lnTo>
                <a:lnTo>
                  <a:pt x="340" y="464"/>
                </a:lnTo>
                <a:lnTo>
                  <a:pt x="340" y="465"/>
                </a:lnTo>
                <a:lnTo>
                  <a:pt x="339" y="465"/>
                </a:lnTo>
                <a:lnTo>
                  <a:pt x="339" y="466"/>
                </a:lnTo>
                <a:lnTo>
                  <a:pt x="339" y="467"/>
                </a:lnTo>
                <a:lnTo>
                  <a:pt x="337" y="467"/>
                </a:lnTo>
                <a:lnTo>
                  <a:pt x="337" y="468"/>
                </a:lnTo>
                <a:lnTo>
                  <a:pt x="337" y="469"/>
                </a:lnTo>
                <a:lnTo>
                  <a:pt x="336" y="469"/>
                </a:lnTo>
                <a:lnTo>
                  <a:pt x="336" y="470"/>
                </a:lnTo>
                <a:lnTo>
                  <a:pt x="335" y="470"/>
                </a:lnTo>
                <a:lnTo>
                  <a:pt x="334" y="470"/>
                </a:lnTo>
                <a:lnTo>
                  <a:pt x="333" y="471"/>
                </a:lnTo>
                <a:lnTo>
                  <a:pt x="332" y="471"/>
                </a:lnTo>
                <a:lnTo>
                  <a:pt x="331" y="471"/>
                </a:lnTo>
                <a:lnTo>
                  <a:pt x="330" y="471"/>
                </a:lnTo>
                <a:lnTo>
                  <a:pt x="329" y="471"/>
                </a:lnTo>
                <a:lnTo>
                  <a:pt x="329" y="472"/>
                </a:lnTo>
                <a:lnTo>
                  <a:pt x="327" y="473"/>
                </a:lnTo>
                <a:lnTo>
                  <a:pt x="326" y="473"/>
                </a:lnTo>
                <a:lnTo>
                  <a:pt x="326" y="472"/>
                </a:lnTo>
                <a:lnTo>
                  <a:pt x="326" y="471"/>
                </a:lnTo>
                <a:lnTo>
                  <a:pt x="325" y="470"/>
                </a:lnTo>
                <a:lnTo>
                  <a:pt x="325" y="469"/>
                </a:lnTo>
                <a:lnTo>
                  <a:pt x="324" y="469"/>
                </a:lnTo>
                <a:lnTo>
                  <a:pt x="324" y="467"/>
                </a:lnTo>
                <a:lnTo>
                  <a:pt x="324" y="466"/>
                </a:lnTo>
                <a:lnTo>
                  <a:pt x="323" y="466"/>
                </a:lnTo>
                <a:lnTo>
                  <a:pt x="324" y="464"/>
                </a:lnTo>
                <a:lnTo>
                  <a:pt x="324" y="462"/>
                </a:lnTo>
                <a:lnTo>
                  <a:pt x="323" y="462"/>
                </a:lnTo>
                <a:lnTo>
                  <a:pt x="322" y="461"/>
                </a:lnTo>
                <a:lnTo>
                  <a:pt x="322" y="460"/>
                </a:lnTo>
                <a:lnTo>
                  <a:pt x="321" y="460"/>
                </a:lnTo>
                <a:lnTo>
                  <a:pt x="320" y="461"/>
                </a:lnTo>
                <a:lnTo>
                  <a:pt x="319" y="463"/>
                </a:lnTo>
                <a:lnTo>
                  <a:pt x="318" y="463"/>
                </a:lnTo>
                <a:lnTo>
                  <a:pt x="317" y="463"/>
                </a:lnTo>
                <a:lnTo>
                  <a:pt x="317" y="464"/>
                </a:lnTo>
                <a:lnTo>
                  <a:pt x="316" y="463"/>
                </a:lnTo>
                <a:lnTo>
                  <a:pt x="315" y="464"/>
                </a:lnTo>
                <a:lnTo>
                  <a:pt x="315" y="463"/>
                </a:lnTo>
                <a:lnTo>
                  <a:pt x="314" y="463"/>
                </a:lnTo>
                <a:lnTo>
                  <a:pt x="314" y="462"/>
                </a:lnTo>
                <a:lnTo>
                  <a:pt x="313" y="462"/>
                </a:lnTo>
                <a:lnTo>
                  <a:pt x="314" y="461"/>
                </a:lnTo>
                <a:lnTo>
                  <a:pt x="313" y="460"/>
                </a:lnTo>
                <a:lnTo>
                  <a:pt x="313" y="459"/>
                </a:lnTo>
                <a:lnTo>
                  <a:pt x="313" y="458"/>
                </a:lnTo>
                <a:lnTo>
                  <a:pt x="313" y="457"/>
                </a:lnTo>
                <a:lnTo>
                  <a:pt x="314" y="457"/>
                </a:lnTo>
                <a:lnTo>
                  <a:pt x="313" y="456"/>
                </a:lnTo>
                <a:lnTo>
                  <a:pt x="312" y="456"/>
                </a:lnTo>
                <a:lnTo>
                  <a:pt x="312" y="455"/>
                </a:lnTo>
                <a:lnTo>
                  <a:pt x="311" y="455"/>
                </a:lnTo>
                <a:lnTo>
                  <a:pt x="311" y="453"/>
                </a:lnTo>
                <a:lnTo>
                  <a:pt x="311" y="452"/>
                </a:lnTo>
                <a:lnTo>
                  <a:pt x="311" y="451"/>
                </a:lnTo>
                <a:lnTo>
                  <a:pt x="310" y="450"/>
                </a:lnTo>
                <a:lnTo>
                  <a:pt x="309" y="450"/>
                </a:lnTo>
                <a:lnTo>
                  <a:pt x="308" y="450"/>
                </a:lnTo>
                <a:lnTo>
                  <a:pt x="307" y="450"/>
                </a:lnTo>
                <a:lnTo>
                  <a:pt x="307" y="449"/>
                </a:lnTo>
                <a:lnTo>
                  <a:pt x="306" y="448"/>
                </a:lnTo>
                <a:lnTo>
                  <a:pt x="306" y="447"/>
                </a:lnTo>
                <a:lnTo>
                  <a:pt x="307" y="447"/>
                </a:lnTo>
                <a:lnTo>
                  <a:pt x="307" y="446"/>
                </a:lnTo>
                <a:lnTo>
                  <a:pt x="308" y="446"/>
                </a:lnTo>
                <a:lnTo>
                  <a:pt x="309" y="444"/>
                </a:lnTo>
                <a:lnTo>
                  <a:pt x="309" y="443"/>
                </a:lnTo>
                <a:lnTo>
                  <a:pt x="308" y="442"/>
                </a:lnTo>
                <a:lnTo>
                  <a:pt x="307" y="442"/>
                </a:lnTo>
                <a:lnTo>
                  <a:pt x="305" y="440"/>
                </a:lnTo>
                <a:lnTo>
                  <a:pt x="305" y="439"/>
                </a:lnTo>
                <a:lnTo>
                  <a:pt x="304" y="439"/>
                </a:lnTo>
                <a:lnTo>
                  <a:pt x="303" y="439"/>
                </a:lnTo>
                <a:lnTo>
                  <a:pt x="303" y="438"/>
                </a:lnTo>
                <a:lnTo>
                  <a:pt x="304" y="438"/>
                </a:lnTo>
                <a:lnTo>
                  <a:pt x="304" y="437"/>
                </a:lnTo>
                <a:lnTo>
                  <a:pt x="303" y="437"/>
                </a:lnTo>
                <a:lnTo>
                  <a:pt x="303" y="436"/>
                </a:lnTo>
                <a:lnTo>
                  <a:pt x="303" y="435"/>
                </a:lnTo>
                <a:lnTo>
                  <a:pt x="304" y="435"/>
                </a:lnTo>
                <a:lnTo>
                  <a:pt x="305" y="435"/>
                </a:lnTo>
                <a:lnTo>
                  <a:pt x="305" y="436"/>
                </a:lnTo>
                <a:lnTo>
                  <a:pt x="306" y="435"/>
                </a:lnTo>
                <a:lnTo>
                  <a:pt x="307" y="435"/>
                </a:lnTo>
                <a:lnTo>
                  <a:pt x="307" y="434"/>
                </a:lnTo>
                <a:lnTo>
                  <a:pt x="307" y="432"/>
                </a:lnTo>
                <a:lnTo>
                  <a:pt x="307" y="431"/>
                </a:lnTo>
                <a:lnTo>
                  <a:pt x="307" y="430"/>
                </a:lnTo>
                <a:lnTo>
                  <a:pt x="308" y="429"/>
                </a:lnTo>
                <a:lnTo>
                  <a:pt x="309" y="428"/>
                </a:lnTo>
                <a:lnTo>
                  <a:pt x="308" y="428"/>
                </a:lnTo>
                <a:lnTo>
                  <a:pt x="308" y="427"/>
                </a:lnTo>
                <a:lnTo>
                  <a:pt x="308" y="426"/>
                </a:lnTo>
                <a:lnTo>
                  <a:pt x="307" y="426"/>
                </a:lnTo>
                <a:lnTo>
                  <a:pt x="307" y="427"/>
                </a:lnTo>
                <a:lnTo>
                  <a:pt x="306" y="426"/>
                </a:lnTo>
                <a:lnTo>
                  <a:pt x="306" y="425"/>
                </a:lnTo>
                <a:lnTo>
                  <a:pt x="306" y="424"/>
                </a:lnTo>
                <a:lnTo>
                  <a:pt x="306" y="423"/>
                </a:lnTo>
                <a:lnTo>
                  <a:pt x="305" y="423"/>
                </a:lnTo>
                <a:lnTo>
                  <a:pt x="305" y="421"/>
                </a:lnTo>
                <a:lnTo>
                  <a:pt x="306" y="421"/>
                </a:lnTo>
                <a:lnTo>
                  <a:pt x="306" y="420"/>
                </a:lnTo>
                <a:lnTo>
                  <a:pt x="305" y="419"/>
                </a:lnTo>
                <a:lnTo>
                  <a:pt x="305" y="418"/>
                </a:lnTo>
                <a:lnTo>
                  <a:pt x="306" y="417"/>
                </a:lnTo>
                <a:lnTo>
                  <a:pt x="307" y="417"/>
                </a:lnTo>
                <a:lnTo>
                  <a:pt x="308" y="417"/>
                </a:lnTo>
                <a:lnTo>
                  <a:pt x="308" y="416"/>
                </a:lnTo>
                <a:lnTo>
                  <a:pt x="307" y="416"/>
                </a:lnTo>
                <a:lnTo>
                  <a:pt x="307" y="415"/>
                </a:lnTo>
                <a:lnTo>
                  <a:pt x="306" y="415"/>
                </a:lnTo>
                <a:lnTo>
                  <a:pt x="306" y="414"/>
                </a:lnTo>
                <a:lnTo>
                  <a:pt x="306" y="412"/>
                </a:lnTo>
                <a:lnTo>
                  <a:pt x="306" y="411"/>
                </a:lnTo>
                <a:lnTo>
                  <a:pt x="307" y="411"/>
                </a:lnTo>
                <a:lnTo>
                  <a:pt x="308" y="410"/>
                </a:lnTo>
                <a:lnTo>
                  <a:pt x="307" y="410"/>
                </a:lnTo>
                <a:lnTo>
                  <a:pt x="306" y="410"/>
                </a:lnTo>
                <a:lnTo>
                  <a:pt x="306" y="411"/>
                </a:lnTo>
                <a:lnTo>
                  <a:pt x="306" y="410"/>
                </a:lnTo>
                <a:lnTo>
                  <a:pt x="305" y="410"/>
                </a:lnTo>
                <a:lnTo>
                  <a:pt x="305" y="409"/>
                </a:lnTo>
                <a:lnTo>
                  <a:pt x="306" y="409"/>
                </a:lnTo>
                <a:lnTo>
                  <a:pt x="306" y="408"/>
                </a:lnTo>
                <a:lnTo>
                  <a:pt x="305" y="407"/>
                </a:lnTo>
                <a:lnTo>
                  <a:pt x="304" y="407"/>
                </a:lnTo>
                <a:lnTo>
                  <a:pt x="305" y="406"/>
                </a:lnTo>
                <a:lnTo>
                  <a:pt x="304" y="406"/>
                </a:lnTo>
                <a:lnTo>
                  <a:pt x="304" y="405"/>
                </a:lnTo>
                <a:lnTo>
                  <a:pt x="303" y="405"/>
                </a:lnTo>
                <a:lnTo>
                  <a:pt x="302" y="405"/>
                </a:lnTo>
                <a:lnTo>
                  <a:pt x="302" y="406"/>
                </a:lnTo>
                <a:lnTo>
                  <a:pt x="302" y="405"/>
                </a:lnTo>
                <a:lnTo>
                  <a:pt x="301" y="405"/>
                </a:lnTo>
                <a:lnTo>
                  <a:pt x="301" y="404"/>
                </a:lnTo>
                <a:lnTo>
                  <a:pt x="300" y="405"/>
                </a:lnTo>
                <a:lnTo>
                  <a:pt x="300" y="404"/>
                </a:lnTo>
                <a:lnTo>
                  <a:pt x="299" y="404"/>
                </a:lnTo>
                <a:lnTo>
                  <a:pt x="299" y="405"/>
                </a:lnTo>
                <a:lnTo>
                  <a:pt x="298" y="405"/>
                </a:lnTo>
                <a:lnTo>
                  <a:pt x="298" y="404"/>
                </a:lnTo>
                <a:lnTo>
                  <a:pt x="298" y="405"/>
                </a:lnTo>
                <a:lnTo>
                  <a:pt x="297" y="405"/>
                </a:lnTo>
                <a:lnTo>
                  <a:pt x="296" y="406"/>
                </a:lnTo>
                <a:lnTo>
                  <a:pt x="296" y="408"/>
                </a:lnTo>
                <a:lnTo>
                  <a:pt x="295" y="408"/>
                </a:lnTo>
                <a:lnTo>
                  <a:pt x="294" y="409"/>
                </a:lnTo>
                <a:lnTo>
                  <a:pt x="294" y="410"/>
                </a:lnTo>
                <a:lnTo>
                  <a:pt x="294" y="411"/>
                </a:lnTo>
                <a:lnTo>
                  <a:pt x="293" y="411"/>
                </a:lnTo>
                <a:lnTo>
                  <a:pt x="293" y="410"/>
                </a:lnTo>
                <a:lnTo>
                  <a:pt x="292" y="410"/>
                </a:lnTo>
                <a:lnTo>
                  <a:pt x="291" y="410"/>
                </a:lnTo>
                <a:lnTo>
                  <a:pt x="291" y="411"/>
                </a:lnTo>
                <a:lnTo>
                  <a:pt x="292" y="411"/>
                </a:lnTo>
                <a:lnTo>
                  <a:pt x="293" y="411"/>
                </a:lnTo>
                <a:lnTo>
                  <a:pt x="293" y="412"/>
                </a:lnTo>
                <a:lnTo>
                  <a:pt x="291" y="412"/>
                </a:lnTo>
                <a:lnTo>
                  <a:pt x="290" y="413"/>
                </a:lnTo>
                <a:lnTo>
                  <a:pt x="289" y="413"/>
                </a:lnTo>
                <a:lnTo>
                  <a:pt x="288" y="414"/>
                </a:lnTo>
                <a:lnTo>
                  <a:pt x="288" y="415"/>
                </a:lnTo>
                <a:lnTo>
                  <a:pt x="289" y="415"/>
                </a:lnTo>
                <a:lnTo>
                  <a:pt x="289" y="416"/>
                </a:lnTo>
                <a:lnTo>
                  <a:pt x="290" y="417"/>
                </a:lnTo>
                <a:lnTo>
                  <a:pt x="289" y="417"/>
                </a:lnTo>
                <a:lnTo>
                  <a:pt x="288" y="416"/>
                </a:lnTo>
                <a:lnTo>
                  <a:pt x="287" y="416"/>
                </a:lnTo>
                <a:lnTo>
                  <a:pt x="287" y="415"/>
                </a:lnTo>
                <a:lnTo>
                  <a:pt x="288" y="415"/>
                </a:lnTo>
                <a:lnTo>
                  <a:pt x="288" y="414"/>
                </a:lnTo>
                <a:lnTo>
                  <a:pt x="287" y="414"/>
                </a:lnTo>
                <a:lnTo>
                  <a:pt x="286" y="414"/>
                </a:lnTo>
                <a:lnTo>
                  <a:pt x="285" y="414"/>
                </a:lnTo>
                <a:lnTo>
                  <a:pt x="284" y="415"/>
                </a:lnTo>
                <a:lnTo>
                  <a:pt x="283" y="416"/>
                </a:lnTo>
                <a:lnTo>
                  <a:pt x="282" y="416"/>
                </a:lnTo>
                <a:lnTo>
                  <a:pt x="282" y="417"/>
                </a:lnTo>
                <a:lnTo>
                  <a:pt x="281" y="417"/>
                </a:lnTo>
                <a:lnTo>
                  <a:pt x="280" y="417"/>
                </a:lnTo>
                <a:lnTo>
                  <a:pt x="280" y="418"/>
                </a:lnTo>
                <a:lnTo>
                  <a:pt x="279" y="418"/>
                </a:lnTo>
                <a:lnTo>
                  <a:pt x="278" y="418"/>
                </a:lnTo>
                <a:lnTo>
                  <a:pt x="278" y="419"/>
                </a:lnTo>
                <a:lnTo>
                  <a:pt x="277" y="420"/>
                </a:lnTo>
                <a:lnTo>
                  <a:pt x="276" y="420"/>
                </a:lnTo>
                <a:lnTo>
                  <a:pt x="276" y="419"/>
                </a:lnTo>
                <a:lnTo>
                  <a:pt x="275" y="419"/>
                </a:lnTo>
                <a:lnTo>
                  <a:pt x="274" y="419"/>
                </a:lnTo>
                <a:lnTo>
                  <a:pt x="274" y="418"/>
                </a:lnTo>
                <a:lnTo>
                  <a:pt x="273" y="418"/>
                </a:lnTo>
                <a:lnTo>
                  <a:pt x="273" y="417"/>
                </a:lnTo>
                <a:lnTo>
                  <a:pt x="272" y="417"/>
                </a:lnTo>
                <a:lnTo>
                  <a:pt x="271" y="417"/>
                </a:lnTo>
                <a:lnTo>
                  <a:pt x="270" y="417"/>
                </a:lnTo>
                <a:lnTo>
                  <a:pt x="269" y="417"/>
                </a:lnTo>
                <a:lnTo>
                  <a:pt x="269" y="416"/>
                </a:lnTo>
                <a:lnTo>
                  <a:pt x="268" y="415"/>
                </a:lnTo>
                <a:lnTo>
                  <a:pt x="267" y="415"/>
                </a:lnTo>
                <a:lnTo>
                  <a:pt x="267" y="414"/>
                </a:lnTo>
                <a:lnTo>
                  <a:pt x="268" y="413"/>
                </a:lnTo>
                <a:lnTo>
                  <a:pt x="268" y="412"/>
                </a:lnTo>
                <a:lnTo>
                  <a:pt x="267" y="412"/>
                </a:lnTo>
                <a:lnTo>
                  <a:pt x="266" y="412"/>
                </a:lnTo>
                <a:lnTo>
                  <a:pt x="265" y="411"/>
                </a:lnTo>
                <a:lnTo>
                  <a:pt x="264" y="410"/>
                </a:lnTo>
                <a:lnTo>
                  <a:pt x="265" y="410"/>
                </a:lnTo>
                <a:lnTo>
                  <a:pt x="264" y="409"/>
                </a:lnTo>
                <a:lnTo>
                  <a:pt x="263" y="409"/>
                </a:lnTo>
                <a:lnTo>
                  <a:pt x="263" y="408"/>
                </a:lnTo>
                <a:lnTo>
                  <a:pt x="262" y="408"/>
                </a:lnTo>
                <a:lnTo>
                  <a:pt x="261" y="407"/>
                </a:lnTo>
                <a:lnTo>
                  <a:pt x="260" y="406"/>
                </a:lnTo>
                <a:lnTo>
                  <a:pt x="259" y="406"/>
                </a:lnTo>
                <a:lnTo>
                  <a:pt x="259" y="404"/>
                </a:lnTo>
                <a:lnTo>
                  <a:pt x="258" y="404"/>
                </a:lnTo>
                <a:lnTo>
                  <a:pt x="257" y="403"/>
                </a:lnTo>
                <a:lnTo>
                  <a:pt x="256" y="403"/>
                </a:lnTo>
                <a:lnTo>
                  <a:pt x="255" y="404"/>
                </a:lnTo>
                <a:lnTo>
                  <a:pt x="254" y="404"/>
                </a:lnTo>
                <a:lnTo>
                  <a:pt x="253" y="404"/>
                </a:lnTo>
                <a:lnTo>
                  <a:pt x="253" y="405"/>
                </a:lnTo>
                <a:lnTo>
                  <a:pt x="252" y="405"/>
                </a:lnTo>
                <a:lnTo>
                  <a:pt x="252" y="406"/>
                </a:lnTo>
                <a:lnTo>
                  <a:pt x="253" y="406"/>
                </a:lnTo>
                <a:lnTo>
                  <a:pt x="252" y="407"/>
                </a:lnTo>
                <a:lnTo>
                  <a:pt x="252" y="408"/>
                </a:lnTo>
                <a:lnTo>
                  <a:pt x="252" y="409"/>
                </a:lnTo>
                <a:lnTo>
                  <a:pt x="251" y="409"/>
                </a:lnTo>
                <a:lnTo>
                  <a:pt x="249" y="409"/>
                </a:lnTo>
                <a:lnTo>
                  <a:pt x="248" y="408"/>
                </a:lnTo>
                <a:lnTo>
                  <a:pt x="248" y="407"/>
                </a:lnTo>
                <a:lnTo>
                  <a:pt x="247" y="407"/>
                </a:lnTo>
                <a:lnTo>
                  <a:pt x="246" y="407"/>
                </a:lnTo>
                <a:lnTo>
                  <a:pt x="245" y="407"/>
                </a:lnTo>
                <a:lnTo>
                  <a:pt x="244" y="407"/>
                </a:lnTo>
                <a:lnTo>
                  <a:pt x="244" y="406"/>
                </a:lnTo>
                <a:lnTo>
                  <a:pt x="243" y="406"/>
                </a:lnTo>
                <a:lnTo>
                  <a:pt x="243" y="405"/>
                </a:lnTo>
                <a:lnTo>
                  <a:pt x="242" y="405"/>
                </a:lnTo>
                <a:lnTo>
                  <a:pt x="242" y="404"/>
                </a:lnTo>
                <a:lnTo>
                  <a:pt x="241" y="404"/>
                </a:lnTo>
                <a:lnTo>
                  <a:pt x="240" y="404"/>
                </a:lnTo>
                <a:lnTo>
                  <a:pt x="240" y="405"/>
                </a:lnTo>
                <a:lnTo>
                  <a:pt x="239" y="405"/>
                </a:lnTo>
                <a:lnTo>
                  <a:pt x="238" y="405"/>
                </a:lnTo>
                <a:lnTo>
                  <a:pt x="238" y="406"/>
                </a:lnTo>
                <a:lnTo>
                  <a:pt x="237" y="406"/>
                </a:lnTo>
                <a:lnTo>
                  <a:pt x="237" y="407"/>
                </a:lnTo>
                <a:lnTo>
                  <a:pt x="238" y="407"/>
                </a:lnTo>
                <a:lnTo>
                  <a:pt x="238" y="408"/>
                </a:lnTo>
                <a:lnTo>
                  <a:pt x="237" y="409"/>
                </a:lnTo>
                <a:lnTo>
                  <a:pt x="237" y="410"/>
                </a:lnTo>
                <a:lnTo>
                  <a:pt x="236" y="410"/>
                </a:lnTo>
                <a:lnTo>
                  <a:pt x="236" y="409"/>
                </a:lnTo>
                <a:lnTo>
                  <a:pt x="235" y="409"/>
                </a:lnTo>
                <a:lnTo>
                  <a:pt x="235" y="408"/>
                </a:lnTo>
                <a:lnTo>
                  <a:pt x="235" y="407"/>
                </a:lnTo>
                <a:lnTo>
                  <a:pt x="234" y="407"/>
                </a:lnTo>
                <a:lnTo>
                  <a:pt x="234" y="408"/>
                </a:lnTo>
                <a:lnTo>
                  <a:pt x="234" y="409"/>
                </a:lnTo>
                <a:lnTo>
                  <a:pt x="233" y="408"/>
                </a:lnTo>
                <a:lnTo>
                  <a:pt x="232" y="408"/>
                </a:lnTo>
                <a:lnTo>
                  <a:pt x="231" y="408"/>
                </a:lnTo>
                <a:lnTo>
                  <a:pt x="230" y="407"/>
                </a:lnTo>
                <a:lnTo>
                  <a:pt x="229" y="407"/>
                </a:lnTo>
                <a:lnTo>
                  <a:pt x="228" y="408"/>
                </a:lnTo>
                <a:lnTo>
                  <a:pt x="228" y="409"/>
                </a:lnTo>
                <a:lnTo>
                  <a:pt x="227" y="409"/>
                </a:lnTo>
                <a:lnTo>
                  <a:pt x="227" y="408"/>
                </a:lnTo>
                <a:lnTo>
                  <a:pt x="227" y="407"/>
                </a:lnTo>
                <a:lnTo>
                  <a:pt x="226" y="407"/>
                </a:lnTo>
                <a:lnTo>
                  <a:pt x="226" y="408"/>
                </a:lnTo>
                <a:lnTo>
                  <a:pt x="225" y="408"/>
                </a:lnTo>
                <a:lnTo>
                  <a:pt x="224" y="409"/>
                </a:lnTo>
                <a:lnTo>
                  <a:pt x="223" y="409"/>
                </a:lnTo>
                <a:lnTo>
                  <a:pt x="222" y="409"/>
                </a:lnTo>
                <a:lnTo>
                  <a:pt x="222" y="410"/>
                </a:lnTo>
                <a:lnTo>
                  <a:pt x="221" y="410"/>
                </a:lnTo>
                <a:lnTo>
                  <a:pt x="220" y="410"/>
                </a:lnTo>
                <a:lnTo>
                  <a:pt x="220" y="411"/>
                </a:lnTo>
                <a:lnTo>
                  <a:pt x="219" y="411"/>
                </a:lnTo>
                <a:lnTo>
                  <a:pt x="218" y="411"/>
                </a:lnTo>
                <a:lnTo>
                  <a:pt x="218" y="412"/>
                </a:lnTo>
                <a:lnTo>
                  <a:pt x="217" y="412"/>
                </a:lnTo>
                <a:lnTo>
                  <a:pt x="216" y="412"/>
                </a:lnTo>
                <a:lnTo>
                  <a:pt x="214" y="412"/>
                </a:lnTo>
                <a:lnTo>
                  <a:pt x="214" y="411"/>
                </a:lnTo>
                <a:lnTo>
                  <a:pt x="214" y="410"/>
                </a:lnTo>
                <a:lnTo>
                  <a:pt x="213" y="410"/>
                </a:lnTo>
                <a:lnTo>
                  <a:pt x="212" y="411"/>
                </a:lnTo>
                <a:lnTo>
                  <a:pt x="211" y="411"/>
                </a:lnTo>
                <a:lnTo>
                  <a:pt x="210" y="411"/>
                </a:lnTo>
                <a:lnTo>
                  <a:pt x="209" y="410"/>
                </a:lnTo>
                <a:lnTo>
                  <a:pt x="208" y="410"/>
                </a:lnTo>
                <a:lnTo>
                  <a:pt x="208" y="409"/>
                </a:lnTo>
                <a:lnTo>
                  <a:pt x="207" y="409"/>
                </a:lnTo>
                <a:lnTo>
                  <a:pt x="206" y="409"/>
                </a:lnTo>
                <a:lnTo>
                  <a:pt x="206" y="410"/>
                </a:lnTo>
                <a:lnTo>
                  <a:pt x="205" y="410"/>
                </a:lnTo>
                <a:lnTo>
                  <a:pt x="205" y="409"/>
                </a:lnTo>
                <a:lnTo>
                  <a:pt x="204" y="409"/>
                </a:lnTo>
                <a:lnTo>
                  <a:pt x="203" y="409"/>
                </a:lnTo>
                <a:lnTo>
                  <a:pt x="203" y="408"/>
                </a:lnTo>
                <a:lnTo>
                  <a:pt x="202" y="408"/>
                </a:lnTo>
                <a:lnTo>
                  <a:pt x="201" y="408"/>
                </a:lnTo>
                <a:lnTo>
                  <a:pt x="200" y="408"/>
                </a:lnTo>
                <a:lnTo>
                  <a:pt x="200" y="407"/>
                </a:lnTo>
                <a:lnTo>
                  <a:pt x="199" y="407"/>
                </a:lnTo>
                <a:lnTo>
                  <a:pt x="198" y="407"/>
                </a:lnTo>
                <a:lnTo>
                  <a:pt x="198" y="406"/>
                </a:lnTo>
                <a:lnTo>
                  <a:pt x="197" y="406"/>
                </a:lnTo>
                <a:lnTo>
                  <a:pt x="197" y="407"/>
                </a:lnTo>
                <a:lnTo>
                  <a:pt x="197" y="408"/>
                </a:lnTo>
                <a:lnTo>
                  <a:pt x="196" y="409"/>
                </a:lnTo>
                <a:lnTo>
                  <a:pt x="195" y="409"/>
                </a:lnTo>
                <a:lnTo>
                  <a:pt x="195" y="408"/>
                </a:lnTo>
                <a:lnTo>
                  <a:pt x="194" y="408"/>
                </a:lnTo>
                <a:lnTo>
                  <a:pt x="193" y="408"/>
                </a:lnTo>
                <a:lnTo>
                  <a:pt x="193" y="409"/>
                </a:lnTo>
                <a:lnTo>
                  <a:pt x="192" y="409"/>
                </a:lnTo>
                <a:lnTo>
                  <a:pt x="191" y="408"/>
                </a:lnTo>
                <a:lnTo>
                  <a:pt x="191" y="409"/>
                </a:lnTo>
                <a:lnTo>
                  <a:pt x="190" y="409"/>
                </a:lnTo>
                <a:lnTo>
                  <a:pt x="190" y="410"/>
                </a:lnTo>
                <a:lnTo>
                  <a:pt x="189" y="410"/>
                </a:lnTo>
                <a:lnTo>
                  <a:pt x="188" y="411"/>
                </a:lnTo>
                <a:lnTo>
                  <a:pt x="188" y="412"/>
                </a:lnTo>
                <a:lnTo>
                  <a:pt x="189" y="412"/>
                </a:lnTo>
                <a:lnTo>
                  <a:pt x="188" y="412"/>
                </a:lnTo>
                <a:lnTo>
                  <a:pt x="187" y="412"/>
                </a:lnTo>
                <a:lnTo>
                  <a:pt x="186" y="411"/>
                </a:lnTo>
                <a:lnTo>
                  <a:pt x="185" y="411"/>
                </a:lnTo>
                <a:lnTo>
                  <a:pt x="185" y="410"/>
                </a:lnTo>
                <a:lnTo>
                  <a:pt x="184" y="410"/>
                </a:lnTo>
                <a:lnTo>
                  <a:pt x="183" y="410"/>
                </a:lnTo>
                <a:lnTo>
                  <a:pt x="182" y="410"/>
                </a:lnTo>
                <a:lnTo>
                  <a:pt x="181" y="410"/>
                </a:lnTo>
                <a:lnTo>
                  <a:pt x="180" y="410"/>
                </a:lnTo>
                <a:lnTo>
                  <a:pt x="180" y="411"/>
                </a:lnTo>
                <a:lnTo>
                  <a:pt x="180" y="412"/>
                </a:lnTo>
                <a:lnTo>
                  <a:pt x="179" y="412"/>
                </a:lnTo>
                <a:lnTo>
                  <a:pt x="178" y="412"/>
                </a:lnTo>
                <a:lnTo>
                  <a:pt x="178" y="413"/>
                </a:lnTo>
                <a:lnTo>
                  <a:pt x="177" y="414"/>
                </a:lnTo>
                <a:lnTo>
                  <a:pt x="176" y="414"/>
                </a:lnTo>
                <a:lnTo>
                  <a:pt x="175" y="413"/>
                </a:lnTo>
                <a:lnTo>
                  <a:pt x="174" y="412"/>
                </a:lnTo>
                <a:lnTo>
                  <a:pt x="173" y="412"/>
                </a:lnTo>
                <a:lnTo>
                  <a:pt x="171" y="411"/>
                </a:lnTo>
                <a:lnTo>
                  <a:pt x="171" y="410"/>
                </a:lnTo>
                <a:lnTo>
                  <a:pt x="170" y="410"/>
                </a:lnTo>
                <a:lnTo>
                  <a:pt x="170" y="409"/>
                </a:lnTo>
                <a:lnTo>
                  <a:pt x="169" y="410"/>
                </a:lnTo>
                <a:lnTo>
                  <a:pt x="169" y="409"/>
                </a:lnTo>
                <a:lnTo>
                  <a:pt x="168" y="409"/>
                </a:lnTo>
                <a:lnTo>
                  <a:pt x="168" y="408"/>
                </a:lnTo>
                <a:lnTo>
                  <a:pt x="167" y="408"/>
                </a:lnTo>
                <a:lnTo>
                  <a:pt x="167" y="407"/>
                </a:lnTo>
                <a:lnTo>
                  <a:pt x="167" y="408"/>
                </a:lnTo>
                <a:lnTo>
                  <a:pt x="166" y="408"/>
                </a:lnTo>
                <a:lnTo>
                  <a:pt x="166" y="407"/>
                </a:lnTo>
                <a:lnTo>
                  <a:pt x="165" y="407"/>
                </a:lnTo>
                <a:lnTo>
                  <a:pt x="164" y="408"/>
                </a:lnTo>
                <a:lnTo>
                  <a:pt x="163" y="408"/>
                </a:lnTo>
                <a:lnTo>
                  <a:pt x="164" y="408"/>
                </a:lnTo>
                <a:lnTo>
                  <a:pt x="164" y="407"/>
                </a:lnTo>
                <a:lnTo>
                  <a:pt x="163" y="406"/>
                </a:lnTo>
                <a:lnTo>
                  <a:pt x="163" y="405"/>
                </a:lnTo>
                <a:lnTo>
                  <a:pt x="161" y="405"/>
                </a:lnTo>
                <a:lnTo>
                  <a:pt x="161" y="406"/>
                </a:lnTo>
                <a:lnTo>
                  <a:pt x="162" y="406"/>
                </a:lnTo>
                <a:lnTo>
                  <a:pt x="163" y="406"/>
                </a:lnTo>
                <a:lnTo>
                  <a:pt x="163" y="407"/>
                </a:lnTo>
                <a:lnTo>
                  <a:pt x="162" y="407"/>
                </a:lnTo>
                <a:lnTo>
                  <a:pt x="162" y="408"/>
                </a:lnTo>
                <a:lnTo>
                  <a:pt x="161" y="408"/>
                </a:lnTo>
                <a:lnTo>
                  <a:pt x="162" y="408"/>
                </a:lnTo>
                <a:lnTo>
                  <a:pt x="163" y="408"/>
                </a:lnTo>
                <a:lnTo>
                  <a:pt x="162" y="409"/>
                </a:lnTo>
                <a:lnTo>
                  <a:pt x="161" y="408"/>
                </a:lnTo>
                <a:lnTo>
                  <a:pt x="160" y="408"/>
                </a:lnTo>
                <a:lnTo>
                  <a:pt x="160" y="407"/>
                </a:lnTo>
                <a:lnTo>
                  <a:pt x="160" y="406"/>
                </a:lnTo>
                <a:lnTo>
                  <a:pt x="159" y="406"/>
                </a:lnTo>
                <a:lnTo>
                  <a:pt x="159" y="407"/>
                </a:lnTo>
                <a:lnTo>
                  <a:pt x="158" y="406"/>
                </a:lnTo>
                <a:lnTo>
                  <a:pt x="158" y="405"/>
                </a:lnTo>
                <a:lnTo>
                  <a:pt x="157" y="405"/>
                </a:lnTo>
                <a:lnTo>
                  <a:pt x="156" y="405"/>
                </a:lnTo>
                <a:lnTo>
                  <a:pt x="155" y="405"/>
                </a:lnTo>
                <a:lnTo>
                  <a:pt x="155" y="404"/>
                </a:lnTo>
                <a:lnTo>
                  <a:pt x="155" y="403"/>
                </a:lnTo>
                <a:lnTo>
                  <a:pt x="154" y="403"/>
                </a:lnTo>
                <a:lnTo>
                  <a:pt x="154" y="402"/>
                </a:lnTo>
                <a:lnTo>
                  <a:pt x="154" y="401"/>
                </a:lnTo>
                <a:lnTo>
                  <a:pt x="154" y="400"/>
                </a:lnTo>
                <a:lnTo>
                  <a:pt x="154" y="398"/>
                </a:lnTo>
                <a:lnTo>
                  <a:pt x="152" y="398"/>
                </a:lnTo>
                <a:lnTo>
                  <a:pt x="151" y="398"/>
                </a:lnTo>
                <a:lnTo>
                  <a:pt x="151" y="400"/>
                </a:lnTo>
                <a:lnTo>
                  <a:pt x="151" y="401"/>
                </a:lnTo>
                <a:lnTo>
                  <a:pt x="150" y="401"/>
                </a:lnTo>
                <a:lnTo>
                  <a:pt x="149" y="401"/>
                </a:lnTo>
                <a:lnTo>
                  <a:pt x="148" y="401"/>
                </a:lnTo>
                <a:lnTo>
                  <a:pt x="148" y="400"/>
                </a:lnTo>
                <a:lnTo>
                  <a:pt x="147" y="401"/>
                </a:lnTo>
                <a:lnTo>
                  <a:pt x="147" y="400"/>
                </a:lnTo>
                <a:lnTo>
                  <a:pt x="147" y="398"/>
                </a:lnTo>
                <a:lnTo>
                  <a:pt x="146" y="398"/>
                </a:lnTo>
                <a:lnTo>
                  <a:pt x="145" y="397"/>
                </a:lnTo>
                <a:lnTo>
                  <a:pt x="145" y="396"/>
                </a:lnTo>
                <a:lnTo>
                  <a:pt x="145" y="395"/>
                </a:lnTo>
                <a:lnTo>
                  <a:pt x="144" y="395"/>
                </a:lnTo>
                <a:lnTo>
                  <a:pt x="144" y="394"/>
                </a:lnTo>
                <a:lnTo>
                  <a:pt x="143" y="394"/>
                </a:lnTo>
                <a:lnTo>
                  <a:pt x="143" y="393"/>
                </a:lnTo>
                <a:lnTo>
                  <a:pt x="142" y="393"/>
                </a:lnTo>
                <a:lnTo>
                  <a:pt x="142" y="394"/>
                </a:lnTo>
                <a:lnTo>
                  <a:pt x="141" y="394"/>
                </a:lnTo>
                <a:lnTo>
                  <a:pt x="141" y="395"/>
                </a:lnTo>
                <a:lnTo>
                  <a:pt x="140" y="395"/>
                </a:lnTo>
                <a:lnTo>
                  <a:pt x="139" y="395"/>
                </a:lnTo>
                <a:lnTo>
                  <a:pt x="138" y="395"/>
                </a:lnTo>
                <a:lnTo>
                  <a:pt x="137" y="395"/>
                </a:lnTo>
                <a:lnTo>
                  <a:pt x="136" y="395"/>
                </a:lnTo>
                <a:lnTo>
                  <a:pt x="136" y="394"/>
                </a:lnTo>
                <a:lnTo>
                  <a:pt x="135" y="394"/>
                </a:lnTo>
                <a:lnTo>
                  <a:pt x="135" y="393"/>
                </a:lnTo>
                <a:lnTo>
                  <a:pt x="136" y="393"/>
                </a:lnTo>
                <a:lnTo>
                  <a:pt x="136" y="392"/>
                </a:lnTo>
                <a:lnTo>
                  <a:pt x="135" y="392"/>
                </a:lnTo>
                <a:lnTo>
                  <a:pt x="133" y="392"/>
                </a:lnTo>
                <a:lnTo>
                  <a:pt x="132" y="392"/>
                </a:lnTo>
                <a:lnTo>
                  <a:pt x="132" y="391"/>
                </a:lnTo>
                <a:lnTo>
                  <a:pt x="131" y="391"/>
                </a:lnTo>
                <a:lnTo>
                  <a:pt x="131" y="392"/>
                </a:lnTo>
                <a:lnTo>
                  <a:pt x="131" y="391"/>
                </a:lnTo>
                <a:lnTo>
                  <a:pt x="130" y="391"/>
                </a:lnTo>
                <a:lnTo>
                  <a:pt x="129" y="391"/>
                </a:lnTo>
                <a:lnTo>
                  <a:pt x="129" y="390"/>
                </a:lnTo>
                <a:lnTo>
                  <a:pt x="128" y="389"/>
                </a:lnTo>
                <a:lnTo>
                  <a:pt x="127" y="389"/>
                </a:lnTo>
                <a:lnTo>
                  <a:pt x="126" y="389"/>
                </a:lnTo>
                <a:lnTo>
                  <a:pt x="126" y="388"/>
                </a:lnTo>
                <a:lnTo>
                  <a:pt x="125" y="388"/>
                </a:lnTo>
                <a:lnTo>
                  <a:pt x="125" y="387"/>
                </a:lnTo>
                <a:lnTo>
                  <a:pt x="125" y="386"/>
                </a:lnTo>
                <a:lnTo>
                  <a:pt x="124" y="386"/>
                </a:lnTo>
                <a:lnTo>
                  <a:pt x="123" y="386"/>
                </a:lnTo>
                <a:lnTo>
                  <a:pt x="123" y="385"/>
                </a:lnTo>
                <a:lnTo>
                  <a:pt x="122" y="385"/>
                </a:lnTo>
                <a:lnTo>
                  <a:pt x="122" y="384"/>
                </a:lnTo>
                <a:lnTo>
                  <a:pt x="121" y="384"/>
                </a:lnTo>
                <a:lnTo>
                  <a:pt x="120" y="384"/>
                </a:lnTo>
                <a:lnTo>
                  <a:pt x="119" y="384"/>
                </a:lnTo>
                <a:lnTo>
                  <a:pt x="118" y="384"/>
                </a:lnTo>
                <a:lnTo>
                  <a:pt x="117" y="384"/>
                </a:lnTo>
                <a:lnTo>
                  <a:pt x="117" y="383"/>
                </a:lnTo>
                <a:lnTo>
                  <a:pt x="117" y="384"/>
                </a:lnTo>
                <a:lnTo>
                  <a:pt x="116" y="385"/>
                </a:lnTo>
                <a:lnTo>
                  <a:pt x="116" y="384"/>
                </a:lnTo>
                <a:lnTo>
                  <a:pt x="115" y="384"/>
                </a:lnTo>
                <a:lnTo>
                  <a:pt x="115" y="383"/>
                </a:lnTo>
                <a:lnTo>
                  <a:pt x="116" y="383"/>
                </a:lnTo>
                <a:lnTo>
                  <a:pt x="116" y="382"/>
                </a:lnTo>
                <a:lnTo>
                  <a:pt x="114" y="382"/>
                </a:lnTo>
                <a:lnTo>
                  <a:pt x="113" y="383"/>
                </a:lnTo>
                <a:lnTo>
                  <a:pt x="113" y="384"/>
                </a:lnTo>
                <a:lnTo>
                  <a:pt x="112" y="385"/>
                </a:lnTo>
                <a:lnTo>
                  <a:pt x="111" y="385"/>
                </a:lnTo>
                <a:lnTo>
                  <a:pt x="110" y="385"/>
                </a:lnTo>
                <a:lnTo>
                  <a:pt x="111" y="385"/>
                </a:lnTo>
                <a:lnTo>
                  <a:pt x="111" y="386"/>
                </a:lnTo>
                <a:lnTo>
                  <a:pt x="110" y="386"/>
                </a:lnTo>
                <a:lnTo>
                  <a:pt x="109" y="386"/>
                </a:lnTo>
                <a:lnTo>
                  <a:pt x="108" y="386"/>
                </a:lnTo>
                <a:lnTo>
                  <a:pt x="108" y="385"/>
                </a:lnTo>
                <a:lnTo>
                  <a:pt x="108" y="384"/>
                </a:lnTo>
                <a:lnTo>
                  <a:pt x="107" y="384"/>
                </a:lnTo>
                <a:lnTo>
                  <a:pt x="106" y="384"/>
                </a:lnTo>
                <a:lnTo>
                  <a:pt x="106" y="383"/>
                </a:lnTo>
                <a:lnTo>
                  <a:pt x="105" y="383"/>
                </a:lnTo>
                <a:lnTo>
                  <a:pt x="106" y="383"/>
                </a:lnTo>
                <a:lnTo>
                  <a:pt x="106" y="382"/>
                </a:lnTo>
                <a:lnTo>
                  <a:pt x="105" y="381"/>
                </a:lnTo>
                <a:lnTo>
                  <a:pt x="106" y="381"/>
                </a:lnTo>
                <a:lnTo>
                  <a:pt x="106" y="380"/>
                </a:lnTo>
                <a:lnTo>
                  <a:pt x="105" y="379"/>
                </a:lnTo>
                <a:lnTo>
                  <a:pt x="105" y="378"/>
                </a:lnTo>
                <a:lnTo>
                  <a:pt x="104" y="378"/>
                </a:lnTo>
                <a:lnTo>
                  <a:pt x="104" y="377"/>
                </a:lnTo>
                <a:lnTo>
                  <a:pt x="103" y="377"/>
                </a:lnTo>
                <a:lnTo>
                  <a:pt x="102" y="376"/>
                </a:lnTo>
                <a:lnTo>
                  <a:pt x="101" y="376"/>
                </a:lnTo>
                <a:lnTo>
                  <a:pt x="101" y="375"/>
                </a:lnTo>
                <a:lnTo>
                  <a:pt x="100" y="374"/>
                </a:lnTo>
                <a:lnTo>
                  <a:pt x="100" y="373"/>
                </a:lnTo>
                <a:lnTo>
                  <a:pt x="99" y="372"/>
                </a:lnTo>
                <a:lnTo>
                  <a:pt x="99" y="373"/>
                </a:lnTo>
                <a:lnTo>
                  <a:pt x="98" y="373"/>
                </a:lnTo>
                <a:lnTo>
                  <a:pt x="97" y="372"/>
                </a:lnTo>
                <a:lnTo>
                  <a:pt x="96" y="372"/>
                </a:lnTo>
                <a:lnTo>
                  <a:pt x="96" y="371"/>
                </a:lnTo>
                <a:lnTo>
                  <a:pt x="97" y="371"/>
                </a:lnTo>
                <a:lnTo>
                  <a:pt x="97" y="372"/>
                </a:lnTo>
                <a:lnTo>
                  <a:pt x="98" y="372"/>
                </a:lnTo>
                <a:lnTo>
                  <a:pt x="99" y="372"/>
                </a:lnTo>
                <a:lnTo>
                  <a:pt x="100" y="372"/>
                </a:lnTo>
                <a:lnTo>
                  <a:pt x="100" y="371"/>
                </a:lnTo>
                <a:lnTo>
                  <a:pt x="100" y="370"/>
                </a:lnTo>
                <a:lnTo>
                  <a:pt x="100" y="369"/>
                </a:lnTo>
                <a:lnTo>
                  <a:pt x="100" y="368"/>
                </a:lnTo>
                <a:lnTo>
                  <a:pt x="100" y="367"/>
                </a:lnTo>
                <a:lnTo>
                  <a:pt x="99" y="367"/>
                </a:lnTo>
                <a:lnTo>
                  <a:pt x="99" y="368"/>
                </a:lnTo>
                <a:lnTo>
                  <a:pt x="99" y="369"/>
                </a:lnTo>
                <a:lnTo>
                  <a:pt x="98" y="369"/>
                </a:lnTo>
                <a:lnTo>
                  <a:pt x="98" y="370"/>
                </a:lnTo>
                <a:lnTo>
                  <a:pt x="97" y="370"/>
                </a:lnTo>
                <a:lnTo>
                  <a:pt x="96" y="370"/>
                </a:lnTo>
                <a:lnTo>
                  <a:pt x="95" y="369"/>
                </a:lnTo>
                <a:lnTo>
                  <a:pt x="95" y="368"/>
                </a:lnTo>
                <a:lnTo>
                  <a:pt x="94" y="367"/>
                </a:lnTo>
                <a:lnTo>
                  <a:pt x="94" y="366"/>
                </a:lnTo>
                <a:lnTo>
                  <a:pt x="93" y="365"/>
                </a:lnTo>
                <a:lnTo>
                  <a:pt x="93" y="364"/>
                </a:lnTo>
                <a:lnTo>
                  <a:pt x="93" y="363"/>
                </a:lnTo>
                <a:lnTo>
                  <a:pt x="91" y="362"/>
                </a:lnTo>
                <a:lnTo>
                  <a:pt x="91" y="361"/>
                </a:lnTo>
                <a:lnTo>
                  <a:pt x="90" y="361"/>
                </a:lnTo>
                <a:lnTo>
                  <a:pt x="89" y="361"/>
                </a:lnTo>
                <a:lnTo>
                  <a:pt x="88" y="361"/>
                </a:lnTo>
                <a:lnTo>
                  <a:pt x="87" y="361"/>
                </a:lnTo>
                <a:lnTo>
                  <a:pt x="87" y="360"/>
                </a:lnTo>
                <a:lnTo>
                  <a:pt x="86" y="360"/>
                </a:lnTo>
                <a:lnTo>
                  <a:pt x="85" y="359"/>
                </a:lnTo>
                <a:lnTo>
                  <a:pt x="84" y="359"/>
                </a:lnTo>
                <a:lnTo>
                  <a:pt x="83" y="357"/>
                </a:lnTo>
                <a:lnTo>
                  <a:pt x="84" y="357"/>
                </a:lnTo>
                <a:lnTo>
                  <a:pt x="84" y="356"/>
                </a:lnTo>
                <a:lnTo>
                  <a:pt x="85" y="355"/>
                </a:lnTo>
                <a:lnTo>
                  <a:pt x="83" y="355"/>
                </a:lnTo>
                <a:lnTo>
                  <a:pt x="82" y="355"/>
                </a:lnTo>
                <a:lnTo>
                  <a:pt x="82" y="356"/>
                </a:lnTo>
                <a:lnTo>
                  <a:pt x="81" y="356"/>
                </a:lnTo>
                <a:lnTo>
                  <a:pt x="80" y="356"/>
                </a:lnTo>
                <a:lnTo>
                  <a:pt x="80" y="355"/>
                </a:lnTo>
                <a:lnTo>
                  <a:pt x="81" y="354"/>
                </a:lnTo>
                <a:lnTo>
                  <a:pt x="80" y="353"/>
                </a:lnTo>
                <a:lnTo>
                  <a:pt x="80" y="351"/>
                </a:lnTo>
                <a:lnTo>
                  <a:pt x="80" y="350"/>
                </a:lnTo>
                <a:lnTo>
                  <a:pt x="81" y="350"/>
                </a:lnTo>
                <a:lnTo>
                  <a:pt x="81" y="349"/>
                </a:lnTo>
                <a:lnTo>
                  <a:pt x="82" y="349"/>
                </a:lnTo>
                <a:lnTo>
                  <a:pt x="82" y="348"/>
                </a:lnTo>
                <a:lnTo>
                  <a:pt x="82" y="347"/>
                </a:lnTo>
                <a:lnTo>
                  <a:pt x="82" y="346"/>
                </a:lnTo>
                <a:lnTo>
                  <a:pt x="83" y="346"/>
                </a:lnTo>
                <a:lnTo>
                  <a:pt x="83" y="345"/>
                </a:lnTo>
                <a:lnTo>
                  <a:pt x="82" y="345"/>
                </a:lnTo>
                <a:lnTo>
                  <a:pt x="81" y="345"/>
                </a:lnTo>
                <a:lnTo>
                  <a:pt x="81" y="344"/>
                </a:lnTo>
                <a:lnTo>
                  <a:pt x="81" y="343"/>
                </a:lnTo>
                <a:lnTo>
                  <a:pt x="80" y="343"/>
                </a:lnTo>
                <a:lnTo>
                  <a:pt x="80" y="342"/>
                </a:lnTo>
                <a:lnTo>
                  <a:pt x="80" y="341"/>
                </a:lnTo>
                <a:lnTo>
                  <a:pt x="80" y="340"/>
                </a:lnTo>
                <a:lnTo>
                  <a:pt x="79" y="340"/>
                </a:lnTo>
                <a:lnTo>
                  <a:pt x="78" y="340"/>
                </a:lnTo>
                <a:lnTo>
                  <a:pt x="77" y="340"/>
                </a:lnTo>
                <a:lnTo>
                  <a:pt x="76" y="340"/>
                </a:lnTo>
                <a:lnTo>
                  <a:pt x="75" y="340"/>
                </a:lnTo>
                <a:lnTo>
                  <a:pt x="74" y="340"/>
                </a:lnTo>
                <a:lnTo>
                  <a:pt x="74" y="339"/>
                </a:lnTo>
                <a:lnTo>
                  <a:pt x="73" y="339"/>
                </a:lnTo>
                <a:lnTo>
                  <a:pt x="73" y="340"/>
                </a:lnTo>
                <a:lnTo>
                  <a:pt x="72" y="340"/>
                </a:lnTo>
                <a:lnTo>
                  <a:pt x="71" y="340"/>
                </a:lnTo>
                <a:lnTo>
                  <a:pt x="71" y="339"/>
                </a:lnTo>
                <a:lnTo>
                  <a:pt x="72" y="339"/>
                </a:lnTo>
                <a:lnTo>
                  <a:pt x="73" y="338"/>
                </a:lnTo>
                <a:lnTo>
                  <a:pt x="74" y="338"/>
                </a:lnTo>
                <a:lnTo>
                  <a:pt x="75" y="338"/>
                </a:lnTo>
                <a:lnTo>
                  <a:pt x="75" y="337"/>
                </a:lnTo>
                <a:lnTo>
                  <a:pt x="76" y="337"/>
                </a:lnTo>
                <a:lnTo>
                  <a:pt x="76" y="336"/>
                </a:lnTo>
                <a:lnTo>
                  <a:pt x="75" y="336"/>
                </a:lnTo>
                <a:lnTo>
                  <a:pt x="75" y="335"/>
                </a:lnTo>
                <a:lnTo>
                  <a:pt x="74" y="335"/>
                </a:lnTo>
                <a:lnTo>
                  <a:pt x="74" y="334"/>
                </a:lnTo>
                <a:lnTo>
                  <a:pt x="74" y="333"/>
                </a:lnTo>
                <a:lnTo>
                  <a:pt x="74" y="332"/>
                </a:lnTo>
                <a:lnTo>
                  <a:pt x="73" y="332"/>
                </a:lnTo>
                <a:lnTo>
                  <a:pt x="73" y="331"/>
                </a:lnTo>
                <a:lnTo>
                  <a:pt x="72" y="331"/>
                </a:lnTo>
                <a:lnTo>
                  <a:pt x="72" y="332"/>
                </a:lnTo>
                <a:lnTo>
                  <a:pt x="71" y="332"/>
                </a:lnTo>
                <a:lnTo>
                  <a:pt x="71" y="331"/>
                </a:lnTo>
                <a:lnTo>
                  <a:pt x="70" y="331"/>
                </a:lnTo>
                <a:lnTo>
                  <a:pt x="70" y="330"/>
                </a:lnTo>
                <a:lnTo>
                  <a:pt x="69" y="329"/>
                </a:lnTo>
                <a:lnTo>
                  <a:pt x="69" y="328"/>
                </a:lnTo>
                <a:lnTo>
                  <a:pt x="70" y="328"/>
                </a:lnTo>
                <a:lnTo>
                  <a:pt x="69" y="328"/>
                </a:lnTo>
                <a:lnTo>
                  <a:pt x="68" y="328"/>
                </a:lnTo>
                <a:lnTo>
                  <a:pt x="68" y="327"/>
                </a:lnTo>
                <a:lnTo>
                  <a:pt x="67" y="327"/>
                </a:lnTo>
                <a:lnTo>
                  <a:pt x="66" y="327"/>
                </a:lnTo>
                <a:lnTo>
                  <a:pt x="66" y="326"/>
                </a:lnTo>
                <a:lnTo>
                  <a:pt x="66" y="325"/>
                </a:lnTo>
                <a:lnTo>
                  <a:pt x="65" y="325"/>
                </a:lnTo>
                <a:lnTo>
                  <a:pt x="65" y="326"/>
                </a:lnTo>
                <a:lnTo>
                  <a:pt x="64" y="326"/>
                </a:lnTo>
                <a:lnTo>
                  <a:pt x="64" y="327"/>
                </a:lnTo>
                <a:lnTo>
                  <a:pt x="63" y="327"/>
                </a:lnTo>
                <a:lnTo>
                  <a:pt x="63" y="328"/>
                </a:lnTo>
                <a:lnTo>
                  <a:pt x="62" y="328"/>
                </a:lnTo>
                <a:lnTo>
                  <a:pt x="61" y="328"/>
                </a:lnTo>
                <a:lnTo>
                  <a:pt x="62" y="327"/>
                </a:lnTo>
                <a:lnTo>
                  <a:pt x="63" y="327"/>
                </a:lnTo>
                <a:lnTo>
                  <a:pt x="63" y="326"/>
                </a:lnTo>
                <a:lnTo>
                  <a:pt x="63" y="325"/>
                </a:lnTo>
                <a:lnTo>
                  <a:pt x="64" y="325"/>
                </a:lnTo>
                <a:lnTo>
                  <a:pt x="63" y="324"/>
                </a:lnTo>
                <a:lnTo>
                  <a:pt x="62" y="324"/>
                </a:lnTo>
                <a:lnTo>
                  <a:pt x="62" y="323"/>
                </a:lnTo>
                <a:lnTo>
                  <a:pt x="61" y="323"/>
                </a:lnTo>
                <a:lnTo>
                  <a:pt x="60" y="323"/>
                </a:lnTo>
                <a:lnTo>
                  <a:pt x="59" y="322"/>
                </a:lnTo>
                <a:lnTo>
                  <a:pt x="59" y="321"/>
                </a:lnTo>
                <a:lnTo>
                  <a:pt x="59" y="320"/>
                </a:lnTo>
                <a:lnTo>
                  <a:pt x="58" y="320"/>
                </a:lnTo>
                <a:lnTo>
                  <a:pt x="57" y="320"/>
                </a:lnTo>
                <a:lnTo>
                  <a:pt x="57" y="319"/>
                </a:lnTo>
                <a:lnTo>
                  <a:pt x="58" y="319"/>
                </a:lnTo>
                <a:lnTo>
                  <a:pt x="57" y="318"/>
                </a:lnTo>
                <a:lnTo>
                  <a:pt x="56" y="317"/>
                </a:lnTo>
                <a:lnTo>
                  <a:pt x="56" y="316"/>
                </a:lnTo>
                <a:lnTo>
                  <a:pt x="57" y="316"/>
                </a:lnTo>
                <a:lnTo>
                  <a:pt x="58" y="315"/>
                </a:lnTo>
                <a:lnTo>
                  <a:pt x="57" y="315"/>
                </a:lnTo>
                <a:lnTo>
                  <a:pt x="57" y="314"/>
                </a:lnTo>
                <a:lnTo>
                  <a:pt x="58" y="313"/>
                </a:lnTo>
                <a:lnTo>
                  <a:pt x="58" y="312"/>
                </a:lnTo>
                <a:lnTo>
                  <a:pt x="59" y="311"/>
                </a:lnTo>
                <a:lnTo>
                  <a:pt x="60" y="311"/>
                </a:lnTo>
                <a:lnTo>
                  <a:pt x="61" y="310"/>
                </a:lnTo>
                <a:lnTo>
                  <a:pt x="61" y="309"/>
                </a:lnTo>
                <a:lnTo>
                  <a:pt x="60" y="308"/>
                </a:lnTo>
                <a:lnTo>
                  <a:pt x="61" y="308"/>
                </a:lnTo>
                <a:lnTo>
                  <a:pt x="61" y="307"/>
                </a:lnTo>
                <a:lnTo>
                  <a:pt x="61" y="306"/>
                </a:lnTo>
                <a:lnTo>
                  <a:pt x="60" y="305"/>
                </a:lnTo>
                <a:lnTo>
                  <a:pt x="60" y="304"/>
                </a:lnTo>
                <a:lnTo>
                  <a:pt x="59" y="304"/>
                </a:lnTo>
                <a:lnTo>
                  <a:pt x="59" y="303"/>
                </a:lnTo>
                <a:lnTo>
                  <a:pt x="59" y="302"/>
                </a:lnTo>
                <a:lnTo>
                  <a:pt x="59" y="301"/>
                </a:lnTo>
                <a:lnTo>
                  <a:pt x="58" y="301"/>
                </a:lnTo>
                <a:lnTo>
                  <a:pt x="58" y="300"/>
                </a:lnTo>
                <a:lnTo>
                  <a:pt x="57" y="300"/>
                </a:lnTo>
                <a:lnTo>
                  <a:pt x="58" y="300"/>
                </a:lnTo>
                <a:lnTo>
                  <a:pt x="58" y="299"/>
                </a:lnTo>
                <a:lnTo>
                  <a:pt x="59" y="300"/>
                </a:lnTo>
                <a:lnTo>
                  <a:pt x="59" y="299"/>
                </a:lnTo>
                <a:lnTo>
                  <a:pt x="60" y="299"/>
                </a:lnTo>
                <a:lnTo>
                  <a:pt x="60" y="298"/>
                </a:lnTo>
                <a:lnTo>
                  <a:pt x="60" y="297"/>
                </a:lnTo>
                <a:lnTo>
                  <a:pt x="60" y="296"/>
                </a:lnTo>
                <a:lnTo>
                  <a:pt x="60" y="295"/>
                </a:lnTo>
                <a:lnTo>
                  <a:pt x="61" y="295"/>
                </a:lnTo>
                <a:lnTo>
                  <a:pt x="61" y="294"/>
                </a:lnTo>
                <a:lnTo>
                  <a:pt x="60" y="293"/>
                </a:lnTo>
                <a:lnTo>
                  <a:pt x="60" y="292"/>
                </a:lnTo>
                <a:lnTo>
                  <a:pt x="60" y="291"/>
                </a:lnTo>
                <a:lnTo>
                  <a:pt x="59" y="290"/>
                </a:lnTo>
                <a:lnTo>
                  <a:pt x="58" y="290"/>
                </a:lnTo>
                <a:lnTo>
                  <a:pt x="58" y="289"/>
                </a:lnTo>
                <a:lnTo>
                  <a:pt x="58" y="288"/>
                </a:lnTo>
                <a:lnTo>
                  <a:pt x="59" y="288"/>
                </a:lnTo>
                <a:lnTo>
                  <a:pt x="59" y="287"/>
                </a:lnTo>
                <a:lnTo>
                  <a:pt x="58" y="286"/>
                </a:lnTo>
                <a:lnTo>
                  <a:pt x="58" y="285"/>
                </a:lnTo>
                <a:lnTo>
                  <a:pt x="57" y="284"/>
                </a:lnTo>
                <a:lnTo>
                  <a:pt x="56" y="283"/>
                </a:lnTo>
                <a:lnTo>
                  <a:pt x="56" y="282"/>
                </a:lnTo>
                <a:lnTo>
                  <a:pt x="55" y="282"/>
                </a:lnTo>
                <a:lnTo>
                  <a:pt x="54" y="282"/>
                </a:lnTo>
                <a:lnTo>
                  <a:pt x="53" y="282"/>
                </a:lnTo>
                <a:lnTo>
                  <a:pt x="53" y="281"/>
                </a:lnTo>
                <a:lnTo>
                  <a:pt x="52" y="281"/>
                </a:lnTo>
                <a:lnTo>
                  <a:pt x="51" y="280"/>
                </a:lnTo>
                <a:lnTo>
                  <a:pt x="50" y="280"/>
                </a:lnTo>
                <a:lnTo>
                  <a:pt x="49" y="280"/>
                </a:lnTo>
                <a:lnTo>
                  <a:pt x="48" y="279"/>
                </a:lnTo>
                <a:lnTo>
                  <a:pt x="47" y="280"/>
                </a:lnTo>
                <a:lnTo>
                  <a:pt x="46" y="279"/>
                </a:lnTo>
                <a:lnTo>
                  <a:pt x="46" y="278"/>
                </a:lnTo>
                <a:lnTo>
                  <a:pt x="45" y="277"/>
                </a:lnTo>
                <a:lnTo>
                  <a:pt x="44" y="277"/>
                </a:lnTo>
                <a:lnTo>
                  <a:pt x="43" y="276"/>
                </a:lnTo>
                <a:lnTo>
                  <a:pt x="43" y="275"/>
                </a:lnTo>
                <a:lnTo>
                  <a:pt x="42" y="275"/>
                </a:lnTo>
                <a:lnTo>
                  <a:pt x="42" y="274"/>
                </a:lnTo>
                <a:lnTo>
                  <a:pt x="42" y="273"/>
                </a:lnTo>
                <a:lnTo>
                  <a:pt x="42" y="272"/>
                </a:lnTo>
                <a:lnTo>
                  <a:pt x="43" y="271"/>
                </a:lnTo>
                <a:lnTo>
                  <a:pt x="42" y="271"/>
                </a:lnTo>
                <a:lnTo>
                  <a:pt x="42" y="270"/>
                </a:lnTo>
                <a:lnTo>
                  <a:pt x="42" y="269"/>
                </a:lnTo>
                <a:lnTo>
                  <a:pt x="41" y="269"/>
                </a:lnTo>
                <a:lnTo>
                  <a:pt x="41" y="267"/>
                </a:lnTo>
                <a:lnTo>
                  <a:pt x="40" y="266"/>
                </a:lnTo>
                <a:lnTo>
                  <a:pt x="40" y="265"/>
                </a:lnTo>
                <a:lnTo>
                  <a:pt x="39" y="265"/>
                </a:lnTo>
                <a:lnTo>
                  <a:pt x="38" y="264"/>
                </a:lnTo>
                <a:lnTo>
                  <a:pt x="38" y="263"/>
                </a:lnTo>
                <a:lnTo>
                  <a:pt x="37" y="263"/>
                </a:lnTo>
                <a:lnTo>
                  <a:pt x="35" y="263"/>
                </a:lnTo>
                <a:lnTo>
                  <a:pt x="34" y="263"/>
                </a:lnTo>
                <a:lnTo>
                  <a:pt x="34" y="262"/>
                </a:lnTo>
                <a:lnTo>
                  <a:pt x="33" y="262"/>
                </a:lnTo>
                <a:lnTo>
                  <a:pt x="33" y="261"/>
                </a:lnTo>
                <a:lnTo>
                  <a:pt x="33" y="260"/>
                </a:lnTo>
                <a:lnTo>
                  <a:pt x="32" y="259"/>
                </a:lnTo>
                <a:lnTo>
                  <a:pt x="31" y="259"/>
                </a:lnTo>
                <a:lnTo>
                  <a:pt x="30" y="258"/>
                </a:lnTo>
                <a:lnTo>
                  <a:pt x="29" y="258"/>
                </a:lnTo>
                <a:lnTo>
                  <a:pt x="28" y="258"/>
                </a:lnTo>
                <a:lnTo>
                  <a:pt x="28" y="257"/>
                </a:lnTo>
                <a:lnTo>
                  <a:pt x="27" y="257"/>
                </a:lnTo>
                <a:lnTo>
                  <a:pt x="26" y="258"/>
                </a:lnTo>
                <a:lnTo>
                  <a:pt x="25" y="258"/>
                </a:lnTo>
                <a:lnTo>
                  <a:pt x="24" y="258"/>
                </a:lnTo>
                <a:lnTo>
                  <a:pt x="23" y="257"/>
                </a:lnTo>
                <a:lnTo>
                  <a:pt x="23" y="256"/>
                </a:lnTo>
                <a:lnTo>
                  <a:pt x="23" y="255"/>
                </a:lnTo>
                <a:lnTo>
                  <a:pt x="22" y="255"/>
                </a:lnTo>
                <a:lnTo>
                  <a:pt x="22" y="254"/>
                </a:lnTo>
                <a:lnTo>
                  <a:pt x="21" y="254"/>
                </a:lnTo>
                <a:lnTo>
                  <a:pt x="21" y="253"/>
                </a:lnTo>
                <a:lnTo>
                  <a:pt x="21" y="252"/>
                </a:lnTo>
                <a:lnTo>
                  <a:pt x="22" y="252"/>
                </a:lnTo>
                <a:lnTo>
                  <a:pt x="23" y="252"/>
                </a:lnTo>
                <a:lnTo>
                  <a:pt x="23" y="251"/>
                </a:lnTo>
                <a:lnTo>
                  <a:pt x="24" y="251"/>
                </a:lnTo>
                <a:lnTo>
                  <a:pt x="24" y="250"/>
                </a:lnTo>
                <a:lnTo>
                  <a:pt x="24" y="249"/>
                </a:lnTo>
                <a:lnTo>
                  <a:pt x="25" y="249"/>
                </a:lnTo>
                <a:lnTo>
                  <a:pt x="25" y="250"/>
                </a:lnTo>
                <a:lnTo>
                  <a:pt x="26" y="249"/>
                </a:lnTo>
                <a:lnTo>
                  <a:pt x="26" y="248"/>
                </a:lnTo>
                <a:lnTo>
                  <a:pt x="27" y="248"/>
                </a:lnTo>
                <a:lnTo>
                  <a:pt x="28" y="248"/>
                </a:lnTo>
                <a:lnTo>
                  <a:pt x="29" y="247"/>
                </a:lnTo>
                <a:lnTo>
                  <a:pt x="28" y="247"/>
                </a:lnTo>
                <a:lnTo>
                  <a:pt x="28" y="246"/>
                </a:lnTo>
                <a:lnTo>
                  <a:pt x="28" y="245"/>
                </a:lnTo>
                <a:lnTo>
                  <a:pt x="27" y="245"/>
                </a:lnTo>
                <a:lnTo>
                  <a:pt x="26" y="244"/>
                </a:lnTo>
                <a:lnTo>
                  <a:pt x="27" y="244"/>
                </a:lnTo>
                <a:lnTo>
                  <a:pt x="26" y="243"/>
                </a:lnTo>
                <a:lnTo>
                  <a:pt x="26" y="242"/>
                </a:lnTo>
                <a:lnTo>
                  <a:pt x="25" y="241"/>
                </a:lnTo>
                <a:lnTo>
                  <a:pt x="25" y="240"/>
                </a:lnTo>
                <a:lnTo>
                  <a:pt x="24" y="240"/>
                </a:lnTo>
                <a:lnTo>
                  <a:pt x="25" y="239"/>
                </a:lnTo>
                <a:lnTo>
                  <a:pt x="24" y="239"/>
                </a:lnTo>
                <a:lnTo>
                  <a:pt x="24" y="238"/>
                </a:lnTo>
                <a:lnTo>
                  <a:pt x="23" y="238"/>
                </a:lnTo>
                <a:lnTo>
                  <a:pt x="23" y="239"/>
                </a:lnTo>
                <a:lnTo>
                  <a:pt x="23" y="240"/>
                </a:lnTo>
                <a:lnTo>
                  <a:pt x="22" y="240"/>
                </a:lnTo>
                <a:lnTo>
                  <a:pt x="21" y="239"/>
                </a:lnTo>
                <a:lnTo>
                  <a:pt x="21" y="240"/>
                </a:lnTo>
                <a:lnTo>
                  <a:pt x="21" y="239"/>
                </a:lnTo>
                <a:lnTo>
                  <a:pt x="21" y="238"/>
                </a:lnTo>
                <a:lnTo>
                  <a:pt x="21" y="237"/>
                </a:lnTo>
                <a:lnTo>
                  <a:pt x="21" y="236"/>
                </a:lnTo>
                <a:lnTo>
                  <a:pt x="21" y="235"/>
                </a:lnTo>
                <a:lnTo>
                  <a:pt x="21" y="233"/>
                </a:lnTo>
                <a:lnTo>
                  <a:pt x="21" y="232"/>
                </a:lnTo>
                <a:lnTo>
                  <a:pt x="21" y="231"/>
                </a:lnTo>
                <a:lnTo>
                  <a:pt x="22" y="231"/>
                </a:lnTo>
                <a:lnTo>
                  <a:pt x="23" y="230"/>
                </a:lnTo>
                <a:lnTo>
                  <a:pt x="24" y="229"/>
                </a:lnTo>
                <a:lnTo>
                  <a:pt x="24" y="228"/>
                </a:lnTo>
                <a:lnTo>
                  <a:pt x="25" y="226"/>
                </a:lnTo>
                <a:lnTo>
                  <a:pt x="26" y="226"/>
                </a:lnTo>
                <a:lnTo>
                  <a:pt x="25" y="225"/>
                </a:lnTo>
                <a:lnTo>
                  <a:pt x="24" y="224"/>
                </a:lnTo>
                <a:lnTo>
                  <a:pt x="23" y="224"/>
                </a:lnTo>
                <a:lnTo>
                  <a:pt x="22" y="224"/>
                </a:lnTo>
                <a:lnTo>
                  <a:pt x="21" y="224"/>
                </a:lnTo>
                <a:lnTo>
                  <a:pt x="21" y="223"/>
                </a:lnTo>
                <a:lnTo>
                  <a:pt x="20" y="222"/>
                </a:lnTo>
                <a:lnTo>
                  <a:pt x="19" y="222"/>
                </a:lnTo>
                <a:lnTo>
                  <a:pt x="18" y="222"/>
                </a:lnTo>
                <a:lnTo>
                  <a:pt x="18" y="221"/>
                </a:lnTo>
                <a:lnTo>
                  <a:pt x="18" y="220"/>
                </a:lnTo>
                <a:lnTo>
                  <a:pt x="17" y="220"/>
                </a:lnTo>
                <a:lnTo>
                  <a:pt x="16" y="220"/>
                </a:lnTo>
                <a:lnTo>
                  <a:pt x="15" y="220"/>
                </a:lnTo>
                <a:lnTo>
                  <a:pt x="15" y="219"/>
                </a:lnTo>
                <a:lnTo>
                  <a:pt x="14" y="220"/>
                </a:lnTo>
                <a:lnTo>
                  <a:pt x="13" y="220"/>
                </a:lnTo>
                <a:lnTo>
                  <a:pt x="13" y="219"/>
                </a:lnTo>
                <a:lnTo>
                  <a:pt x="12" y="218"/>
                </a:lnTo>
                <a:lnTo>
                  <a:pt x="11" y="218"/>
                </a:lnTo>
                <a:lnTo>
                  <a:pt x="10" y="218"/>
                </a:lnTo>
                <a:lnTo>
                  <a:pt x="9" y="217"/>
                </a:lnTo>
                <a:lnTo>
                  <a:pt x="8" y="217"/>
                </a:lnTo>
                <a:lnTo>
                  <a:pt x="7" y="217"/>
                </a:lnTo>
                <a:lnTo>
                  <a:pt x="7" y="216"/>
                </a:lnTo>
                <a:lnTo>
                  <a:pt x="8" y="216"/>
                </a:lnTo>
                <a:lnTo>
                  <a:pt x="7" y="214"/>
                </a:lnTo>
                <a:lnTo>
                  <a:pt x="6" y="214"/>
                </a:lnTo>
                <a:lnTo>
                  <a:pt x="6" y="213"/>
                </a:lnTo>
                <a:lnTo>
                  <a:pt x="6" y="212"/>
                </a:lnTo>
                <a:lnTo>
                  <a:pt x="7" y="212"/>
                </a:lnTo>
                <a:lnTo>
                  <a:pt x="8" y="212"/>
                </a:lnTo>
                <a:lnTo>
                  <a:pt x="9" y="212"/>
                </a:lnTo>
                <a:lnTo>
                  <a:pt x="9" y="211"/>
                </a:lnTo>
                <a:lnTo>
                  <a:pt x="10" y="211"/>
                </a:lnTo>
                <a:lnTo>
                  <a:pt x="10" y="210"/>
                </a:lnTo>
                <a:lnTo>
                  <a:pt x="10" y="209"/>
                </a:lnTo>
                <a:lnTo>
                  <a:pt x="11" y="209"/>
                </a:lnTo>
                <a:lnTo>
                  <a:pt x="12" y="209"/>
                </a:lnTo>
                <a:lnTo>
                  <a:pt x="13" y="209"/>
                </a:lnTo>
                <a:lnTo>
                  <a:pt x="13" y="208"/>
                </a:lnTo>
                <a:lnTo>
                  <a:pt x="13" y="207"/>
                </a:lnTo>
                <a:lnTo>
                  <a:pt x="13" y="206"/>
                </a:lnTo>
                <a:lnTo>
                  <a:pt x="12" y="206"/>
                </a:lnTo>
                <a:lnTo>
                  <a:pt x="12" y="204"/>
                </a:lnTo>
                <a:lnTo>
                  <a:pt x="11" y="204"/>
                </a:lnTo>
                <a:lnTo>
                  <a:pt x="11" y="203"/>
                </a:lnTo>
                <a:lnTo>
                  <a:pt x="11" y="202"/>
                </a:lnTo>
                <a:lnTo>
                  <a:pt x="10" y="202"/>
                </a:lnTo>
                <a:lnTo>
                  <a:pt x="10" y="201"/>
                </a:lnTo>
                <a:lnTo>
                  <a:pt x="11" y="201"/>
                </a:lnTo>
                <a:lnTo>
                  <a:pt x="11" y="200"/>
                </a:lnTo>
                <a:lnTo>
                  <a:pt x="10" y="200"/>
                </a:lnTo>
                <a:lnTo>
                  <a:pt x="9" y="200"/>
                </a:lnTo>
                <a:lnTo>
                  <a:pt x="9" y="201"/>
                </a:lnTo>
                <a:lnTo>
                  <a:pt x="8" y="201"/>
                </a:lnTo>
                <a:lnTo>
                  <a:pt x="7" y="200"/>
                </a:lnTo>
                <a:lnTo>
                  <a:pt x="6" y="200"/>
                </a:lnTo>
                <a:lnTo>
                  <a:pt x="6" y="199"/>
                </a:lnTo>
                <a:lnTo>
                  <a:pt x="5" y="199"/>
                </a:lnTo>
                <a:lnTo>
                  <a:pt x="5" y="198"/>
                </a:lnTo>
                <a:lnTo>
                  <a:pt x="4" y="197"/>
                </a:lnTo>
                <a:lnTo>
                  <a:pt x="4" y="196"/>
                </a:lnTo>
                <a:lnTo>
                  <a:pt x="3" y="196"/>
                </a:lnTo>
                <a:lnTo>
                  <a:pt x="3" y="195"/>
                </a:lnTo>
                <a:lnTo>
                  <a:pt x="3" y="194"/>
                </a:lnTo>
                <a:lnTo>
                  <a:pt x="2" y="193"/>
                </a:lnTo>
                <a:lnTo>
                  <a:pt x="2" y="192"/>
                </a:lnTo>
                <a:lnTo>
                  <a:pt x="2" y="191"/>
                </a:lnTo>
                <a:lnTo>
                  <a:pt x="1" y="191"/>
                </a:lnTo>
                <a:lnTo>
                  <a:pt x="1" y="190"/>
                </a:lnTo>
                <a:lnTo>
                  <a:pt x="0" y="189"/>
                </a:lnTo>
                <a:lnTo>
                  <a:pt x="0" y="188"/>
                </a:lnTo>
                <a:lnTo>
                  <a:pt x="0" y="187"/>
                </a:lnTo>
                <a:lnTo>
                  <a:pt x="1" y="187"/>
                </a:lnTo>
                <a:lnTo>
                  <a:pt x="1" y="186"/>
                </a:lnTo>
                <a:lnTo>
                  <a:pt x="2" y="186"/>
                </a:lnTo>
                <a:lnTo>
                  <a:pt x="2" y="185"/>
                </a:lnTo>
                <a:lnTo>
                  <a:pt x="3" y="185"/>
                </a:lnTo>
                <a:lnTo>
                  <a:pt x="4" y="185"/>
                </a:lnTo>
                <a:lnTo>
                  <a:pt x="4" y="184"/>
                </a:lnTo>
                <a:lnTo>
                  <a:pt x="3" y="184"/>
                </a:lnTo>
                <a:lnTo>
                  <a:pt x="2" y="184"/>
                </a:lnTo>
                <a:lnTo>
                  <a:pt x="1" y="184"/>
                </a:lnTo>
                <a:lnTo>
                  <a:pt x="1" y="183"/>
                </a:lnTo>
                <a:lnTo>
                  <a:pt x="1" y="182"/>
                </a:lnTo>
                <a:lnTo>
                  <a:pt x="1" y="181"/>
                </a:lnTo>
                <a:lnTo>
                  <a:pt x="2" y="181"/>
                </a:lnTo>
                <a:lnTo>
                  <a:pt x="3" y="181"/>
                </a:lnTo>
                <a:lnTo>
                  <a:pt x="4" y="181"/>
                </a:lnTo>
                <a:lnTo>
                  <a:pt x="4" y="182"/>
                </a:lnTo>
                <a:lnTo>
                  <a:pt x="6" y="182"/>
                </a:lnTo>
                <a:lnTo>
                  <a:pt x="6" y="181"/>
                </a:lnTo>
                <a:lnTo>
                  <a:pt x="7" y="181"/>
                </a:lnTo>
                <a:lnTo>
                  <a:pt x="8" y="181"/>
                </a:lnTo>
                <a:lnTo>
                  <a:pt x="8" y="180"/>
                </a:lnTo>
                <a:lnTo>
                  <a:pt x="9" y="180"/>
                </a:lnTo>
                <a:lnTo>
                  <a:pt x="9" y="179"/>
                </a:lnTo>
                <a:lnTo>
                  <a:pt x="10" y="179"/>
                </a:lnTo>
                <a:lnTo>
                  <a:pt x="11" y="179"/>
                </a:lnTo>
                <a:lnTo>
                  <a:pt x="12" y="179"/>
                </a:lnTo>
                <a:lnTo>
                  <a:pt x="12" y="180"/>
                </a:lnTo>
                <a:lnTo>
                  <a:pt x="13" y="180"/>
                </a:lnTo>
                <a:lnTo>
                  <a:pt x="13" y="181"/>
                </a:lnTo>
                <a:lnTo>
                  <a:pt x="14" y="181"/>
                </a:lnTo>
                <a:lnTo>
                  <a:pt x="15" y="181"/>
                </a:lnTo>
                <a:lnTo>
                  <a:pt x="15" y="182"/>
                </a:lnTo>
                <a:lnTo>
                  <a:pt x="16" y="182"/>
                </a:lnTo>
                <a:lnTo>
                  <a:pt x="17" y="182"/>
                </a:lnTo>
                <a:lnTo>
                  <a:pt x="18" y="182"/>
                </a:lnTo>
                <a:lnTo>
                  <a:pt x="19" y="182"/>
                </a:lnTo>
                <a:lnTo>
                  <a:pt x="20" y="182"/>
                </a:lnTo>
                <a:lnTo>
                  <a:pt x="20" y="181"/>
                </a:lnTo>
                <a:lnTo>
                  <a:pt x="21" y="181"/>
                </a:lnTo>
                <a:lnTo>
                  <a:pt x="22" y="180"/>
                </a:lnTo>
                <a:lnTo>
                  <a:pt x="23" y="180"/>
                </a:lnTo>
                <a:lnTo>
                  <a:pt x="23" y="179"/>
                </a:lnTo>
                <a:lnTo>
                  <a:pt x="23" y="180"/>
                </a:lnTo>
                <a:lnTo>
                  <a:pt x="24" y="180"/>
                </a:lnTo>
                <a:lnTo>
                  <a:pt x="25" y="180"/>
                </a:lnTo>
                <a:lnTo>
                  <a:pt x="25" y="181"/>
                </a:lnTo>
                <a:lnTo>
                  <a:pt x="26" y="181"/>
                </a:lnTo>
                <a:lnTo>
                  <a:pt x="27" y="181"/>
                </a:lnTo>
                <a:lnTo>
                  <a:pt x="27" y="182"/>
                </a:lnTo>
                <a:lnTo>
                  <a:pt x="28" y="182"/>
                </a:lnTo>
                <a:lnTo>
                  <a:pt x="29" y="182"/>
                </a:lnTo>
                <a:lnTo>
                  <a:pt x="29" y="181"/>
                </a:lnTo>
                <a:lnTo>
                  <a:pt x="29" y="180"/>
                </a:lnTo>
                <a:lnTo>
                  <a:pt x="30" y="180"/>
                </a:lnTo>
                <a:lnTo>
                  <a:pt x="30" y="179"/>
                </a:lnTo>
                <a:lnTo>
                  <a:pt x="30" y="180"/>
                </a:lnTo>
                <a:lnTo>
                  <a:pt x="31" y="180"/>
                </a:lnTo>
                <a:lnTo>
                  <a:pt x="32" y="180"/>
                </a:lnTo>
                <a:lnTo>
                  <a:pt x="32" y="179"/>
                </a:lnTo>
                <a:lnTo>
                  <a:pt x="32" y="178"/>
                </a:lnTo>
                <a:lnTo>
                  <a:pt x="33" y="178"/>
                </a:lnTo>
                <a:lnTo>
                  <a:pt x="33" y="177"/>
                </a:lnTo>
                <a:lnTo>
                  <a:pt x="34" y="177"/>
                </a:lnTo>
                <a:lnTo>
                  <a:pt x="35" y="176"/>
                </a:lnTo>
                <a:lnTo>
                  <a:pt x="35" y="175"/>
                </a:lnTo>
                <a:lnTo>
                  <a:pt x="36" y="175"/>
                </a:lnTo>
                <a:lnTo>
                  <a:pt x="38" y="175"/>
                </a:lnTo>
                <a:lnTo>
                  <a:pt x="39" y="175"/>
                </a:lnTo>
                <a:lnTo>
                  <a:pt x="40" y="176"/>
                </a:lnTo>
                <a:lnTo>
                  <a:pt x="40" y="177"/>
                </a:lnTo>
                <a:lnTo>
                  <a:pt x="41" y="178"/>
                </a:lnTo>
                <a:lnTo>
                  <a:pt x="42" y="179"/>
                </a:lnTo>
                <a:lnTo>
                  <a:pt x="43" y="179"/>
                </a:lnTo>
                <a:lnTo>
                  <a:pt x="43" y="178"/>
                </a:lnTo>
                <a:lnTo>
                  <a:pt x="44" y="177"/>
                </a:lnTo>
                <a:lnTo>
                  <a:pt x="45" y="177"/>
                </a:lnTo>
                <a:lnTo>
                  <a:pt x="46" y="177"/>
                </a:lnTo>
                <a:lnTo>
                  <a:pt x="47" y="176"/>
                </a:lnTo>
                <a:lnTo>
                  <a:pt x="48" y="175"/>
                </a:lnTo>
                <a:lnTo>
                  <a:pt x="49" y="174"/>
                </a:lnTo>
                <a:lnTo>
                  <a:pt x="49" y="173"/>
                </a:lnTo>
                <a:lnTo>
                  <a:pt x="50" y="172"/>
                </a:lnTo>
                <a:lnTo>
                  <a:pt x="50" y="170"/>
                </a:lnTo>
                <a:lnTo>
                  <a:pt x="51" y="169"/>
                </a:lnTo>
                <a:lnTo>
                  <a:pt x="51" y="168"/>
                </a:lnTo>
                <a:lnTo>
                  <a:pt x="50" y="168"/>
                </a:lnTo>
                <a:lnTo>
                  <a:pt x="51" y="168"/>
                </a:lnTo>
                <a:lnTo>
                  <a:pt x="51" y="167"/>
                </a:lnTo>
                <a:lnTo>
                  <a:pt x="52" y="167"/>
                </a:lnTo>
                <a:lnTo>
                  <a:pt x="53" y="168"/>
                </a:lnTo>
                <a:lnTo>
                  <a:pt x="54" y="168"/>
                </a:lnTo>
                <a:lnTo>
                  <a:pt x="54" y="169"/>
                </a:lnTo>
                <a:lnTo>
                  <a:pt x="55" y="169"/>
                </a:lnTo>
                <a:lnTo>
                  <a:pt x="55" y="170"/>
                </a:lnTo>
                <a:lnTo>
                  <a:pt x="56" y="170"/>
                </a:lnTo>
                <a:lnTo>
                  <a:pt x="56" y="169"/>
                </a:lnTo>
                <a:lnTo>
                  <a:pt x="57" y="169"/>
                </a:lnTo>
                <a:lnTo>
                  <a:pt x="58" y="168"/>
                </a:lnTo>
                <a:lnTo>
                  <a:pt x="59" y="167"/>
                </a:lnTo>
                <a:lnTo>
                  <a:pt x="60" y="167"/>
                </a:lnTo>
                <a:lnTo>
                  <a:pt x="61" y="166"/>
                </a:lnTo>
                <a:lnTo>
                  <a:pt x="62" y="166"/>
                </a:lnTo>
                <a:lnTo>
                  <a:pt x="63" y="165"/>
                </a:lnTo>
                <a:lnTo>
                  <a:pt x="65" y="165"/>
                </a:lnTo>
                <a:lnTo>
                  <a:pt x="66" y="165"/>
                </a:lnTo>
                <a:lnTo>
                  <a:pt x="67" y="165"/>
                </a:lnTo>
                <a:lnTo>
                  <a:pt x="68" y="165"/>
                </a:lnTo>
                <a:lnTo>
                  <a:pt x="69" y="164"/>
                </a:lnTo>
                <a:lnTo>
                  <a:pt x="69" y="163"/>
                </a:lnTo>
                <a:lnTo>
                  <a:pt x="70" y="162"/>
                </a:lnTo>
                <a:lnTo>
                  <a:pt x="70" y="161"/>
                </a:lnTo>
                <a:lnTo>
                  <a:pt x="71" y="159"/>
                </a:lnTo>
                <a:lnTo>
                  <a:pt x="72" y="159"/>
                </a:lnTo>
                <a:lnTo>
                  <a:pt x="73" y="159"/>
                </a:lnTo>
                <a:lnTo>
                  <a:pt x="74" y="160"/>
                </a:lnTo>
                <a:lnTo>
                  <a:pt x="76" y="160"/>
                </a:lnTo>
                <a:lnTo>
                  <a:pt x="77" y="160"/>
                </a:lnTo>
                <a:lnTo>
                  <a:pt x="77" y="161"/>
                </a:lnTo>
                <a:lnTo>
                  <a:pt x="78" y="161"/>
                </a:lnTo>
                <a:lnTo>
                  <a:pt x="79" y="161"/>
                </a:lnTo>
                <a:lnTo>
                  <a:pt x="80" y="161"/>
                </a:lnTo>
                <a:lnTo>
                  <a:pt x="80" y="160"/>
                </a:lnTo>
                <a:lnTo>
                  <a:pt x="80" y="159"/>
                </a:lnTo>
                <a:lnTo>
                  <a:pt x="80" y="158"/>
                </a:lnTo>
                <a:lnTo>
                  <a:pt x="81" y="158"/>
                </a:lnTo>
                <a:lnTo>
                  <a:pt x="82" y="158"/>
                </a:lnTo>
                <a:lnTo>
                  <a:pt x="82" y="159"/>
                </a:lnTo>
                <a:lnTo>
                  <a:pt x="83" y="159"/>
                </a:lnTo>
                <a:lnTo>
                  <a:pt x="84" y="160"/>
                </a:lnTo>
                <a:lnTo>
                  <a:pt x="84" y="159"/>
                </a:lnTo>
                <a:lnTo>
                  <a:pt x="85" y="159"/>
                </a:lnTo>
                <a:lnTo>
                  <a:pt x="87" y="158"/>
                </a:lnTo>
                <a:lnTo>
                  <a:pt x="88" y="157"/>
                </a:lnTo>
                <a:lnTo>
                  <a:pt x="89" y="157"/>
                </a:lnTo>
                <a:lnTo>
                  <a:pt x="89" y="158"/>
                </a:lnTo>
                <a:lnTo>
                  <a:pt x="90" y="158"/>
                </a:lnTo>
                <a:lnTo>
                  <a:pt x="91" y="158"/>
                </a:lnTo>
                <a:lnTo>
                  <a:pt x="93" y="158"/>
                </a:lnTo>
                <a:lnTo>
                  <a:pt x="93" y="159"/>
                </a:lnTo>
                <a:lnTo>
                  <a:pt x="94" y="158"/>
                </a:lnTo>
                <a:lnTo>
                  <a:pt x="95" y="158"/>
                </a:lnTo>
                <a:lnTo>
                  <a:pt x="95" y="157"/>
                </a:lnTo>
                <a:lnTo>
                  <a:pt x="96" y="157"/>
                </a:lnTo>
                <a:lnTo>
                  <a:pt x="97" y="157"/>
                </a:lnTo>
                <a:lnTo>
                  <a:pt x="97" y="156"/>
                </a:lnTo>
                <a:lnTo>
                  <a:pt x="99" y="156"/>
                </a:lnTo>
                <a:lnTo>
                  <a:pt x="99" y="157"/>
                </a:lnTo>
                <a:lnTo>
                  <a:pt x="100" y="157"/>
                </a:lnTo>
                <a:lnTo>
                  <a:pt x="101" y="157"/>
                </a:lnTo>
                <a:lnTo>
                  <a:pt x="101" y="158"/>
                </a:lnTo>
                <a:lnTo>
                  <a:pt x="101" y="157"/>
                </a:lnTo>
                <a:lnTo>
                  <a:pt x="102" y="157"/>
                </a:lnTo>
                <a:lnTo>
                  <a:pt x="103" y="157"/>
                </a:lnTo>
                <a:lnTo>
                  <a:pt x="104" y="156"/>
                </a:lnTo>
                <a:lnTo>
                  <a:pt x="105" y="155"/>
                </a:lnTo>
                <a:lnTo>
                  <a:pt x="107" y="155"/>
                </a:lnTo>
                <a:lnTo>
                  <a:pt x="108" y="155"/>
                </a:lnTo>
                <a:lnTo>
                  <a:pt x="108" y="156"/>
                </a:lnTo>
                <a:lnTo>
                  <a:pt x="109" y="156"/>
                </a:lnTo>
                <a:lnTo>
                  <a:pt x="110" y="155"/>
                </a:lnTo>
                <a:lnTo>
                  <a:pt x="111" y="154"/>
                </a:lnTo>
                <a:lnTo>
                  <a:pt x="111" y="153"/>
                </a:lnTo>
                <a:lnTo>
                  <a:pt x="111" y="152"/>
                </a:lnTo>
                <a:lnTo>
                  <a:pt x="111" y="151"/>
                </a:lnTo>
                <a:lnTo>
                  <a:pt x="112" y="151"/>
                </a:lnTo>
                <a:lnTo>
                  <a:pt x="113" y="151"/>
                </a:lnTo>
                <a:lnTo>
                  <a:pt x="113" y="150"/>
                </a:lnTo>
                <a:lnTo>
                  <a:pt x="114" y="150"/>
                </a:lnTo>
                <a:lnTo>
                  <a:pt x="114" y="149"/>
                </a:lnTo>
                <a:lnTo>
                  <a:pt x="114" y="148"/>
                </a:lnTo>
                <a:lnTo>
                  <a:pt x="115" y="147"/>
                </a:lnTo>
                <a:lnTo>
                  <a:pt x="116" y="147"/>
                </a:lnTo>
                <a:lnTo>
                  <a:pt x="116" y="146"/>
                </a:lnTo>
                <a:lnTo>
                  <a:pt x="117" y="146"/>
                </a:lnTo>
                <a:lnTo>
                  <a:pt x="118" y="146"/>
                </a:lnTo>
                <a:lnTo>
                  <a:pt x="119" y="145"/>
                </a:lnTo>
                <a:lnTo>
                  <a:pt x="119" y="144"/>
                </a:lnTo>
                <a:lnTo>
                  <a:pt x="119" y="143"/>
                </a:lnTo>
                <a:lnTo>
                  <a:pt x="119" y="142"/>
                </a:lnTo>
                <a:lnTo>
                  <a:pt x="118" y="142"/>
                </a:lnTo>
                <a:lnTo>
                  <a:pt x="118" y="141"/>
                </a:lnTo>
                <a:lnTo>
                  <a:pt x="119" y="141"/>
                </a:lnTo>
                <a:lnTo>
                  <a:pt x="120" y="140"/>
                </a:lnTo>
                <a:lnTo>
                  <a:pt x="121" y="140"/>
                </a:lnTo>
                <a:lnTo>
                  <a:pt x="122" y="140"/>
                </a:lnTo>
                <a:lnTo>
                  <a:pt x="123" y="139"/>
                </a:lnTo>
                <a:lnTo>
                  <a:pt x="125" y="139"/>
                </a:lnTo>
                <a:lnTo>
                  <a:pt x="125" y="138"/>
                </a:lnTo>
                <a:lnTo>
                  <a:pt x="127" y="138"/>
                </a:lnTo>
                <a:lnTo>
                  <a:pt x="128" y="138"/>
                </a:lnTo>
                <a:lnTo>
                  <a:pt x="128" y="137"/>
                </a:lnTo>
                <a:lnTo>
                  <a:pt x="129" y="137"/>
                </a:lnTo>
                <a:lnTo>
                  <a:pt x="130" y="137"/>
                </a:lnTo>
                <a:lnTo>
                  <a:pt x="131" y="136"/>
                </a:lnTo>
                <a:lnTo>
                  <a:pt x="131" y="135"/>
                </a:lnTo>
                <a:lnTo>
                  <a:pt x="131" y="134"/>
                </a:lnTo>
                <a:lnTo>
                  <a:pt x="131" y="133"/>
                </a:lnTo>
                <a:lnTo>
                  <a:pt x="133" y="133"/>
                </a:lnTo>
                <a:lnTo>
                  <a:pt x="133" y="132"/>
                </a:lnTo>
                <a:lnTo>
                  <a:pt x="134" y="132"/>
                </a:lnTo>
                <a:lnTo>
                  <a:pt x="135" y="132"/>
                </a:lnTo>
                <a:lnTo>
                  <a:pt x="136" y="132"/>
                </a:lnTo>
                <a:lnTo>
                  <a:pt x="137" y="132"/>
                </a:lnTo>
                <a:lnTo>
                  <a:pt x="137" y="133"/>
                </a:lnTo>
                <a:lnTo>
                  <a:pt x="138" y="133"/>
                </a:lnTo>
                <a:lnTo>
                  <a:pt x="138" y="132"/>
                </a:lnTo>
                <a:lnTo>
                  <a:pt x="139" y="132"/>
                </a:lnTo>
                <a:lnTo>
                  <a:pt x="140" y="132"/>
                </a:lnTo>
                <a:lnTo>
                  <a:pt x="141" y="132"/>
                </a:lnTo>
                <a:lnTo>
                  <a:pt x="141" y="131"/>
                </a:lnTo>
                <a:lnTo>
                  <a:pt x="142" y="131"/>
                </a:lnTo>
                <a:lnTo>
                  <a:pt x="143" y="131"/>
                </a:lnTo>
                <a:lnTo>
                  <a:pt x="144" y="131"/>
                </a:lnTo>
                <a:lnTo>
                  <a:pt x="144" y="132"/>
                </a:lnTo>
                <a:lnTo>
                  <a:pt x="145" y="132"/>
                </a:lnTo>
                <a:lnTo>
                  <a:pt x="145" y="133"/>
                </a:lnTo>
                <a:lnTo>
                  <a:pt x="146" y="133"/>
                </a:lnTo>
                <a:lnTo>
                  <a:pt x="147" y="133"/>
                </a:lnTo>
                <a:lnTo>
                  <a:pt x="148" y="133"/>
                </a:lnTo>
                <a:lnTo>
                  <a:pt x="149" y="133"/>
                </a:lnTo>
                <a:lnTo>
                  <a:pt x="150" y="133"/>
                </a:lnTo>
                <a:lnTo>
                  <a:pt x="150" y="134"/>
                </a:lnTo>
                <a:lnTo>
                  <a:pt x="151" y="134"/>
                </a:lnTo>
                <a:lnTo>
                  <a:pt x="151" y="135"/>
                </a:lnTo>
                <a:lnTo>
                  <a:pt x="152" y="135"/>
                </a:lnTo>
                <a:lnTo>
                  <a:pt x="153" y="135"/>
                </a:lnTo>
                <a:lnTo>
                  <a:pt x="153" y="134"/>
                </a:lnTo>
                <a:lnTo>
                  <a:pt x="154" y="134"/>
                </a:lnTo>
                <a:lnTo>
                  <a:pt x="154" y="132"/>
                </a:lnTo>
                <a:lnTo>
                  <a:pt x="153" y="132"/>
                </a:lnTo>
                <a:lnTo>
                  <a:pt x="153" y="131"/>
                </a:lnTo>
                <a:lnTo>
                  <a:pt x="153" y="130"/>
                </a:lnTo>
                <a:lnTo>
                  <a:pt x="153" y="129"/>
                </a:lnTo>
                <a:lnTo>
                  <a:pt x="153" y="128"/>
                </a:lnTo>
                <a:lnTo>
                  <a:pt x="154" y="127"/>
                </a:lnTo>
                <a:lnTo>
                  <a:pt x="154" y="126"/>
                </a:lnTo>
                <a:lnTo>
                  <a:pt x="153" y="125"/>
                </a:lnTo>
                <a:lnTo>
                  <a:pt x="154" y="125"/>
                </a:lnTo>
                <a:lnTo>
                  <a:pt x="154" y="124"/>
                </a:lnTo>
                <a:lnTo>
                  <a:pt x="153" y="123"/>
                </a:lnTo>
                <a:lnTo>
                  <a:pt x="153" y="122"/>
                </a:lnTo>
                <a:lnTo>
                  <a:pt x="152" y="121"/>
                </a:lnTo>
                <a:lnTo>
                  <a:pt x="152" y="120"/>
                </a:lnTo>
                <a:lnTo>
                  <a:pt x="151" y="120"/>
                </a:lnTo>
                <a:lnTo>
                  <a:pt x="152" y="120"/>
                </a:lnTo>
                <a:lnTo>
                  <a:pt x="152" y="119"/>
                </a:lnTo>
                <a:lnTo>
                  <a:pt x="153" y="118"/>
                </a:lnTo>
                <a:lnTo>
                  <a:pt x="154" y="118"/>
                </a:lnTo>
                <a:lnTo>
                  <a:pt x="154" y="117"/>
                </a:lnTo>
                <a:lnTo>
                  <a:pt x="155" y="117"/>
                </a:lnTo>
                <a:lnTo>
                  <a:pt x="155" y="116"/>
                </a:lnTo>
                <a:lnTo>
                  <a:pt x="155" y="115"/>
                </a:lnTo>
                <a:lnTo>
                  <a:pt x="155" y="114"/>
                </a:lnTo>
                <a:lnTo>
                  <a:pt x="153" y="113"/>
                </a:lnTo>
                <a:lnTo>
                  <a:pt x="153" y="112"/>
                </a:lnTo>
                <a:lnTo>
                  <a:pt x="153" y="111"/>
                </a:lnTo>
                <a:lnTo>
                  <a:pt x="154" y="111"/>
                </a:lnTo>
                <a:lnTo>
                  <a:pt x="155" y="111"/>
                </a:lnTo>
                <a:lnTo>
                  <a:pt x="156" y="111"/>
                </a:lnTo>
                <a:lnTo>
                  <a:pt x="157" y="112"/>
                </a:lnTo>
                <a:lnTo>
                  <a:pt x="158" y="112"/>
                </a:lnTo>
                <a:lnTo>
                  <a:pt x="158" y="113"/>
                </a:lnTo>
                <a:lnTo>
                  <a:pt x="159" y="113"/>
                </a:lnTo>
                <a:lnTo>
                  <a:pt x="159" y="112"/>
                </a:lnTo>
                <a:lnTo>
                  <a:pt x="160" y="112"/>
                </a:lnTo>
                <a:lnTo>
                  <a:pt x="161" y="112"/>
                </a:lnTo>
                <a:lnTo>
                  <a:pt x="162" y="112"/>
                </a:lnTo>
                <a:lnTo>
                  <a:pt x="162" y="113"/>
                </a:lnTo>
                <a:lnTo>
                  <a:pt x="163" y="113"/>
                </a:lnTo>
                <a:lnTo>
                  <a:pt x="164" y="113"/>
                </a:lnTo>
                <a:lnTo>
                  <a:pt x="166" y="114"/>
                </a:lnTo>
                <a:lnTo>
                  <a:pt x="167" y="114"/>
                </a:lnTo>
                <a:lnTo>
                  <a:pt x="167" y="115"/>
                </a:lnTo>
                <a:lnTo>
                  <a:pt x="168" y="115"/>
                </a:lnTo>
                <a:lnTo>
                  <a:pt x="170" y="116"/>
                </a:lnTo>
                <a:lnTo>
                  <a:pt x="170" y="115"/>
                </a:lnTo>
                <a:lnTo>
                  <a:pt x="171" y="115"/>
                </a:lnTo>
                <a:lnTo>
                  <a:pt x="172" y="114"/>
                </a:lnTo>
                <a:lnTo>
                  <a:pt x="173" y="114"/>
                </a:lnTo>
                <a:lnTo>
                  <a:pt x="174" y="114"/>
                </a:lnTo>
                <a:lnTo>
                  <a:pt x="175" y="114"/>
                </a:lnTo>
                <a:lnTo>
                  <a:pt x="175" y="115"/>
                </a:lnTo>
                <a:lnTo>
                  <a:pt x="174" y="116"/>
                </a:lnTo>
                <a:lnTo>
                  <a:pt x="174" y="117"/>
                </a:lnTo>
                <a:lnTo>
                  <a:pt x="175" y="117"/>
                </a:lnTo>
                <a:lnTo>
                  <a:pt x="176" y="117"/>
                </a:lnTo>
                <a:lnTo>
                  <a:pt x="178" y="117"/>
                </a:lnTo>
                <a:lnTo>
                  <a:pt x="179" y="117"/>
                </a:lnTo>
                <a:lnTo>
                  <a:pt x="181" y="117"/>
                </a:lnTo>
                <a:lnTo>
                  <a:pt x="182" y="116"/>
                </a:lnTo>
                <a:lnTo>
                  <a:pt x="183" y="116"/>
                </a:lnTo>
                <a:lnTo>
                  <a:pt x="183" y="115"/>
                </a:lnTo>
                <a:lnTo>
                  <a:pt x="184" y="115"/>
                </a:lnTo>
                <a:lnTo>
                  <a:pt x="185" y="115"/>
                </a:lnTo>
                <a:lnTo>
                  <a:pt x="186" y="115"/>
                </a:lnTo>
                <a:lnTo>
                  <a:pt x="187" y="115"/>
                </a:lnTo>
                <a:lnTo>
                  <a:pt x="187" y="116"/>
                </a:lnTo>
                <a:lnTo>
                  <a:pt x="188" y="116"/>
                </a:lnTo>
                <a:lnTo>
                  <a:pt x="189" y="116"/>
                </a:lnTo>
                <a:lnTo>
                  <a:pt x="190" y="116"/>
                </a:lnTo>
                <a:lnTo>
                  <a:pt x="191" y="116"/>
                </a:lnTo>
                <a:lnTo>
                  <a:pt x="191" y="117"/>
                </a:lnTo>
                <a:lnTo>
                  <a:pt x="191" y="116"/>
                </a:lnTo>
                <a:lnTo>
                  <a:pt x="192" y="116"/>
                </a:lnTo>
                <a:lnTo>
                  <a:pt x="193" y="117"/>
                </a:lnTo>
                <a:lnTo>
                  <a:pt x="195" y="117"/>
                </a:lnTo>
                <a:lnTo>
                  <a:pt x="196" y="117"/>
                </a:lnTo>
                <a:lnTo>
                  <a:pt x="197" y="117"/>
                </a:lnTo>
                <a:lnTo>
                  <a:pt x="198" y="118"/>
                </a:lnTo>
                <a:lnTo>
                  <a:pt x="199" y="118"/>
                </a:lnTo>
                <a:lnTo>
                  <a:pt x="199" y="117"/>
                </a:lnTo>
                <a:lnTo>
                  <a:pt x="200" y="117"/>
                </a:lnTo>
                <a:lnTo>
                  <a:pt x="201" y="117"/>
                </a:lnTo>
                <a:lnTo>
                  <a:pt x="202" y="117"/>
                </a:lnTo>
                <a:lnTo>
                  <a:pt x="203" y="117"/>
                </a:lnTo>
                <a:lnTo>
                  <a:pt x="204" y="117"/>
                </a:lnTo>
                <a:lnTo>
                  <a:pt x="204" y="116"/>
                </a:lnTo>
                <a:lnTo>
                  <a:pt x="205" y="116"/>
                </a:lnTo>
                <a:lnTo>
                  <a:pt x="206" y="116"/>
                </a:lnTo>
                <a:lnTo>
                  <a:pt x="206" y="115"/>
                </a:lnTo>
                <a:lnTo>
                  <a:pt x="205" y="115"/>
                </a:lnTo>
                <a:lnTo>
                  <a:pt x="204" y="115"/>
                </a:lnTo>
                <a:lnTo>
                  <a:pt x="204" y="114"/>
                </a:lnTo>
                <a:lnTo>
                  <a:pt x="203" y="114"/>
                </a:lnTo>
                <a:lnTo>
                  <a:pt x="204" y="114"/>
                </a:lnTo>
                <a:lnTo>
                  <a:pt x="204" y="113"/>
                </a:lnTo>
                <a:lnTo>
                  <a:pt x="205" y="113"/>
                </a:lnTo>
                <a:lnTo>
                  <a:pt x="205" y="112"/>
                </a:lnTo>
                <a:lnTo>
                  <a:pt x="204" y="112"/>
                </a:lnTo>
                <a:lnTo>
                  <a:pt x="205" y="112"/>
                </a:lnTo>
                <a:lnTo>
                  <a:pt x="206" y="113"/>
                </a:lnTo>
                <a:lnTo>
                  <a:pt x="207" y="113"/>
                </a:lnTo>
                <a:lnTo>
                  <a:pt x="207" y="114"/>
                </a:lnTo>
                <a:lnTo>
                  <a:pt x="207" y="115"/>
                </a:lnTo>
                <a:lnTo>
                  <a:pt x="208" y="115"/>
                </a:lnTo>
                <a:lnTo>
                  <a:pt x="209" y="116"/>
                </a:lnTo>
                <a:lnTo>
                  <a:pt x="210" y="116"/>
                </a:lnTo>
                <a:lnTo>
                  <a:pt x="209" y="116"/>
                </a:lnTo>
                <a:lnTo>
                  <a:pt x="209" y="117"/>
                </a:lnTo>
                <a:lnTo>
                  <a:pt x="210" y="117"/>
                </a:lnTo>
                <a:lnTo>
                  <a:pt x="211" y="117"/>
                </a:lnTo>
                <a:lnTo>
                  <a:pt x="212" y="118"/>
                </a:lnTo>
                <a:lnTo>
                  <a:pt x="211" y="118"/>
                </a:lnTo>
                <a:lnTo>
                  <a:pt x="211" y="119"/>
                </a:lnTo>
                <a:lnTo>
                  <a:pt x="212" y="120"/>
                </a:lnTo>
                <a:lnTo>
                  <a:pt x="212" y="121"/>
                </a:lnTo>
                <a:lnTo>
                  <a:pt x="212" y="120"/>
                </a:lnTo>
                <a:lnTo>
                  <a:pt x="212" y="119"/>
                </a:lnTo>
                <a:lnTo>
                  <a:pt x="213" y="119"/>
                </a:lnTo>
                <a:lnTo>
                  <a:pt x="213" y="118"/>
                </a:lnTo>
                <a:lnTo>
                  <a:pt x="214" y="118"/>
                </a:lnTo>
                <a:lnTo>
                  <a:pt x="215" y="119"/>
                </a:lnTo>
                <a:lnTo>
                  <a:pt x="216" y="119"/>
                </a:lnTo>
                <a:lnTo>
                  <a:pt x="217" y="119"/>
                </a:lnTo>
                <a:lnTo>
                  <a:pt x="217" y="118"/>
                </a:lnTo>
                <a:lnTo>
                  <a:pt x="218" y="117"/>
                </a:lnTo>
                <a:lnTo>
                  <a:pt x="218" y="116"/>
                </a:lnTo>
                <a:lnTo>
                  <a:pt x="218" y="115"/>
                </a:lnTo>
                <a:lnTo>
                  <a:pt x="219" y="115"/>
                </a:lnTo>
                <a:lnTo>
                  <a:pt x="220" y="116"/>
                </a:lnTo>
                <a:lnTo>
                  <a:pt x="221" y="115"/>
                </a:lnTo>
                <a:lnTo>
                  <a:pt x="221" y="114"/>
                </a:lnTo>
                <a:lnTo>
                  <a:pt x="222" y="114"/>
                </a:lnTo>
                <a:lnTo>
                  <a:pt x="223" y="114"/>
                </a:lnTo>
                <a:lnTo>
                  <a:pt x="224" y="114"/>
                </a:lnTo>
                <a:lnTo>
                  <a:pt x="225" y="114"/>
                </a:lnTo>
                <a:lnTo>
                  <a:pt x="226" y="114"/>
                </a:lnTo>
                <a:lnTo>
                  <a:pt x="226" y="115"/>
                </a:lnTo>
                <a:lnTo>
                  <a:pt x="227" y="115"/>
                </a:lnTo>
                <a:lnTo>
                  <a:pt x="228" y="115"/>
                </a:lnTo>
                <a:lnTo>
                  <a:pt x="230" y="115"/>
                </a:lnTo>
                <a:lnTo>
                  <a:pt x="231" y="114"/>
                </a:lnTo>
                <a:lnTo>
                  <a:pt x="232" y="114"/>
                </a:lnTo>
                <a:lnTo>
                  <a:pt x="232" y="113"/>
                </a:lnTo>
                <a:lnTo>
                  <a:pt x="232" y="112"/>
                </a:lnTo>
                <a:lnTo>
                  <a:pt x="232" y="111"/>
                </a:lnTo>
                <a:lnTo>
                  <a:pt x="233" y="111"/>
                </a:lnTo>
                <a:lnTo>
                  <a:pt x="233" y="110"/>
                </a:lnTo>
                <a:lnTo>
                  <a:pt x="234" y="110"/>
                </a:lnTo>
                <a:lnTo>
                  <a:pt x="235" y="110"/>
                </a:lnTo>
                <a:lnTo>
                  <a:pt x="236" y="110"/>
                </a:lnTo>
                <a:lnTo>
                  <a:pt x="237" y="111"/>
                </a:lnTo>
                <a:lnTo>
                  <a:pt x="237" y="110"/>
                </a:lnTo>
                <a:lnTo>
                  <a:pt x="237" y="109"/>
                </a:lnTo>
                <a:lnTo>
                  <a:pt x="237" y="108"/>
                </a:lnTo>
                <a:lnTo>
                  <a:pt x="237" y="105"/>
                </a:lnTo>
                <a:lnTo>
                  <a:pt x="237" y="104"/>
                </a:lnTo>
                <a:lnTo>
                  <a:pt x="237" y="103"/>
                </a:lnTo>
                <a:lnTo>
                  <a:pt x="238" y="103"/>
                </a:lnTo>
                <a:lnTo>
                  <a:pt x="239" y="103"/>
                </a:lnTo>
                <a:lnTo>
                  <a:pt x="240" y="103"/>
                </a:lnTo>
                <a:lnTo>
                  <a:pt x="241" y="103"/>
                </a:lnTo>
                <a:lnTo>
                  <a:pt x="242" y="103"/>
                </a:lnTo>
                <a:lnTo>
                  <a:pt x="243" y="104"/>
                </a:lnTo>
                <a:lnTo>
                  <a:pt x="244" y="104"/>
                </a:lnTo>
                <a:lnTo>
                  <a:pt x="245" y="104"/>
                </a:lnTo>
                <a:lnTo>
                  <a:pt x="245" y="105"/>
                </a:lnTo>
                <a:lnTo>
                  <a:pt x="246" y="105"/>
                </a:lnTo>
                <a:lnTo>
                  <a:pt x="247" y="105"/>
                </a:lnTo>
                <a:lnTo>
                  <a:pt x="248" y="105"/>
                </a:lnTo>
                <a:lnTo>
                  <a:pt x="248" y="106"/>
                </a:lnTo>
                <a:lnTo>
                  <a:pt x="249" y="106"/>
                </a:lnTo>
                <a:lnTo>
                  <a:pt x="250" y="106"/>
                </a:lnTo>
                <a:lnTo>
                  <a:pt x="250" y="105"/>
                </a:lnTo>
                <a:lnTo>
                  <a:pt x="251" y="105"/>
                </a:lnTo>
                <a:lnTo>
                  <a:pt x="250" y="105"/>
                </a:lnTo>
                <a:lnTo>
                  <a:pt x="250" y="104"/>
                </a:lnTo>
                <a:lnTo>
                  <a:pt x="251" y="104"/>
                </a:lnTo>
                <a:lnTo>
                  <a:pt x="252" y="104"/>
                </a:lnTo>
                <a:lnTo>
                  <a:pt x="251" y="104"/>
                </a:lnTo>
                <a:lnTo>
                  <a:pt x="251" y="103"/>
                </a:lnTo>
                <a:lnTo>
                  <a:pt x="251" y="102"/>
                </a:lnTo>
                <a:lnTo>
                  <a:pt x="252" y="102"/>
                </a:lnTo>
                <a:lnTo>
                  <a:pt x="252" y="101"/>
                </a:lnTo>
                <a:lnTo>
                  <a:pt x="252" y="100"/>
                </a:lnTo>
                <a:lnTo>
                  <a:pt x="253" y="100"/>
                </a:lnTo>
                <a:lnTo>
                  <a:pt x="254" y="100"/>
                </a:lnTo>
                <a:lnTo>
                  <a:pt x="254" y="99"/>
                </a:lnTo>
                <a:lnTo>
                  <a:pt x="253" y="99"/>
                </a:lnTo>
                <a:lnTo>
                  <a:pt x="253" y="98"/>
                </a:lnTo>
                <a:lnTo>
                  <a:pt x="253" y="97"/>
                </a:lnTo>
                <a:lnTo>
                  <a:pt x="254" y="97"/>
                </a:lnTo>
                <a:lnTo>
                  <a:pt x="254" y="98"/>
                </a:lnTo>
                <a:lnTo>
                  <a:pt x="255" y="98"/>
                </a:lnTo>
                <a:lnTo>
                  <a:pt x="255" y="97"/>
                </a:lnTo>
                <a:lnTo>
                  <a:pt x="255" y="96"/>
                </a:lnTo>
                <a:lnTo>
                  <a:pt x="255" y="95"/>
                </a:lnTo>
                <a:lnTo>
                  <a:pt x="255" y="94"/>
                </a:lnTo>
                <a:lnTo>
                  <a:pt x="257" y="94"/>
                </a:lnTo>
                <a:lnTo>
                  <a:pt x="258" y="94"/>
                </a:lnTo>
                <a:lnTo>
                  <a:pt x="259" y="93"/>
                </a:lnTo>
                <a:lnTo>
                  <a:pt x="260" y="93"/>
                </a:lnTo>
                <a:lnTo>
                  <a:pt x="260" y="94"/>
                </a:lnTo>
                <a:lnTo>
                  <a:pt x="261" y="95"/>
                </a:lnTo>
                <a:lnTo>
                  <a:pt x="262" y="95"/>
                </a:lnTo>
                <a:lnTo>
                  <a:pt x="263" y="95"/>
                </a:lnTo>
                <a:lnTo>
                  <a:pt x="264" y="96"/>
                </a:lnTo>
                <a:lnTo>
                  <a:pt x="265" y="96"/>
                </a:lnTo>
                <a:lnTo>
                  <a:pt x="266" y="96"/>
                </a:lnTo>
                <a:lnTo>
                  <a:pt x="265" y="96"/>
                </a:lnTo>
                <a:lnTo>
                  <a:pt x="265" y="95"/>
                </a:lnTo>
                <a:lnTo>
                  <a:pt x="265" y="94"/>
                </a:lnTo>
                <a:lnTo>
                  <a:pt x="266" y="94"/>
                </a:lnTo>
                <a:lnTo>
                  <a:pt x="266" y="93"/>
                </a:lnTo>
                <a:lnTo>
                  <a:pt x="265" y="93"/>
                </a:lnTo>
                <a:lnTo>
                  <a:pt x="266" y="93"/>
                </a:lnTo>
                <a:lnTo>
                  <a:pt x="266" y="94"/>
                </a:lnTo>
                <a:lnTo>
                  <a:pt x="267" y="93"/>
                </a:lnTo>
                <a:lnTo>
                  <a:pt x="266" y="92"/>
                </a:lnTo>
                <a:lnTo>
                  <a:pt x="265" y="92"/>
                </a:lnTo>
                <a:lnTo>
                  <a:pt x="264" y="92"/>
                </a:lnTo>
                <a:lnTo>
                  <a:pt x="265" y="91"/>
                </a:lnTo>
                <a:lnTo>
                  <a:pt x="266" y="91"/>
                </a:lnTo>
                <a:lnTo>
                  <a:pt x="266" y="90"/>
                </a:lnTo>
                <a:lnTo>
                  <a:pt x="266" y="91"/>
                </a:lnTo>
                <a:lnTo>
                  <a:pt x="267" y="91"/>
                </a:lnTo>
                <a:lnTo>
                  <a:pt x="267" y="92"/>
                </a:lnTo>
                <a:lnTo>
                  <a:pt x="268" y="92"/>
                </a:lnTo>
                <a:lnTo>
                  <a:pt x="269" y="92"/>
                </a:lnTo>
                <a:lnTo>
                  <a:pt x="270" y="92"/>
                </a:lnTo>
                <a:lnTo>
                  <a:pt x="270" y="91"/>
                </a:lnTo>
                <a:lnTo>
                  <a:pt x="271" y="91"/>
                </a:lnTo>
                <a:lnTo>
                  <a:pt x="272" y="90"/>
                </a:lnTo>
                <a:lnTo>
                  <a:pt x="272" y="89"/>
                </a:lnTo>
                <a:lnTo>
                  <a:pt x="273" y="89"/>
                </a:lnTo>
                <a:lnTo>
                  <a:pt x="273" y="88"/>
                </a:lnTo>
                <a:lnTo>
                  <a:pt x="274" y="88"/>
                </a:lnTo>
                <a:lnTo>
                  <a:pt x="274" y="87"/>
                </a:lnTo>
                <a:lnTo>
                  <a:pt x="275" y="87"/>
                </a:lnTo>
                <a:lnTo>
                  <a:pt x="275" y="88"/>
                </a:lnTo>
                <a:lnTo>
                  <a:pt x="276" y="88"/>
                </a:lnTo>
                <a:lnTo>
                  <a:pt x="278" y="88"/>
                </a:lnTo>
                <a:lnTo>
                  <a:pt x="278" y="87"/>
                </a:lnTo>
                <a:lnTo>
                  <a:pt x="279" y="87"/>
                </a:lnTo>
                <a:lnTo>
                  <a:pt x="280" y="87"/>
                </a:lnTo>
                <a:lnTo>
                  <a:pt x="280" y="88"/>
                </a:lnTo>
                <a:lnTo>
                  <a:pt x="281" y="88"/>
                </a:lnTo>
                <a:lnTo>
                  <a:pt x="281" y="87"/>
                </a:lnTo>
                <a:lnTo>
                  <a:pt x="281" y="86"/>
                </a:lnTo>
                <a:lnTo>
                  <a:pt x="282" y="86"/>
                </a:lnTo>
                <a:lnTo>
                  <a:pt x="282" y="87"/>
                </a:lnTo>
                <a:lnTo>
                  <a:pt x="283" y="87"/>
                </a:lnTo>
                <a:lnTo>
                  <a:pt x="284" y="87"/>
                </a:lnTo>
                <a:lnTo>
                  <a:pt x="284" y="86"/>
                </a:lnTo>
                <a:lnTo>
                  <a:pt x="283" y="86"/>
                </a:lnTo>
                <a:lnTo>
                  <a:pt x="283" y="85"/>
                </a:lnTo>
                <a:lnTo>
                  <a:pt x="283" y="84"/>
                </a:lnTo>
                <a:lnTo>
                  <a:pt x="283" y="83"/>
                </a:lnTo>
                <a:lnTo>
                  <a:pt x="284" y="83"/>
                </a:lnTo>
                <a:lnTo>
                  <a:pt x="284" y="82"/>
                </a:lnTo>
                <a:lnTo>
                  <a:pt x="283" y="82"/>
                </a:lnTo>
                <a:lnTo>
                  <a:pt x="283" y="81"/>
                </a:lnTo>
                <a:lnTo>
                  <a:pt x="284" y="81"/>
                </a:lnTo>
                <a:lnTo>
                  <a:pt x="285" y="81"/>
                </a:lnTo>
                <a:lnTo>
                  <a:pt x="285" y="80"/>
                </a:lnTo>
                <a:lnTo>
                  <a:pt x="286" y="79"/>
                </a:lnTo>
                <a:lnTo>
                  <a:pt x="287" y="79"/>
                </a:lnTo>
                <a:lnTo>
                  <a:pt x="287" y="78"/>
                </a:lnTo>
                <a:lnTo>
                  <a:pt x="287" y="77"/>
                </a:lnTo>
                <a:lnTo>
                  <a:pt x="288" y="76"/>
                </a:lnTo>
                <a:lnTo>
                  <a:pt x="288" y="75"/>
                </a:lnTo>
                <a:lnTo>
                  <a:pt x="287" y="75"/>
                </a:lnTo>
                <a:lnTo>
                  <a:pt x="288" y="75"/>
                </a:lnTo>
                <a:lnTo>
                  <a:pt x="288" y="74"/>
                </a:lnTo>
                <a:lnTo>
                  <a:pt x="287" y="74"/>
                </a:lnTo>
                <a:lnTo>
                  <a:pt x="287" y="73"/>
                </a:lnTo>
                <a:lnTo>
                  <a:pt x="288" y="73"/>
                </a:lnTo>
                <a:lnTo>
                  <a:pt x="288" y="74"/>
                </a:lnTo>
                <a:lnTo>
                  <a:pt x="289" y="74"/>
                </a:lnTo>
                <a:lnTo>
                  <a:pt x="290" y="74"/>
                </a:lnTo>
                <a:lnTo>
                  <a:pt x="290" y="75"/>
                </a:lnTo>
                <a:lnTo>
                  <a:pt x="291" y="75"/>
                </a:lnTo>
                <a:lnTo>
                  <a:pt x="292" y="75"/>
                </a:lnTo>
                <a:lnTo>
                  <a:pt x="293" y="75"/>
                </a:lnTo>
                <a:lnTo>
                  <a:pt x="294" y="75"/>
                </a:lnTo>
                <a:lnTo>
                  <a:pt x="294" y="74"/>
                </a:lnTo>
                <a:lnTo>
                  <a:pt x="294" y="73"/>
                </a:lnTo>
                <a:lnTo>
                  <a:pt x="294" y="72"/>
                </a:lnTo>
                <a:lnTo>
                  <a:pt x="294" y="71"/>
                </a:lnTo>
                <a:lnTo>
                  <a:pt x="293" y="70"/>
                </a:lnTo>
                <a:lnTo>
                  <a:pt x="292" y="69"/>
                </a:lnTo>
                <a:lnTo>
                  <a:pt x="291" y="69"/>
                </a:lnTo>
                <a:lnTo>
                  <a:pt x="292" y="69"/>
                </a:lnTo>
                <a:lnTo>
                  <a:pt x="292" y="68"/>
                </a:lnTo>
                <a:lnTo>
                  <a:pt x="292" y="67"/>
                </a:lnTo>
                <a:lnTo>
                  <a:pt x="293" y="67"/>
                </a:lnTo>
                <a:lnTo>
                  <a:pt x="293" y="66"/>
                </a:lnTo>
                <a:lnTo>
                  <a:pt x="292" y="66"/>
                </a:lnTo>
                <a:lnTo>
                  <a:pt x="292" y="65"/>
                </a:lnTo>
                <a:lnTo>
                  <a:pt x="291" y="65"/>
                </a:lnTo>
                <a:lnTo>
                  <a:pt x="291" y="64"/>
                </a:lnTo>
                <a:lnTo>
                  <a:pt x="291" y="63"/>
                </a:lnTo>
                <a:lnTo>
                  <a:pt x="292" y="63"/>
                </a:lnTo>
                <a:lnTo>
                  <a:pt x="293" y="62"/>
                </a:lnTo>
                <a:lnTo>
                  <a:pt x="293" y="61"/>
                </a:lnTo>
                <a:lnTo>
                  <a:pt x="292" y="61"/>
                </a:lnTo>
                <a:lnTo>
                  <a:pt x="292" y="60"/>
                </a:lnTo>
                <a:lnTo>
                  <a:pt x="291" y="59"/>
                </a:lnTo>
                <a:lnTo>
                  <a:pt x="290" y="59"/>
                </a:lnTo>
                <a:lnTo>
                  <a:pt x="291" y="59"/>
                </a:lnTo>
                <a:lnTo>
                  <a:pt x="292" y="59"/>
                </a:lnTo>
                <a:lnTo>
                  <a:pt x="293" y="58"/>
                </a:lnTo>
                <a:lnTo>
                  <a:pt x="292" y="58"/>
                </a:lnTo>
                <a:lnTo>
                  <a:pt x="291" y="57"/>
                </a:lnTo>
                <a:lnTo>
                  <a:pt x="291" y="56"/>
                </a:lnTo>
                <a:lnTo>
                  <a:pt x="291" y="55"/>
                </a:lnTo>
                <a:lnTo>
                  <a:pt x="291" y="56"/>
                </a:lnTo>
                <a:lnTo>
                  <a:pt x="292" y="56"/>
                </a:lnTo>
                <a:lnTo>
                  <a:pt x="293" y="56"/>
                </a:lnTo>
                <a:lnTo>
                  <a:pt x="293" y="55"/>
                </a:lnTo>
                <a:lnTo>
                  <a:pt x="294" y="55"/>
                </a:lnTo>
                <a:lnTo>
                  <a:pt x="294" y="54"/>
                </a:lnTo>
                <a:lnTo>
                  <a:pt x="295" y="55"/>
                </a:lnTo>
                <a:lnTo>
                  <a:pt x="296" y="56"/>
                </a:lnTo>
                <a:lnTo>
                  <a:pt x="297" y="55"/>
                </a:lnTo>
                <a:lnTo>
                  <a:pt x="298" y="54"/>
                </a:lnTo>
                <a:lnTo>
                  <a:pt x="297" y="54"/>
                </a:lnTo>
                <a:lnTo>
                  <a:pt x="297" y="53"/>
                </a:lnTo>
                <a:lnTo>
                  <a:pt x="298" y="53"/>
                </a:lnTo>
                <a:lnTo>
                  <a:pt x="298" y="52"/>
                </a:lnTo>
                <a:lnTo>
                  <a:pt x="297" y="52"/>
                </a:lnTo>
                <a:lnTo>
                  <a:pt x="296" y="52"/>
                </a:lnTo>
                <a:lnTo>
                  <a:pt x="296" y="53"/>
                </a:lnTo>
                <a:lnTo>
                  <a:pt x="296" y="52"/>
                </a:lnTo>
                <a:lnTo>
                  <a:pt x="295" y="52"/>
                </a:lnTo>
                <a:lnTo>
                  <a:pt x="295" y="51"/>
                </a:lnTo>
                <a:lnTo>
                  <a:pt x="295" y="50"/>
                </a:lnTo>
                <a:lnTo>
                  <a:pt x="296" y="50"/>
                </a:lnTo>
                <a:lnTo>
                  <a:pt x="296" y="49"/>
                </a:lnTo>
                <a:lnTo>
                  <a:pt x="296" y="48"/>
                </a:lnTo>
                <a:lnTo>
                  <a:pt x="296" y="47"/>
                </a:lnTo>
                <a:lnTo>
                  <a:pt x="297" y="47"/>
                </a:lnTo>
                <a:lnTo>
                  <a:pt x="296" y="46"/>
                </a:lnTo>
                <a:lnTo>
                  <a:pt x="296" y="45"/>
                </a:lnTo>
                <a:lnTo>
                  <a:pt x="297" y="45"/>
                </a:lnTo>
                <a:lnTo>
                  <a:pt x="297" y="44"/>
                </a:lnTo>
                <a:lnTo>
                  <a:pt x="297" y="43"/>
                </a:lnTo>
                <a:lnTo>
                  <a:pt x="297" y="42"/>
                </a:lnTo>
                <a:lnTo>
                  <a:pt x="297" y="41"/>
                </a:lnTo>
                <a:lnTo>
                  <a:pt x="296" y="41"/>
                </a:lnTo>
                <a:lnTo>
                  <a:pt x="296" y="40"/>
                </a:lnTo>
                <a:lnTo>
                  <a:pt x="295" y="40"/>
                </a:lnTo>
                <a:lnTo>
                  <a:pt x="295" y="39"/>
                </a:lnTo>
                <a:lnTo>
                  <a:pt x="296" y="39"/>
                </a:lnTo>
                <a:lnTo>
                  <a:pt x="296" y="38"/>
                </a:lnTo>
                <a:lnTo>
                  <a:pt x="297" y="38"/>
                </a:lnTo>
                <a:lnTo>
                  <a:pt x="298" y="39"/>
                </a:lnTo>
                <a:lnTo>
                  <a:pt x="299" y="39"/>
                </a:lnTo>
                <a:lnTo>
                  <a:pt x="300" y="39"/>
                </a:lnTo>
                <a:lnTo>
                  <a:pt x="301" y="39"/>
                </a:lnTo>
                <a:lnTo>
                  <a:pt x="301" y="38"/>
                </a:lnTo>
                <a:lnTo>
                  <a:pt x="301" y="37"/>
                </a:lnTo>
                <a:lnTo>
                  <a:pt x="302" y="36"/>
                </a:lnTo>
                <a:lnTo>
                  <a:pt x="302" y="35"/>
                </a:lnTo>
                <a:lnTo>
                  <a:pt x="301" y="35"/>
                </a:lnTo>
                <a:lnTo>
                  <a:pt x="299" y="35"/>
                </a:lnTo>
                <a:lnTo>
                  <a:pt x="298" y="35"/>
                </a:lnTo>
                <a:lnTo>
                  <a:pt x="298" y="34"/>
                </a:lnTo>
                <a:lnTo>
                  <a:pt x="297" y="33"/>
                </a:lnTo>
                <a:lnTo>
                  <a:pt x="298" y="33"/>
                </a:lnTo>
                <a:lnTo>
                  <a:pt x="298" y="32"/>
                </a:lnTo>
                <a:lnTo>
                  <a:pt x="299" y="32"/>
                </a:lnTo>
                <a:lnTo>
                  <a:pt x="300" y="32"/>
                </a:lnTo>
                <a:lnTo>
                  <a:pt x="300" y="31"/>
                </a:lnTo>
                <a:lnTo>
                  <a:pt x="300" y="30"/>
                </a:lnTo>
                <a:lnTo>
                  <a:pt x="299" y="28"/>
                </a:lnTo>
                <a:lnTo>
                  <a:pt x="299" y="26"/>
                </a:lnTo>
                <a:lnTo>
                  <a:pt x="298" y="25"/>
                </a:lnTo>
                <a:lnTo>
                  <a:pt x="299" y="25"/>
                </a:lnTo>
                <a:lnTo>
                  <a:pt x="300" y="25"/>
                </a:lnTo>
                <a:lnTo>
                  <a:pt x="302" y="25"/>
                </a:lnTo>
                <a:lnTo>
                  <a:pt x="302" y="24"/>
                </a:lnTo>
                <a:lnTo>
                  <a:pt x="302" y="22"/>
                </a:lnTo>
                <a:lnTo>
                  <a:pt x="301" y="22"/>
                </a:lnTo>
                <a:lnTo>
                  <a:pt x="299" y="21"/>
                </a:lnTo>
                <a:lnTo>
                  <a:pt x="298" y="21"/>
                </a:lnTo>
                <a:lnTo>
                  <a:pt x="297" y="21"/>
                </a:lnTo>
                <a:lnTo>
                  <a:pt x="297" y="20"/>
                </a:lnTo>
                <a:lnTo>
                  <a:pt x="298" y="19"/>
                </a:lnTo>
                <a:lnTo>
                  <a:pt x="299" y="19"/>
                </a:lnTo>
                <a:lnTo>
                  <a:pt x="300" y="19"/>
                </a:lnTo>
                <a:lnTo>
                  <a:pt x="301" y="19"/>
                </a:lnTo>
                <a:lnTo>
                  <a:pt x="301" y="18"/>
                </a:lnTo>
                <a:lnTo>
                  <a:pt x="300" y="18"/>
                </a:lnTo>
                <a:lnTo>
                  <a:pt x="300" y="17"/>
                </a:lnTo>
                <a:lnTo>
                  <a:pt x="301" y="17"/>
                </a:lnTo>
                <a:lnTo>
                  <a:pt x="301" y="16"/>
                </a:lnTo>
                <a:lnTo>
                  <a:pt x="300" y="16"/>
                </a:lnTo>
                <a:lnTo>
                  <a:pt x="301" y="14"/>
                </a:lnTo>
                <a:lnTo>
                  <a:pt x="301" y="12"/>
                </a:lnTo>
                <a:lnTo>
                  <a:pt x="301" y="11"/>
                </a:lnTo>
                <a:lnTo>
                  <a:pt x="302" y="11"/>
                </a:lnTo>
                <a:lnTo>
                  <a:pt x="302" y="10"/>
                </a:lnTo>
                <a:lnTo>
                  <a:pt x="302" y="9"/>
                </a:lnTo>
                <a:lnTo>
                  <a:pt x="302" y="7"/>
                </a:lnTo>
                <a:lnTo>
                  <a:pt x="302" y="6"/>
                </a:lnTo>
                <a:lnTo>
                  <a:pt x="303" y="6"/>
                </a:lnTo>
                <a:lnTo>
                  <a:pt x="303" y="7"/>
                </a:lnTo>
                <a:lnTo>
                  <a:pt x="303" y="6"/>
                </a:lnTo>
                <a:lnTo>
                  <a:pt x="304" y="6"/>
                </a:lnTo>
                <a:lnTo>
                  <a:pt x="305" y="5"/>
                </a:lnTo>
                <a:lnTo>
                  <a:pt x="305" y="4"/>
                </a:lnTo>
                <a:lnTo>
                  <a:pt x="304" y="4"/>
                </a:lnTo>
                <a:lnTo>
                  <a:pt x="303" y="3"/>
                </a:lnTo>
                <a:lnTo>
                  <a:pt x="305" y="1"/>
                </a:lnTo>
                <a:lnTo>
                  <a:pt x="305" y="0"/>
                </a:lnTo>
                <a:lnTo>
                  <a:pt x="30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26" name=""/>
          <p:cNvSpPr/>
          <p:nvPr/>
        </p:nvSpPr>
        <p:spPr>
          <a:xfrm>
            <a:off x="6586200" y="3909960"/>
            <a:ext cx="252360" cy="156600"/>
          </a:xfrm>
          <a:custGeom>
            <a:avLst/>
            <a:gdLst/>
            <a:ahLst/>
            <a:rect l="0" t="0" r="r" b="b"/>
            <a:pathLst>
              <a:path w="701" h="435">
                <a:moveTo>
                  <a:pt x="114" y="1"/>
                </a:moveTo>
                <a:lnTo>
                  <a:pt x="115" y="1"/>
                </a:lnTo>
                <a:lnTo>
                  <a:pt x="115" y="2"/>
                </a:lnTo>
                <a:lnTo>
                  <a:pt x="116" y="3"/>
                </a:lnTo>
                <a:lnTo>
                  <a:pt x="116" y="2"/>
                </a:lnTo>
                <a:lnTo>
                  <a:pt x="117" y="2"/>
                </a:lnTo>
                <a:lnTo>
                  <a:pt x="118" y="2"/>
                </a:lnTo>
                <a:lnTo>
                  <a:pt x="119" y="2"/>
                </a:lnTo>
                <a:lnTo>
                  <a:pt x="120" y="2"/>
                </a:lnTo>
                <a:lnTo>
                  <a:pt x="120" y="3"/>
                </a:lnTo>
                <a:lnTo>
                  <a:pt x="121" y="4"/>
                </a:lnTo>
                <a:lnTo>
                  <a:pt x="122" y="4"/>
                </a:lnTo>
                <a:lnTo>
                  <a:pt x="123" y="4"/>
                </a:lnTo>
                <a:lnTo>
                  <a:pt x="125" y="4"/>
                </a:lnTo>
                <a:lnTo>
                  <a:pt x="126" y="4"/>
                </a:lnTo>
                <a:lnTo>
                  <a:pt x="127" y="4"/>
                </a:lnTo>
                <a:lnTo>
                  <a:pt x="128" y="4"/>
                </a:lnTo>
                <a:lnTo>
                  <a:pt x="129" y="4"/>
                </a:lnTo>
                <a:lnTo>
                  <a:pt x="130" y="4"/>
                </a:lnTo>
                <a:lnTo>
                  <a:pt x="131" y="4"/>
                </a:lnTo>
                <a:lnTo>
                  <a:pt x="131" y="3"/>
                </a:lnTo>
                <a:lnTo>
                  <a:pt x="132" y="3"/>
                </a:lnTo>
                <a:lnTo>
                  <a:pt x="133" y="3"/>
                </a:lnTo>
                <a:lnTo>
                  <a:pt x="134" y="3"/>
                </a:lnTo>
                <a:lnTo>
                  <a:pt x="135" y="3"/>
                </a:lnTo>
                <a:lnTo>
                  <a:pt x="136" y="4"/>
                </a:lnTo>
                <a:lnTo>
                  <a:pt x="137" y="4"/>
                </a:lnTo>
                <a:lnTo>
                  <a:pt x="138" y="4"/>
                </a:lnTo>
                <a:lnTo>
                  <a:pt x="139" y="4"/>
                </a:lnTo>
                <a:lnTo>
                  <a:pt x="139" y="5"/>
                </a:lnTo>
                <a:lnTo>
                  <a:pt x="141" y="5"/>
                </a:lnTo>
                <a:lnTo>
                  <a:pt x="142" y="6"/>
                </a:lnTo>
                <a:lnTo>
                  <a:pt x="143" y="7"/>
                </a:lnTo>
                <a:lnTo>
                  <a:pt x="145" y="8"/>
                </a:lnTo>
                <a:lnTo>
                  <a:pt x="146" y="8"/>
                </a:lnTo>
                <a:lnTo>
                  <a:pt x="146" y="7"/>
                </a:lnTo>
                <a:lnTo>
                  <a:pt x="147" y="7"/>
                </a:lnTo>
                <a:lnTo>
                  <a:pt x="148" y="7"/>
                </a:lnTo>
                <a:lnTo>
                  <a:pt x="149" y="7"/>
                </a:lnTo>
                <a:lnTo>
                  <a:pt x="149" y="8"/>
                </a:lnTo>
                <a:lnTo>
                  <a:pt x="150" y="8"/>
                </a:lnTo>
                <a:lnTo>
                  <a:pt x="151" y="8"/>
                </a:lnTo>
                <a:lnTo>
                  <a:pt x="152" y="9"/>
                </a:lnTo>
                <a:lnTo>
                  <a:pt x="152" y="8"/>
                </a:lnTo>
                <a:lnTo>
                  <a:pt x="153" y="8"/>
                </a:lnTo>
                <a:lnTo>
                  <a:pt x="153" y="7"/>
                </a:lnTo>
                <a:lnTo>
                  <a:pt x="154" y="7"/>
                </a:lnTo>
                <a:lnTo>
                  <a:pt x="154" y="8"/>
                </a:lnTo>
                <a:lnTo>
                  <a:pt x="155" y="8"/>
                </a:lnTo>
                <a:lnTo>
                  <a:pt x="155" y="7"/>
                </a:lnTo>
                <a:lnTo>
                  <a:pt x="156" y="7"/>
                </a:lnTo>
                <a:lnTo>
                  <a:pt x="157" y="8"/>
                </a:lnTo>
                <a:lnTo>
                  <a:pt x="158" y="7"/>
                </a:lnTo>
                <a:lnTo>
                  <a:pt x="159" y="7"/>
                </a:lnTo>
                <a:lnTo>
                  <a:pt x="160" y="7"/>
                </a:lnTo>
                <a:lnTo>
                  <a:pt x="161" y="7"/>
                </a:lnTo>
                <a:lnTo>
                  <a:pt x="162" y="7"/>
                </a:lnTo>
                <a:lnTo>
                  <a:pt x="162" y="8"/>
                </a:lnTo>
                <a:lnTo>
                  <a:pt x="163" y="9"/>
                </a:lnTo>
                <a:lnTo>
                  <a:pt x="164" y="9"/>
                </a:lnTo>
                <a:lnTo>
                  <a:pt x="165" y="10"/>
                </a:lnTo>
                <a:lnTo>
                  <a:pt x="166" y="11"/>
                </a:lnTo>
                <a:lnTo>
                  <a:pt x="166" y="12"/>
                </a:lnTo>
                <a:lnTo>
                  <a:pt x="167" y="12"/>
                </a:lnTo>
                <a:lnTo>
                  <a:pt x="168" y="12"/>
                </a:lnTo>
                <a:lnTo>
                  <a:pt x="168" y="11"/>
                </a:lnTo>
                <a:lnTo>
                  <a:pt x="169" y="11"/>
                </a:lnTo>
                <a:lnTo>
                  <a:pt x="169" y="12"/>
                </a:lnTo>
                <a:lnTo>
                  <a:pt x="170" y="12"/>
                </a:lnTo>
                <a:lnTo>
                  <a:pt x="170" y="11"/>
                </a:lnTo>
                <a:lnTo>
                  <a:pt x="171" y="11"/>
                </a:lnTo>
                <a:lnTo>
                  <a:pt x="173" y="11"/>
                </a:lnTo>
                <a:lnTo>
                  <a:pt x="174" y="11"/>
                </a:lnTo>
                <a:lnTo>
                  <a:pt x="175" y="11"/>
                </a:lnTo>
                <a:lnTo>
                  <a:pt x="176" y="11"/>
                </a:lnTo>
                <a:lnTo>
                  <a:pt x="176" y="12"/>
                </a:lnTo>
                <a:lnTo>
                  <a:pt x="177" y="12"/>
                </a:lnTo>
                <a:lnTo>
                  <a:pt x="178" y="12"/>
                </a:lnTo>
                <a:lnTo>
                  <a:pt x="177" y="12"/>
                </a:lnTo>
                <a:lnTo>
                  <a:pt x="177" y="11"/>
                </a:lnTo>
                <a:lnTo>
                  <a:pt x="178" y="11"/>
                </a:lnTo>
                <a:lnTo>
                  <a:pt x="178" y="10"/>
                </a:lnTo>
                <a:lnTo>
                  <a:pt x="179" y="10"/>
                </a:lnTo>
                <a:lnTo>
                  <a:pt x="180" y="10"/>
                </a:lnTo>
                <a:lnTo>
                  <a:pt x="180" y="9"/>
                </a:lnTo>
                <a:lnTo>
                  <a:pt x="181" y="9"/>
                </a:lnTo>
                <a:lnTo>
                  <a:pt x="181" y="10"/>
                </a:lnTo>
                <a:lnTo>
                  <a:pt x="180" y="10"/>
                </a:lnTo>
                <a:lnTo>
                  <a:pt x="181" y="10"/>
                </a:lnTo>
                <a:lnTo>
                  <a:pt x="182" y="10"/>
                </a:lnTo>
                <a:lnTo>
                  <a:pt x="183" y="10"/>
                </a:lnTo>
                <a:lnTo>
                  <a:pt x="184" y="10"/>
                </a:lnTo>
                <a:lnTo>
                  <a:pt x="185" y="11"/>
                </a:lnTo>
                <a:lnTo>
                  <a:pt x="186" y="11"/>
                </a:lnTo>
                <a:lnTo>
                  <a:pt x="186" y="10"/>
                </a:lnTo>
                <a:lnTo>
                  <a:pt x="187" y="10"/>
                </a:lnTo>
                <a:lnTo>
                  <a:pt x="188" y="10"/>
                </a:lnTo>
                <a:lnTo>
                  <a:pt x="189" y="11"/>
                </a:lnTo>
                <a:lnTo>
                  <a:pt x="189" y="10"/>
                </a:lnTo>
                <a:lnTo>
                  <a:pt x="189" y="9"/>
                </a:lnTo>
                <a:lnTo>
                  <a:pt x="190" y="9"/>
                </a:lnTo>
                <a:lnTo>
                  <a:pt x="191" y="8"/>
                </a:lnTo>
                <a:lnTo>
                  <a:pt x="191" y="7"/>
                </a:lnTo>
                <a:lnTo>
                  <a:pt x="192" y="6"/>
                </a:lnTo>
                <a:lnTo>
                  <a:pt x="193" y="5"/>
                </a:lnTo>
                <a:lnTo>
                  <a:pt x="193" y="4"/>
                </a:lnTo>
                <a:lnTo>
                  <a:pt x="194" y="4"/>
                </a:lnTo>
                <a:lnTo>
                  <a:pt x="194" y="5"/>
                </a:lnTo>
                <a:lnTo>
                  <a:pt x="195" y="5"/>
                </a:lnTo>
                <a:lnTo>
                  <a:pt x="195" y="4"/>
                </a:lnTo>
                <a:lnTo>
                  <a:pt x="195" y="3"/>
                </a:lnTo>
                <a:lnTo>
                  <a:pt x="195" y="2"/>
                </a:lnTo>
                <a:lnTo>
                  <a:pt x="196" y="2"/>
                </a:lnTo>
                <a:lnTo>
                  <a:pt x="197" y="2"/>
                </a:lnTo>
                <a:lnTo>
                  <a:pt x="198" y="3"/>
                </a:lnTo>
                <a:lnTo>
                  <a:pt x="199" y="3"/>
                </a:lnTo>
                <a:lnTo>
                  <a:pt x="200" y="4"/>
                </a:lnTo>
                <a:lnTo>
                  <a:pt x="199" y="5"/>
                </a:lnTo>
                <a:lnTo>
                  <a:pt x="200" y="6"/>
                </a:lnTo>
                <a:lnTo>
                  <a:pt x="200" y="7"/>
                </a:lnTo>
                <a:lnTo>
                  <a:pt x="201" y="7"/>
                </a:lnTo>
                <a:lnTo>
                  <a:pt x="201" y="10"/>
                </a:lnTo>
                <a:lnTo>
                  <a:pt x="201" y="11"/>
                </a:lnTo>
                <a:lnTo>
                  <a:pt x="201" y="12"/>
                </a:lnTo>
                <a:lnTo>
                  <a:pt x="200" y="12"/>
                </a:lnTo>
                <a:lnTo>
                  <a:pt x="201" y="13"/>
                </a:lnTo>
                <a:lnTo>
                  <a:pt x="202" y="13"/>
                </a:lnTo>
                <a:lnTo>
                  <a:pt x="203" y="14"/>
                </a:lnTo>
                <a:lnTo>
                  <a:pt x="204" y="14"/>
                </a:lnTo>
                <a:lnTo>
                  <a:pt x="205" y="13"/>
                </a:lnTo>
                <a:lnTo>
                  <a:pt x="205" y="12"/>
                </a:lnTo>
                <a:lnTo>
                  <a:pt x="205" y="11"/>
                </a:lnTo>
                <a:lnTo>
                  <a:pt x="205" y="12"/>
                </a:lnTo>
                <a:lnTo>
                  <a:pt x="206" y="12"/>
                </a:lnTo>
                <a:lnTo>
                  <a:pt x="206" y="13"/>
                </a:lnTo>
                <a:lnTo>
                  <a:pt x="206" y="14"/>
                </a:lnTo>
                <a:lnTo>
                  <a:pt x="207" y="14"/>
                </a:lnTo>
                <a:lnTo>
                  <a:pt x="208" y="15"/>
                </a:lnTo>
                <a:lnTo>
                  <a:pt x="208" y="16"/>
                </a:lnTo>
                <a:lnTo>
                  <a:pt x="209" y="17"/>
                </a:lnTo>
                <a:lnTo>
                  <a:pt x="210" y="18"/>
                </a:lnTo>
                <a:lnTo>
                  <a:pt x="211" y="19"/>
                </a:lnTo>
                <a:lnTo>
                  <a:pt x="212" y="18"/>
                </a:lnTo>
                <a:lnTo>
                  <a:pt x="212" y="16"/>
                </a:lnTo>
                <a:lnTo>
                  <a:pt x="212" y="15"/>
                </a:lnTo>
                <a:lnTo>
                  <a:pt x="213" y="15"/>
                </a:lnTo>
                <a:lnTo>
                  <a:pt x="213" y="14"/>
                </a:lnTo>
                <a:lnTo>
                  <a:pt x="214" y="14"/>
                </a:lnTo>
                <a:lnTo>
                  <a:pt x="215" y="14"/>
                </a:lnTo>
                <a:lnTo>
                  <a:pt x="215" y="13"/>
                </a:lnTo>
                <a:lnTo>
                  <a:pt x="216" y="13"/>
                </a:lnTo>
                <a:lnTo>
                  <a:pt x="217" y="13"/>
                </a:lnTo>
                <a:lnTo>
                  <a:pt x="218" y="13"/>
                </a:lnTo>
                <a:lnTo>
                  <a:pt x="219" y="13"/>
                </a:lnTo>
                <a:lnTo>
                  <a:pt x="219" y="12"/>
                </a:lnTo>
                <a:lnTo>
                  <a:pt x="220" y="12"/>
                </a:lnTo>
                <a:lnTo>
                  <a:pt x="220" y="13"/>
                </a:lnTo>
                <a:lnTo>
                  <a:pt x="221" y="13"/>
                </a:lnTo>
                <a:lnTo>
                  <a:pt x="221" y="12"/>
                </a:lnTo>
                <a:lnTo>
                  <a:pt x="221" y="11"/>
                </a:lnTo>
                <a:lnTo>
                  <a:pt x="220" y="11"/>
                </a:lnTo>
                <a:lnTo>
                  <a:pt x="220" y="10"/>
                </a:lnTo>
                <a:lnTo>
                  <a:pt x="221" y="9"/>
                </a:lnTo>
                <a:lnTo>
                  <a:pt x="221" y="8"/>
                </a:lnTo>
                <a:lnTo>
                  <a:pt x="222" y="8"/>
                </a:lnTo>
                <a:lnTo>
                  <a:pt x="222" y="7"/>
                </a:lnTo>
                <a:lnTo>
                  <a:pt x="223" y="7"/>
                </a:lnTo>
                <a:lnTo>
                  <a:pt x="224" y="7"/>
                </a:lnTo>
                <a:lnTo>
                  <a:pt x="224" y="6"/>
                </a:lnTo>
                <a:lnTo>
                  <a:pt x="225" y="6"/>
                </a:lnTo>
                <a:lnTo>
                  <a:pt x="226" y="6"/>
                </a:lnTo>
                <a:lnTo>
                  <a:pt x="226" y="7"/>
                </a:lnTo>
                <a:lnTo>
                  <a:pt x="227" y="7"/>
                </a:lnTo>
                <a:lnTo>
                  <a:pt x="228" y="7"/>
                </a:lnTo>
                <a:lnTo>
                  <a:pt x="228" y="8"/>
                </a:lnTo>
                <a:lnTo>
                  <a:pt x="228" y="7"/>
                </a:lnTo>
                <a:lnTo>
                  <a:pt x="229" y="7"/>
                </a:lnTo>
                <a:lnTo>
                  <a:pt x="229" y="6"/>
                </a:lnTo>
                <a:lnTo>
                  <a:pt x="229" y="7"/>
                </a:lnTo>
                <a:lnTo>
                  <a:pt x="229" y="8"/>
                </a:lnTo>
                <a:lnTo>
                  <a:pt x="230" y="8"/>
                </a:lnTo>
                <a:lnTo>
                  <a:pt x="230" y="7"/>
                </a:lnTo>
                <a:lnTo>
                  <a:pt x="231" y="6"/>
                </a:lnTo>
                <a:lnTo>
                  <a:pt x="232" y="5"/>
                </a:lnTo>
                <a:lnTo>
                  <a:pt x="232" y="4"/>
                </a:lnTo>
                <a:lnTo>
                  <a:pt x="233" y="4"/>
                </a:lnTo>
                <a:lnTo>
                  <a:pt x="233" y="3"/>
                </a:lnTo>
                <a:lnTo>
                  <a:pt x="233" y="2"/>
                </a:lnTo>
                <a:lnTo>
                  <a:pt x="234" y="2"/>
                </a:lnTo>
                <a:lnTo>
                  <a:pt x="235" y="2"/>
                </a:lnTo>
                <a:lnTo>
                  <a:pt x="236" y="2"/>
                </a:lnTo>
                <a:lnTo>
                  <a:pt x="237" y="3"/>
                </a:lnTo>
                <a:lnTo>
                  <a:pt x="236" y="3"/>
                </a:lnTo>
                <a:lnTo>
                  <a:pt x="236" y="4"/>
                </a:lnTo>
                <a:lnTo>
                  <a:pt x="237" y="4"/>
                </a:lnTo>
                <a:lnTo>
                  <a:pt x="238" y="4"/>
                </a:lnTo>
                <a:lnTo>
                  <a:pt x="238" y="5"/>
                </a:lnTo>
                <a:lnTo>
                  <a:pt x="238" y="6"/>
                </a:lnTo>
                <a:lnTo>
                  <a:pt x="239" y="7"/>
                </a:lnTo>
                <a:lnTo>
                  <a:pt x="240" y="7"/>
                </a:lnTo>
                <a:lnTo>
                  <a:pt x="241" y="7"/>
                </a:lnTo>
                <a:lnTo>
                  <a:pt x="241" y="8"/>
                </a:lnTo>
                <a:lnTo>
                  <a:pt x="242" y="8"/>
                </a:lnTo>
                <a:lnTo>
                  <a:pt x="243" y="9"/>
                </a:lnTo>
                <a:lnTo>
                  <a:pt x="242" y="9"/>
                </a:lnTo>
                <a:lnTo>
                  <a:pt x="242" y="10"/>
                </a:lnTo>
                <a:lnTo>
                  <a:pt x="242" y="11"/>
                </a:lnTo>
                <a:lnTo>
                  <a:pt x="241" y="11"/>
                </a:lnTo>
                <a:lnTo>
                  <a:pt x="240" y="12"/>
                </a:lnTo>
                <a:lnTo>
                  <a:pt x="241" y="12"/>
                </a:lnTo>
                <a:lnTo>
                  <a:pt x="242" y="12"/>
                </a:lnTo>
                <a:lnTo>
                  <a:pt x="242" y="11"/>
                </a:lnTo>
                <a:lnTo>
                  <a:pt x="243" y="11"/>
                </a:lnTo>
                <a:lnTo>
                  <a:pt x="243" y="10"/>
                </a:lnTo>
                <a:lnTo>
                  <a:pt x="244" y="10"/>
                </a:lnTo>
                <a:lnTo>
                  <a:pt x="244" y="9"/>
                </a:lnTo>
                <a:lnTo>
                  <a:pt x="245" y="9"/>
                </a:lnTo>
                <a:lnTo>
                  <a:pt x="245" y="10"/>
                </a:lnTo>
                <a:lnTo>
                  <a:pt x="245" y="11"/>
                </a:lnTo>
                <a:lnTo>
                  <a:pt x="246" y="11"/>
                </a:lnTo>
                <a:lnTo>
                  <a:pt x="247" y="11"/>
                </a:lnTo>
                <a:lnTo>
                  <a:pt x="247" y="12"/>
                </a:lnTo>
                <a:lnTo>
                  <a:pt x="248" y="12"/>
                </a:lnTo>
                <a:lnTo>
                  <a:pt x="249" y="12"/>
                </a:lnTo>
                <a:lnTo>
                  <a:pt x="248" y="12"/>
                </a:lnTo>
                <a:lnTo>
                  <a:pt x="248" y="13"/>
                </a:lnTo>
                <a:lnTo>
                  <a:pt x="249" y="14"/>
                </a:lnTo>
                <a:lnTo>
                  <a:pt x="249" y="15"/>
                </a:lnTo>
                <a:lnTo>
                  <a:pt x="250" y="15"/>
                </a:lnTo>
                <a:lnTo>
                  <a:pt x="250" y="16"/>
                </a:lnTo>
                <a:lnTo>
                  <a:pt x="251" y="16"/>
                </a:lnTo>
                <a:lnTo>
                  <a:pt x="251" y="15"/>
                </a:lnTo>
                <a:lnTo>
                  <a:pt x="252" y="15"/>
                </a:lnTo>
                <a:lnTo>
                  <a:pt x="252" y="16"/>
                </a:lnTo>
                <a:lnTo>
                  <a:pt x="253" y="16"/>
                </a:lnTo>
                <a:lnTo>
                  <a:pt x="253" y="17"/>
                </a:lnTo>
                <a:lnTo>
                  <a:pt x="253" y="18"/>
                </a:lnTo>
                <a:lnTo>
                  <a:pt x="253" y="19"/>
                </a:lnTo>
                <a:lnTo>
                  <a:pt x="254" y="19"/>
                </a:lnTo>
                <a:lnTo>
                  <a:pt x="254" y="20"/>
                </a:lnTo>
                <a:lnTo>
                  <a:pt x="256" y="20"/>
                </a:lnTo>
                <a:lnTo>
                  <a:pt x="256" y="21"/>
                </a:lnTo>
                <a:lnTo>
                  <a:pt x="254" y="21"/>
                </a:lnTo>
                <a:lnTo>
                  <a:pt x="254" y="22"/>
                </a:lnTo>
                <a:lnTo>
                  <a:pt x="253" y="22"/>
                </a:lnTo>
                <a:lnTo>
                  <a:pt x="252" y="22"/>
                </a:lnTo>
                <a:lnTo>
                  <a:pt x="251" y="23"/>
                </a:lnTo>
                <a:lnTo>
                  <a:pt x="250" y="23"/>
                </a:lnTo>
                <a:lnTo>
                  <a:pt x="250" y="24"/>
                </a:lnTo>
                <a:lnTo>
                  <a:pt x="251" y="24"/>
                </a:lnTo>
                <a:lnTo>
                  <a:pt x="252" y="24"/>
                </a:lnTo>
                <a:lnTo>
                  <a:pt x="252" y="23"/>
                </a:lnTo>
                <a:lnTo>
                  <a:pt x="253" y="23"/>
                </a:lnTo>
                <a:lnTo>
                  <a:pt x="253" y="24"/>
                </a:lnTo>
                <a:lnTo>
                  <a:pt x="254" y="24"/>
                </a:lnTo>
                <a:lnTo>
                  <a:pt x="256" y="24"/>
                </a:lnTo>
                <a:lnTo>
                  <a:pt x="257" y="24"/>
                </a:lnTo>
                <a:lnTo>
                  <a:pt x="258" y="24"/>
                </a:lnTo>
                <a:lnTo>
                  <a:pt x="259" y="24"/>
                </a:lnTo>
                <a:lnTo>
                  <a:pt x="260" y="24"/>
                </a:lnTo>
                <a:lnTo>
                  <a:pt x="260" y="25"/>
                </a:lnTo>
                <a:lnTo>
                  <a:pt x="260" y="26"/>
                </a:lnTo>
                <a:lnTo>
                  <a:pt x="260" y="27"/>
                </a:lnTo>
                <a:lnTo>
                  <a:pt x="261" y="27"/>
                </a:lnTo>
                <a:lnTo>
                  <a:pt x="261" y="28"/>
                </a:lnTo>
                <a:lnTo>
                  <a:pt x="261" y="29"/>
                </a:lnTo>
                <a:lnTo>
                  <a:pt x="262" y="29"/>
                </a:lnTo>
                <a:lnTo>
                  <a:pt x="263" y="29"/>
                </a:lnTo>
                <a:lnTo>
                  <a:pt x="263" y="30"/>
                </a:lnTo>
                <a:lnTo>
                  <a:pt x="262" y="30"/>
                </a:lnTo>
                <a:lnTo>
                  <a:pt x="262" y="31"/>
                </a:lnTo>
                <a:lnTo>
                  <a:pt x="262" y="32"/>
                </a:lnTo>
                <a:lnTo>
                  <a:pt x="262" y="33"/>
                </a:lnTo>
                <a:lnTo>
                  <a:pt x="261" y="33"/>
                </a:lnTo>
                <a:lnTo>
                  <a:pt x="261" y="34"/>
                </a:lnTo>
                <a:lnTo>
                  <a:pt x="260" y="34"/>
                </a:lnTo>
                <a:lnTo>
                  <a:pt x="260" y="35"/>
                </a:lnTo>
                <a:lnTo>
                  <a:pt x="260" y="37"/>
                </a:lnTo>
                <a:lnTo>
                  <a:pt x="261" y="38"/>
                </a:lnTo>
                <a:lnTo>
                  <a:pt x="260" y="39"/>
                </a:lnTo>
                <a:lnTo>
                  <a:pt x="260" y="40"/>
                </a:lnTo>
                <a:lnTo>
                  <a:pt x="261" y="40"/>
                </a:lnTo>
                <a:lnTo>
                  <a:pt x="262" y="40"/>
                </a:lnTo>
                <a:lnTo>
                  <a:pt x="262" y="39"/>
                </a:lnTo>
                <a:lnTo>
                  <a:pt x="263" y="39"/>
                </a:lnTo>
                <a:lnTo>
                  <a:pt x="265" y="39"/>
                </a:lnTo>
                <a:lnTo>
                  <a:pt x="264" y="40"/>
                </a:lnTo>
                <a:lnTo>
                  <a:pt x="264" y="41"/>
                </a:lnTo>
                <a:lnTo>
                  <a:pt x="263" y="41"/>
                </a:lnTo>
                <a:lnTo>
                  <a:pt x="264" y="43"/>
                </a:lnTo>
                <a:lnTo>
                  <a:pt x="265" y="43"/>
                </a:lnTo>
                <a:lnTo>
                  <a:pt x="266" y="44"/>
                </a:lnTo>
                <a:lnTo>
                  <a:pt x="267" y="44"/>
                </a:lnTo>
                <a:lnTo>
                  <a:pt x="267" y="45"/>
                </a:lnTo>
                <a:lnTo>
                  <a:pt x="268" y="45"/>
                </a:lnTo>
                <a:lnTo>
                  <a:pt x="269" y="45"/>
                </a:lnTo>
                <a:lnTo>
                  <a:pt x="270" y="45"/>
                </a:lnTo>
                <a:lnTo>
                  <a:pt x="271" y="45"/>
                </a:lnTo>
                <a:lnTo>
                  <a:pt x="271" y="46"/>
                </a:lnTo>
                <a:lnTo>
                  <a:pt x="273" y="47"/>
                </a:lnTo>
                <a:lnTo>
                  <a:pt x="273" y="48"/>
                </a:lnTo>
                <a:lnTo>
                  <a:pt x="273" y="49"/>
                </a:lnTo>
                <a:lnTo>
                  <a:pt x="274" y="50"/>
                </a:lnTo>
                <a:lnTo>
                  <a:pt x="274" y="51"/>
                </a:lnTo>
                <a:lnTo>
                  <a:pt x="275" y="52"/>
                </a:lnTo>
                <a:lnTo>
                  <a:pt x="275" y="53"/>
                </a:lnTo>
                <a:lnTo>
                  <a:pt x="276" y="54"/>
                </a:lnTo>
                <a:lnTo>
                  <a:pt x="277" y="54"/>
                </a:lnTo>
                <a:lnTo>
                  <a:pt x="278" y="54"/>
                </a:lnTo>
                <a:lnTo>
                  <a:pt x="278" y="53"/>
                </a:lnTo>
                <a:lnTo>
                  <a:pt x="279" y="53"/>
                </a:lnTo>
                <a:lnTo>
                  <a:pt x="279" y="52"/>
                </a:lnTo>
                <a:lnTo>
                  <a:pt x="279" y="51"/>
                </a:lnTo>
                <a:lnTo>
                  <a:pt x="280" y="51"/>
                </a:lnTo>
                <a:lnTo>
                  <a:pt x="280" y="52"/>
                </a:lnTo>
                <a:lnTo>
                  <a:pt x="280" y="53"/>
                </a:lnTo>
                <a:lnTo>
                  <a:pt x="280" y="54"/>
                </a:lnTo>
                <a:lnTo>
                  <a:pt x="280" y="55"/>
                </a:lnTo>
                <a:lnTo>
                  <a:pt x="280" y="56"/>
                </a:lnTo>
                <a:lnTo>
                  <a:pt x="279" y="56"/>
                </a:lnTo>
                <a:lnTo>
                  <a:pt x="278" y="56"/>
                </a:lnTo>
                <a:lnTo>
                  <a:pt x="277" y="56"/>
                </a:lnTo>
                <a:lnTo>
                  <a:pt x="277" y="55"/>
                </a:lnTo>
                <a:lnTo>
                  <a:pt x="276" y="55"/>
                </a:lnTo>
                <a:lnTo>
                  <a:pt x="276" y="56"/>
                </a:lnTo>
                <a:lnTo>
                  <a:pt x="277" y="56"/>
                </a:lnTo>
                <a:lnTo>
                  <a:pt x="278" y="57"/>
                </a:lnTo>
                <a:lnTo>
                  <a:pt x="279" y="57"/>
                </a:lnTo>
                <a:lnTo>
                  <a:pt x="279" y="56"/>
                </a:lnTo>
                <a:lnTo>
                  <a:pt x="280" y="57"/>
                </a:lnTo>
                <a:lnTo>
                  <a:pt x="280" y="58"/>
                </a:lnTo>
                <a:lnTo>
                  <a:pt x="281" y="59"/>
                </a:lnTo>
                <a:lnTo>
                  <a:pt x="281" y="60"/>
                </a:lnTo>
                <a:lnTo>
                  <a:pt x="282" y="60"/>
                </a:lnTo>
                <a:lnTo>
                  <a:pt x="283" y="61"/>
                </a:lnTo>
                <a:lnTo>
                  <a:pt x="284" y="61"/>
                </a:lnTo>
                <a:lnTo>
                  <a:pt x="284" y="62"/>
                </a:lnTo>
                <a:lnTo>
                  <a:pt x="285" y="62"/>
                </a:lnTo>
                <a:lnTo>
                  <a:pt x="285" y="63"/>
                </a:lnTo>
                <a:lnTo>
                  <a:pt x="286" y="64"/>
                </a:lnTo>
                <a:lnTo>
                  <a:pt x="286" y="65"/>
                </a:lnTo>
                <a:lnTo>
                  <a:pt x="285" y="65"/>
                </a:lnTo>
                <a:lnTo>
                  <a:pt x="286" y="66"/>
                </a:lnTo>
                <a:lnTo>
                  <a:pt x="286" y="67"/>
                </a:lnTo>
                <a:lnTo>
                  <a:pt x="285" y="67"/>
                </a:lnTo>
                <a:lnTo>
                  <a:pt x="286" y="67"/>
                </a:lnTo>
                <a:lnTo>
                  <a:pt x="286" y="68"/>
                </a:lnTo>
                <a:lnTo>
                  <a:pt x="287" y="68"/>
                </a:lnTo>
                <a:lnTo>
                  <a:pt x="288" y="68"/>
                </a:lnTo>
                <a:lnTo>
                  <a:pt x="288" y="69"/>
                </a:lnTo>
                <a:lnTo>
                  <a:pt x="288" y="70"/>
                </a:lnTo>
                <a:lnTo>
                  <a:pt x="289" y="70"/>
                </a:lnTo>
                <a:lnTo>
                  <a:pt x="290" y="70"/>
                </a:lnTo>
                <a:lnTo>
                  <a:pt x="291" y="70"/>
                </a:lnTo>
                <a:lnTo>
                  <a:pt x="291" y="69"/>
                </a:lnTo>
                <a:lnTo>
                  <a:pt x="290" y="69"/>
                </a:lnTo>
                <a:lnTo>
                  <a:pt x="291" y="69"/>
                </a:lnTo>
                <a:lnTo>
                  <a:pt x="292" y="69"/>
                </a:lnTo>
                <a:lnTo>
                  <a:pt x="293" y="68"/>
                </a:lnTo>
                <a:lnTo>
                  <a:pt x="293" y="67"/>
                </a:lnTo>
                <a:lnTo>
                  <a:pt x="294" y="66"/>
                </a:lnTo>
                <a:lnTo>
                  <a:pt x="296" y="66"/>
                </a:lnTo>
                <a:lnTo>
                  <a:pt x="296" y="67"/>
                </a:lnTo>
                <a:lnTo>
                  <a:pt x="295" y="67"/>
                </a:lnTo>
                <a:lnTo>
                  <a:pt x="295" y="68"/>
                </a:lnTo>
                <a:lnTo>
                  <a:pt x="296" y="68"/>
                </a:lnTo>
                <a:lnTo>
                  <a:pt x="296" y="69"/>
                </a:lnTo>
                <a:lnTo>
                  <a:pt x="297" y="68"/>
                </a:lnTo>
                <a:lnTo>
                  <a:pt x="297" y="67"/>
                </a:lnTo>
                <a:lnTo>
                  <a:pt x="297" y="68"/>
                </a:lnTo>
                <a:lnTo>
                  <a:pt x="298" y="68"/>
                </a:lnTo>
                <a:lnTo>
                  <a:pt x="299" y="68"/>
                </a:lnTo>
                <a:lnTo>
                  <a:pt x="300" y="68"/>
                </a:lnTo>
                <a:lnTo>
                  <a:pt x="301" y="68"/>
                </a:lnTo>
                <a:lnTo>
                  <a:pt x="302" y="68"/>
                </a:lnTo>
                <a:lnTo>
                  <a:pt x="302" y="69"/>
                </a:lnTo>
                <a:lnTo>
                  <a:pt x="303" y="69"/>
                </a:lnTo>
                <a:lnTo>
                  <a:pt x="303" y="70"/>
                </a:lnTo>
                <a:lnTo>
                  <a:pt x="304" y="70"/>
                </a:lnTo>
                <a:lnTo>
                  <a:pt x="305" y="70"/>
                </a:lnTo>
                <a:lnTo>
                  <a:pt x="305" y="71"/>
                </a:lnTo>
                <a:lnTo>
                  <a:pt x="305" y="72"/>
                </a:lnTo>
                <a:lnTo>
                  <a:pt x="306" y="72"/>
                </a:lnTo>
                <a:lnTo>
                  <a:pt x="306" y="73"/>
                </a:lnTo>
                <a:lnTo>
                  <a:pt x="307" y="73"/>
                </a:lnTo>
                <a:lnTo>
                  <a:pt x="308" y="73"/>
                </a:lnTo>
                <a:lnTo>
                  <a:pt x="309" y="74"/>
                </a:lnTo>
                <a:lnTo>
                  <a:pt x="309" y="75"/>
                </a:lnTo>
                <a:lnTo>
                  <a:pt x="310" y="75"/>
                </a:lnTo>
                <a:lnTo>
                  <a:pt x="311" y="75"/>
                </a:lnTo>
                <a:lnTo>
                  <a:pt x="311" y="76"/>
                </a:lnTo>
                <a:lnTo>
                  <a:pt x="311" y="75"/>
                </a:lnTo>
                <a:lnTo>
                  <a:pt x="312" y="75"/>
                </a:lnTo>
                <a:lnTo>
                  <a:pt x="312" y="76"/>
                </a:lnTo>
                <a:lnTo>
                  <a:pt x="313" y="76"/>
                </a:lnTo>
                <a:lnTo>
                  <a:pt x="315" y="76"/>
                </a:lnTo>
                <a:lnTo>
                  <a:pt x="316" y="76"/>
                </a:lnTo>
                <a:lnTo>
                  <a:pt x="316" y="77"/>
                </a:lnTo>
                <a:lnTo>
                  <a:pt x="315" y="77"/>
                </a:lnTo>
                <a:lnTo>
                  <a:pt x="315" y="78"/>
                </a:lnTo>
                <a:lnTo>
                  <a:pt x="316" y="78"/>
                </a:lnTo>
                <a:lnTo>
                  <a:pt x="316" y="79"/>
                </a:lnTo>
                <a:lnTo>
                  <a:pt x="317" y="79"/>
                </a:lnTo>
                <a:lnTo>
                  <a:pt x="318" y="79"/>
                </a:lnTo>
                <a:lnTo>
                  <a:pt x="319" y="79"/>
                </a:lnTo>
                <a:lnTo>
                  <a:pt x="320" y="79"/>
                </a:lnTo>
                <a:lnTo>
                  <a:pt x="321" y="79"/>
                </a:lnTo>
                <a:lnTo>
                  <a:pt x="321" y="78"/>
                </a:lnTo>
                <a:lnTo>
                  <a:pt x="322" y="78"/>
                </a:lnTo>
                <a:lnTo>
                  <a:pt x="322" y="77"/>
                </a:lnTo>
                <a:lnTo>
                  <a:pt x="323" y="77"/>
                </a:lnTo>
                <a:lnTo>
                  <a:pt x="323" y="78"/>
                </a:lnTo>
                <a:lnTo>
                  <a:pt x="324" y="78"/>
                </a:lnTo>
                <a:lnTo>
                  <a:pt x="324" y="79"/>
                </a:lnTo>
                <a:lnTo>
                  <a:pt x="325" y="79"/>
                </a:lnTo>
                <a:lnTo>
                  <a:pt x="325" y="80"/>
                </a:lnTo>
                <a:lnTo>
                  <a:pt x="325" y="81"/>
                </a:lnTo>
                <a:lnTo>
                  <a:pt x="326" y="82"/>
                </a:lnTo>
                <a:lnTo>
                  <a:pt x="327" y="82"/>
                </a:lnTo>
                <a:lnTo>
                  <a:pt x="327" y="83"/>
                </a:lnTo>
                <a:lnTo>
                  <a:pt x="327" y="84"/>
                </a:lnTo>
                <a:lnTo>
                  <a:pt x="328" y="83"/>
                </a:lnTo>
                <a:lnTo>
                  <a:pt x="328" y="84"/>
                </a:lnTo>
                <a:lnTo>
                  <a:pt x="329" y="84"/>
                </a:lnTo>
                <a:lnTo>
                  <a:pt x="330" y="84"/>
                </a:lnTo>
                <a:lnTo>
                  <a:pt x="331" y="84"/>
                </a:lnTo>
                <a:lnTo>
                  <a:pt x="331" y="83"/>
                </a:lnTo>
                <a:lnTo>
                  <a:pt x="331" y="82"/>
                </a:lnTo>
                <a:lnTo>
                  <a:pt x="332" y="82"/>
                </a:lnTo>
                <a:lnTo>
                  <a:pt x="334" y="82"/>
                </a:lnTo>
                <a:lnTo>
                  <a:pt x="334" y="83"/>
                </a:lnTo>
                <a:lnTo>
                  <a:pt x="334" y="84"/>
                </a:lnTo>
                <a:lnTo>
                  <a:pt x="334" y="85"/>
                </a:lnTo>
                <a:lnTo>
                  <a:pt x="334" y="86"/>
                </a:lnTo>
                <a:lnTo>
                  <a:pt x="335" y="86"/>
                </a:lnTo>
                <a:lnTo>
                  <a:pt x="335" y="87"/>
                </a:lnTo>
                <a:lnTo>
                  <a:pt x="335" y="88"/>
                </a:lnTo>
                <a:lnTo>
                  <a:pt x="336" y="88"/>
                </a:lnTo>
                <a:lnTo>
                  <a:pt x="337" y="88"/>
                </a:lnTo>
                <a:lnTo>
                  <a:pt x="338" y="88"/>
                </a:lnTo>
                <a:lnTo>
                  <a:pt x="338" y="89"/>
                </a:lnTo>
                <a:lnTo>
                  <a:pt x="339" y="90"/>
                </a:lnTo>
                <a:lnTo>
                  <a:pt x="339" y="89"/>
                </a:lnTo>
                <a:lnTo>
                  <a:pt x="340" y="89"/>
                </a:lnTo>
                <a:lnTo>
                  <a:pt x="340" y="90"/>
                </a:lnTo>
                <a:lnTo>
                  <a:pt x="340" y="91"/>
                </a:lnTo>
                <a:lnTo>
                  <a:pt x="341" y="91"/>
                </a:lnTo>
                <a:lnTo>
                  <a:pt x="342" y="92"/>
                </a:lnTo>
                <a:lnTo>
                  <a:pt x="343" y="91"/>
                </a:lnTo>
                <a:lnTo>
                  <a:pt x="342" y="91"/>
                </a:lnTo>
                <a:lnTo>
                  <a:pt x="341" y="91"/>
                </a:lnTo>
                <a:lnTo>
                  <a:pt x="342" y="91"/>
                </a:lnTo>
                <a:lnTo>
                  <a:pt x="342" y="90"/>
                </a:lnTo>
                <a:lnTo>
                  <a:pt x="343" y="90"/>
                </a:lnTo>
                <a:lnTo>
                  <a:pt x="343" y="89"/>
                </a:lnTo>
                <a:lnTo>
                  <a:pt x="342" y="89"/>
                </a:lnTo>
                <a:lnTo>
                  <a:pt x="341" y="89"/>
                </a:lnTo>
                <a:lnTo>
                  <a:pt x="341" y="88"/>
                </a:lnTo>
                <a:lnTo>
                  <a:pt x="343" y="88"/>
                </a:lnTo>
                <a:lnTo>
                  <a:pt x="343" y="89"/>
                </a:lnTo>
                <a:lnTo>
                  <a:pt x="344" y="90"/>
                </a:lnTo>
                <a:lnTo>
                  <a:pt x="344" y="91"/>
                </a:lnTo>
                <a:lnTo>
                  <a:pt x="343" y="91"/>
                </a:lnTo>
                <a:lnTo>
                  <a:pt x="344" y="91"/>
                </a:lnTo>
                <a:lnTo>
                  <a:pt x="345" y="90"/>
                </a:lnTo>
                <a:lnTo>
                  <a:pt x="346" y="90"/>
                </a:lnTo>
                <a:lnTo>
                  <a:pt x="346" y="91"/>
                </a:lnTo>
                <a:lnTo>
                  <a:pt x="347" y="91"/>
                </a:lnTo>
                <a:lnTo>
                  <a:pt x="347" y="90"/>
                </a:lnTo>
                <a:lnTo>
                  <a:pt x="347" y="91"/>
                </a:lnTo>
                <a:lnTo>
                  <a:pt x="348" y="91"/>
                </a:lnTo>
                <a:lnTo>
                  <a:pt x="348" y="92"/>
                </a:lnTo>
                <a:lnTo>
                  <a:pt x="349" y="92"/>
                </a:lnTo>
                <a:lnTo>
                  <a:pt x="349" y="93"/>
                </a:lnTo>
                <a:lnTo>
                  <a:pt x="350" y="92"/>
                </a:lnTo>
                <a:lnTo>
                  <a:pt x="350" y="93"/>
                </a:lnTo>
                <a:lnTo>
                  <a:pt x="351" y="93"/>
                </a:lnTo>
                <a:lnTo>
                  <a:pt x="351" y="94"/>
                </a:lnTo>
                <a:lnTo>
                  <a:pt x="353" y="95"/>
                </a:lnTo>
                <a:lnTo>
                  <a:pt x="354" y="95"/>
                </a:lnTo>
                <a:lnTo>
                  <a:pt x="355" y="96"/>
                </a:lnTo>
                <a:lnTo>
                  <a:pt x="356" y="97"/>
                </a:lnTo>
                <a:lnTo>
                  <a:pt x="357" y="97"/>
                </a:lnTo>
                <a:lnTo>
                  <a:pt x="358" y="96"/>
                </a:lnTo>
                <a:lnTo>
                  <a:pt x="358" y="95"/>
                </a:lnTo>
                <a:lnTo>
                  <a:pt x="359" y="95"/>
                </a:lnTo>
                <a:lnTo>
                  <a:pt x="360" y="95"/>
                </a:lnTo>
                <a:lnTo>
                  <a:pt x="360" y="94"/>
                </a:lnTo>
                <a:lnTo>
                  <a:pt x="360" y="93"/>
                </a:lnTo>
                <a:lnTo>
                  <a:pt x="361" y="93"/>
                </a:lnTo>
                <a:lnTo>
                  <a:pt x="362" y="93"/>
                </a:lnTo>
                <a:lnTo>
                  <a:pt x="363" y="93"/>
                </a:lnTo>
                <a:lnTo>
                  <a:pt x="364" y="93"/>
                </a:lnTo>
                <a:lnTo>
                  <a:pt x="365" y="93"/>
                </a:lnTo>
                <a:lnTo>
                  <a:pt x="365" y="94"/>
                </a:lnTo>
                <a:lnTo>
                  <a:pt x="366" y="94"/>
                </a:lnTo>
                <a:lnTo>
                  <a:pt x="367" y="95"/>
                </a:lnTo>
                <a:lnTo>
                  <a:pt x="368" y="95"/>
                </a:lnTo>
                <a:lnTo>
                  <a:pt x="369" y="95"/>
                </a:lnTo>
                <a:lnTo>
                  <a:pt x="368" y="95"/>
                </a:lnTo>
                <a:lnTo>
                  <a:pt x="368" y="94"/>
                </a:lnTo>
                <a:lnTo>
                  <a:pt x="369" y="93"/>
                </a:lnTo>
                <a:lnTo>
                  <a:pt x="370" y="93"/>
                </a:lnTo>
                <a:lnTo>
                  <a:pt x="370" y="92"/>
                </a:lnTo>
                <a:lnTo>
                  <a:pt x="371" y="92"/>
                </a:lnTo>
                <a:lnTo>
                  <a:pt x="371" y="91"/>
                </a:lnTo>
                <a:lnTo>
                  <a:pt x="372" y="92"/>
                </a:lnTo>
                <a:lnTo>
                  <a:pt x="373" y="92"/>
                </a:lnTo>
                <a:lnTo>
                  <a:pt x="373" y="91"/>
                </a:lnTo>
                <a:lnTo>
                  <a:pt x="374" y="91"/>
                </a:lnTo>
                <a:lnTo>
                  <a:pt x="375" y="91"/>
                </a:lnTo>
                <a:lnTo>
                  <a:pt x="375" y="92"/>
                </a:lnTo>
                <a:lnTo>
                  <a:pt x="376" y="92"/>
                </a:lnTo>
                <a:lnTo>
                  <a:pt x="377" y="91"/>
                </a:lnTo>
                <a:lnTo>
                  <a:pt x="377" y="90"/>
                </a:lnTo>
                <a:lnTo>
                  <a:pt x="377" y="89"/>
                </a:lnTo>
                <a:lnTo>
                  <a:pt x="378" y="89"/>
                </a:lnTo>
                <a:lnTo>
                  <a:pt x="378" y="90"/>
                </a:lnTo>
                <a:lnTo>
                  <a:pt x="379" y="90"/>
                </a:lnTo>
                <a:lnTo>
                  <a:pt x="380" y="90"/>
                </a:lnTo>
                <a:lnTo>
                  <a:pt x="380" y="91"/>
                </a:lnTo>
                <a:lnTo>
                  <a:pt x="381" y="91"/>
                </a:lnTo>
                <a:lnTo>
                  <a:pt x="382" y="91"/>
                </a:lnTo>
                <a:lnTo>
                  <a:pt x="383" y="91"/>
                </a:lnTo>
                <a:lnTo>
                  <a:pt x="383" y="92"/>
                </a:lnTo>
                <a:lnTo>
                  <a:pt x="384" y="92"/>
                </a:lnTo>
                <a:lnTo>
                  <a:pt x="385" y="92"/>
                </a:lnTo>
                <a:lnTo>
                  <a:pt x="385" y="93"/>
                </a:lnTo>
                <a:lnTo>
                  <a:pt x="386" y="93"/>
                </a:lnTo>
                <a:lnTo>
                  <a:pt x="386" y="92"/>
                </a:lnTo>
                <a:lnTo>
                  <a:pt x="387" y="92"/>
                </a:lnTo>
                <a:lnTo>
                  <a:pt x="388" y="92"/>
                </a:lnTo>
                <a:lnTo>
                  <a:pt x="388" y="93"/>
                </a:lnTo>
                <a:lnTo>
                  <a:pt x="389" y="93"/>
                </a:lnTo>
                <a:lnTo>
                  <a:pt x="390" y="94"/>
                </a:lnTo>
                <a:lnTo>
                  <a:pt x="391" y="94"/>
                </a:lnTo>
                <a:lnTo>
                  <a:pt x="392" y="94"/>
                </a:lnTo>
                <a:lnTo>
                  <a:pt x="393" y="93"/>
                </a:lnTo>
                <a:lnTo>
                  <a:pt x="394" y="93"/>
                </a:lnTo>
                <a:lnTo>
                  <a:pt x="394" y="94"/>
                </a:lnTo>
                <a:lnTo>
                  <a:pt x="394" y="95"/>
                </a:lnTo>
                <a:lnTo>
                  <a:pt x="396" y="95"/>
                </a:lnTo>
                <a:lnTo>
                  <a:pt x="397" y="95"/>
                </a:lnTo>
                <a:lnTo>
                  <a:pt x="398" y="95"/>
                </a:lnTo>
                <a:lnTo>
                  <a:pt x="398" y="94"/>
                </a:lnTo>
                <a:lnTo>
                  <a:pt x="399" y="94"/>
                </a:lnTo>
                <a:lnTo>
                  <a:pt x="400" y="94"/>
                </a:lnTo>
                <a:lnTo>
                  <a:pt x="400" y="93"/>
                </a:lnTo>
                <a:lnTo>
                  <a:pt x="401" y="93"/>
                </a:lnTo>
                <a:lnTo>
                  <a:pt x="402" y="93"/>
                </a:lnTo>
                <a:lnTo>
                  <a:pt x="402" y="92"/>
                </a:lnTo>
                <a:lnTo>
                  <a:pt x="403" y="92"/>
                </a:lnTo>
                <a:lnTo>
                  <a:pt x="404" y="92"/>
                </a:lnTo>
                <a:lnTo>
                  <a:pt x="405" y="91"/>
                </a:lnTo>
                <a:lnTo>
                  <a:pt x="406" y="91"/>
                </a:lnTo>
                <a:lnTo>
                  <a:pt x="406" y="90"/>
                </a:lnTo>
                <a:lnTo>
                  <a:pt x="407" y="90"/>
                </a:lnTo>
                <a:lnTo>
                  <a:pt x="407" y="91"/>
                </a:lnTo>
                <a:lnTo>
                  <a:pt x="407" y="92"/>
                </a:lnTo>
                <a:lnTo>
                  <a:pt x="408" y="92"/>
                </a:lnTo>
                <a:lnTo>
                  <a:pt x="408" y="91"/>
                </a:lnTo>
                <a:lnTo>
                  <a:pt x="409" y="90"/>
                </a:lnTo>
                <a:lnTo>
                  <a:pt x="410" y="90"/>
                </a:lnTo>
                <a:lnTo>
                  <a:pt x="411" y="91"/>
                </a:lnTo>
                <a:lnTo>
                  <a:pt x="412" y="91"/>
                </a:lnTo>
                <a:lnTo>
                  <a:pt x="413" y="91"/>
                </a:lnTo>
                <a:lnTo>
                  <a:pt x="414" y="92"/>
                </a:lnTo>
                <a:lnTo>
                  <a:pt x="414" y="91"/>
                </a:lnTo>
                <a:lnTo>
                  <a:pt x="414" y="90"/>
                </a:lnTo>
                <a:lnTo>
                  <a:pt x="415" y="90"/>
                </a:lnTo>
                <a:lnTo>
                  <a:pt x="415" y="91"/>
                </a:lnTo>
                <a:lnTo>
                  <a:pt x="415" y="92"/>
                </a:lnTo>
                <a:lnTo>
                  <a:pt x="416" y="92"/>
                </a:lnTo>
                <a:lnTo>
                  <a:pt x="416" y="93"/>
                </a:lnTo>
                <a:lnTo>
                  <a:pt x="417" y="93"/>
                </a:lnTo>
                <a:lnTo>
                  <a:pt x="417" y="92"/>
                </a:lnTo>
                <a:lnTo>
                  <a:pt x="418" y="91"/>
                </a:lnTo>
                <a:lnTo>
                  <a:pt x="418" y="90"/>
                </a:lnTo>
                <a:lnTo>
                  <a:pt x="417" y="90"/>
                </a:lnTo>
                <a:lnTo>
                  <a:pt x="417" y="89"/>
                </a:lnTo>
                <a:lnTo>
                  <a:pt x="418" y="89"/>
                </a:lnTo>
                <a:lnTo>
                  <a:pt x="418" y="88"/>
                </a:lnTo>
                <a:lnTo>
                  <a:pt x="419" y="88"/>
                </a:lnTo>
                <a:lnTo>
                  <a:pt x="420" y="88"/>
                </a:lnTo>
                <a:lnTo>
                  <a:pt x="420" y="87"/>
                </a:lnTo>
                <a:lnTo>
                  <a:pt x="421" y="87"/>
                </a:lnTo>
                <a:lnTo>
                  <a:pt x="422" y="87"/>
                </a:lnTo>
                <a:lnTo>
                  <a:pt x="422" y="88"/>
                </a:lnTo>
                <a:lnTo>
                  <a:pt x="423" y="88"/>
                </a:lnTo>
                <a:lnTo>
                  <a:pt x="423" y="89"/>
                </a:lnTo>
                <a:lnTo>
                  <a:pt x="424" y="89"/>
                </a:lnTo>
                <a:lnTo>
                  <a:pt x="424" y="90"/>
                </a:lnTo>
                <a:lnTo>
                  <a:pt x="425" y="90"/>
                </a:lnTo>
                <a:lnTo>
                  <a:pt x="426" y="90"/>
                </a:lnTo>
                <a:lnTo>
                  <a:pt x="427" y="90"/>
                </a:lnTo>
                <a:lnTo>
                  <a:pt x="428" y="90"/>
                </a:lnTo>
                <a:lnTo>
                  <a:pt x="428" y="91"/>
                </a:lnTo>
                <a:lnTo>
                  <a:pt x="429" y="92"/>
                </a:lnTo>
                <a:lnTo>
                  <a:pt x="431" y="92"/>
                </a:lnTo>
                <a:lnTo>
                  <a:pt x="432" y="92"/>
                </a:lnTo>
                <a:lnTo>
                  <a:pt x="432" y="91"/>
                </a:lnTo>
                <a:lnTo>
                  <a:pt x="432" y="90"/>
                </a:lnTo>
                <a:lnTo>
                  <a:pt x="433" y="89"/>
                </a:lnTo>
                <a:lnTo>
                  <a:pt x="432" y="89"/>
                </a:lnTo>
                <a:lnTo>
                  <a:pt x="432" y="88"/>
                </a:lnTo>
                <a:lnTo>
                  <a:pt x="433" y="88"/>
                </a:lnTo>
                <a:lnTo>
                  <a:pt x="433" y="87"/>
                </a:lnTo>
                <a:lnTo>
                  <a:pt x="434" y="87"/>
                </a:lnTo>
                <a:lnTo>
                  <a:pt x="435" y="87"/>
                </a:lnTo>
                <a:lnTo>
                  <a:pt x="436" y="86"/>
                </a:lnTo>
                <a:lnTo>
                  <a:pt x="437" y="86"/>
                </a:lnTo>
                <a:lnTo>
                  <a:pt x="438" y="87"/>
                </a:lnTo>
                <a:lnTo>
                  <a:pt x="439" y="87"/>
                </a:lnTo>
                <a:lnTo>
                  <a:pt x="439" y="89"/>
                </a:lnTo>
                <a:lnTo>
                  <a:pt x="440" y="89"/>
                </a:lnTo>
                <a:lnTo>
                  <a:pt x="441" y="90"/>
                </a:lnTo>
                <a:lnTo>
                  <a:pt x="442" y="91"/>
                </a:lnTo>
                <a:lnTo>
                  <a:pt x="443" y="91"/>
                </a:lnTo>
                <a:lnTo>
                  <a:pt x="443" y="92"/>
                </a:lnTo>
                <a:lnTo>
                  <a:pt x="444" y="92"/>
                </a:lnTo>
                <a:lnTo>
                  <a:pt x="445" y="93"/>
                </a:lnTo>
                <a:lnTo>
                  <a:pt x="444" y="93"/>
                </a:lnTo>
                <a:lnTo>
                  <a:pt x="445" y="94"/>
                </a:lnTo>
                <a:lnTo>
                  <a:pt x="446" y="95"/>
                </a:lnTo>
                <a:lnTo>
                  <a:pt x="447" y="95"/>
                </a:lnTo>
                <a:lnTo>
                  <a:pt x="448" y="95"/>
                </a:lnTo>
                <a:lnTo>
                  <a:pt x="448" y="96"/>
                </a:lnTo>
                <a:lnTo>
                  <a:pt x="447" y="97"/>
                </a:lnTo>
                <a:lnTo>
                  <a:pt x="447" y="98"/>
                </a:lnTo>
                <a:lnTo>
                  <a:pt x="448" y="98"/>
                </a:lnTo>
                <a:lnTo>
                  <a:pt x="449" y="99"/>
                </a:lnTo>
                <a:lnTo>
                  <a:pt x="449" y="100"/>
                </a:lnTo>
                <a:lnTo>
                  <a:pt x="450" y="100"/>
                </a:lnTo>
                <a:lnTo>
                  <a:pt x="451" y="100"/>
                </a:lnTo>
                <a:lnTo>
                  <a:pt x="452" y="100"/>
                </a:lnTo>
                <a:lnTo>
                  <a:pt x="453" y="100"/>
                </a:lnTo>
                <a:lnTo>
                  <a:pt x="453" y="101"/>
                </a:lnTo>
                <a:lnTo>
                  <a:pt x="454" y="101"/>
                </a:lnTo>
                <a:lnTo>
                  <a:pt x="454" y="102"/>
                </a:lnTo>
                <a:lnTo>
                  <a:pt x="455" y="102"/>
                </a:lnTo>
                <a:lnTo>
                  <a:pt x="456" y="102"/>
                </a:lnTo>
                <a:lnTo>
                  <a:pt x="456" y="103"/>
                </a:lnTo>
                <a:lnTo>
                  <a:pt x="457" y="103"/>
                </a:lnTo>
                <a:lnTo>
                  <a:pt x="458" y="102"/>
                </a:lnTo>
                <a:lnTo>
                  <a:pt x="458" y="101"/>
                </a:lnTo>
                <a:lnTo>
                  <a:pt x="459" y="101"/>
                </a:lnTo>
                <a:lnTo>
                  <a:pt x="460" y="101"/>
                </a:lnTo>
                <a:lnTo>
                  <a:pt x="460" y="100"/>
                </a:lnTo>
                <a:lnTo>
                  <a:pt x="461" y="100"/>
                </a:lnTo>
                <a:lnTo>
                  <a:pt x="462" y="100"/>
                </a:lnTo>
                <a:lnTo>
                  <a:pt x="462" y="99"/>
                </a:lnTo>
                <a:lnTo>
                  <a:pt x="463" y="99"/>
                </a:lnTo>
                <a:lnTo>
                  <a:pt x="464" y="98"/>
                </a:lnTo>
                <a:lnTo>
                  <a:pt x="465" y="97"/>
                </a:lnTo>
                <a:lnTo>
                  <a:pt x="466" y="97"/>
                </a:lnTo>
                <a:lnTo>
                  <a:pt x="467" y="97"/>
                </a:lnTo>
                <a:lnTo>
                  <a:pt x="468" y="97"/>
                </a:lnTo>
                <a:lnTo>
                  <a:pt x="468" y="98"/>
                </a:lnTo>
                <a:lnTo>
                  <a:pt x="467" y="98"/>
                </a:lnTo>
                <a:lnTo>
                  <a:pt x="467" y="99"/>
                </a:lnTo>
                <a:lnTo>
                  <a:pt x="468" y="99"/>
                </a:lnTo>
                <a:lnTo>
                  <a:pt x="469" y="100"/>
                </a:lnTo>
                <a:lnTo>
                  <a:pt x="470" y="100"/>
                </a:lnTo>
                <a:lnTo>
                  <a:pt x="469" y="99"/>
                </a:lnTo>
                <a:lnTo>
                  <a:pt x="469" y="98"/>
                </a:lnTo>
                <a:lnTo>
                  <a:pt x="468" y="98"/>
                </a:lnTo>
                <a:lnTo>
                  <a:pt x="468" y="97"/>
                </a:lnTo>
                <a:lnTo>
                  <a:pt x="469" y="96"/>
                </a:lnTo>
                <a:lnTo>
                  <a:pt x="470" y="96"/>
                </a:lnTo>
                <a:lnTo>
                  <a:pt x="471" y="95"/>
                </a:lnTo>
                <a:lnTo>
                  <a:pt x="473" y="95"/>
                </a:lnTo>
                <a:lnTo>
                  <a:pt x="473" y="94"/>
                </a:lnTo>
                <a:lnTo>
                  <a:pt x="472" y="94"/>
                </a:lnTo>
                <a:lnTo>
                  <a:pt x="471" y="94"/>
                </a:lnTo>
                <a:lnTo>
                  <a:pt x="471" y="93"/>
                </a:lnTo>
                <a:lnTo>
                  <a:pt x="472" y="93"/>
                </a:lnTo>
                <a:lnTo>
                  <a:pt x="473" y="93"/>
                </a:lnTo>
                <a:lnTo>
                  <a:pt x="473" y="94"/>
                </a:lnTo>
                <a:lnTo>
                  <a:pt x="474" y="94"/>
                </a:lnTo>
                <a:lnTo>
                  <a:pt x="474" y="93"/>
                </a:lnTo>
                <a:lnTo>
                  <a:pt x="474" y="92"/>
                </a:lnTo>
                <a:lnTo>
                  <a:pt x="475" y="91"/>
                </a:lnTo>
                <a:lnTo>
                  <a:pt x="476" y="91"/>
                </a:lnTo>
                <a:lnTo>
                  <a:pt x="476" y="89"/>
                </a:lnTo>
                <a:lnTo>
                  <a:pt x="477" y="88"/>
                </a:lnTo>
                <a:lnTo>
                  <a:pt x="478" y="88"/>
                </a:lnTo>
                <a:lnTo>
                  <a:pt x="478" y="87"/>
                </a:lnTo>
                <a:lnTo>
                  <a:pt x="478" y="88"/>
                </a:lnTo>
                <a:lnTo>
                  <a:pt x="479" y="88"/>
                </a:lnTo>
                <a:lnTo>
                  <a:pt x="479" y="87"/>
                </a:lnTo>
                <a:lnTo>
                  <a:pt x="480" y="87"/>
                </a:lnTo>
                <a:lnTo>
                  <a:pt x="480" y="88"/>
                </a:lnTo>
                <a:lnTo>
                  <a:pt x="481" y="87"/>
                </a:lnTo>
                <a:lnTo>
                  <a:pt x="481" y="88"/>
                </a:lnTo>
                <a:lnTo>
                  <a:pt x="482" y="88"/>
                </a:lnTo>
                <a:lnTo>
                  <a:pt x="482" y="89"/>
                </a:lnTo>
                <a:lnTo>
                  <a:pt x="482" y="88"/>
                </a:lnTo>
                <a:lnTo>
                  <a:pt x="483" y="88"/>
                </a:lnTo>
                <a:lnTo>
                  <a:pt x="484" y="88"/>
                </a:lnTo>
                <a:lnTo>
                  <a:pt x="484" y="89"/>
                </a:lnTo>
                <a:lnTo>
                  <a:pt x="485" y="89"/>
                </a:lnTo>
                <a:lnTo>
                  <a:pt x="484" y="90"/>
                </a:lnTo>
                <a:lnTo>
                  <a:pt x="485" y="90"/>
                </a:lnTo>
                <a:lnTo>
                  <a:pt x="486" y="91"/>
                </a:lnTo>
                <a:lnTo>
                  <a:pt x="486" y="92"/>
                </a:lnTo>
                <a:lnTo>
                  <a:pt x="485" y="92"/>
                </a:lnTo>
                <a:lnTo>
                  <a:pt x="485" y="93"/>
                </a:lnTo>
                <a:lnTo>
                  <a:pt x="486" y="93"/>
                </a:lnTo>
                <a:lnTo>
                  <a:pt x="486" y="94"/>
                </a:lnTo>
                <a:lnTo>
                  <a:pt x="486" y="93"/>
                </a:lnTo>
                <a:lnTo>
                  <a:pt x="487" y="93"/>
                </a:lnTo>
                <a:lnTo>
                  <a:pt x="488" y="93"/>
                </a:lnTo>
                <a:lnTo>
                  <a:pt x="487" y="94"/>
                </a:lnTo>
                <a:lnTo>
                  <a:pt x="486" y="94"/>
                </a:lnTo>
                <a:lnTo>
                  <a:pt x="486" y="95"/>
                </a:lnTo>
                <a:lnTo>
                  <a:pt x="486" y="97"/>
                </a:lnTo>
                <a:lnTo>
                  <a:pt x="486" y="98"/>
                </a:lnTo>
                <a:lnTo>
                  <a:pt x="487" y="98"/>
                </a:lnTo>
                <a:lnTo>
                  <a:pt x="487" y="99"/>
                </a:lnTo>
                <a:lnTo>
                  <a:pt x="488" y="99"/>
                </a:lnTo>
                <a:lnTo>
                  <a:pt x="488" y="100"/>
                </a:lnTo>
                <a:lnTo>
                  <a:pt x="487" y="100"/>
                </a:lnTo>
                <a:lnTo>
                  <a:pt x="486" y="100"/>
                </a:lnTo>
                <a:lnTo>
                  <a:pt x="485" y="101"/>
                </a:lnTo>
                <a:lnTo>
                  <a:pt x="485" y="102"/>
                </a:lnTo>
                <a:lnTo>
                  <a:pt x="486" y="103"/>
                </a:lnTo>
                <a:lnTo>
                  <a:pt x="486" y="104"/>
                </a:lnTo>
                <a:lnTo>
                  <a:pt x="485" y="104"/>
                </a:lnTo>
                <a:lnTo>
                  <a:pt x="485" y="106"/>
                </a:lnTo>
                <a:lnTo>
                  <a:pt x="486" y="106"/>
                </a:lnTo>
                <a:lnTo>
                  <a:pt x="486" y="107"/>
                </a:lnTo>
                <a:lnTo>
                  <a:pt x="486" y="108"/>
                </a:lnTo>
                <a:lnTo>
                  <a:pt x="486" y="109"/>
                </a:lnTo>
                <a:lnTo>
                  <a:pt x="487" y="110"/>
                </a:lnTo>
                <a:lnTo>
                  <a:pt x="487" y="109"/>
                </a:lnTo>
                <a:lnTo>
                  <a:pt x="488" y="109"/>
                </a:lnTo>
                <a:lnTo>
                  <a:pt x="488" y="110"/>
                </a:lnTo>
                <a:lnTo>
                  <a:pt x="488" y="111"/>
                </a:lnTo>
                <a:lnTo>
                  <a:pt x="489" y="111"/>
                </a:lnTo>
                <a:lnTo>
                  <a:pt x="488" y="112"/>
                </a:lnTo>
                <a:lnTo>
                  <a:pt x="487" y="113"/>
                </a:lnTo>
                <a:lnTo>
                  <a:pt x="487" y="114"/>
                </a:lnTo>
                <a:lnTo>
                  <a:pt x="487" y="115"/>
                </a:lnTo>
                <a:lnTo>
                  <a:pt x="487" y="117"/>
                </a:lnTo>
                <a:lnTo>
                  <a:pt x="487" y="118"/>
                </a:lnTo>
                <a:lnTo>
                  <a:pt x="486" y="118"/>
                </a:lnTo>
                <a:lnTo>
                  <a:pt x="485" y="119"/>
                </a:lnTo>
                <a:lnTo>
                  <a:pt x="485" y="118"/>
                </a:lnTo>
                <a:lnTo>
                  <a:pt x="484" y="118"/>
                </a:lnTo>
                <a:lnTo>
                  <a:pt x="483" y="118"/>
                </a:lnTo>
                <a:lnTo>
                  <a:pt x="483" y="119"/>
                </a:lnTo>
                <a:lnTo>
                  <a:pt x="483" y="120"/>
                </a:lnTo>
                <a:lnTo>
                  <a:pt x="484" y="120"/>
                </a:lnTo>
                <a:lnTo>
                  <a:pt x="484" y="121"/>
                </a:lnTo>
                <a:lnTo>
                  <a:pt x="483" y="121"/>
                </a:lnTo>
                <a:lnTo>
                  <a:pt x="483" y="122"/>
                </a:lnTo>
                <a:lnTo>
                  <a:pt x="484" y="122"/>
                </a:lnTo>
                <a:lnTo>
                  <a:pt x="485" y="122"/>
                </a:lnTo>
                <a:lnTo>
                  <a:pt x="485" y="123"/>
                </a:lnTo>
                <a:lnTo>
                  <a:pt x="487" y="125"/>
                </a:lnTo>
                <a:lnTo>
                  <a:pt x="488" y="125"/>
                </a:lnTo>
                <a:lnTo>
                  <a:pt x="489" y="126"/>
                </a:lnTo>
                <a:lnTo>
                  <a:pt x="489" y="127"/>
                </a:lnTo>
                <a:lnTo>
                  <a:pt x="488" y="129"/>
                </a:lnTo>
                <a:lnTo>
                  <a:pt x="487" y="129"/>
                </a:lnTo>
                <a:lnTo>
                  <a:pt x="487" y="130"/>
                </a:lnTo>
                <a:lnTo>
                  <a:pt x="486" y="130"/>
                </a:lnTo>
                <a:lnTo>
                  <a:pt x="486" y="131"/>
                </a:lnTo>
                <a:lnTo>
                  <a:pt x="487" y="132"/>
                </a:lnTo>
                <a:lnTo>
                  <a:pt x="487" y="133"/>
                </a:lnTo>
                <a:lnTo>
                  <a:pt x="488" y="133"/>
                </a:lnTo>
                <a:lnTo>
                  <a:pt x="489" y="133"/>
                </a:lnTo>
                <a:lnTo>
                  <a:pt x="490" y="133"/>
                </a:lnTo>
                <a:lnTo>
                  <a:pt x="491" y="134"/>
                </a:lnTo>
                <a:lnTo>
                  <a:pt x="491" y="135"/>
                </a:lnTo>
                <a:lnTo>
                  <a:pt x="491" y="136"/>
                </a:lnTo>
                <a:lnTo>
                  <a:pt x="491" y="138"/>
                </a:lnTo>
                <a:lnTo>
                  <a:pt x="492" y="138"/>
                </a:lnTo>
                <a:lnTo>
                  <a:pt x="492" y="139"/>
                </a:lnTo>
                <a:lnTo>
                  <a:pt x="493" y="139"/>
                </a:lnTo>
                <a:lnTo>
                  <a:pt x="494" y="140"/>
                </a:lnTo>
                <a:lnTo>
                  <a:pt x="493" y="140"/>
                </a:lnTo>
                <a:lnTo>
                  <a:pt x="493" y="141"/>
                </a:lnTo>
                <a:lnTo>
                  <a:pt x="493" y="142"/>
                </a:lnTo>
                <a:lnTo>
                  <a:pt x="493" y="143"/>
                </a:lnTo>
                <a:lnTo>
                  <a:pt x="494" y="144"/>
                </a:lnTo>
                <a:lnTo>
                  <a:pt x="493" y="145"/>
                </a:lnTo>
                <a:lnTo>
                  <a:pt x="494" y="145"/>
                </a:lnTo>
                <a:lnTo>
                  <a:pt x="494" y="146"/>
                </a:lnTo>
                <a:lnTo>
                  <a:pt x="495" y="146"/>
                </a:lnTo>
                <a:lnTo>
                  <a:pt x="495" y="147"/>
                </a:lnTo>
                <a:lnTo>
                  <a:pt x="496" y="146"/>
                </a:lnTo>
                <a:lnTo>
                  <a:pt x="497" y="147"/>
                </a:lnTo>
                <a:lnTo>
                  <a:pt x="497" y="146"/>
                </a:lnTo>
                <a:lnTo>
                  <a:pt x="498" y="146"/>
                </a:lnTo>
                <a:lnTo>
                  <a:pt x="499" y="146"/>
                </a:lnTo>
                <a:lnTo>
                  <a:pt x="500" y="144"/>
                </a:lnTo>
                <a:lnTo>
                  <a:pt x="501" y="143"/>
                </a:lnTo>
                <a:lnTo>
                  <a:pt x="502" y="143"/>
                </a:lnTo>
                <a:lnTo>
                  <a:pt x="502" y="144"/>
                </a:lnTo>
                <a:lnTo>
                  <a:pt x="503" y="145"/>
                </a:lnTo>
                <a:lnTo>
                  <a:pt x="504" y="145"/>
                </a:lnTo>
                <a:lnTo>
                  <a:pt x="504" y="147"/>
                </a:lnTo>
                <a:lnTo>
                  <a:pt x="503" y="149"/>
                </a:lnTo>
                <a:lnTo>
                  <a:pt x="504" y="149"/>
                </a:lnTo>
                <a:lnTo>
                  <a:pt x="504" y="150"/>
                </a:lnTo>
                <a:lnTo>
                  <a:pt x="504" y="152"/>
                </a:lnTo>
                <a:lnTo>
                  <a:pt x="505" y="152"/>
                </a:lnTo>
                <a:lnTo>
                  <a:pt x="505" y="153"/>
                </a:lnTo>
                <a:lnTo>
                  <a:pt x="506" y="154"/>
                </a:lnTo>
                <a:lnTo>
                  <a:pt x="506" y="155"/>
                </a:lnTo>
                <a:lnTo>
                  <a:pt x="506" y="156"/>
                </a:lnTo>
                <a:lnTo>
                  <a:pt x="507" y="156"/>
                </a:lnTo>
                <a:lnTo>
                  <a:pt x="509" y="155"/>
                </a:lnTo>
                <a:lnTo>
                  <a:pt x="509" y="154"/>
                </a:lnTo>
                <a:lnTo>
                  <a:pt x="510" y="154"/>
                </a:lnTo>
                <a:lnTo>
                  <a:pt x="511" y="154"/>
                </a:lnTo>
                <a:lnTo>
                  <a:pt x="512" y="154"/>
                </a:lnTo>
                <a:lnTo>
                  <a:pt x="513" y="154"/>
                </a:lnTo>
                <a:lnTo>
                  <a:pt x="514" y="153"/>
                </a:lnTo>
                <a:lnTo>
                  <a:pt x="515" y="153"/>
                </a:lnTo>
                <a:lnTo>
                  <a:pt x="516" y="153"/>
                </a:lnTo>
                <a:lnTo>
                  <a:pt x="516" y="152"/>
                </a:lnTo>
                <a:lnTo>
                  <a:pt x="517" y="152"/>
                </a:lnTo>
                <a:lnTo>
                  <a:pt x="517" y="151"/>
                </a:lnTo>
                <a:lnTo>
                  <a:pt x="517" y="150"/>
                </a:lnTo>
                <a:lnTo>
                  <a:pt x="519" y="150"/>
                </a:lnTo>
                <a:lnTo>
                  <a:pt x="519" y="149"/>
                </a:lnTo>
                <a:lnTo>
                  <a:pt x="519" y="148"/>
                </a:lnTo>
                <a:lnTo>
                  <a:pt x="520" y="148"/>
                </a:lnTo>
                <a:lnTo>
                  <a:pt x="520" y="147"/>
                </a:lnTo>
                <a:lnTo>
                  <a:pt x="520" y="146"/>
                </a:lnTo>
                <a:lnTo>
                  <a:pt x="521" y="146"/>
                </a:lnTo>
                <a:lnTo>
                  <a:pt x="521" y="147"/>
                </a:lnTo>
                <a:lnTo>
                  <a:pt x="522" y="147"/>
                </a:lnTo>
                <a:lnTo>
                  <a:pt x="523" y="147"/>
                </a:lnTo>
                <a:lnTo>
                  <a:pt x="523" y="146"/>
                </a:lnTo>
                <a:lnTo>
                  <a:pt x="523" y="145"/>
                </a:lnTo>
                <a:lnTo>
                  <a:pt x="524" y="145"/>
                </a:lnTo>
                <a:lnTo>
                  <a:pt x="525" y="145"/>
                </a:lnTo>
                <a:lnTo>
                  <a:pt x="525" y="146"/>
                </a:lnTo>
                <a:lnTo>
                  <a:pt x="526" y="146"/>
                </a:lnTo>
                <a:lnTo>
                  <a:pt x="527" y="146"/>
                </a:lnTo>
                <a:lnTo>
                  <a:pt x="527" y="147"/>
                </a:lnTo>
                <a:lnTo>
                  <a:pt x="528" y="147"/>
                </a:lnTo>
                <a:lnTo>
                  <a:pt x="528" y="148"/>
                </a:lnTo>
                <a:lnTo>
                  <a:pt x="529" y="148"/>
                </a:lnTo>
                <a:lnTo>
                  <a:pt x="529" y="147"/>
                </a:lnTo>
                <a:lnTo>
                  <a:pt x="530" y="147"/>
                </a:lnTo>
                <a:lnTo>
                  <a:pt x="529" y="147"/>
                </a:lnTo>
                <a:lnTo>
                  <a:pt x="529" y="148"/>
                </a:lnTo>
                <a:lnTo>
                  <a:pt x="530" y="148"/>
                </a:lnTo>
                <a:lnTo>
                  <a:pt x="530" y="149"/>
                </a:lnTo>
                <a:lnTo>
                  <a:pt x="531" y="150"/>
                </a:lnTo>
                <a:lnTo>
                  <a:pt x="531" y="151"/>
                </a:lnTo>
                <a:lnTo>
                  <a:pt x="532" y="151"/>
                </a:lnTo>
                <a:lnTo>
                  <a:pt x="532" y="152"/>
                </a:lnTo>
                <a:lnTo>
                  <a:pt x="533" y="153"/>
                </a:lnTo>
                <a:lnTo>
                  <a:pt x="533" y="154"/>
                </a:lnTo>
                <a:lnTo>
                  <a:pt x="534" y="154"/>
                </a:lnTo>
                <a:lnTo>
                  <a:pt x="534" y="155"/>
                </a:lnTo>
                <a:lnTo>
                  <a:pt x="535" y="156"/>
                </a:lnTo>
                <a:lnTo>
                  <a:pt x="536" y="156"/>
                </a:lnTo>
                <a:lnTo>
                  <a:pt x="537" y="156"/>
                </a:lnTo>
                <a:lnTo>
                  <a:pt x="538" y="156"/>
                </a:lnTo>
                <a:lnTo>
                  <a:pt x="539" y="155"/>
                </a:lnTo>
                <a:lnTo>
                  <a:pt x="540" y="156"/>
                </a:lnTo>
                <a:lnTo>
                  <a:pt x="541" y="156"/>
                </a:lnTo>
                <a:lnTo>
                  <a:pt x="542" y="156"/>
                </a:lnTo>
                <a:lnTo>
                  <a:pt x="542" y="157"/>
                </a:lnTo>
                <a:lnTo>
                  <a:pt x="543" y="157"/>
                </a:lnTo>
                <a:lnTo>
                  <a:pt x="544" y="156"/>
                </a:lnTo>
                <a:lnTo>
                  <a:pt x="545" y="156"/>
                </a:lnTo>
                <a:lnTo>
                  <a:pt x="546" y="157"/>
                </a:lnTo>
                <a:lnTo>
                  <a:pt x="546" y="158"/>
                </a:lnTo>
                <a:lnTo>
                  <a:pt x="547" y="158"/>
                </a:lnTo>
                <a:lnTo>
                  <a:pt x="547" y="157"/>
                </a:lnTo>
                <a:lnTo>
                  <a:pt x="547" y="158"/>
                </a:lnTo>
                <a:lnTo>
                  <a:pt x="548" y="158"/>
                </a:lnTo>
                <a:lnTo>
                  <a:pt x="549" y="158"/>
                </a:lnTo>
                <a:lnTo>
                  <a:pt x="549" y="157"/>
                </a:lnTo>
                <a:lnTo>
                  <a:pt x="549" y="158"/>
                </a:lnTo>
                <a:lnTo>
                  <a:pt x="550" y="158"/>
                </a:lnTo>
                <a:lnTo>
                  <a:pt x="550" y="157"/>
                </a:lnTo>
                <a:lnTo>
                  <a:pt x="551" y="157"/>
                </a:lnTo>
                <a:lnTo>
                  <a:pt x="552" y="157"/>
                </a:lnTo>
                <a:lnTo>
                  <a:pt x="553" y="157"/>
                </a:lnTo>
                <a:lnTo>
                  <a:pt x="554" y="157"/>
                </a:lnTo>
                <a:lnTo>
                  <a:pt x="554" y="156"/>
                </a:lnTo>
                <a:lnTo>
                  <a:pt x="553" y="156"/>
                </a:lnTo>
                <a:lnTo>
                  <a:pt x="553" y="155"/>
                </a:lnTo>
                <a:lnTo>
                  <a:pt x="554" y="155"/>
                </a:lnTo>
                <a:lnTo>
                  <a:pt x="554" y="154"/>
                </a:lnTo>
                <a:lnTo>
                  <a:pt x="555" y="154"/>
                </a:lnTo>
                <a:lnTo>
                  <a:pt x="555" y="155"/>
                </a:lnTo>
                <a:lnTo>
                  <a:pt x="556" y="156"/>
                </a:lnTo>
                <a:lnTo>
                  <a:pt x="556" y="157"/>
                </a:lnTo>
                <a:lnTo>
                  <a:pt x="557" y="157"/>
                </a:lnTo>
                <a:lnTo>
                  <a:pt x="557" y="156"/>
                </a:lnTo>
                <a:lnTo>
                  <a:pt x="558" y="155"/>
                </a:lnTo>
                <a:lnTo>
                  <a:pt x="558" y="154"/>
                </a:lnTo>
                <a:lnTo>
                  <a:pt x="559" y="154"/>
                </a:lnTo>
                <a:lnTo>
                  <a:pt x="560" y="155"/>
                </a:lnTo>
                <a:lnTo>
                  <a:pt x="560" y="154"/>
                </a:lnTo>
                <a:lnTo>
                  <a:pt x="561" y="154"/>
                </a:lnTo>
                <a:lnTo>
                  <a:pt x="561" y="155"/>
                </a:lnTo>
                <a:lnTo>
                  <a:pt x="561" y="156"/>
                </a:lnTo>
                <a:lnTo>
                  <a:pt x="561" y="157"/>
                </a:lnTo>
                <a:lnTo>
                  <a:pt x="561" y="158"/>
                </a:lnTo>
                <a:lnTo>
                  <a:pt x="561" y="159"/>
                </a:lnTo>
                <a:lnTo>
                  <a:pt x="561" y="160"/>
                </a:lnTo>
                <a:lnTo>
                  <a:pt x="560" y="160"/>
                </a:lnTo>
                <a:lnTo>
                  <a:pt x="561" y="161"/>
                </a:lnTo>
                <a:lnTo>
                  <a:pt x="561" y="162"/>
                </a:lnTo>
                <a:lnTo>
                  <a:pt x="560" y="162"/>
                </a:lnTo>
                <a:lnTo>
                  <a:pt x="560" y="164"/>
                </a:lnTo>
                <a:lnTo>
                  <a:pt x="560" y="165"/>
                </a:lnTo>
                <a:lnTo>
                  <a:pt x="559" y="165"/>
                </a:lnTo>
                <a:lnTo>
                  <a:pt x="558" y="166"/>
                </a:lnTo>
                <a:lnTo>
                  <a:pt x="558" y="167"/>
                </a:lnTo>
                <a:lnTo>
                  <a:pt x="558" y="168"/>
                </a:lnTo>
                <a:lnTo>
                  <a:pt x="558" y="169"/>
                </a:lnTo>
                <a:lnTo>
                  <a:pt x="558" y="170"/>
                </a:lnTo>
                <a:lnTo>
                  <a:pt x="558" y="171"/>
                </a:lnTo>
                <a:lnTo>
                  <a:pt x="558" y="172"/>
                </a:lnTo>
                <a:lnTo>
                  <a:pt x="558" y="173"/>
                </a:lnTo>
                <a:lnTo>
                  <a:pt x="558" y="174"/>
                </a:lnTo>
                <a:lnTo>
                  <a:pt x="559" y="174"/>
                </a:lnTo>
                <a:lnTo>
                  <a:pt x="558" y="174"/>
                </a:lnTo>
                <a:lnTo>
                  <a:pt x="559" y="175"/>
                </a:lnTo>
                <a:lnTo>
                  <a:pt x="559" y="176"/>
                </a:lnTo>
                <a:lnTo>
                  <a:pt x="560" y="176"/>
                </a:lnTo>
                <a:lnTo>
                  <a:pt x="560" y="175"/>
                </a:lnTo>
                <a:lnTo>
                  <a:pt x="561" y="175"/>
                </a:lnTo>
                <a:lnTo>
                  <a:pt x="562" y="174"/>
                </a:lnTo>
                <a:lnTo>
                  <a:pt x="563" y="174"/>
                </a:lnTo>
                <a:lnTo>
                  <a:pt x="564" y="173"/>
                </a:lnTo>
                <a:lnTo>
                  <a:pt x="565" y="173"/>
                </a:lnTo>
                <a:lnTo>
                  <a:pt x="566" y="173"/>
                </a:lnTo>
                <a:lnTo>
                  <a:pt x="566" y="174"/>
                </a:lnTo>
                <a:lnTo>
                  <a:pt x="567" y="174"/>
                </a:lnTo>
                <a:lnTo>
                  <a:pt x="567" y="175"/>
                </a:lnTo>
                <a:lnTo>
                  <a:pt x="568" y="175"/>
                </a:lnTo>
                <a:lnTo>
                  <a:pt x="568" y="176"/>
                </a:lnTo>
                <a:lnTo>
                  <a:pt x="569" y="177"/>
                </a:lnTo>
                <a:lnTo>
                  <a:pt x="570" y="177"/>
                </a:lnTo>
                <a:lnTo>
                  <a:pt x="571" y="177"/>
                </a:lnTo>
                <a:lnTo>
                  <a:pt x="571" y="178"/>
                </a:lnTo>
                <a:lnTo>
                  <a:pt x="571" y="179"/>
                </a:lnTo>
                <a:lnTo>
                  <a:pt x="572" y="179"/>
                </a:lnTo>
                <a:lnTo>
                  <a:pt x="573" y="179"/>
                </a:lnTo>
                <a:lnTo>
                  <a:pt x="573" y="180"/>
                </a:lnTo>
                <a:lnTo>
                  <a:pt x="574" y="179"/>
                </a:lnTo>
                <a:lnTo>
                  <a:pt x="575" y="179"/>
                </a:lnTo>
                <a:lnTo>
                  <a:pt x="576" y="179"/>
                </a:lnTo>
                <a:lnTo>
                  <a:pt x="577" y="179"/>
                </a:lnTo>
                <a:lnTo>
                  <a:pt x="577" y="180"/>
                </a:lnTo>
                <a:lnTo>
                  <a:pt x="578" y="180"/>
                </a:lnTo>
                <a:lnTo>
                  <a:pt x="579" y="179"/>
                </a:lnTo>
                <a:lnTo>
                  <a:pt x="578" y="179"/>
                </a:lnTo>
                <a:lnTo>
                  <a:pt x="579" y="179"/>
                </a:lnTo>
                <a:lnTo>
                  <a:pt x="579" y="180"/>
                </a:lnTo>
                <a:lnTo>
                  <a:pt x="579" y="179"/>
                </a:lnTo>
                <a:lnTo>
                  <a:pt x="579" y="180"/>
                </a:lnTo>
                <a:lnTo>
                  <a:pt x="578" y="180"/>
                </a:lnTo>
                <a:lnTo>
                  <a:pt x="578" y="182"/>
                </a:lnTo>
                <a:lnTo>
                  <a:pt x="578" y="183"/>
                </a:lnTo>
                <a:lnTo>
                  <a:pt x="579" y="183"/>
                </a:lnTo>
                <a:lnTo>
                  <a:pt x="579" y="184"/>
                </a:lnTo>
                <a:lnTo>
                  <a:pt x="580" y="185"/>
                </a:lnTo>
                <a:lnTo>
                  <a:pt x="581" y="185"/>
                </a:lnTo>
                <a:lnTo>
                  <a:pt x="582" y="185"/>
                </a:lnTo>
                <a:lnTo>
                  <a:pt x="582" y="186"/>
                </a:lnTo>
                <a:lnTo>
                  <a:pt x="583" y="187"/>
                </a:lnTo>
                <a:lnTo>
                  <a:pt x="584" y="187"/>
                </a:lnTo>
                <a:lnTo>
                  <a:pt x="584" y="186"/>
                </a:lnTo>
                <a:lnTo>
                  <a:pt x="585" y="186"/>
                </a:lnTo>
                <a:lnTo>
                  <a:pt x="585" y="185"/>
                </a:lnTo>
                <a:lnTo>
                  <a:pt x="586" y="185"/>
                </a:lnTo>
                <a:lnTo>
                  <a:pt x="587" y="185"/>
                </a:lnTo>
                <a:lnTo>
                  <a:pt x="587" y="186"/>
                </a:lnTo>
                <a:lnTo>
                  <a:pt x="588" y="186"/>
                </a:lnTo>
                <a:lnTo>
                  <a:pt x="589" y="185"/>
                </a:lnTo>
                <a:lnTo>
                  <a:pt x="590" y="185"/>
                </a:lnTo>
                <a:lnTo>
                  <a:pt x="591" y="185"/>
                </a:lnTo>
                <a:lnTo>
                  <a:pt x="591" y="184"/>
                </a:lnTo>
                <a:lnTo>
                  <a:pt x="592" y="184"/>
                </a:lnTo>
                <a:lnTo>
                  <a:pt x="592" y="185"/>
                </a:lnTo>
                <a:lnTo>
                  <a:pt x="593" y="186"/>
                </a:lnTo>
                <a:lnTo>
                  <a:pt x="593" y="185"/>
                </a:lnTo>
                <a:lnTo>
                  <a:pt x="594" y="184"/>
                </a:lnTo>
                <a:lnTo>
                  <a:pt x="595" y="184"/>
                </a:lnTo>
                <a:lnTo>
                  <a:pt x="595" y="183"/>
                </a:lnTo>
                <a:lnTo>
                  <a:pt x="596" y="183"/>
                </a:lnTo>
                <a:lnTo>
                  <a:pt x="597" y="183"/>
                </a:lnTo>
                <a:lnTo>
                  <a:pt x="597" y="184"/>
                </a:lnTo>
                <a:lnTo>
                  <a:pt x="596" y="184"/>
                </a:lnTo>
                <a:lnTo>
                  <a:pt x="597" y="184"/>
                </a:lnTo>
                <a:lnTo>
                  <a:pt x="597" y="185"/>
                </a:lnTo>
                <a:lnTo>
                  <a:pt x="598" y="185"/>
                </a:lnTo>
                <a:lnTo>
                  <a:pt x="598" y="186"/>
                </a:lnTo>
                <a:lnTo>
                  <a:pt x="598" y="185"/>
                </a:lnTo>
                <a:lnTo>
                  <a:pt x="599" y="184"/>
                </a:lnTo>
                <a:lnTo>
                  <a:pt x="599" y="183"/>
                </a:lnTo>
                <a:lnTo>
                  <a:pt x="599" y="182"/>
                </a:lnTo>
                <a:lnTo>
                  <a:pt x="600" y="182"/>
                </a:lnTo>
                <a:lnTo>
                  <a:pt x="600" y="180"/>
                </a:lnTo>
                <a:lnTo>
                  <a:pt x="600" y="179"/>
                </a:lnTo>
                <a:lnTo>
                  <a:pt x="601" y="179"/>
                </a:lnTo>
                <a:lnTo>
                  <a:pt x="602" y="180"/>
                </a:lnTo>
                <a:lnTo>
                  <a:pt x="603" y="180"/>
                </a:lnTo>
                <a:lnTo>
                  <a:pt x="604" y="180"/>
                </a:lnTo>
                <a:lnTo>
                  <a:pt x="605" y="180"/>
                </a:lnTo>
                <a:lnTo>
                  <a:pt x="606" y="182"/>
                </a:lnTo>
                <a:lnTo>
                  <a:pt x="607" y="182"/>
                </a:lnTo>
                <a:lnTo>
                  <a:pt x="607" y="180"/>
                </a:lnTo>
                <a:lnTo>
                  <a:pt x="608" y="179"/>
                </a:lnTo>
                <a:lnTo>
                  <a:pt x="609" y="179"/>
                </a:lnTo>
                <a:lnTo>
                  <a:pt x="609" y="178"/>
                </a:lnTo>
                <a:lnTo>
                  <a:pt x="608" y="178"/>
                </a:lnTo>
                <a:lnTo>
                  <a:pt x="608" y="177"/>
                </a:lnTo>
                <a:lnTo>
                  <a:pt x="608" y="176"/>
                </a:lnTo>
                <a:lnTo>
                  <a:pt x="608" y="175"/>
                </a:lnTo>
                <a:lnTo>
                  <a:pt x="609" y="174"/>
                </a:lnTo>
                <a:lnTo>
                  <a:pt x="610" y="173"/>
                </a:lnTo>
                <a:lnTo>
                  <a:pt x="610" y="172"/>
                </a:lnTo>
                <a:lnTo>
                  <a:pt x="609" y="172"/>
                </a:lnTo>
                <a:lnTo>
                  <a:pt x="610" y="172"/>
                </a:lnTo>
                <a:lnTo>
                  <a:pt x="610" y="171"/>
                </a:lnTo>
                <a:lnTo>
                  <a:pt x="611" y="171"/>
                </a:lnTo>
                <a:lnTo>
                  <a:pt x="612" y="171"/>
                </a:lnTo>
                <a:lnTo>
                  <a:pt x="613" y="171"/>
                </a:lnTo>
                <a:lnTo>
                  <a:pt x="614" y="171"/>
                </a:lnTo>
                <a:lnTo>
                  <a:pt x="614" y="172"/>
                </a:lnTo>
                <a:lnTo>
                  <a:pt x="614" y="173"/>
                </a:lnTo>
                <a:lnTo>
                  <a:pt x="615" y="174"/>
                </a:lnTo>
                <a:lnTo>
                  <a:pt x="616" y="174"/>
                </a:lnTo>
                <a:lnTo>
                  <a:pt x="616" y="175"/>
                </a:lnTo>
                <a:lnTo>
                  <a:pt x="615" y="175"/>
                </a:lnTo>
                <a:lnTo>
                  <a:pt x="616" y="175"/>
                </a:lnTo>
                <a:lnTo>
                  <a:pt x="617" y="175"/>
                </a:lnTo>
                <a:lnTo>
                  <a:pt x="617" y="176"/>
                </a:lnTo>
                <a:lnTo>
                  <a:pt x="618" y="176"/>
                </a:lnTo>
                <a:lnTo>
                  <a:pt x="619" y="176"/>
                </a:lnTo>
                <a:lnTo>
                  <a:pt x="620" y="176"/>
                </a:lnTo>
                <a:lnTo>
                  <a:pt x="619" y="176"/>
                </a:lnTo>
                <a:lnTo>
                  <a:pt x="619" y="177"/>
                </a:lnTo>
                <a:lnTo>
                  <a:pt x="619" y="178"/>
                </a:lnTo>
                <a:lnTo>
                  <a:pt x="619" y="179"/>
                </a:lnTo>
                <a:lnTo>
                  <a:pt x="618" y="179"/>
                </a:lnTo>
                <a:lnTo>
                  <a:pt x="618" y="180"/>
                </a:lnTo>
                <a:lnTo>
                  <a:pt x="618" y="182"/>
                </a:lnTo>
                <a:lnTo>
                  <a:pt x="618" y="183"/>
                </a:lnTo>
                <a:lnTo>
                  <a:pt x="617" y="183"/>
                </a:lnTo>
                <a:lnTo>
                  <a:pt x="617" y="184"/>
                </a:lnTo>
                <a:lnTo>
                  <a:pt x="618" y="184"/>
                </a:lnTo>
                <a:lnTo>
                  <a:pt x="618" y="185"/>
                </a:lnTo>
                <a:lnTo>
                  <a:pt x="618" y="186"/>
                </a:lnTo>
                <a:lnTo>
                  <a:pt x="618" y="187"/>
                </a:lnTo>
                <a:lnTo>
                  <a:pt x="617" y="187"/>
                </a:lnTo>
                <a:lnTo>
                  <a:pt x="617" y="188"/>
                </a:lnTo>
                <a:lnTo>
                  <a:pt x="617" y="189"/>
                </a:lnTo>
                <a:lnTo>
                  <a:pt x="618" y="189"/>
                </a:lnTo>
                <a:lnTo>
                  <a:pt x="618" y="190"/>
                </a:lnTo>
                <a:lnTo>
                  <a:pt x="619" y="190"/>
                </a:lnTo>
                <a:lnTo>
                  <a:pt x="620" y="190"/>
                </a:lnTo>
                <a:lnTo>
                  <a:pt x="620" y="191"/>
                </a:lnTo>
                <a:lnTo>
                  <a:pt x="621" y="191"/>
                </a:lnTo>
                <a:lnTo>
                  <a:pt x="622" y="191"/>
                </a:lnTo>
                <a:lnTo>
                  <a:pt x="622" y="192"/>
                </a:lnTo>
                <a:lnTo>
                  <a:pt x="621" y="193"/>
                </a:lnTo>
                <a:lnTo>
                  <a:pt x="621" y="194"/>
                </a:lnTo>
                <a:lnTo>
                  <a:pt x="622" y="194"/>
                </a:lnTo>
                <a:lnTo>
                  <a:pt x="623" y="193"/>
                </a:lnTo>
                <a:lnTo>
                  <a:pt x="624" y="193"/>
                </a:lnTo>
                <a:lnTo>
                  <a:pt x="625" y="193"/>
                </a:lnTo>
                <a:lnTo>
                  <a:pt x="625" y="194"/>
                </a:lnTo>
                <a:lnTo>
                  <a:pt x="626" y="195"/>
                </a:lnTo>
                <a:lnTo>
                  <a:pt x="627" y="195"/>
                </a:lnTo>
                <a:lnTo>
                  <a:pt x="627" y="194"/>
                </a:lnTo>
                <a:lnTo>
                  <a:pt x="628" y="194"/>
                </a:lnTo>
                <a:lnTo>
                  <a:pt x="628" y="193"/>
                </a:lnTo>
                <a:lnTo>
                  <a:pt x="629" y="193"/>
                </a:lnTo>
                <a:lnTo>
                  <a:pt x="630" y="193"/>
                </a:lnTo>
                <a:lnTo>
                  <a:pt x="631" y="193"/>
                </a:lnTo>
                <a:lnTo>
                  <a:pt x="631" y="192"/>
                </a:lnTo>
                <a:lnTo>
                  <a:pt x="632" y="192"/>
                </a:lnTo>
                <a:lnTo>
                  <a:pt x="633" y="193"/>
                </a:lnTo>
                <a:lnTo>
                  <a:pt x="634" y="194"/>
                </a:lnTo>
                <a:lnTo>
                  <a:pt x="633" y="195"/>
                </a:lnTo>
                <a:lnTo>
                  <a:pt x="633" y="196"/>
                </a:lnTo>
                <a:lnTo>
                  <a:pt x="632" y="196"/>
                </a:lnTo>
                <a:lnTo>
                  <a:pt x="633" y="196"/>
                </a:lnTo>
                <a:lnTo>
                  <a:pt x="633" y="197"/>
                </a:lnTo>
                <a:lnTo>
                  <a:pt x="633" y="198"/>
                </a:lnTo>
                <a:lnTo>
                  <a:pt x="632" y="198"/>
                </a:lnTo>
                <a:lnTo>
                  <a:pt x="633" y="199"/>
                </a:lnTo>
                <a:lnTo>
                  <a:pt x="634" y="199"/>
                </a:lnTo>
                <a:lnTo>
                  <a:pt x="635" y="199"/>
                </a:lnTo>
                <a:lnTo>
                  <a:pt x="636" y="199"/>
                </a:lnTo>
                <a:lnTo>
                  <a:pt x="636" y="198"/>
                </a:lnTo>
                <a:lnTo>
                  <a:pt x="637" y="198"/>
                </a:lnTo>
                <a:lnTo>
                  <a:pt x="638" y="198"/>
                </a:lnTo>
                <a:lnTo>
                  <a:pt x="638" y="199"/>
                </a:lnTo>
                <a:lnTo>
                  <a:pt x="639" y="199"/>
                </a:lnTo>
                <a:lnTo>
                  <a:pt x="639" y="200"/>
                </a:lnTo>
                <a:lnTo>
                  <a:pt x="639" y="201"/>
                </a:lnTo>
                <a:lnTo>
                  <a:pt x="639" y="202"/>
                </a:lnTo>
                <a:lnTo>
                  <a:pt x="640" y="202"/>
                </a:lnTo>
                <a:lnTo>
                  <a:pt x="640" y="201"/>
                </a:lnTo>
                <a:lnTo>
                  <a:pt x="640" y="202"/>
                </a:lnTo>
                <a:lnTo>
                  <a:pt x="640" y="203"/>
                </a:lnTo>
                <a:lnTo>
                  <a:pt x="640" y="204"/>
                </a:lnTo>
                <a:lnTo>
                  <a:pt x="639" y="204"/>
                </a:lnTo>
                <a:lnTo>
                  <a:pt x="639" y="205"/>
                </a:lnTo>
                <a:lnTo>
                  <a:pt x="640" y="205"/>
                </a:lnTo>
                <a:lnTo>
                  <a:pt x="641" y="206"/>
                </a:lnTo>
                <a:lnTo>
                  <a:pt x="641" y="207"/>
                </a:lnTo>
                <a:lnTo>
                  <a:pt x="642" y="207"/>
                </a:lnTo>
                <a:lnTo>
                  <a:pt x="642" y="206"/>
                </a:lnTo>
                <a:lnTo>
                  <a:pt x="643" y="207"/>
                </a:lnTo>
                <a:lnTo>
                  <a:pt x="644" y="207"/>
                </a:lnTo>
                <a:lnTo>
                  <a:pt x="644" y="206"/>
                </a:lnTo>
                <a:lnTo>
                  <a:pt x="645" y="207"/>
                </a:lnTo>
                <a:lnTo>
                  <a:pt x="646" y="207"/>
                </a:lnTo>
                <a:lnTo>
                  <a:pt x="646" y="208"/>
                </a:lnTo>
                <a:lnTo>
                  <a:pt x="646" y="209"/>
                </a:lnTo>
                <a:lnTo>
                  <a:pt x="647" y="209"/>
                </a:lnTo>
                <a:lnTo>
                  <a:pt x="647" y="210"/>
                </a:lnTo>
                <a:lnTo>
                  <a:pt x="647" y="211"/>
                </a:lnTo>
                <a:lnTo>
                  <a:pt x="647" y="212"/>
                </a:lnTo>
                <a:lnTo>
                  <a:pt x="646" y="213"/>
                </a:lnTo>
                <a:lnTo>
                  <a:pt x="647" y="214"/>
                </a:lnTo>
                <a:lnTo>
                  <a:pt x="648" y="214"/>
                </a:lnTo>
                <a:lnTo>
                  <a:pt x="648" y="215"/>
                </a:lnTo>
                <a:lnTo>
                  <a:pt x="648" y="216"/>
                </a:lnTo>
                <a:lnTo>
                  <a:pt x="649" y="216"/>
                </a:lnTo>
                <a:lnTo>
                  <a:pt x="649" y="217"/>
                </a:lnTo>
                <a:lnTo>
                  <a:pt x="648" y="217"/>
                </a:lnTo>
                <a:lnTo>
                  <a:pt x="649" y="217"/>
                </a:lnTo>
                <a:lnTo>
                  <a:pt x="650" y="218"/>
                </a:lnTo>
                <a:lnTo>
                  <a:pt x="651" y="219"/>
                </a:lnTo>
                <a:lnTo>
                  <a:pt x="652" y="219"/>
                </a:lnTo>
                <a:lnTo>
                  <a:pt x="652" y="218"/>
                </a:lnTo>
                <a:lnTo>
                  <a:pt x="652" y="217"/>
                </a:lnTo>
                <a:lnTo>
                  <a:pt x="653" y="218"/>
                </a:lnTo>
                <a:lnTo>
                  <a:pt x="653" y="217"/>
                </a:lnTo>
                <a:lnTo>
                  <a:pt x="653" y="216"/>
                </a:lnTo>
                <a:lnTo>
                  <a:pt x="654" y="215"/>
                </a:lnTo>
                <a:lnTo>
                  <a:pt x="655" y="215"/>
                </a:lnTo>
                <a:lnTo>
                  <a:pt x="656" y="215"/>
                </a:lnTo>
                <a:lnTo>
                  <a:pt x="656" y="214"/>
                </a:lnTo>
                <a:lnTo>
                  <a:pt x="656" y="213"/>
                </a:lnTo>
                <a:lnTo>
                  <a:pt x="656" y="212"/>
                </a:lnTo>
                <a:lnTo>
                  <a:pt x="656" y="211"/>
                </a:lnTo>
                <a:lnTo>
                  <a:pt x="657" y="211"/>
                </a:lnTo>
                <a:lnTo>
                  <a:pt x="657" y="212"/>
                </a:lnTo>
                <a:lnTo>
                  <a:pt x="658" y="212"/>
                </a:lnTo>
                <a:lnTo>
                  <a:pt x="659" y="212"/>
                </a:lnTo>
                <a:lnTo>
                  <a:pt x="660" y="213"/>
                </a:lnTo>
                <a:lnTo>
                  <a:pt x="661" y="213"/>
                </a:lnTo>
                <a:lnTo>
                  <a:pt x="662" y="213"/>
                </a:lnTo>
                <a:lnTo>
                  <a:pt x="663" y="213"/>
                </a:lnTo>
                <a:lnTo>
                  <a:pt x="663" y="214"/>
                </a:lnTo>
                <a:lnTo>
                  <a:pt x="662" y="214"/>
                </a:lnTo>
                <a:lnTo>
                  <a:pt x="662" y="215"/>
                </a:lnTo>
                <a:lnTo>
                  <a:pt x="663" y="215"/>
                </a:lnTo>
                <a:lnTo>
                  <a:pt x="664" y="215"/>
                </a:lnTo>
                <a:lnTo>
                  <a:pt x="664" y="216"/>
                </a:lnTo>
                <a:lnTo>
                  <a:pt x="665" y="217"/>
                </a:lnTo>
                <a:lnTo>
                  <a:pt x="665" y="218"/>
                </a:lnTo>
                <a:lnTo>
                  <a:pt x="666" y="218"/>
                </a:lnTo>
                <a:lnTo>
                  <a:pt x="666" y="219"/>
                </a:lnTo>
                <a:lnTo>
                  <a:pt x="667" y="220"/>
                </a:lnTo>
                <a:lnTo>
                  <a:pt x="667" y="221"/>
                </a:lnTo>
                <a:lnTo>
                  <a:pt x="668" y="222"/>
                </a:lnTo>
                <a:lnTo>
                  <a:pt x="668" y="223"/>
                </a:lnTo>
                <a:lnTo>
                  <a:pt x="669" y="223"/>
                </a:lnTo>
                <a:lnTo>
                  <a:pt x="669" y="222"/>
                </a:lnTo>
                <a:lnTo>
                  <a:pt x="669" y="221"/>
                </a:lnTo>
                <a:lnTo>
                  <a:pt x="670" y="221"/>
                </a:lnTo>
                <a:lnTo>
                  <a:pt x="671" y="221"/>
                </a:lnTo>
                <a:lnTo>
                  <a:pt x="672" y="221"/>
                </a:lnTo>
                <a:lnTo>
                  <a:pt x="673" y="221"/>
                </a:lnTo>
                <a:lnTo>
                  <a:pt x="674" y="221"/>
                </a:lnTo>
                <a:lnTo>
                  <a:pt x="675" y="221"/>
                </a:lnTo>
                <a:lnTo>
                  <a:pt x="675" y="220"/>
                </a:lnTo>
                <a:lnTo>
                  <a:pt x="675" y="219"/>
                </a:lnTo>
                <a:lnTo>
                  <a:pt x="676" y="219"/>
                </a:lnTo>
                <a:lnTo>
                  <a:pt x="677" y="219"/>
                </a:lnTo>
                <a:lnTo>
                  <a:pt x="678" y="219"/>
                </a:lnTo>
                <a:lnTo>
                  <a:pt x="678" y="220"/>
                </a:lnTo>
                <a:lnTo>
                  <a:pt x="679" y="221"/>
                </a:lnTo>
                <a:lnTo>
                  <a:pt x="678" y="222"/>
                </a:lnTo>
                <a:lnTo>
                  <a:pt x="679" y="222"/>
                </a:lnTo>
                <a:lnTo>
                  <a:pt x="679" y="223"/>
                </a:lnTo>
                <a:lnTo>
                  <a:pt x="679" y="224"/>
                </a:lnTo>
                <a:lnTo>
                  <a:pt x="680" y="225"/>
                </a:lnTo>
                <a:lnTo>
                  <a:pt x="681" y="224"/>
                </a:lnTo>
                <a:lnTo>
                  <a:pt x="681" y="225"/>
                </a:lnTo>
                <a:lnTo>
                  <a:pt x="681" y="226"/>
                </a:lnTo>
                <a:lnTo>
                  <a:pt x="682" y="226"/>
                </a:lnTo>
                <a:lnTo>
                  <a:pt x="683" y="226"/>
                </a:lnTo>
                <a:lnTo>
                  <a:pt x="683" y="227"/>
                </a:lnTo>
                <a:lnTo>
                  <a:pt x="684" y="227"/>
                </a:lnTo>
                <a:lnTo>
                  <a:pt x="684" y="228"/>
                </a:lnTo>
                <a:lnTo>
                  <a:pt x="683" y="228"/>
                </a:lnTo>
                <a:lnTo>
                  <a:pt x="683" y="229"/>
                </a:lnTo>
                <a:lnTo>
                  <a:pt x="683" y="230"/>
                </a:lnTo>
                <a:lnTo>
                  <a:pt x="684" y="230"/>
                </a:lnTo>
                <a:lnTo>
                  <a:pt x="684" y="229"/>
                </a:lnTo>
                <a:lnTo>
                  <a:pt x="685" y="230"/>
                </a:lnTo>
                <a:lnTo>
                  <a:pt x="686" y="230"/>
                </a:lnTo>
                <a:lnTo>
                  <a:pt x="687" y="229"/>
                </a:lnTo>
                <a:lnTo>
                  <a:pt x="687" y="230"/>
                </a:lnTo>
                <a:lnTo>
                  <a:pt x="688" y="230"/>
                </a:lnTo>
                <a:lnTo>
                  <a:pt x="689" y="230"/>
                </a:lnTo>
                <a:lnTo>
                  <a:pt x="689" y="231"/>
                </a:lnTo>
                <a:lnTo>
                  <a:pt x="689" y="232"/>
                </a:lnTo>
                <a:lnTo>
                  <a:pt x="690" y="232"/>
                </a:lnTo>
                <a:lnTo>
                  <a:pt x="691" y="232"/>
                </a:lnTo>
                <a:lnTo>
                  <a:pt x="691" y="233"/>
                </a:lnTo>
                <a:lnTo>
                  <a:pt x="692" y="232"/>
                </a:lnTo>
                <a:lnTo>
                  <a:pt x="694" y="232"/>
                </a:lnTo>
                <a:lnTo>
                  <a:pt x="694" y="233"/>
                </a:lnTo>
                <a:lnTo>
                  <a:pt x="694" y="234"/>
                </a:lnTo>
                <a:lnTo>
                  <a:pt x="694" y="235"/>
                </a:lnTo>
                <a:lnTo>
                  <a:pt x="695" y="236"/>
                </a:lnTo>
                <a:lnTo>
                  <a:pt x="694" y="236"/>
                </a:lnTo>
                <a:lnTo>
                  <a:pt x="694" y="237"/>
                </a:lnTo>
                <a:lnTo>
                  <a:pt x="695" y="237"/>
                </a:lnTo>
                <a:lnTo>
                  <a:pt x="695" y="238"/>
                </a:lnTo>
                <a:lnTo>
                  <a:pt x="694" y="238"/>
                </a:lnTo>
                <a:lnTo>
                  <a:pt x="693" y="238"/>
                </a:lnTo>
                <a:lnTo>
                  <a:pt x="692" y="238"/>
                </a:lnTo>
                <a:lnTo>
                  <a:pt x="692" y="239"/>
                </a:lnTo>
                <a:lnTo>
                  <a:pt x="691" y="239"/>
                </a:lnTo>
                <a:lnTo>
                  <a:pt x="691" y="238"/>
                </a:lnTo>
                <a:lnTo>
                  <a:pt x="690" y="239"/>
                </a:lnTo>
                <a:lnTo>
                  <a:pt x="689" y="239"/>
                </a:lnTo>
                <a:lnTo>
                  <a:pt x="688" y="239"/>
                </a:lnTo>
                <a:lnTo>
                  <a:pt x="687" y="241"/>
                </a:lnTo>
                <a:lnTo>
                  <a:pt x="687" y="240"/>
                </a:lnTo>
                <a:lnTo>
                  <a:pt x="686" y="241"/>
                </a:lnTo>
                <a:lnTo>
                  <a:pt x="686" y="242"/>
                </a:lnTo>
                <a:lnTo>
                  <a:pt x="685" y="242"/>
                </a:lnTo>
                <a:lnTo>
                  <a:pt x="684" y="243"/>
                </a:lnTo>
                <a:lnTo>
                  <a:pt x="684" y="244"/>
                </a:lnTo>
                <a:lnTo>
                  <a:pt x="683" y="244"/>
                </a:lnTo>
                <a:lnTo>
                  <a:pt x="682" y="244"/>
                </a:lnTo>
                <a:lnTo>
                  <a:pt x="683" y="244"/>
                </a:lnTo>
                <a:lnTo>
                  <a:pt x="682" y="244"/>
                </a:lnTo>
                <a:lnTo>
                  <a:pt x="682" y="245"/>
                </a:lnTo>
                <a:lnTo>
                  <a:pt x="682" y="246"/>
                </a:lnTo>
                <a:lnTo>
                  <a:pt x="681" y="246"/>
                </a:lnTo>
                <a:lnTo>
                  <a:pt x="681" y="245"/>
                </a:lnTo>
                <a:lnTo>
                  <a:pt x="680" y="245"/>
                </a:lnTo>
                <a:lnTo>
                  <a:pt x="680" y="246"/>
                </a:lnTo>
                <a:lnTo>
                  <a:pt x="679" y="246"/>
                </a:lnTo>
                <a:lnTo>
                  <a:pt x="678" y="246"/>
                </a:lnTo>
                <a:lnTo>
                  <a:pt x="678" y="247"/>
                </a:lnTo>
                <a:lnTo>
                  <a:pt x="677" y="247"/>
                </a:lnTo>
                <a:lnTo>
                  <a:pt x="676" y="248"/>
                </a:lnTo>
                <a:lnTo>
                  <a:pt x="676" y="249"/>
                </a:lnTo>
                <a:lnTo>
                  <a:pt x="675" y="249"/>
                </a:lnTo>
                <a:lnTo>
                  <a:pt x="675" y="250"/>
                </a:lnTo>
                <a:lnTo>
                  <a:pt x="675" y="251"/>
                </a:lnTo>
                <a:lnTo>
                  <a:pt x="675" y="252"/>
                </a:lnTo>
                <a:lnTo>
                  <a:pt x="676" y="252"/>
                </a:lnTo>
                <a:lnTo>
                  <a:pt x="676" y="253"/>
                </a:lnTo>
                <a:lnTo>
                  <a:pt x="676" y="254"/>
                </a:lnTo>
                <a:lnTo>
                  <a:pt x="676" y="255"/>
                </a:lnTo>
                <a:lnTo>
                  <a:pt x="675" y="255"/>
                </a:lnTo>
                <a:lnTo>
                  <a:pt x="676" y="256"/>
                </a:lnTo>
                <a:lnTo>
                  <a:pt x="677" y="256"/>
                </a:lnTo>
                <a:lnTo>
                  <a:pt x="677" y="257"/>
                </a:lnTo>
                <a:lnTo>
                  <a:pt x="676" y="257"/>
                </a:lnTo>
                <a:lnTo>
                  <a:pt x="676" y="258"/>
                </a:lnTo>
                <a:lnTo>
                  <a:pt x="675" y="258"/>
                </a:lnTo>
                <a:lnTo>
                  <a:pt x="675" y="259"/>
                </a:lnTo>
                <a:lnTo>
                  <a:pt x="674" y="259"/>
                </a:lnTo>
                <a:lnTo>
                  <a:pt x="673" y="259"/>
                </a:lnTo>
                <a:lnTo>
                  <a:pt x="672" y="259"/>
                </a:lnTo>
                <a:lnTo>
                  <a:pt x="671" y="259"/>
                </a:lnTo>
                <a:lnTo>
                  <a:pt x="671" y="258"/>
                </a:lnTo>
                <a:lnTo>
                  <a:pt x="670" y="258"/>
                </a:lnTo>
                <a:lnTo>
                  <a:pt x="669" y="258"/>
                </a:lnTo>
                <a:lnTo>
                  <a:pt x="669" y="259"/>
                </a:lnTo>
                <a:lnTo>
                  <a:pt x="668" y="260"/>
                </a:lnTo>
                <a:lnTo>
                  <a:pt x="669" y="260"/>
                </a:lnTo>
                <a:lnTo>
                  <a:pt x="668" y="260"/>
                </a:lnTo>
                <a:lnTo>
                  <a:pt x="668" y="261"/>
                </a:lnTo>
                <a:lnTo>
                  <a:pt x="668" y="262"/>
                </a:lnTo>
                <a:lnTo>
                  <a:pt x="668" y="263"/>
                </a:lnTo>
                <a:lnTo>
                  <a:pt x="667" y="263"/>
                </a:lnTo>
                <a:lnTo>
                  <a:pt x="667" y="265"/>
                </a:lnTo>
                <a:lnTo>
                  <a:pt x="667" y="266"/>
                </a:lnTo>
                <a:lnTo>
                  <a:pt x="668" y="266"/>
                </a:lnTo>
                <a:lnTo>
                  <a:pt x="668" y="267"/>
                </a:lnTo>
                <a:lnTo>
                  <a:pt x="668" y="268"/>
                </a:lnTo>
                <a:lnTo>
                  <a:pt x="669" y="268"/>
                </a:lnTo>
                <a:lnTo>
                  <a:pt x="670" y="269"/>
                </a:lnTo>
                <a:lnTo>
                  <a:pt x="670" y="270"/>
                </a:lnTo>
                <a:lnTo>
                  <a:pt x="671" y="271"/>
                </a:lnTo>
                <a:lnTo>
                  <a:pt x="671" y="270"/>
                </a:lnTo>
                <a:lnTo>
                  <a:pt x="671" y="271"/>
                </a:lnTo>
                <a:lnTo>
                  <a:pt x="672" y="271"/>
                </a:lnTo>
                <a:lnTo>
                  <a:pt x="672" y="272"/>
                </a:lnTo>
                <a:lnTo>
                  <a:pt x="671" y="273"/>
                </a:lnTo>
                <a:lnTo>
                  <a:pt x="671" y="274"/>
                </a:lnTo>
                <a:lnTo>
                  <a:pt x="672" y="274"/>
                </a:lnTo>
                <a:lnTo>
                  <a:pt x="672" y="275"/>
                </a:lnTo>
                <a:lnTo>
                  <a:pt x="673" y="275"/>
                </a:lnTo>
                <a:lnTo>
                  <a:pt x="673" y="274"/>
                </a:lnTo>
                <a:lnTo>
                  <a:pt x="674" y="274"/>
                </a:lnTo>
                <a:lnTo>
                  <a:pt x="674" y="275"/>
                </a:lnTo>
                <a:lnTo>
                  <a:pt x="675" y="274"/>
                </a:lnTo>
                <a:lnTo>
                  <a:pt x="675" y="275"/>
                </a:lnTo>
                <a:lnTo>
                  <a:pt x="675" y="276"/>
                </a:lnTo>
                <a:lnTo>
                  <a:pt x="676" y="276"/>
                </a:lnTo>
                <a:lnTo>
                  <a:pt x="678" y="277"/>
                </a:lnTo>
                <a:lnTo>
                  <a:pt x="677" y="277"/>
                </a:lnTo>
                <a:lnTo>
                  <a:pt x="677" y="278"/>
                </a:lnTo>
                <a:lnTo>
                  <a:pt x="678" y="278"/>
                </a:lnTo>
                <a:lnTo>
                  <a:pt x="678" y="279"/>
                </a:lnTo>
                <a:lnTo>
                  <a:pt x="678" y="280"/>
                </a:lnTo>
                <a:lnTo>
                  <a:pt x="679" y="281"/>
                </a:lnTo>
                <a:lnTo>
                  <a:pt x="680" y="281"/>
                </a:lnTo>
                <a:lnTo>
                  <a:pt x="680" y="282"/>
                </a:lnTo>
                <a:lnTo>
                  <a:pt x="681" y="283"/>
                </a:lnTo>
                <a:lnTo>
                  <a:pt x="681" y="284"/>
                </a:lnTo>
                <a:lnTo>
                  <a:pt x="680" y="284"/>
                </a:lnTo>
                <a:lnTo>
                  <a:pt x="680" y="285"/>
                </a:lnTo>
                <a:lnTo>
                  <a:pt x="680" y="286"/>
                </a:lnTo>
                <a:lnTo>
                  <a:pt x="679" y="286"/>
                </a:lnTo>
                <a:lnTo>
                  <a:pt x="679" y="287"/>
                </a:lnTo>
                <a:lnTo>
                  <a:pt x="679" y="288"/>
                </a:lnTo>
                <a:lnTo>
                  <a:pt x="680" y="288"/>
                </a:lnTo>
                <a:lnTo>
                  <a:pt x="679" y="288"/>
                </a:lnTo>
                <a:lnTo>
                  <a:pt x="679" y="289"/>
                </a:lnTo>
                <a:lnTo>
                  <a:pt x="679" y="290"/>
                </a:lnTo>
                <a:lnTo>
                  <a:pt x="680" y="290"/>
                </a:lnTo>
                <a:lnTo>
                  <a:pt x="681" y="290"/>
                </a:lnTo>
                <a:lnTo>
                  <a:pt x="681" y="291"/>
                </a:lnTo>
                <a:lnTo>
                  <a:pt x="681" y="292"/>
                </a:lnTo>
                <a:lnTo>
                  <a:pt x="682" y="292"/>
                </a:lnTo>
                <a:lnTo>
                  <a:pt x="683" y="292"/>
                </a:lnTo>
                <a:lnTo>
                  <a:pt x="684" y="293"/>
                </a:lnTo>
                <a:lnTo>
                  <a:pt x="683" y="293"/>
                </a:lnTo>
                <a:lnTo>
                  <a:pt x="682" y="293"/>
                </a:lnTo>
                <a:lnTo>
                  <a:pt x="681" y="293"/>
                </a:lnTo>
                <a:lnTo>
                  <a:pt x="681" y="294"/>
                </a:lnTo>
                <a:lnTo>
                  <a:pt x="680" y="295"/>
                </a:lnTo>
                <a:lnTo>
                  <a:pt x="679" y="295"/>
                </a:lnTo>
                <a:lnTo>
                  <a:pt x="679" y="296"/>
                </a:lnTo>
                <a:lnTo>
                  <a:pt x="678" y="297"/>
                </a:lnTo>
                <a:lnTo>
                  <a:pt x="678" y="298"/>
                </a:lnTo>
                <a:lnTo>
                  <a:pt x="679" y="299"/>
                </a:lnTo>
                <a:lnTo>
                  <a:pt x="679" y="300"/>
                </a:lnTo>
                <a:lnTo>
                  <a:pt x="680" y="300"/>
                </a:lnTo>
                <a:lnTo>
                  <a:pt x="680" y="301"/>
                </a:lnTo>
                <a:lnTo>
                  <a:pt x="681" y="301"/>
                </a:lnTo>
                <a:lnTo>
                  <a:pt x="681" y="302"/>
                </a:lnTo>
                <a:lnTo>
                  <a:pt x="681" y="303"/>
                </a:lnTo>
                <a:lnTo>
                  <a:pt x="680" y="303"/>
                </a:lnTo>
                <a:lnTo>
                  <a:pt x="680" y="304"/>
                </a:lnTo>
                <a:lnTo>
                  <a:pt x="680" y="305"/>
                </a:lnTo>
                <a:lnTo>
                  <a:pt x="681" y="305"/>
                </a:lnTo>
                <a:lnTo>
                  <a:pt x="682" y="305"/>
                </a:lnTo>
                <a:lnTo>
                  <a:pt x="683" y="305"/>
                </a:lnTo>
                <a:lnTo>
                  <a:pt x="683" y="304"/>
                </a:lnTo>
                <a:lnTo>
                  <a:pt x="683" y="305"/>
                </a:lnTo>
                <a:lnTo>
                  <a:pt x="684" y="304"/>
                </a:lnTo>
                <a:lnTo>
                  <a:pt x="685" y="305"/>
                </a:lnTo>
                <a:lnTo>
                  <a:pt x="686" y="305"/>
                </a:lnTo>
                <a:lnTo>
                  <a:pt x="686" y="306"/>
                </a:lnTo>
                <a:lnTo>
                  <a:pt x="687" y="306"/>
                </a:lnTo>
                <a:lnTo>
                  <a:pt x="688" y="307"/>
                </a:lnTo>
                <a:lnTo>
                  <a:pt x="687" y="307"/>
                </a:lnTo>
                <a:lnTo>
                  <a:pt x="687" y="308"/>
                </a:lnTo>
                <a:lnTo>
                  <a:pt x="688" y="308"/>
                </a:lnTo>
                <a:lnTo>
                  <a:pt x="688" y="309"/>
                </a:lnTo>
                <a:lnTo>
                  <a:pt x="687" y="309"/>
                </a:lnTo>
                <a:lnTo>
                  <a:pt x="688" y="309"/>
                </a:lnTo>
                <a:lnTo>
                  <a:pt x="688" y="310"/>
                </a:lnTo>
                <a:lnTo>
                  <a:pt x="689" y="310"/>
                </a:lnTo>
                <a:lnTo>
                  <a:pt x="690" y="311"/>
                </a:lnTo>
                <a:lnTo>
                  <a:pt x="691" y="311"/>
                </a:lnTo>
                <a:lnTo>
                  <a:pt x="691" y="312"/>
                </a:lnTo>
                <a:lnTo>
                  <a:pt x="692" y="313"/>
                </a:lnTo>
                <a:lnTo>
                  <a:pt x="693" y="313"/>
                </a:lnTo>
                <a:lnTo>
                  <a:pt x="693" y="314"/>
                </a:lnTo>
                <a:lnTo>
                  <a:pt x="694" y="314"/>
                </a:lnTo>
                <a:lnTo>
                  <a:pt x="694" y="315"/>
                </a:lnTo>
                <a:lnTo>
                  <a:pt x="694" y="316"/>
                </a:lnTo>
                <a:lnTo>
                  <a:pt x="695" y="316"/>
                </a:lnTo>
                <a:lnTo>
                  <a:pt x="694" y="317"/>
                </a:lnTo>
                <a:lnTo>
                  <a:pt x="693" y="317"/>
                </a:lnTo>
                <a:lnTo>
                  <a:pt x="694" y="318"/>
                </a:lnTo>
                <a:lnTo>
                  <a:pt x="694" y="319"/>
                </a:lnTo>
                <a:lnTo>
                  <a:pt x="694" y="320"/>
                </a:lnTo>
                <a:lnTo>
                  <a:pt x="694" y="321"/>
                </a:lnTo>
                <a:lnTo>
                  <a:pt x="695" y="322"/>
                </a:lnTo>
                <a:lnTo>
                  <a:pt x="695" y="323"/>
                </a:lnTo>
                <a:lnTo>
                  <a:pt x="695" y="322"/>
                </a:lnTo>
                <a:lnTo>
                  <a:pt x="696" y="323"/>
                </a:lnTo>
                <a:lnTo>
                  <a:pt x="696" y="324"/>
                </a:lnTo>
                <a:lnTo>
                  <a:pt x="696" y="325"/>
                </a:lnTo>
                <a:lnTo>
                  <a:pt x="697" y="325"/>
                </a:lnTo>
                <a:lnTo>
                  <a:pt x="696" y="326"/>
                </a:lnTo>
                <a:lnTo>
                  <a:pt x="696" y="327"/>
                </a:lnTo>
                <a:lnTo>
                  <a:pt x="696" y="328"/>
                </a:lnTo>
                <a:lnTo>
                  <a:pt x="696" y="329"/>
                </a:lnTo>
                <a:lnTo>
                  <a:pt x="695" y="329"/>
                </a:lnTo>
                <a:lnTo>
                  <a:pt x="695" y="330"/>
                </a:lnTo>
                <a:lnTo>
                  <a:pt x="696" y="330"/>
                </a:lnTo>
                <a:lnTo>
                  <a:pt x="696" y="331"/>
                </a:lnTo>
                <a:lnTo>
                  <a:pt x="696" y="332"/>
                </a:lnTo>
                <a:lnTo>
                  <a:pt x="697" y="332"/>
                </a:lnTo>
                <a:lnTo>
                  <a:pt x="697" y="333"/>
                </a:lnTo>
                <a:lnTo>
                  <a:pt x="696" y="333"/>
                </a:lnTo>
                <a:lnTo>
                  <a:pt x="696" y="334"/>
                </a:lnTo>
                <a:lnTo>
                  <a:pt x="696" y="335"/>
                </a:lnTo>
                <a:lnTo>
                  <a:pt x="696" y="336"/>
                </a:lnTo>
                <a:lnTo>
                  <a:pt x="696" y="337"/>
                </a:lnTo>
                <a:lnTo>
                  <a:pt x="696" y="338"/>
                </a:lnTo>
                <a:lnTo>
                  <a:pt x="695" y="339"/>
                </a:lnTo>
                <a:lnTo>
                  <a:pt x="695" y="340"/>
                </a:lnTo>
                <a:lnTo>
                  <a:pt x="696" y="340"/>
                </a:lnTo>
                <a:lnTo>
                  <a:pt x="700" y="347"/>
                </a:lnTo>
                <a:lnTo>
                  <a:pt x="700" y="346"/>
                </a:lnTo>
                <a:lnTo>
                  <a:pt x="700" y="347"/>
                </a:lnTo>
                <a:lnTo>
                  <a:pt x="700" y="348"/>
                </a:lnTo>
                <a:lnTo>
                  <a:pt x="701" y="348"/>
                </a:lnTo>
                <a:lnTo>
                  <a:pt x="701" y="349"/>
                </a:lnTo>
                <a:lnTo>
                  <a:pt x="701" y="350"/>
                </a:lnTo>
                <a:lnTo>
                  <a:pt x="700" y="350"/>
                </a:lnTo>
                <a:lnTo>
                  <a:pt x="700" y="351"/>
                </a:lnTo>
                <a:lnTo>
                  <a:pt x="700" y="352"/>
                </a:lnTo>
                <a:lnTo>
                  <a:pt x="701" y="353"/>
                </a:lnTo>
                <a:lnTo>
                  <a:pt x="701" y="354"/>
                </a:lnTo>
                <a:lnTo>
                  <a:pt x="700" y="354"/>
                </a:lnTo>
                <a:lnTo>
                  <a:pt x="699" y="355"/>
                </a:lnTo>
                <a:lnTo>
                  <a:pt x="698" y="355"/>
                </a:lnTo>
                <a:lnTo>
                  <a:pt x="697" y="356"/>
                </a:lnTo>
                <a:lnTo>
                  <a:pt x="696" y="357"/>
                </a:lnTo>
                <a:lnTo>
                  <a:pt x="695" y="358"/>
                </a:lnTo>
                <a:lnTo>
                  <a:pt x="694" y="359"/>
                </a:lnTo>
                <a:lnTo>
                  <a:pt x="694" y="360"/>
                </a:lnTo>
                <a:lnTo>
                  <a:pt x="693" y="360"/>
                </a:lnTo>
                <a:lnTo>
                  <a:pt x="693" y="361"/>
                </a:lnTo>
                <a:lnTo>
                  <a:pt x="692" y="361"/>
                </a:lnTo>
                <a:lnTo>
                  <a:pt x="691" y="362"/>
                </a:lnTo>
                <a:lnTo>
                  <a:pt x="690" y="362"/>
                </a:lnTo>
                <a:lnTo>
                  <a:pt x="689" y="363"/>
                </a:lnTo>
                <a:lnTo>
                  <a:pt x="686" y="364"/>
                </a:lnTo>
                <a:lnTo>
                  <a:pt x="685" y="364"/>
                </a:lnTo>
                <a:lnTo>
                  <a:pt x="684" y="364"/>
                </a:lnTo>
                <a:lnTo>
                  <a:pt x="683" y="364"/>
                </a:lnTo>
                <a:lnTo>
                  <a:pt x="682" y="365"/>
                </a:lnTo>
                <a:lnTo>
                  <a:pt x="682" y="364"/>
                </a:lnTo>
                <a:lnTo>
                  <a:pt x="680" y="364"/>
                </a:lnTo>
                <a:lnTo>
                  <a:pt x="678" y="364"/>
                </a:lnTo>
                <a:lnTo>
                  <a:pt x="678" y="363"/>
                </a:lnTo>
                <a:lnTo>
                  <a:pt x="674" y="362"/>
                </a:lnTo>
                <a:lnTo>
                  <a:pt x="673" y="362"/>
                </a:lnTo>
                <a:lnTo>
                  <a:pt x="671" y="360"/>
                </a:lnTo>
                <a:lnTo>
                  <a:pt x="670" y="359"/>
                </a:lnTo>
                <a:lnTo>
                  <a:pt x="669" y="358"/>
                </a:lnTo>
                <a:lnTo>
                  <a:pt x="668" y="357"/>
                </a:lnTo>
                <a:lnTo>
                  <a:pt x="666" y="356"/>
                </a:lnTo>
                <a:lnTo>
                  <a:pt x="665" y="355"/>
                </a:lnTo>
                <a:lnTo>
                  <a:pt x="664" y="354"/>
                </a:lnTo>
                <a:lnTo>
                  <a:pt x="662" y="353"/>
                </a:lnTo>
                <a:lnTo>
                  <a:pt x="661" y="352"/>
                </a:lnTo>
                <a:lnTo>
                  <a:pt x="660" y="352"/>
                </a:lnTo>
                <a:lnTo>
                  <a:pt x="659" y="352"/>
                </a:lnTo>
                <a:lnTo>
                  <a:pt x="657" y="352"/>
                </a:lnTo>
                <a:lnTo>
                  <a:pt x="655" y="353"/>
                </a:lnTo>
                <a:lnTo>
                  <a:pt x="654" y="353"/>
                </a:lnTo>
                <a:lnTo>
                  <a:pt x="653" y="353"/>
                </a:lnTo>
                <a:lnTo>
                  <a:pt x="652" y="353"/>
                </a:lnTo>
                <a:lnTo>
                  <a:pt x="651" y="353"/>
                </a:lnTo>
                <a:lnTo>
                  <a:pt x="650" y="353"/>
                </a:lnTo>
                <a:lnTo>
                  <a:pt x="648" y="353"/>
                </a:lnTo>
                <a:lnTo>
                  <a:pt x="646" y="353"/>
                </a:lnTo>
                <a:lnTo>
                  <a:pt x="645" y="352"/>
                </a:lnTo>
                <a:lnTo>
                  <a:pt x="644" y="352"/>
                </a:lnTo>
                <a:lnTo>
                  <a:pt x="644" y="353"/>
                </a:lnTo>
                <a:lnTo>
                  <a:pt x="644" y="354"/>
                </a:lnTo>
                <a:lnTo>
                  <a:pt x="643" y="355"/>
                </a:lnTo>
                <a:lnTo>
                  <a:pt x="642" y="355"/>
                </a:lnTo>
                <a:lnTo>
                  <a:pt x="641" y="356"/>
                </a:lnTo>
                <a:lnTo>
                  <a:pt x="641" y="357"/>
                </a:lnTo>
                <a:lnTo>
                  <a:pt x="641" y="358"/>
                </a:lnTo>
                <a:lnTo>
                  <a:pt x="641" y="359"/>
                </a:lnTo>
                <a:lnTo>
                  <a:pt x="640" y="359"/>
                </a:lnTo>
                <a:lnTo>
                  <a:pt x="640" y="360"/>
                </a:lnTo>
                <a:lnTo>
                  <a:pt x="640" y="361"/>
                </a:lnTo>
                <a:lnTo>
                  <a:pt x="641" y="361"/>
                </a:lnTo>
                <a:lnTo>
                  <a:pt x="641" y="362"/>
                </a:lnTo>
                <a:lnTo>
                  <a:pt x="641" y="363"/>
                </a:lnTo>
                <a:lnTo>
                  <a:pt x="640" y="363"/>
                </a:lnTo>
                <a:lnTo>
                  <a:pt x="639" y="363"/>
                </a:lnTo>
                <a:lnTo>
                  <a:pt x="639" y="364"/>
                </a:lnTo>
                <a:lnTo>
                  <a:pt x="638" y="364"/>
                </a:lnTo>
                <a:lnTo>
                  <a:pt x="638" y="365"/>
                </a:lnTo>
                <a:lnTo>
                  <a:pt x="637" y="366"/>
                </a:lnTo>
                <a:lnTo>
                  <a:pt x="636" y="366"/>
                </a:lnTo>
                <a:lnTo>
                  <a:pt x="637" y="366"/>
                </a:lnTo>
                <a:lnTo>
                  <a:pt x="636" y="367"/>
                </a:lnTo>
                <a:lnTo>
                  <a:pt x="636" y="368"/>
                </a:lnTo>
                <a:lnTo>
                  <a:pt x="636" y="369"/>
                </a:lnTo>
                <a:lnTo>
                  <a:pt x="635" y="369"/>
                </a:lnTo>
                <a:lnTo>
                  <a:pt x="634" y="369"/>
                </a:lnTo>
                <a:lnTo>
                  <a:pt x="633" y="370"/>
                </a:lnTo>
                <a:lnTo>
                  <a:pt x="632" y="370"/>
                </a:lnTo>
                <a:lnTo>
                  <a:pt x="631" y="371"/>
                </a:lnTo>
                <a:lnTo>
                  <a:pt x="631" y="372"/>
                </a:lnTo>
                <a:lnTo>
                  <a:pt x="630" y="372"/>
                </a:lnTo>
                <a:lnTo>
                  <a:pt x="629" y="372"/>
                </a:lnTo>
                <a:lnTo>
                  <a:pt x="628" y="372"/>
                </a:lnTo>
                <a:lnTo>
                  <a:pt x="627" y="373"/>
                </a:lnTo>
                <a:lnTo>
                  <a:pt x="626" y="373"/>
                </a:lnTo>
                <a:lnTo>
                  <a:pt x="625" y="374"/>
                </a:lnTo>
                <a:lnTo>
                  <a:pt x="624" y="375"/>
                </a:lnTo>
                <a:lnTo>
                  <a:pt x="623" y="375"/>
                </a:lnTo>
                <a:lnTo>
                  <a:pt x="622" y="374"/>
                </a:lnTo>
                <a:lnTo>
                  <a:pt x="622" y="373"/>
                </a:lnTo>
                <a:lnTo>
                  <a:pt x="621" y="373"/>
                </a:lnTo>
                <a:lnTo>
                  <a:pt x="622" y="373"/>
                </a:lnTo>
                <a:lnTo>
                  <a:pt x="622" y="372"/>
                </a:lnTo>
                <a:lnTo>
                  <a:pt x="623" y="372"/>
                </a:lnTo>
                <a:lnTo>
                  <a:pt x="623" y="371"/>
                </a:lnTo>
                <a:lnTo>
                  <a:pt x="622" y="371"/>
                </a:lnTo>
                <a:lnTo>
                  <a:pt x="621" y="371"/>
                </a:lnTo>
                <a:lnTo>
                  <a:pt x="620" y="371"/>
                </a:lnTo>
                <a:lnTo>
                  <a:pt x="619" y="372"/>
                </a:lnTo>
                <a:lnTo>
                  <a:pt x="618" y="371"/>
                </a:lnTo>
                <a:lnTo>
                  <a:pt x="618" y="372"/>
                </a:lnTo>
                <a:lnTo>
                  <a:pt x="617" y="372"/>
                </a:lnTo>
                <a:lnTo>
                  <a:pt x="617" y="371"/>
                </a:lnTo>
                <a:lnTo>
                  <a:pt x="616" y="371"/>
                </a:lnTo>
                <a:lnTo>
                  <a:pt x="615" y="371"/>
                </a:lnTo>
                <a:lnTo>
                  <a:pt x="614" y="371"/>
                </a:lnTo>
                <a:lnTo>
                  <a:pt x="613" y="371"/>
                </a:lnTo>
                <a:lnTo>
                  <a:pt x="612" y="371"/>
                </a:lnTo>
                <a:lnTo>
                  <a:pt x="611" y="370"/>
                </a:lnTo>
                <a:lnTo>
                  <a:pt x="611" y="369"/>
                </a:lnTo>
                <a:lnTo>
                  <a:pt x="610" y="369"/>
                </a:lnTo>
                <a:lnTo>
                  <a:pt x="611" y="369"/>
                </a:lnTo>
                <a:lnTo>
                  <a:pt x="610" y="369"/>
                </a:lnTo>
                <a:lnTo>
                  <a:pt x="609" y="369"/>
                </a:lnTo>
                <a:lnTo>
                  <a:pt x="609" y="368"/>
                </a:lnTo>
                <a:lnTo>
                  <a:pt x="609" y="369"/>
                </a:lnTo>
                <a:lnTo>
                  <a:pt x="608" y="369"/>
                </a:lnTo>
                <a:lnTo>
                  <a:pt x="608" y="370"/>
                </a:lnTo>
                <a:lnTo>
                  <a:pt x="608" y="371"/>
                </a:lnTo>
                <a:lnTo>
                  <a:pt x="609" y="371"/>
                </a:lnTo>
                <a:lnTo>
                  <a:pt x="609" y="372"/>
                </a:lnTo>
                <a:lnTo>
                  <a:pt x="610" y="372"/>
                </a:lnTo>
                <a:lnTo>
                  <a:pt x="611" y="372"/>
                </a:lnTo>
                <a:lnTo>
                  <a:pt x="611" y="373"/>
                </a:lnTo>
                <a:lnTo>
                  <a:pt x="610" y="374"/>
                </a:lnTo>
                <a:lnTo>
                  <a:pt x="610" y="375"/>
                </a:lnTo>
                <a:lnTo>
                  <a:pt x="611" y="375"/>
                </a:lnTo>
                <a:lnTo>
                  <a:pt x="610" y="376"/>
                </a:lnTo>
                <a:lnTo>
                  <a:pt x="610" y="377"/>
                </a:lnTo>
                <a:lnTo>
                  <a:pt x="609" y="377"/>
                </a:lnTo>
                <a:lnTo>
                  <a:pt x="610" y="378"/>
                </a:lnTo>
                <a:lnTo>
                  <a:pt x="611" y="378"/>
                </a:lnTo>
                <a:lnTo>
                  <a:pt x="611" y="377"/>
                </a:lnTo>
                <a:lnTo>
                  <a:pt x="612" y="377"/>
                </a:lnTo>
                <a:lnTo>
                  <a:pt x="613" y="377"/>
                </a:lnTo>
                <a:lnTo>
                  <a:pt x="614" y="377"/>
                </a:lnTo>
                <a:lnTo>
                  <a:pt x="614" y="378"/>
                </a:lnTo>
                <a:lnTo>
                  <a:pt x="613" y="378"/>
                </a:lnTo>
                <a:lnTo>
                  <a:pt x="612" y="379"/>
                </a:lnTo>
                <a:lnTo>
                  <a:pt x="612" y="380"/>
                </a:lnTo>
                <a:lnTo>
                  <a:pt x="612" y="381"/>
                </a:lnTo>
                <a:lnTo>
                  <a:pt x="612" y="382"/>
                </a:lnTo>
                <a:lnTo>
                  <a:pt x="612" y="383"/>
                </a:lnTo>
                <a:lnTo>
                  <a:pt x="612" y="384"/>
                </a:lnTo>
                <a:lnTo>
                  <a:pt x="611" y="384"/>
                </a:lnTo>
                <a:lnTo>
                  <a:pt x="612" y="384"/>
                </a:lnTo>
                <a:lnTo>
                  <a:pt x="612" y="385"/>
                </a:lnTo>
                <a:lnTo>
                  <a:pt x="612" y="386"/>
                </a:lnTo>
                <a:lnTo>
                  <a:pt x="613" y="386"/>
                </a:lnTo>
                <a:lnTo>
                  <a:pt x="612" y="386"/>
                </a:lnTo>
                <a:lnTo>
                  <a:pt x="611" y="386"/>
                </a:lnTo>
                <a:lnTo>
                  <a:pt x="610" y="386"/>
                </a:lnTo>
                <a:lnTo>
                  <a:pt x="609" y="386"/>
                </a:lnTo>
                <a:lnTo>
                  <a:pt x="608" y="385"/>
                </a:lnTo>
                <a:lnTo>
                  <a:pt x="607" y="385"/>
                </a:lnTo>
                <a:lnTo>
                  <a:pt x="606" y="385"/>
                </a:lnTo>
                <a:lnTo>
                  <a:pt x="606" y="384"/>
                </a:lnTo>
                <a:lnTo>
                  <a:pt x="607" y="384"/>
                </a:lnTo>
                <a:lnTo>
                  <a:pt x="607" y="383"/>
                </a:lnTo>
                <a:lnTo>
                  <a:pt x="607" y="382"/>
                </a:lnTo>
                <a:lnTo>
                  <a:pt x="606" y="381"/>
                </a:lnTo>
                <a:lnTo>
                  <a:pt x="605" y="381"/>
                </a:lnTo>
                <a:lnTo>
                  <a:pt x="604" y="381"/>
                </a:lnTo>
                <a:lnTo>
                  <a:pt x="604" y="382"/>
                </a:lnTo>
                <a:lnTo>
                  <a:pt x="603" y="382"/>
                </a:lnTo>
                <a:lnTo>
                  <a:pt x="602" y="382"/>
                </a:lnTo>
                <a:lnTo>
                  <a:pt x="601" y="382"/>
                </a:lnTo>
                <a:lnTo>
                  <a:pt x="600" y="382"/>
                </a:lnTo>
                <a:lnTo>
                  <a:pt x="600" y="381"/>
                </a:lnTo>
                <a:lnTo>
                  <a:pt x="600" y="382"/>
                </a:lnTo>
                <a:lnTo>
                  <a:pt x="600" y="381"/>
                </a:lnTo>
                <a:lnTo>
                  <a:pt x="600" y="380"/>
                </a:lnTo>
                <a:lnTo>
                  <a:pt x="599" y="380"/>
                </a:lnTo>
                <a:lnTo>
                  <a:pt x="598" y="380"/>
                </a:lnTo>
                <a:lnTo>
                  <a:pt x="598" y="381"/>
                </a:lnTo>
                <a:lnTo>
                  <a:pt x="597" y="381"/>
                </a:lnTo>
                <a:lnTo>
                  <a:pt x="596" y="381"/>
                </a:lnTo>
                <a:lnTo>
                  <a:pt x="596" y="382"/>
                </a:lnTo>
                <a:lnTo>
                  <a:pt x="595" y="382"/>
                </a:lnTo>
                <a:lnTo>
                  <a:pt x="594" y="382"/>
                </a:lnTo>
                <a:lnTo>
                  <a:pt x="594" y="383"/>
                </a:lnTo>
                <a:lnTo>
                  <a:pt x="593" y="384"/>
                </a:lnTo>
                <a:lnTo>
                  <a:pt x="594" y="384"/>
                </a:lnTo>
                <a:lnTo>
                  <a:pt x="594" y="385"/>
                </a:lnTo>
                <a:lnTo>
                  <a:pt x="595" y="385"/>
                </a:lnTo>
                <a:lnTo>
                  <a:pt x="595" y="384"/>
                </a:lnTo>
                <a:lnTo>
                  <a:pt x="595" y="385"/>
                </a:lnTo>
                <a:lnTo>
                  <a:pt x="596" y="385"/>
                </a:lnTo>
                <a:lnTo>
                  <a:pt x="596" y="386"/>
                </a:lnTo>
                <a:lnTo>
                  <a:pt x="595" y="386"/>
                </a:lnTo>
                <a:lnTo>
                  <a:pt x="595" y="387"/>
                </a:lnTo>
                <a:lnTo>
                  <a:pt x="594" y="387"/>
                </a:lnTo>
                <a:lnTo>
                  <a:pt x="593" y="388"/>
                </a:lnTo>
                <a:lnTo>
                  <a:pt x="592" y="388"/>
                </a:lnTo>
                <a:lnTo>
                  <a:pt x="592" y="387"/>
                </a:lnTo>
                <a:lnTo>
                  <a:pt x="591" y="387"/>
                </a:lnTo>
                <a:lnTo>
                  <a:pt x="591" y="386"/>
                </a:lnTo>
                <a:lnTo>
                  <a:pt x="592" y="386"/>
                </a:lnTo>
                <a:lnTo>
                  <a:pt x="592" y="385"/>
                </a:lnTo>
                <a:lnTo>
                  <a:pt x="591" y="385"/>
                </a:lnTo>
                <a:lnTo>
                  <a:pt x="591" y="386"/>
                </a:lnTo>
                <a:lnTo>
                  <a:pt x="590" y="386"/>
                </a:lnTo>
                <a:lnTo>
                  <a:pt x="589" y="386"/>
                </a:lnTo>
                <a:lnTo>
                  <a:pt x="590" y="385"/>
                </a:lnTo>
                <a:lnTo>
                  <a:pt x="590" y="384"/>
                </a:lnTo>
                <a:lnTo>
                  <a:pt x="589" y="384"/>
                </a:lnTo>
                <a:lnTo>
                  <a:pt x="589" y="386"/>
                </a:lnTo>
                <a:lnTo>
                  <a:pt x="588" y="387"/>
                </a:lnTo>
                <a:lnTo>
                  <a:pt x="588" y="388"/>
                </a:lnTo>
                <a:lnTo>
                  <a:pt x="587" y="388"/>
                </a:lnTo>
                <a:lnTo>
                  <a:pt x="587" y="389"/>
                </a:lnTo>
                <a:lnTo>
                  <a:pt x="586" y="389"/>
                </a:lnTo>
                <a:lnTo>
                  <a:pt x="586" y="390"/>
                </a:lnTo>
                <a:lnTo>
                  <a:pt x="586" y="391"/>
                </a:lnTo>
                <a:lnTo>
                  <a:pt x="587" y="391"/>
                </a:lnTo>
                <a:lnTo>
                  <a:pt x="587" y="390"/>
                </a:lnTo>
                <a:lnTo>
                  <a:pt x="587" y="391"/>
                </a:lnTo>
                <a:lnTo>
                  <a:pt x="588" y="392"/>
                </a:lnTo>
                <a:lnTo>
                  <a:pt x="588" y="393"/>
                </a:lnTo>
                <a:lnTo>
                  <a:pt x="588" y="394"/>
                </a:lnTo>
                <a:lnTo>
                  <a:pt x="589" y="393"/>
                </a:lnTo>
                <a:lnTo>
                  <a:pt x="590" y="392"/>
                </a:lnTo>
                <a:lnTo>
                  <a:pt x="591" y="392"/>
                </a:lnTo>
                <a:lnTo>
                  <a:pt x="591" y="391"/>
                </a:lnTo>
                <a:lnTo>
                  <a:pt x="590" y="390"/>
                </a:lnTo>
                <a:lnTo>
                  <a:pt x="591" y="390"/>
                </a:lnTo>
                <a:lnTo>
                  <a:pt x="591" y="389"/>
                </a:lnTo>
                <a:lnTo>
                  <a:pt x="592" y="389"/>
                </a:lnTo>
                <a:lnTo>
                  <a:pt x="592" y="388"/>
                </a:lnTo>
                <a:lnTo>
                  <a:pt x="593" y="388"/>
                </a:lnTo>
                <a:lnTo>
                  <a:pt x="593" y="389"/>
                </a:lnTo>
                <a:lnTo>
                  <a:pt x="592" y="390"/>
                </a:lnTo>
                <a:lnTo>
                  <a:pt x="593" y="390"/>
                </a:lnTo>
                <a:lnTo>
                  <a:pt x="592" y="390"/>
                </a:lnTo>
                <a:lnTo>
                  <a:pt x="592" y="391"/>
                </a:lnTo>
                <a:lnTo>
                  <a:pt x="593" y="391"/>
                </a:lnTo>
                <a:lnTo>
                  <a:pt x="593" y="392"/>
                </a:lnTo>
                <a:lnTo>
                  <a:pt x="592" y="392"/>
                </a:lnTo>
                <a:lnTo>
                  <a:pt x="592" y="393"/>
                </a:lnTo>
                <a:lnTo>
                  <a:pt x="592" y="394"/>
                </a:lnTo>
                <a:lnTo>
                  <a:pt x="592" y="395"/>
                </a:lnTo>
                <a:lnTo>
                  <a:pt x="592" y="396"/>
                </a:lnTo>
                <a:lnTo>
                  <a:pt x="591" y="396"/>
                </a:lnTo>
                <a:lnTo>
                  <a:pt x="591" y="395"/>
                </a:lnTo>
                <a:lnTo>
                  <a:pt x="590" y="395"/>
                </a:lnTo>
                <a:lnTo>
                  <a:pt x="590" y="396"/>
                </a:lnTo>
                <a:lnTo>
                  <a:pt x="590" y="397"/>
                </a:lnTo>
                <a:lnTo>
                  <a:pt x="589" y="397"/>
                </a:lnTo>
                <a:lnTo>
                  <a:pt x="589" y="398"/>
                </a:lnTo>
                <a:lnTo>
                  <a:pt x="588" y="398"/>
                </a:lnTo>
                <a:lnTo>
                  <a:pt x="587" y="398"/>
                </a:lnTo>
                <a:lnTo>
                  <a:pt x="587" y="397"/>
                </a:lnTo>
                <a:lnTo>
                  <a:pt x="586" y="397"/>
                </a:lnTo>
                <a:lnTo>
                  <a:pt x="585" y="397"/>
                </a:lnTo>
                <a:lnTo>
                  <a:pt x="584" y="398"/>
                </a:lnTo>
                <a:lnTo>
                  <a:pt x="583" y="398"/>
                </a:lnTo>
                <a:lnTo>
                  <a:pt x="582" y="398"/>
                </a:lnTo>
                <a:lnTo>
                  <a:pt x="582" y="399"/>
                </a:lnTo>
                <a:lnTo>
                  <a:pt x="581" y="400"/>
                </a:lnTo>
                <a:lnTo>
                  <a:pt x="580" y="399"/>
                </a:lnTo>
                <a:lnTo>
                  <a:pt x="579" y="399"/>
                </a:lnTo>
                <a:lnTo>
                  <a:pt x="578" y="399"/>
                </a:lnTo>
                <a:lnTo>
                  <a:pt x="578" y="400"/>
                </a:lnTo>
                <a:lnTo>
                  <a:pt x="577" y="400"/>
                </a:lnTo>
                <a:lnTo>
                  <a:pt x="577" y="401"/>
                </a:lnTo>
                <a:lnTo>
                  <a:pt x="576" y="401"/>
                </a:lnTo>
                <a:lnTo>
                  <a:pt x="575" y="401"/>
                </a:lnTo>
                <a:lnTo>
                  <a:pt x="575" y="400"/>
                </a:lnTo>
                <a:lnTo>
                  <a:pt x="575" y="399"/>
                </a:lnTo>
                <a:lnTo>
                  <a:pt x="575" y="398"/>
                </a:lnTo>
                <a:lnTo>
                  <a:pt x="574" y="398"/>
                </a:lnTo>
                <a:lnTo>
                  <a:pt x="572" y="398"/>
                </a:lnTo>
                <a:lnTo>
                  <a:pt x="571" y="398"/>
                </a:lnTo>
                <a:lnTo>
                  <a:pt x="571" y="399"/>
                </a:lnTo>
                <a:lnTo>
                  <a:pt x="570" y="399"/>
                </a:lnTo>
                <a:lnTo>
                  <a:pt x="569" y="398"/>
                </a:lnTo>
                <a:lnTo>
                  <a:pt x="568" y="398"/>
                </a:lnTo>
                <a:lnTo>
                  <a:pt x="567" y="398"/>
                </a:lnTo>
                <a:lnTo>
                  <a:pt x="567" y="399"/>
                </a:lnTo>
                <a:lnTo>
                  <a:pt x="566" y="399"/>
                </a:lnTo>
                <a:lnTo>
                  <a:pt x="565" y="399"/>
                </a:lnTo>
                <a:lnTo>
                  <a:pt x="564" y="399"/>
                </a:lnTo>
                <a:lnTo>
                  <a:pt x="563" y="400"/>
                </a:lnTo>
                <a:lnTo>
                  <a:pt x="563" y="401"/>
                </a:lnTo>
                <a:lnTo>
                  <a:pt x="562" y="402"/>
                </a:lnTo>
                <a:lnTo>
                  <a:pt x="561" y="402"/>
                </a:lnTo>
                <a:lnTo>
                  <a:pt x="560" y="403"/>
                </a:lnTo>
                <a:lnTo>
                  <a:pt x="559" y="403"/>
                </a:lnTo>
                <a:lnTo>
                  <a:pt x="558" y="403"/>
                </a:lnTo>
                <a:lnTo>
                  <a:pt x="558" y="404"/>
                </a:lnTo>
                <a:lnTo>
                  <a:pt x="557" y="404"/>
                </a:lnTo>
                <a:lnTo>
                  <a:pt x="556" y="404"/>
                </a:lnTo>
                <a:lnTo>
                  <a:pt x="556" y="405"/>
                </a:lnTo>
                <a:lnTo>
                  <a:pt x="555" y="405"/>
                </a:lnTo>
                <a:lnTo>
                  <a:pt x="553" y="405"/>
                </a:lnTo>
                <a:lnTo>
                  <a:pt x="552" y="405"/>
                </a:lnTo>
                <a:lnTo>
                  <a:pt x="551" y="405"/>
                </a:lnTo>
                <a:lnTo>
                  <a:pt x="550" y="405"/>
                </a:lnTo>
                <a:lnTo>
                  <a:pt x="549" y="405"/>
                </a:lnTo>
                <a:lnTo>
                  <a:pt x="549" y="404"/>
                </a:lnTo>
                <a:lnTo>
                  <a:pt x="548" y="404"/>
                </a:lnTo>
                <a:lnTo>
                  <a:pt x="548" y="403"/>
                </a:lnTo>
                <a:lnTo>
                  <a:pt x="549" y="403"/>
                </a:lnTo>
                <a:lnTo>
                  <a:pt x="548" y="403"/>
                </a:lnTo>
                <a:lnTo>
                  <a:pt x="547" y="404"/>
                </a:lnTo>
                <a:lnTo>
                  <a:pt x="546" y="404"/>
                </a:lnTo>
                <a:lnTo>
                  <a:pt x="545" y="404"/>
                </a:lnTo>
                <a:lnTo>
                  <a:pt x="544" y="404"/>
                </a:lnTo>
                <a:lnTo>
                  <a:pt x="543" y="404"/>
                </a:lnTo>
                <a:lnTo>
                  <a:pt x="543" y="405"/>
                </a:lnTo>
                <a:lnTo>
                  <a:pt x="542" y="405"/>
                </a:lnTo>
                <a:lnTo>
                  <a:pt x="542" y="406"/>
                </a:lnTo>
                <a:lnTo>
                  <a:pt x="541" y="405"/>
                </a:lnTo>
                <a:lnTo>
                  <a:pt x="540" y="405"/>
                </a:lnTo>
                <a:lnTo>
                  <a:pt x="539" y="405"/>
                </a:lnTo>
                <a:lnTo>
                  <a:pt x="538" y="404"/>
                </a:lnTo>
                <a:lnTo>
                  <a:pt x="538" y="403"/>
                </a:lnTo>
                <a:lnTo>
                  <a:pt x="538" y="402"/>
                </a:lnTo>
                <a:lnTo>
                  <a:pt x="537" y="402"/>
                </a:lnTo>
                <a:lnTo>
                  <a:pt x="537" y="401"/>
                </a:lnTo>
                <a:lnTo>
                  <a:pt x="536" y="401"/>
                </a:lnTo>
                <a:lnTo>
                  <a:pt x="535" y="401"/>
                </a:lnTo>
                <a:lnTo>
                  <a:pt x="535" y="402"/>
                </a:lnTo>
                <a:lnTo>
                  <a:pt x="534" y="402"/>
                </a:lnTo>
                <a:lnTo>
                  <a:pt x="533" y="402"/>
                </a:lnTo>
                <a:lnTo>
                  <a:pt x="532" y="403"/>
                </a:lnTo>
                <a:lnTo>
                  <a:pt x="531" y="403"/>
                </a:lnTo>
                <a:lnTo>
                  <a:pt x="531" y="404"/>
                </a:lnTo>
                <a:lnTo>
                  <a:pt x="532" y="404"/>
                </a:lnTo>
                <a:lnTo>
                  <a:pt x="532" y="405"/>
                </a:lnTo>
                <a:lnTo>
                  <a:pt x="532" y="406"/>
                </a:lnTo>
                <a:lnTo>
                  <a:pt x="531" y="406"/>
                </a:lnTo>
                <a:lnTo>
                  <a:pt x="531" y="407"/>
                </a:lnTo>
                <a:lnTo>
                  <a:pt x="531" y="408"/>
                </a:lnTo>
                <a:lnTo>
                  <a:pt x="532" y="408"/>
                </a:lnTo>
                <a:lnTo>
                  <a:pt x="532" y="409"/>
                </a:lnTo>
                <a:lnTo>
                  <a:pt x="531" y="409"/>
                </a:lnTo>
                <a:lnTo>
                  <a:pt x="531" y="410"/>
                </a:lnTo>
                <a:lnTo>
                  <a:pt x="531" y="411"/>
                </a:lnTo>
                <a:lnTo>
                  <a:pt x="530" y="411"/>
                </a:lnTo>
                <a:lnTo>
                  <a:pt x="531" y="412"/>
                </a:lnTo>
                <a:lnTo>
                  <a:pt x="531" y="413"/>
                </a:lnTo>
                <a:lnTo>
                  <a:pt x="531" y="414"/>
                </a:lnTo>
                <a:lnTo>
                  <a:pt x="530" y="415"/>
                </a:lnTo>
                <a:lnTo>
                  <a:pt x="529" y="414"/>
                </a:lnTo>
                <a:lnTo>
                  <a:pt x="528" y="414"/>
                </a:lnTo>
                <a:lnTo>
                  <a:pt x="528" y="415"/>
                </a:lnTo>
                <a:lnTo>
                  <a:pt x="527" y="415"/>
                </a:lnTo>
                <a:lnTo>
                  <a:pt x="526" y="415"/>
                </a:lnTo>
                <a:lnTo>
                  <a:pt x="525" y="416"/>
                </a:lnTo>
                <a:lnTo>
                  <a:pt x="524" y="417"/>
                </a:lnTo>
                <a:lnTo>
                  <a:pt x="524" y="416"/>
                </a:lnTo>
                <a:lnTo>
                  <a:pt x="523" y="416"/>
                </a:lnTo>
                <a:lnTo>
                  <a:pt x="522" y="416"/>
                </a:lnTo>
                <a:lnTo>
                  <a:pt x="521" y="417"/>
                </a:lnTo>
                <a:lnTo>
                  <a:pt x="520" y="416"/>
                </a:lnTo>
                <a:lnTo>
                  <a:pt x="519" y="417"/>
                </a:lnTo>
                <a:lnTo>
                  <a:pt x="518" y="416"/>
                </a:lnTo>
                <a:lnTo>
                  <a:pt x="518" y="417"/>
                </a:lnTo>
                <a:lnTo>
                  <a:pt x="517" y="417"/>
                </a:lnTo>
                <a:lnTo>
                  <a:pt x="516" y="417"/>
                </a:lnTo>
                <a:lnTo>
                  <a:pt x="515" y="417"/>
                </a:lnTo>
                <a:lnTo>
                  <a:pt x="515" y="418"/>
                </a:lnTo>
                <a:lnTo>
                  <a:pt x="514" y="418"/>
                </a:lnTo>
                <a:lnTo>
                  <a:pt x="514" y="419"/>
                </a:lnTo>
                <a:lnTo>
                  <a:pt x="513" y="420"/>
                </a:lnTo>
                <a:lnTo>
                  <a:pt x="513" y="421"/>
                </a:lnTo>
                <a:lnTo>
                  <a:pt x="512" y="421"/>
                </a:lnTo>
                <a:lnTo>
                  <a:pt x="512" y="422"/>
                </a:lnTo>
                <a:lnTo>
                  <a:pt x="511" y="422"/>
                </a:lnTo>
                <a:lnTo>
                  <a:pt x="510" y="423"/>
                </a:lnTo>
                <a:lnTo>
                  <a:pt x="510" y="424"/>
                </a:lnTo>
                <a:lnTo>
                  <a:pt x="509" y="424"/>
                </a:lnTo>
                <a:lnTo>
                  <a:pt x="509" y="425"/>
                </a:lnTo>
                <a:lnTo>
                  <a:pt x="508" y="425"/>
                </a:lnTo>
                <a:lnTo>
                  <a:pt x="507" y="425"/>
                </a:lnTo>
                <a:lnTo>
                  <a:pt x="507" y="426"/>
                </a:lnTo>
                <a:lnTo>
                  <a:pt x="506" y="427"/>
                </a:lnTo>
                <a:lnTo>
                  <a:pt x="506" y="428"/>
                </a:lnTo>
                <a:lnTo>
                  <a:pt x="505" y="428"/>
                </a:lnTo>
                <a:lnTo>
                  <a:pt x="504" y="428"/>
                </a:lnTo>
                <a:lnTo>
                  <a:pt x="504" y="430"/>
                </a:lnTo>
                <a:lnTo>
                  <a:pt x="504" y="431"/>
                </a:lnTo>
                <a:lnTo>
                  <a:pt x="504" y="432"/>
                </a:lnTo>
                <a:lnTo>
                  <a:pt x="503" y="432"/>
                </a:lnTo>
                <a:lnTo>
                  <a:pt x="503" y="433"/>
                </a:lnTo>
                <a:lnTo>
                  <a:pt x="503" y="434"/>
                </a:lnTo>
                <a:lnTo>
                  <a:pt x="503" y="433"/>
                </a:lnTo>
                <a:lnTo>
                  <a:pt x="503" y="434"/>
                </a:lnTo>
                <a:lnTo>
                  <a:pt x="502" y="434"/>
                </a:lnTo>
                <a:lnTo>
                  <a:pt x="501" y="434"/>
                </a:lnTo>
                <a:lnTo>
                  <a:pt x="501" y="435"/>
                </a:lnTo>
                <a:lnTo>
                  <a:pt x="500" y="435"/>
                </a:lnTo>
                <a:lnTo>
                  <a:pt x="499" y="435"/>
                </a:lnTo>
                <a:lnTo>
                  <a:pt x="498" y="435"/>
                </a:lnTo>
                <a:lnTo>
                  <a:pt x="497" y="435"/>
                </a:lnTo>
                <a:lnTo>
                  <a:pt x="497" y="434"/>
                </a:lnTo>
                <a:lnTo>
                  <a:pt x="497" y="433"/>
                </a:lnTo>
                <a:lnTo>
                  <a:pt x="497" y="432"/>
                </a:lnTo>
                <a:lnTo>
                  <a:pt x="496" y="432"/>
                </a:lnTo>
                <a:lnTo>
                  <a:pt x="495" y="432"/>
                </a:lnTo>
                <a:lnTo>
                  <a:pt x="494" y="432"/>
                </a:lnTo>
                <a:lnTo>
                  <a:pt x="494" y="431"/>
                </a:lnTo>
                <a:lnTo>
                  <a:pt x="493" y="431"/>
                </a:lnTo>
                <a:lnTo>
                  <a:pt x="493" y="430"/>
                </a:lnTo>
                <a:lnTo>
                  <a:pt x="494" y="430"/>
                </a:lnTo>
                <a:lnTo>
                  <a:pt x="494" y="429"/>
                </a:lnTo>
                <a:lnTo>
                  <a:pt x="493" y="429"/>
                </a:lnTo>
                <a:lnTo>
                  <a:pt x="493" y="428"/>
                </a:lnTo>
                <a:lnTo>
                  <a:pt x="492" y="428"/>
                </a:lnTo>
                <a:lnTo>
                  <a:pt x="491" y="428"/>
                </a:lnTo>
                <a:lnTo>
                  <a:pt x="490" y="428"/>
                </a:lnTo>
                <a:lnTo>
                  <a:pt x="489" y="428"/>
                </a:lnTo>
                <a:lnTo>
                  <a:pt x="489" y="429"/>
                </a:lnTo>
                <a:lnTo>
                  <a:pt x="488" y="429"/>
                </a:lnTo>
                <a:lnTo>
                  <a:pt x="487" y="429"/>
                </a:lnTo>
                <a:lnTo>
                  <a:pt x="487" y="430"/>
                </a:lnTo>
                <a:lnTo>
                  <a:pt x="487" y="431"/>
                </a:lnTo>
                <a:lnTo>
                  <a:pt x="486" y="431"/>
                </a:lnTo>
                <a:lnTo>
                  <a:pt x="486" y="432"/>
                </a:lnTo>
                <a:lnTo>
                  <a:pt x="485" y="432"/>
                </a:lnTo>
                <a:lnTo>
                  <a:pt x="485" y="433"/>
                </a:lnTo>
                <a:lnTo>
                  <a:pt x="485" y="432"/>
                </a:lnTo>
                <a:lnTo>
                  <a:pt x="484" y="432"/>
                </a:lnTo>
                <a:lnTo>
                  <a:pt x="484" y="431"/>
                </a:lnTo>
                <a:lnTo>
                  <a:pt x="484" y="430"/>
                </a:lnTo>
                <a:lnTo>
                  <a:pt x="483" y="430"/>
                </a:lnTo>
                <a:lnTo>
                  <a:pt x="483" y="429"/>
                </a:lnTo>
                <a:lnTo>
                  <a:pt x="484" y="429"/>
                </a:lnTo>
                <a:lnTo>
                  <a:pt x="484" y="428"/>
                </a:lnTo>
                <a:lnTo>
                  <a:pt x="483" y="427"/>
                </a:lnTo>
                <a:lnTo>
                  <a:pt x="483" y="428"/>
                </a:lnTo>
                <a:lnTo>
                  <a:pt x="482" y="428"/>
                </a:lnTo>
                <a:lnTo>
                  <a:pt x="482" y="429"/>
                </a:lnTo>
                <a:lnTo>
                  <a:pt x="482" y="430"/>
                </a:lnTo>
                <a:lnTo>
                  <a:pt x="481" y="430"/>
                </a:lnTo>
                <a:lnTo>
                  <a:pt x="480" y="430"/>
                </a:lnTo>
                <a:lnTo>
                  <a:pt x="480" y="429"/>
                </a:lnTo>
                <a:lnTo>
                  <a:pt x="480" y="428"/>
                </a:lnTo>
                <a:lnTo>
                  <a:pt x="480" y="427"/>
                </a:lnTo>
                <a:lnTo>
                  <a:pt x="480" y="426"/>
                </a:lnTo>
                <a:lnTo>
                  <a:pt x="479" y="426"/>
                </a:lnTo>
                <a:lnTo>
                  <a:pt x="479" y="425"/>
                </a:lnTo>
                <a:lnTo>
                  <a:pt x="480" y="425"/>
                </a:lnTo>
                <a:lnTo>
                  <a:pt x="479" y="425"/>
                </a:lnTo>
                <a:lnTo>
                  <a:pt x="478" y="424"/>
                </a:lnTo>
                <a:lnTo>
                  <a:pt x="478" y="423"/>
                </a:lnTo>
                <a:lnTo>
                  <a:pt x="478" y="422"/>
                </a:lnTo>
                <a:lnTo>
                  <a:pt x="479" y="422"/>
                </a:lnTo>
                <a:lnTo>
                  <a:pt x="478" y="422"/>
                </a:lnTo>
                <a:lnTo>
                  <a:pt x="478" y="421"/>
                </a:lnTo>
                <a:lnTo>
                  <a:pt x="478" y="420"/>
                </a:lnTo>
                <a:lnTo>
                  <a:pt x="479" y="420"/>
                </a:lnTo>
                <a:lnTo>
                  <a:pt x="480" y="419"/>
                </a:lnTo>
                <a:lnTo>
                  <a:pt x="480" y="418"/>
                </a:lnTo>
                <a:lnTo>
                  <a:pt x="481" y="418"/>
                </a:lnTo>
                <a:lnTo>
                  <a:pt x="480" y="417"/>
                </a:lnTo>
                <a:lnTo>
                  <a:pt x="481" y="417"/>
                </a:lnTo>
                <a:lnTo>
                  <a:pt x="480" y="416"/>
                </a:lnTo>
                <a:lnTo>
                  <a:pt x="480" y="415"/>
                </a:lnTo>
                <a:lnTo>
                  <a:pt x="481" y="415"/>
                </a:lnTo>
                <a:lnTo>
                  <a:pt x="480" y="415"/>
                </a:lnTo>
                <a:lnTo>
                  <a:pt x="480" y="414"/>
                </a:lnTo>
                <a:lnTo>
                  <a:pt x="479" y="414"/>
                </a:lnTo>
                <a:lnTo>
                  <a:pt x="479" y="415"/>
                </a:lnTo>
                <a:lnTo>
                  <a:pt x="478" y="415"/>
                </a:lnTo>
                <a:lnTo>
                  <a:pt x="478" y="416"/>
                </a:lnTo>
                <a:lnTo>
                  <a:pt x="477" y="416"/>
                </a:lnTo>
                <a:lnTo>
                  <a:pt x="477" y="415"/>
                </a:lnTo>
                <a:lnTo>
                  <a:pt x="476" y="415"/>
                </a:lnTo>
                <a:lnTo>
                  <a:pt x="477" y="415"/>
                </a:lnTo>
                <a:lnTo>
                  <a:pt x="477" y="414"/>
                </a:lnTo>
                <a:lnTo>
                  <a:pt x="476" y="414"/>
                </a:lnTo>
                <a:lnTo>
                  <a:pt x="476" y="413"/>
                </a:lnTo>
                <a:lnTo>
                  <a:pt x="475" y="413"/>
                </a:lnTo>
                <a:lnTo>
                  <a:pt x="475" y="412"/>
                </a:lnTo>
                <a:lnTo>
                  <a:pt x="475" y="413"/>
                </a:lnTo>
                <a:lnTo>
                  <a:pt x="474" y="413"/>
                </a:lnTo>
                <a:lnTo>
                  <a:pt x="474" y="412"/>
                </a:lnTo>
                <a:lnTo>
                  <a:pt x="473" y="412"/>
                </a:lnTo>
                <a:lnTo>
                  <a:pt x="473" y="411"/>
                </a:lnTo>
                <a:lnTo>
                  <a:pt x="473" y="410"/>
                </a:lnTo>
                <a:lnTo>
                  <a:pt x="473" y="409"/>
                </a:lnTo>
                <a:lnTo>
                  <a:pt x="474" y="409"/>
                </a:lnTo>
                <a:lnTo>
                  <a:pt x="474" y="408"/>
                </a:lnTo>
                <a:lnTo>
                  <a:pt x="475" y="408"/>
                </a:lnTo>
                <a:lnTo>
                  <a:pt x="475" y="407"/>
                </a:lnTo>
                <a:lnTo>
                  <a:pt x="475" y="406"/>
                </a:lnTo>
                <a:lnTo>
                  <a:pt x="475" y="405"/>
                </a:lnTo>
                <a:lnTo>
                  <a:pt x="476" y="405"/>
                </a:lnTo>
                <a:lnTo>
                  <a:pt x="477" y="405"/>
                </a:lnTo>
                <a:lnTo>
                  <a:pt x="477" y="404"/>
                </a:lnTo>
                <a:lnTo>
                  <a:pt x="478" y="404"/>
                </a:lnTo>
                <a:lnTo>
                  <a:pt x="478" y="403"/>
                </a:lnTo>
                <a:lnTo>
                  <a:pt x="478" y="402"/>
                </a:lnTo>
                <a:lnTo>
                  <a:pt x="478" y="401"/>
                </a:lnTo>
                <a:lnTo>
                  <a:pt x="478" y="400"/>
                </a:lnTo>
                <a:lnTo>
                  <a:pt x="478" y="399"/>
                </a:lnTo>
                <a:lnTo>
                  <a:pt x="479" y="399"/>
                </a:lnTo>
                <a:lnTo>
                  <a:pt x="479" y="398"/>
                </a:lnTo>
                <a:lnTo>
                  <a:pt x="480" y="398"/>
                </a:lnTo>
                <a:lnTo>
                  <a:pt x="481" y="398"/>
                </a:lnTo>
                <a:lnTo>
                  <a:pt x="482" y="398"/>
                </a:lnTo>
                <a:lnTo>
                  <a:pt x="483" y="398"/>
                </a:lnTo>
                <a:lnTo>
                  <a:pt x="484" y="398"/>
                </a:lnTo>
                <a:lnTo>
                  <a:pt x="484" y="397"/>
                </a:lnTo>
                <a:lnTo>
                  <a:pt x="485" y="396"/>
                </a:lnTo>
                <a:lnTo>
                  <a:pt x="485" y="395"/>
                </a:lnTo>
                <a:lnTo>
                  <a:pt x="484" y="395"/>
                </a:lnTo>
                <a:lnTo>
                  <a:pt x="484" y="394"/>
                </a:lnTo>
                <a:lnTo>
                  <a:pt x="485" y="394"/>
                </a:lnTo>
                <a:lnTo>
                  <a:pt x="486" y="394"/>
                </a:lnTo>
                <a:lnTo>
                  <a:pt x="486" y="393"/>
                </a:lnTo>
                <a:lnTo>
                  <a:pt x="486" y="392"/>
                </a:lnTo>
                <a:lnTo>
                  <a:pt x="486" y="391"/>
                </a:lnTo>
                <a:lnTo>
                  <a:pt x="485" y="391"/>
                </a:lnTo>
                <a:lnTo>
                  <a:pt x="485" y="390"/>
                </a:lnTo>
                <a:lnTo>
                  <a:pt x="484" y="390"/>
                </a:lnTo>
                <a:lnTo>
                  <a:pt x="483" y="390"/>
                </a:lnTo>
                <a:lnTo>
                  <a:pt x="483" y="389"/>
                </a:lnTo>
                <a:lnTo>
                  <a:pt x="482" y="389"/>
                </a:lnTo>
                <a:lnTo>
                  <a:pt x="482" y="388"/>
                </a:lnTo>
                <a:lnTo>
                  <a:pt x="481" y="388"/>
                </a:lnTo>
                <a:lnTo>
                  <a:pt x="481" y="387"/>
                </a:lnTo>
                <a:lnTo>
                  <a:pt x="480" y="386"/>
                </a:lnTo>
                <a:lnTo>
                  <a:pt x="479" y="386"/>
                </a:lnTo>
                <a:lnTo>
                  <a:pt x="478" y="386"/>
                </a:lnTo>
                <a:lnTo>
                  <a:pt x="477" y="386"/>
                </a:lnTo>
                <a:lnTo>
                  <a:pt x="476" y="386"/>
                </a:lnTo>
                <a:lnTo>
                  <a:pt x="475" y="386"/>
                </a:lnTo>
                <a:lnTo>
                  <a:pt x="475" y="385"/>
                </a:lnTo>
                <a:lnTo>
                  <a:pt x="476" y="385"/>
                </a:lnTo>
                <a:lnTo>
                  <a:pt x="476" y="384"/>
                </a:lnTo>
                <a:lnTo>
                  <a:pt x="477" y="384"/>
                </a:lnTo>
                <a:lnTo>
                  <a:pt x="477" y="383"/>
                </a:lnTo>
                <a:lnTo>
                  <a:pt x="478" y="383"/>
                </a:lnTo>
                <a:lnTo>
                  <a:pt x="479" y="383"/>
                </a:lnTo>
                <a:lnTo>
                  <a:pt x="479" y="382"/>
                </a:lnTo>
                <a:lnTo>
                  <a:pt x="480" y="382"/>
                </a:lnTo>
                <a:lnTo>
                  <a:pt x="481" y="382"/>
                </a:lnTo>
                <a:lnTo>
                  <a:pt x="482" y="382"/>
                </a:lnTo>
                <a:lnTo>
                  <a:pt x="482" y="381"/>
                </a:lnTo>
                <a:lnTo>
                  <a:pt x="482" y="380"/>
                </a:lnTo>
                <a:lnTo>
                  <a:pt x="483" y="380"/>
                </a:lnTo>
                <a:lnTo>
                  <a:pt x="484" y="379"/>
                </a:lnTo>
                <a:lnTo>
                  <a:pt x="485" y="379"/>
                </a:lnTo>
                <a:lnTo>
                  <a:pt x="485" y="378"/>
                </a:lnTo>
                <a:lnTo>
                  <a:pt x="484" y="378"/>
                </a:lnTo>
                <a:lnTo>
                  <a:pt x="484" y="377"/>
                </a:lnTo>
                <a:lnTo>
                  <a:pt x="483" y="377"/>
                </a:lnTo>
                <a:lnTo>
                  <a:pt x="483" y="376"/>
                </a:lnTo>
                <a:lnTo>
                  <a:pt x="482" y="376"/>
                </a:lnTo>
                <a:lnTo>
                  <a:pt x="482" y="375"/>
                </a:lnTo>
                <a:lnTo>
                  <a:pt x="482" y="374"/>
                </a:lnTo>
                <a:lnTo>
                  <a:pt x="481" y="374"/>
                </a:lnTo>
                <a:lnTo>
                  <a:pt x="482" y="374"/>
                </a:lnTo>
                <a:lnTo>
                  <a:pt x="482" y="373"/>
                </a:lnTo>
                <a:lnTo>
                  <a:pt x="481" y="373"/>
                </a:lnTo>
                <a:lnTo>
                  <a:pt x="481" y="374"/>
                </a:lnTo>
                <a:lnTo>
                  <a:pt x="480" y="374"/>
                </a:lnTo>
                <a:lnTo>
                  <a:pt x="480" y="373"/>
                </a:lnTo>
                <a:lnTo>
                  <a:pt x="481" y="373"/>
                </a:lnTo>
                <a:lnTo>
                  <a:pt x="480" y="373"/>
                </a:lnTo>
                <a:lnTo>
                  <a:pt x="479" y="373"/>
                </a:lnTo>
                <a:lnTo>
                  <a:pt x="478" y="373"/>
                </a:lnTo>
                <a:lnTo>
                  <a:pt x="479" y="373"/>
                </a:lnTo>
                <a:lnTo>
                  <a:pt x="479" y="372"/>
                </a:lnTo>
                <a:lnTo>
                  <a:pt x="479" y="371"/>
                </a:lnTo>
                <a:lnTo>
                  <a:pt x="478" y="371"/>
                </a:lnTo>
                <a:lnTo>
                  <a:pt x="478" y="370"/>
                </a:lnTo>
                <a:lnTo>
                  <a:pt x="478" y="369"/>
                </a:lnTo>
                <a:lnTo>
                  <a:pt x="478" y="368"/>
                </a:lnTo>
                <a:lnTo>
                  <a:pt x="477" y="368"/>
                </a:lnTo>
                <a:lnTo>
                  <a:pt x="477" y="369"/>
                </a:lnTo>
                <a:lnTo>
                  <a:pt x="476" y="369"/>
                </a:lnTo>
                <a:lnTo>
                  <a:pt x="476" y="370"/>
                </a:lnTo>
                <a:lnTo>
                  <a:pt x="475" y="370"/>
                </a:lnTo>
                <a:lnTo>
                  <a:pt x="474" y="370"/>
                </a:lnTo>
                <a:lnTo>
                  <a:pt x="473" y="370"/>
                </a:lnTo>
                <a:lnTo>
                  <a:pt x="472" y="370"/>
                </a:lnTo>
                <a:lnTo>
                  <a:pt x="471" y="370"/>
                </a:lnTo>
                <a:lnTo>
                  <a:pt x="470" y="369"/>
                </a:lnTo>
                <a:lnTo>
                  <a:pt x="469" y="369"/>
                </a:lnTo>
                <a:lnTo>
                  <a:pt x="469" y="370"/>
                </a:lnTo>
                <a:lnTo>
                  <a:pt x="469" y="369"/>
                </a:lnTo>
                <a:lnTo>
                  <a:pt x="468" y="369"/>
                </a:lnTo>
                <a:lnTo>
                  <a:pt x="467" y="369"/>
                </a:lnTo>
                <a:lnTo>
                  <a:pt x="467" y="368"/>
                </a:lnTo>
                <a:lnTo>
                  <a:pt x="467" y="367"/>
                </a:lnTo>
                <a:lnTo>
                  <a:pt x="467" y="366"/>
                </a:lnTo>
                <a:lnTo>
                  <a:pt x="467" y="365"/>
                </a:lnTo>
                <a:lnTo>
                  <a:pt x="467" y="364"/>
                </a:lnTo>
                <a:lnTo>
                  <a:pt x="467" y="363"/>
                </a:lnTo>
                <a:lnTo>
                  <a:pt x="468" y="363"/>
                </a:lnTo>
                <a:lnTo>
                  <a:pt x="468" y="362"/>
                </a:lnTo>
                <a:lnTo>
                  <a:pt x="468" y="360"/>
                </a:lnTo>
                <a:lnTo>
                  <a:pt x="468" y="359"/>
                </a:lnTo>
                <a:lnTo>
                  <a:pt x="468" y="358"/>
                </a:lnTo>
                <a:lnTo>
                  <a:pt x="469" y="358"/>
                </a:lnTo>
                <a:lnTo>
                  <a:pt x="469" y="357"/>
                </a:lnTo>
                <a:lnTo>
                  <a:pt x="469" y="356"/>
                </a:lnTo>
                <a:lnTo>
                  <a:pt x="470" y="356"/>
                </a:lnTo>
                <a:lnTo>
                  <a:pt x="470" y="355"/>
                </a:lnTo>
                <a:lnTo>
                  <a:pt x="469" y="355"/>
                </a:lnTo>
                <a:lnTo>
                  <a:pt x="469" y="356"/>
                </a:lnTo>
                <a:lnTo>
                  <a:pt x="469" y="355"/>
                </a:lnTo>
                <a:lnTo>
                  <a:pt x="470" y="355"/>
                </a:lnTo>
                <a:lnTo>
                  <a:pt x="470" y="354"/>
                </a:lnTo>
                <a:lnTo>
                  <a:pt x="470" y="353"/>
                </a:lnTo>
                <a:lnTo>
                  <a:pt x="471" y="353"/>
                </a:lnTo>
                <a:lnTo>
                  <a:pt x="470" y="353"/>
                </a:lnTo>
                <a:lnTo>
                  <a:pt x="470" y="352"/>
                </a:lnTo>
                <a:lnTo>
                  <a:pt x="470" y="351"/>
                </a:lnTo>
                <a:lnTo>
                  <a:pt x="469" y="352"/>
                </a:lnTo>
                <a:lnTo>
                  <a:pt x="468" y="352"/>
                </a:lnTo>
                <a:lnTo>
                  <a:pt x="468" y="353"/>
                </a:lnTo>
                <a:lnTo>
                  <a:pt x="467" y="353"/>
                </a:lnTo>
                <a:lnTo>
                  <a:pt x="467" y="354"/>
                </a:lnTo>
                <a:lnTo>
                  <a:pt x="466" y="354"/>
                </a:lnTo>
                <a:lnTo>
                  <a:pt x="465" y="354"/>
                </a:lnTo>
                <a:lnTo>
                  <a:pt x="465" y="355"/>
                </a:lnTo>
                <a:lnTo>
                  <a:pt x="464" y="355"/>
                </a:lnTo>
                <a:lnTo>
                  <a:pt x="464" y="356"/>
                </a:lnTo>
                <a:lnTo>
                  <a:pt x="464" y="357"/>
                </a:lnTo>
                <a:lnTo>
                  <a:pt x="463" y="357"/>
                </a:lnTo>
                <a:lnTo>
                  <a:pt x="463" y="358"/>
                </a:lnTo>
                <a:lnTo>
                  <a:pt x="462" y="358"/>
                </a:lnTo>
                <a:lnTo>
                  <a:pt x="461" y="359"/>
                </a:lnTo>
                <a:lnTo>
                  <a:pt x="460" y="360"/>
                </a:lnTo>
                <a:lnTo>
                  <a:pt x="459" y="360"/>
                </a:lnTo>
                <a:lnTo>
                  <a:pt x="459" y="361"/>
                </a:lnTo>
                <a:lnTo>
                  <a:pt x="458" y="361"/>
                </a:lnTo>
                <a:lnTo>
                  <a:pt x="457" y="361"/>
                </a:lnTo>
                <a:lnTo>
                  <a:pt x="457" y="362"/>
                </a:lnTo>
                <a:lnTo>
                  <a:pt x="456" y="362"/>
                </a:lnTo>
                <a:lnTo>
                  <a:pt x="456" y="363"/>
                </a:lnTo>
                <a:lnTo>
                  <a:pt x="455" y="364"/>
                </a:lnTo>
                <a:lnTo>
                  <a:pt x="454" y="364"/>
                </a:lnTo>
                <a:lnTo>
                  <a:pt x="454" y="365"/>
                </a:lnTo>
                <a:lnTo>
                  <a:pt x="453" y="365"/>
                </a:lnTo>
                <a:lnTo>
                  <a:pt x="452" y="367"/>
                </a:lnTo>
                <a:lnTo>
                  <a:pt x="451" y="367"/>
                </a:lnTo>
                <a:lnTo>
                  <a:pt x="451" y="368"/>
                </a:lnTo>
                <a:lnTo>
                  <a:pt x="449" y="369"/>
                </a:lnTo>
                <a:lnTo>
                  <a:pt x="449" y="370"/>
                </a:lnTo>
                <a:lnTo>
                  <a:pt x="448" y="371"/>
                </a:lnTo>
                <a:lnTo>
                  <a:pt x="448" y="372"/>
                </a:lnTo>
                <a:lnTo>
                  <a:pt x="447" y="372"/>
                </a:lnTo>
                <a:lnTo>
                  <a:pt x="447" y="373"/>
                </a:lnTo>
                <a:lnTo>
                  <a:pt x="446" y="374"/>
                </a:lnTo>
                <a:lnTo>
                  <a:pt x="445" y="375"/>
                </a:lnTo>
                <a:lnTo>
                  <a:pt x="445" y="376"/>
                </a:lnTo>
                <a:lnTo>
                  <a:pt x="444" y="376"/>
                </a:lnTo>
                <a:lnTo>
                  <a:pt x="443" y="378"/>
                </a:lnTo>
                <a:lnTo>
                  <a:pt x="442" y="379"/>
                </a:lnTo>
                <a:lnTo>
                  <a:pt x="441" y="381"/>
                </a:lnTo>
                <a:lnTo>
                  <a:pt x="440" y="381"/>
                </a:lnTo>
                <a:lnTo>
                  <a:pt x="439" y="383"/>
                </a:lnTo>
                <a:lnTo>
                  <a:pt x="438" y="383"/>
                </a:lnTo>
                <a:lnTo>
                  <a:pt x="438" y="384"/>
                </a:lnTo>
                <a:lnTo>
                  <a:pt x="437" y="384"/>
                </a:lnTo>
                <a:lnTo>
                  <a:pt x="437" y="385"/>
                </a:lnTo>
                <a:lnTo>
                  <a:pt x="437" y="386"/>
                </a:lnTo>
                <a:lnTo>
                  <a:pt x="436" y="386"/>
                </a:lnTo>
                <a:lnTo>
                  <a:pt x="436" y="387"/>
                </a:lnTo>
                <a:lnTo>
                  <a:pt x="435" y="387"/>
                </a:lnTo>
                <a:lnTo>
                  <a:pt x="435" y="388"/>
                </a:lnTo>
                <a:lnTo>
                  <a:pt x="434" y="389"/>
                </a:lnTo>
                <a:lnTo>
                  <a:pt x="434" y="390"/>
                </a:lnTo>
                <a:lnTo>
                  <a:pt x="433" y="390"/>
                </a:lnTo>
                <a:lnTo>
                  <a:pt x="433" y="391"/>
                </a:lnTo>
                <a:lnTo>
                  <a:pt x="432" y="391"/>
                </a:lnTo>
                <a:lnTo>
                  <a:pt x="432" y="392"/>
                </a:lnTo>
                <a:lnTo>
                  <a:pt x="431" y="392"/>
                </a:lnTo>
                <a:lnTo>
                  <a:pt x="430" y="392"/>
                </a:lnTo>
                <a:lnTo>
                  <a:pt x="430" y="391"/>
                </a:lnTo>
                <a:lnTo>
                  <a:pt x="429" y="392"/>
                </a:lnTo>
                <a:lnTo>
                  <a:pt x="428" y="392"/>
                </a:lnTo>
                <a:lnTo>
                  <a:pt x="428" y="391"/>
                </a:lnTo>
                <a:lnTo>
                  <a:pt x="427" y="391"/>
                </a:lnTo>
                <a:lnTo>
                  <a:pt x="427" y="392"/>
                </a:lnTo>
                <a:lnTo>
                  <a:pt x="427" y="393"/>
                </a:lnTo>
                <a:lnTo>
                  <a:pt x="427" y="394"/>
                </a:lnTo>
                <a:lnTo>
                  <a:pt x="426" y="394"/>
                </a:lnTo>
                <a:lnTo>
                  <a:pt x="425" y="393"/>
                </a:lnTo>
                <a:lnTo>
                  <a:pt x="425" y="392"/>
                </a:lnTo>
                <a:lnTo>
                  <a:pt x="425" y="390"/>
                </a:lnTo>
                <a:lnTo>
                  <a:pt x="425" y="389"/>
                </a:lnTo>
                <a:lnTo>
                  <a:pt x="424" y="388"/>
                </a:lnTo>
                <a:lnTo>
                  <a:pt x="424" y="387"/>
                </a:lnTo>
                <a:lnTo>
                  <a:pt x="424" y="386"/>
                </a:lnTo>
                <a:lnTo>
                  <a:pt x="424" y="385"/>
                </a:lnTo>
                <a:lnTo>
                  <a:pt x="423" y="385"/>
                </a:lnTo>
                <a:lnTo>
                  <a:pt x="422" y="384"/>
                </a:lnTo>
                <a:lnTo>
                  <a:pt x="422" y="385"/>
                </a:lnTo>
                <a:lnTo>
                  <a:pt x="421" y="385"/>
                </a:lnTo>
                <a:lnTo>
                  <a:pt x="420" y="385"/>
                </a:lnTo>
                <a:lnTo>
                  <a:pt x="419" y="386"/>
                </a:lnTo>
                <a:lnTo>
                  <a:pt x="417" y="387"/>
                </a:lnTo>
                <a:lnTo>
                  <a:pt x="417" y="388"/>
                </a:lnTo>
                <a:lnTo>
                  <a:pt x="416" y="388"/>
                </a:lnTo>
                <a:lnTo>
                  <a:pt x="416" y="389"/>
                </a:lnTo>
                <a:lnTo>
                  <a:pt x="416" y="390"/>
                </a:lnTo>
                <a:lnTo>
                  <a:pt x="415" y="390"/>
                </a:lnTo>
                <a:lnTo>
                  <a:pt x="415" y="391"/>
                </a:lnTo>
                <a:lnTo>
                  <a:pt x="414" y="391"/>
                </a:lnTo>
                <a:lnTo>
                  <a:pt x="414" y="390"/>
                </a:lnTo>
                <a:lnTo>
                  <a:pt x="413" y="390"/>
                </a:lnTo>
                <a:lnTo>
                  <a:pt x="413" y="389"/>
                </a:lnTo>
                <a:lnTo>
                  <a:pt x="413" y="388"/>
                </a:lnTo>
                <a:lnTo>
                  <a:pt x="413" y="387"/>
                </a:lnTo>
                <a:lnTo>
                  <a:pt x="413" y="385"/>
                </a:lnTo>
                <a:lnTo>
                  <a:pt x="412" y="385"/>
                </a:lnTo>
                <a:lnTo>
                  <a:pt x="412" y="384"/>
                </a:lnTo>
                <a:lnTo>
                  <a:pt x="412" y="383"/>
                </a:lnTo>
                <a:lnTo>
                  <a:pt x="412" y="382"/>
                </a:lnTo>
                <a:lnTo>
                  <a:pt x="411" y="380"/>
                </a:lnTo>
                <a:lnTo>
                  <a:pt x="411" y="378"/>
                </a:lnTo>
                <a:lnTo>
                  <a:pt x="410" y="377"/>
                </a:lnTo>
                <a:lnTo>
                  <a:pt x="410" y="376"/>
                </a:lnTo>
                <a:lnTo>
                  <a:pt x="410" y="375"/>
                </a:lnTo>
                <a:lnTo>
                  <a:pt x="411" y="375"/>
                </a:lnTo>
                <a:lnTo>
                  <a:pt x="412" y="373"/>
                </a:lnTo>
                <a:lnTo>
                  <a:pt x="413" y="372"/>
                </a:lnTo>
                <a:lnTo>
                  <a:pt x="414" y="371"/>
                </a:lnTo>
                <a:lnTo>
                  <a:pt x="415" y="371"/>
                </a:lnTo>
                <a:lnTo>
                  <a:pt x="415" y="370"/>
                </a:lnTo>
                <a:lnTo>
                  <a:pt x="416" y="370"/>
                </a:lnTo>
                <a:lnTo>
                  <a:pt x="417" y="369"/>
                </a:lnTo>
                <a:lnTo>
                  <a:pt x="418" y="368"/>
                </a:lnTo>
                <a:lnTo>
                  <a:pt x="418" y="367"/>
                </a:lnTo>
                <a:lnTo>
                  <a:pt x="419" y="367"/>
                </a:lnTo>
                <a:lnTo>
                  <a:pt x="419" y="366"/>
                </a:lnTo>
                <a:lnTo>
                  <a:pt x="419" y="365"/>
                </a:lnTo>
                <a:lnTo>
                  <a:pt x="420" y="364"/>
                </a:lnTo>
                <a:lnTo>
                  <a:pt x="420" y="363"/>
                </a:lnTo>
                <a:lnTo>
                  <a:pt x="420" y="362"/>
                </a:lnTo>
                <a:lnTo>
                  <a:pt x="421" y="361"/>
                </a:lnTo>
                <a:lnTo>
                  <a:pt x="421" y="360"/>
                </a:lnTo>
                <a:lnTo>
                  <a:pt x="421" y="359"/>
                </a:lnTo>
                <a:lnTo>
                  <a:pt x="420" y="359"/>
                </a:lnTo>
                <a:lnTo>
                  <a:pt x="420" y="360"/>
                </a:lnTo>
                <a:lnTo>
                  <a:pt x="419" y="360"/>
                </a:lnTo>
                <a:lnTo>
                  <a:pt x="419" y="361"/>
                </a:lnTo>
                <a:lnTo>
                  <a:pt x="418" y="361"/>
                </a:lnTo>
                <a:lnTo>
                  <a:pt x="418" y="362"/>
                </a:lnTo>
                <a:lnTo>
                  <a:pt x="418" y="363"/>
                </a:lnTo>
                <a:lnTo>
                  <a:pt x="417" y="364"/>
                </a:lnTo>
                <a:lnTo>
                  <a:pt x="416" y="365"/>
                </a:lnTo>
                <a:lnTo>
                  <a:pt x="415" y="366"/>
                </a:lnTo>
                <a:lnTo>
                  <a:pt x="415" y="367"/>
                </a:lnTo>
                <a:lnTo>
                  <a:pt x="414" y="367"/>
                </a:lnTo>
                <a:lnTo>
                  <a:pt x="414" y="368"/>
                </a:lnTo>
                <a:lnTo>
                  <a:pt x="413" y="368"/>
                </a:lnTo>
                <a:lnTo>
                  <a:pt x="413" y="369"/>
                </a:lnTo>
                <a:lnTo>
                  <a:pt x="412" y="369"/>
                </a:lnTo>
                <a:lnTo>
                  <a:pt x="412" y="368"/>
                </a:lnTo>
                <a:lnTo>
                  <a:pt x="411" y="367"/>
                </a:lnTo>
                <a:lnTo>
                  <a:pt x="412" y="367"/>
                </a:lnTo>
                <a:lnTo>
                  <a:pt x="412" y="366"/>
                </a:lnTo>
                <a:lnTo>
                  <a:pt x="412" y="365"/>
                </a:lnTo>
                <a:lnTo>
                  <a:pt x="412" y="364"/>
                </a:lnTo>
                <a:lnTo>
                  <a:pt x="412" y="363"/>
                </a:lnTo>
                <a:lnTo>
                  <a:pt x="412" y="362"/>
                </a:lnTo>
                <a:lnTo>
                  <a:pt x="412" y="361"/>
                </a:lnTo>
                <a:lnTo>
                  <a:pt x="412" y="360"/>
                </a:lnTo>
                <a:lnTo>
                  <a:pt x="411" y="359"/>
                </a:lnTo>
                <a:lnTo>
                  <a:pt x="410" y="359"/>
                </a:lnTo>
                <a:lnTo>
                  <a:pt x="408" y="357"/>
                </a:lnTo>
                <a:lnTo>
                  <a:pt x="407" y="357"/>
                </a:lnTo>
                <a:lnTo>
                  <a:pt x="406" y="358"/>
                </a:lnTo>
                <a:lnTo>
                  <a:pt x="405" y="359"/>
                </a:lnTo>
                <a:lnTo>
                  <a:pt x="404" y="360"/>
                </a:lnTo>
                <a:lnTo>
                  <a:pt x="403" y="361"/>
                </a:lnTo>
                <a:lnTo>
                  <a:pt x="401" y="362"/>
                </a:lnTo>
                <a:lnTo>
                  <a:pt x="400" y="363"/>
                </a:lnTo>
                <a:lnTo>
                  <a:pt x="400" y="364"/>
                </a:lnTo>
                <a:lnTo>
                  <a:pt x="401" y="364"/>
                </a:lnTo>
                <a:lnTo>
                  <a:pt x="400" y="365"/>
                </a:lnTo>
                <a:lnTo>
                  <a:pt x="399" y="365"/>
                </a:lnTo>
                <a:lnTo>
                  <a:pt x="399" y="366"/>
                </a:lnTo>
                <a:lnTo>
                  <a:pt x="400" y="366"/>
                </a:lnTo>
                <a:lnTo>
                  <a:pt x="400" y="367"/>
                </a:lnTo>
                <a:lnTo>
                  <a:pt x="399" y="367"/>
                </a:lnTo>
                <a:lnTo>
                  <a:pt x="399" y="368"/>
                </a:lnTo>
                <a:lnTo>
                  <a:pt x="399" y="369"/>
                </a:lnTo>
                <a:lnTo>
                  <a:pt x="398" y="369"/>
                </a:lnTo>
                <a:lnTo>
                  <a:pt x="397" y="369"/>
                </a:lnTo>
                <a:lnTo>
                  <a:pt x="397" y="370"/>
                </a:lnTo>
                <a:lnTo>
                  <a:pt x="397" y="371"/>
                </a:lnTo>
                <a:lnTo>
                  <a:pt x="396" y="371"/>
                </a:lnTo>
                <a:lnTo>
                  <a:pt x="395" y="371"/>
                </a:lnTo>
                <a:lnTo>
                  <a:pt x="395" y="372"/>
                </a:lnTo>
                <a:lnTo>
                  <a:pt x="394" y="372"/>
                </a:lnTo>
                <a:lnTo>
                  <a:pt x="394" y="371"/>
                </a:lnTo>
                <a:lnTo>
                  <a:pt x="393" y="371"/>
                </a:lnTo>
                <a:lnTo>
                  <a:pt x="392" y="372"/>
                </a:lnTo>
                <a:lnTo>
                  <a:pt x="393" y="372"/>
                </a:lnTo>
                <a:lnTo>
                  <a:pt x="393" y="373"/>
                </a:lnTo>
                <a:lnTo>
                  <a:pt x="392" y="373"/>
                </a:lnTo>
                <a:lnTo>
                  <a:pt x="392" y="374"/>
                </a:lnTo>
                <a:lnTo>
                  <a:pt x="391" y="374"/>
                </a:lnTo>
                <a:lnTo>
                  <a:pt x="391" y="375"/>
                </a:lnTo>
                <a:lnTo>
                  <a:pt x="391" y="376"/>
                </a:lnTo>
                <a:lnTo>
                  <a:pt x="390" y="376"/>
                </a:lnTo>
                <a:lnTo>
                  <a:pt x="390" y="377"/>
                </a:lnTo>
                <a:lnTo>
                  <a:pt x="390" y="378"/>
                </a:lnTo>
                <a:lnTo>
                  <a:pt x="389" y="378"/>
                </a:lnTo>
                <a:lnTo>
                  <a:pt x="389" y="377"/>
                </a:lnTo>
                <a:lnTo>
                  <a:pt x="388" y="377"/>
                </a:lnTo>
                <a:lnTo>
                  <a:pt x="387" y="377"/>
                </a:lnTo>
                <a:lnTo>
                  <a:pt x="387" y="378"/>
                </a:lnTo>
                <a:lnTo>
                  <a:pt x="386" y="377"/>
                </a:lnTo>
                <a:lnTo>
                  <a:pt x="386" y="376"/>
                </a:lnTo>
                <a:lnTo>
                  <a:pt x="385" y="376"/>
                </a:lnTo>
                <a:lnTo>
                  <a:pt x="385" y="375"/>
                </a:lnTo>
                <a:lnTo>
                  <a:pt x="384" y="375"/>
                </a:lnTo>
                <a:lnTo>
                  <a:pt x="384" y="376"/>
                </a:lnTo>
                <a:lnTo>
                  <a:pt x="383" y="376"/>
                </a:lnTo>
                <a:lnTo>
                  <a:pt x="383" y="375"/>
                </a:lnTo>
                <a:lnTo>
                  <a:pt x="382" y="375"/>
                </a:lnTo>
                <a:lnTo>
                  <a:pt x="381" y="375"/>
                </a:lnTo>
                <a:lnTo>
                  <a:pt x="380" y="375"/>
                </a:lnTo>
                <a:lnTo>
                  <a:pt x="380" y="374"/>
                </a:lnTo>
                <a:lnTo>
                  <a:pt x="380" y="375"/>
                </a:lnTo>
                <a:lnTo>
                  <a:pt x="379" y="375"/>
                </a:lnTo>
                <a:lnTo>
                  <a:pt x="378" y="375"/>
                </a:lnTo>
                <a:lnTo>
                  <a:pt x="378" y="376"/>
                </a:lnTo>
                <a:lnTo>
                  <a:pt x="377" y="377"/>
                </a:lnTo>
                <a:lnTo>
                  <a:pt x="376" y="377"/>
                </a:lnTo>
                <a:lnTo>
                  <a:pt x="375" y="376"/>
                </a:lnTo>
                <a:lnTo>
                  <a:pt x="374" y="376"/>
                </a:lnTo>
                <a:lnTo>
                  <a:pt x="373" y="376"/>
                </a:lnTo>
                <a:lnTo>
                  <a:pt x="373" y="375"/>
                </a:lnTo>
                <a:lnTo>
                  <a:pt x="373" y="374"/>
                </a:lnTo>
                <a:lnTo>
                  <a:pt x="372" y="374"/>
                </a:lnTo>
                <a:lnTo>
                  <a:pt x="371" y="374"/>
                </a:lnTo>
                <a:lnTo>
                  <a:pt x="370" y="373"/>
                </a:lnTo>
                <a:lnTo>
                  <a:pt x="369" y="373"/>
                </a:lnTo>
                <a:lnTo>
                  <a:pt x="368" y="374"/>
                </a:lnTo>
                <a:lnTo>
                  <a:pt x="368" y="373"/>
                </a:lnTo>
                <a:lnTo>
                  <a:pt x="368" y="374"/>
                </a:lnTo>
                <a:lnTo>
                  <a:pt x="367" y="374"/>
                </a:lnTo>
                <a:lnTo>
                  <a:pt x="366" y="375"/>
                </a:lnTo>
                <a:lnTo>
                  <a:pt x="366" y="377"/>
                </a:lnTo>
                <a:lnTo>
                  <a:pt x="366" y="378"/>
                </a:lnTo>
                <a:lnTo>
                  <a:pt x="365" y="378"/>
                </a:lnTo>
                <a:lnTo>
                  <a:pt x="365" y="379"/>
                </a:lnTo>
                <a:lnTo>
                  <a:pt x="364" y="379"/>
                </a:lnTo>
                <a:lnTo>
                  <a:pt x="364" y="380"/>
                </a:lnTo>
                <a:lnTo>
                  <a:pt x="364" y="381"/>
                </a:lnTo>
                <a:lnTo>
                  <a:pt x="363" y="381"/>
                </a:lnTo>
                <a:lnTo>
                  <a:pt x="363" y="380"/>
                </a:lnTo>
                <a:lnTo>
                  <a:pt x="363" y="381"/>
                </a:lnTo>
                <a:lnTo>
                  <a:pt x="362" y="381"/>
                </a:lnTo>
                <a:lnTo>
                  <a:pt x="362" y="382"/>
                </a:lnTo>
                <a:lnTo>
                  <a:pt x="361" y="383"/>
                </a:lnTo>
                <a:lnTo>
                  <a:pt x="360" y="383"/>
                </a:lnTo>
                <a:lnTo>
                  <a:pt x="359" y="383"/>
                </a:lnTo>
                <a:lnTo>
                  <a:pt x="358" y="383"/>
                </a:lnTo>
                <a:lnTo>
                  <a:pt x="357" y="383"/>
                </a:lnTo>
                <a:lnTo>
                  <a:pt x="357" y="384"/>
                </a:lnTo>
                <a:lnTo>
                  <a:pt x="356" y="384"/>
                </a:lnTo>
                <a:lnTo>
                  <a:pt x="356" y="385"/>
                </a:lnTo>
                <a:lnTo>
                  <a:pt x="355" y="385"/>
                </a:lnTo>
                <a:lnTo>
                  <a:pt x="354" y="385"/>
                </a:lnTo>
                <a:lnTo>
                  <a:pt x="354" y="386"/>
                </a:lnTo>
                <a:lnTo>
                  <a:pt x="354" y="387"/>
                </a:lnTo>
                <a:lnTo>
                  <a:pt x="353" y="387"/>
                </a:lnTo>
                <a:lnTo>
                  <a:pt x="353" y="386"/>
                </a:lnTo>
                <a:lnTo>
                  <a:pt x="353" y="385"/>
                </a:lnTo>
                <a:lnTo>
                  <a:pt x="353" y="384"/>
                </a:lnTo>
                <a:lnTo>
                  <a:pt x="353" y="383"/>
                </a:lnTo>
                <a:lnTo>
                  <a:pt x="354" y="383"/>
                </a:lnTo>
                <a:lnTo>
                  <a:pt x="354" y="382"/>
                </a:lnTo>
                <a:lnTo>
                  <a:pt x="355" y="382"/>
                </a:lnTo>
                <a:lnTo>
                  <a:pt x="355" y="381"/>
                </a:lnTo>
                <a:lnTo>
                  <a:pt x="355" y="380"/>
                </a:lnTo>
                <a:lnTo>
                  <a:pt x="355" y="379"/>
                </a:lnTo>
                <a:lnTo>
                  <a:pt x="355" y="378"/>
                </a:lnTo>
                <a:lnTo>
                  <a:pt x="355" y="377"/>
                </a:lnTo>
                <a:lnTo>
                  <a:pt x="354" y="377"/>
                </a:lnTo>
                <a:lnTo>
                  <a:pt x="353" y="377"/>
                </a:lnTo>
                <a:lnTo>
                  <a:pt x="352" y="377"/>
                </a:lnTo>
                <a:lnTo>
                  <a:pt x="352" y="376"/>
                </a:lnTo>
                <a:lnTo>
                  <a:pt x="351" y="376"/>
                </a:lnTo>
                <a:lnTo>
                  <a:pt x="350" y="376"/>
                </a:lnTo>
                <a:lnTo>
                  <a:pt x="350" y="375"/>
                </a:lnTo>
                <a:lnTo>
                  <a:pt x="349" y="375"/>
                </a:lnTo>
                <a:lnTo>
                  <a:pt x="349" y="374"/>
                </a:lnTo>
                <a:lnTo>
                  <a:pt x="349" y="373"/>
                </a:lnTo>
                <a:lnTo>
                  <a:pt x="349" y="372"/>
                </a:lnTo>
                <a:lnTo>
                  <a:pt x="350" y="372"/>
                </a:lnTo>
                <a:lnTo>
                  <a:pt x="350" y="371"/>
                </a:lnTo>
                <a:lnTo>
                  <a:pt x="349" y="371"/>
                </a:lnTo>
                <a:lnTo>
                  <a:pt x="348" y="371"/>
                </a:lnTo>
                <a:lnTo>
                  <a:pt x="348" y="372"/>
                </a:lnTo>
                <a:lnTo>
                  <a:pt x="347" y="372"/>
                </a:lnTo>
                <a:lnTo>
                  <a:pt x="348" y="373"/>
                </a:lnTo>
                <a:lnTo>
                  <a:pt x="347" y="373"/>
                </a:lnTo>
                <a:lnTo>
                  <a:pt x="346" y="373"/>
                </a:lnTo>
                <a:lnTo>
                  <a:pt x="346" y="374"/>
                </a:lnTo>
                <a:lnTo>
                  <a:pt x="346" y="375"/>
                </a:lnTo>
                <a:lnTo>
                  <a:pt x="345" y="374"/>
                </a:lnTo>
                <a:lnTo>
                  <a:pt x="345" y="373"/>
                </a:lnTo>
                <a:lnTo>
                  <a:pt x="345" y="372"/>
                </a:lnTo>
                <a:lnTo>
                  <a:pt x="344" y="372"/>
                </a:lnTo>
                <a:lnTo>
                  <a:pt x="344" y="371"/>
                </a:lnTo>
                <a:lnTo>
                  <a:pt x="343" y="371"/>
                </a:lnTo>
                <a:lnTo>
                  <a:pt x="343" y="370"/>
                </a:lnTo>
                <a:lnTo>
                  <a:pt x="343" y="371"/>
                </a:lnTo>
                <a:lnTo>
                  <a:pt x="342" y="371"/>
                </a:lnTo>
                <a:lnTo>
                  <a:pt x="341" y="371"/>
                </a:lnTo>
                <a:lnTo>
                  <a:pt x="340" y="371"/>
                </a:lnTo>
                <a:lnTo>
                  <a:pt x="339" y="371"/>
                </a:lnTo>
                <a:lnTo>
                  <a:pt x="339" y="370"/>
                </a:lnTo>
                <a:lnTo>
                  <a:pt x="339" y="371"/>
                </a:lnTo>
                <a:lnTo>
                  <a:pt x="338" y="371"/>
                </a:lnTo>
                <a:lnTo>
                  <a:pt x="338" y="370"/>
                </a:lnTo>
                <a:lnTo>
                  <a:pt x="338" y="369"/>
                </a:lnTo>
                <a:lnTo>
                  <a:pt x="337" y="369"/>
                </a:lnTo>
                <a:lnTo>
                  <a:pt x="336" y="368"/>
                </a:lnTo>
                <a:lnTo>
                  <a:pt x="336" y="369"/>
                </a:lnTo>
                <a:lnTo>
                  <a:pt x="335" y="369"/>
                </a:lnTo>
                <a:lnTo>
                  <a:pt x="334" y="369"/>
                </a:lnTo>
                <a:lnTo>
                  <a:pt x="334" y="368"/>
                </a:lnTo>
                <a:lnTo>
                  <a:pt x="333" y="367"/>
                </a:lnTo>
                <a:lnTo>
                  <a:pt x="334" y="367"/>
                </a:lnTo>
                <a:lnTo>
                  <a:pt x="334" y="366"/>
                </a:lnTo>
                <a:lnTo>
                  <a:pt x="334" y="365"/>
                </a:lnTo>
                <a:lnTo>
                  <a:pt x="335" y="365"/>
                </a:lnTo>
                <a:lnTo>
                  <a:pt x="334" y="365"/>
                </a:lnTo>
                <a:lnTo>
                  <a:pt x="334" y="363"/>
                </a:lnTo>
                <a:lnTo>
                  <a:pt x="335" y="363"/>
                </a:lnTo>
                <a:lnTo>
                  <a:pt x="335" y="362"/>
                </a:lnTo>
                <a:lnTo>
                  <a:pt x="334" y="362"/>
                </a:lnTo>
                <a:lnTo>
                  <a:pt x="334" y="361"/>
                </a:lnTo>
                <a:lnTo>
                  <a:pt x="334" y="360"/>
                </a:lnTo>
                <a:lnTo>
                  <a:pt x="333" y="360"/>
                </a:lnTo>
                <a:lnTo>
                  <a:pt x="333" y="361"/>
                </a:lnTo>
                <a:lnTo>
                  <a:pt x="334" y="361"/>
                </a:lnTo>
                <a:lnTo>
                  <a:pt x="334" y="362"/>
                </a:lnTo>
                <a:lnTo>
                  <a:pt x="333" y="362"/>
                </a:lnTo>
                <a:lnTo>
                  <a:pt x="332" y="362"/>
                </a:lnTo>
                <a:lnTo>
                  <a:pt x="332" y="361"/>
                </a:lnTo>
                <a:lnTo>
                  <a:pt x="332" y="360"/>
                </a:lnTo>
                <a:lnTo>
                  <a:pt x="331" y="360"/>
                </a:lnTo>
                <a:lnTo>
                  <a:pt x="331" y="361"/>
                </a:lnTo>
                <a:lnTo>
                  <a:pt x="331" y="360"/>
                </a:lnTo>
                <a:lnTo>
                  <a:pt x="330" y="360"/>
                </a:lnTo>
                <a:lnTo>
                  <a:pt x="330" y="359"/>
                </a:lnTo>
                <a:lnTo>
                  <a:pt x="329" y="359"/>
                </a:lnTo>
                <a:lnTo>
                  <a:pt x="328" y="359"/>
                </a:lnTo>
                <a:lnTo>
                  <a:pt x="327" y="358"/>
                </a:lnTo>
                <a:lnTo>
                  <a:pt x="327" y="357"/>
                </a:lnTo>
                <a:lnTo>
                  <a:pt x="326" y="357"/>
                </a:lnTo>
                <a:lnTo>
                  <a:pt x="325" y="357"/>
                </a:lnTo>
                <a:lnTo>
                  <a:pt x="324" y="357"/>
                </a:lnTo>
                <a:lnTo>
                  <a:pt x="324" y="356"/>
                </a:lnTo>
                <a:lnTo>
                  <a:pt x="323" y="355"/>
                </a:lnTo>
                <a:lnTo>
                  <a:pt x="325" y="353"/>
                </a:lnTo>
                <a:lnTo>
                  <a:pt x="325" y="352"/>
                </a:lnTo>
                <a:lnTo>
                  <a:pt x="324" y="352"/>
                </a:lnTo>
                <a:lnTo>
                  <a:pt x="323" y="352"/>
                </a:lnTo>
                <a:lnTo>
                  <a:pt x="323" y="353"/>
                </a:lnTo>
                <a:lnTo>
                  <a:pt x="322" y="353"/>
                </a:lnTo>
                <a:lnTo>
                  <a:pt x="321" y="353"/>
                </a:lnTo>
                <a:lnTo>
                  <a:pt x="321" y="352"/>
                </a:lnTo>
                <a:lnTo>
                  <a:pt x="321" y="351"/>
                </a:lnTo>
                <a:lnTo>
                  <a:pt x="320" y="351"/>
                </a:lnTo>
                <a:lnTo>
                  <a:pt x="319" y="351"/>
                </a:lnTo>
                <a:lnTo>
                  <a:pt x="318" y="351"/>
                </a:lnTo>
                <a:lnTo>
                  <a:pt x="318" y="350"/>
                </a:lnTo>
                <a:lnTo>
                  <a:pt x="318" y="351"/>
                </a:lnTo>
                <a:lnTo>
                  <a:pt x="318" y="350"/>
                </a:lnTo>
                <a:lnTo>
                  <a:pt x="317" y="350"/>
                </a:lnTo>
                <a:lnTo>
                  <a:pt x="317" y="349"/>
                </a:lnTo>
                <a:lnTo>
                  <a:pt x="317" y="350"/>
                </a:lnTo>
                <a:lnTo>
                  <a:pt x="317" y="351"/>
                </a:lnTo>
                <a:lnTo>
                  <a:pt x="316" y="351"/>
                </a:lnTo>
                <a:lnTo>
                  <a:pt x="316" y="350"/>
                </a:lnTo>
                <a:lnTo>
                  <a:pt x="315" y="350"/>
                </a:lnTo>
                <a:lnTo>
                  <a:pt x="315" y="349"/>
                </a:lnTo>
                <a:lnTo>
                  <a:pt x="314" y="349"/>
                </a:lnTo>
                <a:lnTo>
                  <a:pt x="313" y="349"/>
                </a:lnTo>
                <a:lnTo>
                  <a:pt x="313" y="348"/>
                </a:lnTo>
                <a:lnTo>
                  <a:pt x="313" y="347"/>
                </a:lnTo>
                <a:lnTo>
                  <a:pt x="312" y="347"/>
                </a:lnTo>
                <a:lnTo>
                  <a:pt x="311" y="347"/>
                </a:lnTo>
                <a:lnTo>
                  <a:pt x="311" y="346"/>
                </a:lnTo>
                <a:lnTo>
                  <a:pt x="310" y="346"/>
                </a:lnTo>
                <a:lnTo>
                  <a:pt x="309" y="346"/>
                </a:lnTo>
                <a:lnTo>
                  <a:pt x="309" y="345"/>
                </a:lnTo>
                <a:lnTo>
                  <a:pt x="308" y="345"/>
                </a:lnTo>
                <a:lnTo>
                  <a:pt x="308" y="346"/>
                </a:lnTo>
                <a:lnTo>
                  <a:pt x="307" y="346"/>
                </a:lnTo>
                <a:lnTo>
                  <a:pt x="307" y="345"/>
                </a:lnTo>
                <a:lnTo>
                  <a:pt x="306" y="345"/>
                </a:lnTo>
                <a:lnTo>
                  <a:pt x="306" y="344"/>
                </a:lnTo>
                <a:lnTo>
                  <a:pt x="305" y="344"/>
                </a:lnTo>
                <a:lnTo>
                  <a:pt x="304" y="344"/>
                </a:lnTo>
                <a:lnTo>
                  <a:pt x="303" y="345"/>
                </a:lnTo>
                <a:lnTo>
                  <a:pt x="303" y="346"/>
                </a:lnTo>
                <a:lnTo>
                  <a:pt x="302" y="346"/>
                </a:lnTo>
                <a:lnTo>
                  <a:pt x="302" y="347"/>
                </a:lnTo>
                <a:lnTo>
                  <a:pt x="302" y="346"/>
                </a:lnTo>
                <a:lnTo>
                  <a:pt x="302" y="347"/>
                </a:lnTo>
                <a:lnTo>
                  <a:pt x="301" y="347"/>
                </a:lnTo>
                <a:lnTo>
                  <a:pt x="300" y="347"/>
                </a:lnTo>
                <a:lnTo>
                  <a:pt x="300" y="348"/>
                </a:lnTo>
                <a:lnTo>
                  <a:pt x="299" y="348"/>
                </a:lnTo>
                <a:lnTo>
                  <a:pt x="299" y="347"/>
                </a:lnTo>
                <a:lnTo>
                  <a:pt x="299" y="348"/>
                </a:lnTo>
                <a:lnTo>
                  <a:pt x="298" y="348"/>
                </a:lnTo>
                <a:lnTo>
                  <a:pt x="298" y="347"/>
                </a:lnTo>
                <a:lnTo>
                  <a:pt x="298" y="348"/>
                </a:lnTo>
                <a:lnTo>
                  <a:pt x="297" y="348"/>
                </a:lnTo>
                <a:lnTo>
                  <a:pt x="297" y="347"/>
                </a:lnTo>
                <a:lnTo>
                  <a:pt x="296" y="347"/>
                </a:lnTo>
                <a:lnTo>
                  <a:pt x="297" y="347"/>
                </a:lnTo>
                <a:lnTo>
                  <a:pt x="296" y="347"/>
                </a:lnTo>
                <a:lnTo>
                  <a:pt x="295" y="347"/>
                </a:lnTo>
                <a:lnTo>
                  <a:pt x="294" y="347"/>
                </a:lnTo>
                <a:lnTo>
                  <a:pt x="293" y="347"/>
                </a:lnTo>
                <a:lnTo>
                  <a:pt x="292" y="347"/>
                </a:lnTo>
                <a:lnTo>
                  <a:pt x="291" y="347"/>
                </a:lnTo>
                <a:lnTo>
                  <a:pt x="291" y="346"/>
                </a:lnTo>
                <a:lnTo>
                  <a:pt x="290" y="346"/>
                </a:lnTo>
                <a:lnTo>
                  <a:pt x="290" y="347"/>
                </a:lnTo>
                <a:lnTo>
                  <a:pt x="289" y="347"/>
                </a:lnTo>
                <a:lnTo>
                  <a:pt x="289" y="346"/>
                </a:lnTo>
                <a:lnTo>
                  <a:pt x="288" y="346"/>
                </a:lnTo>
                <a:lnTo>
                  <a:pt x="288" y="347"/>
                </a:lnTo>
                <a:lnTo>
                  <a:pt x="287" y="346"/>
                </a:lnTo>
                <a:lnTo>
                  <a:pt x="286" y="346"/>
                </a:lnTo>
                <a:lnTo>
                  <a:pt x="286" y="345"/>
                </a:lnTo>
                <a:lnTo>
                  <a:pt x="286" y="344"/>
                </a:lnTo>
                <a:lnTo>
                  <a:pt x="285" y="344"/>
                </a:lnTo>
                <a:lnTo>
                  <a:pt x="285" y="343"/>
                </a:lnTo>
                <a:lnTo>
                  <a:pt x="284" y="343"/>
                </a:lnTo>
                <a:lnTo>
                  <a:pt x="284" y="344"/>
                </a:lnTo>
                <a:lnTo>
                  <a:pt x="283" y="344"/>
                </a:lnTo>
                <a:lnTo>
                  <a:pt x="282" y="344"/>
                </a:lnTo>
                <a:lnTo>
                  <a:pt x="281" y="344"/>
                </a:lnTo>
                <a:lnTo>
                  <a:pt x="280" y="344"/>
                </a:lnTo>
                <a:lnTo>
                  <a:pt x="280" y="343"/>
                </a:lnTo>
                <a:lnTo>
                  <a:pt x="279" y="343"/>
                </a:lnTo>
                <a:lnTo>
                  <a:pt x="279" y="344"/>
                </a:lnTo>
                <a:lnTo>
                  <a:pt x="278" y="344"/>
                </a:lnTo>
                <a:lnTo>
                  <a:pt x="278" y="343"/>
                </a:lnTo>
                <a:lnTo>
                  <a:pt x="277" y="343"/>
                </a:lnTo>
                <a:lnTo>
                  <a:pt x="277" y="344"/>
                </a:lnTo>
                <a:lnTo>
                  <a:pt x="276" y="344"/>
                </a:lnTo>
                <a:lnTo>
                  <a:pt x="276" y="345"/>
                </a:lnTo>
                <a:lnTo>
                  <a:pt x="275" y="345"/>
                </a:lnTo>
                <a:lnTo>
                  <a:pt x="274" y="345"/>
                </a:lnTo>
                <a:lnTo>
                  <a:pt x="273" y="345"/>
                </a:lnTo>
                <a:lnTo>
                  <a:pt x="273" y="344"/>
                </a:lnTo>
                <a:lnTo>
                  <a:pt x="272" y="344"/>
                </a:lnTo>
                <a:lnTo>
                  <a:pt x="272" y="343"/>
                </a:lnTo>
                <a:lnTo>
                  <a:pt x="273" y="343"/>
                </a:lnTo>
                <a:lnTo>
                  <a:pt x="273" y="342"/>
                </a:lnTo>
                <a:lnTo>
                  <a:pt x="273" y="343"/>
                </a:lnTo>
                <a:lnTo>
                  <a:pt x="272" y="343"/>
                </a:lnTo>
                <a:lnTo>
                  <a:pt x="272" y="342"/>
                </a:lnTo>
                <a:lnTo>
                  <a:pt x="272" y="341"/>
                </a:lnTo>
                <a:lnTo>
                  <a:pt x="271" y="341"/>
                </a:lnTo>
                <a:lnTo>
                  <a:pt x="270" y="341"/>
                </a:lnTo>
                <a:lnTo>
                  <a:pt x="269" y="341"/>
                </a:lnTo>
                <a:lnTo>
                  <a:pt x="269" y="342"/>
                </a:lnTo>
                <a:lnTo>
                  <a:pt x="268" y="342"/>
                </a:lnTo>
                <a:lnTo>
                  <a:pt x="268" y="341"/>
                </a:lnTo>
                <a:lnTo>
                  <a:pt x="268" y="340"/>
                </a:lnTo>
                <a:lnTo>
                  <a:pt x="268" y="339"/>
                </a:lnTo>
                <a:lnTo>
                  <a:pt x="267" y="339"/>
                </a:lnTo>
                <a:lnTo>
                  <a:pt x="267" y="338"/>
                </a:lnTo>
                <a:lnTo>
                  <a:pt x="267" y="339"/>
                </a:lnTo>
                <a:lnTo>
                  <a:pt x="266" y="339"/>
                </a:lnTo>
                <a:lnTo>
                  <a:pt x="266" y="338"/>
                </a:lnTo>
                <a:lnTo>
                  <a:pt x="265" y="338"/>
                </a:lnTo>
                <a:lnTo>
                  <a:pt x="265" y="337"/>
                </a:lnTo>
                <a:lnTo>
                  <a:pt x="265" y="336"/>
                </a:lnTo>
                <a:lnTo>
                  <a:pt x="264" y="335"/>
                </a:lnTo>
                <a:lnTo>
                  <a:pt x="263" y="335"/>
                </a:lnTo>
                <a:lnTo>
                  <a:pt x="262" y="335"/>
                </a:lnTo>
                <a:lnTo>
                  <a:pt x="262" y="334"/>
                </a:lnTo>
                <a:lnTo>
                  <a:pt x="261" y="334"/>
                </a:lnTo>
                <a:lnTo>
                  <a:pt x="261" y="333"/>
                </a:lnTo>
                <a:lnTo>
                  <a:pt x="261" y="332"/>
                </a:lnTo>
                <a:lnTo>
                  <a:pt x="260" y="332"/>
                </a:lnTo>
                <a:lnTo>
                  <a:pt x="257" y="332"/>
                </a:lnTo>
                <a:lnTo>
                  <a:pt x="256" y="332"/>
                </a:lnTo>
                <a:lnTo>
                  <a:pt x="254" y="332"/>
                </a:lnTo>
                <a:lnTo>
                  <a:pt x="253" y="332"/>
                </a:lnTo>
                <a:lnTo>
                  <a:pt x="252" y="332"/>
                </a:lnTo>
                <a:lnTo>
                  <a:pt x="251" y="332"/>
                </a:lnTo>
                <a:lnTo>
                  <a:pt x="250" y="331"/>
                </a:lnTo>
                <a:lnTo>
                  <a:pt x="249" y="331"/>
                </a:lnTo>
                <a:lnTo>
                  <a:pt x="248" y="331"/>
                </a:lnTo>
                <a:lnTo>
                  <a:pt x="247" y="331"/>
                </a:lnTo>
                <a:lnTo>
                  <a:pt x="246" y="331"/>
                </a:lnTo>
                <a:lnTo>
                  <a:pt x="243" y="331"/>
                </a:lnTo>
                <a:lnTo>
                  <a:pt x="242" y="331"/>
                </a:lnTo>
                <a:lnTo>
                  <a:pt x="240" y="331"/>
                </a:lnTo>
                <a:lnTo>
                  <a:pt x="239" y="331"/>
                </a:lnTo>
                <a:lnTo>
                  <a:pt x="238" y="331"/>
                </a:lnTo>
                <a:lnTo>
                  <a:pt x="237" y="330"/>
                </a:lnTo>
                <a:lnTo>
                  <a:pt x="236" y="330"/>
                </a:lnTo>
                <a:lnTo>
                  <a:pt x="234" y="330"/>
                </a:lnTo>
                <a:lnTo>
                  <a:pt x="233" y="330"/>
                </a:lnTo>
                <a:lnTo>
                  <a:pt x="232" y="330"/>
                </a:lnTo>
                <a:lnTo>
                  <a:pt x="231" y="330"/>
                </a:lnTo>
                <a:lnTo>
                  <a:pt x="231" y="329"/>
                </a:lnTo>
                <a:lnTo>
                  <a:pt x="230" y="329"/>
                </a:lnTo>
                <a:lnTo>
                  <a:pt x="230" y="328"/>
                </a:lnTo>
                <a:lnTo>
                  <a:pt x="230" y="327"/>
                </a:lnTo>
                <a:lnTo>
                  <a:pt x="230" y="326"/>
                </a:lnTo>
                <a:lnTo>
                  <a:pt x="230" y="325"/>
                </a:lnTo>
                <a:lnTo>
                  <a:pt x="230" y="324"/>
                </a:lnTo>
                <a:lnTo>
                  <a:pt x="229" y="324"/>
                </a:lnTo>
                <a:lnTo>
                  <a:pt x="229" y="325"/>
                </a:lnTo>
                <a:lnTo>
                  <a:pt x="228" y="325"/>
                </a:lnTo>
                <a:lnTo>
                  <a:pt x="227" y="325"/>
                </a:lnTo>
                <a:lnTo>
                  <a:pt x="227" y="324"/>
                </a:lnTo>
                <a:lnTo>
                  <a:pt x="226" y="324"/>
                </a:lnTo>
                <a:lnTo>
                  <a:pt x="225" y="324"/>
                </a:lnTo>
                <a:lnTo>
                  <a:pt x="224" y="324"/>
                </a:lnTo>
                <a:lnTo>
                  <a:pt x="224" y="323"/>
                </a:lnTo>
                <a:lnTo>
                  <a:pt x="223" y="323"/>
                </a:lnTo>
                <a:lnTo>
                  <a:pt x="223" y="324"/>
                </a:lnTo>
                <a:lnTo>
                  <a:pt x="222" y="324"/>
                </a:lnTo>
                <a:lnTo>
                  <a:pt x="222" y="323"/>
                </a:lnTo>
                <a:lnTo>
                  <a:pt x="221" y="323"/>
                </a:lnTo>
                <a:lnTo>
                  <a:pt x="220" y="323"/>
                </a:lnTo>
                <a:lnTo>
                  <a:pt x="220" y="324"/>
                </a:lnTo>
                <a:lnTo>
                  <a:pt x="219" y="324"/>
                </a:lnTo>
                <a:lnTo>
                  <a:pt x="218" y="324"/>
                </a:lnTo>
                <a:lnTo>
                  <a:pt x="217" y="324"/>
                </a:lnTo>
                <a:lnTo>
                  <a:pt x="216" y="324"/>
                </a:lnTo>
                <a:lnTo>
                  <a:pt x="215" y="324"/>
                </a:lnTo>
                <a:lnTo>
                  <a:pt x="214" y="324"/>
                </a:lnTo>
                <a:lnTo>
                  <a:pt x="214" y="325"/>
                </a:lnTo>
                <a:lnTo>
                  <a:pt x="215" y="325"/>
                </a:lnTo>
                <a:lnTo>
                  <a:pt x="215" y="326"/>
                </a:lnTo>
                <a:lnTo>
                  <a:pt x="214" y="326"/>
                </a:lnTo>
                <a:lnTo>
                  <a:pt x="214" y="327"/>
                </a:lnTo>
                <a:lnTo>
                  <a:pt x="215" y="327"/>
                </a:lnTo>
                <a:lnTo>
                  <a:pt x="215" y="328"/>
                </a:lnTo>
                <a:lnTo>
                  <a:pt x="215" y="327"/>
                </a:lnTo>
                <a:lnTo>
                  <a:pt x="215" y="328"/>
                </a:lnTo>
                <a:lnTo>
                  <a:pt x="215" y="329"/>
                </a:lnTo>
                <a:lnTo>
                  <a:pt x="215" y="330"/>
                </a:lnTo>
                <a:lnTo>
                  <a:pt x="215" y="331"/>
                </a:lnTo>
                <a:lnTo>
                  <a:pt x="214" y="331"/>
                </a:lnTo>
                <a:lnTo>
                  <a:pt x="214" y="332"/>
                </a:lnTo>
                <a:lnTo>
                  <a:pt x="213" y="332"/>
                </a:lnTo>
                <a:lnTo>
                  <a:pt x="212" y="332"/>
                </a:lnTo>
                <a:lnTo>
                  <a:pt x="211" y="332"/>
                </a:lnTo>
                <a:lnTo>
                  <a:pt x="211" y="333"/>
                </a:lnTo>
                <a:lnTo>
                  <a:pt x="210" y="333"/>
                </a:lnTo>
                <a:lnTo>
                  <a:pt x="210" y="332"/>
                </a:lnTo>
                <a:lnTo>
                  <a:pt x="209" y="332"/>
                </a:lnTo>
                <a:lnTo>
                  <a:pt x="209" y="331"/>
                </a:lnTo>
                <a:lnTo>
                  <a:pt x="209" y="330"/>
                </a:lnTo>
                <a:lnTo>
                  <a:pt x="208" y="329"/>
                </a:lnTo>
                <a:lnTo>
                  <a:pt x="208" y="330"/>
                </a:lnTo>
                <a:lnTo>
                  <a:pt x="208" y="329"/>
                </a:lnTo>
                <a:lnTo>
                  <a:pt x="207" y="329"/>
                </a:lnTo>
                <a:lnTo>
                  <a:pt x="206" y="329"/>
                </a:lnTo>
                <a:lnTo>
                  <a:pt x="206" y="328"/>
                </a:lnTo>
                <a:lnTo>
                  <a:pt x="205" y="328"/>
                </a:lnTo>
                <a:lnTo>
                  <a:pt x="204" y="328"/>
                </a:lnTo>
                <a:lnTo>
                  <a:pt x="204" y="329"/>
                </a:lnTo>
                <a:lnTo>
                  <a:pt x="203" y="329"/>
                </a:lnTo>
                <a:lnTo>
                  <a:pt x="203" y="330"/>
                </a:lnTo>
                <a:lnTo>
                  <a:pt x="202" y="330"/>
                </a:lnTo>
                <a:lnTo>
                  <a:pt x="201" y="330"/>
                </a:lnTo>
                <a:lnTo>
                  <a:pt x="200" y="330"/>
                </a:lnTo>
                <a:lnTo>
                  <a:pt x="199" y="330"/>
                </a:lnTo>
                <a:lnTo>
                  <a:pt x="198" y="330"/>
                </a:lnTo>
                <a:lnTo>
                  <a:pt x="198" y="331"/>
                </a:lnTo>
                <a:lnTo>
                  <a:pt x="198" y="330"/>
                </a:lnTo>
                <a:lnTo>
                  <a:pt x="197" y="330"/>
                </a:lnTo>
                <a:lnTo>
                  <a:pt x="197" y="331"/>
                </a:lnTo>
                <a:lnTo>
                  <a:pt x="196" y="331"/>
                </a:lnTo>
                <a:lnTo>
                  <a:pt x="196" y="330"/>
                </a:lnTo>
                <a:lnTo>
                  <a:pt x="195" y="330"/>
                </a:lnTo>
                <a:lnTo>
                  <a:pt x="195" y="329"/>
                </a:lnTo>
                <a:lnTo>
                  <a:pt x="194" y="329"/>
                </a:lnTo>
                <a:lnTo>
                  <a:pt x="194" y="330"/>
                </a:lnTo>
                <a:lnTo>
                  <a:pt x="193" y="331"/>
                </a:lnTo>
                <a:lnTo>
                  <a:pt x="192" y="331"/>
                </a:lnTo>
                <a:lnTo>
                  <a:pt x="192" y="330"/>
                </a:lnTo>
                <a:lnTo>
                  <a:pt x="192" y="331"/>
                </a:lnTo>
                <a:lnTo>
                  <a:pt x="192" y="332"/>
                </a:lnTo>
                <a:lnTo>
                  <a:pt x="191" y="332"/>
                </a:lnTo>
                <a:lnTo>
                  <a:pt x="192" y="332"/>
                </a:lnTo>
                <a:lnTo>
                  <a:pt x="192" y="333"/>
                </a:lnTo>
                <a:lnTo>
                  <a:pt x="191" y="334"/>
                </a:lnTo>
                <a:lnTo>
                  <a:pt x="192" y="335"/>
                </a:lnTo>
                <a:lnTo>
                  <a:pt x="193" y="335"/>
                </a:lnTo>
                <a:lnTo>
                  <a:pt x="194" y="336"/>
                </a:lnTo>
                <a:lnTo>
                  <a:pt x="195" y="336"/>
                </a:lnTo>
                <a:lnTo>
                  <a:pt x="196" y="336"/>
                </a:lnTo>
                <a:lnTo>
                  <a:pt x="196" y="337"/>
                </a:lnTo>
                <a:lnTo>
                  <a:pt x="197" y="337"/>
                </a:lnTo>
                <a:lnTo>
                  <a:pt x="197" y="338"/>
                </a:lnTo>
                <a:lnTo>
                  <a:pt x="196" y="338"/>
                </a:lnTo>
                <a:lnTo>
                  <a:pt x="195" y="338"/>
                </a:lnTo>
                <a:lnTo>
                  <a:pt x="195" y="339"/>
                </a:lnTo>
                <a:lnTo>
                  <a:pt x="194" y="339"/>
                </a:lnTo>
                <a:lnTo>
                  <a:pt x="194" y="340"/>
                </a:lnTo>
                <a:lnTo>
                  <a:pt x="193" y="340"/>
                </a:lnTo>
                <a:lnTo>
                  <a:pt x="193" y="341"/>
                </a:lnTo>
                <a:lnTo>
                  <a:pt x="194" y="341"/>
                </a:lnTo>
                <a:lnTo>
                  <a:pt x="193" y="341"/>
                </a:lnTo>
                <a:lnTo>
                  <a:pt x="193" y="342"/>
                </a:lnTo>
                <a:lnTo>
                  <a:pt x="192" y="342"/>
                </a:lnTo>
                <a:lnTo>
                  <a:pt x="193" y="342"/>
                </a:lnTo>
                <a:lnTo>
                  <a:pt x="193" y="343"/>
                </a:lnTo>
                <a:lnTo>
                  <a:pt x="193" y="344"/>
                </a:lnTo>
                <a:lnTo>
                  <a:pt x="192" y="344"/>
                </a:lnTo>
                <a:lnTo>
                  <a:pt x="193" y="345"/>
                </a:lnTo>
                <a:lnTo>
                  <a:pt x="193" y="346"/>
                </a:lnTo>
                <a:lnTo>
                  <a:pt x="194" y="346"/>
                </a:lnTo>
                <a:lnTo>
                  <a:pt x="195" y="346"/>
                </a:lnTo>
                <a:lnTo>
                  <a:pt x="196" y="346"/>
                </a:lnTo>
                <a:lnTo>
                  <a:pt x="196" y="347"/>
                </a:lnTo>
                <a:lnTo>
                  <a:pt x="195" y="347"/>
                </a:lnTo>
                <a:lnTo>
                  <a:pt x="195" y="348"/>
                </a:lnTo>
                <a:lnTo>
                  <a:pt x="195" y="349"/>
                </a:lnTo>
                <a:lnTo>
                  <a:pt x="196" y="349"/>
                </a:lnTo>
                <a:lnTo>
                  <a:pt x="196" y="350"/>
                </a:lnTo>
                <a:lnTo>
                  <a:pt x="196" y="351"/>
                </a:lnTo>
                <a:lnTo>
                  <a:pt x="196" y="352"/>
                </a:lnTo>
                <a:lnTo>
                  <a:pt x="197" y="352"/>
                </a:lnTo>
                <a:lnTo>
                  <a:pt x="198" y="352"/>
                </a:lnTo>
                <a:lnTo>
                  <a:pt x="199" y="352"/>
                </a:lnTo>
                <a:lnTo>
                  <a:pt x="200" y="353"/>
                </a:lnTo>
                <a:lnTo>
                  <a:pt x="201" y="353"/>
                </a:lnTo>
                <a:lnTo>
                  <a:pt x="202" y="352"/>
                </a:lnTo>
                <a:lnTo>
                  <a:pt x="202" y="353"/>
                </a:lnTo>
                <a:lnTo>
                  <a:pt x="202" y="354"/>
                </a:lnTo>
                <a:lnTo>
                  <a:pt x="203" y="354"/>
                </a:lnTo>
                <a:lnTo>
                  <a:pt x="203" y="355"/>
                </a:lnTo>
                <a:lnTo>
                  <a:pt x="203" y="356"/>
                </a:lnTo>
                <a:lnTo>
                  <a:pt x="204" y="356"/>
                </a:lnTo>
                <a:lnTo>
                  <a:pt x="204" y="357"/>
                </a:lnTo>
                <a:lnTo>
                  <a:pt x="205" y="358"/>
                </a:lnTo>
                <a:lnTo>
                  <a:pt x="205" y="359"/>
                </a:lnTo>
                <a:lnTo>
                  <a:pt x="205" y="360"/>
                </a:lnTo>
                <a:lnTo>
                  <a:pt x="204" y="360"/>
                </a:lnTo>
                <a:lnTo>
                  <a:pt x="204" y="361"/>
                </a:lnTo>
                <a:lnTo>
                  <a:pt x="203" y="361"/>
                </a:lnTo>
                <a:lnTo>
                  <a:pt x="203" y="362"/>
                </a:lnTo>
                <a:lnTo>
                  <a:pt x="202" y="362"/>
                </a:lnTo>
                <a:lnTo>
                  <a:pt x="201" y="362"/>
                </a:lnTo>
                <a:lnTo>
                  <a:pt x="201" y="363"/>
                </a:lnTo>
                <a:lnTo>
                  <a:pt x="200" y="363"/>
                </a:lnTo>
                <a:lnTo>
                  <a:pt x="200" y="364"/>
                </a:lnTo>
                <a:lnTo>
                  <a:pt x="199" y="364"/>
                </a:lnTo>
                <a:lnTo>
                  <a:pt x="199" y="363"/>
                </a:lnTo>
                <a:lnTo>
                  <a:pt x="199" y="364"/>
                </a:lnTo>
                <a:lnTo>
                  <a:pt x="198" y="364"/>
                </a:lnTo>
                <a:lnTo>
                  <a:pt x="198" y="365"/>
                </a:lnTo>
                <a:lnTo>
                  <a:pt x="197" y="365"/>
                </a:lnTo>
                <a:lnTo>
                  <a:pt x="197" y="366"/>
                </a:lnTo>
                <a:lnTo>
                  <a:pt x="196" y="366"/>
                </a:lnTo>
                <a:lnTo>
                  <a:pt x="196" y="365"/>
                </a:lnTo>
                <a:lnTo>
                  <a:pt x="196" y="366"/>
                </a:lnTo>
                <a:lnTo>
                  <a:pt x="195" y="367"/>
                </a:lnTo>
                <a:lnTo>
                  <a:pt x="194" y="367"/>
                </a:lnTo>
                <a:lnTo>
                  <a:pt x="193" y="367"/>
                </a:lnTo>
                <a:lnTo>
                  <a:pt x="192" y="367"/>
                </a:lnTo>
                <a:lnTo>
                  <a:pt x="191" y="367"/>
                </a:lnTo>
                <a:lnTo>
                  <a:pt x="191" y="366"/>
                </a:lnTo>
                <a:lnTo>
                  <a:pt x="190" y="366"/>
                </a:lnTo>
                <a:lnTo>
                  <a:pt x="189" y="366"/>
                </a:lnTo>
                <a:lnTo>
                  <a:pt x="189" y="365"/>
                </a:lnTo>
                <a:lnTo>
                  <a:pt x="189" y="366"/>
                </a:lnTo>
                <a:lnTo>
                  <a:pt x="188" y="366"/>
                </a:lnTo>
                <a:lnTo>
                  <a:pt x="188" y="367"/>
                </a:lnTo>
                <a:lnTo>
                  <a:pt x="187" y="367"/>
                </a:lnTo>
                <a:lnTo>
                  <a:pt x="187" y="369"/>
                </a:lnTo>
                <a:lnTo>
                  <a:pt x="187" y="370"/>
                </a:lnTo>
                <a:lnTo>
                  <a:pt x="186" y="370"/>
                </a:lnTo>
                <a:lnTo>
                  <a:pt x="186" y="371"/>
                </a:lnTo>
                <a:lnTo>
                  <a:pt x="186" y="370"/>
                </a:lnTo>
                <a:lnTo>
                  <a:pt x="186" y="371"/>
                </a:lnTo>
                <a:lnTo>
                  <a:pt x="185" y="371"/>
                </a:lnTo>
                <a:lnTo>
                  <a:pt x="185" y="370"/>
                </a:lnTo>
                <a:lnTo>
                  <a:pt x="184" y="371"/>
                </a:lnTo>
                <a:lnTo>
                  <a:pt x="183" y="371"/>
                </a:lnTo>
                <a:lnTo>
                  <a:pt x="183" y="372"/>
                </a:lnTo>
                <a:lnTo>
                  <a:pt x="182" y="372"/>
                </a:lnTo>
                <a:lnTo>
                  <a:pt x="181" y="373"/>
                </a:lnTo>
                <a:lnTo>
                  <a:pt x="180" y="373"/>
                </a:lnTo>
                <a:lnTo>
                  <a:pt x="180" y="374"/>
                </a:lnTo>
                <a:lnTo>
                  <a:pt x="180" y="373"/>
                </a:lnTo>
                <a:lnTo>
                  <a:pt x="179" y="373"/>
                </a:lnTo>
                <a:lnTo>
                  <a:pt x="178" y="372"/>
                </a:lnTo>
                <a:lnTo>
                  <a:pt x="179" y="372"/>
                </a:lnTo>
                <a:lnTo>
                  <a:pt x="179" y="371"/>
                </a:lnTo>
                <a:lnTo>
                  <a:pt x="178" y="370"/>
                </a:lnTo>
                <a:lnTo>
                  <a:pt x="177" y="370"/>
                </a:lnTo>
                <a:lnTo>
                  <a:pt x="176" y="370"/>
                </a:lnTo>
                <a:lnTo>
                  <a:pt x="175" y="370"/>
                </a:lnTo>
                <a:lnTo>
                  <a:pt x="174" y="370"/>
                </a:lnTo>
                <a:lnTo>
                  <a:pt x="174" y="371"/>
                </a:lnTo>
                <a:lnTo>
                  <a:pt x="174" y="370"/>
                </a:lnTo>
                <a:lnTo>
                  <a:pt x="173" y="370"/>
                </a:lnTo>
                <a:lnTo>
                  <a:pt x="173" y="369"/>
                </a:lnTo>
                <a:lnTo>
                  <a:pt x="173" y="368"/>
                </a:lnTo>
                <a:lnTo>
                  <a:pt x="173" y="367"/>
                </a:lnTo>
                <a:lnTo>
                  <a:pt x="172" y="367"/>
                </a:lnTo>
                <a:lnTo>
                  <a:pt x="172" y="366"/>
                </a:lnTo>
                <a:lnTo>
                  <a:pt x="172" y="365"/>
                </a:lnTo>
                <a:lnTo>
                  <a:pt x="171" y="365"/>
                </a:lnTo>
                <a:lnTo>
                  <a:pt x="170" y="365"/>
                </a:lnTo>
                <a:lnTo>
                  <a:pt x="170" y="364"/>
                </a:lnTo>
                <a:lnTo>
                  <a:pt x="169" y="363"/>
                </a:lnTo>
                <a:lnTo>
                  <a:pt x="168" y="363"/>
                </a:lnTo>
                <a:lnTo>
                  <a:pt x="167" y="363"/>
                </a:lnTo>
                <a:lnTo>
                  <a:pt x="167" y="362"/>
                </a:lnTo>
                <a:lnTo>
                  <a:pt x="166" y="362"/>
                </a:lnTo>
                <a:lnTo>
                  <a:pt x="166" y="361"/>
                </a:lnTo>
                <a:lnTo>
                  <a:pt x="165" y="360"/>
                </a:lnTo>
                <a:lnTo>
                  <a:pt x="164" y="360"/>
                </a:lnTo>
                <a:lnTo>
                  <a:pt x="163" y="360"/>
                </a:lnTo>
                <a:lnTo>
                  <a:pt x="162" y="361"/>
                </a:lnTo>
                <a:lnTo>
                  <a:pt x="162" y="362"/>
                </a:lnTo>
                <a:lnTo>
                  <a:pt x="162" y="361"/>
                </a:lnTo>
                <a:lnTo>
                  <a:pt x="161" y="361"/>
                </a:lnTo>
                <a:lnTo>
                  <a:pt x="161" y="360"/>
                </a:lnTo>
                <a:lnTo>
                  <a:pt x="160" y="360"/>
                </a:lnTo>
                <a:lnTo>
                  <a:pt x="160" y="359"/>
                </a:lnTo>
                <a:lnTo>
                  <a:pt x="159" y="359"/>
                </a:lnTo>
                <a:lnTo>
                  <a:pt x="159" y="358"/>
                </a:lnTo>
                <a:lnTo>
                  <a:pt x="158" y="357"/>
                </a:lnTo>
                <a:lnTo>
                  <a:pt x="158" y="358"/>
                </a:lnTo>
                <a:lnTo>
                  <a:pt x="157" y="358"/>
                </a:lnTo>
                <a:lnTo>
                  <a:pt x="157" y="357"/>
                </a:lnTo>
                <a:lnTo>
                  <a:pt x="156" y="357"/>
                </a:lnTo>
                <a:lnTo>
                  <a:pt x="155" y="357"/>
                </a:lnTo>
                <a:lnTo>
                  <a:pt x="154" y="357"/>
                </a:lnTo>
                <a:lnTo>
                  <a:pt x="153" y="357"/>
                </a:lnTo>
                <a:lnTo>
                  <a:pt x="153" y="358"/>
                </a:lnTo>
                <a:lnTo>
                  <a:pt x="152" y="358"/>
                </a:lnTo>
                <a:lnTo>
                  <a:pt x="151" y="358"/>
                </a:lnTo>
                <a:lnTo>
                  <a:pt x="151" y="359"/>
                </a:lnTo>
                <a:lnTo>
                  <a:pt x="151" y="358"/>
                </a:lnTo>
                <a:lnTo>
                  <a:pt x="150" y="358"/>
                </a:lnTo>
                <a:lnTo>
                  <a:pt x="150" y="359"/>
                </a:lnTo>
                <a:lnTo>
                  <a:pt x="149" y="359"/>
                </a:lnTo>
                <a:lnTo>
                  <a:pt x="148" y="359"/>
                </a:lnTo>
                <a:lnTo>
                  <a:pt x="147" y="359"/>
                </a:lnTo>
                <a:lnTo>
                  <a:pt x="146" y="359"/>
                </a:lnTo>
                <a:lnTo>
                  <a:pt x="146" y="360"/>
                </a:lnTo>
                <a:lnTo>
                  <a:pt x="145" y="360"/>
                </a:lnTo>
                <a:lnTo>
                  <a:pt x="145" y="359"/>
                </a:lnTo>
                <a:lnTo>
                  <a:pt x="144" y="359"/>
                </a:lnTo>
                <a:lnTo>
                  <a:pt x="144" y="358"/>
                </a:lnTo>
                <a:lnTo>
                  <a:pt x="143" y="359"/>
                </a:lnTo>
                <a:lnTo>
                  <a:pt x="142" y="359"/>
                </a:lnTo>
                <a:lnTo>
                  <a:pt x="141" y="359"/>
                </a:lnTo>
                <a:lnTo>
                  <a:pt x="140" y="359"/>
                </a:lnTo>
                <a:lnTo>
                  <a:pt x="139" y="359"/>
                </a:lnTo>
                <a:lnTo>
                  <a:pt x="139" y="360"/>
                </a:lnTo>
                <a:lnTo>
                  <a:pt x="138" y="360"/>
                </a:lnTo>
                <a:lnTo>
                  <a:pt x="137" y="360"/>
                </a:lnTo>
                <a:lnTo>
                  <a:pt x="137" y="359"/>
                </a:lnTo>
                <a:lnTo>
                  <a:pt x="136" y="359"/>
                </a:lnTo>
                <a:lnTo>
                  <a:pt x="135" y="359"/>
                </a:lnTo>
                <a:lnTo>
                  <a:pt x="134" y="359"/>
                </a:lnTo>
                <a:lnTo>
                  <a:pt x="133" y="360"/>
                </a:lnTo>
                <a:lnTo>
                  <a:pt x="133" y="359"/>
                </a:lnTo>
                <a:lnTo>
                  <a:pt x="132" y="359"/>
                </a:lnTo>
                <a:lnTo>
                  <a:pt x="131" y="359"/>
                </a:lnTo>
                <a:lnTo>
                  <a:pt x="130" y="359"/>
                </a:lnTo>
                <a:lnTo>
                  <a:pt x="129" y="359"/>
                </a:lnTo>
                <a:lnTo>
                  <a:pt x="129" y="360"/>
                </a:lnTo>
                <a:lnTo>
                  <a:pt x="128" y="360"/>
                </a:lnTo>
                <a:lnTo>
                  <a:pt x="128" y="361"/>
                </a:lnTo>
                <a:lnTo>
                  <a:pt x="127" y="361"/>
                </a:lnTo>
                <a:lnTo>
                  <a:pt x="126" y="362"/>
                </a:lnTo>
                <a:lnTo>
                  <a:pt x="125" y="362"/>
                </a:lnTo>
                <a:lnTo>
                  <a:pt x="125" y="363"/>
                </a:lnTo>
                <a:lnTo>
                  <a:pt x="124" y="363"/>
                </a:lnTo>
                <a:lnTo>
                  <a:pt x="125" y="363"/>
                </a:lnTo>
                <a:lnTo>
                  <a:pt x="126" y="363"/>
                </a:lnTo>
                <a:lnTo>
                  <a:pt x="126" y="364"/>
                </a:lnTo>
                <a:lnTo>
                  <a:pt x="126" y="365"/>
                </a:lnTo>
                <a:lnTo>
                  <a:pt x="125" y="365"/>
                </a:lnTo>
                <a:lnTo>
                  <a:pt x="125" y="366"/>
                </a:lnTo>
                <a:lnTo>
                  <a:pt x="125" y="367"/>
                </a:lnTo>
                <a:lnTo>
                  <a:pt x="126" y="367"/>
                </a:lnTo>
                <a:lnTo>
                  <a:pt x="125" y="368"/>
                </a:lnTo>
                <a:lnTo>
                  <a:pt x="124" y="368"/>
                </a:lnTo>
                <a:lnTo>
                  <a:pt x="124" y="369"/>
                </a:lnTo>
                <a:lnTo>
                  <a:pt x="123" y="369"/>
                </a:lnTo>
                <a:lnTo>
                  <a:pt x="122" y="369"/>
                </a:lnTo>
                <a:lnTo>
                  <a:pt x="121" y="369"/>
                </a:lnTo>
                <a:lnTo>
                  <a:pt x="121" y="370"/>
                </a:lnTo>
                <a:lnTo>
                  <a:pt x="121" y="371"/>
                </a:lnTo>
                <a:lnTo>
                  <a:pt x="122" y="371"/>
                </a:lnTo>
                <a:lnTo>
                  <a:pt x="121" y="371"/>
                </a:lnTo>
                <a:lnTo>
                  <a:pt x="121" y="372"/>
                </a:lnTo>
                <a:lnTo>
                  <a:pt x="121" y="373"/>
                </a:lnTo>
                <a:lnTo>
                  <a:pt x="120" y="373"/>
                </a:lnTo>
                <a:lnTo>
                  <a:pt x="120" y="374"/>
                </a:lnTo>
                <a:lnTo>
                  <a:pt x="120" y="373"/>
                </a:lnTo>
                <a:lnTo>
                  <a:pt x="120" y="374"/>
                </a:lnTo>
                <a:lnTo>
                  <a:pt x="121" y="374"/>
                </a:lnTo>
                <a:lnTo>
                  <a:pt x="121" y="375"/>
                </a:lnTo>
                <a:lnTo>
                  <a:pt x="121" y="376"/>
                </a:lnTo>
                <a:lnTo>
                  <a:pt x="120" y="376"/>
                </a:lnTo>
                <a:lnTo>
                  <a:pt x="119" y="376"/>
                </a:lnTo>
                <a:lnTo>
                  <a:pt x="119" y="377"/>
                </a:lnTo>
                <a:lnTo>
                  <a:pt x="118" y="377"/>
                </a:lnTo>
                <a:lnTo>
                  <a:pt x="118" y="376"/>
                </a:lnTo>
                <a:lnTo>
                  <a:pt x="117" y="376"/>
                </a:lnTo>
                <a:lnTo>
                  <a:pt x="117" y="377"/>
                </a:lnTo>
                <a:lnTo>
                  <a:pt x="116" y="377"/>
                </a:lnTo>
                <a:lnTo>
                  <a:pt x="116" y="376"/>
                </a:lnTo>
                <a:lnTo>
                  <a:pt x="116" y="375"/>
                </a:lnTo>
                <a:lnTo>
                  <a:pt x="115" y="375"/>
                </a:lnTo>
                <a:lnTo>
                  <a:pt x="114" y="375"/>
                </a:lnTo>
                <a:lnTo>
                  <a:pt x="114" y="374"/>
                </a:lnTo>
                <a:lnTo>
                  <a:pt x="113" y="374"/>
                </a:lnTo>
                <a:lnTo>
                  <a:pt x="112" y="374"/>
                </a:lnTo>
                <a:lnTo>
                  <a:pt x="112" y="373"/>
                </a:lnTo>
                <a:lnTo>
                  <a:pt x="111" y="374"/>
                </a:lnTo>
                <a:lnTo>
                  <a:pt x="111" y="373"/>
                </a:lnTo>
                <a:lnTo>
                  <a:pt x="111" y="374"/>
                </a:lnTo>
                <a:lnTo>
                  <a:pt x="110" y="374"/>
                </a:lnTo>
                <a:lnTo>
                  <a:pt x="109" y="374"/>
                </a:lnTo>
                <a:lnTo>
                  <a:pt x="108" y="374"/>
                </a:lnTo>
                <a:lnTo>
                  <a:pt x="109" y="374"/>
                </a:lnTo>
                <a:lnTo>
                  <a:pt x="109" y="375"/>
                </a:lnTo>
                <a:lnTo>
                  <a:pt x="108" y="375"/>
                </a:lnTo>
                <a:lnTo>
                  <a:pt x="108" y="376"/>
                </a:lnTo>
                <a:lnTo>
                  <a:pt x="107" y="376"/>
                </a:lnTo>
                <a:lnTo>
                  <a:pt x="107" y="375"/>
                </a:lnTo>
                <a:lnTo>
                  <a:pt x="106" y="375"/>
                </a:lnTo>
                <a:lnTo>
                  <a:pt x="105" y="375"/>
                </a:lnTo>
                <a:lnTo>
                  <a:pt x="104" y="375"/>
                </a:lnTo>
                <a:lnTo>
                  <a:pt x="104" y="374"/>
                </a:lnTo>
                <a:lnTo>
                  <a:pt x="103" y="374"/>
                </a:lnTo>
                <a:lnTo>
                  <a:pt x="103" y="375"/>
                </a:lnTo>
                <a:lnTo>
                  <a:pt x="103" y="376"/>
                </a:lnTo>
                <a:lnTo>
                  <a:pt x="104" y="376"/>
                </a:lnTo>
                <a:lnTo>
                  <a:pt x="103" y="377"/>
                </a:lnTo>
                <a:lnTo>
                  <a:pt x="102" y="377"/>
                </a:lnTo>
                <a:lnTo>
                  <a:pt x="102" y="376"/>
                </a:lnTo>
                <a:lnTo>
                  <a:pt x="101" y="377"/>
                </a:lnTo>
                <a:lnTo>
                  <a:pt x="102" y="377"/>
                </a:lnTo>
                <a:lnTo>
                  <a:pt x="102" y="378"/>
                </a:lnTo>
                <a:lnTo>
                  <a:pt x="102" y="379"/>
                </a:lnTo>
                <a:lnTo>
                  <a:pt x="102" y="380"/>
                </a:lnTo>
                <a:lnTo>
                  <a:pt x="101" y="380"/>
                </a:lnTo>
                <a:lnTo>
                  <a:pt x="101" y="381"/>
                </a:lnTo>
                <a:lnTo>
                  <a:pt x="101" y="382"/>
                </a:lnTo>
                <a:lnTo>
                  <a:pt x="100" y="382"/>
                </a:lnTo>
                <a:lnTo>
                  <a:pt x="100" y="381"/>
                </a:lnTo>
                <a:lnTo>
                  <a:pt x="99" y="381"/>
                </a:lnTo>
                <a:lnTo>
                  <a:pt x="98" y="381"/>
                </a:lnTo>
                <a:lnTo>
                  <a:pt x="98" y="382"/>
                </a:lnTo>
                <a:lnTo>
                  <a:pt x="98" y="383"/>
                </a:lnTo>
                <a:lnTo>
                  <a:pt x="98" y="384"/>
                </a:lnTo>
                <a:lnTo>
                  <a:pt x="98" y="385"/>
                </a:lnTo>
                <a:lnTo>
                  <a:pt x="99" y="385"/>
                </a:lnTo>
                <a:lnTo>
                  <a:pt x="99" y="386"/>
                </a:lnTo>
                <a:lnTo>
                  <a:pt x="98" y="386"/>
                </a:lnTo>
                <a:lnTo>
                  <a:pt x="98" y="385"/>
                </a:lnTo>
                <a:lnTo>
                  <a:pt x="97" y="385"/>
                </a:lnTo>
                <a:lnTo>
                  <a:pt x="97" y="384"/>
                </a:lnTo>
                <a:lnTo>
                  <a:pt x="96" y="384"/>
                </a:lnTo>
                <a:lnTo>
                  <a:pt x="95" y="384"/>
                </a:lnTo>
                <a:lnTo>
                  <a:pt x="95" y="385"/>
                </a:lnTo>
                <a:lnTo>
                  <a:pt x="96" y="385"/>
                </a:lnTo>
                <a:lnTo>
                  <a:pt x="96" y="386"/>
                </a:lnTo>
                <a:lnTo>
                  <a:pt x="96" y="387"/>
                </a:lnTo>
                <a:lnTo>
                  <a:pt x="96" y="388"/>
                </a:lnTo>
                <a:lnTo>
                  <a:pt x="95" y="388"/>
                </a:lnTo>
                <a:lnTo>
                  <a:pt x="95" y="387"/>
                </a:lnTo>
                <a:lnTo>
                  <a:pt x="94" y="387"/>
                </a:lnTo>
                <a:lnTo>
                  <a:pt x="94" y="388"/>
                </a:lnTo>
                <a:lnTo>
                  <a:pt x="94" y="389"/>
                </a:lnTo>
                <a:lnTo>
                  <a:pt x="94" y="390"/>
                </a:lnTo>
                <a:lnTo>
                  <a:pt x="93" y="390"/>
                </a:lnTo>
                <a:lnTo>
                  <a:pt x="93" y="391"/>
                </a:lnTo>
                <a:lnTo>
                  <a:pt x="94" y="391"/>
                </a:lnTo>
                <a:lnTo>
                  <a:pt x="94" y="392"/>
                </a:lnTo>
                <a:lnTo>
                  <a:pt x="93" y="393"/>
                </a:lnTo>
                <a:lnTo>
                  <a:pt x="93" y="394"/>
                </a:lnTo>
                <a:lnTo>
                  <a:pt x="93" y="393"/>
                </a:lnTo>
                <a:lnTo>
                  <a:pt x="92" y="393"/>
                </a:lnTo>
                <a:lnTo>
                  <a:pt x="92" y="394"/>
                </a:lnTo>
                <a:lnTo>
                  <a:pt x="91" y="394"/>
                </a:lnTo>
                <a:lnTo>
                  <a:pt x="91" y="395"/>
                </a:lnTo>
                <a:lnTo>
                  <a:pt x="90" y="395"/>
                </a:lnTo>
                <a:lnTo>
                  <a:pt x="90" y="396"/>
                </a:lnTo>
                <a:lnTo>
                  <a:pt x="91" y="397"/>
                </a:lnTo>
                <a:lnTo>
                  <a:pt x="91" y="398"/>
                </a:lnTo>
                <a:lnTo>
                  <a:pt x="91" y="399"/>
                </a:lnTo>
                <a:lnTo>
                  <a:pt x="92" y="399"/>
                </a:lnTo>
                <a:lnTo>
                  <a:pt x="92" y="400"/>
                </a:lnTo>
                <a:lnTo>
                  <a:pt x="91" y="400"/>
                </a:lnTo>
                <a:lnTo>
                  <a:pt x="90" y="400"/>
                </a:lnTo>
                <a:lnTo>
                  <a:pt x="90" y="399"/>
                </a:lnTo>
                <a:lnTo>
                  <a:pt x="89" y="399"/>
                </a:lnTo>
                <a:lnTo>
                  <a:pt x="89" y="400"/>
                </a:lnTo>
                <a:lnTo>
                  <a:pt x="88" y="400"/>
                </a:lnTo>
                <a:lnTo>
                  <a:pt x="87" y="401"/>
                </a:lnTo>
                <a:lnTo>
                  <a:pt x="87" y="402"/>
                </a:lnTo>
                <a:lnTo>
                  <a:pt x="88" y="402"/>
                </a:lnTo>
                <a:lnTo>
                  <a:pt x="88" y="403"/>
                </a:lnTo>
                <a:lnTo>
                  <a:pt x="87" y="403"/>
                </a:lnTo>
                <a:lnTo>
                  <a:pt x="87" y="404"/>
                </a:lnTo>
                <a:lnTo>
                  <a:pt x="86" y="404"/>
                </a:lnTo>
                <a:lnTo>
                  <a:pt x="87" y="404"/>
                </a:lnTo>
                <a:lnTo>
                  <a:pt x="87" y="405"/>
                </a:lnTo>
                <a:lnTo>
                  <a:pt x="88" y="405"/>
                </a:lnTo>
                <a:lnTo>
                  <a:pt x="88" y="406"/>
                </a:lnTo>
                <a:lnTo>
                  <a:pt x="87" y="406"/>
                </a:lnTo>
                <a:lnTo>
                  <a:pt x="87" y="407"/>
                </a:lnTo>
                <a:lnTo>
                  <a:pt x="88" y="407"/>
                </a:lnTo>
                <a:lnTo>
                  <a:pt x="89" y="407"/>
                </a:lnTo>
                <a:lnTo>
                  <a:pt x="89" y="408"/>
                </a:lnTo>
                <a:lnTo>
                  <a:pt x="89" y="409"/>
                </a:lnTo>
                <a:lnTo>
                  <a:pt x="88" y="409"/>
                </a:lnTo>
                <a:lnTo>
                  <a:pt x="88" y="410"/>
                </a:lnTo>
                <a:lnTo>
                  <a:pt x="87" y="410"/>
                </a:lnTo>
                <a:lnTo>
                  <a:pt x="87" y="411"/>
                </a:lnTo>
                <a:lnTo>
                  <a:pt x="86" y="411"/>
                </a:lnTo>
                <a:lnTo>
                  <a:pt x="86" y="412"/>
                </a:lnTo>
                <a:lnTo>
                  <a:pt x="85" y="412"/>
                </a:lnTo>
                <a:lnTo>
                  <a:pt x="85" y="413"/>
                </a:lnTo>
                <a:lnTo>
                  <a:pt x="84" y="413"/>
                </a:lnTo>
                <a:lnTo>
                  <a:pt x="83" y="413"/>
                </a:lnTo>
                <a:lnTo>
                  <a:pt x="82" y="413"/>
                </a:lnTo>
                <a:lnTo>
                  <a:pt x="82" y="414"/>
                </a:lnTo>
                <a:lnTo>
                  <a:pt x="82" y="415"/>
                </a:lnTo>
                <a:lnTo>
                  <a:pt x="81" y="415"/>
                </a:lnTo>
                <a:lnTo>
                  <a:pt x="81" y="416"/>
                </a:lnTo>
                <a:lnTo>
                  <a:pt x="81" y="417"/>
                </a:lnTo>
                <a:lnTo>
                  <a:pt x="81" y="418"/>
                </a:lnTo>
                <a:lnTo>
                  <a:pt x="82" y="418"/>
                </a:lnTo>
                <a:lnTo>
                  <a:pt x="81" y="419"/>
                </a:lnTo>
                <a:lnTo>
                  <a:pt x="82" y="419"/>
                </a:lnTo>
                <a:lnTo>
                  <a:pt x="82" y="420"/>
                </a:lnTo>
                <a:lnTo>
                  <a:pt x="81" y="420"/>
                </a:lnTo>
                <a:lnTo>
                  <a:pt x="81" y="421"/>
                </a:lnTo>
                <a:lnTo>
                  <a:pt x="80" y="422"/>
                </a:lnTo>
                <a:lnTo>
                  <a:pt x="81" y="422"/>
                </a:lnTo>
                <a:lnTo>
                  <a:pt x="81" y="423"/>
                </a:lnTo>
                <a:lnTo>
                  <a:pt x="80" y="423"/>
                </a:lnTo>
                <a:lnTo>
                  <a:pt x="81" y="424"/>
                </a:lnTo>
                <a:lnTo>
                  <a:pt x="82" y="424"/>
                </a:lnTo>
                <a:lnTo>
                  <a:pt x="82" y="425"/>
                </a:lnTo>
                <a:lnTo>
                  <a:pt x="82" y="426"/>
                </a:lnTo>
                <a:lnTo>
                  <a:pt x="81" y="426"/>
                </a:lnTo>
                <a:lnTo>
                  <a:pt x="80" y="426"/>
                </a:lnTo>
                <a:lnTo>
                  <a:pt x="80" y="425"/>
                </a:lnTo>
                <a:lnTo>
                  <a:pt x="79" y="426"/>
                </a:lnTo>
                <a:lnTo>
                  <a:pt x="78" y="426"/>
                </a:lnTo>
                <a:lnTo>
                  <a:pt x="78" y="427"/>
                </a:lnTo>
                <a:lnTo>
                  <a:pt x="78" y="426"/>
                </a:lnTo>
                <a:lnTo>
                  <a:pt x="77" y="426"/>
                </a:lnTo>
                <a:lnTo>
                  <a:pt x="77" y="425"/>
                </a:lnTo>
                <a:lnTo>
                  <a:pt x="77" y="424"/>
                </a:lnTo>
                <a:lnTo>
                  <a:pt x="77" y="423"/>
                </a:lnTo>
                <a:lnTo>
                  <a:pt x="76" y="423"/>
                </a:lnTo>
                <a:lnTo>
                  <a:pt x="75" y="423"/>
                </a:lnTo>
                <a:lnTo>
                  <a:pt x="75" y="422"/>
                </a:lnTo>
                <a:lnTo>
                  <a:pt x="74" y="422"/>
                </a:lnTo>
                <a:lnTo>
                  <a:pt x="74" y="421"/>
                </a:lnTo>
                <a:lnTo>
                  <a:pt x="73" y="421"/>
                </a:lnTo>
                <a:lnTo>
                  <a:pt x="72" y="420"/>
                </a:lnTo>
                <a:lnTo>
                  <a:pt x="71" y="420"/>
                </a:lnTo>
                <a:lnTo>
                  <a:pt x="71" y="421"/>
                </a:lnTo>
                <a:lnTo>
                  <a:pt x="70" y="421"/>
                </a:lnTo>
                <a:lnTo>
                  <a:pt x="69" y="421"/>
                </a:lnTo>
                <a:lnTo>
                  <a:pt x="69" y="420"/>
                </a:lnTo>
                <a:lnTo>
                  <a:pt x="68" y="419"/>
                </a:lnTo>
                <a:lnTo>
                  <a:pt x="68" y="418"/>
                </a:lnTo>
                <a:lnTo>
                  <a:pt x="67" y="418"/>
                </a:lnTo>
                <a:lnTo>
                  <a:pt x="67" y="417"/>
                </a:lnTo>
                <a:lnTo>
                  <a:pt x="67" y="416"/>
                </a:lnTo>
                <a:lnTo>
                  <a:pt x="67" y="415"/>
                </a:lnTo>
                <a:lnTo>
                  <a:pt x="68" y="414"/>
                </a:lnTo>
                <a:lnTo>
                  <a:pt x="67" y="414"/>
                </a:lnTo>
                <a:lnTo>
                  <a:pt x="68" y="413"/>
                </a:lnTo>
                <a:lnTo>
                  <a:pt x="69" y="412"/>
                </a:lnTo>
                <a:lnTo>
                  <a:pt x="69" y="411"/>
                </a:lnTo>
                <a:lnTo>
                  <a:pt x="69" y="410"/>
                </a:lnTo>
                <a:lnTo>
                  <a:pt x="68" y="410"/>
                </a:lnTo>
                <a:lnTo>
                  <a:pt x="68" y="409"/>
                </a:lnTo>
                <a:lnTo>
                  <a:pt x="67" y="409"/>
                </a:lnTo>
                <a:lnTo>
                  <a:pt x="66" y="409"/>
                </a:lnTo>
                <a:lnTo>
                  <a:pt x="66" y="408"/>
                </a:lnTo>
                <a:lnTo>
                  <a:pt x="67" y="407"/>
                </a:lnTo>
                <a:lnTo>
                  <a:pt x="67" y="406"/>
                </a:lnTo>
                <a:lnTo>
                  <a:pt x="66" y="406"/>
                </a:lnTo>
                <a:lnTo>
                  <a:pt x="67" y="405"/>
                </a:lnTo>
                <a:lnTo>
                  <a:pt x="67" y="404"/>
                </a:lnTo>
                <a:lnTo>
                  <a:pt x="67" y="403"/>
                </a:lnTo>
                <a:lnTo>
                  <a:pt x="67" y="402"/>
                </a:lnTo>
                <a:lnTo>
                  <a:pt x="67" y="401"/>
                </a:lnTo>
                <a:lnTo>
                  <a:pt x="66" y="401"/>
                </a:lnTo>
                <a:lnTo>
                  <a:pt x="66" y="400"/>
                </a:lnTo>
                <a:lnTo>
                  <a:pt x="65" y="400"/>
                </a:lnTo>
                <a:lnTo>
                  <a:pt x="64" y="399"/>
                </a:lnTo>
                <a:lnTo>
                  <a:pt x="64" y="398"/>
                </a:lnTo>
                <a:lnTo>
                  <a:pt x="63" y="398"/>
                </a:lnTo>
                <a:lnTo>
                  <a:pt x="62" y="397"/>
                </a:lnTo>
                <a:lnTo>
                  <a:pt x="61" y="397"/>
                </a:lnTo>
                <a:lnTo>
                  <a:pt x="61" y="398"/>
                </a:lnTo>
                <a:lnTo>
                  <a:pt x="60" y="399"/>
                </a:lnTo>
                <a:lnTo>
                  <a:pt x="59" y="399"/>
                </a:lnTo>
                <a:lnTo>
                  <a:pt x="59" y="400"/>
                </a:lnTo>
                <a:lnTo>
                  <a:pt x="60" y="400"/>
                </a:lnTo>
                <a:lnTo>
                  <a:pt x="60" y="401"/>
                </a:lnTo>
                <a:lnTo>
                  <a:pt x="58" y="401"/>
                </a:lnTo>
                <a:lnTo>
                  <a:pt x="57" y="402"/>
                </a:lnTo>
                <a:lnTo>
                  <a:pt x="57" y="401"/>
                </a:lnTo>
                <a:lnTo>
                  <a:pt x="56" y="402"/>
                </a:lnTo>
                <a:lnTo>
                  <a:pt x="55" y="402"/>
                </a:lnTo>
                <a:lnTo>
                  <a:pt x="56" y="402"/>
                </a:lnTo>
                <a:lnTo>
                  <a:pt x="56" y="403"/>
                </a:lnTo>
                <a:lnTo>
                  <a:pt x="56" y="404"/>
                </a:lnTo>
                <a:lnTo>
                  <a:pt x="55" y="404"/>
                </a:lnTo>
                <a:lnTo>
                  <a:pt x="54" y="405"/>
                </a:lnTo>
                <a:lnTo>
                  <a:pt x="53" y="405"/>
                </a:lnTo>
                <a:lnTo>
                  <a:pt x="53" y="404"/>
                </a:lnTo>
                <a:lnTo>
                  <a:pt x="52" y="404"/>
                </a:lnTo>
                <a:lnTo>
                  <a:pt x="51" y="405"/>
                </a:lnTo>
                <a:lnTo>
                  <a:pt x="50" y="405"/>
                </a:lnTo>
                <a:lnTo>
                  <a:pt x="49" y="405"/>
                </a:lnTo>
                <a:lnTo>
                  <a:pt x="49" y="404"/>
                </a:lnTo>
                <a:lnTo>
                  <a:pt x="50" y="404"/>
                </a:lnTo>
                <a:lnTo>
                  <a:pt x="50" y="403"/>
                </a:lnTo>
                <a:lnTo>
                  <a:pt x="50" y="402"/>
                </a:lnTo>
                <a:lnTo>
                  <a:pt x="50" y="401"/>
                </a:lnTo>
                <a:lnTo>
                  <a:pt x="51" y="401"/>
                </a:lnTo>
                <a:lnTo>
                  <a:pt x="50" y="400"/>
                </a:lnTo>
                <a:lnTo>
                  <a:pt x="50" y="399"/>
                </a:lnTo>
                <a:lnTo>
                  <a:pt x="51" y="399"/>
                </a:lnTo>
                <a:lnTo>
                  <a:pt x="51" y="398"/>
                </a:lnTo>
                <a:lnTo>
                  <a:pt x="51" y="397"/>
                </a:lnTo>
                <a:lnTo>
                  <a:pt x="51" y="396"/>
                </a:lnTo>
                <a:lnTo>
                  <a:pt x="52" y="396"/>
                </a:lnTo>
                <a:lnTo>
                  <a:pt x="51" y="395"/>
                </a:lnTo>
                <a:lnTo>
                  <a:pt x="51" y="394"/>
                </a:lnTo>
                <a:lnTo>
                  <a:pt x="50" y="394"/>
                </a:lnTo>
                <a:lnTo>
                  <a:pt x="49" y="394"/>
                </a:lnTo>
                <a:lnTo>
                  <a:pt x="48" y="394"/>
                </a:lnTo>
                <a:lnTo>
                  <a:pt x="48" y="393"/>
                </a:lnTo>
                <a:lnTo>
                  <a:pt x="47" y="393"/>
                </a:lnTo>
                <a:lnTo>
                  <a:pt x="47" y="394"/>
                </a:lnTo>
                <a:lnTo>
                  <a:pt x="46" y="393"/>
                </a:lnTo>
                <a:lnTo>
                  <a:pt x="46" y="392"/>
                </a:lnTo>
                <a:lnTo>
                  <a:pt x="45" y="392"/>
                </a:lnTo>
                <a:lnTo>
                  <a:pt x="45" y="391"/>
                </a:lnTo>
                <a:lnTo>
                  <a:pt x="45" y="390"/>
                </a:lnTo>
                <a:lnTo>
                  <a:pt x="45" y="389"/>
                </a:lnTo>
                <a:lnTo>
                  <a:pt x="45" y="388"/>
                </a:lnTo>
                <a:lnTo>
                  <a:pt x="46" y="388"/>
                </a:lnTo>
                <a:lnTo>
                  <a:pt x="47" y="387"/>
                </a:lnTo>
                <a:lnTo>
                  <a:pt x="46" y="387"/>
                </a:lnTo>
                <a:lnTo>
                  <a:pt x="46" y="386"/>
                </a:lnTo>
                <a:lnTo>
                  <a:pt x="47" y="386"/>
                </a:lnTo>
                <a:lnTo>
                  <a:pt x="47" y="385"/>
                </a:lnTo>
                <a:lnTo>
                  <a:pt x="46" y="385"/>
                </a:lnTo>
                <a:lnTo>
                  <a:pt x="47" y="385"/>
                </a:lnTo>
                <a:lnTo>
                  <a:pt x="47" y="384"/>
                </a:lnTo>
                <a:lnTo>
                  <a:pt x="46" y="384"/>
                </a:lnTo>
                <a:lnTo>
                  <a:pt x="46" y="383"/>
                </a:lnTo>
                <a:lnTo>
                  <a:pt x="46" y="382"/>
                </a:lnTo>
                <a:lnTo>
                  <a:pt x="47" y="381"/>
                </a:lnTo>
                <a:lnTo>
                  <a:pt x="48" y="381"/>
                </a:lnTo>
                <a:lnTo>
                  <a:pt x="49" y="380"/>
                </a:lnTo>
                <a:lnTo>
                  <a:pt x="49" y="379"/>
                </a:lnTo>
                <a:lnTo>
                  <a:pt x="48" y="379"/>
                </a:lnTo>
                <a:lnTo>
                  <a:pt x="48" y="378"/>
                </a:lnTo>
                <a:lnTo>
                  <a:pt x="48" y="377"/>
                </a:lnTo>
                <a:lnTo>
                  <a:pt x="47" y="377"/>
                </a:lnTo>
                <a:lnTo>
                  <a:pt x="48" y="377"/>
                </a:lnTo>
                <a:lnTo>
                  <a:pt x="47" y="377"/>
                </a:lnTo>
                <a:lnTo>
                  <a:pt x="47" y="378"/>
                </a:lnTo>
                <a:lnTo>
                  <a:pt x="46" y="378"/>
                </a:lnTo>
                <a:lnTo>
                  <a:pt x="45" y="377"/>
                </a:lnTo>
                <a:lnTo>
                  <a:pt x="45" y="376"/>
                </a:lnTo>
                <a:lnTo>
                  <a:pt x="45" y="377"/>
                </a:lnTo>
                <a:lnTo>
                  <a:pt x="46" y="377"/>
                </a:lnTo>
                <a:lnTo>
                  <a:pt x="46" y="376"/>
                </a:lnTo>
                <a:lnTo>
                  <a:pt x="45" y="376"/>
                </a:lnTo>
                <a:lnTo>
                  <a:pt x="46" y="376"/>
                </a:lnTo>
                <a:lnTo>
                  <a:pt x="46" y="375"/>
                </a:lnTo>
                <a:lnTo>
                  <a:pt x="47" y="374"/>
                </a:lnTo>
                <a:lnTo>
                  <a:pt x="46" y="373"/>
                </a:lnTo>
                <a:lnTo>
                  <a:pt x="45" y="373"/>
                </a:lnTo>
                <a:lnTo>
                  <a:pt x="45" y="372"/>
                </a:lnTo>
                <a:lnTo>
                  <a:pt x="45" y="373"/>
                </a:lnTo>
                <a:lnTo>
                  <a:pt x="44" y="373"/>
                </a:lnTo>
                <a:lnTo>
                  <a:pt x="43" y="372"/>
                </a:lnTo>
                <a:lnTo>
                  <a:pt x="43" y="371"/>
                </a:lnTo>
                <a:lnTo>
                  <a:pt x="42" y="371"/>
                </a:lnTo>
                <a:lnTo>
                  <a:pt x="42" y="372"/>
                </a:lnTo>
                <a:lnTo>
                  <a:pt x="41" y="372"/>
                </a:lnTo>
                <a:lnTo>
                  <a:pt x="41" y="371"/>
                </a:lnTo>
                <a:lnTo>
                  <a:pt x="42" y="370"/>
                </a:lnTo>
                <a:lnTo>
                  <a:pt x="41" y="370"/>
                </a:lnTo>
                <a:lnTo>
                  <a:pt x="41" y="371"/>
                </a:lnTo>
                <a:lnTo>
                  <a:pt x="41" y="372"/>
                </a:lnTo>
                <a:lnTo>
                  <a:pt x="40" y="372"/>
                </a:lnTo>
                <a:lnTo>
                  <a:pt x="41" y="373"/>
                </a:lnTo>
                <a:lnTo>
                  <a:pt x="41" y="374"/>
                </a:lnTo>
                <a:lnTo>
                  <a:pt x="40" y="374"/>
                </a:lnTo>
                <a:lnTo>
                  <a:pt x="40" y="373"/>
                </a:lnTo>
                <a:lnTo>
                  <a:pt x="39" y="373"/>
                </a:lnTo>
                <a:lnTo>
                  <a:pt x="38" y="373"/>
                </a:lnTo>
                <a:lnTo>
                  <a:pt x="37" y="373"/>
                </a:lnTo>
                <a:lnTo>
                  <a:pt x="37" y="372"/>
                </a:lnTo>
                <a:lnTo>
                  <a:pt x="38" y="372"/>
                </a:lnTo>
                <a:lnTo>
                  <a:pt x="38" y="371"/>
                </a:lnTo>
                <a:lnTo>
                  <a:pt x="39" y="371"/>
                </a:lnTo>
                <a:lnTo>
                  <a:pt x="38" y="370"/>
                </a:lnTo>
                <a:lnTo>
                  <a:pt x="37" y="369"/>
                </a:lnTo>
                <a:lnTo>
                  <a:pt x="38" y="369"/>
                </a:lnTo>
                <a:lnTo>
                  <a:pt x="38" y="368"/>
                </a:lnTo>
                <a:lnTo>
                  <a:pt x="38" y="367"/>
                </a:lnTo>
                <a:lnTo>
                  <a:pt x="37" y="367"/>
                </a:lnTo>
                <a:lnTo>
                  <a:pt x="36" y="367"/>
                </a:lnTo>
                <a:lnTo>
                  <a:pt x="35" y="367"/>
                </a:lnTo>
                <a:lnTo>
                  <a:pt x="35" y="368"/>
                </a:lnTo>
                <a:lnTo>
                  <a:pt x="34" y="368"/>
                </a:lnTo>
                <a:lnTo>
                  <a:pt x="35" y="368"/>
                </a:lnTo>
                <a:lnTo>
                  <a:pt x="35" y="369"/>
                </a:lnTo>
                <a:lnTo>
                  <a:pt x="35" y="368"/>
                </a:lnTo>
                <a:lnTo>
                  <a:pt x="36" y="368"/>
                </a:lnTo>
                <a:lnTo>
                  <a:pt x="37" y="369"/>
                </a:lnTo>
                <a:lnTo>
                  <a:pt x="37" y="370"/>
                </a:lnTo>
                <a:lnTo>
                  <a:pt x="36" y="370"/>
                </a:lnTo>
                <a:lnTo>
                  <a:pt x="36" y="371"/>
                </a:lnTo>
                <a:lnTo>
                  <a:pt x="37" y="371"/>
                </a:lnTo>
                <a:lnTo>
                  <a:pt x="38" y="371"/>
                </a:lnTo>
                <a:lnTo>
                  <a:pt x="37" y="372"/>
                </a:lnTo>
                <a:lnTo>
                  <a:pt x="36" y="372"/>
                </a:lnTo>
                <a:lnTo>
                  <a:pt x="36" y="371"/>
                </a:lnTo>
                <a:lnTo>
                  <a:pt x="36" y="370"/>
                </a:lnTo>
                <a:lnTo>
                  <a:pt x="35" y="371"/>
                </a:lnTo>
                <a:lnTo>
                  <a:pt x="36" y="371"/>
                </a:lnTo>
                <a:lnTo>
                  <a:pt x="36" y="373"/>
                </a:lnTo>
                <a:lnTo>
                  <a:pt x="35" y="373"/>
                </a:lnTo>
                <a:lnTo>
                  <a:pt x="35" y="372"/>
                </a:lnTo>
                <a:lnTo>
                  <a:pt x="34" y="372"/>
                </a:lnTo>
                <a:lnTo>
                  <a:pt x="34" y="371"/>
                </a:lnTo>
                <a:lnTo>
                  <a:pt x="33" y="370"/>
                </a:lnTo>
                <a:lnTo>
                  <a:pt x="33" y="369"/>
                </a:lnTo>
                <a:lnTo>
                  <a:pt x="32" y="369"/>
                </a:lnTo>
                <a:lnTo>
                  <a:pt x="31" y="369"/>
                </a:lnTo>
                <a:lnTo>
                  <a:pt x="30" y="368"/>
                </a:lnTo>
                <a:lnTo>
                  <a:pt x="31" y="368"/>
                </a:lnTo>
                <a:lnTo>
                  <a:pt x="31" y="367"/>
                </a:lnTo>
                <a:lnTo>
                  <a:pt x="30" y="367"/>
                </a:lnTo>
                <a:lnTo>
                  <a:pt x="29" y="367"/>
                </a:lnTo>
                <a:lnTo>
                  <a:pt x="28" y="367"/>
                </a:lnTo>
                <a:lnTo>
                  <a:pt x="29" y="367"/>
                </a:lnTo>
                <a:lnTo>
                  <a:pt x="30" y="367"/>
                </a:lnTo>
                <a:lnTo>
                  <a:pt x="30" y="366"/>
                </a:lnTo>
                <a:lnTo>
                  <a:pt x="29" y="366"/>
                </a:lnTo>
                <a:lnTo>
                  <a:pt x="28" y="365"/>
                </a:lnTo>
                <a:lnTo>
                  <a:pt x="28" y="364"/>
                </a:lnTo>
                <a:lnTo>
                  <a:pt x="28" y="363"/>
                </a:lnTo>
                <a:lnTo>
                  <a:pt x="28" y="362"/>
                </a:lnTo>
                <a:lnTo>
                  <a:pt x="28" y="361"/>
                </a:lnTo>
                <a:lnTo>
                  <a:pt x="28" y="360"/>
                </a:lnTo>
                <a:lnTo>
                  <a:pt x="28" y="359"/>
                </a:lnTo>
                <a:lnTo>
                  <a:pt x="28" y="358"/>
                </a:lnTo>
                <a:lnTo>
                  <a:pt x="28" y="357"/>
                </a:lnTo>
                <a:lnTo>
                  <a:pt x="28" y="356"/>
                </a:lnTo>
                <a:lnTo>
                  <a:pt x="27" y="356"/>
                </a:lnTo>
                <a:lnTo>
                  <a:pt x="27" y="355"/>
                </a:lnTo>
                <a:lnTo>
                  <a:pt x="26" y="355"/>
                </a:lnTo>
                <a:lnTo>
                  <a:pt x="26" y="354"/>
                </a:lnTo>
                <a:lnTo>
                  <a:pt x="26" y="355"/>
                </a:lnTo>
                <a:lnTo>
                  <a:pt x="27" y="354"/>
                </a:lnTo>
                <a:lnTo>
                  <a:pt x="27" y="353"/>
                </a:lnTo>
                <a:lnTo>
                  <a:pt x="27" y="354"/>
                </a:lnTo>
                <a:lnTo>
                  <a:pt x="27" y="353"/>
                </a:lnTo>
                <a:lnTo>
                  <a:pt x="27" y="352"/>
                </a:lnTo>
                <a:lnTo>
                  <a:pt x="26" y="352"/>
                </a:lnTo>
                <a:lnTo>
                  <a:pt x="26" y="351"/>
                </a:lnTo>
                <a:lnTo>
                  <a:pt x="25" y="351"/>
                </a:lnTo>
                <a:lnTo>
                  <a:pt x="24" y="351"/>
                </a:lnTo>
                <a:lnTo>
                  <a:pt x="24" y="350"/>
                </a:lnTo>
                <a:lnTo>
                  <a:pt x="23" y="350"/>
                </a:lnTo>
                <a:lnTo>
                  <a:pt x="22" y="350"/>
                </a:lnTo>
                <a:lnTo>
                  <a:pt x="21" y="350"/>
                </a:lnTo>
                <a:lnTo>
                  <a:pt x="20" y="350"/>
                </a:lnTo>
                <a:lnTo>
                  <a:pt x="20" y="351"/>
                </a:lnTo>
                <a:lnTo>
                  <a:pt x="19" y="352"/>
                </a:lnTo>
                <a:lnTo>
                  <a:pt x="19" y="353"/>
                </a:lnTo>
                <a:lnTo>
                  <a:pt x="18" y="354"/>
                </a:lnTo>
                <a:lnTo>
                  <a:pt x="18" y="355"/>
                </a:lnTo>
                <a:lnTo>
                  <a:pt x="17" y="355"/>
                </a:lnTo>
                <a:lnTo>
                  <a:pt x="16" y="355"/>
                </a:lnTo>
                <a:lnTo>
                  <a:pt x="16" y="356"/>
                </a:lnTo>
                <a:lnTo>
                  <a:pt x="15" y="357"/>
                </a:lnTo>
                <a:lnTo>
                  <a:pt x="15" y="358"/>
                </a:lnTo>
                <a:lnTo>
                  <a:pt x="14" y="359"/>
                </a:lnTo>
                <a:lnTo>
                  <a:pt x="14" y="360"/>
                </a:lnTo>
                <a:lnTo>
                  <a:pt x="14" y="361"/>
                </a:lnTo>
                <a:lnTo>
                  <a:pt x="15" y="361"/>
                </a:lnTo>
                <a:lnTo>
                  <a:pt x="16" y="361"/>
                </a:lnTo>
                <a:lnTo>
                  <a:pt x="16" y="362"/>
                </a:lnTo>
                <a:lnTo>
                  <a:pt x="16" y="363"/>
                </a:lnTo>
                <a:lnTo>
                  <a:pt x="15" y="362"/>
                </a:lnTo>
                <a:lnTo>
                  <a:pt x="15" y="363"/>
                </a:lnTo>
                <a:lnTo>
                  <a:pt x="14" y="363"/>
                </a:lnTo>
                <a:lnTo>
                  <a:pt x="13" y="363"/>
                </a:lnTo>
                <a:lnTo>
                  <a:pt x="12" y="363"/>
                </a:lnTo>
                <a:lnTo>
                  <a:pt x="12" y="364"/>
                </a:lnTo>
                <a:lnTo>
                  <a:pt x="13" y="364"/>
                </a:lnTo>
                <a:lnTo>
                  <a:pt x="13" y="365"/>
                </a:lnTo>
                <a:lnTo>
                  <a:pt x="12" y="365"/>
                </a:lnTo>
                <a:lnTo>
                  <a:pt x="12" y="366"/>
                </a:lnTo>
                <a:lnTo>
                  <a:pt x="11" y="365"/>
                </a:lnTo>
                <a:lnTo>
                  <a:pt x="10" y="365"/>
                </a:lnTo>
                <a:lnTo>
                  <a:pt x="10" y="364"/>
                </a:lnTo>
                <a:lnTo>
                  <a:pt x="9" y="364"/>
                </a:lnTo>
                <a:lnTo>
                  <a:pt x="9" y="363"/>
                </a:lnTo>
                <a:lnTo>
                  <a:pt x="8" y="363"/>
                </a:lnTo>
                <a:lnTo>
                  <a:pt x="6" y="363"/>
                </a:lnTo>
                <a:lnTo>
                  <a:pt x="6" y="362"/>
                </a:lnTo>
                <a:lnTo>
                  <a:pt x="6" y="361"/>
                </a:lnTo>
                <a:lnTo>
                  <a:pt x="7" y="361"/>
                </a:lnTo>
                <a:lnTo>
                  <a:pt x="7" y="360"/>
                </a:lnTo>
                <a:lnTo>
                  <a:pt x="7" y="359"/>
                </a:lnTo>
                <a:lnTo>
                  <a:pt x="6" y="359"/>
                </a:lnTo>
                <a:lnTo>
                  <a:pt x="5" y="359"/>
                </a:lnTo>
                <a:lnTo>
                  <a:pt x="4" y="359"/>
                </a:lnTo>
                <a:lnTo>
                  <a:pt x="4" y="358"/>
                </a:lnTo>
                <a:lnTo>
                  <a:pt x="4" y="357"/>
                </a:lnTo>
                <a:lnTo>
                  <a:pt x="5" y="356"/>
                </a:lnTo>
                <a:lnTo>
                  <a:pt x="5" y="355"/>
                </a:lnTo>
                <a:lnTo>
                  <a:pt x="4" y="355"/>
                </a:lnTo>
                <a:lnTo>
                  <a:pt x="3" y="354"/>
                </a:lnTo>
                <a:lnTo>
                  <a:pt x="3" y="353"/>
                </a:lnTo>
                <a:lnTo>
                  <a:pt x="2" y="353"/>
                </a:lnTo>
                <a:lnTo>
                  <a:pt x="2" y="354"/>
                </a:lnTo>
                <a:lnTo>
                  <a:pt x="2" y="355"/>
                </a:lnTo>
                <a:lnTo>
                  <a:pt x="1" y="355"/>
                </a:lnTo>
                <a:lnTo>
                  <a:pt x="0" y="355"/>
                </a:lnTo>
                <a:lnTo>
                  <a:pt x="0" y="354"/>
                </a:lnTo>
                <a:lnTo>
                  <a:pt x="0" y="353"/>
                </a:lnTo>
                <a:lnTo>
                  <a:pt x="0" y="352"/>
                </a:lnTo>
                <a:lnTo>
                  <a:pt x="1" y="351"/>
                </a:lnTo>
                <a:lnTo>
                  <a:pt x="2" y="350"/>
                </a:lnTo>
                <a:lnTo>
                  <a:pt x="3" y="351"/>
                </a:lnTo>
                <a:lnTo>
                  <a:pt x="4" y="350"/>
                </a:lnTo>
                <a:lnTo>
                  <a:pt x="5" y="349"/>
                </a:lnTo>
                <a:lnTo>
                  <a:pt x="5" y="348"/>
                </a:lnTo>
                <a:lnTo>
                  <a:pt x="6" y="348"/>
                </a:lnTo>
                <a:lnTo>
                  <a:pt x="6" y="349"/>
                </a:lnTo>
                <a:lnTo>
                  <a:pt x="7" y="349"/>
                </a:lnTo>
                <a:lnTo>
                  <a:pt x="8" y="349"/>
                </a:lnTo>
                <a:lnTo>
                  <a:pt x="8" y="350"/>
                </a:lnTo>
                <a:lnTo>
                  <a:pt x="9" y="350"/>
                </a:lnTo>
                <a:lnTo>
                  <a:pt x="10" y="350"/>
                </a:lnTo>
                <a:lnTo>
                  <a:pt x="10" y="349"/>
                </a:lnTo>
                <a:lnTo>
                  <a:pt x="11" y="349"/>
                </a:lnTo>
                <a:lnTo>
                  <a:pt x="11" y="350"/>
                </a:lnTo>
                <a:lnTo>
                  <a:pt x="11" y="349"/>
                </a:lnTo>
                <a:lnTo>
                  <a:pt x="12" y="349"/>
                </a:lnTo>
                <a:lnTo>
                  <a:pt x="12" y="348"/>
                </a:lnTo>
                <a:lnTo>
                  <a:pt x="13" y="349"/>
                </a:lnTo>
                <a:lnTo>
                  <a:pt x="13" y="350"/>
                </a:lnTo>
                <a:lnTo>
                  <a:pt x="14" y="350"/>
                </a:lnTo>
                <a:lnTo>
                  <a:pt x="14" y="349"/>
                </a:lnTo>
                <a:lnTo>
                  <a:pt x="13" y="349"/>
                </a:lnTo>
                <a:lnTo>
                  <a:pt x="13" y="348"/>
                </a:lnTo>
                <a:lnTo>
                  <a:pt x="13" y="347"/>
                </a:lnTo>
                <a:lnTo>
                  <a:pt x="14" y="347"/>
                </a:lnTo>
                <a:lnTo>
                  <a:pt x="14" y="346"/>
                </a:lnTo>
                <a:lnTo>
                  <a:pt x="14" y="345"/>
                </a:lnTo>
                <a:lnTo>
                  <a:pt x="14" y="344"/>
                </a:lnTo>
                <a:lnTo>
                  <a:pt x="13" y="344"/>
                </a:lnTo>
                <a:lnTo>
                  <a:pt x="13" y="343"/>
                </a:lnTo>
                <a:lnTo>
                  <a:pt x="14" y="343"/>
                </a:lnTo>
                <a:lnTo>
                  <a:pt x="14" y="342"/>
                </a:lnTo>
                <a:lnTo>
                  <a:pt x="14" y="341"/>
                </a:lnTo>
                <a:lnTo>
                  <a:pt x="14" y="340"/>
                </a:lnTo>
                <a:lnTo>
                  <a:pt x="15" y="340"/>
                </a:lnTo>
                <a:lnTo>
                  <a:pt x="15" y="339"/>
                </a:lnTo>
                <a:lnTo>
                  <a:pt x="15" y="338"/>
                </a:lnTo>
                <a:lnTo>
                  <a:pt x="15" y="337"/>
                </a:lnTo>
                <a:lnTo>
                  <a:pt x="16" y="337"/>
                </a:lnTo>
                <a:lnTo>
                  <a:pt x="16" y="338"/>
                </a:lnTo>
                <a:lnTo>
                  <a:pt x="16" y="337"/>
                </a:lnTo>
                <a:lnTo>
                  <a:pt x="16" y="336"/>
                </a:lnTo>
                <a:lnTo>
                  <a:pt x="15" y="336"/>
                </a:lnTo>
                <a:lnTo>
                  <a:pt x="14" y="336"/>
                </a:lnTo>
                <a:lnTo>
                  <a:pt x="14" y="335"/>
                </a:lnTo>
                <a:lnTo>
                  <a:pt x="14" y="333"/>
                </a:lnTo>
                <a:lnTo>
                  <a:pt x="14" y="332"/>
                </a:lnTo>
                <a:lnTo>
                  <a:pt x="15" y="331"/>
                </a:lnTo>
                <a:lnTo>
                  <a:pt x="15" y="330"/>
                </a:lnTo>
                <a:lnTo>
                  <a:pt x="14" y="330"/>
                </a:lnTo>
                <a:lnTo>
                  <a:pt x="13" y="330"/>
                </a:lnTo>
                <a:lnTo>
                  <a:pt x="13" y="331"/>
                </a:lnTo>
                <a:lnTo>
                  <a:pt x="13" y="330"/>
                </a:lnTo>
                <a:lnTo>
                  <a:pt x="14" y="329"/>
                </a:lnTo>
                <a:lnTo>
                  <a:pt x="14" y="328"/>
                </a:lnTo>
                <a:lnTo>
                  <a:pt x="14" y="329"/>
                </a:lnTo>
                <a:lnTo>
                  <a:pt x="15" y="328"/>
                </a:lnTo>
                <a:lnTo>
                  <a:pt x="15" y="327"/>
                </a:lnTo>
                <a:lnTo>
                  <a:pt x="15" y="326"/>
                </a:lnTo>
                <a:lnTo>
                  <a:pt x="16" y="325"/>
                </a:lnTo>
                <a:lnTo>
                  <a:pt x="16" y="324"/>
                </a:lnTo>
                <a:lnTo>
                  <a:pt x="17" y="323"/>
                </a:lnTo>
                <a:lnTo>
                  <a:pt x="17" y="321"/>
                </a:lnTo>
                <a:lnTo>
                  <a:pt x="18" y="320"/>
                </a:lnTo>
                <a:lnTo>
                  <a:pt x="17" y="320"/>
                </a:lnTo>
                <a:lnTo>
                  <a:pt x="17" y="319"/>
                </a:lnTo>
                <a:lnTo>
                  <a:pt x="16" y="319"/>
                </a:lnTo>
                <a:lnTo>
                  <a:pt x="17" y="318"/>
                </a:lnTo>
                <a:lnTo>
                  <a:pt x="17" y="317"/>
                </a:lnTo>
                <a:lnTo>
                  <a:pt x="17" y="316"/>
                </a:lnTo>
                <a:lnTo>
                  <a:pt x="17" y="315"/>
                </a:lnTo>
                <a:lnTo>
                  <a:pt x="17" y="314"/>
                </a:lnTo>
                <a:lnTo>
                  <a:pt x="18" y="314"/>
                </a:lnTo>
                <a:lnTo>
                  <a:pt x="18" y="313"/>
                </a:lnTo>
                <a:lnTo>
                  <a:pt x="18" y="312"/>
                </a:lnTo>
                <a:lnTo>
                  <a:pt x="19" y="311"/>
                </a:lnTo>
                <a:lnTo>
                  <a:pt x="19" y="310"/>
                </a:lnTo>
                <a:lnTo>
                  <a:pt x="18" y="310"/>
                </a:lnTo>
                <a:lnTo>
                  <a:pt x="17" y="310"/>
                </a:lnTo>
                <a:lnTo>
                  <a:pt x="17" y="309"/>
                </a:lnTo>
                <a:lnTo>
                  <a:pt x="16" y="309"/>
                </a:lnTo>
                <a:lnTo>
                  <a:pt x="16" y="308"/>
                </a:lnTo>
                <a:lnTo>
                  <a:pt x="16" y="307"/>
                </a:lnTo>
                <a:lnTo>
                  <a:pt x="15" y="307"/>
                </a:lnTo>
                <a:lnTo>
                  <a:pt x="15" y="308"/>
                </a:lnTo>
                <a:lnTo>
                  <a:pt x="15" y="307"/>
                </a:lnTo>
                <a:lnTo>
                  <a:pt x="15" y="306"/>
                </a:lnTo>
                <a:lnTo>
                  <a:pt x="14" y="306"/>
                </a:lnTo>
                <a:lnTo>
                  <a:pt x="14" y="305"/>
                </a:lnTo>
                <a:lnTo>
                  <a:pt x="14" y="304"/>
                </a:lnTo>
                <a:lnTo>
                  <a:pt x="13" y="304"/>
                </a:lnTo>
                <a:lnTo>
                  <a:pt x="12" y="304"/>
                </a:lnTo>
                <a:lnTo>
                  <a:pt x="11" y="303"/>
                </a:lnTo>
                <a:lnTo>
                  <a:pt x="11" y="302"/>
                </a:lnTo>
                <a:lnTo>
                  <a:pt x="10" y="301"/>
                </a:lnTo>
                <a:lnTo>
                  <a:pt x="9" y="301"/>
                </a:lnTo>
                <a:lnTo>
                  <a:pt x="9" y="300"/>
                </a:lnTo>
                <a:lnTo>
                  <a:pt x="8" y="300"/>
                </a:lnTo>
                <a:lnTo>
                  <a:pt x="8" y="299"/>
                </a:lnTo>
                <a:lnTo>
                  <a:pt x="7" y="300"/>
                </a:lnTo>
                <a:lnTo>
                  <a:pt x="6" y="300"/>
                </a:lnTo>
                <a:lnTo>
                  <a:pt x="5" y="300"/>
                </a:lnTo>
                <a:lnTo>
                  <a:pt x="5" y="299"/>
                </a:lnTo>
                <a:lnTo>
                  <a:pt x="5" y="298"/>
                </a:lnTo>
                <a:lnTo>
                  <a:pt x="4" y="298"/>
                </a:lnTo>
                <a:lnTo>
                  <a:pt x="3" y="298"/>
                </a:lnTo>
                <a:lnTo>
                  <a:pt x="3" y="297"/>
                </a:lnTo>
                <a:lnTo>
                  <a:pt x="3" y="296"/>
                </a:lnTo>
                <a:lnTo>
                  <a:pt x="5" y="296"/>
                </a:lnTo>
                <a:lnTo>
                  <a:pt x="5" y="295"/>
                </a:lnTo>
                <a:lnTo>
                  <a:pt x="5" y="294"/>
                </a:lnTo>
                <a:lnTo>
                  <a:pt x="5" y="293"/>
                </a:lnTo>
                <a:lnTo>
                  <a:pt x="5" y="292"/>
                </a:lnTo>
                <a:lnTo>
                  <a:pt x="4" y="292"/>
                </a:lnTo>
                <a:lnTo>
                  <a:pt x="4" y="291"/>
                </a:lnTo>
                <a:lnTo>
                  <a:pt x="4" y="290"/>
                </a:lnTo>
                <a:lnTo>
                  <a:pt x="5" y="290"/>
                </a:lnTo>
                <a:lnTo>
                  <a:pt x="4" y="289"/>
                </a:lnTo>
                <a:lnTo>
                  <a:pt x="5" y="289"/>
                </a:lnTo>
                <a:lnTo>
                  <a:pt x="5" y="288"/>
                </a:lnTo>
                <a:lnTo>
                  <a:pt x="4" y="288"/>
                </a:lnTo>
                <a:lnTo>
                  <a:pt x="4" y="287"/>
                </a:lnTo>
                <a:lnTo>
                  <a:pt x="5" y="286"/>
                </a:lnTo>
                <a:lnTo>
                  <a:pt x="6" y="286"/>
                </a:lnTo>
                <a:lnTo>
                  <a:pt x="7" y="286"/>
                </a:lnTo>
                <a:lnTo>
                  <a:pt x="7" y="285"/>
                </a:lnTo>
                <a:lnTo>
                  <a:pt x="8" y="285"/>
                </a:lnTo>
                <a:lnTo>
                  <a:pt x="8" y="286"/>
                </a:lnTo>
                <a:lnTo>
                  <a:pt x="9" y="286"/>
                </a:lnTo>
                <a:lnTo>
                  <a:pt x="8" y="286"/>
                </a:lnTo>
                <a:lnTo>
                  <a:pt x="9" y="287"/>
                </a:lnTo>
                <a:lnTo>
                  <a:pt x="9" y="286"/>
                </a:lnTo>
                <a:lnTo>
                  <a:pt x="10" y="286"/>
                </a:lnTo>
                <a:lnTo>
                  <a:pt x="10" y="285"/>
                </a:lnTo>
                <a:lnTo>
                  <a:pt x="11" y="285"/>
                </a:lnTo>
                <a:lnTo>
                  <a:pt x="13" y="285"/>
                </a:lnTo>
                <a:lnTo>
                  <a:pt x="14" y="286"/>
                </a:lnTo>
                <a:lnTo>
                  <a:pt x="15" y="286"/>
                </a:lnTo>
                <a:lnTo>
                  <a:pt x="16" y="286"/>
                </a:lnTo>
                <a:lnTo>
                  <a:pt x="16" y="287"/>
                </a:lnTo>
                <a:lnTo>
                  <a:pt x="17" y="287"/>
                </a:lnTo>
                <a:lnTo>
                  <a:pt x="17" y="288"/>
                </a:lnTo>
                <a:lnTo>
                  <a:pt x="18" y="288"/>
                </a:lnTo>
                <a:lnTo>
                  <a:pt x="18" y="287"/>
                </a:lnTo>
                <a:lnTo>
                  <a:pt x="19" y="287"/>
                </a:lnTo>
                <a:lnTo>
                  <a:pt x="19" y="286"/>
                </a:lnTo>
                <a:lnTo>
                  <a:pt x="20" y="286"/>
                </a:lnTo>
                <a:lnTo>
                  <a:pt x="20" y="285"/>
                </a:lnTo>
                <a:lnTo>
                  <a:pt x="21" y="285"/>
                </a:lnTo>
                <a:lnTo>
                  <a:pt x="22" y="285"/>
                </a:lnTo>
                <a:lnTo>
                  <a:pt x="22" y="284"/>
                </a:lnTo>
                <a:lnTo>
                  <a:pt x="21" y="284"/>
                </a:lnTo>
                <a:lnTo>
                  <a:pt x="22" y="283"/>
                </a:lnTo>
                <a:lnTo>
                  <a:pt x="23" y="283"/>
                </a:lnTo>
                <a:lnTo>
                  <a:pt x="22" y="283"/>
                </a:lnTo>
                <a:lnTo>
                  <a:pt x="22" y="282"/>
                </a:lnTo>
                <a:lnTo>
                  <a:pt x="23" y="282"/>
                </a:lnTo>
                <a:lnTo>
                  <a:pt x="24" y="282"/>
                </a:lnTo>
                <a:lnTo>
                  <a:pt x="24" y="281"/>
                </a:lnTo>
                <a:lnTo>
                  <a:pt x="24" y="282"/>
                </a:lnTo>
                <a:lnTo>
                  <a:pt x="24" y="283"/>
                </a:lnTo>
                <a:lnTo>
                  <a:pt x="25" y="283"/>
                </a:lnTo>
                <a:lnTo>
                  <a:pt x="25" y="282"/>
                </a:lnTo>
                <a:lnTo>
                  <a:pt x="25" y="281"/>
                </a:lnTo>
                <a:lnTo>
                  <a:pt x="25" y="280"/>
                </a:lnTo>
                <a:lnTo>
                  <a:pt x="25" y="279"/>
                </a:lnTo>
                <a:lnTo>
                  <a:pt x="25" y="278"/>
                </a:lnTo>
                <a:lnTo>
                  <a:pt x="24" y="278"/>
                </a:lnTo>
                <a:lnTo>
                  <a:pt x="24" y="277"/>
                </a:lnTo>
                <a:lnTo>
                  <a:pt x="25" y="277"/>
                </a:lnTo>
                <a:lnTo>
                  <a:pt x="26" y="276"/>
                </a:lnTo>
                <a:lnTo>
                  <a:pt x="27" y="276"/>
                </a:lnTo>
                <a:lnTo>
                  <a:pt x="29" y="276"/>
                </a:lnTo>
                <a:lnTo>
                  <a:pt x="29" y="277"/>
                </a:lnTo>
                <a:lnTo>
                  <a:pt x="29" y="278"/>
                </a:lnTo>
                <a:lnTo>
                  <a:pt x="30" y="278"/>
                </a:lnTo>
                <a:lnTo>
                  <a:pt x="30" y="279"/>
                </a:lnTo>
                <a:lnTo>
                  <a:pt x="30" y="280"/>
                </a:lnTo>
                <a:lnTo>
                  <a:pt x="30" y="281"/>
                </a:lnTo>
                <a:lnTo>
                  <a:pt x="31" y="281"/>
                </a:lnTo>
                <a:lnTo>
                  <a:pt x="31" y="282"/>
                </a:lnTo>
                <a:lnTo>
                  <a:pt x="31" y="283"/>
                </a:lnTo>
                <a:lnTo>
                  <a:pt x="32" y="283"/>
                </a:lnTo>
                <a:lnTo>
                  <a:pt x="32" y="284"/>
                </a:lnTo>
                <a:lnTo>
                  <a:pt x="33" y="285"/>
                </a:lnTo>
                <a:lnTo>
                  <a:pt x="34" y="285"/>
                </a:lnTo>
                <a:lnTo>
                  <a:pt x="35" y="285"/>
                </a:lnTo>
                <a:lnTo>
                  <a:pt x="35" y="284"/>
                </a:lnTo>
                <a:lnTo>
                  <a:pt x="36" y="284"/>
                </a:lnTo>
                <a:lnTo>
                  <a:pt x="36" y="285"/>
                </a:lnTo>
                <a:lnTo>
                  <a:pt x="37" y="284"/>
                </a:lnTo>
                <a:lnTo>
                  <a:pt x="38" y="284"/>
                </a:lnTo>
                <a:lnTo>
                  <a:pt x="38" y="283"/>
                </a:lnTo>
                <a:lnTo>
                  <a:pt x="38" y="284"/>
                </a:lnTo>
                <a:lnTo>
                  <a:pt x="39" y="284"/>
                </a:lnTo>
                <a:lnTo>
                  <a:pt x="39" y="285"/>
                </a:lnTo>
                <a:lnTo>
                  <a:pt x="39" y="286"/>
                </a:lnTo>
                <a:lnTo>
                  <a:pt x="40" y="286"/>
                </a:lnTo>
                <a:lnTo>
                  <a:pt x="40" y="285"/>
                </a:lnTo>
                <a:lnTo>
                  <a:pt x="41" y="285"/>
                </a:lnTo>
                <a:lnTo>
                  <a:pt x="42" y="285"/>
                </a:lnTo>
                <a:lnTo>
                  <a:pt x="43" y="284"/>
                </a:lnTo>
                <a:lnTo>
                  <a:pt x="44" y="283"/>
                </a:lnTo>
                <a:lnTo>
                  <a:pt x="45" y="282"/>
                </a:lnTo>
                <a:lnTo>
                  <a:pt x="45" y="281"/>
                </a:lnTo>
                <a:lnTo>
                  <a:pt x="46" y="281"/>
                </a:lnTo>
                <a:lnTo>
                  <a:pt x="46" y="280"/>
                </a:lnTo>
                <a:lnTo>
                  <a:pt x="47" y="279"/>
                </a:lnTo>
                <a:lnTo>
                  <a:pt x="47" y="278"/>
                </a:lnTo>
                <a:lnTo>
                  <a:pt x="48" y="277"/>
                </a:lnTo>
                <a:lnTo>
                  <a:pt x="49" y="277"/>
                </a:lnTo>
                <a:lnTo>
                  <a:pt x="49" y="276"/>
                </a:lnTo>
                <a:lnTo>
                  <a:pt x="50" y="276"/>
                </a:lnTo>
                <a:lnTo>
                  <a:pt x="50" y="275"/>
                </a:lnTo>
                <a:lnTo>
                  <a:pt x="51" y="275"/>
                </a:lnTo>
                <a:lnTo>
                  <a:pt x="52" y="274"/>
                </a:lnTo>
                <a:lnTo>
                  <a:pt x="52" y="273"/>
                </a:lnTo>
                <a:lnTo>
                  <a:pt x="53" y="273"/>
                </a:lnTo>
                <a:lnTo>
                  <a:pt x="53" y="272"/>
                </a:lnTo>
                <a:lnTo>
                  <a:pt x="54" y="272"/>
                </a:lnTo>
                <a:lnTo>
                  <a:pt x="55" y="272"/>
                </a:lnTo>
                <a:lnTo>
                  <a:pt x="56" y="272"/>
                </a:lnTo>
                <a:lnTo>
                  <a:pt x="57" y="271"/>
                </a:lnTo>
                <a:lnTo>
                  <a:pt x="57" y="272"/>
                </a:lnTo>
                <a:lnTo>
                  <a:pt x="58" y="271"/>
                </a:lnTo>
                <a:lnTo>
                  <a:pt x="59" y="270"/>
                </a:lnTo>
                <a:lnTo>
                  <a:pt x="60" y="269"/>
                </a:lnTo>
                <a:lnTo>
                  <a:pt x="61" y="269"/>
                </a:lnTo>
                <a:lnTo>
                  <a:pt x="61" y="270"/>
                </a:lnTo>
                <a:lnTo>
                  <a:pt x="62" y="270"/>
                </a:lnTo>
                <a:lnTo>
                  <a:pt x="63" y="270"/>
                </a:lnTo>
                <a:lnTo>
                  <a:pt x="64" y="270"/>
                </a:lnTo>
                <a:lnTo>
                  <a:pt x="65" y="270"/>
                </a:lnTo>
                <a:lnTo>
                  <a:pt x="67" y="270"/>
                </a:lnTo>
                <a:lnTo>
                  <a:pt x="67" y="271"/>
                </a:lnTo>
                <a:lnTo>
                  <a:pt x="68" y="271"/>
                </a:lnTo>
                <a:lnTo>
                  <a:pt x="68" y="272"/>
                </a:lnTo>
                <a:lnTo>
                  <a:pt x="67" y="272"/>
                </a:lnTo>
                <a:lnTo>
                  <a:pt x="67" y="273"/>
                </a:lnTo>
                <a:lnTo>
                  <a:pt x="67" y="274"/>
                </a:lnTo>
                <a:lnTo>
                  <a:pt x="66" y="274"/>
                </a:lnTo>
                <a:lnTo>
                  <a:pt x="66" y="273"/>
                </a:lnTo>
                <a:lnTo>
                  <a:pt x="65" y="274"/>
                </a:lnTo>
                <a:lnTo>
                  <a:pt x="64" y="274"/>
                </a:lnTo>
                <a:lnTo>
                  <a:pt x="64" y="275"/>
                </a:lnTo>
                <a:lnTo>
                  <a:pt x="65" y="275"/>
                </a:lnTo>
                <a:lnTo>
                  <a:pt x="65" y="276"/>
                </a:lnTo>
                <a:lnTo>
                  <a:pt x="65" y="277"/>
                </a:lnTo>
                <a:lnTo>
                  <a:pt x="65" y="278"/>
                </a:lnTo>
                <a:lnTo>
                  <a:pt x="66" y="278"/>
                </a:lnTo>
                <a:lnTo>
                  <a:pt x="66" y="279"/>
                </a:lnTo>
                <a:lnTo>
                  <a:pt x="67" y="279"/>
                </a:lnTo>
                <a:lnTo>
                  <a:pt x="67" y="280"/>
                </a:lnTo>
                <a:lnTo>
                  <a:pt x="67" y="281"/>
                </a:lnTo>
                <a:lnTo>
                  <a:pt x="68" y="281"/>
                </a:lnTo>
                <a:lnTo>
                  <a:pt x="68" y="282"/>
                </a:lnTo>
                <a:lnTo>
                  <a:pt x="69" y="282"/>
                </a:lnTo>
                <a:lnTo>
                  <a:pt x="69" y="281"/>
                </a:lnTo>
                <a:lnTo>
                  <a:pt x="69" y="282"/>
                </a:lnTo>
                <a:lnTo>
                  <a:pt x="70" y="283"/>
                </a:lnTo>
                <a:lnTo>
                  <a:pt x="70" y="282"/>
                </a:lnTo>
                <a:lnTo>
                  <a:pt x="71" y="281"/>
                </a:lnTo>
                <a:lnTo>
                  <a:pt x="72" y="281"/>
                </a:lnTo>
                <a:lnTo>
                  <a:pt x="72" y="280"/>
                </a:lnTo>
                <a:lnTo>
                  <a:pt x="74" y="280"/>
                </a:lnTo>
                <a:lnTo>
                  <a:pt x="75" y="279"/>
                </a:lnTo>
                <a:lnTo>
                  <a:pt x="75" y="278"/>
                </a:lnTo>
                <a:lnTo>
                  <a:pt x="76" y="279"/>
                </a:lnTo>
                <a:lnTo>
                  <a:pt x="76" y="278"/>
                </a:lnTo>
                <a:lnTo>
                  <a:pt x="77" y="278"/>
                </a:lnTo>
                <a:lnTo>
                  <a:pt x="78" y="277"/>
                </a:lnTo>
                <a:lnTo>
                  <a:pt x="79" y="277"/>
                </a:lnTo>
                <a:lnTo>
                  <a:pt x="79" y="276"/>
                </a:lnTo>
                <a:lnTo>
                  <a:pt x="78" y="276"/>
                </a:lnTo>
                <a:lnTo>
                  <a:pt x="78" y="277"/>
                </a:lnTo>
                <a:lnTo>
                  <a:pt x="77" y="277"/>
                </a:lnTo>
                <a:lnTo>
                  <a:pt x="77" y="276"/>
                </a:lnTo>
                <a:lnTo>
                  <a:pt x="78" y="276"/>
                </a:lnTo>
                <a:lnTo>
                  <a:pt x="78" y="275"/>
                </a:lnTo>
                <a:lnTo>
                  <a:pt x="79" y="275"/>
                </a:lnTo>
                <a:lnTo>
                  <a:pt x="80" y="275"/>
                </a:lnTo>
                <a:lnTo>
                  <a:pt x="80" y="274"/>
                </a:lnTo>
                <a:lnTo>
                  <a:pt x="81" y="274"/>
                </a:lnTo>
                <a:lnTo>
                  <a:pt x="82" y="274"/>
                </a:lnTo>
                <a:lnTo>
                  <a:pt x="82" y="273"/>
                </a:lnTo>
                <a:lnTo>
                  <a:pt x="83" y="273"/>
                </a:lnTo>
                <a:lnTo>
                  <a:pt x="83" y="272"/>
                </a:lnTo>
                <a:lnTo>
                  <a:pt x="84" y="271"/>
                </a:lnTo>
                <a:lnTo>
                  <a:pt x="84" y="272"/>
                </a:lnTo>
                <a:lnTo>
                  <a:pt x="84" y="273"/>
                </a:lnTo>
                <a:lnTo>
                  <a:pt x="85" y="273"/>
                </a:lnTo>
                <a:lnTo>
                  <a:pt x="85" y="274"/>
                </a:lnTo>
                <a:lnTo>
                  <a:pt x="85" y="273"/>
                </a:lnTo>
                <a:lnTo>
                  <a:pt x="86" y="273"/>
                </a:lnTo>
                <a:lnTo>
                  <a:pt x="86" y="274"/>
                </a:lnTo>
                <a:lnTo>
                  <a:pt x="85" y="274"/>
                </a:lnTo>
                <a:lnTo>
                  <a:pt x="85" y="275"/>
                </a:lnTo>
                <a:lnTo>
                  <a:pt x="86" y="275"/>
                </a:lnTo>
                <a:lnTo>
                  <a:pt x="87" y="276"/>
                </a:lnTo>
                <a:lnTo>
                  <a:pt x="88" y="277"/>
                </a:lnTo>
                <a:lnTo>
                  <a:pt x="88" y="278"/>
                </a:lnTo>
                <a:lnTo>
                  <a:pt x="89" y="278"/>
                </a:lnTo>
                <a:lnTo>
                  <a:pt x="89" y="279"/>
                </a:lnTo>
                <a:lnTo>
                  <a:pt x="89" y="280"/>
                </a:lnTo>
                <a:lnTo>
                  <a:pt x="88" y="281"/>
                </a:lnTo>
                <a:lnTo>
                  <a:pt x="88" y="282"/>
                </a:lnTo>
                <a:lnTo>
                  <a:pt x="87" y="282"/>
                </a:lnTo>
                <a:lnTo>
                  <a:pt x="87" y="283"/>
                </a:lnTo>
                <a:lnTo>
                  <a:pt x="88" y="283"/>
                </a:lnTo>
                <a:lnTo>
                  <a:pt x="88" y="284"/>
                </a:lnTo>
                <a:lnTo>
                  <a:pt x="87" y="284"/>
                </a:lnTo>
                <a:lnTo>
                  <a:pt x="87" y="285"/>
                </a:lnTo>
                <a:lnTo>
                  <a:pt x="88" y="285"/>
                </a:lnTo>
                <a:lnTo>
                  <a:pt x="88" y="286"/>
                </a:lnTo>
                <a:lnTo>
                  <a:pt x="89" y="286"/>
                </a:lnTo>
                <a:lnTo>
                  <a:pt x="90" y="285"/>
                </a:lnTo>
                <a:lnTo>
                  <a:pt x="90" y="284"/>
                </a:lnTo>
                <a:lnTo>
                  <a:pt x="91" y="283"/>
                </a:lnTo>
                <a:lnTo>
                  <a:pt x="91" y="282"/>
                </a:lnTo>
                <a:lnTo>
                  <a:pt x="92" y="282"/>
                </a:lnTo>
                <a:lnTo>
                  <a:pt x="92" y="281"/>
                </a:lnTo>
                <a:lnTo>
                  <a:pt x="93" y="281"/>
                </a:lnTo>
                <a:lnTo>
                  <a:pt x="93" y="280"/>
                </a:lnTo>
                <a:lnTo>
                  <a:pt x="94" y="279"/>
                </a:lnTo>
                <a:lnTo>
                  <a:pt x="94" y="278"/>
                </a:lnTo>
                <a:lnTo>
                  <a:pt x="95" y="278"/>
                </a:lnTo>
                <a:lnTo>
                  <a:pt x="96" y="276"/>
                </a:lnTo>
                <a:lnTo>
                  <a:pt x="96" y="275"/>
                </a:lnTo>
                <a:lnTo>
                  <a:pt x="97" y="275"/>
                </a:lnTo>
                <a:lnTo>
                  <a:pt x="97" y="274"/>
                </a:lnTo>
                <a:lnTo>
                  <a:pt x="98" y="273"/>
                </a:lnTo>
                <a:lnTo>
                  <a:pt x="100" y="272"/>
                </a:lnTo>
                <a:lnTo>
                  <a:pt x="101" y="272"/>
                </a:lnTo>
                <a:lnTo>
                  <a:pt x="101" y="271"/>
                </a:lnTo>
                <a:lnTo>
                  <a:pt x="102" y="270"/>
                </a:lnTo>
                <a:lnTo>
                  <a:pt x="103" y="269"/>
                </a:lnTo>
                <a:lnTo>
                  <a:pt x="104" y="269"/>
                </a:lnTo>
                <a:lnTo>
                  <a:pt x="104" y="268"/>
                </a:lnTo>
                <a:lnTo>
                  <a:pt x="105" y="268"/>
                </a:lnTo>
                <a:lnTo>
                  <a:pt x="105" y="269"/>
                </a:lnTo>
                <a:lnTo>
                  <a:pt x="106" y="269"/>
                </a:lnTo>
                <a:lnTo>
                  <a:pt x="105" y="269"/>
                </a:lnTo>
                <a:lnTo>
                  <a:pt x="105" y="270"/>
                </a:lnTo>
                <a:lnTo>
                  <a:pt x="105" y="271"/>
                </a:lnTo>
                <a:lnTo>
                  <a:pt x="106" y="271"/>
                </a:lnTo>
                <a:lnTo>
                  <a:pt x="106" y="270"/>
                </a:lnTo>
                <a:lnTo>
                  <a:pt x="107" y="270"/>
                </a:lnTo>
                <a:lnTo>
                  <a:pt x="108" y="270"/>
                </a:lnTo>
                <a:lnTo>
                  <a:pt x="109" y="270"/>
                </a:lnTo>
                <a:lnTo>
                  <a:pt x="109" y="269"/>
                </a:lnTo>
                <a:lnTo>
                  <a:pt x="109" y="268"/>
                </a:lnTo>
                <a:lnTo>
                  <a:pt x="110" y="268"/>
                </a:lnTo>
                <a:lnTo>
                  <a:pt x="109" y="268"/>
                </a:lnTo>
                <a:lnTo>
                  <a:pt x="109" y="267"/>
                </a:lnTo>
                <a:lnTo>
                  <a:pt x="109" y="266"/>
                </a:lnTo>
                <a:lnTo>
                  <a:pt x="110" y="265"/>
                </a:lnTo>
                <a:lnTo>
                  <a:pt x="111" y="265"/>
                </a:lnTo>
                <a:lnTo>
                  <a:pt x="112" y="264"/>
                </a:lnTo>
                <a:lnTo>
                  <a:pt x="113" y="264"/>
                </a:lnTo>
                <a:lnTo>
                  <a:pt x="114" y="264"/>
                </a:lnTo>
                <a:lnTo>
                  <a:pt x="114" y="263"/>
                </a:lnTo>
                <a:lnTo>
                  <a:pt x="115" y="262"/>
                </a:lnTo>
                <a:lnTo>
                  <a:pt x="116" y="262"/>
                </a:lnTo>
                <a:lnTo>
                  <a:pt x="116" y="261"/>
                </a:lnTo>
                <a:lnTo>
                  <a:pt x="116" y="260"/>
                </a:lnTo>
                <a:lnTo>
                  <a:pt x="116" y="259"/>
                </a:lnTo>
                <a:lnTo>
                  <a:pt x="116" y="258"/>
                </a:lnTo>
                <a:lnTo>
                  <a:pt x="117" y="258"/>
                </a:lnTo>
                <a:lnTo>
                  <a:pt x="118" y="258"/>
                </a:lnTo>
                <a:lnTo>
                  <a:pt x="118" y="257"/>
                </a:lnTo>
                <a:lnTo>
                  <a:pt x="119" y="257"/>
                </a:lnTo>
                <a:lnTo>
                  <a:pt x="120" y="256"/>
                </a:lnTo>
                <a:lnTo>
                  <a:pt x="120" y="257"/>
                </a:lnTo>
                <a:lnTo>
                  <a:pt x="121" y="257"/>
                </a:lnTo>
                <a:lnTo>
                  <a:pt x="121" y="256"/>
                </a:lnTo>
                <a:lnTo>
                  <a:pt x="122" y="256"/>
                </a:lnTo>
                <a:lnTo>
                  <a:pt x="121" y="255"/>
                </a:lnTo>
                <a:lnTo>
                  <a:pt x="121" y="254"/>
                </a:lnTo>
                <a:lnTo>
                  <a:pt x="122" y="253"/>
                </a:lnTo>
                <a:lnTo>
                  <a:pt x="123" y="252"/>
                </a:lnTo>
                <a:lnTo>
                  <a:pt x="124" y="252"/>
                </a:lnTo>
                <a:lnTo>
                  <a:pt x="124" y="251"/>
                </a:lnTo>
                <a:lnTo>
                  <a:pt x="125" y="251"/>
                </a:lnTo>
                <a:lnTo>
                  <a:pt x="125" y="250"/>
                </a:lnTo>
                <a:lnTo>
                  <a:pt x="126" y="250"/>
                </a:lnTo>
                <a:lnTo>
                  <a:pt x="127" y="250"/>
                </a:lnTo>
                <a:lnTo>
                  <a:pt x="127" y="249"/>
                </a:lnTo>
                <a:lnTo>
                  <a:pt x="128" y="249"/>
                </a:lnTo>
                <a:lnTo>
                  <a:pt x="128" y="248"/>
                </a:lnTo>
                <a:lnTo>
                  <a:pt x="130" y="248"/>
                </a:lnTo>
                <a:lnTo>
                  <a:pt x="131" y="248"/>
                </a:lnTo>
                <a:lnTo>
                  <a:pt x="132" y="247"/>
                </a:lnTo>
                <a:lnTo>
                  <a:pt x="133" y="246"/>
                </a:lnTo>
                <a:lnTo>
                  <a:pt x="134" y="246"/>
                </a:lnTo>
                <a:lnTo>
                  <a:pt x="135" y="246"/>
                </a:lnTo>
                <a:lnTo>
                  <a:pt x="135" y="245"/>
                </a:lnTo>
                <a:lnTo>
                  <a:pt x="136" y="245"/>
                </a:lnTo>
                <a:lnTo>
                  <a:pt x="137" y="244"/>
                </a:lnTo>
                <a:lnTo>
                  <a:pt x="138" y="244"/>
                </a:lnTo>
                <a:lnTo>
                  <a:pt x="139" y="244"/>
                </a:lnTo>
                <a:lnTo>
                  <a:pt x="139" y="245"/>
                </a:lnTo>
                <a:lnTo>
                  <a:pt x="140" y="245"/>
                </a:lnTo>
                <a:lnTo>
                  <a:pt x="141" y="245"/>
                </a:lnTo>
                <a:lnTo>
                  <a:pt x="142" y="245"/>
                </a:lnTo>
                <a:lnTo>
                  <a:pt x="142" y="246"/>
                </a:lnTo>
                <a:lnTo>
                  <a:pt x="143" y="246"/>
                </a:lnTo>
                <a:lnTo>
                  <a:pt x="144" y="246"/>
                </a:lnTo>
                <a:lnTo>
                  <a:pt x="144" y="245"/>
                </a:lnTo>
                <a:lnTo>
                  <a:pt x="145" y="245"/>
                </a:lnTo>
                <a:lnTo>
                  <a:pt x="146" y="245"/>
                </a:lnTo>
                <a:lnTo>
                  <a:pt x="147" y="245"/>
                </a:lnTo>
                <a:lnTo>
                  <a:pt x="147" y="246"/>
                </a:lnTo>
                <a:lnTo>
                  <a:pt x="147" y="245"/>
                </a:lnTo>
                <a:lnTo>
                  <a:pt x="148" y="246"/>
                </a:lnTo>
                <a:lnTo>
                  <a:pt x="147" y="246"/>
                </a:lnTo>
                <a:lnTo>
                  <a:pt x="147" y="247"/>
                </a:lnTo>
                <a:lnTo>
                  <a:pt x="147" y="248"/>
                </a:lnTo>
                <a:lnTo>
                  <a:pt x="148" y="248"/>
                </a:lnTo>
                <a:lnTo>
                  <a:pt x="148" y="249"/>
                </a:lnTo>
                <a:lnTo>
                  <a:pt x="149" y="250"/>
                </a:lnTo>
                <a:lnTo>
                  <a:pt x="148" y="250"/>
                </a:lnTo>
                <a:lnTo>
                  <a:pt x="148" y="251"/>
                </a:lnTo>
                <a:lnTo>
                  <a:pt x="149" y="251"/>
                </a:lnTo>
                <a:lnTo>
                  <a:pt x="150" y="252"/>
                </a:lnTo>
                <a:lnTo>
                  <a:pt x="150" y="253"/>
                </a:lnTo>
                <a:lnTo>
                  <a:pt x="151" y="253"/>
                </a:lnTo>
                <a:lnTo>
                  <a:pt x="151" y="254"/>
                </a:lnTo>
                <a:lnTo>
                  <a:pt x="152" y="254"/>
                </a:lnTo>
                <a:lnTo>
                  <a:pt x="154" y="254"/>
                </a:lnTo>
                <a:lnTo>
                  <a:pt x="155" y="253"/>
                </a:lnTo>
                <a:lnTo>
                  <a:pt x="156" y="251"/>
                </a:lnTo>
                <a:lnTo>
                  <a:pt x="156" y="250"/>
                </a:lnTo>
                <a:lnTo>
                  <a:pt x="157" y="250"/>
                </a:lnTo>
                <a:lnTo>
                  <a:pt x="157" y="249"/>
                </a:lnTo>
                <a:lnTo>
                  <a:pt x="158" y="249"/>
                </a:lnTo>
                <a:lnTo>
                  <a:pt x="158" y="248"/>
                </a:lnTo>
                <a:lnTo>
                  <a:pt x="158" y="246"/>
                </a:lnTo>
                <a:lnTo>
                  <a:pt x="159" y="246"/>
                </a:lnTo>
                <a:lnTo>
                  <a:pt x="159" y="245"/>
                </a:lnTo>
                <a:lnTo>
                  <a:pt x="160" y="244"/>
                </a:lnTo>
                <a:lnTo>
                  <a:pt x="160" y="243"/>
                </a:lnTo>
                <a:lnTo>
                  <a:pt x="160" y="242"/>
                </a:lnTo>
                <a:lnTo>
                  <a:pt x="160" y="241"/>
                </a:lnTo>
                <a:lnTo>
                  <a:pt x="160" y="240"/>
                </a:lnTo>
                <a:lnTo>
                  <a:pt x="160" y="239"/>
                </a:lnTo>
                <a:lnTo>
                  <a:pt x="161" y="238"/>
                </a:lnTo>
                <a:lnTo>
                  <a:pt x="162" y="238"/>
                </a:lnTo>
                <a:lnTo>
                  <a:pt x="162" y="237"/>
                </a:lnTo>
                <a:lnTo>
                  <a:pt x="161" y="237"/>
                </a:lnTo>
                <a:lnTo>
                  <a:pt x="162" y="237"/>
                </a:lnTo>
                <a:lnTo>
                  <a:pt x="162" y="236"/>
                </a:lnTo>
                <a:lnTo>
                  <a:pt x="162" y="235"/>
                </a:lnTo>
                <a:lnTo>
                  <a:pt x="161" y="235"/>
                </a:lnTo>
                <a:lnTo>
                  <a:pt x="160" y="235"/>
                </a:lnTo>
                <a:lnTo>
                  <a:pt x="159" y="235"/>
                </a:lnTo>
                <a:lnTo>
                  <a:pt x="159" y="234"/>
                </a:lnTo>
                <a:lnTo>
                  <a:pt x="159" y="233"/>
                </a:lnTo>
                <a:lnTo>
                  <a:pt x="160" y="233"/>
                </a:lnTo>
                <a:lnTo>
                  <a:pt x="160" y="232"/>
                </a:lnTo>
                <a:lnTo>
                  <a:pt x="159" y="232"/>
                </a:lnTo>
                <a:lnTo>
                  <a:pt x="159" y="231"/>
                </a:lnTo>
                <a:lnTo>
                  <a:pt x="158" y="231"/>
                </a:lnTo>
                <a:lnTo>
                  <a:pt x="158" y="230"/>
                </a:lnTo>
                <a:lnTo>
                  <a:pt x="158" y="229"/>
                </a:lnTo>
                <a:lnTo>
                  <a:pt x="158" y="228"/>
                </a:lnTo>
                <a:lnTo>
                  <a:pt x="159" y="228"/>
                </a:lnTo>
                <a:lnTo>
                  <a:pt x="159" y="227"/>
                </a:lnTo>
                <a:lnTo>
                  <a:pt x="158" y="227"/>
                </a:lnTo>
                <a:lnTo>
                  <a:pt x="158" y="226"/>
                </a:lnTo>
                <a:lnTo>
                  <a:pt x="158" y="225"/>
                </a:lnTo>
                <a:lnTo>
                  <a:pt x="158" y="224"/>
                </a:lnTo>
                <a:lnTo>
                  <a:pt x="159" y="224"/>
                </a:lnTo>
                <a:lnTo>
                  <a:pt x="159" y="223"/>
                </a:lnTo>
                <a:lnTo>
                  <a:pt x="160" y="223"/>
                </a:lnTo>
                <a:lnTo>
                  <a:pt x="160" y="222"/>
                </a:lnTo>
                <a:lnTo>
                  <a:pt x="161" y="222"/>
                </a:lnTo>
                <a:lnTo>
                  <a:pt x="162" y="222"/>
                </a:lnTo>
                <a:lnTo>
                  <a:pt x="162" y="221"/>
                </a:lnTo>
                <a:lnTo>
                  <a:pt x="163" y="221"/>
                </a:lnTo>
                <a:lnTo>
                  <a:pt x="164" y="221"/>
                </a:lnTo>
                <a:lnTo>
                  <a:pt x="164" y="220"/>
                </a:lnTo>
                <a:lnTo>
                  <a:pt x="164" y="219"/>
                </a:lnTo>
                <a:lnTo>
                  <a:pt x="164" y="218"/>
                </a:lnTo>
                <a:lnTo>
                  <a:pt x="165" y="218"/>
                </a:lnTo>
                <a:lnTo>
                  <a:pt x="165" y="217"/>
                </a:lnTo>
                <a:lnTo>
                  <a:pt x="164" y="217"/>
                </a:lnTo>
                <a:lnTo>
                  <a:pt x="163" y="216"/>
                </a:lnTo>
                <a:lnTo>
                  <a:pt x="163" y="215"/>
                </a:lnTo>
                <a:lnTo>
                  <a:pt x="163" y="214"/>
                </a:lnTo>
                <a:lnTo>
                  <a:pt x="163" y="213"/>
                </a:lnTo>
                <a:lnTo>
                  <a:pt x="163" y="212"/>
                </a:lnTo>
                <a:lnTo>
                  <a:pt x="162" y="211"/>
                </a:lnTo>
                <a:lnTo>
                  <a:pt x="162" y="210"/>
                </a:lnTo>
                <a:lnTo>
                  <a:pt x="162" y="209"/>
                </a:lnTo>
                <a:lnTo>
                  <a:pt x="162" y="208"/>
                </a:lnTo>
                <a:lnTo>
                  <a:pt x="161" y="208"/>
                </a:lnTo>
                <a:lnTo>
                  <a:pt x="161" y="207"/>
                </a:lnTo>
                <a:lnTo>
                  <a:pt x="161" y="206"/>
                </a:lnTo>
                <a:lnTo>
                  <a:pt x="161" y="205"/>
                </a:lnTo>
                <a:lnTo>
                  <a:pt x="161" y="204"/>
                </a:lnTo>
                <a:lnTo>
                  <a:pt x="162" y="204"/>
                </a:lnTo>
                <a:lnTo>
                  <a:pt x="162" y="203"/>
                </a:lnTo>
                <a:lnTo>
                  <a:pt x="161" y="203"/>
                </a:lnTo>
                <a:lnTo>
                  <a:pt x="161" y="202"/>
                </a:lnTo>
                <a:lnTo>
                  <a:pt x="162" y="202"/>
                </a:lnTo>
                <a:lnTo>
                  <a:pt x="161" y="202"/>
                </a:lnTo>
                <a:lnTo>
                  <a:pt x="160" y="201"/>
                </a:lnTo>
                <a:lnTo>
                  <a:pt x="161" y="200"/>
                </a:lnTo>
                <a:lnTo>
                  <a:pt x="161" y="199"/>
                </a:lnTo>
                <a:lnTo>
                  <a:pt x="160" y="199"/>
                </a:lnTo>
                <a:lnTo>
                  <a:pt x="160" y="198"/>
                </a:lnTo>
                <a:lnTo>
                  <a:pt x="160" y="197"/>
                </a:lnTo>
                <a:lnTo>
                  <a:pt x="159" y="196"/>
                </a:lnTo>
                <a:lnTo>
                  <a:pt x="160" y="195"/>
                </a:lnTo>
                <a:lnTo>
                  <a:pt x="160" y="194"/>
                </a:lnTo>
                <a:lnTo>
                  <a:pt x="159" y="194"/>
                </a:lnTo>
                <a:lnTo>
                  <a:pt x="158" y="193"/>
                </a:lnTo>
                <a:lnTo>
                  <a:pt x="157" y="192"/>
                </a:lnTo>
                <a:lnTo>
                  <a:pt x="157" y="191"/>
                </a:lnTo>
                <a:lnTo>
                  <a:pt x="157" y="192"/>
                </a:lnTo>
                <a:lnTo>
                  <a:pt x="156" y="192"/>
                </a:lnTo>
                <a:lnTo>
                  <a:pt x="155" y="192"/>
                </a:lnTo>
                <a:lnTo>
                  <a:pt x="154" y="192"/>
                </a:lnTo>
                <a:lnTo>
                  <a:pt x="152" y="192"/>
                </a:lnTo>
                <a:lnTo>
                  <a:pt x="151" y="191"/>
                </a:lnTo>
                <a:lnTo>
                  <a:pt x="151" y="190"/>
                </a:lnTo>
                <a:lnTo>
                  <a:pt x="150" y="190"/>
                </a:lnTo>
                <a:lnTo>
                  <a:pt x="150" y="189"/>
                </a:lnTo>
                <a:lnTo>
                  <a:pt x="149" y="189"/>
                </a:lnTo>
                <a:lnTo>
                  <a:pt x="148" y="188"/>
                </a:lnTo>
                <a:lnTo>
                  <a:pt x="147" y="188"/>
                </a:lnTo>
                <a:lnTo>
                  <a:pt x="147" y="187"/>
                </a:lnTo>
                <a:lnTo>
                  <a:pt x="147" y="186"/>
                </a:lnTo>
                <a:lnTo>
                  <a:pt x="146" y="186"/>
                </a:lnTo>
                <a:lnTo>
                  <a:pt x="146" y="185"/>
                </a:lnTo>
                <a:lnTo>
                  <a:pt x="145" y="185"/>
                </a:lnTo>
                <a:lnTo>
                  <a:pt x="144" y="185"/>
                </a:lnTo>
                <a:lnTo>
                  <a:pt x="143" y="185"/>
                </a:lnTo>
                <a:lnTo>
                  <a:pt x="143" y="186"/>
                </a:lnTo>
                <a:lnTo>
                  <a:pt x="142" y="186"/>
                </a:lnTo>
                <a:lnTo>
                  <a:pt x="142" y="185"/>
                </a:lnTo>
                <a:lnTo>
                  <a:pt x="141" y="185"/>
                </a:lnTo>
                <a:lnTo>
                  <a:pt x="141" y="184"/>
                </a:lnTo>
                <a:lnTo>
                  <a:pt x="142" y="184"/>
                </a:lnTo>
                <a:lnTo>
                  <a:pt x="143" y="184"/>
                </a:lnTo>
                <a:lnTo>
                  <a:pt x="143" y="183"/>
                </a:lnTo>
                <a:lnTo>
                  <a:pt x="144" y="183"/>
                </a:lnTo>
                <a:lnTo>
                  <a:pt x="144" y="182"/>
                </a:lnTo>
                <a:lnTo>
                  <a:pt x="145" y="182"/>
                </a:lnTo>
                <a:lnTo>
                  <a:pt x="145" y="180"/>
                </a:lnTo>
                <a:lnTo>
                  <a:pt x="144" y="182"/>
                </a:lnTo>
                <a:lnTo>
                  <a:pt x="143" y="182"/>
                </a:lnTo>
                <a:lnTo>
                  <a:pt x="142" y="182"/>
                </a:lnTo>
                <a:lnTo>
                  <a:pt x="142" y="180"/>
                </a:lnTo>
                <a:lnTo>
                  <a:pt x="141" y="180"/>
                </a:lnTo>
                <a:lnTo>
                  <a:pt x="141" y="179"/>
                </a:lnTo>
                <a:lnTo>
                  <a:pt x="140" y="179"/>
                </a:lnTo>
                <a:lnTo>
                  <a:pt x="139" y="180"/>
                </a:lnTo>
                <a:lnTo>
                  <a:pt x="137" y="180"/>
                </a:lnTo>
                <a:lnTo>
                  <a:pt x="137" y="179"/>
                </a:lnTo>
                <a:lnTo>
                  <a:pt x="136" y="179"/>
                </a:lnTo>
                <a:lnTo>
                  <a:pt x="135" y="178"/>
                </a:lnTo>
                <a:lnTo>
                  <a:pt x="135" y="179"/>
                </a:lnTo>
                <a:lnTo>
                  <a:pt x="135" y="178"/>
                </a:lnTo>
                <a:lnTo>
                  <a:pt x="135" y="177"/>
                </a:lnTo>
                <a:lnTo>
                  <a:pt x="134" y="177"/>
                </a:lnTo>
                <a:lnTo>
                  <a:pt x="133" y="176"/>
                </a:lnTo>
                <a:lnTo>
                  <a:pt x="132" y="176"/>
                </a:lnTo>
                <a:lnTo>
                  <a:pt x="131" y="176"/>
                </a:lnTo>
                <a:lnTo>
                  <a:pt x="130" y="176"/>
                </a:lnTo>
                <a:lnTo>
                  <a:pt x="129" y="177"/>
                </a:lnTo>
                <a:lnTo>
                  <a:pt x="128" y="177"/>
                </a:lnTo>
                <a:lnTo>
                  <a:pt x="128" y="176"/>
                </a:lnTo>
                <a:lnTo>
                  <a:pt x="127" y="176"/>
                </a:lnTo>
                <a:lnTo>
                  <a:pt x="127" y="177"/>
                </a:lnTo>
                <a:lnTo>
                  <a:pt x="126" y="177"/>
                </a:lnTo>
                <a:lnTo>
                  <a:pt x="126" y="176"/>
                </a:lnTo>
                <a:lnTo>
                  <a:pt x="125" y="177"/>
                </a:lnTo>
                <a:lnTo>
                  <a:pt x="124" y="177"/>
                </a:lnTo>
                <a:lnTo>
                  <a:pt x="123" y="177"/>
                </a:lnTo>
                <a:lnTo>
                  <a:pt x="122" y="177"/>
                </a:lnTo>
                <a:lnTo>
                  <a:pt x="122" y="176"/>
                </a:lnTo>
                <a:lnTo>
                  <a:pt x="122" y="175"/>
                </a:lnTo>
                <a:lnTo>
                  <a:pt x="122" y="174"/>
                </a:lnTo>
                <a:lnTo>
                  <a:pt x="123" y="174"/>
                </a:lnTo>
                <a:lnTo>
                  <a:pt x="124" y="174"/>
                </a:lnTo>
                <a:lnTo>
                  <a:pt x="125" y="173"/>
                </a:lnTo>
                <a:lnTo>
                  <a:pt x="124" y="173"/>
                </a:lnTo>
                <a:lnTo>
                  <a:pt x="124" y="172"/>
                </a:lnTo>
                <a:lnTo>
                  <a:pt x="124" y="171"/>
                </a:lnTo>
                <a:lnTo>
                  <a:pt x="125" y="171"/>
                </a:lnTo>
                <a:lnTo>
                  <a:pt x="126" y="171"/>
                </a:lnTo>
                <a:lnTo>
                  <a:pt x="125" y="171"/>
                </a:lnTo>
                <a:lnTo>
                  <a:pt x="125" y="170"/>
                </a:lnTo>
                <a:lnTo>
                  <a:pt x="124" y="170"/>
                </a:lnTo>
                <a:lnTo>
                  <a:pt x="124" y="169"/>
                </a:lnTo>
                <a:lnTo>
                  <a:pt x="123" y="169"/>
                </a:lnTo>
                <a:lnTo>
                  <a:pt x="123" y="168"/>
                </a:lnTo>
                <a:lnTo>
                  <a:pt x="123" y="167"/>
                </a:lnTo>
                <a:lnTo>
                  <a:pt x="123" y="166"/>
                </a:lnTo>
                <a:lnTo>
                  <a:pt x="123" y="165"/>
                </a:lnTo>
                <a:lnTo>
                  <a:pt x="123" y="164"/>
                </a:lnTo>
                <a:lnTo>
                  <a:pt x="123" y="163"/>
                </a:lnTo>
                <a:lnTo>
                  <a:pt x="123" y="162"/>
                </a:lnTo>
                <a:lnTo>
                  <a:pt x="123" y="161"/>
                </a:lnTo>
                <a:lnTo>
                  <a:pt x="122" y="161"/>
                </a:lnTo>
                <a:lnTo>
                  <a:pt x="121" y="161"/>
                </a:lnTo>
                <a:lnTo>
                  <a:pt x="120" y="161"/>
                </a:lnTo>
                <a:lnTo>
                  <a:pt x="120" y="160"/>
                </a:lnTo>
                <a:lnTo>
                  <a:pt x="119" y="160"/>
                </a:lnTo>
                <a:lnTo>
                  <a:pt x="119" y="159"/>
                </a:lnTo>
                <a:lnTo>
                  <a:pt x="118" y="159"/>
                </a:lnTo>
                <a:lnTo>
                  <a:pt x="117" y="159"/>
                </a:lnTo>
                <a:lnTo>
                  <a:pt x="116" y="159"/>
                </a:lnTo>
                <a:lnTo>
                  <a:pt x="115" y="159"/>
                </a:lnTo>
                <a:lnTo>
                  <a:pt x="113" y="159"/>
                </a:lnTo>
                <a:lnTo>
                  <a:pt x="113" y="160"/>
                </a:lnTo>
                <a:lnTo>
                  <a:pt x="112" y="160"/>
                </a:lnTo>
                <a:lnTo>
                  <a:pt x="111" y="160"/>
                </a:lnTo>
                <a:lnTo>
                  <a:pt x="111" y="159"/>
                </a:lnTo>
                <a:lnTo>
                  <a:pt x="110" y="159"/>
                </a:lnTo>
                <a:lnTo>
                  <a:pt x="109" y="158"/>
                </a:lnTo>
                <a:lnTo>
                  <a:pt x="110" y="158"/>
                </a:lnTo>
                <a:lnTo>
                  <a:pt x="111" y="157"/>
                </a:lnTo>
                <a:lnTo>
                  <a:pt x="111" y="156"/>
                </a:lnTo>
                <a:lnTo>
                  <a:pt x="110" y="156"/>
                </a:lnTo>
                <a:lnTo>
                  <a:pt x="110" y="155"/>
                </a:lnTo>
                <a:lnTo>
                  <a:pt x="110" y="154"/>
                </a:lnTo>
                <a:lnTo>
                  <a:pt x="110" y="153"/>
                </a:lnTo>
                <a:lnTo>
                  <a:pt x="111" y="153"/>
                </a:lnTo>
                <a:lnTo>
                  <a:pt x="111" y="152"/>
                </a:lnTo>
                <a:lnTo>
                  <a:pt x="111" y="151"/>
                </a:lnTo>
                <a:lnTo>
                  <a:pt x="112" y="150"/>
                </a:lnTo>
                <a:lnTo>
                  <a:pt x="113" y="150"/>
                </a:lnTo>
                <a:lnTo>
                  <a:pt x="113" y="151"/>
                </a:lnTo>
                <a:lnTo>
                  <a:pt x="114" y="151"/>
                </a:lnTo>
                <a:lnTo>
                  <a:pt x="114" y="150"/>
                </a:lnTo>
                <a:lnTo>
                  <a:pt x="114" y="149"/>
                </a:lnTo>
                <a:lnTo>
                  <a:pt x="113" y="148"/>
                </a:lnTo>
                <a:lnTo>
                  <a:pt x="113" y="147"/>
                </a:lnTo>
                <a:lnTo>
                  <a:pt x="113" y="146"/>
                </a:lnTo>
                <a:lnTo>
                  <a:pt x="112" y="146"/>
                </a:lnTo>
                <a:lnTo>
                  <a:pt x="112" y="145"/>
                </a:lnTo>
                <a:lnTo>
                  <a:pt x="112" y="144"/>
                </a:lnTo>
                <a:lnTo>
                  <a:pt x="112" y="143"/>
                </a:lnTo>
                <a:lnTo>
                  <a:pt x="112" y="142"/>
                </a:lnTo>
                <a:lnTo>
                  <a:pt x="111" y="142"/>
                </a:lnTo>
                <a:lnTo>
                  <a:pt x="111" y="143"/>
                </a:lnTo>
                <a:lnTo>
                  <a:pt x="111" y="142"/>
                </a:lnTo>
                <a:lnTo>
                  <a:pt x="110" y="142"/>
                </a:lnTo>
                <a:lnTo>
                  <a:pt x="109" y="141"/>
                </a:lnTo>
                <a:lnTo>
                  <a:pt x="110" y="141"/>
                </a:lnTo>
                <a:lnTo>
                  <a:pt x="110" y="140"/>
                </a:lnTo>
                <a:lnTo>
                  <a:pt x="110" y="139"/>
                </a:lnTo>
                <a:lnTo>
                  <a:pt x="111" y="139"/>
                </a:lnTo>
                <a:lnTo>
                  <a:pt x="111" y="138"/>
                </a:lnTo>
                <a:lnTo>
                  <a:pt x="111" y="139"/>
                </a:lnTo>
                <a:lnTo>
                  <a:pt x="112" y="139"/>
                </a:lnTo>
                <a:lnTo>
                  <a:pt x="113" y="138"/>
                </a:lnTo>
                <a:lnTo>
                  <a:pt x="113" y="137"/>
                </a:lnTo>
                <a:lnTo>
                  <a:pt x="114" y="137"/>
                </a:lnTo>
                <a:lnTo>
                  <a:pt x="114" y="136"/>
                </a:lnTo>
                <a:lnTo>
                  <a:pt x="113" y="136"/>
                </a:lnTo>
                <a:lnTo>
                  <a:pt x="113" y="135"/>
                </a:lnTo>
                <a:lnTo>
                  <a:pt x="113" y="134"/>
                </a:lnTo>
                <a:lnTo>
                  <a:pt x="113" y="133"/>
                </a:lnTo>
                <a:lnTo>
                  <a:pt x="112" y="133"/>
                </a:lnTo>
                <a:lnTo>
                  <a:pt x="112" y="132"/>
                </a:lnTo>
                <a:lnTo>
                  <a:pt x="111" y="132"/>
                </a:lnTo>
                <a:lnTo>
                  <a:pt x="111" y="131"/>
                </a:lnTo>
                <a:lnTo>
                  <a:pt x="110" y="131"/>
                </a:lnTo>
                <a:lnTo>
                  <a:pt x="110" y="130"/>
                </a:lnTo>
                <a:lnTo>
                  <a:pt x="110" y="128"/>
                </a:lnTo>
                <a:lnTo>
                  <a:pt x="110" y="127"/>
                </a:lnTo>
                <a:lnTo>
                  <a:pt x="110" y="126"/>
                </a:lnTo>
                <a:lnTo>
                  <a:pt x="110" y="125"/>
                </a:lnTo>
                <a:lnTo>
                  <a:pt x="111" y="124"/>
                </a:lnTo>
                <a:lnTo>
                  <a:pt x="111" y="123"/>
                </a:lnTo>
                <a:lnTo>
                  <a:pt x="112" y="123"/>
                </a:lnTo>
                <a:lnTo>
                  <a:pt x="112" y="122"/>
                </a:lnTo>
                <a:lnTo>
                  <a:pt x="112" y="121"/>
                </a:lnTo>
                <a:lnTo>
                  <a:pt x="113" y="120"/>
                </a:lnTo>
                <a:lnTo>
                  <a:pt x="112" y="119"/>
                </a:lnTo>
                <a:lnTo>
                  <a:pt x="112" y="118"/>
                </a:lnTo>
                <a:lnTo>
                  <a:pt x="111" y="118"/>
                </a:lnTo>
                <a:lnTo>
                  <a:pt x="110" y="117"/>
                </a:lnTo>
                <a:lnTo>
                  <a:pt x="110" y="116"/>
                </a:lnTo>
                <a:lnTo>
                  <a:pt x="110" y="115"/>
                </a:lnTo>
                <a:lnTo>
                  <a:pt x="110" y="114"/>
                </a:lnTo>
                <a:lnTo>
                  <a:pt x="110" y="113"/>
                </a:lnTo>
                <a:lnTo>
                  <a:pt x="110" y="112"/>
                </a:lnTo>
                <a:lnTo>
                  <a:pt x="111" y="112"/>
                </a:lnTo>
                <a:lnTo>
                  <a:pt x="111" y="111"/>
                </a:lnTo>
                <a:lnTo>
                  <a:pt x="111" y="110"/>
                </a:lnTo>
                <a:lnTo>
                  <a:pt x="111" y="109"/>
                </a:lnTo>
                <a:lnTo>
                  <a:pt x="110" y="109"/>
                </a:lnTo>
                <a:lnTo>
                  <a:pt x="108" y="108"/>
                </a:lnTo>
                <a:lnTo>
                  <a:pt x="107" y="108"/>
                </a:lnTo>
                <a:lnTo>
                  <a:pt x="107" y="107"/>
                </a:lnTo>
                <a:lnTo>
                  <a:pt x="106" y="107"/>
                </a:lnTo>
                <a:lnTo>
                  <a:pt x="106" y="106"/>
                </a:lnTo>
                <a:lnTo>
                  <a:pt x="105" y="106"/>
                </a:lnTo>
                <a:lnTo>
                  <a:pt x="105" y="105"/>
                </a:lnTo>
                <a:lnTo>
                  <a:pt x="105" y="104"/>
                </a:lnTo>
                <a:lnTo>
                  <a:pt x="104" y="103"/>
                </a:lnTo>
                <a:lnTo>
                  <a:pt x="103" y="103"/>
                </a:lnTo>
                <a:lnTo>
                  <a:pt x="103" y="102"/>
                </a:lnTo>
                <a:lnTo>
                  <a:pt x="104" y="102"/>
                </a:lnTo>
                <a:lnTo>
                  <a:pt x="103" y="101"/>
                </a:lnTo>
                <a:lnTo>
                  <a:pt x="102" y="101"/>
                </a:lnTo>
                <a:lnTo>
                  <a:pt x="101" y="101"/>
                </a:lnTo>
                <a:lnTo>
                  <a:pt x="101" y="100"/>
                </a:lnTo>
                <a:lnTo>
                  <a:pt x="102" y="99"/>
                </a:lnTo>
                <a:lnTo>
                  <a:pt x="102" y="98"/>
                </a:lnTo>
                <a:lnTo>
                  <a:pt x="103" y="97"/>
                </a:lnTo>
                <a:lnTo>
                  <a:pt x="103" y="96"/>
                </a:lnTo>
                <a:lnTo>
                  <a:pt x="103" y="95"/>
                </a:lnTo>
                <a:lnTo>
                  <a:pt x="103" y="94"/>
                </a:lnTo>
                <a:lnTo>
                  <a:pt x="102" y="93"/>
                </a:lnTo>
                <a:lnTo>
                  <a:pt x="102" y="92"/>
                </a:lnTo>
                <a:lnTo>
                  <a:pt x="102" y="91"/>
                </a:lnTo>
                <a:lnTo>
                  <a:pt x="102" y="90"/>
                </a:lnTo>
                <a:lnTo>
                  <a:pt x="103" y="90"/>
                </a:lnTo>
                <a:lnTo>
                  <a:pt x="104" y="90"/>
                </a:lnTo>
                <a:lnTo>
                  <a:pt x="105" y="89"/>
                </a:lnTo>
                <a:lnTo>
                  <a:pt x="105" y="88"/>
                </a:lnTo>
                <a:lnTo>
                  <a:pt x="104" y="88"/>
                </a:lnTo>
                <a:lnTo>
                  <a:pt x="104" y="87"/>
                </a:lnTo>
                <a:lnTo>
                  <a:pt x="104" y="86"/>
                </a:lnTo>
                <a:lnTo>
                  <a:pt x="105" y="86"/>
                </a:lnTo>
                <a:lnTo>
                  <a:pt x="105" y="85"/>
                </a:lnTo>
                <a:lnTo>
                  <a:pt x="106" y="85"/>
                </a:lnTo>
                <a:lnTo>
                  <a:pt x="106" y="84"/>
                </a:lnTo>
                <a:lnTo>
                  <a:pt x="106" y="83"/>
                </a:lnTo>
                <a:lnTo>
                  <a:pt x="107" y="82"/>
                </a:lnTo>
                <a:lnTo>
                  <a:pt x="106" y="81"/>
                </a:lnTo>
                <a:lnTo>
                  <a:pt x="107" y="81"/>
                </a:lnTo>
                <a:lnTo>
                  <a:pt x="108" y="81"/>
                </a:lnTo>
                <a:lnTo>
                  <a:pt x="108" y="80"/>
                </a:lnTo>
                <a:lnTo>
                  <a:pt x="109" y="78"/>
                </a:lnTo>
                <a:lnTo>
                  <a:pt x="111" y="77"/>
                </a:lnTo>
                <a:lnTo>
                  <a:pt x="112" y="77"/>
                </a:lnTo>
                <a:lnTo>
                  <a:pt x="113" y="77"/>
                </a:lnTo>
                <a:lnTo>
                  <a:pt x="113" y="76"/>
                </a:lnTo>
                <a:lnTo>
                  <a:pt x="114" y="76"/>
                </a:lnTo>
                <a:lnTo>
                  <a:pt x="114" y="75"/>
                </a:lnTo>
                <a:lnTo>
                  <a:pt x="114" y="74"/>
                </a:lnTo>
                <a:lnTo>
                  <a:pt x="113" y="74"/>
                </a:lnTo>
                <a:lnTo>
                  <a:pt x="113" y="73"/>
                </a:lnTo>
                <a:lnTo>
                  <a:pt x="113" y="74"/>
                </a:lnTo>
                <a:lnTo>
                  <a:pt x="113" y="73"/>
                </a:lnTo>
                <a:lnTo>
                  <a:pt x="112" y="73"/>
                </a:lnTo>
                <a:lnTo>
                  <a:pt x="112" y="72"/>
                </a:lnTo>
                <a:lnTo>
                  <a:pt x="113" y="72"/>
                </a:lnTo>
                <a:lnTo>
                  <a:pt x="113" y="71"/>
                </a:lnTo>
                <a:lnTo>
                  <a:pt x="113" y="70"/>
                </a:lnTo>
                <a:lnTo>
                  <a:pt x="112" y="70"/>
                </a:lnTo>
                <a:lnTo>
                  <a:pt x="113" y="70"/>
                </a:lnTo>
                <a:lnTo>
                  <a:pt x="113" y="69"/>
                </a:lnTo>
                <a:lnTo>
                  <a:pt x="114" y="69"/>
                </a:lnTo>
                <a:lnTo>
                  <a:pt x="115" y="69"/>
                </a:lnTo>
                <a:lnTo>
                  <a:pt x="116" y="69"/>
                </a:lnTo>
                <a:lnTo>
                  <a:pt x="117" y="69"/>
                </a:lnTo>
                <a:lnTo>
                  <a:pt x="118" y="69"/>
                </a:lnTo>
                <a:lnTo>
                  <a:pt x="119" y="69"/>
                </a:lnTo>
                <a:lnTo>
                  <a:pt x="119" y="70"/>
                </a:lnTo>
                <a:lnTo>
                  <a:pt x="120" y="69"/>
                </a:lnTo>
                <a:lnTo>
                  <a:pt x="121" y="69"/>
                </a:lnTo>
                <a:lnTo>
                  <a:pt x="122" y="69"/>
                </a:lnTo>
                <a:lnTo>
                  <a:pt x="123" y="69"/>
                </a:lnTo>
                <a:lnTo>
                  <a:pt x="124" y="70"/>
                </a:lnTo>
                <a:lnTo>
                  <a:pt x="124" y="71"/>
                </a:lnTo>
                <a:lnTo>
                  <a:pt x="125" y="71"/>
                </a:lnTo>
                <a:lnTo>
                  <a:pt x="126" y="71"/>
                </a:lnTo>
                <a:lnTo>
                  <a:pt x="126" y="70"/>
                </a:lnTo>
                <a:lnTo>
                  <a:pt x="127" y="71"/>
                </a:lnTo>
                <a:lnTo>
                  <a:pt x="128" y="71"/>
                </a:lnTo>
                <a:lnTo>
                  <a:pt x="129" y="71"/>
                </a:lnTo>
                <a:lnTo>
                  <a:pt x="131" y="71"/>
                </a:lnTo>
                <a:lnTo>
                  <a:pt x="131" y="72"/>
                </a:lnTo>
                <a:lnTo>
                  <a:pt x="132" y="72"/>
                </a:lnTo>
                <a:lnTo>
                  <a:pt x="132" y="71"/>
                </a:lnTo>
                <a:lnTo>
                  <a:pt x="133" y="71"/>
                </a:lnTo>
                <a:lnTo>
                  <a:pt x="134" y="71"/>
                </a:lnTo>
                <a:lnTo>
                  <a:pt x="135" y="71"/>
                </a:lnTo>
                <a:lnTo>
                  <a:pt x="136" y="70"/>
                </a:lnTo>
                <a:lnTo>
                  <a:pt x="137" y="70"/>
                </a:lnTo>
                <a:lnTo>
                  <a:pt x="138" y="70"/>
                </a:lnTo>
                <a:lnTo>
                  <a:pt x="139" y="70"/>
                </a:lnTo>
                <a:lnTo>
                  <a:pt x="140" y="70"/>
                </a:lnTo>
                <a:lnTo>
                  <a:pt x="141" y="71"/>
                </a:lnTo>
                <a:lnTo>
                  <a:pt x="142" y="71"/>
                </a:lnTo>
                <a:lnTo>
                  <a:pt x="142" y="72"/>
                </a:lnTo>
                <a:lnTo>
                  <a:pt x="143" y="72"/>
                </a:lnTo>
                <a:lnTo>
                  <a:pt x="144" y="72"/>
                </a:lnTo>
                <a:lnTo>
                  <a:pt x="145" y="73"/>
                </a:lnTo>
                <a:lnTo>
                  <a:pt x="145" y="74"/>
                </a:lnTo>
                <a:lnTo>
                  <a:pt x="146" y="74"/>
                </a:lnTo>
                <a:lnTo>
                  <a:pt x="147" y="74"/>
                </a:lnTo>
                <a:lnTo>
                  <a:pt x="147" y="75"/>
                </a:lnTo>
                <a:lnTo>
                  <a:pt x="148" y="75"/>
                </a:lnTo>
                <a:lnTo>
                  <a:pt x="149" y="75"/>
                </a:lnTo>
                <a:lnTo>
                  <a:pt x="150" y="75"/>
                </a:lnTo>
                <a:lnTo>
                  <a:pt x="150" y="74"/>
                </a:lnTo>
                <a:lnTo>
                  <a:pt x="151" y="74"/>
                </a:lnTo>
                <a:lnTo>
                  <a:pt x="152" y="73"/>
                </a:lnTo>
                <a:lnTo>
                  <a:pt x="153" y="72"/>
                </a:lnTo>
                <a:lnTo>
                  <a:pt x="153" y="71"/>
                </a:lnTo>
                <a:lnTo>
                  <a:pt x="154" y="71"/>
                </a:lnTo>
                <a:lnTo>
                  <a:pt x="155" y="71"/>
                </a:lnTo>
                <a:lnTo>
                  <a:pt x="155" y="70"/>
                </a:lnTo>
                <a:lnTo>
                  <a:pt x="155" y="69"/>
                </a:lnTo>
                <a:lnTo>
                  <a:pt x="154" y="69"/>
                </a:lnTo>
                <a:lnTo>
                  <a:pt x="154" y="68"/>
                </a:lnTo>
                <a:lnTo>
                  <a:pt x="155" y="68"/>
                </a:lnTo>
                <a:lnTo>
                  <a:pt x="155" y="67"/>
                </a:lnTo>
                <a:lnTo>
                  <a:pt x="156" y="67"/>
                </a:lnTo>
                <a:lnTo>
                  <a:pt x="157" y="67"/>
                </a:lnTo>
                <a:lnTo>
                  <a:pt x="158" y="67"/>
                </a:lnTo>
                <a:lnTo>
                  <a:pt x="158" y="68"/>
                </a:lnTo>
                <a:lnTo>
                  <a:pt x="159" y="68"/>
                </a:lnTo>
                <a:lnTo>
                  <a:pt x="158" y="68"/>
                </a:lnTo>
                <a:lnTo>
                  <a:pt x="159" y="68"/>
                </a:lnTo>
                <a:lnTo>
                  <a:pt x="159" y="69"/>
                </a:lnTo>
                <a:lnTo>
                  <a:pt x="160" y="69"/>
                </a:lnTo>
                <a:lnTo>
                  <a:pt x="160" y="70"/>
                </a:lnTo>
                <a:lnTo>
                  <a:pt x="161" y="70"/>
                </a:lnTo>
                <a:lnTo>
                  <a:pt x="162" y="69"/>
                </a:lnTo>
                <a:lnTo>
                  <a:pt x="163" y="68"/>
                </a:lnTo>
                <a:lnTo>
                  <a:pt x="163" y="67"/>
                </a:lnTo>
                <a:lnTo>
                  <a:pt x="164" y="67"/>
                </a:lnTo>
                <a:lnTo>
                  <a:pt x="164" y="68"/>
                </a:lnTo>
                <a:lnTo>
                  <a:pt x="164" y="67"/>
                </a:lnTo>
                <a:lnTo>
                  <a:pt x="165" y="66"/>
                </a:lnTo>
                <a:lnTo>
                  <a:pt x="165" y="65"/>
                </a:lnTo>
                <a:lnTo>
                  <a:pt x="164" y="65"/>
                </a:lnTo>
                <a:lnTo>
                  <a:pt x="164" y="64"/>
                </a:lnTo>
                <a:lnTo>
                  <a:pt x="163" y="64"/>
                </a:lnTo>
                <a:lnTo>
                  <a:pt x="163" y="63"/>
                </a:lnTo>
                <a:lnTo>
                  <a:pt x="162" y="62"/>
                </a:lnTo>
                <a:lnTo>
                  <a:pt x="161" y="61"/>
                </a:lnTo>
                <a:lnTo>
                  <a:pt x="161" y="60"/>
                </a:lnTo>
                <a:lnTo>
                  <a:pt x="161" y="58"/>
                </a:lnTo>
                <a:lnTo>
                  <a:pt x="162" y="58"/>
                </a:lnTo>
                <a:lnTo>
                  <a:pt x="162" y="57"/>
                </a:lnTo>
                <a:lnTo>
                  <a:pt x="162" y="56"/>
                </a:lnTo>
                <a:lnTo>
                  <a:pt x="162" y="55"/>
                </a:lnTo>
                <a:lnTo>
                  <a:pt x="161" y="54"/>
                </a:lnTo>
                <a:lnTo>
                  <a:pt x="162" y="53"/>
                </a:lnTo>
                <a:lnTo>
                  <a:pt x="161" y="52"/>
                </a:lnTo>
                <a:lnTo>
                  <a:pt x="160" y="52"/>
                </a:lnTo>
                <a:lnTo>
                  <a:pt x="159" y="52"/>
                </a:lnTo>
                <a:lnTo>
                  <a:pt x="159" y="51"/>
                </a:lnTo>
                <a:lnTo>
                  <a:pt x="158" y="51"/>
                </a:lnTo>
                <a:lnTo>
                  <a:pt x="158" y="50"/>
                </a:lnTo>
                <a:lnTo>
                  <a:pt x="159" y="50"/>
                </a:lnTo>
                <a:lnTo>
                  <a:pt x="159" y="49"/>
                </a:lnTo>
                <a:lnTo>
                  <a:pt x="160" y="49"/>
                </a:lnTo>
                <a:lnTo>
                  <a:pt x="160" y="48"/>
                </a:lnTo>
                <a:lnTo>
                  <a:pt x="159" y="48"/>
                </a:lnTo>
                <a:lnTo>
                  <a:pt x="158" y="48"/>
                </a:lnTo>
                <a:lnTo>
                  <a:pt x="158" y="47"/>
                </a:lnTo>
                <a:lnTo>
                  <a:pt x="157" y="47"/>
                </a:lnTo>
                <a:lnTo>
                  <a:pt x="157" y="46"/>
                </a:lnTo>
                <a:lnTo>
                  <a:pt x="156" y="45"/>
                </a:lnTo>
                <a:lnTo>
                  <a:pt x="155" y="45"/>
                </a:lnTo>
                <a:lnTo>
                  <a:pt x="154" y="44"/>
                </a:lnTo>
                <a:lnTo>
                  <a:pt x="153" y="44"/>
                </a:lnTo>
                <a:lnTo>
                  <a:pt x="152" y="44"/>
                </a:lnTo>
                <a:lnTo>
                  <a:pt x="152" y="43"/>
                </a:lnTo>
                <a:lnTo>
                  <a:pt x="151" y="43"/>
                </a:lnTo>
                <a:lnTo>
                  <a:pt x="150" y="43"/>
                </a:lnTo>
                <a:lnTo>
                  <a:pt x="150" y="42"/>
                </a:lnTo>
                <a:lnTo>
                  <a:pt x="150" y="41"/>
                </a:lnTo>
                <a:lnTo>
                  <a:pt x="149" y="41"/>
                </a:lnTo>
                <a:lnTo>
                  <a:pt x="148" y="41"/>
                </a:lnTo>
                <a:lnTo>
                  <a:pt x="147" y="41"/>
                </a:lnTo>
                <a:lnTo>
                  <a:pt x="146" y="40"/>
                </a:lnTo>
                <a:lnTo>
                  <a:pt x="145" y="40"/>
                </a:lnTo>
                <a:lnTo>
                  <a:pt x="144" y="40"/>
                </a:lnTo>
                <a:lnTo>
                  <a:pt x="142" y="40"/>
                </a:lnTo>
                <a:lnTo>
                  <a:pt x="140" y="40"/>
                </a:lnTo>
                <a:lnTo>
                  <a:pt x="140" y="39"/>
                </a:lnTo>
                <a:lnTo>
                  <a:pt x="139" y="38"/>
                </a:lnTo>
                <a:lnTo>
                  <a:pt x="137" y="38"/>
                </a:lnTo>
                <a:lnTo>
                  <a:pt x="136" y="38"/>
                </a:lnTo>
                <a:lnTo>
                  <a:pt x="135" y="37"/>
                </a:lnTo>
                <a:lnTo>
                  <a:pt x="134" y="37"/>
                </a:lnTo>
                <a:lnTo>
                  <a:pt x="134" y="38"/>
                </a:lnTo>
                <a:lnTo>
                  <a:pt x="133" y="39"/>
                </a:lnTo>
                <a:lnTo>
                  <a:pt x="132" y="39"/>
                </a:lnTo>
                <a:lnTo>
                  <a:pt x="131" y="39"/>
                </a:lnTo>
                <a:lnTo>
                  <a:pt x="130" y="40"/>
                </a:lnTo>
                <a:lnTo>
                  <a:pt x="129" y="41"/>
                </a:lnTo>
                <a:lnTo>
                  <a:pt x="128" y="41"/>
                </a:lnTo>
                <a:lnTo>
                  <a:pt x="128" y="40"/>
                </a:lnTo>
                <a:lnTo>
                  <a:pt x="127" y="39"/>
                </a:lnTo>
                <a:lnTo>
                  <a:pt x="126" y="38"/>
                </a:lnTo>
                <a:lnTo>
                  <a:pt x="126" y="36"/>
                </a:lnTo>
                <a:lnTo>
                  <a:pt x="126" y="35"/>
                </a:lnTo>
                <a:lnTo>
                  <a:pt x="127" y="35"/>
                </a:lnTo>
                <a:lnTo>
                  <a:pt x="127" y="34"/>
                </a:lnTo>
                <a:lnTo>
                  <a:pt x="127" y="33"/>
                </a:lnTo>
                <a:lnTo>
                  <a:pt x="127" y="32"/>
                </a:lnTo>
                <a:lnTo>
                  <a:pt x="128" y="32"/>
                </a:lnTo>
                <a:lnTo>
                  <a:pt x="128" y="31"/>
                </a:lnTo>
                <a:lnTo>
                  <a:pt x="127" y="31"/>
                </a:lnTo>
                <a:lnTo>
                  <a:pt x="127" y="30"/>
                </a:lnTo>
                <a:lnTo>
                  <a:pt x="128" y="30"/>
                </a:lnTo>
                <a:lnTo>
                  <a:pt x="128" y="28"/>
                </a:lnTo>
                <a:lnTo>
                  <a:pt x="128" y="27"/>
                </a:lnTo>
                <a:lnTo>
                  <a:pt x="128" y="26"/>
                </a:lnTo>
                <a:lnTo>
                  <a:pt x="128" y="25"/>
                </a:lnTo>
                <a:lnTo>
                  <a:pt x="128" y="24"/>
                </a:lnTo>
                <a:lnTo>
                  <a:pt x="128" y="23"/>
                </a:lnTo>
                <a:lnTo>
                  <a:pt x="129" y="22"/>
                </a:lnTo>
                <a:lnTo>
                  <a:pt x="129" y="21"/>
                </a:lnTo>
                <a:lnTo>
                  <a:pt x="128" y="21"/>
                </a:lnTo>
                <a:lnTo>
                  <a:pt x="127" y="21"/>
                </a:lnTo>
                <a:lnTo>
                  <a:pt x="126" y="21"/>
                </a:lnTo>
                <a:lnTo>
                  <a:pt x="125" y="20"/>
                </a:lnTo>
                <a:lnTo>
                  <a:pt x="124" y="20"/>
                </a:lnTo>
                <a:lnTo>
                  <a:pt x="124" y="19"/>
                </a:lnTo>
                <a:lnTo>
                  <a:pt x="123" y="19"/>
                </a:lnTo>
                <a:lnTo>
                  <a:pt x="122" y="19"/>
                </a:lnTo>
                <a:lnTo>
                  <a:pt x="122" y="18"/>
                </a:lnTo>
                <a:lnTo>
                  <a:pt x="121" y="18"/>
                </a:lnTo>
                <a:lnTo>
                  <a:pt x="120" y="18"/>
                </a:lnTo>
                <a:lnTo>
                  <a:pt x="120" y="17"/>
                </a:lnTo>
                <a:lnTo>
                  <a:pt x="119" y="16"/>
                </a:lnTo>
                <a:lnTo>
                  <a:pt x="118" y="16"/>
                </a:lnTo>
                <a:lnTo>
                  <a:pt x="118" y="17"/>
                </a:lnTo>
                <a:lnTo>
                  <a:pt x="117" y="17"/>
                </a:lnTo>
                <a:lnTo>
                  <a:pt x="116" y="17"/>
                </a:lnTo>
                <a:lnTo>
                  <a:pt x="115" y="17"/>
                </a:lnTo>
                <a:lnTo>
                  <a:pt x="114" y="17"/>
                </a:lnTo>
                <a:lnTo>
                  <a:pt x="113" y="17"/>
                </a:lnTo>
                <a:lnTo>
                  <a:pt x="112" y="17"/>
                </a:lnTo>
                <a:lnTo>
                  <a:pt x="112" y="18"/>
                </a:lnTo>
                <a:lnTo>
                  <a:pt x="111" y="17"/>
                </a:lnTo>
                <a:lnTo>
                  <a:pt x="110" y="16"/>
                </a:lnTo>
                <a:lnTo>
                  <a:pt x="109" y="16"/>
                </a:lnTo>
                <a:lnTo>
                  <a:pt x="108" y="16"/>
                </a:lnTo>
                <a:lnTo>
                  <a:pt x="108" y="15"/>
                </a:lnTo>
                <a:lnTo>
                  <a:pt x="108" y="16"/>
                </a:lnTo>
                <a:lnTo>
                  <a:pt x="107" y="16"/>
                </a:lnTo>
                <a:lnTo>
                  <a:pt x="106" y="16"/>
                </a:lnTo>
                <a:lnTo>
                  <a:pt x="106" y="15"/>
                </a:lnTo>
                <a:lnTo>
                  <a:pt x="107" y="15"/>
                </a:lnTo>
                <a:lnTo>
                  <a:pt x="106" y="15"/>
                </a:lnTo>
                <a:lnTo>
                  <a:pt x="104" y="15"/>
                </a:lnTo>
                <a:lnTo>
                  <a:pt x="103" y="14"/>
                </a:lnTo>
                <a:lnTo>
                  <a:pt x="102" y="14"/>
                </a:lnTo>
                <a:lnTo>
                  <a:pt x="101" y="14"/>
                </a:lnTo>
                <a:lnTo>
                  <a:pt x="99" y="14"/>
                </a:lnTo>
                <a:lnTo>
                  <a:pt x="98" y="14"/>
                </a:lnTo>
                <a:lnTo>
                  <a:pt x="98" y="13"/>
                </a:lnTo>
                <a:lnTo>
                  <a:pt x="97" y="13"/>
                </a:lnTo>
                <a:lnTo>
                  <a:pt x="96" y="13"/>
                </a:lnTo>
                <a:lnTo>
                  <a:pt x="97" y="13"/>
                </a:lnTo>
                <a:lnTo>
                  <a:pt x="97" y="12"/>
                </a:lnTo>
                <a:lnTo>
                  <a:pt x="98" y="12"/>
                </a:lnTo>
                <a:lnTo>
                  <a:pt x="98" y="11"/>
                </a:lnTo>
                <a:lnTo>
                  <a:pt x="98" y="10"/>
                </a:lnTo>
                <a:lnTo>
                  <a:pt x="99" y="10"/>
                </a:lnTo>
                <a:lnTo>
                  <a:pt x="100" y="10"/>
                </a:lnTo>
                <a:lnTo>
                  <a:pt x="100" y="9"/>
                </a:lnTo>
                <a:lnTo>
                  <a:pt x="100" y="8"/>
                </a:lnTo>
                <a:lnTo>
                  <a:pt x="101" y="8"/>
                </a:lnTo>
                <a:lnTo>
                  <a:pt x="101" y="7"/>
                </a:lnTo>
                <a:lnTo>
                  <a:pt x="102" y="7"/>
                </a:lnTo>
                <a:lnTo>
                  <a:pt x="103" y="7"/>
                </a:lnTo>
                <a:lnTo>
                  <a:pt x="103" y="6"/>
                </a:lnTo>
                <a:lnTo>
                  <a:pt x="102" y="6"/>
                </a:lnTo>
                <a:lnTo>
                  <a:pt x="102" y="5"/>
                </a:lnTo>
                <a:lnTo>
                  <a:pt x="103" y="4"/>
                </a:lnTo>
                <a:lnTo>
                  <a:pt x="104" y="4"/>
                </a:lnTo>
                <a:lnTo>
                  <a:pt x="103" y="4"/>
                </a:lnTo>
                <a:lnTo>
                  <a:pt x="103" y="3"/>
                </a:lnTo>
                <a:lnTo>
                  <a:pt x="104" y="3"/>
                </a:lnTo>
                <a:lnTo>
                  <a:pt x="104" y="4"/>
                </a:lnTo>
                <a:lnTo>
                  <a:pt x="105" y="4"/>
                </a:lnTo>
                <a:lnTo>
                  <a:pt x="105" y="3"/>
                </a:lnTo>
                <a:lnTo>
                  <a:pt x="106" y="3"/>
                </a:lnTo>
                <a:lnTo>
                  <a:pt x="106" y="4"/>
                </a:lnTo>
                <a:lnTo>
                  <a:pt x="107" y="4"/>
                </a:lnTo>
                <a:lnTo>
                  <a:pt x="108" y="4"/>
                </a:lnTo>
                <a:lnTo>
                  <a:pt x="109" y="4"/>
                </a:lnTo>
                <a:lnTo>
                  <a:pt x="109" y="5"/>
                </a:lnTo>
                <a:lnTo>
                  <a:pt x="110" y="5"/>
                </a:lnTo>
                <a:lnTo>
                  <a:pt x="110" y="4"/>
                </a:lnTo>
                <a:lnTo>
                  <a:pt x="111" y="4"/>
                </a:lnTo>
                <a:lnTo>
                  <a:pt x="112" y="4"/>
                </a:lnTo>
                <a:lnTo>
                  <a:pt x="112" y="5"/>
                </a:lnTo>
                <a:lnTo>
                  <a:pt x="112" y="4"/>
                </a:lnTo>
                <a:lnTo>
                  <a:pt x="112" y="3"/>
                </a:lnTo>
                <a:lnTo>
                  <a:pt x="111" y="3"/>
                </a:lnTo>
                <a:lnTo>
                  <a:pt x="111" y="2"/>
                </a:lnTo>
                <a:lnTo>
                  <a:pt x="112" y="2"/>
                </a:lnTo>
                <a:lnTo>
                  <a:pt x="112" y="1"/>
                </a:lnTo>
                <a:lnTo>
                  <a:pt x="113" y="1"/>
                </a:lnTo>
                <a:lnTo>
                  <a:pt x="113" y="0"/>
                </a:lnTo>
                <a:lnTo>
                  <a:pt x="11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27" name=""/>
          <p:cNvSpPr/>
          <p:nvPr/>
        </p:nvSpPr>
        <p:spPr>
          <a:xfrm>
            <a:off x="6599880" y="4025880"/>
            <a:ext cx="177840" cy="202320"/>
          </a:xfrm>
          <a:custGeom>
            <a:avLst/>
            <a:gdLst/>
            <a:ahLst/>
            <a:rect l="0" t="0" r="r" b="b"/>
            <a:pathLst>
              <a:path w="494" h="562">
                <a:moveTo>
                  <a:pt x="187" y="0"/>
                </a:moveTo>
                <a:lnTo>
                  <a:pt x="187" y="1"/>
                </a:lnTo>
                <a:lnTo>
                  <a:pt x="188" y="1"/>
                </a:lnTo>
                <a:lnTo>
                  <a:pt x="189" y="1"/>
                </a:lnTo>
                <a:lnTo>
                  <a:pt x="190" y="1"/>
                </a:lnTo>
                <a:lnTo>
                  <a:pt x="190" y="2"/>
                </a:lnTo>
                <a:lnTo>
                  <a:pt x="191" y="2"/>
                </a:lnTo>
                <a:lnTo>
                  <a:pt x="192" y="2"/>
                </a:lnTo>
                <a:lnTo>
                  <a:pt x="192" y="1"/>
                </a:lnTo>
                <a:lnTo>
                  <a:pt x="193" y="1"/>
                </a:lnTo>
                <a:lnTo>
                  <a:pt x="193" y="2"/>
                </a:lnTo>
                <a:lnTo>
                  <a:pt x="193" y="3"/>
                </a:lnTo>
                <a:lnTo>
                  <a:pt x="193" y="4"/>
                </a:lnTo>
                <a:lnTo>
                  <a:pt x="193" y="5"/>
                </a:lnTo>
                <a:lnTo>
                  <a:pt x="193" y="6"/>
                </a:lnTo>
                <a:lnTo>
                  <a:pt x="194" y="6"/>
                </a:lnTo>
                <a:lnTo>
                  <a:pt x="194" y="7"/>
                </a:lnTo>
                <a:lnTo>
                  <a:pt x="195" y="7"/>
                </a:lnTo>
                <a:lnTo>
                  <a:pt x="196" y="7"/>
                </a:lnTo>
                <a:lnTo>
                  <a:pt x="197" y="7"/>
                </a:lnTo>
                <a:lnTo>
                  <a:pt x="199" y="7"/>
                </a:lnTo>
                <a:lnTo>
                  <a:pt x="200" y="7"/>
                </a:lnTo>
                <a:lnTo>
                  <a:pt x="201" y="8"/>
                </a:lnTo>
                <a:lnTo>
                  <a:pt x="202" y="8"/>
                </a:lnTo>
                <a:lnTo>
                  <a:pt x="203" y="8"/>
                </a:lnTo>
                <a:lnTo>
                  <a:pt x="205" y="8"/>
                </a:lnTo>
                <a:lnTo>
                  <a:pt x="206" y="8"/>
                </a:lnTo>
                <a:lnTo>
                  <a:pt x="209" y="8"/>
                </a:lnTo>
                <a:lnTo>
                  <a:pt x="210" y="8"/>
                </a:lnTo>
                <a:lnTo>
                  <a:pt x="211" y="8"/>
                </a:lnTo>
                <a:lnTo>
                  <a:pt x="212" y="8"/>
                </a:lnTo>
                <a:lnTo>
                  <a:pt x="213" y="8"/>
                </a:lnTo>
                <a:lnTo>
                  <a:pt x="214" y="9"/>
                </a:lnTo>
                <a:lnTo>
                  <a:pt x="215" y="9"/>
                </a:lnTo>
                <a:lnTo>
                  <a:pt x="216" y="9"/>
                </a:lnTo>
                <a:lnTo>
                  <a:pt x="217" y="9"/>
                </a:lnTo>
                <a:lnTo>
                  <a:pt x="218" y="9"/>
                </a:lnTo>
                <a:lnTo>
                  <a:pt x="219" y="9"/>
                </a:lnTo>
                <a:lnTo>
                  <a:pt x="222" y="9"/>
                </a:lnTo>
                <a:lnTo>
                  <a:pt x="223" y="9"/>
                </a:lnTo>
                <a:lnTo>
                  <a:pt x="223" y="10"/>
                </a:lnTo>
                <a:lnTo>
                  <a:pt x="223" y="11"/>
                </a:lnTo>
                <a:lnTo>
                  <a:pt x="224" y="11"/>
                </a:lnTo>
                <a:lnTo>
                  <a:pt x="224" y="12"/>
                </a:lnTo>
                <a:lnTo>
                  <a:pt x="225" y="12"/>
                </a:lnTo>
                <a:lnTo>
                  <a:pt x="226" y="12"/>
                </a:lnTo>
                <a:lnTo>
                  <a:pt x="227" y="13"/>
                </a:lnTo>
                <a:lnTo>
                  <a:pt x="227" y="14"/>
                </a:lnTo>
                <a:lnTo>
                  <a:pt x="227" y="15"/>
                </a:lnTo>
                <a:lnTo>
                  <a:pt x="228" y="15"/>
                </a:lnTo>
                <a:lnTo>
                  <a:pt x="228" y="16"/>
                </a:lnTo>
                <a:lnTo>
                  <a:pt x="229" y="16"/>
                </a:lnTo>
                <a:lnTo>
                  <a:pt x="229" y="15"/>
                </a:lnTo>
                <a:lnTo>
                  <a:pt x="229" y="16"/>
                </a:lnTo>
                <a:lnTo>
                  <a:pt x="230" y="16"/>
                </a:lnTo>
                <a:lnTo>
                  <a:pt x="230" y="17"/>
                </a:lnTo>
                <a:lnTo>
                  <a:pt x="230" y="18"/>
                </a:lnTo>
                <a:lnTo>
                  <a:pt x="230" y="19"/>
                </a:lnTo>
                <a:lnTo>
                  <a:pt x="231" y="19"/>
                </a:lnTo>
                <a:lnTo>
                  <a:pt x="231" y="18"/>
                </a:lnTo>
                <a:lnTo>
                  <a:pt x="232" y="18"/>
                </a:lnTo>
                <a:lnTo>
                  <a:pt x="233" y="18"/>
                </a:lnTo>
                <a:lnTo>
                  <a:pt x="234" y="18"/>
                </a:lnTo>
                <a:lnTo>
                  <a:pt x="234" y="19"/>
                </a:lnTo>
                <a:lnTo>
                  <a:pt x="234" y="20"/>
                </a:lnTo>
                <a:lnTo>
                  <a:pt x="235" y="20"/>
                </a:lnTo>
                <a:lnTo>
                  <a:pt x="235" y="19"/>
                </a:lnTo>
                <a:lnTo>
                  <a:pt x="235" y="20"/>
                </a:lnTo>
                <a:lnTo>
                  <a:pt x="234" y="20"/>
                </a:lnTo>
                <a:lnTo>
                  <a:pt x="234" y="21"/>
                </a:lnTo>
                <a:lnTo>
                  <a:pt x="235" y="21"/>
                </a:lnTo>
                <a:lnTo>
                  <a:pt x="235" y="22"/>
                </a:lnTo>
                <a:lnTo>
                  <a:pt x="236" y="22"/>
                </a:lnTo>
                <a:lnTo>
                  <a:pt x="237" y="22"/>
                </a:lnTo>
                <a:lnTo>
                  <a:pt x="238" y="22"/>
                </a:lnTo>
                <a:lnTo>
                  <a:pt x="238" y="21"/>
                </a:lnTo>
                <a:lnTo>
                  <a:pt x="239" y="21"/>
                </a:lnTo>
                <a:lnTo>
                  <a:pt x="239" y="20"/>
                </a:lnTo>
                <a:lnTo>
                  <a:pt x="240" y="20"/>
                </a:lnTo>
                <a:lnTo>
                  <a:pt x="240" y="21"/>
                </a:lnTo>
                <a:lnTo>
                  <a:pt x="241" y="21"/>
                </a:lnTo>
                <a:lnTo>
                  <a:pt x="241" y="20"/>
                </a:lnTo>
                <a:lnTo>
                  <a:pt x="242" y="20"/>
                </a:lnTo>
                <a:lnTo>
                  <a:pt x="242" y="21"/>
                </a:lnTo>
                <a:lnTo>
                  <a:pt x="243" y="21"/>
                </a:lnTo>
                <a:lnTo>
                  <a:pt x="244" y="21"/>
                </a:lnTo>
                <a:lnTo>
                  <a:pt x="245" y="21"/>
                </a:lnTo>
                <a:lnTo>
                  <a:pt x="246" y="21"/>
                </a:lnTo>
                <a:lnTo>
                  <a:pt x="246" y="20"/>
                </a:lnTo>
                <a:lnTo>
                  <a:pt x="247" y="20"/>
                </a:lnTo>
                <a:lnTo>
                  <a:pt x="247" y="21"/>
                </a:lnTo>
                <a:lnTo>
                  <a:pt x="248" y="21"/>
                </a:lnTo>
                <a:lnTo>
                  <a:pt x="248" y="22"/>
                </a:lnTo>
                <a:lnTo>
                  <a:pt x="248" y="23"/>
                </a:lnTo>
                <a:lnTo>
                  <a:pt x="249" y="23"/>
                </a:lnTo>
                <a:lnTo>
                  <a:pt x="250" y="24"/>
                </a:lnTo>
                <a:lnTo>
                  <a:pt x="250" y="23"/>
                </a:lnTo>
                <a:lnTo>
                  <a:pt x="251" y="23"/>
                </a:lnTo>
                <a:lnTo>
                  <a:pt x="251" y="24"/>
                </a:lnTo>
                <a:lnTo>
                  <a:pt x="252" y="24"/>
                </a:lnTo>
                <a:lnTo>
                  <a:pt x="252" y="23"/>
                </a:lnTo>
                <a:lnTo>
                  <a:pt x="253" y="23"/>
                </a:lnTo>
                <a:lnTo>
                  <a:pt x="253" y="24"/>
                </a:lnTo>
                <a:lnTo>
                  <a:pt x="254" y="24"/>
                </a:lnTo>
                <a:lnTo>
                  <a:pt x="255" y="24"/>
                </a:lnTo>
                <a:lnTo>
                  <a:pt x="256" y="24"/>
                </a:lnTo>
                <a:lnTo>
                  <a:pt x="257" y="24"/>
                </a:lnTo>
                <a:lnTo>
                  <a:pt x="258" y="24"/>
                </a:lnTo>
                <a:lnTo>
                  <a:pt x="259" y="24"/>
                </a:lnTo>
                <a:lnTo>
                  <a:pt x="258" y="24"/>
                </a:lnTo>
                <a:lnTo>
                  <a:pt x="259" y="24"/>
                </a:lnTo>
                <a:lnTo>
                  <a:pt x="259" y="25"/>
                </a:lnTo>
                <a:lnTo>
                  <a:pt x="260" y="25"/>
                </a:lnTo>
                <a:lnTo>
                  <a:pt x="260" y="24"/>
                </a:lnTo>
                <a:lnTo>
                  <a:pt x="260" y="25"/>
                </a:lnTo>
                <a:lnTo>
                  <a:pt x="261" y="25"/>
                </a:lnTo>
                <a:lnTo>
                  <a:pt x="261" y="24"/>
                </a:lnTo>
                <a:lnTo>
                  <a:pt x="261" y="25"/>
                </a:lnTo>
                <a:lnTo>
                  <a:pt x="262" y="25"/>
                </a:lnTo>
                <a:lnTo>
                  <a:pt x="262" y="24"/>
                </a:lnTo>
                <a:lnTo>
                  <a:pt x="263" y="24"/>
                </a:lnTo>
                <a:lnTo>
                  <a:pt x="264" y="24"/>
                </a:lnTo>
                <a:lnTo>
                  <a:pt x="264" y="23"/>
                </a:lnTo>
                <a:lnTo>
                  <a:pt x="264" y="24"/>
                </a:lnTo>
                <a:lnTo>
                  <a:pt x="264" y="23"/>
                </a:lnTo>
                <a:lnTo>
                  <a:pt x="265" y="23"/>
                </a:lnTo>
                <a:lnTo>
                  <a:pt x="265" y="22"/>
                </a:lnTo>
                <a:lnTo>
                  <a:pt x="266" y="21"/>
                </a:lnTo>
                <a:lnTo>
                  <a:pt x="267" y="21"/>
                </a:lnTo>
                <a:lnTo>
                  <a:pt x="268" y="21"/>
                </a:lnTo>
                <a:lnTo>
                  <a:pt x="268" y="22"/>
                </a:lnTo>
                <a:lnTo>
                  <a:pt x="269" y="22"/>
                </a:lnTo>
                <a:lnTo>
                  <a:pt x="269" y="23"/>
                </a:lnTo>
                <a:lnTo>
                  <a:pt x="270" y="23"/>
                </a:lnTo>
                <a:lnTo>
                  <a:pt x="270" y="22"/>
                </a:lnTo>
                <a:lnTo>
                  <a:pt x="271" y="22"/>
                </a:lnTo>
                <a:lnTo>
                  <a:pt x="271" y="23"/>
                </a:lnTo>
                <a:lnTo>
                  <a:pt x="272" y="23"/>
                </a:lnTo>
                <a:lnTo>
                  <a:pt x="273" y="23"/>
                </a:lnTo>
                <a:lnTo>
                  <a:pt x="273" y="24"/>
                </a:lnTo>
                <a:lnTo>
                  <a:pt x="274" y="24"/>
                </a:lnTo>
                <a:lnTo>
                  <a:pt x="275" y="24"/>
                </a:lnTo>
                <a:lnTo>
                  <a:pt x="275" y="25"/>
                </a:lnTo>
                <a:lnTo>
                  <a:pt x="275" y="26"/>
                </a:lnTo>
                <a:lnTo>
                  <a:pt x="276" y="26"/>
                </a:lnTo>
                <a:lnTo>
                  <a:pt x="277" y="26"/>
                </a:lnTo>
                <a:lnTo>
                  <a:pt x="277" y="27"/>
                </a:lnTo>
                <a:lnTo>
                  <a:pt x="278" y="27"/>
                </a:lnTo>
                <a:lnTo>
                  <a:pt x="278" y="28"/>
                </a:lnTo>
                <a:lnTo>
                  <a:pt x="279" y="28"/>
                </a:lnTo>
                <a:lnTo>
                  <a:pt x="279" y="27"/>
                </a:lnTo>
                <a:lnTo>
                  <a:pt x="279" y="26"/>
                </a:lnTo>
                <a:lnTo>
                  <a:pt x="279" y="27"/>
                </a:lnTo>
                <a:lnTo>
                  <a:pt x="280" y="27"/>
                </a:lnTo>
                <a:lnTo>
                  <a:pt x="280" y="28"/>
                </a:lnTo>
                <a:lnTo>
                  <a:pt x="280" y="27"/>
                </a:lnTo>
                <a:lnTo>
                  <a:pt x="280" y="28"/>
                </a:lnTo>
                <a:lnTo>
                  <a:pt x="281" y="28"/>
                </a:lnTo>
                <a:lnTo>
                  <a:pt x="282" y="28"/>
                </a:lnTo>
                <a:lnTo>
                  <a:pt x="283" y="28"/>
                </a:lnTo>
                <a:lnTo>
                  <a:pt x="283" y="29"/>
                </a:lnTo>
                <a:lnTo>
                  <a:pt x="283" y="30"/>
                </a:lnTo>
                <a:lnTo>
                  <a:pt x="284" y="30"/>
                </a:lnTo>
                <a:lnTo>
                  <a:pt x="285" y="30"/>
                </a:lnTo>
                <a:lnTo>
                  <a:pt x="285" y="29"/>
                </a:lnTo>
                <a:lnTo>
                  <a:pt x="286" y="29"/>
                </a:lnTo>
                <a:lnTo>
                  <a:pt x="287" y="29"/>
                </a:lnTo>
                <a:lnTo>
                  <a:pt x="287" y="30"/>
                </a:lnTo>
                <a:lnTo>
                  <a:pt x="285" y="32"/>
                </a:lnTo>
                <a:lnTo>
                  <a:pt x="286" y="33"/>
                </a:lnTo>
                <a:lnTo>
                  <a:pt x="286" y="34"/>
                </a:lnTo>
                <a:lnTo>
                  <a:pt x="287" y="34"/>
                </a:lnTo>
                <a:lnTo>
                  <a:pt x="288" y="34"/>
                </a:lnTo>
                <a:lnTo>
                  <a:pt x="289" y="34"/>
                </a:lnTo>
                <a:lnTo>
                  <a:pt x="289" y="35"/>
                </a:lnTo>
                <a:lnTo>
                  <a:pt x="290" y="36"/>
                </a:lnTo>
                <a:lnTo>
                  <a:pt x="291" y="36"/>
                </a:lnTo>
                <a:lnTo>
                  <a:pt x="292" y="36"/>
                </a:lnTo>
                <a:lnTo>
                  <a:pt x="292" y="37"/>
                </a:lnTo>
                <a:lnTo>
                  <a:pt x="293" y="37"/>
                </a:lnTo>
                <a:lnTo>
                  <a:pt x="293" y="38"/>
                </a:lnTo>
                <a:lnTo>
                  <a:pt x="293" y="37"/>
                </a:lnTo>
                <a:lnTo>
                  <a:pt x="294" y="37"/>
                </a:lnTo>
                <a:lnTo>
                  <a:pt x="294" y="38"/>
                </a:lnTo>
                <a:lnTo>
                  <a:pt x="294" y="39"/>
                </a:lnTo>
                <a:lnTo>
                  <a:pt x="295" y="39"/>
                </a:lnTo>
                <a:lnTo>
                  <a:pt x="296" y="39"/>
                </a:lnTo>
                <a:lnTo>
                  <a:pt x="296" y="38"/>
                </a:lnTo>
                <a:lnTo>
                  <a:pt x="295" y="38"/>
                </a:lnTo>
                <a:lnTo>
                  <a:pt x="295" y="37"/>
                </a:lnTo>
                <a:lnTo>
                  <a:pt x="296" y="37"/>
                </a:lnTo>
                <a:lnTo>
                  <a:pt x="296" y="38"/>
                </a:lnTo>
                <a:lnTo>
                  <a:pt x="296" y="39"/>
                </a:lnTo>
                <a:lnTo>
                  <a:pt x="297" y="39"/>
                </a:lnTo>
                <a:lnTo>
                  <a:pt x="297" y="40"/>
                </a:lnTo>
                <a:lnTo>
                  <a:pt x="296" y="40"/>
                </a:lnTo>
                <a:lnTo>
                  <a:pt x="296" y="42"/>
                </a:lnTo>
                <a:lnTo>
                  <a:pt x="297" y="42"/>
                </a:lnTo>
                <a:lnTo>
                  <a:pt x="296" y="42"/>
                </a:lnTo>
                <a:lnTo>
                  <a:pt x="296" y="43"/>
                </a:lnTo>
                <a:lnTo>
                  <a:pt x="296" y="44"/>
                </a:lnTo>
                <a:lnTo>
                  <a:pt x="295" y="44"/>
                </a:lnTo>
                <a:lnTo>
                  <a:pt x="296" y="45"/>
                </a:lnTo>
                <a:lnTo>
                  <a:pt x="296" y="46"/>
                </a:lnTo>
                <a:lnTo>
                  <a:pt x="297" y="46"/>
                </a:lnTo>
                <a:lnTo>
                  <a:pt x="298" y="46"/>
                </a:lnTo>
                <a:lnTo>
                  <a:pt x="298" y="45"/>
                </a:lnTo>
                <a:lnTo>
                  <a:pt x="299" y="46"/>
                </a:lnTo>
                <a:lnTo>
                  <a:pt x="300" y="46"/>
                </a:lnTo>
                <a:lnTo>
                  <a:pt x="300" y="47"/>
                </a:lnTo>
                <a:lnTo>
                  <a:pt x="300" y="48"/>
                </a:lnTo>
                <a:lnTo>
                  <a:pt x="301" y="48"/>
                </a:lnTo>
                <a:lnTo>
                  <a:pt x="301" y="47"/>
                </a:lnTo>
                <a:lnTo>
                  <a:pt x="301" y="48"/>
                </a:lnTo>
                <a:lnTo>
                  <a:pt x="302" y="48"/>
                </a:lnTo>
                <a:lnTo>
                  <a:pt x="303" y="48"/>
                </a:lnTo>
                <a:lnTo>
                  <a:pt x="304" y="48"/>
                </a:lnTo>
                <a:lnTo>
                  <a:pt x="305" y="48"/>
                </a:lnTo>
                <a:lnTo>
                  <a:pt x="305" y="47"/>
                </a:lnTo>
                <a:lnTo>
                  <a:pt x="305" y="48"/>
                </a:lnTo>
                <a:lnTo>
                  <a:pt x="306" y="48"/>
                </a:lnTo>
                <a:lnTo>
                  <a:pt x="306" y="49"/>
                </a:lnTo>
                <a:lnTo>
                  <a:pt x="307" y="49"/>
                </a:lnTo>
                <a:lnTo>
                  <a:pt x="307" y="50"/>
                </a:lnTo>
                <a:lnTo>
                  <a:pt x="307" y="51"/>
                </a:lnTo>
                <a:lnTo>
                  <a:pt x="308" y="52"/>
                </a:lnTo>
                <a:lnTo>
                  <a:pt x="308" y="51"/>
                </a:lnTo>
                <a:lnTo>
                  <a:pt x="308" y="50"/>
                </a:lnTo>
                <a:lnTo>
                  <a:pt x="309" y="50"/>
                </a:lnTo>
                <a:lnTo>
                  <a:pt x="310" y="50"/>
                </a:lnTo>
                <a:lnTo>
                  <a:pt x="309" y="49"/>
                </a:lnTo>
                <a:lnTo>
                  <a:pt x="310" y="49"/>
                </a:lnTo>
                <a:lnTo>
                  <a:pt x="310" y="48"/>
                </a:lnTo>
                <a:lnTo>
                  <a:pt x="311" y="48"/>
                </a:lnTo>
                <a:lnTo>
                  <a:pt x="312" y="48"/>
                </a:lnTo>
                <a:lnTo>
                  <a:pt x="312" y="49"/>
                </a:lnTo>
                <a:lnTo>
                  <a:pt x="311" y="49"/>
                </a:lnTo>
                <a:lnTo>
                  <a:pt x="311" y="50"/>
                </a:lnTo>
                <a:lnTo>
                  <a:pt x="311" y="51"/>
                </a:lnTo>
                <a:lnTo>
                  <a:pt x="311" y="52"/>
                </a:lnTo>
                <a:lnTo>
                  <a:pt x="312" y="52"/>
                </a:lnTo>
                <a:lnTo>
                  <a:pt x="312" y="53"/>
                </a:lnTo>
                <a:lnTo>
                  <a:pt x="313" y="53"/>
                </a:lnTo>
                <a:lnTo>
                  <a:pt x="314" y="53"/>
                </a:lnTo>
                <a:lnTo>
                  <a:pt x="314" y="54"/>
                </a:lnTo>
                <a:lnTo>
                  <a:pt x="315" y="54"/>
                </a:lnTo>
                <a:lnTo>
                  <a:pt x="316" y="54"/>
                </a:lnTo>
                <a:lnTo>
                  <a:pt x="317" y="54"/>
                </a:lnTo>
                <a:lnTo>
                  <a:pt x="317" y="55"/>
                </a:lnTo>
                <a:lnTo>
                  <a:pt x="317" y="56"/>
                </a:lnTo>
                <a:lnTo>
                  <a:pt x="317" y="57"/>
                </a:lnTo>
                <a:lnTo>
                  <a:pt x="317" y="58"/>
                </a:lnTo>
                <a:lnTo>
                  <a:pt x="317" y="59"/>
                </a:lnTo>
                <a:lnTo>
                  <a:pt x="316" y="59"/>
                </a:lnTo>
                <a:lnTo>
                  <a:pt x="316" y="60"/>
                </a:lnTo>
                <a:lnTo>
                  <a:pt x="315" y="60"/>
                </a:lnTo>
                <a:lnTo>
                  <a:pt x="315" y="61"/>
                </a:lnTo>
                <a:lnTo>
                  <a:pt x="315" y="62"/>
                </a:lnTo>
                <a:lnTo>
                  <a:pt x="315" y="63"/>
                </a:lnTo>
                <a:lnTo>
                  <a:pt x="315" y="64"/>
                </a:lnTo>
                <a:lnTo>
                  <a:pt x="316" y="64"/>
                </a:lnTo>
                <a:lnTo>
                  <a:pt x="316" y="63"/>
                </a:lnTo>
                <a:lnTo>
                  <a:pt x="316" y="62"/>
                </a:lnTo>
                <a:lnTo>
                  <a:pt x="317" y="62"/>
                </a:lnTo>
                <a:lnTo>
                  <a:pt x="318" y="62"/>
                </a:lnTo>
                <a:lnTo>
                  <a:pt x="318" y="61"/>
                </a:lnTo>
                <a:lnTo>
                  <a:pt x="319" y="61"/>
                </a:lnTo>
                <a:lnTo>
                  <a:pt x="319" y="60"/>
                </a:lnTo>
                <a:lnTo>
                  <a:pt x="320" y="60"/>
                </a:lnTo>
                <a:lnTo>
                  <a:pt x="321" y="60"/>
                </a:lnTo>
                <a:lnTo>
                  <a:pt x="322" y="60"/>
                </a:lnTo>
                <a:lnTo>
                  <a:pt x="323" y="60"/>
                </a:lnTo>
                <a:lnTo>
                  <a:pt x="324" y="59"/>
                </a:lnTo>
                <a:lnTo>
                  <a:pt x="324" y="58"/>
                </a:lnTo>
                <a:lnTo>
                  <a:pt x="325" y="58"/>
                </a:lnTo>
                <a:lnTo>
                  <a:pt x="325" y="57"/>
                </a:lnTo>
                <a:lnTo>
                  <a:pt x="325" y="58"/>
                </a:lnTo>
                <a:lnTo>
                  <a:pt x="326" y="58"/>
                </a:lnTo>
                <a:lnTo>
                  <a:pt x="326" y="57"/>
                </a:lnTo>
                <a:lnTo>
                  <a:pt x="326" y="56"/>
                </a:lnTo>
                <a:lnTo>
                  <a:pt x="327" y="56"/>
                </a:lnTo>
                <a:lnTo>
                  <a:pt x="327" y="55"/>
                </a:lnTo>
                <a:lnTo>
                  <a:pt x="328" y="55"/>
                </a:lnTo>
                <a:lnTo>
                  <a:pt x="328" y="54"/>
                </a:lnTo>
                <a:lnTo>
                  <a:pt x="328" y="52"/>
                </a:lnTo>
                <a:lnTo>
                  <a:pt x="329" y="51"/>
                </a:lnTo>
                <a:lnTo>
                  <a:pt x="330" y="51"/>
                </a:lnTo>
                <a:lnTo>
                  <a:pt x="330" y="50"/>
                </a:lnTo>
                <a:lnTo>
                  <a:pt x="330" y="51"/>
                </a:lnTo>
                <a:lnTo>
                  <a:pt x="331" y="50"/>
                </a:lnTo>
                <a:lnTo>
                  <a:pt x="332" y="50"/>
                </a:lnTo>
                <a:lnTo>
                  <a:pt x="333" y="51"/>
                </a:lnTo>
                <a:lnTo>
                  <a:pt x="334" y="51"/>
                </a:lnTo>
                <a:lnTo>
                  <a:pt x="335" y="51"/>
                </a:lnTo>
                <a:lnTo>
                  <a:pt x="335" y="52"/>
                </a:lnTo>
                <a:lnTo>
                  <a:pt x="335" y="53"/>
                </a:lnTo>
                <a:lnTo>
                  <a:pt x="336" y="53"/>
                </a:lnTo>
                <a:lnTo>
                  <a:pt x="337" y="53"/>
                </a:lnTo>
                <a:lnTo>
                  <a:pt x="338" y="54"/>
                </a:lnTo>
                <a:lnTo>
                  <a:pt x="339" y="54"/>
                </a:lnTo>
                <a:lnTo>
                  <a:pt x="340" y="53"/>
                </a:lnTo>
                <a:lnTo>
                  <a:pt x="340" y="52"/>
                </a:lnTo>
                <a:lnTo>
                  <a:pt x="341" y="52"/>
                </a:lnTo>
                <a:lnTo>
                  <a:pt x="342" y="52"/>
                </a:lnTo>
                <a:lnTo>
                  <a:pt x="342" y="51"/>
                </a:lnTo>
                <a:lnTo>
                  <a:pt x="342" y="52"/>
                </a:lnTo>
                <a:lnTo>
                  <a:pt x="343" y="52"/>
                </a:lnTo>
                <a:lnTo>
                  <a:pt x="344" y="52"/>
                </a:lnTo>
                <a:lnTo>
                  <a:pt x="345" y="52"/>
                </a:lnTo>
                <a:lnTo>
                  <a:pt x="345" y="53"/>
                </a:lnTo>
                <a:lnTo>
                  <a:pt x="346" y="53"/>
                </a:lnTo>
                <a:lnTo>
                  <a:pt x="346" y="52"/>
                </a:lnTo>
                <a:lnTo>
                  <a:pt x="347" y="52"/>
                </a:lnTo>
                <a:lnTo>
                  <a:pt x="347" y="53"/>
                </a:lnTo>
                <a:lnTo>
                  <a:pt x="348" y="53"/>
                </a:lnTo>
                <a:lnTo>
                  <a:pt x="348" y="54"/>
                </a:lnTo>
                <a:lnTo>
                  <a:pt x="349" y="55"/>
                </a:lnTo>
                <a:lnTo>
                  <a:pt x="349" y="54"/>
                </a:lnTo>
                <a:lnTo>
                  <a:pt x="350" y="54"/>
                </a:lnTo>
                <a:lnTo>
                  <a:pt x="351" y="54"/>
                </a:lnTo>
                <a:lnTo>
                  <a:pt x="351" y="55"/>
                </a:lnTo>
                <a:lnTo>
                  <a:pt x="352" y="55"/>
                </a:lnTo>
                <a:lnTo>
                  <a:pt x="352" y="54"/>
                </a:lnTo>
                <a:lnTo>
                  <a:pt x="352" y="53"/>
                </a:lnTo>
                <a:lnTo>
                  <a:pt x="353" y="53"/>
                </a:lnTo>
                <a:lnTo>
                  <a:pt x="353" y="52"/>
                </a:lnTo>
                <a:lnTo>
                  <a:pt x="353" y="51"/>
                </a:lnTo>
                <a:lnTo>
                  <a:pt x="354" y="51"/>
                </a:lnTo>
                <a:lnTo>
                  <a:pt x="354" y="50"/>
                </a:lnTo>
                <a:lnTo>
                  <a:pt x="355" y="50"/>
                </a:lnTo>
                <a:lnTo>
                  <a:pt x="355" y="49"/>
                </a:lnTo>
                <a:lnTo>
                  <a:pt x="354" y="49"/>
                </a:lnTo>
                <a:lnTo>
                  <a:pt x="355" y="48"/>
                </a:lnTo>
                <a:lnTo>
                  <a:pt x="356" y="48"/>
                </a:lnTo>
                <a:lnTo>
                  <a:pt x="356" y="49"/>
                </a:lnTo>
                <a:lnTo>
                  <a:pt x="357" y="49"/>
                </a:lnTo>
                <a:lnTo>
                  <a:pt x="357" y="48"/>
                </a:lnTo>
                <a:lnTo>
                  <a:pt x="358" y="48"/>
                </a:lnTo>
                <a:lnTo>
                  <a:pt x="359" y="48"/>
                </a:lnTo>
                <a:lnTo>
                  <a:pt x="359" y="47"/>
                </a:lnTo>
                <a:lnTo>
                  <a:pt x="359" y="46"/>
                </a:lnTo>
                <a:lnTo>
                  <a:pt x="360" y="46"/>
                </a:lnTo>
                <a:lnTo>
                  <a:pt x="361" y="46"/>
                </a:lnTo>
                <a:lnTo>
                  <a:pt x="361" y="45"/>
                </a:lnTo>
                <a:lnTo>
                  <a:pt x="361" y="44"/>
                </a:lnTo>
                <a:lnTo>
                  <a:pt x="362" y="44"/>
                </a:lnTo>
                <a:lnTo>
                  <a:pt x="362" y="43"/>
                </a:lnTo>
                <a:lnTo>
                  <a:pt x="361" y="43"/>
                </a:lnTo>
                <a:lnTo>
                  <a:pt x="361" y="42"/>
                </a:lnTo>
                <a:lnTo>
                  <a:pt x="362" y="42"/>
                </a:lnTo>
                <a:lnTo>
                  <a:pt x="363" y="41"/>
                </a:lnTo>
                <a:lnTo>
                  <a:pt x="362" y="41"/>
                </a:lnTo>
                <a:lnTo>
                  <a:pt x="362" y="40"/>
                </a:lnTo>
                <a:lnTo>
                  <a:pt x="363" y="39"/>
                </a:lnTo>
                <a:lnTo>
                  <a:pt x="365" y="38"/>
                </a:lnTo>
                <a:lnTo>
                  <a:pt x="366" y="37"/>
                </a:lnTo>
                <a:lnTo>
                  <a:pt x="367" y="36"/>
                </a:lnTo>
                <a:lnTo>
                  <a:pt x="368" y="35"/>
                </a:lnTo>
                <a:lnTo>
                  <a:pt x="369" y="34"/>
                </a:lnTo>
                <a:lnTo>
                  <a:pt x="370" y="34"/>
                </a:lnTo>
                <a:lnTo>
                  <a:pt x="372" y="36"/>
                </a:lnTo>
                <a:lnTo>
                  <a:pt x="373" y="36"/>
                </a:lnTo>
                <a:lnTo>
                  <a:pt x="374" y="37"/>
                </a:lnTo>
                <a:lnTo>
                  <a:pt x="374" y="38"/>
                </a:lnTo>
                <a:lnTo>
                  <a:pt x="374" y="39"/>
                </a:lnTo>
                <a:lnTo>
                  <a:pt x="374" y="40"/>
                </a:lnTo>
                <a:lnTo>
                  <a:pt x="374" y="41"/>
                </a:lnTo>
                <a:lnTo>
                  <a:pt x="374" y="42"/>
                </a:lnTo>
                <a:lnTo>
                  <a:pt x="374" y="43"/>
                </a:lnTo>
                <a:lnTo>
                  <a:pt x="374" y="44"/>
                </a:lnTo>
                <a:lnTo>
                  <a:pt x="373" y="44"/>
                </a:lnTo>
                <a:lnTo>
                  <a:pt x="374" y="45"/>
                </a:lnTo>
                <a:lnTo>
                  <a:pt x="374" y="46"/>
                </a:lnTo>
                <a:lnTo>
                  <a:pt x="375" y="46"/>
                </a:lnTo>
                <a:lnTo>
                  <a:pt x="375" y="45"/>
                </a:lnTo>
                <a:lnTo>
                  <a:pt x="376" y="45"/>
                </a:lnTo>
                <a:lnTo>
                  <a:pt x="376" y="44"/>
                </a:lnTo>
                <a:lnTo>
                  <a:pt x="377" y="44"/>
                </a:lnTo>
                <a:lnTo>
                  <a:pt x="377" y="43"/>
                </a:lnTo>
                <a:lnTo>
                  <a:pt x="378" y="42"/>
                </a:lnTo>
                <a:lnTo>
                  <a:pt x="379" y="41"/>
                </a:lnTo>
                <a:lnTo>
                  <a:pt x="380" y="40"/>
                </a:lnTo>
                <a:lnTo>
                  <a:pt x="380" y="39"/>
                </a:lnTo>
                <a:lnTo>
                  <a:pt x="380" y="38"/>
                </a:lnTo>
                <a:lnTo>
                  <a:pt x="381" y="38"/>
                </a:lnTo>
                <a:lnTo>
                  <a:pt x="381" y="37"/>
                </a:lnTo>
                <a:lnTo>
                  <a:pt x="382" y="37"/>
                </a:lnTo>
                <a:lnTo>
                  <a:pt x="382" y="36"/>
                </a:lnTo>
                <a:lnTo>
                  <a:pt x="383" y="36"/>
                </a:lnTo>
                <a:lnTo>
                  <a:pt x="383" y="37"/>
                </a:lnTo>
                <a:lnTo>
                  <a:pt x="383" y="38"/>
                </a:lnTo>
                <a:lnTo>
                  <a:pt x="382" y="39"/>
                </a:lnTo>
                <a:lnTo>
                  <a:pt x="382" y="40"/>
                </a:lnTo>
                <a:lnTo>
                  <a:pt x="382" y="41"/>
                </a:lnTo>
                <a:lnTo>
                  <a:pt x="381" y="42"/>
                </a:lnTo>
                <a:lnTo>
                  <a:pt x="381" y="43"/>
                </a:lnTo>
                <a:lnTo>
                  <a:pt x="381" y="44"/>
                </a:lnTo>
                <a:lnTo>
                  <a:pt x="380" y="44"/>
                </a:lnTo>
                <a:lnTo>
                  <a:pt x="380" y="45"/>
                </a:lnTo>
                <a:lnTo>
                  <a:pt x="379" y="46"/>
                </a:lnTo>
                <a:lnTo>
                  <a:pt x="378" y="47"/>
                </a:lnTo>
                <a:lnTo>
                  <a:pt x="377" y="47"/>
                </a:lnTo>
                <a:lnTo>
                  <a:pt x="377" y="48"/>
                </a:lnTo>
                <a:lnTo>
                  <a:pt x="376" y="48"/>
                </a:lnTo>
                <a:lnTo>
                  <a:pt x="375" y="49"/>
                </a:lnTo>
                <a:lnTo>
                  <a:pt x="374" y="50"/>
                </a:lnTo>
                <a:lnTo>
                  <a:pt x="373" y="52"/>
                </a:lnTo>
                <a:lnTo>
                  <a:pt x="372" y="52"/>
                </a:lnTo>
                <a:lnTo>
                  <a:pt x="372" y="53"/>
                </a:lnTo>
                <a:lnTo>
                  <a:pt x="372" y="54"/>
                </a:lnTo>
                <a:lnTo>
                  <a:pt x="373" y="55"/>
                </a:lnTo>
                <a:lnTo>
                  <a:pt x="373" y="57"/>
                </a:lnTo>
                <a:lnTo>
                  <a:pt x="374" y="59"/>
                </a:lnTo>
                <a:lnTo>
                  <a:pt x="374" y="60"/>
                </a:lnTo>
                <a:lnTo>
                  <a:pt x="374" y="61"/>
                </a:lnTo>
                <a:lnTo>
                  <a:pt x="374" y="62"/>
                </a:lnTo>
                <a:lnTo>
                  <a:pt x="375" y="62"/>
                </a:lnTo>
                <a:lnTo>
                  <a:pt x="375" y="64"/>
                </a:lnTo>
                <a:lnTo>
                  <a:pt x="375" y="65"/>
                </a:lnTo>
                <a:lnTo>
                  <a:pt x="375" y="66"/>
                </a:lnTo>
                <a:lnTo>
                  <a:pt x="375" y="67"/>
                </a:lnTo>
                <a:lnTo>
                  <a:pt x="376" y="67"/>
                </a:lnTo>
                <a:lnTo>
                  <a:pt x="376" y="68"/>
                </a:lnTo>
                <a:lnTo>
                  <a:pt x="377" y="68"/>
                </a:lnTo>
                <a:lnTo>
                  <a:pt x="377" y="67"/>
                </a:lnTo>
                <a:lnTo>
                  <a:pt x="378" y="67"/>
                </a:lnTo>
                <a:lnTo>
                  <a:pt x="378" y="66"/>
                </a:lnTo>
                <a:lnTo>
                  <a:pt x="378" y="65"/>
                </a:lnTo>
                <a:lnTo>
                  <a:pt x="379" y="65"/>
                </a:lnTo>
                <a:lnTo>
                  <a:pt x="379" y="64"/>
                </a:lnTo>
                <a:lnTo>
                  <a:pt x="381" y="63"/>
                </a:lnTo>
                <a:lnTo>
                  <a:pt x="382" y="62"/>
                </a:lnTo>
                <a:lnTo>
                  <a:pt x="383" y="62"/>
                </a:lnTo>
                <a:lnTo>
                  <a:pt x="384" y="62"/>
                </a:lnTo>
                <a:lnTo>
                  <a:pt x="384" y="61"/>
                </a:lnTo>
                <a:lnTo>
                  <a:pt x="385" y="62"/>
                </a:lnTo>
                <a:lnTo>
                  <a:pt x="386" y="62"/>
                </a:lnTo>
                <a:lnTo>
                  <a:pt x="386" y="63"/>
                </a:lnTo>
                <a:lnTo>
                  <a:pt x="386" y="64"/>
                </a:lnTo>
                <a:lnTo>
                  <a:pt x="386" y="65"/>
                </a:lnTo>
                <a:lnTo>
                  <a:pt x="387" y="66"/>
                </a:lnTo>
                <a:lnTo>
                  <a:pt x="387" y="67"/>
                </a:lnTo>
                <a:lnTo>
                  <a:pt x="387" y="69"/>
                </a:lnTo>
                <a:lnTo>
                  <a:pt x="387" y="70"/>
                </a:lnTo>
                <a:lnTo>
                  <a:pt x="388" y="71"/>
                </a:lnTo>
                <a:lnTo>
                  <a:pt x="389" y="71"/>
                </a:lnTo>
                <a:lnTo>
                  <a:pt x="389" y="70"/>
                </a:lnTo>
                <a:lnTo>
                  <a:pt x="389" y="69"/>
                </a:lnTo>
                <a:lnTo>
                  <a:pt x="389" y="68"/>
                </a:lnTo>
                <a:lnTo>
                  <a:pt x="390" y="68"/>
                </a:lnTo>
                <a:lnTo>
                  <a:pt x="390" y="69"/>
                </a:lnTo>
                <a:lnTo>
                  <a:pt x="391" y="69"/>
                </a:lnTo>
                <a:lnTo>
                  <a:pt x="392" y="68"/>
                </a:lnTo>
                <a:lnTo>
                  <a:pt x="392" y="69"/>
                </a:lnTo>
                <a:lnTo>
                  <a:pt x="393" y="69"/>
                </a:lnTo>
                <a:lnTo>
                  <a:pt x="394" y="69"/>
                </a:lnTo>
                <a:lnTo>
                  <a:pt x="394" y="68"/>
                </a:lnTo>
                <a:lnTo>
                  <a:pt x="395" y="68"/>
                </a:lnTo>
                <a:lnTo>
                  <a:pt x="395" y="67"/>
                </a:lnTo>
                <a:lnTo>
                  <a:pt x="396" y="67"/>
                </a:lnTo>
                <a:lnTo>
                  <a:pt x="396" y="66"/>
                </a:lnTo>
                <a:lnTo>
                  <a:pt x="397" y="65"/>
                </a:lnTo>
                <a:lnTo>
                  <a:pt x="397" y="64"/>
                </a:lnTo>
                <a:lnTo>
                  <a:pt x="398" y="64"/>
                </a:lnTo>
                <a:lnTo>
                  <a:pt x="398" y="63"/>
                </a:lnTo>
                <a:lnTo>
                  <a:pt x="399" y="63"/>
                </a:lnTo>
                <a:lnTo>
                  <a:pt x="399" y="62"/>
                </a:lnTo>
                <a:lnTo>
                  <a:pt x="399" y="61"/>
                </a:lnTo>
                <a:lnTo>
                  <a:pt x="400" y="61"/>
                </a:lnTo>
                <a:lnTo>
                  <a:pt x="400" y="60"/>
                </a:lnTo>
                <a:lnTo>
                  <a:pt x="401" y="60"/>
                </a:lnTo>
                <a:lnTo>
                  <a:pt x="402" y="58"/>
                </a:lnTo>
                <a:lnTo>
                  <a:pt x="403" y="58"/>
                </a:lnTo>
                <a:lnTo>
                  <a:pt x="404" y="56"/>
                </a:lnTo>
                <a:lnTo>
                  <a:pt x="405" y="55"/>
                </a:lnTo>
                <a:lnTo>
                  <a:pt x="406" y="53"/>
                </a:lnTo>
                <a:lnTo>
                  <a:pt x="407" y="53"/>
                </a:lnTo>
                <a:lnTo>
                  <a:pt x="407" y="52"/>
                </a:lnTo>
                <a:lnTo>
                  <a:pt x="408" y="51"/>
                </a:lnTo>
                <a:lnTo>
                  <a:pt x="409" y="50"/>
                </a:lnTo>
                <a:lnTo>
                  <a:pt x="409" y="49"/>
                </a:lnTo>
                <a:lnTo>
                  <a:pt x="410" y="49"/>
                </a:lnTo>
                <a:lnTo>
                  <a:pt x="410" y="48"/>
                </a:lnTo>
                <a:lnTo>
                  <a:pt x="411" y="47"/>
                </a:lnTo>
                <a:lnTo>
                  <a:pt x="411" y="46"/>
                </a:lnTo>
                <a:lnTo>
                  <a:pt x="413" y="45"/>
                </a:lnTo>
                <a:lnTo>
                  <a:pt x="413" y="44"/>
                </a:lnTo>
                <a:lnTo>
                  <a:pt x="414" y="44"/>
                </a:lnTo>
                <a:lnTo>
                  <a:pt x="415" y="42"/>
                </a:lnTo>
                <a:lnTo>
                  <a:pt x="416" y="42"/>
                </a:lnTo>
                <a:lnTo>
                  <a:pt x="416" y="41"/>
                </a:lnTo>
                <a:lnTo>
                  <a:pt x="417" y="41"/>
                </a:lnTo>
                <a:lnTo>
                  <a:pt x="418" y="40"/>
                </a:lnTo>
                <a:lnTo>
                  <a:pt x="418" y="39"/>
                </a:lnTo>
                <a:lnTo>
                  <a:pt x="419" y="39"/>
                </a:lnTo>
                <a:lnTo>
                  <a:pt x="419" y="38"/>
                </a:lnTo>
                <a:lnTo>
                  <a:pt x="420" y="38"/>
                </a:lnTo>
                <a:lnTo>
                  <a:pt x="421" y="38"/>
                </a:lnTo>
                <a:lnTo>
                  <a:pt x="421" y="37"/>
                </a:lnTo>
                <a:lnTo>
                  <a:pt x="422" y="37"/>
                </a:lnTo>
                <a:lnTo>
                  <a:pt x="423" y="36"/>
                </a:lnTo>
                <a:lnTo>
                  <a:pt x="424" y="35"/>
                </a:lnTo>
                <a:lnTo>
                  <a:pt x="425" y="35"/>
                </a:lnTo>
                <a:lnTo>
                  <a:pt x="425" y="34"/>
                </a:lnTo>
                <a:lnTo>
                  <a:pt x="426" y="34"/>
                </a:lnTo>
                <a:lnTo>
                  <a:pt x="426" y="33"/>
                </a:lnTo>
                <a:lnTo>
                  <a:pt x="426" y="32"/>
                </a:lnTo>
                <a:lnTo>
                  <a:pt x="427" y="32"/>
                </a:lnTo>
                <a:lnTo>
                  <a:pt x="427" y="31"/>
                </a:lnTo>
                <a:lnTo>
                  <a:pt x="428" y="31"/>
                </a:lnTo>
                <a:lnTo>
                  <a:pt x="429" y="31"/>
                </a:lnTo>
                <a:lnTo>
                  <a:pt x="429" y="30"/>
                </a:lnTo>
                <a:lnTo>
                  <a:pt x="430" y="30"/>
                </a:lnTo>
                <a:lnTo>
                  <a:pt x="430" y="29"/>
                </a:lnTo>
                <a:lnTo>
                  <a:pt x="431" y="29"/>
                </a:lnTo>
                <a:lnTo>
                  <a:pt x="432" y="28"/>
                </a:lnTo>
                <a:lnTo>
                  <a:pt x="432" y="29"/>
                </a:lnTo>
                <a:lnTo>
                  <a:pt x="432" y="30"/>
                </a:lnTo>
                <a:lnTo>
                  <a:pt x="433" y="30"/>
                </a:lnTo>
                <a:lnTo>
                  <a:pt x="432" y="30"/>
                </a:lnTo>
                <a:lnTo>
                  <a:pt x="432" y="31"/>
                </a:lnTo>
                <a:lnTo>
                  <a:pt x="432" y="32"/>
                </a:lnTo>
                <a:lnTo>
                  <a:pt x="431" y="32"/>
                </a:lnTo>
                <a:lnTo>
                  <a:pt x="431" y="33"/>
                </a:lnTo>
                <a:lnTo>
                  <a:pt x="431" y="32"/>
                </a:lnTo>
                <a:lnTo>
                  <a:pt x="432" y="32"/>
                </a:lnTo>
                <a:lnTo>
                  <a:pt x="432" y="33"/>
                </a:lnTo>
                <a:lnTo>
                  <a:pt x="431" y="33"/>
                </a:lnTo>
                <a:lnTo>
                  <a:pt x="431" y="34"/>
                </a:lnTo>
                <a:lnTo>
                  <a:pt x="431" y="35"/>
                </a:lnTo>
                <a:lnTo>
                  <a:pt x="430" y="35"/>
                </a:lnTo>
                <a:lnTo>
                  <a:pt x="430" y="36"/>
                </a:lnTo>
                <a:lnTo>
                  <a:pt x="430" y="37"/>
                </a:lnTo>
                <a:lnTo>
                  <a:pt x="430" y="39"/>
                </a:lnTo>
                <a:lnTo>
                  <a:pt x="430" y="40"/>
                </a:lnTo>
                <a:lnTo>
                  <a:pt x="429" y="40"/>
                </a:lnTo>
                <a:lnTo>
                  <a:pt x="429" y="41"/>
                </a:lnTo>
                <a:lnTo>
                  <a:pt x="429" y="42"/>
                </a:lnTo>
                <a:lnTo>
                  <a:pt x="429" y="43"/>
                </a:lnTo>
                <a:lnTo>
                  <a:pt x="429" y="44"/>
                </a:lnTo>
                <a:lnTo>
                  <a:pt x="429" y="45"/>
                </a:lnTo>
                <a:lnTo>
                  <a:pt x="429" y="46"/>
                </a:lnTo>
                <a:lnTo>
                  <a:pt x="430" y="46"/>
                </a:lnTo>
                <a:lnTo>
                  <a:pt x="431" y="46"/>
                </a:lnTo>
                <a:lnTo>
                  <a:pt x="431" y="47"/>
                </a:lnTo>
                <a:lnTo>
                  <a:pt x="431" y="46"/>
                </a:lnTo>
                <a:lnTo>
                  <a:pt x="432" y="46"/>
                </a:lnTo>
                <a:lnTo>
                  <a:pt x="433" y="47"/>
                </a:lnTo>
                <a:lnTo>
                  <a:pt x="434" y="47"/>
                </a:lnTo>
                <a:lnTo>
                  <a:pt x="435" y="47"/>
                </a:lnTo>
                <a:lnTo>
                  <a:pt x="436" y="47"/>
                </a:lnTo>
                <a:lnTo>
                  <a:pt x="437" y="47"/>
                </a:lnTo>
                <a:lnTo>
                  <a:pt x="438" y="47"/>
                </a:lnTo>
                <a:lnTo>
                  <a:pt x="438" y="46"/>
                </a:lnTo>
                <a:lnTo>
                  <a:pt x="439" y="46"/>
                </a:lnTo>
                <a:lnTo>
                  <a:pt x="439" y="45"/>
                </a:lnTo>
                <a:lnTo>
                  <a:pt x="440" y="45"/>
                </a:lnTo>
                <a:lnTo>
                  <a:pt x="440" y="46"/>
                </a:lnTo>
                <a:lnTo>
                  <a:pt x="440" y="47"/>
                </a:lnTo>
                <a:lnTo>
                  <a:pt x="440" y="48"/>
                </a:lnTo>
                <a:lnTo>
                  <a:pt x="441" y="48"/>
                </a:lnTo>
                <a:lnTo>
                  <a:pt x="441" y="49"/>
                </a:lnTo>
                <a:lnTo>
                  <a:pt x="441" y="50"/>
                </a:lnTo>
                <a:lnTo>
                  <a:pt x="440" y="50"/>
                </a:lnTo>
                <a:lnTo>
                  <a:pt x="441" y="50"/>
                </a:lnTo>
                <a:lnTo>
                  <a:pt x="442" y="50"/>
                </a:lnTo>
                <a:lnTo>
                  <a:pt x="443" y="50"/>
                </a:lnTo>
                <a:lnTo>
                  <a:pt x="442" y="50"/>
                </a:lnTo>
                <a:lnTo>
                  <a:pt x="442" y="51"/>
                </a:lnTo>
                <a:lnTo>
                  <a:pt x="443" y="51"/>
                </a:lnTo>
                <a:lnTo>
                  <a:pt x="443" y="50"/>
                </a:lnTo>
                <a:lnTo>
                  <a:pt x="444" y="50"/>
                </a:lnTo>
                <a:lnTo>
                  <a:pt x="444" y="51"/>
                </a:lnTo>
                <a:lnTo>
                  <a:pt x="443" y="51"/>
                </a:lnTo>
                <a:lnTo>
                  <a:pt x="444" y="51"/>
                </a:lnTo>
                <a:lnTo>
                  <a:pt x="444" y="52"/>
                </a:lnTo>
                <a:lnTo>
                  <a:pt x="444" y="53"/>
                </a:lnTo>
                <a:lnTo>
                  <a:pt x="445" y="53"/>
                </a:lnTo>
                <a:lnTo>
                  <a:pt x="445" y="54"/>
                </a:lnTo>
                <a:lnTo>
                  <a:pt x="446" y="54"/>
                </a:lnTo>
                <a:lnTo>
                  <a:pt x="446" y="55"/>
                </a:lnTo>
                <a:lnTo>
                  <a:pt x="447" y="55"/>
                </a:lnTo>
                <a:lnTo>
                  <a:pt x="447" y="56"/>
                </a:lnTo>
                <a:lnTo>
                  <a:pt x="446" y="56"/>
                </a:lnTo>
                <a:lnTo>
                  <a:pt x="445" y="57"/>
                </a:lnTo>
                <a:lnTo>
                  <a:pt x="444" y="57"/>
                </a:lnTo>
                <a:lnTo>
                  <a:pt x="444" y="58"/>
                </a:lnTo>
                <a:lnTo>
                  <a:pt x="444" y="59"/>
                </a:lnTo>
                <a:lnTo>
                  <a:pt x="443" y="59"/>
                </a:lnTo>
                <a:lnTo>
                  <a:pt x="442" y="59"/>
                </a:lnTo>
                <a:lnTo>
                  <a:pt x="441" y="59"/>
                </a:lnTo>
                <a:lnTo>
                  <a:pt x="441" y="60"/>
                </a:lnTo>
                <a:lnTo>
                  <a:pt x="440" y="60"/>
                </a:lnTo>
                <a:lnTo>
                  <a:pt x="439" y="60"/>
                </a:lnTo>
                <a:lnTo>
                  <a:pt x="439" y="61"/>
                </a:lnTo>
                <a:lnTo>
                  <a:pt x="438" y="61"/>
                </a:lnTo>
                <a:lnTo>
                  <a:pt x="438" y="62"/>
                </a:lnTo>
                <a:lnTo>
                  <a:pt x="437" y="62"/>
                </a:lnTo>
                <a:lnTo>
                  <a:pt x="437" y="63"/>
                </a:lnTo>
                <a:lnTo>
                  <a:pt x="438" y="63"/>
                </a:lnTo>
                <a:lnTo>
                  <a:pt x="439" y="63"/>
                </a:lnTo>
                <a:lnTo>
                  <a:pt x="440" y="63"/>
                </a:lnTo>
                <a:lnTo>
                  <a:pt x="441" y="63"/>
                </a:lnTo>
                <a:lnTo>
                  <a:pt x="442" y="63"/>
                </a:lnTo>
                <a:lnTo>
                  <a:pt x="443" y="64"/>
                </a:lnTo>
                <a:lnTo>
                  <a:pt x="443" y="65"/>
                </a:lnTo>
                <a:lnTo>
                  <a:pt x="444" y="65"/>
                </a:lnTo>
                <a:lnTo>
                  <a:pt x="444" y="66"/>
                </a:lnTo>
                <a:lnTo>
                  <a:pt x="445" y="66"/>
                </a:lnTo>
                <a:lnTo>
                  <a:pt x="445" y="67"/>
                </a:lnTo>
                <a:lnTo>
                  <a:pt x="446" y="67"/>
                </a:lnTo>
                <a:lnTo>
                  <a:pt x="447" y="67"/>
                </a:lnTo>
                <a:lnTo>
                  <a:pt x="447" y="68"/>
                </a:lnTo>
                <a:lnTo>
                  <a:pt x="448" y="68"/>
                </a:lnTo>
                <a:lnTo>
                  <a:pt x="448" y="69"/>
                </a:lnTo>
                <a:lnTo>
                  <a:pt x="448" y="70"/>
                </a:lnTo>
                <a:lnTo>
                  <a:pt x="448" y="71"/>
                </a:lnTo>
                <a:lnTo>
                  <a:pt x="447" y="71"/>
                </a:lnTo>
                <a:lnTo>
                  <a:pt x="446" y="71"/>
                </a:lnTo>
                <a:lnTo>
                  <a:pt x="446" y="72"/>
                </a:lnTo>
                <a:lnTo>
                  <a:pt x="447" y="72"/>
                </a:lnTo>
                <a:lnTo>
                  <a:pt x="447" y="73"/>
                </a:lnTo>
                <a:lnTo>
                  <a:pt x="446" y="74"/>
                </a:lnTo>
                <a:lnTo>
                  <a:pt x="446" y="75"/>
                </a:lnTo>
                <a:lnTo>
                  <a:pt x="445" y="75"/>
                </a:lnTo>
                <a:lnTo>
                  <a:pt x="444" y="75"/>
                </a:lnTo>
                <a:lnTo>
                  <a:pt x="443" y="75"/>
                </a:lnTo>
                <a:lnTo>
                  <a:pt x="442" y="75"/>
                </a:lnTo>
                <a:lnTo>
                  <a:pt x="441" y="75"/>
                </a:lnTo>
                <a:lnTo>
                  <a:pt x="441" y="76"/>
                </a:lnTo>
                <a:lnTo>
                  <a:pt x="440" y="76"/>
                </a:lnTo>
                <a:lnTo>
                  <a:pt x="440" y="77"/>
                </a:lnTo>
                <a:lnTo>
                  <a:pt x="440" y="78"/>
                </a:lnTo>
                <a:lnTo>
                  <a:pt x="440" y="79"/>
                </a:lnTo>
                <a:lnTo>
                  <a:pt x="440" y="80"/>
                </a:lnTo>
                <a:lnTo>
                  <a:pt x="440" y="81"/>
                </a:lnTo>
                <a:lnTo>
                  <a:pt x="439" y="81"/>
                </a:lnTo>
                <a:lnTo>
                  <a:pt x="439" y="82"/>
                </a:lnTo>
                <a:lnTo>
                  <a:pt x="438" y="82"/>
                </a:lnTo>
                <a:lnTo>
                  <a:pt x="437" y="82"/>
                </a:lnTo>
                <a:lnTo>
                  <a:pt x="437" y="83"/>
                </a:lnTo>
                <a:lnTo>
                  <a:pt x="437" y="84"/>
                </a:lnTo>
                <a:lnTo>
                  <a:pt x="437" y="85"/>
                </a:lnTo>
                <a:lnTo>
                  <a:pt x="436" y="85"/>
                </a:lnTo>
                <a:lnTo>
                  <a:pt x="436" y="86"/>
                </a:lnTo>
                <a:lnTo>
                  <a:pt x="435" y="86"/>
                </a:lnTo>
                <a:lnTo>
                  <a:pt x="435" y="87"/>
                </a:lnTo>
                <a:lnTo>
                  <a:pt x="435" y="88"/>
                </a:lnTo>
                <a:lnTo>
                  <a:pt x="435" y="89"/>
                </a:lnTo>
                <a:lnTo>
                  <a:pt x="436" y="89"/>
                </a:lnTo>
                <a:lnTo>
                  <a:pt x="436" y="90"/>
                </a:lnTo>
                <a:lnTo>
                  <a:pt x="437" y="90"/>
                </a:lnTo>
                <a:lnTo>
                  <a:pt x="437" y="89"/>
                </a:lnTo>
                <a:lnTo>
                  <a:pt x="437" y="90"/>
                </a:lnTo>
                <a:lnTo>
                  <a:pt x="438" y="90"/>
                </a:lnTo>
                <a:lnTo>
                  <a:pt x="438" y="91"/>
                </a:lnTo>
                <a:lnTo>
                  <a:pt x="439" y="91"/>
                </a:lnTo>
                <a:lnTo>
                  <a:pt x="439" y="92"/>
                </a:lnTo>
                <a:lnTo>
                  <a:pt x="438" y="92"/>
                </a:lnTo>
                <a:lnTo>
                  <a:pt x="439" y="92"/>
                </a:lnTo>
                <a:lnTo>
                  <a:pt x="439" y="93"/>
                </a:lnTo>
                <a:lnTo>
                  <a:pt x="440" y="93"/>
                </a:lnTo>
                <a:lnTo>
                  <a:pt x="440" y="92"/>
                </a:lnTo>
                <a:lnTo>
                  <a:pt x="441" y="92"/>
                </a:lnTo>
                <a:lnTo>
                  <a:pt x="441" y="91"/>
                </a:lnTo>
                <a:lnTo>
                  <a:pt x="442" y="91"/>
                </a:lnTo>
                <a:lnTo>
                  <a:pt x="442" y="92"/>
                </a:lnTo>
                <a:lnTo>
                  <a:pt x="443" y="92"/>
                </a:lnTo>
                <a:lnTo>
                  <a:pt x="442" y="92"/>
                </a:lnTo>
                <a:lnTo>
                  <a:pt x="442" y="93"/>
                </a:lnTo>
                <a:lnTo>
                  <a:pt x="443" y="94"/>
                </a:lnTo>
                <a:lnTo>
                  <a:pt x="442" y="94"/>
                </a:lnTo>
                <a:lnTo>
                  <a:pt x="443" y="95"/>
                </a:lnTo>
                <a:lnTo>
                  <a:pt x="442" y="95"/>
                </a:lnTo>
                <a:lnTo>
                  <a:pt x="442" y="96"/>
                </a:lnTo>
                <a:lnTo>
                  <a:pt x="441" y="97"/>
                </a:lnTo>
                <a:lnTo>
                  <a:pt x="440" y="97"/>
                </a:lnTo>
                <a:lnTo>
                  <a:pt x="440" y="98"/>
                </a:lnTo>
                <a:lnTo>
                  <a:pt x="440" y="99"/>
                </a:lnTo>
                <a:lnTo>
                  <a:pt x="441" y="99"/>
                </a:lnTo>
                <a:lnTo>
                  <a:pt x="440" y="99"/>
                </a:lnTo>
                <a:lnTo>
                  <a:pt x="440" y="100"/>
                </a:lnTo>
                <a:lnTo>
                  <a:pt x="440" y="101"/>
                </a:lnTo>
                <a:lnTo>
                  <a:pt x="441" y="102"/>
                </a:lnTo>
                <a:lnTo>
                  <a:pt x="442" y="102"/>
                </a:lnTo>
                <a:lnTo>
                  <a:pt x="441" y="102"/>
                </a:lnTo>
                <a:lnTo>
                  <a:pt x="441" y="103"/>
                </a:lnTo>
                <a:lnTo>
                  <a:pt x="442" y="103"/>
                </a:lnTo>
                <a:lnTo>
                  <a:pt x="442" y="104"/>
                </a:lnTo>
                <a:lnTo>
                  <a:pt x="442" y="105"/>
                </a:lnTo>
                <a:lnTo>
                  <a:pt x="442" y="106"/>
                </a:lnTo>
                <a:lnTo>
                  <a:pt x="442" y="107"/>
                </a:lnTo>
                <a:lnTo>
                  <a:pt x="443" y="107"/>
                </a:lnTo>
                <a:lnTo>
                  <a:pt x="444" y="107"/>
                </a:lnTo>
                <a:lnTo>
                  <a:pt x="444" y="106"/>
                </a:lnTo>
                <a:lnTo>
                  <a:pt x="444" y="105"/>
                </a:lnTo>
                <a:lnTo>
                  <a:pt x="445" y="105"/>
                </a:lnTo>
                <a:lnTo>
                  <a:pt x="445" y="104"/>
                </a:lnTo>
                <a:lnTo>
                  <a:pt x="446" y="105"/>
                </a:lnTo>
                <a:lnTo>
                  <a:pt x="446" y="106"/>
                </a:lnTo>
                <a:lnTo>
                  <a:pt x="445" y="106"/>
                </a:lnTo>
                <a:lnTo>
                  <a:pt x="445" y="107"/>
                </a:lnTo>
                <a:lnTo>
                  <a:pt x="446" y="107"/>
                </a:lnTo>
                <a:lnTo>
                  <a:pt x="446" y="108"/>
                </a:lnTo>
                <a:lnTo>
                  <a:pt x="446" y="109"/>
                </a:lnTo>
                <a:lnTo>
                  <a:pt x="447" y="109"/>
                </a:lnTo>
                <a:lnTo>
                  <a:pt x="447" y="110"/>
                </a:lnTo>
                <a:lnTo>
                  <a:pt x="447" y="109"/>
                </a:lnTo>
                <a:lnTo>
                  <a:pt x="448" y="109"/>
                </a:lnTo>
                <a:lnTo>
                  <a:pt x="448" y="108"/>
                </a:lnTo>
                <a:lnTo>
                  <a:pt x="449" y="108"/>
                </a:lnTo>
                <a:lnTo>
                  <a:pt x="449" y="107"/>
                </a:lnTo>
                <a:lnTo>
                  <a:pt x="449" y="106"/>
                </a:lnTo>
                <a:lnTo>
                  <a:pt x="450" y="106"/>
                </a:lnTo>
                <a:lnTo>
                  <a:pt x="451" y="106"/>
                </a:lnTo>
                <a:lnTo>
                  <a:pt x="451" y="105"/>
                </a:lnTo>
                <a:lnTo>
                  <a:pt x="452" y="105"/>
                </a:lnTo>
                <a:lnTo>
                  <a:pt x="453" y="105"/>
                </a:lnTo>
                <a:lnTo>
                  <a:pt x="454" y="105"/>
                </a:lnTo>
                <a:lnTo>
                  <a:pt x="455" y="105"/>
                </a:lnTo>
                <a:lnTo>
                  <a:pt x="455" y="106"/>
                </a:lnTo>
                <a:lnTo>
                  <a:pt x="456" y="106"/>
                </a:lnTo>
                <a:lnTo>
                  <a:pt x="456" y="107"/>
                </a:lnTo>
                <a:lnTo>
                  <a:pt x="455" y="107"/>
                </a:lnTo>
                <a:lnTo>
                  <a:pt x="455" y="108"/>
                </a:lnTo>
                <a:lnTo>
                  <a:pt x="456" y="108"/>
                </a:lnTo>
                <a:lnTo>
                  <a:pt x="456" y="109"/>
                </a:lnTo>
                <a:lnTo>
                  <a:pt x="457" y="109"/>
                </a:lnTo>
                <a:lnTo>
                  <a:pt x="458" y="109"/>
                </a:lnTo>
                <a:lnTo>
                  <a:pt x="459" y="109"/>
                </a:lnTo>
                <a:lnTo>
                  <a:pt x="459" y="110"/>
                </a:lnTo>
                <a:lnTo>
                  <a:pt x="459" y="111"/>
                </a:lnTo>
                <a:lnTo>
                  <a:pt x="459" y="112"/>
                </a:lnTo>
                <a:lnTo>
                  <a:pt x="460" y="112"/>
                </a:lnTo>
                <a:lnTo>
                  <a:pt x="461" y="112"/>
                </a:lnTo>
                <a:lnTo>
                  <a:pt x="462" y="112"/>
                </a:lnTo>
                <a:lnTo>
                  <a:pt x="463" y="112"/>
                </a:lnTo>
                <a:lnTo>
                  <a:pt x="463" y="111"/>
                </a:lnTo>
                <a:lnTo>
                  <a:pt x="464" y="111"/>
                </a:lnTo>
                <a:lnTo>
                  <a:pt x="465" y="111"/>
                </a:lnTo>
                <a:lnTo>
                  <a:pt x="465" y="110"/>
                </a:lnTo>
                <a:lnTo>
                  <a:pt x="465" y="111"/>
                </a:lnTo>
                <a:lnTo>
                  <a:pt x="466" y="111"/>
                </a:lnTo>
                <a:lnTo>
                  <a:pt x="465" y="111"/>
                </a:lnTo>
                <a:lnTo>
                  <a:pt x="465" y="112"/>
                </a:lnTo>
                <a:lnTo>
                  <a:pt x="466" y="112"/>
                </a:lnTo>
                <a:lnTo>
                  <a:pt x="465" y="112"/>
                </a:lnTo>
                <a:lnTo>
                  <a:pt x="465" y="113"/>
                </a:lnTo>
                <a:lnTo>
                  <a:pt x="465" y="114"/>
                </a:lnTo>
                <a:lnTo>
                  <a:pt x="466" y="114"/>
                </a:lnTo>
                <a:lnTo>
                  <a:pt x="466" y="115"/>
                </a:lnTo>
                <a:lnTo>
                  <a:pt x="467" y="115"/>
                </a:lnTo>
                <a:lnTo>
                  <a:pt x="467" y="116"/>
                </a:lnTo>
                <a:lnTo>
                  <a:pt x="466" y="116"/>
                </a:lnTo>
                <a:lnTo>
                  <a:pt x="466" y="117"/>
                </a:lnTo>
                <a:lnTo>
                  <a:pt x="466" y="118"/>
                </a:lnTo>
                <a:lnTo>
                  <a:pt x="467" y="118"/>
                </a:lnTo>
                <a:lnTo>
                  <a:pt x="467" y="119"/>
                </a:lnTo>
                <a:lnTo>
                  <a:pt x="467" y="120"/>
                </a:lnTo>
                <a:lnTo>
                  <a:pt x="467" y="121"/>
                </a:lnTo>
                <a:lnTo>
                  <a:pt x="468" y="121"/>
                </a:lnTo>
                <a:lnTo>
                  <a:pt x="468" y="122"/>
                </a:lnTo>
                <a:lnTo>
                  <a:pt x="468" y="121"/>
                </a:lnTo>
                <a:lnTo>
                  <a:pt x="469" y="121"/>
                </a:lnTo>
                <a:lnTo>
                  <a:pt x="469" y="120"/>
                </a:lnTo>
                <a:lnTo>
                  <a:pt x="470" y="120"/>
                </a:lnTo>
                <a:lnTo>
                  <a:pt x="471" y="120"/>
                </a:lnTo>
                <a:lnTo>
                  <a:pt x="471" y="121"/>
                </a:lnTo>
                <a:lnTo>
                  <a:pt x="471" y="122"/>
                </a:lnTo>
                <a:lnTo>
                  <a:pt x="471" y="123"/>
                </a:lnTo>
                <a:lnTo>
                  <a:pt x="470" y="123"/>
                </a:lnTo>
                <a:lnTo>
                  <a:pt x="471" y="124"/>
                </a:lnTo>
                <a:lnTo>
                  <a:pt x="472" y="124"/>
                </a:lnTo>
                <a:lnTo>
                  <a:pt x="472" y="125"/>
                </a:lnTo>
                <a:lnTo>
                  <a:pt x="473" y="126"/>
                </a:lnTo>
                <a:lnTo>
                  <a:pt x="472" y="126"/>
                </a:lnTo>
                <a:lnTo>
                  <a:pt x="473" y="126"/>
                </a:lnTo>
                <a:lnTo>
                  <a:pt x="473" y="127"/>
                </a:lnTo>
                <a:lnTo>
                  <a:pt x="473" y="126"/>
                </a:lnTo>
                <a:lnTo>
                  <a:pt x="474" y="125"/>
                </a:lnTo>
                <a:lnTo>
                  <a:pt x="475" y="125"/>
                </a:lnTo>
                <a:lnTo>
                  <a:pt x="476" y="125"/>
                </a:lnTo>
                <a:lnTo>
                  <a:pt x="476" y="126"/>
                </a:lnTo>
                <a:lnTo>
                  <a:pt x="476" y="127"/>
                </a:lnTo>
                <a:lnTo>
                  <a:pt x="476" y="128"/>
                </a:lnTo>
                <a:lnTo>
                  <a:pt x="475" y="128"/>
                </a:lnTo>
                <a:lnTo>
                  <a:pt x="475" y="129"/>
                </a:lnTo>
                <a:lnTo>
                  <a:pt x="476" y="129"/>
                </a:lnTo>
                <a:lnTo>
                  <a:pt x="476" y="130"/>
                </a:lnTo>
                <a:lnTo>
                  <a:pt x="476" y="131"/>
                </a:lnTo>
                <a:lnTo>
                  <a:pt x="477" y="131"/>
                </a:lnTo>
                <a:lnTo>
                  <a:pt x="476" y="131"/>
                </a:lnTo>
                <a:lnTo>
                  <a:pt x="477" y="131"/>
                </a:lnTo>
                <a:lnTo>
                  <a:pt x="477" y="132"/>
                </a:lnTo>
                <a:lnTo>
                  <a:pt x="478" y="132"/>
                </a:lnTo>
                <a:lnTo>
                  <a:pt x="479" y="132"/>
                </a:lnTo>
                <a:lnTo>
                  <a:pt x="480" y="132"/>
                </a:lnTo>
                <a:lnTo>
                  <a:pt x="481" y="131"/>
                </a:lnTo>
                <a:lnTo>
                  <a:pt x="482" y="131"/>
                </a:lnTo>
                <a:lnTo>
                  <a:pt x="482" y="132"/>
                </a:lnTo>
                <a:lnTo>
                  <a:pt x="482" y="133"/>
                </a:lnTo>
                <a:lnTo>
                  <a:pt x="483" y="133"/>
                </a:lnTo>
                <a:lnTo>
                  <a:pt x="484" y="132"/>
                </a:lnTo>
                <a:lnTo>
                  <a:pt x="484" y="133"/>
                </a:lnTo>
                <a:lnTo>
                  <a:pt x="484" y="134"/>
                </a:lnTo>
                <a:lnTo>
                  <a:pt x="484" y="135"/>
                </a:lnTo>
                <a:lnTo>
                  <a:pt x="484" y="136"/>
                </a:lnTo>
                <a:lnTo>
                  <a:pt x="483" y="136"/>
                </a:lnTo>
                <a:lnTo>
                  <a:pt x="483" y="137"/>
                </a:lnTo>
                <a:lnTo>
                  <a:pt x="483" y="138"/>
                </a:lnTo>
                <a:lnTo>
                  <a:pt x="484" y="138"/>
                </a:lnTo>
                <a:lnTo>
                  <a:pt x="484" y="139"/>
                </a:lnTo>
                <a:lnTo>
                  <a:pt x="484" y="140"/>
                </a:lnTo>
                <a:lnTo>
                  <a:pt x="484" y="141"/>
                </a:lnTo>
                <a:lnTo>
                  <a:pt x="484" y="142"/>
                </a:lnTo>
                <a:lnTo>
                  <a:pt x="483" y="143"/>
                </a:lnTo>
                <a:lnTo>
                  <a:pt x="484" y="143"/>
                </a:lnTo>
                <a:lnTo>
                  <a:pt x="484" y="144"/>
                </a:lnTo>
                <a:lnTo>
                  <a:pt x="483" y="144"/>
                </a:lnTo>
                <a:lnTo>
                  <a:pt x="483" y="145"/>
                </a:lnTo>
                <a:lnTo>
                  <a:pt x="483" y="146"/>
                </a:lnTo>
                <a:lnTo>
                  <a:pt x="482" y="145"/>
                </a:lnTo>
                <a:lnTo>
                  <a:pt x="482" y="146"/>
                </a:lnTo>
                <a:lnTo>
                  <a:pt x="481" y="146"/>
                </a:lnTo>
                <a:lnTo>
                  <a:pt x="481" y="147"/>
                </a:lnTo>
                <a:lnTo>
                  <a:pt x="481" y="148"/>
                </a:lnTo>
                <a:lnTo>
                  <a:pt x="482" y="148"/>
                </a:lnTo>
                <a:lnTo>
                  <a:pt x="482" y="149"/>
                </a:lnTo>
                <a:lnTo>
                  <a:pt x="482" y="150"/>
                </a:lnTo>
                <a:lnTo>
                  <a:pt x="482" y="151"/>
                </a:lnTo>
                <a:lnTo>
                  <a:pt x="482" y="152"/>
                </a:lnTo>
                <a:lnTo>
                  <a:pt x="482" y="153"/>
                </a:lnTo>
                <a:lnTo>
                  <a:pt x="481" y="153"/>
                </a:lnTo>
                <a:lnTo>
                  <a:pt x="481" y="154"/>
                </a:lnTo>
                <a:lnTo>
                  <a:pt x="482" y="155"/>
                </a:lnTo>
                <a:lnTo>
                  <a:pt x="482" y="156"/>
                </a:lnTo>
                <a:lnTo>
                  <a:pt x="481" y="157"/>
                </a:lnTo>
                <a:lnTo>
                  <a:pt x="481" y="158"/>
                </a:lnTo>
                <a:lnTo>
                  <a:pt x="480" y="158"/>
                </a:lnTo>
                <a:lnTo>
                  <a:pt x="479" y="158"/>
                </a:lnTo>
                <a:lnTo>
                  <a:pt x="480" y="158"/>
                </a:lnTo>
                <a:lnTo>
                  <a:pt x="479" y="159"/>
                </a:lnTo>
                <a:lnTo>
                  <a:pt x="479" y="160"/>
                </a:lnTo>
                <a:lnTo>
                  <a:pt x="478" y="160"/>
                </a:lnTo>
                <a:lnTo>
                  <a:pt x="478" y="161"/>
                </a:lnTo>
                <a:lnTo>
                  <a:pt x="479" y="162"/>
                </a:lnTo>
                <a:lnTo>
                  <a:pt x="480" y="162"/>
                </a:lnTo>
                <a:lnTo>
                  <a:pt x="481" y="162"/>
                </a:lnTo>
                <a:lnTo>
                  <a:pt x="481" y="163"/>
                </a:lnTo>
                <a:lnTo>
                  <a:pt x="482" y="163"/>
                </a:lnTo>
                <a:lnTo>
                  <a:pt x="483" y="163"/>
                </a:lnTo>
                <a:lnTo>
                  <a:pt x="483" y="164"/>
                </a:lnTo>
                <a:lnTo>
                  <a:pt x="484" y="165"/>
                </a:lnTo>
                <a:lnTo>
                  <a:pt x="484" y="166"/>
                </a:lnTo>
                <a:lnTo>
                  <a:pt x="485" y="166"/>
                </a:lnTo>
                <a:lnTo>
                  <a:pt x="486" y="167"/>
                </a:lnTo>
                <a:lnTo>
                  <a:pt x="487" y="167"/>
                </a:lnTo>
                <a:lnTo>
                  <a:pt x="487" y="166"/>
                </a:lnTo>
                <a:lnTo>
                  <a:pt x="488" y="167"/>
                </a:lnTo>
                <a:lnTo>
                  <a:pt x="489" y="167"/>
                </a:lnTo>
                <a:lnTo>
                  <a:pt x="489" y="168"/>
                </a:lnTo>
                <a:lnTo>
                  <a:pt x="490" y="168"/>
                </a:lnTo>
                <a:lnTo>
                  <a:pt x="490" y="169"/>
                </a:lnTo>
                <a:lnTo>
                  <a:pt x="490" y="170"/>
                </a:lnTo>
                <a:lnTo>
                  <a:pt x="489" y="170"/>
                </a:lnTo>
                <a:lnTo>
                  <a:pt x="489" y="171"/>
                </a:lnTo>
                <a:lnTo>
                  <a:pt x="488" y="171"/>
                </a:lnTo>
                <a:lnTo>
                  <a:pt x="488" y="172"/>
                </a:lnTo>
                <a:lnTo>
                  <a:pt x="487" y="172"/>
                </a:lnTo>
                <a:lnTo>
                  <a:pt x="487" y="173"/>
                </a:lnTo>
                <a:lnTo>
                  <a:pt x="488" y="173"/>
                </a:lnTo>
                <a:lnTo>
                  <a:pt x="488" y="174"/>
                </a:lnTo>
                <a:lnTo>
                  <a:pt x="489" y="175"/>
                </a:lnTo>
                <a:lnTo>
                  <a:pt x="489" y="176"/>
                </a:lnTo>
                <a:lnTo>
                  <a:pt x="490" y="177"/>
                </a:lnTo>
                <a:lnTo>
                  <a:pt x="490" y="176"/>
                </a:lnTo>
                <a:lnTo>
                  <a:pt x="491" y="177"/>
                </a:lnTo>
                <a:lnTo>
                  <a:pt x="492" y="177"/>
                </a:lnTo>
                <a:lnTo>
                  <a:pt x="493" y="177"/>
                </a:lnTo>
                <a:lnTo>
                  <a:pt x="493" y="178"/>
                </a:lnTo>
                <a:lnTo>
                  <a:pt x="493" y="179"/>
                </a:lnTo>
                <a:lnTo>
                  <a:pt x="494" y="179"/>
                </a:lnTo>
                <a:lnTo>
                  <a:pt x="493" y="179"/>
                </a:lnTo>
                <a:lnTo>
                  <a:pt x="493" y="180"/>
                </a:lnTo>
                <a:lnTo>
                  <a:pt x="493" y="181"/>
                </a:lnTo>
                <a:lnTo>
                  <a:pt x="494" y="181"/>
                </a:lnTo>
                <a:lnTo>
                  <a:pt x="494" y="182"/>
                </a:lnTo>
                <a:lnTo>
                  <a:pt x="493" y="182"/>
                </a:lnTo>
                <a:lnTo>
                  <a:pt x="493" y="183"/>
                </a:lnTo>
                <a:lnTo>
                  <a:pt x="492" y="182"/>
                </a:lnTo>
                <a:lnTo>
                  <a:pt x="492" y="183"/>
                </a:lnTo>
                <a:lnTo>
                  <a:pt x="493" y="183"/>
                </a:lnTo>
                <a:lnTo>
                  <a:pt x="492" y="183"/>
                </a:lnTo>
                <a:lnTo>
                  <a:pt x="493" y="183"/>
                </a:lnTo>
                <a:lnTo>
                  <a:pt x="493" y="184"/>
                </a:lnTo>
                <a:lnTo>
                  <a:pt x="493" y="185"/>
                </a:lnTo>
                <a:lnTo>
                  <a:pt x="492" y="185"/>
                </a:lnTo>
                <a:lnTo>
                  <a:pt x="492" y="186"/>
                </a:lnTo>
                <a:lnTo>
                  <a:pt x="491" y="186"/>
                </a:lnTo>
                <a:lnTo>
                  <a:pt x="491" y="187"/>
                </a:lnTo>
                <a:lnTo>
                  <a:pt x="490" y="187"/>
                </a:lnTo>
                <a:lnTo>
                  <a:pt x="490" y="188"/>
                </a:lnTo>
                <a:lnTo>
                  <a:pt x="489" y="188"/>
                </a:lnTo>
                <a:lnTo>
                  <a:pt x="488" y="188"/>
                </a:lnTo>
                <a:lnTo>
                  <a:pt x="488" y="189"/>
                </a:lnTo>
                <a:lnTo>
                  <a:pt x="488" y="190"/>
                </a:lnTo>
                <a:lnTo>
                  <a:pt x="487" y="190"/>
                </a:lnTo>
                <a:lnTo>
                  <a:pt x="487" y="191"/>
                </a:lnTo>
                <a:lnTo>
                  <a:pt x="487" y="192"/>
                </a:lnTo>
                <a:lnTo>
                  <a:pt x="486" y="192"/>
                </a:lnTo>
                <a:lnTo>
                  <a:pt x="485" y="192"/>
                </a:lnTo>
                <a:lnTo>
                  <a:pt x="484" y="192"/>
                </a:lnTo>
                <a:lnTo>
                  <a:pt x="483" y="192"/>
                </a:lnTo>
                <a:lnTo>
                  <a:pt x="483" y="193"/>
                </a:lnTo>
                <a:lnTo>
                  <a:pt x="482" y="194"/>
                </a:lnTo>
                <a:lnTo>
                  <a:pt x="482" y="195"/>
                </a:lnTo>
                <a:lnTo>
                  <a:pt x="481" y="196"/>
                </a:lnTo>
                <a:lnTo>
                  <a:pt x="480" y="196"/>
                </a:lnTo>
                <a:lnTo>
                  <a:pt x="480" y="197"/>
                </a:lnTo>
                <a:lnTo>
                  <a:pt x="480" y="198"/>
                </a:lnTo>
                <a:lnTo>
                  <a:pt x="480" y="199"/>
                </a:lnTo>
                <a:lnTo>
                  <a:pt x="479" y="199"/>
                </a:lnTo>
                <a:lnTo>
                  <a:pt x="478" y="199"/>
                </a:lnTo>
                <a:lnTo>
                  <a:pt x="477" y="200"/>
                </a:lnTo>
                <a:lnTo>
                  <a:pt x="476" y="200"/>
                </a:lnTo>
                <a:lnTo>
                  <a:pt x="475" y="200"/>
                </a:lnTo>
                <a:lnTo>
                  <a:pt x="475" y="199"/>
                </a:lnTo>
                <a:lnTo>
                  <a:pt x="474" y="200"/>
                </a:lnTo>
                <a:lnTo>
                  <a:pt x="473" y="200"/>
                </a:lnTo>
                <a:lnTo>
                  <a:pt x="472" y="200"/>
                </a:lnTo>
                <a:lnTo>
                  <a:pt x="471" y="200"/>
                </a:lnTo>
                <a:lnTo>
                  <a:pt x="471" y="201"/>
                </a:lnTo>
                <a:lnTo>
                  <a:pt x="470" y="201"/>
                </a:lnTo>
                <a:lnTo>
                  <a:pt x="470" y="200"/>
                </a:lnTo>
                <a:lnTo>
                  <a:pt x="470" y="201"/>
                </a:lnTo>
                <a:lnTo>
                  <a:pt x="469" y="201"/>
                </a:lnTo>
                <a:lnTo>
                  <a:pt x="470" y="202"/>
                </a:lnTo>
                <a:lnTo>
                  <a:pt x="471" y="203"/>
                </a:lnTo>
                <a:lnTo>
                  <a:pt x="471" y="204"/>
                </a:lnTo>
                <a:lnTo>
                  <a:pt x="471" y="205"/>
                </a:lnTo>
                <a:lnTo>
                  <a:pt x="472" y="205"/>
                </a:lnTo>
                <a:lnTo>
                  <a:pt x="472" y="206"/>
                </a:lnTo>
                <a:lnTo>
                  <a:pt x="472" y="207"/>
                </a:lnTo>
                <a:lnTo>
                  <a:pt x="472" y="208"/>
                </a:lnTo>
                <a:lnTo>
                  <a:pt x="473" y="208"/>
                </a:lnTo>
                <a:lnTo>
                  <a:pt x="473" y="209"/>
                </a:lnTo>
                <a:lnTo>
                  <a:pt x="472" y="209"/>
                </a:lnTo>
                <a:lnTo>
                  <a:pt x="473" y="209"/>
                </a:lnTo>
                <a:lnTo>
                  <a:pt x="474" y="210"/>
                </a:lnTo>
                <a:lnTo>
                  <a:pt x="474" y="211"/>
                </a:lnTo>
                <a:lnTo>
                  <a:pt x="474" y="212"/>
                </a:lnTo>
                <a:lnTo>
                  <a:pt x="473" y="212"/>
                </a:lnTo>
                <a:lnTo>
                  <a:pt x="473" y="213"/>
                </a:lnTo>
                <a:lnTo>
                  <a:pt x="473" y="214"/>
                </a:lnTo>
                <a:lnTo>
                  <a:pt x="472" y="214"/>
                </a:lnTo>
                <a:lnTo>
                  <a:pt x="471" y="214"/>
                </a:lnTo>
                <a:lnTo>
                  <a:pt x="470" y="214"/>
                </a:lnTo>
                <a:lnTo>
                  <a:pt x="470" y="213"/>
                </a:lnTo>
                <a:lnTo>
                  <a:pt x="469" y="213"/>
                </a:lnTo>
                <a:lnTo>
                  <a:pt x="469" y="214"/>
                </a:lnTo>
                <a:lnTo>
                  <a:pt x="469" y="213"/>
                </a:lnTo>
                <a:lnTo>
                  <a:pt x="468" y="213"/>
                </a:lnTo>
                <a:lnTo>
                  <a:pt x="467" y="213"/>
                </a:lnTo>
                <a:lnTo>
                  <a:pt x="467" y="214"/>
                </a:lnTo>
                <a:lnTo>
                  <a:pt x="466" y="214"/>
                </a:lnTo>
                <a:lnTo>
                  <a:pt x="466" y="215"/>
                </a:lnTo>
                <a:lnTo>
                  <a:pt x="467" y="215"/>
                </a:lnTo>
                <a:lnTo>
                  <a:pt x="467" y="216"/>
                </a:lnTo>
                <a:lnTo>
                  <a:pt x="466" y="216"/>
                </a:lnTo>
                <a:lnTo>
                  <a:pt x="465" y="216"/>
                </a:lnTo>
                <a:lnTo>
                  <a:pt x="464" y="216"/>
                </a:lnTo>
                <a:lnTo>
                  <a:pt x="464" y="215"/>
                </a:lnTo>
                <a:lnTo>
                  <a:pt x="464" y="216"/>
                </a:lnTo>
                <a:lnTo>
                  <a:pt x="464" y="217"/>
                </a:lnTo>
                <a:lnTo>
                  <a:pt x="463" y="217"/>
                </a:lnTo>
                <a:lnTo>
                  <a:pt x="463" y="218"/>
                </a:lnTo>
                <a:lnTo>
                  <a:pt x="462" y="218"/>
                </a:lnTo>
                <a:lnTo>
                  <a:pt x="462" y="219"/>
                </a:lnTo>
                <a:lnTo>
                  <a:pt x="461" y="219"/>
                </a:lnTo>
                <a:lnTo>
                  <a:pt x="460" y="218"/>
                </a:lnTo>
                <a:lnTo>
                  <a:pt x="459" y="218"/>
                </a:lnTo>
                <a:lnTo>
                  <a:pt x="459" y="217"/>
                </a:lnTo>
                <a:lnTo>
                  <a:pt x="458" y="217"/>
                </a:lnTo>
                <a:lnTo>
                  <a:pt x="457" y="218"/>
                </a:lnTo>
                <a:lnTo>
                  <a:pt x="457" y="219"/>
                </a:lnTo>
                <a:lnTo>
                  <a:pt x="457" y="220"/>
                </a:lnTo>
                <a:lnTo>
                  <a:pt x="457" y="221"/>
                </a:lnTo>
                <a:lnTo>
                  <a:pt x="456" y="221"/>
                </a:lnTo>
                <a:lnTo>
                  <a:pt x="455" y="220"/>
                </a:lnTo>
                <a:lnTo>
                  <a:pt x="454" y="220"/>
                </a:lnTo>
                <a:lnTo>
                  <a:pt x="454" y="219"/>
                </a:lnTo>
                <a:lnTo>
                  <a:pt x="452" y="220"/>
                </a:lnTo>
                <a:lnTo>
                  <a:pt x="452" y="221"/>
                </a:lnTo>
                <a:lnTo>
                  <a:pt x="451" y="221"/>
                </a:lnTo>
                <a:lnTo>
                  <a:pt x="452" y="222"/>
                </a:lnTo>
                <a:lnTo>
                  <a:pt x="451" y="222"/>
                </a:lnTo>
                <a:lnTo>
                  <a:pt x="450" y="223"/>
                </a:lnTo>
                <a:lnTo>
                  <a:pt x="450" y="222"/>
                </a:lnTo>
                <a:lnTo>
                  <a:pt x="449" y="223"/>
                </a:lnTo>
                <a:lnTo>
                  <a:pt x="448" y="224"/>
                </a:lnTo>
                <a:lnTo>
                  <a:pt x="448" y="225"/>
                </a:lnTo>
                <a:lnTo>
                  <a:pt x="447" y="225"/>
                </a:lnTo>
                <a:lnTo>
                  <a:pt x="447" y="226"/>
                </a:lnTo>
                <a:lnTo>
                  <a:pt x="446" y="227"/>
                </a:lnTo>
                <a:lnTo>
                  <a:pt x="446" y="229"/>
                </a:lnTo>
                <a:lnTo>
                  <a:pt x="446" y="230"/>
                </a:lnTo>
                <a:lnTo>
                  <a:pt x="446" y="231"/>
                </a:lnTo>
                <a:lnTo>
                  <a:pt x="447" y="231"/>
                </a:lnTo>
                <a:lnTo>
                  <a:pt x="448" y="231"/>
                </a:lnTo>
                <a:lnTo>
                  <a:pt x="448" y="232"/>
                </a:lnTo>
                <a:lnTo>
                  <a:pt x="449" y="233"/>
                </a:lnTo>
                <a:lnTo>
                  <a:pt x="449" y="234"/>
                </a:lnTo>
                <a:lnTo>
                  <a:pt x="449" y="236"/>
                </a:lnTo>
                <a:lnTo>
                  <a:pt x="449" y="237"/>
                </a:lnTo>
                <a:lnTo>
                  <a:pt x="449" y="238"/>
                </a:lnTo>
                <a:lnTo>
                  <a:pt x="448" y="240"/>
                </a:lnTo>
                <a:lnTo>
                  <a:pt x="447" y="240"/>
                </a:lnTo>
                <a:lnTo>
                  <a:pt x="446" y="241"/>
                </a:lnTo>
                <a:lnTo>
                  <a:pt x="445" y="241"/>
                </a:lnTo>
                <a:lnTo>
                  <a:pt x="444" y="243"/>
                </a:lnTo>
                <a:lnTo>
                  <a:pt x="443" y="244"/>
                </a:lnTo>
                <a:lnTo>
                  <a:pt x="443" y="245"/>
                </a:lnTo>
                <a:lnTo>
                  <a:pt x="443" y="246"/>
                </a:lnTo>
                <a:lnTo>
                  <a:pt x="442" y="247"/>
                </a:lnTo>
                <a:lnTo>
                  <a:pt x="441" y="248"/>
                </a:lnTo>
                <a:lnTo>
                  <a:pt x="440" y="249"/>
                </a:lnTo>
                <a:lnTo>
                  <a:pt x="440" y="250"/>
                </a:lnTo>
                <a:lnTo>
                  <a:pt x="439" y="251"/>
                </a:lnTo>
                <a:lnTo>
                  <a:pt x="439" y="252"/>
                </a:lnTo>
                <a:lnTo>
                  <a:pt x="438" y="253"/>
                </a:lnTo>
                <a:lnTo>
                  <a:pt x="437" y="254"/>
                </a:lnTo>
                <a:lnTo>
                  <a:pt x="436" y="255"/>
                </a:lnTo>
                <a:lnTo>
                  <a:pt x="436" y="254"/>
                </a:lnTo>
                <a:lnTo>
                  <a:pt x="435" y="254"/>
                </a:lnTo>
                <a:lnTo>
                  <a:pt x="435" y="255"/>
                </a:lnTo>
                <a:lnTo>
                  <a:pt x="435" y="256"/>
                </a:lnTo>
                <a:lnTo>
                  <a:pt x="435" y="257"/>
                </a:lnTo>
                <a:lnTo>
                  <a:pt x="434" y="259"/>
                </a:lnTo>
                <a:lnTo>
                  <a:pt x="435" y="259"/>
                </a:lnTo>
                <a:lnTo>
                  <a:pt x="435" y="260"/>
                </a:lnTo>
                <a:lnTo>
                  <a:pt x="434" y="260"/>
                </a:lnTo>
                <a:lnTo>
                  <a:pt x="434" y="261"/>
                </a:lnTo>
                <a:lnTo>
                  <a:pt x="434" y="262"/>
                </a:lnTo>
                <a:lnTo>
                  <a:pt x="433" y="262"/>
                </a:lnTo>
                <a:lnTo>
                  <a:pt x="433" y="263"/>
                </a:lnTo>
                <a:lnTo>
                  <a:pt x="432" y="264"/>
                </a:lnTo>
                <a:lnTo>
                  <a:pt x="433" y="265"/>
                </a:lnTo>
                <a:lnTo>
                  <a:pt x="432" y="265"/>
                </a:lnTo>
                <a:lnTo>
                  <a:pt x="433" y="266"/>
                </a:lnTo>
                <a:lnTo>
                  <a:pt x="434" y="267"/>
                </a:lnTo>
                <a:lnTo>
                  <a:pt x="435" y="267"/>
                </a:lnTo>
                <a:lnTo>
                  <a:pt x="436" y="267"/>
                </a:lnTo>
                <a:lnTo>
                  <a:pt x="436" y="266"/>
                </a:lnTo>
                <a:lnTo>
                  <a:pt x="437" y="267"/>
                </a:lnTo>
                <a:lnTo>
                  <a:pt x="436" y="268"/>
                </a:lnTo>
                <a:lnTo>
                  <a:pt x="435" y="271"/>
                </a:lnTo>
                <a:lnTo>
                  <a:pt x="434" y="272"/>
                </a:lnTo>
                <a:lnTo>
                  <a:pt x="434" y="273"/>
                </a:lnTo>
                <a:lnTo>
                  <a:pt x="434" y="274"/>
                </a:lnTo>
                <a:lnTo>
                  <a:pt x="434" y="275"/>
                </a:lnTo>
                <a:lnTo>
                  <a:pt x="434" y="276"/>
                </a:lnTo>
                <a:lnTo>
                  <a:pt x="434" y="277"/>
                </a:lnTo>
                <a:lnTo>
                  <a:pt x="435" y="277"/>
                </a:lnTo>
                <a:lnTo>
                  <a:pt x="436" y="277"/>
                </a:lnTo>
                <a:lnTo>
                  <a:pt x="437" y="277"/>
                </a:lnTo>
                <a:lnTo>
                  <a:pt x="437" y="278"/>
                </a:lnTo>
                <a:lnTo>
                  <a:pt x="437" y="279"/>
                </a:lnTo>
                <a:lnTo>
                  <a:pt x="436" y="279"/>
                </a:lnTo>
                <a:lnTo>
                  <a:pt x="435" y="280"/>
                </a:lnTo>
                <a:lnTo>
                  <a:pt x="434" y="280"/>
                </a:lnTo>
                <a:lnTo>
                  <a:pt x="434" y="281"/>
                </a:lnTo>
                <a:lnTo>
                  <a:pt x="435" y="281"/>
                </a:lnTo>
                <a:lnTo>
                  <a:pt x="435" y="282"/>
                </a:lnTo>
                <a:lnTo>
                  <a:pt x="434" y="283"/>
                </a:lnTo>
                <a:lnTo>
                  <a:pt x="435" y="283"/>
                </a:lnTo>
                <a:lnTo>
                  <a:pt x="435" y="284"/>
                </a:lnTo>
                <a:lnTo>
                  <a:pt x="436" y="284"/>
                </a:lnTo>
                <a:lnTo>
                  <a:pt x="437" y="284"/>
                </a:lnTo>
                <a:lnTo>
                  <a:pt x="438" y="284"/>
                </a:lnTo>
                <a:lnTo>
                  <a:pt x="439" y="284"/>
                </a:lnTo>
                <a:lnTo>
                  <a:pt x="440" y="285"/>
                </a:lnTo>
                <a:lnTo>
                  <a:pt x="441" y="286"/>
                </a:lnTo>
                <a:lnTo>
                  <a:pt x="443" y="286"/>
                </a:lnTo>
                <a:lnTo>
                  <a:pt x="444" y="286"/>
                </a:lnTo>
                <a:lnTo>
                  <a:pt x="444" y="285"/>
                </a:lnTo>
                <a:lnTo>
                  <a:pt x="445" y="284"/>
                </a:lnTo>
                <a:lnTo>
                  <a:pt x="445" y="285"/>
                </a:lnTo>
                <a:lnTo>
                  <a:pt x="446" y="285"/>
                </a:lnTo>
                <a:lnTo>
                  <a:pt x="447" y="284"/>
                </a:lnTo>
                <a:lnTo>
                  <a:pt x="447" y="283"/>
                </a:lnTo>
                <a:lnTo>
                  <a:pt x="448" y="283"/>
                </a:lnTo>
                <a:lnTo>
                  <a:pt x="449" y="283"/>
                </a:lnTo>
                <a:lnTo>
                  <a:pt x="451" y="283"/>
                </a:lnTo>
                <a:lnTo>
                  <a:pt x="452" y="282"/>
                </a:lnTo>
                <a:lnTo>
                  <a:pt x="453" y="282"/>
                </a:lnTo>
                <a:lnTo>
                  <a:pt x="453" y="283"/>
                </a:lnTo>
                <a:lnTo>
                  <a:pt x="454" y="283"/>
                </a:lnTo>
                <a:lnTo>
                  <a:pt x="455" y="282"/>
                </a:lnTo>
                <a:lnTo>
                  <a:pt x="455" y="281"/>
                </a:lnTo>
                <a:lnTo>
                  <a:pt x="456" y="281"/>
                </a:lnTo>
                <a:lnTo>
                  <a:pt x="456" y="282"/>
                </a:lnTo>
                <a:lnTo>
                  <a:pt x="457" y="282"/>
                </a:lnTo>
                <a:lnTo>
                  <a:pt x="458" y="281"/>
                </a:lnTo>
                <a:lnTo>
                  <a:pt x="459" y="281"/>
                </a:lnTo>
                <a:lnTo>
                  <a:pt x="459" y="282"/>
                </a:lnTo>
                <a:lnTo>
                  <a:pt x="458" y="283"/>
                </a:lnTo>
                <a:lnTo>
                  <a:pt x="459" y="284"/>
                </a:lnTo>
                <a:lnTo>
                  <a:pt x="459" y="285"/>
                </a:lnTo>
                <a:lnTo>
                  <a:pt x="458" y="285"/>
                </a:lnTo>
                <a:lnTo>
                  <a:pt x="458" y="286"/>
                </a:lnTo>
                <a:lnTo>
                  <a:pt x="457" y="287"/>
                </a:lnTo>
                <a:lnTo>
                  <a:pt x="457" y="288"/>
                </a:lnTo>
                <a:lnTo>
                  <a:pt x="457" y="290"/>
                </a:lnTo>
                <a:lnTo>
                  <a:pt x="458" y="290"/>
                </a:lnTo>
                <a:lnTo>
                  <a:pt x="459" y="290"/>
                </a:lnTo>
                <a:lnTo>
                  <a:pt x="458" y="292"/>
                </a:lnTo>
                <a:lnTo>
                  <a:pt x="456" y="295"/>
                </a:lnTo>
                <a:lnTo>
                  <a:pt x="456" y="296"/>
                </a:lnTo>
                <a:lnTo>
                  <a:pt x="456" y="297"/>
                </a:lnTo>
                <a:lnTo>
                  <a:pt x="455" y="298"/>
                </a:lnTo>
                <a:lnTo>
                  <a:pt x="454" y="300"/>
                </a:lnTo>
                <a:lnTo>
                  <a:pt x="453" y="302"/>
                </a:lnTo>
                <a:lnTo>
                  <a:pt x="453" y="303"/>
                </a:lnTo>
                <a:lnTo>
                  <a:pt x="452" y="303"/>
                </a:lnTo>
                <a:lnTo>
                  <a:pt x="452" y="304"/>
                </a:lnTo>
                <a:lnTo>
                  <a:pt x="451" y="305"/>
                </a:lnTo>
                <a:lnTo>
                  <a:pt x="450" y="305"/>
                </a:lnTo>
                <a:lnTo>
                  <a:pt x="450" y="306"/>
                </a:lnTo>
                <a:lnTo>
                  <a:pt x="450" y="307"/>
                </a:lnTo>
                <a:lnTo>
                  <a:pt x="449" y="308"/>
                </a:lnTo>
                <a:lnTo>
                  <a:pt x="450" y="308"/>
                </a:lnTo>
                <a:lnTo>
                  <a:pt x="450" y="309"/>
                </a:lnTo>
                <a:lnTo>
                  <a:pt x="450" y="310"/>
                </a:lnTo>
                <a:lnTo>
                  <a:pt x="449" y="310"/>
                </a:lnTo>
                <a:lnTo>
                  <a:pt x="450" y="310"/>
                </a:lnTo>
                <a:lnTo>
                  <a:pt x="451" y="311"/>
                </a:lnTo>
                <a:lnTo>
                  <a:pt x="451" y="310"/>
                </a:lnTo>
                <a:lnTo>
                  <a:pt x="452" y="310"/>
                </a:lnTo>
                <a:lnTo>
                  <a:pt x="453" y="310"/>
                </a:lnTo>
                <a:lnTo>
                  <a:pt x="453" y="311"/>
                </a:lnTo>
                <a:lnTo>
                  <a:pt x="453" y="312"/>
                </a:lnTo>
                <a:lnTo>
                  <a:pt x="453" y="313"/>
                </a:lnTo>
                <a:lnTo>
                  <a:pt x="453" y="314"/>
                </a:lnTo>
                <a:lnTo>
                  <a:pt x="453" y="315"/>
                </a:lnTo>
                <a:lnTo>
                  <a:pt x="454" y="315"/>
                </a:lnTo>
                <a:lnTo>
                  <a:pt x="456" y="317"/>
                </a:lnTo>
                <a:lnTo>
                  <a:pt x="457" y="319"/>
                </a:lnTo>
                <a:lnTo>
                  <a:pt x="458" y="319"/>
                </a:lnTo>
                <a:lnTo>
                  <a:pt x="458" y="320"/>
                </a:lnTo>
                <a:lnTo>
                  <a:pt x="458" y="321"/>
                </a:lnTo>
                <a:lnTo>
                  <a:pt x="459" y="322"/>
                </a:lnTo>
                <a:lnTo>
                  <a:pt x="460" y="323"/>
                </a:lnTo>
                <a:lnTo>
                  <a:pt x="460" y="324"/>
                </a:lnTo>
                <a:lnTo>
                  <a:pt x="461" y="325"/>
                </a:lnTo>
                <a:lnTo>
                  <a:pt x="462" y="325"/>
                </a:lnTo>
                <a:lnTo>
                  <a:pt x="463" y="325"/>
                </a:lnTo>
                <a:lnTo>
                  <a:pt x="464" y="326"/>
                </a:lnTo>
                <a:lnTo>
                  <a:pt x="463" y="327"/>
                </a:lnTo>
                <a:lnTo>
                  <a:pt x="462" y="327"/>
                </a:lnTo>
                <a:lnTo>
                  <a:pt x="462" y="328"/>
                </a:lnTo>
                <a:lnTo>
                  <a:pt x="461" y="328"/>
                </a:lnTo>
                <a:lnTo>
                  <a:pt x="461" y="329"/>
                </a:lnTo>
                <a:lnTo>
                  <a:pt x="461" y="330"/>
                </a:lnTo>
                <a:lnTo>
                  <a:pt x="461" y="331"/>
                </a:lnTo>
                <a:lnTo>
                  <a:pt x="460" y="332"/>
                </a:lnTo>
                <a:lnTo>
                  <a:pt x="460" y="334"/>
                </a:lnTo>
                <a:lnTo>
                  <a:pt x="460" y="335"/>
                </a:lnTo>
                <a:lnTo>
                  <a:pt x="461" y="335"/>
                </a:lnTo>
                <a:lnTo>
                  <a:pt x="459" y="335"/>
                </a:lnTo>
                <a:lnTo>
                  <a:pt x="457" y="337"/>
                </a:lnTo>
                <a:lnTo>
                  <a:pt x="457" y="338"/>
                </a:lnTo>
                <a:lnTo>
                  <a:pt x="457" y="339"/>
                </a:lnTo>
                <a:lnTo>
                  <a:pt x="456" y="339"/>
                </a:lnTo>
                <a:lnTo>
                  <a:pt x="456" y="340"/>
                </a:lnTo>
                <a:lnTo>
                  <a:pt x="455" y="341"/>
                </a:lnTo>
                <a:lnTo>
                  <a:pt x="455" y="342"/>
                </a:lnTo>
                <a:lnTo>
                  <a:pt x="456" y="342"/>
                </a:lnTo>
                <a:lnTo>
                  <a:pt x="456" y="343"/>
                </a:lnTo>
                <a:lnTo>
                  <a:pt x="457" y="343"/>
                </a:lnTo>
                <a:lnTo>
                  <a:pt x="457" y="344"/>
                </a:lnTo>
                <a:lnTo>
                  <a:pt x="457" y="345"/>
                </a:lnTo>
                <a:lnTo>
                  <a:pt x="457" y="346"/>
                </a:lnTo>
                <a:lnTo>
                  <a:pt x="457" y="347"/>
                </a:lnTo>
                <a:lnTo>
                  <a:pt x="457" y="349"/>
                </a:lnTo>
                <a:lnTo>
                  <a:pt x="457" y="350"/>
                </a:lnTo>
                <a:lnTo>
                  <a:pt x="457" y="351"/>
                </a:lnTo>
                <a:lnTo>
                  <a:pt x="458" y="351"/>
                </a:lnTo>
                <a:lnTo>
                  <a:pt x="458" y="354"/>
                </a:lnTo>
                <a:lnTo>
                  <a:pt x="458" y="355"/>
                </a:lnTo>
                <a:lnTo>
                  <a:pt x="458" y="356"/>
                </a:lnTo>
                <a:lnTo>
                  <a:pt x="459" y="356"/>
                </a:lnTo>
                <a:lnTo>
                  <a:pt x="460" y="356"/>
                </a:lnTo>
                <a:lnTo>
                  <a:pt x="460" y="357"/>
                </a:lnTo>
                <a:lnTo>
                  <a:pt x="460" y="358"/>
                </a:lnTo>
                <a:lnTo>
                  <a:pt x="461" y="358"/>
                </a:lnTo>
                <a:lnTo>
                  <a:pt x="461" y="359"/>
                </a:lnTo>
                <a:lnTo>
                  <a:pt x="461" y="360"/>
                </a:lnTo>
                <a:lnTo>
                  <a:pt x="462" y="360"/>
                </a:lnTo>
                <a:lnTo>
                  <a:pt x="463" y="360"/>
                </a:lnTo>
                <a:lnTo>
                  <a:pt x="464" y="360"/>
                </a:lnTo>
                <a:lnTo>
                  <a:pt x="465" y="360"/>
                </a:lnTo>
                <a:lnTo>
                  <a:pt x="466" y="360"/>
                </a:lnTo>
                <a:lnTo>
                  <a:pt x="467" y="360"/>
                </a:lnTo>
                <a:lnTo>
                  <a:pt x="468" y="360"/>
                </a:lnTo>
                <a:lnTo>
                  <a:pt x="469" y="360"/>
                </a:lnTo>
                <a:lnTo>
                  <a:pt x="470" y="360"/>
                </a:lnTo>
                <a:lnTo>
                  <a:pt x="471" y="361"/>
                </a:lnTo>
                <a:lnTo>
                  <a:pt x="472" y="361"/>
                </a:lnTo>
                <a:lnTo>
                  <a:pt x="472" y="362"/>
                </a:lnTo>
                <a:lnTo>
                  <a:pt x="472" y="363"/>
                </a:lnTo>
                <a:lnTo>
                  <a:pt x="473" y="363"/>
                </a:lnTo>
                <a:lnTo>
                  <a:pt x="474" y="363"/>
                </a:lnTo>
                <a:lnTo>
                  <a:pt x="474" y="364"/>
                </a:lnTo>
                <a:lnTo>
                  <a:pt x="476" y="364"/>
                </a:lnTo>
                <a:lnTo>
                  <a:pt x="477" y="364"/>
                </a:lnTo>
                <a:lnTo>
                  <a:pt x="478" y="364"/>
                </a:lnTo>
                <a:lnTo>
                  <a:pt x="479" y="364"/>
                </a:lnTo>
                <a:lnTo>
                  <a:pt x="480" y="364"/>
                </a:lnTo>
                <a:lnTo>
                  <a:pt x="480" y="365"/>
                </a:lnTo>
                <a:lnTo>
                  <a:pt x="480" y="366"/>
                </a:lnTo>
                <a:lnTo>
                  <a:pt x="479" y="366"/>
                </a:lnTo>
                <a:lnTo>
                  <a:pt x="479" y="367"/>
                </a:lnTo>
                <a:lnTo>
                  <a:pt x="479" y="368"/>
                </a:lnTo>
                <a:lnTo>
                  <a:pt x="478" y="369"/>
                </a:lnTo>
                <a:lnTo>
                  <a:pt x="478" y="370"/>
                </a:lnTo>
                <a:lnTo>
                  <a:pt x="478" y="371"/>
                </a:lnTo>
                <a:lnTo>
                  <a:pt x="478" y="372"/>
                </a:lnTo>
                <a:lnTo>
                  <a:pt x="477" y="372"/>
                </a:lnTo>
                <a:lnTo>
                  <a:pt x="477" y="373"/>
                </a:lnTo>
                <a:lnTo>
                  <a:pt x="477" y="374"/>
                </a:lnTo>
                <a:lnTo>
                  <a:pt x="479" y="374"/>
                </a:lnTo>
                <a:lnTo>
                  <a:pt x="480" y="374"/>
                </a:lnTo>
                <a:lnTo>
                  <a:pt x="479" y="375"/>
                </a:lnTo>
                <a:lnTo>
                  <a:pt x="479" y="376"/>
                </a:lnTo>
                <a:lnTo>
                  <a:pt x="478" y="376"/>
                </a:lnTo>
                <a:lnTo>
                  <a:pt x="478" y="377"/>
                </a:lnTo>
                <a:lnTo>
                  <a:pt x="478" y="378"/>
                </a:lnTo>
                <a:lnTo>
                  <a:pt x="478" y="379"/>
                </a:lnTo>
                <a:lnTo>
                  <a:pt x="478" y="380"/>
                </a:lnTo>
                <a:lnTo>
                  <a:pt x="478" y="381"/>
                </a:lnTo>
                <a:lnTo>
                  <a:pt x="478" y="382"/>
                </a:lnTo>
                <a:lnTo>
                  <a:pt x="477" y="382"/>
                </a:lnTo>
                <a:lnTo>
                  <a:pt x="477" y="381"/>
                </a:lnTo>
                <a:lnTo>
                  <a:pt x="476" y="381"/>
                </a:lnTo>
                <a:lnTo>
                  <a:pt x="476" y="382"/>
                </a:lnTo>
                <a:lnTo>
                  <a:pt x="475" y="382"/>
                </a:lnTo>
                <a:lnTo>
                  <a:pt x="475" y="383"/>
                </a:lnTo>
                <a:lnTo>
                  <a:pt x="474" y="383"/>
                </a:lnTo>
                <a:lnTo>
                  <a:pt x="474" y="384"/>
                </a:lnTo>
                <a:lnTo>
                  <a:pt x="473" y="385"/>
                </a:lnTo>
                <a:lnTo>
                  <a:pt x="473" y="386"/>
                </a:lnTo>
                <a:lnTo>
                  <a:pt x="474" y="386"/>
                </a:lnTo>
                <a:lnTo>
                  <a:pt x="474" y="387"/>
                </a:lnTo>
                <a:lnTo>
                  <a:pt x="474" y="388"/>
                </a:lnTo>
                <a:lnTo>
                  <a:pt x="475" y="389"/>
                </a:lnTo>
                <a:lnTo>
                  <a:pt x="474" y="389"/>
                </a:lnTo>
                <a:lnTo>
                  <a:pt x="473" y="390"/>
                </a:lnTo>
                <a:lnTo>
                  <a:pt x="474" y="390"/>
                </a:lnTo>
                <a:lnTo>
                  <a:pt x="474" y="391"/>
                </a:lnTo>
                <a:lnTo>
                  <a:pt x="473" y="391"/>
                </a:lnTo>
                <a:lnTo>
                  <a:pt x="474" y="391"/>
                </a:lnTo>
                <a:lnTo>
                  <a:pt x="474" y="392"/>
                </a:lnTo>
                <a:lnTo>
                  <a:pt x="473" y="392"/>
                </a:lnTo>
                <a:lnTo>
                  <a:pt x="473" y="393"/>
                </a:lnTo>
                <a:lnTo>
                  <a:pt x="472" y="393"/>
                </a:lnTo>
                <a:lnTo>
                  <a:pt x="472" y="394"/>
                </a:lnTo>
                <a:lnTo>
                  <a:pt x="472" y="395"/>
                </a:lnTo>
                <a:lnTo>
                  <a:pt x="473" y="396"/>
                </a:lnTo>
                <a:lnTo>
                  <a:pt x="472" y="396"/>
                </a:lnTo>
                <a:lnTo>
                  <a:pt x="471" y="397"/>
                </a:lnTo>
                <a:lnTo>
                  <a:pt x="470" y="397"/>
                </a:lnTo>
                <a:lnTo>
                  <a:pt x="470" y="398"/>
                </a:lnTo>
                <a:lnTo>
                  <a:pt x="469" y="398"/>
                </a:lnTo>
                <a:lnTo>
                  <a:pt x="468" y="399"/>
                </a:lnTo>
                <a:lnTo>
                  <a:pt x="468" y="402"/>
                </a:lnTo>
                <a:lnTo>
                  <a:pt x="467" y="403"/>
                </a:lnTo>
                <a:lnTo>
                  <a:pt x="466" y="403"/>
                </a:lnTo>
                <a:lnTo>
                  <a:pt x="465" y="403"/>
                </a:lnTo>
                <a:lnTo>
                  <a:pt x="465" y="404"/>
                </a:lnTo>
                <a:lnTo>
                  <a:pt x="466" y="404"/>
                </a:lnTo>
                <a:lnTo>
                  <a:pt x="466" y="405"/>
                </a:lnTo>
                <a:lnTo>
                  <a:pt x="466" y="406"/>
                </a:lnTo>
                <a:lnTo>
                  <a:pt x="465" y="406"/>
                </a:lnTo>
                <a:lnTo>
                  <a:pt x="466" y="407"/>
                </a:lnTo>
                <a:lnTo>
                  <a:pt x="467" y="408"/>
                </a:lnTo>
                <a:lnTo>
                  <a:pt x="467" y="407"/>
                </a:lnTo>
                <a:lnTo>
                  <a:pt x="468" y="407"/>
                </a:lnTo>
                <a:lnTo>
                  <a:pt x="468" y="406"/>
                </a:lnTo>
                <a:lnTo>
                  <a:pt x="469" y="406"/>
                </a:lnTo>
                <a:lnTo>
                  <a:pt x="470" y="406"/>
                </a:lnTo>
                <a:lnTo>
                  <a:pt x="471" y="405"/>
                </a:lnTo>
                <a:lnTo>
                  <a:pt x="471" y="404"/>
                </a:lnTo>
                <a:lnTo>
                  <a:pt x="472" y="404"/>
                </a:lnTo>
                <a:lnTo>
                  <a:pt x="473" y="405"/>
                </a:lnTo>
                <a:lnTo>
                  <a:pt x="473" y="404"/>
                </a:lnTo>
                <a:lnTo>
                  <a:pt x="474" y="404"/>
                </a:lnTo>
                <a:lnTo>
                  <a:pt x="474" y="405"/>
                </a:lnTo>
                <a:lnTo>
                  <a:pt x="475" y="405"/>
                </a:lnTo>
                <a:lnTo>
                  <a:pt x="475" y="404"/>
                </a:lnTo>
                <a:lnTo>
                  <a:pt x="475" y="405"/>
                </a:lnTo>
                <a:lnTo>
                  <a:pt x="475" y="406"/>
                </a:lnTo>
                <a:lnTo>
                  <a:pt x="476" y="406"/>
                </a:lnTo>
                <a:lnTo>
                  <a:pt x="477" y="406"/>
                </a:lnTo>
                <a:lnTo>
                  <a:pt x="478" y="406"/>
                </a:lnTo>
                <a:lnTo>
                  <a:pt x="478" y="405"/>
                </a:lnTo>
                <a:lnTo>
                  <a:pt x="479" y="405"/>
                </a:lnTo>
                <a:lnTo>
                  <a:pt x="479" y="404"/>
                </a:lnTo>
                <a:lnTo>
                  <a:pt x="480" y="404"/>
                </a:lnTo>
                <a:lnTo>
                  <a:pt x="480" y="403"/>
                </a:lnTo>
                <a:lnTo>
                  <a:pt x="481" y="403"/>
                </a:lnTo>
                <a:lnTo>
                  <a:pt x="482" y="403"/>
                </a:lnTo>
                <a:lnTo>
                  <a:pt x="483" y="403"/>
                </a:lnTo>
                <a:lnTo>
                  <a:pt x="483" y="402"/>
                </a:lnTo>
                <a:lnTo>
                  <a:pt x="484" y="402"/>
                </a:lnTo>
                <a:lnTo>
                  <a:pt x="485" y="402"/>
                </a:lnTo>
                <a:lnTo>
                  <a:pt x="485" y="401"/>
                </a:lnTo>
                <a:lnTo>
                  <a:pt x="486" y="401"/>
                </a:lnTo>
                <a:lnTo>
                  <a:pt x="487" y="401"/>
                </a:lnTo>
                <a:lnTo>
                  <a:pt x="487" y="402"/>
                </a:lnTo>
                <a:lnTo>
                  <a:pt x="487" y="403"/>
                </a:lnTo>
                <a:lnTo>
                  <a:pt x="488" y="403"/>
                </a:lnTo>
                <a:lnTo>
                  <a:pt x="489" y="402"/>
                </a:lnTo>
                <a:lnTo>
                  <a:pt x="490" y="402"/>
                </a:lnTo>
                <a:lnTo>
                  <a:pt x="490" y="403"/>
                </a:lnTo>
                <a:lnTo>
                  <a:pt x="490" y="404"/>
                </a:lnTo>
                <a:lnTo>
                  <a:pt x="491" y="404"/>
                </a:lnTo>
                <a:lnTo>
                  <a:pt x="491" y="405"/>
                </a:lnTo>
                <a:lnTo>
                  <a:pt x="490" y="405"/>
                </a:lnTo>
                <a:lnTo>
                  <a:pt x="490" y="406"/>
                </a:lnTo>
                <a:lnTo>
                  <a:pt x="491" y="407"/>
                </a:lnTo>
                <a:lnTo>
                  <a:pt x="492" y="407"/>
                </a:lnTo>
                <a:lnTo>
                  <a:pt x="491" y="408"/>
                </a:lnTo>
                <a:lnTo>
                  <a:pt x="490" y="408"/>
                </a:lnTo>
                <a:lnTo>
                  <a:pt x="490" y="409"/>
                </a:lnTo>
                <a:lnTo>
                  <a:pt x="489" y="409"/>
                </a:lnTo>
                <a:lnTo>
                  <a:pt x="488" y="410"/>
                </a:lnTo>
                <a:lnTo>
                  <a:pt x="487" y="411"/>
                </a:lnTo>
                <a:lnTo>
                  <a:pt x="486" y="411"/>
                </a:lnTo>
                <a:lnTo>
                  <a:pt x="486" y="410"/>
                </a:lnTo>
                <a:lnTo>
                  <a:pt x="485" y="410"/>
                </a:lnTo>
                <a:lnTo>
                  <a:pt x="485" y="411"/>
                </a:lnTo>
                <a:lnTo>
                  <a:pt x="484" y="411"/>
                </a:lnTo>
                <a:lnTo>
                  <a:pt x="483" y="412"/>
                </a:lnTo>
                <a:lnTo>
                  <a:pt x="482" y="412"/>
                </a:lnTo>
                <a:lnTo>
                  <a:pt x="481" y="413"/>
                </a:lnTo>
                <a:lnTo>
                  <a:pt x="480" y="413"/>
                </a:lnTo>
                <a:lnTo>
                  <a:pt x="480" y="414"/>
                </a:lnTo>
                <a:lnTo>
                  <a:pt x="481" y="414"/>
                </a:lnTo>
                <a:lnTo>
                  <a:pt x="481" y="415"/>
                </a:lnTo>
                <a:lnTo>
                  <a:pt x="480" y="416"/>
                </a:lnTo>
                <a:lnTo>
                  <a:pt x="478" y="416"/>
                </a:lnTo>
                <a:lnTo>
                  <a:pt x="477" y="416"/>
                </a:lnTo>
                <a:lnTo>
                  <a:pt x="477" y="415"/>
                </a:lnTo>
                <a:lnTo>
                  <a:pt x="476" y="415"/>
                </a:lnTo>
                <a:lnTo>
                  <a:pt x="475" y="415"/>
                </a:lnTo>
                <a:lnTo>
                  <a:pt x="474" y="415"/>
                </a:lnTo>
                <a:lnTo>
                  <a:pt x="474" y="416"/>
                </a:lnTo>
                <a:lnTo>
                  <a:pt x="474" y="417"/>
                </a:lnTo>
                <a:lnTo>
                  <a:pt x="473" y="418"/>
                </a:lnTo>
                <a:lnTo>
                  <a:pt x="474" y="418"/>
                </a:lnTo>
                <a:lnTo>
                  <a:pt x="473" y="419"/>
                </a:lnTo>
                <a:lnTo>
                  <a:pt x="473" y="420"/>
                </a:lnTo>
                <a:lnTo>
                  <a:pt x="472" y="420"/>
                </a:lnTo>
                <a:lnTo>
                  <a:pt x="472" y="421"/>
                </a:lnTo>
                <a:lnTo>
                  <a:pt x="471" y="421"/>
                </a:lnTo>
                <a:lnTo>
                  <a:pt x="471" y="422"/>
                </a:lnTo>
                <a:lnTo>
                  <a:pt x="471" y="423"/>
                </a:lnTo>
                <a:lnTo>
                  <a:pt x="472" y="423"/>
                </a:lnTo>
                <a:lnTo>
                  <a:pt x="472" y="424"/>
                </a:lnTo>
                <a:lnTo>
                  <a:pt x="473" y="424"/>
                </a:lnTo>
                <a:lnTo>
                  <a:pt x="473" y="425"/>
                </a:lnTo>
                <a:lnTo>
                  <a:pt x="472" y="425"/>
                </a:lnTo>
                <a:lnTo>
                  <a:pt x="472" y="426"/>
                </a:lnTo>
                <a:lnTo>
                  <a:pt x="472" y="427"/>
                </a:lnTo>
                <a:lnTo>
                  <a:pt x="472" y="428"/>
                </a:lnTo>
                <a:lnTo>
                  <a:pt x="473" y="429"/>
                </a:lnTo>
                <a:lnTo>
                  <a:pt x="473" y="430"/>
                </a:lnTo>
                <a:lnTo>
                  <a:pt x="472" y="431"/>
                </a:lnTo>
                <a:lnTo>
                  <a:pt x="472" y="432"/>
                </a:lnTo>
                <a:lnTo>
                  <a:pt x="472" y="433"/>
                </a:lnTo>
                <a:lnTo>
                  <a:pt x="473" y="434"/>
                </a:lnTo>
                <a:lnTo>
                  <a:pt x="472" y="434"/>
                </a:lnTo>
                <a:lnTo>
                  <a:pt x="472" y="435"/>
                </a:lnTo>
                <a:lnTo>
                  <a:pt x="471" y="435"/>
                </a:lnTo>
                <a:lnTo>
                  <a:pt x="471" y="436"/>
                </a:lnTo>
                <a:lnTo>
                  <a:pt x="471" y="437"/>
                </a:lnTo>
                <a:lnTo>
                  <a:pt x="471" y="436"/>
                </a:lnTo>
                <a:lnTo>
                  <a:pt x="471" y="437"/>
                </a:lnTo>
                <a:lnTo>
                  <a:pt x="469" y="437"/>
                </a:lnTo>
                <a:lnTo>
                  <a:pt x="469" y="438"/>
                </a:lnTo>
                <a:lnTo>
                  <a:pt x="468" y="440"/>
                </a:lnTo>
                <a:lnTo>
                  <a:pt x="467" y="440"/>
                </a:lnTo>
                <a:lnTo>
                  <a:pt x="468" y="441"/>
                </a:lnTo>
                <a:lnTo>
                  <a:pt x="468" y="442"/>
                </a:lnTo>
                <a:lnTo>
                  <a:pt x="467" y="443"/>
                </a:lnTo>
                <a:lnTo>
                  <a:pt x="467" y="444"/>
                </a:lnTo>
                <a:lnTo>
                  <a:pt x="466" y="445"/>
                </a:lnTo>
                <a:lnTo>
                  <a:pt x="466" y="446"/>
                </a:lnTo>
                <a:lnTo>
                  <a:pt x="467" y="446"/>
                </a:lnTo>
                <a:lnTo>
                  <a:pt x="466" y="447"/>
                </a:lnTo>
                <a:lnTo>
                  <a:pt x="465" y="447"/>
                </a:lnTo>
                <a:lnTo>
                  <a:pt x="464" y="449"/>
                </a:lnTo>
                <a:lnTo>
                  <a:pt x="463" y="449"/>
                </a:lnTo>
                <a:lnTo>
                  <a:pt x="463" y="450"/>
                </a:lnTo>
                <a:lnTo>
                  <a:pt x="463" y="451"/>
                </a:lnTo>
                <a:lnTo>
                  <a:pt x="462" y="451"/>
                </a:lnTo>
                <a:lnTo>
                  <a:pt x="463" y="452"/>
                </a:lnTo>
                <a:lnTo>
                  <a:pt x="463" y="453"/>
                </a:lnTo>
                <a:lnTo>
                  <a:pt x="463" y="454"/>
                </a:lnTo>
                <a:lnTo>
                  <a:pt x="463" y="455"/>
                </a:lnTo>
                <a:lnTo>
                  <a:pt x="464" y="455"/>
                </a:lnTo>
                <a:lnTo>
                  <a:pt x="464" y="456"/>
                </a:lnTo>
                <a:lnTo>
                  <a:pt x="464" y="457"/>
                </a:lnTo>
                <a:lnTo>
                  <a:pt x="465" y="458"/>
                </a:lnTo>
                <a:lnTo>
                  <a:pt x="465" y="459"/>
                </a:lnTo>
                <a:lnTo>
                  <a:pt x="466" y="460"/>
                </a:lnTo>
                <a:lnTo>
                  <a:pt x="466" y="461"/>
                </a:lnTo>
                <a:lnTo>
                  <a:pt x="466" y="462"/>
                </a:lnTo>
                <a:lnTo>
                  <a:pt x="467" y="463"/>
                </a:lnTo>
                <a:lnTo>
                  <a:pt x="468" y="463"/>
                </a:lnTo>
                <a:lnTo>
                  <a:pt x="468" y="464"/>
                </a:lnTo>
                <a:lnTo>
                  <a:pt x="469" y="464"/>
                </a:lnTo>
                <a:lnTo>
                  <a:pt x="468" y="466"/>
                </a:lnTo>
                <a:lnTo>
                  <a:pt x="468" y="467"/>
                </a:lnTo>
                <a:lnTo>
                  <a:pt x="469" y="467"/>
                </a:lnTo>
                <a:lnTo>
                  <a:pt x="470" y="468"/>
                </a:lnTo>
                <a:lnTo>
                  <a:pt x="469" y="468"/>
                </a:lnTo>
                <a:lnTo>
                  <a:pt x="469" y="469"/>
                </a:lnTo>
                <a:lnTo>
                  <a:pt x="469" y="470"/>
                </a:lnTo>
                <a:lnTo>
                  <a:pt x="469" y="471"/>
                </a:lnTo>
                <a:lnTo>
                  <a:pt x="468" y="471"/>
                </a:lnTo>
                <a:lnTo>
                  <a:pt x="467" y="471"/>
                </a:lnTo>
                <a:lnTo>
                  <a:pt x="467" y="472"/>
                </a:lnTo>
                <a:lnTo>
                  <a:pt x="466" y="473"/>
                </a:lnTo>
                <a:lnTo>
                  <a:pt x="466" y="474"/>
                </a:lnTo>
                <a:lnTo>
                  <a:pt x="466" y="476"/>
                </a:lnTo>
                <a:lnTo>
                  <a:pt x="467" y="476"/>
                </a:lnTo>
                <a:lnTo>
                  <a:pt x="466" y="477"/>
                </a:lnTo>
                <a:lnTo>
                  <a:pt x="465" y="478"/>
                </a:lnTo>
                <a:lnTo>
                  <a:pt x="465" y="479"/>
                </a:lnTo>
                <a:lnTo>
                  <a:pt x="465" y="480"/>
                </a:lnTo>
                <a:lnTo>
                  <a:pt x="465" y="481"/>
                </a:lnTo>
                <a:lnTo>
                  <a:pt x="464" y="481"/>
                </a:lnTo>
                <a:lnTo>
                  <a:pt x="464" y="480"/>
                </a:lnTo>
                <a:lnTo>
                  <a:pt x="462" y="480"/>
                </a:lnTo>
                <a:lnTo>
                  <a:pt x="460" y="481"/>
                </a:lnTo>
                <a:lnTo>
                  <a:pt x="460" y="482"/>
                </a:lnTo>
                <a:lnTo>
                  <a:pt x="460" y="483"/>
                </a:lnTo>
                <a:lnTo>
                  <a:pt x="459" y="487"/>
                </a:lnTo>
                <a:lnTo>
                  <a:pt x="458" y="488"/>
                </a:lnTo>
                <a:lnTo>
                  <a:pt x="457" y="488"/>
                </a:lnTo>
                <a:lnTo>
                  <a:pt x="456" y="488"/>
                </a:lnTo>
                <a:lnTo>
                  <a:pt x="455" y="489"/>
                </a:lnTo>
                <a:lnTo>
                  <a:pt x="455" y="490"/>
                </a:lnTo>
                <a:lnTo>
                  <a:pt x="454" y="492"/>
                </a:lnTo>
                <a:lnTo>
                  <a:pt x="452" y="492"/>
                </a:lnTo>
                <a:lnTo>
                  <a:pt x="451" y="491"/>
                </a:lnTo>
                <a:lnTo>
                  <a:pt x="450" y="491"/>
                </a:lnTo>
                <a:lnTo>
                  <a:pt x="449" y="492"/>
                </a:lnTo>
                <a:lnTo>
                  <a:pt x="448" y="492"/>
                </a:lnTo>
                <a:lnTo>
                  <a:pt x="448" y="491"/>
                </a:lnTo>
                <a:lnTo>
                  <a:pt x="449" y="491"/>
                </a:lnTo>
                <a:lnTo>
                  <a:pt x="448" y="490"/>
                </a:lnTo>
                <a:lnTo>
                  <a:pt x="448" y="489"/>
                </a:lnTo>
                <a:lnTo>
                  <a:pt x="448" y="488"/>
                </a:lnTo>
                <a:lnTo>
                  <a:pt x="447" y="488"/>
                </a:lnTo>
                <a:lnTo>
                  <a:pt x="447" y="489"/>
                </a:lnTo>
                <a:lnTo>
                  <a:pt x="446" y="489"/>
                </a:lnTo>
                <a:lnTo>
                  <a:pt x="445" y="489"/>
                </a:lnTo>
                <a:lnTo>
                  <a:pt x="444" y="489"/>
                </a:lnTo>
                <a:lnTo>
                  <a:pt x="443" y="489"/>
                </a:lnTo>
                <a:lnTo>
                  <a:pt x="442" y="489"/>
                </a:lnTo>
                <a:lnTo>
                  <a:pt x="442" y="490"/>
                </a:lnTo>
                <a:lnTo>
                  <a:pt x="442" y="491"/>
                </a:lnTo>
                <a:lnTo>
                  <a:pt x="441" y="491"/>
                </a:lnTo>
                <a:lnTo>
                  <a:pt x="440" y="491"/>
                </a:lnTo>
                <a:lnTo>
                  <a:pt x="440" y="492"/>
                </a:lnTo>
                <a:lnTo>
                  <a:pt x="439" y="492"/>
                </a:lnTo>
                <a:lnTo>
                  <a:pt x="438" y="492"/>
                </a:lnTo>
                <a:lnTo>
                  <a:pt x="437" y="492"/>
                </a:lnTo>
                <a:lnTo>
                  <a:pt x="436" y="492"/>
                </a:lnTo>
                <a:lnTo>
                  <a:pt x="435" y="492"/>
                </a:lnTo>
                <a:lnTo>
                  <a:pt x="434" y="493"/>
                </a:lnTo>
                <a:lnTo>
                  <a:pt x="433" y="493"/>
                </a:lnTo>
                <a:lnTo>
                  <a:pt x="432" y="493"/>
                </a:lnTo>
                <a:lnTo>
                  <a:pt x="432" y="492"/>
                </a:lnTo>
                <a:lnTo>
                  <a:pt x="433" y="491"/>
                </a:lnTo>
                <a:lnTo>
                  <a:pt x="432" y="490"/>
                </a:lnTo>
                <a:lnTo>
                  <a:pt x="431" y="490"/>
                </a:lnTo>
                <a:lnTo>
                  <a:pt x="430" y="490"/>
                </a:lnTo>
                <a:lnTo>
                  <a:pt x="430" y="489"/>
                </a:lnTo>
                <a:lnTo>
                  <a:pt x="429" y="489"/>
                </a:lnTo>
                <a:lnTo>
                  <a:pt x="429" y="488"/>
                </a:lnTo>
                <a:lnTo>
                  <a:pt x="428" y="488"/>
                </a:lnTo>
                <a:lnTo>
                  <a:pt x="427" y="489"/>
                </a:lnTo>
                <a:lnTo>
                  <a:pt x="426" y="489"/>
                </a:lnTo>
                <a:lnTo>
                  <a:pt x="426" y="488"/>
                </a:lnTo>
                <a:lnTo>
                  <a:pt x="427" y="488"/>
                </a:lnTo>
                <a:lnTo>
                  <a:pt x="426" y="488"/>
                </a:lnTo>
                <a:lnTo>
                  <a:pt x="426" y="487"/>
                </a:lnTo>
                <a:lnTo>
                  <a:pt x="424" y="487"/>
                </a:lnTo>
                <a:lnTo>
                  <a:pt x="423" y="488"/>
                </a:lnTo>
                <a:lnTo>
                  <a:pt x="422" y="488"/>
                </a:lnTo>
                <a:lnTo>
                  <a:pt x="421" y="488"/>
                </a:lnTo>
                <a:lnTo>
                  <a:pt x="421" y="489"/>
                </a:lnTo>
                <a:lnTo>
                  <a:pt x="420" y="489"/>
                </a:lnTo>
                <a:lnTo>
                  <a:pt x="420" y="488"/>
                </a:lnTo>
                <a:lnTo>
                  <a:pt x="419" y="487"/>
                </a:lnTo>
                <a:lnTo>
                  <a:pt x="418" y="487"/>
                </a:lnTo>
                <a:lnTo>
                  <a:pt x="418" y="485"/>
                </a:lnTo>
                <a:lnTo>
                  <a:pt x="417" y="485"/>
                </a:lnTo>
                <a:lnTo>
                  <a:pt x="417" y="484"/>
                </a:lnTo>
                <a:lnTo>
                  <a:pt x="416" y="484"/>
                </a:lnTo>
                <a:lnTo>
                  <a:pt x="416" y="485"/>
                </a:lnTo>
                <a:lnTo>
                  <a:pt x="415" y="484"/>
                </a:lnTo>
                <a:lnTo>
                  <a:pt x="414" y="484"/>
                </a:lnTo>
                <a:lnTo>
                  <a:pt x="413" y="483"/>
                </a:lnTo>
                <a:lnTo>
                  <a:pt x="413" y="482"/>
                </a:lnTo>
                <a:lnTo>
                  <a:pt x="413" y="481"/>
                </a:lnTo>
                <a:lnTo>
                  <a:pt x="412" y="481"/>
                </a:lnTo>
                <a:lnTo>
                  <a:pt x="410" y="479"/>
                </a:lnTo>
                <a:lnTo>
                  <a:pt x="409" y="479"/>
                </a:lnTo>
                <a:lnTo>
                  <a:pt x="409" y="480"/>
                </a:lnTo>
                <a:lnTo>
                  <a:pt x="408" y="480"/>
                </a:lnTo>
                <a:lnTo>
                  <a:pt x="408" y="479"/>
                </a:lnTo>
                <a:lnTo>
                  <a:pt x="408" y="478"/>
                </a:lnTo>
                <a:lnTo>
                  <a:pt x="408" y="477"/>
                </a:lnTo>
                <a:lnTo>
                  <a:pt x="408" y="475"/>
                </a:lnTo>
                <a:lnTo>
                  <a:pt x="407" y="474"/>
                </a:lnTo>
                <a:lnTo>
                  <a:pt x="407" y="473"/>
                </a:lnTo>
                <a:lnTo>
                  <a:pt x="408" y="473"/>
                </a:lnTo>
                <a:lnTo>
                  <a:pt x="407" y="473"/>
                </a:lnTo>
                <a:lnTo>
                  <a:pt x="406" y="473"/>
                </a:lnTo>
                <a:lnTo>
                  <a:pt x="406" y="474"/>
                </a:lnTo>
                <a:lnTo>
                  <a:pt x="406" y="475"/>
                </a:lnTo>
                <a:lnTo>
                  <a:pt x="405" y="475"/>
                </a:lnTo>
                <a:lnTo>
                  <a:pt x="405" y="474"/>
                </a:lnTo>
                <a:lnTo>
                  <a:pt x="404" y="474"/>
                </a:lnTo>
                <a:lnTo>
                  <a:pt x="403" y="474"/>
                </a:lnTo>
                <a:lnTo>
                  <a:pt x="402" y="473"/>
                </a:lnTo>
                <a:lnTo>
                  <a:pt x="401" y="473"/>
                </a:lnTo>
                <a:lnTo>
                  <a:pt x="399" y="474"/>
                </a:lnTo>
                <a:lnTo>
                  <a:pt x="399" y="475"/>
                </a:lnTo>
                <a:lnTo>
                  <a:pt x="399" y="476"/>
                </a:lnTo>
                <a:lnTo>
                  <a:pt x="398" y="476"/>
                </a:lnTo>
                <a:lnTo>
                  <a:pt x="398" y="477"/>
                </a:lnTo>
                <a:lnTo>
                  <a:pt x="397" y="477"/>
                </a:lnTo>
                <a:lnTo>
                  <a:pt x="396" y="477"/>
                </a:lnTo>
                <a:lnTo>
                  <a:pt x="396" y="478"/>
                </a:lnTo>
                <a:lnTo>
                  <a:pt x="396" y="477"/>
                </a:lnTo>
                <a:lnTo>
                  <a:pt x="395" y="477"/>
                </a:lnTo>
                <a:lnTo>
                  <a:pt x="395" y="476"/>
                </a:lnTo>
                <a:lnTo>
                  <a:pt x="395" y="475"/>
                </a:lnTo>
                <a:lnTo>
                  <a:pt x="394" y="475"/>
                </a:lnTo>
                <a:lnTo>
                  <a:pt x="393" y="476"/>
                </a:lnTo>
                <a:lnTo>
                  <a:pt x="393" y="477"/>
                </a:lnTo>
                <a:lnTo>
                  <a:pt x="394" y="477"/>
                </a:lnTo>
                <a:lnTo>
                  <a:pt x="394" y="478"/>
                </a:lnTo>
                <a:lnTo>
                  <a:pt x="392" y="478"/>
                </a:lnTo>
                <a:lnTo>
                  <a:pt x="391" y="479"/>
                </a:lnTo>
                <a:lnTo>
                  <a:pt x="391" y="480"/>
                </a:lnTo>
                <a:lnTo>
                  <a:pt x="391" y="481"/>
                </a:lnTo>
                <a:lnTo>
                  <a:pt x="392" y="481"/>
                </a:lnTo>
                <a:lnTo>
                  <a:pt x="392" y="482"/>
                </a:lnTo>
                <a:lnTo>
                  <a:pt x="392" y="483"/>
                </a:lnTo>
                <a:lnTo>
                  <a:pt x="391" y="483"/>
                </a:lnTo>
                <a:lnTo>
                  <a:pt x="390" y="482"/>
                </a:lnTo>
                <a:lnTo>
                  <a:pt x="389" y="482"/>
                </a:lnTo>
                <a:lnTo>
                  <a:pt x="388" y="483"/>
                </a:lnTo>
                <a:lnTo>
                  <a:pt x="388" y="485"/>
                </a:lnTo>
                <a:lnTo>
                  <a:pt x="387" y="485"/>
                </a:lnTo>
                <a:lnTo>
                  <a:pt x="387" y="486"/>
                </a:lnTo>
                <a:lnTo>
                  <a:pt x="386" y="486"/>
                </a:lnTo>
                <a:lnTo>
                  <a:pt x="385" y="487"/>
                </a:lnTo>
                <a:lnTo>
                  <a:pt x="384" y="488"/>
                </a:lnTo>
                <a:lnTo>
                  <a:pt x="383" y="488"/>
                </a:lnTo>
                <a:lnTo>
                  <a:pt x="383" y="489"/>
                </a:lnTo>
                <a:lnTo>
                  <a:pt x="382" y="490"/>
                </a:lnTo>
                <a:lnTo>
                  <a:pt x="380" y="490"/>
                </a:lnTo>
                <a:lnTo>
                  <a:pt x="379" y="490"/>
                </a:lnTo>
                <a:lnTo>
                  <a:pt x="379" y="489"/>
                </a:lnTo>
                <a:lnTo>
                  <a:pt x="378" y="489"/>
                </a:lnTo>
                <a:lnTo>
                  <a:pt x="377" y="489"/>
                </a:lnTo>
                <a:lnTo>
                  <a:pt x="377" y="490"/>
                </a:lnTo>
                <a:lnTo>
                  <a:pt x="377" y="491"/>
                </a:lnTo>
                <a:lnTo>
                  <a:pt x="376" y="491"/>
                </a:lnTo>
                <a:lnTo>
                  <a:pt x="375" y="491"/>
                </a:lnTo>
                <a:lnTo>
                  <a:pt x="374" y="492"/>
                </a:lnTo>
                <a:lnTo>
                  <a:pt x="374" y="494"/>
                </a:lnTo>
                <a:lnTo>
                  <a:pt x="374" y="495"/>
                </a:lnTo>
                <a:lnTo>
                  <a:pt x="373" y="495"/>
                </a:lnTo>
                <a:lnTo>
                  <a:pt x="372" y="495"/>
                </a:lnTo>
                <a:lnTo>
                  <a:pt x="371" y="494"/>
                </a:lnTo>
                <a:lnTo>
                  <a:pt x="371" y="493"/>
                </a:lnTo>
                <a:lnTo>
                  <a:pt x="371" y="492"/>
                </a:lnTo>
                <a:lnTo>
                  <a:pt x="371" y="491"/>
                </a:lnTo>
                <a:lnTo>
                  <a:pt x="370" y="491"/>
                </a:lnTo>
                <a:lnTo>
                  <a:pt x="369" y="491"/>
                </a:lnTo>
                <a:lnTo>
                  <a:pt x="369" y="492"/>
                </a:lnTo>
                <a:lnTo>
                  <a:pt x="368" y="492"/>
                </a:lnTo>
                <a:lnTo>
                  <a:pt x="367" y="491"/>
                </a:lnTo>
                <a:lnTo>
                  <a:pt x="367" y="492"/>
                </a:lnTo>
                <a:lnTo>
                  <a:pt x="367" y="493"/>
                </a:lnTo>
                <a:lnTo>
                  <a:pt x="367" y="494"/>
                </a:lnTo>
                <a:lnTo>
                  <a:pt x="367" y="495"/>
                </a:lnTo>
                <a:lnTo>
                  <a:pt x="368" y="496"/>
                </a:lnTo>
                <a:lnTo>
                  <a:pt x="368" y="497"/>
                </a:lnTo>
                <a:lnTo>
                  <a:pt x="368" y="498"/>
                </a:lnTo>
                <a:lnTo>
                  <a:pt x="368" y="499"/>
                </a:lnTo>
                <a:lnTo>
                  <a:pt x="368" y="500"/>
                </a:lnTo>
                <a:lnTo>
                  <a:pt x="369" y="500"/>
                </a:lnTo>
                <a:lnTo>
                  <a:pt x="370" y="500"/>
                </a:lnTo>
                <a:lnTo>
                  <a:pt x="371" y="501"/>
                </a:lnTo>
                <a:lnTo>
                  <a:pt x="372" y="501"/>
                </a:lnTo>
                <a:lnTo>
                  <a:pt x="372" y="500"/>
                </a:lnTo>
                <a:lnTo>
                  <a:pt x="373" y="500"/>
                </a:lnTo>
                <a:lnTo>
                  <a:pt x="374" y="501"/>
                </a:lnTo>
                <a:lnTo>
                  <a:pt x="374" y="500"/>
                </a:lnTo>
                <a:lnTo>
                  <a:pt x="375" y="500"/>
                </a:lnTo>
                <a:lnTo>
                  <a:pt x="376" y="500"/>
                </a:lnTo>
                <a:lnTo>
                  <a:pt x="377" y="500"/>
                </a:lnTo>
                <a:lnTo>
                  <a:pt x="378" y="500"/>
                </a:lnTo>
                <a:lnTo>
                  <a:pt x="379" y="500"/>
                </a:lnTo>
                <a:lnTo>
                  <a:pt x="380" y="500"/>
                </a:lnTo>
                <a:lnTo>
                  <a:pt x="380" y="501"/>
                </a:lnTo>
                <a:lnTo>
                  <a:pt x="381" y="502"/>
                </a:lnTo>
                <a:lnTo>
                  <a:pt x="381" y="503"/>
                </a:lnTo>
                <a:lnTo>
                  <a:pt x="381" y="504"/>
                </a:lnTo>
                <a:lnTo>
                  <a:pt x="382" y="504"/>
                </a:lnTo>
                <a:lnTo>
                  <a:pt x="383" y="504"/>
                </a:lnTo>
                <a:lnTo>
                  <a:pt x="383" y="505"/>
                </a:lnTo>
                <a:lnTo>
                  <a:pt x="383" y="506"/>
                </a:lnTo>
                <a:lnTo>
                  <a:pt x="382" y="506"/>
                </a:lnTo>
                <a:lnTo>
                  <a:pt x="381" y="506"/>
                </a:lnTo>
                <a:lnTo>
                  <a:pt x="379" y="507"/>
                </a:lnTo>
                <a:lnTo>
                  <a:pt x="378" y="508"/>
                </a:lnTo>
                <a:lnTo>
                  <a:pt x="377" y="511"/>
                </a:lnTo>
                <a:lnTo>
                  <a:pt x="377" y="512"/>
                </a:lnTo>
                <a:lnTo>
                  <a:pt x="378" y="512"/>
                </a:lnTo>
                <a:lnTo>
                  <a:pt x="378" y="513"/>
                </a:lnTo>
                <a:lnTo>
                  <a:pt x="379" y="513"/>
                </a:lnTo>
                <a:lnTo>
                  <a:pt x="381" y="516"/>
                </a:lnTo>
                <a:lnTo>
                  <a:pt x="381" y="517"/>
                </a:lnTo>
                <a:lnTo>
                  <a:pt x="382" y="517"/>
                </a:lnTo>
                <a:lnTo>
                  <a:pt x="381" y="517"/>
                </a:lnTo>
                <a:lnTo>
                  <a:pt x="380" y="518"/>
                </a:lnTo>
                <a:lnTo>
                  <a:pt x="380" y="519"/>
                </a:lnTo>
                <a:lnTo>
                  <a:pt x="380" y="520"/>
                </a:lnTo>
                <a:lnTo>
                  <a:pt x="379" y="520"/>
                </a:lnTo>
                <a:lnTo>
                  <a:pt x="379" y="521"/>
                </a:lnTo>
                <a:lnTo>
                  <a:pt x="378" y="522"/>
                </a:lnTo>
                <a:lnTo>
                  <a:pt x="378" y="523"/>
                </a:lnTo>
                <a:lnTo>
                  <a:pt x="379" y="523"/>
                </a:lnTo>
                <a:lnTo>
                  <a:pt x="379" y="524"/>
                </a:lnTo>
                <a:lnTo>
                  <a:pt x="379" y="525"/>
                </a:lnTo>
                <a:lnTo>
                  <a:pt x="379" y="526"/>
                </a:lnTo>
                <a:lnTo>
                  <a:pt x="380" y="527"/>
                </a:lnTo>
                <a:lnTo>
                  <a:pt x="381" y="527"/>
                </a:lnTo>
                <a:lnTo>
                  <a:pt x="381" y="528"/>
                </a:lnTo>
                <a:lnTo>
                  <a:pt x="381" y="529"/>
                </a:lnTo>
                <a:lnTo>
                  <a:pt x="380" y="530"/>
                </a:lnTo>
                <a:lnTo>
                  <a:pt x="381" y="530"/>
                </a:lnTo>
                <a:lnTo>
                  <a:pt x="381" y="531"/>
                </a:lnTo>
                <a:lnTo>
                  <a:pt x="380" y="531"/>
                </a:lnTo>
                <a:lnTo>
                  <a:pt x="380" y="532"/>
                </a:lnTo>
                <a:lnTo>
                  <a:pt x="379" y="532"/>
                </a:lnTo>
                <a:lnTo>
                  <a:pt x="380" y="532"/>
                </a:lnTo>
                <a:lnTo>
                  <a:pt x="380" y="533"/>
                </a:lnTo>
                <a:lnTo>
                  <a:pt x="379" y="533"/>
                </a:lnTo>
                <a:lnTo>
                  <a:pt x="378" y="533"/>
                </a:lnTo>
                <a:lnTo>
                  <a:pt x="377" y="534"/>
                </a:lnTo>
                <a:lnTo>
                  <a:pt x="376" y="533"/>
                </a:lnTo>
                <a:lnTo>
                  <a:pt x="376" y="534"/>
                </a:lnTo>
                <a:lnTo>
                  <a:pt x="375" y="534"/>
                </a:lnTo>
                <a:lnTo>
                  <a:pt x="374" y="534"/>
                </a:lnTo>
                <a:lnTo>
                  <a:pt x="374" y="533"/>
                </a:lnTo>
                <a:lnTo>
                  <a:pt x="372" y="533"/>
                </a:lnTo>
                <a:lnTo>
                  <a:pt x="372" y="534"/>
                </a:lnTo>
                <a:lnTo>
                  <a:pt x="370" y="534"/>
                </a:lnTo>
                <a:lnTo>
                  <a:pt x="369" y="535"/>
                </a:lnTo>
                <a:lnTo>
                  <a:pt x="369" y="536"/>
                </a:lnTo>
                <a:lnTo>
                  <a:pt x="368" y="536"/>
                </a:lnTo>
                <a:lnTo>
                  <a:pt x="366" y="536"/>
                </a:lnTo>
                <a:lnTo>
                  <a:pt x="365" y="536"/>
                </a:lnTo>
                <a:lnTo>
                  <a:pt x="364" y="536"/>
                </a:lnTo>
                <a:lnTo>
                  <a:pt x="362" y="536"/>
                </a:lnTo>
                <a:lnTo>
                  <a:pt x="362" y="537"/>
                </a:lnTo>
                <a:lnTo>
                  <a:pt x="361" y="537"/>
                </a:lnTo>
                <a:lnTo>
                  <a:pt x="361" y="536"/>
                </a:lnTo>
                <a:lnTo>
                  <a:pt x="360" y="536"/>
                </a:lnTo>
                <a:lnTo>
                  <a:pt x="361" y="535"/>
                </a:lnTo>
                <a:lnTo>
                  <a:pt x="361" y="534"/>
                </a:lnTo>
                <a:lnTo>
                  <a:pt x="361" y="533"/>
                </a:lnTo>
                <a:lnTo>
                  <a:pt x="361" y="532"/>
                </a:lnTo>
                <a:lnTo>
                  <a:pt x="361" y="531"/>
                </a:lnTo>
                <a:lnTo>
                  <a:pt x="360" y="531"/>
                </a:lnTo>
                <a:lnTo>
                  <a:pt x="360" y="530"/>
                </a:lnTo>
                <a:lnTo>
                  <a:pt x="358" y="530"/>
                </a:lnTo>
                <a:lnTo>
                  <a:pt x="357" y="530"/>
                </a:lnTo>
                <a:lnTo>
                  <a:pt x="357" y="528"/>
                </a:lnTo>
                <a:lnTo>
                  <a:pt x="357" y="527"/>
                </a:lnTo>
                <a:lnTo>
                  <a:pt x="357" y="526"/>
                </a:lnTo>
                <a:lnTo>
                  <a:pt x="356" y="525"/>
                </a:lnTo>
                <a:lnTo>
                  <a:pt x="355" y="525"/>
                </a:lnTo>
                <a:lnTo>
                  <a:pt x="355" y="524"/>
                </a:lnTo>
                <a:lnTo>
                  <a:pt x="355" y="523"/>
                </a:lnTo>
                <a:lnTo>
                  <a:pt x="354" y="523"/>
                </a:lnTo>
                <a:lnTo>
                  <a:pt x="355" y="521"/>
                </a:lnTo>
                <a:lnTo>
                  <a:pt x="355" y="520"/>
                </a:lnTo>
                <a:lnTo>
                  <a:pt x="354" y="518"/>
                </a:lnTo>
                <a:lnTo>
                  <a:pt x="354" y="517"/>
                </a:lnTo>
                <a:lnTo>
                  <a:pt x="353" y="516"/>
                </a:lnTo>
                <a:lnTo>
                  <a:pt x="352" y="516"/>
                </a:lnTo>
                <a:lnTo>
                  <a:pt x="353" y="516"/>
                </a:lnTo>
                <a:lnTo>
                  <a:pt x="352" y="515"/>
                </a:lnTo>
                <a:lnTo>
                  <a:pt x="351" y="514"/>
                </a:lnTo>
                <a:lnTo>
                  <a:pt x="350" y="512"/>
                </a:lnTo>
                <a:lnTo>
                  <a:pt x="349" y="512"/>
                </a:lnTo>
                <a:lnTo>
                  <a:pt x="348" y="511"/>
                </a:lnTo>
                <a:lnTo>
                  <a:pt x="347" y="511"/>
                </a:lnTo>
                <a:lnTo>
                  <a:pt x="346" y="512"/>
                </a:lnTo>
                <a:lnTo>
                  <a:pt x="344" y="513"/>
                </a:lnTo>
                <a:lnTo>
                  <a:pt x="341" y="513"/>
                </a:lnTo>
                <a:lnTo>
                  <a:pt x="340" y="513"/>
                </a:lnTo>
                <a:lnTo>
                  <a:pt x="340" y="512"/>
                </a:lnTo>
                <a:lnTo>
                  <a:pt x="339" y="512"/>
                </a:lnTo>
                <a:lnTo>
                  <a:pt x="337" y="511"/>
                </a:lnTo>
                <a:lnTo>
                  <a:pt x="336" y="511"/>
                </a:lnTo>
                <a:lnTo>
                  <a:pt x="335" y="511"/>
                </a:lnTo>
                <a:lnTo>
                  <a:pt x="335" y="510"/>
                </a:lnTo>
                <a:lnTo>
                  <a:pt x="333" y="510"/>
                </a:lnTo>
                <a:lnTo>
                  <a:pt x="332" y="510"/>
                </a:lnTo>
                <a:lnTo>
                  <a:pt x="331" y="510"/>
                </a:lnTo>
                <a:lnTo>
                  <a:pt x="331" y="509"/>
                </a:lnTo>
                <a:lnTo>
                  <a:pt x="331" y="508"/>
                </a:lnTo>
                <a:lnTo>
                  <a:pt x="331" y="507"/>
                </a:lnTo>
                <a:lnTo>
                  <a:pt x="330" y="507"/>
                </a:lnTo>
                <a:lnTo>
                  <a:pt x="330" y="506"/>
                </a:lnTo>
                <a:lnTo>
                  <a:pt x="329" y="507"/>
                </a:lnTo>
                <a:lnTo>
                  <a:pt x="329" y="508"/>
                </a:lnTo>
                <a:lnTo>
                  <a:pt x="329" y="509"/>
                </a:lnTo>
                <a:lnTo>
                  <a:pt x="328" y="510"/>
                </a:lnTo>
                <a:lnTo>
                  <a:pt x="328" y="511"/>
                </a:lnTo>
                <a:lnTo>
                  <a:pt x="327" y="511"/>
                </a:lnTo>
                <a:lnTo>
                  <a:pt x="326" y="511"/>
                </a:lnTo>
                <a:lnTo>
                  <a:pt x="325" y="510"/>
                </a:lnTo>
                <a:lnTo>
                  <a:pt x="325" y="509"/>
                </a:lnTo>
                <a:lnTo>
                  <a:pt x="325" y="508"/>
                </a:lnTo>
                <a:lnTo>
                  <a:pt x="324" y="508"/>
                </a:lnTo>
                <a:lnTo>
                  <a:pt x="324" y="507"/>
                </a:lnTo>
                <a:lnTo>
                  <a:pt x="323" y="507"/>
                </a:lnTo>
                <a:lnTo>
                  <a:pt x="323" y="506"/>
                </a:lnTo>
                <a:lnTo>
                  <a:pt x="322" y="506"/>
                </a:lnTo>
                <a:lnTo>
                  <a:pt x="321" y="506"/>
                </a:lnTo>
                <a:lnTo>
                  <a:pt x="321" y="507"/>
                </a:lnTo>
                <a:lnTo>
                  <a:pt x="320" y="507"/>
                </a:lnTo>
                <a:lnTo>
                  <a:pt x="319" y="508"/>
                </a:lnTo>
                <a:lnTo>
                  <a:pt x="319" y="507"/>
                </a:lnTo>
                <a:lnTo>
                  <a:pt x="318" y="507"/>
                </a:lnTo>
                <a:lnTo>
                  <a:pt x="318" y="508"/>
                </a:lnTo>
                <a:lnTo>
                  <a:pt x="317" y="508"/>
                </a:lnTo>
                <a:lnTo>
                  <a:pt x="317" y="509"/>
                </a:lnTo>
                <a:lnTo>
                  <a:pt x="318" y="509"/>
                </a:lnTo>
                <a:lnTo>
                  <a:pt x="317" y="509"/>
                </a:lnTo>
                <a:lnTo>
                  <a:pt x="316" y="509"/>
                </a:lnTo>
                <a:lnTo>
                  <a:pt x="315" y="509"/>
                </a:lnTo>
                <a:lnTo>
                  <a:pt x="315" y="508"/>
                </a:lnTo>
                <a:lnTo>
                  <a:pt x="314" y="509"/>
                </a:lnTo>
                <a:lnTo>
                  <a:pt x="313" y="509"/>
                </a:lnTo>
                <a:lnTo>
                  <a:pt x="313" y="508"/>
                </a:lnTo>
                <a:lnTo>
                  <a:pt x="312" y="506"/>
                </a:lnTo>
                <a:lnTo>
                  <a:pt x="311" y="506"/>
                </a:lnTo>
                <a:lnTo>
                  <a:pt x="310" y="506"/>
                </a:lnTo>
                <a:lnTo>
                  <a:pt x="310" y="507"/>
                </a:lnTo>
                <a:lnTo>
                  <a:pt x="308" y="506"/>
                </a:lnTo>
                <a:lnTo>
                  <a:pt x="307" y="507"/>
                </a:lnTo>
                <a:lnTo>
                  <a:pt x="307" y="508"/>
                </a:lnTo>
                <a:lnTo>
                  <a:pt x="306" y="509"/>
                </a:lnTo>
                <a:lnTo>
                  <a:pt x="306" y="510"/>
                </a:lnTo>
                <a:lnTo>
                  <a:pt x="306" y="512"/>
                </a:lnTo>
                <a:lnTo>
                  <a:pt x="305" y="513"/>
                </a:lnTo>
                <a:lnTo>
                  <a:pt x="305" y="516"/>
                </a:lnTo>
                <a:lnTo>
                  <a:pt x="304" y="518"/>
                </a:lnTo>
                <a:lnTo>
                  <a:pt x="304" y="519"/>
                </a:lnTo>
                <a:lnTo>
                  <a:pt x="304" y="521"/>
                </a:lnTo>
                <a:lnTo>
                  <a:pt x="303" y="521"/>
                </a:lnTo>
                <a:lnTo>
                  <a:pt x="303" y="522"/>
                </a:lnTo>
                <a:lnTo>
                  <a:pt x="304" y="522"/>
                </a:lnTo>
                <a:lnTo>
                  <a:pt x="304" y="523"/>
                </a:lnTo>
                <a:lnTo>
                  <a:pt x="303" y="524"/>
                </a:lnTo>
                <a:lnTo>
                  <a:pt x="302" y="526"/>
                </a:lnTo>
                <a:lnTo>
                  <a:pt x="301" y="526"/>
                </a:lnTo>
                <a:lnTo>
                  <a:pt x="301" y="527"/>
                </a:lnTo>
                <a:lnTo>
                  <a:pt x="301" y="529"/>
                </a:lnTo>
                <a:lnTo>
                  <a:pt x="301" y="530"/>
                </a:lnTo>
                <a:lnTo>
                  <a:pt x="302" y="530"/>
                </a:lnTo>
                <a:lnTo>
                  <a:pt x="302" y="531"/>
                </a:lnTo>
                <a:lnTo>
                  <a:pt x="303" y="531"/>
                </a:lnTo>
                <a:lnTo>
                  <a:pt x="303" y="532"/>
                </a:lnTo>
                <a:lnTo>
                  <a:pt x="305" y="532"/>
                </a:lnTo>
                <a:lnTo>
                  <a:pt x="305" y="533"/>
                </a:lnTo>
                <a:lnTo>
                  <a:pt x="306" y="533"/>
                </a:lnTo>
                <a:lnTo>
                  <a:pt x="305" y="535"/>
                </a:lnTo>
                <a:lnTo>
                  <a:pt x="305" y="536"/>
                </a:lnTo>
                <a:lnTo>
                  <a:pt x="305" y="537"/>
                </a:lnTo>
                <a:lnTo>
                  <a:pt x="305" y="538"/>
                </a:lnTo>
                <a:lnTo>
                  <a:pt x="305" y="539"/>
                </a:lnTo>
                <a:lnTo>
                  <a:pt x="305" y="541"/>
                </a:lnTo>
                <a:lnTo>
                  <a:pt x="304" y="542"/>
                </a:lnTo>
                <a:lnTo>
                  <a:pt x="303" y="542"/>
                </a:lnTo>
                <a:lnTo>
                  <a:pt x="303" y="541"/>
                </a:lnTo>
                <a:lnTo>
                  <a:pt x="301" y="542"/>
                </a:lnTo>
                <a:lnTo>
                  <a:pt x="300" y="543"/>
                </a:lnTo>
                <a:lnTo>
                  <a:pt x="299" y="544"/>
                </a:lnTo>
                <a:lnTo>
                  <a:pt x="298" y="545"/>
                </a:lnTo>
                <a:lnTo>
                  <a:pt x="297" y="545"/>
                </a:lnTo>
                <a:lnTo>
                  <a:pt x="296" y="546"/>
                </a:lnTo>
                <a:lnTo>
                  <a:pt x="295" y="546"/>
                </a:lnTo>
                <a:lnTo>
                  <a:pt x="294" y="548"/>
                </a:lnTo>
                <a:lnTo>
                  <a:pt x="293" y="548"/>
                </a:lnTo>
                <a:lnTo>
                  <a:pt x="293" y="549"/>
                </a:lnTo>
                <a:lnTo>
                  <a:pt x="293" y="550"/>
                </a:lnTo>
                <a:lnTo>
                  <a:pt x="293" y="551"/>
                </a:lnTo>
                <a:lnTo>
                  <a:pt x="293" y="552"/>
                </a:lnTo>
                <a:lnTo>
                  <a:pt x="292" y="552"/>
                </a:lnTo>
                <a:lnTo>
                  <a:pt x="291" y="551"/>
                </a:lnTo>
                <a:lnTo>
                  <a:pt x="290" y="550"/>
                </a:lnTo>
                <a:lnTo>
                  <a:pt x="289" y="549"/>
                </a:lnTo>
                <a:lnTo>
                  <a:pt x="288" y="550"/>
                </a:lnTo>
                <a:lnTo>
                  <a:pt x="287" y="549"/>
                </a:lnTo>
                <a:lnTo>
                  <a:pt x="285" y="549"/>
                </a:lnTo>
                <a:lnTo>
                  <a:pt x="285" y="550"/>
                </a:lnTo>
                <a:lnTo>
                  <a:pt x="283" y="550"/>
                </a:lnTo>
                <a:lnTo>
                  <a:pt x="283" y="549"/>
                </a:lnTo>
                <a:lnTo>
                  <a:pt x="281" y="549"/>
                </a:lnTo>
                <a:lnTo>
                  <a:pt x="280" y="549"/>
                </a:lnTo>
                <a:lnTo>
                  <a:pt x="280" y="550"/>
                </a:lnTo>
                <a:lnTo>
                  <a:pt x="279" y="550"/>
                </a:lnTo>
                <a:lnTo>
                  <a:pt x="278" y="549"/>
                </a:lnTo>
                <a:lnTo>
                  <a:pt x="278" y="548"/>
                </a:lnTo>
                <a:lnTo>
                  <a:pt x="276" y="548"/>
                </a:lnTo>
                <a:lnTo>
                  <a:pt x="275" y="548"/>
                </a:lnTo>
                <a:lnTo>
                  <a:pt x="274" y="548"/>
                </a:lnTo>
                <a:lnTo>
                  <a:pt x="273" y="548"/>
                </a:lnTo>
                <a:lnTo>
                  <a:pt x="271" y="548"/>
                </a:lnTo>
                <a:lnTo>
                  <a:pt x="271" y="547"/>
                </a:lnTo>
                <a:lnTo>
                  <a:pt x="271" y="546"/>
                </a:lnTo>
                <a:lnTo>
                  <a:pt x="270" y="547"/>
                </a:lnTo>
                <a:lnTo>
                  <a:pt x="269" y="547"/>
                </a:lnTo>
                <a:lnTo>
                  <a:pt x="269" y="548"/>
                </a:lnTo>
                <a:lnTo>
                  <a:pt x="268" y="548"/>
                </a:lnTo>
                <a:lnTo>
                  <a:pt x="267" y="548"/>
                </a:lnTo>
                <a:lnTo>
                  <a:pt x="266" y="548"/>
                </a:lnTo>
                <a:lnTo>
                  <a:pt x="265" y="548"/>
                </a:lnTo>
                <a:lnTo>
                  <a:pt x="265" y="547"/>
                </a:lnTo>
                <a:lnTo>
                  <a:pt x="264" y="547"/>
                </a:lnTo>
                <a:lnTo>
                  <a:pt x="262" y="547"/>
                </a:lnTo>
                <a:lnTo>
                  <a:pt x="261" y="548"/>
                </a:lnTo>
                <a:lnTo>
                  <a:pt x="261" y="549"/>
                </a:lnTo>
                <a:lnTo>
                  <a:pt x="260" y="550"/>
                </a:lnTo>
                <a:lnTo>
                  <a:pt x="259" y="550"/>
                </a:lnTo>
                <a:lnTo>
                  <a:pt x="259" y="551"/>
                </a:lnTo>
                <a:lnTo>
                  <a:pt x="259" y="552"/>
                </a:lnTo>
                <a:lnTo>
                  <a:pt x="258" y="553"/>
                </a:lnTo>
                <a:lnTo>
                  <a:pt x="258" y="554"/>
                </a:lnTo>
                <a:lnTo>
                  <a:pt x="257" y="555"/>
                </a:lnTo>
                <a:lnTo>
                  <a:pt x="258" y="555"/>
                </a:lnTo>
                <a:lnTo>
                  <a:pt x="258" y="556"/>
                </a:lnTo>
                <a:lnTo>
                  <a:pt x="258" y="557"/>
                </a:lnTo>
                <a:lnTo>
                  <a:pt x="257" y="557"/>
                </a:lnTo>
                <a:lnTo>
                  <a:pt x="256" y="557"/>
                </a:lnTo>
                <a:lnTo>
                  <a:pt x="255" y="557"/>
                </a:lnTo>
                <a:lnTo>
                  <a:pt x="254" y="557"/>
                </a:lnTo>
                <a:lnTo>
                  <a:pt x="254" y="556"/>
                </a:lnTo>
                <a:lnTo>
                  <a:pt x="253" y="556"/>
                </a:lnTo>
                <a:lnTo>
                  <a:pt x="253" y="557"/>
                </a:lnTo>
                <a:lnTo>
                  <a:pt x="253" y="558"/>
                </a:lnTo>
                <a:lnTo>
                  <a:pt x="252" y="559"/>
                </a:lnTo>
                <a:lnTo>
                  <a:pt x="252" y="561"/>
                </a:lnTo>
                <a:lnTo>
                  <a:pt x="251" y="562"/>
                </a:lnTo>
                <a:lnTo>
                  <a:pt x="250" y="562"/>
                </a:lnTo>
                <a:lnTo>
                  <a:pt x="250" y="561"/>
                </a:lnTo>
                <a:lnTo>
                  <a:pt x="249" y="561"/>
                </a:lnTo>
                <a:lnTo>
                  <a:pt x="248" y="562"/>
                </a:lnTo>
                <a:lnTo>
                  <a:pt x="247" y="562"/>
                </a:lnTo>
                <a:lnTo>
                  <a:pt x="246" y="561"/>
                </a:lnTo>
                <a:lnTo>
                  <a:pt x="246" y="560"/>
                </a:lnTo>
                <a:lnTo>
                  <a:pt x="245" y="560"/>
                </a:lnTo>
                <a:lnTo>
                  <a:pt x="245" y="559"/>
                </a:lnTo>
                <a:lnTo>
                  <a:pt x="244" y="559"/>
                </a:lnTo>
                <a:lnTo>
                  <a:pt x="243" y="559"/>
                </a:lnTo>
                <a:lnTo>
                  <a:pt x="242" y="559"/>
                </a:lnTo>
                <a:lnTo>
                  <a:pt x="241" y="560"/>
                </a:lnTo>
                <a:lnTo>
                  <a:pt x="240" y="559"/>
                </a:lnTo>
                <a:lnTo>
                  <a:pt x="240" y="558"/>
                </a:lnTo>
                <a:lnTo>
                  <a:pt x="239" y="558"/>
                </a:lnTo>
                <a:lnTo>
                  <a:pt x="239" y="557"/>
                </a:lnTo>
                <a:lnTo>
                  <a:pt x="239" y="556"/>
                </a:lnTo>
                <a:lnTo>
                  <a:pt x="240" y="555"/>
                </a:lnTo>
                <a:lnTo>
                  <a:pt x="240" y="554"/>
                </a:lnTo>
                <a:lnTo>
                  <a:pt x="241" y="553"/>
                </a:lnTo>
                <a:lnTo>
                  <a:pt x="242" y="553"/>
                </a:lnTo>
                <a:lnTo>
                  <a:pt x="242" y="552"/>
                </a:lnTo>
                <a:lnTo>
                  <a:pt x="241" y="552"/>
                </a:lnTo>
                <a:lnTo>
                  <a:pt x="241" y="551"/>
                </a:lnTo>
                <a:lnTo>
                  <a:pt x="242" y="551"/>
                </a:lnTo>
                <a:lnTo>
                  <a:pt x="243" y="549"/>
                </a:lnTo>
                <a:lnTo>
                  <a:pt x="243" y="548"/>
                </a:lnTo>
                <a:lnTo>
                  <a:pt x="244" y="547"/>
                </a:lnTo>
                <a:lnTo>
                  <a:pt x="244" y="546"/>
                </a:lnTo>
                <a:lnTo>
                  <a:pt x="243" y="545"/>
                </a:lnTo>
                <a:lnTo>
                  <a:pt x="243" y="544"/>
                </a:lnTo>
                <a:lnTo>
                  <a:pt x="243" y="543"/>
                </a:lnTo>
                <a:lnTo>
                  <a:pt x="242" y="543"/>
                </a:lnTo>
                <a:lnTo>
                  <a:pt x="241" y="542"/>
                </a:lnTo>
                <a:lnTo>
                  <a:pt x="241" y="541"/>
                </a:lnTo>
                <a:lnTo>
                  <a:pt x="241" y="540"/>
                </a:lnTo>
                <a:lnTo>
                  <a:pt x="241" y="538"/>
                </a:lnTo>
                <a:lnTo>
                  <a:pt x="242" y="537"/>
                </a:lnTo>
                <a:lnTo>
                  <a:pt x="241" y="537"/>
                </a:lnTo>
                <a:lnTo>
                  <a:pt x="241" y="536"/>
                </a:lnTo>
                <a:lnTo>
                  <a:pt x="241" y="534"/>
                </a:lnTo>
                <a:lnTo>
                  <a:pt x="241" y="533"/>
                </a:lnTo>
                <a:lnTo>
                  <a:pt x="242" y="533"/>
                </a:lnTo>
                <a:lnTo>
                  <a:pt x="242" y="532"/>
                </a:lnTo>
                <a:lnTo>
                  <a:pt x="241" y="531"/>
                </a:lnTo>
                <a:lnTo>
                  <a:pt x="240" y="531"/>
                </a:lnTo>
                <a:lnTo>
                  <a:pt x="240" y="530"/>
                </a:lnTo>
                <a:lnTo>
                  <a:pt x="240" y="529"/>
                </a:lnTo>
                <a:lnTo>
                  <a:pt x="239" y="529"/>
                </a:lnTo>
                <a:lnTo>
                  <a:pt x="239" y="528"/>
                </a:lnTo>
                <a:lnTo>
                  <a:pt x="240" y="527"/>
                </a:lnTo>
                <a:lnTo>
                  <a:pt x="240" y="526"/>
                </a:lnTo>
                <a:lnTo>
                  <a:pt x="241" y="526"/>
                </a:lnTo>
                <a:lnTo>
                  <a:pt x="242" y="526"/>
                </a:lnTo>
                <a:lnTo>
                  <a:pt x="242" y="525"/>
                </a:lnTo>
                <a:lnTo>
                  <a:pt x="242" y="523"/>
                </a:lnTo>
                <a:lnTo>
                  <a:pt x="242" y="522"/>
                </a:lnTo>
                <a:lnTo>
                  <a:pt x="241" y="522"/>
                </a:lnTo>
                <a:lnTo>
                  <a:pt x="240" y="522"/>
                </a:lnTo>
                <a:lnTo>
                  <a:pt x="239" y="522"/>
                </a:lnTo>
                <a:lnTo>
                  <a:pt x="238" y="522"/>
                </a:lnTo>
                <a:lnTo>
                  <a:pt x="238" y="521"/>
                </a:lnTo>
                <a:lnTo>
                  <a:pt x="238" y="520"/>
                </a:lnTo>
                <a:lnTo>
                  <a:pt x="238" y="519"/>
                </a:lnTo>
                <a:lnTo>
                  <a:pt x="238" y="518"/>
                </a:lnTo>
                <a:lnTo>
                  <a:pt x="238" y="517"/>
                </a:lnTo>
                <a:lnTo>
                  <a:pt x="238" y="516"/>
                </a:lnTo>
                <a:lnTo>
                  <a:pt x="239" y="515"/>
                </a:lnTo>
                <a:lnTo>
                  <a:pt x="238" y="515"/>
                </a:lnTo>
                <a:lnTo>
                  <a:pt x="237" y="515"/>
                </a:lnTo>
                <a:lnTo>
                  <a:pt x="236" y="514"/>
                </a:lnTo>
                <a:lnTo>
                  <a:pt x="236" y="513"/>
                </a:lnTo>
                <a:lnTo>
                  <a:pt x="235" y="512"/>
                </a:lnTo>
                <a:lnTo>
                  <a:pt x="234" y="513"/>
                </a:lnTo>
                <a:lnTo>
                  <a:pt x="234" y="514"/>
                </a:lnTo>
                <a:lnTo>
                  <a:pt x="233" y="514"/>
                </a:lnTo>
                <a:lnTo>
                  <a:pt x="232" y="515"/>
                </a:lnTo>
                <a:lnTo>
                  <a:pt x="230" y="515"/>
                </a:lnTo>
                <a:lnTo>
                  <a:pt x="229" y="515"/>
                </a:lnTo>
                <a:lnTo>
                  <a:pt x="229" y="514"/>
                </a:lnTo>
                <a:lnTo>
                  <a:pt x="228" y="514"/>
                </a:lnTo>
                <a:lnTo>
                  <a:pt x="227" y="513"/>
                </a:lnTo>
                <a:lnTo>
                  <a:pt x="226" y="513"/>
                </a:lnTo>
                <a:lnTo>
                  <a:pt x="226" y="511"/>
                </a:lnTo>
                <a:lnTo>
                  <a:pt x="225" y="510"/>
                </a:lnTo>
                <a:lnTo>
                  <a:pt x="224" y="510"/>
                </a:lnTo>
                <a:lnTo>
                  <a:pt x="224" y="511"/>
                </a:lnTo>
                <a:lnTo>
                  <a:pt x="223" y="512"/>
                </a:lnTo>
                <a:lnTo>
                  <a:pt x="223" y="513"/>
                </a:lnTo>
                <a:lnTo>
                  <a:pt x="222" y="513"/>
                </a:lnTo>
                <a:lnTo>
                  <a:pt x="221" y="513"/>
                </a:lnTo>
                <a:lnTo>
                  <a:pt x="220" y="514"/>
                </a:lnTo>
                <a:lnTo>
                  <a:pt x="220" y="515"/>
                </a:lnTo>
                <a:lnTo>
                  <a:pt x="219" y="516"/>
                </a:lnTo>
                <a:lnTo>
                  <a:pt x="218" y="516"/>
                </a:lnTo>
                <a:lnTo>
                  <a:pt x="218" y="517"/>
                </a:lnTo>
                <a:lnTo>
                  <a:pt x="218" y="518"/>
                </a:lnTo>
                <a:lnTo>
                  <a:pt x="216" y="519"/>
                </a:lnTo>
                <a:lnTo>
                  <a:pt x="214" y="520"/>
                </a:lnTo>
                <a:lnTo>
                  <a:pt x="213" y="520"/>
                </a:lnTo>
                <a:lnTo>
                  <a:pt x="213" y="521"/>
                </a:lnTo>
                <a:lnTo>
                  <a:pt x="212" y="521"/>
                </a:lnTo>
                <a:lnTo>
                  <a:pt x="211" y="521"/>
                </a:lnTo>
                <a:lnTo>
                  <a:pt x="210" y="521"/>
                </a:lnTo>
                <a:lnTo>
                  <a:pt x="209" y="522"/>
                </a:lnTo>
                <a:lnTo>
                  <a:pt x="210" y="524"/>
                </a:lnTo>
                <a:lnTo>
                  <a:pt x="209" y="525"/>
                </a:lnTo>
                <a:lnTo>
                  <a:pt x="210" y="526"/>
                </a:lnTo>
                <a:lnTo>
                  <a:pt x="210" y="527"/>
                </a:lnTo>
                <a:lnTo>
                  <a:pt x="209" y="527"/>
                </a:lnTo>
                <a:lnTo>
                  <a:pt x="209" y="528"/>
                </a:lnTo>
                <a:lnTo>
                  <a:pt x="209" y="529"/>
                </a:lnTo>
                <a:lnTo>
                  <a:pt x="209" y="530"/>
                </a:lnTo>
                <a:lnTo>
                  <a:pt x="209" y="531"/>
                </a:lnTo>
                <a:lnTo>
                  <a:pt x="209" y="532"/>
                </a:lnTo>
                <a:lnTo>
                  <a:pt x="208" y="531"/>
                </a:lnTo>
                <a:lnTo>
                  <a:pt x="207" y="532"/>
                </a:lnTo>
                <a:lnTo>
                  <a:pt x="206" y="532"/>
                </a:lnTo>
                <a:lnTo>
                  <a:pt x="205" y="533"/>
                </a:lnTo>
                <a:lnTo>
                  <a:pt x="204" y="533"/>
                </a:lnTo>
                <a:lnTo>
                  <a:pt x="203" y="533"/>
                </a:lnTo>
                <a:lnTo>
                  <a:pt x="203" y="532"/>
                </a:lnTo>
                <a:lnTo>
                  <a:pt x="202" y="532"/>
                </a:lnTo>
                <a:lnTo>
                  <a:pt x="201" y="533"/>
                </a:lnTo>
                <a:lnTo>
                  <a:pt x="201" y="534"/>
                </a:lnTo>
                <a:lnTo>
                  <a:pt x="200" y="534"/>
                </a:lnTo>
                <a:lnTo>
                  <a:pt x="200" y="533"/>
                </a:lnTo>
                <a:lnTo>
                  <a:pt x="199" y="533"/>
                </a:lnTo>
                <a:lnTo>
                  <a:pt x="199" y="534"/>
                </a:lnTo>
                <a:lnTo>
                  <a:pt x="198" y="534"/>
                </a:lnTo>
                <a:lnTo>
                  <a:pt x="198" y="533"/>
                </a:lnTo>
                <a:lnTo>
                  <a:pt x="199" y="533"/>
                </a:lnTo>
                <a:lnTo>
                  <a:pt x="199" y="532"/>
                </a:lnTo>
                <a:lnTo>
                  <a:pt x="199" y="531"/>
                </a:lnTo>
                <a:lnTo>
                  <a:pt x="199" y="530"/>
                </a:lnTo>
                <a:lnTo>
                  <a:pt x="199" y="529"/>
                </a:lnTo>
                <a:lnTo>
                  <a:pt x="198" y="529"/>
                </a:lnTo>
                <a:lnTo>
                  <a:pt x="197" y="529"/>
                </a:lnTo>
                <a:lnTo>
                  <a:pt x="197" y="528"/>
                </a:lnTo>
                <a:lnTo>
                  <a:pt x="198" y="528"/>
                </a:lnTo>
                <a:lnTo>
                  <a:pt x="198" y="527"/>
                </a:lnTo>
                <a:lnTo>
                  <a:pt x="197" y="526"/>
                </a:lnTo>
                <a:lnTo>
                  <a:pt x="196" y="525"/>
                </a:lnTo>
                <a:lnTo>
                  <a:pt x="196" y="524"/>
                </a:lnTo>
                <a:lnTo>
                  <a:pt x="196" y="523"/>
                </a:lnTo>
                <a:lnTo>
                  <a:pt x="196" y="522"/>
                </a:lnTo>
                <a:lnTo>
                  <a:pt x="195" y="521"/>
                </a:lnTo>
                <a:lnTo>
                  <a:pt x="195" y="520"/>
                </a:lnTo>
                <a:lnTo>
                  <a:pt x="196" y="520"/>
                </a:lnTo>
                <a:lnTo>
                  <a:pt x="196" y="519"/>
                </a:lnTo>
                <a:lnTo>
                  <a:pt x="197" y="517"/>
                </a:lnTo>
                <a:lnTo>
                  <a:pt x="198" y="516"/>
                </a:lnTo>
                <a:lnTo>
                  <a:pt x="198" y="515"/>
                </a:lnTo>
                <a:lnTo>
                  <a:pt x="198" y="514"/>
                </a:lnTo>
                <a:lnTo>
                  <a:pt x="199" y="513"/>
                </a:lnTo>
                <a:lnTo>
                  <a:pt x="199" y="512"/>
                </a:lnTo>
                <a:lnTo>
                  <a:pt x="199" y="510"/>
                </a:lnTo>
                <a:lnTo>
                  <a:pt x="200" y="510"/>
                </a:lnTo>
                <a:lnTo>
                  <a:pt x="200" y="509"/>
                </a:lnTo>
                <a:lnTo>
                  <a:pt x="200" y="508"/>
                </a:lnTo>
                <a:lnTo>
                  <a:pt x="201" y="508"/>
                </a:lnTo>
                <a:lnTo>
                  <a:pt x="202" y="508"/>
                </a:lnTo>
                <a:lnTo>
                  <a:pt x="203" y="507"/>
                </a:lnTo>
                <a:lnTo>
                  <a:pt x="205" y="506"/>
                </a:lnTo>
                <a:lnTo>
                  <a:pt x="206" y="506"/>
                </a:lnTo>
                <a:lnTo>
                  <a:pt x="207" y="505"/>
                </a:lnTo>
                <a:lnTo>
                  <a:pt x="208" y="504"/>
                </a:lnTo>
                <a:lnTo>
                  <a:pt x="209" y="504"/>
                </a:lnTo>
                <a:lnTo>
                  <a:pt x="210" y="504"/>
                </a:lnTo>
                <a:lnTo>
                  <a:pt x="210" y="503"/>
                </a:lnTo>
                <a:lnTo>
                  <a:pt x="210" y="501"/>
                </a:lnTo>
                <a:lnTo>
                  <a:pt x="210" y="500"/>
                </a:lnTo>
                <a:lnTo>
                  <a:pt x="210" y="499"/>
                </a:lnTo>
                <a:lnTo>
                  <a:pt x="210" y="498"/>
                </a:lnTo>
                <a:lnTo>
                  <a:pt x="209" y="498"/>
                </a:lnTo>
                <a:lnTo>
                  <a:pt x="209" y="497"/>
                </a:lnTo>
                <a:lnTo>
                  <a:pt x="209" y="496"/>
                </a:lnTo>
                <a:lnTo>
                  <a:pt x="210" y="496"/>
                </a:lnTo>
                <a:lnTo>
                  <a:pt x="211" y="496"/>
                </a:lnTo>
                <a:lnTo>
                  <a:pt x="211" y="495"/>
                </a:lnTo>
                <a:lnTo>
                  <a:pt x="212" y="495"/>
                </a:lnTo>
                <a:lnTo>
                  <a:pt x="213" y="494"/>
                </a:lnTo>
                <a:lnTo>
                  <a:pt x="214" y="492"/>
                </a:lnTo>
                <a:lnTo>
                  <a:pt x="214" y="491"/>
                </a:lnTo>
                <a:lnTo>
                  <a:pt x="215" y="490"/>
                </a:lnTo>
                <a:lnTo>
                  <a:pt x="216" y="489"/>
                </a:lnTo>
                <a:lnTo>
                  <a:pt x="216" y="488"/>
                </a:lnTo>
                <a:lnTo>
                  <a:pt x="217" y="488"/>
                </a:lnTo>
                <a:lnTo>
                  <a:pt x="219" y="488"/>
                </a:lnTo>
                <a:lnTo>
                  <a:pt x="220" y="488"/>
                </a:lnTo>
                <a:lnTo>
                  <a:pt x="220" y="487"/>
                </a:lnTo>
                <a:lnTo>
                  <a:pt x="221" y="487"/>
                </a:lnTo>
                <a:lnTo>
                  <a:pt x="223" y="485"/>
                </a:lnTo>
                <a:lnTo>
                  <a:pt x="223" y="483"/>
                </a:lnTo>
                <a:lnTo>
                  <a:pt x="224" y="482"/>
                </a:lnTo>
                <a:lnTo>
                  <a:pt x="225" y="482"/>
                </a:lnTo>
                <a:lnTo>
                  <a:pt x="226" y="481"/>
                </a:lnTo>
                <a:lnTo>
                  <a:pt x="227" y="480"/>
                </a:lnTo>
                <a:lnTo>
                  <a:pt x="227" y="479"/>
                </a:lnTo>
                <a:lnTo>
                  <a:pt x="227" y="478"/>
                </a:lnTo>
                <a:lnTo>
                  <a:pt x="227" y="477"/>
                </a:lnTo>
                <a:lnTo>
                  <a:pt x="228" y="476"/>
                </a:lnTo>
                <a:lnTo>
                  <a:pt x="228" y="475"/>
                </a:lnTo>
                <a:lnTo>
                  <a:pt x="229" y="475"/>
                </a:lnTo>
                <a:lnTo>
                  <a:pt x="229" y="474"/>
                </a:lnTo>
                <a:lnTo>
                  <a:pt x="229" y="472"/>
                </a:lnTo>
                <a:lnTo>
                  <a:pt x="230" y="471"/>
                </a:lnTo>
                <a:lnTo>
                  <a:pt x="229" y="470"/>
                </a:lnTo>
                <a:lnTo>
                  <a:pt x="229" y="469"/>
                </a:lnTo>
                <a:lnTo>
                  <a:pt x="229" y="468"/>
                </a:lnTo>
                <a:lnTo>
                  <a:pt x="230" y="466"/>
                </a:lnTo>
                <a:lnTo>
                  <a:pt x="230" y="465"/>
                </a:lnTo>
                <a:lnTo>
                  <a:pt x="230" y="464"/>
                </a:lnTo>
                <a:lnTo>
                  <a:pt x="231" y="464"/>
                </a:lnTo>
                <a:lnTo>
                  <a:pt x="231" y="463"/>
                </a:lnTo>
                <a:lnTo>
                  <a:pt x="230" y="463"/>
                </a:lnTo>
                <a:lnTo>
                  <a:pt x="230" y="462"/>
                </a:lnTo>
                <a:lnTo>
                  <a:pt x="229" y="462"/>
                </a:lnTo>
                <a:lnTo>
                  <a:pt x="229" y="461"/>
                </a:lnTo>
                <a:lnTo>
                  <a:pt x="228" y="460"/>
                </a:lnTo>
                <a:lnTo>
                  <a:pt x="228" y="459"/>
                </a:lnTo>
                <a:lnTo>
                  <a:pt x="228" y="458"/>
                </a:lnTo>
                <a:lnTo>
                  <a:pt x="228" y="457"/>
                </a:lnTo>
                <a:lnTo>
                  <a:pt x="229" y="457"/>
                </a:lnTo>
                <a:lnTo>
                  <a:pt x="229" y="455"/>
                </a:lnTo>
                <a:lnTo>
                  <a:pt x="228" y="455"/>
                </a:lnTo>
                <a:lnTo>
                  <a:pt x="228" y="453"/>
                </a:lnTo>
                <a:lnTo>
                  <a:pt x="228" y="452"/>
                </a:lnTo>
                <a:lnTo>
                  <a:pt x="228" y="451"/>
                </a:lnTo>
                <a:lnTo>
                  <a:pt x="229" y="451"/>
                </a:lnTo>
                <a:lnTo>
                  <a:pt x="229" y="450"/>
                </a:lnTo>
                <a:lnTo>
                  <a:pt x="230" y="450"/>
                </a:lnTo>
                <a:lnTo>
                  <a:pt x="230" y="451"/>
                </a:lnTo>
                <a:lnTo>
                  <a:pt x="231" y="451"/>
                </a:lnTo>
                <a:lnTo>
                  <a:pt x="232" y="451"/>
                </a:lnTo>
                <a:lnTo>
                  <a:pt x="232" y="450"/>
                </a:lnTo>
                <a:lnTo>
                  <a:pt x="233" y="450"/>
                </a:lnTo>
                <a:lnTo>
                  <a:pt x="234" y="450"/>
                </a:lnTo>
                <a:lnTo>
                  <a:pt x="235" y="450"/>
                </a:lnTo>
                <a:lnTo>
                  <a:pt x="236" y="449"/>
                </a:lnTo>
                <a:lnTo>
                  <a:pt x="236" y="448"/>
                </a:lnTo>
                <a:lnTo>
                  <a:pt x="237" y="447"/>
                </a:lnTo>
                <a:lnTo>
                  <a:pt x="238" y="447"/>
                </a:lnTo>
                <a:lnTo>
                  <a:pt x="239" y="447"/>
                </a:lnTo>
                <a:lnTo>
                  <a:pt x="240" y="447"/>
                </a:lnTo>
                <a:lnTo>
                  <a:pt x="240" y="445"/>
                </a:lnTo>
                <a:lnTo>
                  <a:pt x="239" y="444"/>
                </a:lnTo>
                <a:lnTo>
                  <a:pt x="239" y="443"/>
                </a:lnTo>
                <a:lnTo>
                  <a:pt x="240" y="443"/>
                </a:lnTo>
                <a:lnTo>
                  <a:pt x="239" y="442"/>
                </a:lnTo>
                <a:lnTo>
                  <a:pt x="238" y="442"/>
                </a:lnTo>
                <a:lnTo>
                  <a:pt x="238" y="441"/>
                </a:lnTo>
                <a:lnTo>
                  <a:pt x="238" y="440"/>
                </a:lnTo>
                <a:lnTo>
                  <a:pt x="239" y="439"/>
                </a:lnTo>
                <a:lnTo>
                  <a:pt x="240" y="439"/>
                </a:lnTo>
                <a:lnTo>
                  <a:pt x="241" y="439"/>
                </a:lnTo>
                <a:lnTo>
                  <a:pt x="241" y="438"/>
                </a:lnTo>
                <a:lnTo>
                  <a:pt x="242" y="438"/>
                </a:lnTo>
                <a:lnTo>
                  <a:pt x="243" y="438"/>
                </a:lnTo>
                <a:lnTo>
                  <a:pt x="244" y="438"/>
                </a:lnTo>
                <a:lnTo>
                  <a:pt x="244" y="437"/>
                </a:lnTo>
                <a:lnTo>
                  <a:pt x="244" y="436"/>
                </a:lnTo>
                <a:lnTo>
                  <a:pt x="243" y="436"/>
                </a:lnTo>
                <a:lnTo>
                  <a:pt x="242" y="436"/>
                </a:lnTo>
                <a:lnTo>
                  <a:pt x="241" y="436"/>
                </a:lnTo>
                <a:lnTo>
                  <a:pt x="241" y="435"/>
                </a:lnTo>
                <a:lnTo>
                  <a:pt x="242" y="435"/>
                </a:lnTo>
                <a:lnTo>
                  <a:pt x="241" y="435"/>
                </a:lnTo>
                <a:lnTo>
                  <a:pt x="240" y="435"/>
                </a:lnTo>
                <a:lnTo>
                  <a:pt x="239" y="435"/>
                </a:lnTo>
                <a:lnTo>
                  <a:pt x="238" y="435"/>
                </a:lnTo>
                <a:lnTo>
                  <a:pt x="237" y="436"/>
                </a:lnTo>
                <a:lnTo>
                  <a:pt x="236" y="435"/>
                </a:lnTo>
                <a:lnTo>
                  <a:pt x="235" y="435"/>
                </a:lnTo>
                <a:lnTo>
                  <a:pt x="234" y="434"/>
                </a:lnTo>
                <a:lnTo>
                  <a:pt x="234" y="433"/>
                </a:lnTo>
                <a:lnTo>
                  <a:pt x="233" y="433"/>
                </a:lnTo>
                <a:lnTo>
                  <a:pt x="233" y="434"/>
                </a:lnTo>
                <a:lnTo>
                  <a:pt x="232" y="434"/>
                </a:lnTo>
                <a:lnTo>
                  <a:pt x="231" y="434"/>
                </a:lnTo>
                <a:lnTo>
                  <a:pt x="231" y="433"/>
                </a:lnTo>
                <a:lnTo>
                  <a:pt x="231" y="432"/>
                </a:lnTo>
                <a:lnTo>
                  <a:pt x="230" y="433"/>
                </a:lnTo>
                <a:lnTo>
                  <a:pt x="229" y="433"/>
                </a:lnTo>
                <a:lnTo>
                  <a:pt x="229" y="434"/>
                </a:lnTo>
                <a:lnTo>
                  <a:pt x="228" y="434"/>
                </a:lnTo>
                <a:lnTo>
                  <a:pt x="227" y="435"/>
                </a:lnTo>
                <a:lnTo>
                  <a:pt x="227" y="436"/>
                </a:lnTo>
                <a:lnTo>
                  <a:pt x="226" y="436"/>
                </a:lnTo>
                <a:lnTo>
                  <a:pt x="226" y="437"/>
                </a:lnTo>
                <a:lnTo>
                  <a:pt x="226" y="438"/>
                </a:lnTo>
                <a:lnTo>
                  <a:pt x="225" y="437"/>
                </a:lnTo>
                <a:lnTo>
                  <a:pt x="224" y="437"/>
                </a:lnTo>
                <a:lnTo>
                  <a:pt x="223" y="437"/>
                </a:lnTo>
                <a:lnTo>
                  <a:pt x="222" y="437"/>
                </a:lnTo>
                <a:lnTo>
                  <a:pt x="222" y="436"/>
                </a:lnTo>
                <a:lnTo>
                  <a:pt x="222" y="435"/>
                </a:lnTo>
                <a:lnTo>
                  <a:pt x="222" y="434"/>
                </a:lnTo>
                <a:lnTo>
                  <a:pt x="221" y="434"/>
                </a:lnTo>
                <a:lnTo>
                  <a:pt x="220" y="433"/>
                </a:lnTo>
                <a:lnTo>
                  <a:pt x="220" y="432"/>
                </a:lnTo>
                <a:lnTo>
                  <a:pt x="220" y="431"/>
                </a:lnTo>
                <a:lnTo>
                  <a:pt x="220" y="430"/>
                </a:lnTo>
                <a:lnTo>
                  <a:pt x="220" y="429"/>
                </a:lnTo>
                <a:lnTo>
                  <a:pt x="219" y="429"/>
                </a:lnTo>
                <a:lnTo>
                  <a:pt x="218" y="429"/>
                </a:lnTo>
                <a:lnTo>
                  <a:pt x="219" y="428"/>
                </a:lnTo>
                <a:lnTo>
                  <a:pt x="218" y="428"/>
                </a:lnTo>
                <a:lnTo>
                  <a:pt x="217" y="427"/>
                </a:lnTo>
                <a:lnTo>
                  <a:pt x="218" y="426"/>
                </a:lnTo>
                <a:lnTo>
                  <a:pt x="218" y="425"/>
                </a:lnTo>
                <a:lnTo>
                  <a:pt x="219" y="423"/>
                </a:lnTo>
                <a:lnTo>
                  <a:pt x="219" y="422"/>
                </a:lnTo>
                <a:lnTo>
                  <a:pt x="220" y="421"/>
                </a:lnTo>
                <a:lnTo>
                  <a:pt x="220" y="420"/>
                </a:lnTo>
                <a:lnTo>
                  <a:pt x="221" y="418"/>
                </a:lnTo>
                <a:lnTo>
                  <a:pt x="223" y="418"/>
                </a:lnTo>
                <a:lnTo>
                  <a:pt x="224" y="418"/>
                </a:lnTo>
                <a:lnTo>
                  <a:pt x="224" y="417"/>
                </a:lnTo>
                <a:lnTo>
                  <a:pt x="223" y="417"/>
                </a:lnTo>
                <a:lnTo>
                  <a:pt x="223" y="416"/>
                </a:lnTo>
                <a:lnTo>
                  <a:pt x="222" y="415"/>
                </a:lnTo>
                <a:lnTo>
                  <a:pt x="223" y="413"/>
                </a:lnTo>
                <a:lnTo>
                  <a:pt x="223" y="412"/>
                </a:lnTo>
                <a:lnTo>
                  <a:pt x="224" y="411"/>
                </a:lnTo>
                <a:lnTo>
                  <a:pt x="224" y="410"/>
                </a:lnTo>
                <a:lnTo>
                  <a:pt x="223" y="409"/>
                </a:lnTo>
                <a:lnTo>
                  <a:pt x="223" y="408"/>
                </a:lnTo>
                <a:lnTo>
                  <a:pt x="223" y="407"/>
                </a:lnTo>
                <a:lnTo>
                  <a:pt x="224" y="407"/>
                </a:lnTo>
                <a:lnTo>
                  <a:pt x="224" y="406"/>
                </a:lnTo>
                <a:lnTo>
                  <a:pt x="225" y="406"/>
                </a:lnTo>
                <a:lnTo>
                  <a:pt x="225" y="405"/>
                </a:lnTo>
                <a:lnTo>
                  <a:pt x="225" y="404"/>
                </a:lnTo>
                <a:lnTo>
                  <a:pt x="224" y="404"/>
                </a:lnTo>
                <a:lnTo>
                  <a:pt x="224" y="402"/>
                </a:lnTo>
                <a:lnTo>
                  <a:pt x="225" y="401"/>
                </a:lnTo>
                <a:lnTo>
                  <a:pt x="226" y="400"/>
                </a:lnTo>
                <a:lnTo>
                  <a:pt x="226" y="399"/>
                </a:lnTo>
                <a:lnTo>
                  <a:pt x="226" y="397"/>
                </a:lnTo>
                <a:lnTo>
                  <a:pt x="226" y="396"/>
                </a:lnTo>
                <a:lnTo>
                  <a:pt x="225" y="395"/>
                </a:lnTo>
                <a:lnTo>
                  <a:pt x="224" y="395"/>
                </a:lnTo>
                <a:lnTo>
                  <a:pt x="223" y="395"/>
                </a:lnTo>
                <a:lnTo>
                  <a:pt x="223" y="396"/>
                </a:lnTo>
                <a:lnTo>
                  <a:pt x="222" y="396"/>
                </a:lnTo>
                <a:lnTo>
                  <a:pt x="221" y="396"/>
                </a:lnTo>
                <a:lnTo>
                  <a:pt x="220" y="396"/>
                </a:lnTo>
                <a:lnTo>
                  <a:pt x="220" y="395"/>
                </a:lnTo>
                <a:lnTo>
                  <a:pt x="220" y="396"/>
                </a:lnTo>
                <a:lnTo>
                  <a:pt x="219" y="396"/>
                </a:lnTo>
                <a:lnTo>
                  <a:pt x="218" y="395"/>
                </a:lnTo>
                <a:lnTo>
                  <a:pt x="218" y="394"/>
                </a:lnTo>
                <a:lnTo>
                  <a:pt x="218" y="393"/>
                </a:lnTo>
                <a:lnTo>
                  <a:pt x="218" y="392"/>
                </a:lnTo>
                <a:lnTo>
                  <a:pt x="217" y="392"/>
                </a:lnTo>
                <a:lnTo>
                  <a:pt x="216" y="392"/>
                </a:lnTo>
                <a:lnTo>
                  <a:pt x="215" y="391"/>
                </a:lnTo>
                <a:lnTo>
                  <a:pt x="215" y="392"/>
                </a:lnTo>
                <a:lnTo>
                  <a:pt x="213" y="392"/>
                </a:lnTo>
                <a:lnTo>
                  <a:pt x="211" y="392"/>
                </a:lnTo>
                <a:lnTo>
                  <a:pt x="210" y="392"/>
                </a:lnTo>
                <a:lnTo>
                  <a:pt x="209" y="392"/>
                </a:lnTo>
                <a:lnTo>
                  <a:pt x="208" y="392"/>
                </a:lnTo>
                <a:lnTo>
                  <a:pt x="208" y="391"/>
                </a:lnTo>
                <a:lnTo>
                  <a:pt x="207" y="391"/>
                </a:lnTo>
                <a:lnTo>
                  <a:pt x="207" y="390"/>
                </a:lnTo>
                <a:lnTo>
                  <a:pt x="206" y="390"/>
                </a:lnTo>
                <a:lnTo>
                  <a:pt x="205" y="390"/>
                </a:lnTo>
                <a:lnTo>
                  <a:pt x="204" y="390"/>
                </a:lnTo>
                <a:lnTo>
                  <a:pt x="204" y="389"/>
                </a:lnTo>
                <a:lnTo>
                  <a:pt x="203" y="389"/>
                </a:lnTo>
                <a:lnTo>
                  <a:pt x="202" y="388"/>
                </a:lnTo>
                <a:lnTo>
                  <a:pt x="201" y="388"/>
                </a:lnTo>
                <a:lnTo>
                  <a:pt x="201" y="389"/>
                </a:lnTo>
                <a:lnTo>
                  <a:pt x="201" y="388"/>
                </a:lnTo>
                <a:lnTo>
                  <a:pt x="200" y="388"/>
                </a:lnTo>
                <a:lnTo>
                  <a:pt x="200" y="387"/>
                </a:lnTo>
                <a:lnTo>
                  <a:pt x="201" y="386"/>
                </a:lnTo>
                <a:lnTo>
                  <a:pt x="200" y="386"/>
                </a:lnTo>
                <a:lnTo>
                  <a:pt x="199" y="386"/>
                </a:lnTo>
                <a:lnTo>
                  <a:pt x="199" y="385"/>
                </a:lnTo>
                <a:lnTo>
                  <a:pt x="198" y="385"/>
                </a:lnTo>
                <a:lnTo>
                  <a:pt x="198" y="384"/>
                </a:lnTo>
                <a:lnTo>
                  <a:pt x="197" y="384"/>
                </a:lnTo>
                <a:lnTo>
                  <a:pt x="196" y="384"/>
                </a:lnTo>
                <a:lnTo>
                  <a:pt x="195" y="384"/>
                </a:lnTo>
                <a:lnTo>
                  <a:pt x="195" y="385"/>
                </a:lnTo>
                <a:lnTo>
                  <a:pt x="195" y="386"/>
                </a:lnTo>
                <a:lnTo>
                  <a:pt x="195" y="387"/>
                </a:lnTo>
                <a:lnTo>
                  <a:pt x="195" y="389"/>
                </a:lnTo>
                <a:lnTo>
                  <a:pt x="195" y="390"/>
                </a:lnTo>
                <a:lnTo>
                  <a:pt x="194" y="390"/>
                </a:lnTo>
                <a:lnTo>
                  <a:pt x="193" y="390"/>
                </a:lnTo>
                <a:lnTo>
                  <a:pt x="193" y="391"/>
                </a:lnTo>
                <a:lnTo>
                  <a:pt x="194" y="392"/>
                </a:lnTo>
                <a:lnTo>
                  <a:pt x="194" y="394"/>
                </a:lnTo>
                <a:lnTo>
                  <a:pt x="194" y="395"/>
                </a:lnTo>
                <a:lnTo>
                  <a:pt x="194" y="396"/>
                </a:lnTo>
                <a:lnTo>
                  <a:pt x="194" y="397"/>
                </a:lnTo>
                <a:lnTo>
                  <a:pt x="193" y="397"/>
                </a:lnTo>
                <a:lnTo>
                  <a:pt x="193" y="396"/>
                </a:lnTo>
                <a:lnTo>
                  <a:pt x="192" y="395"/>
                </a:lnTo>
                <a:lnTo>
                  <a:pt x="191" y="395"/>
                </a:lnTo>
                <a:lnTo>
                  <a:pt x="190" y="395"/>
                </a:lnTo>
                <a:lnTo>
                  <a:pt x="188" y="395"/>
                </a:lnTo>
                <a:lnTo>
                  <a:pt x="187" y="395"/>
                </a:lnTo>
                <a:lnTo>
                  <a:pt x="186" y="396"/>
                </a:lnTo>
                <a:lnTo>
                  <a:pt x="186" y="397"/>
                </a:lnTo>
                <a:lnTo>
                  <a:pt x="185" y="397"/>
                </a:lnTo>
                <a:lnTo>
                  <a:pt x="184" y="397"/>
                </a:lnTo>
                <a:lnTo>
                  <a:pt x="183" y="396"/>
                </a:lnTo>
                <a:lnTo>
                  <a:pt x="183" y="397"/>
                </a:lnTo>
                <a:lnTo>
                  <a:pt x="182" y="396"/>
                </a:lnTo>
                <a:lnTo>
                  <a:pt x="180" y="396"/>
                </a:lnTo>
                <a:lnTo>
                  <a:pt x="179" y="397"/>
                </a:lnTo>
                <a:lnTo>
                  <a:pt x="178" y="398"/>
                </a:lnTo>
                <a:lnTo>
                  <a:pt x="177" y="396"/>
                </a:lnTo>
                <a:lnTo>
                  <a:pt x="176" y="395"/>
                </a:lnTo>
                <a:lnTo>
                  <a:pt x="177" y="394"/>
                </a:lnTo>
                <a:lnTo>
                  <a:pt x="177" y="393"/>
                </a:lnTo>
                <a:lnTo>
                  <a:pt x="178" y="392"/>
                </a:lnTo>
                <a:lnTo>
                  <a:pt x="177" y="391"/>
                </a:lnTo>
                <a:lnTo>
                  <a:pt x="177" y="390"/>
                </a:lnTo>
                <a:lnTo>
                  <a:pt x="176" y="390"/>
                </a:lnTo>
                <a:lnTo>
                  <a:pt x="176" y="391"/>
                </a:lnTo>
                <a:lnTo>
                  <a:pt x="176" y="392"/>
                </a:lnTo>
                <a:lnTo>
                  <a:pt x="175" y="392"/>
                </a:lnTo>
                <a:lnTo>
                  <a:pt x="176" y="392"/>
                </a:lnTo>
                <a:lnTo>
                  <a:pt x="176" y="393"/>
                </a:lnTo>
                <a:lnTo>
                  <a:pt x="175" y="393"/>
                </a:lnTo>
                <a:lnTo>
                  <a:pt x="174" y="393"/>
                </a:lnTo>
                <a:lnTo>
                  <a:pt x="174" y="392"/>
                </a:lnTo>
                <a:lnTo>
                  <a:pt x="173" y="392"/>
                </a:lnTo>
                <a:lnTo>
                  <a:pt x="174" y="392"/>
                </a:lnTo>
                <a:lnTo>
                  <a:pt x="172" y="391"/>
                </a:lnTo>
                <a:lnTo>
                  <a:pt x="170" y="390"/>
                </a:lnTo>
                <a:lnTo>
                  <a:pt x="170" y="391"/>
                </a:lnTo>
                <a:lnTo>
                  <a:pt x="169" y="391"/>
                </a:lnTo>
                <a:lnTo>
                  <a:pt x="168" y="392"/>
                </a:lnTo>
                <a:lnTo>
                  <a:pt x="168" y="391"/>
                </a:lnTo>
                <a:lnTo>
                  <a:pt x="166" y="391"/>
                </a:lnTo>
                <a:lnTo>
                  <a:pt x="166" y="390"/>
                </a:lnTo>
                <a:lnTo>
                  <a:pt x="166" y="389"/>
                </a:lnTo>
                <a:lnTo>
                  <a:pt x="165" y="389"/>
                </a:lnTo>
                <a:lnTo>
                  <a:pt x="164" y="391"/>
                </a:lnTo>
                <a:lnTo>
                  <a:pt x="163" y="392"/>
                </a:lnTo>
                <a:lnTo>
                  <a:pt x="162" y="393"/>
                </a:lnTo>
                <a:lnTo>
                  <a:pt x="161" y="393"/>
                </a:lnTo>
                <a:lnTo>
                  <a:pt x="160" y="394"/>
                </a:lnTo>
                <a:lnTo>
                  <a:pt x="159" y="394"/>
                </a:lnTo>
                <a:lnTo>
                  <a:pt x="159" y="395"/>
                </a:lnTo>
                <a:lnTo>
                  <a:pt x="159" y="396"/>
                </a:lnTo>
                <a:lnTo>
                  <a:pt x="159" y="397"/>
                </a:lnTo>
                <a:lnTo>
                  <a:pt x="160" y="397"/>
                </a:lnTo>
                <a:lnTo>
                  <a:pt x="160" y="398"/>
                </a:lnTo>
                <a:lnTo>
                  <a:pt x="160" y="399"/>
                </a:lnTo>
                <a:lnTo>
                  <a:pt x="159" y="400"/>
                </a:lnTo>
                <a:lnTo>
                  <a:pt x="159" y="401"/>
                </a:lnTo>
                <a:lnTo>
                  <a:pt x="158" y="401"/>
                </a:lnTo>
                <a:lnTo>
                  <a:pt x="158" y="402"/>
                </a:lnTo>
                <a:lnTo>
                  <a:pt x="158" y="403"/>
                </a:lnTo>
                <a:lnTo>
                  <a:pt x="157" y="404"/>
                </a:lnTo>
                <a:lnTo>
                  <a:pt x="156" y="404"/>
                </a:lnTo>
                <a:lnTo>
                  <a:pt x="155" y="405"/>
                </a:lnTo>
                <a:lnTo>
                  <a:pt x="155" y="406"/>
                </a:lnTo>
                <a:lnTo>
                  <a:pt x="154" y="406"/>
                </a:lnTo>
                <a:lnTo>
                  <a:pt x="154" y="405"/>
                </a:lnTo>
                <a:lnTo>
                  <a:pt x="153" y="404"/>
                </a:lnTo>
                <a:lnTo>
                  <a:pt x="152" y="405"/>
                </a:lnTo>
                <a:lnTo>
                  <a:pt x="150" y="407"/>
                </a:lnTo>
                <a:lnTo>
                  <a:pt x="149" y="407"/>
                </a:lnTo>
                <a:lnTo>
                  <a:pt x="148" y="408"/>
                </a:lnTo>
                <a:lnTo>
                  <a:pt x="148" y="409"/>
                </a:lnTo>
                <a:lnTo>
                  <a:pt x="147" y="410"/>
                </a:lnTo>
                <a:lnTo>
                  <a:pt x="146" y="411"/>
                </a:lnTo>
                <a:lnTo>
                  <a:pt x="145" y="411"/>
                </a:lnTo>
                <a:lnTo>
                  <a:pt x="145" y="412"/>
                </a:lnTo>
                <a:lnTo>
                  <a:pt x="144" y="413"/>
                </a:lnTo>
                <a:lnTo>
                  <a:pt x="144" y="415"/>
                </a:lnTo>
                <a:lnTo>
                  <a:pt x="144" y="416"/>
                </a:lnTo>
                <a:lnTo>
                  <a:pt x="143" y="416"/>
                </a:lnTo>
                <a:lnTo>
                  <a:pt x="143" y="415"/>
                </a:lnTo>
                <a:lnTo>
                  <a:pt x="142" y="416"/>
                </a:lnTo>
                <a:lnTo>
                  <a:pt x="142" y="417"/>
                </a:lnTo>
                <a:lnTo>
                  <a:pt x="142" y="418"/>
                </a:lnTo>
                <a:lnTo>
                  <a:pt x="142" y="419"/>
                </a:lnTo>
                <a:lnTo>
                  <a:pt x="141" y="421"/>
                </a:lnTo>
                <a:lnTo>
                  <a:pt x="141" y="422"/>
                </a:lnTo>
                <a:lnTo>
                  <a:pt x="141" y="423"/>
                </a:lnTo>
                <a:lnTo>
                  <a:pt x="140" y="424"/>
                </a:lnTo>
                <a:lnTo>
                  <a:pt x="140" y="425"/>
                </a:lnTo>
                <a:lnTo>
                  <a:pt x="139" y="426"/>
                </a:lnTo>
                <a:lnTo>
                  <a:pt x="138" y="426"/>
                </a:lnTo>
                <a:lnTo>
                  <a:pt x="137" y="427"/>
                </a:lnTo>
                <a:lnTo>
                  <a:pt x="136" y="427"/>
                </a:lnTo>
                <a:lnTo>
                  <a:pt x="136" y="426"/>
                </a:lnTo>
                <a:lnTo>
                  <a:pt x="135" y="426"/>
                </a:lnTo>
                <a:lnTo>
                  <a:pt x="134" y="426"/>
                </a:lnTo>
                <a:lnTo>
                  <a:pt x="134" y="427"/>
                </a:lnTo>
                <a:lnTo>
                  <a:pt x="133" y="426"/>
                </a:lnTo>
                <a:lnTo>
                  <a:pt x="132" y="426"/>
                </a:lnTo>
                <a:lnTo>
                  <a:pt x="132" y="425"/>
                </a:lnTo>
                <a:lnTo>
                  <a:pt x="133" y="424"/>
                </a:lnTo>
                <a:lnTo>
                  <a:pt x="132" y="423"/>
                </a:lnTo>
                <a:lnTo>
                  <a:pt x="132" y="422"/>
                </a:lnTo>
                <a:lnTo>
                  <a:pt x="132" y="421"/>
                </a:lnTo>
                <a:lnTo>
                  <a:pt x="131" y="419"/>
                </a:lnTo>
                <a:lnTo>
                  <a:pt x="130" y="419"/>
                </a:lnTo>
                <a:lnTo>
                  <a:pt x="129" y="419"/>
                </a:lnTo>
                <a:lnTo>
                  <a:pt x="129" y="418"/>
                </a:lnTo>
                <a:lnTo>
                  <a:pt x="128" y="417"/>
                </a:lnTo>
                <a:lnTo>
                  <a:pt x="127" y="416"/>
                </a:lnTo>
                <a:lnTo>
                  <a:pt x="127" y="417"/>
                </a:lnTo>
                <a:lnTo>
                  <a:pt x="126" y="418"/>
                </a:lnTo>
                <a:lnTo>
                  <a:pt x="125" y="419"/>
                </a:lnTo>
                <a:lnTo>
                  <a:pt x="125" y="420"/>
                </a:lnTo>
                <a:lnTo>
                  <a:pt x="125" y="421"/>
                </a:lnTo>
                <a:lnTo>
                  <a:pt x="124" y="421"/>
                </a:lnTo>
                <a:lnTo>
                  <a:pt x="123" y="421"/>
                </a:lnTo>
                <a:lnTo>
                  <a:pt x="122" y="421"/>
                </a:lnTo>
                <a:lnTo>
                  <a:pt x="122" y="420"/>
                </a:lnTo>
                <a:lnTo>
                  <a:pt x="121" y="419"/>
                </a:lnTo>
                <a:lnTo>
                  <a:pt x="120" y="420"/>
                </a:lnTo>
                <a:lnTo>
                  <a:pt x="120" y="421"/>
                </a:lnTo>
                <a:lnTo>
                  <a:pt x="119" y="421"/>
                </a:lnTo>
                <a:lnTo>
                  <a:pt x="119" y="420"/>
                </a:lnTo>
                <a:lnTo>
                  <a:pt x="118" y="419"/>
                </a:lnTo>
                <a:lnTo>
                  <a:pt x="116" y="419"/>
                </a:lnTo>
                <a:lnTo>
                  <a:pt x="115" y="419"/>
                </a:lnTo>
                <a:lnTo>
                  <a:pt x="115" y="418"/>
                </a:lnTo>
                <a:lnTo>
                  <a:pt x="116" y="417"/>
                </a:lnTo>
                <a:lnTo>
                  <a:pt x="116" y="416"/>
                </a:lnTo>
                <a:lnTo>
                  <a:pt x="115" y="415"/>
                </a:lnTo>
                <a:lnTo>
                  <a:pt x="116" y="414"/>
                </a:lnTo>
                <a:lnTo>
                  <a:pt x="116" y="413"/>
                </a:lnTo>
                <a:lnTo>
                  <a:pt x="116" y="412"/>
                </a:lnTo>
                <a:lnTo>
                  <a:pt x="118" y="412"/>
                </a:lnTo>
                <a:lnTo>
                  <a:pt x="118" y="411"/>
                </a:lnTo>
                <a:lnTo>
                  <a:pt x="118" y="410"/>
                </a:lnTo>
                <a:lnTo>
                  <a:pt x="119" y="410"/>
                </a:lnTo>
                <a:lnTo>
                  <a:pt x="119" y="409"/>
                </a:lnTo>
                <a:lnTo>
                  <a:pt x="118" y="408"/>
                </a:lnTo>
                <a:lnTo>
                  <a:pt x="118" y="407"/>
                </a:lnTo>
                <a:lnTo>
                  <a:pt x="118" y="406"/>
                </a:lnTo>
                <a:lnTo>
                  <a:pt x="119" y="406"/>
                </a:lnTo>
                <a:lnTo>
                  <a:pt x="118" y="406"/>
                </a:lnTo>
                <a:lnTo>
                  <a:pt x="116" y="405"/>
                </a:lnTo>
                <a:lnTo>
                  <a:pt x="116" y="406"/>
                </a:lnTo>
                <a:lnTo>
                  <a:pt x="115" y="406"/>
                </a:lnTo>
                <a:lnTo>
                  <a:pt x="114" y="406"/>
                </a:lnTo>
                <a:lnTo>
                  <a:pt x="114" y="405"/>
                </a:lnTo>
                <a:lnTo>
                  <a:pt x="113" y="405"/>
                </a:lnTo>
                <a:lnTo>
                  <a:pt x="113" y="406"/>
                </a:lnTo>
                <a:lnTo>
                  <a:pt x="112" y="406"/>
                </a:lnTo>
                <a:lnTo>
                  <a:pt x="111" y="406"/>
                </a:lnTo>
                <a:lnTo>
                  <a:pt x="111" y="405"/>
                </a:lnTo>
                <a:lnTo>
                  <a:pt x="110" y="404"/>
                </a:lnTo>
                <a:lnTo>
                  <a:pt x="109" y="404"/>
                </a:lnTo>
                <a:lnTo>
                  <a:pt x="108" y="404"/>
                </a:lnTo>
                <a:lnTo>
                  <a:pt x="107" y="404"/>
                </a:lnTo>
                <a:lnTo>
                  <a:pt x="107" y="403"/>
                </a:lnTo>
                <a:lnTo>
                  <a:pt x="106" y="403"/>
                </a:lnTo>
                <a:lnTo>
                  <a:pt x="105" y="403"/>
                </a:lnTo>
                <a:lnTo>
                  <a:pt x="105" y="404"/>
                </a:lnTo>
                <a:lnTo>
                  <a:pt x="104" y="405"/>
                </a:lnTo>
                <a:lnTo>
                  <a:pt x="103" y="407"/>
                </a:lnTo>
                <a:lnTo>
                  <a:pt x="102" y="407"/>
                </a:lnTo>
                <a:lnTo>
                  <a:pt x="101" y="407"/>
                </a:lnTo>
                <a:lnTo>
                  <a:pt x="101" y="410"/>
                </a:lnTo>
                <a:lnTo>
                  <a:pt x="100" y="412"/>
                </a:lnTo>
                <a:lnTo>
                  <a:pt x="99" y="413"/>
                </a:lnTo>
                <a:lnTo>
                  <a:pt x="99" y="416"/>
                </a:lnTo>
                <a:lnTo>
                  <a:pt x="99" y="417"/>
                </a:lnTo>
                <a:lnTo>
                  <a:pt x="99" y="418"/>
                </a:lnTo>
                <a:lnTo>
                  <a:pt x="98" y="419"/>
                </a:lnTo>
                <a:lnTo>
                  <a:pt x="97" y="420"/>
                </a:lnTo>
                <a:lnTo>
                  <a:pt x="95" y="420"/>
                </a:lnTo>
                <a:lnTo>
                  <a:pt x="93" y="419"/>
                </a:lnTo>
                <a:lnTo>
                  <a:pt x="92" y="419"/>
                </a:lnTo>
                <a:lnTo>
                  <a:pt x="91" y="419"/>
                </a:lnTo>
                <a:lnTo>
                  <a:pt x="91" y="420"/>
                </a:lnTo>
                <a:lnTo>
                  <a:pt x="90" y="421"/>
                </a:lnTo>
                <a:lnTo>
                  <a:pt x="90" y="422"/>
                </a:lnTo>
                <a:lnTo>
                  <a:pt x="90" y="424"/>
                </a:lnTo>
                <a:lnTo>
                  <a:pt x="90" y="425"/>
                </a:lnTo>
                <a:lnTo>
                  <a:pt x="91" y="425"/>
                </a:lnTo>
                <a:lnTo>
                  <a:pt x="92" y="425"/>
                </a:lnTo>
                <a:lnTo>
                  <a:pt x="92" y="426"/>
                </a:lnTo>
                <a:lnTo>
                  <a:pt x="92" y="427"/>
                </a:lnTo>
                <a:lnTo>
                  <a:pt x="92" y="428"/>
                </a:lnTo>
                <a:lnTo>
                  <a:pt x="92" y="429"/>
                </a:lnTo>
                <a:lnTo>
                  <a:pt x="92" y="430"/>
                </a:lnTo>
                <a:lnTo>
                  <a:pt x="93" y="431"/>
                </a:lnTo>
                <a:lnTo>
                  <a:pt x="94" y="432"/>
                </a:lnTo>
                <a:lnTo>
                  <a:pt x="94" y="433"/>
                </a:lnTo>
                <a:lnTo>
                  <a:pt x="93" y="433"/>
                </a:lnTo>
                <a:lnTo>
                  <a:pt x="92" y="434"/>
                </a:lnTo>
                <a:lnTo>
                  <a:pt x="92" y="435"/>
                </a:lnTo>
                <a:lnTo>
                  <a:pt x="91" y="435"/>
                </a:lnTo>
                <a:lnTo>
                  <a:pt x="89" y="436"/>
                </a:lnTo>
                <a:lnTo>
                  <a:pt x="88" y="436"/>
                </a:lnTo>
                <a:lnTo>
                  <a:pt x="88" y="435"/>
                </a:lnTo>
                <a:lnTo>
                  <a:pt x="88" y="434"/>
                </a:lnTo>
                <a:lnTo>
                  <a:pt x="87" y="434"/>
                </a:lnTo>
                <a:lnTo>
                  <a:pt x="86" y="434"/>
                </a:lnTo>
                <a:lnTo>
                  <a:pt x="86" y="435"/>
                </a:lnTo>
                <a:lnTo>
                  <a:pt x="85" y="435"/>
                </a:lnTo>
                <a:lnTo>
                  <a:pt x="84" y="435"/>
                </a:lnTo>
                <a:lnTo>
                  <a:pt x="83" y="435"/>
                </a:lnTo>
                <a:lnTo>
                  <a:pt x="82" y="435"/>
                </a:lnTo>
                <a:lnTo>
                  <a:pt x="81" y="435"/>
                </a:lnTo>
                <a:lnTo>
                  <a:pt x="80" y="435"/>
                </a:lnTo>
                <a:lnTo>
                  <a:pt x="80" y="434"/>
                </a:lnTo>
                <a:lnTo>
                  <a:pt x="80" y="433"/>
                </a:lnTo>
                <a:lnTo>
                  <a:pt x="81" y="433"/>
                </a:lnTo>
                <a:lnTo>
                  <a:pt x="81" y="432"/>
                </a:lnTo>
                <a:lnTo>
                  <a:pt x="80" y="432"/>
                </a:lnTo>
                <a:lnTo>
                  <a:pt x="80" y="431"/>
                </a:lnTo>
                <a:lnTo>
                  <a:pt x="80" y="430"/>
                </a:lnTo>
                <a:lnTo>
                  <a:pt x="81" y="430"/>
                </a:lnTo>
                <a:lnTo>
                  <a:pt x="81" y="429"/>
                </a:lnTo>
                <a:lnTo>
                  <a:pt x="81" y="428"/>
                </a:lnTo>
                <a:lnTo>
                  <a:pt x="81" y="427"/>
                </a:lnTo>
                <a:lnTo>
                  <a:pt x="82" y="428"/>
                </a:lnTo>
                <a:lnTo>
                  <a:pt x="83" y="428"/>
                </a:lnTo>
                <a:lnTo>
                  <a:pt x="83" y="427"/>
                </a:lnTo>
                <a:lnTo>
                  <a:pt x="84" y="426"/>
                </a:lnTo>
                <a:lnTo>
                  <a:pt x="84" y="424"/>
                </a:lnTo>
                <a:lnTo>
                  <a:pt x="85" y="424"/>
                </a:lnTo>
                <a:lnTo>
                  <a:pt x="84" y="423"/>
                </a:lnTo>
                <a:lnTo>
                  <a:pt x="83" y="423"/>
                </a:lnTo>
                <a:lnTo>
                  <a:pt x="83" y="422"/>
                </a:lnTo>
                <a:lnTo>
                  <a:pt x="82" y="422"/>
                </a:lnTo>
                <a:lnTo>
                  <a:pt x="82" y="423"/>
                </a:lnTo>
                <a:lnTo>
                  <a:pt x="81" y="423"/>
                </a:lnTo>
                <a:lnTo>
                  <a:pt x="81" y="422"/>
                </a:lnTo>
                <a:lnTo>
                  <a:pt x="81" y="421"/>
                </a:lnTo>
                <a:lnTo>
                  <a:pt x="80" y="421"/>
                </a:lnTo>
                <a:lnTo>
                  <a:pt x="79" y="422"/>
                </a:lnTo>
                <a:lnTo>
                  <a:pt x="78" y="422"/>
                </a:lnTo>
                <a:lnTo>
                  <a:pt x="77" y="421"/>
                </a:lnTo>
                <a:lnTo>
                  <a:pt x="77" y="420"/>
                </a:lnTo>
                <a:lnTo>
                  <a:pt x="78" y="419"/>
                </a:lnTo>
                <a:lnTo>
                  <a:pt x="78" y="418"/>
                </a:lnTo>
                <a:lnTo>
                  <a:pt x="77" y="418"/>
                </a:lnTo>
                <a:lnTo>
                  <a:pt x="76" y="418"/>
                </a:lnTo>
                <a:lnTo>
                  <a:pt x="75" y="418"/>
                </a:lnTo>
                <a:lnTo>
                  <a:pt x="74" y="419"/>
                </a:lnTo>
                <a:lnTo>
                  <a:pt x="73" y="420"/>
                </a:lnTo>
                <a:lnTo>
                  <a:pt x="73" y="421"/>
                </a:lnTo>
                <a:lnTo>
                  <a:pt x="72" y="421"/>
                </a:lnTo>
                <a:lnTo>
                  <a:pt x="71" y="421"/>
                </a:lnTo>
                <a:lnTo>
                  <a:pt x="71" y="422"/>
                </a:lnTo>
                <a:lnTo>
                  <a:pt x="70" y="422"/>
                </a:lnTo>
                <a:lnTo>
                  <a:pt x="70" y="421"/>
                </a:lnTo>
                <a:lnTo>
                  <a:pt x="69" y="421"/>
                </a:lnTo>
                <a:lnTo>
                  <a:pt x="68" y="421"/>
                </a:lnTo>
                <a:lnTo>
                  <a:pt x="68" y="422"/>
                </a:lnTo>
                <a:lnTo>
                  <a:pt x="68" y="423"/>
                </a:lnTo>
                <a:lnTo>
                  <a:pt x="67" y="424"/>
                </a:lnTo>
                <a:lnTo>
                  <a:pt x="66" y="423"/>
                </a:lnTo>
                <a:lnTo>
                  <a:pt x="65" y="423"/>
                </a:lnTo>
                <a:lnTo>
                  <a:pt x="65" y="422"/>
                </a:lnTo>
                <a:lnTo>
                  <a:pt x="64" y="422"/>
                </a:lnTo>
                <a:lnTo>
                  <a:pt x="64" y="421"/>
                </a:lnTo>
                <a:lnTo>
                  <a:pt x="63" y="421"/>
                </a:lnTo>
                <a:lnTo>
                  <a:pt x="63" y="420"/>
                </a:lnTo>
                <a:lnTo>
                  <a:pt x="62" y="420"/>
                </a:lnTo>
                <a:lnTo>
                  <a:pt x="62" y="419"/>
                </a:lnTo>
                <a:lnTo>
                  <a:pt x="62" y="418"/>
                </a:lnTo>
                <a:lnTo>
                  <a:pt x="61" y="418"/>
                </a:lnTo>
                <a:lnTo>
                  <a:pt x="60" y="418"/>
                </a:lnTo>
                <a:lnTo>
                  <a:pt x="59" y="418"/>
                </a:lnTo>
                <a:lnTo>
                  <a:pt x="59" y="417"/>
                </a:lnTo>
                <a:lnTo>
                  <a:pt x="60" y="417"/>
                </a:lnTo>
                <a:lnTo>
                  <a:pt x="59" y="416"/>
                </a:lnTo>
                <a:lnTo>
                  <a:pt x="59" y="415"/>
                </a:lnTo>
                <a:lnTo>
                  <a:pt x="59" y="414"/>
                </a:lnTo>
                <a:lnTo>
                  <a:pt x="59" y="413"/>
                </a:lnTo>
                <a:lnTo>
                  <a:pt x="60" y="413"/>
                </a:lnTo>
                <a:lnTo>
                  <a:pt x="60" y="414"/>
                </a:lnTo>
                <a:lnTo>
                  <a:pt x="61" y="414"/>
                </a:lnTo>
                <a:lnTo>
                  <a:pt x="61" y="413"/>
                </a:lnTo>
                <a:lnTo>
                  <a:pt x="63" y="413"/>
                </a:lnTo>
                <a:lnTo>
                  <a:pt x="64" y="413"/>
                </a:lnTo>
                <a:lnTo>
                  <a:pt x="65" y="411"/>
                </a:lnTo>
                <a:lnTo>
                  <a:pt x="65" y="410"/>
                </a:lnTo>
                <a:lnTo>
                  <a:pt x="64" y="409"/>
                </a:lnTo>
                <a:lnTo>
                  <a:pt x="64" y="408"/>
                </a:lnTo>
                <a:lnTo>
                  <a:pt x="63" y="408"/>
                </a:lnTo>
                <a:lnTo>
                  <a:pt x="62" y="408"/>
                </a:lnTo>
                <a:lnTo>
                  <a:pt x="61" y="407"/>
                </a:lnTo>
                <a:lnTo>
                  <a:pt x="61" y="406"/>
                </a:lnTo>
                <a:lnTo>
                  <a:pt x="61" y="405"/>
                </a:lnTo>
                <a:lnTo>
                  <a:pt x="61" y="404"/>
                </a:lnTo>
                <a:lnTo>
                  <a:pt x="60" y="404"/>
                </a:lnTo>
                <a:lnTo>
                  <a:pt x="60" y="403"/>
                </a:lnTo>
                <a:lnTo>
                  <a:pt x="61" y="403"/>
                </a:lnTo>
                <a:lnTo>
                  <a:pt x="62" y="403"/>
                </a:lnTo>
                <a:lnTo>
                  <a:pt x="62" y="402"/>
                </a:lnTo>
                <a:lnTo>
                  <a:pt x="61" y="402"/>
                </a:lnTo>
                <a:lnTo>
                  <a:pt x="61" y="401"/>
                </a:lnTo>
                <a:lnTo>
                  <a:pt x="61" y="402"/>
                </a:lnTo>
                <a:lnTo>
                  <a:pt x="60" y="402"/>
                </a:lnTo>
                <a:lnTo>
                  <a:pt x="60" y="401"/>
                </a:lnTo>
                <a:lnTo>
                  <a:pt x="59" y="401"/>
                </a:lnTo>
                <a:lnTo>
                  <a:pt x="60" y="401"/>
                </a:lnTo>
                <a:lnTo>
                  <a:pt x="60" y="400"/>
                </a:lnTo>
                <a:lnTo>
                  <a:pt x="59" y="399"/>
                </a:lnTo>
                <a:lnTo>
                  <a:pt x="58" y="398"/>
                </a:lnTo>
                <a:lnTo>
                  <a:pt x="59" y="397"/>
                </a:lnTo>
                <a:lnTo>
                  <a:pt x="59" y="396"/>
                </a:lnTo>
                <a:lnTo>
                  <a:pt x="60" y="395"/>
                </a:lnTo>
                <a:lnTo>
                  <a:pt x="60" y="394"/>
                </a:lnTo>
                <a:lnTo>
                  <a:pt x="61" y="393"/>
                </a:lnTo>
                <a:lnTo>
                  <a:pt x="62" y="393"/>
                </a:lnTo>
                <a:lnTo>
                  <a:pt x="62" y="392"/>
                </a:lnTo>
                <a:lnTo>
                  <a:pt x="61" y="392"/>
                </a:lnTo>
                <a:lnTo>
                  <a:pt x="61" y="391"/>
                </a:lnTo>
                <a:lnTo>
                  <a:pt x="60" y="391"/>
                </a:lnTo>
                <a:lnTo>
                  <a:pt x="60" y="392"/>
                </a:lnTo>
                <a:lnTo>
                  <a:pt x="59" y="392"/>
                </a:lnTo>
                <a:lnTo>
                  <a:pt x="59" y="393"/>
                </a:lnTo>
                <a:lnTo>
                  <a:pt x="58" y="393"/>
                </a:lnTo>
                <a:lnTo>
                  <a:pt x="58" y="394"/>
                </a:lnTo>
                <a:lnTo>
                  <a:pt x="56" y="394"/>
                </a:lnTo>
                <a:lnTo>
                  <a:pt x="54" y="394"/>
                </a:lnTo>
                <a:lnTo>
                  <a:pt x="52" y="395"/>
                </a:lnTo>
                <a:lnTo>
                  <a:pt x="51" y="395"/>
                </a:lnTo>
                <a:lnTo>
                  <a:pt x="51" y="396"/>
                </a:lnTo>
                <a:lnTo>
                  <a:pt x="50" y="396"/>
                </a:lnTo>
                <a:lnTo>
                  <a:pt x="49" y="396"/>
                </a:lnTo>
                <a:lnTo>
                  <a:pt x="49" y="395"/>
                </a:lnTo>
                <a:lnTo>
                  <a:pt x="48" y="393"/>
                </a:lnTo>
                <a:lnTo>
                  <a:pt x="47" y="393"/>
                </a:lnTo>
                <a:lnTo>
                  <a:pt x="46" y="393"/>
                </a:lnTo>
                <a:lnTo>
                  <a:pt x="45" y="393"/>
                </a:lnTo>
                <a:lnTo>
                  <a:pt x="44" y="393"/>
                </a:lnTo>
                <a:lnTo>
                  <a:pt x="44" y="391"/>
                </a:lnTo>
                <a:lnTo>
                  <a:pt x="44" y="390"/>
                </a:lnTo>
                <a:lnTo>
                  <a:pt x="43" y="390"/>
                </a:lnTo>
                <a:lnTo>
                  <a:pt x="43" y="389"/>
                </a:lnTo>
                <a:lnTo>
                  <a:pt x="44" y="388"/>
                </a:lnTo>
                <a:lnTo>
                  <a:pt x="45" y="388"/>
                </a:lnTo>
                <a:lnTo>
                  <a:pt x="46" y="387"/>
                </a:lnTo>
                <a:lnTo>
                  <a:pt x="46" y="386"/>
                </a:lnTo>
                <a:lnTo>
                  <a:pt x="45" y="385"/>
                </a:lnTo>
                <a:lnTo>
                  <a:pt x="46" y="383"/>
                </a:lnTo>
                <a:lnTo>
                  <a:pt x="47" y="383"/>
                </a:lnTo>
                <a:lnTo>
                  <a:pt x="47" y="382"/>
                </a:lnTo>
                <a:lnTo>
                  <a:pt x="47" y="381"/>
                </a:lnTo>
                <a:lnTo>
                  <a:pt x="48" y="380"/>
                </a:lnTo>
                <a:lnTo>
                  <a:pt x="48" y="379"/>
                </a:lnTo>
                <a:lnTo>
                  <a:pt x="49" y="379"/>
                </a:lnTo>
                <a:lnTo>
                  <a:pt x="50" y="378"/>
                </a:lnTo>
                <a:lnTo>
                  <a:pt x="50" y="377"/>
                </a:lnTo>
                <a:lnTo>
                  <a:pt x="51" y="377"/>
                </a:lnTo>
                <a:lnTo>
                  <a:pt x="53" y="376"/>
                </a:lnTo>
                <a:lnTo>
                  <a:pt x="53" y="375"/>
                </a:lnTo>
                <a:lnTo>
                  <a:pt x="52" y="375"/>
                </a:lnTo>
                <a:lnTo>
                  <a:pt x="51" y="375"/>
                </a:lnTo>
                <a:lnTo>
                  <a:pt x="51" y="374"/>
                </a:lnTo>
                <a:lnTo>
                  <a:pt x="52" y="374"/>
                </a:lnTo>
                <a:lnTo>
                  <a:pt x="53" y="373"/>
                </a:lnTo>
                <a:lnTo>
                  <a:pt x="54" y="372"/>
                </a:lnTo>
                <a:lnTo>
                  <a:pt x="54" y="371"/>
                </a:lnTo>
                <a:lnTo>
                  <a:pt x="53" y="371"/>
                </a:lnTo>
                <a:lnTo>
                  <a:pt x="53" y="370"/>
                </a:lnTo>
                <a:lnTo>
                  <a:pt x="54" y="369"/>
                </a:lnTo>
                <a:lnTo>
                  <a:pt x="55" y="369"/>
                </a:lnTo>
                <a:lnTo>
                  <a:pt x="56" y="368"/>
                </a:lnTo>
                <a:lnTo>
                  <a:pt x="55" y="367"/>
                </a:lnTo>
                <a:lnTo>
                  <a:pt x="55" y="366"/>
                </a:lnTo>
                <a:lnTo>
                  <a:pt x="55" y="365"/>
                </a:lnTo>
                <a:lnTo>
                  <a:pt x="54" y="364"/>
                </a:lnTo>
                <a:lnTo>
                  <a:pt x="54" y="365"/>
                </a:lnTo>
                <a:lnTo>
                  <a:pt x="54" y="363"/>
                </a:lnTo>
                <a:lnTo>
                  <a:pt x="54" y="362"/>
                </a:lnTo>
                <a:lnTo>
                  <a:pt x="53" y="361"/>
                </a:lnTo>
                <a:lnTo>
                  <a:pt x="53" y="359"/>
                </a:lnTo>
                <a:lnTo>
                  <a:pt x="52" y="358"/>
                </a:lnTo>
                <a:lnTo>
                  <a:pt x="51" y="357"/>
                </a:lnTo>
                <a:lnTo>
                  <a:pt x="50" y="356"/>
                </a:lnTo>
                <a:lnTo>
                  <a:pt x="49" y="357"/>
                </a:lnTo>
                <a:lnTo>
                  <a:pt x="48" y="356"/>
                </a:lnTo>
                <a:lnTo>
                  <a:pt x="47" y="356"/>
                </a:lnTo>
                <a:lnTo>
                  <a:pt x="46" y="355"/>
                </a:lnTo>
                <a:lnTo>
                  <a:pt x="46" y="354"/>
                </a:lnTo>
                <a:lnTo>
                  <a:pt x="46" y="353"/>
                </a:lnTo>
                <a:lnTo>
                  <a:pt x="45" y="353"/>
                </a:lnTo>
                <a:lnTo>
                  <a:pt x="45" y="352"/>
                </a:lnTo>
                <a:lnTo>
                  <a:pt x="45" y="351"/>
                </a:lnTo>
                <a:lnTo>
                  <a:pt x="46" y="351"/>
                </a:lnTo>
                <a:lnTo>
                  <a:pt x="47" y="350"/>
                </a:lnTo>
                <a:lnTo>
                  <a:pt x="47" y="351"/>
                </a:lnTo>
                <a:lnTo>
                  <a:pt x="48" y="351"/>
                </a:lnTo>
                <a:lnTo>
                  <a:pt x="49" y="351"/>
                </a:lnTo>
                <a:lnTo>
                  <a:pt x="50" y="351"/>
                </a:lnTo>
                <a:lnTo>
                  <a:pt x="52" y="351"/>
                </a:lnTo>
                <a:lnTo>
                  <a:pt x="54" y="350"/>
                </a:lnTo>
                <a:lnTo>
                  <a:pt x="54" y="349"/>
                </a:lnTo>
                <a:lnTo>
                  <a:pt x="53" y="349"/>
                </a:lnTo>
                <a:lnTo>
                  <a:pt x="54" y="348"/>
                </a:lnTo>
                <a:lnTo>
                  <a:pt x="55" y="348"/>
                </a:lnTo>
                <a:lnTo>
                  <a:pt x="55" y="349"/>
                </a:lnTo>
                <a:lnTo>
                  <a:pt x="56" y="349"/>
                </a:lnTo>
                <a:lnTo>
                  <a:pt x="57" y="349"/>
                </a:lnTo>
                <a:lnTo>
                  <a:pt x="57" y="348"/>
                </a:lnTo>
                <a:lnTo>
                  <a:pt x="56" y="348"/>
                </a:lnTo>
                <a:lnTo>
                  <a:pt x="56" y="347"/>
                </a:lnTo>
                <a:lnTo>
                  <a:pt x="57" y="347"/>
                </a:lnTo>
                <a:lnTo>
                  <a:pt x="58" y="346"/>
                </a:lnTo>
                <a:lnTo>
                  <a:pt x="59" y="345"/>
                </a:lnTo>
                <a:lnTo>
                  <a:pt x="60" y="345"/>
                </a:lnTo>
                <a:lnTo>
                  <a:pt x="61" y="345"/>
                </a:lnTo>
                <a:lnTo>
                  <a:pt x="61" y="344"/>
                </a:lnTo>
                <a:lnTo>
                  <a:pt x="62" y="345"/>
                </a:lnTo>
                <a:lnTo>
                  <a:pt x="63" y="345"/>
                </a:lnTo>
                <a:lnTo>
                  <a:pt x="65" y="345"/>
                </a:lnTo>
                <a:lnTo>
                  <a:pt x="64" y="345"/>
                </a:lnTo>
                <a:lnTo>
                  <a:pt x="64" y="346"/>
                </a:lnTo>
                <a:lnTo>
                  <a:pt x="64" y="347"/>
                </a:lnTo>
                <a:lnTo>
                  <a:pt x="65" y="347"/>
                </a:lnTo>
                <a:lnTo>
                  <a:pt x="65" y="346"/>
                </a:lnTo>
                <a:lnTo>
                  <a:pt x="66" y="346"/>
                </a:lnTo>
                <a:lnTo>
                  <a:pt x="65" y="345"/>
                </a:lnTo>
                <a:lnTo>
                  <a:pt x="66" y="344"/>
                </a:lnTo>
                <a:lnTo>
                  <a:pt x="66" y="343"/>
                </a:lnTo>
                <a:lnTo>
                  <a:pt x="65" y="341"/>
                </a:lnTo>
                <a:lnTo>
                  <a:pt x="64" y="340"/>
                </a:lnTo>
                <a:lnTo>
                  <a:pt x="64" y="339"/>
                </a:lnTo>
                <a:lnTo>
                  <a:pt x="64" y="338"/>
                </a:lnTo>
                <a:lnTo>
                  <a:pt x="64" y="337"/>
                </a:lnTo>
                <a:lnTo>
                  <a:pt x="65" y="337"/>
                </a:lnTo>
                <a:lnTo>
                  <a:pt x="65" y="336"/>
                </a:lnTo>
                <a:lnTo>
                  <a:pt x="65" y="335"/>
                </a:lnTo>
                <a:lnTo>
                  <a:pt x="65" y="334"/>
                </a:lnTo>
                <a:lnTo>
                  <a:pt x="66" y="334"/>
                </a:lnTo>
                <a:lnTo>
                  <a:pt x="66" y="333"/>
                </a:lnTo>
                <a:lnTo>
                  <a:pt x="65" y="333"/>
                </a:lnTo>
                <a:lnTo>
                  <a:pt x="64" y="333"/>
                </a:lnTo>
                <a:lnTo>
                  <a:pt x="63" y="333"/>
                </a:lnTo>
                <a:lnTo>
                  <a:pt x="63" y="332"/>
                </a:lnTo>
                <a:lnTo>
                  <a:pt x="63" y="331"/>
                </a:lnTo>
                <a:lnTo>
                  <a:pt x="62" y="331"/>
                </a:lnTo>
                <a:lnTo>
                  <a:pt x="61" y="331"/>
                </a:lnTo>
                <a:lnTo>
                  <a:pt x="61" y="332"/>
                </a:lnTo>
                <a:lnTo>
                  <a:pt x="61" y="333"/>
                </a:lnTo>
                <a:lnTo>
                  <a:pt x="60" y="333"/>
                </a:lnTo>
                <a:lnTo>
                  <a:pt x="60" y="334"/>
                </a:lnTo>
                <a:lnTo>
                  <a:pt x="59" y="335"/>
                </a:lnTo>
                <a:lnTo>
                  <a:pt x="58" y="335"/>
                </a:lnTo>
                <a:lnTo>
                  <a:pt x="58" y="333"/>
                </a:lnTo>
                <a:lnTo>
                  <a:pt x="58" y="332"/>
                </a:lnTo>
                <a:lnTo>
                  <a:pt x="59" y="332"/>
                </a:lnTo>
                <a:lnTo>
                  <a:pt x="60" y="331"/>
                </a:lnTo>
                <a:lnTo>
                  <a:pt x="61" y="330"/>
                </a:lnTo>
                <a:lnTo>
                  <a:pt x="63" y="330"/>
                </a:lnTo>
                <a:lnTo>
                  <a:pt x="63" y="329"/>
                </a:lnTo>
                <a:lnTo>
                  <a:pt x="64" y="328"/>
                </a:lnTo>
                <a:lnTo>
                  <a:pt x="65" y="328"/>
                </a:lnTo>
                <a:lnTo>
                  <a:pt x="66" y="328"/>
                </a:lnTo>
                <a:lnTo>
                  <a:pt x="67" y="329"/>
                </a:lnTo>
                <a:lnTo>
                  <a:pt x="67" y="328"/>
                </a:lnTo>
                <a:lnTo>
                  <a:pt x="67" y="327"/>
                </a:lnTo>
                <a:lnTo>
                  <a:pt x="68" y="327"/>
                </a:lnTo>
                <a:lnTo>
                  <a:pt x="68" y="326"/>
                </a:lnTo>
                <a:lnTo>
                  <a:pt x="68" y="327"/>
                </a:lnTo>
                <a:lnTo>
                  <a:pt x="69" y="327"/>
                </a:lnTo>
                <a:lnTo>
                  <a:pt x="69" y="326"/>
                </a:lnTo>
                <a:lnTo>
                  <a:pt x="69" y="325"/>
                </a:lnTo>
                <a:lnTo>
                  <a:pt x="68" y="324"/>
                </a:lnTo>
                <a:lnTo>
                  <a:pt x="68" y="323"/>
                </a:lnTo>
                <a:lnTo>
                  <a:pt x="67" y="323"/>
                </a:lnTo>
                <a:lnTo>
                  <a:pt x="66" y="323"/>
                </a:lnTo>
                <a:lnTo>
                  <a:pt x="66" y="322"/>
                </a:lnTo>
                <a:lnTo>
                  <a:pt x="67" y="322"/>
                </a:lnTo>
                <a:lnTo>
                  <a:pt x="68" y="321"/>
                </a:lnTo>
                <a:lnTo>
                  <a:pt x="68" y="320"/>
                </a:lnTo>
                <a:lnTo>
                  <a:pt x="68" y="319"/>
                </a:lnTo>
                <a:lnTo>
                  <a:pt x="67" y="319"/>
                </a:lnTo>
                <a:lnTo>
                  <a:pt x="66" y="317"/>
                </a:lnTo>
                <a:lnTo>
                  <a:pt x="65" y="315"/>
                </a:lnTo>
                <a:lnTo>
                  <a:pt x="65" y="313"/>
                </a:lnTo>
                <a:lnTo>
                  <a:pt x="66" y="313"/>
                </a:lnTo>
                <a:lnTo>
                  <a:pt x="64" y="312"/>
                </a:lnTo>
                <a:lnTo>
                  <a:pt x="63" y="312"/>
                </a:lnTo>
                <a:lnTo>
                  <a:pt x="63" y="313"/>
                </a:lnTo>
                <a:lnTo>
                  <a:pt x="62" y="313"/>
                </a:lnTo>
                <a:lnTo>
                  <a:pt x="63" y="313"/>
                </a:lnTo>
                <a:lnTo>
                  <a:pt x="63" y="314"/>
                </a:lnTo>
                <a:lnTo>
                  <a:pt x="62" y="314"/>
                </a:lnTo>
                <a:lnTo>
                  <a:pt x="61" y="313"/>
                </a:lnTo>
                <a:lnTo>
                  <a:pt x="60" y="313"/>
                </a:lnTo>
                <a:lnTo>
                  <a:pt x="61" y="313"/>
                </a:lnTo>
                <a:lnTo>
                  <a:pt x="62" y="313"/>
                </a:lnTo>
                <a:lnTo>
                  <a:pt x="62" y="312"/>
                </a:lnTo>
                <a:lnTo>
                  <a:pt x="62" y="311"/>
                </a:lnTo>
                <a:lnTo>
                  <a:pt x="61" y="311"/>
                </a:lnTo>
                <a:lnTo>
                  <a:pt x="61" y="312"/>
                </a:lnTo>
                <a:lnTo>
                  <a:pt x="60" y="311"/>
                </a:lnTo>
                <a:lnTo>
                  <a:pt x="60" y="310"/>
                </a:lnTo>
                <a:lnTo>
                  <a:pt x="61" y="308"/>
                </a:lnTo>
                <a:lnTo>
                  <a:pt x="62" y="306"/>
                </a:lnTo>
                <a:lnTo>
                  <a:pt x="61" y="306"/>
                </a:lnTo>
                <a:lnTo>
                  <a:pt x="60" y="306"/>
                </a:lnTo>
                <a:lnTo>
                  <a:pt x="60" y="307"/>
                </a:lnTo>
                <a:lnTo>
                  <a:pt x="59" y="307"/>
                </a:lnTo>
                <a:lnTo>
                  <a:pt x="58" y="307"/>
                </a:lnTo>
                <a:lnTo>
                  <a:pt x="56" y="305"/>
                </a:lnTo>
                <a:lnTo>
                  <a:pt x="56" y="304"/>
                </a:lnTo>
                <a:lnTo>
                  <a:pt x="55" y="304"/>
                </a:lnTo>
                <a:lnTo>
                  <a:pt x="55" y="303"/>
                </a:lnTo>
                <a:lnTo>
                  <a:pt x="54" y="304"/>
                </a:lnTo>
                <a:lnTo>
                  <a:pt x="54" y="305"/>
                </a:lnTo>
                <a:lnTo>
                  <a:pt x="53" y="305"/>
                </a:lnTo>
                <a:lnTo>
                  <a:pt x="54" y="305"/>
                </a:lnTo>
                <a:lnTo>
                  <a:pt x="54" y="304"/>
                </a:lnTo>
                <a:lnTo>
                  <a:pt x="53" y="304"/>
                </a:lnTo>
                <a:lnTo>
                  <a:pt x="53" y="305"/>
                </a:lnTo>
                <a:lnTo>
                  <a:pt x="52" y="305"/>
                </a:lnTo>
                <a:lnTo>
                  <a:pt x="51" y="304"/>
                </a:lnTo>
                <a:lnTo>
                  <a:pt x="49" y="304"/>
                </a:lnTo>
                <a:lnTo>
                  <a:pt x="49" y="305"/>
                </a:lnTo>
                <a:lnTo>
                  <a:pt x="49" y="306"/>
                </a:lnTo>
                <a:lnTo>
                  <a:pt x="48" y="306"/>
                </a:lnTo>
                <a:lnTo>
                  <a:pt x="47" y="306"/>
                </a:lnTo>
                <a:lnTo>
                  <a:pt x="46" y="306"/>
                </a:lnTo>
                <a:lnTo>
                  <a:pt x="45" y="306"/>
                </a:lnTo>
                <a:lnTo>
                  <a:pt x="44" y="306"/>
                </a:lnTo>
                <a:lnTo>
                  <a:pt x="43" y="307"/>
                </a:lnTo>
                <a:lnTo>
                  <a:pt x="42" y="307"/>
                </a:lnTo>
                <a:lnTo>
                  <a:pt x="42" y="306"/>
                </a:lnTo>
                <a:lnTo>
                  <a:pt x="42" y="305"/>
                </a:lnTo>
                <a:lnTo>
                  <a:pt x="41" y="304"/>
                </a:lnTo>
                <a:lnTo>
                  <a:pt x="41" y="305"/>
                </a:lnTo>
                <a:lnTo>
                  <a:pt x="40" y="306"/>
                </a:lnTo>
                <a:lnTo>
                  <a:pt x="39" y="306"/>
                </a:lnTo>
                <a:lnTo>
                  <a:pt x="39" y="307"/>
                </a:lnTo>
                <a:lnTo>
                  <a:pt x="38" y="308"/>
                </a:lnTo>
                <a:lnTo>
                  <a:pt x="38" y="309"/>
                </a:lnTo>
                <a:lnTo>
                  <a:pt x="37" y="310"/>
                </a:lnTo>
                <a:lnTo>
                  <a:pt x="37" y="311"/>
                </a:lnTo>
                <a:lnTo>
                  <a:pt x="36" y="311"/>
                </a:lnTo>
                <a:lnTo>
                  <a:pt x="35" y="311"/>
                </a:lnTo>
                <a:lnTo>
                  <a:pt x="34" y="312"/>
                </a:lnTo>
                <a:lnTo>
                  <a:pt x="34" y="313"/>
                </a:lnTo>
                <a:lnTo>
                  <a:pt x="33" y="313"/>
                </a:lnTo>
                <a:lnTo>
                  <a:pt x="33" y="312"/>
                </a:lnTo>
                <a:lnTo>
                  <a:pt x="31" y="312"/>
                </a:lnTo>
                <a:lnTo>
                  <a:pt x="31" y="313"/>
                </a:lnTo>
                <a:lnTo>
                  <a:pt x="30" y="313"/>
                </a:lnTo>
                <a:lnTo>
                  <a:pt x="28" y="313"/>
                </a:lnTo>
                <a:lnTo>
                  <a:pt x="28" y="312"/>
                </a:lnTo>
                <a:lnTo>
                  <a:pt x="29" y="310"/>
                </a:lnTo>
                <a:lnTo>
                  <a:pt x="29" y="309"/>
                </a:lnTo>
                <a:lnTo>
                  <a:pt x="30" y="309"/>
                </a:lnTo>
                <a:lnTo>
                  <a:pt x="31" y="308"/>
                </a:lnTo>
                <a:lnTo>
                  <a:pt x="31" y="307"/>
                </a:lnTo>
                <a:lnTo>
                  <a:pt x="30" y="307"/>
                </a:lnTo>
                <a:lnTo>
                  <a:pt x="29" y="307"/>
                </a:lnTo>
                <a:lnTo>
                  <a:pt x="27" y="308"/>
                </a:lnTo>
                <a:lnTo>
                  <a:pt x="26" y="308"/>
                </a:lnTo>
                <a:lnTo>
                  <a:pt x="24" y="309"/>
                </a:lnTo>
                <a:lnTo>
                  <a:pt x="23" y="310"/>
                </a:lnTo>
                <a:lnTo>
                  <a:pt x="22" y="310"/>
                </a:lnTo>
                <a:lnTo>
                  <a:pt x="22" y="309"/>
                </a:lnTo>
                <a:lnTo>
                  <a:pt x="21" y="309"/>
                </a:lnTo>
                <a:lnTo>
                  <a:pt x="20" y="311"/>
                </a:lnTo>
                <a:lnTo>
                  <a:pt x="19" y="312"/>
                </a:lnTo>
                <a:lnTo>
                  <a:pt x="18" y="312"/>
                </a:lnTo>
                <a:lnTo>
                  <a:pt x="18" y="313"/>
                </a:lnTo>
                <a:lnTo>
                  <a:pt x="17" y="313"/>
                </a:lnTo>
                <a:lnTo>
                  <a:pt x="17" y="314"/>
                </a:lnTo>
                <a:lnTo>
                  <a:pt x="16" y="315"/>
                </a:lnTo>
                <a:lnTo>
                  <a:pt x="15" y="315"/>
                </a:lnTo>
                <a:lnTo>
                  <a:pt x="14" y="315"/>
                </a:lnTo>
                <a:lnTo>
                  <a:pt x="13" y="315"/>
                </a:lnTo>
                <a:lnTo>
                  <a:pt x="14" y="316"/>
                </a:lnTo>
                <a:lnTo>
                  <a:pt x="15" y="316"/>
                </a:lnTo>
                <a:lnTo>
                  <a:pt x="15" y="319"/>
                </a:lnTo>
                <a:lnTo>
                  <a:pt x="14" y="319"/>
                </a:lnTo>
                <a:lnTo>
                  <a:pt x="12" y="320"/>
                </a:lnTo>
                <a:lnTo>
                  <a:pt x="12" y="319"/>
                </a:lnTo>
                <a:lnTo>
                  <a:pt x="12" y="317"/>
                </a:lnTo>
                <a:lnTo>
                  <a:pt x="11" y="317"/>
                </a:lnTo>
                <a:lnTo>
                  <a:pt x="11" y="319"/>
                </a:lnTo>
                <a:lnTo>
                  <a:pt x="12" y="319"/>
                </a:lnTo>
                <a:lnTo>
                  <a:pt x="11" y="319"/>
                </a:lnTo>
                <a:lnTo>
                  <a:pt x="10" y="319"/>
                </a:lnTo>
                <a:lnTo>
                  <a:pt x="9" y="320"/>
                </a:lnTo>
                <a:lnTo>
                  <a:pt x="9" y="321"/>
                </a:lnTo>
                <a:lnTo>
                  <a:pt x="8" y="321"/>
                </a:lnTo>
                <a:lnTo>
                  <a:pt x="7" y="321"/>
                </a:lnTo>
                <a:lnTo>
                  <a:pt x="7" y="320"/>
                </a:lnTo>
                <a:lnTo>
                  <a:pt x="8" y="320"/>
                </a:lnTo>
                <a:lnTo>
                  <a:pt x="8" y="319"/>
                </a:lnTo>
                <a:lnTo>
                  <a:pt x="7" y="317"/>
                </a:lnTo>
                <a:lnTo>
                  <a:pt x="6" y="316"/>
                </a:lnTo>
                <a:lnTo>
                  <a:pt x="5" y="316"/>
                </a:lnTo>
                <a:lnTo>
                  <a:pt x="5" y="315"/>
                </a:lnTo>
                <a:lnTo>
                  <a:pt x="5" y="314"/>
                </a:lnTo>
                <a:lnTo>
                  <a:pt x="5" y="313"/>
                </a:lnTo>
                <a:lnTo>
                  <a:pt x="4" y="313"/>
                </a:lnTo>
                <a:lnTo>
                  <a:pt x="4" y="314"/>
                </a:lnTo>
                <a:lnTo>
                  <a:pt x="3" y="314"/>
                </a:lnTo>
                <a:lnTo>
                  <a:pt x="2" y="313"/>
                </a:lnTo>
                <a:lnTo>
                  <a:pt x="2" y="312"/>
                </a:lnTo>
                <a:lnTo>
                  <a:pt x="1" y="312"/>
                </a:lnTo>
                <a:lnTo>
                  <a:pt x="0" y="311"/>
                </a:lnTo>
                <a:lnTo>
                  <a:pt x="2" y="310"/>
                </a:lnTo>
                <a:lnTo>
                  <a:pt x="3" y="310"/>
                </a:lnTo>
                <a:lnTo>
                  <a:pt x="3" y="311"/>
                </a:lnTo>
                <a:lnTo>
                  <a:pt x="4" y="310"/>
                </a:lnTo>
                <a:lnTo>
                  <a:pt x="5" y="310"/>
                </a:lnTo>
                <a:lnTo>
                  <a:pt x="6" y="309"/>
                </a:lnTo>
                <a:lnTo>
                  <a:pt x="6" y="308"/>
                </a:lnTo>
                <a:lnTo>
                  <a:pt x="7" y="308"/>
                </a:lnTo>
                <a:lnTo>
                  <a:pt x="8" y="308"/>
                </a:lnTo>
                <a:lnTo>
                  <a:pt x="8" y="309"/>
                </a:lnTo>
                <a:lnTo>
                  <a:pt x="9" y="308"/>
                </a:lnTo>
                <a:lnTo>
                  <a:pt x="9" y="307"/>
                </a:lnTo>
                <a:lnTo>
                  <a:pt x="9" y="306"/>
                </a:lnTo>
                <a:lnTo>
                  <a:pt x="10" y="306"/>
                </a:lnTo>
                <a:lnTo>
                  <a:pt x="11" y="304"/>
                </a:lnTo>
                <a:lnTo>
                  <a:pt x="12" y="304"/>
                </a:lnTo>
                <a:lnTo>
                  <a:pt x="12" y="303"/>
                </a:lnTo>
                <a:lnTo>
                  <a:pt x="12" y="301"/>
                </a:lnTo>
                <a:lnTo>
                  <a:pt x="12" y="300"/>
                </a:lnTo>
                <a:lnTo>
                  <a:pt x="12" y="299"/>
                </a:lnTo>
                <a:lnTo>
                  <a:pt x="11" y="299"/>
                </a:lnTo>
                <a:lnTo>
                  <a:pt x="10" y="299"/>
                </a:lnTo>
                <a:lnTo>
                  <a:pt x="10" y="298"/>
                </a:lnTo>
                <a:lnTo>
                  <a:pt x="12" y="297"/>
                </a:lnTo>
                <a:lnTo>
                  <a:pt x="13" y="297"/>
                </a:lnTo>
                <a:lnTo>
                  <a:pt x="14" y="297"/>
                </a:lnTo>
                <a:lnTo>
                  <a:pt x="14" y="296"/>
                </a:lnTo>
                <a:lnTo>
                  <a:pt x="15" y="296"/>
                </a:lnTo>
                <a:lnTo>
                  <a:pt x="16" y="296"/>
                </a:lnTo>
                <a:lnTo>
                  <a:pt x="16" y="295"/>
                </a:lnTo>
                <a:lnTo>
                  <a:pt x="16" y="294"/>
                </a:lnTo>
                <a:lnTo>
                  <a:pt x="17" y="294"/>
                </a:lnTo>
                <a:lnTo>
                  <a:pt x="17" y="293"/>
                </a:lnTo>
                <a:lnTo>
                  <a:pt x="17" y="292"/>
                </a:lnTo>
                <a:lnTo>
                  <a:pt x="18" y="292"/>
                </a:lnTo>
                <a:lnTo>
                  <a:pt x="19" y="292"/>
                </a:lnTo>
                <a:lnTo>
                  <a:pt x="20" y="292"/>
                </a:lnTo>
                <a:lnTo>
                  <a:pt x="21" y="291"/>
                </a:lnTo>
                <a:lnTo>
                  <a:pt x="22" y="291"/>
                </a:lnTo>
                <a:lnTo>
                  <a:pt x="23" y="291"/>
                </a:lnTo>
                <a:lnTo>
                  <a:pt x="23" y="290"/>
                </a:lnTo>
                <a:lnTo>
                  <a:pt x="24" y="290"/>
                </a:lnTo>
                <a:lnTo>
                  <a:pt x="24" y="289"/>
                </a:lnTo>
                <a:lnTo>
                  <a:pt x="24" y="288"/>
                </a:lnTo>
                <a:lnTo>
                  <a:pt x="23" y="288"/>
                </a:lnTo>
                <a:lnTo>
                  <a:pt x="23" y="287"/>
                </a:lnTo>
                <a:lnTo>
                  <a:pt x="23" y="286"/>
                </a:lnTo>
                <a:lnTo>
                  <a:pt x="23" y="285"/>
                </a:lnTo>
                <a:lnTo>
                  <a:pt x="24" y="286"/>
                </a:lnTo>
                <a:lnTo>
                  <a:pt x="25" y="287"/>
                </a:lnTo>
                <a:lnTo>
                  <a:pt x="25" y="286"/>
                </a:lnTo>
                <a:lnTo>
                  <a:pt x="26" y="286"/>
                </a:lnTo>
                <a:lnTo>
                  <a:pt x="26" y="285"/>
                </a:lnTo>
                <a:lnTo>
                  <a:pt x="26" y="286"/>
                </a:lnTo>
                <a:lnTo>
                  <a:pt x="27" y="286"/>
                </a:lnTo>
                <a:lnTo>
                  <a:pt x="27" y="285"/>
                </a:lnTo>
                <a:lnTo>
                  <a:pt x="28" y="285"/>
                </a:lnTo>
                <a:lnTo>
                  <a:pt x="28" y="284"/>
                </a:lnTo>
                <a:lnTo>
                  <a:pt x="28" y="283"/>
                </a:lnTo>
                <a:lnTo>
                  <a:pt x="28" y="284"/>
                </a:lnTo>
                <a:lnTo>
                  <a:pt x="29" y="284"/>
                </a:lnTo>
                <a:lnTo>
                  <a:pt x="30" y="283"/>
                </a:lnTo>
                <a:lnTo>
                  <a:pt x="30" y="282"/>
                </a:lnTo>
                <a:lnTo>
                  <a:pt x="29" y="282"/>
                </a:lnTo>
                <a:lnTo>
                  <a:pt x="29" y="281"/>
                </a:lnTo>
                <a:lnTo>
                  <a:pt x="30" y="280"/>
                </a:lnTo>
                <a:lnTo>
                  <a:pt x="29" y="279"/>
                </a:lnTo>
                <a:lnTo>
                  <a:pt x="30" y="279"/>
                </a:lnTo>
                <a:lnTo>
                  <a:pt x="30" y="278"/>
                </a:lnTo>
                <a:lnTo>
                  <a:pt x="31" y="277"/>
                </a:lnTo>
                <a:lnTo>
                  <a:pt x="32" y="277"/>
                </a:lnTo>
                <a:lnTo>
                  <a:pt x="32" y="276"/>
                </a:lnTo>
                <a:lnTo>
                  <a:pt x="31" y="276"/>
                </a:lnTo>
                <a:lnTo>
                  <a:pt x="30" y="277"/>
                </a:lnTo>
                <a:lnTo>
                  <a:pt x="30" y="278"/>
                </a:lnTo>
                <a:lnTo>
                  <a:pt x="29" y="278"/>
                </a:lnTo>
                <a:lnTo>
                  <a:pt x="29" y="277"/>
                </a:lnTo>
                <a:lnTo>
                  <a:pt x="28" y="277"/>
                </a:lnTo>
                <a:lnTo>
                  <a:pt x="29" y="277"/>
                </a:lnTo>
                <a:lnTo>
                  <a:pt x="29" y="276"/>
                </a:lnTo>
                <a:lnTo>
                  <a:pt x="30" y="276"/>
                </a:lnTo>
                <a:lnTo>
                  <a:pt x="31" y="275"/>
                </a:lnTo>
                <a:lnTo>
                  <a:pt x="31" y="274"/>
                </a:lnTo>
                <a:lnTo>
                  <a:pt x="32" y="274"/>
                </a:lnTo>
                <a:lnTo>
                  <a:pt x="33" y="274"/>
                </a:lnTo>
                <a:lnTo>
                  <a:pt x="33" y="275"/>
                </a:lnTo>
                <a:lnTo>
                  <a:pt x="33" y="276"/>
                </a:lnTo>
                <a:lnTo>
                  <a:pt x="33" y="277"/>
                </a:lnTo>
                <a:lnTo>
                  <a:pt x="33" y="278"/>
                </a:lnTo>
                <a:lnTo>
                  <a:pt x="34" y="277"/>
                </a:lnTo>
                <a:lnTo>
                  <a:pt x="35" y="276"/>
                </a:lnTo>
                <a:lnTo>
                  <a:pt x="35" y="275"/>
                </a:lnTo>
                <a:lnTo>
                  <a:pt x="36" y="275"/>
                </a:lnTo>
                <a:lnTo>
                  <a:pt x="37" y="274"/>
                </a:lnTo>
                <a:lnTo>
                  <a:pt x="37" y="273"/>
                </a:lnTo>
                <a:lnTo>
                  <a:pt x="38" y="273"/>
                </a:lnTo>
                <a:lnTo>
                  <a:pt x="39" y="274"/>
                </a:lnTo>
                <a:lnTo>
                  <a:pt x="39" y="275"/>
                </a:lnTo>
                <a:lnTo>
                  <a:pt x="41" y="275"/>
                </a:lnTo>
                <a:lnTo>
                  <a:pt x="41" y="276"/>
                </a:lnTo>
                <a:lnTo>
                  <a:pt x="41" y="277"/>
                </a:lnTo>
                <a:lnTo>
                  <a:pt x="42" y="277"/>
                </a:lnTo>
                <a:lnTo>
                  <a:pt x="42" y="276"/>
                </a:lnTo>
                <a:lnTo>
                  <a:pt x="43" y="276"/>
                </a:lnTo>
                <a:lnTo>
                  <a:pt x="44" y="277"/>
                </a:lnTo>
                <a:lnTo>
                  <a:pt x="45" y="277"/>
                </a:lnTo>
                <a:lnTo>
                  <a:pt x="46" y="277"/>
                </a:lnTo>
                <a:lnTo>
                  <a:pt x="46" y="276"/>
                </a:lnTo>
                <a:lnTo>
                  <a:pt x="46" y="275"/>
                </a:lnTo>
                <a:lnTo>
                  <a:pt x="46" y="274"/>
                </a:lnTo>
                <a:lnTo>
                  <a:pt x="47" y="274"/>
                </a:lnTo>
                <a:lnTo>
                  <a:pt x="46" y="273"/>
                </a:lnTo>
                <a:lnTo>
                  <a:pt x="46" y="271"/>
                </a:lnTo>
                <a:lnTo>
                  <a:pt x="47" y="271"/>
                </a:lnTo>
                <a:lnTo>
                  <a:pt x="47" y="270"/>
                </a:lnTo>
                <a:lnTo>
                  <a:pt x="48" y="270"/>
                </a:lnTo>
                <a:lnTo>
                  <a:pt x="48" y="269"/>
                </a:lnTo>
                <a:lnTo>
                  <a:pt x="49" y="269"/>
                </a:lnTo>
                <a:lnTo>
                  <a:pt x="50" y="269"/>
                </a:lnTo>
                <a:lnTo>
                  <a:pt x="50" y="267"/>
                </a:lnTo>
                <a:lnTo>
                  <a:pt x="51" y="267"/>
                </a:lnTo>
                <a:lnTo>
                  <a:pt x="52" y="266"/>
                </a:lnTo>
                <a:lnTo>
                  <a:pt x="52" y="265"/>
                </a:lnTo>
                <a:lnTo>
                  <a:pt x="53" y="265"/>
                </a:lnTo>
                <a:lnTo>
                  <a:pt x="54" y="265"/>
                </a:lnTo>
                <a:lnTo>
                  <a:pt x="55" y="264"/>
                </a:lnTo>
                <a:lnTo>
                  <a:pt x="56" y="263"/>
                </a:lnTo>
                <a:lnTo>
                  <a:pt x="57" y="263"/>
                </a:lnTo>
                <a:lnTo>
                  <a:pt x="57" y="264"/>
                </a:lnTo>
                <a:lnTo>
                  <a:pt x="58" y="264"/>
                </a:lnTo>
                <a:lnTo>
                  <a:pt x="58" y="263"/>
                </a:lnTo>
                <a:lnTo>
                  <a:pt x="58" y="262"/>
                </a:lnTo>
                <a:lnTo>
                  <a:pt x="59" y="262"/>
                </a:lnTo>
                <a:lnTo>
                  <a:pt x="60" y="262"/>
                </a:lnTo>
                <a:lnTo>
                  <a:pt x="60" y="261"/>
                </a:lnTo>
                <a:lnTo>
                  <a:pt x="59" y="260"/>
                </a:lnTo>
                <a:lnTo>
                  <a:pt x="60" y="258"/>
                </a:lnTo>
                <a:lnTo>
                  <a:pt x="61" y="258"/>
                </a:lnTo>
                <a:lnTo>
                  <a:pt x="61" y="256"/>
                </a:lnTo>
                <a:lnTo>
                  <a:pt x="62" y="255"/>
                </a:lnTo>
                <a:lnTo>
                  <a:pt x="62" y="254"/>
                </a:lnTo>
                <a:lnTo>
                  <a:pt x="61" y="254"/>
                </a:lnTo>
                <a:lnTo>
                  <a:pt x="60" y="253"/>
                </a:lnTo>
                <a:lnTo>
                  <a:pt x="60" y="252"/>
                </a:lnTo>
                <a:lnTo>
                  <a:pt x="60" y="251"/>
                </a:lnTo>
                <a:lnTo>
                  <a:pt x="61" y="250"/>
                </a:lnTo>
                <a:lnTo>
                  <a:pt x="60" y="249"/>
                </a:lnTo>
                <a:lnTo>
                  <a:pt x="59" y="249"/>
                </a:lnTo>
                <a:lnTo>
                  <a:pt x="59" y="248"/>
                </a:lnTo>
                <a:lnTo>
                  <a:pt x="58" y="248"/>
                </a:lnTo>
                <a:lnTo>
                  <a:pt x="57" y="248"/>
                </a:lnTo>
                <a:lnTo>
                  <a:pt x="56" y="247"/>
                </a:lnTo>
                <a:lnTo>
                  <a:pt x="56" y="246"/>
                </a:lnTo>
                <a:lnTo>
                  <a:pt x="55" y="246"/>
                </a:lnTo>
                <a:lnTo>
                  <a:pt x="54" y="246"/>
                </a:lnTo>
                <a:lnTo>
                  <a:pt x="53" y="246"/>
                </a:lnTo>
                <a:lnTo>
                  <a:pt x="52" y="246"/>
                </a:lnTo>
                <a:lnTo>
                  <a:pt x="52" y="245"/>
                </a:lnTo>
                <a:lnTo>
                  <a:pt x="53" y="245"/>
                </a:lnTo>
                <a:lnTo>
                  <a:pt x="53" y="244"/>
                </a:lnTo>
                <a:lnTo>
                  <a:pt x="52" y="244"/>
                </a:lnTo>
                <a:lnTo>
                  <a:pt x="51" y="243"/>
                </a:lnTo>
                <a:lnTo>
                  <a:pt x="50" y="241"/>
                </a:lnTo>
                <a:lnTo>
                  <a:pt x="49" y="241"/>
                </a:lnTo>
                <a:lnTo>
                  <a:pt x="49" y="240"/>
                </a:lnTo>
                <a:lnTo>
                  <a:pt x="49" y="239"/>
                </a:lnTo>
                <a:lnTo>
                  <a:pt x="49" y="238"/>
                </a:lnTo>
                <a:lnTo>
                  <a:pt x="50" y="237"/>
                </a:lnTo>
                <a:lnTo>
                  <a:pt x="50" y="236"/>
                </a:lnTo>
                <a:lnTo>
                  <a:pt x="49" y="236"/>
                </a:lnTo>
                <a:lnTo>
                  <a:pt x="49" y="235"/>
                </a:lnTo>
                <a:lnTo>
                  <a:pt x="50" y="234"/>
                </a:lnTo>
                <a:lnTo>
                  <a:pt x="50" y="233"/>
                </a:lnTo>
                <a:lnTo>
                  <a:pt x="49" y="233"/>
                </a:lnTo>
                <a:lnTo>
                  <a:pt x="48" y="232"/>
                </a:lnTo>
                <a:lnTo>
                  <a:pt x="48" y="231"/>
                </a:lnTo>
                <a:lnTo>
                  <a:pt x="49" y="231"/>
                </a:lnTo>
                <a:lnTo>
                  <a:pt x="48" y="231"/>
                </a:lnTo>
                <a:lnTo>
                  <a:pt x="48" y="230"/>
                </a:lnTo>
                <a:lnTo>
                  <a:pt x="47" y="230"/>
                </a:lnTo>
                <a:lnTo>
                  <a:pt x="47" y="229"/>
                </a:lnTo>
                <a:lnTo>
                  <a:pt x="47" y="228"/>
                </a:lnTo>
                <a:lnTo>
                  <a:pt x="47" y="226"/>
                </a:lnTo>
                <a:lnTo>
                  <a:pt x="47" y="224"/>
                </a:lnTo>
                <a:lnTo>
                  <a:pt x="46" y="223"/>
                </a:lnTo>
                <a:lnTo>
                  <a:pt x="46" y="222"/>
                </a:lnTo>
                <a:lnTo>
                  <a:pt x="46" y="221"/>
                </a:lnTo>
                <a:lnTo>
                  <a:pt x="47" y="221"/>
                </a:lnTo>
                <a:lnTo>
                  <a:pt x="47" y="220"/>
                </a:lnTo>
                <a:lnTo>
                  <a:pt x="48" y="221"/>
                </a:lnTo>
                <a:lnTo>
                  <a:pt x="48" y="220"/>
                </a:lnTo>
                <a:lnTo>
                  <a:pt x="48" y="219"/>
                </a:lnTo>
                <a:lnTo>
                  <a:pt x="47" y="219"/>
                </a:lnTo>
                <a:lnTo>
                  <a:pt x="47" y="218"/>
                </a:lnTo>
                <a:lnTo>
                  <a:pt x="48" y="218"/>
                </a:lnTo>
                <a:lnTo>
                  <a:pt x="49" y="218"/>
                </a:lnTo>
                <a:lnTo>
                  <a:pt x="49" y="217"/>
                </a:lnTo>
                <a:lnTo>
                  <a:pt x="50" y="217"/>
                </a:lnTo>
                <a:lnTo>
                  <a:pt x="51" y="217"/>
                </a:lnTo>
                <a:lnTo>
                  <a:pt x="52" y="216"/>
                </a:lnTo>
                <a:lnTo>
                  <a:pt x="52" y="215"/>
                </a:lnTo>
                <a:lnTo>
                  <a:pt x="53" y="215"/>
                </a:lnTo>
                <a:lnTo>
                  <a:pt x="53" y="214"/>
                </a:lnTo>
                <a:lnTo>
                  <a:pt x="52" y="214"/>
                </a:lnTo>
                <a:lnTo>
                  <a:pt x="52" y="213"/>
                </a:lnTo>
                <a:lnTo>
                  <a:pt x="51" y="212"/>
                </a:lnTo>
                <a:lnTo>
                  <a:pt x="50" y="212"/>
                </a:lnTo>
                <a:lnTo>
                  <a:pt x="50" y="211"/>
                </a:lnTo>
                <a:lnTo>
                  <a:pt x="49" y="211"/>
                </a:lnTo>
                <a:lnTo>
                  <a:pt x="49" y="212"/>
                </a:lnTo>
                <a:lnTo>
                  <a:pt x="48" y="212"/>
                </a:lnTo>
                <a:lnTo>
                  <a:pt x="48" y="213"/>
                </a:lnTo>
                <a:lnTo>
                  <a:pt x="47" y="213"/>
                </a:lnTo>
                <a:lnTo>
                  <a:pt x="47" y="214"/>
                </a:lnTo>
                <a:lnTo>
                  <a:pt x="46" y="214"/>
                </a:lnTo>
                <a:lnTo>
                  <a:pt x="46" y="215"/>
                </a:lnTo>
                <a:lnTo>
                  <a:pt x="46" y="214"/>
                </a:lnTo>
                <a:lnTo>
                  <a:pt x="46" y="213"/>
                </a:lnTo>
                <a:lnTo>
                  <a:pt x="46" y="212"/>
                </a:lnTo>
                <a:lnTo>
                  <a:pt x="46" y="211"/>
                </a:lnTo>
                <a:lnTo>
                  <a:pt x="46" y="210"/>
                </a:lnTo>
                <a:lnTo>
                  <a:pt x="46" y="209"/>
                </a:lnTo>
                <a:lnTo>
                  <a:pt x="47" y="209"/>
                </a:lnTo>
                <a:lnTo>
                  <a:pt x="47" y="208"/>
                </a:lnTo>
                <a:lnTo>
                  <a:pt x="47" y="207"/>
                </a:lnTo>
                <a:lnTo>
                  <a:pt x="48" y="206"/>
                </a:lnTo>
                <a:lnTo>
                  <a:pt x="48" y="205"/>
                </a:lnTo>
                <a:lnTo>
                  <a:pt x="48" y="204"/>
                </a:lnTo>
                <a:lnTo>
                  <a:pt x="49" y="204"/>
                </a:lnTo>
                <a:lnTo>
                  <a:pt x="49" y="203"/>
                </a:lnTo>
                <a:lnTo>
                  <a:pt x="49" y="202"/>
                </a:lnTo>
                <a:lnTo>
                  <a:pt x="49" y="201"/>
                </a:lnTo>
                <a:lnTo>
                  <a:pt x="50" y="201"/>
                </a:lnTo>
                <a:lnTo>
                  <a:pt x="50" y="200"/>
                </a:lnTo>
                <a:lnTo>
                  <a:pt x="49" y="199"/>
                </a:lnTo>
                <a:lnTo>
                  <a:pt x="50" y="198"/>
                </a:lnTo>
                <a:lnTo>
                  <a:pt x="50" y="197"/>
                </a:lnTo>
                <a:lnTo>
                  <a:pt x="50" y="196"/>
                </a:lnTo>
                <a:lnTo>
                  <a:pt x="51" y="195"/>
                </a:lnTo>
                <a:lnTo>
                  <a:pt x="51" y="194"/>
                </a:lnTo>
                <a:lnTo>
                  <a:pt x="51" y="193"/>
                </a:lnTo>
                <a:lnTo>
                  <a:pt x="52" y="193"/>
                </a:lnTo>
                <a:lnTo>
                  <a:pt x="52" y="192"/>
                </a:lnTo>
                <a:lnTo>
                  <a:pt x="52" y="191"/>
                </a:lnTo>
                <a:lnTo>
                  <a:pt x="53" y="191"/>
                </a:lnTo>
                <a:lnTo>
                  <a:pt x="54" y="190"/>
                </a:lnTo>
                <a:lnTo>
                  <a:pt x="55" y="190"/>
                </a:lnTo>
                <a:lnTo>
                  <a:pt x="54" y="190"/>
                </a:lnTo>
                <a:lnTo>
                  <a:pt x="53" y="190"/>
                </a:lnTo>
                <a:lnTo>
                  <a:pt x="53" y="189"/>
                </a:lnTo>
                <a:lnTo>
                  <a:pt x="52" y="189"/>
                </a:lnTo>
                <a:lnTo>
                  <a:pt x="52" y="190"/>
                </a:lnTo>
                <a:lnTo>
                  <a:pt x="51" y="190"/>
                </a:lnTo>
                <a:lnTo>
                  <a:pt x="51" y="191"/>
                </a:lnTo>
                <a:lnTo>
                  <a:pt x="51" y="190"/>
                </a:lnTo>
                <a:lnTo>
                  <a:pt x="50" y="191"/>
                </a:lnTo>
                <a:lnTo>
                  <a:pt x="50" y="190"/>
                </a:lnTo>
                <a:lnTo>
                  <a:pt x="51" y="190"/>
                </a:lnTo>
                <a:lnTo>
                  <a:pt x="51" y="189"/>
                </a:lnTo>
                <a:lnTo>
                  <a:pt x="51" y="188"/>
                </a:lnTo>
                <a:lnTo>
                  <a:pt x="50" y="188"/>
                </a:lnTo>
                <a:lnTo>
                  <a:pt x="50" y="187"/>
                </a:lnTo>
                <a:lnTo>
                  <a:pt x="49" y="187"/>
                </a:lnTo>
                <a:lnTo>
                  <a:pt x="49" y="188"/>
                </a:lnTo>
                <a:lnTo>
                  <a:pt x="48" y="188"/>
                </a:lnTo>
                <a:lnTo>
                  <a:pt x="47" y="189"/>
                </a:lnTo>
                <a:lnTo>
                  <a:pt x="47" y="190"/>
                </a:lnTo>
                <a:lnTo>
                  <a:pt x="46" y="190"/>
                </a:lnTo>
                <a:lnTo>
                  <a:pt x="46" y="189"/>
                </a:lnTo>
                <a:lnTo>
                  <a:pt x="45" y="189"/>
                </a:lnTo>
                <a:lnTo>
                  <a:pt x="46" y="188"/>
                </a:lnTo>
                <a:lnTo>
                  <a:pt x="45" y="187"/>
                </a:lnTo>
                <a:lnTo>
                  <a:pt x="45" y="186"/>
                </a:lnTo>
                <a:lnTo>
                  <a:pt x="44" y="186"/>
                </a:lnTo>
                <a:lnTo>
                  <a:pt x="43" y="186"/>
                </a:lnTo>
                <a:lnTo>
                  <a:pt x="43" y="185"/>
                </a:lnTo>
                <a:lnTo>
                  <a:pt x="43" y="184"/>
                </a:lnTo>
                <a:lnTo>
                  <a:pt x="43" y="183"/>
                </a:lnTo>
                <a:lnTo>
                  <a:pt x="43" y="182"/>
                </a:lnTo>
                <a:lnTo>
                  <a:pt x="44" y="182"/>
                </a:lnTo>
                <a:lnTo>
                  <a:pt x="44" y="181"/>
                </a:lnTo>
                <a:lnTo>
                  <a:pt x="45" y="180"/>
                </a:lnTo>
                <a:lnTo>
                  <a:pt x="45" y="179"/>
                </a:lnTo>
                <a:lnTo>
                  <a:pt x="44" y="179"/>
                </a:lnTo>
                <a:lnTo>
                  <a:pt x="44" y="178"/>
                </a:lnTo>
                <a:lnTo>
                  <a:pt x="43" y="178"/>
                </a:lnTo>
                <a:lnTo>
                  <a:pt x="43" y="177"/>
                </a:lnTo>
                <a:lnTo>
                  <a:pt x="43" y="176"/>
                </a:lnTo>
                <a:lnTo>
                  <a:pt x="42" y="176"/>
                </a:lnTo>
                <a:lnTo>
                  <a:pt x="42" y="174"/>
                </a:lnTo>
                <a:lnTo>
                  <a:pt x="42" y="173"/>
                </a:lnTo>
                <a:lnTo>
                  <a:pt x="42" y="172"/>
                </a:lnTo>
                <a:lnTo>
                  <a:pt x="42" y="171"/>
                </a:lnTo>
                <a:lnTo>
                  <a:pt x="42" y="170"/>
                </a:lnTo>
                <a:lnTo>
                  <a:pt x="43" y="168"/>
                </a:lnTo>
                <a:lnTo>
                  <a:pt x="43" y="167"/>
                </a:lnTo>
                <a:lnTo>
                  <a:pt x="43" y="166"/>
                </a:lnTo>
                <a:lnTo>
                  <a:pt x="43" y="165"/>
                </a:lnTo>
                <a:lnTo>
                  <a:pt x="44" y="165"/>
                </a:lnTo>
                <a:lnTo>
                  <a:pt x="44" y="164"/>
                </a:lnTo>
                <a:lnTo>
                  <a:pt x="43" y="164"/>
                </a:lnTo>
                <a:lnTo>
                  <a:pt x="43" y="163"/>
                </a:lnTo>
                <a:lnTo>
                  <a:pt x="43" y="162"/>
                </a:lnTo>
                <a:lnTo>
                  <a:pt x="44" y="162"/>
                </a:lnTo>
                <a:lnTo>
                  <a:pt x="45" y="162"/>
                </a:lnTo>
                <a:lnTo>
                  <a:pt x="45" y="161"/>
                </a:lnTo>
                <a:lnTo>
                  <a:pt x="45" y="160"/>
                </a:lnTo>
                <a:lnTo>
                  <a:pt x="45" y="159"/>
                </a:lnTo>
                <a:lnTo>
                  <a:pt x="46" y="159"/>
                </a:lnTo>
                <a:lnTo>
                  <a:pt x="46" y="158"/>
                </a:lnTo>
                <a:lnTo>
                  <a:pt x="47" y="158"/>
                </a:lnTo>
                <a:lnTo>
                  <a:pt x="48" y="158"/>
                </a:lnTo>
                <a:lnTo>
                  <a:pt x="47" y="157"/>
                </a:lnTo>
                <a:lnTo>
                  <a:pt x="47" y="156"/>
                </a:lnTo>
                <a:lnTo>
                  <a:pt x="46" y="156"/>
                </a:lnTo>
                <a:lnTo>
                  <a:pt x="46" y="155"/>
                </a:lnTo>
                <a:lnTo>
                  <a:pt x="47" y="155"/>
                </a:lnTo>
                <a:lnTo>
                  <a:pt x="46" y="154"/>
                </a:lnTo>
                <a:lnTo>
                  <a:pt x="46" y="153"/>
                </a:lnTo>
                <a:lnTo>
                  <a:pt x="45" y="153"/>
                </a:lnTo>
                <a:lnTo>
                  <a:pt x="44" y="154"/>
                </a:lnTo>
                <a:lnTo>
                  <a:pt x="44" y="155"/>
                </a:lnTo>
                <a:lnTo>
                  <a:pt x="43" y="155"/>
                </a:lnTo>
                <a:lnTo>
                  <a:pt x="42" y="155"/>
                </a:lnTo>
                <a:lnTo>
                  <a:pt x="41" y="155"/>
                </a:lnTo>
                <a:lnTo>
                  <a:pt x="40" y="154"/>
                </a:lnTo>
                <a:lnTo>
                  <a:pt x="39" y="154"/>
                </a:lnTo>
                <a:lnTo>
                  <a:pt x="39" y="155"/>
                </a:lnTo>
                <a:lnTo>
                  <a:pt x="38" y="155"/>
                </a:lnTo>
                <a:lnTo>
                  <a:pt x="37" y="156"/>
                </a:lnTo>
                <a:lnTo>
                  <a:pt x="36" y="156"/>
                </a:lnTo>
                <a:lnTo>
                  <a:pt x="36" y="155"/>
                </a:lnTo>
                <a:lnTo>
                  <a:pt x="35" y="155"/>
                </a:lnTo>
                <a:lnTo>
                  <a:pt x="35" y="154"/>
                </a:lnTo>
                <a:lnTo>
                  <a:pt x="36" y="153"/>
                </a:lnTo>
                <a:lnTo>
                  <a:pt x="36" y="152"/>
                </a:lnTo>
                <a:lnTo>
                  <a:pt x="37" y="152"/>
                </a:lnTo>
                <a:lnTo>
                  <a:pt x="38" y="151"/>
                </a:lnTo>
                <a:lnTo>
                  <a:pt x="39" y="151"/>
                </a:lnTo>
                <a:lnTo>
                  <a:pt x="40" y="151"/>
                </a:lnTo>
                <a:lnTo>
                  <a:pt x="40" y="150"/>
                </a:lnTo>
                <a:lnTo>
                  <a:pt x="41" y="150"/>
                </a:lnTo>
                <a:lnTo>
                  <a:pt x="42" y="150"/>
                </a:lnTo>
                <a:lnTo>
                  <a:pt x="42" y="149"/>
                </a:lnTo>
                <a:lnTo>
                  <a:pt x="43" y="149"/>
                </a:lnTo>
                <a:lnTo>
                  <a:pt x="43" y="148"/>
                </a:lnTo>
                <a:lnTo>
                  <a:pt x="42" y="148"/>
                </a:lnTo>
                <a:lnTo>
                  <a:pt x="42" y="147"/>
                </a:lnTo>
                <a:lnTo>
                  <a:pt x="42" y="146"/>
                </a:lnTo>
                <a:lnTo>
                  <a:pt x="43" y="146"/>
                </a:lnTo>
                <a:lnTo>
                  <a:pt x="44" y="145"/>
                </a:lnTo>
                <a:lnTo>
                  <a:pt x="45" y="144"/>
                </a:lnTo>
                <a:lnTo>
                  <a:pt x="45" y="143"/>
                </a:lnTo>
                <a:lnTo>
                  <a:pt x="45" y="142"/>
                </a:lnTo>
                <a:lnTo>
                  <a:pt x="46" y="142"/>
                </a:lnTo>
                <a:lnTo>
                  <a:pt x="46" y="141"/>
                </a:lnTo>
                <a:lnTo>
                  <a:pt x="45" y="141"/>
                </a:lnTo>
                <a:lnTo>
                  <a:pt x="44" y="141"/>
                </a:lnTo>
                <a:lnTo>
                  <a:pt x="44" y="140"/>
                </a:lnTo>
                <a:lnTo>
                  <a:pt x="43" y="140"/>
                </a:lnTo>
                <a:lnTo>
                  <a:pt x="42" y="139"/>
                </a:lnTo>
                <a:lnTo>
                  <a:pt x="42" y="138"/>
                </a:lnTo>
                <a:lnTo>
                  <a:pt x="41" y="138"/>
                </a:lnTo>
                <a:lnTo>
                  <a:pt x="40" y="138"/>
                </a:lnTo>
                <a:lnTo>
                  <a:pt x="40" y="137"/>
                </a:lnTo>
                <a:lnTo>
                  <a:pt x="41" y="136"/>
                </a:lnTo>
                <a:lnTo>
                  <a:pt x="41" y="135"/>
                </a:lnTo>
                <a:lnTo>
                  <a:pt x="41" y="134"/>
                </a:lnTo>
                <a:lnTo>
                  <a:pt x="40" y="133"/>
                </a:lnTo>
                <a:lnTo>
                  <a:pt x="41" y="132"/>
                </a:lnTo>
                <a:lnTo>
                  <a:pt x="40" y="131"/>
                </a:lnTo>
                <a:lnTo>
                  <a:pt x="41" y="130"/>
                </a:lnTo>
                <a:lnTo>
                  <a:pt x="40" y="130"/>
                </a:lnTo>
                <a:lnTo>
                  <a:pt x="40" y="129"/>
                </a:lnTo>
                <a:lnTo>
                  <a:pt x="40" y="127"/>
                </a:lnTo>
                <a:lnTo>
                  <a:pt x="41" y="126"/>
                </a:lnTo>
                <a:lnTo>
                  <a:pt x="41" y="125"/>
                </a:lnTo>
                <a:lnTo>
                  <a:pt x="42" y="125"/>
                </a:lnTo>
                <a:lnTo>
                  <a:pt x="42" y="123"/>
                </a:lnTo>
                <a:lnTo>
                  <a:pt x="42" y="122"/>
                </a:lnTo>
                <a:lnTo>
                  <a:pt x="42" y="120"/>
                </a:lnTo>
                <a:lnTo>
                  <a:pt x="43" y="119"/>
                </a:lnTo>
                <a:lnTo>
                  <a:pt x="43" y="118"/>
                </a:lnTo>
                <a:lnTo>
                  <a:pt x="44" y="118"/>
                </a:lnTo>
                <a:lnTo>
                  <a:pt x="45" y="118"/>
                </a:lnTo>
                <a:lnTo>
                  <a:pt x="45" y="117"/>
                </a:lnTo>
                <a:lnTo>
                  <a:pt x="45" y="116"/>
                </a:lnTo>
                <a:lnTo>
                  <a:pt x="45" y="115"/>
                </a:lnTo>
                <a:lnTo>
                  <a:pt x="45" y="114"/>
                </a:lnTo>
                <a:lnTo>
                  <a:pt x="45" y="113"/>
                </a:lnTo>
                <a:lnTo>
                  <a:pt x="46" y="113"/>
                </a:lnTo>
                <a:lnTo>
                  <a:pt x="47" y="112"/>
                </a:lnTo>
                <a:lnTo>
                  <a:pt x="47" y="111"/>
                </a:lnTo>
                <a:lnTo>
                  <a:pt x="48" y="111"/>
                </a:lnTo>
                <a:lnTo>
                  <a:pt x="47" y="110"/>
                </a:lnTo>
                <a:lnTo>
                  <a:pt x="47" y="109"/>
                </a:lnTo>
                <a:lnTo>
                  <a:pt x="47" y="108"/>
                </a:lnTo>
                <a:lnTo>
                  <a:pt x="46" y="108"/>
                </a:lnTo>
                <a:lnTo>
                  <a:pt x="45" y="108"/>
                </a:lnTo>
                <a:lnTo>
                  <a:pt x="44" y="108"/>
                </a:lnTo>
                <a:lnTo>
                  <a:pt x="44" y="107"/>
                </a:lnTo>
                <a:lnTo>
                  <a:pt x="43" y="107"/>
                </a:lnTo>
                <a:lnTo>
                  <a:pt x="42" y="107"/>
                </a:lnTo>
                <a:lnTo>
                  <a:pt x="42" y="106"/>
                </a:lnTo>
                <a:lnTo>
                  <a:pt x="41" y="106"/>
                </a:lnTo>
                <a:lnTo>
                  <a:pt x="41" y="107"/>
                </a:lnTo>
                <a:lnTo>
                  <a:pt x="40" y="106"/>
                </a:lnTo>
                <a:lnTo>
                  <a:pt x="40" y="105"/>
                </a:lnTo>
                <a:lnTo>
                  <a:pt x="39" y="105"/>
                </a:lnTo>
                <a:lnTo>
                  <a:pt x="39" y="104"/>
                </a:lnTo>
                <a:lnTo>
                  <a:pt x="39" y="103"/>
                </a:lnTo>
                <a:lnTo>
                  <a:pt x="40" y="103"/>
                </a:lnTo>
                <a:lnTo>
                  <a:pt x="40" y="104"/>
                </a:lnTo>
                <a:lnTo>
                  <a:pt x="40" y="103"/>
                </a:lnTo>
                <a:lnTo>
                  <a:pt x="41" y="103"/>
                </a:lnTo>
                <a:lnTo>
                  <a:pt x="42" y="102"/>
                </a:lnTo>
                <a:lnTo>
                  <a:pt x="42" y="103"/>
                </a:lnTo>
                <a:lnTo>
                  <a:pt x="43" y="103"/>
                </a:lnTo>
                <a:lnTo>
                  <a:pt x="44" y="103"/>
                </a:lnTo>
                <a:lnTo>
                  <a:pt x="44" y="102"/>
                </a:lnTo>
                <a:lnTo>
                  <a:pt x="44" y="101"/>
                </a:lnTo>
                <a:lnTo>
                  <a:pt x="43" y="101"/>
                </a:lnTo>
                <a:lnTo>
                  <a:pt x="42" y="100"/>
                </a:lnTo>
                <a:lnTo>
                  <a:pt x="43" y="100"/>
                </a:lnTo>
                <a:lnTo>
                  <a:pt x="43" y="99"/>
                </a:lnTo>
                <a:lnTo>
                  <a:pt x="42" y="99"/>
                </a:lnTo>
                <a:lnTo>
                  <a:pt x="43" y="98"/>
                </a:lnTo>
                <a:lnTo>
                  <a:pt x="43" y="97"/>
                </a:lnTo>
                <a:lnTo>
                  <a:pt x="44" y="97"/>
                </a:lnTo>
                <a:lnTo>
                  <a:pt x="44" y="96"/>
                </a:lnTo>
                <a:lnTo>
                  <a:pt x="43" y="96"/>
                </a:lnTo>
                <a:lnTo>
                  <a:pt x="44" y="95"/>
                </a:lnTo>
                <a:lnTo>
                  <a:pt x="43" y="95"/>
                </a:lnTo>
                <a:lnTo>
                  <a:pt x="43" y="94"/>
                </a:lnTo>
                <a:lnTo>
                  <a:pt x="43" y="93"/>
                </a:lnTo>
                <a:lnTo>
                  <a:pt x="43" y="92"/>
                </a:lnTo>
                <a:lnTo>
                  <a:pt x="44" y="92"/>
                </a:lnTo>
                <a:lnTo>
                  <a:pt x="44" y="91"/>
                </a:lnTo>
                <a:lnTo>
                  <a:pt x="44" y="90"/>
                </a:lnTo>
                <a:lnTo>
                  <a:pt x="45" y="90"/>
                </a:lnTo>
                <a:lnTo>
                  <a:pt x="46" y="90"/>
                </a:lnTo>
                <a:lnTo>
                  <a:pt x="47" y="90"/>
                </a:lnTo>
                <a:lnTo>
                  <a:pt x="47" y="89"/>
                </a:lnTo>
                <a:lnTo>
                  <a:pt x="48" y="89"/>
                </a:lnTo>
                <a:lnTo>
                  <a:pt x="48" y="88"/>
                </a:lnTo>
                <a:lnTo>
                  <a:pt x="49" y="88"/>
                </a:lnTo>
                <a:lnTo>
                  <a:pt x="49" y="87"/>
                </a:lnTo>
                <a:lnTo>
                  <a:pt x="50" y="87"/>
                </a:lnTo>
                <a:lnTo>
                  <a:pt x="50" y="86"/>
                </a:lnTo>
                <a:lnTo>
                  <a:pt x="51" y="86"/>
                </a:lnTo>
                <a:lnTo>
                  <a:pt x="51" y="85"/>
                </a:lnTo>
                <a:lnTo>
                  <a:pt x="51" y="84"/>
                </a:lnTo>
                <a:lnTo>
                  <a:pt x="50" y="84"/>
                </a:lnTo>
                <a:lnTo>
                  <a:pt x="49" y="84"/>
                </a:lnTo>
                <a:lnTo>
                  <a:pt x="49" y="83"/>
                </a:lnTo>
                <a:lnTo>
                  <a:pt x="50" y="83"/>
                </a:lnTo>
                <a:lnTo>
                  <a:pt x="50" y="82"/>
                </a:lnTo>
                <a:lnTo>
                  <a:pt x="49" y="82"/>
                </a:lnTo>
                <a:lnTo>
                  <a:pt x="49" y="81"/>
                </a:lnTo>
                <a:lnTo>
                  <a:pt x="48" y="81"/>
                </a:lnTo>
                <a:lnTo>
                  <a:pt x="49" y="81"/>
                </a:lnTo>
                <a:lnTo>
                  <a:pt x="49" y="80"/>
                </a:lnTo>
                <a:lnTo>
                  <a:pt x="50" y="80"/>
                </a:lnTo>
                <a:lnTo>
                  <a:pt x="50" y="79"/>
                </a:lnTo>
                <a:lnTo>
                  <a:pt x="49" y="79"/>
                </a:lnTo>
                <a:lnTo>
                  <a:pt x="49" y="78"/>
                </a:lnTo>
                <a:lnTo>
                  <a:pt x="50" y="77"/>
                </a:lnTo>
                <a:lnTo>
                  <a:pt x="51" y="77"/>
                </a:lnTo>
                <a:lnTo>
                  <a:pt x="51" y="76"/>
                </a:lnTo>
                <a:lnTo>
                  <a:pt x="52" y="76"/>
                </a:lnTo>
                <a:lnTo>
                  <a:pt x="52" y="77"/>
                </a:lnTo>
                <a:lnTo>
                  <a:pt x="53" y="77"/>
                </a:lnTo>
                <a:lnTo>
                  <a:pt x="54" y="77"/>
                </a:lnTo>
                <a:lnTo>
                  <a:pt x="54" y="76"/>
                </a:lnTo>
                <a:lnTo>
                  <a:pt x="53" y="76"/>
                </a:lnTo>
                <a:lnTo>
                  <a:pt x="53" y="75"/>
                </a:lnTo>
                <a:lnTo>
                  <a:pt x="53" y="74"/>
                </a:lnTo>
                <a:lnTo>
                  <a:pt x="52" y="73"/>
                </a:lnTo>
                <a:lnTo>
                  <a:pt x="52" y="72"/>
                </a:lnTo>
                <a:lnTo>
                  <a:pt x="53" y="72"/>
                </a:lnTo>
                <a:lnTo>
                  <a:pt x="53" y="71"/>
                </a:lnTo>
                <a:lnTo>
                  <a:pt x="54" y="71"/>
                </a:lnTo>
                <a:lnTo>
                  <a:pt x="54" y="70"/>
                </a:lnTo>
                <a:lnTo>
                  <a:pt x="55" y="70"/>
                </a:lnTo>
                <a:lnTo>
                  <a:pt x="55" y="71"/>
                </a:lnTo>
                <a:lnTo>
                  <a:pt x="55" y="70"/>
                </a:lnTo>
                <a:lnTo>
                  <a:pt x="56" y="69"/>
                </a:lnTo>
                <a:lnTo>
                  <a:pt x="56" y="68"/>
                </a:lnTo>
                <a:lnTo>
                  <a:pt x="55" y="68"/>
                </a:lnTo>
                <a:lnTo>
                  <a:pt x="55" y="67"/>
                </a:lnTo>
                <a:lnTo>
                  <a:pt x="56" y="67"/>
                </a:lnTo>
                <a:lnTo>
                  <a:pt x="56" y="66"/>
                </a:lnTo>
                <a:lnTo>
                  <a:pt x="56" y="65"/>
                </a:lnTo>
                <a:lnTo>
                  <a:pt x="56" y="64"/>
                </a:lnTo>
                <a:lnTo>
                  <a:pt x="57" y="64"/>
                </a:lnTo>
                <a:lnTo>
                  <a:pt x="57" y="65"/>
                </a:lnTo>
                <a:lnTo>
                  <a:pt x="58" y="65"/>
                </a:lnTo>
                <a:lnTo>
                  <a:pt x="58" y="64"/>
                </a:lnTo>
                <a:lnTo>
                  <a:pt x="58" y="63"/>
                </a:lnTo>
                <a:lnTo>
                  <a:pt x="58" y="62"/>
                </a:lnTo>
                <a:lnTo>
                  <a:pt x="57" y="62"/>
                </a:lnTo>
                <a:lnTo>
                  <a:pt x="57" y="61"/>
                </a:lnTo>
                <a:lnTo>
                  <a:pt x="58" y="61"/>
                </a:lnTo>
                <a:lnTo>
                  <a:pt x="59" y="61"/>
                </a:lnTo>
                <a:lnTo>
                  <a:pt x="59" y="62"/>
                </a:lnTo>
                <a:lnTo>
                  <a:pt x="60" y="62"/>
                </a:lnTo>
                <a:lnTo>
                  <a:pt x="60" y="63"/>
                </a:lnTo>
                <a:lnTo>
                  <a:pt x="61" y="63"/>
                </a:lnTo>
                <a:lnTo>
                  <a:pt x="61" y="62"/>
                </a:lnTo>
                <a:lnTo>
                  <a:pt x="60" y="62"/>
                </a:lnTo>
                <a:lnTo>
                  <a:pt x="60" y="61"/>
                </a:lnTo>
                <a:lnTo>
                  <a:pt x="60" y="60"/>
                </a:lnTo>
                <a:lnTo>
                  <a:pt x="60" y="59"/>
                </a:lnTo>
                <a:lnTo>
                  <a:pt x="60" y="58"/>
                </a:lnTo>
                <a:lnTo>
                  <a:pt x="61" y="58"/>
                </a:lnTo>
                <a:lnTo>
                  <a:pt x="62" y="58"/>
                </a:lnTo>
                <a:lnTo>
                  <a:pt x="62" y="59"/>
                </a:lnTo>
                <a:lnTo>
                  <a:pt x="63" y="59"/>
                </a:lnTo>
                <a:lnTo>
                  <a:pt x="63" y="58"/>
                </a:lnTo>
                <a:lnTo>
                  <a:pt x="63" y="57"/>
                </a:lnTo>
                <a:lnTo>
                  <a:pt x="64" y="57"/>
                </a:lnTo>
                <a:lnTo>
                  <a:pt x="64" y="56"/>
                </a:lnTo>
                <a:lnTo>
                  <a:pt x="64" y="55"/>
                </a:lnTo>
                <a:lnTo>
                  <a:pt x="64" y="54"/>
                </a:lnTo>
                <a:lnTo>
                  <a:pt x="63" y="54"/>
                </a:lnTo>
                <a:lnTo>
                  <a:pt x="64" y="53"/>
                </a:lnTo>
                <a:lnTo>
                  <a:pt x="64" y="54"/>
                </a:lnTo>
                <a:lnTo>
                  <a:pt x="65" y="54"/>
                </a:lnTo>
                <a:lnTo>
                  <a:pt x="66" y="53"/>
                </a:lnTo>
                <a:lnTo>
                  <a:pt x="65" y="53"/>
                </a:lnTo>
                <a:lnTo>
                  <a:pt x="65" y="52"/>
                </a:lnTo>
                <a:lnTo>
                  <a:pt x="65" y="51"/>
                </a:lnTo>
                <a:lnTo>
                  <a:pt x="66" y="51"/>
                </a:lnTo>
                <a:lnTo>
                  <a:pt x="66" y="52"/>
                </a:lnTo>
                <a:lnTo>
                  <a:pt x="67" y="52"/>
                </a:lnTo>
                <a:lnTo>
                  <a:pt x="68" y="52"/>
                </a:lnTo>
                <a:lnTo>
                  <a:pt x="69" y="52"/>
                </a:lnTo>
                <a:lnTo>
                  <a:pt x="69" y="53"/>
                </a:lnTo>
                <a:lnTo>
                  <a:pt x="70" y="53"/>
                </a:lnTo>
                <a:lnTo>
                  <a:pt x="70" y="52"/>
                </a:lnTo>
                <a:lnTo>
                  <a:pt x="71" y="52"/>
                </a:lnTo>
                <a:lnTo>
                  <a:pt x="71" y="51"/>
                </a:lnTo>
                <a:lnTo>
                  <a:pt x="70" y="51"/>
                </a:lnTo>
                <a:lnTo>
                  <a:pt x="71" y="51"/>
                </a:lnTo>
                <a:lnTo>
                  <a:pt x="72" y="51"/>
                </a:lnTo>
                <a:lnTo>
                  <a:pt x="73" y="51"/>
                </a:lnTo>
                <a:lnTo>
                  <a:pt x="73" y="50"/>
                </a:lnTo>
                <a:lnTo>
                  <a:pt x="73" y="51"/>
                </a:lnTo>
                <a:lnTo>
                  <a:pt x="74" y="50"/>
                </a:lnTo>
                <a:lnTo>
                  <a:pt x="74" y="51"/>
                </a:lnTo>
                <a:lnTo>
                  <a:pt x="75" y="51"/>
                </a:lnTo>
                <a:lnTo>
                  <a:pt x="76" y="51"/>
                </a:lnTo>
                <a:lnTo>
                  <a:pt x="76" y="52"/>
                </a:lnTo>
                <a:lnTo>
                  <a:pt x="77" y="52"/>
                </a:lnTo>
                <a:lnTo>
                  <a:pt x="78" y="52"/>
                </a:lnTo>
                <a:lnTo>
                  <a:pt x="78" y="53"/>
                </a:lnTo>
                <a:lnTo>
                  <a:pt x="78" y="54"/>
                </a:lnTo>
                <a:lnTo>
                  <a:pt x="79" y="54"/>
                </a:lnTo>
                <a:lnTo>
                  <a:pt x="79" y="53"/>
                </a:lnTo>
                <a:lnTo>
                  <a:pt x="80" y="53"/>
                </a:lnTo>
                <a:lnTo>
                  <a:pt x="80" y="54"/>
                </a:lnTo>
                <a:lnTo>
                  <a:pt x="81" y="54"/>
                </a:lnTo>
                <a:lnTo>
                  <a:pt x="81" y="53"/>
                </a:lnTo>
                <a:lnTo>
                  <a:pt x="82" y="53"/>
                </a:lnTo>
                <a:lnTo>
                  <a:pt x="83" y="53"/>
                </a:lnTo>
                <a:lnTo>
                  <a:pt x="83" y="52"/>
                </a:lnTo>
                <a:lnTo>
                  <a:pt x="83" y="51"/>
                </a:lnTo>
                <a:lnTo>
                  <a:pt x="82" y="51"/>
                </a:lnTo>
                <a:lnTo>
                  <a:pt x="82" y="50"/>
                </a:lnTo>
                <a:lnTo>
                  <a:pt x="82" y="51"/>
                </a:lnTo>
                <a:lnTo>
                  <a:pt x="82" y="50"/>
                </a:lnTo>
                <a:lnTo>
                  <a:pt x="83" y="50"/>
                </a:lnTo>
                <a:lnTo>
                  <a:pt x="83" y="49"/>
                </a:lnTo>
                <a:lnTo>
                  <a:pt x="83" y="48"/>
                </a:lnTo>
                <a:lnTo>
                  <a:pt x="84" y="48"/>
                </a:lnTo>
                <a:lnTo>
                  <a:pt x="83" y="48"/>
                </a:lnTo>
                <a:lnTo>
                  <a:pt x="83" y="47"/>
                </a:lnTo>
                <a:lnTo>
                  <a:pt x="83" y="46"/>
                </a:lnTo>
                <a:lnTo>
                  <a:pt x="84" y="46"/>
                </a:lnTo>
                <a:lnTo>
                  <a:pt x="85" y="46"/>
                </a:lnTo>
                <a:lnTo>
                  <a:pt x="86" y="46"/>
                </a:lnTo>
                <a:lnTo>
                  <a:pt x="86" y="45"/>
                </a:lnTo>
                <a:lnTo>
                  <a:pt x="87" y="45"/>
                </a:lnTo>
                <a:lnTo>
                  <a:pt x="88" y="44"/>
                </a:lnTo>
                <a:lnTo>
                  <a:pt x="87" y="44"/>
                </a:lnTo>
                <a:lnTo>
                  <a:pt x="87" y="43"/>
                </a:lnTo>
                <a:lnTo>
                  <a:pt x="87" y="42"/>
                </a:lnTo>
                <a:lnTo>
                  <a:pt x="88" y="42"/>
                </a:lnTo>
                <a:lnTo>
                  <a:pt x="88" y="41"/>
                </a:lnTo>
                <a:lnTo>
                  <a:pt x="88" y="40"/>
                </a:lnTo>
                <a:lnTo>
                  <a:pt x="87" y="40"/>
                </a:lnTo>
                <a:lnTo>
                  <a:pt x="86" y="40"/>
                </a:lnTo>
                <a:lnTo>
                  <a:pt x="87" y="40"/>
                </a:lnTo>
                <a:lnTo>
                  <a:pt x="87" y="39"/>
                </a:lnTo>
                <a:lnTo>
                  <a:pt x="88" y="39"/>
                </a:lnTo>
                <a:lnTo>
                  <a:pt x="89" y="38"/>
                </a:lnTo>
                <a:lnTo>
                  <a:pt x="90" y="38"/>
                </a:lnTo>
                <a:lnTo>
                  <a:pt x="90" y="37"/>
                </a:lnTo>
                <a:lnTo>
                  <a:pt x="91" y="37"/>
                </a:lnTo>
                <a:lnTo>
                  <a:pt x="91" y="36"/>
                </a:lnTo>
                <a:lnTo>
                  <a:pt x="92" y="36"/>
                </a:lnTo>
                <a:lnTo>
                  <a:pt x="93" y="36"/>
                </a:lnTo>
                <a:lnTo>
                  <a:pt x="94" y="36"/>
                </a:lnTo>
                <a:lnTo>
                  <a:pt x="95" y="36"/>
                </a:lnTo>
                <a:lnTo>
                  <a:pt x="95" y="37"/>
                </a:lnTo>
                <a:lnTo>
                  <a:pt x="96" y="36"/>
                </a:lnTo>
                <a:lnTo>
                  <a:pt x="97" y="36"/>
                </a:lnTo>
                <a:lnTo>
                  <a:pt x="98" y="36"/>
                </a:lnTo>
                <a:lnTo>
                  <a:pt x="99" y="36"/>
                </a:lnTo>
                <a:lnTo>
                  <a:pt x="99" y="37"/>
                </a:lnTo>
                <a:lnTo>
                  <a:pt x="100" y="37"/>
                </a:lnTo>
                <a:lnTo>
                  <a:pt x="101" y="37"/>
                </a:lnTo>
                <a:lnTo>
                  <a:pt x="101" y="36"/>
                </a:lnTo>
                <a:lnTo>
                  <a:pt x="102" y="36"/>
                </a:lnTo>
                <a:lnTo>
                  <a:pt x="103" y="36"/>
                </a:lnTo>
                <a:lnTo>
                  <a:pt x="104" y="36"/>
                </a:lnTo>
                <a:lnTo>
                  <a:pt x="105" y="36"/>
                </a:lnTo>
                <a:lnTo>
                  <a:pt x="106" y="35"/>
                </a:lnTo>
                <a:lnTo>
                  <a:pt x="106" y="36"/>
                </a:lnTo>
                <a:lnTo>
                  <a:pt x="107" y="36"/>
                </a:lnTo>
                <a:lnTo>
                  <a:pt x="107" y="37"/>
                </a:lnTo>
                <a:lnTo>
                  <a:pt x="108" y="37"/>
                </a:lnTo>
                <a:lnTo>
                  <a:pt x="108" y="36"/>
                </a:lnTo>
                <a:lnTo>
                  <a:pt x="109" y="36"/>
                </a:lnTo>
                <a:lnTo>
                  <a:pt x="110" y="36"/>
                </a:lnTo>
                <a:lnTo>
                  <a:pt x="111" y="36"/>
                </a:lnTo>
                <a:lnTo>
                  <a:pt x="112" y="36"/>
                </a:lnTo>
                <a:lnTo>
                  <a:pt x="112" y="35"/>
                </a:lnTo>
                <a:lnTo>
                  <a:pt x="113" y="35"/>
                </a:lnTo>
                <a:lnTo>
                  <a:pt x="113" y="36"/>
                </a:lnTo>
                <a:lnTo>
                  <a:pt x="113" y="35"/>
                </a:lnTo>
                <a:lnTo>
                  <a:pt x="114" y="35"/>
                </a:lnTo>
                <a:lnTo>
                  <a:pt x="115" y="35"/>
                </a:lnTo>
                <a:lnTo>
                  <a:pt x="115" y="34"/>
                </a:lnTo>
                <a:lnTo>
                  <a:pt x="116" y="34"/>
                </a:lnTo>
                <a:lnTo>
                  <a:pt x="118" y="34"/>
                </a:lnTo>
                <a:lnTo>
                  <a:pt x="119" y="34"/>
                </a:lnTo>
                <a:lnTo>
                  <a:pt x="120" y="34"/>
                </a:lnTo>
                <a:lnTo>
                  <a:pt x="120" y="35"/>
                </a:lnTo>
                <a:lnTo>
                  <a:pt x="121" y="35"/>
                </a:lnTo>
                <a:lnTo>
                  <a:pt x="121" y="34"/>
                </a:lnTo>
                <a:lnTo>
                  <a:pt x="122" y="35"/>
                </a:lnTo>
                <a:lnTo>
                  <a:pt x="122" y="36"/>
                </a:lnTo>
                <a:lnTo>
                  <a:pt x="123" y="36"/>
                </a:lnTo>
                <a:lnTo>
                  <a:pt x="123" y="37"/>
                </a:lnTo>
                <a:lnTo>
                  <a:pt x="124" y="37"/>
                </a:lnTo>
                <a:lnTo>
                  <a:pt x="124" y="38"/>
                </a:lnTo>
                <a:lnTo>
                  <a:pt x="125" y="38"/>
                </a:lnTo>
                <a:lnTo>
                  <a:pt x="125" y="39"/>
                </a:lnTo>
                <a:lnTo>
                  <a:pt x="125" y="38"/>
                </a:lnTo>
                <a:lnTo>
                  <a:pt x="126" y="37"/>
                </a:lnTo>
                <a:lnTo>
                  <a:pt x="127" y="37"/>
                </a:lnTo>
                <a:lnTo>
                  <a:pt x="128" y="37"/>
                </a:lnTo>
                <a:lnTo>
                  <a:pt x="129" y="38"/>
                </a:lnTo>
                <a:lnTo>
                  <a:pt x="129" y="39"/>
                </a:lnTo>
                <a:lnTo>
                  <a:pt x="130" y="39"/>
                </a:lnTo>
                <a:lnTo>
                  <a:pt x="130" y="40"/>
                </a:lnTo>
                <a:lnTo>
                  <a:pt x="131" y="40"/>
                </a:lnTo>
                <a:lnTo>
                  <a:pt x="132" y="40"/>
                </a:lnTo>
                <a:lnTo>
                  <a:pt x="133" y="41"/>
                </a:lnTo>
                <a:lnTo>
                  <a:pt x="133" y="42"/>
                </a:lnTo>
                <a:lnTo>
                  <a:pt x="134" y="42"/>
                </a:lnTo>
                <a:lnTo>
                  <a:pt x="135" y="42"/>
                </a:lnTo>
                <a:lnTo>
                  <a:pt x="135" y="43"/>
                </a:lnTo>
                <a:lnTo>
                  <a:pt x="135" y="44"/>
                </a:lnTo>
                <a:lnTo>
                  <a:pt x="136" y="44"/>
                </a:lnTo>
                <a:lnTo>
                  <a:pt x="136" y="45"/>
                </a:lnTo>
                <a:lnTo>
                  <a:pt x="136" y="46"/>
                </a:lnTo>
                <a:lnTo>
                  <a:pt x="136" y="47"/>
                </a:lnTo>
                <a:lnTo>
                  <a:pt x="137" y="47"/>
                </a:lnTo>
                <a:lnTo>
                  <a:pt x="137" y="48"/>
                </a:lnTo>
                <a:lnTo>
                  <a:pt x="137" y="47"/>
                </a:lnTo>
                <a:lnTo>
                  <a:pt x="138" y="47"/>
                </a:lnTo>
                <a:lnTo>
                  <a:pt x="139" y="47"/>
                </a:lnTo>
                <a:lnTo>
                  <a:pt x="140" y="47"/>
                </a:lnTo>
                <a:lnTo>
                  <a:pt x="141" y="47"/>
                </a:lnTo>
                <a:lnTo>
                  <a:pt x="142" y="48"/>
                </a:lnTo>
                <a:lnTo>
                  <a:pt x="142" y="49"/>
                </a:lnTo>
                <a:lnTo>
                  <a:pt x="141" y="49"/>
                </a:lnTo>
                <a:lnTo>
                  <a:pt x="142" y="50"/>
                </a:lnTo>
                <a:lnTo>
                  <a:pt x="143" y="50"/>
                </a:lnTo>
                <a:lnTo>
                  <a:pt x="143" y="51"/>
                </a:lnTo>
                <a:lnTo>
                  <a:pt x="143" y="50"/>
                </a:lnTo>
                <a:lnTo>
                  <a:pt x="144" y="50"/>
                </a:lnTo>
                <a:lnTo>
                  <a:pt x="145" y="49"/>
                </a:lnTo>
                <a:lnTo>
                  <a:pt x="146" y="49"/>
                </a:lnTo>
                <a:lnTo>
                  <a:pt x="146" y="48"/>
                </a:lnTo>
                <a:lnTo>
                  <a:pt x="147" y="48"/>
                </a:lnTo>
                <a:lnTo>
                  <a:pt x="148" y="47"/>
                </a:lnTo>
                <a:lnTo>
                  <a:pt x="148" y="48"/>
                </a:lnTo>
                <a:lnTo>
                  <a:pt x="149" y="48"/>
                </a:lnTo>
                <a:lnTo>
                  <a:pt x="149" y="47"/>
                </a:lnTo>
                <a:lnTo>
                  <a:pt x="149" y="48"/>
                </a:lnTo>
                <a:lnTo>
                  <a:pt x="149" y="47"/>
                </a:lnTo>
                <a:lnTo>
                  <a:pt x="150" y="47"/>
                </a:lnTo>
                <a:lnTo>
                  <a:pt x="150" y="46"/>
                </a:lnTo>
                <a:lnTo>
                  <a:pt x="150" y="44"/>
                </a:lnTo>
                <a:lnTo>
                  <a:pt x="151" y="44"/>
                </a:lnTo>
                <a:lnTo>
                  <a:pt x="151" y="43"/>
                </a:lnTo>
                <a:lnTo>
                  <a:pt x="152" y="43"/>
                </a:lnTo>
                <a:lnTo>
                  <a:pt x="152" y="42"/>
                </a:lnTo>
                <a:lnTo>
                  <a:pt x="152" y="43"/>
                </a:lnTo>
                <a:lnTo>
                  <a:pt x="153" y="43"/>
                </a:lnTo>
                <a:lnTo>
                  <a:pt x="154" y="43"/>
                </a:lnTo>
                <a:lnTo>
                  <a:pt x="154" y="44"/>
                </a:lnTo>
                <a:lnTo>
                  <a:pt x="155" y="44"/>
                </a:lnTo>
                <a:lnTo>
                  <a:pt x="156" y="44"/>
                </a:lnTo>
                <a:lnTo>
                  <a:pt x="157" y="44"/>
                </a:lnTo>
                <a:lnTo>
                  <a:pt x="158" y="44"/>
                </a:lnTo>
                <a:lnTo>
                  <a:pt x="159" y="43"/>
                </a:lnTo>
                <a:lnTo>
                  <a:pt x="159" y="42"/>
                </a:lnTo>
                <a:lnTo>
                  <a:pt x="159" y="43"/>
                </a:lnTo>
                <a:lnTo>
                  <a:pt x="160" y="43"/>
                </a:lnTo>
                <a:lnTo>
                  <a:pt x="160" y="42"/>
                </a:lnTo>
                <a:lnTo>
                  <a:pt x="161" y="42"/>
                </a:lnTo>
                <a:lnTo>
                  <a:pt x="161" y="41"/>
                </a:lnTo>
                <a:lnTo>
                  <a:pt x="162" y="41"/>
                </a:lnTo>
                <a:lnTo>
                  <a:pt x="162" y="40"/>
                </a:lnTo>
                <a:lnTo>
                  <a:pt x="162" y="41"/>
                </a:lnTo>
                <a:lnTo>
                  <a:pt x="163" y="41"/>
                </a:lnTo>
                <a:lnTo>
                  <a:pt x="163" y="40"/>
                </a:lnTo>
                <a:lnTo>
                  <a:pt x="164" y="40"/>
                </a:lnTo>
                <a:lnTo>
                  <a:pt x="164" y="39"/>
                </a:lnTo>
                <a:lnTo>
                  <a:pt x="165" y="39"/>
                </a:lnTo>
                <a:lnTo>
                  <a:pt x="166" y="39"/>
                </a:lnTo>
                <a:lnTo>
                  <a:pt x="166" y="38"/>
                </a:lnTo>
                <a:lnTo>
                  <a:pt x="167" y="38"/>
                </a:lnTo>
                <a:lnTo>
                  <a:pt x="167" y="37"/>
                </a:lnTo>
                <a:lnTo>
                  <a:pt x="168" y="37"/>
                </a:lnTo>
                <a:lnTo>
                  <a:pt x="168" y="36"/>
                </a:lnTo>
                <a:lnTo>
                  <a:pt x="168" y="35"/>
                </a:lnTo>
                <a:lnTo>
                  <a:pt x="167" y="34"/>
                </a:lnTo>
                <a:lnTo>
                  <a:pt x="167" y="33"/>
                </a:lnTo>
                <a:lnTo>
                  <a:pt x="166" y="33"/>
                </a:lnTo>
                <a:lnTo>
                  <a:pt x="166" y="32"/>
                </a:lnTo>
                <a:lnTo>
                  <a:pt x="166" y="31"/>
                </a:lnTo>
                <a:lnTo>
                  <a:pt x="165" y="31"/>
                </a:lnTo>
                <a:lnTo>
                  <a:pt x="165" y="30"/>
                </a:lnTo>
                <a:lnTo>
                  <a:pt x="165" y="29"/>
                </a:lnTo>
                <a:lnTo>
                  <a:pt x="164" y="30"/>
                </a:lnTo>
                <a:lnTo>
                  <a:pt x="163" y="30"/>
                </a:lnTo>
                <a:lnTo>
                  <a:pt x="162" y="29"/>
                </a:lnTo>
                <a:lnTo>
                  <a:pt x="161" y="29"/>
                </a:lnTo>
                <a:lnTo>
                  <a:pt x="160" y="29"/>
                </a:lnTo>
                <a:lnTo>
                  <a:pt x="159" y="29"/>
                </a:lnTo>
                <a:lnTo>
                  <a:pt x="159" y="28"/>
                </a:lnTo>
                <a:lnTo>
                  <a:pt x="159" y="27"/>
                </a:lnTo>
                <a:lnTo>
                  <a:pt x="159" y="26"/>
                </a:lnTo>
                <a:lnTo>
                  <a:pt x="158" y="26"/>
                </a:lnTo>
                <a:lnTo>
                  <a:pt x="158" y="25"/>
                </a:lnTo>
                <a:lnTo>
                  <a:pt x="158" y="24"/>
                </a:lnTo>
                <a:lnTo>
                  <a:pt x="159" y="24"/>
                </a:lnTo>
                <a:lnTo>
                  <a:pt x="159" y="23"/>
                </a:lnTo>
                <a:lnTo>
                  <a:pt x="158" y="23"/>
                </a:lnTo>
                <a:lnTo>
                  <a:pt x="157" y="23"/>
                </a:lnTo>
                <a:lnTo>
                  <a:pt x="156" y="23"/>
                </a:lnTo>
                <a:lnTo>
                  <a:pt x="156" y="22"/>
                </a:lnTo>
                <a:lnTo>
                  <a:pt x="155" y="21"/>
                </a:lnTo>
                <a:lnTo>
                  <a:pt x="156" y="21"/>
                </a:lnTo>
                <a:lnTo>
                  <a:pt x="156" y="20"/>
                </a:lnTo>
                <a:lnTo>
                  <a:pt x="156" y="19"/>
                </a:lnTo>
                <a:lnTo>
                  <a:pt x="155" y="19"/>
                </a:lnTo>
                <a:lnTo>
                  <a:pt x="156" y="19"/>
                </a:lnTo>
                <a:lnTo>
                  <a:pt x="156" y="18"/>
                </a:lnTo>
                <a:lnTo>
                  <a:pt x="157" y="18"/>
                </a:lnTo>
                <a:lnTo>
                  <a:pt x="156" y="18"/>
                </a:lnTo>
                <a:lnTo>
                  <a:pt x="156" y="17"/>
                </a:lnTo>
                <a:lnTo>
                  <a:pt x="157" y="17"/>
                </a:lnTo>
                <a:lnTo>
                  <a:pt x="157" y="16"/>
                </a:lnTo>
                <a:lnTo>
                  <a:pt x="158" y="16"/>
                </a:lnTo>
                <a:lnTo>
                  <a:pt x="158" y="15"/>
                </a:lnTo>
                <a:lnTo>
                  <a:pt x="159" y="15"/>
                </a:lnTo>
                <a:lnTo>
                  <a:pt x="160" y="15"/>
                </a:lnTo>
                <a:lnTo>
                  <a:pt x="160" y="14"/>
                </a:lnTo>
                <a:lnTo>
                  <a:pt x="159" y="14"/>
                </a:lnTo>
                <a:lnTo>
                  <a:pt x="159" y="13"/>
                </a:lnTo>
                <a:lnTo>
                  <a:pt x="158" y="13"/>
                </a:lnTo>
                <a:lnTo>
                  <a:pt x="157" y="13"/>
                </a:lnTo>
                <a:lnTo>
                  <a:pt x="156" y="12"/>
                </a:lnTo>
                <a:lnTo>
                  <a:pt x="155" y="12"/>
                </a:lnTo>
                <a:lnTo>
                  <a:pt x="154" y="11"/>
                </a:lnTo>
                <a:lnTo>
                  <a:pt x="155" y="10"/>
                </a:lnTo>
                <a:lnTo>
                  <a:pt x="155" y="9"/>
                </a:lnTo>
                <a:lnTo>
                  <a:pt x="154" y="9"/>
                </a:lnTo>
                <a:lnTo>
                  <a:pt x="155" y="9"/>
                </a:lnTo>
                <a:lnTo>
                  <a:pt x="155" y="8"/>
                </a:lnTo>
                <a:lnTo>
                  <a:pt x="155" y="7"/>
                </a:lnTo>
                <a:lnTo>
                  <a:pt x="155" y="8"/>
                </a:lnTo>
                <a:lnTo>
                  <a:pt x="156" y="8"/>
                </a:lnTo>
                <a:lnTo>
                  <a:pt x="157" y="7"/>
                </a:lnTo>
                <a:lnTo>
                  <a:pt x="157" y="6"/>
                </a:lnTo>
                <a:lnTo>
                  <a:pt x="158" y="6"/>
                </a:lnTo>
                <a:lnTo>
                  <a:pt x="158" y="7"/>
                </a:lnTo>
                <a:lnTo>
                  <a:pt x="159" y="7"/>
                </a:lnTo>
                <a:lnTo>
                  <a:pt x="159" y="8"/>
                </a:lnTo>
                <a:lnTo>
                  <a:pt x="160" y="8"/>
                </a:lnTo>
                <a:lnTo>
                  <a:pt x="160" y="7"/>
                </a:lnTo>
                <a:lnTo>
                  <a:pt x="161" y="7"/>
                </a:lnTo>
                <a:lnTo>
                  <a:pt x="161" y="8"/>
                </a:lnTo>
                <a:lnTo>
                  <a:pt x="161" y="7"/>
                </a:lnTo>
                <a:lnTo>
                  <a:pt x="162" y="7"/>
                </a:lnTo>
                <a:lnTo>
                  <a:pt x="163" y="7"/>
                </a:lnTo>
                <a:lnTo>
                  <a:pt x="164" y="7"/>
                </a:lnTo>
                <a:lnTo>
                  <a:pt x="165" y="7"/>
                </a:lnTo>
                <a:lnTo>
                  <a:pt x="166" y="7"/>
                </a:lnTo>
                <a:lnTo>
                  <a:pt x="166" y="6"/>
                </a:lnTo>
                <a:lnTo>
                  <a:pt x="167" y="6"/>
                </a:lnTo>
                <a:lnTo>
                  <a:pt x="167" y="5"/>
                </a:lnTo>
                <a:lnTo>
                  <a:pt x="168" y="5"/>
                </a:lnTo>
                <a:lnTo>
                  <a:pt x="169" y="5"/>
                </a:lnTo>
                <a:lnTo>
                  <a:pt x="169" y="6"/>
                </a:lnTo>
                <a:lnTo>
                  <a:pt x="170" y="6"/>
                </a:lnTo>
                <a:lnTo>
                  <a:pt x="171" y="6"/>
                </a:lnTo>
                <a:lnTo>
                  <a:pt x="171" y="7"/>
                </a:lnTo>
                <a:lnTo>
                  <a:pt x="171" y="6"/>
                </a:lnTo>
                <a:lnTo>
                  <a:pt x="172" y="7"/>
                </a:lnTo>
                <a:lnTo>
                  <a:pt x="172" y="8"/>
                </a:lnTo>
                <a:lnTo>
                  <a:pt x="172" y="9"/>
                </a:lnTo>
                <a:lnTo>
                  <a:pt x="173" y="9"/>
                </a:lnTo>
                <a:lnTo>
                  <a:pt x="173" y="10"/>
                </a:lnTo>
                <a:lnTo>
                  <a:pt x="174" y="10"/>
                </a:lnTo>
                <a:lnTo>
                  <a:pt x="174" y="9"/>
                </a:lnTo>
                <a:lnTo>
                  <a:pt x="175" y="9"/>
                </a:lnTo>
                <a:lnTo>
                  <a:pt x="176" y="9"/>
                </a:lnTo>
                <a:lnTo>
                  <a:pt x="177" y="9"/>
                </a:lnTo>
                <a:lnTo>
                  <a:pt x="177" y="8"/>
                </a:lnTo>
                <a:lnTo>
                  <a:pt x="178" y="8"/>
                </a:lnTo>
                <a:lnTo>
                  <a:pt x="178" y="7"/>
                </a:lnTo>
                <a:lnTo>
                  <a:pt x="178" y="6"/>
                </a:lnTo>
                <a:lnTo>
                  <a:pt x="178" y="5"/>
                </a:lnTo>
                <a:lnTo>
                  <a:pt x="178" y="4"/>
                </a:lnTo>
                <a:lnTo>
                  <a:pt x="178" y="5"/>
                </a:lnTo>
                <a:lnTo>
                  <a:pt x="178" y="4"/>
                </a:lnTo>
                <a:lnTo>
                  <a:pt x="177" y="4"/>
                </a:lnTo>
                <a:lnTo>
                  <a:pt x="177" y="3"/>
                </a:lnTo>
                <a:lnTo>
                  <a:pt x="178" y="3"/>
                </a:lnTo>
                <a:lnTo>
                  <a:pt x="178" y="2"/>
                </a:lnTo>
                <a:lnTo>
                  <a:pt x="177" y="2"/>
                </a:lnTo>
                <a:lnTo>
                  <a:pt x="177" y="1"/>
                </a:lnTo>
                <a:lnTo>
                  <a:pt x="178" y="1"/>
                </a:lnTo>
                <a:lnTo>
                  <a:pt x="179" y="1"/>
                </a:lnTo>
                <a:lnTo>
                  <a:pt x="180" y="1"/>
                </a:lnTo>
                <a:lnTo>
                  <a:pt x="181" y="1"/>
                </a:lnTo>
                <a:lnTo>
                  <a:pt x="182" y="1"/>
                </a:lnTo>
                <a:lnTo>
                  <a:pt x="183" y="1"/>
                </a:lnTo>
                <a:lnTo>
                  <a:pt x="183" y="0"/>
                </a:lnTo>
                <a:lnTo>
                  <a:pt x="184" y="0"/>
                </a:lnTo>
                <a:lnTo>
                  <a:pt x="185" y="0"/>
                </a:lnTo>
                <a:lnTo>
                  <a:pt x="185" y="1"/>
                </a:lnTo>
                <a:lnTo>
                  <a:pt x="186" y="1"/>
                </a:lnTo>
                <a:lnTo>
                  <a:pt x="186" y="0"/>
                </a:lnTo>
                <a:lnTo>
                  <a:pt x="187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28" name=""/>
          <p:cNvSpPr/>
          <p:nvPr/>
        </p:nvSpPr>
        <p:spPr>
          <a:xfrm>
            <a:off x="6657120" y="438480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4" y="3"/>
                </a:moveTo>
                <a:lnTo>
                  <a:pt x="3" y="4"/>
                </a:lnTo>
                <a:lnTo>
                  <a:pt x="1" y="6"/>
                </a:lnTo>
                <a:lnTo>
                  <a:pt x="0" y="6"/>
                </a:lnTo>
                <a:lnTo>
                  <a:pt x="1" y="4"/>
                </a:lnTo>
                <a:lnTo>
                  <a:pt x="3" y="3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5" y="1"/>
                </a:lnTo>
                <a:lnTo>
                  <a:pt x="4" y="1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29" name=""/>
          <p:cNvSpPr/>
          <p:nvPr/>
        </p:nvSpPr>
        <p:spPr>
          <a:xfrm>
            <a:off x="6657120" y="437832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1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30" name=""/>
          <p:cNvSpPr/>
          <p:nvPr/>
        </p:nvSpPr>
        <p:spPr>
          <a:xfrm>
            <a:off x="6652440" y="437616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2" y="2"/>
                </a:moveTo>
                <a:lnTo>
                  <a:pt x="2" y="3"/>
                </a:lnTo>
                <a:lnTo>
                  <a:pt x="2" y="5"/>
                </a:lnTo>
                <a:lnTo>
                  <a:pt x="2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31" name=""/>
          <p:cNvSpPr/>
          <p:nvPr/>
        </p:nvSpPr>
        <p:spPr>
          <a:xfrm>
            <a:off x="6650280" y="437364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3" y="1"/>
                </a:lnTo>
                <a:lnTo>
                  <a:pt x="4" y="3"/>
                </a:lnTo>
                <a:lnTo>
                  <a:pt x="3" y="3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32" name=""/>
          <p:cNvSpPr/>
          <p:nvPr/>
        </p:nvSpPr>
        <p:spPr>
          <a:xfrm>
            <a:off x="6652080" y="437256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5" y="1"/>
                </a:moveTo>
                <a:lnTo>
                  <a:pt x="5" y="2"/>
                </a:lnTo>
                <a:lnTo>
                  <a:pt x="5" y="4"/>
                </a:lnTo>
                <a:lnTo>
                  <a:pt x="5" y="5"/>
                </a:lnTo>
                <a:lnTo>
                  <a:pt x="5" y="4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5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33" name=""/>
          <p:cNvSpPr/>
          <p:nvPr/>
        </p:nvSpPr>
        <p:spPr>
          <a:xfrm>
            <a:off x="6630480" y="43696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1"/>
                </a:moveTo>
                <a:lnTo>
                  <a:pt x="2" y="3"/>
                </a:ln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34" name=""/>
          <p:cNvSpPr/>
          <p:nvPr/>
        </p:nvSpPr>
        <p:spPr>
          <a:xfrm>
            <a:off x="6657120" y="4363920"/>
            <a:ext cx="3240" cy="3600"/>
          </a:xfrm>
          <a:custGeom>
            <a:avLst/>
            <a:gdLst/>
            <a:ahLst/>
            <a:rect l="0" t="0" r="r" b="b"/>
            <a:pathLst>
              <a:path w="9" h="10">
                <a:moveTo>
                  <a:pt x="4" y="0"/>
                </a:moveTo>
                <a:lnTo>
                  <a:pt x="4" y="1"/>
                </a:lnTo>
                <a:lnTo>
                  <a:pt x="5" y="1"/>
                </a:lnTo>
                <a:lnTo>
                  <a:pt x="7" y="1"/>
                </a:lnTo>
                <a:lnTo>
                  <a:pt x="8" y="1"/>
                </a:lnTo>
                <a:lnTo>
                  <a:pt x="8" y="3"/>
                </a:lnTo>
                <a:lnTo>
                  <a:pt x="9" y="3"/>
                </a:lnTo>
                <a:lnTo>
                  <a:pt x="9" y="1"/>
                </a:lnTo>
                <a:lnTo>
                  <a:pt x="9" y="3"/>
                </a:lnTo>
                <a:lnTo>
                  <a:pt x="8" y="3"/>
                </a:lnTo>
                <a:lnTo>
                  <a:pt x="8" y="4"/>
                </a:lnTo>
                <a:lnTo>
                  <a:pt x="9" y="4"/>
                </a:lnTo>
                <a:lnTo>
                  <a:pt x="8" y="4"/>
                </a:lnTo>
                <a:lnTo>
                  <a:pt x="8" y="5"/>
                </a:lnTo>
                <a:lnTo>
                  <a:pt x="7" y="5"/>
                </a:lnTo>
                <a:lnTo>
                  <a:pt x="7" y="6"/>
                </a:lnTo>
                <a:lnTo>
                  <a:pt x="7" y="7"/>
                </a:lnTo>
                <a:lnTo>
                  <a:pt x="5" y="7"/>
                </a:lnTo>
                <a:lnTo>
                  <a:pt x="5" y="8"/>
                </a:lnTo>
                <a:lnTo>
                  <a:pt x="5" y="9"/>
                </a:lnTo>
                <a:lnTo>
                  <a:pt x="4" y="9"/>
                </a:lnTo>
                <a:lnTo>
                  <a:pt x="4" y="10"/>
                </a:lnTo>
                <a:lnTo>
                  <a:pt x="4" y="9"/>
                </a:lnTo>
                <a:lnTo>
                  <a:pt x="3" y="9"/>
                </a:lnTo>
                <a:lnTo>
                  <a:pt x="3" y="10"/>
                </a:lnTo>
                <a:lnTo>
                  <a:pt x="3" y="9"/>
                </a:lnTo>
                <a:lnTo>
                  <a:pt x="2" y="9"/>
                </a:lnTo>
                <a:lnTo>
                  <a:pt x="1" y="9"/>
                </a:lnTo>
                <a:lnTo>
                  <a:pt x="1" y="8"/>
                </a:lnTo>
                <a:lnTo>
                  <a:pt x="0" y="8"/>
                </a:lnTo>
                <a:lnTo>
                  <a:pt x="1" y="8"/>
                </a:lnTo>
                <a:lnTo>
                  <a:pt x="1" y="7"/>
                </a:lnTo>
                <a:lnTo>
                  <a:pt x="1" y="8"/>
                </a:lnTo>
                <a:lnTo>
                  <a:pt x="1" y="7"/>
                </a:lnTo>
                <a:lnTo>
                  <a:pt x="1" y="8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  <a:lnTo>
                  <a:pt x="3" y="1"/>
                </a:lnTo>
                <a:lnTo>
                  <a:pt x="3" y="3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35" name=""/>
          <p:cNvSpPr/>
          <p:nvPr/>
        </p:nvSpPr>
        <p:spPr>
          <a:xfrm>
            <a:off x="6654960" y="43646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36" name=""/>
          <p:cNvSpPr/>
          <p:nvPr/>
        </p:nvSpPr>
        <p:spPr>
          <a:xfrm>
            <a:off x="6645600" y="436284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6" y="2"/>
                </a:move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6" y="2"/>
                </a:lnTo>
                <a:lnTo>
                  <a:pt x="5" y="2"/>
                </a:lnTo>
                <a:lnTo>
                  <a:pt x="6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37" name=""/>
          <p:cNvSpPr/>
          <p:nvPr/>
        </p:nvSpPr>
        <p:spPr>
          <a:xfrm>
            <a:off x="6647400" y="4358520"/>
            <a:ext cx="10080" cy="6840"/>
          </a:xfrm>
          <a:custGeom>
            <a:avLst/>
            <a:gdLst/>
            <a:ahLst/>
            <a:rect l="0" t="0" r="r" b="b"/>
            <a:pathLst>
              <a:path w="28" h="19">
                <a:moveTo>
                  <a:pt x="16" y="4"/>
                </a:moveTo>
                <a:lnTo>
                  <a:pt x="17" y="4"/>
                </a:lnTo>
                <a:lnTo>
                  <a:pt x="18" y="4"/>
                </a:lnTo>
                <a:lnTo>
                  <a:pt x="19" y="4"/>
                </a:lnTo>
                <a:lnTo>
                  <a:pt x="20" y="4"/>
                </a:lnTo>
                <a:lnTo>
                  <a:pt x="22" y="4"/>
                </a:lnTo>
                <a:lnTo>
                  <a:pt x="22" y="3"/>
                </a:lnTo>
                <a:lnTo>
                  <a:pt x="23" y="3"/>
                </a:lnTo>
                <a:lnTo>
                  <a:pt x="23" y="2"/>
                </a:lnTo>
                <a:lnTo>
                  <a:pt x="24" y="2"/>
                </a:lnTo>
                <a:lnTo>
                  <a:pt x="25" y="2"/>
                </a:lnTo>
                <a:lnTo>
                  <a:pt x="26" y="2"/>
                </a:lnTo>
                <a:lnTo>
                  <a:pt x="26" y="3"/>
                </a:lnTo>
                <a:lnTo>
                  <a:pt x="27" y="3"/>
                </a:lnTo>
                <a:lnTo>
                  <a:pt x="28" y="3"/>
                </a:lnTo>
                <a:lnTo>
                  <a:pt x="28" y="4"/>
                </a:lnTo>
                <a:lnTo>
                  <a:pt x="28" y="5"/>
                </a:lnTo>
                <a:lnTo>
                  <a:pt x="27" y="7"/>
                </a:lnTo>
                <a:lnTo>
                  <a:pt x="27" y="8"/>
                </a:lnTo>
                <a:lnTo>
                  <a:pt x="27" y="9"/>
                </a:lnTo>
                <a:lnTo>
                  <a:pt x="26" y="11"/>
                </a:lnTo>
                <a:lnTo>
                  <a:pt x="26" y="12"/>
                </a:lnTo>
                <a:lnTo>
                  <a:pt x="26" y="13"/>
                </a:lnTo>
                <a:lnTo>
                  <a:pt x="26" y="14"/>
                </a:lnTo>
                <a:lnTo>
                  <a:pt x="26" y="15"/>
                </a:lnTo>
                <a:lnTo>
                  <a:pt x="26" y="16"/>
                </a:lnTo>
                <a:lnTo>
                  <a:pt x="26" y="18"/>
                </a:lnTo>
                <a:lnTo>
                  <a:pt x="25" y="18"/>
                </a:lnTo>
                <a:lnTo>
                  <a:pt x="25" y="19"/>
                </a:lnTo>
                <a:lnTo>
                  <a:pt x="24" y="19"/>
                </a:lnTo>
                <a:lnTo>
                  <a:pt x="24" y="18"/>
                </a:lnTo>
                <a:lnTo>
                  <a:pt x="24" y="17"/>
                </a:lnTo>
                <a:lnTo>
                  <a:pt x="23" y="17"/>
                </a:lnTo>
                <a:lnTo>
                  <a:pt x="23" y="16"/>
                </a:lnTo>
                <a:lnTo>
                  <a:pt x="24" y="16"/>
                </a:lnTo>
                <a:lnTo>
                  <a:pt x="24" y="15"/>
                </a:lnTo>
                <a:lnTo>
                  <a:pt x="23" y="15"/>
                </a:lnTo>
                <a:lnTo>
                  <a:pt x="22" y="15"/>
                </a:lnTo>
                <a:lnTo>
                  <a:pt x="22" y="13"/>
                </a:lnTo>
                <a:lnTo>
                  <a:pt x="21" y="12"/>
                </a:lnTo>
                <a:lnTo>
                  <a:pt x="20" y="11"/>
                </a:lnTo>
                <a:lnTo>
                  <a:pt x="19" y="11"/>
                </a:lnTo>
                <a:lnTo>
                  <a:pt x="18" y="11"/>
                </a:lnTo>
                <a:lnTo>
                  <a:pt x="17" y="11"/>
                </a:lnTo>
                <a:lnTo>
                  <a:pt x="16" y="11"/>
                </a:lnTo>
                <a:lnTo>
                  <a:pt x="15" y="11"/>
                </a:lnTo>
                <a:lnTo>
                  <a:pt x="14" y="11"/>
                </a:lnTo>
                <a:lnTo>
                  <a:pt x="13" y="11"/>
                </a:lnTo>
                <a:lnTo>
                  <a:pt x="12" y="11"/>
                </a:lnTo>
                <a:lnTo>
                  <a:pt x="11" y="11"/>
                </a:lnTo>
                <a:lnTo>
                  <a:pt x="10" y="11"/>
                </a:lnTo>
                <a:lnTo>
                  <a:pt x="9" y="11"/>
                </a:lnTo>
                <a:lnTo>
                  <a:pt x="9" y="12"/>
                </a:lnTo>
                <a:lnTo>
                  <a:pt x="7" y="12"/>
                </a:lnTo>
                <a:lnTo>
                  <a:pt x="7" y="13"/>
                </a:lnTo>
                <a:lnTo>
                  <a:pt x="6" y="13"/>
                </a:lnTo>
                <a:lnTo>
                  <a:pt x="5" y="13"/>
                </a:lnTo>
                <a:lnTo>
                  <a:pt x="5" y="14"/>
                </a:lnTo>
                <a:lnTo>
                  <a:pt x="4" y="14"/>
                </a:lnTo>
                <a:lnTo>
                  <a:pt x="3" y="14"/>
                </a:lnTo>
                <a:lnTo>
                  <a:pt x="2" y="14"/>
                </a:lnTo>
                <a:lnTo>
                  <a:pt x="2" y="15"/>
                </a:lnTo>
                <a:lnTo>
                  <a:pt x="1" y="15"/>
                </a:lnTo>
                <a:lnTo>
                  <a:pt x="0" y="15"/>
                </a:lnTo>
                <a:lnTo>
                  <a:pt x="0" y="14"/>
                </a:lnTo>
                <a:lnTo>
                  <a:pt x="1" y="14"/>
                </a:lnTo>
                <a:lnTo>
                  <a:pt x="0" y="14"/>
                </a:lnTo>
                <a:lnTo>
                  <a:pt x="0" y="13"/>
                </a:lnTo>
                <a:lnTo>
                  <a:pt x="1" y="13"/>
                </a:lnTo>
                <a:lnTo>
                  <a:pt x="1" y="12"/>
                </a:lnTo>
                <a:lnTo>
                  <a:pt x="2" y="11"/>
                </a:lnTo>
                <a:lnTo>
                  <a:pt x="3" y="9"/>
                </a:lnTo>
                <a:lnTo>
                  <a:pt x="4" y="8"/>
                </a:lnTo>
                <a:lnTo>
                  <a:pt x="4" y="7"/>
                </a:lnTo>
                <a:lnTo>
                  <a:pt x="5" y="8"/>
                </a:lnTo>
                <a:lnTo>
                  <a:pt x="6" y="8"/>
                </a:lnTo>
                <a:lnTo>
                  <a:pt x="7" y="8"/>
                </a:lnTo>
                <a:lnTo>
                  <a:pt x="6" y="8"/>
                </a:lnTo>
                <a:lnTo>
                  <a:pt x="6" y="7"/>
                </a:lnTo>
                <a:lnTo>
                  <a:pt x="6" y="5"/>
                </a:lnTo>
                <a:lnTo>
                  <a:pt x="5" y="5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6" y="4"/>
                </a:lnTo>
                <a:lnTo>
                  <a:pt x="6" y="3"/>
                </a:lnTo>
                <a:lnTo>
                  <a:pt x="5" y="3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2" y="1"/>
                </a:lnTo>
                <a:lnTo>
                  <a:pt x="13" y="1"/>
                </a:lnTo>
                <a:lnTo>
                  <a:pt x="13" y="0"/>
                </a:lnTo>
                <a:lnTo>
                  <a:pt x="14" y="0"/>
                </a:lnTo>
                <a:lnTo>
                  <a:pt x="15" y="1"/>
                </a:lnTo>
                <a:lnTo>
                  <a:pt x="15" y="2"/>
                </a:lnTo>
                <a:lnTo>
                  <a:pt x="16" y="3"/>
                </a:lnTo>
                <a:lnTo>
                  <a:pt x="1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38" name=""/>
          <p:cNvSpPr/>
          <p:nvPr/>
        </p:nvSpPr>
        <p:spPr>
          <a:xfrm>
            <a:off x="6652800" y="43592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2"/>
                </a:moveTo>
                <a:lnTo>
                  <a:pt x="2" y="0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39" name=""/>
          <p:cNvSpPr/>
          <p:nvPr/>
        </p:nvSpPr>
        <p:spPr>
          <a:xfrm>
            <a:off x="6651720" y="43578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40" name=""/>
          <p:cNvSpPr/>
          <p:nvPr/>
        </p:nvSpPr>
        <p:spPr>
          <a:xfrm>
            <a:off x="6653160" y="4354200"/>
            <a:ext cx="6480" cy="5040"/>
          </a:xfrm>
          <a:custGeom>
            <a:avLst/>
            <a:gdLst/>
            <a:ahLst/>
            <a:rect l="0" t="0" r="r" b="b"/>
            <a:pathLst>
              <a:path w="18" h="14">
                <a:moveTo>
                  <a:pt x="8" y="3"/>
                </a:moveTo>
                <a:lnTo>
                  <a:pt x="6" y="3"/>
                </a:lnTo>
                <a:lnTo>
                  <a:pt x="8" y="3"/>
                </a:lnTo>
                <a:lnTo>
                  <a:pt x="9" y="3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2" y="2"/>
                </a:lnTo>
                <a:lnTo>
                  <a:pt x="12" y="1"/>
                </a:lnTo>
                <a:lnTo>
                  <a:pt x="14" y="1"/>
                </a:lnTo>
                <a:lnTo>
                  <a:pt x="15" y="1"/>
                </a:lnTo>
                <a:lnTo>
                  <a:pt x="15" y="2"/>
                </a:lnTo>
                <a:lnTo>
                  <a:pt x="16" y="2"/>
                </a:lnTo>
                <a:lnTo>
                  <a:pt x="17" y="1"/>
                </a:lnTo>
                <a:lnTo>
                  <a:pt x="17" y="0"/>
                </a:lnTo>
                <a:lnTo>
                  <a:pt x="18" y="0"/>
                </a:lnTo>
                <a:lnTo>
                  <a:pt x="18" y="1"/>
                </a:lnTo>
                <a:lnTo>
                  <a:pt x="18" y="2"/>
                </a:lnTo>
                <a:lnTo>
                  <a:pt x="17" y="3"/>
                </a:lnTo>
                <a:lnTo>
                  <a:pt x="16" y="5"/>
                </a:lnTo>
                <a:lnTo>
                  <a:pt x="16" y="6"/>
                </a:lnTo>
                <a:lnTo>
                  <a:pt x="16" y="8"/>
                </a:lnTo>
                <a:lnTo>
                  <a:pt x="15" y="9"/>
                </a:lnTo>
                <a:lnTo>
                  <a:pt x="15" y="10"/>
                </a:lnTo>
                <a:lnTo>
                  <a:pt x="15" y="11"/>
                </a:lnTo>
                <a:lnTo>
                  <a:pt x="14" y="12"/>
                </a:lnTo>
                <a:lnTo>
                  <a:pt x="14" y="13"/>
                </a:lnTo>
                <a:lnTo>
                  <a:pt x="13" y="13"/>
                </a:lnTo>
                <a:lnTo>
                  <a:pt x="11" y="14"/>
                </a:lnTo>
                <a:lnTo>
                  <a:pt x="10" y="13"/>
                </a:lnTo>
                <a:lnTo>
                  <a:pt x="10" y="12"/>
                </a:lnTo>
                <a:lnTo>
                  <a:pt x="10" y="11"/>
                </a:lnTo>
                <a:lnTo>
                  <a:pt x="10" y="10"/>
                </a:lnTo>
                <a:lnTo>
                  <a:pt x="9" y="11"/>
                </a:lnTo>
                <a:lnTo>
                  <a:pt x="9" y="10"/>
                </a:lnTo>
                <a:lnTo>
                  <a:pt x="9" y="9"/>
                </a:lnTo>
                <a:lnTo>
                  <a:pt x="8" y="9"/>
                </a:lnTo>
                <a:lnTo>
                  <a:pt x="8" y="8"/>
                </a:lnTo>
                <a:lnTo>
                  <a:pt x="9" y="8"/>
                </a:lnTo>
                <a:lnTo>
                  <a:pt x="8" y="8"/>
                </a:lnTo>
                <a:lnTo>
                  <a:pt x="9" y="6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9" y="6"/>
                </a:lnTo>
                <a:lnTo>
                  <a:pt x="8" y="6"/>
                </a:lnTo>
                <a:lnTo>
                  <a:pt x="8" y="8"/>
                </a:lnTo>
                <a:lnTo>
                  <a:pt x="6" y="8"/>
                </a:lnTo>
                <a:lnTo>
                  <a:pt x="6" y="6"/>
                </a:lnTo>
                <a:lnTo>
                  <a:pt x="5" y="6"/>
                </a:lnTo>
                <a:lnTo>
                  <a:pt x="5" y="8"/>
                </a:lnTo>
                <a:lnTo>
                  <a:pt x="4" y="8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6" y="0"/>
                </a:lnTo>
                <a:lnTo>
                  <a:pt x="8" y="1"/>
                </a:lnTo>
                <a:lnTo>
                  <a:pt x="8" y="2"/>
                </a:lnTo>
                <a:lnTo>
                  <a:pt x="8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41" name=""/>
          <p:cNvSpPr/>
          <p:nvPr/>
        </p:nvSpPr>
        <p:spPr>
          <a:xfrm>
            <a:off x="6652800" y="435600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42" name=""/>
          <p:cNvSpPr/>
          <p:nvPr/>
        </p:nvSpPr>
        <p:spPr>
          <a:xfrm>
            <a:off x="6655680" y="4354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43" name=""/>
          <p:cNvSpPr/>
          <p:nvPr/>
        </p:nvSpPr>
        <p:spPr>
          <a:xfrm>
            <a:off x="6677280" y="43477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44" name=""/>
          <p:cNvSpPr/>
          <p:nvPr/>
        </p:nvSpPr>
        <p:spPr>
          <a:xfrm>
            <a:off x="6672960" y="4343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45" name=""/>
          <p:cNvSpPr/>
          <p:nvPr/>
        </p:nvSpPr>
        <p:spPr>
          <a:xfrm>
            <a:off x="6709680" y="43412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4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3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46" name=""/>
          <p:cNvSpPr/>
          <p:nvPr/>
        </p:nvSpPr>
        <p:spPr>
          <a:xfrm>
            <a:off x="6708600" y="43394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47" name=""/>
          <p:cNvSpPr/>
          <p:nvPr/>
        </p:nvSpPr>
        <p:spPr>
          <a:xfrm>
            <a:off x="6697800" y="4337640"/>
            <a:ext cx="7200" cy="4320"/>
          </a:xfrm>
          <a:custGeom>
            <a:avLst/>
            <a:gdLst/>
            <a:ahLst/>
            <a:rect l="0" t="0" r="r" b="b"/>
            <a:pathLst>
              <a:path w="20" h="12">
                <a:moveTo>
                  <a:pt x="14" y="1"/>
                </a:moveTo>
                <a:lnTo>
                  <a:pt x="14" y="3"/>
                </a:lnTo>
                <a:lnTo>
                  <a:pt x="15" y="1"/>
                </a:lnTo>
                <a:lnTo>
                  <a:pt x="14" y="1"/>
                </a:lnTo>
                <a:lnTo>
                  <a:pt x="15" y="0"/>
                </a:lnTo>
                <a:lnTo>
                  <a:pt x="15" y="1"/>
                </a:lnTo>
                <a:lnTo>
                  <a:pt x="16" y="3"/>
                </a:lnTo>
                <a:lnTo>
                  <a:pt x="16" y="1"/>
                </a:lnTo>
                <a:lnTo>
                  <a:pt x="17" y="1"/>
                </a:lnTo>
                <a:lnTo>
                  <a:pt x="18" y="1"/>
                </a:lnTo>
                <a:lnTo>
                  <a:pt x="19" y="3"/>
                </a:lnTo>
                <a:lnTo>
                  <a:pt x="20" y="3"/>
                </a:lnTo>
                <a:lnTo>
                  <a:pt x="20" y="4"/>
                </a:lnTo>
                <a:lnTo>
                  <a:pt x="19" y="5"/>
                </a:lnTo>
                <a:lnTo>
                  <a:pt x="18" y="5"/>
                </a:lnTo>
                <a:lnTo>
                  <a:pt x="17" y="5"/>
                </a:lnTo>
                <a:lnTo>
                  <a:pt x="16" y="6"/>
                </a:lnTo>
                <a:lnTo>
                  <a:pt x="15" y="6"/>
                </a:lnTo>
                <a:lnTo>
                  <a:pt x="15" y="7"/>
                </a:lnTo>
                <a:lnTo>
                  <a:pt x="14" y="6"/>
                </a:lnTo>
                <a:lnTo>
                  <a:pt x="14" y="7"/>
                </a:lnTo>
                <a:lnTo>
                  <a:pt x="13" y="7"/>
                </a:lnTo>
                <a:lnTo>
                  <a:pt x="13" y="6"/>
                </a:lnTo>
                <a:lnTo>
                  <a:pt x="12" y="6"/>
                </a:lnTo>
                <a:lnTo>
                  <a:pt x="12" y="7"/>
                </a:lnTo>
                <a:lnTo>
                  <a:pt x="11" y="7"/>
                </a:lnTo>
                <a:lnTo>
                  <a:pt x="10" y="7"/>
                </a:lnTo>
                <a:lnTo>
                  <a:pt x="9" y="8"/>
                </a:lnTo>
                <a:lnTo>
                  <a:pt x="8" y="9"/>
                </a:lnTo>
                <a:lnTo>
                  <a:pt x="7" y="10"/>
                </a:lnTo>
                <a:lnTo>
                  <a:pt x="5" y="10"/>
                </a:lnTo>
                <a:lnTo>
                  <a:pt x="5" y="11"/>
                </a:lnTo>
                <a:lnTo>
                  <a:pt x="4" y="11"/>
                </a:lnTo>
                <a:lnTo>
                  <a:pt x="4" y="10"/>
                </a:lnTo>
                <a:lnTo>
                  <a:pt x="3" y="10"/>
                </a:lnTo>
                <a:lnTo>
                  <a:pt x="3" y="11"/>
                </a:lnTo>
                <a:lnTo>
                  <a:pt x="2" y="11"/>
                </a:lnTo>
                <a:lnTo>
                  <a:pt x="1" y="11"/>
                </a:lnTo>
                <a:lnTo>
                  <a:pt x="1" y="12"/>
                </a:lnTo>
                <a:lnTo>
                  <a:pt x="0" y="12"/>
                </a:lnTo>
                <a:lnTo>
                  <a:pt x="0" y="11"/>
                </a:lnTo>
                <a:lnTo>
                  <a:pt x="0" y="10"/>
                </a:lnTo>
                <a:lnTo>
                  <a:pt x="1" y="10"/>
                </a:lnTo>
                <a:lnTo>
                  <a:pt x="1" y="11"/>
                </a:lnTo>
                <a:lnTo>
                  <a:pt x="1" y="10"/>
                </a:lnTo>
                <a:lnTo>
                  <a:pt x="2" y="10"/>
                </a:lnTo>
                <a:lnTo>
                  <a:pt x="2" y="9"/>
                </a:lnTo>
                <a:lnTo>
                  <a:pt x="1" y="8"/>
                </a:lnTo>
                <a:lnTo>
                  <a:pt x="2" y="8"/>
                </a:lnTo>
                <a:lnTo>
                  <a:pt x="3" y="7"/>
                </a:lnTo>
                <a:lnTo>
                  <a:pt x="4" y="7"/>
                </a:lnTo>
                <a:lnTo>
                  <a:pt x="4" y="6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3" y="3"/>
                </a:lnTo>
                <a:lnTo>
                  <a:pt x="3" y="1"/>
                </a:lnTo>
                <a:lnTo>
                  <a:pt x="4" y="1"/>
                </a:lnTo>
                <a:lnTo>
                  <a:pt x="7" y="3"/>
                </a:lnTo>
                <a:lnTo>
                  <a:pt x="8" y="3"/>
                </a:lnTo>
                <a:lnTo>
                  <a:pt x="9" y="3"/>
                </a:lnTo>
                <a:lnTo>
                  <a:pt x="10" y="1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11" y="0"/>
                </a:lnTo>
                <a:lnTo>
                  <a:pt x="12" y="0"/>
                </a:lnTo>
                <a:lnTo>
                  <a:pt x="12" y="1"/>
                </a:lnTo>
                <a:lnTo>
                  <a:pt x="13" y="3"/>
                </a:lnTo>
                <a:lnTo>
                  <a:pt x="1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48" name=""/>
          <p:cNvSpPr/>
          <p:nvPr/>
        </p:nvSpPr>
        <p:spPr>
          <a:xfrm>
            <a:off x="6707880" y="43383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49" name=""/>
          <p:cNvSpPr/>
          <p:nvPr/>
        </p:nvSpPr>
        <p:spPr>
          <a:xfrm>
            <a:off x="6698160" y="433620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1"/>
                </a:move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50" name=""/>
          <p:cNvSpPr/>
          <p:nvPr/>
        </p:nvSpPr>
        <p:spPr>
          <a:xfrm>
            <a:off x="6697080" y="43362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1"/>
                </a:moveTo>
                <a:lnTo>
                  <a:pt x="4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51" name=""/>
          <p:cNvSpPr/>
          <p:nvPr/>
        </p:nvSpPr>
        <p:spPr>
          <a:xfrm>
            <a:off x="6697800" y="4335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52" name=""/>
          <p:cNvSpPr/>
          <p:nvPr/>
        </p:nvSpPr>
        <p:spPr>
          <a:xfrm>
            <a:off x="6697800" y="43347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53" name=""/>
          <p:cNvSpPr/>
          <p:nvPr/>
        </p:nvSpPr>
        <p:spPr>
          <a:xfrm>
            <a:off x="6729840" y="43405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54" name=""/>
          <p:cNvSpPr/>
          <p:nvPr/>
        </p:nvSpPr>
        <p:spPr>
          <a:xfrm>
            <a:off x="6722640" y="433980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2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55" name=""/>
          <p:cNvSpPr/>
          <p:nvPr/>
        </p:nvSpPr>
        <p:spPr>
          <a:xfrm>
            <a:off x="6725160" y="43394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56" name=""/>
          <p:cNvSpPr/>
          <p:nvPr/>
        </p:nvSpPr>
        <p:spPr>
          <a:xfrm>
            <a:off x="6732000" y="433944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4" y="2"/>
                </a:moveTo>
                <a:lnTo>
                  <a:pt x="3" y="4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57" name=""/>
          <p:cNvSpPr/>
          <p:nvPr/>
        </p:nvSpPr>
        <p:spPr>
          <a:xfrm>
            <a:off x="6725520" y="4339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58" name=""/>
          <p:cNvSpPr/>
          <p:nvPr/>
        </p:nvSpPr>
        <p:spPr>
          <a:xfrm>
            <a:off x="6720840" y="4335480"/>
            <a:ext cx="5040" cy="5400"/>
          </a:xfrm>
          <a:custGeom>
            <a:avLst/>
            <a:gdLst/>
            <a:ahLst/>
            <a:rect l="0" t="0" r="r" b="b"/>
            <a:pathLst>
              <a:path w="14" h="15">
                <a:moveTo>
                  <a:pt x="14" y="1"/>
                </a:moveTo>
                <a:lnTo>
                  <a:pt x="14" y="3"/>
                </a:lnTo>
                <a:lnTo>
                  <a:pt x="14" y="4"/>
                </a:lnTo>
                <a:lnTo>
                  <a:pt x="14" y="5"/>
                </a:lnTo>
                <a:lnTo>
                  <a:pt x="13" y="5"/>
                </a:lnTo>
                <a:lnTo>
                  <a:pt x="12" y="6"/>
                </a:lnTo>
                <a:lnTo>
                  <a:pt x="11" y="6"/>
                </a:lnTo>
                <a:lnTo>
                  <a:pt x="11" y="7"/>
                </a:lnTo>
                <a:lnTo>
                  <a:pt x="12" y="7"/>
                </a:lnTo>
                <a:lnTo>
                  <a:pt x="11" y="7"/>
                </a:lnTo>
                <a:lnTo>
                  <a:pt x="11" y="8"/>
                </a:lnTo>
                <a:lnTo>
                  <a:pt x="12" y="8"/>
                </a:lnTo>
                <a:lnTo>
                  <a:pt x="12" y="9"/>
                </a:lnTo>
                <a:lnTo>
                  <a:pt x="14" y="9"/>
                </a:lnTo>
                <a:lnTo>
                  <a:pt x="14" y="10"/>
                </a:lnTo>
                <a:lnTo>
                  <a:pt x="13" y="10"/>
                </a:lnTo>
                <a:lnTo>
                  <a:pt x="11" y="10"/>
                </a:lnTo>
                <a:lnTo>
                  <a:pt x="11" y="11"/>
                </a:lnTo>
                <a:lnTo>
                  <a:pt x="10" y="11"/>
                </a:lnTo>
                <a:lnTo>
                  <a:pt x="10" y="12"/>
                </a:lnTo>
                <a:lnTo>
                  <a:pt x="9" y="12"/>
                </a:lnTo>
                <a:lnTo>
                  <a:pt x="8" y="12"/>
                </a:lnTo>
                <a:lnTo>
                  <a:pt x="9" y="12"/>
                </a:lnTo>
                <a:lnTo>
                  <a:pt x="8" y="13"/>
                </a:lnTo>
                <a:lnTo>
                  <a:pt x="8" y="12"/>
                </a:lnTo>
                <a:lnTo>
                  <a:pt x="7" y="12"/>
                </a:lnTo>
                <a:lnTo>
                  <a:pt x="5" y="12"/>
                </a:lnTo>
                <a:lnTo>
                  <a:pt x="5" y="11"/>
                </a:lnTo>
                <a:lnTo>
                  <a:pt x="4" y="11"/>
                </a:lnTo>
                <a:lnTo>
                  <a:pt x="4" y="12"/>
                </a:lnTo>
                <a:lnTo>
                  <a:pt x="3" y="12"/>
                </a:lnTo>
                <a:lnTo>
                  <a:pt x="2" y="12"/>
                </a:lnTo>
                <a:lnTo>
                  <a:pt x="2" y="13"/>
                </a:lnTo>
                <a:lnTo>
                  <a:pt x="2" y="14"/>
                </a:lnTo>
                <a:lnTo>
                  <a:pt x="3" y="14"/>
                </a:lnTo>
                <a:lnTo>
                  <a:pt x="4" y="14"/>
                </a:lnTo>
                <a:lnTo>
                  <a:pt x="3" y="14"/>
                </a:lnTo>
                <a:lnTo>
                  <a:pt x="2" y="14"/>
                </a:lnTo>
                <a:lnTo>
                  <a:pt x="1" y="14"/>
                </a:lnTo>
                <a:lnTo>
                  <a:pt x="1" y="15"/>
                </a:lnTo>
                <a:lnTo>
                  <a:pt x="0" y="14"/>
                </a:lnTo>
                <a:lnTo>
                  <a:pt x="1" y="14"/>
                </a:lnTo>
                <a:lnTo>
                  <a:pt x="1" y="13"/>
                </a:lnTo>
                <a:lnTo>
                  <a:pt x="1" y="12"/>
                </a:lnTo>
                <a:lnTo>
                  <a:pt x="2" y="12"/>
                </a:lnTo>
                <a:lnTo>
                  <a:pt x="1" y="12"/>
                </a:lnTo>
                <a:lnTo>
                  <a:pt x="1" y="11"/>
                </a:lnTo>
                <a:lnTo>
                  <a:pt x="2" y="11"/>
                </a:lnTo>
                <a:lnTo>
                  <a:pt x="1" y="10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4" y="9"/>
                </a:lnTo>
                <a:lnTo>
                  <a:pt x="5" y="9"/>
                </a:lnTo>
                <a:lnTo>
                  <a:pt x="5" y="8"/>
                </a:lnTo>
                <a:lnTo>
                  <a:pt x="4" y="7"/>
                </a:lnTo>
                <a:lnTo>
                  <a:pt x="4" y="6"/>
                </a:lnTo>
                <a:lnTo>
                  <a:pt x="4" y="7"/>
                </a:lnTo>
                <a:lnTo>
                  <a:pt x="4" y="6"/>
                </a:lnTo>
                <a:lnTo>
                  <a:pt x="5" y="6"/>
                </a:lnTo>
                <a:lnTo>
                  <a:pt x="7" y="6"/>
                </a:lnTo>
                <a:lnTo>
                  <a:pt x="7" y="5"/>
                </a:lnTo>
                <a:lnTo>
                  <a:pt x="7" y="4"/>
                </a:lnTo>
                <a:lnTo>
                  <a:pt x="9" y="3"/>
                </a:lnTo>
                <a:lnTo>
                  <a:pt x="10" y="3"/>
                </a:lnTo>
                <a:lnTo>
                  <a:pt x="11" y="3"/>
                </a:lnTo>
                <a:lnTo>
                  <a:pt x="11" y="1"/>
                </a:lnTo>
                <a:lnTo>
                  <a:pt x="12" y="1"/>
                </a:lnTo>
                <a:lnTo>
                  <a:pt x="13" y="0"/>
                </a:lnTo>
                <a:lnTo>
                  <a:pt x="13" y="1"/>
                </a:lnTo>
                <a:lnTo>
                  <a:pt x="1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59" name=""/>
          <p:cNvSpPr/>
          <p:nvPr/>
        </p:nvSpPr>
        <p:spPr>
          <a:xfrm>
            <a:off x="6717960" y="433656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3" y="3"/>
                </a:moveTo>
                <a:lnTo>
                  <a:pt x="4" y="3"/>
                </a:lnTo>
                <a:lnTo>
                  <a:pt x="4" y="5"/>
                </a:lnTo>
                <a:lnTo>
                  <a:pt x="3" y="5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60" name=""/>
          <p:cNvSpPr/>
          <p:nvPr/>
        </p:nvSpPr>
        <p:spPr>
          <a:xfrm>
            <a:off x="6726960" y="4333320"/>
            <a:ext cx="5760" cy="8280"/>
          </a:xfrm>
          <a:custGeom>
            <a:avLst/>
            <a:gdLst/>
            <a:ahLst/>
            <a:rect l="0" t="0" r="r" b="b"/>
            <a:pathLst>
              <a:path w="16" h="23">
                <a:moveTo>
                  <a:pt x="16" y="1"/>
                </a:moveTo>
                <a:lnTo>
                  <a:pt x="16" y="2"/>
                </a:lnTo>
                <a:lnTo>
                  <a:pt x="16" y="3"/>
                </a:lnTo>
                <a:lnTo>
                  <a:pt x="15" y="3"/>
                </a:lnTo>
                <a:lnTo>
                  <a:pt x="15" y="4"/>
                </a:lnTo>
                <a:lnTo>
                  <a:pt x="14" y="4"/>
                </a:lnTo>
                <a:lnTo>
                  <a:pt x="11" y="4"/>
                </a:lnTo>
                <a:lnTo>
                  <a:pt x="10" y="4"/>
                </a:lnTo>
                <a:lnTo>
                  <a:pt x="10" y="5"/>
                </a:lnTo>
                <a:lnTo>
                  <a:pt x="9" y="8"/>
                </a:lnTo>
                <a:lnTo>
                  <a:pt x="10" y="8"/>
                </a:lnTo>
                <a:lnTo>
                  <a:pt x="9" y="8"/>
                </a:lnTo>
                <a:lnTo>
                  <a:pt x="9" y="9"/>
                </a:lnTo>
                <a:lnTo>
                  <a:pt x="9" y="10"/>
                </a:lnTo>
                <a:lnTo>
                  <a:pt x="9" y="11"/>
                </a:lnTo>
                <a:lnTo>
                  <a:pt x="9" y="12"/>
                </a:lnTo>
                <a:lnTo>
                  <a:pt x="9" y="13"/>
                </a:lnTo>
                <a:lnTo>
                  <a:pt x="10" y="13"/>
                </a:lnTo>
                <a:lnTo>
                  <a:pt x="10" y="14"/>
                </a:lnTo>
                <a:lnTo>
                  <a:pt x="9" y="14"/>
                </a:lnTo>
                <a:lnTo>
                  <a:pt x="9" y="15"/>
                </a:lnTo>
                <a:lnTo>
                  <a:pt x="8" y="15"/>
                </a:lnTo>
                <a:lnTo>
                  <a:pt x="8" y="16"/>
                </a:lnTo>
                <a:lnTo>
                  <a:pt x="8" y="17"/>
                </a:lnTo>
                <a:lnTo>
                  <a:pt x="8" y="18"/>
                </a:lnTo>
                <a:lnTo>
                  <a:pt x="8" y="19"/>
                </a:lnTo>
                <a:lnTo>
                  <a:pt x="8" y="20"/>
                </a:lnTo>
                <a:lnTo>
                  <a:pt x="9" y="20"/>
                </a:lnTo>
                <a:lnTo>
                  <a:pt x="9" y="19"/>
                </a:lnTo>
                <a:lnTo>
                  <a:pt x="9" y="20"/>
                </a:lnTo>
                <a:lnTo>
                  <a:pt x="9" y="21"/>
                </a:lnTo>
                <a:lnTo>
                  <a:pt x="8" y="21"/>
                </a:lnTo>
                <a:lnTo>
                  <a:pt x="8" y="22"/>
                </a:lnTo>
                <a:lnTo>
                  <a:pt x="7" y="22"/>
                </a:lnTo>
                <a:lnTo>
                  <a:pt x="6" y="23"/>
                </a:lnTo>
                <a:lnTo>
                  <a:pt x="6" y="22"/>
                </a:lnTo>
                <a:lnTo>
                  <a:pt x="5" y="22"/>
                </a:lnTo>
                <a:lnTo>
                  <a:pt x="6" y="21"/>
                </a:lnTo>
                <a:lnTo>
                  <a:pt x="6" y="20"/>
                </a:lnTo>
                <a:lnTo>
                  <a:pt x="5" y="20"/>
                </a:lnTo>
                <a:lnTo>
                  <a:pt x="4" y="21"/>
                </a:lnTo>
                <a:lnTo>
                  <a:pt x="4" y="20"/>
                </a:lnTo>
                <a:lnTo>
                  <a:pt x="4" y="19"/>
                </a:lnTo>
                <a:lnTo>
                  <a:pt x="5" y="18"/>
                </a:lnTo>
                <a:lnTo>
                  <a:pt x="4" y="18"/>
                </a:lnTo>
                <a:lnTo>
                  <a:pt x="5" y="18"/>
                </a:lnTo>
                <a:lnTo>
                  <a:pt x="5" y="17"/>
                </a:lnTo>
                <a:lnTo>
                  <a:pt x="4" y="17"/>
                </a:lnTo>
                <a:lnTo>
                  <a:pt x="4" y="18"/>
                </a:lnTo>
                <a:lnTo>
                  <a:pt x="3" y="19"/>
                </a:lnTo>
                <a:lnTo>
                  <a:pt x="2" y="19"/>
                </a:lnTo>
                <a:lnTo>
                  <a:pt x="2" y="18"/>
                </a:lnTo>
                <a:lnTo>
                  <a:pt x="2" y="17"/>
                </a:lnTo>
                <a:lnTo>
                  <a:pt x="3" y="17"/>
                </a:lnTo>
                <a:lnTo>
                  <a:pt x="3" y="16"/>
                </a:lnTo>
                <a:lnTo>
                  <a:pt x="4" y="16"/>
                </a:lnTo>
                <a:lnTo>
                  <a:pt x="4" y="15"/>
                </a:lnTo>
                <a:lnTo>
                  <a:pt x="4" y="14"/>
                </a:lnTo>
                <a:lnTo>
                  <a:pt x="5" y="14"/>
                </a:lnTo>
                <a:lnTo>
                  <a:pt x="5" y="15"/>
                </a:lnTo>
                <a:lnTo>
                  <a:pt x="6" y="15"/>
                </a:lnTo>
                <a:lnTo>
                  <a:pt x="6" y="14"/>
                </a:lnTo>
                <a:lnTo>
                  <a:pt x="6" y="15"/>
                </a:lnTo>
                <a:lnTo>
                  <a:pt x="7" y="14"/>
                </a:lnTo>
                <a:lnTo>
                  <a:pt x="7" y="13"/>
                </a:lnTo>
                <a:lnTo>
                  <a:pt x="6" y="13"/>
                </a:lnTo>
                <a:lnTo>
                  <a:pt x="7" y="13"/>
                </a:lnTo>
                <a:lnTo>
                  <a:pt x="7" y="12"/>
                </a:lnTo>
                <a:lnTo>
                  <a:pt x="7" y="11"/>
                </a:lnTo>
                <a:lnTo>
                  <a:pt x="7" y="12"/>
                </a:lnTo>
                <a:lnTo>
                  <a:pt x="7" y="11"/>
                </a:lnTo>
                <a:lnTo>
                  <a:pt x="6" y="11"/>
                </a:lnTo>
                <a:lnTo>
                  <a:pt x="5" y="10"/>
                </a:lnTo>
                <a:lnTo>
                  <a:pt x="5" y="11"/>
                </a:lnTo>
                <a:lnTo>
                  <a:pt x="4" y="11"/>
                </a:lnTo>
                <a:lnTo>
                  <a:pt x="3" y="11"/>
                </a:lnTo>
                <a:lnTo>
                  <a:pt x="3" y="12"/>
                </a:lnTo>
                <a:lnTo>
                  <a:pt x="2" y="12"/>
                </a:lnTo>
                <a:lnTo>
                  <a:pt x="2" y="11"/>
                </a:lnTo>
                <a:lnTo>
                  <a:pt x="1" y="11"/>
                </a:lnTo>
                <a:lnTo>
                  <a:pt x="1" y="12"/>
                </a:lnTo>
                <a:lnTo>
                  <a:pt x="0" y="12"/>
                </a:lnTo>
                <a:lnTo>
                  <a:pt x="1" y="11"/>
                </a:lnTo>
                <a:lnTo>
                  <a:pt x="0" y="11"/>
                </a:lnTo>
                <a:lnTo>
                  <a:pt x="0" y="10"/>
                </a:lnTo>
                <a:lnTo>
                  <a:pt x="1" y="10"/>
                </a:lnTo>
                <a:lnTo>
                  <a:pt x="1" y="9"/>
                </a:lnTo>
                <a:lnTo>
                  <a:pt x="0" y="9"/>
                </a:lnTo>
                <a:lnTo>
                  <a:pt x="1" y="8"/>
                </a:lnTo>
                <a:lnTo>
                  <a:pt x="2" y="8"/>
                </a:lnTo>
                <a:lnTo>
                  <a:pt x="1" y="8"/>
                </a:lnTo>
                <a:lnTo>
                  <a:pt x="1" y="6"/>
                </a:lnTo>
                <a:lnTo>
                  <a:pt x="2" y="6"/>
                </a:lnTo>
                <a:lnTo>
                  <a:pt x="2" y="5"/>
                </a:lnTo>
                <a:lnTo>
                  <a:pt x="3" y="5"/>
                </a:lnTo>
                <a:lnTo>
                  <a:pt x="4" y="6"/>
                </a:lnTo>
                <a:lnTo>
                  <a:pt x="4" y="5"/>
                </a:lnTo>
                <a:lnTo>
                  <a:pt x="5" y="5"/>
                </a:lnTo>
                <a:lnTo>
                  <a:pt x="5" y="6"/>
                </a:lnTo>
                <a:lnTo>
                  <a:pt x="5" y="8"/>
                </a:lnTo>
                <a:lnTo>
                  <a:pt x="5" y="6"/>
                </a:lnTo>
                <a:lnTo>
                  <a:pt x="6" y="6"/>
                </a:lnTo>
                <a:lnTo>
                  <a:pt x="6" y="5"/>
                </a:lnTo>
                <a:lnTo>
                  <a:pt x="7" y="4"/>
                </a:lnTo>
                <a:lnTo>
                  <a:pt x="7" y="3"/>
                </a:lnTo>
                <a:lnTo>
                  <a:pt x="6" y="3"/>
                </a:lnTo>
                <a:lnTo>
                  <a:pt x="6" y="2"/>
                </a:lnTo>
                <a:lnTo>
                  <a:pt x="7" y="1"/>
                </a:lnTo>
                <a:lnTo>
                  <a:pt x="7" y="2"/>
                </a:lnTo>
                <a:lnTo>
                  <a:pt x="8" y="2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11" y="1"/>
                </a:lnTo>
                <a:lnTo>
                  <a:pt x="11" y="0"/>
                </a:lnTo>
                <a:lnTo>
                  <a:pt x="13" y="0"/>
                </a:lnTo>
                <a:lnTo>
                  <a:pt x="14" y="0"/>
                </a:lnTo>
                <a:lnTo>
                  <a:pt x="14" y="1"/>
                </a:lnTo>
                <a:lnTo>
                  <a:pt x="15" y="1"/>
                </a:lnTo>
                <a:lnTo>
                  <a:pt x="1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61" name=""/>
          <p:cNvSpPr/>
          <p:nvPr/>
        </p:nvSpPr>
        <p:spPr>
          <a:xfrm>
            <a:off x="6725880" y="43358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62" name=""/>
          <p:cNvSpPr/>
          <p:nvPr/>
        </p:nvSpPr>
        <p:spPr>
          <a:xfrm>
            <a:off x="6740640" y="432972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4" y="2"/>
                </a:moveTo>
                <a:lnTo>
                  <a:pt x="6" y="2"/>
                </a:lnTo>
                <a:lnTo>
                  <a:pt x="6" y="1"/>
                </a:lnTo>
                <a:lnTo>
                  <a:pt x="7" y="0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6" y="4"/>
                </a:lnTo>
                <a:lnTo>
                  <a:pt x="4" y="4"/>
                </a:lnTo>
                <a:lnTo>
                  <a:pt x="4" y="2"/>
                </a:lnTo>
                <a:lnTo>
                  <a:pt x="3" y="2"/>
                </a:lnTo>
                <a:lnTo>
                  <a:pt x="2" y="4"/>
                </a:lnTo>
                <a:lnTo>
                  <a:pt x="1" y="5"/>
                </a:lnTo>
                <a:lnTo>
                  <a:pt x="0" y="4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63" name=""/>
          <p:cNvSpPr/>
          <p:nvPr/>
        </p:nvSpPr>
        <p:spPr>
          <a:xfrm>
            <a:off x="6736680" y="432936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4"/>
                </a:moveTo>
                <a:lnTo>
                  <a:pt x="1" y="5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5" y="2"/>
                </a:lnTo>
                <a:lnTo>
                  <a:pt x="4" y="4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64" name=""/>
          <p:cNvSpPr/>
          <p:nvPr/>
        </p:nvSpPr>
        <p:spPr>
          <a:xfrm>
            <a:off x="6740280" y="432756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1" y="3"/>
                </a:moveTo>
                <a:lnTo>
                  <a:pt x="3" y="3"/>
                </a:lnTo>
                <a:lnTo>
                  <a:pt x="3" y="2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1" y="4"/>
                </a:lnTo>
                <a:lnTo>
                  <a:pt x="0" y="5"/>
                </a:lnTo>
                <a:lnTo>
                  <a:pt x="0" y="4"/>
                </a:lnTo>
                <a:lnTo>
                  <a:pt x="1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65" name=""/>
          <p:cNvSpPr/>
          <p:nvPr/>
        </p:nvSpPr>
        <p:spPr>
          <a:xfrm>
            <a:off x="6741720" y="4326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66" name=""/>
          <p:cNvSpPr/>
          <p:nvPr/>
        </p:nvSpPr>
        <p:spPr>
          <a:xfrm>
            <a:off x="6716160" y="43250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67" name=""/>
          <p:cNvSpPr/>
          <p:nvPr/>
        </p:nvSpPr>
        <p:spPr>
          <a:xfrm>
            <a:off x="6757920" y="43236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68" name=""/>
          <p:cNvSpPr/>
          <p:nvPr/>
        </p:nvSpPr>
        <p:spPr>
          <a:xfrm>
            <a:off x="6716880" y="43232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69" name=""/>
          <p:cNvSpPr/>
          <p:nvPr/>
        </p:nvSpPr>
        <p:spPr>
          <a:xfrm>
            <a:off x="6750720" y="43225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70" name=""/>
          <p:cNvSpPr/>
          <p:nvPr/>
        </p:nvSpPr>
        <p:spPr>
          <a:xfrm>
            <a:off x="6752160" y="43221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0"/>
                </a:move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71" name=""/>
          <p:cNvSpPr/>
          <p:nvPr/>
        </p:nvSpPr>
        <p:spPr>
          <a:xfrm>
            <a:off x="6750360" y="4322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72" name=""/>
          <p:cNvSpPr/>
          <p:nvPr/>
        </p:nvSpPr>
        <p:spPr>
          <a:xfrm>
            <a:off x="6755760" y="43160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73" name=""/>
          <p:cNvSpPr/>
          <p:nvPr/>
        </p:nvSpPr>
        <p:spPr>
          <a:xfrm>
            <a:off x="6755400" y="4314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74" name=""/>
          <p:cNvSpPr/>
          <p:nvPr/>
        </p:nvSpPr>
        <p:spPr>
          <a:xfrm>
            <a:off x="6756120" y="430920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6" y="0"/>
                </a:moveTo>
                <a:lnTo>
                  <a:pt x="6" y="1"/>
                </a:lnTo>
                <a:lnTo>
                  <a:pt x="6" y="2"/>
                </a:lnTo>
                <a:lnTo>
                  <a:pt x="5" y="2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2" y="5"/>
                </a:lnTo>
                <a:lnTo>
                  <a:pt x="2" y="6"/>
                </a:lnTo>
                <a:lnTo>
                  <a:pt x="1" y="6"/>
                </a:lnTo>
                <a:lnTo>
                  <a:pt x="1" y="5"/>
                </a:lnTo>
                <a:lnTo>
                  <a:pt x="0" y="4"/>
                </a:lnTo>
                <a:lnTo>
                  <a:pt x="1" y="1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75" name=""/>
          <p:cNvSpPr/>
          <p:nvPr/>
        </p:nvSpPr>
        <p:spPr>
          <a:xfrm>
            <a:off x="6756840" y="43034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1" y="1"/>
                </a:moveTo>
                <a:lnTo>
                  <a:pt x="3" y="0"/>
                </a:lnTo>
                <a:lnTo>
                  <a:pt x="4" y="1"/>
                </a:lnTo>
                <a:lnTo>
                  <a:pt x="1" y="4"/>
                </a:lnTo>
                <a:lnTo>
                  <a:pt x="0" y="2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76" name=""/>
          <p:cNvSpPr/>
          <p:nvPr/>
        </p:nvSpPr>
        <p:spPr>
          <a:xfrm>
            <a:off x="6755400" y="4298400"/>
            <a:ext cx="3960" cy="6120"/>
          </a:xfrm>
          <a:custGeom>
            <a:avLst/>
            <a:gdLst/>
            <a:ahLst/>
            <a:rect l="0" t="0" r="r" b="b"/>
            <a:pathLst>
              <a:path w="11" h="17">
                <a:moveTo>
                  <a:pt x="5" y="2"/>
                </a:moveTo>
                <a:lnTo>
                  <a:pt x="6" y="3"/>
                </a:lnTo>
                <a:lnTo>
                  <a:pt x="7" y="4"/>
                </a:lnTo>
                <a:lnTo>
                  <a:pt x="8" y="5"/>
                </a:lnTo>
                <a:lnTo>
                  <a:pt x="8" y="6"/>
                </a:lnTo>
                <a:lnTo>
                  <a:pt x="8" y="7"/>
                </a:lnTo>
                <a:lnTo>
                  <a:pt x="9" y="9"/>
                </a:lnTo>
                <a:lnTo>
                  <a:pt x="9" y="11"/>
                </a:lnTo>
                <a:lnTo>
                  <a:pt x="11" y="14"/>
                </a:lnTo>
                <a:lnTo>
                  <a:pt x="11" y="15"/>
                </a:lnTo>
                <a:lnTo>
                  <a:pt x="11" y="16"/>
                </a:lnTo>
                <a:lnTo>
                  <a:pt x="11" y="17"/>
                </a:lnTo>
                <a:lnTo>
                  <a:pt x="11" y="16"/>
                </a:lnTo>
                <a:lnTo>
                  <a:pt x="9" y="15"/>
                </a:lnTo>
                <a:lnTo>
                  <a:pt x="8" y="14"/>
                </a:lnTo>
                <a:lnTo>
                  <a:pt x="8" y="13"/>
                </a:lnTo>
                <a:lnTo>
                  <a:pt x="7" y="11"/>
                </a:lnTo>
                <a:lnTo>
                  <a:pt x="7" y="10"/>
                </a:lnTo>
                <a:lnTo>
                  <a:pt x="7" y="9"/>
                </a:lnTo>
                <a:lnTo>
                  <a:pt x="7" y="7"/>
                </a:lnTo>
                <a:lnTo>
                  <a:pt x="7" y="9"/>
                </a:lnTo>
                <a:lnTo>
                  <a:pt x="5" y="7"/>
                </a:lnTo>
                <a:lnTo>
                  <a:pt x="5" y="6"/>
                </a:lnTo>
                <a:lnTo>
                  <a:pt x="4" y="5"/>
                </a:lnTo>
                <a:lnTo>
                  <a:pt x="3" y="4"/>
                </a:lnTo>
                <a:lnTo>
                  <a:pt x="2" y="3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4" y="0"/>
                </a:lnTo>
                <a:lnTo>
                  <a:pt x="5" y="1"/>
                </a:lnTo>
                <a:lnTo>
                  <a:pt x="5" y="2"/>
                </a:lnTo>
                <a:lnTo>
                  <a:pt x="5" y="1"/>
                </a:lnTo>
                <a:lnTo>
                  <a:pt x="6" y="2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77" name=""/>
          <p:cNvSpPr/>
          <p:nvPr/>
        </p:nvSpPr>
        <p:spPr>
          <a:xfrm>
            <a:off x="6628320" y="4195800"/>
            <a:ext cx="244440" cy="195120"/>
          </a:xfrm>
          <a:custGeom>
            <a:avLst/>
            <a:gdLst/>
            <a:ahLst/>
            <a:rect l="0" t="0" r="r" b="b"/>
            <a:pathLst>
              <a:path w="679" h="542">
                <a:moveTo>
                  <a:pt x="329" y="5"/>
                </a:moveTo>
                <a:lnTo>
                  <a:pt x="329" y="6"/>
                </a:lnTo>
                <a:lnTo>
                  <a:pt x="329" y="7"/>
                </a:lnTo>
                <a:lnTo>
                  <a:pt x="330" y="7"/>
                </a:lnTo>
                <a:lnTo>
                  <a:pt x="330" y="6"/>
                </a:lnTo>
                <a:lnTo>
                  <a:pt x="331" y="6"/>
                </a:lnTo>
                <a:lnTo>
                  <a:pt x="333" y="8"/>
                </a:lnTo>
                <a:lnTo>
                  <a:pt x="334" y="8"/>
                </a:lnTo>
                <a:lnTo>
                  <a:pt x="334" y="9"/>
                </a:lnTo>
                <a:lnTo>
                  <a:pt x="334" y="10"/>
                </a:lnTo>
                <a:lnTo>
                  <a:pt x="335" y="11"/>
                </a:lnTo>
                <a:lnTo>
                  <a:pt x="336" y="11"/>
                </a:lnTo>
                <a:lnTo>
                  <a:pt x="337" y="12"/>
                </a:lnTo>
                <a:lnTo>
                  <a:pt x="337" y="11"/>
                </a:lnTo>
                <a:lnTo>
                  <a:pt x="338" y="11"/>
                </a:lnTo>
                <a:lnTo>
                  <a:pt x="338" y="12"/>
                </a:lnTo>
                <a:lnTo>
                  <a:pt x="339" y="12"/>
                </a:lnTo>
                <a:lnTo>
                  <a:pt x="339" y="14"/>
                </a:lnTo>
                <a:lnTo>
                  <a:pt x="340" y="14"/>
                </a:lnTo>
                <a:lnTo>
                  <a:pt x="341" y="15"/>
                </a:lnTo>
                <a:lnTo>
                  <a:pt x="341" y="16"/>
                </a:lnTo>
                <a:lnTo>
                  <a:pt x="342" y="16"/>
                </a:lnTo>
                <a:lnTo>
                  <a:pt x="342" y="15"/>
                </a:lnTo>
                <a:lnTo>
                  <a:pt x="343" y="15"/>
                </a:lnTo>
                <a:lnTo>
                  <a:pt x="344" y="15"/>
                </a:lnTo>
                <a:lnTo>
                  <a:pt x="345" y="14"/>
                </a:lnTo>
                <a:lnTo>
                  <a:pt x="347" y="14"/>
                </a:lnTo>
                <a:lnTo>
                  <a:pt x="347" y="15"/>
                </a:lnTo>
                <a:lnTo>
                  <a:pt x="348" y="15"/>
                </a:lnTo>
                <a:lnTo>
                  <a:pt x="347" y="15"/>
                </a:lnTo>
                <a:lnTo>
                  <a:pt x="347" y="16"/>
                </a:lnTo>
                <a:lnTo>
                  <a:pt x="348" y="16"/>
                </a:lnTo>
                <a:lnTo>
                  <a:pt x="349" y="15"/>
                </a:lnTo>
                <a:lnTo>
                  <a:pt x="350" y="15"/>
                </a:lnTo>
                <a:lnTo>
                  <a:pt x="350" y="16"/>
                </a:lnTo>
                <a:lnTo>
                  <a:pt x="351" y="16"/>
                </a:lnTo>
                <a:lnTo>
                  <a:pt x="351" y="17"/>
                </a:lnTo>
                <a:lnTo>
                  <a:pt x="352" y="17"/>
                </a:lnTo>
                <a:lnTo>
                  <a:pt x="353" y="17"/>
                </a:lnTo>
                <a:lnTo>
                  <a:pt x="354" y="18"/>
                </a:lnTo>
                <a:lnTo>
                  <a:pt x="353" y="19"/>
                </a:lnTo>
                <a:lnTo>
                  <a:pt x="353" y="20"/>
                </a:lnTo>
                <a:lnTo>
                  <a:pt x="354" y="20"/>
                </a:lnTo>
                <a:lnTo>
                  <a:pt x="355" y="20"/>
                </a:lnTo>
                <a:lnTo>
                  <a:pt x="356" y="19"/>
                </a:lnTo>
                <a:lnTo>
                  <a:pt x="357" y="19"/>
                </a:lnTo>
                <a:lnTo>
                  <a:pt x="358" y="19"/>
                </a:lnTo>
                <a:lnTo>
                  <a:pt x="359" y="19"/>
                </a:lnTo>
                <a:lnTo>
                  <a:pt x="360" y="19"/>
                </a:lnTo>
                <a:lnTo>
                  <a:pt x="361" y="19"/>
                </a:lnTo>
                <a:lnTo>
                  <a:pt x="361" y="18"/>
                </a:lnTo>
                <a:lnTo>
                  <a:pt x="362" y="18"/>
                </a:lnTo>
                <a:lnTo>
                  <a:pt x="363" y="18"/>
                </a:lnTo>
                <a:lnTo>
                  <a:pt x="363" y="17"/>
                </a:lnTo>
                <a:lnTo>
                  <a:pt x="363" y="16"/>
                </a:lnTo>
                <a:lnTo>
                  <a:pt x="364" y="16"/>
                </a:lnTo>
                <a:lnTo>
                  <a:pt x="365" y="16"/>
                </a:lnTo>
                <a:lnTo>
                  <a:pt x="366" y="16"/>
                </a:lnTo>
                <a:lnTo>
                  <a:pt x="367" y="16"/>
                </a:lnTo>
                <a:lnTo>
                  <a:pt x="368" y="16"/>
                </a:lnTo>
                <a:lnTo>
                  <a:pt x="368" y="15"/>
                </a:lnTo>
                <a:lnTo>
                  <a:pt x="369" y="15"/>
                </a:lnTo>
                <a:lnTo>
                  <a:pt x="369" y="16"/>
                </a:lnTo>
                <a:lnTo>
                  <a:pt x="369" y="17"/>
                </a:lnTo>
                <a:lnTo>
                  <a:pt x="370" y="18"/>
                </a:lnTo>
                <a:lnTo>
                  <a:pt x="369" y="18"/>
                </a:lnTo>
                <a:lnTo>
                  <a:pt x="369" y="19"/>
                </a:lnTo>
                <a:lnTo>
                  <a:pt x="370" y="19"/>
                </a:lnTo>
                <a:lnTo>
                  <a:pt x="371" y="18"/>
                </a:lnTo>
                <a:lnTo>
                  <a:pt x="372" y="18"/>
                </a:lnTo>
                <a:lnTo>
                  <a:pt x="373" y="19"/>
                </a:lnTo>
                <a:lnTo>
                  <a:pt x="375" y="19"/>
                </a:lnTo>
                <a:lnTo>
                  <a:pt x="376" y="17"/>
                </a:lnTo>
                <a:lnTo>
                  <a:pt x="376" y="16"/>
                </a:lnTo>
                <a:lnTo>
                  <a:pt x="377" y="15"/>
                </a:lnTo>
                <a:lnTo>
                  <a:pt x="378" y="15"/>
                </a:lnTo>
                <a:lnTo>
                  <a:pt x="379" y="15"/>
                </a:lnTo>
                <a:lnTo>
                  <a:pt x="380" y="14"/>
                </a:lnTo>
                <a:lnTo>
                  <a:pt x="381" y="10"/>
                </a:lnTo>
                <a:lnTo>
                  <a:pt x="381" y="9"/>
                </a:lnTo>
                <a:lnTo>
                  <a:pt x="381" y="8"/>
                </a:lnTo>
                <a:lnTo>
                  <a:pt x="383" y="7"/>
                </a:lnTo>
                <a:lnTo>
                  <a:pt x="385" y="7"/>
                </a:lnTo>
                <a:lnTo>
                  <a:pt x="385" y="8"/>
                </a:lnTo>
                <a:lnTo>
                  <a:pt x="386" y="8"/>
                </a:lnTo>
                <a:lnTo>
                  <a:pt x="386" y="7"/>
                </a:lnTo>
                <a:lnTo>
                  <a:pt x="387" y="7"/>
                </a:lnTo>
                <a:lnTo>
                  <a:pt x="387" y="6"/>
                </a:lnTo>
                <a:lnTo>
                  <a:pt x="388" y="6"/>
                </a:lnTo>
                <a:lnTo>
                  <a:pt x="389" y="6"/>
                </a:lnTo>
                <a:lnTo>
                  <a:pt x="390" y="7"/>
                </a:lnTo>
                <a:lnTo>
                  <a:pt x="391" y="7"/>
                </a:lnTo>
                <a:lnTo>
                  <a:pt x="392" y="7"/>
                </a:lnTo>
                <a:lnTo>
                  <a:pt x="392" y="8"/>
                </a:lnTo>
                <a:lnTo>
                  <a:pt x="391" y="8"/>
                </a:lnTo>
                <a:lnTo>
                  <a:pt x="390" y="9"/>
                </a:lnTo>
                <a:lnTo>
                  <a:pt x="390" y="10"/>
                </a:lnTo>
                <a:lnTo>
                  <a:pt x="390" y="11"/>
                </a:lnTo>
                <a:lnTo>
                  <a:pt x="391" y="12"/>
                </a:lnTo>
                <a:lnTo>
                  <a:pt x="392" y="12"/>
                </a:lnTo>
                <a:lnTo>
                  <a:pt x="392" y="13"/>
                </a:lnTo>
                <a:lnTo>
                  <a:pt x="393" y="13"/>
                </a:lnTo>
                <a:lnTo>
                  <a:pt x="394" y="13"/>
                </a:lnTo>
                <a:lnTo>
                  <a:pt x="394" y="12"/>
                </a:lnTo>
                <a:lnTo>
                  <a:pt x="395" y="12"/>
                </a:lnTo>
                <a:lnTo>
                  <a:pt x="395" y="13"/>
                </a:lnTo>
                <a:lnTo>
                  <a:pt x="394" y="13"/>
                </a:lnTo>
                <a:lnTo>
                  <a:pt x="394" y="14"/>
                </a:lnTo>
                <a:lnTo>
                  <a:pt x="395" y="15"/>
                </a:lnTo>
                <a:lnTo>
                  <a:pt x="394" y="15"/>
                </a:lnTo>
                <a:lnTo>
                  <a:pt x="394" y="16"/>
                </a:lnTo>
                <a:lnTo>
                  <a:pt x="395" y="16"/>
                </a:lnTo>
                <a:lnTo>
                  <a:pt x="395" y="17"/>
                </a:lnTo>
                <a:lnTo>
                  <a:pt x="394" y="18"/>
                </a:lnTo>
                <a:lnTo>
                  <a:pt x="394" y="19"/>
                </a:lnTo>
                <a:lnTo>
                  <a:pt x="394" y="20"/>
                </a:lnTo>
                <a:lnTo>
                  <a:pt x="395" y="20"/>
                </a:lnTo>
                <a:lnTo>
                  <a:pt x="396" y="20"/>
                </a:lnTo>
                <a:lnTo>
                  <a:pt x="396" y="21"/>
                </a:lnTo>
                <a:lnTo>
                  <a:pt x="395" y="21"/>
                </a:lnTo>
                <a:lnTo>
                  <a:pt x="394" y="21"/>
                </a:lnTo>
                <a:lnTo>
                  <a:pt x="393" y="21"/>
                </a:lnTo>
                <a:lnTo>
                  <a:pt x="393" y="22"/>
                </a:lnTo>
                <a:lnTo>
                  <a:pt x="394" y="22"/>
                </a:lnTo>
                <a:lnTo>
                  <a:pt x="394" y="23"/>
                </a:lnTo>
                <a:lnTo>
                  <a:pt x="393" y="23"/>
                </a:lnTo>
                <a:lnTo>
                  <a:pt x="393" y="24"/>
                </a:lnTo>
                <a:lnTo>
                  <a:pt x="393" y="25"/>
                </a:lnTo>
                <a:lnTo>
                  <a:pt x="394" y="25"/>
                </a:lnTo>
                <a:lnTo>
                  <a:pt x="394" y="26"/>
                </a:lnTo>
                <a:lnTo>
                  <a:pt x="394" y="27"/>
                </a:lnTo>
                <a:lnTo>
                  <a:pt x="395" y="27"/>
                </a:lnTo>
                <a:lnTo>
                  <a:pt x="395" y="26"/>
                </a:lnTo>
                <a:lnTo>
                  <a:pt x="395" y="25"/>
                </a:lnTo>
                <a:lnTo>
                  <a:pt x="396" y="25"/>
                </a:lnTo>
                <a:lnTo>
                  <a:pt x="396" y="24"/>
                </a:lnTo>
                <a:lnTo>
                  <a:pt x="397" y="24"/>
                </a:lnTo>
                <a:lnTo>
                  <a:pt x="398" y="24"/>
                </a:lnTo>
                <a:lnTo>
                  <a:pt x="399" y="24"/>
                </a:lnTo>
                <a:lnTo>
                  <a:pt x="401" y="22"/>
                </a:lnTo>
                <a:lnTo>
                  <a:pt x="402" y="22"/>
                </a:lnTo>
                <a:lnTo>
                  <a:pt x="402" y="21"/>
                </a:lnTo>
                <a:lnTo>
                  <a:pt x="402" y="22"/>
                </a:lnTo>
                <a:lnTo>
                  <a:pt x="403" y="22"/>
                </a:lnTo>
                <a:lnTo>
                  <a:pt x="403" y="21"/>
                </a:lnTo>
                <a:lnTo>
                  <a:pt x="404" y="20"/>
                </a:lnTo>
                <a:lnTo>
                  <a:pt x="404" y="21"/>
                </a:lnTo>
                <a:lnTo>
                  <a:pt x="405" y="21"/>
                </a:lnTo>
                <a:lnTo>
                  <a:pt x="405" y="20"/>
                </a:lnTo>
                <a:lnTo>
                  <a:pt x="406" y="20"/>
                </a:lnTo>
                <a:lnTo>
                  <a:pt x="407" y="21"/>
                </a:lnTo>
                <a:lnTo>
                  <a:pt x="408" y="21"/>
                </a:lnTo>
                <a:lnTo>
                  <a:pt x="408" y="20"/>
                </a:lnTo>
                <a:lnTo>
                  <a:pt x="409" y="20"/>
                </a:lnTo>
                <a:lnTo>
                  <a:pt x="410" y="20"/>
                </a:lnTo>
                <a:lnTo>
                  <a:pt x="410" y="21"/>
                </a:lnTo>
                <a:lnTo>
                  <a:pt x="410" y="22"/>
                </a:lnTo>
                <a:lnTo>
                  <a:pt x="411" y="22"/>
                </a:lnTo>
                <a:lnTo>
                  <a:pt x="412" y="22"/>
                </a:lnTo>
                <a:lnTo>
                  <a:pt x="413" y="22"/>
                </a:lnTo>
                <a:lnTo>
                  <a:pt x="414" y="22"/>
                </a:lnTo>
                <a:lnTo>
                  <a:pt x="415" y="23"/>
                </a:lnTo>
                <a:lnTo>
                  <a:pt x="415" y="22"/>
                </a:lnTo>
                <a:lnTo>
                  <a:pt x="416" y="21"/>
                </a:lnTo>
                <a:lnTo>
                  <a:pt x="417" y="22"/>
                </a:lnTo>
                <a:lnTo>
                  <a:pt x="418" y="23"/>
                </a:lnTo>
                <a:lnTo>
                  <a:pt x="419" y="23"/>
                </a:lnTo>
                <a:lnTo>
                  <a:pt x="418" y="22"/>
                </a:lnTo>
                <a:lnTo>
                  <a:pt x="418" y="21"/>
                </a:lnTo>
                <a:lnTo>
                  <a:pt x="419" y="21"/>
                </a:lnTo>
                <a:lnTo>
                  <a:pt x="420" y="21"/>
                </a:lnTo>
                <a:lnTo>
                  <a:pt x="419" y="20"/>
                </a:lnTo>
                <a:lnTo>
                  <a:pt x="419" y="19"/>
                </a:lnTo>
                <a:lnTo>
                  <a:pt x="419" y="18"/>
                </a:lnTo>
                <a:lnTo>
                  <a:pt x="420" y="18"/>
                </a:lnTo>
                <a:lnTo>
                  <a:pt x="422" y="18"/>
                </a:lnTo>
                <a:lnTo>
                  <a:pt x="422" y="19"/>
                </a:lnTo>
                <a:lnTo>
                  <a:pt x="423" y="19"/>
                </a:lnTo>
                <a:lnTo>
                  <a:pt x="425" y="19"/>
                </a:lnTo>
                <a:lnTo>
                  <a:pt x="425" y="20"/>
                </a:lnTo>
                <a:lnTo>
                  <a:pt x="426" y="20"/>
                </a:lnTo>
                <a:lnTo>
                  <a:pt x="426" y="19"/>
                </a:lnTo>
                <a:lnTo>
                  <a:pt x="427" y="19"/>
                </a:lnTo>
                <a:lnTo>
                  <a:pt x="428" y="18"/>
                </a:lnTo>
                <a:lnTo>
                  <a:pt x="429" y="18"/>
                </a:lnTo>
                <a:lnTo>
                  <a:pt x="430" y="18"/>
                </a:lnTo>
                <a:lnTo>
                  <a:pt x="430" y="17"/>
                </a:lnTo>
                <a:lnTo>
                  <a:pt x="430" y="16"/>
                </a:lnTo>
                <a:lnTo>
                  <a:pt x="431" y="15"/>
                </a:lnTo>
                <a:lnTo>
                  <a:pt x="431" y="14"/>
                </a:lnTo>
                <a:lnTo>
                  <a:pt x="431" y="13"/>
                </a:lnTo>
                <a:lnTo>
                  <a:pt x="432" y="13"/>
                </a:lnTo>
                <a:lnTo>
                  <a:pt x="433" y="13"/>
                </a:lnTo>
                <a:lnTo>
                  <a:pt x="433" y="14"/>
                </a:lnTo>
                <a:lnTo>
                  <a:pt x="434" y="14"/>
                </a:lnTo>
                <a:lnTo>
                  <a:pt x="435" y="15"/>
                </a:lnTo>
                <a:lnTo>
                  <a:pt x="435" y="14"/>
                </a:lnTo>
                <a:lnTo>
                  <a:pt x="436" y="14"/>
                </a:lnTo>
                <a:lnTo>
                  <a:pt x="436" y="13"/>
                </a:lnTo>
                <a:lnTo>
                  <a:pt x="437" y="13"/>
                </a:lnTo>
                <a:lnTo>
                  <a:pt x="437" y="12"/>
                </a:lnTo>
                <a:lnTo>
                  <a:pt x="437" y="11"/>
                </a:lnTo>
                <a:lnTo>
                  <a:pt x="438" y="11"/>
                </a:lnTo>
                <a:lnTo>
                  <a:pt x="439" y="10"/>
                </a:lnTo>
                <a:lnTo>
                  <a:pt x="440" y="10"/>
                </a:lnTo>
                <a:lnTo>
                  <a:pt x="441" y="10"/>
                </a:lnTo>
                <a:lnTo>
                  <a:pt x="441" y="11"/>
                </a:lnTo>
                <a:lnTo>
                  <a:pt x="442" y="11"/>
                </a:lnTo>
                <a:lnTo>
                  <a:pt x="443" y="11"/>
                </a:lnTo>
                <a:lnTo>
                  <a:pt x="444" y="11"/>
                </a:lnTo>
                <a:lnTo>
                  <a:pt x="443" y="12"/>
                </a:lnTo>
                <a:lnTo>
                  <a:pt x="443" y="13"/>
                </a:lnTo>
                <a:lnTo>
                  <a:pt x="444" y="13"/>
                </a:lnTo>
                <a:lnTo>
                  <a:pt x="443" y="12"/>
                </a:lnTo>
                <a:lnTo>
                  <a:pt x="444" y="12"/>
                </a:lnTo>
                <a:lnTo>
                  <a:pt x="445" y="12"/>
                </a:lnTo>
                <a:lnTo>
                  <a:pt x="445" y="13"/>
                </a:lnTo>
                <a:lnTo>
                  <a:pt x="445" y="14"/>
                </a:lnTo>
                <a:lnTo>
                  <a:pt x="445" y="15"/>
                </a:lnTo>
                <a:lnTo>
                  <a:pt x="446" y="15"/>
                </a:lnTo>
                <a:lnTo>
                  <a:pt x="445" y="15"/>
                </a:lnTo>
                <a:lnTo>
                  <a:pt x="445" y="16"/>
                </a:lnTo>
                <a:lnTo>
                  <a:pt x="446" y="16"/>
                </a:lnTo>
                <a:lnTo>
                  <a:pt x="447" y="16"/>
                </a:lnTo>
                <a:lnTo>
                  <a:pt x="447" y="17"/>
                </a:lnTo>
                <a:lnTo>
                  <a:pt x="448" y="18"/>
                </a:lnTo>
                <a:lnTo>
                  <a:pt x="448" y="19"/>
                </a:lnTo>
                <a:lnTo>
                  <a:pt x="449" y="19"/>
                </a:lnTo>
                <a:lnTo>
                  <a:pt x="451" y="19"/>
                </a:lnTo>
                <a:lnTo>
                  <a:pt x="452" y="19"/>
                </a:lnTo>
                <a:lnTo>
                  <a:pt x="452" y="20"/>
                </a:lnTo>
                <a:lnTo>
                  <a:pt x="453" y="20"/>
                </a:lnTo>
                <a:lnTo>
                  <a:pt x="453" y="19"/>
                </a:lnTo>
                <a:lnTo>
                  <a:pt x="454" y="19"/>
                </a:lnTo>
                <a:lnTo>
                  <a:pt x="454" y="20"/>
                </a:lnTo>
                <a:lnTo>
                  <a:pt x="455" y="20"/>
                </a:lnTo>
                <a:lnTo>
                  <a:pt x="456" y="20"/>
                </a:lnTo>
                <a:lnTo>
                  <a:pt x="456" y="21"/>
                </a:lnTo>
                <a:lnTo>
                  <a:pt x="455" y="21"/>
                </a:lnTo>
                <a:lnTo>
                  <a:pt x="456" y="21"/>
                </a:lnTo>
                <a:lnTo>
                  <a:pt x="456" y="22"/>
                </a:lnTo>
                <a:lnTo>
                  <a:pt x="457" y="22"/>
                </a:lnTo>
                <a:lnTo>
                  <a:pt x="456" y="23"/>
                </a:lnTo>
                <a:lnTo>
                  <a:pt x="457" y="23"/>
                </a:lnTo>
                <a:lnTo>
                  <a:pt x="458" y="24"/>
                </a:lnTo>
                <a:lnTo>
                  <a:pt x="458" y="25"/>
                </a:lnTo>
                <a:lnTo>
                  <a:pt x="459" y="26"/>
                </a:lnTo>
                <a:lnTo>
                  <a:pt x="458" y="26"/>
                </a:lnTo>
                <a:lnTo>
                  <a:pt x="458" y="27"/>
                </a:lnTo>
                <a:lnTo>
                  <a:pt x="459" y="28"/>
                </a:lnTo>
                <a:lnTo>
                  <a:pt x="458" y="28"/>
                </a:lnTo>
                <a:lnTo>
                  <a:pt x="458" y="29"/>
                </a:lnTo>
                <a:lnTo>
                  <a:pt x="459" y="28"/>
                </a:lnTo>
                <a:lnTo>
                  <a:pt x="459" y="29"/>
                </a:lnTo>
                <a:lnTo>
                  <a:pt x="458" y="29"/>
                </a:lnTo>
                <a:lnTo>
                  <a:pt x="457" y="29"/>
                </a:lnTo>
                <a:lnTo>
                  <a:pt x="457" y="28"/>
                </a:lnTo>
                <a:lnTo>
                  <a:pt x="456" y="29"/>
                </a:lnTo>
                <a:lnTo>
                  <a:pt x="455" y="30"/>
                </a:lnTo>
                <a:lnTo>
                  <a:pt x="454" y="30"/>
                </a:lnTo>
                <a:lnTo>
                  <a:pt x="454" y="31"/>
                </a:lnTo>
                <a:lnTo>
                  <a:pt x="454" y="32"/>
                </a:lnTo>
                <a:lnTo>
                  <a:pt x="453" y="32"/>
                </a:lnTo>
                <a:lnTo>
                  <a:pt x="452" y="32"/>
                </a:lnTo>
                <a:lnTo>
                  <a:pt x="452" y="33"/>
                </a:lnTo>
                <a:lnTo>
                  <a:pt x="453" y="33"/>
                </a:lnTo>
                <a:lnTo>
                  <a:pt x="453" y="34"/>
                </a:lnTo>
                <a:lnTo>
                  <a:pt x="453" y="35"/>
                </a:lnTo>
                <a:lnTo>
                  <a:pt x="454" y="35"/>
                </a:lnTo>
                <a:lnTo>
                  <a:pt x="455" y="36"/>
                </a:lnTo>
                <a:lnTo>
                  <a:pt x="456" y="36"/>
                </a:lnTo>
                <a:lnTo>
                  <a:pt x="457" y="36"/>
                </a:lnTo>
                <a:lnTo>
                  <a:pt x="457" y="37"/>
                </a:lnTo>
                <a:lnTo>
                  <a:pt x="457" y="36"/>
                </a:lnTo>
                <a:lnTo>
                  <a:pt x="458" y="36"/>
                </a:lnTo>
                <a:lnTo>
                  <a:pt x="458" y="37"/>
                </a:lnTo>
                <a:lnTo>
                  <a:pt x="457" y="37"/>
                </a:lnTo>
                <a:lnTo>
                  <a:pt x="457" y="38"/>
                </a:lnTo>
                <a:lnTo>
                  <a:pt x="458" y="39"/>
                </a:lnTo>
                <a:lnTo>
                  <a:pt x="458" y="40"/>
                </a:lnTo>
                <a:lnTo>
                  <a:pt x="457" y="40"/>
                </a:lnTo>
                <a:lnTo>
                  <a:pt x="457" y="41"/>
                </a:lnTo>
                <a:lnTo>
                  <a:pt x="456" y="40"/>
                </a:lnTo>
                <a:lnTo>
                  <a:pt x="456" y="41"/>
                </a:lnTo>
                <a:lnTo>
                  <a:pt x="455" y="41"/>
                </a:lnTo>
                <a:lnTo>
                  <a:pt x="454" y="41"/>
                </a:lnTo>
                <a:lnTo>
                  <a:pt x="454" y="42"/>
                </a:lnTo>
                <a:lnTo>
                  <a:pt x="453" y="42"/>
                </a:lnTo>
                <a:lnTo>
                  <a:pt x="453" y="41"/>
                </a:lnTo>
                <a:lnTo>
                  <a:pt x="452" y="41"/>
                </a:lnTo>
                <a:lnTo>
                  <a:pt x="452" y="42"/>
                </a:lnTo>
                <a:lnTo>
                  <a:pt x="451" y="42"/>
                </a:lnTo>
                <a:lnTo>
                  <a:pt x="451" y="43"/>
                </a:lnTo>
                <a:lnTo>
                  <a:pt x="451" y="44"/>
                </a:lnTo>
                <a:lnTo>
                  <a:pt x="450" y="44"/>
                </a:lnTo>
                <a:lnTo>
                  <a:pt x="449" y="45"/>
                </a:lnTo>
                <a:lnTo>
                  <a:pt x="448" y="45"/>
                </a:lnTo>
                <a:lnTo>
                  <a:pt x="447" y="45"/>
                </a:lnTo>
                <a:lnTo>
                  <a:pt x="446" y="44"/>
                </a:lnTo>
                <a:lnTo>
                  <a:pt x="445" y="44"/>
                </a:lnTo>
                <a:lnTo>
                  <a:pt x="445" y="45"/>
                </a:lnTo>
                <a:lnTo>
                  <a:pt x="444" y="44"/>
                </a:lnTo>
                <a:lnTo>
                  <a:pt x="443" y="44"/>
                </a:lnTo>
                <a:lnTo>
                  <a:pt x="442" y="44"/>
                </a:lnTo>
                <a:lnTo>
                  <a:pt x="441" y="45"/>
                </a:lnTo>
                <a:lnTo>
                  <a:pt x="441" y="46"/>
                </a:lnTo>
                <a:lnTo>
                  <a:pt x="440" y="47"/>
                </a:lnTo>
                <a:lnTo>
                  <a:pt x="440" y="48"/>
                </a:lnTo>
                <a:lnTo>
                  <a:pt x="440" y="49"/>
                </a:lnTo>
                <a:lnTo>
                  <a:pt x="440" y="50"/>
                </a:lnTo>
                <a:lnTo>
                  <a:pt x="439" y="50"/>
                </a:lnTo>
                <a:lnTo>
                  <a:pt x="438" y="50"/>
                </a:lnTo>
                <a:lnTo>
                  <a:pt x="437" y="51"/>
                </a:lnTo>
                <a:lnTo>
                  <a:pt x="437" y="52"/>
                </a:lnTo>
                <a:lnTo>
                  <a:pt x="438" y="52"/>
                </a:lnTo>
                <a:lnTo>
                  <a:pt x="437" y="52"/>
                </a:lnTo>
                <a:lnTo>
                  <a:pt x="436" y="52"/>
                </a:lnTo>
                <a:lnTo>
                  <a:pt x="435" y="52"/>
                </a:lnTo>
                <a:lnTo>
                  <a:pt x="434" y="52"/>
                </a:lnTo>
                <a:lnTo>
                  <a:pt x="433" y="52"/>
                </a:lnTo>
                <a:lnTo>
                  <a:pt x="433" y="53"/>
                </a:lnTo>
                <a:lnTo>
                  <a:pt x="432" y="53"/>
                </a:lnTo>
                <a:lnTo>
                  <a:pt x="432" y="54"/>
                </a:lnTo>
                <a:lnTo>
                  <a:pt x="433" y="54"/>
                </a:lnTo>
                <a:lnTo>
                  <a:pt x="432" y="54"/>
                </a:lnTo>
                <a:lnTo>
                  <a:pt x="432" y="55"/>
                </a:lnTo>
                <a:lnTo>
                  <a:pt x="431" y="55"/>
                </a:lnTo>
                <a:lnTo>
                  <a:pt x="430" y="55"/>
                </a:lnTo>
                <a:lnTo>
                  <a:pt x="429" y="55"/>
                </a:lnTo>
                <a:lnTo>
                  <a:pt x="429" y="56"/>
                </a:lnTo>
                <a:lnTo>
                  <a:pt x="430" y="56"/>
                </a:lnTo>
                <a:lnTo>
                  <a:pt x="430" y="57"/>
                </a:lnTo>
                <a:lnTo>
                  <a:pt x="429" y="57"/>
                </a:lnTo>
                <a:lnTo>
                  <a:pt x="428" y="57"/>
                </a:lnTo>
                <a:lnTo>
                  <a:pt x="427" y="57"/>
                </a:lnTo>
                <a:lnTo>
                  <a:pt x="427" y="58"/>
                </a:lnTo>
                <a:lnTo>
                  <a:pt x="427" y="59"/>
                </a:lnTo>
                <a:lnTo>
                  <a:pt x="427" y="60"/>
                </a:lnTo>
                <a:lnTo>
                  <a:pt x="427" y="61"/>
                </a:lnTo>
                <a:lnTo>
                  <a:pt x="426" y="61"/>
                </a:lnTo>
                <a:lnTo>
                  <a:pt x="427" y="62"/>
                </a:lnTo>
                <a:lnTo>
                  <a:pt x="428" y="63"/>
                </a:lnTo>
                <a:lnTo>
                  <a:pt x="428" y="64"/>
                </a:lnTo>
                <a:lnTo>
                  <a:pt x="428" y="65"/>
                </a:lnTo>
                <a:lnTo>
                  <a:pt x="427" y="65"/>
                </a:lnTo>
                <a:lnTo>
                  <a:pt x="427" y="66"/>
                </a:lnTo>
                <a:lnTo>
                  <a:pt x="426" y="66"/>
                </a:lnTo>
                <a:lnTo>
                  <a:pt x="425" y="66"/>
                </a:lnTo>
                <a:lnTo>
                  <a:pt x="425" y="67"/>
                </a:lnTo>
                <a:lnTo>
                  <a:pt x="425" y="68"/>
                </a:lnTo>
                <a:lnTo>
                  <a:pt x="424" y="68"/>
                </a:lnTo>
                <a:lnTo>
                  <a:pt x="424" y="69"/>
                </a:lnTo>
                <a:lnTo>
                  <a:pt x="423" y="70"/>
                </a:lnTo>
                <a:lnTo>
                  <a:pt x="423" y="71"/>
                </a:lnTo>
                <a:lnTo>
                  <a:pt x="422" y="71"/>
                </a:lnTo>
                <a:lnTo>
                  <a:pt x="422" y="72"/>
                </a:lnTo>
                <a:lnTo>
                  <a:pt x="423" y="73"/>
                </a:lnTo>
                <a:lnTo>
                  <a:pt x="422" y="74"/>
                </a:lnTo>
                <a:lnTo>
                  <a:pt x="421" y="74"/>
                </a:lnTo>
                <a:lnTo>
                  <a:pt x="421" y="75"/>
                </a:lnTo>
                <a:lnTo>
                  <a:pt x="422" y="75"/>
                </a:lnTo>
                <a:lnTo>
                  <a:pt x="422" y="76"/>
                </a:lnTo>
                <a:lnTo>
                  <a:pt x="422" y="77"/>
                </a:lnTo>
                <a:lnTo>
                  <a:pt x="422" y="78"/>
                </a:lnTo>
                <a:lnTo>
                  <a:pt x="421" y="78"/>
                </a:lnTo>
                <a:lnTo>
                  <a:pt x="420" y="79"/>
                </a:lnTo>
                <a:lnTo>
                  <a:pt x="419" y="80"/>
                </a:lnTo>
                <a:lnTo>
                  <a:pt x="417" y="80"/>
                </a:lnTo>
                <a:lnTo>
                  <a:pt x="417" y="81"/>
                </a:lnTo>
                <a:lnTo>
                  <a:pt x="416" y="81"/>
                </a:lnTo>
                <a:lnTo>
                  <a:pt x="416" y="82"/>
                </a:lnTo>
                <a:lnTo>
                  <a:pt x="416" y="83"/>
                </a:lnTo>
                <a:lnTo>
                  <a:pt x="415" y="83"/>
                </a:lnTo>
                <a:lnTo>
                  <a:pt x="414" y="83"/>
                </a:lnTo>
                <a:lnTo>
                  <a:pt x="413" y="83"/>
                </a:lnTo>
                <a:lnTo>
                  <a:pt x="412" y="83"/>
                </a:lnTo>
                <a:lnTo>
                  <a:pt x="411" y="84"/>
                </a:lnTo>
                <a:lnTo>
                  <a:pt x="410" y="84"/>
                </a:lnTo>
                <a:lnTo>
                  <a:pt x="409" y="84"/>
                </a:lnTo>
                <a:lnTo>
                  <a:pt x="408" y="84"/>
                </a:lnTo>
                <a:lnTo>
                  <a:pt x="407" y="84"/>
                </a:lnTo>
                <a:lnTo>
                  <a:pt x="406" y="84"/>
                </a:lnTo>
                <a:lnTo>
                  <a:pt x="406" y="85"/>
                </a:lnTo>
                <a:lnTo>
                  <a:pt x="407" y="85"/>
                </a:lnTo>
                <a:lnTo>
                  <a:pt x="407" y="86"/>
                </a:lnTo>
                <a:lnTo>
                  <a:pt x="408" y="86"/>
                </a:lnTo>
                <a:lnTo>
                  <a:pt x="408" y="87"/>
                </a:lnTo>
                <a:lnTo>
                  <a:pt x="408" y="88"/>
                </a:lnTo>
                <a:lnTo>
                  <a:pt x="408" y="87"/>
                </a:lnTo>
                <a:lnTo>
                  <a:pt x="407" y="87"/>
                </a:lnTo>
                <a:lnTo>
                  <a:pt x="407" y="88"/>
                </a:lnTo>
                <a:lnTo>
                  <a:pt x="407" y="89"/>
                </a:lnTo>
                <a:lnTo>
                  <a:pt x="408" y="89"/>
                </a:lnTo>
                <a:lnTo>
                  <a:pt x="408" y="88"/>
                </a:lnTo>
                <a:lnTo>
                  <a:pt x="409" y="88"/>
                </a:lnTo>
                <a:lnTo>
                  <a:pt x="410" y="88"/>
                </a:lnTo>
                <a:lnTo>
                  <a:pt x="410" y="89"/>
                </a:lnTo>
                <a:lnTo>
                  <a:pt x="411" y="89"/>
                </a:lnTo>
                <a:lnTo>
                  <a:pt x="412" y="89"/>
                </a:lnTo>
                <a:lnTo>
                  <a:pt x="413" y="89"/>
                </a:lnTo>
                <a:lnTo>
                  <a:pt x="414" y="89"/>
                </a:lnTo>
                <a:lnTo>
                  <a:pt x="415" y="89"/>
                </a:lnTo>
                <a:lnTo>
                  <a:pt x="415" y="90"/>
                </a:lnTo>
                <a:lnTo>
                  <a:pt x="416" y="90"/>
                </a:lnTo>
                <a:lnTo>
                  <a:pt x="417" y="91"/>
                </a:lnTo>
                <a:lnTo>
                  <a:pt x="417" y="92"/>
                </a:lnTo>
                <a:lnTo>
                  <a:pt x="417" y="94"/>
                </a:lnTo>
                <a:lnTo>
                  <a:pt x="418" y="94"/>
                </a:lnTo>
                <a:lnTo>
                  <a:pt x="418" y="95"/>
                </a:lnTo>
                <a:lnTo>
                  <a:pt x="419" y="96"/>
                </a:lnTo>
                <a:lnTo>
                  <a:pt x="420" y="96"/>
                </a:lnTo>
                <a:lnTo>
                  <a:pt x="420" y="95"/>
                </a:lnTo>
                <a:lnTo>
                  <a:pt x="421" y="96"/>
                </a:lnTo>
                <a:lnTo>
                  <a:pt x="421" y="95"/>
                </a:lnTo>
                <a:lnTo>
                  <a:pt x="422" y="95"/>
                </a:lnTo>
                <a:lnTo>
                  <a:pt x="423" y="95"/>
                </a:lnTo>
                <a:lnTo>
                  <a:pt x="423" y="96"/>
                </a:lnTo>
                <a:lnTo>
                  <a:pt x="422" y="96"/>
                </a:lnTo>
                <a:lnTo>
                  <a:pt x="423" y="96"/>
                </a:lnTo>
                <a:lnTo>
                  <a:pt x="423" y="95"/>
                </a:lnTo>
                <a:lnTo>
                  <a:pt x="422" y="95"/>
                </a:lnTo>
                <a:lnTo>
                  <a:pt x="423" y="94"/>
                </a:lnTo>
                <a:lnTo>
                  <a:pt x="423" y="95"/>
                </a:lnTo>
                <a:lnTo>
                  <a:pt x="424" y="95"/>
                </a:lnTo>
                <a:lnTo>
                  <a:pt x="424" y="96"/>
                </a:lnTo>
                <a:lnTo>
                  <a:pt x="425" y="96"/>
                </a:lnTo>
                <a:lnTo>
                  <a:pt x="425" y="97"/>
                </a:lnTo>
                <a:lnTo>
                  <a:pt x="426" y="97"/>
                </a:lnTo>
                <a:lnTo>
                  <a:pt x="427" y="97"/>
                </a:lnTo>
                <a:lnTo>
                  <a:pt x="426" y="98"/>
                </a:lnTo>
                <a:lnTo>
                  <a:pt x="426" y="99"/>
                </a:lnTo>
                <a:lnTo>
                  <a:pt x="426" y="100"/>
                </a:lnTo>
                <a:lnTo>
                  <a:pt x="427" y="100"/>
                </a:lnTo>
                <a:lnTo>
                  <a:pt x="428" y="101"/>
                </a:lnTo>
                <a:lnTo>
                  <a:pt x="428" y="102"/>
                </a:lnTo>
                <a:lnTo>
                  <a:pt x="428" y="103"/>
                </a:lnTo>
                <a:lnTo>
                  <a:pt x="428" y="104"/>
                </a:lnTo>
                <a:lnTo>
                  <a:pt x="428" y="103"/>
                </a:lnTo>
                <a:lnTo>
                  <a:pt x="428" y="104"/>
                </a:lnTo>
                <a:lnTo>
                  <a:pt x="429" y="104"/>
                </a:lnTo>
                <a:lnTo>
                  <a:pt x="430" y="104"/>
                </a:lnTo>
                <a:lnTo>
                  <a:pt x="430" y="105"/>
                </a:lnTo>
                <a:lnTo>
                  <a:pt x="431" y="104"/>
                </a:lnTo>
                <a:lnTo>
                  <a:pt x="432" y="104"/>
                </a:lnTo>
                <a:lnTo>
                  <a:pt x="432" y="103"/>
                </a:lnTo>
                <a:lnTo>
                  <a:pt x="433" y="103"/>
                </a:lnTo>
                <a:lnTo>
                  <a:pt x="434" y="102"/>
                </a:lnTo>
                <a:lnTo>
                  <a:pt x="434" y="101"/>
                </a:lnTo>
                <a:lnTo>
                  <a:pt x="435" y="100"/>
                </a:lnTo>
                <a:lnTo>
                  <a:pt x="435" y="101"/>
                </a:lnTo>
                <a:lnTo>
                  <a:pt x="436" y="100"/>
                </a:lnTo>
                <a:lnTo>
                  <a:pt x="437" y="99"/>
                </a:lnTo>
                <a:lnTo>
                  <a:pt x="438" y="99"/>
                </a:lnTo>
                <a:lnTo>
                  <a:pt x="438" y="98"/>
                </a:lnTo>
                <a:lnTo>
                  <a:pt x="439" y="98"/>
                </a:lnTo>
                <a:lnTo>
                  <a:pt x="440" y="98"/>
                </a:lnTo>
                <a:lnTo>
                  <a:pt x="440" y="99"/>
                </a:lnTo>
                <a:lnTo>
                  <a:pt x="441" y="99"/>
                </a:lnTo>
                <a:lnTo>
                  <a:pt x="442" y="100"/>
                </a:lnTo>
                <a:lnTo>
                  <a:pt x="442" y="99"/>
                </a:lnTo>
                <a:lnTo>
                  <a:pt x="443" y="99"/>
                </a:lnTo>
                <a:lnTo>
                  <a:pt x="444" y="100"/>
                </a:lnTo>
                <a:lnTo>
                  <a:pt x="445" y="99"/>
                </a:lnTo>
                <a:lnTo>
                  <a:pt x="445" y="98"/>
                </a:lnTo>
                <a:lnTo>
                  <a:pt x="446" y="97"/>
                </a:lnTo>
                <a:lnTo>
                  <a:pt x="447" y="96"/>
                </a:lnTo>
                <a:lnTo>
                  <a:pt x="448" y="96"/>
                </a:lnTo>
                <a:lnTo>
                  <a:pt x="449" y="96"/>
                </a:lnTo>
                <a:lnTo>
                  <a:pt x="450" y="96"/>
                </a:lnTo>
                <a:lnTo>
                  <a:pt x="451" y="95"/>
                </a:lnTo>
                <a:lnTo>
                  <a:pt x="451" y="96"/>
                </a:lnTo>
                <a:lnTo>
                  <a:pt x="452" y="96"/>
                </a:lnTo>
                <a:lnTo>
                  <a:pt x="452" y="97"/>
                </a:lnTo>
                <a:lnTo>
                  <a:pt x="452" y="98"/>
                </a:lnTo>
                <a:lnTo>
                  <a:pt x="453" y="99"/>
                </a:lnTo>
                <a:lnTo>
                  <a:pt x="453" y="100"/>
                </a:lnTo>
                <a:lnTo>
                  <a:pt x="454" y="100"/>
                </a:lnTo>
                <a:lnTo>
                  <a:pt x="455" y="100"/>
                </a:lnTo>
                <a:lnTo>
                  <a:pt x="455" y="101"/>
                </a:lnTo>
                <a:lnTo>
                  <a:pt x="455" y="100"/>
                </a:lnTo>
                <a:lnTo>
                  <a:pt x="455" y="99"/>
                </a:lnTo>
                <a:lnTo>
                  <a:pt x="456" y="99"/>
                </a:lnTo>
                <a:lnTo>
                  <a:pt x="456" y="98"/>
                </a:lnTo>
                <a:lnTo>
                  <a:pt x="457" y="98"/>
                </a:lnTo>
                <a:lnTo>
                  <a:pt x="458" y="97"/>
                </a:lnTo>
                <a:lnTo>
                  <a:pt x="458" y="96"/>
                </a:lnTo>
                <a:lnTo>
                  <a:pt x="457" y="96"/>
                </a:lnTo>
                <a:lnTo>
                  <a:pt x="458" y="95"/>
                </a:lnTo>
                <a:lnTo>
                  <a:pt x="457" y="95"/>
                </a:lnTo>
                <a:lnTo>
                  <a:pt x="457" y="94"/>
                </a:lnTo>
                <a:lnTo>
                  <a:pt x="457" y="93"/>
                </a:lnTo>
                <a:lnTo>
                  <a:pt x="457" y="92"/>
                </a:lnTo>
                <a:lnTo>
                  <a:pt x="458" y="92"/>
                </a:lnTo>
                <a:lnTo>
                  <a:pt x="459" y="92"/>
                </a:lnTo>
                <a:lnTo>
                  <a:pt x="459" y="91"/>
                </a:lnTo>
                <a:lnTo>
                  <a:pt x="459" y="92"/>
                </a:lnTo>
                <a:lnTo>
                  <a:pt x="460" y="92"/>
                </a:lnTo>
                <a:lnTo>
                  <a:pt x="460" y="93"/>
                </a:lnTo>
                <a:lnTo>
                  <a:pt x="461" y="93"/>
                </a:lnTo>
                <a:lnTo>
                  <a:pt x="462" y="92"/>
                </a:lnTo>
                <a:lnTo>
                  <a:pt x="461" y="92"/>
                </a:lnTo>
                <a:lnTo>
                  <a:pt x="462" y="92"/>
                </a:lnTo>
                <a:lnTo>
                  <a:pt x="463" y="92"/>
                </a:lnTo>
                <a:lnTo>
                  <a:pt x="463" y="93"/>
                </a:lnTo>
                <a:lnTo>
                  <a:pt x="464" y="93"/>
                </a:lnTo>
                <a:lnTo>
                  <a:pt x="464" y="94"/>
                </a:lnTo>
                <a:lnTo>
                  <a:pt x="465" y="94"/>
                </a:lnTo>
                <a:lnTo>
                  <a:pt x="466" y="94"/>
                </a:lnTo>
                <a:lnTo>
                  <a:pt x="467" y="93"/>
                </a:lnTo>
                <a:lnTo>
                  <a:pt x="468" y="93"/>
                </a:lnTo>
                <a:lnTo>
                  <a:pt x="468" y="94"/>
                </a:lnTo>
                <a:lnTo>
                  <a:pt x="469" y="94"/>
                </a:lnTo>
                <a:lnTo>
                  <a:pt x="468" y="95"/>
                </a:lnTo>
                <a:lnTo>
                  <a:pt x="469" y="96"/>
                </a:lnTo>
                <a:lnTo>
                  <a:pt x="469" y="97"/>
                </a:lnTo>
                <a:lnTo>
                  <a:pt x="470" y="97"/>
                </a:lnTo>
                <a:lnTo>
                  <a:pt x="471" y="97"/>
                </a:lnTo>
                <a:lnTo>
                  <a:pt x="471" y="96"/>
                </a:lnTo>
                <a:lnTo>
                  <a:pt x="471" y="95"/>
                </a:lnTo>
                <a:lnTo>
                  <a:pt x="472" y="95"/>
                </a:lnTo>
                <a:lnTo>
                  <a:pt x="472" y="94"/>
                </a:lnTo>
                <a:lnTo>
                  <a:pt x="472" y="93"/>
                </a:lnTo>
                <a:lnTo>
                  <a:pt x="473" y="92"/>
                </a:lnTo>
                <a:lnTo>
                  <a:pt x="472" y="92"/>
                </a:lnTo>
                <a:lnTo>
                  <a:pt x="472" y="91"/>
                </a:lnTo>
                <a:lnTo>
                  <a:pt x="472" y="90"/>
                </a:lnTo>
                <a:lnTo>
                  <a:pt x="473" y="90"/>
                </a:lnTo>
                <a:lnTo>
                  <a:pt x="473" y="89"/>
                </a:lnTo>
                <a:lnTo>
                  <a:pt x="473" y="88"/>
                </a:lnTo>
                <a:lnTo>
                  <a:pt x="473" y="87"/>
                </a:lnTo>
                <a:lnTo>
                  <a:pt x="474" y="87"/>
                </a:lnTo>
                <a:lnTo>
                  <a:pt x="474" y="86"/>
                </a:lnTo>
                <a:lnTo>
                  <a:pt x="476" y="86"/>
                </a:lnTo>
                <a:lnTo>
                  <a:pt x="476" y="87"/>
                </a:lnTo>
                <a:lnTo>
                  <a:pt x="475" y="88"/>
                </a:lnTo>
                <a:lnTo>
                  <a:pt x="476" y="88"/>
                </a:lnTo>
                <a:lnTo>
                  <a:pt x="477" y="88"/>
                </a:lnTo>
                <a:lnTo>
                  <a:pt x="478" y="87"/>
                </a:lnTo>
                <a:lnTo>
                  <a:pt x="478" y="86"/>
                </a:lnTo>
                <a:lnTo>
                  <a:pt x="479" y="86"/>
                </a:lnTo>
                <a:lnTo>
                  <a:pt x="480" y="86"/>
                </a:lnTo>
                <a:lnTo>
                  <a:pt x="481" y="86"/>
                </a:lnTo>
                <a:lnTo>
                  <a:pt x="482" y="85"/>
                </a:lnTo>
                <a:lnTo>
                  <a:pt x="482" y="86"/>
                </a:lnTo>
                <a:lnTo>
                  <a:pt x="483" y="86"/>
                </a:lnTo>
                <a:lnTo>
                  <a:pt x="484" y="86"/>
                </a:lnTo>
                <a:lnTo>
                  <a:pt x="484" y="85"/>
                </a:lnTo>
                <a:lnTo>
                  <a:pt x="485" y="85"/>
                </a:lnTo>
                <a:lnTo>
                  <a:pt x="485" y="84"/>
                </a:lnTo>
                <a:lnTo>
                  <a:pt x="486" y="84"/>
                </a:lnTo>
                <a:lnTo>
                  <a:pt x="485" y="84"/>
                </a:lnTo>
                <a:lnTo>
                  <a:pt x="485" y="83"/>
                </a:lnTo>
                <a:lnTo>
                  <a:pt x="486" y="83"/>
                </a:lnTo>
                <a:lnTo>
                  <a:pt x="486" y="82"/>
                </a:lnTo>
                <a:lnTo>
                  <a:pt x="486" y="83"/>
                </a:lnTo>
                <a:lnTo>
                  <a:pt x="487" y="83"/>
                </a:lnTo>
                <a:lnTo>
                  <a:pt x="488" y="83"/>
                </a:lnTo>
                <a:lnTo>
                  <a:pt x="489" y="84"/>
                </a:lnTo>
                <a:lnTo>
                  <a:pt x="490" y="86"/>
                </a:lnTo>
                <a:lnTo>
                  <a:pt x="491" y="86"/>
                </a:lnTo>
                <a:lnTo>
                  <a:pt x="492" y="86"/>
                </a:lnTo>
                <a:lnTo>
                  <a:pt x="492" y="87"/>
                </a:lnTo>
                <a:lnTo>
                  <a:pt x="493" y="86"/>
                </a:lnTo>
                <a:lnTo>
                  <a:pt x="492" y="86"/>
                </a:lnTo>
                <a:lnTo>
                  <a:pt x="493" y="85"/>
                </a:lnTo>
                <a:lnTo>
                  <a:pt x="494" y="85"/>
                </a:lnTo>
                <a:lnTo>
                  <a:pt x="494" y="84"/>
                </a:lnTo>
                <a:lnTo>
                  <a:pt x="495" y="84"/>
                </a:lnTo>
                <a:lnTo>
                  <a:pt x="496" y="84"/>
                </a:lnTo>
                <a:lnTo>
                  <a:pt x="497" y="84"/>
                </a:lnTo>
                <a:lnTo>
                  <a:pt x="497" y="83"/>
                </a:lnTo>
                <a:lnTo>
                  <a:pt x="497" y="84"/>
                </a:lnTo>
                <a:lnTo>
                  <a:pt x="498" y="84"/>
                </a:lnTo>
                <a:lnTo>
                  <a:pt x="499" y="84"/>
                </a:lnTo>
                <a:lnTo>
                  <a:pt x="499" y="83"/>
                </a:lnTo>
                <a:lnTo>
                  <a:pt x="498" y="83"/>
                </a:lnTo>
                <a:lnTo>
                  <a:pt x="498" y="84"/>
                </a:lnTo>
                <a:lnTo>
                  <a:pt x="498" y="83"/>
                </a:lnTo>
                <a:lnTo>
                  <a:pt x="498" y="82"/>
                </a:lnTo>
                <a:lnTo>
                  <a:pt x="499" y="82"/>
                </a:lnTo>
                <a:lnTo>
                  <a:pt x="500" y="82"/>
                </a:lnTo>
                <a:lnTo>
                  <a:pt x="501" y="81"/>
                </a:lnTo>
                <a:lnTo>
                  <a:pt x="502" y="80"/>
                </a:lnTo>
                <a:lnTo>
                  <a:pt x="503" y="81"/>
                </a:lnTo>
                <a:lnTo>
                  <a:pt x="503" y="80"/>
                </a:lnTo>
                <a:lnTo>
                  <a:pt x="504" y="80"/>
                </a:lnTo>
                <a:lnTo>
                  <a:pt x="505" y="80"/>
                </a:lnTo>
                <a:lnTo>
                  <a:pt x="505" y="79"/>
                </a:lnTo>
                <a:lnTo>
                  <a:pt x="506" y="78"/>
                </a:lnTo>
                <a:lnTo>
                  <a:pt x="507" y="78"/>
                </a:lnTo>
                <a:lnTo>
                  <a:pt x="507" y="77"/>
                </a:lnTo>
                <a:lnTo>
                  <a:pt x="508" y="77"/>
                </a:lnTo>
                <a:lnTo>
                  <a:pt x="509" y="77"/>
                </a:lnTo>
                <a:lnTo>
                  <a:pt x="510" y="78"/>
                </a:lnTo>
                <a:lnTo>
                  <a:pt x="511" y="78"/>
                </a:lnTo>
                <a:lnTo>
                  <a:pt x="512" y="78"/>
                </a:lnTo>
                <a:lnTo>
                  <a:pt x="513" y="79"/>
                </a:lnTo>
                <a:lnTo>
                  <a:pt x="514" y="79"/>
                </a:lnTo>
                <a:lnTo>
                  <a:pt x="514" y="80"/>
                </a:lnTo>
                <a:lnTo>
                  <a:pt x="514" y="79"/>
                </a:lnTo>
                <a:lnTo>
                  <a:pt x="514" y="78"/>
                </a:lnTo>
                <a:lnTo>
                  <a:pt x="514" y="77"/>
                </a:lnTo>
                <a:lnTo>
                  <a:pt x="514" y="76"/>
                </a:lnTo>
                <a:lnTo>
                  <a:pt x="515" y="75"/>
                </a:lnTo>
                <a:lnTo>
                  <a:pt x="515" y="76"/>
                </a:lnTo>
                <a:lnTo>
                  <a:pt x="516" y="76"/>
                </a:lnTo>
                <a:lnTo>
                  <a:pt x="517" y="75"/>
                </a:lnTo>
                <a:lnTo>
                  <a:pt x="518" y="74"/>
                </a:lnTo>
                <a:lnTo>
                  <a:pt x="518" y="73"/>
                </a:lnTo>
                <a:lnTo>
                  <a:pt x="519" y="74"/>
                </a:lnTo>
                <a:lnTo>
                  <a:pt x="520" y="74"/>
                </a:lnTo>
                <a:lnTo>
                  <a:pt x="520" y="75"/>
                </a:lnTo>
                <a:lnTo>
                  <a:pt x="521" y="76"/>
                </a:lnTo>
                <a:lnTo>
                  <a:pt x="522" y="76"/>
                </a:lnTo>
                <a:lnTo>
                  <a:pt x="522" y="77"/>
                </a:lnTo>
                <a:lnTo>
                  <a:pt x="523" y="76"/>
                </a:lnTo>
                <a:lnTo>
                  <a:pt x="524" y="76"/>
                </a:lnTo>
                <a:lnTo>
                  <a:pt x="524" y="77"/>
                </a:lnTo>
                <a:lnTo>
                  <a:pt x="525" y="77"/>
                </a:lnTo>
                <a:lnTo>
                  <a:pt x="525" y="78"/>
                </a:lnTo>
                <a:lnTo>
                  <a:pt x="526" y="78"/>
                </a:lnTo>
                <a:lnTo>
                  <a:pt x="526" y="79"/>
                </a:lnTo>
                <a:lnTo>
                  <a:pt x="526" y="80"/>
                </a:lnTo>
                <a:lnTo>
                  <a:pt x="527" y="80"/>
                </a:lnTo>
                <a:lnTo>
                  <a:pt x="527" y="81"/>
                </a:lnTo>
                <a:lnTo>
                  <a:pt x="528" y="82"/>
                </a:lnTo>
                <a:lnTo>
                  <a:pt x="528" y="81"/>
                </a:lnTo>
                <a:lnTo>
                  <a:pt x="529" y="81"/>
                </a:lnTo>
                <a:lnTo>
                  <a:pt x="529" y="82"/>
                </a:lnTo>
                <a:lnTo>
                  <a:pt x="529" y="83"/>
                </a:lnTo>
                <a:lnTo>
                  <a:pt x="528" y="83"/>
                </a:lnTo>
                <a:lnTo>
                  <a:pt x="529" y="83"/>
                </a:lnTo>
                <a:lnTo>
                  <a:pt x="529" y="84"/>
                </a:lnTo>
                <a:lnTo>
                  <a:pt x="530" y="84"/>
                </a:lnTo>
                <a:lnTo>
                  <a:pt x="531" y="85"/>
                </a:lnTo>
                <a:lnTo>
                  <a:pt x="531" y="86"/>
                </a:lnTo>
                <a:lnTo>
                  <a:pt x="532" y="87"/>
                </a:lnTo>
                <a:lnTo>
                  <a:pt x="532" y="88"/>
                </a:lnTo>
                <a:lnTo>
                  <a:pt x="532" y="89"/>
                </a:lnTo>
                <a:lnTo>
                  <a:pt x="532" y="90"/>
                </a:lnTo>
                <a:lnTo>
                  <a:pt x="533" y="90"/>
                </a:lnTo>
                <a:lnTo>
                  <a:pt x="533" y="91"/>
                </a:lnTo>
                <a:lnTo>
                  <a:pt x="533" y="92"/>
                </a:lnTo>
                <a:lnTo>
                  <a:pt x="534" y="92"/>
                </a:lnTo>
                <a:lnTo>
                  <a:pt x="534" y="91"/>
                </a:lnTo>
                <a:lnTo>
                  <a:pt x="534" y="92"/>
                </a:lnTo>
                <a:lnTo>
                  <a:pt x="535" y="92"/>
                </a:lnTo>
                <a:lnTo>
                  <a:pt x="536" y="91"/>
                </a:lnTo>
                <a:lnTo>
                  <a:pt x="537" y="91"/>
                </a:lnTo>
                <a:lnTo>
                  <a:pt x="538" y="91"/>
                </a:lnTo>
                <a:lnTo>
                  <a:pt x="538" y="92"/>
                </a:lnTo>
                <a:lnTo>
                  <a:pt x="539" y="92"/>
                </a:lnTo>
                <a:lnTo>
                  <a:pt x="540" y="92"/>
                </a:lnTo>
                <a:lnTo>
                  <a:pt x="541" y="93"/>
                </a:lnTo>
                <a:lnTo>
                  <a:pt x="542" y="93"/>
                </a:lnTo>
                <a:lnTo>
                  <a:pt x="543" y="94"/>
                </a:lnTo>
                <a:lnTo>
                  <a:pt x="543" y="95"/>
                </a:lnTo>
                <a:lnTo>
                  <a:pt x="543" y="96"/>
                </a:lnTo>
                <a:lnTo>
                  <a:pt x="542" y="97"/>
                </a:lnTo>
                <a:lnTo>
                  <a:pt x="542" y="98"/>
                </a:lnTo>
                <a:lnTo>
                  <a:pt x="543" y="98"/>
                </a:lnTo>
                <a:lnTo>
                  <a:pt x="543" y="99"/>
                </a:lnTo>
                <a:lnTo>
                  <a:pt x="544" y="99"/>
                </a:lnTo>
                <a:lnTo>
                  <a:pt x="545" y="99"/>
                </a:lnTo>
                <a:lnTo>
                  <a:pt x="546" y="100"/>
                </a:lnTo>
                <a:lnTo>
                  <a:pt x="546" y="99"/>
                </a:lnTo>
                <a:lnTo>
                  <a:pt x="547" y="99"/>
                </a:lnTo>
                <a:lnTo>
                  <a:pt x="548" y="99"/>
                </a:lnTo>
                <a:lnTo>
                  <a:pt x="549" y="99"/>
                </a:lnTo>
                <a:lnTo>
                  <a:pt x="550" y="98"/>
                </a:lnTo>
                <a:lnTo>
                  <a:pt x="551" y="98"/>
                </a:lnTo>
                <a:lnTo>
                  <a:pt x="551" y="97"/>
                </a:lnTo>
                <a:lnTo>
                  <a:pt x="552" y="97"/>
                </a:lnTo>
                <a:lnTo>
                  <a:pt x="553" y="96"/>
                </a:lnTo>
                <a:lnTo>
                  <a:pt x="552" y="96"/>
                </a:lnTo>
                <a:lnTo>
                  <a:pt x="552" y="97"/>
                </a:lnTo>
                <a:lnTo>
                  <a:pt x="553" y="97"/>
                </a:lnTo>
                <a:lnTo>
                  <a:pt x="554" y="98"/>
                </a:lnTo>
                <a:lnTo>
                  <a:pt x="554" y="97"/>
                </a:lnTo>
                <a:lnTo>
                  <a:pt x="555" y="97"/>
                </a:lnTo>
                <a:lnTo>
                  <a:pt x="556" y="98"/>
                </a:lnTo>
                <a:lnTo>
                  <a:pt x="556" y="97"/>
                </a:lnTo>
                <a:lnTo>
                  <a:pt x="557" y="97"/>
                </a:lnTo>
                <a:lnTo>
                  <a:pt x="558" y="97"/>
                </a:lnTo>
                <a:lnTo>
                  <a:pt x="558" y="96"/>
                </a:lnTo>
                <a:lnTo>
                  <a:pt x="557" y="96"/>
                </a:lnTo>
                <a:lnTo>
                  <a:pt x="557" y="95"/>
                </a:lnTo>
                <a:lnTo>
                  <a:pt x="557" y="94"/>
                </a:lnTo>
                <a:lnTo>
                  <a:pt x="556" y="94"/>
                </a:lnTo>
                <a:lnTo>
                  <a:pt x="555" y="93"/>
                </a:lnTo>
                <a:lnTo>
                  <a:pt x="555" y="92"/>
                </a:lnTo>
                <a:lnTo>
                  <a:pt x="554" y="92"/>
                </a:lnTo>
                <a:lnTo>
                  <a:pt x="554" y="91"/>
                </a:lnTo>
                <a:lnTo>
                  <a:pt x="553" y="91"/>
                </a:lnTo>
                <a:lnTo>
                  <a:pt x="553" y="90"/>
                </a:lnTo>
                <a:lnTo>
                  <a:pt x="552" y="90"/>
                </a:lnTo>
                <a:lnTo>
                  <a:pt x="552" y="89"/>
                </a:lnTo>
                <a:lnTo>
                  <a:pt x="553" y="89"/>
                </a:lnTo>
                <a:lnTo>
                  <a:pt x="553" y="88"/>
                </a:lnTo>
                <a:lnTo>
                  <a:pt x="552" y="88"/>
                </a:lnTo>
                <a:lnTo>
                  <a:pt x="552" y="87"/>
                </a:lnTo>
                <a:lnTo>
                  <a:pt x="551" y="87"/>
                </a:lnTo>
                <a:lnTo>
                  <a:pt x="550" y="87"/>
                </a:lnTo>
                <a:lnTo>
                  <a:pt x="550" y="86"/>
                </a:lnTo>
                <a:lnTo>
                  <a:pt x="551" y="86"/>
                </a:lnTo>
                <a:lnTo>
                  <a:pt x="551" y="85"/>
                </a:lnTo>
                <a:lnTo>
                  <a:pt x="552" y="85"/>
                </a:lnTo>
                <a:lnTo>
                  <a:pt x="552" y="86"/>
                </a:lnTo>
                <a:lnTo>
                  <a:pt x="553" y="86"/>
                </a:lnTo>
                <a:lnTo>
                  <a:pt x="553" y="85"/>
                </a:lnTo>
                <a:lnTo>
                  <a:pt x="554" y="85"/>
                </a:lnTo>
                <a:lnTo>
                  <a:pt x="554" y="84"/>
                </a:lnTo>
                <a:lnTo>
                  <a:pt x="554" y="83"/>
                </a:lnTo>
                <a:lnTo>
                  <a:pt x="553" y="82"/>
                </a:lnTo>
                <a:lnTo>
                  <a:pt x="553" y="83"/>
                </a:lnTo>
                <a:lnTo>
                  <a:pt x="552" y="83"/>
                </a:lnTo>
                <a:lnTo>
                  <a:pt x="551" y="82"/>
                </a:lnTo>
                <a:lnTo>
                  <a:pt x="551" y="81"/>
                </a:lnTo>
                <a:lnTo>
                  <a:pt x="551" y="80"/>
                </a:lnTo>
                <a:lnTo>
                  <a:pt x="550" y="80"/>
                </a:lnTo>
                <a:lnTo>
                  <a:pt x="549" y="80"/>
                </a:lnTo>
                <a:lnTo>
                  <a:pt x="549" y="78"/>
                </a:lnTo>
                <a:lnTo>
                  <a:pt x="550" y="78"/>
                </a:lnTo>
                <a:lnTo>
                  <a:pt x="550" y="77"/>
                </a:lnTo>
                <a:lnTo>
                  <a:pt x="551" y="76"/>
                </a:lnTo>
                <a:lnTo>
                  <a:pt x="551" y="75"/>
                </a:lnTo>
                <a:lnTo>
                  <a:pt x="551" y="74"/>
                </a:lnTo>
                <a:lnTo>
                  <a:pt x="550" y="74"/>
                </a:lnTo>
                <a:lnTo>
                  <a:pt x="551" y="73"/>
                </a:lnTo>
                <a:lnTo>
                  <a:pt x="551" y="71"/>
                </a:lnTo>
                <a:lnTo>
                  <a:pt x="552" y="71"/>
                </a:lnTo>
                <a:lnTo>
                  <a:pt x="552" y="70"/>
                </a:lnTo>
                <a:lnTo>
                  <a:pt x="551" y="70"/>
                </a:lnTo>
                <a:lnTo>
                  <a:pt x="552" y="69"/>
                </a:lnTo>
                <a:lnTo>
                  <a:pt x="552" y="70"/>
                </a:lnTo>
                <a:lnTo>
                  <a:pt x="552" y="69"/>
                </a:lnTo>
                <a:lnTo>
                  <a:pt x="553" y="69"/>
                </a:lnTo>
                <a:lnTo>
                  <a:pt x="552" y="69"/>
                </a:lnTo>
                <a:lnTo>
                  <a:pt x="552" y="68"/>
                </a:lnTo>
                <a:lnTo>
                  <a:pt x="553" y="67"/>
                </a:lnTo>
                <a:lnTo>
                  <a:pt x="552" y="67"/>
                </a:lnTo>
                <a:lnTo>
                  <a:pt x="552" y="66"/>
                </a:lnTo>
                <a:lnTo>
                  <a:pt x="553" y="66"/>
                </a:lnTo>
                <a:lnTo>
                  <a:pt x="553" y="67"/>
                </a:lnTo>
                <a:lnTo>
                  <a:pt x="554" y="67"/>
                </a:lnTo>
                <a:lnTo>
                  <a:pt x="554" y="66"/>
                </a:lnTo>
                <a:lnTo>
                  <a:pt x="554" y="65"/>
                </a:lnTo>
                <a:lnTo>
                  <a:pt x="554" y="64"/>
                </a:lnTo>
                <a:lnTo>
                  <a:pt x="554" y="63"/>
                </a:lnTo>
                <a:lnTo>
                  <a:pt x="555" y="63"/>
                </a:lnTo>
                <a:lnTo>
                  <a:pt x="555" y="62"/>
                </a:lnTo>
                <a:lnTo>
                  <a:pt x="556" y="62"/>
                </a:lnTo>
                <a:lnTo>
                  <a:pt x="557" y="62"/>
                </a:lnTo>
                <a:lnTo>
                  <a:pt x="558" y="62"/>
                </a:lnTo>
                <a:lnTo>
                  <a:pt x="558" y="63"/>
                </a:lnTo>
                <a:lnTo>
                  <a:pt x="559" y="64"/>
                </a:lnTo>
                <a:lnTo>
                  <a:pt x="559" y="63"/>
                </a:lnTo>
                <a:lnTo>
                  <a:pt x="559" y="64"/>
                </a:lnTo>
                <a:lnTo>
                  <a:pt x="559" y="65"/>
                </a:lnTo>
                <a:lnTo>
                  <a:pt x="559" y="66"/>
                </a:lnTo>
                <a:lnTo>
                  <a:pt x="560" y="66"/>
                </a:lnTo>
                <a:lnTo>
                  <a:pt x="562" y="66"/>
                </a:lnTo>
                <a:lnTo>
                  <a:pt x="562" y="65"/>
                </a:lnTo>
                <a:lnTo>
                  <a:pt x="563" y="65"/>
                </a:lnTo>
                <a:lnTo>
                  <a:pt x="563" y="64"/>
                </a:lnTo>
                <a:lnTo>
                  <a:pt x="562" y="64"/>
                </a:lnTo>
                <a:lnTo>
                  <a:pt x="562" y="63"/>
                </a:lnTo>
                <a:lnTo>
                  <a:pt x="561" y="63"/>
                </a:lnTo>
                <a:lnTo>
                  <a:pt x="561" y="62"/>
                </a:lnTo>
                <a:lnTo>
                  <a:pt x="561" y="61"/>
                </a:lnTo>
                <a:lnTo>
                  <a:pt x="561" y="60"/>
                </a:lnTo>
                <a:lnTo>
                  <a:pt x="561" y="59"/>
                </a:lnTo>
                <a:lnTo>
                  <a:pt x="562" y="59"/>
                </a:lnTo>
                <a:lnTo>
                  <a:pt x="563" y="59"/>
                </a:lnTo>
                <a:lnTo>
                  <a:pt x="563" y="60"/>
                </a:lnTo>
                <a:lnTo>
                  <a:pt x="564" y="60"/>
                </a:lnTo>
                <a:lnTo>
                  <a:pt x="565" y="61"/>
                </a:lnTo>
                <a:lnTo>
                  <a:pt x="566" y="61"/>
                </a:lnTo>
                <a:lnTo>
                  <a:pt x="567" y="61"/>
                </a:lnTo>
                <a:lnTo>
                  <a:pt x="568" y="61"/>
                </a:lnTo>
                <a:lnTo>
                  <a:pt x="569" y="61"/>
                </a:lnTo>
                <a:lnTo>
                  <a:pt x="570" y="61"/>
                </a:lnTo>
                <a:lnTo>
                  <a:pt x="570" y="62"/>
                </a:lnTo>
                <a:lnTo>
                  <a:pt x="570" y="63"/>
                </a:lnTo>
                <a:lnTo>
                  <a:pt x="571" y="63"/>
                </a:lnTo>
                <a:lnTo>
                  <a:pt x="572" y="63"/>
                </a:lnTo>
                <a:lnTo>
                  <a:pt x="573" y="62"/>
                </a:lnTo>
                <a:lnTo>
                  <a:pt x="574" y="63"/>
                </a:lnTo>
                <a:lnTo>
                  <a:pt x="575" y="63"/>
                </a:lnTo>
                <a:lnTo>
                  <a:pt x="575" y="64"/>
                </a:lnTo>
                <a:lnTo>
                  <a:pt x="575" y="65"/>
                </a:lnTo>
                <a:lnTo>
                  <a:pt x="576" y="65"/>
                </a:lnTo>
                <a:lnTo>
                  <a:pt x="576" y="66"/>
                </a:lnTo>
                <a:lnTo>
                  <a:pt x="577" y="67"/>
                </a:lnTo>
                <a:lnTo>
                  <a:pt x="578" y="68"/>
                </a:lnTo>
                <a:lnTo>
                  <a:pt x="578" y="67"/>
                </a:lnTo>
                <a:lnTo>
                  <a:pt x="579" y="67"/>
                </a:lnTo>
                <a:lnTo>
                  <a:pt x="579" y="68"/>
                </a:lnTo>
                <a:lnTo>
                  <a:pt x="579" y="69"/>
                </a:lnTo>
                <a:lnTo>
                  <a:pt x="580" y="69"/>
                </a:lnTo>
                <a:lnTo>
                  <a:pt x="580" y="68"/>
                </a:lnTo>
                <a:lnTo>
                  <a:pt x="581" y="68"/>
                </a:lnTo>
                <a:lnTo>
                  <a:pt x="582" y="68"/>
                </a:lnTo>
                <a:lnTo>
                  <a:pt x="583" y="68"/>
                </a:lnTo>
                <a:lnTo>
                  <a:pt x="584" y="68"/>
                </a:lnTo>
                <a:lnTo>
                  <a:pt x="585" y="68"/>
                </a:lnTo>
                <a:lnTo>
                  <a:pt x="586" y="67"/>
                </a:lnTo>
                <a:lnTo>
                  <a:pt x="587" y="67"/>
                </a:lnTo>
                <a:lnTo>
                  <a:pt x="587" y="66"/>
                </a:lnTo>
                <a:lnTo>
                  <a:pt x="588" y="66"/>
                </a:lnTo>
                <a:lnTo>
                  <a:pt x="588" y="65"/>
                </a:lnTo>
                <a:lnTo>
                  <a:pt x="589" y="65"/>
                </a:lnTo>
                <a:lnTo>
                  <a:pt x="589" y="66"/>
                </a:lnTo>
                <a:lnTo>
                  <a:pt x="589" y="67"/>
                </a:lnTo>
                <a:lnTo>
                  <a:pt x="590" y="67"/>
                </a:lnTo>
                <a:lnTo>
                  <a:pt x="591" y="68"/>
                </a:lnTo>
                <a:lnTo>
                  <a:pt x="591" y="69"/>
                </a:lnTo>
                <a:lnTo>
                  <a:pt x="592" y="70"/>
                </a:lnTo>
                <a:lnTo>
                  <a:pt x="593" y="70"/>
                </a:lnTo>
                <a:lnTo>
                  <a:pt x="594" y="70"/>
                </a:lnTo>
                <a:lnTo>
                  <a:pt x="594" y="71"/>
                </a:lnTo>
                <a:lnTo>
                  <a:pt x="593" y="71"/>
                </a:lnTo>
                <a:lnTo>
                  <a:pt x="592" y="73"/>
                </a:lnTo>
                <a:lnTo>
                  <a:pt x="593" y="73"/>
                </a:lnTo>
                <a:lnTo>
                  <a:pt x="593" y="74"/>
                </a:lnTo>
                <a:lnTo>
                  <a:pt x="594" y="74"/>
                </a:lnTo>
                <a:lnTo>
                  <a:pt x="595" y="73"/>
                </a:lnTo>
                <a:lnTo>
                  <a:pt x="596" y="73"/>
                </a:lnTo>
                <a:lnTo>
                  <a:pt x="597" y="73"/>
                </a:lnTo>
                <a:lnTo>
                  <a:pt x="598" y="73"/>
                </a:lnTo>
                <a:lnTo>
                  <a:pt x="599" y="72"/>
                </a:lnTo>
                <a:lnTo>
                  <a:pt x="600" y="71"/>
                </a:lnTo>
                <a:lnTo>
                  <a:pt x="601" y="70"/>
                </a:lnTo>
                <a:lnTo>
                  <a:pt x="602" y="71"/>
                </a:lnTo>
                <a:lnTo>
                  <a:pt x="602" y="70"/>
                </a:lnTo>
                <a:lnTo>
                  <a:pt x="603" y="70"/>
                </a:lnTo>
                <a:lnTo>
                  <a:pt x="603" y="69"/>
                </a:lnTo>
                <a:lnTo>
                  <a:pt x="603" y="67"/>
                </a:lnTo>
                <a:lnTo>
                  <a:pt x="604" y="67"/>
                </a:lnTo>
                <a:lnTo>
                  <a:pt x="604" y="66"/>
                </a:lnTo>
                <a:lnTo>
                  <a:pt x="605" y="66"/>
                </a:lnTo>
                <a:lnTo>
                  <a:pt x="605" y="65"/>
                </a:lnTo>
                <a:lnTo>
                  <a:pt x="606" y="65"/>
                </a:lnTo>
                <a:lnTo>
                  <a:pt x="607" y="65"/>
                </a:lnTo>
                <a:lnTo>
                  <a:pt x="607" y="66"/>
                </a:lnTo>
                <a:lnTo>
                  <a:pt x="607" y="67"/>
                </a:lnTo>
                <a:lnTo>
                  <a:pt x="608" y="68"/>
                </a:lnTo>
                <a:lnTo>
                  <a:pt x="609" y="69"/>
                </a:lnTo>
                <a:lnTo>
                  <a:pt x="608" y="70"/>
                </a:lnTo>
                <a:lnTo>
                  <a:pt x="607" y="70"/>
                </a:lnTo>
                <a:lnTo>
                  <a:pt x="606" y="71"/>
                </a:lnTo>
                <a:lnTo>
                  <a:pt x="605" y="71"/>
                </a:lnTo>
                <a:lnTo>
                  <a:pt x="605" y="72"/>
                </a:lnTo>
                <a:lnTo>
                  <a:pt x="605" y="73"/>
                </a:lnTo>
                <a:lnTo>
                  <a:pt x="606" y="73"/>
                </a:lnTo>
                <a:lnTo>
                  <a:pt x="606" y="74"/>
                </a:lnTo>
                <a:lnTo>
                  <a:pt x="607" y="74"/>
                </a:lnTo>
                <a:lnTo>
                  <a:pt x="607" y="73"/>
                </a:lnTo>
                <a:lnTo>
                  <a:pt x="608" y="74"/>
                </a:lnTo>
                <a:lnTo>
                  <a:pt x="608" y="75"/>
                </a:lnTo>
                <a:lnTo>
                  <a:pt x="609" y="75"/>
                </a:lnTo>
                <a:lnTo>
                  <a:pt x="609" y="76"/>
                </a:lnTo>
                <a:lnTo>
                  <a:pt x="609" y="77"/>
                </a:lnTo>
                <a:lnTo>
                  <a:pt x="609" y="78"/>
                </a:lnTo>
                <a:lnTo>
                  <a:pt x="609" y="79"/>
                </a:lnTo>
                <a:lnTo>
                  <a:pt x="610" y="79"/>
                </a:lnTo>
                <a:lnTo>
                  <a:pt x="610" y="80"/>
                </a:lnTo>
                <a:lnTo>
                  <a:pt x="611" y="79"/>
                </a:lnTo>
                <a:lnTo>
                  <a:pt x="611" y="80"/>
                </a:lnTo>
                <a:lnTo>
                  <a:pt x="611" y="81"/>
                </a:lnTo>
                <a:lnTo>
                  <a:pt x="611" y="82"/>
                </a:lnTo>
                <a:lnTo>
                  <a:pt x="612" y="82"/>
                </a:lnTo>
                <a:lnTo>
                  <a:pt x="613" y="82"/>
                </a:lnTo>
                <a:lnTo>
                  <a:pt x="613" y="81"/>
                </a:lnTo>
                <a:lnTo>
                  <a:pt x="614" y="81"/>
                </a:lnTo>
                <a:lnTo>
                  <a:pt x="615" y="81"/>
                </a:lnTo>
                <a:lnTo>
                  <a:pt x="616" y="82"/>
                </a:lnTo>
                <a:lnTo>
                  <a:pt x="616" y="83"/>
                </a:lnTo>
                <a:lnTo>
                  <a:pt x="617" y="83"/>
                </a:lnTo>
                <a:lnTo>
                  <a:pt x="617" y="84"/>
                </a:lnTo>
                <a:lnTo>
                  <a:pt x="617" y="85"/>
                </a:lnTo>
                <a:lnTo>
                  <a:pt x="617" y="86"/>
                </a:lnTo>
                <a:lnTo>
                  <a:pt x="617" y="87"/>
                </a:lnTo>
                <a:lnTo>
                  <a:pt x="618" y="87"/>
                </a:lnTo>
                <a:lnTo>
                  <a:pt x="618" y="88"/>
                </a:lnTo>
                <a:lnTo>
                  <a:pt x="618" y="89"/>
                </a:lnTo>
                <a:lnTo>
                  <a:pt x="617" y="89"/>
                </a:lnTo>
                <a:lnTo>
                  <a:pt x="618" y="90"/>
                </a:lnTo>
                <a:lnTo>
                  <a:pt x="617" y="90"/>
                </a:lnTo>
                <a:lnTo>
                  <a:pt x="617" y="91"/>
                </a:lnTo>
                <a:lnTo>
                  <a:pt x="618" y="92"/>
                </a:lnTo>
                <a:lnTo>
                  <a:pt x="619" y="92"/>
                </a:lnTo>
                <a:lnTo>
                  <a:pt x="619" y="93"/>
                </a:lnTo>
                <a:lnTo>
                  <a:pt x="620" y="92"/>
                </a:lnTo>
                <a:lnTo>
                  <a:pt x="621" y="92"/>
                </a:lnTo>
                <a:lnTo>
                  <a:pt x="621" y="93"/>
                </a:lnTo>
                <a:lnTo>
                  <a:pt x="622" y="92"/>
                </a:lnTo>
                <a:lnTo>
                  <a:pt x="622" y="91"/>
                </a:lnTo>
                <a:lnTo>
                  <a:pt x="623" y="91"/>
                </a:lnTo>
                <a:lnTo>
                  <a:pt x="623" y="90"/>
                </a:lnTo>
                <a:lnTo>
                  <a:pt x="624" y="90"/>
                </a:lnTo>
                <a:lnTo>
                  <a:pt x="625" y="89"/>
                </a:lnTo>
                <a:lnTo>
                  <a:pt x="625" y="88"/>
                </a:lnTo>
                <a:lnTo>
                  <a:pt x="626" y="88"/>
                </a:lnTo>
                <a:lnTo>
                  <a:pt x="627" y="89"/>
                </a:lnTo>
                <a:lnTo>
                  <a:pt x="627" y="88"/>
                </a:lnTo>
                <a:lnTo>
                  <a:pt x="627" y="89"/>
                </a:lnTo>
                <a:lnTo>
                  <a:pt x="628" y="89"/>
                </a:lnTo>
                <a:lnTo>
                  <a:pt x="629" y="89"/>
                </a:lnTo>
                <a:lnTo>
                  <a:pt x="629" y="88"/>
                </a:lnTo>
                <a:lnTo>
                  <a:pt x="630" y="88"/>
                </a:lnTo>
                <a:lnTo>
                  <a:pt x="631" y="88"/>
                </a:lnTo>
                <a:lnTo>
                  <a:pt x="631" y="87"/>
                </a:lnTo>
                <a:lnTo>
                  <a:pt x="632" y="87"/>
                </a:lnTo>
                <a:lnTo>
                  <a:pt x="633" y="87"/>
                </a:lnTo>
                <a:lnTo>
                  <a:pt x="634" y="87"/>
                </a:lnTo>
                <a:lnTo>
                  <a:pt x="635" y="88"/>
                </a:lnTo>
                <a:lnTo>
                  <a:pt x="635" y="87"/>
                </a:lnTo>
                <a:lnTo>
                  <a:pt x="636" y="87"/>
                </a:lnTo>
                <a:lnTo>
                  <a:pt x="637" y="86"/>
                </a:lnTo>
                <a:lnTo>
                  <a:pt x="638" y="86"/>
                </a:lnTo>
                <a:lnTo>
                  <a:pt x="638" y="87"/>
                </a:lnTo>
                <a:lnTo>
                  <a:pt x="639" y="87"/>
                </a:lnTo>
                <a:lnTo>
                  <a:pt x="639" y="88"/>
                </a:lnTo>
                <a:lnTo>
                  <a:pt x="640" y="87"/>
                </a:lnTo>
                <a:lnTo>
                  <a:pt x="641" y="86"/>
                </a:lnTo>
                <a:lnTo>
                  <a:pt x="642" y="85"/>
                </a:lnTo>
                <a:lnTo>
                  <a:pt x="643" y="85"/>
                </a:lnTo>
                <a:lnTo>
                  <a:pt x="644" y="85"/>
                </a:lnTo>
                <a:lnTo>
                  <a:pt x="644" y="86"/>
                </a:lnTo>
                <a:lnTo>
                  <a:pt x="644" y="87"/>
                </a:lnTo>
                <a:lnTo>
                  <a:pt x="645" y="87"/>
                </a:lnTo>
                <a:lnTo>
                  <a:pt x="645" y="88"/>
                </a:lnTo>
                <a:lnTo>
                  <a:pt x="645" y="89"/>
                </a:lnTo>
                <a:lnTo>
                  <a:pt x="644" y="89"/>
                </a:lnTo>
                <a:lnTo>
                  <a:pt x="643" y="89"/>
                </a:lnTo>
                <a:lnTo>
                  <a:pt x="643" y="90"/>
                </a:lnTo>
                <a:lnTo>
                  <a:pt x="643" y="91"/>
                </a:lnTo>
                <a:lnTo>
                  <a:pt x="642" y="92"/>
                </a:lnTo>
                <a:lnTo>
                  <a:pt x="642" y="93"/>
                </a:lnTo>
                <a:lnTo>
                  <a:pt x="641" y="94"/>
                </a:lnTo>
                <a:lnTo>
                  <a:pt x="640" y="95"/>
                </a:lnTo>
                <a:lnTo>
                  <a:pt x="640" y="96"/>
                </a:lnTo>
                <a:lnTo>
                  <a:pt x="641" y="96"/>
                </a:lnTo>
                <a:lnTo>
                  <a:pt x="641" y="97"/>
                </a:lnTo>
                <a:lnTo>
                  <a:pt x="640" y="97"/>
                </a:lnTo>
                <a:lnTo>
                  <a:pt x="640" y="98"/>
                </a:lnTo>
                <a:lnTo>
                  <a:pt x="640" y="99"/>
                </a:lnTo>
                <a:lnTo>
                  <a:pt x="641" y="100"/>
                </a:lnTo>
                <a:lnTo>
                  <a:pt x="642" y="101"/>
                </a:lnTo>
                <a:lnTo>
                  <a:pt x="642" y="102"/>
                </a:lnTo>
                <a:lnTo>
                  <a:pt x="642" y="103"/>
                </a:lnTo>
                <a:lnTo>
                  <a:pt x="643" y="103"/>
                </a:lnTo>
                <a:lnTo>
                  <a:pt x="643" y="104"/>
                </a:lnTo>
                <a:lnTo>
                  <a:pt x="644" y="104"/>
                </a:lnTo>
                <a:lnTo>
                  <a:pt x="645" y="104"/>
                </a:lnTo>
                <a:lnTo>
                  <a:pt x="645" y="105"/>
                </a:lnTo>
                <a:lnTo>
                  <a:pt x="646" y="105"/>
                </a:lnTo>
                <a:lnTo>
                  <a:pt x="646" y="104"/>
                </a:lnTo>
                <a:lnTo>
                  <a:pt x="647" y="104"/>
                </a:lnTo>
                <a:lnTo>
                  <a:pt x="647" y="105"/>
                </a:lnTo>
                <a:lnTo>
                  <a:pt x="648" y="106"/>
                </a:lnTo>
                <a:lnTo>
                  <a:pt x="648" y="107"/>
                </a:lnTo>
                <a:lnTo>
                  <a:pt x="649" y="107"/>
                </a:lnTo>
                <a:lnTo>
                  <a:pt x="649" y="108"/>
                </a:lnTo>
                <a:lnTo>
                  <a:pt x="648" y="108"/>
                </a:lnTo>
                <a:lnTo>
                  <a:pt x="647" y="108"/>
                </a:lnTo>
                <a:lnTo>
                  <a:pt x="647" y="109"/>
                </a:lnTo>
                <a:lnTo>
                  <a:pt x="647" y="110"/>
                </a:lnTo>
                <a:lnTo>
                  <a:pt x="648" y="111"/>
                </a:lnTo>
                <a:lnTo>
                  <a:pt x="649" y="111"/>
                </a:lnTo>
                <a:lnTo>
                  <a:pt x="649" y="112"/>
                </a:lnTo>
                <a:lnTo>
                  <a:pt x="649" y="113"/>
                </a:lnTo>
                <a:lnTo>
                  <a:pt x="650" y="113"/>
                </a:lnTo>
                <a:lnTo>
                  <a:pt x="650" y="114"/>
                </a:lnTo>
                <a:lnTo>
                  <a:pt x="650" y="115"/>
                </a:lnTo>
                <a:lnTo>
                  <a:pt x="651" y="114"/>
                </a:lnTo>
                <a:lnTo>
                  <a:pt x="652" y="115"/>
                </a:lnTo>
                <a:lnTo>
                  <a:pt x="652" y="116"/>
                </a:lnTo>
                <a:lnTo>
                  <a:pt x="653" y="117"/>
                </a:lnTo>
                <a:lnTo>
                  <a:pt x="652" y="117"/>
                </a:lnTo>
                <a:lnTo>
                  <a:pt x="652" y="118"/>
                </a:lnTo>
                <a:lnTo>
                  <a:pt x="653" y="118"/>
                </a:lnTo>
                <a:lnTo>
                  <a:pt x="652" y="119"/>
                </a:lnTo>
                <a:lnTo>
                  <a:pt x="652" y="118"/>
                </a:lnTo>
                <a:lnTo>
                  <a:pt x="652" y="119"/>
                </a:lnTo>
                <a:lnTo>
                  <a:pt x="653" y="119"/>
                </a:lnTo>
                <a:lnTo>
                  <a:pt x="653" y="120"/>
                </a:lnTo>
                <a:lnTo>
                  <a:pt x="653" y="121"/>
                </a:lnTo>
                <a:lnTo>
                  <a:pt x="654" y="121"/>
                </a:lnTo>
                <a:lnTo>
                  <a:pt x="654" y="122"/>
                </a:lnTo>
                <a:lnTo>
                  <a:pt x="654" y="123"/>
                </a:lnTo>
                <a:lnTo>
                  <a:pt x="654" y="124"/>
                </a:lnTo>
                <a:lnTo>
                  <a:pt x="654" y="125"/>
                </a:lnTo>
                <a:lnTo>
                  <a:pt x="654" y="126"/>
                </a:lnTo>
                <a:lnTo>
                  <a:pt x="655" y="125"/>
                </a:lnTo>
                <a:lnTo>
                  <a:pt x="656" y="125"/>
                </a:lnTo>
                <a:lnTo>
                  <a:pt x="656" y="126"/>
                </a:lnTo>
                <a:lnTo>
                  <a:pt x="656" y="127"/>
                </a:lnTo>
                <a:lnTo>
                  <a:pt x="656" y="128"/>
                </a:lnTo>
                <a:lnTo>
                  <a:pt x="656" y="129"/>
                </a:lnTo>
                <a:lnTo>
                  <a:pt x="656" y="130"/>
                </a:lnTo>
                <a:lnTo>
                  <a:pt x="656" y="131"/>
                </a:lnTo>
                <a:lnTo>
                  <a:pt x="656" y="132"/>
                </a:lnTo>
                <a:lnTo>
                  <a:pt x="658" y="132"/>
                </a:lnTo>
                <a:lnTo>
                  <a:pt x="658" y="133"/>
                </a:lnTo>
                <a:lnTo>
                  <a:pt x="658" y="134"/>
                </a:lnTo>
                <a:lnTo>
                  <a:pt x="659" y="134"/>
                </a:lnTo>
                <a:lnTo>
                  <a:pt x="660" y="134"/>
                </a:lnTo>
                <a:lnTo>
                  <a:pt x="660" y="135"/>
                </a:lnTo>
                <a:lnTo>
                  <a:pt x="661" y="135"/>
                </a:lnTo>
                <a:lnTo>
                  <a:pt x="661" y="136"/>
                </a:lnTo>
                <a:lnTo>
                  <a:pt x="661" y="137"/>
                </a:lnTo>
                <a:lnTo>
                  <a:pt x="660" y="137"/>
                </a:lnTo>
                <a:lnTo>
                  <a:pt x="660" y="138"/>
                </a:lnTo>
                <a:lnTo>
                  <a:pt x="659" y="138"/>
                </a:lnTo>
                <a:lnTo>
                  <a:pt x="659" y="139"/>
                </a:lnTo>
                <a:lnTo>
                  <a:pt x="658" y="139"/>
                </a:lnTo>
                <a:lnTo>
                  <a:pt x="658" y="140"/>
                </a:lnTo>
                <a:lnTo>
                  <a:pt x="657" y="140"/>
                </a:lnTo>
                <a:lnTo>
                  <a:pt x="657" y="141"/>
                </a:lnTo>
                <a:lnTo>
                  <a:pt x="656" y="141"/>
                </a:lnTo>
                <a:lnTo>
                  <a:pt x="656" y="142"/>
                </a:lnTo>
                <a:lnTo>
                  <a:pt x="656" y="143"/>
                </a:lnTo>
                <a:lnTo>
                  <a:pt x="655" y="143"/>
                </a:lnTo>
                <a:lnTo>
                  <a:pt x="655" y="144"/>
                </a:lnTo>
                <a:lnTo>
                  <a:pt x="655" y="145"/>
                </a:lnTo>
                <a:lnTo>
                  <a:pt x="655" y="146"/>
                </a:lnTo>
                <a:lnTo>
                  <a:pt x="655" y="147"/>
                </a:lnTo>
                <a:lnTo>
                  <a:pt x="655" y="148"/>
                </a:lnTo>
                <a:lnTo>
                  <a:pt x="656" y="148"/>
                </a:lnTo>
                <a:lnTo>
                  <a:pt x="656" y="149"/>
                </a:lnTo>
                <a:lnTo>
                  <a:pt x="657" y="149"/>
                </a:lnTo>
                <a:lnTo>
                  <a:pt x="657" y="151"/>
                </a:lnTo>
                <a:lnTo>
                  <a:pt x="656" y="151"/>
                </a:lnTo>
                <a:lnTo>
                  <a:pt x="656" y="152"/>
                </a:lnTo>
                <a:lnTo>
                  <a:pt x="657" y="152"/>
                </a:lnTo>
                <a:lnTo>
                  <a:pt x="658" y="153"/>
                </a:lnTo>
                <a:lnTo>
                  <a:pt x="657" y="154"/>
                </a:lnTo>
                <a:lnTo>
                  <a:pt x="658" y="154"/>
                </a:lnTo>
                <a:lnTo>
                  <a:pt x="658" y="153"/>
                </a:lnTo>
                <a:lnTo>
                  <a:pt x="658" y="154"/>
                </a:lnTo>
                <a:lnTo>
                  <a:pt x="659" y="154"/>
                </a:lnTo>
                <a:lnTo>
                  <a:pt x="660" y="155"/>
                </a:lnTo>
                <a:lnTo>
                  <a:pt x="659" y="155"/>
                </a:lnTo>
                <a:lnTo>
                  <a:pt x="659" y="156"/>
                </a:lnTo>
                <a:lnTo>
                  <a:pt x="659" y="157"/>
                </a:lnTo>
                <a:lnTo>
                  <a:pt x="659" y="158"/>
                </a:lnTo>
                <a:lnTo>
                  <a:pt x="660" y="159"/>
                </a:lnTo>
                <a:lnTo>
                  <a:pt x="660" y="160"/>
                </a:lnTo>
                <a:lnTo>
                  <a:pt x="659" y="162"/>
                </a:lnTo>
                <a:lnTo>
                  <a:pt x="659" y="163"/>
                </a:lnTo>
                <a:lnTo>
                  <a:pt x="658" y="163"/>
                </a:lnTo>
                <a:lnTo>
                  <a:pt x="658" y="164"/>
                </a:lnTo>
                <a:lnTo>
                  <a:pt x="658" y="165"/>
                </a:lnTo>
                <a:lnTo>
                  <a:pt x="659" y="165"/>
                </a:lnTo>
                <a:lnTo>
                  <a:pt x="659" y="166"/>
                </a:lnTo>
                <a:lnTo>
                  <a:pt x="660" y="167"/>
                </a:lnTo>
                <a:lnTo>
                  <a:pt x="659" y="168"/>
                </a:lnTo>
                <a:lnTo>
                  <a:pt x="658" y="168"/>
                </a:lnTo>
                <a:lnTo>
                  <a:pt x="658" y="169"/>
                </a:lnTo>
                <a:lnTo>
                  <a:pt x="659" y="169"/>
                </a:lnTo>
                <a:lnTo>
                  <a:pt x="660" y="169"/>
                </a:lnTo>
                <a:lnTo>
                  <a:pt x="661" y="169"/>
                </a:lnTo>
                <a:lnTo>
                  <a:pt x="662" y="169"/>
                </a:lnTo>
                <a:lnTo>
                  <a:pt x="663" y="171"/>
                </a:lnTo>
                <a:lnTo>
                  <a:pt x="664" y="172"/>
                </a:lnTo>
                <a:lnTo>
                  <a:pt x="665" y="172"/>
                </a:lnTo>
                <a:lnTo>
                  <a:pt x="665" y="173"/>
                </a:lnTo>
                <a:lnTo>
                  <a:pt x="664" y="173"/>
                </a:lnTo>
                <a:lnTo>
                  <a:pt x="664" y="174"/>
                </a:lnTo>
                <a:lnTo>
                  <a:pt x="663" y="174"/>
                </a:lnTo>
                <a:lnTo>
                  <a:pt x="664" y="175"/>
                </a:lnTo>
                <a:lnTo>
                  <a:pt x="665" y="176"/>
                </a:lnTo>
                <a:lnTo>
                  <a:pt x="665" y="177"/>
                </a:lnTo>
                <a:lnTo>
                  <a:pt x="666" y="180"/>
                </a:lnTo>
                <a:lnTo>
                  <a:pt x="666" y="181"/>
                </a:lnTo>
                <a:lnTo>
                  <a:pt x="666" y="182"/>
                </a:lnTo>
                <a:lnTo>
                  <a:pt x="666" y="183"/>
                </a:lnTo>
                <a:lnTo>
                  <a:pt x="666" y="184"/>
                </a:lnTo>
                <a:lnTo>
                  <a:pt x="666" y="185"/>
                </a:lnTo>
                <a:lnTo>
                  <a:pt x="667" y="187"/>
                </a:lnTo>
                <a:lnTo>
                  <a:pt x="668" y="188"/>
                </a:lnTo>
                <a:lnTo>
                  <a:pt x="669" y="187"/>
                </a:lnTo>
                <a:lnTo>
                  <a:pt x="669" y="188"/>
                </a:lnTo>
                <a:lnTo>
                  <a:pt x="670" y="189"/>
                </a:lnTo>
                <a:lnTo>
                  <a:pt x="671" y="189"/>
                </a:lnTo>
                <a:lnTo>
                  <a:pt x="672" y="190"/>
                </a:lnTo>
                <a:lnTo>
                  <a:pt x="673" y="190"/>
                </a:lnTo>
                <a:lnTo>
                  <a:pt x="673" y="191"/>
                </a:lnTo>
                <a:lnTo>
                  <a:pt x="673" y="190"/>
                </a:lnTo>
                <a:lnTo>
                  <a:pt x="674" y="190"/>
                </a:lnTo>
                <a:lnTo>
                  <a:pt x="675" y="190"/>
                </a:lnTo>
                <a:lnTo>
                  <a:pt x="675" y="191"/>
                </a:lnTo>
                <a:lnTo>
                  <a:pt x="676" y="191"/>
                </a:lnTo>
                <a:lnTo>
                  <a:pt x="676" y="192"/>
                </a:lnTo>
                <a:lnTo>
                  <a:pt x="677" y="192"/>
                </a:lnTo>
                <a:lnTo>
                  <a:pt x="678" y="193"/>
                </a:lnTo>
                <a:lnTo>
                  <a:pt x="679" y="193"/>
                </a:lnTo>
                <a:lnTo>
                  <a:pt x="679" y="194"/>
                </a:lnTo>
                <a:lnTo>
                  <a:pt x="678" y="194"/>
                </a:lnTo>
                <a:lnTo>
                  <a:pt x="677" y="195"/>
                </a:lnTo>
                <a:lnTo>
                  <a:pt x="675" y="196"/>
                </a:lnTo>
                <a:lnTo>
                  <a:pt x="674" y="197"/>
                </a:lnTo>
                <a:lnTo>
                  <a:pt x="673" y="198"/>
                </a:lnTo>
                <a:lnTo>
                  <a:pt x="673" y="199"/>
                </a:lnTo>
                <a:lnTo>
                  <a:pt x="672" y="199"/>
                </a:lnTo>
                <a:lnTo>
                  <a:pt x="671" y="200"/>
                </a:lnTo>
                <a:lnTo>
                  <a:pt x="670" y="200"/>
                </a:lnTo>
                <a:lnTo>
                  <a:pt x="670" y="201"/>
                </a:lnTo>
                <a:lnTo>
                  <a:pt x="669" y="202"/>
                </a:lnTo>
                <a:lnTo>
                  <a:pt x="669" y="201"/>
                </a:lnTo>
                <a:lnTo>
                  <a:pt x="670" y="201"/>
                </a:lnTo>
                <a:lnTo>
                  <a:pt x="669" y="201"/>
                </a:lnTo>
                <a:lnTo>
                  <a:pt x="669" y="200"/>
                </a:lnTo>
                <a:lnTo>
                  <a:pt x="670" y="200"/>
                </a:lnTo>
                <a:lnTo>
                  <a:pt x="669" y="199"/>
                </a:lnTo>
                <a:lnTo>
                  <a:pt x="669" y="198"/>
                </a:lnTo>
                <a:lnTo>
                  <a:pt x="670" y="198"/>
                </a:lnTo>
                <a:lnTo>
                  <a:pt x="670" y="197"/>
                </a:lnTo>
                <a:lnTo>
                  <a:pt x="669" y="197"/>
                </a:lnTo>
                <a:lnTo>
                  <a:pt x="669" y="196"/>
                </a:lnTo>
                <a:lnTo>
                  <a:pt x="669" y="195"/>
                </a:lnTo>
                <a:lnTo>
                  <a:pt x="669" y="194"/>
                </a:lnTo>
                <a:lnTo>
                  <a:pt x="668" y="194"/>
                </a:lnTo>
                <a:lnTo>
                  <a:pt x="667" y="194"/>
                </a:lnTo>
                <a:lnTo>
                  <a:pt x="666" y="194"/>
                </a:lnTo>
                <a:lnTo>
                  <a:pt x="665" y="194"/>
                </a:lnTo>
                <a:lnTo>
                  <a:pt x="665" y="193"/>
                </a:lnTo>
                <a:lnTo>
                  <a:pt x="664" y="194"/>
                </a:lnTo>
                <a:lnTo>
                  <a:pt x="663" y="194"/>
                </a:lnTo>
                <a:lnTo>
                  <a:pt x="662" y="193"/>
                </a:lnTo>
                <a:lnTo>
                  <a:pt x="661" y="193"/>
                </a:lnTo>
                <a:lnTo>
                  <a:pt x="660" y="194"/>
                </a:lnTo>
                <a:lnTo>
                  <a:pt x="659" y="195"/>
                </a:lnTo>
                <a:lnTo>
                  <a:pt x="658" y="195"/>
                </a:lnTo>
                <a:lnTo>
                  <a:pt x="659" y="196"/>
                </a:lnTo>
                <a:lnTo>
                  <a:pt x="660" y="196"/>
                </a:lnTo>
                <a:lnTo>
                  <a:pt x="659" y="197"/>
                </a:lnTo>
                <a:lnTo>
                  <a:pt x="659" y="198"/>
                </a:lnTo>
                <a:lnTo>
                  <a:pt x="658" y="198"/>
                </a:lnTo>
                <a:lnTo>
                  <a:pt x="658" y="199"/>
                </a:lnTo>
                <a:lnTo>
                  <a:pt x="659" y="200"/>
                </a:lnTo>
                <a:lnTo>
                  <a:pt x="659" y="201"/>
                </a:lnTo>
                <a:lnTo>
                  <a:pt x="659" y="200"/>
                </a:lnTo>
                <a:lnTo>
                  <a:pt x="660" y="200"/>
                </a:lnTo>
                <a:lnTo>
                  <a:pt x="661" y="200"/>
                </a:lnTo>
                <a:lnTo>
                  <a:pt x="662" y="199"/>
                </a:lnTo>
                <a:lnTo>
                  <a:pt x="663" y="199"/>
                </a:lnTo>
                <a:lnTo>
                  <a:pt x="664" y="200"/>
                </a:lnTo>
                <a:lnTo>
                  <a:pt x="664" y="201"/>
                </a:lnTo>
                <a:lnTo>
                  <a:pt x="663" y="201"/>
                </a:lnTo>
                <a:lnTo>
                  <a:pt x="662" y="201"/>
                </a:lnTo>
                <a:lnTo>
                  <a:pt x="662" y="202"/>
                </a:lnTo>
                <a:lnTo>
                  <a:pt x="662" y="203"/>
                </a:lnTo>
                <a:lnTo>
                  <a:pt x="661" y="203"/>
                </a:lnTo>
                <a:lnTo>
                  <a:pt x="661" y="204"/>
                </a:lnTo>
                <a:lnTo>
                  <a:pt x="661" y="205"/>
                </a:lnTo>
                <a:lnTo>
                  <a:pt x="662" y="205"/>
                </a:lnTo>
                <a:lnTo>
                  <a:pt x="661" y="205"/>
                </a:lnTo>
                <a:lnTo>
                  <a:pt x="660" y="205"/>
                </a:lnTo>
                <a:lnTo>
                  <a:pt x="659" y="205"/>
                </a:lnTo>
                <a:lnTo>
                  <a:pt x="658" y="204"/>
                </a:lnTo>
                <a:lnTo>
                  <a:pt x="657" y="204"/>
                </a:lnTo>
                <a:lnTo>
                  <a:pt x="656" y="204"/>
                </a:lnTo>
                <a:lnTo>
                  <a:pt x="656" y="203"/>
                </a:lnTo>
                <a:lnTo>
                  <a:pt x="656" y="202"/>
                </a:lnTo>
                <a:lnTo>
                  <a:pt x="657" y="202"/>
                </a:lnTo>
                <a:lnTo>
                  <a:pt x="658" y="202"/>
                </a:lnTo>
                <a:lnTo>
                  <a:pt x="659" y="202"/>
                </a:lnTo>
                <a:lnTo>
                  <a:pt x="658" y="202"/>
                </a:lnTo>
                <a:lnTo>
                  <a:pt x="657" y="202"/>
                </a:lnTo>
                <a:lnTo>
                  <a:pt x="657" y="201"/>
                </a:lnTo>
                <a:lnTo>
                  <a:pt x="656" y="202"/>
                </a:lnTo>
                <a:lnTo>
                  <a:pt x="655" y="202"/>
                </a:lnTo>
                <a:lnTo>
                  <a:pt x="655" y="201"/>
                </a:lnTo>
                <a:lnTo>
                  <a:pt x="654" y="201"/>
                </a:lnTo>
                <a:lnTo>
                  <a:pt x="652" y="200"/>
                </a:lnTo>
                <a:lnTo>
                  <a:pt x="651" y="201"/>
                </a:lnTo>
                <a:lnTo>
                  <a:pt x="653" y="202"/>
                </a:lnTo>
                <a:lnTo>
                  <a:pt x="652" y="203"/>
                </a:lnTo>
                <a:lnTo>
                  <a:pt x="651" y="206"/>
                </a:lnTo>
                <a:lnTo>
                  <a:pt x="650" y="206"/>
                </a:lnTo>
                <a:lnTo>
                  <a:pt x="650" y="207"/>
                </a:lnTo>
                <a:lnTo>
                  <a:pt x="649" y="208"/>
                </a:lnTo>
                <a:lnTo>
                  <a:pt x="649" y="209"/>
                </a:lnTo>
                <a:lnTo>
                  <a:pt x="650" y="209"/>
                </a:lnTo>
                <a:lnTo>
                  <a:pt x="651" y="209"/>
                </a:lnTo>
                <a:lnTo>
                  <a:pt x="650" y="210"/>
                </a:lnTo>
                <a:lnTo>
                  <a:pt x="649" y="210"/>
                </a:lnTo>
                <a:lnTo>
                  <a:pt x="648" y="210"/>
                </a:lnTo>
                <a:lnTo>
                  <a:pt x="647" y="210"/>
                </a:lnTo>
                <a:lnTo>
                  <a:pt x="646" y="211"/>
                </a:lnTo>
                <a:lnTo>
                  <a:pt x="646" y="210"/>
                </a:lnTo>
                <a:lnTo>
                  <a:pt x="646" y="211"/>
                </a:lnTo>
                <a:lnTo>
                  <a:pt x="647" y="211"/>
                </a:lnTo>
                <a:lnTo>
                  <a:pt x="648" y="211"/>
                </a:lnTo>
                <a:lnTo>
                  <a:pt x="649" y="211"/>
                </a:lnTo>
                <a:lnTo>
                  <a:pt x="650" y="212"/>
                </a:lnTo>
                <a:lnTo>
                  <a:pt x="649" y="212"/>
                </a:lnTo>
                <a:lnTo>
                  <a:pt x="649" y="213"/>
                </a:lnTo>
                <a:lnTo>
                  <a:pt x="649" y="214"/>
                </a:lnTo>
                <a:lnTo>
                  <a:pt x="649" y="215"/>
                </a:lnTo>
                <a:lnTo>
                  <a:pt x="650" y="215"/>
                </a:lnTo>
                <a:lnTo>
                  <a:pt x="650" y="214"/>
                </a:lnTo>
                <a:lnTo>
                  <a:pt x="650" y="215"/>
                </a:lnTo>
                <a:lnTo>
                  <a:pt x="649" y="215"/>
                </a:lnTo>
                <a:lnTo>
                  <a:pt x="648" y="215"/>
                </a:lnTo>
                <a:lnTo>
                  <a:pt x="648" y="216"/>
                </a:lnTo>
                <a:lnTo>
                  <a:pt x="647" y="216"/>
                </a:lnTo>
                <a:lnTo>
                  <a:pt x="647" y="217"/>
                </a:lnTo>
                <a:lnTo>
                  <a:pt x="647" y="218"/>
                </a:lnTo>
                <a:lnTo>
                  <a:pt x="646" y="218"/>
                </a:lnTo>
                <a:lnTo>
                  <a:pt x="646" y="217"/>
                </a:lnTo>
                <a:lnTo>
                  <a:pt x="645" y="217"/>
                </a:lnTo>
                <a:lnTo>
                  <a:pt x="645" y="216"/>
                </a:lnTo>
                <a:lnTo>
                  <a:pt x="644" y="216"/>
                </a:lnTo>
                <a:lnTo>
                  <a:pt x="644" y="217"/>
                </a:lnTo>
                <a:lnTo>
                  <a:pt x="645" y="217"/>
                </a:lnTo>
                <a:lnTo>
                  <a:pt x="645" y="218"/>
                </a:lnTo>
                <a:lnTo>
                  <a:pt x="646" y="219"/>
                </a:lnTo>
                <a:lnTo>
                  <a:pt x="645" y="220"/>
                </a:lnTo>
                <a:lnTo>
                  <a:pt x="644" y="220"/>
                </a:lnTo>
                <a:lnTo>
                  <a:pt x="644" y="221"/>
                </a:lnTo>
                <a:lnTo>
                  <a:pt x="643" y="222"/>
                </a:lnTo>
                <a:lnTo>
                  <a:pt x="643" y="223"/>
                </a:lnTo>
                <a:lnTo>
                  <a:pt x="642" y="223"/>
                </a:lnTo>
                <a:lnTo>
                  <a:pt x="642" y="224"/>
                </a:lnTo>
                <a:lnTo>
                  <a:pt x="641" y="223"/>
                </a:lnTo>
                <a:lnTo>
                  <a:pt x="641" y="224"/>
                </a:lnTo>
                <a:lnTo>
                  <a:pt x="640" y="225"/>
                </a:lnTo>
                <a:lnTo>
                  <a:pt x="640" y="226"/>
                </a:lnTo>
                <a:lnTo>
                  <a:pt x="641" y="226"/>
                </a:lnTo>
                <a:lnTo>
                  <a:pt x="641" y="227"/>
                </a:lnTo>
                <a:lnTo>
                  <a:pt x="641" y="231"/>
                </a:lnTo>
                <a:lnTo>
                  <a:pt x="642" y="231"/>
                </a:lnTo>
                <a:lnTo>
                  <a:pt x="642" y="232"/>
                </a:lnTo>
                <a:lnTo>
                  <a:pt x="642" y="233"/>
                </a:lnTo>
                <a:lnTo>
                  <a:pt x="643" y="233"/>
                </a:lnTo>
                <a:lnTo>
                  <a:pt x="644" y="233"/>
                </a:lnTo>
                <a:lnTo>
                  <a:pt x="645" y="233"/>
                </a:lnTo>
                <a:lnTo>
                  <a:pt x="644" y="233"/>
                </a:lnTo>
                <a:lnTo>
                  <a:pt x="644" y="234"/>
                </a:lnTo>
                <a:lnTo>
                  <a:pt x="643" y="234"/>
                </a:lnTo>
                <a:lnTo>
                  <a:pt x="643" y="235"/>
                </a:lnTo>
                <a:lnTo>
                  <a:pt x="644" y="235"/>
                </a:lnTo>
                <a:lnTo>
                  <a:pt x="643" y="236"/>
                </a:lnTo>
                <a:lnTo>
                  <a:pt x="643" y="235"/>
                </a:lnTo>
                <a:lnTo>
                  <a:pt x="642" y="235"/>
                </a:lnTo>
                <a:lnTo>
                  <a:pt x="642" y="234"/>
                </a:lnTo>
                <a:lnTo>
                  <a:pt x="641" y="234"/>
                </a:lnTo>
                <a:lnTo>
                  <a:pt x="640" y="234"/>
                </a:lnTo>
                <a:lnTo>
                  <a:pt x="640" y="233"/>
                </a:lnTo>
                <a:lnTo>
                  <a:pt x="639" y="232"/>
                </a:lnTo>
                <a:lnTo>
                  <a:pt x="639" y="231"/>
                </a:lnTo>
                <a:lnTo>
                  <a:pt x="638" y="230"/>
                </a:lnTo>
                <a:lnTo>
                  <a:pt x="637" y="230"/>
                </a:lnTo>
                <a:lnTo>
                  <a:pt x="637" y="231"/>
                </a:lnTo>
                <a:lnTo>
                  <a:pt x="638" y="231"/>
                </a:lnTo>
                <a:lnTo>
                  <a:pt x="639" y="231"/>
                </a:lnTo>
                <a:lnTo>
                  <a:pt x="639" y="232"/>
                </a:lnTo>
                <a:lnTo>
                  <a:pt x="638" y="232"/>
                </a:lnTo>
                <a:lnTo>
                  <a:pt x="637" y="232"/>
                </a:lnTo>
                <a:lnTo>
                  <a:pt x="636" y="232"/>
                </a:lnTo>
                <a:lnTo>
                  <a:pt x="636" y="233"/>
                </a:lnTo>
                <a:lnTo>
                  <a:pt x="635" y="233"/>
                </a:lnTo>
                <a:lnTo>
                  <a:pt x="634" y="234"/>
                </a:lnTo>
                <a:lnTo>
                  <a:pt x="633" y="235"/>
                </a:lnTo>
                <a:lnTo>
                  <a:pt x="632" y="236"/>
                </a:lnTo>
                <a:lnTo>
                  <a:pt x="632" y="237"/>
                </a:lnTo>
                <a:lnTo>
                  <a:pt x="631" y="237"/>
                </a:lnTo>
                <a:lnTo>
                  <a:pt x="632" y="238"/>
                </a:lnTo>
                <a:lnTo>
                  <a:pt x="631" y="238"/>
                </a:lnTo>
                <a:lnTo>
                  <a:pt x="630" y="240"/>
                </a:lnTo>
                <a:lnTo>
                  <a:pt x="629" y="240"/>
                </a:lnTo>
                <a:lnTo>
                  <a:pt x="629" y="239"/>
                </a:lnTo>
                <a:lnTo>
                  <a:pt x="628" y="239"/>
                </a:lnTo>
                <a:lnTo>
                  <a:pt x="629" y="239"/>
                </a:lnTo>
                <a:lnTo>
                  <a:pt x="628" y="239"/>
                </a:lnTo>
                <a:lnTo>
                  <a:pt x="627" y="238"/>
                </a:lnTo>
                <a:lnTo>
                  <a:pt x="627" y="239"/>
                </a:lnTo>
                <a:lnTo>
                  <a:pt x="627" y="238"/>
                </a:lnTo>
                <a:lnTo>
                  <a:pt x="626" y="238"/>
                </a:lnTo>
                <a:lnTo>
                  <a:pt x="627" y="237"/>
                </a:lnTo>
                <a:lnTo>
                  <a:pt x="628" y="237"/>
                </a:lnTo>
                <a:lnTo>
                  <a:pt x="628" y="235"/>
                </a:lnTo>
                <a:lnTo>
                  <a:pt x="627" y="235"/>
                </a:lnTo>
                <a:lnTo>
                  <a:pt x="627" y="236"/>
                </a:lnTo>
                <a:lnTo>
                  <a:pt x="626" y="237"/>
                </a:lnTo>
                <a:lnTo>
                  <a:pt x="626" y="238"/>
                </a:lnTo>
                <a:lnTo>
                  <a:pt x="625" y="238"/>
                </a:lnTo>
                <a:lnTo>
                  <a:pt x="624" y="238"/>
                </a:lnTo>
                <a:lnTo>
                  <a:pt x="624" y="239"/>
                </a:lnTo>
                <a:lnTo>
                  <a:pt x="623" y="239"/>
                </a:lnTo>
                <a:lnTo>
                  <a:pt x="622" y="240"/>
                </a:lnTo>
                <a:lnTo>
                  <a:pt x="622" y="241"/>
                </a:lnTo>
                <a:lnTo>
                  <a:pt x="621" y="242"/>
                </a:lnTo>
                <a:lnTo>
                  <a:pt x="621" y="243"/>
                </a:lnTo>
                <a:lnTo>
                  <a:pt x="620" y="244"/>
                </a:lnTo>
                <a:lnTo>
                  <a:pt x="620" y="245"/>
                </a:lnTo>
                <a:lnTo>
                  <a:pt x="620" y="246"/>
                </a:lnTo>
                <a:lnTo>
                  <a:pt x="620" y="247"/>
                </a:lnTo>
                <a:lnTo>
                  <a:pt x="621" y="247"/>
                </a:lnTo>
                <a:lnTo>
                  <a:pt x="621" y="248"/>
                </a:lnTo>
                <a:lnTo>
                  <a:pt x="622" y="248"/>
                </a:lnTo>
                <a:lnTo>
                  <a:pt x="622" y="249"/>
                </a:lnTo>
                <a:lnTo>
                  <a:pt x="621" y="249"/>
                </a:lnTo>
                <a:lnTo>
                  <a:pt x="621" y="250"/>
                </a:lnTo>
                <a:lnTo>
                  <a:pt x="621" y="252"/>
                </a:lnTo>
                <a:lnTo>
                  <a:pt x="622" y="252"/>
                </a:lnTo>
                <a:lnTo>
                  <a:pt x="622" y="253"/>
                </a:lnTo>
                <a:lnTo>
                  <a:pt x="622" y="254"/>
                </a:lnTo>
                <a:lnTo>
                  <a:pt x="622" y="255"/>
                </a:lnTo>
                <a:lnTo>
                  <a:pt x="623" y="255"/>
                </a:lnTo>
                <a:lnTo>
                  <a:pt x="622" y="256"/>
                </a:lnTo>
                <a:lnTo>
                  <a:pt x="622" y="257"/>
                </a:lnTo>
                <a:lnTo>
                  <a:pt x="621" y="257"/>
                </a:lnTo>
                <a:lnTo>
                  <a:pt x="620" y="257"/>
                </a:lnTo>
                <a:lnTo>
                  <a:pt x="619" y="257"/>
                </a:lnTo>
                <a:lnTo>
                  <a:pt x="619" y="258"/>
                </a:lnTo>
                <a:lnTo>
                  <a:pt x="618" y="258"/>
                </a:lnTo>
                <a:lnTo>
                  <a:pt x="618" y="259"/>
                </a:lnTo>
                <a:lnTo>
                  <a:pt x="618" y="260"/>
                </a:lnTo>
                <a:lnTo>
                  <a:pt x="618" y="261"/>
                </a:lnTo>
                <a:lnTo>
                  <a:pt x="617" y="262"/>
                </a:lnTo>
                <a:lnTo>
                  <a:pt x="617" y="263"/>
                </a:lnTo>
                <a:lnTo>
                  <a:pt x="617" y="264"/>
                </a:lnTo>
                <a:lnTo>
                  <a:pt x="616" y="264"/>
                </a:lnTo>
                <a:lnTo>
                  <a:pt x="615" y="264"/>
                </a:lnTo>
                <a:lnTo>
                  <a:pt x="615" y="263"/>
                </a:lnTo>
                <a:lnTo>
                  <a:pt x="614" y="263"/>
                </a:lnTo>
                <a:lnTo>
                  <a:pt x="613" y="263"/>
                </a:lnTo>
                <a:lnTo>
                  <a:pt x="613" y="262"/>
                </a:lnTo>
                <a:lnTo>
                  <a:pt x="612" y="263"/>
                </a:lnTo>
                <a:lnTo>
                  <a:pt x="611" y="263"/>
                </a:lnTo>
                <a:lnTo>
                  <a:pt x="611" y="264"/>
                </a:lnTo>
                <a:lnTo>
                  <a:pt x="610" y="264"/>
                </a:lnTo>
                <a:lnTo>
                  <a:pt x="609" y="264"/>
                </a:lnTo>
                <a:lnTo>
                  <a:pt x="608" y="264"/>
                </a:lnTo>
                <a:lnTo>
                  <a:pt x="607" y="264"/>
                </a:lnTo>
                <a:lnTo>
                  <a:pt x="606" y="264"/>
                </a:lnTo>
                <a:lnTo>
                  <a:pt x="606" y="265"/>
                </a:lnTo>
                <a:lnTo>
                  <a:pt x="606" y="264"/>
                </a:lnTo>
                <a:lnTo>
                  <a:pt x="605" y="264"/>
                </a:lnTo>
                <a:lnTo>
                  <a:pt x="604" y="264"/>
                </a:lnTo>
                <a:lnTo>
                  <a:pt x="604" y="263"/>
                </a:lnTo>
                <a:lnTo>
                  <a:pt x="603" y="263"/>
                </a:lnTo>
                <a:lnTo>
                  <a:pt x="602" y="263"/>
                </a:lnTo>
                <a:lnTo>
                  <a:pt x="601" y="262"/>
                </a:lnTo>
                <a:lnTo>
                  <a:pt x="601" y="261"/>
                </a:lnTo>
                <a:lnTo>
                  <a:pt x="600" y="261"/>
                </a:lnTo>
                <a:lnTo>
                  <a:pt x="599" y="261"/>
                </a:lnTo>
                <a:lnTo>
                  <a:pt x="598" y="261"/>
                </a:lnTo>
                <a:lnTo>
                  <a:pt x="598" y="262"/>
                </a:lnTo>
                <a:lnTo>
                  <a:pt x="596" y="262"/>
                </a:lnTo>
                <a:lnTo>
                  <a:pt x="595" y="263"/>
                </a:lnTo>
                <a:lnTo>
                  <a:pt x="594" y="264"/>
                </a:lnTo>
                <a:lnTo>
                  <a:pt x="593" y="265"/>
                </a:lnTo>
                <a:lnTo>
                  <a:pt x="592" y="265"/>
                </a:lnTo>
                <a:lnTo>
                  <a:pt x="591" y="266"/>
                </a:lnTo>
                <a:lnTo>
                  <a:pt x="591" y="267"/>
                </a:lnTo>
                <a:lnTo>
                  <a:pt x="590" y="268"/>
                </a:lnTo>
                <a:lnTo>
                  <a:pt x="588" y="270"/>
                </a:lnTo>
                <a:lnTo>
                  <a:pt x="587" y="271"/>
                </a:lnTo>
                <a:lnTo>
                  <a:pt x="585" y="273"/>
                </a:lnTo>
                <a:lnTo>
                  <a:pt x="584" y="274"/>
                </a:lnTo>
                <a:lnTo>
                  <a:pt x="583" y="274"/>
                </a:lnTo>
                <a:lnTo>
                  <a:pt x="582" y="274"/>
                </a:lnTo>
                <a:lnTo>
                  <a:pt x="581" y="275"/>
                </a:lnTo>
                <a:lnTo>
                  <a:pt x="581" y="276"/>
                </a:lnTo>
                <a:lnTo>
                  <a:pt x="580" y="276"/>
                </a:lnTo>
                <a:lnTo>
                  <a:pt x="580" y="275"/>
                </a:lnTo>
                <a:lnTo>
                  <a:pt x="580" y="274"/>
                </a:lnTo>
                <a:lnTo>
                  <a:pt x="579" y="273"/>
                </a:lnTo>
                <a:lnTo>
                  <a:pt x="578" y="273"/>
                </a:lnTo>
                <a:lnTo>
                  <a:pt x="576" y="273"/>
                </a:lnTo>
                <a:lnTo>
                  <a:pt x="575" y="273"/>
                </a:lnTo>
                <a:lnTo>
                  <a:pt x="574" y="273"/>
                </a:lnTo>
                <a:lnTo>
                  <a:pt x="573" y="274"/>
                </a:lnTo>
                <a:lnTo>
                  <a:pt x="572" y="274"/>
                </a:lnTo>
                <a:lnTo>
                  <a:pt x="571" y="274"/>
                </a:lnTo>
                <a:lnTo>
                  <a:pt x="570" y="275"/>
                </a:lnTo>
                <a:lnTo>
                  <a:pt x="569" y="276"/>
                </a:lnTo>
                <a:lnTo>
                  <a:pt x="569" y="277"/>
                </a:lnTo>
                <a:lnTo>
                  <a:pt x="568" y="277"/>
                </a:lnTo>
                <a:lnTo>
                  <a:pt x="567" y="277"/>
                </a:lnTo>
                <a:lnTo>
                  <a:pt x="568" y="277"/>
                </a:lnTo>
                <a:lnTo>
                  <a:pt x="568" y="276"/>
                </a:lnTo>
                <a:lnTo>
                  <a:pt x="567" y="276"/>
                </a:lnTo>
                <a:lnTo>
                  <a:pt x="567" y="277"/>
                </a:lnTo>
                <a:lnTo>
                  <a:pt x="566" y="277"/>
                </a:lnTo>
                <a:lnTo>
                  <a:pt x="565" y="277"/>
                </a:lnTo>
                <a:lnTo>
                  <a:pt x="564" y="277"/>
                </a:lnTo>
                <a:lnTo>
                  <a:pt x="564" y="278"/>
                </a:lnTo>
                <a:lnTo>
                  <a:pt x="563" y="279"/>
                </a:lnTo>
                <a:lnTo>
                  <a:pt x="563" y="278"/>
                </a:lnTo>
                <a:lnTo>
                  <a:pt x="562" y="278"/>
                </a:lnTo>
                <a:lnTo>
                  <a:pt x="561" y="278"/>
                </a:lnTo>
                <a:lnTo>
                  <a:pt x="560" y="279"/>
                </a:lnTo>
                <a:lnTo>
                  <a:pt x="559" y="279"/>
                </a:lnTo>
                <a:lnTo>
                  <a:pt x="558" y="280"/>
                </a:lnTo>
                <a:lnTo>
                  <a:pt x="557" y="282"/>
                </a:lnTo>
                <a:lnTo>
                  <a:pt x="556" y="284"/>
                </a:lnTo>
                <a:lnTo>
                  <a:pt x="555" y="284"/>
                </a:lnTo>
                <a:lnTo>
                  <a:pt x="555" y="283"/>
                </a:lnTo>
                <a:lnTo>
                  <a:pt x="554" y="283"/>
                </a:lnTo>
                <a:lnTo>
                  <a:pt x="553" y="282"/>
                </a:lnTo>
                <a:lnTo>
                  <a:pt x="554" y="282"/>
                </a:lnTo>
                <a:lnTo>
                  <a:pt x="554" y="281"/>
                </a:lnTo>
                <a:lnTo>
                  <a:pt x="554" y="280"/>
                </a:lnTo>
                <a:lnTo>
                  <a:pt x="554" y="279"/>
                </a:lnTo>
                <a:lnTo>
                  <a:pt x="554" y="278"/>
                </a:lnTo>
                <a:lnTo>
                  <a:pt x="553" y="277"/>
                </a:lnTo>
                <a:lnTo>
                  <a:pt x="553" y="276"/>
                </a:lnTo>
                <a:lnTo>
                  <a:pt x="554" y="276"/>
                </a:lnTo>
                <a:lnTo>
                  <a:pt x="555" y="277"/>
                </a:lnTo>
                <a:lnTo>
                  <a:pt x="555" y="276"/>
                </a:lnTo>
                <a:lnTo>
                  <a:pt x="554" y="276"/>
                </a:lnTo>
                <a:lnTo>
                  <a:pt x="554" y="275"/>
                </a:lnTo>
                <a:lnTo>
                  <a:pt x="553" y="275"/>
                </a:lnTo>
                <a:lnTo>
                  <a:pt x="552" y="275"/>
                </a:lnTo>
                <a:lnTo>
                  <a:pt x="551" y="274"/>
                </a:lnTo>
                <a:lnTo>
                  <a:pt x="550" y="273"/>
                </a:lnTo>
                <a:lnTo>
                  <a:pt x="549" y="273"/>
                </a:lnTo>
                <a:lnTo>
                  <a:pt x="547" y="273"/>
                </a:lnTo>
                <a:lnTo>
                  <a:pt x="547" y="272"/>
                </a:lnTo>
                <a:lnTo>
                  <a:pt x="546" y="272"/>
                </a:lnTo>
                <a:lnTo>
                  <a:pt x="545" y="273"/>
                </a:lnTo>
                <a:lnTo>
                  <a:pt x="545" y="272"/>
                </a:lnTo>
                <a:lnTo>
                  <a:pt x="545" y="271"/>
                </a:lnTo>
                <a:lnTo>
                  <a:pt x="545" y="270"/>
                </a:lnTo>
                <a:lnTo>
                  <a:pt x="544" y="270"/>
                </a:lnTo>
                <a:lnTo>
                  <a:pt x="543" y="270"/>
                </a:lnTo>
                <a:lnTo>
                  <a:pt x="542" y="270"/>
                </a:lnTo>
                <a:lnTo>
                  <a:pt x="541" y="270"/>
                </a:lnTo>
                <a:lnTo>
                  <a:pt x="540" y="270"/>
                </a:lnTo>
                <a:lnTo>
                  <a:pt x="539" y="271"/>
                </a:lnTo>
                <a:lnTo>
                  <a:pt x="538" y="271"/>
                </a:lnTo>
                <a:lnTo>
                  <a:pt x="537" y="271"/>
                </a:lnTo>
                <a:lnTo>
                  <a:pt x="536" y="272"/>
                </a:lnTo>
                <a:lnTo>
                  <a:pt x="535" y="273"/>
                </a:lnTo>
                <a:lnTo>
                  <a:pt x="534" y="274"/>
                </a:lnTo>
                <a:lnTo>
                  <a:pt x="533" y="274"/>
                </a:lnTo>
                <a:lnTo>
                  <a:pt x="533" y="275"/>
                </a:lnTo>
                <a:lnTo>
                  <a:pt x="532" y="276"/>
                </a:lnTo>
                <a:lnTo>
                  <a:pt x="532" y="277"/>
                </a:lnTo>
                <a:lnTo>
                  <a:pt x="532" y="278"/>
                </a:lnTo>
                <a:lnTo>
                  <a:pt x="531" y="278"/>
                </a:lnTo>
                <a:lnTo>
                  <a:pt x="531" y="279"/>
                </a:lnTo>
                <a:lnTo>
                  <a:pt x="530" y="279"/>
                </a:lnTo>
                <a:lnTo>
                  <a:pt x="530" y="280"/>
                </a:lnTo>
                <a:lnTo>
                  <a:pt x="529" y="281"/>
                </a:lnTo>
                <a:lnTo>
                  <a:pt x="530" y="281"/>
                </a:lnTo>
                <a:lnTo>
                  <a:pt x="529" y="282"/>
                </a:lnTo>
                <a:lnTo>
                  <a:pt x="529" y="283"/>
                </a:lnTo>
                <a:lnTo>
                  <a:pt x="530" y="284"/>
                </a:lnTo>
                <a:lnTo>
                  <a:pt x="530" y="285"/>
                </a:lnTo>
                <a:lnTo>
                  <a:pt x="530" y="286"/>
                </a:lnTo>
                <a:lnTo>
                  <a:pt x="531" y="286"/>
                </a:lnTo>
                <a:lnTo>
                  <a:pt x="532" y="285"/>
                </a:lnTo>
                <a:lnTo>
                  <a:pt x="533" y="284"/>
                </a:lnTo>
                <a:lnTo>
                  <a:pt x="532" y="284"/>
                </a:lnTo>
                <a:lnTo>
                  <a:pt x="532" y="283"/>
                </a:lnTo>
                <a:lnTo>
                  <a:pt x="532" y="284"/>
                </a:lnTo>
                <a:lnTo>
                  <a:pt x="532" y="283"/>
                </a:lnTo>
                <a:lnTo>
                  <a:pt x="532" y="282"/>
                </a:lnTo>
                <a:lnTo>
                  <a:pt x="532" y="283"/>
                </a:lnTo>
                <a:lnTo>
                  <a:pt x="533" y="283"/>
                </a:lnTo>
                <a:lnTo>
                  <a:pt x="534" y="283"/>
                </a:lnTo>
                <a:lnTo>
                  <a:pt x="534" y="284"/>
                </a:lnTo>
                <a:lnTo>
                  <a:pt x="535" y="283"/>
                </a:lnTo>
                <a:lnTo>
                  <a:pt x="536" y="283"/>
                </a:lnTo>
                <a:lnTo>
                  <a:pt x="536" y="282"/>
                </a:lnTo>
                <a:lnTo>
                  <a:pt x="536" y="283"/>
                </a:lnTo>
                <a:lnTo>
                  <a:pt x="536" y="284"/>
                </a:lnTo>
                <a:lnTo>
                  <a:pt x="535" y="285"/>
                </a:lnTo>
                <a:lnTo>
                  <a:pt x="533" y="286"/>
                </a:lnTo>
                <a:lnTo>
                  <a:pt x="533" y="287"/>
                </a:lnTo>
                <a:lnTo>
                  <a:pt x="532" y="288"/>
                </a:lnTo>
                <a:lnTo>
                  <a:pt x="532" y="289"/>
                </a:lnTo>
                <a:lnTo>
                  <a:pt x="533" y="290"/>
                </a:lnTo>
                <a:lnTo>
                  <a:pt x="534" y="291"/>
                </a:lnTo>
                <a:lnTo>
                  <a:pt x="533" y="291"/>
                </a:lnTo>
                <a:lnTo>
                  <a:pt x="533" y="292"/>
                </a:lnTo>
                <a:lnTo>
                  <a:pt x="533" y="293"/>
                </a:lnTo>
                <a:lnTo>
                  <a:pt x="533" y="292"/>
                </a:lnTo>
                <a:lnTo>
                  <a:pt x="532" y="292"/>
                </a:lnTo>
                <a:lnTo>
                  <a:pt x="532" y="291"/>
                </a:lnTo>
                <a:lnTo>
                  <a:pt x="531" y="291"/>
                </a:lnTo>
                <a:lnTo>
                  <a:pt x="530" y="291"/>
                </a:lnTo>
                <a:lnTo>
                  <a:pt x="529" y="291"/>
                </a:lnTo>
                <a:lnTo>
                  <a:pt x="529" y="290"/>
                </a:lnTo>
                <a:lnTo>
                  <a:pt x="529" y="291"/>
                </a:lnTo>
                <a:lnTo>
                  <a:pt x="529" y="290"/>
                </a:lnTo>
                <a:lnTo>
                  <a:pt x="528" y="290"/>
                </a:lnTo>
                <a:lnTo>
                  <a:pt x="528" y="289"/>
                </a:lnTo>
                <a:lnTo>
                  <a:pt x="527" y="289"/>
                </a:lnTo>
                <a:lnTo>
                  <a:pt x="526" y="289"/>
                </a:lnTo>
                <a:lnTo>
                  <a:pt x="525" y="288"/>
                </a:lnTo>
                <a:lnTo>
                  <a:pt x="524" y="288"/>
                </a:lnTo>
                <a:lnTo>
                  <a:pt x="523" y="288"/>
                </a:lnTo>
                <a:lnTo>
                  <a:pt x="522" y="288"/>
                </a:lnTo>
                <a:lnTo>
                  <a:pt x="521" y="288"/>
                </a:lnTo>
                <a:lnTo>
                  <a:pt x="520" y="288"/>
                </a:lnTo>
                <a:lnTo>
                  <a:pt x="520" y="289"/>
                </a:lnTo>
                <a:lnTo>
                  <a:pt x="519" y="289"/>
                </a:lnTo>
                <a:lnTo>
                  <a:pt x="518" y="289"/>
                </a:lnTo>
                <a:lnTo>
                  <a:pt x="517" y="289"/>
                </a:lnTo>
                <a:lnTo>
                  <a:pt x="516" y="289"/>
                </a:lnTo>
                <a:lnTo>
                  <a:pt x="516" y="288"/>
                </a:lnTo>
                <a:lnTo>
                  <a:pt x="515" y="288"/>
                </a:lnTo>
                <a:lnTo>
                  <a:pt x="514" y="288"/>
                </a:lnTo>
                <a:lnTo>
                  <a:pt x="514" y="287"/>
                </a:lnTo>
                <a:lnTo>
                  <a:pt x="513" y="286"/>
                </a:lnTo>
                <a:lnTo>
                  <a:pt x="513" y="285"/>
                </a:lnTo>
                <a:lnTo>
                  <a:pt x="512" y="285"/>
                </a:lnTo>
                <a:lnTo>
                  <a:pt x="512" y="284"/>
                </a:lnTo>
                <a:lnTo>
                  <a:pt x="513" y="284"/>
                </a:lnTo>
                <a:lnTo>
                  <a:pt x="513" y="283"/>
                </a:lnTo>
                <a:lnTo>
                  <a:pt x="513" y="282"/>
                </a:lnTo>
                <a:lnTo>
                  <a:pt x="514" y="282"/>
                </a:lnTo>
                <a:lnTo>
                  <a:pt x="515" y="283"/>
                </a:lnTo>
                <a:lnTo>
                  <a:pt x="516" y="283"/>
                </a:lnTo>
                <a:lnTo>
                  <a:pt x="517" y="283"/>
                </a:lnTo>
                <a:lnTo>
                  <a:pt x="518" y="283"/>
                </a:lnTo>
                <a:lnTo>
                  <a:pt x="519" y="283"/>
                </a:lnTo>
                <a:lnTo>
                  <a:pt x="519" y="282"/>
                </a:lnTo>
                <a:lnTo>
                  <a:pt x="520" y="282"/>
                </a:lnTo>
                <a:lnTo>
                  <a:pt x="521" y="282"/>
                </a:lnTo>
                <a:lnTo>
                  <a:pt x="521" y="281"/>
                </a:lnTo>
                <a:lnTo>
                  <a:pt x="520" y="281"/>
                </a:lnTo>
                <a:lnTo>
                  <a:pt x="520" y="280"/>
                </a:lnTo>
                <a:lnTo>
                  <a:pt x="519" y="279"/>
                </a:lnTo>
                <a:lnTo>
                  <a:pt x="518" y="279"/>
                </a:lnTo>
                <a:lnTo>
                  <a:pt x="517" y="279"/>
                </a:lnTo>
                <a:lnTo>
                  <a:pt x="517" y="280"/>
                </a:lnTo>
                <a:lnTo>
                  <a:pt x="516" y="280"/>
                </a:lnTo>
                <a:lnTo>
                  <a:pt x="515" y="280"/>
                </a:lnTo>
                <a:lnTo>
                  <a:pt x="515" y="281"/>
                </a:lnTo>
                <a:lnTo>
                  <a:pt x="514" y="281"/>
                </a:lnTo>
                <a:lnTo>
                  <a:pt x="513" y="281"/>
                </a:lnTo>
                <a:lnTo>
                  <a:pt x="513" y="280"/>
                </a:lnTo>
                <a:lnTo>
                  <a:pt x="512" y="279"/>
                </a:lnTo>
                <a:lnTo>
                  <a:pt x="511" y="279"/>
                </a:lnTo>
                <a:lnTo>
                  <a:pt x="511" y="278"/>
                </a:lnTo>
                <a:lnTo>
                  <a:pt x="510" y="278"/>
                </a:lnTo>
                <a:lnTo>
                  <a:pt x="507" y="278"/>
                </a:lnTo>
                <a:lnTo>
                  <a:pt x="506" y="278"/>
                </a:lnTo>
                <a:lnTo>
                  <a:pt x="506" y="279"/>
                </a:lnTo>
                <a:lnTo>
                  <a:pt x="505" y="279"/>
                </a:lnTo>
                <a:lnTo>
                  <a:pt x="503" y="279"/>
                </a:lnTo>
                <a:lnTo>
                  <a:pt x="503" y="280"/>
                </a:lnTo>
                <a:lnTo>
                  <a:pt x="502" y="279"/>
                </a:lnTo>
                <a:lnTo>
                  <a:pt x="503" y="279"/>
                </a:lnTo>
                <a:lnTo>
                  <a:pt x="503" y="278"/>
                </a:lnTo>
                <a:lnTo>
                  <a:pt x="503" y="277"/>
                </a:lnTo>
                <a:lnTo>
                  <a:pt x="504" y="277"/>
                </a:lnTo>
                <a:lnTo>
                  <a:pt x="504" y="276"/>
                </a:lnTo>
                <a:lnTo>
                  <a:pt x="506" y="276"/>
                </a:lnTo>
                <a:lnTo>
                  <a:pt x="506" y="275"/>
                </a:lnTo>
                <a:lnTo>
                  <a:pt x="507" y="274"/>
                </a:lnTo>
                <a:lnTo>
                  <a:pt x="507" y="275"/>
                </a:lnTo>
                <a:lnTo>
                  <a:pt x="507" y="272"/>
                </a:lnTo>
                <a:lnTo>
                  <a:pt x="508" y="272"/>
                </a:lnTo>
                <a:lnTo>
                  <a:pt x="508" y="273"/>
                </a:lnTo>
                <a:lnTo>
                  <a:pt x="508" y="272"/>
                </a:lnTo>
                <a:lnTo>
                  <a:pt x="509" y="272"/>
                </a:lnTo>
                <a:lnTo>
                  <a:pt x="510" y="271"/>
                </a:lnTo>
                <a:lnTo>
                  <a:pt x="510" y="268"/>
                </a:lnTo>
                <a:lnTo>
                  <a:pt x="510" y="267"/>
                </a:lnTo>
                <a:lnTo>
                  <a:pt x="511" y="267"/>
                </a:lnTo>
                <a:lnTo>
                  <a:pt x="511" y="266"/>
                </a:lnTo>
                <a:lnTo>
                  <a:pt x="511" y="267"/>
                </a:lnTo>
                <a:lnTo>
                  <a:pt x="510" y="267"/>
                </a:lnTo>
                <a:lnTo>
                  <a:pt x="509" y="267"/>
                </a:lnTo>
                <a:lnTo>
                  <a:pt x="510" y="268"/>
                </a:lnTo>
                <a:lnTo>
                  <a:pt x="510" y="269"/>
                </a:lnTo>
                <a:lnTo>
                  <a:pt x="510" y="270"/>
                </a:lnTo>
                <a:lnTo>
                  <a:pt x="509" y="271"/>
                </a:lnTo>
                <a:lnTo>
                  <a:pt x="508" y="271"/>
                </a:lnTo>
                <a:lnTo>
                  <a:pt x="507" y="272"/>
                </a:lnTo>
                <a:lnTo>
                  <a:pt x="507" y="273"/>
                </a:lnTo>
                <a:lnTo>
                  <a:pt x="507" y="274"/>
                </a:lnTo>
                <a:lnTo>
                  <a:pt x="506" y="274"/>
                </a:lnTo>
                <a:lnTo>
                  <a:pt x="505" y="275"/>
                </a:lnTo>
                <a:lnTo>
                  <a:pt x="504" y="275"/>
                </a:lnTo>
                <a:lnTo>
                  <a:pt x="503" y="275"/>
                </a:lnTo>
                <a:lnTo>
                  <a:pt x="503" y="274"/>
                </a:lnTo>
                <a:lnTo>
                  <a:pt x="501" y="274"/>
                </a:lnTo>
                <a:lnTo>
                  <a:pt x="500" y="274"/>
                </a:lnTo>
                <a:lnTo>
                  <a:pt x="499" y="274"/>
                </a:lnTo>
                <a:lnTo>
                  <a:pt x="499" y="275"/>
                </a:lnTo>
                <a:lnTo>
                  <a:pt x="498" y="275"/>
                </a:lnTo>
                <a:lnTo>
                  <a:pt x="497" y="276"/>
                </a:lnTo>
                <a:lnTo>
                  <a:pt x="497" y="277"/>
                </a:lnTo>
                <a:lnTo>
                  <a:pt x="497" y="278"/>
                </a:lnTo>
                <a:lnTo>
                  <a:pt x="498" y="278"/>
                </a:lnTo>
                <a:lnTo>
                  <a:pt x="499" y="279"/>
                </a:lnTo>
                <a:lnTo>
                  <a:pt x="498" y="280"/>
                </a:lnTo>
                <a:lnTo>
                  <a:pt x="497" y="280"/>
                </a:lnTo>
                <a:lnTo>
                  <a:pt x="498" y="279"/>
                </a:lnTo>
                <a:lnTo>
                  <a:pt x="497" y="279"/>
                </a:lnTo>
                <a:lnTo>
                  <a:pt x="496" y="279"/>
                </a:lnTo>
                <a:lnTo>
                  <a:pt x="496" y="278"/>
                </a:lnTo>
                <a:lnTo>
                  <a:pt x="496" y="277"/>
                </a:lnTo>
                <a:lnTo>
                  <a:pt x="495" y="276"/>
                </a:lnTo>
                <a:lnTo>
                  <a:pt x="494" y="276"/>
                </a:lnTo>
                <a:lnTo>
                  <a:pt x="493" y="277"/>
                </a:lnTo>
                <a:lnTo>
                  <a:pt x="492" y="277"/>
                </a:lnTo>
                <a:lnTo>
                  <a:pt x="491" y="278"/>
                </a:lnTo>
                <a:lnTo>
                  <a:pt x="490" y="278"/>
                </a:lnTo>
                <a:lnTo>
                  <a:pt x="489" y="278"/>
                </a:lnTo>
                <a:lnTo>
                  <a:pt x="488" y="278"/>
                </a:lnTo>
                <a:lnTo>
                  <a:pt x="487" y="279"/>
                </a:lnTo>
                <a:lnTo>
                  <a:pt x="486" y="279"/>
                </a:lnTo>
                <a:lnTo>
                  <a:pt x="487" y="279"/>
                </a:lnTo>
                <a:lnTo>
                  <a:pt x="486" y="278"/>
                </a:lnTo>
                <a:lnTo>
                  <a:pt x="486" y="279"/>
                </a:lnTo>
                <a:lnTo>
                  <a:pt x="486" y="280"/>
                </a:lnTo>
                <a:lnTo>
                  <a:pt x="486" y="282"/>
                </a:lnTo>
                <a:lnTo>
                  <a:pt x="486" y="283"/>
                </a:lnTo>
                <a:lnTo>
                  <a:pt x="485" y="283"/>
                </a:lnTo>
                <a:lnTo>
                  <a:pt x="484" y="283"/>
                </a:lnTo>
                <a:lnTo>
                  <a:pt x="484" y="284"/>
                </a:lnTo>
                <a:lnTo>
                  <a:pt x="483" y="284"/>
                </a:lnTo>
                <a:lnTo>
                  <a:pt x="483" y="285"/>
                </a:lnTo>
                <a:lnTo>
                  <a:pt x="484" y="285"/>
                </a:lnTo>
                <a:lnTo>
                  <a:pt x="484" y="286"/>
                </a:lnTo>
                <a:lnTo>
                  <a:pt x="485" y="286"/>
                </a:lnTo>
                <a:lnTo>
                  <a:pt x="484" y="287"/>
                </a:lnTo>
                <a:lnTo>
                  <a:pt x="483" y="287"/>
                </a:lnTo>
                <a:lnTo>
                  <a:pt x="482" y="287"/>
                </a:lnTo>
                <a:lnTo>
                  <a:pt x="482" y="288"/>
                </a:lnTo>
                <a:lnTo>
                  <a:pt x="481" y="288"/>
                </a:lnTo>
                <a:lnTo>
                  <a:pt x="481" y="289"/>
                </a:lnTo>
                <a:lnTo>
                  <a:pt x="480" y="289"/>
                </a:lnTo>
                <a:lnTo>
                  <a:pt x="479" y="289"/>
                </a:lnTo>
                <a:lnTo>
                  <a:pt x="480" y="289"/>
                </a:lnTo>
                <a:lnTo>
                  <a:pt x="479" y="288"/>
                </a:lnTo>
                <a:lnTo>
                  <a:pt x="478" y="288"/>
                </a:lnTo>
                <a:lnTo>
                  <a:pt x="477" y="287"/>
                </a:lnTo>
                <a:lnTo>
                  <a:pt x="477" y="286"/>
                </a:lnTo>
                <a:lnTo>
                  <a:pt x="478" y="285"/>
                </a:lnTo>
                <a:lnTo>
                  <a:pt x="478" y="284"/>
                </a:lnTo>
                <a:lnTo>
                  <a:pt x="477" y="284"/>
                </a:lnTo>
                <a:lnTo>
                  <a:pt x="476" y="283"/>
                </a:lnTo>
                <a:lnTo>
                  <a:pt x="475" y="283"/>
                </a:lnTo>
                <a:lnTo>
                  <a:pt x="474" y="283"/>
                </a:lnTo>
                <a:lnTo>
                  <a:pt x="473" y="283"/>
                </a:lnTo>
                <a:lnTo>
                  <a:pt x="472" y="282"/>
                </a:lnTo>
                <a:lnTo>
                  <a:pt x="472" y="281"/>
                </a:lnTo>
                <a:lnTo>
                  <a:pt x="471" y="281"/>
                </a:lnTo>
                <a:lnTo>
                  <a:pt x="471" y="282"/>
                </a:lnTo>
                <a:lnTo>
                  <a:pt x="470" y="282"/>
                </a:lnTo>
                <a:lnTo>
                  <a:pt x="470" y="283"/>
                </a:lnTo>
                <a:lnTo>
                  <a:pt x="471" y="283"/>
                </a:lnTo>
                <a:lnTo>
                  <a:pt x="471" y="284"/>
                </a:lnTo>
                <a:lnTo>
                  <a:pt x="471" y="285"/>
                </a:lnTo>
                <a:lnTo>
                  <a:pt x="472" y="285"/>
                </a:lnTo>
                <a:lnTo>
                  <a:pt x="472" y="286"/>
                </a:lnTo>
                <a:lnTo>
                  <a:pt x="473" y="286"/>
                </a:lnTo>
                <a:lnTo>
                  <a:pt x="474" y="286"/>
                </a:lnTo>
                <a:lnTo>
                  <a:pt x="474" y="285"/>
                </a:lnTo>
                <a:lnTo>
                  <a:pt x="475" y="285"/>
                </a:lnTo>
                <a:lnTo>
                  <a:pt x="475" y="286"/>
                </a:lnTo>
                <a:lnTo>
                  <a:pt x="475" y="287"/>
                </a:lnTo>
                <a:lnTo>
                  <a:pt x="476" y="287"/>
                </a:lnTo>
                <a:lnTo>
                  <a:pt x="477" y="288"/>
                </a:lnTo>
                <a:lnTo>
                  <a:pt x="478" y="288"/>
                </a:lnTo>
                <a:lnTo>
                  <a:pt x="478" y="289"/>
                </a:lnTo>
                <a:lnTo>
                  <a:pt x="479" y="289"/>
                </a:lnTo>
                <a:lnTo>
                  <a:pt x="479" y="290"/>
                </a:lnTo>
                <a:lnTo>
                  <a:pt x="478" y="291"/>
                </a:lnTo>
                <a:lnTo>
                  <a:pt x="476" y="292"/>
                </a:lnTo>
                <a:lnTo>
                  <a:pt x="476" y="293"/>
                </a:lnTo>
                <a:lnTo>
                  <a:pt x="475" y="294"/>
                </a:lnTo>
                <a:lnTo>
                  <a:pt x="475" y="295"/>
                </a:lnTo>
                <a:lnTo>
                  <a:pt x="474" y="296"/>
                </a:lnTo>
                <a:lnTo>
                  <a:pt x="474" y="297"/>
                </a:lnTo>
                <a:lnTo>
                  <a:pt x="473" y="297"/>
                </a:lnTo>
                <a:lnTo>
                  <a:pt x="473" y="299"/>
                </a:lnTo>
                <a:lnTo>
                  <a:pt x="473" y="300"/>
                </a:lnTo>
                <a:lnTo>
                  <a:pt x="473" y="301"/>
                </a:lnTo>
                <a:lnTo>
                  <a:pt x="474" y="301"/>
                </a:lnTo>
                <a:lnTo>
                  <a:pt x="474" y="302"/>
                </a:lnTo>
                <a:lnTo>
                  <a:pt x="474" y="303"/>
                </a:lnTo>
                <a:lnTo>
                  <a:pt x="473" y="303"/>
                </a:lnTo>
                <a:lnTo>
                  <a:pt x="472" y="303"/>
                </a:lnTo>
                <a:lnTo>
                  <a:pt x="471" y="304"/>
                </a:lnTo>
                <a:lnTo>
                  <a:pt x="471" y="303"/>
                </a:lnTo>
                <a:lnTo>
                  <a:pt x="472" y="302"/>
                </a:lnTo>
                <a:lnTo>
                  <a:pt x="472" y="301"/>
                </a:lnTo>
                <a:lnTo>
                  <a:pt x="471" y="301"/>
                </a:lnTo>
                <a:lnTo>
                  <a:pt x="472" y="301"/>
                </a:lnTo>
                <a:lnTo>
                  <a:pt x="472" y="300"/>
                </a:lnTo>
                <a:lnTo>
                  <a:pt x="472" y="299"/>
                </a:lnTo>
                <a:lnTo>
                  <a:pt x="471" y="299"/>
                </a:lnTo>
                <a:lnTo>
                  <a:pt x="471" y="298"/>
                </a:lnTo>
                <a:lnTo>
                  <a:pt x="470" y="298"/>
                </a:lnTo>
                <a:lnTo>
                  <a:pt x="469" y="298"/>
                </a:lnTo>
                <a:lnTo>
                  <a:pt x="468" y="298"/>
                </a:lnTo>
                <a:lnTo>
                  <a:pt x="467" y="298"/>
                </a:lnTo>
                <a:lnTo>
                  <a:pt x="466" y="298"/>
                </a:lnTo>
                <a:lnTo>
                  <a:pt x="466" y="299"/>
                </a:lnTo>
                <a:lnTo>
                  <a:pt x="465" y="299"/>
                </a:lnTo>
                <a:lnTo>
                  <a:pt x="464" y="299"/>
                </a:lnTo>
                <a:lnTo>
                  <a:pt x="464" y="298"/>
                </a:lnTo>
                <a:lnTo>
                  <a:pt x="463" y="298"/>
                </a:lnTo>
                <a:lnTo>
                  <a:pt x="462" y="298"/>
                </a:lnTo>
                <a:lnTo>
                  <a:pt x="461" y="299"/>
                </a:lnTo>
                <a:lnTo>
                  <a:pt x="461" y="298"/>
                </a:lnTo>
                <a:lnTo>
                  <a:pt x="461" y="299"/>
                </a:lnTo>
                <a:lnTo>
                  <a:pt x="460" y="299"/>
                </a:lnTo>
                <a:lnTo>
                  <a:pt x="461" y="299"/>
                </a:lnTo>
                <a:lnTo>
                  <a:pt x="460" y="299"/>
                </a:lnTo>
                <a:lnTo>
                  <a:pt x="459" y="298"/>
                </a:lnTo>
                <a:lnTo>
                  <a:pt x="458" y="298"/>
                </a:lnTo>
                <a:lnTo>
                  <a:pt x="458" y="297"/>
                </a:lnTo>
                <a:lnTo>
                  <a:pt x="459" y="297"/>
                </a:lnTo>
                <a:lnTo>
                  <a:pt x="459" y="296"/>
                </a:lnTo>
                <a:lnTo>
                  <a:pt x="459" y="295"/>
                </a:lnTo>
                <a:lnTo>
                  <a:pt x="459" y="294"/>
                </a:lnTo>
                <a:lnTo>
                  <a:pt x="459" y="293"/>
                </a:lnTo>
                <a:lnTo>
                  <a:pt x="458" y="293"/>
                </a:lnTo>
                <a:lnTo>
                  <a:pt x="458" y="292"/>
                </a:lnTo>
                <a:lnTo>
                  <a:pt x="458" y="291"/>
                </a:lnTo>
                <a:lnTo>
                  <a:pt x="458" y="290"/>
                </a:lnTo>
                <a:lnTo>
                  <a:pt x="459" y="290"/>
                </a:lnTo>
                <a:lnTo>
                  <a:pt x="459" y="289"/>
                </a:lnTo>
                <a:lnTo>
                  <a:pt x="459" y="288"/>
                </a:lnTo>
                <a:lnTo>
                  <a:pt x="458" y="287"/>
                </a:lnTo>
                <a:lnTo>
                  <a:pt x="458" y="286"/>
                </a:lnTo>
                <a:lnTo>
                  <a:pt x="459" y="286"/>
                </a:lnTo>
                <a:lnTo>
                  <a:pt x="458" y="285"/>
                </a:lnTo>
                <a:lnTo>
                  <a:pt x="458" y="284"/>
                </a:lnTo>
                <a:lnTo>
                  <a:pt x="459" y="284"/>
                </a:lnTo>
                <a:lnTo>
                  <a:pt x="459" y="283"/>
                </a:lnTo>
                <a:lnTo>
                  <a:pt x="460" y="282"/>
                </a:lnTo>
                <a:lnTo>
                  <a:pt x="461" y="282"/>
                </a:lnTo>
                <a:lnTo>
                  <a:pt x="462" y="282"/>
                </a:lnTo>
                <a:lnTo>
                  <a:pt x="463" y="280"/>
                </a:lnTo>
                <a:lnTo>
                  <a:pt x="464" y="280"/>
                </a:lnTo>
                <a:lnTo>
                  <a:pt x="465" y="280"/>
                </a:lnTo>
                <a:lnTo>
                  <a:pt x="466" y="279"/>
                </a:lnTo>
                <a:lnTo>
                  <a:pt x="466" y="278"/>
                </a:lnTo>
                <a:lnTo>
                  <a:pt x="464" y="277"/>
                </a:lnTo>
                <a:lnTo>
                  <a:pt x="464" y="276"/>
                </a:lnTo>
                <a:lnTo>
                  <a:pt x="463" y="276"/>
                </a:lnTo>
                <a:lnTo>
                  <a:pt x="463" y="275"/>
                </a:lnTo>
                <a:lnTo>
                  <a:pt x="462" y="274"/>
                </a:lnTo>
                <a:lnTo>
                  <a:pt x="463" y="275"/>
                </a:lnTo>
                <a:lnTo>
                  <a:pt x="463" y="276"/>
                </a:lnTo>
                <a:lnTo>
                  <a:pt x="462" y="276"/>
                </a:lnTo>
                <a:lnTo>
                  <a:pt x="462" y="275"/>
                </a:lnTo>
                <a:lnTo>
                  <a:pt x="461" y="274"/>
                </a:lnTo>
                <a:lnTo>
                  <a:pt x="461" y="275"/>
                </a:lnTo>
                <a:lnTo>
                  <a:pt x="462" y="276"/>
                </a:lnTo>
                <a:lnTo>
                  <a:pt x="462" y="277"/>
                </a:lnTo>
                <a:lnTo>
                  <a:pt x="461" y="278"/>
                </a:lnTo>
                <a:lnTo>
                  <a:pt x="461" y="279"/>
                </a:lnTo>
                <a:lnTo>
                  <a:pt x="460" y="279"/>
                </a:lnTo>
                <a:lnTo>
                  <a:pt x="459" y="280"/>
                </a:lnTo>
                <a:lnTo>
                  <a:pt x="458" y="280"/>
                </a:lnTo>
                <a:lnTo>
                  <a:pt x="457" y="279"/>
                </a:lnTo>
                <a:lnTo>
                  <a:pt x="457" y="278"/>
                </a:lnTo>
                <a:lnTo>
                  <a:pt x="456" y="278"/>
                </a:lnTo>
                <a:lnTo>
                  <a:pt x="456" y="279"/>
                </a:lnTo>
                <a:lnTo>
                  <a:pt x="455" y="279"/>
                </a:lnTo>
                <a:lnTo>
                  <a:pt x="455" y="278"/>
                </a:lnTo>
                <a:lnTo>
                  <a:pt x="454" y="278"/>
                </a:lnTo>
                <a:lnTo>
                  <a:pt x="454" y="279"/>
                </a:lnTo>
                <a:lnTo>
                  <a:pt x="453" y="279"/>
                </a:lnTo>
                <a:lnTo>
                  <a:pt x="454" y="280"/>
                </a:lnTo>
                <a:lnTo>
                  <a:pt x="453" y="280"/>
                </a:lnTo>
                <a:lnTo>
                  <a:pt x="452" y="280"/>
                </a:lnTo>
                <a:lnTo>
                  <a:pt x="451" y="281"/>
                </a:lnTo>
                <a:lnTo>
                  <a:pt x="450" y="281"/>
                </a:lnTo>
                <a:lnTo>
                  <a:pt x="449" y="282"/>
                </a:lnTo>
                <a:lnTo>
                  <a:pt x="449" y="283"/>
                </a:lnTo>
                <a:lnTo>
                  <a:pt x="446" y="284"/>
                </a:lnTo>
                <a:lnTo>
                  <a:pt x="445" y="284"/>
                </a:lnTo>
                <a:lnTo>
                  <a:pt x="443" y="285"/>
                </a:lnTo>
                <a:lnTo>
                  <a:pt x="442" y="285"/>
                </a:lnTo>
                <a:lnTo>
                  <a:pt x="442" y="286"/>
                </a:lnTo>
                <a:lnTo>
                  <a:pt x="443" y="286"/>
                </a:lnTo>
                <a:lnTo>
                  <a:pt x="443" y="287"/>
                </a:lnTo>
                <a:lnTo>
                  <a:pt x="443" y="288"/>
                </a:lnTo>
                <a:lnTo>
                  <a:pt x="444" y="288"/>
                </a:lnTo>
                <a:lnTo>
                  <a:pt x="444" y="289"/>
                </a:lnTo>
                <a:lnTo>
                  <a:pt x="443" y="289"/>
                </a:lnTo>
                <a:lnTo>
                  <a:pt x="442" y="288"/>
                </a:lnTo>
                <a:lnTo>
                  <a:pt x="441" y="287"/>
                </a:lnTo>
                <a:lnTo>
                  <a:pt x="440" y="287"/>
                </a:lnTo>
                <a:lnTo>
                  <a:pt x="439" y="287"/>
                </a:lnTo>
                <a:lnTo>
                  <a:pt x="440" y="288"/>
                </a:lnTo>
                <a:lnTo>
                  <a:pt x="440" y="289"/>
                </a:lnTo>
                <a:lnTo>
                  <a:pt x="440" y="290"/>
                </a:lnTo>
                <a:lnTo>
                  <a:pt x="439" y="290"/>
                </a:lnTo>
                <a:lnTo>
                  <a:pt x="438" y="289"/>
                </a:lnTo>
                <a:lnTo>
                  <a:pt x="438" y="290"/>
                </a:lnTo>
                <a:lnTo>
                  <a:pt x="438" y="291"/>
                </a:lnTo>
                <a:lnTo>
                  <a:pt x="437" y="291"/>
                </a:lnTo>
                <a:lnTo>
                  <a:pt x="437" y="292"/>
                </a:lnTo>
                <a:lnTo>
                  <a:pt x="436" y="292"/>
                </a:lnTo>
                <a:lnTo>
                  <a:pt x="436" y="293"/>
                </a:lnTo>
                <a:lnTo>
                  <a:pt x="437" y="293"/>
                </a:lnTo>
                <a:lnTo>
                  <a:pt x="438" y="293"/>
                </a:lnTo>
                <a:lnTo>
                  <a:pt x="439" y="293"/>
                </a:lnTo>
                <a:lnTo>
                  <a:pt x="440" y="293"/>
                </a:lnTo>
                <a:lnTo>
                  <a:pt x="441" y="293"/>
                </a:lnTo>
                <a:lnTo>
                  <a:pt x="442" y="293"/>
                </a:lnTo>
                <a:lnTo>
                  <a:pt x="443" y="293"/>
                </a:lnTo>
                <a:lnTo>
                  <a:pt x="443" y="292"/>
                </a:lnTo>
                <a:lnTo>
                  <a:pt x="444" y="292"/>
                </a:lnTo>
                <a:lnTo>
                  <a:pt x="445" y="292"/>
                </a:lnTo>
                <a:lnTo>
                  <a:pt x="445" y="293"/>
                </a:lnTo>
                <a:lnTo>
                  <a:pt x="445" y="294"/>
                </a:lnTo>
                <a:lnTo>
                  <a:pt x="444" y="294"/>
                </a:lnTo>
                <a:lnTo>
                  <a:pt x="444" y="295"/>
                </a:lnTo>
                <a:lnTo>
                  <a:pt x="444" y="296"/>
                </a:lnTo>
                <a:lnTo>
                  <a:pt x="444" y="297"/>
                </a:lnTo>
                <a:lnTo>
                  <a:pt x="443" y="297"/>
                </a:lnTo>
                <a:lnTo>
                  <a:pt x="442" y="297"/>
                </a:lnTo>
                <a:lnTo>
                  <a:pt x="440" y="299"/>
                </a:lnTo>
                <a:lnTo>
                  <a:pt x="439" y="299"/>
                </a:lnTo>
                <a:lnTo>
                  <a:pt x="438" y="299"/>
                </a:lnTo>
                <a:lnTo>
                  <a:pt x="437" y="299"/>
                </a:lnTo>
                <a:lnTo>
                  <a:pt x="437" y="300"/>
                </a:lnTo>
                <a:lnTo>
                  <a:pt x="437" y="301"/>
                </a:lnTo>
                <a:lnTo>
                  <a:pt x="437" y="302"/>
                </a:lnTo>
                <a:lnTo>
                  <a:pt x="437" y="303"/>
                </a:lnTo>
                <a:lnTo>
                  <a:pt x="438" y="303"/>
                </a:lnTo>
                <a:lnTo>
                  <a:pt x="439" y="302"/>
                </a:lnTo>
                <a:lnTo>
                  <a:pt x="439" y="301"/>
                </a:lnTo>
                <a:lnTo>
                  <a:pt x="440" y="301"/>
                </a:lnTo>
                <a:lnTo>
                  <a:pt x="441" y="301"/>
                </a:lnTo>
                <a:lnTo>
                  <a:pt x="442" y="302"/>
                </a:lnTo>
                <a:lnTo>
                  <a:pt x="442" y="303"/>
                </a:lnTo>
                <a:lnTo>
                  <a:pt x="443" y="304"/>
                </a:lnTo>
                <a:lnTo>
                  <a:pt x="444" y="304"/>
                </a:lnTo>
                <a:lnTo>
                  <a:pt x="445" y="304"/>
                </a:lnTo>
                <a:lnTo>
                  <a:pt x="446" y="304"/>
                </a:lnTo>
                <a:lnTo>
                  <a:pt x="446" y="305"/>
                </a:lnTo>
                <a:lnTo>
                  <a:pt x="447" y="306"/>
                </a:lnTo>
                <a:lnTo>
                  <a:pt x="448" y="307"/>
                </a:lnTo>
                <a:lnTo>
                  <a:pt x="447" y="308"/>
                </a:lnTo>
                <a:lnTo>
                  <a:pt x="446" y="309"/>
                </a:lnTo>
                <a:lnTo>
                  <a:pt x="446" y="308"/>
                </a:lnTo>
                <a:lnTo>
                  <a:pt x="445" y="309"/>
                </a:lnTo>
                <a:lnTo>
                  <a:pt x="444" y="309"/>
                </a:lnTo>
                <a:lnTo>
                  <a:pt x="444" y="310"/>
                </a:lnTo>
                <a:lnTo>
                  <a:pt x="443" y="310"/>
                </a:lnTo>
                <a:lnTo>
                  <a:pt x="442" y="310"/>
                </a:lnTo>
                <a:lnTo>
                  <a:pt x="442" y="311"/>
                </a:lnTo>
                <a:lnTo>
                  <a:pt x="441" y="310"/>
                </a:lnTo>
                <a:lnTo>
                  <a:pt x="440" y="310"/>
                </a:lnTo>
                <a:lnTo>
                  <a:pt x="439" y="311"/>
                </a:lnTo>
                <a:lnTo>
                  <a:pt x="439" y="312"/>
                </a:lnTo>
                <a:lnTo>
                  <a:pt x="438" y="313"/>
                </a:lnTo>
                <a:lnTo>
                  <a:pt x="437" y="313"/>
                </a:lnTo>
                <a:lnTo>
                  <a:pt x="436" y="313"/>
                </a:lnTo>
                <a:lnTo>
                  <a:pt x="436" y="312"/>
                </a:lnTo>
                <a:lnTo>
                  <a:pt x="435" y="312"/>
                </a:lnTo>
                <a:lnTo>
                  <a:pt x="435" y="311"/>
                </a:lnTo>
                <a:lnTo>
                  <a:pt x="435" y="310"/>
                </a:lnTo>
                <a:lnTo>
                  <a:pt x="436" y="309"/>
                </a:lnTo>
                <a:lnTo>
                  <a:pt x="435" y="309"/>
                </a:lnTo>
                <a:lnTo>
                  <a:pt x="435" y="308"/>
                </a:lnTo>
                <a:lnTo>
                  <a:pt x="435" y="307"/>
                </a:lnTo>
                <a:lnTo>
                  <a:pt x="435" y="306"/>
                </a:lnTo>
                <a:lnTo>
                  <a:pt x="436" y="306"/>
                </a:lnTo>
                <a:lnTo>
                  <a:pt x="436" y="305"/>
                </a:lnTo>
                <a:lnTo>
                  <a:pt x="435" y="305"/>
                </a:lnTo>
                <a:lnTo>
                  <a:pt x="435" y="304"/>
                </a:lnTo>
                <a:lnTo>
                  <a:pt x="435" y="303"/>
                </a:lnTo>
                <a:lnTo>
                  <a:pt x="434" y="303"/>
                </a:lnTo>
                <a:lnTo>
                  <a:pt x="433" y="302"/>
                </a:lnTo>
                <a:lnTo>
                  <a:pt x="433" y="301"/>
                </a:lnTo>
                <a:lnTo>
                  <a:pt x="432" y="301"/>
                </a:lnTo>
                <a:lnTo>
                  <a:pt x="431" y="301"/>
                </a:lnTo>
                <a:lnTo>
                  <a:pt x="431" y="300"/>
                </a:lnTo>
                <a:lnTo>
                  <a:pt x="431" y="299"/>
                </a:lnTo>
                <a:lnTo>
                  <a:pt x="430" y="299"/>
                </a:lnTo>
                <a:lnTo>
                  <a:pt x="430" y="298"/>
                </a:lnTo>
                <a:lnTo>
                  <a:pt x="429" y="298"/>
                </a:lnTo>
                <a:lnTo>
                  <a:pt x="429" y="297"/>
                </a:lnTo>
                <a:lnTo>
                  <a:pt x="428" y="297"/>
                </a:lnTo>
                <a:lnTo>
                  <a:pt x="427" y="297"/>
                </a:lnTo>
                <a:lnTo>
                  <a:pt x="426" y="297"/>
                </a:lnTo>
                <a:lnTo>
                  <a:pt x="425" y="297"/>
                </a:lnTo>
                <a:lnTo>
                  <a:pt x="423" y="298"/>
                </a:lnTo>
                <a:lnTo>
                  <a:pt x="422" y="298"/>
                </a:lnTo>
                <a:lnTo>
                  <a:pt x="421" y="298"/>
                </a:lnTo>
                <a:lnTo>
                  <a:pt x="420" y="298"/>
                </a:lnTo>
                <a:lnTo>
                  <a:pt x="419" y="298"/>
                </a:lnTo>
                <a:lnTo>
                  <a:pt x="419" y="299"/>
                </a:lnTo>
                <a:lnTo>
                  <a:pt x="419" y="300"/>
                </a:lnTo>
                <a:lnTo>
                  <a:pt x="419" y="301"/>
                </a:lnTo>
                <a:lnTo>
                  <a:pt x="418" y="301"/>
                </a:lnTo>
                <a:lnTo>
                  <a:pt x="418" y="300"/>
                </a:lnTo>
                <a:lnTo>
                  <a:pt x="417" y="300"/>
                </a:lnTo>
                <a:lnTo>
                  <a:pt x="417" y="299"/>
                </a:lnTo>
                <a:lnTo>
                  <a:pt x="416" y="299"/>
                </a:lnTo>
                <a:lnTo>
                  <a:pt x="413" y="302"/>
                </a:lnTo>
                <a:lnTo>
                  <a:pt x="413" y="303"/>
                </a:lnTo>
                <a:lnTo>
                  <a:pt x="413" y="304"/>
                </a:lnTo>
                <a:lnTo>
                  <a:pt x="412" y="304"/>
                </a:lnTo>
                <a:lnTo>
                  <a:pt x="412" y="303"/>
                </a:lnTo>
                <a:lnTo>
                  <a:pt x="411" y="303"/>
                </a:lnTo>
                <a:lnTo>
                  <a:pt x="410" y="303"/>
                </a:lnTo>
                <a:lnTo>
                  <a:pt x="409" y="303"/>
                </a:lnTo>
                <a:lnTo>
                  <a:pt x="408" y="303"/>
                </a:lnTo>
                <a:lnTo>
                  <a:pt x="407" y="302"/>
                </a:lnTo>
                <a:lnTo>
                  <a:pt x="406" y="302"/>
                </a:lnTo>
                <a:lnTo>
                  <a:pt x="406" y="303"/>
                </a:lnTo>
                <a:lnTo>
                  <a:pt x="405" y="303"/>
                </a:lnTo>
                <a:lnTo>
                  <a:pt x="405" y="304"/>
                </a:lnTo>
                <a:lnTo>
                  <a:pt x="403" y="304"/>
                </a:lnTo>
                <a:lnTo>
                  <a:pt x="402" y="305"/>
                </a:lnTo>
                <a:lnTo>
                  <a:pt x="401" y="305"/>
                </a:lnTo>
                <a:lnTo>
                  <a:pt x="400" y="305"/>
                </a:lnTo>
                <a:lnTo>
                  <a:pt x="399" y="305"/>
                </a:lnTo>
                <a:lnTo>
                  <a:pt x="399" y="306"/>
                </a:lnTo>
                <a:lnTo>
                  <a:pt x="399" y="307"/>
                </a:lnTo>
                <a:lnTo>
                  <a:pt x="398" y="307"/>
                </a:lnTo>
                <a:lnTo>
                  <a:pt x="397" y="307"/>
                </a:lnTo>
                <a:lnTo>
                  <a:pt x="397" y="308"/>
                </a:lnTo>
                <a:lnTo>
                  <a:pt x="396" y="308"/>
                </a:lnTo>
                <a:lnTo>
                  <a:pt x="395" y="308"/>
                </a:lnTo>
                <a:lnTo>
                  <a:pt x="395" y="307"/>
                </a:lnTo>
                <a:lnTo>
                  <a:pt x="394" y="307"/>
                </a:lnTo>
                <a:lnTo>
                  <a:pt x="394" y="306"/>
                </a:lnTo>
                <a:lnTo>
                  <a:pt x="393" y="306"/>
                </a:lnTo>
                <a:lnTo>
                  <a:pt x="392" y="306"/>
                </a:lnTo>
                <a:lnTo>
                  <a:pt x="392" y="305"/>
                </a:lnTo>
                <a:lnTo>
                  <a:pt x="391" y="305"/>
                </a:lnTo>
                <a:lnTo>
                  <a:pt x="392" y="306"/>
                </a:lnTo>
                <a:lnTo>
                  <a:pt x="391" y="306"/>
                </a:lnTo>
                <a:lnTo>
                  <a:pt x="388" y="306"/>
                </a:lnTo>
                <a:lnTo>
                  <a:pt x="387" y="306"/>
                </a:lnTo>
                <a:lnTo>
                  <a:pt x="387" y="309"/>
                </a:lnTo>
                <a:lnTo>
                  <a:pt x="386" y="310"/>
                </a:lnTo>
                <a:lnTo>
                  <a:pt x="385" y="310"/>
                </a:lnTo>
                <a:lnTo>
                  <a:pt x="384" y="310"/>
                </a:lnTo>
                <a:lnTo>
                  <a:pt x="383" y="311"/>
                </a:lnTo>
                <a:lnTo>
                  <a:pt x="382" y="312"/>
                </a:lnTo>
                <a:lnTo>
                  <a:pt x="382" y="313"/>
                </a:lnTo>
                <a:lnTo>
                  <a:pt x="382" y="314"/>
                </a:lnTo>
                <a:lnTo>
                  <a:pt x="381" y="314"/>
                </a:lnTo>
                <a:lnTo>
                  <a:pt x="381" y="312"/>
                </a:lnTo>
                <a:lnTo>
                  <a:pt x="380" y="311"/>
                </a:lnTo>
                <a:lnTo>
                  <a:pt x="380" y="310"/>
                </a:lnTo>
                <a:lnTo>
                  <a:pt x="379" y="308"/>
                </a:lnTo>
                <a:lnTo>
                  <a:pt x="379" y="307"/>
                </a:lnTo>
                <a:lnTo>
                  <a:pt x="380" y="306"/>
                </a:lnTo>
                <a:lnTo>
                  <a:pt x="381" y="306"/>
                </a:lnTo>
                <a:lnTo>
                  <a:pt x="381" y="305"/>
                </a:lnTo>
                <a:lnTo>
                  <a:pt x="382" y="304"/>
                </a:lnTo>
                <a:lnTo>
                  <a:pt x="381" y="304"/>
                </a:lnTo>
                <a:lnTo>
                  <a:pt x="380" y="304"/>
                </a:lnTo>
                <a:lnTo>
                  <a:pt x="380" y="303"/>
                </a:lnTo>
                <a:lnTo>
                  <a:pt x="379" y="303"/>
                </a:lnTo>
                <a:lnTo>
                  <a:pt x="380" y="305"/>
                </a:lnTo>
                <a:lnTo>
                  <a:pt x="379" y="306"/>
                </a:lnTo>
                <a:lnTo>
                  <a:pt x="378" y="303"/>
                </a:lnTo>
                <a:lnTo>
                  <a:pt x="378" y="302"/>
                </a:lnTo>
                <a:lnTo>
                  <a:pt x="377" y="301"/>
                </a:lnTo>
                <a:lnTo>
                  <a:pt x="377" y="300"/>
                </a:lnTo>
                <a:lnTo>
                  <a:pt x="376" y="300"/>
                </a:lnTo>
                <a:lnTo>
                  <a:pt x="377" y="300"/>
                </a:lnTo>
                <a:lnTo>
                  <a:pt x="376" y="297"/>
                </a:lnTo>
                <a:lnTo>
                  <a:pt x="374" y="298"/>
                </a:lnTo>
                <a:lnTo>
                  <a:pt x="373" y="296"/>
                </a:lnTo>
                <a:lnTo>
                  <a:pt x="372" y="293"/>
                </a:lnTo>
                <a:lnTo>
                  <a:pt x="371" y="291"/>
                </a:lnTo>
                <a:lnTo>
                  <a:pt x="370" y="290"/>
                </a:lnTo>
                <a:lnTo>
                  <a:pt x="371" y="290"/>
                </a:lnTo>
                <a:lnTo>
                  <a:pt x="370" y="290"/>
                </a:lnTo>
                <a:lnTo>
                  <a:pt x="370" y="289"/>
                </a:lnTo>
                <a:lnTo>
                  <a:pt x="369" y="288"/>
                </a:lnTo>
                <a:lnTo>
                  <a:pt x="369" y="287"/>
                </a:lnTo>
                <a:lnTo>
                  <a:pt x="369" y="286"/>
                </a:lnTo>
                <a:lnTo>
                  <a:pt x="370" y="285"/>
                </a:lnTo>
                <a:lnTo>
                  <a:pt x="370" y="284"/>
                </a:lnTo>
                <a:lnTo>
                  <a:pt x="370" y="283"/>
                </a:lnTo>
                <a:lnTo>
                  <a:pt x="370" y="284"/>
                </a:lnTo>
                <a:lnTo>
                  <a:pt x="369" y="284"/>
                </a:lnTo>
                <a:lnTo>
                  <a:pt x="368" y="283"/>
                </a:lnTo>
                <a:lnTo>
                  <a:pt x="367" y="283"/>
                </a:lnTo>
                <a:lnTo>
                  <a:pt x="366" y="283"/>
                </a:lnTo>
                <a:lnTo>
                  <a:pt x="366" y="282"/>
                </a:lnTo>
                <a:lnTo>
                  <a:pt x="366" y="283"/>
                </a:lnTo>
                <a:lnTo>
                  <a:pt x="366" y="284"/>
                </a:lnTo>
                <a:lnTo>
                  <a:pt x="365" y="284"/>
                </a:lnTo>
                <a:lnTo>
                  <a:pt x="363" y="283"/>
                </a:lnTo>
                <a:lnTo>
                  <a:pt x="362" y="283"/>
                </a:lnTo>
                <a:lnTo>
                  <a:pt x="361" y="283"/>
                </a:lnTo>
                <a:lnTo>
                  <a:pt x="361" y="282"/>
                </a:lnTo>
                <a:lnTo>
                  <a:pt x="360" y="282"/>
                </a:lnTo>
                <a:lnTo>
                  <a:pt x="357" y="282"/>
                </a:lnTo>
                <a:lnTo>
                  <a:pt x="356" y="283"/>
                </a:lnTo>
                <a:lnTo>
                  <a:pt x="355" y="284"/>
                </a:lnTo>
                <a:lnTo>
                  <a:pt x="354" y="284"/>
                </a:lnTo>
                <a:lnTo>
                  <a:pt x="353" y="284"/>
                </a:lnTo>
                <a:lnTo>
                  <a:pt x="352" y="283"/>
                </a:lnTo>
                <a:lnTo>
                  <a:pt x="351" y="284"/>
                </a:lnTo>
                <a:lnTo>
                  <a:pt x="352" y="284"/>
                </a:lnTo>
                <a:lnTo>
                  <a:pt x="352" y="285"/>
                </a:lnTo>
                <a:lnTo>
                  <a:pt x="353" y="285"/>
                </a:lnTo>
                <a:lnTo>
                  <a:pt x="353" y="286"/>
                </a:lnTo>
                <a:lnTo>
                  <a:pt x="354" y="288"/>
                </a:lnTo>
                <a:lnTo>
                  <a:pt x="355" y="289"/>
                </a:lnTo>
                <a:lnTo>
                  <a:pt x="356" y="289"/>
                </a:lnTo>
                <a:lnTo>
                  <a:pt x="357" y="290"/>
                </a:lnTo>
                <a:lnTo>
                  <a:pt x="358" y="291"/>
                </a:lnTo>
                <a:lnTo>
                  <a:pt x="358" y="292"/>
                </a:lnTo>
                <a:lnTo>
                  <a:pt x="358" y="293"/>
                </a:lnTo>
                <a:lnTo>
                  <a:pt x="359" y="293"/>
                </a:lnTo>
                <a:lnTo>
                  <a:pt x="360" y="294"/>
                </a:lnTo>
                <a:lnTo>
                  <a:pt x="360" y="295"/>
                </a:lnTo>
                <a:lnTo>
                  <a:pt x="360" y="296"/>
                </a:lnTo>
                <a:lnTo>
                  <a:pt x="360" y="297"/>
                </a:lnTo>
                <a:lnTo>
                  <a:pt x="361" y="298"/>
                </a:lnTo>
                <a:lnTo>
                  <a:pt x="360" y="299"/>
                </a:lnTo>
                <a:lnTo>
                  <a:pt x="358" y="301"/>
                </a:lnTo>
                <a:lnTo>
                  <a:pt x="357" y="300"/>
                </a:lnTo>
                <a:lnTo>
                  <a:pt x="357" y="299"/>
                </a:lnTo>
                <a:lnTo>
                  <a:pt x="356" y="298"/>
                </a:lnTo>
                <a:lnTo>
                  <a:pt x="355" y="297"/>
                </a:lnTo>
                <a:lnTo>
                  <a:pt x="355" y="298"/>
                </a:lnTo>
                <a:lnTo>
                  <a:pt x="354" y="298"/>
                </a:lnTo>
                <a:lnTo>
                  <a:pt x="354" y="299"/>
                </a:lnTo>
                <a:lnTo>
                  <a:pt x="353" y="298"/>
                </a:lnTo>
                <a:lnTo>
                  <a:pt x="353" y="299"/>
                </a:lnTo>
                <a:lnTo>
                  <a:pt x="354" y="299"/>
                </a:lnTo>
                <a:lnTo>
                  <a:pt x="353" y="300"/>
                </a:lnTo>
                <a:lnTo>
                  <a:pt x="352" y="300"/>
                </a:lnTo>
                <a:lnTo>
                  <a:pt x="351" y="300"/>
                </a:lnTo>
                <a:lnTo>
                  <a:pt x="352" y="300"/>
                </a:lnTo>
                <a:lnTo>
                  <a:pt x="353" y="300"/>
                </a:lnTo>
                <a:lnTo>
                  <a:pt x="354" y="300"/>
                </a:lnTo>
                <a:lnTo>
                  <a:pt x="355" y="300"/>
                </a:lnTo>
                <a:lnTo>
                  <a:pt x="356" y="300"/>
                </a:lnTo>
                <a:lnTo>
                  <a:pt x="357" y="301"/>
                </a:lnTo>
                <a:lnTo>
                  <a:pt x="357" y="302"/>
                </a:lnTo>
                <a:lnTo>
                  <a:pt x="358" y="303"/>
                </a:lnTo>
                <a:lnTo>
                  <a:pt x="358" y="304"/>
                </a:lnTo>
                <a:lnTo>
                  <a:pt x="358" y="307"/>
                </a:lnTo>
                <a:lnTo>
                  <a:pt x="358" y="308"/>
                </a:lnTo>
                <a:lnTo>
                  <a:pt x="357" y="308"/>
                </a:lnTo>
                <a:lnTo>
                  <a:pt x="356" y="308"/>
                </a:lnTo>
                <a:lnTo>
                  <a:pt x="355" y="308"/>
                </a:lnTo>
                <a:lnTo>
                  <a:pt x="355" y="307"/>
                </a:lnTo>
                <a:lnTo>
                  <a:pt x="354" y="306"/>
                </a:lnTo>
                <a:lnTo>
                  <a:pt x="354" y="305"/>
                </a:lnTo>
                <a:lnTo>
                  <a:pt x="354" y="304"/>
                </a:lnTo>
                <a:lnTo>
                  <a:pt x="354" y="303"/>
                </a:lnTo>
                <a:lnTo>
                  <a:pt x="353" y="302"/>
                </a:lnTo>
                <a:lnTo>
                  <a:pt x="353" y="303"/>
                </a:lnTo>
                <a:lnTo>
                  <a:pt x="354" y="304"/>
                </a:lnTo>
                <a:lnTo>
                  <a:pt x="354" y="306"/>
                </a:lnTo>
                <a:lnTo>
                  <a:pt x="354" y="308"/>
                </a:lnTo>
                <a:lnTo>
                  <a:pt x="354" y="309"/>
                </a:lnTo>
                <a:lnTo>
                  <a:pt x="354" y="310"/>
                </a:lnTo>
                <a:lnTo>
                  <a:pt x="353" y="312"/>
                </a:lnTo>
                <a:lnTo>
                  <a:pt x="354" y="312"/>
                </a:lnTo>
                <a:lnTo>
                  <a:pt x="354" y="315"/>
                </a:lnTo>
                <a:lnTo>
                  <a:pt x="354" y="316"/>
                </a:lnTo>
                <a:lnTo>
                  <a:pt x="353" y="317"/>
                </a:lnTo>
                <a:lnTo>
                  <a:pt x="352" y="317"/>
                </a:lnTo>
                <a:lnTo>
                  <a:pt x="352" y="319"/>
                </a:lnTo>
                <a:lnTo>
                  <a:pt x="352" y="320"/>
                </a:lnTo>
                <a:lnTo>
                  <a:pt x="353" y="320"/>
                </a:lnTo>
                <a:lnTo>
                  <a:pt x="353" y="319"/>
                </a:lnTo>
                <a:lnTo>
                  <a:pt x="354" y="320"/>
                </a:lnTo>
                <a:lnTo>
                  <a:pt x="355" y="320"/>
                </a:lnTo>
                <a:lnTo>
                  <a:pt x="356" y="320"/>
                </a:lnTo>
                <a:lnTo>
                  <a:pt x="356" y="321"/>
                </a:lnTo>
                <a:lnTo>
                  <a:pt x="357" y="321"/>
                </a:lnTo>
                <a:lnTo>
                  <a:pt x="358" y="321"/>
                </a:lnTo>
                <a:lnTo>
                  <a:pt x="358" y="322"/>
                </a:lnTo>
                <a:lnTo>
                  <a:pt x="358" y="323"/>
                </a:lnTo>
                <a:lnTo>
                  <a:pt x="357" y="324"/>
                </a:lnTo>
                <a:lnTo>
                  <a:pt x="356" y="324"/>
                </a:lnTo>
                <a:lnTo>
                  <a:pt x="355" y="324"/>
                </a:lnTo>
                <a:lnTo>
                  <a:pt x="355" y="325"/>
                </a:lnTo>
                <a:lnTo>
                  <a:pt x="356" y="326"/>
                </a:lnTo>
                <a:lnTo>
                  <a:pt x="356" y="327"/>
                </a:lnTo>
                <a:lnTo>
                  <a:pt x="355" y="327"/>
                </a:lnTo>
                <a:lnTo>
                  <a:pt x="354" y="327"/>
                </a:lnTo>
                <a:lnTo>
                  <a:pt x="354" y="328"/>
                </a:lnTo>
                <a:lnTo>
                  <a:pt x="353" y="328"/>
                </a:lnTo>
                <a:lnTo>
                  <a:pt x="353" y="329"/>
                </a:lnTo>
                <a:lnTo>
                  <a:pt x="353" y="330"/>
                </a:lnTo>
                <a:lnTo>
                  <a:pt x="354" y="331"/>
                </a:lnTo>
                <a:lnTo>
                  <a:pt x="354" y="332"/>
                </a:lnTo>
                <a:lnTo>
                  <a:pt x="354" y="333"/>
                </a:lnTo>
                <a:lnTo>
                  <a:pt x="354" y="334"/>
                </a:lnTo>
                <a:lnTo>
                  <a:pt x="355" y="334"/>
                </a:lnTo>
                <a:lnTo>
                  <a:pt x="355" y="335"/>
                </a:lnTo>
                <a:lnTo>
                  <a:pt x="354" y="336"/>
                </a:lnTo>
                <a:lnTo>
                  <a:pt x="354" y="335"/>
                </a:lnTo>
                <a:lnTo>
                  <a:pt x="353" y="335"/>
                </a:lnTo>
                <a:lnTo>
                  <a:pt x="352" y="336"/>
                </a:lnTo>
                <a:lnTo>
                  <a:pt x="351" y="337"/>
                </a:lnTo>
                <a:lnTo>
                  <a:pt x="350" y="337"/>
                </a:lnTo>
                <a:lnTo>
                  <a:pt x="350" y="338"/>
                </a:lnTo>
                <a:lnTo>
                  <a:pt x="350" y="339"/>
                </a:lnTo>
                <a:lnTo>
                  <a:pt x="349" y="339"/>
                </a:lnTo>
                <a:lnTo>
                  <a:pt x="349" y="340"/>
                </a:lnTo>
                <a:lnTo>
                  <a:pt x="349" y="342"/>
                </a:lnTo>
                <a:lnTo>
                  <a:pt x="350" y="343"/>
                </a:lnTo>
                <a:lnTo>
                  <a:pt x="350" y="344"/>
                </a:lnTo>
                <a:lnTo>
                  <a:pt x="351" y="344"/>
                </a:lnTo>
                <a:lnTo>
                  <a:pt x="351" y="345"/>
                </a:lnTo>
                <a:lnTo>
                  <a:pt x="351" y="346"/>
                </a:lnTo>
                <a:lnTo>
                  <a:pt x="351" y="348"/>
                </a:lnTo>
                <a:lnTo>
                  <a:pt x="351" y="349"/>
                </a:lnTo>
                <a:lnTo>
                  <a:pt x="351" y="350"/>
                </a:lnTo>
                <a:lnTo>
                  <a:pt x="352" y="350"/>
                </a:lnTo>
                <a:lnTo>
                  <a:pt x="351" y="350"/>
                </a:lnTo>
                <a:lnTo>
                  <a:pt x="351" y="351"/>
                </a:lnTo>
                <a:lnTo>
                  <a:pt x="352" y="351"/>
                </a:lnTo>
                <a:lnTo>
                  <a:pt x="351" y="352"/>
                </a:lnTo>
                <a:lnTo>
                  <a:pt x="351" y="351"/>
                </a:lnTo>
                <a:lnTo>
                  <a:pt x="350" y="351"/>
                </a:lnTo>
                <a:lnTo>
                  <a:pt x="349" y="351"/>
                </a:lnTo>
                <a:lnTo>
                  <a:pt x="348" y="351"/>
                </a:lnTo>
                <a:lnTo>
                  <a:pt x="347" y="352"/>
                </a:lnTo>
                <a:lnTo>
                  <a:pt x="346" y="352"/>
                </a:lnTo>
                <a:lnTo>
                  <a:pt x="346" y="351"/>
                </a:lnTo>
                <a:lnTo>
                  <a:pt x="345" y="351"/>
                </a:lnTo>
                <a:lnTo>
                  <a:pt x="344" y="351"/>
                </a:lnTo>
                <a:lnTo>
                  <a:pt x="344" y="350"/>
                </a:lnTo>
                <a:lnTo>
                  <a:pt x="343" y="349"/>
                </a:lnTo>
                <a:lnTo>
                  <a:pt x="343" y="348"/>
                </a:lnTo>
                <a:lnTo>
                  <a:pt x="343" y="347"/>
                </a:lnTo>
                <a:lnTo>
                  <a:pt x="342" y="345"/>
                </a:lnTo>
                <a:lnTo>
                  <a:pt x="341" y="342"/>
                </a:lnTo>
                <a:lnTo>
                  <a:pt x="338" y="342"/>
                </a:lnTo>
                <a:lnTo>
                  <a:pt x="339" y="343"/>
                </a:lnTo>
                <a:lnTo>
                  <a:pt x="337" y="345"/>
                </a:lnTo>
                <a:lnTo>
                  <a:pt x="336" y="346"/>
                </a:lnTo>
                <a:lnTo>
                  <a:pt x="335" y="345"/>
                </a:lnTo>
                <a:lnTo>
                  <a:pt x="335" y="344"/>
                </a:lnTo>
                <a:lnTo>
                  <a:pt x="334" y="344"/>
                </a:lnTo>
                <a:lnTo>
                  <a:pt x="334" y="345"/>
                </a:lnTo>
                <a:lnTo>
                  <a:pt x="335" y="347"/>
                </a:lnTo>
                <a:lnTo>
                  <a:pt x="335" y="348"/>
                </a:lnTo>
                <a:lnTo>
                  <a:pt x="335" y="349"/>
                </a:lnTo>
                <a:lnTo>
                  <a:pt x="336" y="350"/>
                </a:lnTo>
                <a:lnTo>
                  <a:pt x="336" y="351"/>
                </a:lnTo>
                <a:lnTo>
                  <a:pt x="337" y="352"/>
                </a:lnTo>
                <a:lnTo>
                  <a:pt x="338" y="352"/>
                </a:lnTo>
                <a:lnTo>
                  <a:pt x="338" y="351"/>
                </a:lnTo>
                <a:lnTo>
                  <a:pt x="338" y="352"/>
                </a:lnTo>
                <a:lnTo>
                  <a:pt x="339" y="352"/>
                </a:lnTo>
                <a:lnTo>
                  <a:pt x="339" y="353"/>
                </a:lnTo>
                <a:lnTo>
                  <a:pt x="338" y="353"/>
                </a:lnTo>
                <a:lnTo>
                  <a:pt x="338" y="355"/>
                </a:lnTo>
                <a:lnTo>
                  <a:pt x="337" y="355"/>
                </a:lnTo>
                <a:lnTo>
                  <a:pt x="338" y="355"/>
                </a:lnTo>
                <a:lnTo>
                  <a:pt x="337" y="356"/>
                </a:lnTo>
                <a:lnTo>
                  <a:pt x="337" y="357"/>
                </a:lnTo>
                <a:lnTo>
                  <a:pt x="337" y="358"/>
                </a:lnTo>
                <a:lnTo>
                  <a:pt x="338" y="358"/>
                </a:lnTo>
                <a:lnTo>
                  <a:pt x="338" y="359"/>
                </a:lnTo>
                <a:lnTo>
                  <a:pt x="337" y="359"/>
                </a:lnTo>
                <a:lnTo>
                  <a:pt x="336" y="359"/>
                </a:lnTo>
                <a:lnTo>
                  <a:pt x="335" y="359"/>
                </a:lnTo>
                <a:lnTo>
                  <a:pt x="335" y="360"/>
                </a:lnTo>
                <a:lnTo>
                  <a:pt x="335" y="361"/>
                </a:lnTo>
                <a:lnTo>
                  <a:pt x="334" y="361"/>
                </a:lnTo>
                <a:lnTo>
                  <a:pt x="334" y="360"/>
                </a:lnTo>
                <a:lnTo>
                  <a:pt x="333" y="359"/>
                </a:lnTo>
                <a:lnTo>
                  <a:pt x="331" y="359"/>
                </a:lnTo>
                <a:lnTo>
                  <a:pt x="330" y="359"/>
                </a:lnTo>
                <a:lnTo>
                  <a:pt x="329" y="359"/>
                </a:lnTo>
                <a:lnTo>
                  <a:pt x="328" y="359"/>
                </a:lnTo>
                <a:lnTo>
                  <a:pt x="328" y="358"/>
                </a:lnTo>
                <a:lnTo>
                  <a:pt x="328" y="357"/>
                </a:lnTo>
                <a:lnTo>
                  <a:pt x="327" y="356"/>
                </a:lnTo>
                <a:lnTo>
                  <a:pt x="327" y="355"/>
                </a:lnTo>
                <a:lnTo>
                  <a:pt x="327" y="354"/>
                </a:lnTo>
                <a:lnTo>
                  <a:pt x="327" y="353"/>
                </a:lnTo>
                <a:lnTo>
                  <a:pt x="326" y="352"/>
                </a:lnTo>
                <a:lnTo>
                  <a:pt x="326" y="351"/>
                </a:lnTo>
                <a:lnTo>
                  <a:pt x="325" y="351"/>
                </a:lnTo>
                <a:lnTo>
                  <a:pt x="326" y="352"/>
                </a:lnTo>
                <a:lnTo>
                  <a:pt x="326" y="353"/>
                </a:lnTo>
                <a:lnTo>
                  <a:pt x="326" y="355"/>
                </a:lnTo>
                <a:lnTo>
                  <a:pt x="325" y="355"/>
                </a:lnTo>
                <a:lnTo>
                  <a:pt x="324" y="356"/>
                </a:lnTo>
                <a:lnTo>
                  <a:pt x="323" y="357"/>
                </a:lnTo>
                <a:lnTo>
                  <a:pt x="323" y="358"/>
                </a:lnTo>
                <a:lnTo>
                  <a:pt x="324" y="358"/>
                </a:lnTo>
                <a:lnTo>
                  <a:pt x="324" y="359"/>
                </a:lnTo>
                <a:lnTo>
                  <a:pt x="324" y="360"/>
                </a:lnTo>
                <a:lnTo>
                  <a:pt x="325" y="364"/>
                </a:lnTo>
                <a:lnTo>
                  <a:pt x="326" y="364"/>
                </a:lnTo>
                <a:lnTo>
                  <a:pt x="326" y="365"/>
                </a:lnTo>
                <a:lnTo>
                  <a:pt x="326" y="366"/>
                </a:lnTo>
                <a:lnTo>
                  <a:pt x="327" y="366"/>
                </a:lnTo>
                <a:lnTo>
                  <a:pt x="327" y="367"/>
                </a:lnTo>
                <a:lnTo>
                  <a:pt x="328" y="367"/>
                </a:lnTo>
                <a:lnTo>
                  <a:pt x="328" y="368"/>
                </a:lnTo>
                <a:lnTo>
                  <a:pt x="327" y="368"/>
                </a:lnTo>
                <a:lnTo>
                  <a:pt x="327" y="369"/>
                </a:lnTo>
                <a:lnTo>
                  <a:pt x="327" y="370"/>
                </a:lnTo>
                <a:lnTo>
                  <a:pt x="326" y="370"/>
                </a:lnTo>
                <a:lnTo>
                  <a:pt x="326" y="371"/>
                </a:lnTo>
                <a:lnTo>
                  <a:pt x="325" y="372"/>
                </a:lnTo>
                <a:lnTo>
                  <a:pt x="324" y="371"/>
                </a:lnTo>
                <a:lnTo>
                  <a:pt x="323" y="371"/>
                </a:lnTo>
                <a:lnTo>
                  <a:pt x="323" y="370"/>
                </a:lnTo>
                <a:lnTo>
                  <a:pt x="322" y="370"/>
                </a:lnTo>
                <a:lnTo>
                  <a:pt x="322" y="369"/>
                </a:lnTo>
                <a:lnTo>
                  <a:pt x="321" y="370"/>
                </a:lnTo>
                <a:lnTo>
                  <a:pt x="321" y="369"/>
                </a:lnTo>
                <a:lnTo>
                  <a:pt x="321" y="367"/>
                </a:lnTo>
                <a:lnTo>
                  <a:pt x="321" y="366"/>
                </a:lnTo>
                <a:lnTo>
                  <a:pt x="322" y="366"/>
                </a:lnTo>
                <a:lnTo>
                  <a:pt x="323" y="365"/>
                </a:lnTo>
                <a:lnTo>
                  <a:pt x="322" y="365"/>
                </a:lnTo>
                <a:lnTo>
                  <a:pt x="321" y="365"/>
                </a:lnTo>
                <a:lnTo>
                  <a:pt x="321" y="366"/>
                </a:lnTo>
                <a:lnTo>
                  <a:pt x="320" y="366"/>
                </a:lnTo>
                <a:lnTo>
                  <a:pt x="320" y="365"/>
                </a:lnTo>
                <a:lnTo>
                  <a:pt x="321" y="365"/>
                </a:lnTo>
                <a:lnTo>
                  <a:pt x="321" y="364"/>
                </a:lnTo>
                <a:lnTo>
                  <a:pt x="321" y="363"/>
                </a:lnTo>
                <a:lnTo>
                  <a:pt x="320" y="364"/>
                </a:lnTo>
                <a:lnTo>
                  <a:pt x="319" y="364"/>
                </a:lnTo>
                <a:lnTo>
                  <a:pt x="319" y="365"/>
                </a:lnTo>
                <a:lnTo>
                  <a:pt x="319" y="364"/>
                </a:lnTo>
                <a:lnTo>
                  <a:pt x="318" y="363"/>
                </a:lnTo>
                <a:lnTo>
                  <a:pt x="317" y="363"/>
                </a:lnTo>
                <a:lnTo>
                  <a:pt x="316" y="361"/>
                </a:lnTo>
                <a:lnTo>
                  <a:pt x="315" y="361"/>
                </a:lnTo>
                <a:lnTo>
                  <a:pt x="316" y="360"/>
                </a:lnTo>
                <a:lnTo>
                  <a:pt x="315" y="359"/>
                </a:lnTo>
                <a:lnTo>
                  <a:pt x="314" y="358"/>
                </a:lnTo>
                <a:lnTo>
                  <a:pt x="313" y="356"/>
                </a:lnTo>
                <a:lnTo>
                  <a:pt x="313" y="355"/>
                </a:lnTo>
                <a:lnTo>
                  <a:pt x="312" y="355"/>
                </a:lnTo>
                <a:lnTo>
                  <a:pt x="311" y="354"/>
                </a:lnTo>
                <a:lnTo>
                  <a:pt x="311" y="352"/>
                </a:lnTo>
                <a:lnTo>
                  <a:pt x="311" y="351"/>
                </a:lnTo>
                <a:lnTo>
                  <a:pt x="311" y="350"/>
                </a:lnTo>
                <a:lnTo>
                  <a:pt x="311" y="349"/>
                </a:lnTo>
                <a:lnTo>
                  <a:pt x="311" y="348"/>
                </a:lnTo>
                <a:lnTo>
                  <a:pt x="312" y="347"/>
                </a:lnTo>
                <a:lnTo>
                  <a:pt x="312" y="344"/>
                </a:lnTo>
                <a:lnTo>
                  <a:pt x="311" y="342"/>
                </a:lnTo>
                <a:lnTo>
                  <a:pt x="311" y="341"/>
                </a:lnTo>
                <a:lnTo>
                  <a:pt x="311" y="340"/>
                </a:lnTo>
                <a:lnTo>
                  <a:pt x="311" y="339"/>
                </a:lnTo>
                <a:lnTo>
                  <a:pt x="311" y="338"/>
                </a:lnTo>
                <a:lnTo>
                  <a:pt x="312" y="338"/>
                </a:lnTo>
                <a:lnTo>
                  <a:pt x="313" y="337"/>
                </a:lnTo>
                <a:lnTo>
                  <a:pt x="312" y="337"/>
                </a:lnTo>
                <a:lnTo>
                  <a:pt x="312" y="338"/>
                </a:lnTo>
                <a:lnTo>
                  <a:pt x="311" y="338"/>
                </a:lnTo>
                <a:lnTo>
                  <a:pt x="311" y="339"/>
                </a:lnTo>
                <a:lnTo>
                  <a:pt x="310" y="338"/>
                </a:lnTo>
                <a:lnTo>
                  <a:pt x="310" y="337"/>
                </a:lnTo>
                <a:lnTo>
                  <a:pt x="309" y="336"/>
                </a:lnTo>
                <a:lnTo>
                  <a:pt x="309" y="337"/>
                </a:lnTo>
                <a:lnTo>
                  <a:pt x="309" y="338"/>
                </a:lnTo>
                <a:lnTo>
                  <a:pt x="309" y="339"/>
                </a:lnTo>
                <a:lnTo>
                  <a:pt x="309" y="340"/>
                </a:lnTo>
                <a:lnTo>
                  <a:pt x="309" y="342"/>
                </a:lnTo>
                <a:lnTo>
                  <a:pt x="309" y="343"/>
                </a:lnTo>
                <a:lnTo>
                  <a:pt x="308" y="343"/>
                </a:lnTo>
                <a:lnTo>
                  <a:pt x="308" y="344"/>
                </a:lnTo>
                <a:lnTo>
                  <a:pt x="309" y="345"/>
                </a:lnTo>
                <a:lnTo>
                  <a:pt x="308" y="346"/>
                </a:lnTo>
                <a:lnTo>
                  <a:pt x="307" y="347"/>
                </a:lnTo>
                <a:lnTo>
                  <a:pt x="304" y="345"/>
                </a:lnTo>
                <a:lnTo>
                  <a:pt x="304" y="346"/>
                </a:lnTo>
                <a:lnTo>
                  <a:pt x="303" y="347"/>
                </a:lnTo>
                <a:lnTo>
                  <a:pt x="303" y="348"/>
                </a:lnTo>
                <a:lnTo>
                  <a:pt x="304" y="349"/>
                </a:lnTo>
                <a:lnTo>
                  <a:pt x="304" y="350"/>
                </a:lnTo>
                <a:lnTo>
                  <a:pt x="303" y="350"/>
                </a:lnTo>
                <a:lnTo>
                  <a:pt x="303" y="351"/>
                </a:lnTo>
                <a:lnTo>
                  <a:pt x="304" y="351"/>
                </a:lnTo>
                <a:lnTo>
                  <a:pt x="303" y="351"/>
                </a:lnTo>
                <a:lnTo>
                  <a:pt x="302" y="352"/>
                </a:lnTo>
                <a:lnTo>
                  <a:pt x="303" y="352"/>
                </a:lnTo>
                <a:lnTo>
                  <a:pt x="303" y="355"/>
                </a:lnTo>
                <a:lnTo>
                  <a:pt x="303" y="356"/>
                </a:lnTo>
                <a:lnTo>
                  <a:pt x="303" y="357"/>
                </a:lnTo>
                <a:lnTo>
                  <a:pt x="304" y="359"/>
                </a:lnTo>
                <a:lnTo>
                  <a:pt x="304" y="360"/>
                </a:lnTo>
                <a:lnTo>
                  <a:pt x="304" y="362"/>
                </a:lnTo>
                <a:lnTo>
                  <a:pt x="304" y="363"/>
                </a:lnTo>
                <a:lnTo>
                  <a:pt x="304" y="364"/>
                </a:lnTo>
                <a:lnTo>
                  <a:pt x="304" y="365"/>
                </a:lnTo>
                <a:lnTo>
                  <a:pt x="303" y="365"/>
                </a:lnTo>
                <a:lnTo>
                  <a:pt x="303" y="366"/>
                </a:lnTo>
                <a:lnTo>
                  <a:pt x="302" y="366"/>
                </a:lnTo>
                <a:lnTo>
                  <a:pt x="301" y="367"/>
                </a:lnTo>
                <a:lnTo>
                  <a:pt x="301" y="368"/>
                </a:lnTo>
                <a:lnTo>
                  <a:pt x="300" y="369"/>
                </a:lnTo>
                <a:lnTo>
                  <a:pt x="300" y="370"/>
                </a:lnTo>
                <a:lnTo>
                  <a:pt x="300" y="371"/>
                </a:lnTo>
                <a:lnTo>
                  <a:pt x="298" y="371"/>
                </a:lnTo>
                <a:lnTo>
                  <a:pt x="298" y="372"/>
                </a:lnTo>
                <a:lnTo>
                  <a:pt x="298" y="373"/>
                </a:lnTo>
                <a:lnTo>
                  <a:pt x="297" y="373"/>
                </a:lnTo>
                <a:lnTo>
                  <a:pt x="296" y="373"/>
                </a:lnTo>
                <a:lnTo>
                  <a:pt x="295" y="373"/>
                </a:lnTo>
                <a:lnTo>
                  <a:pt x="295" y="374"/>
                </a:lnTo>
                <a:lnTo>
                  <a:pt x="294" y="375"/>
                </a:lnTo>
                <a:lnTo>
                  <a:pt x="293" y="375"/>
                </a:lnTo>
                <a:lnTo>
                  <a:pt x="292" y="374"/>
                </a:lnTo>
                <a:lnTo>
                  <a:pt x="292" y="373"/>
                </a:lnTo>
                <a:lnTo>
                  <a:pt x="292" y="372"/>
                </a:lnTo>
                <a:lnTo>
                  <a:pt x="292" y="371"/>
                </a:lnTo>
                <a:lnTo>
                  <a:pt x="291" y="371"/>
                </a:lnTo>
                <a:lnTo>
                  <a:pt x="290" y="371"/>
                </a:lnTo>
                <a:lnTo>
                  <a:pt x="289" y="370"/>
                </a:lnTo>
                <a:lnTo>
                  <a:pt x="289" y="369"/>
                </a:lnTo>
                <a:lnTo>
                  <a:pt x="289" y="368"/>
                </a:lnTo>
                <a:lnTo>
                  <a:pt x="289" y="367"/>
                </a:lnTo>
                <a:lnTo>
                  <a:pt x="288" y="367"/>
                </a:lnTo>
                <a:lnTo>
                  <a:pt x="289" y="366"/>
                </a:lnTo>
                <a:lnTo>
                  <a:pt x="288" y="366"/>
                </a:lnTo>
                <a:lnTo>
                  <a:pt x="288" y="365"/>
                </a:lnTo>
                <a:lnTo>
                  <a:pt x="287" y="364"/>
                </a:lnTo>
                <a:lnTo>
                  <a:pt x="286" y="364"/>
                </a:lnTo>
                <a:lnTo>
                  <a:pt x="286" y="363"/>
                </a:lnTo>
                <a:lnTo>
                  <a:pt x="285" y="363"/>
                </a:lnTo>
                <a:lnTo>
                  <a:pt x="286" y="364"/>
                </a:lnTo>
                <a:lnTo>
                  <a:pt x="286" y="365"/>
                </a:lnTo>
                <a:lnTo>
                  <a:pt x="284" y="365"/>
                </a:lnTo>
                <a:lnTo>
                  <a:pt x="283" y="365"/>
                </a:lnTo>
                <a:lnTo>
                  <a:pt x="282" y="365"/>
                </a:lnTo>
                <a:lnTo>
                  <a:pt x="281" y="366"/>
                </a:lnTo>
                <a:lnTo>
                  <a:pt x="280" y="366"/>
                </a:lnTo>
                <a:lnTo>
                  <a:pt x="280" y="367"/>
                </a:lnTo>
                <a:lnTo>
                  <a:pt x="279" y="367"/>
                </a:lnTo>
                <a:lnTo>
                  <a:pt x="279" y="368"/>
                </a:lnTo>
                <a:lnTo>
                  <a:pt x="278" y="368"/>
                </a:lnTo>
                <a:lnTo>
                  <a:pt x="278" y="369"/>
                </a:lnTo>
                <a:lnTo>
                  <a:pt x="279" y="369"/>
                </a:lnTo>
                <a:lnTo>
                  <a:pt x="279" y="370"/>
                </a:lnTo>
                <a:lnTo>
                  <a:pt x="278" y="371"/>
                </a:lnTo>
                <a:lnTo>
                  <a:pt x="277" y="370"/>
                </a:lnTo>
                <a:lnTo>
                  <a:pt x="276" y="371"/>
                </a:lnTo>
                <a:lnTo>
                  <a:pt x="275" y="371"/>
                </a:lnTo>
                <a:lnTo>
                  <a:pt x="275" y="372"/>
                </a:lnTo>
                <a:lnTo>
                  <a:pt x="274" y="373"/>
                </a:lnTo>
                <a:lnTo>
                  <a:pt x="274" y="374"/>
                </a:lnTo>
                <a:lnTo>
                  <a:pt x="273" y="375"/>
                </a:lnTo>
                <a:lnTo>
                  <a:pt x="272" y="375"/>
                </a:lnTo>
                <a:lnTo>
                  <a:pt x="271" y="376"/>
                </a:lnTo>
                <a:lnTo>
                  <a:pt x="271" y="377"/>
                </a:lnTo>
                <a:lnTo>
                  <a:pt x="270" y="378"/>
                </a:lnTo>
                <a:lnTo>
                  <a:pt x="270" y="379"/>
                </a:lnTo>
                <a:lnTo>
                  <a:pt x="270" y="380"/>
                </a:lnTo>
                <a:lnTo>
                  <a:pt x="270" y="381"/>
                </a:lnTo>
                <a:lnTo>
                  <a:pt x="269" y="381"/>
                </a:lnTo>
                <a:lnTo>
                  <a:pt x="269" y="382"/>
                </a:lnTo>
                <a:lnTo>
                  <a:pt x="269" y="381"/>
                </a:lnTo>
                <a:lnTo>
                  <a:pt x="268" y="381"/>
                </a:lnTo>
                <a:lnTo>
                  <a:pt x="267" y="381"/>
                </a:lnTo>
                <a:lnTo>
                  <a:pt x="268" y="382"/>
                </a:lnTo>
                <a:lnTo>
                  <a:pt x="268" y="383"/>
                </a:lnTo>
                <a:lnTo>
                  <a:pt x="267" y="383"/>
                </a:lnTo>
                <a:lnTo>
                  <a:pt x="267" y="382"/>
                </a:lnTo>
                <a:lnTo>
                  <a:pt x="267" y="383"/>
                </a:lnTo>
                <a:lnTo>
                  <a:pt x="266" y="383"/>
                </a:lnTo>
                <a:lnTo>
                  <a:pt x="265" y="384"/>
                </a:lnTo>
                <a:lnTo>
                  <a:pt x="264" y="384"/>
                </a:lnTo>
                <a:lnTo>
                  <a:pt x="263" y="384"/>
                </a:lnTo>
                <a:lnTo>
                  <a:pt x="263" y="385"/>
                </a:lnTo>
                <a:lnTo>
                  <a:pt x="262" y="385"/>
                </a:lnTo>
                <a:lnTo>
                  <a:pt x="262" y="384"/>
                </a:lnTo>
                <a:lnTo>
                  <a:pt x="261" y="384"/>
                </a:lnTo>
                <a:lnTo>
                  <a:pt x="260" y="384"/>
                </a:lnTo>
                <a:lnTo>
                  <a:pt x="260" y="383"/>
                </a:lnTo>
                <a:lnTo>
                  <a:pt x="260" y="382"/>
                </a:lnTo>
                <a:lnTo>
                  <a:pt x="259" y="382"/>
                </a:lnTo>
                <a:lnTo>
                  <a:pt x="259" y="383"/>
                </a:lnTo>
                <a:lnTo>
                  <a:pt x="258" y="382"/>
                </a:lnTo>
                <a:lnTo>
                  <a:pt x="257" y="382"/>
                </a:lnTo>
                <a:lnTo>
                  <a:pt x="257" y="381"/>
                </a:lnTo>
                <a:lnTo>
                  <a:pt x="256" y="381"/>
                </a:lnTo>
                <a:lnTo>
                  <a:pt x="255" y="381"/>
                </a:lnTo>
                <a:lnTo>
                  <a:pt x="255" y="380"/>
                </a:lnTo>
                <a:lnTo>
                  <a:pt x="254" y="380"/>
                </a:lnTo>
                <a:lnTo>
                  <a:pt x="254" y="379"/>
                </a:lnTo>
                <a:lnTo>
                  <a:pt x="253" y="379"/>
                </a:lnTo>
                <a:lnTo>
                  <a:pt x="252" y="379"/>
                </a:lnTo>
                <a:lnTo>
                  <a:pt x="251" y="379"/>
                </a:lnTo>
                <a:lnTo>
                  <a:pt x="250" y="378"/>
                </a:lnTo>
                <a:lnTo>
                  <a:pt x="250" y="377"/>
                </a:lnTo>
                <a:lnTo>
                  <a:pt x="249" y="377"/>
                </a:lnTo>
                <a:lnTo>
                  <a:pt x="249" y="376"/>
                </a:lnTo>
                <a:lnTo>
                  <a:pt x="249" y="375"/>
                </a:lnTo>
                <a:lnTo>
                  <a:pt x="249" y="373"/>
                </a:lnTo>
                <a:lnTo>
                  <a:pt x="249" y="371"/>
                </a:lnTo>
                <a:lnTo>
                  <a:pt x="249" y="370"/>
                </a:lnTo>
                <a:lnTo>
                  <a:pt x="249" y="369"/>
                </a:lnTo>
                <a:lnTo>
                  <a:pt x="249" y="368"/>
                </a:lnTo>
                <a:lnTo>
                  <a:pt x="250" y="368"/>
                </a:lnTo>
                <a:lnTo>
                  <a:pt x="250" y="367"/>
                </a:lnTo>
                <a:lnTo>
                  <a:pt x="251" y="367"/>
                </a:lnTo>
                <a:lnTo>
                  <a:pt x="252" y="367"/>
                </a:lnTo>
                <a:lnTo>
                  <a:pt x="252" y="366"/>
                </a:lnTo>
                <a:lnTo>
                  <a:pt x="253" y="366"/>
                </a:lnTo>
                <a:lnTo>
                  <a:pt x="254" y="366"/>
                </a:lnTo>
                <a:lnTo>
                  <a:pt x="255" y="366"/>
                </a:lnTo>
                <a:lnTo>
                  <a:pt x="257" y="366"/>
                </a:lnTo>
                <a:lnTo>
                  <a:pt x="257" y="365"/>
                </a:lnTo>
                <a:lnTo>
                  <a:pt x="257" y="364"/>
                </a:lnTo>
                <a:lnTo>
                  <a:pt x="257" y="365"/>
                </a:lnTo>
                <a:lnTo>
                  <a:pt x="256" y="365"/>
                </a:lnTo>
                <a:lnTo>
                  <a:pt x="255" y="365"/>
                </a:lnTo>
                <a:lnTo>
                  <a:pt x="254" y="364"/>
                </a:lnTo>
                <a:lnTo>
                  <a:pt x="253" y="364"/>
                </a:lnTo>
                <a:lnTo>
                  <a:pt x="253" y="365"/>
                </a:lnTo>
                <a:lnTo>
                  <a:pt x="252" y="366"/>
                </a:lnTo>
                <a:lnTo>
                  <a:pt x="251" y="366"/>
                </a:lnTo>
                <a:lnTo>
                  <a:pt x="251" y="367"/>
                </a:lnTo>
                <a:lnTo>
                  <a:pt x="250" y="367"/>
                </a:lnTo>
                <a:lnTo>
                  <a:pt x="249" y="367"/>
                </a:lnTo>
                <a:lnTo>
                  <a:pt x="249" y="368"/>
                </a:lnTo>
                <a:lnTo>
                  <a:pt x="249" y="369"/>
                </a:lnTo>
                <a:lnTo>
                  <a:pt x="248" y="368"/>
                </a:lnTo>
                <a:lnTo>
                  <a:pt x="248" y="369"/>
                </a:lnTo>
                <a:lnTo>
                  <a:pt x="249" y="369"/>
                </a:lnTo>
                <a:lnTo>
                  <a:pt x="248" y="369"/>
                </a:lnTo>
                <a:lnTo>
                  <a:pt x="248" y="368"/>
                </a:lnTo>
                <a:lnTo>
                  <a:pt x="248" y="367"/>
                </a:lnTo>
                <a:lnTo>
                  <a:pt x="248" y="366"/>
                </a:lnTo>
                <a:lnTo>
                  <a:pt x="247" y="366"/>
                </a:lnTo>
                <a:lnTo>
                  <a:pt x="247" y="365"/>
                </a:lnTo>
                <a:lnTo>
                  <a:pt x="247" y="364"/>
                </a:lnTo>
                <a:lnTo>
                  <a:pt x="246" y="364"/>
                </a:lnTo>
                <a:lnTo>
                  <a:pt x="246" y="363"/>
                </a:lnTo>
                <a:lnTo>
                  <a:pt x="246" y="362"/>
                </a:lnTo>
                <a:lnTo>
                  <a:pt x="246" y="361"/>
                </a:lnTo>
                <a:lnTo>
                  <a:pt x="245" y="361"/>
                </a:lnTo>
                <a:lnTo>
                  <a:pt x="245" y="360"/>
                </a:lnTo>
                <a:lnTo>
                  <a:pt x="245" y="359"/>
                </a:lnTo>
                <a:lnTo>
                  <a:pt x="246" y="359"/>
                </a:lnTo>
                <a:lnTo>
                  <a:pt x="246" y="358"/>
                </a:lnTo>
                <a:lnTo>
                  <a:pt x="246" y="357"/>
                </a:lnTo>
                <a:lnTo>
                  <a:pt x="247" y="357"/>
                </a:lnTo>
                <a:lnTo>
                  <a:pt x="247" y="356"/>
                </a:lnTo>
                <a:lnTo>
                  <a:pt x="247" y="355"/>
                </a:lnTo>
                <a:lnTo>
                  <a:pt x="248" y="355"/>
                </a:lnTo>
                <a:lnTo>
                  <a:pt x="248" y="354"/>
                </a:lnTo>
                <a:lnTo>
                  <a:pt x="247" y="354"/>
                </a:lnTo>
                <a:lnTo>
                  <a:pt x="247" y="353"/>
                </a:lnTo>
                <a:lnTo>
                  <a:pt x="247" y="354"/>
                </a:lnTo>
                <a:lnTo>
                  <a:pt x="247" y="355"/>
                </a:lnTo>
                <a:lnTo>
                  <a:pt x="247" y="356"/>
                </a:lnTo>
                <a:lnTo>
                  <a:pt x="246" y="356"/>
                </a:lnTo>
                <a:lnTo>
                  <a:pt x="245" y="357"/>
                </a:lnTo>
                <a:lnTo>
                  <a:pt x="245" y="358"/>
                </a:lnTo>
                <a:lnTo>
                  <a:pt x="245" y="359"/>
                </a:lnTo>
                <a:lnTo>
                  <a:pt x="244" y="359"/>
                </a:lnTo>
                <a:lnTo>
                  <a:pt x="245" y="359"/>
                </a:lnTo>
                <a:lnTo>
                  <a:pt x="245" y="361"/>
                </a:lnTo>
                <a:lnTo>
                  <a:pt x="245" y="362"/>
                </a:lnTo>
                <a:lnTo>
                  <a:pt x="245" y="363"/>
                </a:lnTo>
                <a:lnTo>
                  <a:pt x="246" y="364"/>
                </a:lnTo>
                <a:lnTo>
                  <a:pt x="246" y="365"/>
                </a:lnTo>
                <a:lnTo>
                  <a:pt x="246" y="366"/>
                </a:lnTo>
                <a:lnTo>
                  <a:pt x="247" y="367"/>
                </a:lnTo>
                <a:lnTo>
                  <a:pt x="247" y="368"/>
                </a:lnTo>
                <a:lnTo>
                  <a:pt x="247" y="369"/>
                </a:lnTo>
                <a:lnTo>
                  <a:pt x="247" y="370"/>
                </a:lnTo>
                <a:lnTo>
                  <a:pt x="248" y="371"/>
                </a:lnTo>
                <a:lnTo>
                  <a:pt x="248" y="372"/>
                </a:lnTo>
                <a:lnTo>
                  <a:pt x="248" y="375"/>
                </a:lnTo>
                <a:lnTo>
                  <a:pt x="248" y="376"/>
                </a:lnTo>
                <a:lnTo>
                  <a:pt x="248" y="377"/>
                </a:lnTo>
                <a:lnTo>
                  <a:pt x="249" y="377"/>
                </a:lnTo>
                <a:lnTo>
                  <a:pt x="249" y="378"/>
                </a:lnTo>
                <a:lnTo>
                  <a:pt x="248" y="378"/>
                </a:lnTo>
                <a:lnTo>
                  <a:pt x="249" y="378"/>
                </a:lnTo>
                <a:lnTo>
                  <a:pt x="249" y="379"/>
                </a:lnTo>
                <a:lnTo>
                  <a:pt x="248" y="379"/>
                </a:lnTo>
                <a:lnTo>
                  <a:pt x="248" y="380"/>
                </a:lnTo>
                <a:lnTo>
                  <a:pt x="249" y="380"/>
                </a:lnTo>
                <a:lnTo>
                  <a:pt x="249" y="381"/>
                </a:lnTo>
                <a:lnTo>
                  <a:pt x="248" y="381"/>
                </a:lnTo>
                <a:lnTo>
                  <a:pt x="249" y="382"/>
                </a:lnTo>
                <a:lnTo>
                  <a:pt x="249" y="383"/>
                </a:lnTo>
                <a:lnTo>
                  <a:pt x="248" y="383"/>
                </a:lnTo>
                <a:lnTo>
                  <a:pt x="248" y="384"/>
                </a:lnTo>
                <a:lnTo>
                  <a:pt x="248" y="385"/>
                </a:lnTo>
                <a:lnTo>
                  <a:pt x="248" y="386"/>
                </a:lnTo>
                <a:lnTo>
                  <a:pt x="248" y="387"/>
                </a:lnTo>
                <a:lnTo>
                  <a:pt x="247" y="387"/>
                </a:lnTo>
                <a:lnTo>
                  <a:pt x="246" y="387"/>
                </a:lnTo>
                <a:lnTo>
                  <a:pt x="245" y="387"/>
                </a:lnTo>
                <a:lnTo>
                  <a:pt x="244" y="387"/>
                </a:lnTo>
                <a:lnTo>
                  <a:pt x="243" y="388"/>
                </a:lnTo>
                <a:lnTo>
                  <a:pt x="243" y="389"/>
                </a:lnTo>
                <a:lnTo>
                  <a:pt x="242" y="389"/>
                </a:lnTo>
                <a:lnTo>
                  <a:pt x="242" y="388"/>
                </a:lnTo>
                <a:lnTo>
                  <a:pt x="241" y="388"/>
                </a:lnTo>
                <a:lnTo>
                  <a:pt x="241" y="389"/>
                </a:lnTo>
                <a:lnTo>
                  <a:pt x="240" y="389"/>
                </a:lnTo>
                <a:lnTo>
                  <a:pt x="240" y="390"/>
                </a:lnTo>
                <a:lnTo>
                  <a:pt x="239" y="390"/>
                </a:lnTo>
                <a:lnTo>
                  <a:pt x="239" y="389"/>
                </a:lnTo>
                <a:lnTo>
                  <a:pt x="239" y="390"/>
                </a:lnTo>
                <a:lnTo>
                  <a:pt x="238" y="390"/>
                </a:lnTo>
                <a:lnTo>
                  <a:pt x="237" y="390"/>
                </a:lnTo>
                <a:lnTo>
                  <a:pt x="236" y="390"/>
                </a:lnTo>
                <a:lnTo>
                  <a:pt x="235" y="390"/>
                </a:lnTo>
                <a:lnTo>
                  <a:pt x="234" y="390"/>
                </a:lnTo>
                <a:lnTo>
                  <a:pt x="233" y="390"/>
                </a:lnTo>
                <a:lnTo>
                  <a:pt x="233" y="389"/>
                </a:lnTo>
                <a:lnTo>
                  <a:pt x="234" y="389"/>
                </a:lnTo>
                <a:lnTo>
                  <a:pt x="233" y="388"/>
                </a:lnTo>
                <a:lnTo>
                  <a:pt x="233" y="387"/>
                </a:lnTo>
                <a:lnTo>
                  <a:pt x="232" y="386"/>
                </a:lnTo>
                <a:lnTo>
                  <a:pt x="231" y="386"/>
                </a:lnTo>
                <a:lnTo>
                  <a:pt x="231" y="387"/>
                </a:lnTo>
                <a:lnTo>
                  <a:pt x="231" y="386"/>
                </a:lnTo>
                <a:lnTo>
                  <a:pt x="230" y="386"/>
                </a:lnTo>
                <a:lnTo>
                  <a:pt x="231" y="386"/>
                </a:lnTo>
                <a:lnTo>
                  <a:pt x="230" y="386"/>
                </a:lnTo>
                <a:lnTo>
                  <a:pt x="229" y="386"/>
                </a:lnTo>
                <a:lnTo>
                  <a:pt x="229" y="385"/>
                </a:lnTo>
                <a:lnTo>
                  <a:pt x="229" y="384"/>
                </a:lnTo>
                <a:lnTo>
                  <a:pt x="229" y="383"/>
                </a:lnTo>
                <a:lnTo>
                  <a:pt x="229" y="382"/>
                </a:lnTo>
                <a:lnTo>
                  <a:pt x="229" y="381"/>
                </a:lnTo>
                <a:lnTo>
                  <a:pt x="229" y="380"/>
                </a:lnTo>
                <a:lnTo>
                  <a:pt x="228" y="380"/>
                </a:lnTo>
                <a:lnTo>
                  <a:pt x="228" y="379"/>
                </a:lnTo>
                <a:lnTo>
                  <a:pt x="227" y="379"/>
                </a:lnTo>
                <a:lnTo>
                  <a:pt x="225" y="379"/>
                </a:lnTo>
                <a:lnTo>
                  <a:pt x="223" y="380"/>
                </a:lnTo>
                <a:lnTo>
                  <a:pt x="222" y="380"/>
                </a:lnTo>
                <a:lnTo>
                  <a:pt x="221" y="380"/>
                </a:lnTo>
                <a:lnTo>
                  <a:pt x="221" y="381"/>
                </a:lnTo>
                <a:lnTo>
                  <a:pt x="220" y="381"/>
                </a:lnTo>
                <a:lnTo>
                  <a:pt x="219" y="381"/>
                </a:lnTo>
                <a:lnTo>
                  <a:pt x="218" y="382"/>
                </a:lnTo>
                <a:lnTo>
                  <a:pt x="217" y="382"/>
                </a:lnTo>
                <a:lnTo>
                  <a:pt x="216" y="382"/>
                </a:lnTo>
                <a:lnTo>
                  <a:pt x="216" y="381"/>
                </a:lnTo>
                <a:lnTo>
                  <a:pt x="215" y="381"/>
                </a:lnTo>
                <a:lnTo>
                  <a:pt x="214" y="381"/>
                </a:lnTo>
                <a:lnTo>
                  <a:pt x="213" y="381"/>
                </a:lnTo>
                <a:lnTo>
                  <a:pt x="214" y="382"/>
                </a:lnTo>
                <a:lnTo>
                  <a:pt x="215" y="382"/>
                </a:lnTo>
                <a:lnTo>
                  <a:pt x="216" y="382"/>
                </a:lnTo>
                <a:lnTo>
                  <a:pt x="216" y="383"/>
                </a:lnTo>
                <a:lnTo>
                  <a:pt x="215" y="383"/>
                </a:lnTo>
                <a:lnTo>
                  <a:pt x="214" y="383"/>
                </a:lnTo>
                <a:lnTo>
                  <a:pt x="213" y="384"/>
                </a:lnTo>
                <a:lnTo>
                  <a:pt x="212" y="384"/>
                </a:lnTo>
                <a:lnTo>
                  <a:pt x="211" y="384"/>
                </a:lnTo>
                <a:lnTo>
                  <a:pt x="211" y="385"/>
                </a:lnTo>
                <a:lnTo>
                  <a:pt x="210" y="385"/>
                </a:lnTo>
                <a:lnTo>
                  <a:pt x="210" y="386"/>
                </a:lnTo>
                <a:lnTo>
                  <a:pt x="209" y="386"/>
                </a:lnTo>
                <a:lnTo>
                  <a:pt x="208" y="387"/>
                </a:lnTo>
                <a:lnTo>
                  <a:pt x="207" y="387"/>
                </a:lnTo>
                <a:lnTo>
                  <a:pt x="208" y="386"/>
                </a:lnTo>
                <a:lnTo>
                  <a:pt x="209" y="386"/>
                </a:lnTo>
                <a:lnTo>
                  <a:pt x="209" y="385"/>
                </a:lnTo>
                <a:lnTo>
                  <a:pt x="209" y="386"/>
                </a:lnTo>
                <a:lnTo>
                  <a:pt x="208" y="386"/>
                </a:lnTo>
                <a:lnTo>
                  <a:pt x="207" y="386"/>
                </a:lnTo>
                <a:lnTo>
                  <a:pt x="207" y="387"/>
                </a:lnTo>
                <a:lnTo>
                  <a:pt x="205" y="388"/>
                </a:lnTo>
                <a:lnTo>
                  <a:pt x="205" y="387"/>
                </a:lnTo>
                <a:lnTo>
                  <a:pt x="205" y="388"/>
                </a:lnTo>
                <a:lnTo>
                  <a:pt x="204" y="388"/>
                </a:lnTo>
                <a:lnTo>
                  <a:pt x="204" y="389"/>
                </a:lnTo>
                <a:lnTo>
                  <a:pt x="203" y="390"/>
                </a:lnTo>
                <a:lnTo>
                  <a:pt x="202" y="390"/>
                </a:lnTo>
                <a:lnTo>
                  <a:pt x="201" y="391"/>
                </a:lnTo>
                <a:lnTo>
                  <a:pt x="200" y="391"/>
                </a:lnTo>
                <a:lnTo>
                  <a:pt x="200" y="392"/>
                </a:lnTo>
                <a:lnTo>
                  <a:pt x="199" y="392"/>
                </a:lnTo>
                <a:lnTo>
                  <a:pt x="198" y="392"/>
                </a:lnTo>
                <a:lnTo>
                  <a:pt x="197" y="392"/>
                </a:lnTo>
                <a:lnTo>
                  <a:pt x="196" y="392"/>
                </a:lnTo>
                <a:lnTo>
                  <a:pt x="195" y="391"/>
                </a:lnTo>
                <a:lnTo>
                  <a:pt x="195" y="390"/>
                </a:lnTo>
                <a:lnTo>
                  <a:pt x="196" y="390"/>
                </a:lnTo>
                <a:lnTo>
                  <a:pt x="196" y="389"/>
                </a:lnTo>
                <a:lnTo>
                  <a:pt x="196" y="388"/>
                </a:lnTo>
                <a:lnTo>
                  <a:pt x="195" y="389"/>
                </a:lnTo>
                <a:lnTo>
                  <a:pt x="194" y="389"/>
                </a:lnTo>
                <a:lnTo>
                  <a:pt x="194" y="390"/>
                </a:lnTo>
                <a:lnTo>
                  <a:pt x="194" y="389"/>
                </a:lnTo>
                <a:lnTo>
                  <a:pt x="193" y="389"/>
                </a:lnTo>
                <a:lnTo>
                  <a:pt x="194" y="389"/>
                </a:lnTo>
                <a:lnTo>
                  <a:pt x="194" y="388"/>
                </a:lnTo>
                <a:lnTo>
                  <a:pt x="195" y="388"/>
                </a:lnTo>
                <a:lnTo>
                  <a:pt x="195" y="387"/>
                </a:lnTo>
                <a:lnTo>
                  <a:pt x="196" y="387"/>
                </a:lnTo>
                <a:lnTo>
                  <a:pt x="196" y="386"/>
                </a:lnTo>
                <a:lnTo>
                  <a:pt x="195" y="386"/>
                </a:lnTo>
                <a:lnTo>
                  <a:pt x="194" y="386"/>
                </a:lnTo>
                <a:lnTo>
                  <a:pt x="195" y="386"/>
                </a:lnTo>
                <a:lnTo>
                  <a:pt x="196" y="385"/>
                </a:lnTo>
                <a:lnTo>
                  <a:pt x="195" y="385"/>
                </a:lnTo>
                <a:lnTo>
                  <a:pt x="194" y="385"/>
                </a:lnTo>
                <a:lnTo>
                  <a:pt x="194" y="386"/>
                </a:lnTo>
                <a:lnTo>
                  <a:pt x="193" y="386"/>
                </a:lnTo>
                <a:lnTo>
                  <a:pt x="193" y="387"/>
                </a:lnTo>
                <a:lnTo>
                  <a:pt x="192" y="387"/>
                </a:lnTo>
                <a:lnTo>
                  <a:pt x="192" y="386"/>
                </a:lnTo>
                <a:lnTo>
                  <a:pt x="193" y="386"/>
                </a:lnTo>
                <a:lnTo>
                  <a:pt x="192" y="386"/>
                </a:lnTo>
                <a:lnTo>
                  <a:pt x="192" y="385"/>
                </a:lnTo>
                <a:lnTo>
                  <a:pt x="193" y="385"/>
                </a:lnTo>
                <a:lnTo>
                  <a:pt x="192" y="384"/>
                </a:lnTo>
                <a:lnTo>
                  <a:pt x="193" y="384"/>
                </a:lnTo>
                <a:lnTo>
                  <a:pt x="192" y="384"/>
                </a:lnTo>
                <a:lnTo>
                  <a:pt x="192" y="385"/>
                </a:lnTo>
                <a:lnTo>
                  <a:pt x="192" y="384"/>
                </a:lnTo>
                <a:lnTo>
                  <a:pt x="191" y="384"/>
                </a:lnTo>
                <a:lnTo>
                  <a:pt x="191" y="383"/>
                </a:lnTo>
                <a:lnTo>
                  <a:pt x="192" y="383"/>
                </a:lnTo>
                <a:lnTo>
                  <a:pt x="192" y="382"/>
                </a:lnTo>
                <a:lnTo>
                  <a:pt x="191" y="383"/>
                </a:lnTo>
                <a:lnTo>
                  <a:pt x="190" y="383"/>
                </a:lnTo>
                <a:lnTo>
                  <a:pt x="190" y="384"/>
                </a:lnTo>
                <a:lnTo>
                  <a:pt x="189" y="383"/>
                </a:lnTo>
                <a:lnTo>
                  <a:pt x="189" y="382"/>
                </a:lnTo>
                <a:lnTo>
                  <a:pt x="188" y="383"/>
                </a:lnTo>
                <a:lnTo>
                  <a:pt x="187" y="384"/>
                </a:lnTo>
                <a:lnTo>
                  <a:pt x="186" y="384"/>
                </a:lnTo>
                <a:lnTo>
                  <a:pt x="185" y="384"/>
                </a:lnTo>
                <a:lnTo>
                  <a:pt x="184" y="384"/>
                </a:lnTo>
                <a:lnTo>
                  <a:pt x="184" y="382"/>
                </a:lnTo>
                <a:lnTo>
                  <a:pt x="184" y="383"/>
                </a:lnTo>
                <a:lnTo>
                  <a:pt x="183" y="383"/>
                </a:lnTo>
                <a:lnTo>
                  <a:pt x="182" y="383"/>
                </a:lnTo>
                <a:lnTo>
                  <a:pt x="183" y="383"/>
                </a:lnTo>
                <a:lnTo>
                  <a:pt x="183" y="384"/>
                </a:lnTo>
                <a:lnTo>
                  <a:pt x="184" y="384"/>
                </a:lnTo>
                <a:lnTo>
                  <a:pt x="184" y="385"/>
                </a:lnTo>
                <a:lnTo>
                  <a:pt x="185" y="385"/>
                </a:lnTo>
                <a:lnTo>
                  <a:pt x="184" y="385"/>
                </a:lnTo>
                <a:lnTo>
                  <a:pt x="183" y="385"/>
                </a:lnTo>
                <a:lnTo>
                  <a:pt x="184" y="385"/>
                </a:lnTo>
                <a:lnTo>
                  <a:pt x="184" y="386"/>
                </a:lnTo>
                <a:lnTo>
                  <a:pt x="184" y="385"/>
                </a:lnTo>
                <a:lnTo>
                  <a:pt x="185" y="385"/>
                </a:lnTo>
                <a:lnTo>
                  <a:pt x="185" y="386"/>
                </a:lnTo>
                <a:lnTo>
                  <a:pt x="186" y="386"/>
                </a:lnTo>
                <a:lnTo>
                  <a:pt x="186" y="387"/>
                </a:lnTo>
                <a:lnTo>
                  <a:pt x="185" y="387"/>
                </a:lnTo>
                <a:lnTo>
                  <a:pt x="185" y="386"/>
                </a:lnTo>
                <a:lnTo>
                  <a:pt x="185" y="387"/>
                </a:lnTo>
                <a:lnTo>
                  <a:pt x="186" y="387"/>
                </a:lnTo>
                <a:lnTo>
                  <a:pt x="187" y="387"/>
                </a:lnTo>
                <a:lnTo>
                  <a:pt x="186" y="388"/>
                </a:lnTo>
                <a:lnTo>
                  <a:pt x="187" y="388"/>
                </a:lnTo>
                <a:lnTo>
                  <a:pt x="187" y="387"/>
                </a:lnTo>
                <a:lnTo>
                  <a:pt x="188" y="388"/>
                </a:lnTo>
                <a:lnTo>
                  <a:pt x="189" y="388"/>
                </a:lnTo>
                <a:lnTo>
                  <a:pt x="190" y="388"/>
                </a:lnTo>
                <a:lnTo>
                  <a:pt x="191" y="389"/>
                </a:lnTo>
                <a:lnTo>
                  <a:pt x="191" y="390"/>
                </a:lnTo>
                <a:lnTo>
                  <a:pt x="191" y="391"/>
                </a:lnTo>
                <a:lnTo>
                  <a:pt x="191" y="392"/>
                </a:lnTo>
                <a:lnTo>
                  <a:pt x="191" y="393"/>
                </a:lnTo>
                <a:lnTo>
                  <a:pt x="191" y="394"/>
                </a:lnTo>
                <a:lnTo>
                  <a:pt x="190" y="395"/>
                </a:lnTo>
                <a:lnTo>
                  <a:pt x="190" y="396"/>
                </a:lnTo>
                <a:lnTo>
                  <a:pt x="189" y="396"/>
                </a:lnTo>
                <a:lnTo>
                  <a:pt x="189" y="397"/>
                </a:lnTo>
                <a:lnTo>
                  <a:pt x="190" y="397"/>
                </a:lnTo>
                <a:lnTo>
                  <a:pt x="189" y="398"/>
                </a:lnTo>
                <a:lnTo>
                  <a:pt x="190" y="398"/>
                </a:lnTo>
                <a:lnTo>
                  <a:pt x="191" y="398"/>
                </a:lnTo>
                <a:lnTo>
                  <a:pt x="189" y="398"/>
                </a:lnTo>
                <a:lnTo>
                  <a:pt x="188" y="399"/>
                </a:lnTo>
                <a:lnTo>
                  <a:pt x="187" y="399"/>
                </a:lnTo>
                <a:lnTo>
                  <a:pt x="186" y="399"/>
                </a:lnTo>
                <a:lnTo>
                  <a:pt x="185" y="400"/>
                </a:lnTo>
                <a:lnTo>
                  <a:pt x="184" y="400"/>
                </a:lnTo>
                <a:lnTo>
                  <a:pt x="183" y="400"/>
                </a:lnTo>
                <a:lnTo>
                  <a:pt x="182" y="401"/>
                </a:lnTo>
                <a:lnTo>
                  <a:pt x="181" y="402"/>
                </a:lnTo>
                <a:lnTo>
                  <a:pt x="181" y="403"/>
                </a:lnTo>
                <a:lnTo>
                  <a:pt x="181" y="404"/>
                </a:lnTo>
                <a:lnTo>
                  <a:pt x="181" y="405"/>
                </a:lnTo>
                <a:lnTo>
                  <a:pt x="181" y="406"/>
                </a:lnTo>
                <a:lnTo>
                  <a:pt x="181" y="407"/>
                </a:lnTo>
                <a:lnTo>
                  <a:pt x="180" y="407"/>
                </a:lnTo>
                <a:lnTo>
                  <a:pt x="180" y="408"/>
                </a:lnTo>
                <a:lnTo>
                  <a:pt x="179" y="408"/>
                </a:lnTo>
                <a:lnTo>
                  <a:pt x="178" y="409"/>
                </a:lnTo>
                <a:lnTo>
                  <a:pt x="178" y="408"/>
                </a:lnTo>
                <a:lnTo>
                  <a:pt x="178" y="407"/>
                </a:lnTo>
                <a:lnTo>
                  <a:pt x="177" y="406"/>
                </a:lnTo>
                <a:lnTo>
                  <a:pt x="176" y="406"/>
                </a:lnTo>
                <a:lnTo>
                  <a:pt x="175" y="406"/>
                </a:lnTo>
                <a:lnTo>
                  <a:pt x="176" y="406"/>
                </a:lnTo>
                <a:lnTo>
                  <a:pt x="176" y="407"/>
                </a:lnTo>
                <a:lnTo>
                  <a:pt x="177" y="407"/>
                </a:lnTo>
                <a:lnTo>
                  <a:pt x="177" y="408"/>
                </a:lnTo>
                <a:lnTo>
                  <a:pt x="177" y="407"/>
                </a:lnTo>
                <a:lnTo>
                  <a:pt x="176" y="407"/>
                </a:lnTo>
                <a:lnTo>
                  <a:pt x="174" y="407"/>
                </a:lnTo>
                <a:lnTo>
                  <a:pt x="173" y="408"/>
                </a:lnTo>
                <a:lnTo>
                  <a:pt x="172" y="408"/>
                </a:lnTo>
                <a:lnTo>
                  <a:pt x="171" y="409"/>
                </a:lnTo>
                <a:lnTo>
                  <a:pt x="170" y="409"/>
                </a:lnTo>
                <a:lnTo>
                  <a:pt x="170" y="410"/>
                </a:lnTo>
                <a:lnTo>
                  <a:pt x="169" y="410"/>
                </a:lnTo>
                <a:lnTo>
                  <a:pt x="169" y="409"/>
                </a:lnTo>
                <a:lnTo>
                  <a:pt x="170" y="409"/>
                </a:lnTo>
                <a:lnTo>
                  <a:pt x="170" y="408"/>
                </a:lnTo>
                <a:lnTo>
                  <a:pt x="169" y="408"/>
                </a:lnTo>
                <a:lnTo>
                  <a:pt x="167" y="408"/>
                </a:lnTo>
                <a:lnTo>
                  <a:pt x="166" y="409"/>
                </a:lnTo>
                <a:lnTo>
                  <a:pt x="165" y="409"/>
                </a:lnTo>
                <a:lnTo>
                  <a:pt x="164" y="410"/>
                </a:lnTo>
                <a:lnTo>
                  <a:pt x="163" y="410"/>
                </a:lnTo>
                <a:lnTo>
                  <a:pt x="163" y="409"/>
                </a:lnTo>
                <a:lnTo>
                  <a:pt x="162" y="409"/>
                </a:lnTo>
                <a:lnTo>
                  <a:pt x="161" y="408"/>
                </a:lnTo>
                <a:lnTo>
                  <a:pt x="162" y="408"/>
                </a:lnTo>
                <a:lnTo>
                  <a:pt x="163" y="408"/>
                </a:lnTo>
                <a:lnTo>
                  <a:pt x="164" y="408"/>
                </a:lnTo>
                <a:lnTo>
                  <a:pt x="163" y="408"/>
                </a:lnTo>
                <a:lnTo>
                  <a:pt x="162" y="408"/>
                </a:lnTo>
                <a:lnTo>
                  <a:pt x="162" y="407"/>
                </a:lnTo>
                <a:lnTo>
                  <a:pt x="161" y="406"/>
                </a:lnTo>
                <a:lnTo>
                  <a:pt x="161" y="404"/>
                </a:lnTo>
                <a:lnTo>
                  <a:pt x="160" y="404"/>
                </a:lnTo>
                <a:lnTo>
                  <a:pt x="161" y="404"/>
                </a:lnTo>
                <a:lnTo>
                  <a:pt x="160" y="404"/>
                </a:lnTo>
                <a:lnTo>
                  <a:pt x="160" y="403"/>
                </a:lnTo>
                <a:lnTo>
                  <a:pt x="160" y="402"/>
                </a:lnTo>
                <a:lnTo>
                  <a:pt x="159" y="402"/>
                </a:lnTo>
                <a:lnTo>
                  <a:pt x="159" y="403"/>
                </a:lnTo>
                <a:lnTo>
                  <a:pt x="160" y="403"/>
                </a:lnTo>
                <a:lnTo>
                  <a:pt x="159" y="403"/>
                </a:lnTo>
                <a:lnTo>
                  <a:pt x="160" y="404"/>
                </a:lnTo>
                <a:lnTo>
                  <a:pt x="160" y="405"/>
                </a:lnTo>
                <a:lnTo>
                  <a:pt x="160" y="406"/>
                </a:lnTo>
                <a:lnTo>
                  <a:pt x="160" y="405"/>
                </a:lnTo>
                <a:lnTo>
                  <a:pt x="160" y="406"/>
                </a:lnTo>
                <a:lnTo>
                  <a:pt x="159" y="406"/>
                </a:lnTo>
                <a:lnTo>
                  <a:pt x="160" y="407"/>
                </a:lnTo>
                <a:lnTo>
                  <a:pt x="161" y="407"/>
                </a:lnTo>
                <a:lnTo>
                  <a:pt x="161" y="408"/>
                </a:lnTo>
                <a:lnTo>
                  <a:pt x="160" y="408"/>
                </a:lnTo>
                <a:lnTo>
                  <a:pt x="159" y="408"/>
                </a:lnTo>
                <a:lnTo>
                  <a:pt x="159" y="409"/>
                </a:lnTo>
                <a:lnTo>
                  <a:pt x="158" y="409"/>
                </a:lnTo>
                <a:lnTo>
                  <a:pt x="158" y="408"/>
                </a:lnTo>
                <a:lnTo>
                  <a:pt x="158" y="407"/>
                </a:lnTo>
                <a:lnTo>
                  <a:pt x="157" y="407"/>
                </a:lnTo>
                <a:lnTo>
                  <a:pt x="156" y="407"/>
                </a:lnTo>
                <a:lnTo>
                  <a:pt x="155" y="407"/>
                </a:lnTo>
                <a:lnTo>
                  <a:pt x="154" y="407"/>
                </a:lnTo>
                <a:lnTo>
                  <a:pt x="155" y="408"/>
                </a:lnTo>
                <a:lnTo>
                  <a:pt x="155" y="407"/>
                </a:lnTo>
                <a:lnTo>
                  <a:pt x="156" y="407"/>
                </a:lnTo>
                <a:lnTo>
                  <a:pt x="156" y="408"/>
                </a:lnTo>
                <a:lnTo>
                  <a:pt x="157" y="408"/>
                </a:lnTo>
                <a:lnTo>
                  <a:pt x="158" y="408"/>
                </a:lnTo>
                <a:lnTo>
                  <a:pt x="158" y="409"/>
                </a:lnTo>
                <a:lnTo>
                  <a:pt x="157" y="409"/>
                </a:lnTo>
                <a:lnTo>
                  <a:pt x="156" y="409"/>
                </a:lnTo>
                <a:lnTo>
                  <a:pt x="155" y="409"/>
                </a:lnTo>
                <a:lnTo>
                  <a:pt x="155" y="410"/>
                </a:lnTo>
                <a:lnTo>
                  <a:pt x="154" y="410"/>
                </a:lnTo>
                <a:lnTo>
                  <a:pt x="154" y="411"/>
                </a:lnTo>
                <a:lnTo>
                  <a:pt x="153" y="411"/>
                </a:lnTo>
                <a:lnTo>
                  <a:pt x="152" y="412"/>
                </a:lnTo>
                <a:lnTo>
                  <a:pt x="152" y="413"/>
                </a:lnTo>
                <a:lnTo>
                  <a:pt x="151" y="414"/>
                </a:lnTo>
                <a:lnTo>
                  <a:pt x="150" y="414"/>
                </a:lnTo>
                <a:lnTo>
                  <a:pt x="149" y="415"/>
                </a:lnTo>
                <a:lnTo>
                  <a:pt x="148" y="416"/>
                </a:lnTo>
                <a:lnTo>
                  <a:pt x="148" y="417"/>
                </a:lnTo>
                <a:lnTo>
                  <a:pt x="147" y="417"/>
                </a:lnTo>
                <a:lnTo>
                  <a:pt x="146" y="417"/>
                </a:lnTo>
                <a:lnTo>
                  <a:pt x="146" y="418"/>
                </a:lnTo>
                <a:lnTo>
                  <a:pt x="145" y="419"/>
                </a:lnTo>
                <a:lnTo>
                  <a:pt x="144" y="419"/>
                </a:lnTo>
                <a:lnTo>
                  <a:pt x="143" y="419"/>
                </a:lnTo>
                <a:lnTo>
                  <a:pt x="143" y="418"/>
                </a:lnTo>
                <a:lnTo>
                  <a:pt x="144" y="417"/>
                </a:lnTo>
                <a:lnTo>
                  <a:pt x="143" y="416"/>
                </a:lnTo>
                <a:lnTo>
                  <a:pt x="144" y="417"/>
                </a:lnTo>
                <a:lnTo>
                  <a:pt x="145" y="417"/>
                </a:lnTo>
                <a:lnTo>
                  <a:pt x="146" y="417"/>
                </a:lnTo>
                <a:lnTo>
                  <a:pt x="146" y="416"/>
                </a:lnTo>
                <a:lnTo>
                  <a:pt x="146" y="415"/>
                </a:lnTo>
                <a:lnTo>
                  <a:pt x="145" y="415"/>
                </a:lnTo>
                <a:lnTo>
                  <a:pt x="146" y="415"/>
                </a:lnTo>
                <a:lnTo>
                  <a:pt x="146" y="414"/>
                </a:lnTo>
                <a:lnTo>
                  <a:pt x="146" y="413"/>
                </a:lnTo>
                <a:lnTo>
                  <a:pt x="147" y="413"/>
                </a:lnTo>
                <a:lnTo>
                  <a:pt x="147" y="412"/>
                </a:lnTo>
                <a:lnTo>
                  <a:pt x="147" y="413"/>
                </a:lnTo>
                <a:lnTo>
                  <a:pt x="146" y="412"/>
                </a:lnTo>
                <a:lnTo>
                  <a:pt x="145" y="412"/>
                </a:lnTo>
                <a:lnTo>
                  <a:pt x="145" y="411"/>
                </a:lnTo>
                <a:lnTo>
                  <a:pt x="144" y="411"/>
                </a:lnTo>
                <a:lnTo>
                  <a:pt x="144" y="412"/>
                </a:lnTo>
                <a:lnTo>
                  <a:pt x="143" y="411"/>
                </a:lnTo>
                <a:lnTo>
                  <a:pt x="143" y="412"/>
                </a:lnTo>
                <a:lnTo>
                  <a:pt x="143" y="411"/>
                </a:lnTo>
                <a:lnTo>
                  <a:pt x="142" y="411"/>
                </a:lnTo>
                <a:lnTo>
                  <a:pt x="141" y="410"/>
                </a:lnTo>
                <a:lnTo>
                  <a:pt x="140" y="410"/>
                </a:lnTo>
                <a:lnTo>
                  <a:pt x="139" y="409"/>
                </a:lnTo>
                <a:lnTo>
                  <a:pt x="139" y="410"/>
                </a:lnTo>
                <a:lnTo>
                  <a:pt x="138" y="410"/>
                </a:lnTo>
                <a:lnTo>
                  <a:pt x="137" y="409"/>
                </a:lnTo>
                <a:lnTo>
                  <a:pt x="137" y="410"/>
                </a:lnTo>
                <a:lnTo>
                  <a:pt x="138" y="410"/>
                </a:lnTo>
                <a:lnTo>
                  <a:pt x="137" y="410"/>
                </a:lnTo>
                <a:lnTo>
                  <a:pt x="137" y="411"/>
                </a:lnTo>
                <a:lnTo>
                  <a:pt x="138" y="411"/>
                </a:lnTo>
                <a:lnTo>
                  <a:pt x="140" y="411"/>
                </a:lnTo>
                <a:lnTo>
                  <a:pt x="141" y="411"/>
                </a:lnTo>
                <a:lnTo>
                  <a:pt x="141" y="412"/>
                </a:lnTo>
                <a:lnTo>
                  <a:pt x="142" y="412"/>
                </a:lnTo>
                <a:lnTo>
                  <a:pt x="141" y="413"/>
                </a:lnTo>
                <a:lnTo>
                  <a:pt x="140" y="413"/>
                </a:lnTo>
                <a:lnTo>
                  <a:pt x="140" y="412"/>
                </a:lnTo>
                <a:lnTo>
                  <a:pt x="139" y="412"/>
                </a:lnTo>
                <a:lnTo>
                  <a:pt x="139" y="413"/>
                </a:lnTo>
                <a:lnTo>
                  <a:pt x="138" y="413"/>
                </a:lnTo>
                <a:lnTo>
                  <a:pt x="137" y="413"/>
                </a:lnTo>
                <a:lnTo>
                  <a:pt x="136" y="414"/>
                </a:lnTo>
                <a:lnTo>
                  <a:pt x="135" y="414"/>
                </a:lnTo>
                <a:lnTo>
                  <a:pt x="134" y="414"/>
                </a:lnTo>
                <a:lnTo>
                  <a:pt x="133" y="414"/>
                </a:lnTo>
                <a:lnTo>
                  <a:pt x="132" y="414"/>
                </a:lnTo>
                <a:lnTo>
                  <a:pt x="131" y="414"/>
                </a:lnTo>
                <a:lnTo>
                  <a:pt x="130" y="414"/>
                </a:lnTo>
                <a:lnTo>
                  <a:pt x="130" y="415"/>
                </a:lnTo>
                <a:lnTo>
                  <a:pt x="129" y="415"/>
                </a:lnTo>
                <a:lnTo>
                  <a:pt x="129" y="414"/>
                </a:lnTo>
                <a:lnTo>
                  <a:pt x="128" y="413"/>
                </a:lnTo>
                <a:lnTo>
                  <a:pt x="129" y="413"/>
                </a:lnTo>
                <a:lnTo>
                  <a:pt x="129" y="412"/>
                </a:lnTo>
                <a:lnTo>
                  <a:pt x="128" y="412"/>
                </a:lnTo>
                <a:lnTo>
                  <a:pt x="128" y="413"/>
                </a:lnTo>
                <a:lnTo>
                  <a:pt x="127" y="412"/>
                </a:lnTo>
                <a:lnTo>
                  <a:pt x="127" y="411"/>
                </a:lnTo>
                <a:lnTo>
                  <a:pt x="127" y="410"/>
                </a:lnTo>
                <a:lnTo>
                  <a:pt x="127" y="409"/>
                </a:lnTo>
                <a:lnTo>
                  <a:pt x="126" y="409"/>
                </a:lnTo>
                <a:lnTo>
                  <a:pt x="125" y="409"/>
                </a:lnTo>
                <a:lnTo>
                  <a:pt x="124" y="409"/>
                </a:lnTo>
                <a:lnTo>
                  <a:pt x="123" y="409"/>
                </a:lnTo>
                <a:lnTo>
                  <a:pt x="123" y="408"/>
                </a:lnTo>
                <a:lnTo>
                  <a:pt x="124" y="408"/>
                </a:lnTo>
                <a:lnTo>
                  <a:pt x="123" y="408"/>
                </a:lnTo>
                <a:lnTo>
                  <a:pt x="123" y="407"/>
                </a:lnTo>
                <a:lnTo>
                  <a:pt x="124" y="407"/>
                </a:lnTo>
                <a:lnTo>
                  <a:pt x="123" y="407"/>
                </a:lnTo>
                <a:lnTo>
                  <a:pt x="123" y="408"/>
                </a:lnTo>
                <a:lnTo>
                  <a:pt x="122" y="409"/>
                </a:lnTo>
                <a:lnTo>
                  <a:pt x="121" y="410"/>
                </a:lnTo>
                <a:lnTo>
                  <a:pt x="121" y="411"/>
                </a:lnTo>
                <a:lnTo>
                  <a:pt x="120" y="410"/>
                </a:lnTo>
                <a:lnTo>
                  <a:pt x="120" y="411"/>
                </a:lnTo>
                <a:lnTo>
                  <a:pt x="121" y="411"/>
                </a:lnTo>
                <a:lnTo>
                  <a:pt x="120" y="411"/>
                </a:lnTo>
                <a:lnTo>
                  <a:pt x="120" y="412"/>
                </a:lnTo>
                <a:lnTo>
                  <a:pt x="121" y="412"/>
                </a:lnTo>
                <a:lnTo>
                  <a:pt x="122" y="412"/>
                </a:lnTo>
                <a:lnTo>
                  <a:pt x="122" y="413"/>
                </a:lnTo>
                <a:lnTo>
                  <a:pt x="122" y="414"/>
                </a:lnTo>
                <a:lnTo>
                  <a:pt x="122" y="413"/>
                </a:lnTo>
                <a:lnTo>
                  <a:pt x="123" y="413"/>
                </a:lnTo>
                <a:lnTo>
                  <a:pt x="124" y="413"/>
                </a:lnTo>
                <a:lnTo>
                  <a:pt x="124" y="412"/>
                </a:lnTo>
                <a:lnTo>
                  <a:pt x="125" y="412"/>
                </a:lnTo>
                <a:lnTo>
                  <a:pt x="126" y="412"/>
                </a:lnTo>
                <a:lnTo>
                  <a:pt x="127" y="413"/>
                </a:lnTo>
                <a:lnTo>
                  <a:pt x="128" y="414"/>
                </a:lnTo>
                <a:lnTo>
                  <a:pt x="127" y="414"/>
                </a:lnTo>
                <a:lnTo>
                  <a:pt x="126" y="415"/>
                </a:lnTo>
                <a:lnTo>
                  <a:pt x="124" y="415"/>
                </a:lnTo>
                <a:lnTo>
                  <a:pt x="123" y="416"/>
                </a:lnTo>
                <a:lnTo>
                  <a:pt x="122" y="416"/>
                </a:lnTo>
                <a:lnTo>
                  <a:pt x="121" y="417"/>
                </a:lnTo>
                <a:lnTo>
                  <a:pt x="120" y="418"/>
                </a:lnTo>
                <a:lnTo>
                  <a:pt x="119" y="418"/>
                </a:lnTo>
                <a:lnTo>
                  <a:pt x="118" y="418"/>
                </a:lnTo>
                <a:lnTo>
                  <a:pt x="117" y="419"/>
                </a:lnTo>
                <a:lnTo>
                  <a:pt x="116" y="419"/>
                </a:lnTo>
                <a:lnTo>
                  <a:pt x="115" y="419"/>
                </a:lnTo>
                <a:lnTo>
                  <a:pt x="116" y="419"/>
                </a:lnTo>
                <a:lnTo>
                  <a:pt x="115" y="419"/>
                </a:lnTo>
                <a:lnTo>
                  <a:pt x="114" y="419"/>
                </a:lnTo>
                <a:lnTo>
                  <a:pt x="113" y="419"/>
                </a:lnTo>
                <a:lnTo>
                  <a:pt x="112" y="420"/>
                </a:lnTo>
                <a:lnTo>
                  <a:pt x="111" y="421"/>
                </a:lnTo>
                <a:lnTo>
                  <a:pt x="111" y="422"/>
                </a:lnTo>
                <a:lnTo>
                  <a:pt x="110" y="422"/>
                </a:lnTo>
                <a:lnTo>
                  <a:pt x="109" y="422"/>
                </a:lnTo>
                <a:lnTo>
                  <a:pt x="108" y="422"/>
                </a:lnTo>
                <a:lnTo>
                  <a:pt x="107" y="422"/>
                </a:lnTo>
                <a:lnTo>
                  <a:pt x="106" y="422"/>
                </a:lnTo>
                <a:lnTo>
                  <a:pt x="105" y="422"/>
                </a:lnTo>
                <a:lnTo>
                  <a:pt x="105" y="421"/>
                </a:lnTo>
                <a:lnTo>
                  <a:pt x="104" y="421"/>
                </a:lnTo>
                <a:lnTo>
                  <a:pt x="103" y="421"/>
                </a:lnTo>
                <a:lnTo>
                  <a:pt x="102" y="421"/>
                </a:lnTo>
                <a:lnTo>
                  <a:pt x="101" y="421"/>
                </a:lnTo>
                <a:lnTo>
                  <a:pt x="100" y="421"/>
                </a:lnTo>
                <a:lnTo>
                  <a:pt x="99" y="422"/>
                </a:lnTo>
                <a:lnTo>
                  <a:pt x="98" y="422"/>
                </a:lnTo>
                <a:lnTo>
                  <a:pt x="98" y="423"/>
                </a:lnTo>
                <a:lnTo>
                  <a:pt x="98" y="422"/>
                </a:lnTo>
                <a:lnTo>
                  <a:pt x="97" y="422"/>
                </a:lnTo>
                <a:lnTo>
                  <a:pt x="97" y="423"/>
                </a:lnTo>
                <a:lnTo>
                  <a:pt x="97" y="424"/>
                </a:lnTo>
                <a:lnTo>
                  <a:pt x="96" y="424"/>
                </a:lnTo>
                <a:lnTo>
                  <a:pt x="95" y="425"/>
                </a:lnTo>
                <a:lnTo>
                  <a:pt x="95" y="426"/>
                </a:lnTo>
                <a:lnTo>
                  <a:pt x="94" y="426"/>
                </a:lnTo>
                <a:lnTo>
                  <a:pt x="94" y="427"/>
                </a:lnTo>
                <a:lnTo>
                  <a:pt x="93" y="428"/>
                </a:lnTo>
                <a:lnTo>
                  <a:pt x="93" y="429"/>
                </a:lnTo>
                <a:lnTo>
                  <a:pt x="92" y="429"/>
                </a:lnTo>
                <a:lnTo>
                  <a:pt x="92" y="430"/>
                </a:lnTo>
                <a:lnTo>
                  <a:pt x="91" y="431"/>
                </a:lnTo>
                <a:lnTo>
                  <a:pt x="91" y="432"/>
                </a:lnTo>
                <a:lnTo>
                  <a:pt x="90" y="433"/>
                </a:lnTo>
                <a:lnTo>
                  <a:pt x="90" y="434"/>
                </a:lnTo>
                <a:lnTo>
                  <a:pt x="90" y="435"/>
                </a:lnTo>
                <a:lnTo>
                  <a:pt x="89" y="435"/>
                </a:lnTo>
                <a:lnTo>
                  <a:pt x="89" y="436"/>
                </a:lnTo>
                <a:lnTo>
                  <a:pt x="89" y="437"/>
                </a:lnTo>
                <a:lnTo>
                  <a:pt x="88" y="437"/>
                </a:lnTo>
                <a:lnTo>
                  <a:pt x="88" y="438"/>
                </a:lnTo>
                <a:lnTo>
                  <a:pt x="87" y="438"/>
                </a:lnTo>
                <a:lnTo>
                  <a:pt x="87" y="439"/>
                </a:lnTo>
                <a:lnTo>
                  <a:pt x="86" y="439"/>
                </a:lnTo>
                <a:lnTo>
                  <a:pt x="85" y="439"/>
                </a:lnTo>
                <a:lnTo>
                  <a:pt x="85" y="438"/>
                </a:lnTo>
                <a:lnTo>
                  <a:pt x="85" y="439"/>
                </a:lnTo>
                <a:lnTo>
                  <a:pt x="82" y="439"/>
                </a:lnTo>
                <a:lnTo>
                  <a:pt x="81" y="439"/>
                </a:lnTo>
                <a:lnTo>
                  <a:pt x="80" y="439"/>
                </a:lnTo>
                <a:lnTo>
                  <a:pt x="80" y="440"/>
                </a:lnTo>
                <a:lnTo>
                  <a:pt x="79" y="440"/>
                </a:lnTo>
                <a:lnTo>
                  <a:pt x="78" y="441"/>
                </a:lnTo>
                <a:lnTo>
                  <a:pt x="77" y="441"/>
                </a:lnTo>
                <a:lnTo>
                  <a:pt x="77" y="440"/>
                </a:lnTo>
                <a:lnTo>
                  <a:pt x="76" y="440"/>
                </a:lnTo>
                <a:lnTo>
                  <a:pt x="76" y="439"/>
                </a:lnTo>
                <a:lnTo>
                  <a:pt x="75" y="439"/>
                </a:lnTo>
                <a:lnTo>
                  <a:pt x="74" y="439"/>
                </a:lnTo>
                <a:lnTo>
                  <a:pt x="73" y="440"/>
                </a:lnTo>
                <a:lnTo>
                  <a:pt x="72" y="440"/>
                </a:lnTo>
                <a:lnTo>
                  <a:pt x="72" y="441"/>
                </a:lnTo>
                <a:lnTo>
                  <a:pt x="71" y="441"/>
                </a:lnTo>
                <a:lnTo>
                  <a:pt x="71" y="442"/>
                </a:lnTo>
                <a:lnTo>
                  <a:pt x="69" y="442"/>
                </a:lnTo>
                <a:lnTo>
                  <a:pt x="69" y="441"/>
                </a:lnTo>
                <a:lnTo>
                  <a:pt x="70" y="440"/>
                </a:lnTo>
                <a:lnTo>
                  <a:pt x="70" y="439"/>
                </a:lnTo>
                <a:lnTo>
                  <a:pt x="71" y="438"/>
                </a:lnTo>
                <a:lnTo>
                  <a:pt x="70" y="437"/>
                </a:lnTo>
                <a:lnTo>
                  <a:pt x="71" y="437"/>
                </a:lnTo>
                <a:lnTo>
                  <a:pt x="70" y="437"/>
                </a:lnTo>
                <a:lnTo>
                  <a:pt x="69" y="437"/>
                </a:lnTo>
                <a:lnTo>
                  <a:pt x="69" y="436"/>
                </a:lnTo>
                <a:lnTo>
                  <a:pt x="69" y="435"/>
                </a:lnTo>
                <a:lnTo>
                  <a:pt x="69" y="434"/>
                </a:lnTo>
                <a:lnTo>
                  <a:pt x="69" y="433"/>
                </a:lnTo>
                <a:lnTo>
                  <a:pt x="69" y="432"/>
                </a:lnTo>
                <a:lnTo>
                  <a:pt x="70" y="432"/>
                </a:lnTo>
                <a:lnTo>
                  <a:pt x="71" y="431"/>
                </a:lnTo>
                <a:lnTo>
                  <a:pt x="70" y="430"/>
                </a:lnTo>
                <a:lnTo>
                  <a:pt x="70" y="431"/>
                </a:lnTo>
                <a:lnTo>
                  <a:pt x="69" y="431"/>
                </a:lnTo>
                <a:lnTo>
                  <a:pt x="69" y="430"/>
                </a:lnTo>
                <a:lnTo>
                  <a:pt x="68" y="430"/>
                </a:lnTo>
                <a:lnTo>
                  <a:pt x="68" y="428"/>
                </a:lnTo>
                <a:lnTo>
                  <a:pt x="69" y="428"/>
                </a:lnTo>
                <a:lnTo>
                  <a:pt x="69" y="427"/>
                </a:lnTo>
                <a:lnTo>
                  <a:pt x="69" y="426"/>
                </a:lnTo>
                <a:lnTo>
                  <a:pt x="69" y="425"/>
                </a:lnTo>
                <a:lnTo>
                  <a:pt x="69" y="424"/>
                </a:lnTo>
                <a:lnTo>
                  <a:pt x="69" y="422"/>
                </a:lnTo>
                <a:lnTo>
                  <a:pt x="69" y="424"/>
                </a:lnTo>
                <a:lnTo>
                  <a:pt x="68" y="424"/>
                </a:lnTo>
                <a:lnTo>
                  <a:pt x="67" y="424"/>
                </a:lnTo>
                <a:lnTo>
                  <a:pt x="67" y="423"/>
                </a:lnTo>
                <a:lnTo>
                  <a:pt x="66" y="423"/>
                </a:lnTo>
                <a:lnTo>
                  <a:pt x="66" y="422"/>
                </a:lnTo>
                <a:lnTo>
                  <a:pt x="65" y="421"/>
                </a:lnTo>
                <a:lnTo>
                  <a:pt x="65" y="420"/>
                </a:lnTo>
                <a:lnTo>
                  <a:pt x="64" y="420"/>
                </a:lnTo>
                <a:lnTo>
                  <a:pt x="64" y="419"/>
                </a:lnTo>
                <a:lnTo>
                  <a:pt x="64" y="420"/>
                </a:lnTo>
                <a:lnTo>
                  <a:pt x="65" y="421"/>
                </a:lnTo>
                <a:lnTo>
                  <a:pt x="65" y="422"/>
                </a:lnTo>
                <a:lnTo>
                  <a:pt x="65" y="423"/>
                </a:lnTo>
                <a:lnTo>
                  <a:pt x="65" y="424"/>
                </a:lnTo>
                <a:lnTo>
                  <a:pt x="66" y="424"/>
                </a:lnTo>
                <a:lnTo>
                  <a:pt x="66" y="425"/>
                </a:lnTo>
                <a:lnTo>
                  <a:pt x="66" y="426"/>
                </a:lnTo>
                <a:lnTo>
                  <a:pt x="67" y="426"/>
                </a:lnTo>
                <a:lnTo>
                  <a:pt x="67" y="427"/>
                </a:lnTo>
                <a:lnTo>
                  <a:pt x="67" y="428"/>
                </a:lnTo>
                <a:lnTo>
                  <a:pt x="66" y="428"/>
                </a:lnTo>
                <a:lnTo>
                  <a:pt x="65" y="429"/>
                </a:lnTo>
                <a:lnTo>
                  <a:pt x="66" y="430"/>
                </a:lnTo>
                <a:lnTo>
                  <a:pt x="66" y="429"/>
                </a:lnTo>
                <a:lnTo>
                  <a:pt x="67" y="429"/>
                </a:lnTo>
                <a:lnTo>
                  <a:pt x="67" y="428"/>
                </a:lnTo>
                <a:lnTo>
                  <a:pt x="67" y="429"/>
                </a:lnTo>
                <a:lnTo>
                  <a:pt x="67" y="430"/>
                </a:lnTo>
                <a:lnTo>
                  <a:pt x="68" y="431"/>
                </a:lnTo>
                <a:lnTo>
                  <a:pt x="68" y="432"/>
                </a:lnTo>
                <a:lnTo>
                  <a:pt x="67" y="432"/>
                </a:lnTo>
                <a:lnTo>
                  <a:pt x="67" y="433"/>
                </a:lnTo>
                <a:lnTo>
                  <a:pt x="66" y="433"/>
                </a:lnTo>
                <a:lnTo>
                  <a:pt x="66" y="434"/>
                </a:lnTo>
                <a:lnTo>
                  <a:pt x="66" y="433"/>
                </a:lnTo>
                <a:lnTo>
                  <a:pt x="65" y="434"/>
                </a:lnTo>
                <a:lnTo>
                  <a:pt x="65" y="435"/>
                </a:lnTo>
                <a:lnTo>
                  <a:pt x="66" y="435"/>
                </a:lnTo>
                <a:lnTo>
                  <a:pt x="66" y="436"/>
                </a:lnTo>
                <a:lnTo>
                  <a:pt x="66" y="435"/>
                </a:lnTo>
                <a:lnTo>
                  <a:pt x="67" y="435"/>
                </a:lnTo>
                <a:lnTo>
                  <a:pt x="67" y="436"/>
                </a:lnTo>
                <a:lnTo>
                  <a:pt x="67" y="437"/>
                </a:lnTo>
                <a:lnTo>
                  <a:pt x="68" y="437"/>
                </a:lnTo>
                <a:lnTo>
                  <a:pt x="68" y="438"/>
                </a:lnTo>
                <a:lnTo>
                  <a:pt x="69" y="438"/>
                </a:lnTo>
                <a:lnTo>
                  <a:pt x="68" y="439"/>
                </a:lnTo>
                <a:lnTo>
                  <a:pt x="68" y="440"/>
                </a:lnTo>
                <a:lnTo>
                  <a:pt x="68" y="441"/>
                </a:lnTo>
                <a:lnTo>
                  <a:pt x="68" y="442"/>
                </a:lnTo>
                <a:lnTo>
                  <a:pt x="67" y="443"/>
                </a:lnTo>
                <a:lnTo>
                  <a:pt x="67" y="444"/>
                </a:lnTo>
                <a:lnTo>
                  <a:pt x="67" y="445"/>
                </a:lnTo>
                <a:lnTo>
                  <a:pt x="67" y="446"/>
                </a:lnTo>
                <a:lnTo>
                  <a:pt x="66" y="447"/>
                </a:lnTo>
                <a:lnTo>
                  <a:pt x="67" y="447"/>
                </a:lnTo>
                <a:lnTo>
                  <a:pt x="66" y="447"/>
                </a:lnTo>
                <a:lnTo>
                  <a:pt x="66" y="448"/>
                </a:lnTo>
                <a:lnTo>
                  <a:pt x="65" y="448"/>
                </a:lnTo>
                <a:lnTo>
                  <a:pt x="64" y="447"/>
                </a:lnTo>
                <a:lnTo>
                  <a:pt x="64" y="448"/>
                </a:lnTo>
                <a:lnTo>
                  <a:pt x="63" y="448"/>
                </a:lnTo>
                <a:lnTo>
                  <a:pt x="62" y="449"/>
                </a:lnTo>
                <a:lnTo>
                  <a:pt x="62" y="450"/>
                </a:lnTo>
                <a:lnTo>
                  <a:pt x="61" y="451"/>
                </a:lnTo>
                <a:lnTo>
                  <a:pt x="60" y="451"/>
                </a:lnTo>
                <a:lnTo>
                  <a:pt x="59" y="450"/>
                </a:lnTo>
                <a:lnTo>
                  <a:pt x="58" y="451"/>
                </a:lnTo>
                <a:lnTo>
                  <a:pt x="57" y="452"/>
                </a:lnTo>
                <a:lnTo>
                  <a:pt x="57" y="451"/>
                </a:lnTo>
                <a:lnTo>
                  <a:pt x="56" y="452"/>
                </a:lnTo>
                <a:lnTo>
                  <a:pt x="55" y="452"/>
                </a:lnTo>
                <a:lnTo>
                  <a:pt x="54" y="453"/>
                </a:lnTo>
                <a:lnTo>
                  <a:pt x="53" y="453"/>
                </a:lnTo>
                <a:lnTo>
                  <a:pt x="53" y="452"/>
                </a:lnTo>
                <a:lnTo>
                  <a:pt x="52" y="452"/>
                </a:lnTo>
                <a:lnTo>
                  <a:pt x="52" y="453"/>
                </a:lnTo>
                <a:lnTo>
                  <a:pt x="53" y="453"/>
                </a:lnTo>
                <a:lnTo>
                  <a:pt x="53" y="454"/>
                </a:lnTo>
                <a:lnTo>
                  <a:pt x="52" y="454"/>
                </a:lnTo>
                <a:lnTo>
                  <a:pt x="52" y="455"/>
                </a:lnTo>
                <a:lnTo>
                  <a:pt x="52" y="456"/>
                </a:lnTo>
                <a:lnTo>
                  <a:pt x="52" y="457"/>
                </a:lnTo>
                <a:lnTo>
                  <a:pt x="51" y="457"/>
                </a:lnTo>
                <a:lnTo>
                  <a:pt x="51" y="458"/>
                </a:lnTo>
                <a:lnTo>
                  <a:pt x="50" y="458"/>
                </a:lnTo>
                <a:lnTo>
                  <a:pt x="50" y="457"/>
                </a:lnTo>
                <a:lnTo>
                  <a:pt x="50" y="456"/>
                </a:lnTo>
                <a:lnTo>
                  <a:pt x="49" y="456"/>
                </a:lnTo>
                <a:lnTo>
                  <a:pt x="50" y="456"/>
                </a:lnTo>
                <a:lnTo>
                  <a:pt x="50" y="455"/>
                </a:lnTo>
                <a:lnTo>
                  <a:pt x="49" y="455"/>
                </a:lnTo>
                <a:lnTo>
                  <a:pt x="49" y="454"/>
                </a:lnTo>
                <a:lnTo>
                  <a:pt x="50" y="454"/>
                </a:lnTo>
                <a:lnTo>
                  <a:pt x="50" y="453"/>
                </a:lnTo>
                <a:lnTo>
                  <a:pt x="50" y="452"/>
                </a:lnTo>
                <a:lnTo>
                  <a:pt x="50" y="451"/>
                </a:lnTo>
                <a:lnTo>
                  <a:pt x="51" y="451"/>
                </a:lnTo>
                <a:lnTo>
                  <a:pt x="50" y="451"/>
                </a:lnTo>
                <a:lnTo>
                  <a:pt x="49" y="451"/>
                </a:lnTo>
                <a:lnTo>
                  <a:pt x="49" y="450"/>
                </a:lnTo>
                <a:lnTo>
                  <a:pt x="48" y="451"/>
                </a:lnTo>
                <a:lnTo>
                  <a:pt x="49" y="451"/>
                </a:lnTo>
                <a:lnTo>
                  <a:pt x="49" y="452"/>
                </a:lnTo>
                <a:lnTo>
                  <a:pt x="49" y="454"/>
                </a:lnTo>
                <a:lnTo>
                  <a:pt x="49" y="455"/>
                </a:lnTo>
                <a:lnTo>
                  <a:pt x="48" y="455"/>
                </a:lnTo>
                <a:lnTo>
                  <a:pt x="47" y="455"/>
                </a:lnTo>
                <a:lnTo>
                  <a:pt x="47" y="456"/>
                </a:lnTo>
                <a:lnTo>
                  <a:pt x="48" y="456"/>
                </a:lnTo>
                <a:lnTo>
                  <a:pt x="48" y="457"/>
                </a:lnTo>
                <a:lnTo>
                  <a:pt x="48" y="458"/>
                </a:lnTo>
                <a:lnTo>
                  <a:pt x="48" y="457"/>
                </a:lnTo>
                <a:lnTo>
                  <a:pt x="48" y="458"/>
                </a:lnTo>
                <a:lnTo>
                  <a:pt x="47" y="458"/>
                </a:lnTo>
                <a:lnTo>
                  <a:pt x="47" y="459"/>
                </a:lnTo>
                <a:lnTo>
                  <a:pt x="47" y="460"/>
                </a:lnTo>
                <a:lnTo>
                  <a:pt x="46" y="461"/>
                </a:lnTo>
                <a:lnTo>
                  <a:pt x="46" y="462"/>
                </a:lnTo>
                <a:lnTo>
                  <a:pt x="47" y="462"/>
                </a:lnTo>
                <a:lnTo>
                  <a:pt x="46" y="462"/>
                </a:lnTo>
                <a:lnTo>
                  <a:pt x="46" y="463"/>
                </a:lnTo>
                <a:lnTo>
                  <a:pt x="45" y="463"/>
                </a:lnTo>
                <a:lnTo>
                  <a:pt x="46" y="463"/>
                </a:lnTo>
                <a:lnTo>
                  <a:pt x="45" y="464"/>
                </a:lnTo>
                <a:lnTo>
                  <a:pt x="45" y="463"/>
                </a:lnTo>
                <a:lnTo>
                  <a:pt x="44" y="464"/>
                </a:lnTo>
                <a:lnTo>
                  <a:pt x="45" y="464"/>
                </a:lnTo>
                <a:lnTo>
                  <a:pt x="46" y="465"/>
                </a:lnTo>
                <a:lnTo>
                  <a:pt x="45" y="466"/>
                </a:lnTo>
                <a:lnTo>
                  <a:pt x="45" y="467"/>
                </a:lnTo>
                <a:lnTo>
                  <a:pt x="45" y="468"/>
                </a:lnTo>
                <a:lnTo>
                  <a:pt x="45" y="469"/>
                </a:lnTo>
                <a:lnTo>
                  <a:pt x="45" y="470"/>
                </a:lnTo>
                <a:lnTo>
                  <a:pt x="45" y="471"/>
                </a:lnTo>
                <a:lnTo>
                  <a:pt x="45" y="472"/>
                </a:lnTo>
                <a:lnTo>
                  <a:pt x="46" y="472"/>
                </a:lnTo>
                <a:lnTo>
                  <a:pt x="46" y="473"/>
                </a:lnTo>
                <a:lnTo>
                  <a:pt x="46" y="474"/>
                </a:lnTo>
                <a:lnTo>
                  <a:pt x="47" y="474"/>
                </a:lnTo>
                <a:lnTo>
                  <a:pt x="47" y="475"/>
                </a:lnTo>
                <a:lnTo>
                  <a:pt x="47" y="476"/>
                </a:lnTo>
                <a:lnTo>
                  <a:pt x="48" y="476"/>
                </a:lnTo>
                <a:lnTo>
                  <a:pt x="48" y="477"/>
                </a:lnTo>
                <a:lnTo>
                  <a:pt x="47" y="477"/>
                </a:lnTo>
                <a:lnTo>
                  <a:pt x="46" y="477"/>
                </a:lnTo>
                <a:lnTo>
                  <a:pt x="46" y="478"/>
                </a:lnTo>
                <a:lnTo>
                  <a:pt x="47" y="478"/>
                </a:lnTo>
                <a:lnTo>
                  <a:pt x="48" y="478"/>
                </a:lnTo>
                <a:lnTo>
                  <a:pt x="49" y="478"/>
                </a:lnTo>
                <a:lnTo>
                  <a:pt x="49" y="477"/>
                </a:lnTo>
                <a:lnTo>
                  <a:pt x="50" y="477"/>
                </a:lnTo>
                <a:lnTo>
                  <a:pt x="51" y="477"/>
                </a:lnTo>
                <a:lnTo>
                  <a:pt x="52" y="477"/>
                </a:lnTo>
                <a:lnTo>
                  <a:pt x="52" y="478"/>
                </a:lnTo>
                <a:lnTo>
                  <a:pt x="53" y="478"/>
                </a:lnTo>
                <a:lnTo>
                  <a:pt x="54" y="478"/>
                </a:lnTo>
                <a:lnTo>
                  <a:pt x="55" y="478"/>
                </a:lnTo>
                <a:lnTo>
                  <a:pt x="56" y="478"/>
                </a:lnTo>
                <a:lnTo>
                  <a:pt x="58" y="477"/>
                </a:lnTo>
                <a:lnTo>
                  <a:pt x="59" y="477"/>
                </a:lnTo>
                <a:lnTo>
                  <a:pt x="59" y="478"/>
                </a:lnTo>
                <a:lnTo>
                  <a:pt x="60" y="478"/>
                </a:lnTo>
                <a:lnTo>
                  <a:pt x="59" y="478"/>
                </a:lnTo>
                <a:lnTo>
                  <a:pt x="60" y="478"/>
                </a:lnTo>
                <a:lnTo>
                  <a:pt x="60" y="479"/>
                </a:lnTo>
                <a:lnTo>
                  <a:pt x="60" y="478"/>
                </a:lnTo>
                <a:lnTo>
                  <a:pt x="60" y="479"/>
                </a:lnTo>
                <a:lnTo>
                  <a:pt x="61" y="479"/>
                </a:lnTo>
                <a:lnTo>
                  <a:pt x="62" y="479"/>
                </a:lnTo>
                <a:lnTo>
                  <a:pt x="62" y="480"/>
                </a:lnTo>
                <a:lnTo>
                  <a:pt x="63" y="480"/>
                </a:lnTo>
                <a:lnTo>
                  <a:pt x="64" y="480"/>
                </a:lnTo>
                <a:lnTo>
                  <a:pt x="64" y="481"/>
                </a:lnTo>
                <a:lnTo>
                  <a:pt x="65" y="481"/>
                </a:lnTo>
                <a:lnTo>
                  <a:pt x="65" y="480"/>
                </a:lnTo>
                <a:lnTo>
                  <a:pt x="64" y="480"/>
                </a:lnTo>
                <a:lnTo>
                  <a:pt x="65" y="480"/>
                </a:lnTo>
                <a:lnTo>
                  <a:pt x="65" y="481"/>
                </a:lnTo>
                <a:lnTo>
                  <a:pt x="65" y="483"/>
                </a:lnTo>
                <a:lnTo>
                  <a:pt x="65" y="484"/>
                </a:lnTo>
                <a:lnTo>
                  <a:pt x="65" y="485"/>
                </a:lnTo>
                <a:lnTo>
                  <a:pt x="66" y="486"/>
                </a:lnTo>
                <a:lnTo>
                  <a:pt x="66" y="487"/>
                </a:lnTo>
                <a:lnTo>
                  <a:pt x="65" y="487"/>
                </a:lnTo>
                <a:lnTo>
                  <a:pt x="65" y="488"/>
                </a:lnTo>
                <a:lnTo>
                  <a:pt x="65" y="489"/>
                </a:lnTo>
                <a:lnTo>
                  <a:pt x="65" y="490"/>
                </a:lnTo>
                <a:lnTo>
                  <a:pt x="65" y="491"/>
                </a:lnTo>
                <a:lnTo>
                  <a:pt x="64" y="491"/>
                </a:lnTo>
                <a:lnTo>
                  <a:pt x="64" y="492"/>
                </a:lnTo>
                <a:lnTo>
                  <a:pt x="63" y="492"/>
                </a:lnTo>
                <a:lnTo>
                  <a:pt x="63" y="491"/>
                </a:lnTo>
                <a:lnTo>
                  <a:pt x="62" y="491"/>
                </a:lnTo>
                <a:lnTo>
                  <a:pt x="62" y="490"/>
                </a:lnTo>
                <a:lnTo>
                  <a:pt x="61" y="490"/>
                </a:lnTo>
                <a:lnTo>
                  <a:pt x="61" y="489"/>
                </a:lnTo>
                <a:lnTo>
                  <a:pt x="61" y="488"/>
                </a:lnTo>
                <a:lnTo>
                  <a:pt x="61" y="487"/>
                </a:lnTo>
                <a:lnTo>
                  <a:pt x="61" y="486"/>
                </a:lnTo>
                <a:lnTo>
                  <a:pt x="60" y="486"/>
                </a:lnTo>
                <a:lnTo>
                  <a:pt x="60" y="485"/>
                </a:lnTo>
                <a:lnTo>
                  <a:pt x="60" y="484"/>
                </a:lnTo>
                <a:lnTo>
                  <a:pt x="59" y="484"/>
                </a:lnTo>
                <a:lnTo>
                  <a:pt x="60" y="484"/>
                </a:lnTo>
                <a:lnTo>
                  <a:pt x="60" y="485"/>
                </a:lnTo>
                <a:lnTo>
                  <a:pt x="60" y="486"/>
                </a:lnTo>
                <a:lnTo>
                  <a:pt x="60" y="487"/>
                </a:lnTo>
                <a:lnTo>
                  <a:pt x="60" y="488"/>
                </a:lnTo>
                <a:lnTo>
                  <a:pt x="59" y="488"/>
                </a:lnTo>
                <a:lnTo>
                  <a:pt x="58" y="488"/>
                </a:lnTo>
                <a:lnTo>
                  <a:pt x="58" y="489"/>
                </a:lnTo>
                <a:lnTo>
                  <a:pt x="58" y="490"/>
                </a:lnTo>
                <a:lnTo>
                  <a:pt x="59" y="490"/>
                </a:lnTo>
                <a:lnTo>
                  <a:pt x="59" y="489"/>
                </a:lnTo>
                <a:lnTo>
                  <a:pt x="59" y="488"/>
                </a:lnTo>
                <a:lnTo>
                  <a:pt x="60" y="488"/>
                </a:lnTo>
                <a:lnTo>
                  <a:pt x="60" y="489"/>
                </a:lnTo>
                <a:lnTo>
                  <a:pt x="60" y="490"/>
                </a:lnTo>
                <a:lnTo>
                  <a:pt x="60" y="491"/>
                </a:lnTo>
                <a:lnTo>
                  <a:pt x="60" y="492"/>
                </a:lnTo>
                <a:lnTo>
                  <a:pt x="60" y="493"/>
                </a:lnTo>
                <a:lnTo>
                  <a:pt x="59" y="493"/>
                </a:lnTo>
                <a:lnTo>
                  <a:pt x="58" y="494"/>
                </a:lnTo>
                <a:lnTo>
                  <a:pt x="57" y="494"/>
                </a:lnTo>
                <a:lnTo>
                  <a:pt x="58" y="494"/>
                </a:lnTo>
                <a:lnTo>
                  <a:pt x="57" y="494"/>
                </a:lnTo>
                <a:lnTo>
                  <a:pt x="57" y="495"/>
                </a:lnTo>
                <a:lnTo>
                  <a:pt x="58" y="495"/>
                </a:lnTo>
                <a:lnTo>
                  <a:pt x="58" y="496"/>
                </a:lnTo>
                <a:lnTo>
                  <a:pt x="57" y="496"/>
                </a:lnTo>
                <a:lnTo>
                  <a:pt x="57" y="497"/>
                </a:lnTo>
                <a:lnTo>
                  <a:pt x="57" y="496"/>
                </a:lnTo>
                <a:lnTo>
                  <a:pt x="56" y="496"/>
                </a:lnTo>
                <a:lnTo>
                  <a:pt x="56" y="497"/>
                </a:lnTo>
                <a:lnTo>
                  <a:pt x="57" y="497"/>
                </a:lnTo>
                <a:lnTo>
                  <a:pt x="58" y="497"/>
                </a:lnTo>
                <a:lnTo>
                  <a:pt x="58" y="496"/>
                </a:lnTo>
                <a:lnTo>
                  <a:pt x="59" y="496"/>
                </a:lnTo>
                <a:lnTo>
                  <a:pt x="59" y="495"/>
                </a:lnTo>
                <a:lnTo>
                  <a:pt x="60" y="495"/>
                </a:lnTo>
                <a:lnTo>
                  <a:pt x="60" y="496"/>
                </a:lnTo>
                <a:lnTo>
                  <a:pt x="61" y="496"/>
                </a:lnTo>
                <a:lnTo>
                  <a:pt x="60" y="497"/>
                </a:lnTo>
                <a:lnTo>
                  <a:pt x="60" y="498"/>
                </a:lnTo>
                <a:lnTo>
                  <a:pt x="60" y="499"/>
                </a:lnTo>
                <a:lnTo>
                  <a:pt x="61" y="499"/>
                </a:lnTo>
                <a:lnTo>
                  <a:pt x="61" y="498"/>
                </a:lnTo>
                <a:lnTo>
                  <a:pt x="60" y="498"/>
                </a:lnTo>
                <a:lnTo>
                  <a:pt x="60" y="497"/>
                </a:lnTo>
                <a:lnTo>
                  <a:pt x="61" y="497"/>
                </a:lnTo>
                <a:lnTo>
                  <a:pt x="61" y="496"/>
                </a:lnTo>
                <a:lnTo>
                  <a:pt x="61" y="497"/>
                </a:lnTo>
                <a:lnTo>
                  <a:pt x="62" y="497"/>
                </a:lnTo>
                <a:lnTo>
                  <a:pt x="62" y="498"/>
                </a:lnTo>
                <a:lnTo>
                  <a:pt x="63" y="498"/>
                </a:lnTo>
                <a:lnTo>
                  <a:pt x="63" y="497"/>
                </a:lnTo>
                <a:lnTo>
                  <a:pt x="63" y="498"/>
                </a:lnTo>
                <a:lnTo>
                  <a:pt x="63" y="499"/>
                </a:lnTo>
                <a:lnTo>
                  <a:pt x="64" y="499"/>
                </a:lnTo>
                <a:lnTo>
                  <a:pt x="64" y="498"/>
                </a:lnTo>
                <a:lnTo>
                  <a:pt x="64" y="497"/>
                </a:lnTo>
                <a:lnTo>
                  <a:pt x="65" y="497"/>
                </a:lnTo>
                <a:lnTo>
                  <a:pt x="65" y="496"/>
                </a:lnTo>
                <a:lnTo>
                  <a:pt x="65" y="497"/>
                </a:lnTo>
                <a:lnTo>
                  <a:pt x="65" y="498"/>
                </a:lnTo>
                <a:lnTo>
                  <a:pt x="65" y="499"/>
                </a:lnTo>
                <a:lnTo>
                  <a:pt x="66" y="498"/>
                </a:lnTo>
                <a:lnTo>
                  <a:pt x="67" y="498"/>
                </a:lnTo>
                <a:lnTo>
                  <a:pt x="67" y="497"/>
                </a:lnTo>
                <a:lnTo>
                  <a:pt x="68" y="497"/>
                </a:lnTo>
                <a:lnTo>
                  <a:pt x="68" y="496"/>
                </a:lnTo>
                <a:lnTo>
                  <a:pt x="69" y="496"/>
                </a:lnTo>
                <a:lnTo>
                  <a:pt x="69" y="497"/>
                </a:lnTo>
                <a:lnTo>
                  <a:pt x="69" y="496"/>
                </a:lnTo>
                <a:lnTo>
                  <a:pt x="70" y="496"/>
                </a:lnTo>
                <a:lnTo>
                  <a:pt x="70" y="497"/>
                </a:lnTo>
                <a:lnTo>
                  <a:pt x="71" y="498"/>
                </a:lnTo>
                <a:lnTo>
                  <a:pt x="71" y="497"/>
                </a:lnTo>
                <a:lnTo>
                  <a:pt x="71" y="498"/>
                </a:lnTo>
                <a:lnTo>
                  <a:pt x="71" y="497"/>
                </a:lnTo>
                <a:lnTo>
                  <a:pt x="71" y="496"/>
                </a:lnTo>
                <a:lnTo>
                  <a:pt x="71" y="495"/>
                </a:lnTo>
                <a:lnTo>
                  <a:pt x="72" y="495"/>
                </a:lnTo>
                <a:lnTo>
                  <a:pt x="72" y="496"/>
                </a:lnTo>
                <a:lnTo>
                  <a:pt x="73" y="497"/>
                </a:lnTo>
                <a:lnTo>
                  <a:pt x="73" y="498"/>
                </a:lnTo>
                <a:lnTo>
                  <a:pt x="73" y="499"/>
                </a:lnTo>
                <a:lnTo>
                  <a:pt x="73" y="500"/>
                </a:lnTo>
                <a:lnTo>
                  <a:pt x="74" y="500"/>
                </a:lnTo>
                <a:lnTo>
                  <a:pt x="74" y="502"/>
                </a:lnTo>
                <a:lnTo>
                  <a:pt x="74" y="503"/>
                </a:lnTo>
                <a:lnTo>
                  <a:pt x="74" y="504"/>
                </a:lnTo>
                <a:lnTo>
                  <a:pt x="74" y="505"/>
                </a:lnTo>
                <a:lnTo>
                  <a:pt x="73" y="504"/>
                </a:lnTo>
                <a:lnTo>
                  <a:pt x="72" y="504"/>
                </a:lnTo>
                <a:lnTo>
                  <a:pt x="72" y="505"/>
                </a:lnTo>
                <a:lnTo>
                  <a:pt x="72" y="504"/>
                </a:lnTo>
                <a:lnTo>
                  <a:pt x="71" y="504"/>
                </a:lnTo>
                <a:lnTo>
                  <a:pt x="71" y="505"/>
                </a:lnTo>
                <a:lnTo>
                  <a:pt x="71" y="504"/>
                </a:lnTo>
                <a:lnTo>
                  <a:pt x="70" y="504"/>
                </a:lnTo>
                <a:lnTo>
                  <a:pt x="70" y="503"/>
                </a:lnTo>
                <a:lnTo>
                  <a:pt x="71" y="503"/>
                </a:lnTo>
                <a:lnTo>
                  <a:pt x="70" y="503"/>
                </a:lnTo>
                <a:lnTo>
                  <a:pt x="70" y="502"/>
                </a:lnTo>
                <a:lnTo>
                  <a:pt x="70" y="501"/>
                </a:lnTo>
                <a:lnTo>
                  <a:pt x="70" y="500"/>
                </a:lnTo>
                <a:lnTo>
                  <a:pt x="69" y="500"/>
                </a:lnTo>
                <a:lnTo>
                  <a:pt x="69" y="499"/>
                </a:lnTo>
                <a:lnTo>
                  <a:pt x="69" y="500"/>
                </a:lnTo>
                <a:lnTo>
                  <a:pt x="69" y="499"/>
                </a:lnTo>
                <a:lnTo>
                  <a:pt x="68" y="499"/>
                </a:lnTo>
                <a:lnTo>
                  <a:pt x="68" y="500"/>
                </a:lnTo>
                <a:lnTo>
                  <a:pt x="67" y="500"/>
                </a:lnTo>
                <a:lnTo>
                  <a:pt x="66" y="500"/>
                </a:lnTo>
                <a:lnTo>
                  <a:pt x="66" y="501"/>
                </a:lnTo>
                <a:lnTo>
                  <a:pt x="66" y="502"/>
                </a:lnTo>
                <a:lnTo>
                  <a:pt x="66" y="503"/>
                </a:lnTo>
                <a:lnTo>
                  <a:pt x="67" y="503"/>
                </a:lnTo>
                <a:lnTo>
                  <a:pt x="67" y="504"/>
                </a:lnTo>
                <a:lnTo>
                  <a:pt x="67" y="503"/>
                </a:lnTo>
                <a:lnTo>
                  <a:pt x="67" y="504"/>
                </a:lnTo>
                <a:lnTo>
                  <a:pt x="67" y="505"/>
                </a:lnTo>
                <a:lnTo>
                  <a:pt x="67" y="504"/>
                </a:lnTo>
                <a:lnTo>
                  <a:pt x="68" y="504"/>
                </a:lnTo>
                <a:lnTo>
                  <a:pt x="70" y="506"/>
                </a:lnTo>
                <a:lnTo>
                  <a:pt x="71" y="507"/>
                </a:lnTo>
                <a:lnTo>
                  <a:pt x="72" y="506"/>
                </a:lnTo>
                <a:lnTo>
                  <a:pt x="72" y="505"/>
                </a:lnTo>
                <a:lnTo>
                  <a:pt x="73" y="505"/>
                </a:lnTo>
                <a:lnTo>
                  <a:pt x="74" y="506"/>
                </a:lnTo>
                <a:lnTo>
                  <a:pt x="74" y="507"/>
                </a:lnTo>
                <a:lnTo>
                  <a:pt x="75" y="508"/>
                </a:lnTo>
                <a:lnTo>
                  <a:pt x="75" y="509"/>
                </a:lnTo>
                <a:lnTo>
                  <a:pt x="76" y="510"/>
                </a:lnTo>
                <a:lnTo>
                  <a:pt x="75" y="510"/>
                </a:lnTo>
                <a:lnTo>
                  <a:pt x="76" y="510"/>
                </a:lnTo>
                <a:lnTo>
                  <a:pt x="76" y="511"/>
                </a:lnTo>
                <a:lnTo>
                  <a:pt x="77" y="511"/>
                </a:lnTo>
                <a:lnTo>
                  <a:pt x="77" y="512"/>
                </a:lnTo>
                <a:lnTo>
                  <a:pt x="77" y="513"/>
                </a:lnTo>
                <a:lnTo>
                  <a:pt x="78" y="514"/>
                </a:lnTo>
                <a:lnTo>
                  <a:pt x="78" y="515"/>
                </a:lnTo>
                <a:lnTo>
                  <a:pt x="78" y="516"/>
                </a:lnTo>
                <a:lnTo>
                  <a:pt x="78" y="517"/>
                </a:lnTo>
                <a:lnTo>
                  <a:pt x="77" y="517"/>
                </a:lnTo>
                <a:lnTo>
                  <a:pt x="77" y="519"/>
                </a:lnTo>
                <a:lnTo>
                  <a:pt x="77" y="520"/>
                </a:lnTo>
                <a:lnTo>
                  <a:pt x="77" y="521"/>
                </a:lnTo>
                <a:lnTo>
                  <a:pt x="77" y="522"/>
                </a:lnTo>
                <a:lnTo>
                  <a:pt x="77" y="521"/>
                </a:lnTo>
                <a:lnTo>
                  <a:pt x="76" y="521"/>
                </a:lnTo>
                <a:lnTo>
                  <a:pt x="76" y="522"/>
                </a:lnTo>
                <a:lnTo>
                  <a:pt x="75" y="523"/>
                </a:lnTo>
                <a:lnTo>
                  <a:pt x="74" y="523"/>
                </a:lnTo>
                <a:lnTo>
                  <a:pt x="74" y="524"/>
                </a:lnTo>
                <a:lnTo>
                  <a:pt x="73" y="524"/>
                </a:lnTo>
                <a:lnTo>
                  <a:pt x="73" y="525"/>
                </a:lnTo>
                <a:lnTo>
                  <a:pt x="73" y="526"/>
                </a:lnTo>
                <a:lnTo>
                  <a:pt x="72" y="526"/>
                </a:lnTo>
                <a:lnTo>
                  <a:pt x="72" y="527"/>
                </a:lnTo>
                <a:lnTo>
                  <a:pt x="72" y="528"/>
                </a:lnTo>
                <a:lnTo>
                  <a:pt x="71" y="529"/>
                </a:lnTo>
                <a:lnTo>
                  <a:pt x="71" y="530"/>
                </a:lnTo>
                <a:lnTo>
                  <a:pt x="70" y="530"/>
                </a:lnTo>
                <a:lnTo>
                  <a:pt x="70" y="531"/>
                </a:lnTo>
                <a:lnTo>
                  <a:pt x="70" y="532"/>
                </a:lnTo>
                <a:lnTo>
                  <a:pt x="69" y="532"/>
                </a:lnTo>
                <a:lnTo>
                  <a:pt x="68" y="532"/>
                </a:lnTo>
                <a:lnTo>
                  <a:pt x="68" y="533"/>
                </a:lnTo>
                <a:lnTo>
                  <a:pt x="67" y="533"/>
                </a:lnTo>
                <a:lnTo>
                  <a:pt x="67" y="534"/>
                </a:lnTo>
                <a:lnTo>
                  <a:pt x="66" y="534"/>
                </a:lnTo>
                <a:lnTo>
                  <a:pt x="65" y="534"/>
                </a:lnTo>
                <a:lnTo>
                  <a:pt x="65" y="533"/>
                </a:lnTo>
                <a:lnTo>
                  <a:pt x="64" y="533"/>
                </a:lnTo>
                <a:lnTo>
                  <a:pt x="64" y="534"/>
                </a:lnTo>
                <a:lnTo>
                  <a:pt x="63" y="534"/>
                </a:lnTo>
                <a:lnTo>
                  <a:pt x="63" y="535"/>
                </a:lnTo>
                <a:lnTo>
                  <a:pt x="63" y="534"/>
                </a:lnTo>
                <a:lnTo>
                  <a:pt x="63" y="535"/>
                </a:lnTo>
                <a:lnTo>
                  <a:pt x="62" y="535"/>
                </a:lnTo>
                <a:lnTo>
                  <a:pt x="62" y="536"/>
                </a:lnTo>
                <a:lnTo>
                  <a:pt x="61" y="536"/>
                </a:lnTo>
                <a:lnTo>
                  <a:pt x="60" y="538"/>
                </a:lnTo>
                <a:lnTo>
                  <a:pt x="59" y="538"/>
                </a:lnTo>
                <a:lnTo>
                  <a:pt x="58" y="539"/>
                </a:lnTo>
                <a:lnTo>
                  <a:pt x="57" y="538"/>
                </a:lnTo>
                <a:lnTo>
                  <a:pt x="56" y="538"/>
                </a:lnTo>
                <a:lnTo>
                  <a:pt x="56" y="539"/>
                </a:lnTo>
                <a:lnTo>
                  <a:pt x="56" y="540"/>
                </a:lnTo>
                <a:lnTo>
                  <a:pt x="55" y="540"/>
                </a:lnTo>
                <a:lnTo>
                  <a:pt x="55" y="539"/>
                </a:lnTo>
                <a:lnTo>
                  <a:pt x="55" y="538"/>
                </a:lnTo>
                <a:lnTo>
                  <a:pt x="54" y="538"/>
                </a:lnTo>
                <a:lnTo>
                  <a:pt x="53" y="538"/>
                </a:lnTo>
                <a:lnTo>
                  <a:pt x="53" y="537"/>
                </a:lnTo>
                <a:lnTo>
                  <a:pt x="52" y="537"/>
                </a:lnTo>
                <a:lnTo>
                  <a:pt x="50" y="536"/>
                </a:lnTo>
                <a:lnTo>
                  <a:pt x="50" y="537"/>
                </a:lnTo>
                <a:lnTo>
                  <a:pt x="51" y="537"/>
                </a:lnTo>
                <a:lnTo>
                  <a:pt x="51" y="538"/>
                </a:lnTo>
                <a:lnTo>
                  <a:pt x="50" y="538"/>
                </a:lnTo>
                <a:lnTo>
                  <a:pt x="50" y="537"/>
                </a:lnTo>
                <a:lnTo>
                  <a:pt x="49" y="537"/>
                </a:lnTo>
                <a:lnTo>
                  <a:pt x="48" y="537"/>
                </a:lnTo>
                <a:lnTo>
                  <a:pt x="48" y="538"/>
                </a:lnTo>
                <a:lnTo>
                  <a:pt x="48" y="539"/>
                </a:lnTo>
                <a:lnTo>
                  <a:pt x="47" y="539"/>
                </a:lnTo>
                <a:lnTo>
                  <a:pt x="47" y="540"/>
                </a:lnTo>
                <a:lnTo>
                  <a:pt x="46" y="540"/>
                </a:lnTo>
                <a:lnTo>
                  <a:pt x="44" y="540"/>
                </a:lnTo>
                <a:lnTo>
                  <a:pt x="43" y="541"/>
                </a:lnTo>
                <a:lnTo>
                  <a:pt x="42" y="541"/>
                </a:lnTo>
                <a:lnTo>
                  <a:pt x="41" y="541"/>
                </a:lnTo>
                <a:lnTo>
                  <a:pt x="41" y="540"/>
                </a:lnTo>
                <a:lnTo>
                  <a:pt x="41" y="539"/>
                </a:lnTo>
                <a:lnTo>
                  <a:pt x="41" y="538"/>
                </a:lnTo>
                <a:lnTo>
                  <a:pt x="39" y="538"/>
                </a:lnTo>
                <a:lnTo>
                  <a:pt x="38" y="538"/>
                </a:lnTo>
                <a:lnTo>
                  <a:pt x="37" y="538"/>
                </a:lnTo>
                <a:lnTo>
                  <a:pt x="37" y="537"/>
                </a:lnTo>
                <a:lnTo>
                  <a:pt x="36" y="536"/>
                </a:lnTo>
                <a:lnTo>
                  <a:pt x="36" y="535"/>
                </a:lnTo>
                <a:lnTo>
                  <a:pt x="35" y="535"/>
                </a:lnTo>
                <a:lnTo>
                  <a:pt x="34" y="535"/>
                </a:lnTo>
                <a:lnTo>
                  <a:pt x="34" y="536"/>
                </a:lnTo>
                <a:lnTo>
                  <a:pt x="33" y="537"/>
                </a:lnTo>
                <a:lnTo>
                  <a:pt x="32" y="537"/>
                </a:lnTo>
                <a:lnTo>
                  <a:pt x="32" y="536"/>
                </a:lnTo>
                <a:lnTo>
                  <a:pt x="31" y="536"/>
                </a:lnTo>
                <a:lnTo>
                  <a:pt x="31" y="537"/>
                </a:lnTo>
                <a:lnTo>
                  <a:pt x="32" y="538"/>
                </a:lnTo>
                <a:lnTo>
                  <a:pt x="31" y="538"/>
                </a:lnTo>
                <a:lnTo>
                  <a:pt x="30" y="537"/>
                </a:lnTo>
                <a:lnTo>
                  <a:pt x="30" y="536"/>
                </a:lnTo>
                <a:lnTo>
                  <a:pt x="29" y="535"/>
                </a:lnTo>
                <a:lnTo>
                  <a:pt x="28" y="535"/>
                </a:lnTo>
                <a:lnTo>
                  <a:pt x="28" y="536"/>
                </a:lnTo>
                <a:lnTo>
                  <a:pt x="28" y="537"/>
                </a:lnTo>
                <a:lnTo>
                  <a:pt x="27" y="538"/>
                </a:lnTo>
                <a:lnTo>
                  <a:pt x="25" y="540"/>
                </a:lnTo>
                <a:lnTo>
                  <a:pt x="25" y="541"/>
                </a:lnTo>
                <a:lnTo>
                  <a:pt x="24" y="541"/>
                </a:lnTo>
                <a:lnTo>
                  <a:pt x="24" y="542"/>
                </a:lnTo>
                <a:lnTo>
                  <a:pt x="23" y="542"/>
                </a:lnTo>
                <a:lnTo>
                  <a:pt x="23" y="541"/>
                </a:lnTo>
                <a:lnTo>
                  <a:pt x="23" y="540"/>
                </a:lnTo>
                <a:lnTo>
                  <a:pt x="23" y="538"/>
                </a:lnTo>
                <a:lnTo>
                  <a:pt x="24" y="536"/>
                </a:lnTo>
                <a:lnTo>
                  <a:pt x="24" y="535"/>
                </a:lnTo>
                <a:lnTo>
                  <a:pt x="24" y="534"/>
                </a:lnTo>
                <a:lnTo>
                  <a:pt x="24" y="533"/>
                </a:lnTo>
                <a:lnTo>
                  <a:pt x="24" y="532"/>
                </a:lnTo>
                <a:lnTo>
                  <a:pt x="23" y="531"/>
                </a:lnTo>
                <a:lnTo>
                  <a:pt x="23" y="530"/>
                </a:lnTo>
                <a:lnTo>
                  <a:pt x="23" y="529"/>
                </a:lnTo>
                <a:lnTo>
                  <a:pt x="22" y="529"/>
                </a:lnTo>
                <a:lnTo>
                  <a:pt x="22" y="528"/>
                </a:lnTo>
                <a:lnTo>
                  <a:pt x="21" y="528"/>
                </a:lnTo>
                <a:lnTo>
                  <a:pt x="20" y="528"/>
                </a:lnTo>
                <a:lnTo>
                  <a:pt x="20" y="527"/>
                </a:lnTo>
                <a:lnTo>
                  <a:pt x="19" y="526"/>
                </a:lnTo>
                <a:lnTo>
                  <a:pt x="19" y="524"/>
                </a:lnTo>
                <a:lnTo>
                  <a:pt x="20" y="524"/>
                </a:lnTo>
                <a:lnTo>
                  <a:pt x="21" y="524"/>
                </a:lnTo>
                <a:lnTo>
                  <a:pt x="21" y="523"/>
                </a:lnTo>
                <a:lnTo>
                  <a:pt x="21" y="522"/>
                </a:lnTo>
                <a:lnTo>
                  <a:pt x="22" y="522"/>
                </a:lnTo>
                <a:lnTo>
                  <a:pt x="22" y="521"/>
                </a:lnTo>
                <a:lnTo>
                  <a:pt x="23" y="522"/>
                </a:lnTo>
                <a:lnTo>
                  <a:pt x="24" y="522"/>
                </a:lnTo>
                <a:lnTo>
                  <a:pt x="24" y="523"/>
                </a:lnTo>
                <a:lnTo>
                  <a:pt x="25" y="523"/>
                </a:lnTo>
                <a:lnTo>
                  <a:pt x="25" y="524"/>
                </a:lnTo>
                <a:lnTo>
                  <a:pt x="26" y="524"/>
                </a:lnTo>
                <a:lnTo>
                  <a:pt x="27" y="524"/>
                </a:lnTo>
                <a:lnTo>
                  <a:pt x="28" y="524"/>
                </a:lnTo>
                <a:lnTo>
                  <a:pt x="28" y="525"/>
                </a:lnTo>
                <a:lnTo>
                  <a:pt x="27" y="525"/>
                </a:lnTo>
                <a:lnTo>
                  <a:pt x="27" y="526"/>
                </a:lnTo>
                <a:lnTo>
                  <a:pt x="27" y="527"/>
                </a:lnTo>
                <a:lnTo>
                  <a:pt x="28" y="527"/>
                </a:lnTo>
                <a:lnTo>
                  <a:pt x="28" y="528"/>
                </a:lnTo>
                <a:lnTo>
                  <a:pt x="29" y="528"/>
                </a:lnTo>
                <a:lnTo>
                  <a:pt x="28" y="529"/>
                </a:lnTo>
                <a:lnTo>
                  <a:pt x="28" y="530"/>
                </a:lnTo>
                <a:lnTo>
                  <a:pt x="29" y="530"/>
                </a:lnTo>
                <a:lnTo>
                  <a:pt x="29" y="529"/>
                </a:lnTo>
                <a:lnTo>
                  <a:pt x="30" y="529"/>
                </a:lnTo>
                <a:lnTo>
                  <a:pt x="29" y="529"/>
                </a:lnTo>
                <a:lnTo>
                  <a:pt x="29" y="528"/>
                </a:lnTo>
                <a:lnTo>
                  <a:pt x="29" y="527"/>
                </a:lnTo>
                <a:lnTo>
                  <a:pt x="29" y="526"/>
                </a:lnTo>
                <a:lnTo>
                  <a:pt x="28" y="526"/>
                </a:lnTo>
                <a:lnTo>
                  <a:pt x="29" y="526"/>
                </a:lnTo>
                <a:lnTo>
                  <a:pt x="30" y="525"/>
                </a:lnTo>
                <a:lnTo>
                  <a:pt x="30" y="524"/>
                </a:lnTo>
                <a:lnTo>
                  <a:pt x="30" y="525"/>
                </a:lnTo>
                <a:lnTo>
                  <a:pt x="30" y="524"/>
                </a:lnTo>
                <a:lnTo>
                  <a:pt x="31" y="524"/>
                </a:lnTo>
                <a:lnTo>
                  <a:pt x="31" y="523"/>
                </a:lnTo>
                <a:lnTo>
                  <a:pt x="31" y="522"/>
                </a:lnTo>
                <a:lnTo>
                  <a:pt x="31" y="521"/>
                </a:lnTo>
                <a:lnTo>
                  <a:pt x="30" y="521"/>
                </a:lnTo>
                <a:lnTo>
                  <a:pt x="30" y="520"/>
                </a:lnTo>
                <a:lnTo>
                  <a:pt x="30" y="519"/>
                </a:lnTo>
                <a:lnTo>
                  <a:pt x="29" y="520"/>
                </a:lnTo>
                <a:lnTo>
                  <a:pt x="28" y="520"/>
                </a:lnTo>
                <a:lnTo>
                  <a:pt x="28" y="519"/>
                </a:lnTo>
                <a:lnTo>
                  <a:pt x="28" y="517"/>
                </a:lnTo>
                <a:lnTo>
                  <a:pt x="27" y="517"/>
                </a:lnTo>
                <a:lnTo>
                  <a:pt x="27" y="516"/>
                </a:lnTo>
                <a:lnTo>
                  <a:pt x="28" y="516"/>
                </a:lnTo>
                <a:lnTo>
                  <a:pt x="27" y="516"/>
                </a:lnTo>
                <a:lnTo>
                  <a:pt x="27" y="519"/>
                </a:lnTo>
                <a:lnTo>
                  <a:pt x="26" y="520"/>
                </a:lnTo>
                <a:lnTo>
                  <a:pt x="25" y="520"/>
                </a:lnTo>
                <a:lnTo>
                  <a:pt x="25" y="519"/>
                </a:lnTo>
                <a:lnTo>
                  <a:pt x="25" y="517"/>
                </a:lnTo>
                <a:lnTo>
                  <a:pt x="25" y="516"/>
                </a:lnTo>
                <a:lnTo>
                  <a:pt x="25" y="515"/>
                </a:lnTo>
                <a:lnTo>
                  <a:pt x="25" y="514"/>
                </a:lnTo>
                <a:lnTo>
                  <a:pt x="25" y="513"/>
                </a:lnTo>
                <a:lnTo>
                  <a:pt x="24" y="513"/>
                </a:lnTo>
                <a:lnTo>
                  <a:pt x="24" y="514"/>
                </a:lnTo>
                <a:lnTo>
                  <a:pt x="24" y="515"/>
                </a:lnTo>
                <a:lnTo>
                  <a:pt x="24" y="516"/>
                </a:lnTo>
                <a:lnTo>
                  <a:pt x="24" y="517"/>
                </a:lnTo>
                <a:lnTo>
                  <a:pt x="24" y="519"/>
                </a:lnTo>
                <a:lnTo>
                  <a:pt x="24" y="520"/>
                </a:lnTo>
                <a:lnTo>
                  <a:pt x="23" y="520"/>
                </a:lnTo>
                <a:lnTo>
                  <a:pt x="23" y="519"/>
                </a:lnTo>
                <a:lnTo>
                  <a:pt x="23" y="517"/>
                </a:lnTo>
                <a:lnTo>
                  <a:pt x="23" y="516"/>
                </a:lnTo>
                <a:lnTo>
                  <a:pt x="22" y="516"/>
                </a:lnTo>
                <a:lnTo>
                  <a:pt x="22" y="515"/>
                </a:lnTo>
                <a:lnTo>
                  <a:pt x="22" y="514"/>
                </a:lnTo>
                <a:lnTo>
                  <a:pt x="21" y="514"/>
                </a:lnTo>
                <a:lnTo>
                  <a:pt x="21" y="513"/>
                </a:lnTo>
                <a:lnTo>
                  <a:pt x="20" y="514"/>
                </a:lnTo>
                <a:lnTo>
                  <a:pt x="19" y="514"/>
                </a:lnTo>
                <a:lnTo>
                  <a:pt x="19" y="513"/>
                </a:lnTo>
                <a:lnTo>
                  <a:pt x="18" y="513"/>
                </a:lnTo>
                <a:lnTo>
                  <a:pt x="18" y="512"/>
                </a:lnTo>
                <a:lnTo>
                  <a:pt x="18" y="513"/>
                </a:lnTo>
                <a:lnTo>
                  <a:pt x="17" y="513"/>
                </a:lnTo>
                <a:lnTo>
                  <a:pt x="16" y="513"/>
                </a:lnTo>
                <a:lnTo>
                  <a:pt x="16" y="512"/>
                </a:lnTo>
                <a:lnTo>
                  <a:pt x="15" y="512"/>
                </a:lnTo>
                <a:lnTo>
                  <a:pt x="14" y="512"/>
                </a:lnTo>
                <a:lnTo>
                  <a:pt x="14" y="511"/>
                </a:lnTo>
                <a:lnTo>
                  <a:pt x="14" y="510"/>
                </a:lnTo>
                <a:lnTo>
                  <a:pt x="14" y="509"/>
                </a:lnTo>
                <a:lnTo>
                  <a:pt x="13" y="509"/>
                </a:lnTo>
                <a:lnTo>
                  <a:pt x="14" y="509"/>
                </a:lnTo>
                <a:lnTo>
                  <a:pt x="15" y="508"/>
                </a:lnTo>
                <a:lnTo>
                  <a:pt x="16" y="508"/>
                </a:lnTo>
                <a:lnTo>
                  <a:pt x="16" y="507"/>
                </a:lnTo>
                <a:lnTo>
                  <a:pt x="15" y="507"/>
                </a:lnTo>
                <a:lnTo>
                  <a:pt x="15" y="506"/>
                </a:lnTo>
                <a:lnTo>
                  <a:pt x="15" y="507"/>
                </a:lnTo>
                <a:lnTo>
                  <a:pt x="15" y="508"/>
                </a:lnTo>
                <a:lnTo>
                  <a:pt x="15" y="507"/>
                </a:lnTo>
                <a:lnTo>
                  <a:pt x="15" y="506"/>
                </a:lnTo>
                <a:lnTo>
                  <a:pt x="15" y="505"/>
                </a:lnTo>
                <a:lnTo>
                  <a:pt x="14" y="504"/>
                </a:lnTo>
                <a:lnTo>
                  <a:pt x="14" y="503"/>
                </a:lnTo>
                <a:lnTo>
                  <a:pt x="13" y="502"/>
                </a:lnTo>
                <a:lnTo>
                  <a:pt x="13" y="501"/>
                </a:lnTo>
                <a:lnTo>
                  <a:pt x="12" y="501"/>
                </a:lnTo>
                <a:lnTo>
                  <a:pt x="12" y="500"/>
                </a:lnTo>
                <a:lnTo>
                  <a:pt x="11" y="499"/>
                </a:lnTo>
                <a:lnTo>
                  <a:pt x="10" y="499"/>
                </a:lnTo>
                <a:lnTo>
                  <a:pt x="9" y="499"/>
                </a:lnTo>
                <a:lnTo>
                  <a:pt x="9" y="500"/>
                </a:lnTo>
                <a:lnTo>
                  <a:pt x="8" y="500"/>
                </a:lnTo>
                <a:lnTo>
                  <a:pt x="8" y="499"/>
                </a:lnTo>
                <a:lnTo>
                  <a:pt x="7" y="499"/>
                </a:lnTo>
                <a:lnTo>
                  <a:pt x="8" y="498"/>
                </a:lnTo>
                <a:lnTo>
                  <a:pt x="7" y="498"/>
                </a:lnTo>
                <a:lnTo>
                  <a:pt x="7" y="497"/>
                </a:lnTo>
                <a:lnTo>
                  <a:pt x="7" y="496"/>
                </a:lnTo>
                <a:lnTo>
                  <a:pt x="7" y="495"/>
                </a:lnTo>
                <a:lnTo>
                  <a:pt x="8" y="495"/>
                </a:lnTo>
                <a:lnTo>
                  <a:pt x="9" y="495"/>
                </a:lnTo>
                <a:lnTo>
                  <a:pt x="9" y="494"/>
                </a:lnTo>
                <a:lnTo>
                  <a:pt x="9" y="493"/>
                </a:lnTo>
                <a:lnTo>
                  <a:pt x="10" y="493"/>
                </a:lnTo>
                <a:lnTo>
                  <a:pt x="11" y="493"/>
                </a:lnTo>
                <a:lnTo>
                  <a:pt x="11" y="494"/>
                </a:lnTo>
                <a:lnTo>
                  <a:pt x="12" y="494"/>
                </a:lnTo>
                <a:lnTo>
                  <a:pt x="12" y="495"/>
                </a:lnTo>
                <a:lnTo>
                  <a:pt x="12" y="494"/>
                </a:lnTo>
                <a:lnTo>
                  <a:pt x="13" y="494"/>
                </a:lnTo>
                <a:lnTo>
                  <a:pt x="13" y="493"/>
                </a:lnTo>
                <a:lnTo>
                  <a:pt x="14" y="494"/>
                </a:lnTo>
                <a:lnTo>
                  <a:pt x="14" y="493"/>
                </a:lnTo>
                <a:lnTo>
                  <a:pt x="14" y="492"/>
                </a:lnTo>
                <a:lnTo>
                  <a:pt x="13" y="493"/>
                </a:lnTo>
                <a:lnTo>
                  <a:pt x="13" y="492"/>
                </a:lnTo>
                <a:lnTo>
                  <a:pt x="13" y="491"/>
                </a:lnTo>
                <a:lnTo>
                  <a:pt x="14" y="491"/>
                </a:lnTo>
                <a:lnTo>
                  <a:pt x="14" y="492"/>
                </a:lnTo>
                <a:lnTo>
                  <a:pt x="15" y="492"/>
                </a:lnTo>
                <a:lnTo>
                  <a:pt x="15" y="491"/>
                </a:lnTo>
                <a:lnTo>
                  <a:pt x="14" y="491"/>
                </a:lnTo>
                <a:lnTo>
                  <a:pt x="13" y="491"/>
                </a:lnTo>
                <a:lnTo>
                  <a:pt x="12" y="491"/>
                </a:lnTo>
                <a:lnTo>
                  <a:pt x="12" y="493"/>
                </a:lnTo>
                <a:lnTo>
                  <a:pt x="12" y="494"/>
                </a:lnTo>
                <a:lnTo>
                  <a:pt x="11" y="493"/>
                </a:lnTo>
                <a:lnTo>
                  <a:pt x="10" y="492"/>
                </a:lnTo>
                <a:lnTo>
                  <a:pt x="9" y="491"/>
                </a:lnTo>
                <a:lnTo>
                  <a:pt x="9" y="490"/>
                </a:lnTo>
                <a:lnTo>
                  <a:pt x="8" y="490"/>
                </a:lnTo>
                <a:lnTo>
                  <a:pt x="8" y="489"/>
                </a:lnTo>
                <a:lnTo>
                  <a:pt x="7" y="488"/>
                </a:lnTo>
                <a:lnTo>
                  <a:pt x="8" y="488"/>
                </a:lnTo>
                <a:lnTo>
                  <a:pt x="8" y="487"/>
                </a:lnTo>
                <a:lnTo>
                  <a:pt x="8" y="486"/>
                </a:lnTo>
                <a:lnTo>
                  <a:pt x="9" y="485"/>
                </a:lnTo>
                <a:lnTo>
                  <a:pt x="9" y="484"/>
                </a:lnTo>
                <a:lnTo>
                  <a:pt x="9" y="483"/>
                </a:lnTo>
                <a:lnTo>
                  <a:pt x="9" y="482"/>
                </a:lnTo>
                <a:lnTo>
                  <a:pt x="8" y="481"/>
                </a:lnTo>
                <a:lnTo>
                  <a:pt x="7" y="481"/>
                </a:lnTo>
                <a:lnTo>
                  <a:pt x="7" y="482"/>
                </a:lnTo>
                <a:lnTo>
                  <a:pt x="6" y="482"/>
                </a:lnTo>
                <a:lnTo>
                  <a:pt x="6" y="483"/>
                </a:lnTo>
                <a:lnTo>
                  <a:pt x="5" y="483"/>
                </a:lnTo>
                <a:lnTo>
                  <a:pt x="5" y="482"/>
                </a:lnTo>
                <a:lnTo>
                  <a:pt x="5" y="481"/>
                </a:lnTo>
                <a:lnTo>
                  <a:pt x="4" y="481"/>
                </a:lnTo>
                <a:lnTo>
                  <a:pt x="4" y="480"/>
                </a:lnTo>
                <a:lnTo>
                  <a:pt x="4" y="479"/>
                </a:lnTo>
                <a:lnTo>
                  <a:pt x="3" y="479"/>
                </a:lnTo>
                <a:lnTo>
                  <a:pt x="3" y="478"/>
                </a:lnTo>
                <a:lnTo>
                  <a:pt x="2" y="478"/>
                </a:lnTo>
                <a:lnTo>
                  <a:pt x="2" y="477"/>
                </a:lnTo>
                <a:lnTo>
                  <a:pt x="1" y="476"/>
                </a:lnTo>
                <a:lnTo>
                  <a:pt x="1" y="475"/>
                </a:lnTo>
                <a:lnTo>
                  <a:pt x="1" y="474"/>
                </a:lnTo>
                <a:lnTo>
                  <a:pt x="1" y="473"/>
                </a:lnTo>
                <a:lnTo>
                  <a:pt x="0" y="473"/>
                </a:lnTo>
                <a:lnTo>
                  <a:pt x="0" y="472"/>
                </a:lnTo>
                <a:lnTo>
                  <a:pt x="0" y="471"/>
                </a:lnTo>
                <a:lnTo>
                  <a:pt x="0" y="468"/>
                </a:lnTo>
                <a:lnTo>
                  <a:pt x="0" y="467"/>
                </a:lnTo>
                <a:lnTo>
                  <a:pt x="0" y="466"/>
                </a:lnTo>
                <a:lnTo>
                  <a:pt x="1" y="466"/>
                </a:lnTo>
                <a:lnTo>
                  <a:pt x="1" y="467"/>
                </a:lnTo>
                <a:lnTo>
                  <a:pt x="2" y="466"/>
                </a:lnTo>
                <a:lnTo>
                  <a:pt x="1" y="466"/>
                </a:lnTo>
                <a:lnTo>
                  <a:pt x="1" y="465"/>
                </a:lnTo>
                <a:lnTo>
                  <a:pt x="1" y="464"/>
                </a:lnTo>
                <a:lnTo>
                  <a:pt x="2" y="464"/>
                </a:lnTo>
                <a:lnTo>
                  <a:pt x="2" y="463"/>
                </a:lnTo>
                <a:lnTo>
                  <a:pt x="2" y="462"/>
                </a:lnTo>
                <a:lnTo>
                  <a:pt x="2" y="461"/>
                </a:lnTo>
                <a:lnTo>
                  <a:pt x="2" y="460"/>
                </a:lnTo>
                <a:lnTo>
                  <a:pt x="3" y="461"/>
                </a:lnTo>
                <a:lnTo>
                  <a:pt x="3" y="460"/>
                </a:lnTo>
                <a:lnTo>
                  <a:pt x="3" y="459"/>
                </a:lnTo>
                <a:lnTo>
                  <a:pt x="4" y="458"/>
                </a:lnTo>
                <a:lnTo>
                  <a:pt x="4" y="457"/>
                </a:lnTo>
                <a:lnTo>
                  <a:pt x="4" y="456"/>
                </a:lnTo>
                <a:lnTo>
                  <a:pt x="4" y="455"/>
                </a:lnTo>
                <a:lnTo>
                  <a:pt x="4" y="454"/>
                </a:lnTo>
                <a:lnTo>
                  <a:pt x="3" y="453"/>
                </a:lnTo>
                <a:lnTo>
                  <a:pt x="2" y="452"/>
                </a:lnTo>
                <a:lnTo>
                  <a:pt x="1" y="451"/>
                </a:lnTo>
                <a:lnTo>
                  <a:pt x="1" y="450"/>
                </a:lnTo>
                <a:lnTo>
                  <a:pt x="1" y="449"/>
                </a:lnTo>
                <a:lnTo>
                  <a:pt x="2" y="448"/>
                </a:lnTo>
                <a:lnTo>
                  <a:pt x="3" y="446"/>
                </a:lnTo>
                <a:lnTo>
                  <a:pt x="4" y="445"/>
                </a:lnTo>
                <a:lnTo>
                  <a:pt x="5" y="444"/>
                </a:lnTo>
                <a:lnTo>
                  <a:pt x="5" y="443"/>
                </a:lnTo>
                <a:lnTo>
                  <a:pt x="6" y="443"/>
                </a:lnTo>
                <a:lnTo>
                  <a:pt x="6" y="442"/>
                </a:lnTo>
                <a:lnTo>
                  <a:pt x="7" y="442"/>
                </a:lnTo>
                <a:lnTo>
                  <a:pt x="7" y="443"/>
                </a:lnTo>
                <a:lnTo>
                  <a:pt x="7" y="444"/>
                </a:lnTo>
                <a:lnTo>
                  <a:pt x="7" y="445"/>
                </a:lnTo>
                <a:lnTo>
                  <a:pt x="8" y="445"/>
                </a:lnTo>
                <a:lnTo>
                  <a:pt x="8" y="446"/>
                </a:lnTo>
                <a:lnTo>
                  <a:pt x="9" y="446"/>
                </a:lnTo>
                <a:lnTo>
                  <a:pt x="8" y="445"/>
                </a:lnTo>
                <a:lnTo>
                  <a:pt x="7" y="445"/>
                </a:lnTo>
                <a:lnTo>
                  <a:pt x="8" y="445"/>
                </a:lnTo>
                <a:lnTo>
                  <a:pt x="8" y="444"/>
                </a:lnTo>
                <a:lnTo>
                  <a:pt x="7" y="444"/>
                </a:lnTo>
                <a:lnTo>
                  <a:pt x="7" y="443"/>
                </a:lnTo>
                <a:lnTo>
                  <a:pt x="8" y="442"/>
                </a:lnTo>
                <a:lnTo>
                  <a:pt x="9" y="441"/>
                </a:lnTo>
                <a:lnTo>
                  <a:pt x="9" y="440"/>
                </a:lnTo>
                <a:lnTo>
                  <a:pt x="10" y="440"/>
                </a:lnTo>
                <a:lnTo>
                  <a:pt x="10" y="439"/>
                </a:lnTo>
                <a:lnTo>
                  <a:pt x="10" y="438"/>
                </a:lnTo>
                <a:lnTo>
                  <a:pt x="10" y="436"/>
                </a:lnTo>
                <a:lnTo>
                  <a:pt x="10" y="435"/>
                </a:lnTo>
                <a:lnTo>
                  <a:pt x="9" y="434"/>
                </a:lnTo>
                <a:lnTo>
                  <a:pt x="9" y="433"/>
                </a:lnTo>
                <a:lnTo>
                  <a:pt x="10" y="434"/>
                </a:lnTo>
                <a:lnTo>
                  <a:pt x="10" y="433"/>
                </a:lnTo>
                <a:lnTo>
                  <a:pt x="10" y="431"/>
                </a:lnTo>
                <a:lnTo>
                  <a:pt x="10" y="430"/>
                </a:lnTo>
                <a:lnTo>
                  <a:pt x="10" y="429"/>
                </a:lnTo>
                <a:lnTo>
                  <a:pt x="10" y="428"/>
                </a:lnTo>
                <a:lnTo>
                  <a:pt x="9" y="428"/>
                </a:lnTo>
                <a:lnTo>
                  <a:pt x="9" y="427"/>
                </a:lnTo>
                <a:lnTo>
                  <a:pt x="8" y="427"/>
                </a:lnTo>
                <a:lnTo>
                  <a:pt x="8" y="426"/>
                </a:lnTo>
                <a:lnTo>
                  <a:pt x="9" y="426"/>
                </a:lnTo>
                <a:lnTo>
                  <a:pt x="10" y="425"/>
                </a:lnTo>
                <a:lnTo>
                  <a:pt x="10" y="426"/>
                </a:lnTo>
                <a:lnTo>
                  <a:pt x="10" y="427"/>
                </a:lnTo>
                <a:lnTo>
                  <a:pt x="11" y="427"/>
                </a:lnTo>
                <a:lnTo>
                  <a:pt x="11" y="428"/>
                </a:lnTo>
                <a:lnTo>
                  <a:pt x="12" y="428"/>
                </a:lnTo>
                <a:lnTo>
                  <a:pt x="12" y="427"/>
                </a:lnTo>
                <a:lnTo>
                  <a:pt x="11" y="427"/>
                </a:lnTo>
                <a:lnTo>
                  <a:pt x="12" y="427"/>
                </a:lnTo>
                <a:lnTo>
                  <a:pt x="12" y="426"/>
                </a:lnTo>
                <a:lnTo>
                  <a:pt x="13" y="426"/>
                </a:lnTo>
                <a:lnTo>
                  <a:pt x="14" y="426"/>
                </a:lnTo>
                <a:lnTo>
                  <a:pt x="15" y="426"/>
                </a:lnTo>
                <a:lnTo>
                  <a:pt x="16" y="426"/>
                </a:lnTo>
                <a:lnTo>
                  <a:pt x="18" y="425"/>
                </a:lnTo>
                <a:lnTo>
                  <a:pt x="21" y="425"/>
                </a:lnTo>
                <a:lnTo>
                  <a:pt x="22" y="425"/>
                </a:lnTo>
                <a:lnTo>
                  <a:pt x="23" y="425"/>
                </a:lnTo>
                <a:lnTo>
                  <a:pt x="22" y="424"/>
                </a:lnTo>
                <a:lnTo>
                  <a:pt x="21" y="424"/>
                </a:lnTo>
                <a:lnTo>
                  <a:pt x="21" y="422"/>
                </a:lnTo>
                <a:lnTo>
                  <a:pt x="22" y="422"/>
                </a:lnTo>
                <a:lnTo>
                  <a:pt x="22" y="420"/>
                </a:lnTo>
                <a:lnTo>
                  <a:pt x="22" y="419"/>
                </a:lnTo>
                <a:lnTo>
                  <a:pt x="23" y="419"/>
                </a:lnTo>
                <a:lnTo>
                  <a:pt x="24" y="418"/>
                </a:lnTo>
                <a:lnTo>
                  <a:pt x="24" y="417"/>
                </a:lnTo>
                <a:lnTo>
                  <a:pt x="24" y="418"/>
                </a:lnTo>
                <a:lnTo>
                  <a:pt x="23" y="418"/>
                </a:lnTo>
                <a:lnTo>
                  <a:pt x="23" y="417"/>
                </a:lnTo>
                <a:lnTo>
                  <a:pt x="23" y="416"/>
                </a:lnTo>
                <a:lnTo>
                  <a:pt x="22" y="417"/>
                </a:lnTo>
                <a:lnTo>
                  <a:pt x="22" y="416"/>
                </a:lnTo>
                <a:lnTo>
                  <a:pt x="22" y="415"/>
                </a:lnTo>
                <a:lnTo>
                  <a:pt x="22" y="414"/>
                </a:lnTo>
                <a:lnTo>
                  <a:pt x="23" y="414"/>
                </a:lnTo>
                <a:lnTo>
                  <a:pt x="22" y="414"/>
                </a:lnTo>
                <a:lnTo>
                  <a:pt x="22" y="415"/>
                </a:lnTo>
                <a:lnTo>
                  <a:pt x="21" y="415"/>
                </a:lnTo>
                <a:lnTo>
                  <a:pt x="19" y="415"/>
                </a:lnTo>
                <a:lnTo>
                  <a:pt x="18" y="416"/>
                </a:lnTo>
                <a:lnTo>
                  <a:pt x="15" y="416"/>
                </a:lnTo>
                <a:lnTo>
                  <a:pt x="14" y="415"/>
                </a:lnTo>
                <a:lnTo>
                  <a:pt x="13" y="415"/>
                </a:lnTo>
                <a:lnTo>
                  <a:pt x="13" y="414"/>
                </a:lnTo>
                <a:lnTo>
                  <a:pt x="12" y="414"/>
                </a:lnTo>
                <a:lnTo>
                  <a:pt x="11" y="413"/>
                </a:lnTo>
                <a:lnTo>
                  <a:pt x="12" y="413"/>
                </a:lnTo>
                <a:lnTo>
                  <a:pt x="12" y="411"/>
                </a:lnTo>
                <a:lnTo>
                  <a:pt x="12" y="410"/>
                </a:lnTo>
                <a:lnTo>
                  <a:pt x="11" y="410"/>
                </a:lnTo>
                <a:lnTo>
                  <a:pt x="11" y="409"/>
                </a:lnTo>
                <a:lnTo>
                  <a:pt x="11" y="408"/>
                </a:lnTo>
                <a:lnTo>
                  <a:pt x="12" y="408"/>
                </a:lnTo>
                <a:lnTo>
                  <a:pt x="12" y="407"/>
                </a:lnTo>
                <a:lnTo>
                  <a:pt x="11" y="407"/>
                </a:lnTo>
                <a:lnTo>
                  <a:pt x="10" y="407"/>
                </a:lnTo>
                <a:lnTo>
                  <a:pt x="10" y="406"/>
                </a:lnTo>
                <a:lnTo>
                  <a:pt x="9" y="406"/>
                </a:lnTo>
                <a:lnTo>
                  <a:pt x="9" y="405"/>
                </a:lnTo>
                <a:lnTo>
                  <a:pt x="9" y="404"/>
                </a:lnTo>
                <a:lnTo>
                  <a:pt x="10" y="404"/>
                </a:lnTo>
                <a:lnTo>
                  <a:pt x="10" y="403"/>
                </a:lnTo>
                <a:lnTo>
                  <a:pt x="9" y="403"/>
                </a:lnTo>
                <a:lnTo>
                  <a:pt x="9" y="404"/>
                </a:lnTo>
                <a:lnTo>
                  <a:pt x="9" y="403"/>
                </a:lnTo>
                <a:lnTo>
                  <a:pt x="8" y="403"/>
                </a:lnTo>
                <a:lnTo>
                  <a:pt x="8" y="404"/>
                </a:lnTo>
                <a:lnTo>
                  <a:pt x="8" y="403"/>
                </a:lnTo>
                <a:lnTo>
                  <a:pt x="8" y="402"/>
                </a:lnTo>
                <a:lnTo>
                  <a:pt x="7" y="401"/>
                </a:lnTo>
                <a:lnTo>
                  <a:pt x="7" y="400"/>
                </a:lnTo>
                <a:lnTo>
                  <a:pt x="7" y="398"/>
                </a:lnTo>
                <a:lnTo>
                  <a:pt x="8" y="398"/>
                </a:lnTo>
                <a:lnTo>
                  <a:pt x="8" y="397"/>
                </a:lnTo>
                <a:lnTo>
                  <a:pt x="8" y="396"/>
                </a:lnTo>
                <a:lnTo>
                  <a:pt x="9" y="395"/>
                </a:lnTo>
                <a:lnTo>
                  <a:pt x="9" y="394"/>
                </a:lnTo>
                <a:lnTo>
                  <a:pt x="9" y="393"/>
                </a:lnTo>
                <a:lnTo>
                  <a:pt x="10" y="393"/>
                </a:lnTo>
                <a:lnTo>
                  <a:pt x="10" y="394"/>
                </a:lnTo>
                <a:lnTo>
                  <a:pt x="11" y="396"/>
                </a:lnTo>
                <a:lnTo>
                  <a:pt x="11" y="397"/>
                </a:lnTo>
                <a:lnTo>
                  <a:pt x="12" y="397"/>
                </a:lnTo>
                <a:lnTo>
                  <a:pt x="12" y="396"/>
                </a:lnTo>
                <a:lnTo>
                  <a:pt x="13" y="396"/>
                </a:lnTo>
                <a:lnTo>
                  <a:pt x="14" y="396"/>
                </a:lnTo>
                <a:lnTo>
                  <a:pt x="15" y="396"/>
                </a:lnTo>
                <a:lnTo>
                  <a:pt x="16" y="396"/>
                </a:lnTo>
                <a:lnTo>
                  <a:pt x="17" y="395"/>
                </a:lnTo>
                <a:lnTo>
                  <a:pt x="18" y="395"/>
                </a:lnTo>
                <a:lnTo>
                  <a:pt x="19" y="395"/>
                </a:lnTo>
                <a:lnTo>
                  <a:pt x="21" y="395"/>
                </a:lnTo>
                <a:lnTo>
                  <a:pt x="22" y="393"/>
                </a:lnTo>
                <a:lnTo>
                  <a:pt x="22" y="392"/>
                </a:lnTo>
                <a:lnTo>
                  <a:pt x="22" y="391"/>
                </a:lnTo>
                <a:lnTo>
                  <a:pt x="22" y="392"/>
                </a:lnTo>
                <a:lnTo>
                  <a:pt x="21" y="391"/>
                </a:lnTo>
                <a:lnTo>
                  <a:pt x="22" y="389"/>
                </a:lnTo>
                <a:lnTo>
                  <a:pt x="23" y="389"/>
                </a:lnTo>
                <a:lnTo>
                  <a:pt x="23" y="390"/>
                </a:lnTo>
                <a:lnTo>
                  <a:pt x="23" y="389"/>
                </a:lnTo>
                <a:lnTo>
                  <a:pt x="23" y="388"/>
                </a:lnTo>
                <a:lnTo>
                  <a:pt x="23" y="387"/>
                </a:lnTo>
                <a:lnTo>
                  <a:pt x="23" y="386"/>
                </a:lnTo>
                <a:lnTo>
                  <a:pt x="24" y="387"/>
                </a:lnTo>
                <a:lnTo>
                  <a:pt x="25" y="386"/>
                </a:lnTo>
                <a:lnTo>
                  <a:pt x="24" y="386"/>
                </a:lnTo>
                <a:lnTo>
                  <a:pt x="24" y="385"/>
                </a:lnTo>
                <a:lnTo>
                  <a:pt x="24" y="384"/>
                </a:lnTo>
                <a:lnTo>
                  <a:pt x="24" y="383"/>
                </a:lnTo>
                <a:lnTo>
                  <a:pt x="24" y="382"/>
                </a:lnTo>
                <a:lnTo>
                  <a:pt x="24" y="381"/>
                </a:lnTo>
                <a:lnTo>
                  <a:pt x="24" y="378"/>
                </a:lnTo>
                <a:lnTo>
                  <a:pt x="25" y="378"/>
                </a:lnTo>
                <a:lnTo>
                  <a:pt x="25" y="377"/>
                </a:lnTo>
                <a:lnTo>
                  <a:pt x="25" y="376"/>
                </a:lnTo>
                <a:lnTo>
                  <a:pt x="25" y="375"/>
                </a:lnTo>
                <a:lnTo>
                  <a:pt x="26" y="374"/>
                </a:lnTo>
                <a:lnTo>
                  <a:pt x="27" y="374"/>
                </a:lnTo>
                <a:lnTo>
                  <a:pt x="27" y="373"/>
                </a:lnTo>
                <a:lnTo>
                  <a:pt x="28" y="373"/>
                </a:lnTo>
                <a:lnTo>
                  <a:pt x="29" y="372"/>
                </a:lnTo>
                <a:lnTo>
                  <a:pt x="30" y="371"/>
                </a:lnTo>
                <a:lnTo>
                  <a:pt x="30" y="372"/>
                </a:lnTo>
                <a:lnTo>
                  <a:pt x="31" y="372"/>
                </a:lnTo>
                <a:lnTo>
                  <a:pt x="32" y="373"/>
                </a:lnTo>
                <a:lnTo>
                  <a:pt x="33" y="372"/>
                </a:lnTo>
                <a:lnTo>
                  <a:pt x="33" y="373"/>
                </a:lnTo>
                <a:lnTo>
                  <a:pt x="34" y="373"/>
                </a:lnTo>
                <a:lnTo>
                  <a:pt x="34" y="374"/>
                </a:lnTo>
                <a:lnTo>
                  <a:pt x="35" y="374"/>
                </a:lnTo>
                <a:lnTo>
                  <a:pt x="36" y="374"/>
                </a:lnTo>
                <a:lnTo>
                  <a:pt x="37" y="373"/>
                </a:lnTo>
                <a:lnTo>
                  <a:pt x="38" y="373"/>
                </a:lnTo>
                <a:lnTo>
                  <a:pt x="38" y="372"/>
                </a:lnTo>
                <a:lnTo>
                  <a:pt x="38" y="371"/>
                </a:lnTo>
                <a:lnTo>
                  <a:pt x="39" y="371"/>
                </a:lnTo>
                <a:lnTo>
                  <a:pt x="39" y="372"/>
                </a:lnTo>
                <a:lnTo>
                  <a:pt x="39" y="373"/>
                </a:lnTo>
                <a:lnTo>
                  <a:pt x="40" y="373"/>
                </a:lnTo>
                <a:lnTo>
                  <a:pt x="40" y="372"/>
                </a:lnTo>
                <a:lnTo>
                  <a:pt x="39" y="372"/>
                </a:lnTo>
                <a:lnTo>
                  <a:pt x="39" y="371"/>
                </a:lnTo>
                <a:lnTo>
                  <a:pt x="41" y="369"/>
                </a:lnTo>
                <a:lnTo>
                  <a:pt x="42" y="369"/>
                </a:lnTo>
                <a:lnTo>
                  <a:pt x="42" y="370"/>
                </a:lnTo>
                <a:lnTo>
                  <a:pt x="42" y="371"/>
                </a:lnTo>
                <a:lnTo>
                  <a:pt x="43" y="371"/>
                </a:lnTo>
                <a:lnTo>
                  <a:pt x="43" y="370"/>
                </a:lnTo>
                <a:lnTo>
                  <a:pt x="45" y="370"/>
                </a:lnTo>
                <a:lnTo>
                  <a:pt x="46" y="370"/>
                </a:lnTo>
                <a:lnTo>
                  <a:pt x="47" y="370"/>
                </a:lnTo>
                <a:lnTo>
                  <a:pt x="48" y="370"/>
                </a:lnTo>
                <a:lnTo>
                  <a:pt x="49" y="370"/>
                </a:lnTo>
                <a:lnTo>
                  <a:pt x="49" y="371"/>
                </a:lnTo>
                <a:lnTo>
                  <a:pt x="50" y="371"/>
                </a:lnTo>
                <a:lnTo>
                  <a:pt x="51" y="372"/>
                </a:lnTo>
                <a:lnTo>
                  <a:pt x="53" y="371"/>
                </a:lnTo>
                <a:lnTo>
                  <a:pt x="54" y="371"/>
                </a:lnTo>
                <a:lnTo>
                  <a:pt x="54" y="370"/>
                </a:lnTo>
                <a:lnTo>
                  <a:pt x="55" y="370"/>
                </a:lnTo>
                <a:lnTo>
                  <a:pt x="56" y="370"/>
                </a:lnTo>
                <a:lnTo>
                  <a:pt x="56" y="368"/>
                </a:lnTo>
                <a:lnTo>
                  <a:pt x="57" y="368"/>
                </a:lnTo>
                <a:lnTo>
                  <a:pt x="57" y="369"/>
                </a:lnTo>
                <a:lnTo>
                  <a:pt x="58" y="369"/>
                </a:lnTo>
                <a:lnTo>
                  <a:pt x="58" y="370"/>
                </a:lnTo>
                <a:lnTo>
                  <a:pt x="59" y="370"/>
                </a:lnTo>
                <a:lnTo>
                  <a:pt x="60" y="371"/>
                </a:lnTo>
                <a:lnTo>
                  <a:pt x="61" y="371"/>
                </a:lnTo>
                <a:lnTo>
                  <a:pt x="62" y="371"/>
                </a:lnTo>
                <a:lnTo>
                  <a:pt x="63" y="371"/>
                </a:lnTo>
                <a:lnTo>
                  <a:pt x="64" y="371"/>
                </a:lnTo>
                <a:lnTo>
                  <a:pt x="64" y="370"/>
                </a:lnTo>
                <a:lnTo>
                  <a:pt x="65" y="371"/>
                </a:lnTo>
                <a:lnTo>
                  <a:pt x="65" y="370"/>
                </a:lnTo>
                <a:lnTo>
                  <a:pt x="65" y="369"/>
                </a:lnTo>
                <a:lnTo>
                  <a:pt x="66" y="369"/>
                </a:lnTo>
                <a:lnTo>
                  <a:pt x="65" y="368"/>
                </a:lnTo>
                <a:lnTo>
                  <a:pt x="65" y="367"/>
                </a:lnTo>
                <a:lnTo>
                  <a:pt x="65" y="366"/>
                </a:lnTo>
                <a:lnTo>
                  <a:pt x="64" y="366"/>
                </a:lnTo>
                <a:lnTo>
                  <a:pt x="63" y="366"/>
                </a:lnTo>
                <a:lnTo>
                  <a:pt x="64" y="365"/>
                </a:lnTo>
                <a:lnTo>
                  <a:pt x="65" y="365"/>
                </a:lnTo>
                <a:lnTo>
                  <a:pt x="65" y="364"/>
                </a:lnTo>
                <a:lnTo>
                  <a:pt x="64" y="363"/>
                </a:lnTo>
                <a:lnTo>
                  <a:pt x="64" y="362"/>
                </a:lnTo>
                <a:lnTo>
                  <a:pt x="63" y="362"/>
                </a:lnTo>
                <a:lnTo>
                  <a:pt x="63" y="363"/>
                </a:lnTo>
                <a:lnTo>
                  <a:pt x="62" y="362"/>
                </a:lnTo>
                <a:lnTo>
                  <a:pt x="62" y="361"/>
                </a:lnTo>
                <a:lnTo>
                  <a:pt x="62" y="360"/>
                </a:lnTo>
                <a:lnTo>
                  <a:pt x="62" y="359"/>
                </a:lnTo>
                <a:lnTo>
                  <a:pt x="62" y="358"/>
                </a:lnTo>
                <a:lnTo>
                  <a:pt x="62" y="357"/>
                </a:lnTo>
                <a:lnTo>
                  <a:pt x="61" y="356"/>
                </a:lnTo>
                <a:lnTo>
                  <a:pt x="61" y="355"/>
                </a:lnTo>
                <a:lnTo>
                  <a:pt x="62" y="355"/>
                </a:lnTo>
                <a:lnTo>
                  <a:pt x="62" y="354"/>
                </a:lnTo>
                <a:lnTo>
                  <a:pt x="62" y="353"/>
                </a:lnTo>
                <a:lnTo>
                  <a:pt x="62" y="352"/>
                </a:lnTo>
                <a:lnTo>
                  <a:pt x="62" y="351"/>
                </a:lnTo>
                <a:lnTo>
                  <a:pt x="62" y="350"/>
                </a:lnTo>
                <a:lnTo>
                  <a:pt x="61" y="350"/>
                </a:lnTo>
                <a:lnTo>
                  <a:pt x="61" y="349"/>
                </a:lnTo>
                <a:lnTo>
                  <a:pt x="62" y="349"/>
                </a:lnTo>
                <a:lnTo>
                  <a:pt x="63" y="349"/>
                </a:lnTo>
                <a:lnTo>
                  <a:pt x="63" y="347"/>
                </a:lnTo>
                <a:lnTo>
                  <a:pt x="63" y="346"/>
                </a:lnTo>
                <a:lnTo>
                  <a:pt x="62" y="346"/>
                </a:lnTo>
                <a:lnTo>
                  <a:pt x="61" y="346"/>
                </a:lnTo>
                <a:lnTo>
                  <a:pt x="61" y="345"/>
                </a:lnTo>
                <a:lnTo>
                  <a:pt x="60" y="345"/>
                </a:lnTo>
                <a:lnTo>
                  <a:pt x="59" y="344"/>
                </a:lnTo>
                <a:lnTo>
                  <a:pt x="59" y="343"/>
                </a:lnTo>
                <a:lnTo>
                  <a:pt x="59" y="342"/>
                </a:lnTo>
                <a:lnTo>
                  <a:pt x="60" y="342"/>
                </a:lnTo>
                <a:lnTo>
                  <a:pt x="61" y="341"/>
                </a:lnTo>
                <a:lnTo>
                  <a:pt x="61" y="339"/>
                </a:lnTo>
                <a:lnTo>
                  <a:pt x="62" y="340"/>
                </a:lnTo>
                <a:lnTo>
                  <a:pt x="64" y="342"/>
                </a:lnTo>
                <a:lnTo>
                  <a:pt x="64" y="343"/>
                </a:lnTo>
                <a:lnTo>
                  <a:pt x="65" y="342"/>
                </a:lnTo>
                <a:lnTo>
                  <a:pt x="65" y="341"/>
                </a:lnTo>
                <a:lnTo>
                  <a:pt x="66" y="340"/>
                </a:lnTo>
                <a:lnTo>
                  <a:pt x="67" y="340"/>
                </a:lnTo>
                <a:lnTo>
                  <a:pt x="67" y="339"/>
                </a:lnTo>
                <a:lnTo>
                  <a:pt x="67" y="338"/>
                </a:lnTo>
                <a:lnTo>
                  <a:pt x="68" y="338"/>
                </a:lnTo>
                <a:lnTo>
                  <a:pt x="69" y="338"/>
                </a:lnTo>
                <a:lnTo>
                  <a:pt x="70" y="340"/>
                </a:lnTo>
                <a:lnTo>
                  <a:pt x="71" y="340"/>
                </a:lnTo>
                <a:lnTo>
                  <a:pt x="71" y="341"/>
                </a:lnTo>
                <a:lnTo>
                  <a:pt x="72" y="342"/>
                </a:lnTo>
                <a:lnTo>
                  <a:pt x="73" y="343"/>
                </a:lnTo>
                <a:lnTo>
                  <a:pt x="73" y="344"/>
                </a:lnTo>
                <a:lnTo>
                  <a:pt x="74" y="345"/>
                </a:lnTo>
                <a:lnTo>
                  <a:pt x="75" y="345"/>
                </a:lnTo>
                <a:lnTo>
                  <a:pt x="76" y="344"/>
                </a:lnTo>
                <a:lnTo>
                  <a:pt x="77" y="344"/>
                </a:lnTo>
                <a:lnTo>
                  <a:pt x="78" y="343"/>
                </a:lnTo>
                <a:lnTo>
                  <a:pt x="77" y="343"/>
                </a:lnTo>
                <a:lnTo>
                  <a:pt x="78" y="342"/>
                </a:lnTo>
                <a:lnTo>
                  <a:pt x="79" y="341"/>
                </a:lnTo>
                <a:lnTo>
                  <a:pt x="79" y="340"/>
                </a:lnTo>
                <a:lnTo>
                  <a:pt x="80" y="340"/>
                </a:lnTo>
                <a:lnTo>
                  <a:pt x="80" y="339"/>
                </a:lnTo>
                <a:lnTo>
                  <a:pt x="81" y="339"/>
                </a:lnTo>
                <a:lnTo>
                  <a:pt x="81" y="340"/>
                </a:lnTo>
                <a:lnTo>
                  <a:pt x="82" y="340"/>
                </a:lnTo>
                <a:lnTo>
                  <a:pt x="83" y="340"/>
                </a:lnTo>
                <a:lnTo>
                  <a:pt x="84" y="340"/>
                </a:lnTo>
                <a:lnTo>
                  <a:pt x="84" y="341"/>
                </a:lnTo>
                <a:lnTo>
                  <a:pt x="84" y="342"/>
                </a:lnTo>
                <a:lnTo>
                  <a:pt x="84" y="343"/>
                </a:lnTo>
                <a:lnTo>
                  <a:pt x="85" y="343"/>
                </a:lnTo>
                <a:lnTo>
                  <a:pt x="86" y="343"/>
                </a:lnTo>
                <a:lnTo>
                  <a:pt x="86" y="344"/>
                </a:lnTo>
                <a:lnTo>
                  <a:pt x="87" y="344"/>
                </a:lnTo>
                <a:lnTo>
                  <a:pt x="88" y="344"/>
                </a:lnTo>
                <a:lnTo>
                  <a:pt x="88" y="343"/>
                </a:lnTo>
                <a:lnTo>
                  <a:pt x="89" y="342"/>
                </a:lnTo>
                <a:lnTo>
                  <a:pt x="91" y="342"/>
                </a:lnTo>
                <a:lnTo>
                  <a:pt x="91" y="341"/>
                </a:lnTo>
                <a:lnTo>
                  <a:pt x="91" y="340"/>
                </a:lnTo>
                <a:lnTo>
                  <a:pt x="90" y="339"/>
                </a:lnTo>
                <a:lnTo>
                  <a:pt x="89" y="339"/>
                </a:lnTo>
                <a:lnTo>
                  <a:pt x="89" y="337"/>
                </a:lnTo>
                <a:lnTo>
                  <a:pt x="88" y="336"/>
                </a:lnTo>
                <a:lnTo>
                  <a:pt x="89" y="335"/>
                </a:lnTo>
                <a:lnTo>
                  <a:pt x="89" y="334"/>
                </a:lnTo>
                <a:lnTo>
                  <a:pt x="90" y="334"/>
                </a:lnTo>
                <a:lnTo>
                  <a:pt x="92" y="334"/>
                </a:lnTo>
                <a:lnTo>
                  <a:pt x="92" y="333"/>
                </a:lnTo>
                <a:lnTo>
                  <a:pt x="92" y="332"/>
                </a:lnTo>
                <a:lnTo>
                  <a:pt x="93" y="331"/>
                </a:lnTo>
                <a:lnTo>
                  <a:pt x="94" y="332"/>
                </a:lnTo>
                <a:lnTo>
                  <a:pt x="94" y="331"/>
                </a:lnTo>
                <a:lnTo>
                  <a:pt x="94" y="330"/>
                </a:lnTo>
                <a:lnTo>
                  <a:pt x="95" y="329"/>
                </a:lnTo>
                <a:lnTo>
                  <a:pt x="96" y="329"/>
                </a:lnTo>
                <a:lnTo>
                  <a:pt x="96" y="330"/>
                </a:lnTo>
                <a:lnTo>
                  <a:pt x="98" y="331"/>
                </a:lnTo>
                <a:lnTo>
                  <a:pt x="100" y="331"/>
                </a:lnTo>
                <a:lnTo>
                  <a:pt x="101" y="330"/>
                </a:lnTo>
                <a:lnTo>
                  <a:pt x="101" y="329"/>
                </a:lnTo>
                <a:lnTo>
                  <a:pt x="100" y="329"/>
                </a:lnTo>
                <a:lnTo>
                  <a:pt x="100" y="328"/>
                </a:lnTo>
                <a:lnTo>
                  <a:pt x="99" y="327"/>
                </a:lnTo>
                <a:lnTo>
                  <a:pt x="99" y="326"/>
                </a:lnTo>
                <a:lnTo>
                  <a:pt x="98" y="326"/>
                </a:lnTo>
                <a:lnTo>
                  <a:pt x="97" y="325"/>
                </a:lnTo>
                <a:lnTo>
                  <a:pt x="97" y="324"/>
                </a:lnTo>
                <a:lnTo>
                  <a:pt x="97" y="323"/>
                </a:lnTo>
                <a:lnTo>
                  <a:pt x="97" y="322"/>
                </a:lnTo>
                <a:lnTo>
                  <a:pt x="96" y="322"/>
                </a:lnTo>
                <a:lnTo>
                  <a:pt x="95" y="322"/>
                </a:lnTo>
                <a:lnTo>
                  <a:pt x="94" y="322"/>
                </a:lnTo>
                <a:lnTo>
                  <a:pt x="94" y="321"/>
                </a:lnTo>
                <a:lnTo>
                  <a:pt x="94" y="320"/>
                </a:lnTo>
                <a:lnTo>
                  <a:pt x="94" y="319"/>
                </a:lnTo>
                <a:lnTo>
                  <a:pt x="94" y="318"/>
                </a:lnTo>
                <a:lnTo>
                  <a:pt x="94" y="317"/>
                </a:lnTo>
                <a:lnTo>
                  <a:pt x="94" y="315"/>
                </a:lnTo>
                <a:lnTo>
                  <a:pt x="94" y="314"/>
                </a:lnTo>
                <a:lnTo>
                  <a:pt x="93" y="313"/>
                </a:lnTo>
                <a:lnTo>
                  <a:pt x="93" y="314"/>
                </a:lnTo>
                <a:lnTo>
                  <a:pt x="92" y="314"/>
                </a:lnTo>
                <a:lnTo>
                  <a:pt x="92" y="313"/>
                </a:lnTo>
                <a:lnTo>
                  <a:pt x="92" y="312"/>
                </a:lnTo>
                <a:lnTo>
                  <a:pt x="91" y="311"/>
                </a:lnTo>
                <a:lnTo>
                  <a:pt x="92" y="310"/>
                </a:lnTo>
                <a:lnTo>
                  <a:pt x="93" y="311"/>
                </a:lnTo>
                <a:lnTo>
                  <a:pt x="94" y="312"/>
                </a:lnTo>
                <a:lnTo>
                  <a:pt x="95" y="312"/>
                </a:lnTo>
                <a:lnTo>
                  <a:pt x="96" y="312"/>
                </a:lnTo>
                <a:lnTo>
                  <a:pt x="97" y="312"/>
                </a:lnTo>
                <a:lnTo>
                  <a:pt x="97" y="310"/>
                </a:lnTo>
                <a:lnTo>
                  <a:pt x="96" y="309"/>
                </a:lnTo>
                <a:lnTo>
                  <a:pt x="96" y="308"/>
                </a:lnTo>
                <a:lnTo>
                  <a:pt x="97" y="307"/>
                </a:lnTo>
                <a:lnTo>
                  <a:pt x="98" y="306"/>
                </a:lnTo>
                <a:lnTo>
                  <a:pt x="99" y="306"/>
                </a:lnTo>
                <a:lnTo>
                  <a:pt x="98" y="305"/>
                </a:lnTo>
                <a:lnTo>
                  <a:pt x="98" y="304"/>
                </a:lnTo>
                <a:lnTo>
                  <a:pt x="98" y="303"/>
                </a:lnTo>
                <a:lnTo>
                  <a:pt x="97" y="302"/>
                </a:lnTo>
                <a:lnTo>
                  <a:pt x="98" y="302"/>
                </a:lnTo>
                <a:lnTo>
                  <a:pt x="99" y="302"/>
                </a:lnTo>
                <a:lnTo>
                  <a:pt x="99" y="301"/>
                </a:lnTo>
                <a:lnTo>
                  <a:pt x="98" y="300"/>
                </a:lnTo>
                <a:lnTo>
                  <a:pt x="98" y="299"/>
                </a:lnTo>
                <a:lnTo>
                  <a:pt x="99" y="299"/>
                </a:lnTo>
                <a:lnTo>
                  <a:pt x="100" y="299"/>
                </a:lnTo>
                <a:lnTo>
                  <a:pt x="101" y="301"/>
                </a:lnTo>
                <a:lnTo>
                  <a:pt x="102" y="301"/>
                </a:lnTo>
                <a:lnTo>
                  <a:pt x="102" y="302"/>
                </a:lnTo>
                <a:lnTo>
                  <a:pt x="103" y="302"/>
                </a:lnTo>
                <a:lnTo>
                  <a:pt x="103" y="301"/>
                </a:lnTo>
                <a:lnTo>
                  <a:pt x="103" y="300"/>
                </a:lnTo>
                <a:lnTo>
                  <a:pt x="104" y="300"/>
                </a:lnTo>
                <a:lnTo>
                  <a:pt x="105" y="300"/>
                </a:lnTo>
                <a:lnTo>
                  <a:pt x="105" y="299"/>
                </a:lnTo>
                <a:lnTo>
                  <a:pt x="106" y="299"/>
                </a:lnTo>
                <a:lnTo>
                  <a:pt x="106" y="300"/>
                </a:lnTo>
                <a:lnTo>
                  <a:pt x="107" y="300"/>
                </a:lnTo>
                <a:lnTo>
                  <a:pt x="107" y="299"/>
                </a:lnTo>
                <a:lnTo>
                  <a:pt x="108" y="299"/>
                </a:lnTo>
                <a:lnTo>
                  <a:pt x="109" y="300"/>
                </a:lnTo>
                <a:lnTo>
                  <a:pt x="110" y="299"/>
                </a:lnTo>
                <a:lnTo>
                  <a:pt x="111" y="299"/>
                </a:lnTo>
                <a:lnTo>
                  <a:pt x="111" y="298"/>
                </a:lnTo>
                <a:lnTo>
                  <a:pt x="111" y="297"/>
                </a:lnTo>
                <a:lnTo>
                  <a:pt x="110" y="297"/>
                </a:lnTo>
                <a:lnTo>
                  <a:pt x="111" y="297"/>
                </a:lnTo>
                <a:lnTo>
                  <a:pt x="111" y="296"/>
                </a:lnTo>
                <a:lnTo>
                  <a:pt x="111" y="297"/>
                </a:lnTo>
                <a:lnTo>
                  <a:pt x="112" y="297"/>
                </a:lnTo>
                <a:lnTo>
                  <a:pt x="113" y="297"/>
                </a:lnTo>
                <a:lnTo>
                  <a:pt x="114" y="297"/>
                </a:lnTo>
                <a:lnTo>
                  <a:pt x="115" y="297"/>
                </a:lnTo>
                <a:lnTo>
                  <a:pt x="116" y="297"/>
                </a:lnTo>
                <a:lnTo>
                  <a:pt x="116" y="296"/>
                </a:lnTo>
                <a:lnTo>
                  <a:pt x="116" y="295"/>
                </a:lnTo>
                <a:lnTo>
                  <a:pt x="116" y="294"/>
                </a:lnTo>
                <a:lnTo>
                  <a:pt x="117" y="294"/>
                </a:lnTo>
                <a:lnTo>
                  <a:pt x="118" y="293"/>
                </a:lnTo>
                <a:lnTo>
                  <a:pt x="119" y="294"/>
                </a:lnTo>
                <a:lnTo>
                  <a:pt x="119" y="295"/>
                </a:lnTo>
                <a:lnTo>
                  <a:pt x="120" y="295"/>
                </a:lnTo>
                <a:lnTo>
                  <a:pt x="120" y="294"/>
                </a:lnTo>
                <a:lnTo>
                  <a:pt x="121" y="294"/>
                </a:lnTo>
                <a:lnTo>
                  <a:pt x="121" y="293"/>
                </a:lnTo>
                <a:lnTo>
                  <a:pt x="122" y="293"/>
                </a:lnTo>
                <a:lnTo>
                  <a:pt x="123" y="293"/>
                </a:lnTo>
                <a:lnTo>
                  <a:pt x="124" y="293"/>
                </a:lnTo>
                <a:lnTo>
                  <a:pt x="125" y="293"/>
                </a:lnTo>
                <a:lnTo>
                  <a:pt x="125" y="292"/>
                </a:lnTo>
                <a:lnTo>
                  <a:pt x="125" y="291"/>
                </a:lnTo>
                <a:lnTo>
                  <a:pt x="126" y="291"/>
                </a:lnTo>
                <a:lnTo>
                  <a:pt x="127" y="291"/>
                </a:lnTo>
                <a:lnTo>
                  <a:pt x="127" y="290"/>
                </a:lnTo>
                <a:lnTo>
                  <a:pt x="127" y="289"/>
                </a:lnTo>
                <a:lnTo>
                  <a:pt x="128" y="289"/>
                </a:lnTo>
                <a:lnTo>
                  <a:pt x="128" y="288"/>
                </a:lnTo>
                <a:lnTo>
                  <a:pt x="127" y="288"/>
                </a:lnTo>
                <a:lnTo>
                  <a:pt x="127" y="287"/>
                </a:lnTo>
                <a:lnTo>
                  <a:pt x="127" y="286"/>
                </a:lnTo>
                <a:lnTo>
                  <a:pt x="126" y="286"/>
                </a:lnTo>
                <a:lnTo>
                  <a:pt x="125" y="285"/>
                </a:lnTo>
                <a:lnTo>
                  <a:pt x="127" y="285"/>
                </a:lnTo>
                <a:lnTo>
                  <a:pt x="128" y="285"/>
                </a:lnTo>
                <a:lnTo>
                  <a:pt x="128" y="284"/>
                </a:lnTo>
                <a:lnTo>
                  <a:pt x="129" y="284"/>
                </a:lnTo>
                <a:lnTo>
                  <a:pt x="129" y="283"/>
                </a:lnTo>
                <a:lnTo>
                  <a:pt x="129" y="284"/>
                </a:lnTo>
                <a:lnTo>
                  <a:pt x="130" y="283"/>
                </a:lnTo>
                <a:lnTo>
                  <a:pt x="131" y="283"/>
                </a:lnTo>
                <a:lnTo>
                  <a:pt x="131" y="284"/>
                </a:lnTo>
                <a:lnTo>
                  <a:pt x="132" y="284"/>
                </a:lnTo>
                <a:lnTo>
                  <a:pt x="133" y="284"/>
                </a:lnTo>
                <a:lnTo>
                  <a:pt x="133" y="283"/>
                </a:lnTo>
                <a:lnTo>
                  <a:pt x="134" y="283"/>
                </a:lnTo>
                <a:lnTo>
                  <a:pt x="134" y="284"/>
                </a:lnTo>
                <a:lnTo>
                  <a:pt x="135" y="284"/>
                </a:lnTo>
                <a:lnTo>
                  <a:pt x="135" y="283"/>
                </a:lnTo>
                <a:lnTo>
                  <a:pt x="136" y="284"/>
                </a:lnTo>
                <a:lnTo>
                  <a:pt x="137" y="284"/>
                </a:lnTo>
                <a:lnTo>
                  <a:pt x="138" y="284"/>
                </a:lnTo>
                <a:lnTo>
                  <a:pt x="138" y="283"/>
                </a:lnTo>
                <a:lnTo>
                  <a:pt x="138" y="282"/>
                </a:lnTo>
                <a:lnTo>
                  <a:pt x="138" y="283"/>
                </a:lnTo>
                <a:lnTo>
                  <a:pt x="139" y="283"/>
                </a:lnTo>
                <a:lnTo>
                  <a:pt x="140" y="283"/>
                </a:lnTo>
                <a:lnTo>
                  <a:pt x="140" y="282"/>
                </a:lnTo>
                <a:lnTo>
                  <a:pt x="141" y="282"/>
                </a:lnTo>
                <a:lnTo>
                  <a:pt x="141" y="281"/>
                </a:lnTo>
                <a:lnTo>
                  <a:pt x="142" y="281"/>
                </a:lnTo>
                <a:lnTo>
                  <a:pt x="141" y="280"/>
                </a:lnTo>
                <a:lnTo>
                  <a:pt x="142" y="279"/>
                </a:lnTo>
                <a:lnTo>
                  <a:pt x="143" y="279"/>
                </a:lnTo>
                <a:lnTo>
                  <a:pt x="143" y="278"/>
                </a:lnTo>
                <a:lnTo>
                  <a:pt x="144" y="278"/>
                </a:lnTo>
                <a:lnTo>
                  <a:pt x="144" y="279"/>
                </a:lnTo>
                <a:lnTo>
                  <a:pt x="144" y="278"/>
                </a:lnTo>
                <a:lnTo>
                  <a:pt x="145" y="277"/>
                </a:lnTo>
                <a:lnTo>
                  <a:pt x="146" y="277"/>
                </a:lnTo>
                <a:lnTo>
                  <a:pt x="146" y="276"/>
                </a:lnTo>
                <a:lnTo>
                  <a:pt x="146" y="275"/>
                </a:lnTo>
                <a:lnTo>
                  <a:pt x="147" y="274"/>
                </a:lnTo>
                <a:lnTo>
                  <a:pt x="147" y="273"/>
                </a:lnTo>
                <a:lnTo>
                  <a:pt x="148" y="272"/>
                </a:lnTo>
                <a:lnTo>
                  <a:pt x="149" y="272"/>
                </a:lnTo>
                <a:lnTo>
                  <a:pt x="149" y="271"/>
                </a:lnTo>
                <a:lnTo>
                  <a:pt x="150" y="270"/>
                </a:lnTo>
                <a:lnTo>
                  <a:pt x="151" y="270"/>
                </a:lnTo>
                <a:lnTo>
                  <a:pt x="151" y="269"/>
                </a:lnTo>
                <a:lnTo>
                  <a:pt x="152" y="269"/>
                </a:lnTo>
                <a:lnTo>
                  <a:pt x="152" y="268"/>
                </a:lnTo>
                <a:lnTo>
                  <a:pt x="152" y="267"/>
                </a:lnTo>
                <a:lnTo>
                  <a:pt x="153" y="266"/>
                </a:lnTo>
                <a:lnTo>
                  <a:pt x="154" y="265"/>
                </a:lnTo>
                <a:lnTo>
                  <a:pt x="154" y="264"/>
                </a:lnTo>
                <a:lnTo>
                  <a:pt x="154" y="263"/>
                </a:lnTo>
                <a:lnTo>
                  <a:pt x="153" y="263"/>
                </a:lnTo>
                <a:lnTo>
                  <a:pt x="153" y="262"/>
                </a:lnTo>
                <a:lnTo>
                  <a:pt x="153" y="261"/>
                </a:lnTo>
                <a:lnTo>
                  <a:pt x="153" y="260"/>
                </a:lnTo>
                <a:lnTo>
                  <a:pt x="154" y="260"/>
                </a:lnTo>
                <a:lnTo>
                  <a:pt x="155" y="259"/>
                </a:lnTo>
                <a:lnTo>
                  <a:pt x="156" y="258"/>
                </a:lnTo>
                <a:lnTo>
                  <a:pt x="156" y="257"/>
                </a:lnTo>
                <a:lnTo>
                  <a:pt x="155" y="257"/>
                </a:lnTo>
                <a:lnTo>
                  <a:pt x="155" y="256"/>
                </a:lnTo>
                <a:lnTo>
                  <a:pt x="156" y="256"/>
                </a:lnTo>
                <a:lnTo>
                  <a:pt x="157" y="255"/>
                </a:lnTo>
                <a:lnTo>
                  <a:pt x="157" y="254"/>
                </a:lnTo>
                <a:lnTo>
                  <a:pt x="158" y="254"/>
                </a:lnTo>
                <a:lnTo>
                  <a:pt x="159" y="254"/>
                </a:lnTo>
                <a:lnTo>
                  <a:pt x="159" y="253"/>
                </a:lnTo>
                <a:lnTo>
                  <a:pt x="159" y="252"/>
                </a:lnTo>
                <a:lnTo>
                  <a:pt x="158" y="252"/>
                </a:lnTo>
                <a:lnTo>
                  <a:pt x="158" y="251"/>
                </a:lnTo>
                <a:lnTo>
                  <a:pt x="159" y="250"/>
                </a:lnTo>
                <a:lnTo>
                  <a:pt x="158" y="250"/>
                </a:lnTo>
                <a:lnTo>
                  <a:pt x="157" y="250"/>
                </a:lnTo>
                <a:lnTo>
                  <a:pt x="156" y="250"/>
                </a:lnTo>
                <a:lnTo>
                  <a:pt x="155" y="250"/>
                </a:lnTo>
                <a:lnTo>
                  <a:pt x="154" y="249"/>
                </a:lnTo>
                <a:lnTo>
                  <a:pt x="154" y="248"/>
                </a:lnTo>
                <a:lnTo>
                  <a:pt x="154" y="247"/>
                </a:lnTo>
                <a:lnTo>
                  <a:pt x="154" y="245"/>
                </a:lnTo>
                <a:lnTo>
                  <a:pt x="154" y="244"/>
                </a:lnTo>
                <a:lnTo>
                  <a:pt x="154" y="242"/>
                </a:lnTo>
                <a:lnTo>
                  <a:pt x="153" y="242"/>
                </a:lnTo>
                <a:lnTo>
                  <a:pt x="154" y="241"/>
                </a:lnTo>
                <a:lnTo>
                  <a:pt x="155" y="241"/>
                </a:lnTo>
                <a:lnTo>
                  <a:pt x="156" y="241"/>
                </a:lnTo>
                <a:lnTo>
                  <a:pt x="156" y="240"/>
                </a:lnTo>
                <a:lnTo>
                  <a:pt x="155" y="240"/>
                </a:lnTo>
                <a:lnTo>
                  <a:pt x="155" y="237"/>
                </a:lnTo>
                <a:lnTo>
                  <a:pt x="155" y="236"/>
                </a:lnTo>
                <a:lnTo>
                  <a:pt x="155" y="235"/>
                </a:lnTo>
                <a:lnTo>
                  <a:pt x="154" y="235"/>
                </a:lnTo>
                <a:lnTo>
                  <a:pt x="154" y="234"/>
                </a:lnTo>
                <a:lnTo>
                  <a:pt x="153" y="233"/>
                </a:lnTo>
                <a:lnTo>
                  <a:pt x="153" y="232"/>
                </a:lnTo>
                <a:lnTo>
                  <a:pt x="153" y="231"/>
                </a:lnTo>
                <a:lnTo>
                  <a:pt x="153" y="230"/>
                </a:lnTo>
                <a:lnTo>
                  <a:pt x="152" y="229"/>
                </a:lnTo>
                <a:lnTo>
                  <a:pt x="152" y="230"/>
                </a:lnTo>
                <a:lnTo>
                  <a:pt x="151" y="229"/>
                </a:lnTo>
                <a:lnTo>
                  <a:pt x="152" y="228"/>
                </a:lnTo>
                <a:lnTo>
                  <a:pt x="152" y="227"/>
                </a:lnTo>
                <a:lnTo>
                  <a:pt x="153" y="227"/>
                </a:lnTo>
                <a:lnTo>
                  <a:pt x="153" y="226"/>
                </a:lnTo>
                <a:lnTo>
                  <a:pt x="154" y="226"/>
                </a:lnTo>
                <a:lnTo>
                  <a:pt x="154" y="225"/>
                </a:lnTo>
                <a:lnTo>
                  <a:pt x="153" y="224"/>
                </a:lnTo>
                <a:lnTo>
                  <a:pt x="152" y="223"/>
                </a:lnTo>
                <a:lnTo>
                  <a:pt x="153" y="222"/>
                </a:lnTo>
                <a:lnTo>
                  <a:pt x="153" y="221"/>
                </a:lnTo>
                <a:lnTo>
                  <a:pt x="154" y="221"/>
                </a:lnTo>
                <a:lnTo>
                  <a:pt x="154" y="220"/>
                </a:lnTo>
                <a:lnTo>
                  <a:pt x="154" y="219"/>
                </a:lnTo>
                <a:lnTo>
                  <a:pt x="155" y="219"/>
                </a:lnTo>
                <a:lnTo>
                  <a:pt x="155" y="218"/>
                </a:lnTo>
                <a:lnTo>
                  <a:pt x="155" y="217"/>
                </a:lnTo>
                <a:lnTo>
                  <a:pt x="155" y="216"/>
                </a:lnTo>
                <a:lnTo>
                  <a:pt x="154" y="216"/>
                </a:lnTo>
                <a:lnTo>
                  <a:pt x="155" y="216"/>
                </a:lnTo>
                <a:lnTo>
                  <a:pt x="155" y="215"/>
                </a:lnTo>
                <a:lnTo>
                  <a:pt x="155" y="213"/>
                </a:lnTo>
                <a:lnTo>
                  <a:pt x="155" y="212"/>
                </a:lnTo>
                <a:lnTo>
                  <a:pt x="156" y="212"/>
                </a:lnTo>
                <a:lnTo>
                  <a:pt x="155" y="212"/>
                </a:lnTo>
                <a:lnTo>
                  <a:pt x="155" y="211"/>
                </a:lnTo>
                <a:lnTo>
                  <a:pt x="156" y="211"/>
                </a:lnTo>
                <a:lnTo>
                  <a:pt x="156" y="210"/>
                </a:lnTo>
                <a:lnTo>
                  <a:pt x="156" y="209"/>
                </a:lnTo>
                <a:lnTo>
                  <a:pt x="157" y="209"/>
                </a:lnTo>
                <a:lnTo>
                  <a:pt x="158" y="209"/>
                </a:lnTo>
                <a:lnTo>
                  <a:pt x="159" y="208"/>
                </a:lnTo>
                <a:lnTo>
                  <a:pt x="160" y="207"/>
                </a:lnTo>
                <a:lnTo>
                  <a:pt x="161" y="206"/>
                </a:lnTo>
                <a:lnTo>
                  <a:pt x="162" y="206"/>
                </a:lnTo>
                <a:lnTo>
                  <a:pt x="162" y="205"/>
                </a:lnTo>
                <a:lnTo>
                  <a:pt x="162" y="204"/>
                </a:lnTo>
                <a:lnTo>
                  <a:pt x="162" y="203"/>
                </a:lnTo>
                <a:lnTo>
                  <a:pt x="163" y="203"/>
                </a:lnTo>
                <a:lnTo>
                  <a:pt x="163" y="202"/>
                </a:lnTo>
                <a:lnTo>
                  <a:pt x="163" y="201"/>
                </a:lnTo>
                <a:lnTo>
                  <a:pt x="163" y="200"/>
                </a:lnTo>
                <a:lnTo>
                  <a:pt x="164" y="200"/>
                </a:lnTo>
                <a:lnTo>
                  <a:pt x="164" y="199"/>
                </a:lnTo>
                <a:lnTo>
                  <a:pt x="164" y="197"/>
                </a:lnTo>
                <a:lnTo>
                  <a:pt x="164" y="196"/>
                </a:lnTo>
                <a:lnTo>
                  <a:pt x="164" y="195"/>
                </a:lnTo>
                <a:lnTo>
                  <a:pt x="164" y="193"/>
                </a:lnTo>
                <a:lnTo>
                  <a:pt x="165" y="193"/>
                </a:lnTo>
                <a:lnTo>
                  <a:pt x="166" y="193"/>
                </a:lnTo>
                <a:lnTo>
                  <a:pt x="168" y="193"/>
                </a:lnTo>
                <a:lnTo>
                  <a:pt x="169" y="192"/>
                </a:lnTo>
                <a:lnTo>
                  <a:pt x="170" y="191"/>
                </a:lnTo>
                <a:lnTo>
                  <a:pt x="170" y="192"/>
                </a:lnTo>
                <a:lnTo>
                  <a:pt x="171" y="192"/>
                </a:lnTo>
                <a:lnTo>
                  <a:pt x="172" y="192"/>
                </a:lnTo>
                <a:lnTo>
                  <a:pt x="172" y="191"/>
                </a:lnTo>
                <a:lnTo>
                  <a:pt x="174" y="191"/>
                </a:lnTo>
                <a:lnTo>
                  <a:pt x="175" y="192"/>
                </a:lnTo>
                <a:lnTo>
                  <a:pt x="175" y="191"/>
                </a:lnTo>
                <a:lnTo>
                  <a:pt x="175" y="190"/>
                </a:lnTo>
                <a:lnTo>
                  <a:pt x="176" y="189"/>
                </a:lnTo>
                <a:lnTo>
                  <a:pt x="176" y="188"/>
                </a:lnTo>
                <a:lnTo>
                  <a:pt x="177" y="188"/>
                </a:lnTo>
                <a:lnTo>
                  <a:pt x="177" y="187"/>
                </a:lnTo>
                <a:lnTo>
                  <a:pt x="178" y="186"/>
                </a:lnTo>
                <a:lnTo>
                  <a:pt x="179" y="186"/>
                </a:lnTo>
                <a:lnTo>
                  <a:pt x="180" y="185"/>
                </a:lnTo>
                <a:lnTo>
                  <a:pt x="180" y="184"/>
                </a:lnTo>
                <a:lnTo>
                  <a:pt x="180" y="183"/>
                </a:lnTo>
                <a:lnTo>
                  <a:pt x="179" y="183"/>
                </a:lnTo>
                <a:lnTo>
                  <a:pt x="178" y="183"/>
                </a:lnTo>
                <a:lnTo>
                  <a:pt x="178" y="184"/>
                </a:lnTo>
                <a:lnTo>
                  <a:pt x="177" y="183"/>
                </a:lnTo>
                <a:lnTo>
                  <a:pt x="176" y="183"/>
                </a:lnTo>
                <a:lnTo>
                  <a:pt x="176" y="182"/>
                </a:lnTo>
                <a:lnTo>
                  <a:pt x="177" y="181"/>
                </a:lnTo>
                <a:lnTo>
                  <a:pt x="177" y="176"/>
                </a:lnTo>
                <a:lnTo>
                  <a:pt x="178" y="176"/>
                </a:lnTo>
                <a:lnTo>
                  <a:pt x="178" y="174"/>
                </a:lnTo>
                <a:lnTo>
                  <a:pt x="179" y="173"/>
                </a:lnTo>
                <a:lnTo>
                  <a:pt x="179" y="172"/>
                </a:lnTo>
                <a:lnTo>
                  <a:pt x="180" y="172"/>
                </a:lnTo>
                <a:lnTo>
                  <a:pt x="181" y="172"/>
                </a:lnTo>
                <a:lnTo>
                  <a:pt x="181" y="173"/>
                </a:lnTo>
                <a:lnTo>
                  <a:pt x="182" y="173"/>
                </a:lnTo>
                <a:lnTo>
                  <a:pt x="182" y="174"/>
                </a:lnTo>
                <a:lnTo>
                  <a:pt x="182" y="173"/>
                </a:lnTo>
                <a:lnTo>
                  <a:pt x="183" y="173"/>
                </a:lnTo>
                <a:lnTo>
                  <a:pt x="182" y="172"/>
                </a:lnTo>
                <a:lnTo>
                  <a:pt x="183" y="171"/>
                </a:lnTo>
                <a:lnTo>
                  <a:pt x="184" y="171"/>
                </a:lnTo>
                <a:lnTo>
                  <a:pt x="184" y="172"/>
                </a:lnTo>
                <a:lnTo>
                  <a:pt x="185" y="172"/>
                </a:lnTo>
                <a:lnTo>
                  <a:pt x="185" y="173"/>
                </a:lnTo>
                <a:lnTo>
                  <a:pt x="186" y="173"/>
                </a:lnTo>
                <a:lnTo>
                  <a:pt x="187" y="173"/>
                </a:lnTo>
                <a:lnTo>
                  <a:pt x="188" y="174"/>
                </a:lnTo>
                <a:lnTo>
                  <a:pt x="189" y="174"/>
                </a:lnTo>
                <a:lnTo>
                  <a:pt x="190" y="174"/>
                </a:lnTo>
                <a:lnTo>
                  <a:pt x="191" y="174"/>
                </a:lnTo>
                <a:lnTo>
                  <a:pt x="192" y="174"/>
                </a:lnTo>
                <a:lnTo>
                  <a:pt x="193" y="174"/>
                </a:lnTo>
                <a:lnTo>
                  <a:pt x="193" y="175"/>
                </a:lnTo>
                <a:lnTo>
                  <a:pt x="193" y="174"/>
                </a:lnTo>
                <a:lnTo>
                  <a:pt x="193" y="173"/>
                </a:lnTo>
                <a:lnTo>
                  <a:pt x="193" y="172"/>
                </a:lnTo>
                <a:lnTo>
                  <a:pt x="194" y="172"/>
                </a:lnTo>
                <a:lnTo>
                  <a:pt x="194" y="171"/>
                </a:lnTo>
                <a:lnTo>
                  <a:pt x="194" y="169"/>
                </a:lnTo>
                <a:lnTo>
                  <a:pt x="194" y="168"/>
                </a:lnTo>
                <a:lnTo>
                  <a:pt x="193" y="168"/>
                </a:lnTo>
                <a:lnTo>
                  <a:pt x="193" y="167"/>
                </a:lnTo>
                <a:lnTo>
                  <a:pt x="193" y="166"/>
                </a:lnTo>
                <a:lnTo>
                  <a:pt x="194" y="164"/>
                </a:lnTo>
                <a:lnTo>
                  <a:pt x="195" y="164"/>
                </a:lnTo>
                <a:lnTo>
                  <a:pt x="196" y="164"/>
                </a:lnTo>
                <a:lnTo>
                  <a:pt x="197" y="164"/>
                </a:lnTo>
                <a:lnTo>
                  <a:pt x="197" y="163"/>
                </a:lnTo>
                <a:lnTo>
                  <a:pt x="197" y="162"/>
                </a:lnTo>
                <a:lnTo>
                  <a:pt x="197" y="161"/>
                </a:lnTo>
                <a:lnTo>
                  <a:pt x="197" y="160"/>
                </a:lnTo>
                <a:lnTo>
                  <a:pt x="198" y="160"/>
                </a:lnTo>
                <a:lnTo>
                  <a:pt x="198" y="161"/>
                </a:lnTo>
                <a:lnTo>
                  <a:pt x="199" y="161"/>
                </a:lnTo>
                <a:lnTo>
                  <a:pt x="200" y="161"/>
                </a:lnTo>
                <a:lnTo>
                  <a:pt x="201" y="160"/>
                </a:lnTo>
                <a:lnTo>
                  <a:pt x="202" y="160"/>
                </a:lnTo>
                <a:lnTo>
                  <a:pt x="203" y="159"/>
                </a:lnTo>
                <a:lnTo>
                  <a:pt x="203" y="158"/>
                </a:lnTo>
                <a:lnTo>
                  <a:pt x="204" y="157"/>
                </a:lnTo>
                <a:lnTo>
                  <a:pt x="205" y="156"/>
                </a:lnTo>
                <a:lnTo>
                  <a:pt x="204" y="156"/>
                </a:lnTo>
                <a:lnTo>
                  <a:pt x="204" y="155"/>
                </a:lnTo>
                <a:lnTo>
                  <a:pt x="203" y="154"/>
                </a:lnTo>
                <a:lnTo>
                  <a:pt x="203" y="153"/>
                </a:lnTo>
                <a:lnTo>
                  <a:pt x="203" y="151"/>
                </a:lnTo>
                <a:lnTo>
                  <a:pt x="203" y="150"/>
                </a:lnTo>
                <a:lnTo>
                  <a:pt x="202" y="150"/>
                </a:lnTo>
                <a:lnTo>
                  <a:pt x="202" y="149"/>
                </a:lnTo>
                <a:lnTo>
                  <a:pt x="201" y="148"/>
                </a:lnTo>
                <a:lnTo>
                  <a:pt x="200" y="147"/>
                </a:lnTo>
                <a:lnTo>
                  <a:pt x="200" y="145"/>
                </a:lnTo>
                <a:lnTo>
                  <a:pt x="199" y="145"/>
                </a:lnTo>
                <a:lnTo>
                  <a:pt x="199" y="144"/>
                </a:lnTo>
                <a:lnTo>
                  <a:pt x="199" y="143"/>
                </a:lnTo>
                <a:lnTo>
                  <a:pt x="199" y="142"/>
                </a:lnTo>
                <a:lnTo>
                  <a:pt x="199" y="141"/>
                </a:lnTo>
                <a:lnTo>
                  <a:pt x="200" y="139"/>
                </a:lnTo>
                <a:lnTo>
                  <a:pt x="200" y="138"/>
                </a:lnTo>
                <a:lnTo>
                  <a:pt x="199" y="138"/>
                </a:lnTo>
                <a:lnTo>
                  <a:pt x="199" y="137"/>
                </a:lnTo>
                <a:lnTo>
                  <a:pt x="198" y="137"/>
                </a:lnTo>
                <a:lnTo>
                  <a:pt x="198" y="136"/>
                </a:lnTo>
                <a:lnTo>
                  <a:pt x="199" y="134"/>
                </a:lnTo>
                <a:lnTo>
                  <a:pt x="199" y="133"/>
                </a:lnTo>
                <a:lnTo>
                  <a:pt x="199" y="132"/>
                </a:lnTo>
                <a:lnTo>
                  <a:pt x="199" y="131"/>
                </a:lnTo>
                <a:lnTo>
                  <a:pt x="200" y="131"/>
                </a:lnTo>
                <a:lnTo>
                  <a:pt x="200" y="132"/>
                </a:lnTo>
                <a:lnTo>
                  <a:pt x="201" y="132"/>
                </a:lnTo>
                <a:lnTo>
                  <a:pt x="202" y="132"/>
                </a:lnTo>
                <a:lnTo>
                  <a:pt x="203" y="131"/>
                </a:lnTo>
                <a:lnTo>
                  <a:pt x="204" y="131"/>
                </a:lnTo>
                <a:lnTo>
                  <a:pt x="205" y="131"/>
                </a:lnTo>
                <a:lnTo>
                  <a:pt x="205" y="130"/>
                </a:lnTo>
                <a:lnTo>
                  <a:pt x="207" y="129"/>
                </a:lnTo>
                <a:lnTo>
                  <a:pt x="207" y="128"/>
                </a:lnTo>
                <a:lnTo>
                  <a:pt x="208" y="128"/>
                </a:lnTo>
                <a:lnTo>
                  <a:pt x="209" y="128"/>
                </a:lnTo>
                <a:lnTo>
                  <a:pt x="209" y="129"/>
                </a:lnTo>
                <a:lnTo>
                  <a:pt x="210" y="129"/>
                </a:lnTo>
                <a:lnTo>
                  <a:pt x="210" y="128"/>
                </a:lnTo>
                <a:lnTo>
                  <a:pt x="210" y="127"/>
                </a:lnTo>
                <a:lnTo>
                  <a:pt x="210" y="126"/>
                </a:lnTo>
                <a:lnTo>
                  <a:pt x="211" y="126"/>
                </a:lnTo>
                <a:lnTo>
                  <a:pt x="212" y="126"/>
                </a:lnTo>
                <a:lnTo>
                  <a:pt x="212" y="125"/>
                </a:lnTo>
                <a:lnTo>
                  <a:pt x="213" y="124"/>
                </a:lnTo>
                <a:lnTo>
                  <a:pt x="213" y="125"/>
                </a:lnTo>
                <a:lnTo>
                  <a:pt x="213" y="124"/>
                </a:lnTo>
                <a:lnTo>
                  <a:pt x="214" y="124"/>
                </a:lnTo>
                <a:lnTo>
                  <a:pt x="214" y="123"/>
                </a:lnTo>
                <a:lnTo>
                  <a:pt x="214" y="122"/>
                </a:lnTo>
                <a:lnTo>
                  <a:pt x="215" y="122"/>
                </a:lnTo>
                <a:lnTo>
                  <a:pt x="215" y="121"/>
                </a:lnTo>
                <a:lnTo>
                  <a:pt x="216" y="120"/>
                </a:lnTo>
                <a:lnTo>
                  <a:pt x="217" y="117"/>
                </a:lnTo>
                <a:lnTo>
                  <a:pt x="216" y="115"/>
                </a:lnTo>
                <a:lnTo>
                  <a:pt x="215" y="115"/>
                </a:lnTo>
                <a:lnTo>
                  <a:pt x="215" y="114"/>
                </a:lnTo>
                <a:lnTo>
                  <a:pt x="215" y="113"/>
                </a:lnTo>
                <a:lnTo>
                  <a:pt x="214" y="112"/>
                </a:lnTo>
                <a:lnTo>
                  <a:pt x="214" y="111"/>
                </a:lnTo>
                <a:lnTo>
                  <a:pt x="213" y="110"/>
                </a:lnTo>
                <a:lnTo>
                  <a:pt x="213" y="109"/>
                </a:lnTo>
                <a:lnTo>
                  <a:pt x="212" y="109"/>
                </a:lnTo>
                <a:lnTo>
                  <a:pt x="211" y="109"/>
                </a:lnTo>
                <a:lnTo>
                  <a:pt x="211" y="108"/>
                </a:lnTo>
                <a:lnTo>
                  <a:pt x="210" y="108"/>
                </a:lnTo>
                <a:lnTo>
                  <a:pt x="210" y="107"/>
                </a:lnTo>
                <a:lnTo>
                  <a:pt x="210" y="106"/>
                </a:lnTo>
                <a:lnTo>
                  <a:pt x="210" y="105"/>
                </a:lnTo>
                <a:lnTo>
                  <a:pt x="210" y="104"/>
                </a:lnTo>
                <a:lnTo>
                  <a:pt x="211" y="104"/>
                </a:lnTo>
                <a:lnTo>
                  <a:pt x="212" y="103"/>
                </a:lnTo>
                <a:lnTo>
                  <a:pt x="211" y="103"/>
                </a:lnTo>
                <a:lnTo>
                  <a:pt x="211" y="102"/>
                </a:lnTo>
                <a:lnTo>
                  <a:pt x="212" y="102"/>
                </a:lnTo>
                <a:lnTo>
                  <a:pt x="212" y="101"/>
                </a:lnTo>
                <a:lnTo>
                  <a:pt x="212" y="100"/>
                </a:lnTo>
                <a:lnTo>
                  <a:pt x="211" y="98"/>
                </a:lnTo>
                <a:lnTo>
                  <a:pt x="210" y="98"/>
                </a:lnTo>
                <a:lnTo>
                  <a:pt x="209" y="97"/>
                </a:lnTo>
                <a:lnTo>
                  <a:pt x="209" y="96"/>
                </a:lnTo>
                <a:lnTo>
                  <a:pt x="208" y="95"/>
                </a:lnTo>
                <a:lnTo>
                  <a:pt x="207" y="95"/>
                </a:lnTo>
                <a:lnTo>
                  <a:pt x="207" y="94"/>
                </a:lnTo>
                <a:lnTo>
                  <a:pt x="205" y="94"/>
                </a:lnTo>
                <a:lnTo>
                  <a:pt x="204" y="94"/>
                </a:lnTo>
                <a:lnTo>
                  <a:pt x="204" y="93"/>
                </a:lnTo>
                <a:lnTo>
                  <a:pt x="204" y="92"/>
                </a:lnTo>
                <a:lnTo>
                  <a:pt x="204" y="91"/>
                </a:lnTo>
                <a:lnTo>
                  <a:pt x="204" y="90"/>
                </a:lnTo>
                <a:lnTo>
                  <a:pt x="204" y="89"/>
                </a:lnTo>
                <a:lnTo>
                  <a:pt x="205" y="89"/>
                </a:lnTo>
                <a:lnTo>
                  <a:pt x="207" y="88"/>
                </a:lnTo>
                <a:lnTo>
                  <a:pt x="205" y="87"/>
                </a:lnTo>
                <a:lnTo>
                  <a:pt x="205" y="86"/>
                </a:lnTo>
                <a:lnTo>
                  <a:pt x="204" y="85"/>
                </a:lnTo>
                <a:lnTo>
                  <a:pt x="205" y="84"/>
                </a:lnTo>
                <a:lnTo>
                  <a:pt x="207" y="84"/>
                </a:lnTo>
                <a:lnTo>
                  <a:pt x="207" y="83"/>
                </a:lnTo>
                <a:lnTo>
                  <a:pt x="207" y="81"/>
                </a:lnTo>
                <a:lnTo>
                  <a:pt x="208" y="81"/>
                </a:lnTo>
                <a:lnTo>
                  <a:pt x="208" y="80"/>
                </a:lnTo>
                <a:lnTo>
                  <a:pt x="209" y="80"/>
                </a:lnTo>
                <a:lnTo>
                  <a:pt x="210" y="80"/>
                </a:lnTo>
                <a:lnTo>
                  <a:pt x="211" y="80"/>
                </a:lnTo>
                <a:lnTo>
                  <a:pt x="212" y="80"/>
                </a:lnTo>
                <a:lnTo>
                  <a:pt x="213" y="80"/>
                </a:lnTo>
                <a:lnTo>
                  <a:pt x="213" y="79"/>
                </a:lnTo>
                <a:lnTo>
                  <a:pt x="214" y="79"/>
                </a:lnTo>
                <a:lnTo>
                  <a:pt x="214" y="78"/>
                </a:lnTo>
                <a:lnTo>
                  <a:pt x="214" y="77"/>
                </a:lnTo>
                <a:lnTo>
                  <a:pt x="214" y="76"/>
                </a:lnTo>
                <a:lnTo>
                  <a:pt x="214" y="75"/>
                </a:lnTo>
                <a:lnTo>
                  <a:pt x="215" y="75"/>
                </a:lnTo>
                <a:lnTo>
                  <a:pt x="216" y="73"/>
                </a:lnTo>
                <a:lnTo>
                  <a:pt x="217" y="73"/>
                </a:lnTo>
                <a:lnTo>
                  <a:pt x="218" y="72"/>
                </a:lnTo>
                <a:lnTo>
                  <a:pt x="219" y="72"/>
                </a:lnTo>
                <a:lnTo>
                  <a:pt x="220" y="71"/>
                </a:lnTo>
                <a:lnTo>
                  <a:pt x="221" y="70"/>
                </a:lnTo>
                <a:lnTo>
                  <a:pt x="222" y="69"/>
                </a:lnTo>
                <a:lnTo>
                  <a:pt x="224" y="68"/>
                </a:lnTo>
                <a:lnTo>
                  <a:pt x="224" y="69"/>
                </a:lnTo>
                <a:lnTo>
                  <a:pt x="225" y="69"/>
                </a:lnTo>
                <a:lnTo>
                  <a:pt x="226" y="68"/>
                </a:lnTo>
                <a:lnTo>
                  <a:pt x="226" y="66"/>
                </a:lnTo>
                <a:lnTo>
                  <a:pt x="226" y="65"/>
                </a:lnTo>
                <a:lnTo>
                  <a:pt x="226" y="64"/>
                </a:lnTo>
                <a:lnTo>
                  <a:pt x="226" y="63"/>
                </a:lnTo>
                <a:lnTo>
                  <a:pt x="226" y="62"/>
                </a:lnTo>
                <a:lnTo>
                  <a:pt x="227" y="60"/>
                </a:lnTo>
                <a:lnTo>
                  <a:pt x="226" y="60"/>
                </a:lnTo>
                <a:lnTo>
                  <a:pt x="226" y="59"/>
                </a:lnTo>
                <a:lnTo>
                  <a:pt x="224" y="59"/>
                </a:lnTo>
                <a:lnTo>
                  <a:pt x="224" y="58"/>
                </a:lnTo>
                <a:lnTo>
                  <a:pt x="223" y="58"/>
                </a:lnTo>
                <a:lnTo>
                  <a:pt x="223" y="57"/>
                </a:lnTo>
                <a:lnTo>
                  <a:pt x="222" y="57"/>
                </a:lnTo>
                <a:lnTo>
                  <a:pt x="222" y="56"/>
                </a:lnTo>
                <a:lnTo>
                  <a:pt x="222" y="54"/>
                </a:lnTo>
                <a:lnTo>
                  <a:pt x="222" y="53"/>
                </a:lnTo>
                <a:lnTo>
                  <a:pt x="223" y="53"/>
                </a:lnTo>
                <a:lnTo>
                  <a:pt x="224" y="51"/>
                </a:lnTo>
                <a:lnTo>
                  <a:pt x="225" y="50"/>
                </a:lnTo>
                <a:lnTo>
                  <a:pt x="225" y="49"/>
                </a:lnTo>
                <a:lnTo>
                  <a:pt x="224" y="49"/>
                </a:lnTo>
                <a:lnTo>
                  <a:pt x="224" y="48"/>
                </a:lnTo>
                <a:lnTo>
                  <a:pt x="225" y="48"/>
                </a:lnTo>
                <a:lnTo>
                  <a:pt x="225" y="46"/>
                </a:lnTo>
                <a:lnTo>
                  <a:pt x="225" y="45"/>
                </a:lnTo>
                <a:lnTo>
                  <a:pt x="226" y="43"/>
                </a:lnTo>
                <a:lnTo>
                  <a:pt x="226" y="40"/>
                </a:lnTo>
                <a:lnTo>
                  <a:pt x="227" y="39"/>
                </a:lnTo>
                <a:lnTo>
                  <a:pt x="227" y="37"/>
                </a:lnTo>
                <a:lnTo>
                  <a:pt x="227" y="36"/>
                </a:lnTo>
                <a:lnTo>
                  <a:pt x="228" y="35"/>
                </a:lnTo>
                <a:lnTo>
                  <a:pt x="228" y="34"/>
                </a:lnTo>
                <a:lnTo>
                  <a:pt x="229" y="33"/>
                </a:lnTo>
                <a:lnTo>
                  <a:pt x="231" y="34"/>
                </a:lnTo>
                <a:lnTo>
                  <a:pt x="231" y="33"/>
                </a:lnTo>
                <a:lnTo>
                  <a:pt x="232" y="33"/>
                </a:lnTo>
                <a:lnTo>
                  <a:pt x="233" y="33"/>
                </a:lnTo>
                <a:lnTo>
                  <a:pt x="234" y="35"/>
                </a:lnTo>
                <a:lnTo>
                  <a:pt x="234" y="36"/>
                </a:lnTo>
                <a:lnTo>
                  <a:pt x="235" y="36"/>
                </a:lnTo>
                <a:lnTo>
                  <a:pt x="236" y="35"/>
                </a:lnTo>
                <a:lnTo>
                  <a:pt x="236" y="36"/>
                </a:lnTo>
                <a:lnTo>
                  <a:pt x="237" y="36"/>
                </a:lnTo>
                <a:lnTo>
                  <a:pt x="238" y="36"/>
                </a:lnTo>
                <a:lnTo>
                  <a:pt x="239" y="36"/>
                </a:lnTo>
                <a:lnTo>
                  <a:pt x="238" y="36"/>
                </a:lnTo>
                <a:lnTo>
                  <a:pt x="238" y="35"/>
                </a:lnTo>
                <a:lnTo>
                  <a:pt x="239" y="35"/>
                </a:lnTo>
                <a:lnTo>
                  <a:pt x="239" y="34"/>
                </a:lnTo>
                <a:lnTo>
                  <a:pt x="240" y="34"/>
                </a:lnTo>
                <a:lnTo>
                  <a:pt x="240" y="35"/>
                </a:lnTo>
                <a:lnTo>
                  <a:pt x="241" y="34"/>
                </a:lnTo>
                <a:lnTo>
                  <a:pt x="242" y="34"/>
                </a:lnTo>
                <a:lnTo>
                  <a:pt x="242" y="33"/>
                </a:lnTo>
                <a:lnTo>
                  <a:pt x="243" y="33"/>
                </a:lnTo>
                <a:lnTo>
                  <a:pt x="244" y="33"/>
                </a:lnTo>
                <a:lnTo>
                  <a:pt x="244" y="34"/>
                </a:lnTo>
                <a:lnTo>
                  <a:pt x="245" y="34"/>
                </a:lnTo>
                <a:lnTo>
                  <a:pt x="245" y="35"/>
                </a:lnTo>
                <a:lnTo>
                  <a:pt x="246" y="35"/>
                </a:lnTo>
                <a:lnTo>
                  <a:pt x="246" y="36"/>
                </a:lnTo>
                <a:lnTo>
                  <a:pt x="246" y="37"/>
                </a:lnTo>
                <a:lnTo>
                  <a:pt x="247" y="38"/>
                </a:lnTo>
                <a:lnTo>
                  <a:pt x="248" y="38"/>
                </a:lnTo>
                <a:lnTo>
                  <a:pt x="249" y="38"/>
                </a:lnTo>
                <a:lnTo>
                  <a:pt x="249" y="37"/>
                </a:lnTo>
                <a:lnTo>
                  <a:pt x="250" y="36"/>
                </a:lnTo>
                <a:lnTo>
                  <a:pt x="250" y="35"/>
                </a:lnTo>
                <a:lnTo>
                  <a:pt x="250" y="34"/>
                </a:lnTo>
                <a:lnTo>
                  <a:pt x="251" y="33"/>
                </a:lnTo>
                <a:lnTo>
                  <a:pt x="251" y="34"/>
                </a:lnTo>
                <a:lnTo>
                  <a:pt x="252" y="34"/>
                </a:lnTo>
                <a:lnTo>
                  <a:pt x="252" y="35"/>
                </a:lnTo>
                <a:lnTo>
                  <a:pt x="252" y="36"/>
                </a:lnTo>
                <a:lnTo>
                  <a:pt x="252" y="37"/>
                </a:lnTo>
                <a:lnTo>
                  <a:pt x="253" y="37"/>
                </a:lnTo>
                <a:lnTo>
                  <a:pt x="254" y="37"/>
                </a:lnTo>
                <a:lnTo>
                  <a:pt x="256" y="37"/>
                </a:lnTo>
                <a:lnTo>
                  <a:pt x="256" y="38"/>
                </a:lnTo>
                <a:lnTo>
                  <a:pt x="257" y="38"/>
                </a:lnTo>
                <a:lnTo>
                  <a:pt x="258" y="38"/>
                </a:lnTo>
                <a:lnTo>
                  <a:pt x="260" y="39"/>
                </a:lnTo>
                <a:lnTo>
                  <a:pt x="261" y="39"/>
                </a:lnTo>
                <a:lnTo>
                  <a:pt x="261" y="40"/>
                </a:lnTo>
                <a:lnTo>
                  <a:pt x="262" y="40"/>
                </a:lnTo>
                <a:lnTo>
                  <a:pt x="265" y="40"/>
                </a:lnTo>
                <a:lnTo>
                  <a:pt x="267" y="39"/>
                </a:lnTo>
                <a:lnTo>
                  <a:pt x="268" y="38"/>
                </a:lnTo>
                <a:lnTo>
                  <a:pt x="269" y="38"/>
                </a:lnTo>
                <a:lnTo>
                  <a:pt x="270" y="39"/>
                </a:lnTo>
                <a:lnTo>
                  <a:pt x="271" y="39"/>
                </a:lnTo>
                <a:lnTo>
                  <a:pt x="272" y="41"/>
                </a:lnTo>
                <a:lnTo>
                  <a:pt x="273" y="42"/>
                </a:lnTo>
                <a:lnTo>
                  <a:pt x="274" y="43"/>
                </a:lnTo>
                <a:lnTo>
                  <a:pt x="273" y="43"/>
                </a:lnTo>
                <a:lnTo>
                  <a:pt x="274" y="43"/>
                </a:lnTo>
                <a:lnTo>
                  <a:pt x="275" y="44"/>
                </a:lnTo>
                <a:lnTo>
                  <a:pt x="275" y="45"/>
                </a:lnTo>
                <a:lnTo>
                  <a:pt x="276" y="47"/>
                </a:lnTo>
                <a:lnTo>
                  <a:pt x="276" y="48"/>
                </a:lnTo>
                <a:lnTo>
                  <a:pt x="275" y="50"/>
                </a:lnTo>
                <a:lnTo>
                  <a:pt x="276" y="50"/>
                </a:lnTo>
                <a:lnTo>
                  <a:pt x="276" y="51"/>
                </a:lnTo>
                <a:lnTo>
                  <a:pt x="276" y="52"/>
                </a:lnTo>
                <a:lnTo>
                  <a:pt x="277" y="52"/>
                </a:lnTo>
                <a:lnTo>
                  <a:pt x="278" y="53"/>
                </a:lnTo>
                <a:lnTo>
                  <a:pt x="278" y="54"/>
                </a:lnTo>
                <a:lnTo>
                  <a:pt x="278" y="55"/>
                </a:lnTo>
                <a:lnTo>
                  <a:pt x="278" y="57"/>
                </a:lnTo>
                <a:lnTo>
                  <a:pt x="279" y="57"/>
                </a:lnTo>
                <a:lnTo>
                  <a:pt x="281" y="57"/>
                </a:lnTo>
                <a:lnTo>
                  <a:pt x="281" y="58"/>
                </a:lnTo>
                <a:lnTo>
                  <a:pt x="282" y="58"/>
                </a:lnTo>
                <a:lnTo>
                  <a:pt x="282" y="59"/>
                </a:lnTo>
                <a:lnTo>
                  <a:pt x="282" y="60"/>
                </a:lnTo>
                <a:lnTo>
                  <a:pt x="282" y="61"/>
                </a:lnTo>
                <a:lnTo>
                  <a:pt x="282" y="62"/>
                </a:lnTo>
                <a:lnTo>
                  <a:pt x="281" y="63"/>
                </a:lnTo>
                <a:lnTo>
                  <a:pt x="282" y="63"/>
                </a:lnTo>
                <a:lnTo>
                  <a:pt x="282" y="64"/>
                </a:lnTo>
                <a:lnTo>
                  <a:pt x="283" y="64"/>
                </a:lnTo>
                <a:lnTo>
                  <a:pt x="283" y="63"/>
                </a:lnTo>
                <a:lnTo>
                  <a:pt x="285" y="63"/>
                </a:lnTo>
                <a:lnTo>
                  <a:pt x="286" y="63"/>
                </a:lnTo>
                <a:lnTo>
                  <a:pt x="287" y="63"/>
                </a:lnTo>
                <a:lnTo>
                  <a:pt x="289" y="63"/>
                </a:lnTo>
                <a:lnTo>
                  <a:pt x="290" y="63"/>
                </a:lnTo>
                <a:lnTo>
                  <a:pt x="290" y="62"/>
                </a:lnTo>
                <a:lnTo>
                  <a:pt x="291" y="61"/>
                </a:lnTo>
                <a:lnTo>
                  <a:pt x="293" y="61"/>
                </a:lnTo>
                <a:lnTo>
                  <a:pt x="293" y="60"/>
                </a:lnTo>
                <a:lnTo>
                  <a:pt x="295" y="60"/>
                </a:lnTo>
                <a:lnTo>
                  <a:pt x="295" y="61"/>
                </a:lnTo>
                <a:lnTo>
                  <a:pt x="296" y="61"/>
                </a:lnTo>
                <a:lnTo>
                  <a:pt x="297" y="61"/>
                </a:lnTo>
                <a:lnTo>
                  <a:pt x="297" y="60"/>
                </a:lnTo>
                <a:lnTo>
                  <a:pt x="298" y="61"/>
                </a:lnTo>
                <a:lnTo>
                  <a:pt x="299" y="60"/>
                </a:lnTo>
                <a:lnTo>
                  <a:pt x="300" y="60"/>
                </a:lnTo>
                <a:lnTo>
                  <a:pt x="301" y="60"/>
                </a:lnTo>
                <a:lnTo>
                  <a:pt x="301" y="59"/>
                </a:lnTo>
                <a:lnTo>
                  <a:pt x="300" y="59"/>
                </a:lnTo>
                <a:lnTo>
                  <a:pt x="301" y="59"/>
                </a:lnTo>
                <a:lnTo>
                  <a:pt x="301" y="58"/>
                </a:lnTo>
                <a:lnTo>
                  <a:pt x="302" y="58"/>
                </a:lnTo>
                <a:lnTo>
                  <a:pt x="302" y="57"/>
                </a:lnTo>
                <a:lnTo>
                  <a:pt x="301" y="57"/>
                </a:lnTo>
                <a:lnTo>
                  <a:pt x="302" y="56"/>
                </a:lnTo>
                <a:lnTo>
                  <a:pt x="302" y="55"/>
                </a:lnTo>
                <a:lnTo>
                  <a:pt x="302" y="54"/>
                </a:lnTo>
                <a:lnTo>
                  <a:pt x="301" y="54"/>
                </a:lnTo>
                <a:lnTo>
                  <a:pt x="300" y="53"/>
                </a:lnTo>
                <a:lnTo>
                  <a:pt x="300" y="52"/>
                </a:lnTo>
                <a:lnTo>
                  <a:pt x="300" y="51"/>
                </a:lnTo>
                <a:lnTo>
                  <a:pt x="300" y="50"/>
                </a:lnTo>
                <a:lnTo>
                  <a:pt x="299" y="50"/>
                </a:lnTo>
                <a:lnTo>
                  <a:pt x="299" y="49"/>
                </a:lnTo>
                <a:lnTo>
                  <a:pt x="300" y="48"/>
                </a:lnTo>
                <a:lnTo>
                  <a:pt x="300" y="47"/>
                </a:lnTo>
                <a:lnTo>
                  <a:pt x="301" y="47"/>
                </a:lnTo>
                <a:lnTo>
                  <a:pt x="301" y="46"/>
                </a:lnTo>
                <a:lnTo>
                  <a:pt x="301" y="45"/>
                </a:lnTo>
                <a:lnTo>
                  <a:pt x="302" y="44"/>
                </a:lnTo>
                <a:lnTo>
                  <a:pt x="303" y="44"/>
                </a:lnTo>
                <a:lnTo>
                  <a:pt x="302" y="44"/>
                </a:lnTo>
                <a:lnTo>
                  <a:pt x="302" y="43"/>
                </a:lnTo>
                <a:lnTo>
                  <a:pt x="300" y="40"/>
                </a:lnTo>
                <a:lnTo>
                  <a:pt x="299" y="40"/>
                </a:lnTo>
                <a:lnTo>
                  <a:pt x="299" y="39"/>
                </a:lnTo>
                <a:lnTo>
                  <a:pt x="298" y="39"/>
                </a:lnTo>
                <a:lnTo>
                  <a:pt x="298" y="38"/>
                </a:lnTo>
                <a:lnTo>
                  <a:pt x="299" y="35"/>
                </a:lnTo>
                <a:lnTo>
                  <a:pt x="300" y="34"/>
                </a:lnTo>
                <a:lnTo>
                  <a:pt x="302" y="33"/>
                </a:lnTo>
                <a:lnTo>
                  <a:pt x="303" y="33"/>
                </a:lnTo>
                <a:lnTo>
                  <a:pt x="304" y="33"/>
                </a:lnTo>
                <a:lnTo>
                  <a:pt x="304" y="32"/>
                </a:lnTo>
                <a:lnTo>
                  <a:pt x="304" y="31"/>
                </a:lnTo>
                <a:lnTo>
                  <a:pt x="303" y="31"/>
                </a:lnTo>
                <a:lnTo>
                  <a:pt x="302" y="31"/>
                </a:lnTo>
                <a:lnTo>
                  <a:pt x="302" y="30"/>
                </a:lnTo>
                <a:lnTo>
                  <a:pt x="302" y="29"/>
                </a:lnTo>
                <a:lnTo>
                  <a:pt x="301" y="28"/>
                </a:lnTo>
                <a:lnTo>
                  <a:pt x="301" y="27"/>
                </a:lnTo>
                <a:lnTo>
                  <a:pt x="300" y="27"/>
                </a:lnTo>
                <a:lnTo>
                  <a:pt x="299" y="27"/>
                </a:lnTo>
                <a:lnTo>
                  <a:pt x="298" y="27"/>
                </a:lnTo>
                <a:lnTo>
                  <a:pt x="297" y="27"/>
                </a:lnTo>
                <a:lnTo>
                  <a:pt x="296" y="27"/>
                </a:lnTo>
                <a:lnTo>
                  <a:pt x="295" y="27"/>
                </a:lnTo>
                <a:lnTo>
                  <a:pt x="295" y="28"/>
                </a:lnTo>
                <a:lnTo>
                  <a:pt x="294" y="27"/>
                </a:lnTo>
                <a:lnTo>
                  <a:pt x="293" y="27"/>
                </a:lnTo>
                <a:lnTo>
                  <a:pt x="293" y="28"/>
                </a:lnTo>
                <a:lnTo>
                  <a:pt x="292" y="28"/>
                </a:lnTo>
                <a:lnTo>
                  <a:pt x="291" y="27"/>
                </a:lnTo>
                <a:lnTo>
                  <a:pt x="290" y="27"/>
                </a:lnTo>
                <a:lnTo>
                  <a:pt x="289" y="27"/>
                </a:lnTo>
                <a:lnTo>
                  <a:pt x="289" y="26"/>
                </a:lnTo>
                <a:lnTo>
                  <a:pt x="289" y="25"/>
                </a:lnTo>
                <a:lnTo>
                  <a:pt x="289" y="24"/>
                </a:lnTo>
                <a:lnTo>
                  <a:pt x="289" y="23"/>
                </a:lnTo>
                <a:lnTo>
                  <a:pt x="288" y="22"/>
                </a:lnTo>
                <a:lnTo>
                  <a:pt x="288" y="21"/>
                </a:lnTo>
                <a:lnTo>
                  <a:pt x="288" y="20"/>
                </a:lnTo>
                <a:lnTo>
                  <a:pt x="288" y="19"/>
                </a:lnTo>
                <a:lnTo>
                  <a:pt x="288" y="18"/>
                </a:lnTo>
                <a:lnTo>
                  <a:pt x="289" y="19"/>
                </a:lnTo>
                <a:lnTo>
                  <a:pt x="290" y="19"/>
                </a:lnTo>
                <a:lnTo>
                  <a:pt x="290" y="18"/>
                </a:lnTo>
                <a:lnTo>
                  <a:pt x="291" y="18"/>
                </a:lnTo>
                <a:lnTo>
                  <a:pt x="292" y="18"/>
                </a:lnTo>
                <a:lnTo>
                  <a:pt x="292" y="19"/>
                </a:lnTo>
                <a:lnTo>
                  <a:pt x="292" y="20"/>
                </a:lnTo>
                <a:lnTo>
                  <a:pt x="292" y="21"/>
                </a:lnTo>
                <a:lnTo>
                  <a:pt x="293" y="22"/>
                </a:lnTo>
                <a:lnTo>
                  <a:pt x="294" y="22"/>
                </a:lnTo>
                <a:lnTo>
                  <a:pt x="295" y="22"/>
                </a:lnTo>
                <a:lnTo>
                  <a:pt x="295" y="21"/>
                </a:lnTo>
                <a:lnTo>
                  <a:pt x="295" y="19"/>
                </a:lnTo>
                <a:lnTo>
                  <a:pt x="296" y="18"/>
                </a:lnTo>
                <a:lnTo>
                  <a:pt x="297" y="18"/>
                </a:lnTo>
                <a:lnTo>
                  <a:pt x="298" y="18"/>
                </a:lnTo>
                <a:lnTo>
                  <a:pt x="298" y="17"/>
                </a:lnTo>
                <a:lnTo>
                  <a:pt x="298" y="16"/>
                </a:lnTo>
                <a:lnTo>
                  <a:pt x="299" y="16"/>
                </a:lnTo>
                <a:lnTo>
                  <a:pt x="300" y="16"/>
                </a:lnTo>
                <a:lnTo>
                  <a:pt x="300" y="17"/>
                </a:lnTo>
                <a:lnTo>
                  <a:pt x="301" y="17"/>
                </a:lnTo>
                <a:lnTo>
                  <a:pt x="303" y="17"/>
                </a:lnTo>
                <a:lnTo>
                  <a:pt x="304" y="16"/>
                </a:lnTo>
                <a:lnTo>
                  <a:pt x="304" y="15"/>
                </a:lnTo>
                <a:lnTo>
                  <a:pt x="305" y="15"/>
                </a:lnTo>
                <a:lnTo>
                  <a:pt x="306" y="14"/>
                </a:lnTo>
                <a:lnTo>
                  <a:pt x="307" y="13"/>
                </a:lnTo>
                <a:lnTo>
                  <a:pt x="308" y="13"/>
                </a:lnTo>
                <a:lnTo>
                  <a:pt x="308" y="12"/>
                </a:lnTo>
                <a:lnTo>
                  <a:pt x="309" y="12"/>
                </a:lnTo>
                <a:lnTo>
                  <a:pt x="309" y="10"/>
                </a:lnTo>
                <a:lnTo>
                  <a:pt x="310" y="9"/>
                </a:lnTo>
                <a:lnTo>
                  <a:pt x="311" y="9"/>
                </a:lnTo>
                <a:lnTo>
                  <a:pt x="312" y="10"/>
                </a:lnTo>
                <a:lnTo>
                  <a:pt x="313" y="10"/>
                </a:lnTo>
                <a:lnTo>
                  <a:pt x="313" y="9"/>
                </a:lnTo>
                <a:lnTo>
                  <a:pt x="313" y="8"/>
                </a:lnTo>
                <a:lnTo>
                  <a:pt x="312" y="8"/>
                </a:lnTo>
                <a:lnTo>
                  <a:pt x="312" y="7"/>
                </a:lnTo>
                <a:lnTo>
                  <a:pt x="312" y="6"/>
                </a:lnTo>
                <a:lnTo>
                  <a:pt x="313" y="5"/>
                </a:lnTo>
                <a:lnTo>
                  <a:pt x="315" y="5"/>
                </a:lnTo>
                <a:lnTo>
                  <a:pt x="315" y="4"/>
                </a:lnTo>
                <a:lnTo>
                  <a:pt x="314" y="4"/>
                </a:lnTo>
                <a:lnTo>
                  <a:pt x="314" y="3"/>
                </a:lnTo>
                <a:lnTo>
                  <a:pt x="315" y="2"/>
                </a:lnTo>
                <a:lnTo>
                  <a:pt x="316" y="2"/>
                </a:lnTo>
                <a:lnTo>
                  <a:pt x="316" y="3"/>
                </a:lnTo>
                <a:lnTo>
                  <a:pt x="316" y="4"/>
                </a:lnTo>
                <a:lnTo>
                  <a:pt x="317" y="4"/>
                </a:lnTo>
                <a:lnTo>
                  <a:pt x="317" y="5"/>
                </a:lnTo>
                <a:lnTo>
                  <a:pt x="317" y="4"/>
                </a:lnTo>
                <a:lnTo>
                  <a:pt x="318" y="4"/>
                </a:lnTo>
                <a:lnTo>
                  <a:pt x="319" y="4"/>
                </a:lnTo>
                <a:lnTo>
                  <a:pt x="319" y="3"/>
                </a:lnTo>
                <a:lnTo>
                  <a:pt x="320" y="3"/>
                </a:lnTo>
                <a:lnTo>
                  <a:pt x="320" y="2"/>
                </a:lnTo>
                <a:lnTo>
                  <a:pt x="320" y="1"/>
                </a:lnTo>
                <a:lnTo>
                  <a:pt x="322" y="0"/>
                </a:lnTo>
                <a:lnTo>
                  <a:pt x="323" y="0"/>
                </a:lnTo>
                <a:lnTo>
                  <a:pt x="324" y="1"/>
                </a:lnTo>
                <a:lnTo>
                  <a:pt x="325" y="1"/>
                </a:lnTo>
                <a:lnTo>
                  <a:pt x="326" y="1"/>
                </a:lnTo>
                <a:lnTo>
                  <a:pt x="326" y="2"/>
                </a:lnTo>
                <a:lnTo>
                  <a:pt x="327" y="2"/>
                </a:lnTo>
                <a:lnTo>
                  <a:pt x="327" y="1"/>
                </a:lnTo>
                <a:lnTo>
                  <a:pt x="327" y="0"/>
                </a:lnTo>
                <a:lnTo>
                  <a:pt x="328" y="0"/>
                </a:lnTo>
                <a:lnTo>
                  <a:pt x="329" y="0"/>
                </a:lnTo>
                <a:lnTo>
                  <a:pt x="328" y="0"/>
                </a:lnTo>
                <a:lnTo>
                  <a:pt x="328" y="1"/>
                </a:lnTo>
                <a:lnTo>
                  <a:pt x="329" y="2"/>
                </a:lnTo>
                <a:lnTo>
                  <a:pt x="329" y="4"/>
                </a:lnTo>
                <a:lnTo>
                  <a:pt x="329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78" name=""/>
          <p:cNvSpPr/>
          <p:nvPr/>
        </p:nvSpPr>
        <p:spPr>
          <a:xfrm>
            <a:off x="6769080" y="43297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4"/>
                </a:move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1" y="1"/>
                </a:lnTo>
                <a:lnTo>
                  <a:pt x="1" y="3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79" name=""/>
          <p:cNvSpPr/>
          <p:nvPr/>
        </p:nvSpPr>
        <p:spPr>
          <a:xfrm>
            <a:off x="6769800" y="432828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4" y="1"/>
                </a:moveTo>
                <a:lnTo>
                  <a:pt x="4" y="2"/>
                </a:lnTo>
                <a:lnTo>
                  <a:pt x="6" y="2"/>
                </a:lnTo>
                <a:lnTo>
                  <a:pt x="6" y="1"/>
                </a:lnTo>
                <a:lnTo>
                  <a:pt x="6" y="2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3" y="2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80" name=""/>
          <p:cNvSpPr/>
          <p:nvPr/>
        </p:nvSpPr>
        <p:spPr>
          <a:xfrm>
            <a:off x="6759720" y="43268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2"/>
                </a:moveTo>
                <a:lnTo>
                  <a:pt x="4" y="2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81" name=""/>
          <p:cNvSpPr/>
          <p:nvPr/>
        </p:nvSpPr>
        <p:spPr>
          <a:xfrm>
            <a:off x="6758280" y="43264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4" y="3"/>
                </a:moveTo>
                <a:lnTo>
                  <a:pt x="3" y="3"/>
                </a:lnTo>
                <a:lnTo>
                  <a:pt x="1" y="3"/>
                </a:lnTo>
                <a:lnTo>
                  <a:pt x="1" y="5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82" name=""/>
          <p:cNvSpPr/>
          <p:nvPr/>
        </p:nvSpPr>
        <p:spPr>
          <a:xfrm>
            <a:off x="6773040" y="43261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83" name=""/>
          <p:cNvSpPr/>
          <p:nvPr/>
        </p:nvSpPr>
        <p:spPr>
          <a:xfrm>
            <a:off x="6760440" y="432504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4" y="1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5"/>
                </a:lnTo>
                <a:lnTo>
                  <a:pt x="1" y="5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4" y="0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84" name=""/>
          <p:cNvSpPr/>
          <p:nvPr/>
        </p:nvSpPr>
        <p:spPr>
          <a:xfrm>
            <a:off x="6762960" y="43250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85" name=""/>
          <p:cNvSpPr/>
          <p:nvPr/>
        </p:nvSpPr>
        <p:spPr>
          <a:xfrm>
            <a:off x="6762600" y="43250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86" name=""/>
          <p:cNvSpPr/>
          <p:nvPr/>
        </p:nvSpPr>
        <p:spPr>
          <a:xfrm>
            <a:off x="6759000" y="43239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1"/>
                </a:moveTo>
                <a:lnTo>
                  <a:pt x="2" y="1"/>
                </a:lnTo>
                <a:lnTo>
                  <a:pt x="2" y="3"/>
                </a:lnTo>
                <a:lnTo>
                  <a:pt x="3" y="3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2" y="3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87" name=""/>
          <p:cNvSpPr/>
          <p:nvPr/>
        </p:nvSpPr>
        <p:spPr>
          <a:xfrm>
            <a:off x="6769080" y="43236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88" name=""/>
          <p:cNvSpPr/>
          <p:nvPr/>
        </p:nvSpPr>
        <p:spPr>
          <a:xfrm>
            <a:off x="6765840" y="4323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89" name=""/>
          <p:cNvSpPr/>
          <p:nvPr/>
        </p:nvSpPr>
        <p:spPr>
          <a:xfrm>
            <a:off x="6769440" y="4323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90" name=""/>
          <p:cNvSpPr/>
          <p:nvPr/>
        </p:nvSpPr>
        <p:spPr>
          <a:xfrm>
            <a:off x="6766200" y="43232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0" y="0"/>
                </a:lnTo>
                <a:lnTo>
                  <a:pt x="2" y="2"/>
                </a:lnTo>
                <a:lnTo>
                  <a:pt x="4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91" name=""/>
          <p:cNvSpPr/>
          <p:nvPr/>
        </p:nvSpPr>
        <p:spPr>
          <a:xfrm>
            <a:off x="6759000" y="43236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92" name=""/>
          <p:cNvSpPr/>
          <p:nvPr/>
        </p:nvSpPr>
        <p:spPr>
          <a:xfrm>
            <a:off x="6768720" y="43232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93" name=""/>
          <p:cNvSpPr/>
          <p:nvPr/>
        </p:nvSpPr>
        <p:spPr>
          <a:xfrm>
            <a:off x="6768000" y="4322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94" name=""/>
          <p:cNvSpPr/>
          <p:nvPr/>
        </p:nvSpPr>
        <p:spPr>
          <a:xfrm>
            <a:off x="6759000" y="4321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95" name=""/>
          <p:cNvSpPr/>
          <p:nvPr/>
        </p:nvSpPr>
        <p:spPr>
          <a:xfrm>
            <a:off x="6769800" y="432108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3" y="3"/>
                </a:move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1"/>
                </a:lnTo>
                <a:lnTo>
                  <a:pt x="3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96" name=""/>
          <p:cNvSpPr/>
          <p:nvPr/>
        </p:nvSpPr>
        <p:spPr>
          <a:xfrm>
            <a:off x="6765120" y="43207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97" name=""/>
          <p:cNvSpPr/>
          <p:nvPr/>
        </p:nvSpPr>
        <p:spPr>
          <a:xfrm>
            <a:off x="6762960" y="431928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2" y="6"/>
                </a:move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lnTo>
                  <a:pt x="2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98" name=""/>
          <p:cNvSpPr/>
          <p:nvPr/>
        </p:nvSpPr>
        <p:spPr>
          <a:xfrm>
            <a:off x="6759360" y="43200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99" name=""/>
          <p:cNvSpPr/>
          <p:nvPr/>
        </p:nvSpPr>
        <p:spPr>
          <a:xfrm>
            <a:off x="6762240" y="43185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00" name=""/>
          <p:cNvSpPr/>
          <p:nvPr/>
        </p:nvSpPr>
        <p:spPr>
          <a:xfrm>
            <a:off x="6761880" y="43095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1"/>
                </a:moveTo>
                <a:lnTo>
                  <a:pt x="4" y="3"/>
                </a:lnTo>
                <a:lnTo>
                  <a:pt x="4" y="4"/>
                </a:lnTo>
                <a:lnTo>
                  <a:pt x="3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01" name=""/>
          <p:cNvSpPr/>
          <p:nvPr/>
        </p:nvSpPr>
        <p:spPr>
          <a:xfrm>
            <a:off x="6763680" y="4306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02" name=""/>
          <p:cNvSpPr/>
          <p:nvPr/>
        </p:nvSpPr>
        <p:spPr>
          <a:xfrm>
            <a:off x="6763680" y="43059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03" name=""/>
          <p:cNvSpPr/>
          <p:nvPr/>
        </p:nvSpPr>
        <p:spPr>
          <a:xfrm>
            <a:off x="6772680" y="432504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5" y="4"/>
                </a:move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3" y="2"/>
                </a:lnTo>
                <a:lnTo>
                  <a:pt x="3" y="4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5" y="2"/>
                </a:lnTo>
                <a:lnTo>
                  <a:pt x="5" y="0"/>
                </a:lnTo>
                <a:lnTo>
                  <a:pt x="7" y="0"/>
                </a:lnTo>
                <a:lnTo>
                  <a:pt x="7" y="2"/>
                </a:lnTo>
                <a:lnTo>
                  <a:pt x="5" y="2"/>
                </a:lnTo>
                <a:lnTo>
                  <a:pt x="5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04" name=""/>
          <p:cNvSpPr/>
          <p:nvPr/>
        </p:nvSpPr>
        <p:spPr>
          <a:xfrm>
            <a:off x="6774840" y="432468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2" y="0"/>
                </a:move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5" y="3"/>
                </a:lnTo>
                <a:lnTo>
                  <a:pt x="4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05" name=""/>
          <p:cNvSpPr/>
          <p:nvPr/>
        </p:nvSpPr>
        <p:spPr>
          <a:xfrm>
            <a:off x="6775920" y="4322880"/>
            <a:ext cx="3600" cy="2160"/>
          </a:xfrm>
          <a:custGeom>
            <a:avLst/>
            <a:gdLst/>
            <a:ahLst/>
            <a:rect l="0" t="0" r="r" b="b"/>
            <a:pathLst>
              <a:path w="10" h="6">
                <a:moveTo>
                  <a:pt x="10" y="0"/>
                </a:moveTo>
                <a:lnTo>
                  <a:pt x="9" y="1"/>
                </a:lnTo>
                <a:lnTo>
                  <a:pt x="9" y="3"/>
                </a:lnTo>
                <a:lnTo>
                  <a:pt x="8" y="3"/>
                </a:lnTo>
                <a:lnTo>
                  <a:pt x="8" y="4"/>
                </a:lnTo>
                <a:lnTo>
                  <a:pt x="8" y="3"/>
                </a:lnTo>
                <a:lnTo>
                  <a:pt x="8" y="4"/>
                </a:lnTo>
                <a:lnTo>
                  <a:pt x="7" y="4"/>
                </a:lnTo>
                <a:lnTo>
                  <a:pt x="7" y="3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  <a:lnTo>
                  <a:pt x="1" y="5"/>
                </a:lnTo>
                <a:lnTo>
                  <a:pt x="1" y="6"/>
                </a:lnTo>
                <a:lnTo>
                  <a:pt x="1" y="5"/>
                </a:lnTo>
                <a:lnTo>
                  <a:pt x="0" y="5"/>
                </a:lnTo>
                <a:lnTo>
                  <a:pt x="1" y="4"/>
                </a:lnTo>
                <a:lnTo>
                  <a:pt x="3" y="4"/>
                </a:lnTo>
                <a:lnTo>
                  <a:pt x="4" y="3"/>
                </a:lnTo>
                <a:lnTo>
                  <a:pt x="5" y="3"/>
                </a:lnTo>
                <a:lnTo>
                  <a:pt x="6" y="3"/>
                </a:lnTo>
                <a:lnTo>
                  <a:pt x="5" y="3"/>
                </a:lnTo>
                <a:lnTo>
                  <a:pt x="6" y="3"/>
                </a:lnTo>
                <a:lnTo>
                  <a:pt x="6" y="1"/>
                </a:lnTo>
                <a:lnTo>
                  <a:pt x="9" y="1"/>
                </a:lnTo>
                <a:lnTo>
                  <a:pt x="9" y="0"/>
                </a:lnTo>
                <a:lnTo>
                  <a:pt x="1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06" name=""/>
          <p:cNvSpPr/>
          <p:nvPr/>
        </p:nvSpPr>
        <p:spPr>
          <a:xfrm>
            <a:off x="6789600" y="43088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07" name=""/>
          <p:cNvSpPr/>
          <p:nvPr/>
        </p:nvSpPr>
        <p:spPr>
          <a:xfrm>
            <a:off x="6788880" y="430776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2"/>
                </a:move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08" name=""/>
          <p:cNvSpPr/>
          <p:nvPr/>
        </p:nvSpPr>
        <p:spPr>
          <a:xfrm>
            <a:off x="6796080" y="43059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09" name=""/>
          <p:cNvSpPr/>
          <p:nvPr/>
        </p:nvSpPr>
        <p:spPr>
          <a:xfrm>
            <a:off x="6789600" y="430344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2"/>
                </a:moveTo>
                <a:lnTo>
                  <a:pt x="2" y="2"/>
                </a:lnTo>
                <a:lnTo>
                  <a:pt x="2" y="3"/>
                </a:lnTo>
                <a:lnTo>
                  <a:pt x="4" y="3"/>
                </a:lnTo>
                <a:lnTo>
                  <a:pt x="4" y="5"/>
                </a:lnTo>
                <a:lnTo>
                  <a:pt x="2" y="5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10" name=""/>
          <p:cNvSpPr/>
          <p:nvPr/>
        </p:nvSpPr>
        <p:spPr>
          <a:xfrm>
            <a:off x="6792120" y="4303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11" name=""/>
          <p:cNvSpPr/>
          <p:nvPr/>
        </p:nvSpPr>
        <p:spPr>
          <a:xfrm>
            <a:off x="6819840" y="430128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12" name=""/>
          <p:cNvSpPr/>
          <p:nvPr/>
        </p:nvSpPr>
        <p:spPr>
          <a:xfrm>
            <a:off x="6789960" y="43005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13" name=""/>
          <p:cNvSpPr/>
          <p:nvPr/>
        </p:nvSpPr>
        <p:spPr>
          <a:xfrm>
            <a:off x="6788520" y="43005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14" name=""/>
          <p:cNvSpPr/>
          <p:nvPr/>
        </p:nvSpPr>
        <p:spPr>
          <a:xfrm>
            <a:off x="6789960" y="43002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15" name=""/>
          <p:cNvSpPr/>
          <p:nvPr/>
        </p:nvSpPr>
        <p:spPr>
          <a:xfrm>
            <a:off x="6787800" y="42987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16" name=""/>
          <p:cNvSpPr/>
          <p:nvPr/>
        </p:nvSpPr>
        <p:spPr>
          <a:xfrm>
            <a:off x="6798960" y="42980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1"/>
                </a:moveTo>
                <a:lnTo>
                  <a:pt x="3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17" name=""/>
          <p:cNvSpPr/>
          <p:nvPr/>
        </p:nvSpPr>
        <p:spPr>
          <a:xfrm>
            <a:off x="6807240" y="4297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18" name=""/>
          <p:cNvSpPr/>
          <p:nvPr/>
        </p:nvSpPr>
        <p:spPr>
          <a:xfrm>
            <a:off x="6804720" y="42962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19" name=""/>
          <p:cNvSpPr/>
          <p:nvPr/>
        </p:nvSpPr>
        <p:spPr>
          <a:xfrm>
            <a:off x="6811200" y="42919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20" name=""/>
          <p:cNvSpPr/>
          <p:nvPr/>
        </p:nvSpPr>
        <p:spPr>
          <a:xfrm>
            <a:off x="6875280" y="4278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21" name=""/>
          <p:cNvSpPr/>
          <p:nvPr/>
        </p:nvSpPr>
        <p:spPr>
          <a:xfrm>
            <a:off x="6876000" y="42778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22" name=""/>
          <p:cNvSpPr/>
          <p:nvPr/>
        </p:nvSpPr>
        <p:spPr>
          <a:xfrm>
            <a:off x="6864480" y="4270680"/>
            <a:ext cx="6840" cy="3600"/>
          </a:xfrm>
          <a:custGeom>
            <a:avLst/>
            <a:gdLst/>
            <a:ahLst/>
            <a:rect l="0" t="0" r="r" b="b"/>
            <a:pathLst>
              <a:path w="19" h="10">
                <a:moveTo>
                  <a:pt x="17" y="1"/>
                </a:moveTo>
                <a:lnTo>
                  <a:pt x="17" y="2"/>
                </a:lnTo>
                <a:lnTo>
                  <a:pt x="18" y="2"/>
                </a:lnTo>
                <a:lnTo>
                  <a:pt x="19" y="3"/>
                </a:lnTo>
                <a:lnTo>
                  <a:pt x="19" y="5"/>
                </a:lnTo>
                <a:lnTo>
                  <a:pt x="18" y="5"/>
                </a:lnTo>
                <a:lnTo>
                  <a:pt x="18" y="6"/>
                </a:lnTo>
                <a:lnTo>
                  <a:pt x="18" y="7"/>
                </a:lnTo>
                <a:lnTo>
                  <a:pt x="19" y="8"/>
                </a:lnTo>
                <a:lnTo>
                  <a:pt x="18" y="8"/>
                </a:lnTo>
                <a:lnTo>
                  <a:pt x="18" y="9"/>
                </a:lnTo>
                <a:lnTo>
                  <a:pt x="17" y="9"/>
                </a:lnTo>
                <a:lnTo>
                  <a:pt x="17" y="10"/>
                </a:lnTo>
                <a:lnTo>
                  <a:pt x="17" y="9"/>
                </a:lnTo>
                <a:lnTo>
                  <a:pt x="16" y="9"/>
                </a:lnTo>
                <a:lnTo>
                  <a:pt x="15" y="9"/>
                </a:lnTo>
                <a:lnTo>
                  <a:pt x="15" y="10"/>
                </a:lnTo>
                <a:lnTo>
                  <a:pt x="15" y="9"/>
                </a:lnTo>
                <a:lnTo>
                  <a:pt x="15" y="8"/>
                </a:lnTo>
                <a:lnTo>
                  <a:pt x="14" y="8"/>
                </a:lnTo>
                <a:lnTo>
                  <a:pt x="13" y="8"/>
                </a:lnTo>
                <a:lnTo>
                  <a:pt x="12" y="8"/>
                </a:lnTo>
                <a:lnTo>
                  <a:pt x="11" y="8"/>
                </a:lnTo>
                <a:lnTo>
                  <a:pt x="11" y="9"/>
                </a:lnTo>
                <a:lnTo>
                  <a:pt x="10" y="9"/>
                </a:lnTo>
                <a:lnTo>
                  <a:pt x="9" y="9"/>
                </a:lnTo>
                <a:lnTo>
                  <a:pt x="9" y="8"/>
                </a:lnTo>
                <a:lnTo>
                  <a:pt x="8" y="8"/>
                </a:lnTo>
                <a:lnTo>
                  <a:pt x="7" y="8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4" y="8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6" y="5"/>
                </a:lnTo>
                <a:lnTo>
                  <a:pt x="7" y="5"/>
                </a:lnTo>
                <a:lnTo>
                  <a:pt x="8" y="6"/>
                </a:lnTo>
                <a:lnTo>
                  <a:pt x="8" y="5"/>
                </a:lnTo>
                <a:lnTo>
                  <a:pt x="9" y="5"/>
                </a:lnTo>
                <a:lnTo>
                  <a:pt x="9" y="3"/>
                </a:lnTo>
                <a:lnTo>
                  <a:pt x="10" y="3"/>
                </a:lnTo>
                <a:lnTo>
                  <a:pt x="10" y="2"/>
                </a:lnTo>
                <a:lnTo>
                  <a:pt x="10" y="1"/>
                </a:lnTo>
                <a:lnTo>
                  <a:pt x="11" y="1"/>
                </a:lnTo>
                <a:lnTo>
                  <a:pt x="13" y="1"/>
                </a:lnTo>
                <a:lnTo>
                  <a:pt x="13" y="2"/>
                </a:lnTo>
                <a:lnTo>
                  <a:pt x="14" y="2"/>
                </a:lnTo>
                <a:lnTo>
                  <a:pt x="15" y="2"/>
                </a:lnTo>
                <a:lnTo>
                  <a:pt x="15" y="1"/>
                </a:lnTo>
                <a:lnTo>
                  <a:pt x="16" y="0"/>
                </a:lnTo>
                <a:lnTo>
                  <a:pt x="17" y="0"/>
                </a:lnTo>
                <a:lnTo>
                  <a:pt x="17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23" name=""/>
          <p:cNvSpPr/>
          <p:nvPr/>
        </p:nvSpPr>
        <p:spPr>
          <a:xfrm>
            <a:off x="6869520" y="42706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24" name=""/>
          <p:cNvSpPr/>
          <p:nvPr/>
        </p:nvSpPr>
        <p:spPr>
          <a:xfrm>
            <a:off x="6868080" y="42670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25" name=""/>
          <p:cNvSpPr/>
          <p:nvPr/>
        </p:nvSpPr>
        <p:spPr>
          <a:xfrm>
            <a:off x="6867000" y="42670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26" name=""/>
          <p:cNvSpPr/>
          <p:nvPr/>
        </p:nvSpPr>
        <p:spPr>
          <a:xfrm>
            <a:off x="6584760" y="4336920"/>
            <a:ext cx="2520" cy="5040"/>
          </a:xfrm>
          <a:custGeom>
            <a:avLst/>
            <a:gdLst/>
            <a:ahLst/>
            <a:rect l="0" t="0" r="r" b="b"/>
            <a:pathLst>
              <a:path w="7" h="14">
                <a:moveTo>
                  <a:pt x="6" y="4"/>
                </a:moveTo>
                <a:lnTo>
                  <a:pt x="5" y="4"/>
                </a:lnTo>
                <a:lnTo>
                  <a:pt x="5" y="5"/>
                </a:lnTo>
                <a:lnTo>
                  <a:pt x="5" y="6"/>
                </a:lnTo>
                <a:lnTo>
                  <a:pt x="5" y="8"/>
                </a:lnTo>
                <a:lnTo>
                  <a:pt x="5" y="9"/>
                </a:lnTo>
                <a:lnTo>
                  <a:pt x="4" y="9"/>
                </a:lnTo>
                <a:lnTo>
                  <a:pt x="4" y="10"/>
                </a:lnTo>
                <a:lnTo>
                  <a:pt x="4" y="11"/>
                </a:lnTo>
                <a:lnTo>
                  <a:pt x="3" y="11"/>
                </a:lnTo>
                <a:lnTo>
                  <a:pt x="3" y="12"/>
                </a:lnTo>
                <a:lnTo>
                  <a:pt x="4" y="12"/>
                </a:lnTo>
                <a:lnTo>
                  <a:pt x="4" y="14"/>
                </a:lnTo>
                <a:lnTo>
                  <a:pt x="3" y="14"/>
                </a:lnTo>
                <a:lnTo>
                  <a:pt x="1" y="13"/>
                </a:lnTo>
                <a:lnTo>
                  <a:pt x="1" y="11"/>
                </a:lnTo>
                <a:lnTo>
                  <a:pt x="0" y="9"/>
                </a:lnTo>
                <a:lnTo>
                  <a:pt x="1" y="8"/>
                </a:lnTo>
                <a:lnTo>
                  <a:pt x="1" y="6"/>
                </a:ln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4" y="3"/>
                </a:lnTo>
                <a:lnTo>
                  <a:pt x="4" y="2"/>
                </a:lnTo>
                <a:lnTo>
                  <a:pt x="4" y="1"/>
                </a:lnTo>
                <a:lnTo>
                  <a:pt x="5" y="0"/>
                </a:lnTo>
                <a:lnTo>
                  <a:pt x="5" y="1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lnTo>
                  <a:pt x="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27" name=""/>
          <p:cNvSpPr/>
          <p:nvPr/>
        </p:nvSpPr>
        <p:spPr>
          <a:xfrm>
            <a:off x="6585480" y="43372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28" name=""/>
          <p:cNvSpPr/>
          <p:nvPr/>
        </p:nvSpPr>
        <p:spPr>
          <a:xfrm>
            <a:off x="6585120" y="43358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29" name=""/>
          <p:cNvSpPr/>
          <p:nvPr/>
        </p:nvSpPr>
        <p:spPr>
          <a:xfrm>
            <a:off x="6593040" y="433476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0"/>
                </a:moveTo>
                <a:lnTo>
                  <a:pt x="4" y="1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30" name=""/>
          <p:cNvSpPr/>
          <p:nvPr/>
        </p:nvSpPr>
        <p:spPr>
          <a:xfrm>
            <a:off x="6592680" y="4334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31" name=""/>
          <p:cNvSpPr/>
          <p:nvPr/>
        </p:nvSpPr>
        <p:spPr>
          <a:xfrm>
            <a:off x="6592680" y="43336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4"/>
                </a:move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32" name=""/>
          <p:cNvSpPr/>
          <p:nvPr/>
        </p:nvSpPr>
        <p:spPr>
          <a:xfrm>
            <a:off x="6592680" y="4333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33" name=""/>
          <p:cNvSpPr/>
          <p:nvPr/>
        </p:nvSpPr>
        <p:spPr>
          <a:xfrm>
            <a:off x="6459120" y="4163760"/>
            <a:ext cx="247320" cy="183960"/>
          </a:xfrm>
          <a:custGeom>
            <a:avLst/>
            <a:gdLst/>
            <a:ahLst/>
            <a:rect l="0" t="0" r="r" b="b"/>
            <a:pathLst>
              <a:path w="687" h="511">
                <a:moveTo>
                  <a:pt x="592" y="5"/>
                </a:moveTo>
                <a:lnTo>
                  <a:pt x="592" y="4"/>
                </a:lnTo>
                <a:lnTo>
                  <a:pt x="593" y="4"/>
                </a:lnTo>
                <a:lnTo>
                  <a:pt x="594" y="5"/>
                </a:lnTo>
                <a:lnTo>
                  <a:pt x="595" y="5"/>
                </a:lnTo>
                <a:lnTo>
                  <a:pt x="595" y="6"/>
                </a:lnTo>
                <a:lnTo>
                  <a:pt x="596" y="6"/>
                </a:lnTo>
                <a:lnTo>
                  <a:pt x="597" y="6"/>
                </a:lnTo>
                <a:lnTo>
                  <a:pt x="598" y="6"/>
                </a:lnTo>
                <a:lnTo>
                  <a:pt x="598" y="7"/>
                </a:lnTo>
                <a:lnTo>
                  <a:pt x="599" y="7"/>
                </a:lnTo>
                <a:lnTo>
                  <a:pt x="599" y="8"/>
                </a:lnTo>
                <a:lnTo>
                  <a:pt x="600" y="8"/>
                </a:lnTo>
                <a:lnTo>
                  <a:pt x="601" y="8"/>
                </a:lnTo>
                <a:lnTo>
                  <a:pt x="602" y="8"/>
                </a:lnTo>
                <a:lnTo>
                  <a:pt x="604" y="8"/>
                </a:lnTo>
                <a:lnTo>
                  <a:pt x="606" y="8"/>
                </a:lnTo>
                <a:lnTo>
                  <a:pt x="606" y="7"/>
                </a:lnTo>
                <a:lnTo>
                  <a:pt x="607" y="8"/>
                </a:lnTo>
                <a:lnTo>
                  <a:pt x="608" y="8"/>
                </a:lnTo>
                <a:lnTo>
                  <a:pt x="609" y="8"/>
                </a:lnTo>
                <a:lnTo>
                  <a:pt x="609" y="9"/>
                </a:lnTo>
                <a:lnTo>
                  <a:pt x="609" y="10"/>
                </a:lnTo>
                <a:lnTo>
                  <a:pt x="609" y="11"/>
                </a:lnTo>
                <a:lnTo>
                  <a:pt x="610" y="12"/>
                </a:lnTo>
                <a:lnTo>
                  <a:pt x="611" y="12"/>
                </a:lnTo>
                <a:lnTo>
                  <a:pt x="611" y="11"/>
                </a:lnTo>
                <a:lnTo>
                  <a:pt x="611" y="12"/>
                </a:lnTo>
                <a:lnTo>
                  <a:pt x="612" y="12"/>
                </a:lnTo>
                <a:lnTo>
                  <a:pt x="613" y="12"/>
                </a:lnTo>
                <a:lnTo>
                  <a:pt x="614" y="12"/>
                </a:lnTo>
                <a:lnTo>
                  <a:pt x="614" y="11"/>
                </a:lnTo>
                <a:lnTo>
                  <a:pt x="615" y="11"/>
                </a:lnTo>
                <a:lnTo>
                  <a:pt x="616" y="11"/>
                </a:lnTo>
                <a:lnTo>
                  <a:pt x="617" y="12"/>
                </a:lnTo>
                <a:lnTo>
                  <a:pt x="617" y="13"/>
                </a:lnTo>
                <a:lnTo>
                  <a:pt x="617" y="15"/>
                </a:lnTo>
                <a:lnTo>
                  <a:pt x="617" y="16"/>
                </a:lnTo>
                <a:lnTo>
                  <a:pt x="616" y="17"/>
                </a:lnTo>
                <a:lnTo>
                  <a:pt x="615" y="18"/>
                </a:lnTo>
                <a:lnTo>
                  <a:pt x="615" y="20"/>
                </a:lnTo>
                <a:lnTo>
                  <a:pt x="616" y="20"/>
                </a:lnTo>
                <a:lnTo>
                  <a:pt x="616" y="21"/>
                </a:lnTo>
                <a:lnTo>
                  <a:pt x="616" y="22"/>
                </a:lnTo>
                <a:lnTo>
                  <a:pt x="615" y="22"/>
                </a:lnTo>
                <a:lnTo>
                  <a:pt x="615" y="23"/>
                </a:lnTo>
                <a:lnTo>
                  <a:pt x="614" y="23"/>
                </a:lnTo>
                <a:lnTo>
                  <a:pt x="614" y="24"/>
                </a:lnTo>
                <a:lnTo>
                  <a:pt x="614" y="25"/>
                </a:lnTo>
                <a:lnTo>
                  <a:pt x="615" y="26"/>
                </a:lnTo>
                <a:lnTo>
                  <a:pt x="615" y="27"/>
                </a:lnTo>
                <a:lnTo>
                  <a:pt x="614" y="28"/>
                </a:lnTo>
                <a:lnTo>
                  <a:pt x="614" y="29"/>
                </a:lnTo>
                <a:lnTo>
                  <a:pt x="613" y="31"/>
                </a:lnTo>
                <a:lnTo>
                  <a:pt x="614" y="32"/>
                </a:lnTo>
                <a:lnTo>
                  <a:pt x="614" y="33"/>
                </a:lnTo>
                <a:lnTo>
                  <a:pt x="615" y="33"/>
                </a:lnTo>
                <a:lnTo>
                  <a:pt x="615" y="34"/>
                </a:lnTo>
                <a:lnTo>
                  <a:pt x="614" y="34"/>
                </a:lnTo>
                <a:lnTo>
                  <a:pt x="612" y="34"/>
                </a:lnTo>
                <a:lnTo>
                  <a:pt x="611" y="36"/>
                </a:lnTo>
                <a:lnTo>
                  <a:pt x="611" y="37"/>
                </a:lnTo>
                <a:lnTo>
                  <a:pt x="610" y="38"/>
                </a:lnTo>
                <a:lnTo>
                  <a:pt x="610" y="39"/>
                </a:lnTo>
                <a:lnTo>
                  <a:pt x="609" y="41"/>
                </a:lnTo>
                <a:lnTo>
                  <a:pt x="609" y="42"/>
                </a:lnTo>
                <a:lnTo>
                  <a:pt x="608" y="43"/>
                </a:lnTo>
                <a:lnTo>
                  <a:pt x="609" y="44"/>
                </a:lnTo>
                <a:lnTo>
                  <a:pt x="610" y="44"/>
                </a:lnTo>
                <a:lnTo>
                  <a:pt x="609" y="45"/>
                </a:lnTo>
                <a:lnTo>
                  <a:pt x="610" y="45"/>
                </a:lnTo>
                <a:lnTo>
                  <a:pt x="611" y="45"/>
                </a:lnTo>
                <a:lnTo>
                  <a:pt x="611" y="46"/>
                </a:lnTo>
                <a:lnTo>
                  <a:pt x="611" y="47"/>
                </a:lnTo>
                <a:lnTo>
                  <a:pt x="611" y="48"/>
                </a:lnTo>
                <a:lnTo>
                  <a:pt x="611" y="49"/>
                </a:lnTo>
                <a:lnTo>
                  <a:pt x="612" y="50"/>
                </a:lnTo>
                <a:lnTo>
                  <a:pt x="613" y="50"/>
                </a:lnTo>
                <a:lnTo>
                  <a:pt x="613" y="51"/>
                </a:lnTo>
                <a:lnTo>
                  <a:pt x="613" y="52"/>
                </a:lnTo>
                <a:lnTo>
                  <a:pt x="613" y="53"/>
                </a:lnTo>
                <a:lnTo>
                  <a:pt x="614" y="53"/>
                </a:lnTo>
                <a:lnTo>
                  <a:pt x="615" y="53"/>
                </a:lnTo>
                <a:lnTo>
                  <a:pt x="616" y="53"/>
                </a:lnTo>
                <a:lnTo>
                  <a:pt x="617" y="54"/>
                </a:lnTo>
                <a:lnTo>
                  <a:pt x="617" y="53"/>
                </a:lnTo>
                <a:lnTo>
                  <a:pt x="617" y="52"/>
                </a:lnTo>
                <a:lnTo>
                  <a:pt x="618" y="52"/>
                </a:lnTo>
                <a:lnTo>
                  <a:pt x="618" y="51"/>
                </a:lnTo>
                <a:lnTo>
                  <a:pt x="619" y="50"/>
                </a:lnTo>
                <a:lnTo>
                  <a:pt x="620" y="50"/>
                </a:lnTo>
                <a:lnTo>
                  <a:pt x="620" y="49"/>
                </a:lnTo>
                <a:lnTo>
                  <a:pt x="621" y="49"/>
                </a:lnTo>
                <a:lnTo>
                  <a:pt x="622" y="48"/>
                </a:lnTo>
                <a:lnTo>
                  <a:pt x="622" y="49"/>
                </a:lnTo>
                <a:lnTo>
                  <a:pt x="622" y="50"/>
                </a:lnTo>
                <a:lnTo>
                  <a:pt x="623" y="50"/>
                </a:lnTo>
                <a:lnTo>
                  <a:pt x="624" y="50"/>
                </a:lnTo>
                <a:lnTo>
                  <a:pt x="624" y="49"/>
                </a:lnTo>
                <a:lnTo>
                  <a:pt x="625" y="49"/>
                </a:lnTo>
                <a:lnTo>
                  <a:pt x="625" y="50"/>
                </a:lnTo>
                <a:lnTo>
                  <a:pt x="626" y="51"/>
                </a:lnTo>
                <a:lnTo>
                  <a:pt x="627" y="51"/>
                </a:lnTo>
                <a:lnTo>
                  <a:pt x="628" y="52"/>
                </a:lnTo>
                <a:lnTo>
                  <a:pt x="629" y="51"/>
                </a:lnTo>
                <a:lnTo>
                  <a:pt x="630" y="51"/>
                </a:lnTo>
                <a:lnTo>
                  <a:pt x="631" y="51"/>
                </a:lnTo>
                <a:lnTo>
                  <a:pt x="632" y="51"/>
                </a:lnTo>
                <a:lnTo>
                  <a:pt x="633" y="51"/>
                </a:lnTo>
                <a:lnTo>
                  <a:pt x="632" y="51"/>
                </a:lnTo>
                <a:lnTo>
                  <a:pt x="632" y="52"/>
                </a:lnTo>
                <a:lnTo>
                  <a:pt x="633" y="52"/>
                </a:lnTo>
                <a:lnTo>
                  <a:pt x="634" y="52"/>
                </a:lnTo>
                <a:lnTo>
                  <a:pt x="635" y="52"/>
                </a:lnTo>
                <a:lnTo>
                  <a:pt x="635" y="53"/>
                </a:lnTo>
                <a:lnTo>
                  <a:pt x="635" y="54"/>
                </a:lnTo>
                <a:lnTo>
                  <a:pt x="634" y="54"/>
                </a:lnTo>
                <a:lnTo>
                  <a:pt x="633" y="54"/>
                </a:lnTo>
                <a:lnTo>
                  <a:pt x="632" y="54"/>
                </a:lnTo>
                <a:lnTo>
                  <a:pt x="632" y="55"/>
                </a:lnTo>
                <a:lnTo>
                  <a:pt x="631" y="55"/>
                </a:lnTo>
                <a:lnTo>
                  <a:pt x="630" y="55"/>
                </a:lnTo>
                <a:lnTo>
                  <a:pt x="629" y="56"/>
                </a:lnTo>
                <a:lnTo>
                  <a:pt x="629" y="57"/>
                </a:lnTo>
                <a:lnTo>
                  <a:pt x="629" y="58"/>
                </a:lnTo>
                <a:lnTo>
                  <a:pt x="630" y="58"/>
                </a:lnTo>
                <a:lnTo>
                  <a:pt x="631" y="59"/>
                </a:lnTo>
                <a:lnTo>
                  <a:pt x="630" y="59"/>
                </a:lnTo>
                <a:lnTo>
                  <a:pt x="630" y="60"/>
                </a:lnTo>
                <a:lnTo>
                  <a:pt x="631" y="61"/>
                </a:lnTo>
                <a:lnTo>
                  <a:pt x="631" y="63"/>
                </a:lnTo>
                <a:lnTo>
                  <a:pt x="630" y="63"/>
                </a:lnTo>
                <a:lnTo>
                  <a:pt x="629" y="63"/>
                </a:lnTo>
                <a:lnTo>
                  <a:pt x="628" y="63"/>
                </a:lnTo>
                <a:lnTo>
                  <a:pt x="627" y="64"/>
                </a:lnTo>
                <a:lnTo>
                  <a:pt x="627" y="65"/>
                </a:lnTo>
                <a:lnTo>
                  <a:pt x="626" y="66"/>
                </a:lnTo>
                <a:lnTo>
                  <a:pt x="625" y="66"/>
                </a:lnTo>
                <a:lnTo>
                  <a:pt x="624" y="66"/>
                </a:lnTo>
                <a:lnTo>
                  <a:pt x="623" y="66"/>
                </a:lnTo>
                <a:lnTo>
                  <a:pt x="623" y="67"/>
                </a:lnTo>
                <a:lnTo>
                  <a:pt x="622" y="67"/>
                </a:lnTo>
                <a:lnTo>
                  <a:pt x="621" y="67"/>
                </a:lnTo>
                <a:lnTo>
                  <a:pt x="621" y="66"/>
                </a:lnTo>
                <a:lnTo>
                  <a:pt x="620" y="66"/>
                </a:lnTo>
                <a:lnTo>
                  <a:pt x="620" y="67"/>
                </a:lnTo>
                <a:lnTo>
                  <a:pt x="619" y="67"/>
                </a:lnTo>
                <a:lnTo>
                  <a:pt x="619" y="68"/>
                </a:lnTo>
                <a:lnTo>
                  <a:pt x="619" y="69"/>
                </a:lnTo>
                <a:lnTo>
                  <a:pt x="619" y="71"/>
                </a:lnTo>
                <a:lnTo>
                  <a:pt x="620" y="71"/>
                </a:lnTo>
                <a:lnTo>
                  <a:pt x="620" y="73"/>
                </a:lnTo>
                <a:lnTo>
                  <a:pt x="619" y="73"/>
                </a:lnTo>
                <a:lnTo>
                  <a:pt x="619" y="74"/>
                </a:lnTo>
                <a:lnTo>
                  <a:pt x="619" y="75"/>
                </a:lnTo>
                <a:lnTo>
                  <a:pt x="619" y="76"/>
                </a:lnTo>
                <a:lnTo>
                  <a:pt x="620" y="77"/>
                </a:lnTo>
                <a:lnTo>
                  <a:pt x="620" y="78"/>
                </a:lnTo>
                <a:lnTo>
                  <a:pt x="621" y="78"/>
                </a:lnTo>
                <a:lnTo>
                  <a:pt x="621" y="79"/>
                </a:lnTo>
                <a:lnTo>
                  <a:pt x="622" y="79"/>
                </a:lnTo>
                <a:lnTo>
                  <a:pt x="622" y="80"/>
                </a:lnTo>
                <a:lnTo>
                  <a:pt x="621" y="80"/>
                </a:lnTo>
                <a:lnTo>
                  <a:pt x="621" y="81"/>
                </a:lnTo>
                <a:lnTo>
                  <a:pt x="621" y="82"/>
                </a:lnTo>
                <a:lnTo>
                  <a:pt x="620" y="84"/>
                </a:lnTo>
                <a:lnTo>
                  <a:pt x="620" y="85"/>
                </a:lnTo>
                <a:lnTo>
                  <a:pt x="620" y="86"/>
                </a:lnTo>
                <a:lnTo>
                  <a:pt x="621" y="87"/>
                </a:lnTo>
                <a:lnTo>
                  <a:pt x="620" y="88"/>
                </a:lnTo>
                <a:lnTo>
                  <a:pt x="620" y="90"/>
                </a:lnTo>
                <a:lnTo>
                  <a:pt x="620" y="91"/>
                </a:lnTo>
                <a:lnTo>
                  <a:pt x="619" y="91"/>
                </a:lnTo>
                <a:lnTo>
                  <a:pt x="619" y="92"/>
                </a:lnTo>
                <a:lnTo>
                  <a:pt x="618" y="93"/>
                </a:lnTo>
                <a:lnTo>
                  <a:pt x="618" y="94"/>
                </a:lnTo>
                <a:lnTo>
                  <a:pt x="618" y="95"/>
                </a:lnTo>
                <a:lnTo>
                  <a:pt x="618" y="96"/>
                </a:lnTo>
                <a:lnTo>
                  <a:pt x="617" y="97"/>
                </a:lnTo>
                <a:lnTo>
                  <a:pt x="616" y="98"/>
                </a:lnTo>
                <a:lnTo>
                  <a:pt x="615" y="98"/>
                </a:lnTo>
                <a:lnTo>
                  <a:pt x="614" y="99"/>
                </a:lnTo>
                <a:lnTo>
                  <a:pt x="614" y="101"/>
                </a:lnTo>
                <a:lnTo>
                  <a:pt x="612" y="103"/>
                </a:lnTo>
                <a:lnTo>
                  <a:pt x="611" y="103"/>
                </a:lnTo>
                <a:lnTo>
                  <a:pt x="611" y="104"/>
                </a:lnTo>
                <a:lnTo>
                  <a:pt x="610" y="104"/>
                </a:lnTo>
                <a:lnTo>
                  <a:pt x="608" y="104"/>
                </a:lnTo>
                <a:lnTo>
                  <a:pt x="607" y="104"/>
                </a:lnTo>
                <a:lnTo>
                  <a:pt x="607" y="105"/>
                </a:lnTo>
                <a:lnTo>
                  <a:pt x="606" y="106"/>
                </a:lnTo>
                <a:lnTo>
                  <a:pt x="605" y="107"/>
                </a:lnTo>
                <a:lnTo>
                  <a:pt x="605" y="108"/>
                </a:lnTo>
                <a:lnTo>
                  <a:pt x="604" y="110"/>
                </a:lnTo>
                <a:lnTo>
                  <a:pt x="603" y="111"/>
                </a:lnTo>
                <a:lnTo>
                  <a:pt x="602" y="111"/>
                </a:lnTo>
                <a:lnTo>
                  <a:pt x="602" y="112"/>
                </a:lnTo>
                <a:lnTo>
                  <a:pt x="601" y="112"/>
                </a:lnTo>
                <a:lnTo>
                  <a:pt x="600" y="112"/>
                </a:lnTo>
                <a:lnTo>
                  <a:pt x="600" y="113"/>
                </a:lnTo>
                <a:lnTo>
                  <a:pt x="600" y="114"/>
                </a:lnTo>
                <a:lnTo>
                  <a:pt x="601" y="114"/>
                </a:lnTo>
                <a:lnTo>
                  <a:pt x="601" y="115"/>
                </a:lnTo>
                <a:lnTo>
                  <a:pt x="601" y="116"/>
                </a:lnTo>
                <a:lnTo>
                  <a:pt x="601" y="117"/>
                </a:lnTo>
                <a:lnTo>
                  <a:pt x="601" y="119"/>
                </a:lnTo>
                <a:lnTo>
                  <a:pt x="601" y="120"/>
                </a:lnTo>
                <a:lnTo>
                  <a:pt x="600" y="120"/>
                </a:lnTo>
                <a:lnTo>
                  <a:pt x="599" y="120"/>
                </a:lnTo>
                <a:lnTo>
                  <a:pt x="598" y="121"/>
                </a:lnTo>
                <a:lnTo>
                  <a:pt x="597" y="122"/>
                </a:lnTo>
                <a:lnTo>
                  <a:pt x="596" y="122"/>
                </a:lnTo>
                <a:lnTo>
                  <a:pt x="594" y="123"/>
                </a:lnTo>
                <a:lnTo>
                  <a:pt x="593" y="124"/>
                </a:lnTo>
                <a:lnTo>
                  <a:pt x="592" y="124"/>
                </a:lnTo>
                <a:lnTo>
                  <a:pt x="591" y="124"/>
                </a:lnTo>
                <a:lnTo>
                  <a:pt x="591" y="125"/>
                </a:lnTo>
                <a:lnTo>
                  <a:pt x="591" y="126"/>
                </a:lnTo>
                <a:lnTo>
                  <a:pt x="590" y="126"/>
                </a:lnTo>
                <a:lnTo>
                  <a:pt x="590" y="128"/>
                </a:lnTo>
                <a:lnTo>
                  <a:pt x="590" y="129"/>
                </a:lnTo>
                <a:lnTo>
                  <a:pt x="589" y="130"/>
                </a:lnTo>
                <a:lnTo>
                  <a:pt x="589" y="131"/>
                </a:lnTo>
                <a:lnTo>
                  <a:pt x="589" y="132"/>
                </a:lnTo>
                <a:lnTo>
                  <a:pt x="588" y="133"/>
                </a:lnTo>
                <a:lnTo>
                  <a:pt x="587" y="135"/>
                </a:lnTo>
                <a:lnTo>
                  <a:pt x="587" y="136"/>
                </a:lnTo>
                <a:lnTo>
                  <a:pt x="586" y="136"/>
                </a:lnTo>
                <a:lnTo>
                  <a:pt x="586" y="137"/>
                </a:lnTo>
                <a:lnTo>
                  <a:pt x="587" y="138"/>
                </a:lnTo>
                <a:lnTo>
                  <a:pt x="587" y="139"/>
                </a:lnTo>
                <a:lnTo>
                  <a:pt x="587" y="140"/>
                </a:lnTo>
                <a:lnTo>
                  <a:pt x="587" y="141"/>
                </a:lnTo>
                <a:lnTo>
                  <a:pt x="588" y="142"/>
                </a:lnTo>
                <a:lnTo>
                  <a:pt x="589" y="143"/>
                </a:lnTo>
                <a:lnTo>
                  <a:pt x="589" y="144"/>
                </a:lnTo>
                <a:lnTo>
                  <a:pt x="588" y="144"/>
                </a:lnTo>
                <a:lnTo>
                  <a:pt x="588" y="145"/>
                </a:lnTo>
                <a:lnTo>
                  <a:pt x="589" y="145"/>
                </a:lnTo>
                <a:lnTo>
                  <a:pt x="590" y="145"/>
                </a:lnTo>
                <a:lnTo>
                  <a:pt x="590" y="146"/>
                </a:lnTo>
                <a:lnTo>
                  <a:pt x="590" y="147"/>
                </a:lnTo>
                <a:lnTo>
                  <a:pt x="590" y="148"/>
                </a:lnTo>
                <a:lnTo>
                  <a:pt x="590" y="149"/>
                </a:lnTo>
                <a:lnTo>
                  <a:pt x="589" y="149"/>
                </a:lnTo>
                <a:lnTo>
                  <a:pt x="589" y="150"/>
                </a:lnTo>
                <a:lnTo>
                  <a:pt x="590" y="150"/>
                </a:lnTo>
                <a:lnTo>
                  <a:pt x="590" y="149"/>
                </a:lnTo>
                <a:lnTo>
                  <a:pt x="591" y="149"/>
                </a:lnTo>
                <a:lnTo>
                  <a:pt x="591" y="150"/>
                </a:lnTo>
                <a:lnTo>
                  <a:pt x="592" y="150"/>
                </a:lnTo>
                <a:lnTo>
                  <a:pt x="592" y="149"/>
                </a:lnTo>
                <a:lnTo>
                  <a:pt x="593" y="148"/>
                </a:lnTo>
                <a:lnTo>
                  <a:pt x="594" y="148"/>
                </a:lnTo>
                <a:lnTo>
                  <a:pt x="594" y="149"/>
                </a:lnTo>
                <a:lnTo>
                  <a:pt x="595" y="149"/>
                </a:lnTo>
                <a:lnTo>
                  <a:pt x="596" y="149"/>
                </a:lnTo>
                <a:lnTo>
                  <a:pt x="597" y="148"/>
                </a:lnTo>
                <a:lnTo>
                  <a:pt x="598" y="148"/>
                </a:lnTo>
                <a:lnTo>
                  <a:pt x="599" y="147"/>
                </a:lnTo>
                <a:lnTo>
                  <a:pt x="600" y="148"/>
                </a:lnTo>
                <a:lnTo>
                  <a:pt x="600" y="147"/>
                </a:lnTo>
                <a:lnTo>
                  <a:pt x="600" y="146"/>
                </a:lnTo>
                <a:lnTo>
                  <a:pt x="600" y="145"/>
                </a:lnTo>
                <a:lnTo>
                  <a:pt x="600" y="144"/>
                </a:lnTo>
                <a:lnTo>
                  <a:pt x="600" y="143"/>
                </a:lnTo>
                <a:lnTo>
                  <a:pt x="601" y="143"/>
                </a:lnTo>
                <a:lnTo>
                  <a:pt x="601" y="142"/>
                </a:lnTo>
                <a:lnTo>
                  <a:pt x="600" y="141"/>
                </a:lnTo>
                <a:lnTo>
                  <a:pt x="601" y="140"/>
                </a:lnTo>
                <a:lnTo>
                  <a:pt x="600" y="138"/>
                </a:lnTo>
                <a:lnTo>
                  <a:pt x="601" y="137"/>
                </a:lnTo>
                <a:lnTo>
                  <a:pt x="602" y="137"/>
                </a:lnTo>
                <a:lnTo>
                  <a:pt x="603" y="137"/>
                </a:lnTo>
                <a:lnTo>
                  <a:pt x="604" y="137"/>
                </a:lnTo>
                <a:lnTo>
                  <a:pt x="604" y="136"/>
                </a:lnTo>
                <a:lnTo>
                  <a:pt x="605" y="136"/>
                </a:lnTo>
                <a:lnTo>
                  <a:pt x="607" y="135"/>
                </a:lnTo>
                <a:lnTo>
                  <a:pt x="609" y="134"/>
                </a:lnTo>
                <a:lnTo>
                  <a:pt x="609" y="133"/>
                </a:lnTo>
                <a:lnTo>
                  <a:pt x="609" y="132"/>
                </a:lnTo>
                <a:lnTo>
                  <a:pt x="610" y="132"/>
                </a:lnTo>
                <a:lnTo>
                  <a:pt x="611" y="131"/>
                </a:lnTo>
                <a:lnTo>
                  <a:pt x="611" y="130"/>
                </a:lnTo>
                <a:lnTo>
                  <a:pt x="612" y="129"/>
                </a:lnTo>
                <a:lnTo>
                  <a:pt x="613" y="129"/>
                </a:lnTo>
                <a:lnTo>
                  <a:pt x="614" y="129"/>
                </a:lnTo>
                <a:lnTo>
                  <a:pt x="614" y="128"/>
                </a:lnTo>
                <a:lnTo>
                  <a:pt x="615" y="127"/>
                </a:lnTo>
                <a:lnTo>
                  <a:pt x="615" y="126"/>
                </a:lnTo>
                <a:lnTo>
                  <a:pt x="616" y="126"/>
                </a:lnTo>
                <a:lnTo>
                  <a:pt x="617" y="127"/>
                </a:lnTo>
                <a:lnTo>
                  <a:pt x="617" y="129"/>
                </a:lnTo>
                <a:lnTo>
                  <a:pt x="618" y="129"/>
                </a:lnTo>
                <a:lnTo>
                  <a:pt x="619" y="130"/>
                </a:lnTo>
                <a:lnTo>
                  <a:pt x="620" y="130"/>
                </a:lnTo>
                <a:lnTo>
                  <a:pt x="620" y="131"/>
                </a:lnTo>
                <a:lnTo>
                  <a:pt x="621" y="131"/>
                </a:lnTo>
                <a:lnTo>
                  <a:pt x="623" y="131"/>
                </a:lnTo>
                <a:lnTo>
                  <a:pt x="624" y="130"/>
                </a:lnTo>
                <a:lnTo>
                  <a:pt x="625" y="130"/>
                </a:lnTo>
                <a:lnTo>
                  <a:pt x="625" y="129"/>
                </a:lnTo>
                <a:lnTo>
                  <a:pt x="626" y="128"/>
                </a:lnTo>
                <a:lnTo>
                  <a:pt x="627" y="129"/>
                </a:lnTo>
                <a:lnTo>
                  <a:pt x="627" y="130"/>
                </a:lnTo>
                <a:lnTo>
                  <a:pt x="628" y="131"/>
                </a:lnTo>
                <a:lnTo>
                  <a:pt x="629" y="131"/>
                </a:lnTo>
                <a:lnTo>
                  <a:pt x="630" y="131"/>
                </a:lnTo>
                <a:lnTo>
                  <a:pt x="629" y="132"/>
                </a:lnTo>
                <a:lnTo>
                  <a:pt x="629" y="133"/>
                </a:lnTo>
                <a:lnTo>
                  <a:pt x="629" y="134"/>
                </a:lnTo>
                <a:lnTo>
                  <a:pt x="629" y="135"/>
                </a:lnTo>
                <a:lnTo>
                  <a:pt x="629" y="136"/>
                </a:lnTo>
                <a:lnTo>
                  <a:pt x="629" y="137"/>
                </a:lnTo>
                <a:lnTo>
                  <a:pt x="629" y="138"/>
                </a:lnTo>
                <a:lnTo>
                  <a:pt x="630" y="138"/>
                </a:lnTo>
                <a:lnTo>
                  <a:pt x="631" y="138"/>
                </a:lnTo>
                <a:lnTo>
                  <a:pt x="632" y="138"/>
                </a:lnTo>
                <a:lnTo>
                  <a:pt x="633" y="138"/>
                </a:lnTo>
                <a:lnTo>
                  <a:pt x="633" y="139"/>
                </a:lnTo>
                <a:lnTo>
                  <a:pt x="633" y="141"/>
                </a:lnTo>
                <a:lnTo>
                  <a:pt x="633" y="142"/>
                </a:lnTo>
                <a:lnTo>
                  <a:pt x="632" y="142"/>
                </a:lnTo>
                <a:lnTo>
                  <a:pt x="631" y="142"/>
                </a:lnTo>
                <a:lnTo>
                  <a:pt x="631" y="143"/>
                </a:lnTo>
                <a:lnTo>
                  <a:pt x="630" y="144"/>
                </a:lnTo>
                <a:lnTo>
                  <a:pt x="630" y="145"/>
                </a:lnTo>
                <a:lnTo>
                  <a:pt x="631" y="145"/>
                </a:lnTo>
                <a:lnTo>
                  <a:pt x="631" y="146"/>
                </a:lnTo>
                <a:lnTo>
                  <a:pt x="631" y="147"/>
                </a:lnTo>
                <a:lnTo>
                  <a:pt x="632" y="147"/>
                </a:lnTo>
                <a:lnTo>
                  <a:pt x="633" y="148"/>
                </a:lnTo>
                <a:lnTo>
                  <a:pt x="633" y="149"/>
                </a:lnTo>
                <a:lnTo>
                  <a:pt x="632" y="149"/>
                </a:lnTo>
                <a:lnTo>
                  <a:pt x="632" y="150"/>
                </a:lnTo>
                <a:lnTo>
                  <a:pt x="632" y="152"/>
                </a:lnTo>
                <a:lnTo>
                  <a:pt x="632" y="153"/>
                </a:lnTo>
                <a:lnTo>
                  <a:pt x="633" y="153"/>
                </a:lnTo>
                <a:lnTo>
                  <a:pt x="632" y="154"/>
                </a:lnTo>
                <a:lnTo>
                  <a:pt x="632" y="156"/>
                </a:lnTo>
                <a:lnTo>
                  <a:pt x="632" y="157"/>
                </a:lnTo>
                <a:lnTo>
                  <a:pt x="632" y="158"/>
                </a:lnTo>
                <a:lnTo>
                  <a:pt x="633" y="159"/>
                </a:lnTo>
                <a:lnTo>
                  <a:pt x="634" y="159"/>
                </a:lnTo>
                <a:lnTo>
                  <a:pt x="634" y="160"/>
                </a:lnTo>
                <a:lnTo>
                  <a:pt x="634" y="161"/>
                </a:lnTo>
                <a:lnTo>
                  <a:pt x="635" y="162"/>
                </a:lnTo>
                <a:lnTo>
                  <a:pt x="635" y="163"/>
                </a:lnTo>
                <a:lnTo>
                  <a:pt x="634" y="164"/>
                </a:lnTo>
                <a:lnTo>
                  <a:pt x="634" y="165"/>
                </a:lnTo>
                <a:lnTo>
                  <a:pt x="633" y="167"/>
                </a:lnTo>
                <a:lnTo>
                  <a:pt x="632" y="167"/>
                </a:lnTo>
                <a:lnTo>
                  <a:pt x="632" y="168"/>
                </a:lnTo>
                <a:lnTo>
                  <a:pt x="633" y="168"/>
                </a:lnTo>
                <a:lnTo>
                  <a:pt x="633" y="169"/>
                </a:lnTo>
                <a:lnTo>
                  <a:pt x="632" y="169"/>
                </a:lnTo>
                <a:lnTo>
                  <a:pt x="631" y="170"/>
                </a:lnTo>
                <a:lnTo>
                  <a:pt x="631" y="171"/>
                </a:lnTo>
                <a:lnTo>
                  <a:pt x="630" y="172"/>
                </a:lnTo>
                <a:lnTo>
                  <a:pt x="630" y="173"/>
                </a:lnTo>
                <a:lnTo>
                  <a:pt x="630" y="174"/>
                </a:lnTo>
                <a:lnTo>
                  <a:pt x="631" y="174"/>
                </a:lnTo>
                <a:lnTo>
                  <a:pt x="631" y="175"/>
                </a:lnTo>
                <a:lnTo>
                  <a:pt x="632" y="176"/>
                </a:lnTo>
                <a:lnTo>
                  <a:pt x="633" y="175"/>
                </a:lnTo>
                <a:lnTo>
                  <a:pt x="634" y="175"/>
                </a:lnTo>
                <a:lnTo>
                  <a:pt x="635" y="175"/>
                </a:lnTo>
                <a:lnTo>
                  <a:pt x="636" y="175"/>
                </a:lnTo>
                <a:lnTo>
                  <a:pt x="636" y="176"/>
                </a:lnTo>
                <a:lnTo>
                  <a:pt x="637" y="176"/>
                </a:lnTo>
                <a:lnTo>
                  <a:pt x="637" y="177"/>
                </a:lnTo>
                <a:lnTo>
                  <a:pt x="638" y="178"/>
                </a:lnTo>
                <a:lnTo>
                  <a:pt x="639" y="178"/>
                </a:lnTo>
                <a:lnTo>
                  <a:pt x="640" y="177"/>
                </a:lnTo>
                <a:lnTo>
                  <a:pt x="641" y="177"/>
                </a:lnTo>
                <a:lnTo>
                  <a:pt x="641" y="178"/>
                </a:lnTo>
                <a:lnTo>
                  <a:pt x="642" y="178"/>
                </a:lnTo>
                <a:lnTo>
                  <a:pt x="643" y="177"/>
                </a:lnTo>
                <a:lnTo>
                  <a:pt x="643" y="175"/>
                </a:lnTo>
                <a:lnTo>
                  <a:pt x="644" y="174"/>
                </a:lnTo>
                <a:lnTo>
                  <a:pt x="644" y="173"/>
                </a:lnTo>
                <a:lnTo>
                  <a:pt x="644" y="172"/>
                </a:lnTo>
                <a:lnTo>
                  <a:pt x="645" y="172"/>
                </a:lnTo>
                <a:lnTo>
                  <a:pt x="645" y="173"/>
                </a:lnTo>
                <a:lnTo>
                  <a:pt x="646" y="173"/>
                </a:lnTo>
                <a:lnTo>
                  <a:pt x="647" y="173"/>
                </a:lnTo>
                <a:lnTo>
                  <a:pt x="648" y="173"/>
                </a:lnTo>
                <a:lnTo>
                  <a:pt x="649" y="173"/>
                </a:lnTo>
                <a:lnTo>
                  <a:pt x="649" y="172"/>
                </a:lnTo>
                <a:lnTo>
                  <a:pt x="649" y="171"/>
                </a:lnTo>
                <a:lnTo>
                  <a:pt x="648" y="171"/>
                </a:lnTo>
                <a:lnTo>
                  <a:pt x="649" y="170"/>
                </a:lnTo>
                <a:lnTo>
                  <a:pt x="649" y="169"/>
                </a:lnTo>
                <a:lnTo>
                  <a:pt x="650" y="168"/>
                </a:lnTo>
                <a:lnTo>
                  <a:pt x="650" y="167"/>
                </a:lnTo>
                <a:lnTo>
                  <a:pt x="650" y="166"/>
                </a:lnTo>
                <a:lnTo>
                  <a:pt x="651" y="166"/>
                </a:lnTo>
                <a:lnTo>
                  <a:pt x="652" y="165"/>
                </a:lnTo>
                <a:lnTo>
                  <a:pt x="652" y="164"/>
                </a:lnTo>
                <a:lnTo>
                  <a:pt x="653" y="163"/>
                </a:lnTo>
                <a:lnTo>
                  <a:pt x="655" y="163"/>
                </a:lnTo>
                <a:lnTo>
                  <a:pt x="656" y="163"/>
                </a:lnTo>
                <a:lnTo>
                  <a:pt x="656" y="164"/>
                </a:lnTo>
                <a:lnTo>
                  <a:pt x="657" y="164"/>
                </a:lnTo>
                <a:lnTo>
                  <a:pt x="658" y="164"/>
                </a:lnTo>
                <a:lnTo>
                  <a:pt x="659" y="164"/>
                </a:lnTo>
                <a:lnTo>
                  <a:pt x="660" y="164"/>
                </a:lnTo>
                <a:lnTo>
                  <a:pt x="660" y="163"/>
                </a:lnTo>
                <a:lnTo>
                  <a:pt x="661" y="163"/>
                </a:lnTo>
                <a:lnTo>
                  <a:pt x="662" y="162"/>
                </a:lnTo>
                <a:lnTo>
                  <a:pt x="662" y="163"/>
                </a:lnTo>
                <a:lnTo>
                  <a:pt x="662" y="164"/>
                </a:lnTo>
                <a:lnTo>
                  <a:pt x="664" y="164"/>
                </a:lnTo>
                <a:lnTo>
                  <a:pt x="665" y="164"/>
                </a:lnTo>
                <a:lnTo>
                  <a:pt x="666" y="164"/>
                </a:lnTo>
                <a:lnTo>
                  <a:pt x="667" y="164"/>
                </a:lnTo>
                <a:lnTo>
                  <a:pt x="669" y="164"/>
                </a:lnTo>
                <a:lnTo>
                  <a:pt x="669" y="165"/>
                </a:lnTo>
                <a:lnTo>
                  <a:pt x="670" y="166"/>
                </a:lnTo>
                <a:lnTo>
                  <a:pt x="671" y="166"/>
                </a:lnTo>
                <a:lnTo>
                  <a:pt x="671" y="165"/>
                </a:lnTo>
                <a:lnTo>
                  <a:pt x="672" y="165"/>
                </a:lnTo>
                <a:lnTo>
                  <a:pt x="674" y="165"/>
                </a:lnTo>
                <a:lnTo>
                  <a:pt x="674" y="166"/>
                </a:lnTo>
                <a:lnTo>
                  <a:pt x="676" y="166"/>
                </a:lnTo>
                <a:lnTo>
                  <a:pt x="676" y="165"/>
                </a:lnTo>
                <a:lnTo>
                  <a:pt x="678" y="165"/>
                </a:lnTo>
                <a:lnTo>
                  <a:pt x="679" y="166"/>
                </a:lnTo>
                <a:lnTo>
                  <a:pt x="680" y="165"/>
                </a:lnTo>
                <a:lnTo>
                  <a:pt x="681" y="166"/>
                </a:lnTo>
                <a:lnTo>
                  <a:pt x="682" y="167"/>
                </a:lnTo>
                <a:lnTo>
                  <a:pt x="683" y="168"/>
                </a:lnTo>
                <a:lnTo>
                  <a:pt x="683" y="169"/>
                </a:lnTo>
                <a:lnTo>
                  <a:pt x="682" y="169"/>
                </a:lnTo>
                <a:lnTo>
                  <a:pt x="681" y="169"/>
                </a:lnTo>
                <a:lnTo>
                  <a:pt x="680" y="169"/>
                </a:lnTo>
                <a:lnTo>
                  <a:pt x="679" y="169"/>
                </a:lnTo>
                <a:lnTo>
                  <a:pt x="678" y="169"/>
                </a:lnTo>
                <a:lnTo>
                  <a:pt x="678" y="170"/>
                </a:lnTo>
                <a:lnTo>
                  <a:pt x="677" y="170"/>
                </a:lnTo>
                <a:lnTo>
                  <a:pt x="677" y="172"/>
                </a:lnTo>
                <a:lnTo>
                  <a:pt x="677" y="173"/>
                </a:lnTo>
                <a:lnTo>
                  <a:pt x="676" y="173"/>
                </a:lnTo>
                <a:lnTo>
                  <a:pt x="675" y="174"/>
                </a:lnTo>
                <a:lnTo>
                  <a:pt x="676" y="175"/>
                </a:lnTo>
                <a:lnTo>
                  <a:pt x="676" y="176"/>
                </a:lnTo>
                <a:lnTo>
                  <a:pt x="677" y="177"/>
                </a:lnTo>
                <a:lnTo>
                  <a:pt x="676" y="178"/>
                </a:lnTo>
                <a:lnTo>
                  <a:pt x="675" y="178"/>
                </a:lnTo>
                <a:lnTo>
                  <a:pt x="675" y="179"/>
                </a:lnTo>
                <a:lnTo>
                  <a:pt x="675" y="180"/>
                </a:lnTo>
                <a:lnTo>
                  <a:pt x="675" y="181"/>
                </a:lnTo>
                <a:lnTo>
                  <a:pt x="675" y="182"/>
                </a:lnTo>
                <a:lnTo>
                  <a:pt x="675" y="183"/>
                </a:lnTo>
                <a:lnTo>
                  <a:pt x="676" y="183"/>
                </a:lnTo>
                <a:lnTo>
                  <a:pt x="677" y="183"/>
                </a:lnTo>
                <a:lnTo>
                  <a:pt x="677" y="184"/>
                </a:lnTo>
                <a:lnTo>
                  <a:pt x="678" y="184"/>
                </a:lnTo>
                <a:lnTo>
                  <a:pt x="679" y="185"/>
                </a:lnTo>
                <a:lnTo>
                  <a:pt x="679" y="186"/>
                </a:lnTo>
                <a:lnTo>
                  <a:pt x="680" y="187"/>
                </a:lnTo>
                <a:lnTo>
                  <a:pt x="681" y="187"/>
                </a:lnTo>
                <a:lnTo>
                  <a:pt x="682" y="189"/>
                </a:lnTo>
                <a:lnTo>
                  <a:pt x="682" y="190"/>
                </a:lnTo>
                <a:lnTo>
                  <a:pt x="682" y="191"/>
                </a:lnTo>
                <a:lnTo>
                  <a:pt x="681" y="191"/>
                </a:lnTo>
                <a:lnTo>
                  <a:pt x="681" y="192"/>
                </a:lnTo>
                <a:lnTo>
                  <a:pt x="682" y="192"/>
                </a:lnTo>
                <a:lnTo>
                  <a:pt x="681" y="193"/>
                </a:lnTo>
                <a:lnTo>
                  <a:pt x="680" y="193"/>
                </a:lnTo>
                <a:lnTo>
                  <a:pt x="680" y="194"/>
                </a:lnTo>
                <a:lnTo>
                  <a:pt x="680" y="195"/>
                </a:lnTo>
                <a:lnTo>
                  <a:pt x="680" y="196"/>
                </a:lnTo>
                <a:lnTo>
                  <a:pt x="680" y="197"/>
                </a:lnTo>
                <a:lnTo>
                  <a:pt x="681" y="197"/>
                </a:lnTo>
                <a:lnTo>
                  <a:pt x="681" y="198"/>
                </a:lnTo>
                <a:lnTo>
                  <a:pt x="682" y="198"/>
                </a:lnTo>
                <a:lnTo>
                  <a:pt x="683" y="198"/>
                </a:lnTo>
                <a:lnTo>
                  <a:pt x="683" y="199"/>
                </a:lnTo>
                <a:lnTo>
                  <a:pt x="684" y="200"/>
                </a:lnTo>
                <a:lnTo>
                  <a:pt x="684" y="201"/>
                </a:lnTo>
                <a:lnTo>
                  <a:pt x="685" y="202"/>
                </a:lnTo>
                <a:lnTo>
                  <a:pt x="685" y="203"/>
                </a:lnTo>
                <a:lnTo>
                  <a:pt x="685" y="204"/>
                </a:lnTo>
                <a:lnTo>
                  <a:pt x="686" y="204"/>
                </a:lnTo>
                <a:lnTo>
                  <a:pt x="687" y="206"/>
                </a:lnTo>
                <a:lnTo>
                  <a:pt x="686" y="209"/>
                </a:lnTo>
                <a:lnTo>
                  <a:pt x="685" y="210"/>
                </a:lnTo>
                <a:lnTo>
                  <a:pt x="685" y="211"/>
                </a:lnTo>
                <a:lnTo>
                  <a:pt x="684" y="211"/>
                </a:lnTo>
                <a:lnTo>
                  <a:pt x="684" y="212"/>
                </a:lnTo>
                <a:lnTo>
                  <a:pt x="684" y="213"/>
                </a:lnTo>
                <a:lnTo>
                  <a:pt x="683" y="213"/>
                </a:lnTo>
                <a:lnTo>
                  <a:pt x="683" y="214"/>
                </a:lnTo>
                <a:lnTo>
                  <a:pt x="683" y="213"/>
                </a:lnTo>
                <a:lnTo>
                  <a:pt x="682" y="214"/>
                </a:lnTo>
                <a:lnTo>
                  <a:pt x="682" y="215"/>
                </a:lnTo>
                <a:lnTo>
                  <a:pt x="681" y="215"/>
                </a:lnTo>
                <a:lnTo>
                  <a:pt x="680" y="215"/>
                </a:lnTo>
                <a:lnTo>
                  <a:pt x="680" y="216"/>
                </a:lnTo>
                <a:lnTo>
                  <a:pt x="680" y="217"/>
                </a:lnTo>
                <a:lnTo>
                  <a:pt x="680" y="218"/>
                </a:lnTo>
                <a:lnTo>
                  <a:pt x="679" y="218"/>
                </a:lnTo>
                <a:lnTo>
                  <a:pt x="679" y="217"/>
                </a:lnTo>
                <a:lnTo>
                  <a:pt x="678" y="217"/>
                </a:lnTo>
                <a:lnTo>
                  <a:pt x="677" y="217"/>
                </a:lnTo>
                <a:lnTo>
                  <a:pt x="677" y="218"/>
                </a:lnTo>
                <a:lnTo>
                  <a:pt x="676" y="219"/>
                </a:lnTo>
                <a:lnTo>
                  <a:pt x="676" y="220"/>
                </a:lnTo>
                <a:lnTo>
                  <a:pt x="675" y="220"/>
                </a:lnTo>
                <a:lnTo>
                  <a:pt x="674" y="220"/>
                </a:lnTo>
                <a:lnTo>
                  <a:pt x="673" y="221"/>
                </a:lnTo>
                <a:lnTo>
                  <a:pt x="672" y="221"/>
                </a:lnTo>
                <a:lnTo>
                  <a:pt x="671" y="221"/>
                </a:lnTo>
                <a:lnTo>
                  <a:pt x="671" y="220"/>
                </a:lnTo>
                <a:lnTo>
                  <a:pt x="670" y="220"/>
                </a:lnTo>
                <a:lnTo>
                  <a:pt x="670" y="221"/>
                </a:lnTo>
                <a:lnTo>
                  <a:pt x="670" y="222"/>
                </a:lnTo>
                <a:lnTo>
                  <a:pt x="670" y="223"/>
                </a:lnTo>
                <a:lnTo>
                  <a:pt x="669" y="225"/>
                </a:lnTo>
                <a:lnTo>
                  <a:pt x="669" y="226"/>
                </a:lnTo>
                <a:lnTo>
                  <a:pt x="670" y="226"/>
                </a:lnTo>
                <a:lnTo>
                  <a:pt x="670" y="227"/>
                </a:lnTo>
                <a:lnTo>
                  <a:pt x="671" y="227"/>
                </a:lnTo>
                <a:lnTo>
                  <a:pt x="671" y="228"/>
                </a:lnTo>
                <a:lnTo>
                  <a:pt x="670" y="230"/>
                </a:lnTo>
                <a:lnTo>
                  <a:pt x="670" y="231"/>
                </a:lnTo>
                <a:lnTo>
                  <a:pt x="670" y="232"/>
                </a:lnTo>
                <a:lnTo>
                  <a:pt x="670" y="233"/>
                </a:lnTo>
                <a:lnTo>
                  <a:pt x="670" y="234"/>
                </a:lnTo>
                <a:lnTo>
                  <a:pt x="671" y="234"/>
                </a:lnTo>
                <a:lnTo>
                  <a:pt x="671" y="236"/>
                </a:lnTo>
                <a:lnTo>
                  <a:pt x="672" y="237"/>
                </a:lnTo>
                <a:lnTo>
                  <a:pt x="673" y="238"/>
                </a:lnTo>
                <a:lnTo>
                  <a:pt x="673" y="239"/>
                </a:lnTo>
                <a:lnTo>
                  <a:pt x="674" y="239"/>
                </a:lnTo>
                <a:lnTo>
                  <a:pt x="674" y="240"/>
                </a:lnTo>
                <a:lnTo>
                  <a:pt x="674" y="242"/>
                </a:lnTo>
                <a:lnTo>
                  <a:pt x="674" y="243"/>
                </a:lnTo>
                <a:lnTo>
                  <a:pt x="675" y="244"/>
                </a:lnTo>
                <a:lnTo>
                  <a:pt x="675" y="245"/>
                </a:lnTo>
                <a:lnTo>
                  <a:pt x="676" y="245"/>
                </a:lnTo>
                <a:lnTo>
                  <a:pt x="675" y="246"/>
                </a:lnTo>
                <a:lnTo>
                  <a:pt x="674" y="247"/>
                </a:lnTo>
                <a:lnTo>
                  <a:pt x="674" y="248"/>
                </a:lnTo>
                <a:lnTo>
                  <a:pt x="673" y="249"/>
                </a:lnTo>
                <a:lnTo>
                  <a:pt x="672" y="249"/>
                </a:lnTo>
                <a:lnTo>
                  <a:pt x="671" y="250"/>
                </a:lnTo>
                <a:lnTo>
                  <a:pt x="670" y="250"/>
                </a:lnTo>
                <a:lnTo>
                  <a:pt x="669" y="250"/>
                </a:lnTo>
                <a:lnTo>
                  <a:pt x="669" y="249"/>
                </a:lnTo>
                <a:lnTo>
                  <a:pt x="668" y="249"/>
                </a:lnTo>
                <a:lnTo>
                  <a:pt x="668" y="250"/>
                </a:lnTo>
                <a:lnTo>
                  <a:pt x="668" y="251"/>
                </a:lnTo>
                <a:lnTo>
                  <a:pt x="668" y="252"/>
                </a:lnTo>
                <a:lnTo>
                  <a:pt x="668" y="253"/>
                </a:lnTo>
                <a:lnTo>
                  <a:pt x="667" y="253"/>
                </a:lnTo>
                <a:lnTo>
                  <a:pt x="666" y="253"/>
                </a:lnTo>
                <a:lnTo>
                  <a:pt x="665" y="253"/>
                </a:lnTo>
                <a:lnTo>
                  <a:pt x="664" y="255"/>
                </a:lnTo>
                <a:lnTo>
                  <a:pt x="664" y="256"/>
                </a:lnTo>
                <a:lnTo>
                  <a:pt x="664" y="257"/>
                </a:lnTo>
                <a:lnTo>
                  <a:pt x="665" y="257"/>
                </a:lnTo>
                <a:lnTo>
                  <a:pt x="665" y="258"/>
                </a:lnTo>
                <a:lnTo>
                  <a:pt x="665" y="260"/>
                </a:lnTo>
                <a:lnTo>
                  <a:pt x="665" y="261"/>
                </a:lnTo>
                <a:lnTo>
                  <a:pt x="664" y="261"/>
                </a:lnTo>
                <a:lnTo>
                  <a:pt x="664" y="262"/>
                </a:lnTo>
                <a:lnTo>
                  <a:pt x="664" y="263"/>
                </a:lnTo>
                <a:lnTo>
                  <a:pt x="664" y="264"/>
                </a:lnTo>
                <a:lnTo>
                  <a:pt x="664" y="263"/>
                </a:lnTo>
                <a:lnTo>
                  <a:pt x="663" y="263"/>
                </a:lnTo>
                <a:lnTo>
                  <a:pt x="662" y="263"/>
                </a:lnTo>
                <a:lnTo>
                  <a:pt x="661" y="263"/>
                </a:lnTo>
                <a:lnTo>
                  <a:pt x="660" y="263"/>
                </a:lnTo>
                <a:lnTo>
                  <a:pt x="659" y="263"/>
                </a:lnTo>
                <a:lnTo>
                  <a:pt x="658" y="262"/>
                </a:lnTo>
                <a:lnTo>
                  <a:pt x="657" y="262"/>
                </a:lnTo>
                <a:lnTo>
                  <a:pt x="656" y="262"/>
                </a:lnTo>
                <a:lnTo>
                  <a:pt x="656" y="261"/>
                </a:lnTo>
                <a:lnTo>
                  <a:pt x="655" y="261"/>
                </a:lnTo>
                <a:lnTo>
                  <a:pt x="655" y="260"/>
                </a:lnTo>
                <a:lnTo>
                  <a:pt x="654" y="260"/>
                </a:lnTo>
                <a:lnTo>
                  <a:pt x="653" y="261"/>
                </a:lnTo>
                <a:lnTo>
                  <a:pt x="654" y="262"/>
                </a:lnTo>
                <a:lnTo>
                  <a:pt x="653" y="262"/>
                </a:lnTo>
                <a:lnTo>
                  <a:pt x="653" y="263"/>
                </a:lnTo>
                <a:lnTo>
                  <a:pt x="653" y="262"/>
                </a:lnTo>
                <a:lnTo>
                  <a:pt x="652" y="262"/>
                </a:lnTo>
                <a:lnTo>
                  <a:pt x="652" y="261"/>
                </a:lnTo>
                <a:lnTo>
                  <a:pt x="651" y="261"/>
                </a:lnTo>
                <a:lnTo>
                  <a:pt x="650" y="261"/>
                </a:lnTo>
                <a:lnTo>
                  <a:pt x="650" y="262"/>
                </a:lnTo>
                <a:lnTo>
                  <a:pt x="649" y="263"/>
                </a:lnTo>
                <a:lnTo>
                  <a:pt x="649" y="265"/>
                </a:lnTo>
                <a:lnTo>
                  <a:pt x="648" y="265"/>
                </a:lnTo>
                <a:lnTo>
                  <a:pt x="648" y="270"/>
                </a:lnTo>
                <a:lnTo>
                  <a:pt x="647" y="271"/>
                </a:lnTo>
                <a:lnTo>
                  <a:pt x="647" y="272"/>
                </a:lnTo>
                <a:lnTo>
                  <a:pt x="648" y="272"/>
                </a:lnTo>
                <a:lnTo>
                  <a:pt x="649" y="273"/>
                </a:lnTo>
                <a:lnTo>
                  <a:pt x="649" y="272"/>
                </a:lnTo>
                <a:lnTo>
                  <a:pt x="650" y="272"/>
                </a:lnTo>
                <a:lnTo>
                  <a:pt x="651" y="272"/>
                </a:lnTo>
                <a:lnTo>
                  <a:pt x="651" y="273"/>
                </a:lnTo>
                <a:lnTo>
                  <a:pt x="651" y="274"/>
                </a:lnTo>
                <a:lnTo>
                  <a:pt x="650" y="275"/>
                </a:lnTo>
                <a:lnTo>
                  <a:pt x="649" y="275"/>
                </a:lnTo>
                <a:lnTo>
                  <a:pt x="648" y="276"/>
                </a:lnTo>
                <a:lnTo>
                  <a:pt x="648" y="277"/>
                </a:lnTo>
                <a:lnTo>
                  <a:pt x="647" y="277"/>
                </a:lnTo>
                <a:lnTo>
                  <a:pt x="647" y="278"/>
                </a:lnTo>
                <a:lnTo>
                  <a:pt x="646" y="279"/>
                </a:lnTo>
                <a:lnTo>
                  <a:pt x="646" y="280"/>
                </a:lnTo>
                <a:lnTo>
                  <a:pt x="646" y="281"/>
                </a:lnTo>
                <a:lnTo>
                  <a:pt x="645" y="280"/>
                </a:lnTo>
                <a:lnTo>
                  <a:pt x="643" y="280"/>
                </a:lnTo>
                <a:lnTo>
                  <a:pt x="643" y="281"/>
                </a:lnTo>
                <a:lnTo>
                  <a:pt x="642" y="281"/>
                </a:lnTo>
                <a:lnTo>
                  <a:pt x="641" y="281"/>
                </a:lnTo>
                <a:lnTo>
                  <a:pt x="641" y="280"/>
                </a:lnTo>
                <a:lnTo>
                  <a:pt x="640" y="281"/>
                </a:lnTo>
                <a:lnTo>
                  <a:pt x="639" y="282"/>
                </a:lnTo>
                <a:lnTo>
                  <a:pt x="637" y="282"/>
                </a:lnTo>
                <a:lnTo>
                  <a:pt x="636" y="282"/>
                </a:lnTo>
                <a:lnTo>
                  <a:pt x="635" y="282"/>
                </a:lnTo>
                <a:lnTo>
                  <a:pt x="635" y="284"/>
                </a:lnTo>
                <a:lnTo>
                  <a:pt x="635" y="285"/>
                </a:lnTo>
                <a:lnTo>
                  <a:pt x="635" y="286"/>
                </a:lnTo>
                <a:lnTo>
                  <a:pt x="635" y="288"/>
                </a:lnTo>
                <a:lnTo>
                  <a:pt x="635" y="289"/>
                </a:lnTo>
                <a:lnTo>
                  <a:pt x="634" y="289"/>
                </a:lnTo>
                <a:lnTo>
                  <a:pt x="634" y="290"/>
                </a:lnTo>
                <a:lnTo>
                  <a:pt x="634" y="291"/>
                </a:lnTo>
                <a:lnTo>
                  <a:pt x="634" y="292"/>
                </a:lnTo>
                <a:lnTo>
                  <a:pt x="633" y="292"/>
                </a:lnTo>
                <a:lnTo>
                  <a:pt x="633" y="293"/>
                </a:lnTo>
                <a:lnTo>
                  <a:pt x="633" y="294"/>
                </a:lnTo>
                <a:lnTo>
                  <a:pt x="633" y="295"/>
                </a:lnTo>
                <a:lnTo>
                  <a:pt x="632" y="295"/>
                </a:lnTo>
                <a:lnTo>
                  <a:pt x="631" y="296"/>
                </a:lnTo>
                <a:lnTo>
                  <a:pt x="630" y="297"/>
                </a:lnTo>
                <a:lnTo>
                  <a:pt x="629" y="298"/>
                </a:lnTo>
                <a:lnTo>
                  <a:pt x="628" y="298"/>
                </a:lnTo>
                <a:lnTo>
                  <a:pt x="627" y="298"/>
                </a:lnTo>
                <a:lnTo>
                  <a:pt x="627" y="299"/>
                </a:lnTo>
                <a:lnTo>
                  <a:pt x="627" y="300"/>
                </a:lnTo>
                <a:lnTo>
                  <a:pt x="626" y="300"/>
                </a:lnTo>
                <a:lnTo>
                  <a:pt x="626" y="301"/>
                </a:lnTo>
                <a:lnTo>
                  <a:pt x="627" y="301"/>
                </a:lnTo>
                <a:lnTo>
                  <a:pt x="626" y="301"/>
                </a:lnTo>
                <a:lnTo>
                  <a:pt x="626" y="302"/>
                </a:lnTo>
                <a:lnTo>
                  <a:pt x="626" y="304"/>
                </a:lnTo>
                <a:lnTo>
                  <a:pt x="626" y="305"/>
                </a:lnTo>
                <a:lnTo>
                  <a:pt x="625" y="305"/>
                </a:lnTo>
                <a:lnTo>
                  <a:pt x="626" y="305"/>
                </a:lnTo>
                <a:lnTo>
                  <a:pt x="626" y="306"/>
                </a:lnTo>
                <a:lnTo>
                  <a:pt x="626" y="307"/>
                </a:lnTo>
                <a:lnTo>
                  <a:pt x="626" y="308"/>
                </a:lnTo>
                <a:lnTo>
                  <a:pt x="625" y="308"/>
                </a:lnTo>
                <a:lnTo>
                  <a:pt x="625" y="309"/>
                </a:lnTo>
                <a:lnTo>
                  <a:pt x="625" y="310"/>
                </a:lnTo>
                <a:lnTo>
                  <a:pt x="624" y="310"/>
                </a:lnTo>
                <a:lnTo>
                  <a:pt x="624" y="311"/>
                </a:lnTo>
                <a:lnTo>
                  <a:pt x="623" y="312"/>
                </a:lnTo>
                <a:lnTo>
                  <a:pt x="624" y="313"/>
                </a:lnTo>
                <a:lnTo>
                  <a:pt x="625" y="314"/>
                </a:lnTo>
                <a:lnTo>
                  <a:pt x="625" y="315"/>
                </a:lnTo>
                <a:lnTo>
                  <a:pt x="624" y="315"/>
                </a:lnTo>
                <a:lnTo>
                  <a:pt x="624" y="316"/>
                </a:lnTo>
                <a:lnTo>
                  <a:pt x="623" y="316"/>
                </a:lnTo>
                <a:lnTo>
                  <a:pt x="623" y="317"/>
                </a:lnTo>
                <a:lnTo>
                  <a:pt x="622" y="318"/>
                </a:lnTo>
                <a:lnTo>
                  <a:pt x="623" y="319"/>
                </a:lnTo>
                <a:lnTo>
                  <a:pt x="623" y="318"/>
                </a:lnTo>
                <a:lnTo>
                  <a:pt x="624" y="319"/>
                </a:lnTo>
                <a:lnTo>
                  <a:pt x="624" y="320"/>
                </a:lnTo>
                <a:lnTo>
                  <a:pt x="624" y="321"/>
                </a:lnTo>
                <a:lnTo>
                  <a:pt x="624" y="322"/>
                </a:lnTo>
                <a:lnTo>
                  <a:pt x="625" y="323"/>
                </a:lnTo>
                <a:lnTo>
                  <a:pt x="625" y="324"/>
                </a:lnTo>
                <a:lnTo>
                  <a:pt x="626" y="324"/>
                </a:lnTo>
                <a:lnTo>
                  <a:pt x="626" y="325"/>
                </a:lnTo>
                <a:lnTo>
                  <a:pt x="626" y="326"/>
                </a:lnTo>
                <a:lnTo>
                  <a:pt x="626" y="329"/>
                </a:lnTo>
                <a:lnTo>
                  <a:pt x="627" y="329"/>
                </a:lnTo>
                <a:lnTo>
                  <a:pt x="627" y="330"/>
                </a:lnTo>
                <a:lnTo>
                  <a:pt x="626" y="330"/>
                </a:lnTo>
                <a:lnTo>
                  <a:pt x="625" y="330"/>
                </a:lnTo>
                <a:lnTo>
                  <a:pt x="624" y="331"/>
                </a:lnTo>
                <a:lnTo>
                  <a:pt x="625" y="331"/>
                </a:lnTo>
                <a:lnTo>
                  <a:pt x="625" y="333"/>
                </a:lnTo>
                <a:lnTo>
                  <a:pt x="625" y="334"/>
                </a:lnTo>
                <a:lnTo>
                  <a:pt x="625" y="336"/>
                </a:lnTo>
                <a:lnTo>
                  <a:pt x="625" y="337"/>
                </a:lnTo>
                <a:lnTo>
                  <a:pt x="625" y="338"/>
                </a:lnTo>
                <a:lnTo>
                  <a:pt x="626" y="339"/>
                </a:lnTo>
                <a:lnTo>
                  <a:pt x="627" y="339"/>
                </a:lnTo>
                <a:lnTo>
                  <a:pt x="628" y="339"/>
                </a:lnTo>
                <a:lnTo>
                  <a:pt x="629" y="339"/>
                </a:lnTo>
                <a:lnTo>
                  <a:pt x="630" y="339"/>
                </a:lnTo>
                <a:lnTo>
                  <a:pt x="629" y="340"/>
                </a:lnTo>
                <a:lnTo>
                  <a:pt x="629" y="341"/>
                </a:lnTo>
                <a:lnTo>
                  <a:pt x="630" y="341"/>
                </a:lnTo>
                <a:lnTo>
                  <a:pt x="630" y="342"/>
                </a:lnTo>
                <a:lnTo>
                  <a:pt x="630" y="343"/>
                </a:lnTo>
                <a:lnTo>
                  <a:pt x="629" y="343"/>
                </a:lnTo>
                <a:lnTo>
                  <a:pt x="628" y="343"/>
                </a:lnTo>
                <a:lnTo>
                  <a:pt x="628" y="344"/>
                </a:lnTo>
                <a:lnTo>
                  <a:pt x="627" y="345"/>
                </a:lnTo>
                <a:lnTo>
                  <a:pt x="626" y="345"/>
                </a:lnTo>
                <a:lnTo>
                  <a:pt x="626" y="346"/>
                </a:lnTo>
                <a:lnTo>
                  <a:pt x="627" y="346"/>
                </a:lnTo>
                <a:lnTo>
                  <a:pt x="627" y="347"/>
                </a:lnTo>
                <a:lnTo>
                  <a:pt x="626" y="348"/>
                </a:lnTo>
                <a:lnTo>
                  <a:pt x="625" y="349"/>
                </a:lnTo>
                <a:lnTo>
                  <a:pt x="624" y="349"/>
                </a:lnTo>
                <a:lnTo>
                  <a:pt x="624" y="350"/>
                </a:lnTo>
                <a:lnTo>
                  <a:pt x="624" y="351"/>
                </a:lnTo>
                <a:lnTo>
                  <a:pt x="624" y="352"/>
                </a:lnTo>
                <a:lnTo>
                  <a:pt x="625" y="352"/>
                </a:lnTo>
                <a:lnTo>
                  <a:pt x="625" y="353"/>
                </a:lnTo>
                <a:lnTo>
                  <a:pt x="625" y="354"/>
                </a:lnTo>
                <a:lnTo>
                  <a:pt x="624" y="355"/>
                </a:lnTo>
                <a:lnTo>
                  <a:pt x="623" y="356"/>
                </a:lnTo>
                <a:lnTo>
                  <a:pt x="623" y="357"/>
                </a:lnTo>
                <a:lnTo>
                  <a:pt x="623" y="358"/>
                </a:lnTo>
                <a:lnTo>
                  <a:pt x="622" y="358"/>
                </a:lnTo>
                <a:lnTo>
                  <a:pt x="622" y="359"/>
                </a:lnTo>
                <a:lnTo>
                  <a:pt x="621" y="359"/>
                </a:lnTo>
                <a:lnTo>
                  <a:pt x="620" y="360"/>
                </a:lnTo>
                <a:lnTo>
                  <a:pt x="620" y="361"/>
                </a:lnTo>
                <a:lnTo>
                  <a:pt x="619" y="361"/>
                </a:lnTo>
                <a:lnTo>
                  <a:pt x="618" y="362"/>
                </a:lnTo>
                <a:lnTo>
                  <a:pt x="618" y="363"/>
                </a:lnTo>
                <a:lnTo>
                  <a:pt x="617" y="364"/>
                </a:lnTo>
                <a:lnTo>
                  <a:pt x="617" y="365"/>
                </a:lnTo>
                <a:lnTo>
                  <a:pt x="617" y="366"/>
                </a:lnTo>
                <a:lnTo>
                  <a:pt x="616" y="366"/>
                </a:lnTo>
                <a:lnTo>
                  <a:pt x="615" y="367"/>
                </a:lnTo>
                <a:lnTo>
                  <a:pt x="615" y="368"/>
                </a:lnTo>
                <a:lnTo>
                  <a:pt x="615" y="367"/>
                </a:lnTo>
                <a:lnTo>
                  <a:pt x="614" y="367"/>
                </a:lnTo>
                <a:lnTo>
                  <a:pt x="614" y="368"/>
                </a:lnTo>
                <a:lnTo>
                  <a:pt x="613" y="368"/>
                </a:lnTo>
                <a:lnTo>
                  <a:pt x="612" y="369"/>
                </a:lnTo>
                <a:lnTo>
                  <a:pt x="613" y="370"/>
                </a:lnTo>
                <a:lnTo>
                  <a:pt x="612" y="370"/>
                </a:lnTo>
                <a:lnTo>
                  <a:pt x="612" y="371"/>
                </a:lnTo>
                <a:lnTo>
                  <a:pt x="611" y="371"/>
                </a:lnTo>
                <a:lnTo>
                  <a:pt x="611" y="372"/>
                </a:lnTo>
                <a:lnTo>
                  <a:pt x="610" y="372"/>
                </a:lnTo>
                <a:lnTo>
                  <a:pt x="609" y="372"/>
                </a:lnTo>
                <a:lnTo>
                  <a:pt x="609" y="371"/>
                </a:lnTo>
                <a:lnTo>
                  <a:pt x="609" y="372"/>
                </a:lnTo>
                <a:lnTo>
                  <a:pt x="609" y="373"/>
                </a:lnTo>
                <a:lnTo>
                  <a:pt x="608" y="373"/>
                </a:lnTo>
                <a:lnTo>
                  <a:pt x="607" y="373"/>
                </a:lnTo>
                <a:lnTo>
                  <a:pt x="606" y="372"/>
                </a:lnTo>
                <a:lnTo>
                  <a:pt x="606" y="373"/>
                </a:lnTo>
                <a:lnTo>
                  <a:pt x="605" y="373"/>
                </a:lnTo>
                <a:lnTo>
                  <a:pt x="605" y="372"/>
                </a:lnTo>
                <a:lnTo>
                  <a:pt x="604" y="372"/>
                </a:lnTo>
                <a:lnTo>
                  <a:pt x="604" y="373"/>
                </a:lnTo>
                <a:lnTo>
                  <a:pt x="603" y="373"/>
                </a:lnTo>
                <a:lnTo>
                  <a:pt x="602" y="373"/>
                </a:lnTo>
                <a:lnTo>
                  <a:pt x="602" y="372"/>
                </a:lnTo>
                <a:lnTo>
                  <a:pt x="601" y="372"/>
                </a:lnTo>
                <a:lnTo>
                  <a:pt x="600" y="373"/>
                </a:lnTo>
                <a:lnTo>
                  <a:pt x="600" y="372"/>
                </a:lnTo>
                <a:lnTo>
                  <a:pt x="600" y="373"/>
                </a:lnTo>
                <a:lnTo>
                  <a:pt x="599" y="373"/>
                </a:lnTo>
                <a:lnTo>
                  <a:pt x="599" y="374"/>
                </a:lnTo>
                <a:lnTo>
                  <a:pt x="598" y="374"/>
                </a:lnTo>
                <a:lnTo>
                  <a:pt x="596" y="374"/>
                </a:lnTo>
                <a:lnTo>
                  <a:pt x="597" y="375"/>
                </a:lnTo>
                <a:lnTo>
                  <a:pt x="598" y="375"/>
                </a:lnTo>
                <a:lnTo>
                  <a:pt x="598" y="376"/>
                </a:lnTo>
                <a:lnTo>
                  <a:pt x="598" y="377"/>
                </a:lnTo>
                <a:lnTo>
                  <a:pt x="599" y="377"/>
                </a:lnTo>
                <a:lnTo>
                  <a:pt x="599" y="378"/>
                </a:lnTo>
                <a:lnTo>
                  <a:pt x="598" y="378"/>
                </a:lnTo>
                <a:lnTo>
                  <a:pt x="598" y="379"/>
                </a:lnTo>
                <a:lnTo>
                  <a:pt x="598" y="380"/>
                </a:lnTo>
                <a:lnTo>
                  <a:pt x="597" y="380"/>
                </a:lnTo>
                <a:lnTo>
                  <a:pt x="596" y="380"/>
                </a:lnTo>
                <a:lnTo>
                  <a:pt x="596" y="381"/>
                </a:lnTo>
                <a:lnTo>
                  <a:pt x="596" y="382"/>
                </a:lnTo>
                <a:lnTo>
                  <a:pt x="595" y="382"/>
                </a:lnTo>
                <a:lnTo>
                  <a:pt x="594" y="382"/>
                </a:lnTo>
                <a:lnTo>
                  <a:pt x="593" y="382"/>
                </a:lnTo>
                <a:lnTo>
                  <a:pt x="592" y="382"/>
                </a:lnTo>
                <a:lnTo>
                  <a:pt x="592" y="383"/>
                </a:lnTo>
                <a:lnTo>
                  <a:pt x="591" y="383"/>
                </a:lnTo>
                <a:lnTo>
                  <a:pt x="591" y="384"/>
                </a:lnTo>
                <a:lnTo>
                  <a:pt x="590" y="384"/>
                </a:lnTo>
                <a:lnTo>
                  <a:pt x="590" y="383"/>
                </a:lnTo>
                <a:lnTo>
                  <a:pt x="589" y="382"/>
                </a:lnTo>
                <a:lnTo>
                  <a:pt x="588" y="383"/>
                </a:lnTo>
                <a:lnTo>
                  <a:pt x="587" y="383"/>
                </a:lnTo>
                <a:lnTo>
                  <a:pt x="587" y="384"/>
                </a:lnTo>
                <a:lnTo>
                  <a:pt x="587" y="385"/>
                </a:lnTo>
                <a:lnTo>
                  <a:pt x="587" y="386"/>
                </a:lnTo>
                <a:lnTo>
                  <a:pt x="586" y="386"/>
                </a:lnTo>
                <a:lnTo>
                  <a:pt x="585" y="386"/>
                </a:lnTo>
                <a:lnTo>
                  <a:pt x="584" y="386"/>
                </a:lnTo>
                <a:lnTo>
                  <a:pt x="583" y="386"/>
                </a:lnTo>
                <a:lnTo>
                  <a:pt x="582" y="386"/>
                </a:lnTo>
                <a:lnTo>
                  <a:pt x="582" y="385"/>
                </a:lnTo>
                <a:lnTo>
                  <a:pt x="582" y="386"/>
                </a:lnTo>
                <a:lnTo>
                  <a:pt x="581" y="386"/>
                </a:lnTo>
                <a:lnTo>
                  <a:pt x="582" y="386"/>
                </a:lnTo>
                <a:lnTo>
                  <a:pt x="582" y="387"/>
                </a:lnTo>
                <a:lnTo>
                  <a:pt x="582" y="388"/>
                </a:lnTo>
                <a:lnTo>
                  <a:pt x="581" y="388"/>
                </a:lnTo>
                <a:lnTo>
                  <a:pt x="580" y="389"/>
                </a:lnTo>
                <a:lnTo>
                  <a:pt x="579" y="388"/>
                </a:lnTo>
                <a:lnTo>
                  <a:pt x="578" y="388"/>
                </a:lnTo>
                <a:lnTo>
                  <a:pt x="578" y="389"/>
                </a:lnTo>
                <a:lnTo>
                  <a:pt x="577" y="389"/>
                </a:lnTo>
                <a:lnTo>
                  <a:pt x="577" y="388"/>
                </a:lnTo>
                <a:lnTo>
                  <a:pt x="576" y="388"/>
                </a:lnTo>
                <a:lnTo>
                  <a:pt x="576" y="389"/>
                </a:lnTo>
                <a:lnTo>
                  <a:pt x="575" y="389"/>
                </a:lnTo>
                <a:lnTo>
                  <a:pt x="574" y="389"/>
                </a:lnTo>
                <a:lnTo>
                  <a:pt x="574" y="390"/>
                </a:lnTo>
                <a:lnTo>
                  <a:pt x="574" y="391"/>
                </a:lnTo>
                <a:lnTo>
                  <a:pt x="573" y="391"/>
                </a:lnTo>
                <a:lnTo>
                  <a:pt x="573" y="390"/>
                </a:lnTo>
                <a:lnTo>
                  <a:pt x="572" y="390"/>
                </a:lnTo>
                <a:lnTo>
                  <a:pt x="571" y="388"/>
                </a:lnTo>
                <a:lnTo>
                  <a:pt x="570" y="388"/>
                </a:lnTo>
                <a:lnTo>
                  <a:pt x="569" y="388"/>
                </a:lnTo>
                <a:lnTo>
                  <a:pt x="569" y="389"/>
                </a:lnTo>
                <a:lnTo>
                  <a:pt x="570" y="390"/>
                </a:lnTo>
                <a:lnTo>
                  <a:pt x="570" y="391"/>
                </a:lnTo>
                <a:lnTo>
                  <a:pt x="569" y="391"/>
                </a:lnTo>
                <a:lnTo>
                  <a:pt x="568" y="391"/>
                </a:lnTo>
                <a:lnTo>
                  <a:pt x="569" y="392"/>
                </a:lnTo>
                <a:lnTo>
                  <a:pt x="569" y="393"/>
                </a:lnTo>
                <a:lnTo>
                  <a:pt x="569" y="394"/>
                </a:lnTo>
                <a:lnTo>
                  <a:pt x="570" y="395"/>
                </a:lnTo>
                <a:lnTo>
                  <a:pt x="569" y="395"/>
                </a:lnTo>
                <a:lnTo>
                  <a:pt x="568" y="396"/>
                </a:lnTo>
                <a:lnTo>
                  <a:pt x="567" y="397"/>
                </a:lnTo>
                <a:lnTo>
                  <a:pt x="567" y="398"/>
                </a:lnTo>
                <a:lnTo>
                  <a:pt x="568" y="399"/>
                </a:lnTo>
                <a:lnTo>
                  <a:pt x="568" y="401"/>
                </a:lnTo>
                <a:lnTo>
                  <a:pt x="567" y="401"/>
                </a:lnTo>
                <a:lnTo>
                  <a:pt x="566" y="401"/>
                </a:lnTo>
                <a:lnTo>
                  <a:pt x="565" y="401"/>
                </a:lnTo>
                <a:lnTo>
                  <a:pt x="564" y="400"/>
                </a:lnTo>
                <a:lnTo>
                  <a:pt x="563" y="399"/>
                </a:lnTo>
                <a:lnTo>
                  <a:pt x="562" y="400"/>
                </a:lnTo>
                <a:lnTo>
                  <a:pt x="563" y="401"/>
                </a:lnTo>
                <a:lnTo>
                  <a:pt x="563" y="402"/>
                </a:lnTo>
                <a:lnTo>
                  <a:pt x="563" y="403"/>
                </a:lnTo>
                <a:lnTo>
                  <a:pt x="564" y="403"/>
                </a:lnTo>
                <a:lnTo>
                  <a:pt x="564" y="402"/>
                </a:lnTo>
                <a:lnTo>
                  <a:pt x="565" y="403"/>
                </a:lnTo>
                <a:lnTo>
                  <a:pt x="565" y="404"/>
                </a:lnTo>
                <a:lnTo>
                  <a:pt x="565" y="406"/>
                </a:lnTo>
                <a:lnTo>
                  <a:pt x="565" y="407"/>
                </a:lnTo>
                <a:lnTo>
                  <a:pt x="565" y="408"/>
                </a:lnTo>
                <a:lnTo>
                  <a:pt x="565" y="409"/>
                </a:lnTo>
                <a:lnTo>
                  <a:pt x="565" y="410"/>
                </a:lnTo>
                <a:lnTo>
                  <a:pt x="565" y="411"/>
                </a:lnTo>
                <a:lnTo>
                  <a:pt x="566" y="411"/>
                </a:lnTo>
                <a:lnTo>
                  <a:pt x="567" y="411"/>
                </a:lnTo>
                <a:lnTo>
                  <a:pt x="568" y="411"/>
                </a:lnTo>
                <a:lnTo>
                  <a:pt x="568" y="412"/>
                </a:lnTo>
                <a:lnTo>
                  <a:pt x="568" y="413"/>
                </a:lnTo>
                <a:lnTo>
                  <a:pt x="568" y="414"/>
                </a:lnTo>
                <a:lnTo>
                  <a:pt x="569" y="415"/>
                </a:lnTo>
                <a:lnTo>
                  <a:pt x="570" y="415"/>
                </a:lnTo>
                <a:lnTo>
                  <a:pt x="570" y="416"/>
                </a:lnTo>
                <a:lnTo>
                  <a:pt x="571" y="417"/>
                </a:lnTo>
                <a:lnTo>
                  <a:pt x="571" y="418"/>
                </a:lnTo>
                <a:lnTo>
                  <a:pt x="572" y="418"/>
                </a:lnTo>
                <a:lnTo>
                  <a:pt x="572" y="420"/>
                </a:lnTo>
                <a:lnTo>
                  <a:pt x="571" y="421"/>
                </a:lnTo>
                <a:lnTo>
                  <a:pt x="569" y="421"/>
                </a:lnTo>
                <a:lnTo>
                  <a:pt x="567" y="420"/>
                </a:lnTo>
                <a:lnTo>
                  <a:pt x="567" y="418"/>
                </a:lnTo>
                <a:lnTo>
                  <a:pt x="566" y="418"/>
                </a:lnTo>
                <a:lnTo>
                  <a:pt x="565" y="420"/>
                </a:lnTo>
                <a:lnTo>
                  <a:pt x="565" y="421"/>
                </a:lnTo>
                <a:lnTo>
                  <a:pt x="565" y="422"/>
                </a:lnTo>
                <a:lnTo>
                  <a:pt x="564" y="421"/>
                </a:lnTo>
                <a:lnTo>
                  <a:pt x="563" y="422"/>
                </a:lnTo>
                <a:lnTo>
                  <a:pt x="563" y="423"/>
                </a:lnTo>
                <a:lnTo>
                  <a:pt x="563" y="424"/>
                </a:lnTo>
                <a:lnTo>
                  <a:pt x="561" y="424"/>
                </a:lnTo>
                <a:lnTo>
                  <a:pt x="560" y="424"/>
                </a:lnTo>
                <a:lnTo>
                  <a:pt x="560" y="425"/>
                </a:lnTo>
                <a:lnTo>
                  <a:pt x="559" y="426"/>
                </a:lnTo>
                <a:lnTo>
                  <a:pt x="560" y="427"/>
                </a:lnTo>
                <a:lnTo>
                  <a:pt x="560" y="429"/>
                </a:lnTo>
                <a:lnTo>
                  <a:pt x="561" y="429"/>
                </a:lnTo>
                <a:lnTo>
                  <a:pt x="562" y="430"/>
                </a:lnTo>
                <a:lnTo>
                  <a:pt x="562" y="431"/>
                </a:lnTo>
                <a:lnTo>
                  <a:pt x="562" y="432"/>
                </a:lnTo>
                <a:lnTo>
                  <a:pt x="560" y="432"/>
                </a:lnTo>
                <a:lnTo>
                  <a:pt x="559" y="433"/>
                </a:lnTo>
                <a:lnTo>
                  <a:pt x="559" y="434"/>
                </a:lnTo>
                <a:lnTo>
                  <a:pt x="558" y="434"/>
                </a:lnTo>
                <a:lnTo>
                  <a:pt x="557" y="434"/>
                </a:lnTo>
                <a:lnTo>
                  <a:pt x="557" y="433"/>
                </a:lnTo>
                <a:lnTo>
                  <a:pt x="556" y="433"/>
                </a:lnTo>
                <a:lnTo>
                  <a:pt x="555" y="433"/>
                </a:lnTo>
                <a:lnTo>
                  <a:pt x="555" y="432"/>
                </a:lnTo>
                <a:lnTo>
                  <a:pt x="555" y="431"/>
                </a:lnTo>
                <a:lnTo>
                  <a:pt x="555" y="430"/>
                </a:lnTo>
                <a:lnTo>
                  <a:pt x="554" y="430"/>
                </a:lnTo>
                <a:lnTo>
                  <a:pt x="553" y="430"/>
                </a:lnTo>
                <a:lnTo>
                  <a:pt x="552" y="430"/>
                </a:lnTo>
                <a:lnTo>
                  <a:pt x="552" y="429"/>
                </a:lnTo>
                <a:lnTo>
                  <a:pt x="551" y="429"/>
                </a:lnTo>
                <a:lnTo>
                  <a:pt x="551" y="430"/>
                </a:lnTo>
                <a:lnTo>
                  <a:pt x="550" y="430"/>
                </a:lnTo>
                <a:lnTo>
                  <a:pt x="550" y="431"/>
                </a:lnTo>
                <a:lnTo>
                  <a:pt x="549" y="432"/>
                </a:lnTo>
                <a:lnTo>
                  <a:pt x="548" y="433"/>
                </a:lnTo>
                <a:lnTo>
                  <a:pt x="549" y="433"/>
                </a:lnTo>
                <a:lnTo>
                  <a:pt x="548" y="434"/>
                </a:lnTo>
                <a:lnTo>
                  <a:pt x="547" y="434"/>
                </a:lnTo>
                <a:lnTo>
                  <a:pt x="546" y="435"/>
                </a:lnTo>
                <a:lnTo>
                  <a:pt x="545" y="435"/>
                </a:lnTo>
                <a:lnTo>
                  <a:pt x="544" y="434"/>
                </a:lnTo>
                <a:lnTo>
                  <a:pt x="544" y="433"/>
                </a:lnTo>
                <a:lnTo>
                  <a:pt x="543" y="432"/>
                </a:lnTo>
                <a:lnTo>
                  <a:pt x="542" y="431"/>
                </a:lnTo>
                <a:lnTo>
                  <a:pt x="542" y="430"/>
                </a:lnTo>
                <a:lnTo>
                  <a:pt x="541" y="430"/>
                </a:lnTo>
                <a:lnTo>
                  <a:pt x="540" y="428"/>
                </a:lnTo>
                <a:lnTo>
                  <a:pt x="539" y="428"/>
                </a:lnTo>
                <a:lnTo>
                  <a:pt x="538" y="428"/>
                </a:lnTo>
                <a:lnTo>
                  <a:pt x="538" y="429"/>
                </a:lnTo>
                <a:lnTo>
                  <a:pt x="538" y="430"/>
                </a:lnTo>
                <a:lnTo>
                  <a:pt x="537" y="430"/>
                </a:lnTo>
                <a:lnTo>
                  <a:pt x="536" y="431"/>
                </a:lnTo>
                <a:lnTo>
                  <a:pt x="536" y="432"/>
                </a:lnTo>
                <a:lnTo>
                  <a:pt x="535" y="433"/>
                </a:lnTo>
                <a:lnTo>
                  <a:pt x="535" y="432"/>
                </a:lnTo>
                <a:lnTo>
                  <a:pt x="533" y="430"/>
                </a:lnTo>
                <a:lnTo>
                  <a:pt x="532" y="429"/>
                </a:lnTo>
                <a:lnTo>
                  <a:pt x="532" y="431"/>
                </a:lnTo>
                <a:lnTo>
                  <a:pt x="531" y="432"/>
                </a:lnTo>
                <a:lnTo>
                  <a:pt x="530" y="432"/>
                </a:lnTo>
                <a:lnTo>
                  <a:pt x="530" y="433"/>
                </a:lnTo>
                <a:lnTo>
                  <a:pt x="530" y="434"/>
                </a:lnTo>
                <a:lnTo>
                  <a:pt x="531" y="435"/>
                </a:lnTo>
                <a:lnTo>
                  <a:pt x="532" y="435"/>
                </a:lnTo>
                <a:lnTo>
                  <a:pt x="532" y="436"/>
                </a:lnTo>
                <a:lnTo>
                  <a:pt x="533" y="436"/>
                </a:lnTo>
                <a:lnTo>
                  <a:pt x="534" y="436"/>
                </a:lnTo>
                <a:lnTo>
                  <a:pt x="534" y="437"/>
                </a:lnTo>
                <a:lnTo>
                  <a:pt x="534" y="439"/>
                </a:lnTo>
                <a:lnTo>
                  <a:pt x="533" y="439"/>
                </a:lnTo>
                <a:lnTo>
                  <a:pt x="532" y="439"/>
                </a:lnTo>
                <a:lnTo>
                  <a:pt x="532" y="440"/>
                </a:lnTo>
                <a:lnTo>
                  <a:pt x="533" y="440"/>
                </a:lnTo>
                <a:lnTo>
                  <a:pt x="533" y="441"/>
                </a:lnTo>
                <a:lnTo>
                  <a:pt x="533" y="442"/>
                </a:lnTo>
                <a:lnTo>
                  <a:pt x="533" y="443"/>
                </a:lnTo>
                <a:lnTo>
                  <a:pt x="533" y="444"/>
                </a:lnTo>
                <a:lnTo>
                  <a:pt x="533" y="445"/>
                </a:lnTo>
                <a:lnTo>
                  <a:pt x="532" y="445"/>
                </a:lnTo>
                <a:lnTo>
                  <a:pt x="532" y="446"/>
                </a:lnTo>
                <a:lnTo>
                  <a:pt x="533" y="447"/>
                </a:lnTo>
                <a:lnTo>
                  <a:pt x="533" y="448"/>
                </a:lnTo>
                <a:lnTo>
                  <a:pt x="533" y="449"/>
                </a:lnTo>
                <a:lnTo>
                  <a:pt x="533" y="450"/>
                </a:lnTo>
                <a:lnTo>
                  <a:pt x="533" y="451"/>
                </a:lnTo>
                <a:lnTo>
                  <a:pt x="533" y="452"/>
                </a:lnTo>
                <a:lnTo>
                  <a:pt x="534" y="453"/>
                </a:lnTo>
                <a:lnTo>
                  <a:pt x="534" y="452"/>
                </a:lnTo>
                <a:lnTo>
                  <a:pt x="535" y="452"/>
                </a:lnTo>
                <a:lnTo>
                  <a:pt x="535" y="453"/>
                </a:lnTo>
                <a:lnTo>
                  <a:pt x="536" y="454"/>
                </a:lnTo>
                <a:lnTo>
                  <a:pt x="536" y="455"/>
                </a:lnTo>
                <a:lnTo>
                  <a:pt x="535" y="455"/>
                </a:lnTo>
                <a:lnTo>
                  <a:pt x="534" y="456"/>
                </a:lnTo>
                <a:lnTo>
                  <a:pt x="535" y="456"/>
                </a:lnTo>
                <a:lnTo>
                  <a:pt x="536" y="456"/>
                </a:lnTo>
                <a:lnTo>
                  <a:pt x="536" y="457"/>
                </a:lnTo>
                <a:lnTo>
                  <a:pt x="536" y="458"/>
                </a:lnTo>
                <a:lnTo>
                  <a:pt x="537" y="459"/>
                </a:lnTo>
                <a:lnTo>
                  <a:pt x="536" y="459"/>
                </a:lnTo>
                <a:lnTo>
                  <a:pt x="536" y="460"/>
                </a:lnTo>
                <a:lnTo>
                  <a:pt x="536" y="461"/>
                </a:lnTo>
                <a:lnTo>
                  <a:pt x="535" y="460"/>
                </a:lnTo>
                <a:lnTo>
                  <a:pt x="535" y="461"/>
                </a:lnTo>
                <a:lnTo>
                  <a:pt x="534" y="461"/>
                </a:lnTo>
                <a:lnTo>
                  <a:pt x="533" y="461"/>
                </a:lnTo>
                <a:lnTo>
                  <a:pt x="532" y="461"/>
                </a:lnTo>
                <a:lnTo>
                  <a:pt x="531" y="461"/>
                </a:lnTo>
                <a:lnTo>
                  <a:pt x="530" y="460"/>
                </a:lnTo>
                <a:lnTo>
                  <a:pt x="529" y="460"/>
                </a:lnTo>
                <a:lnTo>
                  <a:pt x="529" y="459"/>
                </a:lnTo>
                <a:lnTo>
                  <a:pt x="528" y="459"/>
                </a:lnTo>
                <a:lnTo>
                  <a:pt x="528" y="458"/>
                </a:lnTo>
                <a:lnTo>
                  <a:pt x="527" y="458"/>
                </a:lnTo>
                <a:lnTo>
                  <a:pt x="527" y="460"/>
                </a:lnTo>
                <a:lnTo>
                  <a:pt x="526" y="460"/>
                </a:lnTo>
                <a:lnTo>
                  <a:pt x="525" y="460"/>
                </a:lnTo>
                <a:lnTo>
                  <a:pt x="525" y="461"/>
                </a:lnTo>
                <a:lnTo>
                  <a:pt x="524" y="461"/>
                </a:lnTo>
                <a:lnTo>
                  <a:pt x="522" y="462"/>
                </a:lnTo>
                <a:lnTo>
                  <a:pt x="521" y="461"/>
                </a:lnTo>
                <a:lnTo>
                  <a:pt x="520" y="461"/>
                </a:lnTo>
                <a:lnTo>
                  <a:pt x="520" y="460"/>
                </a:lnTo>
                <a:lnTo>
                  <a:pt x="519" y="460"/>
                </a:lnTo>
                <a:lnTo>
                  <a:pt x="518" y="460"/>
                </a:lnTo>
                <a:lnTo>
                  <a:pt x="517" y="460"/>
                </a:lnTo>
                <a:lnTo>
                  <a:pt x="516" y="460"/>
                </a:lnTo>
                <a:lnTo>
                  <a:pt x="514" y="460"/>
                </a:lnTo>
                <a:lnTo>
                  <a:pt x="514" y="461"/>
                </a:lnTo>
                <a:lnTo>
                  <a:pt x="513" y="461"/>
                </a:lnTo>
                <a:lnTo>
                  <a:pt x="513" y="460"/>
                </a:lnTo>
                <a:lnTo>
                  <a:pt x="513" y="459"/>
                </a:lnTo>
                <a:lnTo>
                  <a:pt x="512" y="459"/>
                </a:lnTo>
                <a:lnTo>
                  <a:pt x="510" y="461"/>
                </a:lnTo>
                <a:lnTo>
                  <a:pt x="510" y="462"/>
                </a:lnTo>
                <a:lnTo>
                  <a:pt x="511" y="462"/>
                </a:lnTo>
                <a:lnTo>
                  <a:pt x="511" y="463"/>
                </a:lnTo>
                <a:lnTo>
                  <a:pt x="510" y="463"/>
                </a:lnTo>
                <a:lnTo>
                  <a:pt x="510" y="462"/>
                </a:lnTo>
                <a:lnTo>
                  <a:pt x="510" y="461"/>
                </a:lnTo>
                <a:lnTo>
                  <a:pt x="509" y="461"/>
                </a:lnTo>
                <a:lnTo>
                  <a:pt x="509" y="462"/>
                </a:lnTo>
                <a:lnTo>
                  <a:pt x="509" y="463"/>
                </a:lnTo>
                <a:lnTo>
                  <a:pt x="508" y="463"/>
                </a:lnTo>
                <a:lnTo>
                  <a:pt x="507" y="464"/>
                </a:lnTo>
                <a:lnTo>
                  <a:pt x="506" y="464"/>
                </a:lnTo>
                <a:lnTo>
                  <a:pt x="505" y="464"/>
                </a:lnTo>
                <a:lnTo>
                  <a:pt x="505" y="463"/>
                </a:lnTo>
                <a:lnTo>
                  <a:pt x="504" y="463"/>
                </a:lnTo>
                <a:lnTo>
                  <a:pt x="504" y="462"/>
                </a:lnTo>
                <a:lnTo>
                  <a:pt x="503" y="463"/>
                </a:lnTo>
                <a:lnTo>
                  <a:pt x="502" y="462"/>
                </a:lnTo>
                <a:lnTo>
                  <a:pt x="501" y="462"/>
                </a:lnTo>
                <a:lnTo>
                  <a:pt x="501" y="461"/>
                </a:lnTo>
                <a:lnTo>
                  <a:pt x="500" y="462"/>
                </a:lnTo>
                <a:lnTo>
                  <a:pt x="499" y="463"/>
                </a:lnTo>
                <a:lnTo>
                  <a:pt x="498" y="463"/>
                </a:lnTo>
                <a:lnTo>
                  <a:pt x="498" y="464"/>
                </a:lnTo>
                <a:lnTo>
                  <a:pt x="497" y="464"/>
                </a:lnTo>
                <a:lnTo>
                  <a:pt x="496" y="465"/>
                </a:lnTo>
                <a:lnTo>
                  <a:pt x="496" y="466"/>
                </a:lnTo>
                <a:lnTo>
                  <a:pt x="496" y="467"/>
                </a:lnTo>
                <a:lnTo>
                  <a:pt x="496" y="468"/>
                </a:lnTo>
                <a:lnTo>
                  <a:pt x="495" y="468"/>
                </a:lnTo>
                <a:lnTo>
                  <a:pt x="495" y="471"/>
                </a:lnTo>
                <a:lnTo>
                  <a:pt x="495" y="472"/>
                </a:lnTo>
                <a:lnTo>
                  <a:pt x="495" y="473"/>
                </a:lnTo>
                <a:lnTo>
                  <a:pt x="495" y="474"/>
                </a:lnTo>
                <a:lnTo>
                  <a:pt x="495" y="475"/>
                </a:lnTo>
                <a:lnTo>
                  <a:pt x="495" y="476"/>
                </a:lnTo>
                <a:lnTo>
                  <a:pt x="496" y="476"/>
                </a:lnTo>
                <a:lnTo>
                  <a:pt x="495" y="477"/>
                </a:lnTo>
                <a:lnTo>
                  <a:pt x="494" y="476"/>
                </a:lnTo>
                <a:lnTo>
                  <a:pt x="494" y="477"/>
                </a:lnTo>
                <a:lnTo>
                  <a:pt x="494" y="478"/>
                </a:lnTo>
                <a:lnTo>
                  <a:pt x="494" y="479"/>
                </a:lnTo>
                <a:lnTo>
                  <a:pt x="494" y="480"/>
                </a:lnTo>
                <a:lnTo>
                  <a:pt x="494" y="479"/>
                </a:lnTo>
                <a:lnTo>
                  <a:pt x="493" y="479"/>
                </a:lnTo>
                <a:lnTo>
                  <a:pt x="492" y="481"/>
                </a:lnTo>
                <a:lnTo>
                  <a:pt x="493" y="482"/>
                </a:lnTo>
                <a:lnTo>
                  <a:pt x="493" y="481"/>
                </a:lnTo>
                <a:lnTo>
                  <a:pt x="493" y="482"/>
                </a:lnTo>
                <a:lnTo>
                  <a:pt x="493" y="483"/>
                </a:lnTo>
                <a:lnTo>
                  <a:pt x="492" y="485"/>
                </a:lnTo>
                <a:lnTo>
                  <a:pt x="490" y="485"/>
                </a:lnTo>
                <a:lnTo>
                  <a:pt x="489" y="485"/>
                </a:lnTo>
                <a:lnTo>
                  <a:pt x="488" y="485"/>
                </a:lnTo>
                <a:lnTo>
                  <a:pt x="487" y="486"/>
                </a:lnTo>
                <a:lnTo>
                  <a:pt x="486" y="486"/>
                </a:lnTo>
                <a:lnTo>
                  <a:pt x="485" y="486"/>
                </a:lnTo>
                <a:lnTo>
                  <a:pt x="484" y="486"/>
                </a:lnTo>
                <a:lnTo>
                  <a:pt x="483" y="486"/>
                </a:lnTo>
                <a:lnTo>
                  <a:pt x="483" y="487"/>
                </a:lnTo>
                <a:lnTo>
                  <a:pt x="482" y="487"/>
                </a:lnTo>
                <a:lnTo>
                  <a:pt x="482" y="486"/>
                </a:lnTo>
                <a:lnTo>
                  <a:pt x="481" y="484"/>
                </a:lnTo>
                <a:lnTo>
                  <a:pt x="481" y="483"/>
                </a:lnTo>
                <a:lnTo>
                  <a:pt x="480" y="483"/>
                </a:lnTo>
                <a:lnTo>
                  <a:pt x="480" y="484"/>
                </a:lnTo>
                <a:lnTo>
                  <a:pt x="480" y="485"/>
                </a:lnTo>
                <a:lnTo>
                  <a:pt x="479" y="486"/>
                </a:lnTo>
                <a:lnTo>
                  <a:pt x="479" y="487"/>
                </a:lnTo>
                <a:lnTo>
                  <a:pt x="479" y="488"/>
                </a:lnTo>
                <a:lnTo>
                  <a:pt x="478" y="488"/>
                </a:lnTo>
                <a:lnTo>
                  <a:pt x="478" y="490"/>
                </a:lnTo>
                <a:lnTo>
                  <a:pt x="478" y="491"/>
                </a:lnTo>
                <a:lnTo>
                  <a:pt x="479" y="492"/>
                </a:lnTo>
                <a:lnTo>
                  <a:pt x="479" y="493"/>
                </a:lnTo>
                <a:lnTo>
                  <a:pt x="478" y="493"/>
                </a:lnTo>
                <a:lnTo>
                  <a:pt x="479" y="493"/>
                </a:lnTo>
                <a:lnTo>
                  <a:pt x="479" y="494"/>
                </a:lnTo>
                <a:lnTo>
                  <a:pt x="478" y="494"/>
                </a:lnTo>
                <a:lnTo>
                  <a:pt x="478" y="495"/>
                </a:lnTo>
                <a:lnTo>
                  <a:pt x="479" y="495"/>
                </a:lnTo>
                <a:lnTo>
                  <a:pt x="479" y="496"/>
                </a:lnTo>
                <a:lnTo>
                  <a:pt x="479" y="497"/>
                </a:lnTo>
                <a:lnTo>
                  <a:pt x="479" y="498"/>
                </a:lnTo>
                <a:lnTo>
                  <a:pt x="480" y="499"/>
                </a:lnTo>
                <a:lnTo>
                  <a:pt x="480" y="500"/>
                </a:lnTo>
                <a:lnTo>
                  <a:pt x="480" y="501"/>
                </a:lnTo>
                <a:lnTo>
                  <a:pt x="481" y="502"/>
                </a:lnTo>
                <a:lnTo>
                  <a:pt x="480" y="502"/>
                </a:lnTo>
                <a:lnTo>
                  <a:pt x="480" y="501"/>
                </a:lnTo>
                <a:lnTo>
                  <a:pt x="479" y="501"/>
                </a:lnTo>
                <a:lnTo>
                  <a:pt x="479" y="502"/>
                </a:lnTo>
                <a:lnTo>
                  <a:pt x="479" y="503"/>
                </a:lnTo>
                <a:lnTo>
                  <a:pt x="480" y="503"/>
                </a:lnTo>
                <a:lnTo>
                  <a:pt x="480" y="504"/>
                </a:lnTo>
                <a:lnTo>
                  <a:pt x="479" y="504"/>
                </a:lnTo>
                <a:lnTo>
                  <a:pt x="479" y="505"/>
                </a:lnTo>
                <a:lnTo>
                  <a:pt x="478" y="504"/>
                </a:lnTo>
                <a:lnTo>
                  <a:pt x="477" y="504"/>
                </a:lnTo>
                <a:lnTo>
                  <a:pt x="476" y="504"/>
                </a:lnTo>
                <a:lnTo>
                  <a:pt x="476" y="503"/>
                </a:lnTo>
                <a:lnTo>
                  <a:pt x="475" y="503"/>
                </a:lnTo>
                <a:lnTo>
                  <a:pt x="475" y="502"/>
                </a:lnTo>
                <a:lnTo>
                  <a:pt x="474" y="502"/>
                </a:lnTo>
                <a:lnTo>
                  <a:pt x="474" y="501"/>
                </a:lnTo>
                <a:lnTo>
                  <a:pt x="473" y="501"/>
                </a:lnTo>
                <a:lnTo>
                  <a:pt x="472" y="501"/>
                </a:lnTo>
                <a:lnTo>
                  <a:pt x="472" y="500"/>
                </a:lnTo>
                <a:lnTo>
                  <a:pt x="471" y="500"/>
                </a:lnTo>
                <a:lnTo>
                  <a:pt x="471" y="499"/>
                </a:lnTo>
                <a:lnTo>
                  <a:pt x="470" y="499"/>
                </a:lnTo>
                <a:lnTo>
                  <a:pt x="470" y="498"/>
                </a:lnTo>
                <a:lnTo>
                  <a:pt x="471" y="498"/>
                </a:lnTo>
                <a:lnTo>
                  <a:pt x="471" y="497"/>
                </a:lnTo>
                <a:lnTo>
                  <a:pt x="472" y="496"/>
                </a:lnTo>
                <a:lnTo>
                  <a:pt x="472" y="495"/>
                </a:lnTo>
                <a:lnTo>
                  <a:pt x="472" y="494"/>
                </a:lnTo>
                <a:lnTo>
                  <a:pt x="472" y="493"/>
                </a:lnTo>
                <a:lnTo>
                  <a:pt x="471" y="493"/>
                </a:lnTo>
                <a:lnTo>
                  <a:pt x="472" y="492"/>
                </a:lnTo>
                <a:lnTo>
                  <a:pt x="471" y="492"/>
                </a:lnTo>
                <a:lnTo>
                  <a:pt x="472" y="492"/>
                </a:lnTo>
                <a:lnTo>
                  <a:pt x="472" y="491"/>
                </a:lnTo>
                <a:lnTo>
                  <a:pt x="471" y="491"/>
                </a:lnTo>
                <a:lnTo>
                  <a:pt x="472" y="491"/>
                </a:lnTo>
                <a:lnTo>
                  <a:pt x="472" y="490"/>
                </a:lnTo>
                <a:lnTo>
                  <a:pt x="472" y="489"/>
                </a:lnTo>
                <a:lnTo>
                  <a:pt x="473" y="489"/>
                </a:lnTo>
                <a:lnTo>
                  <a:pt x="472" y="489"/>
                </a:lnTo>
                <a:lnTo>
                  <a:pt x="471" y="490"/>
                </a:lnTo>
                <a:lnTo>
                  <a:pt x="470" y="490"/>
                </a:lnTo>
                <a:lnTo>
                  <a:pt x="470" y="491"/>
                </a:lnTo>
                <a:lnTo>
                  <a:pt x="469" y="491"/>
                </a:lnTo>
                <a:lnTo>
                  <a:pt x="469" y="492"/>
                </a:lnTo>
                <a:lnTo>
                  <a:pt x="468" y="492"/>
                </a:lnTo>
                <a:lnTo>
                  <a:pt x="468" y="493"/>
                </a:lnTo>
                <a:lnTo>
                  <a:pt x="469" y="493"/>
                </a:lnTo>
                <a:lnTo>
                  <a:pt x="468" y="493"/>
                </a:lnTo>
                <a:lnTo>
                  <a:pt x="468" y="494"/>
                </a:lnTo>
                <a:lnTo>
                  <a:pt x="469" y="494"/>
                </a:lnTo>
                <a:lnTo>
                  <a:pt x="469" y="495"/>
                </a:lnTo>
                <a:lnTo>
                  <a:pt x="468" y="495"/>
                </a:lnTo>
                <a:lnTo>
                  <a:pt x="468" y="494"/>
                </a:lnTo>
                <a:lnTo>
                  <a:pt x="467" y="494"/>
                </a:lnTo>
                <a:lnTo>
                  <a:pt x="467" y="493"/>
                </a:lnTo>
                <a:lnTo>
                  <a:pt x="466" y="493"/>
                </a:lnTo>
                <a:lnTo>
                  <a:pt x="466" y="492"/>
                </a:lnTo>
                <a:lnTo>
                  <a:pt x="466" y="491"/>
                </a:lnTo>
                <a:lnTo>
                  <a:pt x="467" y="491"/>
                </a:lnTo>
                <a:lnTo>
                  <a:pt x="466" y="491"/>
                </a:lnTo>
                <a:lnTo>
                  <a:pt x="466" y="490"/>
                </a:lnTo>
                <a:lnTo>
                  <a:pt x="466" y="489"/>
                </a:lnTo>
                <a:lnTo>
                  <a:pt x="465" y="489"/>
                </a:lnTo>
                <a:lnTo>
                  <a:pt x="465" y="488"/>
                </a:lnTo>
                <a:lnTo>
                  <a:pt x="466" y="488"/>
                </a:lnTo>
                <a:lnTo>
                  <a:pt x="466" y="487"/>
                </a:lnTo>
                <a:lnTo>
                  <a:pt x="466" y="486"/>
                </a:lnTo>
                <a:lnTo>
                  <a:pt x="467" y="486"/>
                </a:lnTo>
                <a:lnTo>
                  <a:pt x="466" y="486"/>
                </a:lnTo>
                <a:lnTo>
                  <a:pt x="465" y="487"/>
                </a:lnTo>
                <a:lnTo>
                  <a:pt x="464" y="488"/>
                </a:lnTo>
                <a:lnTo>
                  <a:pt x="463" y="488"/>
                </a:lnTo>
                <a:lnTo>
                  <a:pt x="463" y="487"/>
                </a:lnTo>
                <a:lnTo>
                  <a:pt x="464" y="487"/>
                </a:lnTo>
                <a:lnTo>
                  <a:pt x="464" y="486"/>
                </a:lnTo>
                <a:lnTo>
                  <a:pt x="464" y="485"/>
                </a:lnTo>
                <a:lnTo>
                  <a:pt x="463" y="485"/>
                </a:lnTo>
                <a:lnTo>
                  <a:pt x="463" y="484"/>
                </a:lnTo>
                <a:lnTo>
                  <a:pt x="463" y="485"/>
                </a:lnTo>
                <a:lnTo>
                  <a:pt x="463" y="484"/>
                </a:lnTo>
                <a:lnTo>
                  <a:pt x="462" y="484"/>
                </a:lnTo>
                <a:lnTo>
                  <a:pt x="462" y="483"/>
                </a:lnTo>
                <a:lnTo>
                  <a:pt x="463" y="483"/>
                </a:lnTo>
                <a:lnTo>
                  <a:pt x="462" y="483"/>
                </a:lnTo>
                <a:lnTo>
                  <a:pt x="462" y="482"/>
                </a:lnTo>
                <a:lnTo>
                  <a:pt x="462" y="481"/>
                </a:lnTo>
                <a:lnTo>
                  <a:pt x="461" y="481"/>
                </a:lnTo>
                <a:lnTo>
                  <a:pt x="461" y="480"/>
                </a:lnTo>
                <a:lnTo>
                  <a:pt x="462" y="480"/>
                </a:lnTo>
                <a:lnTo>
                  <a:pt x="461" y="480"/>
                </a:lnTo>
                <a:lnTo>
                  <a:pt x="461" y="479"/>
                </a:lnTo>
                <a:lnTo>
                  <a:pt x="462" y="479"/>
                </a:lnTo>
                <a:lnTo>
                  <a:pt x="462" y="478"/>
                </a:lnTo>
                <a:lnTo>
                  <a:pt x="463" y="478"/>
                </a:lnTo>
                <a:lnTo>
                  <a:pt x="464" y="478"/>
                </a:lnTo>
                <a:lnTo>
                  <a:pt x="464" y="477"/>
                </a:lnTo>
                <a:lnTo>
                  <a:pt x="465" y="477"/>
                </a:lnTo>
                <a:lnTo>
                  <a:pt x="465" y="476"/>
                </a:lnTo>
                <a:lnTo>
                  <a:pt x="465" y="475"/>
                </a:lnTo>
                <a:lnTo>
                  <a:pt x="465" y="476"/>
                </a:lnTo>
                <a:lnTo>
                  <a:pt x="465" y="475"/>
                </a:lnTo>
                <a:lnTo>
                  <a:pt x="465" y="476"/>
                </a:lnTo>
                <a:lnTo>
                  <a:pt x="464" y="476"/>
                </a:lnTo>
                <a:lnTo>
                  <a:pt x="464" y="477"/>
                </a:lnTo>
                <a:lnTo>
                  <a:pt x="463" y="477"/>
                </a:lnTo>
                <a:lnTo>
                  <a:pt x="463" y="476"/>
                </a:lnTo>
                <a:lnTo>
                  <a:pt x="464" y="476"/>
                </a:lnTo>
                <a:lnTo>
                  <a:pt x="463" y="476"/>
                </a:lnTo>
                <a:lnTo>
                  <a:pt x="463" y="477"/>
                </a:lnTo>
                <a:lnTo>
                  <a:pt x="462" y="477"/>
                </a:lnTo>
                <a:lnTo>
                  <a:pt x="462" y="476"/>
                </a:lnTo>
                <a:lnTo>
                  <a:pt x="461" y="476"/>
                </a:lnTo>
                <a:lnTo>
                  <a:pt x="461" y="477"/>
                </a:lnTo>
                <a:lnTo>
                  <a:pt x="461" y="476"/>
                </a:lnTo>
                <a:lnTo>
                  <a:pt x="460" y="477"/>
                </a:lnTo>
                <a:lnTo>
                  <a:pt x="459" y="478"/>
                </a:lnTo>
                <a:lnTo>
                  <a:pt x="459" y="479"/>
                </a:lnTo>
                <a:lnTo>
                  <a:pt x="458" y="479"/>
                </a:lnTo>
                <a:lnTo>
                  <a:pt x="459" y="480"/>
                </a:lnTo>
                <a:lnTo>
                  <a:pt x="458" y="480"/>
                </a:lnTo>
                <a:lnTo>
                  <a:pt x="458" y="479"/>
                </a:lnTo>
                <a:lnTo>
                  <a:pt x="458" y="480"/>
                </a:lnTo>
                <a:lnTo>
                  <a:pt x="457" y="480"/>
                </a:lnTo>
                <a:lnTo>
                  <a:pt x="456" y="480"/>
                </a:lnTo>
                <a:lnTo>
                  <a:pt x="457" y="480"/>
                </a:lnTo>
                <a:lnTo>
                  <a:pt x="457" y="481"/>
                </a:lnTo>
                <a:lnTo>
                  <a:pt x="457" y="482"/>
                </a:lnTo>
                <a:lnTo>
                  <a:pt x="457" y="481"/>
                </a:lnTo>
                <a:lnTo>
                  <a:pt x="458" y="481"/>
                </a:lnTo>
                <a:lnTo>
                  <a:pt x="458" y="482"/>
                </a:lnTo>
                <a:lnTo>
                  <a:pt x="459" y="481"/>
                </a:lnTo>
                <a:lnTo>
                  <a:pt x="459" y="482"/>
                </a:lnTo>
                <a:lnTo>
                  <a:pt x="459" y="483"/>
                </a:lnTo>
                <a:lnTo>
                  <a:pt x="459" y="484"/>
                </a:lnTo>
                <a:lnTo>
                  <a:pt x="460" y="485"/>
                </a:lnTo>
                <a:lnTo>
                  <a:pt x="459" y="485"/>
                </a:lnTo>
                <a:lnTo>
                  <a:pt x="458" y="485"/>
                </a:lnTo>
                <a:lnTo>
                  <a:pt x="457" y="485"/>
                </a:lnTo>
                <a:lnTo>
                  <a:pt x="456" y="485"/>
                </a:lnTo>
                <a:lnTo>
                  <a:pt x="456" y="484"/>
                </a:lnTo>
                <a:lnTo>
                  <a:pt x="455" y="484"/>
                </a:lnTo>
                <a:lnTo>
                  <a:pt x="455" y="485"/>
                </a:lnTo>
                <a:lnTo>
                  <a:pt x="456" y="485"/>
                </a:lnTo>
                <a:lnTo>
                  <a:pt x="457" y="485"/>
                </a:lnTo>
                <a:lnTo>
                  <a:pt x="458" y="485"/>
                </a:lnTo>
                <a:lnTo>
                  <a:pt x="459" y="486"/>
                </a:lnTo>
                <a:lnTo>
                  <a:pt x="460" y="486"/>
                </a:lnTo>
                <a:lnTo>
                  <a:pt x="460" y="487"/>
                </a:lnTo>
                <a:lnTo>
                  <a:pt x="460" y="488"/>
                </a:lnTo>
                <a:lnTo>
                  <a:pt x="461" y="488"/>
                </a:lnTo>
                <a:lnTo>
                  <a:pt x="462" y="489"/>
                </a:lnTo>
                <a:lnTo>
                  <a:pt x="462" y="490"/>
                </a:lnTo>
                <a:lnTo>
                  <a:pt x="463" y="490"/>
                </a:lnTo>
                <a:lnTo>
                  <a:pt x="462" y="491"/>
                </a:lnTo>
                <a:lnTo>
                  <a:pt x="463" y="491"/>
                </a:lnTo>
                <a:lnTo>
                  <a:pt x="464" y="492"/>
                </a:lnTo>
                <a:lnTo>
                  <a:pt x="464" y="493"/>
                </a:lnTo>
                <a:lnTo>
                  <a:pt x="463" y="494"/>
                </a:lnTo>
                <a:lnTo>
                  <a:pt x="463" y="493"/>
                </a:lnTo>
                <a:lnTo>
                  <a:pt x="463" y="494"/>
                </a:lnTo>
                <a:lnTo>
                  <a:pt x="463" y="495"/>
                </a:lnTo>
                <a:lnTo>
                  <a:pt x="462" y="495"/>
                </a:lnTo>
                <a:lnTo>
                  <a:pt x="462" y="496"/>
                </a:lnTo>
                <a:lnTo>
                  <a:pt x="462" y="497"/>
                </a:lnTo>
                <a:lnTo>
                  <a:pt x="462" y="498"/>
                </a:lnTo>
                <a:lnTo>
                  <a:pt x="461" y="498"/>
                </a:lnTo>
                <a:lnTo>
                  <a:pt x="461" y="499"/>
                </a:lnTo>
                <a:lnTo>
                  <a:pt x="460" y="499"/>
                </a:lnTo>
                <a:lnTo>
                  <a:pt x="460" y="500"/>
                </a:lnTo>
                <a:lnTo>
                  <a:pt x="461" y="500"/>
                </a:lnTo>
                <a:lnTo>
                  <a:pt x="461" y="502"/>
                </a:lnTo>
                <a:lnTo>
                  <a:pt x="461" y="503"/>
                </a:lnTo>
                <a:lnTo>
                  <a:pt x="458" y="502"/>
                </a:lnTo>
                <a:lnTo>
                  <a:pt x="457" y="502"/>
                </a:lnTo>
                <a:lnTo>
                  <a:pt x="456" y="503"/>
                </a:lnTo>
                <a:lnTo>
                  <a:pt x="455" y="503"/>
                </a:lnTo>
                <a:lnTo>
                  <a:pt x="454" y="504"/>
                </a:lnTo>
                <a:lnTo>
                  <a:pt x="453" y="504"/>
                </a:lnTo>
                <a:lnTo>
                  <a:pt x="452" y="504"/>
                </a:lnTo>
                <a:lnTo>
                  <a:pt x="452" y="505"/>
                </a:lnTo>
                <a:lnTo>
                  <a:pt x="451" y="505"/>
                </a:lnTo>
                <a:lnTo>
                  <a:pt x="450" y="505"/>
                </a:lnTo>
                <a:lnTo>
                  <a:pt x="449" y="505"/>
                </a:lnTo>
                <a:lnTo>
                  <a:pt x="448" y="505"/>
                </a:lnTo>
                <a:lnTo>
                  <a:pt x="447" y="505"/>
                </a:lnTo>
                <a:lnTo>
                  <a:pt x="446" y="505"/>
                </a:lnTo>
                <a:lnTo>
                  <a:pt x="445" y="505"/>
                </a:lnTo>
                <a:lnTo>
                  <a:pt x="444" y="505"/>
                </a:lnTo>
                <a:lnTo>
                  <a:pt x="443" y="505"/>
                </a:lnTo>
                <a:lnTo>
                  <a:pt x="442" y="506"/>
                </a:lnTo>
                <a:lnTo>
                  <a:pt x="441" y="506"/>
                </a:lnTo>
                <a:lnTo>
                  <a:pt x="441" y="505"/>
                </a:lnTo>
                <a:lnTo>
                  <a:pt x="442" y="504"/>
                </a:lnTo>
                <a:lnTo>
                  <a:pt x="441" y="504"/>
                </a:lnTo>
                <a:lnTo>
                  <a:pt x="441" y="503"/>
                </a:lnTo>
                <a:lnTo>
                  <a:pt x="441" y="504"/>
                </a:lnTo>
                <a:lnTo>
                  <a:pt x="441" y="505"/>
                </a:lnTo>
                <a:lnTo>
                  <a:pt x="440" y="505"/>
                </a:lnTo>
                <a:lnTo>
                  <a:pt x="439" y="506"/>
                </a:lnTo>
                <a:lnTo>
                  <a:pt x="438" y="506"/>
                </a:lnTo>
                <a:lnTo>
                  <a:pt x="438" y="507"/>
                </a:lnTo>
                <a:lnTo>
                  <a:pt x="436" y="507"/>
                </a:lnTo>
                <a:lnTo>
                  <a:pt x="436" y="508"/>
                </a:lnTo>
                <a:lnTo>
                  <a:pt x="435" y="508"/>
                </a:lnTo>
                <a:lnTo>
                  <a:pt x="434" y="508"/>
                </a:lnTo>
                <a:lnTo>
                  <a:pt x="433" y="507"/>
                </a:lnTo>
                <a:lnTo>
                  <a:pt x="433" y="506"/>
                </a:lnTo>
                <a:lnTo>
                  <a:pt x="432" y="506"/>
                </a:lnTo>
                <a:lnTo>
                  <a:pt x="433" y="506"/>
                </a:lnTo>
                <a:lnTo>
                  <a:pt x="433" y="505"/>
                </a:lnTo>
                <a:lnTo>
                  <a:pt x="433" y="504"/>
                </a:lnTo>
                <a:lnTo>
                  <a:pt x="433" y="503"/>
                </a:lnTo>
                <a:lnTo>
                  <a:pt x="433" y="504"/>
                </a:lnTo>
                <a:lnTo>
                  <a:pt x="432" y="505"/>
                </a:lnTo>
                <a:lnTo>
                  <a:pt x="432" y="506"/>
                </a:lnTo>
                <a:lnTo>
                  <a:pt x="432" y="507"/>
                </a:lnTo>
                <a:lnTo>
                  <a:pt x="432" y="508"/>
                </a:lnTo>
                <a:lnTo>
                  <a:pt x="431" y="509"/>
                </a:lnTo>
                <a:lnTo>
                  <a:pt x="430" y="509"/>
                </a:lnTo>
                <a:lnTo>
                  <a:pt x="429" y="509"/>
                </a:lnTo>
                <a:lnTo>
                  <a:pt x="428" y="509"/>
                </a:lnTo>
                <a:lnTo>
                  <a:pt x="428" y="510"/>
                </a:lnTo>
                <a:lnTo>
                  <a:pt x="427" y="510"/>
                </a:lnTo>
                <a:lnTo>
                  <a:pt x="427" y="509"/>
                </a:lnTo>
                <a:lnTo>
                  <a:pt x="426" y="510"/>
                </a:lnTo>
                <a:lnTo>
                  <a:pt x="426" y="509"/>
                </a:lnTo>
                <a:lnTo>
                  <a:pt x="425" y="509"/>
                </a:lnTo>
                <a:lnTo>
                  <a:pt x="425" y="510"/>
                </a:lnTo>
                <a:lnTo>
                  <a:pt x="426" y="510"/>
                </a:lnTo>
                <a:lnTo>
                  <a:pt x="426" y="511"/>
                </a:lnTo>
                <a:lnTo>
                  <a:pt x="425" y="511"/>
                </a:lnTo>
                <a:lnTo>
                  <a:pt x="425" y="510"/>
                </a:lnTo>
                <a:lnTo>
                  <a:pt x="424" y="510"/>
                </a:lnTo>
                <a:lnTo>
                  <a:pt x="423" y="510"/>
                </a:lnTo>
                <a:lnTo>
                  <a:pt x="422" y="509"/>
                </a:lnTo>
                <a:lnTo>
                  <a:pt x="421" y="509"/>
                </a:lnTo>
                <a:lnTo>
                  <a:pt x="420" y="508"/>
                </a:lnTo>
                <a:lnTo>
                  <a:pt x="419" y="508"/>
                </a:lnTo>
                <a:lnTo>
                  <a:pt x="419" y="507"/>
                </a:lnTo>
                <a:lnTo>
                  <a:pt x="418" y="507"/>
                </a:lnTo>
                <a:lnTo>
                  <a:pt x="417" y="507"/>
                </a:lnTo>
                <a:lnTo>
                  <a:pt x="417" y="506"/>
                </a:lnTo>
                <a:lnTo>
                  <a:pt x="416" y="506"/>
                </a:lnTo>
                <a:lnTo>
                  <a:pt x="416" y="507"/>
                </a:lnTo>
                <a:lnTo>
                  <a:pt x="415" y="507"/>
                </a:lnTo>
                <a:lnTo>
                  <a:pt x="415" y="506"/>
                </a:lnTo>
                <a:lnTo>
                  <a:pt x="415" y="505"/>
                </a:lnTo>
                <a:lnTo>
                  <a:pt x="416" y="505"/>
                </a:lnTo>
                <a:lnTo>
                  <a:pt x="416" y="504"/>
                </a:lnTo>
                <a:lnTo>
                  <a:pt x="417" y="503"/>
                </a:lnTo>
                <a:lnTo>
                  <a:pt x="418" y="502"/>
                </a:lnTo>
                <a:lnTo>
                  <a:pt x="419" y="502"/>
                </a:lnTo>
                <a:lnTo>
                  <a:pt x="419" y="503"/>
                </a:lnTo>
                <a:lnTo>
                  <a:pt x="420" y="502"/>
                </a:lnTo>
                <a:lnTo>
                  <a:pt x="421" y="502"/>
                </a:lnTo>
                <a:lnTo>
                  <a:pt x="422" y="502"/>
                </a:lnTo>
                <a:lnTo>
                  <a:pt x="424" y="501"/>
                </a:lnTo>
                <a:lnTo>
                  <a:pt x="424" y="500"/>
                </a:lnTo>
                <a:lnTo>
                  <a:pt x="425" y="500"/>
                </a:lnTo>
                <a:lnTo>
                  <a:pt x="426" y="499"/>
                </a:lnTo>
                <a:lnTo>
                  <a:pt x="426" y="498"/>
                </a:lnTo>
                <a:lnTo>
                  <a:pt x="426" y="497"/>
                </a:lnTo>
                <a:lnTo>
                  <a:pt x="426" y="496"/>
                </a:lnTo>
                <a:lnTo>
                  <a:pt x="425" y="496"/>
                </a:lnTo>
                <a:lnTo>
                  <a:pt x="425" y="495"/>
                </a:lnTo>
                <a:lnTo>
                  <a:pt x="425" y="494"/>
                </a:lnTo>
                <a:lnTo>
                  <a:pt x="424" y="494"/>
                </a:lnTo>
                <a:lnTo>
                  <a:pt x="425" y="494"/>
                </a:lnTo>
                <a:lnTo>
                  <a:pt x="425" y="493"/>
                </a:lnTo>
                <a:lnTo>
                  <a:pt x="425" y="492"/>
                </a:lnTo>
                <a:lnTo>
                  <a:pt x="424" y="492"/>
                </a:lnTo>
                <a:lnTo>
                  <a:pt x="424" y="493"/>
                </a:lnTo>
                <a:lnTo>
                  <a:pt x="423" y="493"/>
                </a:lnTo>
                <a:lnTo>
                  <a:pt x="423" y="492"/>
                </a:lnTo>
                <a:lnTo>
                  <a:pt x="422" y="492"/>
                </a:lnTo>
                <a:lnTo>
                  <a:pt x="421" y="492"/>
                </a:lnTo>
                <a:lnTo>
                  <a:pt x="420" y="492"/>
                </a:lnTo>
                <a:lnTo>
                  <a:pt x="419" y="492"/>
                </a:lnTo>
                <a:lnTo>
                  <a:pt x="419" y="491"/>
                </a:lnTo>
                <a:lnTo>
                  <a:pt x="418" y="491"/>
                </a:lnTo>
                <a:lnTo>
                  <a:pt x="418" y="489"/>
                </a:lnTo>
                <a:lnTo>
                  <a:pt x="418" y="488"/>
                </a:lnTo>
                <a:lnTo>
                  <a:pt x="418" y="487"/>
                </a:lnTo>
                <a:lnTo>
                  <a:pt x="419" y="487"/>
                </a:lnTo>
                <a:lnTo>
                  <a:pt x="420" y="487"/>
                </a:lnTo>
                <a:lnTo>
                  <a:pt x="420" y="486"/>
                </a:lnTo>
                <a:lnTo>
                  <a:pt x="420" y="485"/>
                </a:lnTo>
                <a:lnTo>
                  <a:pt x="421" y="485"/>
                </a:lnTo>
                <a:lnTo>
                  <a:pt x="422" y="484"/>
                </a:lnTo>
                <a:lnTo>
                  <a:pt x="421" y="485"/>
                </a:lnTo>
                <a:lnTo>
                  <a:pt x="420" y="485"/>
                </a:lnTo>
                <a:lnTo>
                  <a:pt x="419" y="486"/>
                </a:lnTo>
                <a:lnTo>
                  <a:pt x="419" y="487"/>
                </a:lnTo>
                <a:lnTo>
                  <a:pt x="418" y="487"/>
                </a:lnTo>
                <a:lnTo>
                  <a:pt x="418" y="488"/>
                </a:lnTo>
                <a:lnTo>
                  <a:pt x="417" y="488"/>
                </a:lnTo>
                <a:lnTo>
                  <a:pt x="417" y="489"/>
                </a:lnTo>
                <a:lnTo>
                  <a:pt x="418" y="489"/>
                </a:lnTo>
                <a:lnTo>
                  <a:pt x="418" y="490"/>
                </a:lnTo>
                <a:lnTo>
                  <a:pt x="417" y="491"/>
                </a:lnTo>
                <a:lnTo>
                  <a:pt x="416" y="491"/>
                </a:lnTo>
                <a:lnTo>
                  <a:pt x="416" y="490"/>
                </a:lnTo>
                <a:lnTo>
                  <a:pt x="415" y="490"/>
                </a:lnTo>
                <a:lnTo>
                  <a:pt x="416" y="490"/>
                </a:lnTo>
                <a:lnTo>
                  <a:pt x="416" y="489"/>
                </a:lnTo>
                <a:lnTo>
                  <a:pt x="417" y="488"/>
                </a:lnTo>
                <a:lnTo>
                  <a:pt x="417" y="487"/>
                </a:lnTo>
                <a:lnTo>
                  <a:pt x="418" y="487"/>
                </a:lnTo>
                <a:lnTo>
                  <a:pt x="418" y="486"/>
                </a:lnTo>
                <a:lnTo>
                  <a:pt x="417" y="486"/>
                </a:lnTo>
                <a:lnTo>
                  <a:pt x="417" y="485"/>
                </a:lnTo>
                <a:lnTo>
                  <a:pt x="418" y="485"/>
                </a:lnTo>
                <a:lnTo>
                  <a:pt x="418" y="484"/>
                </a:lnTo>
                <a:lnTo>
                  <a:pt x="419" y="484"/>
                </a:lnTo>
                <a:lnTo>
                  <a:pt x="418" y="484"/>
                </a:lnTo>
                <a:lnTo>
                  <a:pt x="418" y="485"/>
                </a:lnTo>
                <a:lnTo>
                  <a:pt x="417" y="485"/>
                </a:lnTo>
                <a:lnTo>
                  <a:pt x="417" y="486"/>
                </a:lnTo>
                <a:lnTo>
                  <a:pt x="417" y="487"/>
                </a:lnTo>
                <a:lnTo>
                  <a:pt x="416" y="487"/>
                </a:lnTo>
                <a:lnTo>
                  <a:pt x="416" y="488"/>
                </a:lnTo>
                <a:lnTo>
                  <a:pt x="415" y="488"/>
                </a:lnTo>
                <a:lnTo>
                  <a:pt x="414" y="488"/>
                </a:lnTo>
                <a:lnTo>
                  <a:pt x="413" y="489"/>
                </a:lnTo>
                <a:lnTo>
                  <a:pt x="412" y="489"/>
                </a:lnTo>
                <a:lnTo>
                  <a:pt x="412" y="490"/>
                </a:lnTo>
                <a:lnTo>
                  <a:pt x="411" y="490"/>
                </a:lnTo>
                <a:lnTo>
                  <a:pt x="410" y="490"/>
                </a:lnTo>
                <a:lnTo>
                  <a:pt x="409" y="490"/>
                </a:lnTo>
                <a:lnTo>
                  <a:pt x="409" y="491"/>
                </a:lnTo>
                <a:lnTo>
                  <a:pt x="408" y="491"/>
                </a:lnTo>
                <a:lnTo>
                  <a:pt x="407" y="491"/>
                </a:lnTo>
                <a:lnTo>
                  <a:pt x="407" y="490"/>
                </a:lnTo>
                <a:lnTo>
                  <a:pt x="406" y="490"/>
                </a:lnTo>
                <a:lnTo>
                  <a:pt x="405" y="490"/>
                </a:lnTo>
                <a:lnTo>
                  <a:pt x="405" y="489"/>
                </a:lnTo>
                <a:lnTo>
                  <a:pt x="404" y="489"/>
                </a:lnTo>
                <a:lnTo>
                  <a:pt x="403" y="489"/>
                </a:lnTo>
                <a:lnTo>
                  <a:pt x="403" y="487"/>
                </a:lnTo>
                <a:lnTo>
                  <a:pt x="402" y="486"/>
                </a:lnTo>
                <a:lnTo>
                  <a:pt x="401" y="485"/>
                </a:lnTo>
                <a:lnTo>
                  <a:pt x="402" y="485"/>
                </a:lnTo>
                <a:lnTo>
                  <a:pt x="401" y="484"/>
                </a:lnTo>
                <a:lnTo>
                  <a:pt x="400" y="484"/>
                </a:lnTo>
                <a:lnTo>
                  <a:pt x="399" y="484"/>
                </a:lnTo>
                <a:lnTo>
                  <a:pt x="399" y="483"/>
                </a:lnTo>
                <a:lnTo>
                  <a:pt x="398" y="482"/>
                </a:lnTo>
                <a:lnTo>
                  <a:pt x="398" y="481"/>
                </a:lnTo>
                <a:lnTo>
                  <a:pt x="398" y="480"/>
                </a:lnTo>
                <a:lnTo>
                  <a:pt x="399" y="480"/>
                </a:lnTo>
                <a:lnTo>
                  <a:pt x="399" y="479"/>
                </a:lnTo>
                <a:lnTo>
                  <a:pt x="399" y="478"/>
                </a:lnTo>
                <a:lnTo>
                  <a:pt x="399" y="477"/>
                </a:lnTo>
                <a:lnTo>
                  <a:pt x="399" y="476"/>
                </a:lnTo>
                <a:lnTo>
                  <a:pt x="400" y="476"/>
                </a:lnTo>
                <a:lnTo>
                  <a:pt x="401" y="476"/>
                </a:lnTo>
                <a:lnTo>
                  <a:pt x="402" y="475"/>
                </a:lnTo>
                <a:lnTo>
                  <a:pt x="403" y="475"/>
                </a:lnTo>
                <a:lnTo>
                  <a:pt x="402" y="475"/>
                </a:lnTo>
                <a:lnTo>
                  <a:pt x="401" y="475"/>
                </a:lnTo>
                <a:lnTo>
                  <a:pt x="401" y="474"/>
                </a:lnTo>
                <a:lnTo>
                  <a:pt x="401" y="473"/>
                </a:lnTo>
                <a:lnTo>
                  <a:pt x="402" y="473"/>
                </a:lnTo>
                <a:lnTo>
                  <a:pt x="401" y="473"/>
                </a:lnTo>
                <a:lnTo>
                  <a:pt x="401" y="474"/>
                </a:lnTo>
                <a:lnTo>
                  <a:pt x="401" y="475"/>
                </a:lnTo>
                <a:lnTo>
                  <a:pt x="400" y="475"/>
                </a:lnTo>
                <a:lnTo>
                  <a:pt x="399" y="475"/>
                </a:lnTo>
                <a:lnTo>
                  <a:pt x="399" y="474"/>
                </a:lnTo>
                <a:lnTo>
                  <a:pt x="399" y="473"/>
                </a:lnTo>
                <a:lnTo>
                  <a:pt x="399" y="472"/>
                </a:lnTo>
                <a:lnTo>
                  <a:pt x="398" y="472"/>
                </a:lnTo>
                <a:lnTo>
                  <a:pt x="398" y="471"/>
                </a:lnTo>
                <a:lnTo>
                  <a:pt x="398" y="470"/>
                </a:lnTo>
                <a:lnTo>
                  <a:pt x="397" y="470"/>
                </a:lnTo>
                <a:lnTo>
                  <a:pt x="396" y="469"/>
                </a:lnTo>
                <a:lnTo>
                  <a:pt x="396" y="470"/>
                </a:lnTo>
                <a:lnTo>
                  <a:pt x="397" y="470"/>
                </a:lnTo>
                <a:lnTo>
                  <a:pt x="397" y="471"/>
                </a:lnTo>
                <a:lnTo>
                  <a:pt x="397" y="472"/>
                </a:lnTo>
                <a:lnTo>
                  <a:pt x="396" y="471"/>
                </a:lnTo>
                <a:lnTo>
                  <a:pt x="395" y="471"/>
                </a:lnTo>
                <a:lnTo>
                  <a:pt x="396" y="471"/>
                </a:lnTo>
                <a:lnTo>
                  <a:pt x="396" y="472"/>
                </a:lnTo>
                <a:lnTo>
                  <a:pt x="396" y="473"/>
                </a:lnTo>
                <a:lnTo>
                  <a:pt x="397" y="473"/>
                </a:lnTo>
                <a:lnTo>
                  <a:pt x="398" y="473"/>
                </a:lnTo>
                <a:lnTo>
                  <a:pt x="398" y="474"/>
                </a:lnTo>
                <a:lnTo>
                  <a:pt x="398" y="476"/>
                </a:lnTo>
                <a:lnTo>
                  <a:pt x="397" y="477"/>
                </a:lnTo>
                <a:lnTo>
                  <a:pt x="397" y="478"/>
                </a:lnTo>
                <a:lnTo>
                  <a:pt x="396" y="478"/>
                </a:lnTo>
                <a:lnTo>
                  <a:pt x="397" y="478"/>
                </a:lnTo>
                <a:lnTo>
                  <a:pt x="397" y="479"/>
                </a:lnTo>
                <a:lnTo>
                  <a:pt x="396" y="480"/>
                </a:lnTo>
                <a:lnTo>
                  <a:pt x="396" y="479"/>
                </a:lnTo>
                <a:lnTo>
                  <a:pt x="395" y="479"/>
                </a:lnTo>
                <a:lnTo>
                  <a:pt x="395" y="480"/>
                </a:lnTo>
                <a:lnTo>
                  <a:pt x="396" y="480"/>
                </a:lnTo>
                <a:lnTo>
                  <a:pt x="396" y="481"/>
                </a:lnTo>
                <a:lnTo>
                  <a:pt x="396" y="482"/>
                </a:lnTo>
                <a:lnTo>
                  <a:pt x="397" y="482"/>
                </a:lnTo>
                <a:lnTo>
                  <a:pt x="397" y="483"/>
                </a:lnTo>
                <a:lnTo>
                  <a:pt x="397" y="484"/>
                </a:lnTo>
                <a:lnTo>
                  <a:pt x="397" y="485"/>
                </a:lnTo>
                <a:lnTo>
                  <a:pt x="397" y="486"/>
                </a:lnTo>
                <a:lnTo>
                  <a:pt x="398" y="486"/>
                </a:lnTo>
                <a:lnTo>
                  <a:pt x="399" y="486"/>
                </a:lnTo>
                <a:lnTo>
                  <a:pt x="399" y="487"/>
                </a:lnTo>
                <a:lnTo>
                  <a:pt x="399" y="488"/>
                </a:lnTo>
                <a:lnTo>
                  <a:pt x="398" y="488"/>
                </a:lnTo>
                <a:lnTo>
                  <a:pt x="397" y="488"/>
                </a:lnTo>
                <a:lnTo>
                  <a:pt x="396" y="488"/>
                </a:lnTo>
                <a:lnTo>
                  <a:pt x="395" y="488"/>
                </a:lnTo>
                <a:lnTo>
                  <a:pt x="395" y="487"/>
                </a:lnTo>
                <a:lnTo>
                  <a:pt x="394" y="487"/>
                </a:lnTo>
                <a:lnTo>
                  <a:pt x="393" y="487"/>
                </a:lnTo>
                <a:lnTo>
                  <a:pt x="392" y="487"/>
                </a:lnTo>
                <a:lnTo>
                  <a:pt x="391" y="487"/>
                </a:lnTo>
                <a:lnTo>
                  <a:pt x="391" y="488"/>
                </a:lnTo>
                <a:lnTo>
                  <a:pt x="390" y="488"/>
                </a:lnTo>
                <a:lnTo>
                  <a:pt x="389" y="489"/>
                </a:lnTo>
                <a:lnTo>
                  <a:pt x="388" y="489"/>
                </a:lnTo>
                <a:lnTo>
                  <a:pt x="388" y="490"/>
                </a:lnTo>
                <a:lnTo>
                  <a:pt x="388" y="489"/>
                </a:lnTo>
                <a:lnTo>
                  <a:pt x="387" y="489"/>
                </a:lnTo>
                <a:lnTo>
                  <a:pt x="387" y="488"/>
                </a:lnTo>
                <a:lnTo>
                  <a:pt x="387" y="487"/>
                </a:lnTo>
                <a:lnTo>
                  <a:pt x="387" y="486"/>
                </a:lnTo>
                <a:lnTo>
                  <a:pt x="386" y="485"/>
                </a:lnTo>
                <a:lnTo>
                  <a:pt x="385" y="485"/>
                </a:lnTo>
                <a:lnTo>
                  <a:pt x="385" y="484"/>
                </a:lnTo>
                <a:lnTo>
                  <a:pt x="386" y="484"/>
                </a:lnTo>
                <a:lnTo>
                  <a:pt x="386" y="483"/>
                </a:lnTo>
                <a:lnTo>
                  <a:pt x="385" y="482"/>
                </a:lnTo>
                <a:lnTo>
                  <a:pt x="385" y="481"/>
                </a:lnTo>
                <a:lnTo>
                  <a:pt x="385" y="480"/>
                </a:lnTo>
                <a:lnTo>
                  <a:pt x="385" y="479"/>
                </a:lnTo>
                <a:lnTo>
                  <a:pt x="385" y="478"/>
                </a:lnTo>
                <a:lnTo>
                  <a:pt x="386" y="477"/>
                </a:lnTo>
                <a:lnTo>
                  <a:pt x="385" y="477"/>
                </a:lnTo>
                <a:lnTo>
                  <a:pt x="386" y="477"/>
                </a:lnTo>
                <a:lnTo>
                  <a:pt x="385" y="477"/>
                </a:lnTo>
                <a:lnTo>
                  <a:pt x="385" y="478"/>
                </a:lnTo>
                <a:lnTo>
                  <a:pt x="384" y="479"/>
                </a:lnTo>
                <a:lnTo>
                  <a:pt x="384" y="480"/>
                </a:lnTo>
                <a:lnTo>
                  <a:pt x="383" y="480"/>
                </a:lnTo>
                <a:lnTo>
                  <a:pt x="383" y="479"/>
                </a:lnTo>
                <a:lnTo>
                  <a:pt x="382" y="479"/>
                </a:lnTo>
                <a:lnTo>
                  <a:pt x="382" y="478"/>
                </a:lnTo>
                <a:lnTo>
                  <a:pt x="381" y="479"/>
                </a:lnTo>
                <a:lnTo>
                  <a:pt x="381" y="478"/>
                </a:lnTo>
                <a:lnTo>
                  <a:pt x="380" y="478"/>
                </a:lnTo>
                <a:lnTo>
                  <a:pt x="380" y="479"/>
                </a:lnTo>
                <a:lnTo>
                  <a:pt x="382" y="479"/>
                </a:lnTo>
                <a:lnTo>
                  <a:pt x="382" y="481"/>
                </a:lnTo>
                <a:lnTo>
                  <a:pt x="381" y="481"/>
                </a:lnTo>
                <a:lnTo>
                  <a:pt x="382" y="483"/>
                </a:lnTo>
                <a:lnTo>
                  <a:pt x="380" y="484"/>
                </a:lnTo>
                <a:lnTo>
                  <a:pt x="378" y="482"/>
                </a:lnTo>
                <a:lnTo>
                  <a:pt x="378" y="481"/>
                </a:lnTo>
                <a:lnTo>
                  <a:pt x="379" y="481"/>
                </a:lnTo>
                <a:lnTo>
                  <a:pt x="379" y="479"/>
                </a:lnTo>
                <a:lnTo>
                  <a:pt x="378" y="479"/>
                </a:lnTo>
                <a:lnTo>
                  <a:pt x="378" y="477"/>
                </a:lnTo>
                <a:lnTo>
                  <a:pt x="379" y="477"/>
                </a:lnTo>
                <a:lnTo>
                  <a:pt x="379" y="476"/>
                </a:lnTo>
                <a:lnTo>
                  <a:pt x="379" y="475"/>
                </a:lnTo>
                <a:lnTo>
                  <a:pt x="380" y="474"/>
                </a:lnTo>
                <a:lnTo>
                  <a:pt x="379" y="474"/>
                </a:lnTo>
                <a:lnTo>
                  <a:pt x="379" y="473"/>
                </a:lnTo>
                <a:lnTo>
                  <a:pt x="380" y="473"/>
                </a:lnTo>
                <a:lnTo>
                  <a:pt x="380" y="472"/>
                </a:lnTo>
                <a:lnTo>
                  <a:pt x="381" y="472"/>
                </a:lnTo>
                <a:lnTo>
                  <a:pt x="381" y="471"/>
                </a:lnTo>
                <a:lnTo>
                  <a:pt x="382" y="471"/>
                </a:lnTo>
                <a:lnTo>
                  <a:pt x="382" y="470"/>
                </a:lnTo>
                <a:lnTo>
                  <a:pt x="381" y="470"/>
                </a:lnTo>
                <a:lnTo>
                  <a:pt x="381" y="471"/>
                </a:lnTo>
                <a:lnTo>
                  <a:pt x="380" y="472"/>
                </a:lnTo>
                <a:lnTo>
                  <a:pt x="380" y="471"/>
                </a:lnTo>
                <a:lnTo>
                  <a:pt x="380" y="470"/>
                </a:lnTo>
                <a:lnTo>
                  <a:pt x="379" y="470"/>
                </a:lnTo>
                <a:lnTo>
                  <a:pt x="380" y="471"/>
                </a:lnTo>
                <a:lnTo>
                  <a:pt x="380" y="472"/>
                </a:lnTo>
                <a:lnTo>
                  <a:pt x="379" y="473"/>
                </a:lnTo>
                <a:lnTo>
                  <a:pt x="379" y="474"/>
                </a:lnTo>
                <a:lnTo>
                  <a:pt x="378" y="474"/>
                </a:lnTo>
                <a:lnTo>
                  <a:pt x="378" y="473"/>
                </a:lnTo>
                <a:lnTo>
                  <a:pt x="377" y="473"/>
                </a:lnTo>
                <a:lnTo>
                  <a:pt x="378" y="473"/>
                </a:lnTo>
                <a:lnTo>
                  <a:pt x="378" y="474"/>
                </a:lnTo>
                <a:lnTo>
                  <a:pt x="379" y="475"/>
                </a:lnTo>
                <a:lnTo>
                  <a:pt x="378" y="475"/>
                </a:lnTo>
                <a:lnTo>
                  <a:pt x="378" y="477"/>
                </a:lnTo>
                <a:lnTo>
                  <a:pt x="377" y="477"/>
                </a:lnTo>
                <a:lnTo>
                  <a:pt x="377" y="480"/>
                </a:lnTo>
                <a:lnTo>
                  <a:pt x="376" y="480"/>
                </a:lnTo>
                <a:lnTo>
                  <a:pt x="377" y="480"/>
                </a:lnTo>
                <a:lnTo>
                  <a:pt x="376" y="480"/>
                </a:lnTo>
                <a:lnTo>
                  <a:pt x="375" y="480"/>
                </a:lnTo>
                <a:lnTo>
                  <a:pt x="375" y="479"/>
                </a:lnTo>
                <a:lnTo>
                  <a:pt x="375" y="478"/>
                </a:lnTo>
                <a:lnTo>
                  <a:pt x="375" y="477"/>
                </a:lnTo>
                <a:lnTo>
                  <a:pt x="375" y="476"/>
                </a:lnTo>
                <a:lnTo>
                  <a:pt x="375" y="475"/>
                </a:lnTo>
                <a:lnTo>
                  <a:pt x="374" y="475"/>
                </a:lnTo>
                <a:lnTo>
                  <a:pt x="375" y="474"/>
                </a:lnTo>
                <a:lnTo>
                  <a:pt x="374" y="474"/>
                </a:lnTo>
                <a:lnTo>
                  <a:pt x="374" y="473"/>
                </a:lnTo>
                <a:lnTo>
                  <a:pt x="373" y="473"/>
                </a:lnTo>
                <a:lnTo>
                  <a:pt x="373" y="472"/>
                </a:lnTo>
                <a:lnTo>
                  <a:pt x="372" y="472"/>
                </a:lnTo>
                <a:lnTo>
                  <a:pt x="372" y="471"/>
                </a:lnTo>
                <a:lnTo>
                  <a:pt x="372" y="470"/>
                </a:lnTo>
                <a:lnTo>
                  <a:pt x="373" y="470"/>
                </a:lnTo>
                <a:lnTo>
                  <a:pt x="373" y="469"/>
                </a:lnTo>
                <a:lnTo>
                  <a:pt x="374" y="469"/>
                </a:lnTo>
                <a:lnTo>
                  <a:pt x="374" y="468"/>
                </a:lnTo>
                <a:lnTo>
                  <a:pt x="375" y="467"/>
                </a:lnTo>
                <a:lnTo>
                  <a:pt x="375" y="466"/>
                </a:lnTo>
                <a:lnTo>
                  <a:pt x="376" y="466"/>
                </a:lnTo>
                <a:lnTo>
                  <a:pt x="376" y="465"/>
                </a:lnTo>
                <a:lnTo>
                  <a:pt x="376" y="464"/>
                </a:lnTo>
                <a:lnTo>
                  <a:pt x="375" y="464"/>
                </a:lnTo>
                <a:lnTo>
                  <a:pt x="376" y="463"/>
                </a:lnTo>
                <a:lnTo>
                  <a:pt x="377" y="463"/>
                </a:lnTo>
                <a:lnTo>
                  <a:pt x="377" y="462"/>
                </a:lnTo>
                <a:lnTo>
                  <a:pt x="378" y="462"/>
                </a:lnTo>
                <a:lnTo>
                  <a:pt x="378" y="461"/>
                </a:lnTo>
                <a:lnTo>
                  <a:pt x="377" y="460"/>
                </a:lnTo>
                <a:lnTo>
                  <a:pt x="377" y="461"/>
                </a:lnTo>
                <a:lnTo>
                  <a:pt x="376" y="461"/>
                </a:lnTo>
                <a:lnTo>
                  <a:pt x="376" y="460"/>
                </a:lnTo>
                <a:lnTo>
                  <a:pt x="375" y="460"/>
                </a:lnTo>
                <a:lnTo>
                  <a:pt x="375" y="461"/>
                </a:lnTo>
                <a:lnTo>
                  <a:pt x="374" y="461"/>
                </a:lnTo>
                <a:lnTo>
                  <a:pt x="373" y="461"/>
                </a:lnTo>
                <a:lnTo>
                  <a:pt x="372" y="461"/>
                </a:lnTo>
                <a:lnTo>
                  <a:pt x="371" y="461"/>
                </a:lnTo>
                <a:lnTo>
                  <a:pt x="371" y="460"/>
                </a:lnTo>
                <a:lnTo>
                  <a:pt x="371" y="461"/>
                </a:lnTo>
                <a:lnTo>
                  <a:pt x="370" y="461"/>
                </a:lnTo>
                <a:lnTo>
                  <a:pt x="370" y="459"/>
                </a:lnTo>
                <a:lnTo>
                  <a:pt x="371" y="459"/>
                </a:lnTo>
                <a:lnTo>
                  <a:pt x="371" y="458"/>
                </a:lnTo>
                <a:lnTo>
                  <a:pt x="370" y="458"/>
                </a:lnTo>
                <a:lnTo>
                  <a:pt x="370" y="459"/>
                </a:lnTo>
                <a:lnTo>
                  <a:pt x="369" y="459"/>
                </a:lnTo>
                <a:lnTo>
                  <a:pt x="369" y="460"/>
                </a:lnTo>
                <a:lnTo>
                  <a:pt x="369" y="461"/>
                </a:lnTo>
                <a:lnTo>
                  <a:pt x="368" y="462"/>
                </a:lnTo>
                <a:lnTo>
                  <a:pt x="368" y="461"/>
                </a:lnTo>
                <a:lnTo>
                  <a:pt x="367" y="461"/>
                </a:lnTo>
                <a:lnTo>
                  <a:pt x="366" y="461"/>
                </a:lnTo>
                <a:lnTo>
                  <a:pt x="366" y="462"/>
                </a:lnTo>
                <a:lnTo>
                  <a:pt x="367" y="462"/>
                </a:lnTo>
                <a:lnTo>
                  <a:pt x="367" y="463"/>
                </a:lnTo>
                <a:lnTo>
                  <a:pt x="366" y="463"/>
                </a:lnTo>
                <a:lnTo>
                  <a:pt x="365" y="463"/>
                </a:lnTo>
                <a:lnTo>
                  <a:pt x="364" y="463"/>
                </a:lnTo>
                <a:lnTo>
                  <a:pt x="365" y="463"/>
                </a:lnTo>
                <a:lnTo>
                  <a:pt x="365" y="464"/>
                </a:lnTo>
                <a:lnTo>
                  <a:pt x="365" y="465"/>
                </a:lnTo>
                <a:lnTo>
                  <a:pt x="364" y="466"/>
                </a:lnTo>
                <a:lnTo>
                  <a:pt x="364" y="465"/>
                </a:lnTo>
                <a:lnTo>
                  <a:pt x="363" y="465"/>
                </a:lnTo>
                <a:lnTo>
                  <a:pt x="363" y="464"/>
                </a:lnTo>
                <a:lnTo>
                  <a:pt x="362" y="463"/>
                </a:lnTo>
                <a:lnTo>
                  <a:pt x="363" y="463"/>
                </a:lnTo>
                <a:lnTo>
                  <a:pt x="363" y="462"/>
                </a:lnTo>
                <a:lnTo>
                  <a:pt x="362" y="462"/>
                </a:lnTo>
                <a:lnTo>
                  <a:pt x="362" y="463"/>
                </a:lnTo>
                <a:lnTo>
                  <a:pt x="362" y="464"/>
                </a:lnTo>
                <a:lnTo>
                  <a:pt x="363" y="465"/>
                </a:lnTo>
                <a:lnTo>
                  <a:pt x="363" y="466"/>
                </a:lnTo>
                <a:lnTo>
                  <a:pt x="364" y="467"/>
                </a:lnTo>
                <a:lnTo>
                  <a:pt x="365" y="467"/>
                </a:lnTo>
                <a:lnTo>
                  <a:pt x="365" y="468"/>
                </a:lnTo>
                <a:lnTo>
                  <a:pt x="366" y="468"/>
                </a:lnTo>
                <a:lnTo>
                  <a:pt x="366" y="469"/>
                </a:lnTo>
                <a:lnTo>
                  <a:pt x="366" y="470"/>
                </a:lnTo>
                <a:lnTo>
                  <a:pt x="367" y="470"/>
                </a:lnTo>
                <a:lnTo>
                  <a:pt x="367" y="471"/>
                </a:lnTo>
                <a:lnTo>
                  <a:pt x="367" y="472"/>
                </a:lnTo>
                <a:lnTo>
                  <a:pt x="367" y="473"/>
                </a:lnTo>
                <a:lnTo>
                  <a:pt x="368" y="473"/>
                </a:lnTo>
                <a:lnTo>
                  <a:pt x="368" y="474"/>
                </a:lnTo>
                <a:lnTo>
                  <a:pt x="368" y="475"/>
                </a:lnTo>
                <a:lnTo>
                  <a:pt x="369" y="475"/>
                </a:lnTo>
                <a:lnTo>
                  <a:pt x="370" y="475"/>
                </a:lnTo>
                <a:lnTo>
                  <a:pt x="371" y="475"/>
                </a:lnTo>
                <a:lnTo>
                  <a:pt x="370" y="475"/>
                </a:lnTo>
                <a:lnTo>
                  <a:pt x="370" y="476"/>
                </a:lnTo>
                <a:lnTo>
                  <a:pt x="369" y="477"/>
                </a:lnTo>
                <a:lnTo>
                  <a:pt x="368" y="477"/>
                </a:lnTo>
                <a:lnTo>
                  <a:pt x="368" y="478"/>
                </a:lnTo>
                <a:lnTo>
                  <a:pt x="367" y="478"/>
                </a:lnTo>
                <a:lnTo>
                  <a:pt x="367" y="477"/>
                </a:lnTo>
                <a:lnTo>
                  <a:pt x="367" y="478"/>
                </a:lnTo>
                <a:lnTo>
                  <a:pt x="367" y="477"/>
                </a:lnTo>
                <a:lnTo>
                  <a:pt x="366" y="477"/>
                </a:lnTo>
                <a:lnTo>
                  <a:pt x="367" y="476"/>
                </a:lnTo>
                <a:lnTo>
                  <a:pt x="366" y="475"/>
                </a:lnTo>
                <a:lnTo>
                  <a:pt x="366" y="476"/>
                </a:lnTo>
                <a:lnTo>
                  <a:pt x="366" y="477"/>
                </a:lnTo>
                <a:lnTo>
                  <a:pt x="366" y="478"/>
                </a:lnTo>
                <a:lnTo>
                  <a:pt x="367" y="478"/>
                </a:lnTo>
                <a:lnTo>
                  <a:pt x="367" y="479"/>
                </a:lnTo>
                <a:lnTo>
                  <a:pt x="366" y="479"/>
                </a:lnTo>
                <a:lnTo>
                  <a:pt x="366" y="480"/>
                </a:lnTo>
                <a:lnTo>
                  <a:pt x="367" y="480"/>
                </a:lnTo>
                <a:lnTo>
                  <a:pt x="367" y="479"/>
                </a:lnTo>
                <a:lnTo>
                  <a:pt x="368" y="480"/>
                </a:lnTo>
                <a:lnTo>
                  <a:pt x="368" y="479"/>
                </a:lnTo>
                <a:lnTo>
                  <a:pt x="369" y="478"/>
                </a:lnTo>
                <a:lnTo>
                  <a:pt x="369" y="477"/>
                </a:lnTo>
                <a:lnTo>
                  <a:pt x="370" y="477"/>
                </a:lnTo>
                <a:lnTo>
                  <a:pt x="370" y="478"/>
                </a:lnTo>
                <a:lnTo>
                  <a:pt x="371" y="478"/>
                </a:lnTo>
                <a:lnTo>
                  <a:pt x="371" y="479"/>
                </a:lnTo>
                <a:lnTo>
                  <a:pt x="370" y="479"/>
                </a:lnTo>
                <a:lnTo>
                  <a:pt x="370" y="480"/>
                </a:lnTo>
                <a:lnTo>
                  <a:pt x="369" y="480"/>
                </a:lnTo>
                <a:lnTo>
                  <a:pt x="370" y="480"/>
                </a:lnTo>
                <a:lnTo>
                  <a:pt x="369" y="481"/>
                </a:lnTo>
                <a:lnTo>
                  <a:pt x="369" y="482"/>
                </a:lnTo>
                <a:lnTo>
                  <a:pt x="369" y="481"/>
                </a:lnTo>
                <a:lnTo>
                  <a:pt x="370" y="481"/>
                </a:lnTo>
                <a:lnTo>
                  <a:pt x="371" y="481"/>
                </a:lnTo>
                <a:lnTo>
                  <a:pt x="371" y="480"/>
                </a:lnTo>
                <a:lnTo>
                  <a:pt x="372" y="480"/>
                </a:lnTo>
                <a:lnTo>
                  <a:pt x="372" y="481"/>
                </a:lnTo>
                <a:lnTo>
                  <a:pt x="372" y="482"/>
                </a:lnTo>
                <a:lnTo>
                  <a:pt x="372" y="483"/>
                </a:lnTo>
                <a:lnTo>
                  <a:pt x="372" y="484"/>
                </a:lnTo>
                <a:lnTo>
                  <a:pt x="371" y="484"/>
                </a:lnTo>
                <a:lnTo>
                  <a:pt x="370" y="484"/>
                </a:lnTo>
                <a:lnTo>
                  <a:pt x="370" y="485"/>
                </a:lnTo>
                <a:lnTo>
                  <a:pt x="371" y="485"/>
                </a:lnTo>
                <a:lnTo>
                  <a:pt x="371" y="484"/>
                </a:lnTo>
                <a:lnTo>
                  <a:pt x="371" y="485"/>
                </a:lnTo>
                <a:lnTo>
                  <a:pt x="371" y="486"/>
                </a:lnTo>
                <a:lnTo>
                  <a:pt x="370" y="486"/>
                </a:lnTo>
                <a:lnTo>
                  <a:pt x="370" y="487"/>
                </a:lnTo>
                <a:lnTo>
                  <a:pt x="369" y="487"/>
                </a:lnTo>
                <a:lnTo>
                  <a:pt x="369" y="486"/>
                </a:lnTo>
                <a:lnTo>
                  <a:pt x="368" y="486"/>
                </a:lnTo>
                <a:lnTo>
                  <a:pt x="368" y="487"/>
                </a:lnTo>
                <a:lnTo>
                  <a:pt x="369" y="487"/>
                </a:lnTo>
                <a:lnTo>
                  <a:pt x="369" y="488"/>
                </a:lnTo>
                <a:lnTo>
                  <a:pt x="369" y="489"/>
                </a:lnTo>
                <a:lnTo>
                  <a:pt x="368" y="489"/>
                </a:lnTo>
                <a:lnTo>
                  <a:pt x="369" y="489"/>
                </a:lnTo>
                <a:lnTo>
                  <a:pt x="368" y="490"/>
                </a:lnTo>
                <a:lnTo>
                  <a:pt x="368" y="491"/>
                </a:lnTo>
                <a:lnTo>
                  <a:pt x="367" y="491"/>
                </a:lnTo>
                <a:lnTo>
                  <a:pt x="365" y="492"/>
                </a:lnTo>
                <a:lnTo>
                  <a:pt x="364" y="492"/>
                </a:lnTo>
                <a:lnTo>
                  <a:pt x="364" y="491"/>
                </a:lnTo>
                <a:lnTo>
                  <a:pt x="365" y="490"/>
                </a:lnTo>
                <a:lnTo>
                  <a:pt x="366" y="490"/>
                </a:lnTo>
                <a:lnTo>
                  <a:pt x="366" y="489"/>
                </a:lnTo>
                <a:lnTo>
                  <a:pt x="365" y="489"/>
                </a:lnTo>
                <a:lnTo>
                  <a:pt x="365" y="490"/>
                </a:lnTo>
                <a:lnTo>
                  <a:pt x="364" y="490"/>
                </a:lnTo>
                <a:lnTo>
                  <a:pt x="364" y="491"/>
                </a:lnTo>
                <a:lnTo>
                  <a:pt x="364" y="492"/>
                </a:lnTo>
                <a:lnTo>
                  <a:pt x="364" y="493"/>
                </a:lnTo>
                <a:lnTo>
                  <a:pt x="364" y="494"/>
                </a:lnTo>
                <a:lnTo>
                  <a:pt x="363" y="494"/>
                </a:lnTo>
                <a:lnTo>
                  <a:pt x="364" y="494"/>
                </a:lnTo>
                <a:lnTo>
                  <a:pt x="364" y="495"/>
                </a:lnTo>
                <a:lnTo>
                  <a:pt x="362" y="495"/>
                </a:lnTo>
                <a:lnTo>
                  <a:pt x="361" y="495"/>
                </a:lnTo>
                <a:lnTo>
                  <a:pt x="359" y="495"/>
                </a:lnTo>
                <a:lnTo>
                  <a:pt x="358" y="495"/>
                </a:lnTo>
                <a:lnTo>
                  <a:pt x="358" y="496"/>
                </a:lnTo>
                <a:lnTo>
                  <a:pt x="357" y="496"/>
                </a:lnTo>
                <a:lnTo>
                  <a:pt x="357" y="497"/>
                </a:lnTo>
                <a:lnTo>
                  <a:pt x="355" y="497"/>
                </a:lnTo>
                <a:lnTo>
                  <a:pt x="355" y="496"/>
                </a:lnTo>
                <a:lnTo>
                  <a:pt x="355" y="495"/>
                </a:lnTo>
                <a:lnTo>
                  <a:pt x="355" y="493"/>
                </a:lnTo>
                <a:lnTo>
                  <a:pt x="357" y="493"/>
                </a:lnTo>
                <a:lnTo>
                  <a:pt x="357" y="492"/>
                </a:lnTo>
                <a:lnTo>
                  <a:pt x="356" y="491"/>
                </a:lnTo>
                <a:lnTo>
                  <a:pt x="357" y="491"/>
                </a:lnTo>
                <a:lnTo>
                  <a:pt x="358" y="491"/>
                </a:lnTo>
                <a:lnTo>
                  <a:pt x="358" y="490"/>
                </a:lnTo>
                <a:lnTo>
                  <a:pt x="359" y="490"/>
                </a:lnTo>
                <a:lnTo>
                  <a:pt x="359" y="491"/>
                </a:lnTo>
                <a:lnTo>
                  <a:pt x="360" y="491"/>
                </a:lnTo>
                <a:lnTo>
                  <a:pt x="360" y="490"/>
                </a:lnTo>
                <a:lnTo>
                  <a:pt x="361" y="490"/>
                </a:lnTo>
                <a:lnTo>
                  <a:pt x="361" y="489"/>
                </a:lnTo>
                <a:lnTo>
                  <a:pt x="360" y="489"/>
                </a:lnTo>
                <a:lnTo>
                  <a:pt x="359" y="490"/>
                </a:lnTo>
                <a:lnTo>
                  <a:pt x="359" y="489"/>
                </a:lnTo>
                <a:lnTo>
                  <a:pt x="358" y="489"/>
                </a:lnTo>
                <a:lnTo>
                  <a:pt x="358" y="488"/>
                </a:lnTo>
                <a:lnTo>
                  <a:pt x="359" y="488"/>
                </a:lnTo>
                <a:lnTo>
                  <a:pt x="359" y="487"/>
                </a:lnTo>
                <a:lnTo>
                  <a:pt x="360" y="487"/>
                </a:lnTo>
                <a:lnTo>
                  <a:pt x="360" y="486"/>
                </a:lnTo>
                <a:lnTo>
                  <a:pt x="361" y="485"/>
                </a:lnTo>
                <a:lnTo>
                  <a:pt x="362" y="485"/>
                </a:lnTo>
                <a:lnTo>
                  <a:pt x="362" y="484"/>
                </a:lnTo>
                <a:lnTo>
                  <a:pt x="363" y="484"/>
                </a:lnTo>
                <a:lnTo>
                  <a:pt x="364" y="484"/>
                </a:lnTo>
                <a:lnTo>
                  <a:pt x="363" y="484"/>
                </a:lnTo>
                <a:lnTo>
                  <a:pt x="363" y="483"/>
                </a:lnTo>
                <a:lnTo>
                  <a:pt x="362" y="483"/>
                </a:lnTo>
                <a:lnTo>
                  <a:pt x="362" y="484"/>
                </a:lnTo>
                <a:lnTo>
                  <a:pt x="361" y="484"/>
                </a:lnTo>
                <a:lnTo>
                  <a:pt x="360" y="484"/>
                </a:lnTo>
                <a:lnTo>
                  <a:pt x="360" y="485"/>
                </a:lnTo>
                <a:lnTo>
                  <a:pt x="359" y="485"/>
                </a:lnTo>
                <a:lnTo>
                  <a:pt x="360" y="485"/>
                </a:lnTo>
                <a:lnTo>
                  <a:pt x="360" y="484"/>
                </a:lnTo>
                <a:lnTo>
                  <a:pt x="359" y="484"/>
                </a:lnTo>
                <a:lnTo>
                  <a:pt x="359" y="485"/>
                </a:lnTo>
                <a:lnTo>
                  <a:pt x="358" y="485"/>
                </a:lnTo>
                <a:lnTo>
                  <a:pt x="359" y="485"/>
                </a:lnTo>
                <a:lnTo>
                  <a:pt x="359" y="484"/>
                </a:lnTo>
                <a:lnTo>
                  <a:pt x="359" y="483"/>
                </a:lnTo>
                <a:lnTo>
                  <a:pt x="360" y="483"/>
                </a:lnTo>
                <a:lnTo>
                  <a:pt x="360" y="482"/>
                </a:lnTo>
                <a:lnTo>
                  <a:pt x="361" y="481"/>
                </a:lnTo>
                <a:lnTo>
                  <a:pt x="360" y="481"/>
                </a:lnTo>
                <a:lnTo>
                  <a:pt x="359" y="481"/>
                </a:lnTo>
                <a:lnTo>
                  <a:pt x="359" y="482"/>
                </a:lnTo>
                <a:lnTo>
                  <a:pt x="359" y="483"/>
                </a:lnTo>
                <a:lnTo>
                  <a:pt x="358" y="483"/>
                </a:lnTo>
                <a:lnTo>
                  <a:pt x="358" y="484"/>
                </a:lnTo>
                <a:lnTo>
                  <a:pt x="357" y="484"/>
                </a:lnTo>
                <a:lnTo>
                  <a:pt x="356" y="484"/>
                </a:lnTo>
                <a:lnTo>
                  <a:pt x="356" y="483"/>
                </a:lnTo>
                <a:lnTo>
                  <a:pt x="355" y="483"/>
                </a:lnTo>
                <a:lnTo>
                  <a:pt x="354" y="482"/>
                </a:lnTo>
                <a:lnTo>
                  <a:pt x="354" y="481"/>
                </a:lnTo>
                <a:lnTo>
                  <a:pt x="354" y="482"/>
                </a:lnTo>
                <a:lnTo>
                  <a:pt x="353" y="482"/>
                </a:lnTo>
                <a:lnTo>
                  <a:pt x="352" y="482"/>
                </a:lnTo>
                <a:lnTo>
                  <a:pt x="352" y="481"/>
                </a:lnTo>
                <a:lnTo>
                  <a:pt x="351" y="481"/>
                </a:lnTo>
                <a:lnTo>
                  <a:pt x="352" y="480"/>
                </a:lnTo>
                <a:lnTo>
                  <a:pt x="352" y="479"/>
                </a:lnTo>
                <a:lnTo>
                  <a:pt x="351" y="479"/>
                </a:lnTo>
                <a:lnTo>
                  <a:pt x="351" y="480"/>
                </a:lnTo>
                <a:lnTo>
                  <a:pt x="350" y="481"/>
                </a:lnTo>
                <a:lnTo>
                  <a:pt x="351" y="481"/>
                </a:lnTo>
                <a:lnTo>
                  <a:pt x="351" y="482"/>
                </a:lnTo>
                <a:lnTo>
                  <a:pt x="351" y="483"/>
                </a:lnTo>
                <a:lnTo>
                  <a:pt x="351" y="484"/>
                </a:lnTo>
                <a:lnTo>
                  <a:pt x="351" y="485"/>
                </a:lnTo>
                <a:lnTo>
                  <a:pt x="351" y="483"/>
                </a:lnTo>
                <a:lnTo>
                  <a:pt x="350" y="483"/>
                </a:lnTo>
                <a:lnTo>
                  <a:pt x="350" y="482"/>
                </a:lnTo>
                <a:lnTo>
                  <a:pt x="351" y="482"/>
                </a:lnTo>
                <a:lnTo>
                  <a:pt x="350" y="482"/>
                </a:lnTo>
                <a:lnTo>
                  <a:pt x="350" y="483"/>
                </a:lnTo>
                <a:lnTo>
                  <a:pt x="349" y="484"/>
                </a:lnTo>
                <a:lnTo>
                  <a:pt x="349" y="485"/>
                </a:lnTo>
                <a:lnTo>
                  <a:pt x="350" y="485"/>
                </a:lnTo>
                <a:lnTo>
                  <a:pt x="350" y="486"/>
                </a:lnTo>
                <a:lnTo>
                  <a:pt x="350" y="487"/>
                </a:lnTo>
                <a:lnTo>
                  <a:pt x="349" y="488"/>
                </a:lnTo>
                <a:lnTo>
                  <a:pt x="350" y="488"/>
                </a:lnTo>
                <a:lnTo>
                  <a:pt x="350" y="489"/>
                </a:lnTo>
                <a:lnTo>
                  <a:pt x="349" y="489"/>
                </a:lnTo>
                <a:lnTo>
                  <a:pt x="349" y="490"/>
                </a:lnTo>
                <a:lnTo>
                  <a:pt x="348" y="490"/>
                </a:lnTo>
                <a:lnTo>
                  <a:pt x="348" y="491"/>
                </a:lnTo>
                <a:lnTo>
                  <a:pt x="349" y="491"/>
                </a:lnTo>
                <a:lnTo>
                  <a:pt x="350" y="491"/>
                </a:lnTo>
                <a:lnTo>
                  <a:pt x="350" y="492"/>
                </a:lnTo>
                <a:lnTo>
                  <a:pt x="349" y="493"/>
                </a:lnTo>
                <a:lnTo>
                  <a:pt x="349" y="494"/>
                </a:lnTo>
                <a:lnTo>
                  <a:pt x="348" y="495"/>
                </a:lnTo>
                <a:lnTo>
                  <a:pt x="347" y="495"/>
                </a:lnTo>
                <a:lnTo>
                  <a:pt x="347" y="496"/>
                </a:lnTo>
                <a:lnTo>
                  <a:pt x="348" y="496"/>
                </a:lnTo>
                <a:lnTo>
                  <a:pt x="348" y="497"/>
                </a:lnTo>
                <a:lnTo>
                  <a:pt x="347" y="497"/>
                </a:lnTo>
                <a:lnTo>
                  <a:pt x="346" y="497"/>
                </a:lnTo>
                <a:lnTo>
                  <a:pt x="345" y="497"/>
                </a:lnTo>
                <a:lnTo>
                  <a:pt x="345" y="498"/>
                </a:lnTo>
                <a:lnTo>
                  <a:pt x="344" y="498"/>
                </a:lnTo>
                <a:lnTo>
                  <a:pt x="344" y="499"/>
                </a:lnTo>
                <a:lnTo>
                  <a:pt x="342" y="499"/>
                </a:lnTo>
                <a:lnTo>
                  <a:pt x="342" y="500"/>
                </a:lnTo>
                <a:lnTo>
                  <a:pt x="341" y="500"/>
                </a:lnTo>
                <a:lnTo>
                  <a:pt x="341" y="501"/>
                </a:lnTo>
                <a:lnTo>
                  <a:pt x="340" y="500"/>
                </a:lnTo>
                <a:lnTo>
                  <a:pt x="340" y="499"/>
                </a:lnTo>
                <a:lnTo>
                  <a:pt x="341" y="499"/>
                </a:lnTo>
                <a:lnTo>
                  <a:pt x="342" y="497"/>
                </a:lnTo>
                <a:lnTo>
                  <a:pt x="343" y="496"/>
                </a:lnTo>
                <a:lnTo>
                  <a:pt x="344" y="493"/>
                </a:lnTo>
                <a:lnTo>
                  <a:pt x="345" y="493"/>
                </a:lnTo>
                <a:lnTo>
                  <a:pt x="345" y="492"/>
                </a:lnTo>
                <a:lnTo>
                  <a:pt x="345" y="491"/>
                </a:lnTo>
                <a:lnTo>
                  <a:pt x="344" y="491"/>
                </a:lnTo>
                <a:lnTo>
                  <a:pt x="344" y="492"/>
                </a:lnTo>
                <a:lnTo>
                  <a:pt x="343" y="491"/>
                </a:lnTo>
                <a:lnTo>
                  <a:pt x="343" y="490"/>
                </a:lnTo>
                <a:lnTo>
                  <a:pt x="344" y="490"/>
                </a:lnTo>
                <a:lnTo>
                  <a:pt x="343" y="489"/>
                </a:lnTo>
                <a:lnTo>
                  <a:pt x="343" y="488"/>
                </a:lnTo>
                <a:lnTo>
                  <a:pt x="342" y="488"/>
                </a:lnTo>
                <a:lnTo>
                  <a:pt x="342" y="489"/>
                </a:lnTo>
                <a:lnTo>
                  <a:pt x="341" y="489"/>
                </a:lnTo>
                <a:lnTo>
                  <a:pt x="341" y="488"/>
                </a:lnTo>
                <a:lnTo>
                  <a:pt x="342" y="488"/>
                </a:lnTo>
                <a:lnTo>
                  <a:pt x="341" y="488"/>
                </a:lnTo>
                <a:lnTo>
                  <a:pt x="340" y="488"/>
                </a:lnTo>
                <a:lnTo>
                  <a:pt x="341" y="488"/>
                </a:lnTo>
                <a:lnTo>
                  <a:pt x="341" y="489"/>
                </a:lnTo>
                <a:lnTo>
                  <a:pt x="340" y="489"/>
                </a:lnTo>
                <a:lnTo>
                  <a:pt x="340" y="490"/>
                </a:lnTo>
                <a:lnTo>
                  <a:pt x="339" y="490"/>
                </a:lnTo>
                <a:lnTo>
                  <a:pt x="339" y="489"/>
                </a:lnTo>
                <a:lnTo>
                  <a:pt x="338" y="489"/>
                </a:lnTo>
                <a:lnTo>
                  <a:pt x="338" y="490"/>
                </a:lnTo>
                <a:lnTo>
                  <a:pt x="337" y="490"/>
                </a:lnTo>
                <a:lnTo>
                  <a:pt x="337" y="491"/>
                </a:lnTo>
                <a:lnTo>
                  <a:pt x="337" y="490"/>
                </a:lnTo>
                <a:lnTo>
                  <a:pt x="336" y="490"/>
                </a:lnTo>
                <a:lnTo>
                  <a:pt x="336" y="491"/>
                </a:lnTo>
                <a:lnTo>
                  <a:pt x="337" y="491"/>
                </a:lnTo>
                <a:lnTo>
                  <a:pt x="337" y="492"/>
                </a:lnTo>
                <a:lnTo>
                  <a:pt x="336" y="492"/>
                </a:lnTo>
                <a:lnTo>
                  <a:pt x="335" y="492"/>
                </a:lnTo>
                <a:lnTo>
                  <a:pt x="335" y="493"/>
                </a:lnTo>
                <a:lnTo>
                  <a:pt x="334" y="494"/>
                </a:lnTo>
                <a:lnTo>
                  <a:pt x="334" y="493"/>
                </a:lnTo>
                <a:lnTo>
                  <a:pt x="333" y="493"/>
                </a:lnTo>
                <a:lnTo>
                  <a:pt x="334" y="494"/>
                </a:lnTo>
                <a:lnTo>
                  <a:pt x="334" y="495"/>
                </a:lnTo>
                <a:lnTo>
                  <a:pt x="335" y="495"/>
                </a:lnTo>
                <a:lnTo>
                  <a:pt x="335" y="496"/>
                </a:lnTo>
                <a:lnTo>
                  <a:pt x="336" y="496"/>
                </a:lnTo>
                <a:lnTo>
                  <a:pt x="337" y="496"/>
                </a:lnTo>
                <a:lnTo>
                  <a:pt x="338" y="497"/>
                </a:lnTo>
                <a:lnTo>
                  <a:pt x="338" y="498"/>
                </a:lnTo>
                <a:lnTo>
                  <a:pt x="337" y="498"/>
                </a:lnTo>
                <a:lnTo>
                  <a:pt x="335" y="498"/>
                </a:lnTo>
                <a:lnTo>
                  <a:pt x="334" y="499"/>
                </a:lnTo>
                <a:lnTo>
                  <a:pt x="333" y="499"/>
                </a:lnTo>
                <a:lnTo>
                  <a:pt x="332" y="499"/>
                </a:lnTo>
                <a:lnTo>
                  <a:pt x="331" y="499"/>
                </a:lnTo>
                <a:lnTo>
                  <a:pt x="332" y="499"/>
                </a:lnTo>
                <a:lnTo>
                  <a:pt x="332" y="498"/>
                </a:lnTo>
                <a:lnTo>
                  <a:pt x="333" y="498"/>
                </a:lnTo>
                <a:lnTo>
                  <a:pt x="333" y="497"/>
                </a:lnTo>
                <a:lnTo>
                  <a:pt x="332" y="497"/>
                </a:lnTo>
                <a:lnTo>
                  <a:pt x="331" y="498"/>
                </a:lnTo>
                <a:lnTo>
                  <a:pt x="330" y="497"/>
                </a:lnTo>
                <a:lnTo>
                  <a:pt x="329" y="496"/>
                </a:lnTo>
                <a:lnTo>
                  <a:pt x="328" y="496"/>
                </a:lnTo>
                <a:lnTo>
                  <a:pt x="329" y="496"/>
                </a:lnTo>
                <a:lnTo>
                  <a:pt x="328" y="496"/>
                </a:lnTo>
                <a:lnTo>
                  <a:pt x="328" y="497"/>
                </a:lnTo>
                <a:lnTo>
                  <a:pt x="327" y="497"/>
                </a:lnTo>
                <a:lnTo>
                  <a:pt x="326" y="497"/>
                </a:lnTo>
                <a:lnTo>
                  <a:pt x="326" y="496"/>
                </a:lnTo>
                <a:lnTo>
                  <a:pt x="325" y="496"/>
                </a:lnTo>
                <a:lnTo>
                  <a:pt x="324" y="496"/>
                </a:lnTo>
                <a:lnTo>
                  <a:pt x="323" y="496"/>
                </a:lnTo>
                <a:lnTo>
                  <a:pt x="322" y="496"/>
                </a:lnTo>
                <a:lnTo>
                  <a:pt x="321" y="496"/>
                </a:lnTo>
                <a:lnTo>
                  <a:pt x="320" y="496"/>
                </a:lnTo>
                <a:lnTo>
                  <a:pt x="319" y="496"/>
                </a:lnTo>
                <a:lnTo>
                  <a:pt x="319" y="497"/>
                </a:lnTo>
                <a:lnTo>
                  <a:pt x="318" y="496"/>
                </a:lnTo>
                <a:lnTo>
                  <a:pt x="318" y="497"/>
                </a:lnTo>
                <a:lnTo>
                  <a:pt x="317" y="497"/>
                </a:lnTo>
                <a:lnTo>
                  <a:pt x="317" y="496"/>
                </a:lnTo>
                <a:lnTo>
                  <a:pt x="316" y="496"/>
                </a:lnTo>
                <a:lnTo>
                  <a:pt x="316" y="495"/>
                </a:lnTo>
                <a:lnTo>
                  <a:pt x="316" y="494"/>
                </a:lnTo>
                <a:lnTo>
                  <a:pt x="315" y="493"/>
                </a:lnTo>
                <a:lnTo>
                  <a:pt x="315" y="492"/>
                </a:lnTo>
                <a:lnTo>
                  <a:pt x="314" y="492"/>
                </a:lnTo>
                <a:lnTo>
                  <a:pt x="314" y="491"/>
                </a:lnTo>
                <a:lnTo>
                  <a:pt x="314" y="492"/>
                </a:lnTo>
                <a:lnTo>
                  <a:pt x="313" y="492"/>
                </a:lnTo>
                <a:lnTo>
                  <a:pt x="313" y="491"/>
                </a:lnTo>
                <a:lnTo>
                  <a:pt x="312" y="491"/>
                </a:lnTo>
                <a:lnTo>
                  <a:pt x="312" y="492"/>
                </a:lnTo>
                <a:lnTo>
                  <a:pt x="312" y="491"/>
                </a:lnTo>
                <a:lnTo>
                  <a:pt x="311" y="491"/>
                </a:lnTo>
                <a:lnTo>
                  <a:pt x="311" y="490"/>
                </a:lnTo>
                <a:lnTo>
                  <a:pt x="310" y="490"/>
                </a:lnTo>
                <a:lnTo>
                  <a:pt x="310" y="489"/>
                </a:lnTo>
                <a:lnTo>
                  <a:pt x="311" y="489"/>
                </a:lnTo>
                <a:lnTo>
                  <a:pt x="311" y="488"/>
                </a:lnTo>
                <a:lnTo>
                  <a:pt x="310" y="488"/>
                </a:lnTo>
                <a:lnTo>
                  <a:pt x="310" y="487"/>
                </a:lnTo>
                <a:lnTo>
                  <a:pt x="310" y="488"/>
                </a:lnTo>
                <a:lnTo>
                  <a:pt x="310" y="487"/>
                </a:lnTo>
                <a:lnTo>
                  <a:pt x="310" y="486"/>
                </a:lnTo>
                <a:lnTo>
                  <a:pt x="309" y="486"/>
                </a:lnTo>
                <a:lnTo>
                  <a:pt x="310" y="486"/>
                </a:lnTo>
                <a:lnTo>
                  <a:pt x="309" y="486"/>
                </a:lnTo>
                <a:lnTo>
                  <a:pt x="309" y="485"/>
                </a:lnTo>
                <a:lnTo>
                  <a:pt x="308" y="485"/>
                </a:lnTo>
                <a:lnTo>
                  <a:pt x="307" y="485"/>
                </a:lnTo>
                <a:lnTo>
                  <a:pt x="307" y="486"/>
                </a:lnTo>
                <a:lnTo>
                  <a:pt x="306" y="486"/>
                </a:lnTo>
                <a:lnTo>
                  <a:pt x="306" y="485"/>
                </a:lnTo>
                <a:lnTo>
                  <a:pt x="305" y="485"/>
                </a:lnTo>
                <a:lnTo>
                  <a:pt x="304" y="485"/>
                </a:lnTo>
                <a:lnTo>
                  <a:pt x="304" y="484"/>
                </a:lnTo>
                <a:lnTo>
                  <a:pt x="304" y="485"/>
                </a:lnTo>
                <a:lnTo>
                  <a:pt x="304" y="484"/>
                </a:lnTo>
                <a:lnTo>
                  <a:pt x="304" y="485"/>
                </a:lnTo>
                <a:lnTo>
                  <a:pt x="304" y="484"/>
                </a:lnTo>
                <a:lnTo>
                  <a:pt x="303" y="484"/>
                </a:lnTo>
                <a:lnTo>
                  <a:pt x="303" y="485"/>
                </a:lnTo>
                <a:lnTo>
                  <a:pt x="302" y="485"/>
                </a:lnTo>
                <a:lnTo>
                  <a:pt x="301" y="485"/>
                </a:lnTo>
                <a:lnTo>
                  <a:pt x="301" y="486"/>
                </a:lnTo>
                <a:lnTo>
                  <a:pt x="300" y="486"/>
                </a:lnTo>
                <a:lnTo>
                  <a:pt x="299" y="486"/>
                </a:lnTo>
                <a:lnTo>
                  <a:pt x="298" y="486"/>
                </a:lnTo>
                <a:lnTo>
                  <a:pt x="298" y="487"/>
                </a:lnTo>
                <a:lnTo>
                  <a:pt x="297" y="487"/>
                </a:lnTo>
                <a:lnTo>
                  <a:pt x="296" y="487"/>
                </a:lnTo>
                <a:lnTo>
                  <a:pt x="296" y="488"/>
                </a:lnTo>
                <a:lnTo>
                  <a:pt x="295" y="488"/>
                </a:lnTo>
                <a:lnTo>
                  <a:pt x="294" y="489"/>
                </a:lnTo>
                <a:lnTo>
                  <a:pt x="293" y="489"/>
                </a:lnTo>
                <a:lnTo>
                  <a:pt x="292" y="489"/>
                </a:lnTo>
                <a:lnTo>
                  <a:pt x="292" y="490"/>
                </a:lnTo>
                <a:lnTo>
                  <a:pt x="292" y="489"/>
                </a:lnTo>
                <a:lnTo>
                  <a:pt x="291" y="489"/>
                </a:lnTo>
                <a:lnTo>
                  <a:pt x="290" y="489"/>
                </a:lnTo>
                <a:lnTo>
                  <a:pt x="290" y="490"/>
                </a:lnTo>
                <a:lnTo>
                  <a:pt x="288" y="490"/>
                </a:lnTo>
                <a:lnTo>
                  <a:pt x="287" y="490"/>
                </a:lnTo>
                <a:lnTo>
                  <a:pt x="286" y="490"/>
                </a:lnTo>
                <a:lnTo>
                  <a:pt x="285" y="490"/>
                </a:lnTo>
                <a:lnTo>
                  <a:pt x="284" y="490"/>
                </a:lnTo>
                <a:lnTo>
                  <a:pt x="284" y="489"/>
                </a:lnTo>
                <a:lnTo>
                  <a:pt x="283" y="489"/>
                </a:lnTo>
                <a:lnTo>
                  <a:pt x="282" y="489"/>
                </a:lnTo>
                <a:lnTo>
                  <a:pt x="281" y="489"/>
                </a:lnTo>
                <a:lnTo>
                  <a:pt x="281" y="490"/>
                </a:lnTo>
                <a:lnTo>
                  <a:pt x="280" y="490"/>
                </a:lnTo>
                <a:lnTo>
                  <a:pt x="280" y="491"/>
                </a:lnTo>
                <a:lnTo>
                  <a:pt x="279" y="491"/>
                </a:lnTo>
                <a:lnTo>
                  <a:pt x="278" y="491"/>
                </a:lnTo>
                <a:lnTo>
                  <a:pt x="277" y="491"/>
                </a:lnTo>
                <a:lnTo>
                  <a:pt x="276" y="491"/>
                </a:lnTo>
                <a:lnTo>
                  <a:pt x="275" y="491"/>
                </a:lnTo>
                <a:lnTo>
                  <a:pt x="274" y="491"/>
                </a:lnTo>
                <a:lnTo>
                  <a:pt x="275" y="491"/>
                </a:lnTo>
                <a:lnTo>
                  <a:pt x="275" y="490"/>
                </a:lnTo>
                <a:lnTo>
                  <a:pt x="275" y="489"/>
                </a:lnTo>
                <a:lnTo>
                  <a:pt x="276" y="489"/>
                </a:lnTo>
                <a:lnTo>
                  <a:pt x="276" y="488"/>
                </a:lnTo>
                <a:lnTo>
                  <a:pt x="275" y="488"/>
                </a:lnTo>
                <a:lnTo>
                  <a:pt x="274" y="487"/>
                </a:lnTo>
                <a:lnTo>
                  <a:pt x="275" y="487"/>
                </a:lnTo>
                <a:lnTo>
                  <a:pt x="274" y="487"/>
                </a:lnTo>
                <a:lnTo>
                  <a:pt x="275" y="487"/>
                </a:lnTo>
                <a:lnTo>
                  <a:pt x="275" y="486"/>
                </a:lnTo>
                <a:lnTo>
                  <a:pt x="274" y="486"/>
                </a:lnTo>
                <a:lnTo>
                  <a:pt x="274" y="485"/>
                </a:lnTo>
                <a:lnTo>
                  <a:pt x="274" y="484"/>
                </a:lnTo>
                <a:lnTo>
                  <a:pt x="273" y="484"/>
                </a:lnTo>
                <a:lnTo>
                  <a:pt x="272" y="484"/>
                </a:lnTo>
                <a:lnTo>
                  <a:pt x="272" y="485"/>
                </a:lnTo>
                <a:lnTo>
                  <a:pt x="271" y="485"/>
                </a:lnTo>
                <a:lnTo>
                  <a:pt x="270" y="485"/>
                </a:lnTo>
                <a:lnTo>
                  <a:pt x="270" y="486"/>
                </a:lnTo>
                <a:lnTo>
                  <a:pt x="269" y="486"/>
                </a:lnTo>
                <a:lnTo>
                  <a:pt x="268" y="486"/>
                </a:lnTo>
                <a:lnTo>
                  <a:pt x="268" y="487"/>
                </a:lnTo>
                <a:lnTo>
                  <a:pt x="269" y="487"/>
                </a:lnTo>
                <a:lnTo>
                  <a:pt x="268" y="487"/>
                </a:lnTo>
                <a:lnTo>
                  <a:pt x="268" y="488"/>
                </a:lnTo>
                <a:lnTo>
                  <a:pt x="267" y="488"/>
                </a:lnTo>
                <a:lnTo>
                  <a:pt x="267" y="489"/>
                </a:lnTo>
                <a:lnTo>
                  <a:pt x="267" y="490"/>
                </a:lnTo>
                <a:lnTo>
                  <a:pt x="266" y="490"/>
                </a:lnTo>
                <a:lnTo>
                  <a:pt x="266" y="491"/>
                </a:lnTo>
                <a:lnTo>
                  <a:pt x="265" y="491"/>
                </a:lnTo>
                <a:lnTo>
                  <a:pt x="264" y="491"/>
                </a:lnTo>
                <a:lnTo>
                  <a:pt x="264" y="490"/>
                </a:lnTo>
                <a:lnTo>
                  <a:pt x="264" y="491"/>
                </a:lnTo>
                <a:lnTo>
                  <a:pt x="263" y="490"/>
                </a:lnTo>
                <a:lnTo>
                  <a:pt x="264" y="490"/>
                </a:lnTo>
                <a:lnTo>
                  <a:pt x="263" y="490"/>
                </a:lnTo>
                <a:lnTo>
                  <a:pt x="263" y="489"/>
                </a:lnTo>
                <a:lnTo>
                  <a:pt x="263" y="488"/>
                </a:lnTo>
                <a:lnTo>
                  <a:pt x="263" y="487"/>
                </a:lnTo>
                <a:lnTo>
                  <a:pt x="264" y="487"/>
                </a:lnTo>
                <a:lnTo>
                  <a:pt x="264" y="486"/>
                </a:lnTo>
                <a:lnTo>
                  <a:pt x="263" y="486"/>
                </a:lnTo>
                <a:lnTo>
                  <a:pt x="263" y="485"/>
                </a:lnTo>
                <a:lnTo>
                  <a:pt x="263" y="484"/>
                </a:lnTo>
                <a:lnTo>
                  <a:pt x="263" y="483"/>
                </a:lnTo>
                <a:lnTo>
                  <a:pt x="262" y="483"/>
                </a:lnTo>
                <a:lnTo>
                  <a:pt x="262" y="482"/>
                </a:lnTo>
                <a:lnTo>
                  <a:pt x="262" y="481"/>
                </a:lnTo>
                <a:lnTo>
                  <a:pt x="261" y="481"/>
                </a:lnTo>
                <a:lnTo>
                  <a:pt x="261" y="480"/>
                </a:lnTo>
                <a:lnTo>
                  <a:pt x="260" y="480"/>
                </a:lnTo>
                <a:lnTo>
                  <a:pt x="260" y="479"/>
                </a:lnTo>
                <a:lnTo>
                  <a:pt x="260" y="478"/>
                </a:lnTo>
                <a:lnTo>
                  <a:pt x="259" y="478"/>
                </a:lnTo>
                <a:lnTo>
                  <a:pt x="259" y="477"/>
                </a:lnTo>
                <a:lnTo>
                  <a:pt x="259" y="476"/>
                </a:lnTo>
                <a:lnTo>
                  <a:pt x="258" y="476"/>
                </a:lnTo>
                <a:lnTo>
                  <a:pt x="257" y="476"/>
                </a:lnTo>
                <a:lnTo>
                  <a:pt x="257" y="477"/>
                </a:lnTo>
                <a:lnTo>
                  <a:pt x="256" y="477"/>
                </a:lnTo>
                <a:lnTo>
                  <a:pt x="255" y="477"/>
                </a:lnTo>
                <a:lnTo>
                  <a:pt x="255" y="478"/>
                </a:lnTo>
                <a:lnTo>
                  <a:pt x="254" y="478"/>
                </a:lnTo>
                <a:lnTo>
                  <a:pt x="253" y="479"/>
                </a:lnTo>
                <a:lnTo>
                  <a:pt x="253" y="480"/>
                </a:lnTo>
                <a:lnTo>
                  <a:pt x="252" y="480"/>
                </a:lnTo>
                <a:lnTo>
                  <a:pt x="252" y="479"/>
                </a:lnTo>
                <a:lnTo>
                  <a:pt x="251" y="479"/>
                </a:lnTo>
                <a:lnTo>
                  <a:pt x="251" y="480"/>
                </a:lnTo>
                <a:lnTo>
                  <a:pt x="251" y="479"/>
                </a:lnTo>
                <a:lnTo>
                  <a:pt x="250" y="479"/>
                </a:lnTo>
                <a:lnTo>
                  <a:pt x="249" y="479"/>
                </a:lnTo>
                <a:lnTo>
                  <a:pt x="249" y="478"/>
                </a:lnTo>
                <a:lnTo>
                  <a:pt x="249" y="477"/>
                </a:lnTo>
                <a:lnTo>
                  <a:pt x="248" y="477"/>
                </a:lnTo>
                <a:lnTo>
                  <a:pt x="248" y="476"/>
                </a:lnTo>
                <a:lnTo>
                  <a:pt x="248" y="475"/>
                </a:lnTo>
                <a:lnTo>
                  <a:pt x="247" y="475"/>
                </a:lnTo>
                <a:lnTo>
                  <a:pt x="246" y="475"/>
                </a:lnTo>
                <a:lnTo>
                  <a:pt x="245" y="475"/>
                </a:lnTo>
                <a:lnTo>
                  <a:pt x="245" y="474"/>
                </a:lnTo>
                <a:lnTo>
                  <a:pt x="244" y="474"/>
                </a:lnTo>
                <a:lnTo>
                  <a:pt x="243" y="474"/>
                </a:lnTo>
                <a:lnTo>
                  <a:pt x="243" y="473"/>
                </a:lnTo>
                <a:lnTo>
                  <a:pt x="243" y="472"/>
                </a:lnTo>
                <a:lnTo>
                  <a:pt x="242" y="472"/>
                </a:lnTo>
                <a:lnTo>
                  <a:pt x="242" y="471"/>
                </a:lnTo>
                <a:lnTo>
                  <a:pt x="241" y="471"/>
                </a:lnTo>
                <a:lnTo>
                  <a:pt x="240" y="471"/>
                </a:lnTo>
                <a:lnTo>
                  <a:pt x="240" y="470"/>
                </a:lnTo>
                <a:lnTo>
                  <a:pt x="239" y="470"/>
                </a:lnTo>
                <a:lnTo>
                  <a:pt x="239" y="469"/>
                </a:lnTo>
                <a:lnTo>
                  <a:pt x="238" y="469"/>
                </a:lnTo>
                <a:lnTo>
                  <a:pt x="237" y="469"/>
                </a:lnTo>
                <a:lnTo>
                  <a:pt x="236" y="469"/>
                </a:lnTo>
                <a:lnTo>
                  <a:pt x="235" y="469"/>
                </a:lnTo>
                <a:lnTo>
                  <a:pt x="235" y="468"/>
                </a:lnTo>
                <a:lnTo>
                  <a:pt x="234" y="468"/>
                </a:lnTo>
                <a:lnTo>
                  <a:pt x="233" y="468"/>
                </a:lnTo>
                <a:lnTo>
                  <a:pt x="233" y="467"/>
                </a:lnTo>
                <a:lnTo>
                  <a:pt x="232" y="467"/>
                </a:lnTo>
                <a:lnTo>
                  <a:pt x="231" y="467"/>
                </a:lnTo>
                <a:lnTo>
                  <a:pt x="231" y="465"/>
                </a:lnTo>
                <a:lnTo>
                  <a:pt x="232" y="465"/>
                </a:lnTo>
                <a:lnTo>
                  <a:pt x="232" y="464"/>
                </a:lnTo>
                <a:lnTo>
                  <a:pt x="233" y="464"/>
                </a:lnTo>
                <a:lnTo>
                  <a:pt x="233" y="463"/>
                </a:lnTo>
                <a:lnTo>
                  <a:pt x="233" y="464"/>
                </a:lnTo>
                <a:lnTo>
                  <a:pt x="233" y="463"/>
                </a:lnTo>
                <a:lnTo>
                  <a:pt x="234" y="463"/>
                </a:lnTo>
                <a:lnTo>
                  <a:pt x="234" y="462"/>
                </a:lnTo>
                <a:lnTo>
                  <a:pt x="235" y="462"/>
                </a:lnTo>
                <a:lnTo>
                  <a:pt x="236" y="462"/>
                </a:lnTo>
                <a:lnTo>
                  <a:pt x="236" y="461"/>
                </a:lnTo>
                <a:lnTo>
                  <a:pt x="237" y="461"/>
                </a:lnTo>
                <a:lnTo>
                  <a:pt x="237" y="460"/>
                </a:lnTo>
                <a:lnTo>
                  <a:pt x="236" y="460"/>
                </a:lnTo>
                <a:lnTo>
                  <a:pt x="236" y="459"/>
                </a:lnTo>
                <a:lnTo>
                  <a:pt x="236" y="458"/>
                </a:lnTo>
                <a:lnTo>
                  <a:pt x="236" y="457"/>
                </a:lnTo>
                <a:lnTo>
                  <a:pt x="235" y="457"/>
                </a:lnTo>
                <a:lnTo>
                  <a:pt x="234" y="457"/>
                </a:lnTo>
                <a:lnTo>
                  <a:pt x="234" y="456"/>
                </a:lnTo>
                <a:lnTo>
                  <a:pt x="233" y="456"/>
                </a:lnTo>
                <a:lnTo>
                  <a:pt x="233" y="455"/>
                </a:lnTo>
                <a:lnTo>
                  <a:pt x="232" y="455"/>
                </a:lnTo>
                <a:lnTo>
                  <a:pt x="231" y="455"/>
                </a:lnTo>
                <a:lnTo>
                  <a:pt x="230" y="455"/>
                </a:lnTo>
                <a:lnTo>
                  <a:pt x="230" y="454"/>
                </a:lnTo>
                <a:lnTo>
                  <a:pt x="230" y="455"/>
                </a:lnTo>
                <a:lnTo>
                  <a:pt x="230" y="456"/>
                </a:lnTo>
                <a:lnTo>
                  <a:pt x="229" y="456"/>
                </a:lnTo>
                <a:lnTo>
                  <a:pt x="230" y="456"/>
                </a:lnTo>
                <a:lnTo>
                  <a:pt x="229" y="456"/>
                </a:lnTo>
                <a:lnTo>
                  <a:pt x="229" y="457"/>
                </a:lnTo>
                <a:lnTo>
                  <a:pt x="228" y="457"/>
                </a:lnTo>
                <a:lnTo>
                  <a:pt x="228" y="458"/>
                </a:lnTo>
                <a:lnTo>
                  <a:pt x="227" y="458"/>
                </a:lnTo>
                <a:lnTo>
                  <a:pt x="227" y="457"/>
                </a:lnTo>
                <a:lnTo>
                  <a:pt x="227" y="456"/>
                </a:lnTo>
                <a:lnTo>
                  <a:pt x="226" y="457"/>
                </a:lnTo>
                <a:lnTo>
                  <a:pt x="226" y="456"/>
                </a:lnTo>
                <a:lnTo>
                  <a:pt x="226" y="457"/>
                </a:lnTo>
                <a:lnTo>
                  <a:pt x="225" y="457"/>
                </a:lnTo>
                <a:lnTo>
                  <a:pt x="225" y="456"/>
                </a:lnTo>
                <a:lnTo>
                  <a:pt x="224" y="456"/>
                </a:lnTo>
                <a:lnTo>
                  <a:pt x="225" y="456"/>
                </a:lnTo>
                <a:lnTo>
                  <a:pt x="224" y="456"/>
                </a:lnTo>
                <a:lnTo>
                  <a:pt x="225" y="456"/>
                </a:lnTo>
                <a:lnTo>
                  <a:pt x="224" y="456"/>
                </a:lnTo>
                <a:lnTo>
                  <a:pt x="224" y="455"/>
                </a:lnTo>
                <a:lnTo>
                  <a:pt x="224" y="454"/>
                </a:lnTo>
                <a:lnTo>
                  <a:pt x="224" y="453"/>
                </a:lnTo>
                <a:lnTo>
                  <a:pt x="224" y="452"/>
                </a:lnTo>
                <a:lnTo>
                  <a:pt x="223" y="452"/>
                </a:lnTo>
                <a:lnTo>
                  <a:pt x="222" y="452"/>
                </a:lnTo>
                <a:lnTo>
                  <a:pt x="222" y="453"/>
                </a:lnTo>
                <a:lnTo>
                  <a:pt x="222" y="452"/>
                </a:lnTo>
                <a:lnTo>
                  <a:pt x="221" y="452"/>
                </a:lnTo>
                <a:lnTo>
                  <a:pt x="220" y="452"/>
                </a:lnTo>
                <a:lnTo>
                  <a:pt x="220" y="451"/>
                </a:lnTo>
                <a:lnTo>
                  <a:pt x="220" y="452"/>
                </a:lnTo>
                <a:lnTo>
                  <a:pt x="219" y="452"/>
                </a:lnTo>
                <a:lnTo>
                  <a:pt x="219" y="451"/>
                </a:lnTo>
                <a:lnTo>
                  <a:pt x="218" y="451"/>
                </a:lnTo>
                <a:lnTo>
                  <a:pt x="218" y="452"/>
                </a:lnTo>
                <a:lnTo>
                  <a:pt x="218" y="451"/>
                </a:lnTo>
                <a:lnTo>
                  <a:pt x="217" y="451"/>
                </a:lnTo>
                <a:lnTo>
                  <a:pt x="217" y="452"/>
                </a:lnTo>
                <a:lnTo>
                  <a:pt x="217" y="451"/>
                </a:lnTo>
                <a:lnTo>
                  <a:pt x="216" y="451"/>
                </a:lnTo>
                <a:lnTo>
                  <a:pt x="216" y="452"/>
                </a:lnTo>
                <a:lnTo>
                  <a:pt x="215" y="452"/>
                </a:lnTo>
                <a:lnTo>
                  <a:pt x="214" y="452"/>
                </a:lnTo>
                <a:lnTo>
                  <a:pt x="213" y="452"/>
                </a:lnTo>
                <a:lnTo>
                  <a:pt x="213" y="451"/>
                </a:lnTo>
                <a:lnTo>
                  <a:pt x="213" y="452"/>
                </a:lnTo>
                <a:lnTo>
                  <a:pt x="213" y="451"/>
                </a:lnTo>
                <a:lnTo>
                  <a:pt x="213" y="450"/>
                </a:lnTo>
                <a:lnTo>
                  <a:pt x="212" y="450"/>
                </a:lnTo>
                <a:lnTo>
                  <a:pt x="212" y="451"/>
                </a:lnTo>
                <a:lnTo>
                  <a:pt x="212" y="450"/>
                </a:lnTo>
                <a:lnTo>
                  <a:pt x="212" y="449"/>
                </a:lnTo>
                <a:lnTo>
                  <a:pt x="210" y="449"/>
                </a:lnTo>
                <a:lnTo>
                  <a:pt x="209" y="449"/>
                </a:lnTo>
                <a:lnTo>
                  <a:pt x="209" y="448"/>
                </a:lnTo>
                <a:lnTo>
                  <a:pt x="208" y="448"/>
                </a:lnTo>
                <a:lnTo>
                  <a:pt x="208" y="449"/>
                </a:lnTo>
                <a:lnTo>
                  <a:pt x="207" y="449"/>
                </a:lnTo>
                <a:lnTo>
                  <a:pt x="206" y="449"/>
                </a:lnTo>
                <a:lnTo>
                  <a:pt x="206" y="450"/>
                </a:lnTo>
                <a:lnTo>
                  <a:pt x="205" y="450"/>
                </a:lnTo>
                <a:lnTo>
                  <a:pt x="205" y="451"/>
                </a:lnTo>
                <a:lnTo>
                  <a:pt x="205" y="452"/>
                </a:lnTo>
                <a:lnTo>
                  <a:pt x="205" y="451"/>
                </a:lnTo>
                <a:lnTo>
                  <a:pt x="205" y="452"/>
                </a:lnTo>
                <a:lnTo>
                  <a:pt x="204" y="452"/>
                </a:lnTo>
                <a:lnTo>
                  <a:pt x="204" y="453"/>
                </a:lnTo>
                <a:lnTo>
                  <a:pt x="203" y="453"/>
                </a:lnTo>
                <a:lnTo>
                  <a:pt x="203" y="454"/>
                </a:lnTo>
                <a:lnTo>
                  <a:pt x="203" y="453"/>
                </a:lnTo>
                <a:lnTo>
                  <a:pt x="202" y="453"/>
                </a:lnTo>
                <a:lnTo>
                  <a:pt x="202" y="452"/>
                </a:lnTo>
                <a:lnTo>
                  <a:pt x="202" y="451"/>
                </a:lnTo>
                <a:lnTo>
                  <a:pt x="201" y="451"/>
                </a:lnTo>
                <a:lnTo>
                  <a:pt x="201" y="449"/>
                </a:lnTo>
                <a:lnTo>
                  <a:pt x="202" y="449"/>
                </a:lnTo>
                <a:lnTo>
                  <a:pt x="202" y="448"/>
                </a:lnTo>
                <a:lnTo>
                  <a:pt x="203" y="448"/>
                </a:lnTo>
                <a:lnTo>
                  <a:pt x="203" y="447"/>
                </a:lnTo>
                <a:lnTo>
                  <a:pt x="204" y="447"/>
                </a:lnTo>
                <a:lnTo>
                  <a:pt x="204" y="446"/>
                </a:lnTo>
                <a:lnTo>
                  <a:pt x="203" y="446"/>
                </a:lnTo>
                <a:lnTo>
                  <a:pt x="204" y="446"/>
                </a:lnTo>
                <a:lnTo>
                  <a:pt x="203" y="446"/>
                </a:lnTo>
                <a:lnTo>
                  <a:pt x="204" y="446"/>
                </a:lnTo>
                <a:lnTo>
                  <a:pt x="203" y="446"/>
                </a:lnTo>
                <a:lnTo>
                  <a:pt x="203" y="445"/>
                </a:lnTo>
                <a:lnTo>
                  <a:pt x="203" y="444"/>
                </a:lnTo>
                <a:lnTo>
                  <a:pt x="203" y="443"/>
                </a:lnTo>
                <a:lnTo>
                  <a:pt x="204" y="443"/>
                </a:lnTo>
                <a:lnTo>
                  <a:pt x="204" y="442"/>
                </a:lnTo>
                <a:lnTo>
                  <a:pt x="203" y="441"/>
                </a:lnTo>
                <a:lnTo>
                  <a:pt x="204" y="441"/>
                </a:lnTo>
                <a:lnTo>
                  <a:pt x="204" y="440"/>
                </a:lnTo>
                <a:lnTo>
                  <a:pt x="204" y="439"/>
                </a:lnTo>
                <a:lnTo>
                  <a:pt x="203" y="439"/>
                </a:lnTo>
                <a:lnTo>
                  <a:pt x="203" y="438"/>
                </a:lnTo>
                <a:lnTo>
                  <a:pt x="202" y="438"/>
                </a:lnTo>
                <a:lnTo>
                  <a:pt x="202" y="437"/>
                </a:lnTo>
                <a:lnTo>
                  <a:pt x="202" y="436"/>
                </a:lnTo>
                <a:lnTo>
                  <a:pt x="202" y="435"/>
                </a:lnTo>
                <a:lnTo>
                  <a:pt x="203" y="435"/>
                </a:lnTo>
                <a:lnTo>
                  <a:pt x="202" y="435"/>
                </a:lnTo>
                <a:lnTo>
                  <a:pt x="203" y="435"/>
                </a:lnTo>
                <a:lnTo>
                  <a:pt x="203" y="434"/>
                </a:lnTo>
                <a:lnTo>
                  <a:pt x="204" y="434"/>
                </a:lnTo>
                <a:lnTo>
                  <a:pt x="204" y="433"/>
                </a:lnTo>
                <a:lnTo>
                  <a:pt x="203" y="433"/>
                </a:lnTo>
                <a:lnTo>
                  <a:pt x="204" y="433"/>
                </a:lnTo>
                <a:lnTo>
                  <a:pt x="203" y="433"/>
                </a:lnTo>
                <a:lnTo>
                  <a:pt x="202" y="433"/>
                </a:lnTo>
                <a:lnTo>
                  <a:pt x="202" y="432"/>
                </a:lnTo>
                <a:lnTo>
                  <a:pt x="201" y="432"/>
                </a:lnTo>
                <a:lnTo>
                  <a:pt x="201" y="431"/>
                </a:lnTo>
                <a:lnTo>
                  <a:pt x="200" y="431"/>
                </a:lnTo>
                <a:lnTo>
                  <a:pt x="200" y="430"/>
                </a:lnTo>
                <a:lnTo>
                  <a:pt x="201" y="430"/>
                </a:lnTo>
                <a:lnTo>
                  <a:pt x="201" y="429"/>
                </a:lnTo>
                <a:lnTo>
                  <a:pt x="202" y="429"/>
                </a:lnTo>
                <a:lnTo>
                  <a:pt x="203" y="428"/>
                </a:lnTo>
                <a:lnTo>
                  <a:pt x="203" y="427"/>
                </a:lnTo>
                <a:lnTo>
                  <a:pt x="203" y="426"/>
                </a:lnTo>
                <a:lnTo>
                  <a:pt x="202" y="426"/>
                </a:lnTo>
                <a:lnTo>
                  <a:pt x="202" y="425"/>
                </a:lnTo>
                <a:lnTo>
                  <a:pt x="202" y="424"/>
                </a:lnTo>
                <a:lnTo>
                  <a:pt x="202" y="423"/>
                </a:lnTo>
                <a:lnTo>
                  <a:pt x="202" y="422"/>
                </a:lnTo>
                <a:lnTo>
                  <a:pt x="201" y="422"/>
                </a:lnTo>
                <a:lnTo>
                  <a:pt x="202" y="422"/>
                </a:lnTo>
                <a:lnTo>
                  <a:pt x="202" y="421"/>
                </a:lnTo>
                <a:lnTo>
                  <a:pt x="201" y="421"/>
                </a:lnTo>
                <a:lnTo>
                  <a:pt x="201" y="420"/>
                </a:lnTo>
                <a:lnTo>
                  <a:pt x="200" y="420"/>
                </a:lnTo>
                <a:lnTo>
                  <a:pt x="200" y="421"/>
                </a:lnTo>
                <a:lnTo>
                  <a:pt x="200" y="420"/>
                </a:lnTo>
                <a:lnTo>
                  <a:pt x="200" y="418"/>
                </a:lnTo>
                <a:lnTo>
                  <a:pt x="200" y="417"/>
                </a:lnTo>
                <a:lnTo>
                  <a:pt x="200" y="416"/>
                </a:lnTo>
                <a:lnTo>
                  <a:pt x="199" y="416"/>
                </a:lnTo>
                <a:lnTo>
                  <a:pt x="199" y="415"/>
                </a:lnTo>
                <a:lnTo>
                  <a:pt x="199" y="414"/>
                </a:lnTo>
                <a:lnTo>
                  <a:pt x="198" y="414"/>
                </a:lnTo>
                <a:lnTo>
                  <a:pt x="197" y="414"/>
                </a:lnTo>
                <a:lnTo>
                  <a:pt x="196" y="414"/>
                </a:lnTo>
                <a:lnTo>
                  <a:pt x="195" y="414"/>
                </a:lnTo>
                <a:lnTo>
                  <a:pt x="194" y="414"/>
                </a:lnTo>
                <a:lnTo>
                  <a:pt x="193" y="414"/>
                </a:lnTo>
                <a:lnTo>
                  <a:pt x="193" y="413"/>
                </a:lnTo>
                <a:lnTo>
                  <a:pt x="193" y="414"/>
                </a:lnTo>
                <a:lnTo>
                  <a:pt x="192" y="414"/>
                </a:lnTo>
                <a:lnTo>
                  <a:pt x="192" y="413"/>
                </a:lnTo>
                <a:lnTo>
                  <a:pt x="191" y="414"/>
                </a:lnTo>
                <a:lnTo>
                  <a:pt x="191" y="413"/>
                </a:lnTo>
                <a:lnTo>
                  <a:pt x="190" y="413"/>
                </a:lnTo>
                <a:lnTo>
                  <a:pt x="190" y="412"/>
                </a:lnTo>
                <a:lnTo>
                  <a:pt x="191" y="412"/>
                </a:lnTo>
                <a:lnTo>
                  <a:pt x="190" y="412"/>
                </a:lnTo>
                <a:lnTo>
                  <a:pt x="190" y="411"/>
                </a:lnTo>
                <a:lnTo>
                  <a:pt x="191" y="411"/>
                </a:lnTo>
                <a:lnTo>
                  <a:pt x="192" y="411"/>
                </a:lnTo>
                <a:lnTo>
                  <a:pt x="192" y="410"/>
                </a:lnTo>
                <a:lnTo>
                  <a:pt x="193" y="410"/>
                </a:lnTo>
                <a:lnTo>
                  <a:pt x="192" y="410"/>
                </a:lnTo>
                <a:lnTo>
                  <a:pt x="192" y="409"/>
                </a:lnTo>
                <a:lnTo>
                  <a:pt x="192" y="410"/>
                </a:lnTo>
                <a:lnTo>
                  <a:pt x="192" y="409"/>
                </a:lnTo>
                <a:lnTo>
                  <a:pt x="193" y="409"/>
                </a:lnTo>
                <a:lnTo>
                  <a:pt x="193" y="408"/>
                </a:lnTo>
                <a:lnTo>
                  <a:pt x="192" y="408"/>
                </a:lnTo>
                <a:lnTo>
                  <a:pt x="192" y="407"/>
                </a:lnTo>
                <a:lnTo>
                  <a:pt x="191" y="407"/>
                </a:lnTo>
                <a:lnTo>
                  <a:pt x="191" y="406"/>
                </a:lnTo>
                <a:lnTo>
                  <a:pt x="191" y="405"/>
                </a:lnTo>
                <a:lnTo>
                  <a:pt x="190" y="405"/>
                </a:lnTo>
                <a:lnTo>
                  <a:pt x="191" y="405"/>
                </a:lnTo>
                <a:lnTo>
                  <a:pt x="191" y="404"/>
                </a:lnTo>
                <a:lnTo>
                  <a:pt x="191" y="403"/>
                </a:lnTo>
                <a:lnTo>
                  <a:pt x="190" y="403"/>
                </a:lnTo>
                <a:lnTo>
                  <a:pt x="190" y="402"/>
                </a:lnTo>
                <a:lnTo>
                  <a:pt x="190" y="401"/>
                </a:lnTo>
                <a:lnTo>
                  <a:pt x="191" y="401"/>
                </a:lnTo>
                <a:lnTo>
                  <a:pt x="191" y="400"/>
                </a:lnTo>
                <a:lnTo>
                  <a:pt x="192" y="400"/>
                </a:lnTo>
                <a:lnTo>
                  <a:pt x="192" y="401"/>
                </a:lnTo>
                <a:lnTo>
                  <a:pt x="192" y="400"/>
                </a:lnTo>
                <a:lnTo>
                  <a:pt x="192" y="399"/>
                </a:lnTo>
                <a:lnTo>
                  <a:pt x="192" y="398"/>
                </a:lnTo>
                <a:lnTo>
                  <a:pt x="192" y="397"/>
                </a:lnTo>
                <a:lnTo>
                  <a:pt x="192" y="396"/>
                </a:lnTo>
                <a:lnTo>
                  <a:pt x="192" y="395"/>
                </a:lnTo>
                <a:lnTo>
                  <a:pt x="193" y="395"/>
                </a:lnTo>
                <a:lnTo>
                  <a:pt x="193" y="394"/>
                </a:lnTo>
                <a:lnTo>
                  <a:pt x="193" y="393"/>
                </a:lnTo>
                <a:lnTo>
                  <a:pt x="193" y="392"/>
                </a:lnTo>
                <a:lnTo>
                  <a:pt x="194" y="392"/>
                </a:lnTo>
                <a:lnTo>
                  <a:pt x="194" y="391"/>
                </a:lnTo>
                <a:lnTo>
                  <a:pt x="194" y="390"/>
                </a:lnTo>
                <a:lnTo>
                  <a:pt x="194" y="389"/>
                </a:lnTo>
                <a:lnTo>
                  <a:pt x="195" y="389"/>
                </a:lnTo>
                <a:lnTo>
                  <a:pt x="194" y="389"/>
                </a:lnTo>
                <a:lnTo>
                  <a:pt x="194" y="388"/>
                </a:lnTo>
                <a:lnTo>
                  <a:pt x="195" y="388"/>
                </a:lnTo>
                <a:lnTo>
                  <a:pt x="194" y="388"/>
                </a:lnTo>
                <a:lnTo>
                  <a:pt x="194" y="387"/>
                </a:lnTo>
                <a:lnTo>
                  <a:pt x="195" y="387"/>
                </a:lnTo>
                <a:lnTo>
                  <a:pt x="196" y="387"/>
                </a:lnTo>
                <a:lnTo>
                  <a:pt x="196" y="386"/>
                </a:lnTo>
                <a:lnTo>
                  <a:pt x="196" y="387"/>
                </a:lnTo>
                <a:lnTo>
                  <a:pt x="197" y="387"/>
                </a:lnTo>
                <a:lnTo>
                  <a:pt x="197" y="388"/>
                </a:lnTo>
                <a:lnTo>
                  <a:pt x="197" y="389"/>
                </a:lnTo>
                <a:lnTo>
                  <a:pt x="198" y="389"/>
                </a:lnTo>
                <a:lnTo>
                  <a:pt x="198" y="390"/>
                </a:lnTo>
                <a:lnTo>
                  <a:pt x="199" y="390"/>
                </a:lnTo>
                <a:lnTo>
                  <a:pt x="199" y="389"/>
                </a:lnTo>
                <a:lnTo>
                  <a:pt x="199" y="390"/>
                </a:lnTo>
                <a:lnTo>
                  <a:pt x="200" y="390"/>
                </a:lnTo>
                <a:lnTo>
                  <a:pt x="200" y="389"/>
                </a:lnTo>
                <a:lnTo>
                  <a:pt x="201" y="389"/>
                </a:lnTo>
                <a:lnTo>
                  <a:pt x="202" y="389"/>
                </a:lnTo>
                <a:lnTo>
                  <a:pt x="203" y="389"/>
                </a:lnTo>
                <a:lnTo>
                  <a:pt x="204" y="389"/>
                </a:lnTo>
                <a:lnTo>
                  <a:pt x="205" y="389"/>
                </a:lnTo>
                <a:lnTo>
                  <a:pt x="205" y="388"/>
                </a:lnTo>
                <a:lnTo>
                  <a:pt x="205" y="387"/>
                </a:lnTo>
                <a:lnTo>
                  <a:pt x="206" y="387"/>
                </a:lnTo>
                <a:lnTo>
                  <a:pt x="205" y="387"/>
                </a:lnTo>
                <a:lnTo>
                  <a:pt x="206" y="387"/>
                </a:lnTo>
                <a:lnTo>
                  <a:pt x="205" y="387"/>
                </a:lnTo>
                <a:lnTo>
                  <a:pt x="205" y="386"/>
                </a:lnTo>
                <a:lnTo>
                  <a:pt x="204" y="386"/>
                </a:lnTo>
                <a:lnTo>
                  <a:pt x="205" y="386"/>
                </a:lnTo>
                <a:lnTo>
                  <a:pt x="205" y="385"/>
                </a:lnTo>
                <a:lnTo>
                  <a:pt x="205" y="384"/>
                </a:lnTo>
                <a:lnTo>
                  <a:pt x="206" y="384"/>
                </a:lnTo>
                <a:lnTo>
                  <a:pt x="205" y="384"/>
                </a:lnTo>
                <a:lnTo>
                  <a:pt x="206" y="384"/>
                </a:lnTo>
                <a:lnTo>
                  <a:pt x="205" y="384"/>
                </a:lnTo>
                <a:lnTo>
                  <a:pt x="205" y="383"/>
                </a:lnTo>
                <a:lnTo>
                  <a:pt x="205" y="382"/>
                </a:lnTo>
                <a:lnTo>
                  <a:pt x="206" y="382"/>
                </a:lnTo>
                <a:lnTo>
                  <a:pt x="206" y="381"/>
                </a:lnTo>
                <a:lnTo>
                  <a:pt x="207" y="380"/>
                </a:lnTo>
                <a:lnTo>
                  <a:pt x="208" y="380"/>
                </a:lnTo>
                <a:lnTo>
                  <a:pt x="208" y="379"/>
                </a:lnTo>
                <a:lnTo>
                  <a:pt x="208" y="378"/>
                </a:lnTo>
                <a:lnTo>
                  <a:pt x="208" y="377"/>
                </a:lnTo>
                <a:lnTo>
                  <a:pt x="209" y="377"/>
                </a:lnTo>
                <a:lnTo>
                  <a:pt x="209" y="376"/>
                </a:lnTo>
                <a:lnTo>
                  <a:pt x="210" y="376"/>
                </a:lnTo>
                <a:lnTo>
                  <a:pt x="209" y="376"/>
                </a:lnTo>
                <a:lnTo>
                  <a:pt x="209" y="375"/>
                </a:lnTo>
                <a:lnTo>
                  <a:pt x="209" y="374"/>
                </a:lnTo>
                <a:lnTo>
                  <a:pt x="208" y="374"/>
                </a:lnTo>
                <a:lnTo>
                  <a:pt x="209" y="374"/>
                </a:lnTo>
                <a:lnTo>
                  <a:pt x="209" y="373"/>
                </a:lnTo>
                <a:lnTo>
                  <a:pt x="209" y="372"/>
                </a:lnTo>
                <a:lnTo>
                  <a:pt x="210" y="372"/>
                </a:lnTo>
                <a:lnTo>
                  <a:pt x="210" y="371"/>
                </a:lnTo>
                <a:lnTo>
                  <a:pt x="212" y="371"/>
                </a:lnTo>
                <a:lnTo>
                  <a:pt x="212" y="370"/>
                </a:lnTo>
                <a:lnTo>
                  <a:pt x="213" y="370"/>
                </a:lnTo>
                <a:lnTo>
                  <a:pt x="214" y="370"/>
                </a:lnTo>
                <a:lnTo>
                  <a:pt x="215" y="370"/>
                </a:lnTo>
                <a:lnTo>
                  <a:pt x="215" y="369"/>
                </a:lnTo>
                <a:lnTo>
                  <a:pt x="215" y="368"/>
                </a:lnTo>
                <a:lnTo>
                  <a:pt x="216" y="368"/>
                </a:lnTo>
                <a:lnTo>
                  <a:pt x="216" y="367"/>
                </a:lnTo>
                <a:lnTo>
                  <a:pt x="216" y="366"/>
                </a:lnTo>
                <a:lnTo>
                  <a:pt x="215" y="366"/>
                </a:lnTo>
                <a:lnTo>
                  <a:pt x="215" y="365"/>
                </a:lnTo>
                <a:lnTo>
                  <a:pt x="214" y="365"/>
                </a:lnTo>
                <a:lnTo>
                  <a:pt x="213" y="365"/>
                </a:lnTo>
                <a:lnTo>
                  <a:pt x="212" y="365"/>
                </a:lnTo>
                <a:lnTo>
                  <a:pt x="210" y="365"/>
                </a:lnTo>
                <a:lnTo>
                  <a:pt x="209" y="365"/>
                </a:lnTo>
                <a:lnTo>
                  <a:pt x="209" y="366"/>
                </a:lnTo>
                <a:lnTo>
                  <a:pt x="209" y="365"/>
                </a:lnTo>
                <a:lnTo>
                  <a:pt x="209" y="364"/>
                </a:lnTo>
                <a:lnTo>
                  <a:pt x="208" y="364"/>
                </a:lnTo>
                <a:lnTo>
                  <a:pt x="208" y="363"/>
                </a:lnTo>
                <a:lnTo>
                  <a:pt x="207" y="363"/>
                </a:lnTo>
                <a:lnTo>
                  <a:pt x="207" y="362"/>
                </a:lnTo>
                <a:lnTo>
                  <a:pt x="206" y="362"/>
                </a:lnTo>
                <a:lnTo>
                  <a:pt x="205" y="361"/>
                </a:lnTo>
                <a:lnTo>
                  <a:pt x="204" y="361"/>
                </a:lnTo>
                <a:lnTo>
                  <a:pt x="204" y="360"/>
                </a:lnTo>
                <a:lnTo>
                  <a:pt x="204" y="359"/>
                </a:lnTo>
                <a:lnTo>
                  <a:pt x="204" y="360"/>
                </a:lnTo>
                <a:lnTo>
                  <a:pt x="204" y="359"/>
                </a:lnTo>
                <a:lnTo>
                  <a:pt x="204" y="358"/>
                </a:lnTo>
                <a:lnTo>
                  <a:pt x="203" y="358"/>
                </a:lnTo>
                <a:lnTo>
                  <a:pt x="203" y="357"/>
                </a:lnTo>
                <a:lnTo>
                  <a:pt x="202" y="357"/>
                </a:lnTo>
                <a:lnTo>
                  <a:pt x="202" y="358"/>
                </a:lnTo>
                <a:lnTo>
                  <a:pt x="202" y="357"/>
                </a:lnTo>
                <a:lnTo>
                  <a:pt x="202" y="358"/>
                </a:lnTo>
                <a:lnTo>
                  <a:pt x="201" y="358"/>
                </a:lnTo>
                <a:lnTo>
                  <a:pt x="201" y="357"/>
                </a:lnTo>
                <a:lnTo>
                  <a:pt x="200" y="357"/>
                </a:lnTo>
                <a:lnTo>
                  <a:pt x="200" y="358"/>
                </a:lnTo>
                <a:lnTo>
                  <a:pt x="200" y="359"/>
                </a:lnTo>
                <a:lnTo>
                  <a:pt x="199" y="359"/>
                </a:lnTo>
                <a:lnTo>
                  <a:pt x="199" y="360"/>
                </a:lnTo>
                <a:lnTo>
                  <a:pt x="198" y="360"/>
                </a:lnTo>
                <a:lnTo>
                  <a:pt x="198" y="359"/>
                </a:lnTo>
                <a:lnTo>
                  <a:pt x="197" y="359"/>
                </a:lnTo>
                <a:lnTo>
                  <a:pt x="197" y="358"/>
                </a:lnTo>
                <a:lnTo>
                  <a:pt x="196" y="358"/>
                </a:lnTo>
                <a:lnTo>
                  <a:pt x="197" y="358"/>
                </a:lnTo>
                <a:lnTo>
                  <a:pt x="197" y="357"/>
                </a:lnTo>
                <a:lnTo>
                  <a:pt x="196" y="357"/>
                </a:lnTo>
                <a:lnTo>
                  <a:pt x="195" y="357"/>
                </a:lnTo>
                <a:lnTo>
                  <a:pt x="195" y="356"/>
                </a:lnTo>
                <a:lnTo>
                  <a:pt x="195" y="355"/>
                </a:lnTo>
                <a:lnTo>
                  <a:pt x="195" y="354"/>
                </a:lnTo>
                <a:lnTo>
                  <a:pt x="194" y="354"/>
                </a:lnTo>
                <a:lnTo>
                  <a:pt x="194" y="353"/>
                </a:lnTo>
                <a:lnTo>
                  <a:pt x="194" y="354"/>
                </a:lnTo>
                <a:lnTo>
                  <a:pt x="193" y="354"/>
                </a:lnTo>
                <a:lnTo>
                  <a:pt x="193" y="353"/>
                </a:lnTo>
                <a:lnTo>
                  <a:pt x="192" y="353"/>
                </a:lnTo>
                <a:lnTo>
                  <a:pt x="192" y="354"/>
                </a:lnTo>
                <a:lnTo>
                  <a:pt x="191" y="354"/>
                </a:lnTo>
                <a:lnTo>
                  <a:pt x="190" y="354"/>
                </a:lnTo>
                <a:lnTo>
                  <a:pt x="189" y="354"/>
                </a:lnTo>
                <a:lnTo>
                  <a:pt x="189" y="353"/>
                </a:lnTo>
                <a:lnTo>
                  <a:pt x="188" y="353"/>
                </a:lnTo>
                <a:lnTo>
                  <a:pt x="189" y="353"/>
                </a:lnTo>
                <a:lnTo>
                  <a:pt x="189" y="352"/>
                </a:lnTo>
                <a:lnTo>
                  <a:pt x="188" y="352"/>
                </a:lnTo>
                <a:lnTo>
                  <a:pt x="187" y="352"/>
                </a:lnTo>
                <a:lnTo>
                  <a:pt x="187" y="351"/>
                </a:lnTo>
                <a:lnTo>
                  <a:pt x="187" y="352"/>
                </a:lnTo>
                <a:lnTo>
                  <a:pt x="186" y="352"/>
                </a:lnTo>
                <a:lnTo>
                  <a:pt x="186" y="353"/>
                </a:lnTo>
                <a:lnTo>
                  <a:pt x="185" y="353"/>
                </a:lnTo>
                <a:lnTo>
                  <a:pt x="185" y="354"/>
                </a:lnTo>
                <a:lnTo>
                  <a:pt x="185" y="353"/>
                </a:lnTo>
                <a:lnTo>
                  <a:pt x="185" y="354"/>
                </a:lnTo>
                <a:lnTo>
                  <a:pt x="185" y="355"/>
                </a:lnTo>
                <a:lnTo>
                  <a:pt x="185" y="356"/>
                </a:lnTo>
                <a:lnTo>
                  <a:pt x="184" y="356"/>
                </a:lnTo>
                <a:lnTo>
                  <a:pt x="183" y="356"/>
                </a:lnTo>
                <a:lnTo>
                  <a:pt x="183" y="355"/>
                </a:lnTo>
                <a:lnTo>
                  <a:pt x="183" y="356"/>
                </a:lnTo>
                <a:lnTo>
                  <a:pt x="182" y="356"/>
                </a:lnTo>
                <a:lnTo>
                  <a:pt x="182" y="357"/>
                </a:lnTo>
                <a:lnTo>
                  <a:pt x="181" y="357"/>
                </a:lnTo>
                <a:lnTo>
                  <a:pt x="181" y="356"/>
                </a:lnTo>
                <a:lnTo>
                  <a:pt x="180" y="356"/>
                </a:lnTo>
                <a:lnTo>
                  <a:pt x="180" y="357"/>
                </a:lnTo>
                <a:lnTo>
                  <a:pt x="179" y="357"/>
                </a:lnTo>
                <a:lnTo>
                  <a:pt x="179" y="358"/>
                </a:lnTo>
                <a:lnTo>
                  <a:pt x="178" y="358"/>
                </a:lnTo>
                <a:lnTo>
                  <a:pt x="178" y="357"/>
                </a:lnTo>
                <a:lnTo>
                  <a:pt x="177" y="357"/>
                </a:lnTo>
                <a:lnTo>
                  <a:pt x="177" y="358"/>
                </a:lnTo>
                <a:lnTo>
                  <a:pt x="177" y="359"/>
                </a:lnTo>
                <a:lnTo>
                  <a:pt x="176" y="359"/>
                </a:lnTo>
                <a:lnTo>
                  <a:pt x="176" y="358"/>
                </a:lnTo>
                <a:lnTo>
                  <a:pt x="175" y="358"/>
                </a:lnTo>
                <a:lnTo>
                  <a:pt x="174" y="358"/>
                </a:lnTo>
                <a:lnTo>
                  <a:pt x="173" y="358"/>
                </a:lnTo>
                <a:lnTo>
                  <a:pt x="173" y="359"/>
                </a:lnTo>
                <a:lnTo>
                  <a:pt x="172" y="359"/>
                </a:lnTo>
                <a:lnTo>
                  <a:pt x="172" y="360"/>
                </a:lnTo>
                <a:lnTo>
                  <a:pt x="173" y="360"/>
                </a:lnTo>
                <a:lnTo>
                  <a:pt x="172" y="360"/>
                </a:lnTo>
                <a:lnTo>
                  <a:pt x="172" y="361"/>
                </a:lnTo>
                <a:lnTo>
                  <a:pt x="171" y="361"/>
                </a:lnTo>
                <a:lnTo>
                  <a:pt x="171" y="360"/>
                </a:lnTo>
                <a:lnTo>
                  <a:pt x="170" y="360"/>
                </a:lnTo>
                <a:lnTo>
                  <a:pt x="170" y="359"/>
                </a:lnTo>
                <a:lnTo>
                  <a:pt x="169" y="359"/>
                </a:lnTo>
                <a:lnTo>
                  <a:pt x="169" y="360"/>
                </a:lnTo>
                <a:lnTo>
                  <a:pt x="168" y="360"/>
                </a:lnTo>
                <a:lnTo>
                  <a:pt x="167" y="360"/>
                </a:lnTo>
                <a:lnTo>
                  <a:pt x="167" y="359"/>
                </a:lnTo>
                <a:lnTo>
                  <a:pt x="166" y="359"/>
                </a:lnTo>
                <a:lnTo>
                  <a:pt x="166" y="360"/>
                </a:lnTo>
                <a:lnTo>
                  <a:pt x="165" y="360"/>
                </a:lnTo>
                <a:lnTo>
                  <a:pt x="165" y="359"/>
                </a:lnTo>
                <a:lnTo>
                  <a:pt x="165" y="360"/>
                </a:lnTo>
                <a:lnTo>
                  <a:pt x="165" y="359"/>
                </a:lnTo>
                <a:lnTo>
                  <a:pt x="164" y="359"/>
                </a:lnTo>
                <a:lnTo>
                  <a:pt x="163" y="359"/>
                </a:lnTo>
                <a:lnTo>
                  <a:pt x="163" y="358"/>
                </a:lnTo>
                <a:lnTo>
                  <a:pt x="164" y="358"/>
                </a:lnTo>
                <a:lnTo>
                  <a:pt x="163" y="358"/>
                </a:lnTo>
                <a:lnTo>
                  <a:pt x="162" y="358"/>
                </a:lnTo>
                <a:lnTo>
                  <a:pt x="162" y="357"/>
                </a:lnTo>
                <a:lnTo>
                  <a:pt x="163" y="357"/>
                </a:lnTo>
                <a:lnTo>
                  <a:pt x="163" y="356"/>
                </a:lnTo>
                <a:lnTo>
                  <a:pt x="164" y="356"/>
                </a:lnTo>
                <a:lnTo>
                  <a:pt x="164" y="355"/>
                </a:lnTo>
                <a:lnTo>
                  <a:pt x="163" y="355"/>
                </a:lnTo>
                <a:lnTo>
                  <a:pt x="163" y="354"/>
                </a:lnTo>
                <a:lnTo>
                  <a:pt x="162" y="354"/>
                </a:lnTo>
                <a:lnTo>
                  <a:pt x="162" y="353"/>
                </a:lnTo>
                <a:lnTo>
                  <a:pt x="161" y="353"/>
                </a:lnTo>
                <a:lnTo>
                  <a:pt x="162" y="353"/>
                </a:lnTo>
                <a:lnTo>
                  <a:pt x="162" y="352"/>
                </a:lnTo>
                <a:lnTo>
                  <a:pt x="161" y="352"/>
                </a:lnTo>
                <a:lnTo>
                  <a:pt x="161" y="351"/>
                </a:lnTo>
                <a:lnTo>
                  <a:pt x="160" y="351"/>
                </a:lnTo>
                <a:lnTo>
                  <a:pt x="160" y="350"/>
                </a:lnTo>
                <a:lnTo>
                  <a:pt x="159" y="350"/>
                </a:lnTo>
                <a:lnTo>
                  <a:pt x="159" y="349"/>
                </a:lnTo>
                <a:lnTo>
                  <a:pt x="158" y="349"/>
                </a:lnTo>
                <a:lnTo>
                  <a:pt x="158" y="348"/>
                </a:lnTo>
                <a:lnTo>
                  <a:pt x="157" y="348"/>
                </a:lnTo>
                <a:lnTo>
                  <a:pt x="157" y="347"/>
                </a:lnTo>
                <a:lnTo>
                  <a:pt x="156" y="347"/>
                </a:lnTo>
                <a:lnTo>
                  <a:pt x="156" y="348"/>
                </a:lnTo>
                <a:lnTo>
                  <a:pt x="155" y="348"/>
                </a:lnTo>
                <a:lnTo>
                  <a:pt x="155" y="347"/>
                </a:lnTo>
                <a:lnTo>
                  <a:pt x="154" y="347"/>
                </a:lnTo>
                <a:lnTo>
                  <a:pt x="153" y="347"/>
                </a:lnTo>
                <a:lnTo>
                  <a:pt x="152" y="347"/>
                </a:lnTo>
                <a:lnTo>
                  <a:pt x="151" y="347"/>
                </a:lnTo>
                <a:lnTo>
                  <a:pt x="151" y="348"/>
                </a:lnTo>
                <a:lnTo>
                  <a:pt x="150" y="348"/>
                </a:lnTo>
                <a:lnTo>
                  <a:pt x="150" y="347"/>
                </a:lnTo>
                <a:lnTo>
                  <a:pt x="149" y="347"/>
                </a:lnTo>
                <a:lnTo>
                  <a:pt x="149" y="348"/>
                </a:lnTo>
                <a:lnTo>
                  <a:pt x="149" y="347"/>
                </a:lnTo>
                <a:lnTo>
                  <a:pt x="148" y="347"/>
                </a:lnTo>
                <a:lnTo>
                  <a:pt x="148" y="346"/>
                </a:lnTo>
                <a:lnTo>
                  <a:pt x="147" y="346"/>
                </a:lnTo>
                <a:lnTo>
                  <a:pt x="146" y="346"/>
                </a:lnTo>
                <a:lnTo>
                  <a:pt x="146" y="347"/>
                </a:lnTo>
                <a:lnTo>
                  <a:pt x="145" y="347"/>
                </a:lnTo>
                <a:lnTo>
                  <a:pt x="144" y="347"/>
                </a:lnTo>
                <a:lnTo>
                  <a:pt x="143" y="347"/>
                </a:lnTo>
                <a:lnTo>
                  <a:pt x="142" y="347"/>
                </a:lnTo>
                <a:lnTo>
                  <a:pt x="141" y="347"/>
                </a:lnTo>
                <a:lnTo>
                  <a:pt x="140" y="347"/>
                </a:lnTo>
                <a:lnTo>
                  <a:pt x="140" y="348"/>
                </a:lnTo>
                <a:lnTo>
                  <a:pt x="140" y="349"/>
                </a:lnTo>
                <a:lnTo>
                  <a:pt x="141" y="349"/>
                </a:lnTo>
                <a:lnTo>
                  <a:pt x="140" y="349"/>
                </a:lnTo>
                <a:lnTo>
                  <a:pt x="141" y="349"/>
                </a:lnTo>
                <a:lnTo>
                  <a:pt x="141" y="350"/>
                </a:lnTo>
                <a:lnTo>
                  <a:pt x="140" y="350"/>
                </a:lnTo>
                <a:lnTo>
                  <a:pt x="140" y="351"/>
                </a:lnTo>
                <a:lnTo>
                  <a:pt x="140" y="352"/>
                </a:lnTo>
                <a:lnTo>
                  <a:pt x="139" y="352"/>
                </a:lnTo>
                <a:lnTo>
                  <a:pt x="138" y="352"/>
                </a:lnTo>
                <a:lnTo>
                  <a:pt x="138" y="351"/>
                </a:lnTo>
                <a:lnTo>
                  <a:pt x="137" y="351"/>
                </a:lnTo>
                <a:lnTo>
                  <a:pt x="136" y="351"/>
                </a:lnTo>
                <a:lnTo>
                  <a:pt x="136" y="352"/>
                </a:lnTo>
                <a:lnTo>
                  <a:pt x="135" y="352"/>
                </a:lnTo>
                <a:lnTo>
                  <a:pt x="135" y="353"/>
                </a:lnTo>
                <a:lnTo>
                  <a:pt x="135" y="352"/>
                </a:lnTo>
                <a:lnTo>
                  <a:pt x="135" y="353"/>
                </a:lnTo>
                <a:lnTo>
                  <a:pt x="134" y="353"/>
                </a:lnTo>
                <a:lnTo>
                  <a:pt x="134" y="352"/>
                </a:lnTo>
                <a:lnTo>
                  <a:pt x="133" y="352"/>
                </a:lnTo>
                <a:lnTo>
                  <a:pt x="132" y="352"/>
                </a:lnTo>
                <a:lnTo>
                  <a:pt x="131" y="352"/>
                </a:lnTo>
                <a:lnTo>
                  <a:pt x="130" y="353"/>
                </a:lnTo>
                <a:lnTo>
                  <a:pt x="130" y="352"/>
                </a:lnTo>
                <a:lnTo>
                  <a:pt x="130" y="353"/>
                </a:lnTo>
                <a:lnTo>
                  <a:pt x="129" y="353"/>
                </a:lnTo>
                <a:lnTo>
                  <a:pt x="129" y="354"/>
                </a:lnTo>
                <a:lnTo>
                  <a:pt x="130" y="354"/>
                </a:lnTo>
                <a:lnTo>
                  <a:pt x="129" y="354"/>
                </a:lnTo>
                <a:lnTo>
                  <a:pt x="129" y="355"/>
                </a:lnTo>
                <a:lnTo>
                  <a:pt x="128" y="354"/>
                </a:lnTo>
                <a:lnTo>
                  <a:pt x="128" y="353"/>
                </a:lnTo>
                <a:lnTo>
                  <a:pt x="128" y="352"/>
                </a:lnTo>
                <a:lnTo>
                  <a:pt x="127" y="352"/>
                </a:lnTo>
                <a:lnTo>
                  <a:pt x="127" y="351"/>
                </a:lnTo>
                <a:lnTo>
                  <a:pt x="126" y="351"/>
                </a:lnTo>
                <a:lnTo>
                  <a:pt x="126" y="350"/>
                </a:lnTo>
                <a:lnTo>
                  <a:pt x="127" y="350"/>
                </a:lnTo>
                <a:lnTo>
                  <a:pt x="127" y="349"/>
                </a:lnTo>
                <a:lnTo>
                  <a:pt x="126" y="349"/>
                </a:lnTo>
                <a:lnTo>
                  <a:pt x="125" y="349"/>
                </a:lnTo>
                <a:lnTo>
                  <a:pt x="126" y="349"/>
                </a:lnTo>
                <a:lnTo>
                  <a:pt x="126" y="348"/>
                </a:lnTo>
                <a:lnTo>
                  <a:pt x="125" y="348"/>
                </a:lnTo>
                <a:lnTo>
                  <a:pt x="125" y="347"/>
                </a:lnTo>
                <a:lnTo>
                  <a:pt x="124" y="347"/>
                </a:lnTo>
                <a:lnTo>
                  <a:pt x="123" y="347"/>
                </a:lnTo>
                <a:lnTo>
                  <a:pt x="122" y="347"/>
                </a:lnTo>
                <a:lnTo>
                  <a:pt x="122" y="346"/>
                </a:lnTo>
                <a:lnTo>
                  <a:pt x="121" y="346"/>
                </a:lnTo>
                <a:lnTo>
                  <a:pt x="121" y="345"/>
                </a:lnTo>
                <a:lnTo>
                  <a:pt x="120" y="345"/>
                </a:lnTo>
                <a:lnTo>
                  <a:pt x="120" y="344"/>
                </a:lnTo>
                <a:lnTo>
                  <a:pt x="119" y="344"/>
                </a:lnTo>
                <a:lnTo>
                  <a:pt x="119" y="343"/>
                </a:lnTo>
                <a:lnTo>
                  <a:pt x="119" y="344"/>
                </a:lnTo>
                <a:lnTo>
                  <a:pt x="119" y="343"/>
                </a:lnTo>
                <a:lnTo>
                  <a:pt x="118" y="343"/>
                </a:lnTo>
                <a:lnTo>
                  <a:pt x="117" y="343"/>
                </a:lnTo>
                <a:lnTo>
                  <a:pt x="116" y="343"/>
                </a:lnTo>
                <a:lnTo>
                  <a:pt x="116" y="342"/>
                </a:lnTo>
                <a:lnTo>
                  <a:pt x="115" y="342"/>
                </a:lnTo>
                <a:lnTo>
                  <a:pt x="115" y="341"/>
                </a:lnTo>
                <a:lnTo>
                  <a:pt x="116" y="341"/>
                </a:lnTo>
                <a:lnTo>
                  <a:pt x="115" y="341"/>
                </a:lnTo>
                <a:lnTo>
                  <a:pt x="115" y="340"/>
                </a:lnTo>
                <a:lnTo>
                  <a:pt x="114" y="340"/>
                </a:lnTo>
                <a:lnTo>
                  <a:pt x="114" y="339"/>
                </a:lnTo>
                <a:lnTo>
                  <a:pt x="114" y="340"/>
                </a:lnTo>
                <a:lnTo>
                  <a:pt x="113" y="340"/>
                </a:lnTo>
                <a:lnTo>
                  <a:pt x="112" y="340"/>
                </a:lnTo>
                <a:lnTo>
                  <a:pt x="111" y="340"/>
                </a:lnTo>
                <a:lnTo>
                  <a:pt x="110" y="340"/>
                </a:lnTo>
                <a:lnTo>
                  <a:pt x="110" y="339"/>
                </a:lnTo>
                <a:lnTo>
                  <a:pt x="109" y="339"/>
                </a:lnTo>
                <a:lnTo>
                  <a:pt x="108" y="339"/>
                </a:lnTo>
                <a:lnTo>
                  <a:pt x="108" y="338"/>
                </a:lnTo>
                <a:lnTo>
                  <a:pt x="107" y="338"/>
                </a:lnTo>
                <a:lnTo>
                  <a:pt x="106" y="338"/>
                </a:lnTo>
                <a:lnTo>
                  <a:pt x="106" y="339"/>
                </a:lnTo>
                <a:lnTo>
                  <a:pt x="105" y="339"/>
                </a:lnTo>
                <a:lnTo>
                  <a:pt x="104" y="339"/>
                </a:lnTo>
                <a:lnTo>
                  <a:pt x="104" y="338"/>
                </a:lnTo>
                <a:lnTo>
                  <a:pt x="103" y="338"/>
                </a:lnTo>
                <a:lnTo>
                  <a:pt x="103" y="339"/>
                </a:lnTo>
                <a:lnTo>
                  <a:pt x="102" y="339"/>
                </a:lnTo>
                <a:lnTo>
                  <a:pt x="101" y="339"/>
                </a:lnTo>
                <a:lnTo>
                  <a:pt x="101" y="338"/>
                </a:lnTo>
                <a:lnTo>
                  <a:pt x="100" y="338"/>
                </a:lnTo>
                <a:lnTo>
                  <a:pt x="100" y="337"/>
                </a:lnTo>
                <a:lnTo>
                  <a:pt x="100" y="336"/>
                </a:lnTo>
                <a:lnTo>
                  <a:pt x="101" y="336"/>
                </a:lnTo>
                <a:lnTo>
                  <a:pt x="101" y="335"/>
                </a:lnTo>
                <a:lnTo>
                  <a:pt x="100" y="335"/>
                </a:lnTo>
                <a:lnTo>
                  <a:pt x="101" y="335"/>
                </a:lnTo>
                <a:lnTo>
                  <a:pt x="100" y="335"/>
                </a:lnTo>
                <a:lnTo>
                  <a:pt x="100" y="334"/>
                </a:lnTo>
                <a:lnTo>
                  <a:pt x="101" y="334"/>
                </a:lnTo>
                <a:lnTo>
                  <a:pt x="100" y="334"/>
                </a:lnTo>
                <a:lnTo>
                  <a:pt x="100" y="333"/>
                </a:lnTo>
                <a:lnTo>
                  <a:pt x="101" y="333"/>
                </a:lnTo>
                <a:lnTo>
                  <a:pt x="101" y="332"/>
                </a:lnTo>
                <a:lnTo>
                  <a:pt x="100" y="332"/>
                </a:lnTo>
                <a:lnTo>
                  <a:pt x="101" y="332"/>
                </a:lnTo>
                <a:lnTo>
                  <a:pt x="101" y="331"/>
                </a:lnTo>
                <a:lnTo>
                  <a:pt x="101" y="330"/>
                </a:lnTo>
                <a:lnTo>
                  <a:pt x="101" y="329"/>
                </a:lnTo>
                <a:lnTo>
                  <a:pt x="100" y="329"/>
                </a:lnTo>
                <a:lnTo>
                  <a:pt x="100" y="328"/>
                </a:lnTo>
                <a:lnTo>
                  <a:pt x="100" y="327"/>
                </a:lnTo>
                <a:lnTo>
                  <a:pt x="99" y="327"/>
                </a:lnTo>
                <a:lnTo>
                  <a:pt x="99" y="326"/>
                </a:lnTo>
                <a:lnTo>
                  <a:pt x="98" y="326"/>
                </a:lnTo>
                <a:lnTo>
                  <a:pt x="99" y="326"/>
                </a:lnTo>
                <a:lnTo>
                  <a:pt x="98" y="325"/>
                </a:lnTo>
                <a:lnTo>
                  <a:pt x="98" y="324"/>
                </a:lnTo>
                <a:lnTo>
                  <a:pt x="97" y="323"/>
                </a:lnTo>
                <a:lnTo>
                  <a:pt x="98" y="323"/>
                </a:lnTo>
                <a:lnTo>
                  <a:pt x="98" y="322"/>
                </a:lnTo>
                <a:lnTo>
                  <a:pt x="97" y="322"/>
                </a:lnTo>
                <a:lnTo>
                  <a:pt x="98" y="321"/>
                </a:lnTo>
                <a:lnTo>
                  <a:pt x="99" y="321"/>
                </a:lnTo>
                <a:lnTo>
                  <a:pt x="100" y="320"/>
                </a:lnTo>
                <a:lnTo>
                  <a:pt x="101" y="319"/>
                </a:lnTo>
                <a:lnTo>
                  <a:pt x="101" y="318"/>
                </a:lnTo>
                <a:lnTo>
                  <a:pt x="101" y="317"/>
                </a:lnTo>
                <a:lnTo>
                  <a:pt x="102" y="316"/>
                </a:lnTo>
                <a:lnTo>
                  <a:pt x="103" y="316"/>
                </a:lnTo>
                <a:lnTo>
                  <a:pt x="103" y="315"/>
                </a:lnTo>
                <a:lnTo>
                  <a:pt x="102" y="315"/>
                </a:lnTo>
                <a:lnTo>
                  <a:pt x="103" y="314"/>
                </a:lnTo>
                <a:lnTo>
                  <a:pt x="104" y="314"/>
                </a:lnTo>
                <a:lnTo>
                  <a:pt x="105" y="313"/>
                </a:lnTo>
                <a:lnTo>
                  <a:pt x="106" y="313"/>
                </a:lnTo>
                <a:lnTo>
                  <a:pt x="106" y="312"/>
                </a:lnTo>
                <a:lnTo>
                  <a:pt x="107" y="312"/>
                </a:lnTo>
                <a:lnTo>
                  <a:pt x="107" y="311"/>
                </a:lnTo>
                <a:lnTo>
                  <a:pt x="107" y="312"/>
                </a:lnTo>
                <a:lnTo>
                  <a:pt x="108" y="311"/>
                </a:lnTo>
                <a:lnTo>
                  <a:pt x="109" y="310"/>
                </a:lnTo>
                <a:lnTo>
                  <a:pt x="110" y="310"/>
                </a:lnTo>
                <a:lnTo>
                  <a:pt x="110" y="311"/>
                </a:lnTo>
                <a:lnTo>
                  <a:pt x="110" y="312"/>
                </a:lnTo>
                <a:lnTo>
                  <a:pt x="110" y="313"/>
                </a:lnTo>
                <a:lnTo>
                  <a:pt x="111" y="313"/>
                </a:lnTo>
                <a:lnTo>
                  <a:pt x="112" y="313"/>
                </a:lnTo>
                <a:lnTo>
                  <a:pt x="112" y="312"/>
                </a:lnTo>
                <a:lnTo>
                  <a:pt x="113" y="312"/>
                </a:lnTo>
                <a:lnTo>
                  <a:pt x="112" y="311"/>
                </a:lnTo>
                <a:lnTo>
                  <a:pt x="111" y="311"/>
                </a:lnTo>
                <a:lnTo>
                  <a:pt x="111" y="310"/>
                </a:lnTo>
                <a:lnTo>
                  <a:pt x="110" y="310"/>
                </a:lnTo>
                <a:lnTo>
                  <a:pt x="110" y="309"/>
                </a:lnTo>
                <a:lnTo>
                  <a:pt x="111" y="310"/>
                </a:lnTo>
                <a:lnTo>
                  <a:pt x="112" y="309"/>
                </a:lnTo>
                <a:lnTo>
                  <a:pt x="112" y="308"/>
                </a:lnTo>
                <a:lnTo>
                  <a:pt x="111" y="308"/>
                </a:lnTo>
                <a:lnTo>
                  <a:pt x="110" y="307"/>
                </a:lnTo>
                <a:lnTo>
                  <a:pt x="110" y="306"/>
                </a:lnTo>
                <a:lnTo>
                  <a:pt x="109" y="306"/>
                </a:lnTo>
                <a:lnTo>
                  <a:pt x="108" y="305"/>
                </a:lnTo>
                <a:lnTo>
                  <a:pt x="107" y="305"/>
                </a:lnTo>
                <a:lnTo>
                  <a:pt x="106" y="305"/>
                </a:lnTo>
                <a:lnTo>
                  <a:pt x="107" y="305"/>
                </a:lnTo>
                <a:lnTo>
                  <a:pt x="109" y="305"/>
                </a:lnTo>
                <a:lnTo>
                  <a:pt x="110" y="305"/>
                </a:lnTo>
                <a:lnTo>
                  <a:pt x="110" y="304"/>
                </a:lnTo>
                <a:lnTo>
                  <a:pt x="111" y="304"/>
                </a:lnTo>
                <a:lnTo>
                  <a:pt x="111" y="305"/>
                </a:lnTo>
                <a:lnTo>
                  <a:pt x="112" y="305"/>
                </a:lnTo>
                <a:lnTo>
                  <a:pt x="113" y="305"/>
                </a:lnTo>
                <a:lnTo>
                  <a:pt x="114" y="304"/>
                </a:lnTo>
                <a:lnTo>
                  <a:pt x="115" y="303"/>
                </a:lnTo>
                <a:lnTo>
                  <a:pt x="115" y="302"/>
                </a:lnTo>
                <a:lnTo>
                  <a:pt x="116" y="302"/>
                </a:lnTo>
                <a:lnTo>
                  <a:pt x="117" y="302"/>
                </a:lnTo>
                <a:lnTo>
                  <a:pt x="117" y="301"/>
                </a:lnTo>
                <a:lnTo>
                  <a:pt x="117" y="300"/>
                </a:lnTo>
                <a:lnTo>
                  <a:pt x="117" y="299"/>
                </a:lnTo>
                <a:lnTo>
                  <a:pt x="118" y="299"/>
                </a:lnTo>
                <a:lnTo>
                  <a:pt x="119" y="299"/>
                </a:lnTo>
                <a:lnTo>
                  <a:pt x="120" y="299"/>
                </a:lnTo>
                <a:lnTo>
                  <a:pt x="120" y="298"/>
                </a:lnTo>
                <a:lnTo>
                  <a:pt x="121" y="298"/>
                </a:lnTo>
                <a:lnTo>
                  <a:pt x="122" y="298"/>
                </a:lnTo>
                <a:lnTo>
                  <a:pt x="123" y="298"/>
                </a:lnTo>
                <a:lnTo>
                  <a:pt x="123" y="297"/>
                </a:lnTo>
                <a:lnTo>
                  <a:pt x="123" y="296"/>
                </a:lnTo>
                <a:lnTo>
                  <a:pt x="123" y="295"/>
                </a:lnTo>
                <a:lnTo>
                  <a:pt x="123" y="294"/>
                </a:lnTo>
                <a:lnTo>
                  <a:pt x="124" y="294"/>
                </a:lnTo>
                <a:lnTo>
                  <a:pt x="124" y="293"/>
                </a:lnTo>
                <a:lnTo>
                  <a:pt x="125" y="292"/>
                </a:lnTo>
                <a:lnTo>
                  <a:pt x="126" y="292"/>
                </a:lnTo>
                <a:lnTo>
                  <a:pt x="127" y="292"/>
                </a:lnTo>
                <a:lnTo>
                  <a:pt x="128" y="291"/>
                </a:lnTo>
                <a:lnTo>
                  <a:pt x="128" y="292"/>
                </a:lnTo>
                <a:lnTo>
                  <a:pt x="129" y="292"/>
                </a:lnTo>
                <a:lnTo>
                  <a:pt x="130" y="292"/>
                </a:lnTo>
                <a:lnTo>
                  <a:pt x="131" y="293"/>
                </a:lnTo>
                <a:lnTo>
                  <a:pt x="131" y="294"/>
                </a:lnTo>
                <a:lnTo>
                  <a:pt x="131" y="295"/>
                </a:lnTo>
                <a:lnTo>
                  <a:pt x="132" y="295"/>
                </a:lnTo>
                <a:lnTo>
                  <a:pt x="132" y="294"/>
                </a:lnTo>
                <a:lnTo>
                  <a:pt x="133" y="294"/>
                </a:lnTo>
                <a:lnTo>
                  <a:pt x="134" y="294"/>
                </a:lnTo>
                <a:lnTo>
                  <a:pt x="134" y="295"/>
                </a:lnTo>
                <a:lnTo>
                  <a:pt x="135" y="296"/>
                </a:lnTo>
                <a:lnTo>
                  <a:pt x="136" y="296"/>
                </a:lnTo>
                <a:lnTo>
                  <a:pt x="136" y="295"/>
                </a:lnTo>
                <a:lnTo>
                  <a:pt x="137" y="296"/>
                </a:lnTo>
                <a:lnTo>
                  <a:pt x="138" y="296"/>
                </a:lnTo>
                <a:lnTo>
                  <a:pt x="139" y="296"/>
                </a:lnTo>
                <a:lnTo>
                  <a:pt x="139" y="297"/>
                </a:lnTo>
                <a:lnTo>
                  <a:pt x="139" y="298"/>
                </a:lnTo>
                <a:lnTo>
                  <a:pt x="139" y="299"/>
                </a:lnTo>
                <a:lnTo>
                  <a:pt x="138" y="299"/>
                </a:lnTo>
                <a:lnTo>
                  <a:pt x="138" y="300"/>
                </a:lnTo>
                <a:lnTo>
                  <a:pt x="138" y="299"/>
                </a:lnTo>
                <a:lnTo>
                  <a:pt x="139" y="299"/>
                </a:lnTo>
                <a:lnTo>
                  <a:pt x="139" y="300"/>
                </a:lnTo>
                <a:lnTo>
                  <a:pt x="140" y="300"/>
                </a:lnTo>
                <a:lnTo>
                  <a:pt x="141" y="300"/>
                </a:lnTo>
                <a:lnTo>
                  <a:pt x="141" y="299"/>
                </a:lnTo>
                <a:lnTo>
                  <a:pt x="142" y="299"/>
                </a:lnTo>
                <a:lnTo>
                  <a:pt x="142" y="298"/>
                </a:lnTo>
                <a:lnTo>
                  <a:pt x="142" y="297"/>
                </a:lnTo>
                <a:lnTo>
                  <a:pt x="143" y="297"/>
                </a:lnTo>
                <a:lnTo>
                  <a:pt x="143" y="296"/>
                </a:lnTo>
                <a:lnTo>
                  <a:pt x="144" y="297"/>
                </a:lnTo>
                <a:lnTo>
                  <a:pt x="145" y="297"/>
                </a:lnTo>
                <a:lnTo>
                  <a:pt x="145" y="296"/>
                </a:lnTo>
                <a:lnTo>
                  <a:pt x="146" y="296"/>
                </a:lnTo>
                <a:lnTo>
                  <a:pt x="146" y="295"/>
                </a:lnTo>
                <a:lnTo>
                  <a:pt x="147" y="295"/>
                </a:lnTo>
                <a:lnTo>
                  <a:pt x="147" y="294"/>
                </a:lnTo>
                <a:lnTo>
                  <a:pt x="146" y="294"/>
                </a:lnTo>
                <a:lnTo>
                  <a:pt x="147" y="294"/>
                </a:lnTo>
                <a:lnTo>
                  <a:pt x="147" y="293"/>
                </a:lnTo>
                <a:lnTo>
                  <a:pt x="147" y="292"/>
                </a:lnTo>
                <a:lnTo>
                  <a:pt x="148" y="292"/>
                </a:lnTo>
                <a:lnTo>
                  <a:pt x="149" y="292"/>
                </a:lnTo>
                <a:lnTo>
                  <a:pt x="150" y="291"/>
                </a:lnTo>
                <a:lnTo>
                  <a:pt x="151" y="290"/>
                </a:lnTo>
                <a:lnTo>
                  <a:pt x="151" y="289"/>
                </a:lnTo>
                <a:lnTo>
                  <a:pt x="151" y="288"/>
                </a:lnTo>
                <a:lnTo>
                  <a:pt x="152" y="288"/>
                </a:lnTo>
                <a:lnTo>
                  <a:pt x="152" y="287"/>
                </a:lnTo>
                <a:lnTo>
                  <a:pt x="151" y="287"/>
                </a:lnTo>
                <a:lnTo>
                  <a:pt x="151" y="286"/>
                </a:lnTo>
                <a:lnTo>
                  <a:pt x="150" y="286"/>
                </a:lnTo>
                <a:lnTo>
                  <a:pt x="150" y="285"/>
                </a:lnTo>
                <a:lnTo>
                  <a:pt x="150" y="284"/>
                </a:lnTo>
                <a:lnTo>
                  <a:pt x="151" y="284"/>
                </a:lnTo>
                <a:lnTo>
                  <a:pt x="151" y="283"/>
                </a:lnTo>
                <a:lnTo>
                  <a:pt x="152" y="283"/>
                </a:lnTo>
                <a:lnTo>
                  <a:pt x="152" y="281"/>
                </a:lnTo>
                <a:lnTo>
                  <a:pt x="152" y="280"/>
                </a:lnTo>
                <a:lnTo>
                  <a:pt x="153" y="280"/>
                </a:lnTo>
                <a:lnTo>
                  <a:pt x="153" y="279"/>
                </a:lnTo>
                <a:lnTo>
                  <a:pt x="153" y="278"/>
                </a:lnTo>
                <a:lnTo>
                  <a:pt x="153" y="276"/>
                </a:lnTo>
                <a:lnTo>
                  <a:pt x="153" y="275"/>
                </a:lnTo>
                <a:lnTo>
                  <a:pt x="154" y="275"/>
                </a:lnTo>
                <a:lnTo>
                  <a:pt x="154" y="274"/>
                </a:lnTo>
                <a:lnTo>
                  <a:pt x="154" y="273"/>
                </a:lnTo>
                <a:lnTo>
                  <a:pt x="154" y="272"/>
                </a:lnTo>
                <a:lnTo>
                  <a:pt x="153" y="272"/>
                </a:lnTo>
                <a:lnTo>
                  <a:pt x="153" y="271"/>
                </a:lnTo>
                <a:lnTo>
                  <a:pt x="153" y="269"/>
                </a:lnTo>
                <a:lnTo>
                  <a:pt x="153" y="267"/>
                </a:lnTo>
                <a:lnTo>
                  <a:pt x="152" y="266"/>
                </a:lnTo>
                <a:lnTo>
                  <a:pt x="152" y="265"/>
                </a:lnTo>
                <a:lnTo>
                  <a:pt x="152" y="264"/>
                </a:lnTo>
                <a:lnTo>
                  <a:pt x="152" y="263"/>
                </a:lnTo>
                <a:lnTo>
                  <a:pt x="153" y="263"/>
                </a:lnTo>
                <a:lnTo>
                  <a:pt x="154" y="263"/>
                </a:lnTo>
                <a:lnTo>
                  <a:pt x="154" y="262"/>
                </a:lnTo>
                <a:lnTo>
                  <a:pt x="155" y="262"/>
                </a:lnTo>
                <a:lnTo>
                  <a:pt x="155" y="263"/>
                </a:lnTo>
                <a:lnTo>
                  <a:pt x="156" y="263"/>
                </a:lnTo>
                <a:lnTo>
                  <a:pt x="157" y="262"/>
                </a:lnTo>
                <a:lnTo>
                  <a:pt x="157" y="261"/>
                </a:lnTo>
                <a:lnTo>
                  <a:pt x="157" y="260"/>
                </a:lnTo>
                <a:lnTo>
                  <a:pt x="156" y="260"/>
                </a:lnTo>
                <a:lnTo>
                  <a:pt x="156" y="259"/>
                </a:lnTo>
                <a:lnTo>
                  <a:pt x="155" y="259"/>
                </a:lnTo>
                <a:lnTo>
                  <a:pt x="155" y="258"/>
                </a:lnTo>
                <a:lnTo>
                  <a:pt x="156" y="258"/>
                </a:lnTo>
                <a:lnTo>
                  <a:pt x="157" y="258"/>
                </a:lnTo>
                <a:lnTo>
                  <a:pt x="158" y="257"/>
                </a:lnTo>
                <a:lnTo>
                  <a:pt x="157" y="256"/>
                </a:lnTo>
                <a:lnTo>
                  <a:pt x="156" y="256"/>
                </a:lnTo>
                <a:lnTo>
                  <a:pt x="155" y="256"/>
                </a:lnTo>
                <a:lnTo>
                  <a:pt x="154" y="256"/>
                </a:lnTo>
                <a:lnTo>
                  <a:pt x="154" y="255"/>
                </a:lnTo>
                <a:lnTo>
                  <a:pt x="154" y="254"/>
                </a:lnTo>
                <a:lnTo>
                  <a:pt x="153" y="253"/>
                </a:lnTo>
                <a:lnTo>
                  <a:pt x="153" y="252"/>
                </a:lnTo>
                <a:lnTo>
                  <a:pt x="152" y="252"/>
                </a:lnTo>
                <a:lnTo>
                  <a:pt x="152" y="250"/>
                </a:lnTo>
                <a:lnTo>
                  <a:pt x="152" y="249"/>
                </a:lnTo>
                <a:lnTo>
                  <a:pt x="152" y="248"/>
                </a:lnTo>
                <a:lnTo>
                  <a:pt x="151" y="248"/>
                </a:lnTo>
                <a:lnTo>
                  <a:pt x="150" y="247"/>
                </a:lnTo>
                <a:lnTo>
                  <a:pt x="149" y="247"/>
                </a:lnTo>
                <a:lnTo>
                  <a:pt x="149" y="246"/>
                </a:lnTo>
                <a:lnTo>
                  <a:pt x="149" y="245"/>
                </a:lnTo>
                <a:lnTo>
                  <a:pt x="148" y="245"/>
                </a:lnTo>
                <a:lnTo>
                  <a:pt x="147" y="245"/>
                </a:lnTo>
                <a:lnTo>
                  <a:pt x="147" y="244"/>
                </a:lnTo>
                <a:lnTo>
                  <a:pt x="148" y="244"/>
                </a:lnTo>
                <a:lnTo>
                  <a:pt x="148" y="243"/>
                </a:lnTo>
                <a:lnTo>
                  <a:pt x="148" y="241"/>
                </a:lnTo>
                <a:lnTo>
                  <a:pt x="147" y="240"/>
                </a:lnTo>
                <a:lnTo>
                  <a:pt x="147" y="241"/>
                </a:lnTo>
                <a:lnTo>
                  <a:pt x="146" y="241"/>
                </a:lnTo>
                <a:lnTo>
                  <a:pt x="146" y="240"/>
                </a:lnTo>
                <a:lnTo>
                  <a:pt x="145" y="240"/>
                </a:lnTo>
                <a:lnTo>
                  <a:pt x="145" y="239"/>
                </a:lnTo>
                <a:lnTo>
                  <a:pt x="144" y="239"/>
                </a:lnTo>
                <a:lnTo>
                  <a:pt x="144" y="238"/>
                </a:lnTo>
                <a:lnTo>
                  <a:pt x="144" y="237"/>
                </a:lnTo>
                <a:lnTo>
                  <a:pt x="145" y="237"/>
                </a:lnTo>
                <a:lnTo>
                  <a:pt x="144" y="236"/>
                </a:lnTo>
                <a:lnTo>
                  <a:pt x="144" y="235"/>
                </a:lnTo>
                <a:lnTo>
                  <a:pt x="143" y="234"/>
                </a:lnTo>
                <a:lnTo>
                  <a:pt x="142" y="233"/>
                </a:lnTo>
                <a:lnTo>
                  <a:pt x="141" y="233"/>
                </a:lnTo>
                <a:lnTo>
                  <a:pt x="140" y="233"/>
                </a:lnTo>
                <a:lnTo>
                  <a:pt x="140" y="232"/>
                </a:lnTo>
                <a:lnTo>
                  <a:pt x="139" y="232"/>
                </a:lnTo>
                <a:lnTo>
                  <a:pt x="139" y="231"/>
                </a:lnTo>
                <a:lnTo>
                  <a:pt x="138" y="232"/>
                </a:lnTo>
                <a:lnTo>
                  <a:pt x="137" y="232"/>
                </a:lnTo>
                <a:lnTo>
                  <a:pt x="136" y="232"/>
                </a:lnTo>
                <a:lnTo>
                  <a:pt x="135" y="232"/>
                </a:lnTo>
                <a:lnTo>
                  <a:pt x="134" y="232"/>
                </a:lnTo>
                <a:lnTo>
                  <a:pt x="133" y="231"/>
                </a:lnTo>
                <a:lnTo>
                  <a:pt x="131" y="232"/>
                </a:lnTo>
                <a:lnTo>
                  <a:pt x="130" y="234"/>
                </a:lnTo>
                <a:lnTo>
                  <a:pt x="130" y="235"/>
                </a:lnTo>
                <a:lnTo>
                  <a:pt x="131" y="236"/>
                </a:lnTo>
                <a:lnTo>
                  <a:pt x="131" y="237"/>
                </a:lnTo>
                <a:lnTo>
                  <a:pt x="130" y="239"/>
                </a:lnTo>
                <a:lnTo>
                  <a:pt x="130" y="240"/>
                </a:lnTo>
                <a:lnTo>
                  <a:pt x="129" y="239"/>
                </a:lnTo>
                <a:lnTo>
                  <a:pt x="128" y="239"/>
                </a:lnTo>
                <a:lnTo>
                  <a:pt x="127" y="238"/>
                </a:lnTo>
                <a:lnTo>
                  <a:pt x="126" y="238"/>
                </a:lnTo>
                <a:lnTo>
                  <a:pt x="126" y="239"/>
                </a:lnTo>
                <a:lnTo>
                  <a:pt x="126" y="240"/>
                </a:lnTo>
                <a:lnTo>
                  <a:pt x="125" y="241"/>
                </a:lnTo>
                <a:lnTo>
                  <a:pt x="124" y="241"/>
                </a:lnTo>
                <a:lnTo>
                  <a:pt x="122" y="241"/>
                </a:lnTo>
                <a:lnTo>
                  <a:pt x="121" y="241"/>
                </a:lnTo>
                <a:lnTo>
                  <a:pt x="120" y="241"/>
                </a:lnTo>
                <a:lnTo>
                  <a:pt x="120" y="240"/>
                </a:lnTo>
                <a:lnTo>
                  <a:pt x="121" y="240"/>
                </a:lnTo>
                <a:lnTo>
                  <a:pt x="121" y="239"/>
                </a:lnTo>
                <a:lnTo>
                  <a:pt x="122" y="239"/>
                </a:lnTo>
                <a:lnTo>
                  <a:pt x="122" y="238"/>
                </a:lnTo>
                <a:lnTo>
                  <a:pt x="121" y="238"/>
                </a:lnTo>
                <a:lnTo>
                  <a:pt x="121" y="237"/>
                </a:lnTo>
                <a:lnTo>
                  <a:pt x="120" y="237"/>
                </a:lnTo>
                <a:lnTo>
                  <a:pt x="119" y="237"/>
                </a:lnTo>
                <a:lnTo>
                  <a:pt x="118" y="236"/>
                </a:lnTo>
                <a:lnTo>
                  <a:pt x="118" y="237"/>
                </a:lnTo>
                <a:lnTo>
                  <a:pt x="117" y="237"/>
                </a:lnTo>
                <a:lnTo>
                  <a:pt x="117" y="238"/>
                </a:lnTo>
                <a:lnTo>
                  <a:pt x="116" y="238"/>
                </a:lnTo>
                <a:lnTo>
                  <a:pt x="115" y="238"/>
                </a:lnTo>
                <a:lnTo>
                  <a:pt x="114" y="238"/>
                </a:lnTo>
                <a:lnTo>
                  <a:pt x="113" y="237"/>
                </a:lnTo>
                <a:lnTo>
                  <a:pt x="113" y="238"/>
                </a:lnTo>
                <a:lnTo>
                  <a:pt x="112" y="238"/>
                </a:lnTo>
                <a:lnTo>
                  <a:pt x="112" y="239"/>
                </a:lnTo>
                <a:lnTo>
                  <a:pt x="111" y="239"/>
                </a:lnTo>
                <a:lnTo>
                  <a:pt x="110" y="240"/>
                </a:lnTo>
                <a:lnTo>
                  <a:pt x="109" y="240"/>
                </a:lnTo>
                <a:lnTo>
                  <a:pt x="108" y="241"/>
                </a:lnTo>
                <a:lnTo>
                  <a:pt x="108" y="240"/>
                </a:lnTo>
                <a:lnTo>
                  <a:pt x="107" y="240"/>
                </a:lnTo>
                <a:lnTo>
                  <a:pt x="107" y="238"/>
                </a:lnTo>
                <a:lnTo>
                  <a:pt x="107" y="237"/>
                </a:lnTo>
                <a:lnTo>
                  <a:pt x="107" y="236"/>
                </a:lnTo>
                <a:lnTo>
                  <a:pt x="108" y="235"/>
                </a:lnTo>
                <a:lnTo>
                  <a:pt x="107" y="235"/>
                </a:lnTo>
                <a:lnTo>
                  <a:pt x="106" y="234"/>
                </a:lnTo>
                <a:lnTo>
                  <a:pt x="107" y="234"/>
                </a:lnTo>
                <a:lnTo>
                  <a:pt x="107" y="233"/>
                </a:lnTo>
                <a:lnTo>
                  <a:pt x="106" y="233"/>
                </a:lnTo>
                <a:lnTo>
                  <a:pt x="106" y="232"/>
                </a:lnTo>
                <a:lnTo>
                  <a:pt x="106" y="231"/>
                </a:lnTo>
                <a:lnTo>
                  <a:pt x="106" y="230"/>
                </a:lnTo>
                <a:lnTo>
                  <a:pt x="105" y="230"/>
                </a:lnTo>
                <a:lnTo>
                  <a:pt x="104" y="230"/>
                </a:lnTo>
                <a:lnTo>
                  <a:pt x="103" y="230"/>
                </a:lnTo>
                <a:lnTo>
                  <a:pt x="102" y="230"/>
                </a:lnTo>
                <a:lnTo>
                  <a:pt x="100" y="230"/>
                </a:lnTo>
                <a:lnTo>
                  <a:pt x="99" y="231"/>
                </a:lnTo>
                <a:lnTo>
                  <a:pt x="98" y="231"/>
                </a:lnTo>
                <a:lnTo>
                  <a:pt x="98" y="230"/>
                </a:lnTo>
                <a:lnTo>
                  <a:pt x="97" y="231"/>
                </a:lnTo>
                <a:lnTo>
                  <a:pt x="97" y="232"/>
                </a:lnTo>
                <a:lnTo>
                  <a:pt x="97" y="233"/>
                </a:lnTo>
                <a:lnTo>
                  <a:pt x="96" y="233"/>
                </a:lnTo>
                <a:lnTo>
                  <a:pt x="96" y="234"/>
                </a:lnTo>
                <a:lnTo>
                  <a:pt x="96" y="235"/>
                </a:lnTo>
                <a:lnTo>
                  <a:pt x="96" y="236"/>
                </a:lnTo>
                <a:lnTo>
                  <a:pt x="96" y="237"/>
                </a:lnTo>
                <a:lnTo>
                  <a:pt x="95" y="238"/>
                </a:lnTo>
                <a:lnTo>
                  <a:pt x="95" y="239"/>
                </a:lnTo>
                <a:lnTo>
                  <a:pt x="95" y="240"/>
                </a:lnTo>
                <a:lnTo>
                  <a:pt x="95" y="241"/>
                </a:lnTo>
                <a:lnTo>
                  <a:pt x="94" y="241"/>
                </a:lnTo>
                <a:lnTo>
                  <a:pt x="94" y="242"/>
                </a:lnTo>
                <a:lnTo>
                  <a:pt x="93" y="242"/>
                </a:lnTo>
                <a:lnTo>
                  <a:pt x="92" y="241"/>
                </a:lnTo>
                <a:lnTo>
                  <a:pt x="91" y="241"/>
                </a:lnTo>
                <a:lnTo>
                  <a:pt x="90" y="241"/>
                </a:lnTo>
                <a:lnTo>
                  <a:pt x="89" y="240"/>
                </a:lnTo>
                <a:lnTo>
                  <a:pt x="88" y="240"/>
                </a:lnTo>
                <a:lnTo>
                  <a:pt x="88" y="241"/>
                </a:lnTo>
                <a:lnTo>
                  <a:pt x="87" y="241"/>
                </a:lnTo>
                <a:lnTo>
                  <a:pt x="87" y="240"/>
                </a:lnTo>
                <a:lnTo>
                  <a:pt x="86" y="240"/>
                </a:lnTo>
                <a:lnTo>
                  <a:pt x="86" y="239"/>
                </a:lnTo>
                <a:lnTo>
                  <a:pt x="86" y="238"/>
                </a:lnTo>
                <a:lnTo>
                  <a:pt x="85" y="238"/>
                </a:lnTo>
                <a:lnTo>
                  <a:pt x="86" y="238"/>
                </a:lnTo>
                <a:lnTo>
                  <a:pt x="85" y="238"/>
                </a:lnTo>
                <a:lnTo>
                  <a:pt x="85" y="237"/>
                </a:lnTo>
                <a:lnTo>
                  <a:pt x="84" y="237"/>
                </a:lnTo>
                <a:lnTo>
                  <a:pt x="83" y="236"/>
                </a:lnTo>
                <a:lnTo>
                  <a:pt x="82" y="236"/>
                </a:lnTo>
                <a:lnTo>
                  <a:pt x="82" y="235"/>
                </a:lnTo>
                <a:lnTo>
                  <a:pt x="81" y="235"/>
                </a:lnTo>
                <a:lnTo>
                  <a:pt x="81" y="234"/>
                </a:lnTo>
                <a:lnTo>
                  <a:pt x="80" y="234"/>
                </a:lnTo>
                <a:lnTo>
                  <a:pt x="79" y="234"/>
                </a:lnTo>
                <a:lnTo>
                  <a:pt x="79" y="233"/>
                </a:lnTo>
                <a:lnTo>
                  <a:pt x="79" y="232"/>
                </a:lnTo>
                <a:lnTo>
                  <a:pt x="78" y="232"/>
                </a:lnTo>
                <a:lnTo>
                  <a:pt x="77" y="232"/>
                </a:lnTo>
                <a:lnTo>
                  <a:pt x="76" y="232"/>
                </a:lnTo>
                <a:lnTo>
                  <a:pt x="75" y="233"/>
                </a:lnTo>
                <a:lnTo>
                  <a:pt x="75" y="234"/>
                </a:lnTo>
                <a:lnTo>
                  <a:pt x="75" y="233"/>
                </a:lnTo>
                <a:lnTo>
                  <a:pt x="74" y="233"/>
                </a:lnTo>
                <a:lnTo>
                  <a:pt x="74" y="234"/>
                </a:lnTo>
                <a:lnTo>
                  <a:pt x="75" y="235"/>
                </a:lnTo>
                <a:lnTo>
                  <a:pt x="76" y="235"/>
                </a:lnTo>
                <a:lnTo>
                  <a:pt x="76" y="236"/>
                </a:lnTo>
                <a:lnTo>
                  <a:pt x="75" y="237"/>
                </a:lnTo>
                <a:lnTo>
                  <a:pt x="74" y="237"/>
                </a:lnTo>
                <a:lnTo>
                  <a:pt x="73" y="237"/>
                </a:lnTo>
                <a:lnTo>
                  <a:pt x="73" y="238"/>
                </a:lnTo>
                <a:lnTo>
                  <a:pt x="73" y="237"/>
                </a:lnTo>
                <a:lnTo>
                  <a:pt x="72" y="236"/>
                </a:lnTo>
                <a:lnTo>
                  <a:pt x="71" y="236"/>
                </a:lnTo>
                <a:lnTo>
                  <a:pt x="70" y="236"/>
                </a:lnTo>
                <a:lnTo>
                  <a:pt x="70" y="235"/>
                </a:lnTo>
                <a:lnTo>
                  <a:pt x="69" y="234"/>
                </a:lnTo>
                <a:lnTo>
                  <a:pt x="68" y="233"/>
                </a:lnTo>
                <a:lnTo>
                  <a:pt x="67" y="232"/>
                </a:lnTo>
                <a:lnTo>
                  <a:pt x="67" y="231"/>
                </a:lnTo>
                <a:lnTo>
                  <a:pt x="66" y="231"/>
                </a:lnTo>
                <a:lnTo>
                  <a:pt x="66" y="230"/>
                </a:lnTo>
                <a:lnTo>
                  <a:pt x="66" y="229"/>
                </a:lnTo>
                <a:lnTo>
                  <a:pt x="66" y="228"/>
                </a:lnTo>
                <a:lnTo>
                  <a:pt x="65" y="228"/>
                </a:lnTo>
                <a:lnTo>
                  <a:pt x="66" y="227"/>
                </a:lnTo>
                <a:lnTo>
                  <a:pt x="66" y="226"/>
                </a:lnTo>
                <a:lnTo>
                  <a:pt x="67" y="227"/>
                </a:lnTo>
                <a:lnTo>
                  <a:pt x="68" y="227"/>
                </a:lnTo>
                <a:lnTo>
                  <a:pt x="68" y="226"/>
                </a:lnTo>
                <a:lnTo>
                  <a:pt x="68" y="227"/>
                </a:lnTo>
                <a:lnTo>
                  <a:pt x="68" y="228"/>
                </a:lnTo>
                <a:lnTo>
                  <a:pt x="69" y="228"/>
                </a:lnTo>
                <a:lnTo>
                  <a:pt x="69" y="227"/>
                </a:lnTo>
                <a:lnTo>
                  <a:pt x="70" y="227"/>
                </a:lnTo>
                <a:lnTo>
                  <a:pt x="70" y="226"/>
                </a:lnTo>
                <a:lnTo>
                  <a:pt x="71" y="226"/>
                </a:lnTo>
                <a:lnTo>
                  <a:pt x="71" y="225"/>
                </a:lnTo>
                <a:lnTo>
                  <a:pt x="71" y="223"/>
                </a:lnTo>
                <a:lnTo>
                  <a:pt x="71" y="222"/>
                </a:lnTo>
                <a:lnTo>
                  <a:pt x="70" y="222"/>
                </a:lnTo>
                <a:lnTo>
                  <a:pt x="71" y="222"/>
                </a:lnTo>
                <a:lnTo>
                  <a:pt x="71" y="221"/>
                </a:lnTo>
                <a:lnTo>
                  <a:pt x="70" y="221"/>
                </a:lnTo>
                <a:lnTo>
                  <a:pt x="69" y="221"/>
                </a:lnTo>
                <a:lnTo>
                  <a:pt x="69" y="222"/>
                </a:lnTo>
                <a:lnTo>
                  <a:pt x="69" y="221"/>
                </a:lnTo>
                <a:lnTo>
                  <a:pt x="68" y="221"/>
                </a:lnTo>
                <a:lnTo>
                  <a:pt x="68" y="220"/>
                </a:lnTo>
                <a:lnTo>
                  <a:pt x="68" y="219"/>
                </a:lnTo>
                <a:lnTo>
                  <a:pt x="68" y="218"/>
                </a:lnTo>
                <a:lnTo>
                  <a:pt x="67" y="218"/>
                </a:lnTo>
                <a:lnTo>
                  <a:pt x="66" y="218"/>
                </a:lnTo>
                <a:lnTo>
                  <a:pt x="65" y="218"/>
                </a:lnTo>
                <a:lnTo>
                  <a:pt x="66" y="217"/>
                </a:lnTo>
                <a:lnTo>
                  <a:pt x="65" y="216"/>
                </a:lnTo>
                <a:lnTo>
                  <a:pt x="65" y="215"/>
                </a:lnTo>
                <a:lnTo>
                  <a:pt x="64" y="215"/>
                </a:lnTo>
                <a:lnTo>
                  <a:pt x="64" y="214"/>
                </a:lnTo>
                <a:lnTo>
                  <a:pt x="65" y="214"/>
                </a:lnTo>
                <a:lnTo>
                  <a:pt x="66" y="214"/>
                </a:lnTo>
                <a:lnTo>
                  <a:pt x="65" y="214"/>
                </a:lnTo>
                <a:lnTo>
                  <a:pt x="65" y="213"/>
                </a:lnTo>
                <a:lnTo>
                  <a:pt x="65" y="212"/>
                </a:lnTo>
                <a:lnTo>
                  <a:pt x="66" y="212"/>
                </a:lnTo>
                <a:lnTo>
                  <a:pt x="67" y="211"/>
                </a:lnTo>
                <a:lnTo>
                  <a:pt x="67" y="210"/>
                </a:lnTo>
                <a:lnTo>
                  <a:pt x="67" y="209"/>
                </a:lnTo>
                <a:lnTo>
                  <a:pt x="66" y="209"/>
                </a:lnTo>
                <a:lnTo>
                  <a:pt x="65" y="208"/>
                </a:lnTo>
                <a:lnTo>
                  <a:pt x="64" y="207"/>
                </a:lnTo>
                <a:lnTo>
                  <a:pt x="63" y="207"/>
                </a:lnTo>
                <a:lnTo>
                  <a:pt x="63" y="206"/>
                </a:lnTo>
                <a:lnTo>
                  <a:pt x="62" y="206"/>
                </a:lnTo>
                <a:lnTo>
                  <a:pt x="61" y="206"/>
                </a:lnTo>
                <a:lnTo>
                  <a:pt x="60" y="206"/>
                </a:lnTo>
                <a:lnTo>
                  <a:pt x="59" y="206"/>
                </a:lnTo>
                <a:lnTo>
                  <a:pt x="59" y="205"/>
                </a:lnTo>
                <a:lnTo>
                  <a:pt x="58" y="204"/>
                </a:lnTo>
                <a:lnTo>
                  <a:pt x="59" y="204"/>
                </a:lnTo>
                <a:lnTo>
                  <a:pt x="60" y="203"/>
                </a:lnTo>
                <a:lnTo>
                  <a:pt x="59" y="203"/>
                </a:lnTo>
                <a:lnTo>
                  <a:pt x="59" y="202"/>
                </a:lnTo>
                <a:lnTo>
                  <a:pt x="60" y="202"/>
                </a:lnTo>
                <a:lnTo>
                  <a:pt x="59" y="201"/>
                </a:lnTo>
                <a:lnTo>
                  <a:pt x="58" y="201"/>
                </a:lnTo>
                <a:lnTo>
                  <a:pt x="57" y="200"/>
                </a:lnTo>
                <a:lnTo>
                  <a:pt x="56" y="200"/>
                </a:lnTo>
                <a:lnTo>
                  <a:pt x="55" y="200"/>
                </a:lnTo>
                <a:lnTo>
                  <a:pt x="54" y="200"/>
                </a:lnTo>
                <a:lnTo>
                  <a:pt x="54" y="199"/>
                </a:lnTo>
                <a:lnTo>
                  <a:pt x="54" y="198"/>
                </a:lnTo>
                <a:lnTo>
                  <a:pt x="53" y="198"/>
                </a:lnTo>
                <a:lnTo>
                  <a:pt x="53" y="199"/>
                </a:lnTo>
                <a:lnTo>
                  <a:pt x="52" y="199"/>
                </a:lnTo>
                <a:lnTo>
                  <a:pt x="51" y="199"/>
                </a:lnTo>
                <a:lnTo>
                  <a:pt x="50" y="200"/>
                </a:lnTo>
                <a:lnTo>
                  <a:pt x="49" y="200"/>
                </a:lnTo>
                <a:lnTo>
                  <a:pt x="48" y="200"/>
                </a:lnTo>
                <a:lnTo>
                  <a:pt x="48" y="201"/>
                </a:lnTo>
                <a:lnTo>
                  <a:pt x="47" y="202"/>
                </a:lnTo>
                <a:lnTo>
                  <a:pt x="46" y="202"/>
                </a:lnTo>
                <a:lnTo>
                  <a:pt x="44" y="202"/>
                </a:lnTo>
                <a:lnTo>
                  <a:pt x="43" y="202"/>
                </a:lnTo>
                <a:lnTo>
                  <a:pt x="43" y="201"/>
                </a:lnTo>
                <a:lnTo>
                  <a:pt x="42" y="201"/>
                </a:lnTo>
                <a:lnTo>
                  <a:pt x="41" y="200"/>
                </a:lnTo>
                <a:lnTo>
                  <a:pt x="40" y="200"/>
                </a:lnTo>
                <a:lnTo>
                  <a:pt x="39" y="200"/>
                </a:lnTo>
                <a:lnTo>
                  <a:pt x="39" y="199"/>
                </a:lnTo>
                <a:lnTo>
                  <a:pt x="38" y="200"/>
                </a:lnTo>
                <a:lnTo>
                  <a:pt x="37" y="199"/>
                </a:lnTo>
                <a:lnTo>
                  <a:pt x="36" y="199"/>
                </a:lnTo>
                <a:lnTo>
                  <a:pt x="36" y="198"/>
                </a:lnTo>
                <a:lnTo>
                  <a:pt x="35" y="198"/>
                </a:lnTo>
                <a:lnTo>
                  <a:pt x="34" y="198"/>
                </a:lnTo>
                <a:lnTo>
                  <a:pt x="33" y="199"/>
                </a:lnTo>
                <a:lnTo>
                  <a:pt x="32" y="199"/>
                </a:lnTo>
                <a:lnTo>
                  <a:pt x="31" y="198"/>
                </a:lnTo>
                <a:lnTo>
                  <a:pt x="30" y="198"/>
                </a:lnTo>
                <a:lnTo>
                  <a:pt x="29" y="198"/>
                </a:lnTo>
                <a:lnTo>
                  <a:pt x="29" y="197"/>
                </a:lnTo>
                <a:lnTo>
                  <a:pt x="28" y="197"/>
                </a:lnTo>
                <a:lnTo>
                  <a:pt x="27" y="197"/>
                </a:lnTo>
                <a:lnTo>
                  <a:pt x="27" y="199"/>
                </a:lnTo>
                <a:lnTo>
                  <a:pt x="26" y="198"/>
                </a:lnTo>
                <a:lnTo>
                  <a:pt x="25" y="198"/>
                </a:lnTo>
                <a:lnTo>
                  <a:pt x="24" y="198"/>
                </a:lnTo>
                <a:lnTo>
                  <a:pt x="24" y="199"/>
                </a:lnTo>
                <a:lnTo>
                  <a:pt x="23" y="200"/>
                </a:lnTo>
                <a:lnTo>
                  <a:pt x="23" y="201"/>
                </a:lnTo>
                <a:lnTo>
                  <a:pt x="23" y="202"/>
                </a:lnTo>
                <a:lnTo>
                  <a:pt x="23" y="203"/>
                </a:lnTo>
                <a:lnTo>
                  <a:pt x="24" y="204"/>
                </a:lnTo>
                <a:lnTo>
                  <a:pt x="24" y="205"/>
                </a:lnTo>
                <a:lnTo>
                  <a:pt x="24" y="206"/>
                </a:lnTo>
                <a:lnTo>
                  <a:pt x="24" y="207"/>
                </a:lnTo>
                <a:lnTo>
                  <a:pt x="24" y="208"/>
                </a:lnTo>
                <a:lnTo>
                  <a:pt x="25" y="208"/>
                </a:lnTo>
                <a:lnTo>
                  <a:pt x="25" y="209"/>
                </a:lnTo>
                <a:lnTo>
                  <a:pt x="24" y="210"/>
                </a:lnTo>
                <a:lnTo>
                  <a:pt x="23" y="211"/>
                </a:lnTo>
                <a:lnTo>
                  <a:pt x="22" y="211"/>
                </a:lnTo>
                <a:lnTo>
                  <a:pt x="22" y="210"/>
                </a:lnTo>
                <a:lnTo>
                  <a:pt x="21" y="210"/>
                </a:lnTo>
                <a:lnTo>
                  <a:pt x="21" y="209"/>
                </a:lnTo>
                <a:lnTo>
                  <a:pt x="20" y="209"/>
                </a:lnTo>
                <a:lnTo>
                  <a:pt x="20" y="208"/>
                </a:lnTo>
                <a:lnTo>
                  <a:pt x="19" y="208"/>
                </a:lnTo>
                <a:lnTo>
                  <a:pt x="19" y="207"/>
                </a:lnTo>
                <a:lnTo>
                  <a:pt x="18" y="207"/>
                </a:lnTo>
                <a:lnTo>
                  <a:pt x="18" y="206"/>
                </a:lnTo>
                <a:lnTo>
                  <a:pt x="17" y="206"/>
                </a:lnTo>
                <a:lnTo>
                  <a:pt x="16" y="206"/>
                </a:lnTo>
                <a:lnTo>
                  <a:pt x="15" y="205"/>
                </a:lnTo>
                <a:lnTo>
                  <a:pt x="14" y="205"/>
                </a:lnTo>
                <a:lnTo>
                  <a:pt x="15" y="205"/>
                </a:lnTo>
                <a:lnTo>
                  <a:pt x="15" y="204"/>
                </a:lnTo>
                <a:lnTo>
                  <a:pt x="15" y="203"/>
                </a:lnTo>
                <a:lnTo>
                  <a:pt x="16" y="203"/>
                </a:lnTo>
                <a:lnTo>
                  <a:pt x="16" y="202"/>
                </a:lnTo>
                <a:lnTo>
                  <a:pt x="15" y="201"/>
                </a:lnTo>
                <a:lnTo>
                  <a:pt x="14" y="201"/>
                </a:lnTo>
                <a:lnTo>
                  <a:pt x="13" y="200"/>
                </a:lnTo>
                <a:lnTo>
                  <a:pt x="12" y="201"/>
                </a:lnTo>
                <a:lnTo>
                  <a:pt x="11" y="200"/>
                </a:lnTo>
                <a:lnTo>
                  <a:pt x="11" y="199"/>
                </a:lnTo>
                <a:lnTo>
                  <a:pt x="11" y="198"/>
                </a:lnTo>
                <a:lnTo>
                  <a:pt x="11" y="197"/>
                </a:lnTo>
                <a:lnTo>
                  <a:pt x="10" y="196"/>
                </a:lnTo>
                <a:lnTo>
                  <a:pt x="11" y="196"/>
                </a:lnTo>
                <a:lnTo>
                  <a:pt x="11" y="195"/>
                </a:lnTo>
                <a:lnTo>
                  <a:pt x="10" y="195"/>
                </a:lnTo>
                <a:lnTo>
                  <a:pt x="9" y="195"/>
                </a:lnTo>
                <a:lnTo>
                  <a:pt x="9" y="194"/>
                </a:lnTo>
                <a:lnTo>
                  <a:pt x="9" y="193"/>
                </a:lnTo>
                <a:lnTo>
                  <a:pt x="9" y="192"/>
                </a:lnTo>
                <a:lnTo>
                  <a:pt x="8" y="192"/>
                </a:lnTo>
                <a:lnTo>
                  <a:pt x="9" y="192"/>
                </a:lnTo>
                <a:lnTo>
                  <a:pt x="9" y="191"/>
                </a:lnTo>
                <a:lnTo>
                  <a:pt x="9" y="190"/>
                </a:lnTo>
                <a:lnTo>
                  <a:pt x="8" y="190"/>
                </a:lnTo>
                <a:lnTo>
                  <a:pt x="8" y="189"/>
                </a:lnTo>
                <a:lnTo>
                  <a:pt x="7" y="189"/>
                </a:lnTo>
                <a:lnTo>
                  <a:pt x="6" y="189"/>
                </a:lnTo>
                <a:lnTo>
                  <a:pt x="6" y="188"/>
                </a:lnTo>
                <a:lnTo>
                  <a:pt x="6" y="187"/>
                </a:lnTo>
                <a:lnTo>
                  <a:pt x="6" y="186"/>
                </a:lnTo>
                <a:lnTo>
                  <a:pt x="5" y="185"/>
                </a:lnTo>
                <a:lnTo>
                  <a:pt x="5" y="184"/>
                </a:lnTo>
                <a:lnTo>
                  <a:pt x="5" y="183"/>
                </a:lnTo>
                <a:lnTo>
                  <a:pt x="5" y="181"/>
                </a:lnTo>
                <a:lnTo>
                  <a:pt x="5" y="180"/>
                </a:lnTo>
                <a:lnTo>
                  <a:pt x="5" y="179"/>
                </a:lnTo>
                <a:lnTo>
                  <a:pt x="4" y="179"/>
                </a:lnTo>
                <a:lnTo>
                  <a:pt x="3" y="179"/>
                </a:lnTo>
                <a:lnTo>
                  <a:pt x="3" y="178"/>
                </a:lnTo>
                <a:lnTo>
                  <a:pt x="2" y="178"/>
                </a:lnTo>
                <a:lnTo>
                  <a:pt x="2" y="179"/>
                </a:lnTo>
                <a:lnTo>
                  <a:pt x="1" y="179"/>
                </a:lnTo>
                <a:lnTo>
                  <a:pt x="0" y="179"/>
                </a:lnTo>
                <a:lnTo>
                  <a:pt x="0" y="178"/>
                </a:lnTo>
                <a:lnTo>
                  <a:pt x="1" y="178"/>
                </a:lnTo>
                <a:lnTo>
                  <a:pt x="2" y="178"/>
                </a:lnTo>
                <a:lnTo>
                  <a:pt x="2" y="177"/>
                </a:lnTo>
                <a:lnTo>
                  <a:pt x="3" y="177"/>
                </a:lnTo>
                <a:lnTo>
                  <a:pt x="4" y="177"/>
                </a:lnTo>
                <a:lnTo>
                  <a:pt x="4" y="176"/>
                </a:lnTo>
                <a:lnTo>
                  <a:pt x="5" y="175"/>
                </a:lnTo>
                <a:lnTo>
                  <a:pt x="5" y="174"/>
                </a:lnTo>
                <a:lnTo>
                  <a:pt x="5" y="173"/>
                </a:lnTo>
                <a:lnTo>
                  <a:pt x="5" y="172"/>
                </a:lnTo>
                <a:lnTo>
                  <a:pt x="6" y="172"/>
                </a:lnTo>
                <a:lnTo>
                  <a:pt x="6" y="171"/>
                </a:lnTo>
                <a:lnTo>
                  <a:pt x="6" y="170"/>
                </a:lnTo>
                <a:lnTo>
                  <a:pt x="6" y="169"/>
                </a:lnTo>
                <a:lnTo>
                  <a:pt x="7" y="169"/>
                </a:lnTo>
                <a:lnTo>
                  <a:pt x="8" y="169"/>
                </a:lnTo>
                <a:lnTo>
                  <a:pt x="9" y="169"/>
                </a:lnTo>
                <a:lnTo>
                  <a:pt x="10" y="169"/>
                </a:lnTo>
                <a:lnTo>
                  <a:pt x="11" y="170"/>
                </a:lnTo>
                <a:lnTo>
                  <a:pt x="11" y="171"/>
                </a:lnTo>
                <a:lnTo>
                  <a:pt x="12" y="171"/>
                </a:lnTo>
                <a:lnTo>
                  <a:pt x="13" y="171"/>
                </a:lnTo>
                <a:lnTo>
                  <a:pt x="13" y="172"/>
                </a:lnTo>
                <a:lnTo>
                  <a:pt x="14" y="173"/>
                </a:lnTo>
                <a:lnTo>
                  <a:pt x="15" y="175"/>
                </a:lnTo>
                <a:lnTo>
                  <a:pt x="16" y="176"/>
                </a:lnTo>
                <a:lnTo>
                  <a:pt x="17" y="176"/>
                </a:lnTo>
                <a:lnTo>
                  <a:pt x="19" y="176"/>
                </a:lnTo>
                <a:lnTo>
                  <a:pt x="19" y="177"/>
                </a:lnTo>
                <a:lnTo>
                  <a:pt x="20" y="177"/>
                </a:lnTo>
                <a:lnTo>
                  <a:pt x="21" y="177"/>
                </a:lnTo>
                <a:lnTo>
                  <a:pt x="22" y="177"/>
                </a:lnTo>
                <a:lnTo>
                  <a:pt x="23" y="177"/>
                </a:lnTo>
                <a:lnTo>
                  <a:pt x="23" y="178"/>
                </a:lnTo>
                <a:lnTo>
                  <a:pt x="22" y="179"/>
                </a:lnTo>
                <a:lnTo>
                  <a:pt x="23" y="179"/>
                </a:lnTo>
                <a:lnTo>
                  <a:pt x="23" y="180"/>
                </a:lnTo>
                <a:lnTo>
                  <a:pt x="24" y="180"/>
                </a:lnTo>
                <a:lnTo>
                  <a:pt x="25" y="180"/>
                </a:lnTo>
                <a:lnTo>
                  <a:pt x="26" y="180"/>
                </a:lnTo>
                <a:lnTo>
                  <a:pt x="27" y="179"/>
                </a:lnTo>
                <a:lnTo>
                  <a:pt x="27" y="178"/>
                </a:lnTo>
                <a:lnTo>
                  <a:pt x="27" y="177"/>
                </a:lnTo>
                <a:lnTo>
                  <a:pt x="28" y="177"/>
                </a:lnTo>
                <a:lnTo>
                  <a:pt x="28" y="176"/>
                </a:lnTo>
                <a:lnTo>
                  <a:pt x="29" y="176"/>
                </a:lnTo>
                <a:lnTo>
                  <a:pt x="30" y="176"/>
                </a:lnTo>
                <a:lnTo>
                  <a:pt x="31" y="176"/>
                </a:lnTo>
                <a:lnTo>
                  <a:pt x="32" y="176"/>
                </a:lnTo>
                <a:lnTo>
                  <a:pt x="32" y="175"/>
                </a:lnTo>
                <a:lnTo>
                  <a:pt x="33" y="175"/>
                </a:lnTo>
                <a:lnTo>
                  <a:pt x="34" y="175"/>
                </a:lnTo>
                <a:lnTo>
                  <a:pt x="35" y="175"/>
                </a:lnTo>
                <a:lnTo>
                  <a:pt x="35" y="174"/>
                </a:lnTo>
                <a:lnTo>
                  <a:pt x="36" y="174"/>
                </a:lnTo>
                <a:lnTo>
                  <a:pt x="36" y="173"/>
                </a:lnTo>
                <a:lnTo>
                  <a:pt x="37" y="173"/>
                </a:lnTo>
                <a:lnTo>
                  <a:pt x="37" y="172"/>
                </a:lnTo>
                <a:lnTo>
                  <a:pt x="37" y="170"/>
                </a:lnTo>
                <a:lnTo>
                  <a:pt x="37" y="169"/>
                </a:lnTo>
                <a:lnTo>
                  <a:pt x="38" y="169"/>
                </a:lnTo>
                <a:lnTo>
                  <a:pt x="38" y="168"/>
                </a:lnTo>
                <a:lnTo>
                  <a:pt x="39" y="168"/>
                </a:lnTo>
                <a:lnTo>
                  <a:pt x="39" y="167"/>
                </a:lnTo>
                <a:lnTo>
                  <a:pt x="40" y="167"/>
                </a:lnTo>
                <a:lnTo>
                  <a:pt x="41" y="167"/>
                </a:lnTo>
                <a:lnTo>
                  <a:pt x="41" y="166"/>
                </a:lnTo>
                <a:lnTo>
                  <a:pt x="43" y="166"/>
                </a:lnTo>
                <a:lnTo>
                  <a:pt x="44" y="166"/>
                </a:lnTo>
                <a:lnTo>
                  <a:pt x="44" y="165"/>
                </a:lnTo>
                <a:lnTo>
                  <a:pt x="46" y="165"/>
                </a:lnTo>
                <a:lnTo>
                  <a:pt x="47" y="165"/>
                </a:lnTo>
                <a:lnTo>
                  <a:pt x="48" y="165"/>
                </a:lnTo>
                <a:lnTo>
                  <a:pt x="49" y="164"/>
                </a:lnTo>
                <a:lnTo>
                  <a:pt x="50" y="164"/>
                </a:lnTo>
                <a:lnTo>
                  <a:pt x="51" y="163"/>
                </a:lnTo>
                <a:lnTo>
                  <a:pt x="52" y="163"/>
                </a:lnTo>
                <a:lnTo>
                  <a:pt x="53" y="163"/>
                </a:lnTo>
                <a:lnTo>
                  <a:pt x="52" y="163"/>
                </a:lnTo>
                <a:lnTo>
                  <a:pt x="52" y="162"/>
                </a:lnTo>
                <a:lnTo>
                  <a:pt x="52" y="161"/>
                </a:lnTo>
                <a:lnTo>
                  <a:pt x="52" y="160"/>
                </a:lnTo>
                <a:lnTo>
                  <a:pt x="52" y="159"/>
                </a:lnTo>
                <a:lnTo>
                  <a:pt x="53" y="159"/>
                </a:lnTo>
                <a:lnTo>
                  <a:pt x="53" y="158"/>
                </a:lnTo>
                <a:lnTo>
                  <a:pt x="53" y="157"/>
                </a:lnTo>
                <a:lnTo>
                  <a:pt x="53" y="156"/>
                </a:lnTo>
                <a:lnTo>
                  <a:pt x="53" y="155"/>
                </a:lnTo>
                <a:lnTo>
                  <a:pt x="53" y="154"/>
                </a:lnTo>
                <a:lnTo>
                  <a:pt x="54" y="154"/>
                </a:lnTo>
                <a:lnTo>
                  <a:pt x="55" y="153"/>
                </a:lnTo>
                <a:lnTo>
                  <a:pt x="56" y="152"/>
                </a:lnTo>
                <a:lnTo>
                  <a:pt x="56" y="151"/>
                </a:lnTo>
                <a:lnTo>
                  <a:pt x="56" y="150"/>
                </a:lnTo>
                <a:lnTo>
                  <a:pt x="57" y="150"/>
                </a:lnTo>
                <a:lnTo>
                  <a:pt x="57" y="149"/>
                </a:lnTo>
                <a:lnTo>
                  <a:pt x="58" y="148"/>
                </a:lnTo>
                <a:lnTo>
                  <a:pt x="59" y="148"/>
                </a:lnTo>
                <a:lnTo>
                  <a:pt x="60" y="147"/>
                </a:lnTo>
                <a:lnTo>
                  <a:pt x="61" y="147"/>
                </a:lnTo>
                <a:lnTo>
                  <a:pt x="61" y="146"/>
                </a:lnTo>
                <a:lnTo>
                  <a:pt x="61" y="145"/>
                </a:lnTo>
                <a:lnTo>
                  <a:pt x="62" y="145"/>
                </a:lnTo>
                <a:lnTo>
                  <a:pt x="63" y="145"/>
                </a:lnTo>
                <a:lnTo>
                  <a:pt x="63" y="146"/>
                </a:lnTo>
                <a:lnTo>
                  <a:pt x="64" y="146"/>
                </a:lnTo>
                <a:lnTo>
                  <a:pt x="64" y="145"/>
                </a:lnTo>
                <a:lnTo>
                  <a:pt x="65" y="144"/>
                </a:lnTo>
                <a:lnTo>
                  <a:pt x="66" y="143"/>
                </a:lnTo>
                <a:lnTo>
                  <a:pt x="66" y="142"/>
                </a:lnTo>
                <a:lnTo>
                  <a:pt x="67" y="142"/>
                </a:lnTo>
                <a:lnTo>
                  <a:pt x="69" y="142"/>
                </a:lnTo>
                <a:lnTo>
                  <a:pt x="69" y="143"/>
                </a:lnTo>
                <a:lnTo>
                  <a:pt x="70" y="143"/>
                </a:lnTo>
                <a:lnTo>
                  <a:pt x="71" y="144"/>
                </a:lnTo>
                <a:lnTo>
                  <a:pt x="71" y="145"/>
                </a:lnTo>
                <a:lnTo>
                  <a:pt x="72" y="145"/>
                </a:lnTo>
                <a:lnTo>
                  <a:pt x="73" y="145"/>
                </a:lnTo>
                <a:lnTo>
                  <a:pt x="73" y="146"/>
                </a:lnTo>
                <a:lnTo>
                  <a:pt x="73" y="147"/>
                </a:lnTo>
                <a:lnTo>
                  <a:pt x="73" y="148"/>
                </a:lnTo>
                <a:lnTo>
                  <a:pt x="74" y="149"/>
                </a:lnTo>
                <a:lnTo>
                  <a:pt x="75" y="149"/>
                </a:lnTo>
                <a:lnTo>
                  <a:pt x="76" y="149"/>
                </a:lnTo>
                <a:lnTo>
                  <a:pt x="77" y="149"/>
                </a:lnTo>
                <a:lnTo>
                  <a:pt x="79" y="149"/>
                </a:lnTo>
                <a:lnTo>
                  <a:pt x="80" y="149"/>
                </a:lnTo>
                <a:lnTo>
                  <a:pt x="80" y="148"/>
                </a:lnTo>
                <a:lnTo>
                  <a:pt x="81" y="148"/>
                </a:lnTo>
                <a:lnTo>
                  <a:pt x="82" y="147"/>
                </a:lnTo>
                <a:lnTo>
                  <a:pt x="83" y="147"/>
                </a:lnTo>
                <a:lnTo>
                  <a:pt x="84" y="147"/>
                </a:lnTo>
                <a:lnTo>
                  <a:pt x="85" y="147"/>
                </a:lnTo>
                <a:lnTo>
                  <a:pt x="86" y="148"/>
                </a:lnTo>
                <a:lnTo>
                  <a:pt x="87" y="148"/>
                </a:lnTo>
                <a:lnTo>
                  <a:pt x="88" y="148"/>
                </a:lnTo>
                <a:lnTo>
                  <a:pt x="88" y="149"/>
                </a:lnTo>
                <a:lnTo>
                  <a:pt x="89" y="149"/>
                </a:lnTo>
                <a:lnTo>
                  <a:pt x="90" y="150"/>
                </a:lnTo>
                <a:lnTo>
                  <a:pt x="90" y="151"/>
                </a:lnTo>
                <a:lnTo>
                  <a:pt x="90" y="152"/>
                </a:lnTo>
                <a:lnTo>
                  <a:pt x="90" y="153"/>
                </a:lnTo>
                <a:lnTo>
                  <a:pt x="91" y="153"/>
                </a:lnTo>
                <a:lnTo>
                  <a:pt x="91" y="155"/>
                </a:lnTo>
                <a:lnTo>
                  <a:pt x="91" y="156"/>
                </a:lnTo>
                <a:lnTo>
                  <a:pt x="92" y="156"/>
                </a:lnTo>
                <a:lnTo>
                  <a:pt x="92" y="157"/>
                </a:lnTo>
                <a:lnTo>
                  <a:pt x="92" y="156"/>
                </a:lnTo>
                <a:lnTo>
                  <a:pt x="92" y="157"/>
                </a:lnTo>
                <a:lnTo>
                  <a:pt x="93" y="157"/>
                </a:lnTo>
                <a:lnTo>
                  <a:pt x="93" y="158"/>
                </a:lnTo>
                <a:lnTo>
                  <a:pt x="94" y="158"/>
                </a:lnTo>
                <a:lnTo>
                  <a:pt x="94" y="160"/>
                </a:lnTo>
                <a:lnTo>
                  <a:pt x="94" y="161"/>
                </a:lnTo>
                <a:lnTo>
                  <a:pt x="95" y="161"/>
                </a:lnTo>
                <a:lnTo>
                  <a:pt x="96" y="161"/>
                </a:lnTo>
                <a:lnTo>
                  <a:pt x="96" y="162"/>
                </a:lnTo>
                <a:lnTo>
                  <a:pt x="97" y="162"/>
                </a:lnTo>
                <a:lnTo>
                  <a:pt x="98" y="162"/>
                </a:lnTo>
                <a:lnTo>
                  <a:pt x="100" y="162"/>
                </a:lnTo>
                <a:lnTo>
                  <a:pt x="101" y="162"/>
                </a:lnTo>
                <a:lnTo>
                  <a:pt x="102" y="162"/>
                </a:lnTo>
                <a:lnTo>
                  <a:pt x="102" y="161"/>
                </a:lnTo>
                <a:lnTo>
                  <a:pt x="103" y="161"/>
                </a:lnTo>
                <a:lnTo>
                  <a:pt x="104" y="161"/>
                </a:lnTo>
                <a:lnTo>
                  <a:pt x="104" y="162"/>
                </a:lnTo>
                <a:lnTo>
                  <a:pt x="105" y="162"/>
                </a:lnTo>
                <a:lnTo>
                  <a:pt x="105" y="163"/>
                </a:lnTo>
                <a:lnTo>
                  <a:pt x="105" y="164"/>
                </a:lnTo>
                <a:lnTo>
                  <a:pt x="106" y="164"/>
                </a:lnTo>
                <a:lnTo>
                  <a:pt x="107" y="164"/>
                </a:lnTo>
                <a:lnTo>
                  <a:pt x="107" y="165"/>
                </a:lnTo>
                <a:lnTo>
                  <a:pt x="108" y="165"/>
                </a:lnTo>
                <a:lnTo>
                  <a:pt x="109" y="165"/>
                </a:lnTo>
                <a:lnTo>
                  <a:pt x="110" y="164"/>
                </a:lnTo>
                <a:lnTo>
                  <a:pt x="111" y="164"/>
                </a:lnTo>
                <a:lnTo>
                  <a:pt x="111" y="165"/>
                </a:lnTo>
                <a:lnTo>
                  <a:pt x="112" y="165"/>
                </a:lnTo>
                <a:lnTo>
                  <a:pt x="113" y="165"/>
                </a:lnTo>
                <a:lnTo>
                  <a:pt x="114" y="165"/>
                </a:lnTo>
                <a:lnTo>
                  <a:pt x="114" y="166"/>
                </a:lnTo>
                <a:lnTo>
                  <a:pt x="115" y="166"/>
                </a:lnTo>
                <a:lnTo>
                  <a:pt x="115" y="167"/>
                </a:lnTo>
                <a:lnTo>
                  <a:pt x="116" y="167"/>
                </a:lnTo>
                <a:lnTo>
                  <a:pt x="116" y="168"/>
                </a:lnTo>
                <a:lnTo>
                  <a:pt x="117" y="168"/>
                </a:lnTo>
                <a:lnTo>
                  <a:pt x="118" y="168"/>
                </a:lnTo>
                <a:lnTo>
                  <a:pt x="118" y="169"/>
                </a:lnTo>
                <a:lnTo>
                  <a:pt x="118" y="170"/>
                </a:lnTo>
                <a:lnTo>
                  <a:pt x="119" y="170"/>
                </a:lnTo>
                <a:lnTo>
                  <a:pt x="119" y="171"/>
                </a:lnTo>
                <a:lnTo>
                  <a:pt x="120" y="171"/>
                </a:lnTo>
                <a:lnTo>
                  <a:pt x="121" y="171"/>
                </a:lnTo>
                <a:lnTo>
                  <a:pt x="121" y="172"/>
                </a:lnTo>
                <a:lnTo>
                  <a:pt x="122" y="172"/>
                </a:lnTo>
                <a:lnTo>
                  <a:pt x="124" y="172"/>
                </a:lnTo>
                <a:lnTo>
                  <a:pt x="125" y="171"/>
                </a:lnTo>
                <a:lnTo>
                  <a:pt x="126" y="171"/>
                </a:lnTo>
                <a:lnTo>
                  <a:pt x="126" y="170"/>
                </a:lnTo>
                <a:lnTo>
                  <a:pt x="127" y="170"/>
                </a:lnTo>
                <a:lnTo>
                  <a:pt x="127" y="169"/>
                </a:lnTo>
                <a:lnTo>
                  <a:pt x="128" y="169"/>
                </a:lnTo>
                <a:lnTo>
                  <a:pt x="129" y="169"/>
                </a:lnTo>
                <a:lnTo>
                  <a:pt x="129" y="170"/>
                </a:lnTo>
                <a:lnTo>
                  <a:pt x="130" y="170"/>
                </a:lnTo>
                <a:lnTo>
                  <a:pt x="131" y="170"/>
                </a:lnTo>
                <a:lnTo>
                  <a:pt x="131" y="169"/>
                </a:lnTo>
                <a:lnTo>
                  <a:pt x="131" y="170"/>
                </a:lnTo>
                <a:lnTo>
                  <a:pt x="133" y="170"/>
                </a:lnTo>
                <a:lnTo>
                  <a:pt x="133" y="169"/>
                </a:lnTo>
                <a:lnTo>
                  <a:pt x="134" y="169"/>
                </a:lnTo>
                <a:lnTo>
                  <a:pt x="134" y="170"/>
                </a:lnTo>
                <a:lnTo>
                  <a:pt x="135" y="170"/>
                </a:lnTo>
                <a:lnTo>
                  <a:pt x="135" y="171"/>
                </a:lnTo>
                <a:lnTo>
                  <a:pt x="135" y="172"/>
                </a:lnTo>
                <a:lnTo>
                  <a:pt x="135" y="173"/>
                </a:lnTo>
                <a:lnTo>
                  <a:pt x="135" y="174"/>
                </a:lnTo>
                <a:lnTo>
                  <a:pt x="136" y="174"/>
                </a:lnTo>
                <a:lnTo>
                  <a:pt x="136" y="175"/>
                </a:lnTo>
                <a:lnTo>
                  <a:pt x="137" y="175"/>
                </a:lnTo>
                <a:lnTo>
                  <a:pt x="138" y="175"/>
                </a:lnTo>
                <a:lnTo>
                  <a:pt x="138" y="176"/>
                </a:lnTo>
                <a:lnTo>
                  <a:pt x="139" y="176"/>
                </a:lnTo>
                <a:lnTo>
                  <a:pt x="139" y="177"/>
                </a:lnTo>
                <a:lnTo>
                  <a:pt x="139" y="178"/>
                </a:lnTo>
                <a:lnTo>
                  <a:pt x="140" y="178"/>
                </a:lnTo>
                <a:lnTo>
                  <a:pt x="140" y="179"/>
                </a:lnTo>
                <a:lnTo>
                  <a:pt x="141" y="179"/>
                </a:lnTo>
                <a:lnTo>
                  <a:pt x="142" y="179"/>
                </a:lnTo>
                <a:lnTo>
                  <a:pt x="142" y="178"/>
                </a:lnTo>
                <a:lnTo>
                  <a:pt x="143" y="177"/>
                </a:lnTo>
                <a:lnTo>
                  <a:pt x="143" y="176"/>
                </a:lnTo>
                <a:lnTo>
                  <a:pt x="143" y="175"/>
                </a:lnTo>
                <a:lnTo>
                  <a:pt x="144" y="175"/>
                </a:lnTo>
                <a:lnTo>
                  <a:pt x="144" y="174"/>
                </a:lnTo>
                <a:lnTo>
                  <a:pt x="144" y="173"/>
                </a:lnTo>
                <a:lnTo>
                  <a:pt x="145" y="173"/>
                </a:lnTo>
                <a:lnTo>
                  <a:pt x="145" y="172"/>
                </a:lnTo>
                <a:lnTo>
                  <a:pt x="146" y="172"/>
                </a:lnTo>
                <a:lnTo>
                  <a:pt x="147" y="172"/>
                </a:lnTo>
                <a:lnTo>
                  <a:pt x="147" y="171"/>
                </a:lnTo>
                <a:lnTo>
                  <a:pt x="148" y="171"/>
                </a:lnTo>
                <a:lnTo>
                  <a:pt x="149" y="171"/>
                </a:lnTo>
                <a:lnTo>
                  <a:pt x="150" y="171"/>
                </a:lnTo>
                <a:lnTo>
                  <a:pt x="150" y="170"/>
                </a:lnTo>
                <a:lnTo>
                  <a:pt x="150" y="169"/>
                </a:lnTo>
                <a:lnTo>
                  <a:pt x="151" y="169"/>
                </a:lnTo>
                <a:lnTo>
                  <a:pt x="152" y="169"/>
                </a:lnTo>
                <a:lnTo>
                  <a:pt x="152" y="168"/>
                </a:lnTo>
                <a:lnTo>
                  <a:pt x="152" y="167"/>
                </a:lnTo>
                <a:lnTo>
                  <a:pt x="152" y="166"/>
                </a:lnTo>
                <a:lnTo>
                  <a:pt x="153" y="166"/>
                </a:lnTo>
                <a:lnTo>
                  <a:pt x="154" y="166"/>
                </a:lnTo>
                <a:lnTo>
                  <a:pt x="155" y="166"/>
                </a:lnTo>
                <a:lnTo>
                  <a:pt x="155" y="165"/>
                </a:lnTo>
                <a:lnTo>
                  <a:pt x="156" y="165"/>
                </a:lnTo>
                <a:lnTo>
                  <a:pt x="156" y="164"/>
                </a:lnTo>
                <a:lnTo>
                  <a:pt x="156" y="163"/>
                </a:lnTo>
                <a:lnTo>
                  <a:pt x="156" y="162"/>
                </a:lnTo>
                <a:lnTo>
                  <a:pt x="157" y="161"/>
                </a:lnTo>
                <a:lnTo>
                  <a:pt x="157" y="160"/>
                </a:lnTo>
                <a:lnTo>
                  <a:pt x="157" y="159"/>
                </a:lnTo>
                <a:lnTo>
                  <a:pt x="158" y="159"/>
                </a:lnTo>
                <a:lnTo>
                  <a:pt x="158" y="158"/>
                </a:lnTo>
                <a:lnTo>
                  <a:pt x="157" y="158"/>
                </a:lnTo>
                <a:lnTo>
                  <a:pt x="158" y="158"/>
                </a:lnTo>
                <a:lnTo>
                  <a:pt x="158" y="157"/>
                </a:lnTo>
                <a:lnTo>
                  <a:pt x="158" y="156"/>
                </a:lnTo>
                <a:lnTo>
                  <a:pt x="158" y="155"/>
                </a:lnTo>
                <a:lnTo>
                  <a:pt x="157" y="155"/>
                </a:lnTo>
                <a:lnTo>
                  <a:pt x="157" y="154"/>
                </a:lnTo>
                <a:lnTo>
                  <a:pt x="157" y="153"/>
                </a:lnTo>
                <a:lnTo>
                  <a:pt x="157" y="152"/>
                </a:lnTo>
                <a:lnTo>
                  <a:pt x="156" y="152"/>
                </a:lnTo>
                <a:lnTo>
                  <a:pt x="156" y="151"/>
                </a:lnTo>
                <a:lnTo>
                  <a:pt x="155" y="150"/>
                </a:lnTo>
                <a:lnTo>
                  <a:pt x="155" y="149"/>
                </a:lnTo>
                <a:lnTo>
                  <a:pt x="154" y="149"/>
                </a:lnTo>
                <a:lnTo>
                  <a:pt x="154" y="148"/>
                </a:lnTo>
                <a:lnTo>
                  <a:pt x="154" y="147"/>
                </a:lnTo>
                <a:lnTo>
                  <a:pt x="153" y="147"/>
                </a:lnTo>
                <a:lnTo>
                  <a:pt x="153" y="146"/>
                </a:lnTo>
                <a:lnTo>
                  <a:pt x="153" y="145"/>
                </a:lnTo>
                <a:lnTo>
                  <a:pt x="154" y="145"/>
                </a:lnTo>
                <a:lnTo>
                  <a:pt x="155" y="146"/>
                </a:lnTo>
                <a:lnTo>
                  <a:pt x="156" y="146"/>
                </a:lnTo>
                <a:lnTo>
                  <a:pt x="157" y="146"/>
                </a:lnTo>
                <a:lnTo>
                  <a:pt x="157" y="145"/>
                </a:lnTo>
                <a:lnTo>
                  <a:pt x="158" y="145"/>
                </a:lnTo>
                <a:lnTo>
                  <a:pt x="158" y="144"/>
                </a:lnTo>
                <a:lnTo>
                  <a:pt x="159" y="144"/>
                </a:lnTo>
                <a:lnTo>
                  <a:pt x="159" y="143"/>
                </a:lnTo>
                <a:lnTo>
                  <a:pt x="160" y="143"/>
                </a:lnTo>
                <a:lnTo>
                  <a:pt x="160" y="144"/>
                </a:lnTo>
                <a:lnTo>
                  <a:pt x="161" y="144"/>
                </a:lnTo>
                <a:lnTo>
                  <a:pt x="162" y="144"/>
                </a:lnTo>
                <a:lnTo>
                  <a:pt x="163" y="144"/>
                </a:lnTo>
                <a:lnTo>
                  <a:pt x="164" y="144"/>
                </a:lnTo>
                <a:lnTo>
                  <a:pt x="165" y="144"/>
                </a:lnTo>
                <a:lnTo>
                  <a:pt x="166" y="144"/>
                </a:lnTo>
                <a:lnTo>
                  <a:pt x="167" y="144"/>
                </a:lnTo>
                <a:lnTo>
                  <a:pt x="168" y="144"/>
                </a:lnTo>
                <a:lnTo>
                  <a:pt x="168" y="143"/>
                </a:lnTo>
                <a:lnTo>
                  <a:pt x="169" y="143"/>
                </a:lnTo>
                <a:lnTo>
                  <a:pt x="170" y="143"/>
                </a:lnTo>
                <a:lnTo>
                  <a:pt x="171" y="142"/>
                </a:lnTo>
                <a:lnTo>
                  <a:pt x="172" y="142"/>
                </a:lnTo>
                <a:lnTo>
                  <a:pt x="173" y="141"/>
                </a:lnTo>
                <a:lnTo>
                  <a:pt x="174" y="141"/>
                </a:lnTo>
                <a:lnTo>
                  <a:pt x="176" y="141"/>
                </a:lnTo>
                <a:lnTo>
                  <a:pt x="176" y="140"/>
                </a:lnTo>
                <a:lnTo>
                  <a:pt x="177" y="140"/>
                </a:lnTo>
                <a:lnTo>
                  <a:pt x="178" y="140"/>
                </a:lnTo>
                <a:lnTo>
                  <a:pt x="179" y="140"/>
                </a:lnTo>
                <a:lnTo>
                  <a:pt x="179" y="139"/>
                </a:lnTo>
                <a:lnTo>
                  <a:pt x="180" y="139"/>
                </a:lnTo>
                <a:lnTo>
                  <a:pt x="180" y="138"/>
                </a:lnTo>
                <a:lnTo>
                  <a:pt x="181" y="138"/>
                </a:lnTo>
                <a:lnTo>
                  <a:pt x="181" y="137"/>
                </a:lnTo>
                <a:lnTo>
                  <a:pt x="182" y="137"/>
                </a:lnTo>
                <a:lnTo>
                  <a:pt x="183" y="137"/>
                </a:lnTo>
                <a:lnTo>
                  <a:pt x="184" y="136"/>
                </a:lnTo>
                <a:lnTo>
                  <a:pt x="185" y="136"/>
                </a:lnTo>
                <a:lnTo>
                  <a:pt x="186" y="136"/>
                </a:lnTo>
                <a:lnTo>
                  <a:pt x="187" y="135"/>
                </a:lnTo>
                <a:lnTo>
                  <a:pt x="187" y="134"/>
                </a:lnTo>
                <a:lnTo>
                  <a:pt x="188" y="134"/>
                </a:lnTo>
                <a:lnTo>
                  <a:pt x="188" y="133"/>
                </a:lnTo>
                <a:lnTo>
                  <a:pt x="189" y="133"/>
                </a:lnTo>
                <a:lnTo>
                  <a:pt x="192" y="133"/>
                </a:lnTo>
                <a:lnTo>
                  <a:pt x="192" y="132"/>
                </a:lnTo>
                <a:lnTo>
                  <a:pt x="193" y="132"/>
                </a:lnTo>
                <a:lnTo>
                  <a:pt x="193" y="131"/>
                </a:lnTo>
                <a:lnTo>
                  <a:pt x="194" y="130"/>
                </a:lnTo>
                <a:lnTo>
                  <a:pt x="195" y="130"/>
                </a:lnTo>
                <a:lnTo>
                  <a:pt x="195" y="129"/>
                </a:lnTo>
                <a:lnTo>
                  <a:pt x="196" y="129"/>
                </a:lnTo>
                <a:lnTo>
                  <a:pt x="197" y="128"/>
                </a:lnTo>
                <a:lnTo>
                  <a:pt x="197" y="127"/>
                </a:lnTo>
                <a:lnTo>
                  <a:pt x="197" y="126"/>
                </a:lnTo>
                <a:lnTo>
                  <a:pt x="197" y="125"/>
                </a:lnTo>
                <a:lnTo>
                  <a:pt x="198" y="124"/>
                </a:lnTo>
                <a:lnTo>
                  <a:pt x="199" y="124"/>
                </a:lnTo>
                <a:lnTo>
                  <a:pt x="200" y="124"/>
                </a:lnTo>
                <a:lnTo>
                  <a:pt x="201" y="123"/>
                </a:lnTo>
                <a:lnTo>
                  <a:pt x="203" y="123"/>
                </a:lnTo>
                <a:lnTo>
                  <a:pt x="203" y="124"/>
                </a:lnTo>
                <a:lnTo>
                  <a:pt x="204" y="124"/>
                </a:lnTo>
                <a:lnTo>
                  <a:pt x="204" y="125"/>
                </a:lnTo>
                <a:lnTo>
                  <a:pt x="205" y="125"/>
                </a:lnTo>
                <a:lnTo>
                  <a:pt x="206" y="125"/>
                </a:lnTo>
                <a:lnTo>
                  <a:pt x="206" y="124"/>
                </a:lnTo>
                <a:lnTo>
                  <a:pt x="207" y="124"/>
                </a:lnTo>
                <a:lnTo>
                  <a:pt x="208" y="123"/>
                </a:lnTo>
                <a:lnTo>
                  <a:pt x="209" y="123"/>
                </a:lnTo>
                <a:lnTo>
                  <a:pt x="210" y="123"/>
                </a:lnTo>
                <a:lnTo>
                  <a:pt x="210" y="124"/>
                </a:lnTo>
                <a:lnTo>
                  <a:pt x="213" y="124"/>
                </a:lnTo>
                <a:lnTo>
                  <a:pt x="214" y="124"/>
                </a:lnTo>
                <a:lnTo>
                  <a:pt x="214" y="123"/>
                </a:lnTo>
                <a:lnTo>
                  <a:pt x="215" y="123"/>
                </a:lnTo>
                <a:lnTo>
                  <a:pt x="216" y="123"/>
                </a:lnTo>
                <a:lnTo>
                  <a:pt x="217" y="123"/>
                </a:lnTo>
                <a:lnTo>
                  <a:pt x="217" y="122"/>
                </a:lnTo>
                <a:lnTo>
                  <a:pt x="218" y="122"/>
                </a:lnTo>
                <a:lnTo>
                  <a:pt x="219" y="122"/>
                </a:lnTo>
                <a:lnTo>
                  <a:pt x="219" y="123"/>
                </a:lnTo>
                <a:lnTo>
                  <a:pt x="220" y="123"/>
                </a:lnTo>
                <a:lnTo>
                  <a:pt x="221" y="123"/>
                </a:lnTo>
                <a:lnTo>
                  <a:pt x="221" y="122"/>
                </a:lnTo>
                <a:lnTo>
                  <a:pt x="222" y="121"/>
                </a:lnTo>
                <a:lnTo>
                  <a:pt x="222" y="120"/>
                </a:lnTo>
                <a:lnTo>
                  <a:pt x="222" y="118"/>
                </a:lnTo>
                <a:lnTo>
                  <a:pt x="222" y="117"/>
                </a:lnTo>
                <a:lnTo>
                  <a:pt x="223" y="116"/>
                </a:lnTo>
                <a:lnTo>
                  <a:pt x="224" y="116"/>
                </a:lnTo>
                <a:lnTo>
                  <a:pt x="226" y="116"/>
                </a:lnTo>
                <a:lnTo>
                  <a:pt x="227" y="116"/>
                </a:lnTo>
                <a:lnTo>
                  <a:pt x="228" y="117"/>
                </a:lnTo>
                <a:lnTo>
                  <a:pt x="229" y="117"/>
                </a:lnTo>
                <a:lnTo>
                  <a:pt x="230" y="117"/>
                </a:lnTo>
                <a:lnTo>
                  <a:pt x="230" y="116"/>
                </a:lnTo>
                <a:lnTo>
                  <a:pt x="230" y="115"/>
                </a:lnTo>
                <a:lnTo>
                  <a:pt x="229" y="115"/>
                </a:lnTo>
                <a:lnTo>
                  <a:pt x="230" y="115"/>
                </a:lnTo>
                <a:lnTo>
                  <a:pt x="230" y="114"/>
                </a:lnTo>
                <a:lnTo>
                  <a:pt x="231" y="114"/>
                </a:lnTo>
                <a:lnTo>
                  <a:pt x="232" y="113"/>
                </a:lnTo>
                <a:lnTo>
                  <a:pt x="232" y="112"/>
                </a:lnTo>
                <a:lnTo>
                  <a:pt x="232" y="111"/>
                </a:lnTo>
                <a:lnTo>
                  <a:pt x="231" y="110"/>
                </a:lnTo>
                <a:lnTo>
                  <a:pt x="231" y="109"/>
                </a:lnTo>
                <a:lnTo>
                  <a:pt x="232" y="109"/>
                </a:lnTo>
                <a:lnTo>
                  <a:pt x="232" y="107"/>
                </a:lnTo>
                <a:lnTo>
                  <a:pt x="232" y="106"/>
                </a:lnTo>
                <a:lnTo>
                  <a:pt x="232" y="105"/>
                </a:lnTo>
                <a:lnTo>
                  <a:pt x="231" y="105"/>
                </a:lnTo>
                <a:lnTo>
                  <a:pt x="230" y="105"/>
                </a:lnTo>
                <a:lnTo>
                  <a:pt x="229" y="105"/>
                </a:lnTo>
                <a:lnTo>
                  <a:pt x="229" y="104"/>
                </a:lnTo>
                <a:lnTo>
                  <a:pt x="229" y="103"/>
                </a:lnTo>
                <a:lnTo>
                  <a:pt x="229" y="102"/>
                </a:lnTo>
                <a:lnTo>
                  <a:pt x="228" y="101"/>
                </a:lnTo>
                <a:lnTo>
                  <a:pt x="228" y="100"/>
                </a:lnTo>
                <a:lnTo>
                  <a:pt x="228" y="99"/>
                </a:lnTo>
                <a:lnTo>
                  <a:pt x="228" y="98"/>
                </a:lnTo>
                <a:lnTo>
                  <a:pt x="228" y="97"/>
                </a:lnTo>
                <a:lnTo>
                  <a:pt x="227" y="97"/>
                </a:lnTo>
                <a:lnTo>
                  <a:pt x="228" y="96"/>
                </a:lnTo>
                <a:lnTo>
                  <a:pt x="229" y="96"/>
                </a:lnTo>
                <a:lnTo>
                  <a:pt x="230" y="96"/>
                </a:lnTo>
                <a:lnTo>
                  <a:pt x="231" y="96"/>
                </a:lnTo>
                <a:lnTo>
                  <a:pt x="230" y="95"/>
                </a:lnTo>
                <a:lnTo>
                  <a:pt x="231" y="95"/>
                </a:lnTo>
                <a:lnTo>
                  <a:pt x="231" y="94"/>
                </a:lnTo>
                <a:lnTo>
                  <a:pt x="231" y="93"/>
                </a:lnTo>
                <a:lnTo>
                  <a:pt x="231" y="92"/>
                </a:lnTo>
                <a:lnTo>
                  <a:pt x="232" y="92"/>
                </a:lnTo>
                <a:lnTo>
                  <a:pt x="232" y="91"/>
                </a:lnTo>
                <a:lnTo>
                  <a:pt x="232" y="90"/>
                </a:lnTo>
                <a:lnTo>
                  <a:pt x="233" y="90"/>
                </a:lnTo>
                <a:lnTo>
                  <a:pt x="234" y="90"/>
                </a:lnTo>
                <a:lnTo>
                  <a:pt x="236" y="90"/>
                </a:lnTo>
                <a:lnTo>
                  <a:pt x="236" y="89"/>
                </a:lnTo>
                <a:lnTo>
                  <a:pt x="237" y="89"/>
                </a:lnTo>
                <a:lnTo>
                  <a:pt x="237" y="88"/>
                </a:lnTo>
                <a:lnTo>
                  <a:pt x="237" y="87"/>
                </a:lnTo>
                <a:lnTo>
                  <a:pt x="236" y="86"/>
                </a:lnTo>
                <a:lnTo>
                  <a:pt x="237" y="85"/>
                </a:lnTo>
                <a:lnTo>
                  <a:pt x="236" y="85"/>
                </a:lnTo>
                <a:lnTo>
                  <a:pt x="236" y="84"/>
                </a:lnTo>
                <a:lnTo>
                  <a:pt x="237" y="84"/>
                </a:lnTo>
                <a:lnTo>
                  <a:pt x="237" y="85"/>
                </a:lnTo>
                <a:lnTo>
                  <a:pt x="237" y="84"/>
                </a:lnTo>
                <a:lnTo>
                  <a:pt x="238" y="83"/>
                </a:lnTo>
                <a:lnTo>
                  <a:pt x="239" y="83"/>
                </a:lnTo>
                <a:lnTo>
                  <a:pt x="240" y="83"/>
                </a:lnTo>
                <a:lnTo>
                  <a:pt x="241" y="84"/>
                </a:lnTo>
                <a:lnTo>
                  <a:pt x="242" y="84"/>
                </a:lnTo>
                <a:lnTo>
                  <a:pt x="242" y="83"/>
                </a:lnTo>
                <a:lnTo>
                  <a:pt x="243" y="84"/>
                </a:lnTo>
                <a:lnTo>
                  <a:pt x="244" y="84"/>
                </a:lnTo>
                <a:lnTo>
                  <a:pt x="244" y="83"/>
                </a:lnTo>
                <a:lnTo>
                  <a:pt x="246" y="83"/>
                </a:lnTo>
                <a:lnTo>
                  <a:pt x="246" y="82"/>
                </a:lnTo>
                <a:lnTo>
                  <a:pt x="246" y="83"/>
                </a:lnTo>
                <a:lnTo>
                  <a:pt x="247" y="82"/>
                </a:lnTo>
                <a:lnTo>
                  <a:pt x="248" y="80"/>
                </a:lnTo>
                <a:lnTo>
                  <a:pt x="249" y="80"/>
                </a:lnTo>
                <a:lnTo>
                  <a:pt x="249" y="79"/>
                </a:lnTo>
                <a:lnTo>
                  <a:pt x="250" y="79"/>
                </a:lnTo>
                <a:lnTo>
                  <a:pt x="251" y="80"/>
                </a:lnTo>
                <a:lnTo>
                  <a:pt x="252" y="80"/>
                </a:lnTo>
                <a:lnTo>
                  <a:pt x="252" y="81"/>
                </a:lnTo>
                <a:lnTo>
                  <a:pt x="251" y="82"/>
                </a:lnTo>
                <a:lnTo>
                  <a:pt x="251" y="83"/>
                </a:lnTo>
                <a:lnTo>
                  <a:pt x="251" y="84"/>
                </a:lnTo>
                <a:lnTo>
                  <a:pt x="251" y="85"/>
                </a:lnTo>
                <a:lnTo>
                  <a:pt x="252" y="85"/>
                </a:lnTo>
                <a:lnTo>
                  <a:pt x="252" y="86"/>
                </a:lnTo>
                <a:lnTo>
                  <a:pt x="253" y="86"/>
                </a:lnTo>
                <a:lnTo>
                  <a:pt x="254" y="86"/>
                </a:lnTo>
                <a:lnTo>
                  <a:pt x="256" y="87"/>
                </a:lnTo>
                <a:lnTo>
                  <a:pt x="257" y="88"/>
                </a:lnTo>
                <a:lnTo>
                  <a:pt x="258" y="89"/>
                </a:lnTo>
                <a:lnTo>
                  <a:pt x="258" y="90"/>
                </a:lnTo>
                <a:lnTo>
                  <a:pt x="259" y="90"/>
                </a:lnTo>
                <a:lnTo>
                  <a:pt x="260" y="90"/>
                </a:lnTo>
                <a:lnTo>
                  <a:pt x="260" y="91"/>
                </a:lnTo>
                <a:lnTo>
                  <a:pt x="260" y="92"/>
                </a:lnTo>
                <a:lnTo>
                  <a:pt x="260" y="93"/>
                </a:lnTo>
                <a:lnTo>
                  <a:pt x="260" y="94"/>
                </a:lnTo>
                <a:lnTo>
                  <a:pt x="261" y="94"/>
                </a:lnTo>
                <a:lnTo>
                  <a:pt x="260" y="95"/>
                </a:lnTo>
                <a:lnTo>
                  <a:pt x="260" y="96"/>
                </a:lnTo>
                <a:lnTo>
                  <a:pt x="260" y="97"/>
                </a:lnTo>
                <a:lnTo>
                  <a:pt x="259" y="97"/>
                </a:lnTo>
                <a:lnTo>
                  <a:pt x="258" y="97"/>
                </a:lnTo>
                <a:lnTo>
                  <a:pt x="258" y="98"/>
                </a:lnTo>
                <a:lnTo>
                  <a:pt x="258" y="99"/>
                </a:lnTo>
                <a:lnTo>
                  <a:pt x="259" y="100"/>
                </a:lnTo>
                <a:lnTo>
                  <a:pt x="260" y="100"/>
                </a:lnTo>
                <a:lnTo>
                  <a:pt x="261" y="100"/>
                </a:lnTo>
                <a:lnTo>
                  <a:pt x="262" y="100"/>
                </a:lnTo>
                <a:lnTo>
                  <a:pt x="262" y="101"/>
                </a:lnTo>
                <a:lnTo>
                  <a:pt x="263" y="101"/>
                </a:lnTo>
                <a:lnTo>
                  <a:pt x="264" y="101"/>
                </a:lnTo>
                <a:lnTo>
                  <a:pt x="264" y="99"/>
                </a:lnTo>
                <a:lnTo>
                  <a:pt x="265" y="100"/>
                </a:lnTo>
                <a:lnTo>
                  <a:pt x="266" y="100"/>
                </a:lnTo>
                <a:lnTo>
                  <a:pt x="266" y="101"/>
                </a:lnTo>
                <a:lnTo>
                  <a:pt x="267" y="102"/>
                </a:lnTo>
                <a:lnTo>
                  <a:pt x="268" y="102"/>
                </a:lnTo>
                <a:lnTo>
                  <a:pt x="269" y="102"/>
                </a:lnTo>
                <a:lnTo>
                  <a:pt x="268" y="102"/>
                </a:lnTo>
                <a:lnTo>
                  <a:pt x="268" y="104"/>
                </a:lnTo>
                <a:lnTo>
                  <a:pt x="267" y="105"/>
                </a:lnTo>
                <a:lnTo>
                  <a:pt x="267" y="106"/>
                </a:lnTo>
                <a:lnTo>
                  <a:pt x="268" y="107"/>
                </a:lnTo>
                <a:lnTo>
                  <a:pt x="269" y="108"/>
                </a:lnTo>
                <a:lnTo>
                  <a:pt x="268" y="108"/>
                </a:lnTo>
                <a:lnTo>
                  <a:pt x="268" y="109"/>
                </a:lnTo>
                <a:lnTo>
                  <a:pt x="268" y="110"/>
                </a:lnTo>
                <a:lnTo>
                  <a:pt x="269" y="110"/>
                </a:lnTo>
                <a:lnTo>
                  <a:pt x="269" y="112"/>
                </a:lnTo>
                <a:lnTo>
                  <a:pt x="270" y="112"/>
                </a:lnTo>
                <a:lnTo>
                  <a:pt x="270" y="113"/>
                </a:lnTo>
                <a:lnTo>
                  <a:pt x="271" y="113"/>
                </a:lnTo>
                <a:lnTo>
                  <a:pt x="271" y="112"/>
                </a:lnTo>
                <a:lnTo>
                  <a:pt x="272" y="112"/>
                </a:lnTo>
                <a:lnTo>
                  <a:pt x="273" y="112"/>
                </a:lnTo>
                <a:lnTo>
                  <a:pt x="273" y="111"/>
                </a:lnTo>
                <a:lnTo>
                  <a:pt x="274" y="111"/>
                </a:lnTo>
                <a:lnTo>
                  <a:pt x="274" y="112"/>
                </a:lnTo>
                <a:lnTo>
                  <a:pt x="274" y="113"/>
                </a:lnTo>
                <a:lnTo>
                  <a:pt x="274" y="114"/>
                </a:lnTo>
                <a:lnTo>
                  <a:pt x="274" y="115"/>
                </a:lnTo>
                <a:lnTo>
                  <a:pt x="274" y="116"/>
                </a:lnTo>
                <a:lnTo>
                  <a:pt x="273" y="116"/>
                </a:lnTo>
                <a:lnTo>
                  <a:pt x="273" y="117"/>
                </a:lnTo>
                <a:lnTo>
                  <a:pt x="273" y="120"/>
                </a:lnTo>
                <a:lnTo>
                  <a:pt x="275" y="120"/>
                </a:lnTo>
                <a:lnTo>
                  <a:pt x="276" y="120"/>
                </a:lnTo>
                <a:lnTo>
                  <a:pt x="276" y="119"/>
                </a:lnTo>
                <a:lnTo>
                  <a:pt x="277" y="120"/>
                </a:lnTo>
                <a:lnTo>
                  <a:pt x="277" y="119"/>
                </a:lnTo>
                <a:lnTo>
                  <a:pt x="278" y="119"/>
                </a:lnTo>
                <a:lnTo>
                  <a:pt x="279" y="119"/>
                </a:lnTo>
                <a:lnTo>
                  <a:pt x="279" y="118"/>
                </a:lnTo>
                <a:lnTo>
                  <a:pt x="279" y="117"/>
                </a:lnTo>
                <a:lnTo>
                  <a:pt x="282" y="116"/>
                </a:lnTo>
                <a:lnTo>
                  <a:pt x="283" y="115"/>
                </a:lnTo>
                <a:lnTo>
                  <a:pt x="283" y="116"/>
                </a:lnTo>
                <a:lnTo>
                  <a:pt x="284" y="116"/>
                </a:lnTo>
                <a:lnTo>
                  <a:pt x="284" y="115"/>
                </a:lnTo>
                <a:lnTo>
                  <a:pt x="285" y="115"/>
                </a:lnTo>
                <a:lnTo>
                  <a:pt x="286" y="114"/>
                </a:lnTo>
                <a:lnTo>
                  <a:pt x="286" y="113"/>
                </a:lnTo>
                <a:lnTo>
                  <a:pt x="286" y="112"/>
                </a:lnTo>
                <a:lnTo>
                  <a:pt x="287" y="112"/>
                </a:lnTo>
                <a:lnTo>
                  <a:pt x="287" y="111"/>
                </a:lnTo>
                <a:lnTo>
                  <a:pt x="286" y="111"/>
                </a:lnTo>
                <a:lnTo>
                  <a:pt x="287" y="111"/>
                </a:lnTo>
                <a:lnTo>
                  <a:pt x="287" y="110"/>
                </a:lnTo>
                <a:lnTo>
                  <a:pt x="288" y="110"/>
                </a:lnTo>
                <a:lnTo>
                  <a:pt x="289" y="110"/>
                </a:lnTo>
                <a:lnTo>
                  <a:pt x="289" y="109"/>
                </a:lnTo>
                <a:lnTo>
                  <a:pt x="290" y="109"/>
                </a:lnTo>
                <a:lnTo>
                  <a:pt x="291" y="109"/>
                </a:lnTo>
                <a:lnTo>
                  <a:pt x="291" y="110"/>
                </a:lnTo>
                <a:lnTo>
                  <a:pt x="290" y="110"/>
                </a:lnTo>
                <a:lnTo>
                  <a:pt x="290" y="111"/>
                </a:lnTo>
                <a:lnTo>
                  <a:pt x="289" y="111"/>
                </a:lnTo>
                <a:lnTo>
                  <a:pt x="290" y="111"/>
                </a:lnTo>
                <a:lnTo>
                  <a:pt x="290" y="112"/>
                </a:lnTo>
                <a:lnTo>
                  <a:pt x="291" y="113"/>
                </a:lnTo>
                <a:lnTo>
                  <a:pt x="291" y="114"/>
                </a:lnTo>
                <a:lnTo>
                  <a:pt x="290" y="114"/>
                </a:lnTo>
                <a:lnTo>
                  <a:pt x="290" y="115"/>
                </a:lnTo>
                <a:lnTo>
                  <a:pt x="290" y="116"/>
                </a:lnTo>
                <a:lnTo>
                  <a:pt x="291" y="116"/>
                </a:lnTo>
                <a:lnTo>
                  <a:pt x="290" y="116"/>
                </a:lnTo>
                <a:lnTo>
                  <a:pt x="291" y="117"/>
                </a:lnTo>
                <a:lnTo>
                  <a:pt x="292" y="117"/>
                </a:lnTo>
                <a:lnTo>
                  <a:pt x="292" y="118"/>
                </a:lnTo>
                <a:lnTo>
                  <a:pt x="293" y="119"/>
                </a:lnTo>
                <a:lnTo>
                  <a:pt x="293" y="118"/>
                </a:lnTo>
                <a:lnTo>
                  <a:pt x="294" y="118"/>
                </a:lnTo>
                <a:lnTo>
                  <a:pt x="294" y="119"/>
                </a:lnTo>
                <a:lnTo>
                  <a:pt x="293" y="119"/>
                </a:lnTo>
                <a:lnTo>
                  <a:pt x="294" y="120"/>
                </a:lnTo>
                <a:lnTo>
                  <a:pt x="293" y="120"/>
                </a:lnTo>
                <a:lnTo>
                  <a:pt x="293" y="121"/>
                </a:lnTo>
                <a:lnTo>
                  <a:pt x="292" y="121"/>
                </a:lnTo>
                <a:lnTo>
                  <a:pt x="293" y="122"/>
                </a:lnTo>
                <a:lnTo>
                  <a:pt x="293" y="121"/>
                </a:lnTo>
                <a:lnTo>
                  <a:pt x="294" y="121"/>
                </a:lnTo>
                <a:lnTo>
                  <a:pt x="294" y="120"/>
                </a:lnTo>
                <a:lnTo>
                  <a:pt x="295" y="120"/>
                </a:lnTo>
                <a:lnTo>
                  <a:pt x="295" y="119"/>
                </a:lnTo>
                <a:lnTo>
                  <a:pt x="296" y="119"/>
                </a:lnTo>
                <a:lnTo>
                  <a:pt x="297" y="118"/>
                </a:lnTo>
                <a:lnTo>
                  <a:pt x="297" y="117"/>
                </a:lnTo>
                <a:lnTo>
                  <a:pt x="298" y="117"/>
                </a:lnTo>
                <a:lnTo>
                  <a:pt x="299" y="117"/>
                </a:lnTo>
                <a:lnTo>
                  <a:pt x="299" y="118"/>
                </a:lnTo>
                <a:lnTo>
                  <a:pt x="300" y="118"/>
                </a:lnTo>
                <a:lnTo>
                  <a:pt x="300" y="119"/>
                </a:lnTo>
                <a:lnTo>
                  <a:pt x="299" y="119"/>
                </a:lnTo>
                <a:lnTo>
                  <a:pt x="299" y="120"/>
                </a:lnTo>
                <a:lnTo>
                  <a:pt x="299" y="121"/>
                </a:lnTo>
                <a:lnTo>
                  <a:pt x="299" y="122"/>
                </a:lnTo>
                <a:lnTo>
                  <a:pt x="300" y="122"/>
                </a:lnTo>
                <a:lnTo>
                  <a:pt x="300" y="123"/>
                </a:lnTo>
                <a:lnTo>
                  <a:pt x="301" y="124"/>
                </a:lnTo>
                <a:lnTo>
                  <a:pt x="301" y="125"/>
                </a:lnTo>
                <a:lnTo>
                  <a:pt x="301" y="126"/>
                </a:lnTo>
                <a:lnTo>
                  <a:pt x="302" y="126"/>
                </a:lnTo>
                <a:lnTo>
                  <a:pt x="302" y="127"/>
                </a:lnTo>
                <a:lnTo>
                  <a:pt x="301" y="127"/>
                </a:lnTo>
                <a:lnTo>
                  <a:pt x="300" y="128"/>
                </a:lnTo>
                <a:lnTo>
                  <a:pt x="299" y="129"/>
                </a:lnTo>
                <a:lnTo>
                  <a:pt x="300" y="129"/>
                </a:lnTo>
                <a:lnTo>
                  <a:pt x="301" y="129"/>
                </a:lnTo>
                <a:lnTo>
                  <a:pt x="302" y="129"/>
                </a:lnTo>
                <a:lnTo>
                  <a:pt x="303" y="129"/>
                </a:lnTo>
                <a:lnTo>
                  <a:pt x="304" y="128"/>
                </a:lnTo>
                <a:lnTo>
                  <a:pt x="305" y="129"/>
                </a:lnTo>
                <a:lnTo>
                  <a:pt x="306" y="129"/>
                </a:lnTo>
                <a:lnTo>
                  <a:pt x="307" y="129"/>
                </a:lnTo>
                <a:lnTo>
                  <a:pt x="308" y="129"/>
                </a:lnTo>
                <a:lnTo>
                  <a:pt x="309" y="129"/>
                </a:lnTo>
                <a:lnTo>
                  <a:pt x="309" y="128"/>
                </a:lnTo>
                <a:lnTo>
                  <a:pt x="309" y="127"/>
                </a:lnTo>
                <a:lnTo>
                  <a:pt x="310" y="127"/>
                </a:lnTo>
                <a:lnTo>
                  <a:pt x="311" y="127"/>
                </a:lnTo>
                <a:lnTo>
                  <a:pt x="312" y="126"/>
                </a:lnTo>
                <a:lnTo>
                  <a:pt x="313" y="126"/>
                </a:lnTo>
                <a:lnTo>
                  <a:pt x="314" y="125"/>
                </a:lnTo>
                <a:lnTo>
                  <a:pt x="315" y="125"/>
                </a:lnTo>
                <a:lnTo>
                  <a:pt x="315" y="124"/>
                </a:lnTo>
                <a:lnTo>
                  <a:pt x="316" y="124"/>
                </a:lnTo>
                <a:lnTo>
                  <a:pt x="317" y="123"/>
                </a:lnTo>
                <a:lnTo>
                  <a:pt x="318" y="123"/>
                </a:lnTo>
                <a:lnTo>
                  <a:pt x="319" y="123"/>
                </a:lnTo>
                <a:lnTo>
                  <a:pt x="320" y="122"/>
                </a:lnTo>
                <a:lnTo>
                  <a:pt x="320" y="121"/>
                </a:lnTo>
                <a:lnTo>
                  <a:pt x="321" y="121"/>
                </a:lnTo>
                <a:lnTo>
                  <a:pt x="321" y="122"/>
                </a:lnTo>
                <a:lnTo>
                  <a:pt x="322" y="122"/>
                </a:lnTo>
                <a:lnTo>
                  <a:pt x="323" y="122"/>
                </a:lnTo>
                <a:lnTo>
                  <a:pt x="323" y="121"/>
                </a:lnTo>
                <a:lnTo>
                  <a:pt x="324" y="121"/>
                </a:lnTo>
                <a:lnTo>
                  <a:pt x="326" y="121"/>
                </a:lnTo>
                <a:lnTo>
                  <a:pt x="327" y="121"/>
                </a:lnTo>
                <a:lnTo>
                  <a:pt x="328" y="121"/>
                </a:lnTo>
                <a:lnTo>
                  <a:pt x="328" y="122"/>
                </a:lnTo>
                <a:lnTo>
                  <a:pt x="329" y="121"/>
                </a:lnTo>
                <a:lnTo>
                  <a:pt x="330" y="120"/>
                </a:lnTo>
                <a:lnTo>
                  <a:pt x="331" y="120"/>
                </a:lnTo>
                <a:lnTo>
                  <a:pt x="331" y="119"/>
                </a:lnTo>
                <a:lnTo>
                  <a:pt x="332" y="119"/>
                </a:lnTo>
                <a:lnTo>
                  <a:pt x="332" y="118"/>
                </a:lnTo>
                <a:lnTo>
                  <a:pt x="333" y="118"/>
                </a:lnTo>
                <a:lnTo>
                  <a:pt x="333" y="117"/>
                </a:lnTo>
                <a:lnTo>
                  <a:pt x="333" y="116"/>
                </a:lnTo>
                <a:lnTo>
                  <a:pt x="333" y="115"/>
                </a:lnTo>
                <a:lnTo>
                  <a:pt x="333" y="114"/>
                </a:lnTo>
                <a:lnTo>
                  <a:pt x="334" y="114"/>
                </a:lnTo>
                <a:lnTo>
                  <a:pt x="334" y="113"/>
                </a:lnTo>
                <a:lnTo>
                  <a:pt x="333" y="113"/>
                </a:lnTo>
                <a:lnTo>
                  <a:pt x="333" y="112"/>
                </a:lnTo>
                <a:lnTo>
                  <a:pt x="334" y="111"/>
                </a:lnTo>
                <a:lnTo>
                  <a:pt x="334" y="110"/>
                </a:lnTo>
                <a:lnTo>
                  <a:pt x="334" y="109"/>
                </a:lnTo>
                <a:lnTo>
                  <a:pt x="335" y="108"/>
                </a:lnTo>
                <a:lnTo>
                  <a:pt x="334" y="107"/>
                </a:lnTo>
                <a:lnTo>
                  <a:pt x="334" y="106"/>
                </a:lnTo>
                <a:lnTo>
                  <a:pt x="334" y="105"/>
                </a:lnTo>
                <a:lnTo>
                  <a:pt x="335" y="104"/>
                </a:lnTo>
                <a:lnTo>
                  <a:pt x="335" y="103"/>
                </a:lnTo>
                <a:lnTo>
                  <a:pt x="334" y="102"/>
                </a:lnTo>
                <a:lnTo>
                  <a:pt x="333" y="102"/>
                </a:lnTo>
                <a:lnTo>
                  <a:pt x="334" y="101"/>
                </a:lnTo>
                <a:lnTo>
                  <a:pt x="335" y="101"/>
                </a:lnTo>
                <a:lnTo>
                  <a:pt x="337" y="101"/>
                </a:lnTo>
                <a:lnTo>
                  <a:pt x="338" y="101"/>
                </a:lnTo>
                <a:lnTo>
                  <a:pt x="338" y="100"/>
                </a:lnTo>
                <a:lnTo>
                  <a:pt x="337" y="99"/>
                </a:lnTo>
                <a:lnTo>
                  <a:pt x="338" y="99"/>
                </a:lnTo>
                <a:lnTo>
                  <a:pt x="337" y="98"/>
                </a:lnTo>
                <a:lnTo>
                  <a:pt x="336" y="97"/>
                </a:lnTo>
                <a:lnTo>
                  <a:pt x="336" y="98"/>
                </a:lnTo>
                <a:lnTo>
                  <a:pt x="335" y="98"/>
                </a:lnTo>
                <a:lnTo>
                  <a:pt x="335" y="97"/>
                </a:lnTo>
                <a:lnTo>
                  <a:pt x="335" y="96"/>
                </a:lnTo>
                <a:lnTo>
                  <a:pt x="336" y="96"/>
                </a:lnTo>
                <a:lnTo>
                  <a:pt x="337" y="95"/>
                </a:lnTo>
                <a:lnTo>
                  <a:pt x="338" y="95"/>
                </a:lnTo>
                <a:lnTo>
                  <a:pt x="340" y="95"/>
                </a:lnTo>
                <a:lnTo>
                  <a:pt x="341" y="95"/>
                </a:lnTo>
                <a:lnTo>
                  <a:pt x="341" y="96"/>
                </a:lnTo>
                <a:lnTo>
                  <a:pt x="341" y="97"/>
                </a:lnTo>
                <a:lnTo>
                  <a:pt x="341" y="98"/>
                </a:lnTo>
                <a:lnTo>
                  <a:pt x="342" y="98"/>
                </a:lnTo>
                <a:lnTo>
                  <a:pt x="343" y="98"/>
                </a:lnTo>
                <a:lnTo>
                  <a:pt x="343" y="97"/>
                </a:lnTo>
                <a:lnTo>
                  <a:pt x="343" y="96"/>
                </a:lnTo>
                <a:lnTo>
                  <a:pt x="342" y="95"/>
                </a:lnTo>
                <a:lnTo>
                  <a:pt x="342" y="94"/>
                </a:lnTo>
                <a:lnTo>
                  <a:pt x="343" y="94"/>
                </a:lnTo>
                <a:lnTo>
                  <a:pt x="344" y="94"/>
                </a:lnTo>
                <a:lnTo>
                  <a:pt x="344" y="93"/>
                </a:lnTo>
                <a:lnTo>
                  <a:pt x="346" y="93"/>
                </a:lnTo>
                <a:lnTo>
                  <a:pt x="347" y="92"/>
                </a:lnTo>
                <a:lnTo>
                  <a:pt x="348" y="92"/>
                </a:lnTo>
                <a:lnTo>
                  <a:pt x="347" y="91"/>
                </a:lnTo>
                <a:lnTo>
                  <a:pt x="348" y="90"/>
                </a:lnTo>
                <a:lnTo>
                  <a:pt x="348" y="89"/>
                </a:lnTo>
                <a:lnTo>
                  <a:pt x="348" y="88"/>
                </a:lnTo>
                <a:lnTo>
                  <a:pt x="349" y="88"/>
                </a:lnTo>
                <a:lnTo>
                  <a:pt x="351" y="87"/>
                </a:lnTo>
                <a:lnTo>
                  <a:pt x="352" y="87"/>
                </a:lnTo>
                <a:lnTo>
                  <a:pt x="352" y="88"/>
                </a:lnTo>
                <a:lnTo>
                  <a:pt x="354" y="90"/>
                </a:lnTo>
                <a:lnTo>
                  <a:pt x="355" y="90"/>
                </a:lnTo>
                <a:lnTo>
                  <a:pt x="356" y="91"/>
                </a:lnTo>
                <a:lnTo>
                  <a:pt x="357" y="91"/>
                </a:lnTo>
                <a:lnTo>
                  <a:pt x="357" y="92"/>
                </a:lnTo>
                <a:lnTo>
                  <a:pt x="358" y="93"/>
                </a:lnTo>
                <a:lnTo>
                  <a:pt x="358" y="94"/>
                </a:lnTo>
                <a:lnTo>
                  <a:pt x="358" y="96"/>
                </a:lnTo>
                <a:lnTo>
                  <a:pt x="359" y="96"/>
                </a:lnTo>
                <a:lnTo>
                  <a:pt x="359" y="97"/>
                </a:lnTo>
                <a:lnTo>
                  <a:pt x="360" y="97"/>
                </a:lnTo>
                <a:lnTo>
                  <a:pt x="360" y="96"/>
                </a:lnTo>
                <a:lnTo>
                  <a:pt x="361" y="95"/>
                </a:lnTo>
                <a:lnTo>
                  <a:pt x="363" y="95"/>
                </a:lnTo>
                <a:lnTo>
                  <a:pt x="364" y="95"/>
                </a:lnTo>
                <a:lnTo>
                  <a:pt x="365" y="95"/>
                </a:lnTo>
                <a:lnTo>
                  <a:pt x="365" y="96"/>
                </a:lnTo>
                <a:lnTo>
                  <a:pt x="366" y="96"/>
                </a:lnTo>
                <a:lnTo>
                  <a:pt x="367" y="98"/>
                </a:lnTo>
                <a:lnTo>
                  <a:pt x="367" y="99"/>
                </a:lnTo>
                <a:lnTo>
                  <a:pt x="368" y="99"/>
                </a:lnTo>
                <a:lnTo>
                  <a:pt x="369" y="99"/>
                </a:lnTo>
                <a:lnTo>
                  <a:pt x="370" y="100"/>
                </a:lnTo>
                <a:lnTo>
                  <a:pt x="371" y="101"/>
                </a:lnTo>
                <a:lnTo>
                  <a:pt x="372" y="102"/>
                </a:lnTo>
                <a:lnTo>
                  <a:pt x="372" y="103"/>
                </a:lnTo>
                <a:lnTo>
                  <a:pt x="371" y="103"/>
                </a:lnTo>
                <a:lnTo>
                  <a:pt x="372" y="104"/>
                </a:lnTo>
                <a:lnTo>
                  <a:pt x="373" y="104"/>
                </a:lnTo>
                <a:lnTo>
                  <a:pt x="374" y="106"/>
                </a:lnTo>
                <a:lnTo>
                  <a:pt x="374" y="107"/>
                </a:lnTo>
                <a:lnTo>
                  <a:pt x="374" y="108"/>
                </a:lnTo>
                <a:lnTo>
                  <a:pt x="375" y="109"/>
                </a:lnTo>
                <a:lnTo>
                  <a:pt x="376" y="110"/>
                </a:lnTo>
                <a:lnTo>
                  <a:pt x="377" y="110"/>
                </a:lnTo>
                <a:lnTo>
                  <a:pt x="377" y="109"/>
                </a:lnTo>
                <a:lnTo>
                  <a:pt x="377" y="108"/>
                </a:lnTo>
                <a:lnTo>
                  <a:pt x="377" y="107"/>
                </a:lnTo>
                <a:lnTo>
                  <a:pt x="377" y="106"/>
                </a:lnTo>
                <a:lnTo>
                  <a:pt x="376" y="105"/>
                </a:lnTo>
                <a:lnTo>
                  <a:pt x="376" y="104"/>
                </a:lnTo>
                <a:lnTo>
                  <a:pt x="377" y="104"/>
                </a:lnTo>
                <a:lnTo>
                  <a:pt x="377" y="103"/>
                </a:lnTo>
                <a:lnTo>
                  <a:pt x="376" y="101"/>
                </a:lnTo>
                <a:lnTo>
                  <a:pt x="376" y="100"/>
                </a:lnTo>
                <a:lnTo>
                  <a:pt x="375" y="100"/>
                </a:lnTo>
                <a:lnTo>
                  <a:pt x="374" y="100"/>
                </a:lnTo>
                <a:lnTo>
                  <a:pt x="374" y="99"/>
                </a:lnTo>
                <a:lnTo>
                  <a:pt x="374" y="98"/>
                </a:lnTo>
                <a:lnTo>
                  <a:pt x="375" y="97"/>
                </a:lnTo>
                <a:lnTo>
                  <a:pt x="375" y="96"/>
                </a:lnTo>
                <a:lnTo>
                  <a:pt x="374" y="96"/>
                </a:lnTo>
                <a:lnTo>
                  <a:pt x="375" y="95"/>
                </a:lnTo>
                <a:lnTo>
                  <a:pt x="376" y="93"/>
                </a:lnTo>
                <a:lnTo>
                  <a:pt x="376" y="92"/>
                </a:lnTo>
                <a:lnTo>
                  <a:pt x="376" y="93"/>
                </a:lnTo>
                <a:lnTo>
                  <a:pt x="377" y="94"/>
                </a:lnTo>
                <a:lnTo>
                  <a:pt x="378" y="94"/>
                </a:lnTo>
                <a:lnTo>
                  <a:pt x="378" y="93"/>
                </a:lnTo>
                <a:lnTo>
                  <a:pt x="377" y="93"/>
                </a:lnTo>
                <a:lnTo>
                  <a:pt x="377" y="92"/>
                </a:lnTo>
                <a:lnTo>
                  <a:pt x="376" y="92"/>
                </a:lnTo>
                <a:lnTo>
                  <a:pt x="376" y="91"/>
                </a:lnTo>
                <a:lnTo>
                  <a:pt x="377" y="91"/>
                </a:lnTo>
                <a:lnTo>
                  <a:pt x="377" y="90"/>
                </a:lnTo>
                <a:lnTo>
                  <a:pt x="378" y="88"/>
                </a:lnTo>
                <a:lnTo>
                  <a:pt x="379" y="88"/>
                </a:lnTo>
                <a:lnTo>
                  <a:pt x="380" y="87"/>
                </a:lnTo>
                <a:lnTo>
                  <a:pt x="381" y="87"/>
                </a:lnTo>
                <a:lnTo>
                  <a:pt x="382" y="88"/>
                </a:lnTo>
                <a:lnTo>
                  <a:pt x="383" y="88"/>
                </a:lnTo>
                <a:lnTo>
                  <a:pt x="383" y="87"/>
                </a:lnTo>
                <a:lnTo>
                  <a:pt x="382" y="87"/>
                </a:lnTo>
                <a:lnTo>
                  <a:pt x="382" y="86"/>
                </a:lnTo>
                <a:lnTo>
                  <a:pt x="381" y="85"/>
                </a:lnTo>
                <a:lnTo>
                  <a:pt x="380" y="85"/>
                </a:lnTo>
                <a:lnTo>
                  <a:pt x="380" y="84"/>
                </a:lnTo>
                <a:lnTo>
                  <a:pt x="380" y="83"/>
                </a:lnTo>
                <a:lnTo>
                  <a:pt x="380" y="82"/>
                </a:lnTo>
                <a:lnTo>
                  <a:pt x="381" y="81"/>
                </a:lnTo>
                <a:lnTo>
                  <a:pt x="382" y="81"/>
                </a:lnTo>
                <a:lnTo>
                  <a:pt x="382" y="82"/>
                </a:lnTo>
                <a:lnTo>
                  <a:pt x="383" y="82"/>
                </a:lnTo>
                <a:lnTo>
                  <a:pt x="383" y="81"/>
                </a:lnTo>
                <a:lnTo>
                  <a:pt x="383" y="80"/>
                </a:lnTo>
                <a:lnTo>
                  <a:pt x="382" y="80"/>
                </a:lnTo>
                <a:lnTo>
                  <a:pt x="382" y="79"/>
                </a:lnTo>
                <a:lnTo>
                  <a:pt x="383" y="78"/>
                </a:lnTo>
                <a:lnTo>
                  <a:pt x="383" y="77"/>
                </a:lnTo>
                <a:lnTo>
                  <a:pt x="384" y="77"/>
                </a:lnTo>
                <a:lnTo>
                  <a:pt x="384" y="78"/>
                </a:lnTo>
                <a:lnTo>
                  <a:pt x="385" y="77"/>
                </a:lnTo>
                <a:lnTo>
                  <a:pt x="386" y="77"/>
                </a:lnTo>
                <a:lnTo>
                  <a:pt x="386" y="76"/>
                </a:lnTo>
                <a:lnTo>
                  <a:pt x="387" y="76"/>
                </a:lnTo>
                <a:lnTo>
                  <a:pt x="388" y="76"/>
                </a:lnTo>
                <a:lnTo>
                  <a:pt x="389" y="76"/>
                </a:lnTo>
                <a:lnTo>
                  <a:pt x="389" y="77"/>
                </a:lnTo>
                <a:lnTo>
                  <a:pt x="390" y="77"/>
                </a:lnTo>
                <a:lnTo>
                  <a:pt x="391" y="77"/>
                </a:lnTo>
                <a:lnTo>
                  <a:pt x="392" y="78"/>
                </a:lnTo>
                <a:lnTo>
                  <a:pt x="391" y="79"/>
                </a:lnTo>
                <a:lnTo>
                  <a:pt x="391" y="80"/>
                </a:lnTo>
                <a:lnTo>
                  <a:pt x="392" y="80"/>
                </a:lnTo>
                <a:lnTo>
                  <a:pt x="392" y="81"/>
                </a:lnTo>
                <a:lnTo>
                  <a:pt x="392" y="82"/>
                </a:lnTo>
                <a:lnTo>
                  <a:pt x="392" y="83"/>
                </a:lnTo>
                <a:lnTo>
                  <a:pt x="391" y="85"/>
                </a:lnTo>
                <a:lnTo>
                  <a:pt x="392" y="85"/>
                </a:lnTo>
                <a:lnTo>
                  <a:pt x="393" y="86"/>
                </a:lnTo>
                <a:lnTo>
                  <a:pt x="393" y="87"/>
                </a:lnTo>
                <a:lnTo>
                  <a:pt x="394" y="88"/>
                </a:lnTo>
                <a:lnTo>
                  <a:pt x="394" y="87"/>
                </a:lnTo>
                <a:lnTo>
                  <a:pt x="394" y="86"/>
                </a:lnTo>
                <a:lnTo>
                  <a:pt x="395" y="86"/>
                </a:lnTo>
                <a:lnTo>
                  <a:pt x="395" y="85"/>
                </a:lnTo>
                <a:lnTo>
                  <a:pt x="396" y="86"/>
                </a:lnTo>
                <a:lnTo>
                  <a:pt x="397" y="85"/>
                </a:lnTo>
                <a:lnTo>
                  <a:pt x="398" y="85"/>
                </a:lnTo>
                <a:lnTo>
                  <a:pt x="399" y="84"/>
                </a:lnTo>
                <a:lnTo>
                  <a:pt x="400" y="85"/>
                </a:lnTo>
                <a:lnTo>
                  <a:pt x="401" y="84"/>
                </a:lnTo>
                <a:lnTo>
                  <a:pt x="401" y="85"/>
                </a:lnTo>
                <a:lnTo>
                  <a:pt x="401" y="86"/>
                </a:lnTo>
                <a:lnTo>
                  <a:pt x="402" y="86"/>
                </a:lnTo>
                <a:lnTo>
                  <a:pt x="403" y="86"/>
                </a:lnTo>
                <a:lnTo>
                  <a:pt x="404" y="86"/>
                </a:lnTo>
                <a:lnTo>
                  <a:pt x="404" y="85"/>
                </a:lnTo>
                <a:lnTo>
                  <a:pt x="405" y="85"/>
                </a:lnTo>
                <a:lnTo>
                  <a:pt x="406" y="84"/>
                </a:lnTo>
                <a:lnTo>
                  <a:pt x="406" y="85"/>
                </a:lnTo>
                <a:lnTo>
                  <a:pt x="408" y="86"/>
                </a:lnTo>
                <a:lnTo>
                  <a:pt x="408" y="87"/>
                </a:lnTo>
                <a:lnTo>
                  <a:pt x="409" y="87"/>
                </a:lnTo>
                <a:lnTo>
                  <a:pt x="410" y="87"/>
                </a:lnTo>
                <a:lnTo>
                  <a:pt x="410" y="86"/>
                </a:lnTo>
                <a:lnTo>
                  <a:pt x="410" y="87"/>
                </a:lnTo>
                <a:lnTo>
                  <a:pt x="411" y="88"/>
                </a:lnTo>
                <a:lnTo>
                  <a:pt x="412" y="88"/>
                </a:lnTo>
                <a:lnTo>
                  <a:pt x="413" y="89"/>
                </a:lnTo>
                <a:lnTo>
                  <a:pt x="414" y="89"/>
                </a:lnTo>
                <a:lnTo>
                  <a:pt x="414" y="88"/>
                </a:lnTo>
                <a:lnTo>
                  <a:pt x="415" y="88"/>
                </a:lnTo>
                <a:lnTo>
                  <a:pt x="416" y="88"/>
                </a:lnTo>
                <a:lnTo>
                  <a:pt x="416" y="87"/>
                </a:lnTo>
                <a:lnTo>
                  <a:pt x="417" y="86"/>
                </a:lnTo>
                <a:lnTo>
                  <a:pt x="418" y="86"/>
                </a:lnTo>
                <a:lnTo>
                  <a:pt x="419" y="85"/>
                </a:lnTo>
                <a:lnTo>
                  <a:pt x="417" y="84"/>
                </a:lnTo>
                <a:lnTo>
                  <a:pt x="416" y="84"/>
                </a:lnTo>
                <a:lnTo>
                  <a:pt x="416" y="83"/>
                </a:lnTo>
                <a:lnTo>
                  <a:pt x="415" y="83"/>
                </a:lnTo>
                <a:lnTo>
                  <a:pt x="415" y="82"/>
                </a:lnTo>
                <a:lnTo>
                  <a:pt x="415" y="80"/>
                </a:lnTo>
                <a:lnTo>
                  <a:pt x="415" y="79"/>
                </a:lnTo>
                <a:lnTo>
                  <a:pt x="415" y="78"/>
                </a:lnTo>
                <a:lnTo>
                  <a:pt x="414" y="78"/>
                </a:lnTo>
                <a:lnTo>
                  <a:pt x="414" y="77"/>
                </a:lnTo>
                <a:lnTo>
                  <a:pt x="414" y="76"/>
                </a:lnTo>
                <a:lnTo>
                  <a:pt x="414" y="75"/>
                </a:lnTo>
                <a:lnTo>
                  <a:pt x="416" y="72"/>
                </a:lnTo>
                <a:lnTo>
                  <a:pt x="417" y="71"/>
                </a:lnTo>
                <a:lnTo>
                  <a:pt x="417" y="70"/>
                </a:lnTo>
                <a:lnTo>
                  <a:pt x="417" y="69"/>
                </a:lnTo>
                <a:lnTo>
                  <a:pt x="418" y="68"/>
                </a:lnTo>
                <a:lnTo>
                  <a:pt x="417" y="68"/>
                </a:lnTo>
                <a:lnTo>
                  <a:pt x="417" y="67"/>
                </a:lnTo>
                <a:lnTo>
                  <a:pt x="416" y="67"/>
                </a:lnTo>
                <a:lnTo>
                  <a:pt x="415" y="67"/>
                </a:lnTo>
                <a:lnTo>
                  <a:pt x="416" y="66"/>
                </a:lnTo>
                <a:lnTo>
                  <a:pt x="416" y="65"/>
                </a:lnTo>
                <a:lnTo>
                  <a:pt x="415" y="65"/>
                </a:lnTo>
                <a:lnTo>
                  <a:pt x="415" y="66"/>
                </a:lnTo>
                <a:lnTo>
                  <a:pt x="414" y="67"/>
                </a:lnTo>
                <a:lnTo>
                  <a:pt x="413" y="67"/>
                </a:lnTo>
                <a:lnTo>
                  <a:pt x="411" y="66"/>
                </a:lnTo>
                <a:lnTo>
                  <a:pt x="411" y="67"/>
                </a:lnTo>
                <a:lnTo>
                  <a:pt x="410" y="68"/>
                </a:lnTo>
                <a:lnTo>
                  <a:pt x="409" y="68"/>
                </a:lnTo>
                <a:lnTo>
                  <a:pt x="409" y="69"/>
                </a:lnTo>
                <a:lnTo>
                  <a:pt x="408" y="70"/>
                </a:lnTo>
                <a:lnTo>
                  <a:pt x="407" y="71"/>
                </a:lnTo>
                <a:lnTo>
                  <a:pt x="406" y="72"/>
                </a:lnTo>
                <a:lnTo>
                  <a:pt x="405" y="72"/>
                </a:lnTo>
                <a:lnTo>
                  <a:pt x="404" y="71"/>
                </a:lnTo>
                <a:lnTo>
                  <a:pt x="404" y="72"/>
                </a:lnTo>
                <a:lnTo>
                  <a:pt x="403" y="72"/>
                </a:lnTo>
                <a:lnTo>
                  <a:pt x="402" y="72"/>
                </a:lnTo>
                <a:lnTo>
                  <a:pt x="402" y="71"/>
                </a:lnTo>
                <a:lnTo>
                  <a:pt x="401" y="71"/>
                </a:lnTo>
                <a:lnTo>
                  <a:pt x="401" y="69"/>
                </a:lnTo>
                <a:lnTo>
                  <a:pt x="401" y="68"/>
                </a:lnTo>
                <a:lnTo>
                  <a:pt x="402" y="68"/>
                </a:lnTo>
                <a:lnTo>
                  <a:pt x="403" y="67"/>
                </a:lnTo>
                <a:lnTo>
                  <a:pt x="404" y="66"/>
                </a:lnTo>
                <a:lnTo>
                  <a:pt x="405" y="66"/>
                </a:lnTo>
                <a:lnTo>
                  <a:pt x="406" y="66"/>
                </a:lnTo>
                <a:lnTo>
                  <a:pt x="406" y="67"/>
                </a:lnTo>
                <a:lnTo>
                  <a:pt x="407" y="67"/>
                </a:lnTo>
                <a:lnTo>
                  <a:pt x="407" y="66"/>
                </a:lnTo>
                <a:lnTo>
                  <a:pt x="407" y="65"/>
                </a:lnTo>
                <a:lnTo>
                  <a:pt x="408" y="65"/>
                </a:lnTo>
                <a:lnTo>
                  <a:pt x="408" y="66"/>
                </a:lnTo>
                <a:lnTo>
                  <a:pt x="409" y="65"/>
                </a:lnTo>
                <a:lnTo>
                  <a:pt x="409" y="64"/>
                </a:lnTo>
                <a:lnTo>
                  <a:pt x="410" y="64"/>
                </a:lnTo>
                <a:lnTo>
                  <a:pt x="410" y="63"/>
                </a:lnTo>
                <a:lnTo>
                  <a:pt x="411" y="63"/>
                </a:lnTo>
                <a:lnTo>
                  <a:pt x="411" y="64"/>
                </a:lnTo>
                <a:lnTo>
                  <a:pt x="411" y="63"/>
                </a:lnTo>
                <a:lnTo>
                  <a:pt x="410" y="62"/>
                </a:lnTo>
                <a:lnTo>
                  <a:pt x="412" y="60"/>
                </a:lnTo>
                <a:lnTo>
                  <a:pt x="413" y="60"/>
                </a:lnTo>
                <a:lnTo>
                  <a:pt x="413" y="61"/>
                </a:lnTo>
                <a:lnTo>
                  <a:pt x="414" y="61"/>
                </a:lnTo>
                <a:lnTo>
                  <a:pt x="415" y="61"/>
                </a:lnTo>
                <a:lnTo>
                  <a:pt x="416" y="61"/>
                </a:lnTo>
                <a:lnTo>
                  <a:pt x="417" y="62"/>
                </a:lnTo>
                <a:lnTo>
                  <a:pt x="418" y="62"/>
                </a:lnTo>
                <a:lnTo>
                  <a:pt x="418" y="61"/>
                </a:lnTo>
                <a:lnTo>
                  <a:pt x="418" y="60"/>
                </a:lnTo>
                <a:lnTo>
                  <a:pt x="419" y="59"/>
                </a:lnTo>
                <a:lnTo>
                  <a:pt x="420" y="59"/>
                </a:lnTo>
                <a:lnTo>
                  <a:pt x="421" y="59"/>
                </a:lnTo>
                <a:lnTo>
                  <a:pt x="422" y="59"/>
                </a:lnTo>
                <a:lnTo>
                  <a:pt x="423" y="59"/>
                </a:lnTo>
                <a:lnTo>
                  <a:pt x="424" y="60"/>
                </a:lnTo>
                <a:lnTo>
                  <a:pt x="424" y="62"/>
                </a:lnTo>
                <a:lnTo>
                  <a:pt x="423" y="63"/>
                </a:lnTo>
                <a:lnTo>
                  <a:pt x="423" y="64"/>
                </a:lnTo>
                <a:lnTo>
                  <a:pt x="423" y="65"/>
                </a:lnTo>
                <a:lnTo>
                  <a:pt x="424" y="66"/>
                </a:lnTo>
                <a:lnTo>
                  <a:pt x="425" y="66"/>
                </a:lnTo>
                <a:lnTo>
                  <a:pt x="425" y="65"/>
                </a:lnTo>
                <a:lnTo>
                  <a:pt x="425" y="64"/>
                </a:lnTo>
                <a:lnTo>
                  <a:pt x="426" y="63"/>
                </a:lnTo>
                <a:lnTo>
                  <a:pt x="426" y="64"/>
                </a:lnTo>
                <a:lnTo>
                  <a:pt x="427" y="64"/>
                </a:lnTo>
                <a:lnTo>
                  <a:pt x="428" y="63"/>
                </a:lnTo>
                <a:lnTo>
                  <a:pt x="428" y="62"/>
                </a:lnTo>
                <a:lnTo>
                  <a:pt x="427" y="62"/>
                </a:lnTo>
                <a:lnTo>
                  <a:pt x="426" y="60"/>
                </a:lnTo>
                <a:lnTo>
                  <a:pt x="426" y="59"/>
                </a:lnTo>
                <a:lnTo>
                  <a:pt x="427" y="59"/>
                </a:lnTo>
                <a:lnTo>
                  <a:pt x="428" y="59"/>
                </a:lnTo>
                <a:lnTo>
                  <a:pt x="429" y="60"/>
                </a:lnTo>
                <a:lnTo>
                  <a:pt x="429" y="61"/>
                </a:lnTo>
                <a:lnTo>
                  <a:pt x="429" y="62"/>
                </a:lnTo>
                <a:lnTo>
                  <a:pt x="429" y="63"/>
                </a:lnTo>
                <a:lnTo>
                  <a:pt x="428" y="63"/>
                </a:lnTo>
                <a:lnTo>
                  <a:pt x="429" y="63"/>
                </a:lnTo>
                <a:lnTo>
                  <a:pt x="430" y="64"/>
                </a:lnTo>
                <a:lnTo>
                  <a:pt x="430" y="65"/>
                </a:lnTo>
                <a:lnTo>
                  <a:pt x="429" y="65"/>
                </a:lnTo>
                <a:lnTo>
                  <a:pt x="429" y="66"/>
                </a:lnTo>
                <a:lnTo>
                  <a:pt x="430" y="66"/>
                </a:lnTo>
                <a:lnTo>
                  <a:pt x="431" y="66"/>
                </a:lnTo>
                <a:lnTo>
                  <a:pt x="432" y="66"/>
                </a:lnTo>
                <a:lnTo>
                  <a:pt x="434" y="68"/>
                </a:lnTo>
                <a:lnTo>
                  <a:pt x="435" y="68"/>
                </a:lnTo>
                <a:lnTo>
                  <a:pt x="436" y="68"/>
                </a:lnTo>
                <a:lnTo>
                  <a:pt x="437" y="68"/>
                </a:lnTo>
                <a:lnTo>
                  <a:pt x="439" y="68"/>
                </a:lnTo>
                <a:lnTo>
                  <a:pt x="439" y="67"/>
                </a:lnTo>
                <a:lnTo>
                  <a:pt x="439" y="66"/>
                </a:lnTo>
                <a:lnTo>
                  <a:pt x="440" y="66"/>
                </a:lnTo>
                <a:lnTo>
                  <a:pt x="441" y="66"/>
                </a:lnTo>
                <a:lnTo>
                  <a:pt x="442" y="66"/>
                </a:lnTo>
                <a:lnTo>
                  <a:pt x="441" y="65"/>
                </a:lnTo>
                <a:lnTo>
                  <a:pt x="441" y="64"/>
                </a:lnTo>
                <a:lnTo>
                  <a:pt x="440" y="63"/>
                </a:lnTo>
                <a:lnTo>
                  <a:pt x="441" y="63"/>
                </a:lnTo>
                <a:lnTo>
                  <a:pt x="441" y="62"/>
                </a:lnTo>
                <a:lnTo>
                  <a:pt x="441" y="61"/>
                </a:lnTo>
                <a:lnTo>
                  <a:pt x="441" y="60"/>
                </a:lnTo>
                <a:lnTo>
                  <a:pt x="441" y="59"/>
                </a:lnTo>
                <a:lnTo>
                  <a:pt x="441" y="58"/>
                </a:lnTo>
                <a:lnTo>
                  <a:pt x="441" y="56"/>
                </a:lnTo>
                <a:lnTo>
                  <a:pt x="442" y="56"/>
                </a:lnTo>
                <a:lnTo>
                  <a:pt x="442" y="55"/>
                </a:lnTo>
                <a:lnTo>
                  <a:pt x="443" y="55"/>
                </a:lnTo>
                <a:lnTo>
                  <a:pt x="444" y="55"/>
                </a:lnTo>
                <a:lnTo>
                  <a:pt x="444" y="54"/>
                </a:lnTo>
                <a:lnTo>
                  <a:pt x="446" y="53"/>
                </a:lnTo>
                <a:lnTo>
                  <a:pt x="446" y="51"/>
                </a:lnTo>
                <a:lnTo>
                  <a:pt x="446" y="50"/>
                </a:lnTo>
                <a:lnTo>
                  <a:pt x="446" y="49"/>
                </a:lnTo>
                <a:lnTo>
                  <a:pt x="447" y="49"/>
                </a:lnTo>
                <a:lnTo>
                  <a:pt x="449" y="48"/>
                </a:lnTo>
                <a:lnTo>
                  <a:pt x="450" y="47"/>
                </a:lnTo>
                <a:lnTo>
                  <a:pt x="450" y="44"/>
                </a:lnTo>
                <a:lnTo>
                  <a:pt x="449" y="43"/>
                </a:lnTo>
                <a:lnTo>
                  <a:pt x="448" y="43"/>
                </a:lnTo>
                <a:lnTo>
                  <a:pt x="447" y="43"/>
                </a:lnTo>
                <a:lnTo>
                  <a:pt x="447" y="42"/>
                </a:lnTo>
                <a:lnTo>
                  <a:pt x="448" y="42"/>
                </a:lnTo>
                <a:lnTo>
                  <a:pt x="449" y="42"/>
                </a:lnTo>
                <a:lnTo>
                  <a:pt x="450" y="41"/>
                </a:lnTo>
                <a:lnTo>
                  <a:pt x="451" y="40"/>
                </a:lnTo>
                <a:lnTo>
                  <a:pt x="452" y="39"/>
                </a:lnTo>
                <a:lnTo>
                  <a:pt x="453" y="39"/>
                </a:lnTo>
                <a:lnTo>
                  <a:pt x="453" y="38"/>
                </a:lnTo>
                <a:lnTo>
                  <a:pt x="454" y="38"/>
                </a:lnTo>
                <a:lnTo>
                  <a:pt x="454" y="37"/>
                </a:lnTo>
                <a:lnTo>
                  <a:pt x="454" y="36"/>
                </a:lnTo>
                <a:lnTo>
                  <a:pt x="455" y="36"/>
                </a:lnTo>
                <a:lnTo>
                  <a:pt x="455" y="37"/>
                </a:lnTo>
                <a:lnTo>
                  <a:pt x="456" y="37"/>
                </a:lnTo>
                <a:lnTo>
                  <a:pt x="456" y="38"/>
                </a:lnTo>
                <a:lnTo>
                  <a:pt x="457" y="38"/>
                </a:lnTo>
                <a:lnTo>
                  <a:pt x="457" y="39"/>
                </a:lnTo>
                <a:lnTo>
                  <a:pt x="458" y="39"/>
                </a:lnTo>
                <a:lnTo>
                  <a:pt x="459" y="40"/>
                </a:lnTo>
                <a:lnTo>
                  <a:pt x="460" y="39"/>
                </a:lnTo>
                <a:lnTo>
                  <a:pt x="460" y="38"/>
                </a:lnTo>
                <a:lnTo>
                  <a:pt x="460" y="37"/>
                </a:lnTo>
                <a:lnTo>
                  <a:pt x="461" y="37"/>
                </a:lnTo>
                <a:lnTo>
                  <a:pt x="462" y="37"/>
                </a:lnTo>
                <a:lnTo>
                  <a:pt x="462" y="38"/>
                </a:lnTo>
                <a:lnTo>
                  <a:pt x="463" y="38"/>
                </a:lnTo>
                <a:lnTo>
                  <a:pt x="463" y="37"/>
                </a:lnTo>
                <a:lnTo>
                  <a:pt x="464" y="37"/>
                </a:lnTo>
                <a:lnTo>
                  <a:pt x="465" y="37"/>
                </a:lnTo>
                <a:lnTo>
                  <a:pt x="465" y="36"/>
                </a:lnTo>
                <a:lnTo>
                  <a:pt x="466" y="35"/>
                </a:lnTo>
                <a:lnTo>
                  <a:pt x="467" y="34"/>
                </a:lnTo>
                <a:lnTo>
                  <a:pt x="468" y="34"/>
                </a:lnTo>
                <a:lnTo>
                  <a:pt x="469" y="34"/>
                </a:lnTo>
                <a:lnTo>
                  <a:pt x="470" y="34"/>
                </a:lnTo>
                <a:lnTo>
                  <a:pt x="470" y="35"/>
                </a:lnTo>
                <a:lnTo>
                  <a:pt x="469" y="36"/>
                </a:lnTo>
                <a:lnTo>
                  <a:pt x="469" y="37"/>
                </a:lnTo>
                <a:lnTo>
                  <a:pt x="470" y="38"/>
                </a:lnTo>
                <a:lnTo>
                  <a:pt x="471" y="38"/>
                </a:lnTo>
                <a:lnTo>
                  <a:pt x="472" y="37"/>
                </a:lnTo>
                <a:lnTo>
                  <a:pt x="473" y="37"/>
                </a:lnTo>
                <a:lnTo>
                  <a:pt x="473" y="38"/>
                </a:lnTo>
                <a:lnTo>
                  <a:pt x="473" y="39"/>
                </a:lnTo>
                <a:lnTo>
                  <a:pt x="474" y="39"/>
                </a:lnTo>
                <a:lnTo>
                  <a:pt x="474" y="38"/>
                </a:lnTo>
                <a:lnTo>
                  <a:pt x="475" y="38"/>
                </a:lnTo>
                <a:lnTo>
                  <a:pt x="475" y="39"/>
                </a:lnTo>
                <a:lnTo>
                  <a:pt x="476" y="39"/>
                </a:lnTo>
                <a:lnTo>
                  <a:pt x="477" y="40"/>
                </a:lnTo>
                <a:lnTo>
                  <a:pt x="476" y="40"/>
                </a:lnTo>
                <a:lnTo>
                  <a:pt x="476" y="42"/>
                </a:lnTo>
                <a:lnTo>
                  <a:pt x="475" y="43"/>
                </a:lnTo>
                <a:lnTo>
                  <a:pt x="475" y="44"/>
                </a:lnTo>
                <a:lnTo>
                  <a:pt x="474" y="44"/>
                </a:lnTo>
                <a:lnTo>
                  <a:pt x="473" y="43"/>
                </a:lnTo>
                <a:lnTo>
                  <a:pt x="473" y="44"/>
                </a:lnTo>
                <a:lnTo>
                  <a:pt x="473" y="45"/>
                </a:lnTo>
                <a:lnTo>
                  <a:pt x="473" y="46"/>
                </a:lnTo>
                <a:lnTo>
                  <a:pt x="472" y="46"/>
                </a:lnTo>
                <a:lnTo>
                  <a:pt x="472" y="47"/>
                </a:lnTo>
                <a:lnTo>
                  <a:pt x="472" y="48"/>
                </a:lnTo>
                <a:lnTo>
                  <a:pt x="473" y="48"/>
                </a:lnTo>
                <a:lnTo>
                  <a:pt x="473" y="49"/>
                </a:lnTo>
                <a:lnTo>
                  <a:pt x="472" y="49"/>
                </a:lnTo>
                <a:lnTo>
                  <a:pt x="472" y="50"/>
                </a:lnTo>
                <a:lnTo>
                  <a:pt x="472" y="51"/>
                </a:lnTo>
                <a:lnTo>
                  <a:pt x="473" y="51"/>
                </a:lnTo>
                <a:lnTo>
                  <a:pt x="474" y="51"/>
                </a:lnTo>
                <a:lnTo>
                  <a:pt x="475" y="51"/>
                </a:lnTo>
                <a:lnTo>
                  <a:pt x="476" y="51"/>
                </a:lnTo>
                <a:lnTo>
                  <a:pt x="477" y="51"/>
                </a:lnTo>
                <a:lnTo>
                  <a:pt x="478" y="51"/>
                </a:lnTo>
                <a:lnTo>
                  <a:pt x="478" y="50"/>
                </a:lnTo>
                <a:lnTo>
                  <a:pt x="479" y="50"/>
                </a:lnTo>
                <a:lnTo>
                  <a:pt x="480" y="50"/>
                </a:lnTo>
                <a:lnTo>
                  <a:pt x="480" y="51"/>
                </a:lnTo>
                <a:lnTo>
                  <a:pt x="480" y="52"/>
                </a:lnTo>
                <a:lnTo>
                  <a:pt x="481" y="52"/>
                </a:lnTo>
                <a:lnTo>
                  <a:pt x="483" y="51"/>
                </a:lnTo>
                <a:lnTo>
                  <a:pt x="484" y="51"/>
                </a:lnTo>
                <a:lnTo>
                  <a:pt x="484" y="50"/>
                </a:lnTo>
                <a:lnTo>
                  <a:pt x="485" y="49"/>
                </a:lnTo>
                <a:lnTo>
                  <a:pt x="486" y="49"/>
                </a:lnTo>
                <a:lnTo>
                  <a:pt x="486" y="48"/>
                </a:lnTo>
                <a:lnTo>
                  <a:pt x="485" y="47"/>
                </a:lnTo>
                <a:lnTo>
                  <a:pt x="484" y="46"/>
                </a:lnTo>
                <a:lnTo>
                  <a:pt x="484" y="45"/>
                </a:lnTo>
                <a:lnTo>
                  <a:pt x="484" y="44"/>
                </a:lnTo>
                <a:lnTo>
                  <a:pt x="484" y="43"/>
                </a:lnTo>
                <a:lnTo>
                  <a:pt x="484" y="42"/>
                </a:lnTo>
                <a:lnTo>
                  <a:pt x="484" y="41"/>
                </a:lnTo>
                <a:lnTo>
                  <a:pt x="483" y="41"/>
                </a:lnTo>
                <a:lnTo>
                  <a:pt x="482" y="41"/>
                </a:lnTo>
                <a:lnTo>
                  <a:pt x="482" y="40"/>
                </a:lnTo>
                <a:lnTo>
                  <a:pt x="482" y="38"/>
                </a:lnTo>
                <a:lnTo>
                  <a:pt x="482" y="37"/>
                </a:lnTo>
                <a:lnTo>
                  <a:pt x="483" y="36"/>
                </a:lnTo>
                <a:lnTo>
                  <a:pt x="483" y="35"/>
                </a:lnTo>
                <a:lnTo>
                  <a:pt x="484" y="35"/>
                </a:lnTo>
                <a:lnTo>
                  <a:pt x="485" y="35"/>
                </a:lnTo>
                <a:lnTo>
                  <a:pt x="487" y="36"/>
                </a:lnTo>
                <a:lnTo>
                  <a:pt x="489" y="36"/>
                </a:lnTo>
                <a:lnTo>
                  <a:pt x="490" y="35"/>
                </a:lnTo>
                <a:lnTo>
                  <a:pt x="491" y="34"/>
                </a:lnTo>
                <a:lnTo>
                  <a:pt x="491" y="33"/>
                </a:lnTo>
                <a:lnTo>
                  <a:pt x="491" y="32"/>
                </a:lnTo>
                <a:lnTo>
                  <a:pt x="491" y="29"/>
                </a:lnTo>
                <a:lnTo>
                  <a:pt x="492" y="28"/>
                </a:lnTo>
                <a:lnTo>
                  <a:pt x="493" y="26"/>
                </a:lnTo>
                <a:lnTo>
                  <a:pt x="493" y="23"/>
                </a:lnTo>
                <a:lnTo>
                  <a:pt x="494" y="23"/>
                </a:lnTo>
                <a:lnTo>
                  <a:pt x="495" y="23"/>
                </a:lnTo>
                <a:lnTo>
                  <a:pt x="496" y="21"/>
                </a:lnTo>
                <a:lnTo>
                  <a:pt x="497" y="20"/>
                </a:lnTo>
                <a:lnTo>
                  <a:pt x="497" y="19"/>
                </a:lnTo>
                <a:lnTo>
                  <a:pt x="498" y="19"/>
                </a:lnTo>
                <a:lnTo>
                  <a:pt x="499" y="19"/>
                </a:lnTo>
                <a:lnTo>
                  <a:pt x="499" y="20"/>
                </a:lnTo>
                <a:lnTo>
                  <a:pt x="500" y="20"/>
                </a:lnTo>
                <a:lnTo>
                  <a:pt x="501" y="20"/>
                </a:lnTo>
                <a:lnTo>
                  <a:pt x="502" y="20"/>
                </a:lnTo>
                <a:lnTo>
                  <a:pt x="503" y="21"/>
                </a:lnTo>
                <a:lnTo>
                  <a:pt x="503" y="22"/>
                </a:lnTo>
                <a:lnTo>
                  <a:pt x="504" y="22"/>
                </a:lnTo>
                <a:lnTo>
                  <a:pt x="505" y="22"/>
                </a:lnTo>
                <a:lnTo>
                  <a:pt x="505" y="21"/>
                </a:lnTo>
                <a:lnTo>
                  <a:pt x="506" y="21"/>
                </a:lnTo>
                <a:lnTo>
                  <a:pt x="506" y="22"/>
                </a:lnTo>
                <a:lnTo>
                  <a:pt x="507" y="22"/>
                </a:lnTo>
                <a:lnTo>
                  <a:pt x="508" y="22"/>
                </a:lnTo>
                <a:lnTo>
                  <a:pt x="508" y="21"/>
                </a:lnTo>
                <a:lnTo>
                  <a:pt x="509" y="22"/>
                </a:lnTo>
                <a:lnTo>
                  <a:pt x="510" y="22"/>
                </a:lnTo>
                <a:lnTo>
                  <a:pt x="509" y="22"/>
                </a:lnTo>
                <a:lnTo>
                  <a:pt x="509" y="23"/>
                </a:lnTo>
                <a:lnTo>
                  <a:pt x="509" y="24"/>
                </a:lnTo>
                <a:lnTo>
                  <a:pt x="510" y="25"/>
                </a:lnTo>
                <a:lnTo>
                  <a:pt x="510" y="26"/>
                </a:lnTo>
                <a:lnTo>
                  <a:pt x="509" y="26"/>
                </a:lnTo>
                <a:lnTo>
                  <a:pt x="509" y="27"/>
                </a:lnTo>
                <a:lnTo>
                  <a:pt x="509" y="28"/>
                </a:lnTo>
                <a:lnTo>
                  <a:pt x="508" y="28"/>
                </a:lnTo>
                <a:lnTo>
                  <a:pt x="508" y="29"/>
                </a:lnTo>
                <a:lnTo>
                  <a:pt x="508" y="30"/>
                </a:lnTo>
                <a:lnTo>
                  <a:pt x="507" y="31"/>
                </a:lnTo>
                <a:lnTo>
                  <a:pt x="508" y="32"/>
                </a:lnTo>
                <a:lnTo>
                  <a:pt x="508" y="33"/>
                </a:lnTo>
                <a:lnTo>
                  <a:pt x="507" y="34"/>
                </a:lnTo>
                <a:lnTo>
                  <a:pt x="507" y="35"/>
                </a:lnTo>
                <a:lnTo>
                  <a:pt x="508" y="35"/>
                </a:lnTo>
                <a:lnTo>
                  <a:pt x="509" y="35"/>
                </a:lnTo>
                <a:lnTo>
                  <a:pt x="510" y="36"/>
                </a:lnTo>
                <a:lnTo>
                  <a:pt x="510" y="37"/>
                </a:lnTo>
                <a:lnTo>
                  <a:pt x="511" y="37"/>
                </a:lnTo>
                <a:lnTo>
                  <a:pt x="511" y="36"/>
                </a:lnTo>
                <a:lnTo>
                  <a:pt x="512" y="35"/>
                </a:lnTo>
                <a:lnTo>
                  <a:pt x="513" y="36"/>
                </a:lnTo>
                <a:lnTo>
                  <a:pt x="513" y="37"/>
                </a:lnTo>
                <a:lnTo>
                  <a:pt x="514" y="37"/>
                </a:lnTo>
                <a:lnTo>
                  <a:pt x="515" y="37"/>
                </a:lnTo>
                <a:lnTo>
                  <a:pt x="516" y="37"/>
                </a:lnTo>
                <a:lnTo>
                  <a:pt x="516" y="36"/>
                </a:lnTo>
                <a:lnTo>
                  <a:pt x="516" y="35"/>
                </a:lnTo>
                <a:lnTo>
                  <a:pt x="517" y="34"/>
                </a:lnTo>
                <a:lnTo>
                  <a:pt x="518" y="33"/>
                </a:lnTo>
                <a:lnTo>
                  <a:pt x="518" y="32"/>
                </a:lnTo>
                <a:lnTo>
                  <a:pt x="519" y="33"/>
                </a:lnTo>
                <a:lnTo>
                  <a:pt x="520" y="34"/>
                </a:lnTo>
                <a:lnTo>
                  <a:pt x="520" y="35"/>
                </a:lnTo>
                <a:lnTo>
                  <a:pt x="521" y="35"/>
                </a:lnTo>
                <a:lnTo>
                  <a:pt x="522" y="35"/>
                </a:lnTo>
                <a:lnTo>
                  <a:pt x="523" y="37"/>
                </a:lnTo>
                <a:lnTo>
                  <a:pt x="523" y="38"/>
                </a:lnTo>
                <a:lnTo>
                  <a:pt x="523" y="39"/>
                </a:lnTo>
                <a:lnTo>
                  <a:pt x="524" y="40"/>
                </a:lnTo>
                <a:lnTo>
                  <a:pt x="523" y="41"/>
                </a:lnTo>
                <a:lnTo>
                  <a:pt x="523" y="42"/>
                </a:lnTo>
                <a:lnTo>
                  <a:pt x="524" y="42"/>
                </a:lnTo>
                <a:lnTo>
                  <a:pt x="525" y="43"/>
                </a:lnTo>
                <a:lnTo>
                  <a:pt x="525" y="42"/>
                </a:lnTo>
                <a:lnTo>
                  <a:pt x="526" y="42"/>
                </a:lnTo>
                <a:lnTo>
                  <a:pt x="527" y="42"/>
                </a:lnTo>
                <a:lnTo>
                  <a:pt x="527" y="43"/>
                </a:lnTo>
                <a:lnTo>
                  <a:pt x="528" y="43"/>
                </a:lnTo>
                <a:lnTo>
                  <a:pt x="529" y="42"/>
                </a:lnTo>
                <a:lnTo>
                  <a:pt x="530" y="42"/>
                </a:lnTo>
                <a:lnTo>
                  <a:pt x="531" y="41"/>
                </a:lnTo>
                <a:lnTo>
                  <a:pt x="531" y="40"/>
                </a:lnTo>
                <a:lnTo>
                  <a:pt x="532" y="39"/>
                </a:lnTo>
                <a:lnTo>
                  <a:pt x="532" y="38"/>
                </a:lnTo>
                <a:lnTo>
                  <a:pt x="532" y="37"/>
                </a:lnTo>
                <a:lnTo>
                  <a:pt x="533" y="35"/>
                </a:lnTo>
                <a:lnTo>
                  <a:pt x="533" y="34"/>
                </a:lnTo>
                <a:lnTo>
                  <a:pt x="533" y="33"/>
                </a:lnTo>
                <a:lnTo>
                  <a:pt x="533" y="32"/>
                </a:lnTo>
                <a:lnTo>
                  <a:pt x="534" y="31"/>
                </a:lnTo>
                <a:lnTo>
                  <a:pt x="534" y="32"/>
                </a:lnTo>
                <a:lnTo>
                  <a:pt x="535" y="32"/>
                </a:lnTo>
                <a:lnTo>
                  <a:pt x="535" y="31"/>
                </a:lnTo>
                <a:lnTo>
                  <a:pt x="535" y="29"/>
                </a:lnTo>
                <a:lnTo>
                  <a:pt x="536" y="28"/>
                </a:lnTo>
                <a:lnTo>
                  <a:pt x="536" y="27"/>
                </a:lnTo>
                <a:lnTo>
                  <a:pt x="537" y="27"/>
                </a:lnTo>
                <a:lnTo>
                  <a:pt x="538" y="26"/>
                </a:lnTo>
                <a:lnTo>
                  <a:pt x="539" y="25"/>
                </a:lnTo>
                <a:lnTo>
                  <a:pt x="539" y="24"/>
                </a:lnTo>
                <a:lnTo>
                  <a:pt x="540" y="23"/>
                </a:lnTo>
                <a:lnTo>
                  <a:pt x="541" y="23"/>
                </a:lnTo>
                <a:lnTo>
                  <a:pt x="543" y="21"/>
                </a:lnTo>
                <a:lnTo>
                  <a:pt x="544" y="20"/>
                </a:lnTo>
                <a:lnTo>
                  <a:pt x="545" y="21"/>
                </a:lnTo>
                <a:lnTo>
                  <a:pt x="545" y="22"/>
                </a:lnTo>
                <a:lnTo>
                  <a:pt x="546" y="22"/>
                </a:lnTo>
                <a:lnTo>
                  <a:pt x="546" y="21"/>
                </a:lnTo>
                <a:lnTo>
                  <a:pt x="547" y="20"/>
                </a:lnTo>
                <a:lnTo>
                  <a:pt x="548" y="20"/>
                </a:lnTo>
                <a:lnTo>
                  <a:pt x="549" y="19"/>
                </a:lnTo>
                <a:lnTo>
                  <a:pt x="549" y="18"/>
                </a:lnTo>
                <a:lnTo>
                  <a:pt x="549" y="17"/>
                </a:lnTo>
                <a:lnTo>
                  <a:pt x="550" y="17"/>
                </a:lnTo>
                <a:lnTo>
                  <a:pt x="550" y="16"/>
                </a:lnTo>
                <a:lnTo>
                  <a:pt x="551" y="15"/>
                </a:lnTo>
                <a:lnTo>
                  <a:pt x="551" y="14"/>
                </a:lnTo>
                <a:lnTo>
                  <a:pt x="551" y="13"/>
                </a:lnTo>
                <a:lnTo>
                  <a:pt x="550" y="13"/>
                </a:lnTo>
                <a:lnTo>
                  <a:pt x="550" y="12"/>
                </a:lnTo>
                <a:lnTo>
                  <a:pt x="550" y="11"/>
                </a:lnTo>
                <a:lnTo>
                  <a:pt x="550" y="10"/>
                </a:lnTo>
                <a:lnTo>
                  <a:pt x="551" y="10"/>
                </a:lnTo>
                <a:lnTo>
                  <a:pt x="552" y="9"/>
                </a:lnTo>
                <a:lnTo>
                  <a:pt x="553" y="9"/>
                </a:lnTo>
                <a:lnTo>
                  <a:pt x="554" y="8"/>
                </a:lnTo>
                <a:lnTo>
                  <a:pt x="555" y="7"/>
                </a:lnTo>
                <a:lnTo>
                  <a:pt x="556" y="5"/>
                </a:lnTo>
                <a:lnTo>
                  <a:pt x="557" y="5"/>
                </a:lnTo>
                <a:lnTo>
                  <a:pt x="557" y="6"/>
                </a:lnTo>
                <a:lnTo>
                  <a:pt x="557" y="7"/>
                </a:lnTo>
                <a:lnTo>
                  <a:pt x="559" y="7"/>
                </a:lnTo>
                <a:lnTo>
                  <a:pt x="559" y="8"/>
                </a:lnTo>
                <a:lnTo>
                  <a:pt x="560" y="7"/>
                </a:lnTo>
                <a:lnTo>
                  <a:pt x="561" y="7"/>
                </a:lnTo>
                <a:lnTo>
                  <a:pt x="561" y="6"/>
                </a:lnTo>
                <a:lnTo>
                  <a:pt x="563" y="7"/>
                </a:lnTo>
                <a:lnTo>
                  <a:pt x="565" y="8"/>
                </a:lnTo>
                <a:lnTo>
                  <a:pt x="564" y="8"/>
                </a:lnTo>
                <a:lnTo>
                  <a:pt x="565" y="8"/>
                </a:lnTo>
                <a:lnTo>
                  <a:pt x="565" y="9"/>
                </a:lnTo>
                <a:lnTo>
                  <a:pt x="566" y="9"/>
                </a:lnTo>
                <a:lnTo>
                  <a:pt x="567" y="9"/>
                </a:lnTo>
                <a:lnTo>
                  <a:pt x="567" y="8"/>
                </a:lnTo>
                <a:lnTo>
                  <a:pt x="566" y="8"/>
                </a:lnTo>
                <a:lnTo>
                  <a:pt x="567" y="8"/>
                </a:lnTo>
                <a:lnTo>
                  <a:pt x="567" y="7"/>
                </a:lnTo>
                <a:lnTo>
                  <a:pt x="567" y="6"/>
                </a:lnTo>
                <a:lnTo>
                  <a:pt x="568" y="6"/>
                </a:lnTo>
                <a:lnTo>
                  <a:pt x="568" y="7"/>
                </a:lnTo>
                <a:lnTo>
                  <a:pt x="569" y="8"/>
                </a:lnTo>
                <a:lnTo>
                  <a:pt x="568" y="9"/>
                </a:lnTo>
                <a:lnTo>
                  <a:pt x="568" y="10"/>
                </a:lnTo>
                <a:lnTo>
                  <a:pt x="567" y="11"/>
                </a:lnTo>
                <a:lnTo>
                  <a:pt x="568" y="12"/>
                </a:lnTo>
                <a:lnTo>
                  <a:pt x="569" y="14"/>
                </a:lnTo>
                <a:lnTo>
                  <a:pt x="570" y="13"/>
                </a:lnTo>
                <a:lnTo>
                  <a:pt x="571" y="12"/>
                </a:lnTo>
                <a:lnTo>
                  <a:pt x="573" y="12"/>
                </a:lnTo>
                <a:lnTo>
                  <a:pt x="574" y="13"/>
                </a:lnTo>
                <a:lnTo>
                  <a:pt x="574" y="12"/>
                </a:lnTo>
                <a:lnTo>
                  <a:pt x="575" y="13"/>
                </a:lnTo>
                <a:lnTo>
                  <a:pt x="576" y="13"/>
                </a:lnTo>
                <a:lnTo>
                  <a:pt x="577" y="13"/>
                </a:lnTo>
                <a:lnTo>
                  <a:pt x="577" y="12"/>
                </a:lnTo>
                <a:lnTo>
                  <a:pt x="578" y="11"/>
                </a:lnTo>
                <a:lnTo>
                  <a:pt x="579" y="11"/>
                </a:lnTo>
                <a:lnTo>
                  <a:pt x="581" y="11"/>
                </a:lnTo>
                <a:lnTo>
                  <a:pt x="582" y="11"/>
                </a:lnTo>
                <a:lnTo>
                  <a:pt x="583" y="11"/>
                </a:lnTo>
                <a:lnTo>
                  <a:pt x="584" y="12"/>
                </a:lnTo>
                <a:lnTo>
                  <a:pt x="584" y="13"/>
                </a:lnTo>
                <a:lnTo>
                  <a:pt x="585" y="13"/>
                </a:lnTo>
                <a:lnTo>
                  <a:pt x="585" y="12"/>
                </a:lnTo>
                <a:lnTo>
                  <a:pt x="585" y="11"/>
                </a:lnTo>
                <a:lnTo>
                  <a:pt x="585" y="10"/>
                </a:lnTo>
                <a:lnTo>
                  <a:pt x="585" y="8"/>
                </a:lnTo>
                <a:lnTo>
                  <a:pt x="584" y="7"/>
                </a:lnTo>
                <a:lnTo>
                  <a:pt x="584" y="6"/>
                </a:lnTo>
                <a:lnTo>
                  <a:pt x="585" y="6"/>
                </a:lnTo>
                <a:lnTo>
                  <a:pt x="586" y="6"/>
                </a:lnTo>
                <a:lnTo>
                  <a:pt x="586" y="5"/>
                </a:lnTo>
                <a:lnTo>
                  <a:pt x="586" y="3"/>
                </a:lnTo>
                <a:lnTo>
                  <a:pt x="586" y="2"/>
                </a:lnTo>
                <a:lnTo>
                  <a:pt x="586" y="1"/>
                </a:lnTo>
                <a:lnTo>
                  <a:pt x="586" y="0"/>
                </a:lnTo>
                <a:lnTo>
                  <a:pt x="587" y="0"/>
                </a:lnTo>
                <a:lnTo>
                  <a:pt x="588" y="0"/>
                </a:lnTo>
                <a:lnTo>
                  <a:pt x="589" y="0"/>
                </a:lnTo>
                <a:lnTo>
                  <a:pt x="589" y="1"/>
                </a:lnTo>
                <a:lnTo>
                  <a:pt x="590" y="1"/>
                </a:lnTo>
                <a:lnTo>
                  <a:pt x="590" y="2"/>
                </a:lnTo>
                <a:lnTo>
                  <a:pt x="591" y="2"/>
                </a:lnTo>
                <a:lnTo>
                  <a:pt x="592" y="2"/>
                </a:lnTo>
                <a:lnTo>
                  <a:pt x="591" y="3"/>
                </a:lnTo>
                <a:lnTo>
                  <a:pt x="591" y="4"/>
                </a:lnTo>
                <a:lnTo>
                  <a:pt x="592" y="4"/>
                </a:lnTo>
                <a:lnTo>
                  <a:pt x="592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34" name=""/>
          <p:cNvSpPr/>
          <p:nvPr/>
        </p:nvSpPr>
        <p:spPr>
          <a:xfrm>
            <a:off x="6613200" y="43650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35" name=""/>
          <p:cNvSpPr/>
          <p:nvPr/>
        </p:nvSpPr>
        <p:spPr>
          <a:xfrm>
            <a:off x="6609600" y="435960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4" y="6"/>
                </a:moveTo>
                <a:lnTo>
                  <a:pt x="2" y="5"/>
                </a:lnTo>
                <a:lnTo>
                  <a:pt x="1" y="5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6" y="2"/>
                </a:lnTo>
                <a:lnTo>
                  <a:pt x="6" y="3"/>
                </a:lnTo>
                <a:lnTo>
                  <a:pt x="5" y="4"/>
                </a:lnTo>
                <a:lnTo>
                  <a:pt x="5" y="5"/>
                </a:lnTo>
                <a:lnTo>
                  <a:pt x="4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36" name=""/>
          <p:cNvSpPr/>
          <p:nvPr/>
        </p:nvSpPr>
        <p:spPr>
          <a:xfrm>
            <a:off x="6609600" y="43441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37" name=""/>
          <p:cNvSpPr/>
          <p:nvPr/>
        </p:nvSpPr>
        <p:spPr>
          <a:xfrm>
            <a:off x="6596280" y="43394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4"/>
                </a:move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3" y="0"/>
                </a:lnTo>
                <a:lnTo>
                  <a:pt x="3" y="2"/>
                </a:lnTo>
                <a:lnTo>
                  <a:pt x="1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38" name=""/>
          <p:cNvSpPr/>
          <p:nvPr/>
        </p:nvSpPr>
        <p:spPr>
          <a:xfrm>
            <a:off x="6607800" y="433872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5"/>
                </a:moveTo>
                <a:lnTo>
                  <a:pt x="0" y="3"/>
                </a:lnTo>
                <a:lnTo>
                  <a:pt x="2" y="3"/>
                </a:lnTo>
                <a:lnTo>
                  <a:pt x="3" y="2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39" name=""/>
          <p:cNvSpPr/>
          <p:nvPr/>
        </p:nvSpPr>
        <p:spPr>
          <a:xfrm>
            <a:off x="6608880" y="4338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40" name=""/>
          <p:cNvSpPr/>
          <p:nvPr/>
        </p:nvSpPr>
        <p:spPr>
          <a:xfrm>
            <a:off x="6602040" y="43354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41" name=""/>
          <p:cNvSpPr/>
          <p:nvPr/>
        </p:nvSpPr>
        <p:spPr>
          <a:xfrm>
            <a:off x="6593040" y="4329000"/>
            <a:ext cx="1800" cy="2520"/>
          </a:xfrm>
          <a:custGeom>
            <a:avLst/>
            <a:gdLst/>
            <a:ahLst/>
            <a:rect l="0" t="0" r="r" b="b"/>
            <a:pathLst>
              <a:path w="5" h="7">
                <a:moveTo>
                  <a:pt x="5" y="2"/>
                </a:move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1" y="5"/>
                </a:lnTo>
                <a:lnTo>
                  <a:pt x="1" y="6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3" y="0"/>
                </a:lnTo>
                <a:lnTo>
                  <a:pt x="3" y="1"/>
                </a:lnTo>
                <a:lnTo>
                  <a:pt x="5" y="1"/>
                </a:lnTo>
                <a:lnTo>
                  <a:pt x="5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42" name=""/>
          <p:cNvSpPr/>
          <p:nvPr/>
        </p:nvSpPr>
        <p:spPr>
          <a:xfrm>
            <a:off x="6677640" y="45532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1" y="3"/>
                </a:moveTo>
                <a:lnTo>
                  <a:pt x="1" y="1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3"/>
                </a:lnTo>
                <a:lnTo>
                  <a:pt x="4" y="4"/>
                </a:lnTo>
                <a:lnTo>
                  <a:pt x="3" y="4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43" name=""/>
          <p:cNvSpPr/>
          <p:nvPr/>
        </p:nvSpPr>
        <p:spPr>
          <a:xfrm>
            <a:off x="6687360" y="452916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1" y="1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7" y="1"/>
                </a:lnTo>
                <a:lnTo>
                  <a:pt x="7" y="2"/>
                </a:lnTo>
                <a:lnTo>
                  <a:pt x="6" y="4"/>
                </a:lnTo>
                <a:lnTo>
                  <a:pt x="5" y="4"/>
                </a:lnTo>
                <a:lnTo>
                  <a:pt x="4" y="2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44" name=""/>
          <p:cNvSpPr/>
          <p:nvPr/>
        </p:nvSpPr>
        <p:spPr>
          <a:xfrm>
            <a:off x="6686280" y="45064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45" name=""/>
          <p:cNvSpPr/>
          <p:nvPr/>
        </p:nvSpPr>
        <p:spPr>
          <a:xfrm>
            <a:off x="6685920" y="4504680"/>
            <a:ext cx="4320" cy="2880"/>
          </a:xfrm>
          <a:custGeom>
            <a:avLst/>
            <a:gdLst/>
            <a:ahLst/>
            <a:rect l="0" t="0" r="r" b="b"/>
            <a:pathLst>
              <a:path w="12" h="8">
                <a:moveTo>
                  <a:pt x="10" y="5"/>
                </a:moveTo>
                <a:lnTo>
                  <a:pt x="8" y="5"/>
                </a:lnTo>
                <a:lnTo>
                  <a:pt x="8" y="7"/>
                </a:lnTo>
                <a:lnTo>
                  <a:pt x="7" y="7"/>
                </a:lnTo>
                <a:lnTo>
                  <a:pt x="6" y="8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4" y="5"/>
                </a:lnTo>
                <a:lnTo>
                  <a:pt x="5" y="5"/>
                </a:lnTo>
                <a:lnTo>
                  <a:pt x="6" y="5"/>
                </a:lnTo>
                <a:lnTo>
                  <a:pt x="7" y="5"/>
                </a:lnTo>
                <a:lnTo>
                  <a:pt x="7" y="4"/>
                </a:lnTo>
                <a:lnTo>
                  <a:pt x="8" y="3"/>
                </a:lnTo>
                <a:lnTo>
                  <a:pt x="9" y="3"/>
                </a:lnTo>
                <a:lnTo>
                  <a:pt x="10" y="3"/>
                </a:lnTo>
                <a:lnTo>
                  <a:pt x="9" y="2"/>
                </a:lnTo>
                <a:lnTo>
                  <a:pt x="7" y="2"/>
                </a:lnTo>
                <a:lnTo>
                  <a:pt x="7" y="3"/>
                </a:lnTo>
                <a:lnTo>
                  <a:pt x="6" y="3"/>
                </a:lnTo>
                <a:lnTo>
                  <a:pt x="5" y="3"/>
                </a:lnTo>
                <a:lnTo>
                  <a:pt x="4" y="4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4" y="3"/>
                </a:lnTo>
                <a:lnTo>
                  <a:pt x="5" y="2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9" y="0"/>
                </a:lnTo>
                <a:lnTo>
                  <a:pt x="10" y="1"/>
                </a:lnTo>
                <a:lnTo>
                  <a:pt x="11" y="1"/>
                </a:lnTo>
                <a:lnTo>
                  <a:pt x="11" y="2"/>
                </a:lnTo>
                <a:lnTo>
                  <a:pt x="12" y="3"/>
                </a:lnTo>
                <a:lnTo>
                  <a:pt x="11" y="4"/>
                </a:lnTo>
                <a:lnTo>
                  <a:pt x="1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46" name=""/>
          <p:cNvSpPr/>
          <p:nvPr/>
        </p:nvSpPr>
        <p:spPr>
          <a:xfrm>
            <a:off x="6629040" y="4465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47" name=""/>
          <p:cNvSpPr/>
          <p:nvPr/>
        </p:nvSpPr>
        <p:spPr>
          <a:xfrm>
            <a:off x="6620040" y="4464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48" name=""/>
          <p:cNvSpPr/>
          <p:nvPr/>
        </p:nvSpPr>
        <p:spPr>
          <a:xfrm>
            <a:off x="6627960" y="4464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49" name=""/>
          <p:cNvSpPr/>
          <p:nvPr/>
        </p:nvSpPr>
        <p:spPr>
          <a:xfrm>
            <a:off x="6618600" y="446364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0"/>
                </a:move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50" name=""/>
          <p:cNvSpPr/>
          <p:nvPr/>
        </p:nvSpPr>
        <p:spPr>
          <a:xfrm>
            <a:off x="6622560" y="44636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51" name=""/>
          <p:cNvSpPr/>
          <p:nvPr/>
        </p:nvSpPr>
        <p:spPr>
          <a:xfrm>
            <a:off x="6631200" y="44607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52" name=""/>
          <p:cNvSpPr/>
          <p:nvPr/>
        </p:nvSpPr>
        <p:spPr>
          <a:xfrm>
            <a:off x="6650640" y="4448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53" name=""/>
          <p:cNvSpPr/>
          <p:nvPr/>
        </p:nvSpPr>
        <p:spPr>
          <a:xfrm>
            <a:off x="6654600" y="44478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54" name=""/>
          <p:cNvSpPr/>
          <p:nvPr/>
        </p:nvSpPr>
        <p:spPr>
          <a:xfrm>
            <a:off x="6654600" y="444708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0" y="4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55" name=""/>
          <p:cNvSpPr/>
          <p:nvPr/>
        </p:nvSpPr>
        <p:spPr>
          <a:xfrm>
            <a:off x="6657480" y="44301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56" name=""/>
          <p:cNvSpPr/>
          <p:nvPr/>
        </p:nvSpPr>
        <p:spPr>
          <a:xfrm>
            <a:off x="6594120" y="4393080"/>
            <a:ext cx="79200" cy="73800"/>
          </a:xfrm>
          <a:custGeom>
            <a:avLst/>
            <a:gdLst/>
            <a:ahLst/>
            <a:rect l="0" t="0" r="r" b="b"/>
            <a:pathLst>
              <a:path w="220" h="205">
                <a:moveTo>
                  <a:pt x="192" y="11"/>
                </a:moveTo>
                <a:lnTo>
                  <a:pt x="193" y="11"/>
                </a:lnTo>
                <a:lnTo>
                  <a:pt x="194" y="11"/>
                </a:lnTo>
                <a:lnTo>
                  <a:pt x="194" y="12"/>
                </a:lnTo>
                <a:lnTo>
                  <a:pt x="195" y="12"/>
                </a:lnTo>
                <a:lnTo>
                  <a:pt x="195" y="13"/>
                </a:lnTo>
                <a:lnTo>
                  <a:pt x="196" y="14"/>
                </a:lnTo>
                <a:lnTo>
                  <a:pt x="197" y="15"/>
                </a:lnTo>
                <a:lnTo>
                  <a:pt x="198" y="15"/>
                </a:lnTo>
                <a:lnTo>
                  <a:pt x="199" y="15"/>
                </a:lnTo>
                <a:lnTo>
                  <a:pt x="199" y="16"/>
                </a:lnTo>
                <a:lnTo>
                  <a:pt x="200" y="16"/>
                </a:lnTo>
                <a:lnTo>
                  <a:pt x="201" y="16"/>
                </a:lnTo>
                <a:lnTo>
                  <a:pt x="201" y="17"/>
                </a:lnTo>
                <a:lnTo>
                  <a:pt x="202" y="17"/>
                </a:lnTo>
                <a:lnTo>
                  <a:pt x="202" y="16"/>
                </a:lnTo>
                <a:lnTo>
                  <a:pt x="203" y="16"/>
                </a:lnTo>
                <a:lnTo>
                  <a:pt x="203" y="17"/>
                </a:lnTo>
                <a:lnTo>
                  <a:pt x="204" y="17"/>
                </a:lnTo>
                <a:lnTo>
                  <a:pt x="203" y="17"/>
                </a:lnTo>
                <a:lnTo>
                  <a:pt x="204" y="17"/>
                </a:lnTo>
                <a:lnTo>
                  <a:pt x="205" y="17"/>
                </a:lnTo>
                <a:lnTo>
                  <a:pt x="206" y="17"/>
                </a:lnTo>
                <a:lnTo>
                  <a:pt x="207" y="16"/>
                </a:lnTo>
                <a:lnTo>
                  <a:pt x="208" y="16"/>
                </a:lnTo>
                <a:lnTo>
                  <a:pt x="209" y="16"/>
                </a:lnTo>
                <a:lnTo>
                  <a:pt x="209" y="15"/>
                </a:lnTo>
                <a:lnTo>
                  <a:pt x="210" y="15"/>
                </a:lnTo>
                <a:lnTo>
                  <a:pt x="211" y="15"/>
                </a:lnTo>
                <a:lnTo>
                  <a:pt x="211" y="16"/>
                </a:lnTo>
                <a:lnTo>
                  <a:pt x="212" y="19"/>
                </a:lnTo>
                <a:lnTo>
                  <a:pt x="212" y="20"/>
                </a:lnTo>
                <a:lnTo>
                  <a:pt x="212" y="21"/>
                </a:lnTo>
                <a:lnTo>
                  <a:pt x="212" y="22"/>
                </a:lnTo>
                <a:lnTo>
                  <a:pt x="213" y="23"/>
                </a:lnTo>
                <a:lnTo>
                  <a:pt x="213" y="24"/>
                </a:lnTo>
                <a:lnTo>
                  <a:pt x="213" y="25"/>
                </a:lnTo>
                <a:lnTo>
                  <a:pt x="214" y="26"/>
                </a:lnTo>
                <a:lnTo>
                  <a:pt x="214" y="27"/>
                </a:lnTo>
                <a:lnTo>
                  <a:pt x="214" y="28"/>
                </a:lnTo>
                <a:lnTo>
                  <a:pt x="215" y="29"/>
                </a:lnTo>
                <a:lnTo>
                  <a:pt x="215" y="30"/>
                </a:lnTo>
                <a:lnTo>
                  <a:pt x="215" y="32"/>
                </a:lnTo>
                <a:lnTo>
                  <a:pt x="215" y="33"/>
                </a:lnTo>
                <a:lnTo>
                  <a:pt x="216" y="34"/>
                </a:lnTo>
                <a:lnTo>
                  <a:pt x="216" y="35"/>
                </a:lnTo>
                <a:lnTo>
                  <a:pt x="216" y="37"/>
                </a:lnTo>
                <a:lnTo>
                  <a:pt x="216" y="39"/>
                </a:lnTo>
                <a:lnTo>
                  <a:pt x="216" y="43"/>
                </a:lnTo>
                <a:lnTo>
                  <a:pt x="216" y="44"/>
                </a:lnTo>
                <a:lnTo>
                  <a:pt x="217" y="46"/>
                </a:lnTo>
                <a:lnTo>
                  <a:pt x="217" y="47"/>
                </a:lnTo>
                <a:lnTo>
                  <a:pt x="217" y="49"/>
                </a:lnTo>
                <a:lnTo>
                  <a:pt x="217" y="48"/>
                </a:lnTo>
                <a:lnTo>
                  <a:pt x="218" y="48"/>
                </a:lnTo>
                <a:lnTo>
                  <a:pt x="218" y="49"/>
                </a:lnTo>
                <a:lnTo>
                  <a:pt x="219" y="49"/>
                </a:lnTo>
                <a:lnTo>
                  <a:pt x="218" y="49"/>
                </a:lnTo>
                <a:lnTo>
                  <a:pt x="219" y="49"/>
                </a:lnTo>
                <a:lnTo>
                  <a:pt x="219" y="50"/>
                </a:lnTo>
                <a:lnTo>
                  <a:pt x="219" y="51"/>
                </a:lnTo>
                <a:lnTo>
                  <a:pt x="219" y="52"/>
                </a:lnTo>
                <a:lnTo>
                  <a:pt x="220" y="52"/>
                </a:lnTo>
                <a:lnTo>
                  <a:pt x="219" y="52"/>
                </a:lnTo>
                <a:lnTo>
                  <a:pt x="219" y="53"/>
                </a:lnTo>
                <a:lnTo>
                  <a:pt x="220" y="53"/>
                </a:lnTo>
                <a:lnTo>
                  <a:pt x="220" y="52"/>
                </a:lnTo>
                <a:lnTo>
                  <a:pt x="220" y="53"/>
                </a:lnTo>
                <a:lnTo>
                  <a:pt x="219" y="53"/>
                </a:lnTo>
                <a:lnTo>
                  <a:pt x="218" y="53"/>
                </a:lnTo>
                <a:lnTo>
                  <a:pt x="217" y="53"/>
                </a:lnTo>
                <a:lnTo>
                  <a:pt x="215" y="53"/>
                </a:lnTo>
                <a:lnTo>
                  <a:pt x="214" y="53"/>
                </a:lnTo>
                <a:lnTo>
                  <a:pt x="213" y="55"/>
                </a:lnTo>
                <a:lnTo>
                  <a:pt x="213" y="56"/>
                </a:lnTo>
                <a:lnTo>
                  <a:pt x="212" y="56"/>
                </a:lnTo>
                <a:lnTo>
                  <a:pt x="212" y="57"/>
                </a:lnTo>
                <a:lnTo>
                  <a:pt x="211" y="57"/>
                </a:lnTo>
                <a:lnTo>
                  <a:pt x="211" y="58"/>
                </a:lnTo>
                <a:lnTo>
                  <a:pt x="210" y="58"/>
                </a:lnTo>
                <a:lnTo>
                  <a:pt x="209" y="58"/>
                </a:lnTo>
                <a:lnTo>
                  <a:pt x="208" y="59"/>
                </a:lnTo>
                <a:lnTo>
                  <a:pt x="208" y="60"/>
                </a:lnTo>
                <a:lnTo>
                  <a:pt x="207" y="61"/>
                </a:lnTo>
                <a:lnTo>
                  <a:pt x="206" y="62"/>
                </a:lnTo>
                <a:lnTo>
                  <a:pt x="206" y="63"/>
                </a:lnTo>
                <a:lnTo>
                  <a:pt x="205" y="63"/>
                </a:lnTo>
                <a:lnTo>
                  <a:pt x="205" y="64"/>
                </a:lnTo>
                <a:lnTo>
                  <a:pt x="204" y="64"/>
                </a:lnTo>
                <a:lnTo>
                  <a:pt x="204" y="65"/>
                </a:lnTo>
                <a:lnTo>
                  <a:pt x="203" y="64"/>
                </a:lnTo>
                <a:lnTo>
                  <a:pt x="202" y="64"/>
                </a:lnTo>
                <a:lnTo>
                  <a:pt x="202" y="63"/>
                </a:lnTo>
                <a:lnTo>
                  <a:pt x="201" y="61"/>
                </a:lnTo>
                <a:lnTo>
                  <a:pt x="202" y="62"/>
                </a:lnTo>
                <a:lnTo>
                  <a:pt x="202" y="61"/>
                </a:lnTo>
                <a:lnTo>
                  <a:pt x="201" y="61"/>
                </a:lnTo>
                <a:lnTo>
                  <a:pt x="201" y="60"/>
                </a:lnTo>
                <a:lnTo>
                  <a:pt x="201" y="59"/>
                </a:lnTo>
                <a:lnTo>
                  <a:pt x="201" y="58"/>
                </a:lnTo>
                <a:lnTo>
                  <a:pt x="200" y="57"/>
                </a:lnTo>
                <a:lnTo>
                  <a:pt x="201" y="57"/>
                </a:lnTo>
                <a:lnTo>
                  <a:pt x="200" y="57"/>
                </a:lnTo>
                <a:lnTo>
                  <a:pt x="201" y="57"/>
                </a:lnTo>
                <a:lnTo>
                  <a:pt x="202" y="56"/>
                </a:lnTo>
                <a:lnTo>
                  <a:pt x="203" y="56"/>
                </a:lnTo>
                <a:lnTo>
                  <a:pt x="204" y="56"/>
                </a:lnTo>
                <a:lnTo>
                  <a:pt x="205" y="56"/>
                </a:lnTo>
                <a:lnTo>
                  <a:pt x="204" y="56"/>
                </a:lnTo>
                <a:lnTo>
                  <a:pt x="204" y="55"/>
                </a:lnTo>
                <a:lnTo>
                  <a:pt x="205" y="55"/>
                </a:lnTo>
                <a:lnTo>
                  <a:pt x="206" y="55"/>
                </a:lnTo>
                <a:lnTo>
                  <a:pt x="206" y="53"/>
                </a:lnTo>
                <a:lnTo>
                  <a:pt x="206" y="52"/>
                </a:lnTo>
                <a:lnTo>
                  <a:pt x="208" y="52"/>
                </a:lnTo>
                <a:lnTo>
                  <a:pt x="207" y="52"/>
                </a:lnTo>
                <a:lnTo>
                  <a:pt x="206" y="52"/>
                </a:lnTo>
                <a:lnTo>
                  <a:pt x="205" y="53"/>
                </a:lnTo>
                <a:lnTo>
                  <a:pt x="205" y="54"/>
                </a:lnTo>
                <a:lnTo>
                  <a:pt x="205" y="55"/>
                </a:lnTo>
                <a:lnTo>
                  <a:pt x="204" y="55"/>
                </a:lnTo>
                <a:lnTo>
                  <a:pt x="204" y="54"/>
                </a:lnTo>
                <a:lnTo>
                  <a:pt x="202" y="54"/>
                </a:lnTo>
                <a:lnTo>
                  <a:pt x="201" y="54"/>
                </a:lnTo>
                <a:lnTo>
                  <a:pt x="200" y="54"/>
                </a:lnTo>
                <a:lnTo>
                  <a:pt x="199" y="55"/>
                </a:lnTo>
                <a:lnTo>
                  <a:pt x="198" y="55"/>
                </a:lnTo>
                <a:lnTo>
                  <a:pt x="198" y="54"/>
                </a:lnTo>
                <a:lnTo>
                  <a:pt x="197" y="54"/>
                </a:lnTo>
                <a:lnTo>
                  <a:pt x="196" y="55"/>
                </a:lnTo>
                <a:lnTo>
                  <a:pt x="195" y="55"/>
                </a:lnTo>
                <a:lnTo>
                  <a:pt x="196" y="55"/>
                </a:lnTo>
                <a:lnTo>
                  <a:pt x="197" y="55"/>
                </a:lnTo>
                <a:lnTo>
                  <a:pt x="197" y="56"/>
                </a:lnTo>
                <a:lnTo>
                  <a:pt x="198" y="56"/>
                </a:lnTo>
                <a:lnTo>
                  <a:pt x="198" y="58"/>
                </a:lnTo>
                <a:lnTo>
                  <a:pt x="199" y="58"/>
                </a:lnTo>
                <a:lnTo>
                  <a:pt x="199" y="59"/>
                </a:lnTo>
                <a:lnTo>
                  <a:pt x="200" y="59"/>
                </a:lnTo>
                <a:lnTo>
                  <a:pt x="200" y="60"/>
                </a:lnTo>
                <a:lnTo>
                  <a:pt x="200" y="61"/>
                </a:lnTo>
                <a:lnTo>
                  <a:pt x="202" y="63"/>
                </a:lnTo>
                <a:lnTo>
                  <a:pt x="202" y="64"/>
                </a:lnTo>
                <a:lnTo>
                  <a:pt x="201" y="64"/>
                </a:lnTo>
                <a:lnTo>
                  <a:pt x="201" y="63"/>
                </a:lnTo>
                <a:lnTo>
                  <a:pt x="200" y="63"/>
                </a:lnTo>
                <a:lnTo>
                  <a:pt x="200" y="64"/>
                </a:lnTo>
                <a:lnTo>
                  <a:pt x="199" y="64"/>
                </a:lnTo>
                <a:lnTo>
                  <a:pt x="199" y="66"/>
                </a:lnTo>
                <a:lnTo>
                  <a:pt x="199" y="67"/>
                </a:lnTo>
                <a:lnTo>
                  <a:pt x="199" y="69"/>
                </a:lnTo>
                <a:lnTo>
                  <a:pt x="198" y="69"/>
                </a:lnTo>
                <a:lnTo>
                  <a:pt x="197" y="70"/>
                </a:lnTo>
                <a:lnTo>
                  <a:pt x="197" y="71"/>
                </a:lnTo>
                <a:lnTo>
                  <a:pt x="196" y="71"/>
                </a:lnTo>
                <a:lnTo>
                  <a:pt x="196" y="72"/>
                </a:lnTo>
                <a:lnTo>
                  <a:pt x="195" y="72"/>
                </a:lnTo>
                <a:lnTo>
                  <a:pt x="196" y="72"/>
                </a:lnTo>
                <a:lnTo>
                  <a:pt x="196" y="73"/>
                </a:lnTo>
                <a:lnTo>
                  <a:pt x="195" y="73"/>
                </a:lnTo>
                <a:lnTo>
                  <a:pt x="195" y="74"/>
                </a:lnTo>
                <a:lnTo>
                  <a:pt x="195" y="75"/>
                </a:lnTo>
                <a:lnTo>
                  <a:pt x="194" y="75"/>
                </a:lnTo>
                <a:lnTo>
                  <a:pt x="193" y="76"/>
                </a:lnTo>
                <a:lnTo>
                  <a:pt x="192" y="76"/>
                </a:lnTo>
                <a:lnTo>
                  <a:pt x="192" y="77"/>
                </a:lnTo>
                <a:lnTo>
                  <a:pt x="192" y="76"/>
                </a:lnTo>
                <a:lnTo>
                  <a:pt x="192" y="77"/>
                </a:lnTo>
                <a:lnTo>
                  <a:pt x="192" y="76"/>
                </a:lnTo>
                <a:lnTo>
                  <a:pt x="191" y="76"/>
                </a:lnTo>
                <a:lnTo>
                  <a:pt x="190" y="76"/>
                </a:lnTo>
                <a:lnTo>
                  <a:pt x="189" y="76"/>
                </a:lnTo>
                <a:lnTo>
                  <a:pt x="189" y="77"/>
                </a:lnTo>
                <a:lnTo>
                  <a:pt x="188" y="78"/>
                </a:lnTo>
                <a:lnTo>
                  <a:pt x="187" y="78"/>
                </a:lnTo>
                <a:lnTo>
                  <a:pt x="187" y="79"/>
                </a:lnTo>
                <a:lnTo>
                  <a:pt x="187" y="80"/>
                </a:lnTo>
                <a:lnTo>
                  <a:pt x="187" y="81"/>
                </a:lnTo>
                <a:lnTo>
                  <a:pt x="187" y="82"/>
                </a:lnTo>
                <a:lnTo>
                  <a:pt x="187" y="83"/>
                </a:lnTo>
                <a:lnTo>
                  <a:pt x="188" y="83"/>
                </a:lnTo>
                <a:lnTo>
                  <a:pt x="188" y="84"/>
                </a:lnTo>
                <a:lnTo>
                  <a:pt x="188" y="85"/>
                </a:lnTo>
                <a:lnTo>
                  <a:pt x="187" y="86"/>
                </a:lnTo>
                <a:lnTo>
                  <a:pt x="186" y="86"/>
                </a:lnTo>
                <a:lnTo>
                  <a:pt x="186" y="87"/>
                </a:lnTo>
                <a:lnTo>
                  <a:pt x="185" y="87"/>
                </a:lnTo>
                <a:lnTo>
                  <a:pt x="185" y="86"/>
                </a:lnTo>
                <a:lnTo>
                  <a:pt x="184" y="86"/>
                </a:lnTo>
                <a:lnTo>
                  <a:pt x="184" y="87"/>
                </a:lnTo>
                <a:lnTo>
                  <a:pt x="183" y="88"/>
                </a:lnTo>
                <a:lnTo>
                  <a:pt x="183" y="89"/>
                </a:lnTo>
                <a:lnTo>
                  <a:pt x="184" y="89"/>
                </a:lnTo>
                <a:lnTo>
                  <a:pt x="184" y="90"/>
                </a:lnTo>
                <a:lnTo>
                  <a:pt x="184" y="91"/>
                </a:lnTo>
                <a:lnTo>
                  <a:pt x="184" y="92"/>
                </a:lnTo>
                <a:lnTo>
                  <a:pt x="183" y="92"/>
                </a:lnTo>
                <a:lnTo>
                  <a:pt x="183" y="94"/>
                </a:lnTo>
                <a:lnTo>
                  <a:pt x="182" y="94"/>
                </a:lnTo>
                <a:lnTo>
                  <a:pt x="182" y="95"/>
                </a:lnTo>
                <a:lnTo>
                  <a:pt x="182" y="96"/>
                </a:lnTo>
                <a:lnTo>
                  <a:pt x="182" y="97"/>
                </a:lnTo>
                <a:lnTo>
                  <a:pt x="181" y="97"/>
                </a:lnTo>
                <a:lnTo>
                  <a:pt x="181" y="98"/>
                </a:lnTo>
                <a:lnTo>
                  <a:pt x="180" y="98"/>
                </a:lnTo>
                <a:lnTo>
                  <a:pt x="180" y="99"/>
                </a:lnTo>
                <a:lnTo>
                  <a:pt x="180" y="100"/>
                </a:lnTo>
                <a:lnTo>
                  <a:pt x="179" y="101"/>
                </a:lnTo>
                <a:lnTo>
                  <a:pt x="179" y="102"/>
                </a:lnTo>
                <a:lnTo>
                  <a:pt x="178" y="102"/>
                </a:lnTo>
                <a:lnTo>
                  <a:pt x="178" y="103"/>
                </a:lnTo>
                <a:lnTo>
                  <a:pt x="177" y="103"/>
                </a:lnTo>
                <a:lnTo>
                  <a:pt x="177" y="104"/>
                </a:lnTo>
                <a:lnTo>
                  <a:pt x="176" y="104"/>
                </a:lnTo>
                <a:lnTo>
                  <a:pt x="177" y="104"/>
                </a:lnTo>
                <a:lnTo>
                  <a:pt x="177" y="105"/>
                </a:lnTo>
                <a:lnTo>
                  <a:pt x="177" y="106"/>
                </a:lnTo>
                <a:lnTo>
                  <a:pt x="177" y="107"/>
                </a:lnTo>
                <a:lnTo>
                  <a:pt x="176" y="107"/>
                </a:lnTo>
                <a:lnTo>
                  <a:pt x="176" y="108"/>
                </a:lnTo>
                <a:lnTo>
                  <a:pt x="176" y="109"/>
                </a:lnTo>
                <a:lnTo>
                  <a:pt x="177" y="109"/>
                </a:lnTo>
                <a:lnTo>
                  <a:pt x="177" y="108"/>
                </a:lnTo>
                <a:lnTo>
                  <a:pt x="177" y="107"/>
                </a:lnTo>
                <a:lnTo>
                  <a:pt x="177" y="106"/>
                </a:lnTo>
                <a:lnTo>
                  <a:pt x="177" y="105"/>
                </a:lnTo>
                <a:lnTo>
                  <a:pt x="178" y="105"/>
                </a:lnTo>
                <a:lnTo>
                  <a:pt x="178" y="106"/>
                </a:lnTo>
                <a:lnTo>
                  <a:pt x="178" y="107"/>
                </a:lnTo>
                <a:lnTo>
                  <a:pt x="178" y="108"/>
                </a:lnTo>
                <a:lnTo>
                  <a:pt x="178" y="109"/>
                </a:lnTo>
                <a:lnTo>
                  <a:pt x="178" y="110"/>
                </a:lnTo>
                <a:lnTo>
                  <a:pt x="178" y="112"/>
                </a:lnTo>
                <a:lnTo>
                  <a:pt x="177" y="113"/>
                </a:lnTo>
                <a:lnTo>
                  <a:pt x="177" y="114"/>
                </a:lnTo>
                <a:lnTo>
                  <a:pt x="175" y="114"/>
                </a:lnTo>
                <a:lnTo>
                  <a:pt x="175" y="115"/>
                </a:lnTo>
                <a:lnTo>
                  <a:pt x="174" y="115"/>
                </a:lnTo>
                <a:lnTo>
                  <a:pt x="174" y="116"/>
                </a:lnTo>
                <a:lnTo>
                  <a:pt x="174" y="117"/>
                </a:lnTo>
                <a:lnTo>
                  <a:pt x="173" y="118"/>
                </a:lnTo>
                <a:lnTo>
                  <a:pt x="173" y="119"/>
                </a:lnTo>
                <a:lnTo>
                  <a:pt x="173" y="120"/>
                </a:lnTo>
                <a:lnTo>
                  <a:pt x="173" y="121"/>
                </a:lnTo>
                <a:lnTo>
                  <a:pt x="173" y="123"/>
                </a:lnTo>
                <a:lnTo>
                  <a:pt x="172" y="125"/>
                </a:lnTo>
                <a:lnTo>
                  <a:pt x="172" y="127"/>
                </a:lnTo>
                <a:lnTo>
                  <a:pt x="173" y="127"/>
                </a:lnTo>
                <a:lnTo>
                  <a:pt x="173" y="128"/>
                </a:lnTo>
                <a:lnTo>
                  <a:pt x="173" y="129"/>
                </a:lnTo>
                <a:lnTo>
                  <a:pt x="173" y="130"/>
                </a:lnTo>
                <a:lnTo>
                  <a:pt x="172" y="129"/>
                </a:lnTo>
                <a:lnTo>
                  <a:pt x="171" y="130"/>
                </a:lnTo>
                <a:lnTo>
                  <a:pt x="170" y="130"/>
                </a:lnTo>
                <a:lnTo>
                  <a:pt x="169" y="130"/>
                </a:lnTo>
                <a:lnTo>
                  <a:pt x="170" y="131"/>
                </a:lnTo>
                <a:lnTo>
                  <a:pt x="169" y="132"/>
                </a:lnTo>
                <a:lnTo>
                  <a:pt x="169" y="131"/>
                </a:lnTo>
                <a:lnTo>
                  <a:pt x="168" y="131"/>
                </a:lnTo>
                <a:lnTo>
                  <a:pt x="168" y="132"/>
                </a:lnTo>
                <a:lnTo>
                  <a:pt x="168" y="133"/>
                </a:lnTo>
                <a:lnTo>
                  <a:pt x="169" y="134"/>
                </a:lnTo>
                <a:lnTo>
                  <a:pt x="168" y="134"/>
                </a:lnTo>
                <a:lnTo>
                  <a:pt x="168" y="135"/>
                </a:lnTo>
                <a:lnTo>
                  <a:pt x="166" y="135"/>
                </a:lnTo>
                <a:lnTo>
                  <a:pt x="165" y="135"/>
                </a:lnTo>
                <a:lnTo>
                  <a:pt x="166" y="136"/>
                </a:lnTo>
                <a:lnTo>
                  <a:pt x="165" y="136"/>
                </a:lnTo>
                <a:lnTo>
                  <a:pt x="165" y="137"/>
                </a:lnTo>
                <a:lnTo>
                  <a:pt x="166" y="138"/>
                </a:lnTo>
                <a:lnTo>
                  <a:pt x="167" y="138"/>
                </a:lnTo>
                <a:lnTo>
                  <a:pt x="168" y="138"/>
                </a:lnTo>
                <a:lnTo>
                  <a:pt x="168" y="140"/>
                </a:lnTo>
                <a:lnTo>
                  <a:pt x="169" y="140"/>
                </a:lnTo>
                <a:lnTo>
                  <a:pt x="170" y="140"/>
                </a:lnTo>
                <a:lnTo>
                  <a:pt x="170" y="141"/>
                </a:lnTo>
                <a:lnTo>
                  <a:pt x="171" y="141"/>
                </a:lnTo>
                <a:lnTo>
                  <a:pt x="171" y="140"/>
                </a:lnTo>
                <a:lnTo>
                  <a:pt x="172" y="140"/>
                </a:lnTo>
                <a:lnTo>
                  <a:pt x="173" y="140"/>
                </a:lnTo>
                <a:lnTo>
                  <a:pt x="172" y="138"/>
                </a:lnTo>
                <a:lnTo>
                  <a:pt x="171" y="137"/>
                </a:lnTo>
                <a:lnTo>
                  <a:pt x="171" y="136"/>
                </a:lnTo>
                <a:lnTo>
                  <a:pt x="172" y="136"/>
                </a:lnTo>
                <a:lnTo>
                  <a:pt x="172" y="135"/>
                </a:lnTo>
                <a:lnTo>
                  <a:pt x="171" y="134"/>
                </a:lnTo>
                <a:lnTo>
                  <a:pt x="171" y="133"/>
                </a:lnTo>
                <a:lnTo>
                  <a:pt x="171" y="131"/>
                </a:lnTo>
                <a:lnTo>
                  <a:pt x="171" y="130"/>
                </a:lnTo>
                <a:lnTo>
                  <a:pt x="172" y="130"/>
                </a:lnTo>
                <a:lnTo>
                  <a:pt x="172" y="129"/>
                </a:lnTo>
                <a:lnTo>
                  <a:pt x="172" y="130"/>
                </a:lnTo>
                <a:lnTo>
                  <a:pt x="173" y="130"/>
                </a:lnTo>
                <a:lnTo>
                  <a:pt x="173" y="132"/>
                </a:lnTo>
                <a:lnTo>
                  <a:pt x="173" y="133"/>
                </a:lnTo>
                <a:lnTo>
                  <a:pt x="173" y="134"/>
                </a:lnTo>
                <a:lnTo>
                  <a:pt x="173" y="136"/>
                </a:lnTo>
                <a:lnTo>
                  <a:pt x="173" y="137"/>
                </a:lnTo>
                <a:lnTo>
                  <a:pt x="174" y="138"/>
                </a:lnTo>
                <a:lnTo>
                  <a:pt x="174" y="140"/>
                </a:lnTo>
                <a:lnTo>
                  <a:pt x="174" y="141"/>
                </a:lnTo>
                <a:lnTo>
                  <a:pt x="175" y="141"/>
                </a:lnTo>
                <a:lnTo>
                  <a:pt x="175" y="142"/>
                </a:lnTo>
                <a:lnTo>
                  <a:pt x="174" y="142"/>
                </a:lnTo>
                <a:lnTo>
                  <a:pt x="174" y="141"/>
                </a:lnTo>
                <a:lnTo>
                  <a:pt x="173" y="141"/>
                </a:lnTo>
                <a:lnTo>
                  <a:pt x="173" y="142"/>
                </a:lnTo>
                <a:lnTo>
                  <a:pt x="173" y="143"/>
                </a:lnTo>
                <a:lnTo>
                  <a:pt x="172" y="143"/>
                </a:lnTo>
                <a:lnTo>
                  <a:pt x="172" y="142"/>
                </a:lnTo>
                <a:lnTo>
                  <a:pt x="171" y="142"/>
                </a:lnTo>
                <a:lnTo>
                  <a:pt x="171" y="143"/>
                </a:lnTo>
                <a:lnTo>
                  <a:pt x="170" y="143"/>
                </a:lnTo>
                <a:lnTo>
                  <a:pt x="170" y="142"/>
                </a:lnTo>
                <a:lnTo>
                  <a:pt x="169" y="142"/>
                </a:lnTo>
                <a:lnTo>
                  <a:pt x="168" y="143"/>
                </a:lnTo>
                <a:lnTo>
                  <a:pt x="168" y="144"/>
                </a:lnTo>
                <a:lnTo>
                  <a:pt x="167" y="145"/>
                </a:lnTo>
                <a:lnTo>
                  <a:pt x="167" y="146"/>
                </a:lnTo>
                <a:lnTo>
                  <a:pt x="167" y="147"/>
                </a:lnTo>
                <a:lnTo>
                  <a:pt x="166" y="147"/>
                </a:lnTo>
                <a:lnTo>
                  <a:pt x="165" y="147"/>
                </a:lnTo>
                <a:lnTo>
                  <a:pt x="165" y="148"/>
                </a:lnTo>
                <a:lnTo>
                  <a:pt x="165" y="149"/>
                </a:lnTo>
                <a:lnTo>
                  <a:pt x="165" y="151"/>
                </a:lnTo>
                <a:lnTo>
                  <a:pt x="165" y="152"/>
                </a:lnTo>
                <a:lnTo>
                  <a:pt x="164" y="153"/>
                </a:lnTo>
                <a:lnTo>
                  <a:pt x="164" y="154"/>
                </a:lnTo>
                <a:lnTo>
                  <a:pt x="163" y="154"/>
                </a:lnTo>
                <a:lnTo>
                  <a:pt x="164" y="154"/>
                </a:lnTo>
                <a:lnTo>
                  <a:pt x="163" y="154"/>
                </a:lnTo>
                <a:lnTo>
                  <a:pt x="163" y="153"/>
                </a:lnTo>
                <a:lnTo>
                  <a:pt x="162" y="153"/>
                </a:lnTo>
                <a:lnTo>
                  <a:pt x="161" y="153"/>
                </a:lnTo>
                <a:lnTo>
                  <a:pt x="160" y="153"/>
                </a:lnTo>
                <a:lnTo>
                  <a:pt x="159" y="153"/>
                </a:lnTo>
                <a:lnTo>
                  <a:pt x="159" y="154"/>
                </a:lnTo>
                <a:lnTo>
                  <a:pt x="158" y="154"/>
                </a:lnTo>
                <a:lnTo>
                  <a:pt x="158" y="153"/>
                </a:lnTo>
                <a:lnTo>
                  <a:pt x="157" y="153"/>
                </a:lnTo>
                <a:lnTo>
                  <a:pt x="156" y="153"/>
                </a:lnTo>
                <a:lnTo>
                  <a:pt x="156" y="154"/>
                </a:lnTo>
                <a:lnTo>
                  <a:pt x="156" y="153"/>
                </a:lnTo>
                <a:lnTo>
                  <a:pt x="157" y="152"/>
                </a:lnTo>
                <a:lnTo>
                  <a:pt x="158" y="152"/>
                </a:lnTo>
                <a:lnTo>
                  <a:pt x="158" y="151"/>
                </a:lnTo>
                <a:lnTo>
                  <a:pt x="159" y="151"/>
                </a:lnTo>
                <a:lnTo>
                  <a:pt x="160" y="151"/>
                </a:lnTo>
                <a:lnTo>
                  <a:pt x="161" y="151"/>
                </a:lnTo>
                <a:lnTo>
                  <a:pt x="161" y="152"/>
                </a:lnTo>
                <a:lnTo>
                  <a:pt x="162" y="152"/>
                </a:lnTo>
                <a:lnTo>
                  <a:pt x="162" y="151"/>
                </a:lnTo>
                <a:lnTo>
                  <a:pt x="163" y="151"/>
                </a:lnTo>
                <a:lnTo>
                  <a:pt x="163" y="152"/>
                </a:lnTo>
                <a:lnTo>
                  <a:pt x="164" y="152"/>
                </a:lnTo>
                <a:lnTo>
                  <a:pt x="164" y="151"/>
                </a:lnTo>
                <a:lnTo>
                  <a:pt x="163" y="150"/>
                </a:lnTo>
                <a:lnTo>
                  <a:pt x="162" y="150"/>
                </a:lnTo>
                <a:lnTo>
                  <a:pt x="161" y="150"/>
                </a:lnTo>
                <a:lnTo>
                  <a:pt x="162" y="151"/>
                </a:lnTo>
                <a:lnTo>
                  <a:pt x="161" y="151"/>
                </a:lnTo>
                <a:lnTo>
                  <a:pt x="160" y="151"/>
                </a:lnTo>
                <a:lnTo>
                  <a:pt x="159" y="151"/>
                </a:lnTo>
                <a:lnTo>
                  <a:pt x="158" y="151"/>
                </a:lnTo>
                <a:lnTo>
                  <a:pt x="157" y="152"/>
                </a:lnTo>
                <a:lnTo>
                  <a:pt x="156" y="153"/>
                </a:lnTo>
                <a:lnTo>
                  <a:pt x="155" y="153"/>
                </a:lnTo>
                <a:lnTo>
                  <a:pt x="156" y="153"/>
                </a:lnTo>
                <a:lnTo>
                  <a:pt x="156" y="154"/>
                </a:lnTo>
                <a:lnTo>
                  <a:pt x="155" y="154"/>
                </a:lnTo>
                <a:lnTo>
                  <a:pt x="154" y="154"/>
                </a:lnTo>
                <a:lnTo>
                  <a:pt x="153" y="153"/>
                </a:lnTo>
                <a:lnTo>
                  <a:pt x="152" y="153"/>
                </a:lnTo>
                <a:lnTo>
                  <a:pt x="151" y="154"/>
                </a:lnTo>
                <a:lnTo>
                  <a:pt x="150" y="154"/>
                </a:lnTo>
                <a:lnTo>
                  <a:pt x="149" y="154"/>
                </a:lnTo>
                <a:lnTo>
                  <a:pt x="148" y="155"/>
                </a:lnTo>
                <a:lnTo>
                  <a:pt x="147" y="157"/>
                </a:lnTo>
                <a:lnTo>
                  <a:pt x="146" y="157"/>
                </a:lnTo>
                <a:lnTo>
                  <a:pt x="145" y="158"/>
                </a:lnTo>
                <a:lnTo>
                  <a:pt x="144" y="159"/>
                </a:lnTo>
                <a:lnTo>
                  <a:pt x="143" y="159"/>
                </a:lnTo>
                <a:lnTo>
                  <a:pt x="143" y="160"/>
                </a:lnTo>
                <a:lnTo>
                  <a:pt x="142" y="161"/>
                </a:lnTo>
                <a:lnTo>
                  <a:pt x="142" y="162"/>
                </a:lnTo>
                <a:lnTo>
                  <a:pt x="141" y="162"/>
                </a:lnTo>
                <a:lnTo>
                  <a:pt x="140" y="162"/>
                </a:lnTo>
                <a:lnTo>
                  <a:pt x="140" y="163"/>
                </a:lnTo>
                <a:lnTo>
                  <a:pt x="139" y="164"/>
                </a:lnTo>
                <a:lnTo>
                  <a:pt x="139" y="165"/>
                </a:lnTo>
                <a:lnTo>
                  <a:pt x="138" y="166"/>
                </a:lnTo>
                <a:lnTo>
                  <a:pt x="138" y="165"/>
                </a:lnTo>
                <a:lnTo>
                  <a:pt x="137" y="165"/>
                </a:lnTo>
                <a:lnTo>
                  <a:pt x="137" y="166"/>
                </a:lnTo>
                <a:lnTo>
                  <a:pt x="136" y="166"/>
                </a:lnTo>
                <a:lnTo>
                  <a:pt x="136" y="167"/>
                </a:lnTo>
                <a:lnTo>
                  <a:pt x="135" y="168"/>
                </a:lnTo>
                <a:lnTo>
                  <a:pt x="135" y="169"/>
                </a:lnTo>
                <a:lnTo>
                  <a:pt x="135" y="170"/>
                </a:lnTo>
                <a:lnTo>
                  <a:pt x="134" y="171"/>
                </a:lnTo>
                <a:lnTo>
                  <a:pt x="134" y="172"/>
                </a:lnTo>
                <a:lnTo>
                  <a:pt x="133" y="174"/>
                </a:lnTo>
                <a:lnTo>
                  <a:pt x="133" y="177"/>
                </a:lnTo>
                <a:lnTo>
                  <a:pt x="133" y="178"/>
                </a:lnTo>
                <a:lnTo>
                  <a:pt x="133" y="179"/>
                </a:lnTo>
                <a:lnTo>
                  <a:pt x="132" y="180"/>
                </a:lnTo>
                <a:lnTo>
                  <a:pt x="131" y="180"/>
                </a:lnTo>
                <a:lnTo>
                  <a:pt x="131" y="179"/>
                </a:lnTo>
                <a:lnTo>
                  <a:pt x="132" y="179"/>
                </a:lnTo>
                <a:lnTo>
                  <a:pt x="131" y="179"/>
                </a:lnTo>
                <a:lnTo>
                  <a:pt x="132" y="179"/>
                </a:lnTo>
                <a:lnTo>
                  <a:pt x="132" y="178"/>
                </a:lnTo>
                <a:lnTo>
                  <a:pt x="132" y="177"/>
                </a:lnTo>
                <a:lnTo>
                  <a:pt x="131" y="176"/>
                </a:lnTo>
                <a:lnTo>
                  <a:pt x="131" y="177"/>
                </a:lnTo>
                <a:lnTo>
                  <a:pt x="130" y="177"/>
                </a:lnTo>
                <a:lnTo>
                  <a:pt x="130" y="178"/>
                </a:lnTo>
                <a:lnTo>
                  <a:pt x="130" y="179"/>
                </a:lnTo>
                <a:lnTo>
                  <a:pt x="130" y="178"/>
                </a:lnTo>
                <a:lnTo>
                  <a:pt x="131" y="179"/>
                </a:lnTo>
                <a:lnTo>
                  <a:pt x="130" y="179"/>
                </a:lnTo>
                <a:lnTo>
                  <a:pt x="129" y="179"/>
                </a:lnTo>
                <a:lnTo>
                  <a:pt x="129" y="180"/>
                </a:lnTo>
                <a:lnTo>
                  <a:pt x="129" y="181"/>
                </a:lnTo>
                <a:lnTo>
                  <a:pt x="129" y="180"/>
                </a:lnTo>
                <a:lnTo>
                  <a:pt x="129" y="179"/>
                </a:lnTo>
                <a:lnTo>
                  <a:pt x="130" y="179"/>
                </a:lnTo>
                <a:lnTo>
                  <a:pt x="130" y="180"/>
                </a:lnTo>
                <a:lnTo>
                  <a:pt x="131" y="180"/>
                </a:lnTo>
                <a:lnTo>
                  <a:pt x="132" y="180"/>
                </a:lnTo>
                <a:lnTo>
                  <a:pt x="131" y="181"/>
                </a:lnTo>
                <a:lnTo>
                  <a:pt x="131" y="182"/>
                </a:lnTo>
                <a:lnTo>
                  <a:pt x="130" y="182"/>
                </a:lnTo>
                <a:lnTo>
                  <a:pt x="129" y="182"/>
                </a:lnTo>
                <a:lnTo>
                  <a:pt x="128" y="182"/>
                </a:lnTo>
                <a:lnTo>
                  <a:pt x="128" y="183"/>
                </a:lnTo>
                <a:lnTo>
                  <a:pt x="127" y="183"/>
                </a:lnTo>
                <a:lnTo>
                  <a:pt x="126" y="183"/>
                </a:lnTo>
                <a:lnTo>
                  <a:pt x="126" y="182"/>
                </a:lnTo>
                <a:lnTo>
                  <a:pt x="125" y="182"/>
                </a:lnTo>
                <a:lnTo>
                  <a:pt x="124" y="182"/>
                </a:lnTo>
                <a:lnTo>
                  <a:pt x="123" y="182"/>
                </a:lnTo>
                <a:lnTo>
                  <a:pt x="123" y="181"/>
                </a:lnTo>
                <a:lnTo>
                  <a:pt x="123" y="180"/>
                </a:lnTo>
                <a:lnTo>
                  <a:pt x="124" y="180"/>
                </a:lnTo>
                <a:lnTo>
                  <a:pt x="125" y="181"/>
                </a:lnTo>
                <a:lnTo>
                  <a:pt x="126" y="181"/>
                </a:lnTo>
                <a:lnTo>
                  <a:pt x="127" y="181"/>
                </a:lnTo>
                <a:lnTo>
                  <a:pt x="128" y="180"/>
                </a:lnTo>
                <a:lnTo>
                  <a:pt x="128" y="179"/>
                </a:lnTo>
                <a:lnTo>
                  <a:pt x="129" y="178"/>
                </a:lnTo>
                <a:lnTo>
                  <a:pt x="129" y="177"/>
                </a:lnTo>
                <a:lnTo>
                  <a:pt x="129" y="176"/>
                </a:lnTo>
                <a:lnTo>
                  <a:pt x="128" y="176"/>
                </a:lnTo>
                <a:lnTo>
                  <a:pt x="128" y="177"/>
                </a:lnTo>
                <a:lnTo>
                  <a:pt x="128" y="178"/>
                </a:lnTo>
                <a:lnTo>
                  <a:pt x="127" y="178"/>
                </a:lnTo>
                <a:lnTo>
                  <a:pt x="127" y="177"/>
                </a:lnTo>
                <a:lnTo>
                  <a:pt x="127" y="178"/>
                </a:lnTo>
                <a:lnTo>
                  <a:pt x="127" y="177"/>
                </a:lnTo>
                <a:lnTo>
                  <a:pt x="126" y="177"/>
                </a:lnTo>
                <a:lnTo>
                  <a:pt x="126" y="178"/>
                </a:lnTo>
                <a:lnTo>
                  <a:pt x="126" y="177"/>
                </a:lnTo>
                <a:lnTo>
                  <a:pt x="125" y="177"/>
                </a:lnTo>
                <a:lnTo>
                  <a:pt x="125" y="178"/>
                </a:lnTo>
                <a:lnTo>
                  <a:pt x="124" y="179"/>
                </a:lnTo>
                <a:lnTo>
                  <a:pt x="123" y="179"/>
                </a:lnTo>
                <a:lnTo>
                  <a:pt x="123" y="180"/>
                </a:lnTo>
                <a:lnTo>
                  <a:pt x="122" y="180"/>
                </a:lnTo>
                <a:lnTo>
                  <a:pt x="121" y="179"/>
                </a:lnTo>
                <a:lnTo>
                  <a:pt x="120" y="179"/>
                </a:lnTo>
                <a:lnTo>
                  <a:pt x="119" y="179"/>
                </a:lnTo>
                <a:lnTo>
                  <a:pt x="118" y="179"/>
                </a:lnTo>
                <a:lnTo>
                  <a:pt x="117" y="179"/>
                </a:lnTo>
                <a:lnTo>
                  <a:pt x="116" y="180"/>
                </a:lnTo>
                <a:lnTo>
                  <a:pt x="115" y="180"/>
                </a:lnTo>
                <a:lnTo>
                  <a:pt x="115" y="181"/>
                </a:lnTo>
                <a:lnTo>
                  <a:pt x="114" y="181"/>
                </a:lnTo>
                <a:lnTo>
                  <a:pt x="114" y="182"/>
                </a:lnTo>
                <a:lnTo>
                  <a:pt x="112" y="182"/>
                </a:lnTo>
                <a:lnTo>
                  <a:pt x="111" y="182"/>
                </a:lnTo>
                <a:lnTo>
                  <a:pt x="111" y="183"/>
                </a:lnTo>
                <a:lnTo>
                  <a:pt x="110" y="183"/>
                </a:lnTo>
                <a:lnTo>
                  <a:pt x="110" y="182"/>
                </a:lnTo>
                <a:lnTo>
                  <a:pt x="109" y="181"/>
                </a:lnTo>
                <a:lnTo>
                  <a:pt x="108" y="181"/>
                </a:lnTo>
                <a:lnTo>
                  <a:pt x="107" y="181"/>
                </a:lnTo>
                <a:lnTo>
                  <a:pt x="106" y="181"/>
                </a:lnTo>
                <a:lnTo>
                  <a:pt x="106" y="182"/>
                </a:lnTo>
                <a:lnTo>
                  <a:pt x="105" y="182"/>
                </a:lnTo>
                <a:lnTo>
                  <a:pt x="103" y="183"/>
                </a:lnTo>
                <a:lnTo>
                  <a:pt x="103" y="184"/>
                </a:lnTo>
                <a:lnTo>
                  <a:pt x="102" y="186"/>
                </a:lnTo>
                <a:lnTo>
                  <a:pt x="102" y="187"/>
                </a:lnTo>
                <a:lnTo>
                  <a:pt x="101" y="187"/>
                </a:lnTo>
                <a:lnTo>
                  <a:pt x="101" y="189"/>
                </a:lnTo>
                <a:lnTo>
                  <a:pt x="101" y="190"/>
                </a:lnTo>
                <a:lnTo>
                  <a:pt x="100" y="191"/>
                </a:lnTo>
                <a:lnTo>
                  <a:pt x="100" y="192"/>
                </a:lnTo>
                <a:lnTo>
                  <a:pt x="100" y="193"/>
                </a:lnTo>
                <a:lnTo>
                  <a:pt x="101" y="194"/>
                </a:lnTo>
                <a:lnTo>
                  <a:pt x="101" y="193"/>
                </a:lnTo>
                <a:lnTo>
                  <a:pt x="102" y="194"/>
                </a:lnTo>
                <a:lnTo>
                  <a:pt x="101" y="194"/>
                </a:lnTo>
                <a:lnTo>
                  <a:pt x="100" y="194"/>
                </a:lnTo>
                <a:lnTo>
                  <a:pt x="100" y="195"/>
                </a:lnTo>
                <a:lnTo>
                  <a:pt x="99" y="195"/>
                </a:lnTo>
                <a:lnTo>
                  <a:pt x="99" y="194"/>
                </a:lnTo>
                <a:lnTo>
                  <a:pt x="99" y="193"/>
                </a:lnTo>
                <a:lnTo>
                  <a:pt x="98" y="192"/>
                </a:lnTo>
                <a:lnTo>
                  <a:pt x="98" y="193"/>
                </a:lnTo>
                <a:lnTo>
                  <a:pt x="97" y="194"/>
                </a:lnTo>
                <a:lnTo>
                  <a:pt x="97" y="193"/>
                </a:lnTo>
                <a:lnTo>
                  <a:pt x="96" y="194"/>
                </a:lnTo>
                <a:lnTo>
                  <a:pt x="96" y="195"/>
                </a:lnTo>
                <a:lnTo>
                  <a:pt x="97" y="195"/>
                </a:lnTo>
                <a:lnTo>
                  <a:pt x="98" y="195"/>
                </a:lnTo>
                <a:lnTo>
                  <a:pt x="98" y="194"/>
                </a:lnTo>
                <a:lnTo>
                  <a:pt x="98" y="193"/>
                </a:lnTo>
                <a:lnTo>
                  <a:pt x="98" y="194"/>
                </a:lnTo>
                <a:lnTo>
                  <a:pt x="98" y="195"/>
                </a:lnTo>
                <a:lnTo>
                  <a:pt x="99" y="195"/>
                </a:lnTo>
                <a:lnTo>
                  <a:pt x="100" y="195"/>
                </a:lnTo>
                <a:lnTo>
                  <a:pt x="101" y="195"/>
                </a:lnTo>
                <a:lnTo>
                  <a:pt x="102" y="196"/>
                </a:lnTo>
                <a:lnTo>
                  <a:pt x="102" y="197"/>
                </a:lnTo>
                <a:lnTo>
                  <a:pt x="101" y="198"/>
                </a:lnTo>
                <a:lnTo>
                  <a:pt x="101" y="199"/>
                </a:lnTo>
                <a:lnTo>
                  <a:pt x="101" y="200"/>
                </a:lnTo>
                <a:lnTo>
                  <a:pt x="100" y="200"/>
                </a:lnTo>
                <a:lnTo>
                  <a:pt x="100" y="199"/>
                </a:lnTo>
                <a:lnTo>
                  <a:pt x="99" y="199"/>
                </a:lnTo>
                <a:lnTo>
                  <a:pt x="99" y="200"/>
                </a:lnTo>
                <a:lnTo>
                  <a:pt x="98" y="200"/>
                </a:lnTo>
                <a:lnTo>
                  <a:pt x="99" y="200"/>
                </a:lnTo>
                <a:lnTo>
                  <a:pt x="99" y="201"/>
                </a:lnTo>
                <a:lnTo>
                  <a:pt x="99" y="202"/>
                </a:lnTo>
                <a:lnTo>
                  <a:pt x="98" y="201"/>
                </a:lnTo>
                <a:lnTo>
                  <a:pt x="97" y="201"/>
                </a:lnTo>
                <a:lnTo>
                  <a:pt x="97" y="200"/>
                </a:lnTo>
                <a:lnTo>
                  <a:pt x="98" y="199"/>
                </a:lnTo>
                <a:lnTo>
                  <a:pt x="98" y="198"/>
                </a:lnTo>
                <a:lnTo>
                  <a:pt x="97" y="198"/>
                </a:lnTo>
                <a:lnTo>
                  <a:pt x="96" y="197"/>
                </a:lnTo>
                <a:lnTo>
                  <a:pt x="95" y="197"/>
                </a:lnTo>
                <a:lnTo>
                  <a:pt x="95" y="198"/>
                </a:lnTo>
                <a:lnTo>
                  <a:pt x="94" y="198"/>
                </a:lnTo>
                <a:lnTo>
                  <a:pt x="93" y="198"/>
                </a:lnTo>
                <a:lnTo>
                  <a:pt x="92" y="198"/>
                </a:lnTo>
                <a:lnTo>
                  <a:pt x="91" y="199"/>
                </a:lnTo>
                <a:lnTo>
                  <a:pt x="90" y="200"/>
                </a:lnTo>
                <a:lnTo>
                  <a:pt x="90" y="201"/>
                </a:lnTo>
                <a:lnTo>
                  <a:pt x="90" y="202"/>
                </a:lnTo>
                <a:lnTo>
                  <a:pt x="91" y="202"/>
                </a:lnTo>
                <a:lnTo>
                  <a:pt x="91" y="204"/>
                </a:lnTo>
                <a:lnTo>
                  <a:pt x="90" y="204"/>
                </a:lnTo>
                <a:lnTo>
                  <a:pt x="90" y="203"/>
                </a:lnTo>
                <a:lnTo>
                  <a:pt x="89" y="204"/>
                </a:lnTo>
                <a:lnTo>
                  <a:pt x="88" y="203"/>
                </a:lnTo>
                <a:lnTo>
                  <a:pt x="87" y="203"/>
                </a:lnTo>
                <a:lnTo>
                  <a:pt x="87" y="204"/>
                </a:lnTo>
                <a:lnTo>
                  <a:pt x="87" y="205"/>
                </a:lnTo>
                <a:lnTo>
                  <a:pt x="85" y="204"/>
                </a:lnTo>
                <a:lnTo>
                  <a:pt x="86" y="204"/>
                </a:lnTo>
                <a:lnTo>
                  <a:pt x="86" y="203"/>
                </a:lnTo>
                <a:lnTo>
                  <a:pt x="86" y="202"/>
                </a:lnTo>
                <a:lnTo>
                  <a:pt x="87" y="201"/>
                </a:lnTo>
                <a:lnTo>
                  <a:pt x="86" y="201"/>
                </a:lnTo>
                <a:lnTo>
                  <a:pt x="85" y="200"/>
                </a:lnTo>
                <a:lnTo>
                  <a:pt x="86" y="200"/>
                </a:lnTo>
                <a:lnTo>
                  <a:pt x="85" y="200"/>
                </a:lnTo>
                <a:lnTo>
                  <a:pt x="85" y="199"/>
                </a:lnTo>
                <a:lnTo>
                  <a:pt x="84" y="199"/>
                </a:lnTo>
                <a:lnTo>
                  <a:pt x="85" y="198"/>
                </a:lnTo>
                <a:lnTo>
                  <a:pt x="86" y="198"/>
                </a:lnTo>
                <a:lnTo>
                  <a:pt x="86" y="197"/>
                </a:lnTo>
                <a:lnTo>
                  <a:pt x="87" y="197"/>
                </a:lnTo>
                <a:lnTo>
                  <a:pt x="87" y="196"/>
                </a:lnTo>
                <a:lnTo>
                  <a:pt x="86" y="196"/>
                </a:lnTo>
                <a:lnTo>
                  <a:pt x="86" y="195"/>
                </a:lnTo>
                <a:lnTo>
                  <a:pt x="86" y="196"/>
                </a:lnTo>
                <a:lnTo>
                  <a:pt x="86" y="197"/>
                </a:lnTo>
                <a:lnTo>
                  <a:pt x="85" y="197"/>
                </a:lnTo>
                <a:lnTo>
                  <a:pt x="85" y="198"/>
                </a:lnTo>
                <a:lnTo>
                  <a:pt x="84" y="198"/>
                </a:lnTo>
                <a:lnTo>
                  <a:pt x="83" y="198"/>
                </a:lnTo>
                <a:lnTo>
                  <a:pt x="83" y="199"/>
                </a:lnTo>
                <a:lnTo>
                  <a:pt x="84" y="199"/>
                </a:lnTo>
                <a:lnTo>
                  <a:pt x="84" y="200"/>
                </a:lnTo>
                <a:lnTo>
                  <a:pt x="84" y="201"/>
                </a:lnTo>
                <a:lnTo>
                  <a:pt x="83" y="201"/>
                </a:lnTo>
                <a:lnTo>
                  <a:pt x="83" y="200"/>
                </a:lnTo>
                <a:lnTo>
                  <a:pt x="82" y="199"/>
                </a:lnTo>
                <a:lnTo>
                  <a:pt x="81" y="199"/>
                </a:lnTo>
                <a:lnTo>
                  <a:pt x="81" y="200"/>
                </a:lnTo>
                <a:lnTo>
                  <a:pt x="80" y="200"/>
                </a:lnTo>
                <a:lnTo>
                  <a:pt x="80" y="201"/>
                </a:lnTo>
                <a:lnTo>
                  <a:pt x="79" y="202"/>
                </a:lnTo>
                <a:lnTo>
                  <a:pt x="78" y="202"/>
                </a:lnTo>
                <a:lnTo>
                  <a:pt x="78" y="201"/>
                </a:lnTo>
                <a:lnTo>
                  <a:pt x="78" y="200"/>
                </a:lnTo>
                <a:lnTo>
                  <a:pt x="79" y="200"/>
                </a:lnTo>
                <a:lnTo>
                  <a:pt x="79" y="199"/>
                </a:lnTo>
                <a:lnTo>
                  <a:pt x="79" y="198"/>
                </a:lnTo>
                <a:lnTo>
                  <a:pt x="80" y="198"/>
                </a:lnTo>
                <a:lnTo>
                  <a:pt x="80" y="197"/>
                </a:lnTo>
                <a:lnTo>
                  <a:pt x="80" y="196"/>
                </a:lnTo>
                <a:lnTo>
                  <a:pt x="79" y="195"/>
                </a:lnTo>
                <a:lnTo>
                  <a:pt x="78" y="194"/>
                </a:lnTo>
                <a:lnTo>
                  <a:pt x="77" y="193"/>
                </a:lnTo>
                <a:lnTo>
                  <a:pt x="76" y="193"/>
                </a:lnTo>
                <a:lnTo>
                  <a:pt x="75" y="192"/>
                </a:lnTo>
                <a:lnTo>
                  <a:pt x="74" y="192"/>
                </a:lnTo>
                <a:lnTo>
                  <a:pt x="71" y="192"/>
                </a:lnTo>
                <a:lnTo>
                  <a:pt x="70" y="192"/>
                </a:lnTo>
                <a:lnTo>
                  <a:pt x="69" y="192"/>
                </a:lnTo>
                <a:lnTo>
                  <a:pt x="68" y="192"/>
                </a:lnTo>
                <a:lnTo>
                  <a:pt x="67" y="192"/>
                </a:lnTo>
                <a:lnTo>
                  <a:pt x="66" y="192"/>
                </a:lnTo>
                <a:lnTo>
                  <a:pt x="66" y="191"/>
                </a:lnTo>
                <a:lnTo>
                  <a:pt x="65" y="191"/>
                </a:lnTo>
                <a:lnTo>
                  <a:pt x="65" y="190"/>
                </a:lnTo>
                <a:lnTo>
                  <a:pt x="64" y="190"/>
                </a:lnTo>
                <a:lnTo>
                  <a:pt x="63" y="190"/>
                </a:lnTo>
                <a:lnTo>
                  <a:pt x="61" y="190"/>
                </a:lnTo>
                <a:lnTo>
                  <a:pt x="60" y="191"/>
                </a:lnTo>
                <a:lnTo>
                  <a:pt x="59" y="191"/>
                </a:lnTo>
                <a:lnTo>
                  <a:pt x="58" y="191"/>
                </a:lnTo>
                <a:lnTo>
                  <a:pt x="57" y="191"/>
                </a:lnTo>
                <a:lnTo>
                  <a:pt x="56" y="191"/>
                </a:lnTo>
                <a:lnTo>
                  <a:pt x="55" y="191"/>
                </a:lnTo>
                <a:lnTo>
                  <a:pt x="54" y="192"/>
                </a:lnTo>
                <a:lnTo>
                  <a:pt x="53" y="192"/>
                </a:lnTo>
                <a:lnTo>
                  <a:pt x="52" y="193"/>
                </a:lnTo>
                <a:lnTo>
                  <a:pt x="51" y="192"/>
                </a:lnTo>
                <a:lnTo>
                  <a:pt x="50" y="192"/>
                </a:lnTo>
                <a:lnTo>
                  <a:pt x="49" y="192"/>
                </a:lnTo>
                <a:lnTo>
                  <a:pt x="49" y="191"/>
                </a:lnTo>
                <a:lnTo>
                  <a:pt x="48" y="189"/>
                </a:lnTo>
                <a:lnTo>
                  <a:pt x="49" y="189"/>
                </a:lnTo>
                <a:lnTo>
                  <a:pt x="49" y="188"/>
                </a:lnTo>
                <a:lnTo>
                  <a:pt x="48" y="188"/>
                </a:lnTo>
                <a:lnTo>
                  <a:pt x="48" y="187"/>
                </a:lnTo>
                <a:lnTo>
                  <a:pt x="47" y="187"/>
                </a:lnTo>
                <a:lnTo>
                  <a:pt x="46" y="186"/>
                </a:lnTo>
                <a:lnTo>
                  <a:pt x="45" y="185"/>
                </a:lnTo>
                <a:lnTo>
                  <a:pt x="44" y="185"/>
                </a:lnTo>
                <a:lnTo>
                  <a:pt x="44" y="184"/>
                </a:lnTo>
                <a:lnTo>
                  <a:pt x="43" y="184"/>
                </a:lnTo>
                <a:lnTo>
                  <a:pt x="41" y="184"/>
                </a:lnTo>
                <a:lnTo>
                  <a:pt x="39" y="184"/>
                </a:lnTo>
                <a:lnTo>
                  <a:pt x="38" y="184"/>
                </a:lnTo>
                <a:lnTo>
                  <a:pt x="37" y="185"/>
                </a:lnTo>
                <a:lnTo>
                  <a:pt x="36" y="185"/>
                </a:lnTo>
                <a:lnTo>
                  <a:pt x="34" y="185"/>
                </a:lnTo>
                <a:lnTo>
                  <a:pt x="34" y="184"/>
                </a:lnTo>
                <a:lnTo>
                  <a:pt x="34" y="183"/>
                </a:lnTo>
                <a:lnTo>
                  <a:pt x="33" y="183"/>
                </a:lnTo>
                <a:lnTo>
                  <a:pt x="32" y="182"/>
                </a:lnTo>
                <a:lnTo>
                  <a:pt x="32" y="181"/>
                </a:lnTo>
                <a:lnTo>
                  <a:pt x="31" y="181"/>
                </a:lnTo>
                <a:lnTo>
                  <a:pt x="31" y="180"/>
                </a:lnTo>
                <a:lnTo>
                  <a:pt x="30" y="180"/>
                </a:lnTo>
                <a:lnTo>
                  <a:pt x="29" y="180"/>
                </a:lnTo>
                <a:lnTo>
                  <a:pt x="29" y="179"/>
                </a:lnTo>
                <a:lnTo>
                  <a:pt x="28" y="179"/>
                </a:lnTo>
                <a:lnTo>
                  <a:pt x="27" y="179"/>
                </a:lnTo>
                <a:lnTo>
                  <a:pt x="26" y="179"/>
                </a:lnTo>
                <a:lnTo>
                  <a:pt x="25" y="179"/>
                </a:lnTo>
                <a:lnTo>
                  <a:pt x="25" y="178"/>
                </a:lnTo>
                <a:lnTo>
                  <a:pt x="24" y="178"/>
                </a:lnTo>
                <a:lnTo>
                  <a:pt x="23" y="178"/>
                </a:lnTo>
                <a:lnTo>
                  <a:pt x="23" y="177"/>
                </a:lnTo>
                <a:lnTo>
                  <a:pt x="22" y="177"/>
                </a:lnTo>
                <a:lnTo>
                  <a:pt x="22" y="176"/>
                </a:lnTo>
                <a:lnTo>
                  <a:pt x="21" y="176"/>
                </a:lnTo>
                <a:lnTo>
                  <a:pt x="21" y="175"/>
                </a:lnTo>
                <a:lnTo>
                  <a:pt x="20" y="174"/>
                </a:lnTo>
                <a:lnTo>
                  <a:pt x="19" y="173"/>
                </a:lnTo>
                <a:lnTo>
                  <a:pt x="18" y="173"/>
                </a:lnTo>
                <a:lnTo>
                  <a:pt x="16" y="172"/>
                </a:lnTo>
                <a:lnTo>
                  <a:pt x="14" y="172"/>
                </a:lnTo>
                <a:lnTo>
                  <a:pt x="13" y="172"/>
                </a:lnTo>
                <a:lnTo>
                  <a:pt x="12" y="171"/>
                </a:lnTo>
                <a:lnTo>
                  <a:pt x="9" y="171"/>
                </a:lnTo>
                <a:lnTo>
                  <a:pt x="8" y="171"/>
                </a:lnTo>
                <a:lnTo>
                  <a:pt x="8" y="170"/>
                </a:lnTo>
                <a:lnTo>
                  <a:pt x="7" y="170"/>
                </a:lnTo>
                <a:lnTo>
                  <a:pt x="7" y="169"/>
                </a:lnTo>
                <a:lnTo>
                  <a:pt x="7" y="168"/>
                </a:lnTo>
                <a:lnTo>
                  <a:pt x="6" y="167"/>
                </a:lnTo>
                <a:lnTo>
                  <a:pt x="6" y="166"/>
                </a:lnTo>
                <a:lnTo>
                  <a:pt x="6" y="165"/>
                </a:lnTo>
                <a:lnTo>
                  <a:pt x="6" y="164"/>
                </a:lnTo>
                <a:lnTo>
                  <a:pt x="6" y="163"/>
                </a:lnTo>
                <a:lnTo>
                  <a:pt x="7" y="163"/>
                </a:lnTo>
                <a:lnTo>
                  <a:pt x="7" y="162"/>
                </a:lnTo>
                <a:lnTo>
                  <a:pt x="7" y="161"/>
                </a:lnTo>
                <a:lnTo>
                  <a:pt x="8" y="161"/>
                </a:lnTo>
                <a:lnTo>
                  <a:pt x="8" y="159"/>
                </a:lnTo>
                <a:lnTo>
                  <a:pt x="8" y="158"/>
                </a:lnTo>
                <a:lnTo>
                  <a:pt x="8" y="157"/>
                </a:lnTo>
                <a:lnTo>
                  <a:pt x="8" y="156"/>
                </a:lnTo>
                <a:lnTo>
                  <a:pt x="8" y="155"/>
                </a:lnTo>
                <a:lnTo>
                  <a:pt x="8" y="154"/>
                </a:lnTo>
                <a:lnTo>
                  <a:pt x="8" y="153"/>
                </a:lnTo>
                <a:lnTo>
                  <a:pt x="8" y="152"/>
                </a:lnTo>
                <a:lnTo>
                  <a:pt x="8" y="151"/>
                </a:lnTo>
                <a:lnTo>
                  <a:pt x="8" y="150"/>
                </a:lnTo>
                <a:lnTo>
                  <a:pt x="8" y="149"/>
                </a:lnTo>
                <a:lnTo>
                  <a:pt x="8" y="148"/>
                </a:lnTo>
                <a:lnTo>
                  <a:pt x="8" y="147"/>
                </a:lnTo>
                <a:lnTo>
                  <a:pt x="8" y="146"/>
                </a:lnTo>
                <a:lnTo>
                  <a:pt x="7" y="145"/>
                </a:lnTo>
                <a:lnTo>
                  <a:pt x="7" y="144"/>
                </a:lnTo>
                <a:lnTo>
                  <a:pt x="6" y="142"/>
                </a:lnTo>
                <a:lnTo>
                  <a:pt x="6" y="141"/>
                </a:lnTo>
                <a:lnTo>
                  <a:pt x="5" y="138"/>
                </a:lnTo>
                <a:lnTo>
                  <a:pt x="4" y="138"/>
                </a:lnTo>
                <a:lnTo>
                  <a:pt x="4" y="137"/>
                </a:lnTo>
                <a:lnTo>
                  <a:pt x="3" y="137"/>
                </a:lnTo>
                <a:lnTo>
                  <a:pt x="2" y="137"/>
                </a:lnTo>
                <a:lnTo>
                  <a:pt x="1" y="136"/>
                </a:lnTo>
                <a:lnTo>
                  <a:pt x="1" y="135"/>
                </a:lnTo>
                <a:lnTo>
                  <a:pt x="1" y="134"/>
                </a:lnTo>
                <a:lnTo>
                  <a:pt x="2" y="133"/>
                </a:lnTo>
                <a:lnTo>
                  <a:pt x="2" y="132"/>
                </a:lnTo>
                <a:lnTo>
                  <a:pt x="2" y="133"/>
                </a:lnTo>
                <a:lnTo>
                  <a:pt x="3" y="133"/>
                </a:lnTo>
                <a:lnTo>
                  <a:pt x="3" y="132"/>
                </a:lnTo>
                <a:lnTo>
                  <a:pt x="2" y="132"/>
                </a:lnTo>
                <a:lnTo>
                  <a:pt x="2" y="131"/>
                </a:lnTo>
                <a:lnTo>
                  <a:pt x="3" y="131"/>
                </a:lnTo>
                <a:lnTo>
                  <a:pt x="4" y="130"/>
                </a:lnTo>
                <a:lnTo>
                  <a:pt x="4" y="129"/>
                </a:lnTo>
                <a:lnTo>
                  <a:pt x="4" y="128"/>
                </a:lnTo>
                <a:lnTo>
                  <a:pt x="4" y="127"/>
                </a:lnTo>
                <a:lnTo>
                  <a:pt x="4" y="126"/>
                </a:lnTo>
                <a:lnTo>
                  <a:pt x="4" y="125"/>
                </a:lnTo>
                <a:lnTo>
                  <a:pt x="4" y="124"/>
                </a:lnTo>
                <a:lnTo>
                  <a:pt x="4" y="123"/>
                </a:lnTo>
                <a:lnTo>
                  <a:pt x="3" y="122"/>
                </a:lnTo>
                <a:lnTo>
                  <a:pt x="3" y="121"/>
                </a:lnTo>
                <a:lnTo>
                  <a:pt x="3" y="119"/>
                </a:lnTo>
                <a:lnTo>
                  <a:pt x="3" y="118"/>
                </a:lnTo>
                <a:lnTo>
                  <a:pt x="3" y="117"/>
                </a:lnTo>
                <a:lnTo>
                  <a:pt x="2" y="115"/>
                </a:lnTo>
                <a:lnTo>
                  <a:pt x="2" y="114"/>
                </a:lnTo>
                <a:lnTo>
                  <a:pt x="2" y="112"/>
                </a:lnTo>
                <a:lnTo>
                  <a:pt x="1" y="111"/>
                </a:lnTo>
                <a:lnTo>
                  <a:pt x="1" y="110"/>
                </a:lnTo>
                <a:lnTo>
                  <a:pt x="1" y="109"/>
                </a:lnTo>
                <a:lnTo>
                  <a:pt x="0" y="108"/>
                </a:lnTo>
                <a:lnTo>
                  <a:pt x="1" y="108"/>
                </a:lnTo>
                <a:lnTo>
                  <a:pt x="2" y="108"/>
                </a:lnTo>
                <a:lnTo>
                  <a:pt x="4" y="106"/>
                </a:lnTo>
                <a:lnTo>
                  <a:pt x="4" y="105"/>
                </a:lnTo>
                <a:lnTo>
                  <a:pt x="5" y="104"/>
                </a:lnTo>
                <a:lnTo>
                  <a:pt x="5" y="103"/>
                </a:lnTo>
                <a:lnTo>
                  <a:pt x="6" y="103"/>
                </a:lnTo>
                <a:lnTo>
                  <a:pt x="5" y="102"/>
                </a:lnTo>
                <a:lnTo>
                  <a:pt x="6" y="102"/>
                </a:lnTo>
                <a:lnTo>
                  <a:pt x="6" y="101"/>
                </a:lnTo>
                <a:lnTo>
                  <a:pt x="6" y="100"/>
                </a:lnTo>
                <a:lnTo>
                  <a:pt x="6" y="99"/>
                </a:lnTo>
                <a:lnTo>
                  <a:pt x="5" y="98"/>
                </a:lnTo>
                <a:lnTo>
                  <a:pt x="4" y="97"/>
                </a:lnTo>
                <a:lnTo>
                  <a:pt x="3" y="97"/>
                </a:lnTo>
                <a:lnTo>
                  <a:pt x="2" y="96"/>
                </a:lnTo>
                <a:lnTo>
                  <a:pt x="2" y="95"/>
                </a:lnTo>
                <a:lnTo>
                  <a:pt x="2" y="94"/>
                </a:lnTo>
                <a:lnTo>
                  <a:pt x="2" y="93"/>
                </a:lnTo>
                <a:lnTo>
                  <a:pt x="2" y="92"/>
                </a:lnTo>
                <a:lnTo>
                  <a:pt x="2" y="90"/>
                </a:lnTo>
                <a:lnTo>
                  <a:pt x="2" y="89"/>
                </a:lnTo>
                <a:lnTo>
                  <a:pt x="3" y="88"/>
                </a:lnTo>
                <a:lnTo>
                  <a:pt x="4" y="89"/>
                </a:lnTo>
                <a:lnTo>
                  <a:pt x="5" y="89"/>
                </a:lnTo>
                <a:lnTo>
                  <a:pt x="5" y="88"/>
                </a:lnTo>
                <a:lnTo>
                  <a:pt x="4" y="88"/>
                </a:lnTo>
                <a:lnTo>
                  <a:pt x="4" y="87"/>
                </a:lnTo>
                <a:lnTo>
                  <a:pt x="3" y="87"/>
                </a:lnTo>
                <a:lnTo>
                  <a:pt x="4" y="87"/>
                </a:lnTo>
                <a:lnTo>
                  <a:pt x="4" y="86"/>
                </a:lnTo>
                <a:lnTo>
                  <a:pt x="4" y="87"/>
                </a:lnTo>
                <a:lnTo>
                  <a:pt x="5" y="87"/>
                </a:lnTo>
                <a:lnTo>
                  <a:pt x="5" y="88"/>
                </a:lnTo>
                <a:lnTo>
                  <a:pt x="6" y="88"/>
                </a:lnTo>
                <a:lnTo>
                  <a:pt x="5" y="87"/>
                </a:lnTo>
                <a:lnTo>
                  <a:pt x="5" y="86"/>
                </a:lnTo>
                <a:lnTo>
                  <a:pt x="6" y="86"/>
                </a:lnTo>
                <a:lnTo>
                  <a:pt x="7" y="86"/>
                </a:lnTo>
                <a:lnTo>
                  <a:pt x="7" y="87"/>
                </a:lnTo>
                <a:lnTo>
                  <a:pt x="7" y="86"/>
                </a:lnTo>
                <a:lnTo>
                  <a:pt x="6" y="85"/>
                </a:lnTo>
                <a:lnTo>
                  <a:pt x="5" y="84"/>
                </a:lnTo>
                <a:lnTo>
                  <a:pt x="5" y="83"/>
                </a:lnTo>
                <a:lnTo>
                  <a:pt x="5" y="82"/>
                </a:lnTo>
                <a:lnTo>
                  <a:pt x="6" y="82"/>
                </a:lnTo>
                <a:lnTo>
                  <a:pt x="6" y="81"/>
                </a:lnTo>
                <a:lnTo>
                  <a:pt x="7" y="81"/>
                </a:lnTo>
                <a:lnTo>
                  <a:pt x="7" y="80"/>
                </a:lnTo>
                <a:lnTo>
                  <a:pt x="8" y="80"/>
                </a:lnTo>
                <a:lnTo>
                  <a:pt x="10" y="80"/>
                </a:lnTo>
                <a:lnTo>
                  <a:pt x="12" y="80"/>
                </a:lnTo>
                <a:lnTo>
                  <a:pt x="13" y="79"/>
                </a:lnTo>
                <a:lnTo>
                  <a:pt x="14" y="79"/>
                </a:lnTo>
                <a:lnTo>
                  <a:pt x="14" y="78"/>
                </a:lnTo>
                <a:lnTo>
                  <a:pt x="15" y="78"/>
                </a:lnTo>
                <a:lnTo>
                  <a:pt x="17" y="76"/>
                </a:lnTo>
                <a:lnTo>
                  <a:pt x="18" y="75"/>
                </a:lnTo>
                <a:lnTo>
                  <a:pt x="18" y="74"/>
                </a:lnTo>
                <a:lnTo>
                  <a:pt x="19" y="74"/>
                </a:lnTo>
                <a:lnTo>
                  <a:pt x="19" y="73"/>
                </a:lnTo>
                <a:lnTo>
                  <a:pt x="20" y="73"/>
                </a:lnTo>
                <a:lnTo>
                  <a:pt x="21" y="72"/>
                </a:lnTo>
                <a:lnTo>
                  <a:pt x="22" y="72"/>
                </a:lnTo>
                <a:lnTo>
                  <a:pt x="23" y="72"/>
                </a:lnTo>
                <a:lnTo>
                  <a:pt x="24" y="71"/>
                </a:lnTo>
                <a:lnTo>
                  <a:pt x="25" y="70"/>
                </a:lnTo>
                <a:lnTo>
                  <a:pt x="27" y="69"/>
                </a:lnTo>
                <a:lnTo>
                  <a:pt x="28" y="68"/>
                </a:lnTo>
                <a:lnTo>
                  <a:pt x="29" y="67"/>
                </a:lnTo>
                <a:lnTo>
                  <a:pt x="29" y="66"/>
                </a:lnTo>
                <a:lnTo>
                  <a:pt x="30" y="66"/>
                </a:lnTo>
                <a:lnTo>
                  <a:pt x="31" y="66"/>
                </a:lnTo>
                <a:lnTo>
                  <a:pt x="30" y="66"/>
                </a:lnTo>
                <a:lnTo>
                  <a:pt x="29" y="66"/>
                </a:lnTo>
                <a:lnTo>
                  <a:pt x="30" y="65"/>
                </a:lnTo>
                <a:lnTo>
                  <a:pt x="31" y="64"/>
                </a:lnTo>
                <a:lnTo>
                  <a:pt x="32" y="64"/>
                </a:lnTo>
                <a:lnTo>
                  <a:pt x="33" y="63"/>
                </a:lnTo>
                <a:lnTo>
                  <a:pt x="34" y="62"/>
                </a:lnTo>
                <a:lnTo>
                  <a:pt x="35" y="61"/>
                </a:lnTo>
                <a:lnTo>
                  <a:pt x="35" y="60"/>
                </a:lnTo>
                <a:lnTo>
                  <a:pt x="36" y="59"/>
                </a:lnTo>
                <a:lnTo>
                  <a:pt x="37" y="58"/>
                </a:lnTo>
                <a:lnTo>
                  <a:pt x="38" y="58"/>
                </a:lnTo>
                <a:lnTo>
                  <a:pt x="39" y="57"/>
                </a:lnTo>
                <a:lnTo>
                  <a:pt x="40" y="57"/>
                </a:lnTo>
                <a:lnTo>
                  <a:pt x="41" y="57"/>
                </a:lnTo>
                <a:lnTo>
                  <a:pt x="42" y="56"/>
                </a:lnTo>
                <a:lnTo>
                  <a:pt x="43" y="56"/>
                </a:lnTo>
                <a:lnTo>
                  <a:pt x="44" y="56"/>
                </a:lnTo>
                <a:lnTo>
                  <a:pt x="44" y="55"/>
                </a:lnTo>
                <a:lnTo>
                  <a:pt x="45" y="55"/>
                </a:lnTo>
                <a:lnTo>
                  <a:pt x="45" y="54"/>
                </a:lnTo>
                <a:lnTo>
                  <a:pt x="46" y="54"/>
                </a:lnTo>
                <a:lnTo>
                  <a:pt x="48" y="53"/>
                </a:lnTo>
                <a:lnTo>
                  <a:pt x="49" y="53"/>
                </a:lnTo>
                <a:lnTo>
                  <a:pt x="50" y="53"/>
                </a:lnTo>
                <a:lnTo>
                  <a:pt x="50" y="52"/>
                </a:lnTo>
                <a:lnTo>
                  <a:pt x="51" y="51"/>
                </a:lnTo>
                <a:lnTo>
                  <a:pt x="53" y="50"/>
                </a:lnTo>
                <a:lnTo>
                  <a:pt x="54" y="49"/>
                </a:lnTo>
                <a:lnTo>
                  <a:pt x="54" y="48"/>
                </a:lnTo>
                <a:lnTo>
                  <a:pt x="54" y="47"/>
                </a:lnTo>
                <a:lnTo>
                  <a:pt x="54" y="46"/>
                </a:lnTo>
                <a:lnTo>
                  <a:pt x="54" y="45"/>
                </a:lnTo>
                <a:lnTo>
                  <a:pt x="55" y="45"/>
                </a:lnTo>
                <a:lnTo>
                  <a:pt x="55" y="46"/>
                </a:lnTo>
                <a:lnTo>
                  <a:pt x="56" y="46"/>
                </a:lnTo>
                <a:lnTo>
                  <a:pt x="56" y="45"/>
                </a:lnTo>
                <a:lnTo>
                  <a:pt x="57" y="44"/>
                </a:lnTo>
                <a:lnTo>
                  <a:pt x="57" y="45"/>
                </a:lnTo>
                <a:lnTo>
                  <a:pt x="59" y="44"/>
                </a:lnTo>
                <a:lnTo>
                  <a:pt x="60" y="44"/>
                </a:lnTo>
                <a:lnTo>
                  <a:pt x="61" y="45"/>
                </a:lnTo>
                <a:lnTo>
                  <a:pt x="61" y="46"/>
                </a:lnTo>
                <a:lnTo>
                  <a:pt x="62" y="46"/>
                </a:lnTo>
                <a:lnTo>
                  <a:pt x="62" y="47"/>
                </a:lnTo>
                <a:lnTo>
                  <a:pt x="63" y="48"/>
                </a:lnTo>
                <a:lnTo>
                  <a:pt x="63" y="47"/>
                </a:lnTo>
                <a:lnTo>
                  <a:pt x="63" y="45"/>
                </a:lnTo>
                <a:lnTo>
                  <a:pt x="62" y="44"/>
                </a:lnTo>
                <a:lnTo>
                  <a:pt x="61" y="44"/>
                </a:lnTo>
                <a:lnTo>
                  <a:pt x="61" y="43"/>
                </a:lnTo>
                <a:lnTo>
                  <a:pt x="60" y="43"/>
                </a:lnTo>
                <a:lnTo>
                  <a:pt x="60" y="42"/>
                </a:lnTo>
                <a:lnTo>
                  <a:pt x="62" y="41"/>
                </a:lnTo>
                <a:lnTo>
                  <a:pt x="62" y="42"/>
                </a:lnTo>
                <a:lnTo>
                  <a:pt x="63" y="42"/>
                </a:lnTo>
                <a:lnTo>
                  <a:pt x="63" y="41"/>
                </a:lnTo>
                <a:lnTo>
                  <a:pt x="63" y="40"/>
                </a:lnTo>
                <a:lnTo>
                  <a:pt x="63" y="39"/>
                </a:lnTo>
                <a:lnTo>
                  <a:pt x="64" y="39"/>
                </a:lnTo>
                <a:lnTo>
                  <a:pt x="63" y="38"/>
                </a:lnTo>
                <a:lnTo>
                  <a:pt x="62" y="38"/>
                </a:lnTo>
                <a:lnTo>
                  <a:pt x="61" y="38"/>
                </a:lnTo>
                <a:lnTo>
                  <a:pt x="61" y="37"/>
                </a:lnTo>
                <a:lnTo>
                  <a:pt x="61" y="38"/>
                </a:lnTo>
                <a:lnTo>
                  <a:pt x="60" y="38"/>
                </a:lnTo>
                <a:lnTo>
                  <a:pt x="59" y="39"/>
                </a:lnTo>
                <a:lnTo>
                  <a:pt x="59" y="40"/>
                </a:lnTo>
                <a:lnTo>
                  <a:pt x="59" y="41"/>
                </a:lnTo>
                <a:lnTo>
                  <a:pt x="59" y="40"/>
                </a:lnTo>
                <a:lnTo>
                  <a:pt x="59" y="39"/>
                </a:lnTo>
                <a:lnTo>
                  <a:pt x="58" y="40"/>
                </a:lnTo>
                <a:lnTo>
                  <a:pt x="58" y="41"/>
                </a:lnTo>
                <a:lnTo>
                  <a:pt x="57" y="40"/>
                </a:lnTo>
                <a:lnTo>
                  <a:pt x="56" y="41"/>
                </a:lnTo>
                <a:lnTo>
                  <a:pt x="56" y="40"/>
                </a:lnTo>
                <a:lnTo>
                  <a:pt x="56" y="41"/>
                </a:lnTo>
                <a:lnTo>
                  <a:pt x="56" y="42"/>
                </a:lnTo>
                <a:lnTo>
                  <a:pt x="55" y="42"/>
                </a:lnTo>
                <a:lnTo>
                  <a:pt x="54" y="42"/>
                </a:lnTo>
                <a:lnTo>
                  <a:pt x="54" y="43"/>
                </a:lnTo>
                <a:lnTo>
                  <a:pt x="55" y="43"/>
                </a:lnTo>
                <a:lnTo>
                  <a:pt x="54" y="44"/>
                </a:lnTo>
                <a:lnTo>
                  <a:pt x="52" y="44"/>
                </a:lnTo>
                <a:lnTo>
                  <a:pt x="52" y="43"/>
                </a:lnTo>
                <a:lnTo>
                  <a:pt x="52" y="44"/>
                </a:lnTo>
                <a:lnTo>
                  <a:pt x="52" y="45"/>
                </a:lnTo>
                <a:lnTo>
                  <a:pt x="51" y="45"/>
                </a:lnTo>
                <a:lnTo>
                  <a:pt x="50" y="45"/>
                </a:lnTo>
                <a:lnTo>
                  <a:pt x="50" y="46"/>
                </a:lnTo>
                <a:lnTo>
                  <a:pt x="49" y="46"/>
                </a:lnTo>
                <a:lnTo>
                  <a:pt x="49" y="45"/>
                </a:lnTo>
                <a:lnTo>
                  <a:pt x="50" y="44"/>
                </a:lnTo>
                <a:lnTo>
                  <a:pt x="50" y="43"/>
                </a:lnTo>
                <a:lnTo>
                  <a:pt x="51" y="43"/>
                </a:lnTo>
                <a:lnTo>
                  <a:pt x="51" y="42"/>
                </a:lnTo>
                <a:lnTo>
                  <a:pt x="51" y="41"/>
                </a:lnTo>
                <a:lnTo>
                  <a:pt x="50" y="41"/>
                </a:lnTo>
                <a:lnTo>
                  <a:pt x="50" y="40"/>
                </a:lnTo>
                <a:lnTo>
                  <a:pt x="50" y="39"/>
                </a:lnTo>
                <a:lnTo>
                  <a:pt x="49" y="38"/>
                </a:lnTo>
                <a:lnTo>
                  <a:pt x="49" y="37"/>
                </a:lnTo>
                <a:lnTo>
                  <a:pt x="50" y="37"/>
                </a:lnTo>
                <a:lnTo>
                  <a:pt x="51" y="35"/>
                </a:lnTo>
                <a:lnTo>
                  <a:pt x="52" y="34"/>
                </a:lnTo>
                <a:lnTo>
                  <a:pt x="53" y="33"/>
                </a:lnTo>
                <a:lnTo>
                  <a:pt x="54" y="34"/>
                </a:lnTo>
                <a:lnTo>
                  <a:pt x="54" y="33"/>
                </a:lnTo>
                <a:lnTo>
                  <a:pt x="54" y="32"/>
                </a:lnTo>
                <a:lnTo>
                  <a:pt x="55" y="32"/>
                </a:lnTo>
                <a:lnTo>
                  <a:pt x="55" y="31"/>
                </a:lnTo>
                <a:lnTo>
                  <a:pt x="56" y="31"/>
                </a:lnTo>
                <a:lnTo>
                  <a:pt x="56" y="32"/>
                </a:lnTo>
                <a:lnTo>
                  <a:pt x="57" y="32"/>
                </a:lnTo>
                <a:lnTo>
                  <a:pt x="56" y="31"/>
                </a:lnTo>
                <a:lnTo>
                  <a:pt x="57" y="31"/>
                </a:lnTo>
                <a:lnTo>
                  <a:pt x="58" y="31"/>
                </a:lnTo>
                <a:lnTo>
                  <a:pt x="58" y="30"/>
                </a:lnTo>
                <a:lnTo>
                  <a:pt x="59" y="30"/>
                </a:lnTo>
                <a:lnTo>
                  <a:pt x="58" y="29"/>
                </a:lnTo>
                <a:lnTo>
                  <a:pt x="59" y="29"/>
                </a:lnTo>
                <a:lnTo>
                  <a:pt x="59" y="28"/>
                </a:lnTo>
                <a:lnTo>
                  <a:pt x="59" y="27"/>
                </a:lnTo>
                <a:lnTo>
                  <a:pt x="59" y="26"/>
                </a:lnTo>
                <a:lnTo>
                  <a:pt x="60" y="27"/>
                </a:lnTo>
                <a:lnTo>
                  <a:pt x="61" y="27"/>
                </a:lnTo>
                <a:lnTo>
                  <a:pt x="61" y="26"/>
                </a:lnTo>
                <a:lnTo>
                  <a:pt x="61" y="25"/>
                </a:lnTo>
                <a:lnTo>
                  <a:pt x="62" y="25"/>
                </a:lnTo>
                <a:lnTo>
                  <a:pt x="63" y="25"/>
                </a:lnTo>
                <a:lnTo>
                  <a:pt x="64" y="25"/>
                </a:lnTo>
                <a:lnTo>
                  <a:pt x="65" y="26"/>
                </a:lnTo>
                <a:lnTo>
                  <a:pt x="64" y="26"/>
                </a:lnTo>
                <a:lnTo>
                  <a:pt x="64" y="27"/>
                </a:lnTo>
                <a:lnTo>
                  <a:pt x="64" y="28"/>
                </a:lnTo>
                <a:lnTo>
                  <a:pt x="65" y="28"/>
                </a:lnTo>
                <a:lnTo>
                  <a:pt x="66" y="28"/>
                </a:lnTo>
                <a:lnTo>
                  <a:pt x="67" y="27"/>
                </a:lnTo>
                <a:lnTo>
                  <a:pt x="68" y="27"/>
                </a:lnTo>
                <a:lnTo>
                  <a:pt x="68" y="28"/>
                </a:lnTo>
                <a:lnTo>
                  <a:pt x="68" y="27"/>
                </a:lnTo>
                <a:lnTo>
                  <a:pt x="69" y="27"/>
                </a:lnTo>
                <a:lnTo>
                  <a:pt x="69" y="28"/>
                </a:lnTo>
                <a:lnTo>
                  <a:pt x="69" y="29"/>
                </a:lnTo>
                <a:lnTo>
                  <a:pt x="70" y="28"/>
                </a:lnTo>
                <a:lnTo>
                  <a:pt x="69" y="28"/>
                </a:lnTo>
                <a:lnTo>
                  <a:pt x="69" y="27"/>
                </a:lnTo>
                <a:lnTo>
                  <a:pt x="70" y="27"/>
                </a:lnTo>
                <a:lnTo>
                  <a:pt x="70" y="28"/>
                </a:lnTo>
                <a:lnTo>
                  <a:pt x="70" y="29"/>
                </a:lnTo>
                <a:lnTo>
                  <a:pt x="71" y="29"/>
                </a:lnTo>
                <a:lnTo>
                  <a:pt x="71" y="30"/>
                </a:lnTo>
                <a:lnTo>
                  <a:pt x="72" y="30"/>
                </a:lnTo>
                <a:lnTo>
                  <a:pt x="72" y="31"/>
                </a:lnTo>
                <a:lnTo>
                  <a:pt x="73" y="31"/>
                </a:lnTo>
                <a:lnTo>
                  <a:pt x="73" y="30"/>
                </a:lnTo>
                <a:lnTo>
                  <a:pt x="73" y="31"/>
                </a:lnTo>
                <a:lnTo>
                  <a:pt x="72" y="31"/>
                </a:lnTo>
                <a:lnTo>
                  <a:pt x="73" y="32"/>
                </a:lnTo>
                <a:lnTo>
                  <a:pt x="73" y="31"/>
                </a:lnTo>
                <a:lnTo>
                  <a:pt x="74" y="31"/>
                </a:lnTo>
                <a:lnTo>
                  <a:pt x="74" y="32"/>
                </a:lnTo>
                <a:lnTo>
                  <a:pt x="74" y="31"/>
                </a:lnTo>
                <a:lnTo>
                  <a:pt x="73" y="31"/>
                </a:lnTo>
                <a:lnTo>
                  <a:pt x="74" y="31"/>
                </a:lnTo>
                <a:lnTo>
                  <a:pt x="75" y="30"/>
                </a:lnTo>
                <a:lnTo>
                  <a:pt x="75" y="29"/>
                </a:lnTo>
                <a:lnTo>
                  <a:pt x="75" y="30"/>
                </a:lnTo>
                <a:lnTo>
                  <a:pt x="76" y="30"/>
                </a:lnTo>
                <a:lnTo>
                  <a:pt x="76" y="29"/>
                </a:lnTo>
                <a:lnTo>
                  <a:pt x="77" y="29"/>
                </a:lnTo>
                <a:lnTo>
                  <a:pt x="77" y="31"/>
                </a:lnTo>
                <a:lnTo>
                  <a:pt x="78" y="32"/>
                </a:lnTo>
                <a:lnTo>
                  <a:pt x="78" y="33"/>
                </a:lnTo>
                <a:lnTo>
                  <a:pt x="78" y="34"/>
                </a:lnTo>
                <a:lnTo>
                  <a:pt x="78" y="33"/>
                </a:lnTo>
                <a:lnTo>
                  <a:pt x="79" y="33"/>
                </a:lnTo>
                <a:lnTo>
                  <a:pt x="79" y="32"/>
                </a:lnTo>
                <a:lnTo>
                  <a:pt x="80" y="32"/>
                </a:lnTo>
                <a:lnTo>
                  <a:pt x="81" y="32"/>
                </a:lnTo>
                <a:lnTo>
                  <a:pt x="82" y="32"/>
                </a:lnTo>
                <a:lnTo>
                  <a:pt x="82" y="31"/>
                </a:lnTo>
                <a:lnTo>
                  <a:pt x="83" y="31"/>
                </a:lnTo>
                <a:lnTo>
                  <a:pt x="83" y="30"/>
                </a:lnTo>
                <a:lnTo>
                  <a:pt x="83" y="31"/>
                </a:lnTo>
                <a:lnTo>
                  <a:pt x="83" y="32"/>
                </a:lnTo>
                <a:lnTo>
                  <a:pt x="82" y="33"/>
                </a:lnTo>
                <a:lnTo>
                  <a:pt x="83" y="33"/>
                </a:lnTo>
                <a:lnTo>
                  <a:pt x="84" y="32"/>
                </a:lnTo>
                <a:lnTo>
                  <a:pt x="85" y="31"/>
                </a:lnTo>
                <a:lnTo>
                  <a:pt x="86" y="31"/>
                </a:lnTo>
                <a:lnTo>
                  <a:pt x="86" y="32"/>
                </a:lnTo>
                <a:lnTo>
                  <a:pt x="86" y="31"/>
                </a:lnTo>
                <a:lnTo>
                  <a:pt x="87" y="31"/>
                </a:lnTo>
                <a:lnTo>
                  <a:pt x="86" y="30"/>
                </a:lnTo>
                <a:lnTo>
                  <a:pt x="84" y="30"/>
                </a:lnTo>
                <a:lnTo>
                  <a:pt x="84" y="29"/>
                </a:lnTo>
                <a:lnTo>
                  <a:pt x="83" y="29"/>
                </a:lnTo>
                <a:lnTo>
                  <a:pt x="82" y="29"/>
                </a:lnTo>
                <a:lnTo>
                  <a:pt x="82" y="28"/>
                </a:lnTo>
                <a:lnTo>
                  <a:pt x="82" y="27"/>
                </a:lnTo>
                <a:lnTo>
                  <a:pt x="82" y="26"/>
                </a:lnTo>
                <a:lnTo>
                  <a:pt x="82" y="25"/>
                </a:lnTo>
                <a:lnTo>
                  <a:pt x="83" y="25"/>
                </a:lnTo>
                <a:lnTo>
                  <a:pt x="84" y="25"/>
                </a:lnTo>
                <a:lnTo>
                  <a:pt x="85" y="25"/>
                </a:lnTo>
                <a:lnTo>
                  <a:pt x="86" y="26"/>
                </a:lnTo>
                <a:lnTo>
                  <a:pt x="86" y="25"/>
                </a:lnTo>
                <a:lnTo>
                  <a:pt x="85" y="25"/>
                </a:lnTo>
                <a:lnTo>
                  <a:pt x="86" y="25"/>
                </a:lnTo>
                <a:lnTo>
                  <a:pt x="85" y="25"/>
                </a:lnTo>
                <a:lnTo>
                  <a:pt x="85" y="24"/>
                </a:lnTo>
                <a:lnTo>
                  <a:pt x="84" y="24"/>
                </a:lnTo>
                <a:lnTo>
                  <a:pt x="84" y="25"/>
                </a:lnTo>
                <a:lnTo>
                  <a:pt x="83" y="25"/>
                </a:lnTo>
                <a:lnTo>
                  <a:pt x="83" y="24"/>
                </a:lnTo>
                <a:lnTo>
                  <a:pt x="83" y="23"/>
                </a:lnTo>
                <a:lnTo>
                  <a:pt x="83" y="22"/>
                </a:lnTo>
                <a:lnTo>
                  <a:pt x="84" y="22"/>
                </a:lnTo>
                <a:lnTo>
                  <a:pt x="84" y="21"/>
                </a:lnTo>
                <a:lnTo>
                  <a:pt x="85" y="21"/>
                </a:lnTo>
                <a:lnTo>
                  <a:pt x="86" y="20"/>
                </a:lnTo>
                <a:lnTo>
                  <a:pt x="87" y="20"/>
                </a:lnTo>
                <a:lnTo>
                  <a:pt x="87" y="19"/>
                </a:lnTo>
                <a:lnTo>
                  <a:pt x="87" y="18"/>
                </a:lnTo>
                <a:lnTo>
                  <a:pt x="88" y="18"/>
                </a:lnTo>
                <a:lnTo>
                  <a:pt x="89" y="17"/>
                </a:lnTo>
                <a:lnTo>
                  <a:pt x="90" y="17"/>
                </a:lnTo>
                <a:lnTo>
                  <a:pt x="91" y="17"/>
                </a:lnTo>
                <a:lnTo>
                  <a:pt x="93" y="17"/>
                </a:lnTo>
                <a:lnTo>
                  <a:pt x="95" y="16"/>
                </a:lnTo>
                <a:lnTo>
                  <a:pt x="97" y="16"/>
                </a:lnTo>
                <a:lnTo>
                  <a:pt x="96" y="16"/>
                </a:lnTo>
                <a:lnTo>
                  <a:pt x="98" y="16"/>
                </a:lnTo>
                <a:lnTo>
                  <a:pt x="99" y="15"/>
                </a:lnTo>
                <a:lnTo>
                  <a:pt x="100" y="16"/>
                </a:lnTo>
                <a:lnTo>
                  <a:pt x="101" y="16"/>
                </a:lnTo>
                <a:lnTo>
                  <a:pt x="101" y="17"/>
                </a:lnTo>
                <a:lnTo>
                  <a:pt x="101" y="18"/>
                </a:lnTo>
                <a:lnTo>
                  <a:pt x="101" y="19"/>
                </a:lnTo>
                <a:lnTo>
                  <a:pt x="101" y="17"/>
                </a:lnTo>
                <a:lnTo>
                  <a:pt x="102" y="18"/>
                </a:lnTo>
                <a:lnTo>
                  <a:pt x="102" y="19"/>
                </a:lnTo>
                <a:lnTo>
                  <a:pt x="103" y="20"/>
                </a:lnTo>
                <a:lnTo>
                  <a:pt x="105" y="20"/>
                </a:lnTo>
                <a:lnTo>
                  <a:pt x="107" y="20"/>
                </a:lnTo>
                <a:lnTo>
                  <a:pt x="108" y="20"/>
                </a:lnTo>
                <a:lnTo>
                  <a:pt x="109" y="20"/>
                </a:lnTo>
                <a:lnTo>
                  <a:pt x="108" y="20"/>
                </a:lnTo>
                <a:lnTo>
                  <a:pt x="108" y="21"/>
                </a:lnTo>
                <a:lnTo>
                  <a:pt x="109" y="21"/>
                </a:lnTo>
                <a:lnTo>
                  <a:pt x="108" y="22"/>
                </a:lnTo>
                <a:lnTo>
                  <a:pt x="109" y="22"/>
                </a:lnTo>
                <a:lnTo>
                  <a:pt x="109" y="23"/>
                </a:lnTo>
                <a:lnTo>
                  <a:pt x="110" y="22"/>
                </a:lnTo>
                <a:lnTo>
                  <a:pt x="110" y="21"/>
                </a:lnTo>
                <a:lnTo>
                  <a:pt x="110" y="20"/>
                </a:lnTo>
                <a:lnTo>
                  <a:pt x="110" y="19"/>
                </a:lnTo>
                <a:lnTo>
                  <a:pt x="110" y="18"/>
                </a:lnTo>
                <a:lnTo>
                  <a:pt x="111" y="18"/>
                </a:lnTo>
                <a:lnTo>
                  <a:pt x="112" y="19"/>
                </a:lnTo>
                <a:lnTo>
                  <a:pt x="111" y="19"/>
                </a:lnTo>
                <a:lnTo>
                  <a:pt x="111" y="20"/>
                </a:lnTo>
                <a:lnTo>
                  <a:pt x="112" y="21"/>
                </a:lnTo>
                <a:lnTo>
                  <a:pt x="113" y="22"/>
                </a:lnTo>
                <a:lnTo>
                  <a:pt x="112" y="22"/>
                </a:lnTo>
                <a:lnTo>
                  <a:pt x="112" y="23"/>
                </a:lnTo>
                <a:lnTo>
                  <a:pt x="111" y="23"/>
                </a:lnTo>
                <a:lnTo>
                  <a:pt x="111" y="24"/>
                </a:lnTo>
                <a:lnTo>
                  <a:pt x="112" y="24"/>
                </a:lnTo>
                <a:lnTo>
                  <a:pt x="111" y="24"/>
                </a:lnTo>
                <a:lnTo>
                  <a:pt x="111" y="25"/>
                </a:lnTo>
                <a:lnTo>
                  <a:pt x="112" y="24"/>
                </a:lnTo>
                <a:lnTo>
                  <a:pt x="112" y="25"/>
                </a:lnTo>
                <a:lnTo>
                  <a:pt x="113" y="25"/>
                </a:lnTo>
                <a:lnTo>
                  <a:pt x="112" y="24"/>
                </a:lnTo>
                <a:lnTo>
                  <a:pt x="112" y="23"/>
                </a:lnTo>
                <a:lnTo>
                  <a:pt x="112" y="22"/>
                </a:lnTo>
                <a:lnTo>
                  <a:pt x="113" y="22"/>
                </a:lnTo>
                <a:lnTo>
                  <a:pt x="114" y="22"/>
                </a:lnTo>
                <a:lnTo>
                  <a:pt x="114" y="23"/>
                </a:lnTo>
                <a:lnTo>
                  <a:pt x="115" y="23"/>
                </a:lnTo>
                <a:lnTo>
                  <a:pt x="114" y="22"/>
                </a:lnTo>
                <a:lnTo>
                  <a:pt x="114" y="21"/>
                </a:lnTo>
                <a:lnTo>
                  <a:pt x="115" y="21"/>
                </a:lnTo>
                <a:lnTo>
                  <a:pt x="115" y="20"/>
                </a:lnTo>
                <a:lnTo>
                  <a:pt x="115" y="19"/>
                </a:lnTo>
                <a:lnTo>
                  <a:pt x="115" y="20"/>
                </a:lnTo>
                <a:lnTo>
                  <a:pt x="116" y="20"/>
                </a:lnTo>
                <a:lnTo>
                  <a:pt x="116" y="19"/>
                </a:lnTo>
                <a:lnTo>
                  <a:pt x="116" y="18"/>
                </a:lnTo>
                <a:lnTo>
                  <a:pt x="115" y="18"/>
                </a:lnTo>
                <a:lnTo>
                  <a:pt x="115" y="17"/>
                </a:lnTo>
                <a:lnTo>
                  <a:pt x="116" y="17"/>
                </a:lnTo>
                <a:lnTo>
                  <a:pt x="117" y="17"/>
                </a:lnTo>
                <a:lnTo>
                  <a:pt x="117" y="18"/>
                </a:lnTo>
                <a:lnTo>
                  <a:pt x="118" y="18"/>
                </a:lnTo>
                <a:lnTo>
                  <a:pt x="119" y="18"/>
                </a:lnTo>
                <a:lnTo>
                  <a:pt x="120" y="18"/>
                </a:lnTo>
                <a:lnTo>
                  <a:pt x="120" y="17"/>
                </a:lnTo>
                <a:lnTo>
                  <a:pt x="121" y="17"/>
                </a:lnTo>
                <a:lnTo>
                  <a:pt x="122" y="17"/>
                </a:lnTo>
                <a:lnTo>
                  <a:pt x="121" y="18"/>
                </a:lnTo>
                <a:lnTo>
                  <a:pt x="122" y="18"/>
                </a:lnTo>
                <a:lnTo>
                  <a:pt x="122" y="19"/>
                </a:lnTo>
                <a:lnTo>
                  <a:pt x="122" y="20"/>
                </a:lnTo>
                <a:lnTo>
                  <a:pt x="123" y="20"/>
                </a:lnTo>
                <a:lnTo>
                  <a:pt x="123" y="21"/>
                </a:lnTo>
                <a:lnTo>
                  <a:pt x="124" y="22"/>
                </a:lnTo>
                <a:lnTo>
                  <a:pt x="125" y="22"/>
                </a:lnTo>
                <a:lnTo>
                  <a:pt x="126" y="22"/>
                </a:lnTo>
                <a:lnTo>
                  <a:pt x="127" y="22"/>
                </a:lnTo>
                <a:lnTo>
                  <a:pt x="128" y="22"/>
                </a:lnTo>
                <a:lnTo>
                  <a:pt x="128" y="21"/>
                </a:lnTo>
                <a:lnTo>
                  <a:pt x="128" y="22"/>
                </a:lnTo>
                <a:lnTo>
                  <a:pt x="127" y="23"/>
                </a:lnTo>
                <a:lnTo>
                  <a:pt x="126" y="22"/>
                </a:lnTo>
                <a:lnTo>
                  <a:pt x="125" y="22"/>
                </a:lnTo>
                <a:lnTo>
                  <a:pt x="125" y="23"/>
                </a:lnTo>
                <a:lnTo>
                  <a:pt x="124" y="24"/>
                </a:lnTo>
                <a:lnTo>
                  <a:pt x="123" y="24"/>
                </a:lnTo>
                <a:lnTo>
                  <a:pt x="122" y="25"/>
                </a:lnTo>
                <a:lnTo>
                  <a:pt x="123" y="25"/>
                </a:lnTo>
                <a:lnTo>
                  <a:pt x="124" y="25"/>
                </a:lnTo>
                <a:lnTo>
                  <a:pt x="125" y="25"/>
                </a:lnTo>
                <a:lnTo>
                  <a:pt x="125" y="26"/>
                </a:lnTo>
                <a:lnTo>
                  <a:pt x="126" y="26"/>
                </a:lnTo>
                <a:lnTo>
                  <a:pt x="126" y="27"/>
                </a:lnTo>
                <a:lnTo>
                  <a:pt x="126" y="26"/>
                </a:lnTo>
                <a:lnTo>
                  <a:pt x="126" y="25"/>
                </a:lnTo>
                <a:lnTo>
                  <a:pt x="127" y="25"/>
                </a:lnTo>
                <a:lnTo>
                  <a:pt x="127" y="26"/>
                </a:lnTo>
                <a:lnTo>
                  <a:pt x="127" y="25"/>
                </a:lnTo>
                <a:lnTo>
                  <a:pt x="127" y="24"/>
                </a:lnTo>
                <a:lnTo>
                  <a:pt x="126" y="24"/>
                </a:lnTo>
                <a:lnTo>
                  <a:pt x="125" y="24"/>
                </a:lnTo>
                <a:lnTo>
                  <a:pt x="125" y="23"/>
                </a:lnTo>
                <a:lnTo>
                  <a:pt x="126" y="23"/>
                </a:lnTo>
                <a:lnTo>
                  <a:pt x="127" y="23"/>
                </a:lnTo>
                <a:lnTo>
                  <a:pt x="128" y="23"/>
                </a:lnTo>
                <a:lnTo>
                  <a:pt x="128" y="22"/>
                </a:lnTo>
                <a:lnTo>
                  <a:pt x="128" y="21"/>
                </a:lnTo>
                <a:lnTo>
                  <a:pt x="127" y="21"/>
                </a:lnTo>
                <a:lnTo>
                  <a:pt x="127" y="20"/>
                </a:lnTo>
                <a:lnTo>
                  <a:pt x="128" y="20"/>
                </a:lnTo>
                <a:lnTo>
                  <a:pt x="128" y="21"/>
                </a:lnTo>
                <a:lnTo>
                  <a:pt x="128" y="20"/>
                </a:lnTo>
                <a:lnTo>
                  <a:pt x="129" y="20"/>
                </a:lnTo>
                <a:lnTo>
                  <a:pt x="130" y="20"/>
                </a:lnTo>
                <a:lnTo>
                  <a:pt x="131" y="19"/>
                </a:lnTo>
                <a:lnTo>
                  <a:pt x="132" y="18"/>
                </a:lnTo>
                <a:lnTo>
                  <a:pt x="133" y="18"/>
                </a:lnTo>
                <a:lnTo>
                  <a:pt x="133" y="19"/>
                </a:lnTo>
                <a:lnTo>
                  <a:pt x="134" y="19"/>
                </a:lnTo>
                <a:lnTo>
                  <a:pt x="135" y="19"/>
                </a:lnTo>
                <a:lnTo>
                  <a:pt x="136" y="18"/>
                </a:lnTo>
                <a:lnTo>
                  <a:pt x="137" y="19"/>
                </a:lnTo>
                <a:lnTo>
                  <a:pt x="137" y="20"/>
                </a:lnTo>
                <a:lnTo>
                  <a:pt x="137" y="19"/>
                </a:lnTo>
                <a:lnTo>
                  <a:pt x="137" y="18"/>
                </a:lnTo>
                <a:lnTo>
                  <a:pt x="138" y="18"/>
                </a:lnTo>
                <a:lnTo>
                  <a:pt x="137" y="18"/>
                </a:lnTo>
                <a:lnTo>
                  <a:pt x="136" y="18"/>
                </a:lnTo>
                <a:lnTo>
                  <a:pt x="135" y="18"/>
                </a:lnTo>
                <a:lnTo>
                  <a:pt x="134" y="18"/>
                </a:lnTo>
                <a:lnTo>
                  <a:pt x="133" y="18"/>
                </a:lnTo>
                <a:lnTo>
                  <a:pt x="132" y="18"/>
                </a:lnTo>
                <a:lnTo>
                  <a:pt x="133" y="18"/>
                </a:lnTo>
                <a:lnTo>
                  <a:pt x="134" y="17"/>
                </a:lnTo>
                <a:lnTo>
                  <a:pt x="135" y="17"/>
                </a:lnTo>
                <a:lnTo>
                  <a:pt x="136" y="17"/>
                </a:lnTo>
                <a:lnTo>
                  <a:pt x="137" y="17"/>
                </a:lnTo>
                <a:lnTo>
                  <a:pt x="137" y="16"/>
                </a:lnTo>
                <a:lnTo>
                  <a:pt x="138" y="16"/>
                </a:lnTo>
                <a:lnTo>
                  <a:pt x="138" y="15"/>
                </a:lnTo>
                <a:lnTo>
                  <a:pt x="139" y="15"/>
                </a:lnTo>
                <a:lnTo>
                  <a:pt x="139" y="14"/>
                </a:lnTo>
                <a:lnTo>
                  <a:pt x="139" y="13"/>
                </a:lnTo>
                <a:lnTo>
                  <a:pt x="140" y="12"/>
                </a:lnTo>
                <a:lnTo>
                  <a:pt x="140" y="11"/>
                </a:lnTo>
                <a:lnTo>
                  <a:pt x="141" y="10"/>
                </a:lnTo>
                <a:lnTo>
                  <a:pt x="142" y="10"/>
                </a:lnTo>
                <a:lnTo>
                  <a:pt x="143" y="10"/>
                </a:lnTo>
                <a:lnTo>
                  <a:pt x="144" y="10"/>
                </a:lnTo>
                <a:lnTo>
                  <a:pt x="145" y="10"/>
                </a:lnTo>
                <a:lnTo>
                  <a:pt x="145" y="11"/>
                </a:lnTo>
                <a:lnTo>
                  <a:pt x="146" y="11"/>
                </a:lnTo>
                <a:lnTo>
                  <a:pt x="146" y="12"/>
                </a:lnTo>
                <a:lnTo>
                  <a:pt x="147" y="12"/>
                </a:lnTo>
                <a:lnTo>
                  <a:pt x="148" y="12"/>
                </a:lnTo>
                <a:lnTo>
                  <a:pt x="148" y="13"/>
                </a:lnTo>
                <a:lnTo>
                  <a:pt x="149" y="13"/>
                </a:lnTo>
                <a:lnTo>
                  <a:pt x="150" y="14"/>
                </a:lnTo>
                <a:lnTo>
                  <a:pt x="151" y="14"/>
                </a:lnTo>
                <a:lnTo>
                  <a:pt x="152" y="14"/>
                </a:lnTo>
                <a:lnTo>
                  <a:pt x="152" y="13"/>
                </a:lnTo>
                <a:lnTo>
                  <a:pt x="151" y="13"/>
                </a:lnTo>
                <a:lnTo>
                  <a:pt x="152" y="13"/>
                </a:lnTo>
                <a:lnTo>
                  <a:pt x="152" y="12"/>
                </a:lnTo>
                <a:lnTo>
                  <a:pt x="151" y="12"/>
                </a:lnTo>
                <a:lnTo>
                  <a:pt x="152" y="12"/>
                </a:lnTo>
                <a:lnTo>
                  <a:pt x="153" y="13"/>
                </a:lnTo>
                <a:lnTo>
                  <a:pt x="154" y="12"/>
                </a:lnTo>
                <a:lnTo>
                  <a:pt x="154" y="11"/>
                </a:lnTo>
                <a:lnTo>
                  <a:pt x="156" y="11"/>
                </a:lnTo>
                <a:lnTo>
                  <a:pt x="154" y="10"/>
                </a:lnTo>
                <a:lnTo>
                  <a:pt x="153" y="10"/>
                </a:lnTo>
                <a:lnTo>
                  <a:pt x="153" y="9"/>
                </a:lnTo>
                <a:lnTo>
                  <a:pt x="154" y="9"/>
                </a:lnTo>
                <a:lnTo>
                  <a:pt x="154" y="8"/>
                </a:lnTo>
                <a:lnTo>
                  <a:pt x="155" y="8"/>
                </a:lnTo>
                <a:lnTo>
                  <a:pt x="157" y="7"/>
                </a:lnTo>
                <a:lnTo>
                  <a:pt x="158" y="7"/>
                </a:lnTo>
                <a:lnTo>
                  <a:pt x="159" y="7"/>
                </a:lnTo>
                <a:lnTo>
                  <a:pt x="160" y="7"/>
                </a:lnTo>
                <a:lnTo>
                  <a:pt x="160" y="8"/>
                </a:lnTo>
                <a:lnTo>
                  <a:pt x="161" y="8"/>
                </a:lnTo>
                <a:lnTo>
                  <a:pt x="162" y="9"/>
                </a:lnTo>
                <a:lnTo>
                  <a:pt x="163" y="9"/>
                </a:lnTo>
                <a:lnTo>
                  <a:pt x="163" y="10"/>
                </a:lnTo>
                <a:lnTo>
                  <a:pt x="164" y="10"/>
                </a:lnTo>
                <a:lnTo>
                  <a:pt x="165" y="10"/>
                </a:lnTo>
                <a:lnTo>
                  <a:pt x="165" y="11"/>
                </a:lnTo>
                <a:lnTo>
                  <a:pt x="166" y="11"/>
                </a:lnTo>
                <a:lnTo>
                  <a:pt x="167" y="12"/>
                </a:lnTo>
                <a:lnTo>
                  <a:pt x="168" y="12"/>
                </a:lnTo>
                <a:lnTo>
                  <a:pt x="168" y="13"/>
                </a:lnTo>
                <a:lnTo>
                  <a:pt x="169" y="13"/>
                </a:lnTo>
                <a:lnTo>
                  <a:pt x="170" y="13"/>
                </a:lnTo>
                <a:lnTo>
                  <a:pt x="170" y="14"/>
                </a:lnTo>
                <a:lnTo>
                  <a:pt x="171" y="14"/>
                </a:lnTo>
                <a:lnTo>
                  <a:pt x="172" y="14"/>
                </a:lnTo>
                <a:lnTo>
                  <a:pt x="174" y="14"/>
                </a:lnTo>
                <a:lnTo>
                  <a:pt x="175" y="14"/>
                </a:lnTo>
                <a:lnTo>
                  <a:pt x="176" y="14"/>
                </a:lnTo>
                <a:lnTo>
                  <a:pt x="175" y="14"/>
                </a:lnTo>
                <a:lnTo>
                  <a:pt x="175" y="15"/>
                </a:lnTo>
                <a:lnTo>
                  <a:pt x="175" y="16"/>
                </a:lnTo>
                <a:lnTo>
                  <a:pt x="175" y="17"/>
                </a:lnTo>
                <a:lnTo>
                  <a:pt x="176" y="18"/>
                </a:lnTo>
                <a:lnTo>
                  <a:pt x="175" y="18"/>
                </a:lnTo>
                <a:lnTo>
                  <a:pt x="175" y="19"/>
                </a:lnTo>
                <a:lnTo>
                  <a:pt x="175" y="20"/>
                </a:lnTo>
                <a:lnTo>
                  <a:pt x="176" y="20"/>
                </a:lnTo>
                <a:lnTo>
                  <a:pt x="176" y="19"/>
                </a:lnTo>
                <a:lnTo>
                  <a:pt x="177" y="18"/>
                </a:lnTo>
                <a:lnTo>
                  <a:pt x="178" y="18"/>
                </a:lnTo>
                <a:lnTo>
                  <a:pt x="177" y="17"/>
                </a:lnTo>
                <a:lnTo>
                  <a:pt x="178" y="16"/>
                </a:lnTo>
                <a:lnTo>
                  <a:pt x="179" y="17"/>
                </a:lnTo>
                <a:lnTo>
                  <a:pt x="179" y="18"/>
                </a:lnTo>
                <a:lnTo>
                  <a:pt x="179" y="19"/>
                </a:lnTo>
                <a:lnTo>
                  <a:pt x="178" y="19"/>
                </a:lnTo>
                <a:lnTo>
                  <a:pt x="179" y="19"/>
                </a:lnTo>
                <a:lnTo>
                  <a:pt x="179" y="20"/>
                </a:lnTo>
                <a:lnTo>
                  <a:pt x="179" y="21"/>
                </a:lnTo>
                <a:lnTo>
                  <a:pt x="178" y="21"/>
                </a:lnTo>
                <a:lnTo>
                  <a:pt x="177" y="21"/>
                </a:lnTo>
                <a:lnTo>
                  <a:pt x="176" y="21"/>
                </a:lnTo>
                <a:lnTo>
                  <a:pt x="177" y="21"/>
                </a:lnTo>
                <a:lnTo>
                  <a:pt x="178" y="21"/>
                </a:lnTo>
                <a:lnTo>
                  <a:pt x="178" y="22"/>
                </a:lnTo>
                <a:lnTo>
                  <a:pt x="179" y="22"/>
                </a:lnTo>
                <a:lnTo>
                  <a:pt x="179" y="21"/>
                </a:lnTo>
                <a:lnTo>
                  <a:pt x="180" y="21"/>
                </a:lnTo>
                <a:lnTo>
                  <a:pt x="180" y="22"/>
                </a:lnTo>
                <a:lnTo>
                  <a:pt x="179" y="22"/>
                </a:lnTo>
                <a:lnTo>
                  <a:pt x="178" y="23"/>
                </a:lnTo>
                <a:lnTo>
                  <a:pt x="179" y="22"/>
                </a:lnTo>
                <a:lnTo>
                  <a:pt x="179" y="23"/>
                </a:lnTo>
                <a:lnTo>
                  <a:pt x="180" y="23"/>
                </a:lnTo>
                <a:lnTo>
                  <a:pt x="180" y="24"/>
                </a:lnTo>
                <a:lnTo>
                  <a:pt x="180" y="25"/>
                </a:lnTo>
                <a:lnTo>
                  <a:pt x="180" y="26"/>
                </a:lnTo>
                <a:lnTo>
                  <a:pt x="181" y="26"/>
                </a:lnTo>
                <a:lnTo>
                  <a:pt x="181" y="27"/>
                </a:lnTo>
                <a:lnTo>
                  <a:pt x="180" y="27"/>
                </a:lnTo>
                <a:lnTo>
                  <a:pt x="181" y="27"/>
                </a:lnTo>
                <a:lnTo>
                  <a:pt x="180" y="27"/>
                </a:lnTo>
                <a:lnTo>
                  <a:pt x="181" y="27"/>
                </a:lnTo>
                <a:lnTo>
                  <a:pt x="181" y="26"/>
                </a:lnTo>
                <a:lnTo>
                  <a:pt x="180" y="26"/>
                </a:lnTo>
                <a:lnTo>
                  <a:pt x="180" y="25"/>
                </a:lnTo>
                <a:lnTo>
                  <a:pt x="181" y="25"/>
                </a:lnTo>
                <a:lnTo>
                  <a:pt x="181" y="24"/>
                </a:lnTo>
                <a:lnTo>
                  <a:pt x="182" y="24"/>
                </a:lnTo>
                <a:lnTo>
                  <a:pt x="183" y="24"/>
                </a:lnTo>
                <a:lnTo>
                  <a:pt x="183" y="23"/>
                </a:lnTo>
                <a:lnTo>
                  <a:pt x="183" y="22"/>
                </a:lnTo>
                <a:lnTo>
                  <a:pt x="182" y="21"/>
                </a:lnTo>
                <a:lnTo>
                  <a:pt x="182" y="20"/>
                </a:lnTo>
                <a:lnTo>
                  <a:pt x="182" y="19"/>
                </a:lnTo>
                <a:lnTo>
                  <a:pt x="181" y="18"/>
                </a:lnTo>
                <a:lnTo>
                  <a:pt x="181" y="17"/>
                </a:lnTo>
                <a:lnTo>
                  <a:pt x="181" y="16"/>
                </a:lnTo>
                <a:lnTo>
                  <a:pt x="181" y="15"/>
                </a:lnTo>
                <a:lnTo>
                  <a:pt x="180" y="15"/>
                </a:lnTo>
                <a:lnTo>
                  <a:pt x="181" y="15"/>
                </a:lnTo>
                <a:lnTo>
                  <a:pt x="182" y="15"/>
                </a:lnTo>
                <a:lnTo>
                  <a:pt x="182" y="14"/>
                </a:lnTo>
                <a:lnTo>
                  <a:pt x="181" y="14"/>
                </a:lnTo>
                <a:lnTo>
                  <a:pt x="180" y="14"/>
                </a:lnTo>
                <a:lnTo>
                  <a:pt x="179" y="14"/>
                </a:lnTo>
                <a:lnTo>
                  <a:pt x="178" y="14"/>
                </a:lnTo>
                <a:lnTo>
                  <a:pt x="178" y="13"/>
                </a:lnTo>
                <a:lnTo>
                  <a:pt x="177" y="13"/>
                </a:lnTo>
                <a:lnTo>
                  <a:pt x="177" y="12"/>
                </a:lnTo>
                <a:lnTo>
                  <a:pt x="177" y="11"/>
                </a:lnTo>
                <a:lnTo>
                  <a:pt x="178" y="10"/>
                </a:lnTo>
                <a:lnTo>
                  <a:pt x="178" y="9"/>
                </a:lnTo>
                <a:lnTo>
                  <a:pt x="178" y="8"/>
                </a:lnTo>
                <a:lnTo>
                  <a:pt x="178" y="7"/>
                </a:lnTo>
                <a:lnTo>
                  <a:pt x="179" y="6"/>
                </a:lnTo>
                <a:lnTo>
                  <a:pt x="180" y="6"/>
                </a:lnTo>
                <a:lnTo>
                  <a:pt x="180" y="5"/>
                </a:lnTo>
                <a:lnTo>
                  <a:pt x="181" y="5"/>
                </a:lnTo>
                <a:lnTo>
                  <a:pt x="182" y="5"/>
                </a:lnTo>
                <a:lnTo>
                  <a:pt x="184" y="5"/>
                </a:lnTo>
                <a:lnTo>
                  <a:pt x="185" y="5"/>
                </a:lnTo>
                <a:lnTo>
                  <a:pt x="185" y="4"/>
                </a:lnTo>
                <a:lnTo>
                  <a:pt x="186" y="4"/>
                </a:lnTo>
                <a:lnTo>
                  <a:pt x="186" y="3"/>
                </a:lnTo>
                <a:lnTo>
                  <a:pt x="187" y="3"/>
                </a:lnTo>
                <a:lnTo>
                  <a:pt x="187" y="2"/>
                </a:lnTo>
                <a:lnTo>
                  <a:pt x="187" y="1"/>
                </a:lnTo>
                <a:lnTo>
                  <a:pt x="187" y="0"/>
                </a:lnTo>
                <a:lnTo>
                  <a:pt x="188" y="0"/>
                </a:lnTo>
                <a:lnTo>
                  <a:pt x="188" y="1"/>
                </a:lnTo>
                <a:lnTo>
                  <a:pt x="189" y="2"/>
                </a:lnTo>
                <a:lnTo>
                  <a:pt x="189" y="3"/>
                </a:lnTo>
                <a:lnTo>
                  <a:pt x="190" y="6"/>
                </a:lnTo>
                <a:lnTo>
                  <a:pt x="191" y="8"/>
                </a:lnTo>
                <a:lnTo>
                  <a:pt x="191" y="9"/>
                </a:lnTo>
                <a:lnTo>
                  <a:pt x="192" y="10"/>
                </a:lnTo>
                <a:lnTo>
                  <a:pt x="192" y="1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57" name=""/>
          <p:cNvSpPr/>
          <p:nvPr/>
        </p:nvSpPr>
        <p:spPr>
          <a:xfrm>
            <a:off x="6659280" y="44276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58" name=""/>
          <p:cNvSpPr/>
          <p:nvPr/>
        </p:nvSpPr>
        <p:spPr>
          <a:xfrm>
            <a:off x="6595920" y="44236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59" name=""/>
          <p:cNvSpPr/>
          <p:nvPr/>
        </p:nvSpPr>
        <p:spPr>
          <a:xfrm>
            <a:off x="6612120" y="441072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3" y="0"/>
                </a:move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60" name=""/>
          <p:cNvSpPr/>
          <p:nvPr/>
        </p:nvSpPr>
        <p:spPr>
          <a:xfrm>
            <a:off x="6678000" y="4402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61" name=""/>
          <p:cNvSpPr/>
          <p:nvPr/>
        </p:nvSpPr>
        <p:spPr>
          <a:xfrm>
            <a:off x="6657120" y="4398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62" name=""/>
          <p:cNvSpPr/>
          <p:nvPr/>
        </p:nvSpPr>
        <p:spPr>
          <a:xfrm>
            <a:off x="6646680" y="4395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63" name=""/>
          <p:cNvSpPr/>
          <p:nvPr/>
        </p:nvSpPr>
        <p:spPr>
          <a:xfrm>
            <a:off x="6710400" y="455544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2" y="1"/>
                </a:moveTo>
                <a:lnTo>
                  <a:pt x="5" y="1"/>
                </a:lnTo>
                <a:lnTo>
                  <a:pt x="6" y="0"/>
                </a:lnTo>
                <a:lnTo>
                  <a:pt x="6" y="1"/>
                </a:lnTo>
                <a:lnTo>
                  <a:pt x="6" y="2"/>
                </a:lnTo>
                <a:lnTo>
                  <a:pt x="6" y="5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0" y="5"/>
                </a:lnTo>
                <a:lnTo>
                  <a:pt x="0" y="3"/>
                </a:lnTo>
                <a:lnTo>
                  <a:pt x="1" y="3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64" name=""/>
          <p:cNvSpPr/>
          <p:nvPr/>
        </p:nvSpPr>
        <p:spPr>
          <a:xfrm>
            <a:off x="6696000" y="4543560"/>
            <a:ext cx="2880" cy="1800"/>
          </a:xfrm>
          <a:custGeom>
            <a:avLst/>
            <a:gdLst/>
            <a:ahLst/>
            <a:rect l="0" t="0" r="r" b="b"/>
            <a:pathLst>
              <a:path w="8" h="5">
                <a:moveTo>
                  <a:pt x="0" y="2"/>
                </a:moveTo>
                <a:lnTo>
                  <a:pt x="1" y="2"/>
                </a:lnTo>
                <a:lnTo>
                  <a:pt x="2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8" y="2"/>
                </a:lnTo>
                <a:lnTo>
                  <a:pt x="8" y="3"/>
                </a:lnTo>
                <a:lnTo>
                  <a:pt x="7" y="4"/>
                </a:lnTo>
                <a:lnTo>
                  <a:pt x="6" y="5"/>
                </a:lnTo>
                <a:lnTo>
                  <a:pt x="4" y="5"/>
                </a:lnTo>
                <a:lnTo>
                  <a:pt x="2" y="5"/>
                </a:lnTo>
                <a:lnTo>
                  <a:pt x="1" y="4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65" name=""/>
          <p:cNvSpPr/>
          <p:nvPr/>
        </p:nvSpPr>
        <p:spPr>
          <a:xfrm>
            <a:off x="6694200" y="45381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2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66" name=""/>
          <p:cNvSpPr/>
          <p:nvPr/>
        </p:nvSpPr>
        <p:spPr>
          <a:xfrm>
            <a:off x="6689880" y="4536360"/>
            <a:ext cx="4680" cy="4320"/>
          </a:xfrm>
          <a:custGeom>
            <a:avLst/>
            <a:gdLst/>
            <a:ahLst/>
            <a:rect l="0" t="0" r="r" b="b"/>
            <a:pathLst>
              <a:path w="13" h="12">
                <a:moveTo>
                  <a:pt x="4" y="6"/>
                </a:moveTo>
                <a:lnTo>
                  <a:pt x="3" y="7"/>
                </a:lnTo>
                <a:lnTo>
                  <a:pt x="3" y="8"/>
                </a:lnTo>
                <a:lnTo>
                  <a:pt x="3" y="9"/>
                </a:lnTo>
                <a:lnTo>
                  <a:pt x="4" y="9"/>
                </a:lnTo>
                <a:lnTo>
                  <a:pt x="5" y="9"/>
                </a:lnTo>
                <a:lnTo>
                  <a:pt x="6" y="8"/>
                </a:lnTo>
                <a:lnTo>
                  <a:pt x="7" y="7"/>
                </a:lnTo>
                <a:lnTo>
                  <a:pt x="8" y="6"/>
                </a:lnTo>
                <a:lnTo>
                  <a:pt x="9" y="6"/>
                </a:lnTo>
                <a:lnTo>
                  <a:pt x="12" y="5"/>
                </a:lnTo>
                <a:lnTo>
                  <a:pt x="13" y="5"/>
                </a:lnTo>
                <a:lnTo>
                  <a:pt x="13" y="6"/>
                </a:lnTo>
                <a:lnTo>
                  <a:pt x="13" y="7"/>
                </a:lnTo>
                <a:lnTo>
                  <a:pt x="12" y="7"/>
                </a:lnTo>
                <a:lnTo>
                  <a:pt x="9" y="8"/>
                </a:lnTo>
                <a:lnTo>
                  <a:pt x="8" y="8"/>
                </a:lnTo>
                <a:lnTo>
                  <a:pt x="7" y="9"/>
                </a:lnTo>
                <a:lnTo>
                  <a:pt x="6" y="10"/>
                </a:lnTo>
                <a:lnTo>
                  <a:pt x="5" y="10"/>
                </a:lnTo>
                <a:lnTo>
                  <a:pt x="4" y="12"/>
                </a:lnTo>
                <a:lnTo>
                  <a:pt x="2" y="12"/>
                </a:lnTo>
                <a:lnTo>
                  <a:pt x="1" y="12"/>
                </a:lnTo>
                <a:lnTo>
                  <a:pt x="0" y="10"/>
                </a:lnTo>
                <a:lnTo>
                  <a:pt x="0" y="9"/>
                </a:lnTo>
                <a:lnTo>
                  <a:pt x="0" y="7"/>
                </a:lnTo>
                <a:lnTo>
                  <a:pt x="1" y="6"/>
                </a:lnTo>
                <a:lnTo>
                  <a:pt x="4" y="3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10" y="0"/>
                </a:lnTo>
                <a:lnTo>
                  <a:pt x="10" y="1"/>
                </a:lnTo>
                <a:lnTo>
                  <a:pt x="10" y="2"/>
                </a:lnTo>
                <a:lnTo>
                  <a:pt x="9" y="3"/>
                </a:lnTo>
                <a:lnTo>
                  <a:pt x="7" y="3"/>
                </a:lnTo>
                <a:lnTo>
                  <a:pt x="5" y="5"/>
                </a:lnTo>
                <a:lnTo>
                  <a:pt x="4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67" name=""/>
          <p:cNvSpPr/>
          <p:nvPr/>
        </p:nvSpPr>
        <p:spPr>
          <a:xfrm>
            <a:off x="6693480" y="4536000"/>
            <a:ext cx="5400" cy="3240"/>
          </a:xfrm>
          <a:custGeom>
            <a:avLst/>
            <a:gdLst/>
            <a:ahLst/>
            <a:rect l="0" t="0" r="r" b="b"/>
            <a:pathLst>
              <a:path w="15" h="9">
                <a:moveTo>
                  <a:pt x="9" y="9"/>
                </a:moveTo>
                <a:lnTo>
                  <a:pt x="8" y="9"/>
                </a:lnTo>
                <a:lnTo>
                  <a:pt x="7" y="9"/>
                </a:lnTo>
                <a:lnTo>
                  <a:pt x="6" y="9"/>
                </a:lnTo>
                <a:lnTo>
                  <a:pt x="6" y="8"/>
                </a:lnTo>
                <a:lnTo>
                  <a:pt x="7" y="8"/>
                </a:lnTo>
                <a:lnTo>
                  <a:pt x="8" y="8"/>
                </a:lnTo>
                <a:lnTo>
                  <a:pt x="9" y="8"/>
                </a:lnTo>
                <a:lnTo>
                  <a:pt x="10" y="7"/>
                </a:lnTo>
                <a:lnTo>
                  <a:pt x="11" y="7"/>
                </a:lnTo>
                <a:lnTo>
                  <a:pt x="11" y="6"/>
                </a:lnTo>
                <a:lnTo>
                  <a:pt x="12" y="5"/>
                </a:lnTo>
                <a:lnTo>
                  <a:pt x="11" y="3"/>
                </a:lnTo>
                <a:lnTo>
                  <a:pt x="11" y="2"/>
                </a:lnTo>
                <a:lnTo>
                  <a:pt x="10" y="2"/>
                </a:lnTo>
                <a:lnTo>
                  <a:pt x="9" y="2"/>
                </a:lnTo>
                <a:lnTo>
                  <a:pt x="8" y="2"/>
                </a:lnTo>
                <a:lnTo>
                  <a:pt x="7" y="2"/>
                </a:lnTo>
                <a:lnTo>
                  <a:pt x="6" y="3"/>
                </a:lnTo>
                <a:lnTo>
                  <a:pt x="5" y="3"/>
                </a:lnTo>
                <a:lnTo>
                  <a:pt x="3" y="2"/>
                </a:lnTo>
                <a:lnTo>
                  <a:pt x="2" y="2"/>
                </a:ln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10" y="0"/>
                </a:lnTo>
                <a:lnTo>
                  <a:pt x="11" y="0"/>
                </a:lnTo>
                <a:lnTo>
                  <a:pt x="12" y="0"/>
                </a:lnTo>
                <a:lnTo>
                  <a:pt x="13" y="1"/>
                </a:lnTo>
                <a:lnTo>
                  <a:pt x="15" y="3"/>
                </a:lnTo>
                <a:lnTo>
                  <a:pt x="15" y="5"/>
                </a:lnTo>
                <a:lnTo>
                  <a:pt x="13" y="6"/>
                </a:lnTo>
                <a:lnTo>
                  <a:pt x="12" y="8"/>
                </a:lnTo>
                <a:lnTo>
                  <a:pt x="10" y="9"/>
                </a:lnTo>
                <a:lnTo>
                  <a:pt x="9" y="9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68" name=""/>
          <p:cNvSpPr/>
          <p:nvPr/>
        </p:nvSpPr>
        <p:spPr>
          <a:xfrm>
            <a:off x="6716160" y="4534560"/>
            <a:ext cx="5760" cy="2160"/>
          </a:xfrm>
          <a:custGeom>
            <a:avLst/>
            <a:gdLst/>
            <a:ahLst/>
            <a:rect l="0" t="0" r="r" b="b"/>
            <a:pathLst>
              <a:path w="16" h="6">
                <a:moveTo>
                  <a:pt x="6" y="4"/>
                </a:moveTo>
                <a:lnTo>
                  <a:pt x="5" y="5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1" y="4"/>
                </a:lnTo>
                <a:lnTo>
                  <a:pt x="2" y="3"/>
                </a:lnTo>
                <a:lnTo>
                  <a:pt x="3" y="3"/>
                </a:lnTo>
                <a:lnTo>
                  <a:pt x="5" y="1"/>
                </a:lnTo>
                <a:lnTo>
                  <a:pt x="7" y="1"/>
                </a:lnTo>
                <a:lnTo>
                  <a:pt x="11" y="0"/>
                </a:lnTo>
                <a:lnTo>
                  <a:pt x="12" y="0"/>
                </a:lnTo>
                <a:lnTo>
                  <a:pt x="15" y="0"/>
                </a:lnTo>
                <a:lnTo>
                  <a:pt x="16" y="3"/>
                </a:lnTo>
                <a:lnTo>
                  <a:pt x="15" y="4"/>
                </a:lnTo>
                <a:lnTo>
                  <a:pt x="12" y="4"/>
                </a:lnTo>
                <a:lnTo>
                  <a:pt x="10" y="4"/>
                </a:lnTo>
                <a:lnTo>
                  <a:pt x="9" y="3"/>
                </a:lnTo>
                <a:lnTo>
                  <a:pt x="8" y="4"/>
                </a:lnTo>
                <a:lnTo>
                  <a:pt x="6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69" name=""/>
          <p:cNvSpPr/>
          <p:nvPr/>
        </p:nvSpPr>
        <p:spPr>
          <a:xfrm>
            <a:off x="6703200" y="4532760"/>
            <a:ext cx="3600" cy="2520"/>
          </a:xfrm>
          <a:custGeom>
            <a:avLst/>
            <a:gdLst/>
            <a:ahLst/>
            <a:rect l="0" t="0" r="r" b="b"/>
            <a:pathLst>
              <a:path w="10" h="7">
                <a:moveTo>
                  <a:pt x="0" y="5"/>
                </a:moveTo>
                <a:lnTo>
                  <a:pt x="0" y="4"/>
                </a:lnTo>
                <a:lnTo>
                  <a:pt x="1" y="3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10" y="3"/>
                </a:lnTo>
                <a:lnTo>
                  <a:pt x="10" y="4"/>
                </a:lnTo>
                <a:lnTo>
                  <a:pt x="10" y="5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5" y="6"/>
                </a:lnTo>
                <a:lnTo>
                  <a:pt x="3" y="7"/>
                </a:lnTo>
                <a:lnTo>
                  <a:pt x="2" y="7"/>
                </a:lnTo>
                <a:lnTo>
                  <a:pt x="1" y="6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70" name=""/>
          <p:cNvSpPr/>
          <p:nvPr/>
        </p:nvSpPr>
        <p:spPr>
          <a:xfrm>
            <a:off x="6694200" y="452952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71" name=""/>
          <p:cNvSpPr/>
          <p:nvPr/>
        </p:nvSpPr>
        <p:spPr>
          <a:xfrm>
            <a:off x="6690240" y="452808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0" y="4"/>
                </a:move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72" name=""/>
          <p:cNvSpPr/>
          <p:nvPr/>
        </p:nvSpPr>
        <p:spPr>
          <a:xfrm>
            <a:off x="6695280" y="4525920"/>
            <a:ext cx="2160" cy="3960"/>
          </a:xfrm>
          <a:custGeom>
            <a:avLst/>
            <a:gdLst/>
            <a:ahLst/>
            <a:rect l="0" t="0" r="r" b="b"/>
            <a:pathLst>
              <a:path w="6" h="11">
                <a:moveTo>
                  <a:pt x="2" y="8"/>
                </a:move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  <a:lnTo>
                  <a:pt x="5" y="2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5" y="6"/>
                </a:lnTo>
                <a:lnTo>
                  <a:pt x="5" y="8"/>
                </a:lnTo>
                <a:lnTo>
                  <a:pt x="3" y="9"/>
                </a:lnTo>
                <a:lnTo>
                  <a:pt x="2" y="10"/>
                </a:lnTo>
                <a:lnTo>
                  <a:pt x="2" y="11"/>
                </a:lnTo>
                <a:lnTo>
                  <a:pt x="1" y="11"/>
                </a:lnTo>
                <a:lnTo>
                  <a:pt x="0" y="11"/>
                </a:lnTo>
                <a:lnTo>
                  <a:pt x="0" y="10"/>
                </a:lnTo>
                <a:lnTo>
                  <a:pt x="1" y="9"/>
                </a:lnTo>
                <a:lnTo>
                  <a:pt x="2" y="8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73" name=""/>
          <p:cNvSpPr/>
          <p:nvPr/>
        </p:nvSpPr>
        <p:spPr>
          <a:xfrm>
            <a:off x="6690600" y="45273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74" name=""/>
          <p:cNvSpPr/>
          <p:nvPr/>
        </p:nvSpPr>
        <p:spPr>
          <a:xfrm>
            <a:off x="6690960" y="452592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2" y="2"/>
                </a:move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75" name=""/>
          <p:cNvSpPr/>
          <p:nvPr/>
        </p:nvSpPr>
        <p:spPr>
          <a:xfrm>
            <a:off x="6694920" y="45259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76" name=""/>
          <p:cNvSpPr/>
          <p:nvPr/>
        </p:nvSpPr>
        <p:spPr>
          <a:xfrm>
            <a:off x="6694560" y="45259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77" name=""/>
          <p:cNvSpPr/>
          <p:nvPr/>
        </p:nvSpPr>
        <p:spPr>
          <a:xfrm>
            <a:off x="6693840" y="45252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78" name=""/>
          <p:cNvSpPr/>
          <p:nvPr/>
        </p:nvSpPr>
        <p:spPr>
          <a:xfrm>
            <a:off x="6692760" y="452484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0" y="1"/>
                </a:moveTo>
                <a:lnTo>
                  <a:pt x="1" y="1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79" name=""/>
          <p:cNvSpPr/>
          <p:nvPr/>
        </p:nvSpPr>
        <p:spPr>
          <a:xfrm>
            <a:off x="6693840" y="452412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1" y="3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3" y="4"/>
                </a:lnTo>
                <a:lnTo>
                  <a:pt x="1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80" name=""/>
          <p:cNvSpPr/>
          <p:nvPr/>
        </p:nvSpPr>
        <p:spPr>
          <a:xfrm>
            <a:off x="6710400" y="451692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0" y="1"/>
                </a:moveTo>
                <a:lnTo>
                  <a:pt x="1" y="0"/>
                </a:lnTo>
                <a:lnTo>
                  <a:pt x="2" y="0"/>
                </a:lnTo>
                <a:lnTo>
                  <a:pt x="7" y="1"/>
                </a:lnTo>
                <a:lnTo>
                  <a:pt x="7" y="2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2" y="4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81" name=""/>
          <p:cNvSpPr/>
          <p:nvPr/>
        </p:nvSpPr>
        <p:spPr>
          <a:xfrm>
            <a:off x="6714720" y="451512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3" y="0"/>
                </a:moveTo>
                <a:lnTo>
                  <a:pt x="3" y="2"/>
                </a:lnTo>
                <a:lnTo>
                  <a:pt x="2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82" name=""/>
          <p:cNvSpPr/>
          <p:nvPr/>
        </p:nvSpPr>
        <p:spPr>
          <a:xfrm>
            <a:off x="6713640" y="451008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2" y="5"/>
                </a:moveTo>
                <a:lnTo>
                  <a:pt x="2" y="4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3" y="2"/>
                </a:lnTo>
                <a:lnTo>
                  <a:pt x="6" y="5"/>
                </a:lnTo>
                <a:lnTo>
                  <a:pt x="6" y="6"/>
                </a:lnTo>
                <a:lnTo>
                  <a:pt x="7" y="6"/>
                </a:lnTo>
                <a:lnTo>
                  <a:pt x="6" y="7"/>
                </a:lnTo>
                <a:lnTo>
                  <a:pt x="6" y="8"/>
                </a:lnTo>
                <a:lnTo>
                  <a:pt x="5" y="8"/>
                </a:lnTo>
                <a:lnTo>
                  <a:pt x="5" y="7"/>
                </a:lnTo>
                <a:lnTo>
                  <a:pt x="3" y="5"/>
                </a:lnTo>
                <a:lnTo>
                  <a:pt x="2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83" name=""/>
          <p:cNvSpPr/>
          <p:nvPr/>
        </p:nvSpPr>
        <p:spPr>
          <a:xfrm>
            <a:off x="6710400" y="4509360"/>
            <a:ext cx="3600" cy="2160"/>
          </a:xfrm>
          <a:custGeom>
            <a:avLst/>
            <a:gdLst/>
            <a:ahLst/>
            <a:rect l="0" t="0" r="r" b="b"/>
            <a:pathLst>
              <a:path w="10" h="6">
                <a:moveTo>
                  <a:pt x="5" y="4"/>
                </a:move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2"/>
                </a:lnTo>
                <a:lnTo>
                  <a:pt x="9" y="2"/>
                </a:lnTo>
                <a:lnTo>
                  <a:pt x="9" y="3"/>
                </a:lnTo>
                <a:lnTo>
                  <a:pt x="10" y="3"/>
                </a:lnTo>
                <a:lnTo>
                  <a:pt x="10" y="4"/>
                </a:lnTo>
                <a:lnTo>
                  <a:pt x="9" y="4"/>
                </a:lnTo>
                <a:lnTo>
                  <a:pt x="8" y="4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84" name=""/>
          <p:cNvSpPr/>
          <p:nvPr/>
        </p:nvSpPr>
        <p:spPr>
          <a:xfrm>
            <a:off x="6743880" y="4902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85" name=""/>
          <p:cNvSpPr/>
          <p:nvPr/>
        </p:nvSpPr>
        <p:spPr>
          <a:xfrm>
            <a:off x="6744600" y="49017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86" name=""/>
          <p:cNvSpPr/>
          <p:nvPr/>
        </p:nvSpPr>
        <p:spPr>
          <a:xfrm>
            <a:off x="6748200" y="4829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87" name=""/>
          <p:cNvSpPr/>
          <p:nvPr/>
        </p:nvSpPr>
        <p:spPr>
          <a:xfrm>
            <a:off x="6759360" y="4804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88" name=""/>
          <p:cNvSpPr/>
          <p:nvPr/>
        </p:nvSpPr>
        <p:spPr>
          <a:xfrm>
            <a:off x="6780600" y="47530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89" name=""/>
          <p:cNvSpPr/>
          <p:nvPr/>
        </p:nvSpPr>
        <p:spPr>
          <a:xfrm>
            <a:off x="6778080" y="47282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90" name=""/>
          <p:cNvSpPr/>
          <p:nvPr/>
        </p:nvSpPr>
        <p:spPr>
          <a:xfrm>
            <a:off x="6892560" y="45788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91" name=""/>
          <p:cNvSpPr/>
          <p:nvPr/>
        </p:nvSpPr>
        <p:spPr>
          <a:xfrm>
            <a:off x="6891120" y="45788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92" name=""/>
          <p:cNvSpPr/>
          <p:nvPr/>
        </p:nvSpPr>
        <p:spPr>
          <a:xfrm>
            <a:off x="6890040" y="45788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93" name=""/>
          <p:cNvSpPr/>
          <p:nvPr/>
        </p:nvSpPr>
        <p:spPr>
          <a:xfrm>
            <a:off x="6893280" y="45777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94" name=""/>
          <p:cNvSpPr/>
          <p:nvPr/>
        </p:nvSpPr>
        <p:spPr>
          <a:xfrm>
            <a:off x="6890040" y="4574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95" name=""/>
          <p:cNvSpPr/>
          <p:nvPr/>
        </p:nvSpPr>
        <p:spPr>
          <a:xfrm>
            <a:off x="6718320" y="4543560"/>
            <a:ext cx="5760" cy="2880"/>
          </a:xfrm>
          <a:custGeom>
            <a:avLst/>
            <a:gdLst/>
            <a:ahLst/>
            <a:rect l="0" t="0" r="r" b="b"/>
            <a:pathLst>
              <a:path w="16" h="8">
                <a:moveTo>
                  <a:pt x="16" y="5"/>
                </a:moveTo>
                <a:lnTo>
                  <a:pt x="15" y="6"/>
                </a:lnTo>
                <a:lnTo>
                  <a:pt x="14" y="6"/>
                </a:lnTo>
                <a:lnTo>
                  <a:pt x="14" y="7"/>
                </a:lnTo>
                <a:lnTo>
                  <a:pt x="12" y="7"/>
                </a:lnTo>
                <a:lnTo>
                  <a:pt x="9" y="7"/>
                </a:lnTo>
                <a:lnTo>
                  <a:pt x="3" y="8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9" y="1"/>
                </a:lnTo>
                <a:lnTo>
                  <a:pt x="10" y="1"/>
                </a:lnTo>
                <a:lnTo>
                  <a:pt x="11" y="0"/>
                </a:lnTo>
                <a:lnTo>
                  <a:pt x="12" y="0"/>
                </a:lnTo>
                <a:lnTo>
                  <a:pt x="13" y="0"/>
                </a:lnTo>
                <a:lnTo>
                  <a:pt x="14" y="0"/>
                </a:lnTo>
                <a:lnTo>
                  <a:pt x="15" y="0"/>
                </a:lnTo>
                <a:lnTo>
                  <a:pt x="16" y="0"/>
                </a:lnTo>
                <a:lnTo>
                  <a:pt x="16" y="1"/>
                </a:lnTo>
                <a:lnTo>
                  <a:pt x="16" y="2"/>
                </a:lnTo>
                <a:lnTo>
                  <a:pt x="16" y="3"/>
                </a:lnTo>
                <a:lnTo>
                  <a:pt x="16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96" name=""/>
          <p:cNvSpPr/>
          <p:nvPr/>
        </p:nvSpPr>
        <p:spPr>
          <a:xfrm>
            <a:off x="6856200" y="4532400"/>
            <a:ext cx="2160" cy="3240"/>
          </a:xfrm>
          <a:custGeom>
            <a:avLst/>
            <a:gdLst/>
            <a:ahLst/>
            <a:rect l="0" t="0" r="r" b="b"/>
            <a:pathLst>
              <a:path w="6" h="9">
                <a:moveTo>
                  <a:pt x="4" y="0"/>
                </a:moveTo>
                <a:lnTo>
                  <a:pt x="6" y="1"/>
                </a:lnTo>
                <a:lnTo>
                  <a:pt x="6" y="2"/>
                </a:lnTo>
                <a:lnTo>
                  <a:pt x="6" y="4"/>
                </a:lnTo>
                <a:lnTo>
                  <a:pt x="6" y="6"/>
                </a:lnTo>
                <a:lnTo>
                  <a:pt x="5" y="8"/>
                </a:lnTo>
                <a:lnTo>
                  <a:pt x="2" y="9"/>
                </a:lnTo>
                <a:lnTo>
                  <a:pt x="0" y="6"/>
                </a:lnTo>
                <a:lnTo>
                  <a:pt x="0" y="4"/>
                </a:lnTo>
                <a:lnTo>
                  <a:pt x="1" y="2"/>
                </a:lnTo>
                <a:lnTo>
                  <a:pt x="1" y="1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97" name=""/>
          <p:cNvSpPr/>
          <p:nvPr/>
        </p:nvSpPr>
        <p:spPr>
          <a:xfrm>
            <a:off x="6725880" y="453276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1" y="0"/>
                </a:moveTo>
                <a:lnTo>
                  <a:pt x="3" y="1"/>
                </a:lnTo>
                <a:lnTo>
                  <a:pt x="3" y="3"/>
                </a:lnTo>
                <a:lnTo>
                  <a:pt x="3" y="4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98" name=""/>
          <p:cNvSpPr/>
          <p:nvPr/>
        </p:nvSpPr>
        <p:spPr>
          <a:xfrm>
            <a:off x="6724800" y="453024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1" y="1"/>
                </a:moveTo>
                <a:lnTo>
                  <a:pt x="2" y="0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4" y="5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99" name=""/>
          <p:cNvSpPr/>
          <p:nvPr/>
        </p:nvSpPr>
        <p:spPr>
          <a:xfrm>
            <a:off x="6720120" y="4526280"/>
            <a:ext cx="3240" cy="3240"/>
          </a:xfrm>
          <a:custGeom>
            <a:avLst/>
            <a:gdLst/>
            <a:ahLst/>
            <a:rect l="0" t="0" r="r" b="b"/>
            <a:pathLst>
              <a:path w="9" h="9">
                <a:moveTo>
                  <a:pt x="2" y="5"/>
                </a:moveTo>
                <a:lnTo>
                  <a:pt x="3" y="5"/>
                </a:lnTo>
                <a:lnTo>
                  <a:pt x="4" y="4"/>
                </a:lnTo>
                <a:lnTo>
                  <a:pt x="5" y="2"/>
                </a:lnTo>
                <a:lnTo>
                  <a:pt x="7" y="1"/>
                </a:lnTo>
                <a:lnTo>
                  <a:pt x="8" y="0"/>
                </a:lnTo>
                <a:lnTo>
                  <a:pt x="9" y="1"/>
                </a:lnTo>
                <a:lnTo>
                  <a:pt x="8" y="4"/>
                </a:lnTo>
                <a:lnTo>
                  <a:pt x="7" y="4"/>
                </a:lnTo>
                <a:lnTo>
                  <a:pt x="6" y="5"/>
                </a:lnTo>
                <a:lnTo>
                  <a:pt x="5" y="5"/>
                </a:lnTo>
                <a:lnTo>
                  <a:pt x="4" y="6"/>
                </a:lnTo>
                <a:lnTo>
                  <a:pt x="3" y="7"/>
                </a:lnTo>
                <a:lnTo>
                  <a:pt x="2" y="8"/>
                </a:lnTo>
                <a:lnTo>
                  <a:pt x="2" y="9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2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00" name=""/>
          <p:cNvSpPr/>
          <p:nvPr/>
        </p:nvSpPr>
        <p:spPr>
          <a:xfrm>
            <a:off x="6724440" y="45252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01" name=""/>
          <p:cNvSpPr/>
          <p:nvPr/>
        </p:nvSpPr>
        <p:spPr>
          <a:xfrm>
            <a:off x="6727320" y="452124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02" name=""/>
          <p:cNvSpPr/>
          <p:nvPr/>
        </p:nvSpPr>
        <p:spPr>
          <a:xfrm>
            <a:off x="6732000" y="451692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3" y="2"/>
                </a:moveTo>
                <a:lnTo>
                  <a:pt x="4" y="2"/>
                </a:lnTo>
                <a:lnTo>
                  <a:pt x="4" y="0"/>
                </a:lnTo>
                <a:lnTo>
                  <a:pt x="6" y="2"/>
                </a:lnTo>
                <a:lnTo>
                  <a:pt x="6" y="3"/>
                </a:lnTo>
                <a:lnTo>
                  <a:pt x="4" y="4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0" y="4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03" name=""/>
          <p:cNvSpPr/>
          <p:nvPr/>
        </p:nvSpPr>
        <p:spPr>
          <a:xfrm>
            <a:off x="6762240" y="4426920"/>
            <a:ext cx="4680" cy="3600"/>
          </a:xfrm>
          <a:custGeom>
            <a:avLst/>
            <a:gdLst/>
            <a:ahLst/>
            <a:rect l="0" t="0" r="r" b="b"/>
            <a:pathLst>
              <a:path w="13" h="10">
                <a:moveTo>
                  <a:pt x="1" y="1"/>
                </a:moveTo>
                <a:lnTo>
                  <a:pt x="3" y="1"/>
                </a:lnTo>
                <a:lnTo>
                  <a:pt x="5" y="0"/>
                </a:lnTo>
                <a:lnTo>
                  <a:pt x="7" y="0"/>
                </a:lnTo>
                <a:lnTo>
                  <a:pt x="9" y="1"/>
                </a:lnTo>
                <a:lnTo>
                  <a:pt x="12" y="1"/>
                </a:lnTo>
                <a:lnTo>
                  <a:pt x="13" y="4"/>
                </a:lnTo>
                <a:lnTo>
                  <a:pt x="12" y="6"/>
                </a:lnTo>
                <a:lnTo>
                  <a:pt x="12" y="8"/>
                </a:lnTo>
                <a:lnTo>
                  <a:pt x="9" y="9"/>
                </a:lnTo>
                <a:lnTo>
                  <a:pt x="7" y="10"/>
                </a:lnTo>
                <a:lnTo>
                  <a:pt x="5" y="10"/>
                </a:lnTo>
                <a:lnTo>
                  <a:pt x="3" y="9"/>
                </a:lnTo>
                <a:lnTo>
                  <a:pt x="1" y="8"/>
                </a:lnTo>
                <a:lnTo>
                  <a:pt x="0" y="5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04" name=""/>
          <p:cNvSpPr/>
          <p:nvPr/>
        </p:nvSpPr>
        <p:spPr>
          <a:xfrm>
            <a:off x="6735600" y="441612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2" y="2"/>
                </a:move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1"/>
                </a:lnTo>
                <a:lnTo>
                  <a:pt x="7" y="2"/>
                </a:lnTo>
                <a:lnTo>
                  <a:pt x="7" y="4"/>
                </a:lnTo>
                <a:lnTo>
                  <a:pt x="7" y="5"/>
                </a:lnTo>
                <a:lnTo>
                  <a:pt x="6" y="7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2" y="5"/>
                </a:lnTo>
                <a:lnTo>
                  <a:pt x="0" y="4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05" name=""/>
          <p:cNvSpPr/>
          <p:nvPr/>
        </p:nvSpPr>
        <p:spPr>
          <a:xfrm>
            <a:off x="6486480" y="3949560"/>
            <a:ext cx="159480" cy="149040"/>
          </a:xfrm>
          <a:custGeom>
            <a:avLst/>
            <a:gdLst/>
            <a:ahLst/>
            <a:rect l="0" t="0" r="r" b="b"/>
            <a:pathLst>
              <a:path w="443" h="414">
                <a:moveTo>
                  <a:pt x="293" y="2"/>
                </a:moveTo>
                <a:lnTo>
                  <a:pt x="294" y="2"/>
                </a:lnTo>
                <a:lnTo>
                  <a:pt x="295" y="2"/>
                </a:lnTo>
                <a:lnTo>
                  <a:pt x="296" y="2"/>
                </a:lnTo>
                <a:lnTo>
                  <a:pt x="296" y="3"/>
                </a:lnTo>
                <a:lnTo>
                  <a:pt x="297" y="3"/>
                </a:lnTo>
                <a:lnTo>
                  <a:pt x="298" y="3"/>
                </a:lnTo>
                <a:lnTo>
                  <a:pt x="298" y="4"/>
                </a:lnTo>
                <a:lnTo>
                  <a:pt x="299" y="5"/>
                </a:lnTo>
                <a:lnTo>
                  <a:pt x="299" y="4"/>
                </a:lnTo>
                <a:lnTo>
                  <a:pt x="299" y="5"/>
                </a:lnTo>
                <a:lnTo>
                  <a:pt x="300" y="5"/>
                </a:lnTo>
                <a:lnTo>
                  <a:pt x="301" y="6"/>
                </a:lnTo>
                <a:lnTo>
                  <a:pt x="302" y="7"/>
                </a:lnTo>
                <a:lnTo>
                  <a:pt x="303" y="7"/>
                </a:lnTo>
                <a:lnTo>
                  <a:pt x="303" y="8"/>
                </a:lnTo>
                <a:lnTo>
                  <a:pt x="304" y="8"/>
                </a:lnTo>
                <a:lnTo>
                  <a:pt x="304" y="9"/>
                </a:lnTo>
                <a:lnTo>
                  <a:pt x="305" y="9"/>
                </a:lnTo>
                <a:lnTo>
                  <a:pt x="305" y="10"/>
                </a:lnTo>
                <a:lnTo>
                  <a:pt x="307" y="10"/>
                </a:lnTo>
                <a:lnTo>
                  <a:pt x="309" y="10"/>
                </a:lnTo>
                <a:lnTo>
                  <a:pt x="310" y="10"/>
                </a:lnTo>
                <a:lnTo>
                  <a:pt x="311" y="9"/>
                </a:lnTo>
                <a:lnTo>
                  <a:pt x="311" y="10"/>
                </a:lnTo>
                <a:lnTo>
                  <a:pt x="312" y="10"/>
                </a:lnTo>
                <a:lnTo>
                  <a:pt x="312" y="11"/>
                </a:lnTo>
                <a:lnTo>
                  <a:pt x="312" y="12"/>
                </a:lnTo>
                <a:lnTo>
                  <a:pt x="312" y="13"/>
                </a:lnTo>
                <a:lnTo>
                  <a:pt x="313" y="13"/>
                </a:lnTo>
                <a:lnTo>
                  <a:pt x="314" y="14"/>
                </a:lnTo>
                <a:lnTo>
                  <a:pt x="314" y="15"/>
                </a:lnTo>
                <a:lnTo>
                  <a:pt x="315" y="15"/>
                </a:lnTo>
                <a:lnTo>
                  <a:pt x="316" y="15"/>
                </a:lnTo>
                <a:lnTo>
                  <a:pt x="316" y="16"/>
                </a:lnTo>
                <a:lnTo>
                  <a:pt x="317" y="16"/>
                </a:lnTo>
                <a:lnTo>
                  <a:pt x="318" y="16"/>
                </a:lnTo>
                <a:lnTo>
                  <a:pt x="319" y="16"/>
                </a:lnTo>
                <a:lnTo>
                  <a:pt x="320" y="16"/>
                </a:lnTo>
                <a:lnTo>
                  <a:pt x="320" y="17"/>
                </a:lnTo>
                <a:lnTo>
                  <a:pt x="321" y="17"/>
                </a:lnTo>
                <a:lnTo>
                  <a:pt x="321" y="18"/>
                </a:lnTo>
                <a:lnTo>
                  <a:pt x="322" y="18"/>
                </a:lnTo>
                <a:lnTo>
                  <a:pt x="322" y="19"/>
                </a:lnTo>
                <a:lnTo>
                  <a:pt x="323" y="20"/>
                </a:lnTo>
                <a:lnTo>
                  <a:pt x="324" y="20"/>
                </a:lnTo>
                <a:lnTo>
                  <a:pt x="324" y="21"/>
                </a:lnTo>
                <a:lnTo>
                  <a:pt x="325" y="21"/>
                </a:lnTo>
                <a:lnTo>
                  <a:pt x="325" y="22"/>
                </a:lnTo>
                <a:lnTo>
                  <a:pt x="326" y="22"/>
                </a:lnTo>
                <a:lnTo>
                  <a:pt x="328" y="22"/>
                </a:lnTo>
                <a:lnTo>
                  <a:pt x="329" y="22"/>
                </a:lnTo>
                <a:lnTo>
                  <a:pt x="330" y="22"/>
                </a:lnTo>
                <a:lnTo>
                  <a:pt x="330" y="23"/>
                </a:lnTo>
                <a:lnTo>
                  <a:pt x="331" y="23"/>
                </a:lnTo>
                <a:lnTo>
                  <a:pt x="331" y="22"/>
                </a:lnTo>
                <a:lnTo>
                  <a:pt x="332" y="22"/>
                </a:lnTo>
                <a:lnTo>
                  <a:pt x="333" y="22"/>
                </a:lnTo>
                <a:lnTo>
                  <a:pt x="334" y="23"/>
                </a:lnTo>
                <a:lnTo>
                  <a:pt x="335" y="23"/>
                </a:lnTo>
                <a:lnTo>
                  <a:pt x="336" y="23"/>
                </a:lnTo>
                <a:lnTo>
                  <a:pt x="336" y="24"/>
                </a:lnTo>
                <a:lnTo>
                  <a:pt x="337" y="24"/>
                </a:lnTo>
                <a:lnTo>
                  <a:pt x="338" y="25"/>
                </a:lnTo>
                <a:lnTo>
                  <a:pt x="338" y="24"/>
                </a:lnTo>
                <a:lnTo>
                  <a:pt x="339" y="25"/>
                </a:lnTo>
                <a:lnTo>
                  <a:pt x="339" y="26"/>
                </a:lnTo>
                <a:lnTo>
                  <a:pt x="340" y="26"/>
                </a:lnTo>
                <a:lnTo>
                  <a:pt x="341" y="26"/>
                </a:lnTo>
                <a:lnTo>
                  <a:pt x="341" y="27"/>
                </a:lnTo>
                <a:lnTo>
                  <a:pt x="342" y="27"/>
                </a:lnTo>
                <a:lnTo>
                  <a:pt x="343" y="28"/>
                </a:lnTo>
                <a:lnTo>
                  <a:pt x="343" y="29"/>
                </a:lnTo>
                <a:lnTo>
                  <a:pt x="344" y="29"/>
                </a:lnTo>
                <a:lnTo>
                  <a:pt x="344" y="30"/>
                </a:lnTo>
                <a:lnTo>
                  <a:pt x="345" y="30"/>
                </a:lnTo>
                <a:lnTo>
                  <a:pt x="345" y="31"/>
                </a:lnTo>
                <a:lnTo>
                  <a:pt x="346" y="31"/>
                </a:lnTo>
                <a:lnTo>
                  <a:pt x="346" y="32"/>
                </a:lnTo>
                <a:lnTo>
                  <a:pt x="347" y="32"/>
                </a:lnTo>
                <a:lnTo>
                  <a:pt x="348" y="32"/>
                </a:lnTo>
                <a:lnTo>
                  <a:pt x="348" y="33"/>
                </a:lnTo>
                <a:lnTo>
                  <a:pt x="349" y="33"/>
                </a:lnTo>
                <a:lnTo>
                  <a:pt x="350" y="33"/>
                </a:lnTo>
                <a:lnTo>
                  <a:pt x="351" y="35"/>
                </a:lnTo>
                <a:lnTo>
                  <a:pt x="352" y="35"/>
                </a:lnTo>
                <a:lnTo>
                  <a:pt x="352" y="36"/>
                </a:lnTo>
                <a:lnTo>
                  <a:pt x="353" y="36"/>
                </a:lnTo>
                <a:lnTo>
                  <a:pt x="353" y="37"/>
                </a:lnTo>
                <a:lnTo>
                  <a:pt x="352" y="38"/>
                </a:lnTo>
                <a:lnTo>
                  <a:pt x="352" y="39"/>
                </a:lnTo>
                <a:lnTo>
                  <a:pt x="353" y="39"/>
                </a:lnTo>
                <a:lnTo>
                  <a:pt x="354" y="39"/>
                </a:lnTo>
                <a:lnTo>
                  <a:pt x="355" y="40"/>
                </a:lnTo>
                <a:lnTo>
                  <a:pt x="356" y="40"/>
                </a:lnTo>
                <a:lnTo>
                  <a:pt x="357" y="40"/>
                </a:lnTo>
                <a:lnTo>
                  <a:pt x="358" y="41"/>
                </a:lnTo>
                <a:lnTo>
                  <a:pt x="359" y="41"/>
                </a:lnTo>
                <a:lnTo>
                  <a:pt x="359" y="42"/>
                </a:lnTo>
                <a:lnTo>
                  <a:pt x="360" y="43"/>
                </a:lnTo>
                <a:lnTo>
                  <a:pt x="359" y="43"/>
                </a:lnTo>
                <a:lnTo>
                  <a:pt x="359" y="44"/>
                </a:lnTo>
                <a:lnTo>
                  <a:pt x="358" y="44"/>
                </a:lnTo>
                <a:lnTo>
                  <a:pt x="358" y="45"/>
                </a:lnTo>
                <a:lnTo>
                  <a:pt x="359" y="45"/>
                </a:lnTo>
                <a:lnTo>
                  <a:pt x="359" y="46"/>
                </a:lnTo>
                <a:lnTo>
                  <a:pt x="360" y="46"/>
                </a:lnTo>
                <a:lnTo>
                  <a:pt x="360" y="47"/>
                </a:lnTo>
                <a:lnTo>
                  <a:pt x="360" y="48"/>
                </a:lnTo>
                <a:lnTo>
                  <a:pt x="360" y="49"/>
                </a:lnTo>
                <a:lnTo>
                  <a:pt x="361" y="49"/>
                </a:lnTo>
                <a:lnTo>
                  <a:pt x="361" y="50"/>
                </a:lnTo>
                <a:lnTo>
                  <a:pt x="362" y="50"/>
                </a:lnTo>
                <a:lnTo>
                  <a:pt x="363" y="50"/>
                </a:lnTo>
                <a:lnTo>
                  <a:pt x="364" y="50"/>
                </a:lnTo>
                <a:lnTo>
                  <a:pt x="368" y="50"/>
                </a:lnTo>
                <a:lnTo>
                  <a:pt x="369" y="51"/>
                </a:lnTo>
                <a:lnTo>
                  <a:pt x="370" y="51"/>
                </a:lnTo>
                <a:lnTo>
                  <a:pt x="370" y="50"/>
                </a:lnTo>
                <a:lnTo>
                  <a:pt x="371" y="50"/>
                </a:lnTo>
                <a:lnTo>
                  <a:pt x="372" y="50"/>
                </a:lnTo>
                <a:lnTo>
                  <a:pt x="372" y="49"/>
                </a:lnTo>
                <a:lnTo>
                  <a:pt x="373" y="49"/>
                </a:lnTo>
                <a:lnTo>
                  <a:pt x="374" y="49"/>
                </a:lnTo>
                <a:lnTo>
                  <a:pt x="375" y="49"/>
                </a:lnTo>
                <a:lnTo>
                  <a:pt x="376" y="49"/>
                </a:lnTo>
                <a:lnTo>
                  <a:pt x="376" y="50"/>
                </a:lnTo>
                <a:lnTo>
                  <a:pt x="377" y="49"/>
                </a:lnTo>
                <a:lnTo>
                  <a:pt x="378" y="49"/>
                </a:lnTo>
                <a:lnTo>
                  <a:pt x="379" y="49"/>
                </a:lnTo>
                <a:lnTo>
                  <a:pt x="380" y="49"/>
                </a:lnTo>
                <a:lnTo>
                  <a:pt x="381" y="49"/>
                </a:lnTo>
                <a:lnTo>
                  <a:pt x="382" y="49"/>
                </a:lnTo>
                <a:lnTo>
                  <a:pt x="383" y="49"/>
                </a:lnTo>
                <a:lnTo>
                  <a:pt x="384" y="48"/>
                </a:lnTo>
                <a:lnTo>
                  <a:pt x="385" y="49"/>
                </a:lnTo>
                <a:lnTo>
                  <a:pt x="386" y="49"/>
                </a:lnTo>
                <a:lnTo>
                  <a:pt x="386" y="48"/>
                </a:lnTo>
                <a:lnTo>
                  <a:pt x="387" y="48"/>
                </a:lnTo>
                <a:lnTo>
                  <a:pt x="388" y="49"/>
                </a:lnTo>
                <a:lnTo>
                  <a:pt x="389" y="49"/>
                </a:lnTo>
                <a:lnTo>
                  <a:pt x="389" y="50"/>
                </a:lnTo>
                <a:lnTo>
                  <a:pt x="390" y="50"/>
                </a:lnTo>
                <a:lnTo>
                  <a:pt x="391" y="50"/>
                </a:lnTo>
                <a:lnTo>
                  <a:pt x="391" y="49"/>
                </a:lnTo>
                <a:lnTo>
                  <a:pt x="393" y="49"/>
                </a:lnTo>
                <a:lnTo>
                  <a:pt x="394" y="49"/>
                </a:lnTo>
                <a:lnTo>
                  <a:pt x="395" y="49"/>
                </a:lnTo>
                <a:lnTo>
                  <a:pt x="396" y="49"/>
                </a:lnTo>
                <a:lnTo>
                  <a:pt x="397" y="49"/>
                </a:lnTo>
                <a:lnTo>
                  <a:pt x="397" y="50"/>
                </a:lnTo>
                <a:lnTo>
                  <a:pt x="398" y="50"/>
                </a:lnTo>
                <a:lnTo>
                  <a:pt x="398" y="51"/>
                </a:lnTo>
                <a:lnTo>
                  <a:pt x="399" y="51"/>
                </a:lnTo>
                <a:lnTo>
                  <a:pt x="400" y="51"/>
                </a:lnTo>
                <a:lnTo>
                  <a:pt x="401" y="51"/>
                </a:lnTo>
                <a:lnTo>
                  <a:pt x="401" y="52"/>
                </a:lnTo>
                <a:lnTo>
                  <a:pt x="401" y="53"/>
                </a:lnTo>
                <a:lnTo>
                  <a:pt x="401" y="54"/>
                </a:lnTo>
                <a:lnTo>
                  <a:pt x="401" y="55"/>
                </a:lnTo>
                <a:lnTo>
                  <a:pt x="401" y="56"/>
                </a:lnTo>
                <a:lnTo>
                  <a:pt x="401" y="57"/>
                </a:lnTo>
                <a:lnTo>
                  <a:pt x="401" y="58"/>
                </a:lnTo>
                <a:lnTo>
                  <a:pt x="401" y="59"/>
                </a:lnTo>
                <a:lnTo>
                  <a:pt x="402" y="59"/>
                </a:lnTo>
                <a:lnTo>
                  <a:pt x="402" y="60"/>
                </a:lnTo>
                <a:lnTo>
                  <a:pt x="403" y="60"/>
                </a:lnTo>
                <a:lnTo>
                  <a:pt x="403" y="61"/>
                </a:lnTo>
                <a:lnTo>
                  <a:pt x="404" y="61"/>
                </a:lnTo>
                <a:lnTo>
                  <a:pt x="403" y="61"/>
                </a:lnTo>
                <a:lnTo>
                  <a:pt x="402" y="61"/>
                </a:lnTo>
                <a:lnTo>
                  <a:pt x="402" y="62"/>
                </a:lnTo>
                <a:lnTo>
                  <a:pt x="402" y="63"/>
                </a:lnTo>
                <a:lnTo>
                  <a:pt x="403" y="63"/>
                </a:lnTo>
                <a:lnTo>
                  <a:pt x="402" y="64"/>
                </a:lnTo>
                <a:lnTo>
                  <a:pt x="401" y="64"/>
                </a:lnTo>
                <a:lnTo>
                  <a:pt x="400" y="64"/>
                </a:lnTo>
                <a:lnTo>
                  <a:pt x="400" y="65"/>
                </a:lnTo>
                <a:lnTo>
                  <a:pt x="400" y="66"/>
                </a:lnTo>
                <a:lnTo>
                  <a:pt x="400" y="67"/>
                </a:lnTo>
                <a:lnTo>
                  <a:pt x="401" y="67"/>
                </a:lnTo>
                <a:lnTo>
                  <a:pt x="402" y="67"/>
                </a:lnTo>
                <a:lnTo>
                  <a:pt x="403" y="67"/>
                </a:lnTo>
                <a:lnTo>
                  <a:pt x="404" y="66"/>
                </a:lnTo>
                <a:lnTo>
                  <a:pt x="404" y="67"/>
                </a:lnTo>
                <a:lnTo>
                  <a:pt x="405" y="67"/>
                </a:lnTo>
                <a:lnTo>
                  <a:pt x="405" y="66"/>
                </a:lnTo>
                <a:lnTo>
                  <a:pt x="406" y="66"/>
                </a:lnTo>
                <a:lnTo>
                  <a:pt x="406" y="67"/>
                </a:lnTo>
                <a:lnTo>
                  <a:pt x="407" y="67"/>
                </a:lnTo>
                <a:lnTo>
                  <a:pt x="408" y="66"/>
                </a:lnTo>
                <a:lnTo>
                  <a:pt x="409" y="66"/>
                </a:lnTo>
                <a:lnTo>
                  <a:pt x="410" y="66"/>
                </a:lnTo>
                <a:lnTo>
                  <a:pt x="411" y="66"/>
                </a:lnTo>
                <a:lnTo>
                  <a:pt x="412" y="67"/>
                </a:lnTo>
                <a:lnTo>
                  <a:pt x="413" y="67"/>
                </a:lnTo>
                <a:lnTo>
                  <a:pt x="413" y="68"/>
                </a:lnTo>
                <a:lnTo>
                  <a:pt x="413" y="69"/>
                </a:lnTo>
                <a:lnTo>
                  <a:pt x="413" y="68"/>
                </a:lnTo>
                <a:lnTo>
                  <a:pt x="414" y="69"/>
                </a:lnTo>
                <a:lnTo>
                  <a:pt x="415" y="69"/>
                </a:lnTo>
                <a:lnTo>
                  <a:pt x="415" y="70"/>
                </a:lnTo>
                <a:lnTo>
                  <a:pt x="417" y="70"/>
                </a:lnTo>
                <a:lnTo>
                  <a:pt x="418" y="69"/>
                </a:lnTo>
                <a:lnTo>
                  <a:pt x="419" y="69"/>
                </a:lnTo>
                <a:lnTo>
                  <a:pt x="419" y="70"/>
                </a:lnTo>
                <a:lnTo>
                  <a:pt x="420" y="70"/>
                </a:lnTo>
                <a:lnTo>
                  <a:pt x="420" y="71"/>
                </a:lnTo>
                <a:lnTo>
                  <a:pt x="421" y="71"/>
                </a:lnTo>
                <a:lnTo>
                  <a:pt x="422" y="71"/>
                </a:lnTo>
                <a:lnTo>
                  <a:pt x="423" y="70"/>
                </a:lnTo>
                <a:lnTo>
                  <a:pt x="423" y="71"/>
                </a:lnTo>
                <a:lnTo>
                  <a:pt x="422" y="71"/>
                </a:lnTo>
                <a:lnTo>
                  <a:pt x="422" y="72"/>
                </a:lnTo>
                <a:lnTo>
                  <a:pt x="421" y="72"/>
                </a:lnTo>
                <a:lnTo>
                  <a:pt x="421" y="73"/>
                </a:lnTo>
                <a:lnTo>
                  <a:pt x="420" y="73"/>
                </a:lnTo>
                <a:lnTo>
                  <a:pt x="419" y="73"/>
                </a:lnTo>
                <a:lnTo>
                  <a:pt x="419" y="74"/>
                </a:lnTo>
                <a:lnTo>
                  <a:pt x="420" y="74"/>
                </a:lnTo>
                <a:lnTo>
                  <a:pt x="420" y="75"/>
                </a:lnTo>
                <a:lnTo>
                  <a:pt x="421" y="75"/>
                </a:lnTo>
                <a:lnTo>
                  <a:pt x="421" y="74"/>
                </a:lnTo>
                <a:lnTo>
                  <a:pt x="422" y="74"/>
                </a:lnTo>
                <a:lnTo>
                  <a:pt x="423" y="74"/>
                </a:lnTo>
                <a:lnTo>
                  <a:pt x="424" y="74"/>
                </a:lnTo>
                <a:lnTo>
                  <a:pt x="424" y="75"/>
                </a:lnTo>
                <a:lnTo>
                  <a:pt x="425" y="75"/>
                </a:lnTo>
                <a:lnTo>
                  <a:pt x="425" y="76"/>
                </a:lnTo>
                <a:lnTo>
                  <a:pt x="425" y="77"/>
                </a:lnTo>
                <a:lnTo>
                  <a:pt x="426" y="77"/>
                </a:lnTo>
                <a:lnTo>
                  <a:pt x="427" y="78"/>
                </a:lnTo>
                <a:lnTo>
                  <a:pt x="428" y="78"/>
                </a:lnTo>
                <a:lnTo>
                  <a:pt x="428" y="79"/>
                </a:lnTo>
                <a:lnTo>
                  <a:pt x="429" y="79"/>
                </a:lnTo>
                <a:lnTo>
                  <a:pt x="429" y="80"/>
                </a:lnTo>
                <a:lnTo>
                  <a:pt x="430" y="81"/>
                </a:lnTo>
                <a:lnTo>
                  <a:pt x="432" y="81"/>
                </a:lnTo>
                <a:lnTo>
                  <a:pt x="433" y="81"/>
                </a:lnTo>
                <a:lnTo>
                  <a:pt x="434" y="81"/>
                </a:lnTo>
                <a:lnTo>
                  <a:pt x="435" y="81"/>
                </a:lnTo>
                <a:lnTo>
                  <a:pt x="435" y="80"/>
                </a:lnTo>
                <a:lnTo>
                  <a:pt x="435" y="81"/>
                </a:lnTo>
                <a:lnTo>
                  <a:pt x="436" y="82"/>
                </a:lnTo>
                <a:lnTo>
                  <a:pt x="437" y="83"/>
                </a:lnTo>
                <a:lnTo>
                  <a:pt x="438" y="83"/>
                </a:lnTo>
                <a:lnTo>
                  <a:pt x="438" y="84"/>
                </a:lnTo>
                <a:lnTo>
                  <a:pt x="437" y="85"/>
                </a:lnTo>
                <a:lnTo>
                  <a:pt x="438" y="86"/>
                </a:lnTo>
                <a:lnTo>
                  <a:pt x="438" y="87"/>
                </a:lnTo>
                <a:lnTo>
                  <a:pt x="438" y="88"/>
                </a:lnTo>
                <a:lnTo>
                  <a:pt x="439" y="88"/>
                </a:lnTo>
                <a:lnTo>
                  <a:pt x="439" y="89"/>
                </a:lnTo>
                <a:lnTo>
                  <a:pt x="438" y="90"/>
                </a:lnTo>
                <a:lnTo>
                  <a:pt x="439" y="91"/>
                </a:lnTo>
                <a:lnTo>
                  <a:pt x="440" y="91"/>
                </a:lnTo>
                <a:lnTo>
                  <a:pt x="439" y="91"/>
                </a:lnTo>
                <a:lnTo>
                  <a:pt x="439" y="92"/>
                </a:lnTo>
                <a:lnTo>
                  <a:pt x="440" y="92"/>
                </a:lnTo>
                <a:lnTo>
                  <a:pt x="440" y="93"/>
                </a:lnTo>
                <a:lnTo>
                  <a:pt x="439" y="93"/>
                </a:lnTo>
                <a:lnTo>
                  <a:pt x="439" y="94"/>
                </a:lnTo>
                <a:lnTo>
                  <a:pt x="439" y="95"/>
                </a:lnTo>
                <a:lnTo>
                  <a:pt x="439" y="96"/>
                </a:lnTo>
                <a:lnTo>
                  <a:pt x="439" y="97"/>
                </a:lnTo>
                <a:lnTo>
                  <a:pt x="440" y="97"/>
                </a:lnTo>
                <a:lnTo>
                  <a:pt x="440" y="98"/>
                </a:lnTo>
                <a:lnTo>
                  <a:pt x="440" y="99"/>
                </a:lnTo>
                <a:lnTo>
                  <a:pt x="440" y="100"/>
                </a:lnTo>
                <a:lnTo>
                  <a:pt x="441" y="101"/>
                </a:lnTo>
                <a:lnTo>
                  <a:pt x="441" y="102"/>
                </a:lnTo>
                <a:lnTo>
                  <a:pt x="441" y="103"/>
                </a:lnTo>
                <a:lnTo>
                  <a:pt x="441" y="104"/>
                </a:lnTo>
                <a:lnTo>
                  <a:pt x="441" y="105"/>
                </a:lnTo>
                <a:lnTo>
                  <a:pt x="442" y="106"/>
                </a:lnTo>
                <a:lnTo>
                  <a:pt x="443" y="106"/>
                </a:lnTo>
                <a:lnTo>
                  <a:pt x="443" y="107"/>
                </a:lnTo>
                <a:lnTo>
                  <a:pt x="442" y="107"/>
                </a:lnTo>
                <a:lnTo>
                  <a:pt x="442" y="108"/>
                </a:lnTo>
                <a:lnTo>
                  <a:pt x="442" y="109"/>
                </a:lnTo>
                <a:lnTo>
                  <a:pt x="442" y="110"/>
                </a:lnTo>
                <a:lnTo>
                  <a:pt x="441" y="110"/>
                </a:lnTo>
                <a:lnTo>
                  <a:pt x="440" y="110"/>
                </a:lnTo>
                <a:lnTo>
                  <a:pt x="440" y="111"/>
                </a:lnTo>
                <a:lnTo>
                  <a:pt x="439" y="111"/>
                </a:lnTo>
                <a:lnTo>
                  <a:pt x="438" y="111"/>
                </a:lnTo>
                <a:lnTo>
                  <a:pt x="438" y="112"/>
                </a:lnTo>
                <a:lnTo>
                  <a:pt x="437" y="112"/>
                </a:lnTo>
                <a:lnTo>
                  <a:pt x="437" y="113"/>
                </a:lnTo>
                <a:lnTo>
                  <a:pt x="436" y="113"/>
                </a:lnTo>
                <a:lnTo>
                  <a:pt x="436" y="114"/>
                </a:lnTo>
                <a:lnTo>
                  <a:pt x="436" y="115"/>
                </a:lnTo>
                <a:lnTo>
                  <a:pt x="436" y="116"/>
                </a:lnTo>
                <a:lnTo>
                  <a:pt x="437" y="116"/>
                </a:lnTo>
                <a:lnTo>
                  <a:pt x="437" y="117"/>
                </a:lnTo>
                <a:lnTo>
                  <a:pt x="436" y="117"/>
                </a:lnTo>
                <a:lnTo>
                  <a:pt x="436" y="118"/>
                </a:lnTo>
                <a:lnTo>
                  <a:pt x="436" y="119"/>
                </a:lnTo>
                <a:lnTo>
                  <a:pt x="436" y="120"/>
                </a:lnTo>
                <a:lnTo>
                  <a:pt x="437" y="120"/>
                </a:lnTo>
                <a:lnTo>
                  <a:pt x="437" y="121"/>
                </a:lnTo>
                <a:lnTo>
                  <a:pt x="438" y="121"/>
                </a:lnTo>
                <a:lnTo>
                  <a:pt x="438" y="122"/>
                </a:lnTo>
                <a:lnTo>
                  <a:pt x="437" y="122"/>
                </a:lnTo>
                <a:lnTo>
                  <a:pt x="437" y="123"/>
                </a:lnTo>
                <a:lnTo>
                  <a:pt x="437" y="124"/>
                </a:lnTo>
                <a:lnTo>
                  <a:pt x="438" y="124"/>
                </a:lnTo>
                <a:lnTo>
                  <a:pt x="439" y="124"/>
                </a:lnTo>
                <a:lnTo>
                  <a:pt x="440" y="124"/>
                </a:lnTo>
                <a:lnTo>
                  <a:pt x="440" y="125"/>
                </a:lnTo>
                <a:lnTo>
                  <a:pt x="440" y="126"/>
                </a:lnTo>
                <a:lnTo>
                  <a:pt x="439" y="126"/>
                </a:lnTo>
                <a:lnTo>
                  <a:pt x="440" y="126"/>
                </a:lnTo>
                <a:lnTo>
                  <a:pt x="440" y="127"/>
                </a:lnTo>
                <a:lnTo>
                  <a:pt x="439" y="127"/>
                </a:lnTo>
                <a:lnTo>
                  <a:pt x="438" y="128"/>
                </a:lnTo>
                <a:lnTo>
                  <a:pt x="438" y="129"/>
                </a:lnTo>
                <a:lnTo>
                  <a:pt x="438" y="130"/>
                </a:lnTo>
                <a:lnTo>
                  <a:pt x="438" y="131"/>
                </a:lnTo>
                <a:lnTo>
                  <a:pt x="438" y="132"/>
                </a:lnTo>
                <a:lnTo>
                  <a:pt x="438" y="133"/>
                </a:lnTo>
                <a:lnTo>
                  <a:pt x="437" y="134"/>
                </a:lnTo>
                <a:lnTo>
                  <a:pt x="437" y="135"/>
                </a:lnTo>
                <a:lnTo>
                  <a:pt x="436" y="135"/>
                </a:lnTo>
                <a:lnTo>
                  <a:pt x="436" y="137"/>
                </a:lnTo>
                <a:lnTo>
                  <a:pt x="436" y="138"/>
                </a:lnTo>
                <a:lnTo>
                  <a:pt x="435" y="138"/>
                </a:lnTo>
                <a:lnTo>
                  <a:pt x="435" y="139"/>
                </a:lnTo>
                <a:lnTo>
                  <a:pt x="434" y="139"/>
                </a:lnTo>
                <a:lnTo>
                  <a:pt x="434" y="140"/>
                </a:lnTo>
                <a:lnTo>
                  <a:pt x="433" y="142"/>
                </a:lnTo>
                <a:lnTo>
                  <a:pt x="432" y="143"/>
                </a:lnTo>
                <a:lnTo>
                  <a:pt x="430" y="143"/>
                </a:lnTo>
                <a:lnTo>
                  <a:pt x="429" y="143"/>
                </a:lnTo>
                <a:lnTo>
                  <a:pt x="429" y="142"/>
                </a:lnTo>
                <a:lnTo>
                  <a:pt x="428" y="142"/>
                </a:lnTo>
                <a:lnTo>
                  <a:pt x="428" y="141"/>
                </a:lnTo>
                <a:lnTo>
                  <a:pt x="427" y="140"/>
                </a:lnTo>
                <a:lnTo>
                  <a:pt x="426" y="140"/>
                </a:lnTo>
                <a:lnTo>
                  <a:pt x="426" y="139"/>
                </a:lnTo>
                <a:lnTo>
                  <a:pt x="427" y="139"/>
                </a:lnTo>
                <a:lnTo>
                  <a:pt x="426" y="138"/>
                </a:lnTo>
                <a:lnTo>
                  <a:pt x="426" y="137"/>
                </a:lnTo>
                <a:lnTo>
                  <a:pt x="425" y="137"/>
                </a:lnTo>
                <a:lnTo>
                  <a:pt x="425" y="136"/>
                </a:lnTo>
                <a:lnTo>
                  <a:pt x="425" y="135"/>
                </a:lnTo>
                <a:lnTo>
                  <a:pt x="426" y="135"/>
                </a:lnTo>
                <a:lnTo>
                  <a:pt x="425" y="134"/>
                </a:lnTo>
                <a:lnTo>
                  <a:pt x="425" y="135"/>
                </a:lnTo>
                <a:lnTo>
                  <a:pt x="425" y="134"/>
                </a:lnTo>
                <a:lnTo>
                  <a:pt x="424" y="134"/>
                </a:lnTo>
                <a:lnTo>
                  <a:pt x="423" y="134"/>
                </a:lnTo>
                <a:lnTo>
                  <a:pt x="422" y="134"/>
                </a:lnTo>
                <a:lnTo>
                  <a:pt x="422" y="135"/>
                </a:lnTo>
                <a:lnTo>
                  <a:pt x="421" y="135"/>
                </a:lnTo>
                <a:lnTo>
                  <a:pt x="420" y="135"/>
                </a:lnTo>
                <a:lnTo>
                  <a:pt x="420" y="134"/>
                </a:lnTo>
                <a:lnTo>
                  <a:pt x="419" y="134"/>
                </a:lnTo>
                <a:lnTo>
                  <a:pt x="418" y="134"/>
                </a:lnTo>
                <a:lnTo>
                  <a:pt x="417" y="134"/>
                </a:lnTo>
                <a:lnTo>
                  <a:pt x="417" y="133"/>
                </a:lnTo>
                <a:lnTo>
                  <a:pt x="416" y="133"/>
                </a:lnTo>
                <a:lnTo>
                  <a:pt x="415" y="133"/>
                </a:lnTo>
                <a:lnTo>
                  <a:pt x="414" y="134"/>
                </a:lnTo>
                <a:lnTo>
                  <a:pt x="413" y="134"/>
                </a:lnTo>
                <a:lnTo>
                  <a:pt x="413" y="135"/>
                </a:lnTo>
                <a:lnTo>
                  <a:pt x="412" y="135"/>
                </a:lnTo>
                <a:lnTo>
                  <a:pt x="411" y="135"/>
                </a:lnTo>
                <a:lnTo>
                  <a:pt x="410" y="136"/>
                </a:lnTo>
                <a:lnTo>
                  <a:pt x="409" y="137"/>
                </a:lnTo>
                <a:lnTo>
                  <a:pt x="408" y="137"/>
                </a:lnTo>
                <a:lnTo>
                  <a:pt x="406" y="137"/>
                </a:lnTo>
                <a:lnTo>
                  <a:pt x="406" y="138"/>
                </a:lnTo>
                <a:lnTo>
                  <a:pt x="405" y="138"/>
                </a:lnTo>
                <a:lnTo>
                  <a:pt x="405" y="139"/>
                </a:lnTo>
                <a:lnTo>
                  <a:pt x="404" y="139"/>
                </a:lnTo>
                <a:lnTo>
                  <a:pt x="403" y="139"/>
                </a:lnTo>
                <a:lnTo>
                  <a:pt x="403" y="140"/>
                </a:lnTo>
                <a:lnTo>
                  <a:pt x="402" y="140"/>
                </a:lnTo>
                <a:lnTo>
                  <a:pt x="402" y="141"/>
                </a:lnTo>
                <a:lnTo>
                  <a:pt x="401" y="141"/>
                </a:lnTo>
                <a:lnTo>
                  <a:pt x="400" y="142"/>
                </a:lnTo>
                <a:lnTo>
                  <a:pt x="399" y="143"/>
                </a:lnTo>
                <a:lnTo>
                  <a:pt x="399" y="144"/>
                </a:lnTo>
                <a:lnTo>
                  <a:pt x="400" y="145"/>
                </a:lnTo>
                <a:lnTo>
                  <a:pt x="399" y="145"/>
                </a:lnTo>
                <a:lnTo>
                  <a:pt x="399" y="146"/>
                </a:lnTo>
                <a:lnTo>
                  <a:pt x="398" y="146"/>
                </a:lnTo>
                <a:lnTo>
                  <a:pt x="398" y="145"/>
                </a:lnTo>
                <a:lnTo>
                  <a:pt x="397" y="146"/>
                </a:lnTo>
                <a:lnTo>
                  <a:pt x="396" y="146"/>
                </a:lnTo>
                <a:lnTo>
                  <a:pt x="396" y="147"/>
                </a:lnTo>
                <a:lnTo>
                  <a:pt x="395" y="147"/>
                </a:lnTo>
                <a:lnTo>
                  <a:pt x="394" y="147"/>
                </a:lnTo>
                <a:lnTo>
                  <a:pt x="394" y="148"/>
                </a:lnTo>
                <a:lnTo>
                  <a:pt x="394" y="149"/>
                </a:lnTo>
                <a:lnTo>
                  <a:pt x="394" y="150"/>
                </a:lnTo>
                <a:lnTo>
                  <a:pt x="394" y="151"/>
                </a:lnTo>
                <a:lnTo>
                  <a:pt x="393" y="151"/>
                </a:lnTo>
                <a:lnTo>
                  <a:pt x="392" y="152"/>
                </a:lnTo>
                <a:lnTo>
                  <a:pt x="392" y="153"/>
                </a:lnTo>
                <a:lnTo>
                  <a:pt x="391" y="153"/>
                </a:lnTo>
                <a:lnTo>
                  <a:pt x="390" y="153"/>
                </a:lnTo>
                <a:lnTo>
                  <a:pt x="389" y="154"/>
                </a:lnTo>
                <a:lnTo>
                  <a:pt x="388" y="154"/>
                </a:lnTo>
                <a:lnTo>
                  <a:pt x="387" y="155"/>
                </a:lnTo>
                <a:lnTo>
                  <a:pt x="387" y="156"/>
                </a:lnTo>
                <a:lnTo>
                  <a:pt x="387" y="157"/>
                </a:lnTo>
                <a:lnTo>
                  <a:pt x="388" y="157"/>
                </a:lnTo>
                <a:lnTo>
                  <a:pt x="387" y="157"/>
                </a:lnTo>
                <a:lnTo>
                  <a:pt x="387" y="158"/>
                </a:lnTo>
                <a:lnTo>
                  <a:pt x="387" y="159"/>
                </a:lnTo>
                <a:lnTo>
                  <a:pt x="386" y="159"/>
                </a:lnTo>
                <a:lnTo>
                  <a:pt x="385" y="159"/>
                </a:lnTo>
                <a:lnTo>
                  <a:pt x="384" y="159"/>
                </a:lnTo>
                <a:lnTo>
                  <a:pt x="384" y="160"/>
                </a:lnTo>
                <a:lnTo>
                  <a:pt x="383" y="160"/>
                </a:lnTo>
                <a:lnTo>
                  <a:pt x="383" y="159"/>
                </a:lnTo>
                <a:lnTo>
                  <a:pt x="383" y="158"/>
                </a:lnTo>
                <a:lnTo>
                  <a:pt x="384" y="158"/>
                </a:lnTo>
                <a:lnTo>
                  <a:pt x="383" y="158"/>
                </a:lnTo>
                <a:lnTo>
                  <a:pt x="383" y="157"/>
                </a:lnTo>
                <a:lnTo>
                  <a:pt x="382" y="157"/>
                </a:lnTo>
                <a:lnTo>
                  <a:pt x="382" y="158"/>
                </a:lnTo>
                <a:lnTo>
                  <a:pt x="381" y="158"/>
                </a:lnTo>
                <a:lnTo>
                  <a:pt x="380" y="159"/>
                </a:lnTo>
                <a:lnTo>
                  <a:pt x="379" y="160"/>
                </a:lnTo>
                <a:lnTo>
                  <a:pt x="379" y="161"/>
                </a:lnTo>
                <a:lnTo>
                  <a:pt x="378" y="161"/>
                </a:lnTo>
                <a:lnTo>
                  <a:pt x="376" y="162"/>
                </a:lnTo>
                <a:lnTo>
                  <a:pt x="375" y="163"/>
                </a:lnTo>
                <a:lnTo>
                  <a:pt x="375" y="164"/>
                </a:lnTo>
                <a:lnTo>
                  <a:pt x="374" y="164"/>
                </a:lnTo>
                <a:lnTo>
                  <a:pt x="374" y="165"/>
                </a:lnTo>
                <a:lnTo>
                  <a:pt x="373" y="167"/>
                </a:lnTo>
                <a:lnTo>
                  <a:pt x="372" y="167"/>
                </a:lnTo>
                <a:lnTo>
                  <a:pt x="372" y="168"/>
                </a:lnTo>
                <a:lnTo>
                  <a:pt x="371" y="169"/>
                </a:lnTo>
                <a:lnTo>
                  <a:pt x="371" y="170"/>
                </a:lnTo>
                <a:lnTo>
                  <a:pt x="370" y="170"/>
                </a:lnTo>
                <a:lnTo>
                  <a:pt x="370" y="171"/>
                </a:lnTo>
                <a:lnTo>
                  <a:pt x="369" y="171"/>
                </a:lnTo>
                <a:lnTo>
                  <a:pt x="369" y="172"/>
                </a:lnTo>
                <a:lnTo>
                  <a:pt x="368" y="173"/>
                </a:lnTo>
                <a:lnTo>
                  <a:pt x="368" y="174"/>
                </a:lnTo>
                <a:lnTo>
                  <a:pt x="367" y="175"/>
                </a:lnTo>
                <a:lnTo>
                  <a:pt x="366" y="175"/>
                </a:lnTo>
                <a:lnTo>
                  <a:pt x="366" y="174"/>
                </a:lnTo>
                <a:lnTo>
                  <a:pt x="365" y="174"/>
                </a:lnTo>
                <a:lnTo>
                  <a:pt x="365" y="173"/>
                </a:lnTo>
                <a:lnTo>
                  <a:pt x="366" y="173"/>
                </a:lnTo>
                <a:lnTo>
                  <a:pt x="366" y="172"/>
                </a:lnTo>
                <a:lnTo>
                  <a:pt x="365" y="172"/>
                </a:lnTo>
                <a:lnTo>
                  <a:pt x="365" y="171"/>
                </a:lnTo>
                <a:lnTo>
                  <a:pt x="366" y="171"/>
                </a:lnTo>
                <a:lnTo>
                  <a:pt x="366" y="170"/>
                </a:lnTo>
                <a:lnTo>
                  <a:pt x="367" y="169"/>
                </a:lnTo>
                <a:lnTo>
                  <a:pt x="367" y="168"/>
                </a:lnTo>
                <a:lnTo>
                  <a:pt x="367" y="167"/>
                </a:lnTo>
                <a:lnTo>
                  <a:pt x="366" y="167"/>
                </a:lnTo>
                <a:lnTo>
                  <a:pt x="366" y="166"/>
                </a:lnTo>
                <a:lnTo>
                  <a:pt x="365" y="165"/>
                </a:lnTo>
                <a:lnTo>
                  <a:pt x="364" y="164"/>
                </a:lnTo>
                <a:lnTo>
                  <a:pt x="363" y="164"/>
                </a:lnTo>
                <a:lnTo>
                  <a:pt x="363" y="163"/>
                </a:lnTo>
                <a:lnTo>
                  <a:pt x="364" y="163"/>
                </a:lnTo>
                <a:lnTo>
                  <a:pt x="364" y="162"/>
                </a:lnTo>
                <a:lnTo>
                  <a:pt x="363" y="162"/>
                </a:lnTo>
                <a:lnTo>
                  <a:pt x="363" y="163"/>
                </a:lnTo>
                <a:lnTo>
                  <a:pt x="363" y="162"/>
                </a:lnTo>
                <a:lnTo>
                  <a:pt x="362" y="162"/>
                </a:lnTo>
                <a:lnTo>
                  <a:pt x="362" y="161"/>
                </a:lnTo>
                <a:lnTo>
                  <a:pt x="362" y="160"/>
                </a:lnTo>
                <a:lnTo>
                  <a:pt x="361" y="161"/>
                </a:lnTo>
                <a:lnTo>
                  <a:pt x="361" y="162"/>
                </a:lnTo>
                <a:lnTo>
                  <a:pt x="360" y="162"/>
                </a:lnTo>
                <a:lnTo>
                  <a:pt x="360" y="163"/>
                </a:lnTo>
                <a:lnTo>
                  <a:pt x="359" y="163"/>
                </a:lnTo>
                <a:lnTo>
                  <a:pt x="358" y="163"/>
                </a:lnTo>
                <a:lnTo>
                  <a:pt x="358" y="164"/>
                </a:lnTo>
                <a:lnTo>
                  <a:pt x="357" y="164"/>
                </a:lnTo>
                <a:lnTo>
                  <a:pt x="356" y="164"/>
                </a:lnTo>
                <a:lnTo>
                  <a:pt x="356" y="165"/>
                </a:lnTo>
                <a:lnTo>
                  <a:pt x="355" y="165"/>
                </a:lnTo>
                <a:lnTo>
                  <a:pt x="355" y="166"/>
                </a:lnTo>
                <a:lnTo>
                  <a:pt x="356" y="166"/>
                </a:lnTo>
                <a:lnTo>
                  <a:pt x="356" y="165"/>
                </a:lnTo>
                <a:lnTo>
                  <a:pt x="357" y="165"/>
                </a:lnTo>
                <a:lnTo>
                  <a:pt x="357" y="166"/>
                </a:lnTo>
                <a:lnTo>
                  <a:pt x="356" y="166"/>
                </a:lnTo>
                <a:lnTo>
                  <a:pt x="355" y="167"/>
                </a:lnTo>
                <a:lnTo>
                  <a:pt x="354" y="167"/>
                </a:lnTo>
                <a:lnTo>
                  <a:pt x="354" y="168"/>
                </a:lnTo>
                <a:lnTo>
                  <a:pt x="353" y="167"/>
                </a:lnTo>
                <a:lnTo>
                  <a:pt x="353" y="168"/>
                </a:lnTo>
                <a:lnTo>
                  <a:pt x="352" y="169"/>
                </a:lnTo>
                <a:lnTo>
                  <a:pt x="350" y="169"/>
                </a:lnTo>
                <a:lnTo>
                  <a:pt x="350" y="170"/>
                </a:lnTo>
                <a:lnTo>
                  <a:pt x="349" y="170"/>
                </a:lnTo>
                <a:lnTo>
                  <a:pt x="348" y="171"/>
                </a:lnTo>
                <a:lnTo>
                  <a:pt x="348" y="172"/>
                </a:lnTo>
                <a:lnTo>
                  <a:pt x="347" y="171"/>
                </a:lnTo>
                <a:lnTo>
                  <a:pt x="347" y="170"/>
                </a:lnTo>
                <a:lnTo>
                  <a:pt x="347" y="171"/>
                </a:lnTo>
                <a:lnTo>
                  <a:pt x="346" y="171"/>
                </a:lnTo>
                <a:lnTo>
                  <a:pt x="346" y="170"/>
                </a:lnTo>
                <a:lnTo>
                  <a:pt x="345" y="170"/>
                </a:lnTo>
                <a:lnTo>
                  <a:pt x="345" y="169"/>
                </a:lnTo>
                <a:lnTo>
                  <a:pt x="345" y="168"/>
                </a:lnTo>
                <a:lnTo>
                  <a:pt x="344" y="168"/>
                </a:lnTo>
                <a:lnTo>
                  <a:pt x="344" y="167"/>
                </a:lnTo>
                <a:lnTo>
                  <a:pt x="343" y="167"/>
                </a:lnTo>
                <a:lnTo>
                  <a:pt x="343" y="166"/>
                </a:lnTo>
                <a:lnTo>
                  <a:pt x="343" y="165"/>
                </a:lnTo>
                <a:lnTo>
                  <a:pt x="343" y="164"/>
                </a:lnTo>
                <a:lnTo>
                  <a:pt x="342" y="164"/>
                </a:lnTo>
                <a:lnTo>
                  <a:pt x="342" y="163"/>
                </a:lnTo>
                <a:lnTo>
                  <a:pt x="343" y="163"/>
                </a:lnTo>
                <a:lnTo>
                  <a:pt x="344" y="162"/>
                </a:lnTo>
                <a:lnTo>
                  <a:pt x="344" y="163"/>
                </a:lnTo>
                <a:lnTo>
                  <a:pt x="345" y="163"/>
                </a:lnTo>
                <a:lnTo>
                  <a:pt x="345" y="162"/>
                </a:lnTo>
                <a:lnTo>
                  <a:pt x="345" y="161"/>
                </a:lnTo>
                <a:lnTo>
                  <a:pt x="346" y="161"/>
                </a:lnTo>
                <a:lnTo>
                  <a:pt x="346" y="160"/>
                </a:lnTo>
                <a:lnTo>
                  <a:pt x="345" y="160"/>
                </a:lnTo>
                <a:lnTo>
                  <a:pt x="345" y="159"/>
                </a:lnTo>
                <a:lnTo>
                  <a:pt x="343" y="159"/>
                </a:lnTo>
                <a:lnTo>
                  <a:pt x="342" y="159"/>
                </a:lnTo>
                <a:lnTo>
                  <a:pt x="341" y="159"/>
                </a:lnTo>
                <a:lnTo>
                  <a:pt x="340" y="159"/>
                </a:lnTo>
                <a:lnTo>
                  <a:pt x="339" y="159"/>
                </a:lnTo>
                <a:lnTo>
                  <a:pt x="339" y="158"/>
                </a:lnTo>
                <a:lnTo>
                  <a:pt x="338" y="158"/>
                </a:lnTo>
                <a:lnTo>
                  <a:pt x="337" y="159"/>
                </a:lnTo>
                <a:lnTo>
                  <a:pt x="336" y="160"/>
                </a:lnTo>
                <a:lnTo>
                  <a:pt x="335" y="161"/>
                </a:lnTo>
                <a:lnTo>
                  <a:pt x="335" y="160"/>
                </a:lnTo>
                <a:lnTo>
                  <a:pt x="334" y="161"/>
                </a:lnTo>
                <a:lnTo>
                  <a:pt x="333" y="161"/>
                </a:lnTo>
                <a:lnTo>
                  <a:pt x="332" y="161"/>
                </a:lnTo>
                <a:lnTo>
                  <a:pt x="331" y="161"/>
                </a:lnTo>
                <a:lnTo>
                  <a:pt x="331" y="162"/>
                </a:lnTo>
                <a:lnTo>
                  <a:pt x="330" y="162"/>
                </a:lnTo>
                <a:lnTo>
                  <a:pt x="330" y="163"/>
                </a:lnTo>
                <a:lnTo>
                  <a:pt x="329" y="164"/>
                </a:lnTo>
                <a:lnTo>
                  <a:pt x="328" y="164"/>
                </a:lnTo>
                <a:lnTo>
                  <a:pt x="328" y="165"/>
                </a:lnTo>
                <a:lnTo>
                  <a:pt x="327" y="165"/>
                </a:lnTo>
                <a:lnTo>
                  <a:pt x="327" y="166"/>
                </a:lnTo>
                <a:lnTo>
                  <a:pt x="326" y="166"/>
                </a:lnTo>
                <a:lnTo>
                  <a:pt x="325" y="167"/>
                </a:lnTo>
                <a:lnTo>
                  <a:pt x="325" y="168"/>
                </a:lnTo>
                <a:lnTo>
                  <a:pt x="324" y="169"/>
                </a:lnTo>
                <a:lnTo>
                  <a:pt x="324" y="170"/>
                </a:lnTo>
                <a:lnTo>
                  <a:pt x="323" y="170"/>
                </a:lnTo>
                <a:lnTo>
                  <a:pt x="323" y="171"/>
                </a:lnTo>
                <a:lnTo>
                  <a:pt x="322" y="172"/>
                </a:lnTo>
                <a:lnTo>
                  <a:pt x="321" y="173"/>
                </a:lnTo>
                <a:lnTo>
                  <a:pt x="320" y="174"/>
                </a:lnTo>
                <a:lnTo>
                  <a:pt x="319" y="174"/>
                </a:lnTo>
                <a:lnTo>
                  <a:pt x="318" y="174"/>
                </a:lnTo>
                <a:lnTo>
                  <a:pt x="318" y="175"/>
                </a:lnTo>
                <a:lnTo>
                  <a:pt x="317" y="175"/>
                </a:lnTo>
                <a:lnTo>
                  <a:pt x="317" y="174"/>
                </a:lnTo>
                <a:lnTo>
                  <a:pt x="317" y="173"/>
                </a:lnTo>
                <a:lnTo>
                  <a:pt x="316" y="173"/>
                </a:lnTo>
                <a:lnTo>
                  <a:pt x="316" y="172"/>
                </a:lnTo>
                <a:lnTo>
                  <a:pt x="316" y="173"/>
                </a:lnTo>
                <a:lnTo>
                  <a:pt x="315" y="173"/>
                </a:lnTo>
                <a:lnTo>
                  <a:pt x="314" y="174"/>
                </a:lnTo>
                <a:lnTo>
                  <a:pt x="314" y="173"/>
                </a:lnTo>
                <a:lnTo>
                  <a:pt x="313" y="173"/>
                </a:lnTo>
                <a:lnTo>
                  <a:pt x="313" y="174"/>
                </a:lnTo>
                <a:lnTo>
                  <a:pt x="312" y="174"/>
                </a:lnTo>
                <a:lnTo>
                  <a:pt x="311" y="174"/>
                </a:lnTo>
                <a:lnTo>
                  <a:pt x="310" y="173"/>
                </a:lnTo>
                <a:lnTo>
                  <a:pt x="310" y="172"/>
                </a:lnTo>
                <a:lnTo>
                  <a:pt x="309" y="172"/>
                </a:lnTo>
                <a:lnTo>
                  <a:pt x="309" y="171"/>
                </a:lnTo>
                <a:lnTo>
                  <a:pt x="309" y="170"/>
                </a:lnTo>
                <a:lnTo>
                  <a:pt x="308" y="170"/>
                </a:lnTo>
                <a:lnTo>
                  <a:pt x="308" y="169"/>
                </a:lnTo>
                <a:lnTo>
                  <a:pt x="308" y="168"/>
                </a:lnTo>
                <a:lnTo>
                  <a:pt x="308" y="167"/>
                </a:lnTo>
                <a:lnTo>
                  <a:pt x="307" y="167"/>
                </a:lnTo>
                <a:lnTo>
                  <a:pt x="307" y="166"/>
                </a:lnTo>
                <a:lnTo>
                  <a:pt x="307" y="165"/>
                </a:lnTo>
                <a:lnTo>
                  <a:pt x="305" y="165"/>
                </a:lnTo>
                <a:lnTo>
                  <a:pt x="304" y="165"/>
                </a:lnTo>
                <a:lnTo>
                  <a:pt x="303" y="166"/>
                </a:lnTo>
                <a:lnTo>
                  <a:pt x="302" y="166"/>
                </a:lnTo>
                <a:lnTo>
                  <a:pt x="302" y="167"/>
                </a:lnTo>
                <a:lnTo>
                  <a:pt x="303" y="167"/>
                </a:lnTo>
                <a:lnTo>
                  <a:pt x="303" y="168"/>
                </a:lnTo>
                <a:lnTo>
                  <a:pt x="303" y="169"/>
                </a:lnTo>
                <a:lnTo>
                  <a:pt x="303" y="170"/>
                </a:lnTo>
                <a:lnTo>
                  <a:pt x="303" y="171"/>
                </a:lnTo>
                <a:lnTo>
                  <a:pt x="303" y="172"/>
                </a:lnTo>
                <a:lnTo>
                  <a:pt x="302" y="172"/>
                </a:lnTo>
                <a:lnTo>
                  <a:pt x="302" y="171"/>
                </a:lnTo>
                <a:lnTo>
                  <a:pt x="302" y="170"/>
                </a:lnTo>
                <a:lnTo>
                  <a:pt x="302" y="171"/>
                </a:lnTo>
                <a:lnTo>
                  <a:pt x="301" y="171"/>
                </a:lnTo>
                <a:lnTo>
                  <a:pt x="300" y="171"/>
                </a:lnTo>
                <a:lnTo>
                  <a:pt x="300" y="172"/>
                </a:lnTo>
                <a:lnTo>
                  <a:pt x="301" y="172"/>
                </a:lnTo>
                <a:lnTo>
                  <a:pt x="300" y="172"/>
                </a:lnTo>
                <a:lnTo>
                  <a:pt x="299" y="173"/>
                </a:lnTo>
                <a:lnTo>
                  <a:pt x="300" y="173"/>
                </a:lnTo>
                <a:lnTo>
                  <a:pt x="300" y="174"/>
                </a:lnTo>
                <a:lnTo>
                  <a:pt x="299" y="174"/>
                </a:lnTo>
                <a:lnTo>
                  <a:pt x="298" y="174"/>
                </a:lnTo>
                <a:lnTo>
                  <a:pt x="298" y="175"/>
                </a:lnTo>
                <a:lnTo>
                  <a:pt x="297" y="175"/>
                </a:lnTo>
                <a:lnTo>
                  <a:pt x="297" y="176"/>
                </a:lnTo>
                <a:lnTo>
                  <a:pt x="296" y="176"/>
                </a:lnTo>
                <a:lnTo>
                  <a:pt x="296" y="177"/>
                </a:lnTo>
                <a:lnTo>
                  <a:pt x="295" y="177"/>
                </a:lnTo>
                <a:lnTo>
                  <a:pt x="295" y="176"/>
                </a:lnTo>
                <a:lnTo>
                  <a:pt x="294" y="176"/>
                </a:lnTo>
                <a:lnTo>
                  <a:pt x="294" y="175"/>
                </a:lnTo>
                <a:lnTo>
                  <a:pt x="293" y="175"/>
                </a:lnTo>
                <a:lnTo>
                  <a:pt x="292" y="175"/>
                </a:lnTo>
                <a:lnTo>
                  <a:pt x="291" y="174"/>
                </a:lnTo>
                <a:lnTo>
                  <a:pt x="289" y="174"/>
                </a:lnTo>
                <a:lnTo>
                  <a:pt x="288" y="174"/>
                </a:lnTo>
                <a:lnTo>
                  <a:pt x="288" y="175"/>
                </a:lnTo>
                <a:lnTo>
                  <a:pt x="287" y="175"/>
                </a:lnTo>
                <a:lnTo>
                  <a:pt x="287" y="176"/>
                </a:lnTo>
                <a:lnTo>
                  <a:pt x="286" y="175"/>
                </a:lnTo>
                <a:lnTo>
                  <a:pt x="287" y="175"/>
                </a:lnTo>
                <a:lnTo>
                  <a:pt x="286" y="175"/>
                </a:lnTo>
                <a:lnTo>
                  <a:pt x="286" y="174"/>
                </a:lnTo>
                <a:lnTo>
                  <a:pt x="285" y="174"/>
                </a:lnTo>
                <a:lnTo>
                  <a:pt x="285" y="175"/>
                </a:lnTo>
                <a:lnTo>
                  <a:pt x="283" y="175"/>
                </a:lnTo>
                <a:lnTo>
                  <a:pt x="282" y="175"/>
                </a:lnTo>
                <a:lnTo>
                  <a:pt x="281" y="176"/>
                </a:lnTo>
                <a:lnTo>
                  <a:pt x="281" y="177"/>
                </a:lnTo>
                <a:lnTo>
                  <a:pt x="282" y="177"/>
                </a:lnTo>
                <a:lnTo>
                  <a:pt x="282" y="178"/>
                </a:lnTo>
                <a:lnTo>
                  <a:pt x="281" y="178"/>
                </a:lnTo>
                <a:lnTo>
                  <a:pt x="282" y="179"/>
                </a:lnTo>
                <a:lnTo>
                  <a:pt x="281" y="179"/>
                </a:lnTo>
                <a:lnTo>
                  <a:pt x="281" y="180"/>
                </a:lnTo>
                <a:lnTo>
                  <a:pt x="281" y="181"/>
                </a:lnTo>
                <a:lnTo>
                  <a:pt x="282" y="181"/>
                </a:lnTo>
                <a:lnTo>
                  <a:pt x="282" y="182"/>
                </a:lnTo>
                <a:lnTo>
                  <a:pt x="282" y="183"/>
                </a:lnTo>
                <a:lnTo>
                  <a:pt x="282" y="184"/>
                </a:lnTo>
                <a:lnTo>
                  <a:pt x="282" y="185"/>
                </a:lnTo>
                <a:lnTo>
                  <a:pt x="280" y="185"/>
                </a:lnTo>
                <a:lnTo>
                  <a:pt x="280" y="186"/>
                </a:lnTo>
                <a:lnTo>
                  <a:pt x="280" y="187"/>
                </a:lnTo>
                <a:lnTo>
                  <a:pt x="281" y="187"/>
                </a:lnTo>
                <a:lnTo>
                  <a:pt x="282" y="187"/>
                </a:lnTo>
                <a:lnTo>
                  <a:pt x="282" y="188"/>
                </a:lnTo>
                <a:lnTo>
                  <a:pt x="282" y="189"/>
                </a:lnTo>
                <a:lnTo>
                  <a:pt x="283" y="189"/>
                </a:lnTo>
                <a:lnTo>
                  <a:pt x="285" y="189"/>
                </a:lnTo>
                <a:lnTo>
                  <a:pt x="286" y="188"/>
                </a:lnTo>
                <a:lnTo>
                  <a:pt x="286" y="189"/>
                </a:lnTo>
                <a:lnTo>
                  <a:pt x="287" y="189"/>
                </a:lnTo>
                <a:lnTo>
                  <a:pt x="287" y="190"/>
                </a:lnTo>
                <a:lnTo>
                  <a:pt x="288" y="190"/>
                </a:lnTo>
                <a:lnTo>
                  <a:pt x="289" y="191"/>
                </a:lnTo>
                <a:lnTo>
                  <a:pt x="289" y="192"/>
                </a:lnTo>
                <a:lnTo>
                  <a:pt x="290" y="193"/>
                </a:lnTo>
                <a:lnTo>
                  <a:pt x="291" y="193"/>
                </a:lnTo>
                <a:lnTo>
                  <a:pt x="292" y="193"/>
                </a:lnTo>
                <a:lnTo>
                  <a:pt x="292" y="194"/>
                </a:lnTo>
                <a:lnTo>
                  <a:pt x="292" y="195"/>
                </a:lnTo>
                <a:lnTo>
                  <a:pt x="293" y="195"/>
                </a:lnTo>
                <a:lnTo>
                  <a:pt x="293" y="196"/>
                </a:lnTo>
                <a:lnTo>
                  <a:pt x="293" y="197"/>
                </a:lnTo>
                <a:lnTo>
                  <a:pt x="293" y="196"/>
                </a:lnTo>
                <a:lnTo>
                  <a:pt x="294" y="196"/>
                </a:lnTo>
                <a:lnTo>
                  <a:pt x="294" y="197"/>
                </a:lnTo>
                <a:lnTo>
                  <a:pt x="294" y="198"/>
                </a:lnTo>
                <a:lnTo>
                  <a:pt x="295" y="198"/>
                </a:lnTo>
                <a:lnTo>
                  <a:pt x="295" y="199"/>
                </a:lnTo>
                <a:lnTo>
                  <a:pt x="296" y="199"/>
                </a:lnTo>
                <a:lnTo>
                  <a:pt x="297" y="199"/>
                </a:lnTo>
                <a:lnTo>
                  <a:pt x="297" y="200"/>
                </a:lnTo>
                <a:lnTo>
                  <a:pt x="296" y="201"/>
                </a:lnTo>
                <a:lnTo>
                  <a:pt x="296" y="202"/>
                </a:lnTo>
                <a:lnTo>
                  <a:pt x="296" y="203"/>
                </a:lnTo>
                <a:lnTo>
                  <a:pt x="295" y="203"/>
                </a:lnTo>
                <a:lnTo>
                  <a:pt x="295" y="204"/>
                </a:lnTo>
                <a:lnTo>
                  <a:pt x="295" y="205"/>
                </a:lnTo>
                <a:lnTo>
                  <a:pt x="295" y="206"/>
                </a:lnTo>
                <a:lnTo>
                  <a:pt x="295" y="207"/>
                </a:lnTo>
                <a:lnTo>
                  <a:pt x="294" y="208"/>
                </a:lnTo>
                <a:lnTo>
                  <a:pt x="295" y="208"/>
                </a:lnTo>
                <a:lnTo>
                  <a:pt x="295" y="209"/>
                </a:lnTo>
                <a:lnTo>
                  <a:pt x="296" y="209"/>
                </a:lnTo>
                <a:lnTo>
                  <a:pt x="295" y="210"/>
                </a:lnTo>
                <a:lnTo>
                  <a:pt x="295" y="212"/>
                </a:lnTo>
                <a:lnTo>
                  <a:pt x="294" y="213"/>
                </a:lnTo>
                <a:lnTo>
                  <a:pt x="294" y="214"/>
                </a:lnTo>
                <a:lnTo>
                  <a:pt x="293" y="215"/>
                </a:lnTo>
                <a:lnTo>
                  <a:pt x="293" y="216"/>
                </a:lnTo>
                <a:lnTo>
                  <a:pt x="293" y="217"/>
                </a:lnTo>
                <a:lnTo>
                  <a:pt x="292" y="218"/>
                </a:lnTo>
                <a:lnTo>
                  <a:pt x="292" y="217"/>
                </a:lnTo>
                <a:lnTo>
                  <a:pt x="292" y="218"/>
                </a:lnTo>
                <a:lnTo>
                  <a:pt x="291" y="219"/>
                </a:lnTo>
                <a:lnTo>
                  <a:pt x="291" y="220"/>
                </a:lnTo>
                <a:lnTo>
                  <a:pt x="291" y="219"/>
                </a:lnTo>
                <a:lnTo>
                  <a:pt x="292" y="219"/>
                </a:lnTo>
                <a:lnTo>
                  <a:pt x="293" y="219"/>
                </a:lnTo>
                <a:lnTo>
                  <a:pt x="293" y="220"/>
                </a:lnTo>
                <a:lnTo>
                  <a:pt x="292" y="221"/>
                </a:lnTo>
                <a:lnTo>
                  <a:pt x="292" y="222"/>
                </a:lnTo>
                <a:lnTo>
                  <a:pt x="292" y="224"/>
                </a:lnTo>
                <a:lnTo>
                  <a:pt x="292" y="225"/>
                </a:lnTo>
                <a:lnTo>
                  <a:pt x="293" y="225"/>
                </a:lnTo>
                <a:lnTo>
                  <a:pt x="294" y="225"/>
                </a:lnTo>
                <a:lnTo>
                  <a:pt x="294" y="226"/>
                </a:lnTo>
                <a:lnTo>
                  <a:pt x="294" y="227"/>
                </a:lnTo>
                <a:lnTo>
                  <a:pt x="294" y="226"/>
                </a:lnTo>
                <a:lnTo>
                  <a:pt x="293" y="226"/>
                </a:lnTo>
                <a:lnTo>
                  <a:pt x="293" y="227"/>
                </a:lnTo>
                <a:lnTo>
                  <a:pt x="293" y="228"/>
                </a:lnTo>
                <a:lnTo>
                  <a:pt x="293" y="229"/>
                </a:lnTo>
                <a:lnTo>
                  <a:pt x="292" y="229"/>
                </a:lnTo>
                <a:lnTo>
                  <a:pt x="292" y="230"/>
                </a:lnTo>
                <a:lnTo>
                  <a:pt x="292" y="231"/>
                </a:lnTo>
                <a:lnTo>
                  <a:pt x="292" y="232"/>
                </a:lnTo>
                <a:lnTo>
                  <a:pt x="291" y="232"/>
                </a:lnTo>
                <a:lnTo>
                  <a:pt x="291" y="233"/>
                </a:lnTo>
                <a:lnTo>
                  <a:pt x="292" y="233"/>
                </a:lnTo>
                <a:lnTo>
                  <a:pt x="292" y="234"/>
                </a:lnTo>
                <a:lnTo>
                  <a:pt x="292" y="235"/>
                </a:lnTo>
                <a:lnTo>
                  <a:pt x="292" y="236"/>
                </a:lnTo>
                <a:lnTo>
                  <a:pt x="291" y="236"/>
                </a:lnTo>
                <a:lnTo>
                  <a:pt x="291" y="237"/>
                </a:lnTo>
                <a:lnTo>
                  <a:pt x="291" y="238"/>
                </a:lnTo>
                <a:lnTo>
                  <a:pt x="292" y="238"/>
                </a:lnTo>
                <a:lnTo>
                  <a:pt x="292" y="239"/>
                </a:lnTo>
                <a:lnTo>
                  <a:pt x="291" y="239"/>
                </a:lnTo>
                <a:lnTo>
                  <a:pt x="291" y="238"/>
                </a:lnTo>
                <a:lnTo>
                  <a:pt x="290" y="237"/>
                </a:lnTo>
                <a:lnTo>
                  <a:pt x="290" y="238"/>
                </a:lnTo>
                <a:lnTo>
                  <a:pt x="289" y="238"/>
                </a:lnTo>
                <a:lnTo>
                  <a:pt x="289" y="239"/>
                </a:lnTo>
                <a:lnTo>
                  <a:pt x="289" y="238"/>
                </a:lnTo>
                <a:lnTo>
                  <a:pt x="288" y="238"/>
                </a:lnTo>
                <a:lnTo>
                  <a:pt x="288" y="239"/>
                </a:lnTo>
                <a:lnTo>
                  <a:pt x="287" y="239"/>
                </a:lnTo>
                <a:lnTo>
                  <a:pt x="286" y="239"/>
                </a:lnTo>
                <a:lnTo>
                  <a:pt x="286" y="238"/>
                </a:lnTo>
                <a:lnTo>
                  <a:pt x="285" y="238"/>
                </a:lnTo>
                <a:lnTo>
                  <a:pt x="283" y="238"/>
                </a:lnTo>
                <a:lnTo>
                  <a:pt x="283" y="237"/>
                </a:lnTo>
                <a:lnTo>
                  <a:pt x="282" y="237"/>
                </a:lnTo>
                <a:lnTo>
                  <a:pt x="282" y="238"/>
                </a:lnTo>
                <a:lnTo>
                  <a:pt x="281" y="239"/>
                </a:lnTo>
                <a:lnTo>
                  <a:pt x="280" y="240"/>
                </a:lnTo>
                <a:lnTo>
                  <a:pt x="279" y="239"/>
                </a:lnTo>
                <a:lnTo>
                  <a:pt x="278" y="240"/>
                </a:lnTo>
                <a:lnTo>
                  <a:pt x="277" y="241"/>
                </a:lnTo>
                <a:lnTo>
                  <a:pt x="277" y="242"/>
                </a:lnTo>
                <a:lnTo>
                  <a:pt x="277" y="243"/>
                </a:lnTo>
                <a:lnTo>
                  <a:pt x="277" y="244"/>
                </a:lnTo>
                <a:lnTo>
                  <a:pt x="278" y="244"/>
                </a:lnTo>
                <a:lnTo>
                  <a:pt x="279" y="244"/>
                </a:lnTo>
                <a:lnTo>
                  <a:pt x="279" y="243"/>
                </a:lnTo>
                <a:lnTo>
                  <a:pt x="279" y="242"/>
                </a:lnTo>
                <a:lnTo>
                  <a:pt x="280" y="242"/>
                </a:lnTo>
                <a:lnTo>
                  <a:pt x="280" y="243"/>
                </a:lnTo>
                <a:lnTo>
                  <a:pt x="281" y="244"/>
                </a:lnTo>
                <a:lnTo>
                  <a:pt x="282" y="244"/>
                </a:lnTo>
                <a:lnTo>
                  <a:pt x="282" y="245"/>
                </a:lnTo>
                <a:lnTo>
                  <a:pt x="281" y="246"/>
                </a:lnTo>
                <a:lnTo>
                  <a:pt x="281" y="247"/>
                </a:lnTo>
                <a:lnTo>
                  <a:pt x="281" y="248"/>
                </a:lnTo>
                <a:lnTo>
                  <a:pt x="282" y="248"/>
                </a:lnTo>
                <a:lnTo>
                  <a:pt x="283" y="248"/>
                </a:lnTo>
                <a:lnTo>
                  <a:pt x="285" y="248"/>
                </a:lnTo>
                <a:lnTo>
                  <a:pt x="285" y="249"/>
                </a:lnTo>
                <a:lnTo>
                  <a:pt x="285" y="250"/>
                </a:lnTo>
                <a:lnTo>
                  <a:pt x="283" y="250"/>
                </a:lnTo>
                <a:lnTo>
                  <a:pt x="283" y="251"/>
                </a:lnTo>
                <a:lnTo>
                  <a:pt x="283" y="252"/>
                </a:lnTo>
                <a:lnTo>
                  <a:pt x="286" y="252"/>
                </a:lnTo>
                <a:lnTo>
                  <a:pt x="287" y="252"/>
                </a:lnTo>
                <a:lnTo>
                  <a:pt x="287" y="253"/>
                </a:lnTo>
                <a:lnTo>
                  <a:pt x="288" y="253"/>
                </a:lnTo>
                <a:lnTo>
                  <a:pt x="288" y="254"/>
                </a:lnTo>
                <a:lnTo>
                  <a:pt x="289" y="254"/>
                </a:lnTo>
                <a:lnTo>
                  <a:pt x="290" y="255"/>
                </a:lnTo>
                <a:lnTo>
                  <a:pt x="290" y="254"/>
                </a:lnTo>
                <a:lnTo>
                  <a:pt x="291" y="254"/>
                </a:lnTo>
                <a:lnTo>
                  <a:pt x="291" y="253"/>
                </a:lnTo>
                <a:lnTo>
                  <a:pt x="290" y="253"/>
                </a:lnTo>
                <a:lnTo>
                  <a:pt x="290" y="252"/>
                </a:lnTo>
                <a:lnTo>
                  <a:pt x="291" y="252"/>
                </a:lnTo>
                <a:lnTo>
                  <a:pt x="292" y="252"/>
                </a:lnTo>
                <a:lnTo>
                  <a:pt x="293" y="252"/>
                </a:lnTo>
                <a:lnTo>
                  <a:pt x="293" y="251"/>
                </a:lnTo>
                <a:lnTo>
                  <a:pt x="294" y="252"/>
                </a:lnTo>
                <a:lnTo>
                  <a:pt x="294" y="251"/>
                </a:lnTo>
                <a:lnTo>
                  <a:pt x="294" y="250"/>
                </a:lnTo>
                <a:lnTo>
                  <a:pt x="293" y="250"/>
                </a:lnTo>
                <a:lnTo>
                  <a:pt x="292" y="250"/>
                </a:lnTo>
                <a:lnTo>
                  <a:pt x="292" y="249"/>
                </a:lnTo>
                <a:lnTo>
                  <a:pt x="292" y="248"/>
                </a:lnTo>
                <a:lnTo>
                  <a:pt x="293" y="247"/>
                </a:lnTo>
                <a:lnTo>
                  <a:pt x="293" y="246"/>
                </a:lnTo>
                <a:lnTo>
                  <a:pt x="294" y="245"/>
                </a:lnTo>
                <a:lnTo>
                  <a:pt x="294" y="244"/>
                </a:lnTo>
                <a:lnTo>
                  <a:pt x="295" y="244"/>
                </a:lnTo>
                <a:lnTo>
                  <a:pt x="296" y="244"/>
                </a:lnTo>
                <a:lnTo>
                  <a:pt x="296" y="243"/>
                </a:lnTo>
                <a:lnTo>
                  <a:pt x="297" y="242"/>
                </a:lnTo>
                <a:lnTo>
                  <a:pt x="297" y="241"/>
                </a:lnTo>
                <a:lnTo>
                  <a:pt x="298" y="240"/>
                </a:lnTo>
                <a:lnTo>
                  <a:pt x="298" y="239"/>
                </a:lnTo>
                <a:lnTo>
                  <a:pt x="299" y="239"/>
                </a:lnTo>
                <a:lnTo>
                  <a:pt x="300" y="239"/>
                </a:lnTo>
                <a:lnTo>
                  <a:pt x="301" y="239"/>
                </a:lnTo>
                <a:lnTo>
                  <a:pt x="302" y="239"/>
                </a:lnTo>
                <a:lnTo>
                  <a:pt x="302" y="240"/>
                </a:lnTo>
                <a:lnTo>
                  <a:pt x="303" y="240"/>
                </a:lnTo>
                <a:lnTo>
                  <a:pt x="304" y="240"/>
                </a:lnTo>
                <a:lnTo>
                  <a:pt x="304" y="241"/>
                </a:lnTo>
                <a:lnTo>
                  <a:pt x="305" y="241"/>
                </a:lnTo>
                <a:lnTo>
                  <a:pt x="305" y="242"/>
                </a:lnTo>
                <a:lnTo>
                  <a:pt x="305" y="243"/>
                </a:lnTo>
                <a:lnTo>
                  <a:pt x="305" y="242"/>
                </a:lnTo>
                <a:lnTo>
                  <a:pt x="305" y="243"/>
                </a:lnTo>
                <a:lnTo>
                  <a:pt x="304" y="244"/>
                </a:lnTo>
                <a:lnTo>
                  <a:pt x="304" y="243"/>
                </a:lnTo>
                <a:lnTo>
                  <a:pt x="304" y="244"/>
                </a:lnTo>
                <a:lnTo>
                  <a:pt x="305" y="244"/>
                </a:lnTo>
                <a:lnTo>
                  <a:pt x="305" y="245"/>
                </a:lnTo>
                <a:lnTo>
                  <a:pt x="306" y="245"/>
                </a:lnTo>
                <a:lnTo>
                  <a:pt x="306" y="246"/>
                </a:lnTo>
                <a:lnTo>
                  <a:pt x="306" y="247"/>
                </a:lnTo>
                <a:lnTo>
                  <a:pt x="306" y="248"/>
                </a:lnTo>
                <a:lnTo>
                  <a:pt x="306" y="249"/>
                </a:lnTo>
                <a:lnTo>
                  <a:pt x="306" y="250"/>
                </a:lnTo>
                <a:lnTo>
                  <a:pt x="306" y="251"/>
                </a:lnTo>
                <a:lnTo>
                  <a:pt x="306" y="252"/>
                </a:lnTo>
                <a:lnTo>
                  <a:pt x="306" y="253"/>
                </a:lnTo>
                <a:lnTo>
                  <a:pt x="306" y="254"/>
                </a:lnTo>
                <a:lnTo>
                  <a:pt x="307" y="255"/>
                </a:lnTo>
                <a:lnTo>
                  <a:pt x="308" y="255"/>
                </a:lnTo>
                <a:lnTo>
                  <a:pt x="308" y="256"/>
                </a:lnTo>
                <a:lnTo>
                  <a:pt x="307" y="256"/>
                </a:lnTo>
                <a:lnTo>
                  <a:pt x="306" y="256"/>
                </a:lnTo>
                <a:lnTo>
                  <a:pt x="307" y="256"/>
                </a:lnTo>
                <a:lnTo>
                  <a:pt x="308" y="256"/>
                </a:lnTo>
                <a:lnTo>
                  <a:pt x="309" y="256"/>
                </a:lnTo>
                <a:lnTo>
                  <a:pt x="309" y="257"/>
                </a:lnTo>
                <a:lnTo>
                  <a:pt x="308" y="257"/>
                </a:lnTo>
                <a:lnTo>
                  <a:pt x="309" y="258"/>
                </a:lnTo>
                <a:lnTo>
                  <a:pt x="310" y="258"/>
                </a:lnTo>
                <a:lnTo>
                  <a:pt x="311" y="258"/>
                </a:lnTo>
                <a:lnTo>
                  <a:pt x="311" y="259"/>
                </a:lnTo>
                <a:lnTo>
                  <a:pt x="312" y="260"/>
                </a:lnTo>
                <a:lnTo>
                  <a:pt x="312" y="261"/>
                </a:lnTo>
                <a:lnTo>
                  <a:pt x="313" y="261"/>
                </a:lnTo>
                <a:lnTo>
                  <a:pt x="313" y="262"/>
                </a:lnTo>
                <a:lnTo>
                  <a:pt x="314" y="262"/>
                </a:lnTo>
                <a:lnTo>
                  <a:pt x="314" y="260"/>
                </a:lnTo>
                <a:lnTo>
                  <a:pt x="313" y="260"/>
                </a:lnTo>
                <a:lnTo>
                  <a:pt x="314" y="259"/>
                </a:lnTo>
                <a:lnTo>
                  <a:pt x="314" y="260"/>
                </a:lnTo>
                <a:lnTo>
                  <a:pt x="314" y="261"/>
                </a:lnTo>
                <a:lnTo>
                  <a:pt x="315" y="261"/>
                </a:lnTo>
                <a:lnTo>
                  <a:pt x="316" y="260"/>
                </a:lnTo>
                <a:lnTo>
                  <a:pt x="315" y="260"/>
                </a:lnTo>
                <a:lnTo>
                  <a:pt x="314" y="260"/>
                </a:lnTo>
                <a:lnTo>
                  <a:pt x="314" y="259"/>
                </a:lnTo>
                <a:lnTo>
                  <a:pt x="315" y="259"/>
                </a:lnTo>
                <a:lnTo>
                  <a:pt x="315" y="258"/>
                </a:lnTo>
                <a:lnTo>
                  <a:pt x="314" y="257"/>
                </a:lnTo>
                <a:lnTo>
                  <a:pt x="313" y="257"/>
                </a:lnTo>
                <a:lnTo>
                  <a:pt x="313" y="258"/>
                </a:lnTo>
                <a:lnTo>
                  <a:pt x="313" y="257"/>
                </a:lnTo>
                <a:lnTo>
                  <a:pt x="312" y="257"/>
                </a:lnTo>
                <a:lnTo>
                  <a:pt x="313" y="257"/>
                </a:lnTo>
                <a:lnTo>
                  <a:pt x="313" y="256"/>
                </a:lnTo>
                <a:lnTo>
                  <a:pt x="314" y="256"/>
                </a:lnTo>
                <a:lnTo>
                  <a:pt x="315" y="256"/>
                </a:lnTo>
                <a:lnTo>
                  <a:pt x="316" y="256"/>
                </a:lnTo>
                <a:lnTo>
                  <a:pt x="316" y="257"/>
                </a:lnTo>
                <a:lnTo>
                  <a:pt x="316" y="258"/>
                </a:lnTo>
                <a:lnTo>
                  <a:pt x="315" y="258"/>
                </a:lnTo>
                <a:lnTo>
                  <a:pt x="316" y="259"/>
                </a:lnTo>
                <a:lnTo>
                  <a:pt x="317" y="260"/>
                </a:lnTo>
                <a:lnTo>
                  <a:pt x="316" y="260"/>
                </a:lnTo>
                <a:lnTo>
                  <a:pt x="316" y="261"/>
                </a:lnTo>
                <a:lnTo>
                  <a:pt x="315" y="261"/>
                </a:lnTo>
                <a:lnTo>
                  <a:pt x="315" y="262"/>
                </a:lnTo>
                <a:lnTo>
                  <a:pt x="316" y="262"/>
                </a:lnTo>
                <a:lnTo>
                  <a:pt x="317" y="262"/>
                </a:lnTo>
                <a:lnTo>
                  <a:pt x="318" y="262"/>
                </a:lnTo>
                <a:lnTo>
                  <a:pt x="318" y="263"/>
                </a:lnTo>
                <a:lnTo>
                  <a:pt x="319" y="263"/>
                </a:lnTo>
                <a:lnTo>
                  <a:pt x="319" y="262"/>
                </a:lnTo>
                <a:lnTo>
                  <a:pt x="318" y="261"/>
                </a:lnTo>
                <a:lnTo>
                  <a:pt x="319" y="261"/>
                </a:lnTo>
                <a:lnTo>
                  <a:pt x="319" y="260"/>
                </a:lnTo>
                <a:lnTo>
                  <a:pt x="319" y="259"/>
                </a:lnTo>
                <a:lnTo>
                  <a:pt x="320" y="259"/>
                </a:lnTo>
                <a:lnTo>
                  <a:pt x="319" y="260"/>
                </a:lnTo>
                <a:lnTo>
                  <a:pt x="319" y="261"/>
                </a:lnTo>
                <a:lnTo>
                  <a:pt x="320" y="261"/>
                </a:lnTo>
                <a:lnTo>
                  <a:pt x="320" y="260"/>
                </a:lnTo>
                <a:lnTo>
                  <a:pt x="321" y="260"/>
                </a:lnTo>
                <a:lnTo>
                  <a:pt x="321" y="261"/>
                </a:lnTo>
                <a:lnTo>
                  <a:pt x="322" y="262"/>
                </a:lnTo>
                <a:lnTo>
                  <a:pt x="323" y="262"/>
                </a:lnTo>
                <a:lnTo>
                  <a:pt x="323" y="261"/>
                </a:lnTo>
                <a:lnTo>
                  <a:pt x="323" y="262"/>
                </a:lnTo>
                <a:lnTo>
                  <a:pt x="324" y="262"/>
                </a:lnTo>
                <a:lnTo>
                  <a:pt x="325" y="263"/>
                </a:lnTo>
                <a:lnTo>
                  <a:pt x="324" y="264"/>
                </a:lnTo>
                <a:lnTo>
                  <a:pt x="324" y="265"/>
                </a:lnTo>
                <a:lnTo>
                  <a:pt x="323" y="265"/>
                </a:lnTo>
                <a:lnTo>
                  <a:pt x="324" y="265"/>
                </a:lnTo>
                <a:lnTo>
                  <a:pt x="324" y="266"/>
                </a:lnTo>
                <a:lnTo>
                  <a:pt x="323" y="266"/>
                </a:lnTo>
                <a:lnTo>
                  <a:pt x="323" y="265"/>
                </a:lnTo>
                <a:lnTo>
                  <a:pt x="323" y="266"/>
                </a:lnTo>
                <a:lnTo>
                  <a:pt x="324" y="267"/>
                </a:lnTo>
                <a:lnTo>
                  <a:pt x="325" y="267"/>
                </a:lnTo>
                <a:lnTo>
                  <a:pt x="325" y="266"/>
                </a:lnTo>
                <a:lnTo>
                  <a:pt x="326" y="266"/>
                </a:lnTo>
                <a:lnTo>
                  <a:pt x="325" y="266"/>
                </a:lnTo>
                <a:lnTo>
                  <a:pt x="326" y="266"/>
                </a:lnTo>
                <a:lnTo>
                  <a:pt x="326" y="267"/>
                </a:lnTo>
                <a:lnTo>
                  <a:pt x="326" y="268"/>
                </a:lnTo>
                <a:lnTo>
                  <a:pt x="327" y="268"/>
                </a:lnTo>
                <a:lnTo>
                  <a:pt x="327" y="269"/>
                </a:lnTo>
                <a:lnTo>
                  <a:pt x="326" y="270"/>
                </a:lnTo>
                <a:lnTo>
                  <a:pt x="325" y="270"/>
                </a:lnTo>
                <a:lnTo>
                  <a:pt x="324" y="271"/>
                </a:lnTo>
                <a:lnTo>
                  <a:pt x="324" y="272"/>
                </a:lnTo>
                <a:lnTo>
                  <a:pt x="324" y="273"/>
                </a:lnTo>
                <a:lnTo>
                  <a:pt x="325" y="273"/>
                </a:lnTo>
                <a:lnTo>
                  <a:pt x="325" y="274"/>
                </a:lnTo>
                <a:lnTo>
                  <a:pt x="324" y="274"/>
                </a:lnTo>
                <a:lnTo>
                  <a:pt x="325" y="274"/>
                </a:lnTo>
                <a:lnTo>
                  <a:pt x="325" y="275"/>
                </a:lnTo>
                <a:lnTo>
                  <a:pt x="324" y="275"/>
                </a:lnTo>
                <a:lnTo>
                  <a:pt x="324" y="276"/>
                </a:lnTo>
                <a:lnTo>
                  <a:pt x="325" y="276"/>
                </a:lnTo>
                <a:lnTo>
                  <a:pt x="324" y="277"/>
                </a:lnTo>
                <a:lnTo>
                  <a:pt x="323" y="277"/>
                </a:lnTo>
                <a:lnTo>
                  <a:pt x="323" y="278"/>
                </a:lnTo>
                <a:lnTo>
                  <a:pt x="323" y="279"/>
                </a:lnTo>
                <a:lnTo>
                  <a:pt x="323" y="280"/>
                </a:lnTo>
                <a:lnTo>
                  <a:pt x="323" y="281"/>
                </a:lnTo>
                <a:lnTo>
                  <a:pt x="324" y="281"/>
                </a:lnTo>
                <a:lnTo>
                  <a:pt x="324" y="282"/>
                </a:lnTo>
                <a:lnTo>
                  <a:pt x="325" y="283"/>
                </a:lnTo>
                <a:lnTo>
                  <a:pt x="325" y="282"/>
                </a:lnTo>
                <a:lnTo>
                  <a:pt x="326" y="282"/>
                </a:lnTo>
                <a:lnTo>
                  <a:pt x="326" y="283"/>
                </a:lnTo>
                <a:lnTo>
                  <a:pt x="327" y="283"/>
                </a:lnTo>
                <a:lnTo>
                  <a:pt x="328" y="283"/>
                </a:lnTo>
                <a:lnTo>
                  <a:pt x="329" y="283"/>
                </a:lnTo>
                <a:lnTo>
                  <a:pt x="329" y="284"/>
                </a:lnTo>
                <a:lnTo>
                  <a:pt x="330" y="285"/>
                </a:lnTo>
                <a:lnTo>
                  <a:pt x="329" y="285"/>
                </a:lnTo>
                <a:lnTo>
                  <a:pt x="329" y="286"/>
                </a:lnTo>
                <a:lnTo>
                  <a:pt x="329" y="287"/>
                </a:lnTo>
                <a:lnTo>
                  <a:pt x="329" y="288"/>
                </a:lnTo>
                <a:lnTo>
                  <a:pt x="328" y="288"/>
                </a:lnTo>
                <a:lnTo>
                  <a:pt x="328" y="289"/>
                </a:lnTo>
                <a:lnTo>
                  <a:pt x="329" y="290"/>
                </a:lnTo>
                <a:lnTo>
                  <a:pt x="328" y="290"/>
                </a:lnTo>
                <a:lnTo>
                  <a:pt x="328" y="291"/>
                </a:lnTo>
                <a:lnTo>
                  <a:pt x="328" y="292"/>
                </a:lnTo>
                <a:lnTo>
                  <a:pt x="328" y="293"/>
                </a:lnTo>
                <a:lnTo>
                  <a:pt x="327" y="293"/>
                </a:lnTo>
                <a:lnTo>
                  <a:pt x="327" y="294"/>
                </a:lnTo>
                <a:lnTo>
                  <a:pt x="328" y="294"/>
                </a:lnTo>
                <a:lnTo>
                  <a:pt x="329" y="294"/>
                </a:lnTo>
                <a:lnTo>
                  <a:pt x="330" y="293"/>
                </a:lnTo>
                <a:lnTo>
                  <a:pt x="331" y="293"/>
                </a:lnTo>
                <a:lnTo>
                  <a:pt x="331" y="294"/>
                </a:lnTo>
                <a:lnTo>
                  <a:pt x="332" y="294"/>
                </a:lnTo>
                <a:lnTo>
                  <a:pt x="333" y="293"/>
                </a:lnTo>
                <a:lnTo>
                  <a:pt x="334" y="293"/>
                </a:lnTo>
                <a:lnTo>
                  <a:pt x="334" y="292"/>
                </a:lnTo>
                <a:lnTo>
                  <a:pt x="334" y="291"/>
                </a:lnTo>
                <a:lnTo>
                  <a:pt x="333" y="291"/>
                </a:lnTo>
                <a:lnTo>
                  <a:pt x="334" y="291"/>
                </a:lnTo>
                <a:lnTo>
                  <a:pt x="335" y="290"/>
                </a:lnTo>
                <a:lnTo>
                  <a:pt x="335" y="291"/>
                </a:lnTo>
                <a:lnTo>
                  <a:pt x="336" y="290"/>
                </a:lnTo>
                <a:lnTo>
                  <a:pt x="338" y="290"/>
                </a:lnTo>
                <a:lnTo>
                  <a:pt x="338" y="289"/>
                </a:lnTo>
                <a:lnTo>
                  <a:pt x="337" y="289"/>
                </a:lnTo>
                <a:lnTo>
                  <a:pt x="337" y="288"/>
                </a:lnTo>
                <a:lnTo>
                  <a:pt x="338" y="288"/>
                </a:lnTo>
                <a:lnTo>
                  <a:pt x="339" y="287"/>
                </a:lnTo>
                <a:lnTo>
                  <a:pt x="339" y="286"/>
                </a:lnTo>
                <a:lnTo>
                  <a:pt x="340" y="286"/>
                </a:lnTo>
                <a:lnTo>
                  <a:pt x="341" y="287"/>
                </a:lnTo>
                <a:lnTo>
                  <a:pt x="342" y="287"/>
                </a:lnTo>
                <a:lnTo>
                  <a:pt x="342" y="288"/>
                </a:lnTo>
                <a:lnTo>
                  <a:pt x="343" y="289"/>
                </a:lnTo>
                <a:lnTo>
                  <a:pt x="344" y="289"/>
                </a:lnTo>
                <a:lnTo>
                  <a:pt x="344" y="290"/>
                </a:lnTo>
                <a:lnTo>
                  <a:pt x="345" y="290"/>
                </a:lnTo>
                <a:lnTo>
                  <a:pt x="345" y="291"/>
                </a:lnTo>
                <a:lnTo>
                  <a:pt x="345" y="292"/>
                </a:lnTo>
                <a:lnTo>
                  <a:pt x="345" y="293"/>
                </a:lnTo>
                <a:lnTo>
                  <a:pt x="345" y="294"/>
                </a:lnTo>
                <a:lnTo>
                  <a:pt x="344" y="295"/>
                </a:lnTo>
                <a:lnTo>
                  <a:pt x="345" y="295"/>
                </a:lnTo>
                <a:lnTo>
                  <a:pt x="345" y="296"/>
                </a:lnTo>
                <a:lnTo>
                  <a:pt x="344" y="297"/>
                </a:lnTo>
                <a:lnTo>
                  <a:pt x="344" y="298"/>
                </a:lnTo>
                <a:lnTo>
                  <a:pt x="345" y="298"/>
                </a:lnTo>
                <a:lnTo>
                  <a:pt x="346" y="298"/>
                </a:lnTo>
                <a:lnTo>
                  <a:pt x="346" y="299"/>
                </a:lnTo>
                <a:lnTo>
                  <a:pt x="347" y="299"/>
                </a:lnTo>
                <a:lnTo>
                  <a:pt x="347" y="300"/>
                </a:lnTo>
                <a:lnTo>
                  <a:pt x="347" y="301"/>
                </a:lnTo>
                <a:lnTo>
                  <a:pt x="346" y="302"/>
                </a:lnTo>
                <a:lnTo>
                  <a:pt x="345" y="303"/>
                </a:lnTo>
                <a:lnTo>
                  <a:pt x="346" y="303"/>
                </a:lnTo>
                <a:lnTo>
                  <a:pt x="345" y="304"/>
                </a:lnTo>
                <a:lnTo>
                  <a:pt x="345" y="305"/>
                </a:lnTo>
                <a:lnTo>
                  <a:pt x="345" y="306"/>
                </a:lnTo>
                <a:lnTo>
                  <a:pt x="345" y="307"/>
                </a:lnTo>
                <a:lnTo>
                  <a:pt x="346" y="307"/>
                </a:lnTo>
                <a:lnTo>
                  <a:pt x="346" y="308"/>
                </a:lnTo>
                <a:lnTo>
                  <a:pt x="347" y="309"/>
                </a:lnTo>
                <a:lnTo>
                  <a:pt x="347" y="310"/>
                </a:lnTo>
                <a:lnTo>
                  <a:pt x="348" y="310"/>
                </a:lnTo>
                <a:lnTo>
                  <a:pt x="349" y="310"/>
                </a:lnTo>
                <a:lnTo>
                  <a:pt x="349" y="309"/>
                </a:lnTo>
                <a:lnTo>
                  <a:pt x="350" y="309"/>
                </a:lnTo>
                <a:lnTo>
                  <a:pt x="351" y="310"/>
                </a:lnTo>
                <a:lnTo>
                  <a:pt x="352" y="310"/>
                </a:lnTo>
                <a:lnTo>
                  <a:pt x="352" y="311"/>
                </a:lnTo>
                <a:lnTo>
                  <a:pt x="353" y="311"/>
                </a:lnTo>
                <a:lnTo>
                  <a:pt x="353" y="312"/>
                </a:lnTo>
                <a:lnTo>
                  <a:pt x="354" y="312"/>
                </a:lnTo>
                <a:lnTo>
                  <a:pt x="355" y="312"/>
                </a:lnTo>
                <a:lnTo>
                  <a:pt x="355" y="313"/>
                </a:lnTo>
                <a:lnTo>
                  <a:pt x="355" y="314"/>
                </a:lnTo>
                <a:lnTo>
                  <a:pt x="355" y="315"/>
                </a:lnTo>
                <a:lnTo>
                  <a:pt x="356" y="315"/>
                </a:lnTo>
                <a:lnTo>
                  <a:pt x="355" y="315"/>
                </a:lnTo>
                <a:lnTo>
                  <a:pt x="355" y="316"/>
                </a:lnTo>
                <a:lnTo>
                  <a:pt x="355" y="317"/>
                </a:lnTo>
                <a:lnTo>
                  <a:pt x="356" y="317"/>
                </a:lnTo>
                <a:lnTo>
                  <a:pt x="356" y="318"/>
                </a:lnTo>
                <a:lnTo>
                  <a:pt x="357" y="319"/>
                </a:lnTo>
                <a:lnTo>
                  <a:pt x="357" y="318"/>
                </a:lnTo>
                <a:lnTo>
                  <a:pt x="358" y="318"/>
                </a:lnTo>
                <a:lnTo>
                  <a:pt x="358" y="319"/>
                </a:lnTo>
                <a:lnTo>
                  <a:pt x="359" y="319"/>
                </a:lnTo>
                <a:lnTo>
                  <a:pt x="360" y="319"/>
                </a:lnTo>
                <a:lnTo>
                  <a:pt x="360" y="320"/>
                </a:lnTo>
                <a:lnTo>
                  <a:pt x="361" y="320"/>
                </a:lnTo>
                <a:lnTo>
                  <a:pt x="362" y="320"/>
                </a:lnTo>
                <a:lnTo>
                  <a:pt x="363" y="320"/>
                </a:lnTo>
                <a:lnTo>
                  <a:pt x="363" y="321"/>
                </a:lnTo>
                <a:lnTo>
                  <a:pt x="363" y="322"/>
                </a:lnTo>
                <a:lnTo>
                  <a:pt x="364" y="323"/>
                </a:lnTo>
                <a:lnTo>
                  <a:pt x="363" y="323"/>
                </a:lnTo>
                <a:lnTo>
                  <a:pt x="363" y="324"/>
                </a:lnTo>
                <a:lnTo>
                  <a:pt x="362" y="325"/>
                </a:lnTo>
                <a:lnTo>
                  <a:pt x="361" y="325"/>
                </a:lnTo>
                <a:lnTo>
                  <a:pt x="361" y="326"/>
                </a:lnTo>
                <a:lnTo>
                  <a:pt x="361" y="327"/>
                </a:lnTo>
                <a:lnTo>
                  <a:pt x="361" y="328"/>
                </a:lnTo>
                <a:lnTo>
                  <a:pt x="361" y="329"/>
                </a:lnTo>
                <a:lnTo>
                  <a:pt x="361" y="330"/>
                </a:lnTo>
                <a:lnTo>
                  <a:pt x="360" y="330"/>
                </a:lnTo>
                <a:lnTo>
                  <a:pt x="359" y="330"/>
                </a:lnTo>
                <a:lnTo>
                  <a:pt x="359" y="331"/>
                </a:lnTo>
                <a:lnTo>
                  <a:pt x="358" y="332"/>
                </a:lnTo>
                <a:lnTo>
                  <a:pt x="358" y="334"/>
                </a:lnTo>
                <a:lnTo>
                  <a:pt x="358" y="335"/>
                </a:lnTo>
                <a:lnTo>
                  <a:pt x="358" y="337"/>
                </a:lnTo>
                <a:lnTo>
                  <a:pt x="357" y="337"/>
                </a:lnTo>
                <a:lnTo>
                  <a:pt x="357" y="338"/>
                </a:lnTo>
                <a:lnTo>
                  <a:pt x="356" y="339"/>
                </a:lnTo>
                <a:lnTo>
                  <a:pt x="356" y="341"/>
                </a:lnTo>
                <a:lnTo>
                  <a:pt x="356" y="342"/>
                </a:lnTo>
                <a:lnTo>
                  <a:pt x="357" y="342"/>
                </a:lnTo>
                <a:lnTo>
                  <a:pt x="356" y="343"/>
                </a:lnTo>
                <a:lnTo>
                  <a:pt x="357" y="344"/>
                </a:lnTo>
                <a:lnTo>
                  <a:pt x="356" y="345"/>
                </a:lnTo>
                <a:lnTo>
                  <a:pt x="357" y="346"/>
                </a:lnTo>
                <a:lnTo>
                  <a:pt x="357" y="347"/>
                </a:lnTo>
                <a:lnTo>
                  <a:pt x="357" y="348"/>
                </a:lnTo>
                <a:lnTo>
                  <a:pt x="356" y="349"/>
                </a:lnTo>
                <a:lnTo>
                  <a:pt x="356" y="350"/>
                </a:lnTo>
                <a:lnTo>
                  <a:pt x="357" y="350"/>
                </a:lnTo>
                <a:lnTo>
                  <a:pt x="358" y="350"/>
                </a:lnTo>
                <a:lnTo>
                  <a:pt x="358" y="351"/>
                </a:lnTo>
                <a:lnTo>
                  <a:pt x="359" y="352"/>
                </a:lnTo>
                <a:lnTo>
                  <a:pt x="360" y="352"/>
                </a:lnTo>
                <a:lnTo>
                  <a:pt x="360" y="353"/>
                </a:lnTo>
                <a:lnTo>
                  <a:pt x="361" y="353"/>
                </a:lnTo>
                <a:lnTo>
                  <a:pt x="362" y="353"/>
                </a:lnTo>
                <a:lnTo>
                  <a:pt x="362" y="354"/>
                </a:lnTo>
                <a:lnTo>
                  <a:pt x="361" y="354"/>
                </a:lnTo>
                <a:lnTo>
                  <a:pt x="361" y="355"/>
                </a:lnTo>
                <a:lnTo>
                  <a:pt x="361" y="356"/>
                </a:lnTo>
                <a:lnTo>
                  <a:pt x="360" y="357"/>
                </a:lnTo>
                <a:lnTo>
                  <a:pt x="359" y="358"/>
                </a:lnTo>
                <a:lnTo>
                  <a:pt x="358" y="358"/>
                </a:lnTo>
                <a:lnTo>
                  <a:pt x="358" y="359"/>
                </a:lnTo>
                <a:lnTo>
                  <a:pt x="358" y="360"/>
                </a:lnTo>
                <a:lnTo>
                  <a:pt x="359" y="360"/>
                </a:lnTo>
                <a:lnTo>
                  <a:pt x="359" y="361"/>
                </a:lnTo>
                <a:lnTo>
                  <a:pt x="358" y="361"/>
                </a:lnTo>
                <a:lnTo>
                  <a:pt x="358" y="362"/>
                </a:lnTo>
                <a:lnTo>
                  <a:pt x="357" y="362"/>
                </a:lnTo>
                <a:lnTo>
                  <a:pt x="356" y="362"/>
                </a:lnTo>
                <a:lnTo>
                  <a:pt x="356" y="363"/>
                </a:lnTo>
                <a:lnTo>
                  <a:pt x="355" y="363"/>
                </a:lnTo>
                <a:lnTo>
                  <a:pt x="354" y="363"/>
                </a:lnTo>
                <a:lnTo>
                  <a:pt x="353" y="364"/>
                </a:lnTo>
                <a:lnTo>
                  <a:pt x="352" y="364"/>
                </a:lnTo>
                <a:lnTo>
                  <a:pt x="352" y="365"/>
                </a:lnTo>
                <a:lnTo>
                  <a:pt x="351" y="366"/>
                </a:lnTo>
                <a:lnTo>
                  <a:pt x="351" y="367"/>
                </a:lnTo>
                <a:lnTo>
                  <a:pt x="352" y="367"/>
                </a:lnTo>
                <a:lnTo>
                  <a:pt x="352" y="368"/>
                </a:lnTo>
                <a:lnTo>
                  <a:pt x="353" y="368"/>
                </a:lnTo>
                <a:lnTo>
                  <a:pt x="354" y="367"/>
                </a:lnTo>
                <a:lnTo>
                  <a:pt x="355" y="367"/>
                </a:lnTo>
                <a:lnTo>
                  <a:pt x="355" y="366"/>
                </a:lnTo>
                <a:lnTo>
                  <a:pt x="356" y="366"/>
                </a:lnTo>
                <a:lnTo>
                  <a:pt x="357" y="367"/>
                </a:lnTo>
                <a:lnTo>
                  <a:pt x="358" y="367"/>
                </a:lnTo>
                <a:lnTo>
                  <a:pt x="359" y="367"/>
                </a:lnTo>
                <a:lnTo>
                  <a:pt x="360" y="367"/>
                </a:lnTo>
                <a:lnTo>
                  <a:pt x="360" y="366"/>
                </a:lnTo>
                <a:lnTo>
                  <a:pt x="361" y="365"/>
                </a:lnTo>
                <a:lnTo>
                  <a:pt x="362" y="365"/>
                </a:lnTo>
                <a:lnTo>
                  <a:pt x="362" y="366"/>
                </a:lnTo>
                <a:lnTo>
                  <a:pt x="363" y="367"/>
                </a:lnTo>
                <a:lnTo>
                  <a:pt x="362" y="367"/>
                </a:lnTo>
                <a:lnTo>
                  <a:pt x="362" y="368"/>
                </a:lnTo>
                <a:lnTo>
                  <a:pt x="363" y="368"/>
                </a:lnTo>
                <a:lnTo>
                  <a:pt x="363" y="369"/>
                </a:lnTo>
                <a:lnTo>
                  <a:pt x="364" y="370"/>
                </a:lnTo>
                <a:lnTo>
                  <a:pt x="363" y="370"/>
                </a:lnTo>
                <a:lnTo>
                  <a:pt x="362" y="370"/>
                </a:lnTo>
                <a:lnTo>
                  <a:pt x="362" y="371"/>
                </a:lnTo>
                <a:lnTo>
                  <a:pt x="361" y="371"/>
                </a:lnTo>
                <a:lnTo>
                  <a:pt x="361" y="372"/>
                </a:lnTo>
                <a:lnTo>
                  <a:pt x="361" y="373"/>
                </a:lnTo>
                <a:lnTo>
                  <a:pt x="361" y="374"/>
                </a:lnTo>
                <a:lnTo>
                  <a:pt x="360" y="374"/>
                </a:lnTo>
                <a:lnTo>
                  <a:pt x="359" y="374"/>
                </a:lnTo>
                <a:lnTo>
                  <a:pt x="359" y="375"/>
                </a:lnTo>
                <a:lnTo>
                  <a:pt x="359" y="376"/>
                </a:lnTo>
                <a:lnTo>
                  <a:pt x="360" y="376"/>
                </a:lnTo>
                <a:lnTo>
                  <a:pt x="360" y="377"/>
                </a:lnTo>
                <a:lnTo>
                  <a:pt x="359" y="377"/>
                </a:lnTo>
                <a:lnTo>
                  <a:pt x="359" y="378"/>
                </a:lnTo>
                <a:lnTo>
                  <a:pt x="359" y="379"/>
                </a:lnTo>
                <a:lnTo>
                  <a:pt x="358" y="379"/>
                </a:lnTo>
                <a:lnTo>
                  <a:pt x="358" y="380"/>
                </a:lnTo>
                <a:lnTo>
                  <a:pt x="357" y="380"/>
                </a:lnTo>
                <a:lnTo>
                  <a:pt x="356" y="381"/>
                </a:lnTo>
                <a:lnTo>
                  <a:pt x="355" y="381"/>
                </a:lnTo>
                <a:lnTo>
                  <a:pt x="354" y="380"/>
                </a:lnTo>
                <a:lnTo>
                  <a:pt x="354" y="381"/>
                </a:lnTo>
                <a:lnTo>
                  <a:pt x="353" y="381"/>
                </a:lnTo>
                <a:lnTo>
                  <a:pt x="352" y="381"/>
                </a:lnTo>
                <a:lnTo>
                  <a:pt x="352" y="382"/>
                </a:lnTo>
                <a:lnTo>
                  <a:pt x="352" y="383"/>
                </a:lnTo>
                <a:lnTo>
                  <a:pt x="351" y="383"/>
                </a:lnTo>
                <a:lnTo>
                  <a:pt x="351" y="384"/>
                </a:lnTo>
                <a:lnTo>
                  <a:pt x="350" y="384"/>
                </a:lnTo>
                <a:lnTo>
                  <a:pt x="351" y="384"/>
                </a:lnTo>
                <a:lnTo>
                  <a:pt x="351" y="385"/>
                </a:lnTo>
                <a:lnTo>
                  <a:pt x="350" y="385"/>
                </a:lnTo>
                <a:lnTo>
                  <a:pt x="350" y="386"/>
                </a:lnTo>
                <a:lnTo>
                  <a:pt x="350" y="388"/>
                </a:lnTo>
                <a:lnTo>
                  <a:pt x="349" y="388"/>
                </a:lnTo>
                <a:lnTo>
                  <a:pt x="348" y="388"/>
                </a:lnTo>
                <a:lnTo>
                  <a:pt x="348" y="389"/>
                </a:lnTo>
                <a:lnTo>
                  <a:pt x="349" y="389"/>
                </a:lnTo>
                <a:lnTo>
                  <a:pt x="349" y="390"/>
                </a:lnTo>
                <a:lnTo>
                  <a:pt x="348" y="390"/>
                </a:lnTo>
                <a:lnTo>
                  <a:pt x="349" y="390"/>
                </a:lnTo>
                <a:lnTo>
                  <a:pt x="348" y="392"/>
                </a:lnTo>
                <a:lnTo>
                  <a:pt x="348" y="393"/>
                </a:lnTo>
                <a:lnTo>
                  <a:pt x="347" y="394"/>
                </a:lnTo>
                <a:lnTo>
                  <a:pt x="348" y="394"/>
                </a:lnTo>
                <a:lnTo>
                  <a:pt x="348" y="395"/>
                </a:lnTo>
                <a:lnTo>
                  <a:pt x="348" y="396"/>
                </a:lnTo>
                <a:lnTo>
                  <a:pt x="347" y="396"/>
                </a:lnTo>
                <a:lnTo>
                  <a:pt x="347" y="397"/>
                </a:lnTo>
                <a:lnTo>
                  <a:pt x="347" y="398"/>
                </a:lnTo>
                <a:lnTo>
                  <a:pt x="346" y="399"/>
                </a:lnTo>
                <a:lnTo>
                  <a:pt x="346" y="400"/>
                </a:lnTo>
                <a:lnTo>
                  <a:pt x="345" y="401"/>
                </a:lnTo>
                <a:lnTo>
                  <a:pt x="346" y="401"/>
                </a:lnTo>
                <a:lnTo>
                  <a:pt x="346" y="402"/>
                </a:lnTo>
                <a:lnTo>
                  <a:pt x="345" y="402"/>
                </a:lnTo>
                <a:lnTo>
                  <a:pt x="345" y="403"/>
                </a:lnTo>
                <a:lnTo>
                  <a:pt x="344" y="403"/>
                </a:lnTo>
                <a:lnTo>
                  <a:pt x="343" y="404"/>
                </a:lnTo>
                <a:lnTo>
                  <a:pt x="342" y="404"/>
                </a:lnTo>
                <a:lnTo>
                  <a:pt x="342" y="405"/>
                </a:lnTo>
                <a:lnTo>
                  <a:pt x="342" y="406"/>
                </a:lnTo>
                <a:lnTo>
                  <a:pt x="343" y="407"/>
                </a:lnTo>
                <a:lnTo>
                  <a:pt x="343" y="408"/>
                </a:lnTo>
                <a:lnTo>
                  <a:pt x="344" y="408"/>
                </a:lnTo>
                <a:lnTo>
                  <a:pt x="344" y="409"/>
                </a:lnTo>
                <a:lnTo>
                  <a:pt x="344" y="410"/>
                </a:lnTo>
                <a:lnTo>
                  <a:pt x="343" y="410"/>
                </a:lnTo>
                <a:lnTo>
                  <a:pt x="343" y="411"/>
                </a:lnTo>
                <a:lnTo>
                  <a:pt x="342" y="412"/>
                </a:lnTo>
                <a:lnTo>
                  <a:pt x="341" y="411"/>
                </a:lnTo>
                <a:lnTo>
                  <a:pt x="340" y="410"/>
                </a:lnTo>
                <a:lnTo>
                  <a:pt x="339" y="410"/>
                </a:lnTo>
                <a:lnTo>
                  <a:pt x="338" y="410"/>
                </a:lnTo>
                <a:lnTo>
                  <a:pt x="339" y="409"/>
                </a:lnTo>
                <a:lnTo>
                  <a:pt x="338" y="408"/>
                </a:lnTo>
                <a:lnTo>
                  <a:pt x="337" y="408"/>
                </a:lnTo>
                <a:lnTo>
                  <a:pt x="337" y="409"/>
                </a:lnTo>
                <a:lnTo>
                  <a:pt x="336" y="410"/>
                </a:lnTo>
                <a:lnTo>
                  <a:pt x="336" y="411"/>
                </a:lnTo>
                <a:lnTo>
                  <a:pt x="336" y="412"/>
                </a:lnTo>
                <a:lnTo>
                  <a:pt x="336" y="413"/>
                </a:lnTo>
                <a:lnTo>
                  <a:pt x="335" y="414"/>
                </a:lnTo>
                <a:lnTo>
                  <a:pt x="334" y="414"/>
                </a:lnTo>
                <a:lnTo>
                  <a:pt x="333" y="414"/>
                </a:lnTo>
                <a:lnTo>
                  <a:pt x="333" y="413"/>
                </a:lnTo>
                <a:lnTo>
                  <a:pt x="332" y="413"/>
                </a:lnTo>
                <a:lnTo>
                  <a:pt x="332" y="412"/>
                </a:lnTo>
                <a:lnTo>
                  <a:pt x="331" y="412"/>
                </a:lnTo>
                <a:lnTo>
                  <a:pt x="329" y="411"/>
                </a:lnTo>
                <a:lnTo>
                  <a:pt x="328" y="411"/>
                </a:lnTo>
                <a:lnTo>
                  <a:pt x="328" y="410"/>
                </a:lnTo>
                <a:lnTo>
                  <a:pt x="329" y="410"/>
                </a:lnTo>
                <a:lnTo>
                  <a:pt x="329" y="409"/>
                </a:lnTo>
                <a:lnTo>
                  <a:pt x="328" y="409"/>
                </a:lnTo>
                <a:lnTo>
                  <a:pt x="328" y="408"/>
                </a:lnTo>
                <a:lnTo>
                  <a:pt x="327" y="408"/>
                </a:lnTo>
                <a:lnTo>
                  <a:pt x="326" y="408"/>
                </a:lnTo>
                <a:lnTo>
                  <a:pt x="325" y="408"/>
                </a:lnTo>
                <a:lnTo>
                  <a:pt x="323" y="409"/>
                </a:lnTo>
                <a:lnTo>
                  <a:pt x="322" y="409"/>
                </a:lnTo>
                <a:lnTo>
                  <a:pt x="322" y="410"/>
                </a:lnTo>
                <a:lnTo>
                  <a:pt x="321" y="410"/>
                </a:lnTo>
                <a:lnTo>
                  <a:pt x="320" y="409"/>
                </a:lnTo>
                <a:lnTo>
                  <a:pt x="320" y="408"/>
                </a:lnTo>
                <a:lnTo>
                  <a:pt x="319" y="407"/>
                </a:lnTo>
                <a:lnTo>
                  <a:pt x="319" y="406"/>
                </a:lnTo>
                <a:lnTo>
                  <a:pt x="319" y="405"/>
                </a:lnTo>
                <a:lnTo>
                  <a:pt x="318" y="405"/>
                </a:lnTo>
                <a:lnTo>
                  <a:pt x="318" y="406"/>
                </a:lnTo>
                <a:lnTo>
                  <a:pt x="317" y="406"/>
                </a:lnTo>
                <a:lnTo>
                  <a:pt x="317" y="407"/>
                </a:lnTo>
                <a:lnTo>
                  <a:pt x="316" y="408"/>
                </a:lnTo>
                <a:lnTo>
                  <a:pt x="315" y="408"/>
                </a:lnTo>
                <a:lnTo>
                  <a:pt x="314" y="408"/>
                </a:lnTo>
                <a:lnTo>
                  <a:pt x="314" y="409"/>
                </a:lnTo>
                <a:lnTo>
                  <a:pt x="314" y="410"/>
                </a:lnTo>
                <a:lnTo>
                  <a:pt x="313" y="411"/>
                </a:lnTo>
                <a:lnTo>
                  <a:pt x="313" y="409"/>
                </a:lnTo>
                <a:lnTo>
                  <a:pt x="313" y="408"/>
                </a:lnTo>
                <a:lnTo>
                  <a:pt x="312" y="407"/>
                </a:lnTo>
                <a:lnTo>
                  <a:pt x="311" y="407"/>
                </a:lnTo>
                <a:lnTo>
                  <a:pt x="311" y="405"/>
                </a:lnTo>
                <a:lnTo>
                  <a:pt x="310" y="404"/>
                </a:lnTo>
                <a:lnTo>
                  <a:pt x="310" y="402"/>
                </a:lnTo>
                <a:lnTo>
                  <a:pt x="311" y="401"/>
                </a:lnTo>
                <a:lnTo>
                  <a:pt x="311" y="400"/>
                </a:lnTo>
                <a:lnTo>
                  <a:pt x="312" y="400"/>
                </a:lnTo>
                <a:lnTo>
                  <a:pt x="313" y="399"/>
                </a:lnTo>
                <a:lnTo>
                  <a:pt x="313" y="400"/>
                </a:lnTo>
                <a:lnTo>
                  <a:pt x="314" y="399"/>
                </a:lnTo>
                <a:lnTo>
                  <a:pt x="314" y="398"/>
                </a:lnTo>
                <a:lnTo>
                  <a:pt x="313" y="398"/>
                </a:lnTo>
                <a:lnTo>
                  <a:pt x="313" y="397"/>
                </a:lnTo>
                <a:lnTo>
                  <a:pt x="314" y="396"/>
                </a:lnTo>
                <a:lnTo>
                  <a:pt x="315" y="396"/>
                </a:lnTo>
                <a:lnTo>
                  <a:pt x="315" y="394"/>
                </a:lnTo>
                <a:lnTo>
                  <a:pt x="315" y="393"/>
                </a:lnTo>
                <a:lnTo>
                  <a:pt x="315" y="392"/>
                </a:lnTo>
                <a:lnTo>
                  <a:pt x="315" y="391"/>
                </a:lnTo>
                <a:lnTo>
                  <a:pt x="315" y="392"/>
                </a:lnTo>
                <a:lnTo>
                  <a:pt x="314" y="392"/>
                </a:lnTo>
                <a:lnTo>
                  <a:pt x="313" y="391"/>
                </a:lnTo>
                <a:lnTo>
                  <a:pt x="313" y="390"/>
                </a:lnTo>
                <a:lnTo>
                  <a:pt x="314" y="389"/>
                </a:lnTo>
                <a:lnTo>
                  <a:pt x="314" y="388"/>
                </a:lnTo>
                <a:lnTo>
                  <a:pt x="315" y="386"/>
                </a:lnTo>
                <a:lnTo>
                  <a:pt x="315" y="385"/>
                </a:lnTo>
                <a:lnTo>
                  <a:pt x="314" y="384"/>
                </a:lnTo>
                <a:lnTo>
                  <a:pt x="313" y="384"/>
                </a:lnTo>
                <a:lnTo>
                  <a:pt x="312" y="384"/>
                </a:lnTo>
                <a:lnTo>
                  <a:pt x="312" y="383"/>
                </a:lnTo>
                <a:lnTo>
                  <a:pt x="311" y="382"/>
                </a:lnTo>
                <a:lnTo>
                  <a:pt x="310" y="381"/>
                </a:lnTo>
                <a:lnTo>
                  <a:pt x="310" y="380"/>
                </a:lnTo>
                <a:lnTo>
                  <a:pt x="310" y="379"/>
                </a:lnTo>
                <a:lnTo>
                  <a:pt x="309" y="379"/>
                </a:lnTo>
                <a:lnTo>
                  <a:pt x="309" y="378"/>
                </a:lnTo>
                <a:lnTo>
                  <a:pt x="308" y="378"/>
                </a:lnTo>
                <a:lnTo>
                  <a:pt x="308" y="379"/>
                </a:lnTo>
                <a:lnTo>
                  <a:pt x="308" y="380"/>
                </a:lnTo>
                <a:lnTo>
                  <a:pt x="307" y="380"/>
                </a:lnTo>
                <a:lnTo>
                  <a:pt x="306" y="380"/>
                </a:lnTo>
                <a:lnTo>
                  <a:pt x="306" y="381"/>
                </a:lnTo>
                <a:lnTo>
                  <a:pt x="305" y="381"/>
                </a:lnTo>
                <a:lnTo>
                  <a:pt x="304" y="381"/>
                </a:lnTo>
                <a:lnTo>
                  <a:pt x="303" y="381"/>
                </a:lnTo>
                <a:lnTo>
                  <a:pt x="302" y="383"/>
                </a:lnTo>
                <a:lnTo>
                  <a:pt x="303" y="383"/>
                </a:lnTo>
                <a:lnTo>
                  <a:pt x="304" y="384"/>
                </a:lnTo>
                <a:lnTo>
                  <a:pt x="305" y="384"/>
                </a:lnTo>
                <a:lnTo>
                  <a:pt x="305" y="385"/>
                </a:lnTo>
                <a:lnTo>
                  <a:pt x="305" y="386"/>
                </a:lnTo>
                <a:lnTo>
                  <a:pt x="306" y="386"/>
                </a:lnTo>
                <a:lnTo>
                  <a:pt x="307" y="386"/>
                </a:lnTo>
                <a:lnTo>
                  <a:pt x="307" y="388"/>
                </a:lnTo>
                <a:lnTo>
                  <a:pt x="307" y="389"/>
                </a:lnTo>
                <a:lnTo>
                  <a:pt x="308" y="389"/>
                </a:lnTo>
                <a:lnTo>
                  <a:pt x="308" y="390"/>
                </a:lnTo>
                <a:lnTo>
                  <a:pt x="307" y="390"/>
                </a:lnTo>
                <a:lnTo>
                  <a:pt x="306" y="390"/>
                </a:lnTo>
                <a:lnTo>
                  <a:pt x="305" y="391"/>
                </a:lnTo>
                <a:lnTo>
                  <a:pt x="304" y="392"/>
                </a:lnTo>
                <a:lnTo>
                  <a:pt x="304" y="393"/>
                </a:lnTo>
                <a:lnTo>
                  <a:pt x="304" y="394"/>
                </a:lnTo>
                <a:lnTo>
                  <a:pt x="304" y="395"/>
                </a:lnTo>
                <a:lnTo>
                  <a:pt x="304" y="394"/>
                </a:lnTo>
                <a:lnTo>
                  <a:pt x="305" y="394"/>
                </a:lnTo>
                <a:lnTo>
                  <a:pt x="306" y="395"/>
                </a:lnTo>
                <a:lnTo>
                  <a:pt x="305" y="396"/>
                </a:lnTo>
                <a:lnTo>
                  <a:pt x="304" y="396"/>
                </a:lnTo>
                <a:lnTo>
                  <a:pt x="303" y="396"/>
                </a:lnTo>
                <a:lnTo>
                  <a:pt x="303" y="397"/>
                </a:lnTo>
                <a:lnTo>
                  <a:pt x="302" y="396"/>
                </a:lnTo>
                <a:lnTo>
                  <a:pt x="300" y="397"/>
                </a:lnTo>
                <a:lnTo>
                  <a:pt x="299" y="396"/>
                </a:lnTo>
                <a:lnTo>
                  <a:pt x="298" y="395"/>
                </a:lnTo>
                <a:lnTo>
                  <a:pt x="297" y="395"/>
                </a:lnTo>
                <a:lnTo>
                  <a:pt x="297" y="394"/>
                </a:lnTo>
                <a:lnTo>
                  <a:pt x="297" y="393"/>
                </a:lnTo>
                <a:lnTo>
                  <a:pt x="297" y="391"/>
                </a:lnTo>
                <a:lnTo>
                  <a:pt x="297" y="390"/>
                </a:lnTo>
                <a:lnTo>
                  <a:pt x="297" y="389"/>
                </a:lnTo>
                <a:lnTo>
                  <a:pt x="298" y="389"/>
                </a:lnTo>
                <a:lnTo>
                  <a:pt x="299" y="389"/>
                </a:lnTo>
                <a:lnTo>
                  <a:pt x="300" y="388"/>
                </a:lnTo>
                <a:lnTo>
                  <a:pt x="300" y="386"/>
                </a:lnTo>
                <a:lnTo>
                  <a:pt x="299" y="386"/>
                </a:lnTo>
                <a:lnTo>
                  <a:pt x="300" y="385"/>
                </a:lnTo>
                <a:lnTo>
                  <a:pt x="299" y="384"/>
                </a:lnTo>
                <a:lnTo>
                  <a:pt x="299" y="383"/>
                </a:lnTo>
                <a:lnTo>
                  <a:pt x="298" y="383"/>
                </a:lnTo>
                <a:lnTo>
                  <a:pt x="298" y="382"/>
                </a:lnTo>
                <a:lnTo>
                  <a:pt x="298" y="381"/>
                </a:lnTo>
                <a:lnTo>
                  <a:pt x="297" y="379"/>
                </a:lnTo>
                <a:lnTo>
                  <a:pt x="297" y="378"/>
                </a:lnTo>
                <a:lnTo>
                  <a:pt x="297" y="377"/>
                </a:lnTo>
                <a:lnTo>
                  <a:pt x="296" y="376"/>
                </a:lnTo>
                <a:lnTo>
                  <a:pt x="296" y="375"/>
                </a:lnTo>
                <a:lnTo>
                  <a:pt x="297" y="375"/>
                </a:lnTo>
                <a:lnTo>
                  <a:pt x="298" y="374"/>
                </a:lnTo>
                <a:lnTo>
                  <a:pt x="300" y="374"/>
                </a:lnTo>
                <a:lnTo>
                  <a:pt x="300" y="373"/>
                </a:lnTo>
                <a:lnTo>
                  <a:pt x="299" y="372"/>
                </a:lnTo>
                <a:lnTo>
                  <a:pt x="299" y="370"/>
                </a:lnTo>
                <a:lnTo>
                  <a:pt x="299" y="369"/>
                </a:lnTo>
                <a:lnTo>
                  <a:pt x="300" y="368"/>
                </a:lnTo>
                <a:lnTo>
                  <a:pt x="301" y="367"/>
                </a:lnTo>
                <a:lnTo>
                  <a:pt x="302" y="366"/>
                </a:lnTo>
                <a:lnTo>
                  <a:pt x="302" y="365"/>
                </a:lnTo>
                <a:lnTo>
                  <a:pt x="302" y="364"/>
                </a:lnTo>
                <a:lnTo>
                  <a:pt x="301" y="364"/>
                </a:lnTo>
                <a:lnTo>
                  <a:pt x="300" y="364"/>
                </a:lnTo>
                <a:lnTo>
                  <a:pt x="300" y="365"/>
                </a:lnTo>
                <a:lnTo>
                  <a:pt x="299" y="365"/>
                </a:lnTo>
                <a:lnTo>
                  <a:pt x="299" y="364"/>
                </a:lnTo>
                <a:lnTo>
                  <a:pt x="298" y="364"/>
                </a:lnTo>
                <a:lnTo>
                  <a:pt x="297" y="364"/>
                </a:lnTo>
                <a:lnTo>
                  <a:pt x="297" y="363"/>
                </a:lnTo>
                <a:lnTo>
                  <a:pt x="298" y="363"/>
                </a:lnTo>
                <a:lnTo>
                  <a:pt x="297" y="362"/>
                </a:lnTo>
                <a:lnTo>
                  <a:pt x="296" y="362"/>
                </a:lnTo>
                <a:lnTo>
                  <a:pt x="295" y="362"/>
                </a:lnTo>
                <a:lnTo>
                  <a:pt x="295" y="363"/>
                </a:lnTo>
                <a:lnTo>
                  <a:pt x="294" y="363"/>
                </a:lnTo>
                <a:lnTo>
                  <a:pt x="293" y="363"/>
                </a:lnTo>
                <a:lnTo>
                  <a:pt x="292" y="363"/>
                </a:lnTo>
                <a:lnTo>
                  <a:pt x="292" y="364"/>
                </a:lnTo>
                <a:lnTo>
                  <a:pt x="291" y="364"/>
                </a:lnTo>
                <a:lnTo>
                  <a:pt x="290" y="364"/>
                </a:lnTo>
                <a:lnTo>
                  <a:pt x="290" y="365"/>
                </a:lnTo>
                <a:lnTo>
                  <a:pt x="289" y="365"/>
                </a:lnTo>
                <a:lnTo>
                  <a:pt x="288" y="365"/>
                </a:lnTo>
                <a:lnTo>
                  <a:pt x="287" y="365"/>
                </a:lnTo>
                <a:lnTo>
                  <a:pt x="286" y="365"/>
                </a:lnTo>
                <a:lnTo>
                  <a:pt x="285" y="365"/>
                </a:lnTo>
                <a:lnTo>
                  <a:pt x="283" y="364"/>
                </a:lnTo>
                <a:lnTo>
                  <a:pt x="282" y="364"/>
                </a:lnTo>
                <a:lnTo>
                  <a:pt x="281" y="364"/>
                </a:lnTo>
                <a:lnTo>
                  <a:pt x="280" y="363"/>
                </a:lnTo>
                <a:lnTo>
                  <a:pt x="279" y="363"/>
                </a:lnTo>
                <a:lnTo>
                  <a:pt x="278" y="362"/>
                </a:lnTo>
                <a:lnTo>
                  <a:pt x="277" y="362"/>
                </a:lnTo>
                <a:lnTo>
                  <a:pt x="276" y="361"/>
                </a:lnTo>
                <a:lnTo>
                  <a:pt x="275" y="360"/>
                </a:lnTo>
                <a:lnTo>
                  <a:pt x="274" y="361"/>
                </a:lnTo>
                <a:lnTo>
                  <a:pt x="274" y="360"/>
                </a:lnTo>
                <a:lnTo>
                  <a:pt x="274" y="359"/>
                </a:lnTo>
                <a:lnTo>
                  <a:pt x="275" y="357"/>
                </a:lnTo>
                <a:lnTo>
                  <a:pt x="275" y="355"/>
                </a:lnTo>
                <a:lnTo>
                  <a:pt x="275" y="354"/>
                </a:lnTo>
                <a:lnTo>
                  <a:pt x="276" y="354"/>
                </a:lnTo>
                <a:lnTo>
                  <a:pt x="276" y="353"/>
                </a:lnTo>
                <a:lnTo>
                  <a:pt x="277" y="352"/>
                </a:lnTo>
                <a:lnTo>
                  <a:pt x="277" y="351"/>
                </a:lnTo>
                <a:lnTo>
                  <a:pt x="278" y="351"/>
                </a:lnTo>
                <a:lnTo>
                  <a:pt x="278" y="350"/>
                </a:lnTo>
                <a:lnTo>
                  <a:pt x="279" y="350"/>
                </a:lnTo>
                <a:lnTo>
                  <a:pt x="279" y="349"/>
                </a:lnTo>
                <a:lnTo>
                  <a:pt x="279" y="348"/>
                </a:lnTo>
                <a:lnTo>
                  <a:pt x="279" y="347"/>
                </a:lnTo>
                <a:lnTo>
                  <a:pt x="278" y="347"/>
                </a:lnTo>
                <a:lnTo>
                  <a:pt x="276" y="347"/>
                </a:lnTo>
                <a:lnTo>
                  <a:pt x="275" y="346"/>
                </a:lnTo>
                <a:lnTo>
                  <a:pt x="276" y="345"/>
                </a:lnTo>
                <a:lnTo>
                  <a:pt x="276" y="344"/>
                </a:lnTo>
                <a:lnTo>
                  <a:pt x="275" y="344"/>
                </a:lnTo>
                <a:lnTo>
                  <a:pt x="275" y="343"/>
                </a:lnTo>
                <a:lnTo>
                  <a:pt x="275" y="342"/>
                </a:lnTo>
                <a:lnTo>
                  <a:pt x="275" y="341"/>
                </a:lnTo>
                <a:lnTo>
                  <a:pt x="276" y="341"/>
                </a:lnTo>
                <a:lnTo>
                  <a:pt x="276" y="340"/>
                </a:lnTo>
                <a:lnTo>
                  <a:pt x="276" y="339"/>
                </a:lnTo>
                <a:lnTo>
                  <a:pt x="276" y="338"/>
                </a:lnTo>
                <a:lnTo>
                  <a:pt x="275" y="337"/>
                </a:lnTo>
                <a:lnTo>
                  <a:pt x="275" y="334"/>
                </a:lnTo>
                <a:lnTo>
                  <a:pt x="275" y="333"/>
                </a:lnTo>
                <a:lnTo>
                  <a:pt x="274" y="333"/>
                </a:lnTo>
                <a:lnTo>
                  <a:pt x="274" y="332"/>
                </a:lnTo>
                <a:lnTo>
                  <a:pt x="273" y="332"/>
                </a:lnTo>
                <a:lnTo>
                  <a:pt x="272" y="331"/>
                </a:lnTo>
                <a:lnTo>
                  <a:pt x="272" y="330"/>
                </a:lnTo>
                <a:lnTo>
                  <a:pt x="272" y="328"/>
                </a:lnTo>
                <a:lnTo>
                  <a:pt x="272" y="327"/>
                </a:lnTo>
                <a:lnTo>
                  <a:pt x="271" y="326"/>
                </a:lnTo>
                <a:lnTo>
                  <a:pt x="272" y="325"/>
                </a:lnTo>
                <a:lnTo>
                  <a:pt x="271" y="325"/>
                </a:lnTo>
                <a:lnTo>
                  <a:pt x="271" y="323"/>
                </a:lnTo>
                <a:lnTo>
                  <a:pt x="271" y="322"/>
                </a:lnTo>
                <a:lnTo>
                  <a:pt x="271" y="321"/>
                </a:lnTo>
                <a:lnTo>
                  <a:pt x="271" y="320"/>
                </a:lnTo>
                <a:lnTo>
                  <a:pt x="271" y="319"/>
                </a:lnTo>
                <a:lnTo>
                  <a:pt x="270" y="318"/>
                </a:lnTo>
                <a:lnTo>
                  <a:pt x="269" y="318"/>
                </a:lnTo>
                <a:lnTo>
                  <a:pt x="268" y="318"/>
                </a:lnTo>
                <a:lnTo>
                  <a:pt x="268" y="319"/>
                </a:lnTo>
                <a:lnTo>
                  <a:pt x="268" y="320"/>
                </a:lnTo>
                <a:lnTo>
                  <a:pt x="267" y="320"/>
                </a:lnTo>
                <a:lnTo>
                  <a:pt x="267" y="321"/>
                </a:lnTo>
                <a:lnTo>
                  <a:pt x="267" y="322"/>
                </a:lnTo>
                <a:lnTo>
                  <a:pt x="267" y="323"/>
                </a:lnTo>
                <a:lnTo>
                  <a:pt x="266" y="323"/>
                </a:lnTo>
                <a:lnTo>
                  <a:pt x="266" y="324"/>
                </a:lnTo>
                <a:lnTo>
                  <a:pt x="265" y="324"/>
                </a:lnTo>
                <a:lnTo>
                  <a:pt x="264" y="324"/>
                </a:lnTo>
                <a:lnTo>
                  <a:pt x="264" y="323"/>
                </a:lnTo>
                <a:lnTo>
                  <a:pt x="264" y="322"/>
                </a:lnTo>
                <a:lnTo>
                  <a:pt x="263" y="321"/>
                </a:lnTo>
                <a:lnTo>
                  <a:pt x="263" y="322"/>
                </a:lnTo>
                <a:lnTo>
                  <a:pt x="262" y="322"/>
                </a:lnTo>
                <a:lnTo>
                  <a:pt x="262" y="321"/>
                </a:lnTo>
                <a:lnTo>
                  <a:pt x="262" y="320"/>
                </a:lnTo>
                <a:lnTo>
                  <a:pt x="261" y="320"/>
                </a:lnTo>
                <a:lnTo>
                  <a:pt x="260" y="320"/>
                </a:lnTo>
                <a:lnTo>
                  <a:pt x="258" y="321"/>
                </a:lnTo>
                <a:lnTo>
                  <a:pt x="258" y="322"/>
                </a:lnTo>
                <a:lnTo>
                  <a:pt x="257" y="322"/>
                </a:lnTo>
                <a:lnTo>
                  <a:pt x="256" y="322"/>
                </a:lnTo>
                <a:lnTo>
                  <a:pt x="256" y="321"/>
                </a:lnTo>
                <a:lnTo>
                  <a:pt x="255" y="320"/>
                </a:lnTo>
                <a:lnTo>
                  <a:pt x="253" y="319"/>
                </a:lnTo>
                <a:lnTo>
                  <a:pt x="252" y="319"/>
                </a:lnTo>
                <a:lnTo>
                  <a:pt x="251" y="319"/>
                </a:lnTo>
                <a:lnTo>
                  <a:pt x="250" y="319"/>
                </a:lnTo>
                <a:lnTo>
                  <a:pt x="250" y="318"/>
                </a:lnTo>
                <a:lnTo>
                  <a:pt x="249" y="319"/>
                </a:lnTo>
                <a:lnTo>
                  <a:pt x="248" y="320"/>
                </a:lnTo>
                <a:lnTo>
                  <a:pt x="248" y="321"/>
                </a:lnTo>
                <a:lnTo>
                  <a:pt x="247" y="322"/>
                </a:lnTo>
                <a:lnTo>
                  <a:pt x="247" y="323"/>
                </a:lnTo>
                <a:lnTo>
                  <a:pt x="246" y="323"/>
                </a:lnTo>
                <a:lnTo>
                  <a:pt x="244" y="324"/>
                </a:lnTo>
                <a:lnTo>
                  <a:pt x="243" y="324"/>
                </a:lnTo>
                <a:lnTo>
                  <a:pt x="242" y="324"/>
                </a:lnTo>
                <a:lnTo>
                  <a:pt x="239" y="324"/>
                </a:lnTo>
                <a:lnTo>
                  <a:pt x="238" y="323"/>
                </a:lnTo>
                <a:lnTo>
                  <a:pt x="237" y="324"/>
                </a:lnTo>
                <a:lnTo>
                  <a:pt x="237" y="325"/>
                </a:lnTo>
                <a:lnTo>
                  <a:pt x="236" y="326"/>
                </a:lnTo>
                <a:lnTo>
                  <a:pt x="235" y="326"/>
                </a:lnTo>
                <a:lnTo>
                  <a:pt x="235" y="327"/>
                </a:lnTo>
                <a:lnTo>
                  <a:pt x="235" y="326"/>
                </a:lnTo>
                <a:lnTo>
                  <a:pt x="234" y="326"/>
                </a:lnTo>
                <a:lnTo>
                  <a:pt x="233" y="326"/>
                </a:lnTo>
                <a:lnTo>
                  <a:pt x="233" y="327"/>
                </a:lnTo>
                <a:lnTo>
                  <a:pt x="233" y="328"/>
                </a:lnTo>
                <a:lnTo>
                  <a:pt x="234" y="328"/>
                </a:lnTo>
                <a:lnTo>
                  <a:pt x="233" y="329"/>
                </a:lnTo>
                <a:lnTo>
                  <a:pt x="232" y="329"/>
                </a:lnTo>
                <a:lnTo>
                  <a:pt x="232" y="330"/>
                </a:lnTo>
                <a:lnTo>
                  <a:pt x="232" y="331"/>
                </a:lnTo>
                <a:lnTo>
                  <a:pt x="232" y="332"/>
                </a:lnTo>
                <a:lnTo>
                  <a:pt x="232" y="331"/>
                </a:lnTo>
                <a:lnTo>
                  <a:pt x="231" y="331"/>
                </a:lnTo>
                <a:lnTo>
                  <a:pt x="230" y="331"/>
                </a:lnTo>
                <a:lnTo>
                  <a:pt x="229" y="331"/>
                </a:lnTo>
                <a:lnTo>
                  <a:pt x="229" y="330"/>
                </a:lnTo>
                <a:lnTo>
                  <a:pt x="228" y="330"/>
                </a:lnTo>
                <a:lnTo>
                  <a:pt x="227" y="329"/>
                </a:lnTo>
                <a:lnTo>
                  <a:pt x="226" y="329"/>
                </a:lnTo>
                <a:lnTo>
                  <a:pt x="227" y="329"/>
                </a:lnTo>
                <a:lnTo>
                  <a:pt x="227" y="328"/>
                </a:lnTo>
                <a:lnTo>
                  <a:pt x="227" y="327"/>
                </a:lnTo>
                <a:lnTo>
                  <a:pt x="228" y="327"/>
                </a:lnTo>
                <a:lnTo>
                  <a:pt x="228" y="326"/>
                </a:lnTo>
                <a:lnTo>
                  <a:pt x="228" y="325"/>
                </a:lnTo>
                <a:lnTo>
                  <a:pt x="228" y="324"/>
                </a:lnTo>
                <a:lnTo>
                  <a:pt x="227" y="324"/>
                </a:lnTo>
                <a:lnTo>
                  <a:pt x="227" y="323"/>
                </a:lnTo>
                <a:lnTo>
                  <a:pt x="226" y="323"/>
                </a:lnTo>
                <a:lnTo>
                  <a:pt x="225" y="323"/>
                </a:lnTo>
                <a:lnTo>
                  <a:pt x="224" y="323"/>
                </a:lnTo>
                <a:lnTo>
                  <a:pt x="224" y="322"/>
                </a:lnTo>
                <a:lnTo>
                  <a:pt x="224" y="321"/>
                </a:lnTo>
                <a:lnTo>
                  <a:pt x="225" y="318"/>
                </a:lnTo>
                <a:lnTo>
                  <a:pt x="225" y="317"/>
                </a:lnTo>
                <a:lnTo>
                  <a:pt x="226" y="317"/>
                </a:lnTo>
                <a:lnTo>
                  <a:pt x="226" y="316"/>
                </a:lnTo>
                <a:lnTo>
                  <a:pt x="226" y="315"/>
                </a:lnTo>
                <a:lnTo>
                  <a:pt x="226" y="314"/>
                </a:lnTo>
                <a:lnTo>
                  <a:pt x="227" y="313"/>
                </a:lnTo>
                <a:lnTo>
                  <a:pt x="226" y="313"/>
                </a:lnTo>
                <a:lnTo>
                  <a:pt x="225" y="312"/>
                </a:lnTo>
                <a:lnTo>
                  <a:pt x="225" y="311"/>
                </a:lnTo>
                <a:lnTo>
                  <a:pt x="224" y="311"/>
                </a:lnTo>
                <a:lnTo>
                  <a:pt x="223" y="311"/>
                </a:lnTo>
                <a:lnTo>
                  <a:pt x="223" y="310"/>
                </a:lnTo>
                <a:lnTo>
                  <a:pt x="223" y="309"/>
                </a:lnTo>
                <a:lnTo>
                  <a:pt x="222" y="308"/>
                </a:lnTo>
                <a:lnTo>
                  <a:pt x="221" y="307"/>
                </a:lnTo>
                <a:lnTo>
                  <a:pt x="220" y="308"/>
                </a:lnTo>
                <a:lnTo>
                  <a:pt x="219" y="308"/>
                </a:lnTo>
                <a:lnTo>
                  <a:pt x="219" y="309"/>
                </a:lnTo>
                <a:lnTo>
                  <a:pt x="219" y="310"/>
                </a:lnTo>
                <a:lnTo>
                  <a:pt x="218" y="311"/>
                </a:lnTo>
                <a:lnTo>
                  <a:pt x="217" y="311"/>
                </a:lnTo>
                <a:lnTo>
                  <a:pt x="217" y="312"/>
                </a:lnTo>
                <a:lnTo>
                  <a:pt x="216" y="313"/>
                </a:lnTo>
                <a:lnTo>
                  <a:pt x="215" y="313"/>
                </a:lnTo>
                <a:lnTo>
                  <a:pt x="214" y="312"/>
                </a:lnTo>
                <a:lnTo>
                  <a:pt x="213" y="312"/>
                </a:lnTo>
                <a:lnTo>
                  <a:pt x="213" y="311"/>
                </a:lnTo>
                <a:lnTo>
                  <a:pt x="212" y="311"/>
                </a:lnTo>
                <a:lnTo>
                  <a:pt x="211" y="311"/>
                </a:lnTo>
                <a:lnTo>
                  <a:pt x="210" y="310"/>
                </a:lnTo>
                <a:lnTo>
                  <a:pt x="208" y="310"/>
                </a:lnTo>
                <a:lnTo>
                  <a:pt x="208" y="311"/>
                </a:lnTo>
                <a:lnTo>
                  <a:pt x="208" y="312"/>
                </a:lnTo>
                <a:lnTo>
                  <a:pt x="207" y="312"/>
                </a:lnTo>
                <a:lnTo>
                  <a:pt x="206" y="312"/>
                </a:lnTo>
                <a:lnTo>
                  <a:pt x="206" y="311"/>
                </a:lnTo>
                <a:lnTo>
                  <a:pt x="206" y="310"/>
                </a:lnTo>
                <a:lnTo>
                  <a:pt x="206" y="309"/>
                </a:lnTo>
                <a:lnTo>
                  <a:pt x="206" y="308"/>
                </a:lnTo>
                <a:lnTo>
                  <a:pt x="205" y="308"/>
                </a:lnTo>
                <a:lnTo>
                  <a:pt x="205" y="307"/>
                </a:lnTo>
                <a:lnTo>
                  <a:pt x="205" y="306"/>
                </a:lnTo>
                <a:lnTo>
                  <a:pt x="205" y="305"/>
                </a:lnTo>
                <a:lnTo>
                  <a:pt x="204" y="305"/>
                </a:lnTo>
                <a:lnTo>
                  <a:pt x="203" y="305"/>
                </a:lnTo>
                <a:lnTo>
                  <a:pt x="203" y="306"/>
                </a:lnTo>
                <a:lnTo>
                  <a:pt x="201" y="307"/>
                </a:lnTo>
                <a:lnTo>
                  <a:pt x="200" y="307"/>
                </a:lnTo>
                <a:lnTo>
                  <a:pt x="199" y="308"/>
                </a:lnTo>
                <a:lnTo>
                  <a:pt x="199" y="309"/>
                </a:lnTo>
                <a:lnTo>
                  <a:pt x="198" y="309"/>
                </a:lnTo>
                <a:lnTo>
                  <a:pt x="197" y="309"/>
                </a:lnTo>
                <a:lnTo>
                  <a:pt x="197" y="310"/>
                </a:lnTo>
                <a:lnTo>
                  <a:pt x="196" y="310"/>
                </a:lnTo>
                <a:lnTo>
                  <a:pt x="195" y="309"/>
                </a:lnTo>
                <a:lnTo>
                  <a:pt x="195" y="308"/>
                </a:lnTo>
                <a:lnTo>
                  <a:pt x="195" y="307"/>
                </a:lnTo>
                <a:lnTo>
                  <a:pt x="194" y="307"/>
                </a:lnTo>
                <a:lnTo>
                  <a:pt x="194" y="306"/>
                </a:lnTo>
                <a:lnTo>
                  <a:pt x="193" y="306"/>
                </a:lnTo>
                <a:lnTo>
                  <a:pt x="193" y="307"/>
                </a:lnTo>
                <a:lnTo>
                  <a:pt x="192" y="307"/>
                </a:lnTo>
                <a:lnTo>
                  <a:pt x="192" y="308"/>
                </a:lnTo>
                <a:lnTo>
                  <a:pt x="191" y="308"/>
                </a:lnTo>
                <a:lnTo>
                  <a:pt x="190" y="308"/>
                </a:lnTo>
                <a:lnTo>
                  <a:pt x="190" y="309"/>
                </a:lnTo>
                <a:lnTo>
                  <a:pt x="190" y="310"/>
                </a:lnTo>
                <a:lnTo>
                  <a:pt x="190" y="311"/>
                </a:lnTo>
                <a:lnTo>
                  <a:pt x="191" y="311"/>
                </a:lnTo>
                <a:lnTo>
                  <a:pt x="190" y="313"/>
                </a:lnTo>
                <a:lnTo>
                  <a:pt x="191" y="313"/>
                </a:lnTo>
                <a:lnTo>
                  <a:pt x="192" y="313"/>
                </a:lnTo>
                <a:lnTo>
                  <a:pt x="192" y="314"/>
                </a:lnTo>
                <a:lnTo>
                  <a:pt x="192" y="315"/>
                </a:lnTo>
                <a:lnTo>
                  <a:pt x="191" y="316"/>
                </a:lnTo>
                <a:lnTo>
                  <a:pt x="191" y="317"/>
                </a:lnTo>
                <a:lnTo>
                  <a:pt x="191" y="318"/>
                </a:lnTo>
                <a:lnTo>
                  <a:pt x="190" y="318"/>
                </a:lnTo>
                <a:lnTo>
                  <a:pt x="189" y="318"/>
                </a:lnTo>
                <a:lnTo>
                  <a:pt x="188" y="317"/>
                </a:lnTo>
                <a:lnTo>
                  <a:pt x="188" y="318"/>
                </a:lnTo>
                <a:lnTo>
                  <a:pt x="187" y="317"/>
                </a:lnTo>
                <a:lnTo>
                  <a:pt x="187" y="318"/>
                </a:lnTo>
                <a:lnTo>
                  <a:pt x="187" y="319"/>
                </a:lnTo>
                <a:lnTo>
                  <a:pt x="187" y="320"/>
                </a:lnTo>
                <a:lnTo>
                  <a:pt x="188" y="320"/>
                </a:lnTo>
                <a:lnTo>
                  <a:pt x="188" y="321"/>
                </a:lnTo>
                <a:lnTo>
                  <a:pt x="189" y="321"/>
                </a:lnTo>
                <a:lnTo>
                  <a:pt x="189" y="322"/>
                </a:lnTo>
                <a:lnTo>
                  <a:pt x="189" y="323"/>
                </a:lnTo>
                <a:lnTo>
                  <a:pt x="189" y="324"/>
                </a:lnTo>
                <a:lnTo>
                  <a:pt x="188" y="324"/>
                </a:lnTo>
                <a:lnTo>
                  <a:pt x="186" y="326"/>
                </a:lnTo>
                <a:lnTo>
                  <a:pt x="186" y="327"/>
                </a:lnTo>
                <a:lnTo>
                  <a:pt x="187" y="327"/>
                </a:lnTo>
                <a:lnTo>
                  <a:pt x="187" y="328"/>
                </a:lnTo>
                <a:lnTo>
                  <a:pt x="188" y="328"/>
                </a:lnTo>
                <a:lnTo>
                  <a:pt x="189" y="328"/>
                </a:lnTo>
                <a:lnTo>
                  <a:pt x="190" y="328"/>
                </a:lnTo>
                <a:lnTo>
                  <a:pt x="190" y="329"/>
                </a:lnTo>
                <a:lnTo>
                  <a:pt x="190" y="330"/>
                </a:lnTo>
                <a:lnTo>
                  <a:pt x="190" y="331"/>
                </a:lnTo>
                <a:lnTo>
                  <a:pt x="191" y="331"/>
                </a:lnTo>
                <a:lnTo>
                  <a:pt x="191" y="332"/>
                </a:lnTo>
                <a:lnTo>
                  <a:pt x="192" y="332"/>
                </a:lnTo>
                <a:lnTo>
                  <a:pt x="193" y="332"/>
                </a:lnTo>
                <a:lnTo>
                  <a:pt x="193" y="333"/>
                </a:lnTo>
                <a:lnTo>
                  <a:pt x="192" y="334"/>
                </a:lnTo>
                <a:lnTo>
                  <a:pt x="192" y="335"/>
                </a:lnTo>
                <a:lnTo>
                  <a:pt x="191" y="335"/>
                </a:lnTo>
                <a:lnTo>
                  <a:pt x="191" y="336"/>
                </a:lnTo>
                <a:lnTo>
                  <a:pt x="191" y="337"/>
                </a:lnTo>
                <a:lnTo>
                  <a:pt x="191" y="338"/>
                </a:lnTo>
                <a:lnTo>
                  <a:pt x="191" y="339"/>
                </a:lnTo>
                <a:lnTo>
                  <a:pt x="190" y="339"/>
                </a:lnTo>
                <a:lnTo>
                  <a:pt x="189" y="340"/>
                </a:lnTo>
                <a:lnTo>
                  <a:pt x="189" y="341"/>
                </a:lnTo>
                <a:lnTo>
                  <a:pt x="189" y="342"/>
                </a:lnTo>
                <a:lnTo>
                  <a:pt x="188" y="342"/>
                </a:lnTo>
                <a:lnTo>
                  <a:pt x="187" y="343"/>
                </a:lnTo>
                <a:lnTo>
                  <a:pt x="186" y="343"/>
                </a:lnTo>
                <a:lnTo>
                  <a:pt x="184" y="343"/>
                </a:lnTo>
                <a:lnTo>
                  <a:pt x="183" y="343"/>
                </a:lnTo>
                <a:lnTo>
                  <a:pt x="184" y="344"/>
                </a:lnTo>
                <a:lnTo>
                  <a:pt x="185" y="345"/>
                </a:lnTo>
                <a:lnTo>
                  <a:pt x="184" y="345"/>
                </a:lnTo>
                <a:lnTo>
                  <a:pt x="184" y="346"/>
                </a:lnTo>
                <a:lnTo>
                  <a:pt x="183" y="346"/>
                </a:lnTo>
                <a:lnTo>
                  <a:pt x="184" y="346"/>
                </a:lnTo>
                <a:lnTo>
                  <a:pt x="184" y="347"/>
                </a:lnTo>
                <a:lnTo>
                  <a:pt x="183" y="347"/>
                </a:lnTo>
                <a:lnTo>
                  <a:pt x="182" y="347"/>
                </a:lnTo>
                <a:lnTo>
                  <a:pt x="181" y="347"/>
                </a:lnTo>
                <a:lnTo>
                  <a:pt x="180" y="347"/>
                </a:lnTo>
                <a:lnTo>
                  <a:pt x="180" y="348"/>
                </a:lnTo>
                <a:lnTo>
                  <a:pt x="179" y="348"/>
                </a:lnTo>
                <a:lnTo>
                  <a:pt x="178" y="348"/>
                </a:lnTo>
                <a:lnTo>
                  <a:pt x="177" y="348"/>
                </a:lnTo>
                <a:lnTo>
                  <a:pt x="177" y="349"/>
                </a:lnTo>
                <a:lnTo>
                  <a:pt x="177" y="348"/>
                </a:lnTo>
                <a:lnTo>
                  <a:pt x="176" y="348"/>
                </a:lnTo>
                <a:lnTo>
                  <a:pt x="176" y="350"/>
                </a:lnTo>
                <a:lnTo>
                  <a:pt x="176" y="351"/>
                </a:lnTo>
                <a:lnTo>
                  <a:pt x="176" y="352"/>
                </a:lnTo>
                <a:lnTo>
                  <a:pt x="175" y="352"/>
                </a:lnTo>
                <a:lnTo>
                  <a:pt x="174" y="351"/>
                </a:lnTo>
                <a:lnTo>
                  <a:pt x="173" y="350"/>
                </a:lnTo>
                <a:lnTo>
                  <a:pt x="173" y="349"/>
                </a:lnTo>
                <a:lnTo>
                  <a:pt x="173" y="348"/>
                </a:lnTo>
                <a:lnTo>
                  <a:pt x="173" y="347"/>
                </a:lnTo>
                <a:lnTo>
                  <a:pt x="173" y="346"/>
                </a:lnTo>
                <a:lnTo>
                  <a:pt x="173" y="345"/>
                </a:lnTo>
                <a:lnTo>
                  <a:pt x="174" y="345"/>
                </a:lnTo>
                <a:lnTo>
                  <a:pt x="174" y="344"/>
                </a:lnTo>
                <a:lnTo>
                  <a:pt x="172" y="344"/>
                </a:lnTo>
                <a:lnTo>
                  <a:pt x="171" y="344"/>
                </a:lnTo>
                <a:lnTo>
                  <a:pt x="171" y="343"/>
                </a:lnTo>
                <a:lnTo>
                  <a:pt x="171" y="342"/>
                </a:lnTo>
                <a:lnTo>
                  <a:pt x="172" y="342"/>
                </a:lnTo>
                <a:lnTo>
                  <a:pt x="172" y="341"/>
                </a:lnTo>
                <a:lnTo>
                  <a:pt x="171" y="340"/>
                </a:lnTo>
                <a:lnTo>
                  <a:pt x="171" y="339"/>
                </a:lnTo>
                <a:lnTo>
                  <a:pt x="171" y="338"/>
                </a:lnTo>
                <a:lnTo>
                  <a:pt x="170" y="339"/>
                </a:lnTo>
                <a:lnTo>
                  <a:pt x="169" y="339"/>
                </a:lnTo>
                <a:lnTo>
                  <a:pt x="168" y="339"/>
                </a:lnTo>
                <a:lnTo>
                  <a:pt x="167" y="339"/>
                </a:lnTo>
                <a:lnTo>
                  <a:pt x="167" y="340"/>
                </a:lnTo>
                <a:lnTo>
                  <a:pt x="166" y="340"/>
                </a:lnTo>
                <a:lnTo>
                  <a:pt x="167" y="339"/>
                </a:lnTo>
                <a:lnTo>
                  <a:pt x="166" y="339"/>
                </a:lnTo>
                <a:lnTo>
                  <a:pt x="165" y="338"/>
                </a:lnTo>
                <a:lnTo>
                  <a:pt x="164" y="338"/>
                </a:lnTo>
                <a:lnTo>
                  <a:pt x="162" y="338"/>
                </a:lnTo>
                <a:lnTo>
                  <a:pt x="162" y="339"/>
                </a:lnTo>
                <a:lnTo>
                  <a:pt x="162" y="340"/>
                </a:lnTo>
                <a:lnTo>
                  <a:pt x="161" y="340"/>
                </a:lnTo>
                <a:lnTo>
                  <a:pt x="160" y="341"/>
                </a:lnTo>
                <a:lnTo>
                  <a:pt x="159" y="341"/>
                </a:lnTo>
                <a:lnTo>
                  <a:pt x="159" y="340"/>
                </a:lnTo>
                <a:lnTo>
                  <a:pt x="160" y="340"/>
                </a:lnTo>
                <a:lnTo>
                  <a:pt x="160" y="339"/>
                </a:lnTo>
                <a:lnTo>
                  <a:pt x="160" y="338"/>
                </a:lnTo>
                <a:lnTo>
                  <a:pt x="159" y="338"/>
                </a:lnTo>
                <a:lnTo>
                  <a:pt x="158" y="338"/>
                </a:lnTo>
                <a:lnTo>
                  <a:pt x="158" y="339"/>
                </a:lnTo>
                <a:lnTo>
                  <a:pt x="158" y="340"/>
                </a:lnTo>
                <a:lnTo>
                  <a:pt x="159" y="341"/>
                </a:lnTo>
                <a:lnTo>
                  <a:pt x="158" y="341"/>
                </a:lnTo>
                <a:lnTo>
                  <a:pt x="157" y="341"/>
                </a:lnTo>
                <a:lnTo>
                  <a:pt x="157" y="340"/>
                </a:lnTo>
                <a:lnTo>
                  <a:pt x="157" y="339"/>
                </a:lnTo>
                <a:lnTo>
                  <a:pt x="155" y="339"/>
                </a:lnTo>
                <a:lnTo>
                  <a:pt x="155" y="340"/>
                </a:lnTo>
                <a:lnTo>
                  <a:pt x="155" y="341"/>
                </a:lnTo>
                <a:lnTo>
                  <a:pt x="155" y="342"/>
                </a:lnTo>
                <a:lnTo>
                  <a:pt x="154" y="342"/>
                </a:lnTo>
                <a:lnTo>
                  <a:pt x="152" y="342"/>
                </a:lnTo>
                <a:lnTo>
                  <a:pt x="152" y="343"/>
                </a:lnTo>
                <a:lnTo>
                  <a:pt x="152" y="344"/>
                </a:lnTo>
                <a:lnTo>
                  <a:pt x="153" y="345"/>
                </a:lnTo>
                <a:lnTo>
                  <a:pt x="152" y="346"/>
                </a:lnTo>
                <a:lnTo>
                  <a:pt x="152" y="347"/>
                </a:lnTo>
                <a:lnTo>
                  <a:pt x="152" y="348"/>
                </a:lnTo>
                <a:lnTo>
                  <a:pt x="152" y="349"/>
                </a:lnTo>
                <a:lnTo>
                  <a:pt x="153" y="349"/>
                </a:lnTo>
                <a:lnTo>
                  <a:pt x="153" y="350"/>
                </a:lnTo>
                <a:lnTo>
                  <a:pt x="153" y="351"/>
                </a:lnTo>
                <a:lnTo>
                  <a:pt x="151" y="351"/>
                </a:lnTo>
                <a:lnTo>
                  <a:pt x="151" y="350"/>
                </a:lnTo>
                <a:lnTo>
                  <a:pt x="151" y="351"/>
                </a:lnTo>
                <a:lnTo>
                  <a:pt x="150" y="351"/>
                </a:lnTo>
                <a:lnTo>
                  <a:pt x="149" y="351"/>
                </a:lnTo>
                <a:lnTo>
                  <a:pt x="149" y="350"/>
                </a:lnTo>
                <a:lnTo>
                  <a:pt x="148" y="349"/>
                </a:lnTo>
                <a:lnTo>
                  <a:pt x="148" y="348"/>
                </a:lnTo>
                <a:lnTo>
                  <a:pt x="147" y="347"/>
                </a:lnTo>
                <a:lnTo>
                  <a:pt x="146" y="347"/>
                </a:lnTo>
                <a:lnTo>
                  <a:pt x="145" y="348"/>
                </a:lnTo>
                <a:lnTo>
                  <a:pt x="144" y="348"/>
                </a:lnTo>
                <a:lnTo>
                  <a:pt x="143" y="348"/>
                </a:lnTo>
                <a:lnTo>
                  <a:pt x="143" y="349"/>
                </a:lnTo>
                <a:lnTo>
                  <a:pt x="142" y="349"/>
                </a:lnTo>
                <a:lnTo>
                  <a:pt x="142" y="350"/>
                </a:lnTo>
                <a:lnTo>
                  <a:pt x="141" y="350"/>
                </a:lnTo>
                <a:lnTo>
                  <a:pt x="141" y="349"/>
                </a:lnTo>
                <a:lnTo>
                  <a:pt x="140" y="349"/>
                </a:lnTo>
                <a:lnTo>
                  <a:pt x="139" y="350"/>
                </a:lnTo>
                <a:lnTo>
                  <a:pt x="138" y="351"/>
                </a:lnTo>
                <a:lnTo>
                  <a:pt x="138" y="352"/>
                </a:lnTo>
                <a:lnTo>
                  <a:pt x="138" y="353"/>
                </a:lnTo>
                <a:lnTo>
                  <a:pt x="138" y="354"/>
                </a:lnTo>
                <a:lnTo>
                  <a:pt x="139" y="355"/>
                </a:lnTo>
                <a:lnTo>
                  <a:pt x="140" y="355"/>
                </a:lnTo>
                <a:lnTo>
                  <a:pt x="141" y="357"/>
                </a:lnTo>
                <a:lnTo>
                  <a:pt x="140" y="357"/>
                </a:lnTo>
                <a:lnTo>
                  <a:pt x="140" y="358"/>
                </a:lnTo>
                <a:lnTo>
                  <a:pt x="141" y="359"/>
                </a:lnTo>
                <a:lnTo>
                  <a:pt x="142" y="359"/>
                </a:lnTo>
                <a:lnTo>
                  <a:pt x="142" y="358"/>
                </a:lnTo>
                <a:lnTo>
                  <a:pt x="143" y="358"/>
                </a:lnTo>
                <a:lnTo>
                  <a:pt x="143" y="359"/>
                </a:lnTo>
                <a:lnTo>
                  <a:pt x="142" y="361"/>
                </a:lnTo>
                <a:lnTo>
                  <a:pt x="142" y="362"/>
                </a:lnTo>
                <a:lnTo>
                  <a:pt x="141" y="363"/>
                </a:lnTo>
                <a:lnTo>
                  <a:pt x="142" y="363"/>
                </a:lnTo>
                <a:lnTo>
                  <a:pt x="142" y="364"/>
                </a:lnTo>
                <a:lnTo>
                  <a:pt x="142" y="365"/>
                </a:lnTo>
                <a:lnTo>
                  <a:pt x="141" y="366"/>
                </a:lnTo>
                <a:lnTo>
                  <a:pt x="138" y="366"/>
                </a:lnTo>
                <a:lnTo>
                  <a:pt x="138" y="367"/>
                </a:lnTo>
                <a:lnTo>
                  <a:pt x="139" y="367"/>
                </a:lnTo>
                <a:lnTo>
                  <a:pt x="138" y="367"/>
                </a:lnTo>
                <a:lnTo>
                  <a:pt x="138" y="368"/>
                </a:lnTo>
                <a:lnTo>
                  <a:pt x="137" y="369"/>
                </a:lnTo>
                <a:lnTo>
                  <a:pt x="136" y="369"/>
                </a:lnTo>
                <a:lnTo>
                  <a:pt x="135" y="368"/>
                </a:lnTo>
                <a:lnTo>
                  <a:pt x="135" y="367"/>
                </a:lnTo>
                <a:lnTo>
                  <a:pt x="135" y="366"/>
                </a:lnTo>
                <a:lnTo>
                  <a:pt x="134" y="366"/>
                </a:lnTo>
                <a:lnTo>
                  <a:pt x="134" y="365"/>
                </a:lnTo>
                <a:lnTo>
                  <a:pt x="134" y="366"/>
                </a:lnTo>
                <a:lnTo>
                  <a:pt x="134" y="365"/>
                </a:lnTo>
                <a:lnTo>
                  <a:pt x="134" y="366"/>
                </a:lnTo>
                <a:lnTo>
                  <a:pt x="133" y="367"/>
                </a:lnTo>
                <a:lnTo>
                  <a:pt x="132" y="367"/>
                </a:lnTo>
                <a:lnTo>
                  <a:pt x="132" y="368"/>
                </a:lnTo>
                <a:lnTo>
                  <a:pt x="132" y="369"/>
                </a:lnTo>
                <a:lnTo>
                  <a:pt x="133" y="370"/>
                </a:lnTo>
                <a:lnTo>
                  <a:pt x="134" y="370"/>
                </a:lnTo>
                <a:lnTo>
                  <a:pt x="134" y="371"/>
                </a:lnTo>
                <a:lnTo>
                  <a:pt x="134" y="372"/>
                </a:lnTo>
                <a:lnTo>
                  <a:pt x="133" y="372"/>
                </a:lnTo>
                <a:lnTo>
                  <a:pt x="132" y="372"/>
                </a:lnTo>
                <a:lnTo>
                  <a:pt x="130" y="373"/>
                </a:lnTo>
                <a:lnTo>
                  <a:pt x="129" y="373"/>
                </a:lnTo>
                <a:lnTo>
                  <a:pt x="129" y="374"/>
                </a:lnTo>
                <a:lnTo>
                  <a:pt x="129" y="375"/>
                </a:lnTo>
                <a:lnTo>
                  <a:pt x="129" y="376"/>
                </a:lnTo>
                <a:lnTo>
                  <a:pt x="130" y="378"/>
                </a:lnTo>
                <a:lnTo>
                  <a:pt x="130" y="379"/>
                </a:lnTo>
                <a:lnTo>
                  <a:pt x="131" y="379"/>
                </a:lnTo>
                <a:lnTo>
                  <a:pt x="131" y="380"/>
                </a:lnTo>
                <a:lnTo>
                  <a:pt x="131" y="382"/>
                </a:lnTo>
                <a:lnTo>
                  <a:pt x="130" y="382"/>
                </a:lnTo>
                <a:lnTo>
                  <a:pt x="129" y="382"/>
                </a:lnTo>
                <a:lnTo>
                  <a:pt x="129" y="383"/>
                </a:lnTo>
                <a:lnTo>
                  <a:pt x="128" y="383"/>
                </a:lnTo>
                <a:lnTo>
                  <a:pt x="127" y="383"/>
                </a:lnTo>
                <a:lnTo>
                  <a:pt x="126" y="382"/>
                </a:lnTo>
                <a:lnTo>
                  <a:pt x="126" y="381"/>
                </a:lnTo>
                <a:lnTo>
                  <a:pt x="126" y="380"/>
                </a:lnTo>
                <a:lnTo>
                  <a:pt x="125" y="380"/>
                </a:lnTo>
                <a:lnTo>
                  <a:pt x="124" y="380"/>
                </a:lnTo>
                <a:lnTo>
                  <a:pt x="123" y="379"/>
                </a:lnTo>
                <a:lnTo>
                  <a:pt x="123" y="380"/>
                </a:lnTo>
                <a:lnTo>
                  <a:pt x="122" y="380"/>
                </a:lnTo>
                <a:lnTo>
                  <a:pt x="122" y="381"/>
                </a:lnTo>
                <a:lnTo>
                  <a:pt x="122" y="380"/>
                </a:lnTo>
                <a:lnTo>
                  <a:pt x="121" y="380"/>
                </a:lnTo>
                <a:lnTo>
                  <a:pt x="120" y="380"/>
                </a:lnTo>
                <a:lnTo>
                  <a:pt x="120" y="379"/>
                </a:lnTo>
                <a:lnTo>
                  <a:pt x="120" y="378"/>
                </a:lnTo>
                <a:lnTo>
                  <a:pt x="119" y="378"/>
                </a:lnTo>
                <a:lnTo>
                  <a:pt x="118" y="378"/>
                </a:lnTo>
                <a:lnTo>
                  <a:pt x="117" y="377"/>
                </a:lnTo>
                <a:lnTo>
                  <a:pt x="116" y="377"/>
                </a:lnTo>
                <a:lnTo>
                  <a:pt x="116" y="378"/>
                </a:lnTo>
                <a:lnTo>
                  <a:pt x="117" y="378"/>
                </a:lnTo>
                <a:lnTo>
                  <a:pt x="117" y="379"/>
                </a:lnTo>
                <a:lnTo>
                  <a:pt x="116" y="380"/>
                </a:lnTo>
                <a:lnTo>
                  <a:pt x="116" y="379"/>
                </a:lnTo>
                <a:lnTo>
                  <a:pt x="116" y="380"/>
                </a:lnTo>
                <a:lnTo>
                  <a:pt x="115" y="380"/>
                </a:lnTo>
                <a:lnTo>
                  <a:pt x="114" y="380"/>
                </a:lnTo>
                <a:lnTo>
                  <a:pt x="114" y="379"/>
                </a:lnTo>
                <a:lnTo>
                  <a:pt x="114" y="378"/>
                </a:lnTo>
                <a:lnTo>
                  <a:pt x="114" y="377"/>
                </a:lnTo>
                <a:lnTo>
                  <a:pt x="114" y="376"/>
                </a:lnTo>
                <a:lnTo>
                  <a:pt x="115" y="376"/>
                </a:lnTo>
                <a:lnTo>
                  <a:pt x="116" y="376"/>
                </a:lnTo>
                <a:lnTo>
                  <a:pt x="117" y="376"/>
                </a:lnTo>
                <a:lnTo>
                  <a:pt x="117" y="375"/>
                </a:lnTo>
                <a:lnTo>
                  <a:pt x="118" y="374"/>
                </a:lnTo>
                <a:lnTo>
                  <a:pt x="119" y="373"/>
                </a:lnTo>
                <a:lnTo>
                  <a:pt x="119" y="372"/>
                </a:lnTo>
                <a:lnTo>
                  <a:pt x="119" y="370"/>
                </a:lnTo>
                <a:lnTo>
                  <a:pt x="118" y="369"/>
                </a:lnTo>
                <a:lnTo>
                  <a:pt x="118" y="368"/>
                </a:lnTo>
                <a:lnTo>
                  <a:pt x="119" y="367"/>
                </a:lnTo>
                <a:lnTo>
                  <a:pt x="120" y="368"/>
                </a:lnTo>
                <a:lnTo>
                  <a:pt x="121" y="367"/>
                </a:lnTo>
                <a:lnTo>
                  <a:pt x="121" y="366"/>
                </a:lnTo>
                <a:lnTo>
                  <a:pt x="121" y="365"/>
                </a:lnTo>
                <a:lnTo>
                  <a:pt x="120" y="365"/>
                </a:lnTo>
                <a:lnTo>
                  <a:pt x="120" y="364"/>
                </a:lnTo>
                <a:lnTo>
                  <a:pt x="119" y="364"/>
                </a:lnTo>
                <a:lnTo>
                  <a:pt x="119" y="363"/>
                </a:lnTo>
                <a:lnTo>
                  <a:pt x="120" y="363"/>
                </a:lnTo>
                <a:lnTo>
                  <a:pt x="121" y="364"/>
                </a:lnTo>
                <a:lnTo>
                  <a:pt x="122" y="364"/>
                </a:lnTo>
                <a:lnTo>
                  <a:pt x="122" y="363"/>
                </a:lnTo>
                <a:lnTo>
                  <a:pt x="122" y="362"/>
                </a:lnTo>
                <a:lnTo>
                  <a:pt x="122" y="361"/>
                </a:lnTo>
                <a:lnTo>
                  <a:pt x="121" y="361"/>
                </a:lnTo>
                <a:lnTo>
                  <a:pt x="121" y="362"/>
                </a:lnTo>
                <a:lnTo>
                  <a:pt x="120" y="362"/>
                </a:lnTo>
                <a:lnTo>
                  <a:pt x="119" y="362"/>
                </a:lnTo>
                <a:lnTo>
                  <a:pt x="119" y="361"/>
                </a:lnTo>
                <a:lnTo>
                  <a:pt x="119" y="360"/>
                </a:lnTo>
                <a:lnTo>
                  <a:pt x="119" y="359"/>
                </a:lnTo>
                <a:lnTo>
                  <a:pt x="117" y="359"/>
                </a:lnTo>
                <a:lnTo>
                  <a:pt x="117" y="358"/>
                </a:lnTo>
                <a:lnTo>
                  <a:pt x="116" y="358"/>
                </a:lnTo>
                <a:lnTo>
                  <a:pt x="115" y="357"/>
                </a:lnTo>
                <a:lnTo>
                  <a:pt x="114" y="356"/>
                </a:lnTo>
                <a:lnTo>
                  <a:pt x="114" y="355"/>
                </a:lnTo>
                <a:lnTo>
                  <a:pt x="114" y="354"/>
                </a:lnTo>
                <a:lnTo>
                  <a:pt x="114" y="352"/>
                </a:lnTo>
                <a:lnTo>
                  <a:pt x="113" y="351"/>
                </a:lnTo>
                <a:lnTo>
                  <a:pt x="112" y="351"/>
                </a:lnTo>
                <a:lnTo>
                  <a:pt x="112" y="350"/>
                </a:lnTo>
                <a:lnTo>
                  <a:pt x="111" y="350"/>
                </a:lnTo>
                <a:lnTo>
                  <a:pt x="111" y="349"/>
                </a:lnTo>
                <a:lnTo>
                  <a:pt x="110" y="349"/>
                </a:lnTo>
                <a:lnTo>
                  <a:pt x="111" y="349"/>
                </a:lnTo>
                <a:lnTo>
                  <a:pt x="110" y="348"/>
                </a:lnTo>
                <a:lnTo>
                  <a:pt x="109" y="348"/>
                </a:lnTo>
                <a:lnTo>
                  <a:pt x="108" y="347"/>
                </a:lnTo>
                <a:lnTo>
                  <a:pt x="107" y="346"/>
                </a:lnTo>
                <a:lnTo>
                  <a:pt x="107" y="345"/>
                </a:lnTo>
                <a:lnTo>
                  <a:pt x="106" y="345"/>
                </a:lnTo>
                <a:lnTo>
                  <a:pt x="106" y="344"/>
                </a:lnTo>
                <a:lnTo>
                  <a:pt x="105" y="345"/>
                </a:lnTo>
                <a:lnTo>
                  <a:pt x="106" y="345"/>
                </a:lnTo>
                <a:lnTo>
                  <a:pt x="105" y="346"/>
                </a:lnTo>
                <a:lnTo>
                  <a:pt x="104" y="346"/>
                </a:lnTo>
                <a:lnTo>
                  <a:pt x="104" y="347"/>
                </a:lnTo>
                <a:lnTo>
                  <a:pt x="105" y="347"/>
                </a:lnTo>
                <a:lnTo>
                  <a:pt x="105" y="348"/>
                </a:lnTo>
                <a:lnTo>
                  <a:pt x="104" y="348"/>
                </a:lnTo>
                <a:lnTo>
                  <a:pt x="104" y="349"/>
                </a:lnTo>
                <a:lnTo>
                  <a:pt x="104" y="350"/>
                </a:lnTo>
                <a:lnTo>
                  <a:pt x="105" y="350"/>
                </a:lnTo>
                <a:lnTo>
                  <a:pt x="105" y="351"/>
                </a:lnTo>
                <a:lnTo>
                  <a:pt x="105" y="352"/>
                </a:lnTo>
                <a:lnTo>
                  <a:pt x="106" y="352"/>
                </a:lnTo>
                <a:lnTo>
                  <a:pt x="107" y="353"/>
                </a:lnTo>
                <a:lnTo>
                  <a:pt x="108" y="353"/>
                </a:lnTo>
                <a:lnTo>
                  <a:pt x="108" y="354"/>
                </a:lnTo>
                <a:lnTo>
                  <a:pt x="108" y="355"/>
                </a:lnTo>
                <a:lnTo>
                  <a:pt x="108" y="356"/>
                </a:lnTo>
                <a:lnTo>
                  <a:pt x="109" y="356"/>
                </a:lnTo>
                <a:lnTo>
                  <a:pt x="109" y="357"/>
                </a:lnTo>
                <a:lnTo>
                  <a:pt x="110" y="357"/>
                </a:lnTo>
                <a:lnTo>
                  <a:pt x="110" y="358"/>
                </a:lnTo>
                <a:lnTo>
                  <a:pt x="110" y="359"/>
                </a:lnTo>
                <a:lnTo>
                  <a:pt x="111" y="360"/>
                </a:lnTo>
                <a:lnTo>
                  <a:pt x="111" y="361"/>
                </a:lnTo>
                <a:lnTo>
                  <a:pt x="110" y="362"/>
                </a:lnTo>
                <a:lnTo>
                  <a:pt x="109" y="362"/>
                </a:lnTo>
                <a:lnTo>
                  <a:pt x="109" y="363"/>
                </a:lnTo>
                <a:lnTo>
                  <a:pt x="109" y="365"/>
                </a:lnTo>
                <a:lnTo>
                  <a:pt x="109" y="366"/>
                </a:lnTo>
                <a:lnTo>
                  <a:pt x="108" y="366"/>
                </a:lnTo>
                <a:lnTo>
                  <a:pt x="108" y="367"/>
                </a:lnTo>
                <a:lnTo>
                  <a:pt x="108" y="368"/>
                </a:lnTo>
                <a:lnTo>
                  <a:pt x="108" y="369"/>
                </a:lnTo>
                <a:lnTo>
                  <a:pt x="109" y="369"/>
                </a:lnTo>
                <a:lnTo>
                  <a:pt x="109" y="370"/>
                </a:lnTo>
                <a:lnTo>
                  <a:pt x="110" y="370"/>
                </a:lnTo>
                <a:lnTo>
                  <a:pt x="110" y="371"/>
                </a:lnTo>
                <a:lnTo>
                  <a:pt x="111" y="371"/>
                </a:lnTo>
                <a:lnTo>
                  <a:pt x="111" y="370"/>
                </a:lnTo>
                <a:lnTo>
                  <a:pt x="111" y="371"/>
                </a:lnTo>
                <a:lnTo>
                  <a:pt x="110" y="372"/>
                </a:lnTo>
                <a:lnTo>
                  <a:pt x="109" y="372"/>
                </a:lnTo>
                <a:lnTo>
                  <a:pt x="109" y="371"/>
                </a:lnTo>
                <a:lnTo>
                  <a:pt x="109" y="370"/>
                </a:lnTo>
                <a:lnTo>
                  <a:pt x="108" y="369"/>
                </a:lnTo>
                <a:lnTo>
                  <a:pt x="107" y="369"/>
                </a:lnTo>
                <a:lnTo>
                  <a:pt x="106" y="368"/>
                </a:lnTo>
                <a:lnTo>
                  <a:pt x="106" y="369"/>
                </a:lnTo>
                <a:lnTo>
                  <a:pt x="105" y="369"/>
                </a:lnTo>
                <a:lnTo>
                  <a:pt x="105" y="370"/>
                </a:lnTo>
                <a:lnTo>
                  <a:pt x="106" y="370"/>
                </a:lnTo>
                <a:lnTo>
                  <a:pt x="107" y="371"/>
                </a:lnTo>
                <a:lnTo>
                  <a:pt x="107" y="372"/>
                </a:lnTo>
                <a:lnTo>
                  <a:pt x="108" y="373"/>
                </a:lnTo>
                <a:lnTo>
                  <a:pt x="109" y="374"/>
                </a:lnTo>
                <a:lnTo>
                  <a:pt x="109" y="375"/>
                </a:lnTo>
                <a:lnTo>
                  <a:pt x="108" y="375"/>
                </a:lnTo>
                <a:lnTo>
                  <a:pt x="108" y="374"/>
                </a:lnTo>
                <a:lnTo>
                  <a:pt x="107" y="375"/>
                </a:lnTo>
                <a:lnTo>
                  <a:pt x="106" y="375"/>
                </a:lnTo>
                <a:lnTo>
                  <a:pt x="105" y="375"/>
                </a:lnTo>
                <a:lnTo>
                  <a:pt x="106" y="374"/>
                </a:lnTo>
                <a:lnTo>
                  <a:pt x="105" y="374"/>
                </a:lnTo>
                <a:lnTo>
                  <a:pt x="103" y="372"/>
                </a:lnTo>
                <a:lnTo>
                  <a:pt x="102" y="373"/>
                </a:lnTo>
                <a:lnTo>
                  <a:pt x="102" y="372"/>
                </a:lnTo>
                <a:lnTo>
                  <a:pt x="101" y="372"/>
                </a:lnTo>
                <a:lnTo>
                  <a:pt x="100" y="372"/>
                </a:lnTo>
                <a:lnTo>
                  <a:pt x="100" y="371"/>
                </a:lnTo>
                <a:lnTo>
                  <a:pt x="99" y="371"/>
                </a:lnTo>
                <a:lnTo>
                  <a:pt x="98" y="372"/>
                </a:lnTo>
                <a:lnTo>
                  <a:pt x="99" y="373"/>
                </a:lnTo>
                <a:lnTo>
                  <a:pt x="98" y="373"/>
                </a:lnTo>
                <a:lnTo>
                  <a:pt x="98" y="374"/>
                </a:lnTo>
                <a:lnTo>
                  <a:pt x="98" y="375"/>
                </a:lnTo>
                <a:lnTo>
                  <a:pt x="97" y="376"/>
                </a:lnTo>
                <a:lnTo>
                  <a:pt x="96" y="376"/>
                </a:lnTo>
                <a:lnTo>
                  <a:pt x="96" y="375"/>
                </a:lnTo>
                <a:lnTo>
                  <a:pt x="95" y="374"/>
                </a:lnTo>
                <a:lnTo>
                  <a:pt x="95" y="375"/>
                </a:lnTo>
                <a:lnTo>
                  <a:pt x="94" y="375"/>
                </a:lnTo>
                <a:lnTo>
                  <a:pt x="94" y="374"/>
                </a:lnTo>
                <a:lnTo>
                  <a:pt x="94" y="373"/>
                </a:lnTo>
                <a:lnTo>
                  <a:pt x="93" y="373"/>
                </a:lnTo>
                <a:lnTo>
                  <a:pt x="94" y="372"/>
                </a:lnTo>
                <a:lnTo>
                  <a:pt x="95" y="372"/>
                </a:lnTo>
                <a:lnTo>
                  <a:pt x="95" y="370"/>
                </a:lnTo>
                <a:lnTo>
                  <a:pt x="94" y="368"/>
                </a:lnTo>
                <a:lnTo>
                  <a:pt x="93" y="368"/>
                </a:lnTo>
                <a:lnTo>
                  <a:pt x="93" y="366"/>
                </a:lnTo>
                <a:lnTo>
                  <a:pt x="92" y="366"/>
                </a:lnTo>
                <a:lnTo>
                  <a:pt x="93" y="366"/>
                </a:lnTo>
                <a:lnTo>
                  <a:pt x="93" y="365"/>
                </a:lnTo>
                <a:lnTo>
                  <a:pt x="93" y="364"/>
                </a:lnTo>
                <a:lnTo>
                  <a:pt x="92" y="364"/>
                </a:lnTo>
                <a:lnTo>
                  <a:pt x="91" y="364"/>
                </a:lnTo>
                <a:lnTo>
                  <a:pt x="91" y="363"/>
                </a:lnTo>
                <a:lnTo>
                  <a:pt x="91" y="362"/>
                </a:lnTo>
                <a:lnTo>
                  <a:pt x="92" y="362"/>
                </a:lnTo>
                <a:lnTo>
                  <a:pt x="92" y="361"/>
                </a:lnTo>
                <a:lnTo>
                  <a:pt x="91" y="361"/>
                </a:lnTo>
                <a:lnTo>
                  <a:pt x="91" y="358"/>
                </a:lnTo>
                <a:lnTo>
                  <a:pt x="91" y="357"/>
                </a:lnTo>
                <a:lnTo>
                  <a:pt x="90" y="357"/>
                </a:lnTo>
                <a:lnTo>
                  <a:pt x="90" y="356"/>
                </a:lnTo>
                <a:lnTo>
                  <a:pt x="89" y="356"/>
                </a:lnTo>
                <a:lnTo>
                  <a:pt x="90" y="356"/>
                </a:lnTo>
                <a:lnTo>
                  <a:pt x="89" y="355"/>
                </a:lnTo>
                <a:lnTo>
                  <a:pt x="89" y="354"/>
                </a:lnTo>
                <a:lnTo>
                  <a:pt x="88" y="354"/>
                </a:lnTo>
                <a:lnTo>
                  <a:pt x="88" y="353"/>
                </a:lnTo>
                <a:lnTo>
                  <a:pt x="88" y="352"/>
                </a:lnTo>
                <a:lnTo>
                  <a:pt x="89" y="351"/>
                </a:lnTo>
                <a:lnTo>
                  <a:pt x="87" y="349"/>
                </a:lnTo>
                <a:lnTo>
                  <a:pt x="86" y="349"/>
                </a:lnTo>
                <a:lnTo>
                  <a:pt x="86" y="348"/>
                </a:lnTo>
                <a:lnTo>
                  <a:pt x="86" y="347"/>
                </a:lnTo>
                <a:lnTo>
                  <a:pt x="86" y="346"/>
                </a:lnTo>
                <a:lnTo>
                  <a:pt x="87" y="346"/>
                </a:lnTo>
                <a:lnTo>
                  <a:pt x="86" y="345"/>
                </a:lnTo>
                <a:lnTo>
                  <a:pt x="86" y="344"/>
                </a:lnTo>
                <a:lnTo>
                  <a:pt x="87" y="343"/>
                </a:lnTo>
                <a:lnTo>
                  <a:pt x="87" y="342"/>
                </a:lnTo>
                <a:lnTo>
                  <a:pt x="86" y="341"/>
                </a:lnTo>
                <a:lnTo>
                  <a:pt x="85" y="341"/>
                </a:lnTo>
                <a:lnTo>
                  <a:pt x="85" y="340"/>
                </a:lnTo>
                <a:lnTo>
                  <a:pt x="84" y="339"/>
                </a:lnTo>
                <a:lnTo>
                  <a:pt x="84" y="338"/>
                </a:lnTo>
                <a:lnTo>
                  <a:pt x="83" y="338"/>
                </a:lnTo>
                <a:lnTo>
                  <a:pt x="82" y="338"/>
                </a:lnTo>
                <a:lnTo>
                  <a:pt x="82" y="337"/>
                </a:lnTo>
                <a:lnTo>
                  <a:pt x="81" y="337"/>
                </a:lnTo>
                <a:lnTo>
                  <a:pt x="80" y="336"/>
                </a:lnTo>
                <a:lnTo>
                  <a:pt x="79" y="335"/>
                </a:lnTo>
                <a:lnTo>
                  <a:pt x="79" y="336"/>
                </a:lnTo>
                <a:lnTo>
                  <a:pt x="78" y="337"/>
                </a:lnTo>
                <a:lnTo>
                  <a:pt x="77" y="337"/>
                </a:lnTo>
                <a:lnTo>
                  <a:pt x="76" y="337"/>
                </a:lnTo>
                <a:lnTo>
                  <a:pt x="75" y="337"/>
                </a:lnTo>
                <a:lnTo>
                  <a:pt x="74" y="337"/>
                </a:lnTo>
                <a:lnTo>
                  <a:pt x="73" y="337"/>
                </a:lnTo>
                <a:lnTo>
                  <a:pt x="73" y="338"/>
                </a:lnTo>
                <a:lnTo>
                  <a:pt x="72" y="337"/>
                </a:lnTo>
                <a:lnTo>
                  <a:pt x="71" y="337"/>
                </a:lnTo>
                <a:lnTo>
                  <a:pt x="70" y="336"/>
                </a:lnTo>
                <a:lnTo>
                  <a:pt x="70" y="335"/>
                </a:lnTo>
                <a:lnTo>
                  <a:pt x="69" y="336"/>
                </a:lnTo>
                <a:lnTo>
                  <a:pt x="68" y="337"/>
                </a:lnTo>
                <a:lnTo>
                  <a:pt x="67" y="336"/>
                </a:lnTo>
                <a:lnTo>
                  <a:pt x="67" y="335"/>
                </a:lnTo>
                <a:lnTo>
                  <a:pt x="67" y="334"/>
                </a:lnTo>
                <a:lnTo>
                  <a:pt x="67" y="333"/>
                </a:lnTo>
                <a:lnTo>
                  <a:pt x="68" y="333"/>
                </a:lnTo>
                <a:lnTo>
                  <a:pt x="68" y="332"/>
                </a:lnTo>
                <a:lnTo>
                  <a:pt x="67" y="332"/>
                </a:lnTo>
                <a:lnTo>
                  <a:pt x="66" y="332"/>
                </a:lnTo>
                <a:lnTo>
                  <a:pt x="66" y="333"/>
                </a:lnTo>
                <a:lnTo>
                  <a:pt x="66" y="332"/>
                </a:lnTo>
                <a:lnTo>
                  <a:pt x="65" y="332"/>
                </a:lnTo>
                <a:lnTo>
                  <a:pt x="64" y="331"/>
                </a:lnTo>
                <a:lnTo>
                  <a:pt x="64" y="330"/>
                </a:lnTo>
                <a:lnTo>
                  <a:pt x="63" y="330"/>
                </a:lnTo>
                <a:lnTo>
                  <a:pt x="62" y="329"/>
                </a:lnTo>
                <a:lnTo>
                  <a:pt x="61" y="330"/>
                </a:lnTo>
                <a:lnTo>
                  <a:pt x="62" y="330"/>
                </a:lnTo>
                <a:lnTo>
                  <a:pt x="63" y="330"/>
                </a:lnTo>
                <a:lnTo>
                  <a:pt x="63" y="331"/>
                </a:lnTo>
                <a:lnTo>
                  <a:pt x="62" y="331"/>
                </a:lnTo>
                <a:lnTo>
                  <a:pt x="61" y="330"/>
                </a:lnTo>
                <a:lnTo>
                  <a:pt x="60" y="331"/>
                </a:lnTo>
                <a:lnTo>
                  <a:pt x="60" y="332"/>
                </a:lnTo>
                <a:lnTo>
                  <a:pt x="59" y="332"/>
                </a:lnTo>
                <a:lnTo>
                  <a:pt x="59" y="333"/>
                </a:lnTo>
                <a:lnTo>
                  <a:pt x="58" y="333"/>
                </a:lnTo>
                <a:lnTo>
                  <a:pt x="58" y="334"/>
                </a:lnTo>
                <a:lnTo>
                  <a:pt x="57" y="334"/>
                </a:lnTo>
                <a:lnTo>
                  <a:pt x="55" y="335"/>
                </a:lnTo>
                <a:lnTo>
                  <a:pt x="55" y="336"/>
                </a:lnTo>
                <a:lnTo>
                  <a:pt x="56" y="336"/>
                </a:lnTo>
                <a:lnTo>
                  <a:pt x="56" y="337"/>
                </a:lnTo>
                <a:lnTo>
                  <a:pt x="55" y="337"/>
                </a:lnTo>
                <a:lnTo>
                  <a:pt x="54" y="337"/>
                </a:lnTo>
                <a:lnTo>
                  <a:pt x="53" y="336"/>
                </a:lnTo>
                <a:lnTo>
                  <a:pt x="53" y="335"/>
                </a:lnTo>
                <a:lnTo>
                  <a:pt x="53" y="334"/>
                </a:lnTo>
                <a:lnTo>
                  <a:pt x="52" y="334"/>
                </a:lnTo>
                <a:lnTo>
                  <a:pt x="51" y="334"/>
                </a:lnTo>
                <a:lnTo>
                  <a:pt x="50" y="335"/>
                </a:lnTo>
                <a:lnTo>
                  <a:pt x="50" y="334"/>
                </a:lnTo>
                <a:lnTo>
                  <a:pt x="49" y="334"/>
                </a:lnTo>
                <a:lnTo>
                  <a:pt x="48" y="333"/>
                </a:lnTo>
                <a:lnTo>
                  <a:pt x="46" y="333"/>
                </a:lnTo>
                <a:lnTo>
                  <a:pt x="46" y="334"/>
                </a:lnTo>
                <a:lnTo>
                  <a:pt x="45" y="334"/>
                </a:lnTo>
                <a:lnTo>
                  <a:pt x="45" y="333"/>
                </a:lnTo>
                <a:lnTo>
                  <a:pt x="45" y="332"/>
                </a:lnTo>
                <a:lnTo>
                  <a:pt x="46" y="332"/>
                </a:lnTo>
                <a:lnTo>
                  <a:pt x="46" y="333"/>
                </a:lnTo>
                <a:lnTo>
                  <a:pt x="46" y="332"/>
                </a:lnTo>
                <a:lnTo>
                  <a:pt x="45" y="332"/>
                </a:lnTo>
                <a:lnTo>
                  <a:pt x="45" y="331"/>
                </a:lnTo>
                <a:lnTo>
                  <a:pt x="45" y="330"/>
                </a:lnTo>
                <a:lnTo>
                  <a:pt x="44" y="330"/>
                </a:lnTo>
                <a:lnTo>
                  <a:pt x="44" y="329"/>
                </a:lnTo>
                <a:lnTo>
                  <a:pt x="43" y="329"/>
                </a:lnTo>
                <a:lnTo>
                  <a:pt x="42" y="329"/>
                </a:lnTo>
                <a:lnTo>
                  <a:pt x="42" y="328"/>
                </a:lnTo>
                <a:lnTo>
                  <a:pt x="42" y="327"/>
                </a:lnTo>
                <a:lnTo>
                  <a:pt x="42" y="326"/>
                </a:lnTo>
                <a:lnTo>
                  <a:pt x="42" y="325"/>
                </a:lnTo>
                <a:lnTo>
                  <a:pt x="41" y="325"/>
                </a:lnTo>
                <a:lnTo>
                  <a:pt x="41" y="324"/>
                </a:lnTo>
                <a:lnTo>
                  <a:pt x="40" y="323"/>
                </a:lnTo>
                <a:lnTo>
                  <a:pt x="41" y="322"/>
                </a:lnTo>
                <a:lnTo>
                  <a:pt x="41" y="321"/>
                </a:lnTo>
                <a:lnTo>
                  <a:pt x="42" y="321"/>
                </a:lnTo>
                <a:lnTo>
                  <a:pt x="42" y="320"/>
                </a:lnTo>
                <a:lnTo>
                  <a:pt x="41" y="320"/>
                </a:lnTo>
                <a:lnTo>
                  <a:pt x="40" y="319"/>
                </a:lnTo>
                <a:lnTo>
                  <a:pt x="40" y="318"/>
                </a:lnTo>
                <a:lnTo>
                  <a:pt x="40" y="317"/>
                </a:lnTo>
                <a:lnTo>
                  <a:pt x="39" y="317"/>
                </a:lnTo>
                <a:lnTo>
                  <a:pt x="39" y="316"/>
                </a:lnTo>
                <a:lnTo>
                  <a:pt x="39" y="315"/>
                </a:lnTo>
                <a:lnTo>
                  <a:pt x="40" y="314"/>
                </a:lnTo>
                <a:lnTo>
                  <a:pt x="41" y="314"/>
                </a:lnTo>
                <a:lnTo>
                  <a:pt x="41" y="313"/>
                </a:lnTo>
                <a:lnTo>
                  <a:pt x="40" y="313"/>
                </a:lnTo>
                <a:lnTo>
                  <a:pt x="40" y="314"/>
                </a:lnTo>
                <a:lnTo>
                  <a:pt x="39" y="314"/>
                </a:lnTo>
                <a:lnTo>
                  <a:pt x="39" y="313"/>
                </a:lnTo>
                <a:lnTo>
                  <a:pt x="39" y="312"/>
                </a:lnTo>
                <a:lnTo>
                  <a:pt x="39" y="311"/>
                </a:lnTo>
                <a:lnTo>
                  <a:pt x="38" y="310"/>
                </a:lnTo>
                <a:lnTo>
                  <a:pt x="38" y="309"/>
                </a:lnTo>
                <a:lnTo>
                  <a:pt x="37" y="309"/>
                </a:lnTo>
                <a:lnTo>
                  <a:pt x="38" y="308"/>
                </a:lnTo>
                <a:lnTo>
                  <a:pt x="39" y="308"/>
                </a:lnTo>
                <a:lnTo>
                  <a:pt x="39" y="307"/>
                </a:lnTo>
                <a:lnTo>
                  <a:pt x="38" y="306"/>
                </a:lnTo>
                <a:lnTo>
                  <a:pt x="37" y="306"/>
                </a:lnTo>
                <a:lnTo>
                  <a:pt x="37" y="305"/>
                </a:lnTo>
                <a:lnTo>
                  <a:pt x="38" y="305"/>
                </a:lnTo>
                <a:lnTo>
                  <a:pt x="37" y="305"/>
                </a:lnTo>
                <a:lnTo>
                  <a:pt x="37" y="304"/>
                </a:lnTo>
                <a:lnTo>
                  <a:pt x="37" y="303"/>
                </a:lnTo>
                <a:lnTo>
                  <a:pt x="37" y="302"/>
                </a:lnTo>
                <a:lnTo>
                  <a:pt x="36" y="301"/>
                </a:lnTo>
                <a:lnTo>
                  <a:pt x="36" y="300"/>
                </a:lnTo>
                <a:lnTo>
                  <a:pt x="36" y="299"/>
                </a:lnTo>
                <a:lnTo>
                  <a:pt x="36" y="298"/>
                </a:lnTo>
                <a:lnTo>
                  <a:pt x="37" y="298"/>
                </a:lnTo>
                <a:lnTo>
                  <a:pt x="38" y="298"/>
                </a:lnTo>
                <a:lnTo>
                  <a:pt x="38" y="297"/>
                </a:lnTo>
                <a:lnTo>
                  <a:pt x="37" y="297"/>
                </a:lnTo>
                <a:lnTo>
                  <a:pt x="36" y="297"/>
                </a:lnTo>
                <a:lnTo>
                  <a:pt x="35" y="298"/>
                </a:lnTo>
                <a:lnTo>
                  <a:pt x="35" y="299"/>
                </a:lnTo>
                <a:lnTo>
                  <a:pt x="34" y="299"/>
                </a:lnTo>
                <a:lnTo>
                  <a:pt x="33" y="299"/>
                </a:lnTo>
                <a:lnTo>
                  <a:pt x="33" y="300"/>
                </a:lnTo>
                <a:lnTo>
                  <a:pt x="34" y="300"/>
                </a:lnTo>
                <a:lnTo>
                  <a:pt x="34" y="301"/>
                </a:lnTo>
                <a:lnTo>
                  <a:pt x="33" y="301"/>
                </a:lnTo>
                <a:lnTo>
                  <a:pt x="32" y="301"/>
                </a:lnTo>
                <a:lnTo>
                  <a:pt x="31" y="300"/>
                </a:lnTo>
                <a:lnTo>
                  <a:pt x="31" y="299"/>
                </a:lnTo>
                <a:lnTo>
                  <a:pt x="30" y="299"/>
                </a:lnTo>
                <a:lnTo>
                  <a:pt x="29" y="299"/>
                </a:lnTo>
                <a:lnTo>
                  <a:pt x="29" y="300"/>
                </a:lnTo>
                <a:lnTo>
                  <a:pt x="29" y="301"/>
                </a:lnTo>
                <a:lnTo>
                  <a:pt x="28" y="301"/>
                </a:lnTo>
                <a:lnTo>
                  <a:pt x="28" y="299"/>
                </a:lnTo>
                <a:lnTo>
                  <a:pt x="29" y="299"/>
                </a:lnTo>
                <a:lnTo>
                  <a:pt x="28" y="299"/>
                </a:lnTo>
                <a:lnTo>
                  <a:pt x="27" y="299"/>
                </a:lnTo>
                <a:lnTo>
                  <a:pt x="26" y="300"/>
                </a:lnTo>
                <a:lnTo>
                  <a:pt x="25" y="299"/>
                </a:lnTo>
                <a:lnTo>
                  <a:pt x="24" y="299"/>
                </a:lnTo>
                <a:lnTo>
                  <a:pt x="22" y="299"/>
                </a:lnTo>
                <a:lnTo>
                  <a:pt x="21" y="299"/>
                </a:lnTo>
                <a:lnTo>
                  <a:pt x="21" y="300"/>
                </a:lnTo>
                <a:lnTo>
                  <a:pt x="20" y="300"/>
                </a:lnTo>
                <a:lnTo>
                  <a:pt x="19" y="300"/>
                </a:lnTo>
                <a:lnTo>
                  <a:pt x="19" y="299"/>
                </a:lnTo>
                <a:lnTo>
                  <a:pt x="20" y="299"/>
                </a:lnTo>
                <a:lnTo>
                  <a:pt x="20" y="298"/>
                </a:lnTo>
                <a:lnTo>
                  <a:pt x="19" y="298"/>
                </a:lnTo>
                <a:lnTo>
                  <a:pt x="18" y="299"/>
                </a:lnTo>
                <a:lnTo>
                  <a:pt x="17" y="299"/>
                </a:lnTo>
                <a:lnTo>
                  <a:pt x="16" y="299"/>
                </a:lnTo>
                <a:lnTo>
                  <a:pt x="16" y="298"/>
                </a:lnTo>
                <a:lnTo>
                  <a:pt x="15" y="298"/>
                </a:lnTo>
                <a:lnTo>
                  <a:pt x="15" y="295"/>
                </a:lnTo>
                <a:lnTo>
                  <a:pt x="16" y="295"/>
                </a:lnTo>
                <a:lnTo>
                  <a:pt x="15" y="294"/>
                </a:lnTo>
                <a:lnTo>
                  <a:pt x="14" y="294"/>
                </a:lnTo>
                <a:lnTo>
                  <a:pt x="14" y="295"/>
                </a:lnTo>
                <a:lnTo>
                  <a:pt x="13" y="295"/>
                </a:lnTo>
                <a:lnTo>
                  <a:pt x="13" y="294"/>
                </a:lnTo>
                <a:lnTo>
                  <a:pt x="13" y="295"/>
                </a:lnTo>
                <a:lnTo>
                  <a:pt x="12" y="295"/>
                </a:lnTo>
                <a:lnTo>
                  <a:pt x="11" y="296"/>
                </a:lnTo>
                <a:lnTo>
                  <a:pt x="11" y="295"/>
                </a:lnTo>
                <a:lnTo>
                  <a:pt x="12" y="294"/>
                </a:lnTo>
                <a:lnTo>
                  <a:pt x="12" y="293"/>
                </a:lnTo>
                <a:lnTo>
                  <a:pt x="11" y="292"/>
                </a:lnTo>
                <a:lnTo>
                  <a:pt x="11" y="291"/>
                </a:lnTo>
                <a:lnTo>
                  <a:pt x="12" y="290"/>
                </a:lnTo>
                <a:lnTo>
                  <a:pt x="13" y="290"/>
                </a:lnTo>
                <a:lnTo>
                  <a:pt x="13" y="289"/>
                </a:lnTo>
                <a:lnTo>
                  <a:pt x="12" y="289"/>
                </a:lnTo>
                <a:lnTo>
                  <a:pt x="12" y="288"/>
                </a:lnTo>
                <a:lnTo>
                  <a:pt x="13" y="288"/>
                </a:lnTo>
                <a:lnTo>
                  <a:pt x="13" y="287"/>
                </a:lnTo>
                <a:lnTo>
                  <a:pt x="13" y="286"/>
                </a:lnTo>
                <a:lnTo>
                  <a:pt x="12" y="285"/>
                </a:lnTo>
                <a:lnTo>
                  <a:pt x="12" y="284"/>
                </a:lnTo>
                <a:lnTo>
                  <a:pt x="11" y="284"/>
                </a:lnTo>
                <a:lnTo>
                  <a:pt x="9" y="284"/>
                </a:lnTo>
                <a:lnTo>
                  <a:pt x="8" y="284"/>
                </a:lnTo>
                <a:lnTo>
                  <a:pt x="7" y="285"/>
                </a:lnTo>
                <a:lnTo>
                  <a:pt x="7" y="284"/>
                </a:lnTo>
                <a:lnTo>
                  <a:pt x="7" y="283"/>
                </a:lnTo>
                <a:lnTo>
                  <a:pt x="8" y="283"/>
                </a:lnTo>
                <a:lnTo>
                  <a:pt x="9" y="283"/>
                </a:lnTo>
                <a:lnTo>
                  <a:pt x="9" y="282"/>
                </a:lnTo>
                <a:lnTo>
                  <a:pt x="9" y="281"/>
                </a:lnTo>
                <a:lnTo>
                  <a:pt x="8" y="281"/>
                </a:lnTo>
                <a:lnTo>
                  <a:pt x="7" y="280"/>
                </a:lnTo>
                <a:lnTo>
                  <a:pt x="6" y="280"/>
                </a:lnTo>
                <a:lnTo>
                  <a:pt x="6" y="281"/>
                </a:lnTo>
                <a:lnTo>
                  <a:pt x="5" y="282"/>
                </a:lnTo>
                <a:lnTo>
                  <a:pt x="5" y="281"/>
                </a:lnTo>
                <a:lnTo>
                  <a:pt x="4" y="281"/>
                </a:lnTo>
                <a:lnTo>
                  <a:pt x="4" y="282"/>
                </a:lnTo>
                <a:lnTo>
                  <a:pt x="3" y="282"/>
                </a:lnTo>
                <a:lnTo>
                  <a:pt x="3" y="281"/>
                </a:lnTo>
                <a:lnTo>
                  <a:pt x="4" y="281"/>
                </a:lnTo>
                <a:lnTo>
                  <a:pt x="4" y="280"/>
                </a:lnTo>
                <a:lnTo>
                  <a:pt x="3" y="279"/>
                </a:lnTo>
                <a:lnTo>
                  <a:pt x="2" y="279"/>
                </a:lnTo>
                <a:lnTo>
                  <a:pt x="2" y="278"/>
                </a:lnTo>
                <a:lnTo>
                  <a:pt x="2" y="277"/>
                </a:lnTo>
                <a:lnTo>
                  <a:pt x="3" y="277"/>
                </a:lnTo>
                <a:lnTo>
                  <a:pt x="3" y="276"/>
                </a:lnTo>
                <a:lnTo>
                  <a:pt x="2" y="276"/>
                </a:lnTo>
                <a:lnTo>
                  <a:pt x="2" y="275"/>
                </a:lnTo>
                <a:lnTo>
                  <a:pt x="2" y="274"/>
                </a:lnTo>
                <a:lnTo>
                  <a:pt x="1" y="273"/>
                </a:lnTo>
                <a:lnTo>
                  <a:pt x="0" y="273"/>
                </a:lnTo>
                <a:lnTo>
                  <a:pt x="0" y="272"/>
                </a:lnTo>
                <a:lnTo>
                  <a:pt x="0" y="271"/>
                </a:lnTo>
                <a:lnTo>
                  <a:pt x="0" y="270"/>
                </a:lnTo>
                <a:lnTo>
                  <a:pt x="0" y="269"/>
                </a:lnTo>
                <a:lnTo>
                  <a:pt x="0" y="268"/>
                </a:lnTo>
                <a:lnTo>
                  <a:pt x="1" y="268"/>
                </a:lnTo>
                <a:lnTo>
                  <a:pt x="2" y="269"/>
                </a:lnTo>
                <a:lnTo>
                  <a:pt x="2" y="268"/>
                </a:lnTo>
                <a:lnTo>
                  <a:pt x="2" y="267"/>
                </a:lnTo>
                <a:lnTo>
                  <a:pt x="1" y="267"/>
                </a:lnTo>
                <a:lnTo>
                  <a:pt x="1" y="266"/>
                </a:lnTo>
                <a:lnTo>
                  <a:pt x="2" y="266"/>
                </a:lnTo>
                <a:lnTo>
                  <a:pt x="2" y="265"/>
                </a:lnTo>
                <a:lnTo>
                  <a:pt x="3" y="265"/>
                </a:lnTo>
                <a:lnTo>
                  <a:pt x="3" y="266"/>
                </a:lnTo>
                <a:lnTo>
                  <a:pt x="4" y="266"/>
                </a:lnTo>
                <a:lnTo>
                  <a:pt x="4" y="265"/>
                </a:lnTo>
                <a:lnTo>
                  <a:pt x="4" y="264"/>
                </a:lnTo>
                <a:lnTo>
                  <a:pt x="5" y="264"/>
                </a:lnTo>
                <a:lnTo>
                  <a:pt x="5" y="263"/>
                </a:lnTo>
                <a:lnTo>
                  <a:pt x="6" y="263"/>
                </a:lnTo>
                <a:lnTo>
                  <a:pt x="6" y="264"/>
                </a:lnTo>
                <a:lnTo>
                  <a:pt x="7" y="264"/>
                </a:lnTo>
                <a:lnTo>
                  <a:pt x="8" y="264"/>
                </a:lnTo>
                <a:lnTo>
                  <a:pt x="8" y="263"/>
                </a:lnTo>
                <a:lnTo>
                  <a:pt x="7" y="263"/>
                </a:lnTo>
                <a:lnTo>
                  <a:pt x="7" y="262"/>
                </a:lnTo>
                <a:lnTo>
                  <a:pt x="7" y="261"/>
                </a:lnTo>
                <a:lnTo>
                  <a:pt x="8" y="261"/>
                </a:lnTo>
                <a:lnTo>
                  <a:pt x="9" y="261"/>
                </a:lnTo>
                <a:lnTo>
                  <a:pt x="9" y="260"/>
                </a:lnTo>
                <a:lnTo>
                  <a:pt x="8" y="260"/>
                </a:lnTo>
                <a:lnTo>
                  <a:pt x="8" y="259"/>
                </a:lnTo>
                <a:lnTo>
                  <a:pt x="8" y="258"/>
                </a:lnTo>
                <a:lnTo>
                  <a:pt x="9" y="258"/>
                </a:lnTo>
                <a:lnTo>
                  <a:pt x="9" y="259"/>
                </a:lnTo>
                <a:lnTo>
                  <a:pt x="10" y="259"/>
                </a:lnTo>
                <a:lnTo>
                  <a:pt x="10" y="258"/>
                </a:lnTo>
                <a:lnTo>
                  <a:pt x="11" y="257"/>
                </a:lnTo>
                <a:lnTo>
                  <a:pt x="12" y="257"/>
                </a:lnTo>
                <a:lnTo>
                  <a:pt x="13" y="258"/>
                </a:lnTo>
                <a:lnTo>
                  <a:pt x="14" y="258"/>
                </a:lnTo>
                <a:lnTo>
                  <a:pt x="15" y="258"/>
                </a:lnTo>
                <a:lnTo>
                  <a:pt x="16" y="258"/>
                </a:lnTo>
                <a:lnTo>
                  <a:pt x="17" y="258"/>
                </a:lnTo>
                <a:lnTo>
                  <a:pt x="17" y="257"/>
                </a:lnTo>
                <a:lnTo>
                  <a:pt x="16" y="256"/>
                </a:lnTo>
                <a:lnTo>
                  <a:pt x="16" y="255"/>
                </a:lnTo>
                <a:lnTo>
                  <a:pt x="17" y="254"/>
                </a:lnTo>
                <a:lnTo>
                  <a:pt x="18" y="254"/>
                </a:lnTo>
                <a:lnTo>
                  <a:pt x="18" y="253"/>
                </a:lnTo>
                <a:lnTo>
                  <a:pt x="18" y="254"/>
                </a:lnTo>
                <a:lnTo>
                  <a:pt x="18" y="255"/>
                </a:lnTo>
                <a:lnTo>
                  <a:pt x="19" y="255"/>
                </a:lnTo>
                <a:lnTo>
                  <a:pt x="20" y="255"/>
                </a:lnTo>
                <a:lnTo>
                  <a:pt x="21" y="256"/>
                </a:lnTo>
                <a:lnTo>
                  <a:pt x="22" y="256"/>
                </a:lnTo>
                <a:lnTo>
                  <a:pt x="21" y="255"/>
                </a:lnTo>
                <a:lnTo>
                  <a:pt x="22" y="254"/>
                </a:lnTo>
                <a:lnTo>
                  <a:pt x="23" y="254"/>
                </a:lnTo>
                <a:lnTo>
                  <a:pt x="22" y="253"/>
                </a:lnTo>
                <a:lnTo>
                  <a:pt x="22" y="252"/>
                </a:lnTo>
                <a:lnTo>
                  <a:pt x="23" y="252"/>
                </a:lnTo>
                <a:lnTo>
                  <a:pt x="24" y="253"/>
                </a:lnTo>
                <a:lnTo>
                  <a:pt x="25" y="253"/>
                </a:lnTo>
                <a:lnTo>
                  <a:pt x="24" y="252"/>
                </a:lnTo>
                <a:lnTo>
                  <a:pt x="24" y="251"/>
                </a:lnTo>
                <a:lnTo>
                  <a:pt x="25" y="251"/>
                </a:lnTo>
                <a:lnTo>
                  <a:pt x="25" y="250"/>
                </a:lnTo>
                <a:lnTo>
                  <a:pt x="25" y="249"/>
                </a:lnTo>
                <a:lnTo>
                  <a:pt x="26" y="248"/>
                </a:lnTo>
                <a:lnTo>
                  <a:pt x="26" y="247"/>
                </a:lnTo>
                <a:lnTo>
                  <a:pt x="26" y="246"/>
                </a:lnTo>
                <a:lnTo>
                  <a:pt x="26" y="245"/>
                </a:lnTo>
                <a:lnTo>
                  <a:pt x="26" y="244"/>
                </a:lnTo>
                <a:lnTo>
                  <a:pt x="26" y="243"/>
                </a:lnTo>
                <a:lnTo>
                  <a:pt x="27" y="243"/>
                </a:lnTo>
                <a:lnTo>
                  <a:pt x="27" y="244"/>
                </a:lnTo>
                <a:lnTo>
                  <a:pt x="28" y="244"/>
                </a:lnTo>
                <a:lnTo>
                  <a:pt x="28" y="243"/>
                </a:lnTo>
                <a:lnTo>
                  <a:pt x="28" y="242"/>
                </a:lnTo>
                <a:lnTo>
                  <a:pt x="29" y="241"/>
                </a:lnTo>
                <a:lnTo>
                  <a:pt x="30" y="242"/>
                </a:lnTo>
                <a:lnTo>
                  <a:pt x="31" y="242"/>
                </a:lnTo>
                <a:lnTo>
                  <a:pt x="31" y="241"/>
                </a:lnTo>
                <a:lnTo>
                  <a:pt x="32" y="241"/>
                </a:lnTo>
                <a:lnTo>
                  <a:pt x="33" y="241"/>
                </a:lnTo>
                <a:lnTo>
                  <a:pt x="34" y="241"/>
                </a:lnTo>
                <a:lnTo>
                  <a:pt x="34" y="240"/>
                </a:lnTo>
                <a:lnTo>
                  <a:pt x="36" y="240"/>
                </a:lnTo>
                <a:lnTo>
                  <a:pt x="36" y="241"/>
                </a:lnTo>
                <a:lnTo>
                  <a:pt x="37" y="241"/>
                </a:lnTo>
                <a:lnTo>
                  <a:pt x="38" y="241"/>
                </a:lnTo>
                <a:lnTo>
                  <a:pt x="38" y="240"/>
                </a:lnTo>
                <a:lnTo>
                  <a:pt x="39" y="239"/>
                </a:lnTo>
                <a:lnTo>
                  <a:pt x="40" y="239"/>
                </a:lnTo>
                <a:lnTo>
                  <a:pt x="39" y="239"/>
                </a:lnTo>
                <a:lnTo>
                  <a:pt x="39" y="238"/>
                </a:lnTo>
                <a:lnTo>
                  <a:pt x="40" y="238"/>
                </a:lnTo>
                <a:lnTo>
                  <a:pt x="40" y="237"/>
                </a:lnTo>
                <a:lnTo>
                  <a:pt x="39" y="237"/>
                </a:lnTo>
                <a:lnTo>
                  <a:pt x="39" y="236"/>
                </a:lnTo>
                <a:lnTo>
                  <a:pt x="38" y="236"/>
                </a:lnTo>
                <a:lnTo>
                  <a:pt x="38" y="235"/>
                </a:lnTo>
                <a:lnTo>
                  <a:pt x="37" y="235"/>
                </a:lnTo>
                <a:lnTo>
                  <a:pt x="38" y="235"/>
                </a:lnTo>
                <a:lnTo>
                  <a:pt x="38" y="234"/>
                </a:lnTo>
                <a:lnTo>
                  <a:pt x="37" y="233"/>
                </a:lnTo>
                <a:lnTo>
                  <a:pt x="37" y="232"/>
                </a:lnTo>
                <a:lnTo>
                  <a:pt x="38" y="232"/>
                </a:lnTo>
                <a:lnTo>
                  <a:pt x="38" y="231"/>
                </a:lnTo>
                <a:lnTo>
                  <a:pt x="38" y="230"/>
                </a:lnTo>
                <a:lnTo>
                  <a:pt x="39" y="230"/>
                </a:lnTo>
                <a:lnTo>
                  <a:pt x="39" y="229"/>
                </a:lnTo>
                <a:lnTo>
                  <a:pt x="39" y="228"/>
                </a:lnTo>
                <a:lnTo>
                  <a:pt x="39" y="227"/>
                </a:lnTo>
                <a:lnTo>
                  <a:pt x="39" y="226"/>
                </a:lnTo>
                <a:lnTo>
                  <a:pt x="39" y="225"/>
                </a:lnTo>
                <a:lnTo>
                  <a:pt x="40" y="225"/>
                </a:lnTo>
                <a:lnTo>
                  <a:pt x="41" y="225"/>
                </a:lnTo>
                <a:lnTo>
                  <a:pt x="42" y="224"/>
                </a:lnTo>
                <a:lnTo>
                  <a:pt x="42" y="223"/>
                </a:lnTo>
                <a:lnTo>
                  <a:pt x="41" y="222"/>
                </a:lnTo>
                <a:lnTo>
                  <a:pt x="41" y="221"/>
                </a:lnTo>
                <a:lnTo>
                  <a:pt x="40" y="222"/>
                </a:lnTo>
                <a:lnTo>
                  <a:pt x="39" y="222"/>
                </a:lnTo>
                <a:lnTo>
                  <a:pt x="39" y="221"/>
                </a:lnTo>
                <a:lnTo>
                  <a:pt x="38" y="221"/>
                </a:lnTo>
                <a:lnTo>
                  <a:pt x="37" y="221"/>
                </a:lnTo>
                <a:lnTo>
                  <a:pt x="35" y="221"/>
                </a:lnTo>
                <a:lnTo>
                  <a:pt x="35" y="220"/>
                </a:lnTo>
                <a:lnTo>
                  <a:pt x="34" y="219"/>
                </a:lnTo>
                <a:lnTo>
                  <a:pt x="34" y="218"/>
                </a:lnTo>
                <a:lnTo>
                  <a:pt x="34" y="217"/>
                </a:lnTo>
                <a:lnTo>
                  <a:pt x="33" y="218"/>
                </a:lnTo>
                <a:lnTo>
                  <a:pt x="31" y="217"/>
                </a:lnTo>
                <a:lnTo>
                  <a:pt x="31" y="215"/>
                </a:lnTo>
                <a:lnTo>
                  <a:pt x="31" y="214"/>
                </a:lnTo>
                <a:lnTo>
                  <a:pt x="30" y="214"/>
                </a:lnTo>
                <a:lnTo>
                  <a:pt x="28" y="214"/>
                </a:lnTo>
                <a:lnTo>
                  <a:pt x="27" y="214"/>
                </a:lnTo>
                <a:lnTo>
                  <a:pt x="27" y="213"/>
                </a:lnTo>
                <a:lnTo>
                  <a:pt x="26" y="213"/>
                </a:lnTo>
                <a:lnTo>
                  <a:pt x="26" y="212"/>
                </a:lnTo>
                <a:lnTo>
                  <a:pt x="25" y="212"/>
                </a:lnTo>
                <a:lnTo>
                  <a:pt x="25" y="211"/>
                </a:lnTo>
                <a:lnTo>
                  <a:pt x="25" y="210"/>
                </a:lnTo>
                <a:lnTo>
                  <a:pt x="26" y="210"/>
                </a:lnTo>
                <a:lnTo>
                  <a:pt x="27" y="210"/>
                </a:lnTo>
                <a:lnTo>
                  <a:pt x="27" y="209"/>
                </a:lnTo>
                <a:lnTo>
                  <a:pt x="27" y="208"/>
                </a:lnTo>
                <a:lnTo>
                  <a:pt x="26" y="208"/>
                </a:lnTo>
                <a:lnTo>
                  <a:pt x="25" y="208"/>
                </a:lnTo>
                <a:lnTo>
                  <a:pt x="25" y="209"/>
                </a:lnTo>
                <a:lnTo>
                  <a:pt x="24" y="209"/>
                </a:lnTo>
                <a:lnTo>
                  <a:pt x="24" y="210"/>
                </a:lnTo>
                <a:lnTo>
                  <a:pt x="23" y="210"/>
                </a:lnTo>
                <a:lnTo>
                  <a:pt x="22" y="209"/>
                </a:lnTo>
                <a:lnTo>
                  <a:pt x="22" y="208"/>
                </a:lnTo>
                <a:lnTo>
                  <a:pt x="22" y="207"/>
                </a:lnTo>
                <a:lnTo>
                  <a:pt x="23" y="207"/>
                </a:lnTo>
                <a:lnTo>
                  <a:pt x="24" y="206"/>
                </a:lnTo>
                <a:lnTo>
                  <a:pt x="25" y="206"/>
                </a:lnTo>
                <a:lnTo>
                  <a:pt x="25" y="207"/>
                </a:lnTo>
                <a:lnTo>
                  <a:pt x="26" y="207"/>
                </a:lnTo>
                <a:lnTo>
                  <a:pt x="26" y="206"/>
                </a:lnTo>
                <a:lnTo>
                  <a:pt x="27" y="206"/>
                </a:lnTo>
                <a:lnTo>
                  <a:pt x="28" y="207"/>
                </a:lnTo>
                <a:lnTo>
                  <a:pt x="29" y="207"/>
                </a:lnTo>
                <a:lnTo>
                  <a:pt x="29" y="206"/>
                </a:lnTo>
                <a:lnTo>
                  <a:pt x="30" y="206"/>
                </a:lnTo>
                <a:lnTo>
                  <a:pt x="31" y="206"/>
                </a:lnTo>
                <a:lnTo>
                  <a:pt x="31" y="205"/>
                </a:lnTo>
                <a:lnTo>
                  <a:pt x="31" y="204"/>
                </a:lnTo>
                <a:lnTo>
                  <a:pt x="32" y="204"/>
                </a:lnTo>
                <a:lnTo>
                  <a:pt x="33" y="204"/>
                </a:lnTo>
                <a:lnTo>
                  <a:pt x="33" y="203"/>
                </a:lnTo>
                <a:lnTo>
                  <a:pt x="33" y="202"/>
                </a:lnTo>
                <a:lnTo>
                  <a:pt x="32" y="202"/>
                </a:lnTo>
                <a:lnTo>
                  <a:pt x="32" y="203"/>
                </a:lnTo>
                <a:lnTo>
                  <a:pt x="31" y="202"/>
                </a:lnTo>
                <a:lnTo>
                  <a:pt x="29" y="201"/>
                </a:lnTo>
                <a:lnTo>
                  <a:pt x="29" y="200"/>
                </a:lnTo>
                <a:lnTo>
                  <a:pt x="29" y="199"/>
                </a:lnTo>
                <a:lnTo>
                  <a:pt x="30" y="197"/>
                </a:lnTo>
                <a:lnTo>
                  <a:pt x="31" y="197"/>
                </a:lnTo>
                <a:lnTo>
                  <a:pt x="32" y="197"/>
                </a:lnTo>
                <a:lnTo>
                  <a:pt x="32" y="198"/>
                </a:lnTo>
                <a:lnTo>
                  <a:pt x="33" y="198"/>
                </a:lnTo>
                <a:lnTo>
                  <a:pt x="34" y="198"/>
                </a:lnTo>
                <a:lnTo>
                  <a:pt x="34" y="199"/>
                </a:lnTo>
                <a:lnTo>
                  <a:pt x="35" y="199"/>
                </a:lnTo>
                <a:lnTo>
                  <a:pt x="36" y="199"/>
                </a:lnTo>
                <a:lnTo>
                  <a:pt x="37" y="199"/>
                </a:lnTo>
                <a:lnTo>
                  <a:pt x="38" y="199"/>
                </a:lnTo>
                <a:lnTo>
                  <a:pt x="39" y="199"/>
                </a:lnTo>
                <a:lnTo>
                  <a:pt x="39" y="198"/>
                </a:lnTo>
                <a:lnTo>
                  <a:pt x="38" y="198"/>
                </a:lnTo>
                <a:lnTo>
                  <a:pt x="39" y="198"/>
                </a:lnTo>
                <a:lnTo>
                  <a:pt x="40" y="197"/>
                </a:lnTo>
                <a:lnTo>
                  <a:pt x="39" y="197"/>
                </a:lnTo>
                <a:lnTo>
                  <a:pt x="38" y="196"/>
                </a:lnTo>
                <a:lnTo>
                  <a:pt x="37" y="194"/>
                </a:lnTo>
                <a:lnTo>
                  <a:pt x="38" y="193"/>
                </a:lnTo>
                <a:lnTo>
                  <a:pt x="38" y="192"/>
                </a:lnTo>
                <a:lnTo>
                  <a:pt x="39" y="192"/>
                </a:lnTo>
                <a:lnTo>
                  <a:pt x="39" y="193"/>
                </a:lnTo>
                <a:lnTo>
                  <a:pt x="39" y="192"/>
                </a:lnTo>
                <a:lnTo>
                  <a:pt x="40" y="192"/>
                </a:lnTo>
                <a:lnTo>
                  <a:pt x="40" y="191"/>
                </a:lnTo>
                <a:lnTo>
                  <a:pt x="39" y="191"/>
                </a:lnTo>
                <a:lnTo>
                  <a:pt x="40" y="191"/>
                </a:lnTo>
                <a:lnTo>
                  <a:pt x="40" y="190"/>
                </a:lnTo>
                <a:lnTo>
                  <a:pt x="41" y="190"/>
                </a:lnTo>
                <a:lnTo>
                  <a:pt x="42" y="190"/>
                </a:lnTo>
                <a:lnTo>
                  <a:pt x="41" y="189"/>
                </a:lnTo>
                <a:lnTo>
                  <a:pt x="41" y="188"/>
                </a:lnTo>
                <a:lnTo>
                  <a:pt x="42" y="188"/>
                </a:lnTo>
                <a:lnTo>
                  <a:pt x="42" y="187"/>
                </a:lnTo>
                <a:lnTo>
                  <a:pt x="43" y="187"/>
                </a:lnTo>
                <a:lnTo>
                  <a:pt x="43" y="186"/>
                </a:lnTo>
                <a:lnTo>
                  <a:pt x="42" y="186"/>
                </a:lnTo>
                <a:lnTo>
                  <a:pt x="42" y="185"/>
                </a:lnTo>
                <a:lnTo>
                  <a:pt x="42" y="184"/>
                </a:lnTo>
                <a:lnTo>
                  <a:pt x="43" y="184"/>
                </a:lnTo>
                <a:lnTo>
                  <a:pt x="43" y="183"/>
                </a:lnTo>
                <a:lnTo>
                  <a:pt x="44" y="183"/>
                </a:lnTo>
                <a:lnTo>
                  <a:pt x="45" y="182"/>
                </a:lnTo>
                <a:lnTo>
                  <a:pt x="45" y="181"/>
                </a:lnTo>
                <a:lnTo>
                  <a:pt x="46" y="181"/>
                </a:lnTo>
                <a:lnTo>
                  <a:pt x="47" y="180"/>
                </a:lnTo>
                <a:lnTo>
                  <a:pt x="48" y="180"/>
                </a:lnTo>
                <a:lnTo>
                  <a:pt x="48" y="181"/>
                </a:lnTo>
                <a:lnTo>
                  <a:pt x="49" y="182"/>
                </a:lnTo>
                <a:lnTo>
                  <a:pt x="49" y="183"/>
                </a:lnTo>
                <a:lnTo>
                  <a:pt x="49" y="184"/>
                </a:lnTo>
                <a:lnTo>
                  <a:pt x="49" y="185"/>
                </a:lnTo>
                <a:lnTo>
                  <a:pt x="50" y="185"/>
                </a:lnTo>
                <a:lnTo>
                  <a:pt x="50" y="184"/>
                </a:lnTo>
                <a:lnTo>
                  <a:pt x="51" y="184"/>
                </a:lnTo>
                <a:lnTo>
                  <a:pt x="51" y="183"/>
                </a:lnTo>
                <a:lnTo>
                  <a:pt x="52" y="183"/>
                </a:lnTo>
                <a:lnTo>
                  <a:pt x="52" y="184"/>
                </a:lnTo>
                <a:lnTo>
                  <a:pt x="52" y="185"/>
                </a:lnTo>
                <a:lnTo>
                  <a:pt x="53" y="186"/>
                </a:lnTo>
                <a:lnTo>
                  <a:pt x="53" y="185"/>
                </a:lnTo>
                <a:lnTo>
                  <a:pt x="53" y="184"/>
                </a:lnTo>
                <a:lnTo>
                  <a:pt x="53" y="183"/>
                </a:lnTo>
                <a:lnTo>
                  <a:pt x="54" y="183"/>
                </a:lnTo>
                <a:lnTo>
                  <a:pt x="54" y="184"/>
                </a:lnTo>
                <a:lnTo>
                  <a:pt x="55" y="184"/>
                </a:lnTo>
                <a:lnTo>
                  <a:pt x="55" y="183"/>
                </a:lnTo>
                <a:lnTo>
                  <a:pt x="55" y="184"/>
                </a:lnTo>
                <a:lnTo>
                  <a:pt x="54" y="184"/>
                </a:lnTo>
                <a:lnTo>
                  <a:pt x="54" y="185"/>
                </a:lnTo>
                <a:lnTo>
                  <a:pt x="55" y="185"/>
                </a:lnTo>
                <a:lnTo>
                  <a:pt x="56" y="185"/>
                </a:lnTo>
                <a:lnTo>
                  <a:pt x="57" y="185"/>
                </a:lnTo>
                <a:lnTo>
                  <a:pt x="58" y="186"/>
                </a:lnTo>
                <a:lnTo>
                  <a:pt x="58" y="187"/>
                </a:lnTo>
                <a:lnTo>
                  <a:pt x="59" y="187"/>
                </a:lnTo>
                <a:lnTo>
                  <a:pt x="60" y="186"/>
                </a:lnTo>
                <a:lnTo>
                  <a:pt x="61" y="186"/>
                </a:lnTo>
                <a:lnTo>
                  <a:pt x="61" y="187"/>
                </a:lnTo>
                <a:lnTo>
                  <a:pt x="62" y="187"/>
                </a:lnTo>
                <a:lnTo>
                  <a:pt x="62" y="186"/>
                </a:lnTo>
                <a:lnTo>
                  <a:pt x="62" y="187"/>
                </a:lnTo>
                <a:lnTo>
                  <a:pt x="62" y="186"/>
                </a:lnTo>
                <a:lnTo>
                  <a:pt x="63" y="186"/>
                </a:lnTo>
                <a:lnTo>
                  <a:pt x="62" y="186"/>
                </a:lnTo>
                <a:lnTo>
                  <a:pt x="62" y="187"/>
                </a:lnTo>
                <a:lnTo>
                  <a:pt x="63" y="187"/>
                </a:lnTo>
                <a:lnTo>
                  <a:pt x="64" y="186"/>
                </a:lnTo>
                <a:lnTo>
                  <a:pt x="66" y="187"/>
                </a:lnTo>
                <a:lnTo>
                  <a:pt x="67" y="188"/>
                </a:lnTo>
                <a:lnTo>
                  <a:pt x="67" y="189"/>
                </a:lnTo>
                <a:lnTo>
                  <a:pt x="68" y="189"/>
                </a:lnTo>
                <a:lnTo>
                  <a:pt x="68" y="190"/>
                </a:lnTo>
                <a:lnTo>
                  <a:pt x="69" y="190"/>
                </a:lnTo>
                <a:lnTo>
                  <a:pt x="70" y="190"/>
                </a:lnTo>
                <a:lnTo>
                  <a:pt x="70" y="191"/>
                </a:lnTo>
                <a:lnTo>
                  <a:pt x="70" y="190"/>
                </a:lnTo>
                <a:lnTo>
                  <a:pt x="71" y="190"/>
                </a:lnTo>
                <a:lnTo>
                  <a:pt x="72" y="190"/>
                </a:lnTo>
                <a:lnTo>
                  <a:pt x="72" y="191"/>
                </a:lnTo>
                <a:lnTo>
                  <a:pt x="72" y="192"/>
                </a:lnTo>
                <a:lnTo>
                  <a:pt x="73" y="192"/>
                </a:lnTo>
                <a:lnTo>
                  <a:pt x="73" y="193"/>
                </a:lnTo>
                <a:lnTo>
                  <a:pt x="74" y="193"/>
                </a:lnTo>
                <a:lnTo>
                  <a:pt x="75" y="193"/>
                </a:lnTo>
                <a:lnTo>
                  <a:pt x="74" y="193"/>
                </a:lnTo>
                <a:lnTo>
                  <a:pt x="74" y="194"/>
                </a:lnTo>
                <a:lnTo>
                  <a:pt x="75" y="194"/>
                </a:lnTo>
                <a:lnTo>
                  <a:pt x="76" y="194"/>
                </a:lnTo>
                <a:lnTo>
                  <a:pt x="76" y="193"/>
                </a:lnTo>
                <a:lnTo>
                  <a:pt x="75" y="193"/>
                </a:lnTo>
                <a:lnTo>
                  <a:pt x="75" y="192"/>
                </a:lnTo>
                <a:lnTo>
                  <a:pt x="76" y="193"/>
                </a:lnTo>
                <a:lnTo>
                  <a:pt x="75" y="193"/>
                </a:lnTo>
                <a:lnTo>
                  <a:pt x="76" y="193"/>
                </a:lnTo>
                <a:lnTo>
                  <a:pt x="78" y="193"/>
                </a:lnTo>
                <a:lnTo>
                  <a:pt x="78" y="194"/>
                </a:lnTo>
                <a:lnTo>
                  <a:pt x="79" y="194"/>
                </a:lnTo>
                <a:lnTo>
                  <a:pt x="79" y="195"/>
                </a:lnTo>
                <a:lnTo>
                  <a:pt x="79" y="196"/>
                </a:lnTo>
                <a:lnTo>
                  <a:pt x="79" y="197"/>
                </a:lnTo>
                <a:lnTo>
                  <a:pt x="80" y="197"/>
                </a:lnTo>
                <a:lnTo>
                  <a:pt x="80" y="198"/>
                </a:lnTo>
                <a:lnTo>
                  <a:pt x="79" y="199"/>
                </a:lnTo>
                <a:lnTo>
                  <a:pt x="79" y="200"/>
                </a:lnTo>
                <a:lnTo>
                  <a:pt x="80" y="200"/>
                </a:lnTo>
                <a:lnTo>
                  <a:pt x="80" y="201"/>
                </a:lnTo>
                <a:lnTo>
                  <a:pt x="81" y="201"/>
                </a:lnTo>
                <a:lnTo>
                  <a:pt x="82" y="201"/>
                </a:lnTo>
                <a:lnTo>
                  <a:pt x="82" y="202"/>
                </a:lnTo>
                <a:lnTo>
                  <a:pt x="81" y="202"/>
                </a:lnTo>
                <a:lnTo>
                  <a:pt x="81" y="203"/>
                </a:lnTo>
                <a:lnTo>
                  <a:pt x="82" y="204"/>
                </a:lnTo>
                <a:lnTo>
                  <a:pt x="83" y="204"/>
                </a:lnTo>
                <a:lnTo>
                  <a:pt x="84" y="203"/>
                </a:lnTo>
                <a:lnTo>
                  <a:pt x="85" y="203"/>
                </a:lnTo>
                <a:lnTo>
                  <a:pt x="85" y="204"/>
                </a:lnTo>
                <a:lnTo>
                  <a:pt x="85" y="205"/>
                </a:lnTo>
                <a:lnTo>
                  <a:pt x="85" y="206"/>
                </a:lnTo>
                <a:lnTo>
                  <a:pt x="85" y="207"/>
                </a:lnTo>
                <a:lnTo>
                  <a:pt x="86" y="206"/>
                </a:lnTo>
                <a:lnTo>
                  <a:pt x="86" y="205"/>
                </a:lnTo>
                <a:lnTo>
                  <a:pt x="87" y="205"/>
                </a:lnTo>
                <a:lnTo>
                  <a:pt x="87" y="206"/>
                </a:lnTo>
                <a:lnTo>
                  <a:pt x="88" y="206"/>
                </a:lnTo>
                <a:lnTo>
                  <a:pt x="88" y="204"/>
                </a:lnTo>
                <a:lnTo>
                  <a:pt x="87" y="204"/>
                </a:lnTo>
                <a:lnTo>
                  <a:pt x="87" y="203"/>
                </a:lnTo>
                <a:lnTo>
                  <a:pt x="88" y="203"/>
                </a:lnTo>
                <a:lnTo>
                  <a:pt x="89" y="204"/>
                </a:lnTo>
                <a:lnTo>
                  <a:pt x="88" y="204"/>
                </a:lnTo>
                <a:lnTo>
                  <a:pt x="89" y="205"/>
                </a:lnTo>
                <a:lnTo>
                  <a:pt x="90" y="204"/>
                </a:lnTo>
                <a:lnTo>
                  <a:pt x="90" y="203"/>
                </a:lnTo>
                <a:lnTo>
                  <a:pt x="90" y="202"/>
                </a:lnTo>
                <a:lnTo>
                  <a:pt x="91" y="202"/>
                </a:lnTo>
                <a:lnTo>
                  <a:pt x="91" y="201"/>
                </a:lnTo>
                <a:lnTo>
                  <a:pt x="90" y="201"/>
                </a:lnTo>
                <a:lnTo>
                  <a:pt x="91" y="201"/>
                </a:lnTo>
                <a:lnTo>
                  <a:pt x="92" y="201"/>
                </a:lnTo>
                <a:lnTo>
                  <a:pt x="92" y="202"/>
                </a:lnTo>
                <a:lnTo>
                  <a:pt x="93" y="202"/>
                </a:lnTo>
                <a:lnTo>
                  <a:pt x="94" y="202"/>
                </a:lnTo>
                <a:lnTo>
                  <a:pt x="94" y="201"/>
                </a:lnTo>
                <a:lnTo>
                  <a:pt x="95" y="200"/>
                </a:lnTo>
                <a:lnTo>
                  <a:pt x="96" y="200"/>
                </a:lnTo>
                <a:lnTo>
                  <a:pt x="97" y="200"/>
                </a:lnTo>
                <a:lnTo>
                  <a:pt x="98" y="200"/>
                </a:lnTo>
                <a:lnTo>
                  <a:pt x="99" y="200"/>
                </a:lnTo>
                <a:lnTo>
                  <a:pt x="98" y="200"/>
                </a:lnTo>
                <a:lnTo>
                  <a:pt x="98" y="199"/>
                </a:lnTo>
                <a:lnTo>
                  <a:pt x="99" y="199"/>
                </a:lnTo>
                <a:lnTo>
                  <a:pt x="99" y="200"/>
                </a:lnTo>
                <a:lnTo>
                  <a:pt x="100" y="200"/>
                </a:lnTo>
                <a:lnTo>
                  <a:pt x="101" y="200"/>
                </a:lnTo>
                <a:lnTo>
                  <a:pt x="102" y="199"/>
                </a:lnTo>
                <a:lnTo>
                  <a:pt x="102" y="198"/>
                </a:lnTo>
                <a:lnTo>
                  <a:pt x="101" y="198"/>
                </a:lnTo>
                <a:lnTo>
                  <a:pt x="101" y="197"/>
                </a:lnTo>
                <a:lnTo>
                  <a:pt x="100" y="197"/>
                </a:lnTo>
                <a:lnTo>
                  <a:pt x="101" y="197"/>
                </a:lnTo>
                <a:lnTo>
                  <a:pt x="101" y="196"/>
                </a:lnTo>
                <a:lnTo>
                  <a:pt x="101" y="197"/>
                </a:lnTo>
                <a:lnTo>
                  <a:pt x="103" y="197"/>
                </a:lnTo>
                <a:lnTo>
                  <a:pt x="103" y="196"/>
                </a:lnTo>
                <a:lnTo>
                  <a:pt x="102" y="196"/>
                </a:lnTo>
                <a:lnTo>
                  <a:pt x="102" y="195"/>
                </a:lnTo>
                <a:lnTo>
                  <a:pt x="103" y="195"/>
                </a:lnTo>
                <a:lnTo>
                  <a:pt x="104" y="195"/>
                </a:lnTo>
                <a:lnTo>
                  <a:pt x="103" y="194"/>
                </a:lnTo>
                <a:lnTo>
                  <a:pt x="103" y="193"/>
                </a:lnTo>
                <a:lnTo>
                  <a:pt x="105" y="194"/>
                </a:lnTo>
                <a:lnTo>
                  <a:pt x="104" y="194"/>
                </a:lnTo>
                <a:lnTo>
                  <a:pt x="104" y="195"/>
                </a:lnTo>
                <a:lnTo>
                  <a:pt x="105" y="194"/>
                </a:lnTo>
                <a:lnTo>
                  <a:pt x="106" y="194"/>
                </a:lnTo>
                <a:lnTo>
                  <a:pt x="107" y="194"/>
                </a:lnTo>
                <a:lnTo>
                  <a:pt x="108" y="194"/>
                </a:lnTo>
                <a:lnTo>
                  <a:pt x="108" y="195"/>
                </a:lnTo>
                <a:lnTo>
                  <a:pt x="109" y="195"/>
                </a:lnTo>
                <a:lnTo>
                  <a:pt x="110" y="195"/>
                </a:lnTo>
                <a:lnTo>
                  <a:pt x="109" y="195"/>
                </a:lnTo>
                <a:lnTo>
                  <a:pt x="110" y="194"/>
                </a:lnTo>
                <a:lnTo>
                  <a:pt x="111" y="194"/>
                </a:lnTo>
                <a:lnTo>
                  <a:pt x="112" y="194"/>
                </a:lnTo>
                <a:lnTo>
                  <a:pt x="112" y="195"/>
                </a:lnTo>
                <a:lnTo>
                  <a:pt x="113" y="195"/>
                </a:lnTo>
                <a:lnTo>
                  <a:pt x="113" y="193"/>
                </a:lnTo>
                <a:lnTo>
                  <a:pt x="114" y="193"/>
                </a:lnTo>
                <a:lnTo>
                  <a:pt x="115" y="193"/>
                </a:lnTo>
                <a:lnTo>
                  <a:pt x="115" y="194"/>
                </a:lnTo>
                <a:lnTo>
                  <a:pt x="116" y="194"/>
                </a:lnTo>
                <a:lnTo>
                  <a:pt x="117" y="194"/>
                </a:lnTo>
                <a:lnTo>
                  <a:pt x="117" y="195"/>
                </a:lnTo>
                <a:lnTo>
                  <a:pt x="119" y="195"/>
                </a:lnTo>
                <a:lnTo>
                  <a:pt x="119" y="196"/>
                </a:lnTo>
                <a:lnTo>
                  <a:pt x="120" y="196"/>
                </a:lnTo>
                <a:lnTo>
                  <a:pt x="120" y="197"/>
                </a:lnTo>
                <a:lnTo>
                  <a:pt x="120" y="198"/>
                </a:lnTo>
                <a:lnTo>
                  <a:pt x="121" y="198"/>
                </a:lnTo>
                <a:lnTo>
                  <a:pt x="121" y="199"/>
                </a:lnTo>
                <a:lnTo>
                  <a:pt x="121" y="200"/>
                </a:lnTo>
                <a:lnTo>
                  <a:pt x="120" y="200"/>
                </a:lnTo>
                <a:lnTo>
                  <a:pt x="119" y="201"/>
                </a:lnTo>
                <a:lnTo>
                  <a:pt x="118" y="201"/>
                </a:lnTo>
                <a:lnTo>
                  <a:pt x="118" y="202"/>
                </a:lnTo>
                <a:lnTo>
                  <a:pt x="119" y="202"/>
                </a:lnTo>
                <a:lnTo>
                  <a:pt x="120" y="202"/>
                </a:lnTo>
                <a:lnTo>
                  <a:pt x="120" y="203"/>
                </a:lnTo>
                <a:lnTo>
                  <a:pt x="120" y="204"/>
                </a:lnTo>
                <a:lnTo>
                  <a:pt x="120" y="205"/>
                </a:lnTo>
                <a:lnTo>
                  <a:pt x="121" y="205"/>
                </a:lnTo>
                <a:lnTo>
                  <a:pt x="122" y="205"/>
                </a:lnTo>
                <a:lnTo>
                  <a:pt x="122" y="206"/>
                </a:lnTo>
                <a:lnTo>
                  <a:pt x="121" y="206"/>
                </a:lnTo>
                <a:lnTo>
                  <a:pt x="121" y="207"/>
                </a:lnTo>
                <a:lnTo>
                  <a:pt x="122" y="207"/>
                </a:lnTo>
                <a:lnTo>
                  <a:pt x="123" y="208"/>
                </a:lnTo>
                <a:lnTo>
                  <a:pt x="123" y="209"/>
                </a:lnTo>
                <a:lnTo>
                  <a:pt x="124" y="209"/>
                </a:lnTo>
                <a:lnTo>
                  <a:pt x="124" y="208"/>
                </a:lnTo>
                <a:lnTo>
                  <a:pt x="124" y="209"/>
                </a:lnTo>
                <a:lnTo>
                  <a:pt x="124" y="210"/>
                </a:lnTo>
                <a:lnTo>
                  <a:pt x="124" y="212"/>
                </a:lnTo>
                <a:lnTo>
                  <a:pt x="124" y="213"/>
                </a:lnTo>
                <a:lnTo>
                  <a:pt x="124" y="212"/>
                </a:lnTo>
                <a:lnTo>
                  <a:pt x="125" y="212"/>
                </a:lnTo>
                <a:lnTo>
                  <a:pt x="126" y="212"/>
                </a:lnTo>
                <a:lnTo>
                  <a:pt x="126" y="213"/>
                </a:lnTo>
                <a:lnTo>
                  <a:pt x="127" y="213"/>
                </a:lnTo>
                <a:lnTo>
                  <a:pt x="127" y="214"/>
                </a:lnTo>
                <a:lnTo>
                  <a:pt x="127" y="215"/>
                </a:lnTo>
                <a:lnTo>
                  <a:pt x="127" y="216"/>
                </a:lnTo>
                <a:lnTo>
                  <a:pt x="126" y="217"/>
                </a:lnTo>
                <a:lnTo>
                  <a:pt x="127" y="218"/>
                </a:lnTo>
                <a:lnTo>
                  <a:pt x="128" y="218"/>
                </a:lnTo>
                <a:lnTo>
                  <a:pt x="129" y="219"/>
                </a:lnTo>
                <a:lnTo>
                  <a:pt x="129" y="220"/>
                </a:lnTo>
                <a:lnTo>
                  <a:pt x="129" y="221"/>
                </a:lnTo>
                <a:lnTo>
                  <a:pt x="129" y="222"/>
                </a:lnTo>
                <a:lnTo>
                  <a:pt x="130" y="222"/>
                </a:lnTo>
                <a:lnTo>
                  <a:pt x="131" y="223"/>
                </a:lnTo>
                <a:lnTo>
                  <a:pt x="133" y="223"/>
                </a:lnTo>
                <a:lnTo>
                  <a:pt x="134" y="223"/>
                </a:lnTo>
                <a:lnTo>
                  <a:pt x="135" y="223"/>
                </a:lnTo>
                <a:lnTo>
                  <a:pt x="136" y="222"/>
                </a:lnTo>
                <a:lnTo>
                  <a:pt x="137" y="222"/>
                </a:lnTo>
                <a:lnTo>
                  <a:pt x="138" y="222"/>
                </a:lnTo>
                <a:lnTo>
                  <a:pt x="138" y="221"/>
                </a:lnTo>
                <a:lnTo>
                  <a:pt x="139" y="221"/>
                </a:lnTo>
                <a:lnTo>
                  <a:pt x="139" y="220"/>
                </a:lnTo>
                <a:lnTo>
                  <a:pt x="140" y="221"/>
                </a:lnTo>
                <a:lnTo>
                  <a:pt x="141" y="222"/>
                </a:lnTo>
                <a:lnTo>
                  <a:pt x="143" y="222"/>
                </a:lnTo>
                <a:lnTo>
                  <a:pt x="143" y="221"/>
                </a:lnTo>
                <a:lnTo>
                  <a:pt x="144" y="222"/>
                </a:lnTo>
                <a:lnTo>
                  <a:pt x="145" y="222"/>
                </a:lnTo>
                <a:lnTo>
                  <a:pt x="146" y="222"/>
                </a:lnTo>
                <a:lnTo>
                  <a:pt x="147" y="221"/>
                </a:lnTo>
                <a:lnTo>
                  <a:pt x="148" y="221"/>
                </a:lnTo>
                <a:lnTo>
                  <a:pt x="149" y="221"/>
                </a:lnTo>
                <a:lnTo>
                  <a:pt x="150" y="220"/>
                </a:lnTo>
                <a:lnTo>
                  <a:pt x="150" y="219"/>
                </a:lnTo>
                <a:lnTo>
                  <a:pt x="149" y="219"/>
                </a:lnTo>
                <a:lnTo>
                  <a:pt x="150" y="218"/>
                </a:lnTo>
                <a:lnTo>
                  <a:pt x="150" y="217"/>
                </a:lnTo>
                <a:lnTo>
                  <a:pt x="151" y="217"/>
                </a:lnTo>
                <a:lnTo>
                  <a:pt x="152" y="216"/>
                </a:lnTo>
                <a:lnTo>
                  <a:pt x="152" y="217"/>
                </a:lnTo>
                <a:lnTo>
                  <a:pt x="153" y="217"/>
                </a:lnTo>
                <a:lnTo>
                  <a:pt x="153" y="218"/>
                </a:lnTo>
                <a:lnTo>
                  <a:pt x="153" y="219"/>
                </a:lnTo>
                <a:lnTo>
                  <a:pt x="154" y="220"/>
                </a:lnTo>
                <a:lnTo>
                  <a:pt x="155" y="220"/>
                </a:lnTo>
                <a:lnTo>
                  <a:pt x="155" y="221"/>
                </a:lnTo>
                <a:lnTo>
                  <a:pt x="156" y="221"/>
                </a:lnTo>
                <a:lnTo>
                  <a:pt x="156" y="222"/>
                </a:lnTo>
                <a:lnTo>
                  <a:pt x="157" y="221"/>
                </a:lnTo>
                <a:lnTo>
                  <a:pt x="158" y="221"/>
                </a:lnTo>
                <a:lnTo>
                  <a:pt x="157" y="221"/>
                </a:lnTo>
                <a:lnTo>
                  <a:pt x="157" y="220"/>
                </a:lnTo>
                <a:lnTo>
                  <a:pt x="157" y="219"/>
                </a:lnTo>
                <a:lnTo>
                  <a:pt x="158" y="219"/>
                </a:lnTo>
                <a:lnTo>
                  <a:pt x="158" y="220"/>
                </a:lnTo>
                <a:lnTo>
                  <a:pt x="158" y="221"/>
                </a:lnTo>
                <a:lnTo>
                  <a:pt x="159" y="221"/>
                </a:lnTo>
                <a:lnTo>
                  <a:pt x="160" y="220"/>
                </a:lnTo>
                <a:lnTo>
                  <a:pt x="161" y="218"/>
                </a:lnTo>
                <a:lnTo>
                  <a:pt x="160" y="217"/>
                </a:lnTo>
                <a:lnTo>
                  <a:pt x="161" y="215"/>
                </a:lnTo>
                <a:lnTo>
                  <a:pt x="162" y="215"/>
                </a:lnTo>
                <a:lnTo>
                  <a:pt x="162" y="216"/>
                </a:lnTo>
                <a:lnTo>
                  <a:pt x="163" y="215"/>
                </a:lnTo>
                <a:lnTo>
                  <a:pt x="163" y="214"/>
                </a:lnTo>
                <a:lnTo>
                  <a:pt x="163" y="213"/>
                </a:lnTo>
                <a:lnTo>
                  <a:pt x="164" y="213"/>
                </a:lnTo>
                <a:lnTo>
                  <a:pt x="165" y="213"/>
                </a:lnTo>
                <a:lnTo>
                  <a:pt x="166" y="213"/>
                </a:lnTo>
                <a:lnTo>
                  <a:pt x="166" y="211"/>
                </a:lnTo>
                <a:lnTo>
                  <a:pt x="167" y="211"/>
                </a:lnTo>
                <a:lnTo>
                  <a:pt x="167" y="210"/>
                </a:lnTo>
                <a:lnTo>
                  <a:pt x="168" y="208"/>
                </a:lnTo>
                <a:lnTo>
                  <a:pt x="170" y="207"/>
                </a:lnTo>
                <a:lnTo>
                  <a:pt x="171" y="206"/>
                </a:lnTo>
                <a:lnTo>
                  <a:pt x="171" y="205"/>
                </a:lnTo>
                <a:lnTo>
                  <a:pt x="172" y="205"/>
                </a:lnTo>
                <a:lnTo>
                  <a:pt x="173" y="203"/>
                </a:lnTo>
                <a:lnTo>
                  <a:pt x="174" y="202"/>
                </a:lnTo>
                <a:lnTo>
                  <a:pt x="175" y="201"/>
                </a:lnTo>
                <a:lnTo>
                  <a:pt x="176" y="198"/>
                </a:lnTo>
                <a:lnTo>
                  <a:pt x="177" y="197"/>
                </a:lnTo>
                <a:lnTo>
                  <a:pt x="177" y="196"/>
                </a:lnTo>
                <a:lnTo>
                  <a:pt x="178" y="195"/>
                </a:lnTo>
                <a:lnTo>
                  <a:pt x="178" y="194"/>
                </a:lnTo>
                <a:lnTo>
                  <a:pt x="178" y="193"/>
                </a:lnTo>
                <a:lnTo>
                  <a:pt x="179" y="193"/>
                </a:lnTo>
                <a:lnTo>
                  <a:pt x="179" y="192"/>
                </a:lnTo>
                <a:lnTo>
                  <a:pt x="179" y="191"/>
                </a:lnTo>
                <a:lnTo>
                  <a:pt x="180" y="190"/>
                </a:lnTo>
                <a:lnTo>
                  <a:pt x="180" y="189"/>
                </a:lnTo>
                <a:lnTo>
                  <a:pt x="181" y="189"/>
                </a:lnTo>
                <a:lnTo>
                  <a:pt x="182" y="188"/>
                </a:lnTo>
                <a:lnTo>
                  <a:pt x="183" y="187"/>
                </a:lnTo>
                <a:lnTo>
                  <a:pt x="184" y="187"/>
                </a:lnTo>
                <a:lnTo>
                  <a:pt x="184" y="186"/>
                </a:lnTo>
                <a:lnTo>
                  <a:pt x="184" y="185"/>
                </a:lnTo>
                <a:lnTo>
                  <a:pt x="185" y="184"/>
                </a:lnTo>
                <a:lnTo>
                  <a:pt x="185" y="183"/>
                </a:lnTo>
                <a:lnTo>
                  <a:pt x="185" y="182"/>
                </a:lnTo>
                <a:lnTo>
                  <a:pt x="185" y="181"/>
                </a:lnTo>
                <a:lnTo>
                  <a:pt x="186" y="178"/>
                </a:lnTo>
                <a:lnTo>
                  <a:pt x="187" y="176"/>
                </a:lnTo>
                <a:lnTo>
                  <a:pt x="188" y="175"/>
                </a:lnTo>
                <a:lnTo>
                  <a:pt x="189" y="174"/>
                </a:lnTo>
                <a:lnTo>
                  <a:pt x="190" y="173"/>
                </a:lnTo>
                <a:lnTo>
                  <a:pt x="190" y="172"/>
                </a:lnTo>
                <a:lnTo>
                  <a:pt x="191" y="172"/>
                </a:lnTo>
                <a:lnTo>
                  <a:pt x="192" y="172"/>
                </a:lnTo>
                <a:lnTo>
                  <a:pt x="193" y="170"/>
                </a:lnTo>
                <a:lnTo>
                  <a:pt x="192" y="169"/>
                </a:lnTo>
                <a:lnTo>
                  <a:pt x="193" y="168"/>
                </a:lnTo>
                <a:lnTo>
                  <a:pt x="195" y="167"/>
                </a:lnTo>
                <a:lnTo>
                  <a:pt x="195" y="166"/>
                </a:lnTo>
                <a:lnTo>
                  <a:pt x="196" y="166"/>
                </a:lnTo>
                <a:lnTo>
                  <a:pt x="195" y="165"/>
                </a:lnTo>
                <a:lnTo>
                  <a:pt x="196" y="165"/>
                </a:lnTo>
                <a:lnTo>
                  <a:pt x="196" y="164"/>
                </a:lnTo>
                <a:lnTo>
                  <a:pt x="197" y="164"/>
                </a:lnTo>
                <a:lnTo>
                  <a:pt x="197" y="163"/>
                </a:lnTo>
                <a:lnTo>
                  <a:pt x="198" y="163"/>
                </a:lnTo>
                <a:lnTo>
                  <a:pt x="198" y="162"/>
                </a:lnTo>
                <a:lnTo>
                  <a:pt x="198" y="161"/>
                </a:lnTo>
                <a:lnTo>
                  <a:pt x="199" y="161"/>
                </a:lnTo>
                <a:lnTo>
                  <a:pt x="200" y="160"/>
                </a:lnTo>
                <a:lnTo>
                  <a:pt x="200" y="159"/>
                </a:lnTo>
                <a:lnTo>
                  <a:pt x="200" y="158"/>
                </a:lnTo>
                <a:lnTo>
                  <a:pt x="198" y="157"/>
                </a:lnTo>
                <a:lnTo>
                  <a:pt x="197" y="157"/>
                </a:lnTo>
                <a:lnTo>
                  <a:pt x="196" y="157"/>
                </a:lnTo>
                <a:lnTo>
                  <a:pt x="195" y="156"/>
                </a:lnTo>
                <a:lnTo>
                  <a:pt x="195" y="155"/>
                </a:lnTo>
                <a:lnTo>
                  <a:pt x="195" y="154"/>
                </a:lnTo>
                <a:lnTo>
                  <a:pt x="195" y="153"/>
                </a:lnTo>
                <a:lnTo>
                  <a:pt x="194" y="152"/>
                </a:lnTo>
                <a:lnTo>
                  <a:pt x="193" y="152"/>
                </a:lnTo>
                <a:lnTo>
                  <a:pt x="193" y="151"/>
                </a:lnTo>
                <a:lnTo>
                  <a:pt x="192" y="151"/>
                </a:lnTo>
                <a:lnTo>
                  <a:pt x="192" y="150"/>
                </a:lnTo>
                <a:lnTo>
                  <a:pt x="192" y="149"/>
                </a:lnTo>
                <a:lnTo>
                  <a:pt x="193" y="149"/>
                </a:lnTo>
                <a:lnTo>
                  <a:pt x="194" y="148"/>
                </a:lnTo>
                <a:lnTo>
                  <a:pt x="193" y="148"/>
                </a:lnTo>
                <a:lnTo>
                  <a:pt x="193" y="147"/>
                </a:lnTo>
                <a:lnTo>
                  <a:pt x="194" y="146"/>
                </a:lnTo>
                <a:lnTo>
                  <a:pt x="193" y="146"/>
                </a:lnTo>
                <a:lnTo>
                  <a:pt x="194" y="146"/>
                </a:lnTo>
                <a:lnTo>
                  <a:pt x="194" y="145"/>
                </a:lnTo>
                <a:lnTo>
                  <a:pt x="194" y="146"/>
                </a:lnTo>
                <a:lnTo>
                  <a:pt x="195" y="146"/>
                </a:lnTo>
                <a:lnTo>
                  <a:pt x="196" y="146"/>
                </a:lnTo>
                <a:lnTo>
                  <a:pt x="195" y="146"/>
                </a:lnTo>
                <a:lnTo>
                  <a:pt x="195" y="145"/>
                </a:lnTo>
                <a:lnTo>
                  <a:pt x="196" y="145"/>
                </a:lnTo>
                <a:lnTo>
                  <a:pt x="197" y="144"/>
                </a:lnTo>
                <a:lnTo>
                  <a:pt x="196" y="144"/>
                </a:lnTo>
                <a:lnTo>
                  <a:pt x="196" y="143"/>
                </a:lnTo>
                <a:lnTo>
                  <a:pt x="197" y="143"/>
                </a:lnTo>
                <a:lnTo>
                  <a:pt x="198" y="142"/>
                </a:lnTo>
                <a:lnTo>
                  <a:pt x="198" y="141"/>
                </a:lnTo>
                <a:lnTo>
                  <a:pt x="198" y="140"/>
                </a:lnTo>
                <a:lnTo>
                  <a:pt x="197" y="140"/>
                </a:lnTo>
                <a:lnTo>
                  <a:pt x="197" y="139"/>
                </a:lnTo>
                <a:lnTo>
                  <a:pt x="199" y="138"/>
                </a:lnTo>
                <a:lnTo>
                  <a:pt x="200" y="138"/>
                </a:lnTo>
                <a:lnTo>
                  <a:pt x="200" y="137"/>
                </a:lnTo>
                <a:lnTo>
                  <a:pt x="200" y="138"/>
                </a:lnTo>
                <a:lnTo>
                  <a:pt x="201" y="139"/>
                </a:lnTo>
                <a:lnTo>
                  <a:pt x="202" y="138"/>
                </a:lnTo>
                <a:lnTo>
                  <a:pt x="203" y="138"/>
                </a:lnTo>
                <a:lnTo>
                  <a:pt x="204" y="138"/>
                </a:lnTo>
                <a:lnTo>
                  <a:pt x="205" y="138"/>
                </a:lnTo>
                <a:lnTo>
                  <a:pt x="206" y="139"/>
                </a:lnTo>
                <a:lnTo>
                  <a:pt x="207" y="139"/>
                </a:lnTo>
                <a:lnTo>
                  <a:pt x="207" y="140"/>
                </a:lnTo>
                <a:lnTo>
                  <a:pt x="207" y="139"/>
                </a:lnTo>
                <a:lnTo>
                  <a:pt x="208" y="139"/>
                </a:lnTo>
                <a:lnTo>
                  <a:pt x="209" y="139"/>
                </a:lnTo>
                <a:lnTo>
                  <a:pt x="209" y="140"/>
                </a:lnTo>
                <a:lnTo>
                  <a:pt x="209" y="141"/>
                </a:lnTo>
                <a:lnTo>
                  <a:pt x="210" y="141"/>
                </a:lnTo>
                <a:lnTo>
                  <a:pt x="211" y="142"/>
                </a:lnTo>
                <a:lnTo>
                  <a:pt x="211" y="141"/>
                </a:lnTo>
                <a:lnTo>
                  <a:pt x="212" y="141"/>
                </a:lnTo>
                <a:lnTo>
                  <a:pt x="213" y="140"/>
                </a:lnTo>
                <a:lnTo>
                  <a:pt x="214" y="139"/>
                </a:lnTo>
                <a:lnTo>
                  <a:pt x="214" y="138"/>
                </a:lnTo>
                <a:lnTo>
                  <a:pt x="215" y="137"/>
                </a:lnTo>
                <a:lnTo>
                  <a:pt x="215" y="136"/>
                </a:lnTo>
                <a:lnTo>
                  <a:pt x="216" y="136"/>
                </a:lnTo>
                <a:lnTo>
                  <a:pt x="217" y="136"/>
                </a:lnTo>
                <a:lnTo>
                  <a:pt x="218" y="135"/>
                </a:lnTo>
                <a:lnTo>
                  <a:pt x="218" y="134"/>
                </a:lnTo>
                <a:lnTo>
                  <a:pt x="220" y="135"/>
                </a:lnTo>
                <a:lnTo>
                  <a:pt x="221" y="136"/>
                </a:lnTo>
                <a:lnTo>
                  <a:pt x="221" y="137"/>
                </a:lnTo>
                <a:lnTo>
                  <a:pt x="222" y="137"/>
                </a:lnTo>
                <a:lnTo>
                  <a:pt x="221" y="138"/>
                </a:lnTo>
                <a:lnTo>
                  <a:pt x="221" y="139"/>
                </a:lnTo>
                <a:lnTo>
                  <a:pt x="222" y="139"/>
                </a:lnTo>
                <a:lnTo>
                  <a:pt x="222" y="140"/>
                </a:lnTo>
                <a:lnTo>
                  <a:pt x="222" y="141"/>
                </a:lnTo>
                <a:lnTo>
                  <a:pt x="223" y="142"/>
                </a:lnTo>
                <a:lnTo>
                  <a:pt x="224" y="141"/>
                </a:lnTo>
                <a:lnTo>
                  <a:pt x="225" y="141"/>
                </a:lnTo>
                <a:lnTo>
                  <a:pt x="225" y="142"/>
                </a:lnTo>
                <a:lnTo>
                  <a:pt x="226" y="142"/>
                </a:lnTo>
                <a:lnTo>
                  <a:pt x="227" y="143"/>
                </a:lnTo>
                <a:lnTo>
                  <a:pt x="228" y="143"/>
                </a:lnTo>
                <a:lnTo>
                  <a:pt x="229" y="143"/>
                </a:lnTo>
                <a:lnTo>
                  <a:pt x="229" y="144"/>
                </a:lnTo>
                <a:lnTo>
                  <a:pt x="230" y="144"/>
                </a:lnTo>
                <a:lnTo>
                  <a:pt x="231" y="143"/>
                </a:lnTo>
                <a:lnTo>
                  <a:pt x="232" y="143"/>
                </a:lnTo>
                <a:lnTo>
                  <a:pt x="232" y="142"/>
                </a:lnTo>
                <a:lnTo>
                  <a:pt x="233" y="141"/>
                </a:lnTo>
                <a:lnTo>
                  <a:pt x="234" y="140"/>
                </a:lnTo>
                <a:lnTo>
                  <a:pt x="235" y="139"/>
                </a:lnTo>
                <a:lnTo>
                  <a:pt x="236" y="138"/>
                </a:lnTo>
                <a:lnTo>
                  <a:pt x="237" y="138"/>
                </a:lnTo>
                <a:lnTo>
                  <a:pt x="237" y="137"/>
                </a:lnTo>
                <a:lnTo>
                  <a:pt x="238" y="137"/>
                </a:lnTo>
                <a:lnTo>
                  <a:pt x="239" y="136"/>
                </a:lnTo>
                <a:lnTo>
                  <a:pt x="240" y="136"/>
                </a:lnTo>
                <a:lnTo>
                  <a:pt x="240" y="135"/>
                </a:lnTo>
                <a:lnTo>
                  <a:pt x="242" y="133"/>
                </a:lnTo>
                <a:lnTo>
                  <a:pt x="243" y="133"/>
                </a:lnTo>
                <a:lnTo>
                  <a:pt x="243" y="132"/>
                </a:lnTo>
                <a:lnTo>
                  <a:pt x="242" y="132"/>
                </a:lnTo>
                <a:lnTo>
                  <a:pt x="241" y="131"/>
                </a:lnTo>
                <a:lnTo>
                  <a:pt x="240" y="131"/>
                </a:lnTo>
                <a:lnTo>
                  <a:pt x="239" y="131"/>
                </a:lnTo>
                <a:lnTo>
                  <a:pt x="238" y="130"/>
                </a:lnTo>
                <a:lnTo>
                  <a:pt x="238" y="129"/>
                </a:lnTo>
                <a:lnTo>
                  <a:pt x="238" y="128"/>
                </a:lnTo>
                <a:lnTo>
                  <a:pt x="238" y="127"/>
                </a:lnTo>
                <a:lnTo>
                  <a:pt x="238" y="126"/>
                </a:lnTo>
                <a:lnTo>
                  <a:pt x="238" y="124"/>
                </a:lnTo>
                <a:lnTo>
                  <a:pt x="239" y="124"/>
                </a:lnTo>
                <a:lnTo>
                  <a:pt x="241" y="125"/>
                </a:lnTo>
                <a:lnTo>
                  <a:pt x="242" y="125"/>
                </a:lnTo>
                <a:lnTo>
                  <a:pt x="242" y="124"/>
                </a:lnTo>
                <a:lnTo>
                  <a:pt x="243" y="122"/>
                </a:lnTo>
                <a:lnTo>
                  <a:pt x="244" y="121"/>
                </a:lnTo>
                <a:lnTo>
                  <a:pt x="244" y="120"/>
                </a:lnTo>
                <a:lnTo>
                  <a:pt x="245" y="120"/>
                </a:lnTo>
                <a:lnTo>
                  <a:pt x="246" y="120"/>
                </a:lnTo>
                <a:lnTo>
                  <a:pt x="246" y="119"/>
                </a:lnTo>
                <a:lnTo>
                  <a:pt x="247" y="119"/>
                </a:lnTo>
                <a:lnTo>
                  <a:pt x="248" y="119"/>
                </a:lnTo>
                <a:lnTo>
                  <a:pt x="249" y="119"/>
                </a:lnTo>
                <a:lnTo>
                  <a:pt x="249" y="118"/>
                </a:lnTo>
                <a:lnTo>
                  <a:pt x="249" y="117"/>
                </a:lnTo>
                <a:lnTo>
                  <a:pt x="248" y="117"/>
                </a:lnTo>
                <a:lnTo>
                  <a:pt x="248" y="116"/>
                </a:lnTo>
                <a:lnTo>
                  <a:pt x="246" y="116"/>
                </a:lnTo>
                <a:lnTo>
                  <a:pt x="246" y="115"/>
                </a:lnTo>
                <a:lnTo>
                  <a:pt x="246" y="114"/>
                </a:lnTo>
                <a:lnTo>
                  <a:pt x="246" y="113"/>
                </a:lnTo>
                <a:lnTo>
                  <a:pt x="245" y="113"/>
                </a:lnTo>
                <a:lnTo>
                  <a:pt x="245" y="112"/>
                </a:lnTo>
                <a:lnTo>
                  <a:pt x="244" y="112"/>
                </a:lnTo>
                <a:lnTo>
                  <a:pt x="244" y="111"/>
                </a:lnTo>
                <a:lnTo>
                  <a:pt x="245" y="111"/>
                </a:lnTo>
                <a:lnTo>
                  <a:pt x="246" y="111"/>
                </a:lnTo>
                <a:lnTo>
                  <a:pt x="246" y="110"/>
                </a:lnTo>
                <a:lnTo>
                  <a:pt x="247" y="109"/>
                </a:lnTo>
                <a:lnTo>
                  <a:pt x="247" y="108"/>
                </a:lnTo>
                <a:lnTo>
                  <a:pt x="248" y="108"/>
                </a:lnTo>
                <a:lnTo>
                  <a:pt x="249" y="108"/>
                </a:lnTo>
                <a:lnTo>
                  <a:pt x="249" y="107"/>
                </a:lnTo>
                <a:lnTo>
                  <a:pt x="249" y="106"/>
                </a:lnTo>
                <a:lnTo>
                  <a:pt x="250" y="106"/>
                </a:lnTo>
                <a:lnTo>
                  <a:pt x="250" y="105"/>
                </a:lnTo>
                <a:lnTo>
                  <a:pt x="251" y="104"/>
                </a:lnTo>
                <a:lnTo>
                  <a:pt x="252" y="103"/>
                </a:lnTo>
                <a:lnTo>
                  <a:pt x="252" y="102"/>
                </a:lnTo>
                <a:lnTo>
                  <a:pt x="251" y="101"/>
                </a:lnTo>
                <a:lnTo>
                  <a:pt x="250" y="100"/>
                </a:lnTo>
                <a:lnTo>
                  <a:pt x="251" y="99"/>
                </a:lnTo>
                <a:lnTo>
                  <a:pt x="250" y="99"/>
                </a:lnTo>
                <a:lnTo>
                  <a:pt x="249" y="100"/>
                </a:lnTo>
                <a:lnTo>
                  <a:pt x="248" y="100"/>
                </a:lnTo>
                <a:lnTo>
                  <a:pt x="247" y="100"/>
                </a:lnTo>
                <a:lnTo>
                  <a:pt x="247" y="101"/>
                </a:lnTo>
                <a:lnTo>
                  <a:pt x="246" y="101"/>
                </a:lnTo>
                <a:lnTo>
                  <a:pt x="246" y="100"/>
                </a:lnTo>
                <a:lnTo>
                  <a:pt x="246" y="99"/>
                </a:lnTo>
                <a:lnTo>
                  <a:pt x="246" y="98"/>
                </a:lnTo>
                <a:lnTo>
                  <a:pt x="245" y="98"/>
                </a:lnTo>
                <a:lnTo>
                  <a:pt x="247" y="97"/>
                </a:lnTo>
                <a:lnTo>
                  <a:pt x="248" y="97"/>
                </a:lnTo>
                <a:lnTo>
                  <a:pt x="249" y="97"/>
                </a:lnTo>
                <a:lnTo>
                  <a:pt x="249" y="96"/>
                </a:lnTo>
                <a:lnTo>
                  <a:pt x="250" y="96"/>
                </a:lnTo>
                <a:lnTo>
                  <a:pt x="251" y="96"/>
                </a:lnTo>
                <a:lnTo>
                  <a:pt x="252" y="96"/>
                </a:lnTo>
                <a:lnTo>
                  <a:pt x="252" y="95"/>
                </a:lnTo>
                <a:lnTo>
                  <a:pt x="253" y="94"/>
                </a:lnTo>
                <a:lnTo>
                  <a:pt x="254" y="93"/>
                </a:lnTo>
                <a:lnTo>
                  <a:pt x="255" y="93"/>
                </a:lnTo>
                <a:lnTo>
                  <a:pt x="256" y="92"/>
                </a:lnTo>
                <a:lnTo>
                  <a:pt x="257" y="92"/>
                </a:lnTo>
                <a:lnTo>
                  <a:pt x="258" y="91"/>
                </a:lnTo>
                <a:lnTo>
                  <a:pt x="258" y="90"/>
                </a:lnTo>
                <a:lnTo>
                  <a:pt x="259" y="90"/>
                </a:lnTo>
                <a:lnTo>
                  <a:pt x="260" y="90"/>
                </a:lnTo>
                <a:lnTo>
                  <a:pt x="260" y="89"/>
                </a:lnTo>
                <a:lnTo>
                  <a:pt x="260" y="88"/>
                </a:lnTo>
                <a:lnTo>
                  <a:pt x="261" y="88"/>
                </a:lnTo>
                <a:lnTo>
                  <a:pt x="260" y="88"/>
                </a:lnTo>
                <a:lnTo>
                  <a:pt x="260" y="87"/>
                </a:lnTo>
                <a:lnTo>
                  <a:pt x="260" y="86"/>
                </a:lnTo>
                <a:lnTo>
                  <a:pt x="259" y="86"/>
                </a:lnTo>
                <a:lnTo>
                  <a:pt x="258" y="86"/>
                </a:lnTo>
                <a:lnTo>
                  <a:pt x="258" y="85"/>
                </a:lnTo>
                <a:lnTo>
                  <a:pt x="257" y="85"/>
                </a:lnTo>
                <a:lnTo>
                  <a:pt x="257" y="84"/>
                </a:lnTo>
                <a:lnTo>
                  <a:pt x="258" y="84"/>
                </a:lnTo>
                <a:lnTo>
                  <a:pt x="259" y="84"/>
                </a:lnTo>
                <a:lnTo>
                  <a:pt x="260" y="84"/>
                </a:lnTo>
                <a:lnTo>
                  <a:pt x="260" y="83"/>
                </a:lnTo>
                <a:lnTo>
                  <a:pt x="261" y="82"/>
                </a:lnTo>
                <a:lnTo>
                  <a:pt x="262" y="82"/>
                </a:lnTo>
                <a:lnTo>
                  <a:pt x="263" y="81"/>
                </a:lnTo>
                <a:lnTo>
                  <a:pt x="263" y="79"/>
                </a:lnTo>
                <a:lnTo>
                  <a:pt x="263" y="78"/>
                </a:lnTo>
                <a:lnTo>
                  <a:pt x="263" y="77"/>
                </a:lnTo>
                <a:lnTo>
                  <a:pt x="264" y="77"/>
                </a:lnTo>
                <a:lnTo>
                  <a:pt x="264" y="76"/>
                </a:lnTo>
                <a:lnTo>
                  <a:pt x="264" y="75"/>
                </a:lnTo>
                <a:lnTo>
                  <a:pt x="263" y="75"/>
                </a:lnTo>
                <a:lnTo>
                  <a:pt x="262" y="75"/>
                </a:lnTo>
                <a:lnTo>
                  <a:pt x="261" y="75"/>
                </a:lnTo>
                <a:lnTo>
                  <a:pt x="261" y="74"/>
                </a:lnTo>
                <a:lnTo>
                  <a:pt x="261" y="73"/>
                </a:lnTo>
                <a:lnTo>
                  <a:pt x="261" y="72"/>
                </a:lnTo>
                <a:lnTo>
                  <a:pt x="262" y="72"/>
                </a:lnTo>
                <a:lnTo>
                  <a:pt x="263" y="72"/>
                </a:lnTo>
                <a:lnTo>
                  <a:pt x="264" y="72"/>
                </a:lnTo>
                <a:lnTo>
                  <a:pt x="264" y="71"/>
                </a:lnTo>
                <a:lnTo>
                  <a:pt x="265" y="71"/>
                </a:lnTo>
                <a:lnTo>
                  <a:pt x="266" y="71"/>
                </a:lnTo>
                <a:lnTo>
                  <a:pt x="266" y="72"/>
                </a:lnTo>
                <a:lnTo>
                  <a:pt x="267" y="72"/>
                </a:lnTo>
                <a:lnTo>
                  <a:pt x="267" y="71"/>
                </a:lnTo>
                <a:lnTo>
                  <a:pt x="268" y="71"/>
                </a:lnTo>
                <a:lnTo>
                  <a:pt x="268" y="72"/>
                </a:lnTo>
                <a:lnTo>
                  <a:pt x="269" y="72"/>
                </a:lnTo>
                <a:lnTo>
                  <a:pt x="269" y="71"/>
                </a:lnTo>
                <a:lnTo>
                  <a:pt x="270" y="71"/>
                </a:lnTo>
                <a:lnTo>
                  <a:pt x="271" y="71"/>
                </a:lnTo>
                <a:lnTo>
                  <a:pt x="272" y="71"/>
                </a:lnTo>
                <a:lnTo>
                  <a:pt x="273" y="71"/>
                </a:lnTo>
                <a:lnTo>
                  <a:pt x="274" y="71"/>
                </a:lnTo>
                <a:lnTo>
                  <a:pt x="275" y="70"/>
                </a:lnTo>
                <a:lnTo>
                  <a:pt x="275" y="69"/>
                </a:lnTo>
                <a:lnTo>
                  <a:pt x="274" y="69"/>
                </a:lnTo>
                <a:lnTo>
                  <a:pt x="274" y="67"/>
                </a:lnTo>
                <a:lnTo>
                  <a:pt x="275" y="67"/>
                </a:lnTo>
                <a:lnTo>
                  <a:pt x="276" y="67"/>
                </a:lnTo>
                <a:lnTo>
                  <a:pt x="277" y="67"/>
                </a:lnTo>
                <a:lnTo>
                  <a:pt x="278" y="67"/>
                </a:lnTo>
                <a:lnTo>
                  <a:pt x="279" y="67"/>
                </a:lnTo>
                <a:lnTo>
                  <a:pt x="279" y="66"/>
                </a:lnTo>
                <a:lnTo>
                  <a:pt x="279" y="65"/>
                </a:lnTo>
                <a:lnTo>
                  <a:pt x="278" y="65"/>
                </a:lnTo>
                <a:lnTo>
                  <a:pt x="278" y="64"/>
                </a:lnTo>
                <a:lnTo>
                  <a:pt x="279" y="64"/>
                </a:lnTo>
                <a:lnTo>
                  <a:pt x="279" y="63"/>
                </a:lnTo>
                <a:lnTo>
                  <a:pt x="279" y="62"/>
                </a:lnTo>
                <a:lnTo>
                  <a:pt x="280" y="61"/>
                </a:lnTo>
                <a:lnTo>
                  <a:pt x="281" y="61"/>
                </a:lnTo>
                <a:lnTo>
                  <a:pt x="281" y="60"/>
                </a:lnTo>
                <a:lnTo>
                  <a:pt x="282" y="60"/>
                </a:lnTo>
                <a:lnTo>
                  <a:pt x="281" y="60"/>
                </a:lnTo>
                <a:lnTo>
                  <a:pt x="282" y="59"/>
                </a:lnTo>
                <a:lnTo>
                  <a:pt x="283" y="58"/>
                </a:lnTo>
                <a:lnTo>
                  <a:pt x="285" y="58"/>
                </a:lnTo>
                <a:lnTo>
                  <a:pt x="286" y="58"/>
                </a:lnTo>
                <a:lnTo>
                  <a:pt x="286" y="59"/>
                </a:lnTo>
                <a:lnTo>
                  <a:pt x="287" y="59"/>
                </a:lnTo>
                <a:lnTo>
                  <a:pt x="287" y="60"/>
                </a:lnTo>
                <a:lnTo>
                  <a:pt x="287" y="59"/>
                </a:lnTo>
                <a:lnTo>
                  <a:pt x="287" y="58"/>
                </a:lnTo>
                <a:lnTo>
                  <a:pt x="287" y="57"/>
                </a:lnTo>
                <a:lnTo>
                  <a:pt x="288" y="57"/>
                </a:lnTo>
                <a:lnTo>
                  <a:pt x="289" y="57"/>
                </a:lnTo>
                <a:lnTo>
                  <a:pt x="289" y="56"/>
                </a:lnTo>
                <a:lnTo>
                  <a:pt x="290" y="56"/>
                </a:lnTo>
                <a:lnTo>
                  <a:pt x="291" y="56"/>
                </a:lnTo>
                <a:lnTo>
                  <a:pt x="291" y="55"/>
                </a:lnTo>
                <a:lnTo>
                  <a:pt x="292" y="55"/>
                </a:lnTo>
                <a:lnTo>
                  <a:pt x="293" y="54"/>
                </a:lnTo>
                <a:lnTo>
                  <a:pt x="293" y="55"/>
                </a:lnTo>
                <a:lnTo>
                  <a:pt x="294" y="55"/>
                </a:lnTo>
                <a:lnTo>
                  <a:pt x="294" y="54"/>
                </a:lnTo>
                <a:lnTo>
                  <a:pt x="293" y="53"/>
                </a:lnTo>
                <a:lnTo>
                  <a:pt x="292" y="53"/>
                </a:lnTo>
                <a:lnTo>
                  <a:pt x="292" y="52"/>
                </a:lnTo>
                <a:lnTo>
                  <a:pt x="291" y="52"/>
                </a:lnTo>
                <a:lnTo>
                  <a:pt x="291" y="51"/>
                </a:lnTo>
                <a:lnTo>
                  <a:pt x="292" y="51"/>
                </a:lnTo>
                <a:lnTo>
                  <a:pt x="292" y="50"/>
                </a:lnTo>
                <a:lnTo>
                  <a:pt x="292" y="49"/>
                </a:lnTo>
                <a:lnTo>
                  <a:pt x="292" y="48"/>
                </a:lnTo>
                <a:lnTo>
                  <a:pt x="291" y="48"/>
                </a:lnTo>
                <a:lnTo>
                  <a:pt x="290" y="48"/>
                </a:lnTo>
                <a:lnTo>
                  <a:pt x="292" y="46"/>
                </a:lnTo>
                <a:lnTo>
                  <a:pt x="293" y="45"/>
                </a:lnTo>
                <a:lnTo>
                  <a:pt x="292" y="45"/>
                </a:lnTo>
                <a:lnTo>
                  <a:pt x="291" y="45"/>
                </a:lnTo>
                <a:lnTo>
                  <a:pt x="290" y="44"/>
                </a:lnTo>
                <a:lnTo>
                  <a:pt x="289" y="44"/>
                </a:lnTo>
                <a:lnTo>
                  <a:pt x="289" y="43"/>
                </a:lnTo>
                <a:lnTo>
                  <a:pt x="288" y="43"/>
                </a:lnTo>
                <a:lnTo>
                  <a:pt x="287" y="43"/>
                </a:lnTo>
                <a:lnTo>
                  <a:pt x="286" y="43"/>
                </a:lnTo>
                <a:lnTo>
                  <a:pt x="286" y="42"/>
                </a:lnTo>
                <a:lnTo>
                  <a:pt x="285" y="42"/>
                </a:lnTo>
                <a:lnTo>
                  <a:pt x="286" y="42"/>
                </a:lnTo>
                <a:lnTo>
                  <a:pt x="286" y="41"/>
                </a:lnTo>
                <a:lnTo>
                  <a:pt x="287" y="40"/>
                </a:lnTo>
                <a:lnTo>
                  <a:pt x="286" y="40"/>
                </a:lnTo>
                <a:lnTo>
                  <a:pt x="285" y="40"/>
                </a:lnTo>
                <a:lnTo>
                  <a:pt x="283" y="40"/>
                </a:lnTo>
                <a:lnTo>
                  <a:pt x="282" y="40"/>
                </a:lnTo>
                <a:lnTo>
                  <a:pt x="281" y="39"/>
                </a:lnTo>
                <a:lnTo>
                  <a:pt x="280" y="39"/>
                </a:lnTo>
                <a:lnTo>
                  <a:pt x="279" y="38"/>
                </a:lnTo>
                <a:lnTo>
                  <a:pt x="279" y="37"/>
                </a:lnTo>
                <a:lnTo>
                  <a:pt x="279" y="36"/>
                </a:lnTo>
                <a:lnTo>
                  <a:pt x="278" y="36"/>
                </a:lnTo>
                <a:lnTo>
                  <a:pt x="278" y="35"/>
                </a:lnTo>
                <a:lnTo>
                  <a:pt x="277" y="35"/>
                </a:lnTo>
                <a:lnTo>
                  <a:pt x="277" y="36"/>
                </a:lnTo>
                <a:lnTo>
                  <a:pt x="276" y="35"/>
                </a:lnTo>
                <a:lnTo>
                  <a:pt x="275" y="35"/>
                </a:lnTo>
                <a:lnTo>
                  <a:pt x="274" y="34"/>
                </a:lnTo>
                <a:lnTo>
                  <a:pt x="274" y="33"/>
                </a:lnTo>
                <a:lnTo>
                  <a:pt x="273" y="33"/>
                </a:lnTo>
                <a:lnTo>
                  <a:pt x="273" y="32"/>
                </a:lnTo>
                <a:lnTo>
                  <a:pt x="272" y="32"/>
                </a:lnTo>
                <a:lnTo>
                  <a:pt x="272" y="31"/>
                </a:lnTo>
                <a:lnTo>
                  <a:pt x="272" y="30"/>
                </a:lnTo>
                <a:lnTo>
                  <a:pt x="271" y="30"/>
                </a:lnTo>
                <a:lnTo>
                  <a:pt x="270" y="30"/>
                </a:lnTo>
                <a:lnTo>
                  <a:pt x="269" y="29"/>
                </a:lnTo>
                <a:lnTo>
                  <a:pt x="269" y="28"/>
                </a:lnTo>
                <a:lnTo>
                  <a:pt x="269" y="27"/>
                </a:lnTo>
                <a:lnTo>
                  <a:pt x="269" y="26"/>
                </a:lnTo>
                <a:lnTo>
                  <a:pt x="269" y="25"/>
                </a:lnTo>
                <a:lnTo>
                  <a:pt x="268" y="24"/>
                </a:lnTo>
                <a:lnTo>
                  <a:pt x="267" y="24"/>
                </a:lnTo>
                <a:lnTo>
                  <a:pt x="268" y="23"/>
                </a:lnTo>
                <a:lnTo>
                  <a:pt x="268" y="22"/>
                </a:lnTo>
                <a:lnTo>
                  <a:pt x="269" y="23"/>
                </a:lnTo>
                <a:lnTo>
                  <a:pt x="269" y="22"/>
                </a:lnTo>
                <a:lnTo>
                  <a:pt x="270" y="21"/>
                </a:lnTo>
                <a:lnTo>
                  <a:pt x="271" y="21"/>
                </a:lnTo>
                <a:lnTo>
                  <a:pt x="272" y="21"/>
                </a:lnTo>
                <a:lnTo>
                  <a:pt x="272" y="22"/>
                </a:lnTo>
                <a:lnTo>
                  <a:pt x="273" y="22"/>
                </a:lnTo>
                <a:lnTo>
                  <a:pt x="274" y="22"/>
                </a:lnTo>
                <a:lnTo>
                  <a:pt x="275" y="23"/>
                </a:lnTo>
                <a:lnTo>
                  <a:pt x="276" y="23"/>
                </a:lnTo>
                <a:lnTo>
                  <a:pt x="276" y="22"/>
                </a:lnTo>
                <a:lnTo>
                  <a:pt x="277" y="22"/>
                </a:lnTo>
                <a:lnTo>
                  <a:pt x="277" y="21"/>
                </a:lnTo>
                <a:lnTo>
                  <a:pt x="276" y="21"/>
                </a:lnTo>
                <a:lnTo>
                  <a:pt x="275" y="20"/>
                </a:lnTo>
                <a:lnTo>
                  <a:pt x="274" y="20"/>
                </a:lnTo>
                <a:lnTo>
                  <a:pt x="274" y="19"/>
                </a:lnTo>
                <a:lnTo>
                  <a:pt x="273" y="19"/>
                </a:lnTo>
                <a:lnTo>
                  <a:pt x="274" y="17"/>
                </a:lnTo>
                <a:lnTo>
                  <a:pt x="276" y="17"/>
                </a:lnTo>
                <a:lnTo>
                  <a:pt x="277" y="17"/>
                </a:lnTo>
                <a:lnTo>
                  <a:pt x="276" y="17"/>
                </a:lnTo>
                <a:lnTo>
                  <a:pt x="276" y="16"/>
                </a:lnTo>
                <a:lnTo>
                  <a:pt x="276" y="15"/>
                </a:lnTo>
                <a:lnTo>
                  <a:pt x="275" y="15"/>
                </a:lnTo>
                <a:lnTo>
                  <a:pt x="275" y="14"/>
                </a:lnTo>
                <a:lnTo>
                  <a:pt x="275" y="13"/>
                </a:lnTo>
                <a:lnTo>
                  <a:pt x="277" y="13"/>
                </a:lnTo>
                <a:lnTo>
                  <a:pt x="278" y="13"/>
                </a:lnTo>
                <a:lnTo>
                  <a:pt x="279" y="13"/>
                </a:lnTo>
                <a:lnTo>
                  <a:pt x="279" y="14"/>
                </a:lnTo>
                <a:lnTo>
                  <a:pt x="280" y="14"/>
                </a:lnTo>
                <a:lnTo>
                  <a:pt x="280" y="13"/>
                </a:lnTo>
                <a:lnTo>
                  <a:pt x="281" y="13"/>
                </a:lnTo>
                <a:lnTo>
                  <a:pt x="281" y="14"/>
                </a:lnTo>
                <a:lnTo>
                  <a:pt x="282" y="14"/>
                </a:lnTo>
                <a:lnTo>
                  <a:pt x="283" y="14"/>
                </a:lnTo>
                <a:lnTo>
                  <a:pt x="285" y="13"/>
                </a:lnTo>
                <a:lnTo>
                  <a:pt x="285" y="11"/>
                </a:lnTo>
                <a:lnTo>
                  <a:pt x="283" y="11"/>
                </a:lnTo>
                <a:lnTo>
                  <a:pt x="283" y="10"/>
                </a:lnTo>
                <a:lnTo>
                  <a:pt x="282" y="10"/>
                </a:lnTo>
                <a:lnTo>
                  <a:pt x="282" y="9"/>
                </a:lnTo>
                <a:lnTo>
                  <a:pt x="281" y="7"/>
                </a:lnTo>
                <a:lnTo>
                  <a:pt x="281" y="6"/>
                </a:lnTo>
                <a:lnTo>
                  <a:pt x="280" y="6"/>
                </a:lnTo>
                <a:lnTo>
                  <a:pt x="279" y="5"/>
                </a:lnTo>
                <a:lnTo>
                  <a:pt x="278" y="5"/>
                </a:lnTo>
                <a:lnTo>
                  <a:pt x="279" y="4"/>
                </a:lnTo>
                <a:lnTo>
                  <a:pt x="278" y="3"/>
                </a:lnTo>
                <a:lnTo>
                  <a:pt x="277" y="3"/>
                </a:lnTo>
                <a:lnTo>
                  <a:pt x="277" y="2"/>
                </a:lnTo>
                <a:lnTo>
                  <a:pt x="278" y="2"/>
                </a:lnTo>
                <a:lnTo>
                  <a:pt x="280" y="1"/>
                </a:lnTo>
                <a:lnTo>
                  <a:pt x="280" y="0"/>
                </a:lnTo>
                <a:lnTo>
                  <a:pt x="280" y="1"/>
                </a:lnTo>
                <a:lnTo>
                  <a:pt x="281" y="1"/>
                </a:lnTo>
                <a:lnTo>
                  <a:pt x="282" y="1"/>
                </a:lnTo>
                <a:lnTo>
                  <a:pt x="283" y="1"/>
                </a:lnTo>
                <a:lnTo>
                  <a:pt x="285" y="1"/>
                </a:lnTo>
                <a:lnTo>
                  <a:pt x="285" y="2"/>
                </a:lnTo>
                <a:lnTo>
                  <a:pt x="286" y="2"/>
                </a:lnTo>
                <a:lnTo>
                  <a:pt x="287" y="2"/>
                </a:lnTo>
                <a:lnTo>
                  <a:pt x="288" y="2"/>
                </a:lnTo>
                <a:lnTo>
                  <a:pt x="288" y="1"/>
                </a:lnTo>
                <a:lnTo>
                  <a:pt x="289" y="1"/>
                </a:lnTo>
                <a:lnTo>
                  <a:pt x="290" y="0"/>
                </a:lnTo>
                <a:lnTo>
                  <a:pt x="291" y="0"/>
                </a:lnTo>
                <a:lnTo>
                  <a:pt x="292" y="1"/>
                </a:lnTo>
                <a:lnTo>
                  <a:pt x="293" y="1"/>
                </a:lnTo>
                <a:lnTo>
                  <a:pt x="29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06" name=""/>
          <p:cNvSpPr/>
          <p:nvPr/>
        </p:nvSpPr>
        <p:spPr>
          <a:xfrm>
            <a:off x="6228720" y="3871800"/>
            <a:ext cx="363600" cy="304920"/>
          </a:xfrm>
          <a:custGeom>
            <a:avLst/>
            <a:gdLst/>
            <a:ahLst/>
            <a:rect l="0" t="0" r="r" b="b"/>
            <a:pathLst>
              <a:path w="1010" h="847">
                <a:moveTo>
                  <a:pt x="507" y="3"/>
                </a:moveTo>
                <a:lnTo>
                  <a:pt x="507" y="4"/>
                </a:lnTo>
                <a:lnTo>
                  <a:pt x="507" y="5"/>
                </a:lnTo>
                <a:lnTo>
                  <a:pt x="507" y="6"/>
                </a:lnTo>
                <a:lnTo>
                  <a:pt x="508" y="6"/>
                </a:lnTo>
                <a:lnTo>
                  <a:pt x="508" y="7"/>
                </a:lnTo>
                <a:lnTo>
                  <a:pt x="508" y="8"/>
                </a:lnTo>
                <a:lnTo>
                  <a:pt x="508" y="10"/>
                </a:lnTo>
                <a:lnTo>
                  <a:pt x="508" y="11"/>
                </a:lnTo>
                <a:lnTo>
                  <a:pt x="508" y="12"/>
                </a:lnTo>
                <a:lnTo>
                  <a:pt x="509" y="12"/>
                </a:lnTo>
                <a:lnTo>
                  <a:pt x="510" y="13"/>
                </a:lnTo>
                <a:lnTo>
                  <a:pt x="511" y="13"/>
                </a:lnTo>
                <a:lnTo>
                  <a:pt x="512" y="13"/>
                </a:lnTo>
                <a:lnTo>
                  <a:pt x="513" y="13"/>
                </a:lnTo>
                <a:lnTo>
                  <a:pt x="514" y="13"/>
                </a:lnTo>
                <a:lnTo>
                  <a:pt x="515" y="12"/>
                </a:lnTo>
                <a:lnTo>
                  <a:pt x="516" y="12"/>
                </a:lnTo>
                <a:lnTo>
                  <a:pt x="517" y="13"/>
                </a:lnTo>
                <a:lnTo>
                  <a:pt x="518" y="13"/>
                </a:lnTo>
                <a:lnTo>
                  <a:pt x="519" y="13"/>
                </a:lnTo>
                <a:lnTo>
                  <a:pt x="519" y="14"/>
                </a:lnTo>
                <a:lnTo>
                  <a:pt x="520" y="14"/>
                </a:lnTo>
                <a:lnTo>
                  <a:pt x="521" y="14"/>
                </a:lnTo>
                <a:lnTo>
                  <a:pt x="521" y="15"/>
                </a:lnTo>
                <a:lnTo>
                  <a:pt x="522" y="15"/>
                </a:lnTo>
                <a:lnTo>
                  <a:pt x="522" y="16"/>
                </a:lnTo>
                <a:lnTo>
                  <a:pt x="521" y="16"/>
                </a:lnTo>
                <a:lnTo>
                  <a:pt x="522" y="17"/>
                </a:lnTo>
                <a:lnTo>
                  <a:pt x="522" y="18"/>
                </a:lnTo>
                <a:lnTo>
                  <a:pt x="522" y="19"/>
                </a:lnTo>
                <a:lnTo>
                  <a:pt x="521" y="20"/>
                </a:lnTo>
                <a:lnTo>
                  <a:pt x="521" y="21"/>
                </a:lnTo>
                <a:lnTo>
                  <a:pt x="522" y="21"/>
                </a:lnTo>
                <a:lnTo>
                  <a:pt x="522" y="22"/>
                </a:lnTo>
                <a:lnTo>
                  <a:pt x="523" y="22"/>
                </a:lnTo>
                <a:lnTo>
                  <a:pt x="523" y="21"/>
                </a:lnTo>
                <a:lnTo>
                  <a:pt x="524" y="21"/>
                </a:lnTo>
                <a:lnTo>
                  <a:pt x="524" y="22"/>
                </a:lnTo>
                <a:lnTo>
                  <a:pt x="525" y="23"/>
                </a:lnTo>
                <a:lnTo>
                  <a:pt x="526" y="23"/>
                </a:lnTo>
                <a:lnTo>
                  <a:pt x="526" y="24"/>
                </a:lnTo>
                <a:lnTo>
                  <a:pt x="525" y="24"/>
                </a:lnTo>
                <a:lnTo>
                  <a:pt x="525" y="25"/>
                </a:lnTo>
                <a:lnTo>
                  <a:pt x="526" y="25"/>
                </a:lnTo>
                <a:lnTo>
                  <a:pt x="525" y="25"/>
                </a:lnTo>
                <a:lnTo>
                  <a:pt x="524" y="25"/>
                </a:lnTo>
                <a:lnTo>
                  <a:pt x="524" y="26"/>
                </a:lnTo>
                <a:lnTo>
                  <a:pt x="523" y="26"/>
                </a:lnTo>
                <a:lnTo>
                  <a:pt x="522" y="25"/>
                </a:lnTo>
                <a:lnTo>
                  <a:pt x="522" y="26"/>
                </a:lnTo>
                <a:lnTo>
                  <a:pt x="522" y="27"/>
                </a:lnTo>
                <a:lnTo>
                  <a:pt x="521" y="28"/>
                </a:lnTo>
                <a:lnTo>
                  <a:pt x="522" y="28"/>
                </a:lnTo>
                <a:lnTo>
                  <a:pt x="523" y="28"/>
                </a:lnTo>
                <a:lnTo>
                  <a:pt x="524" y="28"/>
                </a:lnTo>
                <a:lnTo>
                  <a:pt x="524" y="29"/>
                </a:lnTo>
                <a:lnTo>
                  <a:pt x="524" y="30"/>
                </a:lnTo>
                <a:lnTo>
                  <a:pt x="524" y="31"/>
                </a:lnTo>
                <a:lnTo>
                  <a:pt x="525" y="31"/>
                </a:lnTo>
                <a:lnTo>
                  <a:pt x="525" y="32"/>
                </a:lnTo>
                <a:lnTo>
                  <a:pt x="524" y="32"/>
                </a:lnTo>
                <a:lnTo>
                  <a:pt x="524" y="33"/>
                </a:lnTo>
                <a:lnTo>
                  <a:pt x="523" y="33"/>
                </a:lnTo>
                <a:lnTo>
                  <a:pt x="523" y="34"/>
                </a:lnTo>
                <a:lnTo>
                  <a:pt x="523" y="35"/>
                </a:lnTo>
                <a:lnTo>
                  <a:pt x="522" y="35"/>
                </a:lnTo>
                <a:lnTo>
                  <a:pt x="521" y="35"/>
                </a:lnTo>
                <a:lnTo>
                  <a:pt x="521" y="36"/>
                </a:lnTo>
                <a:lnTo>
                  <a:pt x="521" y="37"/>
                </a:lnTo>
                <a:lnTo>
                  <a:pt x="522" y="38"/>
                </a:lnTo>
                <a:lnTo>
                  <a:pt x="522" y="39"/>
                </a:lnTo>
                <a:lnTo>
                  <a:pt x="523" y="39"/>
                </a:lnTo>
                <a:lnTo>
                  <a:pt x="524" y="40"/>
                </a:lnTo>
                <a:lnTo>
                  <a:pt x="524" y="39"/>
                </a:lnTo>
                <a:lnTo>
                  <a:pt x="525" y="39"/>
                </a:lnTo>
                <a:lnTo>
                  <a:pt x="526" y="40"/>
                </a:lnTo>
                <a:lnTo>
                  <a:pt x="527" y="41"/>
                </a:lnTo>
                <a:lnTo>
                  <a:pt x="527" y="42"/>
                </a:lnTo>
                <a:lnTo>
                  <a:pt x="527" y="43"/>
                </a:lnTo>
                <a:lnTo>
                  <a:pt x="526" y="43"/>
                </a:lnTo>
                <a:lnTo>
                  <a:pt x="526" y="44"/>
                </a:lnTo>
                <a:lnTo>
                  <a:pt x="526" y="45"/>
                </a:lnTo>
                <a:lnTo>
                  <a:pt x="525" y="45"/>
                </a:lnTo>
                <a:lnTo>
                  <a:pt x="525" y="46"/>
                </a:lnTo>
                <a:lnTo>
                  <a:pt x="525" y="47"/>
                </a:lnTo>
                <a:lnTo>
                  <a:pt x="525" y="48"/>
                </a:lnTo>
                <a:lnTo>
                  <a:pt x="524" y="49"/>
                </a:lnTo>
                <a:lnTo>
                  <a:pt x="524" y="51"/>
                </a:lnTo>
                <a:lnTo>
                  <a:pt x="525" y="52"/>
                </a:lnTo>
                <a:lnTo>
                  <a:pt x="526" y="52"/>
                </a:lnTo>
                <a:lnTo>
                  <a:pt x="527" y="52"/>
                </a:lnTo>
                <a:lnTo>
                  <a:pt x="528" y="52"/>
                </a:lnTo>
                <a:lnTo>
                  <a:pt x="528" y="53"/>
                </a:lnTo>
                <a:lnTo>
                  <a:pt x="529" y="53"/>
                </a:lnTo>
                <a:lnTo>
                  <a:pt x="530" y="53"/>
                </a:lnTo>
                <a:lnTo>
                  <a:pt x="531" y="53"/>
                </a:lnTo>
                <a:lnTo>
                  <a:pt x="531" y="52"/>
                </a:lnTo>
                <a:lnTo>
                  <a:pt x="532" y="51"/>
                </a:lnTo>
                <a:lnTo>
                  <a:pt x="533" y="51"/>
                </a:lnTo>
                <a:lnTo>
                  <a:pt x="534" y="51"/>
                </a:lnTo>
                <a:lnTo>
                  <a:pt x="535" y="51"/>
                </a:lnTo>
                <a:lnTo>
                  <a:pt x="535" y="52"/>
                </a:lnTo>
                <a:lnTo>
                  <a:pt x="536" y="52"/>
                </a:lnTo>
                <a:lnTo>
                  <a:pt x="536" y="53"/>
                </a:lnTo>
                <a:lnTo>
                  <a:pt x="536" y="54"/>
                </a:lnTo>
                <a:lnTo>
                  <a:pt x="535" y="54"/>
                </a:lnTo>
                <a:lnTo>
                  <a:pt x="535" y="55"/>
                </a:lnTo>
                <a:lnTo>
                  <a:pt x="536" y="55"/>
                </a:lnTo>
                <a:lnTo>
                  <a:pt x="537" y="56"/>
                </a:lnTo>
                <a:lnTo>
                  <a:pt x="538" y="57"/>
                </a:lnTo>
                <a:lnTo>
                  <a:pt x="539" y="57"/>
                </a:lnTo>
                <a:lnTo>
                  <a:pt x="540" y="58"/>
                </a:lnTo>
                <a:lnTo>
                  <a:pt x="541" y="58"/>
                </a:lnTo>
                <a:lnTo>
                  <a:pt x="542" y="58"/>
                </a:lnTo>
                <a:lnTo>
                  <a:pt x="543" y="58"/>
                </a:lnTo>
                <a:lnTo>
                  <a:pt x="544" y="58"/>
                </a:lnTo>
                <a:lnTo>
                  <a:pt x="544" y="57"/>
                </a:lnTo>
                <a:lnTo>
                  <a:pt x="545" y="57"/>
                </a:lnTo>
                <a:lnTo>
                  <a:pt x="546" y="57"/>
                </a:lnTo>
                <a:lnTo>
                  <a:pt x="546" y="58"/>
                </a:lnTo>
                <a:lnTo>
                  <a:pt x="547" y="58"/>
                </a:lnTo>
                <a:lnTo>
                  <a:pt x="548" y="58"/>
                </a:lnTo>
                <a:lnTo>
                  <a:pt x="549" y="58"/>
                </a:lnTo>
                <a:lnTo>
                  <a:pt x="550" y="57"/>
                </a:lnTo>
                <a:lnTo>
                  <a:pt x="550" y="56"/>
                </a:lnTo>
                <a:lnTo>
                  <a:pt x="550" y="55"/>
                </a:lnTo>
                <a:lnTo>
                  <a:pt x="550" y="54"/>
                </a:lnTo>
                <a:lnTo>
                  <a:pt x="551" y="54"/>
                </a:lnTo>
                <a:lnTo>
                  <a:pt x="552" y="54"/>
                </a:lnTo>
                <a:lnTo>
                  <a:pt x="552" y="53"/>
                </a:lnTo>
                <a:lnTo>
                  <a:pt x="553" y="52"/>
                </a:lnTo>
                <a:lnTo>
                  <a:pt x="553" y="51"/>
                </a:lnTo>
                <a:lnTo>
                  <a:pt x="554" y="51"/>
                </a:lnTo>
                <a:lnTo>
                  <a:pt x="554" y="52"/>
                </a:lnTo>
                <a:lnTo>
                  <a:pt x="555" y="52"/>
                </a:lnTo>
                <a:lnTo>
                  <a:pt x="555" y="51"/>
                </a:lnTo>
                <a:lnTo>
                  <a:pt x="556" y="51"/>
                </a:lnTo>
                <a:lnTo>
                  <a:pt x="557" y="51"/>
                </a:lnTo>
                <a:lnTo>
                  <a:pt x="558" y="52"/>
                </a:lnTo>
                <a:lnTo>
                  <a:pt x="558" y="53"/>
                </a:lnTo>
                <a:lnTo>
                  <a:pt x="558" y="54"/>
                </a:lnTo>
                <a:lnTo>
                  <a:pt x="558" y="55"/>
                </a:lnTo>
                <a:lnTo>
                  <a:pt x="559" y="55"/>
                </a:lnTo>
                <a:lnTo>
                  <a:pt x="559" y="56"/>
                </a:lnTo>
                <a:lnTo>
                  <a:pt x="559" y="57"/>
                </a:lnTo>
                <a:lnTo>
                  <a:pt x="558" y="57"/>
                </a:lnTo>
                <a:lnTo>
                  <a:pt x="558" y="58"/>
                </a:lnTo>
                <a:lnTo>
                  <a:pt x="559" y="58"/>
                </a:lnTo>
                <a:lnTo>
                  <a:pt x="560" y="59"/>
                </a:lnTo>
                <a:lnTo>
                  <a:pt x="560" y="60"/>
                </a:lnTo>
                <a:lnTo>
                  <a:pt x="560" y="61"/>
                </a:lnTo>
                <a:lnTo>
                  <a:pt x="559" y="61"/>
                </a:lnTo>
                <a:lnTo>
                  <a:pt x="558" y="62"/>
                </a:lnTo>
                <a:lnTo>
                  <a:pt x="558" y="63"/>
                </a:lnTo>
                <a:lnTo>
                  <a:pt x="558" y="64"/>
                </a:lnTo>
                <a:lnTo>
                  <a:pt x="557" y="64"/>
                </a:lnTo>
                <a:lnTo>
                  <a:pt x="557" y="65"/>
                </a:lnTo>
                <a:lnTo>
                  <a:pt x="558" y="64"/>
                </a:lnTo>
                <a:lnTo>
                  <a:pt x="558" y="65"/>
                </a:lnTo>
                <a:lnTo>
                  <a:pt x="559" y="65"/>
                </a:lnTo>
                <a:lnTo>
                  <a:pt x="560" y="66"/>
                </a:lnTo>
                <a:lnTo>
                  <a:pt x="560" y="65"/>
                </a:lnTo>
                <a:lnTo>
                  <a:pt x="560" y="64"/>
                </a:lnTo>
                <a:lnTo>
                  <a:pt x="561" y="63"/>
                </a:lnTo>
                <a:lnTo>
                  <a:pt x="561" y="62"/>
                </a:lnTo>
                <a:lnTo>
                  <a:pt x="562" y="62"/>
                </a:lnTo>
                <a:lnTo>
                  <a:pt x="563" y="62"/>
                </a:lnTo>
                <a:lnTo>
                  <a:pt x="563" y="61"/>
                </a:lnTo>
                <a:lnTo>
                  <a:pt x="564" y="61"/>
                </a:lnTo>
                <a:lnTo>
                  <a:pt x="564" y="60"/>
                </a:lnTo>
                <a:lnTo>
                  <a:pt x="564" y="61"/>
                </a:lnTo>
                <a:lnTo>
                  <a:pt x="565" y="61"/>
                </a:lnTo>
                <a:lnTo>
                  <a:pt x="566" y="61"/>
                </a:lnTo>
                <a:lnTo>
                  <a:pt x="566" y="60"/>
                </a:lnTo>
                <a:lnTo>
                  <a:pt x="567" y="60"/>
                </a:lnTo>
                <a:lnTo>
                  <a:pt x="567" y="61"/>
                </a:lnTo>
                <a:lnTo>
                  <a:pt x="567" y="62"/>
                </a:lnTo>
                <a:lnTo>
                  <a:pt x="568" y="62"/>
                </a:lnTo>
                <a:lnTo>
                  <a:pt x="569" y="62"/>
                </a:lnTo>
                <a:lnTo>
                  <a:pt x="569" y="61"/>
                </a:lnTo>
                <a:lnTo>
                  <a:pt x="569" y="60"/>
                </a:lnTo>
                <a:lnTo>
                  <a:pt x="569" y="61"/>
                </a:lnTo>
                <a:lnTo>
                  <a:pt x="570" y="61"/>
                </a:lnTo>
                <a:lnTo>
                  <a:pt x="571" y="61"/>
                </a:lnTo>
                <a:lnTo>
                  <a:pt x="570" y="62"/>
                </a:lnTo>
                <a:lnTo>
                  <a:pt x="569" y="63"/>
                </a:lnTo>
                <a:lnTo>
                  <a:pt x="570" y="63"/>
                </a:lnTo>
                <a:lnTo>
                  <a:pt x="570" y="64"/>
                </a:lnTo>
                <a:lnTo>
                  <a:pt x="571" y="64"/>
                </a:lnTo>
                <a:lnTo>
                  <a:pt x="571" y="63"/>
                </a:lnTo>
                <a:lnTo>
                  <a:pt x="572" y="64"/>
                </a:lnTo>
                <a:lnTo>
                  <a:pt x="572" y="63"/>
                </a:lnTo>
                <a:lnTo>
                  <a:pt x="573" y="63"/>
                </a:lnTo>
                <a:lnTo>
                  <a:pt x="574" y="64"/>
                </a:lnTo>
                <a:lnTo>
                  <a:pt x="575" y="65"/>
                </a:lnTo>
                <a:lnTo>
                  <a:pt x="576" y="65"/>
                </a:lnTo>
                <a:lnTo>
                  <a:pt x="577" y="66"/>
                </a:lnTo>
                <a:lnTo>
                  <a:pt x="578" y="66"/>
                </a:lnTo>
                <a:lnTo>
                  <a:pt x="579" y="66"/>
                </a:lnTo>
                <a:lnTo>
                  <a:pt x="579" y="67"/>
                </a:lnTo>
                <a:lnTo>
                  <a:pt x="580" y="67"/>
                </a:lnTo>
                <a:lnTo>
                  <a:pt x="580" y="66"/>
                </a:lnTo>
                <a:lnTo>
                  <a:pt x="581" y="66"/>
                </a:lnTo>
                <a:lnTo>
                  <a:pt x="582" y="66"/>
                </a:lnTo>
                <a:lnTo>
                  <a:pt x="583" y="66"/>
                </a:lnTo>
                <a:lnTo>
                  <a:pt x="583" y="65"/>
                </a:lnTo>
                <a:lnTo>
                  <a:pt x="584" y="65"/>
                </a:lnTo>
                <a:lnTo>
                  <a:pt x="586" y="65"/>
                </a:lnTo>
                <a:lnTo>
                  <a:pt x="587" y="65"/>
                </a:lnTo>
                <a:lnTo>
                  <a:pt x="587" y="64"/>
                </a:lnTo>
                <a:lnTo>
                  <a:pt x="588" y="64"/>
                </a:lnTo>
                <a:lnTo>
                  <a:pt x="589" y="64"/>
                </a:lnTo>
                <a:lnTo>
                  <a:pt x="590" y="64"/>
                </a:lnTo>
                <a:lnTo>
                  <a:pt x="591" y="65"/>
                </a:lnTo>
                <a:lnTo>
                  <a:pt x="593" y="65"/>
                </a:lnTo>
                <a:lnTo>
                  <a:pt x="593" y="64"/>
                </a:lnTo>
                <a:lnTo>
                  <a:pt x="594" y="64"/>
                </a:lnTo>
                <a:lnTo>
                  <a:pt x="595" y="65"/>
                </a:lnTo>
                <a:lnTo>
                  <a:pt x="596" y="65"/>
                </a:lnTo>
                <a:lnTo>
                  <a:pt x="597" y="65"/>
                </a:lnTo>
                <a:lnTo>
                  <a:pt x="598" y="65"/>
                </a:lnTo>
                <a:lnTo>
                  <a:pt x="599" y="65"/>
                </a:lnTo>
                <a:lnTo>
                  <a:pt x="600" y="65"/>
                </a:lnTo>
                <a:lnTo>
                  <a:pt x="601" y="64"/>
                </a:lnTo>
                <a:lnTo>
                  <a:pt x="601" y="65"/>
                </a:lnTo>
                <a:lnTo>
                  <a:pt x="602" y="65"/>
                </a:lnTo>
                <a:lnTo>
                  <a:pt x="603" y="64"/>
                </a:lnTo>
                <a:lnTo>
                  <a:pt x="604" y="64"/>
                </a:lnTo>
                <a:lnTo>
                  <a:pt x="605" y="64"/>
                </a:lnTo>
                <a:lnTo>
                  <a:pt x="606" y="65"/>
                </a:lnTo>
                <a:lnTo>
                  <a:pt x="607" y="65"/>
                </a:lnTo>
                <a:lnTo>
                  <a:pt x="608" y="66"/>
                </a:lnTo>
                <a:lnTo>
                  <a:pt x="609" y="66"/>
                </a:lnTo>
                <a:lnTo>
                  <a:pt x="610" y="66"/>
                </a:lnTo>
                <a:lnTo>
                  <a:pt x="611" y="67"/>
                </a:lnTo>
                <a:lnTo>
                  <a:pt x="611" y="68"/>
                </a:lnTo>
                <a:lnTo>
                  <a:pt x="612" y="69"/>
                </a:lnTo>
                <a:lnTo>
                  <a:pt x="613" y="69"/>
                </a:lnTo>
                <a:lnTo>
                  <a:pt x="613" y="70"/>
                </a:lnTo>
                <a:lnTo>
                  <a:pt x="614" y="70"/>
                </a:lnTo>
                <a:lnTo>
                  <a:pt x="614" y="71"/>
                </a:lnTo>
                <a:lnTo>
                  <a:pt x="615" y="71"/>
                </a:lnTo>
                <a:lnTo>
                  <a:pt x="616" y="71"/>
                </a:lnTo>
                <a:lnTo>
                  <a:pt x="616" y="72"/>
                </a:lnTo>
                <a:lnTo>
                  <a:pt x="616" y="73"/>
                </a:lnTo>
                <a:lnTo>
                  <a:pt x="616" y="74"/>
                </a:lnTo>
                <a:lnTo>
                  <a:pt x="617" y="75"/>
                </a:lnTo>
                <a:lnTo>
                  <a:pt x="616" y="75"/>
                </a:lnTo>
                <a:lnTo>
                  <a:pt x="615" y="76"/>
                </a:lnTo>
                <a:lnTo>
                  <a:pt x="615" y="77"/>
                </a:lnTo>
                <a:lnTo>
                  <a:pt x="614" y="78"/>
                </a:lnTo>
                <a:lnTo>
                  <a:pt x="614" y="79"/>
                </a:lnTo>
                <a:lnTo>
                  <a:pt x="615" y="79"/>
                </a:lnTo>
                <a:lnTo>
                  <a:pt x="615" y="80"/>
                </a:lnTo>
                <a:lnTo>
                  <a:pt x="615" y="81"/>
                </a:lnTo>
                <a:lnTo>
                  <a:pt x="615" y="82"/>
                </a:lnTo>
                <a:lnTo>
                  <a:pt x="616" y="82"/>
                </a:lnTo>
                <a:lnTo>
                  <a:pt x="616" y="83"/>
                </a:lnTo>
                <a:lnTo>
                  <a:pt x="617" y="84"/>
                </a:lnTo>
                <a:lnTo>
                  <a:pt x="617" y="85"/>
                </a:lnTo>
                <a:lnTo>
                  <a:pt x="617" y="86"/>
                </a:lnTo>
                <a:lnTo>
                  <a:pt x="617" y="87"/>
                </a:lnTo>
                <a:lnTo>
                  <a:pt x="618" y="87"/>
                </a:lnTo>
                <a:lnTo>
                  <a:pt x="618" y="88"/>
                </a:lnTo>
                <a:lnTo>
                  <a:pt x="619" y="88"/>
                </a:lnTo>
                <a:lnTo>
                  <a:pt x="620" y="88"/>
                </a:lnTo>
                <a:lnTo>
                  <a:pt x="620" y="89"/>
                </a:lnTo>
                <a:lnTo>
                  <a:pt x="620" y="90"/>
                </a:lnTo>
                <a:lnTo>
                  <a:pt x="620" y="91"/>
                </a:lnTo>
                <a:lnTo>
                  <a:pt x="620" y="93"/>
                </a:lnTo>
                <a:lnTo>
                  <a:pt x="621" y="93"/>
                </a:lnTo>
                <a:lnTo>
                  <a:pt x="622" y="93"/>
                </a:lnTo>
                <a:lnTo>
                  <a:pt x="623" y="92"/>
                </a:lnTo>
                <a:lnTo>
                  <a:pt x="623" y="93"/>
                </a:lnTo>
                <a:lnTo>
                  <a:pt x="624" y="93"/>
                </a:lnTo>
                <a:lnTo>
                  <a:pt x="624" y="94"/>
                </a:lnTo>
                <a:lnTo>
                  <a:pt x="625" y="94"/>
                </a:lnTo>
                <a:lnTo>
                  <a:pt x="625" y="95"/>
                </a:lnTo>
                <a:lnTo>
                  <a:pt x="625" y="96"/>
                </a:lnTo>
                <a:lnTo>
                  <a:pt x="626" y="97"/>
                </a:lnTo>
                <a:lnTo>
                  <a:pt x="626" y="98"/>
                </a:lnTo>
                <a:lnTo>
                  <a:pt x="627" y="99"/>
                </a:lnTo>
                <a:lnTo>
                  <a:pt x="627" y="100"/>
                </a:lnTo>
                <a:lnTo>
                  <a:pt x="628" y="100"/>
                </a:lnTo>
                <a:lnTo>
                  <a:pt x="629" y="100"/>
                </a:lnTo>
                <a:lnTo>
                  <a:pt x="630" y="101"/>
                </a:lnTo>
                <a:lnTo>
                  <a:pt x="631" y="100"/>
                </a:lnTo>
                <a:lnTo>
                  <a:pt x="633" y="99"/>
                </a:lnTo>
                <a:lnTo>
                  <a:pt x="634" y="99"/>
                </a:lnTo>
                <a:lnTo>
                  <a:pt x="636" y="99"/>
                </a:lnTo>
                <a:lnTo>
                  <a:pt x="636" y="100"/>
                </a:lnTo>
                <a:lnTo>
                  <a:pt x="637" y="100"/>
                </a:lnTo>
                <a:lnTo>
                  <a:pt x="638" y="100"/>
                </a:lnTo>
                <a:lnTo>
                  <a:pt x="638" y="101"/>
                </a:lnTo>
                <a:lnTo>
                  <a:pt x="639" y="101"/>
                </a:lnTo>
                <a:lnTo>
                  <a:pt x="640" y="101"/>
                </a:lnTo>
                <a:lnTo>
                  <a:pt x="638" y="101"/>
                </a:lnTo>
                <a:lnTo>
                  <a:pt x="638" y="102"/>
                </a:lnTo>
                <a:lnTo>
                  <a:pt x="637" y="102"/>
                </a:lnTo>
                <a:lnTo>
                  <a:pt x="636" y="102"/>
                </a:lnTo>
                <a:lnTo>
                  <a:pt x="636" y="103"/>
                </a:lnTo>
                <a:lnTo>
                  <a:pt x="636" y="104"/>
                </a:lnTo>
                <a:lnTo>
                  <a:pt x="635" y="104"/>
                </a:lnTo>
                <a:lnTo>
                  <a:pt x="634" y="103"/>
                </a:lnTo>
                <a:lnTo>
                  <a:pt x="632" y="103"/>
                </a:lnTo>
                <a:lnTo>
                  <a:pt x="631" y="103"/>
                </a:lnTo>
                <a:lnTo>
                  <a:pt x="631" y="102"/>
                </a:lnTo>
                <a:lnTo>
                  <a:pt x="630" y="102"/>
                </a:lnTo>
                <a:lnTo>
                  <a:pt x="629" y="103"/>
                </a:lnTo>
                <a:lnTo>
                  <a:pt x="628" y="103"/>
                </a:lnTo>
                <a:lnTo>
                  <a:pt x="629" y="105"/>
                </a:lnTo>
                <a:lnTo>
                  <a:pt x="629" y="106"/>
                </a:lnTo>
                <a:lnTo>
                  <a:pt x="630" y="107"/>
                </a:lnTo>
                <a:lnTo>
                  <a:pt x="629" y="107"/>
                </a:lnTo>
                <a:lnTo>
                  <a:pt x="630" y="107"/>
                </a:lnTo>
                <a:lnTo>
                  <a:pt x="630" y="108"/>
                </a:lnTo>
                <a:lnTo>
                  <a:pt x="630" y="109"/>
                </a:lnTo>
                <a:lnTo>
                  <a:pt x="630" y="110"/>
                </a:lnTo>
                <a:lnTo>
                  <a:pt x="630" y="111"/>
                </a:lnTo>
                <a:lnTo>
                  <a:pt x="630" y="112"/>
                </a:lnTo>
                <a:lnTo>
                  <a:pt x="631" y="112"/>
                </a:lnTo>
                <a:lnTo>
                  <a:pt x="631" y="113"/>
                </a:lnTo>
                <a:lnTo>
                  <a:pt x="631" y="114"/>
                </a:lnTo>
                <a:lnTo>
                  <a:pt x="632" y="115"/>
                </a:lnTo>
                <a:lnTo>
                  <a:pt x="632" y="116"/>
                </a:lnTo>
                <a:lnTo>
                  <a:pt x="632" y="117"/>
                </a:lnTo>
                <a:lnTo>
                  <a:pt x="632" y="118"/>
                </a:lnTo>
                <a:lnTo>
                  <a:pt x="633" y="118"/>
                </a:lnTo>
                <a:lnTo>
                  <a:pt x="633" y="119"/>
                </a:lnTo>
                <a:lnTo>
                  <a:pt x="633" y="120"/>
                </a:lnTo>
                <a:lnTo>
                  <a:pt x="634" y="121"/>
                </a:lnTo>
                <a:lnTo>
                  <a:pt x="634" y="122"/>
                </a:lnTo>
                <a:lnTo>
                  <a:pt x="634" y="123"/>
                </a:lnTo>
                <a:lnTo>
                  <a:pt x="635" y="123"/>
                </a:lnTo>
                <a:lnTo>
                  <a:pt x="633" y="124"/>
                </a:lnTo>
                <a:lnTo>
                  <a:pt x="633" y="125"/>
                </a:lnTo>
                <a:lnTo>
                  <a:pt x="632" y="125"/>
                </a:lnTo>
                <a:lnTo>
                  <a:pt x="632" y="126"/>
                </a:lnTo>
                <a:lnTo>
                  <a:pt x="633" y="125"/>
                </a:lnTo>
                <a:lnTo>
                  <a:pt x="634" y="126"/>
                </a:lnTo>
                <a:lnTo>
                  <a:pt x="633" y="126"/>
                </a:lnTo>
                <a:lnTo>
                  <a:pt x="633" y="127"/>
                </a:lnTo>
                <a:lnTo>
                  <a:pt x="632" y="128"/>
                </a:lnTo>
                <a:lnTo>
                  <a:pt x="632" y="129"/>
                </a:lnTo>
                <a:lnTo>
                  <a:pt x="631" y="129"/>
                </a:lnTo>
                <a:lnTo>
                  <a:pt x="631" y="130"/>
                </a:lnTo>
                <a:lnTo>
                  <a:pt x="630" y="130"/>
                </a:lnTo>
                <a:lnTo>
                  <a:pt x="631" y="130"/>
                </a:lnTo>
                <a:lnTo>
                  <a:pt x="632" y="130"/>
                </a:lnTo>
                <a:lnTo>
                  <a:pt x="632" y="131"/>
                </a:lnTo>
                <a:lnTo>
                  <a:pt x="634" y="131"/>
                </a:lnTo>
                <a:lnTo>
                  <a:pt x="635" y="131"/>
                </a:lnTo>
                <a:lnTo>
                  <a:pt x="635" y="130"/>
                </a:lnTo>
                <a:lnTo>
                  <a:pt x="636" y="130"/>
                </a:lnTo>
                <a:lnTo>
                  <a:pt x="636" y="131"/>
                </a:lnTo>
                <a:lnTo>
                  <a:pt x="637" y="131"/>
                </a:lnTo>
                <a:lnTo>
                  <a:pt x="638" y="131"/>
                </a:lnTo>
                <a:lnTo>
                  <a:pt x="639" y="131"/>
                </a:lnTo>
                <a:lnTo>
                  <a:pt x="639" y="133"/>
                </a:lnTo>
                <a:lnTo>
                  <a:pt x="638" y="133"/>
                </a:lnTo>
                <a:lnTo>
                  <a:pt x="637" y="134"/>
                </a:lnTo>
                <a:lnTo>
                  <a:pt x="636" y="134"/>
                </a:lnTo>
                <a:lnTo>
                  <a:pt x="635" y="135"/>
                </a:lnTo>
                <a:lnTo>
                  <a:pt x="635" y="136"/>
                </a:lnTo>
                <a:lnTo>
                  <a:pt x="634" y="137"/>
                </a:lnTo>
                <a:lnTo>
                  <a:pt x="635" y="138"/>
                </a:lnTo>
                <a:lnTo>
                  <a:pt x="634" y="139"/>
                </a:lnTo>
                <a:lnTo>
                  <a:pt x="634" y="140"/>
                </a:lnTo>
                <a:lnTo>
                  <a:pt x="633" y="140"/>
                </a:lnTo>
                <a:lnTo>
                  <a:pt x="632" y="140"/>
                </a:lnTo>
                <a:lnTo>
                  <a:pt x="631" y="140"/>
                </a:lnTo>
                <a:lnTo>
                  <a:pt x="630" y="139"/>
                </a:lnTo>
                <a:lnTo>
                  <a:pt x="630" y="140"/>
                </a:lnTo>
                <a:lnTo>
                  <a:pt x="629" y="140"/>
                </a:lnTo>
                <a:lnTo>
                  <a:pt x="628" y="139"/>
                </a:lnTo>
                <a:lnTo>
                  <a:pt x="627" y="140"/>
                </a:lnTo>
                <a:lnTo>
                  <a:pt x="626" y="140"/>
                </a:lnTo>
                <a:lnTo>
                  <a:pt x="626" y="141"/>
                </a:lnTo>
                <a:lnTo>
                  <a:pt x="626" y="142"/>
                </a:lnTo>
                <a:lnTo>
                  <a:pt x="626" y="144"/>
                </a:lnTo>
                <a:lnTo>
                  <a:pt x="625" y="144"/>
                </a:lnTo>
                <a:lnTo>
                  <a:pt x="625" y="145"/>
                </a:lnTo>
                <a:lnTo>
                  <a:pt x="625" y="146"/>
                </a:lnTo>
                <a:lnTo>
                  <a:pt x="626" y="146"/>
                </a:lnTo>
                <a:lnTo>
                  <a:pt x="627" y="148"/>
                </a:lnTo>
                <a:lnTo>
                  <a:pt x="627" y="149"/>
                </a:lnTo>
                <a:lnTo>
                  <a:pt x="627" y="150"/>
                </a:lnTo>
                <a:lnTo>
                  <a:pt x="627" y="151"/>
                </a:lnTo>
                <a:lnTo>
                  <a:pt x="627" y="152"/>
                </a:lnTo>
                <a:lnTo>
                  <a:pt x="628" y="152"/>
                </a:lnTo>
                <a:lnTo>
                  <a:pt x="629" y="152"/>
                </a:lnTo>
                <a:lnTo>
                  <a:pt x="630" y="152"/>
                </a:lnTo>
                <a:lnTo>
                  <a:pt x="632" y="152"/>
                </a:lnTo>
                <a:lnTo>
                  <a:pt x="633" y="152"/>
                </a:lnTo>
                <a:lnTo>
                  <a:pt x="634" y="152"/>
                </a:lnTo>
                <a:lnTo>
                  <a:pt x="634" y="153"/>
                </a:lnTo>
                <a:lnTo>
                  <a:pt x="634" y="154"/>
                </a:lnTo>
                <a:lnTo>
                  <a:pt x="635" y="154"/>
                </a:lnTo>
                <a:lnTo>
                  <a:pt x="635" y="155"/>
                </a:lnTo>
                <a:lnTo>
                  <a:pt x="636" y="155"/>
                </a:lnTo>
                <a:lnTo>
                  <a:pt x="636" y="156"/>
                </a:lnTo>
                <a:lnTo>
                  <a:pt x="637" y="156"/>
                </a:lnTo>
                <a:lnTo>
                  <a:pt x="638" y="156"/>
                </a:lnTo>
                <a:lnTo>
                  <a:pt x="639" y="157"/>
                </a:lnTo>
                <a:lnTo>
                  <a:pt x="639" y="158"/>
                </a:lnTo>
                <a:lnTo>
                  <a:pt x="640" y="158"/>
                </a:lnTo>
                <a:lnTo>
                  <a:pt x="641" y="159"/>
                </a:lnTo>
                <a:lnTo>
                  <a:pt x="641" y="160"/>
                </a:lnTo>
                <a:lnTo>
                  <a:pt x="642" y="160"/>
                </a:lnTo>
                <a:lnTo>
                  <a:pt x="643" y="160"/>
                </a:lnTo>
                <a:lnTo>
                  <a:pt x="644" y="160"/>
                </a:lnTo>
                <a:lnTo>
                  <a:pt x="645" y="159"/>
                </a:lnTo>
                <a:lnTo>
                  <a:pt x="646" y="159"/>
                </a:lnTo>
                <a:lnTo>
                  <a:pt x="647" y="160"/>
                </a:lnTo>
                <a:lnTo>
                  <a:pt x="647" y="161"/>
                </a:lnTo>
                <a:lnTo>
                  <a:pt x="648" y="162"/>
                </a:lnTo>
                <a:lnTo>
                  <a:pt x="649" y="162"/>
                </a:lnTo>
                <a:lnTo>
                  <a:pt x="650" y="162"/>
                </a:lnTo>
                <a:lnTo>
                  <a:pt x="650" y="161"/>
                </a:lnTo>
                <a:lnTo>
                  <a:pt x="651" y="162"/>
                </a:lnTo>
                <a:lnTo>
                  <a:pt x="652" y="162"/>
                </a:lnTo>
                <a:lnTo>
                  <a:pt x="653" y="162"/>
                </a:lnTo>
                <a:lnTo>
                  <a:pt x="653" y="163"/>
                </a:lnTo>
                <a:lnTo>
                  <a:pt x="653" y="164"/>
                </a:lnTo>
                <a:lnTo>
                  <a:pt x="654" y="165"/>
                </a:lnTo>
                <a:lnTo>
                  <a:pt x="655" y="166"/>
                </a:lnTo>
                <a:lnTo>
                  <a:pt x="656" y="166"/>
                </a:lnTo>
                <a:lnTo>
                  <a:pt x="656" y="167"/>
                </a:lnTo>
                <a:lnTo>
                  <a:pt x="657" y="167"/>
                </a:lnTo>
                <a:lnTo>
                  <a:pt x="657" y="168"/>
                </a:lnTo>
                <a:lnTo>
                  <a:pt x="658" y="168"/>
                </a:lnTo>
                <a:lnTo>
                  <a:pt x="658" y="169"/>
                </a:lnTo>
                <a:lnTo>
                  <a:pt x="659" y="169"/>
                </a:lnTo>
                <a:lnTo>
                  <a:pt x="659" y="168"/>
                </a:lnTo>
                <a:lnTo>
                  <a:pt x="660" y="168"/>
                </a:lnTo>
                <a:lnTo>
                  <a:pt x="660" y="169"/>
                </a:lnTo>
                <a:lnTo>
                  <a:pt x="661" y="169"/>
                </a:lnTo>
                <a:lnTo>
                  <a:pt x="662" y="168"/>
                </a:lnTo>
                <a:lnTo>
                  <a:pt x="663" y="167"/>
                </a:lnTo>
                <a:lnTo>
                  <a:pt x="664" y="168"/>
                </a:lnTo>
                <a:lnTo>
                  <a:pt x="664" y="169"/>
                </a:lnTo>
                <a:lnTo>
                  <a:pt x="665" y="169"/>
                </a:lnTo>
                <a:lnTo>
                  <a:pt x="665" y="170"/>
                </a:lnTo>
                <a:lnTo>
                  <a:pt x="666" y="170"/>
                </a:lnTo>
                <a:lnTo>
                  <a:pt x="666" y="171"/>
                </a:lnTo>
                <a:lnTo>
                  <a:pt x="667" y="171"/>
                </a:lnTo>
                <a:lnTo>
                  <a:pt x="668" y="171"/>
                </a:lnTo>
                <a:lnTo>
                  <a:pt x="669" y="170"/>
                </a:lnTo>
                <a:lnTo>
                  <a:pt x="669" y="171"/>
                </a:lnTo>
                <a:lnTo>
                  <a:pt x="670" y="171"/>
                </a:lnTo>
                <a:lnTo>
                  <a:pt x="671" y="171"/>
                </a:lnTo>
                <a:lnTo>
                  <a:pt x="672" y="171"/>
                </a:lnTo>
                <a:lnTo>
                  <a:pt x="672" y="170"/>
                </a:lnTo>
                <a:lnTo>
                  <a:pt x="673" y="170"/>
                </a:lnTo>
                <a:lnTo>
                  <a:pt x="674" y="170"/>
                </a:lnTo>
                <a:lnTo>
                  <a:pt x="674" y="169"/>
                </a:lnTo>
                <a:lnTo>
                  <a:pt x="675" y="169"/>
                </a:lnTo>
                <a:lnTo>
                  <a:pt x="677" y="169"/>
                </a:lnTo>
                <a:lnTo>
                  <a:pt x="677" y="170"/>
                </a:lnTo>
                <a:lnTo>
                  <a:pt x="677" y="171"/>
                </a:lnTo>
                <a:lnTo>
                  <a:pt x="678" y="172"/>
                </a:lnTo>
                <a:lnTo>
                  <a:pt x="679" y="172"/>
                </a:lnTo>
                <a:lnTo>
                  <a:pt x="679" y="173"/>
                </a:lnTo>
                <a:lnTo>
                  <a:pt x="679" y="174"/>
                </a:lnTo>
                <a:lnTo>
                  <a:pt x="680" y="175"/>
                </a:lnTo>
                <a:lnTo>
                  <a:pt x="682" y="175"/>
                </a:lnTo>
                <a:lnTo>
                  <a:pt x="683" y="174"/>
                </a:lnTo>
                <a:lnTo>
                  <a:pt x="684" y="174"/>
                </a:lnTo>
                <a:lnTo>
                  <a:pt x="684" y="173"/>
                </a:lnTo>
                <a:lnTo>
                  <a:pt x="685" y="173"/>
                </a:lnTo>
                <a:lnTo>
                  <a:pt x="686" y="173"/>
                </a:lnTo>
                <a:lnTo>
                  <a:pt x="687" y="172"/>
                </a:lnTo>
                <a:lnTo>
                  <a:pt x="688" y="172"/>
                </a:lnTo>
                <a:lnTo>
                  <a:pt x="689" y="172"/>
                </a:lnTo>
                <a:lnTo>
                  <a:pt x="690" y="171"/>
                </a:lnTo>
                <a:lnTo>
                  <a:pt x="691" y="171"/>
                </a:lnTo>
                <a:lnTo>
                  <a:pt x="692" y="171"/>
                </a:lnTo>
                <a:lnTo>
                  <a:pt x="692" y="170"/>
                </a:lnTo>
                <a:lnTo>
                  <a:pt x="693" y="170"/>
                </a:lnTo>
                <a:lnTo>
                  <a:pt x="694" y="170"/>
                </a:lnTo>
                <a:lnTo>
                  <a:pt x="695" y="170"/>
                </a:lnTo>
                <a:lnTo>
                  <a:pt x="696" y="170"/>
                </a:lnTo>
                <a:lnTo>
                  <a:pt x="696" y="171"/>
                </a:lnTo>
                <a:lnTo>
                  <a:pt x="697" y="171"/>
                </a:lnTo>
                <a:lnTo>
                  <a:pt x="698" y="171"/>
                </a:lnTo>
                <a:lnTo>
                  <a:pt x="698" y="172"/>
                </a:lnTo>
                <a:lnTo>
                  <a:pt x="698" y="173"/>
                </a:lnTo>
                <a:lnTo>
                  <a:pt x="699" y="173"/>
                </a:lnTo>
                <a:lnTo>
                  <a:pt x="699" y="174"/>
                </a:lnTo>
                <a:lnTo>
                  <a:pt x="699" y="175"/>
                </a:lnTo>
                <a:lnTo>
                  <a:pt x="700" y="176"/>
                </a:lnTo>
                <a:lnTo>
                  <a:pt x="701" y="176"/>
                </a:lnTo>
                <a:lnTo>
                  <a:pt x="701" y="175"/>
                </a:lnTo>
                <a:lnTo>
                  <a:pt x="703" y="175"/>
                </a:lnTo>
                <a:lnTo>
                  <a:pt x="704" y="175"/>
                </a:lnTo>
                <a:lnTo>
                  <a:pt x="705" y="174"/>
                </a:lnTo>
                <a:lnTo>
                  <a:pt x="706" y="174"/>
                </a:lnTo>
                <a:lnTo>
                  <a:pt x="707" y="173"/>
                </a:lnTo>
                <a:lnTo>
                  <a:pt x="707" y="172"/>
                </a:lnTo>
                <a:lnTo>
                  <a:pt x="708" y="172"/>
                </a:lnTo>
                <a:lnTo>
                  <a:pt x="709" y="172"/>
                </a:lnTo>
                <a:lnTo>
                  <a:pt x="710" y="171"/>
                </a:lnTo>
                <a:lnTo>
                  <a:pt x="710" y="170"/>
                </a:lnTo>
                <a:lnTo>
                  <a:pt x="710" y="169"/>
                </a:lnTo>
                <a:lnTo>
                  <a:pt x="710" y="168"/>
                </a:lnTo>
                <a:lnTo>
                  <a:pt x="711" y="168"/>
                </a:lnTo>
                <a:lnTo>
                  <a:pt x="712" y="168"/>
                </a:lnTo>
                <a:lnTo>
                  <a:pt x="713" y="169"/>
                </a:lnTo>
                <a:lnTo>
                  <a:pt x="714" y="170"/>
                </a:lnTo>
                <a:lnTo>
                  <a:pt x="715" y="170"/>
                </a:lnTo>
                <a:lnTo>
                  <a:pt x="715" y="169"/>
                </a:lnTo>
                <a:lnTo>
                  <a:pt x="716" y="169"/>
                </a:lnTo>
                <a:lnTo>
                  <a:pt x="717" y="169"/>
                </a:lnTo>
                <a:lnTo>
                  <a:pt x="718" y="169"/>
                </a:lnTo>
                <a:lnTo>
                  <a:pt x="718" y="168"/>
                </a:lnTo>
                <a:lnTo>
                  <a:pt x="719" y="168"/>
                </a:lnTo>
                <a:lnTo>
                  <a:pt x="720" y="168"/>
                </a:lnTo>
                <a:lnTo>
                  <a:pt x="720" y="167"/>
                </a:lnTo>
                <a:lnTo>
                  <a:pt x="721" y="167"/>
                </a:lnTo>
                <a:lnTo>
                  <a:pt x="722" y="167"/>
                </a:lnTo>
                <a:lnTo>
                  <a:pt x="722" y="166"/>
                </a:lnTo>
                <a:lnTo>
                  <a:pt x="722" y="165"/>
                </a:lnTo>
                <a:lnTo>
                  <a:pt x="723" y="165"/>
                </a:lnTo>
                <a:lnTo>
                  <a:pt x="724" y="164"/>
                </a:lnTo>
                <a:lnTo>
                  <a:pt x="726" y="163"/>
                </a:lnTo>
                <a:lnTo>
                  <a:pt x="727" y="163"/>
                </a:lnTo>
                <a:lnTo>
                  <a:pt x="728" y="163"/>
                </a:lnTo>
                <a:lnTo>
                  <a:pt x="729" y="161"/>
                </a:lnTo>
                <a:lnTo>
                  <a:pt x="730" y="161"/>
                </a:lnTo>
                <a:lnTo>
                  <a:pt x="730" y="162"/>
                </a:lnTo>
                <a:lnTo>
                  <a:pt x="731" y="162"/>
                </a:lnTo>
                <a:lnTo>
                  <a:pt x="731" y="161"/>
                </a:lnTo>
                <a:lnTo>
                  <a:pt x="731" y="160"/>
                </a:lnTo>
                <a:lnTo>
                  <a:pt x="732" y="160"/>
                </a:lnTo>
                <a:lnTo>
                  <a:pt x="732" y="159"/>
                </a:lnTo>
                <a:lnTo>
                  <a:pt x="731" y="158"/>
                </a:lnTo>
                <a:lnTo>
                  <a:pt x="731" y="159"/>
                </a:lnTo>
                <a:lnTo>
                  <a:pt x="730" y="159"/>
                </a:lnTo>
                <a:lnTo>
                  <a:pt x="730" y="158"/>
                </a:lnTo>
                <a:lnTo>
                  <a:pt x="730" y="157"/>
                </a:lnTo>
                <a:lnTo>
                  <a:pt x="729" y="157"/>
                </a:lnTo>
                <a:lnTo>
                  <a:pt x="729" y="156"/>
                </a:lnTo>
                <a:lnTo>
                  <a:pt x="728" y="155"/>
                </a:lnTo>
                <a:lnTo>
                  <a:pt x="728" y="154"/>
                </a:lnTo>
                <a:lnTo>
                  <a:pt x="728" y="153"/>
                </a:lnTo>
                <a:lnTo>
                  <a:pt x="727" y="153"/>
                </a:lnTo>
                <a:lnTo>
                  <a:pt x="727" y="152"/>
                </a:lnTo>
                <a:lnTo>
                  <a:pt x="726" y="152"/>
                </a:lnTo>
                <a:lnTo>
                  <a:pt x="726" y="151"/>
                </a:lnTo>
                <a:lnTo>
                  <a:pt x="726" y="150"/>
                </a:lnTo>
                <a:lnTo>
                  <a:pt x="726" y="149"/>
                </a:lnTo>
                <a:lnTo>
                  <a:pt x="726" y="148"/>
                </a:lnTo>
                <a:lnTo>
                  <a:pt x="725" y="147"/>
                </a:lnTo>
                <a:lnTo>
                  <a:pt x="727" y="146"/>
                </a:lnTo>
                <a:lnTo>
                  <a:pt x="728" y="145"/>
                </a:lnTo>
                <a:lnTo>
                  <a:pt x="728" y="144"/>
                </a:lnTo>
                <a:lnTo>
                  <a:pt x="728" y="142"/>
                </a:lnTo>
                <a:lnTo>
                  <a:pt x="728" y="141"/>
                </a:lnTo>
                <a:lnTo>
                  <a:pt x="729" y="141"/>
                </a:lnTo>
                <a:lnTo>
                  <a:pt x="730" y="141"/>
                </a:lnTo>
                <a:lnTo>
                  <a:pt x="731" y="141"/>
                </a:lnTo>
                <a:lnTo>
                  <a:pt x="732" y="141"/>
                </a:lnTo>
                <a:lnTo>
                  <a:pt x="734" y="142"/>
                </a:lnTo>
                <a:lnTo>
                  <a:pt x="735" y="143"/>
                </a:lnTo>
                <a:lnTo>
                  <a:pt x="735" y="144"/>
                </a:lnTo>
                <a:lnTo>
                  <a:pt x="735" y="145"/>
                </a:lnTo>
                <a:lnTo>
                  <a:pt x="735" y="146"/>
                </a:lnTo>
                <a:lnTo>
                  <a:pt x="735" y="147"/>
                </a:lnTo>
                <a:lnTo>
                  <a:pt x="735" y="148"/>
                </a:lnTo>
                <a:lnTo>
                  <a:pt x="736" y="148"/>
                </a:lnTo>
                <a:lnTo>
                  <a:pt x="737" y="149"/>
                </a:lnTo>
                <a:lnTo>
                  <a:pt x="738" y="150"/>
                </a:lnTo>
                <a:lnTo>
                  <a:pt x="738" y="151"/>
                </a:lnTo>
                <a:lnTo>
                  <a:pt x="738" y="152"/>
                </a:lnTo>
                <a:lnTo>
                  <a:pt x="739" y="153"/>
                </a:lnTo>
                <a:lnTo>
                  <a:pt x="738" y="153"/>
                </a:lnTo>
                <a:lnTo>
                  <a:pt x="738" y="154"/>
                </a:lnTo>
                <a:lnTo>
                  <a:pt x="738" y="155"/>
                </a:lnTo>
                <a:lnTo>
                  <a:pt x="739" y="156"/>
                </a:lnTo>
                <a:lnTo>
                  <a:pt x="739" y="155"/>
                </a:lnTo>
                <a:lnTo>
                  <a:pt x="740" y="155"/>
                </a:lnTo>
                <a:lnTo>
                  <a:pt x="741" y="155"/>
                </a:lnTo>
                <a:lnTo>
                  <a:pt x="741" y="156"/>
                </a:lnTo>
                <a:lnTo>
                  <a:pt x="740" y="156"/>
                </a:lnTo>
                <a:lnTo>
                  <a:pt x="740" y="157"/>
                </a:lnTo>
                <a:lnTo>
                  <a:pt x="741" y="158"/>
                </a:lnTo>
                <a:lnTo>
                  <a:pt x="742" y="158"/>
                </a:lnTo>
                <a:lnTo>
                  <a:pt x="742" y="159"/>
                </a:lnTo>
                <a:lnTo>
                  <a:pt x="741" y="159"/>
                </a:lnTo>
                <a:lnTo>
                  <a:pt x="740" y="160"/>
                </a:lnTo>
                <a:lnTo>
                  <a:pt x="741" y="161"/>
                </a:lnTo>
                <a:lnTo>
                  <a:pt x="741" y="162"/>
                </a:lnTo>
                <a:lnTo>
                  <a:pt x="742" y="162"/>
                </a:lnTo>
                <a:lnTo>
                  <a:pt x="743" y="162"/>
                </a:lnTo>
                <a:lnTo>
                  <a:pt x="744" y="162"/>
                </a:lnTo>
                <a:lnTo>
                  <a:pt x="744" y="163"/>
                </a:lnTo>
                <a:lnTo>
                  <a:pt x="744" y="164"/>
                </a:lnTo>
                <a:lnTo>
                  <a:pt x="744" y="165"/>
                </a:lnTo>
                <a:lnTo>
                  <a:pt x="745" y="165"/>
                </a:lnTo>
                <a:lnTo>
                  <a:pt x="746" y="165"/>
                </a:lnTo>
                <a:lnTo>
                  <a:pt x="747" y="164"/>
                </a:lnTo>
                <a:lnTo>
                  <a:pt x="748" y="164"/>
                </a:lnTo>
                <a:lnTo>
                  <a:pt x="749" y="164"/>
                </a:lnTo>
                <a:lnTo>
                  <a:pt x="749" y="163"/>
                </a:lnTo>
                <a:lnTo>
                  <a:pt x="750" y="163"/>
                </a:lnTo>
                <a:lnTo>
                  <a:pt x="750" y="162"/>
                </a:lnTo>
                <a:lnTo>
                  <a:pt x="751" y="162"/>
                </a:lnTo>
                <a:lnTo>
                  <a:pt x="752" y="161"/>
                </a:lnTo>
                <a:lnTo>
                  <a:pt x="753" y="161"/>
                </a:lnTo>
                <a:lnTo>
                  <a:pt x="754" y="161"/>
                </a:lnTo>
                <a:lnTo>
                  <a:pt x="754" y="160"/>
                </a:lnTo>
                <a:lnTo>
                  <a:pt x="754" y="159"/>
                </a:lnTo>
                <a:lnTo>
                  <a:pt x="755" y="159"/>
                </a:lnTo>
                <a:lnTo>
                  <a:pt x="756" y="159"/>
                </a:lnTo>
                <a:lnTo>
                  <a:pt x="757" y="159"/>
                </a:lnTo>
                <a:lnTo>
                  <a:pt x="758" y="158"/>
                </a:lnTo>
                <a:lnTo>
                  <a:pt x="759" y="158"/>
                </a:lnTo>
                <a:lnTo>
                  <a:pt x="760" y="158"/>
                </a:lnTo>
                <a:lnTo>
                  <a:pt x="760" y="159"/>
                </a:lnTo>
                <a:lnTo>
                  <a:pt x="761" y="160"/>
                </a:lnTo>
                <a:lnTo>
                  <a:pt x="761" y="159"/>
                </a:lnTo>
                <a:lnTo>
                  <a:pt x="762" y="159"/>
                </a:lnTo>
                <a:lnTo>
                  <a:pt x="763" y="158"/>
                </a:lnTo>
                <a:lnTo>
                  <a:pt x="763" y="157"/>
                </a:lnTo>
                <a:lnTo>
                  <a:pt x="764" y="157"/>
                </a:lnTo>
                <a:lnTo>
                  <a:pt x="764" y="158"/>
                </a:lnTo>
                <a:lnTo>
                  <a:pt x="765" y="158"/>
                </a:lnTo>
                <a:lnTo>
                  <a:pt x="764" y="157"/>
                </a:lnTo>
                <a:lnTo>
                  <a:pt x="764" y="156"/>
                </a:lnTo>
                <a:lnTo>
                  <a:pt x="765" y="155"/>
                </a:lnTo>
                <a:lnTo>
                  <a:pt x="765" y="154"/>
                </a:lnTo>
                <a:lnTo>
                  <a:pt x="764" y="153"/>
                </a:lnTo>
                <a:lnTo>
                  <a:pt x="765" y="152"/>
                </a:lnTo>
                <a:lnTo>
                  <a:pt x="766" y="152"/>
                </a:lnTo>
                <a:lnTo>
                  <a:pt x="766" y="153"/>
                </a:lnTo>
                <a:lnTo>
                  <a:pt x="767" y="153"/>
                </a:lnTo>
                <a:lnTo>
                  <a:pt x="767" y="152"/>
                </a:lnTo>
                <a:lnTo>
                  <a:pt x="768" y="152"/>
                </a:lnTo>
                <a:lnTo>
                  <a:pt x="769" y="152"/>
                </a:lnTo>
                <a:lnTo>
                  <a:pt x="769" y="151"/>
                </a:lnTo>
                <a:lnTo>
                  <a:pt x="770" y="151"/>
                </a:lnTo>
                <a:lnTo>
                  <a:pt x="771" y="151"/>
                </a:lnTo>
                <a:lnTo>
                  <a:pt x="772" y="151"/>
                </a:lnTo>
                <a:lnTo>
                  <a:pt x="773" y="152"/>
                </a:lnTo>
                <a:lnTo>
                  <a:pt x="774" y="152"/>
                </a:lnTo>
                <a:lnTo>
                  <a:pt x="775" y="152"/>
                </a:lnTo>
                <a:lnTo>
                  <a:pt x="775" y="151"/>
                </a:lnTo>
                <a:lnTo>
                  <a:pt x="776" y="151"/>
                </a:lnTo>
                <a:lnTo>
                  <a:pt x="777" y="151"/>
                </a:lnTo>
                <a:lnTo>
                  <a:pt x="777" y="150"/>
                </a:lnTo>
                <a:lnTo>
                  <a:pt x="778" y="150"/>
                </a:lnTo>
                <a:lnTo>
                  <a:pt x="779" y="150"/>
                </a:lnTo>
                <a:lnTo>
                  <a:pt x="779" y="151"/>
                </a:lnTo>
                <a:lnTo>
                  <a:pt x="780" y="152"/>
                </a:lnTo>
                <a:lnTo>
                  <a:pt x="781" y="152"/>
                </a:lnTo>
                <a:lnTo>
                  <a:pt x="782" y="152"/>
                </a:lnTo>
                <a:lnTo>
                  <a:pt x="782" y="151"/>
                </a:lnTo>
                <a:lnTo>
                  <a:pt x="782" y="150"/>
                </a:lnTo>
                <a:lnTo>
                  <a:pt x="782" y="149"/>
                </a:lnTo>
                <a:lnTo>
                  <a:pt x="783" y="149"/>
                </a:lnTo>
                <a:lnTo>
                  <a:pt x="784" y="149"/>
                </a:lnTo>
                <a:lnTo>
                  <a:pt x="784" y="148"/>
                </a:lnTo>
                <a:lnTo>
                  <a:pt x="785" y="149"/>
                </a:lnTo>
                <a:lnTo>
                  <a:pt x="785" y="150"/>
                </a:lnTo>
                <a:lnTo>
                  <a:pt x="786" y="151"/>
                </a:lnTo>
                <a:lnTo>
                  <a:pt x="787" y="151"/>
                </a:lnTo>
                <a:lnTo>
                  <a:pt x="787" y="152"/>
                </a:lnTo>
                <a:lnTo>
                  <a:pt x="788" y="152"/>
                </a:lnTo>
                <a:lnTo>
                  <a:pt x="789" y="152"/>
                </a:lnTo>
                <a:lnTo>
                  <a:pt x="789" y="153"/>
                </a:lnTo>
                <a:lnTo>
                  <a:pt x="789" y="154"/>
                </a:lnTo>
                <a:lnTo>
                  <a:pt x="789" y="155"/>
                </a:lnTo>
                <a:lnTo>
                  <a:pt x="790" y="155"/>
                </a:lnTo>
                <a:lnTo>
                  <a:pt x="789" y="156"/>
                </a:lnTo>
                <a:lnTo>
                  <a:pt x="788" y="156"/>
                </a:lnTo>
                <a:lnTo>
                  <a:pt x="787" y="156"/>
                </a:lnTo>
                <a:lnTo>
                  <a:pt x="786" y="156"/>
                </a:lnTo>
                <a:lnTo>
                  <a:pt x="786" y="157"/>
                </a:lnTo>
                <a:lnTo>
                  <a:pt x="786" y="158"/>
                </a:lnTo>
                <a:lnTo>
                  <a:pt x="787" y="158"/>
                </a:lnTo>
                <a:lnTo>
                  <a:pt x="787" y="159"/>
                </a:lnTo>
                <a:lnTo>
                  <a:pt x="787" y="160"/>
                </a:lnTo>
                <a:lnTo>
                  <a:pt x="788" y="160"/>
                </a:lnTo>
                <a:lnTo>
                  <a:pt x="789" y="161"/>
                </a:lnTo>
                <a:lnTo>
                  <a:pt x="790" y="161"/>
                </a:lnTo>
                <a:lnTo>
                  <a:pt x="790" y="162"/>
                </a:lnTo>
                <a:lnTo>
                  <a:pt x="791" y="163"/>
                </a:lnTo>
                <a:lnTo>
                  <a:pt x="792" y="163"/>
                </a:lnTo>
                <a:lnTo>
                  <a:pt x="792" y="162"/>
                </a:lnTo>
                <a:lnTo>
                  <a:pt x="792" y="163"/>
                </a:lnTo>
                <a:lnTo>
                  <a:pt x="793" y="163"/>
                </a:lnTo>
                <a:lnTo>
                  <a:pt x="794" y="163"/>
                </a:lnTo>
                <a:lnTo>
                  <a:pt x="794" y="164"/>
                </a:lnTo>
                <a:lnTo>
                  <a:pt x="795" y="164"/>
                </a:lnTo>
                <a:lnTo>
                  <a:pt x="796" y="164"/>
                </a:lnTo>
                <a:lnTo>
                  <a:pt x="796" y="165"/>
                </a:lnTo>
                <a:lnTo>
                  <a:pt x="797" y="165"/>
                </a:lnTo>
                <a:lnTo>
                  <a:pt x="797" y="166"/>
                </a:lnTo>
                <a:lnTo>
                  <a:pt x="797" y="165"/>
                </a:lnTo>
                <a:lnTo>
                  <a:pt x="799" y="165"/>
                </a:lnTo>
                <a:lnTo>
                  <a:pt x="800" y="165"/>
                </a:lnTo>
                <a:lnTo>
                  <a:pt x="800" y="166"/>
                </a:lnTo>
                <a:lnTo>
                  <a:pt x="801" y="166"/>
                </a:lnTo>
                <a:lnTo>
                  <a:pt x="802" y="166"/>
                </a:lnTo>
                <a:lnTo>
                  <a:pt x="803" y="165"/>
                </a:lnTo>
                <a:lnTo>
                  <a:pt x="804" y="165"/>
                </a:lnTo>
                <a:lnTo>
                  <a:pt x="804" y="166"/>
                </a:lnTo>
                <a:lnTo>
                  <a:pt x="805" y="167"/>
                </a:lnTo>
                <a:lnTo>
                  <a:pt x="805" y="168"/>
                </a:lnTo>
                <a:lnTo>
                  <a:pt x="807" y="168"/>
                </a:lnTo>
                <a:lnTo>
                  <a:pt x="807" y="167"/>
                </a:lnTo>
                <a:lnTo>
                  <a:pt x="808" y="167"/>
                </a:lnTo>
                <a:lnTo>
                  <a:pt x="809" y="168"/>
                </a:lnTo>
                <a:lnTo>
                  <a:pt x="810" y="168"/>
                </a:lnTo>
                <a:lnTo>
                  <a:pt x="811" y="168"/>
                </a:lnTo>
                <a:lnTo>
                  <a:pt x="812" y="168"/>
                </a:lnTo>
                <a:lnTo>
                  <a:pt x="813" y="169"/>
                </a:lnTo>
                <a:lnTo>
                  <a:pt x="814" y="169"/>
                </a:lnTo>
                <a:lnTo>
                  <a:pt x="815" y="170"/>
                </a:lnTo>
                <a:lnTo>
                  <a:pt x="815" y="171"/>
                </a:lnTo>
                <a:lnTo>
                  <a:pt x="816" y="173"/>
                </a:lnTo>
                <a:lnTo>
                  <a:pt x="817" y="173"/>
                </a:lnTo>
                <a:lnTo>
                  <a:pt x="818" y="173"/>
                </a:lnTo>
                <a:lnTo>
                  <a:pt x="819" y="173"/>
                </a:lnTo>
                <a:lnTo>
                  <a:pt x="821" y="172"/>
                </a:lnTo>
                <a:lnTo>
                  <a:pt x="821" y="171"/>
                </a:lnTo>
                <a:lnTo>
                  <a:pt x="821" y="170"/>
                </a:lnTo>
                <a:lnTo>
                  <a:pt x="822" y="169"/>
                </a:lnTo>
                <a:lnTo>
                  <a:pt x="822" y="170"/>
                </a:lnTo>
                <a:lnTo>
                  <a:pt x="823" y="170"/>
                </a:lnTo>
                <a:lnTo>
                  <a:pt x="825" y="170"/>
                </a:lnTo>
                <a:lnTo>
                  <a:pt x="825" y="169"/>
                </a:lnTo>
                <a:lnTo>
                  <a:pt x="826" y="169"/>
                </a:lnTo>
                <a:lnTo>
                  <a:pt x="827" y="168"/>
                </a:lnTo>
                <a:lnTo>
                  <a:pt x="828" y="168"/>
                </a:lnTo>
                <a:lnTo>
                  <a:pt x="829" y="168"/>
                </a:lnTo>
                <a:lnTo>
                  <a:pt x="829" y="167"/>
                </a:lnTo>
                <a:lnTo>
                  <a:pt x="830" y="167"/>
                </a:lnTo>
                <a:lnTo>
                  <a:pt x="830" y="168"/>
                </a:lnTo>
                <a:lnTo>
                  <a:pt x="831" y="168"/>
                </a:lnTo>
                <a:lnTo>
                  <a:pt x="832" y="167"/>
                </a:lnTo>
                <a:lnTo>
                  <a:pt x="833" y="167"/>
                </a:lnTo>
                <a:lnTo>
                  <a:pt x="833" y="166"/>
                </a:lnTo>
                <a:lnTo>
                  <a:pt x="834" y="166"/>
                </a:lnTo>
                <a:lnTo>
                  <a:pt x="835" y="166"/>
                </a:lnTo>
                <a:lnTo>
                  <a:pt x="836" y="167"/>
                </a:lnTo>
                <a:lnTo>
                  <a:pt x="837" y="167"/>
                </a:lnTo>
                <a:lnTo>
                  <a:pt x="838" y="166"/>
                </a:lnTo>
                <a:lnTo>
                  <a:pt x="839" y="166"/>
                </a:lnTo>
                <a:lnTo>
                  <a:pt x="840" y="166"/>
                </a:lnTo>
                <a:lnTo>
                  <a:pt x="841" y="165"/>
                </a:lnTo>
                <a:lnTo>
                  <a:pt x="841" y="164"/>
                </a:lnTo>
                <a:lnTo>
                  <a:pt x="842" y="164"/>
                </a:lnTo>
                <a:lnTo>
                  <a:pt x="843" y="164"/>
                </a:lnTo>
                <a:lnTo>
                  <a:pt x="844" y="163"/>
                </a:lnTo>
                <a:lnTo>
                  <a:pt x="844" y="162"/>
                </a:lnTo>
                <a:lnTo>
                  <a:pt x="845" y="162"/>
                </a:lnTo>
                <a:lnTo>
                  <a:pt x="846" y="161"/>
                </a:lnTo>
                <a:lnTo>
                  <a:pt x="847" y="161"/>
                </a:lnTo>
                <a:lnTo>
                  <a:pt x="848" y="161"/>
                </a:lnTo>
                <a:lnTo>
                  <a:pt x="850" y="161"/>
                </a:lnTo>
                <a:lnTo>
                  <a:pt x="851" y="161"/>
                </a:lnTo>
                <a:lnTo>
                  <a:pt x="851" y="162"/>
                </a:lnTo>
                <a:lnTo>
                  <a:pt x="851" y="164"/>
                </a:lnTo>
                <a:lnTo>
                  <a:pt x="851" y="165"/>
                </a:lnTo>
                <a:lnTo>
                  <a:pt x="852" y="165"/>
                </a:lnTo>
                <a:lnTo>
                  <a:pt x="852" y="164"/>
                </a:lnTo>
                <a:lnTo>
                  <a:pt x="854" y="164"/>
                </a:lnTo>
                <a:lnTo>
                  <a:pt x="855" y="164"/>
                </a:lnTo>
                <a:lnTo>
                  <a:pt x="856" y="164"/>
                </a:lnTo>
                <a:lnTo>
                  <a:pt x="856" y="163"/>
                </a:lnTo>
                <a:lnTo>
                  <a:pt x="857" y="163"/>
                </a:lnTo>
                <a:lnTo>
                  <a:pt x="858" y="162"/>
                </a:lnTo>
                <a:lnTo>
                  <a:pt x="859" y="162"/>
                </a:lnTo>
                <a:lnTo>
                  <a:pt x="860" y="163"/>
                </a:lnTo>
                <a:lnTo>
                  <a:pt x="861" y="163"/>
                </a:lnTo>
                <a:lnTo>
                  <a:pt x="861" y="162"/>
                </a:lnTo>
                <a:lnTo>
                  <a:pt x="862" y="163"/>
                </a:lnTo>
                <a:lnTo>
                  <a:pt x="862" y="164"/>
                </a:lnTo>
                <a:lnTo>
                  <a:pt x="863" y="164"/>
                </a:lnTo>
                <a:lnTo>
                  <a:pt x="865" y="164"/>
                </a:lnTo>
                <a:lnTo>
                  <a:pt x="866" y="164"/>
                </a:lnTo>
                <a:lnTo>
                  <a:pt x="866" y="163"/>
                </a:lnTo>
                <a:lnTo>
                  <a:pt x="867" y="163"/>
                </a:lnTo>
                <a:lnTo>
                  <a:pt x="868" y="164"/>
                </a:lnTo>
                <a:lnTo>
                  <a:pt x="869" y="164"/>
                </a:lnTo>
                <a:lnTo>
                  <a:pt x="870" y="164"/>
                </a:lnTo>
                <a:lnTo>
                  <a:pt x="871" y="163"/>
                </a:lnTo>
                <a:lnTo>
                  <a:pt x="871" y="162"/>
                </a:lnTo>
                <a:lnTo>
                  <a:pt x="872" y="162"/>
                </a:lnTo>
                <a:lnTo>
                  <a:pt x="872" y="163"/>
                </a:lnTo>
                <a:lnTo>
                  <a:pt x="873" y="163"/>
                </a:lnTo>
                <a:lnTo>
                  <a:pt x="873" y="164"/>
                </a:lnTo>
                <a:lnTo>
                  <a:pt x="874" y="164"/>
                </a:lnTo>
                <a:lnTo>
                  <a:pt x="875" y="163"/>
                </a:lnTo>
                <a:lnTo>
                  <a:pt x="876" y="164"/>
                </a:lnTo>
                <a:lnTo>
                  <a:pt x="877" y="164"/>
                </a:lnTo>
                <a:lnTo>
                  <a:pt x="877" y="165"/>
                </a:lnTo>
                <a:lnTo>
                  <a:pt x="876" y="165"/>
                </a:lnTo>
                <a:lnTo>
                  <a:pt x="876" y="166"/>
                </a:lnTo>
                <a:lnTo>
                  <a:pt x="876" y="167"/>
                </a:lnTo>
                <a:lnTo>
                  <a:pt x="876" y="168"/>
                </a:lnTo>
                <a:lnTo>
                  <a:pt x="877" y="168"/>
                </a:lnTo>
                <a:lnTo>
                  <a:pt x="878" y="168"/>
                </a:lnTo>
                <a:lnTo>
                  <a:pt x="879" y="168"/>
                </a:lnTo>
                <a:lnTo>
                  <a:pt x="879" y="169"/>
                </a:lnTo>
                <a:lnTo>
                  <a:pt x="879" y="170"/>
                </a:lnTo>
                <a:lnTo>
                  <a:pt x="879" y="171"/>
                </a:lnTo>
                <a:lnTo>
                  <a:pt x="879" y="172"/>
                </a:lnTo>
                <a:lnTo>
                  <a:pt x="879" y="173"/>
                </a:lnTo>
                <a:lnTo>
                  <a:pt x="880" y="174"/>
                </a:lnTo>
                <a:lnTo>
                  <a:pt x="880" y="175"/>
                </a:lnTo>
                <a:lnTo>
                  <a:pt x="880" y="176"/>
                </a:lnTo>
                <a:lnTo>
                  <a:pt x="879" y="177"/>
                </a:lnTo>
                <a:lnTo>
                  <a:pt x="879" y="178"/>
                </a:lnTo>
                <a:lnTo>
                  <a:pt x="879" y="179"/>
                </a:lnTo>
                <a:lnTo>
                  <a:pt x="878" y="179"/>
                </a:lnTo>
                <a:lnTo>
                  <a:pt x="879" y="179"/>
                </a:lnTo>
                <a:lnTo>
                  <a:pt x="879" y="180"/>
                </a:lnTo>
                <a:lnTo>
                  <a:pt x="878" y="180"/>
                </a:lnTo>
                <a:lnTo>
                  <a:pt x="878" y="181"/>
                </a:lnTo>
                <a:lnTo>
                  <a:pt x="877" y="181"/>
                </a:lnTo>
                <a:lnTo>
                  <a:pt x="877" y="182"/>
                </a:lnTo>
                <a:lnTo>
                  <a:pt x="878" y="182"/>
                </a:lnTo>
                <a:lnTo>
                  <a:pt x="878" y="183"/>
                </a:lnTo>
                <a:lnTo>
                  <a:pt x="879" y="183"/>
                </a:lnTo>
                <a:lnTo>
                  <a:pt x="879" y="184"/>
                </a:lnTo>
                <a:lnTo>
                  <a:pt x="880" y="184"/>
                </a:lnTo>
                <a:lnTo>
                  <a:pt x="881" y="184"/>
                </a:lnTo>
                <a:lnTo>
                  <a:pt x="881" y="185"/>
                </a:lnTo>
                <a:lnTo>
                  <a:pt x="881" y="186"/>
                </a:lnTo>
                <a:lnTo>
                  <a:pt x="882" y="186"/>
                </a:lnTo>
                <a:lnTo>
                  <a:pt x="881" y="187"/>
                </a:lnTo>
                <a:lnTo>
                  <a:pt x="882" y="187"/>
                </a:lnTo>
                <a:lnTo>
                  <a:pt x="883" y="187"/>
                </a:lnTo>
                <a:lnTo>
                  <a:pt x="884" y="187"/>
                </a:lnTo>
                <a:lnTo>
                  <a:pt x="884" y="188"/>
                </a:lnTo>
                <a:lnTo>
                  <a:pt x="885" y="188"/>
                </a:lnTo>
                <a:lnTo>
                  <a:pt x="886" y="187"/>
                </a:lnTo>
                <a:lnTo>
                  <a:pt x="887" y="188"/>
                </a:lnTo>
                <a:lnTo>
                  <a:pt x="888" y="188"/>
                </a:lnTo>
                <a:lnTo>
                  <a:pt x="888" y="189"/>
                </a:lnTo>
                <a:lnTo>
                  <a:pt x="889" y="189"/>
                </a:lnTo>
                <a:lnTo>
                  <a:pt x="889" y="190"/>
                </a:lnTo>
                <a:lnTo>
                  <a:pt x="888" y="190"/>
                </a:lnTo>
                <a:lnTo>
                  <a:pt x="889" y="191"/>
                </a:lnTo>
                <a:lnTo>
                  <a:pt x="889" y="192"/>
                </a:lnTo>
                <a:lnTo>
                  <a:pt x="890" y="192"/>
                </a:lnTo>
                <a:lnTo>
                  <a:pt x="891" y="192"/>
                </a:lnTo>
                <a:lnTo>
                  <a:pt x="891" y="193"/>
                </a:lnTo>
                <a:lnTo>
                  <a:pt x="892" y="193"/>
                </a:lnTo>
                <a:lnTo>
                  <a:pt x="892" y="194"/>
                </a:lnTo>
                <a:lnTo>
                  <a:pt x="892" y="195"/>
                </a:lnTo>
                <a:lnTo>
                  <a:pt x="893" y="194"/>
                </a:lnTo>
                <a:lnTo>
                  <a:pt x="894" y="195"/>
                </a:lnTo>
                <a:lnTo>
                  <a:pt x="895" y="195"/>
                </a:lnTo>
                <a:lnTo>
                  <a:pt x="895" y="194"/>
                </a:lnTo>
                <a:lnTo>
                  <a:pt x="894" y="194"/>
                </a:lnTo>
                <a:lnTo>
                  <a:pt x="894" y="193"/>
                </a:lnTo>
                <a:lnTo>
                  <a:pt x="895" y="193"/>
                </a:lnTo>
                <a:lnTo>
                  <a:pt x="896" y="193"/>
                </a:lnTo>
                <a:lnTo>
                  <a:pt x="896" y="192"/>
                </a:lnTo>
                <a:lnTo>
                  <a:pt x="896" y="191"/>
                </a:lnTo>
                <a:lnTo>
                  <a:pt x="896" y="190"/>
                </a:lnTo>
                <a:lnTo>
                  <a:pt x="896" y="189"/>
                </a:lnTo>
                <a:lnTo>
                  <a:pt x="897" y="188"/>
                </a:lnTo>
                <a:lnTo>
                  <a:pt x="897" y="187"/>
                </a:lnTo>
                <a:lnTo>
                  <a:pt x="898" y="186"/>
                </a:lnTo>
                <a:lnTo>
                  <a:pt x="899" y="186"/>
                </a:lnTo>
                <a:lnTo>
                  <a:pt x="899" y="185"/>
                </a:lnTo>
                <a:lnTo>
                  <a:pt x="900" y="185"/>
                </a:lnTo>
                <a:lnTo>
                  <a:pt x="901" y="185"/>
                </a:lnTo>
                <a:lnTo>
                  <a:pt x="901" y="184"/>
                </a:lnTo>
                <a:lnTo>
                  <a:pt x="902" y="184"/>
                </a:lnTo>
                <a:lnTo>
                  <a:pt x="903" y="183"/>
                </a:lnTo>
                <a:lnTo>
                  <a:pt x="904" y="183"/>
                </a:lnTo>
                <a:lnTo>
                  <a:pt x="904" y="182"/>
                </a:lnTo>
                <a:lnTo>
                  <a:pt x="904" y="181"/>
                </a:lnTo>
                <a:lnTo>
                  <a:pt x="904" y="180"/>
                </a:lnTo>
                <a:lnTo>
                  <a:pt x="905" y="181"/>
                </a:lnTo>
                <a:lnTo>
                  <a:pt x="906" y="181"/>
                </a:lnTo>
                <a:lnTo>
                  <a:pt x="907" y="181"/>
                </a:lnTo>
                <a:lnTo>
                  <a:pt x="908" y="181"/>
                </a:lnTo>
                <a:lnTo>
                  <a:pt x="909" y="182"/>
                </a:lnTo>
                <a:lnTo>
                  <a:pt x="910" y="181"/>
                </a:lnTo>
                <a:lnTo>
                  <a:pt x="910" y="182"/>
                </a:lnTo>
                <a:lnTo>
                  <a:pt x="910" y="184"/>
                </a:lnTo>
                <a:lnTo>
                  <a:pt x="909" y="185"/>
                </a:lnTo>
                <a:lnTo>
                  <a:pt x="909" y="186"/>
                </a:lnTo>
                <a:lnTo>
                  <a:pt x="910" y="186"/>
                </a:lnTo>
                <a:lnTo>
                  <a:pt x="910" y="187"/>
                </a:lnTo>
                <a:lnTo>
                  <a:pt x="910" y="189"/>
                </a:lnTo>
                <a:lnTo>
                  <a:pt x="911" y="189"/>
                </a:lnTo>
                <a:lnTo>
                  <a:pt x="912" y="189"/>
                </a:lnTo>
                <a:lnTo>
                  <a:pt x="912" y="190"/>
                </a:lnTo>
                <a:lnTo>
                  <a:pt x="912" y="191"/>
                </a:lnTo>
                <a:lnTo>
                  <a:pt x="912" y="192"/>
                </a:lnTo>
                <a:lnTo>
                  <a:pt x="911" y="192"/>
                </a:lnTo>
                <a:lnTo>
                  <a:pt x="911" y="193"/>
                </a:lnTo>
                <a:lnTo>
                  <a:pt x="912" y="193"/>
                </a:lnTo>
                <a:lnTo>
                  <a:pt x="912" y="194"/>
                </a:lnTo>
                <a:lnTo>
                  <a:pt x="913" y="194"/>
                </a:lnTo>
                <a:lnTo>
                  <a:pt x="913" y="193"/>
                </a:lnTo>
                <a:lnTo>
                  <a:pt x="914" y="193"/>
                </a:lnTo>
                <a:lnTo>
                  <a:pt x="915" y="194"/>
                </a:lnTo>
                <a:lnTo>
                  <a:pt x="915" y="195"/>
                </a:lnTo>
                <a:lnTo>
                  <a:pt x="915" y="196"/>
                </a:lnTo>
                <a:lnTo>
                  <a:pt x="916" y="196"/>
                </a:lnTo>
                <a:lnTo>
                  <a:pt x="917" y="197"/>
                </a:lnTo>
                <a:lnTo>
                  <a:pt x="919" y="197"/>
                </a:lnTo>
                <a:lnTo>
                  <a:pt x="919" y="196"/>
                </a:lnTo>
                <a:lnTo>
                  <a:pt x="920" y="196"/>
                </a:lnTo>
                <a:lnTo>
                  <a:pt x="921" y="196"/>
                </a:lnTo>
                <a:lnTo>
                  <a:pt x="922" y="196"/>
                </a:lnTo>
                <a:lnTo>
                  <a:pt x="923" y="195"/>
                </a:lnTo>
                <a:lnTo>
                  <a:pt x="924" y="194"/>
                </a:lnTo>
                <a:lnTo>
                  <a:pt x="925" y="194"/>
                </a:lnTo>
                <a:lnTo>
                  <a:pt x="926" y="195"/>
                </a:lnTo>
                <a:lnTo>
                  <a:pt x="927" y="195"/>
                </a:lnTo>
                <a:lnTo>
                  <a:pt x="928" y="195"/>
                </a:lnTo>
                <a:lnTo>
                  <a:pt x="929" y="194"/>
                </a:lnTo>
                <a:lnTo>
                  <a:pt x="930" y="195"/>
                </a:lnTo>
                <a:lnTo>
                  <a:pt x="931" y="196"/>
                </a:lnTo>
                <a:lnTo>
                  <a:pt x="932" y="196"/>
                </a:lnTo>
                <a:lnTo>
                  <a:pt x="933" y="198"/>
                </a:lnTo>
                <a:lnTo>
                  <a:pt x="933" y="199"/>
                </a:lnTo>
                <a:lnTo>
                  <a:pt x="933" y="200"/>
                </a:lnTo>
                <a:lnTo>
                  <a:pt x="934" y="201"/>
                </a:lnTo>
                <a:lnTo>
                  <a:pt x="934" y="202"/>
                </a:lnTo>
                <a:lnTo>
                  <a:pt x="934" y="203"/>
                </a:lnTo>
                <a:lnTo>
                  <a:pt x="935" y="203"/>
                </a:lnTo>
                <a:lnTo>
                  <a:pt x="936" y="203"/>
                </a:lnTo>
                <a:lnTo>
                  <a:pt x="937" y="203"/>
                </a:lnTo>
                <a:lnTo>
                  <a:pt x="937" y="202"/>
                </a:lnTo>
                <a:lnTo>
                  <a:pt x="938" y="202"/>
                </a:lnTo>
                <a:lnTo>
                  <a:pt x="939" y="202"/>
                </a:lnTo>
                <a:lnTo>
                  <a:pt x="939" y="203"/>
                </a:lnTo>
                <a:lnTo>
                  <a:pt x="939" y="204"/>
                </a:lnTo>
                <a:lnTo>
                  <a:pt x="940" y="204"/>
                </a:lnTo>
                <a:lnTo>
                  <a:pt x="940" y="205"/>
                </a:lnTo>
                <a:lnTo>
                  <a:pt x="941" y="206"/>
                </a:lnTo>
                <a:lnTo>
                  <a:pt x="941" y="207"/>
                </a:lnTo>
                <a:lnTo>
                  <a:pt x="942" y="208"/>
                </a:lnTo>
                <a:lnTo>
                  <a:pt x="943" y="209"/>
                </a:lnTo>
                <a:lnTo>
                  <a:pt x="943" y="210"/>
                </a:lnTo>
                <a:lnTo>
                  <a:pt x="944" y="211"/>
                </a:lnTo>
                <a:lnTo>
                  <a:pt x="944" y="212"/>
                </a:lnTo>
                <a:lnTo>
                  <a:pt x="945" y="212"/>
                </a:lnTo>
                <a:lnTo>
                  <a:pt x="945" y="213"/>
                </a:lnTo>
                <a:lnTo>
                  <a:pt x="946" y="214"/>
                </a:lnTo>
                <a:lnTo>
                  <a:pt x="947" y="214"/>
                </a:lnTo>
                <a:lnTo>
                  <a:pt x="947" y="215"/>
                </a:lnTo>
                <a:lnTo>
                  <a:pt x="948" y="215"/>
                </a:lnTo>
                <a:lnTo>
                  <a:pt x="949" y="216"/>
                </a:lnTo>
                <a:lnTo>
                  <a:pt x="950" y="216"/>
                </a:lnTo>
                <a:lnTo>
                  <a:pt x="950" y="215"/>
                </a:lnTo>
                <a:lnTo>
                  <a:pt x="951" y="215"/>
                </a:lnTo>
                <a:lnTo>
                  <a:pt x="952" y="215"/>
                </a:lnTo>
                <a:lnTo>
                  <a:pt x="953" y="216"/>
                </a:lnTo>
                <a:lnTo>
                  <a:pt x="954" y="216"/>
                </a:lnTo>
                <a:lnTo>
                  <a:pt x="954" y="217"/>
                </a:lnTo>
                <a:lnTo>
                  <a:pt x="955" y="218"/>
                </a:lnTo>
                <a:lnTo>
                  <a:pt x="957" y="220"/>
                </a:lnTo>
                <a:lnTo>
                  <a:pt x="958" y="221"/>
                </a:lnTo>
                <a:lnTo>
                  <a:pt x="958" y="222"/>
                </a:lnTo>
                <a:lnTo>
                  <a:pt x="959" y="222"/>
                </a:lnTo>
                <a:lnTo>
                  <a:pt x="960" y="221"/>
                </a:lnTo>
                <a:lnTo>
                  <a:pt x="961" y="221"/>
                </a:lnTo>
                <a:lnTo>
                  <a:pt x="961" y="220"/>
                </a:lnTo>
                <a:lnTo>
                  <a:pt x="961" y="219"/>
                </a:lnTo>
                <a:lnTo>
                  <a:pt x="962" y="219"/>
                </a:lnTo>
                <a:lnTo>
                  <a:pt x="963" y="219"/>
                </a:lnTo>
                <a:lnTo>
                  <a:pt x="963" y="218"/>
                </a:lnTo>
                <a:lnTo>
                  <a:pt x="962" y="218"/>
                </a:lnTo>
                <a:lnTo>
                  <a:pt x="962" y="217"/>
                </a:lnTo>
                <a:lnTo>
                  <a:pt x="962" y="216"/>
                </a:lnTo>
                <a:lnTo>
                  <a:pt x="963" y="216"/>
                </a:lnTo>
                <a:lnTo>
                  <a:pt x="963" y="215"/>
                </a:lnTo>
                <a:lnTo>
                  <a:pt x="963" y="214"/>
                </a:lnTo>
                <a:lnTo>
                  <a:pt x="964" y="214"/>
                </a:lnTo>
                <a:lnTo>
                  <a:pt x="964" y="215"/>
                </a:lnTo>
                <a:lnTo>
                  <a:pt x="965" y="215"/>
                </a:lnTo>
                <a:lnTo>
                  <a:pt x="966" y="214"/>
                </a:lnTo>
                <a:lnTo>
                  <a:pt x="967" y="214"/>
                </a:lnTo>
                <a:lnTo>
                  <a:pt x="966" y="214"/>
                </a:lnTo>
                <a:lnTo>
                  <a:pt x="966" y="213"/>
                </a:lnTo>
                <a:lnTo>
                  <a:pt x="967" y="213"/>
                </a:lnTo>
                <a:lnTo>
                  <a:pt x="968" y="213"/>
                </a:lnTo>
                <a:lnTo>
                  <a:pt x="969" y="213"/>
                </a:lnTo>
                <a:lnTo>
                  <a:pt x="970" y="213"/>
                </a:lnTo>
                <a:lnTo>
                  <a:pt x="970" y="214"/>
                </a:lnTo>
                <a:lnTo>
                  <a:pt x="971" y="214"/>
                </a:lnTo>
                <a:lnTo>
                  <a:pt x="972" y="214"/>
                </a:lnTo>
                <a:lnTo>
                  <a:pt x="973" y="214"/>
                </a:lnTo>
                <a:lnTo>
                  <a:pt x="974" y="214"/>
                </a:lnTo>
                <a:lnTo>
                  <a:pt x="974" y="213"/>
                </a:lnTo>
                <a:lnTo>
                  <a:pt x="974" y="212"/>
                </a:lnTo>
                <a:lnTo>
                  <a:pt x="975" y="212"/>
                </a:lnTo>
                <a:lnTo>
                  <a:pt x="975" y="213"/>
                </a:lnTo>
                <a:lnTo>
                  <a:pt x="976" y="213"/>
                </a:lnTo>
                <a:lnTo>
                  <a:pt x="977" y="214"/>
                </a:lnTo>
                <a:lnTo>
                  <a:pt x="978" y="214"/>
                </a:lnTo>
                <a:lnTo>
                  <a:pt x="978" y="213"/>
                </a:lnTo>
                <a:lnTo>
                  <a:pt x="978" y="212"/>
                </a:lnTo>
                <a:lnTo>
                  <a:pt x="979" y="212"/>
                </a:lnTo>
                <a:lnTo>
                  <a:pt x="980" y="211"/>
                </a:lnTo>
                <a:lnTo>
                  <a:pt x="980" y="210"/>
                </a:lnTo>
                <a:lnTo>
                  <a:pt x="981" y="210"/>
                </a:lnTo>
                <a:lnTo>
                  <a:pt x="981" y="209"/>
                </a:lnTo>
                <a:lnTo>
                  <a:pt x="982" y="209"/>
                </a:lnTo>
                <a:lnTo>
                  <a:pt x="982" y="208"/>
                </a:lnTo>
                <a:lnTo>
                  <a:pt x="983" y="208"/>
                </a:lnTo>
                <a:lnTo>
                  <a:pt x="983" y="209"/>
                </a:lnTo>
                <a:lnTo>
                  <a:pt x="984" y="210"/>
                </a:lnTo>
                <a:lnTo>
                  <a:pt x="985" y="210"/>
                </a:lnTo>
                <a:lnTo>
                  <a:pt x="985" y="211"/>
                </a:lnTo>
                <a:lnTo>
                  <a:pt x="986" y="211"/>
                </a:lnTo>
                <a:lnTo>
                  <a:pt x="987" y="211"/>
                </a:lnTo>
                <a:lnTo>
                  <a:pt x="988" y="212"/>
                </a:lnTo>
                <a:lnTo>
                  <a:pt x="989" y="213"/>
                </a:lnTo>
                <a:lnTo>
                  <a:pt x="990" y="213"/>
                </a:lnTo>
                <a:lnTo>
                  <a:pt x="991" y="213"/>
                </a:lnTo>
                <a:lnTo>
                  <a:pt x="991" y="212"/>
                </a:lnTo>
                <a:lnTo>
                  <a:pt x="992" y="211"/>
                </a:lnTo>
                <a:lnTo>
                  <a:pt x="992" y="210"/>
                </a:lnTo>
                <a:lnTo>
                  <a:pt x="993" y="210"/>
                </a:lnTo>
                <a:lnTo>
                  <a:pt x="993" y="211"/>
                </a:lnTo>
                <a:lnTo>
                  <a:pt x="994" y="211"/>
                </a:lnTo>
                <a:lnTo>
                  <a:pt x="995" y="210"/>
                </a:lnTo>
                <a:lnTo>
                  <a:pt x="996" y="210"/>
                </a:lnTo>
                <a:lnTo>
                  <a:pt x="997" y="210"/>
                </a:lnTo>
                <a:lnTo>
                  <a:pt x="998" y="210"/>
                </a:lnTo>
                <a:lnTo>
                  <a:pt x="999" y="210"/>
                </a:lnTo>
                <a:lnTo>
                  <a:pt x="1000" y="210"/>
                </a:lnTo>
                <a:lnTo>
                  <a:pt x="1001" y="210"/>
                </a:lnTo>
                <a:lnTo>
                  <a:pt x="1002" y="210"/>
                </a:lnTo>
                <a:lnTo>
                  <a:pt x="1003" y="210"/>
                </a:lnTo>
                <a:lnTo>
                  <a:pt x="1003" y="209"/>
                </a:lnTo>
                <a:lnTo>
                  <a:pt x="1004" y="209"/>
                </a:lnTo>
                <a:lnTo>
                  <a:pt x="1004" y="210"/>
                </a:lnTo>
                <a:lnTo>
                  <a:pt x="1004" y="211"/>
                </a:lnTo>
                <a:lnTo>
                  <a:pt x="1005" y="211"/>
                </a:lnTo>
                <a:lnTo>
                  <a:pt x="1006" y="211"/>
                </a:lnTo>
                <a:lnTo>
                  <a:pt x="1006" y="212"/>
                </a:lnTo>
                <a:lnTo>
                  <a:pt x="1007" y="213"/>
                </a:lnTo>
                <a:lnTo>
                  <a:pt x="1007" y="214"/>
                </a:lnTo>
                <a:lnTo>
                  <a:pt x="1007" y="215"/>
                </a:lnTo>
                <a:lnTo>
                  <a:pt x="1006" y="215"/>
                </a:lnTo>
                <a:lnTo>
                  <a:pt x="1007" y="216"/>
                </a:lnTo>
                <a:lnTo>
                  <a:pt x="1006" y="216"/>
                </a:lnTo>
                <a:lnTo>
                  <a:pt x="1005" y="217"/>
                </a:lnTo>
                <a:lnTo>
                  <a:pt x="1004" y="217"/>
                </a:lnTo>
                <a:lnTo>
                  <a:pt x="1004" y="218"/>
                </a:lnTo>
                <a:lnTo>
                  <a:pt x="1003" y="218"/>
                </a:lnTo>
                <a:lnTo>
                  <a:pt x="1002" y="218"/>
                </a:lnTo>
                <a:lnTo>
                  <a:pt x="1001" y="218"/>
                </a:lnTo>
                <a:lnTo>
                  <a:pt x="1001" y="217"/>
                </a:lnTo>
                <a:lnTo>
                  <a:pt x="1000" y="217"/>
                </a:lnTo>
                <a:lnTo>
                  <a:pt x="999" y="217"/>
                </a:lnTo>
                <a:lnTo>
                  <a:pt x="998" y="217"/>
                </a:lnTo>
                <a:lnTo>
                  <a:pt x="997" y="217"/>
                </a:lnTo>
                <a:lnTo>
                  <a:pt x="997" y="216"/>
                </a:lnTo>
                <a:lnTo>
                  <a:pt x="997" y="217"/>
                </a:lnTo>
                <a:lnTo>
                  <a:pt x="995" y="218"/>
                </a:lnTo>
                <a:lnTo>
                  <a:pt x="994" y="218"/>
                </a:lnTo>
                <a:lnTo>
                  <a:pt x="994" y="219"/>
                </a:lnTo>
                <a:lnTo>
                  <a:pt x="995" y="219"/>
                </a:lnTo>
                <a:lnTo>
                  <a:pt x="996" y="220"/>
                </a:lnTo>
                <a:lnTo>
                  <a:pt x="995" y="221"/>
                </a:lnTo>
                <a:lnTo>
                  <a:pt x="996" y="221"/>
                </a:lnTo>
                <a:lnTo>
                  <a:pt x="997" y="222"/>
                </a:lnTo>
                <a:lnTo>
                  <a:pt x="998" y="222"/>
                </a:lnTo>
                <a:lnTo>
                  <a:pt x="998" y="223"/>
                </a:lnTo>
                <a:lnTo>
                  <a:pt x="999" y="225"/>
                </a:lnTo>
                <a:lnTo>
                  <a:pt x="999" y="226"/>
                </a:lnTo>
                <a:lnTo>
                  <a:pt x="1000" y="226"/>
                </a:lnTo>
                <a:lnTo>
                  <a:pt x="1000" y="227"/>
                </a:lnTo>
                <a:lnTo>
                  <a:pt x="1001" y="227"/>
                </a:lnTo>
                <a:lnTo>
                  <a:pt x="1001" y="229"/>
                </a:lnTo>
                <a:lnTo>
                  <a:pt x="1000" y="230"/>
                </a:lnTo>
                <a:lnTo>
                  <a:pt x="999" y="230"/>
                </a:lnTo>
                <a:lnTo>
                  <a:pt x="998" y="230"/>
                </a:lnTo>
                <a:lnTo>
                  <a:pt x="998" y="229"/>
                </a:lnTo>
                <a:lnTo>
                  <a:pt x="997" y="229"/>
                </a:lnTo>
                <a:lnTo>
                  <a:pt x="997" y="230"/>
                </a:lnTo>
                <a:lnTo>
                  <a:pt x="996" y="230"/>
                </a:lnTo>
                <a:lnTo>
                  <a:pt x="996" y="229"/>
                </a:lnTo>
                <a:lnTo>
                  <a:pt x="995" y="229"/>
                </a:lnTo>
                <a:lnTo>
                  <a:pt x="994" y="229"/>
                </a:lnTo>
                <a:lnTo>
                  <a:pt x="992" y="229"/>
                </a:lnTo>
                <a:lnTo>
                  <a:pt x="992" y="230"/>
                </a:lnTo>
                <a:lnTo>
                  <a:pt x="992" y="231"/>
                </a:lnTo>
                <a:lnTo>
                  <a:pt x="993" y="231"/>
                </a:lnTo>
                <a:lnTo>
                  <a:pt x="993" y="232"/>
                </a:lnTo>
                <a:lnTo>
                  <a:pt x="993" y="233"/>
                </a:lnTo>
                <a:lnTo>
                  <a:pt x="994" y="233"/>
                </a:lnTo>
                <a:lnTo>
                  <a:pt x="993" y="233"/>
                </a:lnTo>
                <a:lnTo>
                  <a:pt x="991" y="233"/>
                </a:lnTo>
                <a:lnTo>
                  <a:pt x="990" y="235"/>
                </a:lnTo>
                <a:lnTo>
                  <a:pt x="991" y="235"/>
                </a:lnTo>
                <a:lnTo>
                  <a:pt x="991" y="236"/>
                </a:lnTo>
                <a:lnTo>
                  <a:pt x="992" y="236"/>
                </a:lnTo>
                <a:lnTo>
                  <a:pt x="993" y="237"/>
                </a:lnTo>
                <a:lnTo>
                  <a:pt x="994" y="237"/>
                </a:lnTo>
                <a:lnTo>
                  <a:pt x="994" y="238"/>
                </a:lnTo>
                <a:lnTo>
                  <a:pt x="993" y="238"/>
                </a:lnTo>
                <a:lnTo>
                  <a:pt x="993" y="239"/>
                </a:lnTo>
                <a:lnTo>
                  <a:pt x="992" y="239"/>
                </a:lnTo>
                <a:lnTo>
                  <a:pt x="991" y="238"/>
                </a:lnTo>
                <a:lnTo>
                  <a:pt x="990" y="238"/>
                </a:lnTo>
                <a:lnTo>
                  <a:pt x="989" y="238"/>
                </a:lnTo>
                <a:lnTo>
                  <a:pt x="989" y="237"/>
                </a:lnTo>
                <a:lnTo>
                  <a:pt x="988" y="237"/>
                </a:lnTo>
                <a:lnTo>
                  <a:pt x="987" y="237"/>
                </a:lnTo>
                <a:lnTo>
                  <a:pt x="986" y="238"/>
                </a:lnTo>
                <a:lnTo>
                  <a:pt x="986" y="239"/>
                </a:lnTo>
                <a:lnTo>
                  <a:pt x="985" y="238"/>
                </a:lnTo>
                <a:lnTo>
                  <a:pt x="985" y="239"/>
                </a:lnTo>
                <a:lnTo>
                  <a:pt x="984" y="240"/>
                </a:lnTo>
                <a:lnTo>
                  <a:pt x="985" y="240"/>
                </a:lnTo>
                <a:lnTo>
                  <a:pt x="986" y="241"/>
                </a:lnTo>
                <a:lnTo>
                  <a:pt x="986" y="242"/>
                </a:lnTo>
                <a:lnTo>
                  <a:pt x="986" y="243"/>
                </a:lnTo>
                <a:lnTo>
                  <a:pt x="986" y="244"/>
                </a:lnTo>
                <a:lnTo>
                  <a:pt x="986" y="245"/>
                </a:lnTo>
                <a:lnTo>
                  <a:pt x="987" y="246"/>
                </a:lnTo>
                <a:lnTo>
                  <a:pt x="988" y="246"/>
                </a:lnTo>
                <a:lnTo>
                  <a:pt x="989" y="246"/>
                </a:lnTo>
                <a:lnTo>
                  <a:pt x="989" y="247"/>
                </a:lnTo>
                <a:lnTo>
                  <a:pt x="989" y="248"/>
                </a:lnTo>
                <a:lnTo>
                  <a:pt x="990" y="248"/>
                </a:lnTo>
                <a:lnTo>
                  <a:pt x="990" y="249"/>
                </a:lnTo>
                <a:lnTo>
                  <a:pt x="991" y="249"/>
                </a:lnTo>
                <a:lnTo>
                  <a:pt x="991" y="250"/>
                </a:lnTo>
                <a:lnTo>
                  <a:pt x="992" y="251"/>
                </a:lnTo>
                <a:lnTo>
                  <a:pt x="993" y="251"/>
                </a:lnTo>
                <a:lnTo>
                  <a:pt x="994" y="252"/>
                </a:lnTo>
                <a:lnTo>
                  <a:pt x="994" y="251"/>
                </a:lnTo>
                <a:lnTo>
                  <a:pt x="995" y="251"/>
                </a:lnTo>
                <a:lnTo>
                  <a:pt x="995" y="252"/>
                </a:lnTo>
                <a:lnTo>
                  <a:pt x="996" y="252"/>
                </a:lnTo>
                <a:lnTo>
                  <a:pt x="996" y="253"/>
                </a:lnTo>
                <a:lnTo>
                  <a:pt x="996" y="254"/>
                </a:lnTo>
                <a:lnTo>
                  <a:pt x="997" y="255"/>
                </a:lnTo>
                <a:lnTo>
                  <a:pt x="998" y="255"/>
                </a:lnTo>
                <a:lnTo>
                  <a:pt x="999" y="256"/>
                </a:lnTo>
                <a:lnTo>
                  <a:pt x="1000" y="256"/>
                </a:lnTo>
                <a:lnTo>
                  <a:pt x="1001" y="256"/>
                </a:lnTo>
                <a:lnTo>
                  <a:pt x="1002" y="256"/>
                </a:lnTo>
                <a:lnTo>
                  <a:pt x="1003" y="256"/>
                </a:lnTo>
                <a:lnTo>
                  <a:pt x="1002" y="257"/>
                </a:lnTo>
                <a:lnTo>
                  <a:pt x="1002" y="258"/>
                </a:lnTo>
                <a:lnTo>
                  <a:pt x="1001" y="258"/>
                </a:lnTo>
                <a:lnTo>
                  <a:pt x="1002" y="258"/>
                </a:lnTo>
                <a:lnTo>
                  <a:pt x="1002" y="259"/>
                </a:lnTo>
                <a:lnTo>
                  <a:pt x="1003" y="259"/>
                </a:lnTo>
                <a:lnTo>
                  <a:pt x="1004" y="259"/>
                </a:lnTo>
                <a:lnTo>
                  <a:pt x="1005" y="259"/>
                </a:lnTo>
                <a:lnTo>
                  <a:pt x="1005" y="260"/>
                </a:lnTo>
                <a:lnTo>
                  <a:pt x="1006" y="260"/>
                </a:lnTo>
                <a:lnTo>
                  <a:pt x="1007" y="261"/>
                </a:lnTo>
                <a:lnTo>
                  <a:pt x="1008" y="261"/>
                </a:lnTo>
                <a:lnTo>
                  <a:pt x="1009" y="261"/>
                </a:lnTo>
                <a:lnTo>
                  <a:pt x="1008" y="262"/>
                </a:lnTo>
                <a:lnTo>
                  <a:pt x="1006" y="264"/>
                </a:lnTo>
                <a:lnTo>
                  <a:pt x="1007" y="264"/>
                </a:lnTo>
                <a:lnTo>
                  <a:pt x="1008" y="264"/>
                </a:lnTo>
                <a:lnTo>
                  <a:pt x="1008" y="265"/>
                </a:lnTo>
                <a:lnTo>
                  <a:pt x="1008" y="266"/>
                </a:lnTo>
                <a:lnTo>
                  <a:pt x="1008" y="267"/>
                </a:lnTo>
                <a:lnTo>
                  <a:pt x="1007" y="267"/>
                </a:lnTo>
                <a:lnTo>
                  <a:pt x="1007" y="268"/>
                </a:lnTo>
                <a:lnTo>
                  <a:pt x="1008" y="268"/>
                </a:lnTo>
                <a:lnTo>
                  <a:pt x="1008" y="269"/>
                </a:lnTo>
                <a:lnTo>
                  <a:pt x="1009" y="269"/>
                </a:lnTo>
                <a:lnTo>
                  <a:pt x="1010" y="270"/>
                </a:lnTo>
                <a:lnTo>
                  <a:pt x="1010" y="271"/>
                </a:lnTo>
                <a:lnTo>
                  <a:pt x="1009" y="271"/>
                </a:lnTo>
                <a:lnTo>
                  <a:pt x="1009" y="270"/>
                </a:lnTo>
                <a:lnTo>
                  <a:pt x="1008" y="271"/>
                </a:lnTo>
                <a:lnTo>
                  <a:pt x="1007" y="271"/>
                </a:lnTo>
                <a:lnTo>
                  <a:pt x="1007" y="272"/>
                </a:lnTo>
                <a:lnTo>
                  <a:pt x="1006" y="272"/>
                </a:lnTo>
                <a:lnTo>
                  <a:pt x="1005" y="272"/>
                </a:lnTo>
                <a:lnTo>
                  <a:pt x="1005" y="273"/>
                </a:lnTo>
                <a:lnTo>
                  <a:pt x="1004" y="273"/>
                </a:lnTo>
                <a:lnTo>
                  <a:pt x="1003" y="273"/>
                </a:lnTo>
                <a:lnTo>
                  <a:pt x="1003" y="274"/>
                </a:lnTo>
                <a:lnTo>
                  <a:pt x="1003" y="275"/>
                </a:lnTo>
                <a:lnTo>
                  <a:pt x="1003" y="276"/>
                </a:lnTo>
                <a:lnTo>
                  <a:pt x="1003" y="275"/>
                </a:lnTo>
                <a:lnTo>
                  <a:pt x="1002" y="275"/>
                </a:lnTo>
                <a:lnTo>
                  <a:pt x="1002" y="274"/>
                </a:lnTo>
                <a:lnTo>
                  <a:pt x="1001" y="274"/>
                </a:lnTo>
                <a:lnTo>
                  <a:pt x="1000" y="274"/>
                </a:lnTo>
                <a:lnTo>
                  <a:pt x="999" y="275"/>
                </a:lnTo>
                <a:lnTo>
                  <a:pt x="998" y="276"/>
                </a:lnTo>
                <a:lnTo>
                  <a:pt x="999" y="276"/>
                </a:lnTo>
                <a:lnTo>
                  <a:pt x="998" y="276"/>
                </a:lnTo>
                <a:lnTo>
                  <a:pt x="998" y="277"/>
                </a:lnTo>
                <a:lnTo>
                  <a:pt x="997" y="277"/>
                </a:lnTo>
                <a:lnTo>
                  <a:pt x="996" y="278"/>
                </a:lnTo>
                <a:lnTo>
                  <a:pt x="996" y="279"/>
                </a:lnTo>
                <a:lnTo>
                  <a:pt x="996" y="280"/>
                </a:lnTo>
                <a:lnTo>
                  <a:pt x="995" y="280"/>
                </a:lnTo>
                <a:lnTo>
                  <a:pt x="995" y="281"/>
                </a:lnTo>
                <a:lnTo>
                  <a:pt x="996" y="281"/>
                </a:lnTo>
                <a:lnTo>
                  <a:pt x="996" y="282"/>
                </a:lnTo>
                <a:lnTo>
                  <a:pt x="996" y="283"/>
                </a:lnTo>
                <a:lnTo>
                  <a:pt x="995" y="283"/>
                </a:lnTo>
                <a:lnTo>
                  <a:pt x="994" y="283"/>
                </a:lnTo>
                <a:lnTo>
                  <a:pt x="993" y="283"/>
                </a:lnTo>
                <a:lnTo>
                  <a:pt x="992" y="283"/>
                </a:lnTo>
                <a:lnTo>
                  <a:pt x="991" y="283"/>
                </a:lnTo>
                <a:lnTo>
                  <a:pt x="991" y="285"/>
                </a:lnTo>
                <a:lnTo>
                  <a:pt x="992" y="285"/>
                </a:lnTo>
                <a:lnTo>
                  <a:pt x="992" y="286"/>
                </a:lnTo>
                <a:lnTo>
                  <a:pt x="991" y="287"/>
                </a:lnTo>
                <a:lnTo>
                  <a:pt x="990" y="287"/>
                </a:lnTo>
                <a:lnTo>
                  <a:pt x="989" y="287"/>
                </a:lnTo>
                <a:lnTo>
                  <a:pt x="988" y="287"/>
                </a:lnTo>
                <a:lnTo>
                  <a:pt x="987" y="287"/>
                </a:lnTo>
                <a:lnTo>
                  <a:pt x="986" y="287"/>
                </a:lnTo>
                <a:lnTo>
                  <a:pt x="986" y="288"/>
                </a:lnTo>
                <a:lnTo>
                  <a:pt x="985" y="288"/>
                </a:lnTo>
                <a:lnTo>
                  <a:pt x="985" y="287"/>
                </a:lnTo>
                <a:lnTo>
                  <a:pt x="984" y="287"/>
                </a:lnTo>
                <a:lnTo>
                  <a:pt x="984" y="288"/>
                </a:lnTo>
                <a:lnTo>
                  <a:pt x="983" y="288"/>
                </a:lnTo>
                <a:lnTo>
                  <a:pt x="983" y="287"/>
                </a:lnTo>
                <a:lnTo>
                  <a:pt x="982" y="287"/>
                </a:lnTo>
                <a:lnTo>
                  <a:pt x="981" y="287"/>
                </a:lnTo>
                <a:lnTo>
                  <a:pt x="981" y="288"/>
                </a:lnTo>
                <a:lnTo>
                  <a:pt x="980" y="288"/>
                </a:lnTo>
                <a:lnTo>
                  <a:pt x="979" y="288"/>
                </a:lnTo>
                <a:lnTo>
                  <a:pt x="978" y="288"/>
                </a:lnTo>
                <a:lnTo>
                  <a:pt x="978" y="289"/>
                </a:lnTo>
                <a:lnTo>
                  <a:pt x="978" y="290"/>
                </a:lnTo>
                <a:lnTo>
                  <a:pt x="978" y="291"/>
                </a:lnTo>
                <a:lnTo>
                  <a:pt x="979" y="291"/>
                </a:lnTo>
                <a:lnTo>
                  <a:pt x="980" y="291"/>
                </a:lnTo>
                <a:lnTo>
                  <a:pt x="981" y="291"/>
                </a:lnTo>
                <a:lnTo>
                  <a:pt x="981" y="292"/>
                </a:lnTo>
                <a:lnTo>
                  <a:pt x="981" y="293"/>
                </a:lnTo>
                <a:lnTo>
                  <a:pt x="980" y="293"/>
                </a:lnTo>
                <a:lnTo>
                  <a:pt x="980" y="294"/>
                </a:lnTo>
                <a:lnTo>
                  <a:pt x="980" y="295"/>
                </a:lnTo>
                <a:lnTo>
                  <a:pt x="980" y="297"/>
                </a:lnTo>
                <a:lnTo>
                  <a:pt x="979" y="298"/>
                </a:lnTo>
                <a:lnTo>
                  <a:pt x="978" y="298"/>
                </a:lnTo>
                <a:lnTo>
                  <a:pt x="977" y="299"/>
                </a:lnTo>
                <a:lnTo>
                  <a:pt x="977" y="300"/>
                </a:lnTo>
                <a:lnTo>
                  <a:pt x="976" y="300"/>
                </a:lnTo>
                <a:lnTo>
                  <a:pt x="975" y="300"/>
                </a:lnTo>
                <a:lnTo>
                  <a:pt x="974" y="300"/>
                </a:lnTo>
                <a:lnTo>
                  <a:pt x="974" y="301"/>
                </a:lnTo>
                <a:lnTo>
                  <a:pt x="975" y="301"/>
                </a:lnTo>
                <a:lnTo>
                  <a:pt x="975" y="302"/>
                </a:lnTo>
                <a:lnTo>
                  <a:pt x="976" y="302"/>
                </a:lnTo>
                <a:lnTo>
                  <a:pt x="977" y="302"/>
                </a:lnTo>
                <a:lnTo>
                  <a:pt x="977" y="303"/>
                </a:lnTo>
                <a:lnTo>
                  <a:pt x="977" y="304"/>
                </a:lnTo>
                <a:lnTo>
                  <a:pt x="978" y="304"/>
                </a:lnTo>
                <a:lnTo>
                  <a:pt x="977" y="304"/>
                </a:lnTo>
                <a:lnTo>
                  <a:pt x="977" y="305"/>
                </a:lnTo>
                <a:lnTo>
                  <a:pt x="977" y="306"/>
                </a:lnTo>
                <a:lnTo>
                  <a:pt x="976" y="306"/>
                </a:lnTo>
                <a:lnTo>
                  <a:pt x="975" y="306"/>
                </a:lnTo>
                <a:lnTo>
                  <a:pt x="975" y="307"/>
                </a:lnTo>
                <a:lnTo>
                  <a:pt x="974" y="308"/>
                </a:lnTo>
                <a:lnTo>
                  <a:pt x="973" y="308"/>
                </a:lnTo>
                <a:lnTo>
                  <a:pt x="972" y="309"/>
                </a:lnTo>
                <a:lnTo>
                  <a:pt x="971" y="309"/>
                </a:lnTo>
                <a:lnTo>
                  <a:pt x="970" y="310"/>
                </a:lnTo>
                <a:lnTo>
                  <a:pt x="969" y="311"/>
                </a:lnTo>
                <a:lnTo>
                  <a:pt x="969" y="312"/>
                </a:lnTo>
                <a:lnTo>
                  <a:pt x="968" y="312"/>
                </a:lnTo>
                <a:lnTo>
                  <a:pt x="967" y="312"/>
                </a:lnTo>
                <a:lnTo>
                  <a:pt x="966" y="312"/>
                </a:lnTo>
                <a:lnTo>
                  <a:pt x="966" y="313"/>
                </a:lnTo>
                <a:lnTo>
                  <a:pt x="965" y="313"/>
                </a:lnTo>
                <a:lnTo>
                  <a:pt x="964" y="313"/>
                </a:lnTo>
                <a:lnTo>
                  <a:pt x="962" y="314"/>
                </a:lnTo>
                <a:lnTo>
                  <a:pt x="963" y="314"/>
                </a:lnTo>
                <a:lnTo>
                  <a:pt x="963" y="315"/>
                </a:lnTo>
                <a:lnTo>
                  <a:pt x="963" y="316"/>
                </a:lnTo>
                <a:lnTo>
                  <a:pt x="963" y="317"/>
                </a:lnTo>
                <a:lnTo>
                  <a:pt x="964" y="317"/>
                </a:lnTo>
                <a:lnTo>
                  <a:pt x="964" y="316"/>
                </a:lnTo>
                <a:lnTo>
                  <a:pt x="965" y="316"/>
                </a:lnTo>
                <a:lnTo>
                  <a:pt x="966" y="316"/>
                </a:lnTo>
                <a:lnTo>
                  <a:pt x="967" y="315"/>
                </a:lnTo>
                <a:lnTo>
                  <a:pt x="968" y="315"/>
                </a:lnTo>
                <a:lnTo>
                  <a:pt x="967" y="316"/>
                </a:lnTo>
                <a:lnTo>
                  <a:pt x="968" y="317"/>
                </a:lnTo>
                <a:lnTo>
                  <a:pt x="969" y="318"/>
                </a:lnTo>
                <a:lnTo>
                  <a:pt x="969" y="319"/>
                </a:lnTo>
                <a:lnTo>
                  <a:pt x="968" y="320"/>
                </a:lnTo>
                <a:lnTo>
                  <a:pt x="967" y="321"/>
                </a:lnTo>
                <a:lnTo>
                  <a:pt x="967" y="322"/>
                </a:lnTo>
                <a:lnTo>
                  <a:pt x="966" y="322"/>
                </a:lnTo>
                <a:lnTo>
                  <a:pt x="966" y="323"/>
                </a:lnTo>
                <a:lnTo>
                  <a:pt x="966" y="324"/>
                </a:lnTo>
                <a:lnTo>
                  <a:pt x="965" y="324"/>
                </a:lnTo>
                <a:lnTo>
                  <a:pt x="964" y="324"/>
                </a:lnTo>
                <a:lnTo>
                  <a:pt x="964" y="325"/>
                </a:lnTo>
                <a:lnTo>
                  <a:pt x="963" y="326"/>
                </a:lnTo>
                <a:lnTo>
                  <a:pt x="963" y="327"/>
                </a:lnTo>
                <a:lnTo>
                  <a:pt x="962" y="327"/>
                </a:lnTo>
                <a:lnTo>
                  <a:pt x="961" y="327"/>
                </a:lnTo>
                <a:lnTo>
                  <a:pt x="961" y="328"/>
                </a:lnTo>
                <a:lnTo>
                  <a:pt x="962" y="328"/>
                </a:lnTo>
                <a:lnTo>
                  <a:pt x="962" y="329"/>
                </a:lnTo>
                <a:lnTo>
                  <a:pt x="963" y="329"/>
                </a:lnTo>
                <a:lnTo>
                  <a:pt x="963" y="330"/>
                </a:lnTo>
                <a:lnTo>
                  <a:pt x="963" y="331"/>
                </a:lnTo>
                <a:lnTo>
                  <a:pt x="963" y="332"/>
                </a:lnTo>
                <a:lnTo>
                  <a:pt x="965" y="332"/>
                </a:lnTo>
                <a:lnTo>
                  <a:pt x="965" y="333"/>
                </a:lnTo>
                <a:lnTo>
                  <a:pt x="966" y="333"/>
                </a:lnTo>
                <a:lnTo>
                  <a:pt x="966" y="334"/>
                </a:lnTo>
                <a:lnTo>
                  <a:pt x="966" y="335"/>
                </a:lnTo>
                <a:lnTo>
                  <a:pt x="965" y="335"/>
                </a:lnTo>
                <a:lnTo>
                  <a:pt x="964" y="335"/>
                </a:lnTo>
                <a:lnTo>
                  <a:pt x="963" y="335"/>
                </a:lnTo>
                <a:lnTo>
                  <a:pt x="963" y="336"/>
                </a:lnTo>
                <a:lnTo>
                  <a:pt x="962" y="336"/>
                </a:lnTo>
                <a:lnTo>
                  <a:pt x="961" y="336"/>
                </a:lnTo>
                <a:lnTo>
                  <a:pt x="961" y="337"/>
                </a:lnTo>
                <a:lnTo>
                  <a:pt x="960" y="338"/>
                </a:lnTo>
                <a:lnTo>
                  <a:pt x="959" y="340"/>
                </a:lnTo>
                <a:lnTo>
                  <a:pt x="959" y="341"/>
                </a:lnTo>
                <a:lnTo>
                  <a:pt x="958" y="341"/>
                </a:lnTo>
                <a:lnTo>
                  <a:pt x="956" y="340"/>
                </a:lnTo>
                <a:lnTo>
                  <a:pt x="955" y="340"/>
                </a:lnTo>
                <a:lnTo>
                  <a:pt x="955" y="342"/>
                </a:lnTo>
                <a:lnTo>
                  <a:pt x="955" y="343"/>
                </a:lnTo>
                <a:lnTo>
                  <a:pt x="955" y="344"/>
                </a:lnTo>
                <a:lnTo>
                  <a:pt x="955" y="345"/>
                </a:lnTo>
                <a:lnTo>
                  <a:pt x="955" y="346"/>
                </a:lnTo>
                <a:lnTo>
                  <a:pt x="956" y="347"/>
                </a:lnTo>
                <a:lnTo>
                  <a:pt x="957" y="347"/>
                </a:lnTo>
                <a:lnTo>
                  <a:pt x="958" y="347"/>
                </a:lnTo>
                <a:lnTo>
                  <a:pt x="959" y="348"/>
                </a:lnTo>
                <a:lnTo>
                  <a:pt x="960" y="348"/>
                </a:lnTo>
                <a:lnTo>
                  <a:pt x="960" y="349"/>
                </a:lnTo>
                <a:lnTo>
                  <a:pt x="959" y="349"/>
                </a:lnTo>
                <a:lnTo>
                  <a:pt x="957" y="351"/>
                </a:lnTo>
                <a:lnTo>
                  <a:pt x="957" y="352"/>
                </a:lnTo>
                <a:lnTo>
                  <a:pt x="956" y="352"/>
                </a:lnTo>
                <a:lnTo>
                  <a:pt x="955" y="353"/>
                </a:lnTo>
                <a:lnTo>
                  <a:pt x="954" y="353"/>
                </a:lnTo>
                <a:lnTo>
                  <a:pt x="954" y="354"/>
                </a:lnTo>
                <a:lnTo>
                  <a:pt x="953" y="354"/>
                </a:lnTo>
                <a:lnTo>
                  <a:pt x="952" y="355"/>
                </a:lnTo>
                <a:lnTo>
                  <a:pt x="951" y="356"/>
                </a:lnTo>
                <a:lnTo>
                  <a:pt x="950" y="357"/>
                </a:lnTo>
                <a:lnTo>
                  <a:pt x="949" y="358"/>
                </a:lnTo>
                <a:lnTo>
                  <a:pt x="949" y="359"/>
                </a:lnTo>
                <a:lnTo>
                  <a:pt x="948" y="359"/>
                </a:lnTo>
                <a:lnTo>
                  <a:pt x="947" y="360"/>
                </a:lnTo>
                <a:lnTo>
                  <a:pt x="946" y="360"/>
                </a:lnTo>
                <a:lnTo>
                  <a:pt x="946" y="359"/>
                </a:lnTo>
                <a:lnTo>
                  <a:pt x="945" y="359"/>
                </a:lnTo>
                <a:lnTo>
                  <a:pt x="944" y="359"/>
                </a:lnTo>
                <a:lnTo>
                  <a:pt x="943" y="358"/>
                </a:lnTo>
                <a:lnTo>
                  <a:pt x="942" y="358"/>
                </a:lnTo>
                <a:lnTo>
                  <a:pt x="942" y="357"/>
                </a:lnTo>
                <a:lnTo>
                  <a:pt x="941" y="357"/>
                </a:lnTo>
                <a:lnTo>
                  <a:pt x="940" y="358"/>
                </a:lnTo>
                <a:lnTo>
                  <a:pt x="939" y="357"/>
                </a:lnTo>
                <a:lnTo>
                  <a:pt x="939" y="356"/>
                </a:lnTo>
                <a:lnTo>
                  <a:pt x="939" y="355"/>
                </a:lnTo>
                <a:lnTo>
                  <a:pt x="938" y="355"/>
                </a:lnTo>
                <a:lnTo>
                  <a:pt x="938" y="354"/>
                </a:lnTo>
                <a:lnTo>
                  <a:pt x="939" y="353"/>
                </a:lnTo>
                <a:lnTo>
                  <a:pt x="938" y="353"/>
                </a:lnTo>
                <a:lnTo>
                  <a:pt x="938" y="352"/>
                </a:lnTo>
                <a:lnTo>
                  <a:pt x="937" y="351"/>
                </a:lnTo>
                <a:lnTo>
                  <a:pt x="935" y="350"/>
                </a:lnTo>
                <a:lnTo>
                  <a:pt x="935" y="351"/>
                </a:lnTo>
                <a:lnTo>
                  <a:pt x="934" y="352"/>
                </a:lnTo>
                <a:lnTo>
                  <a:pt x="933" y="352"/>
                </a:lnTo>
                <a:lnTo>
                  <a:pt x="932" y="352"/>
                </a:lnTo>
                <a:lnTo>
                  <a:pt x="932" y="353"/>
                </a:lnTo>
                <a:lnTo>
                  <a:pt x="931" y="354"/>
                </a:lnTo>
                <a:lnTo>
                  <a:pt x="931" y="355"/>
                </a:lnTo>
                <a:lnTo>
                  <a:pt x="930" y="356"/>
                </a:lnTo>
                <a:lnTo>
                  <a:pt x="929" y="357"/>
                </a:lnTo>
                <a:lnTo>
                  <a:pt x="928" y="357"/>
                </a:lnTo>
                <a:lnTo>
                  <a:pt x="928" y="358"/>
                </a:lnTo>
                <a:lnTo>
                  <a:pt x="927" y="357"/>
                </a:lnTo>
                <a:lnTo>
                  <a:pt x="926" y="357"/>
                </a:lnTo>
                <a:lnTo>
                  <a:pt x="926" y="356"/>
                </a:lnTo>
                <a:lnTo>
                  <a:pt x="926" y="355"/>
                </a:lnTo>
                <a:lnTo>
                  <a:pt x="925" y="355"/>
                </a:lnTo>
                <a:lnTo>
                  <a:pt x="924" y="355"/>
                </a:lnTo>
                <a:lnTo>
                  <a:pt x="924" y="356"/>
                </a:lnTo>
                <a:lnTo>
                  <a:pt x="924" y="355"/>
                </a:lnTo>
                <a:lnTo>
                  <a:pt x="923" y="355"/>
                </a:lnTo>
                <a:lnTo>
                  <a:pt x="922" y="354"/>
                </a:lnTo>
                <a:lnTo>
                  <a:pt x="921" y="354"/>
                </a:lnTo>
                <a:lnTo>
                  <a:pt x="920" y="354"/>
                </a:lnTo>
                <a:lnTo>
                  <a:pt x="919" y="354"/>
                </a:lnTo>
                <a:lnTo>
                  <a:pt x="918" y="355"/>
                </a:lnTo>
                <a:lnTo>
                  <a:pt x="917" y="354"/>
                </a:lnTo>
                <a:lnTo>
                  <a:pt x="917" y="353"/>
                </a:lnTo>
                <a:lnTo>
                  <a:pt x="917" y="354"/>
                </a:lnTo>
                <a:lnTo>
                  <a:pt x="916" y="354"/>
                </a:lnTo>
                <a:lnTo>
                  <a:pt x="914" y="355"/>
                </a:lnTo>
                <a:lnTo>
                  <a:pt x="914" y="356"/>
                </a:lnTo>
                <a:lnTo>
                  <a:pt x="915" y="356"/>
                </a:lnTo>
                <a:lnTo>
                  <a:pt x="915" y="357"/>
                </a:lnTo>
                <a:lnTo>
                  <a:pt x="915" y="358"/>
                </a:lnTo>
                <a:lnTo>
                  <a:pt x="914" y="359"/>
                </a:lnTo>
                <a:lnTo>
                  <a:pt x="913" y="359"/>
                </a:lnTo>
                <a:lnTo>
                  <a:pt x="913" y="360"/>
                </a:lnTo>
                <a:lnTo>
                  <a:pt x="914" y="360"/>
                </a:lnTo>
                <a:lnTo>
                  <a:pt x="913" y="361"/>
                </a:lnTo>
                <a:lnTo>
                  <a:pt x="912" y="361"/>
                </a:lnTo>
                <a:lnTo>
                  <a:pt x="912" y="362"/>
                </a:lnTo>
                <a:lnTo>
                  <a:pt x="913" y="362"/>
                </a:lnTo>
                <a:lnTo>
                  <a:pt x="912" y="362"/>
                </a:lnTo>
                <a:lnTo>
                  <a:pt x="911" y="362"/>
                </a:lnTo>
                <a:lnTo>
                  <a:pt x="911" y="361"/>
                </a:lnTo>
                <a:lnTo>
                  <a:pt x="911" y="362"/>
                </a:lnTo>
                <a:lnTo>
                  <a:pt x="910" y="362"/>
                </a:lnTo>
                <a:lnTo>
                  <a:pt x="911" y="362"/>
                </a:lnTo>
                <a:lnTo>
                  <a:pt x="910" y="363"/>
                </a:lnTo>
                <a:lnTo>
                  <a:pt x="910" y="364"/>
                </a:lnTo>
                <a:lnTo>
                  <a:pt x="911" y="364"/>
                </a:lnTo>
                <a:lnTo>
                  <a:pt x="910" y="365"/>
                </a:lnTo>
                <a:lnTo>
                  <a:pt x="909" y="365"/>
                </a:lnTo>
                <a:lnTo>
                  <a:pt x="909" y="366"/>
                </a:lnTo>
                <a:lnTo>
                  <a:pt x="909" y="367"/>
                </a:lnTo>
                <a:lnTo>
                  <a:pt x="910" y="367"/>
                </a:lnTo>
                <a:lnTo>
                  <a:pt x="910" y="368"/>
                </a:lnTo>
                <a:lnTo>
                  <a:pt x="911" y="368"/>
                </a:lnTo>
                <a:lnTo>
                  <a:pt x="912" y="369"/>
                </a:lnTo>
                <a:lnTo>
                  <a:pt x="912" y="370"/>
                </a:lnTo>
                <a:lnTo>
                  <a:pt x="912" y="371"/>
                </a:lnTo>
                <a:lnTo>
                  <a:pt x="912" y="372"/>
                </a:lnTo>
                <a:lnTo>
                  <a:pt x="913" y="373"/>
                </a:lnTo>
                <a:lnTo>
                  <a:pt x="914" y="373"/>
                </a:lnTo>
                <a:lnTo>
                  <a:pt x="915" y="373"/>
                </a:lnTo>
                <a:lnTo>
                  <a:pt x="917" y="374"/>
                </a:lnTo>
                <a:lnTo>
                  <a:pt x="917" y="375"/>
                </a:lnTo>
                <a:lnTo>
                  <a:pt x="917" y="376"/>
                </a:lnTo>
                <a:lnTo>
                  <a:pt x="916" y="377"/>
                </a:lnTo>
                <a:lnTo>
                  <a:pt x="915" y="377"/>
                </a:lnTo>
                <a:lnTo>
                  <a:pt x="915" y="378"/>
                </a:lnTo>
                <a:lnTo>
                  <a:pt x="915" y="379"/>
                </a:lnTo>
                <a:lnTo>
                  <a:pt x="914" y="379"/>
                </a:lnTo>
                <a:lnTo>
                  <a:pt x="914" y="380"/>
                </a:lnTo>
                <a:lnTo>
                  <a:pt x="913" y="380"/>
                </a:lnTo>
                <a:lnTo>
                  <a:pt x="913" y="381"/>
                </a:lnTo>
                <a:lnTo>
                  <a:pt x="912" y="381"/>
                </a:lnTo>
                <a:lnTo>
                  <a:pt x="913" y="382"/>
                </a:lnTo>
                <a:lnTo>
                  <a:pt x="912" y="382"/>
                </a:lnTo>
                <a:lnTo>
                  <a:pt x="912" y="383"/>
                </a:lnTo>
                <a:lnTo>
                  <a:pt x="910" y="384"/>
                </a:lnTo>
                <a:lnTo>
                  <a:pt x="909" y="385"/>
                </a:lnTo>
                <a:lnTo>
                  <a:pt x="910" y="386"/>
                </a:lnTo>
                <a:lnTo>
                  <a:pt x="909" y="388"/>
                </a:lnTo>
                <a:lnTo>
                  <a:pt x="908" y="388"/>
                </a:lnTo>
                <a:lnTo>
                  <a:pt x="907" y="388"/>
                </a:lnTo>
                <a:lnTo>
                  <a:pt x="907" y="389"/>
                </a:lnTo>
                <a:lnTo>
                  <a:pt x="906" y="390"/>
                </a:lnTo>
                <a:lnTo>
                  <a:pt x="905" y="391"/>
                </a:lnTo>
                <a:lnTo>
                  <a:pt x="904" y="392"/>
                </a:lnTo>
                <a:lnTo>
                  <a:pt x="903" y="394"/>
                </a:lnTo>
                <a:lnTo>
                  <a:pt x="902" y="397"/>
                </a:lnTo>
                <a:lnTo>
                  <a:pt x="902" y="398"/>
                </a:lnTo>
                <a:lnTo>
                  <a:pt x="902" y="399"/>
                </a:lnTo>
                <a:lnTo>
                  <a:pt x="902" y="400"/>
                </a:lnTo>
                <a:lnTo>
                  <a:pt x="901" y="401"/>
                </a:lnTo>
                <a:lnTo>
                  <a:pt x="901" y="402"/>
                </a:lnTo>
                <a:lnTo>
                  <a:pt x="901" y="403"/>
                </a:lnTo>
                <a:lnTo>
                  <a:pt x="900" y="403"/>
                </a:lnTo>
                <a:lnTo>
                  <a:pt x="899" y="404"/>
                </a:lnTo>
                <a:lnTo>
                  <a:pt x="898" y="405"/>
                </a:lnTo>
                <a:lnTo>
                  <a:pt x="897" y="405"/>
                </a:lnTo>
                <a:lnTo>
                  <a:pt x="897" y="406"/>
                </a:lnTo>
                <a:lnTo>
                  <a:pt x="896" y="407"/>
                </a:lnTo>
                <a:lnTo>
                  <a:pt x="896" y="408"/>
                </a:lnTo>
                <a:lnTo>
                  <a:pt x="896" y="409"/>
                </a:lnTo>
                <a:lnTo>
                  <a:pt x="895" y="409"/>
                </a:lnTo>
                <a:lnTo>
                  <a:pt x="895" y="410"/>
                </a:lnTo>
                <a:lnTo>
                  <a:pt x="895" y="411"/>
                </a:lnTo>
                <a:lnTo>
                  <a:pt x="894" y="412"/>
                </a:lnTo>
                <a:lnTo>
                  <a:pt x="894" y="413"/>
                </a:lnTo>
                <a:lnTo>
                  <a:pt x="893" y="414"/>
                </a:lnTo>
                <a:lnTo>
                  <a:pt x="892" y="417"/>
                </a:lnTo>
                <a:lnTo>
                  <a:pt x="891" y="418"/>
                </a:lnTo>
                <a:lnTo>
                  <a:pt x="890" y="419"/>
                </a:lnTo>
                <a:lnTo>
                  <a:pt x="889" y="421"/>
                </a:lnTo>
                <a:lnTo>
                  <a:pt x="888" y="421"/>
                </a:lnTo>
                <a:lnTo>
                  <a:pt x="888" y="422"/>
                </a:lnTo>
                <a:lnTo>
                  <a:pt x="887" y="423"/>
                </a:lnTo>
                <a:lnTo>
                  <a:pt x="885" y="424"/>
                </a:lnTo>
                <a:lnTo>
                  <a:pt x="884" y="426"/>
                </a:lnTo>
                <a:lnTo>
                  <a:pt x="884" y="427"/>
                </a:lnTo>
                <a:lnTo>
                  <a:pt x="883" y="427"/>
                </a:lnTo>
                <a:lnTo>
                  <a:pt x="883" y="429"/>
                </a:lnTo>
                <a:lnTo>
                  <a:pt x="882" y="429"/>
                </a:lnTo>
                <a:lnTo>
                  <a:pt x="881" y="429"/>
                </a:lnTo>
                <a:lnTo>
                  <a:pt x="880" y="429"/>
                </a:lnTo>
                <a:lnTo>
                  <a:pt x="880" y="430"/>
                </a:lnTo>
                <a:lnTo>
                  <a:pt x="880" y="431"/>
                </a:lnTo>
                <a:lnTo>
                  <a:pt x="879" y="432"/>
                </a:lnTo>
                <a:lnTo>
                  <a:pt x="879" y="431"/>
                </a:lnTo>
                <a:lnTo>
                  <a:pt x="878" y="431"/>
                </a:lnTo>
                <a:lnTo>
                  <a:pt x="877" y="433"/>
                </a:lnTo>
                <a:lnTo>
                  <a:pt x="878" y="434"/>
                </a:lnTo>
                <a:lnTo>
                  <a:pt x="877" y="436"/>
                </a:lnTo>
                <a:lnTo>
                  <a:pt x="876" y="437"/>
                </a:lnTo>
                <a:lnTo>
                  <a:pt x="875" y="437"/>
                </a:lnTo>
                <a:lnTo>
                  <a:pt x="875" y="436"/>
                </a:lnTo>
                <a:lnTo>
                  <a:pt x="875" y="435"/>
                </a:lnTo>
                <a:lnTo>
                  <a:pt x="874" y="435"/>
                </a:lnTo>
                <a:lnTo>
                  <a:pt x="874" y="436"/>
                </a:lnTo>
                <a:lnTo>
                  <a:pt x="874" y="437"/>
                </a:lnTo>
                <a:lnTo>
                  <a:pt x="875" y="437"/>
                </a:lnTo>
                <a:lnTo>
                  <a:pt x="874" y="437"/>
                </a:lnTo>
                <a:lnTo>
                  <a:pt x="873" y="438"/>
                </a:lnTo>
                <a:lnTo>
                  <a:pt x="873" y="437"/>
                </a:lnTo>
                <a:lnTo>
                  <a:pt x="872" y="437"/>
                </a:lnTo>
                <a:lnTo>
                  <a:pt x="872" y="436"/>
                </a:lnTo>
                <a:lnTo>
                  <a:pt x="871" y="436"/>
                </a:lnTo>
                <a:lnTo>
                  <a:pt x="870" y="435"/>
                </a:lnTo>
                <a:lnTo>
                  <a:pt x="870" y="434"/>
                </a:lnTo>
                <a:lnTo>
                  <a:pt x="870" y="433"/>
                </a:lnTo>
                <a:lnTo>
                  <a:pt x="869" y="433"/>
                </a:lnTo>
                <a:lnTo>
                  <a:pt x="869" y="432"/>
                </a:lnTo>
                <a:lnTo>
                  <a:pt x="868" y="433"/>
                </a:lnTo>
                <a:lnTo>
                  <a:pt x="867" y="433"/>
                </a:lnTo>
                <a:lnTo>
                  <a:pt x="867" y="434"/>
                </a:lnTo>
                <a:lnTo>
                  <a:pt x="866" y="435"/>
                </a:lnTo>
                <a:lnTo>
                  <a:pt x="867" y="435"/>
                </a:lnTo>
                <a:lnTo>
                  <a:pt x="867" y="436"/>
                </a:lnTo>
                <a:lnTo>
                  <a:pt x="866" y="437"/>
                </a:lnTo>
                <a:lnTo>
                  <a:pt x="865" y="437"/>
                </a:lnTo>
                <a:lnTo>
                  <a:pt x="864" y="437"/>
                </a:lnTo>
                <a:lnTo>
                  <a:pt x="863" y="438"/>
                </a:lnTo>
                <a:lnTo>
                  <a:pt x="862" y="438"/>
                </a:lnTo>
                <a:lnTo>
                  <a:pt x="861" y="438"/>
                </a:lnTo>
                <a:lnTo>
                  <a:pt x="860" y="437"/>
                </a:lnTo>
                <a:lnTo>
                  <a:pt x="860" y="438"/>
                </a:lnTo>
                <a:lnTo>
                  <a:pt x="858" y="438"/>
                </a:lnTo>
                <a:lnTo>
                  <a:pt x="857" y="437"/>
                </a:lnTo>
                <a:lnTo>
                  <a:pt x="856" y="436"/>
                </a:lnTo>
                <a:lnTo>
                  <a:pt x="856" y="437"/>
                </a:lnTo>
                <a:lnTo>
                  <a:pt x="855" y="437"/>
                </a:lnTo>
                <a:lnTo>
                  <a:pt x="855" y="438"/>
                </a:lnTo>
                <a:lnTo>
                  <a:pt x="854" y="438"/>
                </a:lnTo>
                <a:lnTo>
                  <a:pt x="853" y="438"/>
                </a:lnTo>
                <a:lnTo>
                  <a:pt x="852" y="439"/>
                </a:lnTo>
                <a:lnTo>
                  <a:pt x="851" y="439"/>
                </a:lnTo>
                <a:lnTo>
                  <a:pt x="850" y="439"/>
                </a:lnTo>
                <a:lnTo>
                  <a:pt x="848" y="439"/>
                </a:lnTo>
                <a:lnTo>
                  <a:pt x="847" y="438"/>
                </a:lnTo>
                <a:lnTo>
                  <a:pt x="846" y="438"/>
                </a:lnTo>
                <a:lnTo>
                  <a:pt x="846" y="437"/>
                </a:lnTo>
                <a:lnTo>
                  <a:pt x="846" y="436"/>
                </a:lnTo>
                <a:lnTo>
                  <a:pt x="846" y="435"/>
                </a:lnTo>
                <a:lnTo>
                  <a:pt x="845" y="434"/>
                </a:lnTo>
                <a:lnTo>
                  <a:pt x="844" y="434"/>
                </a:lnTo>
                <a:lnTo>
                  <a:pt x="843" y="433"/>
                </a:lnTo>
                <a:lnTo>
                  <a:pt x="844" y="432"/>
                </a:lnTo>
                <a:lnTo>
                  <a:pt x="844" y="431"/>
                </a:lnTo>
                <a:lnTo>
                  <a:pt x="844" y="430"/>
                </a:lnTo>
                <a:lnTo>
                  <a:pt x="844" y="429"/>
                </a:lnTo>
                <a:lnTo>
                  <a:pt x="843" y="429"/>
                </a:lnTo>
                <a:lnTo>
                  <a:pt x="843" y="428"/>
                </a:lnTo>
                <a:lnTo>
                  <a:pt x="842" y="428"/>
                </a:lnTo>
                <a:lnTo>
                  <a:pt x="841" y="428"/>
                </a:lnTo>
                <a:lnTo>
                  <a:pt x="841" y="429"/>
                </a:lnTo>
                <a:lnTo>
                  <a:pt x="841" y="428"/>
                </a:lnTo>
                <a:lnTo>
                  <a:pt x="841" y="426"/>
                </a:lnTo>
                <a:lnTo>
                  <a:pt x="841" y="425"/>
                </a:lnTo>
                <a:lnTo>
                  <a:pt x="841" y="424"/>
                </a:lnTo>
                <a:lnTo>
                  <a:pt x="841" y="425"/>
                </a:lnTo>
                <a:lnTo>
                  <a:pt x="840" y="425"/>
                </a:lnTo>
                <a:lnTo>
                  <a:pt x="840" y="424"/>
                </a:lnTo>
                <a:lnTo>
                  <a:pt x="839" y="423"/>
                </a:lnTo>
                <a:lnTo>
                  <a:pt x="838" y="423"/>
                </a:lnTo>
                <a:lnTo>
                  <a:pt x="838" y="422"/>
                </a:lnTo>
                <a:lnTo>
                  <a:pt x="839" y="422"/>
                </a:lnTo>
                <a:lnTo>
                  <a:pt x="839" y="421"/>
                </a:lnTo>
                <a:lnTo>
                  <a:pt x="838" y="421"/>
                </a:lnTo>
                <a:lnTo>
                  <a:pt x="837" y="421"/>
                </a:lnTo>
                <a:lnTo>
                  <a:pt x="837" y="420"/>
                </a:lnTo>
                <a:lnTo>
                  <a:pt x="837" y="419"/>
                </a:lnTo>
                <a:lnTo>
                  <a:pt x="837" y="418"/>
                </a:lnTo>
                <a:lnTo>
                  <a:pt x="836" y="418"/>
                </a:lnTo>
                <a:lnTo>
                  <a:pt x="835" y="418"/>
                </a:lnTo>
                <a:lnTo>
                  <a:pt x="835" y="417"/>
                </a:lnTo>
                <a:lnTo>
                  <a:pt x="836" y="417"/>
                </a:lnTo>
                <a:lnTo>
                  <a:pt x="837" y="416"/>
                </a:lnTo>
                <a:lnTo>
                  <a:pt x="838" y="416"/>
                </a:lnTo>
                <a:lnTo>
                  <a:pt x="838" y="415"/>
                </a:lnTo>
                <a:lnTo>
                  <a:pt x="838" y="414"/>
                </a:lnTo>
                <a:lnTo>
                  <a:pt x="837" y="414"/>
                </a:lnTo>
                <a:lnTo>
                  <a:pt x="837" y="413"/>
                </a:lnTo>
                <a:lnTo>
                  <a:pt x="837" y="412"/>
                </a:lnTo>
                <a:lnTo>
                  <a:pt x="836" y="412"/>
                </a:lnTo>
                <a:lnTo>
                  <a:pt x="836" y="411"/>
                </a:lnTo>
                <a:lnTo>
                  <a:pt x="834" y="411"/>
                </a:lnTo>
                <a:lnTo>
                  <a:pt x="834" y="410"/>
                </a:lnTo>
                <a:lnTo>
                  <a:pt x="833" y="410"/>
                </a:lnTo>
                <a:lnTo>
                  <a:pt x="832" y="410"/>
                </a:lnTo>
                <a:lnTo>
                  <a:pt x="832" y="409"/>
                </a:lnTo>
                <a:lnTo>
                  <a:pt x="831" y="409"/>
                </a:lnTo>
                <a:lnTo>
                  <a:pt x="830" y="409"/>
                </a:lnTo>
                <a:lnTo>
                  <a:pt x="830" y="411"/>
                </a:lnTo>
                <a:lnTo>
                  <a:pt x="829" y="411"/>
                </a:lnTo>
                <a:lnTo>
                  <a:pt x="829" y="410"/>
                </a:lnTo>
                <a:lnTo>
                  <a:pt x="828" y="410"/>
                </a:lnTo>
                <a:lnTo>
                  <a:pt x="827" y="410"/>
                </a:lnTo>
                <a:lnTo>
                  <a:pt x="826" y="411"/>
                </a:lnTo>
                <a:lnTo>
                  <a:pt x="827" y="411"/>
                </a:lnTo>
                <a:lnTo>
                  <a:pt x="826" y="411"/>
                </a:lnTo>
                <a:lnTo>
                  <a:pt x="825" y="411"/>
                </a:lnTo>
                <a:lnTo>
                  <a:pt x="825" y="410"/>
                </a:lnTo>
                <a:lnTo>
                  <a:pt x="824" y="410"/>
                </a:lnTo>
                <a:lnTo>
                  <a:pt x="823" y="410"/>
                </a:lnTo>
                <a:lnTo>
                  <a:pt x="822" y="410"/>
                </a:lnTo>
                <a:lnTo>
                  <a:pt x="821" y="411"/>
                </a:lnTo>
                <a:lnTo>
                  <a:pt x="821" y="410"/>
                </a:lnTo>
                <a:lnTo>
                  <a:pt x="822" y="410"/>
                </a:lnTo>
                <a:lnTo>
                  <a:pt x="820" y="409"/>
                </a:lnTo>
                <a:lnTo>
                  <a:pt x="820" y="410"/>
                </a:lnTo>
                <a:lnTo>
                  <a:pt x="821" y="411"/>
                </a:lnTo>
                <a:lnTo>
                  <a:pt x="820" y="411"/>
                </a:lnTo>
                <a:lnTo>
                  <a:pt x="819" y="411"/>
                </a:lnTo>
                <a:lnTo>
                  <a:pt x="819" y="412"/>
                </a:lnTo>
                <a:lnTo>
                  <a:pt x="820" y="412"/>
                </a:lnTo>
                <a:lnTo>
                  <a:pt x="820" y="413"/>
                </a:lnTo>
                <a:lnTo>
                  <a:pt x="818" y="413"/>
                </a:lnTo>
                <a:lnTo>
                  <a:pt x="818" y="412"/>
                </a:lnTo>
                <a:lnTo>
                  <a:pt x="818" y="413"/>
                </a:lnTo>
                <a:lnTo>
                  <a:pt x="817" y="413"/>
                </a:lnTo>
                <a:lnTo>
                  <a:pt x="818" y="413"/>
                </a:lnTo>
                <a:lnTo>
                  <a:pt x="818" y="414"/>
                </a:lnTo>
                <a:lnTo>
                  <a:pt x="819" y="414"/>
                </a:lnTo>
                <a:lnTo>
                  <a:pt x="819" y="415"/>
                </a:lnTo>
                <a:lnTo>
                  <a:pt x="818" y="416"/>
                </a:lnTo>
                <a:lnTo>
                  <a:pt x="817" y="416"/>
                </a:lnTo>
                <a:lnTo>
                  <a:pt x="816" y="416"/>
                </a:lnTo>
                <a:lnTo>
                  <a:pt x="816" y="415"/>
                </a:lnTo>
                <a:lnTo>
                  <a:pt x="815" y="415"/>
                </a:lnTo>
                <a:lnTo>
                  <a:pt x="815" y="416"/>
                </a:lnTo>
                <a:lnTo>
                  <a:pt x="816" y="416"/>
                </a:lnTo>
                <a:lnTo>
                  <a:pt x="815" y="416"/>
                </a:lnTo>
                <a:lnTo>
                  <a:pt x="814" y="416"/>
                </a:lnTo>
                <a:lnTo>
                  <a:pt x="813" y="416"/>
                </a:lnTo>
                <a:lnTo>
                  <a:pt x="812" y="416"/>
                </a:lnTo>
                <a:lnTo>
                  <a:pt x="811" y="417"/>
                </a:lnTo>
                <a:lnTo>
                  <a:pt x="811" y="418"/>
                </a:lnTo>
                <a:lnTo>
                  <a:pt x="810" y="418"/>
                </a:lnTo>
                <a:lnTo>
                  <a:pt x="809" y="418"/>
                </a:lnTo>
                <a:lnTo>
                  <a:pt x="809" y="417"/>
                </a:lnTo>
                <a:lnTo>
                  <a:pt x="808" y="417"/>
                </a:lnTo>
                <a:lnTo>
                  <a:pt x="807" y="417"/>
                </a:lnTo>
                <a:lnTo>
                  <a:pt x="808" y="417"/>
                </a:lnTo>
                <a:lnTo>
                  <a:pt x="808" y="418"/>
                </a:lnTo>
                <a:lnTo>
                  <a:pt x="807" y="418"/>
                </a:lnTo>
                <a:lnTo>
                  <a:pt x="807" y="419"/>
                </a:lnTo>
                <a:lnTo>
                  <a:pt x="807" y="420"/>
                </a:lnTo>
                <a:lnTo>
                  <a:pt x="806" y="421"/>
                </a:lnTo>
                <a:lnTo>
                  <a:pt x="805" y="420"/>
                </a:lnTo>
                <a:lnTo>
                  <a:pt x="806" y="420"/>
                </a:lnTo>
                <a:lnTo>
                  <a:pt x="805" y="419"/>
                </a:lnTo>
                <a:lnTo>
                  <a:pt x="804" y="419"/>
                </a:lnTo>
                <a:lnTo>
                  <a:pt x="804" y="420"/>
                </a:lnTo>
                <a:lnTo>
                  <a:pt x="805" y="420"/>
                </a:lnTo>
                <a:lnTo>
                  <a:pt x="805" y="422"/>
                </a:lnTo>
                <a:lnTo>
                  <a:pt x="804" y="422"/>
                </a:lnTo>
                <a:lnTo>
                  <a:pt x="804" y="421"/>
                </a:lnTo>
                <a:lnTo>
                  <a:pt x="803" y="421"/>
                </a:lnTo>
                <a:lnTo>
                  <a:pt x="803" y="422"/>
                </a:lnTo>
                <a:lnTo>
                  <a:pt x="802" y="423"/>
                </a:lnTo>
                <a:lnTo>
                  <a:pt x="802" y="422"/>
                </a:lnTo>
                <a:lnTo>
                  <a:pt x="802" y="421"/>
                </a:lnTo>
                <a:lnTo>
                  <a:pt x="802" y="420"/>
                </a:lnTo>
                <a:lnTo>
                  <a:pt x="802" y="419"/>
                </a:lnTo>
                <a:lnTo>
                  <a:pt x="801" y="419"/>
                </a:lnTo>
                <a:lnTo>
                  <a:pt x="800" y="420"/>
                </a:lnTo>
                <a:lnTo>
                  <a:pt x="799" y="420"/>
                </a:lnTo>
                <a:lnTo>
                  <a:pt x="798" y="419"/>
                </a:lnTo>
                <a:lnTo>
                  <a:pt x="798" y="418"/>
                </a:lnTo>
                <a:lnTo>
                  <a:pt x="799" y="418"/>
                </a:lnTo>
                <a:lnTo>
                  <a:pt x="799" y="417"/>
                </a:lnTo>
                <a:lnTo>
                  <a:pt x="798" y="417"/>
                </a:lnTo>
                <a:lnTo>
                  <a:pt x="797" y="417"/>
                </a:lnTo>
                <a:lnTo>
                  <a:pt x="797" y="416"/>
                </a:lnTo>
                <a:lnTo>
                  <a:pt x="796" y="416"/>
                </a:lnTo>
                <a:lnTo>
                  <a:pt x="796" y="415"/>
                </a:lnTo>
                <a:lnTo>
                  <a:pt x="797" y="414"/>
                </a:lnTo>
                <a:lnTo>
                  <a:pt x="797" y="413"/>
                </a:lnTo>
                <a:lnTo>
                  <a:pt x="796" y="413"/>
                </a:lnTo>
                <a:lnTo>
                  <a:pt x="796" y="412"/>
                </a:lnTo>
                <a:lnTo>
                  <a:pt x="796" y="411"/>
                </a:lnTo>
                <a:lnTo>
                  <a:pt x="796" y="410"/>
                </a:lnTo>
                <a:lnTo>
                  <a:pt x="795" y="410"/>
                </a:lnTo>
                <a:lnTo>
                  <a:pt x="795" y="409"/>
                </a:lnTo>
                <a:lnTo>
                  <a:pt x="793" y="409"/>
                </a:lnTo>
                <a:lnTo>
                  <a:pt x="792" y="409"/>
                </a:lnTo>
                <a:lnTo>
                  <a:pt x="793" y="409"/>
                </a:lnTo>
                <a:lnTo>
                  <a:pt x="792" y="408"/>
                </a:lnTo>
                <a:lnTo>
                  <a:pt x="792" y="409"/>
                </a:lnTo>
                <a:lnTo>
                  <a:pt x="793" y="409"/>
                </a:lnTo>
                <a:lnTo>
                  <a:pt x="793" y="410"/>
                </a:lnTo>
                <a:lnTo>
                  <a:pt x="792" y="410"/>
                </a:lnTo>
                <a:lnTo>
                  <a:pt x="791" y="410"/>
                </a:lnTo>
                <a:lnTo>
                  <a:pt x="791" y="409"/>
                </a:lnTo>
                <a:lnTo>
                  <a:pt x="792" y="409"/>
                </a:lnTo>
                <a:lnTo>
                  <a:pt x="791" y="409"/>
                </a:lnTo>
                <a:lnTo>
                  <a:pt x="790" y="409"/>
                </a:lnTo>
                <a:lnTo>
                  <a:pt x="790" y="408"/>
                </a:lnTo>
                <a:lnTo>
                  <a:pt x="789" y="408"/>
                </a:lnTo>
                <a:lnTo>
                  <a:pt x="789" y="407"/>
                </a:lnTo>
                <a:lnTo>
                  <a:pt x="789" y="406"/>
                </a:lnTo>
                <a:lnTo>
                  <a:pt x="788" y="406"/>
                </a:lnTo>
                <a:lnTo>
                  <a:pt x="787" y="406"/>
                </a:lnTo>
                <a:lnTo>
                  <a:pt x="787" y="407"/>
                </a:lnTo>
                <a:lnTo>
                  <a:pt x="787" y="406"/>
                </a:lnTo>
                <a:lnTo>
                  <a:pt x="786" y="406"/>
                </a:lnTo>
                <a:lnTo>
                  <a:pt x="785" y="406"/>
                </a:lnTo>
                <a:lnTo>
                  <a:pt x="785" y="405"/>
                </a:lnTo>
                <a:lnTo>
                  <a:pt x="784" y="405"/>
                </a:lnTo>
                <a:lnTo>
                  <a:pt x="784" y="404"/>
                </a:lnTo>
                <a:lnTo>
                  <a:pt x="783" y="403"/>
                </a:lnTo>
                <a:lnTo>
                  <a:pt x="781" y="402"/>
                </a:lnTo>
                <a:lnTo>
                  <a:pt x="780" y="403"/>
                </a:lnTo>
                <a:lnTo>
                  <a:pt x="779" y="403"/>
                </a:lnTo>
                <a:lnTo>
                  <a:pt x="779" y="402"/>
                </a:lnTo>
                <a:lnTo>
                  <a:pt x="780" y="402"/>
                </a:lnTo>
                <a:lnTo>
                  <a:pt x="779" y="402"/>
                </a:lnTo>
                <a:lnTo>
                  <a:pt x="779" y="403"/>
                </a:lnTo>
                <a:lnTo>
                  <a:pt x="779" y="402"/>
                </a:lnTo>
                <a:lnTo>
                  <a:pt x="779" y="403"/>
                </a:lnTo>
                <a:lnTo>
                  <a:pt x="778" y="403"/>
                </a:lnTo>
                <a:lnTo>
                  <a:pt x="778" y="402"/>
                </a:lnTo>
                <a:lnTo>
                  <a:pt x="777" y="402"/>
                </a:lnTo>
                <a:lnTo>
                  <a:pt x="776" y="403"/>
                </a:lnTo>
                <a:lnTo>
                  <a:pt x="775" y="403"/>
                </a:lnTo>
                <a:lnTo>
                  <a:pt x="775" y="402"/>
                </a:lnTo>
                <a:lnTo>
                  <a:pt x="774" y="401"/>
                </a:lnTo>
                <a:lnTo>
                  <a:pt x="773" y="401"/>
                </a:lnTo>
                <a:lnTo>
                  <a:pt x="772" y="401"/>
                </a:lnTo>
                <a:lnTo>
                  <a:pt x="771" y="401"/>
                </a:lnTo>
                <a:lnTo>
                  <a:pt x="771" y="400"/>
                </a:lnTo>
                <a:lnTo>
                  <a:pt x="772" y="400"/>
                </a:lnTo>
                <a:lnTo>
                  <a:pt x="772" y="399"/>
                </a:lnTo>
                <a:lnTo>
                  <a:pt x="772" y="400"/>
                </a:lnTo>
                <a:lnTo>
                  <a:pt x="771" y="400"/>
                </a:lnTo>
                <a:lnTo>
                  <a:pt x="771" y="399"/>
                </a:lnTo>
                <a:lnTo>
                  <a:pt x="770" y="399"/>
                </a:lnTo>
                <a:lnTo>
                  <a:pt x="770" y="400"/>
                </a:lnTo>
                <a:lnTo>
                  <a:pt x="770" y="401"/>
                </a:lnTo>
                <a:lnTo>
                  <a:pt x="770" y="402"/>
                </a:lnTo>
                <a:lnTo>
                  <a:pt x="769" y="401"/>
                </a:lnTo>
                <a:lnTo>
                  <a:pt x="769" y="400"/>
                </a:lnTo>
                <a:lnTo>
                  <a:pt x="769" y="399"/>
                </a:lnTo>
                <a:lnTo>
                  <a:pt x="768" y="399"/>
                </a:lnTo>
                <a:lnTo>
                  <a:pt x="768" y="400"/>
                </a:lnTo>
                <a:lnTo>
                  <a:pt x="767" y="400"/>
                </a:lnTo>
                <a:lnTo>
                  <a:pt x="767" y="401"/>
                </a:lnTo>
                <a:lnTo>
                  <a:pt x="766" y="401"/>
                </a:lnTo>
                <a:lnTo>
                  <a:pt x="766" y="400"/>
                </a:lnTo>
                <a:lnTo>
                  <a:pt x="766" y="399"/>
                </a:lnTo>
                <a:lnTo>
                  <a:pt x="766" y="398"/>
                </a:lnTo>
                <a:lnTo>
                  <a:pt x="765" y="397"/>
                </a:lnTo>
                <a:lnTo>
                  <a:pt x="765" y="396"/>
                </a:lnTo>
                <a:lnTo>
                  <a:pt x="764" y="396"/>
                </a:lnTo>
                <a:lnTo>
                  <a:pt x="763" y="397"/>
                </a:lnTo>
                <a:lnTo>
                  <a:pt x="762" y="397"/>
                </a:lnTo>
                <a:lnTo>
                  <a:pt x="762" y="398"/>
                </a:lnTo>
                <a:lnTo>
                  <a:pt x="761" y="399"/>
                </a:lnTo>
                <a:lnTo>
                  <a:pt x="760" y="399"/>
                </a:lnTo>
                <a:lnTo>
                  <a:pt x="760" y="400"/>
                </a:lnTo>
                <a:lnTo>
                  <a:pt x="759" y="400"/>
                </a:lnTo>
                <a:lnTo>
                  <a:pt x="759" y="401"/>
                </a:lnTo>
                <a:lnTo>
                  <a:pt x="759" y="402"/>
                </a:lnTo>
                <a:lnTo>
                  <a:pt x="760" y="402"/>
                </a:lnTo>
                <a:lnTo>
                  <a:pt x="760" y="403"/>
                </a:lnTo>
                <a:lnTo>
                  <a:pt x="759" y="403"/>
                </a:lnTo>
                <a:lnTo>
                  <a:pt x="759" y="404"/>
                </a:lnTo>
                <a:lnTo>
                  <a:pt x="758" y="404"/>
                </a:lnTo>
                <a:lnTo>
                  <a:pt x="758" y="405"/>
                </a:lnTo>
                <a:lnTo>
                  <a:pt x="759" y="406"/>
                </a:lnTo>
                <a:lnTo>
                  <a:pt x="758" y="406"/>
                </a:lnTo>
                <a:lnTo>
                  <a:pt x="757" y="406"/>
                </a:lnTo>
                <a:lnTo>
                  <a:pt x="757" y="407"/>
                </a:lnTo>
                <a:lnTo>
                  <a:pt x="756" y="407"/>
                </a:lnTo>
                <a:lnTo>
                  <a:pt x="757" y="407"/>
                </a:lnTo>
                <a:lnTo>
                  <a:pt x="757" y="408"/>
                </a:lnTo>
                <a:lnTo>
                  <a:pt x="756" y="408"/>
                </a:lnTo>
                <a:lnTo>
                  <a:pt x="756" y="409"/>
                </a:lnTo>
                <a:lnTo>
                  <a:pt x="756" y="408"/>
                </a:lnTo>
                <a:lnTo>
                  <a:pt x="755" y="408"/>
                </a:lnTo>
                <a:lnTo>
                  <a:pt x="755" y="409"/>
                </a:lnTo>
                <a:lnTo>
                  <a:pt x="754" y="410"/>
                </a:lnTo>
                <a:lnTo>
                  <a:pt x="755" y="412"/>
                </a:lnTo>
                <a:lnTo>
                  <a:pt x="756" y="413"/>
                </a:lnTo>
                <a:lnTo>
                  <a:pt x="757" y="413"/>
                </a:lnTo>
                <a:lnTo>
                  <a:pt x="756" y="414"/>
                </a:lnTo>
                <a:lnTo>
                  <a:pt x="755" y="414"/>
                </a:lnTo>
                <a:lnTo>
                  <a:pt x="756" y="414"/>
                </a:lnTo>
                <a:lnTo>
                  <a:pt x="756" y="415"/>
                </a:lnTo>
                <a:lnTo>
                  <a:pt x="755" y="415"/>
                </a:lnTo>
                <a:lnTo>
                  <a:pt x="754" y="415"/>
                </a:lnTo>
                <a:lnTo>
                  <a:pt x="753" y="415"/>
                </a:lnTo>
                <a:lnTo>
                  <a:pt x="752" y="415"/>
                </a:lnTo>
                <a:lnTo>
                  <a:pt x="751" y="415"/>
                </a:lnTo>
                <a:lnTo>
                  <a:pt x="751" y="414"/>
                </a:lnTo>
                <a:lnTo>
                  <a:pt x="750" y="414"/>
                </a:lnTo>
                <a:lnTo>
                  <a:pt x="749" y="414"/>
                </a:lnTo>
                <a:lnTo>
                  <a:pt x="749" y="413"/>
                </a:lnTo>
                <a:lnTo>
                  <a:pt x="748" y="413"/>
                </a:lnTo>
                <a:lnTo>
                  <a:pt x="747" y="413"/>
                </a:lnTo>
                <a:lnTo>
                  <a:pt x="746" y="415"/>
                </a:lnTo>
                <a:lnTo>
                  <a:pt x="746" y="416"/>
                </a:lnTo>
                <a:lnTo>
                  <a:pt x="746" y="417"/>
                </a:lnTo>
                <a:lnTo>
                  <a:pt x="748" y="418"/>
                </a:lnTo>
                <a:lnTo>
                  <a:pt x="749" y="419"/>
                </a:lnTo>
                <a:lnTo>
                  <a:pt x="749" y="418"/>
                </a:lnTo>
                <a:lnTo>
                  <a:pt x="750" y="418"/>
                </a:lnTo>
                <a:lnTo>
                  <a:pt x="750" y="419"/>
                </a:lnTo>
                <a:lnTo>
                  <a:pt x="750" y="420"/>
                </a:lnTo>
                <a:lnTo>
                  <a:pt x="749" y="420"/>
                </a:lnTo>
                <a:lnTo>
                  <a:pt x="748" y="420"/>
                </a:lnTo>
                <a:lnTo>
                  <a:pt x="748" y="421"/>
                </a:lnTo>
                <a:lnTo>
                  <a:pt x="748" y="422"/>
                </a:lnTo>
                <a:lnTo>
                  <a:pt x="747" y="422"/>
                </a:lnTo>
                <a:lnTo>
                  <a:pt x="746" y="422"/>
                </a:lnTo>
                <a:lnTo>
                  <a:pt x="746" y="423"/>
                </a:lnTo>
                <a:lnTo>
                  <a:pt x="745" y="423"/>
                </a:lnTo>
                <a:lnTo>
                  <a:pt x="744" y="422"/>
                </a:lnTo>
                <a:lnTo>
                  <a:pt x="743" y="422"/>
                </a:lnTo>
                <a:lnTo>
                  <a:pt x="743" y="423"/>
                </a:lnTo>
                <a:lnTo>
                  <a:pt x="742" y="423"/>
                </a:lnTo>
                <a:lnTo>
                  <a:pt x="742" y="422"/>
                </a:lnTo>
                <a:lnTo>
                  <a:pt x="741" y="422"/>
                </a:lnTo>
                <a:lnTo>
                  <a:pt x="740" y="423"/>
                </a:lnTo>
                <a:lnTo>
                  <a:pt x="739" y="423"/>
                </a:lnTo>
                <a:lnTo>
                  <a:pt x="739" y="424"/>
                </a:lnTo>
                <a:lnTo>
                  <a:pt x="739" y="425"/>
                </a:lnTo>
                <a:lnTo>
                  <a:pt x="740" y="426"/>
                </a:lnTo>
                <a:lnTo>
                  <a:pt x="741" y="426"/>
                </a:lnTo>
                <a:lnTo>
                  <a:pt x="741" y="425"/>
                </a:lnTo>
                <a:lnTo>
                  <a:pt x="742" y="425"/>
                </a:lnTo>
                <a:lnTo>
                  <a:pt x="742" y="424"/>
                </a:lnTo>
                <a:lnTo>
                  <a:pt x="743" y="424"/>
                </a:lnTo>
                <a:lnTo>
                  <a:pt x="744" y="424"/>
                </a:lnTo>
                <a:lnTo>
                  <a:pt x="744" y="425"/>
                </a:lnTo>
                <a:lnTo>
                  <a:pt x="744" y="426"/>
                </a:lnTo>
                <a:lnTo>
                  <a:pt x="743" y="426"/>
                </a:lnTo>
                <a:lnTo>
                  <a:pt x="742" y="426"/>
                </a:lnTo>
                <a:lnTo>
                  <a:pt x="742" y="427"/>
                </a:lnTo>
                <a:lnTo>
                  <a:pt x="742" y="428"/>
                </a:lnTo>
                <a:lnTo>
                  <a:pt x="743" y="428"/>
                </a:lnTo>
                <a:lnTo>
                  <a:pt x="743" y="429"/>
                </a:lnTo>
                <a:lnTo>
                  <a:pt x="744" y="429"/>
                </a:lnTo>
                <a:lnTo>
                  <a:pt x="744" y="430"/>
                </a:lnTo>
                <a:lnTo>
                  <a:pt x="745" y="430"/>
                </a:lnTo>
                <a:lnTo>
                  <a:pt x="747" y="430"/>
                </a:lnTo>
                <a:lnTo>
                  <a:pt x="748" y="430"/>
                </a:lnTo>
                <a:lnTo>
                  <a:pt x="748" y="431"/>
                </a:lnTo>
                <a:lnTo>
                  <a:pt x="748" y="433"/>
                </a:lnTo>
                <a:lnTo>
                  <a:pt x="750" y="434"/>
                </a:lnTo>
                <a:lnTo>
                  <a:pt x="751" y="433"/>
                </a:lnTo>
                <a:lnTo>
                  <a:pt x="751" y="434"/>
                </a:lnTo>
                <a:lnTo>
                  <a:pt x="751" y="435"/>
                </a:lnTo>
                <a:lnTo>
                  <a:pt x="752" y="436"/>
                </a:lnTo>
                <a:lnTo>
                  <a:pt x="752" y="437"/>
                </a:lnTo>
                <a:lnTo>
                  <a:pt x="754" y="437"/>
                </a:lnTo>
                <a:lnTo>
                  <a:pt x="755" y="437"/>
                </a:lnTo>
                <a:lnTo>
                  <a:pt x="756" y="437"/>
                </a:lnTo>
                <a:lnTo>
                  <a:pt x="756" y="438"/>
                </a:lnTo>
                <a:lnTo>
                  <a:pt x="757" y="438"/>
                </a:lnTo>
                <a:lnTo>
                  <a:pt x="758" y="437"/>
                </a:lnTo>
                <a:lnTo>
                  <a:pt x="758" y="438"/>
                </a:lnTo>
                <a:lnTo>
                  <a:pt x="759" y="439"/>
                </a:lnTo>
                <a:lnTo>
                  <a:pt x="759" y="440"/>
                </a:lnTo>
                <a:lnTo>
                  <a:pt x="758" y="441"/>
                </a:lnTo>
                <a:lnTo>
                  <a:pt x="757" y="441"/>
                </a:lnTo>
                <a:lnTo>
                  <a:pt x="756" y="441"/>
                </a:lnTo>
                <a:lnTo>
                  <a:pt x="756" y="442"/>
                </a:lnTo>
                <a:lnTo>
                  <a:pt x="756" y="443"/>
                </a:lnTo>
                <a:lnTo>
                  <a:pt x="756" y="444"/>
                </a:lnTo>
                <a:lnTo>
                  <a:pt x="756" y="445"/>
                </a:lnTo>
                <a:lnTo>
                  <a:pt x="756" y="446"/>
                </a:lnTo>
                <a:lnTo>
                  <a:pt x="755" y="446"/>
                </a:lnTo>
                <a:lnTo>
                  <a:pt x="755" y="447"/>
                </a:lnTo>
                <a:lnTo>
                  <a:pt x="755" y="448"/>
                </a:lnTo>
                <a:lnTo>
                  <a:pt x="754" y="448"/>
                </a:lnTo>
                <a:lnTo>
                  <a:pt x="754" y="449"/>
                </a:lnTo>
                <a:lnTo>
                  <a:pt x="755" y="450"/>
                </a:lnTo>
                <a:lnTo>
                  <a:pt x="755" y="451"/>
                </a:lnTo>
                <a:lnTo>
                  <a:pt x="754" y="451"/>
                </a:lnTo>
                <a:lnTo>
                  <a:pt x="755" y="451"/>
                </a:lnTo>
                <a:lnTo>
                  <a:pt x="755" y="452"/>
                </a:lnTo>
                <a:lnTo>
                  <a:pt x="756" y="452"/>
                </a:lnTo>
                <a:lnTo>
                  <a:pt x="756" y="453"/>
                </a:lnTo>
                <a:lnTo>
                  <a:pt x="757" y="453"/>
                </a:lnTo>
                <a:lnTo>
                  <a:pt x="757" y="454"/>
                </a:lnTo>
                <a:lnTo>
                  <a:pt x="756" y="454"/>
                </a:lnTo>
                <a:lnTo>
                  <a:pt x="756" y="455"/>
                </a:lnTo>
                <a:lnTo>
                  <a:pt x="757" y="455"/>
                </a:lnTo>
                <a:lnTo>
                  <a:pt x="756" y="455"/>
                </a:lnTo>
                <a:lnTo>
                  <a:pt x="755" y="456"/>
                </a:lnTo>
                <a:lnTo>
                  <a:pt x="755" y="457"/>
                </a:lnTo>
                <a:lnTo>
                  <a:pt x="754" y="457"/>
                </a:lnTo>
                <a:lnTo>
                  <a:pt x="753" y="457"/>
                </a:lnTo>
                <a:lnTo>
                  <a:pt x="753" y="456"/>
                </a:lnTo>
                <a:lnTo>
                  <a:pt x="751" y="456"/>
                </a:lnTo>
                <a:lnTo>
                  <a:pt x="751" y="457"/>
                </a:lnTo>
                <a:lnTo>
                  <a:pt x="750" y="457"/>
                </a:lnTo>
                <a:lnTo>
                  <a:pt x="749" y="457"/>
                </a:lnTo>
                <a:lnTo>
                  <a:pt x="748" y="457"/>
                </a:lnTo>
                <a:lnTo>
                  <a:pt x="748" y="458"/>
                </a:lnTo>
                <a:lnTo>
                  <a:pt x="747" y="458"/>
                </a:lnTo>
                <a:lnTo>
                  <a:pt x="746" y="457"/>
                </a:lnTo>
                <a:lnTo>
                  <a:pt x="745" y="458"/>
                </a:lnTo>
                <a:lnTo>
                  <a:pt x="745" y="459"/>
                </a:lnTo>
                <a:lnTo>
                  <a:pt x="745" y="460"/>
                </a:lnTo>
                <a:lnTo>
                  <a:pt x="744" y="460"/>
                </a:lnTo>
                <a:lnTo>
                  <a:pt x="744" y="459"/>
                </a:lnTo>
                <a:lnTo>
                  <a:pt x="743" y="459"/>
                </a:lnTo>
                <a:lnTo>
                  <a:pt x="743" y="460"/>
                </a:lnTo>
                <a:lnTo>
                  <a:pt x="743" y="461"/>
                </a:lnTo>
                <a:lnTo>
                  <a:pt x="743" y="462"/>
                </a:lnTo>
                <a:lnTo>
                  <a:pt x="743" y="463"/>
                </a:lnTo>
                <a:lnTo>
                  <a:pt x="743" y="464"/>
                </a:lnTo>
                <a:lnTo>
                  <a:pt x="742" y="465"/>
                </a:lnTo>
                <a:lnTo>
                  <a:pt x="742" y="466"/>
                </a:lnTo>
                <a:lnTo>
                  <a:pt x="742" y="467"/>
                </a:lnTo>
                <a:lnTo>
                  <a:pt x="741" y="467"/>
                </a:lnTo>
                <a:lnTo>
                  <a:pt x="741" y="468"/>
                </a:lnTo>
                <a:lnTo>
                  <a:pt x="742" y="469"/>
                </a:lnTo>
                <a:lnTo>
                  <a:pt x="741" y="469"/>
                </a:lnTo>
                <a:lnTo>
                  <a:pt x="740" y="468"/>
                </a:lnTo>
                <a:lnTo>
                  <a:pt x="739" y="468"/>
                </a:lnTo>
                <a:lnTo>
                  <a:pt x="739" y="469"/>
                </a:lnTo>
                <a:lnTo>
                  <a:pt x="740" y="470"/>
                </a:lnTo>
                <a:lnTo>
                  <a:pt x="739" y="470"/>
                </a:lnTo>
                <a:lnTo>
                  <a:pt x="738" y="471"/>
                </a:lnTo>
                <a:lnTo>
                  <a:pt x="739" y="472"/>
                </a:lnTo>
                <a:lnTo>
                  <a:pt x="738" y="472"/>
                </a:lnTo>
                <a:lnTo>
                  <a:pt x="737" y="471"/>
                </a:lnTo>
                <a:lnTo>
                  <a:pt x="736" y="471"/>
                </a:lnTo>
                <a:lnTo>
                  <a:pt x="735" y="471"/>
                </a:lnTo>
                <a:lnTo>
                  <a:pt x="735" y="470"/>
                </a:lnTo>
                <a:lnTo>
                  <a:pt x="735" y="469"/>
                </a:lnTo>
                <a:lnTo>
                  <a:pt x="735" y="470"/>
                </a:lnTo>
                <a:lnTo>
                  <a:pt x="734" y="470"/>
                </a:lnTo>
                <a:lnTo>
                  <a:pt x="733" y="471"/>
                </a:lnTo>
                <a:lnTo>
                  <a:pt x="733" y="472"/>
                </a:lnTo>
                <a:lnTo>
                  <a:pt x="734" y="473"/>
                </a:lnTo>
                <a:lnTo>
                  <a:pt x="734" y="474"/>
                </a:lnTo>
                <a:lnTo>
                  <a:pt x="733" y="474"/>
                </a:lnTo>
                <a:lnTo>
                  <a:pt x="732" y="474"/>
                </a:lnTo>
                <a:lnTo>
                  <a:pt x="731" y="474"/>
                </a:lnTo>
                <a:lnTo>
                  <a:pt x="730" y="474"/>
                </a:lnTo>
                <a:lnTo>
                  <a:pt x="729" y="473"/>
                </a:lnTo>
                <a:lnTo>
                  <a:pt x="728" y="473"/>
                </a:lnTo>
                <a:lnTo>
                  <a:pt x="727" y="474"/>
                </a:lnTo>
                <a:lnTo>
                  <a:pt x="727" y="475"/>
                </a:lnTo>
                <a:lnTo>
                  <a:pt x="726" y="475"/>
                </a:lnTo>
                <a:lnTo>
                  <a:pt x="726" y="474"/>
                </a:lnTo>
                <a:lnTo>
                  <a:pt x="725" y="474"/>
                </a:lnTo>
                <a:lnTo>
                  <a:pt x="725" y="475"/>
                </a:lnTo>
                <a:lnTo>
                  <a:pt x="725" y="476"/>
                </a:lnTo>
                <a:lnTo>
                  <a:pt x="726" y="476"/>
                </a:lnTo>
                <a:lnTo>
                  <a:pt x="726" y="477"/>
                </a:lnTo>
                <a:lnTo>
                  <a:pt x="725" y="477"/>
                </a:lnTo>
                <a:lnTo>
                  <a:pt x="724" y="477"/>
                </a:lnTo>
                <a:lnTo>
                  <a:pt x="724" y="478"/>
                </a:lnTo>
                <a:lnTo>
                  <a:pt x="724" y="479"/>
                </a:lnTo>
                <a:lnTo>
                  <a:pt x="725" y="479"/>
                </a:lnTo>
                <a:lnTo>
                  <a:pt x="725" y="480"/>
                </a:lnTo>
                <a:lnTo>
                  <a:pt x="724" y="480"/>
                </a:lnTo>
                <a:lnTo>
                  <a:pt x="723" y="480"/>
                </a:lnTo>
                <a:lnTo>
                  <a:pt x="723" y="479"/>
                </a:lnTo>
                <a:lnTo>
                  <a:pt x="722" y="479"/>
                </a:lnTo>
                <a:lnTo>
                  <a:pt x="722" y="480"/>
                </a:lnTo>
                <a:lnTo>
                  <a:pt x="721" y="480"/>
                </a:lnTo>
                <a:lnTo>
                  <a:pt x="721" y="481"/>
                </a:lnTo>
                <a:lnTo>
                  <a:pt x="721" y="482"/>
                </a:lnTo>
                <a:lnTo>
                  <a:pt x="720" y="482"/>
                </a:lnTo>
                <a:lnTo>
                  <a:pt x="720" y="481"/>
                </a:lnTo>
                <a:lnTo>
                  <a:pt x="719" y="481"/>
                </a:lnTo>
                <a:lnTo>
                  <a:pt x="719" y="482"/>
                </a:lnTo>
                <a:lnTo>
                  <a:pt x="718" y="482"/>
                </a:lnTo>
                <a:lnTo>
                  <a:pt x="718" y="483"/>
                </a:lnTo>
                <a:lnTo>
                  <a:pt x="719" y="483"/>
                </a:lnTo>
                <a:lnTo>
                  <a:pt x="719" y="484"/>
                </a:lnTo>
                <a:lnTo>
                  <a:pt x="719" y="485"/>
                </a:lnTo>
                <a:lnTo>
                  <a:pt x="718" y="484"/>
                </a:lnTo>
                <a:lnTo>
                  <a:pt x="717" y="484"/>
                </a:lnTo>
                <a:lnTo>
                  <a:pt x="717" y="485"/>
                </a:lnTo>
                <a:lnTo>
                  <a:pt x="717" y="486"/>
                </a:lnTo>
                <a:lnTo>
                  <a:pt x="717" y="487"/>
                </a:lnTo>
                <a:lnTo>
                  <a:pt x="717" y="488"/>
                </a:lnTo>
                <a:lnTo>
                  <a:pt x="717" y="489"/>
                </a:lnTo>
                <a:lnTo>
                  <a:pt x="718" y="489"/>
                </a:lnTo>
                <a:lnTo>
                  <a:pt x="719" y="490"/>
                </a:lnTo>
                <a:lnTo>
                  <a:pt x="719" y="491"/>
                </a:lnTo>
                <a:lnTo>
                  <a:pt x="719" y="492"/>
                </a:lnTo>
                <a:lnTo>
                  <a:pt x="720" y="492"/>
                </a:lnTo>
                <a:lnTo>
                  <a:pt x="720" y="493"/>
                </a:lnTo>
                <a:lnTo>
                  <a:pt x="719" y="493"/>
                </a:lnTo>
                <a:lnTo>
                  <a:pt x="719" y="494"/>
                </a:lnTo>
                <a:lnTo>
                  <a:pt x="719" y="495"/>
                </a:lnTo>
                <a:lnTo>
                  <a:pt x="720" y="495"/>
                </a:lnTo>
                <a:lnTo>
                  <a:pt x="721" y="496"/>
                </a:lnTo>
                <a:lnTo>
                  <a:pt x="721" y="497"/>
                </a:lnTo>
                <a:lnTo>
                  <a:pt x="720" y="497"/>
                </a:lnTo>
                <a:lnTo>
                  <a:pt x="720" y="498"/>
                </a:lnTo>
                <a:lnTo>
                  <a:pt x="721" y="498"/>
                </a:lnTo>
                <a:lnTo>
                  <a:pt x="721" y="497"/>
                </a:lnTo>
                <a:lnTo>
                  <a:pt x="722" y="497"/>
                </a:lnTo>
                <a:lnTo>
                  <a:pt x="722" y="498"/>
                </a:lnTo>
                <a:lnTo>
                  <a:pt x="723" y="497"/>
                </a:lnTo>
                <a:lnTo>
                  <a:pt x="723" y="496"/>
                </a:lnTo>
                <a:lnTo>
                  <a:pt x="724" y="496"/>
                </a:lnTo>
                <a:lnTo>
                  <a:pt x="725" y="497"/>
                </a:lnTo>
                <a:lnTo>
                  <a:pt x="726" y="497"/>
                </a:lnTo>
                <a:lnTo>
                  <a:pt x="726" y="498"/>
                </a:lnTo>
                <a:lnTo>
                  <a:pt x="726" y="499"/>
                </a:lnTo>
                <a:lnTo>
                  <a:pt x="725" y="499"/>
                </a:lnTo>
                <a:lnTo>
                  <a:pt x="724" y="499"/>
                </a:lnTo>
                <a:lnTo>
                  <a:pt x="724" y="500"/>
                </a:lnTo>
                <a:lnTo>
                  <a:pt x="724" y="501"/>
                </a:lnTo>
                <a:lnTo>
                  <a:pt x="725" y="500"/>
                </a:lnTo>
                <a:lnTo>
                  <a:pt x="726" y="500"/>
                </a:lnTo>
                <a:lnTo>
                  <a:pt x="728" y="500"/>
                </a:lnTo>
                <a:lnTo>
                  <a:pt x="729" y="500"/>
                </a:lnTo>
                <a:lnTo>
                  <a:pt x="729" y="501"/>
                </a:lnTo>
                <a:lnTo>
                  <a:pt x="730" y="502"/>
                </a:lnTo>
                <a:lnTo>
                  <a:pt x="730" y="503"/>
                </a:lnTo>
                <a:lnTo>
                  <a:pt x="730" y="504"/>
                </a:lnTo>
                <a:lnTo>
                  <a:pt x="729" y="504"/>
                </a:lnTo>
                <a:lnTo>
                  <a:pt x="729" y="505"/>
                </a:lnTo>
                <a:lnTo>
                  <a:pt x="730" y="505"/>
                </a:lnTo>
                <a:lnTo>
                  <a:pt x="730" y="506"/>
                </a:lnTo>
                <a:lnTo>
                  <a:pt x="729" y="506"/>
                </a:lnTo>
                <a:lnTo>
                  <a:pt x="728" y="507"/>
                </a:lnTo>
                <a:lnTo>
                  <a:pt x="728" y="508"/>
                </a:lnTo>
                <a:lnTo>
                  <a:pt x="729" y="509"/>
                </a:lnTo>
                <a:lnTo>
                  <a:pt x="729" y="510"/>
                </a:lnTo>
                <a:lnTo>
                  <a:pt x="728" y="511"/>
                </a:lnTo>
                <a:lnTo>
                  <a:pt x="728" y="512"/>
                </a:lnTo>
                <a:lnTo>
                  <a:pt x="729" y="511"/>
                </a:lnTo>
                <a:lnTo>
                  <a:pt x="730" y="511"/>
                </a:lnTo>
                <a:lnTo>
                  <a:pt x="730" y="510"/>
                </a:lnTo>
                <a:lnTo>
                  <a:pt x="730" y="511"/>
                </a:lnTo>
                <a:lnTo>
                  <a:pt x="731" y="511"/>
                </a:lnTo>
                <a:lnTo>
                  <a:pt x="731" y="510"/>
                </a:lnTo>
                <a:lnTo>
                  <a:pt x="732" y="510"/>
                </a:lnTo>
                <a:lnTo>
                  <a:pt x="733" y="511"/>
                </a:lnTo>
                <a:lnTo>
                  <a:pt x="732" y="511"/>
                </a:lnTo>
                <a:lnTo>
                  <a:pt x="732" y="514"/>
                </a:lnTo>
                <a:lnTo>
                  <a:pt x="733" y="514"/>
                </a:lnTo>
                <a:lnTo>
                  <a:pt x="733" y="515"/>
                </a:lnTo>
                <a:lnTo>
                  <a:pt x="734" y="515"/>
                </a:lnTo>
                <a:lnTo>
                  <a:pt x="735" y="515"/>
                </a:lnTo>
                <a:lnTo>
                  <a:pt x="736" y="514"/>
                </a:lnTo>
                <a:lnTo>
                  <a:pt x="737" y="514"/>
                </a:lnTo>
                <a:lnTo>
                  <a:pt x="737" y="515"/>
                </a:lnTo>
                <a:lnTo>
                  <a:pt x="736" y="515"/>
                </a:lnTo>
                <a:lnTo>
                  <a:pt x="736" y="516"/>
                </a:lnTo>
                <a:lnTo>
                  <a:pt x="737" y="516"/>
                </a:lnTo>
                <a:lnTo>
                  <a:pt x="738" y="516"/>
                </a:lnTo>
                <a:lnTo>
                  <a:pt x="738" y="515"/>
                </a:lnTo>
                <a:lnTo>
                  <a:pt x="739" y="515"/>
                </a:lnTo>
                <a:lnTo>
                  <a:pt x="741" y="515"/>
                </a:lnTo>
                <a:lnTo>
                  <a:pt x="742" y="515"/>
                </a:lnTo>
                <a:lnTo>
                  <a:pt x="743" y="516"/>
                </a:lnTo>
                <a:lnTo>
                  <a:pt x="744" y="515"/>
                </a:lnTo>
                <a:lnTo>
                  <a:pt x="745" y="515"/>
                </a:lnTo>
                <a:lnTo>
                  <a:pt x="746" y="515"/>
                </a:lnTo>
                <a:lnTo>
                  <a:pt x="745" y="515"/>
                </a:lnTo>
                <a:lnTo>
                  <a:pt x="745" y="517"/>
                </a:lnTo>
                <a:lnTo>
                  <a:pt x="746" y="517"/>
                </a:lnTo>
                <a:lnTo>
                  <a:pt x="746" y="516"/>
                </a:lnTo>
                <a:lnTo>
                  <a:pt x="746" y="515"/>
                </a:lnTo>
                <a:lnTo>
                  <a:pt x="747" y="515"/>
                </a:lnTo>
                <a:lnTo>
                  <a:pt x="748" y="515"/>
                </a:lnTo>
                <a:lnTo>
                  <a:pt x="748" y="516"/>
                </a:lnTo>
                <a:lnTo>
                  <a:pt x="749" y="517"/>
                </a:lnTo>
                <a:lnTo>
                  <a:pt x="750" y="517"/>
                </a:lnTo>
                <a:lnTo>
                  <a:pt x="751" y="517"/>
                </a:lnTo>
                <a:lnTo>
                  <a:pt x="751" y="516"/>
                </a:lnTo>
                <a:lnTo>
                  <a:pt x="750" y="516"/>
                </a:lnTo>
                <a:lnTo>
                  <a:pt x="750" y="515"/>
                </a:lnTo>
                <a:lnTo>
                  <a:pt x="751" y="515"/>
                </a:lnTo>
                <a:lnTo>
                  <a:pt x="752" y="515"/>
                </a:lnTo>
                <a:lnTo>
                  <a:pt x="752" y="514"/>
                </a:lnTo>
                <a:lnTo>
                  <a:pt x="753" y="513"/>
                </a:lnTo>
                <a:lnTo>
                  <a:pt x="754" y="513"/>
                </a:lnTo>
                <a:lnTo>
                  <a:pt x="755" y="513"/>
                </a:lnTo>
                <a:lnTo>
                  <a:pt x="755" y="514"/>
                </a:lnTo>
                <a:lnTo>
                  <a:pt x="754" y="514"/>
                </a:lnTo>
                <a:lnTo>
                  <a:pt x="753" y="514"/>
                </a:lnTo>
                <a:lnTo>
                  <a:pt x="753" y="515"/>
                </a:lnTo>
                <a:lnTo>
                  <a:pt x="753" y="516"/>
                </a:lnTo>
                <a:lnTo>
                  <a:pt x="753" y="517"/>
                </a:lnTo>
                <a:lnTo>
                  <a:pt x="754" y="518"/>
                </a:lnTo>
                <a:lnTo>
                  <a:pt x="754" y="519"/>
                </a:lnTo>
                <a:lnTo>
                  <a:pt x="754" y="520"/>
                </a:lnTo>
                <a:lnTo>
                  <a:pt x="754" y="521"/>
                </a:lnTo>
                <a:lnTo>
                  <a:pt x="755" y="521"/>
                </a:lnTo>
                <a:lnTo>
                  <a:pt x="754" y="521"/>
                </a:lnTo>
                <a:lnTo>
                  <a:pt x="754" y="522"/>
                </a:lnTo>
                <a:lnTo>
                  <a:pt x="755" y="522"/>
                </a:lnTo>
                <a:lnTo>
                  <a:pt x="756" y="523"/>
                </a:lnTo>
                <a:lnTo>
                  <a:pt x="756" y="524"/>
                </a:lnTo>
                <a:lnTo>
                  <a:pt x="755" y="524"/>
                </a:lnTo>
                <a:lnTo>
                  <a:pt x="754" y="525"/>
                </a:lnTo>
                <a:lnTo>
                  <a:pt x="755" y="525"/>
                </a:lnTo>
                <a:lnTo>
                  <a:pt x="755" y="526"/>
                </a:lnTo>
                <a:lnTo>
                  <a:pt x="756" y="527"/>
                </a:lnTo>
                <a:lnTo>
                  <a:pt x="756" y="528"/>
                </a:lnTo>
                <a:lnTo>
                  <a:pt x="756" y="529"/>
                </a:lnTo>
                <a:lnTo>
                  <a:pt x="756" y="530"/>
                </a:lnTo>
                <a:lnTo>
                  <a:pt x="757" y="530"/>
                </a:lnTo>
                <a:lnTo>
                  <a:pt x="757" y="529"/>
                </a:lnTo>
                <a:lnTo>
                  <a:pt x="758" y="529"/>
                </a:lnTo>
                <a:lnTo>
                  <a:pt x="758" y="530"/>
                </a:lnTo>
                <a:lnTo>
                  <a:pt x="757" y="530"/>
                </a:lnTo>
                <a:lnTo>
                  <a:pt x="756" y="531"/>
                </a:lnTo>
                <a:lnTo>
                  <a:pt x="756" y="532"/>
                </a:lnTo>
                <a:lnTo>
                  <a:pt x="756" y="533"/>
                </a:lnTo>
                <a:lnTo>
                  <a:pt x="757" y="533"/>
                </a:lnTo>
                <a:lnTo>
                  <a:pt x="757" y="534"/>
                </a:lnTo>
                <a:lnTo>
                  <a:pt x="757" y="535"/>
                </a:lnTo>
                <a:lnTo>
                  <a:pt x="758" y="536"/>
                </a:lnTo>
                <a:lnTo>
                  <a:pt x="759" y="536"/>
                </a:lnTo>
                <a:lnTo>
                  <a:pt x="759" y="537"/>
                </a:lnTo>
                <a:lnTo>
                  <a:pt x="758" y="537"/>
                </a:lnTo>
                <a:lnTo>
                  <a:pt x="758" y="538"/>
                </a:lnTo>
                <a:lnTo>
                  <a:pt x="757" y="539"/>
                </a:lnTo>
                <a:lnTo>
                  <a:pt x="758" y="540"/>
                </a:lnTo>
                <a:lnTo>
                  <a:pt x="758" y="541"/>
                </a:lnTo>
                <a:lnTo>
                  <a:pt x="759" y="541"/>
                </a:lnTo>
                <a:lnTo>
                  <a:pt x="759" y="542"/>
                </a:lnTo>
                <a:lnTo>
                  <a:pt x="759" y="543"/>
                </a:lnTo>
                <a:lnTo>
                  <a:pt x="759" y="544"/>
                </a:lnTo>
                <a:lnTo>
                  <a:pt x="759" y="545"/>
                </a:lnTo>
                <a:lnTo>
                  <a:pt x="760" y="545"/>
                </a:lnTo>
                <a:lnTo>
                  <a:pt x="761" y="545"/>
                </a:lnTo>
                <a:lnTo>
                  <a:pt x="761" y="546"/>
                </a:lnTo>
                <a:lnTo>
                  <a:pt x="762" y="546"/>
                </a:lnTo>
                <a:lnTo>
                  <a:pt x="762" y="547"/>
                </a:lnTo>
                <a:lnTo>
                  <a:pt x="762" y="548"/>
                </a:lnTo>
                <a:lnTo>
                  <a:pt x="763" y="548"/>
                </a:lnTo>
                <a:lnTo>
                  <a:pt x="763" y="549"/>
                </a:lnTo>
                <a:lnTo>
                  <a:pt x="763" y="548"/>
                </a:lnTo>
                <a:lnTo>
                  <a:pt x="762" y="548"/>
                </a:lnTo>
                <a:lnTo>
                  <a:pt x="762" y="549"/>
                </a:lnTo>
                <a:lnTo>
                  <a:pt x="762" y="550"/>
                </a:lnTo>
                <a:lnTo>
                  <a:pt x="763" y="550"/>
                </a:lnTo>
                <a:lnTo>
                  <a:pt x="763" y="549"/>
                </a:lnTo>
                <a:lnTo>
                  <a:pt x="765" y="549"/>
                </a:lnTo>
                <a:lnTo>
                  <a:pt x="766" y="550"/>
                </a:lnTo>
                <a:lnTo>
                  <a:pt x="767" y="550"/>
                </a:lnTo>
                <a:lnTo>
                  <a:pt x="767" y="551"/>
                </a:lnTo>
                <a:lnTo>
                  <a:pt x="768" y="550"/>
                </a:lnTo>
                <a:lnTo>
                  <a:pt x="769" y="550"/>
                </a:lnTo>
                <a:lnTo>
                  <a:pt x="770" y="550"/>
                </a:lnTo>
                <a:lnTo>
                  <a:pt x="770" y="551"/>
                </a:lnTo>
                <a:lnTo>
                  <a:pt x="770" y="552"/>
                </a:lnTo>
                <a:lnTo>
                  <a:pt x="771" y="553"/>
                </a:lnTo>
                <a:lnTo>
                  <a:pt x="772" y="553"/>
                </a:lnTo>
                <a:lnTo>
                  <a:pt x="773" y="553"/>
                </a:lnTo>
                <a:lnTo>
                  <a:pt x="773" y="552"/>
                </a:lnTo>
                <a:lnTo>
                  <a:pt x="772" y="552"/>
                </a:lnTo>
                <a:lnTo>
                  <a:pt x="772" y="551"/>
                </a:lnTo>
                <a:lnTo>
                  <a:pt x="774" y="550"/>
                </a:lnTo>
                <a:lnTo>
                  <a:pt x="775" y="550"/>
                </a:lnTo>
                <a:lnTo>
                  <a:pt x="775" y="549"/>
                </a:lnTo>
                <a:lnTo>
                  <a:pt x="776" y="549"/>
                </a:lnTo>
                <a:lnTo>
                  <a:pt x="776" y="548"/>
                </a:lnTo>
                <a:lnTo>
                  <a:pt x="777" y="548"/>
                </a:lnTo>
                <a:lnTo>
                  <a:pt x="777" y="547"/>
                </a:lnTo>
                <a:lnTo>
                  <a:pt x="778" y="546"/>
                </a:lnTo>
                <a:lnTo>
                  <a:pt x="779" y="547"/>
                </a:lnTo>
                <a:lnTo>
                  <a:pt x="780" y="547"/>
                </a:lnTo>
                <a:lnTo>
                  <a:pt x="780" y="546"/>
                </a:lnTo>
                <a:lnTo>
                  <a:pt x="779" y="546"/>
                </a:lnTo>
                <a:lnTo>
                  <a:pt x="778" y="546"/>
                </a:lnTo>
                <a:lnTo>
                  <a:pt x="779" y="545"/>
                </a:lnTo>
                <a:lnTo>
                  <a:pt x="780" y="546"/>
                </a:lnTo>
                <a:lnTo>
                  <a:pt x="781" y="546"/>
                </a:lnTo>
                <a:lnTo>
                  <a:pt x="781" y="547"/>
                </a:lnTo>
                <a:lnTo>
                  <a:pt x="782" y="548"/>
                </a:lnTo>
                <a:lnTo>
                  <a:pt x="783" y="548"/>
                </a:lnTo>
                <a:lnTo>
                  <a:pt x="783" y="549"/>
                </a:lnTo>
                <a:lnTo>
                  <a:pt x="783" y="548"/>
                </a:lnTo>
                <a:lnTo>
                  <a:pt x="784" y="548"/>
                </a:lnTo>
                <a:lnTo>
                  <a:pt x="785" y="548"/>
                </a:lnTo>
                <a:lnTo>
                  <a:pt x="785" y="549"/>
                </a:lnTo>
                <a:lnTo>
                  <a:pt x="784" y="549"/>
                </a:lnTo>
                <a:lnTo>
                  <a:pt x="784" y="550"/>
                </a:lnTo>
                <a:lnTo>
                  <a:pt x="784" y="551"/>
                </a:lnTo>
                <a:lnTo>
                  <a:pt x="784" y="552"/>
                </a:lnTo>
                <a:lnTo>
                  <a:pt x="785" y="553"/>
                </a:lnTo>
                <a:lnTo>
                  <a:pt x="786" y="552"/>
                </a:lnTo>
                <a:lnTo>
                  <a:pt x="787" y="551"/>
                </a:lnTo>
                <a:lnTo>
                  <a:pt x="787" y="552"/>
                </a:lnTo>
                <a:lnTo>
                  <a:pt x="788" y="553"/>
                </a:lnTo>
                <a:lnTo>
                  <a:pt x="789" y="553"/>
                </a:lnTo>
                <a:lnTo>
                  <a:pt x="790" y="554"/>
                </a:lnTo>
                <a:lnTo>
                  <a:pt x="790" y="553"/>
                </a:lnTo>
                <a:lnTo>
                  <a:pt x="791" y="553"/>
                </a:lnTo>
                <a:lnTo>
                  <a:pt x="792" y="553"/>
                </a:lnTo>
                <a:lnTo>
                  <a:pt x="793" y="553"/>
                </a:lnTo>
                <a:lnTo>
                  <a:pt x="794" y="553"/>
                </a:lnTo>
                <a:lnTo>
                  <a:pt x="795" y="553"/>
                </a:lnTo>
                <a:lnTo>
                  <a:pt x="796" y="552"/>
                </a:lnTo>
                <a:lnTo>
                  <a:pt x="796" y="551"/>
                </a:lnTo>
                <a:lnTo>
                  <a:pt x="797" y="552"/>
                </a:lnTo>
                <a:lnTo>
                  <a:pt x="798" y="553"/>
                </a:lnTo>
                <a:lnTo>
                  <a:pt x="799" y="553"/>
                </a:lnTo>
                <a:lnTo>
                  <a:pt x="799" y="554"/>
                </a:lnTo>
                <a:lnTo>
                  <a:pt x="800" y="554"/>
                </a:lnTo>
                <a:lnTo>
                  <a:pt x="801" y="554"/>
                </a:lnTo>
                <a:lnTo>
                  <a:pt x="801" y="555"/>
                </a:lnTo>
                <a:lnTo>
                  <a:pt x="802" y="556"/>
                </a:lnTo>
                <a:lnTo>
                  <a:pt x="802" y="557"/>
                </a:lnTo>
                <a:lnTo>
                  <a:pt x="803" y="557"/>
                </a:lnTo>
                <a:lnTo>
                  <a:pt x="804" y="558"/>
                </a:lnTo>
                <a:lnTo>
                  <a:pt x="804" y="559"/>
                </a:lnTo>
                <a:lnTo>
                  <a:pt x="803" y="560"/>
                </a:lnTo>
                <a:lnTo>
                  <a:pt x="803" y="561"/>
                </a:lnTo>
                <a:lnTo>
                  <a:pt x="804" y="562"/>
                </a:lnTo>
                <a:lnTo>
                  <a:pt x="803" y="562"/>
                </a:lnTo>
                <a:lnTo>
                  <a:pt x="803" y="563"/>
                </a:lnTo>
                <a:lnTo>
                  <a:pt x="803" y="564"/>
                </a:lnTo>
                <a:lnTo>
                  <a:pt x="803" y="565"/>
                </a:lnTo>
                <a:lnTo>
                  <a:pt x="804" y="565"/>
                </a:lnTo>
                <a:lnTo>
                  <a:pt x="806" y="567"/>
                </a:lnTo>
                <a:lnTo>
                  <a:pt x="805" y="568"/>
                </a:lnTo>
                <a:lnTo>
                  <a:pt x="805" y="569"/>
                </a:lnTo>
                <a:lnTo>
                  <a:pt x="805" y="570"/>
                </a:lnTo>
                <a:lnTo>
                  <a:pt x="806" y="570"/>
                </a:lnTo>
                <a:lnTo>
                  <a:pt x="806" y="571"/>
                </a:lnTo>
                <a:lnTo>
                  <a:pt x="807" y="572"/>
                </a:lnTo>
                <a:lnTo>
                  <a:pt x="806" y="572"/>
                </a:lnTo>
                <a:lnTo>
                  <a:pt x="807" y="572"/>
                </a:lnTo>
                <a:lnTo>
                  <a:pt x="807" y="573"/>
                </a:lnTo>
                <a:lnTo>
                  <a:pt x="808" y="573"/>
                </a:lnTo>
                <a:lnTo>
                  <a:pt x="808" y="574"/>
                </a:lnTo>
                <a:lnTo>
                  <a:pt x="808" y="577"/>
                </a:lnTo>
                <a:lnTo>
                  <a:pt x="809" y="577"/>
                </a:lnTo>
                <a:lnTo>
                  <a:pt x="809" y="578"/>
                </a:lnTo>
                <a:lnTo>
                  <a:pt x="808" y="578"/>
                </a:lnTo>
                <a:lnTo>
                  <a:pt x="808" y="579"/>
                </a:lnTo>
                <a:lnTo>
                  <a:pt x="808" y="580"/>
                </a:lnTo>
                <a:lnTo>
                  <a:pt x="809" y="580"/>
                </a:lnTo>
                <a:lnTo>
                  <a:pt x="810" y="580"/>
                </a:lnTo>
                <a:lnTo>
                  <a:pt x="810" y="581"/>
                </a:lnTo>
                <a:lnTo>
                  <a:pt x="810" y="582"/>
                </a:lnTo>
                <a:lnTo>
                  <a:pt x="809" y="582"/>
                </a:lnTo>
                <a:lnTo>
                  <a:pt x="810" y="582"/>
                </a:lnTo>
                <a:lnTo>
                  <a:pt x="810" y="584"/>
                </a:lnTo>
                <a:lnTo>
                  <a:pt x="811" y="584"/>
                </a:lnTo>
                <a:lnTo>
                  <a:pt x="812" y="586"/>
                </a:lnTo>
                <a:lnTo>
                  <a:pt x="812" y="588"/>
                </a:lnTo>
                <a:lnTo>
                  <a:pt x="811" y="588"/>
                </a:lnTo>
                <a:lnTo>
                  <a:pt x="810" y="589"/>
                </a:lnTo>
                <a:lnTo>
                  <a:pt x="811" y="589"/>
                </a:lnTo>
                <a:lnTo>
                  <a:pt x="811" y="590"/>
                </a:lnTo>
                <a:lnTo>
                  <a:pt x="811" y="591"/>
                </a:lnTo>
                <a:lnTo>
                  <a:pt x="812" y="591"/>
                </a:lnTo>
                <a:lnTo>
                  <a:pt x="812" y="590"/>
                </a:lnTo>
                <a:lnTo>
                  <a:pt x="813" y="591"/>
                </a:lnTo>
                <a:lnTo>
                  <a:pt x="813" y="592"/>
                </a:lnTo>
                <a:lnTo>
                  <a:pt x="814" y="592"/>
                </a:lnTo>
                <a:lnTo>
                  <a:pt x="814" y="593"/>
                </a:lnTo>
                <a:lnTo>
                  <a:pt x="814" y="594"/>
                </a:lnTo>
                <a:lnTo>
                  <a:pt x="814" y="595"/>
                </a:lnTo>
                <a:lnTo>
                  <a:pt x="814" y="596"/>
                </a:lnTo>
                <a:lnTo>
                  <a:pt x="815" y="596"/>
                </a:lnTo>
                <a:lnTo>
                  <a:pt x="815" y="597"/>
                </a:lnTo>
                <a:lnTo>
                  <a:pt x="814" y="597"/>
                </a:lnTo>
                <a:lnTo>
                  <a:pt x="813" y="596"/>
                </a:lnTo>
                <a:lnTo>
                  <a:pt x="812" y="597"/>
                </a:lnTo>
                <a:lnTo>
                  <a:pt x="811" y="597"/>
                </a:lnTo>
                <a:lnTo>
                  <a:pt x="810" y="596"/>
                </a:lnTo>
                <a:lnTo>
                  <a:pt x="809" y="595"/>
                </a:lnTo>
                <a:lnTo>
                  <a:pt x="808" y="594"/>
                </a:lnTo>
                <a:lnTo>
                  <a:pt x="808" y="593"/>
                </a:lnTo>
                <a:lnTo>
                  <a:pt x="807" y="592"/>
                </a:lnTo>
                <a:lnTo>
                  <a:pt x="807" y="591"/>
                </a:lnTo>
                <a:lnTo>
                  <a:pt x="807" y="590"/>
                </a:lnTo>
                <a:lnTo>
                  <a:pt x="806" y="590"/>
                </a:lnTo>
                <a:lnTo>
                  <a:pt x="805" y="590"/>
                </a:lnTo>
                <a:lnTo>
                  <a:pt x="805" y="591"/>
                </a:lnTo>
                <a:lnTo>
                  <a:pt x="806" y="591"/>
                </a:lnTo>
                <a:lnTo>
                  <a:pt x="805" y="591"/>
                </a:lnTo>
                <a:lnTo>
                  <a:pt x="805" y="590"/>
                </a:lnTo>
                <a:lnTo>
                  <a:pt x="804" y="590"/>
                </a:lnTo>
                <a:lnTo>
                  <a:pt x="803" y="590"/>
                </a:lnTo>
                <a:lnTo>
                  <a:pt x="802" y="589"/>
                </a:lnTo>
                <a:lnTo>
                  <a:pt x="802" y="588"/>
                </a:lnTo>
                <a:lnTo>
                  <a:pt x="801" y="588"/>
                </a:lnTo>
                <a:lnTo>
                  <a:pt x="800" y="587"/>
                </a:lnTo>
                <a:lnTo>
                  <a:pt x="801" y="587"/>
                </a:lnTo>
                <a:lnTo>
                  <a:pt x="800" y="587"/>
                </a:lnTo>
                <a:lnTo>
                  <a:pt x="799" y="587"/>
                </a:lnTo>
                <a:lnTo>
                  <a:pt x="798" y="587"/>
                </a:lnTo>
                <a:lnTo>
                  <a:pt x="798" y="586"/>
                </a:lnTo>
                <a:lnTo>
                  <a:pt x="797" y="586"/>
                </a:lnTo>
                <a:lnTo>
                  <a:pt x="797" y="585"/>
                </a:lnTo>
                <a:lnTo>
                  <a:pt x="797" y="584"/>
                </a:lnTo>
                <a:lnTo>
                  <a:pt x="796" y="583"/>
                </a:lnTo>
                <a:lnTo>
                  <a:pt x="796" y="582"/>
                </a:lnTo>
                <a:lnTo>
                  <a:pt x="796" y="581"/>
                </a:lnTo>
                <a:lnTo>
                  <a:pt x="795" y="580"/>
                </a:lnTo>
                <a:lnTo>
                  <a:pt x="794" y="580"/>
                </a:lnTo>
                <a:lnTo>
                  <a:pt x="793" y="580"/>
                </a:lnTo>
                <a:lnTo>
                  <a:pt x="792" y="580"/>
                </a:lnTo>
                <a:lnTo>
                  <a:pt x="791" y="580"/>
                </a:lnTo>
                <a:lnTo>
                  <a:pt x="792" y="580"/>
                </a:lnTo>
                <a:lnTo>
                  <a:pt x="792" y="581"/>
                </a:lnTo>
                <a:lnTo>
                  <a:pt x="791" y="581"/>
                </a:lnTo>
                <a:lnTo>
                  <a:pt x="790" y="581"/>
                </a:lnTo>
                <a:lnTo>
                  <a:pt x="789" y="580"/>
                </a:lnTo>
                <a:lnTo>
                  <a:pt x="789" y="579"/>
                </a:lnTo>
                <a:lnTo>
                  <a:pt x="789" y="578"/>
                </a:lnTo>
                <a:lnTo>
                  <a:pt x="788" y="578"/>
                </a:lnTo>
                <a:lnTo>
                  <a:pt x="788" y="577"/>
                </a:lnTo>
                <a:lnTo>
                  <a:pt x="789" y="577"/>
                </a:lnTo>
                <a:lnTo>
                  <a:pt x="788" y="577"/>
                </a:lnTo>
                <a:lnTo>
                  <a:pt x="788" y="576"/>
                </a:lnTo>
                <a:lnTo>
                  <a:pt x="788" y="575"/>
                </a:lnTo>
                <a:lnTo>
                  <a:pt x="787" y="575"/>
                </a:lnTo>
                <a:lnTo>
                  <a:pt x="786" y="575"/>
                </a:lnTo>
                <a:lnTo>
                  <a:pt x="785" y="575"/>
                </a:lnTo>
                <a:lnTo>
                  <a:pt x="785" y="574"/>
                </a:lnTo>
                <a:lnTo>
                  <a:pt x="784" y="574"/>
                </a:lnTo>
                <a:lnTo>
                  <a:pt x="784" y="575"/>
                </a:lnTo>
                <a:lnTo>
                  <a:pt x="783" y="574"/>
                </a:lnTo>
                <a:lnTo>
                  <a:pt x="784" y="573"/>
                </a:lnTo>
                <a:lnTo>
                  <a:pt x="783" y="573"/>
                </a:lnTo>
                <a:lnTo>
                  <a:pt x="782" y="573"/>
                </a:lnTo>
                <a:lnTo>
                  <a:pt x="783" y="572"/>
                </a:lnTo>
                <a:lnTo>
                  <a:pt x="783" y="573"/>
                </a:lnTo>
                <a:lnTo>
                  <a:pt x="783" y="572"/>
                </a:lnTo>
                <a:lnTo>
                  <a:pt x="782" y="571"/>
                </a:lnTo>
                <a:lnTo>
                  <a:pt x="782" y="570"/>
                </a:lnTo>
                <a:lnTo>
                  <a:pt x="781" y="570"/>
                </a:lnTo>
                <a:lnTo>
                  <a:pt x="781" y="569"/>
                </a:lnTo>
                <a:lnTo>
                  <a:pt x="780" y="569"/>
                </a:lnTo>
                <a:lnTo>
                  <a:pt x="780" y="570"/>
                </a:lnTo>
                <a:lnTo>
                  <a:pt x="779" y="569"/>
                </a:lnTo>
                <a:lnTo>
                  <a:pt x="778" y="569"/>
                </a:lnTo>
                <a:lnTo>
                  <a:pt x="778" y="568"/>
                </a:lnTo>
                <a:lnTo>
                  <a:pt x="778" y="567"/>
                </a:lnTo>
                <a:lnTo>
                  <a:pt x="777" y="568"/>
                </a:lnTo>
                <a:lnTo>
                  <a:pt x="777" y="569"/>
                </a:lnTo>
                <a:lnTo>
                  <a:pt x="777" y="570"/>
                </a:lnTo>
                <a:lnTo>
                  <a:pt x="776" y="571"/>
                </a:lnTo>
                <a:lnTo>
                  <a:pt x="777" y="572"/>
                </a:lnTo>
                <a:lnTo>
                  <a:pt x="776" y="572"/>
                </a:lnTo>
                <a:lnTo>
                  <a:pt x="776" y="573"/>
                </a:lnTo>
                <a:lnTo>
                  <a:pt x="775" y="573"/>
                </a:lnTo>
                <a:lnTo>
                  <a:pt x="774" y="574"/>
                </a:lnTo>
                <a:lnTo>
                  <a:pt x="775" y="574"/>
                </a:lnTo>
                <a:lnTo>
                  <a:pt x="775" y="575"/>
                </a:lnTo>
                <a:lnTo>
                  <a:pt x="775" y="576"/>
                </a:lnTo>
                <a:lnTo>
                  <a:pt x="774" y="576"/>
                </a:lnTo>
                <a:lnTo>
                  <a:pt x="772" y="577"/>
                </a:lnTo>
                <a:lnTo>
                  <a:pt x="771" y="577"/>
                </a:lnTo>
                <a:lnTo>
                  <a:pt x="770" y="578"/>
                </a:lnTo>
                <a:lnTo>
                  <a:pt x="770" y="579"/>
                </a:lnTo>
                <a:lnTo>
                  <a:pt x="771" y="579"/>
                </a:lnTo>
                <a:lnTo>
                  <a:pt x="771" y="580"/>
                </a:lnTo>
                <a:lnTo>
                  <a:pt x="771" y="582"/>
                </a:lnTo>
                <a:lnTo>
                  <a:pt x="772" y="583"/>
                </a:lnTo>
                <a:lnTo>
                  <a:pt x="772" y="584"/>
                </a:lnTo>
                <a:lnTo>
                  <a:pt x="771" y="584"/>
                </a:lnTo>
                <a:lnTo>
                  <a:pt x="770" y="584"/>
                </a:lnTo>
                <a:lnTo>
                  <a:pt x="770" y="585"/>
                </a:lnTo>
                <a:lnTo>
                  <a:pt x="769" y="584"/>
                </a:lnTo>
                <a:lnTo>
                  <a:pt x="768" y="584"/>
                </a:lnTo>
                <a:lnTo>
                  <a:pt x="767" y="584"/>
                </a:lnTo>
                <a:lnTo>
                  <a:pt x="767" y="583"/>
                </a:lnTo>
                <a:lnTo>
                  <a:pt x="767" y="584"/>
                </a:lnTo>
                <a:lnTo>
                  <a:pt x="766" y="584"/>
                </a:lnTo>
                <a:lnTo>
                  <a:pt x="765" y="584"/>
                </a:lnTo>
                <a:lnTo>
                  <a:pt x="764" y="584"/>
                </a:lnTo>
                <a:lnTo>
                  <a:pt x="763" y="584"/>
                </a:lnTo>
                <a:lnTo>
                  <a:pt x="762" y="584"/>
                </a:lnTo>
                <a:lnTo>
                  <a:pt x="761" y="583"/>
                </a:lnTo>
                <a:lnTo>
                  <a:pt x="761" y="584"/>
                </a:lnTo>
                <a:lnTo>
                  <a:pt x="760" y="584"/>
                </a:lnTo>
                <a:lnTo>
                  <a:pt x="760" y="585"/>
                </a:lnTo>
                <a:lnTo>
                  <a:pt x="759" y="585"/>
                </a:lnTo>
                <a:lnTo>
                  <a:pt x="759" y="584"/>
                </a:lnTo>
                <a:lnTo>
                  <a:pt x="758" y="582"/>
                </a:lnTo>
                <a:lnTo>
                  <a:pt x="757" y="583"/>
                </a:lnTo>
                <a:lnTo>
                  <a:pt x="756" y="583"/>
                </a:lnTo>
                <a:lnTo>
                  <a:pt x="756" y="584"/>
                </a:lnTo>
                <a:lnTo>
                  <a:pt x="756" y="585"/>
                </a:lnTo>
                <a:lnTo>
                  <a:pt x="755" y="585"/>
                </a:lnTo>
                <a:lnTo>
                  <a:pt x="754" y="585"/>
                </a:lnTo>
                <a:lnTo>
                  <a:pt x="753" y="585"/>
                </a:lnTo>
                <a:lnTo>
                  <a:pt x="753" y="587"/>
                </a:lnTo>
                <a:lnTo>
                  <a:pt x="753" y="588"/>
                </a:lnTo>
                <a:lnTo>
                  <a:pt x="752" y="588"/>
                </a:lnTo>
                <a:lnTo>
                  <a:pt x="752" y="589"/>
                </a:lnTo>
                <a:lnTo>
                  <a:pt x="752" y="590"/>
                </a:lnTo>
                <a:lnTo>
                  <a:pt x="752" y="591"/>
                </a:lnTo>
                <a:lnTo>
                  <a:pt x="751" y="591"/>
                </a:lnTo>
                <a:lnTo>
                  <a:pt x="751" y="592"/>
                </a:lnTo>
                <a:lnTo>
                  <a:pt x="750" y="592"/>
                </a:lnTo>
                <a:lnTo>
                  <a:pt x="749" y="592"/>
                </a:lnTo>
                <a:lnTo>
                  <a:pt x="747" y="592"/>
                </a:lnTo>
                <a:lnTo>
                  <a:pt x="747" y="593"/>
                </a:lnTo>
                <a:lnTo>
                  <a:pt x="747" y="594"/>
                </a:lnTo>
                <a:lnTo>
                  <a:pt x="747" y="595"/>
                </a:lnTo>
                <a:lnTo>
                  <a:pt x="746" y="596"/>
                </a:lnTo>
                <a:lnTo>
                  <a:pt x="746" y="597"/>
                </a:lnTo>
                <a:lnTo>
                  <a:pt x="745" y="597"/>
                </a:lnTo>
                <a:lnTo>
                  <a:pt x="746" y="597"/>
                </a:lnTo>
                <a:lnTo>
                  <a:pt x="746" y="598"/>
                </a:lnTo>
                <a:lnTo>
                  <a:pt x="746" y="599"/>
                </a:lnTo>
                <a:lnTo>
                  <a:pt x="746" y="600"/>
                </a:lnTo>
                <a:lnTo>
                  <a:pt x="745" y="600"/>
                </a:lnTo>
                <a:lnTo>
                  <a:pt x="746" y="600"/>
                </a:lnTo>
                <a:lnTo>
                  <a:pt x="747" y="601"/>
                </a:lnTo>
                <a:lnTo>
                  <a:pt x="748" y="601"/>
                </a:lnTo>
                <a:lnTo>
                  <a:pt x="749" y="602"/>
                </a:lnTo>
                <a:lnTo>
                  <a:pt x="749" y="603"/>
                </a:lnTo>
                <a:lnTo>
                  <a:pt x="749" y="604"/>
                </a:lnTo>
                <a:lnTo>
                  <a:pt x="748" y="604"/>
                </a:lnTo>
                <a:lnTo>
                  <a:pt x="748" y="605"/>
                </a:lnTo>
                <a:lnTo>
                  <a:pt x="749" y="605"/>
                </a:lnTo>
                <a:lnTo>
                  <a:pt x="749" y="606"/>
                </a:lnTo>
                <a:lnTo>
                  <a:pt x="749" y="607"/>
                </a:lnTo>
                <a:lnTo>
                  <a:pt x="749" y="608"/>
                </a:lnTo>
                <a:lnTo>
                  <a:pt x="749" y="609"/>
                </a:lnTo>
                <a:lnTo>
                  <a:pt x="749" y="610"/>
                </a:lnTo>
                <a:lnTo>
                  <a:pt x="749" y="611"/>
                </a:lnTo>
                <a:lnTo>
                  <a:pt x="748" y="612"/>
                </a:lnTo>
                <a:lnTo>
                  <a:pt x="748" y="614"/>
                </a:lnTo>
                <a:lnTo>
                  <a:pt x="749" y="614"/>
                </a:lnTo>
                <a:lnTo>
                  <a:pt x="749" y="613"/>
                </a:lnTo>
                <a:lnTo>
                  <a:pt x="750" y="613"/>
                </a:lnTo>
                <a:lnTo>
                  <a:pt x="750" y="614"/>
                </a:lnTo>
                <a:lnTo>
                  <a:pt x="751" y="613"/>
                </a:lnTo>
                <a:lnTo>
                  <a:pt x="751" y="614"/>
                </a:lnTo>
                <a:lnTo>
                  <a:pt x="752" y="615"/>
                </a:lnTo>
                <a:lnTo>
                  <a:pt x="752" y="616"/>
                </a:lnTo>
                <a:lnTo>
                  <a:pt x="753" y="617"/>
                </a:lnTo>
                <a:lnTo>
                  <a:pt x="754" y="617"/>
                </a:lnTo>
                <a:lnTo>
                  <a:pt x="756" y="617"/>
                </a:lnTo>
                <a:lnTo>
                  <a:pt x="756" y="618"/>
                </a:lnTo>
                <a:lnTo>
                  <a:pt x="757" y="618"/>
                </a:lnTo>
                <a:lnTo>
                  <a:pt x="757" y="617"/>
                </a:lnTo>
                <a:lnTo>
                  <a:pt x="757" y="616"/>
                </a:lnTo>
                <a:lnTo>
                  <a:pt x="757" y="615"/>
                </a:lnTo>
                <a:lnTo>
                  <a:pt x="757" y="614"/>
                </a:lnTo>
                <a:lnTo>
                  <a:pt x="758" y="614"/>
                </a:lnTo>
                <a:lnTo>
                  <a:pt x="759" y="614"/>
                </a:lnTo>
                <a:lnTo>
                  <a:pt x="761" y="614"/>
                </a:lnTo>
                <a:lnTo>
                  <a:pt x="761" y="613"/>
                </a:lnTo>
                <a:lnTo>
                  <a:pt x="760" y="613"/>
                </a:lnTo>
                <a:lnTo>
                  <a:pt x="760" y="612"/>
                </a:lnTo>
                <a:lnTo>
                  <a:pt x="760" y="611"/>
                </a:lnTo>
                <a:lnTo>
                  <a:pt x="761" y="611"/>
                </a:lnTo>
                <a:lnTo>
                  <a:pt x="762" y="611"/>
                </a:lnTo>
                <a:lnTo>
                  <a:pt x="762" y="612"/>
                </a:lnTo>
                <a:lnTo>
                  <a:pt x="762" y="613"/>
                </a:lnTo>
                <a:lnTo>
                  <a:pt x="763" y="614"/>
                </a:lnTo>
                <a:lnTo>
                  <a:pt x="764" y="614"/>
                </a:lnTo>
                <a:lnTo>
                  <a:pt x="765" y="614"/>
                </a:lnTo>
                <a:lnTo>
                  <a:pt x="765" y="615"/>
                </a:lnTo>
                <a:lnTo>
                  <a:pt x="765" y="616"/>
                </a:lnTo>
                <a:lnTo>
                  <a:pt x="766" y="617"/>
                </a:lnTo>
                <a:lnTo>
                  <a:pt x="766" y="618"/>
                </a:lnTo>
                <a:lnTo>
                  <a:pt x="767" y="619"/>
                </a:lnTo>
                <a:lnTo>
                  <a:pt x="767" y="620"/>
                </a:lnTo>
                <a:lnTo>
                  <a:pt x="768" y="620"/>
                </a:lnTo>
                <a:lnTo>
                  <a:pt x="769" y="619"/>
                </a:lnTo>
                <a:lnTo>
                  <a:pt x="769" y="620"/>
                </a:lnTo>
                <a:lnTo>
                  <a:pt x="770" y="621"/>
                </a:lnTo>
                <a:lnTo>
                  <a:pt x="771" y="621"/>
                </a:lnTo>
                <a:lnTo>
                  <a:pt x="771" y="622"/>
                </a:lnTo>
                <a:lnTo>
                  <a:pt x="770" y="622"/>
                </a:lnTo>
                <a:lnTo>
                  <a:pt x="770" y="623"/>
                </a:lnTo>
                <a:lnTo>
                  <a:pt x="770" y="624"/>
                </a:lnTo>
                <a:lnTo>
                  <a:pt x="769" y="624"/>
                </a:lnTo>
                <a:lnTo>
                  <a:pt x="769" y="625"/>
                </a:lnTo>
                <a:lnTo>
                  <a:pt x="769" y="626"/>
                </a:lnTo>
                <a:lnTo>
                  <a:pt x="768" y="627"/>
                </a:lnTo>
                <a:lnTo>
                  <a:pt x="768" y="628"/>
                </a:lnTo>
                <a:lnTo>
                  <a:pt x="768" y="629"/>
                </a:lnTo>
                <a:lnTo>
                  <a:pt x="768" y="630"/>
                </a:lnTo>
                <a:lnTo>
                  <a:pt x="769" y="631"/>
                </a:lnTo>
                <a:lnTo>
                  <a:pt x="770" y="631"/>
                </a:lnTo>
                <a:lnTo>
                  <a:pt x="770" y="632"/>
                </a:lnTo>
                <a:lnTo>
                  <a:pt x="769" y="632"/>
                </a:lnTo>
                <a:lnTo>
                  <a:pt x="769" y="633"/>
                </a:lnTo>
                <a:lnTo>
                  <a:pt x="770" y="633"/>
                </a:lnTo>
                <a:lnTo>
                  <a:pt x="771" y="633"/>
                </a:lnTo>
                <a:lnTo>
                  <a:pt x="772" y="633"/>
                </a:lnTo>
                <a:lnTo>
                  <a:pt x="772" y="632"/>
                </a:lnTo>
                <a:lnTo>
                  <a:pt x="773" y="631"/>
                </a:lnTo>
                <a:lnTo>
                  <a:pt x="774" y="631"/>
                </a:lnTo>
                <a:lnTo>
                  <a:pt x="774" y="632"/>
                </a:lnTo>
                <a:lnTo>
                  <a:pt x="775" y="632"/>
                </a:lnTo>
                <a:lnTo>
                  <a:pt x="775" y="631"/>
                </a:lnTo>
                <a:lnTo>
                  <a:pt x="776" y="631"/>
                </a:lnTo>
                <a:lnTo>
                  <a:pt x="777" y="631"/>
                </a:lnTo>
                <a:lnTo>
                  <a:pt x="778" y="632"/>
                </a:lnTo>
                <a:lnTo>
                  <a:pt x="778" y="633"/>
                </a:lnTo>
                <a:lnTo>
                  <a:pt x="778" y="634"/>
                </a:lnTo>
                <a:lnTo>
                  <a:pt x="779" y="635"/>
                </a:lnTo>
                <a:lnTo>
                  <a:pt x="779" y="634"/>
                </a:lnTo>
                <a:lnTo>
                  <a:pt x="779" y="633"/>
                </a:lnTo>
                <a:lnTo>
                  <a:pt x="780" y="633"/>
                </a:lnTo>
                <a:lnTo>
                  <a:pt x="780" y="634"/>
                </a:lnTo>
                <a:lnTo>
                  <a:pt x="781" y="634"/>
                </a:lnTo>
                <a:lnTo>
                  <a:pt x="781" y="633"/>
                </a:lnTo>
                <a:lnTo>
                  <a:pt x="782" y="633"/>
                </a:lnTo>
                <a:lnTo>
                  <a:pt x="782" y="634"/>
                </a:lnTo>
                <a:lnTo>
                  <a:pt x="783" y="634"/>
                </a:lnTo>
                <a:lnTo>
                  <a:pt x="783" y="635"/>
                </a:lnTo>
                <a:lnTo>
                  <a:pt x="784" y="635"/>
                </a:lnTo>
                <a:lnTo>
                  <a:pt x="784" y="634"/>
                </a:lnTo>
                <a:lnTo>
                  <a:pt x="784" y="633"/>
                </a:lnTo>
                <a:lnTo>
                  <a:pt x="783" y="633"/>
                </a:lnTo>
                <a:lnTo>
                  <a:pt x="783" y="632"/>
                </a:lnTo>
                <a:lnTo>
                  <a:pt x="784" y="632"/>
                </a:lnTo>
                <a:lnTo>
                  <a:pt x="784" y="631"/>
                </a:lnTo>
                <a:lnTo>
                  <a:pt x="785" y="631"/>
                </a:lnTo>
                <a:lnTo>
                  <a:pt x="786" y="631"/>
                </a:lnTo>
                <a:lnTo>
                  <a:pt x="786" y="630"/>
                </a:lnTo>
                <a:lnTo>
                  <a:pt x="787" y="630"/>
                </a:lnTo>
                <a:lnTo>
                  <a:pt x="788" y="629"/>
                </a:lnTo>
                <a:lnTo>
                  <a:pt x="789" y="629"/>
                </a:lnTo>
                <a:lnTo>
                  <a:pt x="791" y="629"/>
                </a:lnTo>
                <a:lnTo>
                  <a:pt x="791" y="628"/>
                </a:lnTo>
                <a:lnTo>
                  <a:pt x="792" y="628"/>
                </a:lnTo>
                <a:lnTo>
                  <a:pt x="792" y="629"/>
                </a:lnTo>
                <a:lnTo>
                  <a:pt x="793" y="629"/>
                </a:lnTo>
                <a:lnTo>
                  <a:pt x="794" y="629"/>
                </a:lnTo>
                <a:lnTo>
                  <a:pt x="795" y="630"/>
                </a:lnTo>
                <a:lnTo>
                  <a:pt x="796" y="630"/>
                </a:lnTo>
                <a:lnTo>
                  <a:pt x="797" y="630"/>
                </a:lnTo>
                <a:lnTo>
                  <a:pt x="797" y="631"/>
                </a:lnTo>
                <a:lnTo>
                  <a:pt x="798" y="631"/>
                </a:lnTo>
                <a:lnTo>
                  <a:pt x="798" y="632"/>
                </a:lnTo>
                <a:lnTo>
                  <a:pt x="799" y="632"/>
                </a:lnTo>
                <a:lnTo>
                  <a:pt x="799" y="633"/>
                </a:lnTo>
                <a:lnTo>
                  <a:pt x="800" y="633"/>
                </a:lnTo>
                <a:lnTo>
                  <a:pt x="800" y="634"/>
                </a:lnTo>
                <a:lnTo>
                  <a:pt x="801" y="634"/>
                </a:lnTo>
                <a:lnTo>
                  <a:pt x="801" y="635"/>
                </a:lnTo>
                <a:lnTo>
                  <a:pt x="801" y="636"/>
                </a:lnTo>
                <a:lnTo>
                  <a:pt x="802" y="636"/>
                </a:lnTo>
                <a:lnTo>
                  <a:pt x="803" y="636"/>
                </a:lnTo>
                <a:lnTo>
                  <a:pt x="803" y="637"/>
                </a:lnTo>
                <a:lnTo>
                  <a:pt x="804" y="638"/>
                </a:lnTo>
                <a:lnTo>
                  <a:pt x="805" y="639"/>
                </a:lnTo>
                <a:lnTo>
                  <a:pt x="804" y="640"/>
                </a:lnTo>
                <a:lnTo>
                  <a:pt x="804" y="641"/>
                </a:lnTo>
                <a:lnTo>
                  <a:pt x="803" y="641"/>
                </a:lnTo>
                <a:lnTo>
                  <a:pt x="803" y="642"/>
                </a:lnTo>
                <a:lnTo>
                  <a:pt x="802" y="643"/>
                </a:lnTo>
                <a:lnTo>
                  <a:pt x="802" y="644"/>
                </a:lnTo>
                <a:lnTo>
                  <a:pt x="803" y="644"/>
                </a:lnTo>
                <a:lnTo>
                  <a:pt x="803" y="645"/>
                </a:lnTo>
                <a:lnTo>
                  <a:pt x="804" y="645"/>
                </a:lnTo>
                <a:lnTo>
                  <a:pt x="805" y="645"/>
                </a:lnTo>
                <a:lnTo>
                  <a:pt x="806" y="645"/>
                </a:lnTo>
                <a:lnTo>
                  <a:pt x="807" y="645"/>
                </a:lnTo>
                <a:lnTo>
                  <a:pt x="807" y="646"/>
                </a:lnTo>
                <a:lnTo>
                  <a:pt x="808" y="646"/>
                </a:lnTo>
                <a:lnTo>
                  <a:pt x="808" y="647"/>
                </a:lnTo>
                <a:lnTo>
                  <a:pt x="809" y="647"/>
                </a:lnTo>
                <a:lnTo>
                  <a:pt x="809" y="648"/>
                </a:lnTo>
                <a:lnTo>
                  <a:pt x="809" y="649"/>
                </a:lnTo>
                <a:lnTo>
                  <a:pt x="810" y="649"/>
                </a:lnTo>
                <a:lnTo>
                  <a:pt x="810" y="650"/>
                </a:lnTo>
                <a:lnTo>
                  <a:pt x="810" y="651"/>
                </a:lnTo>
                <a:lnTo>
                  <a:pt x="809" y="651"/>
                </a:lnTo>
                <a:lnTo>
                  <a:pt x="809" y="652"/>
                </a:lnTo>
                <a:lnTo>
                  <a:pt x="808" y="652"/>
                </a:lnTo>
                <a:lnTo>
                  <a:pt x="808" y="654"/>
                </a:lnTo>
                <a:lnTo>
                  <a:pt x="808" y="655"/>
                </a:lnTo>
                <a:lnTo>
                  <a:pt x="808" y="656"/>
                </a:lnTo>
                <a:lnTo>
                  <a:pt x="808" y="657"/>
                </a:lnTo>
                <a:lnTo>
                  <a:pt x="809" y="657"/>
                </a:lnTo>
                <a:lnTo>
                  <a:pt x="810" y="657"/>
                </a:lnTo>
                <a:lnTo>
                  <a:pt x="810" y="658"/>
                </a:lnTo>
                <a:lnTo>
                  <a:pt x="810" y="659"/>
                </a:lnTo>
                <a:lnTo>
                  <a:pt x="811" y="659"/>
                </a:lnTo>
                <a:lnTo>
                  <a:pt x="811" y="660"/>
                </a:lnTo>
                <a:lnTo>
                  <a:pt x="811" y="661"/>
                </a:lnTo>
                <a:lnTo>
                  <a:pt x="810" y="662"/>
                </a:lnTo>
                <a:lnTo>
                  <a:pt x="809" y="663"/>
                </a:lnTo>
                <a:lnTo>
                  <a:pt x="809" y="664"/>
                </a:lnTo>
                <a:lnTo>
                  <a:pt x="810" y="664"/>
                </a:lnTo>
                <a:lnTo>
                  <a:pt x="811" y="664"/>
                </a:lnTo>
                <a:lnTo>
                  <a:pt x="811" y="665"/>
                </a:lnTo>
                <a:lnTo>
                  <a:pt x="810" y="665"/>
                </a:lnTo>
                <a:lnTo>
                  <a:pt x="810" y="666"/>
                </a:lnTo>
                <a:lnTo>
                  <a:pt x="809" y="666"/>
                </a:lnTo>
                <a:lnTo>
                  <a:pt x="808" y="666"/>
                </a:lnTo>
                <a:lnTo>
                  <a:pt x="807" y="667"/>
                </a:lnTo>
                <a:lnTo>
                  <a:pt x="806" y="668"/>
                </a:lnTo>
                <a:lnTo>
                  <a:pt x="805" y="668"/>
                </a:lnTo>
                <a:lnTo>
                  <a:pt x="804" y="669"/>
                </a:lnTo>
                <a:lnTo>
                  <a:pt x="803" y="669"/>
                </a:lnTo>
                <a:lnTo>
                  <a:pt x="803" y="670"/>
                </a:lnTo>
                <a:lnTo>
                  <a:pt x="802" y="670"/>
                </a:lnTo>
                <a:lnTo>
                  <a:pt x="801" y="670"/>
                </a:lnTo>
                <a:lnTo>
                  <a:pt x="801" y="671"/>
                </a:lnTo>
                <a:lnTo>
                  <a:pt x="800" y="671"/>
                </a:lnTo>
                <a:lnTo>
                  <a:pt x="799" y="671"/>
                </a:lnTo>
                <a:lnTo>
                  <a:pt x="798" y="672"/>
                </a:lnTo>
                <a:lnTo>
                  <a:pt x="797" y="671"/>
                </a:lnTo>
                <a:lnTo>
                  <a:pt x="796" y="671"/>
                </a:lnTo>
                <a:lnTo>
                  <a:pt x="795" y="671"/>
                </a:lnTo>
                <a:lnTo>
                  <a:pt x="795" y="670"/>
                </a:lnTo>
                <a:lnTo>
                  <a:pt x="794" y="670"/>
                </a:lnTo>
                <a:lnTo>
                  <a:pt x="792" y="669"/>
                </a:lnTo>
                <a:lnTo>
                  <a:pt x="791" y="669"/>
                </a:lnTo>
                <a:lnTo>
                  <a:pt x="790" y="669"/>
                </a:lnTo>
                <a:lnTo>
                  <a:pt x="789" y="669"/>
                </a:lnTo>
                <a:lnTo>
                  <a:pt x="788" y="669"/>
                </a:lnTo>
                <a:lnTo>
                  <a:pt x="787" y="669"/>
                </a:lnTo>
                <a:lnTo>
                  <a:pt x="786" y="669"/>
                </a:lnTo>
                <a:lnTo>
                  <a:pt x="786" y="670"/>
                </a:lnTo>
                <a:lnTo>
                  <a:pt x="786" y="671"/>
                </a:lnTo>
                <a:lnTo>
                  <a:pt x="785" y="671"/>
                </a:lnTo>
                <a:lnTo>
                  <a:pt x="784" y="672"/>
                </a:lnTo>
                <a:lnTo>
                  <a:pt x="783" y="672"/>
                </a:lnTo>
                <a:lnTo>
                  <a:pt x="782" y="672"/>
                </a:lnTo>
                <a:lnTo>
                  <a:pt x="781" y="672"/>
                </a:lnTo>
                <a:lnTo>
                  <a:pt x="780" y="672"/>
                </a:lnTo>
                <a:lnTo>
                  <a:pt x="779" y="672"/>
                </a:lnTo>
                <a:lnTo>
                  <a:pt x="778" y="673"/>
                </a:lnTo>
                <a:lnTo>
                  <a:pt x="776" y="674"/>
                </a:lnTo>
                <a:lnTo>
                  <a:pt x="775" y="674"/>
                </a:lnTo>
                <a:lnTo>
                  <a:pt x="774" y="674"/>
                </a:lnTo>
                <a:lnTo>
                  <a:pt x="774" y="672"/>
                </a:lnTo>
                <a:lnTo>
                  <a:pt x="773" y="672"/>
                </a:lnTo>
                <a:lnTo>
                  <a:pt x="772" y="672"/>
                </a:lnTo>
                <a:lnTo>
                  <a:pt x="771" y="673"/>
                </a:lnTo>
                <a:lnTo>
                  <a:pt x="770" y="673"/>
                </a:lnTo>
                <a:lnTo>
                  <a:pt x="769" y="673"/>
                </a:lnTo>
                <a:lnTo>
                  <a:pt x="769" y="674"/>
                </a:lnTo>
                <a:lnTo>
                  <a:pt x="768" y="675"/>
                </a:lnTo>
                <a:lnTo>
                  <a:pt x="767" y="676"/>
                </a:lnTo>
                <a:lnTo>
                  <a:pt x="767" y="677"/>
                </a:lnTo>
                <a:lnTo>
                  <a:pt x="766" y="677"/>
                </a:lnTo>
                <a:lnTo>
                  <a:pt x="766" y="676"/>
                </a:lnTo>
                <a:lnTo>
                  <a:pt x="765" y="676"/>
                </a:lnTo>
                <a:lnTo>
                  <a:pt x="764" y="676"/>
                </a:lnTo>
                <a:lnTo>
                  <a:pt x="763" y="676"/>
                </a:lnTo>
                <a:lnTo>
                  <a:pt x="762" y="676"/>
                </a:lnTo>
                <a:lnTo>
                  <a:pt x="762" y="675"/>
                </a:lnTo>
                <a:lnTo>
                  <a:pt x="761" y="675"/>
                </a:lnTo>
                <a:lnTo>
                  <a:pt x="760" y="675"/>
                </a:lnTo>
                <a:lnTo>
                  <a:pt x="759" y="675"/>
                </a:lnTo>
                <a:lnTo>
                  <a:pt x="758" y="676"/>
                </a:lnTo>
                <a:lnTo>
                  <a:pt x="757" y="676"/>
                </a:lnTo>
                <a:lnTo>
                  <a:pt x="756" y="676"/>
                </a:lnTo>
                <a:lnTo>
                  <a:pt x="756" y="677"/>
                </a:lnTo>
                <a:lnTo>
                  <a:pt x="755" y="677"/>
                </a:lnTo>
                <a:lnTo>
                  <a:pt x="755" y="678"/>
                </a:lnTo>
                <a:lnTo>
                  <a:pt x="755" y="679"/>
                </a:lnTo>
                <a:lnTo>
                  <a:pt x="754" y="679"/>
                </a:lnTo>
                <a:lnTo>
                  <a:pt x="752" y="679"/>
                </a:lnTo>
                <a:lnTo>
                  <a:pt x="751" y="679"/>
                </a:lnTo>
                <a:lnTo>
                  <a:pt x="750" y="679"/>
                </a:lnTo>
                <a:lnTo>
                  <a:pt x="749" y="680"/>
                </a:lnTo>
                <a:lnTo>
                  <a:pt x="748" y="681"/>
                </a:lnTo>
                <a:lnTo>
                  <a:pt x="747" y="681"/>
                </a:lnTo>
                <a:lnTo>
                  <a:pt x="747" y="680"/>
                </a:lnTo>
                <a:lnTo>
                  <a:pt x="746" y="680"/>
                </a:lnTo>
                <a:lnTo>
                  <a:pt x="746" y="679"/>
                </a:lnTo>
                <a:lnTo>
                  <a:pt x="747" y="679"/>
                </a:lnTo>
                <a:lnTo>
                  <a:pt x="746" y="679"/>
                </a:lnTo>
                <a:lnTo>
                  <a:pt x="746" y="678"/>
                </a:lnTo>
                <a:lnTo>
                  <a:pt x="745" y="678"/>
                </a:lnTo>
                <a:lnTo>
                  <a:pt x="745" y="677"/>
                </a:lnTo>
                <a:lnTo>
                  <a:pt x="745" y="676"/>
                </a:lnTo>
                <a:lnTo>
                  <a:pt x="745" y="675"/>
                </a:lnTo>
                <a:lnTo>
                  <a:pt x="744" y="675"/>
                </a:lnTo>
                <a:lnTo>
                  <a:pt x="743" y="675"/>
                </a:lnTo>
                <a:lnTo>
                  <a:pt x="742" y="675"/>
                </a:lnTo>
                <a:lnTo>
                  <a:pt x="741" y="675"/>
                </a:lnTo>
                <a:lnTo>
                  <a:pt x="740" y="674"/>
                </a:lnTo>
                <a:lnTo>
                  <a:pt x="739" y="673"/>
                </a:lnTo>
                <a:lnTo>
                  <a:pt x="739" y="672"/>
                </a:lnTo>
                <a:lnTo>
                  <a:pt x="738" y="671"/>
                </a:lnTo>
                <a:lnTo>
                  <a:pt x="737" y="671"/>
                </a:lnTo>
                <a:lnTo>
                  <a:pt x="736" y="670"/>
                </a:lnTo>
                <a:lnTo>
                  <a:pt x="735" y="670"/>
                </a:lnTo>
                <a:lnTo>
                  <a:pt x="734" y="670"/>
                </a:lnTo>
                <a:lnTo>
                  <a:pt x="733" y="669"/>
                </a:lnTo>
                <a:lnTo>
                  <a:pt x="733" y="670"/>
                </a:lnTo>
                <a:lnTo>
                  <a:pt x="732" y="670"/>
                </a:lnTo>
                <a:lnTo>
                  <a:pt x="731" y="670"/>
                </a:lnTo>
                <a:lnTo>
                  <a:pt x="731" y="669"/>
                </a:lnTo>
                <a:lnTo>
                  <a:pt x="730" y="669"/>
                </a:lnTo>
                <a:lnTo>
                  <a:pt x="730" y="670"/>
                </a:lnTo>
                <a:lnTo>
                  <a:pt x="729" y="671"/>
                </a:lnTo>
                <a:lnTo>
                  <a:pt x="729" y="670"/>
                </a:lnTo>
                <a:lnTo>
                  <a:pt x="728" y="670"/>
                </a:lnTo>
                <a:lnTo>
                  <a:pt x="727" y="671"/>
                </a:lnTo>
                <a:lnTo>
                  <a:pt x="726" y="671"/>
                </a:lnTo>
                <a:lnTo>
                  <a:pt x="726" y="672"/>
                </a:lnTo>
                <a:lnTo>
                  <a:pt x="725" y="672"/>
                </a:lnTo>
                <a:lnTo>
                  <a:pt x="725" y="671"/>
                </a:lnTo>
                <a:lnTo>
                  <a:pt x="724" y="672"/>
                </a:lnTo>
                <a:lnTo>
                  <a:pt x="722" y="672"/>
                </a:lnTo>
                <a:lnTo>
                  <a:pt x="722" y="673"/>
                </a:lnTo>
                <a:lnTo>
                  <a:pt x="721" y="674"/>
                </a:lnTo>
                <a:lnTo>
                  <a:pt x="721" y="675"/>
                </a:lnTo>
                <a:lnTo>
                  <a:pt x="720" y="675"/>
                </a:lnTo>
                <a:lnTo>
                  <a:pt x="720" y="674"/>
                </a:lnTo>
                <a:lnTo>
                  <a:pt x="720" y="675"/>
                </a:lnTo>
                <a:lnTo>
                  <a:pt x="719" y="675"/>
                </a:lnTo>
                <a:lnTo>
                  <a:pt x="719" y="676"/>
                </a:lnTo>
                <a:lnTo>
                  <a:pt x="718" y="677"/>
                </a:lnTo>
                <a:lnTo>
                  <a:pt x="718" y="676"/>
                </a:lnTo>
                <a:lnTo>
                  <a:pt x="717" y="676"/>
                </a:lnTo>
                <a:lnTo>
                  <a:pt x="717" y="675"/>
                </a:lnTo>
                <a:lnTo>
                  <a:pt x="717" y="674"/>
                </a:lnTo>
                <a:lnTo>
                  <a:pt x="716" y="673"/>
                </a:lnTo>
                <a:lnTo>
                  <a:pt x="716" y="672"/>
                </a:lnTo>
                <a:lnTo>
                  <a:pt x="717" y="672"/>
                </a:lnTo>
                <a:lnTo>
                  <a:pt x="717" y="671"/>
                </a:lnTo>
                <a:lnTo>
                  <a:pt x="716" y="671"/>
                </a:lnTo>
                <a:lnTo>
                  <a:pt x="717" y="670"/>
                </a:lnTo>
                <a:lnTo>
                  <a:pt x="716" y="670"/>
                </a:lnTo>
                <a:lnTo>
                  <a:pt x="716" y="669"/>
                </a:lnTo>
                <a:lnTo>
                  <a:pt x="715" y="669"/>
                </a:lnTo>
                <a:lnTo>
                  <a:pt x="715" y="668"/>
                </a:lnTo>
                <a:lnTo>
                  <a:pt x="715" y="667"/>
                </a:lnTo>
                <a:lnTo>
                  <a:pt x="716" y="667"/>
                </a:lnTo>
                <a:lnTo>
                  <a:pt x="716" y="666"/>
                </a:lnTo>
                <a:lnTo>
                  <a:pt x="717" y="666"/>
                </a:lnTo>
                <a:lnTo>
                  <a:pt x="718" y="666"/>
                </a:lnTo>
                <a:lnTo>
                  <a:pt x="719" y="666"/>
                </a:lnTo>
                <a:lnTo>
                  <a:pt x="719" y="665"/>
                </a:lnTo>
                <a:lnTo>
                  <a:pt x="718" y="665"/>
                </a:lnTo>
                <a:lnTo>
                  <a:pt x="717" y="665"/>
                </a:lnTo>
                <a:lnTo>
                  <a:pt x="716" y="665"/>
                </a:lnTo>
                <a:lnTo>
                  <a:pt x="715" y="665"/>
                </a:lnTo>
                <a:lnTo>
                  <a:pt x="714" y="665"/>
                </a:lnTo>
                <a:lnTo>
                  <a:pt x="714" y="664"/>
                </a:lnTo>
                <a:lnTo>
                  <a:pt x="713" y="664"/>
                </a:lnTo>
                <a:lnTo>
                  <a:pt x="713" y="665"/>
                </a:lnTo>
                <a:lnTo>
                  <a:pt x="712" y="665"/>
                </a:lnTo>
                <a:lnTo>
                  <a:pt x="712" y="664"/>
                </a:lnTo>
                <a:lnTo>
                  <a:pt x="713" y="663"/>
                </a:lnTo>
                <a:lnTo>
                  <a:pt x="713" y="662"/>
                </a:lnTo>
                <a:lnTo>
                  <a:pt x="712" y="662"/>
                </a:lnTo>
                <a:lnTo>
                  <a:pt x="712" y="661"/>
                </a:lnTo>
                <a:lnTo>
                  <a:pt x="713" y="661"/>
                </a:lnTo>
                <a:lnTo>
                  <a:pt x="712" y="660"/>
                </a:lnTo>
                <a:lnTo>
                  <a:pt x="712" y="659"/>
                </a:lnTo>
                <a:lnTo>
                  <a:pt x="712" y="658"/>
                </a:lnTo>
                <a:lnTo>
                  <a:pt x="711" y="658"/>
                </a:lnTo>
                <a:lnTo>
                  <a:pt x="711" y="657"/>
                </a:lnTo>
                <a:lnTo>
                  <a:pt x="712" y="657"/>
                </a:lnTo>
                <a:lnTo>
                  <a:pt x="712" y="656"/>
                </a:lnTo>
                <a:lnTo>
                  <a:pt x="713" y="656"/>
                </a:lnTo>
                <a:lnTo>
                  <a:pt x="713" y="655"/>
                </a:lnTo>
                <a:lnTo>
                  <a:pt x="714" y="655"/>
                </a:lnTo>
                <a:lnTo>
                  <a:pt x="714" y="656"/>
                </a:lnTo>
                <a:lnTo>
                  <a:pt x="715" y="655"/>
                </a:lnTo>
                <a:lnTo>
                  <a:pt x="715" y="654"/>
                </a:lnTo>
                <a:lnTo>
                  <a:pt x="716" y="654"/>
                </a:lnTo>
                <a:lnTo>
                  <a:pt x="716" y="652"/>
                </a:lnTo>
                <a:lnTo>
                  <a:pt x="716" y="651"/>
                </a:lnTo>
                <a:lnTo>
                  <a:pt x="716" y="650"/>
                </a:lnTo>
                <a:lnTo>
                  <a:pt x="716" y="649"/>
                </a:lnTo>
                <a:lnTo>
                  <a:pt x="716" y="648"/>
                </a:lnTo>
                <a:lnTo>
                  <a:pt x="715" y="648"/>
                </a:lnTo>
                <a:lnTo>
                  <a:pt x="715" y="647"/>
                </a:lnTo>
                <a:lnTo>
                  <a:pt x="715" y="646"/>
                </a:lnTo>
                <a:lnTo>
                  <a:pt x="714" y="646"/>
                </a:lnTo>
                <a:lnTo>
                  <a:pt x="714" y="645"/>
                </a:lnTo>
                <a:lnTo>
                  <a:pt x="713" y="645"/>
                </a:lnTo>
                <a:lnTo>
                  <a:pt x="712" y="645"/>
                </a:lnTo>
                <a:lnTo>
                  <a:pt x="711" y="645"/>
                </a:lnTo>
                <a:lnTo>
                  <a:pt x="711" y="646"/>
                </a:lnTo>
                <a:lnTo>
                  <a:pt x="710" y="646"/>
                </a:lnTo>
                <a:lnTo>
                  <a:pt x="710" y="647"/>
                </a:lnTo>
                <a:lnTo>
                  <a:pt x="710" y="646"/>
                </a:lnTo>
                <a:lnTo>
                  <a:pt x="709" y="646"/>
                </a:lnTo>
                <a:lnTo>
                  <a:pt x="708" y="646"/>
                </a:lnTo>
                <a:lnTo>
                  <a:pt x="707" y="646"/>
                </a:lnTo>
                <a:lnTo>
                  <a:pt x="707" y="645"/>
                </a:lnTo>
                <a:lnTo>
                  <a:pt x="706" y="645"/>
                </a:lnTo>
                <a:lnTo>
                  <a:pt x="706" y="644"/>
                </a:lnTo>
                <a:lnTo>
                  <a:pt x="706" y="643"/>
                </a:lnTo>
                <a:lnTo>
                  <a:pt x="706" y="642"/>
                </a:lnTo>
                <a:lnTo>
                  <a:pt x="707" y="642"/>
                </a:lnTo>
                <a:lnTo>
                  <a:pt x="707" y="641"/>
                </a:lnTo>
                <a:lnTo>
                  <a:pt x="707" y="640"/>
                </a:lnTo>
                <a:lnTo>
                  <a:pt x="707" y="639"/>
                </a:lnTo>
                <a:lnTo>
                  <a:pt x="706" y="639"/>
                </a:lnTo>
                <a:lnTo>
                  <a:pt x="706" y="638"/>
                </a:lnTo>
                <a:lnTo>
                  <a:pt x="705" y="638"/>
                </a:lnTo>
                <a:lnTo>
                  <a:pt x="704" y="638"/>
                </a:lnTo>
                <a:lnTo>
                  <a:pt x="704" y="639"/>
                </a:lnTo>
                <a:lnTo>
                  <a:pt x="703" y="639"/>
                </a:lnTo>
                <a:lnTo>
                  <a:pt x="702" y="639"/>
                </a:lnTo>
                <a:lnTo>
                  <a:pt x="702" y="638"/>
                </a:lnTo>
                <a:lnTo>
                  <a:pt x="701" y="638"/>
                </a:lnTo>
                <a:lnTo>
                  <a:pt x="700" y="637"/>
                </a:lnTo>
                <a:lnTo>
                  <a:pt x="699" y="637"/>
                </a:lnTo>
                <a:lnTo>
                  <a:pt x="698" y="637"/>
                </a:lnTo>
                <a:lnTo>
                  <a:pt x="697" y="637"/>
                </a:lnTo>
                <a:lnTo>
                  <a:pt x="697" y="636"/>
                </a:lnTo>
                <a:lnTo>
                  <a:pt x="696" y="636"/>
                </a:lnTo>
                <a:lnTo>
                  <a:pt x="696" y="635"/>
                </a:lnTo>
                <a:lnTo>
                  <a:pt x="695" y="636"/>
                </a:lnTo>
                <a:lnTo>
                  <a:pt x="695" y="635"/>
                </a:lnTo>
                <a:lnTo>
                  <a:pt x="694" y="636"/>
                </a:lnTo>
                <a:lnTo>
                  <a:pt x="693" y="637"/>
                </a:lnTo>
                <a:lnTo>
                  <a:pt x="693" y="638"/>
                </a:lnTo>
                <a:lnTo>
                  <a:pt x="692" y="638"/>
                </a:lnTo>
                <a:lnTo>
                  <a:pt x="692" y="639"/>
                </a:lnTo>
                <a:lnTo>
                  <a:pt x="691" y="639"/>
                </a:lnTo>
                <a:lnTo>
                  <a:pt x="690" y="639"/>
                </a:lnTo>
                <a:lnTo>
                  <a:pt x="689" y="639"/>
                </a:lnTo>
                <a:lnTo>
                  <a:pt x="688" y="639"/>
                </a:lnTo>
                <a:lnTo>
                  <a:pt x="688" y="640"/>
                </a:lnTo>
                <a:lnTo>
                  <a:pt x="688" y="641"/>
                </a:lnTo>
                <a:lnTo>
                  <a:pt x="688" y="642"/>
                </a:lnTo>
                <a:lnTo>
                  <a:pt x="688" y="643"/>
                </a:lnTo>
                <a:lnTo>
                  <a:pt x="688" y="644"/>
                </a:lnTo>
                <a:lnTo>
                  <a:pt x="687" y="644"/>
                </a:lnTo>
                <a:lnTo>
                  <a:pt x="687" y="645"/>
                </a:lnTo>
                <a:lnTo>
                  <a:pt x="686" y="645"/>
                </a:lnTo>
                <a:lnTo>
                  <a:pt x="686" y="646"/>
                </a:lnTo>
                <a:lnTo>
                  <a:pt x="685" y="647"/>
                </a:lnTo>
                <a:lnTo>
                  <a:pt x="686" y="647"/>
                </a:lnTo>
                <a:lnTo>
                  <a:pt x="685" y="647"/>
                </a:lnTo>
                <a:lnTo>
                  <a:pt x="684" y="647"/>
                </a:lnTo>
                <a:lnTo>
                  <a:pt x="684" y="648"/>
                </a:lnTo>
                <a:lnTo>
                  <a:pt x="683" y="648"/>
                </a:lnTo>
                <a:lnTo>
                  <a:pt x="683" y="649"/>
                </a:lnTo>
                <a:lnTo>
                  <a:pt x="682" y="649"/>
                </a:lnTo>
                <a:lnTo>
                  <a:pt x="682" y="651"/>
                </a:lnTo>
                <a:lnTo>
                  <a:pt x="683" y="651"/>
                </a:lnTo>
                <a:lnTo>
                  <a:pt x="683" y="652"/>
                </a:lnTo>
                <a:lnTo>
                  <a:pt x="682" y="652"/>
                </a:lnTo>
                <a:lnTo>
                  <a:pt x="681" y="652"/>
                </a:lnTo>
                <a:lnTo>
                  <a:pt x="680" y="654"/>
                </a:lnTo>
                <a:lnTo>
                  <a:pt x="680" y="655"/>
                </a:lnTo>
                <a:lnTo>
                  <a:pt x="680" y="656"/>
                </a:lnTo>
                <a:lnTo>
                  <a:pt x="679" y="656"/>
                </a:lnTo>
                <a:lnTo>
                  <a:pt x="678" y="656"/>
                </a:lnTo>
                <a:lnTo>
                  <a:pt x="677" y="656"/>
                </a:lnTo>
                <a:lnTo>
                  <a:pt x="677" y="657"/>
                </a:lnTo>
                <a:lnTo>
                  <a:pt x="676" y="657"/>
                </a:lnTo>
                <a:lnTo>
                  <a:pt x="676" y="656"/>
                </a:lnTo>
                <a:lnTo>
                  <a:pt x="675" y="656"/>
                </a:lnTo>
                <a:lnTo>
                  <a:pt x="675" y="657"/>
                </a:lnTo>
                <a:lnTo>
                  <a:pt x="674" y="657"/>
                </a:lnTo>
                <a:lnTo>
                  <a:pt x="674" y="656"/>
                </a:lnTo>
                <a:lnTo>
                  <a:pt x="673" y="657"/>
                </a:lnTo>
                <a:lnTo>
                  <a:pt x="672" y="657"/>
                </a:lnTo>
                <a:lnTo>
                  <a:pt x="672" y="656"/>
                </a:lnTo>
                <a:lnTo>
                  <a:pt x="672" y="657"/>
                </a:lnTo>
                <a:lnTo>
                  <a:pt x="671" y="657"/>
                </a:lnTo>
                <a:lnTo>
                  <a:pt x="670" y="658"/>
                </a:lnTo>
                <a:lnTo>
                  <a:pt x="669" y="658"/>
                </a:lnTo>
                <a:lnTo>
                  <a:pt x="668" y="658"/>
                </a:lnTo>
                <a:lnTo>
                  <a:pt x="668" y="657"/>
                </a:lnTo>
                <a:lnTo>
                  <a:pt x="668" y="656"/>
                </a:lnTo>
                <a:lnTo>
                  <a:pt x="667" y="657"/>
                </a:lnTo>
                <a:lnTo>
                  <a:pt x="666" y="657"/>
                </a:lnTo>
                <a:lnTo>
                  <a:pt x="665" y="657"/>
                </a:lnTo>
                <a:lnTo>
                  <a:pt x="664" y="658"/>
                </a:lnTo>
                <a:lnTo>
                  <a:pt x="663" y="658"/>
                </a:lnTo>
                <a:lnTo>
                  <a:pt x="662" y="658"/>
                </a:lnTo>
                <a:lnTo>
                  <a:pt x="662" y="659"/>
                </a:lnTo>
                <a:lnTo>
                  <a:pt x="661" y="659"/>
                </a:lnTo>
                <a:lnTo>
                  <a:pt x="660" y="660"/>
                </a:lnTo>
                <a:lnTo>
                  <a:pt x="659" y="660"/>
                </a:lnTo>
                <a:lnTo>
                  <a:pt x="659" y="661"/>
                </a:lnTo>
                <a:lnTo>
                  <a:pt x="658" y="661"/>
                </a:lnTo>
                <a:lnTo>
                  <a:pt x="657" y="662"/>
                </a:lnTo>
                <a:lnTo>
                  <a:pt x="657" y="661"/>
                </a:lnTo>
                <a:lnTo>
                  <a:pt x="656" y="661"/>
                </a:lnTo>
                <a:lnTo>
                  <a:pt x="655" y="661"/>
                </a:lnTo>
                <a:lnTo>
                  <a:pt x="654" y="662"/>
                </a:lnTo>
                <a:lnTo>
                  <a:pt x="653" y="662"/>
                </a:lnTo>
                <a:lnTo>
                  <a:pt x="653" y="663"/>
                </a:lnTo>
                <a:lnTo>
                  <a:pt x="652" y="663"/>
                </a:lnTo>
                <a:lnTo>
                  <a:pt x="652" y="662"/>
                </a:lnTo>
                <a:lnTo>
                  <a:pt x="651" y="662"/>
                </a:lnTo>
                <a:lnTo>
                  <a:pt x="651" y="661"/>
                </a:lnTo>
                <a:lnTo>
                  <a:pt x="651" y="660"/>
                </a:lnTo>
                <a:lnTo>
                  <a:pt x="650" y="660"/>
                </a:lnTo>
                <a:lnTo>
                  <a:pt x="650" y="659"/>
                </a:lnTo>
                <a:lnTo>
                  <a:pt x="649" y="659"/>
                </a:lnTo>
                <a:lnTo>
                  <a:pt x="649" y="658"/>
                </a:lnTo>
                <a:lnTo>
                  <a:pt x="648" y="658"/>
                </a:lnTo>
                <a:lnTo>
                  <a:pt x="647" y="659"/>
                </a:lnTo>
                <a:lnTo>
                  <a:pt x="646" y="659"/>
                </a:lnTo>
                <a:lnTo>
                  <a:pt x="646" y="658"/>
                </a:lnTo>
                <a:lnTo>
                  <a:pt x="645" y="658"/>
                </a:lnTo>
                <a:lnTo>
                  <a:pt x="645" y="657"/>
                </a:lnTo>
                <a:lnTo>
                  <a:pt x="644" y="656"/>
                </a:lnTo>
                <a:lnTo>
                  <a:pt x="644" y="657"/>
                </a:lnTo>
                <a:lnTo>
                  <a:pt x="643" y="656"/>
                </a:lnTo>
                <a:lnTo>
                  <a:pt x="642" y="656"/>
                </a:lnTo>
                <a:lnTo>
                  <a:pt x="642" y="655"/>
                </a:lnTo>
                <a:lnTo>
                  <a:pt x="642" y="654"/>
                </a:lnTo>
                <a:lnTo>
                  <a:pt x="641" y="654"/>
                </a:lnTo>
                <a:lnTo>
                  <a:pt x="640" y="654"/>
                </a:lnTo>
                <a:lnTo>
                  <a:pt x="640" y="652"/>
                </a:lnTo>
                <a:lnTo>
                  <a:pt x="639" y="652"/>
                </a:lnTo>
                <a:lnTo>
                  <a:pt x="638" y="651"/>
                </a:lnTo>
                <a:lnTo>
                  <a:pt x="638" y="650"/>
                </a:lnTo>
                <a:lnTo>
                  <a:pt x="637" y="650"/>
                </a:lnTo>
                <a:lnTo>
                  <a:pt x="636" y="650"/>
                </a:lnTo>
                <a:lnTo>
                  <a:pt x="636" y="649"/>
                </a:lnTo>
                <a:lnTo>
                  <a:pt x="635" y="649"/>
                </a:lnTo>
                <a:lnTo>
                  <a:pt x="635" y="648"/>
                </a:lnTo>
                <a:lnTo>
                  <a:pt x="635" y="647"/>
                </a:lnTo>
                <a:lnTo>
                  <a:pt x="634" y="647"/>
                </a:lnTo>
                <a:lnTo>
                  <a:pt x="634" y="646"/>
                </a:lnTo>
                <a:lnTo>
                  <a:pt x="634" y="647"/>
                </a:lnTo>
                <a:lnTo>
                  <a:pt x="634" y="646"/>
                </a:lnTo>
                <a:lnTo>
                  <a:pt x="635" y="646"/>
                </a:lnTo>
                <a:lnTo>
                  <a:pt x="634" y="645"/>
                </a:lnTo>
                <a:lnTo>
                  <a:pt x="633" y="645"/>
                </a:lnTo>
                <a:lnTo>
                  <a:pt x="633" y="644"/>
                </a:lnTo>
                <a:lnTo>
                  <a:pt x="632" y="643"/>
                </a:lnTo>
                <a:lnTo>
                  <a:pt x="631" y="643"/>
                </a:lnTo>
                <a:lnTo>
                  <a:pt x="630" y="643"/>
                </a:lnTo>
                <a:lnTo>
                  <a:pt x="629" y="642"/>
                </a:lnTo>
                <a:lnTo>
                  <a:pt x="628" y="642"/>
                </a:lnTo>
                <a:lnTo>
                  <a:pt x="628" y="641"/>
                </a:lnTo>
                <a:lnTo>
                  <a:pt x="627" y="641"/>
                </a:lnTo>
                <a:lnTo>
                  <a:pt x="628" y="640"/>
                </a:lnTo>
                <a:lnTo>
                  <a:pt x="629" y="640"/>
                </a:lnTo>
                <a:lnTo>
                  <a:pt x="630" y="640"/>
                </a:lnTo>
                <a:lnTo>
                  <a:pt x="631" y="640"/>
                </a:lnTo>
                <a:lnTo>
                  <a:pt x="633" y="640"/>
                </a:lnTo>
                <a:lnTo>
                  <a:pt x="634" y="640"/>
                </a:lnTo>
                <a:lnTo>
                  <a:pt x="635" y="640"/>
                </a:lnTo>
                <a:lnTo>
                  <a:pt x="635" y="639"/>
                </a:lnTo>
                <a:lnTo>
                  <a:pt x="636" y="639"/>
                </a:lnTo>
                <a:lnTo>
                  <a:pt x="636" y="638"/>
                </a:lnTo>
                <a:lnTo>
                  <a:pt x="636" y="637"/>
                </a:lnTo>
                <a:lnTo>
                  <a:pt x="636" y="636"/>
                </a:lnTo>
                <a:lnTo>
                  <a:pt x="637" y="636"/>
                </a:lnTo>
                <a:lnTo>
                  <a:pt x="638" y="636"/>
                </a:lnTo>
                <a:lnTo>
                  <a:pt x="639" y="635"/>
                </a:lnTo>
                <a:lnTo>
                  <a:pt x="640" y="634"/>
                </a:lnTo>
                <a:lnTo>
                  <a:pt x="639" y="634"/>
                </a:lnTo>
                <a:lnTo>
                  <a:pt x="640" y="634"/>
                </a:lnTo>
                <a:lnTo>
                  <a:pt x="641" y="634"/>
                </a:lnTo>
                <a:lnTo>
                  <a:pt x="641" y="633"/>
                </a:lnTo>
                <a:lnTo>
                  <a:pt x="641" y="632"/>
                </a:lnTo>
                <a:lnTo>
                  <a:pt x="640" y="631"/>
                </a:lnTo>
                <a:lnTo>
                  <a:pt x="641" y="630"/>
                </a:lnTo>
                <a:lnTo>
                  <a:pt x="641" y="628"/>
                </a:lnTo>
                <a:lnTo>
                  <a:pt x="642" y="628"/>
                </a:lnTo>
                <a:lnTo>
                  <a:pt x="641" y="628"/>
                </a:lnTo>
                <a:lnTo>
                  <a:pt x="640" y="628"/>
                </a:lnTo>
                <a:lnTo>
                  <a:pt x="639" y="628"/>
                </a:lnTo>
                <a:lnTo>
                  <a:pt x="638" y="628"/>
                </a:lnTo>
                <a:lnTo>
                  <a:pt x="637" y="628"/>
                </a:lnTo>
                <a:lnTo>
                  <a:pt x="637" y="627"/>
                </a:lnTo>
                <a:lnTo>
                  <a:pt x="637" y="626"/>
                </a:lnTo>
                <a:lnTo>
                  <a:pt x="636" y="625"/>
                </a:lnTo>
                <a:lnTo>
                  <a:pt x="637" y="625"/>
                </a:lnTo>
                <a:lnTo>
                  <a:pt x="638" y="625"/>
                </a:lnTo>
                <a:lnTo>
                  <a:pt x="638" y="624"/>
                </a:lnTo>
                <a:lnTo>
                  <a:pt x="639" y="624"/>
                </a:lnTo>
                <a:lnTo>
                  <a:pt x="640" y="624"/>
                </a:lnTo>
                <a:lnTo>
                  <a:pt x="641" y="624"/>
                </a:lnTo>
                <a:lnTo>
                  <a:pt x="641" y="623"/>
                </a:lnTo>
                <a:lnTo>
                  <a:pt x="641" y="622"/>
                </a:lnTo>
                <a:lnTo>
                  <a:pt x="642" y="621"/>
                </a:lnTo>
                <a:lnTo>
                  <a:pt x="642" y="620"/>
                </a:lnTo>
                <a:lnTo>
                  <a:pt x="641" y="620"/>
                </a:lnTo>
                <a:lnTo>
                  <a:pt x="640" y="619"/>
                </a:lnTo>
                <a:lnTo>
                  <a:pt x="641" y="618"/>
                </a:lnTo>
                <a:lnTo>
                  <a:pt x="639" y="617"/>
                </a:lnTo>
                <a:lnTo>
                  <a:pt x="639" y="618"/>
                </a:lnTo>
                <a:lnTo>
                  <a:pt x="638" y="618"/>
                </a:lnTo>
                <a:lnTo>
                  <a:pt x="637" y="618"/>
                </a:lnTo>
                <a:lnTo>
                  <a:pt x="637" y="617"/>
                </a:lnTo>
                <a:lnTo>
                  <a:pt x="636" y="616"/>
                </a:lnTo>
                <a:lnTo>
                  <a:pt x="636" y="615"/>
                </a:lnTo>
                <a:lnTo>
                  <a:pt x="636" y="614"/>
                </a:lnTo>
                <a:lnTo>
                  <a:pt x="635" y="614"/>
                </a:lnTo>
                <a:lnTo>
                  <a:pt x="636" y="613"/>
                </a:lnTo>
                <a:lnTo>
                  <a:pt x="635" y="613"/>
                </a:lnTo>
                <a:lnTo>
                  <a:pt x="635" y="612"/>
                </a:lnTo>
                <a:lnTo>
                  <a:pt x="634" y="611"/>
                </a:lnTo>
                <a:lnTo>
                  <a:pt x="633" y="611"/>
                </a:lnTo>
                <a:lnTo>
                  <a:pt x="632" y="611"/>
                </a:lnTo>
                <a:lnTo>
                  <a:pt x="631" y="611"/>
                </a:lnTo>
                <a:lnTo>
                  <a:pt x="631" y="612"/>
                </a:lnTo>
                <a:lnTo>
                  <a:pt x="630" y="612"/>
                </a:lnTo>
                <a:lnTo>
                  <a:pt x="630" y="613"/>
                </a:lnTo>
                <a:lnTo>
                  <a:pt x="629" y="614"/>
                </a:lnTo>
                <a:lnTo>
                  <a:pt x="628" y="614"/>
                </a:lnTo>
                <a:lnTo>
                  <a:pt x="627" y="614"/>
                </a:lnTo>
                <a:lnTo>
                  <a:pt x="626" y="613"/>
                </a:lnTo>
                <a:lnTo>
                  <a:pt x="627" y="613"/>
                </a:lnTo>
                <a:lnTo>
                  <a:pt x="627" y="612"/>
                </a:lnTo>
                <a:lnTo>
                  <a:pt x="628" y="612"/>
                </a:lnTo>
                <a:lnTo>
                  <a:pt x="627" y="612"/>
                </a:lnTo>
                <a:lnTo>
                  <a:pt x="626" y="611"/>
                </a:lnTo>
                <a:lnTo>
                  <a:pt x="626" y="610"/>
                </a:lnTo>
                <a:lnTo>
                  <a:pt x="625" y="609"/>
                </a:lnTo>
                <a:lnTo>
                  <a:pt x="625" y="608"/>
                </a:lnTo>
                <a:lnTo>
                  <a:pt x="625" y="607"/>
                </a:lnTo>
                <a:lnTo>
                  <a:pt x="625" y="606"/>
                </a:lnTo>
                <a:lnTo>
                  <a:pt x="625" y="605"/>
                </a:lnTo>
                <a:lnTo>
                  <a:pt x="624" y="605"/>
                </a:lnTo>
                <a:lnTo>
                  <a:pt x="623" y="605"/>
                </a:lnTo>
                <a:lnTo>
                  <a:pt x="623" y="604"/>
                </a:lnTo>
                <a:lnTo>
                  <a:pt x="624" y="603"/>
                </a:lnTo>
                <a:lnTo>
                  <a:pt x="625" y="602"/>
                </a:lnTo>
                <a:lnTo>
                  <a:pt x="624" y="601"/>
                </a:lnTo>
                <a:lnTo>
                  <a:pt x="624" y="600"/>
                </a:lnTo>
                <a:lnTo>
                  <a:pt x="624" y="599"/>
                </a:lnTo>
                <a:lnTo>
                  <a:pt x="624" y="598"/>
                </a:lnTo>
                <a:lnTo>
                  <a:pt x="625" y="598"/>
                </a:lnTo>
                <a:lnTo>
                  <a:pt x="625" y="597"/>
                </a:lnTo>
                <a:lnTo>
                  <a:pt x="624" y="597"/>
                </a:lnTo>
                <a:lnTo>
                  <a:pt x="624" y="596"/>
                </a:lnTo>
                <a:lnTo>
                  <a:pt x="624" y="595"/>
                </a:lnTo>
                <a:lnTo>
                  <a:pt x="625" y="594"/>
                </a:lnTo>
                <a:lnTo>
                  <a:pt x="624" y="594"/>
                </a:lnTo>
                <a:lnTo>
                  <a:pt x="623" y="594"/>
                </a:lnTo>
                <a:lnTo>
                  <a:pt x="623" y="593"/>
                </a:lnTo>
                <a:lnTo>
                  <a:pt x="623" y="592"/>
                </a:lnTo>
                <a:lnTo>
                  <a:pt x="623" y="591"/>
                </a:lnTo>
                <a:lnTo>
                  <a:pt x="624" y="591"/>
                </a:lnTo>
                <a:lnTo>
                  <a:pt x="625" y="591"/>
                </a:lnTo>
                <a:lnTo>
                  <a:pt x="626" y="591"/>
                </a:lnTo>
                <a:lnTo>
                  <a:pt x="627" y="591"/>
                </a:lnTo>
                <a:lnTo>
                  <a:pt x="627" y="590"/>
                </a:lnTo>
                <a:lnTo>
                  <a:pt x="628" y="590"/>
                </a:lnTo>
                <a:lnTo>
                  <a:pt x="629" y="590"/>
                </a:lnTo>
                <a:lnTo>
                  <a:pt x="630" y="590"/>
                </a:lnTo>
                <a:lnTo>
                  <a:pt x="630" y="589"/>
                </a:lnTo>
                <a:lnTo>
                  <a:pt x="630" y="588"/>
                </a:lnTo>
                <a:lnTo>
                  <a:pt x="631" y="588"/>
                </a:lnTo>
                <a:lnTo>
                  <a:pt x="631" y="589"/>
                </a:lnTo>
                <a:lnTo>
                  <a:pt x="633" y="589"/>
                </a:lnTo>
                <a:lnTo>
                  <a:pt x="633" y="588"/>
                </a:lnTo>
                <a:lnTo>
                  <a:pt x="633" y="587"/>
                </a:lnTo>
                <a:lnTo>
                  <a:pt x="633" y="586"/>
                </a:lnTo>
                <a:lnTo>
                  <a:pt x="634" y="586"/>
                </a:lnTo>
                <a:lnTo>
                  <a:pt x="634" y="585"/>
                </a:lnTo>
                <a:lnTo>
                  <a:pt x="635" y="584"/>
                </a:lnTo>
                <a:lnTo>
                  <a:pt x="636" y="584"/>
                </a:lnTo>
                <a:lnTo>
                  <a:pt x="637" y="584"/>
                </a:lnTo>
                <a:lnTo>
                  <a:pt x="638" y="585"/>
                </a:lnTo>
                <a:lnTo>
                  <a:pt x="638" y="584"/>
                </a:lnTo>
                <a:lnTo>
                  <a:pt x="638" y="583"/>
                </a:lnTo>
                <a:lnTo>
                  <a:pt x="638" y="582"/>
                </a:lnTo>
                <a:lnTo>
                  <a:pt x="639" y="582"/>
                </a:lnTo>
                <a:lnTo>
                  <a:pt x="639" y="581"/>
                </a:lnTo>
                <a:lnTo>
                  <a:pt x="638" y="581"/>
                </a:lnTo>
                <a:lnTo>
                  <a:pt x="638" y="580"/>
                </a:lnTo>
                <a:lnTo>
                  <a:pt x="637" y="580"/>
                </a:lnTo>
                <a:lnTo>
                  <a:pt x="636" y="580"/>
                </a:lnTo>
                <a:lnTo>
                  <a:pt x="635" y="580"/>
                </a:lnTo>
                <a:lnTo>
                  <a:pt x="635" y="579"/>
                </a:lnTo>
                <a:lnTo>
                  <a:pt x="634" y="579"/>
                </a:lnTo>
                <a:lnTo>
                  <a:pt x="633" y="579"/>
                </a:lnTo>
                <a:lnTo>
                  <a:pt x="633" y="580"/>
                </a:lnTo>
                <a:lnTo>
                  <a:pt x="632" y="580"/>
                </a:lnTo>
                <a:lnTo>
                  <a:pt x="631" y="580"/>
                </a:lnTo>
                <a:lnTo>
                  <a:pt x="631" y="581"/>
                </a:lnTo>
                <a:lnTo>
                  <a:pt x="630" y="581"/>
                </a:lnTo>
                <a:lnTo>
                  <a:pt x="630" y="582"/>
                </a:lnTo>
                <a:lnTo>
                  <a:pt x="629" y="582"/>
                </a:lnTo>
                <a:lnTo>
                  <a:pt x="629" y="583"/>
                </a:lnTo>
                <a:lnTo>
                  <a:pt x="628" y="583"/>
                </a:lnTo>
                <a:lnTo>
                  <a:pt x="628" y="582"/>
                </a:lnTo>
                <a:lnTo>
                  <a:pt x="628" y="581"/>
                </a:lnTo>
                <a:lnTo>
                  <a:pt x="627" y="581"/>
                </a:lnTo>
                <a:lnTo>
                  <a:pt x="626" y="581"/>
                </a:lnTo>
                <a:lnTo>
                  <a:pt x="625" y="581"/>
                </a:lnTo>
                <a:lnTo>
                  <a:pt x="624" y="580"/>
                </a:lnTo>
                <a:lnTo>
                  <a:pt x="624" y="579"/>
                </a:lnTo>
                <a:lnTo>
                  <a:pt x="623" y="579"/>
                </a:lnTo>
                <a:lnTo>
                  <a:pt x="624" y="578"/>
                </a:lnTo>
                <a:lnTo>
                  <a:pt x="623" y="577"/>
                </a:lnTo>
                <a:lnTo>
                  <a:pt x="622" y="578"/>
                </a:lnTo>
                <a:lnTo>
                  <a:pt x="622" y="579"/>
                </a:lnTo>
                <a:lnTo>
                  <a:pt x="622" y="580"/>
                </a:lnTo>
                <a:lnTo>
                  <a:pt x="621" y="580"/>
                </a:lnTo>
                <a:lnTo>
                  <a:pt x="620" y="580"/>
                </a:lnTo>
                <a:lnTo>
                  <a:pt x="619" y="580"/>
                </a:lnTo>
                <a:lnTo>
                  <a:pt x="618" y="581"/>
                </a:lnTo>
                <a:lnTo>
                  <a:pt x="617" y="581"/>
                </a:lnTo>
                <a:lnTo>
                  <a:pt x="617" y="580"/>
                </a:lnTo>
                <a:lnTo>
                  <a:pt x="616" y="580"/>
                </a:lnTo>
                <a:lnTo>
                  <a:pt x="615" y="580"/>
                </a:lnTo>
                <a:lnTo>
                  <a:pt x="614" y="580"/>
                </a:lnTo>
                <a:lnTo>
                  <a:pt x="613" y="580"/>
                </a:lnTo>
                <a:lnTo>
                  <a:pt x="612" y="580"/>
                </a:lnTo>
                <a:lnTo>
                  <a:pt x="611" y="580"/>
                </a:lnTo>
                <a:lnTo>
                  <a:pt x="611" y="581"/>
                </a:lnTo>
                <a:lnTo>
                  <a:pt x="610" y="582"/>
                </a:lnTo>
                <a:lnTo>
                  <a:pt x="610" y="583"/>
                </a:lnTo>
                <a:lnTo>
                  <a:pt x="610" y="584"/>
                </a:lnTo>
                <a:lnTo>
                  <a:pt x="609" y="584"/>
                </a:lnTo>
                <a:lnTo>
                  <a:pt x="608" y="584"/>
                </a:lnTo>
                <a:lnTo>
                  <a:pt x="608" y="583"/>
                </a:lnTo>
                <a:lnTo>
                  <a:pt x="607" y="582"/>
                </a:lnTo>
                <a:lnTo>
                  <a:pt x="606" y="581"/>
                </a:lnTo>
                <a:lnTo>
                  <a:pt x="605" y="581"/>
                </a:lnTo>
                <a:lnTo>
                  <a:pt x="604" y="582"/>
                </a:lnTo>
                <a:lnTo>
                  <a:pt x="603" y="582"/>
                </a:lnTo>
                <a:lnTo>
                  <a:pt x="602" y="582"/>
                </a:lnTo>
                <a:lnTo>
                  <a:pt x="601" y="582"/>
                </a:lnTo>
                <a:lnTo>
                  <a:pt x="601" y="583"/>
                </a:lnTo>
                <a:lnTo>
                  <a:pt x="600" y="583"/>
                </a:lnTo>
                <a:lnTo>
                  <a:pt x="599" y="583"/>
                </a:lnTo>
                <a:lnTo>
                  <a:pt x="597" y="583"/>
                </a:lnTo>
                <a:lnTo>
                  <a:pt x="597" y="584"/>
                </a:lnTo>
                <a:lnTo>
                  <a:pt x="595" y="584"/>
                </a:lnTo>
                <a:lnTo>
                  <a:pt x="595" y="583"/>
                </a:lnTo>
                <a:lnTo>
                  <a:pt x="595" y="582"/>
                </a:lnTo>
                <a:lnTo>
                  <a:pt x="594" y="581"/>
                </a:lnTo>
                <a:lnTo>
                  <a:pt x="593" y="581"/>
                </a:lnTo>
                <a:lnTo>
                  <a:pt x="592" y="581"/>
                </a:lnTo>
                <a:lnTo>
                  <a:pt x="592" y="582"/>
                </a:lnTo>
                <a:lnTo>
                  <a:pt x="591" y="582"/>
                </a:lnTo>
                <a:lnTo>
                  <a:pt x="590" y="582"/>
                </a:lnTo>
                <a:lnTo>
                  <a:pt x="589" y="581"/>
                </a:lnTo>
                <a:lnTo>
                  <a:pt x="589" y="580"/>
                </a:lnTo>
                <a:lnTo>
                  <a:pt x="589" y="579"/>
                </a:lnTo>
                <a:lnTo>
                  <a:pt x="589" y="578"/>
                </a:lnTo>
                <a:lnTo>
                  <a:pt x="588" y="578"/>
                </a:lnTo>
                <a:lnTo>
                  <a:pt x="588" y="577"/>
                </a:lnTo>
                <a:lnTo>
                  <a:pt x="587" y="577"/>
                </a:lnTo>
                <a:lnTo>
                  <a:pt x="587" y="578"/>
                </a:lnTo>
                <a:lnTo>
                  <a:pt x="586" y="578"/>
                </a:lnTo>
                <a:lnTo>
                  <a:pt x="586" y="579"/>
                </a:lnTo>
                <a:lnTo>
                  <a:pt x="586" y="580"/>
                </a:lnTo>
                <a:lnTo>
                  <a:pt x="586" y="581"/>
                </a:lnTo>
                <a:lnTo>
                  <a:pt x="586" y="582"/>
                </a:lnTo>
                <a:lnTo>
                  <a:pt x="585" y="583"/>
                </a:lnTo>
                <a:lnTo>
                  <a:pt x="585" y="584"/>
                </a:lnTo>
                <a:lnTo>
                  <a:pt x="586" y="584"/>
                </a:lnTo>
                <a:lnTo>
                  <a:pt x="586" y="585"/>
                </a:lnTo>
                <a:lnTo>
                  <a:pt x="586" y="586"/>
                </a:lnTo>
                <a:lnTo>
                  <a:pt x="585" y="586"/>
                </a:lnTo>
                <a:lnTo>
                  <a:pt x="585" y="587"/>
                </a:lnTo>
                <a:lnTo>
                  <a:pt x="584" y="587"/>
                </a:lnTo>
                <a:lnTo>
                  <a:pt x="584" y="588"/>
                </a:lnTo>
                <a:lnTo>
                  <a:pt x="583" y="588"/>
                </a:lnTo>
                <a:lnTo>
                  <a:pt x="582" y="588"/>
                </a:lnTo>
                <a:lnTo>
                  <a:pt x="582" y="589"/>
                </a:lnTo>
                <a:lnTo>
                  <a:pt x="583" y="589"/>
                </a:lnTo>
                <a:lnTo>
                  <a:pt x="583" y="590"/>
                </a:lnTo>
                <a:lnTo>
                  <a:pt x="583" y="591"/>
                </a:lnTo>
                <a:lnTo>
                  <a:pt x="582" y="591"/>
                </a:lnTo>
                <a:lnTo>
                  <a:pt x="581" y="592"/>
                </a:lnTo>
                <a:lnTo>
                  <a:pt x="582" y="593"/>
                </a:lnTo>
                <a:lnTo>
                  <a:pt x="582" y="594"/>
                </a:lnTo>
                <a:lnTo>
                  <a:pt x="583" y="594"/>
                </a:lnTo>
                <a:lnTo>
                  <a:pt x="583" y="595"/>
                </a:lnTo>
                <a:lnTo>
                  <a:pt x="584" y="595"/>
                </a:lnTo>
                <a:lnTo>
                  <a:pt x="584" y="596"/>
                </a:lnTo>
                <a:lnTo>
                  <a:pt x="584" y="597"/>
                </a:lnTo>
                <a:lnTo>
                  <a:pt x="585" y="597"/>
                </a:lnTo>
                <a:lnTo>
                  <a:pt x="585" y="598"/>
                </a:lnTo>
                <a:lnTo>
                  <a:pt x="585" y="600"/>
                </a:lnTo>
                <a:lnTo>
                  <a:pt x="585" y="601"/>
                </a:lnTo>
                <a:lnTo>
                  <a:pt x="586" y="602"/>
                </a:lnTo>
                <a:lnTo>
                  <a:pt x="586" y="603"/>
                </a:lnTo>
                <a:lnTo>
                  <a:pt x="587" y="603"/>
                </a:lnTo>
                <a:lnTo>
                  <a:pt x="587" y="604"/>
                </a:lnTo>
                <a:lnTo>
                  <a:pt x="587" y="605"/>
                </a:lnTo>
                <a:lnTo>
                  <a:pt x="588" y="605"/>
                </a:lnTo>
                <a:lnTo>
                  <a:pt x="588" y="606"/>
                </a:lnTo>
                <a:lnTo>
                  <a:pt x="588" y="608"/>
                </a:lnTo>
                <a:lnTo>
                  <a:pt x="587" y="609"/>
                </a:lnTo>
                <a:lnTo>
                  <a:pt x="588" y="610"/>
                </a:lnTo>
                <a:lnTo>
                  <a:pt x="588" y="611"/>
                </a:lnTo>
                <a:lnTo>
                  <a:pt x="589" y="612"/>
                </a:lnTo>
                <a:lnTo>
                  <a:pt x="589" y="613"/>
                </a:lnTo>
                <a:lnTo>
                  <a:pt x="589" y="614"/>
                </a:lnTo>
                <a:lnTo>
                  <a:pt x="589" y="615"/>
                </a:lnTo>
                <a:lnTo>
                  <a:pt x="588" y="615"/>
                </a:lnTo>
                <a:lnTo>
                  <a:pt x="587" y="615"/>
                </a:lnTo>
                <a:lnTo>
                  <a:pt x="587" y="616"/>
                </a:lnTo>
                <a:lnTo>
                  <a:pt x="586" y="616"/>
                </a:lnTo>
                <a:lnTo>
                  <a:pt x="585" y="616"/>
                </a:lnTo>
                <a:lnTo>
                  <a:pt x="584" y="617"/>
                </a:lnTo>
                <a:lnTo>
                  <a:pt x="584" y="618"/>
                </a:lnTo>
                <a:lnTo>
                  <a:pt x="583" y="619"/>
                </a:lnTo>
                <a:lnTo>
                  <a:pt x="582" y="619"/>
                </a:lnTo>
                <a:lnTo>
                  <a:pt x="581" y="620"/>
                </a:lnTo>
                <a:lnTo>
                  <a:pt x="580" y="621"/>
                </a:lnTo>
                <a:lnTo>
                  <a:pt x="580" y="622"/>
                </a:lnTo>
                <a:lnTo>
                  <a:pt x="579" y="622"/>
                </a:lnTo>
                <a:lnTo>
                  <a:pt x="578" y="621"/>
                </a:lnTo>
                <a:lnTo>
                  <a:pt x="577" y="621"/>
                </a:lnTo>
                <a:lnTo>
                  <a:pt x="577" y="622"/>
                </a:lnTo>
                <a:lnTo>
                  <a:pt x="576" y="622"/>
                </a:lnTo>
                <a:lnTo>
                  <a:pt x="576" y="623"/>
                </a:lnTo>
                <a:lnTo>
                  <a:pt x="576" y="624"/>
                </a:lnTo>
                <a:lnTo>
                  <a:pt x="575" y="625"/>
                </a:lnTo>
                <a:lnTo>
                  <a:pt x="574" y="625"/>
                </a:lnTo>
                <a:lnTo>
                  <a:pt x="573" y="625"/>
                </a:lnTo>
                <a:lnTo>
                  <a:pt x="573" y="624"/>
                </a:lnTo>
                <a:lnTo>
                  <a:pt x="573" y="622"/>
                </a:lnTo>
                <a:lnTo>
                  <a:pt x="572" y="622"/>
                </a:lnTo>
                <a:lnTo>
                  <a:pt x="572" y="621"/>
                </a:lnTo>
                <a:lnTo>
                  <a:pt x="571" y="621"/>
                </a:lnTo>
                <a:lnTo>
                  <a:pt x="571" y="620"/>
                </a:lnTo>
                <a:lnTo>
                  <a:pt x="570" y="620"/>
                </a:lnTo>
                <a:lnTo>
                  <a:pt x="569" y="620"/>
                </a:lnTo>
                <a:lnTo>
                  <a:pt x="569" y="619"/>
                </a:lnTo>
                <a:lnTo>
                  <a:pt x="568" y="619"/>
                </a:lnTo>
                <a:lnTo>
                  <a:pt x="567" y="619"/>
                </a:lnTo>
                <a:lnTo>
                  <a:pt x="566" y="620"/>
                </a:lnTo>
                <a:lnTo>
                  <a:pt x="566" y="621"/>
                </a:lnTo>
                <a:lnTo>
                  <a:pt x="565" y="621"/>
                </a:lnTo>
                <a:lnTo>
                  <a:pt x="563" y="622"/>
                </a:lnTo>
                <a:lnTo>
                  <a:pt x="562" y="622"/>
                </a:lnTo>
                <a:lnTo>
                  <a:pt x="561" y="622"/>
                </a:lnTo>
                <a:lnTo>
                  <a:pt x="561" y="623"/>
                </a:lnTo>
                <a:lnTo>
                  <a:pt x="561" y="624"/>
                </a:lnTo>
                <a:lnTo>
                  <a:pt x="560" y="625"/>
                </a:lnTo>
                <a:lnTo>
                  <a:pt x="560" y="626"/>
                </a:lnTo>
                <a:lnTo>
                  <a:pt x="559" y="626"/>
                </a:lnTo>
                <a:lnTo>
                  <a:pt x="559" y="627"/>
                </a:lnTo>
                <a:lnTo>
                  <a:pt x="559" y="628"/>
                </a:lnTo>
                <a:lnTo>
                  <a:pt x="558" y="628"/>
                </a:lnTo>
                <a:lnTo>
                  <a:pt x="558" y="629"/>
                </a:lnTo>
                <a:lnTo>
                  <a:pt x="557" y="629"/>
                </a:lnTo>
                <a:lnTo>
                  <a:pt x="556" y="630"/>
                </a:lnTo>
                <a:lnTo>
                  <a:pt x="556" y="631"/>
                </a:lnTo>
                <a:lnTo>
                  <a:pt x="555" y="631"/>
                </a:lnTo>
                <a:lnTo>
                  <a:pt x="554" y="631"/>
                </a:lnTo>
                <a:lnTo>
                  <a:pt x="554" y="632"/>
                </a:lnTo>
                <a:lnTo>
                  <a:pt x="553" y="632"/>
                </a:lnTo>
                <a:lnTo>
                  <a:pt x="553" y="633"/>
                </a:lnTo>
                <a:lnTo>
                  <a:pt x="552" y="633"/>
                </a:lnTo>
                <a:lnTo>
                  <a:pt x="551" y="633"/>
                </a:lnTo>
                <a:lnTo>
                  <a:pt x="551" y="634"/>
                </a:lnTo>
                <a:lnTo>
                  <a:pt x="551" y="635"/>
                </a:lnTo>
                <a:lnTo>
                  <a:pt x="552" y="635"/>
                </a:lnTo>
                <a:lnTo>
                  <a:pt x="551" y="637"/>
                </a:lnTo>
                <a:lnTo>
                  <a:pt x="550" y="637"/>
                </a:lnTo>
                <a:lnTo>
                  <a:pt x="550" y="638"/>
                </a:lnTo>
                <a:lnTo>
                  <a:pt x="549" y="638"/>
                </a:lnTo>
                <a:lnTo>
                  <a:pt x="549" y="639"/>
                </a:lnTo>
                <a:lnTo>
                  <a:pt x="549" y="641"/>
                </a:lnTo>
                <a:lnTo>
                  <a:pt x="550" y="642"/>
                </a:lnTo>
                <a:lnTo>
                  <a:pt x="550" y="643"/>
                </a:lnTo>
                <a:lnTo>
                  <a:pt x="551" y="643"/>
                </a:lnTo>
                <a:lnTo>
                  <a:pt x="552" y="643"/>
                </a:lnTo>
                <a:lnTo>
                  <a:pt x="553" y="643"/>
                </a:lnTo>
                <a:lnTo>
                  <a:pt x="553" y="642"/>
                </a:lnTo>
                <a:lnTo>
                  <a:pt x="554" y="642"/>
                </a:lnTo>
                <a:lnTo>
                  <a:pt x="555" y="643"/>
                </a:lnTo>
                <a:lnTo>
                  <a:pt x="555" y="644"/>
                </a:lnTo>
                <a:lnTo>
                  <a:pt x="555" y="645"/>
                </a:lnTo>
                <a:lnTo>
                  <a:pt x="555" y="646"/>
                </a:lnTo>
                <a:lnTo>
                  <a:pt x="555" y="647"/>
                </a:lnTo>
                <a:lnTo>
                  <a:pt x="556" y="648"/>
                </a:lnTo>
                <a:lnTo>
                  <a:pt x="557" y="649"/>
                </a:lnTo>
                <a:lnTo>
                  <a:pt x="559" y="649"/>
                </a:lnTo>
                <a:lnTo>
                  <a:pt x="559" y="648"/>
                </a:lnTo>
                <a:lnTo>
                  <a:pt x="560" y="648"/>
                </a:lnTo>
                <a:lnTo>
                  <a:pt x="561" y="648"/>
                </a:lnTo>
                <a:lnTo>
                  <a:pt x="561" y="649"/>
                </a:lnTo>
                <a:lnTo>
                  <a:pt x="561" y="650"/>
                </a:lnTo>
                <a:lnTo>
                  <a:pt x="560" y="650"/>
                </a:lnTo>
                <a:lnTo>
                  <a:pt x="559" y="650"/>
                </a:lnTo>
                <a:lnTo>
                  <a:pt x="558" y="651"/>
                </a:lnTo>
                <a:lnTo>
                  <a:pt x="558" y="652"/>
                </a:lnTo>
                <a:lnTo>
                  <a:pt x="557" y="654"/>
                </a:lnTo>
                <a:lnTo>
                  <a:pt x="556" y="654"/>
                </a:lnTo>
                <a:lnTo>
                  <a:pt x="556" y="655"/>
                </a:lnTo>
                <a:lnTo>
                  <a:pt x="556" y="656"/>
                </a:lnTo>
                <a:lnTo>
                  <a:pt x="556" y="659"/>
                </a:lnTo>
                <a:lnTo>
                  <a:pt x="555" y="659"/>
                </a:lnTo>
                <a:lnTo>
                  <a:pt x="555" y="660"/>
                </a:lnTo>
                <a:lnTo>
                  <a:pt x="556" y="661"/>
                </a:lnTo>
                <a:lnTo>
                  <a:pt x="556" y="662"/>
                </a:lnTo>
                <a:lnTo>
                  <a:pt x="556" y="663"/>
                </a:lnTo>
                <a:lnTo>
                  <a:pt x="556" y="664"/>
                </a:lnTo>
                <a:lnTo>
                  <a:pt x="555" y="665"/>
                </a:lnTo>
                <a:lnTo>
                  <a:pt x="555" y="666"/>
                </a:lnTo>
                <a:lnTo>
                  <a:pt x="554" y="667"/>
                </a:lnTo>
                <a:lnTo>
                  <a:pt x="554" y="668"/>
                </a:lnTo>
                <a:lnTo>
                  <a:pt x="553" y="668"/>
                </a:lnTo>
                <a:lnTo>
                  <a:pt x="552" y="669"/>
                </a:lnTo>
                <a:lnTo>
                  <a:pt x="551" y="670"/>
                </a:lnTo>
                <a:lnTo>
                  <a:pt x="552" y="670"/>
                </a:lnTo>
                <a:lnTo>
                  <a:pt x="551" y="671"/>
                </a:lnTo>
                <a:lnTo>
                  <a:pt x="551" y="672"/>
                </a:lnTo>
                <a:lnTo>
                  <a:pt x="550" y="672"/>
                </a:lnTo>
                <a:lnTo>
                  <a:pt x="549" y="672"/>
                </a:lnTo>
                <a:lnTo>
                  <a:pt x="548" y="673"/>
                </a:lnTo>
                <a:lnTo>
                  <a:pt x="547" y="675"/>
                </a:lnTo>
                <a:lnTo>
                  <a:pt x="546" y="675"/>
                </a:lnTo>
                <a:lnTo>
                  <a:pt x="546" y="676"/>
                </a:lnTo>
                <a:lnTo>
                  <a:pt x="545" y="676"/>
                </a:lnTo>
                <a:lnTo>
                  <a:pt x="544" y="676"/>
                </a:lnTo>
                <a:lnTo>
                  <a:pt x="543" y="677"/>
                </a:lnTo>
                <a:lnTo>
                  <a:pt x="543" y="678"/>
                </a:lnTo>
                <a:lnTo>
                  <a:pt x="542" y="678"/>
                </a:lnTo>
                <a:lnTo>
                  <a:pt x="542" y="679"/>
                </a:lnTo>
                <a:lnTo>
                  <a:pt x="541" y="680"/>
                </a:lnTo>
                <a:lnTo>
                  <a:pt x="540" y="680"/>
                </a:lnTo>
                <a:lnTo>
                  <a:pt x="540" y="681"/>
                </a:lnTo>
                <a:lnTo>
                  <a:pt x="539" y="682"/>
                </a:lnTo>
                <a:lnTo>
                  <a:pt x="537" y="683"/>
                </a:lnTo>
                <a:lnTo>
                  <a:pt x="537" y="684"/>
                </a:lnTo>
                <a:lnTo>
                  <a:pt x="536" y="684"/>
                </a:lnTo>
                <a:lnTo>
                  <a:pt x="535" y="684"/>
                </a:lnTo>
                <a:lnTo>
                  <a:pt x="535" y="685"/>
                </a:lnTo>
                <a:lnTo>
                  <a:pt x="536" y="685"/>
                </a:lnTo>
                <a:lnTo>
                  <a:pt x="536" y="686"/>
                </a:lnTo>
                <a:lnTo>
                  <a:pt x="537" y="686"/>
                </a:lnTo>
                <a:lnTo>
                  <a:pt x="537" y="687"/>
                </a:lnTo>
                <a:lnTo>
                  <a:pt x="537" y="688"/>
                </a:lnTo>
                <a:lnTo>
                  <a:pt x="537" y="689"/>
                </a:lnTo>
                <a:lnTo>
                  <a:pt x="537" y="690"/>
                </a:lnTo>
                <a:lnTo>
                  <a:pt x="537" y="691"/>
                </a:lnTo>
                <a:lnTo>
                  <a:pt x="536" y="691"/>
                </a:lnTo>
                <a:lnTo>
                  <a:pt x="535" y="691"/>
                </a:lnTo>
                <a:lnTo>
                  <a:pt x="534" y="691"/>
                </a:lnTo>
                <a:lnTo>
                  <a:pt x="532" y="691"/>
                </a:lnTo>
                <a:lnTo>
                  <a:pt x="532" y="690"/>
                </a:lnTo>
                <a:lnTo>
                  <a:pt x="531" y="691"/>
                </a:lnTo>
                <a:lnTo>
                  <a:pt x="530" y="691"/>
                </a:lnTo>
                <a:lnTo>
                  <a:pt x="530" y="692"/>
                </a:lnTo>
                <a:lnTo>
                  <a:pt x="530" y="693"/>
                </a:lnTo>
                <a:lnTo>
                  <a:pt x="529" y="694"/>
                </a:lnTo>
                <a:lnTo>
                  <a:pt x="529" y="695"/>
                </a:lnTo>
                <a:lnTo>
                  <a:pt x="528" y="695"/>
                </a:lnTo>
                <a:lnTo>
                  <a:pt x="527" y="695"/>
                </a:lnTo>
                <a:lnTo>
                  <a:pt x="527" y="696"/>
                </a:lnTo>
                <a:lnTo>
                  <a:pt x="527" y="697"/>
                </a:lnTo>
                <a:lnTo>
                  <a:pt x="526" y="697"/>
                </a:lnTo>
                <a:lnTo>
                  <a:pt x="526" y="698"/>
                </a:lnTo>
                <a:lnTo>
                  <a:pt x="525" y="699"/>
                </a:lnTo>
                <a:lnTo>
                  <a:pt x="525" y="700"/>
                </a:lnTo>
                <a:lnTo>
                  <a:pt x="524" y="701"/>
                </a:lnTo>
                <a:lnTo>
                  <a:pt x="523" y="703"/>
                </a:lnTo>
                <a:lnTo>
                  <a:pt x="523" y="705"/>
                </a:lnTo>
                <a:lnTo>
                  <a:pt x="523" y="706"/>
                </a:lnTo>
                <a:lnTo>
                  <a:pt x="522" y="706"/>
                </a:lnTo>
                <a:lnTo>
                  <a:pt x="522" y="707"/>
                </a:lnTo>
                <a:lnTo>
                  <a:pt x="521" y="707"/>
                </a:lnTo>
                <a:lnTo>
                  <a:pt x="520" y="708"/>
                </a:lnTo>
                <a:lnTo>
                  <a:pt x="519" y="708"/>
                </a:lnTo>
                <a:lnTo>
                  <a:pt x="518" y="708"/>
                </a:lnTo>
                <a:lnTo>
                  <a:pt x="517" y="708"/>
                </a:lnTo>
                <a:lnTo>
                  <a:pt x="517" y="707"/>
                </a:lnTo>
                <a:lnTo>
                  <a:pt x="516" y="707"/>
                </a:lnTo>
                <a:lnTo>
                  <a:pt x="515" y="707"/>
                </a:lnTo>
                <a:lnTo>
                  <a:pt x="514" y="708"/>
                </a:lnTo>
                <a:lnTo>
                  <a:pt x="513" y="709"/>
                </a:lnTo>
                <a:lnTo>
                  <a:pt x="513" y="710"/>
                </a:lnTo>
                <a:lnTo>
                  <a:pt x="512" y="710"/>
                </a:lnTo>
                <a:lnTo>
                  <a:pt x="511" y="710"/>
                </a:lnTo>
                <a:lnTo>
                  <a:pt x="510" y="710"/>
                </a:lnTo>
                <a:lnTo>
                  <a:pt x="510" y="711"/>
                </a:lnTo>
                <a:lnTo>
                  <a:pt x="509" y="711"/>
                </a:lnTo>
                <a:lnTo>
                  <a:pt x="508" y="710"/>
                </a:lnTo>
                <a:lnTo>
                  <a:pt x="507" y="709"/>
                </a:lnTo>
                <a:lnTo>
                  <a:pt x="507" y="708"/>
                </a:lnTo>
                <a:lnTo>
                  <a:pt x="507" y="707"/>
                </a:lnTo>
                <a:lnTo>
                  <a:pt x="506" y="707"/>
                </a:lnTo>
                <a:lnTo>
                  <a:pt x="505" y="707"/>
                </a:lnTo>
                <a:lnTo>
                  <a:pt x="505" y="708"/>
                </a:lnTo>
                <a:lnTo>
                  <a:pt x="505" y="709"/>
                </a:lnTo>
                <a:lnTo>
                  <a:pt x="504" y="710"/>
                </a:lnTo>
                <a:lnTo>
                  <a:pt x="503" y="711"/>
                </a:lnTo>
                <a:lnTo>
                  <a:pt x="503" y="712"/>
                </a:lnTo>
                <a:lnTo>
                  <a:pt x="502" y="713"/>
                </a:lnTo>
                <a:lnTo>
                  <a:pt x="502" y="714"/>
                </a:lnTo>
                <a:lnTo>
                  <a:pt x="502" y="715"/>
                </a:lnTo>
                <a:lnTo>
                  <a:pt x="501" y="716"/>
                </a:lnTo>
                <a:lnTo>
                  <a:pt x="501" y="717"/>
                </a:lnTo>
                <a:lnTo>
                  <a:pt x="501" y="718"/>
                </a:lnTo>
                <a:lnTo>
                  <a:pt x="500" y="718"/>
                </a:lnTo>
                <a:lnTo>
                  <a:pt x="500" y="719"/>
                </a:lnTo>
                <a:lnTo>
                  <a:pt x="500" y="720"/>
                </a:lnTo>
                <a:lnTo>
                  <a:pt x="500" y="721"/>
                </a:lnTo>
                <a:lnTo>
                  <a:pt x="500" y="722"/>
                </a:lnTo>
                <a:lnTo>
                  <a:pt x="500" y="723"/>
                </a:lnTo>
                <a:lnTo>
                  <a:pt x="500" y="724"/>
                </a:lnTo>
                <a:lnTo>
                  <a:pt x="501" y="724"/>
                </a:lnTo>
                <a:lnTo>
                  <a:pt x="502" y="725"/>
                </a:lnTo>
                <a:lnTo>
                  <a:pt x="502" y="726"/>
                </a:lnTo>
                <a:lnTo>
                  <a:pt x="502" y="728"/>
                </a:lnTo>
                <a:lnTo>
                  <a:pt x="502" y="729"/>
                </a:lnTo>
                <a:lnTo>
                  <a:pt x="502" y="730"/>
                </a:lnTo>
                <a:lnTo>
                  <a:pt x="502" y="731"/>
                </a:lnTo>
                <a:lnTo>
                  <a:pt x="502" y="732"/>
                </a:lnTo>
                <a:lnTo>
                  <a:pt x="503" y="734"/>
                </a:lnTo>
                <a:lnTo>
                  <a:pt x="503" y="735"/>
                </a:lnTo>
                <a:lnTo>
                  <a:pt x="502" y="736"/>
                </a:lnTo>
                <a:lnTo>
                  <a:pt x="502" y="737"/>
                </a:lnTo>
                <a:lnTo>
                  <a:pt x="502" y="738"/>
                </a:lnTo>
                <a:lnTo>
                  <a:pt x="501" y="739"/>
                </a:lnTo>
                <a:lnTo>
                  <a:pt x="501" y="741"/>
                </a:lnTo>
                <a:lnTo>
                  <a:pt x="501" y="742"/>
                </a:lnTo>
                <a:lnTo>
                  <a:pt x="500" y="742"/>
                </a:lnTo>
                <a:lnTo>
                  <a:pt x="500" y="743"/>
                </a:lnTo>
                <a:lnTo>
                  <a:pt x="500" y="745"/>
                </a:lnTo>
                <a:lnTo>
                  <a:pt x="499" y="745"/>
                </a:lnTo>
                <a:lnTo>
                  <a:pt x="499" y="746"/>
                </a:lnTo>
                <a:lnTo>
                  <a:pt x="499" y="747"/>
                </a:lnTo>
                <a:lnTo>
                  <a:pt x="500" y="747"/>
                </a:lnTo>
                <a:lnTo>
                  <a:pt x="501" y="748"/>
                </a:lnTo>
                <a:lnTo>
                  <a:pt x="501" y="749"/>
                </a:lnTo>
                <a:lnTo>
                  <a:pt x="501" y="750"/>
                </a:lnTo>
                <a:lnTo>
                  <a:pt x="501" y="751"/>
                </a:lnTo>
                <a:lnTo>
                  <a:pt x="501" y="752"/>
                </a:lnTo>
                <a:lnTo>
                  <a:pt x="501" y="753"/>
                </a:lnTo>
                <a:lnTo>
                  <a:pt x="500" y="753"/>
                </a:lnTo>
                <a:lnTo>
                  <a:pt x="500" y="755"/>
                </a:lnTo>
                <a:lnTo>
                  <a:pt x="501" y="755"/>
                </a:lnTo>
                <a:lnTo>
                  <a:pt x="501" y="756"/>
                </a:lnTo>
                <a:lnTo>
                  <a:pt x="501" y="757"/>
                </a:lnTo>
                <a:lnTo>
                  <a:pt x="501" y="758"/>
                </a:lnTo>
                <a:lnTo>
                  <a:pt x="502" y="758"/>
                </a:lnTo>
                <a:lnTo>
                  <a:pt x="502" y="759"/>
                </a:lnTo>
                <a:lnTo>
                  <a:pt x="502" y="760"/>
                </a:lnTo>
                <a:lnTo>
                  <a:pt x="503" y="760"/>
                </a:lnTo>
                <a:lnTo>
                  <a:pt x="503" y="761"/>
                </a:lnTo>
                <a:lnTo>
                  <a:pt x="503" y="762"/>
                </a:lnTo>
                <a:lnTo>
                  <a:pt x="504" y="762"/>
                </a:lnTo>
                <a:lnTo>
                  <a:pt x="505" y="763"/>
                </a:lnTo>
                <a:lnTo>
                  <a:pt x="505" y="764"/>
                </a:lnTo>
                <a:lnTo>
                  <a:pt x="506" y="765"/>
                </a:lnTo>
                <a:lnTo>
                  <a:pt x="507" y="765"/>
                </a:lnTo>
                <a:lnTo>
                  <a:pt x="508" y="766"/>
                </a:lnTo>
                <a:lnTo>
                  <a:pt x="507" y="767"/>
                </a:lnTo>
                <a:lnTo>
                  <a:pt x="508" y="768"/>
                </a:lnTo>
                <a:lnTo>
                  <a:pt x="509" y="769"/>
                </a:lnTo>
                <a:lnTo>
                  <a:pt x="509" y="770"/>
                </a:lnTo>
                <a:lnTo>
                  <a:pt x="509" y="771"/>
                </a:lnTo>
                <a:lnTo>
                  <a:pt x="510" y="772"/>
                </a:lnTo>
                <a:lnTo>
                  <a:pt x="509" y="772"/>
                </a:lnTo>
                <a:lnTo>
                  <a:pt x="509" y="773"/>
                </a:lnTo>
                <a:lnTo>
                  <a:pt x="510" y="774"/>
                </a:lnTo>
                <a:lnTo>
                  <a:pt x="510" y="775"/>
                </a:lnTo>
                <a:lnTo>
                  <a:pt x="510" y="776"/>
                </a:lnTo>
                <a:lnTo>
                  <a:pt x="511" y="776"/>
                </a:lnTo>
                <a:lnTo>
                  <a:pt x="511" y="777"/>
                </a:lnTo>
                <a:lnTo>
                  <a:pt x="510" y="777"/>
                </a:lnTo>
                <a:lnTo>
                  <a:pt x="510" y="778"/>
                </a:lnTo>
                <a:lnTo>
                  <a:pt x="511" y="778"/>
                </a:lnTo>
                <a:lnTo>
                  <a:pt x="511" y="779"/>
                </a:lnTo>
                <a:lnTo>
                  <a:pt x="511" y="780"/>
                </a:lnTo>
                <a:lnTo>
                  <a:pt x="511" y="782"/>
                </a:lnTo>
                <a:lnTo>
                  <a:pt x="512" y="782"/>
                </a:lnTo>
                <a:lnTo>
                  <a:pt x="512" y="783"/>
                </a:lnTo>
                <a:lnTo>
                  <a:pt x="513" y="783"/>
                </a:lnTo>
                <a:lnTo>
                  <a:pt x="513" y="784"/>
                </a:lnTo>
                <a:lnTo>
                  <a:pt x="513" y="785"/>
                </a:lnTo>
                <a:lnTo>
                  <a:pt x="513" y="786"/>
                </a:lnTo>
                <a:lnTo>
                  <a:pt x="513" y="787"/>
                </a:lnTo>
                <a:lnTo>
                  <a:pt x="513" y="788"/>
                </a:lnTo>
                <a:lnTo>
                  <a:pt x="513" y="789"/>
                </a:lnTo>
                <a:lnTo>
                  <a:pt x="513" y="790"/>
                </a:lnTo>
                <a:lnTo>
                  <a:pt x="512" y="790"/>
                </a:lnTo>
                <a:lnTo>
                  <a:pt x="512" y="791"/>
                </a:lnTo>
                <a:lnTo>
                  <a:pt x="513" y="791"/>
                </a:lnTo>
                <a:lnTo>
                  <a:pt x="513" y="792"/>
                </a:lnTo>
                <a:lnTo>
                  <a:pt x="513" y="793"/>
                </a:lnTo>
                <a:lnTo>
                  <a:pt x="513" y="794"/>
                </a:lnTo>
                <a:lnTo>
                  <a:pt x="514" y="794"/>
                </a:lnTo>
                <a:lnTo>
                  <a:pt x="515" y="794"/>
                </a:lnTo>
                <a:lnTo>
                  <a:pt x="515" y="795"/>
                </a:lnTo>
                <a:lnTo>
                  <a:pt x="515" y="796"/>
                </a:lnTo>
                <a:lnTo>
                  <a:pt x="515" y="797"/>
                </a:lnTo>
                <a:lnTo>
                  <a:pt x="515" y="798"/>
                </a:lnTo>
                <a:lnTo>
                  <a:pt x="514" y="799"/>
                </a:lnTo>
                <a:lnTo>
                  <a:pt x="514" y="800"/>
                </a:lnTo>
                <a:lnTo>
                  <a:pt x="513" y="801"/>
                </a:lnTo>
                <a:lnTo>
                  <a:pt x="512" y="802"/>
                </a:lnTo>
                <a:lnTo>
                  <a:pt x="511" y="802"/>
                </a:lnTo>
                <a:lnTo>
                  <a:pt x="511" y="801"/>
                </a:lnTo>
                <a:lnTo>
                  <a:pt x="510" y="801"/>
                </a:lnTo>
                <a:lnTo>
                  <a:pt x="510" y="802"/>
                </a:lnTo>
                <a:lnTo>
                  <a:pt x="509" y="802"/>
                </a:lnTo>
                <a:lnTo>
                  <a:pt x="510" y="803"/>
                </a:lnTo>
                <a:lnTo>
                  <a:pt x="510" y="804"/>
                </a:lnTo>
                <a:lnTo>
                  <a:pt x="510" y="805"/>
                </a:lnTo>
                <a:lnTo>
                  <a:pt x="510" y="807"/>
                </a:lnTo>
                <a:lnTo>
                  <a:pt x="509" y="808"/>
                </a:lnTo>
                <a:lnTo>
                  <a:pt x="509" y="809"/>
                </a:lnTo>
                <a:lnTo>
                  <a:pt x="509" y="810"/>
                </a:lnTo>
                <a:lnTo>
                  <a:pt x="510" y="811"/>
                </a:lnTo>
                <a:lnTo>
                  <a:pt x="510" y="812"/>
                </a:lnTo>
                <a:lnTo>
                  <a:pt x="510" y="813"/>
                </a:lnTo>
                <a:lnTo>
                  <a:pt x="510" y="814"/>
                </a:lnTo>
                <a:lnTo>
                  <a:pt x="510" y="815"/>
                </a:lnTo>
                <a:lnTo>
                  <a:pt x="509" y="815"/>
                </a:lnTo>
                <a:lnTo>
                  <a:pt x="509" y="816"/>
                </a:lnTo>
                <a:lnTo>
                  <a:pt x="508" y="816"/>
                </a:lnTo>
                <a:lnTo>
                  <a:pt x="505" y="816"/>
                </a:lnTo>
                <a:lnTo>
                  <a:pt x="504" y="816"/>
                </a:lnTo>
                <a:lnTo>
                  <a:pt x="504" y="817"/>
                </a:lnTo>
                <a:lnTo>
                  <a:pt x="503" y="816"/>
                </a:lnTo>
                <a:lnTo>
                  <a:pt x="502" y="816"/>
                </a:lnTo>
                <a:lnTo>
                  <a:pt x="501" y="816"/>
                </a:lnTo>
                <a:lnTo>
                  <a:pt x="500" y="816"/>
                </a:lnTo>
                <a:lnTo>
                  <a:pt x="500" y="815"/>
                </a:lnTo>
                <a:lnTo>
                  <a:pt x="501" y="815"/>
                </a:lnTo>
                <a:lnTo>
                  <a:pt x="500" y="814"/>
                </a:lnTo>
                <a:lnTo>
                  <a:pt x="499" y="814"/>
                </a:lnTo>
                <a:lnTo>
                  <a:pt x="499" y="815"/>
                </a:lnTo>
                <a:lnTo>
                  <a:pt x="499" y="816"/>
                </a:lnTo>
                <a:lnTo>
                  <a:pt x="498" y="816"/>
                </a:lnTo>
                <a:lnTo>
                  <a:pt x="498" y="817"/>
                </a:lnTo>
                <a:lnTo>
                  <a:pt x="497" y="817"/>
                </a:lnTo>
                <a:lnTo>
                  <a:pt x="497" y="818"/>
                </a:lnTo>
                <a:lnTo>
                  <a:pt x="496" y="819"/>
                </a:lnTo>
                <a:lnTo>
                  <a:pt x="495" y="820"/>
                </a:lnTo>
                <a:lnTo>
                  <a:pt x="494" y="820"/>
                </a:lnTo>
                <a:lnTo>
                  <a:pt x="493" y="820"/>
                </a:lnTo>
                <a:lnTo>
                  <a:pt x="492" y="820"/>
                </a:lnTo>
                <a:lnTo>
                  <a:pt x="491" y="820"/>
                </a:lnTo>
                <a:lnTo>
                  <a:pt x="490" y="821"/>
                </a:lnTo>
                <a:lnTo>
                  <a:pt x="490" y="822"/>
                </a:lnTo>
                <a:lnTo>
                  <a:pt x="489" y="823"/>
                </a:lnTo>
                <a:lnTo>
                  <a:pt x="488" y="823"/>
                </a:lnTo>
                <a:lnTo>
                  <a:pt x="487" y="823"/>
                </a:lnTo>
                <a:lnTo>
                  <a:pt x="487" y="824"/>
                </a:lnTo>
                <a:lnTo>
                  <a:pt x="486" y="825"/>
                </a:lnTo>
                <a:lnTo>
                  <a:pt x="486" y="826"/>
                </a:lnTo>
                <a:lnTo>
                  <a:pt x="485" y="826"/>
                </a:lnTo>
                <a:lnTo>
                  <a:pt x="485" y="828"/>
                </a:lnTo>
                <a:lnTo>
                  <a:pt x="485" y="829"/>
                </a:lnTo>
                <a:lnTo>
                  <a:pt x="484" y="829"/>
                </a:lnTo>
                <a:lnTo>
                  <a:pt x="484" y="830"/>
                </a:lnTo>
                <a:lnTo>
                  <a:pt x="483" y="829"/>
                </a:lnTo>
                <a:lnTo>
                  <a:pt x="482" y="829"/>
                </a:lnTo>
                <a:lnTo>
                  <a:pt x="482" y="830"/>
                </a:lnTo>
                <a:lnTo>
                  <a:pt x="481" y="830"/>
                </a:lnTo>
                <a:lnTo>
                  <a:pt x="480" y="830"/>
                </a:lnTo>
                <a:lnTo>
                  <a:pt x="480" y="829"/>
                </a:lnTo>
                <a:lnTo>
                  <a:pt x="480" y="828"/>
                </a:lnTo>
                <a:lnTo>
                  <a:pt x="479" y="828"/>
                </a:lnTo>
                <a:lnTo>
                  <a:pt x="478" y="828"/>
                </a:lnTo>
                <a:lnTo>
                  <a:pt x="478" y="827"/>
                </a:lnTo>
                <a:lnTo>
                  <a:pt x="477" y="827"/>
                </a:lnTo>
                <a:lnTo>
                  <a:pt x="476" y="826"/>
                </a:lnTo>
                <a:lnTo>
                  <a:pt x="475" y="826"/>
                </a:lnTo>
                <a:lnTo>
                  <a:pt x="475" y="825"/>
                </a:lnTo>
                <a:lnTo>
                  <a:pt x="475" y="824"/>
                </a:lnTo>
                <a:lnTo>
                  <a:pt x="475" y="823"/>
                </a:lnTo>
                <a:lnTo>
                  <a:pt x="475" y="822"/>
                </a:lnTo>
                <a:lnTo>
                  <a:pt x="477" y="820"/>
                </a:lnTo>
                <a:lnTo>
                  <a:pt x="478" y="820"/>
                </a:lnTo>
                <a:lnTo>
                  <a:pt x="478" y="818"/>
                </a:lnTo>
                <a:lnTo>
                  <a:pt x="477" y="817"/>
                </a:lnTo>
                <a:lnTo>
                  <a:pt x="477" y="816"/>
                </a:lnTo>
                <a:lnTo>
                  <a:pt x="476" y="816"/>
                </a:lnTo>
                <a:lnTo>
                  <a:pt x="475" y="816"/>
                </a:lnTo>
                <a:lnTo>
                  <a:pt x="474" y="815"/>
                </a:lnTo>
                <a:lnTo>
                  <a:pt x="473" y="815"/>
                </a:lnTo>
                <a:lnTo>
                  <a:pt x="472" y="814"/>
                </a:lnTo>
                <a:lnTo>
                  <a:pt x="470" y="814"/>
                </a:lnTo>
                <a:lnTo>
                  <a:pt x="469" y="815"/>
                </a:lnTo>
                <a:lnTo>
                  <a:pt x="469" y="816"/>
                </a:lnTo>
                <a:lnTo>
                  <a:pt x="469" y="817"/>
                </a:lnTo>
                <a:lnTo>
                  <a:pt x="468" y="817"/>
                </a:lnTo>
                <a:lnTo>
                  <a:pt x="466" y="818"/>
                </a:lnTo>
                <a:lnTo>
                  <a:pt x="465" y="818"/>
                </a:lnTo>
                <a:lnTo>
                  <a:pt x="463" y="819"/>
                </a:lnTo>
                <a:lnTo>
                  <a:pt x="461" y="820"/>
                </a:lnTo>
                <a:lnTo>
                  <a:pt x="460" y="820"/>
                </a:lnTo>
                <a:lnTo>
                  <a:pt x="459" y="820"/>
                </a:lnTo>
                <a:lnTo>
                  <a:pt x="458" y="820"/>
                </a:lnTo>
                <a:lnTo>
                  <a:pt x="456" y="821"/>
                </a:lnTo>
                <a:lnTo>
                  <a:pt x="455" y="822"/>
                </a:lnTo>
                <a:lnTo>
                  <a:pt x="454" y="823"/>
                </a:lnTo>
                <a:lnTo>
                  <a:pt x="453" y="824"/>
                </a:lnTo>
                <a:lnTo>
                  <a:pt x="453" y="825"/>
                </a:lnTo>
                <a:lnTo>
                  <a:pt x="452" y="825"/>
                </a:lnTo>
                <a:lnTo>
                  <a:pt x="452" y="826"/>
                </a:lnTo>
                <a:lnTo>
                  <a:pt x="451" y="826"/>
                </a:lnTo>
                <a:lnTo>
                  <a:pt x="450" y="827"/>
                </a:lnTo>
                <a:lnTo>
                  <a:pt x="449" y="827"/>
                </a:lnTo>
                <a:lnTo>
                  <a:pt x="449" y="828"/>
                </a:lnTo>
                <a:lnTo>
                  <a:pt x="448" y="828"/>
                </a:lnTo>
                <a:lnTo>
                  <a:pt x="447" y="828"/>
                </a:lnTo>
                <a:lnTo>
                  <a:pt x="446" y="828"/>
                </a:lnTo>
                <a:lnTo>
                  <a:pt x="445" y="829"/>
                </a:lnTo>
                <a:lnTo>
                  <a:pt x="445" y="828"/>
                </a:lnTo>
                <a:lnTo>
                  <a:pt x="443" y="828"/>
                </a:lnTo>
                <a:lnTo>
                  <a:pt x="443" y="829"/>
                </a:lnTo>
                <a:lnTo>
                  <a:pt x="442" y="829"/>
                </a:lnTo>
                <a:lnTo>
                  <a:pt x="442" y="830"/>
                </a:lnTo>
                <a:lnTo>
                  <a:pt x="442" y="831"/>
                </a:lnTo>
                <a:lnTo>
                  <a:pt x="442" y="832"/>
                </a:lnTo>
                <a:lnTo>
                  <a:pt x="441" y="833"/>
                </a:lnTo>
                <a:lnTo>
                  <a:pt x="440" y="833"/>
                </a:lnTo>
                <a:lnTo>
                  <a:pt x="440" y="834"/>
                </a:lnTo>
                <a:lnTo>
                  <a:pt x="439" y="835"/>
                </a:lnTo>
                <a:lnTo>
                  <a:pt x="438" y="835"/>
                </a:lnTo>
                <a:lnTo>
                  <a:pt x="437" y="835"/>
                </a:lnTo>
                <a:lnTo>
                  <a:pt x="436" y="836"/>
                </a:lnTo>
                <a:lnTo>
                  <a:pt x="435" y="837"/>
                </a:lnTo>
                <a:lnTo>
                  <a:pt x="434" y="839"/>
                </a:lnTo>
                <a:lnTo>
                  <a:pt x="434" y="840"/>
                </a:lnTo>
                <a:lnTo>
                  <a:pt x="433" y="840"/>
                </a:lnTo>
                <a:lnTo>
                  <a:pt x="432" y="841"/>
                </a:lnTo>
                <a:lnTo>
                  <a:pt x="432" y="842"/>
                </a:lnTo>
                <a:lnTo>
                  <a:pt x="431" y="842"/>
                </a:lnTo>
                <a:lnTo>
                  <a:pt x="430" y="843"/>
                </a:lnTo>
                <a:lnTo>
                  <a:pt x="430" y="844"/>
                </a:lnTo>
                <a:lnTo>
                  <a:pt x="429" y="844"/>
                </a:lnTo>
                <a:lnTo>
                  <a:pt x="429" y="845"/>
                </a:lnTo>
                <a:lnTo>
                  <a:pt x="428" y="844"/>
                </a:lnTo>
                <a:lnTo>
                  <a:pt x="427" y="845"/>
                </a:lnTo>
                <a:lnTo>
                  <a:pt x="427" y="844"/>
                </a:lnTo>
                <a:lnTo>
                  <a:pt x="426" y="844"/>
                </a:lnTo>
                <a:lnTo>
                  <a:pt x="424" y="843"/>
                </a:lnTo>
                <a:lnTo>
                  <a:pt x="423" y="842"/>
                </a:lnTo>
                <a:lnTo>
                  <a:pt x="423" y="841"/>
                </a:lnTo>
                <a:lnTo>
                  <a:pt x="422" y="841"/>
                </a:lnTo>
                <a:lnTo>
                  <a:pt x="421" y="842"/>
                </a:lnTo>
                <a:lnTo>
                  <a:pt x="420" y="842"/>
                </a:lnTo>
                <a:lnTo>
                  <a:pt x="419" y="842"/>
                </a:lnTo>
                <a:lnTo>
                  <a:pt x="417" y="842"/>
                </a:lnTo>
                <a:lnTo>
                  <a:pt x="416" y="842"/>
                </a:lnTo>
                <a:lnTo>
                  <a:pt x="415" y="841"/>
                </a:lnTo>
                <a:lnTo>
                  <a:pt x="414" y="840"/>
                </a:lnTo>
                <a:lnTo>
                  <a:pt x="413" y="840"/>
                </a:lnTo>
                <a:lnTo>
                  <a:pt x="411" y="840"/>
                </a:lnTo>
                <a:lnTo>
                  <a:pt x="411" y="841"/>
                </a:lnTo>
                <a:lnTo>
                  <a:pt x="410" y="842"/>
                </a:lnTo>
                <a:lnTo>
                  <a:pt x="409" y="843"/>
                </a:lnTo>
                <a:lnTo>
                  <a:pt x="409" y="844"/>
                </a:lnTo>
                <a:lnTo>
                  <a:pt x="408" y="845"/>
                </a:lnTo>
                <a:lnTo>
                  <a:pt x="408" y="846"/>
                </a:lnTo>
                <a:lnTo>
                  <a:pt x="407" y="846"/>
                </a:lnTo>
                <a:lnTo>
                  <a:pt x="406" y="846"/>
                </a:lnTo>
                <a:lnTo>
                  <a:pt x="405" y="847"/>
                </a:lnTo>
                <a:lnTo>
                  <a:pt x="405" y="846"/>
                </a:lnTo>
                <a:lnTo>
                  <a:pt x="405" y="845"/>
                </a:lnTo>
                <a:lnTo>
                  <a:pt x="406" y="845"/>
                </a:lnTo>
                <a:lnTo>
                  <a:pt x="406" y="844"/>
                </a:lnTo>
                <a:lnTo>
                  <a:pt x="406" y="843"/>
                </a:lnTo>
                <a:lnTo>
                  <a:pt x="405" y="843"/>
                </a:lnTo>
                <a:lnTo>
                  <a:pt x="404" y="842"/>
                </a:lnTo>
                <a:lnTo>
                  <a:pt x="403" y="841"/>
                </a:lnTo>
                <a:lnTo>
                  <a:pt x="402" y="840"/>
                </a:lnTo>
                <a:lnTo>
                  <a:pt x="402" y="839"/>
                </a:lnTo>
                <a:lnTo>
                  <a:pt x="402" y="837"/>
                </a:lnTo>
                <a:lnTo>
                  <a:pt x="402" y="836"/>
                </a:lnTo>
                <a:lnTo>
                  <a:pt x="403" y="836"/>
                </a:lnTo>
                <a:lnTo>
                  <a:pt x="403" y="835"/>
                </a:lnTo>
                <a:lnTo>
                  <a:pt x="403" y="834"/>
                </a:lnTo>
                <a:lnTo>
                  <a:pt x="403" y="835"/>
                </a:lnTo>
                <a:lnTo>
                  <a:pt x="402" y="834"/>
                </a:lnTo>
                <a:lnTo>
                  <a:pt x="400" y="833"/>
                </a:lnTo>
                <a:lnTo>
                  <a:pt x="399" y="832"/>
                </a:lnTo>
                <a:lnTo>
                  <a:pt x="398" y="830"/>
                </a:lnTo>
                <a:lnTo>
                  <a:pt x="397" y="829"/>
                </a:lnTo>
                <a:lnTo>
                  <a:pt x="396" y="828"/>
                </a:lnTo>
                <a:lnTo>
                  <a:pt x="395" y="828"/>
                </a:lnTo>
                <a:lnTo>
                  <a:pt x="393" y="828"/>
                </a:lnTo>
                <a:lnTo>
                  <a:pt x="393" y="827"/>
                </a:lnTo>
                <a:lnTo>
                  <a:pt x="393" y="826"/>
                </a:lnTo>
                <a:lnTo>
                  <a:pt x="392" y="826"/>
                </a:lnTo>
                <a:lnTo>
                  <a:pt x="391" y="827"/>
                </a:lnTo>
                <a:lnTo>
                  <a:pt x="390" y="828"/>
                </a:lnTo>
                <a:lnTo>
                  <a:pt x="390" y="827"/>
                </a:lnTo>
                <a:lnTo>
                  <a:pt x="389" y="827"/>
                </a:lnTo>
                <a:lnTo>
                  <a:pt x="388" y="827"/>
                </a:lnTo>
                <a:lnTo>
                  <a:pt x="388" y="828"/>
                </a:lnTo>
                <a:lnTo>
                  <a:pt x="387" y="828"/>
                </a:lnTo>
                <a:lnTo>
                  <a:pt x="386" y="827"/>
                </a:lnTo>
                <a:lnTo>
                  <a:pt x="386" y="826"/>
                </a:lnTo>
                <a:lnTo>
                  <a:pt x="386" y="825"/>
                </a:lnTo>
                <a:lnTo>
                  <a:pt x="385" y="825"/>
                </a:lnTo>
                <a:lnTo>
                  <a:pt x="384" y="824"/>
                </a:lnTo>
                <a:lnTo>
                  <a:pt x="384" y="823"/>
                </a:lnTo>
                <a:lnTo>
                  <a:pt x="383" y="822"/>
                </a:lnTo>
                <a:lnTo>
                  <a:pt x="384" y="822"/>
                </a:lnTo>
                <a:lnTo>
                  <a:pt x="384" y="821"/>
                </a:lnTo>
                <a:lnTo>
                  <a:pt x="384" y="820"/>
                </a:lnTo>
                <a:lnTo>
                  <a:pt x="385" y="819"/>
                </a:lnTo>
                <a:lnTo>
                  <a:pt x="386" y="819"/>
                </a:lnTo>
                <a:lnTo>
                  <a:pt x="387" y="819"/>
                </a:lnTo>
                <a:lnTo>
                  <a:pt x="389" y="820"/>
                </a:lnTo>
                <a:lnTo>
                  <a:pt x="390" y="820"/>
                </a:lnTo>
                <a:lnTo>
                  <a:pt x="390" y="819"/>
                </a:lnTo>
                <a:lnTo>
                  <a:pt x="389" y="819"/>
                </a:lnTo>
                <a:lnTo>
                  <a:pt x="388" y="819"/>
                </a:lnTo>
                <a:lnTo>
                  <a:pt x="388" y="818"/>
                </a:lnTo>
                <a:lnTo>
                  <a:pt x="388" y="817"/>
                </a:lnTo>
                <a:lnTo>
                  <a:pt x="389" y="817"/>
                </a:lnTo>
                <a:lnTo>
                  <a:pt x="390" y="816"/>
                </a:lnTo>
                <a:lnTo>
                  <a:pt x="390" y="815"/>
                </a:lnTo>
                <a:lnTo>
                  <a:pt x="389" y="815"/>
                </a:lnTo>
                <a:lnTo>
                  <a:pt x="388" y="815"/>
                </a:lnTo>
                <a:lnTo>
                  <a:pt x="388" y="814"/>
                </a:lnTo>
                <a:lnTo>
                  <a:pt x="388" y="815"/>
                </a:lnTo>
                <a:lnTo>
                  <a:pt x="387" y="815"/>
                </a:lnTo>
                <a:lnTo>
                  <a:pt x="387" y="814"/>
                </a:lnTo>
                <a:lnTo>
                  <a:pt x="387" y="813"/>
                </a:lnTo>
                <a:lnTo>
                  <a:pt x="387" y="812"/>
                </a:lnTo>
                <a:lnTo>
                  <a:pt x="388" y="812"/>
                </a:lnTo>
                <a:lnTo>
                  <a:pt x="388" y="811"/>
                </a:lnTo>
                <a:lnTo>
                  <a:pt x="387" y="811"/>
                </a:lnTo>
                <a:lnTo>
                  <a:pt x="387" y="810"/>
                </a:lnTo>
                <a:lnTo>
                  <a:pt x="385" y="809"/>
                </a:lnTo>
                <a:lnTo>
                  <a:pt x="384" y="808"/>
                </a:lnTo>
                <a:lnTo>
                  <a:pt x="383" y="807"/>
                </a:lnTo>
                <a:lnTo>
                  <a:pt x="382" y="806"/>
                </a:lnTo>
                <a:lnTo>
                  <a:pt x="381" y="805"/>
                </a:lnTo>
                <a:lnTo>
                  <a:pt x="380" y="805"/>
                </a:lnTo>
                <a:lnTo>
                  <a:pt x="380" y="804"/>
                </a:lnTo>
                <a:lnTo>
                  <a:pt x="379" y="804"/>
                </a:lnTo>
                <a:lnTo>
                  <a:pt x="379" y="803"/>
                </a:lnTo>
                <a:lnTo>
                  <a:pt x="378" y="803"/>
                </a:lnTo>
                <a:lnTo>
                  <a:pt x="377" y="801"/>
                </a:lnTo>
                <a:lnTo>
                  <a:pt x="376" y="800"/>
                </a:lnTo>
                <a:lnTo>
                  <a:pt x="375" y="800"/>
                </a:lnTo>
                <a:lnTo>
                  <a:pt x="374" y="800"/>
                </a:lnTo>
                <a:lnTo>
                  <a:pt x="371" y="800"/>
                </a:lnTo>
                <a:lnTo>
                  <a:pt x="370" y="799"/>
                </a:lnTo>
                <a:lnTo>
                  <a:pt x="370" y="798"/>
                </a:lnTo>
                <a:lnTo>
                  <a:pt x="370" y="797"/>
                </a:lnTo>
                <a:lnTo>
                  <a:pt x="370" y="796"/>
                </a:lnTo>
                <a:lnTo>
                  <a:pt x="369" y="796"/>
                </a:lnTo>
                <a:lnTo>
                  <a:pt x="369" y="797"/>
                </a:lnTo>
                <a:lnTo>
                  <a:pt x="368" y="797"/>
                </a:lnTo>
                <a:lnTo>
                  <a:pt x="368" y="796"/>
                </a:lnTo>
                <a:lnTo>
                  <a:pt x="368" y="795"/>
                </a:lnTo>
                <a:lnTo>
                  <a:pt x="367" y="795"/>
                </a:lnTo>
                <a:lnTo>
                  <a:pt x="366" y="796"/>
                </a:lnTo>
                <a:lnTo>
                  <a:pt x="366" y="795"/>
                </a:lnTo>
                <a:lnTo>
                  <a:pt x="366" y="794"/>
                </a:lnTo>
                <a:lnTo>
                  <a:pt x="366" y="793"/>
                </a:lnTo>
                <a:lnTo>
                  <a:pt x="366" y="792"/>
                </a:lnTo>
                <a:lnTo>
                  <a:pt x="366" y="790"/>
                </a:lnTo>
                <a:lnTo>
                  <a:pt x="366" y="789"/>
                </a:lnTo>
                <a:lnTo>
                  <a:pt x="367" y="789"/>
                </a:lnTo>
                <a:lnTo>
                  <a:pt x="368" y="789"/>
                </a:lnTo>
                <a:lnTo>
                  <a:pt x="368" y="790"/>
                </a:lnTo>
                <a:lnTo>
                  <a:pt x="369" y="790"/>
                </a:lnTo>
                <a:lnTo>
                  <a:pt x="369" y="789"/>
                </a:lnTo>
                <a:lnTo>
                  <a:pt x="370" y="789"/>
                </a:lnTo>
                <a:lnTo>
                  <a:pt x="371" y="790"/>
                </a:lnTo>
                <a:lnTo>
                  <a:pt x="371" y="789"/>
                </a:lnTo>
                <a:lnTo>
                  <a:pt x="372" y="789"/>
                </a:lnTo>
                <a:lnTo>
                  <a:pt x="372" y="788"/>
                </a:lnTo>
                <a:lnTo>
                  <a:pt x="372" y="787"/>
                </a:lnTo>
                <a:lnTo>
                  <a:pt x="372" y="786"/>
                </a:lnTo>
                <a:lnTo>
                  <a:pt x="372" y="785"/>
                </a:lnTo>
                <a:lnTo>
                  <a:pt x="373" y="784"/>
                </a:lnTo>
                <a:lnTo>
                  <a:pt x="373" y="782"/>
                </a:lnTo>
                <a:lnTo>
                  <a:pt x="373" y="781"/>
                </a:lnTo>
                <a:lnTo>
                  <a:pt x="372" y="781"/>
                </a:lnTo>
                <a:lnTo>
                  <a:pt x="371" y="781"/>
                </a:lnTo>
                <a:lnTo>
                  <a:pt x="371" y="780"/>
                </a:lnTo>
                <a:lnTo>
                  <a:pt x="371" y="779"/>
                </a:lnTo>
                <a:lnTo>
                  <a:pt x="372" y="778"/>
                </a:lnTo>
                <a:lnTo>
                  <a:pt x="373" y="778"/>
                </a:lnTo>
                <a:lnTo>
                  <a:pt x="373" y="777"/>
                </a:lnTo>
                <a:lnTo>
                  <a:pt x="374" y="777"/>
                </a:lnTo>
                <a:lnTo>
                  <a:pt x="375" y="777"/>
                </a:lnTo>
                <a:lnTo>
                  <a:pt x="375" y="776"/>
                </a:lnTo>
                <a:lnTo>
                  <a:pt x="375" y="775"/>
                </a:lnTo>
                <a:lnTo>
                  <a:pt x="374" y="775"/>
                </a:lnTo>
                <a:lnTo>
                  <a:pt x="375" y="774"/>
                </a:lnTo>
                <a:lnTo>
                  <a:pt x="376" y="774"/>
                </a:lnTo>
                <a:lnTo>
                  <a:pt x="376" y="773"/>
                </a:lnTo>
                <a:lnTo>
                  <a:pt x="376" y="772"/>
                </a:lnTo>
                <a:lnTo>
                  <a:pt x="375" y="772"/>
                </a:lnTo>
                <a:lnTo>
                  <a:pt x="374" y="772"/>
                </a:lnTo>
                <a:lnTo>
                  <a:pt x="374" y="771"/>
                </a:lnTo>
                <a:lnTo>
                  <a:pt x="373" y="771"/>
                </a:lnTo>
                <a:lnTo>
                  <a:pt x="372" y="771"/>
                </a:lnTo>
                <a:lnTo>
                  <a:pt x="371" y="771"/>
                </a:lnTo>
                <a:lnTo>
                  <a:pt x="370" y="771"/>
                </a:lnTo>
                <a:lnTo>
                  <a:pt x="370" y="772"/>
                </a:lnTo>
                <a:lnTo>
                  <a:pt x="370" y="773"/>
                </a:lnTo>
                <a:lnTo>
                  <a:pt x="371" y="773"/>
                </a:lnTo>
                <a:lnTo>
                  <a:pt x="371" y="774"/>
                </a:lnTo>
                <a:lnTo>
                  <a:pt x="372" y="774"/>
                </a:lnTo>
                <a:lnTo>
                  <a:pt x="372" y="775"/>
                </a:lnTo>
                <a:lnTo>
                  <a:pt x="371" y="776"/>
                </a:lnTo>
                <a:lnTo>
                  <a:pt x="370" y="776"/>
                </a:lnTo>
                <a:lnTo>
                  <a:pt x="369" y="775"/>
                </a:lnTo>
                <a:lnTo>
                  <a:pt x="369" y="776"/>
                </a:lnTo>
                <a:lnTo>
                  <a:pt x="368" y="776"/>
                </a:lnTo>
                <a:lnTo>
                  <a:pt x="368" y="777"/>
                </a:lnTo>
                <a:lnTo>
                  <a:pt x="366" y="777"/>
                </a:lnTo>
                <a:lnTo>
                  <a:pt x="365" y="777"/>
                </a:lnTo>
                <a:lnTo>
                  <a:pt x="366" y="777"/>
                </a:lnTo>
                <a:lnTo>
                  <a:pt x="366" y="776"/>
                </a:lnTo>
                <a:lnTo>
                  <a:pt x="365" y="775"/>
                </a:lnTo>
                <a:lnTo>
                  <a:pt x="365" y="774"/>
                </a:lnTo>
                <a:lnTo>
                  <a:pt x="364" y="774"/>
                </a:lnTo>
                <a:lnTo>
                  <a:pt x="364" y="773"/>
                </a:lnTo>
                <a:lnTo>
                  <a:pt x="363" y="773"/>
                </a:lnTo>
                <a:lnTo>
                  <a:pt x="362" y="773"/>
                </a:lnTo>
                <a:lnTo>
                  <a:pt x="362" y="772"/>
                </a:lnTo>
                <a:lnTo>
                  <a:pt x="363" y="772"/>
                </a:lnTo>
                <a:lnTo>
                  <a:pt x="363" y="771"/>
                </a:lnTo>
                <a:lnTo>
                  <a:pt x="364" y="771"/>
                </a:lnTo>
                <a:lnTo>
                  <a:pt x="364" y="770"/>
                </a:lnTo>
                <a:lnTo>
                  <a:pt x="365" y="770"/>
                </a:lnTo>
                <a:lnTo>
                  <a:pt x="364" y="770"/>
                </a:lnTo>
                <a:lnTo>
                  <a:pt x="364" y="769"/>
                </a:lnTo>
                <a:lnTo>
                  <a:pt x="365" y="769"/>
                </a:lnTo>
                <a:lnTo>
                  <a:pt x="365" y="768"/>
                </a:lnTo>
                <a:lnTo>
                  <a:pt x="366" y="767"/>
                </a:lnTo>
                <a:lnTo>
                  <a:pt x="366" y="766"/>
                </a:lnTo>
                <a:lnTo>
                  <a:pt x="366" y="765"/>
                </a:lnTo>
                <a:lnTo>
                  <a:pt x="365" y="764"/>
                </a:lnTo>
                <a:lnTo>
                  <a:pt x="365" y="763"/>
                </a:lnTo>
                <a:lnTo>
                  <a:pt x="364" y="763"/>
                </a:lnTo>
                <a:lnTo>
                  <a:pt x="364" y="762"/>
                </a:lnTo>
                <a:lnTo>
                  <a:pt x="363" y="762"/>
                </a:lnTo>
                <a:lnTo>
                  <a:pt x="363" y="761"/>
                </a:lnTo>
                <a:lnTo>
                  <a:pt x="362" y="760"/>
                </a:lnTo>
                <a:lnTo>
                  <a:pt x="361" y="761"/>
                </a:lnTo>
                <a:lnTo>
                  <a:pt x="359" y="760"/>
                </a:lnTo>
                <a:lnTo>
                  <a:pt x="358" y="759"/>
                </a:lnTo>
                <a:lnTo>
                  <a:pt x="357" y="759"/>
                </a:lnTo>
                <a:lnTo>
                  <a:pt x="356" y="759"/>
                </a:lnTo>
                <a:lnTo>
                  <a:pt x="355" y="759"/>
                </a:lnTo>
                <a:lnTo>
                  <a:pt x="354" y="759"/>
                </a:lnTo>
                <a:lnTo>
                  <a:pt x="354" y="758"/>
                </a:lnTo>
                <a:lnTo>
                  <a:pt x="354" y="757"/>
                </a:lnTo>
                <a:lnTo>
                  <a:pt x="353" y="757"/>
                </a:lnTo>
                <a:lnTo>
                  <a:pt x="353" y="756"/>
                </a:lnTo>
                <a:lnTo>
                  <a:pt x="353" y="755"/>
                </a:lnTo>
                <a:lnTo>
                  <a:pt x="354" y="755"/>
                </a:lnTo>
                <a:lnTo>
                  <a:pt x="354" y="754"/>
                </a:lnTo>
                <a:lnTo>
                  <a:pt x="354" y="753"/>
                </a:lnTo>
                <a:lnTo>
                  <a:pt x="353" y="753"/>
                </a:lnTo>
                <a:lnTo>
                  <a:pt x="351" y="753"/>
                </a:lnTo>
                <a:lnTo>
                  <a:pt x="350" y="753"/>
                </a:lnTo>
                <a:lnTo>
                  <a:pt x="350" y="752"/>
                </a:lnTo>
                <a:lnTo>
                  <a:pt x="351" y="751"/>
                </a:lnTo>
                <a:lnTo>
                  <a:pt x="351" y="750"/>
                </a:lnTo>
                <a:lnTo>
                  <a:pt x="350" y="750"/>
                </a:lnTo>
                <a:lnTo>
                  <a:pt x="349" y="749"/>
                </a:lnTo>
                <a:lnTo>
                  <a:pt x="349" y="750"/>
                </a:lnTo>
                <a:lnTo>
                  <a:pt x="348" y="750"/>
                </a:lnTo>
                <a:lnTo>
                  <a:pt x="347" y="749"/>
                </a:lnTo>
                <a:lnTo>
                  <a:pt x="347" y="748"/>
                </a:lnTo>
                <a:lnTo>
                  <a:pt x="346" y="748"/>
                </a:lnTo>
                <a:lnTo>
                  <a:pt x="345" y="748"/>
                </a:lnTo>
                <a:lnTo>
                  <a:pt x="344" y="748"/>
                </a:lnTo>
                <a:lnTo>
                  <a:pt x="344" y="747"/>
                </a:lnTo>
                <a:lnTo>
                  <a:pt x="342" y="746"/>
                </a:lnTo>
                <a:lnTo>
                  <a:pt x="343" y="745"/>
                </a:lnTo>
                <a:lnTo>
                  <a:pt x="343" y="744"/>
                </a:lnTo>
                <a:lnTo>
                  <a:pt x="343" y="743"/>
                </a:lnTo>
                <a:lnTo>
                  <a:pt x="343" y="742"/>
                </a:lnTo>
                <a:lnTo>
                  <a:pt x="343" y="741"/>
                </a:lnTo>
                <a:lnTo>
                  <a:pt x="344" y="741"/>
                </a:lnTo>
                <a:lnTo>
                  <a:pt x="344" y="739"/>
                </a:lnTo>
                <a:lnTo>
                  <a:pt x="344" y="738"/>
                </a:lnTo>
                <a:lnTo>
                  <a:pt x="343" y="738"/>
                </a:lnTo>
                <a:lnTo>
                  <a:pt x="344" y="736"/>
                </a:lnTo>
                <a:lnTo>
                  <a:pt x="344" y="735"/>
                </a:lnTo>
                <a:lnTo>
                  <a:pt x="345" y="734"/>
                </a:lnTo>
                <a:lnTo>
                  <a:pt x="345" y="733"/>
                </a:lnTo>
                <a:lnTo>
                  <a:pt x="345" y="732"/>
                </a:lnTo>
                <a:lnTo>
                  <a:pt x="346" y="731"/>
                </a:lnTo>
                <a:lnTo>
                  <a:pt x="346" y="729"/>
                </a:lnTo>
                <a:lnTo>
                  <a:pt x="345" y="728"/>
                </a:lnTo>
                <a:lnTo>
                  <a:pt x="345" y="729"/>
                </a:lnTo>
                <a:lnTo>
                  <a:pt x="344" y="729"/>
                </a:lnTo>
                <a:lnTo>
                  <a:pt x="343" y="728"/>
                </a:lnTo>
                <a:lnTo>
                  <a:pt x="341" y="728"/>
                </a:lnTo>
                <a:lnTo>
                  <a:pt x="340" y="728"/>
                </a:lnTo>
                <a:lnTo>
                  <a:pt x="339" y="728"/>
                </a:lnTo>
                <a:lnTo>
                  <a:pt x="337" y="728"/>
                </a:lnTo>
                <a:lnTo>
                  <a:pt x="337" y="729"/>
                </a:lnTo>
                <a:lnTo>
                  <a:pt x="336" y="729"/>
                </a:lnTo>
                <a:lnTo>
                  <a:pt x="334" y="728"/>
                </a:lnTo>
                <a:lnTo>
                  <a:pt x="334" y="727"/>
                </a:lnTo>
                <a:lnTo>
                  <a:pt x="333" y="727"/>
                </a:lnTo>
                <a:lnTo>
                  <a:pt x="333" y="726"/>
                </a:lnTo>
                <a:lnTo>
                  <a:pt x="333" y="725"/>
                </a:lnTo>
                <a:lnTo>
                  <a:pt x="333" y="724"/>
                </a:lnTo>
                <a:lnTo>
                  <a:pt x="333" y="723"/>
                </a:lnTo>
                <a:lnTo>
                  <a:pt x="332" y="722"/>
                </a:lnTo>
                <a:lnTo>
                  <a:pt x="331" y="721"/>
                </a:lnTo>
                <a:lnTo>
                  <a:pt x="332" y="721"/>
                </a:lnTo>
                <a:lnTo>
                  <a:pt x="332" y="720"/>
                </a:lnTo>
                <a:lnTo>
                  <a:pt x="332" y="719"/>
                </a:lnTo>
                <a:lnTo>
                  <a:pt x="331" y="717"/>
                </a:lnTo>
                <a:lnTo>
                  <a:pt x="330" y="717"/>
                </a:lnTo>
                <a:lnTo>
                  <a:pt x="330" y="716"/>
                </a:lnTo>
                <a:lnTo>
                  <a:pt x="331" y="715"/>
                </a:lnTo>
                <a:lnTo>
                  <a:pt x="331" y="714"/>
                </a:lnTo>
                <a:lnTo>
                  <a:pt x="330" y="713"/>
                </a:lnTo>
                <a:lnTo>
                  <a:pt x="329" y="713"/>
                </a:lnTo>
                <a:lnTo>
                  <a:pt x="329" y="712"/>
                </a:lnTo>
                <a:lnTo>
                  <a:pt x="329" y="711"/>
                </a:lnTo>
                <a:lnTo>
                  <a:pt x="328" y="711"/>
                </a:lnTo>
                <a:lnTo>
                  <a:pt x="328" y="710"/>
                </a:lnTo>
                <a:lnTo>
                  <a:pt x="326" y="708"/>
                </a:lnTo>
                <a:lnTo>
                  <a:pt x="325" y="705"/>
                </a:lnTo>
                <a:lnTo>
                  <a:pt x="325" y="704"/>
                </a:lnTo>
                <a:lnTo>
                  <a:pt x="325" y="703"/>
                </a:lnTo>
                <a:lnTo>
                  <a:pt x="324" y="702"/>
                </a:lnTo>
                <a:lnTo>
                  <a:pt x="323" y="701"/>
                </a:lnTo>
                <a:lnTo>
                  <a:pt x="322" y="700"/>
                </a:lnTo>
                <a:lnTo>
                  <a:pt x="322" y="701"/>
                </a:lnTo>
                <a:lnTo>
                  <a:pt x="321" y="701"/>
                </a:lnTo>
                <a:lnTo>
                  <a:pt x="321" y="702"/>
                </a:lnTo>
                <a:lnTo>
                  <a:pt x="320" y="702"/>
                </a:lnTo>
                <a:lnTo>
                  <a:pt x="321" y="700"/>
                </a:lnTo>
                <a:lnTo>
                  <a:pt x="321" y="699"/>
                </a:lnTo>
                <a:lnTo>
                  <a:pt x="321" y="698"/>
                </a:lnTo>
                <a:lnTo>
                  <a:pt x="321" y="696"/>
                </a:lnTo>
                <a:lnTo>
                  <a:pt x="321" y="695"/>
                </a:lnTo>
                <a:lnTo>
                  <a:pt x="321" y="694"/>
                </a:lnTo>
                <a:lnTo>
                  <a:pt x="320" y="694"/>
                </a:lnTo>
                <a:lnTo>
                  <a:pt x="319" y="692"/>
                </a:lnTo>
                <a:lnTo>
                  <a:pt x="319" y="691"/>
                </a:lnTo>
                <a:lnTo>
                  <a:pt x="319" y="690"/>
                </a:lnTo>
                <a:lnTo>
                  <a:pt x="318" y="690"/>
                </a:lnTo>
                <a:lnTo>
                  <a:pt x="317" y="688"/>
                </a:lnTo>
                <a:lnTo>
                  <a:pt x="316" y="688"/>
                </a:lnTo>
                <a:lnTo>
                  <a:pt x="316" y="687"/>
                </a:lnTo>
                <a:lnTo>
                  <a:pt x="316" y="685"/>
                </a:lnTo>
                <a:lnTo>
                  <a:pt x="315" y="685"/>
                </a:lnTo>
                <a:lnTo>
                  <a:pt x="315" y="686"/>
                </a:lnTo>
                <a:lnTo>
                  <a:pt x="314" y="686"/>
                </a:lnTo>
                <a:lnTo>
                  <a:pt x="314" y="685"/>
                </a:lnTo>
                <a:lnTo>
                  <a:pt x="315" y="684"/>
                </a:lnTo>
                <a:lnTo>
                  <a:pt x="315" y="683"/>
                </a:lnTo>
                <a:lnTo>
                  <a:pt x="316" y="683"/>
                </a:lnTo>
                <a:lnTo>
                  <a:pt x="315" y="683"/>
                </a:lnTo>
                <a:lnTo>
                  <a:pt x="314" y="683"/>
                </a:lnTo>
                <a:lnTo>
                  <a:pt x="314" y="682"/>
                </a:lnTo>
                <a:lnTo>
                  <a:pt x="314" y="681"/>
                </a:lnTo>
                <a:lnTo>
                  <a:pt x="315" y="681"/>
                </a:lnTo>
                <a:lnTo>
                  <a:pt x="315" y="680"/>
                </a:lnTo>
                <a:lnTo>
                  <a:pt x="316" y="680"/>
                </a:lnTo>
                <a:lnTo>
                  <a:pt x="315" y="680"/>
                </a:lnTo>
                <a:lnTo>
                  <a:pt x="315" y="679"/>
                </a:lnTo>
                <a:lnTo>
                  <a:pt x="314" y="679"/>
                </a:lnTo>
                <a:lnTo>
                  <a:pt x="312" y="679"/>
                </a:lnTo>
                <a:lnTo>
                  <a:pt x="310" y="679"/>
                </a:lnTo>
                <a:lnTo>
                  <a:pt x="310" y="678"/>
                </a:lnTo>
                <a:lnTo>
                  <a:pt x="309" y="678"/>
                </a:lnTo>
                <a:lnTo>
                  <a:pt x="309" y="677"/>
                </a:lnTo>
                <a:lnTo>
                  <a:pt x="309" y="676"/>
                </a:lnTo>
                <a:lnTo>
                  <a:pt x="309" y="674"/>
                </a:lnTo>
                <a:lnTo>
                  <a:pt x="309" y="673"/>
                </a:lnTo>
                <a:lnTo>
                  <a:pt x="309" y="672"/>
                </a:lnTo>
                <a:lnTo>
                  <a:pt x="307" y="671"/>
                </a:lnTo>
                <a:lnTo>
                  <a:pt x="307" y="670"/>
                </a:lnTo>
                <a:lnTo>
                  <a:pt x="306" y="670"/>
                </a:lnTo>
                <a:lnTo>
                  <a:pt x="305" y="669"/>
                </a:lnTo>
                <a:lnTo>
                  <a:pt x="305" y="668"/>
                </a:lnTo>
                <a:lnTo>
                  <a:pt x="304" y="668"/>
                </a:lnTo>
                <a:lnTo>
                  <a:pt x="303" y="667"/>
                </a:lnTo>
                <a:lnTo>
                  <a:pt x="302" y="666"/>
                </a:lnTo>
                <a:lnTo>
                  <a:pt x="302" y="665"/>
                </a:lnTo>
                <a:lnTo>
                  <a:pt x="303" y="665"/>
                </a:lnTo>
                <a:lnTo>
                  <a:pt x="303" y="664"/>
                </a:lnTo>
                <a:lnTo>
                  <a:pt x="303" y="663"/>
                </a:lnTo>
                <a:lnTo>
                  <a:pt x="304" y="662"/>
                </a:lnTo>
                <a:lnTo>
                  <a:pt x="304" y="661"/>
                </a:lnTo>
                <a:lnTo>
                  <a:pt x="303" y="660"/>
                </a:lnTo>
                <a:lnTo>
                  <a:pt x="302" y="660"/>
                </a:lnTo>
                <a:lnTo>
                  <a:pt x="302" y="659"/>
                </a:lnTo>
                <a:lnTo>
                  <a:pt x="303" y="659"/>
                </a:lnTo>
                <a:lnTo>
                  <a:pt x="302" y="658"/>
                </a:lnTo>
                <a:lnTo>
                  <a:pt x="302" y="657"/>
                </a:lnTo>
                <a:lnTo>
                  <a:pt x="301" y="656"/>
                </a:lnTo>
                <a:lnTo>
                  <a:pt x="300" y="654"/>
                </a:lnTo>
                <a:lnTo>
                  <a:pt x="299" y="655"/>
                </a:lnTo>
                <a:lnTo>
                  <a:pt x="298" y="655"/>
                </a:lnTo>
                <a:lnTo>
                  <a:pt x="298" y="656"/>
                </a:lnTo>
                <a:lnTo>
                  <a:pt x="298" y="655"/>
                </a:lnTo>
                <a:lnTo>
                  <a:pt x="297" y="655"/>
                </a:lnTo>
                <a:lnTo>
                  <a:pt x="296" y="655"/>
                </a:lnTo>
                <a:lnTo>
                  <a:pt x="296" y="656"/>
                </a:lnTo>
                <a:lnTo>
                  <a:pt x="295" y="657"/>
                </a:lnTo>
                <a:lnTo>
                  <a:pt x="294" y="659"/>
                </a:lnTo>
                <a:lnTo>
                  <a:pt x="294" y="660"/>
                </a:lnTo>
                <a:lnTo>
                  <a:pt x="294" y="661"/>
                </a:lnTo>
                <a:lnTo>
                  <a:pt x="293" y="661"/>
                </a:lnTo>
                <a:lnTo>
                  <a:pt x="293" y="662"/>
                </a:lnTo>
                <a:lnTo>
                  <a:pt x="292" y="663"/>
                </a:lnTo>
                <a:lnTo>
                  <a:pt x="291" y="664"/>
                </a:lnTo>
                <a:lnTo>
                  <a:pt x="290" y="664"/>
                </a:lnTo>
                <a:lnTo>
                  <a:pt x="289" y="664"/>
                </a:lnTo>
                <a:lnTo>
                  <a:pt x="289" y="665"/>
                </a:lnTo>
                <a:lnTo>
                  <a:pt x="288" y="666"/>
                </a:lnTo>
                <a:lnTo>
                  <a:pt x="288" y="665"/>
                </a:lnTo>
                <a:lnTo>
                  <a:pt x="287" y="665"/>
                </a:lnTo>
                <a:lnTo>
                  <a:pt x="287" y="664"/>
                </a:lnTo>
                <a:lnTo>
                  <a:pt x="286" y="665"/>
                </a:lnTo>
                <a:lnTo>
                  <a:pt x="285" y="664"/>
                </a:lnTo>
                <a:lnTo>
                  <a:pt x="285" y="663"/>
                </a:lnTo>
                <a:lnTo>
                  <a:pt x="285" y="662"/>
                </a:lnTo>
                <a:lnTo>
                  <a:pt x="284" y="662"/>
                </a:lnTo>
                <a:lnTo>
                  <a:pt x="283" y="662"/>
                </a:lnTo>
                <a:lnTo>
                  <a:pt x="283" y="661"/>
                </a:lnTo>
                <a:lnTo>
                  <a:pt x="282" y="661"/>
                </a:lnTo>
                <a:lnTo>
                  <a:pt x="281" y="661"/>
                </a:lnTo>
                <a:lnTo>
                  <a:pt x="280" y="660"/>
                </a:lnTo>
                <a:lnTo>
                  <a:pt x="279" y="660"/>
                </a:lnTo>
                <a:lnTo>
                  <a:pt x="278" y="660"/>
                </a:lnTo>
                <a:lnTo>
                  <a:pt x="278" y="661"/>
                </a:lnTo>
                <a:lnTo>
                  <a:pt x="278" y="662"/>
                </a:lnTo>
                <a:lnTo>
                  <a:pt x="277" y="662"/>
                </a:lnTo>
                <a:lnTo>
                  <a:pt x="277" y="663"/>
                </a:lnTo>
                <a:lnTo>
                  <a:pt x="276" y="663"/>
                </a:lnTo>
                <a:lnTo>
                  <a:pt x="276" y="665"/>
                </a:lnTo>
                <a:lnTo>
                  <a:pt x="276" y="667"/>
                </a:lnTo>
                <a:lnTo>
                  <a:pt x="275" y="668"/>
                </a:lnTo>
                <a:lnTo>
                  <a:pt x="274" y="669"/>
                </a:lnTo>
                <a:lnTo>
                  <a:pt x="273" y="670"/>
                </a:lnTo>
                <a:lnTo>
                  <a:pt x="273" y="672"/>
                </a:lnTo>
                <a:lnTo>
                  <a:pt x="272" y="671"/>
                </a:lnTo>
                <a:lnTo>
                  <a:pt x="271" y="671"/>
                </a:lnTo>
                <a:lnTo>
                  <a:pt x="271" y="672"/>
                </a:lnTo>
                <a:lnTo>
                  <a:pt x="270" y="672"/>
                </a:lnTo>
                <a:lnTo>
                  <a:pt x="270" y="673"/>
                </a:lnTo>
                <a:lnTo>
                  <a:pt x="270" y="674"/>
                </a:lnTo>
                <a:lnTo>
                  <a:pt x="270" y="675"/>
                </a:lnTo>
                <a:lnTo>
                  <a:pt x="269" y="675"/>
                </a:lnTo>
                <a:lnTo>
                  <a:pt x="268" y="675"/>
                </a:lnTo>
                <a:lnTo>
                  <a:pt x="267" y="675"/>
                </a:lnTo>
                <a:lnTo>
                  <a:pt x="266" y="673"/>
                </a:lnTo>
                <a:lnTo>
                  <a:pt x="267" y="673"/>
                </a:lnTo>
                <a:lnTo>
                  <a:pt x="267" y="672"/>
                </a:lnTo>
                <a:lnTo>
                  <a:pt x="267" y="671"/>
                </a:lnTo>
                <a:lnTo>
                  <a:pt x="267" y="670"/>
                </a:lnTo>
                <a:lnTo>
                  <a:pt x="267" y="669"/>
                </a:lnTo>
                <a:lnTo>
                  <a:pt x="267" y="668"/>
                </a:lnTo>
                <a:lnTo>
                  <a:pt x="266" y="668"/>
                </a:lnTo>
                <a:lnTo>
                  <a:pt x="266" y="667"/>
                </a:lnTo>
                <a:lnTo>
                  <a:pt x="265" y="667"/>
                </a:lnTo>
                <a:lnTo>
                  <a:pt x="265" y="666"/>
                </a:lnTo>
                <a:lnTo>
                  <a:pt x="265" y="665"/>
                </a:lnTo>
                <a:lnTo>
                  <a:pt x="266" y="665"/>
                </a:lnTo>
                <a:lnTo>
                  <a:pt x="267" y="664"/>
                </a:lnTo>
                <a:lnTo>
                  <a:pt x="267" y="662"/>
                </a:lnTo>
                <a:lnTo>
                  <a:pt x="266" y="662"/>
                </a:lnTo>
                <a:lnTo>
                  <a:pt x="267" y="662"/>
                </a:lnTo>
                <a:lnTo>
                  <a:pt x="267" y="661"/>
                </a:lnTo>
                <a:lnTo>
                  <a:pt x="267" y="660"/>
                </a:lnTo>
                <a:lnTo>
                  <a:pt x="266" y="660"/>
                </a:lnTo>
                <a:lnTo>
                  <a:pt x="265" y="660"/>
                </a:lnTo>
                <a:lnTo>
                  <a:pt x="264" y="660"/>
                </a:lnTo>
                <a:lnTo>
                  <a:pt x="263" y="660"/>
                </a:lnTo>
                <a:lnTo>
                  <a:pt x="261" y="660"/>
                </a:lnTo>
                <a:lnTo>
                  <a:pt x="260" y="660"/>
                </a:lnTo>
                <a:lnTo>
                  <a:pt x="260" y="659"/>
                </a:lnTo>
                <a:lnTo>
                  <a:pt x="259" y="659"/>
                </a:lnTo>
                <a:lnTo>
                  <a:pt x="258" y="659"/>
                </a:lnTo>
                <a:lnTo>
                  <a:pt x="257" y="658"/>
                </a:lnTo>
                <a:lnTo>
                  <a:pt x="255" y="657"/>
                </a:lnTo>
                <a:lnTo>
                  <a:pt x="254" y="657"/>
                </a:lnTo>
                <a:lnTo>
                  <a:pt x="254" y="656"/>
                </a:lnTo>
                <a:lnTo>
                  <a:pt x="255" y="656"/>
                </a:lnTo>
                <a:lnTo>
                  <a:pt x="256" y="652"/>
                </a:lnTo>
                <a:lnTo>
                  <a:pt x="257" y="652"/>
                </a:lnTo>
                <a:lnTo>
                  <a:pt x="256" y="651"/>
                </a:lnTo>
                <a:lnTo>
                  <a:pt x="256" y="650"/>
                </a:lnTo>
                <a:lnTo>
                  <a:pt x="255" y="650"/>
                </a:lnTo>
                <a:lnTo>
                  <a:pt x="254" y="648"/>
                </a:lnTo>
                <a:lnTo>
                  <a:pt x="253" y="647"/>
                </a:lnTo>
                <a:lnTo>
                  <a:pt x="252" y="646"/>
                </a:lnTo>
                <a:lnTo>
                  <a:pt x="251" y="644"/>
                </a:lnTo>
                <a:lnTo>
                  <a:pt x="250" y="644"/>
                </a:lnTo>
                <a:lnTo>
                  <a:pt x="249" y="643"/>
                </a:lnTo>
                <a:lnTo>
                  <a:pt x="247" y="643"/>
                </a:lnTo>
                <a:lnTo>
                  <a:pt x="247" y="642"/>
                </a:lnTo>
                <a:lnTo>
                  <a:pt x="246" y="641"/>
                </a:lnTo>
                <a:lnTo>
                  <a:pt x="246" y="640"/>
                </a:lnTo>
                <a:lnTo>
                  <a:pt x="245" y="640"/>
                </a:lnTo>
                <a:lnTo>
                  <a:pt x="245" y="639"/>
                </a:lnTo>
                <a:lnTo>
                  <a:pt x="245" y="638"/>
                </a:lnTo>
                <a:lnTo>
                  <a:pt x="245" y="637"/>
                </a:lnTo>
                <a:lnTo>
                  <a:pt x="244" y="637"/>
                </a:lnTo>
                <a:lnTo>
                  <a:pt x="244" y="635"/>
                </a:lnTo>
                <a:lnTo>
                  <a:pt x="244" y="634"/>
                </a:lnTo>
                <a:lnTo>
                  <a:pt x="243" y="633"/>
                </a:lnTo>
                <a:lnTo>
                  <a:pt x="243" y="632"/>
                </a:lnTo>
                <a:lnTo>
                  <a:pt x="242" y="632"/>
                </a:lnTo>
                <a:lnTo>
                  <a:pt x="241" y="631"/>
                </a:lnTo>
                <a:lnTo>
                  <a:pt x="241" y="630"/>
                </a:lnTo>
                <a:lnTo>
                  <a:pt x="241" y="629"/>
                </a:lnTo>
                <a:lnTo>
                  <a:pt x="242" y="628"/>
                </a:lnTo>
                <a:lnTo>
                  <a:pt x="242" y="627"/>
                </a:lnTo>
                <a:lnTo>
                  <a:pt x="243" y="627"/>
                </a:lnTo>
                <a:lnTo>
                  <a:pt x="244" y="627"/>
                </a:lnTo>
                <a:lnTo>
                  <a:pt x="244" y="626"/>
                </a:lnTo>
                <a:lnTo>
                  <a:pt x="245" y="626"/>
                </a:lnTo>
                <a:lnTo>
                  <a:pt x="246" y="626"/>
                </a:lnTo>
                <a:lnTo>
                  <a:pt x="246" y="627"/>
                </a:lnTo>
                <a:lnTo>
                  <a:pt x="247" y="627"/>
                </a:lnTo>
                <a:lnTo>
                  <a:pt x="248" y="626"/>
                </a:lnTo>
                <a:lnTo>
                  <a:pt x="248" y="625"/>
                </a:lnTo>
                <a:lnTo>
                  <a:pt x="249" y="625"/>
                </a:lnTo>
                <a:lnTo>
                  <a:pt x="250" y="625"/>
                </a:lnTo>
                <a:lnTo>
                  <a:pt x="252" y="624"/>
                </a:lnTo>
                <a:lnTo>
                  <a:pt x="253" y="624"/>
                </a:lnTo>
                <a:lnTo>
                  <a:pt x="254" y="623"/>
                </a:lnTo>
                <a:lnTo>
                  <a:pt x="254" y="622"/>
                </a:lnTo>
                <a:lnTo>
                  <a:pt x="254" y="621"/>
                </a:lnTo>
                <a:lnTo>
                  <a:pt x="255" y="621"/>
                </a:lnTo>
                <a:lnTo>
                  <a:pt x="256" y="620"/>
                </a:lnTo>
                <a:lnTo>
                  <a:pt x="256" y="619"/>
                </a:lnTo>
                <a:lnTo>
                  <a:pt x="254" y="617"/>
                </a:lnTo>
                <a:lnTo>
                  <a:pt x="253" y="618"/>
                </a:lnTo>
                <a:lnTo>
                  <a:pt x="253" y="617"/>
                </a:lnTo>
                <a:lnTo>
                  <a:pt x="252" y="616"/>
                </a:lnTo>
                <a:lnTo>
                  <a:pt x="253" y="615"/>
                </a:lnTo>
                <a:lnTo>
                  <a:pt x="254" y="615"/>
                </a:lnTo>
                <a:lnTo>
                  <a:pt x="254" y="613"/>
                </a:lnTo>
                <a:lnTo>
                  <a:pt x="255" y="612"/>
                </a:lnTo>
                <a:lnTo>
                  <a:pt x="254" y="612"/>
                </a:lnTo>
                <a:lnTo>
                  <a:pt x="253" y="612"/>
                </a:lnTo>
                <a:lnTo>
                  <a:pt x="251" y="609"/>
                </a:lnTo>
                <a:lnTo>
                  <a:pt x="250" y="609"/>
                </a:lnTo>
                <a:lnTo>
                  <a:pt x="248" y="609"/>
                </a:lnTo>
                <a:lnTo>
                  <a:pt x="248" y="608"/>
                </a:lnTo>
                <a:lnTo>
                  <a:pt x="245" y="608"/>
                </a:lnTo>
                <a:lnTo>
                  <a:pt x="244" y="608"/>
                </a:lnTo>
                <a:lnTo>
                  <a:pt x="244" y="607"/>
                </a:lnTo>
                <a:lnTo>
                  <a:pt x="245" y="606"/>
                </a:lnTo>
                <a:lnTo>
                  <a:pt x="245" y="605"/>
                </a:lnTo>
                <a:lnTo>
                  <a:pt x="245" y="604"/>
                </a:lnTo>
                <a:lnTo>
                  <a:pt x="245" y="603"/>
                </a:lnTo>
                <a:lnTo>
                  <a:pt x="246" y="602"/>
                </a:lnTo>
                <a:lnTo>
                  <a:pt x="245" y="601"/>
                </a:lnTo>
                <a:lnTo>
                  <a:pt x="244" y="600"/>
                </a:lnTo>
                <a:lnTo>
                  <a:pt x="243" y="600"/>
                </a:lnTo>
                <a:lnTo>
                  <a:pt x="242" y="599"/>
                </a:lnTo>
                <a:lnTo>
                  <a:pt x="241" y="598"/>
                </a:lnTo>
                <a:lnTo>
                  <a:pt x="240" y="598"/>
                </a:lnTo>
                <a:lnTo>
                  <a:pt x="239" y="598"/>
                </a:lnTo>
                <a:lnTo>
                  <a:pt x="238" y="597"/>
                </a:lnTo>
                <a:lnTo>
                  <a:pt x="238" y="594"/>
                </a:lnTo>
                <a:lnTo>
                  <a:pt x="238" y="593"/>
                </a:lnTo>
                <a:lnTo>
                  <a:pt x="238" y="592"/>
                </a:lnTo>
                <a:lnTo>
                  <a:pt x="237" y="591"/>
                </a:lnTo>
                <a:lnTo>
                  <a:pt x="236" y="591"/>
                </a:lnTo>
                <a:lnTo>
                  <a:pt x="236" y="590"/>
                </a:lnTo>
                <a:lnTo>
                  <a:pt x="236" y="589"/>
                </a:lnTo>
                <a:lnTo>
                  <a:pt x="236" y="588"/>
                </a:lnTo>
                <a:lnTo>
                  <a:pt x="235" y="587"/>
                </a:lnTo>
                <a:lnTo>
                  <a:pt x="234" y="586"/>
                </a:lnTo>
                <a:lnTo>
                  <a:pt x="233" y="586"/>
                </a:lnTo>
                <a:lnTo>
                  <a:pt x="232" y="585"/>
                </a:lnTo>
                <a:lnTo>
                  <a:pt x="232" y="584"/>
                </a:lnTo>
                <a:lnTo>
                  <a:pt x="231" y="584"/>
                </a:lnTo>
                <a:lnTo>
                  <a:pt x="228" y="583"/>
                </a:lnTo>
                <a:lnTo>
                  <a:pt x="228" y="582"/>
                </a:lnTo>
                <a:lnTo>
                  <a:pt x="228" y="581"/>
                </a:lnTo>
                <a:lnTo>
                  <a:pt x="227" y="580"/>
                </a:lnTo>
                <a:lnTo>
                  <a:pt x="226" y="581"/>
                </a:lnTo>
                <a:lnTo>
                  <a:pt x="225" y="581"/>
                </a:lnTo>
                <a:lnTo>
                  <a:pt x="224" y="581"/>
                </a:lnTo>
                <a:lnTo>
                  <a:pt x="224" y="579"/>
                </a:lnTo>
                <a:lnTo>
                  <a:pt x="225" y="579"/>
                </a:lnTo>
                <a:lnTo>
                  <a:pt x="225" y="578"/>
                </a:lnTo>
                <a:lnTo>
                  <a:pt x="224" y="577"/>
                </a:lnTo>
                <a:lnTo>
                  <a:pt x="223" y="577"/>
                </a:lnTo>
                <a:lnTo>
                  <a:pt x="222" y="575"/>
                </a:lnTo>
                <a:lnTo>
                  <a:pt x="221" y="574"/>
                </a:lnTo>
                <a:lnTo>
                  <a:pt x="219" y="574"/>
                </a:lnTo>
                <a:lnTo>
                  <a:pt x="217" y="574"/>
                </a:lnTo>
                <a:lnTo>
                  <a:pt x="217" y="573"/>
                </a:lnTo>
                <a:lnTo>
                  <a:pt x="215" y="572"/>
                </a:lnTo>
                <a:lnTo>
                  <a:pt x="215" y="571"/>
                </a:lnTo>
                <a:lnTo>
                  <a:pt x="215" y="570"/>
                </a:lnTo>
                <a:lnTo>
                  <a:pt x="215" y="569"/>
                </a:lnTo>
                <a:lnTo>
                  <a:pt x="214" y="568"/>
                </a:lnTo>
                <a:lnTo>
                  <a:pt x="214" y="566"/>
                </a:lnTo>
                <a:lnTo>
                  <a:pt x="214" y="565"/>
                </a:lnTo>
                <a:lnTo>
                  <a:pt x="214" y="563"/>
                </a:lnTo>
                <a:lnTo>
                  <a:pt x="214" y="561"/>
                </a:lnTo>
                <a:lnTo>
                  <a:pt x="214" y="559"/>
                </a:lnTo>
                <a:lnTo>
                  <a:pt x="213" y="560"/>
                </a:lnTo>
                <a:lnTo>
                  <a:pt x="212" y="560"/>
                </a:lnTo>
                <a:lnTo>
                  <a:pt x="212" y="561"/>
                </a:lnTo>
                <a:lnTo>
                  <a:pt x="212" y="562"/>
                </a:lnTo>
                <a:lnTo>
                  <a:pt x="211" y="562"/>
                </a:lnTo>
                <a:lnTo>
                  <a:pt x="211" y="563"/>
                </a:lnTo>
                <a:lnTo>
                  <a:pt x="209" y="562"/>
                </a:lnTo>
                <a:lnTo>
                  <a:pt x="208" y="562"/>
                </a:lnTo>
                <a:lnTo>
                  <a:pt x="205" y="562"/>
                </a:lnTo>
                <a:lnTo>
                  <a:pt x="205" y="563"/>
                </a:lnTo>
                <a:lnTo>
                  <a:pt x="205" y="564"/>
                </a:lnTo>
                <a:lnTo>
                  <a:pt x="205" y="565"/>
                </a:lnTo>
                <a:lnTo>
                  <a:pt x="204" y="565"/>
                </a:lnTo>
                <a:lnTo>
                  <a:pt x="204" y="566"/>
                </a:lnTo>
                <a:lnTo>
                  <a:pt x="204" y="567"/>
                </a:lnTo>
                <a:lnTo>
                  <a:pt x="204" y="568"/>
                </a:lnTo>
                <a:lnTo>
                  <a:pt x="204" y="569"/>
                </a:lnTo>
                <a:lnTo>
                  <a:pt x="205" y="569"/>
                </a:lnTo>
                <a:lnTo>
                  <a:pt x="205" y="570"/>
                </a:lnTo>
                <a:lnTo>
                  <a:pt x="204" y="570"/>
                </a:lnTo>
                <a:lnTo>
                  <a:pt x="203" y="570"/>
                </a:lnTo>
                <a:lnTo>
                  <a:pt x="204" y="571"/>
                </a:lnTo>
                <a:lnTo>
                  <a:pt x="203" y="571"/>
                </a:lnTo>
                <a:lnTo>
                  <a:pt x="201" y="572"/>
                </a:lnTo>
                <a:lnTo>
                  <a:pt x="200" y="572"/>
                </a:lnTo>
                <a:lnTo>
                  <a:pt x="199" y="573"/>
                </a:lnTo>
                <a:lnTo>
                  <a:pt x="199" y="574"/>
                </a:lnTo>
                <a:lnTo>
                  <a:pt x="198" y="575"/>
                </a:lnTo>
                <a:lnTo>
                  <a:pt x="197" y="576"/>
                </a:lnTo>
                <a:lnTo>
                  <a:pt x="198" y="577"/>
                </a:lnTo>
                <a:lnTo>
                  <a:pt x="198" y="579"/>
                </a:lnTo>
                <a:lnTo>
                  <a:pt x="198" y="581"/>
                </a:lnTo>
                <a:lnTo>
                  <a:pt x="197" y="582"/>
                </a:lnTo>
                <a:lnTo>
                  <a:pt x="196" y="583"/>
                </a:lnTo>
                <a:lnTo>
                  <a:pt x="195" y="582"/>
                </a:lnTo>
                <a:lnTo>
                  <a:pt x="194" y="582"/>
                </a:lnTo>
                <a:lnTo>
                  <a:pt x="194" y="583"/>
                </a:lnTo>
                <a:lnTo>
                  <a:pt x="194" y="584"/>
                </a:lnTo>
                <a:lnTo>
                  <a:pt x="193" y="585"/>
                </a:lnTo>
                <a:lnTo>
                  <a:pt x="192" y="585"/>
                </a:lnTo>
                <a:lnTo>
                  <a:pt x="192" y="586"/>
                </a:lnTo>
                <a:lnTo>
                  <a:pt x="191" y="586"/>
                </a:lnTo>
                <a:lnTo>
                  <a:pt x="191" y="587"/>
                </a:lnTo>
                <a:lnTo>
                  <a:pt x="191" y="588"/>
                </a:lnTo>
                <a:lnTo>
                  <a:pt x="191" y="589"/>
                </a:lnTo>
                <a:lnTo>
                  <a:pt x="190" y="589"/>
                </a:lnTo>
                <a:lnTo>
                  <a:pt x="189" y="589"/>
                </a:lnTo>
                <a:lnTo>
                  <a:pt x="187" y="589"/>
                </a:lnTo>
                <a:lnTo>
                  <a:pt x="186" y="589"/>
                </a:lnTo>
                <a:lnTo>
                  <a:pt x="185" y="589"/>
                </a:lnTo>
                <a:lnTo>
                  <a:pt x="185" y="590"/>
                </a:lnTo>
                <a:lnTo>
                  <a:pt x="186" y="591"/>
                </a:lnTo>
                <a:lnTo>
                  <a:pt x="185" y="592"/>
                </a:lnTo>
                <a:lnTo>
                  <a:pt x="185" y="594"/>
                </a:lnTo>
                <a:lnTo>
                  <a:pt x="185" y="595"/>
                </a:lnTo>
                <a:lnTo>
                  <a:pt x="185" y="596"/>
                </a:lnTo>
                <a:lnTo>
                  <a:pt x="186" y="596"/>
                </a:lnTo>
                <a:lnTo>
                  <a:pt x="186" y="597"/>
                </a:lnTo>
                <a:lnTo>
                  <a:pt x="187" y="599"/>
                </a:lnTo>
                <a:lnTo>
                  <a:pt x="186" y="600"/>
                </a:lnTo>
                <a:lnTo>
                  <a:pt x="185" y="600"/>
                </a:lnTo>
                <a:lnTo>
                  <a:pt x="185" y="601"/>
                </a:lnTo>
                <a:lnTo>
                  <a:pt x="186" y="603"/>
                </a:lnTo>
                <a:lnTo>
                  <a:pt x="187" y="603"/>
                </a:lnTo>
                <a:lnTo>
                  <a:pt x="188" y="603"/>
                </a:lnTo>
                <a:lnTo>
                  <a:pt x="188" y="604"/>
                </a:lnTo>
                <a:lnTo>
                  <a:pt x="189" y="605"/>
                </a:lnTo>
                <a:lnTo>
                  <a:pt x="188" y="605"/>
                </a:lnTo>
                <a:lnTo>
                  <a:pt x="188" y="606"/>
                </a:lnTo>
                <a:lnTo>
                  <a:pt x="187" y="606"/>
                </a:lnTo>
                <a:lnTo>
                  <a:pt x="187" y="607"/>
                </a:lnTo>
                <a:lnTo>
                  <a:pt x="187" y="608"/>
                </a:lnTo>
                <a:lnTo>
                  <a:pt x="186" y="609"/>
                </a:lnTo>
                <a:lnTo>
                  <a:pt x="186" y="610"/>
                </a:lnTo>
                <a:lnTo>
                  <a:pt x="186" y="611"/>
                </a:lnTo>
                <a:lnTo>
                  <a:pt x="186" y="612"/>
                </a:lnTo>
                <a:lnTo>
                  <a:pt x="185" y="613"/>
                </a:lnTo>
                <a:lnTo>
                  <a:pt x="184" y="613"/>
                </a:lnTo>
                <a:lnTo>
                  <a:pt x="185" y="615"/>
                </a:lnTo>
                <a:lnTo>
                  <a:pt x="186" y="615"/>
                </a:lnTo>
                <a:lnTo>
                  <a:pt x="186" y="616"/>
                </a:lnTo>
                <a:lnTo>
                  <a:pt x="187" y="617"/>
                </a:lnTo>
                <a:lnTo>
                  <a:pt x="187" y="618"/>
                </a:lnTo>
                <a:lnTo>
                  <a:pt x="186" y="618"/>
                </a:lnTo>
                <a:lnTo>
                  <a:pt x="186" y="619"/>
                </a:lnTo>
                <a:lnTo>
                  <a:pt x="185" y="620"/>
                </a:lnTo>
                <a:lnTo>
                  <a:pt x="185" y="621"/>
                </a:lnTo>
                <a:lnTo>
                  <a:pt x="184" y="624"/>
                </a:lnTo>
                <a:lnTo>
                  <a:pt x="184" y="625"/>
                </a:lnTo>
                <a:lnTo>
                  <a:pt x="184" y="627"/>
                </a:lnTo>
                <a:lnTo>
                  <a:pt x="185" y="628"/>
                </a:lnTo>
                <a:lnTo>
                  <a:pt x="185" y="629"/>
                </a:lnTo>
                <a:lnTo>
                  <a:pt x="185" y="630"/>
                </a:lnTo>
                <a:lnTo>
                  <a:pt x="185" y="629"/>
                </a:lnTo>
                <a:lnTo>
                  <a:pt x="184" y="629"/>
                </a:lnTo>
                <a:lnTo>
                  <a:pt x="184" y="628"/>
                </a:lnTo>
                <a:lnTo>
                  <a:pt x="183" y="627"/>
                </a:lnTo>
                <a:lnTo>
                  <a:pt x="182" y="627"/>
                </a:lnTo>
                <a:lnTo>
                  <a:pt x="181" y="626"/>
                </a:lnTo>
                <a:lnTo>
                  <a:pt x="181" y="625"/>
                </a:lnTo>
                <a:lnTo>
                  <a:pt x="180" y="625"/>
                </a:lnTo>
                <a:lnTo>
                  <a:pt x="180" y="624"/>
                </a:lnTo>
                <a:lnTo>
                  <a:pt x="178" y="624"/>
                </a:lnTo>
                <a:lnTo>
                  <a:pt x="178" y="623"/>
                </a:lnTo>
                <a:lnTo>
                  <a:pt x="177" y="622"/>
                </a:lnTo>
                <a:lnTo>
                  <a:pt x="177" y="621"/>
                </a:lnTo>
                <a:lnTo>
                  <a:pt x="177" y="620"/>
                </a:lnTo>
                <a:lnTo>
                  <a:pt x="176" y="619"/>
                </a:lnTo>
                <a:lnTo>
                  <a:pt x="175" y="619"/>
                </a:lnTo>
                <a:lnTo>
                  <a:pt x="174" y="619"/>
                </a:lnTo>
                <a:lnTo>
                  <a:pt x="174" y="618"/>
                </a:lnTo>
                <a:lnTo>
                  <a:pt x="175" y="618"/>
                </a:lnTo>
                <a:lnTo>
                  <a:pt x="175" y="616"/>
                </a:lnTo>
                <a:lnTo>
                  <a:pt x="174" y="615"/>
                </a:lnTo>
                <a:lnTo>
                  <a:pt x="173" y="615"/>
                </a:lnTo>
                <a:lnTo>
                  <a:pt x="172" y="614"/>
                </a:lnTo>
                <a:lnTo>
                  <a:pt x="171" y="613"/>
                </a:lnTo>
                <a:lnTo>
                  <a:pt x="170" y="613"/>
                </a:lnTo>
                <a:lnTo>
                  <a:pt x="170" y="611"/>
                </a:lnTo>
                <a:lnTo>
                  <a:pt x="170" y="610"/>
                </a:lnTo>
                <a:lnTo>
                  <a:pt x="170" y="609"/>
                </a:lnTo>
                <a:lnTo>
                  <a:pt x="169" y="609"/>
                </a:lnTo>
                <a:lnTo>
                  <a:pt x="168" y="608"/>
                </a:lnTo>
                <a:lnTo>
                  <a:pt x="167" y="606"/>
                </a:lnTo>
                <a:lnTo>
                  <a:pt x="166" y="605"/>
                </a:lnTo>
                <a:lnTo>
                  <a:pt x="165" y="605"/>
                </a:lnTo>
                <a:lnTo>
                  <a:pt x="165" y="604"/>
                </a:lnTo>
                <a:lnTo>
                  <a:pt x="165" y="603"/>
                </a:lnTo>
                <a:lnTo>
                  <a:pt x="164" y="602"/>
                </a:lnTo>
                <a:lnTo>
                  <a:pt x="164" y="601"/>
                </a:lnTo>
                <a:lnTo>
                  <a:pt x="165" y="601"/>
                </a:lnTo>
                <a:lnTo>
                  <a:pt x="166" y="600"/>
                </a:lnTo>
                <a:lnTo>
                  <a:pt x="166" y="599"/>
                </a:lnTo>
                <a:lnTo>
                  <a:pt x="166" y="598"/>
                </a:lnTo>
                <a:lnTo>
                  <a:pt x="166" y="597"/>
                </a:lnTo>
                <a:lnTo>
                  <a:pt x="166" y="596"/>
                </a:lnTo>
                <a:lnTo>
                  <a:pt x="166" y="595"/>
                </a:lnTo>
                <a:lnTo>
                  <a:pt x="166" y="594"/>
                </a:lnTo>
                <a:lnTo>
                  <a:pt x="165" y="592"/>
                </a:lnTo>
                <a:lnTo>
                  <a:pt x="165" y="590"/>
                </a:lnTo>
                <a:lnTo>
                  <a:pt x="165" y="589"/>
                </a:lnTo>
                <a:lnTo>
                  <a:pt x="164" y="588"/>
                </a:lnTo>
                <a:lnTo>
                  <a:pt x="165" y="586"/>
                </a:lnTo>
                <a:lnTo>
                  <a:pt x="166" y="585"/>
                </a:lnTo>
                <a:lnTo>
                  <a:pt x="165" y="585"/>
                </a:lnTo>
                <a:lnTo>
                  <a:pt x="164" y="585"/>
                </a:lnTo>
                <a:lnTo>
                  <a:pt x="164" y="584"/>
                </a:lnTo>
                <a:lnTo>
                  <a:pt x="165" y="583"/>
                </a:lnTo>
                <a:lnTo>
                  <a:pt x="164" y="582"/>
                </a:lnTo>
                <a:lnTo>
                  <a:pt x="163" y="582"/>
                </a:lnTo>
                <a:lnTo>
                  <a:pt x="163" y="581"/>
                </a:lnTo>
                <a:lnTo>
                  <a:pt x="164" y="581"/>
                </a:lnTo>
                <a:lnTo>
                  <a:pt x="164" y="580"/>
                </a:lnTo>
                <a:lnTo>
                  <a:pt x="163" y="580"/>
                </a:lnTo>
                <a:lnTo>
                  <a:pt x="162" y="580"/>
                </a:lnTo>
                <a:lnTo>
                  <a:pt x="162" y="579"/>
                </a:lnTo>
                <a:lnTo>
                  <a:pt x="162" y="578"/>
                </a:lnTo>
                <a:lnTo>
                  <a:pt x="162" y="577"/>
                </a:lnTo>
                <a:lnTo>
                  <a:pt x="162" y="576"/>
                </a:lnTo>
                <a:lnTo>
                  <a:pt x="162" y="575"/>
                </a:lnTo>
                <a:lnTo>
                  <a:pt x="161" y="575"/>
                </a:lnTo>
                <a:lnTo>
                  <a:pt x="160" y="574"/>
                </a:lnTo>
                <a:lnTo>
                  <a:pt x="161" y="573"/>
                </a:lnTo>
                <a:lnTo>
                  <a:pt x="161" y="572"/>
                </a:lnTo>
                <a:lnTo>
                  <a:pt x="161" y="571"/>
                </a:lnTo>
                <a:lnTo>
                  <a:pt x="161" y="570"/>
                </a:lnTo>
                <a:lnTo>
                  <a:pt x="160" y="569"/>
                </a:lnTo>
                <a:lnTo>
                  <a:pt x="160" y="568"/>
                </a:lnTo>
                <a:lnTo>
                  <a:pt x="159" y="568"/>
                </a:lnTo>
                <a:lnTo>
                  <a:pt x="159" y="567"/>
                </a:lnTo>
                <a:lnTo>
                  <a:pt x="160" y="566"/>
                </a:lnTo>
                <a:lnTo>
                  <a:pt x="159" y="565"/>
                </a:lnTo>
                <a:lnTo>
                  <a:pt x="159" y="564"/>
                </a:lnTo>
                <a:lnTo>
                  <a:pt x="158" y="562"/>
                </a:lnTo>
                <a:lnTo>
                  <a:pt x="159" y="561"/>
                </a:lnTo>
                <a:lnTo>
                  <a:pt x="159" y="560"/>
                </a:lnTo>
                <a:lnTo>
                  <a:pt x="158" y="559"/>
                </a:lnTo>
                <a:lnTo>
                  <a:pt x="159" y="558"/>
                </a:lnTo>
                <a:lnTo>
                  <a:pt x="159" y="557"/>
                </a:lnTo>
                <a:lnTo>
                  <a:pt x="159" y="556"/>
                </a:lnTo>
                <a:lnTo>
                  <a:pt x="159" y="555"/>
                </a:lnTo>
                <a:lnTo>
                  <a:pt x="160" y="555"/>
                </a:lnTo>
                <a:lnTo>
                  <a:pt x="160" y="554"/>
                </a:lnTo>
                <a:lnTo>
                  <a:pt x="161" y="553"/>
                </a:lnTo>
                <a:lnTo>
                  <a:pt x="161" y="552"/>
                </a:lnTo>
                <a:lnTo>
                  <a:pt x="160" y="550"/>
                </a:lnTo>
                <a:lnTo>
                  <a:pt x="161" y="548"/>
                </a:lnTo>
                <a:lnTo>
                  <a:pt x="160" y="548"/>
                </a:lnTo>
                <a:lnTo>
                  <a:pt x="160" y="547"/>
                </a:lnTo>
                <a:lnTo>
                  <a:pt x="161" y="546"/>
                </a:lnTo>
                <a:lnTo>
                  <a:pt x="160" y="545"/>
                </a:lnTo>
                <a:lnTo>
                  <a:pt x="160" y="544"/>
                </a:lnTo>
                <a:lnTo>
                  <a:pt x="160" y="542"/>
                </a:lnTo>
                <a:lnTo>
                  <a:pt x="161" y="541"/>
                </a:lnTo>
                <a:lnTo>
                  <a:pt x="160" y="540"/>
                </a:lnTo>
                <a:lnTo>
                  <a:pt x="160" y="538"/>
                </a:lnTo>
                <a:lnTo>
                  <a:pt x="159" y="537"/>
                </a:lnTo>
                <a:lnTo>
                  <a:pt x="159" y="536"/>
                </a:lnTo>
                <a:lnTo>
                  <a:pt x="159" y="535"/>
                </a:lnTo>
                <a:lnTo>
                  <a:pt x="159" y="534"/>
                </a:lnTo>
                <a:lnTo>
                  <a:pt x="160" y="533"/>
                </a:lnTo>
                <a:lnTo>
                  <a:pt x="159" y="532"/>
                </a:lnTo>
                <a:lnTo>
                  <a:pt x="159" y="531"/>
                </a:lnTo>
                <a:lnTo>
                  <a:pt x="159" y="530"/>
                </a:lnTo>
                <a:lnTo>
                  <a:pt x="159" y="529"/>
                </a:lnTo>
                <a:lnTo>
                  <a:pt x="159" y="528"/>
                </a:lnTo>
                <a:lnTo>
                  <a:pt x="159" y="525"/>
                </a:lnTo>
                <a:lnTo>
                  <a:pt x="159" y="524"/>
                </a:lnTo>
                <a:lnTo>
                  <a:pt x="160" y="523"/>
                </a:lnTo>
                <a:lnTo>
                  <a:pt x="160" y="522"/>
                </a:lnTo>
                <a:lnTo>
                  <a:pt x="159" y="522"/>
                </a:lnTo>
                <a:lnTo>
                  <a:pt x="159" y="521"/>
                </a:lnTo>
                <a:lnTo>
                  <a:pt x="159" y="520"/>
                </a:lnTo>
                <a:lnTo>
                  <a:pt x="159" y="519"/>
                </a:lnTo>
                <a:lnTo>
                  <a:pt x="159" y="518"/>
                </a:lnTo>
                <a:lnTo>
                  <a:pt x="158" y="517"/>
                </a:lnTo>
                <a:lnTo>
                  <a:pt x="158" y="516"/>
                </a:lnTo>
                <a:lnTo>
                  <a:pt x="158" y="515"/>
                </a:lnTo>
                <a:lnTo>
                  <a:pt x="157" y="514"/>
                </a:lnTo>
                <a:lnTo>
                  <a:pt x="156" y="513"/>
                </a:lnTo>
                <a:lnTo>
                  <a:pt x="155" y="513"/>
                </a:lnTo>
                <a:lnTo>
                  <a:pt x="155" y="512"/>
                </a:lnTo>
                <a:lnTo>
                  <a:pt x="156" y="511"/>
                </a:lnTo>
                <a:lnTo>
                  <a:pt x="156" y="510"/>
                </a:lnTo>
                <a:lnTo>
                  <a:pt x="155" y="510"/>
                </a:lnTo>
                <a:lnTo>
                  <a:pt x="155" y="509"/>
                </a:lnTo>
                <a:lnTo>
                  <a:pt x="155" y="505"/>
                </a:lnTo>
                <a:lnTo>
                  <a:pt x="155" y="504"/>
                </a:lnTo>
                <a:lnTo>
                  <a:pt x="155" y="503"/>
                </a:lnTo>
                <a:lnTo>
                  <a:pt x="154" y="501"/>
                </a:lnTo>
                <a:lnTo>
                  <a:pt x="155" y="500"/>
                </a:lnTo>
                <a:lnTo>
                  <a:pt x="155" y="499"/>
                </a:lnTo>
                <a:lnTo>
                  <a:pt x="154" y="499"/>
                </a:lnTo>
                <a:lnTo>
                  <a:pt x="154" y="498"/>
                </a:lnTo>
                <a:lnTo>
                  <a:pt x="155" y="498"/>
                </a:lnTo>
                <a:lnTo>
                  <a:pt x="155" y="497"/>
                </a:lnTo>
                <a:lnTo>
                  <a:pt x="154" y="497"/>
                </a:lnTo>
                <a:lnTo>
                  <a:pt x="154" y="496"/>
                </a:lnTo>
                <a:lnTo>
                  <a:pt x="155" y="495"/>
                </a:lnTo>
                <a:lnTo>
                  <a:pt x="154" y="494"/>
                </a:lnTo>
                <a:lnTo>
                  <a:pt x="154" y="493"/>
                </a:lnTo>
                <a:lnTo>
                  <a:pt x="154" y="491"/>
                </a:lnTo>
                <a:lnTo>
                  <a:pt x="153" y="490"/>
                </a:lnTo>
                <a:lnTo>
                  <a:pt x="153" y="489"/>
                </a:lnTo>
                <a:lnTo>
                  <a:pt x="154" y="487"/>
                </a:lnTo>
                <a:lnTo>
                  <a:pt x="154" y="485"/>
                </a:lnTo>
                <a:lnTo>
                  <a:pt x="153" y="485"/>
                </a:lnTo>
                <a:lnTo>
                  <a:pt x="152" y="484"/>
                </a:lnTo>
                <a:lnTo>
                  <a:pt x="152" y="483"/>
                </a:lnTo>
                <a:lnTo>
                  <a:pt x="151" y="482"/>
                </a:lnTo>
                <a:lnTo>
                  <a:pt x="150" y="481"/>
                </a:lnTo>
                <a:lnTo>
                  <a:pt x="150" y="480"/>
                </a:lnTo>
                <a:lnTo>
                  <a:pt x="150" y="479"/>
                </a:lnTo>
                <a:lnTo>
                  <a:pt x="149" y="478"/>
                </a:lnTo>
                <a:lnTo>
                  <a:pt x="149" y="477"/>
                </a:lnTo>
                <a:lnTo>
                  <a:pt x="149" y="476"/>
                </a:lnTo>
                <a:lnTo>
                  <a:pt x="148" y="476"/>
                </a:lnTo>
                <a:lnTo>
                  <a:pt x="148" y="475"/>
                </a:lnTo>
                <a:lnTo>
                  <a:pt x="148" y="474"/>
                </a:lnTo>
                <a:lnTo>
                  <a:pt x="149" y="474"/>
                </a:lnTo>
                <a:lnTo>
                  <a:pt x="149" y="473"/>
                </a:lnTo>
                <a:lnTo>
                  <a:pt x="149" y="472"/>
                </a:lnTo>
                <a:lnTo>
                  <a:pt x="149" y="469"/>
                </a:lnTo>
                <a:lnTo>
                  <a:pt x="149" y="468"/>
                </a:lnTo>
                <a:lnTo>
                  <a:pt x="150" y="467"/>
                </a:lnTo>
                <a:lnTo>
                  <a:pt x="150" y="466"/>
                </a:lnTo>
                <a:lnTo>
                  <a:pt x="150" y="464"/>
                </a:lnTo>
                <a:lnTo>
                  <a:pt x="150" y="463"/>
                </a:lnTo>
                <a:lnTo>
                  <a:pt x="151" y="463"/>
                </a:lnTo>
                <a:lnTo>
                  <a:pt x="151" y="462"/>
                </a:lnTo>
                <a:lnTo>
                  <a:pt x="151" y="461"/>
                </a:lnTo>
                <a:lnTo>
                  <a:pt x="150" y="460"/>
                </a:lnTo>
                <a:lnTo>
                  <a:pt x="151" y="459"/>
                </a:lnTo>
                <a:lnTo>
                  <a:pt x="151" y="458"/>
                </a:lnTo>
                <a:lnTo>
                  <a:pt x="151" y="456"/>
                </a:lnTo>
                <a:lnTo>
                  <a:pt x="152" y="456"/>
                </a:lnTo>
                <a:lnTo>
                  <a:pt x="152" y="455"/>
                </a:lnTo>
                <a:lnTo>
                  <a:pt x="152" y="454"/>
                </a:lnTo>
                <a:lnTo>
                  <a:pt x="153" y="453"/>
                </a:lnTo>
                <a:lnTo>
                  <a:pt x="154" y="452"/>
                </a:lnTo>
                <a:lnTo>
                  <a:pt x="154" y="451"/>
                </a:lnTo>
                <a:lnTo>
                  <a:pt x="154" y="450"/>
                </a:lnTo>
                <a:lnTo>
                  <a:pt x="154" y="449"/>
                </a:lnTo>
                <a:lnTo>
                  <a:pt x="155" y="449"/>
                </a:lnTo>
                <a:lnTo>
                  <a:pt x="155" y="448"/>
                </a:lnTo>
                <a:lnTo>
                  <a:pt x="154" y="448"/>
                </a:lnTo>
                <a:lnTo>
                  <a:pt x="154" y="447"/>
                </a:lnTo>
                <a:lnTo>
                  <a:pt x="154" y="446"/>
                </a:lnTo>
                <a:lnTo>
                  <a:pt x="154" y="445"/>
                </a:lnTo>
                <a:lnTo>
                  <a:pt x="153" y="441"/>
                </a:lnTo>
                <a:lnTo>
                  <a:pt x="153" y="437"/>
                </a:lnTo>
                <a:lnTo>
                  <a:pt x="152" y="436"/>
                </a:lnTo>
                <a:lnTo>
                  <a:pt x="152" y="435"/>
                </a:lnTo>
                <a:lnTo>
                  <a:pt x="153" y="434"/>
                </a:lnTo>
                <a:lnTo>
                  <a:pt x="153" y="433"/>
                </a:lnTo>
                <a:lnTo>
                  <a:pt x="153" y="432"/>
                </a:lnTo>
                <a:lnTo>
                  <a:pt x="152" y="432"/>
                </a:lnTo>
                <a:lnTo>
                  <a:pt x="152" y="431"/>
                </a:lnTo>
                <a:lnTo>
                  <a:pt x="151" y="430"/>
                </a:lnTo>
                <a:lnTo>
                  <a:pt x="150" y="429"/>
                </a:lnTo>
                <a:lnTo>
                  <a:pt x="150" y="428"/>
                </a:lnTo>
                <a:lnTo>
                  <a:pt x="150" y="427"/>
                </a:lnTo>
                <a:lnTo>
                  <a:pt x="150" y="426"/>
                </a:lnTo>
                <a:lnTo>
                  <a:pt x="149" y="426"/>
                </a:lnTo>
                <a:lnTo>
                  <a:pt x="148" y="425"/>
                </a:lnTo>
                <a:lnTo>
                  <a:pt x="148" y="424"/>
                </a:lnTo>
                <a:lnTo>
                  <a:pt x="148" y="423"/>
                </a:lnTo>
                <a:lnTo>
                  <a:pt x="147" y="423"/>
                </a:lnTo>
                <a:lnTo>
                  <a:pt x="147" y="422"/>
                </a:lnTo>
                <a:lnTo>
                  <a:pt x="148" y="421"/>
                </a:lnTo>
                <a:lnTo>
                  <a:pt x="148" y="420"/>
                </a:lnTo>
                <a:lnTo>
                  <a:pt x="148" y="419"/>
                </a:lnTo>
                <a:lnTo>
                  <a:pt x="147" y="418"/>
                </a:lnTo>
                <a:lnTo>
                  <a:pt x="147" y="417"/>
                </a:lnTo>
                <a:lnTo>
                  <a:pt x="146" y="415"/>
                </a:lnTo>
                <a:lnTo>
                  <a:pt x="146" y="414"/>
                </a:lnTo>
                <a:lnTo>
                  <a:pt x="147" y="414"/>
                </a:lnTo>
                <a:lnTo>
                  <a:pt x="148" y="413"/>
                </a:lnTo>
                <a:lnTo>
                  <a:pt x="148" y="412"/>
                </a:lnTo>
                <a:lnTo>
                  <a:pt x="147" y="412"/>
                </a:lnTo>
                <a:lnTo>
                  <a:pt x="147" y="411"/>
                </a:lnTo>
                <a:lnTo>
                  <a:pt x="147" y="410"/>
                </a:lnTo>
                <a:lnTo>
                  <a:pt x="147" y="409"/>
                </a:lnTo>
                <a:lnTo>
                  <a:pt x="147" y="408"/>
                </a:lnTo>
                <a:lnTo>
                  <a:pt x="146" y="407"/>
                </a:lnTo>
                <a:lnTo>
                  <a:pt x="146" y="406"/>
                </a:lnTo>
                <a:lnTo>
                  <a:pt x="147" y="405"/>
                </a:lnTo>
                <a:lnTo>
                  <a:pt x="146" y="404"/>
                </a:lnTo>
                <a:lnTo>
                  <a:pt x="146" y="403"/>
                </a:lnTo>
                <a:lnTo>
                  <a:pt x="146" y="402"/>
                </a:lnTo>
                <a:lnTo>
                  <a:pt x="147" y="402"/>
                </a:lnTo>
                <a:lnTo>
                  <a:pt x="147" y="401"/>
                </a:lnTo>
                <a:lnTo>
                  <a:pt x="147" y="400"/>
                </a:lnTo>
                <a:lnTo>
                  <a:pt x="146" y="399"/>
                </a:lnTo>
                <a:lnTo>
                  <a:pt x="146" y="398"/>
                </a:lnTo>
                <a:lnTo>
                  <a:pt x="146" y="397"/>
                </a:lnTo>
                <a:lnTo>
                  <a:pt x="146" y="395"/>
                </a:lnTo>
                <a:lnTo>
                  <a:pt x="146" y="394"/>
                </a:lnTo>
                <a:lnTo>
                  <a:pt x="144" y="392"/>
                </a:lnTo>
                <a:lnTo>
                  <a:pt x="144" y="391"/>
                </a:lnTo>
                <a:lnTo>
                  <a:pt x="144" y="390"/>
                </a:lnTo>
                <a:lnTo>
                  <a:pt x="143" y="389"/>
                </a:lnTo>
                <a:lnTo>
                  <a:pt x="143" y="388"/>
                </a:lnTo>
                <a:lnTo>
                  <a:pt x="143" y="387"/>
                </a:lnTo>
                <a:lnTo>
                  <a:pt x="143" y="386"/>
                </a:lnTo>
                <a:lnTo>
                  <a:pt x="143" y="385"/>
                </a:lnTo>
                <a:lnTo>
                  <a:pt x="143" y="384"/>
                </a:lnTo>
                <a:lnTo>
                  <a:pt x="143" y="383"/>
                </a:lnTo>
                <a:lnTo>
                  <a:pt x="142" y="383"/>
                </a:lnTo>
                <a:lnTo>
                  <a:pt x="143" y="382"/>
                </a:lnTo>
                <a:lnTo>
                  <a:pt x="144" y="381"/>
                </a:lnTo>
                <a:lnTo>
                  <a:pt x="144" y="380"/>
                </a:lnTo>
                <a:lnTo>
                  <a:pt x="143" y="379"/>
                </a:lnTo>
                <a:lnTo>
                  <a:pt x="142" y="379"/>
                </a:lnTo>
                <a:lnTo>
                  <a:pt x="142" y="378"/>
                </a:lnTo>
                <a:lnTo>
                  <a:pt x="142" y="377"/>
                </a:lnTo>
                <a:lnTo>
                  <a:pt x="142" y="376"/>
                </a:lnTo>
                <a:lnTo>
                  <a:pt x="142" y="375"/>
                </a:lnTo>
                <a:lnTo>
                  <a:pt x="141" y="374"/>
                </a:lnTo>
                <a:lnTo>
                  <a:pt x="141" y="373"/>
                </a:lnTo>
                <a:lnTo>
                  <a:pt x="141" y="371"/>
                </a:lnTo>
                <a:lnTo>
                  <a:pt x="140" y="371"/>
                </a:lnTo>
                <a:lnTo>
                  <a:pt x="140" y="370"/>
                </a:lnTo>
                <a:lnTo>
                  <a:pt x="141" y="370"/>
                </a:lnTo>
                <a:lnTo>
                  <a:pt x="142" y="369"/>
                </a:lnTo>
                <a:lnTo>
                  <a:pt x="143" y="369"/>
                </a:lnTo>
                <a:lnTo>
                  <a:pt x="143" y="368"/>
                </a:lnTo>
                <a:lnTo>
                  <a:pt x="143" y="367"/>
                </a:lnTo>
                <a:lnTo>
                  <a:pt x="144" y="367"/>
                </a:lnTo>
                <a:lnTo>
                  <a:pt x="145" y="367"/>
                </a:lnTo>
                <a:lnTo>
                  <a:pt x="146" y="367"/>
                </a:lnTo>
                <a:lnTo>
                  <a:pt x="146" y="366"/>
                </a:lnTo>
                <a:lnTo>
                  <a:pt x="146" y="365"/>
                </a:lnTo>
                <a:lnTo>
                  <a:pt x="145" y="365"/>
                </a:lnTo>
                <a:lnTo>
                  <a:pt x="145" y="364"/>
                </a:lnTo>
                <a:lnTo>
                  <a:pt x="145" y="363"/>
                </a:lnTo>
                <a:lnTo>
                  <a:pt x="145" y="362"/>
                </a:lnTo>
                <a:lnTo>
                  <a:pt x="143" y="361"/>
                </a:lnTo>
                <a:lnTo>
                  <a:pt x="142" y="361"/>
                </a:lnTo>
                <a:lnTo>
                  <a:pt x="141" y="361"/>
                </a:lnTo>
                <a:lnTo>
                  <a:pt x="140" y="361"/>
                </a:lnTo>
                <a:lnTo>
                  <a:pt x="140" y="360"/>
                </a:lnTo>
                <a:lnTo>
                  <a:pt x="139" y="359"/>
                </a:lnTo>
                <a:lnTo>
                  <a:pt x="138" y="359"/>
                </a:lnTo>
                <a:lnTo>
                  <a:pt x="138" y="358"/>
                </a:lnTo>
                <a:lnTo>
                  <a:pt x="138" y="357"/>
                </a:lnTo>
                <a:lnTo>
                  <a:pt x="138" y="356"/>
                </a:lnTo>
                <a:lnTo>
                  <a:pt x="137" y="356"/>
                </a:lnTo>
                <a:lnTo>
                  <a:pt x="136" y="356"/>
                </a:lnTo>
                <a:lnTo>
                  <a:pt x="136" y="355"/>
                </a:lnTo>
                <a:lnTo>
                  <a:pt x="136" y="354"/>
                </a:lnTo>
                <a:lnTo>
                  <a:pt x="135" y="354"/>
                </a:lnTo>
                <a:lnTo>
                  <a:pt x="134" y="353"/>
                </a:lnTo>
                <a:lnTo>
                  <a:pt x="132" y="352"/>
                </a:lnTo>
                <a:lnTo>
                  <a:pt x="132" y="351"/>
                </a:lnTo>
                <a:lnTo>
                  <a:pt x="131" y="351"/>
                </a:lnTo>
                <a:lnTo>
                  <a:pt x="129" y="350"/>
                </a:lnTo>
                <a:lnTo>
                  <a:pt x="129" y="349"/>
                </a:lnTo>
                <a:lnTo>
                  <a:pt x="129" y="348"/>
                </a:lnTo>
                <a:lnTo>
                  <a:pt x="129" y="347"/>
                </a:lnTo>
                <a:lnTo>
                  <a:pt x="129" y="346"/>
                </a:lnTo>
                <a:lnTo>
                  <a:pt x="130" y="346"/>
                </a:lnTo>
                <a:lnTo>
                  <a:pt x="130" y="345"/>
                </a:lnTo>
                <a:lnTo>
                  <a:pt x="131" y="344"/>
                </a:lnTo>
                <a:lnTo>
                  <a:pt x="131" y="343"/>
                </a:lnTo>
                <a:lnTo>
                  <a:pt x="131" y="342"/>
                </a:lnTo>
                <a:lnTo>
                  <a:pt x="131" y="341"/>
                </a:lnTo>
                <a:lnTo>
                  <a:pt x="132" y="341"/>
                </a:lnTo>
                <a:lnTo>
                  <a:pt x="132" y="340"/>
                </a:lnTo>
                <a:lnTo>
                  <a:pt x="132" y="339"/>
                </a:lnTo>
                <a:lnTo>
                  <a:pt x="131" y="338"/>
                </a:lnTo>
                <a:lnTo>
                  <a:pt x="131" y="337"/>
                </a:lnTo>
                <a:lnTo>
                  <a:pt x="130" y="337"/>
                </a:lnTo>
                <a:lnTo>
                  <a:pt x="129" y="336"/>
                </a:lnTo>
                <a:lnTo>
                  <a:pt x="128" y="335"/>
                </a:lnTo>
                <a:lnTo>
                  <a:pt x="127" y="335"/>
                </a:lnTo>
                <a:lnTo>
                  <a:pt x="125" y="334"/>
                </a:lnTo>
                <a:lnTo>
                  <a:pt x="125" y="333"/>
                </a:lnTo>
                <a:lnTo>
                  <a:pt x="125" y="332"/>
                </a:lnTo>
                <a:lnTo>
                  <a:pt x="124" y="331"/>
                </a:lnTo>
                <a:lnTo>
                  <a:pt x="123" y="331"/>
                </a:lnTo>
                <a:lnTo>
                  <a:pt x="123" y="330"/>
                </a:lnTo>
                <a:lnTo>
                  <a:pt x="123" y="327"/>
                </a:lnTo>
                <a:lnTo>
                  <a:pt x="122" y="326"/>
                </a:lnTo>
                <a:lnTo>
                  <a:pt x="121" y="325"/>
                </a:lnTo>
                <a:lnTo>
                  <a:pt x="120" y="324"/>
                </a:lnTo>
                <a:lnTo>
                  <a:pt x="119" y="323"/>
                </a:lnTo>
                <a:lnTo>
                  <a:pt x="119" y="322"/>
                </a:lnTo>
                <a:lnTo>
                  <a:pt x="118" y="322"/>
                </a:lnTo>
                <a:lnTo>
                  <a:pt x="117" y="321"/>
                </a:lnTo>
                <a:lnTo>
                  <a:pt x="117" y="320"/>
                </a:lnTo>
                <a:lnTo>
                  <a:pt x="116" y="320"/>
                </a:lnTo>
                <a:lnTo>
                  <a:pt x="115" y="320"/>
                </a:lnTo>
                <a:lnTo>
                  <a:pt x="114" y="320"/>
                </a:lnTo>
                <a:lnTo>
                  <a:pt x="113" y="320"/>
                </a:lnTo>
                <a:lnTo>
                  <a:pt x="113" y="319"/>
                </a:lnTo>
                <a:lnTo>
                  <a:pt x="114" y="319"/>
                </a:lnTo>
                <a:lnTo>
                  <a:pt x="115" y="318"/>
                </a:lnTo>
                <a:lnTo>
                  <a:pt x="115" y="317"/>
                </a:lnTo>
                <a:lnTo>
                  <a:pt x="115" y="316"/>
                </a:lnTo>
                <a:lnTo>
                  <a:pt x="115" y="315"/>
                </a:lnTo>
                <a:lnTo>
                  <a:pt x="114" y="315"/>
                </a:lnTo>
                <a:lnTo>
                  <a:pt x="113" y="314"/>
                </a:lnTo>
                <a:lnTo>
                  <a:pt x="113" y="312"/>
                </a:lnTo>
                <a:lnTo>
                  <a:pt x="114" y="311"/>
                </a:lnTo>
                <a:lnTo>
                  <a:pt x="114" y="309"/>
                </a:lnTo>
                <a:lnTo>
                  <a:pt x="115" y="307"/>
                </a:lnTo>
                <a:lnTo>
                  <a:pt x="115" y="306"/>
                </a:lnTo>
                <a:lnTo>
                  <a:pt x="115" y="305"/>
                </a:lnTo>
                <a:lnTo>
                  <a:pt x="116" y="305"/>
                </a:lnTo>
                <a:lnTo>
                  <a:pt x="116" y="304"/>
                </a:lnTo>
                <a:lnTo>
                  <a:pt x="117" y="304"/>
                </a:lnTo>
                <a:lnTo>
                  <a:pt x="118" y="304"/>
                </a:lnTo>
                <a:lnTo>
                  <a:pt x="119" y="304"/>
                </a:lnTo>
                <a:lnTo>
                  <a:pt x="120" y="305"/>
                </a:lnTo>
                <a:lnTo>
                  <a:pt x="121" y="305"/>
                </a:lnTo>
                <a:lnTo>
                  <a:pt x="122" y="306"/>
                </a:lnTo>
                <a:lnTo>
                  <a:pt x="123" y="307"/>
                </a:lnTo>
                <a:lnTo>
                  <a:pt x="123" y="308"/>
                </a:lnTo>
                <a:lnTo>
                  <a:pt x="124" y="308"/>
                </a:lnTo>
                <a:lnTo>
                  <a:pt x="125" y="309"/>
                </a:lnTo>
                <a:lnTo>
                  <a:pt x="125" y="310"/>
                </a:lnTo>
                <a:lnTo>
                  <a:pt x="125" y="311"/>
                </a:lnTo>
                <a:lnTo>
                  <a:pt x="126" y="311"/>
                </a:lnTo>
                <a:lnTo>
                  <a:pt x="126" y="312"/>
                </a:lnTo>
                <a:lnTo>
                  <a:pt x="127" y="312"/>
                </a:lnTo>
                <a:lnTo>
                  <a:pt x="128" y="312"/>
                </a:lnTo>
                <a:lnTo>
                  <a:pt x="129" y="313"/>
                </a:lnTo>
                <a:lnTo>
                  <a:pt x="129" y="312"/>
                </a:lnTo>
                <a:lnTo>
                  <a:pt x="131" y="311"/>
                </a:lnTo>
                <a:lnTo>
                  <a:pt x="131" y="310"/>
                </a:lnTo>
                <a:lnTo>
                  <a:pt x="132" y="310"/>
                </a:lnTo>
                <a:lnTo>
                  <a:pt x="132" y="309"/>
                </a:lnTo>
                <a:lnTo>
                  <a:pt x="132" y="308"/>
                </a:lnTo>
                <a:lnTo>
                  <a:pt x="132" y="307"/>
                </a:lnTo>
                <a:lnTo>
                  <a:pt x="133" y="306"/>
                </a:lnTo>
                <a:lnTo>
                  <a:pt x="134" y="306"/>
                </a:lnTo>
                <a:lnTo>
                  <a:pt x="134" y="305"/>
                </a:lnTo>
                <a:lnTo>
                  <a:pt x="135" y="304"/>
                </a:lnTo>
                <a:lnTo>
                  <a:pt x="136" y="304"/>
                </a:lnTo>
                <a:lnTo>
                  <a:pt x="137" y="304"/>
                </a:lnTo>
                <a:lnTo>
                  <a:pt x="137" y="303"/>
                </a:lnTo>
                <a:lnTo>
                  <a:pt x="138" y="301"/>
                </a:lnTo>
                <a:lnTo>
                  <a:pt x="139" y="301"/>
                </a:lnTo>
                <a:lnTo>
                  <a:pt x="139" y="300"/>
                </a:lnTo>
                <a:lnTo>
                  <a:pt x="138" y="300"/>
                </a:lnTo>
                <a:lnTo>
                  <a:pt x="138" y="299"/>
                </a:lnTo>
                <a:lnTo>
                  <a:pt x="137" y="298"/>
                </a:lnTo>
                <a:lnTo>
                  <a:pt x="136" y="297"/>
                </a:lnTo>
                <a:lnTo>
                  <a:pt x="135" y="296"/>
                </a:lnTo>
                <a:lnTo>
                  <a:pt x="135" y="295"/>
                </a:lnTo>
                <a:lnTo>
                  <a:pt x="134" y="294"/>
                </a:lnTo>
                <a:lnTo>
                  <a:pt x="133" y="294"/>
                </a:lnTo>
                <a:lnTo>
                  <a:pt x="132" y="293"/>
                </a:lnTo>
                <a:lnTo>
                  <a:pt x="131" y="292"/>
                </a:lnTo>
                <a:lnTo>
                  <a:pt x="131" y="291"/>
                </a:lnTo>
                <a:lnTo>
                  <a:pt x="130" y="290"/>
                </a:lnTo>
                <a:lnTo>
                  <a:pt x="128" y="289"/>
                </a:lnTo>
                <a:lnTo>
                  <a:pt x="126" y="289"/>
                </a:lnTo>
                <a:lnTo>
                  <a:pt x="126" y="288"/>
                </a:lnTo>
                <a:lnTo>
                  <a:pt x="123" y="286"/>
                </a:lnTo>
                <a:lnTo>
                  <a:pt x="122" y="285"/>
                </a:lnTo>
                <a:lnTo>
                  <a:pt x="122" y="283"/>
                </a:lnTo>
                <a:lnTo>
                  <a:pt x="121" y="282"/>
                </a:lnTo>
                <a:lnTo>
                  <a:pt x="119" y="281"/>
                </a:lnTo>
                <a:lnTo>
                  <a:pt x="118" y="281"/>
                </a:lnTo>
                <a:lnTo>
                  <a:pt x="118" y="280"/>
                </a:lnTo>
                <a:lnTo>
                  <a:pt x="117" y="279"/>
                </a:lnTo>
                <a:lnTo>
                  <a:pt x="116" y="278"/>
                </a:lnTo>
                <a:lnTo>
                  <a:pt x="115" y="278"/>
                </a:lnTo>
                <a:lnTo>
                  <a:pt x="114" y="278"/>
                </a:lnTo>
                <a:lnTo>
                  <a:pt x="114" y="277"/>
                </a:lnTo>
                <a:lnTo>
                  <a:pt x="113" y="276"/>
                </a:lnTo>
                <a:lnTo>
                  <a:pt x="112" y="275"/>
                </a:lnTo>
                <a:lnTo>
                  <a:pt x="112" y="274"/>
                </a:lnTo>
                <a:lnTo>
                  <a:pt x="111" y="274"/>
                </a:lnTo>
                <a:lnTo>
                  <a:pt x="111" y="273"/>
                </a:lnTo>
                <a:lnTo>
                  <a:pt x="110" y="273"/>
                </a:lnTo>
                <a:lnTo>
                  <a:pt x="109" y="272"/>
                </a:lnTo>
                <a:lnTo>
                  <a:pt x="109" y="271"/>
                </a:lnTo>
                <a:lnTo>
                  <a:pt x="109" y="270"/>
                </a:lnTo>
                <a:lnTo>
                  <a:pt x="108" y="269"/>
                </a:lnTo>
                <a:lnTo>
                  <a:pt x="109" y="269"/>
                </a:lnTo>
                <a:lnTo>
                  <a:pt x="109" y="268"/>
                </a:lnTo>
                <a:lnTo>
                  <a:pt x="108" y="268"/>
                </a:lnTo>
                <a:lnTo>
                  <a:pt x="108" y="267"/>
                </a:lnTo>
                <a:lnTo>
                  <a:pt x="108" y="266"/>
                </a:lnTo>
                <a:lnTo>
                  <a:pt x="108" y="265"/>
                </a:lnTo>
                <a:lnTo>
                  <a:pt x="107" y="266"/>
                </a:lnTo>
                <a:lnTo>
                  <a:pt x="106" y="265"/>
                </a:lnTo>
                <a:lnTo>
                  <a:pt x="105" y="263"/>
                </a:lnTo>
                <a:lnTo>
                  <a:pt x="104" y="261"/>
                </a:lnTo>
                <a:lnTo>
                  <a:pt x="103" y="260"/>
                </a:lnTo>
                <a:lnTo>
                  <a:pt x="102" y="259"/>
                </a:lnTo>
                <a:lnTo>
                  <a:pt x="101" y="259"/>
                </a:lnTo>
                <a:lnTo>
                  <a:pt x="100" y="259"/>
                </a:lnTo>
                <a:lnTo>
                  <a:pt x="100" y="258"/>
                </a:lnTo>
                <a:lnTo>
                  <a:pt x="101" y="257"/>
                </a:lnTo>
                <a:lnTo>
                  <a:pt x="100" y="257"/>
                </a:lnTo>
                <a:lnTo>
                  <a:pt x="99" y="256"/>
                </a:lnTo>
                <a:lnTo>
                  <a:pt x="99" y="255"/>
                </a:lnTo>
                <a:lnTo>
                  <a:pt x="98" y="255"/>
                </a:lnTo>
                <a:lnTo>
                  <a:pt x="99" y="254"/>
                </a:lnTo>
                <a:lnTo>
                  <a:pt x="97" y="254"/>
                </a:lnTo>
                <a:lnTo>
                  <a:pt x="96" y="254"/>
                </a:lnTo>
                <a:lnTo>
                  <a:pt x="96" y="252"/>
                </a:lnTo>
                <a:lnTo>
                  <a:pt x="97" y="252"/>
                </a:lnTo>
                <a:lnTo>
                  <a:pt x="97" y="251"/>
                </a:lnTo>
                <a:lnTo>
                  <a:pt x="96" y="251"/>
                </a:lnTo>
                <a:lnTo>
                  <a:pt x="96" y="250"/>
                </a:lnTo>
                <a:lnTo>
                  <a:pt x="96" y="249"/>
                </a:lnTo>
                <a:lnTo>
                  <a:pt x="96" y="248"/>
                </a:lnTo>
                <a:lnTo>
                  <a:pt x="95" y="247"/>
                </a:lnTo>
                <a:lnTo>
                  <a:pt x="95" y="246"/>
                </a:lnTo>
                <a:lnTo>
                  <a:pt x="96" y="245"/>
                </a:lnTo>
                <a:lnTo>
                  <a:pt x="97" y="245"/>
                </a:lnTo>
                <a:lnTo>
                  <a:pt x="98" y="244"/>
                </a:lnTo>
                <a:lnTo>
                  <a:pt x="98" y="243"/>
                </a:lnTo>
                <a:lnTo>
                  <a:pt x="97" y="243"/>
                </a:lnTo>
                <a:lnTo>
                  <a:pt x="97" y="242"/>
                </a:lnTo>
                <a:lnTo>
                  <a:pt x="97" y="241"/>
                </a:lnTo>
                <a:lnTo>
                  <a:pt x="98" y="241"/>
                </a:lnTo>
                <a:lnTo>
                  <a:pt x="98" y="239"/>
                </a:lnTo>
                <a:lnTo>
                  <a:pt x="97" y="238"/>
                </a:lnTo>
                <a:lnTo>
                  <a:pt x="98" y="238"/>
                </a:lnTo>
                <a:lnTo>
                  <a:pt x="98" y="237"/>
                </a:lnTo>
                <a:lnTo>
                  <a:pt x="97" y="237"/>
                </a:lnTo>
                <a:lnTo>
                  <a:pt x="98" y="237"/>
                </a:lnTo>
                <a:lnTo>
                  <a:pt x="98" y="236"/>
                </a:lnTo>
                <a:lnTo>
                  <a:pt x="98" y="235"/>
                </a:lnTo>
                <a:lnTo>
                  <a:pt x="97" y="235"/>
                </a:lnTo>
                <a:lnTo>
                  <a:pt x="97" y="234"/>
                </a:lnTo>
                <a:lnTo>
                  <a:pt x="96" y="234"/>
                </a:lnTo>
                <a:lnTo>
                  <a:pt x="95" y="234"/>
                </a:lnTo>
                <a:lnTo>
                  <a:pt x="95" y="233"/>
                </a:lnTo>
                <a:lnTo>
                  <a:pt x="95" y="232"/>
                </a:lnTo>
                <a:lnTo>
                  <a:pt x="96" y="232"/>
                </a:lnTo>
                <a:lnTo>
                  <a:pt x="95" y="232"/>
                </a:lnTo>
                <a:lnTo>
                  <a:pt x="95" y="231"/>
                </a:lnTo>
                <a:lnTo>
                  <a:pt x="94" y="231"/>
                </a:lnTo>
                <a:lnTo>
                  <a:pt x="94" y="230"/>
                </a:lnTo>
                <a:lnTo>
                  <a:pt x="93" y="230"/>
                </a:lnTo>
                <a:lnTo>
                  <a:pt x="92" y="229"/>
                </a:lnTo>
                <a:lnTo>
                  <a:pt x="92" y="228"/>
                </a:lnTo>
                <a:lnTo>
                  <a:pt x="91" y="228"/>
                </a:lnTo>
                <a:lnTo>
                  <a:pt x="91" y="227"/>
                </a:lnTo>
                <a:lnTo>
                  <a:pt x="90" y="227"/>
                </a:lnTo>
                <a:lnTo>
                  <a:pt x="88" y="225"/>
                </a:lnTo>
                <a:lnTo>
                  <a:pt x="87" y="225"/>
                </a:lnTo>
                <a:lnTo>
                  <a:pt x="87" y="224"/>
                </a:lnTo>
                <a:lnTo>
                  <a:pt x="86" y="224"/>
                </a:lnTo>
                <a:lnTo>
                  <a:pt x="86" y="223"/>
                </a:lnTo>
                <a:lnTo>
                  <a:pt x="86" y="222"/>
                </a:lnTo>
                <a:lnTo>
                  <a:pt x="86" y="221"/>
                </a:lnTo>
                <a:lnTo>
                  <a:pt x="85" y="221"/>
                </a:lnTo>
                <a:lnTo>
                  <a:pt x="85" y="220"/>
                </a:lnTo>
                <a:lnTo>
                  <a:pt x="84" y="219"/>
                </a:lnTo>
                <a:lnTo>
                  <a:pt x="84" y="218"/>
                </a:lnTo>
                <a:lnTo>
                  <a:pt x="83" y="218"/>
                </a:lnTo>
                <a:lnTo>
                  <a:pt x="83" y="217"/>
                </a:lnTo>
                <a:lnTo>
                  <a:pt x="82" y="215"/>
                </a:lnTo>
                <a:lnTo>
                  <a:pt x="81" y="214"/>
                </a:lnTo>
                <a:lnTo>
                  <a:pt x="81" y="213"/>
                </a:lnTo>
                <a:lnTo>
                  <a:pt x="80" y="213"/>
                </a:lnTo>
                <a:lnTo>
                  <a:pt x="79" y="213"/>
                </a:lnTo>
                <a:lnTo>
                  <a:pt x="79" y="212"/>
                </a:lnTo>
                <a:lnTo>
                  <a:pt x="79" y="211"/>
                </a:lnTo>
                <a:lnTo>
                  <a:pt x="79" y="210"/>
                </a:lnTo>
                <a:lnTo>
                  <a:pt x="80" y="210"/>
                </a:lnTo>
                <a:lnTo>
                  <a:pt x="80" y="209"/>
                </a:lnTo>
                <a:lnTo>
                  <a:pt x="79" y="208"/>
                </a:lnTo>
                <a:lnTo>
                  <a:pt x="79" y="207"/>
                </a:lnTo>
                <a:lnTo>
                  <a:pt x="78" y="204"/>
                </a:lnTo>
                <a:lnTo>
                  <a:pt x="78" y="203"/>
                </a:lnTo>
                <a:lnTo>
                  <a:pt x="78" y="202"/>
                </a:lnTo>
                <a:lnTo>
                  <a:pt x="79" y="201"/>
                </a:lnTo>
                <a:lnTo>
                  <a:pt x="78" y="201"/>
                </a:lnTo>
                <a:lnTo>
                  <a:pt x="77" y="201"/>
                </a:lnTo>
                <a:lnTo>
                  <a:pt x="77" y="200"/>
                </a:lnTo>
                <a:lnTo>
                  <a:pt x="76" y="200"/>
                </a:lnTo>
                <a:lnTo>
                  <a:pt x="75" y="199"/>
                </a:lnTo>
                <a:lnTo>
                  <a:pt x="75" y="198"/>
                </a:lnTo>
                <a:lnTo>
                  <a:pt x="74" y="198"/>
                </a:lnTo>
                <a:lnTo>
                  <a:pt x="73" y="198"/>
                </a:lnTo>
                <a:lnTo>
                  <a:pt x="72" y="198"/>
                </a:lnTo>
                <a:lnTo>
                  <a:pt x="72" y="197"/>
                </a:lnTo>
                <a:lnTo>
                  <a:pt x="71" y="197"/>
                </a:lnTo>
                <a:lnTo>
                  <a:pt x="70" y="196"/>
                </a:lnTo>
                <a:lnTo>
                  <a:pt x="70" y="195"/>
                </a:lnTo>
                <a:lnTo>
                  <a:pt x="70" y="196"/>
                </a:lnTo>
                <a:lnTo>
                  <a:pt x="69" y="196"/>
                </a:lnTo>
                <a:lnTo>
                  <a:pt x="68" y="196"/>
                </a:lnTo>
                <a:lnTo>
                  <a:pt x="68" y="195"/>
                </a:lnTo>
                <a:lnTo>
                  <a:pt x="67" y="196"/>
                </a:lnTo>
                <a:lnTo>
                  <a:pt x="66" y="195"/>
                </a:lnTo>
                <a:lnTo>
                  <a:pt x="66" y="194"/>
                </a:lnTo>
                <a:lnTo>
                  <a:pt x="65" y="194"/>
                </a:lnTo>
                <a:lnTo>
                  <a:pt x="64" y="194"/>
                </a:lnTo>
                <a:lnTo>
                  <a:pt x="64" y="193"/>
                </a:lnTo>
                <a:lnTo>
                  <a:pt x="63" y="193"/>
                </a:lnTo>
                <a:lnTo>
                  <a:pt x="62" y="193"/>
                </a:lnTo>
                <a:lnTo>
                  <a:pt x="62" y="192"/>
                </a:lnTo>
                <a:lnTo>
                  <a:pt x="61" y="191"/>
                </a:lnTo>
                <a:lnTo>
                  <a:pt x="61" y="190"/>
                </a:lnTo>
                <a:lnTo>
                  <a:pt x="60" y="190"/>
                </a:lnTo>
                <a:lnTo>
                  <a:pt x="59" y="190"/>
                </a:lnTo>
                <a:lnTo>
                  <a:pt x="58" y="189"/>
                </a:lnTo>
                <a:lnTo>
                  <a:pt x="57" y="189"/>
                </a:lnTo>
                <a:lnTo>
                  <a:pt x="57" y="188"/>
                </a:lnTo>
                <a:lnTo>
                  <a:pt x="56" y="188"/>
                </a:lnTo>
                <a:lnTo>
                  <a:pt x="55" y="189"/>
                </a:lnTo>
                <a:lnTo>
                  <a:pt x="55" y="188"/>
                </a:lnTo>
                <a:lnTo>
                  <a:pt x="54" y="188"/>
                </a:lnTo>
                <a:lnTo>
                  <a:pt x="54" y="187"/>
                </a:lnTo>
                <a:lnTo>
                  <a:pt x="53" y="187"/>
                </a:lnTo>
                <a:lnTo>
                  <a:pt x="52" y="187"/>
                </a:lnTo>
                <a:lnTo>
                  <a:pt x="51" y="187"/>
                </a:lnTo>
                <a:lnTo>
                  <a:pt x="51" y="186"/>
                </a:lnTo>
                <a:lnTo>
                  <a:pt x="50" y="186"/>
                </a:lnTo>
                <a:lnTo>
                  <a:pt x="50" y="187"/>
                </a:lnTo>
                <a:lnTo>
                  <a:pt x="49" y="187"/>
                </a:lnTo>
                <a:lnTo>
                  <a:pt x="48" y="187"/>
                </a:lnTo>
                <a:lnTo>
                  <a:pt x="48" y="186"/>
                </a:lnTo>
                <a:lnTo>
                  <a:pt x="47" y="186"/>
                </a:lnTo>
                <a:lnTo>
                  <a:pt x="46" y="186"/>
                </a:lnTo>
                <a:lnTo>
                  <a:pt x="45" y="186"/>
                </a:lnTo>
                <a:lnTo>
                  <a:pt x="45" y="185"/>
                </a:lnTo>
                <a:lnTo>
                  <a:pt x="44" y="185"/>
                </a:lnTo>
                <a:lnTo>
                  <a:pt x="43" y="185"/>
                </a:lnTo>
                <a:lnTo>
                  <a:pt x="42" y="185"/>
                </a:lnTo>
                <a:lnTo>
                  <a:pt x="41" y="184"/>
                </a:lnTo>
                <a:lnTo>
                  <a:pt x="41" y="183"/>
                </a:lnTo>
                <a:lnTo>
                  <a:pt x="40" y="183"/>
                </a:lnTo>
                <a:lnTo>
                  <a:pt x="39" y="183"/>
                </a:lnTo>
                <a:lnTo>
                  <a:pt x="39" y="184"/>
                </a:lnTo>
                <a:lnTo>
                  <a:pt x="38" y="183"/>
                </a:lnTo>
                <a:lnTo>
                  <a:pt x="38" y="182"/>
                </a:lnTo>
                <a:lnTo>
                  <a:pt x="37" y="182"/>
                </a:lnTo>
                <a:lnTo>
                  <a:pt x="36" y="182"/>
                </a:lnTo>
                <a:lnTo>
                  <a:pt x="35" y="183"/>
                </a:lnTo>
                <a:lnTo>
                  <a:pt x="35" y="182"/>
                </a:lnTo>
                <a:lnTo>
                  <a:pt x="34" y="182"/>
                </a:lnTo>
                <a:lnTo>
                  <a:pt x="33" y="182"/>
                </a:lnTo>
                <a:lnTo>
                  <a:pt x="32" y="182"/>
                </a:lnTo>
                <a:lnTo>
                  <a:pt x="32" y="181"/>
                </a:lnTo>
                <a:lnTo>
                  <a:pt x="31" y="181"/>
                </a:lnTo>
                <a:lnTo>
                  <a:pt x="30" y="180"/>
                </a:lnTo>
                <a:lnTo>
                  <a:pt x="29" y="180"/>
                </a:lnTo>
                <a:lnTo>
                  <a:pt x="29" y="179"/>
                </a:lnTo>
                <a:lnTo>
                  <a:pt x="28" y="179"/>
                </a:lnTo>
                <a:lnTo>
                  <a:pt x="27" y="178"/>
                </a:lnTo>
                <a:lnTo>
                  <a:pt x="26" y="178"/>
                </a:lnTo>
                <a:lnTo>
                  <a:pt x="26" y="177"/>
                </a:lnTo>
                <a:lnTo>
                  <a:pt x="26" y="178"/>
                </a:lnTo>
                <a:lnTo>
                  <a:pt x="25" y="177"/>
                </a:lnTo>
                <a:lnTo>
                  <a:pt x="24" y="176"/>
                </a:lnTo>
                <a:lnTo>
                  <a:pt x="24" y="175"/>
                </a:lnTo>
                <a:lnTo>
                  <a:pt x="24" y="174"/>
                </a:lnTo>
                <a:lnTo>
                  <a:pt x="24" y="173"/>
                </a:lnTo>
                <a:lnTo>
                  <a:pt x="23" y="173"/>
                </a:lnTo>
                <a:lnTo>
                  <a:pt x="22" y="174"/>
                </a:lnTo>
                <a:lnTo>
                  <a:pt x="21" y="173"/>
                </a:lnTo>
                <a:lnTo>
                  <a:pt x="20" y="173"/>
                </a:lnTo>
                <a:lnTo>
                  <a:pt x="19" y="173"/>
                </a:lnTo>
                <a:lnTo>
                  <a:pt x="18" y="173"/>
                </a:lnTo>
                <a:lnTo>
                  <a:pt x="18" y="172"/>
                </a:lnTo>
                <a:lnTo>
                  <a:pt x="17" y="171"/>
                </a:lnTo>
                <a:lnTo>
                  <a:pt x="16" y="171"/>
                </a:lnTo>
                <a:lnTo>
                  <a:pt x="16" y="172"/>
                </a:lnTo>
                <a:lnTo>
                  <a:pt x="16" y="171"/>
                </a:lnTo>
                <a:lnTo>
                  <a:pt x="15" y="170"/>
                </a:lnTo>
                <a:lnTo>
                  <a:pt x="14" y="170"/>
                </a:lnTo>
                <a:lnTo>
                  <a:pt x="13" y="170"/>
                </a:lnTo>
                <a:lnTo>
                  <a:pt x="12" y="170"/>
                </a:lnTo>
                <a:lnTo>
                  <a:pt x="12" y="169"/>
                </a:lnTo>
                <a:lnTo>
                  <a:pt x="12" y="168"/>
                </a:lnTo>
                <a:lnTo>
                  <a:pt x="11" y="168"/>
                </a:lnTo>
                <a:lnTo>
                  <a:pt x="10" y="167"/>
                </a:lnTo>
                <a:lnTo>
                  <a:pt x="9" y="166"/>
                </a:lnTo>
                <a:lnTo>
                  <a:pt x="8" y="165"/>
                </a:lnTo>
                <a:lnTo>
                  <a:pt x="7" y="165"/>
                </a:lnTo>
                <a:lnTo>
                  <a:pt x="7" y="164"/>
                </a:lnTo>
                <a:lnTo>
                  <a:pt x="7" y="163"/>
                </a:lnTo>
                <a:lnTo>
                  <a:pt x="7" y="162"/>
                </a:lnTo>
                <a:lnTo>
                  <a:pt x="6" y="161"/>
                </a:lnTo>
                <a:lnTo>
                  <a:pt x="5" y="159"/>
                </a:lnTo>
                <a:lnTo>
                  <a:pt x="4" y="158"/>
                </a:lnTo>
                <a:lnTo>
                  <a:pt x="4" y="157"/>
                </a:lnTo>
                <a:lnTo>
                  <a:pt x="4" y="156"/>
                </a:lnTo>
                <a:lnTo>
                  <a:pt x="3" y="156"/>
                </a:lnTo>
                <a:lnTo>
                  <a:pt x="3" y="155"/>
                </a:lnTo>
                <a:lnTo>
                  <a:pt x="3" y="154"/>
                </a:lnTo>
                <a:lnTo>
                  <a:pt x="3" y="153"/>
                </a:lnTo>
                <a:lnTo>
                  <a:pt x="3" y="152"/>
                </a:lnTo>
                <a:lnTo>
                  <a:pt x="4" y="152"/>
                </a:lnTo>
                <a:lnTo>
                  <a:pt x="4" y="151"/>
                </a:lnTo>
                <a:lnTo>
                  <a:pt x="4" y="150"/>
                </a:lnTo>
                <a:lnTo>
                  <a:pt x="3" y="149"/>
                </a:lnTo>
                <a:lnTo>
                  <a:pt x="4" y="148"/>
                </a:lnTo>
                <a:lnTo>
                  <a:pt x="3" y="148"/>
                </a:lnTo>
                <a:lnTo>
                  <a:pt x="2" y="147"/>
                </a:lnTo>
                <a:lnTo>
                  <a:pt x="3" y="147"/>
                </a:lnTo>
                <a:lnTo>
                  <a:pt x="3" y="146"/>
                </a:lnTo>
                <a:lnTo>
                  <a:pt x="1" y="146"/>
                </a:lnTo>
                <a:lnTo>
                  <a:pt x="0" y="145"/>
                </a:lnTo>
                <a:lnTo>
                  <a:pt x="0" y="144"/>
                </a:lnTo>
                <a:lnTo>
                  <a:pt x="1" y="144"/>
                </a:lnTo>
                <a:lnTo>
                  <a:pt x="1" y="143"/>
                </a:lnTo>
                <a:lnTo>
                  <a:pt x="1" y="142"/>
                </a:lnTo>
                <a:lnTo>
                  <a:pt x="2" y="142"/>
                </a:lnTo>
                <a:lnTo>
                  <a:pt x="2" y="141"/>
                </a:lnTo>
                <a:lnTo>
                  <a:pt x="2" y="140"/>
                </a:lnTo>
                <a:lnTo>
                  <a:pt x="1" y="140"/>
                </a:lnTo>
                <a:lnTo>
                  <a:pt x="2" y="139"/>
                </a:lnTo>
                <a:lnTo>
                  <a:pt x="3" y="139"/>
                </a:lnTo>
                <a:lnTo>
                  <a:pt x="4" y="139"/>
                </a:lnTo>
                <a:lnTo>
                  <a:pt x="4" y="138"/>
                </a:lnTo>
                <a:lnTo>
                  <a:pt x="5" y="138"/>
                </a:lnTo>
                <a:lnTo>
                  <a:pt x="6" y="138"/>
                </a:lnTo>
                <a:lnTo>
                  <a:pt x="6" y="137"/>
                </a:lnTo>
                <a:lnTo>
                  <a:pt x="7" y="137"/>
                </a:lnTo>
                <a:lnTo>
                  <a:pt x="8" y="137"/>
                </a:lnTo>
                <a:lnTo>
                  <a:pt x="9" y="137"/>
                </a:lnTo>
                <a:lnTo>
                  <a:pt x="10" y="137"/>
                </a:lnTo>
                <a:lnTo>
                  <a:pt x="11" y="137"/>
                </a:lnTo>
                <a:lnTo>
                  <a:pt x="12" y="136"/>
                </a:lnTo>
                <a:lnTo>
                  <a:pt x="13" y="136"/>
                </a:lnTo>
                <a:lnTo>
                  <a:pt x="14" y="136"/>
                </a:lnTo>
                <a:lnTo>
                  <a:pt x="15" y="136"/>
                </a:lnTo>
                <a:lnTo>
                  <a:pt x="16" y="136"/>
                </a:lnTo>
                <a:lnTo>
                  <a:pt x="16" y="135"/>
                </a:lnTo>
                <a:lnTo>
                  <a:pt x="15" y="135"/>
                </a:lnTo>
                <a:lnTo>
                  <a:pt x="14" y="133"/>
                </a:lnTo>
                <a:lnTo>
                  <a:pt x="14" y="132"/>
                </a:lnTo>
                <a:lnTo>
                  <a:pt x="16" y="132"/>
                </a:lnTo>
                <a:lnTo>
                  <a:pt x="16" y="131"/>
                </a:lnTo>
                <a:lnTo>
                  <a:pt x="17" y="131"/>
                </a:lnTo>
                <a:lnTo>
                  <a:pt x="18" y="131"/>
                </a:lnTo>
                <a:lnTo>
                  <a:pt x="18" y="130"/>
                </a:lnTo>
                <a:lnTo>
                  <a:pt x="17" y="129"/>
                </a:lnTo>
                <a:lnTo>
                  <a:pt x="17" y="128"/>
                </a:lnTo>
                <a:lnTo>
                  <a:pt x="17" y="127"/>
                </a:lnTo>
                <a:lnTo>
                  <a:pt x="16" y="127"/>
                </a:lnTo>
                <a:lnTo>
                  <a:pt x="15" y="125"/>
                </a:lnTo>
                <a:lnTo>
                  <a:pt x="15" y="124"/>
                </a:lnTo>
                <a:lnTo>
                  <a:pt x="14" y="124"/>
                </a:lnTo>
                <a:lnTo>
                  <a:pt x="13" y="124"/>
                </a:lnTo>
                <a:lnTo>
                  <a:pt x="13" y="123"/>
                </a:lnTo>
                <a:lnTo>
                  <a:pt x="13" y="122"/>
                </a:lnTo>
                <a:lnTo>
                  <a:pt x="13" y="121"/>
                </a:lnTo>
                <a:lnTo>
                  <a:pt x="14" y="121"/>
                </a:lnTo>
                <a:lnTo>
                  <a:pt x="14" y="120"/>
                </a:lnTo>
                <a:lnTo>
                  <a:pt x="13" y="120"/>
                </a:lnTo>
                <a:lnTo>
                  <a:pt x="13" y="119"/>
                </a:lnTo>
                <a:lnTo>
                  <a:pt x="13" y="118"/>
                </a:lnTo>
                <a:lnTo>
                  <a:pt x="13" y="117"/>
                </a:lnTo>
                <a:lnTo>
                  <a:pt x="14" y="117"/>
                </a:lnTo>
                <a:lnTo>
                  <a:pt x="15" y="116"/>
                </a:lnTo>
                <a:lnTo>
                  <a:pt x="15" y="115"/>
                </a:lnTo>
                <a:lnTo>
                  <a:pt x="16" y="115"/>
                </a:lnTo>
                <a:lnTo>
                  <a:pt x="16" y="114"/>
                </a:lnTo>
                <a:lnTo>
                  <a:pt x="17" y="113"/>
                </a:lnTo>
                <a:lnTo>
                  <a:pt x="18" y="113"/>
                </a:lnTo>
                <a:lnTo>
                  <a:pt x="19" y="113"/>
                </a:lnTo>
                <a:lnTo>
                  <a:pt x="19" y="112"/>
                </a:lnTo>
                <a:lnTo>
                  <a:pt x="20" y="112"/>
                </a:lnTo>
                <a:lnTo>
                  <a:pt x="21" y="112"/>
                </a:lnTo>
                <a:lnTo>
                  <a:pt x="21" y="111"/>
                </a:lnTo>
                <a:lnTo>
                  <a:pt x="21" y="110"/>
                </a:lnTo>
                <a:lnTo>
                  <a:pt x="22" y="109"/>
                </a:lnTo>
                <a:lnTo>
                  <a:pt x="23" y="108"/>
                </a:lnTo>
                <a:lnTo>
                  <a:pt x="23" y="107"/>
                </a:lnTo>
                <a:lnTo>
                  <a:pt x="24" y="107"/>
                </a:lnTo>
                <a:lnTo>
                  <a:pt x="24" y="106"/>
                </a:lnTo>
                <a:lnTo>
                  <a:pt x="23" y="105"/>
                </a:lnTo>
                <a:lnTo>
                  <a:pt x="24" y="105"/>
                </a:lnTo>
                <a:lnTo>
                  <a:pt x="24" y="104"/>
                </a:lnTo>
                <a:lnTo>
                  <a:pt x="24" y="103"/>
                </a:lnTo>
                <a:lnTo>
                  <a:pt x="25" y="102"/>
                </a:lnTo>
                <a:lnTo>
                  <a:pt x="25" y="101"/>
                </a:lnTo>
                <a:lnTo>
                  <a:pt x="25" y="100"/>
                </a:lnTo>
                <a:lnTo>
                  <a:pt x="25" y="99"/>
                </a:lnTo>
                <a:lnTo>
                  <a:pt x="26" y="99"/>
                </a:lnTo>
                <a:lnTo>
                  <a:pt x="27" y="99"/>
                </a:lnTo>
                <a:lnTo>
                  <a:pt x="29" y="99"/>
                </a:lnTo>
                <a:lnTo>
                  <a:pt x="30" y="99"/>
                </a:lnTo>
                <a:lnTo>
                  <a:pt x="30" y="98"/>
                </a:lnTo>
                <a:lnTo>
                  <a:pt x="30" y="97"/>
                </a:lnTo>
                <a:lnTo>
                  <a:pt x="31" y="97"/>
                </a:lnTo>
                <a:lnTo>
                  <a:pt x="32" y="97"/>
                </a:lnTo>
                <a:lnTo>
                  <a:pt x="33" y="96"/>
                </a:lnTo>
                <a:lnTo>
                  <a:pt x="34" y="95"/>
                </a:lnTo>
                <a:lnTo>
                  <a:pt x="35" y="95"/>
                </a:lnTo>
                <a:lnTo>
                  <a:pt x="35" y="94"/>
                </a:lnTo>
                <a:lnTo>
                  <a:pt x="36" y="94"/>
                </a:lnTo>
                <a:lnTo>
                  <a:pt x="36" y="93"/>
                </a:lnTo>
                <a:lnTo>
                  <a:pt x="37" y="93"/>
                </a:lnTo>
                <a:lnTo>
                  <a:pt x="37" y="92"/>
                </a:lnTo>
                <a:lnTo>
                  <a:pt x="36" y="92"/>
                </a:lnTo>
                <a:lnTo>
                  <a:pt x="35" y="92"/>
                </a:lnTo>
                <a:lnTo>
                  <a:pt x="35" y="91"/>
                </a:lnTo>
                <a:lnTo>
                  <a:pt x="34" y="91"/>
                </a:lnTo>
                <a:lnTo>
                  <a:pt x="33" y="91"/>
                </a:lnTo>
                <a:lnTo>
                  <a:pt x="33" y="90"/>
                </a:lnTo>
                <a:lnTo>
                  <a:pt x="32" y="90"/>
                </a:lnTo>
                <a:lnTo>
                  <a:pt x="31" y="90"/>
                </a:lnTo>
                <a:lnTo>
                  <a:pt x="30" y="90"/>
                </a:lnTo>
                <a:lnTo>
                  <a:pt x="29" y="90"/>
                </a:lnTo>
                <a:lnTo>
                  <a:pt x="29" y="89"/>
                </a:lnTo>
                <a:lnTo>
                  <a:pt x="30" y="89"/>
                </a:lnTo>
                <a:lnTo>
                  <a:pt x="29" y="89"/>
                </a:lnTo>
                <a:lnTo>
                  <a:pt x="29" y="88"/>
                </a:lnTo>
                <a:lnTo>
                  <a:pt x="28" y="88"/>
                </a:lnTo>
                <a:lnTo>
                  <a:pt x="27" y="88"/>
                </a:lnTo>
                <a:lnTo>
                  <a:pt x="26" y="88"/>
                </a:lnTo>
                <a:lnTo>
                  <a:pt x="26" y="87"/>
                </a:lnTo>
                <a:lnTo>
                  <a:pt x="25" y="87"/>
                </a:lnTo>
                <a:lnTo>
                  <a:pt x="24" y="87"/>
                </a:lnTo>
                <a:lnTo>
                  <a:pt x="24" y="88"/>
                </a:lnTo>
                <a:lnTo>
                  <a:pt x="23" y="88"/>
                </a:lnTo>
                <a:lnTo>
                  <a:pt x="23" y="87"/>
                </a:lnTo>
                <a:lnTo>
                  <a:pt x="22" y="87"/>
                </a:lnTo>
                <a:lnTo>
                  <a:pt x="21" y="86"/>
                </a:lnTo>
                <a:lnTo>
                  <a:pt x="20" y="87"/>
                </a:lnTo>
                <a:lnTo>
                  <a:pt x="19" y="87"/>
                </a:lnTo>
                <a:lnTo>
                  <a:pt x="18" y="86"/>
                </a:lnTo>
                <a:lnTo>
                  <a:pt x="19" y="86"/>
                </a:lnTo>
                <a:lnTo>
                  <a:pt x="18" y="86"/>
                </a:lnTo>
                <a:lnTo>
                  <a:pt x="18" y="85"/>
                </a:lnTo>
                <a:lnTo>
                  <a:pt x="18" y="84"/>
                </a:lnTo>
                <a:lnTo>
                  <a:pt x="17" y="83"/>
                </a:lnTo>
                <a:lnTo>
                  <a:pt x="16" y="82"/>
                </a:lnTo>
                <a:lnTo>
                  <a:pt x="15" y="81"/>
                </a:lnTo>
                <a:lnTo>
                  <a:pt x="15" y="80"/>
                </a:lnTo>
                <a:lnTo>
                  <a:pt x="15" y="79"/>
                </a:lnTo>
                <a:lnTo>
                  <a:pt x="15" y="78"/>
                </a:lnTo>
                <a:lnTo>
                  <a:pt x="16" y="78"/>
                </a:lnTo>
                <a:lnTo>
                  <a:pt x="16" y="77"/>
                </a:lnTo>
                <a:lnTo>
                  <a:pt x="16" y="76"/>
                </a:lnTo>
                <a:lnTo>
                  <a:pt x="16" y="75"/>
                </a:lnTo>
                <a:lnTo>
                  <a:pt x="15" y="75"/>
                </a:lnTo>
                <a:lnTo>
                  <a:pt x="14" y="74"/>
                </a:lnTo>
                <a:lnTo>
                  <a:pt x="13" y="74"/>
                </a:lnTo>
                <a:lnTo>
                  <a:pt x="12" y="74"/>
                </a:lnTo>
                <a:lnTo>
                  <a:pt x="11" y="74"/>
                </a:lnTo>
                <a:lnTo>
                  <a:pt x="10" y="75"/>
                </a:lnTo>
                <a:lnTo>
                  <a:pt x="9" y="74"/>
                </a:lnTo>
                <a:lnTo>
                  <a:pt x="8" y="73"/>
                </a:lnTo>
                <a:lnTo>
                  <a:pt x="7" y="73"/>
                </a:lnTo>
                <a:lnTo>
                  <a:pt x="6" y="72"/>
                </a:lnTo>
                <a:lnTo>
                  <a:pt x="6" y="71"/>
                </a:lnTo>
                <a:lnTo>
                  <a:pt x="5" y="70"/>
                </a:lnTo>
                <a:lnTo>
                  <a:pt x="6" y="70"/>
                </a:lnTo>
                <a:lnTo>
                  <a:pt x="6" y="69"/>
                </a:lnTo>
                <a:lnTo>
                  <a:pt x="7" y="68"/>
                </a:lnTo>
                <a:lnTo>
                  <a:pt x="7" y="67"/>
                </a:lnTo>
                <a:lnTo>
                  <a:pt x="7" y="66"/>
                </a:lnTo>
                <a:lnTo>
                  <a:pt x="8" y="66"/>
                </a:lnTo>
                <a:lnTo>
                  <a:pt x="7" y="66"/>
                </a:lnTo>
                <a:lnTo>
                  <a:pt x="7" y="65"/>
                </a:lnTo>
                <a:lnTo>
                  <a:pt x="8" y="65"/>
                </a:lnTo>
                <a:lnTo>
                  <a:pt x="8" y="63"/>
                </a:lnTo>
                <a:lnTo>
                  <a:pt x="7" y="63"/>
                </a:lnTo>
                <a:lnTo>
                  <a:pt x="7" y="62"/>
                </a:lnTo>
                <a:lnTo>
                  <a:pt x="7" y="61"/>
                </a:lnTo>
                <a:lnTo>
                  <a:pt x="7" y="60"/>
                </a:lnTo>
                <a:lnTo>
                  <a:pt x="6" y="60"/>
                </a:lnTo>
                <a:lnTo>
                  <a:pt x="6" y="58"/>
                </a:lnTo>
                <a:lnTo>
                  <a:pt x="7" y="57"/>
                </a:lnTo>
                <a:lnTo>
                  <a:pt x="7" y="56"/>
                </a:lnTo>
                <a:lnTo>
                  <a:pt x="6" y="56"/>
                </a:lnTo>
                <a:lnTo>
                  <a:pt x="6" y="55"/>
                </a:lnTo>
                <a:lnTo>
                  <a:pt x="6" y="54"/>
                </a:lnTo>
                <a:lnTo>
                  <a:pt x="5" y="53"/>
                </a:lnTo>
                <a:lnTo>
                  <a:pt x="5" y="52"/>
                </a:lnTo>
                <a:lnTo>
                  <a:pt x="3" y="52"/>
                </a:lnTo>
                <a:lnTo>
                  <a:pt x="3" y="51"/>
                </a:lnTo>
                <a:lnTo>
                  <a:pt x="4" y="51"/>
                </a:lnTo>
                <a:lnTo>
                  <a:pt x="3" y="51"/>
                </a:lnTo>
                <a:lnTo>
                  <a:pt x="2" y="50"/>
                </a:lnTo>
                <a:lnTo>
                  <a:pt x="2" y="49"/>
                </a:lnTo>
                <a:lnTo>
                  <a:pt x="2" y="48"/>
                </a:lnTo>
                <a:lnTo>
                  <a:pt x="3" y="48"/>
                </a:lnTo>
                <a:lnTo>
                  <a:pt x="4" y="48"/>
                </a:lnTo>
                <a:lnTo>
                  <a:pt x="5" y="48"/>
                </a:lnTo>
                <a:lnTo>
                  <a:pt x="5" y="47"/>
                </a:lnTo>
                <a:lnTo>
                  <a:pt x="4" y="46"/>
                </a:lnTo>
                <a:lnTo>
                  <a:pt x="5" y="45"/>
                </a:lnTo>
                <a:lnTo>
                  <a:pt x="4" y="45"/>
                </a:lnTo>
                <a:lnTo>
                  <a:pt x="4" y="44"/>
                </a:lnTo>
                <a:lnTo>
                  <a:pt x="4" y="43"/>
                </a:lnTo>
                <a:lnTo>
                  <a:pt x="5" y="43"/>
                </a:lnTo>
                <a:lnTo>
                  <a:pt x="5" y="44"/>
                </a:lnTo>
                <a:lnTo>
                  <a:pt x="6" y="44"/>
                </a:lnTo>
                <a:lnTo>
                  <a:pt x="7" y="43"/>
                </a:lnTo>
                <a:lnTo>
                  <a:pt x="8" y="43"/>
                </a:lnTo>
                <a:lnTo>
                  <a:pt x="10" y="43"/>
                </a:lnTo>
                <a:lnTo>
                  <a:pt x="10" y="42"/>
                </a:lnTo>
                <a:lnTo>
                  <a:pt x="11" y="42"/>
                </a:lnTo>
                <a:lnTo>
                  <a:pt x="12" y="42"/>
                </a:lnTo>
                <a:lnTo>
                  <a:pt x="13" y="42"/>
                </a:lnTo>
                <a:lnTo>
                  <a:pt x="14" y="42"/>
                </a:lnTo>
                <a:lnTo>
                  <a:pt x="14" y="41"/>
                </a:lnTo>
                <a:lnTo>
                  <a:pt x="15" y="41"/>
                </a:lnTo>
                <a:lnTo>
                  <a:pt x="15" y="42"/>
                </a:lnTo>
                <a:lnTo>
                  <a:pt x="16" y="42"/>
                </a:lnTo>
                <a:lnTo>
                  <a:pt x="17" y="42"/>
                </a:lnTo>
                <a:lnTo>
                  <a:pt x="17" y="41"/>
                </a:lnTo>
                <a:lnTo>
                  <a:pt x="18" y="41"/>
                </a:lnTo>
                <a:lnTo>
                  <a:pt x="19" y="41"/>
                </a:lnTo>
                <a:lnTo>
                  <a:pt x="20" y="40"/>
                </a:lnTo>
                <a:lnTo>
                  <a:pt x="21" y="40"/>
                </a:lnTo>
                <a:lnTo>
                  <a:pt x="22" y="40"/>
                </a:lnTo>
                <a:lnTo>
                  <a:pt x="22" y="39"/>
                </a:lnTo>
                <a:lnTo>
                  <a:pt x="23" y="39"/>
                </a:lnTo>
                <a:lnTo>
                  <a:pt x="24" y="39"/>
                </a:lnTo>
                <a:lnTo>
                  <a:pt x="25" y="40"/>
                </a:lnTo>
                <a:lnTo>
                  <a:pt x="26" y="40"/>
                </a:lnTo>
                <a:lnTo>
                  <a:pt x="27" y="40"/>
                </a:lnTo>
                <a:lnTo>
                  <a:pt x="27" y="39"/>
                </a:lnTo>
                <a:lnTo>
                  <a:pt x="27" y="38"/>
                </a:lnTo>
                <a:lnTo>
                  <a:pt x="27" y="37"/>
                </a:lnTo>
                <a:lnTo>
                  <a:pt x="28" y="37"/>
                </a:lnTo>
                <a:lnTo>
                  <a:pt x="28" y="36"/>
                </a:lnTo>
                <a:lnTo>
                  <a:pt x="28" y="35"/>
                </a:lnTo>
                <a:lnTo>
                  <a:pt x="28" y="34"/>
                </a:lnTo>
                <a:lnTo>
                  <a:pt x="28" y="33"/>
                </a:lnTo>
                <a:lnTo>
                  <a:pt x="28" y="32"/>
                </a:lnTo>
                <a:lnTo>
                  <a:pt x="28" y="31"/>
                </a:lnTo>
                <a:lnTo>
                  <a:pt x="29" y="31"/>
                </a:lnTo>
                <a:lnTo>
                  <a:pt x="30" y="31"/>
                </a:lnTo>
                <a:lnTo>
                  <a:pt x="31" y="30"/>
                </a:lnTo>
                <a:lnTo>
                  <a:pt x="31" y="29"/>
                </a:lnTo>
                <a:lnTo>
                  <a:pt x="32" y="29"/>
                </a:lnTo>
                <a:lnTo>
                  <a:pt x="32" y="28"/>
                </a:lnTo>
                <a:lnTo>
                  <a:pt x="32" y="27"/>
                </a:lnTo>
                <a:lnTo>
                  <a:pt x="32" y="26"/>
                </a:lnTo>
                <a:lnTo>
                  <a:pt x="32" y="25"/>
                </a:lnTo>
                <a:lnTo>
                  <a:pt x="31" y="24"/>
                </a:lnTo>
                <a:lnTo>
                  <a:pt x="32" y="24"/>
                </a:lnTo>
                <a:lnTo>
                  <a:pt x="31" y="24"/>
                </a:lnTo>
                <a:lnTo>
                  <a:pt x="30" y="24"/>
                </a:lnTo>
                <a:lnTo>
                  <a:pt x="30" y="23"/>
                </a:lnTo>
                <a:lnTo>
                  <a:pt x="30" y="22"/>
                </a:lnTo>
                <a:lnTo>
                  <a:pt x="29" y="21"/>
                </a:lnTo>
                <a:lnTo>
                  <a:pt x="29" y="20"/>
                </a:lnTo>
                <a:lnTo>
                  <a:pt x="29" y="19"/>
                </a:lnTo>
                <a:lnTo>
                  <a:pt x="30" y="18"/>
                </a:lnTo>
                <a:lnTo>
                  <a:pt x="31" y="18"/>
                </a:lnTo>
                <a:lnTo>
                  <a:pt x="32" y="18"/>
                </a:lnTo>
                <a:lnTo>
                  <a:pt x="33" y="17"/>
                </a:lnTo>
                <a:lnTo>
                  <a:pt x="35" y="16"/>
                </a:lnTo>
                <a:lnTo>
                  <a:pt x="36" y="16"/>
                </a:lnTo>
                <a:lnTo>
                  <a:pt x="38" y="16"/>
                </a:lnTo>
                <a:lnTo>
                  <a:pt x="39" y="15"/>
                </a:lnTo>
                <a:lnTo>
                  <a:pt x="40" y="15"/>
                </a:lnTo>
                <a:lnTo>
                  <a:pt x="40" y="14"/>
                </a:lnTo>
                <a:lnTo>
                  <a:pt x="41" y="12"/>
                </a:lnTo>
                <a:lnTo>
                  <a:pt x="41" y="11"/>
                </a:lnTo>
                <a:lnTo>
                  <a:pt x="42" y="11"/>
                </a:lnTo>
                <a:lnTo>
                  <a:pt x="43" y="11"/>
                </a:lnTo>
                <a:lnTo>
                  <a:pt x="44" y="11"/>
                </a:lnTo>
                <a:lnTo>
                  <a:pt x="45" y="11"/>
                </a:lnTo>
                <a:lnTo>
                  <a:pt x="47" y="11"/>
                </a:lnTo>
                <a:lnTo>
                  <a:pt x="48" y="11"/>
                </a:lnTo>
                <a:lnTo>
                  <a:pt x="49" y="11"/>
                </a:lnTo>
                <a:lnTo>
                  <a:pt x="50" y="10"/>
                </a:lnTo>
                <a:lnTo>
                  <a:pt x="50" y="11"/>
                </a:lnTo>
                <a:lnTo>
                  <a:pt x="52" y="11"/>
                </a:lnTo>
                <a:lnTo>
                  <a:pt x="53" y="12"/>
                </a:lnTo>
                <a:lnTo>
                  <a:pt x="54" y="12"/>
                </a:lnTo>
                <a:lnTo>
                  <a:pt x="55" y="13"/>
                </a:lnTo>
                <a:lnTo>
                  <a:pt x="56" y="14"/>
                </a:lnTo>
                <a:lnTo>
                  <a:pt x="57" y="15"/>
                </a:lnTo>
                <a:lnTo>
                  <a:pt x="58" y="16"/>
                </a:lnTo>
                <a:lnTo>
                  <a:pt x="59" y="16"/>
                </a:lnTo>
                <a:lnTo>
                  <a:pt x="60" y="17"/>
                </a:lnTo>
                <a:lnTo>
                  <a:pt x="61" y="19"/>
                </a:lnTo>
                <a:lnTo>
                  <a:pt x="63" y="20"/>
                </a:lnTo>
                <a:lnTo>
                  <a:pt x="64" y="20"/>
                </a:lnTo>
                <a:lnTo>
                  <a:pt x="65" y="20"/>
                </a:lnTo>
                <a:lnTo>
                  <a:pt x="66" y="20"/>
                </a:lnTo>
                <a:lnTo>
                  <a:pt x="66" y="19"/>
                </a:lnTo>
                <a:lnTo>
                  <a:pt x="67" y="19"/>
                </a:lnTo>
                <a:lnTo>
                  <a:pt x="68" y="19"/>
                </a:lnTo>
                <a:lnTo>
                  <a:pt x="69" y="20"/>
                </a:lnTo>
                <a:lnTo>
                  <a:pt x="70" y="21"/>
                </a:lnTo>
                <a:lnTo>
                  <a:pt x="71" y="21"/>
                </a:lnTo>
                <a:lnTo>
                  <a:pt x="72" y="21"/>
                </a:lnTo>
                <a:lnTo>
                  <a:pt x="73" y="21"/>
                </a:lnTo>
                <a:lnTo>
                  <a:pt x="74" y="21"/>
                </a:lnTo>
                <a:lnTo>
                  <a:pt x="74" y="22"/>
                </a:lnTo>
                <a:lnTo>
                  <a:pt x="75" y="22"/>
                </a:lnTo>
                <a:lnTo>
                  <a:pt x="76" y="22"/>
                </a:lnTo>
                <a:lnTo>
                  <a:pt x="76" y="23"/>
                </a:lnTo>
                <a:lnTo>
                  <a:pt x="77" y="23"/>
                </a:lnTo>
                <a:lnTo>
                  <a:pt x="78" y="23"/>
                </a:lnTo>
                <a:lnTo>
                  <a:pt x="78" y="24"/>
                </a:lnTo>
                <a:lnTo>
                  <a:pt x="79" y="24"/>
                </a:lnTo>
                <a:lnTo>
                  <a:pt x="80" y="23"/>
                </a:lnTo>
                <a:lnTo>
                  <a:pt x="80" y="24"/>
                </a:lnTo>
                <a:lnTo>
                  <a:pt x="82" y="23"/>
                </a:lnTo>
                <a:lnTo>
                  <a:pt x="83" y="23"/>
                </a:lnTo>
                <a:lnTo>
                  <a:pt x="84" y="23"/>
                </a:lnTo>
                <a:lnTo>
                  <a:pt x="87" y="23"/>
                </a:lnTo>
                <a:lnTo>
                  <a:pt x="88" y="23"/>
                </a:lnTo>
                <a:lnTo>
                  <a:pt x="88" y="22"/>
                </a:lnTo>
                <a:lnTo>
                  <a:pt x="89" y="22"/>
                </a:lnTo>
                <a:lnTo>
                  <a:pt x="90" y="22"/>
                </a:lnTo>
                <a:lnTo>
                  <a:pt x="91" y="22"/>
                </a:lnTo>
                <a:lnTo>
                  <a:pt x="92" y="23"/>
                </a:lnTo>
                <a:lnTo>
                  <a:pt x="95" y="23"/>
                </a:lnTo>
                <a:lnTo>
                  <a:pt x="95" y="24"/>
                </a:lnTo>
                <a:lnTo>
                  <a:pt x="95" y="25"/>
                </a:lnTo>
                <a:lnTo>
                  <a:pt x="94" y="26"/>
                </a:lnTo>
                <a:lnTo>
                  <a:pt x="95" y="26"/>
                </a:lnTo>
                <a:lnTo>
                  <a:pt x="95" y="27"/>
                </a:lnTo>
                <a:lnTo>
                  <a:pt x="96" y="27"/>
                </a:lnTo>
                <a:lnTo>
                  <a:pt x="96" y="28"/>
                </a:lnTo>
                <a:lnTo>
                  <a:pt x="97" y="28"/>
                </a:lnTo>
                <a:lnTo>
                  <a:pt x="97" y="29"/>
                </a:lnTo>
                <a:lnTo>
                  <a:pt x="98" y="30"/>
                </a:lnTo>
                <a:lnTo>
                  <a:pt x="98" y="31"/>
                </a:lnTo>
                <a:lnTo>
                  <a:pt x="99" y="31"/>
                </a:lnTo>
                <a:lnTo>
                  <a:pt x="98" y="31"/>
                </a:lnTo>
                <a:lnTo>
                  <a:pt x="98" y="32"/>
                </a:lnTo>
                <a:lnTo>
                  <a:pt x="98" y="33"/>
                </a:lnTo>
                <a:lnTo>
                  <a:pt x="99" y="33"/>
                </a:lnTo>
                <a:lnTo>
                  <a:pt x="99" y="34"/>
                </a:lnTo>
                <a:lnTo>
                  <a:pt x="98" y="35"/>
                </a:lnTo>
                <a:lnTo>
                  <a:pt x="98" y="36"/>
                </a:lnTo>
                <a:lnTo>
                  <a:pt x="97" y="36"/>
                </a:lnTo>
                <a:lnTo>
                  <a:pt x="96" y="36"/>
                </a:lnTo>
                <a:lnTo>
                  <a:pt x="96" y="37"/>
                </a:lnTo>
                <a:lnTo>
                  <a:pt x="96" y="38"/>
                </a:lnTo>
                <a:lnTo>
                  <a:pt x="96" y="39"/>
                </a:lnTo>
                <a:lnTo>
                  <a:pt x="96" y="40"/>
                </a:lnTo>
                <a:lnTo>
                  <a:pt x="97" y="40"/>
                </a:lnTo>
                <a:lnTo>
                  <a:pt x="97" y="41"/>
                </a:lnTo>
                <a:lnTo>
                  <a:pt x="98" y="41"/>
                </a:lnTo>
                <a:lnTo>
                  <a:pt x="98" y="42"/>
                </a:lnTo>
                <a:lnTo>
                  <a:pt x="97" y="43"/>
                </a:lnTo>
                <a:lnTo>
                  <a:pt x="96" y="44"/>
                </a:lnTo>
                <a:lnTo>
                  <a:pt x="96" y="45"/>
                </a:lnTo>
                <a:lnTo>
                  <a:pt x="96" y="46"/>
                </a:lnTo>
                <a:lnTo>
                  <a:pt x="97" y="46"/>
                </a:lnTo>
                <a:lnTo>
                  <a:pt x="97" y="47"/>
                </a:lnTo>
                <a:lnTo>
                  <a:pt x="98" y="47"/>
                </a:lnTo>
                <a:lnTo>
                  <a:pt x="98" y="48"/>
                </a:lnTo>
                <a:lnTo>
                  <a:pt x="99" y="48"/>
                </a:lnTo>
                <a:lnTo>
                  <a:pt x="100" y="48"/>
                </a:lnTo>
                <a:lnTo>
                  <a:pt x="100" y="47"/>
                </a:lnTo>
                <a:lnTo>
                  <a:pt x="101" y="48"/>
                </a:lnTo>
                <a:lnTo>
                  <a:pt x="102" y="49"/>
                </a:lnTo>
                <a:lnTo>
                  <a:pt x="102" y="50"/>
                </a:lnTo>
                <a:lnTo>
                  <a:pt x="103" y="51"/>
                </a:lnTo>
                <a:lnTo>
                  <a:pt x="103" y="52"/>
                </a:lnTo>
                <a:lnTo>
                  <a:pt x="103" y="53"/>
                </a:lnTo>
                <a:lnTo>
                  <a:pt x="103" y="54"/>
                </a:lnTo>
                <a:lnTo>
                  <a:pt x="103" y="55"/>
                </a:lnTo>
                <a:lnTo>
                  <a:pt x="103" y="56"/>
                </a:lnTo>
                <a:lnTo>
                  <a:pt x="104" y="56"/>
                </a:lnTo>
                <a:lnTo>
                  <a:pt x="104" y="55"/>
                </a:lnTo>
                <a:lnTo>
                  <a:pt x="105" y="55"/>
                </a:lnTo>
                <a:lnTo>
                  <a:pt x="106" y="55"/>
                </a:lnTo>
                <a:lnTo>
                  <a:pt x="107" y="56"/>
                </a:lnTo>
                <a:lnTo>
                  <a:pt x="107" y="57"/>
                </a:lnTo>
                <a:lnTo>
                  <a:pt x="107" y="58"/>
                </a:lnTo>
                <a:lnTo>
                  <a:pt x="108" y="58"/>
                </a:lnTo>
                <a:lnTo>
                  <a:pt x="109" y="58"/>
                </a:lnTo>
                <a:lnTo>
                  <a:pt x="109" y="59"/>
                </a:lnTo>
                <a:lnTo>
                  <a:pt x="110" y="59"/>
                </a:lnTo>
                <a:lnTo>
                  <a:pt x="111" y="59"/>
                </a:lnTo>
                <a:lnTo>
                  <a:pt x="112" y="60"/>
                </a:lnTo>
                <a:lnTo>
                  <a:pt x="113" y="61"/>
                </a:lnTo>
                <a:lnTo>
                  <a:pt x="113" y="62"/>
                </a:lnTo>
                <a:lnTo>
                  <a:pt x="112" y="62"/>
                </a:lnTo>
                <a:lnTo>
                  <a:pt x="113" y="62"/>
                </a:lnTo>
                <a:lnTo>
                  <a:pt x="113" y="63"/>
                </a:lnTo>
                <a:lnTo>
                  <a:pt x="114" y="64"/>
                </a:lnTo>
                <a:lnTo>
                  <a:pt x="115" y="64"/>
                </a:lnTo>
                <a:lnTo>
                  <a:pt x="115" y="65"/>
                </a:lnTo>
                <a:lnTo>
                  <a:pt x="115" y="66"/>
                </a:lnTo>
                <a:lnTo>
                  <a:pt x="116" y="66"/>
                </a:lnTo>
                <a:lnTo>
                  <a:pt x="117" y="66"/>
                </a:lnTo>
                <a:lnTo>
                  <a:pt x="117" y="67"/>
                </a:lnTo>
                <a:lnTo>
                  <a:pt x="117" y="68"/>
                </a:lnTo>
                <a:lnTo>
                  <a:pt x="116" y="69"/>
                </a:lnTo>
                <a:lnTo>
                  <a:pt x="115" y="69"/>
                </a:lnTo>
                <a:lnTo>
                  <a:pt x="114" y="69"/>
                </a:lnTo>
                <a:lnTo>
                  <a:pt x="114" y="70"/>
                </a:lnTo>
                <a:lnTo>
                  <a:pt x="115" y="70"/>
                </a:lnTo>
                <a:lnTo>
                  <a:pt x="115" y="71"/>
                </a:lnTo>
                <a:lnTo>
                  <a:pt x="115" y="72"/>
                </a:lnTo>
                <a:lnTo>
                  <a:pt x="116" y="72"/>
                </a:lnTo>
                <a:lnTo>
                  <a:pt x="117" y="73"/>
                </a:lnTo>
                <a:lnTo>
                  <a:pt x="118" y="73"/>
                </a:lnTo>
                <a:lnTo>
                  <a:pt x="118" y="74"/>
                </a:lnTo>
                <a:lnTo>
                  <a:pt x="119" y="74"/>
                </a:lnTo>
                <a:lnTo>
                  <a:pt x="119" y="75"/>
                </a:lnTo>
                <a:lnTo>
                  <a:pt x="118" y="75"/>
                </a:lnTo>
                <a:lnTo>
                  <a:pt x="118" y="76"/>
                </a:lnTo>
                <a:lnTo>
                  <a:pt x="117" y="77"/>
                </a:lnTo>
                <a:lnTo>
                  <a:pt x="117" y="78"/>
                </a:lnTo>
                <a:lnTo>
                  <a:pt x="118" y="78"/>
                </a:lnTo>
                <a:lnTo>
                  <a:pt x="118" y="79"/>
                </a:lnTo>
                <a:lnTo>
                  <a:pt x="119" y="78"/>
                </a:lnTo>
                <a:lnTo>
                  <a:pt x="120" y="79"/>
                </a:lnTo>
                <a:lnTo>
                  <a:pt x="120" y="80"/>
                </a:lnTo>
                <a:lnTo>
                  <a:pt x="120" y="81"/>
                </a:lnTo>
                <a:lnTo>
                  <a:pt x="121" y="81"/>
                </a:lnTo>
                <a:lnTo>
                  <a:pt x="123" y="82"/>
                </a:lnTo>
                <a:lnTo>
                  <a:pt x="124" y="82"/>
                </a:lnTo>
                <a:lnTo>
                  <a:pt x="124" y="83"/>
                </a:lnTo>
                <a:lnTo>
                  <a:pt x="124" y="84"/>
                </a:lnTo>
                <a:lnTo>
                  <a:pt x="124" y="85"/>
                </a:lnTo>
                <a:lnTo>
                  <a:pt x="125" y="85"/>
                </a:lnTo>
                <a:lnTo>
                  <a:pt x="126" y="85"/>
                </a:lnTo>
                <a:lnTo>
                  <a:pt x="126" y="87"/>
                </a:lnTo>
                <a:lnTo>
                  <a:pt x="126" y="88"/>
                </a:lnTo>
                <a:lnTo>
                  <a:pt x="126" y="89"/>
                </a:lnTo>
                <a:lnTo>
                  <a:pt x="125" y="90"/>
                </a:lnTo>
                <a:lnTo>
                  <a:pt x="125" y="92"/>
                </a:lnTo>
                <a:lnTo>
                  <a:pt x="125" y="93"/>
                </a:lnTo>
                <a:lnTo>
                  <a:pt x="126" y="93"/>
                </a:lnTo>
                <a:lnTo>
                  <a:pt x="127" y="93"/>
                </a:lnTo>
                <a:lnTo>
                  <a:pt x="127" y="94"/>
                </a:lnTo>
                <a:lnTo>
                  <a:pt x="127" y="95"/>
                </a:lnTo>
                <a:lnTo>
                  <a:pt x="128" y="95"/>
                </a:lnTo>
                <a:lnTo>
                  <a:pt x="129" y="96"/>
                </a:lnTo>
                <a:lnTo>
                  <a:pt x="129" y="98"/>
                </a:lnTo>
                <a:lnTo>
                  <a:pt x="129" y="99"/>
                </a:lnTo>
                <a:lnTo>
                  <a:pt x="128" y="100"/>
                </a:lnTo>
                <a:lnTo>
                  <a:pt x="129" y="100"/>
                </a:lnTo>
                <a:lnTo>
                  <a:pt x="129" y="101"/>
                </a:lnTo>
                <a:lnTo>
                  <a:pt x="128" y="101"/>
                </a:lnTo>
                <a:lnTo>
                  <a:pt x="128" y="102"/>
                </a:lnTo>
                <a:lnTo>
                  <a:pt x="129" y="103"/>
                </a:lnTo>
                <a:lnTo>
                  <a:pt x="129" y="104"/>
                </a:lnTo>
                <a:lnTo>
                  <a:pt x="128" y="104"/>
                </a:lnTo>
                <a:lnTo>
                  <a:pt x="127" y="104"/>
                </a:lnTo>
                <a:lnTo>
                  <a:pt x="127" y="105"/>
                </a:lnTo>
                <a:lnTo>
                  <a:pt x="127" y="106"/>
                </a:lnTo>
                <a:lnTo>
                  <a:pt x="128" y="106"/>
                </a:lnTo>
                <a:lnTo>
                  <a:pt x="129" y="106"/>
                </a:lnTo>
                <a:lnTo>
                  <a:pt x="130" y="106"/>
                </a:lnTo>
                <a:lnTo>
                  <a:pt x="131" y="106"/>
                </a:lnTo>
                <a:lnTo>
                  <a:pt x="132" y="107"/>
                </a:lnTo>
                <a:lnTo>
                  <a:pt x="132" y="108"/>
                </a:lnTo>
                <a:lnTo>
                  <a:pt x="132" y="109"/>
                </a:lnTo>
                <a:lnTo>
                  <a:pt x="132" y="110"/>
                </a:lnTo>
                <a:lnTo>
                  <a:pt x="131" y="111"/>
                </a:lnTo>
                <a:lnTo>
                  <a:pt x="132" y="113"/>
                </a:lnTo>
                <a:lnTo>
                  <a:pt x="133" y="113"/>
                </a:lnTo>
                <a:lnTo>
                  <a:pt x="134" y="114"/>
                </a:lnTo>
                <a:lnTo>
                  <a:pt x="134" y="115"/>
                </a:lnTo>
                <a:lnTo>
                  <a:pt x="134" y="116"/>
                </a:lnTo>
                <a:lnTo>
                  <a:pt x="134" y="117"/>
                </a:lnTo>
                <a:lnTo>
                  <a:pt x="135" y="117"/>
                </a:lnTo>
                <a:lnTo>
                  <a:pt x="136" y="118"/>
                </a:lnTo>
                <a:lnTo>
                  <a:pt x="137" y="119"/>
                </a:lnTo>
                <a:lnTo>
                  <a:pt x="138" y="119"/>
                </a:lnTo>
                <a:lnTo>
                  <a:pt x="138" y="120"/>
                </a:lnTo>
                <a:lnTo>
                  <a:pt x="139" y="120"/>
                </a:lnTo>
                <a:lnTo>
                  <a:pt x="140" y="121"/>
                </a:lnTo>
                <a:lnTo>
                  <a:pt x="141" y="122"/>
                </a:lnTo>
                <a:lnTo>
                  <a:pt x="142" y="122"/>
                </a:lnTo>
                <a:lnTo>
                  <a:pt x="143" y="122"/>
                </a:lnTo>
                <a:lnTo>
                  <a:pt x="144" y="122"/>
                </a:lnTo>
                <a:lnTo>
                  <a:pt x="145" y="122"/>
                </a:lnTo>
                <a:lnTo>
                  <a:pt x="146" y="122"/>
                </a:lnTo>
                <a:lnTo>
                  <a:pt x="146" y="123"/>
                </a:lnTo>
                <a:lnTo>
                  <a:pt x="146" y="124"/>
                </a:lnTo>
                <a:lnTo>
                  <a:pt x="147" y="124"/>
                </a:lnTo>
                <a:lnTo>
                  <a:pt x="147" y="125"/>
                </a:lnTo>
                <a:lnTo>
                  <a:pt x="148" y="125"/>
                </a:lnTo>
                <a:lnTo>
                  <a:pt x="149" y="125"/>
                </a:lnTo>
                <a:lnTo>
                  <a:pt x="149" y="126"/>
                </a:lnTo>
                <a:lnTo>
                  <a:pt x="150" y="126"/>
                </a:lnTo>
                <a:lnTo>
                  <a:pt x="151" y="126"/>
                </a:lnTo>
                <a:lnTo>
                  <a:pt x="151" y="125"/>
                </a:lnTo>
                <a:lnTo>
                  <a:pt x="152" y="125"/>
                </a:lnTo>
                <a:lnTo>
                  <a:pt x="152" y="126"/>
                </a:lnTo>
                <a:lnTo>
                  <a:pt x="153" y="126"/>
                </a:lnTo>
                <a:lnTo>
                  <a:pt x="154" y="126"/>
                </a:lnTo>
                <a:lnTo>
                  <a:pt x="154" y="125"/>
                </a:lnTo>
                <a:lnTo>
                  <a:pt x="155" y="125"/>
                </a:lnTo>
                <a:lnTo>
                  <a:pt x="154" y="126"/>
                </a:lnTo>
                <a:lnTo>
                  <a:pt x="155" y="126"/>
                </a:lnTo>
                <a:lnTo>
                  <a:pt x="156" y="126"/>
                </a:lnTo>
                <a:lnTo>
                  <a:pt x="157" y="126"/>
                </a:lnTo>
                <a:lnTo>
                  <a:pt x="158" y="126"/>
                </a:lnTo>
                <a:lnTo>
                  <a:pt x="158" y="127"/>
                </a:lnTo>
                <a:lnTo>
                  <a:pt x="158" y="128"/>
                </a:lnTo>
                <a:lnTo>
                  <a:pt x="159" y="128"/>
                </a:lnTo>
                <a:lnTo>
                  <a:pt x="160" y="128"/>
                </a:lnTo>
                <a:lnTo>
                  <a:pt x="160" y="129"/>
                </a:lnTo>
                <a:lnTo>
                  <a:pt x="161" y="129"/>
                </a:lnTo>
                <a:lnTo>
                  <a:pt x="163" y="129"/>
                </a:lnTo>
                <a:lnTo>
                  <a:pt x="164" y="130"/>
                </a:lnTo>
                <a:lnTo>
                  <a:pt x="165" y="130"/>
                </a:lnTo>
                <a:lnTo>
                  <a:pt x="166" y="130"/>
                </a:lnTo>
                <a:lnTo>
                  <a:pt x="166" y="131"/>
                </a:lnTo>
                <a:lnTo>
                  <a:pt x="167" y="131"/>
                </a:lnTo>
                <a:lnTo>
                  <a:pt x="167" y="132"/>
                </a:lnTo>
                <a:lnTo>
                  <a:pt x="168" y="132"/>
                </a:lnTo>
                <a:lnTo>
                  <a:pt x="168" y="133"/>
                </a:lnTo>
                <a:lnTo>
                  <a:pt x="168" y="134"/>
                </a:lnTo>
                <a:lnTo>
                  <a:pt x="168" y="135"/>
                </a:lnTo>
                <a:lnTo>
                  <a:pt x="169" y="135"/>
                </a:lnTo>
                <a:lnTo>
                  <a:pt x="170" y="136"/>
                </a:lnTo>
                <a:lnTo>
                  <a:pt x="170" y="137"/>
                </a:lnTo>
                <a:lnTo>
                  <a:pt x="170" y="138"/>
                </a:lnTo>
                <a:lnTo>
                  <a:pt x="170" y="139"/>
                </a:lnTo>
                <a:lnTo>
                  <a:pt x="171" y="139"/>
                </a:lnTo>
                <a:lnTo>
                  <a:pt x="172" y="139"/>
                </a:lnTo>
                <a:lnTo>
                  <a:pt x="172" y="140"/>
                </a:lnTo>
                <a:lnTo>
                  <a:pt x="171" y="140"/>
                </a:lnTo>
                <a:lnTo>
                  <a:pt x="171" y="141"/>
                </a:lnTo>
                <a:lnTo>
                  <a:pt x="171" y="142"/>
                </a:lnTo>
                <a:lnTo>
                  <a:pt x="172" y="143"/>
                </a:lnTo>
                <a:lnTo>
                  <a:pt x="172" y="144"/>
                </a:lnTo>
                <a:lnTo>
                  <a:pt x="173" y="144"/>
                </a:lnTo>
                <a:lnTo>
                  <a:pt x="173" y="145"/>
                </a:lnTo>
                <a:lnTo>
                  <a:pt x="173" y="146"/>
                </a:lnTo>
                <a:lnTo>
                  <a:pt x="173" y="147"/>
                </a:lnTo>
                <a:lnTo>
                  <a:pt x="173" y="146"/>
                </a:lnTo>
                <a:lnTo>
                  <a:pt x="174" y="146"/>
                </a:lnTo>
                <a:lnTo>
                  <a:pt x="175" y="146"/>
                </a:lnTo>
                <a:lnTo>
                  <a:pt x="176" y="146"/>
                </a:lnTo>
                <a:lnTo>
                  <a:pt x="177" y="147"/>
                </a:lnTo>
                <a:lnTo>
                  <a:pt x="178" y="146"/>
                </a:lnTo>
                <a:lnTo>
                  <a:pt x="179" y="146"/>
                </a:lnTo>
                <a:lnTo>
                  <a:pt x="179" y="145"/>
                </a:lnTo>
                <a:lnTo>
                  <a:pt x="180" y="145"/>
                </a:lnTo>
                <a:lnTo>
                  <a:pt x="180" y="146"/>
                </a:lnTo>
                <a:lnTo>
                  <a:pt x="181" y="146"/>
                </a:lnTo>
                <a:lnTo>
                  <a:pt x="181" y="145"/>
                </a:lnTo>
                <a:lnTo>
                  <a:pt x="182" y="145"/>
                </a:lnTo>
                <a:lnTo>
                  <a:pt x="183" y="144"/>
                </a:lnTo>
                <a:lnTo>
                  <a:pt x="184" y="144"/>
                </a:lnTo>
                <a:lnTo>
                  <a:pt x="185" y="146"/>
                </a:lnTo>
                <a:lnTo>
                  <a:pt x="186" y="146"/>
                </a:lnTo>
                <a:lnTo>
                  <a:pt x="187" y="146"/>
                </a:lnTo>
                <a:lnTo>
                  <a:pt x="187" y="147"/>
                </a:lnTo>
                <a:lnTo>
                  <a:pt x="188" y="147"/>
                </a:lnTo>
                <a:lnTo>
                  <a:pt x="189" y="147"/>
                </a:lnTo>
                <a:lnTo>
                  <a:pt x="189" y="148"/>
                </a:lnTo>
                <a:lnTo>
                  <a:pt x="190" y="148"/>
                </a:lnTo>
                <a:lnTo>
                  <a:pt x="191" y="148"/>
                </a:lnTo>
                <a:lnTo>
                  <a:pt x="191" y="149"/>
                </a:lnTo>
                <a:lnTo>
                  <a:pt x="192" y="149"/>
                </a:lnTo>
                <a:lnTo>
                  <a:pt x="193" y="149"/>
                </a:lnTo>
                <a:lnTo>
                  <a:pt x="194" y="149"/>
                </a:lnTo>
                <a:lnTo>
                  <a:pt x="195" y="149"/>
                </a:lnTo>
                <a:lnTo>
                  <a:pt x="196" y="150"/>
                </a:lnTo>
                <a:lnTo>
                  <a:pt x="197" y="150"/>
                </a:lnTo>
                <a:lnTo>
                  <a:pt x="198" y="150"/>
                </a:lnTo>
                <a:lnTo>
                  <a:pt x="199" y="150"/>
                </a:lnTo>
                <a:lnTo>
                  <a:pt x="200" y="151"/>
                </a:lnTo>
                <a:lnTo>
                  <a:pt x="200" y="152"/>
                </a:lnTo>
                <a:lnTo>
                  <a:pt x="201" y="152"/>
                </a:lnTo>
                <a:lnTo>
                  <a:pt x="201" y="153"/>
                </a:lnTo>
                <a:lnTo>
                  <a:pt x="202" y="154"/>
                </a:lnTo>
                <a:lnTo>
                  <a:pt x="202" y="155"/>
                </a:lnTo>
                <a:lnTo>
                  <a:pt x="202" y="156"/>
                </a:lnTo>
                <a:lnTo>
                  <a:pt x="203" y="156"/>
                </a:lnTo>
                <a:lnTo>
                  <a:pt x="204" y="157"/>
                </a:lnTo>
                <a:lnTo>
                  <a:pt x="204" y="156"/>
                </a:lnTo>
                <a:lnTo>
                  <a:pt x="205" y="156"/>
                </a:lnTo>
                <a:lnTo>
                  <a:pt x="206" y="156"/>
                </a:lnTo>
                <a:lnTo>
                  <a:pt x="206" y="155"/>
                </a:lnTo>
                <a:lnTo>
                  <a:pt x="207" y="155"/>
                </a:lnTo>
                <a:lnTo>
                  <a:pt x="207" y="156"/>
                </a:lnTo>
                <a:lnTo>
                  <a:pt x="207" y="157"/>
                </a:lnTo>
                <a:lnTo>
                  <a:pt x="208" y="157"/>
                </a:lnTo>
                <a:lnTo>
                  <a:pt x="209" y="157"/>
                </a:lnTo>
                <a:lnTo>
                  <a:pt x="210" y="158"/>
                </a:lnTo>
                <a:lnTo>
                  <a:pt x="211" y="158"/>
                </a:lnTo>
                <a:lnTo>
                  <a:pt x="212" y="158"/>
                </a:lnTo>
                <a:lnTo>
                  <a:pt x="213" y="159"/>
                </a:lnTo>
                <a:lnTo>
                  <a:pt x="213" y="160"/>
                </a:lnTo>
                <a:lnTo>
                  <a:pt x="214" y="161"/>
                </a:lnTo>
                <a:lnTo>
                  <a:pt x="214" y="162"/>
                </a:lnTo>
                <a:lnTo>
                  <a:pt x="215" y="162"/>
                </a:lnTo>
                <a:lnTo>
                  <a:pt x="216" y="162"/>
                </a:lnTo>
                <a:lnTo>
                  <a:pt x="216" y="161"/>
                </a:lnTo>
                <a:lnTo>
                  <a:pt x="216" y="160"/>
                </a:lnTo>
                <a:lnTo>
                  <a:pt x="216" y="159"/>
                </a:lnTo>
                <a:lnTo>
                  <a:pt x="217" y="159"/>
                </a:lnTo>
                <a:lnTo>
                  <a:pt x="217" y="158"/>
                </a:lnTo>
                <a:lnTo>
                  <a:pt x="218" y="158"/>
                </a:lnTo>
                <a:lnTo>
                  <a:pt x="218" y="157"/>
                </a:lnTo>
                <a:lnTo>
                  <a:pt x="218" y="156"/>
                </a:lnTo>
                <a:lnTo>
                  <a:pt x="218" y="155"/>
                </a:lnTo>
                <a:lnTo>
                  <a:pt x="218" y="154"/>
                </a:lnTo>
                <a:lnTo>
                  <a:pt x="218" y="153"/>
                </a:lnTo>
                <a:lnTo>
                  <a:pt x="218" y="152"/>
                </a:lnTo>
                <a:lnTo>
                  <a:pt x="219" y="151"/>
                </a:lnTo>
                <a:lnTo>
                  <a:pt x="219" y="150"/>
                </a:lnTo>
                <a:lnTo>
                  <a:pt x="219" y="149"/>
                </a:lnTo>
                <a:lnTo>
                  <a:pt x="220" y="149"/>
                </a:lnTo>
                <a:lnTo>
                  <a:pt x="220" y="148"/>
                </a:lnTo>
                <a:lnTo>
                  <a:pt x="220" y="147"/>
                </a:lnTo>
                <a:lnTo>
                  <a:pt x="220" y="146"/>
                </a:lnTo>
                <a:lnTo>
                  <a:pt x="220" y="145"/>
                </a:lnTo>
                <a:lnTo>
                  <a:pt x="220" y="144"/>
                </a:lnTo>
                <a:lnTo>
                  <a:pt x="219" y="143"/>
                </a:lnTo>
                <a:lnTo>
                  <a:pt x="219" y="142"/>
                </a:lnTo>
                <a:lnTo>
                  <a:pt x="218" y="142"/>
                </a:lnTo>
                <a:lnTo>
                  <a:pt x="218" y="141"/>
                </a:lnTo>
                <a:lnTo>
                  <a:pt x="218" y="140"/>
                </a:lnTo>
                <a:lnTo>
                  <a:pt x="219" y="139"/>
                </a:lnTo>
                <a:lnTo>
                  <a:pt x="220" y="139"/>
                </a:lnTo>
                <a:lnTo>
                  <a:pt x="221" y="139"/>
                </a:lnTo>
                <a:lnTo>
                  <a:pt x="221" y="140"/>
                </a:lnTo>
                <a:lnTo>
                  <a:pt x="222" y="140"/>
                </a:lnTo>
                <a:lnTo>
                  <a:pt x="223" y="140"/>
                </a:lnTo>
                <a:lnTo>
                  <a:pt x="224" y="139"/>
                </a:lnTo>
                <a:lnTo>
                  <a:pt x="225" y="140"/>
                </a:lnTo>
                <a:lnTo>
                  <a:pt x="226" y="140"/>
                </a:lnTo>
                <a:lnTo>
                  <a:pt x="226" y="139"/>
                </a:lnTo>
                <a:lnTo>
                  <a:pt x="226" y="138"/>
                </a:lnTo>
                <a:lnTo>
                  <a:pt x="226" y="137"/>
                </a:lnTo>
                <a:lnTo>
                  <a:pt x="227" y="137"/>
                </a:lnTo>
                <a:lnTo>
                  <a:pt x="227" y="136"/>
                </a:lnTo>
                <a:lnTo>
                  <a:pt x="227" y="135"/>
                </a:lnTo>
                <a:lnTo>
                  <a:pt x="228" y="135"/>
                </a:lnTo>
                <a:lnTo>
                  <a:pt x="228" y="134"/>
                </a:lnTo>
                <a:lnTo>
                  <a:pt x="228" y="133"/>
                </a:lnTo>
                <a:lnTo>
                  <a:pt x="228" y="132"/>
                </a:lnTo>
                <a:lnTo>
                  <a:pt x="228" y="131"/>
                </a:lnTo>
                <a:lnTo>
                  <a:pt x="228" y="130"/>
                </a:lnTo>
                <a:lnTo>
                  <a:pt x="228" y="129"/>
                </a:lnTo>
                <a:lnTo>
                  <a:pt x="229" y="129"/>
                </a:lnTo>
                <a:lnTo>
                  <a:pt x="230" y="129"/>
                </a:lnTo>
                <a:lnTo>
                  <a:pt x="231" y="130"/>
                </a:lnTo>
                <a:lnTo>
                  <a:pt x="231" y="132"/>
                </a:lnTo>
                <a:lnTo>
                  <a:pt x="231" y="133"/>
                </a:lnTo>
                <a:lnTo>
                  <a:pt x="231" y="132"/>
                </a:lnTo>
                <a:lnTo>
                  <a:pt x="232" y="132"/>
                </a:lnTo>
                <a:lnTo>
                  <a:pt x="232" y="133"/>
                </a:lnTo>
                <a:lnTo>
                  <a:pt x="232" y="134"/>
                </a:lnTo>
                <a:lnTo>
                  <a:pt x="233" y="134"/>
                </a:lnTo>
                <a:lnTo>
                  <a:pt x="233" y="135"/>
                </a:lnTo>
                <a:lnTo>
                  <a:pt x="234" y="135"/>
                </a:lnTo>
                <a:lnTo>
                  <a:pt x="235" y="136"/>
                </a:lnTo>
                <a:lnTo>
                  <a:pt x="235" y="137"/>
                </a:lnTo>
                <a:lnTo>
                  <a:pt x="234" y="137"/>
                </a:lnTo>
                <a:lnTo>
                  <a:pt x="235" y="137"/>
                </a:lnTo>
                <a:lnTo>
                  <a:pt x="235" y="138"/>
                </a:lnTo>
                <a:lnTo>
                  <a:pt x="235" y="139"/>
                </a:lnTo>
                <a:lnTo>
                  <a:pt x="235" y="140"/>
                </a:lnTo>
                <a:lnTo>
                  <a:pt x="236" y="140"/>
                </a:lnTo>
                <a:lnTo>
                  <a:pt x="237" y="140"/>
                </a:lnTo>
                <a:lnTo>
                  <a:pt x="238" y="140"/>
                </a:lnTo>
                <a:lnTo>
                  <a:pt x="239" y="140"/>
                </a:lnTo>
                <a:lnTo>
                  <a:pt x="240" y="140"/>
                </a:lnTo>
                <a:lnTo>
                  <a:pt x="240" y="141"/>
                </a:lnTo>
                <a:lnTo>
                  <a:pt x="241" y="141"/>
                </a:lnTo>
                <a:lnTo>
                  <a:pt x="242" y="141"/>
                </a:lnTo>
                <a:lnTo>
                  <a:pt x="243" y="141"/>
                </a:lnTo>
                <a:lnTo>
                  <a:pt x="242" y="142"/>
                </a:lnTo>
                <a:lnTo>
                  <a:pt x="243" y="142"/>
                </a:lnTo>
                <a:lnTo>
                  <a:pt x="242" y="143"/>
                </a:lnTo>
                <a:lnTo>
                  <a:pt x="242" y="144"/>
                </a:lnTo>
                <a:lnTo>
                  <a:pt x="242" y="145"/>
                </a:lnTo>
                <a:lnTo>
                  <a:pt x="243" y="145"/>
                </a:lnTo>
                <a:lnTo>
                  <a:pt x="244" y="145"/>
                </a:lnTo>
                <a:lnTo>
                  <a:pt x="245" y="145"/>
                </a:lnTo>
                <a:lnTo>
                  <a:pt x="246" y="145"/>
                </a:lnTo>
                <a:lnTo>
                  <a:pt x="246" y="146"/>
                </a:lnTo>
                <a:lnTo>
                  <a:pt x="246" y="147"/>
                </a:lnTo>
                <a:lnTo>
                  <a:pt x="247" y="147"/>
                </a:lnTo>
                <a:lnTo>
                  <a:pt x="247" y="148"/>
                </a:lnTo>
                <a:lnTo>
                  <a:pt x="248" y="148"/>
                </a:lnTo>
                <a:lnTo>
                  <a:pt x="249" y="148"/>
                </a:lnTo>
                <a:lnTo>
                  <a:pt x="249" y="149"/>
                </a:lnTo>
                <a:lnTo>
                  <a:pt x="249" y="150"/>
                </a:lnTo>
                <a:lnTo>
                  <a:pt x="250" y="151"/>
                </a:lnTo>
                <a:lnTo>
                  <a:pt x="250" y="153"/>
                </a:lnTo>
                <a:lnTo>
                  <a:pt x="250" y="154"/>
                </a:lnTo>
                <a:lnTo>
                  <a:pt x="249" y="154"/>
                </a:lnTo>
                <a:lnTo>
                  <a:pt x="249" y="155"/>
                </a:lnTo>
                <a:lnTo>
                  <a:pt x="250" y="155"/>
                </a:lnTo>
                <a:lnTo>
                  <a:pt x="250" y="156"/>
                </a:lnTo>
                <a:lnTo>
                  <a:pt x="251" y="159"/>
                </a:lnTo>
                <a:lnTo>
                  <a:pt x="251" y="160"/>
                </a:lnTo>
                <a:lnTo>
                  <a:pt x="251" y="161"/>
                </a:lnTo>
                <a:lnTo>
                  <a:pt x="251" y="162"/>
                </a:lnTo>
                <a:lnTo>
                  <a:pt x="252" y="163"/>
                </a:lnTo>
                <a:lnTo>
                  <a:pt x="251" y="163"/>
                </a:lnTo>
                <a:lnTo>
                  <a:pt x="250" y="163"/>
                </a:lnTo>
                <a:lnTo>
                  <a:pt x="250" y="164"/>
                </a:lnTo>
                <a:lnTo>
                  <a:pt x="249" y="164"/>
                </a:lnTo>
                <a:lnTo>
                  <a:pt x="250" y="165"/>
                </a:lnTo>
                <a:lnTo>
                  <a:pt x="249" y="165"/>
                </a:lnTo>
                <a:lnTo>
                  <a:pt x="248" y="165"/>
                </a:lnTo>
                <a:lnTo>
                  <a:pt x="249" y="166"/>
                </a:lnTo>
                <a:lnTo>
                  <a:pt x="248" y="166"/>
                </a:lnTo>
                <a:lnTo>
                  <a:pt x="248" y="167"/>
                </a:lnTo>
                <a:lnTo>
                  <a:pt x="247" y="167"/>
                </a:lnTo>
                <a:lnTo>
                  <a:pt x="247" y="168"/>
                </a:lnTo>
                <a:lnTo>
                  <a:pt x="248" y="168"/>
                </a:lnTo>
                <a:lnTo>
                  <a:pt x="248" y="169"/>
                </a:lnTo>
                <a:lnTo>
                  <a:pt x="249" y="169"/>
                </a:lnTo>
                <a:lnTo>
                  <a:pt x="249" y="171"/>
                </a:lnTo>
                <a:lnTo>
                  <a:pt x="250" y="171"/>
                </a:lnTo>
                <a:lnTo>
                  <a:pt x="251" y="171"/>
                </a:lnTo>
                <a:lnTo>
                  <a:pt x="251" y="172"/>
                </a:lnTo>
                <a:lnTo>
                  <a:pt x="252" y="172"/>
                </a:lnTo>
                <a:lnTo>
                  <a:pt x="252" y="171"/>
                </a:lnTo>
                <a:lnTo>
                  <a:pt x="252" y="172"/>
                </a:lnTo>
                <a:lnTo>
                  <a:pt x="253" y="172"/>
                </a:lnTo>
                <a:lnTo>
                  <a:pt x="253" y="171"/>
                </a:lnTo>
                <a:lnTo>
                  <a:pt x="254" y="171"/>
                </a:lnTo>
                <a:lnTo>
                  <a:pt x="254" y="172"/>
                </a:lnTo>
                <a:lnTo>
                  <a:pt x="255" y="172"/>
                </a:lnTo>
                <a:lnTo>
                  <a:pt x="256" y="172"/>
                </a:lnTo>
                <a:lnTo>
                  <a:pt x="257" y="172"/>
                </a:lnTo>
                <a:lnTo>
                  <a:pt x="256" y="172"/>
                </a:lnTo>
                <a:lnTo>
                  <a:pt x="256" y="173"/>
                </a:lnTo>
                <a:lnTo>
                  <a:pt x="257" y="174"/>
                </a:lnTo>
                <a:lnTo>
                  <a:pt x="258" y="174"/>
                </a:lnTo>
                <a:lnTo>
                  <a:pt x="259" y="174"/>
                </a:lnTo>
                <a:lnTo>
                  <a:pt x="258" y="174"/>
                </a:lnTo>
                <a:lnTo>
                  <a:pt x="258" y="173"/>
                </a:lnTo>
                <a:lnTo>
                  <a:pt x="259" y="173"/>
                </a:lnTo>
                <a:lnTo>
                  <a:pt x="259" y="172"/>
                </a:lnTo>
                <a:lnTo>
                  <a:pt x="259" y="171"/>
                </a:lnTo>
                <a:lnTo>
                  <a:pt x="260" y="170"/>
                </a:lnTo>
                <a:lnTo>
                  <a:pt x="260" y="168"/>
                </a:lnTo>
                <a:lnTo>
                  <a:pt x="260" y="167"/>
                </a:lnTo>
                <a:lnTo>
                  <a:pt x="260" y="166"/>
                </a:lnTo>
                <a:lnTo>
                  <a:pt x="260" y="165"/>
                </a:lnTo>
                <a:lnTo>
                  <a:pt x="260" y="164"/>
                </a:lnTo>
                <a:lnTo>
                  <a:pt x="261" y="163"/>
                </a:lnTo>
                <a:lnTo>
                  <a:pt x="262" y="163"/>
                </a:lnTo>
                <a:lnTo>
                  <a:pt x="263" y="162"/>
                </a:lnTo>
                <a:lnTo>
                  <a:pt x="263" y="161"/>
                </a:lnTo>
                <a:lnTo>
                  <a:pt x="262" y="161"/>
                </a:lnTo>
                <a:lnTo>
                  <a:pt x="263" y="161"/>
                </a:lnTo>
                <a:lnTo>
                  <a:pt x="263" y="160"/>
                </a:lnTo>
                <a:lnTo>
                  <a:pt x="263" y="161"/>
                </a:lnTo>
                <a:lnTo>
                  <a:pt x="264" y="161"/>
                </a:lnTo>
                <a:lnTo>
                  <a:pt x="265" y="161"/>
                </a:lnTo>
                <a:lnTo>
                  <a:pt x="266" y="162"/>
                </a:lnTo>
                <a:lnTo>
                  <a:pt x="267" y="162"/>
                </a:lnTo>
                <a:lnTo>
                  <a:pt x="268" y="162"/>
                </a:lnTo>
                <a:lnTo>
                  <a:pt x="269" y="162"/>
                </a:lnTo>
                <a:lnTo>
                  <a:pt x="269" y="163"/>
                </a:lnTo>
                <a:lnTo>
                  <a:pt x="270" y="163"/>
                </a:lnTo>
                <a:lnTo>
                  <a:pt x="270" y="162"/>
                </a:lnTo>
                <a:lnTo>
                  <a:pt x="271" y="162"/>
                </a:lnTo>
                <a:lnTo>
                  <a:pt x="272" y="161"/>
                </a:lnTo>
                <a:lnTo>
                  <a:pt x="273" y="160"/>
                </a:lnTo>
                <a:lnTo>
                  <a:pt x="274" y="160"/>
                </a:lnTo>
                <a:lnTo>
                  <a:pt x="275" y="160"/>
                </a:lnTo>
                <a:lnTo>
                  <a:pt x="275" y="159"/>
                </a:lnTo>
                <a:lnTo>
                  <a:pt x="275" y="160"/>
                </a:lnTo>
                <a:lnTo>
                  <a:pt x="276" y="161"/>
                </a:lnTo>
                <a:lnTo>
                  <a:pt x="275" y="161"/>
                </a:lnTo>
                <a:lnTo>
                  <a:pt x="275" y="162"/>
                </a:lnTo>
                <a:lnTo>
                  <a:pt x="274" y="163"/>
                </a:lnTo>
                <a:lnTo>
                  <a:pt x="273" y="164"/>
                </a:lnTo>
                <a:lnTo>
                  <a:pt x="273" y="165"/>
                </a:lnTo>
                <a:lnTo>
                  <a:pt x="274" y="165"/>
                </a:lnTo>
                <a:lnTo>
                  <a:pt x="275" y="165"/>
                </a:lnTo>
                <a:lnTo>
                  <a:pt x="275" y="164"/>
                </a:lnTo>
                <a:lnTo>
                  <a:pt x="275" y="163"/>
                </a:lnTo>
                <a:lnTo>
                  <a:pt x="276" y="163"/>
                </a:lnTo>
                <a:lnTo>
                  <a:pt x="276" y="162"/>
                </a:lnTo>
                <a:lnTo>
                  <a:pt x="277" y="162"/>
                </a:lnTo>
                <a:lnTo>
                  <a:pt x="278" y="162"/>
                </a:lnTo>
                <a:lnTo>
                  <a:pt x="278" y="163"/>
                </a:lnTo>
                <a:lnTo>
                  <a:pt x="279" y="164"/>
                </a:lnTo>
                <a:lnTo>
                  <a:pt x="279" y="165"/>
                </a:lnTo>
                <a:lnTo>
                  <a:pt x="280" y="165"/>
                </a:lnTo>
                <a:lnTo>
                  <a:pt x="281" y="165"/>
                </a:lnTo>
                <a:lnTo>
                  <a:pt x="282" y="165"/>
                </a:lnTo>
                <a:lnTo>
                  <a:pt x="282" y="166"/>
                </a:lnTo>
                <a:lnTo>
                  <a:pt x="282" y="167"/>
                </a:lnTo>
                <a:lnTo>
                  <a:pt x="282" y="168"/>
                </a:lnTo>
                <a:lnTo>
                  <a:pt x="283" y="168"/>
                </a:lnTo>
                <a:lnTo>
                  <a:pt x="283" y="169"/>
                </a:lnTo>
                <a:lnTo>
                  <a:pt x="284" y="169"/>
                </a:lnTo>
                <a:lnTo>
                  <a:pt x="284" y="170"/>
                </a:lnTo>
                <a:lnTo>
                  <a:pt x="285" y="171"/>
                </a:lnTo>
                <a:lnTo>
                  <a:pt x="285" y="172"/>
                </a:lnTo>
                <a:lnTo>
                  <a:pt x="286" y="172"/>
                </a:lnTo>
                <a:lnTo>
                  <a:pt x="285" y="172"/>
                </a:lnTo>
                <a:lnTo>
                  <a:pt x="285" y="173"/>
                </a:lnTo>
                <a:lnTo>
                  <a:pt x="286" y="173"/>
                </a:lnTo>
                <a:lnTo>
                  <a:pt x="285" y="173"/>
                </a:lnTo>
                <a:lnTo>
                  <a:pt x="285" y="174"/>
                </a:lnTo>
                <a:lnTo>
                  <a:pt x="286" y="174"/>
                </a:lnTo>
                <a:lnTo>
                  <a:pt x="287" y="174"/>
                </a:lnTo>
                <a:lnTo>
                  <a:pt x="287" y="175"/>
                </a:lnTo>
                <a:lnTo>
                  <a:pt x="286" y="175"/>
                </a:lnTo>
                <a:lnTo>
                  <a:pt x="286" y="176"/>
                </a:lnTo>
                <a:lnTo>
                  <a:pt x="287" y="176"/>
                </a:lnTo>
                <a:lnTo>
                  <a:pt x="287" y="175"/>
                </a:lnTo>
                <a:lnTo>
                  <a:pt x="288" y="175"/>
                </a:lnTo>
                <a:lnTo>
                  <a:pt x="288" y="176"/>
                </a:lnTo>
                <a:lnTo>
                  <a:pt x="287" y="176"/>
                </a:lnTo>
                <a:lnTo>
                  <a:pt x="287" y="177"/>
                </a:lnTo>
                <a:lnTo>
                  <a:pt x="288" y="177"/>
                </a:lnTo>
                <a:lnTo>
                  <a:pt x="288" y="178"/>
                </a:lnTo>
                <a:lnTo>
                  <a:pt x="289" y="178"/>
                </a:lnTo>
                <a:lnTo>
                  <a:pt x="289" y="179"/>
                </a:lnTo>
                <a:lnTo>
                  <a:pt x="290" y="178"/>
                </a:lnTo>
                <a:lnTo>
                  <a:pt x="290" y="179"/>
                </a:lnTo>
                <a:lnTo>
                  <a:pt x="291" y="179"/>
                </a:lnTo>
                <a:lnTo>
                  <a:pt x="291" y="180"/>
                </a:lnTo>
                <a:lnTo>
                  <a:pt x="292" y="180"/>
                </a:lnTo>
                <a:lnTo>
                  <a:pt x="292" y="179"/>
                </a:lnTo>
                <a:lnTo>
                  <a:pt x="292" y="180"/>
                </a:lnTo>
                <a:lnTo>
                  <a:pt x="293" y="180"/>
                </a:lnTo>
                <a:lnTo>
                  <a:pt x="293" y="181"/>
                </a:lnTo>
                <a:lnTo>
                  <a:pt x="294" y="180"/>
                </a:lnTo>
                <a:lnTo>
                  <a:pt x="294" y="181"/>
                </a:lnTo>
                <a:lnTo>
                  <a:pt x="295" y="181"/>
                </a:lnTo>
                <a:lnTo>
                  <a:pt x="294" y="181"/>
                </a:lnTo>
                <a:lnTo>
                  <a:pt x="295" y="181"/>
                </a:lnTo>
                <a:lnTo>
                  <a:pt x="296" y="181"/>
                </a:lnTo>
                <a:lnTo>
                  <a:pt x="296" y="182"/>
                </a:lnTo>
                <a:lnTo>
                  <a:pt x="297" y="182"/>
                </a:lnTo>
                <a:lnTo>
                  <a:pt x="297" y="183"/>
                </a:lnTo>
                <a:lnTo>
                  <a:pt x="299" y="183"/>
                </a:lnTo>
                <a:lnTo>
                  <a:pt x="299" y="182"/>
                </a:lnTo>
                <a:lnTo>
                  <a:pt x="299" y="181"/>
                </a:lnTo>
                <a:lnTo>
                  <a:pt x="298" y="181"/>
                </a:lnTo>
                <a:lnTo>
                  <a:pt x="298" y="180"/>
                </a:lnTo>
                <a:lnTo>
                  <a:pt x="299" y="180"/>
                </a:lnTo>
                <a:lnTo>
                  <a:pt x="299" y="179"/>
                </a:lnTo>
                <a:lnTo>
                  <a:pt x="299" y="176"/>
                </a:lnTo>
                <a:lnTo>
                  <a:pt x="299" y="175"/>
                </a:lnTo>
                <a:lnTo>
                  <a:pt x="298" y="175"/>
                </a:lnTo>
                <a:lnTo>
                  <a:pt x="299" y="174"/>
                </a:lnTo>
                <a:lnTo>
                  <a:pt x="299" y="173"/>
                </a:lnTo>
                <a:lnTo>
                  <a:pt x="300" y="172"/>
                </a:lnTo>
                <a:lnTo>
                  <a:pt x="301" y="173"/>
                </a:lnTo>
                <a:lnTo>
                  <a:pt x="302" y="173"/>
                </a:lnTo>
                <a:lnTo>
                  <a:pt x="302" y="174"/>
                </a:lnTo>
                <a:lnTo>
                  <a:pt x="303" y="174"/>
                </a:lnTo>
                <a:lnTo>
                  <a:pt x="304" y="174"/>
                </a:lnTo>
                <a:lnTo>
                  <a:pt x="304" y="173"/>
                </a:lnTo>
                <a:lnTo>
                  <a:pt x="304" y="172"/>
                </a:lnTo>
                <a:lnTo>
                  <a:pt x="303" y="172"/>
                </a:lnTo>
                <a:lnTo>
                  <a:pt x="303" y="171"/>
                </a:lnTo>
                <a:lnTo>
                  <a:pt x="303" y="170"/>
                </a:lnTo>
                <a:lnTo>
                  <a:pt x="302" y="169"/>
                </a:lnTo>
                <a:lnTo>
                  <a:pt x="301" y="168"/>
                </a:lnTo>
                <a:lnTo>
                  <a:pt x="301" y="167"/>
                </a:lnTo>
                <a:lnTo>
                  <a:pt x="302" y="167"/>
                </a:lnTo>
                <a:lnTo>
                  <a:pt x="303" y="168"/>
                </a:lnTo>
                <a:lnTo>
                  <a:pt x="304" y="168"/>
                </a:lnTo>
                <a:lnTo>
                  <a:pt x="305" y="169"/>
                </a:lnTo>
                <a:lnTo>
                  <a:pt x="306" y="169"/>
                </a:lnTo>
                <a:lnTo>
                  <a:pt x="307" y="170"/>
                </a:lnTo>
                <a:lnTo>
                  <a:pt x="308" y="169"/>
                </a:lnTo>
                <a:lnTo>
                  <a:pt x="308" y="168"/>
                </a:lnTo>
                <a:lnTo>
                  <a:pt x="308" y="169"/>
                </a:lnTo>
                <a:lnTo>
                  <a:pt x="308" y="170"/>
                </a:lnTo>
                <a:lnTo>
                  <a:pt x="309" y="171"/>
                </a:lnTo>
                <a:lnTo>
                  <a:pt x="310" y="171"/>
                </a:lnTo>
                <a:lnTo>
                  <a:pt x="310" y="170"/>
                </a:lnTo>
                <a:lnTo>
                  <a:pt x="311" y="170"/>
                </a:lnTo>
                <a:lnTo>
                  <a:pt x="311" y="169"/>
                </a:lnTo>
                <a:lnTo>
                  <a:pt x="311" y="170"/>
                </a:lnTo>
                <a:lnTo>
                  <a:pt x="312" y="170"/>
                </a:lnTo>
                <a:lnTo>
                  <a:pt x="313" y="170"/>
                </a:lnTo>
                <a:lnTo>
                  <a:pt x="314" y="170"/>
                </a:lnTo>
                <a:lnTo>
                  <a:pt x="315" y="170"/>
                </a:lnTo>
                <a:lnTo>
                  <a:pt x="315" y="171"/>
                </a:lnTo>
                <a:lnTo>
                  <a:pt x="316" y="171"/>
                </a:lnTo>
                <a:lnTo>
                  <a:pt x="317" y="171"/>
                </a:lnTo>
                <a:lnTo>
                  <a:pt x="318" y="171"/>
                </a:lnTo>
                <a:lnTo>
                  <a:pt x="318" y="172"/>
                </a:lnTo>
                <a:lnTo>
                  <a:pt x="319" y="172"/>
                </a:lnTo>
                <a:lnTo>
                  <a:pt x="320" y="173"/>
                </a:lnTo>
                <a:lnTo>
                  <a:pt x="320" y="174"/>
                </a:lnTo>
                <a:lnTo>
                  <a:pt x="321" y="174"/>
                </a:lnTo>
                <a:lnTo>
                  <a:pt x="321" y="173"/>
                </a:lnTo>
                <a:lnTo>
                  <a:pt x="322" y="173"/>
                </a:lnTo>
                <a:lnTo>
                  <a:pt x="322" y="174"/>
                </a:lnTo>
                <a:lnTo>
                  <a:pt x="322" y="175"/>
                </a:lnTo>
                <a:lnTo>
                  <a:pt x="323" y="175"/>
                </a:lnTo>
                <a:lnTo>
                  <a:pt x="325" y="173"/>
                </a:lnTo>
                <a:lnTo>
                  <a:pt x="326" y="173"/>
                </a:lnTo>
                <a:lnTo>
                  <a:pt x="327" y="173"/>
                </a:lnTo>
                <a:lnTo>
                  <a:pt x="328" y="172"/>
                </a:lnTo>
                <a:lnTo>
                  <a:pt x="329" y="172"/>
                </a:lnTo>
                <a:lnTo>
                  <a:pt x="330" y="172"/>
                </a:lnTo>
                <a:lnTo>
                  <a:pt x="330" y="171"/>
                </a:lnTo>
                <a:lnTo>
                  <a:pt x="331" y="171"/>
                </a:lnTo>
                <a:lnTo>
                  <a:pt x="331" y="170"/>
                </a:lnTo>
                <a:lnTo>
                  <a:pt x="332" y="169"/>
                </a:lnTo>
                <a:lnTo>
                  <a:pt x="333" y="168"/>
                </a:lnTo>
                <a:lnTo>
                  <a:pt x="334" y="168"/>
                </a:lnTo>
                <a:lnTo>
                  <a:pt x="335" y="167"/>
                </a:lnTo>
                <a:lnTo>
                  <a:pt x="336" y="167"/>
                </a:lnTo>
                <a:lnTo>
                  <a:pt x="337" y="168"/>
                </a:lnTo>
                <a:lnTo>
                  <a:pt x="339" y="168"/>
                </a:lnTo>
                <a:lnTo>
                  <a:pt x="340" y="168"/>
                </a:lnTo>
                <a:lnTo>
                  <a:pt x="340" y="169"/>
                </a:lnTo>
                <a:lnTo>
                  <a:pt x="340" y="170"/>
                </a:lnTo>
                <a:lnTo>
                  <a:pt x="340" y="171"/>
                </a:lnTo>
                <a:lnTo>
                  <a:pt x="340" y="172"/>
                </a:lnTo>
                <a:lnTo>
                  <a:pt x="341" y="172"/>
                </a:lnTo>
                <a:lnTo>
                  <a:pt x="341" y="171"/>
                </a:lnTo>
                <a:lnTo>
                  <a:pt x="341" y="170"/>
                </a:lnTo>
                <a:lnTo>
                  <a:pt x="342" y="169"/>
                </a:lnTo>
                <a:lnTo>
                  <a:pt x="343" y="169"/>
                </a:lnTo>
                <a:lnTo>
                  <a:pt x="344" y="169"/>
                </a:lnTo>
                <a:lnTo>
                  <a:pt x="345" y="168"/>
                </a:lnTo>
                <a:lnTo>
                  <a:pt x="346" y="168"/>
                </a:lnTo>
                <a:lnTo>
                  <a:pt x="346" y="167"/>
                </a:lnTo>
                <a:lnTo>
                  <a:pt x="346" y="166"/>
                </a:lnTo>
                <a:lnTo>
                  <a:pt x="346" y="167"/>
                </a:lnTo>
                <a:lnTo>
                  <a:pt x="347" y="167"/>
                </a:lnTo>
                <a:lnTo>
                  <a:pt x="348" y="166"/>
                </a:lnTo>
                <a:lnTo>
                  <a:pt x="348" y="165"/>
                </a:lnTo>
                <a:lnTo>
                  <a:pt x="349" y="164"/>
                </a:lnTo>
                <a:lnTo>
                  <a:pt x="350" y="163"/>
                </a:lnTo>
                <a:lnTo>
                  <a:pt x="350" y="162"/>
                </a:lnTo>
                <a:lnTo>
                  <a:pt x="350" y="161"/>
                </a:lnTo>
                <a:lnTo>
                  <a:pt x="351" y="161"/>
                </a:lnTo>
                <a:lnTo>
                  <a:pt x="351" y="160"/>
                </a:lnTo>
                <a:lnTo>
                  <a:pt x="350" y="160"/>
                </a:lnTo>
                <a:lnTo>
                  <a:pt x="351" y="159"/>
                </a:lnTo>
                <a:lnTo>
                  <a:pt x="351" y="158"/>
                </a:lnTo>
                <a:lnTo>
                  <a:pt x="350" y="158"/>
                </a:lnTo>
                <a:lnTo>
                  <a:pt x="350" y="157"/>
                </a:lnTo>
                <a:lnTo>
                  <a:pt x="351" y="157"/>
                </a:lnTo>
                <a:lnTo>
                  <a:pt x="351" y="156"/>
                </a:lnTo>
                <a:lnTo>
                  <a:pt x="351" y="155"/>
                </a:lnTo>
                <a:lnTo>
                  <a:pt x="351" y="154"/>
                </a:lnTo>
                <a:lnTo>
                  <a:pt x="351" y="153"/>
                </a:lnTo>
                <a:lnTo>
                  <a:pt x="351" y="152"/>
                </a:lnTo>
                <a:lnTo>
                  <a:pt x="352" y="152"/>
                </a:lnTo>
                <a:lnTo>
                  <a:pt x="351" y="151"/>
                </a:lnTo>
                <a:lnTo>
                  <a:pt x="350" y="151"/>
                </a:lnTo>
                <a:lnTo>
                  <a:pt x="350" y="150"/>
                </a:lnTo>
                <a:lnTo>
                  <a:pt x="350" y="149"/>
                </a:lnTo>
                <a:lnTo>
                  <a:pt x="350" y="148"/>
                </a:lnTo>
                <a:lnTo>
                  <a:pt x="349" y="148"/>
                </a:lnTo>
                <a:lnTo>
                  <a:pt x="348" y="148"/>
                </a:lnTo>
                <a:lnTo>
                  <a:pt x="349" y="148"/>
                </a:lnTo>
                <a:lnTo>
                  <a:pt x="349" y="147"/>
                </a:lnTo>
                <a:lnTo>
                  <a:pt x="348" y="147"/>
                </a:lnTo>
                <a:lnTo>
                  <a:pt x="348" y="146"/>
                </a:lnTo>
                <a:lnTo>
                  <a:pt x="347" y="146"/>
                </a:lnTo>
                <a:lnTo>
                  <a:pt x="346" y="145"/>
                </a:lnTo>
                <a:lnTo>
                  <a:pt x="345" y="145"/>
                </a:lnTo>
                <a:lnTo>
                  <a:pt x="345" y="144"/>
                </a:lnTo>
                <a:lnTo>
                  <a:pt x="344" y="144"/>
                </a:lnTo>
                <a:lnTo>
                  <a:pt x="343" y="144"/>
                </a:lnTo>
                <a:lnTo>
                  <a:pt x="342" y="144"/>
                </a:lnTo>
                <a:lnTo>
                  <a:pt x="341" y="143"/>
                </a:lnTo>
                <a:lnTo>
                  <a:pt x="342" y="142"/>
                </a:lnTo>
                <a:lnTo>
                  <a:pt x="342" y="141"/>
                </a:lnTo>
                <a:lnTo>
                  <a:pt x="342" y="140"/>
                </a:lnTo>
                <a:lnTo>
                  <a:pt x="342" y="139"/>
                </a:lnTo>
                <a:lnTo>
                  <a:pt x="342" y="137"/>
                </a:lnTo>
                <a:lnTo>
                  <a:pt x="342" y="136"/>
                </a:lnTo>
                <a:lnTo>
                  <a:pt x="342" y="135"/>
                </a:lnTo>
                <a:lnTo>
                  <a:pt x="343" y="135"/>
                </a:lnTo>
                <a:lnTo>
                  <a:pt x="345" y="136"/>
                </a:lnTo>
                <a:lnTo>
                  <a:pt x="346" y="136"/>
                </a:lnTo>
                <a:lnTo>
                  <a:pt x="347" y="136"/>
                </a:lnTo>
                <a:lnTo>
                  <a:pt x="347" y="135"/>
                </a:lnTo>
                <a:lnTo>
                  <a:pt x="346" y="135"/>
                </a:lnTo>
                <a:lnTo>
                  <a:pt x="346" y="134"/>
                </a:lnTo>
                <a:lnTo>
                  <a:pt x="346" y="133"/>
                </a:lnTo>
                <a:lnTo>
                  <a:pt x="346" y="132"/>
                </a:lnTo>
                <a:lnTo>
                  <a:pt x="346" y="131"/>
                </a:lnTo>
                <a:lnTo>
                  <a:pt x="347" y="131"/>
                </a:lnTo>
                <a:lnTo>
                  <a:pt x="346" y="131"/>
                </a:lnTo>
                <a:lnTo>
                  <a:pt x="346" y="130"/>
                </a:lnTo>
                <a:lnTo>
                  <a:pt x="347" y="130"/>
                </a:lnTo>
                <a:lnTo>
                  <a:pt x="346" y="129"/>
                </a:lnTo>
                <a:lnTo>
                  <a:pt x="345" y="128"/>
                </a:lnTo>
                <a:lnTo>
                  <a:pt x="343" y="128"/>
                </a:lnTo>
                <a:lnTo>
                  <a:pt x="343" y="127"/>
                </a:lnTo>
                <a:lnTo>
                  <a:pt x="343" y="126"/>
                </a:lnTo>
                <a:lnTo>
                  <a:pt x="343" y="125"/>
                </a:lnTo>
                <a:lnTo>
                  <a:pt x="344" y="125"/>
                </a:lnTo>
                <a:lnTo>
                  <a:pt x="345" y="125"/>
                </a:lnTo>
                <a:lnTo>
                  <a:pt x="345" y="124"/>
                </a:lnTo>
                <a:lnTo>
                  <a:pt x="345" y="123"/>
                </a:lnTo>
                <a:lnTo>
                  <a:pt x="345" y="122"/>
                </a:lnTo>
                <a:lnTo>
                  <a:pt x="344" y="122"/>
                </a:lnTo>
                <a:lnTo>
                  <a:pt x="344" y="121"/>
                </a:lnTo>
                <a:lnTo>
                  <a:pt x="344" y="120"/>
                </a:lnTo>
                <a:lnTo>
                  <a:pt x="345" y="119"/>
                </a:lnTo>
                <a:lnTo>
                  <a:pt x="344" y="119"/>
                </a:lnTo>
                <a:lnTo>
                  <a:pt x="343" y="119"/>
                </a:lnTo>
                <a:lnTo>
                  <a:pt x="343" y="118"/>
                </a:lnTo>
                <a:lnTo>
                  <a:pt x="343" y="117"/>
                </a:lnTo>
                <a:lnTo>
                  <a:pt x="342" y="117"/>
                </a:lnTo>
                <a:lnTo>
                  <a:pt x="342" y="116"/>
                </a:lnTo>
                <a:lnTo>
                  <a:pt x="343" y="115"/>
                </a:lnTo>
                <a:lnTo>
                  <a:pt x="342" y="115"/>
                </a:lnTo>
                <a:lnTo>
                  <a:pt x="341" y="115"/>
                </a:lnTo>
                <a:lnTo>
                  <a:pt x="341" y="114"/>
                </a:lnTo>
                <a:lnTo>
                  <a:pt x="341" y="112"/>
                </a:lnTo>
                <a:lnTo>
                  <a:pt x="341" y="111"/>
                </a:lnTo>
                <a:lnTo>
                  <a:pt x="342" y="111"/>
                </a:lnTo>
                <a:lnTo>
                  <a:pt x="343" y="111"/>
                </a:lnTo>
                <a:lnTo>
                  <a:pt x="343" y="110"/>
                </a:lnTo>
                <a:lnTo>
                  <a:pt x="344" y="110"/>
                </a:lnTo>
                <a:lnTo>
                  <a:pt x="344" y="109"/>
                </a:lnTo>
                <a:lnTo>
                  <a:pt x="345" y="109"/>
                </a:lnTo>
                <a:lnTo>
                  <a:pt x="346" y="109"/>
                </a:lnTo>
                <a:lnTo>
                  <a:pt x="346" y="108"/>
                </a:lnTo>
                <a:lnTo>
                  <a:pt x="346" y="107"/>
                </a:lnTo>
                <a:lnTo>
                  <a:pt x="347" y="107"/>
                </a:lnTo>
                <a:lnTo>
                  <a:pt x="347" y="106"/>
                </a:lnTo>
                <a:lnTo>
                  <a:pt x="349" y="107"/>
                </a:lnTo>
                <a:lnTo>
                  <a:pt x="349" y="108"/>
                </a:lnTo>
                <a:lnTo>
                  <a:pt x="350" y="108"/>
                </a:lnTo>
                <a:lnTo>
                  <a:pt x="350" y="107"/>
                </a:lnTo>
                <a:lnTo>
                  <a:pt x="350" y="106"/>
                </a:lnTo>
                <a:lnTo>
                  <a:pt x="351" y="106"/>
                </a:lnTo>
                <a:lnTo>
                  <a:pt x="351" y="107"/>
                </a:lnTo>
                <a:lnTo>
                  <a:pt x="352" y="107"/>
                </a:lnTo>
                <a:lnTo>
                  <a:pt x="353" y="107"/>
                </a:lnTo>
                <a:lnTo>
                  <a:pt x="354" y="107"/>
                </a:lnTo>
                <a:lnTo>
                  <a:pt x="355" y="107"/>
                </a:lnTo>
                <a:lnTo>
                  <a:pt x="356" y="107"/>
                </a:lnTo>
                <a:lnTo>
                  <a:pt x="357" y="107"/>
                </a:lnTo>
                <a:lnTo>
                  <a:pt x="357" y="108"/>
                </a:lnTo>
                <a:lnTo>
                  <a:pt x="358" y="109"/>
                </a:lnTo>
                <a:lnTo>
                  <a:pt x="359" y="109"/>
                </a:lnTo>
                <a:lnTo>
                  <a:pt x="360" y="110"/>
                </a:lnTo>
                <a:lnTo>
                  <a:pt x="360" y="111"/>
                </a:lnTo>
                <a:lnTo>
                  <a:pt x="361" y="112"/>
                </a:lnTo>
                <a:lnTo>
                  <a:pt x="361" y="113"/>
                </a:lnTo>
                <a:lnTo>
                  <a:pt x="361" y="114"/>
                </a:lnTo>
                <a:lnTo>
                  <a:pt x="362" y="114"/>
                </a:lnTo>
                <a:lnTo>
                  <a:pt x="362" y="115"/>
                </a:lnTo>
                <a:lnTo>
                  <a:pt x="362" y="116"/>
                </a:lnTo>
                <a:lnTo>
                  <a:pt x="363" y="116"/>
                </a:lnTo>
                <a:lnTo>
                  <a:pt x="363" y="117"/>
                </a:lnTo>
                <a:lnTo>
                  <a:pt x="364" y="117"/>
                </a:lnTo>
                <a:lnTo>
                  <a:pt x="364" y="118"/>
                </a:lnTo>
                <a:lnTo>
                  <a:pt x="365" y="118"/>
                </a:lnTo>
                <a:lnTo>
                  <a:pt x="365" y="119"/>
                </a:lnTo>
                <a:lnTo>
                  <a:pt x="365" y="118"/>
                </a:lnTo>
                <a:lnTo>
                  <a:pt x="366" y="118"/>
                </a:lnTo>
                <a:lnTo>
                  <a:pt x="366" y="117"/>
                </a:lnTo>
                <a:lnTo>
                  <a:pt x="365" y="117"/>
                </a:lnTo>
                <a:lnTo>
                  <a:pt x="365" y="116"/>
                </a:lnTo>
                <a:lnTo>
                  <a:pt x="366" y="116"/>
                </a:lnTo>
                <a:lnTo>
                  <a:pt x="366" y="115"/>
                </a:lnTo>
                <a:lnTo>
                  <a:pt x="366" y="114"/>
                </a:lnTo>
                <a:lnTo>
                  <a:pt x="366" y="113"/>
                </a:lnTo>
                <a:lnTo>
                  <a:pt x="365" y="113"/>
                </a:lnTo>
                <a:lnTo>
                  <a:pt x="366" y="113"/>
                </a:lnTo>
                <a:lnTo>
                  <a:pt x="366" y="112"/>
                </a:lnTo>
                <a:lnTo>
                  <a:pt x="366" y="111"/>
                </a:lnTo>
                <a:lnTo>
                  <a:pt x="367" y="111"/>
                </a:lnTo>
                <a:lnTo>
                  <a:pt x="368" y="111"/>
                </a:lnTo>
                <a:lnTo>
                  <a:pt x="369" y="111"/>
                </a:lnTo>
                <a:lnTo>
                  <a:pt x="370" y="111"/>
                </a:lnTo>
                <a:lnTo>
                  <a:pt x="371" y="111"/>
                </a:lnTo>
                <a:lnTo>
                  <a:pt x="372" y="111"/>
                </a:lnTo>
                <a:lnTo>
                  <a:pt x="373" y="111"/>
                </a:lnTo>
                <a:lnTo>
                  <a:pt x="374" y="111"/>
                </a:lnTo>
                <a:lnTo>
                  <a:pt x="375" y="111"/>
                </a:lnTo>
                <a:lnTo>
                  <a:pt x="375" y="112"/>
                </a:lnTo>
                <a:lnTo>
                  <a:pt x="375" y="113"/>
                </a:lnTo>
                <a:lnTo>
                  <a:pt x="376" y="113"/>
                </a:lnTo>
                <a:lnTo>
                  <a:pt x="377" y="114"/>
                </a:lnTo>
                <a:lnTo>
                  <a:pt x="377" y="115"/>
                </a:lnTo>
                <a:lnTo>
                  <a:pt x="378" y="115"/>
                </a:lnTo>
                <a:lnTo>
                  <a:pt x="378" y="116"/>
                </a:lnTo>
                <a:lnTo>
                  <a:pt x="379" y="116"/>
                </a:lnTo>
                <a:lnTo>
                  <a:pt x="379" y="117"/>
                </a:lnTo>
                <a:lnTo>
                  <a:pt x="380" y="117"/>
                </a:lnTo>
                <a:lnTo>
                  <a:pt x="381" y="117"/>
                </a:lnTo>
                <a:lnTo>
                  <a:pt x="381" y="118"/>
                </a:lnTo>
                <a:lnTo>
                  <a:pt x="382" y="119"/>
                </a:lnTo>
                <a:lnTo>
                  <a:pt x="383" y="119"/>
                </a:lnTo>
                <a:lnTo>
                  <a:pt x="384" y="121"/>
                </a:lnTo>
                <a:lnTo>
                  <a:pt x="385" y="122"/>
                </a:lnTo>
                <a:lnTo>
                  <a:pt x="386" y="123"/>
                </a:lnTo>
                <a:lnTo>
                  <a:pt x="387" y="123"/>
                </a:lnTo>
                <a:lnTo>
                  <a:pt x="387" y="124"/>
                </a:lnTo>
                <a:lnTo>
                  <a:pt x="388" y="123"/>
                </a:lnTo>
                <a:lnTo>
                  <a:pt x="388" y="122"/>
                </a:lnTo>
                <a:lnTo>
                  <a:pt x="389" y="122"/>
                </a:lnTo>
                <a:lnTo>
                  <a:pt x="389" y="121"/>
                </a:lnTo>
                <a:lnTo>
                  <a:pt x="389" y="120"/>
                </a:lnTo>
                <a:lnTo>
                  <a:pt x="390" y="120"/>
                </a:lnTo>
                <a:lnTo>
                  <a:pt x="390" y="118"/>
                </a:lnTo>
                <a:lnTo>
                  <a:pt x="389" y="118"/>
                </a:lnTo>
                <a:lnTo>
                  <a:pt x="389" y="117"/>
                </a:lnTo>
                <a:lnTo>
                  <a:pt x="390" y="117"/>
                </a:lnTo>
                <a:lnTo>
                  <a:pt x="391" y="117"/>
                </a:lnTo>
                <a:lnTo>
                  <a:pt x="392" y="116"/>
                </a:lnTo>
                <a:lnTo>
                  <a:pt x="392" y="115"/>
                </a:lnTo>
                <a:lnTo>
                  <a:pt x="392" y="114"/>
                </a:lnTo>
                <a:lnTo>
                  <a:pt x="391" y="114"/>
                </a:lnTo>
                <a:lnTo>
                  <a:pt x="392" y="113"/>
                </a:lnTo>
                <a:lnTo>
                  <a:pt x="393" y="113"/>
                </a:lnTo>
                <a:lnTo>
                  <a:pt x="394" y="112"/>
                </a:lnTo>
                <a:lnTo>
                  <a:pt x="395" y="112"/>
                </a:lnTo>
                <a:lnTo>
                  <a:pt x="395" y="111"/>
                </a:lnTo>
                <a:lnTo>
                  <a:pt x="396" y="110"/>
                </a:lnTo>
                <a:lnTo>
                  <a:pt x="396" y="109"/>
                </a:lnTo>
                <a:lnTo>
                  <a:pt x="396" y="108"/>
                </a:lnTo>
                <a:lnTo>
                  <a:pt x="396" y="107"/>
                </a:lnTo>
                <a:lnTo>
                  <a:pt x="397" y="107"/>
                </a:lnTo>
                <a:lnTo>
                  <a:pt x="397" y="106"/>
                </a:lnTo>
                <a:lnTo>
                  <a:pt x="396" y="106"/>
                </a:lnTo>
                <a:lnTo>
                  <a:pt x="396" y="105"/>
                </a:lnTo>
                <a:lnTo>
                  <a:pt x="395" y="105"/>
                </a:lnTo>
                <a:lnTo>
                  <a:pt x="395" y="104"/>
                </a:lnTo>
                <a:lnTo>
                  <a:pt x="394" y="104"/>
                </a:lnTo>
                <a:lnTo>
                  <a:pt x="393" y="104"/>
                </a:lnTo>
                <a:lnTo>
                  <a:pt x="392" y="104"/>
                </a:lnTo>
                <a:lnTo>
                  <a:pt x="391" y="104"/>
                </a:lnTo>
                <a:lnTo>
                  <a:pt x="391" y="103"/>
                </a:lnTo>
                <a:lnTo>
                  <a:pt x="390" y="103"/>
                </a:lnTo>
                <a:lnTo>
                  <a:pt x="390" y="102"/>
                </a:lnTo>
                <a:lnTo>
                  <a:pt x="389" y="102"/>
                </a:lnTo>
                <a:lnTo>
                  <a:pt x="389" y="101"/>
                </a:lnTo>
                <a:lnTo>
                  <a:pt x="389" y="100"/>
                </a:lnTo>
                <a:lnTo>
                  <a:pt x="389" y="99"/>
                </a:lnTo>
                <a:lnTo>
                  <a:pt x="389" y="98"/>
                </a:lnTo>
                <a:lnTo>
                  <a:pt x="389" y="97"/>
                </a:lnTo>
                <a:lnTo>
                  <a:pt x="390" y="97"/>
                </a:lnTo>
                <a:lnTo>
                  <a:pt x="390" y="96"/>
                </a:lnTo>
                <a:lnTo>
                  <a:pt x="390" y="95"/>
                </a:lnTo>
                <a:lnTo>
                  <a:pt x="391" y="94"/>
                </a:lnTo>
                <a:lnTo>
                  <a:pt x="391" y="93"/>
                </a:lnTo>
                <a:lnTo>
                  <a:pt x="392" y="93"/>
                </a:lnTo>
                <a:lnTo>
                  <a:pt x="392" y="91"/>
                </a:lnTo>
                <a:lnTo>
                  <a:pt x="393" y="91"/>
                </a:lnTo>
                <a:lnTo>
                  <a:pt x="393" y="90"/>
                </a:lnTo>
                <a:lnTo>
                  <a:pt x="393" y="89"/>
                </a:lnTo>
                <a:lnTo>
                  <a:pt x="394" y="89"/>
                </a:lnTo>
                <a:lnTo>
                  <a:pt x="395" y="89"/>
                </a:lnTo>
                <a:lnTo>
                  <a:pt x="396" y="89"/>
                </a:lnTo>
                <a:lnTo>
                  <a:pt x="397" y="89"/>
                </a:lnTo>
                <a:lnTo>
                  <a:pt x="399" y="88"/>
                </a:lnTo>
                <a:lnTo>
                  <a:pt x="400" y="88"/>
                </a:lnTo>
                <a:lnTo>
                  <a:pt x="399" y="87"/>
                </a:lnTo>
                <a:lnTo>
                  <a:pt x="400" y="86"/>
                </a:lnTo>
                <a:lnTo>
                  <a:pt x="400" y="85"/>
                </a:lnTo>
                <a:lnTo>
                  <a:pt x="400" y="84"/>
                </a:lnTo>
                <a:lnTo>
                  <a:pt x="400" y="83"/>
                </a:lnTo>
                <a:lnTo>
                  <a:pt x="400" y="82"/>
                </a:lnTo>
                <a:lnTo>
                  <a:pt x="400" y="81"/>
                </a:lnTo>
                <a:lnTo>
                  <a:pt x="400" y="79"/>
                </a:lnTo>
                <a:lnTo>
                  <a:pt x="399" y="79"/>
                </a:lnTo>
                <a:lnTo>
                  <a:pt x="400" y="78"/>
                </a:lnTo>
                <a:lnTo>
                  <a:pt x="401" y="77"/>
                </a:lnTo>
                <a:lnTo>
                  <a:pt x="402" y="77"/>
                </a:lnTo>
                <a:lnTo>
                  <a:pt x="402" y="78"/>
                </a:lnTo>
                <a:lnTo>
                  <a:pt x="403" y="78"/>
                </a:lnTo>
                <a:lnTo>
                  <a:pt x="404" y="78"/>
                </a:lnTo>
                <a:lnTo>
                  <a:pt x="405" y="78"/>
                </a:lnTo>
                <a:lnTo>
                  <a:pt x="405" y="77"/>
                </a:lnTo>
                <a:lnTo>
                  <a:pt x="405" y="76"/>
                </a:lnTo>
                <a:lnTo>
                  <a:pt x="405" y="75"/>
                </a:lnTo>
                <a:lnTo>
                  <a:pt x="405" y="74"/>
                </a:lnTo>
                <a:lnTo>
                  <a:pt x="405" y="73"/>
                </a:lnTo>
                <a:lnTo>
                  <a:pt x="406" y="73"/>
                </a:lnTo>
                <a:lnTo>
                  <a:pt x="406" y="72"/>
                </a:lnTo>
                <a:lnTo>
                  <a:pt x="406" y="73"/>
                </a:lnTo>
                <a:lnTo>
                  <a:pt x="407" y="73"/>
                </a:lnTo>
                <a:lnTo>
                  <a:pt x="407" y="74"/>
                </a:lnTo>
                <a:lnTo>
                  <a:pt x="408" y="74"/>
                </a:lnTo>
                <a:lnTo>
                  <a:pt x="409" y="75"/>
                </a:lnTo>
                <a:lnTo>
                  <a:pt x="410" y="75"/>
                </a:lnTo>
                <a:lnTo>
                  <a:pt x="410" y="76"/>
                </a:lnTo>
                <a:lnTo>
                  <a:pt x="410" y="77"/>
                </a:lnTo>
                <a:lnTo>
                  <a:pt x="411" y="77"/>
                </a:lnTo>
                <a:lnTo>
                  <a:pt x="412" y="78"/>
                </a:lnTo>
                <a:lnTo>
                  <a:pt x="412" y="79"/>
                </a:lnTo>
                <a:lnTo>
                  <a:pt x="412" y="80"/>
                </a:lnTo>
                <a:lnTo>
                  <a:pt x="411" y="81"/>
                </a:lnTo>
                <a:lnTo>
                  <a:pt x="411" y="82"/>
                </a:lnTo>
                <a:lnTo>
                  <a:pt x="412" y="82"/>
                </a:lnTo>
                <a:lnTo>
                  <a:pt x="412" y="83"/>
                </a:lnTo>
                <a:lnTo>
                  <a:pt x="411" y="83"/>
                </a:lnTo>
                <a:lnTo>
                  <a:pt x="411" y="84"/>
                </a:lnTo>
                <a:lnTo>
                  <a:pt x="412" y="84"/>
                </a:lnTo>
                <a:lnTo>
                  <a:pt x="412" y="85"/>
                </a:lnTo>
                <a:lnTo>
                  <a:pt x="414" y="86"/>
                </a:lnTo>
                <a:lnTo>
                  <a:pt x="414" y="87"/>
                </a:lnTo>
                <a:lnTo>
                  <a:pt x="413" y="88"/>
                </a:lnTo>
                <a:lnTo>
                  <a:pt x="414" y="88"/>
                </a:lnTo>
                <a:lnTo>
                  <a:pt x="414" y="89"/>
                </a:lnTo>
                <a:lnTo>
                  <a:pt x="415" y="89"/>
                </a:lnTo>
                <a:lnTo>
                  <a:pt x="416" y="89"/>
                </a:lnTo>
                <a:lnTo>
                  <a:pt x="415" y="89"/>
                </a:lnTo>
                <a:lnTo>
                  <a:pt x="415" y="90"/>
                </a:lnTo>
                <a:lnTo>
                  <a:pt x="414" y="90"/>
                </a:lnTo>
                <a:lnTo>
                  <a:pt x="413" y="91"/>
                </a:lnTo>
                <a:lnTo>
                  <a:pt x="413" y="92"/>
                </a:lnTo>
                <a:lnTo>
                  <a:pt x="413" y="93"/>
                </a:lnTo>
                <a:lnTo>
                  <a:pt x="412" y="93"/>
                </a:lnTo>
                <a:lnTo>
                  <a:pt x="412" y="94"/>
                </a:lnTo>
                <a:lnTo>
                  <a:pt x="411" y="94"/>
                </a:lnTo>
                <a:lnTo>
                  <a:pt x="410" y="95"/>
                </a:lnTo>
                <a:lnTo>
                  <a:pt x="410" y="96"/>
                </a:lnTo>
                <a:lnTo>
                  <a:pt x="410" y="97"/>
                </a:lnTo>
                <a:lnTo>
                  <a:pt x="409" y="98"/>
                </a:lnTo>
                <a:lnTo>
                  <a:pt x="409" y="99"/>
                </a:lnTo>
                <a:lnTo>
                  <a:pt x="409" y="100"/>
                </a:lnTo>
                <a:lnTo>
                  <a:pt x="409" y="101"/>
                </a:lnTo>
                <a:lnTo>
                  <a:pt x="409" y="102"/>
                </a:lnTo>
                <a:lnTo>
                  <a:pt x="408" y="102"/>
                </a:lnTo>
                <a:lnTo>
                  <a:pt x="407" y="102"/>
                </a:lnTo>
                <a:lnTo>
                  <a:pt x="407" y="103"/>
                </a:lnTo>
                <a:lnTo>
                  <a:pt x="407" y="104"/>
                </a:lnTo>
                <a:lnTo>
                  <a:pt x="406" y="104"/>
                </a:lnTo>
                <a:lnTo>
                  <a:pt x="405" y="104"/>
                </a:lnTo>
                <a:lnTo>
                  <a:pt x="405" y="105"/>
                </a:lnTo>
                <a:lnTo>
                  <a:pt x="405" y="106"/>
                </a:lnTo>
                <a:lnTo>
                  <a:pt x="404" y="106"/>
                </a:lnTo>
                <a:lnTo>
                  <a:pt x="404" y="105"/>
                </a:lnTo>
                <a:lnTo>
                  <a:pt x="403" y="105"/>
                </a:lnTo>
                <a:lnTo>
                  <a:pt x="403" y="106"/>
                </a:lnTo>
                <a:lnTo>
                  <a:pt x="401" y="106"/>
                </a:lnTo>
                <a:lnTo>
                  <a:pt x="400" y="107"/>
                </a:lnTo>
                <a:lnTo>
                  <a:pt x="399" y="107"/>
                </a:lnTo>
                <a:lnTo>
                  <a:pt x="400" y="107"/>
                </a:lnTo>
                <a:lnTo>
                  <a:pt x="400" y="108"/>
                </a:lnTo>
                <a:lnTo>
                  <a:pt x="400" y="109"/>
                </a:lnTo>
                <a:lnTo>
                  <a:pt x="401" y="110"/>
                </a:lnTo>
                <a:lnTo>
                  <a:pt x="401" y="111"/>
                </a:lnTo>
                <a:lnTo>
                  <a:pt x="402" y="110"/>
                </a:lnTo>
                <a:lnTo>
                  <a:pt x="403" y="111"/>
                </a:lnTo>
                <a:lnTo>
                  <a:pt x="403" y="112"/>
                </a:lnTo>
                <a:lnTo>
                  <a:pt x="404" y="112"/>
                </a:lnTo>
                <a:lnTo>
                  <a:pt x="405" y="112"/>
                </a:lnTo>
                <a:lnTo>
                  <a:pt x="405" y="113"/>
                </a:lnTo>
                <a:lnTo>
                  <a:pt x="405" y="114"/>
                </a:lnTo>
                <a:lnTo>
                  <a:pt x="406" y="114"/>
                </a:lnTo>
                <a:lnTo>
                  <a:pt x="406" y="115"/>
                </a:lnTo>
                <a:lnTo>
                  <a:pt x="406" y="116"/>
                </a:lnTo>
                <a:lnTo>
                  <a:pt x="406" y="118"/>
                </a:lnTo>
                <a:lnTo>
                  <a:pt x="406" y="119"/>
                </a:lnTo>
                <a:lnTo>
                  <a:pt x="405" y="120"/>
                </a:lnTo>
                <a:lnTo>
                  <a:pt x="404" y="120"/>
                </a:lnTo>
                <a:lnTo>
                  <a:pt x="404" y="121"/>
                </a:lnTo>
                <a:lnTo>
                  <a:pt x="404" y="122"/>
                </a:lnTo>
                <a:lnTo>
                  <a:pt x="405" y="122"/>
                </a:lnTo>
                <a:lnTo>
                  <a:pt x="406" y="122"/>
                </a:lnTo>
                <a:lnTo>
                  <a:pt x="406" y="123"/>
                </a:lnTo>
                <a:lnTo>
                  <a:pt x="407" y="123"/>
                </a:lnTo>
                <a:lnTo>
                  <a:pt x="408" y="123"/>
                </a:lnTo>
                <a:lnTo>
                  <a:pt x="408" y="124"/>
                </a:lnTo>
                <a:lnTo>
                  <a:pt x="408" y="123"/>
                </a:lnTo>
                <a:lnTo>
                  <a:pt x="409" y="123"/>
                </a:lnTo>
                <a:lnTo>
                  <a:pt x="409" y="122"/>
                </a:lnTo>
                <a:lnTo>
                  <a:pt x="409" y="121"/>
                </a:lnTo>
                <a:lnTo>
                  <a:pt x="410" y="120"/>
                </a:lnTo>
                <a:lnTo>
                  <a:pt x="411" y="120"/>
                </a:lnTo>
                <a:lnTo>
                  <a:pt x="412" y="119"/>
                </a:lnTo>
                <a:lnTo>
                  <a:pt x="413" y="119"/>
                </a:lnTo>
                <a:lnTo>
                  <a:pt x="414" y="118"/>
                </a:lnTo>
                <a:lnTo>
                  <a:pt x="414" y="117"/>
                </a:lnTo>
                <a:lnTo>
                  <a:pt x="414" y="116"/>
                </a:lnTo>
                <a:lnTo>
                  <a:pt x="414" y="115"/>
                </a:lnTo>
                <a:lnTo>
                  <a:pt x="417" y="115"/>
                </a:lnTo>
                <a:lnTo>
                  <a:pt x="418" y="115"/>
                </a:lnTo>
                <a:lnTo>
                  <a:pt x="418" y="114"/>
                </a:lnTo>
                <a:lnTo>
                  <a:pt x="419" y="114"/>
                </a:lnTo>
                <a:lnTo>
                  <a:pt x="420" y="114"/>
                </a:lnTo>
                <a:lnTo>
                  <a:pt x="420" y="113"/>
                </a:lnTo>
                <a:lnTo>
                  <a:pt x="420" y="114"/>
                </a:lnTo>
                <a:lnTo>
                  <a:pt x="421" y="114"/>
                </a:lnTo>
                <a:lnTo>
                  <a:pt x="422" y="114"/>
                </a:lnTo>
                <a:lnTo>
                  <a:pt x="423" y="114"/>
                </a:lnTo>
                <a:lnTo>
                  <a:pt x="424" y="114"/>
                </a:lnTo>
                <a:lnTo>
                  <a:pt x="425" y="114"/>
                </a:lnTo>
                <a:lnTo>
                  <a:pt x="426" y="114"/>
                </a:lnTo>
                <a:lnTo>
                  <a:pt x="427" y="114"/>
                </a:lnTo>
                <a:lnTo>
                  <a:pt x="428" y="114"/>
                </a:lnTo>
                <a:lnTo>
                  <a:pt x="428" y="113"/>
                </a:lnTo>
                <a:lnTo>
                  <a:pt x="429" y="112"/>
                </a:lnTo>
                <a:lnTo>
                  <a:pt x="428" y="112"/>
                </a:lnTo>
                <a:lnTo>
                  <a:pt x="428" y="111"/>
                </a:lnTo>
                <a:lnTo>
                  <a:pt x="429" y="111"/>
                </a:lnTo>
                <a:lnTo>
                  <a:pt x="429" y="110"/>
                </a:lnTo>
                <a:lnTo>
                  <a:pt x="429" y="109"/>
                </a:lnTo>
                <a:lnTo>
                  <a:pt x="430" y="108"/>
                </a:lnTo>
                <a:lnTo>
                  <a:pt x="430" y="107"/>
                </a:lnTo>
                <a:lnTo>
                  <a:pt x="430" y="106"/>
                </a:lnTo>
                <a:lnTo>
                  <a:pt x="430" y="105"/>
                </a:lnTo>
                <a:lnTo>
                  <a:pt x="430" y="104"/>
                </a:lnTo>
                <a:lnTo>
                  <a:pt x="431" y="104"/>
                </a:lnTo>
                <a:lnTo>
                  <a:pt x="431" y="105"/>
                </a:lnTo>
                <a:lnTo>
                  <a:pt x="432" y="106"/>
                </a:lnTo>
                <a:lnTo>
                  <a:pt x="433" y="106"/>
                </a:lnTo>
                <a:lnTo>
                  <a:pt x="433" y="107"/>
                </a:lnTo>
                <a:lnTo>
                  <a:pt x="434" y="107"/>
                </a:lnTo>
                <a:lnTo>
                  <a:pt x="434" y="108"/>
                </a:lnTo>
                <a:lnTo>
                  <a:pt x="434" y="109"/>
                </a:lnTo>
                <a:lnTo>
                  <a:pt x="435" y="109"/>
                </a:lnTo>
                <a:lnTo>
                  <a:pt x="436" y="110"/>
                </a:lnTo>
                <a:lnTo>
                  <a:pt x="437" y="111"/>
                </a:lnTo>
                <a:lnTo>
                  <a:pt x="438" y="111"/>
                </a:lnTo>
                <a:lnTo>
                  <a:pt x="439" y="111"/>
                </a:lnTo>
                <a:lnTo>
                  <a:pt x="440" y="111"/>
                </a:lnTo>
                <a:lnTo>
                  <a:pt x="440" y="110"/>
                </a:lnTo>
                <a:lnTo>
                  <a:pt x="440" y="109"/>
                </a:lnTo>
                <a:lnTo>
                  <a:pt x="440" y="108"/>
                </a:lnTo>
                <a:lnTo>
                  <a:pt x="440" y="107"/>
                </a:lnTo>
                <a:lnTo>
                  <a:pt x="439" y="107"/>
                </a:lnTo>
                <a:lnTo>
                  <a:pt x="440" y="107"/>
                </a:lnTo>
                <a:lnTo>
                  <a:pt x="440" y="106"/>
                </a:lnTo>
                <a:lnTo>
                  <a:pt x="439" y="106"/>
                </a:lnTo>
                <a:lnTo>
                  <a:pt x="439" y="105"/>
                </a:lnTo>
                <a:lnTo>
                  <a:pt x="439" y="104"/>
                </a:lnTo>
                <a:lnTo>
                  <a:pt x="439" y="103"/>
                </a:lnTo>
                <a:lnTo>
                  <a:pt x="438" y="103"/>
                </a:lnTo>
                <a:lnTo>
                  <a:pt x="439" y="103"/>
                </a:lnTo>
                <a:lnTo>
                  <a:pt x="439" y="102"/>
                </a:lnTo>
                <a:lnTo>
                  <a:pt x="437" y="101"/>
                </a:lnTo>
                <a:lnTo>
                  <a:pt x="437" y="100"/>
                </a:lnTo>
                <a:lnTo>
                  <a:pt x="438" y="100"/>
                </a:lnTo>
                <a:lnTo>
                  <a:pt x="439" y="99"/>
                </a:lnTo>
                <a:lnTo>
                  <a:pt x="439" y="98"/>
                </a:lnTo>
                <a:lnTo>
                  <a:pt x="440" y="98"/>
                </a:lnTo>
                <a:lnTo>
                  <a:pt x="440" y="97"/>
                </a:lnTo>
                <a:lnTo>
                  <a:pt x="441" y="97"/>
                </a:lnTo>
                <a:lnTo>
                  <a:pt x="441" y="96"/>
                </a:lnTo>
                <a:lnTo>
                  <a:pt x="441" y="95"/>
                </a:lnTo>
                <a:lnTo>
                  <a:pt x="442" y="94"/>
                </a:lnTo>
                <a:lnTo>
                  <a:pt x="443" y="94"/>
                </a:lnTo>
                <a:lnTo>
                  <a:pt x="444" y="94"/>
                </a:lnTo>
                <a:lnTo>
                  <a:pt x="444" y="93"/>
                </a:lnTo>
                <a:lnTo>
                  <a:pt x="443" y="93"/>
                </a:lnTo>
                <a:lnTo>
                  <a:pt x="444" y="92"/>
                </a:lnTo>
                <a:lnTo>
                  <a:pt x="444" y="91"/>
                </a:lnTo>
                <a:lnTo>
                  <a:pt x="445" y="91"/>
                </a:lnTo>
                <a:lnTo>
                  <a:pt x="445" y="92"/>
                </a:lnTo>
                <a:lnTo>
                  <a:pt x="446" y="93"/>
                </a:lnTo>
                <a:lnTo>
                  <a:pt x="446" y="92"/>
                </a:lnTo>
                <a:lnTo>
                  <a:pt x="447" y="92"/>
                </a:lnTo>
                <a:lnTo>
                  <a:pt x="448" y="93"/>
                </a:lnTo>
                <a:lnTo>
                  <a:pt x="448" y="94"/>
                </a:lnTo>
                <a:lnTo>
                  <a:pt x="449" y="94"/>
                </a:lnTo>
                <a:lnTo>
                  <a:pt x="450" y="93"/>
                </a:lnTo>
                <a:lnTo>
                  <a:pt x="451" y="93"/>
                </a:lnTo>
                <a:lnTo>
                  <a:pt x="451" y="92"/>
                </a:lnTo>
                <a:lnTo>
                  <a:pt x="452" y="92"/>
                </a:lnTo>
                <a:lnTo>
                  <a:pt x="452" y="93"/>
                </a:lnTo>
                <a:lnTo>
                  <a:pt x="452" y="94"/>
                </a:lnTo>
                <a:lnTo>
                  <a:pt x="453" y="94"/>
                </a:lnTo>
                <a:lnTo>
                  <a:pt x="454" y="94"/>
                </a:lnTo>
                <a:lnTo>
                  <a:pt x="454" y="93"/>
                </a:lnTo>
                <a:lnTo>
                  <a:pt x="453" y="93"/>
                </a:lnTo>
                <a:lnTo>
                  <a:pt x="453" y="92"/>
                </a:lnTo>
                <a:lnTo>
                  <a:pt x="454" y="92"/>
                </a:lnTo>
                <a:lnTo>
                  <a:pt x="455" y="92"/>
                </a:lnTo>
                <a:lnTo>
                  <a:pt x="455" y="93"/>
                </a:lnTo>
                <a:lnTo>
                  <a:pt x="456" y="93"/>
                </a:lnTo>
                <a:lnTo>
                  <a:pt x="456" y="92"/>
                </a:lnTo>
                <a:lnTo>
                  <a:pt x="457" y="91"/>
                </a:lnTo>
                <a:lnTo>
                  <a:pt x="457" y="90"/>
                </a:lnTo>
                <a:lnTo>
                  <a:pt x="458" y="90"/>
                </a:lnTo>
                <a:lnTo>
                  <a:pt x="459" y="89"/>
                </a:lnTo>
                <a:lnTo>
                  <a:pt x="460" y="89"/>
                </a:lnTo>
                <a:lnTo>
                  <a:pt x="460" y="88"/>
                </a:lnTo>
                <a:lnTo>
                  <a:pt x="461" y="88"/>
                </a:lnTo>
                <a:lnTo>
                  <a:pt x="462" y="88"/>
                </a:lnTo>
                <a:lnTo>
                  <a:pt x="463" y="88"/>
                </a:lnTo>
                <a:lnTo>
                  <a:pt x="462" y="87"/>
                </a:lnTo>
                <a:lnTo>
                  <a:pt x="461" y="87"/>
                </a:lnTo>
                <a:lnTo>
                  <a:pt x="461" y="86"/>
                </a:lnTo>
                <a:lnTo>
                  <a:pt x="462" y="86"/>
                </a:lnTo>
                <a:lnTo>
                  <a:pt x="463" y="87"/>
                </a:lnTo>
                <a:lnTo>
                  <a:pt x="463" y="88"/>
                </a:lnTo>
                <a:lnTo>
                  <a:pt x="464" y="88"/>
                </a:lnTo>
                <a:lnTo>
                  <a:pt x="464" y="87"/>
                </a:lnTo>
                <a:lnTo>
                  <a:pt x="463" y="87"/>
                </a:lnTo>
                <a:lnTo>
                  <a:pt x="463" y="86"/>
                </a:lnTo>
                <a:lnTo>
                  <a:pt x="462" y="85"/>
                </a:lnTo>
                <a:lnTo>
                  <a:pt x="461" y="85"/>
                </a:lnTo>
                <a:lnTo>
                  <a:pt x="461" y="84"/>
                </a:lnTo>
                <a:lnTo>
                  <a:pt x="462" y="83"/>
                </a:lnTo>
                <a:lnTo>
                  <a:pt x="462" y="82"/>
                </a:lnTo>
                <a:lnTo>
                  <a:pt x="461" y="82"/>
                </a:lnTo>
                <a:lnTo>
                  <a:pt x="461" y="81"/>
                </a:lnTo>
                <a:lnTo>
                  <a:pt x="460" y="80"/>
                </a:lnTo>
                <a:lnTo>
                  <a:pt x="461" y="80"/>
                </a:lnTo>
                <a:lnTo>
                  <a:pt x="462" y="80"/>
                </a:lnTo>
                <a:lnTo>
                  <a:pt x="463" y="80"/>
                </a:lnTo>
                <a:lnTo>
                  <a:pt x="463" y="79"/>
                </a:lnTo>
                <a:lnTo>
                  <a:pt x="463" y="78"/>
                </a:lnTo>
                <a:lnTo>
                  <a:pt x="462" y="78"/>
                </a:lnTo>
                <a:lnTo>
                  <a:pt x="461" y="78"/>
                </a:lnTo>
                <a:lnTo>
                  <a:pt x="461" y="77"/>
                </a:lnTo>
                <a:lnTo>
                  <a:pt x="461" y="76"/>
                </a:lnTo>
                <a:lnTo>
                  <a:pt x="460" y="75"/>
                </a:lnTo>
                <a:lnTo>
                  <a:pt x="459" y="75"/>
                </a:lnTo>
                <a:lnTo>
                  <a:pt x="458" y="75"/>
                </a:lnTo>
                <a:lnTo>
                  <a:pt x="457" y="75"/>
                </a:lnTo>
                <a:lnTo>
                  <a:pt x="457" y="74"/>
                </a:lnTo>
                <a:lnTo>
                  <a:pt x="456" y="74"/>
                </a:lnTo>
                <a:lnTo>
                  <a:pt x="455" y="73"/>
                </a:lnTo>
                <a:lnTo>
                  <a:pt x="454" y="73"/>
                </a:lnTo>
                <a:lnTo>
                  <a:pt x="453" y="73"/>
                </a:lnTo>
                <a:lnTo>
                  <a:pt x="452" y="72"/>
                </a:lnTo>
                <a:lnTo>
                  <a:pt x="451" y="72"/>
                </a:lnTo>
                <a:lnTo>
                  <a:pt x="451" y="71"/>
                </a:lnTo>
                <a:lnTo>
                  <a:pt x="451" y="70"/>
                </a:lnTo>
                <a:lnTo>
                  <a:pt x="451" y="69"/>
                </a:lnTo>
                <a:lnTo>
                  <a:pt x="450" y="69"/>
                </a:lnTo>
                <a:lnTo>
                  <a:pt x="450" y="68"/>
                </a:lnTo>
                <a:lnTo>
                  <a:pt x="449" y="67"/>
                </a:lnTo>
                <a:lnTo>
                  <a:pt x="449" y="66"/>
                </a:lnTo>
                <a:lnTo>
                  <a:pt x="449" y="65"/>
                </a:lnTo>
                <a:lnTo>
                  <a:pt x="449" y="64"/>
                </a:lnTo>
                <a:lnTo>
                  <a:pt x="450" y="62"/>
                </a:lnTo>
                <a:lnTo>
                  <a:pt x="451" y="61"/>
                </a:lnTo>
                <a:lnTo>
                  <a:pt x="451" y="60"/>
                </a:lnTo>
                <a:lnTo>
                  <a:pt x="451" y="59"/>
                </a:lnTo>
                <a:lnTo>
                  <a:pt x="450" y="59"/>
                </a:lnTo>
                <a:lnTo>
                  <a:pt x="449" y="60"/>
                </a:lnTo>
                <a:lnTo>
                  <a:pt x="449" y="61"/>
                </a:lnTo>
                <a:lnTo>
                  <a:pt x="448" y="61"/>
                </a:lnTo>
                <a:lnTo>
                  <a:pt x="448" y="62"/>
                </a:lnTo>
                <a:lnTo>
                  <a:pt x="447" y="62"/>
                </a:lnTo>
                <a:lnTo>
                  <a:pt x="447" y="61"/>
                </a:lnTo>
                <a:lnTo>
                  <a:pt x="446" y="61"/>
                </a:lnTo>
                <a:lnTo>
                  <a:pt x="446" y="60"/>
                </a:lnTo>
                <a:lnTo>
                  <a:pt x="446" y="59"/>
                </a:lnTo>
                <a:lnTo>
                  <a:pt x="447" y="59"/>
                </a:lnTo>
                <a:lnTo>
                  <a:pt x="448" y="58"/>
                </a:lnTo>
                <a:lnTo>
                  <a:pt x="449" y="58"/>
                </a:lnTo>
                <a:lnTo>
                  <a:pt x="449" y="57"/>
                </a:lnTo>
                <a:lnTo>
                  <a:pt x="449" y="56"/>
                </a:lnTo>
                <a:lnTo>
                  <a:pt x="448" y="55"/>
                </a:lnTo>
                <a:lnTo>
                  <a:pt x="447" y="54"/>
                </a:lnTo>
                <a:lnTo>
                  <a:pt x="446" y="54"/>
                </a:lnTo>
                <a:lnTo>
                  <a:pt x="445" y="54"/>
                </a:lnTo>
                <a:lnTo>
                  <a:pt x="444" y="54"/>
                </a:lnTo>
                <a:lnTo>
                  <a:pt x="442" y="54"/>
                </a:lnTo>
                <a:lnTo>
                  <a:pt x="442" y="53"/>
                </a:lnTo>
                <a:lnTo>
                  <a:pt x="442" y="52"/>
                </a:lnTo>
                <a:lnTo>
                  <a:pt x="443" y="51"/>
                </a:lnTo>
                <a:lnTo>
                  <a:pt x="444" y="51"/>
                </a:lnTo>
                <a:lnTo>
                  <a:pt x="444" y="50"/>
                </a:lnTo>
                <a:lnTo>
                  <a:pt x="444" y="49"/>
                </a:lnTo>
                <a:lnTo>
                  <a:pt x="444" y="48"/>
                </a:lnTo>
                <a:lnTo>
                  <a:pt x="443" y="47"/>
                </a:lnTo>
                <a:lnTo>
                  <a:pt x="443" y="46"/>
                </a:lnTo>
                <a:lnTo>
                  <a:pt x="442" y="46"/>
                </a:lnTo>
                <a:lnTo>
                  <a:pt x="441" y="45"/>
                </a:lnTo>
                <a:lnTo>
                  <a:pt x="440" y="44"/>
                </a:lnTo>
                <a:lnTo>
                  <a:pt x="440" y="43"/>
                </a:lnTo>
                <a:lnTo>
                  <a:pt x="439" y="42"/>
                </a:lnTo>
                <a:lnTo>
                  <a:pt x="439" y="41"/>
                </a:lnTo>
                <a:lnTo>
                  <a:pt x="438" y="41"/>
                </a:lnTo>
                <a:lnTo>
                  <a:pt x="438" y="40"/>
                </a:lnTo>
                <a:lnTo>
                  <a:pt x="437" y="39"/>
                </a:lnTo>
                <a:lnTo>
                  <a:pt x="436" y="39"/>
                </a:lnTo>
                <a:lnTo>
                  <a:pt x="436" y="38"/>
                </a:lnTo>
                <a:lnTo>
                  <a:pt x="435" y="37"/>
                </a:lnTo>
                <a:lnTo>
                  <a:pt x="434" y="36"/>
                </a:lnTo>
                <a:lnTo>
                  <a:pt x="433" y="36"/>
                </a:lnTo>
                <a:lnTo>
                  <a:pt x="432" y="36"/>
                </a:lnTo>
                <a:lnTo>
                  <a:pt x="432" y="35"/>
                </a:lnTo>
                <a:lnTo>
                  <a:pt x="433" y="35"/>
                </a:lnTo>
                <a:lnTo>
                  <a:pt x="433" y="34"/>
                </a:lnTo>
                <a:lnTo>
                  <a:pt x="434" y="34"/>
                </a:lnTo>
                <a:lnTo>
                  <a:pt x="435" y="34"/>
                </a:lnTo>
                <a:lnTo>
                  <a:pt x="436" y="34"/>
                </a:lnTo>
                <a:lnTo>
                  <a:pt x="436" y="35"/>
                </a:lnTo>
                <a:lnTo>
                  <a:pt x="437" y="35"/>
                </a:lnTo>
                <a:lnTo>
                  <a:pt x="437" y="34"/>
                </a:lnTo>
                <a:lnTo>
                  <a:pt x="438" y="34"/>
                </a:lnTo>
                <a:lnTo>
                  <a:pt x="438" y="35"/>
                </a:lnTo>
                <a:lnTo>
                  <a:pt x="439" y="35"/>
                </a:lnTo>
                <a:lnTo>
                  <a:pt x="440" y="35"/>
                </a:lnTo>
                <a:lnTo>
                  <a:pt x="440" y="36"/>
                </a:lnTo>
                <a:lnTo>
                  <a:pt x="439" y="36"/>
                </a:lnTo>
                <a:lnTo>
                  <a:pt x="440" y="36"/>
                </a:lnTo>
                <a:lnTo>
                  <a:pt x="442" y="36"/>
                </a:lnTo>
                <a:lnTo>
                  <a:pt x="442" y="35"/>
                </a:lnTo>
                <a:lnTo>
                  <a:pt x="441" y="35"/>
                </a:lnTo>
                <a:lnTo>
                  <a:pt x="442" y="35"/>
                </a:lnTo>
                <a:lnTo>
                  <a:pt x="442" y="34"/>
                </a:lnTo>
                <a:lnTo>
                  <a:pt x="442" y="33"/>
                </a:lnTo>
                <a:lnTo>
                  <a:pt x="443" y="33"/>
                </a:lnTo>
                <a:lnTo>
                  <a:pt x="443" y="34"/>
                </a:lnTo>
                <a:lnTo>
                  <a:pt x="443" y="35"/>
                </a:lnTo>
                <a:lnTo>
                  <a:pt x="444" y="36"/>
                </a:lnTo>
                <a:lnTo>
                  <a:pt x="444" y="35"/>
                </a:lnTo>
                <a:lnTo>
                  <a:pt x="444" y="34"/>
                </a:lnTo>
                <a:lnTo>
                  <a:pt x="444" y="33"/>
                </a:lnTo>
                <a:lnTo>
                  <a:pt x="445" y="33"/>
                </a:lnTo>
                <a:lnTo>
                  <a:pt x="446" y="33"/>
                </a:lnTo>
                <a:lnTo>
                  <a:pt x="446" y="34"/>
                </a:lnTo>
                <a:lnTo>
                  <a:pt x="447" y="34"/>
                </a:lnTo>
                <a:lnTo>
                  <a:pt x="447" y="33"/>
                </a:lnTo>
                <a:lnTo>
                  <a:pt x="448" y="33"/>
                </a:lnTo>
                <a:lnTo>
                  <a:pt x="448" y="32"/>
                </a:lnTo>
                <a:lnTo>
                  <a:pt x="449" y="32"/>
                </a:lnTo>
                <a:lnTo>
                  <a:pt x="449" y="33"/>
                </a:lnTo>
                <a:lnTo>
                  <a:pt x="449" y="34"/>
                </a:lnTo>
                <a:lnTo>
                  <a:pt x="448" y="34"/>
                </a:lnTo>
                <a:lnTo>
                  <a:pt x="448" y="35"/>
                </a:lnTo>
                <a:lnTo>
                  <a:pt x="449" y="35"/>
                </a:lnTo>
                <a:lnTo>
                  <a:pt x="449" y="34"/>
                </a:lnTo>
                <a:lnTo>
                  <a:pt x="450" y="34"/>
                </a:lnTo>
                <a:lnTo>
                  <a:pt x="451" y="34"/>
                </a:lnTo>
                <a:lnTo>
                  <a:pt x="451" y="35"/>
                </a:lnTo>
                <a:lnTo>
                  <a:pt x="452" y="35"/>
                </a:lnTo>
                <a:lnTo>
                  <a:pt x="452" y="34"/>
                </a:lnTo>
                <a:lnTo>
                  <a:pt x="453" y="35"/>
                </a:lnTo>
                <a:lnTo>
                  <a:pt x="454" y="35"/>
                </a:lnTo>
                <a:lnTo>
                  <a:pt x="455" y="35"/>
                </a:lnTo>
                <a:lnTo>
                  <a:pt x="456" y="35"/>
                </a:lnTo>
                <a:lnTo>
                  <a:pt x="456" y="34"/>
                </a:lnTo>
                <a:lnTo>
                  <a:pt x="456" y="32"/>
                </a:lnTo>
                <a:lnTo>
                  <a:pt x="456" y="31"/>
                </a:lnTo>
                <a:lnTo>
                  <a:pt x="456" y="30"/>
                </a:lnTo>
                <a:lnTo>
                  <a:pt x="457" y="29"/>
                </a:lnTo>
                <a:lnTo>
                  <a:pt x="457" y="28"/>
                </a:lnTo>
                <a:lnTo>
                  <a:pt x="458" y="28"/>
                </a:lnTo>
                <a:lnTo>
                  <a:pt x="458" y="27"/>
                </a:lnTo>
                <a:lnTo>
                  <a:pt x="458" y="26"/>
                </a:lnTo>
                <a:lnTo>
                  <a:pt x="459" y="26"/>
                </a:lnTo>
                <a:lnTo>
                  <a:pt x="459" y="25"/>
                </a:lnTo>
                <a:lnTo>
                  <a:pt x="459" y="24"/>
                </a:lnTo>
                <a:lnTo>
                  <a:pt x="460" y="24"/>
                </a:lnTo>
                <a:lnTo>
                  <a:pt x="460" y="23"/>
                </a:lnTo>
                <a:lnTo>
                  <a:pt x="461" y="23"/>
                </a:lnTo>
                <a:lnTo>
                  <a:pt x="462" y="24"/>
                </a:lnTo>
                <a:lnTo>
                  <a:pt x="463" y="24"/>
                </a:lnTo>
                <a:lnTo>
                  <a:pt x="464" y="24"/>
                </a:lnTo>
                <a:lnTo>
                  <a:pt x="465" y="24"/>
                </a:lnTo>
                <a:lnTo>
                  <a:pt x="466" y="24"/>
                </a:lnTo>
                <a:lnTo>
                  <a:pt x="467" y="23"/>
                </a:lnTo>
                <a:lnTo>
                  <a:pt x="468" y="23"/>
                </a:lnTo>
                <a:lnTo>
                  <a:pt x="469" y="23"/>
                </a:lnTo>
                <a:lnTo>
                  <a:pt x="470" y="23"/>
                </a:lnTo>
                <a:lnTo>
                  <a:pt x="471" y="23"/>
                </a:lnTo>
                <a:lnTo>
                  <a:pt x="471" y="22"/>
                </a:lnTo>
                <a:lnTo>
                  <a:pt x="472" y="22"/>
                </a:lnTo>
                <a:lnTo>
                  <a:pt x="473" y="22"/>
                </a:lnTo>
                <a:lnTo>
                  <a:pt x="474" y="22"/>
                </a:lnTo>
                <a:lnTo>
                  <a:pt x="475" y="22"/>
                </a:lnTo>
                <a:lnTo>
                  <a:pt x="476" y="22"/>
                </a:lnTo>
                <a:lnTo>
                  <a:pt x="476" y="23"/>
                </a:lnTo>
                <a:lnTo>
                  <a:pt x="477" y="23"/>
                </a:lnTo>
                <a:lnTo>
                  <a:pt x="478" y="23"/>
                </a:lnTo>
                <a:lnTo>
                  <a:pt x="479" y="23"/>
                </a:lnTo>
                <a:lnTo>
                  <a:pt x="479" y="24"/>
                </a:lnTo>
                <a:lnTo>
                  <a:pt x="480" y="24"/>
                </a:lnTo>
                <a:lnTo>
                  <a:pt x="479" y="24"/>
                </a:lnTo>
                <a:lnTo>
                  <a:pt x="479" y="23"/>
                </a:lnTo>
                <a:lnTo>
                  <a:pt x="480" y="22"/>
                </a:lnTo>
                <a:lnTo>
                  <a:pt x="480" y="23"/>
                </a:lnTo>
                <a:lnTo>
                  <a:pt x="480" y="22"/>
                </a:lnTo>
                <a:lnTo>
                  <a:pt x="480" y="21"/>
                </a:lnTo>
                <a:lnTo>
                  <a:pt x="480" y="20"/>
                </a:lnTo>
                <a:lnTo>
                  <a:pt x="479" y="20"/>
                </a:lnTo>
                <a:lnTo>
                  <a:pt x="478" y="20"/>
                </a:lnTo>
                <a:lnTo>
                  <a:pt x="477" y="19"/>
                </a:lnTo>
                <a:lnTo>
                  <a:pt x="477" y="18"/>
                </a:lnTo>
                <a:lnTo>
                  <a:pt x="476" y="18"/>
                </a:lnTo>
                <a:lnTo>
                  <a:pt x="475" y="18"/>
                </a:lnTo>
                <a:lnTo>
                  <a:pt x="474" y="17"/>
                </a:lnTo>
                <a:lnTo>
                  <a:pt x="474" y="16"/>
                </a:lnTo>
                <a:lnTo>
                  <a:pt x="475" y="16"/>
                </a:lnTo>
                <a:lnTo>
                  <a:pt x="476" y="15"/>
                </a:lnTo>
                <a:lnTo>
                  <a:pt x="477" y="16"/>
                </a:lnTo>
                <a:lnTo>
                  <a:pt x="477" y="15"/>
                </a:lnTo>
                <a:lnTo>
                  <a:pt x="477" y="14"/>
                </a:lnTo>
                <a:lnTo>
                  <a:pt x="478" y="14"/>
                </a:lnTo>
                <a:lnTo>
                  <a:pt x="478" y="15"/>
                </a:lnTo>
                <a:lnTo>
                  <a:pt x="479" y="15"/>
                </a:lnTo>
                <a:lnTo>
                  <a:pt x="479" y="14"/>
                </a:lnTo>
                <a:lnTo>
                  <a:pt x="478" y="14"/>
                </a:lnTo>
                <a:lnTo>
                  <a:pt x="479" y="13"/>
                </a:lnTo>
                <a:lnTo>
                  <a:pt x="480" y="13"/>
                </a:lnTo>
                <a:lnTo>
                  <a:pt x="480" y="12"/>
                </a:lnTo>
                <a:lnTo>
                  <a:pt x="481" y="12"/>
                </a:lnTo>
                <a:lnTo>
                  <a:pt x="482" y="12"/>
                </a:lnTo>
                <a:lnTo>
                  <a:pt x="483" y="12"/>
                </a:lnTo>
                <a:lnTo>
                  <a:pt x="483" y="10"/>
                </a:lnTo>
                <a:lnTo>
                  <a:pt x="484" y="10"/>
                </a:lnTo>
                <a:lnTo>
                  <a:pt x="485" y="10"/>
                </a:lnTo>
                <a:lnTo>
                  <a:pt x="485" y="9"/>
                </a:lnTo>
                <a:lnTo>
                  <a:pt x="486" y="9"/>
                </a:lnTo>
                <a:lnTo>
                  <a:pt x="486" y="8"/>
                </a:lnTo>
                <a:lnTo>
                  <a:pt x="487" y="8"/>
                </a:lnTo>
                <a:lnTo>
                  <a:pt x="488" y="8"/>
                </a:lnTo>
                <a:lnTo>
                  <a:pt x="490" y="8"/>
                </a:lnTo>
                <a:lnTo>
                  <a:pt x="491" y="7"/>
                </a:lnTo>
                <a:lnTo>
                  <a:pt x="491" y="6"/>
                </a:lnTo>
                <a:lnTo>
                  <a:pt x="491" y="5"/>
                </a:lnTo>
                <a:lnTo>
                  <a:pt x="492" y="5"/>
                </a:lnTo>
                <a:lnTo>
                  <a:pt x="492" y="4"/>
                </a:lnTo>
                <a:lnTo>
                  <a:pt x="495" y="4"/>
                </a:lnTo>
                <a:lnTo>
                  <a:pt x="496" y="4"/>
                </a:lnTo>
                <a:lnTo>
                  <a:pt x="497" y="4"/>
                </a:lnTo>
                <a:lnTo>
                  <a:pt x="498" y="3"/>
                </a:lnTo>
                <a:lnTo>
                  <a:pt x="498" y="2"/>
                </a:lnTo>
                <a:lnTo>
                  <a:pt x="498" y="1"/>
                </a:lnTo>
                <a:lnTo>
                  <a:pt x="499" y="0"/>
                </a:lnTo>
                <a:lnTo>
                  <a:pt x="500" y="0"/>
                </a:lnTo>
                <a:lnTo>
                  <a:pt x="502" y="0"/>
                </a:lnTo>
                <a:lnTo>
                  <a:pt x="503" y="0"/>
                </a:lnTo>
                <a:lnTo>
                  <a:pt x="505" y="1"/>
                </a:lnTo>
                <a:lnTo>
                  <a:pt x="506" y="1"/>
                </a:lnTo>
                <a:lnTo>
                  <a:pt x="507" y="2"/>
                </a:lnTo>
                <a:lnTo>
                  <a:pt x="506" y="2"/>
                </a:lnTo>
                <a:lnTo>
                  <a:pt x="506" y="3"/>
                </a:lnTo>
                <a:lnTo>
                  <a:pt x="507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07" name=""/>
          <p:cNvSpPr/>
          <p:nvPr/>
        </p:nvSpPr>
        <p:spPr>
          <a:xfrm>
            <a:off x="6431760" y="4059360"/>
            <a:ext cx="193320" cy="169560"/>
          </a:xfrm>
          <a:custGeom>
            <a:avLst/>
            <a:gdLst/>
            <a:ahLst/>
            <a:rect l="0" t="0" r="r" b="b"/>
            <a:pathLst>
              <a:path w="537" h="471">
                <a:moveTo>
                  <a:pt x="358" y="2"/>
                </a:moveTo>
                <a:lnTo>
                  <a:pt x="358" y="3"/>
                </a:lnTo>
                <a:lnTo>
                  <a:pt x="359" y="3"/>
                </a:lnTo>
                <a:lnTo>
                  <a:pt x="359" y="4"/>
                </a:lnTo>
                <a:lnTo>
                  <a:pt x="359" y="5"/>
                </a:lnTo>
                <a:lnTo>
                  <a:pt x="359" y="6"/>
                </a:lnTo>
                <a:lnTo>
                  <a:pt x="359" y="7"/>
                </a:lnTo>
                <a:lnTo>
                  <a:pt x="360" y="7"/>
                </a:lnTo>
                <a:lnTo>
                  <a:pt x="361" y="7"/>
                </a:lnTo>
                <a:lnTo>
                  <a:pt x="361" y="6"/>
                </a:lnTo>
                <a:lnTo>
                  <a:pt x="361" y="5"/>
                </a:lnTo>
                <a:lnTo>
                  <a:pt x="363" y="5"/>
                </a:lnTo>
                <a:lnTo>
                  <a:pt x="364" y="6"/>
                </a:lnTo>
                <a:lnTo>
                  <a:pt x="365" y="6"/>
                </a:lnTo>
                <a:lnTo>
                  <a:pt x="366" y="6"/>
                </a:lnTo>
                <a:lnTo>
                  <a:pt x="366" y="7"/>
                </a:lnTo>
                <a:lnTo>
                  <a:pt x="367" y="7"/>
                </a:lnTo>
                <a:lnTo>
                  <a:pt x="368" y="8"/>
                </a:lnTo>
                <a:lnTo>
                  <a:pt x="369" y="8"/>
                </a:lnTo>
                <a:lnTo>
                  <a:pt x="370" y="7"/>
                </a:lnTo>
                <a:lnTo>
                  <a:pt x="370" y="6"/>
                </a:lnTo>
                <a:lnTo>
                  <a:pt x="371" y="6"/>
                </a:lnTo>
                <a:lnTo>
                  <a:pt x="372" y="5"/>
                </a:lnTo>
                <a:lnTo>
                  <a:pt x="372" y="4"/>
                </a:lnTo>
                <a:lnTo>
                  <a:pt x="372" y="3"/>
                </a:lnTo>
                <a:lnTo>
                  <a:pt x="373" y="3"/>
                </a:lnTo>
                <a:lnTo>
                  <a:pt x="374" y="2"/>
                </a:lnTo>
                <a:lnTo>
                  <a:pt x="375" y="3"/>
                </a:lnTo>
                <a:lnTo>
                  <a:pt x="376" y="4"/>
                </a:lnTo>
                <a:lnTo>
                  <a:pt x="376" y="5"/>
                </a:lnTo>
                <a:lnTo>
                  <a:pt x="376" y="6"/>
                </a:lnTo>
                <a:lnTo>
                  <a:pt x="377" y="6"/>
                </a:lnTo>
                <a:lnTo>
                  <a:pt x="378" y="6"/>
                </a:lnTo>
                <a:lnTo>
                  <a:pt x="378" y="7"/>
                </a:lnTo>
                <a:lnTo>
                  <a:pt x="379" y="8"/>
                </a:lnTo>
                <a:lnTo>
                  <a:pt x="380" y="8"/>
                </a:lnTo>
                <a:lnTo>
                  <a:pt x="379" y="9"/>
                </a:lnTo>
                <a:lnTo>
                  <a:pt x="379" y="10"/>
                </a:lnTo>
                <a:lnTo>
                  <a:pt x="379" y="11"/>
                </a:lnTo>
                <a:lnTo>
                  <a:pt x="379" y="12"/>
                </a:lnTo>
                <a:lnTo>
                  <a:pt x="378" y="12"/>
                </a:lnTo>
                <a:lnTo>
                  <a:pt x="378" y="13"/>
                </a:lnTo>
                <a:lnTo>
                  <a:pt x="377" y="16"/>
                </a:lnTo>
                <a:lnTo>
                  <a:pt x="377" y="17"/>
                </a:lnTo>
                <a:lnTo>
                  <a:pt x="377" y="18"/>
                </a:lnTo>
                <a:lnTo>
                  <a:pt x="378" y="18"/>
                </a:lnTo>
                <a:lnTo>
                  <a:pt x="379" y="18"/>
                </a:lnTo>
                <a:lnTo>
                  <a:pt x="380" y="18"/>
                </a:lnTo>
                <a:lnTo>
                  <a:pt x="380" y="19"/>
                </a:lnTo>
                <a:lnTo>
                  <a:pt x="381" y="19"/>
                </a:lnTo>
                <a:lnTo>
                  <a:pt x="381" y="20"/>
                </a:lnTo>
                <a:lnTo>
                  <a:pt x="381" y="21"/>
                </a:lnTo>
                <a:lnTo>
                  <a:pt x="381" y="22"/>
                </a:lnTo>
                <a:lnTo>
                  <a:pt x="380" y="22"/>
                </a:lnTo>
                <a:lnTo>
                  <a:pt x="380" y="23"/>
                </a:lnTo>
                <a:lnTo>
                  <a:pt x="380" y="24"/>
                </a:lnTo>
                <a:lnTo>
                  <a:pt x="379" y="24"/>
                </a:lnTo>
                <a:lnTo>
                  <a:pt x="380" y="24"/>
                </a:lnTo>
                <a:lnTo>
                  <a:pt x="381" y="25"/>
                </a:lnTo>
                <a:lnTo>
                  <a:pt x="382" y="25"/>
                </a:lnTo>
                <a:lnTo>
                  <a:pt x="382" y="26"/>
                </a:lnTo>
                <a:lnTo>
                  <a:pt x="383" y="26"/>
                </a:lnTo>
                <a:lnTo>
                  <a:pt x="384" y="26"/>
                </a:lnTo>
                <a:lnTo>
                  <a:pt x="385" y="26"/>
                </a:lnTo>
                <a:lnTo>
                  <a:pt x="385" y="27"/>
                </a:lnTo>
                <a:lnTo>
                  <a:pt x="385" y="26"/>
                </a:lnTo>
                <a:lnTo>
                  <a:pt x="385" y="25"/>
                </a:lnTo>
                <a:lnTo>
                  <a:pt x="385" y="24"/>
                </a:lnTo>
                <a:lnTo>
                  <a:pt x="386" y="24"/>
                </a:lnTo>
                <a:lnTo>
                  <a:pt x="387" y="23"/>
                </a:lnTo>
                <a:lnTo>
                  <a:pt x="386" y="23"/>
                </a:lnTo>
                <a:lnTo>
                  <a:pt x="386" y="22"/>
                </a:lnTo>
                <a:lnTo>
                  <a:pt x="386" y="21"/>
                </a:lnTo>
                <a:lnTo>
                  <a:pt x="387" y="21"/>
                </a:lnTo>
                <a:lnTo>
                  <a:pt x="388" y="21"/>
                </a:lnTo>
                <a:lnTo>
                  <a:pt x="388" y="22"/>
                </a:lnTo>
                <a:lnTo>
                  <a:pt x="388" y="21"/>
                </a:lnTo>
                <a:lnTo>
                  <a:pt x="389" y="21"/>
                </a:lnTo>
                <a:lnTo>
                  <a:pt x="390" y="20"/>
                </a:lnTo>
                <a:lnTo>
                  <a:pt x="390" y="19"/>
                </a:lnTo>
                <a:lnTo>
                  <a:pt x="391" y="18"/>
                </a:lnTo>
                <a:lnTo>
                  <a:pt x="392" y="19"/>
                </a:lnTo>
                <a:lnTo>
                  <a:pt x="395" y="19"/>
                </a:lnTo>
                <a:lnTo>
                  <a:pt x="396" y="19"/>
                </a:lnTo>
                <a:lnTo>
                  <a:pt x="397" y="19"/>
                </a:lnTo>
                <a:lnTo>
                  <a:pt x="399" y="18"/>
                </a:lnTo>
                <a:lnTo>
                  <a:pt x="400" y="18"/>
                </a:lnTo>
                <a:lnTo>
                  <a:pt x="400" y="17"/>
                </a:lnTo>
                <a:lnTo>
                  <a:pt x="401" y="16"/>
                </a:lnTo>
                <a:lnTo>
                  <a:pt x="401" y="15"/>
                </a:lnTo>
                <a:lnTo>
                  <a:pt x="402" y="14"/>
                </a:lnTo>
                <a:lnTo>
                  <a:pt x="403" y="13"/>
                </a:lnTo>
                <a:lnTo>
                  <a:pt x="403" y="14"/>
                </a:lnTo>
                <a:lnTo>
                  <a:pt x="404" y="14"/>
                </a:lnTo>
                <a:lnTo>
                  <a:pt x="405" y="14"/>
                </a:lnTo>
                <a:lnTo>
                  <a:pt x="406" y="14"/>
                </a:lnTo>
                <a:lnTo>
                  <a:pt x="408" y="15"/>
                </a:lnTo>
                <a:lnTo>
                  <a:pt x="409" y="16"/>
                </a:lnTo>
                <a:lnTo>
                  <a:pt x="409" y="17"/>
                </a:lnTo>
                <a:lnTo>
                  <a:pt x="410" y="17"/>
                </a:lnTo>
                <a:lnTo>
                  <a:pt x="411" y="17"/>
                </a:lnTo>
                <a:lnTo>
                  <a:pt x="411" y="16"/>
                </a:lnTo>
                <a:lnTo>
                  <a:pt x="413" y="15"/>
                </a:lnTo>
                <a:lnTo>
                  <a:pt x="414" y="15"/>
                </a:lnTo>
                <a:lnTo>
                  <a:pt x="415" y="15"/>
                </a:lnTo>
                <a:lnTo>
                  <a:pt x="415" y="16"/>
                </a:lnTo>
                <a:lnTo>
                  <a:pt x="415" y="17"/>
                </a:lnTo>
                <a:lnTo>
                  <a:pt x="416" y="17"/>
                </a:lnTo>
                <a:lnTo>
                  <a:pt x="416" y="16"/>
                </a:lnTo>
                <a:lnTo>
                  <a:pt x="417" y="17"/>
                </a:lnTo>
                <a:lnTo>
                  <a:pt x="417" y="18"/>
                </a:lnTo>
                <a:lnTo>
                  <a:pt x="417" y="19"/>
                </a:lnTo>
                <a:lnTo>
                  <a:pt x="418" y="19"/>
                </a:lnTo>
                <a:lnTo>
                  <a:pt x="419" y="19"/>
                </a:lnTo>
                <a:lnTo>
                  <a:pt x="419" y="18"/>
                </a:lnTo>
                <a:lnTo>
                  <a:pt x="420" y="18"/>
                </a:lnTo>
                <a:lnTo>
                  <a:pt x="420" y="17"/>
                </a:lnTo>
                <a:lnTo>
                  <a:pt x="420" y="16"/>
                </a:lnTo>
                <a:lnTo>
                  <a:pt x="420" y="15"/>
                </a:lnTo>
                <a:lnTo>
                  <a:pt x="421" y="15"/>
                </a:lnTo>
                <a:lnTo>
                  <a:pt x="421" y="14"/>
                </a:lnTo>
                <a:lnTo>
                  <a:pt x="421" y="13"/>
                </a:lnTo>
                <a:lnTo>
                  <a:pt x="422" y="13"/>
                </a:lnTo>
                <a:lnTo>
                  <a:pt x="423" y="13"/>
                </a:lnTo>
                <a:lnTo>
                  <a:pt x="424" y="14"/>
                </a:lnTo>
                <a:lnTo>
                  <a:pt x="424" y="15"/>
                </a:lnTo>
                <a:lnTo>
                  <a:pt x="424" y="16"/>
                </a:lnTo>
                <a:lnTo>
                  <a:pt x="424" y="17"/>
                </a:lnTo>
                <a:lnTo>
                  <a:pt x="424" y="18"/>
                </a:lnTo>
                <a:lnTo>
                  <a:pt x="424" y="20"/>
                </a:lnTo>
                <a:lnTo>
                  <a:pt x="425" y="20"/>
                </a:lnTo>
                <a:lnTo>
                  <a:pt x="424" y="21"/>
                </a:lnTo>
                <a:lnTo>
                  <a:pt x="425" y="22"/>
                </a:lnTo>
                <a:lnTo>
                  <a:pt x="425" y="23"/>
                </a:lnTo>
                <a:lnTo>
                  <a:pt x="425" y="25"/>
                </a:lnTo>
                <a:lnTo>
                  <a:pt x="425" y="26"/>
                </a:lnTo>
                <a:lnTo>
                  <a:pt x="426" y="27"/>
                </a:lnTo>
                <a:lnTo>
                  <a:pt x="427" y="27"/>
                </a:lnTo>
                <a:lnTo>
                  <a:pt x="427" y="28"/>
                </a:lnTo>
                <a:lnTo>
                  <a:pt x="428" y="28"/>
                </a:lnTo>
                <a:lnTo>
                  <a:pt x="428" y="29"/>
                </a:lnTo>
                <a:lnTo>
                  <a:pt x="428" y="32"/>
                </a:lnTo>
                <a:lnTo>
                  <a:pt x="429" y="33"/>
                </a:lnTo>
                <a:lnTo>
                  <a:pt x="429" y="34"/>
                </a:lnTo>
                <a:lnTo>
                  <a:pt x="429" y="35"/>
                </a:lnTo>
                <a:lnTo>
                  <a:pt x="429" y="36"/>
                </a:lnTo>
                <a:lnTo>
                  <a:pt x="428" y="36"/>
                </a:lnTo>
                <a:lnTo>
                  <a:pt x="428" y="37"/>
                </a:lnTo>
                <a:lnTo>
                  <a:pt x="428" y="38"/>
                </a:lnTo>
                <a:lnTo>
                  <a:pt x="428" y="39"/>
                </a:lnTo>
                <a:lnTo>
                  <a:pt x="429" y="39"/>
                </a:lnTo>
                <a:lnTo>
                  <a:pt x="429" y="40"/>
                </a:lnTo>
                <a:lnTo>
                  <a:pt x="428" y="41"/>
                </a:lnTo>
                <a:lnTo>
                  <a:pt x="429" y="42"/>
                </a:lnTo>
                <a:lnTo>
                  <a:pt x="431" y="42"/>
                </a:lnTo>
                <a:lnTo>
                  <a:pt x="432" y="42"/>
                </a:lnTo>
                <a:lnTo>
                  <a:pt x="432" y="43"/>
                </a:lnTo>
                <a:lnTo>
                  <a:pt x="432" y="44"/>
                </a:lnTo>
                <a:lnTo>
                  <a:pt x="432" y="45"/>
                </a:lnTo>
                <a:lnTo>
                  <a:pt x="431" y="45"/>
                </a:lnTo>
                <a:lnTo>
                  <a:pt x="431" y="46"/>
                </a:lnTo>
                <a:lnTo>
                  <a:pt x="430" y="46"/>
                </a:lnTo>
                <a:lnTo>
                  <a:pt x="430" y="47"/>
                </a:lnTo>
                <a:lnTo>
                  <a:pt x="429" y="48"/>
                </a:lnTo>
                <a:lnTo>
                  <a:pt x="429" y="49"/>
                </a:lnTo>
                <a:lnTo>
                  <a:pt x="428" y="49"/>
                </a:lnTo>
                <a:lnTo>
                  <a:pt x="428" y="50"/>
                </a:lnTo>
                <a:lnTo>
                  <a:pt x="428" y="52"/>
                </a:lnTo>
                <a:lnTo>
                  <a:pt x="427" y="54"/>
                </a:lnTo>
                <a:lnTo>
                  <a:pt x="427" y="55"/>
                </a:lnTo>
                <a:lnTo>
                  <a:pt x="427" y="56"/>
                </a:lnTo>
                <a:lnTo>
                  <a:pt x="428" y="55"/>
                </a:lnTo>
                <a:lnTo>
                  <a:pt x="429" y="56"/>
                </a:lnTo>
                <a:lnTo>
                  <a:pt x="430" y="57"/>
                </a:lnTo>
                <a:lnTo>
                  <a:pt x="431" y="57"/>
                </a:lnTo>
                <a:lnTo>
                  <a:pt x="432" y="58"/>
                </a:lnTo>
                <a:lnTo>
                  <a:pt x="433" y="58"/>
                </a:lnTo>
                <a:lnTo>
                  <a:pt x="434" y="59"/>
                </a:lnTo>
                <a:lnTo>
                  <a:pt x="435" y="59"/>
                </a:lnTo>
                <a:lnTo>
                  <a:pt x="436" y="59"/>
                </a:lnTo>
                <a:lnTo>
                  <a:pt x="437" y="60"/>
                </a:lnTo>
                <a:lnTo>
                  <a:pt x="438" y="60"/>
                </a:lnTo>
                <a:lnTo>
                  <a:pt x="439" y="60"/>
                </a:lnTo>
                <a:lnTo>
                  <a:pt x="440" y="60"/>
                </a:lnTo>
                <a:lnTo>
                  <a:pt x="441" y="60"/>
                </a:lnTo>
                <a:lnTo>
                  <a:pt x="442" y="60"/>
                </a:lnTo>
                <a:lnTo>
                  <a:pt x="442" y="59"/>
                </a:lnTo>
                <a:lnTo>
                  <a:pt x="443" y="59"/>
                </a:lnTo>
                <a:lnTo>
                  <a:pt x="444" y="59"/>
                </a:lnTo>
                <a:lnTo>
                  <a:pt x="444" y="58"/>
                </a:lnTo>
                <a:lnTo>
                  <a:pt x="445" y="58"/>
                </a:lnTo>
                <a:lnTo>
                  <a:pt x="446" y="58"/>
                </a:lnTo>
                <a:lnTo>
                  <a:pt x="447" y="58"/>
                </a:lnTo>
                <a:lnTo>
                  <a:pt x="447" y="57"/>
                </a:lnTo>
                <a:lnTo>
                  <a:pt x="448" y="57"/>
                </a:lnTo>
                <a:lnTo>
                  <a:pt x="449" y="57"/>
                </a:lnTo>
                <a:lnTo>
                  <a:pt x="450" y="58"/>
                </a:lnTo>
                <a:lnTo>
                  <a:pt x="449" y="58"/>
                </a:lnTo>
                <a:lnTo>
                  <a:pt x="449" y="59"/>
                </a:lnTo>
                <a:lnTo>
                  <a:pt x="450" y="59"/>
                </a:lnTo>
                <a:lnTo>
                  <a:pt x="451" y="59"/>
                </a:lnTo>
                <a:lnTo>
                  <a:pt x="451" y="60"/>
                </a:lnTo>
                <a:lnTo>
                  <a:pt x="452" y="60"/>
                </a:lnTo>
                <a:lnTo>
                  <a:pt x="452" y="59"/>
                </a:lnTo>
                <a:lnTo>
                  <a:pt x="453" y="59"/>
                </a:lnTo>
                <a:lnTo>
                  <a:pt x="454" y="59"/>
                </a:lnTo>
                <a:lnTo>
                  <a:pt x="454" y="60"/>
                </a:lnTo>
                <a:lnTo>
                  <a:pt x="454" y="61"/>
                </a:lnTo>
                <a:lnTo>
                  <a:pt x="453" y="62"/>
                </a:lnTo>
                <a:lnTo>
                  <a:pt x="452" y="63"/>
                </a:lnTo>
                <a:lnTo>
                  <a:pt x="451" y="64"/>
                </a:lnTo>
                <a:lnTo>
                  <a:pt x="451" y="65"/>
                </a:lnTo>
                <a:lnTo>
                  <a:pt x="451" y="67"/>
                </a:lnTo>
                <a:lnTo>
                  <a:pt x="452" y="68"/>
                </a:lnTo>
                <a:lnTo>
                  <a:pt x="452" y="69"/>
                </a:lnTo>
                <a:lnTo>
                  <a:pt x="450" y="69"/>
                </a:lnTo>
                <a:lnTo>
                  <a:pt x="449" y="70"/>
                </a:lnTo>
                <a:lnTo>
                  <a:pt x="448" y="70"/>
                </a:lnTo>
                <a:lnTo>
                  <a:pt x="448" y="71"/>
                </a:lnTo>
                <a:lnTo>
                  <a:pt x="449" y="72"/>
                </a:lnTo>
                <a:lnTo>
                  <a:pt x="449" y="73"/>
                </a:lnTo>
                <a:lnTo>
                  <a:pt x="449" y="74"/>
                </a:lnTo>
                <a:lnTo>
                  <a:pt x="450" y="76"/>
                </a:lnTo>
                <a:lnTo>
                  <a:pt x="450" y="77"/>
                </a:lnTo>
                <a:lnTo>
                  <a:pt x="450" y="78"/>
                </a:lnTo>
                <a:lnTo>
                  <a:pt x="451" y="78"/>
                </a:lnTo>
                <a:lnTo>
                  <a:pt x="451" y="79"/>
                </a:lnTo>
                <a:lnTo>
                  <a:pt x="452" y="80"/>
                </a:lnTo>
                <a:lnTo>
                  <a:pt x="451" y="81"/>
                </a:lnTo>
                <a:lnTo>
                  <a:pt x="452" y="81"/>
                </a:lnTo>
                <a:lnTo>
                  <a:pt x="452" y="82"/>
                </a:lnTo>
                <a:lnTo>
                  <a:pt x="451" y="83"/>
                </a:lnTo>
                <a:lnTo>
                  <a:pt x="450" y="83"/>
                </a:lnTo>
                <a:lnTo>
                  <a:pt x="449" y="83"/>
                </a:lnTo>
                <a:lnTo>
                  <a:pt x="449" y="84"/>
                </a:lnTo>
                <a:lnTo>
                  <a:pt x="449" y="85"/>
                </a:lnTo>
                <a:lnTo>
                  <a:pt x="449" y="87"/>
                </a:lnTo>
                <a:lnTo>
                  <a:pt x="449" y="88"/>
                </a:lnTo>
                <a:lnTo>
                  <a:pt x="449" y="89"/>
                </a:lnTo>
                <a:lnTo>
                  <a:pt x="450" y="89"/>
                </a:lnTo>
                <a:lnTo>
                  <a:pt x="451" y="90"/>
                </a:lnTo>
                <a:lnTo>
                  <a:pt x="452" y="91"/>
                </a:lnTo>
                <a:lnTo>
                  <a:pt x="454" y="90"/>
                </a:lnTo>
                <a:lnTo>
                  <a:pt x="455" y="91"/>
                </a:lnTo>
                <a:lnTo>
                  <a:pt x="455" y="90"/>
                </a:lnTo>
                <a:lnTo>
                  <a:pt x="456" y="90"/>
                </a:lnTo>
                <a:lnTo>
                  <a:pt x="457" y="90"/>
                </a:lnTo>
                <a:lnTo>
                  <a:pt x="458" y="89"/>
                </a:lnTo>
                <a:lnTo>
                  <a:pt x="457" y="88"/>
                </a:lnTo>
                <a:lnTo>
                  <a:pt x="456" y="88"/>
                </a:lnTo>
                <a:lnTo>
                  <a:pt x="456" y="89"/>
                </a:lnTo>
                <a:lnTo>
                  <a:pt x="456" y="88"/>
                </a:lnTo>
                <a:lnTo>
                  <a:pt x="456" y="87"/>
                </a:lnTo>
                <a:lnTo>
                  <a:pt x="456" y="86"/>
                </a:lnTo>
                <a:lnTo>
                  <a:pt x="457" y="85"/>
                </a:lnTo>
                <a:lnTo>
                  <a:pt x="458" y="84"/>
                </a:lnTo>
                <a:lnTo>
                  <a:pt x="459" y="84"/>
                </a:lnTo>
                <a:lnTo>
                  <a:pt x="460" y="84"/>
                </a:lnTo>
                <a:lnTo>
                  <a:pt x="460" y="83"/>
                </a:lnTo>
                <a:lnTo>
                  <a:pt x="459" y="83"/>
                </a:lnTo>
                <a:lnTo>
                  <a:pt x="459" y="82"/>
                </a:lnTo>
                <a:lnTo>
                  <a:pt x="459" y="81"/>
                </a:lnTo>
                <a:lnTo>
                  <a:pt x="458" y="81"/>
                </a:lnTo>
                <a:lnTo>
                  <a:pt x="457" y="81"/>
                </a:lnTo>
                <a:lnTo>
                  <a:pt x="457" y="80"/>
                </a:lnTo>
                <a:lnTo>
                  <a:pt x="457" y="79"/>
                </a:lnTo>
                <a:lnTo>
                  <a:pt x="456" y="79"/>
                </a:lnTo>
                <a:lnTo>
                  <a:pt x="455" y="78"/>
                </a:lnTo>
                <a:lnTo>
                  <a:pt x="454" y="78"/>
                </a:lnTo>
                <a:lnTo>
                  <a:pt x="455" y="76"/>
                </a:lnTo>
                <a:lnTo>
                  <a:pt x="456" y="76"/>
                </a:lnTo>
                <a:lnTo>
                  <a:pt x="457" y="76"/>
                </a:lnTo>
                <a:lnTo>
                  <a:pt x="458" y="76"/>
                </a:lnTo>
                <a:lnTo>
                  <a:pt x="458" y="75"/>
                </a:lnTo>
                <a:lnTo>
                  <a:pt x="459" y="75"/>
                </a:lnTo>
                <a:lnTo>
                  <a:pt x="460" y="75"/>
                </a:lnTo>
                <a:lnTo>
                  <a:pt x="460" y="74"/>
                </a:lnTo>
                <a:lnTo>
                  <a:pt x="460" y="73"/>
                </a:lnTo>
                <a:lnTo>
                  <a:pt x="461" y="73"/>
                </a:lnTo>
                <a:lnTo>
                  <a:pt x="461" y="74"/>
                </a:lnTo>
                <a:lnTo>
                  <a:pt x="462" y="74"/>
                </a:lnTo>
                <a:lnTo>
                  <a:pt x="462" y="75"/>
                </a:lnTo>
                <a:lnTo>
                  <a:pt x="462" y="76"/>
                </a:lnTo>
                <a:lnTo>
                  <a:pt x="463" y="77"/>
                </a:lnTo>
                <a:lnTo>
                  <a:pt x="464" y="78"/>
                </a:lnTo>
                <a:lnTo>
                  <a:pt x="464" y="79"/>
                </a:lnTo>
                <a:lnTo>
                  <a:pt x="465" y="79"/>
                </a:lnTo>
                <a:lnTo>
                  <a:pt x="466" y="79"/>
                </a:lnTo>
                <a:lnTo>
                  <a:pt x="467" y="80"/>
                </a:lnTo>
                <a:lnTo>
                  <a:pt x="467" y="81"/>
                </a:lnTo>
                <a:lnTo>
                  <a:pt x="466" y="82"/>
                </a:lnTo>
                <a:lnTo>
                  <a:pt x="466" y="83"/>
                </a:lnTo>
                <a:lnTo>
                  <a:pt x="465" y="84"/>
                </a:lnTo>
                <a:lnTo>
                  <a:pt x="465" y="85"/>
                </a:lnTo>
                <a:lnTo>
                  <a:pt x="466" y="86"/>
                </a:lnTo>
                <a:lnTo>
                  <a:pt x="467" y="86"/>
                </a:lnTo>
                <a:lnTo>
                  <a:pt x="467" y="85"/>
                </a:lnTo>
                <a:lnTo>
                  <a:pt x="467" y="86"/>
                </a:lnTo>
                <a:lnTo>
                  <a:pt x="467" y="87"/>
                </a:lnTo>
                <a:lnTo>
                  <a:pt x="467" y="88"/>
                </a:lnTo>
                <a:lnTo>
                  <a:pt x="467" y="90"/>
                </a:lnTo>
                <a:lnTo>
                  <a:pt x="466" y="90"/>
                </a:lnTo>
                <a:lnTo>
                  <a:pt x="465" y="91"/>
                </a:lnTo>
                <a:lnTo>
                  <a:pt x="465" y="92"/>
                </a:lnTo>
                <a:lnTo>
                  <a:pt x="466" y="92"/>
                </a:lnTo>
                <a:lnTo>
                  <a:pt x="466" y="93"/>
                </a:lnTo>
                <a:lnTo>
                  <a:pt x="465" y="94"/>
                </a:lnTo>
                <a:lnTo>
                  <a:pt x="465" y="93"/>
                </a:lnTo>
                <a:lnTo>
                  <a:pt x="464" y="94"/>
                </a:lnTo>
                <a:lnTo>
                  <a:pt x="463" y="94"/>
                </a:lnTo>
                <a:lnTo>
                  <a:pt x="463" y="95"/>
                </a:lnTo>
                <a:lnTo>
                  <a:pt x="462" y="96"/>
                </a:lnTo>
                <a:lnTo>
                  <a:pt x="462" y="98"/>
                </a:lnTo>
                <a:lnTo>
                  <a:pt x="463" y="99"/>
                </a:lnTo>
                <a:lnTo>
                  <a:pt x="463" y="101"/>
                </a:lnTo>
                <a:lnTo>
                  <a:pt x="464" y="101"/>
                </a:lnTo>
                <a:lnTo>
                  <a:pt x="465" y="102"/>
                </a:lnTo>
                <a:lnTo>
                  <a:pt x="465" y="103"/>
                </a:lnTo>
                <a:lnTo>
                  <a:pt x="465" y="105"/>
                </a:lnTo>
                <a:lnTo>
                  <a:pt x="466" y="104"/>
                </a:lnTo>
                <a:lnTo>
                  <a:pt x="466" y="103"/>
                </a:lnTo>
                <a:lnTo>
                  <a:pt x="466" y="102"/>
                </a:lnTo>
                <a:lnTo>
                  <a:pt x="467" y="102"/>
                </a:lnTo>
                <a:lnTo>
                  <a:pt x="468" y="102"/>
                </a:lnTo>
                <a:lnTo>
                  <a:pt x="469" y="101"/>
                </a:lnTo>
                <a:lnTo>
                  <a:pt x="469" y="100"/>
                </a:lnTo>
                <a:lnTo>
                  <a:pt x="470" y="100"/>
                </a:lnTo>
                <a:lnTo>
                  <a:pt x="470" y="99"/>
                </a:lnTo>
                <a:lnTo>
                  <a:pt x="471" y="99"/>
                </a:lnTo>
                <a:lnTo>
                  <a:pt x="471" y="100"/>
                </a:lnTo>
                <a:lnTo>
                  <a:pt x="471" y="101"/>
                </a:lnTo>
                <a:lnTo>
                  <a:pt x="472" y="102"/>
                </a:lnTo>
                <a:lnTo>
                  <a:pt x="472" y="103"/>
                </a:lnTo>
                <a:lnTo>
                  <a:pt x="473" y="104"/>
                </a:lnTo>
                <a:lnTo>
                  <a:pt x="474" y="104"/>
                </a:lnTo>
                <a:lnTo>
                  <a:pt x="474" y="103"/>
                </a:lnTo>
                <a:lnTo>
                  <a:pt x="475" y="103"/>
                </a:lnTo>
                <a:lnTo>
                  <a:pt x="477" y="102"/>
                </a:lnTo>
                <a:lnTo>
                  <a:pt x="478" y="102"/>
                </a:lnTo>
                <a:lnTo>
                  <a:pt x="479" y="102"/>
                </a:lnTo>
                <a:lnTo>
                  <a:pt x="480" y="102"/>
                </a:lnTo>
                <a:lnTo>
                  <a:pt x="480" y="103"/>
                </a:lnTo>
                <a:lnTo>
                  <a:pt x="481" y="103"/>
                </a:lnTo>
                <a:lnTo>
                  <a:pt x="481" y="104"/>
                </a:lnTo>
                <a:lnTo>
                  <a:pt x="480" y="104"/>
                </a:lnTo>
                <a:lnTo>
                  <a:pt x="480" y="105"/>
                </a:lnTo>
                <a:lnTo>
                  <a:pt x="481" y="105"/>
                </a:lnTo>
                <a:lnTo>
                  <a:pt x="483" y="106"/>
                </a:lnTo>
                <a:lnTo>
                  <a:pt x="484" y="106"/>
                </a:lnTo>
                <a:lnTo>
                  <a:pt x="484" y="107"/>
                </a:lnTo>
                <a:lnTo>
                  <a:pt x="485" y="107"/>
                </a:lnTo>
                <a:lnTo>
                  <a:pt x="485" y="108"/>
                </a:lnTo>
                <a:lnTo>
                  <a:pt x="486" y="108"/>
                </a:lnTo>
                <a:lnTo>
                  <a:pt x="487" y="108"/>
                </a:lnTo>
                <a:lnTo>
                  <a:pt x="488" y="107"/>
                </a:lnTo>
                <a:lnTo>
                  <a:pt x="488" y="106"/>
                </a:lnTo>
                <a:lnTo>
                  <a:pt x="488" y="105"/>
                </a:lnTo>
                <a:lnTo>
                  <a:pt x="488" y="104"/>
                </a:lnTo>
                <a:lnTo>
                  <a:pt x="489" y="103"/>
                </a:lnTo>
                <a:lnTo>
                  <a:pt x="489" y="102"/>
                </a:lnTo>
                <a:lnTo>
                  <a:pt x="490" y="102"/>
                </a:lnTo>
                <a:lnTo>
                  <a:pt x="491" y="103"/>
                </a:lnTo>
                <a:lnTo>
                  <a:pt x="490" y="104"/>
                </a:lnTo>
                <a:lnTo>
                  <a:pt x="491" y="104"/>
                </a:lnTo>
                <a:lnTo>
                  <a:pt x="492" y="104"/>
                </a:lnTo>
                <a:lnTo>
                  <a:pt x="493" y="105"/>
                </a:lnTo>
                <a:lnTo>
                  <a:pt x="494" y="106"/>
                </a:lnTo>
                <a:lnTo>
                  <a:pt x="495" y="105"/>
                </a:lnTo>
                <a:lnTo>
                  <a:pt x="495" y="104"/>
                </a:lnTo>
                <a:lnTo>
                  <a:pt x="496" y="104"/>
                </a:lnTo>
                <a:lnTo>
                  <a:pt x="496" y="103"/>
                </a:lnTo>
                <a:lnTo>
                  <a:pt x="496" y="102"/>
                </a:lnTo>
                <a:lnTo>
                  <a:pt x="495" y="102"/>
                </a:lnTo>
                <a:lnTo>
                  <a:pt x="495" y="101"/>
                </a:lnTo>
                <a:lnTo>
                  <a:pt x="494" y="100"/>
                </a:lnTo>
                <a:lnTo>
                  <a:pt x="494" y="99"/>
                </a:lnTo>
                <a:lnTo>
                  <a:pt x="494" y="98"/>
                </a:lnTo>
                <a:lnTo>
                  <a:pt x="495" y="98"/>
                </a:lnTo>
                <a:lnTo>
                  <a:pt x="496" y="97"/>
                </a:lnTo>
                <a:lnTo>
                  <a:pt x="497" y="97"/>
                </a:lnTo>
                <a:lnTo>
                  <a:pt x="497" y="96"/>
                </a:lnTo>
                <a:lnTo>
                  <a:pt x="498" y="96"/>
                </a:lnTo>
                <a:lnTo>
                  <a:pt x="498" y="95"/>
                </a:lnTo>
                <a:lnTo>
                  <a:pt x="497" y="95"/>
                </a:lnTo>
                <a:lnTo>
                  <a:pt x="498" y="94"/>
                </a:lnTo>
                <a:lnTo>
                  <a:pt x="498" y="93"/>
                </a:lnTo>
                <a:lnTo>
                  <a:pt x="499" y="92"/>
                </a:lnTo>
                <a:lnTo>
                  <a:pt x="499" y="91"/>
                </a:lnTo>
                <a:lnTo>
                  <a:pt x="499" y="90"/>
                </a:lnTo>
                <a:lnTo>
                  <a:pt x="500" y="90"/>
                </a:lnTo>
                <a:lnTo>
                  <a:pt x="500" y="89"/>
                </a:lnTo>
                <a:lnTo>
                  <a:pt x="500" y="88"/>
                </a:lnTo>
                <a:lnTo>
                  <a:pt x="499" y="88"/>
                </a:lnTo>
                <a:lnTo>
                  <a:pt x="500" y="87"/>
                </a:lnTo>
                <a:lnTo>
                  <a:pt x="500" y="86"/>
                </a:lnTo>
                <a:lnTo>
                  <a:pt x="501" y="84"/>
                </a:lnTo>
                <a:lnTo>
                  <a:pt x="500" y="84"/>
                </a:lnTo>
                <a:lnTo>
                  <a:pt x="501" y="84"/>
                </a:lnTo>
                <a:lnTo>
                  <a:pt x="501" y="83"/>
                </a:lnTo>
                <a:lnTo>
                  <a:pt x="500" y="83"/>
                </a:lnTo>
                <a:lnTo>
                  <a:pt x="500" y="82"/>
                </a:lnTo>
                <a:lnTo>
                  <a:pt x="501" y="82"/>
                </a:lnTo>
                <a:lnTo>
                  <a:pt x="502" y="82"/>
                </a:lnTo>
                <a:lnTo>
                  <a:pt x="502" y="81"/>
                </a:lnTo>
                <a:lnTo>
                  <a:pt x="502" y="80"/>
                </a:lnTo>
                <a:lnTo>
                  <a:pt x="503" y="80"/>
                </a:lnTo>
                <a:lnTo>
                  <a:pt x="503" y="79"/>
                </a:lnTo>
                <a:lnTo>
                  <a:pt x="502" y="79"/>
                </a:lnTo>
                <a:lnTo>
                  <a:pt x="503" y="79"/>
                </a:lnTo>
                <a:lnTo>
                  <a:pt x="503" y="78"/>
                </a:lnTo>
                <a:lnTo>
                  <a:pt x="504" y="78"/>
                </a:lnTo>
                <a:lnTo>
                  <a:pt x="504" y="77"/>
                </a:lnTo>
                <a:lnTo>
                  <a:pt x="504" y="76"/>
                </a:lnTo>
                <a:lnTo>
                  <a:pt x="505" y="76"/>
                </a:lnTo>
                <a:lnTo>
                  <a:pt x="506" y="76"/>
                </a:lnTo>
                <a:lnTo>
                  <a:pt x="506" y="75"/>
                </a:lnTo>
                <a:lnTo>
                  <a:pt x="507" y="76"/>
                </a:lnTo>
                <a:lnTo>
                  <a:pt x="508" y="76"/>
                </a:lnTo>
                <a:lnTo>
                  <a:pt x="509" y="75"/>
                </a:lnTo>
                <a:lnTo>
                  <a:pt x="510" y="75"/>
                </a:lnTo>
                <a:lnTo>
                  <a:pt x="510" y="74"/>
                </a:lnTo>
                <a:lnTo>
                  <a:pt x="511" y="74"/>
                </a:lnTo>
                <a:lnTo>
                  <a:pt x="511" y="75"/>
                </a:lnTo>
                <a:lnTo>
                  <a:pt x="510" y="77"/>
                </a:lnTo>
                <a:lnTo>
                  <a:pt x="510" y="78"/>
                </a:lnTo>
                <a:lnTo>
                  <a:pt x="510" y="79"/>
                </a:lnTo>
                <a:lnTo>
                  <a:pt x="510" y="80"/>
                </a:lnTo>
                <a:lnTo>
                  <a:pt x="510" y="81"/>
                </a:lnTo>
                <a:lnTo>
                  <a:pt x="510" y="83"/>
                </a:lnTo>
                <a:lnTo>
                  <a:pt x="511" y="83"/>
                </a:lnTo>
                <a:lnTo>
                  <a:pt x="511" y="84"/>
                </a:lnTo>
                <a:lnTo>
                  <a:pt x="511" y="85"/>
                </a:lnTo>
                <a:lnTo>
                  <a:pt x="512" y="85"/>
                </a:lnTo>
                <a:lnTo>
                  <a:pt x="512" y="86"/>
                </a:lnTo>
                <a:lnTo>
                  <a:pt x="513" y="86"/>
                </a:lnTo>
                <a:lnTo>
                  <a:pt x="513" y="87"/>
                </a:lnTo>
                <a:lnTo>
                  <a:pt x="512" y="88"/>
                </a:lnTo>
                <a:lnTo>
                  <a:pt x="512" y="89"/>
                </a:lnTo>
                <a:lnTo>
                  <a:pt x="511" y="89"/>
                </a:lnTo>
                <a:lnTo>
                  <a:pt x="511" y="90"/>
                </a:lnTo>
                <a:lnTo>
                  <a:pt x="511" y="91"/>
                </a:lnTo>
                <a:lnTo>
                  <a:pt x="511" y="92"/>
                </a:lnTo>
                <a:lnTo>
                  <a:pt x="511" y="93"/>
                </a:lnTo>
                <a:lnTo>
                  <a:pt x="512" y="93"/>
                </a:lnTo>
                <a:lnTo>
                  <a:pt x="513" y="93"/>
                </a:lnTo>
                <a:lnTo>
                  <a:pt x="513" y="94"/>
                </a:lnTo>
                <a:lnTo>
                  <a:pt x="514" y="95"/>
                </a:lnTo>
                <a:lnTo>
                  <a:pt x="513" y="96"/>
                </a:lnTo>
                <a:lnTo>
                  <a:pt x="514" y="96"/>
                </a:lnTo>
                <a:lnTo>
                  <a:pt x="514" y="97"/>
                </a:lnTo>
                <a:lnTo>
                  <a:pt x="515" y="97"/>
                </a:lnTo>
                <a:lnTo>
                  <a:pt x="515" y="96"/>
                </a:lnTo>
                <a:lnTo>
                  <a:pt x="516" y="95"/>
                </a:lnTo>
                <a:lnTo>
                  <a:pt x="517" y="95"/>
                </a:lnTo>
                <a:lnTo>
                  <a:pt x="517" y="94"/>
                </a:lnTo>
                <a:lnTo>
                  <a:pt x="518" y="94"/>
                </a:lnTo>
                <a:lnTo>
                  <a:pt x="518" y="95"/>
                </a:lnTo>
                <a:lnTo>
                  <a:pt x="519" y="95"/>
                </a:lnTo>
                <a:lnTo>
                  <a:pt x="519" y="96"/>
                </a:lnTo>
                <a:lnTo>
                  <a:pt x="519" y="97"/>
                </a:lnTo>
                <a:lnTo>
                  <a:pt x="518" y="97"/>
                </a:lnTo>
                <a:lnTo>
                  <a:pt x="518" y="98"/>
                </a:lnTo>
                <a:lnTo>
                  <a:pt x="519" y="97"/>
                </a:lnTo>
                <a:lnTo>
                  <a:pt x="519" y="98"/>
                </a:lnTo>
                <a:lnTo>
                  <a:pt x="519" y="97"/>
                </a:lnTo>
                <a:lnTo>
                  <a:pt x="520" y="97"/>
                </a:lnTo>
                <a:lnTo>
                  <a:pt x="520" y="96"/>
                </a:lnTo>
                <a:lnTo>
                  <a:pt x="521" y="96"/>
                </a:lnTo>
                <a:lnTo>
                  <a:pt x="521" y="97"/>
                </a:lnTo>
                <a:lnTo>
                  <a:pt x="522" y="97"/>
                </a:lnTo>
                <a:lnTo>
                  <a:pt x="523" y="97"/>
                </a:lnTo>
                <a:lnTo>
                  <a:pt x="522" y="97"/>
                </a:lnTo>
                <a:lnTo>
                  <a:pt x="521" y="98"/>
                </a:lnTo>
                <a:lnTo>
                  <a:pt x="520" y="98"/>
                </a:lnTo>
                <a:lnTo>
                  <a:pt x="520" y="99"/>
                </a:lnTo>
                <a:lnTo>
                  <a:pt x="520" y="100"/>
                </a:lnTo>
                <a:lnTo>
                  <a:pt x="519" y="100"/>
                </a:lnTo>
                <a:lnTo>
                  <a:pt x="519" y="101"/>
                </a:lnTo>
                <a:lnTo>
                  <a:pt x="519" y="102"/>
                </a:lnTo>
                <a:lnTo>
                  <a:pt x="518" y="103"/>
                </a:lnTo>
                <a:lnTo>
                  <a:pt x="518" y="104"/>
                </a:lnTo>
                <a:lnTo>
                  <a:pt x="518" y="105"/>
                </a:lnTo>
                <a:lnTo>
                  <a:pt x="517" y="106"/>
                </a:lnTo>
                <a:lnTo>
                  <a:pt x="518" y="107"/>
                </a:lnTo>
                <a:lnTo>
                  <a:pt x="518" y="108"/>
                </a:lnTo>
                <a:lnTo>
                  <a:pt x="517" y="108"/>
                </a:lnTo>
                <a:lnTo>
                  <a:pt x="517" y="109"/>
                </a:lnTo>
                <a:lnTo>
                  <a:pt x="517" y="110"/>
                </a:lnTo>
                <a:lnTo>
                  <a:pt x="517" y="111"/>
                </a:lnTo>
                <a:lnTo>
                  <a:pt x="516" y="111"/>
                </a:lnTo>
                <a:lnTo>
                  <a:pt x="516" y="112"/>
                </a:lnTo>
                <a:lnTo>
                  <a:pt x="516" y="113"/>
                </a:lnTo>
                <a:lnTo>
                  <a:pt x="515" y="114"/>
                </a:lnTo>
                <a:lnTo>
                  <a:pt x="515" y="115"/>
                </a:lnTo>
                <a:lnTo>
                  <a:pt x="515" y="116"/>
                </a:lnTo>
                <a:lnTo>
                  <a:pt x="514" y="116"/>
                </a:lnTo>
                <a:lnTo>
                  <a:pt x="514" y="117"/>
                </a:lnTo>
                <a:lnTo>
                  <a:pt x="514" y="118"/>
                </a:lnTo>
                <a:lnTo>
                  <a:pt x="514" y="119"/>
                </a:lnTo>
                <a:lnTo>
                  <a:pt x="514" y="120"/>
                </a:lnTo>
                <a:lnTo>
                  <a:pt x="514" y="121"/>
                </a:lnTo>
                <a:lnTo>
                  <a:pt x="514" y="122"/>
                </a:lnTo>
                <a:lnTo>
                  <a:pt x="514" y="121"/>
                </a:lnTo>
                <a:lnTo>
                  <a:pt x="515" y="121"/>
                </a:lnTo>
                <a:lnTo>
                  <a:pt x="515" y="120"/>
                </a:lnTo>
                <a:lnTo>
                  <a:pt x="516" y="120"/>
                </a:lnTo>
                <a:lnTo>
                  <a:pt x="516" y="119"/>
                </a:lnTo>
                <a:lnTo>
                  <a:pt x="517" y="119"/>
                </a:lnTo>
                <a:lnTo>
                  <a:pt x="517" y="118"/>
                </a:lnTo>
                <a:lnTo>
                  <a:pt x="518" y="118"/>
                </a:lnTo>
                <a:lnTo>
                  <a:pt x="518" y="119"/>
                </a:lnTo>
                <a:lnTo>
                  <a:pt x="519" y="119"/>
                </a:lnTo>
                <a:lnTo>
                  <a:pt x="520" y="120"/>
                </a:lnTo>
                <a:lnTo>
                  <a:pt x="520" y="121"/>
                </a:lnTo>
                <a:lnTo>
                  <a:pt x="521" y="121"/>
                </a:lnTo>
                <a:lnTo>
                  <a:pt x="521" y="122"/>
                </a:lnTo>
                <a:lnTo>
                  <a:pt x="520" y="122"/>
                </a:lnTo>
                <a:lnTo>
                  <a:pt x="520" y="123"/>
                </a:lnTo>
                <a:lnTo>
                  <a:pt x="519" y="124"/>
                </a:lnTo>
                <a:lnTo>
                  <a:pt x="518" y="124"/>
                </a:lnTo>
                <a:lnTo>
                  <a:pt x="517" y="124"/>
                </a:lnTo>
                <a:lnTo>
                  <a:pt x="517" y="125"/>
                </a:lnTo>
                <a:lnTo>
                  <a:pt x="516" y="125"/>
                </a:lnTo>
                <a:lnTo>
                  <a:pt x="515" y="125"/>
                </a:lnTo>
                <a:lnTo>
                  <a:pt x="515" y="126"/>
                </a:lnTo>
                <a:lnTo>
                  <a:pt x="516" y="126"/>
                </a:lnTo>
                <a:lnTo>
                  <a:pt x="516" y="127"/>
                </a:lnTo>
                <a:lnTo>
                  <a:pt x="516" y="128"/>
                </a:lnTo>
                <a:lnTo>
                  <a:pt x="515" y="127"/>
                </a:lnTo>
                <a:lnTo>
                  <a:pt x="515" y="128"/>
                </a:lnTo>
                <a:lnTo>
                  <a:pt x="514" y="128"/>
                </a:lnTo>
                <a:lnTo>
                  <a:pt x="514" y="129"/>
                </a:lnTo>
                <a:lnTo>
                  <a:pt x="514" y="130"/>
                </a:lnTo>
                <a:lnTo>
                  <a:pt x="515" y="131"/>
                </a:lnTo>
                <a:lnTo>
                  <a:pt x="515" y="133"/>
                </a:lnTo>
                <a:lnTo>
                  <a:pt x="515" y="135"/>
                </a:lnTo>
                <a:lnTo>
                  <a:pt x="515" y="136"/>
                </a:lnTo>
                <a:lnTo>
                  <a:pt x="515" y="137"/>
                </a:lnTo>
                <a:lnTo>
                  <a:pt x="516" y="137"/>
                </a:lnTo>
                <a:lnTo>
                  <a:pt x="516" y="138"/>
                </a:lnTo>
                <a:lnTo>
                  <a:pt x="517" y="138"/>
                </a:lnTo>
                <a:lnTo>
                  <a:pt x="516" y="138"/>
                </a:lnTo>
                <a:lnTo>
                  <a:pt x="516" y="139"/>
                </a:lnTo>
                <a:lnTo>
                  <a:pt x="517" y="140"/>
                </a:lnTo>
                <a:lnTo>
                  <a:pt x="518" y="140"/>
                </a:lnTo>
                <a:lnTo>
                  <a:pt x="518" y="141"/>
                </a:lnTo>
                <a:lnTo>
                  <a:pt x="517" y="142"/>
                </a:lnTo>
                <a:lnTo>
                  <a:pt x="517" y="143"/>
                </a:lnTo>
                <a:lnTo>
                  <a:pt x="518" y="143"/>
                </a:lnTo>
                <a:lnTo>
                  <a:pt x="518" y="144"/>
                </a:lnTo>
                <a:lnTo>
                  <a:pt x="517" y="145"/>
                </a:lnTo>
                <a:lnTo>
                  <a:pt x="517" y="146"/>
                </a:lnTo>
                <a:lnTo>
                  <a:pt x="517" y="147"/>
                </a:lnTo>
                <a:lnTo>
                  <a:pt x="517" y="148"/>
                </a:lnTo>
                <a:lnTo>
                  <a:pt x="518" y="148"/>
                </a:lnTo>
                <a:lnTo>
                  <a:pt x="519" y="150"/>
                </a:lnTo>
                <a:lnTo>
                  <a:pt x="520" y="151"/>
                </a:lnTo>
                <a:lnTo>
                  <a:pt x="521" y="151"/>
                </a:lnTo>
                <a:lnTo>
                  <a:pt x="521" y="152"/>
                </a:lnTo>
                <a:lnTo>
                  <a:pt x="520" y="152"/>
                </a:lnTo>
                <a:lnTo>
                  <a:pt x="520" y="153"/>
                </a:lnTo>
                <a:lnTo>
                  <a:pt x="521" y="153"/>
                </a:lnTo>
                <a:lnTo>
                  <a:pt x="522" y="153"/>
                </a:lnTo>
                <a:lnTo>
                  <a:pt x="523" y="153"/>
                </a:lnTo>
                <a:lnTo>
                  <a:pt x="524" y="153"/>
                </a:lnTo>
                <a:lnTo>
                  <a:pt x="524" y="154"/>
                </a:lnTo>
                <a:lnTo>
                  <a:pt x="525" y="155"/>
                </a:lnTo>
                <a:lnTo>
                  <a:pt x="526" y="155"/>
                </a:lnTo>
                <a:lnTo>
                  <a:pt x="527" y="155"/>
                </a:lnTo>
                <a:lnTo>
                  <a:pt x="527" y="156"/>
                </a:lnTo>
                <a:lnTo>
                  <a:pt x="528" y="156"/>
                </a:lnTo>
                <a:lnTo>
                  <a:pt x="529" y="157"/>
                </a:lnTo>
                <a:lnTo>
                  <a:pt x="528" y="158"/>
                </a:lnTo>
                <a:lnTo>
                  <a:pt x="528" y="159"/>
                </a:lnTo>
                <a:lnTo>
                  <a:pt x="528" y="160"/>
                </a:lnTo>
                <a:lnTo>
                  <a:pt x="529" y="161"/>
                </a:lnTo>
                <a:lnTo>
                  <a:pt x="530" y="161"/>
                </a:lnTo>
                <a:lnTo>
                  <a:pt x="530" y="162"/>
                </a:lnTo>
                <a:lnTo>
                  <a:pt x="529" y="163"/>
                </a:lnTo>
                <a:lnTo>
                  <a:pt x="529" y="165"/>
                </a:lnTo>
                <a:lnTo>
                  <a:pt x="528" y="165"/>
                </a:lnTo>
                <a:lnTo>
                  <a:pt x="527" y="167"/>
                </a:lnTo>
                <a:lnTo>
                  <a:pt x="528" y="168"/>
                </a:lnTo>
                <a:lnTo>
                  <a:pt x="528" y="169"/>
                </a:lnTo>
                <a:lnTo>
                  <a:pt x="527" y="169"/>
                </a:lnTo>
                <a:lnTo>
                  <a:pt x="526" y="169"/>
                </a:lnTo>
                <a:lnTo>
                  <a:pt x="526" y="170"/>
                </a:lnTo>
                <a:lnTo>
                  <a:pt x="526" y="171"/>
                </a:lnTo>
                <a:lnTo>
                  <a:pt x="525" y="171"/>
                </a:lnTo>
                <a:lnTo>
                  <a:pt x="525" y="170"/>
                </a:lnTo>
                <a:lnTo>
                  <a:pt x="524" y="170"/>
                </a:lnTo>
                <a:lnTo>
                  <a:pt x="523" y="171"/>
                </a:lnTo>
                <a:lnTo>
                  <a:pt x="522" y="172"/>
                </a:lnTo>
                <a:lnTo>
                  <a:pt x="521" y="172"/>
                </a:lnTo>
                <a:lnTo>
                  <a:pt x="520" y="172"/>
                </a:lnTo>
                <a:lnTo>
                  <a:pt x="520" y="173"/>
                </a:lnTo>
                <a:lnTo>
                  <a:pt x="519" y="174"/>
                </a:lnTo>
                <a:lnTo>
                  <a:pt x="518" y="174"/>
                </a:lnTo>
                <a:lnTo>
                  <a:pt x="518" y="176"/>
                </a:lnTo>
                <a:lnTo>
                  <a:pt x="517" y="176"/>
                </a:lnTo>
                <a:lnTo>
                  <a:pt x="516" y="176"/>
                </a:lnTo>
                <a:lnTo>
                  <a:pt x="516" y="177"/>
                </a:lnTo>
                <a:lnTo>
                  <a:pt x="515" y="177"/>
                </a:lnTo>
                <a:lnTo>
                  <a:pt x="515" y="178"/>
                </a:lnTo>
                <a:lnTo>
                  <a:pt x="514" y="178"/>
                </a:lnTo>
                <a:lnTo>
                  <a:pt x="514" y="180"/>
                </a:lnTo>
                <a:lnTo>
                  <a:pt x="515" y="181"/>
                </a:lnTo>
                <a:lnTo>
                  <a:pt x="514" y="181"/>
                </a:lnTo>
                <a:lnTo>
                  <a:pt x="514" y="182"/>
                </a:lnTo>
                <a:lnTo>
                  <a:pt x="514" y="183"/>
                </a:lnTo>
                <a:lnTo>
                  <a:pt x="514" y="184"/>
                </a:lnTo>
                <a:lnTo>
                  <a:pt x="513" y="184"/>
                </a:lnTo>
                <a:lnTo>
                  <a:pt x="512" y="184"/>
                </a:lnTo>
                <a:lnTo>
                  <a:pt x="511" y="183"/>
                </a:lnTo>
                <a:lnTo>
                  <a:pt x="510" y="183"/>
                </a:lnTo>
                <a:lnTo>
                  <a:pt x="510" y="184"/>
                </a:lnTo>
                <a:lnTo>
                  <a:pt x="509" y="184"/>
                </a:lnTo>
                <a:lnTo>
                  <a:pt x="509" y="183"/>
                </a:lnTo>
                <a:lnTo>
                  <a:pt x="509" y="182"/>
                </a:lnTo>
                <a:lnTo>
                  <a:pt x="507" y="182"/>
                </a:lnTo>
                <a:lnTo>
                  <a:pt x="507" y="181"/>
                </a:lnTo>
                <a:lnTo>
                  <a:pt x="506" y="180"/>
                </a:lnTo>
                <a:lnTo>
                  <a:pt x="505" y="180"/>
                </a:lnTo>
                <a:lnTo>
                  <a:pt x="505" y="181"/>
                </a:lnTo>
                <a:lnTo>
                  <a:pt x="504" y="182"/>
                </a:lnTo>
                <a:lnTo>
                  <a:pt x="503" y="182"/>
                </a:lnTo>
                <a:lnTo>
                  <a:pt x="503" y="183"/>
                </a:lnTo>
                <a:lnTo>
                  <a:pt x="502" y="184"/>
                </a:lnTo>
                <a:lnTo>
                  <a:pt x="501" y="185"/>
                </a:lnTo>
                <a:lnTo>
                  <a:pt x="501" y="184"/>
                </a:lnTo>
                <a:lnTo>
                  <a:pt x="501" y="183"/>
                </a:lnTo>
                <a:lnTo>
                  <a:pt x="501" y="182"/>
                </a:lnTo>
                <a:lnTo>
                  <a:pt x="501" y="181"/>
                </a:lnTo>
                <a:lnTo>
                  <a:pt x="500" y="181"/>
                </a:lnTo>
                <a:lnTo>
                  <a:pt x="499" y="181"/>
                </a:lnTo>
                <a:lnTo>
                  <a:pt x="499" y="182"/>
                </a:lnTo>
                <a:lnTo>
                  <a:pt x="498" y="183"/>
                </a:lnTo>
                <a:lnTo>
                  <a:pt x="497" y="183"/>
                </a:lnTo>
                <a:lnTo>
                  <a:pt x="497" y="184"/>
                </a:lnTo>
                <a:lnTo>
                  <a:pt x="496" y="184"/>
                </a:lnTo>
                <a:lnTo>
                  <a:pt x="497" y="184"/>
                </a:lnTo>
                <a:lnTo>
                  <a:pt x="497" y="185"/>
                </a:lnTo>
                <a:lnTo>
                  <a:pt x="498" y="185"/>
                </a:lnTo>
                <a:lnTo>
                  <a:pt x="498" y="184"/>
                </a:lnTo>
                <a:lnTo>
                  <a:pt x="499" y="183"/>
                </a:lnTo>
                <a:lnTo>
                  <a:pt x="500" y="183"/>
                </a:lnTo>
                <a:lnTo>
                  <a:pt x="500" y="184"/>
                </a:lnTo>
                <a:lnTo>
                  <a:pt x="499" y="184"/>
                </a:lnTo>
                <a:lnTo>
                  <a:pt x="498" y="185"/>
                </a:lnTo>
                <a:lnTo>
                  <a:pt x="498" y="186"/>
                </a:lnTo>
                <a:lnTo>
                  <a:pt x="497" y="186"/>
                </a:lnTo>
                <a:lnTo>
                  <a:pt x="498" y="187"/>
                </a:lnTo>
                <a:lnTo>
                  <a:pt x="497" y="188"/>
                </a:lnTo>
                <a:lnTo>
                  <a:pt x="497" y="189"/>
                </a:lnTo>
                <a:lnTo>
                  <a:pt x="498" y="189"/>
                </a:lnTo>
                <a:lnTo>
                  <a:pt x="498" y="190"/>
                </a:lnTo>
                <a:lnTo>
                  <a:pt x="497" y="191"/>
                </a:lnTo>
                <a:lnTo>
                  <a:pt x="496" y="191"/>
                </a:lnTo>
                <a:lnTo>
                  <a:pt x="496" y="190"/>
                </a:lnTo>
                <a:lnTo>
                  <a:pt x="496" y="191"/>
                </a:lnTo>
                <a:lnTo>
                  <a:pt x="496" y="192"/>
                </a:lnTo>
                <a:lnTo>
                  <a:pt x="495" y="192"/>
                </a:lnTo>
                <a:lnTo>
                  <a:pt x="495" y="193"/>
                </a:lnTo>
                <a:lnTo>
                  <a:pt x="494" y="193"/>
                </a:lnTo>
                <a:lnTo>
                  <a:pt x="494" y="192"/>
                </a:lnTo>
                <a:lnTo>
                  <a:pt x="494" y="193"/>
                </a:lnTo>
                <a:lnTo>
                  <a:pt x="493" y="193"/>
                </a:lnTo>
                <a:lnTo>
                  <a:pt x="493" y="194"/>
                </a:lnTo>
                <a:lnTo>
                  <a:pt x="492" y="193"/>
                </a:lnTo>
                <a:lnTo>
                  <a:pt x="491" y="192"/>
                </a:lnTo>
                <a:lnTo>
                  <a:pt x="491" y="193"/>
                </a:lnTo>
                <a:lnTo>
                  <a:pt x="491" y="194"/>
                </a:lnTo>
                <a:lnTo>
                  <a:pt x="491" y="195"/>
                </a:lnTo>
                <a:lnTo>
                  <a:pt x="492" y="195"/>
                </a:lnTo>
                <a:lnTo>
                  <a:pt x="492" y="196"/>
                </a:lnTo>
                <a:lnTo>
                  <a:pt x="492" y="197"/>
                </a:lnTo>
                <a:lnTo>
                  <a:pt x="491" y="197"/>
                </a:lnTo>
                <a:lnTo>
                  <a:pt x="491" y="198"/>
                </a:lnTo>
                <a:lnTo>
                  <a:pt x="490" y="198"/>
                </a:lnTo>
                <a:lnTo>
                  <a:pt x="489" y="198"/>
                </a:lnTo>
                <a:lnTo>
                  <a:pt x="488" y="199"/>
                </a:lnTo>
                <a:lnTo>
                  <a:pt x="487" y="199"/>
                </a:lnTo>
                <a:lnTo>
                  <a:pt x="486" y="199"/>
                </a:lnTo>
                <a:lnTo>
                  <a:pt x="485" y="199"/>
                </a:lnTo>
                <a:lnTo>
                  <a:pt x="485" y="200"/>
                </a:lnTo>
                <a:lnTo>
                  <a:pt x="485" y="201"/>
                </a:lnTo>
                <a:lnTo>
                  <a:pt x="484" y="201"/>
                </a:lnTo>
                <a:lnTo>
                  <a:pt x="484" y="202"/>
                </a:lnTo>
                <a:lnTo>
                  <a:pt x="484" y="203"/>
                </a:lnTo>
                <a:lnTo>
                  <a:pt x="483" y="203"/>
                </a:lnTo>
                <a:lnTo>
                  <a:pt x="482" y="203"/>
                </a:lnTo>
                <a:lnTo>
                  <a:pt x="482" y="204"/>
                </a:lnTo>
                <a:lnTo>
                  <a:pt x="481" y="204"/>
                </a:lnTo>
                <a:lnTo>
                  <a:pt x="480" y="204"/>
                </a:lnTo>
                <a:lnTo>
                  <a:pt x="478" y="205"/>
                </a:lnTo>
                <a:lnTo>
                  <a:pt x="478" y="206"/>
                </a:lnTo>
                <a:lnTo>
                  <a:pt x="479" y="206"/>
                </a:lnTo>
                <a:lnTo>
                  <a:pt x="480" y="206"/>
                </a:lnTo>
                <a:lnTo>
                  <a:pt x="480" y="207"/>
                </a:lnTo>
                <a:lnTo>
                  <a:pt x="480" y="208"/>
                </a:lnTo>
                <a:lnTo>
                  <a:pt x="480" y="210"/>
                </a:lnTo>
                <a:lnTo>
                  <a:pt x="480" y="211"/>
                </a:lnTo>
                <a:lnTo>
                  <a:pt x="479" y="211"/>
                </a:lnTo>
                <a:lnTo>
                  <a:pt x="478" y="213"/>
                </a:lnTo>
                <a:lnTo>
                  <a:pt x="477" y="213"/>
                </a:lnTo>
                <a:lnTo>
                  <a:pt x="477" y="214"/>
                </a:lnTo>
                <a:lnTo>
                  <a:pt x="477" y="215"/>
                </a:lnTo>
                <a:lnTo>
                  <a:pt x="476" y="216"/>
                </a:lnTo>
                <a:lnTo>
                  <a:pt x="476" y="215"/>
                </a:lnTo>
                <a:lnTo>
                  <a:pt x="475" y="215"/>
                </a:lnTo>
                <a:lnTo>
                  <a:pt x="474" y="215"/>
                </a:lnTo>
                <a:lnTo>
                  <a:pt x="474" y="216"/>
                </a:lnTo>
                <a:lnTo>
                  <a:pt x="473" y="217"/>
                </a:lnTo>
                <a:lnTo>
                  <a:pt x="472" y="217"/>
                </a:lnTo>
                <a:lnTo>
                  <a:pt x="471" y="218"/>
                </a:lnTo>
                <a:lnTo>
                  <a:pt x="471" y="217"/>
                </a:lnTo>
                <a:lnTo>
                  <a:pt x="470" y="217"/>
                </a:lnTo>
                <a:lnTo>
                  <a:pt x="468" y="218"/>
                </a:lnTo>
                <a:lnTo>
                  <a:pt x="469" y="219"/>
                </a:lnTo>
                <a:lnTo>
                  <a:pt x="470" y="219"/>
                </a:lnTo>
                <a:lnTo>
                  <a:pt x="470" y="220"/>
                </a:lnTo>
                <a:lnTo>
                  <a:pt x="471" y="221"/>
                </a:lnTo>
                <a:lnTo>
                  <a:pt x="472" y="221"/>
                </a:lnTo>
                <a:lnTo>
                  <a:pt x="472" y="220"/>
                </a:lnTo>
                <a:lnTo>
                  <a:pt x="473" y="220"/>
                </a:lnTo>
                <a:lnTo>
                  <a:pt x="473" y="221"/>
                </a:lnTo>
                <a:lnTo>
                  <a:pt x="473" y="222"/>
                </a:lnTo>
                <a:lnTo>
                  <a:pt x="473" y="223"/>
                </a:lnTo>
                <a:lnTo>
                  <a:pt x="474" y="223"/>
                </a:lnTo>
                <a:lnTo>
                  <a:pt x="475" y="224"/>
                </a:lnTo>
                <a:lnTo>
                  <a:pt x="476" y="225"/>
                </a:lnTo>
                <a:lnTo>
                  <a:pt x="476" y="226"/>
                </a:lnTo>
                <a:lnTo>
                  <a:pt x="475" y="226"/>
                </a:lnTo>
                <a:lnTo>
                  <a:pt x="475" y="227"/>
                </a:lnTo>
                <a:lnTo>
                  <a:pt x="476" y="227"/>
                </a:lnTo>
                <a:lnTo>
                  <a:pt x="477" y="227"/>
                </a:lnTo>
                <a:lnTo>
                  <a:pt x="477" y="226"/>
                </a:lnTo>
                <a:lnTo>
                  <a:pt x="478" y="225"/>
                </a:lnTo>
                <a:lnTo>
                  <a:pt x="479" y="225"/>
                </a:lnTo>
                <a:lnTo>
                  <a:pt x="480" y="225"/>
                </a:lnTo>
                <a:lnTo>
                  <a:pt x="479" y="225"/>
                </a:lnTo>
                <a:lnTo>
                  <a:pt x="479" y="224"/>
                </a:lnTo>
                <a:lnTo>
                  <a:pt x="480" y="224"/>
                </a:lnTo>
                <a:lnTo>
                  <a:pt x="480" y="225"/>
                </a:lnTo>
                <a:lnTo>
                  <a:pt x="480" y="226"/>
                </a:lnTo>
                <a:lnTo>
                  <a:pt x="482" y="225"/>
                </a:lnTo>
                <a:lnTo>
                  <a:pt x="483" y="225"/>
                </a:lnTo>
                <a:lnTo>
                  <a:pt x="483" y="223"/>
                </a:lnTo>
                <a:lnTo>
                  <a:pt x="482" y="223"/>
                </a:lnTo>
                <a:lnTo>
                  <a:pt x="481" y="222"/>
                </a:lnTo>
                <a:lnTo>
                  <a:pt x="482" y="222"/>
                </a:lnTo>
                <a:lnTo>
                  <a:pt x="483" y="222"/>
                </a:lnTo>
                <a:lnTo>
                  <a:pt x="484" y="222"/>
                </a:lnTo>
                <a:lnTo>
                  <a:pt x="485" y="221"/>
                </a:lnTo>
                <a:lnTo>
                  <a:pt x="485" y="220"/>
                </a:lnTo>
                <a:lnTo>
                  <a:pt x="486" y="220"/>
                </a:lnTo>
                <a:lnTo>
                  <a:pt x="486" y="219"/>
                </a:lnTo>
                <a:lnTo>
                  <a:pt x="487" y="219"/>
                </a:lnTo>
                <a:lnTo>
                  <a:pt x="488" y="218"/>
                </a:lnTo>
                <a:lnTo>
                  <a:pt x="489" y="216"/>
                </a:lnTo>
                <a:lnTo>
                  <a:pt x="490" y="216"/>
                </a:lnTo>
                <a:lnTo>
                  <a:pt x="490" y="217"/>
                </a:lnTo>
                <a:lnTo>
                  <a:pt x="491" y="217"/>
                </a:lnTo>
                <a:lnTo>
                  <a:pt x="492" y="216"/>
                </a:lnTo>
                <a:lnTo>
                  <a:pt x="494" y="215"/>
                </a:lnTo>
                <a:lnTo>
                  <a:pt x="495" y="215"/>
                </a:lnTo>
                <a:lnTo>
                  <a:pt x="497" y="214"/>
                </a:lnTo>
                <a:lnTo>
                  <a:pt x="498" y="214"/>
                </a:lnTo>
                <a:lnTo>
                  <a:pt x="499" y="214"/>
                </a:lnTo>
                <a:lnTo>
                  <a:pt x="499" y="215"/>
                </a:lnTo>
                <a:lnTo>
                  <a:pt x="498" y="216"/>
                </a:lnTo>
                <a:lnTo>
                  <a:pt x="497" y="216"/>
                </a:lnTo>
                <a:lnTo>
                  <a:pt x="497" y="217"/>
                </a:lnTo>
                <a:lnTo>
                  <a:pt x="496" y="219"/>
                </a:lnTo>
                <a:lnTo>
                  <a:pt x="496" y="220"/>
                </a:lnTo>
                <a:lnTo>
                  <a:pt x="498" y="220"/>
                </a:lnTo>
                <a:lnTo>
                  <a:pt x="499" y="220"/>
                </a:lnTo>
                <a:lnTo>
                  <a:pt x="499" y="219"/>
                </a:lnTo>
                <a:lnTo>
                  <a:pt x="501" y="219"/>
                </a:lnTo>
                <a:lnTo>
                  <a:pt x="501" y="220"/>
                </a:lnTo>
                <a:lnTo>
                  <a:pt x="502" y="220"/>
                </a:lnTo>
                <a:lnTo>
                  <a:pt x="502" y="219"/>
                </a:lnTo>
                <a:lnTo>
                  <a:pt x="503" y="218"/>
                </a:lnTo>
                <a:lnTo>
                  <a:pt x="504" y="218"/>
                </a:lnTo>
                <a:lnTo>
                  <a:pt x="505" y="218"/>
                </a:lnTo>
                <a:lnTo>
                  <a:pt x="505" y="217"/>
                </a:lnTo>
                <a:lnTo>
                  <a:pt x="506" y="216"/>
                </a:lnTo>
                <a:lnTo>
                  <a:pt x="506" y="215"/>
                </a:lnTo>
                <a:lnTo>
                  <a:pt x="507" y="214"/>
                </a:lnTo>
                <a:lnTo>
                  <a:pt x="507" y="213"/>
                </a:lnTo>
                <a:lnTo>
                  <a:pt x="508" y="213"/>
                </a:lnTo>
                <a:lnTo>
                  <a:pt x="509" y="212"/>
                </a:lnTo>
                <a:lnTo>
                  <a:pt x="509" y="211"/>
                </a:lnTo>
                <a:lnTo>
                  <a:pt x="510" y="212"/>
                </a:lnTo>
                <a:lnTo>
                  <a:pt x="510" y="213"/>
                </a:lnTo>
                <a:lnTo>
                  <a:pt x="510" y="214"/>
                </a:lnTo>
                <a:lnTo>
                  <a:pt x="511" y="214"/>
                </a:lnTo>
                <a:lnTo>
                  <a:pt x="512" y="213"/>
                </a:lnTo>
                <a:lnTo>
                  <a:pt x="513" y="213"/>
                </a:lnTo>
                <a:lnTo>
                  <a:pt x="514" y="213"/>
                </a:lnTo>
                <a:lnTo>
                  <a:pt x="515" y="213"/>
                </a:lnTo>
                <a:lnTo>
                  <a:pt x="516" y="213"/>
                </a:lnTo>
                <a:lnTo>
                  <a:pt x="517" y="213"/>
                </a:lnTo>
                <a:lnTo>
                  <a:pt x="517" y="212"/>
                </a:lnTo>
                <a:lnTo>
                  <a:pt x="517" y="211"/>
                </a:lnTo>
                <a:lnTo>
                  <a:pt x="519" y="211"/>
                </a:lnTo>
                <a:lnTo>
                  <a:pt x="520" y="212"/>
                </a:lnTo>
                <a:lnTo>
                  <a:pt x="521" y="212"/>
                </a:lnTo>
                <a:lnTo>
                  <a:pt x="521" y="211"/>
                </a:lnTo>
                <a:lnTo>
                  <a:pt x="522" y="211"/>
                </a:lnTo>
                <a:lnTo>
                  <a:pt x="522" y="212"/>
                </a:lnTo>
                <a:lnTo>
                  <a:pt x="521" y="212"/>
                </a:lnTo>
                <a:lnTo>
                  <a:pt x="522" y="212"/>
                </a:lnTo>
                <a:lnTo>
                  <a:pt x="522" y="211"/>
                </a:lnTo>
                <a:lnTo>
                  <a:pt x="523" y="210"/>
                </a:lnTo>
                <a:lnTo>
                  <a:pt x="523" y="211"/>
                </a:lnTo>
                <a:lnTo>
                  <a:pt x="524" y="211"/>
                </a:lnTo>
                <a:lnTo>
                  <a:pt x="524" y="212"/>
                </a:lnTo>
                <a:lnTo>
                  <a:pt x="526" y="214"/>
                </a:lnTo>
                <a:lnTo>
                  <a:pt x="527" y="214"/>
                </a:lnTo>
                <a:lnTo>
                  <a:pt x="528" y="214"/>
                </a:lnTo>
                <a:lnTo>
                  <a:pt x="528" y="213"/>
                </a:lnTo>
                <a:lnTo>
                  <a:pt x="529" y="213"/>
                </a:lnTo>
                <a:lnTo>
                  <a:pt x="530" y="213"/>
                </a:lnTo>
                <a:lnTo>
                  <a:pt x="529" y="215"/>
                </a:lnTo>
                <a:lnTo>
                  <a:pt x="528" y="217"/>
                </a:lnTo>
                <a:lnTo>
                  <a:pt x="528" y="218"/>
                </a:lnTo>
                <a:lnTo>
                  <a:pt x="529" y="219"/>
                </a:lnTo>
                <a:lnTo>
                  <a:pt x="529" y="218"/>
                </a:lnTo>
                <a:lnTo>
                  <a:pt x="530" y="218"/>
                </a:lnTo>
                <a:lnTo>
                  <a:pt x="530" y="219"/>
                </a:lnTo>
                <a:lnTo>
                  <a:pt x="530" y="220"/>
                </a:lnTo>
                <a:lnTo>
                  <a:pt x="529" y="220"/>
                </a:lnTo>
                <a:lnTo>
                  <a:pt x="528" y="220"/>
                </a:lnTo>
                <a:lnTo>
                  <a:pt x="529" y="220"/>
                </a:lnTo>
                <a:lnTo>
                  <a:pt x="530" y="221"/>
                </a:lnTo>
                <a:lnTo>
                  <a:pt x="531" y="221"/>
                </a:lnTo>
                <a:lnTo>
                  <a:pt x="531" y="220"/>
                </a:lnTo>
                <a:lnTo>
                  <a:pt x="530" y="220"/>
                </a:lnTo>
                <a:lnTo>
                  <a:pt x="531" y="220"/>
                </a:lnTo>
                <a:lnTo>
                  <a:pt x="531" y="219"/>
                </a:lnTo>
                <a:lnTo>
                  <a:pt x="532" y="219"/>
                </a:lnTo>
                <a:lnTo>
                  <a:pt x="534" y="220"/>
                </a:lnTo>
                <a:lnTo>
                  <a:pt x="533" y="220"/>
                </a:lnTo>
                <a:lnTo>
                  <a:pt x="533" y="222"/>
                </a:lnTo>
                <a:lnTo>
                  <a:pt x="534" y="224"/>
                </a:lnTo>
                <a:lnTo>
                  <a:pt x="535" y="225"/>
                </a:lnTo>
                <a:lnTo>
                  <a:pt x="536" y="225"/>
                </a:lnTo>
                <a:lnTo>
                  <a:pt x="536" y="226"/>
                </a:lnTo>
                <a:lnTo>
                  <a:pt x="536" y="227"/>
                </a:lnTo>
                <a:lnTo>
                  <a:pt x="535" y="228"/>
                </a:lnTo>
                <a:lnTo>
                  <a:pt x="534" y="228"/>
                </a:lnTo>
                <a:lnTo>
                  <a:pt x="534" y="229"/>
                </a:lnTo>
                <a:lnTo>
                  <a:pt x="535" y="229"/>
                </a:lnTo>
                <a:lnTo>
                  <a:pt x="536" y="229"/>
                </a:lnTo>
                <a:lnTo>
                  <a:pt x="536" y="230"/>
                </a:lnTo>
                <a:lnTo>
                  <a:pt x="537" y="231"/>
                </a:lnTo>
                <a:lnTo>
                  <a:pt x="537" y="232"/>
                </a:lnTo>
                <a:lnTo>
                  <a:pt x="537" y="233"/>
                </a:lnTo>
                <a:lnTo>
                  <a:pt x="536" y="233"/>
                </a:lnTo>
                <a:lnTo>
                  <a:pt x="536" y="232"/>
                </a:lnTo>
                <a:lnTo>
                  <a:pt x="536" y="233"/>
                </a:lnTo>
                <a:lnTo>
                  <a:pt x="535" y="233"/>
                </a:lnTo>
                <a:lnTo>
                  <a:pt x="535" y="234"/>
                </a:lnTo>
                <a:lnTo>
                  <a:pt x="535" y="235"/>
                </a:lnTo>
                <a:lnTo>
                  <a:pt x="534" y="234"/>
                </a:lnTo>
                <a:lnTo>
                  <a:pt x="533" y="234"/>
                </a:lnTo>
                <a:lnTo>
                  <a:pt x="532" y="234"/>
                </a:lnTo>
                <a:lnTo>
                  <a:pt x="531" y="235"/>
                </a:lnTo>
                <a:lnTo>
                  <a:pt x="531" y="236"/>
                </a:lnTo>
                <a:lnTo>
                  <a:pt x="529" y="236"/>
                </a:lnTo>
                <a:lnTo>
                  <a:pt x="528" y="237"/>
                </a:lnTo>
                <a:lnTo>
                  <a:pt x="527" y="238"/>
                </a:lnTo>
                <a:lnTo>
                  <a:pt x="526" y="238"/>
                </a:lnTo>
                <a:lnTo>
                  <a:pt x="526" y="240"/>
                </a:lnTo>
                <a:lnTo>
                  <a:pt x="526" y="242"/>
                </a:lnTo>
                <a:lnTo>
                  <a:pt x="527" y="242"/>
                </a:lnTo>
                <a:lnTo>
                  <a:pt x="528" y="241"/>
                </a:lnTo>
                <a:lnTo>
                  <a:pt x="528" y="240"/>
                </a:lnTo>
                <a:lnTo>
                  <a:pt x="529" y="240"/>
                </a:lnTo>
                <a:lnTo>
                  <a:pt x="529" y="238"/>
                </a:lnTo>
                <a:lnTo>
                  <a:pt x="529" y="237"/>
                </a:lnTo>
                <a:lnTo>
                  <a:pt x="530" y="237"/>
                </a:lnTo>
                <a:lnTo>
                  <a:pt x="531" y="237"/>
                </a:lnTo>
                <a:lnTo>
                  <a:pt x="531" y="238"/>
                </a:lnTo>
                <a:lnTo>
                  <a:pt x="531" y="240"/>
                </a:lnTo>
                <a:lnTo>
                  <a:pt x="532" y="240"/>
                </a:lnTo>
                <a:lnTo>
                  <a:pt x="533" y="240"/>
                </a:lnTo>
                <a:lnTo>
                  <a:pt x="534" y="240"/>
                </a:lnTo>
                <a:lnTo>
                  <a:pt x="534" y="241"/>
                </a:lnTo>
                <a:lnTo>
                  <a:pt x="533" y="241"/>
                </a:lnTo>
                <a:lnTo>
                  <a:pt x="533" y="242"/>
                </a:lnTo>
                <a:lnTo>
                  <a:pt x="533" y="243"/>
                </a:lnTo>
                <a:lnTo>
                  <a:pt x="533" y="244"/>
                </a:lnTo>
                <a:lnTo>
                  <a:pt x="532" y="244"/>
                </a:lnTo>
                <a:lnTo>
                  <a:pt x="532" y="245"/>
                </a:lnTo>
                <a:lnTo>
                  <a:pt x="532" y="246"/>
                </a:lnTo>
                <a:lnTo>
                  <a:pt x="532" y="247"/>
                </a:lnTo>
                <a:lnTo>
                  <a:pt x="533" y="248"/>
                </a:lnTo>
                <a:lnTo>
                  <a:pt x="534" y="250"/>
                </a:lnTo>
                <a:lnTo>
                  <a:pt x="534" y="251"/>
                </a:lnTo>
                <a:lnTo>
                  <a:pt x="533" y="252"/>
                </a:lnTo>
                <a:lnTo>
                  <a:pt x="534" y="253"/>
                </a:lnTo>
                <a:lnTo>
                  <a:pt x="533" y="253"/>
                </a:lnTo>
                <a:lnTo>
                  <a:pt x="533" y="254"/>
                </a:lnTo>
                <a:lnTo>
                  <a:pt x="532" y="254"/>
                </a:lnTo>
                <a:lnTo>
                  <a:pt x="532" y="253"/>
                </a:lnTo>
                <a:lnTo>
                  <a:pt x="532" y="252"/>
                </a:lnTo>
                <a:lnTo>
                  <a:pt x="533" y="252"/>
                </a:lnTo>
                <a:lnTo>
                  <a:pt x="531" y="252"/>
                </a:lnTo>
                <a:lnTo>
                  <a:pt x="530" y="252"/>
                </a:lnTo>
                <a:lnTo>
                  <a:pt x="529" y="251"/>
                </a:lnTo>
                <a:lnTo>
                  <a:pt x="529" y="252"/>
                </a:lnTo>
                <a:lnTo>
                  <a:pt x="528" y="252"/>
                </a:lnTo>
                <a:lnTo>
                  <a:pt x="527" y="252"/>
                </a:lnTo>
                <a:lnTo>
                  <a:pt x="526" y="253"/>
                </a:lnTo>
                <a:lnTo>
                  <a:pt x="525" y="254"/>
                </a:lnTo>
                <a:lnTo>
                  <a:pt x="524" y="254"/>
                </a:lnTo>
                <a:lnTo>
                  <a:pt x="524" y="255"/>
                </a:lnTo>
                <a:lnTo>
                  <a:pt x="525" y="255"/>
                </a:lnTo>
                <a:lnTo>
                  <a:pt x="525" y="256"/>
                </a:lnTo>
                <a:lnTo>
                  <a:pt x="524" y="256"/>
                </a:lnTo>
                <a:lnTo>
                  <a:pt x="523" y="256"/>
                </a:lnTo>
                <a:lnTo>
                  <a:pt x="523" y="255"/>
                </a:lnTo>
                <a:lnTo>
                  <a:pt x="522" y="255"/>
                </a:lnTo>
                <a:lnTo>
                  <a:pt x="521" y="256"/>
                </a:lnTo>
                <a:lnTo>
                  <a:pt x="522" y="256"/>
                </a:lnTo>
                <a:lnTo>
                  <a:pt x="522" y="257"/>
                </a:lnTo>
                <a:lnTo>
                  <a:pt x="520" y="258"/>
                </a:lnTo>
                <a:lnTo>
                  <a:pt x="518" y="258"/>
                </a:lnTo>
                <a:lnTo>
                  <a:pt x="517" y="258"/>
                </a:lnTo>
                <a:lnTo>
                  <a:pt x="516" y="258"/>
                </a:lnTo>
                <a:lnTo>
                  <a:pt x="515" y="258"/>
                </a:lnTo>
                <a:lnTo>
                  <a:pt x="515" y="257"/>
                </a:lnTo>
                <a:lnTo>
                  <a:pt x="514" y="258"/>
                </a:lnTo>
                <a:lnTo>
                  <a:pt x="513" y="258"/>
                </a:lnTo>
                <a:lnTo>
                  <a:pt x="513" y="259"/>
                </a:lnTo>
                <a:lnTo>
                  <a:pt x="513" y="260"/>
                </a:lnTo>
                <a:lnTo>
                  <a:pt x="514" y="260"/>
                </a:lnTo>
                <a:lnTo>
                  <a:pt x="514" y="261"/>
                </a:lnTo>
                <a:lnTo>
                  <a:pt x="514" y="262"/>
                </a:lnTo>
                <a:lnTo>
                  <a:pt x="515" y="263"/>
                </a:lnTo>
                <a:lnTo>
                  <a:pt x="516" y="263"/>
                </a:lnTo>
                <a:lnTo>
                  <a:pt x="517" y="264"/>
                </a:lnTo>
                <a:lnTo>
                  <a:pt x="518" y="263"/>
                </a:lnTo>
                <a:lnTo>
                  <a:pt x="519" y="264"/>
                </a:lnTo>
                <a:lnTo>
                  <a:pt x="520" y="265"/>
                </a:lnTo>
                <a:lnTo>
                  <a:pt x="521" y="266"/>
                </a:lnTo>
                <a:lnTo>
                  <a:pt x="521" y="268"/>
                </a:lnTo>
                <a:lnTo>
                  <a:pt x="522" y="269"/>
                </a:lnTo>
                <a:lnTo>
                  <a:pt x="522" y="270"/>
                </a:lnTo>
                <a:lnTo>
                  <a:pt x="522" y="272"/>
                </a:lnTo>
                <a:lnTo>
                  <a:pt x="522" y="271"/>
                </a:lnTo>
                <a:lnTo>
                  <a:pt x="523" y="272"/>
                </a:lnTo>
                <a:lnTo>
                  <a:pt x="523" y="273"/>
                </a:lnTo>
                <a:lnTo>
                  <a:pt x="523" y="274"/>
                </a:lnTo>
                <a:lnTo>
                  <a:pt x="524" y="275"/>
                </a:lnTo>
                <a:lnTo>
                  <a:pt x="523" y="276"/>
                </a:lnTo>
                <a:lnTo>
                  <a:pt x="522" y="276"/>
                </a:lnTo>
                <a:lnTo>
                  <a:pt x="521" y="277"/>
                </a:lnTo>
                <a:lnTo>
                  <a:pt x="521" y="278"/>
                </a:lnTo>
                <a:lnTo>
                  <a:pt x="522" y="278"/>
                </a:lnTo>
                <a:lnTo>
                  <a:pt x="522" y="279"/>
                </a:lnTo>
                <a:lnTo>
                  <a:pt x="521" y="280"/>
                </a:lnTo>
                <a:lnTo>
                  <a:pt x="520" y="281"/>
                </a:lnTo>
                <a:lnTo>
                  <a:pt x="519" y="281"/>
                </a:lnTo>
                <a:lnTo>
                  <a:pt x="519" y="282"/>
                </a:lnTo>
                <a:lnTo>
                  <a:pt x="520" y="282"/>
                </a:lnTo>
                <a:lnTo>
                  <a:pt x="521" y="282"/>
                </a:lnTo>
                <a:lnTo>
                  <a:pt x="521" y="283"/>
                </a:lnTo>
                <a:lnTo>
                  <a:pt x="519" y="284"/>
                </a:lnTo>
                <a:lnTo>
                  <a:pt x="518" y="284"/>
                </a:lnTo>
                <a:lnTo>
                  <a:pt x="518" y="285"/>
                </a:lnTo>
                <a:lnTo>
                  <a:pt x="517" y="286"/>
                </a:lnTo>
                <a:lnTo>
                  <a:pt x="516" y="286"/>
                </a:lnTo>
                <a:lnTo>
                  <a:pt x="516" y="287"/>
                </a:lnTo>
                <a:lnTo>
                  <a:pt x="515" y="288"/>
                </a:lnTo>
                <a:lnTo>
                  <a:pt x="515" y="289"/>
                </a:lnTo>
                <a:lnTo>
                  <a:pt x="515" y="290"/>
                </a:lnTo>
                <a:lnTo>
                  <a:pt x="514" y="290"/>
                </a:lnTo>
                <a:lnTo>
                  <a:pt x="513" y="292"/>
                </a:lnTo>
                <a:lnTo>
                  <a:pt x="514" y="293"/>
                </a:lnTo>
                <a:lnTo>
                  <a:pt x="514" y="294"/>
                </a:lnTo>
                <a:lnTo>
                  <a:pt x="513" y="295"/>
                </a:lnTo>
                <a:lnTo>
                  <a:pt x="512" y="295"/>
                </a:lnTo>
                <a:lnTo>
                  <a:pt x="511" y="296"/>
                </a:lnTo>
                <a:lnTo>
                  <a:pt x="511" y="297"/>
                </a:lnTo>
                <a:lnTo>
                  <a:pt x="512" y="297"/>
                </a:lnTo>
                <a:lnTo>
                  <a:pt x="512" y="298"/>
                </a:lnTo>
                <a:lnTo>
                  <a:pt x="512" y="300"/>
                </a:lnTo>
                <a:lnTo>
                  <a:pt x="513" y="300"/>
                </a:lnTo>
                <a:lnTo>
                  <a:pt x="514" y="300"/>
                </a:lnTo>
                <a:lnTo>
                  <a:pt x="515" y="300"/>
                </a:lnTo>
                <a:lnTo>
                  <a:pt x="516" y="300"/>
                </a:lnTo>
                <a:lnTo>
                  <a:pt x="517" y="302"/>
                </a:lnTo>
                <a:lnTo>
                  <a:pt x="517" y="303"/>
                </a:lnTo>
                <a:lnTo>
                  <a:pt x="518" y="303"/>
                </a:lnTo>
                <a:lnTo>
                  <a:pt x="519" y="303"/>
                </a:lnTo>
                <a:lnTo>
                  <a:pt x="519" y="302"/>
                </a:lnTo>
                <a:lnTo>
                  <a:pt x="520" y="302"/>
                </a:lnTo>
                <a:lnTo>
                  <a:pt x="522" y="301"/>
                </a:lnTo>
                <a:lnTo>
                  <a:pt x="524" y="301"/>
                </a:lnTo>
                <a:lnTo>
                  <a:pt x="526" y="301"/>
                </a:lnTo>
                <a:lnTo>
                  <a:pt x="526" y="300"/>
                </a:lnTo>
                <a:lnTo>
                  <a:pt x="527" y="300"/>
                </a:lnTo>
                <a:lnTo>
                  <a:pt x="527" y="299"/>
                </a:lnTo>
                <a:lnTo>
                  <a:pt x="528" y="299"/>
                </a:lnTo>
                <a:lnTo>
                  <a:pt x="528" y="298"/>
                </a:lnTo>
                <a:lnTo>
                  <a:pt x="529" y="298"/>
                </a:lnTo>
                <a:lnTo>
                  <a:pt x="529" y="299"/>
                </a:lnTo>
                <a:lnTo>
                  <a:pt x="530" y="299"/>
                </a:lnTo>
                <a:lnTo>
                  <a:pt x="530" y="300"/>
                </a:lnTo>
                <a:lnTo>
                  <a:pt x="529" y="300"/>
                </a:lnTo>
                <a:lnTo>
                  <a:pt x="528" y="301"/>
                </a:lnTo>
                <a:lnTo>
                  <a:pt x="528" y="302"/>
                </a:lnTo>
                <a:lnTo>
                  <a:pt x="527" y="303"/>
                </a:lnTo>
                <a:lnTo>
                  <a:pt x="527" y="304"/>
                </a:lnTo>
                <a:lnTo>
                  <a:pt x="526" y="305"/>
                </a:lnTo>
                <a:lnTo>
                  <a:pt x="527" y="306"/>
                </a:lnTo>
                <a:lnTo>
                  <a:pt x="528" y="307"/>
                </a:lnTo>
                <a:lnTo>
                  <a:pt x="528" y="308"/>
                </a:lnTo>
                <a:lnTo>
                  <a:pt x="527" y="308"/>
                </a:lnTo>
                <a:lnTo>
                  <a:pt x="528" y="308"/>
                </a:lnTo>
                <a:lnTo>
                  <a:pt x="528" y="309"/>
                </a:lnTo>
                <a:lnTo>
                  <a:pt x="529" y="309"/>
                </a:lnTo>
                <a:lnTo>
                  <a:pt x="529" y="308"/>
                </a:lnTo>
                <a:lnTo>
                  <a:pt x="529" y="309"/>
                </a:lnTo>
                <a:lnTo>
                  <a:pt x="530" y="309"/>
                </a:lnTo>
                <a:lnTo>
                  <a:pt x="530" y="310"/>
                </a:lnTo>
                <a:lnTo>
                  <a:pt x="529" y="310"/>
                </a:lnTo>
                <a:lnTo>
                  <a:pt x="528" y="310"/>
                </a:lnTo>
                <a:lnTo>
                  <a:pt x="528" y="311"/>
                </a:lnTo>
                <a:lnTo>
                  <a:pt x="529" y="311"/>
                </a:lnTo>
                <a:lnTo>
                  <a:pt x="529" y="312"/>
                </a:lnTo>
                <a:lnTo>
                  <a:pt x="529" y="313"/>
                </a:lnTo>
                <a:lnTo>
                  <a:pt x="529" y="314"/>
                </a:lnTo>
                <a:lnTo>
                  <a:pt x="530" y="315"/>
                </a:lnTo>
                <a:lnTo>
                  <a:pt x="531" y="315"/>
                </a:lnTo>
                <a:lnTo>
                  <a:pt x="532" y="315"/>
                </a:lnTo>
                <a:lnTo>
                  <a:pt x="532" y="316"/>
                </a:lnTo>
                <a:lnTo>
                  <a:pt x="533" y="317"/>
                </a:lnTo>
                <a:lnTo>
                  <a:pt x="533" y="318"/>
                </a:lnTo>
                <a:lnTo>
                  <a:pt x="532" y="320"/>
                </a:lnTo>
                <a:lnTo>
                  <a:pt x="531" y="320"/>
                </a:lnTo>
                <a:lnTo>
                  <a:pt x="529" y="320"/>
                </a:lnTo>
                <a:lnTo>
                  <a:pt x="529" y="321"/>
                </a:lnTo>
                <a:lnTo>
                  <a:pt x="528" y="321"/>
                </a:lnTo>
                <a:lnTo>
                  <a:pt x="528" y="320"/>
                </a:lnTo>
                <a:lnTo>
                  <a:pt x="527" y="320"/>
                </a:lnTo>
                <a:lnTo>
                  <a:pt x="527" y="321"/>
                </a:lnTo>
                <a:lnTo>
                  <a:pt x="527" y="322"/>
                </a:lnTo>
                <a:lnTo>
                  <a:pt x="527" y="323"/>
                </a:lnTo>
                <a:lnTo>
                  <a:pt x="528" y="324"/>
                </a:lnTo>
                <a:lnTo>
                  <a:pt x="527" y="324"/>
                </a:lnTo>
                <a:lnTo>
                  <a:pt x="527" y="325"/>
                </a:lnTo>
                <a:lnTo>
                  <a:pt x="528" y="325"/>
                </a:lnTo>
                <a:lnTo>
                  <a:pt x="529" y="325"/>
                </a:lnTo>
                <a:lnTo>
                  <a:pt x="530" y="325"/>
                </a:lnTo>
                <a:lnTo>
                  <a:pt x="530" y="326"/>
                </a:lnTo>
                <a:lnTo>
                  <a:pt x="530" y="327"/>
                </a:lnTo>
                <a:lnTo>
                  <a:pt x="530" y="328"/>
                </a:lnTo>
                <a:lnTo>
                  <a:pt x="530" y="329"/>
                </a:lnTo>
                <a:lnTo>
                  <a:pt x="529" y="329"/>
                </a:lnTo>
                <a:lnTo>
                  <a:pt x="529" y="330"/>
                </a:lnTo>
                <a:lnTo>
                  <a:pt x="528" y="330"/>
                </a:lnTo>
                <a:lnTo>
                  <a:pt x="527" y="331"/>
                </a:lnTo>
                <a:lnTo>
                  <a:pt x="526" y="332"/>
                </a:lnTo>
                <a:lnTo>
                  <a:pt x="525" y="333"/>
                </a:lnTo>
                <a:lnTo>
                  <a:pt x="524" y="333"/>
                </a:lnTo>
                <a:lnTo>
                  <a:pt x="523" y="333"/>
                </a:lnTo>
                <a:lnTo>
                  <a:pt x="523" y="334"/>
                </a:lnTo>
                <a:lnTo>
                  <a:pt x="524" y="334"/>
                </a:lnTo>
                <a:lnTo>
                  <a:pt x="525" y="334"/>
                </a:lnTo>
                <a:lnTo>
                  <a:pt x="526" y="335"/>
                </a:lnTo>
                <a:lnTo>
                  <a:pt x="526" y="338"/>
                </a:lnTo>
                <a:lnTo>
                  <a:pt x="525" y="339"/>
                </a:lnTo>
                <a:lnTo>
                  <a:pt x="523" y="340"/>
                </a:lnTo>
                <a:lnTo>
                  <a:pt x="522" y="340"/>
                </a:lnTo>
                <a:lnTo>
                  <a:pt x="522" y="341"/>
                </a:lnTo>
                <a:lnTo>
                  <a:pt x="522" y="342"/>
                </a:lnTo>
                <a:lnTo>
                  <a:pt x="522" y="344"/>
                </a:lnTo>
                <a:lnTo>
                  <a:pt x="520" y="345"/>
                </a:lnTo>
                <a:lnTo>
                  <a:pt x="520" y="346"/>
                </a:lnTo>
                <a:lnTo>
                  <a:pt x="519" y="346"/>
                </a:lnTo>
                <a:lnTo>
                  <a:pt x="518" y="346"/>
                </a:lnTo>
                <a:lnTo>
                  <a:pt x="518" y="347"/>
                </a:lnTo>
                <a:lnTo>
                  <a:pt x="517" y="347"/>
                </a:lnTo>
                <a:lnTo>
                  <a:pt x="517" y="349"/>
                </a:lnTo>
                <a:lnTo>
                  <a:pt x="517" y="350"/>
                </a:lnTo>
                <a:lnTo>
                  <a:pt x="517" y="351"/>
                </a:lnTo>
                <a:lnTo>
                  <a:pt x="517" y="352"/>
                </a:lnTo>
                <a:lnTo>
                  <a:pt x="517" y="353"/>
                </a:lnTo>
                <a:lnTo>
                  <a:pt x="517" y="354"/>
                </a:lnTo>
                <a:lnTo>
                  <a:pt x="516" y="354"/>
                </a:lnTo>
                <a:lnTo>
                  <a:pt x="517" y="355"/>
                </a:lnTo>
                <a:lnTo>
                  <a:pt x="517" y="356"/>
                </a:lnTo>
                <a:lnTo>
                  <a:pt x="518" y="357"/>
                </a:lnTo>
                <a:lnTo>
                  <a:pt x="517" y="357"/>
                </a:lnTo>
                <a:lnTo>
                  <a:pt x="516" y="357"/>
                </a:lnTo>
                <a:lnTo>
                  <a:pt x="515" y="357"/>
                </a:lnTo>
                <a:lnTo>
                  <a:pt x="515" y="358"/>
                </a:lnTo>
                <a:lnTo>
                  <a:pt x="515" y="359"/>
                </a:lnTo>
                <a:lnTo>
                  <a:pt x="513" y="359"/>
                </a:lnTo>
                <a:lnTo>
                  <a:pt x="512" y="359"/>
                </a:lnTo>
                <a:lnTo>
                  <a:pt x="511" y="359"/>
                </a:lnTo>
                <a:lnTo>
                  <a:pt x="510" y="359"/>
                </a:lnTo>
                <a:lnTo>
                  <a:pt x="508" y="357"/>
                </a:lnTo>
                <a:lnTo>
                  <a:pt x="507" y="357"/>
                </a:lnTo>
                <a:lnTo>
                  <a:pt x="506" y="357"/>
                </a:lnTo>
                <a:lnTo>
                  <a:pt x="505" y="357"/>
                </a:lnTo>
                <a:lnTo>
                  <a:pt x="505" y="356"/>
                </a:lnTo>
                <a:lnTo>
                  <a:pt x="506" y="356"/>
                </a:lnTo>
                <a:lnTo>
                  <a:pt x="506" y="355"/>
                </a:lnTo>
                <a:lnTo>
                  <a:pt x="505" y="354"/>
                </a:lnTo>
                <a:lnTo>
                  <a:pt x="504" y="354"/>
                </a:lnTo>
                <a:lnTo>
                  <a:pt x="505" y="354"/>
                </a:lnTo>
                <a:lnTo>
                  <a:pt x="505" y="353"/>
                </a:lnTo>
                <a:lnTo>
                  <a:pt x="505" y="352"/>
                </a:lnTo>
                <a:lnTo>
                  <a:pt x="505" y="351"/>
                </a:lnTo>
                <a:lnTo>
                  <a:pt x="504" y="350"/>
                </a:lnTo>
                <a:lnTo>
                  <a:pt x="503" y="350"/>
                </a:lnTo>
                <a:lnTo>
                  <a:pt x="502" y="350"/>
                </a:lnTo>
                <a:lnTo>
                  <a:pt x="502" y="351"/>
                </a:lnTo>
                <a:lnTo>
                  <a:pt x="503" y="353"/>
                </a:lnTo>
                <a:lnTo>
                  <a:pt x="504" y="353"/>
                </a:lnTo>
                <a:lnTo>
                  <a:pt x="504" y="354"/>
                </a:lnTo>
                <a:lnTo>
                  <a:pt x="503" y="355"/>
                </a:lnTo>
                <a:lnTo>
                  <a:pt x="502" y="355"/>
                </a:lnTo>
                <a:lnTo>
                  <a:pt x="502" y="354"/>
                </a:lnTo>
                <a:lnTo>
                  <a:pt x="501" y="355"/>
                </a:lnTo>
                <a:lnTo>
                  <a:pt x="501" y="356"/>
                </a:lnTo>
                <a:lnTo>
                  <a:pt x="501" y="357"/>
                </a:lnTo>
                <a:lnTo>
                  <a:pt x="500" y="357"/>
                </a:lnTo>
                <a:lnTo>
                  <a:pt x="499" y="356"/>
                </a:lnTo>
                <a:lnTo>
                  <a:pt x="499" y="355"/>
                </a:lnTo>
                <a:lnTo>
                  <a:pt x="499" y="354"/>
                </a:lnTo>
                <a:lnTo>
                  <a:pt x="500" y="353"/>
                </a:lnTo>
                <a:lnTo>
                  <a:pt x="500" y="351"/>
                </a:lnTo>
                <a:lnTo>
                  <a:pt x="499" y="350"/>
                </a:lnTo>
                <a:lnTo>
                  <a:pt x="498" y="350"/>
                </a:lnTo>
                <a:lnTo>
                  <a:pt x="497" y="350"/>
                </a:lnTo>
                <a:lnTo>
                  <a:pt x="496" y="350"/>
                </a:lnTo>
                <a:lnTo>
                  <a:pt x="495" y="350"/>
                </a:lnTo>
                <a:lnTo>
                  <a:pt x="494" y="351"/>
                </a:lnTo>
                <a:lnTo>
                  <a:pt x="494" y="352"/>
                </a:lnTo>
                <a:lnTo>
                  <a:pt x="494" y="353"/>
                </a:lnTo>
                <a:lnTo>
                  <a:pt x="493" y="353"/>
                </a:lnTo>
                <a:lnTo>
                  <a:pt x="492" y="352"/>
                </a:lnTo>
                <a:lnTo>
                  <a:pt x="491" y="352"/>
                </a:lnTo>
                <a:lnTo>
                  <a:pt x="490" y="352"/>
                </a:lnTo>
                <a:lnTo>
                  <a:pt x="489" y="352"/>
                </a:lnTo>
                <a:lnTo>
                  <a:pt x="489" y="351"/>
                </a:lnTo>
                <a:lnTo>
                  <a:pt x="488" y="351"/>
                </a:lnTo>
                <a:lnTo>
                  <a:pt x="486" y="353"/>
                </a:lnTo>
                <a:lnTo>
                  <a:pt x="487" y="354"/>
                </a:lnTo>
                <a:lnTo>
                  <a:pt x="487" y="355"/>
                </a:lnTo>
                <a:lnTo>
                  <a:pt x="487" y="354"/>
                </a:lnTo>
                <a:lnTo>
                  <a:pt x="486" y="354"/>
                </a:lnTo>
                <a:lnTo>
                  <a:pt x="486" y="355"/>
                </a:lnTo>
                <a:lnTo>
                  <a:pt x="485" y="355"/>
                </a:lnTo>
                <a:lnTo>
                  <a:pt x="485" y="356"/>
                </a:lnTo>
                <a:lnTo>
                  <a:pt x="484" y="357"/>
                </a:lnTo>
                <a:lnTo>
                  <a:pt x="484" y="356"/>
                </a:lnTo>
                <a:lnTo>
                  <a:pt x="483" y="356"/>
                </a:lnTo>
                <a:lnTo>
                  <a:pt x="483" y="357"/>
                </a:lnTo>
                <a:lnTo>
                  <a:pt x="483" y="358"/>
                </a:lnTo>
                <a:lnTo>
                  <a:pt x="482" y="358"/>
                </a:lnTo>
                <a:lnTo>
                  <a:pt x="482" y="357"/>
                </a:lnTo>
                <a:lnTo>
                  <a:pt x="481" y="357"/>
                </a:lnTo>
                <a:lnTo>
                  <a:pt x="480" y="357"/>
                </a:lnTo>
                <a:lnTo>
                  <a:pt x="479" y="358"/>
                </a:lnTo>
                <a:lnTo>
                  <a:pt x="478" y="359"/>
                </a:lnTo>
                <a:lnTo>
                  <a:pt x="477" y="359"/>
                </a:lnTo>
                <a:lnTo>
                  <a:pt x="477" y="360"/>
                </a:lnTo>
                <a:lnTo>
                  <a:pt x="477" y="362"/>
                </a:lnTo>
                <a:lnTo>
                  <a:pt x="478" y="362"/>
                </a:lnTo>
                <a:lnTo>
                  <a:pt x="478" y="363"/>
                </a:lnTo>
                <a:lnTo>
                  <a:pt x="479" y="363"/>
                </a:lnTo>
                <a:lnTo>
                  <a:pt x="480" y="363"/>
                </a:lnTo>
                <a:lnTo>
                  <a:pt x="480" y="362"/>
                </a:lnTo>
                <a:lnTo>
                  <a:pt x="481" y="363"/>
                </a:lnTo>
                <a:lnTo>
                  <a:pt x="482" y="363"/>
                </a:lnTo>
                <a:lnTo>
                  <a:pt x="483" y="362"/>
                </a:lnTo>
                <a:lnTo>
                  <a:pt x="484" y="361"/>
                </a:lnTo>
                <a:lnTo>
                  <a:pt x="485" y="360"/>
                </a:lnTo>
                <a:lnTo>
                  <a:pt x="485" y="359"/>
                </a:lnTo>
                <a:lnTo>
                  <a:pt x="486" y="359"/>
                </a:lnTo>
                <a:lnTo>
                  <a:pt x="487" y="358"/>
                </a:lnTo>
                <a:lnTo>
                  <a:pt x="487" y="357"/>
                </a:lnTo>
                <a:lnTo>
                  <a:pt x="489" y="358"/>
                </a:lnTo>
                <a:lnTo>
                  <a:pt x="490" y="358"/>
                </a:lnTo>
                <a:lnTo>
                  <a:pt x="491" y="357"/>
                </a:lnTo>
                <a:lnTo>
                  <a:pt x="491" y="356"/>
                </a:lnTo>
                <a:lnTo>
                  <a:pt x="492" y="356"/>
                </a:lnTo>
                <a:lnTo>
                  <a:pt x="492" y="357"/>
                </a:lnTo>
                <a:lnTo>
                  <a:pt x="491" y="358"/>
                </a:lnTo>
                <a:lnTo>
                  <a:pt x="492" y="358"/>
                </a:lnTo>
                <a:lnTo>
                  <a:pt x="493" y="358"/>
                </a:lnTo>
                <a:lnTo>
                  <a:pt x="493" y="359"/>
                </a:lnTo>
                <a:lnTo>
                  <a:pt x="494" y="359"/>
                </a:lnTo>
                <a:lnTo>
                  <a:pt x="493" y="360"/>
                </a:lnTo>
                <a:lnTo>
                  <a:pt x="493" y="361"/>
                </a:lnTo>
                <a:lnTo>
                  <a:pt x="493" y="362"/>
                </a:lnTo>
                <a:lnTo>
                  <a:pt x="492" y="363"/>
                </a:lnTo>
                <a:lnTo>
                  <a:pt x="490" y="366"/>
                </a:lnTo>
                <a:lnTo>
                  <a:pt x="490" y="367"/>
                </a:lnTo>
                <a:lnTo>
                  <a:pt x="490" y="368"/>
                </a:lnTo>
                <a:lnTo>
                  <a:pt x="490" y="369"/>
                </a:lnTo>
                <a:lnTo>
                  <a:pt x="491" y="369"/>
                </a:lnTo>
                <a:lnTo>
                  <a:pt x="491" y="370"/>
                </a:lnTo>
                <a:lnTo>
                  <a:pt x="491" y="371"/>
                </a:lnTo>
                <a:lnTo>
                  <a:pt x="491" y="373"/>
                </a:lnTo>
                <a:lnTo>
                  <a:pt x="491" y="374"/>
                </a:lnTo>
                <a:lnTo>
                  <a:pt x="492" y="374"/>
                </a:lnTo>
                <a:lnTo>
                  <a:pt x="492" y="375"/>
                </a:lnTo>
                <a:lnTo>
                  <a:pt x="493" y="375"/>
                </a:lnTo>
                <a:lnTo>
                  <a:pt x="495" y="376"/>
                </a:lnTo>
                <a:lnTo>
                  <a:pt x="494" y="377"/>
                </a:lnTo>
                <a:lnTo>
                  <a:pt x="493" y="377"/>
                </a:lnTo>
                <a:lnTo>
                  <a:pt x="492" y="378"/>
                </a:lnTo>
                <a:lnTo>
                  <a:pt x="492" y="379"/>
                </a:lnTo>
                <a:lnTo>
                  <a:pt x="491" y="379"/>
                </a:lnTo>
                <a:lnTo>
                  <a:pt x="490" y="379"/>
                </a:lnTo>
                <a:lnTo>
                  <a:pt x="490" y="380"/>
                </a:lnTo>
                <a:lnTo>
                  <a:pt x="489" y="380"/>
                </a:lnTo>
                <a:lnTo>
                  <a:pt x="488" y="379"/>
                </a:lnTo>
                <a:lnTo>
                  <a:pt x="487" y="379"/>
                </a:lnTo>
                <a:lnTo>
                  <a:pt x="486" y="378"/>
                </a:lnTo>
                <a:lnTo>
                  <a:pt x="486" y="377"/>
                </a:lnTo>
                <a:lnTo>
                  <a:pt x="486" y="378"/>
                </a:lnTo>
                <a:lnTo>
                  <a:pt x="485" y="378"/>
                </a:lnTo>
                <a:lnTo>
                  <a:pt x="484" y="378"/>
                </a:lnTo>
                <a:lnTo>
                  <a:pt x="484" y="377"/>
                </a:lnTo>
                <a:lnTo>
                  <a:pt x="482" y="376"/>
                </a:lnTo>
                <a:lnTo>
                  <a:pt x="482" y="375"/>
                </a:lnTo>
                <a:lnTo>
                  <a:pt x="481" y="376"/>
                </a:lnTo>
                <a:lnTo>
                  <a:pt x="480" y="376"/>
                </a:lnTo>
                <a:lnTo>
                  <a:pt x="480" y="377"/>
                </a:lnTo>
                <a:lnTo>
                  <a:pt x="479" y="377"/>
                </a:lnTo>
                <a:lnTo>
                  <a:pt x="478" y="377"/>
                </a:lnTo>
                <a:lnTo>
                  <a:pt x="477" y="377"/>
                </a:lnTo>
                <a:lnTo>
                  <a:pt x="477" y="376"/>
                </a:lnTo>
                <a:lnTo>
                  <a:pt x="477" y="375"/>
                </a:lnTo>
                <a:lnTo>
                  <a:pt x="476" y="376"/>
                </a:lnTo>
                <a:lnTo>
                  <a:pt x="475" y="375"/>
                </a:lnTo>
                <a:lnTo>
                  <a:pt x="474" y="376"/>
                </a:lnTo>
                <a:lnTo>
                  <a:pt x="473" y="376"/>
                </a:lnTo>
                <a:lnTo>
                  <a:pt x="472" y="377"/>
                </a:lnTo>
                <a:lnTo>
                  <a:pt x="471" y="376"/>
                </a:lnTo>
                <a:lnTo>
                  <a:pt x="471" y="377"/>
                </a:lnTo>
                <a:lnTo>
                  <a:pt x="470" y="377"/>
                </a:lnTo>
                <a:lnTo>
                  <a:pt x="470" y="378"/>
                </a:lnTo>
                <a:lnTo>
                  <a:pt x="470" y="379"/>
                </a:lnTo>
                <a:lnTo>
                  <a:pt x="469" y="378"/>
                </a:lnTo>
                <a:lnTo>
                  <a:pt x="469" y="377"/>
                </a:lnTo>
                <a:lnTo>
                  <a:pt x="468" y="376"/>
                </a:lnTo>
                <a:lnTo>
                  <a:pt x="467" y="376"/>
                </a:lnTo>
                <a:lnTo>
                  <a:pt x="468" y="374"/>
                </a:lnTo>
                <a:lnTo>
                  <a:pt x="468" y="373"/>
                </a:lnTo>
                <a:lnTo>
                  <a:pt x="468" y="372"/>
                </a:lnTo>
                <a:lnTo>
                  <a:pt x="468" y="371"/>
                </a:lnTo>
                <a:lnTo>
                  <a:pt x="467" y="371"/>
                </a:lnTo>
                <a:lnTo>
                  <a:pt x="467" y="370"/>
                </a:lnTo>
                <a:lnTo>
                  <a:pt x="468" y="369"/>
                </a:lnTo>
                <a:lnTo>
                  <a:pt x="467" y="368"/>
                </a:lnTo>
                <a:lnTo>
                  <a:pt x="466" y="368"/>
                </a:lnTo>
                <a:lnTo>
                  <a:pt x="465" y="368"/>
                </a:lnTo>
                <a:lnTo>
                  <a:pt x="465" y="367"/>
                </a:lnTo>
                <a:lnTo>
                  <a:pt x="464" y="367"/>
                </a:lnTo>
                <a:lnTo>
                  <a:pt x="463" y="367"/>
                </a:lnTo>
                <a:lnTo>
                  <a:pt x="462" y="367"/>
                </a:lnTo>
                <a:lnTo>
                  <a:pt x="462" y="368"/>
                </a:lnTo>
                <a:lnTo>
                  <a:pt x="461" y="368"/>
                </a:lnTo>
                <a:lnTo>
                  <a:pt x="460" y="369"/>
                </a:lnTo>
                <a:lnTo>
                  <a:pt x="460" y="368"/>
                </a:lnTo>
                <a:lnTo>
                  <a:pt x="459" y="368"/>
                </a:lnTo>
                <a:lnTo>
                  <a:pt x="459" y="369"/>
                </a:lnTo>
                <a:lnTo>
                  <a:pt x="458" y="370"/>
                </a:lnTo>
                <a:lnTo>
                  <a:pt x="458" y="371"/>
                </a:lnTo>
                <a:lnTo>
                  <a:pt x="459" y="371"/>
                </a:lnTo>
                <a:lnTo>
                  <a:pt x="459" y="372"/>
                </a:lnTo>
                <a:lnTo>
                  <a:pt x="459" y="373"/>
                </a:lnTo>
                <a:lnTo>
                  <a:pt x="458" y="373"/>
                </a:lnTo>
                <a:lnTo>
                  <a:pt x="458" y="372"/>
                </a:lnTo>
                <a:lnTo>
                  <a:pt x="457" y="372"/>
                </a:lnTo>
                <a:lnTo>
                  <a:pt x="456" y="373"/>
                </a:lnTo>
                <a:lnTo>
                  <a:pt x="456" y="374"/>
                </a:lnTo>
                <a:lnTo>
                  <a:pt x="456" y="375"/>
                </a:lnTo>
                <a:lnTo>
                  <a:pt x="456" y="376"/>
                </a:lnTo>
                <a:lnTo>
                  <a:pt x="457" y="376"/>
                </a:lnTo>
                <a:lnTo>
                  <a:pt x="458" y="377"/>
                </a:lnTo>
                <a:lnTo>
                  <a:pt x="458" y="378"/>
                </a:lnTo>
                <a:lnTo>
                  <a:pt x="459" y="378"/>
                </a:lnTo>
                <a:lnTo>
                  <a:pt x="459" y="379"/>
                </a:lnTo>
                <a:lnTo>
                  <a:pt x="458" y="379"/>
                </a:lnTo>
                <a:lnTo>
                  <a:pt x="457" y="378"/>
                </a:lnTo>
                <a:lnTo>
                  <a:pt x="456" y="378"/>
                </a:lnTo>
                <a:lnTo>
                  <a:pt x="455" y="379"/>
                </a:lnTo>
                <a:lnTo>
                  <a:pt x="454" y="379"/>
                </a:lnTo>
                <a:lnTo>
                  <a:pt x="453" y="381"/>
                </a:lnTo>
                <a:lnTo>
                  <a:pt x="453" y="382"/>
                </a:lnTo>
                <a:lnTo>
                  <a:pt x="452" y="382"/>
                </a:lnTo>
                <a:lnTo>
                  <a:pt x="452" y="383"/>
                </a:lnTo>
                <a:lnTo>
                  <a:pt x="453" y="383"/>
                </a:lnTo>
                <a:lnTo>
                  <a:pt x="453" y="384"/>
                </a:lnTo>
                <a:lnTo>
                  <a:pt x="454" y="384"/>
                </a:lnTo>
                <a:lnTo>
                  <a:pt x="454" y="385"/>
                </a:lnTo>
                <a:lnTo>
                  <a:pt x="453" y="385"/>
                </a:lnTo>
                <a:lnTo>
                  <a:pt x="452" y="384"/>
                </a:lnTo>
                <a:lnTo>
                  <a:pt x="452" y="383"/>
                </a:lnTo>
                <a:lnTo>
                  <a:pt x="452" y="384"/>
                </a:lnTo>
                <a:lnTo>
                  <a:pt x="451" y="386"/>
                </a:lnTo>
                <a:lnTo>
                  <a:pt x="450" y="387"/>
                </a:lnTo>
                <a:lnTo>
                  <a:pt x="451" y="387"/>
                </a:lnTo>
                <a:lnTo>
                  <a:pt x="451" y="388"/>
                </a:lnTo>
                <a:lnTo>
                  <a:pt x="450" y="389"/>
                </a:lnTo>
                <a:lnTo>
                  <a:pt x="450" y="390"/>
                </a:lnTo>
                <a:lnTo>
                  <a:pt x="450" y="391"/>
                </a:lnTo>
                <a:lnTo>
                  <a:pt x="451" y="391"/>
                </a:lnTo>
                <a:lnTo>
                  <a:pt x="452" y="391"/>
                </a:lnTo>
                <a:lnTo>
                  <a:pt x="452" y="392"/>
                </a:lnTo>
                <a:lnTo>
                  <a:pt x="453" y="394"/>
                </a:lnTo>
                <a:lnTo>
                  <a:pt x="453" y="395"/>
                </a:lnTo>
                <a:lnTo>
                  <a:pt x="452" y="395"/>
                </a:lnTo>
                <a:lnTo>
                  <a:pt x="452" y="396"/>
                </a:lnTo>
                <a:lnTo>
                  <a:pt x="453" y="397"/>
                </a:lnTo>
                <a:lnTo>
                  <a:pt x="453" y="398"/>
                </a:lnTo>
                <a:lnTo>
                  <a:pt x="453" y="399"/>
                </a:lnTo>
                <a:lnTo>
                  <a:pt x="453" y="400"/>
                </a:lnTo>
                <a:lnTo>
                  <a:pt x="453" y="401"/>
                </a:lnTo>
                <a:lnTo>
                  <a:pt x="452" y="401"/>
                </a:lnTo>
                <a:lnTo>
                  <a:pt x="451" y="400"/>
                </a:lnTo>
                <a:lnTo>
                  <a:pt x="450" y="399"/>
                </a:lnTo>
                <a:lnTo>
                  <a:pt x="450" y="398"/>
                </a:lnTo>
                <a:lnTo>
                  <a:pt x="450" y="397"/>
                </a:lnTo>
                <a:lnTo>
                  <a:pt x="449" y="395"/>
                </a:lnTo>
                <a:lnTo>
                  <a:pt x="448" y="395"/>
                </a:lnTo>
                <a:lnTo>
                  <a:pt x="447" y="394"/>
                </a:lnTo>
                <a:lnTo>
                  <a:pt x="448" y="394"/>
                </a:lnTo>
                <a:lnTo>
                  <a:pt x="448" y="393"/>
                </a:lnTo>
                <a:lnTo>
                  <a:pt x="447" y="392"/>
                </a:lnTo>
                <a:lnTo>
                  <a:pt x="446" y="391"/>
                </a:lnTo>
                <a:lnTo>
                  <a:pt x="445" y="390"/>
                </a:lnTo>
                <a:lnTo>
                  <a:pt x="444" y="390"/>
                </a:lnTo>
                <a:lnTo>
                  <a:pt x="443" y="390"/>
                </a:lnTo>
                <a:lnTo>
                  <a:pt x="443" y="389"/>
                </a:lnTo>
                <a:lnTo>
                  <a:pt x="442" y="387"/>
                </a:lnTo>
                <a:lnTo>
                  <a:pt x="441" y="387"/>
                </a:lnTo>
                <a:lnTo>
                  <a:pt x="441" y="386"/>
                </a:lnTo>
                <a:lnTo>
                  <a:pt x="440" y="386"/>
                </a:lnTo>
                <a:lnTo>
                  <a:pt x="439" y="386"/>
                </a:lnTo>
                <a:lnTo>
                  <a:pt x="437" y="386"/>
                </a:lnTo>
                <a:lnTo>
                  <a:pt x="436" y="387"/>
                </a:lnTo>
                <a:lnTo>
                  <a:pt x="436" y="388"/>
                </a:lnTo>
                <a:lnTo>
                  <a:pt x="435" y="388"/>
                </a:lnTo>
                <a:lnTo>
                  <a:pt x="435" y="387"/>
                </a:lnTo>
                <a:lnTo>
                  <a:pt x="434" y="387"/>
                </a:lnTo>
                <a:lnTo>
                  <a:pt x="434" y="385"/>
                </a:lnTo>
                <a:lnTo>
                  <a:pt x="434" y="384"/>
                </a:lnTo>
                <a:lnTo>
                  <a:pt x="433" y="383"/>
                </a:lnTo>
                <a:lnTo>
                  <a:pt x="433" y="382"/>
                </a:lnTo>
                <a:lnTo>
                  <a:pt x="432" y="382"/>
                </a:lnTo>
                <a:lnTo>
                  <a:pt x="431" y="381"/>
                </a:lnTo>
                <a:lnTo>
                  <a:pt x="430" y="381"/>
                </a:lnTo>
                <a:lnTo>
                  <a:pt x="428" y="379"/>
                </a:lnTo>
                <a:lnTo>
                  <a:pt x="428" y="378"/>
                </a:lnTo>
                <a:lnTo>
                  <a:pt x="427" y="378"/>
                </a:lnTo>
                <a:lnTo>
                  <a:pt x="425" y="379"/>
                </a:lnTo>
                <a:lnTo>
                  <a:pt x="424" y="379"/>
                </a:lnTo>
                <a:lnTo>
                  <a:pt x="424" y="380"/>
                </a:lnTo>
                <a:lnTo>
                  <a:pt x="424" y="381"/>
                </a:lnTo>
                <a:lnTo>
                  <a:pt x="423" y="382"/>
                </a:lnTo>
                <a:lnTo>
                  <a:pt x="424" y="383"/>
                </a:lnTo>
                <a:lnTo>
                  <a:pt x="423" y="383"/>
                </a:lnTo>
                <a:lnTo>
                  <a:pt x="422" y="384"/>
                </a:lnTo>
                <a:lnTo>
                  <a:pt x="420" y="384"/>
                </a:lnTo>
                <a:lnTo>
                  <a:pt x="420" y="385"/>
                </a:lnTo>
                <a:lnTo>
                  <a:pt x="419" y="385"/>
                </a:lnTo>
                <a:lnTo>
                  <a:pt x="418" y="385"/>
                </a:lnTo>
                <a:lnTo>
                  <a:pt x="418" y="386"/>
                </a:lnTo>
                <a:lnTo>
                  <a:pt x="419" y="387"/>
                </a:lnTo>
                <a:lnTo>
                  <a:pt x="419" y="388"/>
                </a:lnTo>
                <a:lnTo>
                  <a:pt x="419" y="389"/>
                </a:lnTo>
                <a:lnTo>
                  <a:pt x="418" y="389"/>
                </a:lnTo>
                <a:lnTo>
                  <a:pt x="417" y="389"/>
                </a:lnTo>
                <a:lnTo>
                  <a:pt x="417" y="388"/>
                </a:lnTo>
                <a:lnTo>
                  <a:pt x="417" y="387"/>
                </a:lnTo>
                <a:lnTo>
                  <a:pt x="417" y="386"/>
                </a:lnTo>
                <a:lnTo>
                  <a:pt x="416" y="386"/>
                </a:lnTo>
                <a:lnTo>
                  <a:pt x="414" y="386"/>
                </a:lnTo>
                <a:lnTo>
                  <a:pt x="413" y="386"/>
                </a:lnTo>
                <a:lnTo>
                  <a:pt x="412" y="387"/>
                </a:lnTo>
                <a:lnTo>
                  <a:pt x="411" y="387"/>
                </a:lnTo>
                <a:lnTo>
                  <a:pt x="411" y="388"/>
                </a:lnTo>
                <a:lnTo>
                  <a:pt x="411" y="389"/>
                </a:lnTo>
                <a:lnTo>
                  <a:pt x="412" y="389"/>
                </a:lnTo>
                <a:lnTo>
                  <a:pt x="412" y="388"/>
                </a:lnTo>
                <a:lnTo>
                  <a:pt x="413" y="389"/>
                </a:lnTo>
                <a:lnTo>
                  <a:pt x="414" y="390"/>
                </a:lnTo>
                <a:lnTo>
                  <a:pt x="413" y="390"/>
                </a:lnTo>
                <a:lnTo>
                  <a:pt x="414" y="391"/>
                </a:lnTo>
                <a:lnTo>
                  <a:pt x="414" y="392"/>
                </a:lnTo>
                <a:lnTo>
                  <a:pt x="413" y="392"/>
                </a:lnTo>
                <a:lnTo>
                  <a:pt x="411" y="392"/>
                </a:lnTo>
                <a:lnTo>
                  <a:pt x="410" y="392"/>
                </a:lnTo>
                <a:lnTo>
                  <a:pt x="409" y="393"/>
                </a:lnTo>
                <a:lnTo>
                  <a:pt x="410" y="393"/>
                </a:lnTo>
                <a:lnTo>
                  <a:pt x="411" y="394"/>
                </a:lnTo>
                <a:lnTo>
                  <a:pt x="411" y="395"/>
                </a:lnTo>
                <a:lnTo>
                  <a:pt x="410" y="396"/>
                </a:lnTo>
                <a:lnTo>
                  <a:pt x="410" y="397"/>
                </a:lnTo>
                <a:lnTo>
                  <a:pt x="410" y="398"/>
                </a:lnTo>
                <a:lnTo>
                  <a:pt x="411" y="399"/>
                </a:lnTo>
                <a:lnTo>
                  <a:pt x="410" y="400"/>
                </a:lnTo>
                <a:lnTo>
                  <a:pt x="410" y="401"/>
                </a:lnTo>
                <a:lnTo>
                  <a:pt x="410" y="402"/>
                </a:lnTo>
                <a:lnTo>
                  <a:pt x="409" y="403"/>
                </a:lnTo>
                <a:lnTo>
                  <a:pt x="409" y="404"/>
                </a:lnTo>
                <a:lnTo>
                  <a:pt x="410" y="404"/>
                </a:lnTo>
                <a:lnTo>
                  <a:pt x="410" y="405"/>
                </a:lnTo>
                <a:lnTo>
                  <a:pt x="409" y="405"/>
                </a:lnTo>
                <a:lnTo>
                  <a:pt x="409" y="406"/>
                </a:lnTo>
                <a:lnTo>
                  <a:pt x="409" y="407"/>
                </a:lnTo>
                <a:lnTo>
                  <a:pt x="409" y="408"/>
                </a:lnTo>
                <a:lnTo>
                  <a:pt x="409" y="409"/>
                </a:lnTo>
                <a:lnTo>
                  <a:pt x="408" y="409"/>
                </a:lnTo>
                <a:lnTo>
                  <a:pt x="408" y="410"/>
                </a:lnTo>
                <a:lnTo>
                  <a:pt x="407" y="410"/>
                </a:lnTo>
                <a:lnTo>
                  <a:pt x="407" y="411"/>
                </a:lnTo>
                <a:lnTo>
                  <a:pt x="406" y="411"/>
                </a:lnTo>
                <a:lnTo>
                  <a:pt x="405" y="412"/>
                </a:lnTo>
                <a:lnTo>
                  <a:pt x="404" y="413"/>
                </a:lnTo>
                <a:lnTo>
                  <a:pt x="404" y="412"/>
                </a:lnTo>
                <a:lnTo>
                  <a:pt x="403" y="412"/>
                </a:lnTo>
                <a:lnTo>
                  <a:pt x="402" y="412"/>
                </a:lnTo>
                <a:lnTo>
                  <a:pt x="400" y="412"/>
                </a:lnTo>
                <a:lnTo>
                  <a:pt x="399" y="412"/>
                </a:lnTo>
                <a:lnTo>
                  <a:pt x="399" y="413"/>
                </a:lnTo>
                <a:lnTo>
                  <a:pt x="398" y="413"/>
                </a:lnTo>
                <a:lnTo>
                  <a:pt x="397" y="413"/>
                </a:lnTo>
                <a:lnTo>
                  <a:pt x="397" y="412"/>
                </a:lnTo>
                <a:lnTo>
                  <a:pt x="396" y="412"/>
                </a:lnTo>
                <a:lnTo>
                  <a:pt x="396" y="413"/>
                </a:lnTo>
                <a:lnTo>
                  <a:pt x="395" y="414"/>
                </a:lnTo>
                <a:lnTo>
                  <a:pt x="394" y="414"/>
                </a:lnTo>
                <a:lnTo>
                  <a:pt x="393" y="414"/>
                </a:lnTo>
                <a:lnTo>
                  <a:pt x="392" y="415"/>
                </a:lnTo>
                <a:lnTo>
                  <a:pt x="391" y="415"/>
                </a:lnTo>
                <a:lnTo>
                  <a:pt x="391" y="416"/>
                </a:lnTo>
                <a:lnTo>
                  <a:pt x="390" y="416"/>
                </a:lnTo>
                <a:lnTo>
                  <a:pt x="389" y="417"/>
                </a:lnTo>
                <a:lnTo>
                  <a:pt x="388" y="417"/>
                </a:lnTo>
                <a:lnTo>
                  <a:pt x="387" y="418"/>
                </a:lnTo>
                <a:lnTo>
                  <a:pt x="386" y="418"/>
                </a:lnTo>
                <a:lnTo>
                  <a:pt x="385" y="418"/>
                </a:lnTo>
                <a:lnTo>
                  <a:pt x="385" y="419"/>
                </a:lnTo>
                <a:lnTo>
                  <a:pt x="385" y="420"/>
                </a:lnTo>
                <a:lnTo>
                  <a:pt x="384" y="420"/>
                </a:lnTo>
                <a:lnTo>
                  <a:pt x="383" y="420"/>
                </a:lnTo>
                <a:lnTo>
                  <a:pt x="382" y="420"/>
                </a:lnTo>
                <a:lnTo>
                  <a:pt x="381" y="420"/>
                </a:lnTo>
                <a:lnTo>
                  <a:pt x="380" y="419"/>
                </a:lnTo>
                <a:lnTo>
                  <a:pt x="379" y="420"/>
                </a:lnTo>
                <a:lnTo>
                  <a:pt x="378" y="420"/>
                </a:lnTo>
                <a:lnTo>
                  <a:pt x="377" y="420"/>
                </a:lnTo>
                <a:lnTo>
                  <a:pt x="376" y="420"/>
                </a:lnTo>
                <a:lnTo>
                  <a:pt x="375" y="420"/>
                </a:lnTo>
                <a:lnTo>
                  <a:pt x="376" y="419"/>
                </a:lnTo>
                <a:lnTo>
                  <a:pt x="377" y="418"/>
                </a:lnTo>
                <a:lnTo>
                  <a:pt x="378" y="418"/>
                </a:lnTo>
                <a:lnTo>
                  <a:pt x="378" y="417"/>
                </a:lnTo>
                <a:lnTo>
                  <a:pt x="377" y="417"/>
                </a:lnTo>
                <a:lnTo>
                  <a:pt x="377" y="416"/>
                </a:lnTo>
                <a:lnTo>
                  <a:pt x="377" y="415"/>
                </a:lnTo>
                <a:lnTo>
                  <a:pt x="376" y="414"/>
                </a:lnTo>
                <a:lnTo>
                  <a:pt x="376" y="413"/>
                </a:lnTo>
                <a:lnTo>
                  <a:pt x="375" y="413"/>
                </a:lnTo>
                <a:lnTo>
                  <a:pt x="375" y="412"/>
                </a:lnTo>
                <a:lnTo>
                  <a:pt x="375" y="411"/>
                </a:lnTo>
                <a:lnTo>
                  <a:pt x="375" y="410"/>
                </a:lnTo>
                <a:lnTo>
                  <a:pt x="376" y="410"/>
                </a:lnTo>
                <a:lnTo>
                  <a:pt x="376" y="409"/>
                </a:lnTo>
                <a:lnTo>
                  <a:pt x="375" y="409"/>
                </a:lnTo>
                <a:lnTo>
                  <a:pt x="375" y="408"/>
                </a:lnTo>
                <a:lnTo>
                  <a:pt x="374" y="408"/>
                </a:lnTo>
                <a:lnTo>
                  <a:pt x="373" y="408"/>
                </a:lnTo>
                <a:lnTo>
                  <a:pt x="373" y="409"/>
                </a:lnTo>
                <a:lnTo>
                  <a:pt x="372" y="410"/>
                </a:lnTo>
                <a:lnTo>
                  <a:pt x="371" y="410"/>
                </a:lnTo>
                <a:lnTo>
                  <a:pt x="371" y="411"/>
                </a:lnTo>
                <a:lnTo>
                  <a:pt x="370" y="411"/>
                </a:lnTo>
                <a:lnTo>
                  <a:pt x="370" y="412"/>
                </a:lnTo>
                <a:lnTo>
                  <a:pt x="369" y="412"/>
                </a:lnTo>
                <a:lnTo>
                  <a:pt x="369" y="413"/>
                </a:lnTo>
                <a:lnTo>
                  <a:pt x="368" y="412"/>
                </a:lnTo>
                <a:lnTo>
                  <a:pt x="369" y="412"/>
                </a:lnTo>
                <a:lnTo>
                  <a:pt x="369" y="411"/>
                </a:lnTo>
                <a:lnTo>
                  <a:pt x="370" y="411"/>
                </a:lnTo>
                <a:lnTo>
                  <a:pt x="369" y="410"/>
                </a:lnTo>
                <a:lnTo>
                  <a:pt x="370" y="410"/>
                </a:lnTo>
                <a:lnTo>
                  <a:pt x="370" y="409"/>
                </a:lnTo>
                <a:lnTo>
                  <a:pt x="369" y="409"/>
                </a:lnTo>
                <a:lnTo>
                  <a:pt x="369" y="410"/>
                </a:lnTo>
                <a:lnTo>
                  <a:pt x="368" y="409"/>
                </a:lnTo>
                <a:lnTo>
                  <a:pt x="368" y="408"/>
                </a:lnTo>
                <a:lnTo>
                  <a:pt x="367" y="408"/>
                </a:lnTo>
                <a:lnTo>
                  <a:pt x="366" y="407"/>
                </a:lnTo>
                <a:lnTo>
                  <a:pt x="367" y="407"/>
                </a:lnTo>
                <a:lnTo>
                  <a:pt x="366" y="407"/>
                </a:lnTo>
                <a:lnTo>
                  <a:pt x="366" y="406"/>
                </a:lnTo>
                <a:lnTo>
                  <a:pt x="366" y="405"/>
                </a:lnTo>
                <a:lnTo>
                  <a:pt x="367" y="405"/>
                </a:lnTo>
                <a:lnTo>
                  <a:pt x="367" y="404"/>
                </a:lnTo>
                <a:lnTo>
                  <a:pt x="366" y="403"/>
                </a:lnTo>
                <a:lnTo>
                  <a:pt x="366" y="402"/>
                </a:lnTo>
                <a:lnTo>
                  <a:pt x="365" y="402"/>
                </a:lnTo>
                <a:lnTo>
                  <a:pt x="366" y="402"/>
                </a:lnTo>
                <a:lnTo>
                  <a:pt x="366" y="401"/>
                </a:lnTo>
                <a:lnTo>
                  <a:pt x="367" y="401"/>
                </a:lnTo>
                <a:lnTo>
                  <a:pt x="367" y="400"/>
                </a:lnTo>
                <a:lnTo>
                  <a:pt x="366" y="400"/>
                </a:lnTo>
                <a:lnTo>
                  <a:pt x="365" y="400"/>
                </a:lnTo>
                <a:lnTo>
                  <a:pt x="365" y="401"/>
                </a:lnTo>
                <a:lnTo>
                  <a:pt x="364" y="401"/>
                </a:lnTo>
                <a:lnTo>
                  <a:pt x="363" y="401"/>
                </a:lnTo>
                <a:lnTo>
                  <a:pt x="363" y="402"/>
                </a:lnTo>
                <a:lnTo>
                  <a:pt x="362" y="402"/>
                </a:lnTo>
                <a:lnTo>
                  <a:pt x="363" y="402"/>
                </a:lnTo>
                <a:lnTo>
                  <a:pt x="363" y="403"/>
                </a:lnTo>
                <a:lnTo>
                  <a:pt x="362" y="403"/>
                </a:lnTo>
                <a:lnTo>
                  <a:pt x="362" y="404"/>
                </a:lnTo>
                <a:lnTo>
                  <a:pt x="362" y="405"/>
                </a:lnTo>
                <a:lnTo>
                  <a:pt x="361" y="406"/>
                </a:lnTo>
                <a:lnTo>
                  <a:pt x="360" y="406"/>
                </a:lnTo>
                <a:lnTo>
                  <a:pt x="360" y="407"/>
                </a:lnTo>
                <a:lnTo>
                  <a:pt x="359" y="407"/>
                </a:lnTo>
                <a:lnTo>
                  <a:pt x="359" y="406"/>
                </a:lnTo>
                <a:lnTo>
                  <a:pt x="358" y="407"/>
                </a:lnTo>
                <a:lnTo>
                  <a:pt x="355" y="408"/>
                </a:lnTo>
                <a:lnTo>
                  <a:pt x="355" y="409"/>
                </a:lnTo>
                <a:lnTo>
                  <a:pt x="355" y="410"/>
                </a:lnTo>
                <a:lnTo>
                  <a:pt x="354" y="410"/>
                </a:lnTo>
                <a:lnTo>
                  <a:pt x="353" y="410"/>
                </a:lnTo>
                <a:lnTo>
                  <a:pt x="353" y="411"/>
                </a:lnTo>
                <a:lnTo>
                  <a:pt x="352" y="410"/>
                </a:lnTo>
                <a:lnTo>
                  <a:pt x="352" y="411"/>
                </a:lnTo>
                <a:lnTo>
                  <a:pt x="351" y="411"/>
                </a:lnTo>
                <a:lnTo>
                  <a:pt x="349" y="411"/>
                </a:lnTo>
                <a:lnTo>
                  <a:pt x="349" y="408"/>
                </a:lnTo>
                <a:lnTo>
                  <a:pt x="349" y="407"/>
                </a:lnTo>
                <a:lnTo>
                  <a:pt x="350" y="407"/>
                </a:lnTo>
                <a:lnTo>
                  <a:pt x="350" y="406"/>
                </a:lnTo>
                <a:lnTo>
                  <a:pt x="350" y="405"/>
                </a:lnTo>
                <a:lnTo>
                  <a:pt x="350" y="404"/>
                </a:lnTo>
                <a:lnTo>
                  <a:pt x="350" y="403"/>
                </a:lnTo>
                <a:lnTo>
                  <a:pt x="350" y="402"/>
                </a:lnTo>
                <a:lnTo>
                  <a:pt x="349" y="402"/>
                </a:lnTo>
                <a:lnTo>
                  <a:pt x="349" y="403"/>
                </a:lnTo>
                <a:lnTo>
                  <a:pt x="348" y="403"/>
                </a:lnTo>
                <a:lnTo>
                  <a:pt x="347" y="403"/>
                </a:lnTo>
                <a:lnTo>
                  <a:pt x="347" y="404"/>
                </a:lnTo>
                <a:lnTo>
                  <a:pt x="346" y="404"/>
                </a:lnTo>
                <a:lnTo>
                  <a:pt x="346" y="403"/>
                </a:lnTo>
                <a:lnTo>
                  <a:pt x="345" y="403"/>
                </a:lnTo>
                <a:lnTo>
                  <a:pt x="345" y="401"/>
                </a:lnTo>
                <a:lnTo>
                  <a:pt x="344" y="401"/>
                </a:lnTo>
                <a:lnTo>
                  <a:pt x="344" y="400"/>
                </a:lnTo>
                <a:lnTo>
                  <a:pt x="344" y="399"/>
                </a:lnTo>
                <a:lnTo>
                  <a:pt x="345" y="399"/>
                </a:lnTo>
                <a:lnTo>
                  <a:pt x="344" y="398"/>
                </a:lnTo>
                <a:lnTo>
                  <a:pt x="343" y="397"/>
                </a:lnTo>
                <a:lnTo>
                  <a:pt x="343" y="396"/>
                </a:lnTo>
                <a:lnTo>
                  <a:pt x="344" y="395"/>
                </a:lnTo>
                <a:lnTo>
                  <a:pt x="344" y="393"/>
                </a:lnTo>
                <a:lnTo>
                  <a:pt x="345" y="393"/>
                </a:lnTo>
                <a:lnTo>
                  <a:pt x="344" y="393"/>
                </a:lnTo>
                <a:lnTo>
                  <a:pt x="343" y="393"/>
                </a:lnTo>
                <a:lnTo>
                  <a:pt x="342" y="392"/>
                </a:lnTo>
                <a:lnTo>
                  <a:pt x="342" y="391"/>
                </a:lnTo>
                <a:lnTo>
                  <a:pt x="341" y="391"/>
                </a:lnTo>
                <a:lnTo>
                  <a:pt x="340" y="390"/>
                </a:lnTo>
                <a:lnTo>
                  <a:pt x="340" y="392"/>
                </a:lnTo>
                <a:lnTo>
                  <a:pt x="339" y="392"/>
                </a:lnTo>
                <a:lnTo>
                  <a:pt x="338" y="392"/>
                </a:lnTo>
                <a:lnTo>
                  <a:pt x="338" y="391"/>
                </a:lnTo>
                <a:lnTo>
                  <a:pt x="337" y="391"/>
                </a:lnTo>
                <a:lnTo>
                  <a:pt x="336" y="391"/>
                </a:lnTo>
                <a:lnTo>
                  <a:pt x="335" y="391"/>
                </a:lnTo>
                <a:lnTo>
                  <a:pt x="334" y="390"/>
                </a:lnTo>
                <a:lnTo>
                  <a:pt x="334" y="389"/>
                </a:lnTo>
                <a:lnTo>
                  <a:pt x="334" y="388"/>
                </a:lnTo>
                <a:lnTo>
                  <a:pt x="335" y="388"/>
                </a:lnTo>
                <a:lnTo>
                  <a:pt x="336" y="388"/>
                </a:lnTo>
                <a:lnTo>
                  <a:pt x="336" y="387"/>
                </a:lnTo>
                <a:lnTo>
                  <a:pt x="336" y="386"/>
                </a:lnTo>
                <a:lnTo>
                  <a:pt x="337" y="385"/>
                </a:lnTo>
                <a:lnTo>
                  <a:pt x="336" y="385"/>
                </a:lnTo>
                <a:lnTo>
                  <a:pt x="336" y="384"/>
                </a:lnTo>
                <a:lnTo>
                  <a:pt x="336" y="383"/>
                </a:lnTo>
                <a:lnTo>
                  <a:pt x="336" y="382"/>
                </a:lnTo>
                <a:lnTo>
                  <a:pt x="336" y="381"/>
                </a:lnTo>
                <a:lnTo>
                  <a:pt x="335" y="381"/>
                </a:lnTo>
                <a:lnTo>
                  <a:pt x="334" y="381"/>
                </a:lnTo>
                <a:lnTo>
                  <a:pt x="334" y="380"/>
                </a:lnTo>
                <a:lnTo>
                  <a:pt x="333" y="379"/>
                </a:lnTo>
                <a:lnTo>
                  <a:pt x="332" y="378"/>
                </a:lnTo>
                <a:lnTo>
                  <a:pt x="330" y="377"/>
                </a:lnTo>
                <a:lnTo>
                  <a:pt x="329" y="377"/>
                </a:lnTo>
                <a:lnTo>
                  <a:pt x="328" y="377"/>
                </a:lnTo>
                <a:lnTo>
                  <a:pt x="328" y="376"/>
                </a:lnTo>
                <a:lnTo>
                  <a:pt x="327" y="376"/>
                </a:lnTo>
                <a:lnTo>
                  <a:pt x="327" y="375"/>
                </a:lnTo>
                <a:lnTo>
                  <a:pt x="327" y="374"/>
                </a:lnTo>
                <a:lnTo>
                  <a:pt x="327" y="373"/>
                </a:lnTo>
                <a:lnTo>
                  <a:pt x="328" y="372"/>
                </a:lnTo>
                <a:lnTo>
                  <a:pt x="328" y="371"/>
                </a:lnTo>
                <a:lnTo>
                  <a:pt x="327" y="371"/>
                </a:lnTo>
                <a:lnTo>
                  <a:pt x="326" y="370"/>
                </a:lnTo>
                <a:lnTo>
                  <a:pt x="325" y="370"/>
                </a:lnTo>
                <a:lnTo>
                  <a:pt x="325" y="371"/>
                </a:lnTo>
                <a:lnTo>
                  <a:pt x="324" y="371"/>
                </a:lnTo>
                <a:lnTo>
                  <a:pt x="323" y="373"/>
                </a:lnTo>
                <a:lnTo>
                  <a:pt x="322" y="374"/>
                </a:lnTo>
                <a:lnTo>
                  <a:pt x="322" y="373"/>
                </a:lnTo>
                <a:lnTo>
                  <a:pt x="322" y="374"/>
                </a:lnTo>
                <a:lnTo>
                  <a:pt x="320" y="374"/>
                </a:lnTo>
                <a:lnTo>
                  <a:pt x="320" y="375"/>
                </a:lnTo>
                <a:lnTo>
                  <a:pt x="319" y="375"/>
                </a:lnTo>
                <a:lnTo>
                  <a:pt x="318" y="374"/>
                </a:lnTo>
                <a:lnTo>
                  <a:pt x="318" y="375"/>
                </a:lnTo>
                <a:lnTo>
                  <a:pt x="317" y="375"/>
                </a:lnTo>
                <a:lnTo>
                  <a:pt x="316" y="374"/>
                </a:lnTo>
                <a:lnTo>
                  <a:pt x="315" y="374"/>
                </a:lnTo>
                <a:lnTo>
                  <a:pt x="314" y="374"/>
                </a:lnTo>
                <a:lnTo>
                  <a:pt x="313" y="375"/>
                </a:lnTo>
                <a:lnTo>
                  <a:pt x="313" y="376"/>
                </a:lnTo>
                <a:lnTo>
                  <a:pt x="313" y="375"/>
                </a:lnTo>
                <a:lnTo>
                  <a:pt x="312" y="375"/>
                </a:lnTo>
                <a:lnTo>
                  <a:pt x="312" y="376"/>
                </a:lnTo>
                <a:lnTo>
                  <a:pt x="313" y="376"/>
                </a:lnTo>
                <a:lnTo>
                  <a:pt x="312" y="377"/>
                </a:lnTo>
                <a:lnTo>
                  <a:pt x="313" y="378"/>
                </a:lnTo>
                <a:lnTo>
                  <a:pt x="313" y="379"/>
                </a:lnTo>
                <a:lnTo>
                  <a:pt x="313" y="380"/>
                </a:lnTo>
                <a:lnTo>
                  <a:pt x="312" y="380"/>
                </a:lnTo>
                <a:lnTo>
                  <a:pt x="312" y="381"/>
                </a:lnTo>
                <a:lnTo>
                  <a:pt x="310" y="381"/>
                </a:lnTo>
                <a:lnTo>
                  <a:pt x="309" y="381"/>
                </a:lnTo>
                <a:lnTo>
                  <a:pt x="308" y="381"/>
                </a:lnTo>
                <a:lnTo>
                  <a:pt x="308" y="382"/>
                </a:lnTo>
                <a:lnTo>
                  <a:pt x="308" y="383"/>
                </a:lnTo>
                <a:lnTo>
                  <a:pt x="307" y="383"/>
                </a:lnTo>
                <a:lnTo>
                  <a:pt x="307" y="384"/>
                </a:lnTo>
                <a:lnTo>
                  <a:pt x="307" y="385"/>
                </a:lnTo>
                <a:lnTo>
                  <a:pt x="307" y="386"/>
                </a:lnTo>
                <a:lnTo>
                  <a:pt x="306" y="386"/>
                </a:lnTo>
                <a:lnTo>
                  <a:pt x="307" y="387"/>
                </a:lnTo>
                <a:lnTo>
                  <a:pt x="306" y="387"/>
                </a:lnTo>
                <a:lnTo>
                  <a:pt x="305" y="387"/>
                </a:lnTo>
                <a:lnTo>
                  <a:pt x="304" y="387"/>
                </a:lnTo>
                <a:lnTo>
                  <a:pt x="303" y="388"/>
                </a:lnTo>
                <a:lnTo>
                  <a:pt x="304" y="388"/>
                </a:lnTo>
                <a:lnTo>
                  <a:pt x="304" y="389"/>
                </a:lnTo>
                <a:lnTo>
                  <a:pt x="304" y="390"/>
                </a:lnTo>
                <a:lnTo>
                  <a:pt x="304" y="391"/>
                </a:lnTo>
                <a:lnTo>
                  <a:pt x="304" y="392"/>
                </a:lnTo>
                <a:lnTo>
                  <a:pt x="305" y="393"/>
                </a:lnTo>
                <a:lnTo>
                  <a:pt x="305" y="394"/>
                </a:lnTo>
                <a:lnTo>
                  <a:pt x="305" y="395"/>
                </a:lnTo>
                <a:lnTo>
                  <a:pt x="305" y="396"/>
                </a:lnTo>
                <a:lnTo>
                  <a:pt x="306" y="396"/>
                </a:lnTo>
                <a:lnTo>
                  <a:pt x="307" y="396"/>
                </a:lnTo>
                <a:lnTo>
                  <a:pt x="308" y="396"/>
                </a:lnTo>
                <a:lnTo>
                  <a:pt x="308" y="397"/>
                </a:lnTo>
                <a:lnTo>
                  <a:pt x="308" y="398"/>
                </a:lnTo>
                <a:lnTo>
                  <a:pt x="308" y="400"/>
                </a:lnTo>
                <a:lnTo>
                  <a:pt x="307" y="400"/>
                </a:lnTo>
                <a:lnTo>
                  <a:pt x="307" y="401"/>
                </a:lnTo>
                <a:lnTo>
                  <a:pt x="308" y="402"/>
                </a:lnTo>
                <a:lnTo>
                  <a:pt x="308" y="403"/>
                </a:lnTo>
                <a:lnTo>
                  <a:pt x="308" y="404"/>
                </a:lnTo>
                <a:lnTo>
                  <a:pt x="307" y="405"/>
                </a:lnTo>
                <a:lnTo>
                  <a:pt x="306" y="405"/>
                </a:lnTo>
                <a:lnTo>
                  <a:pt x="306" y="406"/>
                </a:lnTo>
                <a:lnTo>
                  <a:pt x="305" y="406"/>
                </a:lnTo>
                <a:lnTo>
                  <a:pt x="306" y="406"/>
                </a:lnTo>
                <a:lnTo>
                  <a:pt x="306" y="407"/>
                </a:lnTo>
                <a:lnTo>
                  <a:pt x="306" y="408"/>
                </a:lnTo>
                <a:lnTo>
                  <a:pt x="305" y="408"/>
                </a:lnTo>
                <a:lnTo>
                  <a:pt x="304" y="408"/>
                </a:lnTo>
                <a:lnTo>
                  <a:pt x="303" y="407"/>
                </a:lnTo>
                <a:lnTo>
                  <a:pt x="302" y="407"/>
                </a:lnTo>
                <a:lnTo>
                  <a:pt x="300" y="407"/>
                </a:lnTo>
                <a:lnTo>
                  <a:pt x="299" y="407"/>
                </a:lnTo>
                <a:lnTo>
                  <a:pt x="298" y="408"/>
                </a:lnTo>
                <a:lnTo>
                  <a:pt x="298" y="409"/>
                </a:lnTo>
                <a:lnTo>
                  <a:pt x="298" y="411"/>
                </a:lnTo>
                <a:lnTo>
                  <a:pt x="298" y="412"/>
                </a:lnTo>
                <a:lnTo>
                  <a:pt x="297" y="413"/>
                </a:lnTo>
                <a:lnTo>
                  <a:pt x="297" y="414"/>
                </a:lnTo>
                <a:lnTo>
                  <a:pt x="296" y="414"/>
                </a:lnTo>
                <a:lnTo>
                  <a:pt x="295" y="414"/>
                </a:lnTo>
                <a:lnTo>
                  <a:pt x="295" y="413"/>
                </a:lnTo>
                <a:lnTo>
                  <a:pt x="294" y="413"/>
                </a:lnTo>
                <a:lnTo>
                  <a:pt x="293" y="413"/>
                </a:lnTo>
                <a:lnTo>
                  <a:pt x="293" y="414"/>
                </a:lnTo>
                <a:lnTo>
                  <a:pt x="292" y="414"/>
                </a:lnTo>
                <a:lnTo>
                  <a:pt x="291" y="414"/>
                </a:lnTo>
                <a:lnTo>
                  <a:pt x="290" y="414"/>
                </a:lnTo>
                <a:lnTo>
                  <a:pt x="290" y="415"/>
                </a:lnTo>
                <a:lnTo>
                  <a:pt x="289" y="415"/>
                </a:lnTo>
                <a:lnTo>
                  <a:pt x="287" y="415"/>
                </a:lnTo>
                <a:lnTo>
                  <a:pt x="287" y="414"/>
                </a:lnTo>
                <a:lnTo>
                  <a:pt x="286" y="414"/>
                </a:lnTo>
                <a:lnTo>
                  <a:pt x="285" y="414"/>
                </a:lnTo>
                <a:lnTo>
                  <a:pt x="284" y="415"/>
                </a:lnTo>
                <a:lnTo>
                  <a:pt x="283" y="415"/>
                </a:lnTo>
                <a:lnTo>
                  <a:pt x="283" y="416"/>
                </a:lnTo>
                <a:lnTo>
                  <a:pt x="282" y="416"/>
                </a:lnTo>
                <a:lnTo>
                  <a:pt x="281" y="416"/>
                </a:lnTo>
                <a:lnTo>
                  <a:pt x="281" y="415"/>
                </a:lnTo>
                <a:lnTo>
                  <a:pt x="280" y="415"/>
                </a:lnTo>
                <a:lnTo>
                  <a:pt x="280" y="414"/>
                </a:lnTo>
                <a:lnTo>
                  <a:pt x="278" y="414"/>
                </a:lnTo>
                <a:lnTo>
                  <a:pt x="277" y="415"/>
                </a:lnTo>
                <a:lnTo>
                  <a:pt x="276" y="415"/>
                </a:lnTo>
                <a:lnTo>
                  <a:pt x="275" y="415"/>
                </a:lnTo>
                <a:lnTo>
                  <a:pt x="274" y="416"/>
                </a:lnTo>
                <a:lnTo>
                  <a:pt x="274" y="417"/>
                </a:lnTo>
                <a:lnTo>
                  <a:pt x="274" y="418"/>
                </a:lnTo>
                <a:lnTo>
                  <a:pt x="274" y="419"/>
                </a:lnTo>
                <a:lnTo>
                  <a:pt x="273" y="420"/>
                </a:lnTo>
                <a:lnTo>
                  <a:pt x="272" y="420"/>
                </a:lnTo>
                <a:lnTo>
                  <a:pt x="272" y="421"/>
                </a:lnTo>
                <a:lnTo>
                  <a:pt x="271" y="421"/>
                </a:lnTo>
                <a:lnTo>
                  <a:pt x="270" y="422"/>
                </a:lnTo>
                <a:lnTo>
                  <a:pt x="270" y="423"/>
                </a:lnTo>
                <a:lnTo>
                  <a:pt x="269" y="423"/>
                </a:lnTo>
                <a:lnTo>
                  <a:pt x="269" y="424"/>
                </a:lnTo>
                <a:lnTo>
                  <a:pt x="266" y="424"/>
                </a:lnTo>
                <a:lnTo>
                  <a:pt x="265" y="424"/>
                </a:lnTo>
                <a:lnTo>
                  <a:pt x="265" y="425"/>
                </a:lnTo>
                <a:lnTo>
                  <a:pt x="264" y="425"/>
                </a:lnTo>
                <a:lnTo>
                  <a:pt x="264" y="426"/>
                </a:lnTo>
                <a:lnTo>
                  <a:pt x="263" y="427"/>
                </a:lnTo>
                <a:lnTo>
                  <a:pt x="262" y="427"/>
                </a:lnTo>
                <a:lnTo>
                  <a:pt x="261" y="427"/>
                </a:lnTo>
                <a:lnTo>
                  <a:pt x="260" y="428"/>
                </a:lnTo>
                <a:lnTo>
                  <a:pt x="259" y="428"/>
                </a:lnTo>
                <a:lnTo>
                  <a:pt x="258" y="428"/>
                </a:lnTo>
                <a:lnTo>
                  <a:pt x="258" y="429"/>
                </a:lnTo>
                <a:lnTo>
                  <a:pt x="257" y="429"/>
                </a:lnTo>
                <a:lnTo>
                  <a:pt x="257" y="430"/>
                </a:lnTo>
                <a:lnTo>
                  <a:pt x="256" y="430"/>
                </a:lnTo>
                <a:lnTo>
                  <a:pt x="256" y="431"/>
                </a:lnTo>
                <a:lnTo>
                  <a:pt x="255" y="431"/>
                </a:lnTo>
                <a:lnTo>
                  <a:pt x="254" y="431"/>
                </a:lnTo>
                <a:lnTo>
                  <a:pt x="253" y="431"/>
                </a:lnTo>
                <a:lnTo>
                  <a:pt x="253" y="432"/>
                </a:lnTo>
                <a:lnTo>
                  <a:pt x="251" y="432"/>
                </a:lnTo>
                <a:lnTo>
                  <a:pt x="250" y="432"/>
                </a:lnTo>
                <a:lnTo>
                  <a:pt x="249" y="433"/>
                </a:lnTo>
                <a:lnTo>
                  <a:pt x="248" y="433"/>
                </a:lnTo>
                <a:lnTo>
                  <a:pt x="247" y="434"/>
                </a:lnTo>
                <a:lnTo>
                  <a:pt x="246" y="434"/>
                </a:lnTo>
                <a:lnTo>
                  <a:pt x="245" y="434"/>
                </a:lnTo>
                <a:lnTo>
                  <a:pt x="245" y="435"/>
                </a:lnTo>
                <a:lnTo>
                  <a:pt x="244" y="435"/>
                </a:lnTo>
                <a:lnTo>
                  <a:pt x="243" y="435"/>
                </a:lnTo>
                <a:lnTo>
                  <a:pt x="242" y="435"/>
                </a:lnTo>
                <a:lnTo>
                  <a:pt x="241" y="435"/>
                </a:lnTo>
                <a:lnTo>
                  <a:pt x="240" y="435"/>
                </a:lnTo>
                <a:lnTo>
                  <a:pt x="239" y="435"/>
                </a:lnTo>
                <a:lnTo>
                  <a:pt x="238" y="435"/>
                </a:lnTo>
                <a:lnTo>
                  <a:pt x="237" y="435"/>
                </a:lnTo>
                <a:lnTo>
                  <a:pt x="237" y="434"/>
                </a:lnTo>
                <a:lnTo>
                  <a:pt x="236" y="434"/>
                </a:lnTo>
                <a:lnTo>
                  <a:pt x="236" y="435"/>
                </a:lnTo>
                <a:lnTo>
                  <a:pt x="235" y="435"/>
                </a:lnTo>
                <a:lnTo>
                  <a:pt x="235" y="436"/>
                </a:lnTo>
                <a:lnTo>
                  <a:pt x="234" y="436"/>
                </a:lnTo>
                <a:lnTo>
                  <a:pt x="234" y="437"/>
                </a:lnTo>
                <a:lnTo>
                  <a:pt x="233" y="437"/>
                </a:lnTo>
                <a:lnTo>
                  <a:pt x="232" y="437"/>
                </a:lnTo>
                <a:lnTo>
                  <a:pt x="231" y="436"/>
                </a:lnTo>
                <a:lnTo>
                  <a:pt x="230" y="436"/>
                </a:lnTo>
                <a:lnTo>
                  <a:pt x="230" y="437"/>
                </a:lnTo>
                <a:lnTo>
                  <a:pt x="230" y="438"/>
                </a:lnTo>
                <a:lnTo>
                  <a:pt x="231" y="438"/>
                </a:lnTo>
                <a:lnTo>
                  <a:pt x="231" y="439"/>
                </a:lnTo>
                <a:lnTo>
                  <a:pt x="231" y="440"/>
                </a:lnTo>
                <a:lnTo>
                  <a:pt x="232" y="440"/>
                </a:lnTo>
                <a:lnTo>
                  <a:pt x="232" y="441"/>
                </a:lnTo>
                <a:lnTo>
                  <a:pt x="233" y="442"/>
                </a:lnTo>
                <a:lnTo>
                  <a:pt x="233" y="443"/>
                </a:lnTo>
                <a:lnTo>
                  <a:pt x="234" y="443"/>
                </a:lnTo>
                <a:lnTo>
                  <a:pt x="234" y="444"/>
                </a:lnTo>
                <a:lnTo>
                  <a:pt x="234" y="445"/>
                </a:lnTo>
                <a:lnTo>
                  <a:pt x="234" y="446"/>
                </a:lnTo>
                <a:lnTo>
                  <a:pt x="235" y="446"/>
                </a:lnTo>
                <a:lnTo>
                  <a:pt x="235" y="447"/>
                </a:lnTo>
                <a:lnTo>
                  <a:pt x="235" y="448"/>
                </a:lnTo>
                <a:lnTo>
                  <a:pt x="235" y="449"/>
                </a:lnTo>
                <a:lnTo>
                  <a:pt x="234" y="449"/>
                </a:lnTo>
                <a:lnTo>
                  <a:pt x="235" y="449"/>
                </a:lnTo>
                <a:lnTo>
                  <a:pt x="235" y="450"/>
                </a:lnTo>
                <a:lnTo>
                  <a:pt x="234" y="450"/>
                </a:lnTo>
                <a:lnTo>
                  <a:pt x="234" y="451"/>
                </a:lnTo>
                <a:lnTo>
                  <a:pt x="234" y="452"/>
                </a:lnTo>
                <a:lnTo>
                  <a:pt x="233" y="453"/>
                </a:lnTo>
                <a:lnTo>
                  <a:pt x="233" y="454"/>
                </a:lnTo>
                <a:lnTo>
                  <a:pt x="233" y="455"/>
                </a:lnTo>
                <a:lnTo>
                  <a:pt x="233" y="456"/>
                </a:lnTo>
                <a:lnTo>
                  <a:pt x="232" y="456"/>
                </a:lnTo>
                <a:lnTo>
                  <a:pt x="232" y="457"/>
                </a:lnTo>
                <a:lnTo>
                  <a:pt x="231" y="457"/>
                </a:lnTo>
                <a:lnTo>
                  <a:pt x="230" y="457"/>
                </a:lnTo>
                <a:lnTo>
                  <a:pt x="229" y="457"/>
                </a:lnTo>
                <a:lnTo>
                  <a:pt x="229" y="458"/>
                </a:lnTo>
                <a:lnTo>
                  <a:pt x="229" y="459"/>
                </a:lnTo>
                <a:lnTo>
                  <a:pt x="229" y="460"/>
                </a:lnTo>
                <a:lnTo>
                  <a:pt x="228" y="460"/>
                </a:lnTo>
                <a:lnTo>
                  <a:pt x="227" y="460"/>
                </a:lnTo>
                <a:lnTo>
                  <a:pt x="227" y="461"/>
                </a:lnTo>
                <a:lnTo>
                  <a:pt x="227" y="462"/>
                </a:lnTo>
                <a:lnTo>
                  <a:pt x="226" y="462"/>
                </a:lnTo>
                <a:lnTo>
                  <a:pt x="225" y="462"/>
                </a:lnTo>
                <a:lnTo>
                  <a:pt x="224" y="462"/>
                </a:lnTo>
                <a:lnTo>
                  <a:pt x="224" y="463"/>
                </a:lnTo>
                <a:lnTo>
                  <a:pt x="223" y="463"/>
                </a:lnTo>
                <a:lnTo>
                  <a:pt x="222" y="463"/>
                </a:lnTo>
                <a:lnTo>
                  <a:pt x="222" y="464"/>
                </a:lnTo>
                <a:lnTo>
                  <a:pt x="221" y="464"/>
                </a:lnTo>
                <a:lnTo>
                  <a:pt x="221" y="465"/>
                </a:lnTo>
                <a:lnTo>
                  <a:pt x="221" y="466"/>
                </a:lnTo>
                <a:lnTo>
                  <a:pt x="220" y="466"/>
                </a:lnTo>
                <a:lnTo>
                  <a:pt x="220" y="467"/>
                </a:lnTo>
                <a:lnTo>
                  <a:pt x="220" y="468"/>
                </a:lnTo>
                <a:lnTo>
                  <a:pt x="219" y="469"/>
                </a:lnTo>
                <a:lnTo>
                  <a:pt x="219" y="470"/>
                </a:lnTo>
                <a:lnTo>
                  <a:pt x="218" y="470"/>
                </a:lnTo>
                <a:lnTo>
                  <a:pt x="217" y="470"/>
                </a:lnTo>
                <a:lnTo>
                  <a:pt x="217" y="469"/>
                </a:lnTo>
                <a:lnTo>
                  <a:pt x="216" y="469"/>
                </a:lnTo>
                <a:lnTo>
                  <a:pt x="216" y="468"/>
                </a:lnTo>
                <a:lnTo>
                  <a:pt x="216" y="467"/>
                </a:lnTo>
                <a:lnTo>
                  <a:pt x="215" y="467"/>
                </a:lnTo>
                <a:lnTo>
                  <a:pt x="215" y="466"/>
                </a:lnTo>
                <a:lnTo>
                  <a:pt x="214" y="466"/>
                </a:lnTo>
                <a:lnTo>
                  <a:pt x="213" y="466"/>
                </a:lnTo>
                <a:lnTo>
                  <a:pt x="213" y="465"/>
                </a:lnTo>
                <a:lnTo>
                  <a:pt x="212" y="465"/>
                </a:lnTo>
                <a:lnTo>
                  <a:pt x="212" y="464"/>
                </a:lnTo>
                <a:lnTo>
                  <a:pt x="212" y="463"/>
                </a:lnTo>
                <a:lnTo>
                  <a:pt x="212" y="462"/>
                </a:lnTo>
                <a:lnTo>
                  <a:pt x="212" y="461"/>
                </a:lnTo>
                <a:lnTo>
                  <a:pt x="211" y="461"/>
                </a:lnTo>
                <a:lnTo>
                  <a:pt x="211" y="460"/>
                </a:lnTo>
                <a:lnTo>
                  <a:pt x="210" y="460"/>
                </a:lnTo>
                <a:lnTo>
                  <a:pt x="210" y="461"/>
                </a:lnTo>
                <a:lnTo>
                  <a:pt x="208" y="461"/>
                </a:lnTo>
                <a:lnTo>
                  <a:pt x="208" y="460"/>
                </a:lnTo>
                <a:lnTo>
                  <a:pt x="208" y="461"/>
                </a:lnTo>
                <a:lnTo>
                  <a:pt x="207" y="461"/>
                </a:lnTo>
                <a:lnTo>
                  <a:pt x="206" y="461"/>
                </a:lnTo>
                <a:lnTo>
                  <a:pt x="206" y="460"/>
                </a:lnTo>
                <a:lnTo>
                  <a:pt x="205" y="460"/>
                </a:lnTo>
                <a:lnTo>
                  <a:pt x="204" y="460"/>
                </a:lnTo>
                <a:lnTo>
                  <a:pt x="204" y="461"/>
                </a:lnTo>
                <a:lnTo>
                  <a:pt x="203" y="461"/>
                </a:lnTo>
                <a:lnTo>
                  <a:pt x="203" y="462"/>
                </a:lnTo>
                <a:lnTo>
                  <a:pt x="202" y="462"/>
                </a:lnTo>
                <a:lnTo>
                  <a:pt x="201" y="463"/>
                </a:lnTo>
                <a:lnTo>
                  <a:pt x="199" y="463"/>
                </a:lnTo>
                <a:lnTo>
                  <a:pt x="198" y="463"/>
                </a:lnTo>
                <a:lnTo>
                  <a:pt x="198" y="462"/>
                </a:lnTo>
                <a:lnTo>
                  <a:pt x="197" y="462"/>
                </a:lnTo>
                <a:lnTo>
                  <a:pt x="196" y="462"/>
                </a:lnTo>
                <a:lnTo>
                  <a:pt x="196" y="461"/>
                </a:lnTo>
                <a:lnTo>
                  <a:pt x="195" y="461"/>
                </a:lnTo>
                <a:lnTo>
                  <a:pt x="195" y="460"/>
                </a:lnTo>
                <a:lnTo>
                  <a:pt x="195" y="459"/>
                </a:lnTo>
                <a:lnTo>
                  <a:pt x="194" y="459"/>
                </a:lnTo>
                <a:lnTo>
                  <a:pt x="193" y="459"/>
                </a:lnTo>
                <a:lnTo>
                  <a:pt x="193" y="458"/>
                </a:lnTo>
                <a:lnTo>
                  <a:pt x="192" y="458"/>
                </a:lnTo>
                <a:lnTo>
                  <a:pt x="192" y="457"/>
                </a:lnTo>
                <a:lnTo>
                  <a:pt x="191" y="457"/>
                </a:lnTo>
                <a:lnTo>
                  <a:pt x="191" y="456"/>
                </a:lnTo>
                <a:lnTo>
                  <a:pt x="190" y="456"/>
                </a:lnTo>
                <a:lnTo>
                  <a:pt x="189" y="456"/>
                </a:lnTo>
                <a:lnTo>
                  <a:pt x="188" y="456"/>
                </a:lnTo>
                <a:lnTo>
                  <a:pt x="188" y="455"/>
                </a:lnTo>
                <a:lnTo>
                  <a:pt x="187" y="455"/>
                </a:lnTo>
                <a:lnTo>
                  <a:pt x="186" y="456"/>
                </a:lnTo>
                <a:lnTo>
                  <a:pt x="185" y="456"/>
                </a:lnTo>
                <a:lnTo>
                  <a:pt x="184" y="456"/>
                </a:lnTo>
                <a:lnTo>
                  <a:pt x="184" y="455"/>
                </a:lnTo>
                <a:lnTo>
                  <a:pt x="183" y="455"/>
                </a:lnTo>
                <a:lnTo>
                  <a:pt x="182" y="455"/>
                </a:lnTo>
                <a:lnTo>
                  <a:pt x="182" y="454"/>
                </a:lnTo>
                <a:lnTo>
                  <a:pt x="182" y="453"/>
                </a:lnTo>
                <a:lnTo>
                  <a:pt x="181" y="453"/>
                </a:lnTo>
                <a:lnTo>
                  <a:pt x="181" y="452"/>
                </a:lnTo>
                <a:lnTo>
                  <a:pt x="180" y="452"/>
                </a:lnTo>
                <a:lnTo>
                  <a:pt x="179" y="452"/>
                </a:lnTo>
                <a:lnTo>
                  <a:pt x="179" y="453"/>
                </a:lnTo>
                <a:lnTo>
                  <a:pt x="178" y="453"/>
                </a:lnTo>
                <a:lnTo>
                  <a:pt x="177" y="453"/>
                </a:lnTo>
                <a:lnTo>
                  <a:pt x="175" y="453"/>
                </a:lnTo>
                <a:lnTo>
                  <a:pt x="174" y="453"/>
                </a:lnTo>
                <a:lnTo>
                  <a:pt x="173" y="453"/>
                </a:lnTo>
                <a:lnTo>
                  <a:pt x="173" y="452"/>
                </a:lnTo>
                <a:lnTo>
                  <a:pt x="172" y="452"/>
                </a:lnTo>
                <a:lnTo>
                  <a:pt x="171" y="452"/>
                </a:lnTo>
                <a:lnTo>
                  <a:pt x="171" y="451"/>
                </a:lnTo>
                <a:lnTo>
                  <a:pt x="171" y="449"/>
                </a:lnTo>
                <a:lnTo>
                  <a:pt x="170" y="449"/>
                </a:lnTo>
                <a:lnTo>
                  <a:pt x="170" y="448"/>
                </a:lnTo>
                <a:lnTo>
                  <a:pt x="169" y="448"/>
                </a:lnTo>
                <a:lnTo>
                  <a:pt x="169" y="447"/>
                </a:lnTo>
                <a:lnTo>
                  <a:pt x="169" y="448"/>
                </a:lnTo>
                <a:lnTo>
                  <a:pt x="169" y="447"/>
                </a:lnTo>
                <a:lnTo>
                  <a:pt x="168" y="447"/>
                </a:lnTo>
                <a:lnTo>
                  <a:pt x="168" y="446"/>
                </a:lnTo>
                <a:lnTo>
                  <a:pt x="168" y="444"/>
                </a:lnTo>
                <a:lnTo>
                  <a:pt x="167" y="444"/>
                </a:lnTo>
                <a:lnTo>
                  <a:pt x="167" y="443"/>
                </a:lnTo>
                <a:lnTo>
                  <a:pt x="167" y="442"/>
                </a:lnTo>
                <a:lnTo>
                  <a:pt x="167" y="441"/>
                </a:lnTo>
                <a:lnTo>
                  <a:pt x="166" y="440"/>
                </a:lnTo>
                <a:lnTo>
                  <a:pt x="165" y="440"/>
                </a:lnTo>
                <a:lnTo>
                  <a:pt x="165" y="439"/>
                </a:lnTo>
                <a:lnTo>
                  <a:pt x="164" y="439"/>
                </a:lnTo>
                <a:lnTo>
                  <a:pt x="163" y="439"/>
                </a:lnTo>
                <a:lnTo>
                  <a:pt x="162" y="438"/>
                </a:lnTo>
                <a:lnTo>
                  <a:pt x="161" y="438"/>
                </a:lnTo>
                <a:lnTo>
                  <a:pt x="160" y="438"/>
                </a:lnTo>
                <a:lnTo>
                  <a:pt x="159" y="438"/>
                </a:lnTo>
                <a:lnTo>
                  <a:pt x="158" y="439"/>
                </a:lnTo>
                <a:lnTo>
                  <a:pt x="157" y="439"/>
                </a:lnTo>
                <a:lnTo>
                  <a:pt x="157" y="440"/>
                </a:lnTo>
                <a:lnTo>
                  <a:pt x="156" y="440"/>
                </a:lnTo>
                <a:lnTo>
                  <a:pt x="154" y="440"/>
                </a:lnTo>
                <a:lnTo>
                  <a:pt x="153" y="440"/>
                </a:lnTo>
                <a:lnTo>
                  <a:pt x="152" y="440"/>
                </a:lnTo>
                <a:lnTo>
                  <a:pt x="151" y="440"/>
                </a:lnTo>
                <a:lnTo>
                  <a:pt x="150" y="439"/>
                </a:lnTo>
                <a:lnTo>
                  <a:pt x="150" y="438"/>
                </a:lnTo>
                <a:lnTo>
                  <a:pt x="150" y="437"/>
                </a:lnTo>
                <a:lnTo>
                  <a:pt x="150" y="436"/>
                </a:lnTo>
                <a:lnTo>
                  <a:pt x="149" y="436"/>
                </a:lnTo>
                <a:lnTo>
                  <a:pt x="148" y="436"/>
                </a:lnTo>
                <a:lnTo>
                  <a:pt x="148" y="435"/>
                </a:lnTo>
                <a:lnTo>
                  <a:pt x="147" y="434"/>
                </a:lnTo>
                <a:lnTo>
                  <a:pt x="146" y="434"/>
                </a:lnTo>
                <a:lnTo>
                  <a:pt x="146" y="433"/>
                </a:lnTo>
                <a:lnTo>
                  <a:pt x="144" y="433"/>
                </a:lnTo>
                <a:lnTo>
                  <a:pt x="143" y="433"/>
                </a:lnTo>
                <a:lnTo>
                  <a:pt x="143" y="434"/>
                </a:lnTo>
                <a:lnTo>
                  <a:pt x="142" y="435"/>
                </a:lnTo>
                <a:lnTo>
                  <a:pt x="141" y="436"/>
                </a:lnTo>
                <a:lnTo>
                  <a:pt x="141" y="437"/>
                </a:lnTo>
                <a:lnTo>
                  <a:pt x="140" y="437"/>
                </a:lnTo>
                <a:lnTo>
                  <a:pt x="140" y="436"/>
                </a:lnTo>
                <a:lnTo>
                  <a:pt x="139" y="436"/>
                </a:lnTo>
                <a:lnTo>
                  <a:pt x="138" y="436"/>
                </a:lnTo>
                <a:lnTo>
                  <a:pt x="138" y="437"/>
                </a:lnTo>
                <a:lnTo>
                  <a:pt x="138" y="438"/>
                </a:lnTo>
                <a:lnTo>
                  <a:pt x="137" y="438"/>
                </a:lnTo>
                <a:lnTo>
                  <a:pt x="136" y="439"/>
                </a:lnTo>
                <a:lnTo>
                  <a:pt x="135" y="439"/>
                </a:lnTo>
                <a:lnTo>
                  <a:pt x="134" y="440"/>
                </a:lnTo>
                <a:lnTo>
                  <a:pt x="134" y="441"/>
                </a:lnTo>
                <a:lnTo>
                  <a:pt x="133" y="441"/>
                </a:lnTo>
                <a:lnTo>
                  <a:pt x="133" y="442"/>
                </a:lnTo>
                <a:lnTo>
                  <a:pt x="133" y="443"/>
                </a:lnTo>
                <a:lnTo>
                  <a:pt x="132" y="444"/>
                </a:lnTo>
                <a:lnTo>
                  <a:pt x="131" y="445"/>
                </a:lnTo>
                <a:lnTo>
                  <a:pt x="130" y="445"/>
                </a:lnTo>
                <a:lnTo>
                  <a:pt x="130" y="446"/>
                </a:lnTo>
                <a:lnTo>
                  <a:pt x="130" y="447"/>
                </a:lnTo>
                <a:lnTo>
                  <a:pt x="130" y="448"/>
                </a:lnTo>
                <a:lnTo>
                  <a:pt x="130" y="449"/>
                </a:lnTo>
                <a:lnTo>
                  <a:pt x="130" y="450"/>
                </a:lnTo>
                <a:lnTo>
                  <a:pt x="129" y="450"/>
                </a:lnTo>
                <a:lnTo>
                  <a:pt x="129" y="451"/>
                </a:lnTo>
                <a:lnTo>
                  <a:pt x="129" y="452"/>
                </a:lnTo>
                <a:lnTo>
                  <a:pt x="129" y="453"/>
                </a:lnTo>
                <a:lnTo>
                  <a:pt x="129" y="454"/>
                </a:lnTo>
                <a:lnTo>
                  <a:pt x="130" y="454"/>
                </a:lnTo>
                <a:lnTo>
                  <a:pt x="129" y="454"/>
                </a:lnTo>
                <a:lnTo>
                  <a:pt x="128" y="454"/>
                </a:lnTo>
                <a:lnTo>
                  <a:pt x="127" y="455"/>
                </a:lnTo>
                <a:lnTo>
                  <a:pt x="126" y="455"/>
                </a:lnTo>
                <a:lnTo>
                  <a:pt x="125" y="456"/>
                </a:lnTo>
                <a:lnTo>
                  <a:pt x="124" y="456"/>
                </a:lnTo>
                <a:lnTo>
                  <a:pt x="123" y="456"/>
                </a:lnTo>
                <a:lnTo>
                  <a:pt x="121" y="456"/>
                </a:lnTo>
                <a:lnTo>
                  <a:pt x="121" y="457"/>
                </a:lnTo>
                <a:lnTo>
                  <a:pt x="120" y="457"/>
                </a:lnTo>
                <a:lnTo>
                  <a:pt x="118" y="457"/>
                </a:lnTo>
                <a:lnTo>
                  <a:pt x="118" y="458"/>
                </a:lnTo>
                <a:lnTo>
                  <a:pt x="117" y="458"/>
                </a:lnTo>
                <a:lnTo>
                  <a:pt x="116" y="458"/>
                </a:lnTo>
                <a:lnTo>
                  <a:pt x="116" y="459"/>
                </a:lnTo>
                <a:lnTo>
                  <a:pt x="115" y="459"/>
                </a:lnTo>
                <a:lnTo>
                  <a:pt x="115" y="460"/>
                </a:lnTo>
                <a:lnTo>
                  <a:pt x="114" y="460"/>
                </a:lnTo>
                <a:lnTo>
                  <a:pt x="114" y="461"/>
                </a:lnTo>
                <a:lnTo>
                  <a:pt x="114" y="463"/>
                </a:lnTo>
                <a:lnTo>
                  <a:pt x="114" y="464"/>
                </a:lnTo>
                <a:lnTo>
                  <a:pt x="113" y="464"/>
                </a:lnTo>
                <a:lnTo>
                  <a:pt x="113" y="465"/>
                </a:lnTo>
                <a:lnTo>
                  <a:pt x="112" y="465"/>
                </a:lnTo>
                <a:lnTo>
                  <a:pt x="112" y="466"/>
                </a:lnTo>
                <a:lnTo>
                  <a:pt x="111" y="466"/>
                </a:lnTo>
                <a:lnTo>
                  <a:pt x="110" y="466"/>
                </a:lnTo>
                <a:lnTo>
                  <a:pt x="109" y="466"/>
                </a:lnTo>
                <a:lnTo>
                  <a:pt x="109" y="467"/>
                </a:lnTo>
                <a:lnTo>
                  <a:pt x="108" y="467"/>
                </a:lnTo>
                <a:lnTo>
                  <a:pt x="107" y="467"/>
                </a:lnTo>
                <a:lnTo>
                  <a:pt x="106" y="467"/>
                </a:lnTo>
                <a:lnTo>
                  <a:pt x="105" y="467"/>
                </a:lnTo>
                <a:lnTo>
                  <a:pt x="105" y="468"/>
                </a:lnTo>
                <a:lnTo>
                  <a:pt x="104" y="468"/>
                </a:lnTo>
                <a:lnTo>
                  <a:pt x="104" y="469"/>
                </a:lnTo>
                <a:lnTo>
                  <a:pt x="104" y="470"/>
                </a:lnTo>
                <a:lnTo>
                  <a:pt x="103" y="471"/>
                </a:lnTo>
                <a:lnTo>
                  <a:pt x="102" y="471"/>
                </a:lnTo>
                <a:lnTo>
                  <a:pt x="101" y="471"/>
                </a:lnTo>
                <a:lnTo>
                  <a:pt x="100" y="471"/>
                </a:lnTo>
                <a:lnTo>
                  <a:pt x="100" y="470"/>
                </a:lnTo>
                <a:lnTo>
                  <a:pt x="99" y="470"/>
                </a:lnTo>
                <a:lnTo>
                  <a:pt x="100" y="469"/>
                </a:lnTo>
                <a:lnTo>
                  <a:pt x="100" y="468"/>
                </a:lnTo>
                <a:lnTo>
                  <a:pt x="99" y="468"/>
                </a:lnTo>
                <a:lnTo>
                  <a:pt x="98" y="468"/>
                </a:lnTo>
                <a:lnTo>
                  <a:pt x="97" y="468"/>
                </a:lnTo>
                <a:lnTo>
                  <a:pt x="96" y="468"/>
                </a:lnTo>
                <a:lnTo>
                  <a:pt x="96" y="467"/>
                </a:lnTo>
                <a:lnTo>
                  <a:pt x="94" y="467"/>
                </a:lnTo>
                <a:lnTo>
                  <a:pt x="93" y="467"/>
                </a:lnTo>
                <a:lnTo>
                  <a:pt x="92" y="466"/>
                </a:lnTo>
                <a:lnTo>
                  <a:pt x="91" y="464"/>
                </a:lnTo>
                <a:lnTo>
                  <a:pt x="89" y="463"/>
                </a:lnTo>
                <a:lnTo>
                  <a:pt x="89" y="462"/>
                </a:lnTo>
                <a:lnTo>
                  <a:pt x="88" y="462"/>
                </a:lnTo>
                <a:lnTo>
                  <a:pt x="87" y="462"/>
                </a:lnTo>
                <a:lnTo>
                  <a:pt x="87" y="461"/>
                </a:lnTo>
                <a:lnTo>
                  <a:pt x="86" y="460"/>
                </a:lnTo>
                <a:lnTo>
                  <a:pt x="85" y="460"/>
                </a:lnTo>
                <a:lnTo>
                  <a:pt x="84" y="460"/>
                </a:lnTo>
                <a:lnTo>
                  <a:pt x="83" y="460"/>
                </a:lnTo>
                <a:lnTo>
                  <a:pt x="83" y="459"/>
                </a:lnTo>
                <a:lnTo>
                  <a:pt x="84" y="458"/>
                </a:lnTo>
                <a:lnTo>
                  <a:pt x="84" y="457"/>
                </a:lnTo>
                <a:lnTo>
                  <a:pt x="84" y="456"/>
                </a:lnTo>
                <a:lnTo>
                  <a:pt x="85" y="455"/>
                </a:lnTo>
                <a:lnTo>
                  <a:pt x="84" y="454"/>
                </a:lnTo>
                <a:lnTo>
                  <a:pt x="84" y="453"/>
                </a:lnTo>
                <a:lnTo>
                  <a:pt x="84" y="452"/>
                </a:lnTo>
                <a:lnTo>
                  <a:pt x="84" y="451"/>
                </a:lnTo>
                <a:lnTo>
                  <a:pt x="85" y="450"/>
                </a:lnTo>
                <a:lnTo>
                  <a:pt x="86" y="449"/>
                </a:lnTo>
                <a:lnTo>
                  <a:pt x="87" y="448"/>
                </a:lnTo>
                <a:lnTo>
                  <a:pt x="87" y="447"/>
                </a:lnTo>
                <a:lnTo>
                  <a:pt x="88" y="447"/>
                </a:lnTo>
                <a:lnTo>
                  <a:pt x="88" y="446"/>
                </a:lnTo>
                <a:lnTo>
                  <a:pt x="89" y="444"/>
                </a:lnTo>
                <a:lnTo>
                  <a:pt x="91" y="444"/>
                </a:lnTo>
                <a:lnTo>
                  <a:pt x="91" y="443"/>
                </a:lnTo>
                <a:lnTo>
                  <a:pt x="92" y="443"/>
                </a:lnTo>
                <a:lnTo>
                  <a:pt x="93" y="443"/>
                </a:lnTo>
                <a:lnTo>
                  <a:pt x="94" y="442"/>
                </a:lnTo>
                <a:lnTo>
                  <a:pt x="94" y="441"/>
                </a:lnTo>
                <a:lnTo>
                  <a:pt x="94" y="440"/>
                </a:lnTo>
                <a:lnTo>
                  <a:pt x="95" y="440"/>
                </a:lnTo>
                <a:lnTo>
                  <a:pt x="95" y="439"/>
                </a:lnTo>
                <a:lnTo>
                  <a:pt x="95" y="438"/>
                </a:lnTo>
                <a:lnTo>
                  <a:pt x="96" y="437"/>
                </a:lnTo>
                <a:lnTo>
                  <a:pt x="96" y="436"/>
                </a:lnTo>
                <a:lnTo>
                  <a:pt x="97" y="435"/>
                </a:lnTo>
                <a:lnTo>
                  <a:pt x="98" y="435"/>
                </a:lnTo>
                <a:lnTo>
                  <a:pt x="98" y="434"/>
                </a:lnTo>
                <a:lnTo>
                  <a:pt x="99" y="433"/>
                </a:lnTo>
                <a:lnTo>
                  <a:pt x="100" y="433"/>
                </a:lnTo>
                <a:lnTo>
                  <a:pt x="101" y="433"/>
                </a:lnTo>
                <a:lnTo>
                  <a:pt x="101" y="432"/>
                </a:lnTo>
                <a:lnTo>
                  <a:pt x="100" y="431"/>
                </a:lnTo>
                <a:lnTo>
                  <a:pt x="100" y="430"/>
                </a:lnTo>
                <a:lnTo>
                  <a:pt x="100" y="429"/>
                </a:lnTo>
                <a:lnTo>
                  <a:pt x="99" y="429"/>
                </a:lnTo>
                <a:lnTo>
                  <a:pt x="100" y="429"/>
                </a:lnTo>
                <a:lnTo>
                  <a:pt x="99" y="428"/>
                </a:lnTo>
                <a:lnTo>
                  <a:pt x="98" y="427"/>
                </a:lnTo>
                <a:lnTo>
                  <a:pt x="97" y="426"/>
                </a:lnTo>
                <a:lnTo>
                  <a:pt x="95" y="426"/>
                </a:lnTo>
                <a:lnTo>
                  <a:pt x="95" y="427"/>
                </a:lnTo>
                <a:lnTo>
                  <a:pt x="94" y="427"/>
                </a:lnTo>
                <a:lnTo>
                  <a:pt x="93" y="427"/>
                </a:lnTo>
                <a:lnTo>
                  <a:pt x="93" y="426"/>
                </a:lnTo>
                <a:lnTo>
                  <a:pt x="92" y="427"/>
                </a:lnTo>
                <a:lnTo>
                  <a:pt x="92" y="426"/>
                </a:lnTo>
                <a:lnTo>
                  <a:pt x="93" y="426"/>
                </a:lnTo>
                <a:lnTo>
                  <a:pt x="94" y="426"/>
                </a:lnTo>
                <a:lnTo>
                  <a:pt x="96" y="426"/>
                </a:lnTo>
                <a:lnTo>
                  <a:pt x="97" y="426"/>
                </a:lnTo>
                <a:lnTo>
                  <a:pt x="97" y="425"/>
                </a:lnTo>
                <a:lnTo>
                  <a:pt x="98" y="425"/>
                </a:lnTo>
                <a:lnTo>
                  <a:pt x="98" y="424"/>
                </a:lnTo>
                <a:lnTo>
                  <a:pt x="98" y="423"/>
                </a:lnTo>
                <a:lnTo>
                  <a:pt x="99" y="422"/>
                </a:lnTo>
                <a:lnTo>
                  <a:pt x="99" y="421"/>
                </a:lnTo>
                <a:lnTo>
                  <a:pt x="99" y="420"/>
                </a:lnTo>
                <a:lnTo>
                  <a:pt x="99" y="419"/>
                </a:lnTo>
                <a:lnTo>
                  <a:pt x="100" y="419"/>
                </a:lnTo>
                <a:lnTo>
                  <a:pt x="101" y="419"/>
                </a:lnTo>
                <a:lnTo>
                  <a:pt x="101" y="418"/>
                </a:lnTo>
                <a:lnTo>
                  <a:pt x="101" y="417"/>
                </a:lnTo>
                <a:lnTo>
                  <a:pt x="102" y="416"/>
                </a:lnTo>
                <a:lnTo>
                  <a:pt x="102" y="415"/>
                </a:lnTo>
                <a:lnTo>
                  <a:pt x="103" y="415"/>
                </a:lnTo>
                <a:lnTo>
                  <a:pt x="103" y="414"/>
                </a:lnTo>
                <a:lnTo>
                  <a:pt x="102" y="413"/>
                </a:lnTo>
                <a:lnTo>
                  <a:pt x="102" y="412"/>
                </a:lnTo>
                <a:lnTo>
                  <a:pt x="103" y="411"/>
                </a:lnTo>
                <a:lnTo>
                  <a:pt x="104" y="411"/>
                </a:lnTo>
                <a:lnTo>
                  <a:pt x="105" y="411"/>
                </a:lnTo>
                <a:lnTo>
                  <a:pt x="106" y="412"/>
                </a:lnTo>
                <a:lnTo>
                  <a:pt x="106" y="413"/>
                </a:lnTo>
                <a:lnTo>
                  <a:pt x="107" y="414"/>
                </a:lnTo>
                <a:lnTo>
                  <a:pt x="108" y="415"/>
                </a:lnTo>
                <a:lnTo>
                  <a:pt x="109" y="416"/>
                </a:lnTo>
                <a:lnTo>
                  <a:pt x="110" y="416"/>
                </a:lnTo>
                <a:lnTo>
                  <a:pt x="110" y="415"/>
                </a:lnTo>
                <a:lnTo>
                  <a:pt x="110" y="414"/>
                </a:lnTo>
                <a:lnTo>
                  <a:pt x="109" y="413"/>
                </a:lnTo>
                <a:lnTo>
                  <a:pt x="110" y="412"/>
                </a:lnTo>
                <a:lnTo>
                  <a:pt x="109" y="411"/>
                </a:lnTo>
                <a:lnTo>
                  <a:pt x="109" y="410"/>
                </a:lnTo>
                <a:lnTo>
                  <a:pt x="109" y="409"/>
                </a:lnTo>
                <a:lnTo>
                  <a:pt x="110" y="409"/>
                </a:lnTo>
                <a:lnTo>
                  <a:pt x="110" y="408"/>
                </a:lnTo>
                <a:lnTo>
                  <a:pt x="111" y="408"/>
                </a:lnTo>
                <a:lnTo>
                  <a:pt x="110" y="407"/>
                </a:lnTo>
                <a:lnTo>
                  <a:pt x="110" y="406"/>
                </a:lnTo>
                <a:lnTo>
                  <a:pt x="110" y="405"/>
                </a:lnTo>
                <a:lnTo>
                  <a:pt x="109" y="405"/>
                </a:lnTo>
                <a:lnTo>
                  <a:pt x="109" y="406"/>
                </a:lnTo>
                <a:lnTo>
                  <a:pt x="108" y="406"/>
                </a:lnTo>
                <a:lnTo>
                  <a:pt x="108" y="407"/>
                </a:lnTo>
                <a:lnTo>
                  <a:pt x="108" y="406"/>
                </a:lnTo>
                <a:lnTo>
                  <a:pt x="107" y="406"/>
                </a:lnTo>
                <a:lnTo>
                  <a:pt x="107" y="405"/>
                </a:lnTo>
                <a:lnTo>
                  <a:pt x="107" y="404"/>
                </a:lnTo>
                <a:lnTo>
                  <a:pt x="106" y="404"/>
                </a:lnTo>
                <a:lnTo>
                  <a:pt x="105" y="404"/>
                </a:lnTo>
                <a:lnTo>
                  <a:pt x="104" y="405"/>
                </a:lnTo>
                <a:lnTo>
                  <a:pt x="105" y="405"/>
                </a:lnTo>
                <a:lnTo>
                  <a:pt x="104" y="405"/>
                </a:lnTo>
                <a:lnTo>
                  <a:pt x="103" y="405"/>
                </a:lnTo>
                <a:lnTo>
                  <a:pt x="102" y="405"/>
                </a:lnTo>
                <a:lnTo>
                  <a:pt x="102" y="404"/>
                </a:lnTo>
                <a:lnTo>
                  <a:pt x="101" y="404"/>
                </a:lnTo>
                <a:lnTo>
                  <a:pt x="100" y="404"/>
                </a:lnTo>
                <a:lnTo>
                  <a:pt x="100" y="403"/>
                </a:lnTo>
                <a:lnTo>
                  <a:pt x="100" y="402"/>
                </a:lnTo>
                <a:lnTo>
                  <a:pt x="99" y="402"/>
                </a:lnTo>
                <a:lnTo>
                  <a:pt x="98" y="402"/>
                </a:lnTo>
                <a:lnTo>
                  <a:pt x="97" y="403"/>
                </a:lnTo>
                <a:lnTo>
                  <a:pt x="97" y="402"/>
                </a:lnTo>
                <a:lnTo>
                  <a:pt x="97" y="403"/>
                </a:lnTo>
                <a:lnTo>
                  <a:pt x="96" y="404"/>
                </a:lnTo>
                <a:lnTo>
                  <a:pt x="96" y="403"/>
                </a:lnTo>
                <a:lnTo>
                  <a:pt x="95" y="403"/>
                </a:lnTo>
                <a:lnTo>
                  <a:pt x="94" y="402"/>
                </a:lnTo>
                <a:lnTo>
                  <a:pt x="95" y="402"/>
                </a:lnTo>
                <a:lnTo>
                  <a:pt x="95" y="401"/>
                </a:lnTo>
                <a:lnTo>
                  <a:pt x="95" y="400"/>
                </a:lnTo>
                <a:lnTo>
                  <a:pt x="95" y="399"/>
                </a:lnTo>
                <a:lnTo>
                  <a:pt x="95" y="398"/>
                </a:lnTo>
                <a:lnTo>
                  <a:pt x="95" y="397"/>
                </a:lnTo>
                <a:lnTo>
                  <a:pt x="94" y="396"/>
                </a:lnTo>
                <a:lnTo>
                  <a:pt x="95" y="396"/>
                </a:lnTo>
                <a:lnTo>
                  <a:pt x="94" y="396"/>
                </a:lnTo>
                <a:lnTo>
                  <a:pt x="94" y="395"/>
                </a:lnTo>
                <a:lnTo>
                  <a:pt x="93" y="395"/>
                </a:lnTo>
                <a:lnTo>
                  <a:pt x="92" y="395"/>
                </a:lnTo>
                <a:lnTo>
                  <a:pt x="91" y="395"/>
                </a:lnTo>
                <a:lnTo>
                  <a:pt x="91" y="394"/>
                </a:lnTo>
                <a:lnTo>
                  <a:pt x="89" y="393"/>
                </a:lnTo>
                <a:lnTo>
                  <a:pt x="88" y="392"/>
                </a:lnTo>
                <a:lnTo>
                  <a:pt x="87" y="391"/>
                </a:lnTo>
                <a:lnTo>
                  <a:pt x="86" y="392"/>
                </a:lnTo>
                <a:lnTo>
                  <a:pt x="85" y="392"/>
                </a:lnTo>
                <a:lnTo>
                  <a:pt x="84" y="391"/>
                </a:lnTo>
                <a:lnTo>
                  <a:pt x="84" y="390"/>
                </a:lnTo>
                <a:lnTo>
                  <a:pt x="85" y="390"/>
                </a:lnTo>
                <a:lnTo>
                  <a:pt x="84" y="389"/>
                </a:lnTo>
                <a:lnTo>
                  <a:pt x="85" y="389"/>
                </a:lnTo>
                <a:lnTo>
                  <a:pt x="85" y="388"/>
                </a:lnTo>
                <a:lnTo>
                  <a:pt x="85" y="387"/>
                </a:lnTo>
                <a:lnTo>
                  <a:pt x="85" y="386"/>
                </a:lnTo>
                <a:lnTo>
                  <a:pt x="84" y="386"/>
                </a:lnTo>
                <a:lnTo>
                  <a:pt x="84" y="385"/>
                </a:lnTo>
                <a:lnTo>
                  <a:pt x="85" y="385"/>
                </a:lnTo>
                <a:lnTo>
                  <a:pt x="85" y="384"/>
                </a:lnTo>
                <a:lnTo>
                  <a:pt x="85" y="383"/>
                </a:lnTo>
                <a:lnTo>
                  <a:pt x="85" y="381"/>
                </a:lnTo>
                <a:lnTo>
                  <a:pt x="85" y="380"/>
                </a:lnTo>
                <a:lnTo>
                  <a:pt x="85" y="379"/>
                </a:lnTo>
                <a:lnTo>
                  <a:pt x="85" y="378"/>
                </a:lnTo>
                <a:lnTo>
                  <a:pt x="85" y="379"/>
                </a:lnTo>
                <a:lnTo>
                  <a:pt x="84" y="379"/>
                </a:lnTo>
                <a:lnTo>
                  <a:pt x="85" y="379"/>
                </a:lnTo>
                <a:lnTo>
                  <a:pt x="85" y="380"/>
                </a:lnTo>
                <a:lnTo>
                  <a:pt x="84" y="380"/>
                </a:lnTo>
                <a:lnTo>
                  <a:pt x="84" y="379"/>
                </a:lnTo>
                <a:lnTo>
                  <a:pt x="83" y="379"/>
                </a:lnTo>
                <a:lnTo>
                  <a:pt x="82" y="379"/>
                </a:lnTo>
                <a:lnTo>
                  <a:pt x="81" y="380"/>
                </a:lnTo>
                <a:lnTo>
                  <a:pt x="80" y="381"/>
                </a:lnTo>
                <a:lnTo>
                  <a:pt x="79" y="382"/>
                </a:lnTo>
                <a:lnTo>
                  <a:pt x="78" y="382"/>
                </a:lnTo>
                <a:lnTo>
                  <a:pt x="77" y="382"/>
                </a:lnTo>
                <a:lnTo>
                  <a:pt x="76" y="382"/>
                </a:lnTo>
                <a:lnTo>
                  <a:pt x="76" y="384"/>
                </a:lnTo>
                <a:lnTo>
                  <a:pt x="75" y="384"/>
                </a:lnTo>
                <a:lnTo>
                  <a:pt x="75" y="383"/>
                </a:lnTo>
                <a:lnTo>
                  <a:pt x="74" y="383"/>
                </a:lnTo>
                <a:lnTo>
                  <a:pt x="74" y="382"/>
                </a:lnTo>
                <a:lnTo>
                  <a:pt x="73" y="382"/>
                </a:lnTo>
                <a:lnTo>
                  <a:pt x="73" y="381"/>
                </a:lnTo>
                <a:lnTo>
                  <a:pt x="74" y="381"/>
                </a:lnTo>
                <a:lnTo>
                  <a:pt x="74" y="380"/>
                </a:lnTo>
                <a:lnTo>
                  <a:pt x="75" y="380"/>
                </a:lnTo>
                <a:lnTo>
                  <a:pt x="75" y="379"/>
                </a:lnTo>
                <a:lnTo>
                  <a:pt x="75" y="378"/>
                </a:lnTo>
                <a:lnTo>
                  <a:pt x="74" y="378"/>
                </a:lnTo>
                <a:lnTo>
                  <a:pt x="75" y="377"/>
                </a:lnTo>
                <a:lnTo>
                  <a:pt x="74" y="377"/>
                </a:lnTo>
                <a:lnTo>
                  <a:pt x="75" y="377"/>
                </a:lnTo>
                <a:lnTo>
                  <a:pt x="74" y="377"/>
                </a:lnTo>
                <a:lnTo>
                  <a:pt x="74" y="376"/>
                </a:lnTo>
                <a:lnTo>
                  <a:pt x="75" y="376"/>
                </a:lnTo>
                <a:lnTo>
                  <a:pt x="74" y="375"/>
                </a:lnTo>
                <a:lnTo>
                  <a:pt x="74" y="374"/>
                </a:lnTo>
                <a:lnTo>
                  <a:pt x="74" y="373"/>
                </a:lnTo>
                <a:lnTo>
                  <a:pt x="73" y="373"/>
                </a:lnTo>
                <a:lnTo>
                  <a:pt x="72" y="372"/>
                </a:lnTo>
                <a:lnTo>
                  <a:pt x="70" y="372"/>
                </a:lnTo>
                <a:lnTo>
                  <a:pt x="70" y="373"/>
                </a:lnTo>
                <a:lnTo>
                  <a:pt x="70" y="372"/>
                </a:lnTo>
                <a:lnTo>
                  <a:pt x="69" y="373"/>
                </a:lnTo>
                <a:lnTo>
                  <a:pt x="68" y="373"/>
                </a:lnTo>
                <a:lnTo>
                  <a:pt x="68" y="374"/>
                </a:lnTo>
                <a:lnTo>
                  <a:pt x="68" y="373"/>
                </a:lnTo>
                <a:lnTo>
                  <a:pt x="69" y="373"/>
                </a:lnTo>
                <a:lnTo>
                  <a:pt x="69" y="372"/>
                </a:lnTo>
                <a:lnTo>
                  <a:pt x="68" y="371"/>
                </a:lnTo>
                <a:lnTo>
                  <a:pt x="67" y="371"/>
                </a:lnTo>
                <a:lnTo>
                  <a:pt x="66" y="371"/>
                </a:lnTo>
                <a:lnTo>
                  <a:pt x="65" y="369"/>
                </a:lnTo>
                <a:lnTo>
                  <a:pt x="64" y="369"/>
                </a:lnTo>
                <a:lnTo>
                  <a:pt x="64" y="368"/>
                </a:lnTo>
                <a:lnTo>
                  <a:pt x="65" y="367"/>
                </a:lnTo>
                <a:lnTo>
                  <a:pt x="64" y="365"/>
                </a:lnTo>
                <a:lnTo>
                  <a:pt x="63" y="365"/>
                </a:lnTo>
                <a:lnTo>
                  <a:pt x="64" y="364"/>
                </a:lnTo>
                <a:lnTo>
                  <a:pt x="64" y="361"/>
                </a:lnTo>
                <a:lnTo>
                  <a:pt x="65" y="360"/>
                </a:lnTo>
                <a:lnTo>
                  <a:pt x="64" y="360"/>
                </a:lnTo>
                <a:lnTo>
                  <a:pt x="64" y="359"/>
                </a:lnTo>
                <a:lnTo>
                  <a:pt x="65" y="358"/>
                </a:lnTo>
                <a:lnTo>
                  <a:pt x="64" y="358"/>
                </a:lnTo>
                <a:lnTo>
                  <a:pt x="64" y="357"/>
                </a:lnTo>
                <a:lnTo>
                  <a:pt x="65" y="357"/>
                </a:lnTo>
                <a:lnTo>
                  <a:pt x="65" y="356"/>
                </a:lnTo>
                <a:lnTo>
                  <a:pt x="65" y="355"/>
                </a:lnTo>
                <a:lnTo>
                  <a:pt x="65" y="354"/>
                </a:lnTo>
                <a:lnTo>
                  <a:pt x="66" y="355"/>
                </a:lnTo>
                <a:lnTo>
                  <a:pt x="66" y="356"/>
                </a:lnTo>
                <a:lnTo>
                  <a:pt x="67" y="356"/>
                </a:lnTo>
                <a:lnTo>
                  <a:pt x="67" y="357"/>
                </a:lnTo>
                <a:lnTo>
                  <a:pt x="68" y="358"/>
                </a:lnTo>
                <a:lnTo>
                  <a:pt x="69" y="358"/>
                </a:lnTo>
                <a:lnTo>
                  <a:pt x="69" y="357"/>
                </a:lnTo>
                <a:lnTo>
                  <a:pt x="70" y="357"/>
                </a:lnTo>
                <a:lnTo>
                  <a:pt x="70" y="356"/>
                </a:lnTo>
                <a:lnTo>
                  <a:pt x="70" y="355"/>
                </a:lnTo>
                <a:lnTo>
                  <a:pt x="71" y="354"/>
                </a:lnTo>
                <a:lnTo>
                  <a:pt x="71" y="355"/>
                </a:lnTo>
                <a:lnTo>
                  <a:pt x="71" y="354"/>
                </a:lnTo>
                <a:lnTo>
                  <a:pt x="71" y="353"/>
                </a:lnTo>
                <a:lnTo>
                  <a:pt x="72" y="352"/>
                </a:lnTo>
                <a:lnTo>
                  <a:pt x="72" y="351"/>
                </a:lnTo>
                <a:lnTo>
                  <a:pt x="73" y="351"/>
                </a:lnTo>
                <a:lnTo>
                  <a:pt x="73" y="350"/>
                </a:lnTo>
                <a:lnTo>
                  <a:pt x="73" y="349"/>
                </a:lnTo>
                <a:lnTo>
                  <a:pt x="74" y="349"/>
                </a:lnTo>
                <a:lnTo>
                  <a:pt x="74" y="348"/>
                </a:lnTo>
                <a:lnTo>
                  <a:pt x="74" y="347"/>
                </a:lnTo>
                <a:lnTo>
                  <a:pt x="74" y="346"/>
                </a:lnTo>
                <a:lnTo>
                  <a:pt x="74" y="345"/>
                </a:lnTo>
                <a:lnTo>
                  <a:pt x="74" y="344"/>
                </a:lnTo>
                <a:lnTo>
                  <a:pt x="75" y="344"/>
                </a:lnTo>
                <a:lnTo>
                  <a:pt x="75" y="343"/>
                </a:lnTo>
                <a:lnTo>
                  <a:pt x="75" y="342"/>
                </a:lnTo>
                <a:lnTo>
                  <a:pt x="75" y="341"/>
                </a:lnTo>
                <a:lnTo>
                  <a:pt x="74" y="341"/>
                </a:lnTo>
                <a:lnTo>
                  <a:pt x="73" y="341"/>
                </a:lnTo>
                <a:lnTo>
                  <a:pt x="73" y="340"/>
                </a:lnTo>
                <a:lnTo>
                  <a:pt x="73" y="339"/>
                </a:lnTo>
                <a:lnTo>
                  <a:pt x="73" y="338"/>
                </a:lnTo>
                <a:lnTo>
                  <a:pt x="74" y="338"/>
                </a:lnTo>
                <a:lnTo>
                  <a:pt x="75" y="337"/>
                </a:lnTo>
                <a:lnTo>
                  <a:pt x="75" y="336"/>
                </a:lnTo>
                <a:lnTo>
                  <a:pt x="76" y="336"/>
                </a:lnTo>
                <a:lnTo>
                  <a:pt x="75" y="336"/>
                </a:lnTo>
                <a:lnTo>
                  <a:pt x="75" y="335"/>
                </a:lnTo>
                <a:lnTo>
                  <a:pt x="75" y="334"/>
                </a:lnTo>
                <a:lnTo>
                  <a:pt x="76" y="334"/>
                </a:lnTo>
                <a:lnTo>
                  <a:pt x="76" y="333"/>
                </a:lnTo>
                <a:lnTo>
                  <a:pt x="77" y="332"/>
                </a:lnTo>
                <a:lnTo>
                  <a:pt x="77" y="331"/>
                </a:lnTo>
                <a:lnTo>
                  <a:pt x="77" y="330"/>
                </a:lnTo>
                <a:lnTo>
                  <a:pt x="77" y="329"/>
                </a:lnTo>
                <a:lnTo>
                  <a:pt x="78" y="329"/>
                </a:lnTo>
                <a:lnTo>
                  <a:pt x="77" y="329"/>
                </a:lnTo>
                <a:lnTo>
                  <a:pt x="77" y="328"/>
                </a:lnTo>
                <a:lnTo>
                  <a:pt x="77" y="327"/>
                </a:lnTo>
                <a:lnTo>
                  <a:pt x="78" y="326"/>
                </a:lnTo>
                <a:lnTo>
                  <a:pt x="78" y="325"/>
                </a:lnTo>
                <a:lnTo>
                  <a:pt x="78" y="324"/>
                </a:lnTo>
                <a:lnTo>
                  <a:pt x="77" y="323"/>
                </a:lnTo>
                <a:lnTo>
                  <a:pt x="77" y="322"/>
                </a:lnTo>
                <a:lnTo>
                  <a:pt x="77" y="321"/>
                </a:lnTo>
                <a:lnTo>
                  <a:pt x="78" y="321"/>
                </a:lnTo>
                <a:lnTo>
                  <a:pt x="78" y="322"/>
                </a:lnTo>
                <a:lnTo>
                  <a:pt x="79" y="322"/>
                </a:lnTo>
                <a:lnTo>
                  <a:pt x="79" y="323"/>
                </a:lnTo>
                <a:lnTo>
                  <a:pt x="80" y="323"/>
                </a:lnTo>
                <a:lnTo>
                  <a:pt x="81" y="322"/>
                </a:lnTo>
                <a:lnTo>
                  <a:pt x="82" y="321"/>
                </a:lnTo>
                <a:lnTo>
                  <a:pt x="83" y="320"/>
                </a:lnTo>
                <a:lnTo>
                  <a:pt x="83" y="319"/>
                </a:lnTo>
                <a:lnTo>
                  <a:pt x="83" y="318"/>
                </a:lnTo>
                <a:lnTo>
                  <a:pt x="83" y="317"/>
                </a:lnTo>
                <a:lnTo>
                  <a:pt x="82" y="316"/>
                </a:lnTo>
                <a:lnTo>
                  <a:pt x="82" y="315"/>
                </a:lnTo>
                <a:lnTo>
                  <a:pt x="82" y="314"/>
                </a:lnTo>
                <a:lnTo>
                  <a:pt x="82" y="313"/>
                </a:lnTo>
                <a:lnTo>
                  <a:pt x="83" y="312"/>
                </a:lnTo>
                <a:lnTo>
                  <a:pt x="83" y="311"/>
                </a:lnTo>
                <a:lnTo>
                  <a:pt x="84" y="310"/>
                </a:lnTo>
                <a:lnTo>
                  <a:pt x="84" y="309"/>
                </a:lnTo>
                <a:lnTo>
                  <a:pt x="84" y="308"/>
                </a:lnTo>
                <a:lnTo>
                  <a:pt x="85" y="308"/>
                </a:lnTo>
                <a:lnTo>
                  <a:pt x="85" y="307"/>
                </a:lnTo>
                <a:lnTo>
                  <a:pt x="85" y="306"/>
                </a:lnTo>
                <a:lnTo>
                  <a:pt x="84" y="305"/>
                </a:lnTo>
                <a:lnTo>
                  <a:pt x="84" y="304"/>
                </a:lnTo>
                <a:lnTo>
                  <a:pt x="85" y="304"/>
                </a:lnTo>
                <a:lnTo>
                  <a:pt x="85" y="303"/>
                </a:lnTo>
                <a:lnTo>
                  <a:pt x="85" y="302"/>
                </a:lnTo>
                <a:lnTo>
                  <a:pt x="86" y="302"/>
                </a:lnTo>
                <a:lnTo>
                  <a:pt x="86" y="301"/>
                </a:lnTo>
                <a:lnTo>
                  <a:pt x="87" y="301"/>
                </a:lnTo>
                <a:lnTo>
                  <a:pt x="87" y="300"/>
                </a:lnTo>
                <a:lnTo>
                  <a:pt x="88" y="300"/>
                </a:lnTo>
                <a:lnTo>
                  <a:pt x="88" y="299"/>
                </a:lnTo>
                <a:lnTo>
                  <a:pt x="89" y="298"/>
                </a:lnTo>
                <a:lnTo>
                  <a:pt x="91" y="297"/>
                </a:lnTo>
                <a:lnTo>
                  <a:pt x="92" y="297"/>
                </a:lnTo>
                <a:lnTo>
                  <a:pt x="92" y="296"/>
                </a:lnTo>
                <a:lnTo>
                  <a:pt x="93" y="296"/>
                </a:lnTo>
                <a:lnTo>
                  <a:pt x="95" y="296"/>
                </a:lnTo>
                <a:lnTo>
                  <a:pt x="96" y="296"/>
                </a:lnTo>
                <a:lnTo>
                  <a:pt x="96" y="295"/>
                </a:lnTo>
                <a:lnTo>
                  <a:pt x="96" y="294"/>
                </a:lnTo>
                <a:lnTo>
                  <a:pt x="96" y="293"/>
                </a:lnTo>
                <a:lnTo>
                  <a:pt x="97" y="293"/>
                </a:lnTo>
                <a:lnTo>
                  <a:pt x="98" y="293"/>
                </a:lnTo>
                <a:lnTo>
                  <a:pt x="98" y="292"/>
                </a:lnTo>
                <a:lnTo>
                  <a:pt x="98" y="291"/>
                </a:lnTo>
                <a:lnTo>
                  <a:pt x="97" y="290"/>
                </a:lnTo>
                <a:lnTo>
                  <a:pt x="96" y="289"/>
                </a:lnTo>
                <a:lnTo>
                  <a:pt x="97" y="288"/>
                </a:lnTo>
                <a:lnTo>
                  <a:pt x="96" y="286"/>
                </a:lnTo>
                <a:lnTo>
                  <a:pt x="96" y="285"/>
                </a:lnTo>
                <a:lnTo>
                  <a:pt x="95" y="285"/>
                </a:lnTo>
                <a:lnTo>
                  <a:pt x="94" y="285"/>
                </a:lnTo>
                <a:lnTo>
                  <a:pt x="93" y="284"/>
                </a:lnTo>
                <a:lnTo>
                  <a:pt x="93" y="283"/>
                </a:lnTo>
                <a:lnTo>
                  <a:pt x="94" y="282"/>
                </a:lnTo>
                <a:lnTo>
                  <a:pt x="94" y="281"/>
                </a:lnTo>
                <a:lnTo>
                  <a:pt x="93" y="280"/>
                </a:lnTo>
                <a:lnTo>
                  <a:pt x="92" y="279"/>
                </a:lnTo>
                <a:lnTo>
                  <a:pt x="92" y="278"/>
                </a:lnTo>
                <a:lnTo>
                  <a:pt x="91" y="278"/>
                </a:lnTo>
                <a:lnTo>
                  <a:pt x="91" y="277"/>
                </a:lnTo>
                <a:lnTo>
                  <a:pt x="89" y="277"/>
                </a:lnTo>
                <a:lnTo>
                  <a:pt x="88" y="276"/>
                </a:lnTo>
                <a:lnTo>
                  <a:pt x="87" y="276"/>
                </a:lnTo>
                <a:lnTo>
                  <a:pt x="87" y="275"/>
                </a:lnTo>
                <a:lnTo>
                  <a:pt x="87" y="274"/>
                </a:lnTo>
                <a:lnTo>
                  <a:pt x="88" y="273"/>
                </a:lnTo>
                <a:lnTo>
                  <a:pt x="88" y="272"/>
                </a:lnTo>
                <a:lnTo>
                  <a:pt x="87" y="272"/>
                </a:lnTo>
                <a:lnTo>
                  <a:pt x="87" y="271"/>
                </a:lnTo>
                <a:lnTo>
                  <a:pt x="86" y="270"/>
                </a:lnTo>
                <a:lnTo>
                  <a:pt x="85" y="270"/>
                </a:lnTo>
                <a:lnTo>
                  <a:pt x="84" y="270"/>
                </a:lnTo>
                <a:lnTo>
                  <a:pt x="83" y="270"/>
                </a:lnTo>
                <a:lnTo>
                  <a:pt x="81" y="270"/>
                </a:lnTo>
                <a:lnTo>
                  <a:pt x="80" y="270"/>
                </a:lnTo>
                <a:lnTo>
                  <a:pt x="79" y="271"/>
                </a:lnTo>
                <a:lnTo>
                  <a:pt x="78" y="270"/>
                </a:lnTo>
                <a:lnTo>
                  <a:pt x="77" y="269"/>
                </a:lnTo>
                <a:lnTo>
                  <a:pt x="77" y="268"/>
                </a:lnTo>
                <a:lnTo>
                  <a:pt x="77" y="267"/>
                </a:lnTo>
                <a:lnTo>
                  <a:pt x="77" y="266"/>
                </a:lnTo>
                <a:lnTo>
                  <a:pt x="77" y="265"/>
                </a:lnTo>
                <a:lnTo>
                  <a:pt x="77" y="264"/>
                </a:lnTo>
                <a:lnTo>
                  <a:pt x="78" y="264"/>
                </a:lnTo>
                <a:lnTo>
                  <a:pt x="77" y="263"/>
                </a:lnTo>
                <a:lnTo>
                  <a:pt x="77" y="262"/>
                </a:lnTo>
                <a:lnTo>
                  <a:pt x="76" y="262"/>
                </a:lnTo>
                <a:lnTo>
                  <a:pt x="76" y="261"/>
                </a:lnTo>
                <a:lnTo>
                  <a:pt x="75" y="261"/>
                </a:lnTo>
                <a:lnTo>
                  <a:pt x="75" y="260"/>
                </a:lnTo>
                <a:lnTo>
                  <a:pt x="74" y="259"/>
                </a:lnTo>
                <a:lnTo>
                  <a:pt x="73" y="258"/>
                </a:lnTo>
                <a:lnTo>
                  <a:pt x="74" y="258"/>
                </a:lnTo>
                <a:lnTo>
                  <a:pt x="73" y="257"/>
                </a:lnTo>
                <a:lnTo>
                  <a:pt x="72" y="257"/>
                </a:lnTo>
                <a:lnTo>
                  <a:pt x="71" y="257"/>
                </a:lnTo>
                <a:lnTo>
                  <a:pt x="71" y="258"/>
                </a:lnTo>
                <a:lnTo>
                  <a:pt x="71" y="260"/>
                </a:lnTo>
                <a:lnTo>
                  <a:pt x="71" y="261"/>
                </a:lnTo>
                <a:lnTo>
                  <a:pt x="70" y="262"/>
                </a:lnTo>
                <a:lnTo>
                  <a:pt x="70" y="263"/>
                </a:lnTo>
                <a:lnTo>
                  <a:pt x="70" y="264"/>
                </a:lnTo>
                <a:lnTo>
                  <a:pt x="69" y="264"/>
                </a:lnTo>
                <a:lnTo>
                  <a:pt x="68" y="264"/>
                </a:lnTo>
                <a:lnTo>
                  <a:pt x="68" y="265"/>
                </a:lnTo>
                <a:lnTo>
                  <a:pt x="68" y="266"/>
                </a:lnTo>
                <a:lnTo>
                  <a:pt x="67" y="266"/>
                </a:lnTo>
                <a:lnTo>
                  <a:pt x="67" y="267"/>
                </a:lnTo>
                <a:lnTo>
                  <a:pt x="66" y="267"/>
                </a:lnTo>
                <a:lnTo>
                  <a:pt x="65" y="267"/>
                </a:lnTo>
                <a:lnTo>
                  <a:pt x="64" y="267"/>
                </a:lnTo>
                <a:lnTo>
                  <a:pt x="63" y="267"/>
                </a:lnTo>
                <a:lnTo>
                  <a:pt x="63" y="266"/>
                </a:lnTo>
                <a:lnTo>
                  <a:pt x="62" y="266"/>
                </a:lnTo>
                <a:lnTo>
                  <a:pt x="62" y="265"/>
                </a:lnTo>
                <a:lnTo>
                  <a:pt x="60" y="265"/>
                </a:lnTo>
                <a:lnTo>
                  <a:pt x="60" y="266"/>
                </a:lnTo>
                <a:lnTo>
                  <a:pt x="60" y="267"/>
                </a:lnTo>
                <a:lnTo>
                  <a:pt x="59" y="267"/>
                </a:lnTo>
                <a:lnTo>
                  <a:pt x="59" y="266"/>
                </a:lnTo>
                <a:lnTo>
                  <a:pt x="59" y="267"/>
                </a:lnTo>
                <a:lnTo>
                  <a:pt x="58" y="266"/>
                </a:lnTo>
                <a:lnTo>
                  <a:pt x="57" y="266"/>
                </a:lnTo>
                <a:lnTo>
                  <a:pt x="56" y="266"/>
                </a:lnTo>
                <a:lnTo>
                  <a:pt x="56" y="267"/>
                </a:lnTo>
                <a:lnTo>
                  <a:pt x="56" y="266"/>
                </a:lnTo>
                <a:lnTo>
                  <a:pt x="55" y="266"/>
                </a:lnTo>
                <a:lnTo>
                  <a:pt x="54" y="266"/>
                </a:lnTo>
                <a:lnTo>
                  <a:pt x="53" y="265"/>
                </a:lnTo>
                <a:lnTo>
                  <a:pt x="52" y="265"/>
                </a:lnTo>
                <a:lnTo>
                  <a:pt x="51" y="265"/>
                </a:lnTo>
                <a:lnTo>
                  <a:pt x="51" y="264"/>
                </a:lnTo>
                <a:lnTo>
                  <a:pt x="50" y="264"/>
                </a:lnTo>
                <a:lnTo>
                  <a:pt x="49" y="264"/>
                </a:lnTo>
                <a:lnTo>
                  <a:pt x="48" y="264"/>
                </a:lnTo>
                <a:lnTo>
                  <a:pt x="47" y="264"/>
                </a:lnTo>
                <a:lnTo>
                  <a:pt x="46" y="265"/>
                </a:lnTo>
                <a:lnTo>
                  <a:pt x="46" y="266"/>
                </a:lnTo>
                <a:lnTo>
                  <a:pt x="45" y="267"/>
                </a:lnTo>
                <a:lnTo>
                  <a:pt x="45" y="268"/>
                </a:lnTo>
                <a:lnTo>
                  <a:pt x="44" y="269"/>
                </a:lnTo>
                <a:lnTo>
                  <a:pt x="43" y="270"/>
                </a:lnTo>
                <a:lnTo>
                  <a:pt x="43" y="271"/>
                </a:lnTo>
                <a:lnTo>
                  <a:pt x="42" y="271"/>
                </a:lnTo>
                <a:lnTo>
                  <a:pt x="41" y="273"/>
                </a:lnTo>
                <a:lnTo>
                  <a:pt x="41" y="274"/>
                </a:lnTo>
                <a:lnTo>
                  <a:pt x="42" y="274"/>
                </a:lnTo>
                <a:lnTo>
                  <a:pt x="42" y="275"/>
                </a:lnTo>
                <a:lnTo>
                  <a:pt x="42" y="276"/>
                </a:lnTo>
                <a:lnTo>
                  <a:pt x="42" y="277"/>
                </a:lnTo>
                <a:lnTo>
                  <a:pt x="41" y="277"/>
                </a:lnTo>
                <a:lnTo>
                  <a:pt x="41" y="278"/>
                </a:lnTo>
                <a:lnTo>
                  <a:pt x="40" y="278"/>
                </a:lnTo>
                <a:lnTo>
                  <a:pt x="39" y="277"/>
                </a:lnTo>
                <a:lnTo>
                  <a:pt x="39" y="278"/>
                </a:lnTo>
                <a:lnTo>
                  <a:pt x="38" y="278"/>
                </a:lnTo>
                <a:lnTo>
                  <a:pt x="38" y="277"/>
                </a:lnTo>
                <a:lnTo>
                  <a:pt x="38" y="278"/>
                </a:lnTo>
                <a:lnTo>
                  <a:pt x="37" y="278"/>
                </a:lnTo>
                <a:lnTo>
                  <a:pt x="37" y="277"/>
                </a:lnTo>
                <a:lnTo>
                  <a:pt x="36" y="278"/>
                </a:lnTo>
                <a:lnTo>
                  <a:pt x="36" y="277"/>
                </a:lnTo>
                <a:lnTo>
                  <a:pt x="35" y="277"/>
                </a:lnTo>
                <a:lnTo>
                  <a:pt x="34" y="277"/>
                </a:lnTo>
                <a:lnTo>
                  <a:pt x="33" y="277"/>
                </a:lnTo>
                <a:lnTo>
                  <a:pt x="32" y="277"/>
                </a:lnTo>
                <a:lnTo>
                  <a:pt x="31" y="277"/>
                </a:lnTo>
                <a:lnTo>
                  <a:pt x="30" y="277"/>
                </a:lnTo>
                <a:lnTo>
                  <a:pt x="28" y="277"/>
                </a:lnTo>
                <a:lnTo>
                  <a:pt x="28" y="278"/>
                </a:lnTo>
                <a:lnTo>
                  <a:pt x="27" y="278"/>
                </a:lnTo>
                <a:lnTo>
                  <a:pt x="27" y="277"/>
                </a:lnTo>
                <a:lnTo>
                  <a:pt x="26" y="277"/>
                </a:lnTo>
                <a:lnTo>
                  <a:pt x="25" y="277"/>
                </a:lnTo>
                <a:lnTo>
                  <a:pt x="24" y="277"/>
                </a:lnTo>
                <a:lnTo>
                  <a:pt x="24" y="278"/>
                </a:lnTo>
                <a:lnTo>
                  <a:pt x="23" y="278"/>
                </a:lnTo>
                <a:lnTo>
                  <a:pt x="23" y="277"/>
                </a:lnTo>
                <a:lnTo>
                  <a:pt x="22" y="277"/>
                </a:lnTo>
                <a:lnTo>
                  <a:pt x="22" y="276"/>
                </a:lnTo>
                <a:lnTo>
                  <a:pt x="21" y="276"/>
                </a:lnTo>
                <a:lnTo>
                  <a:pt x="20" y="276"/>
                </a:lnTo>
                <a:lnTo>
                  <a:pt x="19" y="276"/>
                </a:lnTo>
                <a:lnTo>
                  <a:pt x="19" y="275"/>
                </a:lnTo>
                <a:lnTo>
                  <a:pt x="19" y="274"/>
                </a:lnTo>
                <a:lnTo>
                  <a:pt x="19" y="273"/>
                </a:lnTo>
                <a:lnTo>
                  <a:pt x="18" y="273"/>
                </a:lnTo>
                <a:lnTo>
                  <a:pt x="18" y="272"/>
                </a:lnTo>
                <a:lnTo>
                  <a:pt x="17" y="272"/>
                </a:lnTo>
                <a:lnTo>
                  <a:pt x="16" y="271"/>
                </a:lnTo>
                <a:lnTo>
                  <a:pt x="15" y="271"/>
                </a:lnTo>
                <a:lnTo>
                  <a:pt x="14" y="270"/>
                </a:lnTo>
                <a:lnTo>
                  <a:pt x="15" y="270"/>
                </a:lnTo>
                <a:lnTo>
                  <a:pt x="15" y="269"/>
                </a:lnTo>
                <a:lnTo>
                  <a:pt x="15" y="268"/>
                </a:lnTo>
                <a:lnTo>
                  <a:pt x="14" y="268"/>
                </a:lnTo>
                <a:lnTo>
                  <a:pt x="14" y="267"/>
                </a:lnTo>
                <a:lnTo>
                  <a:pt x="13" y="267"/>
                </a:lnTo>
                <a:lnTo>
                  <a:pt x="13" y="266"/>
                </a:lnTo>
                <a:lnTo>
                  <a:pt x="13" y="265"/>
                </a:lnTo>
                <a:lnTo>
                  <a:pt x="14" y="264"/>
                </a:lnTo>
                <a:lnTo>
                  <a:pt x="14" y="262"/>
                </a:lnTo>
                <a:lnTo>
                  <a:pt x="14" y="261"/>
                </a:lnTo>
                <a:lnTo>
                  <a:pt x="14" y="260"/>
                </a:lnTo>
                <a:lnTo>
                  <a:pt x="14" y="259"/>
                </a:lnTo>
                <a:lnTo>
                  <a:pt x="15" y="258"/>
                </a:lnTo>
                <a:lnTo>
                  <a:pt x="15" y="257"/>
                </a:lnTo>
                <a:lnTo>
                  <a:pt x="15" y="256"/>
                </a:lnTo>
                <a:lnTo>
                  <a:pt x="15" y="255"/>
                </a:lnTo>
                <a:lnTo>
                  <a:pt x="14" y="255"/>
                </a:lnTo>
                <a:lnTo>
                  <a:pt x="13" y="255"/>
                </a:lnTo>
                <a:lnTo>
                  <a:pt x="13" y="256"/>
                </a:lnTo>
                <a:lnTo>
                  <a:pt x="12" y="256"/>
                </a:lnTo>
                <a:lnTo>
                  <a:pt x="12" y="255"/>
                </a:lnTo>
                <a:lnTo>
                  <a:pt x="11" y="255"/>
                </a:lnTo>
                <a:lnTo>
                  <a:pt x="11" y="254"/>
                </a:lnTo>
                <a:lnTo>
                  <a:pt x="11" y="253"/>
                </a:lnTo>
                <a:lnTo>
                  <a:pt x="10" y="252"/>
                </a:lnTo>
                <a:lnTo>
                  <a:pt x="10" y="251"/>
                </a:lnTo>
                <a:lnTo>
                  <a:pt x="10" y="250"/>
                </a:lnTo>
                <a:lnTo>
                  <a:pt x="9" y="249"/>
                </a:lnTo>
                <a:lnTo>
                  <a:pt x="9" y="248"/>
                </a:lnTo>
                <a:lnTo>
                  <a:pt x="9" y="247"/>
                </a:lnTo>
                <a:lnTo>
                  <a:pt x="9" y="245"/>
                </a:lnTo>
                <a:lnTo>
                  <a:pt x="10" y="245"/>
                </a:lnTo>
                <a:lnTo>
                  <a:pt x="10" y="244"/>
                </a:lnTo>
                <a:lnTo>
                  <a:pt x="11" y="244"/>
                </a:lnTo>
                <a:lnTo>
                  <a:pt x="10" y="243"/>
                </a:lnTo>
                <a:lnTo>
                  <a:pt x="11" y="243"/>
                </a:lnTo>
                <a:lnTo>
                  <a:pt x="11" y="242"/>
                </a:lnTo>
                <a:lnTo>
                  <a:pt x="12" y="242"/>
                </a:lnTo>
                <a:lnTo>
                  <a:pt x="13" y="242"/>
                </a:lnTo>
                <a:lnTo>
                  <a:pt x="14" y="242"/>
                </a:lnTo>
                <a:lnTo>
                  <a:pt x="14" y="241"/>
                </a:lnTo>
                <a:lnTo>
                  <a:pt x="15" y="241"/>
                </a:lnTo>
                <a:lnTo>
                  <a:pt x="16" y="241"/>
                </a:lnTo>
                <a:lnTo>
                  <a:pt x="15" y="240"/>
                </a:lnTo>
                <a:lnTo>
                  <a:pt x="15" y="238"/>
                </a:lnTo>
                <a:lnTo>
                  <a:pt x="14" y="237"/>
                </a:lnTo>
                <a:lnTo>
                  <a:pt x="14" y="236"/>
                </a:lnTo>
                <a:lnTo>
                  <a:pt x="14" y="235"/>
                </a:lnTo>
                <a:lnTo>
                  <a:pt x="15" y="235"/>
                </a:lnTo>
                <a:lnTo>
                  <a:pt x="15" y="234"/>
                </a:lnTo>
                <a:lnTo>
                  <a:pt x="15" y="233"/>
                </a:lnTo>
                <a:lnTo>
                  <a:pt x="15" y="232"/>
                </a:lnTo>
                <a:lnTo>
                  <a:pt x="15" y="231"/>
                </a:lnTo>
                <a:lnTo>
                  <a:pt x="14" y="231"/>
                </a:lnTo>
                <a:lnTo>
                  <a:pt x="13" y="231"/>
                </a:lnTo>
                <a:lnTo>
                  <a:pt x="13" y="230"/>
                </a:lnTo>
                <a:lnTo>
                  <a:pt x="13" y="229"/>
                </a:lnTo>
                <a:lnTo>
                  <a:pt x="13" y="228"/>
                </a:lnTo>
                <a:lnTo>
                  <a:pt x="12" y="228"/>
                </a:lnTo>
                <a:lnTo>
                  <a:pt x="12" y="227"/>
                </a:lnTo>
                <a:lnTo>
                  <a:pt x="11" y="226"/>
                </a:lnTo>
                <a:lnTo>
                  <a:pt x="11" y="225"/>
                </a:lnTo>
                <a:lnTo>
                  <a:pt x="11" y="224"/>
                </a:lnTo>
                <a:lnTo>
                  <a:pt x="10" y="223"/>
                </a:lnTo>
                <a:lnTo>
                  <a:pt x="9" y="223"/>
                </a:lnTo>
                <a:lnTo>
                  <a:pt x="9" y="222"/>
                </a:lnTo>
                <a:lnTo>
                  <a:pt x="8" y="222"/>
                </a:lnTo>
                <a:lnTo>
                  <a:pt x="7" y="221"/>
                </a:lnTo>
                <a:lnTo>
                  <a:pt x="6" y="221"/>
                </a:lnTo>
                <a:lnTo>
                  <a:pt x="6" y="222"/>
                </a:lnTo>
                <a:lnTo>
                  <a:pt x="5" y="223"/>
                </a:lnTo>
                <a:lnTo>
                  <a:pt x="4" y="223"/>
                </a:lnTo>
                <a:lnTo>
                  <a:pt x="4" y="224"/>
                </a:lnTo>
                <a:lnTo>
                  <a:pt x="3" y="225"/>
                </a:lnTo>
                <a:lnTo>
                  <a:pt x="2" y="225"/>
                </a:lnTo>
                <a:lnTo>
                  <a:pt x="2" y="226"/>
                </a:lnTo>
                <a:lnTo>
                  <a:pt x="1" y="226"/>
                </a:lnTo>
                <a:lnTo>
                  <a:pt x="2" y="225"/>
                </a:lnTo>
                <a:lnTo>
                  <a:pt x="2" y="224"/>
                </a:lnTo>
                <a:lnTo>
                  <a:pt x="2" y="223"/>
                </a:lnTo>
                <a:lnTo>
                  <a:pt x="1" y="223"/>
                </a:lnTo>
                <a:lnTo>
                  <a:pt x="0" y="222"/>
                </a:lnTo>
                <a:lnTo>
                  <a:pt x="0" y="221"/>
                </a:lnTo>
                <a:lnTo>
                  <a:pt x="0" y="220"/>
                </a:lnTo>
                <a:lnTo>
                  <a:pt x="0" y="219"/>
                </a:lnTo>
                <a:lnTo>
                  <a:pt x="1" y="219"/>
                </a:lnTo>
                <a:lnTo>
                  <a:pt x="2" y="219"/>
                </a:lnTo>
                <a:lnTo>
                  <a:pt x="2" y="220"/>
                </a:lnTo>
                <a:lnTo>
                  <a:pt x="3" y="220"/>
                </a:lnTo>
                <a:lnTo>
                  <a:pt x="4" y="220"/>
                </a:lnTo>
                <a:lnTo>
                  <a:pt x="5" y="220"/>
                </a:lnTo>
                <a:lnTo>
                  <a:pt x="5" y="219"/>
                </a:lnTo>
                <a:lnTo>
                  <a:pt x="4" y="218"/>
                </a:lnTo>
                <a:lnTo>
                  <a:pt x="4" y="217"/>
                </a:lnTo>
                <a:lnTo>
                  <a:pt x="3" y="217"/>
                </a:lnTo>
                <a:lnTo>
                  <a:pt x="3" y="218"/>
                </a:lnTo>
                <a:lnTo>
                  <a:pt x="3" y="217"/>
                </a:lnTo>
                <a:lnTo>
                  <a:pt x="2" y="217"/>
                </a:lnTo>
                <a:lnTo>
                  <a:pt x="1" y="217"/>
                </a:lnTo>
                <a:lnTo>
                  <a:pt x="1" y="216"/>
                </a:lnTo>
                <a:lnTo>
                  <a:pt x="2" y="216"/>
                </a:lnTo>
                <a:lnTo>
                  <a:pt x="2" y="215"/>
                </a:lnTo>
                <a:lnTo>
                  <a:pt x="2" y="214"/>
                </a:lnTo>
                <a:lnTo>
                  <a:pt x="3" y="214"/>
                </a:lnTo>
                <a:lnTo>
                  <a:pt x="4" y="214"/>
                </a:lnTo>
                <a:lnTo>
                  <a:pt x="5" y="214"/>
                </a:lnTo>
                <a:lnTo>
                  <a:pt x="6" y="214"/>
                </a:lnTo>
                <a:lnTo>
                  <a:pt x="6" y="213"/>
                </a:lnTo>
                <a:lnTo>
                  <a:pt x="7" y="213"/>
                </a:lnTo>
                <a:lnTo>
                  <a:pt x="8" y="214"/>
                </a:lnTo>
                <a:lnTo>
                  <a:pt x="8" y="213"/>
                </a:lnTo>
                <a:lnTo>
                  <a:pt x="9" y="213"/>
                </a:lnTo>
                <a:lnTo>
                  <a:pt x="10" y="212"/>
                </a:lnTo>
                <a:lnTo>
                  <a:pt x="9" y="212"/>
                </a:lnTo>
                <a:lnTo>
                  <a:pt x="9" y="211"/>
                </a:lnTo>
                <a:lnTo>
                  <a:pt x="9" y="210"/>
                </a:lnTo>
                <a:lnTo>
                  <a:pt x="10" y="210"/>
                </a:lnTo>
                <a:lnTo>
                  <a:pt x="10" y="211"/>
                </a:lnTo>
                <a:lnTo>
                  <a:pt x="10" y="210"/>
                </a:lnTo>
                <a:lnTo>
                  <a:pt x="11" y="210"/>
                </a:lnTo>
                <a:lnTo>
                  <a:pt x="11" y="209"/>
                </a:lnTo>
                <a:lnTo>
                  <a:pt x="11" y="208"/>
                </a:lnTo>
                <a:lnTo>
                  <a:pt x="12" y="208"/>
                </a:lnTo>
                <a:lnTo>
                  <a:pt x="12" y="207"/>
                </a:lnTo>
                <a:lnTo>
                  <a:pt x="13" y="206"/>
                </a:lnTo>
                <a:lnTo>
                  <a:pt x="13" y="205"/>
                </a:lnTo>
                <a:lnTo>
                  <a:pt x="14" y="205"/>
                </a:lnTo>
                <a:lnTo>
                  <a:pt x="15" y="204"/>
                </a:lnTo>
                <a:lnTo>
                  <a:pt x="15" y="203"/>
                </a:lnTo>
                <a:lnTo>
                  <a:pt x="16" y="203"/>
                </a:lnTo>
                <a:lnTo>
                  <a:pt x="16" y="202"/>
                </a:lnTo>
                <a:lnTo>
                  <a:pt x="17" y="202"/>
                </a:lnTo>
                <a:lnTo>
                  <a:pt x="17" y="201"/>
                </a:lnTo>
                <a:lnTo>
                  <a:pt x="16" y="201"/>
                </a:lnTo>
                <a:lnTo>
                  <a:pt x="17" y="201"/>
                </a:lnTo>
                <a:lnTo>
                  <a:pt x="18" y="201"/>
                </a:lnTo>
                <a:lnTo>
                  <a:pt x="17" y="200"/>
                </a:lnTo>
                <a:lnTo>
                  <a:pt x="18" y="199"/>
                </a:lnTo>
                <a:lnTo>
                  <a:pt x="19" y="200"/>
                </a:lnTo>
                <a:lnTo>
                  <a:pt x="21" y="199"/>
                </a:lnTo>
                <a:lnTo>
                  <a:pt x="21" y="198"/>
                </a:lnTo>
                <a:lnTo>
                  <a:pt x="22" y="197"/>
                </a:lnTo>
                <a:lnTo>
                  <a:pt x="23" y="198"/>
                </a:lnTo>
                <a:lnTo>
                  <a:pt x="23" y="197"/>
                </a:lnTo>
                <a:lnTo>
                  <a:pt x="23" y="196"/>
                </a:lnTo>
                <a:lnTo>
                  <a:pt x="24" y="195"/>
                </a:lnTo>
                <a:lnTo>
                  <a:pt x="24" y="194"/>
                </a:lnTo>
                <a:lnTo>
                  <a:pt x="24" y="193"/>
                </a:lnTo>
                <a:lnTo>
                  <a:pt x="25" y="192"/>
                </a:lnTo>
                <a:lnTo>
                  <a:pt x="26" y="192"/>
                </a:lnTo>
                <a:lnTo>
                  <a:pt x="27" y="192"/>
                </a:lnTo>
                <a:lnTo>
                  <a:pt x="27" y="191"/>
                </a:lnTo>
                <a:lnTo>
                  <a:pt x="27" y="188"/>
                </a:lnTo>
                <a:lnTo>
                  <a:pt x="27" y="187"/>
                </a:lnTo>
                <a:lnTo>
                  <a:pt x="28" y="187"/>
                </a:lnTo>
                <a:lnTo>
                  <a:pt x="28" y="186"/>
                </a:lnTo>
                <a:lnTo>
                  <a:pt x="28" y="185"/>
                </a:lnTo>
                <a:lnTo>
                  <a:pt x="29" y="185"/>
                </a:lnTo>
                <a:lnTo>
                  <a:pt x="29" y="184"/>
                </a:lnTo>
                <a:lnTo>
                  <a:pt x="29" y="183"/>
                </a:lnTo>
                <a:lnTo>
                  <a:pt x="29" y="182"/>
                </a:lnTo>
                <a:lnTo>
                  <a:pt x="29" y="181"/>
                </a:lnTo>
                <a:lnTo>
                  <a:pt x="30" y="181"/>
                </a:lnTo>
                <a:lnTo>
                  <a:pt x="30" y="182"/>
                </a:lnTo>
                <a:lnTo>
                  <a:pt x="31" y="182"/>
                </a:lnTo>
                <a:lnTo>
                  <a:pt x="32" y="182"/>
                </a:lnTo>
                <a:lnTo>
                  <a:pt x="32" y="183"/>
                </a:lnTo>
                <a:lnTo>
                  <a:pt x="31" y="183"/>
                </a:lnTo>
                <a:lnTo>
                  <a:pt x="32" y="183"/>
                </a:lnTo>
                <a:lnTo>
                  <a:pt x="33" y="184"/>
                </a:lnTo>
                <a:lnTo>
                  <a:pt x="33" y="183"/>
                </a:lnTo>
                <a:lnTo>
                  <a:pt x="33" y="184"/>
                </a:lnTo>
                <a:lnTo>
                  <a:pt x="34" y="184"/>
                </a:lnTo>
                <a:lnTo>
                  <a:pt x="36" y="183"/>
                </a:lnTo>
                <a:lnTo>
                  <a:pt x="37" y="183"/>
                </a:lnTo>
                <a:lnTo>
                  <a:pt x="37" y="184"/>
                </a:lnTo>
                <a:lnTo>
                  <a:pt x="37" y="185"/>
                </a:lnTo>
                <a:lnTo>
                  <a:pt x="37" y="187"/>
                </a:lnTo>
                <a:lnTo>
                  <a:pt x="37" y="188"/>
                </a:lnTo>
                <a:lnTo>
                  <a:pt x="38" y="189"/>
                </a:lnTo>
                <a:lnTo>
                  <a:pt x="39" y="190"/>
                </a:lnTo>
                <a:lnTo>
                  <a:pt x="40" y="190"/>
                </a:lnTo>
                <a:lnTo>
                  <a:pt x="41" y="190"/>
                </a:lnTo>
                <a:lnTo>
                  <a:pt x="41" y="191"/>
                </a:lnTo>
                <a:lnTo>
                  <a:pt x="42" y="192"/>
                </a:lnTo>
                <a:lnTo>
                  <a:pt x="43" y="192"/>
                </a:lnTo>
                <a:lnTo>
                  <a:pt x="43" y="193"/>
                </a:lnTo>
                <a:lnTo>
                  <a:pt x="44" y="193"/>
                </a:lnTo>
                <a:lnTo>
                  <a:pt x="44" y="192"/>
                </a:lnTo>
                <a:lnTo>
                  <a:pt x="45" y="192"/>
                </a:lnTo>
                <a:lnTo>
                  <a:pt x="46" y="192"/>
                </a:lnTo>
                <a:lnTo>
                  <a:pt x="46" y="193"/>
                </a:lnTo>
                <a:lnTo>
                  <a:pt x="47" y="193"/>
                </a:lnTo>
                <a:lnTo>
                  <a:pt x="47" y="194"/>
                </a:lnTo>
                <a:lnTo>
                  <a:pt x="47" y="195"/>
                </a:lnTo>
                <a:lnTo>
                  <a:pt x="47" y="196"/>
                </a:lnTo>
                <a:lnTo>
                  <a:pt x="48" y="196"/>
                </a:lnTo>
                <a:lnTo>
                  <a:pt x="48" y="197"/>
                </a:lnTo>
                <a:lnTo>
                  <a:pt x="49" y="197"/>
                </a:lnTo>
                <a:lnTo>
                  <a:pt x="49" y="198"/>
                </a:lnTo>
                <a:lnTo>
                  <a:pt x="50" y="199"/>
                </a:lnTo>
                <a:lnTo>
                  <a:pt x="51" y="200"/>
                </a:lnTo>
                <a:lnTo>
                  <a:pt x="51" y="199"/>
                </a:lnTo>
                <a:lnTo>
                  <a:pt x="52" y="199"/>
                </a:lnTo>
                <a:lnTo>
                  <a:pt x="53" y="197"/>
                </a:lnTo>
                <a:lnTo>
                  <a:pt x="54" y="198"/>
                </a:lnTo>
                <a:lnTo>
                  <a:pt x="55" y="198"/>
                </a:lnTo>
                <a:lnTo>
                  <a:pt x="55" y="197"/>
                </a:lnTo>
                <a:lnTo>
                  <a:pt x="55" y="196"/>
                </a:lnTo>
                <a:lnTo>
                  <a:pt x="56" y="197"/>
                </a:lnTo>
                <a:lnTo>
                  <a:pt x="57" y="197"/>
                </a:lnTo>
                <a:lnTo>
                  <a:pt x="58" y="196"/>
                </a:lnTo>
                <a:lnTo>
                  <a:pt x="59" y="195"/>
                </a:lnTo>
                <a:lnTo>
                  <a:pt x="58" y="193"/>
                </a:lnTo>
                <a:lnTo>
                  <a:pt x="58" y="192"/>
                </a:lnTo>
                <a:lnTo>
                  <a:pt x="59" y="191"/>
                </a:lnTo>
                <a:lnTo>
                  <a:pt x="60" y="190"/>
                </a:lnTo>
                <a:lnTo>
                  <a:pt x="61" y="189"/>
                </a:lnTo>
                <a:lnTo>
                  <a:pt x="63" y="187"/>
                </a:lnTo>
                <a:lnTo>
                  <a:pt x="63" y="186"/>
                </a:lnTo>
                <a:lnTo>
                  <a:pt x="64" y="185"/>
                </a:lnTo>
                <a:lnTo>
                  <a:pt x="65" y="185"/>
                </a:lnTo>
                <a:lnTo>
                  <a:pt x="66" y="183"/>
                </a:lnTo>
                <a:lnTo>
                  <a:pt x="66" y="182"/>
                </a:lnTo>
                <a:lnTo>
                  <a:pt x="66" y="181"/>
                </a:lnTo>
                <a:lnTo>
                  <a:pt x="66" y="180"/>
                </a:lnTo>
                <a:lnTo>
                  <a:pt x="67" y="179"/>
                </a:lnTo>
                <a:lnTo>
                  <a:pt x="68" y="179"/>
                </a:lnTo>
                <a:lnTo>
                  <a:pt x="69" y="180"/>
                </a:lnTo>
                <a:lnTo>
                  <a:pt x="69" y="179"/>
                </a:lnTo>
                <a:lnTo>
                  <a:pt x="70" y="179"/>
                </a:lnTo>
                <a:lnTo>
                  <a:pt x="70" y="180"/>
                </a:lnTo>
                <a:lnTo>
                  <a:pt x="71" y="180"/>
                </a:lnTo>
                <a:lnTo>
                  <a:pt x="72" y="180"/>
                </a:lnTo>
                <a:lnTo>
                  <a:pt x="73" y="180"/>
                </a:lnTo>
                <a:lnTo>
                  <a:pt x="72" y="180"/>
                </a:lnTo>
                <a:lnTo>
                  <a:pt x="72" y="181"/>
                </a:lnTo>
                <a:lnTo>
                  <a:pt x="73" y="181"/>
                </a:lnTo>
                <a:lnTo>
                  <a:pt x="73" y="182"/>
                </a:lnTo>
                <a:lnTo>
                  <a:pt x="74" y="182"/>
                </a:lnTo>
                <a:lnTo>
                  <a:pt x="74" y="183"/>
                </a:lnTo>
                <a:lnTo>
                  <a:pt x="77" y="184"/>
                </a:lnTo>
                <a:lnTo>
                  <a:pt x="79" y="185"/>
                </a:lnTo>
                <a:lnTo>
                  <a:pt x="79" y="184"/>
                </a:lnTo>
                <a:lnTo>
                  <a:pt x="80" y="184"/>
                </a:lnTo>
                <a:lnTo>
                  <a:pt x="80" y="185"/>
                </a:lnTo>
                <a:lnTo>
                  <a:pt x="80" y="186"/>
                </a:lnTo>
                <a:lnTo>
                  <a:pt x="81" y="186"/>
                </a:lnTo>
                <a:lnTo>
                  <a:pt x="82" y="186"/>
                </a:lnTo>
                <a:lnTo>
                  <a:pt x="81" y="187"/>
                </a:lnTo>
                <a:lnTo>
                  <a:pt x="83" y="191"/>
                </a:lnTo>
                <a:lnTo>
                  <a:pt x="84" y="192"/>
                </a:lnTo>
                <a:lnTo>
                  <a:pt x="84" y="193"/>
                </a:lnTo>
                <a:lnTo>
                  <a:pt x="85" y="193"/>
                </a:lnTo>
                <a:lnTo>
                  <a:pt x="86" y="193"/>
                </a:lnTo>
                <a:lnTo>
                  <a:pt x="87" y="193"/>
                </a:lnTo>
                <a:lnTo>
                  <a:pt x="88" y="194"/>
                </a:lnTo>
                <a:lnTo>
                  <a:pt x="89" y="194"/>
                </a:lnTo>
                <a:lnTo>
                  <a:pt x="91" y="195"/>
                </a:lnTo>
                <a:lnTo>
                  <a:pt x="92" y="195"/>
                </a:lnTo>
                <a:lnTo>
                  <a:pt x="93" y="194"/>
                </a:lnTo>
                <a:lnTo>
                  <a:pt x="95" y="194"/>
                </a:lnTo>
                <a:lnTo>
                  <a:pt x="96" y="194"/>
                </a:lnTo>
                <a:lnTo>
                  <a:pt x="97" y="194"/>
                </a:lnTo>
                <a:lnTo>
                  <a:pt x="98" y="193"/>
                </a:lnTo>
                <a:lnTo>
                  <a:pt x="100" y="192"/>
                </a:lnTo>
                <a:lnTo>
                  <a:pt x="102" y="192"/>
                </a:lnTo>
                <a:lnTo>
                  <a:pt x="103" y="192"/>
                </a:lnTo>
                <a:lnTo>
                  <a:pt x="104" y="192"/>
                </a:lnTo>
                <a:lnTo>
                  <a:pt x="104" y="191"/>
                </a:lnTo>
                <a:lnTo>
                  <a:pt x="105" y="193"/>
                </a:lnTo>
                <a:lnTo>
                  <a:pt x="106" y="194"/>
                </a:lnTo>
                <a:lnTo>
                  <a:pt x="107" y="194"/>
                </a:lnTo>
                <a:lnTo>
                  <a:pt x="109" y="192"/>
                </a:lnTo>
                <a:lnTo>
                  <a:pt x="109" y="191"/>
                </a:lnTo>
                <a:lnTo>
                  <a:pt x="111" y="191"/>
                </a:lnTo>
                <a:lnTo>
                  <a:pt x="113" y="192"/>
                </a:lnTo>
                <a:lnTo>
                  <a:pt x="113" y="193"/>
                </a:lnTo>
                <a:lnTo>
                  <a:pt x="113" y="196"/>
                </a:lnTo>
                <a:lnTo>
                  <a:pt x="115" y="197"/>
                </a:lnTo>
                <a:lnTo>
                  <a:pt x="116" y="196"/>
                </a:lnTo>
                <a:lnTo>
                  <a:pt x="117" y="196"/>
                </a:lnTo>
                <a:lnTo>
                  <a:pt x="118" y="196"/>
                </a:lnTo>
                <a:lnTo>
                  <a:pt x="118" y="195"/>
                </a:lnTo>
                <a:lnTo>
                  <a:pt x="118" y="194"/>
                </a:lnTo>
                <a:lnTo>
                  <a:pt x="119" y="193"/>
                </a:lnTo>
                <a:lnTo>
                  <a:pt x="120" y="193"/>
                </a:lnTo>
                <a:lnTo>
                  <a:pt x="121" y="192"/>
                </a:lnTo>
                <a:lnTo>
                  <a:pt x="121" y="191"/>
                </a:lnTo>
                <a:lnTo>
                  <a:pt x="122" y="191"/>
                </a:lnTo>
                <a:lnTo>
                  <a:pt x="123" y="191"/>
                </a:lnTo>
                <a:lnTo>
                  <a:pt x="123" y="190"/>
                </a:lnTo>
                <a:lnTo>
                  <a:pt x="124" y="190"/>
                </a:lnTo>
                <a:lnTo>
                  <a:pt x="126" y="189"/>
                </a:lnTo>
                <a:lnTo>
                  <a:pt x="127" y="188"/>
                </a:lnTo>
                <a:lnTo>
                  <a:pt x="128" y="188"/>
                </a:lnTo>
                <a:lnTo>
                  <a:pt x="129" y="186"/>
                </a:lnTo>
                <a:lnTo>
                  <a:pt x="130" y="186"/>
                </a:lnTo>
                <a:lnTo>
                  <a:pt x="131" y="186"/>
                </a:lnTo>
                <a:lnTo>
                  <a:pt x="131" y="185"/>
                </a:lnTo>
                <a:lnTo>
                  <a:pt x="132" y="185"/>
                </a:lnTo>
                <a:lnTo>
                  <a:pt x="132" y="184"/>
                </a:lnTo>
                <a:lnTo>
                  <a:pt x="133" y="184"/>
                </a:lnTo>
                <a:lnTo>
                  <a:pt x="134" y="184"/>
                </a:lnTo>
                <a:lnTo>
                  <a:pt x="135" y="185"/>
                </a:lnTo>
                <a:lnTo>
                  <a:pt x="136" y="185"/>
                </a:lnTo>
                <a:lnTo>
                  <a:pt x="136" y="184"/>
                </a:lnTo>
                <a:lnTo>
                  <a:pt x="137" y="184"/>
                </a:lnTo>
                <a:lnTo>
                  <a:pt x="138" y="184"/>
                </a:lnTo>
                <a:lnTo>
                  <a:pt x="139" y="184"/>
                </a:lnTo>
                <a:lnTo>
                  <a:pt x="140" y="185"/>
                </a:lnTo>
                <a:lnTo>
                  <a:pt x="141" y="185"/>
                </a:lnTo>
                <a:lnTo>
                  <a:pt x="142" y="185"/>
                </a:lnTo>
                <a:lnTo>
                  <a:pt x="142" y="186"/>
                </a:lnTo>
                <a:lnTo>
                  <a:pt x="143" y="186"/>
                </a:lnTo>
                <a:lnTo>
                  <a:pt x="143" y="188"/>
                </a:lnTo>
                <a:lnTo>
                  <a:pt x="143" y="189"/>
                </a:lnTo>
                <a:lnTo>
                  <a:pt x="144" y="189"/>
                </a:lnTo>
                <a:lnTo>
                  <a:pt x="144" y="188"/>
                </a:lnTo>
                <a:lnTo>
                  <a:pt x="144" y="187"/>
                </a:lnTo>
                <a:lnTo>
                  <a:pt x="145" y="187"/>
                </a:lnTo>
                <a:lnTo>
                  <a:pt x="146" y="186"/>
                </a:lnTo>
                <a:lnTo>
                  <a:pt x="146" y="185"/>
                </a:lnTo>
                <a:lnTo>
                  <a:pt x="147" y="184"/>
                </a:lnTo>
                <a:lnTo>
                  <a:pt x="147" y="183"/>
                </a:lnTo>
                <a:lnTo>
                  <a:pt x="148" y="182"/>
                </a:lnTo>
                <a:lnTo>
                  <a:pt x="147" y="182"/>
                </a:lnTo>
                <a:lnTo>
                  <a:pt x="147" y="181"/>
                </a:lnTo>
                <a:lnTo>
                  <a:pt x="148" y="180"/>
                </a:lnTo>
                <a:lnTo>
                  <a:pt x="148" y="179"/>
                </a:lnTo>
                <a:lnTo>
                  <a:pt x="148" y="178"/>
                </a:lnTo>
                <a:lnTo>
                  <a:pt x="148" y="177"/>
                </a:lnTo>
                <a:lnTo>
                  <a:pt x="148" y="176"/>
                </a:lnTo>
                <a:lnTo>
                  <a:pt x="148" y="177"/>
                </a:lnTo>
                <a:lnTo>
                  <a:pt x="149" y="177"/>
                </a:lnTo>
                <a:lnTo>
                  <a:pt x="149" y="176"/>
                </a:lnTo>
                <a:lnTo>
                  <a:pt x="149" y="175"/>
                </a:lnTo>
                <a:lnTo>
                  <a:pt x="150" y="175"/>
                </a:lnTo>
                <a:lnTo>
                  <a:pt x="150" y="174"/>
                </a:lnTo>
                <a:lnTo>
                  <a:pt x="150" y="173"/>
                </a:lnTo>
                <a:lnTo>
                  <a:pt x="149" y="172"/>
                </a:lnTo>
                <a:lnTo>
                  <a:pt x="149" y="171"/>
                </a:lnTo>
                <a:lnTo>
                  <a:pt x="148" y="171"/>
                </a:lnTo>
                <a:lnTo>
                  <a:pt x="147" y="171"/>
                </a:lnTo>
                <a:lnTo>
                  <a:pt x="148" y="171"/>
                </a:lnTo>
                <a:lnTo>
                  <a:pt x="148" y="170"/>
                </a:lnTo>
                <a:lnTo>
                  <a:pt x="148" y="169"/>
                </a:lnTo>
                <a:lnTo>
                  <a:pt x="149" y="169"/>
                </a:lnTo>
                <a:lnTo>
                  <a:pt x="148" y="168"/>
                </a:lnTo>
                <a:lnTo>
                  <a:pt x="149" y="168"/>
                </a:lnTo>
                <a:lnTo>
                  <a:pt x="150" y="167"/>
                </a:lnTo>
                <a:lnTo>
                  <a:pt x="151" y="167"/>
                </a:lnTo>
                <a:lnTo>
                  <a:pt x="152" y="165"/>
                </a:lnTo>
                <a:lnTo>
                  <a:pt x="153" y="165"/>
                </a:lnTo>
                <a:lnTo>
                  <a:pt x="154" y="164"/>
                </a:lnTo>
                <a:lnTo>
                  <a:pt x="154" y="163"/>
                </a:lnTo>
                <a:lnTo>
                  <a:pt x="153" y="162"/>
                </a:lnTo>
                <a:lnTo>
                  <a:pt x="154" y="161"/>
                </a:lnTo>
                <a:lnTo>
                  <a:pt x="154" y="160"/>
                </a:lnTo>
                <a:lnTo>
                  <a:pt x="154" y="159"/>
                </a:lnTo>
                <a:lnTo>
                  <a:pt x="154" y="158"/>
                </a:lnTo>
                <a:lnTo>
                  <a:pt x="153" y="157"/>
                </a:lnTo>
                <a:lnTo>
                  <a:pt x="154" y="155"/>
                </a:lnTo>
                <a:lnTo>
                  <a:pt x="155" y="154"/>
                </a:lnTo>
                <a:lnTo>
                  <a:pt x="155" y="153"/>
                </a:lnTo>
                <a:lnTo>
                  <a:pt x="156" y="153"/>
                </a:lnTo>
                <a:lnTo>
                  <a:pt x="156" y="152"/>
                </a:lnTo>
                <a:lnTo>
                  <a:pt x="156" y="153"/>
                </a:lnTo>
                <a:lnTo>
                  <a:pt x="157" y="153"/>
                </a:lnTo>
                <a:lnTo>
                  <a:pt x="157" y="152"/>
                </a:lnTo>
                <a:lnTo>
                  <a:pt x="158" y="151"/>
                </a:lnTo>
                <a:lnTo>
                  <a:pt x="158" y="150"/>
                </a:lnTo>
                <a:lnTo>
                  <a:pt x="160" y="150"/>
                </a:lnTo>
                <a:lnTo>
                  <a:pt x="161" y="149"/>
                </a:lnTo>
                <a:lnTo>
                  <a:pt x="161" y="150"/>
                </a:lnTo>
                <a:lnTo>
                  <a:pt x="162" y="150"/>
                </a:lnTo>
                <a:lnTo>
                  <a:pt x="162" y="149"/>
                </a:lnTo>
                <a:lnTo>
                  <a:pt x="163" y="149"/>
                </a:lnTo>
                <a:lnTo>
                  <a:pt x="164" y="148"/>
                </a:lnTo>
                <a:lnTo>
                  <a:pt x="165" y="148"/>
                </a:lnTo>
                <a:lnTo>
                  <a:pt x="165" y="149"/>
                </a:lnTo>
                <a:lnTo>
                  <a:pt x="166" y="148"/>
                </a:lnTo>
                <a:lnTo>
                  <a:pt x="166" y="147"/>
                </a:lnTo>
                <a:lnTo>
                  <a:pt x="167" y="147"/>
                </a:lnTo>
                <a:lnTo>
                  <a:pt x="167" y="148"/>
                </a:lnTo>
                <a:lnTo>
                  <a:pt x="168" y="148"/>
                </a:lnTo>
                <a:lnTo>
                  <a:pt x="169" y="148"/>
                </a:lnTo>
                <a:lnTo>
                  <a:pt x="169" y="147"/>
                </a:lnTo>
                <a:lnTo>
                  <a:pt x="170" y="148"/>
                </a:lnTo>
                <a:lnTo>
                  <a:pt x="171" y="148"/>
                </a:lnTo>
                <a:lnTo>
                  <a:pt x="172" y="148"/>
                </a:lnTo>
                <a:lnTo>
                  <a:pt x="173" y="149"/>
                </a:lnTo>
                <a:lnTo>
                  <a:pt x="174" y="149"/>
                </a:lnTo>
                <a:lnTo>
                  <a:pt x="175" y="150"/>
                </a:lnTo>
                <a:lnTo>
                  <a:pt x="175" y="151"/>
                </a:lnTo>
                <a:lnTo>
                  <a:pt x="176" y="152"/>
                </a:lnTo>
                <a:lnTo>
                  <a:pt x="177" y="153"/>
                </a:lnTo>
                <a:lnTo>
                  <a:pt x="178" y="153"/>
                </a:lnTo>
                <a:lnTo>
                  <a:pt x="179" y="153"/>
                </a:lnTo>
                <a:lnTo>
                  <a:pt x="180" y="153"/>
                </a:lnTo>
                <a:lnTo>
                  <a:pt x="181" y="153"/>
                </a:lnTo>
                <a:lnTo>
                  <a:pt x="181" y="154"/>
                </a:lnTo>
                <a:lnTo>
                  <a:pt x="181" y="155"/>
                </a:lnTo>
                <a:lnTo>
                  <a:pt x="181" y="156"/>
                </a:lnTo>
                <a:lnTo>
                  <a:pt x="182" y="156"/>
                </a:lnTo>
                <a:lnTo>
                  <a:pt x="182" y="157"/>
                </a:lnTo>
                <a:lnTo>
                  <a:pt x="183" y="157"/>
                </a:lnTo>
                <a:lnTo>
                  <a:pt x="182" y="157"/>
                </a:lnTo>
                <a:lnTo>
                  <a:pt x="182" y="158"/>
                </a:lnTo>
                <a:lnTo>
                  <a:pt x="183" y="158"/>
                </a:lnTo>
                <a:lnTo>
                  <a:pt x="183" y="159"/>
                </a:lnTo>
                <a:lnTo>
                  <a:pt x="184" y="159"/>
                </a:lnTo>
                <a:lnTo>
                  <a:pt x="185" y="158"/>
                </a:lnTo>
                <a:lnTo>
                  <a:pt x="186" y="157"/>
                </a:lnTo>
                <a:lnTo>
                  <a:pt x="187" y="157"/>
                </a:lnTo>
                <a:lnTo>
                  <a:pt x="188" y="157"/>
                </a:lnTo>
                <a:lnTo>
                  <a:pt x="190" y="157"/>
                </a:lnTo>
                <a:lnTo>
                  <a:pt x="191" y="157"/>
                </a:lnTo>
                <a:lnTo>
                  <a:pt x="191" y="156"/>
                </a:lnTo>
                <a:lnTo>
                  <a:pt x="191" y="155"/>
                </a:lnTo>
                <a:lnTo>
                  <a:pt x="192" y="155"/>
                </a:lnTo>
                <a:lnTo>
                  <a:pt x="192" y="154"/>
                </a:lnTo>
                <a:lnTo>
                  <a:pt x="193" y="154"/>
                </a:lnTo>
                <a:lnTo>
                  <a:pt x="194" y="154"/>
                </a:lnTo>
                <a:lnTo>
                  <a:pt x="195" y="153"/>
                </a:lnTo>
                <a:lnTo>
                  <a:pt x="196" y="153"/>
                </a:lnTo>
                <a:lnTo>
                  <a:pt x="197" y="153"/>
                </a:lnTo>
                <a:lnTo>
                  <a:pt x="198" y="153"/>
                </a:lnTo>
                <a:lnTo>
                  <a:pt x="198" y="154"/>
                </a:lnTo>
                <a:lnTo>
                  <a:pt x="199" y="154"/>
                </a:lnTo>
                <a:lnTo>
                  <a:pt x="200" y="154"/>
                </a:lnTo>
                <a:lnTo>
                  <a:pt x="201" y="154"/>
                </a:lnTo>
                <a:lnTo>
                  <a:pt x="202" y="154"/>
                </a:lnTo>
                <a:lnTo>
                  <a:pt x="202" y="155"/>
                </a:lnTo>
                <a:lnTo>
                  <a:pt x="203" y="155"/>
                </a:lnTo>
                <a:lnTo>
                  <a:pt x="203" y="154"/>
                </a:lnTo>
                <a:lnTo>
                  <a:pt x="204" y="153"/>
                </a:lnTo>
                <a:lnTo>
                  <a:pt x="205" y="152"/>
                </a:lnTo>
                <a:lnTo>
                  <a:pt x="205" y="151"/>
                </a:lnTo>
                <a:lnTo>
                  <a:pt x="206" y="151"/>
                </a:lnTo>
                <a:lnTo>
                  <a:pt x="207" y="151"/>
                </a:lnTo>
                <a:lnTo>
                  <a:pt x="208" y="150"/>
                </a:lnTo>
                <a:lnTo>
                  <a:pt x="209" y="150"/>
                </a:lnTo>
                <a:lnTo>
                  <a:pt x="210" y="150"/>
                </a:lnTo>
                <a:lnTo>
                  <a:pt x="210" y="152"/>
                </a:lnTo>
                <a:lnTo>
                  <a:pt x="211" y="152"/>
                </a:lnTo>
                <a:lnTo>
                  <a:pt x="212" y="152"/>
                </a:lnTo>
                <a:lnTo>
                  <a:pt x="214" y="151"/>
                </a:lnTo>
                <a:lnTo>
                  <a:pt x="215" y="150"/>
                </a:lnTo>
                <a:lnTo>
                  <a:pt x="216" y="150"/>
                </a:lnTo>
                <a:lnTo>
                  <a:pt x="217" y="150"/>
                </a:lnTo>
                <a:lnTo>
                  <a:pt x="218" y="150"/>
                </a:lnTo>
                <a:lnTo>
                  <a:pt x="219" y="150"/>
                </a:lnTo>
                <a:lnTo>
                  <a:pt x="220" y="150"/>
                </a:lnTo>
                <a:lnTo>
                  <a:pt x="221" y="149"/>
                </a:lnTo>
                <a:lnTo>
                  <a:pt x="222" y="149"/>
                </a:lnTo>
                <a:lnTo>
                  <a:pt x="222" y="148"/>
                </a:lnTo>
                <a:lnTo>
                  <a:pt x="222" y="147"/>
                </a:lnTo>
                <a:lnTo>
                  <a:pt x="223" y="147"/>
                </a:lnTo>
                <a:lnTo>
                  <a:pt x="224" y="147"/>
                </a:lnTo>
                <a:lnTo>
                  <a:pt x="225" y="147"/>
                </a:lnTo>
                <a:lnTo>
                  <a:pt x="226" y="147"/>
                </a:lnTo>
                <a:lnTo>
                  <a:pt x="227" y="147"/>
                </a:lnTo>
                <a:lnTo>
                  <a:pt x="228" y="147"/>
                </a:lnTo>
                <a:lnTo>
                  <a:pt x="230" y="148"/>
                </a:lnTo>
                <a:lnTo>
                  <a:pt x="231" y="148"/>
                </a:lnTo>
                <a:lnTo>
                  <a:pt x="231" y="149"/>
                </a:lnTo>
                <a:lnTo>
                  <a:pt x="232" y="149"/>
                </a:lnTo>
                <a:lnTo>
                  <a:pt x="233" y="149"/>
                </a:lnTo>
                <a:lnTo>
                  <a:pt x="234" y="150"/>
                </a:lnTo>
                <a:lnTo>
                  <a:pt x="235" y="149"/>
                </a:lnTo>
                <a:lnTo>
                  <a:pt x="236" y="149"/>
                </a:lnTo>
                <a:lnTo>
                  <a:pt x="237" y="149"/>
                </a:lnTo>
                <a:lnTo>
                  <a:pt x="237" y="148"/>
                </a:lnTo>
                <a:lnTo>
                  <a:pt x="238" y="148"/>
                </a:lnTo>
                <a:lnTo>
                  <a:pt x="239" y="148"/>
                </a:lnTo>
                <a:lnTo>
                  <a:pt x="239" y="147"/>
                </a:lnTo>
                <a:lnTo>
                  <a:pt x="240" y="147"/>
                </a:lnTo>
                <a:lnTo>
                  <a:pt x="241" y="146"/>
                </a:lnTo>
                <a:lnTo>
                  <a:pt x="242" y="146"/>
                </a:lnTo>
                <a:lnTo>
                  <a:pt x="243" y="145"/>
                </a:lnTo>
                <a:lnTo>
                  <a:pt x="244" y="144"/>
                </a:lnTo>
                <a:lnTo>
                  <a:pt x="245" y="144"/>
                </a:lnTo>
                <a:lnTo>
                  <a:pt x="246" y="144"/>
                </a:lnTo>
                <a:lnTo>
                  <a:pt x="246" y="143"/>
                </a:lnTo>
                <a:lnTo>
                  <a:pt x="247" y="143"/>
                </a:lnTo>
                <a:lnTo>
                  <a:pt x="247" y="142"/>
                </a:lnTo>
                <a:lnTo>
                  <a:pt x="246" y="142"/>
                </a:lnTo>
                <a:lnTo>
                  <a:pt x="245" y="142"/>
                </a:lnTo>
                <a:lnTo>
                  <a:pt x="245" y="141"/>
                </a:lnTo>
                <a:lnTo>
                  <a:pt x="246" y="140"/>
                </a:lnTo>
                <a:lnTo>
                  <a:pt x="247" y="139"/>
                </a:lnTo>
                <a:lnTo>
                  <a:pt x="247" y="138"/>
                </a:lnTo>
                <a:lnTo>
                  <a:pt x="247" y="137"/>
                </a:lnTo>
                <a:lnTo>
                  <a:pt x="246" y="137"/>
                </a:lnTo>
                <a:lnTo>
                  <a:pt x="246" y="136"/>
                </a:lnTo>
                <a:lnTo>
                  <a:pt x="246" y="135"/>
                </a:lnTo>
                <a:lnTo>
                  <a:pt x="245" y="135"/>
                </a:lnTo>
                <a:lnTo>
                  <a:pt x="244" y="135"/>
                </a:lnTo>
                <a:lnTo>
                  <a:pt x="244" y="134"/>
                </a:lnTo>
                <a:lnTo>
                  <a:pt x="244" y="133"/>
                </a:lnTo>
                <a:lnTo>
                  <a:pt x="244" y="132"/>
                </a:lnTo>
                <a:lnTo>
                  <a:pt x="244" y="131"/>
                </a:lnTo>
                <a:lnTo>
                  <a:pt x="245" y="131"/>
                </a:lnTo>
                <a:lnTo>
                  <a:pt x="245" y="130"/>
                </a:lnTo>
                <a:lnTo>
                  <a:pt x="246" y="130"/>
                </a:lnTo>
                <a:lnTo>
                  <a:pt x="246" y="129"/>
                </a:lnTo>
                <a:lnTo>
                  <a:pt x="246" y="128"/>
                </a:lnTo>
                <a:lnTo>
                  <a:pt x="245" y="128"/>
                </a:lnTo>
                <a:lnTo>
                  <a:pt x="245" y="127"/>
                </a:lnTo>
                <a:lnTo>
                  <a:pt x="245" y="126"/>
                </a:lnTo>
                <a:lnTo>
                  <a:pt x="244" y="126"/>
                </a:lnTo>
                <a:lnTo>
                  <a:pt x="244" y="125"/>
                </a:lnTo>
                <a:lnTo>
                  <a:pt x="243" y="125"/>
                </a:lnTo>
                <a:lnTo>
                  <a:pt x="243" y="124"/>
                </a:lnTo>
                <a:lnTo>
                  <a:pt x="242" y="124"/>
                </a:lnTo>
                <a:lnTo>
                  <a:pt x="241" y="124"/>
                </a:lnTo>
                <a:lnTo>
                  <a:pt x="240" y="124"/>
                </a:lnTo>
                <a:lnTo>
                  <a:pt x="239" y="124"/>
                </a:lnTo>
                <a:lnTo>
                  <a:pt x="239" y="123"/>
                </a:lnTo>
                <a:lnTo>
                  <a:pt x="238" y="123"/>
                </a:lnTo>
                <a:lnTo>
                  <a:pt x="238" y="122"/>
                </a:lnTo>
                <a:lnTo>
                  <a:pt x="239" y="121"/>
                </a:lnTo>
                <a:lnTo>
                  <a:pt x="239" y="120"/>
                </a:lnTo>
                <a:lnTo>
                  <a:pt x="240" y="120"/>
                </a:lnTo>
                <a:lnTo>
                  <a:pt x="240" y="119"/>
                </a:lnTo>
                <a:lnTo>
                  <a:pt x="241" y="118"/>
                </a:lnTo>
                <a:lnTo>
                  <a:pt x="240" y="117"/>
                </a:lnTo>
                <a:lnTo>
                  <a:pt x="239" y="116"/>
                </a:lnTo>
                <a:lnTo>
                  <a:pt x="239" y="115"/>
                </a:lnTo>
                <a:lnTo>
                  <a:pt x="238" y="115"/>
                </a:lnTo>
                <a:lnTo>
                  <a:pt x="237" y="115"/>
                </a:lnTo>
                <a:lnTo>
                  <a:pt x="237" y="114"/>
                </a:lnTo>
                <a:lnTo>
                  <a:pt x="237" y="113"/>
                </a:lnTo>
                <a:lnTo>
                  <a:pt x="236" y="113"/>
                </a:lnTo>
                <a:lnTo>
                  <a:pt x="236" y="112"/>
                </a:lnTo>
                <a:lnTo>
                  <a:pt x="235" y="112"/>
                </a:lnTo>
                <a:lnTo>
                  <a:pt x="235" y="111"/>
                </a:lnTo>
                <a:lnTo>
                  <a:pt x="234" y="111"/>
                </a:lnTo>
                <a:lnTo>
                  <a:pt x="234" y="110"/>
                </a:lnTo>
                <a:lnTo>
                  <a:pt x="233" y="110"/>
                </a:lnTo>
                <a:lnTo>
                  <a:pt x="233" y="109"/>
                </a:lnTo>
                <a:lnTo>
                  <a:pt x="232" y="109"/>
                </a:lnTo>
                <a:lnTo>
                  <a:pt x="231" y="109"/>
                </a:lnTo>
                <a:lnTo>
                  <a:pt x="230" y="108"/>
                </a:lnTo>
                <a:lnTo>
                  <a:pt x="229" y="108"/>
                </a:lnTo>
                <a:lnTo>
                  <a:pt x="228" y="108"/>
                </a:lnTo>
                <a:lnTo>
                  <a:pt x="228" y="107"/>
                </a:lnTo>
                <a:lnTo>
                  <a:pt x="227" y="107"/>
                </a:lnTo>
                <a:lnTo>
                  <a:pt x="227" y="108"/>
                </a:lnTo>
                <a:lnTo>
                  <a:pt x="225" y="108"/>
                </a:lnTo>
                <a:lnTo>
                  <a:pt x="224" y="108"/>
                </a:lnTo>
                <a:lnTo>
                  <a:pt x="223" y="109"/>
                </a:lnTo>
                <a:lnTo>
                  <a:pt x="222" y="109"/>
                </a:lnTo>
                <a:lnTo>
                  <a:pt x="222" y="110"/>
                </a:lnTo>
                <a:lnTo>
                  <a:pt x="221" y="110"/>
                </a:lnTo>
                <a:lnTo>
                  <a:pt x="220" y="110"/>
                </a:lnTo>
                <a:lnTo>
                  <a:pt x="220" y="111"/>
                </a:lnTo>
                <a:lnTo>
                  <a:pt x="219" y="111"/>
                </a:lnTo>
                <a:lnTo>
                  <a:pt x="219" y="112"/>
                </a:lnTo>
                <a:lnTo>
                  <a:pt x="220" y="112"/>
                </a:lnTo>
                <a:lnTo>
                  <a:pt x="220" y="113"/>
                </a:lnTo>
                <a:lnTo>
                  <a:pt x="220" y="114"/>
                </a:lnTo>
                <a:lnTo>
                  <a:pt x="219" y="114"/>
                </a:lnTo>
                <a:lnTo>
                  <a:pt x="219" y="113"/>
                </a:lnTo>
                <a:lnTo>
                  <a:pt x="218" y="113"/>
                </a:lnTo>
                <a:lnTo>
                  <a:pt x="218" y="112"/>
                </a:lnTo>
                <a:lnTo>
                  <a:pt x="217" y="112"/>
                </a:lnTo>
                <a:lnTo>
                  <a:pt x="217" y="113"/>
                </a:lnTo>
                <a:lnTo>
                  <a:pt x="216" y="113"/>
                </a:lnTo>
                <a:lnTo>
                  <a:pt x="216" y="112"/>
                </a:lnTo>
                <a:lnTo>
                  <a:pt x="215" y="112"/>
                </a:lnTo>
                <a:lnTo>
                  <a:pt x="215" y="113"/>
                </a:lnTo>
                <a:lnTo>
                  <a:pt x="215" y="114"/>
                </a:lnTo>
                <a:lnTo>
                  <a:pt x="214" y="113"/>
                </a:lnTo>
                <a:lnTo>
                  <a:pt x="214" y="112"/>
                </a:lnTo>
                <a:lnTo>
                  <a:pt x="214" y="111"/>
                </a:lnTo>
                <a:lnTo>
                  <a:pt x="213" y="110"/>
                </a:lnTo>
                <a:lnTo>
                  <a:pt x="212" y="110"/>
                </a:lnTo>
                <a:lnTo>
                  <a:pt x="211" y="110"/>
                </a:lnTo>
                <a:lnTo>
                  <a:pt x="211" y="111"/>
                </a:lnTo>
                <a:lnTo>
                  <a:pt x="210" y="111"/>
                </a:lnTo>
                <a:lnTo>
                  <a:pt x="210" y="110"/>
                </a:lnTo>
                <a:lnTo>
                  <a:pt x="209" y="110"/>
                </a:lnTo>
                <a:lnTo>
                  <a:pt x="208" y="111"/>
                </a:lnTo>
                <a:lnTo>
                  <a:pt x="208" y="112"/>
                </a:lnTo>
                <a:lnTo>
                  <a:pt x="207" y="112"/>
                </a:lnTo>
                <a:lnTo>
                  <a:pt x="206" y="112"/>
                </a:lnTo>
                <a:lnTo>
                  <a:pt x="205" y="112"/>
                </a:lnTo>
                <a:lnTo>
                  <a:pt x="205" y="111"/>
                </a:lnTo>
                <a:lnTo>
                  <a:pt x="206" y="111"/>
                </a:lnTo>
                <a:lnTo>
                  <a:pt x="206" y="110"/>
                </a:lnTo>
                <a:lnTo>
                  <a:pt x="205" y="110"/>
                </a:lnTo>
                <a:lnTo>
                  <a:pt x="204" y="109"/>
                </a:lnTo>
                <a:lnTo>
                  <a:pt x="204" y="108"/>
                </a:lnTo>
                <a:lnTo>
                  <a:pt x="204" y="107"/>
                </a:lnTo>
                <a:lnTo>
                  <a:pt x="204" y="106"/>
                </a:lnTo>
                <a:lnTo>
                  <a:pt x="205" y="105"/>
                </a:lnTo>
                <a:lnTo>
                  <a:pt x="205" y="104"/>
                </a:lnTo>
                <a:lnTo>
                  <a:pt x="205" y="103"/>
                </a:lnTo>
                <a:lnTo>
                  <a:pt x="206" y="103"/>
                </a:lnTo>
                <a:lnTo>
                  <a:pt x="206" y="102"/>
                </a:lnTo>
                <a:lnTo>
                  <a:pt x="206" y="101"/>
                </a:lnTo>
                <a:lnTo>
                  <a:pt x="207" y="101"/>
                </a:lnTo>
                <a:lnTo>
                  <a:pt x="207" y="100"/>
                </a:lnTo>
                <a:lnTo>
                  <a:pt x="206" y="100"/>
                </a:lnTo>
                <a:lnTo>
                  <a:pt x="205" y="99"/>
                </a:lnTo>
                <a:lnTo>
                  <a:pt x="205" y="98"/>
                </a:lnTo>
                <a:lnTo>
                  <a:pt x="204" y="99"/>
                </a:lnTo>
                <a:lnTo>
                  <a:pt x="203" y="99"/>
                </a:lnTo>
                <a:lnTo>
                  <a:pt x="203" y="98"/>
                </a:lnTo>
                <a:lnTo>
                  <a:pt x="202" y="97"/>
                </a:lnTo>
                <a:lnTo>
                  <a:pt x="202" y="96"/>
                </a:lnTo>
                <a:lnTo>
                  <a:pt x="201" y="95"/>
                </a:lnTo>
                <a:lnTo>
                  <a:pt x="201" y="94"/>
                </a:lnTo>
                <a:lnTo>
                  <a:pt x="201" y="93"/>
                </a:lnTo>
                <a:lnTo>
                  <a:pt x="200" y="93"/>
                </a:lnTo>
                <a:lnTo>
                  <a:pt x="199" y="93"/>
                </a:lnTo>
                <a:lnTo>
                  <a:pt x="198" y="92"/>
                </a:lnTo>
                <a:lnTo>
                  <a:pt x="198" y="91"/>
                </a:lnTo>
                <a:lnTo>
                  <a:pt x="198" y="90"/>
                </a:lnTo>
                <a:lnTo>
                  <a:pt x="197" y="90"/>
                </a:lnTo>
                <a:lnTo>
                  <a:pt x="196" y="90"/>
                </a:lnTo>
                <a:lnTo>
                  <a:pt x="196" y="91"/>
                </a:lnTo>
                <a:lnTo>
                  <a:pt x="196" y="92"/>
                </a:lnTo>
                <a:lnTo>
                  <a:pt x="197" y="92"/>
                </a:lnTo>
                <a:lnTo>
                  <a:pt x="197" y="93"/>
                </a:lnTo>
                <a:lnTo>
                  <a:pt x="195" y="93"/>
                </a:lnTo>
                <a:lnTo>
                  <a:pt x="194" y="93"/>
                </a:lnTo>
                <a:lnTo>
                  <a:pt x="193" y="93"/>
                </a:lnTo>
                <a:lnTo>
                  <a:pt x="193" y="94"/>
                </a:lnTo>
                <a:lnTo>
                  <a:pt x="193" y="95"/>
                </a:lnTo>
                <a:lnTo>
                  <a:pt x="193" y="96"/>
                </a:lnTo>
                <a:lnTo>
                  <a:pt x="193" y="97"/>
                </a:lnTo>
                <a:lnTo>
                  <a:pt x="192" y="97"/>
                </a:lnTo>
                <a:lnTo>
                  <a:pt x="192" y="96"/>
                </a:lnTo>
                <a:lnTo>
                  <a:pt x="190" y="96"/>
                </a:lnTo>
                <a:lnTo>
                  <a:pt x="189" y="96"/>
                </a:lnTo>
                <a:lnTo>
                  <a:pt x="188" y="95"/>
                </a:lnTo>
                <a:lnTo>
                  <a:pt x="188" y="94"/>
                </a:lnTo>
                <a:lnTo>
                  <a:pt x="187" y="93"/>
                </a:lnTo>
                <a:lnTo>
                  <a:pt x="187" y="92"/>
                </a:lnTo>
                <a:lnTo>
                  <a:pt x="186" y="93"/>
                </a:lnTo>
                <a:lnTo>
                  <a:pt x="186" y="92"/>
                </a:lnTo>
                <a:lnTo>
                  <a:pt x="185" y="92"/>
                </a:lnTo>
                <a:lnTo>
                  <a:pt x="185" y="93"/>
                </a:lnTo>
                <a:lnTo>
                  <a:pt x="184" y="93"/>
                </a:lnTo>
                <a:lnTo>
                  <a:pt x="184" y="91"/>
                </a:lnTo>
                <a:lnTo>
                  <a:pt x="185" y="90"/>
                </a:lnTo>
                <a:lnTo>
                  <a:pt x="185" y="89"/>
                </a:lnTo>
                <a:lnTo>
                  <a:pt x="185" y="88"/>
                </a:lnTo>
                <a:lnTo>
                  <a:pt x="185" y="87"/>
                </a:lnTo>
                <a:lnTo>
                  <a:pt x="185" y="86"/>
                </a:lnTo>
                <a:lnTo>
                  <a:pt x="185" y="85"/>
                </a:lnTo>
                <a:lnTo>
                  <a:pt x="185" y="84"/>
                </a:lnTo>
                <a:lnTo>
                  <a:pt x="184" y="84"/>
                </a:lnTo>
                <a:lnTo>
                  <a:pt x="184" y="83"/>
                </a:lnTo>
                <a:lnTo>
                  <a:pt x="185" y="83"/>
                </a:lnTo>
                <a:lnTo>
                  <a:pt x="185" y="82"/>
                </a:lnTo>
                <a:lnTo>
                  <a:pt x="185" y="81"/>
                </a:lnTo>
                <a:lnTo>
                  <a:pt x="184" y="80"/>
                </a:lnTo>
                <a:lnTo>
                  <a:pt x="183" y="80"/>
                </a:lnTo>
                <a:lnTo>
                  <a:pt x="182" y="79"/>
                </a:lnTo>
                <a:lnTo>
                  <a:pt x="181" y="79"/>
                </a:lnTo>
                <a:lnTo>
                  <a:pt x="182" y="79"/>
                </a:lnTo>
                <a:lnTo>
                  <a:pt x="182" y="78"/>
                </a:lnTo>
                <a:lnTo>
                  <a:pt x="182" y="77"/>
                </a:lnTo>
                <a:lnTo>
                  <a:pt x="182" y="76"/>
                </a:lnTo>
                <a:lnTo>
                  <a:pt x="181" y="76"/>
                </a:lnTo>
                <a:lnTo>
                  <a:pt x="182" y="76"/>
                </a:lnTo>
                <a:lnTo>
                  <a:pt x="182" y="75"/>
                </a:lnTo>
                <a:lnTo>
                  <a:pt x="183" y="74"/>
                </a:lnTo>
                <a:lnTo>
                  <a:pt x="183" y="73"/>
                </a:lnTo>
                <a:lnTo>
                  <a:pt x="183" y="72"/>
                </a:lnTo>
                <a:lnTo>
                  <a:pt x="183" y="71"/>
                </a:lnTo>
                <a:lnTo>
                  <a:pt x="185" y="71"/>
                </a:lnTo>
                <a:lnTo>
                  <a:pt x="186" y="71"/>
                </a:lnTo>
                <a:lnTo>
                  <a:pt x="187" y="71"/>
                </a:lnTo>
                <a:lnTo>
                  <a:pt x="187" y="70"/>
                </a:lnTo>
                <a:lnTo>
                  <a:pt x="188" y="70"/>
                </a:lnTo>
                <a:lnTo>
                  <a:pt x="188" y="69"/>
                </a:lnTo>
                <a:lnTo>
                  <a:pt x="188" y="68"/>
                </a:lnTo>
                <a:lnTo>
                  <a:pt x="188" y="67"/>
                </a:lnTo>
                <a:lnTo>
                  <a:pt x="189" y="67"/>
                </a:lnTo>
                <a:lnTo>
                  <a:pt x="189" y="66"/>
                </a:lnTo>
                <a:lnTo>
                  <a:pt x="189" y="64"/>
                </a:lnTo>
                <a:lnTo>
                  <a:pt x="190" y="64"/>
                </a:lnTo>
                <a:lnTo>
                  <a:pt x="191" y="64"/>
                </a:lnTo>
                <a:lnTo>
                  <a:pt x="192" y="64"/>
                </a:lnTo>
                <a:lnTo>
                  <a:pt x="192" y="63"/>
                </a:lnTo>
                <a:lnTo>
                  <a:pt x="192" y="62"/>
                </a:lnTo>
                <a:lnTo>
                  <a:pt x="193" y="62"/>
                </a:lnTo>
                <a:lnTo>
                  <a:pt x="194" y="61"/>
                </a:lnTo>
                <a:lnTo>
                  <a:pt x="195" y="63"/>
                </a:lnTo>
                <a:lnTo>
                  <a:pt x="195" y="64"/>
                </a:lnTo>
                <a:lnTo>
                  <a:pt x="196" y="64"/>
                </a:lnTo>
                <a:lnTo>
                  <a:pt x="196" y="63"/>
                </a:lnTo>
                <a:lnTo>
                  <a:pt x="197" y="63"/>
                </a:lnTo>
                <a:lnTo>
                  <a:pt x="197" y="62"/>
                </a:lnTo>
                <a:lnTo>
                  <a:pt x="198" y="63"/>
                </a:lnTo>
                <a:lnTo>
                  <a:pt x="199" y="63"/>
                </a:lnTo>
                <a:lnTo>
                  <a:pt x="200" y="63"/>
                </a:lnTo>
                <a:lnTo>
                  <a:pt x="201" y="63"/>
                </a:lnTo>
                <a:lnTo>
                  <a:pt x="202" y="63"/>
                </a:lnTo>
                <a:lnTo>
                  <a:pt x="203" y="63"/>
                </a:lnTo>
                <a:lnTo>
                  <a:pt x="203" y="62"/>
                </a:lnTo>
                <a:lnTo>
                  <a:pt x="203" y="63"/>
                </a:lnTo>
                <a:lnTo>
                  <a:pt x="204" y="63"/>
                </a:lnTo>
                <a:lnTo>
                  <a:pt x="205" y="63"/>
                </a:lnTo>
                <a:lnTo>
                  <a:pt x="206" y="64"/>
                </a:lnTo>
                <a:lnTo>
                  <a:pt x="206" y="63"/>
                </a:lnTo>
                <a:lnTo>
                  <a:pt x="207" y="63"/>
                </a:lnTo>
                <a:lnTo>
                  <a:pt x="208" y="63"/>
                </a:lnTo>
                <a:lnTo>
                  <a:pt x="208" y="62"/>
                </a:lnTo>
                <a:lnTo>
                  <a:pt x="207" y="61"/>
                </a:lnTo>
                <a:lnTo>
                  <a:pt x="207" y="59"/>
                </a:lnTo>
                <a:lnTo>
                  <a:pt x="207" y="58"/>
                </a:lnTo>
                <a:lnTo>
                  <a:pt x="206" y="58"/>
                </a:lnTo>
                <a:lnTo>
                  <a:pt x="206" y="57"/>
                </a:lnTo>
                <a:lnTo>
                  <a:pt x="207" y="56"/>
                </a:lnTo>
                <a:lnTo>
                  <a:pt x="208" y="56"/>
                </a:lnTo>
                <a:lnTo>
                  <a:pt x="210" y="55"/>
                </a:lnTo>
                <a:lnTo>
                  <a:pt x="211" y="55"/>
                </a:lnTo>
                <a:lnTo>
                  <a:pt x="211" y="54"/>
                </a:lnTo>
                <a:lnTo>
                  <a:pt x="211" y="53"/>
                </a:lnTo>
                <a:lnTo>
                  <a:pt x="210" y="53"/>
                </a:lnTo>
                <a:lnTo>
                  <a:pt x="211" y="52"/>
                </a:lnTo>
                <a:lnTo>
                  <a:pt x="212" y="52"/>
                </a:lnTo>
                <a:lnTo>
                  <a:pt x="212" y="51"/>
                </a:lnTo>
                <a:lnTo>
                  <a:pt x="213" y="51"/>
                </a:lnTo>
                <a:lnTo>
                  <a:pt x="212" y="50"/>
                </a:lnTo>
                <a:lnTo>
                  <a:pt x="213" y="49"/>
                </a:lnTo>
                <a:lnTo>
                  <a:pt x="213" y="48"/>
                </a:lnTo>
                <a:lnTo>
                  <a:pt x="213" y="47"/>
                </a:lnTo>
                <a:lnTo>
                  <a:pt x="214" y="46"/>
                </a:lnTo>
                <a:lnTo>
                  <a:pt x="214" y="47"/>
                </a:lnTo>
                <a:lnTo>
                  <a:pt x="214" y="48"/>
                </a:lnTo>
                <a:lnTo>
                  <a:pt x="215" y="48"/>
                </a:lnTo>
                <a:lnTo>
                  <a:pt x="216" y="49"/>
                </a:lnTo>
                <a:lnTo>
                  <a:pt x="216" y="48"/>
                </a:lnTo>
                <a:lnTo>
                  <a:pt x="217" y="48"/>
                </a:lnTo>
                <a:lnTo>
                  <a:pt x="217" y="49"/>
                </a:lnTo>
                <a:lnTo>
                  <a:pt x="218" y="49"/>
                </a:lnTo>
                <a:lnTo>
                  <a:pt x="218" y="50"/>
                </a:lnTo>
                <a:lnTo>
                  <a:pt x="219" y="51"/>
                </a:lnTo>
                <a:lnTo>
                  <a:pt x="219" y="52"/>
                </a:lnTo>
                <a:lnTo>
                  <a:pt x="219" y="51"/>
                </a:lnTo>
                <a:lnTo>
                  <a:pt x="218" y="52"/>
                </a:lnTo>
                <a:lnTo>
                  <a:pt x="219" y="52"/>
                </a:lnTo>
                <a:lnTo>
                  <a:pt x="220" y="52"/>
                </a:lnTo>
                <a:lnTo>
                  <a:pt x="219" y="53"/>
                </a:lnTo>
                <a:lnTo>
                  <a:pt x="220" y="54"/>
                </a:lnTo>
                <a:lnTo>
                  <a:pt x="220" y="53"/>
                </a:lnTo>
                <a:lnTo>
                  <a:pt x="221" y="53"/>
                </a:lnTo>
                <a:lnTo>
                  <a:pt x="221" y="54"/>
                </a:lnTo>
                <a:lnTo>
                  <a:pt x="222" y="54"/>
                </a:lnTo>
                <a:lnTo>
                  <a:pt x="223" y="54"/>
                </a:lnTo>
                <a:lnTo>
                  <a:pt x="224" y="54"/>
                </a:lnTo>
                <a:lnTo>
                  <a:pt x="224" y="55"/>
                </a:lnTo>
                <a:lnTo>
                  <a:pt x="224" y="56"/>
                </a:lnTo>
                <a:lnTo>
                  <a:pt x="225" y="56"/>
                </a:lnTo>
                <a:lnTo>
                  <a:pt x="224" y="56"/>
                </a:lnTo>
                <a:lnTo>
                  <a:pt x="224" y="57"/>
                </a:lnTo>
                <a:lnTo>
                  <a:pt x="225" y="57"/>
                </a:lnTo>
                <a:lnTo>
                  <a:pt x="225" y="58"/>
                </a:lnTo>
                <a:lnTo>
                  <a:pt x="225" y="59"/>
                </a:lnTo>
                <a:lnTo>
                  <a:pt x="226" y="60"/>
                </a:lnTo>
                <a:lnTo>
                  <a:pt x="227" y="60"/>
                </a:lnTo>
                <a:lnTo>
                  <a:pt x="228" y="60"/>
                </a:lnTo>
                <a:lnTo>
                  <a:pt x="228" y="59"/>
                </a:lnTo>
                <a:lnTo>
                  <a:pt x="227" y="59"/>
                </a:lnTo>
                <a:lnTo>
                  <a:pt x="228" y="59"/>
                </a:lnTo>
                <a:lnTo>
                  <a:pt x="229" y="59"/>
                </a:lnTo>
                <a:lnTo>
                  <a:pt x="230" y="59"/>
                </a:lnTo>
                <a:lnTo>
                  <a:pt x="231" y="59"/>
                </a:lnTo>
                <a:lnTo>
                  <a:pt x="232" y="60"/>
                </a:lnTo>
                <a:lnTo>
                  <a:pt x="232" y="61"/>
                </a:lnTo>
                <a:lnTo>
                  <a:pt x="232" y="62"/>
                </a:lnTo>
                <a:lnTo>
                  <a:pt x="233" y="63"/>
                </a:lnTo>
                <a:lnTo>
                  <a:pt x="233" y="64"/>
                </a:lnTo>
                <a:lnTo>
                  <a:pt x="233" y="65"/>
                </a:lnTo>
                <a:lnTo>
                  <a:pt x="234" y="65"/>
                </a:lnTo>
                <a:lnTo>
                  <a:pt x="234" y="66"/>
                </a:lnTo>
                <a:lnTo>
                  <a:pt x="235" y="66"/>
                </a:lnTo>
                <a:lnTo>
                  <a:pt x="236" y="66"/>
                </a:lnTo>
                <a:lnTo>
                  <a:pt x="237" y="66"/>
                </a:lnTo>
                <a:lnTo>
                  <a:pt x="236" y="66"/>
                </a:lnTo>
                <a:lnTo>
                  <a:pt x="237" y="67"/>
                </a:lnTo>
                <a:lnTo>
                  <a:pt x="238" y="67"/>
                </a:lnTo>
                <a:lnTo>
                  <a:pt x="238" y="68"/>
                </a:lnTo>
                <a:lnTo>
                  <a:pt x="239" y="69"/>
                </a:lnTo>
                <a:lnTo>
                  <a:pt x="240" y="69"/>
                </a:lnTo>
                <a:lnTo>
                  <a:pt x="241" y="69"/>
                </a:lnTo>
                <a:lnTo>
                  <a:pt x="241" y="70"/>
                </a:lnTo>
                <a:lnTo>
                  <a:pt x="242" y="70"/>
                </a:lnTo>
                <a:lnTo>
                  <a:pt x="241" y="70"/>
                </a:lnTo>
                <a:lnTo>
                  <a:pt x="241" y="69"/>
                </a:lnTo>
                <a:lnTo>
                  <a:pt x="242" y="69"/>
                </a:lnTo>
                <a:lnTo>
                  <a:pt x="243" y="69"/>
                </a:lnTo>
                <a:lnTo>
                  <a:pt x="243" y="70"/>
                </a:lnTo>
                <a:lnTo>
                  <a:pt x="243" y="71"/>
                </a:lnTo>
                <a:lnTo>
                  <a:pt x="244" y="72"/>
                </a:lnTo>
                <a:lnTo>
                  <a:pt x="244" y="73"/>
                </a:lnTo>
                <a:lnTo>
                  <a:pt x="245" y="74"/>
                </a:lnTo>
                <a:lnTo>
                  <a:pt x="246" y="75"/>
                </a:lnTo>
                <a:lnTo>
                  <a:pt x="247" y="76"/>
                </a:lnTo>
                <a:lnTo>
                  <a:pt x="248" y="76"/>
                </a:lnTo>
                <a:lnTo>
                  <a:pt x="249" y="75"/>
                </a:lnTo>
                <a:lnTo>
                  <a:pt x="250" y="76"/>
                </a:lnTo>
                <a:lnTo>
                  <a:pt x="251" y="76"/>
                </a:lnTo>
                <a:lnTo>
                  <a:pt x="251" y="75"/>
                </a:lnTo>
                <a:lnTo>
                  <a:pt x="250" y="75"/>
                </a:lnTo>
                <a:lnTo>
                  <a:pt x="250" y="74"/>
                </a:lnTo>
                <a:lnTo>
                  <a:pt x="250" y="73"/>
                </a:lnTo>
                <a:lnTo>
                  <a:pt x="250" y="72"/>
                </a:lnTo>
                <a:lnTo>
                  <a:pt x="250" y="71"/>
                </a:lnTo>
                <a:lnTo>
                  <a:pt x="251" y="70"/>
                </a:lnTo>
                <a:lnTo>
                  <a:pt x="251" y="69"/>
                </a:lnTo>
                <a:lnTo>
                  <a:pt x="251" y="68"/>
                </a:lnTo>
                <a:lnTo>
                  <a:pt x="252" y="68"/>
                </a:lnTo>
                <a:lnTo>
                  <a:pt x="251" y="67"/>
                </a:lnTo>
                <a:lnTo>
                  <a:pt x="252" y="66"/>
                </a:lnTo>
                <a:lnTo>
                  <a:pt x="253" y="66"/>
                </a:lnTo>
                <a:lnTo>
                  <a:pt x="253" y="67"/>
                </a:lnTo>
                <a:lnTo>
                  <a:pt x="254" y="67"/>
                </a:lnTo>
                <a:lnTo>
                  <a:pt x="255" y="67"/>
                </a:lnTo>
                <a:lnTo>
                  <a:pt x="255" y="68"/>
                </a:lnTo>
                <a:lnTo>
                  <a:pt x="256" y="67"/>
                </a:lnTo>
                <a:lnTo>
                  <a:pt x="258" y="69"/>
                </a:lnTo>
                <a:lnTo>
                  <a:pt x="259" y="69"/>
                </a:lnTo>
                <a:lnTo>
                  <a:pt x="258" y="70"/>
                </a:lnTo>
                <a:lnTo>
                  <a:pt x="259" y="70"/>
                </a:lnTo>
                <a:lnTo>
                  <a:pt x="260" y="70"/>
                </a:lnTo>
                <a:lnTo>
                  <a:pt x="261" y="69"/>
                </a:lnTo>
                <a:lnTo>
                  <a:pt x="261" y="70"/>
                </a:lnTo>
                <a:lnTo>
                  <a:pt x="262" y="70"/>
                </a:lnTo>
                <a:lnTo>
                  <a:pt x="262" y="69"/>
                </a:lnTo>
                <a:lnTo>
                  <a:pt x="261" y="68"/>
                </a:lnTo>
                <a:lnTo>
                  <a:pt x="260" y="67"/>
                </a:lnTo>
                <a:lnTo>
                  <a:pt x="260" y="66"/>
                </a:lnTo>
                <a:lnTo>
                  <a:pt x="259" y="65"/>
                </a:lnTo>
                <a:lnTo>
                  <a:pt x="258" y="65"/>
                </a:lnTo>
                <a:lnTo>
                  <a:pt x="258" y="64"/>
                </a:lnTo>
                <a:lnTo>
                  <a:pt x="259" y="64"/>
                </a:lnTo>
                <a:lnTo>
                  <a:pt x="259" y="63"/>
                </a:lnTo>
                <a:lnTo>
                  <a:pt x="260" y="64"/>
                </a:lnTo>
                <a:lnTo>
                  <a:pt x="261" y="64"/>
                </a:lnTo>
                <a:lnTo>
                  <a:pt x="262" y="65"/>
                </a:lnTo>
                <a:lnTo>
                  <a:pt x="262" y="66"/>
                </a:lnTo>
                <a:lnTo>
                  <a:pt x="262" y="67"/>
                </a:lnTo>
                <a:lnTo>
                  <a:pt x="263" y="67"/>
                </a:lnTo>
                <a:lnTo>
                  <a:pt x="264" y="66"/>
                </a:lnTo>
                <a:lnTo>
                  <a:pt x="264" y="65"/>
                </a:lnTo>
                <a:lnTo>
                  <a:pt x="264" y="66"/>
                </a:lnTo>
                <a:lnTo>
                  <a:pt x="263" y="66"/>
                </a:lnTo>
                <a:lnTo>
                  <a:pt x="263" y="65"/>
                </a:lnTo>
                <a:lnTo>
                  <a:pt x="262" y="65"/>
                </a:lnTo>
                <a:lnTo>
                  <a:pt x="262" y="64"/>
                </a:lnTo>
                <a:lnTo>
                  <a:pt x="261" y="64"/>
                </a:lnTo>
                <a:lnTo>
                  <a:pt x="261" y="63"/>
                </a:lnTo>
                <a:lnTo>
                  <a:pt x="261" y="62"/>
                </a:lnTo>
                <a:lnTo>
                  <a:pt x="261" y="61"/>
                </a:lnTo>
                <a:lnTo>
                  <a:pt x="262" y="61"/>
                </a:lnTo>
                <a:lnTo>
                  <a:pt x="262" y="60"/>
                </a:lnTo>
                <a:lnTo>
                  <a:pt x="262" y="58"/>
                </a:lnTo>
                <a:lnTo>
                  <a:pt x="262" y="57"/>
                </a:lnTo>
                <a:lnTo>
                  <a:pt x="263" y="57"/>
                </a:lnTo>
                <a:lnTo>
                  <a:pt x="264" y="56"/>
                </a:lnTo>
                <a:lnTo>
                  <a:pt x="264" y="55"/>
                </a:lnTo>
                <a:lnTo>
                  <a:pt x="263" y="54"/>
                </a:lnTo>
                <a:lnTo>
                  <a:pt x="263" y="53"/>
                </a:lnTo>
                <a:lnTo>
                  <a:pt x="263" y="52"/>
                </a:lnTo>
                <a:lnTo>
                  <a:pt x="262" y="52"/>
                </a:lnTo>
                <a:lnTo>
                  <a:pt x="262" y="51"/>
                </a:lnTo>
                <a:lnTo>
                  <a:pt x="261" y="51"/>
                </a:lnTo>
                <a:lnTo>
                  <a:pt x="261" y="50"/>
                </a:lnTo>
                <a:lnTo>
                  <a:pt x="261" y="49"/>
                </a:lnTo>
                <a:lnTo>
                  <a:pt x="261" y="48"/>
                </a:lnTo>
                <a:lnTo>
                  <a:pt x="260" y="48"/>
                </a:lnTo>
                <a:lnTo>
                  <a:pt x="259" y="47"/>
                </a:lnTo>
                <a:lnTo>
                  <a:pt x="258" y="47"/>
                </a:lnTo>
                <a:lnTo>
                  <a:pt x="258" y="46"/>
                </a:lnTo>
                <a:lnTo>
                  <a:pt x="258" y="45"/>
                </a:lnTo>
                <a:lnTo>
                  <a:pt x="257" y="45"/>
                </a:lnTo>
                <a:lnTo>
                  <a:pt x="257" y="44"/>
                </a:lnTo>
                <a:lnTo>
                  <a:pt x="257" y="43"/>
                </a:lnTo>
                <a:lnTo>
                  <a:pt x="258" y="43"/>
                </a:lnTo>
                <a:lnTo>
                  <a:pt x="258" y="42"/>
                </a:lnTo>
                <a:lnTo>
                  <a:pt x="257" y="42"/>
                </a:lnTo>
                <a:lnTo>
                  <a:pt x="257" y="41"/>
                </a:lnTo>
                <a:lnTo>
                  <a:pt x="258" y="41"/>
                </a:lnTo>
                <a:lnTo>
                  <a:pt x="259" y="40"/>
                </a:lnTo>
                <a:lnTo>
                  <a:pt x="258" y="40"/>
                </a:lnTo>
                <a:lnTo>
                  <a:pt x="259" y="39"/>
                </a:lnTo>
                <a:lnTo>
                  <a:pt x="259" y="40"/>
                </a:lnTo>
                <a:lnTo>
                  <a:pt x="260" y="40"/>
                </a:lnTo>
                <a:lnTo>
                  <a:pt x="260" y="41"/>
                </a:lnTo>
                <a:lnTo>
                  <a:pt x="261" y="42"/>
                </a:lnTo>
                <a:lnTo>
                  <a:pt x="262" y="43"/>
                </a:lnTo>
                <a:lnTo>
                  <a:pt x="263" y="43"/>
                </a:lnTo>
                <a:lnTo>
                  <a:pt x="264" y="44"/>
                </a:lnTo>
                <a:lnTo>
                  <a:pt x="263" y="44"/>
                </a:lnTo>
                <a:lnTo>
                  <a:pt x="264" y="44"/>
                </a:lnTo>
                <a:lnTo>
                  <a:pt x="264" y="45"/>
                </a:lnTo>
                <a:lnTo>
                  <a:pt x="265" y="45"/>
                </a:lnTo>
                <a:lnTo>
                  <a:pt x="265" y="46"/>
                </a:lnTo>
                <a:lnTo>
                  <a:pt x="266" y="46"/>
                </a:lnTo>
                <a:lnTo>
                  <a:pt x="267" y="47"/>
                </a:lnTo>
                <a:lnTo>
                  <a:pt x="267" y="49"/>
                </a:lnTo>
                <a:lnTo>
                  <a:pt x="267" y="50"/>
                </a:lnTo>
                <a:lnTo>
                  <a:pt x="267" y="51"/>
                </a:lnTo>
                <a:lnTo>
                  <a:pt x="268" y="52"/>
                </a:lnTo>
                <a:lnTo>
                  <a:pt x="269" y="53"/>
                </a:lnTo>
                <a:lnTo>
                  <a:pt x="270" y="53"/>
                </a:lnTo>
                <a:lnTo>
                  <a:pt x="270" y="54"/>
                </a:lnTo>
                <a:lnTo>
                  <a:pt x="272" y="54"/>
                </a:lnTo>
                <a:lnTo>
                  <a:pt x="272" y="55"/>
                </a:lnTo>
                <a:lnTo>
                  <a:pt x="272" y="56"/>
                </a:lnTo>
                <a:lnTo>
                  <a:pt x="272" y="57"/>
                </a:lnTo>
                <a:lnTo>
                  <a:pt x="273" y="57"/>
                </a:lnTo>
                <a:lnTo>
                  <a:pt x="274" y="57"/>
                </a:lnTo>
                <a:lnTo>
                  <a:pt x="274" y="56"/>
                </a:lnTo>
                <a:lnTo>
                  <a:pt x="275" y="56"/>
                </a:lnTo>
                <a:lnTo>
                  <a:pt x="275" y="57"/>
                </a:lnTo>
                <a:lnTo>
                  <a:pt x="275" y="58"/>
                </a:lnTo>
                <a:lnTo>
                  <a:pt x="275" y="59"/>
                </a:lnTo>
                <a:lnTo>
                  <a:pt x="274" y="59"/>
                </a:lnTo>
                <a:lnTo>
                  <a:pt x="273" y="58"/>
                </a:lnTo>
                <a:lnTo>
                  <a:pt x="272" y="58"/>
                </a:lnTo>
                <a:lnTo>
                  <a:pt x="272" y="59"/>
                </a:lnTo>
                <a:lnTo>
                  <a:pt x="273" y="59"/>
                </a:lnTo>
                <a:lnTo>
                  <a:pt x="273" y="60"/>
                </a:lnTo>
                <a:lnTo>
                  <a:pt x="274" y="60"/>
                </a:lnTo>
                <a:lnTo>
                  <a:pt x="274" y="61"/>
                </a:lnTo>
                <a:lnTo>
                  <a:pt x="274" y="62"/>
                </a:lnTo>
                <a:lnTo>
                  <a:pt x="273" y="63"/>
                </a:lnTo>
                <a:lnTo>
                  <a:pt x="272" y="62"/>
                </a:lnTo>
                <a:lnTo>
                  <a:pt x="271" y="63"/>
                </a:lnTo>
                <a:lnTo>
                  <a:pt x="271" y="64"/>
                </a:lnTo>
                <a:lnTo>
                  <a:pt x="272" y="65"/>
                </a:lnTo>
                <a:lnTo>
                  <a:pt x="272" y="67"/>
                </a:lnTo>
                <a:lnTo>
                  <a:pt x="272" y="68"/>
                </a:lnTo>
                <a:lnTo>
                  <a:pt x="271" y="69"/>
                </a:lnTo>
                <a:lnTo>
                  <a:pt x="270" y="70"/>
                </a:lnTo>
                <a:lnTo>
                  <a:pt x="270" y="71"/>
                </a:lnTo>
                <a:lnTo>
                  <a:pt x="269" y="71"/>
                </a:lnTo>
                <a:lnTo>
                  <a:pt x="268" y="71"/>
                </a:lnTo>
                <a:lnTo>
                  <a:pt x="267" y="71"/>
                </a:lnTo>
                <a:lnTo>
                  <a:pt x="267" y="72"/>
                </a:lnTo>
                <a:lnTo>
                  <a:pt x="267" y="73"/>
                </a:lnTo>
                <a:lnTo>
                  <a:pt x="267" y="74"/>
                </a:lnTo>
                <a:lnTo>
                  <a:pt x="267" y="75"/>
                </a:lnTo>
                <a:lnTo>
                  <a:pt x="268" y="75"/>
                </a:lnTo>
                <a:lnTo>
                  <a:pt x="269" y="75"/>
                </a:lnTo>
                <a:lnTo>
                  <a:pt x="269" y="74"/>
                </a:lnTo>
                <a:lnTo>
                  <a:pt x="269" y="75"/>
                </a:lnTo>
                <a:lnTo>
                  <a:pt x="270" y="74"/>
                </a:lnTo>
                <a:lnTo>
                  <a:pt x="270" y="73"/>
                </a:lnTo>
                <a:lnTo>
                  <a:pt x="269" y="73"/>
                </a:lnTo>
                <a:lnTo>
                  <a:pt x="269" y="72"/>
                </a:lnTo>
                <a:lnTo>
                  <a:pt x="270" y="72"/>
                </a:lnTo>
                <a:lnTo>
                  <a:pt x="271" y="73"/>
                </a:lnTo>
                <a:lnTo>
                  <a:pt x="272" y="73"/>
                </a:lnTo>
                <a:lnTo>
                  <a:pt x="273" y="73"/>
                </a:lnTo>
                <a:lnTo>
                  <a:pt x="273" y="74"/>
                </a:lnTo>
                <a:lnTo>
                  <a:pt x="273" y="75"/>
                </a:lnTo>
                <a:lnTo>
                  <a:pt x="274" y="75"/>
                </a:lnTo>
                <a:lnTo>
                  <a:pt x="275" y="75"/>
                </a:lnTo>
                <a:lnTo>
                  <a:pt x="275" y="76"/>
                </a:lnTo>
                <a:lnTo>
                  <a:pt x="275" y="75"/>
                </a:lnTo>
                <a:lnTo>
                  <a:pt x="276" y="75"/>
                </a:lnTo>
                <a:lnTo>
                  <a:pt x="276" y="74"/>
                </a:lnTo>
                <a:lnTo>
                  <a:pt x="277" y="75"/>
                </a:lnTo>
                <a:lnTo>
                  <a:pt x="278" y="75"/>
                </a:lnTo>
                <a:lnTo>
                  <a:pt x="279" y="75"/>
                </a:lnTo>
                <a:lnTo>
                  <a:pt x="279" y="76"/>
                </a:lnTo>
                <a:lnTo>
                  <a:pt x="279" y="77"/>
                </a:lnTo>
                <a:lnTo>
                  <a:pt x="280" y="78"/>
                </a:lnTo>
                <a:lnTo>
                  <a:pt x="281" y="78"/>
                </a:lnTo>
                <a:lnTo>
                  <a:pt x="282" y="78"/>
                </a:lnTo>
                <a:lnTo>
                  <a:pt x="282" y="77"/>
                </a:lnTo>
                <a:lnTo>
                  <a:pt x="283" y="77"/>
                </a:lnTo>
                <a:lnTo>
                  <a:pt x="284" y="77"/>
                </a:lnTo>
                <a:lnTo>
                  <a:pt x="284" y="75"/>
                </a:lnTo>
                <a:lnTo>
                  <a:pt x="284" y="74"/>
                </a:lnTo>
                <a:lnTo>
                  <a:pt x="283" y="74"/>
                </a:lnTo>
                <a:lnTo>
                  <a:pt x="283" y="73"/>
                </a:lnTo>
                <a:lnTo>
                  <a:pt x="282" y="71"/>
                </a:lnTo>
                <a:lnTo>
                  <a:pt x="282" y="70"/>
                </a:lnTo>
                <a:lnTo>
                  <a:pt x="282" y="69"/>
                </a:lnTo>
                <a:lnTo>
                  <a:pt x="282" y="68"/>
                </a:lnTo>
                <a:lnTo>
                  <a:pt x="283" y="68"/>
                </a:lnTo>
                <a:lnTo>
                  <a:pt x="285" y="67"/>
                </a:lnTo>
                <a:lnTo>
                  <a:pt x="286" y="67"/>
                </a:lnTo>
                <a:lnTo>
                  <a:pt x="287" y="67"/>
                </a:lnTo>
                <a:lnTo>
                  <a:pt x="287" y="66"/>
                </a:lnTo>
                <a:lnTo>
                  <a:pt x="287" y="65"/>
                </a:lnTo>
                <a:lnTo>
                  <a:pt x="286" y="65"/>
                </a:lnTo>
                <a:lnTo>
                  <a:pt x="285" y="64"/>
                </a:lnTo>
                <a:lnTo>
                  <a:pt x="285" y="63"/>
                </a:lnTo>
                <a:lnTo>
                  <a:pt x="285" y="62"/>
                </a:lnTo>
                <a:lnTo>
                  <a:pt x="286" y="62"/>
                </a:lnTo>
                <a:lnTo>
                  <a:pt x="287" y="61"/>
                </a:lnTo>
                <a:lnTo>
                  <a:pt x="287" y="60"/>
                </a:lnTo>
                <a:lnTo>
                  <a:pt x="287" y="61"/>
                </a:lnTo>
                <a:lnTo>
                  <a:pt x="287" y="60"/>
                </a:lnTo>
                <a:lnTo>
                  <a:pt x="287" y="61"/>
                </a:lnTo>
                <a:lnTo>
                  <a:pt x="288" y="61"/>
                </a:lnTo>
                <a:lnTo>
                  <a:pt x="288" y="62"/>
                </a:lnTo>
                <a:lnTo>
                  <a:pt x="288" y="63"/>
                </a:lnTo>
                <a:lnTo>
                  <a:pt x="289" y="64"/>
                </a:lnTo>
                <a:lnTo>
                  <a:pt x="290" y="64"/>
                </a:lnTo>
                <a:lnTo>
                  <a:pt x="291" y="63"/>
                </a:lnTo>
                <a:lnTo>
                  <a:pt x="291" y="62"/>
                </a:lnTo>
                <a:lnTo>
                  <a:pt x="292" y="62"/>
                </a:lnTo>
                <a:lnTo>
                  <a:pt x="291" y="62"/>
                </a:lnTo>
                <a:lnTo>
                  <a:pt x="291" y="61"/>
                </a:lnTo>
                <a:lnTo>
                  <a:pt x="294" y="61"/>
                </a:lnTo>
                <a:lnTo>
                  <a:pt x="295" y="60"/>
                </a:lnTo>
                <a:lnTo>
                  <a:pt x="295" y="59"/>
                </a:lnTo>
                <a:lnTo>
                  <a:pt x="295" y="58"/>
                </a:lnTo>
                <a:lnTo>
                  <a:pt x="294" y="58"/>
                </a:lnTo>
                <a:lnTo>
                  <a:pt x="295" y="57"/>
                </a:lnTo>
                <a:lnTo>
                  <a:pt x="295" y="56"/>
                </a:lnTo>
                <a:lnTo>
                  <a:pt x="296" y="54"/>
                </a:lnTo>
                <a:lnTo>
                  <a:pt x="296" y="53"/>
                </a:lnTo>
                <a:lnTo>
                  <a:pt x="295" y="53"/>
                </a:lnTo>
                <a:lnTo>
                  <a:pt x="295" y="54"/>
                </a:lnTo>
                <a:lnTo>
                  <a:pt x="294" y="54"/>
                </a:lnTo>
                <a:lnTo>
                  <a:pt x="293" y="53"/>
                </a:lnTo>
                <a:lnTo>
                  <a:pt x="293" y="52"/>
                </a:lnTo>
                <a:lnTo>
                  <a:pt x="294" y="52"/>
                </a:lnTo>
                <a:lnTo>
                  <a:pt x="293" y="50"/>
                </a:lnTo>
                <a:lnTo>
                  <a:pt x="292" y="50"/>
                </a:lnTo>
                <a:lnTo>
                  <a:pt x="291" y="49"/>
                </a:lnTo>
                <a:lnTo>
                  <a:pt x="291" y="48"/>
                </a:lnTo>
                <a:lnTo>
                  <a:pt x="291" y="47"/>
                </a:lnTo>
                <a:lnTo>
                  <a:pt x="291" y="46"/>
                </a:lnTo>
                <a:lnTo>
                  <a:pt x="292" y="45"/>
                </a:lnTo>
                <a:lnTo>
                  <a:pt x="293" y="44"/>
                </a:lnTo>
                <a:lnTo>
                  <a:pt x="294" y="44"/>
                </a:lnTo>
                <a:lnTo>
                  <a:pt x="294" y="45"/>
                </a:lnTo>
                <a:lnTo>
                  <a:pt x="295" y="45"/>
                </a:lnTo>
                <a:lnTo>
                  <a:pt x="295" y="44"/>
                </a:lnTo>
                <a:lnTo>
                  <a:pt x="296" y="44"/>
                </a:lnTo>
                <a:lnTo>
                  <a:pt x="296" y="43"/>
                </a:lnTo>
                <a:lnTo>
                  <a:pt x="297" y="43"/>
                </a:lnTo>
                <a:lnTo>
                  <a:pt x="298" y="43"/>
                </a:lnTo>
                <a:lnTo>
                  <a:pt x="299" y="42"/>
                </a:lnTo>
                <a:lnTo>
                  <a:pt x="300" y="42"/>
                </a:lnTo>
                <a:lnTo>
                  <a:pt x="301" y="43"/>
                </a:lnTo>
                <a:lnTo>
                  <a:pt x="301" y="44"/>
                </a:lnTo>
                <a:lnTo>
                  <a:pt x="302" y="45"/>
                </a:lnTo>
                <a:lnTo>
                  <a:pt x="302" y="46"/>
                </a:lnTo>
                <a:lnTo>
                  <a:pt x="303" y="46"/>
                </a:lnTo>
                <a:lnTo>
                  <a:pt x="304" y="46"/>
                </a:lnTo>
                <a:lnTo>
                  <a:pt x="304" y="45"/>
                </a:lnTo>
                <a:lnTo>
                  <a:pt x="304" y="46"/>
                </a:lnTo>
                <a:lnTo>
                  <a:pt x="306" y="46"/>
                </a:lnTo>
                <a:lnTo>
                  <a:pt x="306" y="45"/>
                </a:lnTo>
                <a:lnTo>
                  <a:pt x="306" y="44"/>
                </a:lnTo>
                <a:lnTo>
                  <a:pt x="305" y="44"/>
                </a:lnTo>
                <a:lnTo>
                  <a:pt x="305" y="43"/>
                </a:lnTo>
                <a:lnTo>
                  <a:pt x="305" y="42"/>
                </a:lnTo>
                <a:lnTo>
                  <a:pt x="305" y="41"/>
                </a:lnTo>
                <a:lnTo>
                  <a:pt x="306" y="40"/>
                </a:lnTo>
                <a:lnTo>
                  <a:pt x="305" y="39"/>
                </a:lnTo>
                <a:lnTo>
                  <a:pt x="305" y="38"/>
                </a:lnTo>
                <a:lnTo>
                  <a:pt x="305" y="37"/>
                </a:lnTo>
                <a:lnTo>
                  <a:pt x="307" y="37"/>
                </a:lnTo>
                <a:lnTo>
                  <a:pt x="308" y="37"/>
                </a:lnTo>
                <a:lnTo>
                  <a:pt x="308" y="36"/>
                </a:lnTo>
                <a:lnTo>
                  <a:pt x="308" y="35"/>
                </a:lnTo>
                <a:lnTo>
                  <a:pt x="308" y="34"/>
                </a:lnTo>
                <a:lnTo>
                  <a:pt x="310" y="34"/>
                </a:lnTo>
                <a:lnTo>
                  <a:pt x="310" y="35"/>
                </a:lnTo>
                <a:lnTo>
                  <a:pt x="310" y="36"/>
                </a:lnTo>
                <a:lnTo>
                  <a:pt x="311" y="36"/>
                </a:lnTo>
                <a:lnTo>
                  <a:pt x="312" y="36"/>
                </a:lnTo>
                <a:lnTo>
                  <a:pt x="311" y="35"/>
                </a:lnTo>
                <a:lnTo>
                  <a:pt x="311" y="34"/>
                </a:lnTo>
                <a:lnTo>
                  <a:pt x="311" y="33"/>
                </a:lnTo>
                <a:lnTo>
                  <a:pt x="312" y="33"/>
                </a:lnTo>
                <a:lnTo>
                  <a:pt x="313" y="33"/>
                </a:lnTo>
                <a:lnTo>
                  <a:pt x="313" y="34"/>
                </a:lnTo>
                <a:lnTo>
                  <a:pt x="313" y="35"/>
                </a:lnTo>
                <a:lnTo>
                  <a:pt x="312" y="35"/>
                </a:lnTo>
                <a:lnTo>
                  <a:pt x="312" y="36"/>
                </a:lnTo>
                <a:lnTo>
                  <a:pt x="313" y="36"/>
                </a:lnTo>
                <a:lnTo>
                  <a:pt x="314" y="35"/>
                </a:lnTo>
                <a:lnTo>
                  <a:pt x="315" y="35"/>
                </a:lnTo>
                <a:lnTo>
                  <a:pt x="315" y="34"/>
                </a:lnTo>
                <a:lnTo>
                  <a:pt x="315" y="33"/>
                </a:lnTo>
                <a:lnTo>
                  <a:pt x="317" y="33"/>
                </a:lnTo>
                <a:lnTo>
                  <a:pt x="318" y="33"/>
                </a:lnTo>
                <a:lnTo>
                  <a:pt x="319" y="34"/>
                </a:lnTo>
                <a:lnTo>
                  <a:pt x="320" y="34"/>
                </a:lnTo>
                <a:lnTo>
                  <a:pt x="319" y="35"/>
                </a:lnTo>
                <a:lnTo>
                  <a:pt x="320" y="35"/>
                </a:lnTo>
                <a:lnTo>
                  <a:pt x="320" y="34"/>
                </a:lnTo>
                <a:lnTo>
                  <a:pt x="321" y="34"/>
                </a:lnTo>
                <a:lnTo>
                  <a:pt x="322" y="34"/>
                </a:lnTo>
                <a:lnTo>
                  <a:pt x="323" y="34"/>
                </a:lnTo>
                <a:lnTo>
                  <a:pt x="324" y="33"/>
                </a:lnTo>
                <a:lnTo>
                  <a:pt x="324" y="34"/>
                </a:lnTo>
                <a:lnTo>
                  <a:pt x="324" y="35"/>
                </a:lnTo>
                <a:lnTo>
                  <a:pt x="325" y="36"/>
                </a:lnTo>
                <a:lnTo>
                  <a:pt x="325" y="37"/>
                </a:lnTo>
                <a:lnTo>
                  <a:pt x="324" y="37"/>
                </a:lnTo>
                <a:lnTo>
                  <a:pt x="324" y="38"/>
                </a:lnTo>
                <a:lnTo>
                  <a:pt x="324" y="39"/>
                </a:lnTo>
                <a:lnTo>
                  <a:pt x="325" y="39"/>
                </a:lnTo>
                <a:lnTo>
                  <a:pt x="327" y="39"/>
                </a:lnTo>
                <a:lnTo>
                  <a:pt x="327" y="40"/>
                </a:lnTo>
                <a:lnTo>
                  <a:pt x="326" y="40"/>
                </a:lnTo>
                <a:lnTo>
                  <a:pt x="326" y="41"/>
                </a:lnTo>
                <a:lnTo>
                  <a:pt x="326" y="42"/>
                </a:lnTo>
                <a:lnTo>
                  <a:pt x="326" y="43"/>
                </a:lnTo>
                <a:lnTo>
                  <a:pt x="326" y="44"/>
                </a:lnTo>
                <a:lnTo>
                  <a:pt x="326" y="45"/>
                </a:lnTo>
                <a:lnTo>
                  <a:pt x="327" y="46"/>
                </a:lnTo>
                <a:lnTo>
                  <a:pt x="328" y="47"/>
                </a:lnTo>
                <a:lnTo>
                  <a:pt x="329" y="47"/>
                </a:lnTo>
                <a:lnTo>
                  <a:pt x="329" y="46"/>
                </a:lnTo>
                <a:lnTo>
                  <a:pt x="329" y="45"/>
                </a:lnTo>
                <a:lnTo>
                  <a:pt x="329" y="43"/>
                </a:lnTo>
                <a:lnTo>
                  <a:pt x="330" y="43"/>
                </a:lnTo>
                <a:lnTo>
                  <a:pt x="330" y="44"/>
                </a:lnTo>
                <a:lnTo>
                  <a:pt x="330" y="43"/>
                </a:lnTo>
                <a:lnTo>
                  <a:pt x="331" y="43"/>
                </a:lnTo>
                <a:lnTo>
                  <a:pt x="332" y="43"/>
                </a:lnTo>
                <a:lnTo>
                  <a:pt x="333" y="43"/>
                </a:lnTo>
                <a:lnTo>
                  <a:pt x="333" y="42"/>
                </a:lnTo>
                <a:lnTo>
                  <a:pt x="334" y="42"/>
                </a:lnTo>
                <a:lnTo>
                  <a:pt x="335" y="42"/>
                </a:lnTo>
                <a:lnTo>
                  <a:pt x="336" y="42"/>
                </a:lnTo>
                <a:lnTo>
                  <a:pt x="337" y="42"/>
                </a:lnTo>
                <a:lnTo>
                  <a:pt x="337" y="41"/>
                </a:lnTo>
                <a:lnTo>
                  <a:pt x="336" y="41"/>
                </a:lnTo>
                <a:lnTo>
                  <a:pt x="337" y="41"/>
                </a:lnTo>
                <a:lnTo>
                  <a:pt x="337" y="40"/>
                </a:lnTo>
                <a:lnTo>
                  <a:pt x="338" y="40"/>
                </a:lnTo>
                <a:lnTo>
                  <a:pt x="337" y="39"/>
                </a:lnTo>
                <a:lnTo>
                  <a:pt x="336" y="38"/>
                </a:lnTo>
                <a:lnTo>
                  <a:pt x="337" y="38"/>
                </a:lnTo>
                <a:lnTo>
                  <a:pt x="339" y="38"/>
                </a:lnTo>
                <a:lnTo>
                  <a:pt x="340" y="38"/>
                </a:lnTo>
                <a:lnTo>
                  <a:pt x="341" y="37"/>
                </a:lnTo>
                <a:lnTo>
                  <a:pt x="342" y="37"/>
                </a:lnTo>
                <a:lnTo>
                  <a:pt x="342" y="36"/>
                </a:lnTo>
                <a:lnTo>
                  <a:pt x="342" y="35"/>
                </a:lnTo>
                <a:lnTo>
                  <a:pt x="343" y="34"/>
                </a:lnTo>
                <a:lnTo>
                  <a:pt x="344" y="34"/>
                </a:lnTo>
                <a:lnTo>
                  <a:pt x="344" y="33"/>
                </a:lnTo>
                <a:lnTo>
                  <a:pt x="344" y="32"/>
                </a:lnTo>
                <a:lnTo>
                  <a:pt x="344" y="31"/>
                </a:lnTo>
                <a:lnTo>
                  <a:pt x="344" y="30"/>
                </a:lnTo>
                <a:lnTo>
                  <a:pt x="345" y="30"/>
                </a:lnTo>
                <a:lnTo>
                  <a:pt x="345" y="29"/>
                </a:lnTo>
                <a:lnTo>
                  <a:pt x="346" y="28"/>
                </a:lnTo>
                <a:lnTo>
                  <a:pt x="346" y="27"/>
                </a:lnTo>
                <a:lnTo>
                  <a:pt x="345" y="27"/>
                </a:lnTo>
                <a:lnTo>
                  <a:pt x="344" y="27"/>
                </a:lnTo>
                <a:lnTo>
                  <a:pt x="344" y="26"/>
                </a:lnTo>
                <a:lnTo>
                  <a:pt x="343" y="26"/>
                </a:lnTo>
                <a:lnTo>
                  <a:pt x="343" y="25"/>
                </a:lnTo>
                <a:lnTo>
                  <a:pt x="343" y="24"/>
                </a:lnTo>
                <a:lnTo>
                  <a:pt x="343" y="23"/>
                </a:lnTo>
                <a:lnTo>
                  <a:pt x="342" y="23"/>
                </a:lnTo>
                <a:lnTo>
                  <a:pt x="341" y="23"/>
                </a:lnTo>
                <a:lnTo>
                  <a:pt x="340" y="23"/>
                </a:lnTo>
                <a:lnTo>
                  <a:pt x="340" y="22"/>
                </a:lnTo>
                <a:lnTo>
                  <a:pt x="339" y="22"/>
                </a:lnTo>
                <a:lnTo>
                  <a:pt x="339" y="21"/>
                </a:lnTo>
                <a:lnTo>
                  <a:pt x="341" y="19"/>
                </a:lnTo>
                <a:lnTo>
                  <a:pt x="342" y="19"/>
                </a:lnTo>
                <a:lnTo>
                  <a:pt x="342" y="18"/>
                </a:lnTo>
                <a:lnTo>
                  <a:pt x="342" y="17"/>
                </a:lnTo>
                <a:lnTo>
                  <a:pt x="342" y="16"/>
                </a:lnTo>
                <a:lnTo>
                  <a:pt x="341" y="16"/>
                </a:lnTo>
                <a:lnTo>
                  <a:pt x="341" y="15"/>
                </a:lnTo>
                <a:lnTo>
                  <a:pt x="340" y="15"/>
                </a:lnTo>
                <a:lnTo>
                  <a:pt x="340" y="14"/>
                </a:lnTo>
                <a:lnTo>
                  <a:pt x="340" y="13"/>
                </a:lnTo>
                <a:lnTo>
                  <a:pt x="340" y="12"/>
                </a:lnTo>
                <a:lnTo>
                  <a:pt x="341" y="13"/>
                </a:lnTo>
                <a:lnTo>
                  <a:pt x="341" y="12"/>
                </a:lnTo>
                <a:lnTo>
                  <a:pt x="342" y="13"/>
                </a:lnTo>
                <a:lnTo>
                  <a:pt x="343" y="13"/>
                </a:lnTo>
                <a:lnTo>
                  <a:pt x="344" y="13"/>
                </a:lnTo>
                <a:lnTo>
                  <a:pt x="344" y="12"/>
                </a:lnTo>
                <a:lnTo>
                  <a:pt x="344" y="11"/>
                </a:lnTo>
                <a:lnTo>
                  <a:pt x="345" y="10"/>
                </a:lnTo>
                <a:lnTo>
                  <a:pt x="345" y="9"/>
                </a:lnTo>
                <a:lnTo>
                  <a:pt x="345" y="8"/>
                </a:lnTo>
                <a:lnTo>
                  <a:pt x="344" y="8"/>
                </a:lnTo>
                <a:lnTo>
                  <a:pt x="343" y="8"/>
                </a:lnTo>
                <a:lnTo>
                  <a:pt x="344" y="6"/>
                </a:lnTo>
                <a:lnTo>
                  <a:pt x="343" y="6"/>
                </a:lnTo>
                <a:lnTo>
                  <a:pt x="343" y="5"/>
                </a:lnTo>
                <a:lnTo>
                  <a:pt x="343" y="4"/>
                </a:lnTo>
                <a:lnTo>
                  <a:pt x="343" y="3"/>
                </a:lnTo>
                <a:lnTo>
                  <a:pt x="344" y="3"/>
                </a:lnTo>
                <a:lnTo>
                  <a:pt x="345" y="3"/>
                </a:lnTo>
                <a:lnTo>
                  <a:pt x="345" y="2"/>
                </a:lnTo>
                <a:lnTo>
                  <a:pt x="346" y="2"/>
                </a:lnTo>
                <a:lnTo>
                  <a:pt x="346" y="1"/>
                </a:lnTo>
                <a:lnTo>
                  <a:pt x="347" y="1"/>
                </a:lnTo>
                <a:lnTo>
                  <a:pt x="347" y="2"/>
                </a:lnTo>
                <a:lnTo>
                  <a:pt x="348" y="2"/>
                </a:lnTo>
                <a:lnTo>
                  <a:pt x="348" y="3"/>
                </a:lnTo>
                <a:lnTo>
                  <a:pt x="348" y="4"/>
                </a:lnTo>
                <a:lnTo>
                  <a:pt x="349" y="5"/>
                </a:lnTo>
                <a:lnTo>
                  <a:pt x="350" y="5"/>
                </a:lnTo>
                <a:lnTo>
                  <a:pt x="350" y="4"/>
                </a:lnTo>
                <a:lnTo>
                  <a:pt x="351" y="4"/>
                </a:lnTo>
                <a:lnTo>
                  <a:pt x="352" y="4"/>
                </a:lnTo>
                <a:lnTo>
                  <a:pt x="352" y="3"/>
                </a:lnTo>
                <a:lnTo>
                  <a:pt x="353" y="2"/>
                </a:lnTo>
                <a:lnTo>
                  <a:pt x="354" y="2"/>
                </a:lnTo>
                <a:lnTo>
                  <a:pt x="356" y="1"/>
                </a:lnTo>
                <a:lnTo>
                  <a:pt x="356" y="0"/>
                </a:lnTo>
                <a:lnTo>
                  <a:pt x="357" y="0"/>
                </a:lnTo>
                <a:lnTo>
                  <a:pt x="358" y="0"/>
                </a:lnTo>
                <a:lnTo>
                  <a:pt x="358" y="1"/>
                </a:lnTo>
                <a:lnTo>
                  <a:pt x="358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08" name=""/>
          <p:cNvSpPr/>
          <p:nvPr/>
        </p:nvSpPr>
        <p:spPr>
          <a:xfrm>
            <a:off x="6234480" y="4059000"/>
            <a:ext cx="281880" cy="298080"/>
          </a:xfrm>
          <a:custGeom>
            <a:avLst/>
            <a:gdLst/>
            <a:ahLst/>
            <a:rect l="0" t="0" r="r" b="b"/>
            <a:pathLst>
              <a:path w="783" h="828">
                <a:moveTo>
                  <a:pt x="143" y="1"/>
                </a:moveTo>
                <a:lnTo>
                  <a:pt x="143" y="2"/>
                </a:lnTo>
                <a:lnTo>
                  <a:pt x="144" y="2"/>
                </a:lnTo>
                <a:lnTo>
                  <a:pt x="144" y="3"/>
                </a:lnTo>
                <a:lnTo>
                  <a:pt x="143" y="4"/>
                </a:lnTo>
                <a:lnTo>
                  <a:pt x="143" y="5"/>
                </a:lnTo>
                <a:lnTo>
                  <a:pt x="143" y="8"/>
                </a:lnTo>
                <a:lnTo>
                  <a:pt x="143" y="9"/>
                </a:lnTo>
                <a:lnTo>
                  <a:pt x="143" y="10"/>
                </a:lnTo>
                <a:lnTo>
                  <a:pt x="143" y="11"/>
                </a:lnTo>
                <a:lnTo>
                  <a:pt x="143" y="12"/>
                </a:lnTo>
                <a:lnTo>
                  <a:pt x="144" y="13"/>
                </a:lnTo>
                <a:lnTo>
                  <a:pt x="143" y="14"/>
                </a:lnTo>
                <a:lnTo>
                  <a:pt x="143" y="15"/>
                </a:lnTo>
                <a:lnTo>
                  <a:pt x="143" y="16"/>
                </a:lnTo>
                <a:lnTo>
                  <a:pt x="143" y="17"/>
                </a:lnTo>
                <a:lnTo>
                  <a:pt x="144" y="18"/>
                </a:lnTo>
                <a:lnTo>
                  <a:pt x="144" y="20"/>
                </a:lnTo>
                <a:lnTo>
                  <a:pt x="145" y="21"/>
                </a:lnTo>
                <a:lnTo>
                  <a:pt x="144" y="22"/>
                </a:lnTo>
                <a:lnTo>
                  <a:pt x="144" y="24"/>
                </a:lnTo>
                <a:lnTo>
                  <a:pt x="144" y="25"/>
                </a:lnTo>
                <a:lnTo>
                  <a:pt x="145" y="26"/>
                </a:lnTo>
                <a:lnTo>
                  <a:pt x="144" y="27"/>
                </a:lnTo>
                <a:lnTo>
                  <a:pt x="144" y="28"/>
                </a:lnTo>
                <a:lnTo>
                  <a:pt x="145" y="28"/>
                </a:lnTo>
                <a:lnTo>
                  <a:pt x="144" y="30"/>
                </a:lnTo>
                <a:lnTo>
                  <a:pt x="145" y="32"/>
                </a:lnTo>
                <a:lnTo>
                  <a:pt x="145" y="33"/>
                </a:lnTo>
                <a:lnTo>
                  <a:pt x="144" y="34"/>
                </a:lnTo>
                <a:lnTo>
                  <a:pt x="144" y="35"/>
                </a:lnTo>
                <a:lnTo>
                  <a:pt x="143" y="35"/>
                </a:lnTo>
                <a:lnTo>
                  <a:pt x="143" y="36"/>
                </a:lnTo>
                <a:lnTo>
                  <a:pt x="143" y="37"/>
                </a:lnTo>
                <a:lnTo>
                  <a:pt x="143" y="38"/>
                </a:lnTo>
                <a:lnTo>
                  <a:pt x="142" y="39"/>
                </a:lnTo>
                <a:lnTo>
                  <a:pt x="143" y="40"/>
                </a:lnTo>
                <a:lnTo>
                  <a:pt x="143" y="41"/>
                </a:lnTo>
                <a:lnTo>
                  <a:pt x="142" y="42"/>
                </a:lnTo>
                <a:lnTo>
                  <a:pt x="143" y="44"/>
                </a:lnTo>
                <a:lnTo>
                  <a:pt x="143" y="45"/>
                </a:lnTo>
                <a:lnTo>
                  <a:pt x="144" y="46"/>
                </a:lnTo>
                <a:lnTo>
                  <a:pt x="143" y="47"/>
                </a:lnTo>
                <a:lnTo>
                  <a:pt x="143" y="48"/>
                </a:lnTo>
                <a:lnTo>
                  <a:pt x="144" y="48"/>
                </a:lnTo>
                <a:lnTo>
                  <a:pt x="144" y="49"/>
                </a:lnTo>
                <a:lnTo>
                  <a:pt x="145" y="50"/>
                </a:lnTo>
                <a:lnTo>
                  <a:pt x="145" y="51"/>
                </a:lnTo>
                <a:lnTo>
                  <a:pt x="145" y="52"/>
                </a:lnTo>
                <a:lnTo>
                  <a:pt x="145" y="53"/>
                </a:lnTo>
                <a:lnTo>
                  <a:pt x="144" y="54"/>
                </a:lnTo>
                <a:lnTo>
                  <a:pt x="145" y="55"/>
                </a:lnTo>
                <a:lnTo>
                  <a:pt x="146" y="55"/>
                </a:lnTo>
                <a:lnTo>
                  <a:pt x="146" y="56"/>
                </a:lnTo>
                <a:lnTo>
                  <a:pt x="146" y="57"/>
                </a:lnTo>
                <a:lnTo>
                  <a:pt x="146" y="58"/>
                </a:lnTo>
                <a:lnTo>
                  <a:pt x="146" y="59"/>
                </a:lnTo>
                <a:lnTo>
                  <a:pt x="146" y="60"/>
                </a:lnTo>
                <a:lnTo>
                  <a:pt x="147" y="60"/>
                </a:lnTo>
                <a:lnTo>
                  <a:pt x="148" y="60"/>
                </a:lnTo>
                <a:lnTo>
                  <a:pt x="148" y="61"/>
                </a:lnTo>
                <a:lnTo>
                  <a:pt x="147" y="61"/>
                </a:lnTo>
                <a:lnTo>
                  <a:pt x="147" y="62"/>
                </a:lnTo>
                <a:lnTo>
                  <a:pt x="148" y="62"/>
                </a:lnTo>
                <a:lnTo>
                  <a:pt x="149" y="63"/>
                </a:lnTo>
                <a:lnTo>
                  <a:pt x="148" y="64"/>
                </a:lnTo>
                <a:lnTo>
                  <a:pt x="148" y="65"/>
                </a:lnTo>
                <a:lnTo>
                  <a:pt x="149" y="65"/>
                </a:lnTo>
                <a:lnTo>
                  <a:pt x="150" y="65"/>
                </a:lnTo>
                <a:lnTo>
                  <a:pt x="149" y="66"/>
                </a:lnTo>
                <a:lnTo>
                  <a:pt x="148" y="68"/>
                </a:lnTo>
                <a:lnTo>
                  <a:pt x="149" y="69"/>
                </a:lnTo>
                <a:lnTo>
                  <a:pt x="149" y="70"/>
                </a:lnTo>
                <a:lnTo>
                  <a:pt x="149" y="72"/>
                </a:lnTo>
                <a:lnTo>
                  <a:pt x="150" y="74"/>
                </a:lnTo>
                <a:lnTo>
                  <a:pt x="150" y="75"/>
                </a:lnTo>
                <a:lnTo>
                  <a:pt x="150" y="76"/>
                </a:lnTo>
                <a:lnTo>
                  <a:pt x="150" y="77"/>
                </a:lnTo>
                <a:lnTo>
                  <a:pt x="150" y="78"/>
                </a:lnTo>
                <a:lnTo>
                  <a:pt x="150" y="79"/>
                </a:lnTo>
                <a:lnTo>
                  <a:pt x="150" y="80"/>
                </a:lnTo>
                <a:lnTo>
                  <a:pt x="149" y="81"/>
                </a:lnTo>
                <a:lnTo>
                  <a:pt x="148" y="81"/>
                </a:lnTo>
                <a:lnTo>
                  <a:pt x="148" y="82"/>
                </a:lnTo>
                <a:lnTo>
                  <a:pt x="149" y="83"/>
                </a:lnTo>
                <a:lnTo>
                  <a:pt x="149" y="84"/>
                </a:lnTo>
                <a:lnTo>
                  <a:pt x="149" y="85"/>
                </a:lnTo>
                <a:lnTo>
                  <a:pt x="150" y="85"/>
                </a:lnTo>
                <a:lnTo>
                  <a:pt x="151" y="86"/>
                </a:lnTo>
                <a:lnTo>
                  <a:pt x="152" y="88"/>
                </a:lnTo>
                <a:lnTo>
                  <a:pt x="153" y="89"/>
                </a:lnTo>
                <a:lnTo>
                  <a:pt x="154" y="89"/>
                </a:lnTo>
                <a:lnTo>
                  <a:pt x="154" y="90"/>
                </a:lnTo>
                <a:lnTo>
                  <a:pt x="154" y="91"/>
                </a:lnTo>
                <a:lnTo>
                  <a:pt x="154" y="93"/>
                </a:lnTo>
                <a:lnTo>
                  <a:pt x="155" y="93"/>
                </a:lnTo>
                <a:lnTo>
                  <a:pt x="156" y="94"/>
                </a:lnTo>
                <a:lnTo>
                  <a:pt x="157" y="95"/>
                </a:lnTo>
                <a:lnTo>
                  <a:pt x="158" y="95"/>
                </a:lnTo>
                <a:lnTo>
                  <a:pt x="159" y="96"/>
                </a:lnTo>
                <a:lnTo>
                  <a:pt x="159" y="98"/>
                </a:lnTo>
                <a:lnTo>
                  <a:pt x="158" y="98"/>
                </a:lnTo>
                <a:lnTo>
                  <a:pt x="158" y="99"/>
                </a:lnTo>
                <a:lnTo>
                  <a:pt x="159" y="99"/>
                </a:lnTo>
                <a:lnTo>
                  <a:pt x="160" y="99"/>
                </a:lnTo>
                <a:lnTo>
                  <a:pt x="161" y="100"/>
                </a:lnTo>
                <a:lnTo>
                  <a:pt x="161" y="101"/>
                </a:lnTo>
                <a:lnTo>
                  <a:pt x="161" y="102"/>
                </a:lnTo>
                <a:lnTo>
                  <a:pt x="162" y="103"/>
                </a:lnTo>
                <a:lnTo>
                  <a:pt x="162" y="104"/>
                </a:lnTo>
                <a:lnTo>
                  <a:pt x="164" y="104"/>
                </a:lnTo>
                <a:lnTo>
                  <a:pt x="164" y="105"/>
                </a:lnTo>
                <a:lnTo>
                  <a:pt x="165" y="105"/>
                </a:lnTo>
                <a:lnTo>
                  <a:pt x="165" y="106"/>
                </a:lnTo>
                <a:lnTo>
                  <a:pt x="166" y="107"/>
                </a:lnTo>
                <a:lnTo>
                  <a:pt x="167" y="107"/>
                </a:lnTo>
                <a:lnTo>
                  <a:pt x="168" y="108"/>
                </a:lnTo>
                <a:lnTo>
                  <a:pt x="168" y="109"/>
                </a:lnTo>
                <a:lnTo>
                  <a:pt x="169" y="109"/>
                </a:lnTo>
                <a:lnTo>
                  <a:pt x="169" y="110"/>
                </a:lnTo>
                <a:lnTo>
                  <a:pt x="169" y="109"/>
                </a:lnTo>
                <a:lnTo>
                  <a:pt x="169" y="108"/>
                </a:lnTo>
                <a:lnTo>
                  <a:pt x="168" y="107"/>
                </a:lnTo>
                <a:lnTo>
                  <a:pt x="168" y="105"/>
                </a:lnTo>
                <a:lnTo>
                  <a:pt x="168" y="104"/>
                </a:lnTo>
                <a:lnTo>
                  <a:pt x="169" y="101"/>
                </a:lnTo>
                <a:lnTo>
                  <a:pt x="169" y="100"/>
                </a:lnTo>
                <a:lnTo>
                  <a:pt x="170" y="99"/>
                </a:lnTo>
                <a:lnTo>
                  <a:pt x="170" y="98"/>
                </a:lnTo>
                <a:lnTo>
                  <a:pt x="171" y="98"/>
                </a:lnTo>
                <a:lnTo>
                  <a:pt x="171" y="97"/>
                </a:lnTo>
                <a:lnTo>
                  <a:pt x="170" y="96"/>
                </a:lnTo>
                <a:lnTo>
                  <a:pt x="170" y="95"/>
                </a:lnTo>
                <a:lnTo>
                  <a:pt x="169" y="95"/>
                </a:lnTo>
                <a:lnTo>
                  <a:pt x="168" y="93"/>
                </a:lnTo>
                <a:lnTo>
                  <a:pt x="169" y="93"/>
                </a:lnTo>
                <a:lnTo>
                  <a:pt x="170" y="92"/>
                </a:lnTo>
                <a:lnTo>
                  <a:pt x="170" y="91"/>
                </a:lnTo>
                <a:lnTo>
                  <a:pt x="170" y="90"/>
                </a:lnTo>
                <a:lnTo>
                  <a:pt x="170" y="89"/>
                </a:lnTo>
                <a:lnTo>
                  <a:pt x="171" y="88"/>
                </a:lnTo>
                <a:lnTo>
                  <a:pt x="171" y="87"/>
                </a:lnTo>
                <a:lnTo>
                  <a:pt x="171" y="86"/>
                </a:lnTo>
                <a:lnTo>
                  <a:pt x="172" y="86"/>
                </a:lnTo>
                <a:lnTo>
                  <a:pt x="172" y="85"/>
                </a:lnTo>
                <a:lnTo>
                  <a:pt x="173" y="85"/>
                </a:lnTo>
                <a:lnTo>
                  <a:pt x="172" y="84"/>
                </a:lnTo>
                <a:lnTo>
                  <a:pt x="172" y="83"/>
                </a:lnTo>
                <a:lnTo>
                  <a:pt x="171" y="83"/>
                </a:lnTo>
                <a:lnTo>
                  <a:pt x="170" y="83"/>
                </a:lnTo>
                <a:lnTo>
                  <a:pt x="169" y="81"/>
                </a:lnTo>
                <a:lnTo>
                  <a:pt x="169" y="80"/>
                </a:lnTo>
                <a:lnTo>
                  <a:pt x="170" y="80"/>
                </a:lnTo>
                <a:lnTo>
                  <a:pt x="171" y="79"/>
                </a:lnTo>
                <a:lnTo>
                  <a:pt x="170" y="77"/>
                </a:lnTo>
                <a:lnTo>
                  <a:pt x="170" y="76"/>
                </a:lnTo>
                <a:lnTo>
                  <a:pt x="169" y="76"/>
                </a:lnTo>
                <a:lnTo>
                  <a:pt x="169" y="75"/>
                </a:lnTo>
                <a:lnTo>
                  <a:pt x="169" y="74"/>
                </a:lnTo>
                <a:lnTo>
                  <a:pt x="169" y="72"/>
                </a:lnTo>
                <a:lnTo>
                  <a:pt x="170" y="71"/>
                </a:lnTo>
                <a:lnTo>
                  <a:pt x="169" y="70"/>
                </a:lnTo>
                <a:lnTo>
                  <a:pt x="169" y="69"/>
                </a:lnTo>
                <a:lnTo>
                  <a:pt x="170" y="69"/>
                </a:lnTo>
                <a:lnTo>
                  <a:pt x="171" y="69"/>
                </a:lnTo>
                <a:lnTo>
                  <a:pt x="173" y="69"/>
                </a:lnTo>
                <a:lnTo>
                  <a:pt x="174" y="69"/>
                </a:lnTo>
                <a:lnTo>
                  <a:pt x="175" y="69"/>
                </a:lnTo>
                <a:lnTo>
                  <a:pt x="175" y="68"/>
                </a:lnTo>
                <a:lnTo>
                  <a:pt x="175" y="67"/>
                </a:lnTo>
                <a:lnTo>
                  <a:pt x="175" y="66"/>
                </a:lnTo>
                <a:lnTo>
                  <a:pt x="176" y="66"/>
                </a:lnTo>
                <a:lnTo>
                  <a:pt x="176" y="65"/>
                </a:lnTo>
                <a:lnTo>
                  <a:pt x="177" y="65"/>
                </a:lnTo>
                <a:lnTo>
                  <a:pt x="178" y="64"/>
                </a:lnTo>
                <a:lnTo>
                  <a:pt x="178" y="63"/>
                </a:lnTo>
                <a:lnTo>
                  <a:pt x="178" y="62"/>
                </a:lnTo>
                <a:lnTo>
                  <a:pt x="179" y="62"/>
                </a:lnTo>
                <a:lnTo>
                  <a:pt x="180" y="63"/>
                </a:lnTo>
                <a:lnTo>
                  <a:pt x="181" y="62"/>
                </a:lnTo>
                <a:lnTo>
                  <a:pt x="182" y="61"/>
                </a:lnTo>
                <a:lnTo>
                  <a:pt x="182" y="59"/>
                </a:lnTo>
                <a:lnTo>
                  <a:pt x="182" y="57"/>
                </a:lnTo>
                <a:lnTo>
                  <a:pt x="181" y="56"/>
                </a:lnTo>
                <a:lnTo>
                  <a:pt x="182" y="55"/>
                </a:lnTo>
                <a:lnTo>
                  <a:pt x="183" y="54"/>
                </a:lnTo>
                <a:lnTo>
                  <a:pt x="183" y="53"/>
                </a:lnTo>
                <a:lnTo>
                  <a:pt x="184" y="52"/>
                </a:lnTo>
                <a:lnTo>
                  <a:pt x="185" y="52"/>
                </a:lnTo>
                <a:lnTo>
                  <a:pt x="187" y="51"/>
                </a:lnTo>
                <a:lnTo>
                  <a:pt x="188" y="51"/>
                </a:lnTo>
                <a:lnTo>
                  <a:pt x="187" y="50"/>
                </a:lnTo>
                <a:lnTo>
                  <a:pt x="188" y="50"/>
                </a:lnTo>
                <a:lnTo>
                  <a:pt x="189" y="50"/>
                </a:lnTo>
                <a:lnTo>
                  <a:pt x="189" y="49"/>
                </a:lnTo>
                <a:lnTo>
                  <a:pt x="188" y="49"/>
                </a:lnTo>
                <a:lnTo>
                  <a:pt x="188" y="48"/>
                </a:lnTo>
                <a:lnTo>
                  <a:pt x="188" y="47"/>
                </a:lnTo>
                <a:lnTo>
                  <a:pt x="188" y="46"/>
                </a:lnTo>
                <a:lnTo>
                  <a:pt x="188" y="45"/>
                </a:lnTo>
                <a:lnTo>
                  <a:pt x="189" y="45"/>
                </a:lnTo>
                <a:lnTo>
                  <a:pt x="189" y="44"/>
                </a:lnTo>
                <a:lnTo>
                  <a:pt x="189" y="43"/>
                </a:lnTo>
                <a:lnTo>
                  <a:pt x="189" y="42"/>
                </a:lnTo>
                <a:lnTo>
                  <a:pt x="192" y="42"/>
                </a:lnTo>
                <a:lnTo>
                  <a:pt x="193" y="42"/>
                </a:lnTo>
                <a:lnTo>
                  <a:pt x="195" y="43"/>
                </a:lnTo>
                <a:lnTo>
                  <a:pt x="195" y="42"/>
                </a:lnTo>
                <a:lnTo>
                  <a:pt x="196" y="42"/>
                </a:lnTo>
                <a:lnTo>
                  <a:pt x="196" y="41"/>
                </a:lnTo>
                <a:lnTo>
                  <a:pt x="196" y="40"/>
                </a:lnTo>
                <a:lnTo>
                  <a:pt x="197" y="40"/>
                </a:lnTo>
                <a:lnTo>
                  <a:pt x="198" y="39"/>
                </a:lnTo>
                <a:lnTo>
                  <a:pt x="198" y="41"/>
                </a:lnTo>
                <a:lnTo>
                  <a:pt x="198" y="43"/>
                </a:lnTo>
                <a:lnTo>
                  <a:pt x="198" y="45"/>
                </a:lnTo>
                <a:lnTo>
                  <a:pt x="198" y="46"/>
                </a:lnTo>
                <a:lnTo>
                  <a:pt x="198" y="48"/>
                </a:lnTo>
                <a:lnTo>
                  <a:pt x="199" y="49"/>
                </a:lnTo>
                <a:lnTo>
                  <a:pt x="199" y="50"/>
                </a:lnTo>
                <a:lnTo>
                  <a:pt x="199" y="51"/>
                </a:lnTo>
                <a:lnTo>
                  <a:pt x="199" y="52"/>
                </a:lnTo>
                <a:lnTo>
                  <a:pt x="201" y="53"/>
                </a:lnTo>
                <a:lnTo>
                  <a:pt x="201" y="54"/>
                </a:lnTo>
                <a:lnTo>
                  <a:pt x="203" y="54"/>
                </a:lnTo>
                <a:lnTo>
                  <a:pt x="205" y="54"/>
                </a:lnTo>
                <a:lnTo>
                  <a:pt x="206" y="55"/>
                </a:lnTo>
                <a:lnTo>
                  <a:pt x="207" y="57"/>
                </a:lnTo>
                <a:lnTo>
                  <a:pt x="208" y="57"/>
                </a:lnTo>
                <a:lnTo>
                  <a:pt x="209" y="58"/>
                </a:lnTo>
                <a:lnTo>
                  <a:pt x="209" y="59"/>
                </a:lnTo>
                <a:lnTo>
                  <a:pt x="208" y="59"/>
                </a:lnTo>
                <a:lnTo>
                  <a:pt x="208" y="61"/>
                </a:lnTo>
                <a:lnTo>
                  <a:pt x="209" y="61"/>
                </a:lnTo>
                <a:lnTo>
                  <a:pt x="210" y="61"/>
                </a:lnTo>
                <a:lnTo>
                  <a:pt x="211" y="60"/>
                </a:lnTo>
                <a:lnTo>
                  <a:pt x="212" y="61"/>
                </a:lnTo>
                <a:lnTo>
                  <a:pt x="212" y="62"/>
                </a:lnTo>
                <a:lnTo>
                  <a:pt x="212" y="63"/>
                </a:lnTo>
                <a:lnTo>
                  <a:pt x="215" y="64"/>
                </a:lnTo>
                <a:lnTo>
                  <a:pt x="216" y="64"/>
                </a:lnTo>
                <a:lnTo>
                  <a:pt x="216" y="65"/>
                </a:lnTo>
                <a:lnTo>
                  <a:pt x="217" y="66"/>
                </a:lnTo>
                <a:lnTo>
                  <a:pt x="218" y="66"/>
                </a:lnTo>
                <a:lnTo>
                  <a:pt x="219" y="67"/>
                </a:lnTo>
                <a:lnTo>
                  <a:pt x="220" y="68"/>
                </a:lnTo>
                <a:lnTo>
                  <a:pt x="220" y="69"/>
                </a:lnTo>
                <a:lnTo>
                  <a:pt x="220" y="70"/>
                </a:lnTo>
                <a:lnTo>
                  <a:pt x="220" y="71"/>
                </a:lnTo>
                <a:lnTo>
                  <a:pt x="221" y="71"/>
                </a:lnTo>
                <a:lnTo>
                  <a:pt x="222" y="72"/>
                </a:lnTo>
                <a:lnTo>
                  <a:pt x="222" y="73"/>
                </a:lnTo>
                <a:lnTo>
                  <a:pt x="222" y="74"/>
                </a:lnTo>
                <a:lnTo>
                  <a:pt x="222" y="77"/>
                </a:lnTo>
                <a:lnTo>
                  <a:pt x="223" y="78"/>
                </a:lnTo>
                <a:lnTo>
                  <a:pt x="224" y="78"/>
                </a:lnTo>
                <a:lnTo>
                  <a:pt x="225" y="78"/>
                </a:lnTo>
                <a:lnTo>
                  <a:pt x="226" y="79"/>
                </a:lnTo>
                <a:lnTo>
                  <a:pt x="227" y="80"/>
                </a:lnTo>
                <a:lnTo>
                  <a:pt x="228" y="80"/>
                </a:lnTo>
                <a:lnTo>
                  <a:pt x="229" y="81"/>
                </a:lnTo>
                <a:lnTo>
                  <a:pt x="230" y="82"/>
                </a:lnTo>
                <a:lnTo>
                  <a:pt x="229" y="83"/>
                </a:lnTo>
                <a:lnTo>
                  <a:pt x="229" y="84"/>
                </a:lnTo>
                <a:lnTo>
                  <a:pt x="229" y="85"/>
                </a:lnTo>
                <a:lnTo>
                  <a:pt x="229" y="86"/>
                </a:lnTo>
                <a:lnTo>
                  <a:pt x="228" y="87"/>
                </a:lnTo>
                <a:lnTo>
                  <a:pt x="228" y="88"/>
                </a:lnTo>
                <a:lnTo>
                  <a:pt x="229" y="88"/>
                </a:lnTo>
                <a:lnTo>
                  <a:pt x="232" y="88"/>
                </a:lnTo>
                <a:lnTo>
                  <a:pt x="232" y="89"/>
                </a:lnTo>
                <a:lnTo>
                  <a:pt x="234" y="89"/>
                </a:lnTo>
                <a:lnTo>
                  <a:pt x="235" y="89"/>
                </a:lnTo>
                <a:lnTo>
                  <a:pt x="237" y="92"/>
                </a:lnTo>
                <a:lnTo>
                  <a:pt x="238" y="92"/>
                </a:lnTo>
                <a:lnTo>
                  <a:pt x="239" y="92"/>
                </a:lnTo>
                <a:lnTo>
                  <a:pt x="238" y="93"/>
                </a:lnTo>
                <a:lnTo>
                  <a:pt x="238" y="95"/>
                </a:lnTo>
                <a:lnTo>
                  <a:pt x="237" y="95"/>
                </a:lnTo>
                <a:lnTo>
                  <a:pt x="236" y="96"/>
                </a:lnTo>
                <a:lnTo>
                  <a:pt x="237" y="97"/>
                </a:lnTo>
                <a:lnTo>
                  <a:pt x="237" y="98"/>
                </a:lnTo>
                <a:lnTo>
                  <a:pt x="238" y="97"/>
                </a:lnTo>
                <a:lnTo>
                  <a:pt x="240" y="99"/>
                </a:lnTo>
                <a:lnTo>
                  <a:pt x="240" y="100"/>
                </a:lnTo>
                <a:lnTo>
                  <a:pt x="239" y="101"/>
                </a:lnTo>
                <a:lnTo>
                  <a:pt x="238" y="101"/>
                </a:lnTo>
                <a:lnTo>
                  <a:pt x="238" y="102"/>
                </a:lnTo>
                <a:lnTo>
                  <a:pt x="238" y="103"/>
                </a:lnTo>
                <a:lnTo>
                  <a:pt x="237" y="104"/>
                </a:lnTo>
                <a:lnTo>
                  <a:pt x="236" y="104"/>
                </a:lnTo>
                <a:lnTo>
                  <a:pt x="234" y="105"/>
                </a:lnTo>
                <a:lnTo>
                  <a:pt x="233" y="105"/>
                </a:lnTo>
                <a:lnTo>
                  <a:pt x="232" y="105"/>
                </a:lnTo>
                <a:lnTo>
                  <a:pt x="232" y="106"/>
                </a:lnTo>
                <a:lnTo>
                  <a:pt x="231" y="107"/>
                </a:lnTo>
                <a:lnTo>
                  <a:pt x="230" y="107"/>
                </a:lnTo>
                <a:lnTo>
                  <a:pt x="230" y="106"/>
                </a:lnTo>
                <a:lnTo>
                  <a:pt x="229" y="106"/>
                </a:lnTo>
                <a:lnTo>
                  <a:pt x="228" y="106"/>
                </a:lnTo>
                <a:lnTo>
                  <a:pt x="228" y="107"/>
                </a:lnTo>
                <a:lnTo>
                  <a:pt x="227" y="107"/>
                </a:lnTo>
                <a:lnTo>
                  <a:pt x="226" y="107"/>
                </a:lnTo>
                <a:lnTo>
                  <a:pt x="226" y="108"/>
                </a:lnTo>
                <a:lnTo>
                  <a:pt x="225" y="109"/>
                </a:lnTo>
                <a:lnTo>
                  <a:pt x="225" y="110"/>
                </a:lnTo>
                <a:lnTo>
                  <a:pt x="225" y="111"/>
                </a:lnTo>
                <a:lnTo>
                  <a:pt x="226" y="112"/>
                </a:lnTo>
                <a:lnTo>
                  <a:pt x="227" y="112"/>
                </a:lnTo>
                <a:lnTo>
                  <a:pt x="227" y="113"/>
                </a:lnTo>
                <a:lnTo>
                  <a:pt x="228" y="114"/>
                </a:lnTo>
                <a:lnTo>
                  <a:pt x="228" y="115"/>
                </a:lnTo>
                <a:lnTo>
                  <a:pt x="228" y="117"/>
                </a:lnTo>
                <a:lnTo>
                  <a:pt x="229" y="117"/>
                </a:lnTo>
                <a:lnTo>
                  <a:pt x="229" y="118"/>
                </a:lnTo>
                <a:lnTo>
                  <a:pt x="229" y="119"/>
                </a:lnTo>
                <a:lnTo>
                  <a:pt x="229" y="120"/>
                </a:lnTo>
                <a:lnTo>
                  <a:pt x="230" y="120"/>
                </a:lnTo>
                <a:lnTo>
                  <a:pt x="230" y="121"/>
                </a:lnTo>
                <a:lnTo>
                  <a:pt x="231" y="122"/>
                </a:lnTo>
                <a:lnTo>
                  <a:pt x="231" y="123"/>
                </a:lnTo>
                <a:lnTo>
                  <a:pt x="233" y="123"/>
                </a:lnTo>
                <a:lnTo>
                  <a:pt x="234" y="124"/>
                </a:lnTo>
                <a:lnTo>
                  <a:pt x="235" y="124"/>
                </a:lnTo>
                <a:lnTo>
                  <a:pt x="236" y="126"/>
                </a:lnTo>
                <a:lnTo>
                  <a:pt x="237" y="127"/>
                </a:lnTo>
                <a:lnTo>
                  <a:pt x="238" y="128"/>
                </a:lnTo>
                <a:lnTo>
                  <a:pt x="239" y="130"/>
                </a:lnTo>
                <a:lnTo>
                  <a:pt x="240" y="130"/>
                </a:lnTo>
                <a:lnTo>
                  <a:pt x="240" y="131"/>
                </a:lnTo>
                <a:lnTo>
                  <a:pt x="241" y="132"/>
                </a:lnTo>
                <a:lnTo>
                  <a:pt x="240" y="132"/>
                </a:lnTo>
                <a:lnTo>
                  <a:pt x="239" y="135"/>
                </a:lnTo>
                <a:lnTo>
                  <a:pt x="238" y="135"/>
                </a:lnTo>
                <a:lnTo>
                  <a:pt x="238" y="136"/>
                </a:lnTo>
                <a:lnTo>
                  <a:pt x="239" y="136"/>
                </a:lnTo>
                <a:lnTo>
                  <a:pt x="241" y="137"/>
                </a:lnTo>
                <a:lnTo>
                  <a:pt x="242" y="138"/>
                </a:lnTo>
                <a:lnTo>
                  <a:pt x="243" y="138"/>
                </a:lnTo>
                <a:lnTo>
                  <a:pt x="244" y="138"/>
                </a:lnTo>
                <a:lnTo>
                  <a:pt x="244" y="139"/>
                </a:lnTo>
                <a:lnTo>
                  <a:pt x="245" y="139"/>
                </a:lnTo>
                <a:lnTo>
                  <a:pt x="247" y="139"/>
                </a:lnTo>
                <a:lnTo>
                  <a:pt x="248" y="139"/>
                </a:lnTo>
                <a:lnTo>
                  <a:pt x="249" y="139"/>
                </a:lnTo>
                <a:lnTo>
                  <a:pt x="250" y="139"/>
                </a:lnTo>
                <a:lnTo>
                  <a:pt x="251" y="139"/>
                </a:lnTo>
                <a:lnTo>
                  <a:pt x="251" y="140"/>
                </a:lnTo>
                <a:lnTo>
                  <a:pt x="251" y="141"/>
                </a:lnTo>
                <a:lnTo>
                  <a:pt x="250" y="141"/>
                </a:lnTo>
                <a:lnTo>
                  <a:pt x="251" y="141"/>
                </a:lnTo>
                <a:lnTo>
                  <a:pt x="251" y="143"/>
                </a:lnTo>
                <a:lnTo>
                  <a:pt x="250" y="144"/>
                </a:lnTo>
                <a:lnTo>
                  <a:pt x="249" y="144"/>
                </a:lnTo>
                <a:lnTo>
                  <a:pt x="249" y="145"/>
                </a:lnTo>
                <a:lnTo>
                  <a:pt x="249" y="146"/>
                </a:lnTo>
                <a:lnTo>
                  <a:pt x="250" y="146"/>
                </a:lnTo>
                <a:lnTo>
                  <a:pt x="250" y="147"/>
                </a:lnTo>
                <a:lnTo>
                  <a:pt x="251" y="147"/>
                </a:lnTo>
                <a:lnTo>
                  <a:pt x="251" y="148"/>
                </a:lnTo>
                <a:lnTo>
                  <a:pt x="251" y="149"/>
                </a:lnTo>
                <a:lnTo>
                  <a:pt x="251" y="150"/>
                </a:lnTo>
                <a:lnTo>
                  <a:pt x="251" y="151"/>
                </a:lnTo>
                <a:lnTo>
                  <a:pt x="251" y="152"/>
                </a:lnTo>
                <a:lnTo>
                  <a:pt x="250" y="152"/>
                </a:lnTo>
                <a:lnTo>
                  <a:pt x="251" y="154"/>
                </a:lnTo>
                <a:lnTo>
                  <a:pt x="252" y="154"/>
                </a:lnTo>
                <a:lnTo>
                  <a:pt x="253" y="154"/>
                </a:lnTo>
                <a:lnTo>
                  <a:pt x="254" y="154"/>
                </a:lnTo>
                <a:lnTo>
                  <a:pt x="254" y="153"/>
                </a:lnTo>
                <a:lnTo>
                  <a:pt x="254" y="152"/>
                </a:lnTo>
                <a:lnTo>
                  <a:pt x="254" y="151"/>
                </a:lnTo>
                <a:lnTo>
                  <a:pt x="256" y="151"/>
                </a:lnTo>
                <a:lnTo>
                  <a:pt x="256" y="150"/>
                </a:lnTo>
                <a:lnTo>
                  <a:pt x="257" y="150"/>
                </a:lnTo>
                <a:lnTo>
                  <a:pt x="258" y="151"/>
                </a:lnTo>
                <a:lnTo>
                  <a:pt x="258" y="149"/>
                </a:lnTo>
                <a:lnTo>
                  <a:pt x="259" y="148"/>
                </a:lnTo>
                <a:lnTo>
                  <a:pt x="260" y="147"/>
                </a:lnTo>
                <a:lnTo>
                  <a:pt x="261" y="146"/>
                </a:lnTo>
                <a:lnTo>
                  <a:pt x="261" y="144"/>
                </a:lnTo>
                <a:lnTo>
                  <a:pt x="261" y="142"/>
                </a:lnTo>
                <a:lnTo>
                  <a:pt x="262" y="142"/>
                </a:lnTo>
                <a:lnTo>
                  <a:pt x="262" y="141"/>
                </a:lnTo>
                <a:lnTo>
                  <a:pt x="263" y="141"/>
                </a:lnTo>
                <a:lnTo>
                  <a:pt x="263" y="140"/>
                </a:lnTo>
                <a:lnTo>
                  <a:pt x="263" y="139"/>
                </a:lnTo>
                <a:lnTo>
                  <a:pt x="264" y="139"/>
                </a:lnTo>
                <a:lnTo>
                  <a:pt x="265" y="139"/>
                </a:lnTo>
                <a:lnTo>
                  <a:pt x="266" y="140"/>
                </a:lnTo>
                <a:lnTo>
                  <a:pt x="267" y="140"/>
                </a:lnTo>
                <a:lnTo>
                  <a:pt x="268" y="140"/>
                </a:lnTo>
                <a:lnTo>
                  <a:pt x="268" y="141"/>
                </a:lnTo>
                <a:lnTo>
                  <a:pt x="269" y="141"/>
                </a:lnTo>
                <a:lnTo>
                  <a:pt x="270" y="141"/>
                </a:lnTo>
                <a:lnTo>
                  <a:pt x="270" y="142"/>
                </a:lnTo>
                <a:lnTo>
                  <a:pt x="270" y="143"/>
                </a:lnTo>
                <a:lnTo>
                  <a:pt x="271" y="144"/>
                </a:lnTo>
                <a:lnTo>
                  <a:pt x="272" y="143"/>
                </a:lnTo>
                <a:lnTo>
                  <a:pt x="272" y="144"/>
                </a:lnTo>
                <a:lnTo>
                  <a:pt x="273" y="144"/>
                </a:lnTo>
                <a:lnTo>
                  <a:pt x="273" y="145"/>
                </a:lnTo>
                <a:lnTo>
                  <a:pt x="274" y="144"/>
                </a:lnTo>
                <a:lnTo>
                  <a:pt x="274" y="143"/>
                </a:lnTo>
                <a:lnTo>
                  <a:pt x="275" y="143"/>
                </a:lnTo>
                <a:lnTo>
                  <a:pt x="276" y="143"/>
                </a:lnTo>
                <a:lnTo>
                  <a:pt x="277" y="142"/>
                </a:lnTo>
                <a:lnTo>
                  <a:pt x="278" y="141"/>
                </a:lnTo>
                <a:lnTo>
                  <a:pt x="278" y="140"/>
                </a:lnTo>
                <a:lnTo>
                  <a:pt x="279" y="140"/>
                </a:lnTo>
                <a:lnTo>
                  <a:pt x="279" y="139"/>
                </a:lnTo>
                <a:lnTo>
                  <a:pt x="279" y="138"/>
                </a:lnTo>
                <a:lnTo>
                  <a:pt x="280" y="136"/>
                </a:lnTo>
                <a:lnTo>
                  <a:pt x="281" y="135"/>
                </a:lnTo>
                <a:lnTo>
                  <a:pt x="281" y="134"/>
                </a:lnTo>
                <a:lnTo>
                  <a:pt x="282" y="134"/>
                </a:lnTo>
                <a:lnTo>
                  <a:pt x="283" y="134"/>
                </a:lnTo>
                <a:lnTo>
                  <a:pt x="283" y="135"/>
                </a:lnTo>
                <a:lnTo>
                  <a:pt x="283" y="134"/>
                </a:lnTo>
                <a:lnTo>
                  <a:pt x="284" y="134"/>
                </a:lnTo>
                <a:lnTo>
                  <a:pt x="285" y="133"/>
                </a:lnTo>
                <a:lnTo>
                  <a:pt x="286" y="135"/>
                </a:lnTo>
                <a:lnTo>
                  <a:pt x="287" y="136"/>
                </a:lnTo>
                <a:lnTo>
                  <a:pt x="287" y="137"/>
                </a:lnTo>
                <a:lnTo>
                  <a:pt x="288" y="138"/>
                </a:lnTo>
                <a:lnTo>
                  <a:pt x="287" y="138"/>
                </a:lnTo>
                <a:lnTo>
                  <a:pt x="287" y="139"/>
                </a:lnTo>
                <a:lnTo>
                  <a:pt x="288" y="139"/>
                </a:lnTo>
                <a:lnTo>
                  <a:pt x="289" y="140"/>
                </a:lnTo>
                <a:lnTo>
                  <a:pt x="289" y="141"/>
                </a:lnTo>
                <a:lnTo>
                  <a:pt x="288" y="142"/>
                </a:lnTo>
                <a:lnTo>
                  <a:pt x="288" y="143"/>
                </a:lnTo>
                <a:lnTo>
                  <a:pt x="288" y="144"/>
                </a:lnTo>
                <a:lnTo>
                  <a:pt x="287" y="144"/>
                </a:lnTo>
                <a:lnTo>
                  <a:pt x="287" y="145"/>
                </a:lnTo>
                <a:lnTo>
                  <a:pt x="288" y="146"/>
                </a:lnTo>
                <a:lnTo>
                  <a:pt x="289" y="147"/>
                </a:lnTo>
                <a:lnTo>
                  <a:pt x="290" y="147"/>
                </a:lnTo>
                <a:lnTo>
                  <a:pt x="290" y="148"/>
                </a:lnTo>
                <a:lnTo>
                  <a:pt x="291" y="149"/>
                </a:lnTo>
                <a:lnTo>
                  <a:pt x="292" y="149"/>
                </a:lnTo>
                <a:lnTo>
                  <a:pt x="292" y="150"/>
                </a:lnTo>
                <a:lnTo>
                  <a:pt x="294" y="151"/>
                </a:lnTo>
                <a:lnTo>
                  <a:pt x="294" y="152"/>
                </a:lnTo>
                <a:lnTo>
                  <a:pt x="294" y="153"/>
                </a:lnTo>
                <a:lnTo>
                  <a:pt x="294" y="155"/>
                </a:lnTo>
                <a:lnTo>
                  <a:pt x="294" y="156"/>
                </a:lnTo>
                <a:lnTo>
                  <a:pt x="294" y="157"/>
                </a:lnTo>
                <a:lnTo>
                  <a:pt x="295" y="157"/>
                </a:lnTo>
                <a:lnTo>
                  <a:pt x="295" y="158"/>
                </a:lnTo>
                <a:lnTo>
                  <a:pt x="297" y="158"/>
                </a:lnTo>
                <a:lnTo>
                  <a:pt x="299" y="158"/>
                </a:lnTo>
                <a:lnTo>
                  <a:pt x="300" y="158"/>
                </a:lnTo>
                <a:lnTo>
                  <a:pt x="300" y="159"/>
                </a:lnTo>
                <a:lnTo>
                  <a:pt x="301" y="159"/>
                </a:lnTo>
                <a:lnTo>
                  <a:pt x="300" y="159"/>
                </a:lnTo>
                <a:lnTo>
                  <a:pt x="300" y="160"/>
                </a:lnTo>
                <a:lnTo>
                  <a:pt x="299" y="160"/>
                </a:lnTo>
                <a:lnTo>
                  <a:pt x="299" y="161"/>
                </a:lnTo>
                <a:lnTo>
                  <a:pt x="299" y="162"/>
                </a:lnTo>
                <a:lnTo>
                  <a:pt x="300" y="162"/>
                </a:lnTo>
                <a:lnTo>
                  <a:pt x="301" y="162"/>
                </a:lnTo>
                <a:lnTo>
                  <a:pt x="300" y="162"/>
                </a:lnTo>
                <a:lnTo>
                  <a:pt x="300" y="163"/>
                </a:lnTo>
                <a:lnTo>
                  <a:pt x="299" y="164"/>
                </a:lnTo>
                <a:lnTo>
                  <a:pt x="299" y="165"/>
                </a:lnTo>
                <a:lnTo>
                  <a:pt x="300" y="165"/>
                </a:lnTo>
                <a:lnTo>
                  <a:pt x="300" y="164"/>
                </a:lnTo>
                <a:lnTo>
                  <a:pt x="301" y="164"/>
                </a:lnTo>
                <a:lnTo>
                  <a:pt x="301" y="166"/>
                </a:lnTo>
                <a:lnTo>
                  <a:pt x="301" y="167"/>
                </a:lnTo>
                <a:lnTo>
                  <a:pt x="302" y="167"/>
                </a:lnTo>
                <a:lnTo>
                  <a:pt x="303" y="169"/>
                </a:lnTo>
                <a:lnTo>
                  <a:pt x="304" y="169"/>
                </a:lnTo>
                <a:lnTo>
                  <a:pt x="304" y="170"/>
                </a:lnTo>
                <a:lnTo>
                  <a:pt x="304" y="171"/>
                </a:lnTo>
                <a:lnTo>
                  <a:pt x="305" y="173"/>
                </a:lnTo>
                <a:lnTo>
                  <a:pt x="306" y="173"/>
                </a:lnTo>
                <a:lnTo>
                  <a:pt x="306" y="174"/>
                </a:lnTo>
                <a:lnTo>
                  <a:pt x="306" y="175"/>
                </a:lnTo>
                <a:lnTo>
                  <a:pt x="306" y="177"/>
                </a:lnTo>
                <a:lnTo>
                  <a:pt x="306" y="178"/>
                </a:lnTo>
                <a:lnTo>
                  <a:pt x="306" y="179"/>
                </a:lnTo>
                <a:lnTo>
                  <a:pt x="305" y="181"/>
                </a:lnTo>
                <a:lnTo>
                  <a:pt x="306" y="181"/>
                </a:lnTo>
                <a:lnTo>
                  <a:pt x="306" y="180"/>
                </a:lnTo>
                <a:lnTo>
                  <a:pt x="307" y="180"/>
                </a:lnTo>
                <a:lnTo>
                  <a:pt x="307" y="179"/>
                </a:lnTo>
                <a:lnTo>
                  <a:pt x="308" y="180"/>
                </a:lnTo>
                <a:lnTo>
                  <a:pt x="309" y="181"/>
                </a:lnTo>
                <a:lnTo>
                  <a:pt x="310" y="182"/>
                </a:lnTo>
                <a:lnTo>
                  <a:pt x="310" y="183"/>
                </a:lnTo>
                <a:lnTo>
                  <a:pt x="310" y="184"/>
                </a:lnTo>
                <a:lnTo>
                  <a:pt x="311" y="187"/>
                </a:lnTo>
                <a:lnTo>
                  <a:pt x="313" y="189"/>
                </a:lnTo>
                <a:lnTo>
                  <a:pt x="313" y="190"/>
                </a:lnTo>
                <a:lnTo>
                  <a:pt x="314" y="190"/>
                </a:lnTo>
                <a:lnTo>
                  <a:pt x="314" y="191"/>
                </a:lnTo>
                <a:lnTo>
                  <a:pt x="314" y="192"/>
                </a:lnTo>
                <a:lnTo>
                  <a:pt x="315" y="192"/>
                </a:lnTo>
                <a:lnTo>
                  <a:pt x="316" y="193"/>
                </a:lnTo>
                <a:lnTo>
                  <a:pt x="316" y="194"/>
                </a:lnTo>
                <a:lnTo>
                  <a:pt x="315" y="195"/>
                </a:lnTo>
                <a:lnTo>
                  <a:pt x="315" y="196"/>
                </a:lnTo>
                <a:lnTo>
                  <a:pt x="316" y="196"/>
                </a:lnTo>
                <a:lnTo>
                  <a:pt x="317" y="198"/>
                </a:lnTo>
                <a:lnTo>
                  <a:pt x="317" y="199"/>
                </a:lnTo>
                <a:lnTo>
                  <a:pt x="317" y="200"/>
                </a:lnTo>
                <a:lnTo>
                  <a:pt x="316" y="200"/>
                </a:lnTo>
                <a:lnTo>
                  <a:pt x="317" y="201"/>
                </a:lnTo>
                <a:lnTo>
                  <a:pt x="318" y="202"/>
                </a:lnTo>
                <a:lnTo>
                  <a:pt x="318" y="203"/>
                </a:lnTo>
                <a:lnTo>
                  <a:pt x="318" y="204"/>
                </a:lnTo>
                <a:lnTo>
                  <a:pt x="318" y="205"/>
                </a:lnTo>
                <a:lnTo>
                  <a:pt x="318" y="206"/>
                </a:lnTo>
                <a:lnTo>
                  <a:pt x="319" y="206"/>
                </a:lnTo>
                <a:lnTo>
                  <a:pt x="319" y="207"/>
                </a:lnTo>
                <a:lnTo>
                  <a:pt x="321" y="208"/>
                </a:lnTo>
                <a:lnTo>
                  <a:pt x="322" y="208"/>
                </a:lnTo>
                <a:lnTo>
                  <a:pt x="322" y="207"/>
                </a:lnTo>
                <a:lnTo>
                  <a:pt x="323" y="207"/>
                </a:lnTo>
                <a:lnTo>
                  <a:pt x="324" y="207"/>
                </a:lnTo>
                <a:lnTo>
                  <a:pt x="325" y="207"/>
                </a:lnTo>
                <a:lnTo>
                  <a:pt x="327" y="207"/>
                </a:lnTo>
                <a:lnTo>
                  <a:pt x="328" y="208"/>
                </a:lnTo>
                <a:lnTo>
                  <a:pt x="329" y="208"/>
                </a:lnTo>
                <a:lnTo>
                  <a:pt x="329" y="207"/>
                </a:lnTo>
                <a:lnTo>
                  <a:pt x="330" y="208"/>
                </a:lnTo>
                <a:lnTo>
                  <a:pt x="330" y="210"/>
                </a:lnTo>
                <a:lnTo>
                  <a:pt x="329" y="211"/>
                </a:lnTo>
                <a:lnTo>
                  <a:pt x="329" y="212"/>
                </a:lnTo>
                <a:lnTo>
                  <a:pt x="329" y="213"/>
                </a:lnTo>
                <a:lnTo>
                  <a:pt x="328" y="214"/>
                </a:lnTo>
                <a:lnTo>
                  <a:pt x="328" y="215"/>
                </a:lnTo>
                <a:lnTo>
                  <a:pt x="327" y="217"/>
                </a:lnTo>
                <a:lnTo>
                  <a:pt x="328" y="217"/>
                </a:lnTo>
                <a:lnTo>
                  <a:pt x="328" y="218"/>
                </a:lnTo>
                <a:lnTo>
                  <a:pt x="328" y="220"/>
                </a:lnTo>
                <a:lnTo>
                  <a:pt x="327" y="220"/>
                </a:lnTo>
                <a:lnTo>
                  <a:pt x="327" y="221"/>
                </a:lnTo>
                <a:lnTo>
                  <a:pt x="327" y="222"/>
                </a:lnTo>
                <a:lnTo>
                  <a:pt x="327" y="223"/>
                </a:lnTo>
                <a:lnTo>
                  <a:pt x="327" y="224"/>
                </a:lnTo>
                <a:lnTo>
                  <a:pt x="326" y="225"/>
                </a:lnTo>
                <a:lnTo>
                  <a:pt x="328" y="226"/>
                </a:lnTo>
                <a:lnTo>
                  <a:pt x="328" y="227"/>
                </a:lnTo>
                <a:lnTo>
                  <a:pt x="329" y="227"/>
                </a:lnTo>
                <a:lnTo>
                  <a:pt x="330" y="227"/>
                </a:lnTo>
                <a:lnTo>
                  <a:pt x="331" y="227"/>
                </a:lnTo>
                <a:lnTo>
                  <a:pt x="331" y="228"/>
                </a:lnTo>
                <a:lnTo>
                  <a:pt x="332" y="229"/>
                </a:lnTo>
                <a:lnTo>
                  <a:pt x="333" y="229"/>
                </a:lnTo>
                <a:lnTo>
                  <a:pt x="333" y="228"/>
                </a:lnTo>
                <a:lnTo>
                  <a:pt x="334" y="229"/>
                </a:lnTo>
                <a:lnTo>
                  <a:pt x="335" y="229"/>
                </a:lnTo>
                <a:lnTo>
                  <a:pt x="335" y="230"/>
                </a:lnTo>
                <a:lnTo>
                  <a:pt x="334" y="231"/>
                </a:lnTo>
                <a:lnTo>
                  <a:pt x="334" y="232"/>
                </a:lnTo>
                <a:lnTo>
                  <a:pt x="335" y="232"/>
                </a:lnTo>
                <a:lnTo>
                  <a:pt x="337" y="232"/>
                </a:lnTo>
                <a:lnTo>
                  <a:pt x="338" y="232"/>
                </a:lnTo>
                <a:lnTo>
                  <a:pt x="338" y="233"/>
                </a:lnTo>
                <a:lnTo>
                  <a:pt x="338" y="234"/>
                </a:lnTo>
                <a:lnTo>
                  <a:pt x="337" y="234"/>
                </a:lnTo>
                <a:lnTo>
                  <a:pt x="337" y="235"/>
                </a:lnTo>
                <a:lnTo>
                  <a:pt x="337" y="236"/>
                </a:lnTo>
                <a:lnTo>
                  <a:pt x="338" y="236"/>
                </a:lnTo>
                <a:lnTo>
                  <a:pt x="338" y="237"/>
                </a:lnTo>
                <a:lnTo>
                  <a:pt x="338" y="238"/>
                </a:lnTo>
                <a:lnTo>
                  <a:pt x="339" y="238"/>
                </a:lnTo>
                <a:lnTo>
                  <a:pt x="340" y="238"/>
                </a:lnTo>
                <a:lnTo>
                  <a:pt x="341" y="238"/>
                </a:lnTo>
                <a:lnTo>
                  <a:pt x="342" y="238"/>
                </a:lnTo>
                <a:lnTo>
                  <a:pt x="343" y="239"/>
                </a:lnTo>
                <a:lnTo>
                  <a:pt x="345" y="240"/>
                </a:lnTo>
                <a:lnTo>
                  <a:pt x="346" y="239"/>
                </a:lnTo>
                <a:lnTo>
                  <a:pt x="347" y="240"/>
                </a:lnTo>
                <a:lnTo>
                  <a:pt x="347" y="241"/>
                </a:lnTo>
                <a:lnTo>
                  <a:pt x="348" y="241"/>
                </a:lnTo>
                <a:lnTo>
                  <a:pt x="348" y="242"/>
                </a:lnTo>
                <a:lnTo>
                  <a:pt x="349" y="242"/>
                </a:lnTo>
                <a:lnTo>
                  <a:pt x="349" y="243"/>
                </a:lnTo>
                <a:lnTo>
                  <a:pt x="350" y="244"/>
                </a:lnTo>
                <a:lnTo>
                  <a:pt x="350" y="245"/>
                </a:lnTo>
                <a:lnTo>
                  <a:pt x="350" y="246"/>
                </a:lnTo>
                <a:lnTo>
                  <a:pt x="349" y="247"/>
                </a:lnTo>
                <a:lnTo>
                  <a:pt x="349" y="248"/>
                </a:lnTo>
                <a:lnTo>
                  <a:pt x="348" y="248"/>
                </a:lnTo>
                <a:lnTo>
                  <a:pt x="348" y="249"/>
                </a:lnTo>
                <a:lnTo>
                  <a:pt x="349" y="249"/>
                </a:lnTo>
                <a:lnTo>
                  <a:pt x="348" y="249"/>
                </a:lnTo>
                <a:lnTo>
                  <a:pt x="348" y="250"/>
                </a:lnTo>
                <a:lnTo>
                  <a:pt x="347" y="250"/>
                </a:lnTo>
                <a:lnTo>
                  <a:pt x="347" y="251"/>
                </a:lnTo>
                <a:lnTo>
                  <a:pt x="346" y="251"/>
                </a:lnTo>
                <a:lnTo>
                  <a:pt x="346" y="252"/>
                </a:lnTo>
                <a:lnTo>
                  <a:pt x="347" y="252"/>
                </a:lnTo>
                <a:lnTo>
                  <a:pt x="348" y="252"/>
                </a:lnTo>
                <a:lnTo>
                  <a:pt x="348" y="253"/>
                </a:lnTo>
                <a:lnTo>
                  <a:pt x="349" y="253"/>
                </a:lnTo>
                <a:lnTo>
                  <a:pt x="349" y="254"/>
                </a:lnTo>
                <a:lnTo>
                  <a:pt x="350" y="255"/>
                </a:lnTo>
                <a:lnTo>
                  <a:pt x="350" y="256"/>
                </a:lnTo>
                <a:lnTo>
                  <a:pt x="349" y="256"/>
                </a:lnTo>
                <a:lnTo>
                  <a:pt x="350" y="256"/>
                </a:lnTo>
                <a:lnTo>
                  <a:pt x="352" y="256"/>
                </a:lnTo>
                <a:lnTo>
                  <a:pt x="352" y="255"/>
                </a:lnTo>
                <a:lnTo>
                  <a:pt x="353" y="255"/>
                </a:lnTo>
                <a:lnTo>
                  <a:pt x="353" y="254"/>
                </a:lnTo>
                <a:lnTo>
                  <a:pt x="354" y="255"/>
                </a:lnTo>
                <a:lnTo>
                  <a:pt x="355" y="255"/>
                </a:lnTo>
                <a:lnTo>
                  <a:pt x="356" y="254"/>
                </a:lnTo>
                <a:lnTo>
                  <a:pt x="356" y="253"/>
                </a:lnTo>
                <a:lnTo>
                  <a:pt x="355" y="253"/>
                </a:lnTo>
                <a:lnTo>
                  <a:pt x="355" y="252"/>
                </a:lnTo>
                <a:lnTo>
                  <a:pt x="354" y="252"/>
                </a:lnTo>
                <a:lnTo>
                  <a:pt x="354" y="251"/>
                </a:lnTo>
                <a:lnTo>
                  <a:pt x="354" y="250"/>
                </a:lnTo>
                <a:lnTo>
                  <a:pt x="355" y="250"/>
                </a:lnTo>
                <a:lnTo>
                  <a:pt x="356" y="250"/>
                </a:lnTo>
                <a:lnTo>
                  <a:pt x="357" y="250"/>
                </a:lnTo>
                <a:lnTo>
                  <a:pt x="358" y="250"/>
                </a:lnTo>
                <a:lnTo>
                  <a:pt x="358" y="251"/>
                </a:lnTo>
                <a:lnTo>
                  <a:pt x="359" y="251"/>
                </a:lnTo>
                <a:lnTo>
                  <a:pt x="360" y="251"/>
                </a:lnTo>
                <a:lnTo>
                  <a:pt x="360" y="252"/>
                </a:lnTo>
                <a:lnTo>
                  <a:pt x="360" y="253"/>
                </a:lnTo>
                <a:lnTo>
                  <a:pt x="359" y="253"/>
                </a:lnTo>
                <a:lnTo>
                  <a:pt x="358" y="254"/>
                </a:lnTo>
                <a:lnTo>
                  <a:pt x="359" y="254"/>
                </a:lnTo>
                <a:lnTo>
                  <a:pt x="359" y="255"/>
                </a:lnTo>
                <a:lnTo>
                  <a:pt x="359" y="256"/>
                </a:lnTo>
                <a:lnTo>
                  <a:pt x="358" y="256"/>
                </a:lnTo>
                <a:lnTo>
                  <a:pt x="357" y="256"/>
                </a:lnTo>
                <a:lnTo>
                  <a:pt x="357" y="257"/>
                </a:lnTo>
                <a:lnTo>
                  <a:pt x="356" y="257"/>
                </a:lnTo>
                <a:lnTo>
                  <a:pt x="355" y="258"/>
                </a:lnTo>
                <a:lnTo>
                  <a:pt x="355" y="259"/>
                </a:lnTo>
                <a:lnTo>
                  <a:pt x="355" y="260"/>
                </a:lnTo>
                <a:lnTo>
                  <a:pt x="356" y="260"/>
                </a:lnTo>
                <a:lnTo>
                  <a:pt x="357" y="260"/>
                </a:lnTo>
                <a:lnTo>
                  <a:pt x="357" y="261"/>
                </a:lnTo>
                <a:lnTo>
                  <a:pt x="357" y="263"/>
                </a:lnTo>
                <a:lnTo>
                  <a:pt x="356" y="264"/>
                </a:lnTo>
                <a:lnTo>
                  <a:pt x="356" y="265"/>
                </a:lnTo>
                <a:lnTo>
                  <a:pt x="356" y="266"/>
                </a:lnTo>
                <a:lnTo>
                  <a:pt x="356" y="267"/>
                </a:lnTo>
                <a:lnTo>
                  <a:pt x="356" y="268"/>
                </a:lnTo>
                <a:lnTo>
                  <a:pt x="355" y="268"/>
                </a:lnTo>
                <a:lnTo>
                  <a:pt x="355" y="269"/>
                </a:lnTo>
                <a:lnTo>
                  <a:pt x="354" y="268"/>
                </a:lnTo>
                <a:lnTo>
                  <a:pt x="353" y="268"/>
                </a:lnTo>
                <a:lnTo>
                  <a:pt x="353" y="269"/>
                </a:lnTo>
                <a:lnTo>
                  <a:pt x="352" y="269"/>
                </a:lnTo>
                <a:lnTo>
                  <a:pt x="352" y="268"/>
                </a:lnTo>
                <a:lnTo>
                  <a:pt x="351" y="268"/>
                </a:lnTo>
                <a:lnTo>
                  <a:pt x="350" y="268"/>
                </a:lnTo>
                <a:lnTo>
                  <a:pt x="350" y="269"/>
                </a:lnTo>
                <a:lnTo>
                  <a:pt x="350" y="271"/>
                </a:lnTo>
                <a:lnTo>
                  <a:pt x="350" y="272"/>
                </a:lnTo>
                <a:lnTo>
                  <a:pt x="350" y="273"/>
                </a:lnTo>
                <a:lnTo>
                  <a:pt x="350" y="274"/>
                </a:lnTo>
                <a:lnTo>
                  <a:pt x="350" y="275"/>
                </a:lnTo>
                <a:lnTo>
                  <a:pt x="351" y="274"/>
                </a:lnTo>
                <a:lnTo>
                  <a:pt x="352" y="274"/>
                </a:lnTo>
                <a:lnTo>
                  <a:pt x="352" y="275"/>
                </a:lnTo>
                <a:lnTo>
                  <a:pt x="352" y="276"/>
                </a:lnTo>
                <a:lnTo>
                  <a:pt x="353" y="276"/>
                </a:lnTo>
                <a:lnTo>
                  <a:pt x="353" y="275"/>
                </a:lnTo>
                <a:lnTo>
                  <a:pt x="354" y="275"/>
                </a:lnTo>
                <a:lnTo>
                  <a:pt x="354" y="276"/>
                </a:lnTo>
                <a:lnTo>
                  <a:pt x="354" y="277"/>
                </a:lnTo>
                <a:lnTo>
                  <a:pt x="354" y="278"/>
                </a:lnTo>
                <a:lnTo>
                  <a:pt x="355" y="279"/>
                </a:lnTo>
                <a:lnTo>
                  <a:pt x="358" y="279"/>
                </a:lnTo>
                <a:lnTo>
                  <a:pt x="359" y="279"/>
                </a:lnTo>
                <a:lnTo>
                  <a:pt x="360" y="279"/>
                </a:lnTo>
                <a:lnTo>
                  <a:pt x="361" y="280"/>
                </a:lnTo>
                <a:lnTo>
                  <a:pt x="362" y="282"/>
                </a:lnTo>
                <a:lnTo>
                  <a:pt x="363" y="282"/>
                </a:lnTo>
                <a:lnTo>
                  <a:pt x="363" y="283"/>
                </a:lnTo>
                <a:lnTo>
                  <a:pt x="364" y="283"/>
                </a:lnTo>
                <a:lnTo>
                  <a:pt x="364" y="284"/>
                </a:lnTo>
                <a:lnTo>
                  <a:pt x="365" y="284"/>
                </a:lnTo>
                <a:lnTo>
                  <a:pt x="366" y="285"/>
                </a:lnTo>
                <a:lnTo>
                  <a:pt x="367" y="286"/>
                </a:lnTo>
                <a:lnTo>
                  <a:pt x="368" y="287"/>
                </a:lnTo>
                <a:lnTo>
                  <a:pt x="369" y="288"/>
                </a:lnTo>
                <a:lnTo>
                  <a:pt x="371" y="289"/>
                </a:lnTo>
                <a:lnTo>
                  <a:pt x="371" y="290"/>
                </a:lnTo>
                <a:lnTo>
                  <a:pt x="372" y="290"/>
                </a:lnTo>
                <a:lnTo>
                  <a:pt x="372" y="291"/>
                </a:lnTo>
                <a:lnTo>
                  <a:pt x="371" y="291"/>
                </a:lnTo>
                <a:lnTo>
                  <a:pt x="371" y="292"/>
                </a:lnTo>
                <a:lnTo>
                  <a:pt x="371" y="293"/>
                </a:lnTo>
                <a:lnTo>
                  <a:pt x="371" y="294"/>
                </a:lnTo>
                <a:lnTo>
                  <a:pt x="372" y="294"/>
                </a:lnTo>
                <a:lnTo>
                  <a:pt x="372" y="293"/>
                </a:lnTo>
                <a:lnTo>
                  <a:pt x="372" y="294"/>
                </a:lnTo>
                <a:lnTo>
                  <a:pt x="373" y="294"/>
                </a:lnTo>
                <a:lnTo>
                  <a:pt x="374" y="294"/>
                </a:lnTo>
                <a:lnTo>
                  <a:pt x="374" y="295"/>
                </a:lnTo>
                <a:lnTo>
                  <a:pt x="373" y="296"/>
                </a:lnTo>
                <a:lnTo>
                  <a:pt x="372" y="296"/>
                </a:lnTo>
                <a:lnTo>
                  <a:pt x="372" y="297"/>
                </a:lnTo>
                <a:lnTo>
                  <a:pt x="372" y="298"/>
                </a:lnTo>
                <a:lnTo>
                  <a:pt x="373" y="298"/>
                </a:lnTo>
                <a:lnTo>
                  <a:pt x="374" y="298"/>
                </a:lnTo>
                <a:lnTo>
                  <a:pt x="374" y="299"/>
                </a:lnTo>
                <a:lnTo>
                  <a:pt x="373" y="299"/>
                </a:lnTo>
                <a:lnTo>
                  <a:pt x="371" y="298"/>
                </a:lnTo>
                <a:lnTo>
                  <a:pt x="370" y="298"/>
                </a:lnTo>
                <a:lnTo>
                  <a:pt x="369" y="298"/>
                </a:lnTo>
                <a:lnTo>
                  <a:pt x="368" y="299"/>
                </a:lnTo>
                <a:lnTo>
                  <a:pt x="368" y="300"/>
                </a:lnTo>
                <a:lnTo>
                  <a:pt x="368" y="301"/>
                </a:lnTo>
                <a:lnTo>
                  <a:pt x="367" y="301"/>
                </a:lnTo>
                <a:lnTo>
                  <a:pt x="368" y="302"/>
                </a:lnTo>
                <a:lnTo>
                  <a:pt x="368" y="303"/>
                </a:lnTo>
                <a:lnTo>
                  <a:pt x="369" y="304"/>
                </a:lnTo>
                <a:lnTo>
                  <a:pt x="370" y="304"/>
                </a:lnTo>
                <a:lnTo>
                  <a:pt x="370" y="305"/>
                </a:lnTo>
                <a:lnTo>
                  <a:pt x="370" y="306"/>
                </a:lnTo>
                <a:lnTo>
                  <a:pt x="371" y="307"/>
                </a:lnTo>
                <a:lnTo>
                  <a:pt x="372" y="307"/>
                </a:lnTo>
                <a:lnTo>
                  <a:pt x="372" y="306"/>
                </a:lnTo>
                <a:lnTo>
                  <a:pt x="373" y="306"/>
                </a:lnTo>
                <a:lnTo>
                  <a:pt x="374" y="306"/>
                </a:lnTo>
                <a:lnTo>
                  <a:pt x="374" y="307"/>
                </a:lnTo>
                <a:lnTo>
                  <a:pt x="375" y="306"/>
                </a:lnTo>
                <a:lnTo>
                  <a:pt x="376" y="305"/>
                </a:lnTo>
                <a:lnTo>
                  <a:pt x="377" y="305"/>
                </a:lnTo>
                <a:lnTo>
                  <a:pt x="377" y="306"/>
                </a:lnTo>
                <a:lnTo>
                  <a:pt x="377" y="307"/>
                </a:lnTo>
                <a:lnTo>
                  <a:pt x="379" y="307"/>
                </a:lnTo>
                <a:lnTo>
                  <a:pt x="380" y="307"/>
                </a:lnTo>
                <a:lnTo>
                  <a:pt x="381" y="308"/>
                </a:lnTo>
                <a:lnTo>
                  <a:pt x="382" y="309"/>
                </a:lnTo>
                <a:lnTo>
                  <a:pt x="383" y="311"/>
                </a:lnTo>
                <a:lnTo>
                  <a:pt x="384" y="312"/>
                </a:lnTo>
                <a:lnTo>
                  <a:pt x="386" y="313"/>
                </a:lnTo>
                <a:lnTo>
                  <a:pt x="387" y="314"/>
                </a:lnTo>
                <a:lnTo>
                  <a:pt x="387" y="313"/>
                </a:lnTo>
                <a:lnTo>
                  <a:pt x="387" y="314"/>
                </a:lnTo>
                <a:lnTo>
                  <a:pt x="387" y="315"/>
                </a:lnTo>
                <a:lnTo>
                  <a:pt x="386" y="315"/>
                </a:lnTo>
                <a:lnTo>
                  <a:pt x="386" y="316"/>
                </a:lnTo>
                <a:lnTo>
                  <a:pt x="386" y="318"/>
                </a:lnTo>
                <a:lnTo>
                  <a:pt x="386" y="319"/>
                </a:lnTo>
                <a:lnTo>
                  <a:pt x="387" y="320"/>
                </a:lnTo>
                <a:lnTo>
                  <a:pt x="388" y="321"/>
                </a:lnTo>
                <a:lnTo>
                  <a:pt x="389" y="322"/>
                </a:lnTo>
                <a:lnTo>
                  <a:pt x="390" y="322"/>
                </a:lnTo>
                <a:lnTo>
                  <a:pt x="390" y="323"/>
                </a:lnTo>
                <a:lnTo>
                  <a:pt x="390" y="324"/>
                </a:lnTo>
                <a:lnTo>
                  <a:pt x="389" y="324"/>
                </a:lnTo>
                <a:lnTo>
                  <a:pt x="389" y="325"/>
                </a:lnTo>
                <a:lnTo>
                  <a:pt x="389" y="326"/>
                </a:lnTo>
                <a:lnTo>
                  <a:pt x="390" y="325"/>
                </a:lnTo>
                <a:lnTo>
                  <a:pt x="391" y="325"/>
                </a:lnTo>
                <a:lnTo>
                  <a:pt x="392" y="325"/>
                </a:lnTo>
                <a:lnTo>
                  <a:pt x="392" y="324"/>
                </a:lnTo>
                <a:lnTo>
                  <a:pt x="393" y="323"/>
                </a:lnTo>
                <a:lnTo>
                  <a:pt x="393" y="322"/>
                </a:lnTo>
                <a:lnTo>
                  <a:pt x="394" y="321"/>
                </a:lnTo>
                <a:lnTo>
                  <a:pt x="395" y="320"/>
                </a:lnTo>
                <a:lnTo>
                  <a:pt x="395" y="319"/>
                </a:lnTo>
                <a:lnTo>
                  <a:pt x="397" y="319"/>
                </a:lnTo>
                <a:lnTo>
                  <a:pt x="398" y="319"/>
                </a:lnTo>
                <a:lnTo>
                  <a:pt x="399" y="320"/>
                </a:lnTo>
                <a:lnTo>
                  <a:pt x="400" y="321"/>
                </a:lnTo>
                <a:lnTo>
                  <a:pt x="401" y="321"/>
                </a:lnTo>
                <a:lnTo>
                  <a:pt x="403" y="321"/>
                </a:lnTo>
                <a:lnTo>
                  <a:pt x="404" y="321"/>
                </a:lnTo>
                <a:lnTo>
                  <a:pt x="405" y="321"/>
                </a:lnTo>
                <a:lnTo>
                  <a:pt x="406" y="320"/>
                </a:lnTo>
                <a:lnTo>
                  <a:pt x="407" y="320"/>
                </a:lnTo>
                <a:lnTo>
                  <a:pt x="407" y="321"/>
                </a:lnTo>
                <a:lnTo>
                  <a:pt x="408" y="322"/>
                </a:lnTo>
                <a:lnTo>
                  <a:pt x="410" y="323"/>
                </a:lnTo>
                <a:lnTo>
                  <a:pt x="411" y="323"/>
                </a:lnTo>
                <a:lnTo>
                  <a:pt x="411" y="324"/>
                </a:lnTo>
                <a:lnTo>
                  <a:pt x="412" y="323"/>
                </a:lnTo>
                <a:lnTo>
                  <a:pt x="413" y="324"/>
                </a:lnTo>
                <a:lnTo>
                  <a:pt x="413" y="323"/>
                </a:lnTo>
                <a:lnTo>
                  <a:pt x="414" y="323"/>
                </a:lnTo>
                <a:lnTo>
                  <a:pt x="414" y="322"/>
                </a:lnTo>
                <a:lnTo>
                  <a:pt x="415" y="321"/>
                </a:lnTo>
                <a:lnTo>
                  <a:pt x="416" y="321"/>
                </a:lnTo>
                <a:lnTo>
                  <a:pt x="416" y="320"/>
                </a:lnTo>
                <a:lnTo>
                  <a:pt x="417" y="319"/>
                </a:lnTo>
                <a:lnTo>
                  <a:pt x="418" y="319"/>
                </a:lnTo>
                <a:lnTo>
                  <a:pt x="418" y="318"/>
                </a:lnTo>
                <a:lnTo>
                  <a:pt x="419" y="316"/>
                </a:lnTo>
                <a:lnTo>
                  <a:pt x="420" y="315"/>
                </a:lnTo>
                <a:lnTo>
                  <a:pt x="421" y="314"/>
                </a:lnTo>
                <a:lnTo>
                  <a:pt x="422" y="314"/>
                </a:lnTo>
                <a:lnTo>
                  <a:pt x="423" y="314"/>
                </a:lnTo>
                <a:lnTo>
                  <a:pt x="424" y="313"/>
                </a:lnTo>
                <a:lnTo>
                  <a:pt x="424" y="312"/>
                </a:lnTo>
                <a:lnTo>
                  <a:pt x="425" y="312"/>
                </a:lnTo>
                <a:lnTo>
                  <a:pt x="426" y="311"/>
                </a:lnTo>
                <a:lnTo>
                  <a:pt x="426" y="310"/>
                </a:lnTo>
                <a:lnTo>
                  <a:pt x="426" y="309"/>
                </a:lnTo>
                <a:lnTo>
                  <a:pt x="426" y="308"/>
                </a:lnTo>
                <a:lnTo>
                  <a:pt x="427" y="308"/>
                </a:lnTo>
                <a:lnTo>
                  <a:pt x="427" y="307"/>
                </a:lnTo>
                <a:lnTo>
                  <a:pt x="429" y="307"/>
                </a:lnTo>
                <a:lnTo>
                  <a:pt x="429" y="308"/>
                </a:lnTo>
                <a:lnTo>
                  <a:pt x="430" y="307"/>
                </a:lnTo>
                <a:lnTo>
                  <a:pt x="431" y="307"/>
                </a:lnTo>
                <a:lnTo>
                  <a:pt x="432" y="307"/>
                </a:lnTo>
                <a:lnTo>
                  <a:pt x="433" y="307"/>
                </a:lnTo>
                <a:lnTo>
                  <a:pt x="433" y="306"/>
                </a:lnTo>
                <a:lnTo>
                  <a:pt x="434" y="306"/>
                </a:lnTo>
                <a:lnTo>
                  <a:pt x="435" y="305"/>
                </a:lnTo>
                <a:lnTo>
                  <a:pt x="436" y="305"/>
                </a:lnTo>
                <a:lnTo>
                  <a:pt x="436" y="304"/>
                </a:lnTo>
                <a:lnTo>
                  <a:pt x="437" y="304"/>
                </a:lnTo>
                <a:lnTo>
                  <a:pt x="437" y="303"/>
                </a:lnTo>
                <a:lnTo>
                  <a:pt x="438" y="302"/>
                </a:lnTo>
                <a:lnTo>
                  <a:pt x="439" y="301"/>
                </a:lnTo>
                <a:lnTo>
                  <a:pt x="440" y="300"/>
                </a:lnTo>
                <a:lnTo>
                  <a:pt x="442" y="299"/>
                </a:lnTo>
                <a:lnTo>
                  <a:pt x="443" y="299"/>
                </a:lnTo>
                <a:lnTo>
                  <a:pt x="444" y="299"/>
                </a:lnTo>
                <a:lnTo>
                  <a:pt x="445" y="299"/>
                </a:lnTo>
                <a:lnTo>
                  <a:pt x="447" y="298"/>
                </a:lnTo>
                <a:lnTo>
                  <a:pt x="449" y="297"/>
                </a:lnTo>
                <a:lnTo>
                  <a:pt x="450" y="297"/>
                </a:lnTo>
                <a:lnTo>
                  <a:pt x="452" y="296"/>
                </a:lnTo>
                <a:lnTo>
                  <a:pt x="453" y="296"/>
                </a:lnTo>
                <a:lnTo>
                  <a:pt x="453" y="295"/>
                </a:lnTo>
                <a:lnTo>
                  <a:pt x="453" y="294"/>
                </a:lnTo>
                <a:lnTo>
                  <a:pt x="454" y="293"/>
                </a:lnTo>
                <a:lnTo>
                  <a:pt x="456" y="293"/>
                </a:lnTo>
                <a:lnTo>
                  <a:pt x="457" y="294"/>
                </a:lnTo>
                <a:lnTo>
                  <a:pt x="458" y="294"/>
                </a:lnTo>
                <a:lnTo>
                  <a:pt x="459" y="295"/>
                </a:lnTo>
                <a:lnTo>
                  <a:pt x="460" y="295"/>
                </a:lnTo>
                <a:lnTo>
                  <a:pt x="461" y="295"/>
                </a:lnTo>
                <a:lnTo>
                  <a:pt x="461" y="296"/>
                </a:lnTo>
                <a:lnTo>
                  <a:pt x="462" y="297"/>
                </a:lnTo>
                <a:lnTo>
                  <a:pt x="462" y="299"/>
                </a:lnTo>
                <a:lnTo>
                  <a:pt x="461" y="299"/>
                </a:lnTo>
                <a:lnTo>
                  <a:pt x="459" y="301"/>
                </a:lnTo>
                <a:lnTo>
                  <a:pt x="459" y="302"/>
                </a:lnTo>
                <a:lnTo>
                  <a:pt x="459" y="303"/>
                </a:lnTo>
                <a:lnTo>
                  <a:pt x="459" y="304"/>
                </a:lnTo>
                <a:lnTo>
                  <a:pt x="459" y="305"/>
                </a:lnTo>
                <a:lnTo>
                  <a:pt x="460" y="305"/>
                </a:lnTo>
                <a:lnTo>
                  <a:pt x="461" y="306"/>
                </a:lnTo>
                <a:lnTo>
                  <a:pt x="462" y="306"/>
                </a:lnTo>
                <a:lnTo>
                  <a:pt x="462" y="307"/>
                </a:lnTo>
                <a:lnTo>
                  <a:pt x="463" y="307"/>
                </a:lnTo>
                <a:lnTo>
                  <a:pt x="464" y="307"/>
                </a:lnTo>
                <a:lnTo>
                  <a:pt x="464" y="308"/>
                </a:lnTo>
                <a:lnTo>
                  <a:pt x="464" y="309"/>
                </a:lnTo>
                <a:lnTo>
                  <a:pt x="465" y="309"/>
                </a:lnTo>
                <a:lnTo>
                  <a:pt x="466" y="309"/>
                </a:lnTo>
                <a:lnTo>
                  <a:pt x="466" y="308"/>
                </a:lnTo>
                <a:lnTo>
                  <a:pt x="467" y="308"/>
                </a:lnTo>
                <a:lnTo>
                  <a:pt x="468" y="309"/>
                </a:lnTo>
                <a:lnTo>
                  <a:pt x="468" y="308"/>
                </a:lnTo>
                <a:lnTo>
                  <a:pt x="469" y="308"/>
                </a:lnTo>
                <a:lnTo>
                  <a:pt x="469" y="307"/>
                </a:lnTo>
                <a:lnTo>
                  <a:pt x="469" y="305"/>
                </a:lnTo>
                <a:lnTo>
                  <a:pt x="470" y="305"/>
                </a:lnTo>
                <a:lnTo>
                  <a:pt x="470" y="304"/>
                </a:lnTo>
                <a:lnTo>
                  <a:pt x="471" y="303"/>
                </a:lnTo>
                <a:lnTo>
                  <a:pt x="471" y="302"/>
                </a:lnTo>
                <a:lnTo>
                  <a:pt x="472" y="302"/>
                </a:lnTo>
                <a:lnTo>
                  <a:pt x="473" y="302"/>
                </a:lnTo>
                <a:lnTo>
                  <a:pt x="474" y="301"/>
                </a:lnTo>
                <a:lnTo>
                  <a:pt x="474" y="300"/>
                </a:lnTo>
                <a:lnTo>
                  <a:pt x="475" y="299"/>
                </a:lnTo>
                <a:lnTo>
                  <a:pt x="476" y="299"/>
                </a:lnTo>
                <a:lnTo>
                  <a:pt x="477" y="299"/>
                </a:lnTo>
                <a:lnTo>
                  <a:pt x="478" y="299"/>
                </a:lnTo>
                <a:lnTo>
                  <a:pt x="479" y="299"/>
                </a:lnTo>
                <a:lnTo>
                  <a:pt x="480" y="298"/>
                </a:lnTo>
                <a:lnTo>
                  <a:pt x="481" y="297"/>
                </a:lnTo>
                <a:lnTo>
                  <a:pt x="481" y="296"/>
                </a:lnTo>
                <a:lnTo>
                  <a:pt x="482" y="296"/>
                </a:lnTo>
                <a:lnTo>
                  <a:pt x="482" y="295"/>
                </a:lnTo>
                <a:lnTo>
                  <a:pt x="483" y="295"/>
                </a:lnTo>
                <a:lnTo>
                  <a:pt x="483" y="294"/>
                </a:lnTo>
                <a:lnTo>
                  <a:pt x="483" y="293"/>
                </a:lnTo>
                <a:lnTo>
                  <a:pt x="484" y="293"/>
                </a:lnTo>
                <a:lnTo>
                  <a:pt x="485" y="294"/>
                </a:lnTo>
                <a:lnTo>
                  <a:pt x="484" y="294"/>
                </a:lnTo>
                <a:lnTo>
                  <a:pt x="484" y="295"/>
                </a:lnTo>
                <a:lnTo>
                  <a:pt x="485" y="295"/>
                </a:lnTo>
                <a:lnTo>
                  <a:pt x="486" y="295"/>
                </a:lnTo>
                <a:lnTo>
                  <a:pt x="487" y="295"/>
                </a:lnTo>
                <a:lnTo>
                  <a:pt x="488" y="296"/>
                </a:lnTo>
                <a:lnTo>
                  <a:pt x="488" y="295"/>
                </a:lnTo>
                <a:lnTo>
                  <a:pt x="489" y="295"/>
                </a:lnTo>
                <a:lnTo>
                  <a:pt x="492" y="295"/>
                </a:lnTo>
                <a:lnTo>
                  <a:pt x="493" y="295"/>
                </a:lnTo>
                <a:lnTo>
                  <a:pt x="493" y="294"/>
                </a:lnTo>
                <a:lnTo>
                  <a:pt x="494" y="294"/>
                </a:lnTo>
                <a:lnTo>
                  <a:pt x="494" y="293"/>
                </a:lnTo>
                <a:lnTo>
                  <a:pt x="494" y="292"/>
                </a:lnTo>
                <a:lnTo>
                  <a:pt x="494" y="291"/>
                </a:lnTo>
                <a:lnTo>
                  <a:pt x="494" y="290"/>
                </a:lnTo>
                <a:lnTo>
                  <a:pt x="493" y="289"/>
                </a:lnTo>
                <a:lnTo>
                  <a:pt x="493" y="288"/>
                </a:lnTo>
                <a:lnTo>
                  <a:pt x="493" y="287"/>
                </a:lnTo>
                <a:lnTo>
                  <a:pt x="494" y="286"/>
                </a:lnTo>
                <a:lnTo>
                  <a:pt x="494" y="284"/>
                </a:lnTo>
                <a:lnTo>
                  <a:pt x="494" y="283"/>
                </a:lnTo>
                <a:lnTo>
                  <a:pt x="494" y="282"/>
                </a:lnTo>
                <a:lnTo>
                  <a:pt x="493" y="281"/>
                </a:lnTo>
                <a:lnTo>
                  <a:pt x="494" y="281"/>
                </a:lnTo>
                <a:lnTo>
                  <a:pt x="494" y="280"/>
                </a:lnTo>
                <a:lnTo>
                  <a:pt x="495" y="280"/>
                </a:lnTo>
                <a:lnTo>
                  <a:pt x="495" y="281"/>
                </a:lnTo>
                <a:lnTo>
                  <a:pt x="496" y="281"/>
                </a:lnTo>
                <a:lnTo>
                  <a:pt x="497" y="280"/>
                </a:lnTo>
                <a:lnTo>
                  <a:pt x="498" y="279"/>
                </a:lnTo>
                <a:lnTo>
                  <a:pt x="498" y="278"/>
                </a:lnTo>
                <a:lnTo>
                  <a:pt x="499" y="277"/>
                </a:lnTo>
                <a:lnTo>
                  <a:pt x="499" y="276"/>
                </a:lnTo>
                <a:lnTo>
                  <a:pt x="499" y="275"/>
                </a:lnTo>
                <a:lnTo>
                  <a:pt x="499" y="274"/>
                </a:lnTo>
                <a:lnTo>
                  <a:pt x="499" y="273"/>
                </a:lnTo>
                <a:lnTo>
                  <a:pt x="498" y="273"/>
                </a:lnTo>
                <a:lnTo>
                  <a:pt x="497" y="273"/>
                </a:lnTo>
                <a:lnTo>
                  <a:pt x="497" y="272"/>
                </a:lnTo>
                <a:lnTo>
                  <a:pt x="497" y="271"/>
                </a:lnTo>
                <a:lnTo>
                  <a:pt x="497" y="270"/>
                </a:lnTo>
                <a:lnTo>
                  <a:pt x="496" y="270"/>
                </a:lnTo>
                <a:lnTo>
                  <a:pt x="496" y="269"/>
                </a:lnTo>
                <a:lnTo>
                  <a:pt x="497" y="269"/>
                </a:lnTo>
                <a:lnTo>
                  <a:pt x="497" y="268"/>
                </a:lnTo>
                <a:lnTo>
                  <a:pt x="497" y="267"/>
                </a:lnTo>
                <a:lnTo>
                  <a:pt x="497" y="266"/>
                </a:lnTo>
                <a:lnTo>
                  <a:pt x="497" y="265"/>
                </a:lnTo>
                <a:lnTo>
                  <a:pt x="497" y="264"/>
                </a:lnTo>
                <a:lnTo>
                  <a:pt x="497" y="263"/>
                </a:lnTo>
                <a:lnTo>
                  <a:pt x="497" y="262"/>
                </a:lnTo>
                <a:lnTo>
                  <a:pt x="496" y="262"/>
                </a:lnTo>
                <a:lnTo>
                  <a:pt x="496" y="261"/>
                </a:lnTo>
                <a:lnTo>
                  <a:pt x="495" y="261"/>
                </a:lnTo>
                <a:lnTo>
                  <a:pt x="495" y="259"/>
                </a:lnTo>
                <a:lnTo>
                  <a:pt x="495" y="258"/>
                </a:lnTo>
                <a:lnTo>
                  <a:pt x="495" y="257"/>
                </a:lnTo>
                <a:lnTo>
                  <a:pt x="494" y="257"/>
                </a:lnTo>
                <a:lnTo>
                  <a:pt x="494" y="256"/>
                </a:lnTo>
                <a:lnTo>
                  <a:pt x="495" y="256"/>
                </a:lnTo>
                <a:lnTo>
                  <a:pt x="495" y="255"/>
                </a:lnTo>
                <a:lnTo>
                  <a:pt x="494" y="255"/>
                </a:lnTo>
                <a:lnTo>
                  <a:pt x="494" y="254"/>
                </a:lnTo>
                <a:lnTo>
                  <a:pt x="494" y="253"/>
                </a:lnTo>
                <a:lnTo>
                  <a:pt x="493" y="252"/>
                </a:lnTo>
                <a:lnTo>
                  <a:pt x="493" y="251"/>
                </a:lnTo>
                <a:lnTo>
                  <a:pt x="494" y="251"/>
                </a:lnTo>
                <a:lnTo>
                  <a:pt x="493" y="250"/>
                </a:lnTo>
                <a:lnTo>
                  <a:pt x="493" y="249"/>
                </a:lnTo>
                <a:lnTo>
                  <a:pt x="493" y="248"/>
                </a:lnTo>
                <a:lnTo>
                  <a:pt x="492" y="247"/>
                </a:lnTo>
                <a:lnTo>
                  <a:pt x="491" y="246"/>
                </a:lnTo>
                <a:lnTo>
                  <a:pt x="492" y="245"/>
                </a:lnTo>
                <a:lnTo>
                  <a:pt x="491" y="244"/>
                </a:lnTo>
                <a:lnTo>
                  <a:pt x="490" y="244"/>
                </a:lnTo>
                <a:lnTo>
                  <a:pt x="489" y="243"/>
                </a:lnTo>
                <a:lnTo>
                  <a:pt x="489" y="242"/>
                </a:lnTo>
                <a:lnTo>
                  <a:pt x="488" y="241"/>
                </a:lnTo>
                <a:lnTo>
                  <a:pt x="487" y="241"/>
                </a:lnTo>
                <a:lnTo>
                  <a:pt x="487" y="240"/>
                </a:lnTo>
                <a:lnTo>
                  <a:pt x="487" y="239"/>
                </a:lnTo>
                <a:lnTo>
                  <a:pt x="486" y="239"/>
                </a:lnTo>
                <a:lnTo>
                  <a:pt x="486" y="238"/>
                </a:lnTo>
                <a:lnTo>
                  <a:pt x="486" y="237"/>
                </a:lnTo>
                <a:lnTo>
                  <a:pt x="485" y="237"/>
                </a:lnTo>
                <a:lnTo>
                  <a:pt x="485" y="236"/>
                </a:lnTo>
                <a:lnTo>
                  <a:pt x="485" y="235"/>
                </a:lnTo>
                <a:lnTo>
                  <a:pt x="485" y="234"/>
                </a:lnTo>
                <a:lnTo>
                  <a:pt x="484" y="234"/>
                </a:lnTo>
                <a:lnTo>
                  <a:pt x="484" y="232"/>
                </a:lnTo>
                <a:lnTo>
                  <a:pt x="485" y="232"/>
                </a:lnTo>
                <a:lnTo>
                  <a:pt x="485" y="231"/>
                </a:lnTo>
                <a:lnTo>
                  <a:pt x="485" y="230"/>
                </a:lnTo>
                <a:lnTo>
                  <a:pt x="485" y="229"/>
                </a:lnTo>
                <a:lnTo>
                  <a:pt x="485" y="228"/>
                </a:lnTo>
                <a:lnTo>
                  <a:pt x="485" y="227"/>
                </a:lnTo>
                <a:lnTo>
                  <a:pt x="484" y="226"/>
                </a:lnTo>
                <a:lnTo>
                  <a:pt x="483" y="226"/>
                </a:lnTo>
                <a:lnTo>
                  <a:pt x="483" y="225"/>
                </a:lnTo>
                <a:lnTo>
                  <a:pt x="483" y="224"/>
                </a:lnTo>
                <a:lnTo>
                  <a:pt x="484" y="224"/>
                </a:lnTo>
                <a:lnTo>
                  <a:pt x="484" y="222"/>
                </a:lnTo>
                <a:lnTo>
                  <a:pt x="484" y="221"/>
                </a:lnTo>
                <a:lnTo>
                  <a:pt x="485" y="221"/>
                </a:lnTo>
                <a:lnTo>
                  <a:pt x="485" y="220"/>
                </a:lnTo>
                <a:lnTo>
                  <a:pt x="485" y="218"/>
                </a:lnTo>
                <a:lnTo>
                  <a:pt x="486" y="217"/>
                </a:lnTo>
                <a:lnTo>
                  <a:pt x="486" y="216"/>
                </a:lnTo>
                <a:lnTo>
                  <a:pt x="486" y="215"/>
                </a:lnTo>
                <a:lnTo>
                  <a:pt x="487" y="214"/>
                </a:lnTo>
                <a:lnTo>
                  <a:pt x="487" y="213"/>
                </a:lnTo>
                <a:lnTo>
                  <a:pt x="486" y="211"/>
                </a:lnTo>
                <a:lnTo>
                  <a:pt x="486" y="210"/>
                </a:lnTo>
                <a:lnTo>
                  <a:pt x="486" y="209"/>
                </a:lnTo>
                <a:lnTo>
                  <a:pt x="486" y="208"/>
                </a:lnTo>
                <a:lnTo>
                  <a:pt x="486" y="207"/>
                </a:lnTo>
                <a:lnTo>
                  <a:pt x="486" y="205"/>
                </a:lnTo>
                <a:lnTo>
                  <a:pt x="486" y="204"/>
                </a:lnTo>
                <a:lnTo>
                  <a:pt x="485" y="203"/>
                </a:lnTo>
                <a:lnTo>
                  <a:pt x="484" y="203"/>
                </a:lnTo>
                <a:lnTo>
                  <a:pt x="484" y="202"/>
                </a:lnTo>
                <a:lnTo>
                  <a:pt x="484" y="201"/>
                </a:lnTo>
                <a:lnTo>
                  <a:pt x="484" y="200"/>
                </a:lnTo>
                <a:lnTo>
                  <a:pt x="484" y="199"/>
                </a:lnTo>
                <a:lnTo>
                  <a:pt x="484" y="198"/>
                </a:lnTo>
                <a:lnTo>
                  <a:pt x="484" y="197"/>
                </a:lnTo>
                <a:lnTo>
                  <a:pt x="485" y="197"/>
                </a:lnTo>
                <a:lnTo>
                  <a:pt x="485" y="196"/>
                </a:lnTo>
                <a:lnTo>
                  <a:pt x="485" y="195"/>
                </a:lnTo>
                <a:lnTo>
                  <a:pt x="486" y="194"/>
                </a:lnTo>
                <a:lnTo>
                  <a:pt x="486" y="193"/>
                </a:lnTo>
                <a:lnTo>
                  <a:pt x="486" y="192"/>
                </a:lnTo>
                <a:lnTo>
                  <a:pt x="487" y="191"/>
                </a:lnTo>
                <a:lnTo>
                  <a:pt x="487" y="190"/>
                </a:lnTo>
                <a:lnTo>
                  <a:pt x="488" y="189"/>
                </a:lnTo>
                <a:lnTo>
                  <a:pt x="489" y="188"/>
                </a:lnTo>
                <a:lnTo>
                  <a:pt x="489" y="187"/>
                </a:lnTo>
                <a:lnTo>
                  <a:pt x="489" y="186"/>
                </a:lnTo>
                <a:lnTo>
                  <a:pt x="490" y="186"/>
                </a:lnTo>
                <a:lnTo>
                  <a:pt x="491" y="186"/>
                </a:lnTo>
                <a:lnTo>
                  <a:pt x="491" y="187"/>
                </a:lnTo>
                <a:lnTo>
                  <a:pt x="491" y="188"/>
                </a:lnTo>
                <a:lnTo>
                  <a:pt x="492" y="189"/>
                </a:lnTo>
                <a:lnTo>
                  <a:pt x="493" y="190"/>
                </a:lnTo>
                <a:lnTo>
                  <a:pt x="494" y="190"/>
                </a:lnTo>
                <a:lnTo>
                  <a:pt x="494" y="189"/>
                </a:lnTo>
                <a:lnTo>
                  <a:pt x="495" y="189"/>
                </a:lnTo>
                <a:lnTo>
                  <a:pt x="496" y="189"/>
                </a:lnTo>
                <a:lnTo>
                  <a:pt x="497" y="189"/>
                </a:lnTo>
                <a:lnTo>
                  <a:pt x="497" y="188"/>
                </a:lnTo>
                <a:lnTo>
                  <a:pt x="498" y="187"/>
                </a:lnTo>
                <a:lnTo>
                  <a:pt x="499" y="186"/>
                </a:lnTo>
                <a:lnTo>
                  <a:pt x="500" y="186"/>
                </a:lnTo>
                <a:lnTo>
                  <a:pt x="501" y="186"/>
                </a:lnTo>
                <a:lnTo>
                  <a:pt x="501" y="187"/>
                </a:lnTo>
                <a:lnTo>
                  <a:pt x="502" y="187"/>
                </a:lnTo>
                <a:lnTo>
                  <a:pt x="503" y="187"/>
                </a:lnTo>
                <a:lnTo>
                  <a:pt x="504" y="187"/>
                </a:lnTo>
                <a:lnTo>
                  <a:pt x="505" y="186"/>
                </a:lnTo>
                <a:lnTo>
                  <a:pt x="506" y="186"/>
                </a:lnTo>
                <a:lnTo>
                  <a:pt x="506" y="185"/>
                </a:lnTo>
                <a:lnTo>
                  <a:pt x="507" y="185"/>
                </a:lnTo>
                <a:lnTo>
                  <a:pt x="507" y="184"/>
                </a:lnTo>
                <a:lnTo>
                  <a:pt x="507" y="182"/>
                </a:lnTo>
                <a:lnTo>
                  <a:pt x="508" y="180"/>
                </a:lnTo>
                <a:lnTo>
                  <a:pt x="509" y="179"/>
                </a:lnTo>
                <a:lnTo>
                  <a:pt x="509" y="178"/>
                </a:lnTo>
                <a:lnTo>
                  <a:pt x="510" y="177"/>
                </a:lnTo>
                <a:lnTo>
                  <a:pt x="510" y="176"/>
                </a:lnTo>
                <a:lnTo>
                  <a:pt x="511" y="176"/>
                </a:lnTo>
                <a:lnTo>
                  <a:pt x="511" y="175"/>
                </a:lnTo>
                <a:lnTo>
                  <a:pt x="511" y="174"/>
                </a:lnTo>
                <a:lnTo>
                  <a:pt x="512" y="174"/>
                </a:lnTo>
                <a:lnTo>
                  <a:pt x="513" y="174"/>
                </a:lnTo>
                <a:lnTo>
                  <a:pt x="513" y="173"/>
                </a:lnTo>
                <a:lnTo>
                  <a:pt x="514" y="172"/>
                </a:lnTo>
                <a:lnTo>
                  <a:pt x="514" y="171"/>
                </a:lnTo>
                <a:lnTo>
                  <a:pt x="514" y="170"/>
                </a:lnTo>
                <a:lnTo>
                  <a:pt x="515" y="170"/>
                </a:lnTo>
                <a:lnTo>
                  <a:pt x="516" y="169"/>
                </a:lnTo>
                <a:lnTo>
                  <a:pt x="516" y="170"/>
                </a:lnTo>
                <a:lnTo>
                  <a:pt x="518" y="170"/>
                </a:lnTo>
                <a:lnTo>
                  <a:pt x="519" y="170"/>
                </a:lnTo>
                <a:lnTo>
                  <a:pt x="520" y="170"/>
                </a:lnTo>
                <a:lnTo>
                  <a:pt x="521" y="170"/>
                </a:lnTo>
                <a:lnTo>
                  <a:pt x="521" y="169"/>
                </a:lnTo>
                <a:lnTo>
                  <a:pt x="521" y="168"/>
                </a:lnTo>
                <a:lnTo>
                  <a:pt x="521" y="167"/>
                </a:lnTo>
                <a:lnTo>
                  <a:pt x="521" y="166"/>
                </a:lnTo>
                <a:lnTo>
                  <a:pt x="521" y="165"/>
                </a:lnTo>
                <a:lnTo>
                  <a:pt x="520" y="165"/>
                </a:lnTo>
                <a:lnTo>
                  <a:pt x="520" y="164"/>
                </a:lnTo>
                <a:lnTo>
                  <a:pt x="519" y="164"/>
                </a:lnTo>
                <a:lnTo>
                  <a:pt x="519" y="163"/>
                </a:lnTo>
                <a:lnTo>
                  <a:pt x="520" y="163"/>
                </a:lnTo>
                <a:lnTo>
                  <a:pt x="521" y="163"/>
                </a:lnTo>
                <a:lnTo>
                  <a:pt x="521" y="162"/>
                </a:lnTo>
                <a:lnTo>
                  <a:pt x="523" y="161"/>
                </a:lnTo>
                <a:lnTo>
                  <a:pt x="524" y="160"/>
                </a:lnTo>
                <a:lnTo>
                  <a:pt x="524" y="159"/>
                </a:lnTo>
                <a:lnTo>
                  <a:pt x="525" y="159"/>
                </a:lnTo>
                <a:lnTo>
                  <a:pt x="526" y="158"/>
                </a:lnTo>
                <a:lnTo>
                  <a:pt x="526" y="157"/>
                </a:lnTo>
                <a:lnTo>
                  <a:pt x="527" y="157"/>
                </a:lnTo>
                <a:lnTo>
                  <a:pt x="527" y="156"/>
                </a:lnTo>
                <a:lnTo>
                  <a:pt x="528" y="155"/>
                </a:lnTo>
                <a:lnTo>
                  <a:pt x="529" y="155"/>
                </a:lnTo>
                <a:lnTo>
                  <a:pt x="530" y="155"/>
                </a:lnTo>
                <a:lnTo>
                  <a:pt x="530" y="154"/>
                </a:lnTo>
                <a:lnTo>
                  <a:pt x="531" y="154"/>
                </a:lnTo>
                <a:lnTo>
                  <a:pt x="532" y="152"/>
                </a:lnTo>
                <a:lnTo>
                  <a:pt x="533" y="151"/>
                </a:lnTo>
                <a:lnTo>
                  <a:pt x="534" y="151"/>
                </a:lnTo>
                <a:lnTo>
                  <a:pt x="535" y="151"/>
                </a:lnTo>
                <a:lnTo>
                  <a:pt x="535" y="150"/>
                </a:lnTo>
                <a:lnTo>
                  <a:pt x="536" y="149"/>
                </a:lnTo>
                <a:lnTo>
                  <a:pt x="535" y="149"/>
                </a:lnTo>
                <a:lnTo>
                  <a:pt x="536" y="148"/>
                </a:lnTo>
                <a:lnTo>
                  <a:pt x="537" y="147"/>
                </a:lnTo>
                <a:lnTo>
                  <a:pt x="538" y="147"/>
                </a:lnTo>
                <a:lnTo>
                  <a:pt x="538" y="146"/>
                </a:lnTo>
                <a:lnTo>
                  <a:pt x="539" y="145"/>
                </a:lnTo>
                <a:lnTo>
                  <a:pt x="539" y="144"/>
                </a:lnTo>
                <a:lnTo>
                  <a:pt x="540" y="143"/>
                </a:lnTo>
                <a:lnTo>
                  <a:pt x="540" y="142"/>
                </a:lnTo>
                <a:lnTo>
                  <a:pt x="540" y="141"/>
                </a:lnTo>
                <a:lnTo>
                  <a:pt x="540" y="140"/>
                </a:lnTo>
                <a:lnTo>
                  <a:pt x="539" y="139"/>
                </a:lnTo>
                <a:lnTo>
                  <a:pt x="539" y="138"/>
                </a:lnTo>
                <a:lnTo>
                  <a:pt x="540" y="138"/>
                </a:lnTo>
                <a:lnTo>
                  <a:pt x="540" y="135"/>
                </a:lnTo>
                <a:lnTo>
                  <a:pt x="540" y="134"/>
                </a:lnTo>
                <a:lnTo>
                  <a:pt x="540" y="133"/>
                </a:lnTo>
                <a:lnTo>
                  <a:pt x="541" y="133"/>
                </a:lnTo>
                <a:lnTo>
                  <a:pt x="542" y="132"/>
                </a:lnTo>
                <a:lnTo>
                  <a:pt x="542" y="131"/>
                </a:lnTo>
                <a:lnTo>
                  <a:pt x="543" y="130"/>
                </a:lnTo>
                <a:lnTo>
                  <a:pt x="544" y="130"/>
                </a:lnTo>
                <a:lnTo>
                  <a:pt x="545" y="130"/>
                </a:lnTo>
                <a:lnTo>
                  <a:pt x="545" y="129"/>
                </a:lnTo>
                <a:lnTo>
                  <a:pt x="545" y="128"/>
                </a:lnTo>
                <a:lnTo>
                  <a:pt x="544" y="128"/>
                </a:lnTo>
                <a:lnTo>
                  <a:pt x="543" y="128"/>
                </a:lnTo>
                <a:lnTo>
                  <a:pt x="543" y="129"/>
                </a:lnTo>
                <a:lnTo>
                  <a:pt x="541" y="129"/>
                </a:lnTo>
                <a:lnTo>
                  <a:pt x="540" y="128"/>
                </a:lnTo>
                <a:lnTo>
                  <a:pt x="539" y="127"/>
                </a:lnTo>
                <a:lnTo>
                  <a:pt x="539" y="126"/>
                </a:lnTo>
                <a:lnTo>
                  <a:pt x="539" y="125"/>
                </a:lnTo>
                <a:lnTo>
                  <a:pt x="539" y="124"/>
                </a:lnTo>
                <a:lnTo>
                  <a:pt x="539" y="123"/>
                </a:lnTo>
                <a:lnTo>
                  <a:pt x="538" y="122"/>
                </a:lnTo>
                <a:lnTo>
                  <a:pt x="537" y="122"/>
                </a:lnTo>
                <a:lnTo>
                  <a:pt x="537" y="123"/>
                </a:lnTo>
                <a:lnTo>
                  <a:pt x="536" y="123"/>
                </a:lnTo>
                <a:lnTo>
                  <a:pt x="535" y="123"/>
                </a:lnTo>
                <a:lnTo>
                  <a:pt x="534" y="123"/>
                </a:lnTo>
                <a:lnTo>
                  <a:pt x="534" y="122"/>
                </a:lnTo>
                <a:lnTo>
                  <a:pt x="533" y="121"/>
                </a:lnTo>
                <a:lnTo>
                  <a:pt x="533" y="119"/>
                </a:lnTo>
                <a:lnTo>
                  <a:pt x="533" y="118"/>
                </a:lnTo>
                <a:lnTo>
                  <a:pt x="534" y="118"/>
                </a:lnTo>
                <a:lnTo>
                  <a:pt x="534" y="117"/>
                </a:lnTo>
                <a:lnTo>
                  <a:pt x="535" y="117"/>
                </a:lnTo>
                <a:lnTo>
                  <a:pt x="536" y="115"/>
                </a:lnTo>
                <a:lnTo>
                  <a:pt x="535" y="115"/>
                </a:lnTo>
                <a:lnTo>
                  <a:pt x="535" y="114"/>
                </a:lnTo>
                <a:lnTo>
                  <a:pt x="535" y="113"/>
                </a:lnTo>
                <a:lnTo>
                  <a:pt x="536" y="113"/>
                </a:lnTo>
                <a:lnTo>
                  <a:pt x="537" y="113"/>
                </a:lnTo>
                <a:lnTo>
                  <a:pt x="537" y="112"/>
                </a:lnTo>
                <a:lnTo>
                  <a:pt x="538" y="112"/>
                </a:lnTo>
                <a:lnTo>
                  <a:pt x="538" y="111"/>
                </a:lnTo>
                <a:lnTo>
                  <a:pt x="539" y="111"/>
                </a:lnTo>
                <a:lnTo>
                  <a:pt x="540" y="111"/>
                </a:lnTo>
                <a:lnTo>
                  <a:pt x="540" y="110"/>
                </a:lnTo>
                <a:lnTo>
                  <a:pt x="541" y="109"/>
                </a:lnTo>
                <a:lnTo>
                  <a:pt x="542" y="109"/>
                </a:lnTo>
                <a:lnTo>
                  <a:pt x="542" y="108"/>
                </a:lnTo>
                <a:lnTo>
                  <a:pt x="543" y="108"/>
                </a:lnTo>
                <a:lnTo>
                  <a:pt x="543" y="107"/>
                </a:lnTo>
                <a:lnTo>
                  <a:pt x="543" y="106"/>
                </a:lnTo>
                <a:lnTo>
                  <a:pt x="544" y="106"/>
                </a:lnTo>
                <a:lnTo>
                  <a:pt x="544" y="105"/>
                </a:lnTo>
                <a:lnTo>
                  <a:pt x="545" y="104"/>
                </a:lnTo>
                <a:lnTo>
                  <a:pt x="545" y="103"/>
                </a:lnTo>
                <a:lnTo>
                  <a:pt x="545" y="102"/>
                </a:lnTo>
                <a:lnTo>
                  <a:pt x="546" y="102"/>
                </a:lnTo>
                <a:lnTo>
                  <a:pt x="547" y="102"/>
                </a:lnTo>
                <a:lnTo>
                  <a:pt x="549" y="101"/>
                </a:lnTo>
                <a:lnTo>
                  <a:pt x="550" y="101"/>
                </a:lnTo>
                <a:lnTo>
                  <a:pt x="550" y="100"/>
                </a:lnTo>
                <a:lnTo>
                  <a:pt x="551" y="99"/>
                </a:lnTo>
                <a:lnTo>
                  <a:pt x="552" y="99"/>
                </a:lnTo>
                <a:lnTo>
                  <a:pt x="553" y="99"/>
                </a:lnTo>
                <a:lnTo>
                  <a:pt x="553" y="100"/>
                </a:lnTo>
                <a:lnTo>
                  <a:pt x="554" y="100"/>
                </a:lnTo>
                <a:lnTo>
                  <a:pt x="555" y="100"/>
                </a:lnTo>
                <a:lnTo>
                  <a:pt x="555" y="101"/>
                </a:lnTo>
                <a:lnTo>
                  <a:pt x="556" y="101"/>
                </a:lnTo>
                <a:lnTo>
                  <a:pt x="556" y="102"/>
                </a:lnTo>
                <a:lnTo>
                  <a:pt x="557" y="102"/>
                </a:lnTo>
                <a:lnTo>
                  <a:pt x="557" y="104"/>
                </a:lnTo>
                <a:lnTo>
                  <a:pt x="557" y="105"/>
                </a:lnTo>
                <a:lnTo>
                  <a:pt x="558" y="105"/>
                </a:lnTo>
                <a:lnTo>
                  <a:pt x="559" y="105"/>
                </a:lnTo>
                <a:lnTo>
                  <a:pt x="560" y="104"/>
                </a:lnTo>
                <a:lnTo>
                  <a:pt x="560" y="103"/>
                </a:lnTo>
                <a:lnTo>
                  <a:pt x="560" y="102"/>
                </a:lnTo>
                <a:lnTo>
                  <a:pt x="561" y="102"/>
                </a:lnTo>
                <a:lnTo>
                  <a:pt x="561" y="101"/>
                </a:lnTo>
                <a:lnTo>
                  <a:pt x="562" y="101"/>
                </a:lnTo>
                <a:lnTo>
                  <a:pt x="563" y="102"/>
                </a:lnTo>
                <a:lnTo>
                  <a:pt x="564" y="102"/>
                </a:lnTo>
                <a:lnTo>
                  <a:pt x="564" y="101"/>
                </a:lnTo>
                <a:lnTo>
                  <a:pt x="565" y="100"/>
                </a:lnTo>
                <a:lnTo>
                  <a:pt x="566" y="99"/>
                </a:lnTo>
                <a:lnTo>
                  <a:pt x="567" y="99"/>
                </a:lnTo>
                <a:lnTo>
                  <a:pt x="568" y="98"/>
                </a:lnTo>
                <a:lnTo>
                  <a:pt x="568" y="97"/>
                </a:lnTo>
                <a:lnTo>
                  <a:pt x="569" y="96"/>
                </a:lnTo>
                <a:lnTo>
                  <a:pt x="570" y="96"/>
                </a:lnTo>
                <a:lnTo>
                  <a:pt x="571" y="96"/>
                </a:lnTo>
                <a:lnTo>
                  <a:pt x="571" y="95"/>
                </a:lnTo>
                <a:lnTo>
                  <a:pt x="572" y="95"/>
                </a:lnTo>
                <a:lnTo>
                  <a:pt x="573" y="95"/>
                </a:lnTo>
                <a:lnTo>
                  <a:pt x="573" y="94"/>
                </a:lnTo>
                <a:lnTo>
                  <a:pt x="573" y="93"/>
                </a:lnTo>
                <a:lnTo>
                  <a:pt x="573" y="92"/>
                </a:lnTo>
                <a:lnTo>
                  <a:pt x="572" y="91"/>
                </a:lnTo>
                <a:lnTo>
                  <a:pt x="572" y="90"/>
                </a:lnTo>
                <a:lnTo>
                  <a:pt x="571" y="89"/>
                </a:lnTo>
                <a:lnTo>
                  <a:pt x="572" y="88"/>
                </a:lnTo>
                <a:lnTo>
                  <a:pt x="572" y="86"/>
                </a:lnTo>
                <a:lnTo>
                  <a:pt x="572" y="85"/>
                </a:lnTo>
                <a:lnTo>
                  <a:pt x="571" y="85"/>
                </a:lnTo>
                <a:lnTo>
                  <a:pt x="571" y="84"/>
                </a:lnTo>
                <a:lnTo>
                  <a:pt x="571" y="83"/>
                </a:lnTo>
                <a:lnTo>
                  <a:pt x="570" y="83"/>
                </a:lnTo>
                <a:lnTo>
                  <a:pt x="570" y="82"/>
                </a:lnTo>
                <a:lnTo>
                  <a:pt x="569" y="81"/>
                </a:lnTo>
                <a:lnTo>
                  <a:pt x="569" y="80"/>
                </a:lnTo>
                <a:lnTo>
                  <a:pt x="569" y="78"/>
                </a:lnTo>
                <a:lnTo>
                  <a:pt x="569" y="77"/>
                </a:lnTo>
                <a:lnTo>
                  <a:pt x="568" y="77"/>
                </a:lnTo>
                <a:lnTo>
                  <a:pt x="568" y="76"/>
                </a:lnTo>
                <a:lnTo>
                  <a:pt x="568" y="75"/>
                </a:lnTo>
                <a:lnTo>
                  <a:pt x="567" y="75"/>
                </a:lnTo>
                <a:lnTo>
                  <a:pt x="567" y="74"/>
                </a:lnTo>
                <a:lnTo>
                  <a:pt x="566" y="74"/>
                </a:lnTo>
                <a:lnTo>
                  <a:pt x="566" y="73"/>
                </a:lnTo>
                <a:lnTo>
                  <a:pt x="565" y="72"/>
                </a:lnTo>
                <a:lnTo>
                  <a:pt x="566" y="71"/>
                </a:lnTo>
                <a:lnTo>
                  <a:pt x="567" y="71"/>
                </a:lnTo>
                <a:lnTo>
                  <a:pt x="567" y="70"/>
                </a:lnTo>
                <a:lnTo>
                  <a:pt x="567" y="69"/>
                </a:lnTo>
                <a:lnTo>
                  <a:pt x="566" y="69"/>
                </a:lnTo>
                <a:lnTo>
                  <a:pt x="566" y="68"/>
                </a:lnTo>
                <a:lnTo>
                  <a:pt x="567" y="68"/>
                </a:lnTo>
                <a:lnTo>
                  <a:pt x="568" y="68"/>
                </a:lnTo>
                <a:lnTo>
                  <a:pt x="568" y="67"/>
                </a:lnTo>
                <a:lnTo>
                  <a:pt x="569" y="67"/>
                </a:lnTo>
                <a:lnTo>
                  <a:pt x="569" y="66"/>
                </a:lnTo>
                <a:lnTo>
                  <a:pt x="570" y="66"/>
                </a:lnTo>
                <a:lnTo>
                  <a:pt x="570" y="65"/>
                </a:lnTo>
                <a:lnTo>
                  <a:pt x="570" y="64"/>
                </a:lnTo>
                <a:lnTo>
                  <a:pt x="569" y="64"/>
                </a:lnTo>
                <a:lnTo>
                  <a:pt x="569" y="63"/>
                </a:lnTo>
                <a:lnTo>
                  <a:pt x="570" y="62"/>
                </a:lnTo>
                <a:lnTo>
                  <a:pt x="570" y="61"/>
                </a:lnTo>
                <a:lnTo>
                  <a:pt x="570" y="60"/>
                </a:lnTo>
                <a:lnTo>
                  <a:pt x="570" y="59"/>
                </a:lnTo>
                <a:lnTo>
                  <a:pt x="570" y="58"/>
                </a:lnTo>
                <a:lnTo>
                  <a:pt x="571" y="58"/>
                </a:lnTo>
                <a:lnTo>
                  <a:pt x="571" y="57"/>
                </a:lnTo>
                <a:lnTo>
                  <a:pt x="572" y="57"/>
                </a:lnTo>
                <a:lnTo>
                  <a:pt x="572" y="58"/>
                </a:lnTo>
                <a:lnTo>
                  <a:pt x="573" y="58"/>
                </a:lnTo>
                <a:lnTo>
                  <a:pt x="573" y="59"/>
                </a:lnTo>
                <a:lnTo>
                  <a:pt x="573" y="60"/>
                </a:lnTo>
                <a:lnTo>
                  <a:pt x="573" y="61"/>
                </a:lnTo>
                <a:lnTo>
                  <a:pt x="574" y="62"/>
                </a:lnTo>
                <a:lnTo>
                  <a:pt x="575" y="62"/>
                </a:lnTo>
                <a:lnTo>
                  <a:pt x="576" y="62"/>
                </a:lnTo>
                <a:lnTo>
                  <a:pt x="576" y="61"/>
                </a:lnTo>
                <a:lnTo>
                  <a:pt x="577" y="61"/>
                </a:lnTo>
                <a:lnTo>
                  <a:pt x="578" y="61"/>
                </a:lnTo>
                <a:lnTo>
                  <a:pt x="579" y="62"/>
                </a:lnTo>
                <a:lnTo>
                  <a:pt x="579" y="63"/>
                </a:lnTo>
                <a:lnTo>
                  <a:pt x="579" y="64"/>
                </a:lnTo>
                <a:lnTo>
                  <a:pt x="581" y="64"/>
                </a:lnTo>
                <a:lnTo>
                  <a:pt x="581" y="63"/>
                </a:lnTo>
                <a:lnTo>
                  <a:pt x="583" y="63"/>
                </a:lnTo>
                <a:lnTo>
                  <a:pt x="584" y="63"/>
                </a:lnTo>
                <a:lnTo>
                  <a:pt x="585" y="63"/>
                </a:lnTo>
                <a:lnTo>
                  <a:pt x="585" y="62"/>
                </a:lnTo>
                <a:lnTo>
                  <a:pt x="586" y="62"/>
                </a:lnTo>
                <a:lnTo>
                  <a:pt x="587" y="62"/>
                </a:lnTo>
                <a:lnTo>
                  <a:pt x="588" y="62"/>
                </a:lnTo>
                <a:lnTo>
                  <a:pt x="589" y="61"/>
                </a:lnTo>
                <a:lnTo>
                  <a:pt x="590" y="61"/>
                </a:lnTo>
                <a:lnTo>
                  <a:pt x="591" y="62"/>
                </a:lnTo>
                <a:lnTo>
                  <a:pt x="592" y="63"/>
                </a:lnTo>
                <a:lnTo>
                  <a:pt x="592" y="64"/>
                </a:lnTo>
                <a:lnTo>
                  <a:pt x="593" y="64"/>
                </a:lnTo>
                <a:lnTo>
                  <a:pt x="594" y="64"/>
                </a:lnTo>
                <a:lnTo>
                  <a:pt x="594" y="63"/>
                </a:lnTo>
                <a:lnTo>
                  <a:pt x="594" y="62"/>
                </a:lnTo>
                <a:lnTo>
                  <a:pt x="595" y="61"/>
                </a:lnTo>
                <a:lnTo>
                  <a:pt x="595" y="60"/>
                </a:lnTo>
                <a:lnTo>
                  <a:pt x="596" y="60"/>
                </a:lnTo>
                <a:lnTo>
                  <a:pt x="597" y="60"/>
                </a:lnTo>
                <a:lnTo>
                  <a:pt x="598" y="60"/>
                </a:lnTo>
                <a:lnTo>
                  <a:pt x="599" y="60"/>
                </a:lnTo>
                <a:lnTo>
                  <a:pt x="600" y="60"/>
                </a:lnTo>
                <a:lnTo>
                  <a:pt x="601" y="60"/>
                </a:lnTo>
                <a:lnTo>
                  <a:pt x="601" y="61"/>
                </a:lnTo>
                <a:lnTo>
                  <a:pt x="602" y="61"/>
                </a:lnTo>
                <a:lnTo>
                  <a:pt x="603" y="60"/>
                </a:lnTo>
                <a:lnTo>
                  <a:pt x="604" y="60"/>
                </a:lnTo>
                <a:lnTo>
                  <a:pt x="605" y="60"/>
                </a:lnTo>
                <a:lnTo>
                  <a:pt x="606" y="60"/>
                </a:lnTo>
                <a:lnTo>
                  <a:pt x="606" y="59"/>
                </a:lnTo>
                <a:lnTo>
                  <a:pt x="606" y="58"/>
                </a:lnTo>
                <a:lnTo>
                  <a:pt x="607" y="57"/>
                </a:lnTo>
                <a:lnTo>
                  <a:pt x="608" y="58"/>
                </a:lnTo>
                <a:lnTo>
                  <a:pt x="607" y="59"/>
                </a:lnTo>
                <a:lnTo>
                  <a:pt x="608" y="59"/>
                </a:lnTo>
                <a:lnTo>
                  <a:pt x="608" y="60"/>
                </a:lnTo>
                <a:lnTo>
                  <a:pt x="609" y="61"/>
                </a:lnTo>
                <a:lnTo>
                  <a:pt x="610" y="61"/>
                </a:lnTo>
                <a:lnTo>
                  <a:pt x="611" y="61"/>
                </a:lnTo>
                <a:lnTo>
                  <a:pt x="612" y="61"/>
                </a:lnTo>
                <a:lnTo>
                  <a:pt x="612" y="62"/>
                </a:lnTo>
                <a:lnTo>
                  <a:pt x="612" y="63"/>
                </a:lnTo>
                <a:lnTo>
                  <a:pt x="613" y="63"/>
                </a:lnTo>
                <a:lnTo>
                  <a:pt x="613" y="62"/>
                </a:lnTo>
                <a:lnTo>
                  <a:pt x="614" y="62"/>
                </a:lnTo>
                <a:lnTo>
                  <a:pt x="614" y="61"/>
                </a:lnTo>
                <a:lnTo>
                  <a:pt x="615" y="61"/>
                </a:lnTo>
                <a:lnTo>
                  <a:pt x="615" y="60"/>
                </a:lnTo>
                <a:lnTo>
                  <a:pt x="616" y="60"/>
                </a:lnTo>
                <a:lnTo>
                  <a:pt x="617" y="60"/>
                </a:lnTo>
                <a:lnTo>
                  <a:pt x="617" y="59"/>
                </a:lnTo>
                <a:lnTo>
                  <a:pt x="618" y="59"/>
                </a:lnTo>
                <a:lnTo>
                  <a:pt x="619" y="59"/>
                </a:lnTo>
                <a:lnTo>
                  <a:pt x="619" y="60"/>
                </a:lnTo>
                <a:lnTo>
                  <a:pt x="620" y="60"/>
                </a:lnTo>
                <a:lnTo>
                  <a:pt x="621" y="60"/>
                </a:lnTo>
                <a:lnTo>
                  <a:pt x="622" y="60"/>
                </a:lnTo>
                <a:lnTo>
                  <a:pt x="622" y="61"/>
                </a:lnTo>
                <a:lnTo>
                  <a:pt x="623" y="61"/>
                </a:lnTo>
                <a:lnTo>
                  <a:pt x="623" y="62"/>
                </a:lnTo>
                <a:lnTo>
                  <a:pt x="622" y="62"/>
                </a:lnTo>
                <a:lnTo>
                  <a:pt x="622" y="63"/>
                </a:lnTo>
                <a:lnTo>
                  <a:pt x="622" y="64"/>
                </a:lnTo>
                <a:lnTo>
                  <a:pt x="622" y="65"/>
                </a:lnTo>
                <a:lnTo>
                  <a:pt x="621" y="64"/>
                </a:lnTo>
                <a:lnTo>
                  <a:pt x="620" y="64"/>
                </a:lnTo>
                <a:lnTo>
                  <a:pt x="619" y="64"/>
                </a:lnTo>
                <a:lnTo>
                  <a:pt x="618" y="65"/>
                </a:lnTo>
                <a:lnTo>
                  <a:pt x="618" y="66"/>
                </a:lnTo>
                <a:lnTo>
                  <a:pt x="617" y="66"/>
                </a:lnTo>
                <a:lnTo>
                  <a:pt x="617" y="67"/>
                </a:lnTo>
                <a:lnTo>
                  <a:pt x="617" y="68"/>
                </a:lnTo>
                <a:lnTo>
                  <a:pt x="617" y="69"/>
                </a:lnTo>
                <a:lnTo>
                  <a:pt x="615" y="69"/>
                </a:lnTo>
                <a:lnTo>
                  <a:pt x="615" y="68"/>
                </a:lnTo>
                <a:lnTo>
                  <a:pt x="614" y="68"/>
                </a:lnTo>
                <a:lnTo>
                  <a:pt x="614" y="69"/>
                </a:lnTo>
                <a:lnTo>
                  <a:pt x="614" y="70"/>
                </a:lnTo>
                <a:lnTo>
                  <a:pt x="613" y="70"/>
                </a:lnTo>
                <a:lnTo>
                  <a:pt x="612" y="70"/>
                </a:lnTo>
                <a:lnTo>
                  <a:pt x="611" y="70"/>
                </a:lnTo>
                <a:lnTo>
                  <a:pt x="611" y="71"/>
                </a:lnTo>
                <a:lnTo>
                  <a:pt x="610" y="71"/>
                </a:lnTo>
                <a:lnTo>
                  <a:pt x="609" y="71"/>
                </a:lnTo>
                <a:lnTo>
                  <a:pt x="608" y="71"/>
                </a:lnTo>
                <a:lnTo>
                  <a:pt x="607" y="71"/>
                </a:lnTo>
                <a:lnTo>
                  <a:pt x="607" y="72"/>
                </a:lnTo>
                <a:lnTo>
                  <a:pt x="607" y="73"/>
                </a:lnTo>
                <a:lnTo>
                  <a:pt x="607" y="74"/>
                </a:lnTo>
                <a:lnTo>
                  <a:pt x="608" y="74"/>
                </a:lnTo>
                <a:lnTo>
                  <a:pt x="609" y="74"/>
                </a:lnTo>
                <a:lnTo>
                  <a:pt x="608" y="75"/>
                </a:lnTo>
                <a:lnTo>
                  <a:pt x="608" y="76"/>
                </a:lnTo>
                <a:lnTo>
                  <a:pt x="608" y="77"/>
                </a:lnTo>
                <a:lnTo>
                  <a:pt x="609" y="77"/>
                </a:lnTo>
                <a:lnTo>
                  <a:pt x="609" y="78"/>
                </a:lnTo>
                <a:lnTo>
                  <a:pt x="608" y="78"/>
                </a:lnTo>
                <a:lnTo>
                  <a:pt x="608" y="79"/>
                </a:lnTo>
                <a:lnTo>
                  <a:pt x="608" y="80"/>
                </a:lnTo>
                <a:lnTo>
                  <a:pt x="608" y="81"/>
                </a:lnTo>
                <a:lnTo>
                  <a:pt x="609" y="82"/>
                </a:lnTo>
                <a:lnTo>
                  <a:pt x="608" y="83"/>
                </a:lnTo>
                <a:lnTo>
                  <a:pt x="607" y="84"/>
                </a:lnTo>
                <a:lnTo>
                  <a:pt x="607" y="85"/>
                </a:lnTo>
                <a:lnTo>
                  <a:pt x="608" y="85"/>
                </a:lnTo>
                <a:lnTo>
                  <a:pt x="609" y="85"/>
                </a:lnTo>
                <a:lnTo>
                  <a:pt x="609" y="86"/>
                </a:lnTo>
                <a:lnTo>
                  <a:pt x="609" y="87"/>
                </a:lnTo>
                <a:lnTo>
                  <a:pt x="609" y="88"/>
                </a:lnTo>
                <a:lnTo>
                  <a:pt x="609" y="89"/>
                </a:lnTo>
                <a:lnTo>
                  <a:pt x="610" y="90"/>
                </a:lnTo>
                <a:lnTo>
                  <a:pt x="610" y="91"/>
                </a:lnTo>
                <a:lnTo>
                  <a:pt x="611" y="92"/>
                </a:lnTo>
                <a:lnTo>
                  <a:pt x="612" y="92"/>
                </a:lnTo>
                <a:lnTo>
                  <a:pt x="611" y="92"/>
                </a:lnTo>
                <a:lnTo>
                  <a:pt x="611" y="93"/>
                </a:lnTo>
                <a:lnTo>
                  <a:pt x="610" y="93"/>
                </a:lnTo>
                <a:lnTo>
                  <a:pt x="611" y="94"/>
                </a:lnTo>
                <a:lnTo>
                  <a:pt x="612" y="94"/>
                </a:lnTo>
                <a:lnTo>
                  <a:pt x="613" y="94"/>
                </a:lnTo>
                <a:lnTo>
                  <a:pt x="614" y="93"/>
                </a:lnTo>
                <a:lnTo>
                  <a:pt x="614" y="92"/>
                </a:lnTo>
                <a:lnTo>
                  <a:pt x="615" y="92"/>
                </a:lnTo>
                <a:lnTo>
                  <a:pt x="615" y="91"/>
                </a:lnTo>
                <a:lnTo>
                  <a:pt x="616" y="91"/>
                </a:lnTo>
                <a:lnTo>
                  <a:pt x="617" y="91"/>
                </a:lnTo>
                <a:lnTo>
                  <a:pt x="618" y="91"/>
                </a:lnTo>
                <a:lnTo>
                  <a:pt x="619" y="92"/>
                </a:lnTo>
                <a:lnTo>
                  <a:pt x="619" y="93"/>
                </a:lnTo>
                <a:lnTo>
                  <a:pt x="620" y="93"/>
                </a:lnTo>
                <a:lnTo>
                  <a:pt x="619" y="94"/>
                </a:lnTo>
                <a:lnTo>
                  <a:pt x="620" y="94"/>
                </a:lnTo>
                <a:lnTo>
                  <a:pt x="620" y="95"/>
                </a:lnTo>
                <a:lnTo>
                  <a:pt x="620" y="96"/>
                </a:lnTo>
                <a:lnTo>
                  <a:pt x="621" y="97"/>
                </a:lnTo>
                <a:lnTo>
                  <a:pt x="621" y="98"/>
                </a:lnTo>
                <a:lnTo>
                  <a:pt x="622" y="98"/>
                </a:lnTo>
                <a:lnTo>
                  <a:pt x="623" y="98"/>
                </a:lnTo>
                <a:lnTo>
                  <a:pt x="623" y="97"/>
                </a:lnTo>
                <a:lnTo>
                  <a:pt x="625" y="98"/>
                </a:lnTo>
                <a:lnTo>
                  <a:pt x="624" y="99"/>
                </a:lnTo>
                <a:lnTo>
                  <a:pt x="625" y="100"/>
                </a:lnTo>
                <a:lnTo>
                  <a:pt x="626" y="100"/>
                </a:lnTo>
                <a:lnTo>
                  <a:pt x="626" y="101"/>
                </a:lnTo>
                <a:lnTo>
                  <a:pt x="625" y="102"/>
                </a:lnTo>
                <a:lnTo>
                  <a:pt x="625" y="103"/>
                </a:lnTo>
                <a:lnTo>
                  <a:pt x="625" y="104"/>
                </a:lnTo>
                <a:lnTo>
                  <a:pt x="624" y="104"/>
                </a:lnTo>
                <a:lnTo>
                  <a:pt x="623" y="104"/>
                </a:lnTo>
                <a:lnTo>
                  <a:pt x="622" y="104"/>
                </a:lnTo>
                <a:lnTo>
                  <a:pt x="622" y="105"/>
                </a:lnTo>
                <a:lnTo>
                  <a:pt x="621" y="105"/>
                </a:lnTo>
                <a:lnTo>
                  <a:pt x="620" y="105"/>
                </a:lnTo>
                <a:lnTo>
                  <a:pt x="621" y="106"/>
                </a:lnTo>
                <a:lnTo>
                  <a:pt x="621" y="107"/>
                </a:lnTo>
                <a:lnTo>
                  <a:pt x="621" y="108"/>
                </a:lnTo>
                <a:lnTo>
                  <a:pt x="622" y="108"/>
                </a:lnTo>
                <a:lnTo>
                  <a:pt x="623" y="108"/>
                </a:lnTo>
                <a:lnTo>
                  <a:pt x="624" y="108"/>
                </a:lnTo>
                <a:lnTo>
                  <a:pt x="625" y="108"/>
                </a:lnTo>
                <a:lnTo>
                  <a:pt x="626" y="108"/>
                </a:lnTo>
                <a:lnTo>
                  <a:pt x="625" y="108"/>
                </a:lnTo>
                <a:lnTo>
                  <a:pt x="625" y="110"/>
                </a:lnTo>
                <a:lnTo>
                  <a:pt x="624" y="111"/>
                </a:lnTo>
                <a:lnTo>
                  <a:pt x="625" y="112"/>
                </a:lnTo>
                <a:lnTo>
                  <a:pt x="625" y="113"/>
                </a:lnTo>
                <a:lnTo>
                  <a:pt x="625" y="114"/>
                </a:lnTo>
                <a:lnTo>
                  <a:pt x="624" y="114"/>
                </a:lnTo>
                <a:lnTo>
                  <a:pt x="623" y="114"/>
                </a:lnTo>
                <a:lnTo>
                  <a:pt x="624" y="114"/>
                </a:lnTo>
                <a:lnTo>
                  <a:pt x="623" y="115"/>
                </a:lnTo>
                <a:lnTo>
                  <a:pt x="622" y="116"/>
                </a:lnTo>
                <a:lnTo>
                  <a:pt x="621" y="116"/>
                </a:lnTo>
                <a:lnTo>
                  <a:pt x="620" y="116"/>
                </a:lnTo>
                <a:lnTo>
                  <a:pt x="620" y="117"/>
                </a:lnTo>
                <a:lnTo>
                  <a:pt x="620" y="118"/>
                </a:lnTo>
                <a:lnTo>
                  <a:pt x="620" y="119"/>
                </a:lnTo>
                <a:lnTo>
                  <a:pt x="619" y="119"/>
                </a:lnTo>
                <a:lnTo>
                  <a:pt x="619" y="120"/>
                </a:lnTo>
                <a:lnTo>
                  <a:pt x="618" y="120"/>
                </a:lnTo>
                <a:lnTo>
                  <a:pt x="617" y="120"/>
                </a:lnTo>
                <a:lnTo>
                  <a:pt x="615" y="120"/>
                </a:lnTo>
                <a:lnTo>
                  <a:pt x="614" y="120"/>
                </a:lnTo>
                <a:lnTo>
                  <a:pt x="613" y="120"/>
                </a:lnTo>
                <a:lnTo>
                  <a:pt x="612" y="120"/>
                </a:lnTo>
                <a:lnTo>
                  <a:pt x="611" y="121"/>
                </a:lnTo>
                <a:lnTo>
                  <a:pt x="612" y="121"/>
                </a:lnTo>
                <a:lnTo>
                  <a:pt x="612" y="122"/>
                </a:lnTo>
                <a:lnTo>
                  <a:pt x="613" y="122"/>
                </a:lnTo>
                <a:lnTo>
                  <a:pt x="614" y="123"/>
                </a:lnTo>
                <a:lnTo>
                  <a:pt x="615" y="123"/>
                </a:lnTo>
                <a:lnTo>
                  <a:pt x="616" y="123"/>
                </a:lnTo>
                <a:lnTo>
                  <a:pt x="617" y="124"/>
                </a:lnTo>
                <a:lnTo>
                  <a:pt x="617" y="125"/>
                </a:lnTo>
                <a:lnTo>
                  <a:pt x="618" y="125"/>
                </a:lnTo>
                <a:lnTo>
                  <a:pt x="619" y="126"/>
                </a:lnTo>
                <a:lnTo>
                  <a:pt x="618" y="126"/>
                </a:lnTo>
                <a:lnTo>
                  <a:pt x="618" y="127"/>
                </a:lnTo>
                <a:lnTo>
                  <a:pt x="618" y="126"/>
                </a:lnTo>
                <a:lnTo>
                  <a:pt x="618" y="127"/>
                </a:lnTo>
                <a:lnTo>
                  <a:pt x="619" y="127"/>
                </a:lnTo>
                <a:lnTo>
                  <a:pt x="619" y="128"/>
                </a:lnTo>
                <a:lnTo>
                  <a:pt x="619" y="129"/>
                </a:lnTo>
                <a:lnTo>
                  <a:pt x="620" y="129"/>
                </a:lnTo>
                <a:lnTo>
                  <a:pt x="620" y="130"/>
                </a:lnTo>
                <a:lnTo>
                  <a:pt x="621" y="130"/>
                </a:lnTo>
                <a:lnTo>
                  <a:pt x="622" y="130"/>
                </a:lnTo>
                <a:lnTo>
                  <a:pt x="622" y="131"/>
                </a:lnTo>
                <a:lnTo>
                  <a:pt x="623" y="132"/>
                </a:lnTo>
                <a:lnTo>
                  <a:pt x="624" y="132"/>
                </a:lnTo>
                <a:lnTo>
                  <a:pt x="624" y="133"/>
                </a:lnTo>
                <a:lnTo>
                  <a:pt x="625" y="133"/>
                </a:lnTo>
                <a:lnTo>
                  <a:pt x="626" y="133"/>
                </a:lnTo>
                <a:lnTo>
                  <a:pt x="626" y="134"/>
                </a:lnTo>
                <a:lnTo>
                  <a:pt x="626" y="135"/>
                </a:lnTo>
                <a:lnTo>
                  <a:pt x="627" y="135"/>
                </a:lnTo>
                <a:lnTo>
                  <a:pt x="628" y="136"/>
                </a:lnTo>
                <a:lnTo>
                  <a:pt x="628" y="135"/>
                </a:lnTo>
                <a:lnTo>
                  <a:pt x="629" y="136"/>
                </a:lnTo>
                <a:lnTo>
                  <a:pt x="629" y="137"/>
                </a:lnTo>
                <a:lnTo>
                  <a:pt x="630" y="137"/>
                </a:lnTo>
                <a:lnTo>
                  <a:pt x="630" y="138"/>
                </a:lnTo>
                <a:lnTo>
                  <a:pt x="631" y="138"/>
                </a:lnTo>
                <a:lnTo>
                  <a:pt x="632" y="137"/>
                </a:lnTo>
                <a:lnTo>
                  <a:pt x="633" y="137"/>
                </a:lnTo>
                <a:lnTo>
                  <a:pt x="633" y="138"/>
                </a:lnTo>
                <a:lnTo>
                  <a:pt x="634" y="138"/>
                </a:lnTo>
                <a:lnTo>
                  <a:pt x="634" y="139"/>
                </a:lnTo>
                <a:lnTo>
                  <a:pt x="635" y="139"/>
                </a:lnTo>
                <a:lnTo>
                  <a:pt x="635" y="140"/>
                </a:lnTo>
                <a:lnTo>
                  <a:pt x="635" y="141"/>
                </a:lnTo>
                <a:lnTo>
                  <a:pt x="636" y="141"/>
                </a:lnTo>
                <a:lnTo>
                  <a:pt x="636" y="142"/>
                </a:lnTo>
                <a:lnTo>
                  <a:pt x="637" y="142"/>
                </a:lnTo>
                <a:lnTo>
                  <a:pt x="637" y="141"/>
                </a:lnTo>
                <a:lnTo>
                  <a:pt x="638" y="141"/>
                </a:lnTo>
                <a:lnTo>
                  <a:pt x="639" y="140"/>
                </a:lnTo>
                <a:lnTo>
                  <a:pt x="640" y="140"/>
                </a:lnTo>
                <a:lnTo>
                  <a:pt x="641" y="140"/>
                </a:lnTo>
                <a:lnTo>
                  <a:pt x="641" y="141"/>
                </a:lnTo>
                <a:lnTo>
                  <a:pt x="642" y="140"/>
                </a:lnTo>
                <a:lnTo>
                  <a:pt x="643" y="140"/>
                </a:lnTo>
                <a:lnTo>
                  <a:pt x="643" y="139"/>
                </a:lnTo>
                <a:lnTo>
                  <a:pt x="644" y="139"/>
                </a:lnTo>
                <a:lnTo>
                  <a:pt x="645" y="138"/>
                </a:lnTo>
                <a:lnTo>
                  <a:pt x="646" y="138"/>
                </a:lnTo>
                <a:lnTo>
                  <a:pt x="646" y="137"/>
                </a:lnTo>
                <a:lnTo>
                  <a:pt x="647" y="137"/>
                </a:lnTo>
                <a:lnTo>
                  <a:pt x="648" y="137"/>
                </a:lnTo>
                <a:lnTo>
                  <a:pt x="649" y="136"/>
                </a:lnTo>
                <a:lnTo>
                  <a:pt x="650" y="136"/>
                </a:lnTo>
                <a:lnTo>
                  <a:pt x="651" y="136"/>
                </a:lnTo>
                <a:lnTo>
                  <a:pt x="652" y="135"/>
                </a:lnTo>
                <a:lnTo>
                  <a:pt x="652" y="136"/>
                </a:lnTo>
                <a:lnTo>
                  <a:pt x="652" y="137"/>
                </a:lnTo>
                <a:lnTo>
                  <a:pt x="653" y="137"/>
                </a:lnTo>
                <a:lnTo>
                  <a:pt x="654" y="137"/>
                </a:lnTo>
                <a:lnTo>
                  <a:pt x="655" y="136"/>
                </a:lnTo>
                <a:lnTo>
                  <a:pt x="656" y="136"/>
                </a:lnTo>
                <a:lnTo>
                  <a:pt x="656" y="135"/>
                </a:lnTo>
                <a:lnTo>
                  <a:pt x="656" y="136"/>
                </a:lnTo>
                <a:lnTo>
                  <a:pt x="657" y="136"/>
                </a:lnTo>
                <a:lnTo>
                  <a:pt x="658" y="135"/>
                </a:lnTo>
                <a:lnTo>
                  <a:pt x="658" y="136"/>
                </a:lnTo>
                <a:lnTo>
                  <a:pt x="659" y="136"/>
                </a:lnTo>
                <a:lnTo>
                  <a:pt x="659" y="135"/>
                </a:lnTo>
                <a:lnTo>
                  <a:pt x="660" y="135"/>
                </a:lnTo>
                <a:lnTo>
                  <a:pt x="660" y="136"/>
                </a:lnTo>
                <a:lnTo>
                  <a:pt x="661" y="136"/>
                </a:lnTo>
                <a:lnTo>
                  <a:pt x="661" y="135"/>
                </a:lnTo>
                <a:lnTo>
                  <a:pt x="662" y="135"/>
                </a:lnTo>
                <a:lnTo>
                  <a:pt x="663" y="135"/>
                </a:lnTo>
                <a:lnTo>
                  <a:pt x="664" y="135"/>
                </a:lnTo>
                <a:lnTo>
                  <a:pt x="664" y="134"/>
                </a:lnTo>
                <a:lnTo>
                  <a:pt x="664" y="133"/>
                </a:lnTo>
                <a:lnTo>
                  <a:pt x="665" y="132"/>
                </a:lnTo>
                <a:lnTo>
                  <a:pt x="666" y="132"/>
                </a:lnTo>
                <a:lnTo>
                  <a:pt x="667" y="132"/>
                </a:lnTo>
                <a:lnTo>
                  <a:pt x="667" y="131"/>
                </a:lnTo>
                <a:lnTo>
                  <a:pt x="666" y="131"/>
                </a:lnTo>
                <a:lnTo>
                  <a:pt x="666" y="129"/>
                </a:lnTo>
                <a:lnTo>
                  <a:pt x="667" y="129"/>
                </a:lnTo>
                <a:lnTo>
                  <a:pt x="667" y="128"/>
                </a:lnTo>
                <a:lnTo>
                  <a:pt x="668" y="128"/>
                </a:lnTo>
                <a:lnTo>
                  <a:pt x="668" y="127"/>
                </a:lnTo>
                <a:lnTo>
                  <a:pt x="669" y="127"/>
                </a:lnTo>
                <a:lnTo>
                  <a:pt x="670" y="127"/>
                </a:lnTo>
                <a:lnTo>
                  <a:pt x="669" y="127"/>
                </a:lnTo>
                <a:lnTo>
                  <a:pt x="670" y="126"/>
                </a:lnTo>
                <a:lnTo>
                  <a:pt x="670" y="125"/>
                </a:lnTo>
                <a:lnTo>
                  <a:pt x="671" y="125"/>
                </a:lnTo>
                <a:lnTo>
                  <a:pt x="671" y="124"/>
                </a:lnTo>
                <a:lnTo>
                  <a:pt x="672" y="124"/>
                </a:lnTo>
                <a:lnTo>
                  <a:pt x="672" y="123"/>
                </a:lnTo>
                <a:lnTo>
                  <a:pt x="672" y="122"/>
                </a:lnTo>
                <a:lnTo>
                  <a:pt x="672" y="121"/>
                </a:lnTo>
                <a:lnTo>
                  <a:pt x="672" y="120"/>
                </a:lnTo>
                <a:lnTo>
                  <a:pt x="672" y="119"/>
                </a:lnTo>
                <a:lnTo>
                  <a:pt x="673" y="119"/>
                </a:lnTo>
                <a:lnTo>
                  <a:pt x="674" y="119"/>
                </a:lnTo>
                <a:lnTo>
                  <a:pt x="675" y="119"/>
                </a:lnTo>
                <a:lnTo>
                  <a:pt x="676" y="119"/>
                </a:lnTo>
                <a:lnTo>
                  <a:pt x="676" y="118"/>
                </a:lnTo>
                <a:lnTo>
                  <a:pt x="677" y="118"/>
                </a:lnTo>
                <a:lnTo>
                  <a:pt x="677" y="117"/>
                </a:lnTo>
                <a:lnTo>
                  <a:pt x="678" y="116"/>
                </a:lnTo>
                <a:lnTo>
                  <a:pt x="679" y="115"/>
                </a:lnTo>
                <a:lnTo>
                  <a:pt x="679" y="116"/>
                </a:lnTo>
                <a:lnTo>
                  <a:pt x="680" y="115"/>
                </a:lnTo>
                <a:lnTo>
                  <a:pt x="680" y="116"/>
                </a:lnTo>
                <a:lnTo>
                  <a:pt x="681" y="116"/>
                </a:lnTo>
                <a:lnTo>
                  <a:pt x="681" y="117"/>
                </a:lnTo>
                <a:lnTo>
                  <a:pt x="682" y="117"/>
                </a:lnTo>
                <a:lnTo>
                  <a:pt x="683" y="117"/>
                </a:lnTo>
                <a:lnTo>
                  <a:pt x="684" y="117"/>
                </a:lnTo>
                <a:lnTo>
                  <a:pt x="685" y="118"/>
                </a:lnTo>
                <a:lnTo>
                  <a:pt x="686" y="118"/>
                </a:lnTo>
                <a:lnTo>
                  <a:pt x="686" y="119"/>
                </a:lnTo>
                <a:lnTo>
                  <a:pt x="687" y="119"/>
                </a:lnTo>
                <a:lnTo>
                  <a:pt x="688" y="119"/>
                </a:lnTo>
                <a:lnTo>
                  <a:pt x="688" y="118"/>
                </a:lnTo>
                <a:lnTo>
                  <a:pt x="689" y="118"/>
                </a:lnTo>
                <a:lnTo>
                  <a:pt x="690" y="118"/>
                </a:lnTo>
                <a:lnTo>
                  <a:pt x="690" y="119"/>
                </a:lnTo>
                <a:lnTo>
                  <a:pt x="691" y="119"/>
                </a:lnTo>
                <a:lnTo>
                  <a:pt x="691" y="120"/>
                </a:lnTo>
                <a:lnTo>
                  <a:pt x="691" y="121"/>
                </a:lnTo>
                <a:lnTo>
                  <a:pt x="691" y="122"/>
                </a:lnTo>
                <a:lnTo>
                  <a:pt x="690" y="122"/>
                </a:lnTo>
                <a:lnTo>
                  <a:pt x="690" y="123"/>
                </a:lnTo>
                <a:lnTo>
                  <a:pt x="690" y="124"/>
                </a:lnTo>
                <a:lnTo>
                  <a:pt x="690" y="125"/>
                </a:lnTo>
                <a:lnTo>
                  <a:pt x="691" y="125"/>
                </a:lnTo>
                <a:lnTo>
                  <a:pt x="691" y="126"/>
                </a:lnTo>
                <a:lnTo>
                  <a:pt x="692" y="126"/>
                </a:lnTo>
                <a:lnTo>
                  <a:pt x="693" y="126"/>
                </a:lnTo>
                <a:lnTo>
                  <a:pt x="694" y="126"/>
                </a:lnTo>
                <a:lnTo>
                  <a:pt x="694" y="127"/>
                </a:lnTo>
                <a:lnTo>
                  <a:pt x="694" y="126"/>
                </a:lnTo>
                <a:lnTo>
                  <a:pt x="695" y="126"/>
                </a:lnTo>
                <a:lnTo>
                  <a:pt x="695" y="125"/>
                </a:lnTo>
                <a:lnTo>
                  <a:pt x="696" y="125"/>
                </a:lnTo>
                <a:lnTo>
                  <a:pt x="697" y="125"/>
                </a:lnTo>
                <a:lnTo>
                  <a:pt x="698" y="125"/>
                </a:lnTo>
                <a:lnTo>
                  <a:pt x="698" y="126"/>
                </a:lnTo>
                <a:lnTo>
                  <a:pt x="699" y="126"/>
                </a:lnTo>
                <a:lnTo>
                  <a:pt x="699" y="127"/>
                </a:lnTo>
                <a:lnTo>
                  <a:pt x="699" y="128"/>
                </a:lnTo>
                <a:lnTo>
                  <a:pt x="700" y="128"/>
                </a:lnTo>
                <a:lnTo>
                  <a:pt x="700" y="129"/>
                </a:lnTo>
                <a:lnTo>
                  <a:pt x="700" y="130"/>
                </a:lnTo>
                <a:lnTo>
                  <a:pt x="700" y="131"/>
                </a:lnTo>
                <a:lnTo>
                  <a:pt x="700" y="132"/>
                </a:lnTo>
                <a:lnTo>
                  <a:pt x="700" y="133"/>
                </a:lnTo>
                <a:lnTo>
                  <a:pt x="699" y="133"/>
                </a:lnTo>
                <a:lnTo>
                  <a:pt x="699" y="134"/>
                </a:lnTo>
                <a:lnTo>
                  <a:pt x="698" y="135"/>
                </a:lnTo>
                <a:lnTo>
                  <a:pt x="698" y="134"/>
                </a:lnTo>
                <a:lnTo>
                  <a:pt x="697" y="134"/>
                </a:lnTo>
                <a:lnTo>
                  <a:pt x="697" y="135"/>
                </a:lnTo>
                <a:lnTo>
                  <a:pt x="696" y="135"/>
                </a:lnTo>
                <a:lnTo>
                  <a:pt x="696" y="136"/>
                </a:lnTo>
                <a:lnTo>
                  <a:pt x="695" y="136"/>
                </a:lnTo>
                <a:lnTo>
                  <a:pt x="695" y="137"/>
                </a:lnTo>
                <a:lnTo>
                  <a:pt x="696" y="137"/>
                </a:lnTo>
                <a:lnTo>
                  <a:pt x="696" y="138"/>
                </a:lnTo>
                <a:lnTo>
                  <a:pt x="696" y="139"/>
                </a:lnTo>
                <a:lnTo>
                  <a:pt x="697" y="140"/>
                </a:lnTo>
                <a:lnTo>
                  <a:pt x="696" y="140"/>
                </a:lnTo>
                <a:lnTo>
                  <a:pt x="696" y="141"/>
                </a:lnTo>
                <a:lnTo>
                  <a:pt x="697" y="141"/>
                </a:lnTo>
                <a:lnTo>
                  <a:pt x="697" y="142"/>
                </a:lnTo>
                <a:lnTo>
                  <a:pt x="696" y="143"/>
                </a:lnTo>
                <a:lnTo>
                  <a:pt x="696" y="144"/>
                </a:lnTo>
                <a:lnTo>
                  <a:pt x="697" y="144"/>
                </a:lnTo>
                <a:lnTo>
                  <a:pt x="697" y="143"/>
                </a:lnTo>
                <a:lnTo>
                  <a:pt x="698" y="143"/>
                </a:lnTo>
                <a:lnTo>
                  <a:pt x="698" y="144"/>
                </a:lnTo>
                <a:lnTo>
                  <a:pt x="699" y="144"/>
                </a:lnTo>
                <a:lnTo>
                  <a:pt x="700" y="144"/>
                </a:lnTo>
                <a:lnTo>
                  <a:pt x="701" y="144"/>
                </a:lnTo>
                <a:lnTo>
                  <a:pt x="702" y="144"/>
                </a:lnTo>
                <a:lnTo>
                  <a:pt x="703" y="144"/>
                </a:lnTo>
                <a:lnTo>
                  <a:pt x="703" y="145"/>
                </a:lnTo>
                <a:lnTo>
                  <a:pt x="702" y="145"/>
                </a:lnTo>
                <a:lnTo>
                  <a:pt x="701" y="145"/>
                </a:lnTo>
                <a:lnTo>
                  <a:pt x="700" y="145"/>
                </a:lnTo>
                <a:lnTo>
                  <a:pt x="700" y="146"/>
                </a:lnTo>
                <a:lnTo>
                  <a:pt x="699" y="146"/>
                </a:lnTo>
                <a:lnTo>
                  <a:pt x="699" y="147"/>
                </a:lnTo>
                <a:lnTo>
                  <a:pt x="699" y="148"/>
                </a:lnTo>
                <a:lnTo>
                  <a:pt x="700" y="148"/>
                </a:lnTo>
                <a:lnTo>
                  <a:pt x="700" y="149"/>
                </a:lnTo>
                <a:lnTo>
                  <a:pt x="701" y="149"/>
                </a:lnTo>
                <a:lnTo>
                  <a:pt x="700" y="150"/>
                </a:lnTo>
                <a:lnTo>
                  <a:pt x="701" y="150"/>
                </a:lnTo>
                <a:lnTo>
                  <a:pt x="701" y="151"/>
                </a:lnTo>
                <a:lnTo>
                  <a:pt x="700" y="151"/>
                </a:lnTo>
                <a:lnTo>
                  <a:pt x="700" y="152"/>
                </a:lnTo>
                <a:lnTo>
                  <a:pt x="701" y="153"/>
                </a:lnTo>
                <a:lnTo>
                  <a:pt x="701" y="154"/>
                </a:lnTo>
                <a:lnTo>
                  <a:pt x="701" y="155"/>
                </a:lnTo>
                <a:lnTo>
                  <a:pt x="702" y="155"/>
                </a:lnTo>
                <a:lnTo>
                  <a:pt x="702" y="156"/>
                </a:lnTo>
                <a:lnTo>
                  <a:pt x="701" y="158"/>
                </a:lnTo>
                <a:lnTo>
                  <a:pt x="702" y="159"/>
                </a:lnTo>
                <a:lnTo>
                  <a:pt x="702" y="160"/>
                </a:lnTo>
                <a:lnTo>
                  <a:pt x="702" y="161"/>
                </a:lnTo>
                <a:lnTo>
                  <a:pt x="702" y="162"/>
                </a:lnTo>
                <a:lnTo>
                  <a:pt x="701" y="163"/>
                </a:lnTo>
                <a:lnTo>
                  <a:pt x="702" y="164"/>
                </a:lnTo>
                <a:lnTo>
                  <a:pt x="702" y="165"/>
                </a:lnTo>
                <a:lnTo>
                  <a:pt x="701" y="166"/>
                </a:lnTo>
                <a:lnTo>
                  <a:pt x="700" y="166"/>
                </a:lnTo>
                <a:lnTo>
                  <a:pt x="699" y="168"/>
                </a:lnTo>
                <a:lnTo>
                  <a:pt x="698" y="168"/>
                </a:lnTo>
                <a:lnTo>
                  <a:pt x="697" y="169"/>
                </a:lnTo>
                <a:lnTo>
                  <a:pt x="696" y="169"/>
                </a:lnTo>
                <a:lnTo>
                  <a:pt x="697" y="170"/>
                </a:lnTo>
                <a:lnTo>
                  <a:pt x="696" y="170"/>
                </a:lnTo>
                <a:lnTo>
                  <a:pt x="696" y="171"/>
                </a:lnTo>
                <a:lnTo>
                  <a:pt x="696" y="172"/>
                </a:lnTo>
                <a:lnTo>
                  <a:pt x="695" y="172"/>
                </a:lnTo>
                <a:lnTo>
                  <a:pt x="696" y="172"/>
                </a:lnTo>
                <a:lnTo>
                  <a:pt x="697" y="172"/>
                </a:lnTo>
                <a:lnTo>
                  <a:pt x="697" y="173"/>
                </a:lnTo>
                <a:lnTo>
                  <a:pt x="698" y="174"/>
                </a:lnTo>
                <a:lnTo>
                  <a:pt x="698" y="175"/>
                </a:lnTo>
                <a:lnTo>
                  <a:pt x="698" y="176"/>
                </a:lnTo>
                <a:lnTo>
                  <a:pt x="697" y="176"/>
                </a:lnTo>
                <a:lnTo>
                  <a:pt x="697" y="177"/>
                </a:lnTo>
                <a:lnTo>
                  <a:pt x="697" y="178"/>
                </a:lnTo>
                <a:lnTo>
                  <a:pt x="696" y="178"/>
                </a:lnTo>
                <a:lnTo>
                  <a:pt x="696" y="177"/>
                </a:lnTo>
                <a:lnTo>
                  <a:pt x="696" y="178"/>
                </a:lnTo>
                <a:lnTo>
                  <a:pt x="696" y="179"/>
                </a:lnTo>
                <a:lnTo>
                  <a:pt x="696" y="180"/>
                </a:lnTo>
                <a:lnTo>
                  <a:pt x="696" y="181"/>
                </a:lnTo>
                <a:lnTo>
                  <a:pt x="695" y="182"/>
                </a:lnTo>
                <a:lnTo>
                  <a:pt x="695" y="183"/>
                </a:lnTo>
                <a:lnTo>
                  <a:pt x="696" y="183"/>
                </a:lnTo>
                <a:lnTo>
                  <a:pt x="695" y="184"/>
                </a:lnTo>
                <a:lnTo>
                  <a:pt x="695" y="185"/>
                </a:lnTo>
                <a:lnTo>
                  <a:pt x="694" y="186"/>
                </a:lnTo>
                <a:lnTo>
                  <a:pt x="694" y="187"/>
                </a:lnTo>
                <a:lnTo>
                  <a:pt x="693" y="188"/>
                </a:lnTo>
                <a:lnTo>
                  <a:pt x="692" y="188"/>
                </a:lnTo>
                <a:lnTo>
                  <a:pt x="692" y="189"/>
                </a:lnTo>
                <a:lnTo>
                  <a:pt x="692" y="190"/>
                </a:lnTo>
                <a:lnTo>
                  <a:pt x="691" y="190"/>
                </a:lnTo>
                <a:lnTo>
                  <a:pt x="691" y="189"/>
                </a:lnTo>
                <a:lnTo>
                  <a:pt x="691" y="187"/>
                </a:lnTo>
                <a:lnTo>
                  <a:pt x="690" y="187"/>
                </a:lnTo>
                <a:lnTo>
                  <a:pt x="690" y="186"/>
                </a:lnTo>
                <a:lnTo>
                  <a:pt x="689" y="186"/>
                </a:lnTo>
                <a:lnTo>
                  <a:pt x="688" y="186"/>
                </a:lnTo>
                <a:lnTo>
                  <a:pt x="687" y="185"/>
                </a:lnTo>
                <a:lnTo>
                  <a:pt x="686" y="185"/>
                </a:lnTo>
                <a:lnTo>
                  <a:pt x="685" y="185"/>
                </a:lnTo>
                <a:lnTo>
                  <a:pt x="684" y="185"/>
                </a:lnTo>
                <a:lnTo>
                  <a:pt x="684" y="186"/>
                </a:lnTo>
                <a:lnTo>
                  <a:pt x="683" y="186"/>
                </a:lnTo>
                <a:lnTo>
                  <a:pt x="682" y="185"/>
                </a:lnTo>
                <a:lnTo>
                  <a:pt x="681" y="185"/>
                </a:lnTo>
                <a:lnTo>
                  <a:pt x="680" y="185"/>
                </a:lnTo>
                <a:lnTo>
                  <a:pt x="680" y="186"/>
                </a:lnTo>
                <a:lnTo>
                  <a:pt x="679" y="186"/>
                </a:lnTo>
                <a:lnTo>
                  <a:pt x="679" y="187"/>
                </a:lnTo>
                <a:lnTo>
                  <a:pt x="678" y="187"/>
                </a:lnTo>
                <a:lnTo>
                  <a:pt x="677" y="187"/>
                </a:lnTo>
                <a:lnTo>
                  <a:pt x="676" y="189"/>
                </a:lnTo>
                <a:lnTo>
                  <a:pt x="675" y="189"/>
                </a:lnTo>
                <a:lnTo>
                  <a:pt x="674" y="190"/>
                </a:lnTo>
                <a:lnTo>
                  <a:pt x="672" y="191"/>
                </a:lnTo>
                <a:lnTo>
                  <a:pt x="671" y="191"/>
                </a:lnTo>
                <a:lnTo>
                  <a:pt x="671" y="192"/>
                </a:lnTo>
                <a:lnTo>
                  <a:pt x="670" y="192"/>
                </a:lnTo>
                <a:lnTo>
                  <a:pt x="669" y="192"/>
                </a:lnTo>
                <a:lnTo>
                  <a:pt x="669" y="193"/>
                </a:lnTo>
                <a:lnTo>
                  <a:pt x="668" y="194"/>
                </a:lnTo>
                <a:lnTo>
                  <a:pt x="667" y="194"/>
                </a:lnTo>
                <a:lnTo>
                  <a:pt x="666" y="195"/>
                </a:lnTo>
                <a:lnTo>
                  <a:pt x="666" y="196"/>
                </a:lnTo>
                <a:lnTo>
                  <a:pt x="666" y="197"/>
                </a:lnTo>
                <a:lnTo>
                  <a:pt x="665" y="197"/>
                </a:lnTo>
                <a:lnTo>
                  <a:pt x="664" y="197"/>
                </a:lnTo>
                <a:lnTo>
                  <a:pt x="663" y="198"/>
                </a:lnTo>
                <a:lnTo>
                  <a:pt x="661" y="197"/>
                </a:lnTo>
                <a:lnTo>
                  <a:pt x="661" y="194"/>
                </a:lnTo>
                <a:lnTo>
                  <a:pt x="661" y="193"/>
                </a:lnTo>
                <a:lnTo>
                  <a:pt x="659" y="192"/>
                </a:lnTo>
                <a:lnTo>
                  <a:pt x="657" y="192"/>
                </a:lnTo>
                <a:lnTo>
                  <a:pt x="657" y="193"/>
                </a:lnTo>
                <a:lnTo>
                  <a:pt x="655" y="195"/>
                </a:lnTo>
                <a:lnTo>
                  <a:pt x="654" y="195"/>
                </a:lnTo>
                <a:lnTo>
                  <a:pt x="653" y="194"/>
                </a:lnTo>
                <a:lnTo>
                  <a:pt x="652" y="192"/>
                </a:lnTo>
                <a:lnTo>
                  <a:pt x="652" y="193"/>
                </a:lnTo>
                <a:lnTo>
                  <a:pt x="651" y="193"/>
                </a:lnTo>
                <a:lnTo>
                  <a:pt x="650" y="193"/>
                </a:lnTo>
                <a:lnTo>
                  <a:pt x="648" y="193"/>
                </a:lnTo>
                <a:lnTo>
                  <a:pt x="646" y="194"/>
                </a:lnTo>
                <a:lnTo>
                  <a:pt x="645" y="195"/>
                </a:lnTo>
                <a:lnTo>
                  <a:pt x="644" y="195"/>
                </a:lnTo>
                <a:lnTo>
                  <a:pt x="643" y="195"/>
                </a:lnTo>
                <a:lnTo>
                  <a:pt x="641" y="195"/>
                </a:lnTo>
                <a:lnTo>
                  <a:pt x="640" y="196"/>
                </a:lnTo>
                <a:lnTo>
                  <a:pt x="639" y="196"/>
                </a:lnTo>
                <a:lnTo>
                  <a:pt x="638" y="195"/>
                </a:lnTo>
                <a:lnTo>
                  <a:pt x="637" y="195"/>
                </a:lnTo>
                <a:lnTo>
                  <a:pt x="636" y="194"/>
                </a:lnTo>
                <a:lnTo>
                  <a:pt x="635" y="194"/>
                </a:lnTo>
                <a:lnTo>
                  <a:pt x="634" y="194"/>
                </a:lnTo>
                <a:lnTo>
                  <a:pt x="633" y="194"/>
                </a:lnTo>
                <a:lnTo>
                  <a:pt x="633" y="193"/>
                </a:lnTo>
                <a:lnTo>
                  <a:pt x="632" y="192"/>
                </a:lnTo>
                <a:lnTo>
                  <a:pt x="630" y="188"/>
                </a:lnTo>
                <a:lnTo>
                  <a:pt x="631" y="187"/>
                </a:lnTo>
                <a:lnTo>
                  <a:pt x="630" y="187"/>
                </a:lnTo>
                <a:lnTo>
                  <a:pt x="629" y="187"/>
                </a:lnTo>
                <a:lnTo>
                  <a:pt x="629" y="186"/>
                </a:lnTo>
                <a:lnTo>
                  <a:pt x="629" y="185"/>
                </a:lnTo>
                <a:lnTo>
                  <a:pt x="628" y="185"/>
                </a:lnTo>
                <a:lnTo>
                  <a:pt x="628" y="186"/>
                </a:lnTo>
                <a:lnTo>
                  <a:pt x="626" y="185"/>
                </a:lnTo>
                <a:lnTo>
                  <a:pt x="623" y="184"/>
                </a:lnTo>
                <a:lnTo>
                  <a:pt x="623" y="183"/>
                </a:lnTo>
                <a:lnTo>
                  <a:pt x="622" y="183"/>
                </a:lnTo>
                <a:lnTo>
                  <a:pt x="622" y="182"/>
                </a:lnTo>
                <a:lnTo>
                  <a:pt x="621" y="182"/>
                </a:lnTo>
                <a:lnTo>
                  <a:pt x="621" y="181"/>
                </a:lnTo>
                <a:lnTo>
                  <a:pt x="622" y="181"/>
                </a:lnTo>
                <a:lnTo>
                  <a:pt x="621" y="181"/>
                </a:lnTo>
                <a:lnTo>
                  <a:pt x="620" y="181"/>
                </a:lnTo>
                <a:lnTo>
                  <a:pt x="619" y="181"/>
                </a:lnTo>
                <a:lnTo>
                  <a:pt x="619" y="180"/>
                </a:lnTo>
                <a:lnTo>
                  <a:pt x="618" y="180"/>
                </a:lnTo>
                <a:lnTo>
                  <a:pt x="618" y="181"/>
                </a:lnTo>
                <a:lnTo>
                  <a:pt x="617" y="180"/>
                </a:lnTo>
                <a:lnTo>
                  <a:pt x="616" y="180"/>
                </a:lnTo>
                <a:lnTo>
                  <a:pt x="615" y="181"/>
                </a:lnTo>
                <a:lnTo>
                  <a:pt x="615" y="182"/>
                </a:lnTo>
                <a:lnTo>
                  <a:pt x="615" y="183"/>
                </a:lnTo>
                <a:lnTo>
                  <a:pt x="615" y="184"/>
                </a:lnTo>
                <a:lnTo>
                  <a:pt x="614" y="186"/>
                </a:lnTo>
                <a:lnTo>
                  <a:pt x="613" y="186"/>
                </a:lnTo>
                <a:lnTo>
                  <a:pt x="612" y="187"/>
                </a:lnTo>
                <a:lnTo>
                  <a:pt x="612" y="188"/>
                </a:lnTo>
                <a:lnTo>
                  <a:pt x="610" y="190"/>
                </a:lnTo>
                <a:lnTo>
                  <a:pt x="609" y="191"/>
                </a:lnTo>
                <a:lnTo>
                  <a:pt x="608" y="192"/>
                </a:lnTo>
                <a:lnTo>
                  <a:pt x="607" y="193"/>
                </a:lnTo>
                <a:lnTo>
                  <a:pt x="607" y="194"/>
                </a:lnTo>
                <a:lnTo>
                  <a:pt x="608" y="196"/>
                </a:lnTo>
                <a:lnTo>
                  <a:pt x="607" y="197"/>
                </a:lnTo>
                <a:lnTo>
                  <a:pt x="606" y="198"/>
                </a:lnTo>
                <a:lnTo>
                  <a:pt x="605" y="198"/>
                </a:lnTo>
                <a:lnTo>
                  <a:pt x="604" y="197"/>
                </a:lnTo>
                <a:lnTo>
                  <a:pt x="604" y="198"/>
                </a:lnTo>
                <a:lnTo>
                  <a:pt x="604" y="199"/>
                </a:lnTo>
                <a:lnTo>
                  <a:pt x="603" y="199"/>
                </a:lnTo>
                <a:lnTo>
                  <a:pt x="602" y="198"/>
                </a:lnTo>
                <a:lnTo>
                  <a:pt x="601" y="200"/>
                </a:lnTo>
                <a:lnTo>
                  <a:pt x="600" y="200"/>
                </a:lnTo>
                <a:lnTo>
                  <a:pt x="600" y="201"/>
                </a:lnTo>
                <a:lnTo>
                  <a:pt x="599" y="200"/>
                </a:lnTo>
                <a:lnTo>
                  <a:pt x="598" y="199"/>
                </a:lnTo>
                <a:lnTo>
                  <a:pt x="598" y="198"/>
                </a:lnTo>
                <a:lnTo>
                  <a:pt x="597" y="198"/>
                </a:lnTo>
                <a:lnTo>
                  <a:pt x="597" y="197"/>
                </a:lnTo>
                <a:lnTo>
                  <a:pt x="596" y="197"/>
                </a:lnTo>
                <a:lnTo>
                  <a:pt x="596" y="196"/>
                </a:lnTo>
                <a:lnTo>
                  <a:pt x="596" y="195"/>
                </a:lnTo>
                <a:lnTo>
                  <a:pt x="596" y="194"/>
                </a:lnTo>
                <a:lnTo>
                  <a:pt x="595" y="194"/>
                </a:lnTo>
                <a:lnTo>
                  <a:pt x="595" y="193"/>
                </a:lnTo>
                <a:lnTo>
                  <a:pt x="594" y="193"/>
                </a:lnTo>
                <a:lnTo>
                  <a:pt x="593" y="193"/>
                </a:lnTo>
                <a:lnTo>
                  <a:pt x="593" y="194"/>
                </a:lnTo>
                <a:lnTo>
                  <a:pt x="592" y="194"/>
                </a:lnTo>
                <a:lnTo>
                  <a:pt x="592" y="193"/>
                </a:lnTo>
                <a:lnTo>
                  <a:pt x="591" y="193"/>
                </a:lnTo>
                <a:lnTo>
                  <a:pt x="590" y="192"/>
                </a:lnTo>
                <a:lnTo>
                  <a:pt x="590" y="191"/>
                </a:lnTo>
                <a:lnTo>
                  <a:pt x="589" y="191"/>
                </a:lnTo>
                <a:lnTo>
                  <a:pt x="588" y="191"/>
                </a:lnTo>
                <a:lnTo>
                  <a:pt x="587" y="190"/>
                </a:lnTo>
                <a:lnTo>
                  <a:pt x="586" y="189"/>
                </a:lnTo>
                <a:lnTo>
                  <a:pt x="586" y="188"/>
                </a:lnTo>
                <a:lnTo>
                  <a:pt x="586" y="186"/>
                </a:lnTo>
                <a:lnTo>
                  <a:pt x="586" y="185"/>
                </a:lnTo>
                <a:lnTo>
                  <a:pt x="586" y="184"/>
                </a:lnTo>
                <a:lnTo>
                  <a:pt x="585" y="184"/>
                </a:lnTo>
                <a:lnTo>
                  <a:pt x="583" y="185"/>
                </a:lnTo>
                <a:lnTo>
                  <a:pt x="582" y="185"/>
                </a:lnTo>
                <a:lnTo>
                  <a:pt x="582" y="184"/>
                </a:lnTo>
                <a:lnTo>
                  <a:pt x="582" y="185"/>
                </a:lnTo>
                <a:lnTo>
                  <a:pt x="581" y="184"/>
                </a:lnTo>
                <a:lnTo>
                  <a:pt x="580" y="184"/>
                </a:lnTo>
                <a:lnTo>
                  <a:pt x="581" y="184"/>
                </a:lnTo>
                <a:lnTo>
                  <a:pt x="581" y="183"/>
                </a:lnTo>
                <a:lnTo>
                  <a:pt x="580" y="183"/>
                </a:lnTo>
                <a:lnTo>
                  <a:pt x="579" y="183"/>
                </a:lnTo>
                <a:lnTo>
                  <a:pt x="579" y="182"/>
                </a:lnTo>
                <a:lnTo>
                  <a:pt x="578" y="182"/>
                </a:lnTo>
                <a:lnTo>
                  <a:pt x="578" y="183"/>
                </a:lnTo>
                <a:lnTo>
                  <a:pt x="578" y="184"/>
                </a:lnTo>
                <a:lnTo>
                  <a:pt x="578" y="185"/>
                </a:lnTo>
                <a:lnTo>
                  <a:pt x="578" y="186"/>
                </a:lnTo>
                <a:lnTo>
                  <a:pt x="577" y="186"/>
                </a:lnTo>
                <a:lnTo>
                  <a:pt x="577" y="187"/>
                </a:lnTo>
                <a:lnTo>
                  <a:pt x="577" y="188"/>
                </a:lnTo>
                <a:lnTo>
                  <a:pt x="576" y="188"/>
                </a:lnTo>
                <a:lnTo>
                  <a:pt x="576" y="189"/>
                </a:lnTo>
                <a:lnTo>
                  <a:pt x="576" y="192"/>
                </a:lnTo>
                <a:lnTo>
                  <a:pt x="576" y="193"/>
                </a:lnTo>
                <a:lnTo>
                  <a:pt x="575" y="193"/>
                </a:lnTo>
                <a:lnTo>
                  <a:pt x="574" y="193"/>
                </a:lnTo>
                <a:lnTo>
                  <a:pt x="573" y="194"/>
                </a:lnTo>
                <a:lnTo>
                  <a:pt x="573" y="195"/>
                </a:lnTo>
                <a:lnTo>
                  <a:pt x="573" y="196"/>
                </a:lnTo>
                <a:lnTo>
                  <a:pt x="572" y="197"/>
                </a:lnTo>
                <a:lnTo>
                  <a:pt x="572" y="198"/>
                </a:lnTo>
                <a:lnTo>
                  <a:pt x="572" y="199"/>
                </a:lnTo>
                <a:lnTo>
                  <a:pt x="571" y="198"/>
                </a:lnTo>
                <a:lnTo>
                  <a:pt x="570" y="199"/>
                </a:lnTo>
                <a:lnTo>
                  <a:pt x="570" y="200"/>
                </a:lnTo>
                <a:lnTo>
                  <a:pt x="568" y="201"/>
                </a:lnTo>
                <a:lnTo>
                  <a:pt x="567" y="200"/>
                </a:lnTo>
                <a:lnTo>
                  <a:pt x="566" y="201"/>
                </a:lnTo>
                <a:lnTo>
                  <a:pt x="567" y="202"/>
                </a:lnTo>
                <a:lnTo>
                  <a:pt x="566" y="202"/>
                </a:lnTo>
                <a:lnTo>
                  <a:pt x="565" y="202"/>
                </a:lnTo>
                <a:lnTo>
                  <a:pt x="566" y="202"/>
                </a:lnTo>
                <a:lnTo>
                  <a:pt x="566" y="203"/>
                </a:lnTo>
                <a:lnTo>
                  <a:pt x="565" y="203"/>
                </a:lnTo>
                <a:lnTo>
                  <a:pt x="565" y="204"/>
                </a:lnTo>
                <a:lnTo>
                  <a:pt x="564" y="204"/>
                </a:lnTo>
                <a:lnTo>
                  <a:pt x="564" y="205"/>
                </a:lnTo>
                <a:lnTo>
                  <a:pt x="563" y="206"/>
                </a:lnTo>
                <a:lnTo>
                  <a:pt x="562" y="206"/>
                </a:lnTo>
                <a:lnTo>
                  <a:pt x="562" y="207"/>
                </a:lnTo>
                <a:lnTo>
                  <a:pt x="561" y="208"/>
                </a:lnTo>
                <a:lnTo>
                  <a:pt x="561" y="209"/>
                </a:lnTo>
                <a:lnTo>
                  <a:pt x="560" y="209"/>
                </a:lnTo>
                <a:lnTo>
                  <a:pt x="560" y="210"/>
                </a:lnTo>
                <a:lnTo>
                  <a:pt x="560" y="211"/>
                </a:lnTo>
                <a:lnTo>
                  <a:pt x="559" y="211"/>
                </a:lnTo>
                <a:lnTo>
                  <a:pt x="559" y="212"/>
                </a:lnTo>
                <a:lnTo>
                  <a:pt x="559" y="211"/>
                </a:lnTo>
                <a:lnTo>
                  <a:pt x="558" y="211"/>
                </a:lnTo>
                <a:lnTo>
                  <a:pt x="558" y="212"/>
                </a:lnTo>
                <a:lnTo>
                  <a:pt x="558" y="213"/>
                </a:lnTo>
                <a:lnTo>
                  <a:pt x="559" y="213"/>
                </a:lnTo>
                <a:lnTo>
                  <a:pt x="558" y="214"/>
                </a:lnTo>
                <a:lnTo>
                  <a:pt x="557" y="214"/>
                </a:lnTo>
                <a:lnTo>
                  <a:pt x="557" y="215"/>
                </a:lnTo>
                <a:lnTo>
                  <a:pt x="556" y="214"/>
                </a:lnTo>
                <a:lnTo>
                  <a:pt x="555" y="214"/>
                </a:lnTo>
                <a:lnTo>
                  <a:pt x="555" y="215"/>
                </a:lnTo>
                <a:lnTo>
                  <a:pt x="554" y="215"/>
                </a:lnTo>
                <a:lnTo>
                  <a:pt x="553" y="215"/>
                </a:lnTo>
                <a:lnTo>
                  <a:pt x="552" y="215"/>
                </a:lnTo>
                <a:lnTo>
                  <a:pt x="551" y="215"/>
                </a:lnTo>
                <a:lnTo>
                  <a:pt x="551" y="216"/>
                </a:lnTo>
                <a:lnTo>
                  <a:pt x="551" y="217"/>
                </a:lnTo>
                <a:lnTo>
                  <a:pt x="550" y="217"/>
                </a:lnTo>
                <a:lnTo>
                  <a:pt x="550" y="218"/>
                </a:lnTo>
                <a:lnTo>
                  <a:pt x="551" y="218"/>
                </a:lnTo>
                <a:lnTo>
                  <a:pt x="552" y="218"/>
                </a:lnTo>
                <a:lnTo>
                  <a:pt x="552" y="219"/>
                </a:lnTo>
                <a:lnTo>
                  <a:pt x="552" y="218"/>
                </a:lnTo>
                <a:lnTo>
                  <a:pt x="553" y="218"/>
                </a:lnTo>
                <a:lnTo>
                  <a:pt x="553" y="219"/>
                </a:lnTo>
                <a:lnTo>
                  <a:pt x="554" y="220"/>
                </a:lnTo>
                <a:lnTo>
                  <a:pt x="554" y="221"/>
                </a:lnTo>
                <a:lnTo>
                  <a:pt x="553" y="221"/>
                </a:lnTo>
                <a:lnTo>
                  <a:pt x="552" y="221"/>
                </a:lnTo>
                <a:lnTo>
                  <a:pt x="551" y="221"/>
                </a:lnTo>
                <a:lnTo>
                  <a:pt x="551" y="220"/>
                </a:lnTo>
                <a:lnTo>
                  <a:pt x="550" y="220"/>
                </a:lnTo>
                <a:lnTo>
                  <a:pt x="549" y="220"/>
                </a:lnTo>
                <a:lnTo>
                  <a:pt x="549" y="221"/>
                </a:lnTo>
                <a:lnTo>
                  <a:pt x="549" y="222"/>
                </a:lnTo>
                <a:lnTo>
                  <a:pt x="549" y="223"/>
                </a:lnTo>
                <a:lnTo>
                  <a:pt x="550" y="224"/>
                </a:lnTo>
                <a:lnTo>
                  <a:pt x="551" y="224"/>
                </a:lnTo>
                <a:lnTo>
                  <a:pt x="551" y="225"/>
                </a:lnTo>
                <a:lnTo>
                  <a:pt x="551" y="226"/>
                </a:lnTo>
                <a:lnTo>
                  <a:pt x="550" y="227"/>
                </a:lnTo>
                <a:lnTo>
                  <a:pt x="551" y="227"/>
                </a:lnTo>
                <a:lnTo>
                  <a:pt x="551" y="226"/>
                </a:lnTo>
                <a:lnTo>
                  <a:pt x="552" y="226"/>
                </a:lnTo>
                <a:lnTo>
                  <a:pt x="553" y="225"/>
                </a:lnTo>
                <a:lnTo>
                  <a:pt x="553" y="224"/>
                </a:lnTo>
                <a:lnTo>
                  <a:pt x="554" y="224"/>
                </a:lnTo>
                <a:lnTo>
                  <a:pt x="555" y="223"/>
                </a:lnTo>
                <a:lnTo>
                  <a:pt x="555" y="222"/>
                </a:lnTo>
                <a:lnTo>
                  <a:pt x="556" y="222"/>
                </a:lnTo>
                <a:lnTo>
                  <a:pt x="557" y="223"/>
                </a:lnTo>
                <a:lnTo>
                  <a:pt x="558" y="223"/>
                </a:lnTo>
                <a:lnTo>
                  <a:pt x="558" y="224"/>
                </a:lnTo>
                <a:lnTo>
                  <a:pt x="559" y="224"/>
                </a:lnTo>
                <a:lnTo>
                  <a:pt x="560" y="225"/>
                </a:lnTo>
                <a:lnTo>
                  <a:pt x="560" y="226"/>
                </a:lnTo>
                <a:lnTo>
                  <a:pt x="560" y="227"/>
                </a:lnTo>
                <a:lnTo>
                  <a:pt x="561" y="228"/>
                </a:lnTo>
                <a:lnTo>
                  <a:pt x="561" y="229"/>
                </a:lnTo>
                <a:lnTo>
                  <a:pt x="562" y="229"/>
                </a:lnTo>
                <a:lnTo>
                  <a:pt x="562" y="230"/>
                </a:lnTo>
                <a:lnTo>
                  <a:pt x="562" y="231"/>
                </a:lnTo>
                <a:lnTo>
                  <a:pt x="562" y="232"/>
                </a:lnTo>
                <a:lnTo>
                  <a:pt x="563" y="232"/>
                </a:lnTo>
                <a:lnTo>
                  <a:pt x="564" y="232"/>
                </a:lnTo>
                <a:lnTo>
                  <a:pt x="564" y="233"/>
                </a:lnTo>
                <a:lnTo>
                  <a:pt x="564" y="234"/>
                </a:lnTo>
                <a:lnTo>
                  <a:pt x="564" y="235"/>
                </a:lnTo>
                <a:lnTo>
                  <a:pt x="564" y="236"/>
                </a:lnTo>
                <a:lnTo>
                  <a:pt x="563" y="236"/>
                </a:lnTo>
                <a:lnTo>
                  <a:pt x="563" y="237"/>
                </a:lnTo>
                <a:lnTo>
                  <a:pt x="563" y="238"/>
                </a:lnTo>
                <a:lnTo>
                  <a:pt x="564" y="239"/>
                </a:lnTo>
                <a:lnTo>
                  <a:pt x="564" y="240"/>
                </a:lnTo>
                <a:lnTo>
                  <a:pt x="565" y="241"/>
                </a:lnTo>
                <a:lnTo>
                  <a:pt x="564" y="241"/>
                </a:lnTo>
                <a:lnTo>
                  <a:pt x="563" y="241"/>
                </a:lnTo>
                <a:lnTo>
                  <a:pt x="563" y="242"/>
                </a:lnTo>
                <a:lnTo>
                  <a:pt x="562" y="242"/>
                </a:lnTo>
                <a:lnTo>
                  <a:pt x="561" y="242"/>
                </a:lnTo>
                <a:lnTo>
                  <a:pt x="560" y="242"/>
                </a:lnTo>
                <a:lnTo>
                  <a:pt x="560" y="243"/>
                </a:lnTo>
                <a:lnTo>
                  <a:pt x="559" y="243"/>
                </a:lnTo>
                <a:lnTo>
                  <a:pt x="560" y="244"/>
                </a:lnTo>
                <a:lnTo>
                  <a:pt x="559" y="244"/>
                </a:lnTo>
                <a:lnTo>
                  <a:pt x="559" y="245"/>
                </a:lnTo>
                <a:lnTo>
                  <a:pt x="558" y="245"/>
                </a:lnTo>
                <a:lnTo>
                  <a:pt x="558" y="247"/>
                </a:lnTo>
                <a:lnTo>
                  <a:pt x="558" y="248"/>
                </a:lnTo>
                <a:lnTo>
                  <a:pt x="558" y="249"/>
                </a:lnTo>
                <a:lnTo>
                  <a:pt x="559" y="250"/>
                </a:lnTo>
                <a:lnTo>
                  <a:pt x="559" y="251"/>
                </a:lnTo>
                <a:lnTo>
                  <a:pt x="559" y="252"/>
                </a:lnTo>
                <a:lnTo>
                  <a:pt x="560" y="253"/>
                </a:lnTo>
                <a:lnTo>
                  <a:pt x="560" y="254"/>
                </a:lnTo>
                <a:lnTo>
                  <a:pt x="560" y="255"/>
                </a:lnTo>
                <a:lnTo>
                  <a:pt x="561" y="255"/>
                </a:lnTo>
                <a:lnTo>
                  <a:pt x="561" y="256"/>
                </a:lnTo>
                <a:lnTo>
                  <a:pt x="562" y="256"/>
                </a:lnTo>
                <a:lnTo>
                  <a:pt x="562" y="255"/>
                </a:lnTo>
                <a:lnTo>
                  <a:pt x="563" y="255"/>
                </a:lnTo>
                <a:lnTo>
                  <a:pt x="564" y="255"/>
                </a:lnTo>
                <a:lnTo>
                  <a:pt x="564" y="256"/>
                </a:lnTo>
                <a:lnTo>
                  <a:pt x="564" y="257"/>
                </a:lnTo>
                <a:lnTo>
                  <a:pt x="564" y="258"/>
                </a:lnTo>
                <a:lnTo>
                  <a:pt x="563" y="259"/>
                </a:lnTo>
                <a:lnTo>
                  <a:pt x="563" y="260"/>
                </a:lnTo>
                <a:lnTo>
                  <a:pt x="563" y="261"/>
                </a:lnTo>
                <a:lnTo>
                  <a:pt x="563" y="262"/>
                </a:lnTo>
                <a:lnTo>
                  <a:pt x="563" y="264"/>
                </a:lnTo>
                <a:lnTo>
                  <a:pt x="562" y="265"/>
                </a:lnTo>
                <a:lnTo>
                  <a:pt x="562" y="266"/>
                </a:lnTo>
                <a:lnTo>
                  <a:pt x="562" y="267"/>
                </a:lnTo>
                <a:lnTo>
                  <a:pt x="563" y="267"/>
                </a:lnTo>
                <a:lnTo>
                  <a:pt x="563" y="268"/>
                </a:lnTo>
                <a:lnTo>
                  <a:pt x="564" y="268"/>
                </a:lnTo>
                <a:lnTo>
                  <a:pt x="564" y="269"/>
                </a:lnTo>
                <a:lnTo>
                  <a:pt x="564" y="270"/>
                </a:lnTo>
                <a:lnTo>
                  <a:pt x="563" y="270"/>
                </a:lnTo>
                <a:lnTo>
                  <a:pt x="564" y="271"/>
                </a:lnTo>
                <a:lnTo>
                  <a:pt x="565" y="271"/>
                </a:lnTo>
                <a:lnTo>
                  <a:pt x="566" y="272"/>
                </a:lnTo>
                <a:lnTo>
                  <a:pt x="567" y="272"/>
                </a:lnTo>
                <a:lnTo>
                  <a:pt x="567" y="273"/>
                </a:lnTo>
                <a:lnTo>
                  <a:pt x="568" y="273"/>
                </a:lnTo>
                <a:lnTo>
                  <a:pt x="568" y="274"/>
                </a:lnTo>
                <a:lnTo>
                  <a:pt x="568" y="275"/>
                </a:lnTo>
                <a:lnTo>
                  <a:pt x="568" y="276"/>
                </a:lnTo>
                <a:lnTo>
                  <a:pt x="569" y="276"/>
                </a:lnTo>
                <a:lnTo>
                  <a:pt x="570" y="276"/>
                </a:lnTo>
                <a:lnTo>
                  <a:pt x="571" y="276"/>
                </a:lnTo>
                <a:lnTo>
                  <a:pt x="571" y="277"/>
                </a:lnTo>
                <a:lnTo>
                  <a:pt x="572" y="277"/>
                </a:lnTo>
                <a:lnTo>
                  <a:pt x="572" y="278"/>
                </a:lnTo>
                <a:lnTo>
                  <a:pt x="573" y="278"/>
                </a:lnTo>
                <a:lnTo>
                  <a:pt x="573" y="277"/>
                </a:lnTo>
                <a:lnTo>
                  <a:pt x="574" y="277"/>
                </a:lnTo>
                <a:lnTo>
                  <a:pt x="575" y="277"/>
                </a:lnTo>
                <a:lnTo>
                  <a:pt x="576" y="277"/>
                </a:lnTo>
                <a:lnTo>
                  <a:pt x="576" y="278"/>
                </a:lnTo>
                <a:lnTo>
                  <a:pt x="577" y="278"/>
                </a:lnTo>
                <a:lnTo>
                  <a:pt x="577" y="277"/>
                </a:lnTo>
                <a:lnTo>
                  <a:pt x="579" y="277"/>
                </a:lnTo>
                <a:lnTo>
                  <a:pt x="580" y="277"/>
                </a:lnTo>
                <a:lnTo>
                  <a:pt x="581" y="277"/>
                </a:lnTo>
                <a:lnTo>
                  <a:pt x="582" y="277"/>
                </a:lnTo>
                <a:lnTo>
                  <a:pt x="583" y="277"/>
                </a:lnTo>
                <a:lnTo>
                  <a:pt x="584" y="277"/>
                </a:lnTo>
                <a:lnTo>
                  <a:pt x="585" y="277"/>
                </a:lnTo>
                <a:lnTo>
                  <a:pt x="585" y="278"/>
                </a:lnTo>
                <a:lnTo>
                  <a:pt x="586" y="277"/>
                </a:lnTo>
                <a:lnTo>
                  <a:pt x="586" y="278"/>
                </a:lnTo>
                <a:lnTo>
                  <a:pt x="587" y="278"/>
                </a:lnTo>
                <a:lnTo>
                  <a:pt x="587" y="277"/>
                </a:lnTo>
                <a:lnTo>
                  <a:pt x="587" y="278"/>
                </a:lnTo>
                <a:lnTo>
                  <a:pt x="588" y="278"/>
                </a:lnTo>
                <a:lnTo>
                  <a:pt x="588" y="277"/>
                </a:lnTo>
                <a:lnTo>
                  <a:pt x="589" y="278"/>
                </a:lnTo>
                <a:lnTo>
                  <a:pt x="590" y="278"/>
                </a:lnTo>
                <a:lnTo>
                  <a:pt x="590" y="277"/>
                </a:lnTo>
                <a:lnTo>
                  <a:pt x="591" y="277"/>
                </a:lnTo>
                <a:lnTo>
                  <a:pt x="591" y="276"/>
                </a:lnTo>
                <a:lnTo>
                  <a:pt x="591" y="275"/>
                </a:lnTo>
                <a:lnTo>
                  <a:pt x="591" y="274"/>
                </a:lnTo>
                <a:lnTo>
                  <a:pt x="590" y="274"/>
                </a:lnTo>
                <a:lnTo>
                  <a:pt x="590" y="273"/>
                </a:lnTo>
                <a:lnTo>
                  <a:pt x="591" y="271"/>
                </a:lnTo>
                <a:lnTo>
                  <a:pt x="592" y="271"/>
                </a:lnTo>
                <a:lnTo>
                  <a:pt x="592" y="270"/>
                </a:lnTo>
                <a:lnTo>
                  <a:pt x="593" y="269"/>
                </a:lnTo>
                <a:lnTo>
                  <a:pt x="594" y="268"/>
                </a:lnTo>
                <a:lnTo>
                  <a:pt x="594" y="267"/>
                </a:lnTo>
                <a:lnTo>
                  <a:pt x="595" y="266"/>
                </a:lnTo>
                <a:lnTo>
                  <a:pt x="595" y="265"/>
                </a:lnTo>
                <a:lnTo>
                  <a:pt x="596" y="264"/>
                </a:lnTo>
                <a:lnTo>
                  <a:pt x="597" y="264"/>
                </a:lnTo>
                <a:lnTo>
                  <a:pt x="598" y="264"/>
                </a:lnTo>
                <a:lnTo>
                  <a:pt x="599" y="264"/>
                </a:lnTo>
                <a:lnTo>
                  <a:pt x="600" y="264"/>
                </a:lnTo>
                <a:lnTo>
                  <a:pt x="600" y="265"/>
                </a:lnTo>
                <a:lnTo>
                  <a:pt x="601" y="265"/>
                </a:lnTo>
                <a:lnTo>
                  <a:pt x="602" y="265"/>
                </a:lnTo>
                <a:lnTo>
                  <a:pt x="603" y="266"/>
                </a:lnTo>
                <a:lnTo>
                  <a:pt x="604" y="266"/>
                </a:lnTo>
                <a:lnTo>
                  <a:pt x="605" y="266"/>
                </a:lnTo>
                <a:lnTo>
                  <a:pt x="605" y="267"/>
                </a:lnTo>
                <a:lnTo>
                  <a:pt x="605" y="266"/>
                </a:lnTo>
                <a:lnTo>
                  <a:pt x="606" y="266"/>
                </a:lnTo>
                <a:lnTo>
                  <a:pt x="607" y="266"/>
                </a:lnTo>
                <a:lnTo>
                  <a:pt x="608" y="267"/>
                </a:lnTo>
                <a:lnTo>
                  <a:pt x="608" y="266"/>
                </a:lnTo>
                <a:lnTo>
                  <a:pt x="608" y="267"/>
                </a:lnTo>
                <a:lnTo>
                  <a:pt x="609" y="267"/>
                </a:lnTo>
                <a:lnTo>
                  <a:pt x="609" y="266"/>
                </a:lnTo>
                <a:lnTo>
                  <a:pt x="609" y="265"/>
                </a:lnTo>
                <a:lnTo>
                  <a:pt x="611" y="265"/>
                </a:lnTo>
                <a:lnTo>
                  <a:pt x="611" y="266"/>
                </a:lnTo>
                <a:lnTo>
                  <a:pt x="612" y="266"/>
                </a:lnTo>
                <a:lnTo>
                  <a:pt x="612" y="267"/>
                </a:lnTo>
                <a:lnTo>
                  <a:pt x="613" y="267"/>
                </a:lnTo>
                <a:lnTo>
                  <a:pt x="614" y="267"/>
                </a:lnTo>
                <a:lnTo>
                  <a:pt x="615" y="267"/>
                </a:lnTo>
                <a:lnTo>
                  <a:pt x="616" y="267"/>
                </a:lnTo>
                <a:lnTo>
                  <a:pt x="616" y="266"/>
                </a:lnTo>
                <a:lnTo>
                  <a:pt x="617" y="266"/>
                </a:lnTo>
                <a:lnTo>
                  <a:pt x="617" y="265"/>
                </a:lnTo>
                <a:lnTo>
                  <a:pt x="617" y="264"/>
                </a:lnTo>
                <a:lnTo>
                  <a:pt x="618" y="264"/>
                </a:lnTo>
                <a:lnTo>
                  <a:pt x="619" y="264"/>
                </a:lnTo>
                <a:lnTo>
                  <a:pt x="619" y="263"/>
                </a:lnTo>
                <a:lnTo>
                  <a:pt x="619" y="262"/>
                </a:lnTo>
                <a:lnTo>
                  <a:pt x="620" y="261"/>
                </a:lnTo>
                <a:lnTo>
                  <a:pt x="620" y="260"/>
                </a:lnTo>
                <a:lnTo>
                  <a:pt x="620" y="258"/>
                </a:lnTo>
                <a:lnTo>
                  <a:pt x="620" y="257"/>
                </a:lnTo>
                <a:lnTo>
                  <a:pt x="621" y="257"/>
                </a:lnTo>
                <a:lnTo>
                  <a:pt x="622" y="257"/>
                </a:lnTo>
                <a:lnTo>
                  <a:pt x="623" y="258"/>
                </a:lnTo>
                <a:lnTo>
                  <a:pt x="622" y="258"/>
                </a:lnTo>
                <a:lnTo>
                  <a:pt x="623" y="259"/>
                </a:lnTo>
                <a:lnTo>
                  <a:pt x="624" y="260"/>
                </a:lnTo>
                <a:lnTo>
                  <a:pt x="624" y="261"/>
                </a:lnTo>
                <a:lnTo>
                  <a:pt x="625" y="261"/>
                </a:lnTo>
                <a:lnTo>
                  <a:pt x="625" y="262"/>
                </a:lnTo>
                <a:lnTo>
                  <a:pt x="626" y="262"/>
                </a:lnTo>
                <a:lnTo>
                  <a:pt x="626" y="263"/>
                </a:lnTo>
                <a:lnTo>
                  <a:pt x="627" y="264"/>
                </a:lnTo>
                <a:lnTo>
                  <a:pt x="626" y="264"/>
                </a:lnTo>
                <a:lnTo>
                  <a:pt x="626" y="265"/>
                </a:lnTo>
                <a:lnTo>
                  <a:pt x="626" y="266"/>
                </a:lnTo>
                <a:lnTo>
                  <a:pt x="626" y="267"/>
                </a:lnTo>
                <a:lnTo>
                  <a:pt x="626" y="268"/>
                </a:lnTo>
                <a:lnTo>
                  <a:pt x="626" y="269"/>
                </a:lnTo>
                <a:lnTo>
                  <a:pt x="627" y="270"/>
                </a:lnTo>
                <a:lnTo>
                  <a:pt x="628" y="271"/>
                </a:lnTo>
                <a:lnTo>
                  <a:pt x="629" y="270"/>
                </a:lnTo>
                <a:lnTo>
                  <a:pt x="630" y="270"/>
                </a:lnTo>
                <a:lnTo>
                  <a:pt x="632" y="270"/>
                </a:lnTo>
                <a:lnTo>
                  <a:pt x="633" y="270"/>
                </a:lnTo>
                <a:lnTo>
                  <a:pt x="634" y="270"/>
                </a:lnTo>
                <a:lnTo>
                  <a:pt x="635" y="270"/>
                </a:lnTo>
                <a:lnTo>
                  <a:pt x="636" y="271"/>
                </a:lnTo>
                <a:lnTo>
                  <a:pt x="636" y="272"/>
                </a:lnTo>
                <a:lnTo>
                  <a:pt x="637" y="272"/>
                </a:lnTo>
                <a:lnTo>
                  <a:pt x="637" y="273"/>
                </a:lnTo>
                <a:lnTo>
                  <a:pt x="636" y="274"/>
                </a:lnTo>
                <a:lnTo>
                  <a:pt x="636" y="275"/>
                </a:lnTo>
                <a:lnTo>
                  <a:pt x="636" y="276"/>
                </a:lnTo>
                <a:lnTo>
                  <a:pt x="637" y="276"/>
                </a:lnTo>
                <a:lnTo>
                  <a:pt x="638" y="277"/>
                </a:lnTo>
                <a:lnTo>
                  <a:pt x="639" y="277"/>
                </a:lnTo>
                <a:lnTo>
                  <a:pt x="639" y="278"/>
                </a:lnTo>
                <a:lnTo>
                  <a:pt x="640" y="278"/>
                </a:lnTo>
                <a:lnTo>
                  <a:pt x="640" y="279"/>
                </a:lnTo>
                <a:lnTo>
                  <a:pt x="641" y="280"/>
                </a:lnTo>
                <a:lnTo>
                  <a:pt x="642" y="281"/>
                </a:lnTo>
                <a:lnTo>
                  <a:pt x="642" y="282"/>
                </a:lnTo>
                <a:lnTo>
                  <a:pt x="641" y="283"/>
                </a:lnTo>
                <a:lnTo>
                  <a:pt x="641" y="284"/>
                </a:lnTo>
                <a:lnTo>
                  <a:pt x="642" y="285"/>
                </a:lnTo>
                <a:lnTo>
                  <a:pt x="643" y="285"/>
                </a:lnTo>
                <a:lnTo>
                  <a:pt x="644" y="285"/>
                </a:lnTo>
                <a:lnTo>
                  <a:pt x="644" y="286"/>
                </a:lnTo>
                <a:lnTo>
                  <a:pt x="645" y="288"/>
                </a:lnTo>
                <a:lnTo>
                  <a:pt x="644" y="289"/>
                </a:lnTo>
                <a:lnTo>
                  <a:pt x="645" y="290"/>
                </a:lnTo>
                <a:lnTo>
                  <a:pt x="646" y="291"/>
                </a:lnTo>
                <a:lnTo>
                  <a:pt x="646" y="292"/>
                </a:lnTo>
                <a:lnTo>
                  <a:pt x="646" y="293"/>
                </a:lnTo>
                <a:lnTo>
                  <a:pt x="645" y="293"/>
                </a:lnTo>
                <a:lnTo>
                  <a:pt x="644" y="293"/>
                </a:lnTo>
                <a:lnTo>
                  <a:pt x="644" y="294"/>
                </a:lnTo>
                <a:lnTo>
                  <a:pt x="644" y="295"/>
                </a:lnTo>
                <a:lnTo>
                  <a:pt x="644" y="296"/>
                </a:lnTo>
                <a:lnTo>
                  <a:pt x="643" y="296"/>
                </a:lnTo>
                <a:lnTo>
                  <a:pt x="641" y="296"/>
                </a:lnTo>
                <a:lnTo>
                  <a:pt x="640" y="296"/>
                </a:lnTo>
                <a:lnTo>
                  <a:pt x="640" y="297"/>
                </a:lnTo>
                <a:lnTo>
                  <a:pt x="639" y="297"/>
                </a:lnTo>
                <a:lnTo>
                  <a:pt x="638" y="298"/>
                </a:lnTo>
                <a:lnTo>
                  <a:pt x="637" y="299"/>
                </a:lnTo>
                <a:lnTo>
                  <a:pt x="637" y="300"/>
                </a:lnTo>
                <a:lnTo>
                  <a:pt x="636" y="300"/>
                </a:lnTo>
                <a:lnTo>
                  <a:pt x="636" y="301"/>
                </a:lnTo>
                <a:lnTo>
                  <a:pt x="635" y="301"/>
                </a:lnTo>
                <a:lnTo>
                  <a:pt x="635" y="302"/>
                </a:lnTo>
                <a:lnTo>
                  <a:pt x="634" y="302"/>
                </a:lnTo>
                <a:lnTo>
                  <a:pt x="634" y="303"/>
                </a:lnTo>
                <a:lnTo>
                  <a:pt x="634" y="304"/>
                </a:lnTo>
                <a:lnTo>
                  <a:pt x="633" y="304"/>
                </a:lnTo>
                <a:lnTo>
                  <a:pt x="633" y="305"/>
                </a:lnTo>
                <a:lnTo>
                  <a:pt x="634" y="306"/>
                </a:lnTo>
                <a:lnTo>
                  <a:pt x="634" y="307"/>
                </a:lnTo>
                <a:lnTo>
                  <a:pt x="634" y="308"/>
                </a:lnTo>
                <a:lnTo>
                  <a:pt x="633" y="308"/>
                </a:lnTo>
                <a:lnTo>
                  <a:pt x="633" y="309"/>
                </a:lnTo>
                <a:lnTo>
                  <a:pt x="633" y="310"/>
                </a:lnTo>
                <a:lnTo>
                  <a:pt x="632" y="311"/>
                </a:lnTo>
                <a:lnTo>
                  <a:pt x="632" y="312"/>
                </a:lnTo>
                <a:lnTo>
                  <a:pt x="631" y="313"/>
                </a:lnTo>
                <a:lnTo>
                  <a:pt x="631" y="314"/>
                </a:lnTo>
                <a:lnTo>
                  <a:pt x="631" y="315"/>
                </a:lnTo>
                <a:lnTo>
                  <a:pt x="631" y="316"/>
                </a:lnTo>
                <a:lnTo>
                  <a:pt x="632" y="317"/>
                </a:lnTo>
                <a:lnTo>
                  <a:pt x="632" y="318"/>
                </a:lnTo>
                <a:lnTo>
                  <a:pt x="632" y="319"/>
                </a:lnTo>
                <a:lnTo>
                  <a:pt x="632" y="320"/>
                </a:lnTo>
                <a:lnTo>
                  <a:pt x="631" y="321"/>
                </a:lnTo>
                <a:lnTo>
                  <a:pt x="630" y="322"/>
                </a:lnTo>
                <a:lnTo>
                  <a:pt x="629" y="323"/>
                </a:lnTo>
                <a:lnTo>
                  <a:pt x="628" y="323"/>
                </a:lnTo>
                <a:lnTo>
                  <a:pt x="628" y="322"/>
                </a:lnTo>
                <a:lnTo>
                  <a:pt x="627" y="322"/>
                </a:lnTo>
                <a:lnTo>
                  <a:pt x="627" y="321"/>
                </a:lnTo>
                <a:lnTo>
                  <a:pt x="626" y="321"/>
                </a:lnTo>
                <a:lnTo>
                  <a:pt x="626" y="322"/>
                </a:lnTo>
                <a:lnTo>
                  <a:pt x="626" y="323"/>
                </a:lnTo>
                <a:lnTo>
                  <a:pt x="627" y="324"/>
                </a:lnTo>
                <a:lnTo>
                  <a:pt x="627" y="325"/>
                </a:lnTo>
                <a:lnTo>
                  <a:pt x="627" y="326"/>
                </a:lnTo>
                <a:lnTo>
                  <a:pt x="626" y="327"/>
                </a:lnTo>
                <a:lnTo>
                  <a:pt x="626" y="328"/>
                </a:lnTo>
                <a:lnTo>
                  <a:pt x="626" y="329"/>
                </a:lnTo>
                <a:lnTo>
                  <a:pt x="627" y="329"/>
                </a:lnTo>
                <a:lnTo>
                  <a:pt x="626" y="329"/>
                </a:lnTo>
                <a:lnTo>
                  <a:pt x="626" y="330"/>
                </a:lnTo>
                <a:lnTo>
                  <a:pt x="626" y="331"/>
                </a:lnTo>
                <a:lnTo>
                  <a:pt x="626" y="332"/>
                </a:lnTo>
                <a:lnTo>
                  <a:pt x="625" y="333"/>
                </a:lnTo>
                <a:lnTo>
                  <a:pt x="625" y="334"/>
                </a:lnTo>
                <a:lnTo>
                  <a:pt x="624" y="334"/>
                </a:lnTo>
                <a:lnTo>
                  <a:pt x="624" y="335"/>
                </a:lnTo>
                <a:lnTo>
                  <a:pt x="624" y="336"/>
                </a:lnTo>
                <a:lnTo>
                  <a:pt x="625" y="336"/>
                </a:lnTo>
                <a:lnTo>
                  <a:pt x="624" y="336"/>
                </a:lnTo>
                <a:lnTo>
                  <a:pt x="624" y="337"/>
                </a:lnTo>
                <a:lnTo>
                  <a:pt x="623" y="338"/>
                </a:lnTo>
                <a:lnTo>
                  <a:pt x="622" y="338"/>
                </a:lnTo>
                <a:lnTo>
                  <a:pt x="622" y="339"/>
                </a:lnTo>
                <a:lnTo>
                  <a:pt x="622" y="340"/>
                </a:lnTo>
                <a:lnTo>
                  <a:pt x="622" y="341"/>
                </a:lnTo>
                <a:lnTo>
                  <a:pt x="623" y="341"/>
                </a:lnTo>
                <a:lnTo>
                  <a:pt x="624" y="341"/>
                </a:lnTo>
                <a:lnTo>
                  <a:pt x="624" y="342"/>
                </a:lnTo>
                <a:lnTo>
                  <a:pt x="624" y="343"/>
                </a:lnTo>
                <a:lnTo>
                  <a:pt x="624" y="344"/>
                </a:lnTo>
                <a:lnTo>
                  <a:pt x="623" y="344"/>
                </a:lnTo>
                <a:lnTo>
                  <a:pt x="623" y="345"/>
                </a:lnTo>
                <a:lnTo>
                  <a:pt x="623" y="346"/>
                </a:lnTo>
                <a:lnTo>
                  <a:pt x="623" y="347"/>
                </a:lnTo>
                <a:lnTo>
                  <a:pt x="623" y="348"/>
                </a:lnTo>
                <a:lnTo>
                  <a:pt x="623" y="349"/>
                </a:lnTo>
                <a:lnTo>
                  <a:pt x="622" y="349"/>
                </a:lnTo>
                <a:lnTo>
                  <a:pt x="622" y="350"/>
                </a:lnTo>
                <a:lnTo>
                  <a:pt x="622" y="351"/>
                </a:lnTo>
                <a:lnTo>
                  <a:pt x="621" y="351"/>
                </a:lnTo>
                <a:lnTo>
                  <a:pt x="621" y="352"/>
                </a:lnTo>
                <a:lnTo>
                  <a:pt x="620" y="353"/>
                </a:lnTo>
                <a:lnTo>
                  <a:pt x="620" y="354"/>
                </a:lnTo>
                <a:lnTo>
                  <a:pt x="620" y="355"/>
                </a:lnTo>
                <a:lnTo>
                  <a:pt x="620" y="354"/>
                </a:lnTo>
                <a:lnTo>
                  <a:pt x="619" y="355"/>
                </a:lnTo>
                <a:lnTo>
                  <a:pt x="619" y="356"/>
                </a:lnTo>
                <a:lnTo>
                  <a:pt x="619" y="357"/>
                </a:lnTo>
                <a:lnTo>
                  <a:pt x="618" y="357"/>
                </a:lnTo>
                <a:lnTo>
                  <a:pt x="618" y="358"/>
                </a:lnTo>
                <a:lnTo>
                  <a:pt x="617" y="358"/>
                </a:lnTo>
                <a:lnTo>
                  <a:pt x="616" y="357"/>
                </a:lnTo>
                <a:lnTo>
                  <a:pt x="616" y="356"/>
                </a:lnTo>
                <a:lnTo>
                  <a:pt x="615" y="356"/>
                </a:lnTo>
                <a:lnTo>
                  <a:pt x="615" y="355"/>
                </a:lnTo>
                <a:lnTo>
                  <a:pt x="614" y="354"/>
                </a:lnTo>
                <a:lnTo>
                  <a:pt x="614" y="355"/>
                </a:lnTo>
                <a:lnTo>
                  <a:pt x="614" y="356"/>
                </a:lnTo>
                <a:lnTo>
                  <a:pt x="614" y="357"/>
                </a:lnTo>
                <a:lnTo>
                  <a:pt x="613" y="357"/>
                </a:lnTo>
                <a:lnTo>
                  <a:pt x="613" y="358"/>
                </a:lnTo>
                <a:lnTo>
                  <a:pt x="614" y="358"/>
                </a:lnTo>
                <a:lnTo>
                  <a:pt x="613" y="359"/>
                </a:lnTo>
                <a:lnTo>
                  <a:pt x="613" y="360"/>
                </a:lnTo>
                <a:lnTo>
                  <a:pt x="614" y="360"/>
                </a:lnTo>
                <a:lnTo>
                  <a:pt x="613" y="361"/>
                </a:lnTo>
                <a:lnTo>
                  <a:pt x="613" y="364"/>
                </a:lnTo>
                <a:lnTo>
                  <a:pt x="612" y="365"/>
                </a:lnTo>
                <a:lnTo>
                  <a:pt x="613" y="365"/>
                </a:lnTo>
                <a:lnTo>
                  <a:pt x="614" y="367"/>
                </a:lnTo>
                <a:lnTo>
                  <a:pt x="613" y="368"/>
                </a:lnTo>
                <a:lnTo>
                  <a:pt x="613" y="369"/>
                </a:lnTo>
                <a:lnTo>
                  <a:pt x="614" y="369"/>
                </a:lnTo>
                <a:lnTo>
                  <a:pt x="615" y="371"/>
                </a:lnTo>
                <a:lnTo>
                  <a:pt x="616" y="371"/>
                </a:lnTo>
                <a:lnTo>
                  <a:pt x="617" y="371"/>
                </a:lnTo>
                <a:lnTo>
                  <a:pt x="618" y="372"/>
                </a:lnTo>
                <a:lnTo>
                  <a:pt x="618" y="373"/>
                </a:lnTo>
                <a:lnTo>
                  <a:pt x="617" y="373"/>
                </a:lnTo>
                <a:lnTo>
                  <a:pt x="617" y="374"/>
                </a:lnTo>
                <a:lnTo>
                  <a:pt x="617" y="373"/>
                </a:lnTo>
                <a:lnTo>
                  <a:pt x="618" y="373"/>
                </a:lnTo>
                <a:lnTo>
                  <a:pt x="619" y="372"/>
                </a:lnTo>
                <a:lnTo>
                  <a:pt x="619" y="373"/>
                </a:lnTo>
                <a:lnTo>
                  <a:pt x="619" y="372"/>
                </a:lnTo>
                <a:lnTo>
                  <a:pt x="621" y="372"/>
                </a:lnTo>
                <a:lnTo>
                  <a:pt x="622" y="373"/>
                </a:lnTo>
                <a:lnTo>
                  <a:pt x="623" y="373"/>
                </a:lnTo>
                <a:lnTo>
                  <a:pt x="623" y="374"/>
                </a:lnTo>
                <a:lnTo>
                  <a:pt x="623" y="375"/>
                </a:lnTo>
                <a:lnTo>
                  <a:pt x="624" y="376"/>
                </a:lnTo>
                <a:lnTo>
                  <a:pt x="623" y="376"/>
                </a:lnTo>
                <a:lnTo>
                  <a:pt x="623" y="377"/>
                </a:lnTo>
                <a:lnTo>
                  <a:pt x="624" y="377"/>
                </a:lnTo>
                <a:lnTo>
                  <a:pt x="623" y="377"/>
                </a:lnTo>
                <a:lnTo>
                  <a:pt x="624" y="377"/>
                </a:lnTo>
                <a:lnTo>
                  <a:pt x="623" y="378"/>
                </a:lnTo>
                <a:lnTo>
                  <a:pt x="624" y="378"/>
                </a:lnTo>
                <a:lnTo>
                  <a:pt x="624" y="379"/>
                </a:lnTo>
                <a:lnTo>
                  <a:pt x="624" y="380"/>
                </a:lnTo>
                <a:lnTo>
                  <a:pt x="623" y="380"/>
                </a:lnTo>
                <a:lnTo>
                  <a:pt x="623" y="381"/>
                </a:lnTo>
                <a:lnTo>
                  <a:pt x="622" y="381"/>
                </a:lnTo>
                <a:lnTo>
                  <a:pt x="622" y="382"/>
                </a:lnTo>
                <a:lnTo>
                  <a:pt x="623" y="382"/>
                </a:lnTo>
                <a:lnTo>
                  <a:pt x="623" y="383"/>
                </a:lnTo>
                <a:lnTo>
                  <a:pt x="624" y="383"/>
                </a:lnTo>
                <a:lnTo>
                  <a:pt x="624" y="384"/>
                </a:lnTo>
                <a:lnTo>
                  <a:pt x="625" y="384"/>
                </a:lnTo>
                <a:lnTo>
                  <a:pt x="625" y="382"/>
                </a:lnTo>
                <a:lnTo>
                  <a:pt x="626" y="382"/>
                </a:lnTo>
                <a:lnTo>
                  <a:pt x="627" y="382"/>
                </a:lnTo>
                <a:lnTo>
                  <a:pt x="628" y="382"/>
                </a:lnTo>
                <a:lnTo>
                  <a:pt x="629" y="381"/>
                </a:lnTo>
                <a:lnTo>
                  <a:pt x="630" y="380"/>
                </a:lnTo>
                <a:lnTo>
                  <a:pt x="631" y="379"/>
                </a:lnTo>
                <a:lnTo>
                  <a:pt x="632" y="379"/>
                </a:lnTo>
                <a:lnTo>
                  <a:pt x="633" y="379"/>
                </a:lnTo>
                <a:lnTo>
                  <a:pt x="633" y="380"/>
                </a:lnTo>
                <a:lnTo>
                  <a:pt x="634" y="380"/>
                </a:lnTo>
                <a:lnTo>
                  <a:pt x="634" y="379"/>
                </a:lnTo>
                <a:lnTo>
                  <a:pt x="633" y="379"/>
                </a:lnTo>
                <a:lnTo>
                  <a:pt x="634" y="379"/>
                </a:lnTo>
                <a:lnTo>
                  <a:pt x="634" y="378"/>
                </a:lnTo>
                <a:lnTo>
                  <a:pt x="634" y="379"/>
                </a:lnTo>
                <a:lnTo>
                  <a:pt x="634" y="380"/>
                </a:lnTo>
                <a:lnTo>
                  <a:pt x="634" y="381"/>
                </a:lnTo>
                <a:lnTo>
                  <a:pt x="634" y="383"/>
                </a:lnTo>
                <a:lnTo>
                  <a:pt x="634" y="384"/>
                </a:lnTo>
                <a:lnTo>
                  <a:pt x="634" y="385"/>
                </a:lnTo>
                <a:lnTo>
                  <a:pt x="633" y="385"/>
                </a:lnTo>
                <a:lnTo>
                  <a:pt x="633" y="386"/>
                </a:lnTo>
                <a:lnTo>
                  <a:pt x="634" y="386"/>
                </a:lnTo>
                <a:lnTo>
                  <a:pt x="634" y="387"/>
                </a:lnTo>
                <a:lnTo>
                  <a:pt x="634" y="388"/>
                </a:lnTo>
                <a:lnTo>
                  <a:pt x="634" y="389"/>
                </a:lnTo>
                <a:lnTo>
                  <a:pt x="633" y="389"/>
                </a:lnTo>
                <a:lnTo>
                  <a:pt x="634" y="390"/>
                </a:lnTo>
                <a:lnTo>
                  <a:pt x="633" y="390"/>
                </a:lnTo>
                <a:lnTo>
                  <a:pt x="633" y="391"/>
                </a:lnTo>
                <a:lnTo>
                  <a:pt x="634" y="392"/>
                </a:lnTo>
                <a:lnTo>
                  <a:pt x="635" y="392"/>
                </a:lnTo>
                <a:lnTo>
                  <a:pt x="636" y="391"/>
                </a:lnTo>
                <a:lnTo>
                  <a:pt x="637" y="392"/>
                </a:lnTo>
                <a:lnTo>
                  <a:pt x="638" y="393"/>
                </a:lnTo>
                <a:lnTo>
                  <a:pt x="639" y="394"/>
                </a:lnTo>
                <a:lnTo>
                  <a:pt x="639" y="395"/>
                </a:lnTo>
                <a:lnTo>
                  <a:pt x="640" y="395"/>
                </a:lnTo>
                <a:lnTo>
                  <a:pt x="641" y="395"/>
                </a:lnTo>
                <a:lnTo>
                  <a:pt x="642" y="395"/>
                </a:lnTo>
                <a:lnTo>
                  <a:pt x="642" y="396"/>
                </a:lnTo>
                <a:lnTo>
                  <a:pt x="643" y="396"/>
                </a:lnTo>
                <a:lnTo>
                  <a:pt x="642" y="396"/>
                </a:lnTo>
                <a:lnTo>
                  <a:pt x="643" y="397"/>
                </a:lnTo>
                <a:lnTo>
                  <a:pt x="643" y="398"/>
                </a:lnTo>
                <a:lnTo>
                  <a:pt x="643" y="399"/>
                </a:lnTo>
                <a:lnTo>
                  <a:pt x="643" y="400"/>
                </a:lnTo>
                <a:lnTo>
                  <a:pt x="643" y="401"/>
                </a:lnTo>
                <a:lnTo>
                  <a:pt x="643" y="402"/>
                </a:lnTo>
                <a:lnTo>
                  <a:pt x="642" y="402"/>
                </a:lnTo>
                <a:lnTo>
                  <a:pt x="643" y="403"/>
                </a:lnTo>
                <a:lnTo>
                  <a:pt x="644" y="403"/>
                </a:lnTo>
                <a:lnTo>
                  <a:pt x="644" y="404"/>
                </a:lnTo>
                <a:lnTo>
                  <a:pt x="645" y="403"/>
                </a:lnTo>
                <a:lnTo>
                  <a:pt x="645" y="402"/>
                </a:lnTo>
                <a:lnTo>
                  <a:pt x="645" y="403"/>
                </a:lnTo>
                <a:lnTo>
                  <a:pt x="646" y="402"/>
                </a:lnTo>
                <a:lnTo>
                  <a:pt x="647" y="402"/>
                </a:lnTo>
                <a:lnTo>
                  <a:pt x="648" y="402"/>
                </a:lnTo>
                <a:lnTo>
                  <a:pt x="648" y="403"/>
                </a:lnTo>
                <a:lnTo>
                  <a:pt x="648" y="404"/>
                </a:lnTo>
                <a:lnTo>
                  <a:pt x="649" y="404"/>
                </a:lnTo>
                <a:lnTo>
                  <a:pt x="650" y="404"/>
                </a:lnTo>
                <a:lnTo>
                  <a:pt x="650" y="405"/>
                </a:lnTo>
                <a:lnTo>
                  <a:pt x="651" y="405"/>
                </a:lnTo>
                <a:lnTo>
                  <a:pt x="652" y="405"/>
                </a:lnTo>
                <a:lnTo>
                  <a:pt x="653" y="405"/>
                </a:lnTo>
                <a:lnTo>
                  <a:pt x="652" y="405"/>
                </a:lnTo>
                <a:lnTo>
                  <a:pt x="653" y="404"/>
                </a:lnTo>
                <a:lnTo>
                  <a:pt x="654" y="404"/>
                </a:lnTo>
                <a:lnTo>
                  <a:pt x="655" y="404"/>
                </a:lnTo>
                <a:lnTo>
                  <a:pt x="655" y="405"/>
                </a:lnTo>
                <a:lnTo>
                  <a:pt x="655" y="406"/>
                </a:lnTo>
                <a:lnTo>
                  <a:pt x="656" y="406"/>
                </a:lnTo>
                <a:lnTo>
                  <a:pt x="656" y="407"/>
                </a:lnTo>
                <a:lnTo>
                  <a:pt x="656" y="406"/>
                </a:lnTo>
                <a:lnTo>
                  <a:pt x="657" y="406"/>
                </a:lnTo>
                <a:lnTo>
                  <a:pt x="657" y="405"/>
                </a:lnTo>
                <a:lnTo>
                  <a:pt x="658" y="405"/>
                </a:lnTo>
                <a:lnTo>
                  <a:pt x="658" y="406"/>
                </a:lnTo>
                <a:lnTo>
                  <a:pt x="658" y="407"/>
                </a:lnTo>
                <a:lnTo>
                  <a:pt x="659" y="408"/>
                </a:lnTo>
                <a:lnTo>
                  <a:pt x="658" y="408"/>
                </a:lnTo>
                <a:lnTo>
                  <a:pt x="658" y="409"/>
                </a:lnTo>
                <a:lnTo>
                  <a:pt x="657" y="409"/>
                </a:lnTo>
                <a:lnTo>
                  <a:pt x="657" y="410"/>
                </a:lnTo>
                <a:lnTo>
                  <a:pt x="657" y="411"/>
                </a:lnTo>
                <a:lnTo>
                  <a:pt x="658" y="412"/>
                </a:lnTo>
                <a:lnTo>
                  <a:pt x="657" y="413"/>
                </a:lnTo>
                <a:lnTo>
                  <a:pt x="658" y="414"/>
                </a:lnTo>
                <a:lnTo>
                  <a:pt x="658" y="415"/>
                </a:lnTo>
                <a:lnTo>
                  <a:pt x="658" y="416"/>
                </a:lnTo>
                <a:lnTo>
                  <a:pt x="657" y="416"/>
                </a:lnTo>
                <a:lnTo>
                  <a:pt x="656" y="415"/>
                </a:lnTo>
                <a:lnTo>
                  <a:pt x="655" y="414"/>
                </a:lnTo>
                <a:lnTo>
                  <a:pt x="654" y="413"/>
                </a:lnTo>
                <a:lnTo>
                  <a:pt x="654" y="412"/>
                </a:lnTo>
                <a:lnTo>
                  <a:pt x="653" y="411"/>
                </a:lnTo>
                <a:lnTo>
                  <a:pt x="652" y="411"/>
                </a:lnTo>
                <a:lnTo>
                  <a:pt x="651" y="411"/>
                </a:lnTo>
                <a:lnTo>
                  <a:pt x="650" y="412"/>
                </a:lnTo>
                <a:lnTo>
                  <a:pt x="650" y="413"/>
                </a:lnTo>
                <a:lnTo>
                  <a:pt x="651" y="414"/>
                </a:lnTo>
                <a:lnTo>
                  <a:pt x="651" y="415"/>
                </a:lnTo>
                <a:lnTo>
                  <a:pt x="650" y="415"/>
                </a:lnTo>
                <a:lnTo>
                  <a:pt x="650" y="416"/>
                </a:lnTo>
                <a:lnTo>
                  <a:pt x="649" y="417"/>
                </a:lnTo>
                <a:lnTo>
                  <a:pt x="649" y="418"/>
                </a:lnTo>
                <a:lnTo>
                  <a:pt x="649" y="419"/>
                </a:lnTo>
                <a:lnTo>
                  <a:pt x="648" y="419"/>
                </a:lnTo>
                <a:lnTo>
                  <a:pt x="647" y="419"/>
                </a:lnTo>
                <a:lnTo>
                  <a:pt x="647" y="420"/>
                </a:lnTo>
                <a:lnTo>
                  <a:pt x="647" y="421"/>
                </a:lnTo>
                <a:lnTo>
                  <a:pt x="647" y="422"/>
                </a:lnTo>
                <a:lnTo>
                  <a:pt x="646" y="423"/>
                </a:lnTo>
                <a:lnTo>
                  <a:pt x="646" y="424"/>
                </a:lnTo>
                <a:lnTo>
                  <a:pt x="646" y="425"/>
                </a:lnTo>
                <a:lnTo>
                  <a:pt x="645" y="425"/>
                </a:lnTo>
                <a:lnTo>
                  <a:pt x="645" y="426"/>
                </a:lnTo>
                <a:lnTo>
                  <a:pt x="644" y="426"/>
                </a:lnTo>
                <a:lnTo>
                  <a:pt x="642" y="426"/>
                </a:lnTo>
                <a:lnTo>
                  <a:pt x="641" y="426"/>
                </a:lnTo>
                <a:lnTo>
                  <a:pt x="640" y="426"/>
                </a:lnTo>
                <a:lnTo>
                  <a:pt x="640" y="427"/>
                </a:lnTo>
                <a:lnTo>
                  <a:pt x="641" y="426"/>
                </a:lnTo>
                <a:lnTo>
                  <a:pt x="641" y="427"/>
                </a:lnTo>
                <a:lnTo>
                  <a:pt x="642" y="427"/>
                </a:lnTo>
                <a:lnTo>
                  <a:pt x="643" y="427"/>
                </a:lnTo>
                <a:lnTo>
                  <a:pt x="643" y="426"/>
                </a:lnTo>
                <a:lnTo>
                  <a:pt x="645" y="426"/>
                </a:lnTo>
                <a:lnTo>
                  <a:pt x="646" y="427"/>
                </a:lnTo>
                <a:lnTo>
                  <a:pt x="647" y="428"/>
                </a:lnTo>
                <a:lnTo>
                  <a:pt x="648" y="429"/>
                </a:lnTo>
                <a:lnTo>
                  <a:pt x="647" y="429"/>
                </a:lnTo>
                <a:lnTo>
                  <a:pt x="648" y="429"/>
                </a:lnTo>
                <a:lnTo>
                  <a:pt x="648" y="430"/>
                </a:lnTo>
                <a:lnTo>
                  <a:pt x="648" y="431"/>
                </a:lnTo>
                <a:lnTo>
                  <a:pt x="649" y="432"/>
                </a:lnTo>
                <a:lnTo>
                  <a:pt x="649" y="433"/>
                </a:lnTo>
                <a:lnTo>
                  <a:pt x="648" y="433"/>
                </a:lnTo>
                <a:lnTo>
                  <a:pt x="647" y="433"/>
                </a:lnTo>
                <a:lnTo>
                  <a:pt x="646" y="434"/>
                </a:lnTo>
                <a:lnTo>
                  <a:pt x="646" y="435"/>
                </a:lnTo>
                <a:lnTo>
                  <a:pt x="645" y="435"/>
                </a:lnTo>
                <a:lnTo>
                  <a:pt x="644" y="436"/>
                </a:lnTo>
                <a:lnTo>
                  <a:pt x="644" y="437"/>
                </a:lnTo>
                <a:lnTo>
                  <a:pt x="643" y="438"/>
                </a:lnTo>
                <a:lnTo>
                  <a:pt x="643" y="439"/>
                </a:lnTo>
                <a:lnTo>
                  <a:pt x="643" y="440"/>
                </a:lnTo>
                <a:lnTo>
                  <a:pt x="642" y="440"/>
                </a:lnTo>
                <a:lnTo>
                  <a:pt x="642" y="441"/>
                </a:lnTo>
                <a:lnTo>
                  <a:pt x="642" y="442"/>
                </a:lnTo>
                <a:lnTo>
                  <a:pt x="641" y="443"/>
                </a:lnTo>
                <a:lnTo>
                  <a:pt x="640" y="443"/>
                </a:lnTo>
                <a:lnTo>
                  <a:pt x="639" y="443"/>
                </a:lnTo>
                <a:lnTo>
                  <a:pt x="639" y="444"/>
                </a:lnTo>
                <a:lnTo>
                  <a:pt x="638" y="444"/>
                </a:lnTo>
                <a:lnTo>
                  <a:pt x="637" y="446"/>
                </a:lnTo>
                <a:lnTo>
                  <a:pt x="637" y="447"/>
                </a:lnTo>
                <a:lnTo>
                  <a:pt x="636" y="447"/>
                </a:lnTo>
                <a:lnTo>
                  <a:pt x="636" y="448"/>
                </a:lnTo>
                <a:lnTo>
                  <a:pt x="635" y="449"/>
                </a:lnTo>
                <a:lnTo>
                  <a:pt x="634" y="450"/>
                </a:lnTo>
                <a:lnTo>
                  <a:pt x="633" y="451"/>
                </a:lnTo>
                <a:lnTo>
                  <a:pt x="633" y="452"/>
                </a:lnTo>
                <a:lnTo>
                  <a:pt x="633" y="453"/>
                </a:lnTo>
                <a:lnTo>
                  <a:pt x="633" y="454"/>
                </a:lnTo>
                <a:lnTo>
                  <a:pt x="634" y="455"/>
                </a:lnTo>
                <a:lnTo>
                  <a:pt x="633" y="456"/>
                </a:lnTo>
                <a:lnTo>
                  <a:pt x="633" y="457"/>
                </a:lnTo>
                <a:lnTo>
                  <a:pt x="633" y="458"/>
                </a:lnTo>
                <a:lnTo>
                  <a:pt x="632" y="459"/>
                </a:lnTo>
                <a:lnTo>
                  <a:pt x="632" y="460"/>
                </a:lnTo>
                <a:lnTo>
                  <a:pt x="631" y="460"/>
                </a:lnTo>
                <a:lnTo>
                  <a:pt x="631" y="461"/>
                </a:lnTo>
                <a:lnTo>
                  <a:pt x="631" y="462"/>
                </a:lnTo>
                <a:lnTo>
                  <a:pt x="631" y="463"/>
                </a:lnTo>
                <a:lnTo>
                  <a:pt x="630" y="463"/>
                </a:lnTo>
                <a:lnTo>
                  <a:pt x="630" y="464"/>
                </a:lnTo>
                <a:lnTo>
                  <a:pt x="630" y="465"/>
                </a:lnTo>
                <a:lnTo>
                  <a:pt x="630" y="466"/>
                </a:lnTo>
                <a:lnTo>
                  <a:pt x="629" y="467"/>
                </a:lnTo>
                <a:lnTo>
                  <a:pt x="629" y="468"/>
                </a:lnTo>
                <a:lnTo>
                  <a:pt x="628" y="468"/>
                </a:lnTo>
                <a:lnTo>
                  <a:pt x="627" y="468"/>
                </a:lnTo>
                <a:lnTo>
                  <a:pt x="627" y="469"/>
                </a:lnTo>
                <a:lnTo>
                  <a:pt x="626" y="469"/>
                </a:lnTo>
                <a:lnTo>
                  <a:pt x="625" y="469"/>
                </a:lnTo>
                <a:lnTo>
                  <a:pt x="625" y="470"/>
                </a:lnTo>
                <a:lnTo>
                  <a:pt x="626" y="470"/>
                </a:lnTo>
                <a:lnTo>
                  <a:pt x="627" y="470"/>
                </a:lnTo>
                <a:lnTo>
                  <a:pt x="627" y="469"/>
                </a:lnTo>
                <a:lnTo>
                  <a:pt x="628" y="469"/>
                </a:lnTo>
                <a:lnTo>
                  <a:pt x="628" y="470"/>
                </a:lnTo>
                <a:lnTo>
                  <a:pt x="629" y="470"/>
                </a:lnTo>
                <a:lnTo>
                  <a:pt x="630" y="470"/>
                </a:lnTo>
                <a:lnTo>
                  <a:pt x="630" y="471"/>
                </a:lnTo>
                <a:lnTo>
                  <a:pt x="630" y="472"/>
                </a:lnTo>
                <a:lnTo>
                  <a:pt x="630" y="474"/>
                </a:lnTo>
                <a:lnTo>
                  <a:pt x="630" y="475"/>
                </a:lnTo>
                <a:lnTo>
                  <a:pt x="630" y="476"/>
                </a:lnTo>
                <a:lnTo>
                  <a:pt x="631" y="477"/>
                </a:lnTo>
                <a:lnTo>
                  <a:pt x="631" y="478"/>
                </a:lnTo>
                <a:lnTo>
                  <a:pt x="631" y="479"/>
                </a:lnTo>
                <a:lnTo>
                  <a:pt x="631" y="480"/>
                </a:lnTo>
                <a:lnTo>
                  <a:pt x="632" y="480"/>
                </a:lnTo>
                <a:lnTo>
                  <a:pt x="633" y="480"/>
                </a:lnTo>
                <a:lnTo>
                  <a:pt x="633" y="481"/>
                </a:lnTo>
                <a:lnTo>
                  <a:pt x="634" y="481"/>
                </a:lnTo>
                <a:lnTo>
                  <a:pt x="634" y="482"/>
                </a:lnTo>
                <a:lnTo>
                  <a:pt x="634" y="483"/>
                </a:lnTo>
                <a:lnTo>
                  <a:pt x="633" y="483"/>
                </a:lnTo>
                <a:lnTo>
                  <a:pt x="634" y="483"/>
                </a:lnTo>
                <a:lnTo>
                  <a:pt x="634" y="484"/>
                </a:lnTo>
                <a:lnTo>
                  <a:pt x="634" y="485"/>
                </a:lnTo>
                <a:lnTo>
                  <a:pt x="634" y="486"/>
                </a:lnTo>
                <a:lnTo>
                  <a:pt x="635" y="486"/>
                </a:lnTo>
                <a:lnTo>
                  <a:pt x="636" y="486"/>
                </a:lnTo>
                <a:lnTo>
                  <a:pt x="636" y="487"/>
                </a:lnTo>
                <a:lnTo>
                  <a:pt x="635" y="487"/>
                </a:lnTo>
                <a:lnTo>
                  <a:pt x="636" y="488"/>
                </a:lnTo>
                <a:lnTo>
                  <a:pt x="636" y="489"/>
                </a:lnTo>
                <a:lnTo>
                  <a:pt x="636" y="490"/>
                </a:lnTo>
                <a:lnTo>
                  <a:pt x="636" y="491"/>
                </a:lnTo>
                <a:lnTo>
                  <a:pt x="637" y="492"/>
                </a:lnTo>
                <a:lnTo>
                  <a:pt x="638" y="491"/>
                </a:lnTo>
                <a:lnTo>
                  <a:pt x="639" y="492"/>
                </a:lnTo>
                <a:lnTo>
                  <a:pt x="640" y="492"/>
                </a:lnTo>
                <a:lnTo>
                  <a:pt x="641" y="493"/>
                </a:lnTo>
                <a:lnTo>
                  <a:pt x="641" y="494"/>
                </a:lnTo>
                <a:lnTo>
                  <a:pt x="640" y="494"/>
                </a:lnTo>
                <a:lnTo>
                  <a:pt x="640" y="495"/>
                </a:lnTo>
                <a:lnTo>
                  <a:pt x="640" y="496"/>
                </a:lnTo>
                <a:lnTo>
                  <a:pt x="639" y="496"/>
                </a:lnTo>
                <a:lnTo>
                  <a:pt x="640" y="496"/>
                </a:lnTo>
                <a:lnTo>
                  <a:pt x="641" y="497"/>
                </a:lnTo>
                <a:lnTo>
                  <a:pt x="642" y="497"/>
                </a:lnTo>
                <a:lnTo>
                  <a:pt x="643" y="497"/>
                </a:lnTo>
                <a:lnTo>
                  <a:pt x="643" y="498"/>
                </a:lnTo>
                <a:lnTo>
                  <a:pt x="644" y="498"/>
                </a:lnTo>
                <a:lnTo>
                  <a:pt x="644" y="499"/>
                </a:lnTo>
                <a:lnTo>
                  <a:pt x="645" y="499"/>
                </a:lnTo>
                <a:lnTo>
                  <a:pt x="645" y="500"/>
                </a:lnTo>
                <a:lnTo>
                  <a:pt x="646" y="500"/>
                </a:lnTo>
                <a:lnTo>
                  <a:pt x="646" y="501"/>
                </a:lnTo>
                <a:lnTo>
                  <a:pt x="647" y="501"/>
                </a:lnTo>
                <a:lnTo>
                  <a:pt x="647" y="502"/>
                </a:lnTo>
                <a:lnTo>
                  <a:pt x="648" y="502"/>
                </a:lnTo>
                <a:lnTo>
                  <a:pt x="649" y="501"/>
                </a:lnTo>
                <a:lnTo>
                  <a:pt x="650" y="500"/>
                </a:lnTo>
                <a:lnTo>
                  <a:pt x="650" y="499"/>
                </a:lnTo>
                <a:lnTo>
                  <a:pt x="649" y="499"/>
                </a:lnTo>
                <a:lnTo>
                  <a:pt x="649" y="498"/>
                </a:lnTo>
                <a:lnTo>
                  <a:pt x="649" y="497"/>
                </a:lnTo>
                <a:lnTo>
                  <a:pt x="649" y="496"/>
                </a:lnTo>
                <a:lnTo>
                  <a:pt x="649" y="495"/>
                </a:lnTo>
                <a:lnTo>
                  <a:pt x="648" y="494"/>
                </a:lnTo>
                <a:lnTo>
                  <a:pt x="648" y="493"/>
                </a:lnTo>
                <a:lnTo>
                  <a:pt x="648" y="492"/>
                </a:lnTo>
                <a:lnTo>
                  <a:pt x="648" y="491"/>
                </a:lnTo>
                <a:lnTo>
                  <a:pt x="649" y="490"/>
                </a:lnTo>
                <a:lnTo>
                  <a:pt x="649" y="489"/>
                </a:lnTo>
                <a:lnTo>
                  <a:pt x="650" y="489"/>
                </a:lnTo>
                <a:lnTo>
                  <a:pt x="651" y="489"/>
                </a:lnTo>
                <a:lnTo>
                  <a:pt x="652" y="490"/>
                </a:lnTo>
                <a:lnTo>
                  <a:pt x="652" y="488"/>
                </a:lnTo>
                <a:lnTo>
                  <a:pt x="653" y="488"/>
                </a:lnTo>
                <a:lnTo>
                  <a:pt x="654" y="488"/>
                </a:lnTo>
                <a:lnTo>
                  <a:pt x="654" y="489"/>
                </a:lnTo>
                <a:lnTo>
                  <a:pt x="655" y="489"/>
                </a:lnTo>
                <a:lnTo>
                  <a:pt x="656" y="489"/>
                </a:lnTo>
                <a:lnTo>
                  <a:pt x="657" y="490"/>
                </a:lnTo>
                <a:lnTo>
                  <a:pt x="658" y="490"/>
                </a:lnTo>
                <a:lnTo>
                  <a:pt x="659" y="489"/>
                </a:lnTo>
                <a:lnTo>
                  <a:pt x="660" y="489"/>
                </a:lnTo>
                <a:lnTo>
                  <a:pt x="661" y="489"/>
                </a:lnTo>
                <a:lnTo>
                  <a:pt x="661" y="490"/>
                </a:lnTo>
                <a:lnTo>
                  <a:pt x="662" y="490"/>
                </a:lnTo>
                <a:lnTo>
                  <a:pt x="663" y="491"/>
                </a:lnTo>
                <a:lnTo>
                  <a:pt x="664" y="490"/>
                </a:lnTo>
                <a:lnTo>
                  <a:pt x="664" y="491"/>
                </a:lnTo>
                <a:lnTo>
                  <a:pt x="665" y="491"/>
                </a:lnTo>
                <a:lnTo>
                  <a:pt x="666" y="491"/>
                </a:lnTo>
                <a:lnTo>
                  <a:pt x="667" y="492"/>
                </a:lnTo>
                <a:lnTo>
                  <a:pt x="668" y="492"/>
                </a:lnTo>
                <a:lnTo>
                  <a:pt x="668" y="493"/>
                </a:lnTo>
                <a:lnTo>
                  <a:pt x="669" y="493"/>
                </a:lnTo>
                <a:lnTo>
                  <a:pt x="671" y="493"/>
                </a:lnTo>
                <a:lnTo>
                  <a:pt x="672" y="493"/>
                </a:lnTo>
                <a:lnTo>
                  <a:pt x="673" y="492"/>
                </a:lnTo>
                <a:lnTo>
                  <a:pt x="673" y="491"/>
                </a:lnTo>
                <a:lnTo>
                  <a:pt x="674" y="491"/>
                </a:lnTo>
                <a:lnTo>
                  <a:pt x="675" y="491"/>
                </a:lnTo>
                <a:lnTo>
                  <a:pt x="676" y="490"/>
                </a:lnTo>
                <a:lnTo>
                  <a:pt x="677" y="490"/>
                </a:lnTo>
                <a:lnTo>
                  <a:pt x="678" y="490"/>
                </a:lnTo>
                <a:lnTo>
                  <a:pt x="678" y="489"/>
                </a:lnTo>
                <a:lnTo>
                  <a:pt x="679" y="489"/>
                </a:lnTo>
                <a:lnTo>
                  <a:pt x="679" y="490"/>
                </a:lnTo>
                <a:lnTo>
                  <a:pt x="679" y="491"/>
                </a:lnTo>
                <a:lnTo>
                  <a:pt x="680" y="491"/>
                </a:lnTo>
                <a:lnTo>
                  <a:pt x="681" y="491"/>
                </a:lnTo>
                <a:lnTo>
                  <a:pt x="682" y="491"/>
                </a:lnTo>
                <a:lnTo>
                  <a:pt x="683" y="492"/>
                </a:lnTo>
                <a:lnTo>
                  <a:pt x="684" y="492"/>
                </a:lnTo>
                <a:lnTo>
                  <a:pt x="685" y="493"/>
                </a:lnTo>
                <a:lnTo>
                  <a:pt x="684" y="493"/>
                </a:lnTo>
                <a:lnTo>
                  <a:pt x="684" y="494"/>
                </a:lnTo>
                <a:lnTo>
                  <a:pt x="685" y="494"/>
                </a:lnTo>
                <a:lnTo>
                  <a:pt x="684" y="495"/>
                </a:lnTo>
                <a:lnTo>
                  <a:pt x="683" y="495"/>
                </a:lnTo>
                <a:lnTo>
                  <a:pt x="684" y="496"/>
                </a:lnTo>
                <a:lnTo>
                  <a:pt x="684" y="497"/>
                </a:lnTo>
                <a:lnTo>
                  <a:pt x="685" y="497"/>
                </a:lnTo>
                <a:lnTo>
                  <a:pt x="686" y="497"/>
                </a:lnTo>
                <a:lnTo>
                  <a:pt x="687" y="497"/>
                </a:lnTo>
                <a:lnTo>
                  <a:pt x="688" y="497"/>
                </a:lnTo>
                <a:lnTo>
                  <a:pt x="688" y="498"/>
                </a:lnTo>
                <a:lnTo>
                  <a:pt x="689" y="498"/>
                </a:lnTo>
                <a:lnTo>
                  <a:pt x="690" y="499"/>
                </a:lnTo>
                <a:lnTo>
                  <a:pt x="691" y="500"/>
                </a:lnTo>
                <a:lnTo>
                  <a:pt x="692" y="500"/>
                </a:lnTo>
                <a:lnTo>
                  <a:pt x="692" y="501"/>
                </a:lnTo>
                <a:lnTo>
                  <a:pt x="692" y="502"/>
                </a:lnTo>
                <a:lnTo>
                  <a:pt x="691" y="503"/>
                </a:lnTo>
                <a:lnTo>
                  <a:pt x="690" y="503"/>
                </a:lnTo>
                <a:lnTo>
                  <a:pt x="690" y="504"/>
                </a:lnTo>
                <a:lnTo>
                  <a:pt x="690" y="505"/>
                </a:lnTo>
                <a:lnTo>
                  <a:pt x="691" y="505"/>
                </a:lnTo>
                <a:lnTo>
                  <a:pt x="690" y="505"/>
                </a:lnTo>
                <a:lnTo>
                  <a:pt x="689" y="505"/>
                </a:lnTo>
                <a:lnTo>
                  <a:pt x="689" y="506"/>
                </a:lnTo>
                <a:lnTo>
                  <a:pt x="690" y="506"/>
                </a:lnTo>
                <a:lnTo>
                  <a:pt x="690" y="507"/>
                </a:lnTo>
                <a:lnTo>
                  <a:pt x="691" y="508"/>
                </a:lnTo>
                <a:lnTo>
                  <a:pt x="690" y="509"/>
                </a:lnTo>
                <a:lnTo>
                  <a:pt x="691" y="509"/>
                </a:lnTo>
                <a:lnTo>
                  <a:pt x="692" y="509"/>
                </a:lnTo>
                <a:lnTo>
                  <a:pt x="693" y="509"/>
                </a:lnTo>
                <a:lnTo>
                  <a:pt x="693" y="510"/>
                </a:lnTo>
                <a:lnTo>
                  <a:pt x="693" y="511"/>
                </a:lnTo>
                <a:lnTo>
                  <a:pt x="693" y="512"/>
                </a:lnTo>
                <a:lnTo>
                  <a:pt x="694" y="512"/>
                </a:lnTo>
                <a:lnTo>
                  <a:pt x="694" y="513"/>
                </a:lnTo>
                <a:lnTo>
                  <a:pt x="694" y="512"/>
                </a:lnTo>
                <a:lnTo>
                  <a:pt x="695" y="512"/>
                </a:lnTo>
                <a:lnTo>
                  <a:pt x="696" y="512"/>
                </a:lnTo>
                <a:lnTo>
                  <a:pt x="696" y="513"/>
                </a:lnTo>
                <a:lnTo>
                  <a:pt x="695" y="513"/>
                </a:lnTo>
                <a:lnTo>
                  <a:pt x="696" y="513"/>
                </a:lnTo>
                <a:lnTo>
                  <a:pt x="696" y="514"/>
                </a:lnTo>
                <a:lnTo>
                  <a:pt x="696" y="516"/>
                </a:lnTo>
                <a:lnTo>
                  <a:pt x="696" y="517"/>
                </a:lnTo>
                <a:lnTo>
                  <a:pt x="695" y="517"/>
                </a:lnTo>
                <a:lnTo>
                  <a:pt x="695" y="518"/>
                </a:lnTo>
                <a:lnTo>
                  <a:pt x="694" y="518"/>
                </a:lnTo>
                <a:lnTo>
                  <a:pt x="694" y="519"/>
                </a:lnTo>
                <a:lnTo>
                  <a:pt x="693" y="519"/>
                </a:lnTo>
                <a:lnTo>
                  <a:pt x="693" y="518"/>
                </a:lnTo>
                <a:lnTo>
                  <a:pt x="693" y="517"/>
                </a:lnTo>
                <a:lnTo>
                  <a:pt x="693" y="518"/>
                </a:lnTo>
                <a:lnTo>
                  <a:pt x="692" y="518"/>
                </a:lnTo>
                <a:lnTo>
                  <a:pt x="691" y="517"/>
                </a:lnTo>
                <a:lnTo>
                  <a:pt x="691" y="518"/>
                </a:lnTo>
                <a:lnTo>
                  <a:pt x="690" y="519"/>
                </a:lnTo>
                <a:lnTo>
                  <a:pt x="691" y="519"/>
                </a:lnTo>
                <a:lnTo>
                  <a:pt x="691" y="520"/>
                </a:lnTo>
                <a:lnTo>
                  <a:pt x="691" y="521"/>
                </a:lnTo>
                <a:lnTo>
                  <a:pt x="691" y="522"/>
                </a:lnTo>
                <a:lnTo>
                  <a:pt x="692" y="522"/>
                </a:lnTo>
                <a:lnTo>
                  <a:pt x="692" y="523"/>
                </a:lnTo>
                <a:lnTo>
                  <a:pt x="693" y="524"/>
                </a:lnTo>
                <a:lnTo>
                  <a:pt x="694" y="525"/>
                </a:lnTo>
                <a:lnTo>
                  <a:pt x="695" y="526"/>
                </a:lnTo>
                <a:lnTo>
                  <a:pt x="695" y="527"/>
                </a:lnTo>
                <a:lnTo>
                  <a:pt x="696" y="527"/>
                </a:lnTo>
                <a:lnTo>
                  <a:pt x="697" y="527"/>
                </a:lnTo>
                <a:lnTo>
                  <a:pt x="698" y="528"/>
                </a:lnTo>
                <a:lnTo>
                  <a:pt x="698" y="529"/>
                </a:lnTo>
                <a:lnTo>
                  <a:pt x="698" y="528"/>
                </a:lnTo>
                <a:lnTo>
                  <a:pt x="699" y="528"/>
                </a:lnTo>
                <a:lnTo>
                  <a:pt x="700" y="528"/>
                </a:lnTo>
                <a:lnTo>
                  <a:pt x="701" y="527"/>
                </a:lnTo>
                <a:lnTo>
                  <a:pt x="701" y="526"/>
                </a:lnTo>
                <a:lnTo>
                  <a:pt x="700" y="526"/>
                </a:lnTo>
                <a:lnTo>
                  <a:pt x="699" y="525"/>
                </a:lnTo>
                <a:lnTo>
                  <a:pt x="699" y="524"/>
                </a:lnTo>
                <a:lnTo>
                  <a:pt x="700" y="524"/>
                </a:lnTo>
                <a:lnTo>
                  <a:pt x="700" y="525"/>
                </a:lnTo>
                <a:lnTo>
                  <a:pt x="700" y="524"/>
                </a:lnTo>
                <a:lnTo>
                  <a:pt x="701" y="523"/>
                </a:lnTo>
                <a:lnTo>
                  <a:pt x="702" y="523"/>
                </a:lnTo>
                <a:lnTo>
                  <a:pt x="703" y="523"/>
                </a:lnTo>
                <a:lnTo>
                  <a:pt x="704" y="523"/>
                </a:lnTo>
                <a:lnTo>
                  <a:pt x="704" y="524"/>
                </a:lnTo>
                <a:lnTo>
                  <a:pt x="704" y="525"/>
                </a:lnTo>
                <a:lnTo>
                  <a:pt x="705" y="525"/>
                </a:lnTo>
                <a:lnTo>
                  <a:pt x="706" y="525"/>
                </a:lnTo>
                <a:lnTo>
                  <a:pt x="706" y="526"/>
                </a:lnTo>
                <a:lnTo>
                  <a:pt x="707" y="526"/>
                </a:lnTo>
                <a:lnTo>
                  <a:pt x="707" y="527"/>
                </a:lnTo>
                <a:lnTo>
                  <a:pt x="708" y="527"/>
                </a:lnTo>
                <a:lnTo>
                  <a:pt x="709" y="528"/>
                </a:lnTo>
                <a:lnTo>
                  <a:pt x="710" y="528"/>
                </a:lnTo>
                <a:lnTo>
                  <a:pt x="710" y="529"/>
                </a:lnTo>
                <a:lnTo>
                  <a:pt x="711" y="529"/>
                </a:lnTo>
                <a:lnTo>
                  <a:pt x="710" y="529"/>
                </a:lnTo>
                <a:lnTo>
                  <a:pt x="711" y="529"/>
                </a:lnTo>
                <a:lnTo>
                  <a:pt x="711" y="530"/>
                </a:lnTo>
                <a:lnTo>
                  <a:pt x="711" y="531"/>
                </a:lnTo>
                <a:lnTo>
                  <a:pt x="712" y="531"/>
                </a:lnTo>
                <a:lnTo>
                  <a:pt x="712" y="532"/>
                </a:lnTo>
                <a:lnTo>
                  <a:pt x="713" y="532"/>
                </a:lnTo>
                <a:lnTo>
                  <a:pt x="713" y="531"/>
                </a:lnTo>
                <a:lnTo>
                  <a:pt x="714" y="531"/>
                </a:lnTo>
                <a:lnTo>
                  <a:pt x="715" y="532"/>
                </a:lnTo>
                <a:lnTo>
                  <a:pt x="716" y="532"/>
                </a:lnTo>
                <a:lnTo>
                  <a:pt x="717" y="532"/>
                </a:lnTo>
                <a:lnTo>
                  <a:pt x="718" y="533"/>
                </a:lnTo>
                <a:lnTo>
                  <a:pt x="719" y="533"/>
                </a:lnTo>
                <a:lnTo>
                  <a:pt x="719" y="532"/>
                </a:lnTo>
                <a:lnTo>
                  <a:pt x="720" y="532"/>
                </a:lnTo>
                <a:lnTo>
                  <a:pt x="720" y="531"/>
                </a:lnTo>
                <a:lnTo>
                  <a:pt x="720" y="530"/>
                </a:lnTo>
                <a:lnTo>
                  <a:pt x="720" y="529"/>
                </a:lnTo>
                <a:lnTo>
                  <a:pt x="721" y="528"/>
                </a:lnTo>
                <a:lnTo>
                  <a:pt x="721" y="527"/>
                </a:lnTo>
                <a:lnTo>
                  <a:pt x="721" y="526"/>
                </a:lnTo>
                <a:lnTo>
                  <a:pt x="721" y="525"/>
                </a:lnTo>
                <a:lnTo>
                  <a:pt x="721" y="524"/>
                </a:lnTo>
                <a:lnTo>
                  <a:pt x="722" y="524"/>
                </a:lnTo>
                <a:lnTo>
                  <a:pt x="722" y="523"/>
                </a:lnTo>
                <a:lnTo>
                  <a:pt x="722" y="522"/>
                </a:lnTo>
                <a:lnTo>
                  <a:pt x="723" y="521"/>
                </a:lnTo>
                <a:lnTo>
                  <a:pt x="723" y="522"/>
                </a:lnTo>
                <a:lnTo>
                  <a:pt x="724" y="522"/>
                </a:lnTo>
                <a:lnTo>
                  <a:pt x="725" y="521"/>
                </a:lnTo>
                <a:lnTo>
                  <a:pt x="727" y="521"/>
                </a:lnTo>
                <a:lnTo>
                  <a:pt x="728" y="521"/>
                </a:lnTo>
                <a:lnTo>
                  <a:pt x="729" y="521"/>
                </a:lnTo>
                <a:lnTo>
                  <a:pt x="730" y="521"/>
                </a:lnTo>
                <a:lnTo>
                  <a:pt x="731" y="521"/>
                </a:lnTo>
                <a:lnTo>
                  <a:pt x="731" y="522"/>
                </a:lnTo>
                <a:lnTo>
                  <a:pt x="731" y="523"/>
                </a:lnTo>
                <a:lnTo>
                  <a:pt x="731" y="524"/>
                </a:lnTo>
                <a:lnTo>
                  <a:pt x="732" y="524"/>
                </a:lnTo>
                <a:lnTo>
                  <a:pt x="732" y="525"/>
                </a:lnTo>
                <a:lnTo>
                  <a:pt x="731" y="525"/>
                </a:lnTo>
                <a:lnTo>
                  <a:pt x="732" y="526"/>
                </a:lnTo>
                <a:lnTo>
                  <a:pt x="733" y="526"/>
                </a:lnTo>
                <a:lnTo>
                  <a:pt x="732" y="527"/>
                </a:lnTo>
                <a:lnTo>
                  <a:pt x="732" y="528"/>
                </a:lnTo>
                <a:lnTo>
                  <a:pt x="732" y="529"/>
                </a:lnTo>
                <a:lnTo>
                  <a:pt x="732" y="531"/>
                </a:lnTo>
                <a:lnTo>
                  <a:pt x="733" y="531"/>
                </a:lnTo>
                <a:lnTo>
                  <a:pt x="733" y="532"/>
                </a:lnTo>
                <a:lnTo>
                  <a:pt x="734" y="531"/>
                </a:lnTo>
                <a:lnTo>
                  <a:pt x="735" y="531"/>
                </a:lnTo>
                <a:lnTo>
                  <a:pt x="736" y="530"/>
                </a:lnTo>
                <a:lnTo>
                  <a:pt x="737" y="530"/>
                </a:lnTo>
                <a:lnTo>
                  <a:pt x="737" y="529"/>
                </a:lnTo>
                <a:lnTo>
                  <a:pt x="738" y="529"/>
                </a:lnTo>
                <a:lnTo>
                  <a:pt x="738" y="528"/>
                </a:lnTo>
                <a:lnTo>
                  <a:pt x="739" y="529"/>
                </a:lnTo>
                <a:lnTo>
                  <a:pt x="740" y="529"/>
                </a:lnTo>
                <a:lnTo>
                  <a:pt x="741" y="529"/>
                </a:lnTo>
                <a:lnTo>
                  <a:pt x="742" y="529"/>
                </a:lnTo>
                <a:lnTo>
                  <a:pt x="742" y="528"/>
                </a:lnTo>
                <a:lnTo>
                  <a:pt x="743" y="528"/>
                </a:lnTo>
                <a:lnTo>
                  <a:pt x="743" y="527"/>
                </a:lnTo>
                <a:lnTo>
                  <a:pt x="744" y="528"/>
                </a:lnTo>
                <a:lnTo>
                  <a:pt x="745" y="528"/>
                </a:lnTo>
                <a:lnTo>
                  <a:pt x="746" y="528"/>
                </a:lnTo>
                <a:lnTo>
                  <a:pt x="746" y="529"/>
                </a:lnTo>
                <a:lnTo>
                  <a:pt x="747" y="529"/>
                </a:lnTo>
                <a:lnTo>
                  <a:pt x="747" y="530"/>
                </a:lnTo>
                <a:lnTo>
                  <a:pt x="746" y="530"/>
                </a:lnTo>
                <a:lnTo>
                  <a:pt x="746" y="531"/>
                </a:lnTo>
                <a:lnTo>
                  <a:pt x="745" y="531"/>
                </a:lnTo>
                <a:lnTo>
                  <a:pt x="745" y="532"/>
                </a:lnTo>
                <a:lnTo>
                  <a:pt x="746" y="532"/>
                </a:lnTo>
                <a:lnTo>
                  <a:pt x="747" y="532"/>
                </a:lnTo>
                <a:lnTo>
                  <a:pt x="749" y="532"/>
                </a:lnTo>
                <a:lnTo>
                  <a:pt x="750" y="532"/>
                </a:lnTo>
                <a:lnTo>
                  <a:pt x="751" y="531"/>
                </a:lnTo>
                <a:lnTo>
                  <a:pt x="751" y="530"/>
                </a:lnTo>
                <a:lnTo>
                  <a:pt x="751" y="529"/>
                </a:lnTo>
                <a:lnTo>
                  <a:pt x="752" y="529"/>
                </a:lnTo>
                <a:lnTo>
                  <a:pt x="753" y="530"/>
                </a:lnTo>
                <a:lnTo>
                  <a:pt x="754" y="530"/>
                </a:lnTo>
                <a:lnTo>
                  <a:pt x="755" y="531"/>
                </a:lnTo>
                <a:lnTo>
                  <a:pt x="755" y="530"/>
                </a:lnTo>
                <a:lnTo>
                  <a:pt x="756" y="528"/>
                </a:lnTo>
                <a:lnTo>
                  <a:pt x="756" y="527"/>
                </a:lnTo>
                <a:lnTo>
                  <a:pt x="755" y="526"/>
                </a:lnTo>
                <a:lnTo>
                  <a:pt x="755" y="525"/>
                </a:lnTo>
                <a:lnTo>
                  <a:pt x="756" y="523"/>
                </a:lnTo>
                <a:lnTo>
                  <a:pt x="758" y="522"/>
                </a:lnTo>
                <a:lnTo>
                  <a:pt x="759" y="523"/>
                </a:lnTo>
                <a:lnTo>
                  <a:pt x="760" y="523"/>
                </a:lnTo>
                <a:lnTo>
                  <a:pt x="761" y="523"/>
                </a:lnTo>
                <a:lnTo>
                  <a:pt x="762" y="523"/>
                </a:lnTo>
                <a:lnTo>
                  <a:pt x="763" y="523"/>
                </a:lnTo>
                <a:lnTo>
                  <a:pt x="764" y="522"/>
                </a:lnTo>
                <a:lnTo>
                  <a:pt x="764" y="523"/>
                </a:lnTo>
                <a:lnTo>
                  <a:pt x="765" y="523"/>
                </a:lnTo>
                <a:lnTo>
                  <a:pt x="765" y="524"/>
                </a:lnTo>
                <a:lnTo>
                  <a:pt x="766" y="524"/>
                </a:lnTo>
                <a:lnTo>
                  <a:pt x="767" y="524"/>
                </a:lnTo>
                <a:lnTo>
                  <a:pt x="768" y="525"/>
                </a:lnTo>
                <a:lnTo>
                  <a:pt x="769" y="526"/>
                </a:lnTo>
                <a:lnTo>
                  <a:pt x="769" y="527"/>
                </a:lnTo>
                <a:lnTo>
                  <a:pt x="770" y="528"/>
                </a:lnTo>
                <a:lnTo>
                  <a:pt x="769" y="528"/>
                </a:lnTo>
                <a:lnTo>
                  <a:pt x="769" y="529"/>
                </a:lnTo>
                <a:lnTo>
                  <a:pt x="769" y="530"/>
                </a:lnTo>
                <a:lnTo>
                  <a:pt x="770" y="530"/>
                </a:lnTo>
                <a:lnTo>
                  <a:pt x="770" y="531"/>
                </a:lnTo>
                <a:lnTo>
                  <a:pt x="771" y="531"/>
                </a:lnTo>
                <a:lnTo>
                  <a:pt x="771" y="532"/>
                </a:lnTo>
                <a:lnTo>
                  <a:pt x="772" y="532"/>
                </a:lnTo>
                <a:lnTo>
                  <a:pt x="772" y="531"/>
                </a:lnTo>
                <a:lnTo>
                  <a:pt x="773" y="532"/>
                </a:lnTo>
                <a:lnTo>
                  <a:pt x="773" y="534"/>
                </a:lnTo>
                <a:lnTo>
                  <a:pt x="773" y="535"/>
                </a:lnTo>
                <a:lnTo>
                  <a:pt x="772" y="535"/>
                </a:lnTo>
                <a:lnTo>
                  <a:pt x="772" y="536"/>
                </a:lnTo>
                <a:lnTo>
                  <a:pt x="773" y="536"/>
                </a:lnTo>
                <a:lnTo>
                  <a:pt x="774" y="536"/>
                </a:lnTo>
                <a:lnTo>
                  <a:pt x="774" y="537"/>
                </a:lnTo>
                <a:lnTo>
                  <a:pt x="774" y="538"/>
                </a:lnTo>
                <a:lnTo>
                  <a:pt x="775" y="538"/>
                </a:lnTo>
                <a:lnTo>
                  <a:pt x="776" y="539"/>
                </a:lnTo>
                <a:lnTo>
                  <a:pt x="777" y="539"/>
                </a:lnTo>
                <a:lnTo>
                  <a:pt x="777" y="540"/>
                </a:lnTo>
                <a:lnTo>
                  <a:pt x="777" y="541"/>
                </a:lnTo>
                <a:lnTo>
                  <a:pt x="777" y="543"/>
                </a:lnTo>
                <a:lnTo>
                  <a:pt x="778" y="543"/>
                </a:lnTo>
                <a:lnTo>
                  <a:pt x="778" y="544"/>
                </a:lnTo>
                <a:lnTo>
                  <a:pt x="779" y="545"/>
                </a:lnTo>
                <a:lnTo>
                  <a:pt x="779" y="546"/>
                </a:lnTo>
                <a:lnTo>
                  <a:pt x="779" y="547"/>
                </a:lnTo>
                <a:lnTo>
                  <a:pt x="780" y="547"/>
                </a:lnTo>
                <a:lnTo>
                  <a:pt x="781" y="547"/>
                </a:lnTo>
                <a:lnTo>
                  <a:pt x="782" y="547"/>
                </a:lnTo>
                <a:lnTo>
                  <a:pt x="783" y="548"/>
                </a:lnTo>
                <a:lnTo>
                  <a:pt x="782" y="549"/>
                </a:lnTo>
                <a:lnTo>
                  <a:pt x="781" y="549"/>
                </a:lnTo>
                <a:lnTo>
                  <a:pt x="780" y="549"/>
                </a:lnTo>
                <a:lnTo>
                  <a:pt x="780" y="550"/>
                </a:lnTo>
                <a:lnTo>
                  <a:pt x="781" y="550"/>
                </a:lnTo>
                <a:lnTo>
                  <a:pt x="781" y="551"/>
                </a:lnTo>
                <a:lnTo>
                  <a:pt x="782" y="551"/>
                </a:lnTo>
                <a:lnTo>
                  <a:pt x="782" y="552"/>
                </a:lnTo>
                <a:lnTo>
                  <a:pt x="782" y="553"/>
                </a:lnTo>
                <a:lnTo>
                  <a:pt x="781" y="554"/>
                </a:lnTo>
                <a:lnTo>
                  <a:pt x="780" y="554"/>
                </a:lnTo>
                <a:lnTo>
                  <a:pt x="780" y="553"/>
                </a:lnTo>
                <a:lnTo>
                  <a:pt x="779" y="553"/>
                </a:lnTo>
                <a:lnTo>
                  <a:pt x="779" y="554"/>
                </a:lnTo>
                <a:lnTo>
                  <a:pt x="778" y="554"/>
                </a:lnTo>
                <a:lnTo>
                  <a:pt x="777" y="554"/>
                </a:lnTo>
                <a:lnTo>
                  <a:pt x="777" y="555"/>
                </a:lnTo>
                <a:lnTo>
                  <a:pt x="777" y="556"/>
                </a:lnTo>
                <a:lnTo>
                  <a:pt x="777" y="557"/>
                </a:lnTo>
                <a:lnTo>
                  <a:pt x="778" y="558"/>
                </a:lnTo>
                <a:lnTo>
                  <a:pt x="778" y="560"/>
                </a:lnTo>
                <a:lnTo>
                  <a:pt x="778" y="562"/>
                </a:lnTo>
                <a:lnTo>
                  <a:pt x="778" y="563"/>
                </a:lnTo>
                <a:lnTo>
                  <a:pt x="779" y="563"/>
                </a:lnTo>
                <a:lnTo>
                  <a:pt x="779" y="564"/>
                </a:lnTo>
                <a:lnTo>
                  <a:pt x="779" y="565"/>
                </a:lnTo>
                <a:lnTo>
                  <a:pt x="779" y="566"/>
                </a:lnTo>
                <a:lnTo>
                  <a:pt x="778" y="566"/>
                </a:lnTo>
                <a:lnTo>
                  <a:pt x="778" y="567"/>
                </a:lnTo>
                <a:lnTo>
                  <a:pt x="778" y="569"/>
                </a:lnTo>
                <a:lnTo>
                  <a:pt x="778" y="570"/>
                </a:lnTo>
                <a:lnTo>
                  <a:pt x="778" y="571"/>
                </a:lnTo>
                <a:lnTo>
                  <a:pt x="777" y="571"/>
                </a:lnTo>
                <a:lnTo>
                  <a:pt x="777" y="572"/>
                </a:lnTo>
                <a:lnTo>
                  <a:pt x="777" y="574"/>
                </a:lnTo>
                <a:lnTo>
                  <a:pt x="776" y="574"/>
                </a:lnTo>
                <a:lnTo>
                  <a:pt x="776" y="575"/>
                </a:lnTo>
                <a:lnTo>
                  <a:pt x="775" y="575"/>
                </a:lnTo>
                <a:lnTo>
                  <a:pt x="775" y="576"/>
                </a:lnTo>
                <a:lnTo>
                  <a:pt x="775" y="577"/>
                </a:lnTo>
                <a:lnTo>
                  <a:pt x="776" y="577"/>
                </a:lnTo>
                <a:lnTo>
                  <a:pt x="776" y="578"/>
                </a:lnTo>
                <a:lnTo>
                  <a:pt x="777" y="578"/>
                </a:lnTo>
                <a:lnTo>
                  <a:pt x="777" y="579"/>
                </a:lnTo>
                <a:lnTo>
                  <a:pt x="776" y="579"/>
                </a:lnTo>
                <a:lnTo>
                  <a:pt x="776" y="580"/>
                </a:lnTo>
                <a:lnTo>
                  <a:pt x="776" y="581"/>
                </a:lnTo>
                <a:lnTo>
                  <a:pt x="775" y="582"/>
                </a:lnTo>
                <a:lnTo>
                  <a:pt x="774" y="583"/>
                </a:lnTo>
                <a:lnTo>
                  <a:pt x="773" y="583"/>
                </a:lnTo>
                <a:lnTo>
                  <a:pt x="772" y="583"/>
                </a:lnTo>
                <a:lnTo>
                  <a:pt x="772" y="584"/>
                </a:lnTo>
                <a:lnTo>
                  <a:pt x="772" y="585"/>
                </a:lnTo>
                <a:lnTo>
                  <a:pt x="771" y="585"/>
                </a:lnTo>
                <a:lnTo>
                  <a:pt x="772" y="585"/>
                </a:lnTo>
                <a:lnTo>
                  <a:pt x="772" y="586"/>
                </a:lnTo>
                <a:lnTo>
                  <a:pt x="771" y="586"/>
                </a:lnTo>
                <a:lnTo>
                  <a:pt x="771" y="587"/>
                </a:lnTo>
                <a:lnTo>
                  <a:pt x="770" y="587"/>
                </a:lnTo>
                <a:lnTo>
                  <a:pt x="770" y="588"/>
                </a:lnTo>
                <a:lnTo>
                  <a:pt x="769" y="588"/>
                </a:lnTo>
                <a:lnTo>
                  <a:pt x="768" y="587"/>
                </a:lnTo>
                <a:lnTo>
                  <a:pt x="768" y="588"/>
                </a:lnTo>
                <a:lnTo>
                  <a:pt x="767" y="588"/>
                </a:lnTo>
                <a:lnTo>
                  <a:pt x="767" y="589"/>
                </a:lnTo>
                <a:lnTo>
                  <a:pt x="767" y="590"/>
                </a:lnTo>
                <a:lnTo>
                  <a:pt x="766" y="590"/>
                </a:lnTo>
                <a:lnTo>
                  <a:pt x="766" y="591"/>
                </a:lnTo>
                <a:lnTo>
                  <a:pt x="765" y="591"/>
                </a:lnTo>
                <a:lnTo>
                  <a:pt x="764" y="591"/>
                </a:lnTo>
                <a:lnTo>
                  <a:pt x="764" y="590"/>
                </a:lnTo>
                <a:lnTo>
                  <a:pt x="763" y="590"/>
                </a:lnTo>
                <a:lnTo>
                  <a:pt x="763" y="591"/>
                </a:lnTo>
                <a:lnTo>
                  <a:pt x="763" y="590"/>
                </a:lnTo>
                <a:lnTo>
                  <a:pt x="764" y="590"/>
                </a:lnTo>
                <a:lnTo>
                  <a:pt x="764" y="589"/>
                </a:lnTo>
                <a:lnTo>
                  <a:pt x="764" y="588"/>
                </a:lnTo>
                <a:lnTo>
                  <a:pt x="764" y="587"/>
                </a:lnTo>
                <a:lnTo>
                  <a:pt x="763" y="587"/>
                </a:lnTo>
                <a:lnTo>
                  <a:pt x="762" y="587"/>
                </a:lnTo>
                <a:lnTo>
                  <a:pt x="761" y="586"/>
                </a:lnTo>
                <a:lnTo>
                  <a:pt x="761" y="587"/>
                </a:lnTo>
                <a:lnTo>
                  <a:pt x="760" y="587"/>
                </a:lnTo>
                <a:lnTo>
                  <a:pt x="759" y="586"/>
                </a:lnTo>
                <a:lnTo>
                  <a:pt x="759" y="585"/>
                </a:lnTo>
                <a:lnTo>
                  <a:pt x="758" y="585"/>
                </a:lnTo>
                <a:lnTo>
                  <a:pt x="757" y="585"/>
                </a:lnTo>
                <a:lnTo>
                  <a:pt x="757" y="586"/>
                </a:lnTo>
                <a:lnTo>
                  <a:pt x="756" y="586"/>
                </a:lnTo>
                <a:lnTo>
                  <a:pt x="756" y="585"/>
                </a:lnTo>
                <a:lnTo>
                  <a:pt x="756" y="584"/>
                </a:lnTo>
                <a:lnTo>
                  <a:pt x="755" y="583"/>
                </a:lnTo>
                <a:lnTo>
                  <a:pt x="754" y="583"/>
                </a:lnTo>
                <a:lnTo>
                  <a:pt x="753" y="583"/>
                </a:lnTo>
                <a:lnTo>
                  <a:pt x="753" y="582"/>
                </a:lnTo>
                <a:lnTo>
                  <a:pt x="752" y="583"/>
                </a:lnTo>
                <a:lnTo>
                  <a:pt x="751" y="583"/>
                </a:lnTo>
                <a:lnTo>
                  <a:pt x="750" y="583"/>
                </a:lnTo>
                <a:lnTo>
                  <a:pt x="749" y="584"/>
                </a:lnTo>
                <a:lnTo>
                  <a:pt x="749" y="585"/>
                </a:lnTo>
                <a:lnTo>
                  <a:pt x="748" y="585"/>
                </a:lnTo>
                <a:lnTo>
                  <a:pt x="748" y="586"/>
                </a:lnTo>
                <a:lnTo>
                  <a:pt x="748" y="587"/>
                </a:lnTo>
                <a:lnTo>
                  <a:pt x="748" y="588"/>
                </a:lnTo>
                <a:lnTo>
                  <a:pt x="748" y="589"/>
                </a:lnTo>
                <a:lnTo>
                  <a:pt x="747" y="589"/>
                </a:lnTo>
                <a:lnTo>
                  <a:pt x="746" y="589"/>
                </a:lnTo>
                <a:lnTo>
                  <a:pt x="745" y="589"/>
                </a:lnTo>
                <a:lnTo>
                  <a:pt x="745" y="590"/>
                </a:lnTo>
                <a:lnTo>
                  <a:pt x="744" y="590"/>
                </a:lnTo>
                <a:lnTo>
                  <a:pt x="743" y="590"/>
                </a:lnTo>
                <a:lnTo>
                  <a:pt x="742" y="590"/>
                </a:lnTo>
                <a:lnTo>
                  <a:pt x="742" y="591"/>
                </a:lnTo>
                <a:lnTo>
                  <a:pt x="742" y="592"/>
                </a:lnTo>
                <a:lnTo>
                  <a:pt x="742" y="593"/>
                </a:lnTo>
                <a:lnTo>
                  <a:pt x="741" y="593"/>
                </a:lnTo>
                <a:lnTo>
                  <a:pt x="740" y="593"/>
                </a:lnTo>
                <a:lnTo>
                  <a:pt x="740" y="594"/>
                </a:lnTo>
                <a:lnTo>
                  <a:pt x="739" y="595"/>
                </a:lnTo>
                <a:lnTo>
                  <a:pt x="738" y="596"/>
                </a:lnTo>
                <a:lnTo>
                  <a:pt x="737" y="596"/>
                </a:lnTo>
                <a:lnTo>
                  <a:pt x="736" y="596"/>
                </a:lnTo>
                <a:lnTo>
                  <a:pt x="736" y="595"/>
                </a:lnTo>
                <a:lnTo>
                  <a:pt x="735" y="595"/>
                </a:lnTo>
                <a:lnTo>
                  <a:pt x="735" y="596"/>
                </a:lnTo>
                <a:lnTo>
                  <a:pt x="734" y="596"/>
                </a:lnTo>
                <a:lnTo>
                  <a:pt x="732" y="596"/>
                </a:lnTo>
                <a:lnTo>
                  <a:pt x="731" y="596"/>
                </a:lnTo>
                <a:lnTo>
                  <a:pt x="732" y="596"/>
                </a:lnTo>
                <a:lnTo>
                  <a:pt x="733" y="596"/>
                </a:lnTo>
                <a:lnTo>
                  <a:pt x="734" y="597"/>
                </a:lnTo>
                <a:lnTo>
                  <a:pt x="735" y="597"/>
                </a:lnTo>
                <a:lnTo>
                  <a:pt x="735" y="598"/>
                </a:lnTo>
                <a:lnTo>
                  <a:pt x="736" y="599"/>
                </a:lnTo>
                <a:lnTo>
                  <a:pt x="737" y="599"/>
                </a:lnTo>
                <a:lnTo>
                  <a:pt x="737" y="600"/>
                </a:lnTo>
                <a:lnTo>
                  <a:pt x="736" y="601"/>
                </a:lnTo>
                <a:lnTo>
                  <a:pt x="735" y="600"/>
                </a:lnTo>
                <a:lnTo>
                  <a:pt x="735" y="601"/>
                </a:lnTo>
                <a:lnTo>
                  <a:pt x="736" y="601"/>
                </a:lnTo>
                <a:lnTo>
                  <a:pt x="736" y="602"/>
                </a:lnTo>
                <a:lnTo>
                  <a:pt x="737" y="602"/>
                </a:lnTo>
                <a:lnTo>
                  <a:pt x="738" y="603"/>
                </a:lnTo>
                <a:lnTo>
                  <a:pt x="737" y="603"/>
                </a:lnTo>
                <a:lnTo>
                  <a:pt x="737" y="604"/>
                </a:lnTo>
                <a:lnTo>
                  <a:pt x="736" y="604"/>
                </a:lnTo>
                <a:lnTo>
                  <a:pt x="735" y="604"/>
                </a:lnTo>
                <a:lnTo>
                  <a:pt x="735" y="603"/>
                </a:lnTo>
                <a:lnTo>
                  <a:pt x="735" y="602"/>
                </a:lnTo>
                <a:lnTo>
                  <a:pt x="735" y="601"/>
                </a:lnTo>
                <a:lnTo>
                  <a:pt x="734" y="601"/>
                </a:lnTo>
                <a:lnTo>
                  <a:pt x="733" y="602"/>
                </a:lnTo>
                <a:lnTo>
                  <a:pt x="732" y="603"/>
                </a:lnTo>
                <a:lnTo>
                  <a:pt x="732" y="602"/>
                </a:lnTo>
                <a:lnTo>
                  <a:pt x="732" y="603"/>
                </a:lnTo>
                <a:lnTo>
                  <a:pt x="731" y="603"/>
                </a:lnTo>
                <a:lnTo>
                  <a:pt x="731" y="604"/>
                </a:lnTo>
                <a:lnTo>
                  <a:pt x="730" y="604"/>
                </a:lnTo>
                <a:lnTo>
                  <a:pt x="729" y="605"/>
                </a:lnTo>
                <a:lnTo>
                  <a:pt x="728" y="605"/>
                </a:lnTo>
                <a:lnTo>
                  <a:pt x="727" y="606"/>
                </a:lnTo>
                <a:lnTo>
                  <a:pt x="728" y="606"/>
                </a:lnTo>
                <a:lnTo>
                  <a:pt x="728" y="607"/>
                </a:lnTo>
                <a:lnTo>
                  <a:pt x="727" y="607"/>
                </a:lnTo>
                <a:lnTo>
                  <a:pt x="726" y="608"/>
                </a:lnTo>
                <a:lnTo>
                  <a:pt x="726" y="609"/>
                </a:lnTo>
                <a:lnTo>
                  <a:pt x="726" y="610"/>
                </a:lnTo>
                <a:lnTo>
                  <a:pt x="725" y="611"/>
                </a:lnTo>
                <a:lnTo>
                  <a:pt x="724" y="612"/>
                </a:lnTo>
                <a:lnTo>
                  <a:pt x="723" y="612"/>
                </a:lnTo>
                <a:lnTo>
                  <a:pt x="722" y="613"/>
                </a:lnTo>
                <a:lnTo>
                  <a:pt x="723" y="613"/>
                </a:lnTo>
                <a:lnTo>
                  <a:pt x="723" y="614"/>
                </a:lnTo>
                <a:lnTo>
                  <a:pt x="722" y="614"/>
                </a:lnTo>
                <a:lnTo>
                  <a:pt x="723" y="615"/>
                </a:lnTo>
                <a:lnTo>
                  <a:pt x="723" y="616"/>
                </a:lnTo>
                <a:lnTo>
                  <a:pt x="724" y="617"/>
                </a:lnTo>
                <a:lnTo>
                  <a:pt x="723" y="617"/>
                </a:lnTo>
                <a:lnTo>
                  <a:pt x="723" y="618"/>
                </a:lnTo>
                <a:lnTo>
                  <a:pt x="722" y="618"/>
                </a:lnTo>
                <a:lnTo>
                  <a:pt x="722" y="617"/>
                </a:lnTo>
                <a:lnTo>
                  <a:pt x="721" y="617"/>
                </a:lnTo>
                <a:lnTo>
                  <a:pt x="720" y="617"/>
                </a:lnTo>
                <a:lnTo>
                  <a:pt x="720" y="616"/>
                </a:lnTo>
                <a:lnTo>
                  <a:pt x="719" y="616"/>
                </a:lnTo>
                <a:lnTo>
                  <a:pt x="720" y="616"/>
                </a:lnTo>
                <a:lnTo>
                  <a:pt x="719" y="616"/>
                </a:lnTo>
                <a:lnTo>
                  <a:pt x="719" y="615"/>
                </a:lnTo>
                <a:lnTo>
                  <a:pt x="719" y="614"/>
                </a:lnTo>
                <a:lnTo>
                  <a:pt x="719" y="613"/>
                </a:lnTo>
                <a:lnTo>
                  <a:pt x="718" y="613"/>
                </a:lnTo>
                <a:lnTo>
                  <a:pt x="718" y="612"/>
                </a:lnTo>
                <a:lnTo>
                  <a:pt x="717" y="612"/>
                </a:lnTo>
                <a:lnTo>
                  <a:pt x="717" y="611"/>
                </a:lnTo>
                <a:lnTo>
                  <a:pt x="717" y="610"/>
                </a:lnTo>
                <a:lnTo>
                  <a:pt x="716" y="610"/>
                </a:lnTo>
                <a:lnTo>
                  <a:pt x="716" y="609"/>
                </a:lnTo>
                <a:lnTo>
                  <a:pt x="715" y="609"/>
                </a:lnTo>
                <a:lnTo>
                  <a:pt x="715" y="608"/>
                </a:lnTo>
                <a:lnTo>
                  <a:pt x="715" y="607"/>
                </a:lnTo>
                <a:lnTo>
                  <a:pt x="714" y="607"/>
                </a:lnTo>
                <a:lnTo>
                  <a:pt x="715" y="607"/>
                </a:lnTo>
                <a:lnTo>
                  <a:pt x="714" y="607"/>
                </a:lnTo>
                <a:lnTo>
                  <a:pt x="714" y="606"/>
                </a:lnTo>
                <a:lnTo>
                  <a:pt x="713" y="606"/>
                </a:lnTo>
                <a:lnTo>
                  <a:pt x="713" y="607"/>
                </a:lnTo>
                <a:lnTo>
                  <a:pt x="713" y="608"/>
                </a:lnTo>
                <a:lnTo>
                  <a:pt x="712" y="608"/>
                </a:lnTo>
                <a:lnTo>
                  <a:pt x="712" y="607"/>
                </a:lnTo>
                <a:lnTo>
                  <a:pt x="711" y="607"/>
                </a:lnTo>
                <a:lnTo>
                  <a:pt x="711" y="606"/>
                </a:lnTo>
                <a:lnTo>
                  <a:pt x="710" y="606"/>
                </a:lnTo>
                <a:lnTo>
                  <a:pt x="710" y="605"/>
                </a:lnTo>
                <a:lnTo>
                  <a:pt x="709" y="605"/>
                </a:lnTo>
                <a:lnTo>
                  <a:pt x="709" y="606"/>
                </a:lnTo>
                <a:lnTo>
                  <a:pt x="709" y="605"/>
                </a:lnTo>
                <a:lnTo>
                  <a:pt x="708" y="605"/>
                </a:lnTo>
                <a:lnTo>
                  <a:pt x="708" y="604"/>
                </a:lnTo>
                <a:lnTo>
                  <a:pt x="708" y="603"/>
                </a:lnTo>
                <a:lnTo>
                  <a:pt x="707" y="603"/>
                </a:lnTo>
                <a:lnTo>
                  <a:pt x="707" y="602"/>
                </a:lnTo>
                <a:lnTo>
                  <a:pt x="706" y="602"/>
                </a:lnTo>
                <a:lnTo>
                  <a:pt x="706" y="601"/>
                </a:lnTo>
                <a:lnTo>
                  <a:pt x="706" y="600"/>
                </a:lnTo>
                <a:lnTo>
                  <a:pt x="706" y="599"/>
                </a:lnTo>
                <a:lnTo>
                  <a:pt x="705" y="599"/>
                </a:lnTo>
                <a:lnTo>
                  <a:pt x="705" y="598"/>
                </a:lnTo>
                <a:lnTo>
                  <a:pt x="704" y="598"/>
                </a:lnTo>
                <a:lnTo>
                  <a:pt x="704" y="597"/>
                </a:lnTo>
                <a:lnTo>
                  <a:pt x="703" y="598"/>
                </a:lnTo>
                <a:lnTo>
                  <a:pt x="702" y="598"/>
                </a:lnTo>
                <a:lnTo>
                  <a:pt x="702" y="599"/>
                </a:lnTo>
                <a:lnTo>
                  <a:pt x="702" y="600"/>
                </a:lnTo>
                <a:lnTo>
                  <a:pt x="701" y="600"/>
                </a:lnTo>
                <a:lnTo>
                  <a:pt x="701" y="601"/>
                </a:lnTo>
                <a:lnTo>
                  <a:pt x="700" y="601"/>
                </a:lnTo>
                <a:lnTo>
                  <a:pt x="700" y="602"/>
                </a:lnTo>
                <a:lnTo>
                  <a:pt x="699" y="602"/>
                </a:lnTo>
                <a:lnTo>
                  <a:pt x="698" y="602"/>
                </a:lnTo>
                <a:lnTo>
                  <a:pt x="698" y="603"/>
                </a:lnTo>
                <a:lnTo>
                  <a:pt x="697" y="603"/>
                </a:lnTo>
                <a:lnTo>
                  <a:pt x="697" y="604"/>
                </a:lnTo>
                <a:lnTo>
                  <a:pt x="698" y="604"/>
                </a:lnTo>
                <a:lnTo>
                  <a:pt x="698" y="605"/>
                </a:lnTo>
                <a:lnTo>
                  <a:pt x="697" y="605"/>
                </a:lnTo>
                <a:lnTo>
                  <a:pt x="697" y="606"/>
                </a:lnTo>
                <a:lnTo>
                  <a:pt x="697" y="607"/>
                </a:lnTo>
                <a:lnTo>
                  <a:pt x="697" y="608"/>
                </a:lnTo>
                <a:lnTo>
                  <a:pt x="697" y="607"/>
                </a:lnTo>
                <a:lnTo>
                  <a:pt x="696" y="607"/>
                </a:lnTo>
                <a:lnTo>
                  <a:pt x="696" y="608"/>
                </a:lnTo>
                <a:lnTo>
                  <a:pt x="696" y="609"/>
                </a:lnTo>
                <a:lnTo>
                  <a:pt x="696" y="610"/>
                </a:lnTo>
                <a:lnTo>
                  <a:pt x="696" y="611"/>
                </a:lnTo>
                <a:lnTo>
                  <a:pt x="695" y="611"/>
                </a:lnTo>
                <a:lnTo>
                  <a:pt x="695" y="610"/>
                </a:lnTo>
                <a:lnTo>
                  <a:pt x="694" y="610"/>
                </a:lnTo>
                <a:lnTo>
                  <a:pt x="693" y="610"/>
                </a:lnTo>
                <a:lnTo>
                  <a:pt x="693" y="609"/>
                </a:lnTo>
                <a:lnTo>
                  <a:pt x="693" y="610"/>
                </a:lnTo>
                <a:lnTo>
                  <a:pt x="693" y="609"/>
                </a:lnTo>
                <a:lnTo>
                  <a:pt x="692" y="609"/>
                </a:lnTo>
                <a:lnTo>
                  <a:pt x="692" y="608"/>
                </a:lnTo>
                <a:lnTo>
                  <a:pt x="692" y="609"/>
                </a:lnTo>
                <a:lnTo>
                  <a:pt x="691" y="609"/>
                </a:lnTo>
                <a:lnTo>
                  <a:pt x="691" y="608"/>
                </a:lnTo>
                <a:lnTo>
                  <a:pt x="690" y="608"/>
                </a:lnTo>
                <a:lnTo>
                  <a:pt x="690" y="609"/>
                </a:lnTo>
                <a:lnTo>
                  <a:pt x="689" y="609"/>
                </a:lnTo>
                <a:lnTo>
                  <a:pt x="689" y="610"/>
                </a:lnTo>
                <a:lnTo>
                  <a:pt x="688" y="610"/>
                </a:lnTo>
                <a:lnTo>
                  <a:pt x="688" y="611"/>
                </a:lnTo>
                <a:lnTo>
                  <a:pt x="687" y="611"/>
                </a:lnTo>
                <a:lnTo>
                  <a:pt x="686" y="611"/>
                </a:lnTo>
                <a:lnTo>
                  <a:pt x="686" y="612"/>
                </a:lnTo>
                <a:lnTo>
                  <a:pt x="685" y="612"/>
                </a:lnTo>
                <a:lnTo>
                  <a:pt x="684" y="612"/>
                </a:lnTo>
                <a:lnTo>
                  <a:pt x="684" y="611"/>
                </a:lnTo>
                <a:lnTo>
                  <a:pt x="683" y="611"/>
                </a:lnTo>
                <a:lnTo>
                  <a:pt x="683" y="610"/>
                </a:lnTo>
                <a:lnTo>
                  <a:pt x="682" y="610"/>
                </a:lnTo>
                <a:lnTo>
                  <a:pt x="681" y="610"/>
                </a:lnTo>
                <a:lnTo>
                  <a:pt x="681" y="611"/>
                </a:lnTo>
                <a:lnTo>
                  <a:pt x="680" y="611"/>
                </a:lnTo>
                <a:lnTo>
                  <a:pt x="680" y="612"/>
                </a:lnTo>
                <a:lnTo>
                  <a:pt x="679" y="612"/>
                </a:lnTo>
                <a:lnTo>
                  <a:pt x="679" y="613"/>
                </a:lnTo>
                <a:lnTo>
                  <a:pt x="678" y="613"/>
                </a:lnTo>
                <a:lnTo>
                  <a:pt x="678" y="614"/>
                </a:lnTo>
                <a:lnTo>
                  <a:pt x="677" y="614"/>
                </a:lnTo>
                <a:lnTo>
                  <a:pt x="677" y="615"/>
                </a:lnTo>
                <a:lnTo>
                  <a:pt x="676" y="615"/>
                </a:lnTo>
                <a:lnTo>
                  <a:pt x="675" y="615"/>
                </a:lnTo>
                <a:lnTo>
                  <a:pt x="675" y="616"/>
                </a:lnTo>
                <a:lnTo>
                  <a:pt x="674" y="616"/>
                </a:lnTo>
                <a:lnTo>
                  <a:pt x="674" y="617"/>
                </a:lnTo>
                <a:lnTo>
                  <a:pt x="673" y="617"/>
                </a:lnTo>
                <a:lnTo>
                  <a:pt x="673" y="616"/>
                </a:lnTo>
                <a:lnTo>
                  <a:pt x="672" y="616"/>
                </a:lnTo>
                <a:lnTo>
                  <a:pt x="672" y="617"/>
                </a:lnTo>
                <a:lnTo>
                  <a:pt x="671" y="617"/>
                </a:lnTo>
                <a:lnTo>
                  <a:pt x="671" y="618"/>
                </a:lnTo>
                <a:lnTo>
                  <a:pt x="671" y="619"/>
                </a:lnTo>
                <a:lnTo>
                  <a:pt x="670" y="619"/>
                </a:lnTo>
                <a:lnTo>
                  <a:pt x="670" y="620"/>
                </a:lnTo>
                <a:lnTo>
                  <a:pt x="670" y="621"/>
                </a:lnTo>
                <a:lnTo>
                  <a:pt x="670" y="622"/>
                </a:lnTo>
                <a:lnTo>
                  <a:pt x="669" y="622"/>
                </a:lnTo>
                <a:lnTo>
                  <a:pt x="669" y="621"/>
                </a:lnTo>
                <a:lnTo>
                  <a:pt x="668" y="621"/>
                </a:lnTo>
                <a:lnTo>
                  <a:pt x="668" y="620"/>
                </a:lnTo>
                <a:lnTo>
                  <a:pt x="667" y="620"/>
                </a:lnTo>
                <a:lnTo>
                  <a:pt x="667" y="619"/>
                </a:lnTo>
                <a:lnTo>
                  <a:pt x="666" y="619"/>
                </a:lnTo>
                <a:lnTo>
                  <a:pt x="665" y="619"/>
                </a:lnTo>
                <a:lnTo>
                  <a:pt x="665" y="620"/>
                </a:lnTo>
                <a:lnTo>
                  <a:pt x="664" y="620"/>
                </a:lnTo>
                <a:lnTo>
                  <a:pt x="664" y="621"/>
                </a:lnTo>
                <a:lnTo>
                  <a:pt x="664" y="622"/>
                </a:lnTo>
                <a:lnTo>
                  <a:pt x="664" y="623"/>
                </a:lnTo>
                <a:lnTo>
                  <a:pt x="664" y="624"/>
                </a:lnTo>
                <a:lnTo>
                  <a:pt x="663" y="624"/>
                </a:lnTo>
                <a:lnTo>
                  <a:pt x="663" y="625"/>
                </a:lnTo>
                <a:lnTo>
                  <a:pt x="662" y="625"/>
                </a:lnTo>
                <a:lnTo>
                  <a:pt x="662" y="624"/>
                </a:lnTo>
                <a:lnTo>
                  <a:pt x="662" y="625"/>
                </a:lnTo>
                <a:lnTo>
                  <a:pt x="661" y="625"/>
                </a:lnTo>
                <a:lnTo>
                  <a:pt x="660" y="625"/>
                </a:lnTo>
                <a:lnTo>
                  <a:pt x="660" y="626"/>
                </a:lnTo>
                <a:lnTo>
                  <a:pt x="660" y="625"/>
                </a:lnTo>
                <a:lnTo>
                  <a:pt x="659" y="625"/>
                </a:lnTo>
                <a:lnTo>
                  <a:pt x="659" y="626"/>
                </a:lnTo>
                <a:lnTo>
                  <a:pt x="659" y="625"/>
                </a:lnTo>
                <a:lnTo>
                  <a:pt x="658" y="625"/>
                </a:lnTo>
                <a:lnTo>
                  <a:pt x="657" y="625"/>
                </a:lnTo>
                <a:lnTo>
                  <a:pt x="657" y="626"/>
                </a:lnTo>
                <a:lnTo>
                  <a:pt x="657" y="627"/>
                </a:lnTo>
                <a:lnTo>
                  <a:pt x="657" y="628"/>
                </a:lnTo>
                <a:lnTo>
                  <a:pt x="657" y="629"/>
                </a:lnTo>
                <a:lnTo>
                  <a:pt x="658" y="629"/>
                </a:lnTo>
                <a:lnTo>
                  <a:pt x="658" y="630"/>
                </a:lnTo>
                <a:lnTo>
                  <a:pt x="658" y="631"/>
                </a:lnTo>
                <a:lnTo>
                  <a:pt x="658" y="632"/>
                </a:lnTo>
                <a:lnTo>
                  <a:pt x="659" y="632"/>
                </a:lnTo>
                <a:lnTo>
                  <a:pt x="659" y="633"/>
                </a:lnTo>
                <a:lnTo>
                  <a:pt x="658" y="633"/>
                </a:lnTo>
                <a:lnTo>
                  <a:pt x="658" y="634"/>
                </a:lnTo>
                <a:lnTo>
                  <a:pt x="659" y="634"/>
                </a:lnTo>
                <a:lnTo>
                  <a:pt x="659" y="635"/>
                </a:lnTo>
                <a:lnTo>
                  <a:pt x="659" y="637"/>
                </a:lnTo>
                <a:lnTo>
                  <a:pt x="660" y="637"/>
                </a:lnTo>
                <a:lnTo>
                  <a:pt x="659" y="637"/>
                </a:lnTo>
                <a:lnTo>
                  <a:pt x="660" y="637"/>
                </a:lnTo>
                <a:lnTo>
                  <a:pt x="660" y="638"/>
                </a:lnTo>
                <a:lnTo>
                  <a:pt x="660" y="639"/>
                </a:lnTo>
                <a:lnTo>
                  <a:pt x="661" y="639"/>
                </a:lnTo>
                <a:lnTo>
                  <a:pt x="661" y="640"/>
                </a:lnTo>
                <a:lnTo>
                  <a:pt x="662" y="640"/>
                </a:lnTo>
                <a:lnTo>
                  <a:pt x="662" y="639"/>
                </a:lnTo>
                <a:lnTo>
                  <a:pt x="662" y="640"/>
                </a:lnTo>
                <a:lnTo>
                  <a:pt x="662" y="641"/>
                </a:lnTo>
                <a:lnTo>
                  <a:pt x="663" y="641"/>
                </a:lnTo>
                <a:lnTo>
                  <a:pt x="663" y="642"/>
                </a:lnTo>
                <a:lnTo>
                  <a:pt x="662" y="642"/>
                </a:lnTo>
                <a:lnTo>
                  <a:pt x="662" y="643"/>
                </a:lnTo>
                <a:lnTo>
                  <a:pt x="662" y="644"/>
                </a:lnTo>
                <a:lnTo>
                  <a:pt x="661" y="644"/>
                </a:lnTo>
                <a:lnTo>
                  <a:pt x="661" y="645"/>
                </a:lnTo>
                <a:lnTo>
                  <a:pt x="660" y="645"/>
                </a:lnTo>
                <a:lnTo>
                  <a:pt x="659" y="645"/>
                </a:lnTo>
                <a:lnTo>
                  <a:pt x="658" y="645"/>
                </a:lnTo>
                <a:lnTo>
                  <a:pt x="658" y="646"/>
                </a:lnTo>
                <a:lnTo>
                  <a:pt x="657" y="646"/>
                </a:lnTo>
                <a:lnTo>
                  <a:pt x="656" y="646"/>
                </a:lnTo>
                <a:lnTo>
                  <a:pt x="656" y="647"/>
                </a:lnTo>
                <a:lnTo>
                  <a:pt x="655" y="647"/>
                </a:lnTo>
                <a:lnTo>
                  <a:pt x="654" y="647"/>
                </a:lnTo>
                <a:lnTo>
                  <a:pt x="654" y="648"/>
                </a:lnTo>
                <a:lnTo>
                  <a:pt x="654" y="649"/>
                </a:lnTo>
                <a:lnTo>
                  <a:pt x="653" y="649"/>
                </a:lnTo>
                <a:lnTo>
                  <a:pt x="654" y="649"/>
                </a:lnTo>
                <a:lnTo>
                  <a:pt x="653" y="649"/>
                </a:lnTo>
                <a:lnTo>
                  <a:pt x="653" y="650"/>
                </a:lnTo>
                <a:lnTo>
                  <a:pt x="653" y="651"/>
                </a:lnTo>
                <a:lnTo>
                  <a:pt x="653" y="652"/>
                </a:lnTo>
                <a:lnTo>
                  <a:pt x="651" y="652"/>
                </a:lnTo>
                <a:lnTo>
                  <a:pt x="650" y="652"/>
                </a:lnTo>
                <a:lnTo>
                  <a:pt x="650" y="653"/>
                </a:lnTo>
                <a:lnTo>
                  <a:pt x="651" y="653"/>
                </a:lnTo>
                <a:lnTo>
                  <a:pt x="651" y="654"/>
                </a:lnTo>
                <a:lnTo>
                  <a:pt x="651" y="655"/>
                </a:lnTo>
                <a:lnTo>
                  <a:pt x="650" y="655"/>
                </a:lnTo>
                <a:lnTo>
                  <a:pt x="650" y="656"/>
                </a:lnTo>
                <a:lnTo>
                  <a:pt x="649" y="656"/>
                </a:lnTo>
                <a:lnTo>
                  <a:pt x="649" y="655"/>
                </a:lnTo>
                <a:lnTo>
                  <a:pt x="648" y="655"/>
                </a:lnTo>
                <a:lnTo>
                  <a:pt x="647" y="655"/>
                </a:lnTo>
                <a:lnTo>
                  <a:pt x="646" y="655"/>
                </a:lnTo>
                <a:lnTo>
                  <a:pt x="646" y="656"/>
                </a:lnTo>
                <a:lnTo>
                  <a:pt x="645" y="656"/>
                </a:lnTo>
                <a:lnTo>
                  <a:pt x="645" y="655"/>
                </a:lnTo>
                <a:lnTo>
                  <a:pt x="644" y="655"/>
                </a:lnTo>
                <a:lnTo>
                  <a:pt x="644" y="654"/>
                </a:lnTo>
                <a:lnTo>
                  <a:pt x="643" y="654"/>
                </a:lnTo>
                <a:lnTo>
                  <a:pt x="642" y="654"/>
                </a:lnTo>
                <a:lnTo>
                  <a:pt x="641" y="654"/>
                </a:lnTo>
                <a:lnTo>
                  <a:pt x="641" y="653"/>
                </a:lnTo>
                <a:lnTo>
                  <a:pt x="640" y="653"/>
                </a:lnTo>
                <a:lnTo>
                  <a:pt x="641" y="653"/>
                </a:lnTo>
                <a:lnTo>
                  <a:pt x="641" y="654"/>
                </a:lnTo>
                <a:lnTo>
                  <a:pt x="640" y="654"/>
                </a:lnTo>
                <a:lnTo>
                  <a:pt x="641" y="654"/>
                </a:lnTo>
                <a:lnTo>
                  <a:pt x="641" y="655"/>
                </a:lnTo>
                <a:lnTo>
                  <a:pt x="640" y="655"/>
                </a:lnTo>
                <a:lnTo>
                  <a:pt x="640" y="656"/>
                </a:lnTo>
                <a:lnTo>
                  <a:pt x="639" y="656"/>
                </a:lnTo>
                <a:lnTo>
                  <a:pt x="638" y="656"/>
                </a:lnTo>
                <a:lnTo>
                  <a:pt x="639" y="656"/>
                </a:lnTo>
                <a:lnTo>
                  <a:pt x="639" y="655"/>
                </a:lnTo>
                <a:lnTo>
                  <a:pt x="638" y="655"/>
                </a:lnTo>
                <a:lnTo>
                  <a:pt x="639" y="655"/>
                </a:lnTo>
                <a:lnTo>
                  <a:pt x="639" y="654"/>
                </a:lnTo>
                <a:lnTo>
                  <a:pt x="639" y="653"/>
                </a:lnTo>
                <a:lnTo>
                  <a:pt x="638" y="653"/>
                </a:lnTo>
                <a:lnTo>
                  <a:pt x="638" y="652"/>
                </a:lnTo>
                <a:lnTo>
                  <a:pt x="638" y="653"/>
                </a:lnTo>
                <a:lnTo>
                  <a:pt x="638" y="652"/>
                </a:lnTo>
                <a:lnTo>
                  <a:pt x="637" y="652"/>
                </a:lnTo>
                <a:lnTo>
                  <a:pt x="637" y="653"/>
                </a:lnTo>
                <a:lnTo>
                  <a:pt x="637" y="652"/>
                </a:lnTo>
                <a:lnTo>
                  <a:pt x="636" y="653"/>
                </a:lnTo>
                <a:lnTo>
                  <a:pt x="635" y="653"/>
                </a:lnTo>
                <a:lnTo>
                  <a:pt x="635" y="654"/>
                </a:lnTo>
                <a:lnTo>
                  <a:pt x="635" y="653"/>
                </a:lnTo>
                <a:lnTo>
                  <a:pt x="634" y="653"/>
                </a:lnTo>
                <a:lnTo>
                  <a:pt x="634" y="654"/>
                </a:lnTo>
                <a:lnTo>
                  <a:pt x="635" y="654"/>
                </a:lnTo>
                <a:lnTo>
                  <a:pt x="634" y="654"/>
                </a:lnTo>
                <a:lnTo>
                  <a:pt x="634" y="655"/>
                </a:lnTo>
                <a:lnTo>
                  <a:pt x="633" y="655"/>
                </a:lnTo>
                <a:lnTo>
                  <a:pt x="633" y="656"/>
                </a:lnTo>
                <a:lnTo>
                  <a:pt x="632" y="656"/>
                </a:lnTo>
                <a:lnTo>
                  <a:pt x="632" y="657"/>
                </a:lnTo>
                <a:lnTo>
                  <a:pt x="631" y="657"/>
                </a:lnTo>
                <a:lnTo>
                  <a:pt x="631" y="658"/>
                </a:lnTo>
                <a:lnTo>
                  <a:pt x="631" y="659"/>
                </a:lnTo>
                <a:lnTo>
                  <a:pt x="630" y="659"/>
                </a:lnTo>
                <a:lnTo>
                  <a:pt x="630" y="660"/>
                </a:lnTo>
                <a:lnTo>
                  <a:pt x="629" y="660"/>
                </a:lnTo>
                <a:lnTo>
                  <a:pt x="629" y="661"/>
                </a:lnTo>
                <a:lnTo>
                  <a:pt x="628" y="661"/>
                </a:lnTo>
                <a:lnTo>
                  <a:pt x="627" y="661"/>
                </a:lnTo>
                <a:lnTo>
                  <a:pt x="627" y="662"/>
                </a:lnTo>
                <a:lnTo>
                  <a:pt x="626" y="662"/>
                </a:lnTo>
                <a:lnTo>
                  <a:pt x="626" y="663"/>
                </a:lnTo>
                <a:lnTo>
                  <a:pt x="625" y="663"/>
                </a:lnTo>
                <a:lnTo>
                  <a:pt x="624" y="663"/>
                </a:lnTo>
                <a:lnTo>
                  <a:pt x="624" y="664"/>
                </a:lnTo>
                <a:lnTo>
                  <a:pt x="623" y="664"/>
                </a:lnTo>
                <a:lnTo>
                  <a:pt x="622" y="664"/>
                </a:lnTo>
                <a:lnTo>
                  <a:pt x="622" y="665"/>
                </a:lnTo>
                <a:lnTo>
                  <a:pt x="621" y="665"/>
                </a:lnTo>
                <a:lnTo>
                  <a:pt x="621" y="666"/>
                </a:lnTo>
                <a:lnTo>
                  <a:pt x="621" y="667"/>
                </a:lnTo>
                <a:lnTo>
                  <a:pt x="621" y="668"/>
                </a:lnTo>
                <a:lnTo>
                  <a:pt x="620" y="668"/>
                </a:lnTo>
                <a:lnTo>
                  <a:pt x="619" y="668"/>
                </a:lnTo>
                <a:lnTo>
                  <a:pt x="619" y="669"/>
                </a:lnTo>
                <a:lnTo>
                  <a:pt x="618" y="669"/>
                </a:lnTo>
                <a:lnTo>
                  <a:pt x="616" y="669"/>
                </a:lnTo>
                <a:lnTo>
                  <a:pt x="616" y="668"/>
                </a:lnTo>
                <a:lnTo>
                  <a:pt x="616" y="667"/>
                </a:lnTo>
                <a:lnTo>
                  <a:pt x="615" y="667"/>
                </a:lnTo>
                <a:lnTo>
                  <a:pt x="615" y="666"/>
                </a:lnTo>
                <a:lnTo>
                  <a:pt x="615" y="665"/>
                </a:lnTo>
                <a:lnTo>
                  <a:pt x="614" y="665"/>
                </a:lnTo>
                <a:lnTo>
                  <a:pt x="613" y="665"/>
                </a:lnTo>
                <a:lnTo>
                  <a:pt x="612" y="665"/>
                </a:lnTo>
                <a:lnTo>
                  <a:pt x="611" y="665"/>
                </a:lnTo>
                <a:lnTo>
                  <a:pt x="611" y="664"/>
                </a:lnTo>
                <a:lnTo>
                  <a:pt x="610" y="664"/>
                </a:lnTo>
                <a:lnTo>
                  <a:pt x="609" y="664"/>
                </a:lnTo>
                <a:lnTo>
                  <a:pt x="609" y="663"/>
                </a:lnTo>
                <a:lnTo>
                  <a:pt x="609" y="662"/>
                </a:lnTo>
                <a:lnTo>
                  <a:pt x="608" y="662"/>
                </a:lnTo>
                <a:lnTo>
                  <a:pt x="608" y="661"/>
                </a:lnTo>
                <a:lnTo>
                  <a:pt x="608" y="660"/>
                </a:lnTo>
                <a:lnTo>
                  <a:pt x="608" y="659"/>
                </a:lnTo>
                <a:lnTo>
                  <a:pt x="608" y="658"/>
                </a:lnTo>
                <a:lnTo>
                  <a:pt x="608" y="657"/>
                </a:lnTo>
                <a:lnTo>
                  <a:pt x="609" y="657"/>
                </a:lnTo>
                <a:lnTo>
                  <a:pt x="609" y="656"/>
                </a:lnTo>
                <a:lnTo>
                  <a:pt x="609" y="655"/>
                </a:lnTo>
                <a:lnTo>
                  <a:pt x="609" y="654"/>
                </a:lnTo>
                <a:lnTo>
                  <a:pt x="608" y="654"/>
                </a:lnTo>
                <a:lnTo>
                  <a:pt x="608" y="653"/>
                </a:lnTo>
                <a:lnTo>
                  <a:pt x="607" y="653"/>
                </a:lnTo>
                <a:lnTo>
                  <a:pt x="607" y="654"/>
                </a:lnTo>
                <a:lnTo>
                  <a:pt x="607" y="653"/>
                </a:lnTo>
                <a:lnTo>
                  <a:pt x="606" y="653"/>
                </a:lnTo>
                <a:lnTo>
                  <a:pt x="606" y="654"/>
                </a:lnTo>
                <a:lnTo>
                  <a:pt x="605" y="654"/>
                </a:lnTo>
                <a:lnTo>
                  <a:pt x="605" y="655"/>
                </a:lnTo>
                <a:lnTo>
                  <a:pt x="604" y="655"/>
                </a:lnTo>
                <a:lnTo>
                  <a:pt x="604" y="654"/>
                </a:lnTo>
                <a:lnTo>
                  <a:pt x="604" y="655"/>
                </a:lnTo>
                <a:lnTo>
                  <a:pt x="603" y="655"/>
                </a:lnTo>
                <a:lnTo>
                  <a:pt x="602" y="655"/>
                </a:lnTo>
                <a:lnTo>
                  <a:pt x="602" y="656"/>
                </a:lnTo>
                <a:lnTo>
                  <a:pt x="602" y="655"/>
                </a:lnTo>
                <a:lnTo>
                  <a:pt x="601" y="655"/>
                </a:lnTo>
                <a:lnTo>
                  <a:pt x="601" y="656"/>
                </a:lnTo>
                <a:lnTo>
                  <a:pt x="600" y="656"/>
                </a:lnTo>
                <a:lnTo>
                  <a:pt x="600" y="655"/>
                </a:lnTo>
                <a:lnTo>
                  <a:pt x="599" y="655"/>
                </a:lnTo>
                <a:lnTo>
                  <a:pt x="599" y="656"/>
                </a:lnTo>
                <a:lnTo>
                  <a:pt x="598" y="656"/>
                </a:lnTo>
                <a:lnTo>
                  <a:pt x="598" y="657"/>
                </a:lnTo>
                <a:lnTo>
                  <a:pt x="597" y="657"/>
                </a:lnTo>
                <a:lnTo>
                  <a:pt x="596" y="657"/>
                </a:lnTo>
                <a:lnTo>
                  <a:pt x="596" y="656"/>
                </a:lnTo>
                <a:lnTo>
                  <a:pt x="595" y="656"/>
                </a:lnTo>
                <a:lnTo>
                  <a:pt x="595" y="657"/>
                </a:lnTo>
                <a:lnTo>
                  <a:pt x="594" y="657"/>
                </a:lnTo>
                <a:lnTo>
                  <a:pt x="594" y="658"/>
                </a:lnTo>
                <a:lnTo>
                  <a:pt x="594" y="659"/>
                </a:lnTo>
                <a:lnTo>
                  <a:pt x="593" y="659"/>
                </a:lnTo>
                <a:lnTo>
                  <a:pt x="593" y="660"/>
                </a:lnTo>
                <a:lnTo>
                  <a:pt x="593" y="661"/>
                </a:lnTo>
                <a:lnTo>
                  <a:pt x="592" y="661"/>
                </a:lnTo>
                <a:lnTo>
                  <a:pt x="592" y="662"/>
                </a:lnTo>
                <a:lnTo>
                  <a:pt x="591" y="661"/>
                </a:lnTo>
                <a:lnTo>
                  <a:pt x="591" y="662"/>
                </a:lnTo>
                <a:lnTo>
                  <a:pt x="590" y="662"/>
                </a:lnTo>
                <a:lnTo>
                  <a:pt x="590" y="663"/>
                </a:lnTo>
                <a:lnTo>
                  <a:pt x="590" y="664"/>
                </a:lnTo>
                <a:lnTo>
                  <a:pt x="589" y="664"/>
                </a:lnTo>
                <a:lnTo>
                  <a:pt x="589" y="665"/>
                </a:lnTo>
                <a:lnTo>
                  <a:pt x="588" y="665"/>
                </a:lnTo>
                <a:lnTo>
                  <a:pt x="588" y="666"/>
                </a:lnTo>
                <a:lnTo>
                  <a:pt x="588" y="667"/>
                </a:lnTo>
                <a:lnTo>
                  <a:pt x="588" y="668"/>
                </a:lnTo>
                <a:lnTo>
                  <a:pt x="587" y="668"/>
                </a:lnTo>
                <a:lnTo>
                  <a:pt x="587" y="669"/>
                </a:lnTo>
                <a:lnTo>
                  <a:pt x="587" y="670"/>
                </a:lnTo>
                <a:lnTo>
                  <a:pt x="588" y="670"/>
                </a:lnTo>
                <a:lnTo>
                  <a:pt x="588" y="671"/>
                </a:lnTo>
                <a:lnTo>
                  <a:pt x="588" y="672"/>
                </a:lnTo>
                <a:lnTo>
                  <a:pt x="587" y="672"/>
                </a:lnTo>
                <a:lnTo>
                  <a:pt x="588" y="672"/>
                </a:lnTo>
                <a:lnTo>
                  <a:pt x="587" y="672"/>
                </a:lnTo>
                <a:lnTo>
                  <a:pt x="587" y="673"/>
                </a:lnTo>
                <a:lnTo>
                  <a:pt x="587" y="674"/>
                </a:lnTo>
                <a:lnTo>
                  <a:pt x="587" y="675"/>
                </a:lnTo>
                <a:lnTo>
                  <a:pt x="587" y="676"/>
                </a:lnTo>
                <a:lnTo>
                  <a:pt x="587" y="677"/>
                </a:lnTo>
                <a:lnTo>
                  <a:pt x="587" y="678"/>
                </a:lnTo>
                <a:lnTo>
                  <a:pt x="586" y="678"/>
                </a:lnTo>
                <a:lnTo>
                  <a:pt x="586" y="679"/>
                </a:lnTo>
                <a:lnTo>
                  <a:pt x="586" y="680"/>
                </a:lnTo>
                <a:lnTo>
                  <a:pt x="585" y="680"/>
                </a:lnTo>
                <a:lnTo>
                  <a:pt x="585" y="681"/>
                </a:lnTo>
                <a:lnTo>
                  <a:pt x="586" y="681"/>
                </a:lnTo>
                <a:lnTo>
                  <a:pt x="586" y="682"/>
                </a:lnTo>
                <a:lnTo>
                  <a:pt x="586" y="683"/>
                </a:lnTo>
                <a:lnTo>
                  <a:pt x="586" y="684"/>
                </a:lnTo>
                <a:lnTo>
                  <a:pt x="585" y="684"/>
                </a:lnTo>
                <a:lnTo>
                  <a:pt x="585" y="685"/>
                </a:lnTo>
                <a:lnTo>
                  <a:pt x="586" y="685"/>
                </a:lnTo>
                <a:lnTo>
                  <a:pt x="585" y="685"/>
                </a:lnTo>
                <a:lnTo>
                  <a:pt x="586" y="685"/>
                </a:lnTo>
                <a:lnTo>
                  <a:pt x="586" y="686"/>
                </a:lnTo>
                <a:lnTo>
                  <a:pt x="585" y="686"/>
                </a:lnTo>
                <a:lnTo>
                  <a:pt x="585" y="687"/>
                </a:lnTo>
                <a:lnTo>
                  <a:pt x="585" y="686"/>
                </a:lnTo>
                <a:lnTo>
                  <a:pt x="584" y="686"/>
                </a:lnTo>
                <a:lnTo>
                  <a:pt x="584" y="687"/>
                </a:lnTo>
                <a:lnTo>
                  <a:pt x="583" y="687"/>
                </a:lnTo>
                <a:lnTo>
                  <a:pt x="583" y="688"/>
                </a:lnTo>
                <a:lnTo>
                  <a:pt x="582" y="688"/>
                </a:lnTo>
                <a:lnTo>
                  <a:pt x="582" y="687"/>
                </a:lnTo>
                <a:lnTo>
                  <a:pt x="581" y="687"/>
                </a:lnTo>
                <a:lnTo>
                  <a:pt x="581" y="688"/>
                </a:lnTo>
                <a:lnTo>
                  <a:pt x="581" y="687"/>
                </a:lnTo>
                <a:lnTo>
                  <a:pt x="580" y="687"/>
                </a:lnTo>
                <a:lnTo>
                  <a:pt x="580" y="686"/>
                </a:lnTo>
                <a:lnTo>
                  <a:pt x="579" y="686"/>
                </a:lnTo>
                <a:lnTo>
                  <a:pt x="578" y="685"/>
                </a:lnTo>
                <a:lnTo>
                  <a:pt x="578" y="684"/>
                </a:lnTo>
                <a:lnTo>
                  <a:pt x="578" y="685"/>
                </a:lnTo>
                <a:lnTo>
                  <a:pt x="577" y="685"/>
                </a:lnTo>
                <a:lnTo>
                  <a:pt x="577" y="684"/>
                </a:lnTo>
                <a:lnTo>
                  <a:pt x="576" y="683"/>
                </a:lnTo>
                <a:lnTo>
                  <a:pt x="575" y="682"/>
                </a:lnTo>
                <a:lnTo>
                  <a:pt x="575" y="681"/>
                </a:lnTo>
                <a:lnTo>
                  <a:pt x="574" y="681"/>
                </a:lnTo>
                <a:lnTo>
                  <a:pt x="574" y="682"/>
                </a:lnTo>
                <a:lnTo>
                  <a:pt x="573" y="682"/>
                </a:lnTo>
                <a:lnTo>
                  <a:pt x="573" y="681"/>
                </a:lnTo>
                <a:lnTo>
                  <a:pt x="573" y="680"/>
                </a:lnTo>
                <a:lnTo>
                  <a:pt x="572" y="680"/>
                </a:lnTo>
                <a:lnTo>
                  <a:pt x="572" y="679"/>
                </a:lnTo>
                <a:lnTo>
                  <a:pt x="571" y="679"/>
                </a:lnTo>
                <a:lnTo>
                  <a:pt x="571" y="678"/>
                </a:lnTo>
                <a:lnTo>
                  <a:pt x="570" y="678"/>
                </a:lnTo>
                <a:lnTo>
                  <a:pt x="570" y="677"/>
                </a:lnTo>
                <a:lnTo>
                  <a:pt x="569" y="677"/>
                </a:lnTo>
                <a:lnTo>
                  <a:pt x="569" y="676"/>
                </a:lnTo>
                <a:lnTo>
                  <a:pt x="568" y="676"/>
                </a:lnTo>
                <a:lnTo>
                  <a:pt x="568" y="675"/>
                </a:lnTo>
                <a:lnTo>
                  <a:pt x="568" y="674"/>
                </a:lnTo>
                <a:lnTo>
                  <a:pt x="567" y="674"/>
                </a:lnTo>
                <a:lnTo>
                  <a:pt x="567" y="673"/>
                </a:lnTo>
                <a:lnTo>
                  <a:pt x="566" y="673"/>
                </a:lnTo>
                <a:lnTo>
                  <a:pt x="566" y="672"/>
                </a:lnTo>
                <a:lnTo>
                  <a:pt x="565" y="672"/>
                </a:lnTo>
                <a:lnTo>
                  <a:pt x="565" y="671"/>
                </a:lnTo>
                <a:lnTo>
                  <a:pt x="565" y="670"/>
                </a:lnTo>
                <a:lnTo>
                  <a:pt x="564" y="670"/>
                </a:lnTo>
                <a:lnTo>
                  <a:pt x="564" y="669"/>
                </a:lnTo>
                <a:lnTo>
                  <a:pt x="563" y="669"/>
                </a:lnTo>
                <a:lnTo>
                  <a:pt x="562" y="669"/>
                </a:lnTo>
                <a:lnTo>
                  <a:pt x="562" y="668"/>
                </a:lnTo>
                <a:lnTo>
                  <a:pt x="561" y="668"/>
                </a:lnTo>
                <a:lnTo>
                  <a:pt x="561" y="667"/>
                </a:lnTo>
                <a:lnTo>
                  <a:pt x="560" y="666"/>
                </a:lnTo>
                <a:lnTo>
                  <a:pt x="560" y="665"/>
                </a:lnTo>
                <a:lnTo>
                  <a:pt x="558" y="664"/>
                </a:lnTo>
                <a:lnTo>
                  <a:pt x="558" y="663"/>
                </a:lnTo>
                <a:lnTo>
                  <a:pt x="557" y="663"/>
                </a:lnTo>
                <a:lnTo>
                  <a:pt x="556" y="663"/>
                </a:lnTo>
                <a:lnTo>
                  <a:pt x="556" y="662"/>
                </a:lnTo>
                <a:lnTo>
                  <a:pt x="556" y="661"/>
                </a:lnTo>
                <a:lnTo>
                  <a:pt x="555" y="661"/>
                </a:lnTo>
                <a:lnTo>
                  <a:pt x="555" y="660"/>
                </a:lnTo>
                <a:lnTo>
                  <a:pt x="554" y="660"/>
                </a:lnTo>
                <a:lnTo>
                  <a:pt x="554" y="659"/>
                </a:lnTo>
                <a:lnTo>
                  <a:pt x="553" y="659"/>
                </a:lnTo>
                <a:lnTo>
                  <a:pt x="553" y="658"/>
                </a:lnTo>
                <a:lnTo>
                  <a:pt x="552" y="658"/>
                </a:lnTo>
                <a:lnTo>
                  <a:pt x="552" y="659"/>
                </a:lnTo>
                <a:lnTo>
                  <a:pt x="551" y="659"/>
                </a:lnTo>
                <a:lnTo>
                  <a:pt x="550" y="659"/>
                </a:lnTo>
                <a:lnTo>
                  <a:pt x="550" y="660"/>
                </a:lnTo>
                <a:lnTo>
                  <a:pt x="550" y="661"/>
                </a:lnTo>
                <a:lnTo>
                  <a:pt x="549" y="661"/>
                </a:lnTo>
                <a:lnTo>
                  <a:pt x="549" y="662"/>
                </a:lnTo>
                <a:lnTo>
                  <a:pt x="549" y="663"/>
                </a:lnTo>
                <a:lnTo>
                  <a:pt x="548" y="663"/>
                </a:lnTo>
                <a:lnTo>
                  <a:pt x="548" y="664"/>
                </a:lnTo>
                <a:lnTo>
                  <a:pt x="547" y="664"/>
                </a:lnTo>
                <a:lnTo>
                  <a:pt x="547" y="665"/>
                </a:lnTo>
                <a:lnTo>
                  <a:pt x="547" y="666"/>
                </a:lnTo>
                <a:lnTo>
                  <a:pt x="547" y="665"/>
                </a:lnTo>
                <a:lnTo>
                  <a:pt x="546" y="666"/>
                </a:lnTo>
                <a:lnTo>
                  <a:pt x="546" y="667"/>
                </a:lnTo>
                <a:lnTo>
                  <a:pt x="545" y="667"/>
                </a:lnTo>
                <a:lnTo>
                  <a:pt x="545" y="668"/>
                </a:lnTo>
                <a:lnTo>
                  <a:pt x="545" y="669"/>
                </a:lnTo>
                <a:lnTo>
                  <a:pt x="546" y="669"/>
                </a:lnTo>
                <a:lnTo>
                  <a:pt x="546" y="670"/>
                </a:lnTo>
                <a:lnTo>
                  <a:pt x="546" y="671"/>
                </a:lnTo>
                <a:lnTo>
                  <a:pt x="547" y="671"/>
                </a:lnTo>
                <a:lnTo>
                  <a:pt x="547" y="672"/>
                </a:lnTo>
                <a:lnTo>
                  <a:pt x="546" y="672"/>
                </a:lnTo>
                <a:lnTo>
                  <a:pt x="546" y="673"/>
                </a:lnTo>
                <a:lnTo>
                  <a:pt x="546" y="674"/>
                </a:lnTo>
                <a:lnTo>
                  <a:pt x="545" y="674"/>
                </a:lnTo>
                <a:lnTo>
                  <a:pt x="544" y="674"/>
                </a:lnTo>
                <a:lnTo>
                  <a:pt x="544" y="675"/>
                </a:lnTo>
                <a:lnTo>
                  <a:pt x="544" y="676"/>
                </a:lnTo>
                <a:lnTo>
                  <a:pt x="544" y="677"/>
                </a:lnTo>
                <a:lnTo>
                  <a:pt x="543" y="677"/>
                </a:lnTo>
                <a:lnTo>
                  <a:pt x="543" y="678"/>
                </a:lnTo>
                <a:lnTo>
                  <a:pt x="542" y="678"/>
                </a:lnTo>
                <a:lnTo>
                  <a:pt x="542" y="679"/>
                </a:lnTo>
                <a:lnTo>
                  <a:pt x="542" y="678"/>
                </a:lnTo>
                <a:lnTo>
                  <a:pt x="541" y="678"/>
                </a:lnTo>
                <a:lnTo>
                  <a:pt x="540" y="678"/>
                </a:lnTo>
                <a:lnTo>
                  <a:pt x="540" y="677"/>
                </a:lnTo>
                <a:lnTo>
                  <a:pt x="539" y="677"/>
                </a:lnTo>
                <a:lnTo>
                  <a:pt x="539" y="676"/>
                </a:lnTo>
                <a:lnTo>
                  <a:pt x="538" y="676"/>
                </a:lnTo>
                <a:lnTo>
                  <a:pt x="538" y="675"/>
                </a:lnTo>
                <a:lnTo>
                  <a:pt x="537" y="675"/>
                </a:lnTo>
                <a:lnTo>
                  <a:pt x="538" y="675"/>
                </a:lnTo>
                <a:lnTo>
                  <a:pt x="538" y="674"/>
                </a:lnTo>
                <a:lnTo>
                  <a:pt x="537" y="674"/>
                </a:lnTo>
                <a:lnTo>
                  <a:pt x="537" y="673"/>
                </a:lnTo>
                <a:lnTo>
                  <a:pt x="536" y="673"/>
                </a:lnTo>
                <a:lnTo>
                  <a:pt x="536" y="672"/>
                </a:lnTo>
                <a:lnTo>
                  <a:pt x="536" y="671"/>
                </a:lnTo>
                <a:lnTo>
                  <a:pt x="536" y="670"/>
                </a:lnTo>
                <a:lnTo>
                  <a:pt x="535" y="669"/>
                </a:lnTo>
                <a:lnTo>
                  <a:pt x="535" y="670"/>
                </a:lnTo>
                <a:lnTo>
                  <a:pt x="535" y="669"/>
                </a:lnTo>
                <a:lnTo>
                  <a:pt x="534" y="669"/>
                </a:lnTo>
                <a:lnTo>
                  <a:pt x="534" y="668"/>
                </a:lnTo>
                <a:lnTo>
                  <a:pt x="533" y="668"/>
                </a:lnTo>
                <a:lnTo>
                  <a:pt x="533" y="667"/>
                </a:lnTo>
                <a:lnTo>
                  <a:pt x="534" y="667"/>
                </a:lnTo>
                <a:lnTo>
                  <a:pt x="533" y="667"/>
                </a:lnTo>
                <a:lnTo>
                  <a:pt x="534" y="667"/>
                </a:lnTo>
                <a:lnTo>
                  <a:pt x="533" y="667"/>
                </a:lnTo>
                <a:lnTo>
                  <a:pt x="533" y="666"/>
                </a:lnTo>
                <a:lnTo>
                  <a:pt x="533" y="665"/>
                </a:lnTo>
                <a:lnTo>
                  <a:pt x="533" y="664"/>
                </a:lnTo>
                <a:lnTo>
                  <a:pt x="534" y="664"/>
                </a:lnTo>
                <a:lnTo>
                  <a:pt x="534" y="663"/>
                </a:lnTo>
                <a:lnTo>
                  <a:pt x="534" y="662"/>
                </a:lnTo>
                <a:lnTo>
                  <a:pt x="533" y="662"/>
                </a:lnTo>
                <a:lnTo>
                  <a:pt x="532" y="662"/>
                </a:lnTo>
                <a:lnTo>
                  <a:pt x="532" y="661"/>
                </a:lnTo>
                <a:lnTo>
                  <a:pt x="532" y="660"/>
                </a:lnTo>
                <a:lnTo>
                  <a:pt x="531" y="660"/>
                </a:lnTo>
                <a:lnTo>
                  <a:pt x="530" y="660"/>
                </a:lnTo>
                <a:lnTo>
                  <a:pt x="530" y="659"/>
                </a:lnTo>
                <a:lnTo>
                  <a:pt x="529" y="659"/>
                </a:lnTo>
                <a:lnTo>
                  <a:pt x="529" y="658"/>
                </a:lnTo>
                <a:lnTo>
                  <a:pt x="528" y="658"/>
                </a:lnTo>
                <a:lnTo>
                  <a:pt x="529" y="658"/>
                </a:lnTo>
                <a:lnTo>
                  <a:pt x="528" y="658"/>
                </a:lnTo>
                <a:lnTo>
                  <a:pt x="527" y="658"/>
                </a:lnTo>
                <a:lnTo>
                  <a:pt x="527" y="657"/>
                </a:lnTo>
                <a:lnTo>
                  <a:pt x="526" y="657"/>
                </a:lnTo>
                <a:lnTo>
                  <a:pt x="525" y="657"/>
                </a:lnTo>
                <a:lnTo>
                  <a:pt x="524" y="657"/>
                </a:lnTo>
                <a:lnTo>
                  <a:pt x="523" y="657"/>
                </a:lnTo>
                <a:lnTo>
                  <a:pt x="523" y="658"/>
                </a:lnTo>
                <a:lnTo>
                  <a:pt x="523" y="659"/>
                </a:lnTo>
                <a:lnTo>
                  <a:pt x="523" y="660"/>
                </a:lnTo>
                <a:lnTo>
                  <a:pt x="523" y="661"/>
                </a:lnTo>
                <a:lnTo>
                  <a:pt x="522" y="661"/>
                </a:lnTo>
                <a:lnTo>
                  <a:pt x="523" y="661"/>
                </a:lnTo>
                <a:lnTo>
                  <a:pt x="522" y="661"/>
                </a:lnTo>
                <a:lnTo>
                  <a:pt x="522" y="662"/>
                </a:lnTo>
                <a:lnTo>
                  <a:pt x="522" y="663"/>
                </a:lnTo>
                <a:lnTo>
                  <a:pt x="521" y="663"/>
                </a:lnTo>
                <a:lnTo>
                  <a:pt x="521" y="664"/>
                </a:lnTo>
                <a:lnTo>
                  <a:pt x="520" y="664"/>
                </a:lnTo>
                <a:lnTo>
                  <a:pt x="520" y="665"/>
                </a:lnTo>
                <a:lnTo>
                  <a:pt x="520" y="666"/>
                </a:lnTo>
                <a:lnTo>
                  <a:pt x="521" y="666"/>
                </a:lnTo>
                <a:lnTo>
                  <a:pt x="520" y="666"/>
                </a:lnTo>
                <a:lnTo>
                  <a:pt x="520" y="667"/>
                </a:lnTo>
                <a:lnTo>
                  <a:pt x="521" y="667"/>
                </a:lnTo>
                <a:lnTo>
                  <a:pt x="520" y="667"/>
                </a:lnTo>
                <a:lnTo>
                  <a:pt x="521" y="667"/>
                </a:lnTo>
                <a:lnTo>
                  <a:pt x="520" y="667"/>
                </a:lnTo>
                <a:lnTo>
                  <a:pt x="520" y="668"/>
                </a:lnTo>
                <a:lnTo>
                  <a:pt x="520" y="669"/>
                </a:lnTo>
                <a:lnTo>
                  <a:pt x="520" y="670"/>
                </a:lnTo>
                <a:lnTo>
                  <a:pt x="519" y="670"/>
                </a:lnTo>
                <a:lnTo>
                  <a:pt x="519" y="671"/>
                </a:lnTo>
                <a:lnTo>
                  <a:pt x="518" y="671"/>
                </a:lnTo>
                <a:lnTo>
                  <a:pt x="517" y="671"/>
                </a:lnTo>
                <a:lnTo>
                  <a:pt x="517" y="672"/>
                </a:lnTo>
                <a:lnTo>
                  <a:pt x="516" y="672"/>
                </a:lnTo>
                <a:lnTo>
                  <a:pt x="515" y="672"/>
                </a:lnTo>
                <a:lnTo>
                  <a:pt x="515" y="673"/>
                </a:lnTo>
                <a:lnTo>
                  <a:pt x="514" y="673"/>
                </a:lnTo>
                <a:lnTo>
                  <a:pt x="513" y="673"/>
                </a:lnTo>
                <a:lnTo>
                  <a:pt x="512" y="673"/>
                </a:lnTo>
                <a:lnTo>
                  <a:pt x="511" y="673"/>
                </a:lnTo>
                <a:lnTo>
                  <a:pt x="511" y="674"/>
                </a:lnTo>
                <a:lnTo>
                  <a:pt x="511" y="675"/>
                </a:lnTo>
                <a:lnTo>
                  <a:pt x="510" y="675"/>
                </a:lnTo>
                <a:lnTo>
                  <a:pt x="510" y="676"/>
                </a:lnTo>
                <a:lnTo>
                  <a:pt x="510" y="677"/>
                </a:lnTo>
                <a:lnTo>
                  <a:pt x="509" y="677"/>
                </a:lnTo>
                <a:lnTo>
                  <a:pt x="509" y="678"/>
                </a:lnTo>
                <a:lnTo>
                  <a:pt x="509" y="679"/>
                </a:lnTo>
                <a:lnTo>
                  <a:pt x="509" y="680"/>
                </a:lnTo>
                <a:lnTo>
                  <a:pt x="510" y="680"/>
                </a:lnTo>
                <a:lnTo>
                  <a:pt x="510" y="681"/>
                </a:lnTo>
                <a:lnTo>
                  <a:pt x="510" y="682"/>
                </a:lnTo>
                <a:lnTo>
                  <a:pt x="511" y="682"/>
                </a:lnTo>
                <a:lnTo>
                  <a:pt x="511" y="683"/>
                </a:lnTo>
                <a:lnTo>
                  <a:pt x="510" y="683"/>
                </a:lnTo>
                <a:lnTo>
                  <a:pt x="510" y="684"/>
                </a:lnTo>
                <a:lnTo>
                  <a:pt x="509" y="684"/>
                </a:lnTo>
                <a:lnTo>
                  <a:pt x="508" y="684"/>
                </a:lnTo>
                <a:lnTo>
                  <a:pt x="507" y="684"/>
                </a:lnTo>
                <a:lnTo>
                  <a:pt x="507" y="685"/>
                </a:lnTo>
                <a:lnTo>
                  <a:pt x="506" y="685"/>
                </a:lnTo>
                <a:lnTo>
                  <a:pt x="506" y="686"/>
                </a:lnTo>
                <a:lnTo>
                  <a:pt x="505" y="686"/>
                </a:lnTo>
                <a:lnTo>
                  <a:pt x="505" y="687"/>
                </a:lnTo>
                <a:lnTo>
                  <a:pt x="504" y="687"/>
                </a:lnTo>
                <a:lnTo>
                  <a:pt x="503" y="687"/>
                </a:lnTo>
                <a:lnTo>
                  <a:pt x="502" y="687"/>
                </a:lnTo>
                <a:lnTo>
                  <a:pt x="502" y="688"/>
                </a:lnTo>
                <a:lnTo>
                  <a:pt x="501" y="688"/>
                </a:lnTo>
                <a:lnTo>
                  <a:pt x="501" y="689"/>
                </a:lnTo>
                <a:lnTo>
                  <a:pt x="501" y="690"/>
                </a:lnTo>
                <a:lnTo>
                  <a:pt x="501" y="691"/>
                </a:lnTo>
                <a:lnTo>
                  <a:pt x="502" y="691"/>
                </a:lnTo>
                <a:lnTo>
                  <a:pt x="502" y="692"/>
                </a:lnTo>
                <a:lnTo>
                  <a:pt x="502" y="693"/>
                </a:lnTo>
                <a:lnTo>
                  <a:pt x="501" y="693"/>
                </a:lnTo>
                <a:lnTo>
                  <a:pt x="501" y="694"/>
                </a:lnTo>
                <a:lnTo>
                  <a:pt x="500" y="694"/>
                </a:lnTo>
                <a:lnTo>
                  <a:pt x="500" y="693"/>
                </a:lnTo>
                <a:lnTo>
                  <a:pt x="499" y="693"/>
                </a:lnTo>
                <a:lnTo>
                  <a:pt x="499" y="694"/>
                </a:lnTo>
                <a:lnTo>
                  <a:pt x="498" y="694"/>
                </a:lnTo>
                <a:lnTo>
                  <a:pt x="497" y="694"/>
                </a:lnTo>
                <a:lnTo>
                  <a:pt x="496" y="694"/>
                </a:lnTo>
                <a:lnTo>
                  <a:pt x="496" y="693"/>
                </a:lnTo>
                <a:lnTo>
                  <a:pt x="495" y="692"/>
                </a:lnTo>
                <a:lnTo>
                  <a:pt x="494" y="692"/>
                </a:lnTo>
                <a:lnTo>
                  <a:pt x="494" y="691"/>
                </a:lnTo>
                <a:lnTo>
                  <a:pt x="493" y="691"/>
                </a:lnTo>
                <a:lnTo>
                  <a:pt x="493" y="690"/>
                </a:lnTo>
                <a:lnTo>
                  <a:pt x="492" y="690"/>
                </a:lnTo>
                <a:lnTo>
                  <a:pt x="492" y="691"/>
                </a:lnTo>
                <a:lnTo>
                  <a:pt x="492" y="690"/>
                </a:lnTo>
                <a:lnTo>
                  <a:pt x="492" y="691"/>
                </a:lnTo>
                <a:lnTo>
                  <a:pt x="491" y="691"/>
                </a:lnTo>
                <a:lnTo>
                  <a:pt x="491" y="690"/>
                </a:lnTo>
                <a:lnTo>
                  <a:pt x="490" y="690"/>
                </a:lnTo>
                <a:lnTo>
                  <a:pt x="489" y="690"/>
                </a:lnTo>
                <a:lnTo>
                  <a:pt x="488" y="690"/>
                </a:lnTo>
                <a:lnTo>
                  <a:pt x="488" y="689"/>
                </a:lnTo>
                <a:lnTo>
                  <a:pt x="488" y="688"/>
                </a:lnTo>
                <a:lnTo>
                  <a:pt x="487" y="688"/>
                </a:lnTo>
                <a:lnTo>
                  <a:pt x="488" y="688"/>
                </a:lnTo>
                <a:lnTo>
                  <a:pt x="487" y="688"/>
                </a:lnTo>
                <a:lnTo>
                  <a:pt x="488" y="688"/>
                </a:lnTo>
                <a:lnTo>
                  <a:pt x="487" y="688"/>
                </a:lnTo>
                <a:lnTo>
                  <a:pt x="487" y="687"/>
                </a:lnTo>
                <a:lnTo>
                  <a:pt x="486" y="687"/>
                </a:lnTo>
                <a:lnTo>
                  <a:pt x="486" y="686"/>
                </a:lnTo>
                <a:lnTo>
                  <a:pt x="486" y="685"/>
                </a:lnTo>
                <a:lnTo>
                  <a:pt x="485" y="685"/>
                </a:lnTo>
                <a:lnTo>
                  <a:pt x="484" y="685"/>
                </a:lnTo>
                <a:lnTo>
                  <a:pt x="485" y="685"/>
                </a:lnTo>
                <a:lnTo>
                  <a:pt x="485" y="684"/>
                </a:lnTo>
                <a:lnTo>
                  <a:pt x="485" y="683"/>
                </a:lnTo>
                <a:lnTo>
                  <a:pt x="484" y="683"/>
                </a:lnTo>
                <a:lnTo>
                  <a:pt x="484" y="682"/>
                </a:lnTo>
                <a:lnTo>
                  <a:pt x="483" y="682"/>
                </a:lnTo>
                <a:lnTo>
                  <a:pt x="484" y="682"/>
                </a:lnTo>
                <a:lnTo>
                  <a:pt x="484" y="681"/>
                </a:lnTo>
                <a:lnTo>
                  <a:pt x="483" y="681"/>
                </a:lnTo>
                <a:lnTo>
                  <a:pt x="483" y="680"/>
                </a:lnTo>
                <a:lnTo>
                  <a:pt x="484" y="680"/>
                </a:lnTo>
                <a:lnTo>
                  <a:pt x="483" y="679"/>
                </a:lnTo>
                <a:lnTo>
                  <a:pt x="483" y="678"/>
                </a:lnTo>
                <a:lnTo>
                  <a:pt x="483" y="679"/>
                </a:lnTo>
                <a:lnTo>
                  <a:pt x="483" y="678"/>
                </a:lnTo>
                <a:lnTo>
                  <a:pt x="482" y="678"/>
                </a:lnTo>
                <a:lnTo>
                  <a:pt x="483" y="678"/>
                </a:lnTo>
                <a:lnTo>
                  <a:pt x="482" y="678"/>
                </a:lnTo>
                <a:lnTo>
                  <a:pt x="482" y="677"/>
                </a:lnTo>
                <a:lnTo>
                  <a:pt x="481" y="677"/>
                </a:lnTo>
                <a:lnTo>
                  <a:pt x="480" y="677"/>
                </a:lnTo>
                <a:lnTo>
                  <a:pt x="480" y="676"/>
                </a:lnTo>
                <a:lnTo>
                  <a:pt x="479" y="676"/>
                </a:lnTo>
                <a:lnTo>
                  <a:pt x="479" y="675"/>
                </a:lnTo>
                <a:lnTo>
                  <a:pt x="479" y="676"/>
                </a:lnTo>
                <a:lnTo>
                  <a:pt x="478" y="676"/>
                </a:lnTo>
                <a:lnTo>
                  <a:pt x="478" y="675"/>
                </a:lnTo>
                <a:lnTo>
                  <a:pt x="478" y="676"/>
                </a:lnTo>
                <a:lnTo>
                  <a:pt x="477" y="676"/>
                </a:lnTo>
                <a:lnTo>
                  <a:pt x="476" y="676"/>
                </a:lnTo>
                <a:lnTo>
                  <a:pt x="475" y="675"/>
                </a:lnTo>
                <a:lnTo>
                  <a:pt x="475" y="676"/>
                </a:lnTo>
                <a:lnTo>
                  <a:pt x="475" y="675"/>
                </a:lnTo>
                <a:lnTo>
                  <a:pt x="475" y="674"/>
                </a:lnTo>
                <a:lnTo>
                  <a:pt x="475" y="673"/>
                </a:lnTo>
                <a:lnTo>
                  <a:pt x="474" y="673"/>
                </a:lnTo>
                <a:lnTo>
                  <a:pt x="473" y="673"/>
                </a:lnTo>
                <a:lnTo>
                  <a:pt x="473" y="672"/>
                </a:lnTo>
                <a:lnTo>
                  <a:pt x="472" y="672"/>
                </a:lnTo>
                <a:lnTo>
                  <a:pt x="472" y="671"/>
                </a:lnTo>
                <a:lnTo>
                  <a:pt x="472" y="672"/>
                </a:lnTo>
                <a:lnTo>
                  <a:pt x="472" y="671"/>
                </a:lnTo>
                <a:lnTo>
                  <a:pt x="471" y="671"/>
                </a:lnTo>
                <a:lnTo>
                  <a:pt x="470" y="671"/>
                </a:lnTo>
                <a:lnTo>
                  <a:pt x="470" y="670"/>
                </a:lnTo>
                <a:lnTo>
                  <a:pt x="469" y="670"/>
                </a:lnTo>
                <a:lnTo>
                  <a:pt x="468" y="670"/>
                </a:lnTo>
                <a:lnTo>
                  <a:pt x="468" y="669"/>
                </a:lnTo>
                <a:lnTo>
                  <a:pt x="468" y="668"/>
                </a:lnTo>
                <a:lnTo>
                  <a:pt x="467" y="668"/>
                </a:lnTo>
                <a:lnTo>
                  <a:pt x="466" y="668"/>
                </a:lnTo>
                <a:lnTo>
                  <a:pt x="465" y="668"/>
                </a:lnTo>
                <a:lnTo>
                  <a:pt x="464" y="668"/>
                </a:lnTo>
                <a:lnTo>
                  <a:pt x="464" y="669"/>
                </a:lnTo>
                <a:lnTo>
                  <a:pt x="463" y="669"/>
                </a:lnTo>
                <a:lnTo>
                  <a:pt x="463" y="668"/>
                </a:lnTo>
                <a:lnTo>
                  <a:pt x="462" y="668"/>
                </a:lnTo>
                <a:lnTo>
                  <a:pt x="462" y="667"/>
                </a:lnTo>
                <a:lnTo>
                  <a:pt x="461" y="667"/>
                </a:lnTo>
                <a:lnTo>
                  <a:pt x="461" y="666"/>
                </a:lnTo>
                <a:lnTo>
                  <a:pt x="460" y="666"/>
                </a:lnTo>
                <a:lnTo>
                  <a:pt x="460" y="665"/>
                </a:lnTo>
                <a:lnTo>
                  <a:pt x="459" y="665"/>
                </a:lnTo>
                <a:lnTo>
                  <a:pt x="460" y="665"/>
                </a:lnTo>
                <a:lnTo>
                  <a:pt x="459" y="665"/>
                </a:lnTo>
                <a:lnTo>
                  <a:pt x="458" y="665"/>
                </a:lnTo>
                <a:lnTo>
                  <a:pt x="457" y="665"/>
                </a:lnTo>
                <a:lnTo>
                  <a:pt x="457" y="666"/>
                </a:lnTo>
                <a:lnTo>
                  <a:pt x="457" y="667"/>
                </a:lnTo>
                <a:lnTo>
                  <a:pt x="456" y="667"/>
                </a:lnTo>
                <a:lnTo>
                  <a:pt x="456" y="668"/>
                </a:lnTo>
                <a:lnTo>
                  <a:pt x="456" y="667"/>
                </a:lnTo>
                <a:lnTo>
                  <a:pt x="455" y="667"/>
                </a:lnTo>
                <a:lnTo>
                  <a:pt x="455" y="666"/>
                </a:lnTo>
                <a:lnTo>
                  <a:pt x="455" y="665"/>
                </a:lnTo>
                <a:lnTo>
                  <a:pt x="454" y="665"/>
                </a:lnTo>
                <a:lnTo>
                  <a:pt x="454" y="664"/>
                </a:lnTo>
                <a:lnTo>
                  <a:pt x="454" y="663"/>
                </a:lnTo>
                <a:lnTo>
                  <a:pt x="453" y="663"/>
                </a:lnTo>
                <a:lnTo>
                  <a:pt x="453" y="662"/>
                </a:lnTo>
                <a:lnTo>
                  <a:pt x="452" y="662"/>
                </a:lnTo>
                <a:lnTo>
                  <a:pt x="452" y="661"/>
                </a:lnTo>
                <a:lnTo>
                  <a:pt x="451" y="661"/>
                </a:lnTo>
                <a:lnTo>
                  <a:pt x="451" y="660"/>
                </a:lnTo>
                <a:lnTo>
                  <a:pt x="450" y="660"/>
                </a:lnTo>
                <a:lnTo>
                  <a:pt x="449" y="660"/>
                </a:lnTo>
                <a:lnTo>
                  <a:pt x="448" y="660"/>
                </a:lnTo>
                <a:lnTo>
                  <a:pt x="448" y="661"/>
                </a:lnTo>
                <a:lnTo>
                  <a:pt x="447" y="661"/>
                </a:lnTo>
                <a:lnTo>
                  <a:pt x="446" y="661"/>
                </a:lnTo>
                <a:lnTo>
                  <a:pt x="446" y="662"/>
                </a:lnTo>
                <a:lnTo>
                  <a:pt x="445" y="662"/>
                </a:lnTo>
                <a:lnTo>
                  <a:pt x="445" y="663"/>
                </a:lnTo>
                <a:lnTo>
                  <a:pt x="445" y="664"/>
                </a:lnTo>
                <a:lnTo>
                  <a:pt x="446" y="664"/>
                </a:lnTo>
                <a:lnTo>
                  <a:pt x="446" y="665"/>
                </a:lnTo>
                <a:lnTo>
                  <a:pt x="445" y="665"/>
                </a:lnTo>
                <a:lnTo>
                  <a:pt x="444" y="665"/>
                </a:lnTo>
                <a:lnTo>
                  <a:pt x="444" y="666"/>
                </a:lnTo>
                <a:lnTo>
                  <a:pt x="444" y="667"/>
                </a:lnTo>
                <a:lnTo>
                  <a:pt x="444" y="668"/>
                </a:lnTo>
                <a:lnTo>
                  <a:pt x="443" y="668"/>
                </a:lnTo>
                <a:lnTo>
                  <a:pt x="443" y="669"/>
                </a:lnTo>
                <a:lnTo>
                  <a:pt x="442" y="669"/>
                </a:lnTo>
                <a:lnTo>
                  <a:pt x="441" y="669"/>
                </a:lnTo>
                <a:lnTo>
                  <a:pt x="441" y="670"/>
                </a:lnTo>
                <a:lnTo>
                  <a:pt x="441" y="669"/>
                </a:lnTo>
                <a:lnTo>
                  <a:pt x="440" y="669"/>
                </a:lnTo>
                <a:lnTo>
                  <a:pt x="439" y="669"/>
                </a:lnTo>
                <a:lnTo>
                  <a:pt x="439" y="670"/>
                </a:lnTo>
                <a:lnTo>
                  <a:pt x="439" y="671"/>
                </a:lnTo>
                <a:lnTo>
                  <a:pt x="439" y="672"/>
                </a:lnTo>
                <a:lnTo>
                  <a:pt x="440" y="672"/>
                </a:lnTo>
                <a:lnTo>
                  <a:pt x="440" y="673"/>
                </a:lnTo>
                <a:lnTo>
                  <a:pt x="441" y="673"/>
                </a:lnTo>
                <a:lnTo>
                  <a:pt x="441" y="674"/>
                </a:lnTo>
                <a:lnTo>
                  <a:pt x="442" y="674"/>
                </a:lnTo>
                <a:lnTo>
                  <a:pt x="442" y="675"/>
                </a:lnTo>
                <a:lnTo>
                  <a:pt x="441" y="675"/>
                </a:lnTo>
                <a:lnTo>
                  <a:pt x="440" y="675"/>
                </a:lnTo>
                <a:lnTo>
                  <a:pt x="440" y="676"/>
                </a:lnTo>
                <a:lnTo>
                  <a:pt x="439" y="676"/>
                </a:lnTo>
                <a:lnTo>
                  <a:pt x="439" y="677"/>
                </a:lnTo>
                <a:lnTo>
                  <a:pt x="439" y="678"/>
                </a:lnTo>
                <a:lnTo>
                  <a:pt x="438" y="678"/>
                </a:lnTo>
                <a:lnTo>
                  <a:pt x="438" y="679"/>
                </a:lnTo>
                <a:lnTo>
                  <a:pt x="437" y="679"/>
                </a:lnTo>
                <a:lnTo>
                  <a:pt x="436" y="679"/>
                </a:lnTo>
                <a:lnTo>
                  <a:pt x="436" y="680"/>
                </a:lnTo>
                <a:lnTo>
                  <a:pt x="436" y="681"/>
                </a:lnTo>
                <a:lnTo>
                  <a:pt x="436" y="682"/>
                </a:lnTo>
                <a:lnTo>
                  <a:pt x="435" y="682"/>
                </a:lnTo>
                <a:lnTo>
                  <a:pt x="434" y="682"/>
                </a:lnTo>
                <a:lnTo>
                  <a:pt x="433" y="683"/>
                </a:lnTo>
                <a:lnTo>
                  <a:pt x="434" y="683"/>
                </a:lnTo>
                <a:lnTo>
                  <a:pt x="433" y="684"/>
                </a:lnTo>
                <a:lnTo>
                  <a:pt x="432" y="684"/>
                </a:lnTo>
                <a:lnTo>
                  <a:pt x="432" y="685"/>
                </a:lnTo>
                <a:lnTo>
                  <a:pt x="431" y="685"/>
                </a:lnTo>
                <a:lnTo>
                  <a:pt x="431" y="686"/>
                </a:lnTo>
                <a:lnTo>
                  <a:pt x="431" y="687"/>
                </a:lnTo>
                <a:lnTo>
                  <a:pt x="431" y="688"/>
                </a:lnTo>
                <a:lnTo>
                  <a:pt x="430" y="688"/>
                </a:lnTo>
                <a:lnTo>
                  <a:pt x="429" y="688"/>
                </a:lnTo>
                <a:lnTo>
                  <a:pt x="429" y="689"/>
                </a:lnTo>
                <a:lnTo>
                  <a:pt x="429" y="690"/>
                </a:lnTo>
                <a:lnTo>
                  <a:pt x="429" y="691"/>
                </a:lnTo>
                <a:lnTo>
                  <a:pt x="429" y="690"/>
                </a:lnTo>
                <a:lnTo>
                  <a:pt x="429" y="691"/>
                </a:lnTo>
                <a:lnTo>
                  <a:pt x="428" y="691"/>
                </a:lnTo>
                <a:lnTo>
                  <a:pt x="428" y="692"/>
                </a:lnTo>
                <a:lnTo>
                  <a:pt x="427" y="692"/>
                </a:lnTo>
                <a:lnTo>
                  <a:pt x="427" y="693"/>
                </a:lnTo>
                <a:lnTo>
                  <a:pt x="428" y="693"/>
                </a:lnTo>
                <a:lnTo>
                  <a:pt x="428" y="694"/>
                </a:lnTo>
                <a:lnTo>
                  <a:pt x="428" y="695"/>
                </a:lnTo>
                <a:lnTo>
                  <a:pt x="428" y="696"/>
                </a:lnTo>
                <a:lnTo>
                  <a:pt x="429" y="696"/>
                </a:lnTo>
                <a:lnTo>
                  <a:pt x="428" y="696"/>
                </a:lnTo>
                <a:lnTo>
                  <a:pt x="428" y="697"/>
                </a:lnTo>
                <a:lnTo>
                  <a:pt x="427" y="697"/>
                </a:lnTo>
                <a:lnTo>
                  <a:pt x="427" y="696"/>
                </a:lnTo>
                <a:lnTo>
                  <a:pt x="426" y="696"/>
                </a:lnTo>
                <a:lnTo>
                  <a:pt x="425" y="696"/>
                </a:lnTo>
                <a:lnTo>
                  <a:pt x="424" y="696"/>
                </a:lnTo>
                <a:lnTo>
                  <a:pt x="424" y="695"/>
                </a:lnTo>
                <a:lnTo>
                  <a:pt x="424" y="696"/>
                </a:lnTo>
                <a:lnTo>
                  <a:pt x="423" y="696"/>
                </a:lnTo>
                <a:lnTo>
                  <a:pt x="422" y="696"/>
                </a:lnTo>
                <a:lnTo>
                  <a:pt x="422" y="695"/>
                </a:lnTo>
                <a:lnTo>
                  <a:pt x="421" y="695"/>
                </a:lnTo>
                <a:lnTo>
                  <a:pt x="420" y="695"/>
                </a:lnTo>
                <a:lnTo>
                  <a:pt x="420" y="696"/>
                </a:lnTo>
                <a:lnTo>
                  <a:pt x="419" y="696"/>
                </a:lnTo>
                <a:lnTo>
                  <a:pt x="418" y="696"/>
                </a:lnTo>
                <a:lnTo>
                  <a:pt x="418" y="697"/>
                </a:lnTo>
                <a:lnTo>
                  <a:pt x="418" y="698"/>
                </a:lnTo>
                <a:lnTo>
                  <a:pt x="417" y="698"/>
                </a:lnTo>
                <a:lnTo>
                  <a:pt x="418" y="698"/>
                </a:lnTo>
                <a:lnTo>
                  <a:pt x="417" y="698"/>
                </a:lnTo>
                <a:lnTo>
                  <a:pt x="417" y="699"/>
                </a:lnTo>
                <a:lnTo>
                  <a:pt x="417" y="698"/>
                </a:lnTo>
                <a:lnTo>
                  <a:pt x="416" y="698"/>
                </a:lnTo>
                <a:lnTo>
                  <a:pt x="416" y="697"/>
                </a:lnTo>
                <a:lnTo>
                  <a:pt x="416" y="696"/>
                </a:lnTo>
                <a:lnTo>
                  <a:pt x="416" y="695"/>
                </a:lnTo>
                <a:lnTo>
                  <a:pt x="415" y="695"/>
                </a:lnTo>
                <a:lnTo>
                  <a:pt x="414" y="695"/>
                </a:lnTo>
                <a:lnTo>
                  <a:pt x="414" y="694"/>
                </a:lnTo>
                <a:lnTo>
                  <a:pt x="413" y="694"/>
                </a:lnTo>
                <a:lnTo>
                  <a:pt x="412" y="694"/>
                </a:lnTo>
                <a:lnTo>
                  <a:pt x="411" y="694"/>
                </a:lnTo>
                <a:lnTo>
                  <a:pt x="410" y="694"/>
                </a:lnTo>
                <a:lnTo>
                  <a:pt x="409" y="694"/>
                </a:lnTo>
                <a:lnTo>
                  <a:pt x="409" y="693"/>
                </a:lnTo>
                <a:lnTo>
                  <a:pt x="408" y="693"/>
                </a:lnTo>
                <a:lnTo>
                  <a:pt x="407" y="693"/>
                </a:lnTo>
                <a:lnTo>
                  <a:pt x="406" y="693"/>
                </a:lnTo>
                <a:lnTo>
                  <a:pt x="406" y="694"/>
                </a:lnTo>
                <a:lnTo>
                  <a:pt x="405" y="694"/>
                </a:lnTo>
                <a:lnTo>
                  <a:pt x="404" y="694"/>
                </a:lnTo>
                <a:lnTo>
                  <a:pt x="404" y="695"/>
                </a:lnTo>
                <a:lnTo>
                  <a:pt x="404" y="696"/>
                </a:lnTo>
                <a:lnTo>
                  <a:pt x="403" y="696"/>
                </a:lnTo>
                <a:lnTo>
                  <a:pt x="402" y="696"/>
                </a:lnTo>
                <a:lnTo>
                  <a:pt x="402" y="695"/>
                </a:lnTo>
                <a:lnTo>
                  <a:pt x="402" y="696"/>
                </a:lnTo>
                <a:lnTo>
                  <a:pt x="401" y="696"/>
                </a:lnTo>
                <a:lnTo>
                  <a:pt x="401" y="695"/>
                </a:lnTo>
                <a:lnTo>
                  <a:pt x="400" y="695"/>
                </a:lnTo>
                <a:lnTo>
                  <a:pt x="400" y="694"/>
                </a:lnTo>
                <a:lnTo>
                  <a:pt x="400" y="695"/>
                </a:lnTo>
                <a:lnTo>
                  <a:pt x="400" y="694"/>
                </a:lnTo>
                <a:lnTo>
                  <a:pt x="399" y="694"/>
                </a:lnTo>
                <a:lnTo>
                  <a:pt x="399" y="695"/>
                </a:lnTo>
                <a:lnTo>
                  <a:pt x="398" y="695"/>
                </a:lnTo>
                <a:lnTo>
                  <a:pt x="398" y="694"/>
                </a:lnTo>
                <a:lnTo>
                  <a:pt x="397" y="694"/>
                </a:lnTo>
                <a:lnTo>
                  <a:pt x="397" y="695"/>
                </a:lnTo>
                <a:lnTo>
                  <a:pt x="397" y="694"/>
                </a:lnTo>
                <a:lnTo>
                  <a:pt x="396" y="695"/>
                </a:lnTo>
                <a:lnTo>
                  <a:pt x="396" y="696"/>
                </a:lnTo>
                <a:lnTo>
                  <a:pt x="397" y="696"/>
                </a:lnTo>
                <a:lnTo>
                  <a:pt x="396" y="696"/>
                </a:lnTo>
                <a:lnTo>
                  <a:pt x="396" y="697"/>
                </a:lnTo>
                <a:lnTo>
                  <a:pt x="396" y="698"/>
                </a:lnTo>
                <a:lnTo>
                  <a:pt x="396" y="699"/>
                </a:lnTo>
                <a:lnTo>
                  <a:pt x="396" y="700"/>
                </a:lnTo>
                <a:lnTo>
                  <a:pt x="395" y="700"/>
                </a:lnTo>
                <a:lnTo>
                  <a:pt x="394" y="700"/>
                </a:lnTo>
                <a:lnTo>
                  <a:pt x="393" y="700"/>
                </a:lnTo>
                <a:lnTo>
                  <a:pt x="392" y="700"/>
                </a:lnTo>
                <a:lnTo>
                  <a:pt x="392" y="699"/>
                </a:lnTo>
                <a:lnTo>
                  <a:pt x="391" y="699"/>
                </a:lnTo>
                <a:lnTo>
                  <a:pt x="391" y="698"/>
                </a:lnTo>
                <a:lnTo>
                  <a:pt x="391" y="697"/>
                </a:lnTo>
                <a:lnTo>
                  <a:pt x="390" y="697"/>
                </a:lnTo>
                <a:lnTo>
                  <a:pt x="389" y="697"/>
                </a:lnTo>
                <a:lnTo>
                  <a:pt x="389" y="696"/>
                </a:lnTo>
                <a:lnTo>
                  <a:pt x="389" y="695"/>
                </a:lnTo>
                <a:lnTo>
                  <a:pt x="388" y="695"/>
                </a:lnTo>
                <a:lnTo>
                  <a:pt x="389" y="695"/>
                </a:lnTo>
                <a:lnTo>
                  <a:pt x="389" y="694"/>
                </a:lnTo>
                <a:lnTo>
                  <a:pt x="389" y="693"/>
                </a:lnTo>
                <a:lnTo>
                  <a:pt x="389" y="692"/>
                </a:lnTo>
                <a:lnTo>
                  <a:pt x="388" y="692"/>
                </a:lnTo>
                <a:lnTo>
                  <a:pt x="387" y="692"/>
                </a:lnTo>
                <a:lnTo>
                  <a:pt x="387" y="691"/>
                </a:lnTo>
                <a:lnTo>
                  <a:pt x="387" y="690"/>
                </a:lnTo>
                <a:lnTo>
                  <a:pt x="386" y="690"/>
                </a:lnTo>
                <a:lnTo>
                  <a:pt x="386" y="689"/>
                </a:lnTo>
                <a:lnTo>
                  <a:pt x="385" y="689"/>
                </a:lnTo>
                <a:lnTo>
                  <a:pt x="385" y="688"/>
                </a:lnTo>
                <a:lnTo>
                  <a:pt x="384" y="688"/>
                </a:lnTo>
                <a:lnTo>
                  <a:pt x="383" y="688"/>
                </a:lnTo>
                <a:lnTo>
                  <a:pt x="382" y="688"/>
                </a:lnTo>
                <a:lnTo>
                  <a:pt x="382" y="689"/>
                </a:lnTo>
                <a:lnTo>
                  <a:pt x="381" y="689"/>
                </a:lnTo>
                <a:lnTo>
                  <a:pt x="381" y="688"/>
                </a:lnTo>
                <a:lnTo>
                  <a:pt x="381" y="689"/>
                </a:lnTo>
                <a:lnTo>
                  <a:pt x="380" y="689"/>
                </a:lnTo>
                <a:lnTo>
                  <a:pt x="380" y="688"/>
                </a:lnTo>
                <a:lnTo>
                  <a:pt x="380" y="689"/>
                </a:lnTo>
                <a:lnTo>
                  <a:pt x="380" y="690"/>
                </a:lnTo>
                <a:lnTo>
                  <a:pt x="379" y="690"/>
                </a:lnTo>
                <a:lnTo>
                  <a:pt x="378" y="690"/>
                </a:lnTo>
                <a:lnTo>
                  <a:pt x="378" y="691"/>
                </a:lnTo>
                <a:lnTo>
                  <a:pt x="377" y="691"/>
                </a:lnTo>
                <a:lnTo>
                  <a:pt x="376" y="691"/>
                </a:lnTo>
                <a:lnTo>
                  <a:pt x="375" y="691"/>
                </a:lnTo>
                <a:lnTo>
                  <a:pt x="375" y="692"/>
                </a:lnTo>
                <a:lnTo>
                  <a:pt x="375" y="693"/>
                </a:lnTo>
                <a:lnTo>
                  <a:pt x="375" y="694"/>
                </a:lnTo>
                <a:lnTo>
                  <a:pt x="374" y="694"/>
                </a:lnTo>
                <a:lnTo>
                  <a:pt x="375" y="694"/>
                </a:lnTo>
                <a:lnTo>
                  <a:pt x="374" y="694"/>
                </a:lnTo>
                <a:lnTo>
                  <a:pt x="374" y="695"/>
                </a:lnTo>
                <a:lnTo>
                  <a:pt x="374" y="696"/>
                </a:lnTo>
                <a:lnTo>
                  <a:pt x="374" y="697"/>
                </a:lnTo>
                <a:lnTo>
                  <a:pt x="373" y="697"/>
                </a:lnTo>
                <a:lnTo>
                  <a:pt x="373" y="698"/>
                </a:lnTo>
                <a:lnTo>
                  <a:pt x="373" y="699"/>
                </a:lnTo>
                <a:lnTo>
                  <a:pt x="374" y="699"/>
                </a:lnTo>
                <a:lnTo>
                  <a:pt x="374" y="700"/>
                </a:lnTo>
                <a:lnTo>
                  <a:pt x="375" y="700"/>
                </a:lnTo>
                <a:lnTo>
                  <a:pt x="375" y="701"/>
                </a:lnTo>
                <a:lnTo>
                  <a:pt x="375" y="702"/>
                </a:lnTo>
                <a:lnTo>
                  <a:pt x="374" y="702"/>
                </a:lnTo>
                <a:lnTo>
                  <a:pt x="373" y="702"/>
                </a:lnTo>
                <a:lnTo>
                  <a:pt x="373" y="704"/>
                </a:lnTo>
                <a:lnTo>
                  <a:pt x="372" y="704"/>
                </a:lnTo>
                <a:lnTo>
                  <a:pt x="373" y="704"/>
                </a:lnTo>
                <a:lnTo>
                  <a:pt x="373" y="705"/>
                </a:lnTo>
                <a:lnTo>
                  <a:pt x="373" y="706"/>
                </a:lnTo>
                <a:lnTo>
                  <a:pt x="373" y="707"/>
                </a:lnTo>
                <a:lnTo>
                  <a:pt x="372" y="707"/>
                </a:lnTo>
                <a:lnTo>
                  <a:pt x="372" y="708"/>
                </a:lnTo>
                <a:lnTo>
                  <a:pt x="371" y="708"/>
                </a:lnTo>
                <a:lnTo>
                  <a:pt x="371" y="709"/>
                </a:lnTo>
                <a:lnTo>
                  <a:pt x="371" y="710"/>
                </a:lnTo>
                <a:lnTo>
                  <a:pt x="371" y="711"/>
                </a:lnTo>
                <a:lnTo>
                  <a:pt x="371" y="712"/>
                </a:lnTo>
                <a:lnTo>
                  <a:pt x="370" y="712"/>
                </a:lnTo>
                <a:lnTo>
                  <a:pt x="369" y="712"/>
                </a:lnTo>
                <a:lnTo>
                  <a:pt x="369" y="713"/>
                </a:lnTo>
                <a:lnTo>
                  <a:pt x="368" y="713"/>
                </a:lnTo>
                <a:lnTo>
                  <a:pt x="367" y="713"/>
                </a:lnTo>
                <a:lnTo>
                  <a:pt x="366" y="713"/>
                </a:lnTo>
                <a:lnTo>
                  <a:pt x="365" y="713"/>
                </a:lnTo>
                <a:lnTo>
                  <a:pt x="365" y="712"/>
                </a:lnTo>
                <a:lnTo>
                  <a:pt x="365" y="713"/>
                </a:lnTo>
                <a:lnTo>
                  <a:pt x="365" y="714"/>
                </a:lnTo>
                <a:lnTo>
                  <a:pt x="364" y="714"/>
                </a:lnTo>
                <a:lnTo>
                  <a:pt x="364" y="715"/>
                </a:lnTo>
                <a:lnTo>
                  <a:pt x="364" y="716"/>
                </a:lnTo>
                <a:lnTo>
                  <a:pt x="364" y="717"/>
                </a:lnTo>
                <a:lnTo>
                  <a:pt x="364" y="718"/>
                </a:lnTo>
                <a:lnTo>
                  <a:pt x="365" y="718"/>
                </a:lnTo>
                <a:lnTo>
                  <a:pt x="366" y="719"/>
                </a:lnTo>
                <a:lnTo>
                  <a:pt x="366" y="720"/>
                </a:lnTo>
                <a:lnTo>
                  <a:pt x="366" y="721"/>
                </a:lnTo>
                <a:lnTo>
                  <a:pt x="367" y="721"/>
                </a:lnTo>
                <a:lnTo>
                  <a:pt x="367" y="722"/>
                </a:lnTo>
                <a:lnTo>
                  <a:pt x="368" y="722"/>
                </a:lnTo>
                <a:lnTo>
                  <a:pt x="367" y="722"/>
                </a:lnTo>
                <a:lnTo>
                  <a:pt x="368" y="722"/>
                </a:lnTo>
                <a:lnTo>
                  <a:pt x="368" y="723"/>
                </a:lnTo>
                <a:lnTo>
                  <a:pt x="367" y="723"/>
                </a:lnTo>
                <a:lnTo>
                  <a:pt x="368" y="723"/>
                </a:lnTo>
                <a:lnTo>
                  <a:pt x="368" y="724"/>
                </a:lnTo>
                <a:lnTo>
                  <a:pt x="369" y="724"/>
                </a:lnTo>
                <a:lnTo>
                  <a:pt x="369" y="725"/>
                </a:lnTo>
                <a:lnTo>
                  <a:pt x="368" y="725"/>
                </a:lnTo>
                <a:lnTo>
                  <a:pt x="368" y="726"/>
                </a:lnTo>
                <a:lnTo>
                  <a:pt x="368" y="727"/>
                </a:lnTo>
                <a:lnTo>
                  <a:pt x="369" y="727"/>
                </a:lnTo>
                <a:lnTo>
                  <a:pt x="368" y="727"/>
                </a:lnTo>
                <a:lnTo>
                  <a:pt x="368" y="728"/>
                </a:lnTo>
                <a:lnTo>
                  <a:pt x="368" y="727"/>
                </a:lnTo>
                <a:lnTo>
                  <a:pt x="367" y="727"/>
                </a:lnTo>
                <a:lnTo>
                  <a:pt x="367" y="728"/>
                </a:lnTo>
                <a:lnTo>
                  <a:pt x="367" y="727"/>
                </a:lnTo>
                <a:lnTo>
                  <a:pt x="366" y="727"/>
                </a:lnTo>
                <a:lnTo>
                  <a:pt x="366" y="728"/>
                </a:lnTo>
                <a:lnTo>
                  <a:pt x="366" y="729"/>
                </a:lnTo>
                <a:lnTo>
                  <a:pt x="366" y="730"/>
                </a:lnTo>
                <a:lnTo>
                  <a:pt x="367" y="730"/>
                </a:lnTo>
                <a:lnTo>
                  <a:pt x="367" y="731"/>
                </a:lnTo>
                <a:lnTo>
                  <a:pt x="368" y="732"/>
                </a:lnTo>
                <a:lnTo>
                  <a:pt x="368" y="733"/>
                </a:lnTo>
                <a:lnTo>
                  <a:pt x="368" y="734"/>
                </a:lnTo>
                <a:lnTo>
                  <a:pt x="369" y="734"/>
                </a:lnTo>
                <a:lnTo>
                  <a:pt x="369" y="735"/>
                </a:lnTo>
                <a:lnTo>
                  <a:pt x="369" y="736"/>
                </a:lnTo>
                <a:lnTo>
                  <a:pt x="370" y="736"/>
                </a:lnTo>
                <a:lnTo>
                  <a:pt x="369" y="736"/>
                </a:lnTo>
                <a:lnTo>
                  <a:pt x="369" y="737"/>
                </a:lnTo>
                <a:lnTo>
                  <a:pt x="370" y="737"/>
                </a:lnTo>
                <a:lnTo>
                  <a:pt x="370" y="738"/>
                </a:lnTo>
                <a:lnTo>
                  <a:pt x="371" y="738"/>
                </a:lnTo>
                <a:lnTo>
                  <a:pt x="371" y="739"/>
                </a:lnTo>
                <a:lnTo>
                  <a:pt x="371" y="740"/>
                </a:lnTo>
                <a:lnTo>
                  <a:pt x="370" y="740"/>
                </a:lnTo>
                <a:lnTo>
                  <a:pt x="370" y="741"/>
                </a:lnTo>
                <a:lnTo>
                  <a:pt x="370" y="742"/>
                </a:lnTo>
                <a:lnTo>
                  <a:pt x="370" y="743"/>
                </a:lnTo>
                <a:lnTo>
                  <a:pt x="369" y="743"/>
                </a:lnTo>
                <a:lnTo>
                  <a:pt x="369" y="744"/>
                </a:lnTo>
                <a:lnTo>
                  <a:pt x="370" y="744"/>
                </a:lnTo>
                <a:lnTo>
                  <a:pt x="371" y="744"/>
                </a:lnTo>
                <a:lnTo>
                  <a:pt x="371" y="745"/>
                </a:lnTo>
                <a:lnTo>
                  <a:pt x="372" y="745"/>
                </a:lnTo>
                <a:lnTo>
                  <a:pt x="373" y="745"/>
                </a:lnTo>
                <a:lnTo>
                  <a:pt x="373" y="746"/>
                </a:lnTo>
                <a:lnTo>
                  <a:pt x="374" y="746"/>
                </a:lnTo>
                <a:lnTo>
                  <a:pt x="374" y="747"/>
                </a:lnTo>
                <a:lnTo>
                  <a:pt x="375" y="747"/>
                </a:lnTo>
                <a:lnTo>
                  <a:pt x="376" y="747"/>
                </a:lnTo>
                <a:lnTo>
                  <a:pt x="376" y="746"/>
                </a:lnTo>
                <a:lnTo>
                  <a:pt x="377" y="746"/>
                </a:lnTo>
                <a:lnTo>
                  <a:pt x="377" y="747"/>
                </a:lnTo>
                <a:lnTo>
                  <a:pt x="378" y="747"/>
                </a:lnTo>
                <a:lnTo>
                  <a:pt x="378" y="748"/>
                </a:lnTo>
                <a:lnTo>
                  <a:pt x="378" y="749"/>
                </a:lnTo>
                <a:lnTo>
                  <a:pt x="377" y="749"/>
                </a:lnTo>
                <a:lnTo>
                  <a:pt x="378" y="749"/>
                </a:lnTo>
                <a:lnTo>
                  <a:pt x="377" y="749"/>
                </a:lnTo>
                <a:lnTo>
                  <a:pt x="377" y="750"/>
                </a:lnTo>
                <a:lnTo>
                  <a:pt x="377" y="751"/>
                </a:lnTo>
                <a:lnTo>
                  <a:pt x="378" y="751"/>
                </a:lnTo>
                <a:lnTo>
                  <a:pt x="378" y="752"/>
                </a:lnTo>
                <a:lnTo>
                  <a:pt x="379" y="752"/>
                </a:lnTo>
                <a:lnTo>
                  <a:pt x="379" y="753"/>
                </a:lnTo>
                <a:lnTo>
                  <a:pt x="379" y="752"/>
                </a:lnTo>
                <a:lnTo>
                  <a:pt x="380" y="752"/>
                </a:lnTo>
                <a:lnTo>
                  <a:pt x="380" y="753"/>
                </a:lnTo>
                <a:lnTo>
                  <a:pt x="381" y="753"/>
                </a:lnTo>
                <a:lnTo>
                  <a:pt x="381" y="754"/>
                </a:lnTo>
                <a:lnTo>
                  <a:pt x="381" y="755"/>
                </a:lnTo>
                <a:lnTo>
                  <a:pt x="381" y="756"/>
                </a:lnTo>
                <a:lnTo>
                  <a:pt x="381" y="757"/>
                </a:lnTo>
                <a:lnTo>
                  <a:pt x="382" y="757"/>
                </a:lnTo>
                <a:lnTo>
                  <a:pt x="383" y="757"/>
                </a:lnTo>
                <a:lnTo>
                  <a:pt x="384" y="757"/>
                </a:lnTo>
                <a:lnTo>
                  <a:pt x="384" y="758"/>
                </a:lnTo>
                <a:lnTo>
                  <a:pt x="385" y="758"/>
                </a:lnTo>
                <a:lnTo>
                  <a:pt x="385" y="759"/>
                </a:lnTo>
                <a:lnTo>
                  <a:pt x="384" y="759"/>
                </a:lnTo>
                <a:lnTo>
                  <a:pt x="384" y="760"/>
                </a:lnTo>
                <a:lnTo>
                  <a:pt x="384" y="761"/>
                </a:lnTo>
                <a:lnTo>
                  <a:pt x="384" y="762"/>
                </a:lnTo>
                <a:lnTo>
                  <a:pt x="383" y="762"/>
                </a:lnTo>
                <a:lnTo>
                  <a:pt x="383" y="763"/>
                </a:lnTo>
                <a:lnTo>
                  <a:pt x="383" y="764"/>
                </a:lnTo>
                <a:lnTo>
                  <a:pt x="383" y="765"/>
                </a:lnTo>
                <a:lnTo>
                  <a:pt x="382" y="765"/>
                </a:lnTo>
                <a:lnTo>
                  <a:pt x="382" y="766"/>
                </a:lnTo>
                <a:lnTo>
                  <a:pt x="381" y="766"/>
                </a:lnTo>
                <a:lnTo>
                  <a:pt x="381" y="767"/>
                </a:lnTo>
                <a:lnTo>
                  <a:pt x="382" y="767"/>
                </a:lnTo>
                <a:lnTo>
                  <a:pt x="381" y="767"/>
                </a:lnTo>
                <a:lnTo>
                  <a:pt x="382" y="767"/>
                </a:lnTo>
                <a:lnTo>
                  <a:pt x="382" y="768"/>
                </a:lnTo>
                <a:lnTo>
                  <a:pt x="381" y="768"/>
                </a:lnTo>
                <a:lnTo>
                  <a:pt x="382" y="768"/>
                </a:lnTo>
                <a:lnTo>
                  <a:pt x="382" y="769"/>
                </a:lnTo>
                <a:lnTo>
                  <a:pt x="383" y="769"/>
                </a:lnTo>
                <a:lnTo>
                  <a:pt x="383" y="770"/>
                </a:lnTo>
                <a:lnTo>
                  <a:pt x="384" y="770"/>
                </a:lnTo>
                <a:lnTo>
                  <a:pt x="384" y="771"/>
                </a:lnTo>
                <a:lnTo>
                  <a:pt x="384" y="772"/>
                </a:lnTo>
                <a:lnTo>
                  <a:pt x="384" y="773"/>
                </a:lnTo>
                <a:lnTo>
                  <a:pt x="384" y="774"/>
                </a:lnTo>
                <a:lnTo>
                  <a:pt x="384" y="775"/>
                </a:lnTo>
                <a:lnTo>
                  <a:pt x="384" y="776"/>
                </a:lnTo>
                <a:lnTo>
                  <a:pt x="384" y="775"/>
                </a:lnTo>
                <a:lnTo>
                  <a:pt x="384" y="776"/>
                </a:lnTo>
                <a:lnTo>
                  <a:pt x="385" y="776"/>
                </a:lnTo>
                <a:lnTo>
                  <a:pt x="385" y="777"/>
                </a:lnTo>
                <a:lnTo>
                  <a:pt x="385" y="778"/>
                </a:lnTo>
                <a:lnTo>
                  <a:pt x="385" y="777"/>
                </a:lnTo>
                <a:lnTo>
                  <a:pt x="386" y="777"/>
                </a:lnTo>
                <a:lnTo>
                  <a:pt x="387" y="777"/>
                </a:lnTo>
                <a:lnTo>
                  <a:pt x="387" y="778"/>
                </a:lnTo>
                <a:lnTo>
                  <a:pt x="387" y="779"/>
                </a:lnTo>
                <a:lnTo>
                  <a:pt x="388" y="779"/>
                </a:lnTo>
                <a:lnTo>
                  <a:pt x="388" y="778"/>
                </a:lnTo>
                <a:lnTo>
                  <a:pt x="389" y="778"/>
                </a:lnTo>
                <a:lnTo>
                  <a:pt x="389" y="779"/>
                </a:lnTo>
                <a:lnTo>
                  <a:pt x="390" y="779"/>
                </a:lnTo>
                <a:lnTo>
                  <a:pt x="389" y="779"/>
                </a:lnTo>
                <a:lnTo>
                  <a:pt x="389" y="780"/>
                </a:lnTo>
                <a:lnTo>
                  <a:pt x="389" y="781"/>
                </a:lnTo>
                <a:lnTo>
                  <a:pt x="389" y="782"/>
                </a:lnTo>
                <a:lnTo>
                  <a:pt x="388" y="782"/>
                </a:lnTo>
                <a:lnTo>
                  <a:pt x="388" y="783"/>
                </a:lnTo>
                <a:lnTo>
                  <a:pt x="387" y="783"/>
                </a:lnTo>
                <a:lnTo>
                  <a:pt x="387" y="784"/>
                </a:lnTo>
                <a:lnTo>
                  <a:pt x="386" y="784"/>
                </a:lnTo>
                <a:lnTo>
                  <a:pt x="385" y="784"/>
                </a:lnTo>
                <a:lnTo>
                  <a:pt x="385" y="783"/>
                </a:lnTo>
                <a:lnTo>
                  <a:pt x="384" y="783"/>
                </a:lnTo>
                <a:lnTo>
                  <a:pt x="383" y="783"/>
                </a:lnTo>
                <a:lnTo>
                  <a:pt x="382" y="783"/>
                </a:lnTo>
                <a:lnTo>
                  <a:pt x="382" y="785"/>
                </a:lnTo>
                <a:lnTo>
                  <a:pt x="383" y="785"/>
                </a:lnTo>
                <a:lnTo>
                  <a:pt x="383" y="786"/>
                </a:lnTo>
                <a:lnTo>
                  <a:pt x="382" y="786"/>
                </a:lnTo>
                <a:lnTo>
                  <a:pt x="382" y="787"/>
                </a:lnTo>
                <a:lnTo>
                  <a:pt x="382" y="788"/>
                </a:lnTo>
                <a:lnTo>
                  <a:pt x="383" y="788"/>
                </a:lnTo>
                <a:lnTo>
                  <a:pt x="383" y="789"/>
                </a:lnTo>
                <a:lnTo>
                  <a:pt x="384" y="789"/>
                </a:lnTo>
                <a:lnTo>
                  <a:pt x="384" y="790"/>
                </a:lnTo>
                <a:lnTo>
                  <a:pt x="383" y="790"/>
                </a:lnTo>
                <a:lnTo>
                  <a:pt x="383" y="791"/>
                </a:lnTo>
                <a:lnTo>
                  <a:pt x="383" y="792"/>
                </a:lnTo>
                <a:lnTo>
                  <a:pt x="382" y="792"/>
                </a:lnTo>
                <a:lnTo>
                  <a:pt x="382" y="793"/>
                </a:lnTo>
                <a:lnTo>
                  <a:pt x="381" y="793"/>
                </a:lnTo>
                <a:lnTo>
                  <a:pt x="381" y="794"/>
                </a:lnTo>
                <a:lnTo>
                  <a:pt x="381" y="795"/>
                </a:lnTo>
                <a:lnTo>
                  <a:pt x="382" y="795"/>
                </a:lnTo>
                <a:lnTo>
                  <a:pt x="381" y="795"/>
                </a:lnTo>
                <a:lnTo>
                  <a:pt x="381" y="796"/>
                </a:lnTo>
                <a:lnTo>
                  <a:pt x="382" y="796"/>
                </a:lnTo>
                <a:lnTo>
                  <a:pt x="382" y="797"/>
                </a:lnTo>
                <a:lnTo>
                  <a:pt x="382" y="798"/>
                </a:lnTo>
                <a:lnTo>
                  <a:pt x="382" y="799"/>
                </a:lnTo>
                <a:lnTo>
                  <a:pt x="381" y="799"/>
                </a:lnTo>
                <a:lnTo>
                  <a:pt x="382" y="799"/>
                </a:lnTo>
                <a:lnTo>
                  <a:pt x="382" y="800"/>
                </a:lnTo>
                <a:lnTo>
                  <a:pt x="382" y="801"/>
                </a:lnTo>
                <a:lnTo>
                  <a:pt x="381" y="801"/>
                </a:lnTo>
                <a:lnTo>
                  <a:pt x="381" y="802"/>
                </a:lnTo>
                <a:lnTo>
                  <a:pt x="381" y="803"/>
                </a:lnTo>
                <a:lnTo>
                  <a:pt x="381" y="804"/>
                </a:lnTo>
                <a:lnTo>
                  <a:pt x="381" y="805"/>
                </a:lnTo>
                <a:lnTo>
                  <a:pt x="381" y="806"/>
                </a:lnTo>
                <a:lnTo>
                  <a:pt x="380" y="806"/>
                </a:lnTo>
                <a:lnTo>
                  <a:pt x="380" y="807"/>
                </a:lnTo>
                <a:lnTo>
                  <a:pt x="380" y="808"/>
                </a:lnTo>
                <a:lnTo>
                  <a:pt x="380" y="809"/>
                </a:lnTo>
                <a:lnTo>
                  <a:pt x="380" y="810"/>
                </a:lnTo>
                <a:lnTo>
                  <a:pt x="381" y="810"/>
                </a:lnTo>
                <a:lnTo>
                  <a:pt x="381" y="811"/>
                </a:lnTo>
                <a:lnTo>
                  <a:pt x="381" y="812"/>
                </a:lnTo>
                <a:lnTo>
                  <a:pt x="382" y="812"/>
                </a:lnTo>
                <a:lnTo>
                  <a:pt x="382" y="813"/>
                </a:lnTo>
                <a:lnTo>
                  <a:pt x="383" y="813"/>
                </a:lnTo>
                <a:lnTo>
                  <a:pt x="384" y="813"/>
                </a:lnTo>
                <a:lnTo>
                  <a:pt x="385" y="813"/>
                </a:lnTo>
                <a:lnTo>
                  <a:pt x="386" y="813"/>
                </a:lnTo>
                <a:lnTo>
                  <a:pt x="386" y="814"/>
                </a:lnTo>
                <a:lnTo>
                  <a:pt x="386" y="815"/>
                </a:lnTo>
                <a:lnTo>
                  <a:pt x="387" y="815"/>
                </a:lnTo>
                <a:lnTo>
                  <a:pt x="387" y="816"/>
                </a:lnTo>
                <a:lnTo>
                  <a:pt x="388" y="816"/>
                </a:lnTo>
                <a:lnTo>
                  <a:pt x="389" y="816"/>
                </a:lnTo>
                <a:lnTo>
                  <a:pt x="390" y="817"/>
                </a:lnTo>
                <a:lnTo>
                  <a:pt x="390" y="818"/>
                </a:lnTo>
                <a:lnTo>
                  <a:pt x="390" y="819"/>
                </a:lnTo>
                <a:lnTo>
                  <a:pt x="389" y="819"/>
                </a:lnTo>
                <a:lnTo>
                  <a:pt x="389" y="820"/>
                </a:lnTo>
                <a:lnTo>
                  <a:pt x="390" y="820"/>
                </a:lnTo>
                <a:lnTo>
                  <a:pt x="389" y="820"/>
                </a:lnTo>
                <a:lnTo>
                  <a:pt x="390" y="820"/>
                </a:lnTo>
                <a:lnTo>
                  <a:pt x="390" y="821"/>
                </a:lnTo>
                <a:lnTo>
                  <a:pt x="390" y="822"/>
                </a:lnTo>
                <a:lnTo>
                  <a:pt x="389" y="822"/>
                </a:lnTo>
                <a:lnTo>
                  <a:pt x="389" y="821"/>
                </a:lnTo>
                <a:lnTo>
                  <a:pt x="388" y="821"/>
                </a:lnTo>
                <a:lnTo>
                  <a:pt x="387" y="821"/>
                </a:lnTo>
                <a:lnTo>
                  <a:pt x="387" y="822"/>
                </a:lnTo>
                <a:lnTo>
                  <a:pt x="386" y="822"/>
                </a:lnTo>
                <a:lnTo>
                  <a:pt x="385" y="822"/>
                </a:lnTo>
                <a:lnTo>
                  <a:pt x="385" y="823"/>
                </a:lnTo>
                <a:lnTo>
                  <a:pt x="385" y="824"/>
                </a:lnTo>
                <a:lnTo>
                  <a:pt x="385" y="825"/>
                </a:lnTo>
                <a:lnTo>
                  <a:pt x="385" y="826"/>
                </a:lnTo>
                <a:lnTo>
                  <a:pt x="384" y="826"/>
                </a:lnTo>
                <a:lnTo>
                  <a:pt x="384" y="827"/>
                </a:lnTo>
                <a:lnTo>
                  <a:pt x="383" y="827"/>
                </a:lnTo>
                <a:lnTo>
                  <a:pt x="383" y="828"/>
                </a:lnTo>
                <a:lnTo>
                  <a:pt x="382" y="828"/>
                </a:lnTo>
                <a:lnTo>
                  <a:pt x="381" y="828"/>
                </a:lnTo>
                <a:lnTo>
                  <a:pt x="380" y="828"/>
                </a:lnTo>
                <a:lnTo>
                  <a:pt x="379" y="828"/>
                </a:lnTo>
                <a:lnTo>
                  <a:pt x="378" y="828"/>
                </a:lnTo>
                <a:lnTo>
                  <a:pt x="377" y="828"/>
                </a:lnTo>
                <a:lnTo>
                  <a:pt x="377" y="827"/>
                </a:lnTo>
                <a:lnTo>
                  <a:pt x="377" y="826"/>
                </a:lnTo>
                <a:lnTo>
                  <a:pt x="377" y="825"/>
                </a:lnTo>
                <a:lnTo>
                  <a:pt x="376" y="825"/>
                </a:lnTo>
                <a:lnTo>
                  <a:pt x="376" y="824"/>
                </a:lnTo>
                <a:lnTo>
                  <a:pt x="376" y="823"/>
                </a:lnTo>
                <a:lnTo>
                  <a:pt x="375" y="823"/>
                </a:lnTo>
                <a:lnTo>
                  <a:pt x="375" y="822"/>
                </a:lnTo>
                <a:lnTo>
                  <a:pt x="374" y="822"/>
                </a:lnTo>
                <a:lnTo>
                  <a:pt x="373" y="822"/>
                </a:lnTo>
                <a:lnTo>
                  <a:pt x="373" y="823"/>
                </a:lnTo>
                <a:lnTo>
                  <a:pt x="372" y="823"/>
                </a:lnTo>
                <a:lnTo>
                  <a:pt x="372" y="822"/>
                </a:lnTo>
                <a:lnTo>
                  <a:pt x="371" y="822"/>
                </a:lnTo>
                <a:lnTo>
                  <a:pt x="371" y="823"/>
                </a:lnTo>
                <a:lnTo>
                  <a:pt x="370" y="823"/>
                </a:lnTo>
                <a:lnTo>
                  <a:pt x="370" y="824"/>
                </a:lnTo>
                <a:lnTo>
                  <a:pt x="369" y="825"/>
                </a:lnTo>
                <a:lnTo>
                  <a:pt x="368" y="825"/>
                </a:lnTo>
                <a:lnTo>
                  <a:pt x="368" y="824"/>
                </a:lnTo>
                <a:lnTo>
                  <a:pt x="367" y="824"/>
                </a:lnTo>
                <a:lnTo>
                  <a:pt x="367" y="823"/>
                </a:lnTo>
                <a:lnTo>
                  <a:pt x="368" y="823"/>
                </a:lnTo>
                <a:lnTo>
                  <a:pt x="368" y="822"/>
                </a:lnTo>
                <a:lnTo>
                  <a:pt x="369" y="822"/>
                </a:lnTo>
                <a:lnTo>
                  <a:pt x="369" y="821"/>
                </a:lnTo>
                <a:lnTo>
                  <a:pt x="368" y="821"/>
                </a:lnTo>
                <a:lnTo>
                  <a:pt x="368" y="820"/>
                </a:lnTo>
                <a:lnTo>
                  <a:pt x="369" y="820"/>
                </a:lnTo>
                <a:lnTo>
                  <a:pt x="370" y="820"/>
                </a:lnTo>
                <a:lnTo>
                  <a:pt x="369" y="820"/>
                </a:lnTo>
                <a:lnTo>
                  <a:pt x="369" y="819"/>
                </a:lnTo>
                <a:lnTo>
                  <a:pt x="369" y="818"/>
                </a:lnTo>
                <a:lnTo>
                  <a:pt x="368" y="818"/>
                </a:lnTo>
                <a:lnTo>
                  <a:pt x="368" y="819"/>
                </a:lnTo>
                <a:lnTo>
                  <a:pt x="367" y="819"/>
                </a:lnTo>
                <a:lnTo>
                  <a:pt x="367" y="818"/>
                </a:lnTo>
                <a:lnTo>
                  <a:pt x="366" y="818"/>
                </a:lnTo>
                <a:lnTo>
                  <a:pt x="365" y="818"/>
                </a:lnTo>
                <a:lnTo>
                  <a:pt x="364" y="818"/>
                </a:lnTo>
                <a:lnTo>
                  <a:pt x="364" y="817"/>
                </a:lnTo>
                <a:lnTo>
                  <a:pt x="363" y="817"/>
                </a:lnTo>
                <a:lnTo>
                  <a:pt x="362" y="817"/>
                </a:lnTo>
                <a:lnTo>
                  <a:pt x="361" y="817"/>
                </a:lnTo>
                <a:lnTo>
                  <a:pt x="360" y="817"/>
                </a:lnTo>
                <a:lnTo>
                  <a:pt x="360" y="818"/>
                </a:lnTo>
                <a:lnTo>
                  <a:pt x="359" y="818"/>
                </a:lnTo>
                <a:lnTo>
                  <a:pt x="359" y="817"/>
                </a:lnTo>
                <a:lnTo>
                  <a:pt x="358" y="817"/>
                </a:lnTo>
                <a:lnTo>
                  <a:pt x="358" y="818"/>
                </a:lnTo>
                <a:lnTo>
                  <a:pt x="357" y="818"/>
                </a:lnTo>
                <a:lnTo>
                  <a:pt x="358" y="818"/>
                </a:lnTo>
                <a:lnTo>
                  <a:pt x="357" y="818"/>
                </a:lnTo>
                <a:lnTo>
                  <a:pt x="356" y="818"/>
                </a:lnTo>
                <a:lnTo>
                  <a:pt x="356" y="819"/>
                </a:lnTo>
                <a:lnTo>
                  <a:pt x="355" y="819"/>
                </a:lnTo>
                <a:lnTo>
                  <a:pt x="355" y="820"/>
                </a:lnTo>
                <a:lnTo>
                  <a:pt x="355" y="819"/>
                </a:lnTo>
                <a:lnTo>
                  <a:pt x="353" y="819"/>
                </a:lnTo>
                <a:lnTo>
                  <a:pt x="352" y="819"/>
                </a:lnTo>
                <a:lnTo>
                  <a:pt x="352" y="820"/>
                </a:lnTo>
                <a:lnTo>
                  <a:pt x="351" y="820"/>
                </a:lnTo>
                <a:lnTo>
                  <a:pt x="351" y="819"/>
                </a:lnTo>
                <a:lnTo>
                  <a:pt x="350" y="819"/>
                </a:lnTo>
                <a:lnTo>
                  <a:pt x="350" y="820"/>
                </a:lnTo>
                <a:lnTo>
                  <a:pt x="350" y="819"/>
                </a:lnTo>
                <a:lnTo>
                  <a:pt x="349" y="819"/>
                </a:lnTo>
                <a:lnTo>
                  <a:pt x="349" y="820"/>
                </a:lnTo>
                <a:lnTo>
                  <a:pt x="348" y="820"/>
                </a:lnTo>
                <a:lnTo>
                  <a:pt x="348" y="821"/>
                </a:lnTo>
                <a:lnTo>
                  <a:pt x="348" y="820"/>
                </a:lnTo>
                <a:lnTo>
                  <a:pt x="347" y="820"/>
                </a:lnTo>
                <a:lnTo>
                  <a:pt x="347" y="821"/>
                </a:lnTo>
                <a:lnTo>
                  <a:pt x="347" y="822"/>
                </a:lnTo>
                <a:lnTo>
                  <a:pt x="346" y="822"/>
                </a:lnTo>
                <a:lnTo>
                  <a:pt x="346" y="821"/>
                </a:lnTo>
                <a:lnTo>
                  <a:pt x="346" y="822"/>
                </a:lnTo>
                <a:lnTo>
                  <a:pt x="345" y="822"/>
                </a:lnTo>
                <a:lnTo>
                  <a:pt x="345" y="823"/>
                </a:lnTo>
                <a:lnTo>
                  <a:pt x="344" y="823"/>
                </a:lnTo>
                <a:lnTo>
                  <a:pt x="343" y="823"/>
                </a:lnTo>
                <a:lnTo>
                  <a:pt x="342" y="823"/>
                </a:lnTo>
                <a:lnTo>
                  <a:pt x="342" y="824"/>
                </a:lnTo>
                <a:lnTo>
                  <a:pt x="341" y="824"/>
                </a:lnTo>
                <a:lnTo>
                  <a:pt x="341" y="825"/>
                </a:lnTo>
                <a:lnTo>
                  <a:pt x="340" y="825"/>
                </a:lnTo>
                <a:lnTo>
                  <a:pt x="340" y="824"/>
                </a:lnTo>
                <a:lnTo>
                  <a:pt x="339" y="824"/>
                </a:lnTo>
                <a:lnTo>
                  <a:pt x="339" y="823"/>
                </a:lnTo>
                <a:lnTo>
                  <a:pt x="338" y="823"/>
                </a:lnTo>
                <a:lnTo>
                  <a:pt x="338" y="822"/>
                </a:lnTo>
                <a:lnTo>
                  <a:pt x="338" y="823"/>
                </a:lnTo>
                <a:lnTo>
                  <a:pt x="338" y="822"/>
                </a:lnTo>
                <a:lnTo>
                  <a:pt x="337" y="822"/>
                </a:lnTo>
                <a:lnTo>
                  <a:pt x="336" y="822"/>
                </a:lnTo>
                <a:lnTo>
                  <a:pt x="337" y="822"/>
                </a:lnTo>
                <a:lnTo>
                  <a:pt x="337" y="821"/>
                </a:lnTo>
                <a:lnTo>
                  <a:pt x="337" y="820"/>
                </a:lnTo>
                <a:lnTo>
                  <a:pt x="336" y="820"/>
                </a:lnTo>
                <a:lnTo>
                  <a:pt x="335" y="820"/>
                </a:lnTo>
                <a:lnTo>
                  <a:pt x="335" y="819"/>
                </a:lnTo>
                <a:lnTo>
                  <a:pt x="334" y="819"/>
                </a:lnTo>
                <a:lnTo>
                  <a:pt x="334" y="818"/>
                </a:lnTo>
                <a:lnTo>
                  <a:pt x="335" y="818"/>
                </a:lnTo>
                <a:lnTo>
                  <a:pt x="335" y="817"/>
                </a:lnTo>
                <a:lnTo>
                  <a:pt x="334" y="817"/>
                </a:lnTo>
                <a:lnTo>
                  <a:pt x="335" y="817"/>
                </a:lnTo>
                <a:lnTo>
                  <a:pt x="335" y="816"/>
                </a:lnTo>
                <a:lnTo>
                  <a:pt x="336" y="816"/>
                </a:lnTo>
                <a:lnTo>
                  <a:pt x="336" y="815"/>
                </a:lnTo>
                <a:lnTo>
                  <a:pt x="336" y="814"/>
                </a:lnTo>
                <a:lnTo>
                  <a:pt x="337" y="814"/>
                </a:lnTo>
                <a:lnTo>
                  <a:pt x="337" y="813"/>
                </a:lnTo>
                <a:lnTo>
                  <a:pt x="337" y="812"/>
                </a:lnTo>
                <a:lnTo>
                  <a:pt x="336" y="812"/>
                </a:lnTo>
                <a:lnTo>
                  <a:pt x="336" y="811"/>
                </a:lnTo>
                <a:lnTo>
                  <a:pt x="335" y="811"/>
                </a:lnTo>
                <a:lnTo>
                  <a:pt x="334" y="811"/>
                </a:lnTo>
                <a:lnTo>
                  <a:pt x="334" y="810"/>
                </a:lnTo>
                <a:lnTo>
                  <a:pt x="333" y="810"/>
                </a:lnTo>
                <a:lnTo>
                  <a:pt x="332" y="810"/>
                </a:lnTo>
                <a:lnTo>
                  <a:pt x="331" y="810"/>
                </a:lnTo>
                <a:lnTo>
                  <a:pt x="331" y="809"/>
                </a:lnTo>
                <a:lnTo>
                  <a:pt x="331" y="808"/>
                </a:lnTo>
                <a:lnTo>
                  <a:pt x="330" y="808"/>
                </a:lnTo>
                <a:lnTo>
                  <a:pt x="331" y="808"/>
                </a:lnTo>
                <a:lnTo>
                  <a:pt x="331" y="807"/>
                </a:lnTo>
                <a:lnTo>
                  <a:pt x="330" y="807"/>
                </a:lnTo>
                <a:lnTo>
                  <a:pt x="330" y="806"/>
                </a:lnTo>
                <a:lnTo>
                  <a:pt x="329" y="806"/>
                </a:lnTo>
                <a:lnTo>
                  <a:pt x="329" y="805"/>
                </a:lnTo>
                <a:lnTo>
                  <a:pt x="329" y="804"/>
                </a:lnTo>
                <a:lnTo>
                  <a:pt x="328" y="804"/>
                </a:lnTo>
                <a:lnTo>
                  <a:pt x="328" y="803"/>
                </a:lnTo>
                <a:lnTo>
                  <a:pt x="328" y="802"/>
                </a:lnTo>
                <a:lnTo>
                  <a:pt x="327" y="802"/>
                </a:lnTo>
                <a:lnTo>
                  <a:pt x="327" y="801"/>
                </a:lnTo>
                <a:lnTo>
                  <a:pt x="328" y="801"/>
                </a:lnTo>
                <a:lnTo>
                  <a:pt x="328" y="800"/>
                </a:lnTo>
                <a:lnTo>
                  <a:pt x="329" y="800"/>
                </a:lnTo>
                <a:lnTo>
                  <a:pt x="330" y="800"/>
                </a:lnTo>
                <a:lnTo>
                  <a:pt x="331" y="800"/>
                </a:lnTo>
                <a:lnTo>
                  <a:pt x="331" y="799"/>
                </a:lnTo>
                <a:lnTo>
                  <a:pt x="332" y="799"/>
                </a:lnTo>
                <a:lnTo>
                  <a:pt x="332" y="798"/>
                </a:lnTo>
                <a:lnTo>
                  <a:pt x="332" y="797"/>
                </a:lnTo>
                <a:lnTo>
                  <a:pt x="332" y="796"/>
                </a:lnTo>
                <a:lnTo>
                  <a:pt x="332" y="795"/>
                </a:lnTo>
                <a:lnTo>
                  <a:pt x="332" y="794"/>
                </a:lnTo>
                <a:lnTo>
                  <a:pt x="331" y="794"/>
                </a:lnTo>
                <a:lnTo>
                  <a:pt x="332" y="794"/>
                </a:lnTo>
                <a:lnTo>
                  <a:pt x="332" y="793"/>
                </a:lnTo>
                <a:lnTo>
                  <a:pt x="333" y="793"/>
                </a:lnTo>
                <a:lnTo>
                  <a:pt x="334" y="793"/>
                </a:lnTo>
                <a:lnTo>
                  <a:pt x="334" y="792"/>
                </a:lnTo>
                <a:lnTo>
                  <a:pt x="334" y="791"/>
                </a:lnTo>
                <a:lnTo>
                  <a:pt x="334" y="792"/>
                </a:lnTo>
                <a:lnTo>
                  <a:pt x="333" y="792"/>
                </a:lnTo>
                <a:lnTo>
                  <a:pt x="333" y="791"/>
                </a:lnTo>
                <a:lnTo>
                  <a:pt x="333" y="790"/>
                </a:lnTo>
                <a:lnTo>
                  <a:pt x="333" y="789"/>
                </a:lnTo>
                <a:lnTo>
                  <a:pt x="333" y="788"/>
                </a:lnTo>
                <a:lnTo>
                  <a:pt x="334" y="788"/>
                </a:lnTo>
                <a:lnTo>
                  <a:pt x="333" y="787"/>
                </a:lnTo>
                <a:lnTo>
                  <a:pt x="334" y="787"/>
                </a:lnTo>
                <a:lnTo>
                  <a:pt x="333" y="787"/>
                </a:lnTo>
                <a:lnTo>
                  <a:pt x="333" y="786"/>
                </a:lnTo>
                <a:lnTo>
                  <a:pt x="333" y="785"/>
                </a:lnTo>
                <a:lnTo>
                  <a:pt x="333" y="786"/>
                </a:lnTo>
                <a:lnTo>
                  <a:pt x="332" y="786"/>
                </a:lnTo>
                <a:lnTo>
                  <a:pt x="331" y="786"/>
                </a:lnTo>
                <a:lnTo>
                  <a:pt x="330" y="786"/>
                </a:lnTo>
                <a:lnTo>
                  <a:pt x="330" y="785"/>
                </a:lnTo>
                <a:lnTo>
                  <a:pt x="329" y="785"/>
                </a:lnTo>
                <a:lnTo>
                  <a:pt x="328" y="785"/>
                </a:lnTo>
                <a:lnTo>
                  <a:pt x="327" y="785"/>
                </a:lnTo>
                <a:lnTo>
                  <a:pt x="327" y="784"/>
                </a:lnTo>
                <a:lnTo>
                  <a:pt x="327" y="783"/>
                </a:lnTo>
                <a:lnTo>
                  <a:pt x="328" y="783"/>
                </a:lnTo>
                <a:lnTo>
                  <a:pt x="328" y="782"/>
                </a:lnTo>
                <a:lnTo>
                  <a:pt x="329" y="782"/>
                </a:lnTo>
                <a:lnTo>
                  <a:pt x="330" y="782"/>
                </a:lnTo>
                <a:lnTo>
                  <a:pt x="330" y="781"/>
                </a:lnTo>
                <a:lnTo>
                  <a:pt x="329" y="781"/>
                </a:lnTo>
                <a:lnTo>
                  <a:pt x="329" y="780"/>
                </a:lnTo>
                <a:lnTo>
                  <a:pt x="329" y="779"/>
                </a:lnTo>
                <a:lnTo>
                  <a:pt x="329" y="778"/>
                </a:lnTo>
                <a:lnTo>
                  <a:pt x="329" y="777"/>
                </a:lnTo>
                <a:lnTo>
                  <a:pt x="328" y="776"/>
                </a:lnTo>
                <a:lnTo>
                  <a:pt x="328" y="775"/>
                </a:lnTo>
                <a:lnTo>
                  <a:pt x="328" y="774"/>
                </a:lnTo>
                <a:lnTo>
                  <a:pt x="327" y="774"/>
                </a:lnTo>
                <a:lnTo>
                  <a:pt x="326" y="774"/>
                </a:lnTo>
                <a:lnTo>
                  <a:pt x="326" y="773"/>
                </a:lnTo>
                <a:lnTo>
                  <a:pt x="326" y="772"/>
                </a:lnTo>
                <a:lnTo>
                  <a:pt x="325" y="772"/>
                </a:lnTo>
                <a:lnTo>
                  <a:pt x="325" y="771"/>
                </a:lnTo>
                <a:lnTo>
                  <a:pt x="325" y="769"/>
                </a:lnTo>
                <a:lnTo>
                  <a:pt x="325" y="768"/>
                </a:lnTo>
                <a:lnTo>
                  <a:pt x="325" y="767"/>
                </a:lnTo>
                <a:lnTo>
                  <a:pt x="324" y="767"/>
                </a:lnTo>
                <a:lnTo>
                  <a:pt x="324" y="766"/>
                </a:lnTo>
                <a:lnTo>
                  <a:pt x="324" y="765"/>
                </a:lnTo>
                <a:lnTo>
                  <a:pt x="325" y="765"/>
                </a:lnTo>
                <a:lnTo>
                  <a:pt x="325" y="764"/>
                </a:lnTo>
                <a:lnTo>
                  <a:pt x="325" y="763"/>
                </a:lnTo>
                <a:lnTo>
                  <a:pt x="325" y="764"/>
                </a:lnTo>
                <a:lnTo>
                  <a:pt x="324" y="764"/>
                </a:lnTo>
                <a:lnTo>
                  <a:pt x="324" y="763"/>
                </a:lnTo>
                <a:lnTo>
                  <a:pt x="324" y="764"/>
                </a:lnTo>
                <a:lnTo>
                  <a:pt x="324" y="763"/>
                </a:lnTo>
                <a:lnTo>
                  <a:pt x="323" y="763"/>
                </a:lnTo>
                <a:lnTo>
                  <a:pt x="323" y="764"/>
                </a:lnTo>
                <a:lnTo>
                  <a:pt x="323" y="763"/>
                </a:lnTo>
                <a:lnTo>
                  <a:pt x="322" y="763"/>
                </a:lnTo>
                <a:lnTo>
                  <a:pt x="322" y="764"/>
                </a:lnTo>
                <a:lnTo>
                  <a:pt x="321" y="764"/>
                </a:lnTo>
                <a:lnTo>
                  <a:pt x="321" y="765"/>
                </a:lnTo>
                <a:lnTo>
                  <a:pt x="320" y="765"/>
                </a:lnTo>
                <a:lnTo>
                  <a:pt x="320" y="766"/>
                </a:lnTo>
                <a:lnTo>
                  <a:pt x="319" y="766"/>
                </a:lnTo>
                <a:lnTo>
                  <a:pt x="319" y="767"/>
                </a:lnTo>
                <a:lnTo>
                  <a:pt x="319" y="766"/>
                </a:lnTo>
                <a:lnTo>
                  <a:pt x="318" y="767"/>
                </a:lnTo>
                <a:lnTo>
                  <a:pt x="318" y="768"/>
                </a:lnTo>
                <a:lnTo>
                  <a:pt x="317" y="768"/>
                </a:lnTo>
                <a:lnTo>
                  <a:pt x="317" y="769"/>
                </a:lnTo>
                <a:lnTo>
                  <a:pt x="316" y="769"/>
                </a:lnTo>
                <a:lnTo>
                  <a:pt x="316" y="770"/>
                </a:lnTo>
                <a:lnTo>
                  <a:pt x="315" y="770"/>
                </a:lnTo>
                <a:lnTo>
                  <a:pt x="316" y="770"/>
                </a:lnTo>
                <a:lnTo>
                  <a:pt x="315" y="770"/>
                </a:lnTo>
                <a:lnTo>
                  <a:pt x="315" y="771"/>
                </a:lnTo>
                <a:lnTo>
                  <a:pt x="315" y="770"/>
                </a:lnTo>
                <a:lnTo>
                  <a:pt x="314" y="770"/>
                </a:lnTo>
                <a:lnTo>
                  <a:pt x="314" y="771"/>
                </a:lnTo>
                <a:lnTo>
                  <a:pt x="313" y="771"/>
                </a:lnTo>
                <a:lnTo>
                  <a:pt x="312" y="771"/>
                </a:lnTo>
                <a:lnTo>
                  <a:pt x="311" y="771"/>
                </a:lnTo>
                <a:lnTo>
                  <a:pt x="310" y="771"/>
                </a:lnTo>
                <a:lnTo>
                  <a:pt x="309" y="771"/>
                </a:lnTo>
                <a:lnTo>
                  <a:pt x="309" y="772"/>
                </a:lnTo>
                <a:lnTo>
                  <a:pt x="308" y="772"/>
                </a:lnTo>
                <a:lnTo>
                  <a:pt x="307" y="772"/>
                </a:lnTo>
                <a:lnTo>
                  <a:pt x="306" y="772"/>
                </a:lnTo>
                <a:lnTo>
                  <a:pt x="306" y="773"/>
                </a:lnTo>
                <a:lnTo>
                  <a:pt x="307" y="773"/>
                </a:lnTo>
                <a:lnTo>
                  <a:pt x="306" y="773"/>
                </a:lnTo>
                <a:lnTo>
                  <a:pt x="306" y="772"/>
                </a:lnTo>
                <a:lnTo>
                  <a:pt x="306" y="773"/>
                </a:lnTo>
                <a:lnTo>
                  <a:pt x="305" y="773"/>
                </a:lnTo>
                <a:lnTo>
                  <a:pt x="305" y="772"/>
                </a:lnTo>
                <a:lnTo>
                  <a:pt x="305" y="773"/>
                </a:lnTo>
                <a:lnTo>
                  <a:pt x="304" y="773"/>
                </a:lnTo>
                <a:lnTo>
                  <a:pt x="304" y="772"/>
                </a:lnTo>
                <a:lnTo>
                  <a:pt x="304" y="773"/>
                </a:lnTo>
                <a:lnTo>
                  <a:pt x="303" y="773"/>
                </a:lnTo>
                <a:lnTo>
                  <a:pt x="303" y="774"/>
                </a:lnTo>
                <a:lnTo>
                  <a:pt x="302" y="774"/>
                </a:lnTo>
                <a:lnTo>
                  <a:pt x="303" y="774"/>
                </a:lnTo>
                <a:lnTo>
                  <a:pt x="302" y="774"/>
                </a:lnTo>
                <a:lnTo>
                  <a:pt x="302" y="775"/>
                </a:lnTo>
                <a:lnTo>
                  <a:pt x="301" y="776"/>
                </a:lnTo>
                <a:lnTo>
                  <a:pt x="302" y="776"/>
                </a:lnTo>
                <a:lnTo>
                  <a:pt x="301" y="776"/>
                </a:lnTo>
                <a:lnTo>
                  <a:pt x="301" y="777"/>
                </a:lnTo>
                <a:lnTo>
                  <a:pt x="300" y="777"/>
                </a:lnTo>
                <a:lnTo>
                  <a:pt x="300" y="778"/>
                </a:lnTo>
                <a:lnTo>
                  <a:pt x="299" y="778"/>
                </a:lnTo>
                <a:lnTo>
                  <a:pt x="298" y="779"/>
                </a:lnTo>
                <a:lnTo>
                  <a:pt x="298" y="780"/>
                </a:lnTo>
                <a:lnTo>
                  <a:pt x="297" y="780"/>
                </a:lnTo>
                <a:lnTo>
                  <a:pt x="297" y="779"/>
                </a:lnTo>
                <a:lnTo>
                  <a:pt x="297" y="780"/>
                </a:lnTo>
                <a:lnTo>
                  <a:pt x="297" y="781"/>
                </a:lnTo>
                <a:lnTo>
                  <a:pt x="296" y="781"/>
                </a:lnTo>
                <a:lnTo>
                  <a:pt x="296" y="782"/>
                </a:lnTo>
                <a:lnTo>
                  <a:pt x="296" y="783"/>
                </a:lnTo>
                <a:lnTo>
                  <a:pt x="296" y="784"/>
                </a:lnTo>
                <a:lnTo>
                  <a:pt x="295" y="784"/>
                </a:lnTo>
                <a:lnTo>
                  <a:pt x="295" y="785"/>
                </a:lnTo>
                <a:lnTo>
                  <a:pt x="294" y="785"/>
                </a:lnTo>
                <a:lnTo>
                  <a:pt x="294" y="784"/>
                </a:lnTo>
                <a:lnTo>
                  <a:pt x="294" y="785"/>
                </a:lnTo>
                <a:lnTo>
                  <a:pt x="293" y="785"/>
                </a:lnTo>
                <a:lnTo>
                  <a:pt x="293" y="786"/>
                </a:lnTo>
                <a:lnTo>
                  <a:pt x="294" y="786"/>
                </a:lnTo>
                <a:lnTo>
                  <a:pt x="293" y="786"/>
                </a:lnTo>
                <a:lnTo>
                  <a:pt x="292" y="786"/>
                </a:lnTo>
                <a:lnTo>
                  <a:pt x="292" y="787"/>
                </a:lnTo>
                <a:lnTo>
                  <a:pt x="291" y="787"/>
                </a:lnTo>
                <a:lnTo>
                  <a:pt x="291" y="788"/>
                </a:lnTo>
                <a:lnTo>
                  <a:pt x="291" y="789"/>
                </a:lnTo>
                <a:lnTo>
                  <a:pt x="290" y="789"/>
                </a:lnTo>
                <a:lnTo>
                  <a:pt x="290" y="790"/>
                </a:lnTo>
                <a:lnTo>
                  <a:pt x="289" y="790"/>
                </a:lnTo>
                <a:lnTo>
                  <a:pt x="289" y="791"/>
                </a:lnTo>
                <a:lnTo>
                  <a:pt x="288" y="791"/>
                </a:lnTo>
                <a:lnTo>
                  <a:pt x="288" y="790"/>
                </a:lnTo>
                <a:lnTo>
                  <a:pt x="287" y="790"/>
                </a:lnTo>
                <a:lnTo>
                  <a:pt x="287" y="791"/>
                </a:lnTo>
                <a:lnTo>
                  <a:pt x="286" y="791"/>
                </a:lnTo>
                <a:lnTo>
                  <a:pt x="286" y="792"/>
                </a:lnTo>
                <a:lnTo>
                  <a:pt x="286" y="793"/>
                </a:lnTo>
                <a:lnTo>
                  <a:pt x="285" y="793"/>
                </a:lnTo>
                <a:lnTo>
                  <a:pt x="285" y="794"/>
                </a:lnTo>
                <a:lnTo>
                  <a:pt x="284" y="794"/>
                </a:lnTo>
                <a:lnTo>
                  <a:pt x="283" y="794"/>
                </a:lnTo>
                <a:lnTo>
                  <a:pt x="283" y="793"/>
                </a:lnTo>
                <a:lnTo>
                  <a:pt x="282" y="793"/>
                </a:lnTo>
                <a:lnTo>
                  <a:pt x="282" y="794"/>
                </a:lnTo>
                <a:lnTo>
                  <a:pt x="281" y="794"/>
                </a:lnTo>
                <a:lnTo>
                  <a:pt x="280" y="794"/>
                </a:lnTo>
                <a:lnTo>
                  <a:pt x="280" y="795"/>
                </a:lnTo>
                <a:lnTo>
                  <a:pt x="279" y="795"/>
                </a:lnTo>
                <a:lnTo>
                  <a:pt x="278" y="795"/>
                </a:lnTo>
                <a:lnTo>
                  <a:pt x="278" y="796"/>
                </a:lnTo>
                <a:lnTo>
                  <a:pt x="277" y="796"/>
                </a:lnTo>
                <a:lnTo>
                  <a:pt x="277" y="797"/>
                </a:lnTo>
                <a:lnTo>
                  <a:pt x="277" y="796"/>
                </a:lnTo>
                <a:lnTo>
                  <a:pt x="277" y="797"/>
                </a:lnTo>
                <a:lnTo>
                  <a:pt x="276" y="797"/>
                </a:lnTo>
                <a:lnTo>
                  <a:pt x="275" y="797"/>
                </a:lnTo>
                <a:lnTo>
                  <a:pt x="275" y="796"/>
                </a:lnTo>
                <a:lnTo>
                  <a:pt x="274" y="796"/>
                </a:lnTo>
                <a:lnTo>
                  <a:pt x="273" y="796"/>
                </a:lnTo>
                <a:lnTo>
                  <a:pt x="273" y="795"/>
                </a:lnTo>
                <a:lnTo>
                  <a:pt x="273" y="794"/>
                </a:lnTo>
                <a:lnTo>
                  <a:pt x="272" y="794"/>
                </a:lnTo>
                <a:lnTo>
                  <a:pt x="272" y="795"/>
                </a:lnTo>
                <a:lnTo>
                  <a:pt x="272" y="794"/>
                </a:lnTo>
                <a:lnTo>
                  <a:pt x="271" y="794"/>
                </a:lnTo>
                <a:lnTo>
                  <a:pt x="271" y="795"/>
                </a:lnTo>
                <a:lnTo>
                  <a:pt x="271" y="794"/>
                </a:lnTo>
                <a:lnTo>
                  <a:pt x="271" y="795"/>
                </a:lnTo>
                <a:lnTo>
                  <a:pt x="270" y="795"/>
                </a:lnTo>
                <a:lnTo>
                  <a:pt x="269" y="795"/>
                </a:lnTo>
                <a:lnTo>
                  <a:pt x="269" y="796"/>
                </a:lnTo>
                <a:lnTo>
                  <a:pt x="269" y="795"/>
                </a:lnTo>
                <a:lnTo>
                  <a:pt x="269" y="796"/>
                </a:lnTo>
                <a:lnTo>
                  <a:pt x="269" y="795"/>
                </a:lnTo>
                <a:lnTo>
                  <a:pt x="268" y="795"/>
                </a:lnTo>
                <a:lnTo>
                  <a:pt x="268" y="796"/>
                </a:lnTo>
                <a:lnTo>
                  <a:pt x="267" y="796"/>
                </a:lnTo>
                <a:lnTo>
                  <a:pt x="267" y="795"/>
                </a:lnTo>
                <a:lnTo>
                  <a:pt x="267" y="794"/>
                </a:lnTo>
                <a:lnTo>
                  <a:pt x="266" y="794"/>
                </a:lnTo>
                <a:lnTo>
                  <a:pt x="267" y="794"/>
                </a:lnTo>
                <a:lnTo>
                  <a:pt x="266" y="794"/>
                </a:lnTo>
                <a:lnTo>
                  <a:pt x="266" y="793"/>
                </a:lnTo>
                <a:lnTo>
                  <a:pt x="265" y="793"/>
                </a:lnTo>
                <a:lnTo>
                  <a:pt x="266" y="793"/>
                </a:lnTo>
                <a:lnTo>
                  <a:pt x="266" y="792"/>
                </a:lnTo>
                <a:lnTo>
                  <a:pt x="266" y="791"/>
                </a:lnTo>
                <a:lnTo>
                  <a:pt x="265" y="791"/>
                </a:lnTo>
                <a:lnTo>
                  <a:pt x="265" y="790"/>
                </a:lnTo>
                <a:lnTo>
                  <a:pt x="264" y="790"/>
                </a:lnTo>
                <a:lnTo>
                  <a:pt x="264" y="789"/>
                </a:lnTo>
                <a:lnTo>
                  <a:pt x="263" y="789"/>
                </a:lnTo>
                <a:lnTo>
                  <a:pt x="263" y="788"/>
                </a:lnTo>
                <a:lnTo>
                  <a:pt x="263" y="787"/>
                </a:lnTo>
                <a:lnTo>
                  <a:pt x="263" y="788"/>
                </a:lnTo>
                <a:lnTo>
                  <a:pt x="262" y="788"/>
                </a:lnTo>
                <a:lnTo>
                  <a:pt x="261" y="788"/>
                </a:lnTo>
                <a:lnTo>
                  <a:pt x="260" y="788"/>
                </a:lnTo>
                <a:lnTo>
                  <a:pt x="260" y="789"/>
                </a:lnTo>
                <a:lnTo>
                  <a:pt x="259" y="789"/>
                </a:lnTo>
                <a:lnTo>
                  <a:pt x="258" y="789"/>
                </a:lnTo>
                <a:lnTo>
                  <a:pt x="257" y="789"/>
                </a:lnTo>
                <a:lnTo>
                  <a:pt x="256" y="789"/>
                </a:lnTo>
                <a:lnTo>
                  <a:pt x="256" y="788"/>
                </a:lnTo>
                <a:lnTo>
                  <a:pt x="256" y="789"/>
                </a:lnTo>
                <a:lnTo>
                  <a:pt x="254" y="789"/>
                </a:lnTo>
                <a:lnTo>
                  <a:pt x="254" y="790"/>
                </a:lnTo>
                <a:lnTo>
                  <a:pt x="253" y="790"/>
                </a:lnTo>
                <a:lnTo>
                  <a:pt x="253" y="791"/>
                </a:lnTo>
                <a:lnTo>
                  <a:pt x="252" y="791"/>
                </a:lnTo>
                <a:lnTo>
                  <a:pt x="252" y="792"/>
                </a:lnTo>
                <a:lnTo>
                  <a:pt x="251" y="792"/>
                </a:lnTo>
                <a:lnTo>
                  <a:pt x="252" y="792"/>
                </a:lnTo>
                <a:lnTo>
                  <a:pt x="251" y="792"/>
                </a:lnTo>
                <a:lnTo>
                  <a:pt x="251" y="793"/>
                </a:lnTo>
                <a:lnTo>
                  <a:pt x="250" y="793"/>
                </a:lnTo>
                <a:lnTo>
                  <a:pt x="250" y="794"/>
                </a:lnTo>
                <a:lnTo>
                  <a:pt x="249" y="794"/>
                </a:lnTo>
                <a:lnTo>
                  <a:pt x="249" y="793"/>
                </a:lnTo>
                <a:lnTo>
                  <a:pt x="248" y="793"/>
                </a:lnTo>
                <a:lnTo>
                  <a:pt x="248" y="794"/>
                </a:lnTo>
                <a:lnTo>
                  <a:pt x="247" y="794"/>
                </a:lnTo>
                <a:lnTo>
                  <a:pt x="247" y="795"/>
                </a:lnTo>
                <a:lnTo>
                  <a:pt x="247" y="794"/>
                </a:lnTo>
                <a:lnTo>
                  <a:pt x="247" y="795"/>
                </a:lnTo>
                <a:lnTo>
                  <a:pt x="247" y="794"/>
                </a:lnTo>
                <a:lnTo>
                  <a:pt x="247" y="795"/>
                </a:lnTo>
                <a:lnTo>
                  <a:pt x="246" y="795"/>
                </a:lnTo>
                <a:lnTo>
                  <a:pt x="246" y="794"/>
                </a:lnTo>
                <a:lnTo>
                  <a:pt x="246" y="795"/>
                </a:lnTo>
                <a:lnTo>
                  <a:pt x="245" y="795"/>
                </a:lnTo>
                <a:lnTo>
                  <a:pt x="244" y="795"/>
                </a:lnTo>
                <a:lnTo>
                  <a:pt x="244" y="794"/>
                </a:lnTo>
                <a:lnTo>
                  <a:pt x="244" y="793"/>
                </a:lnTo>
                <a:lnTo>
                  <a:pt x="243" y="793"/>
                </a:lnTo>
                <a:lnTo>
                  <a:pt x="243" y="792"/>
                </a:lnTo>
                <a:lnTo>
                  <a:pt x="242" y="792"/>
                </a:lnTo>
                <a:lnTo>
                  <a:pt x="243" y="792"/>
                </a:lnTo>
                <a:lnTo>
                  <a:pt x="242" y="792"/>
                </a:lnTo>
                <a:lnTo>
                  <a:pt x="242" y="791"/>
                </a:lnTo>
                <a:lnTo>
                  <a:pt x="242" y="790"/>
                </a:lnTo>
                <a:lnTo>
                  <a:pt x="241" y="790"/>
                </a:lnTo>
                <a:lnTo>
                  <a:pt x="240" y="790"/>
                </a:lnTo>
                <a:lnTo>
                  <a:pt x="239" y="790"/>
                </a:lnTo>
                <a:lnTo>
                  <a:pt x="239" y="791"/>
                </a:lnTo>
                <a:lnTo>
                  <a:pt x="239" y="792"/>
                </a:lnTo>
                <a:lnTo>
                  <a:pt x="239" y="793"/>
                </a:lnTo>
                <a:lnTo>
                  <a:pt x="238" y="793"/>
                </a:lnTo>
                <a:lnTo>
                  <a:pt x="238" y="792"/>
                </a:lnTo>
                <a:lnTo>
                  <a:pt x="237" y="792"/>
                </a:lnTo>
                <a:lnTo>
                  <a:pt x="236" y="792"/>
                </a:lnTo>
                <a:lnTo>
                  <a:pt x="236" y="791"/>
                </a:lnTo>
                <a:lnTo>
                  <a:pt x="235" y="791"/>
                </a:lnTo>
                <a:lnTo>
                  <a:pt x="235" y="790"/>
                </a:lnTo>
                <a:lnTo>
                  <a:pt x="234" y="790"/>
                </a:lnTo>
                <a:lnTo>
                  <a:pt x="234" y="789"/>
                </a:lnTo>
                <a:lnTo>
                  <a:pt x="234" y="788"/>
                </a:lnTo>
                <a:lnTo>
                  <a:pt x="234" y="787"/>
                </a:lnTo>
                <a:lnTo>
                  <a:pt x="234" y="786"/>
                </a:lnTo>
                <a:lnTo>
                  <a:pt x="234" y="785"/>
                </a:lnTo>
                <a:lnTo>
                  <a:pt x="234" y="784"/>
                </a:lnTo>
                <a:lnTo>
                  <a:pt x="234" y="783"/>
                </a:lnTo>
                <a:lnTo>
                  <a:pt x="233" y="783"/>
                </a:lnTo>
                <a:lnTo>
                  <a:pt x="233" y="782"/>
                </a:lnTo>
                <a:lnTo>
                  <a:pt x="233" y="781"/>
                </a:lnTo>
                <a:lnTo>
                  <a:pt x="234" y="781"/>
                </a:lnTo>
                <a:lnTo>
                  <a:pt x="234" y="780"/>
                </a:lnTo>
                <a:lnTo>
                  <a:pt x="235" y="780"/>
                </a:lnTo>
                <a:lnTo>
                  <a:pt x="235" y="779"/>
                </a:lnTo>
                <a:lnTo>
                  <a:pt x="235" y="778"/>
                </a:lnTo>
                <a:lnTo>
                  <a:pt x="236" y="778"/>
                </a:lnTo>
                <a:lnTo>
                  <a:pt x="236" y="777"/>
                </a:lnTo>
                <a:lnTo>
                  <a:pt x="237" y="777"/>
                </a:lnTo>
                <a:lnTo>
                  <a:pt x="237" y="776"/>
                </a:lnTo>
                <a:lnTo>
                  <a:pt x="238" y="776"/>
                </a:lnTo>
                <a:lnTo>
                  <a:pt x="239" y="776"/>
                </a:lnTo>
                <a:lnTo>
                  <a:pt x="239" y="775"/>
                </a:lnTo>
                <a:lnTo>
                  <a:pt x="238" y="775"/>
                </a:lnTo>
                <a:lnTo>
                  <a:pt x="238" y="774"/>
                </a:lnTo>
                <a:lnTo>
                  <a:pt x="237" y="774"/>
                </a:lnTo>
                <a:lnTo>
                  <a:pt x="237" y="773"/>
                </a:lnTo>
                <a:lnTo>
                  <a:pt x="236" y="773"/>
                </a:lnTo>
                <a:lnTo>
                  <a:pt x="236" y="772"/>
                </a:lnTo>
                <a:lnTo>
                  <a:pt x="235" y="772"/>
                </a:lnTo>
                <a:lnTo>
                  <a:pt x="236" y="771"/>
                </a:lnTo>
                <a:lnTo>
                  <a:pt x="235" y="771"/>
                </a:lnTo>
                <a:lnTo>
                  <a:pt x="234" y="771"/>
                </a:lnTo>
                <a:lnTo>
                  <a:pt x="233" y="771"/>
                </a:lnTo>
                <a:lnTo>
                  <a:pt x="232" y="771"/>
                </a:lnTo>
                <a:lnTo>
                  <a:pt x="231" y="771"/>
                </a:lnTo>
                <a:lnTo>
                  <a:pt x="231" y="772"/>
                </a:lnTo>
                <a:lnTo>
                  <a:pt x="230" y="772"/>
                </a:lnTo>
                <a:lnTo>
                  <a:pt x="229" y="772"/>
                </a:lnTo>
                <a:lnTo>
                  <a:pt x="229" y="773"/>
                </a:lnTo>
                <a:lnTo>
                  <a:pt x="228" y="773"/>
                </a:lnTo>
                <a:lnTo>
                  <a:pt x="228" y="774"/>
                </a:lnTo>
                <a:lnTo>
                  <a:pt x="228" y="775"/>
                </a:lnTo>
                <a:lnTo>
                  <a:pt x="228" y="774"/>
                </a:lnTo>
                <a:lnTo>
                  <a:pt x="227" y="774"/>
                </a:lnTo>
                <a:lnTo>
                  <a:pt x="226" y="774"/>
                </a:lnTo>
                <a:lnTo>
                  <a:pt x="226" y="773"/>
                </a:lnTo>
                <a:lnTo>
                  <a:pt x="226" y="772"/>
                </a:lnTo>
                <a:lnTo>
                  <a:pt x="226" y="771"/>
                </a:lnTo>
                <a:lnTo>
                  <a:pt x="225" y="771"/>
                </a:lnTo>
                <a:lnTo>
                  <a:pt x="225" y="772"/>
                </a:lnTo>
                <a:lnTo>
                  <a:pt x="224" y="772"/>
                </a:lnTo>
                <a:lnTo>
                  <a:pt x="224" y="771"/>
                </a:lnTo>
                <a:lnTo>
                  <a:pt x="223" y="771"/>
                </a:lnTo>
                <a:lnTo>
                  <a:pt x="222" y="771"/>
                </a:lnTo>
                <a:lnTo>
                  <a:pt x="222" y="770"/>
                </a:lnTo>
                <a:lnTo>
                  <a:pt x="222" y="769"/>
                </a:lnTo>
                <a:lnTo>
                  <a:pt x="222" y="768"/>
                </a:lnTo>
                <a:lnTo>
                  <a:pt x="221" y="768"/>
                </a:lnTo>
                <a:lnTo>
                  <a:pt x="221" y="767"/>
                </a:lnTo>
                <a:lnTo>
                  <a:pt x="221" y="766"/>
                </a:lnTo>
                <a:lnTo>
                  <a:pt x="221" y="765"/>
                </a:lnTo>
                <a:lnTo>
                  <a:pt x="220" y="765"/>
                </a:lnTo>
                <a:lnTo>
                  <a:pt x="220" y="764"/>
                </a:lnTo>
                <a:lnTo>
                  <a:pt x="220" y="763"/>
                </a:lnTo>
                <a:lnTo>
                  <a:pt x="220" y="762"/>
                </a:lnTo>
                <a:lnTo>
                  <a:pt x="220" y="761"/>
                </a:lnTo>
                <a:lnTo>
                  <a:pt x="219" y="761"/>
                </a:lnTo>
                <a:lnTo>
                  <a:pt x="219" y="760"/>
                </a:lnTo>
                <a:lnTo>
                  <a:pt x="218" y="760"/>
                </a:lnTo>
                <a:lnTo>
                  <a:pt x="218" y="759"/>
                </a:lnTo>
                <a:lnTo>
                  <a:pt x="218" y="758"/>
                </a:lnTo>
                <a:lnTo>
                  <a:pt x="218" y="757"/>
                </a:lnTo>
                <a:lnTo>
                  <a:pt x="218" y="756"/>
                </a:lnTo>
                <a:lnTo>
                  <a:pt x="218" y="755"/>
                </a:lnTo>
                <a:lnTo>
                  <a:pt x="218" y="754"/>
                </a:lnTo>
                <a:lnTo>
                  <a:pt x="219" y="754"/>
                </a:lnTo>
                <a:lnTo>
                  <a:pt x="219" y="753"/>
                </a:lnTo>
                <a:lnTo>
                  <a:pt x="220" y="753"/>
                </a:lnTo>
                <a:lnTo>
                  <a:pt x="220" y="752"/>
                </a:lnTo>
                <a:lnTo>
                  <a:pt x="220" y="750"/>
                </a:lnTo>
                <a:lnTo>
                  <a:pt x="221" y="749"/>
                </a:lnTo>
                <a:lnTo>
                  <a:pt x="221" y="748"/>
                </a:lnTo>
                <a:lnTo>
                  <a:pt x="222" y="748"/>
                </a:lnTo>
                <a:lnTo>
                  <a:pt x="221" y="748"/>
                </a:lnTo>
                <a:lnTo>
                  <a:pt x="221" y="747"/>
                </a:lnTo>
                <a:lnTo>
                  <a:pt x="222" y="747"/>
                </a:lnTo>
                <a:lnTo>
                  <a:pt x="222" y="746"/>
                </a:lnTo>
                <a:lnTo>
                  <a:pt x="222" y="745"/>
                </a:lnTo>
                <a:lnTo>
                  <a:pt x="222" y="744"/>
                </a:lnTo>
                <a:lnTo>
                  <a:pt x="223" y="744"/>
                </a:lnTo>
                <a:lnTo>
                  <a:pt x="223" y="743"/>
                </a:lnTo>
                <a:lnTo>
                  <a:pt x="223" y="742"/>
                </a:lnTo>
                <a:lnTo>
                  <a:pt x="222" y="742"/>
                </a:lnTo>
                <a:lnTo>
                  <a:pt x="222" y="741"/>
                </a:lnTo>
                <a:lnTo>
                  <a:pt x="221" y="741"/>
                </a:lnTo>
                <a:lnTo>
                  <a:pt x="221" y="740"/>
                </a:lnTo>
                <a:lnTo>
                  <a:pt x="220" y="740"/>
                </a:lnTo>
                <a:lnTo>
                  <a:pt x="220" y="739"/>
                </a:lnTo>
                <a:lnTo>
                  <a:pt x="220" y="738"/>
                </a:lnTo>
                <a:lnTo>
                  <a:pt x="220" y="737"/>
                </a:lnTo>
                <a:lnTo>
                  <a:pt x="219" y="737"/>
                </a:lnTo>
                <a:lnTo>
                  <a:pt x="219" y="736"/>
                </a:lnTo>
                <a:lnTo>
                  <a:pt x="220" y="736"/>
                </a:lnTo>
                <a:lnTo>
                  <a:pt x="220" y="735"/>
                </a:lnTo>
                <a:lnTo>
                  <a:pt x="221" y="735"/>
                </a:lnTo>
                <a:lnTo>
                  <a:pt x="221" y="734"/>
                </a:lnTo>
                <a:lnTo>
                  <a:pt x="220" y="734"/>
                </a:lnTo>
                <a:lnTo>
                  <a:pt x="220" y="735"/>
                </a:lnTo>
                <a:lnTo>
                  <a:pt x="219" y="735"/>
                </a:lnTo>
                <a:lnTo>
                  <a:pt x="218" y="735"/>
                </a:lnTo>
                <a:lnTo>
                  <a:pt x="218" y="734"/>
                </a:lnTo>
                <a:lnTo>
                  <a:pt x="217" y="734"/>
                </a:lnTo>
                <a:lnTo>
                  <a:pt x="216" y="734"/>
                </a:lnTo>
                <a:lnTo>
                  <a:pt x="216" y="735"/>
                </a:lnTo>
                <a:lnTo>
                  <a:pt x="216" y="734"/>
                </a:lnTo>
                <a:lnTo>
                  <a:pt x="215" y="734"/>
                </a:lnTo>
                <a:lnTo>
                  <a:pt x="215" y="733"/>
                </a:lnTo>
                <a:lnTo>
                  <a:pt x="213" y="733"/>
                </a:lnTo>
                <a:lnTo>
                  <a:pt x="212" y="733"/>
                </a:lnTo>
                <a:lnTo>
                  <a:pt x="212" y="734"/>
                </a:lnTo>
                <a:lnTo>
                  <a:pt x="211" y="734"/>
                </a:lnTo>
                <a:lnTo>
                  <a:pt x="211" y="735"/>
                </a:lnTo>
                <a:lnTo>
                  <a:pt x="211" y="736"/>
                </a:lnTo>
                <a:lnTo>
                  <a:pt x="212" y="736"/>
                </a:lnTo>
                <a:lnTo>
                  <a:pt x="212" y="737"/>
                </a:lnTo>
                <a:lnTo>
                  <a:pt x="212" y="736"/>
                </a:lnTo>
                <a:lnTo>
                  <a:pt x="212" y="737"/>
                </a:lnTo>
                <a:lnTo>
                  <a:pt x="211" y="737"/>
                </a:lnTo>
                <a:lnTo>
                  <a:pt x="211" y="738"/>
                </a:lnTo>
                <a:lnTo>
                  <a:pt x="210" y="738"/>
                </a:lnTo>
                <a:lnTo>
                  <a:pt x="209" y="738"/>
                </a:lnTo>
                <a:lnTo>
                  <a:pt x="208" y="738"/>
                </a:lnTo>
                <a:lnTo>
                  <a:pt x="208" y="737"/>
                </a:lnTo>
                <a:lnTo>
                  <a:pt x="208" y="736"/>
                </a:lnTo>
                <a:lnTo>
                  <a:pt x="207" y="736"/>
                </a:lnTo>
                <a:lnTo>
                  <a:pt x="206" y="736"/>
                </a:lnTo>
                <a:lnTo>
                  <a:pt x="206" y="735"/>
                </a:lnTo>
                <a:lnTo>
                  <a:pt x="204" y="735"/>
                </a:lnTo>
                <a:lnTo>
                  <a:pt x="203" y="735"/>
                </a:lnTo>
                <a:lnTo>
                  <a:pt x="203" y="734"/>
                </a:lnTo>
                <a:lnTo>
                  <a:pt x="202" y="734"/>
                </a:lnTo>
                <a:lnTo>
                  <a:pt x="202" y="733"/>
                </a:lnTo>
                <a:lnTo>
                  <a:pt x="201" y="733"/>
                </a:lnTo>
                <a:lnTo>
                  <a:pt x="200" y="733"/>
                </a:lnTo>
                <a:lnTo>
                  <a:pt x="199" y="733"/>
                </a:lnTo>
                <a:lnTo>
                  <a:pt x="199" y="734"/>
                </a:lnTo>
                <a:lnTo>
                  <a:pt x="199" y="733"/>
                </a:lnTo>
                <a:lnTo>
                  <a:pt x="199" y="734"/>
                </a:lnTo>
                <a:lnTo>
                  <a:pt x="198" y="734"/>
                </a:lnTo>
                <a:lnTo>
                  <a:pt x="198" y="735"/>
                </a:lnTo>
                <a:lnTo>
                  <a:pt x="198" y="736"/>
                </a:lnTo>
                <a:lnTo>
                  <a:pt x="197" y="736"/>
                </a:lnTo>
                <a:lnTo>
                  <a:pt x="196" y="736"/>
                </a:lnTo>
                <a:lnTo>
                  <a:pt x="195" y="736"/>
                </a:lnTo>
                <a:lnTo>
                  <a:pt x="195" y="735"/>
                </a:lnTo>
                <a:lnTo>
                  <a:pt x="196" y="735"/>
                </a:lnTo>
                <a:lnTo>
                  <a:pt x="196" y="734"/>
                </a:lnTo>
                <a:lnTo>
                  <a:pt x="196" y="733"/>
                </a:lnTo>
                <a:lnTo>
                  <a:pt x="195" y="733"/>
                </a:lnTo>
                <a:lnTo>
                  <a:pt x="195" y="732"/>
                </a:lnTo>
                <a:lnTo>
                  <a:pt x="195" y="733"/>
                </a:lnTo>
                <a:lnTo>
                  <a:pt x="194" y="733"/>
                </a:lnTo>
                <a:lnTo>
                  <a:pt x="193" y="733"/>
                </a:lnTo>
                <a:lnTo>
                  <a:pt x="193" y="732"/>
                </a:lnTo>
                <a:lnTo>
                  <a:pt x="193" y="731"/>
                </a:lnTo>
                <a:lnTo>
                  <a:pt x="192" y="731"/>
                </a:lnTo>
                <a:lnTo>
                  <a:pt x="192" y="730"/>
                </a:lnTo>
                <a:lnTo>
                  <a:pt x="191" y="730"/>
                </a:lnTo>
                <a:lnTo>
                  <a:pt x="190" y="730"/>
                </a:lnTo>
                <a:lnTo>
                  <a:pt x="189" y="730"/>
                </a:lnTo>
                <a:lnTo>
                  <a:pt x="189" y="731"/>
                </a:lnTo>
                <a:lnTo>
                  <a:pt x="188" y="731"/>
                </a:lnTo>
                <a:lnTo>
                  <a:pt x="188" y="730"/>
                </a:lnTo>
                <a:lnTo>
                  <a:pt x="187" y="730"/>
                </a:lnTo>
                <a:lnTo>
                  <a:pt x="187" y="729"/>
                </a:lnTo>
                <a:lnTo>
                  <a:pt x="186" y="729"/>
                </a:lnTo>
                <a:lnTo>
                  <a:pt x="186" y="730"/>
                </a:lnTo>
                <a:lnTo>
                  <a:pt x="185" y="730"/>
                </a:lnTo>
                <a:lnTo>
                  <a:pt x="184" y="730"/>
                </a:lnTo>
                <a:lnTo>
                  <a:pt x="184" y="729"/>
                </a:lnTo>
                <a:lnTo>
                  <a:pt x="184" y="728"/>
                </a:lnTo>
                <a:lnTo>
                  <a:pt x="184" y="729"/>
                </a:lnTo>
                <a:lnTo>
                  <a:pt x="183" y="729"/>
                </a:lnTo>
                <a:lnTo>
                  <a:pt x="182" y="729"/>
                </a:lnTo>
                <a:lnTo>
                  <a:pt x="181" y="729"/>
                </a:lnTo>
                <a:lnTo>
                  <a:pt x="181" y="730"/>
                </a:lnTo>
                <a:lnTo>
                  <a:pt x="180" y="730"/>
                </a:lnTo>
                <a:lnTo>
                  <a:pt x="181" y="730"/>
                </a:lnTo>
                <a:lnTo>
                  <a:pt x="181" y="731"/>
                </a:lnTo>
                <a:lnTo>
                  <a:pt x="180" y="731"/>
                </a:lnTo>
                <a:lnTo>
                  <a:pt x="180" y="730"/>
                </a:lnTo>
                <a:lnTo>
                  <a:pt x="179" y="730"/>
                </a:lnTo>
                <a:lnTo>
                  <a:pt x="179" y="729"/>
                </a:lnTo>
                <a:lnTo>
                  <a:pt x="178" y="729"/>
                </a:lnTo>
                <a:lnTo>
                  <a:pt x="178" y="728"/>
                </a:lnTo>
                <a:lnTo>
                  <a:pt x="177" y="728"/>
                </a:lnTo>
                <a:lnTo>
                  <a:pt x="177" y="727"/>
                </a:lnTo>
                <a:lnTo>
                  <a:pt x="176" y="727"/>
                </a:lnTo>
                <a:lnTo>
                  <a:pt x="175" y="727"/>
                </a:lnTo>
                <a:lnTo>
                  <a:pt x="175" y="728"/>
                </a:lnTo>
                <a:lnTo>
                  <a:pt x="174" y="728"/>
                </a:lnTo>
                <a:lnTo>
                  <a:pt x="174" y="729"/>
                </a:lnTo>
                <a:lnTo>
                  <a:pt x="173" y="729"/>
                </a:lnTo>
                <a:lnTo>
                  <a:pt x="172" y="729"/>
                </a:lnTo>
                <a:lnTo>
                  <a:pt x="172" y="730"/>
                </a:lnTo>
                <a:lnTo>
                  <a:pt x="171" y="729"/>
                </a:lnTo>
                <a:lnTo>
                  <a:pt x="170" y="729"/>
                </a:lnTo>
                <a:lnTo>
                  <a:pt x="170" y="730"/>
                </a:lnTo>
                <a:lnTo>
                  <a:pt x="169" y="730"/>
                </a:lnTo>
                <a:lnTo>
                  <a:pt x="168" y="730"/>
                </a:lnTo>
                <a:lnTo>
                  <a:pt x="167" y="730"/>
                </a:lnTo>
                <a:lnTo>
                  <a:pt x="166" y="730"/>
                </a:lnTo>
                <a:lnTo>
                  <a:pt x="166" y="731"/>
                </a:lnTo>
                <a:lnTo>
                  <a:pt x="165" y="731"/>
                </a:lnTo>
                <a:lnTo>
                  <a:pt x="164" y="731"/>
                </a:lnTo>
                <a:lnTo>
                  <a:pt x="164" y="730"/>
                </a:lnTo>
                <a:lnTo>
                  <a:pt x="164" y="731"/>
                </a:lnTo>
                <a:lnTo>
                  <a:pt x="163" y="731"/>
                </a:lnTo>
                <a:lnTo>
                  <a:pt x="163" y="730"/>
                </a:lnTo>
                <a:lnTo>
                  <a:pt x="163" y="731"/>
                </a:lnTo>
                <a:lnTo>
                  <a:pt x="162" y="731"/>
                </a:lnTo>
                <a:lnTo>
                  <a:pt x="162" y="730"/>
                </a:lnTo>
                <a:lnTo>
                  <a:pt x="161" y="730"/>
                </a:lnTo>
                <a:lnTo>
                  <a:pt x="160" y="730"/>
                </a:lnTo>
                <a:lnTo>
                  <a:pt x="160" y="729"/>
                </a:lnTo>
                <a:lnTo>
                  <a:pt x="159" y="729"/>
                </a:lnTo>
                <a:lnTo>
                  <a:pt x="158" y="729"/>
                </a:lnTo>
                <a:lnTo>
                  <a:pt x="158" y="730"/>
                </a:lnTo>
                <a:lnTo>
                  <a:pt x="157" y="730"/>
                </a:lnTo>
                <a:lnTo>
                  <a:pt x="157" y="729"/>
                </a:lnTo>
                <a:lnTo>
                  <a:pt x="156" y="729"/>
                </a:lnTo>
                <a:lnTo>
                  <a:pt x="155" y="729"/>
                </a:lnTo>
                <a:lnTo>
                  <a:pt x="154" y="729"/>
                </a:lnTo>
                <a:lnTo>
                  <a:pt x="154" y="728"/>
                </a:lnTo>
                <a:lnTo>
                  <a:pt x="153" y="728"/>
                </a:lnTo>
                <a:lnTo>
                  <a:pt x="152" y="728"/>
                </a:lnTo>
                <a:lnTo>
                  <a:pt x="152" y="727"/>
                </a:lnTo>
                <a:lnTo>
                  <a:pt x="151" y="727"/>
                </a:lnTo>
                <a:lnTo>
                  <a:pt x="150" y="727"/>
                </a:lnTo>
                <a:lnTo>
                  <a:pt x="150" y="726"/>
                </a:lnTo>
                <a:lnTo>
                  <a:pt x="149" y="726"/>
                </a:lnTo>
                <a:lnTo>
                  <a:pt x="149" y="725"/>
                </a:lnTo>
                <a:lnTo>
                  <a:pt x="148" y="725"/>
                </a:lnTo>
                <a:lnTo>
                  <a:pt x="148" y="724"/>
                </a:lnTo>
                <a:lnTo>
                  <a:pt x="147" y="724"/>
                </a:lnTo>
                <a:lnTo>
                  <a:pt x="147" y="723"/>
                </a:lnTo>
                <a:lnTo>
                  <a:pt x="148" y="723"/>
                </a:lnTo>
                <a:lnTo>
                  <a:pt x="149" y="723"/>
                </a:lnTo>
                <a:lnTo>
                  <a:pt x="149" y="724"/>
                </a:lnTo>
                <a:lnTo>
                  <a:pt x="150" y="724"/>
                </a:lnTo>
                <a:lnTo>
                  <a:pt x="150" y="723"/>
                </a:lnTo>
                <a:lnTo>
                  <a:pt x="151" y="723"/>
                </a:lnTo>
                <a:lnTo>
                  <a:pt x="150" y="723"/>
                </a:lnTo>
                <a:lnTo>
                  <a:pt x="150" y="722"/>
                </a:lnTo>
                <a:lnTo>
                  <a:pt x="150" y="723"/>
                </a:lnTo>
                <a:lnTo>
                  <a:pt x="149" y="723"/>
                </a:lnTo>
                <a:lnTo>
                  <a:pt x="149" y="722"/>
                </a:lnTo>
                <a:lnTo>
                  <a:pt x="149" y="721"/>
                </a:lnTo>
                <a:lnTo>
                  <a:pt x="150" y="720"/>
                </a:lnTo>
                <a:lnTo>
                  <a:pt x="150" y="719"/>
                </a:lnTo>
                <a:lnTo>
                  <a:pt x="151" y="719"/>
                </a:lnTo>
                <a:lnTo>
                  <a:pt x="151" y="718"/>
                </a:lnTo>
                <a:lnTo>
                  <a:pt x="152" y="718"/>
                </a:lnTo>
                <a:lnTo>
                  <a:pt x="151" y="718"/>
                </a:lnTo>
                <a:lnTo>
                  <a:pt x="151" y="717"/>
                </a:lnTo>
                <a:lnTo>
                  <a:pt x="152" y="717"/>
                </a:lnTo>
                <a:lnTo>
                  <a:pt x="152" y="716"/>
                </a:lnTo>
                <a:lnTo>
                  <a:pt x="153" y="716"/>
                </a:lnTo>
                <a:lnTo>
                  <a:pt x="154" y="716"/>
                </a:lnTo>
                <a:lnTo>
                  <a:pt x="154" y="715"/>
                </a:lnTo>
                <a:lnTo>
                  <a:pt x="154" y="714"/>
                </a:lnTo>
                <a:lnTo>
                  <a:pt x="154" y="713"/>
                </a:lnTo>
                <a:lnTo>
                  <a:pt x="154" y="712"/>
                </a:lnTo>
                <a:lnTo>
                  <a:pt x="154" y="711"/>
                </a:lnTo>
                <a:lnTo>
                  <a:pt x="154" y="710"/>
                </a:lnTo>
                <a:lnTo>
                  <a:pt x="154" y="709"/>
                </a:lnTo>
                <a:lnTo>
                  <a:pt x="155" y="709"/>
                </a:lnTo>
                <a:lnTo>
                  <a:pt x="155" y="708"/>
                </a:lnTo>
                <a:lnTo>
                  <a:pt x="156" y="708"/>
                </a:lnTo>
                <a:lnTo>
                  <a:pt x="156" y="707"/>
                </a:lnTo>
                <a:lnTo>
                  <a:pt x="156" y="706"/>
                </a:lnTo>
                <a:lnTo>
                  <a:pt x="157" y="706"/>
                </a:lnTo>
                <a:lnTo>
                  <a:pt x="157" y="705"/>
                </a:lnTo>
                <a:lnTo>
                  <a:pt x="158" y="705"/>
                </a:lnTo>
                <a:lnTo>
                  <a:pt x="158" y="702"/>
                </a:lnTo>
                <a:lnTo>
                  <a:pt x="157" y="702"/>
                </a:lnTo>
                <a:lnTo>
                  <a:pt x="157" y="701"/>
                </a:lnTo>
                <a:lnTo>
                  <a:pt x="156" y="701"/>
                </a:lnTo>
                <a:lnTo>
                  <a:pt x="156" y="700"/>
                </a:lnTo>
                <a:lnTo>
                  <a:pt x="155" y="700"/>
                </a:lnTo>
                <a:lnTo>
                  <a:pt x="155" y="699"/>
                </a:lnTo>
                <a:lnTo>
                  <a:pt x="156" y="699"/>
                </a:lnTo>
                <a:lnTo>
                  <a:pt x="157" y="699"/>
                </a:lnTo>
                <a:lnTo>
                  <a:pt x="158" y="699"/>
                </a:lnTo>
                <a:lnTo>
                  <a:pt x="158" y="698"/>
                </a:lnTo>
                <a:lnTo>
                  <a:pt x="159" y="698"/>
                </a:lnTo>
                <a:lnTo>
                  <a:pt x="159" y="697"/>
                </a:lnTo>
                <a:lnTo>
                  <a:pt x="160" y="697"/>
                </a:lnTo>
                <a:lnTo>
                  <a:pt x="160" y="696"/>
                </a:lnTo>
                <a:lnTo>
                  <a:pt x="161" y="696"/>
                </a:lnTo>
                <a:lnTo>
                  <a:pt x="161" y="695"/>
                </a:lnTo>
                <a:lnTo>
                  <a:pt x="161" y="694"/>
                </a:lnTo>
                <a:lnTo>
                  <a:pt x="162" y="694"/>
                </a:lnTo>
                <a:lnTo>
                  <a:pt x="163" y="694"/>
                </a:lnTo>
                <a:lnTo>
                  <a:pt x="163" y="693"/>
                </a:lnTo>
                <a:lnTo>
                  <a:pt x="164" y="693"/>
                </a:lnTo>
                <a:lnTo>
                  <a:pt x="164" y="692"/>
                </a:lnTo>
                <a:lnTo>
                  <a:pt x="165" y="692"/>
                </a:lnTo>
                <a:lnTo>
                  <a:pt x="165" y="691"/>
                </a:lnTo>
                <a:lnTo>
                  <a:pt x="166" y="691"/>
                </a:lnTo>
                <a:lnTo>
                  <a:pt x="166" y="690"/>
                </a:lnTo>
                <a:lnTo>
                  <a:pt x="166" y="689"/>
                </a:lnTo>
                <a:lnTo>
                  <a:pt x="167" y="689"/>
                </a:lnTo>
                <a:lnTo>
                  <a:pt x="167" y="688"/>
                </a:lnTo>
                <a:lnTo>
                  <a:pt x="167" y="687"/>
                </a:lnTo>
                <a:lnTo>
                  <a:pt x="166" y="687"/>
                </a:lnTo>
                <a:lnTo>
                  <a:pt x="166" y="686"/>
                </a:lnTo>
                <a:lnTo>
                  <a:pt x="165" y="686"/>
                </a:lnTo>
                <a:lnTo>
                  <a:pt x="165" y="684"/>
                </a:lnTo>
                <a:lnTo>
                  <a:pt x="166" y="684"/>
                </a:lnTo>
                <a:lnTo>
                  <a:pt x="166" y="683"/>
                </a:lnTo>
                <a:lnTo>
                  <a:pt x="167" y="683"/>
                </a:lnTo>
                <a:lnTo>
                  <a:pt x="167" y="682"/>
                </a:lnTo>
                <a:lnTo>
                  <a:pt x="167" y="681"/>
                </a:lnTo>
                <a:lnTo>
                  <a:pt x="168" y="681"/>
                </a:lnTo>
                <a:lnTo>
                  <a:pt x="168" y="680"/>
                </a:lnTo>
                <a:lnTo>
                  <a:pt x="168" y="679"/>
                </a:lnTo>
                <a:lnTo>
                  <a:pt x="167" y="679"/>
                </a:lnTo>
                <a:lnTo>
                  <a:pt x="167" y="678"/>
                </a:lnTo>
                <a:lnTo>
                  <a:pt x="166" y="678"/>
                </a:lnTo>
                <a:lnTo>
                  <a:pt x="166" y="677"/>
                </a:lnTo>
                <a:lnTo>
                  <a:pt x="167" y="677"/>
                </a:lnTo>
                <a:lnTo>
                  <a:pt x="166" y="677"/>
                </a:lnTo>
                <a:lnTo>
                  <a:pt x="166" y="676"/>
                </a:lnTo>
                <a:lnTo>
                  <a:pt x="166" y="675"/>
                </a:lnTo>
                <a:lnTo>
                  <a:pt x="166" y="674"/>
                </a:lnTo>
                <a:lnTo>
                  <a:pt x="165" y="673"/>
                </a:lnTo>
                <a:lnTo>
                  <a:pt x="165" y="672"/>
                </a:lnTo>
                <a:lnTo>
                  <a:pt x="165" y="671"/>
                </a:lnTo>
                <a:lnTo>
                  <a:pt x="164" y="671"/>
                </a:lnTo>
                <a:lnTo>
                  <a:pt x="164" y="670"/>
                </a:lnTo>
                <a:lnTo>
                  <a:pt x="165" y="670"/>
                </a:lnTo>
                <a:lnTo>
                  <a:pt x="164" y="670"/>
                </a:lnTo>
                <a:lnTo>
                  <a:pt x="164" y="669"/>
                </a:lnTo>
                <a:lnTo>
                  <a:pt x="164" y="668"/>
                </a:lnTo>
                <a:lnTo>
                  <a:pt x="164" y="667"/>
                </a:lnTo>
                <a:lnTo>
                  <a:pt x="163" y="667"/>
                </a:lnTo>
                <a:lnTo>
                  <a:pt x="163" y="666"/>
                </a:lnTo>
                <a:lnTo>
                  <a:pt x="162" y="666"/>
                </a:lnTo>
                <a:lnTo>
                  <a:pt x="162" y="665"/>
                </a:lnTo>
                <a:lnTo>
                  <a:pt x="161" y="664"/>
                </a:lnTo>
                <a:lnTo>
                  <a:pt x="162" y="664"/>
                </a:lnTo>
                <a:lnTo>
                  <a:pt x="162" y="663"/>
                </a:lnTo>
                <a:lnTo>
                  <a:pt x="162" y="662"/>
                </a:lnTo>
                <a:lnTo>
                  <a:pt x="163" y="662"/>
                </a:lnTo>
                <a:lnTo>
                  <a:pt x="163" y="663"/>
                </a:lnTo>
                <a:lnTo>
                  <a:pt x="163" y="662"/>
                </a:lnTo>
                <a:lnTo>
                  <a:pt x="164" y="662"/>
                </a:lnTo>
                <a:lnTo>
                  <a:pt x="165" y="662"/>
                </a:lnTo>
                <a:lnTo>
                  <a:pt x="166" y="661"/>
                </a:lnTo>
                <a:lnTo>
                  <a:pt x="167" y="661"/>
                </a:lnTo>
                <a:lnTo>
                  <a:pt x="168" y="661"/>
                </a:lnTo>
                <a:lnTo>
                  <a:pt x="168" y="660"/>
                </a:lnTo>
                <a:lnTo>
                  <a:pt x="168" y="659"/>
                </a:lnTo>
                <a:lnTo>
                  <a:pt x="168" y="658"/>
                </a:lnTo>
                <a:lnTo>
                  <a:pt x="168" y="657"/>
                </a:lnTo>
                <a:lnTo>
                  <a:pt x="168" y="656"/>
                </a:lnTo>
                <a:lnTo>
                  <a:pt x="169" y="656"/>
                </a:lnTo>
                <a:lnTo>
                  <a:pt x="169" y="655"/>
                </a:lnTo>
                <a:lnTo>
                  <a:pt x="170" y="655"/>
                </a:lnTo>
                <a:lnTo>
                  <a:pt x="171" y="655"/>
                </a:lnTo>
                <a:lnTo>
                  <a:pt x="171" y="654"/>
                </a:lnTo>
                <a:lnTo>
                  <a:pt x="172" y="654"/>
                </a:lnTo>
                <a:lnTo>
                  <a:pt x="172" y="653"/>
                </a:lnTo>
                <a:lnTo>
                  <a:pt x="173" y="653"/>
                </a:lnTo>
                <a:lnTo>
                  <a:pt x="174" y="653"/>
                </a:lnTo>
                <a:lnTo>
                  <a:pt x="175" y="653"/>
                </a:lnTo>
                <a:lnTo>
                  <a:pt x="175" y="652"/>
                </a:lnTo>
                <a:lnTo>
                  <a:pt x="174" y="652"/>
                </a:lnTo>
                <a:lnTo>
                  <a:pt x="174" y="651"/>
                </a:lnTo>
                <a:lnTo>
                  <a:pt x="174" y="650"/>
                </a:lnTo>
                <a:lnTo>
                  <a:pt x="173" y="650"/>
                </a:lnTo>
                <a:lnTo>
                  <a:pt x="173" y="649"/>
                </a:lnTo>
                <a:lnTo>
                  <a:pt x="173" y="648"/>
                </a:lnTo>
                <a:lnTo>
                  <a:pt x="173" y="647"/>
                </a:lnTo>
                <a:lnTo>
                  <a:pt x="173" y="646"/>
                </a:lnTo>
                <a:lnTo>
                  <a:pt x="172" y="646"/>
                </a:lnTo>
                <a:lnTo>
                  <a:pt x="173" y="646"/>
                </a:lnTo>
                <a:lnTo>
                  <a:pt x="173" y="645"/>
                </a:lnTo>
                <a:lnTo>
                  <a:pt x="172" y="645"/>
                </a:lnTo>
                <a:lnTo>
                  <a:pt x="173" y="645"/>
                </a:lnTo>
                <a:lnTo>
                  <a:pt x="172" y="645"/>
                </a:lnTo>
                <a:lnTo>
                  <a:pt x="172" y="644"/>
                </a:lnTo>
                <a:lnTo>
                  <a:pt x="173" y="644"/>
                </a:lnTo>
                <a:lnTo>
                  <a:pt x="172" y="644"/>
                </a:lnTo>
                <a:lnTo>
                  <a:pt x="173" y="644"/>
                </a:lnTo>
                <a:lnTo>
                  <a:pt x="173" y="643"/>
                </a:lnTo>
                <a:lnTo>
                  <a:pt x="173" y="644"/>
                </a:lnTo>
                <a:lnTo>
                  <a:pt x="174" y="644"/>
                </a:lnTo>
                <a:lnTo>
                  <a:pt x="175" y="644"/>
                </a:lnTo>
                <a:lnTo>
                  <a:pt x="176" y="644"/>
                </a:lnTo>
                <a:lnTo>
                  <a:pt x="176" y="645"/>
                </a:lnTo>
                <a:lnTo>
                  <a:pt x="177" y="645"/>
                </a:lnTo>
                <a:lnTo>
                  <a:pt x="177" y="646"/>
                </a:lnTo>
                <a:lnTo>
                  <a:pt x="178" y="646"/>
                </a:lnTo>
                <a:lnTo>
                  <a:pt x="178" y="647"/>
                </a:lnTo>
                <a:lnTo>
                  <a:pt x="179" y="647"/>
                </a:lnTo>
                <a:lnTo>
                  <a:pt x="180" y="647"/>
                </a:lnTo>
                <a:lnTo>
                  <a:pt x="181" y="647"/>
                </a:lnTo>
                <a:lnTo>
                  <a:pt x="182" y="647"/>
                </a:lnTo>
                <a:lnTo>
                  <a:pt x="183" y="647"/>
                </a:lnTo>
                <a:lnTo>
                  <a:pt x="183" y="646"/>
                </a:lnTo>
                <a:lnTo>
                  <a:pt x="184" y="646"/>
                </a:lnTo>
                <a:lnTo>
                  <a:pt x="184" y="645"/>
                </a:lnTo>
                <a:lnTo>
                  <a:pt x="184" y="644"/>
                </a:lnTo>
                <a:lnTo>
                  <a:pt x="184" y="643"/>
                </a:lnTo>
                <a:lnTo>
                  <a:pt x="184" y="642"/>
                </a:lnTo>
                <a:lnTo>
                  <a:pt x="183" y="642"/>
                </a:lnTo>
                <a:lnTo>
                  <a:pt x="183" y="641"/>
                </a:lnTo>
                <a:lnTo>
                  <a:pt x="182" y="641"/>
                </a:lnTo>
                <a:lnTo>
                  <a:pt x="181" y="641"/>
                </a:lnTo>
                <a:lnTo>
                  <a:pt x="181" y="640"/>
                </a:lnTo>
                <a:lnTo>
                  <a:pt x="181" y="639"/>
                </a:lnTo>
                <a:lnTo>
                  <a:pt x="180" y="639"/>
                </a:lnTo>
                <a:lnTo>
                  <a:pt x="180" y="638"/>
                </a:lnTo>
                <a:lnTo>
                  <a:pt x="180" y="637"/>
                </a:lnTo>
                <a:lnTo>
                  <a:pt x="180" y="636"/>
                </a:lnTo>
                <a:lnTo>
                  <a:pt x="180" y="635"/>
                </a:lnTo>
                <a:lnTo>
                  <a:pt x="180" y="634"/>
                </a:lnTo>
                <a:lnTo>
                  <a:pt x="180" y="633"/>
                </a:lnTo>
                <a:lnTo>
                  <a:pt x="181" y="633"/>
                </a:lnTo>
                <a:lnTo>
                  <a:pt x="180" y="633"/>
                </a:lnTo>
                <a:lnTo>
                  <a:pt x="180" y="632"/>
                </a:lnTo>
                <a:lnTo>
                  <a:pt x="181" y="632"/>
                </a:lnTo>
                <a:lnTo>
                  <a:pt x="181" y="631"/>
                </a:lnTo>
                <a:lnTo>
                  <a:pt x="181" y="630"/>
                </a:lnTo>
                <a:lnTo>
                  <a:pt x="180" y="630"/>
                </a:lnTo>
                <a:lnTo>
                  <a:pt x="180" y="629"/>
                </a:lnTo>
                <a:lnTo>
                  <a:pt x="179" y="629"/>
                </a:lnTo>
                <a:lnTo>
                  <a:pt x="177" y="629"/>
                </a:lnTo>
                <a:lnTo>
                  <a:pt x="177" y="628"/>
                </a:lnTo>
                <a:lnTo>
                  <a:pt x="176" y="628"/>
                </a:lnTo>
                <a:lnTo>
                  <a:pt x="176" y="629"/>
                </a:lnTo>
                <a:lnTo>
                  <a:pt x="175" y="629"/>
                </a:lnTo>
                <a:lnTo>
                  <a:pt x="175" y="628"/>
                </a:lnTo>
                <a:lnTo>
                  <a:pt x="175" y="629"/>
                </a:lnTo>
                <a:lnTo>
                  <a:pt x="174" y="629"/>
                </a:lnTo>
                <a:lnTo>
                  <a:pt x="174" y="628"/>
                </a:lnTo>
                <a:lnTo>
                  <a:pt x="174" y="629"/>
                </a:lnTo>
                <a:lnTo>
                  <a:pt x="173" y="629"/>
                </a:lnTo>
                <a:lnTo>
                  <a:pt x="173" y="628"/>
                </a:lnTo>
                <a:lnTo>
                  <a:pt x="173" y="629"/>
                </a:lnTo>
                <a:lnTo>
                  <a:pt x="172" y="629"/>
                </a:lnTo>
                <a:lnTo>
                  <a:pt x="172" y="628"/>
                </a:lnTo>
                <a:lnTo>
                  <a:pt x="171" y="628"/>
                </a:lnTo>
                <a:lnTo>
                  <a:pt x="171" y="627"/>
                </a:lnTo>
                <a:lnTo>
                  <a:pt x="170" y="627"/>
                </a:lnTo>
                <a:lnTo>
                  <a:pt x="169" y="627"/>
                </a:lnTo>
                <a:lnTo>
                  <a:pt x="168" y="627"/>
                </a:lnTo>
                <a:lnTo>
                  <a:pt x="168" y="626"/>
                </a:lnTo>
                <a:lnTo>
                  <a:pt x="167" y="626"/>
                </a:lnTo>
                <a:lnTo>
                  <a:pt x="166" y="626"/>
                </a:lnTo>
                <a:lnTo>
                  <a:pt x="166" y="625"/>
                </a:lnTo>
                <a:lnTo>
                  <a:pt x="166" y="624"/>
                </a:lnTo>
                <a:lnTo>
                  <a:pt x="165" y="624"/>
                </a:lnTo>
                <a:lnTo>
                  <a:pt x="165" y="623"/>
                </a:lnTo>
                <a:lnTo>
                  <a:pt x="164" y="623"/>
                </a:lnTo>
                <a:lnTo>
                  <a:pt x="164" y="624"/>
                </a:lnTo>
                <a:lnTo>
                  <a:pt x="163" y="624"/>
                </a:lnTo>
                <a:lnTo>
                  <a:pt x="163" y="623"/>
                </a:lnTo>
                <a:lnTo>
                  <a:pt x="163" y="624"/>
                </a:lnTo>
                <a:lnTo>
                  <a:pt x="162" y="624"/>
                </a:lnTo>
                <a:lnTo>
                  <a:pt x="162" y="625"/>
                </a:lnTo>
                <a:lnTo>
                  <a:pt x="162" y="626"/>
                </a:lnTo>
                <a:lnTo>
                  <a:pt x="161" y="626"/>
                </a:lnTo>
                <a:lnTo>
                  <a:pt x="161" y="627"/>
                </a:lnTo>
                <a:lnTo>
                  <a:pt x="160" y="627"/>
                </a:lnTo>
                <a:lnTo>
                  <a:pt x="160" y="626"/>
                </a:lnTo>
                <a:lnTo>
                  <a:pt x="159" y="626"/>
                </a:lnTo>
                <a:lnTo>
                  <a:pt x="158" y="626"/>
                </a:lnTo>
                <a:lnTo>
                  <a:pt x="158" y="627"/>
                </a:lnTo>
                <a:lnTo>
                  <a:pt x="157" y="627"/>
                </a:lnTo>
                <a:lnTo>
                  <a:pt x="157" y="628"/>
                </a:lnTo>
                <a:lnTo>
                  <a:pt x="157" y="629"/>
                </a:lnTo>
                <a:lnTo>
                  <a:pt x="156" y="629"/>
                </a:lnTo>
                <a:lnTo>
                  <a:pt x="155" y="629"/>
                </a:lnTo>
                <a:lnTo>
                  <a:pt x="155" y="628"/>
                </a:lnTo>
                <a:lnTo>
                  <a:pt x="154" y="628"/>
                </a:lnTo>
                <a:lnTo>
                  <a:pt x="153" y="628"/>
                </a:lnTo>
                <a:lnTo>
                  <a:pt x="152" y="628"/>
                </a:lnTo>
                <a:lnTo>
                  <a:pt x="152" y="627"/>
                </a:lnTo>
                <a:lnTo>
                  <a:pt x="152" y="626"/>
                </a:lnTo>
                <a:lnTo>
                  <a:pt x="151" y="626"/>
                </a:lnTo>
                <a:lnTo>
                  <a:pt x="150" y="626"/>
                </a:lnTo>
                <a:lnTo>
                  <a:pt x="150" y="627"/>
                </a:lnTo>
                <a:lnTo>
                  <a:pt x="150" y="626"/>
                </a:lnTo>
                <a:lnTo>
                  <a:pt x="149" y="626"/>
                </a:lnTo>
                <a:lnTo>
                  <a:pt x="148" y="626"/>
                </a:lnTo>
                <a:lnTo>
                  <a:pt x="147" y="626"/>
                </a:lnTo>
                <a:lnTo>
                  <a:pt x="146" y="626"/>
                </a:lnTo>
                <a:lnTo>
                  <a:pt x="145" y="626"/>
                </a:lnTo>
                <a:lnTo>
                  <a:pt x="145" y="627"/>
                </a:lnTo>
                <a:lnTo>
                  <a:pt x="144" y="627"/>
                </a:lnTo>
                <a:lnTo>
                  <a:pt x="144" y="626"/>
                </a:lnTo>
                <a:lnTo>
                  <a:pt x="143" y="626"/>
                </a:lnTo>
                <a:lnTo>
                  <a:pt x="143" y="627"/>
                </a:lnTo>
                <a:lnTo>
                  <a:pt x="143" y="628"/>
                </a:lnTo>
                <a:lnTo>
                  <a:pt x="142" y="628"/>
                </a:lnTo>
                <a:lnTo>
                  <a:pt x="142" y="627"/>
                </a:lnTo>
                <a:lnTo>
                  <a:pt x="142" y="626"/>
                </a:lnTo>
                <a:lnTo>
                  <a:pt x="141" y="626"/>
                </a:lnTo>
                <a:lnTo>
                  <a:pt x="140" y="626"/>
                </a:lnTo>
                <a:lnTo>
                  <a:pt x="139" y="626"/>
                </a:lnTo>
                <a:lnTo>
                  <a:pt x="139" y="625"/>
                </a:lnTo>
                <a:lnTo>
                  <a:pt x="138" y="625"/>
                </a:lnTo>
                <a:lnTo>
                  <a:pt x="137" y="625"/>
                </a:lnTo>
                <a:lnTo>
                  <a:pt x="137" y="624"/>
                </a:lnTo>
                <a:lnTo>
                  <a:pt x="138" y="624"/>
                </a:lnTo>
                <a:lnTo>
                  <a:pt x="138" y="623"/>
                </a:lnTo>
                <a:lnTo>
                  <a:pt x="137" y="623"/>
                </a:lnTo>
                <a:lnTo>
                  <a:pt x="138" y="623"/>
                </a:lnTo>
                <a:lnTo>
                  <a:pt x="138" y="622"/>
                </a:lnTo>
                <a:lnTo>
                  <a:pt x="137" y="622"/>
                </a:lnTo>
                <a:lnTo>
                  <a:pt x="138" y="622"/>
                </a:lnTo>
                <a:lnTo>
                  <a:pt x="138" y="621"/>
                </a:lnTo>
                <a:lnTo>
                  <a:pt x="138" y="620"/>
                </a:lnTo>
                <a:lnTo>
                  <a:pt x="139" y="620"/>
                </a:lnTo>
                <a:lnTo>
                  <a:pt x="138" y="620"/>
                </a:lnTo>
                <a:lnTo>
                  <a:pt x="138" y="621"/>
                </a:lnTo>
                <a:lnTo>
                  <a:pt x="138" y="620"/>
                </a:lnTo>
                <a:lnTo>
                  <a:pt x="137" y="620"/>
                </a:lnTo>
                <a:lnTo>
                  <a:pt x="137" y="621"/>
                </a:lnTo>
                <a:lnTo>
                  <a:pt x="136" y="621"/>
                </a:lnTo>
                <a:lnTo>
                  <a:pt x="135" y="621"/>
                </a:lnTo>
                <a:lnTo>
                  <a:pt x="135" y="620"/>
                </a:lnTo>
                <a:lnTo>
                  <a:pt x="134" y="620"/>
                </a:lnTo>
                <a:lnTo>
                  <a:pt x="134" y="621"/>
                </a:lnTo>
                <a:lnTo>
                  <a:pt x="133" y="621"/>
                </a:lnTo>
                <a:lnTo>
                  <a:pt x="133" y="620"/>
                </a:lnTo>
                <a:lnTo>
                  <a:pt x="132" y="620"/>
                </a:lnTo>
                <a:lnTo>
                  <a:pt x="131" y="620"/>
                </a:lnTo>
                <a:lnTo>
                  <a:pt x="130" y="620"/>
                </a:lnTo>
                <a:lnTo>
                  <a:pt x="129" y="620"/>
                </a:lnTo>
                <a:lnTo>
                  <a:pt x="129" y="619"/>
                </a:lnTo>
                <a:lnTo>
                  <a:pt x="128" y="619"/>
                </a:lnTo>
                <a:lnTo>
                  <a:pt x="128" y="618"/>
                </a:lnTo>
                <a:lnTo>
                  <a:pt x="127" y="618"/>
                </a:lnTo>
                <a:lnTo>
                  <a:pt x="127" y="619"/>
                </a:lnTo>
                <a:lnTo>
                  <a:pt x="127" y="618"/>
                </a:lnTo>
                <a:lnTo>
                  <a:pt x="126" y="618"/>
                </a:lnTo>
                <a:lnTo>
                  <a:pt x="125" y="618"/>
                </a:lnTo>
                <a:lnTo>
                  <a:pt x="124" y="618"/>
                </a:lnTo>
                <a:lnTo>
                  <a:pt x="124" y="619"/>
                </a:lnTo>
                <a:lnTo>
                  <a:pt x="123" y="619"/>
                </a:lnTo>
                <a:lnTo>
                  <a:pt x="123" y="618"/>
                </a:lnTo>
                <a:lnTo>
                  <a:pt x="123" y="617"/>
                </a:lnTo>
                <a:lnTo>
                  <a:pt x="123" y="616"/>
                </a:lnTo>
                <a:lnTo>
                  <a:pt x="124" y="616"/>
                </a:lnTo>
                <a:lnTo>
                  <a:pt x="123" y="616"/>
                </a:lnTo>
                <a:lnTo>
                  <a:pt x="123" y="615"/>
                </a:lnTo>
                <a:lnTo>
                  <a:pt x="124" y="615"/>
                </a:lnTo>
                <a:lnTo>
                  <a:pt x="124" y="614"/>
                </a:lnTo>
                <a:lnTo>
                  <a:pt x="125" y="614"/>
                </a:lnTo>
                <a:lnTo>
                  <a:pt x="125" y="613"/>
                </a:lnTo>
                <a:lnTo>
                  <a:pt x="125" y="611"/>
                </a:lnTo>
                <a:lnTo>
                  <a:pt x="126" y="611"/>
                </a:lnTo>
                <a:lnTo>
                  <a:pt x="126" y="610"/>
                </a:lnTo>
                <a:lnTo>
                  <a:pt x="127" y="610"/>
                </a:lnTo>
                <a:lnTo>
                  <a:pt x="127" y="609"/>
                </a:lnTo>
                <a:lnTo>
                  <a:pt x="126" y="609"/>
                </a:lnTo>
                <a:lnTo>
                  <a:pt x="126" y="608"/>
                </a:lnTo>
                <a:lnTo>
                  <a:pt x="126" y="607"/>
                </a:lnTo>
                <a:lnTo>
                  <a:pt x="127" y="607"/>
                </a:lnTo>
                <a:lnTo>
                  <a:pt x="127" y="606"/>
                </a:lnTo>
                <a:lnTo>
                  <a:pt x="128" y="606"/>
                </a:lnTo>
                <a:lnTo>
                  <a:pt x="128" y="605"/>
                </a:lnTo>
                <a:lnTo>
                  <a:pt x="127" y="605"/>
                </a:lnTo>
                <a:lnTo>
                  <a:pt x="127" y="604"/>
                </a:lnTo>
                <a:lnTo>
                  <a:pt x="126" y="604"/>
                </a:lnTo>
                <a:lnTo>
                  <a:pt x="125" y="604"/>
                </a:lnTo>
                <a:lnTo>
                  <a:pt x="125" y="603"/>
                </a:lnTo>
                <a:lnTo>
                  <a:pt x="124" y="603"/>
                </a:lnTo>
                <a:lnTo>
                  <a:pt x="123" y="603"/>
                </a:lnTo>
                <a:lnTo>
                  <a:pt x="122" y="603"/>
                </a:lnTo>
                <a:lnTo>
                  <a:pt x="122" y="604"/>
                </a:lnTo>
                <a:lnTo>
                  <a:pt x="122" y="603"/>
                </a:lnTo>
                <a:lnTo>
                  <a:pt x="123" y="603"/>
                </a:lnTo>
                <a:lnTo>
                  <a:pt x="123" y="602"/>
                </a:lnTo>
                <a:lnTo>
                  <a:pt x="124" y="602"/>
                </a:lnTo>
                <a:lnTo>
                  <a:pt x="124" y="601"/>
                </a:lnTo>
                <a:lnTo>
                  <a:pt x="125" y="601"/>
                </a:lnTo>
                <a:lnTo>
                  <a:pt x="126" y="601"/>
                </a:lnTo>
                <a:lnTo>
                  <a:pt x="126" y="600"/>
                </a:lnTo>
                <a:lnTo>
                  <a:pt x="126" y="599"/>
                </a:lnTo>
                <a:lnTo>
                  <a:pt x="126" y="598"/>
                </a:lnTo>
                <a:lnTo>
                  <a:pt x="125" y="598"/>
                </a:lnTo>
                <a:lnTo>
                  <a:pt x="125" y="597"/>
                </a:lnTo>
                <a:lnTo>
                  <a:pt x="125" y="596"/>
                </a:lnTo>
                <a:lnTo>
                  <a:pt x="125" y="595"/>
                </a:lnTo>
                <a:lnTo>
                  <a:pt x="126" y="595"/>
                </a:lnTo>
                <a:lnTo>
                  <a:pt x="126" y="594"/>
                </a:lnTo>
                <a:lnTo>
                  <a:pt x="125" y="594"/>
                </a:lnTo>
                <a:lnTo>
                  <a:pt x="125" y="593"/>
                </a:lnTo>
                <a:lnTo>
                  <a:pt x="125" y="592"/>
                </a:lnTo>
                <a:lnTo>
                  <a:pt x="124" y="592"/>
                </a:lnTo>
                <a:lnTo>
                  <a:pt x="124" y="591"/>
                </a:lnTo>
                <a:lnTo>
                  <a:pt x="124" y="590"/>
                </a:lnTo>
                <a:lnTo>
                  <a:pt x="123" y="590"/>
                </a:lnTo>
                <a:lnTo>
                  <a:pt x="123" y="589"/>
                </a:lnTo>
                <a:lnTo>
                  <a:pt x="123" y="588"/>
                </a:lnTo>
                <a:lnTo>
                  <a:pt x="122" y="588"/>
                </a:lnTo>
                <a:lnTo>
                  <a:pt x="122" y="587"/>
                </a:lnTo>
                <a:lnTo>
                  <a:pt x="121" y="587"/>
                </a:lnTo>
                <a:lnTo>
                  <a:pt x="121" y="588"/>
                </a:lnTo>
                <a:lnTo>
                  <a:pt x="120" y="588"/>
                </a:lnTo>
                <a:lnTo>
                  <a:pt x="119" y="588"/>
                </a:lnTo>
                <a:lnTo>
                  <a:pt x="118" y="588"/>
                </a:lnTo>
                <a:lnTo>
                  <a:pt x="117" y="588"/>
                </a:lnTo>
                <a:lnTo>
                  <a:pt x="117" y="587"/>
                </a:lnTo>
                <a:lnTo>
                  <a:pt x="117" y="586"/>
                </a:lnTo>
                <a:lnTo>
                  <a:pt x="116" y="586"/>
                </a:lnTo>
                <a:lnTo>
                  <a:pt x="116" y="585"/>
                </a:lnTo>
                <a:lnTo>
                  <a:pt x="116" y="584"/>
                </a:lnTo>
                <a:lnTo>
                  <a:pt x="116" y="583"/>
                </a:lnTo>
                <a:lnTo>
                  <a:pt x="115" y="583"/>
                </a:lnTo>
                <a:lnTo>
                  <a:pt x="115" y="582"/>
                </a:lnTo>
                <a:lnTo>
                  <a:pt x="116" y="582"/>
                </a:lnTo>
                <a:lnTo>
                  <a:pt x="116" y="581"/>
                </a:lnTo>
                <a:lnTo>
                  <a:pt x="116" y="580"/>
                </a:lnTo>
                <a:lnTo>
                  <a:pt x="117" y="580"/>
                </a:lnTo>
                <a:lnTo>
                  <a:pt x="118" y="580"/>
                </a:lnTo>
                <a:lnTo>
                  <a:pt x="118" y="579"/>
                </a:lnTo>
                <a:lnTo>
                  <a:pt x="118" y="578"/>
                </a:lnTo>
                <a:lnTo>
                  <a:pt x="119" y="578"/>
                </a:lnTo>
                <a:lnTo>
                  <a:pt x="120" y="578"/>
                </a:lnTo>
                <a:lnTo>
                  <a:pt x="121" y="578"/>
                </a:lnTo>
                <a:lnTo>
                  <a:pt x="121" y="577"/>
                </a:lnTo>
                <a:lnTo>
                  <a:pt x="122" y="577"/>
                </a:lnTo>
                <a:lnTo>
                  <a:pt x="123" y="576"/>
                </a:lnTo>
                <a:lnTo>
                  <a:pt x="123" y="575"/>
                </a:lnTo>
                <a:lnTo>
                  <a:pt x="123" y="574"/>
                </a:lnTo>
                <a:lnTo>
                  <a:pt x="122" y="573"/>
                </a:lnTo>
                <a:lnTo>
                  <a:pt x="121" y="573"/>
                </a:lnTo>
                <a:lnTo>
                  <a:pt x="120" y="573"/>
                </a:lnTo>
                <a:lnTo>
                  <a:pt x="120" y="572"/>
                </a:lnTo>
                <a:lnTo>
                  <a:pt x="119" y="572"/>
                </a:lnTo>
                <a:lnTo>
                  <a:pt x="119" y="571"/>
                </a:lnTo>
                <a:lnTo>
                  <a:pt x="119" y="570"/>
                </a:lnTo>
                <a:lnTo>
                  <a:pt x="119" y="569"/>
                </a:lnTo>
                <a:lnTo>
                  <a:pt x="119" y="568"/>
                </a:lnTo>
                <a:lnTo>
                  <a:pt x="118" y="568"/>
                </a:lnTo>
                <a:lnTo>
                  <a:pt x="119" y="568"/>
                </a:lnTo>
                <a:lnTo>
                  <a:pt x="119" y="567"/>
                </a:lnTo>
                <a:lnTo>
                  <a:pt x="118" y="567"/>
                </a:lnTo>
                <a:lnTo>
                  <a:pt x="119" y="567"/>
                </a:lnTo>
                <a:lnTo>
                  <a:pt x="118" y="567"/>
                </a:lnTo>
                <a:lnTo>
                  <a:pt x="118" y="566"/>
                </a:lnTo>
                <a:lnTo>
                  <a:pt x="118" y="567"/>
                </a:lnTo>
                <a:lnTo>
                  <a:pt x="118" y="566"/>
                </a:lnTo>
                <a:lnTo>
                  <a:pt x="117" y="566"/>
                </a:lnTo>
                <a:lnTo>
                  <a:pt x="117" y="567"/>
                </a:lnTo>
                <a:lnTo>
                  <a:pt x="117" y="566"/>
                </a:lnTo>
                <a:lnTo>
                  <a:pt x="117" y="565"/>
                </a:lnTo>
                <a:lnTo>
                  <a:pt x="117" y="564"/>
                </a:lnTo>
                <a:lnTo>
                  <a:pt x="117" y="563"/>
                </a:lnTo>
                <a:lnTo>
                  <a:pt x="118" y="563"/>
                </a:lnTo>
                <a:lnTo>
                  <a:pt x="117" y="562"/>
                </a:lnTo>
                <a:lnTo>
                  <a:pt x="117" y="561"/>
                </a:lnTo>
                <a:lnTo>
                  <a:pt x="117" y="560"/>
                </a:lnTo>
                <a:lnTo>
                  <a:pt x="116" y="560"/>
                </a:lnTo>
                <a:lnTo>
                  <a:pt x="116" y="559"/>
                </a:lnTo>
                <a:lnTo>
                  <a:pt x="115" y="559"/>
                </a:lnTo>
                <a:lnTo>
                  <a:pt x="116" y="559"/>
                </a:lnTo>
                <a:lnTo>
                  <a:pt x="115" y="559"/>
                </a:lnTo>
                <a:lnTo>
                  <a:pt x="116" y="559"/>
                </a:lnTo>
                <a:lnTo>
                  <a:pt x="116" y="558"/>
                </a:lnTo>
                <a:lnTo>
                  <a:pt x="115" y="558"/>
                </a:lnTo>
                <a:lnTo>
                  <a:pt x="115" y="557"/>
                </a:lnTo>
                <a:lnTo>
                  <a:pt x="114" y="557"/>
                </a:lnTo>
                <a:lnTo>
                  <a:pt x="113" y="557"/>
                </a:lnTo>
                <a:lnTo>
                  <a:pt x="113" y="558"/>
                </a:lnTo>
                <a:lnTo>
                  <a:pt x="111" y="558"/>
                </a:lnTo>
                <a:lnTo>
                  <a:pt x="110" y="558"/>
                </a:lnTo>
                <a:lnTo>
                  <a:pt x="110" y="557"/>
                </a:lnTo>
                <a:lnTo>
                  <a:pt x="110" y="556"/>
                </a:lnTo>
                <a:lnTo>
                  <a:pt x="109" y="556"/>
                </a:lnTo>
                <a:lnTo>
                  <a:pt x="108" y="556"/>
                </a:lnTo>
                <a:lnTo>
                  <a:pt x="107" y="556"/>
                </a:lnTo>
                <a:lnTo>
                  <a:pt x="107" y="557"/>
                </a:lnTo>
                <a:lnTo>
                  <a:pt x="106" y="557"/>
                </a:lnTo>
                <a:lnTo>
                  <a:pt x="106" y="556"/>
                </a:lnTo>
                <a:lnTo>
                  <a:pt x="105" y="556"/>
                </a:lnTo>
                <a:lnTo>
                  <a:pt x="105" y="555"/>
                </a:lnTo>
                <a:lnTo>
                  <a:pt x="104" y="555"/>
                </a:lnTo>
                <a:lnTo>
                  <a:pt x="104" y="554"/>
                </a:lnTo>
                <a:lnTo>
                  <a:pt x="105" y="554"/>
                </a:lnTo>
                <a:lnTo>
                  <a:pt x="106" y="554"/>
                </a:lnTo>
                <a:lnTo>
                  <a:pt x="106" y="553"/>
                </a:lnTo>
                <a:lnTo>
                  <a:pt x="106" y="552"/>
                </a:lnTo>
                <a:lnTo>
                  <a:pt x="106" y="551"/>
                </a:lnTo>
                <a:lnTo>
                  <a:pt x="105" y="551"/>
                </a:lnTo>
                <a:lnTo>
                  <a:pt x="105" y="550"/>
                </a:lnTo>
                <a:lnTo>
                  <a:pt x="106" y="550"/>
                </a:lnTo>
                <a:lnTo>
                  <a:pt x="106" y="549"/>
                </a:lnTo>
                <a:lnTo>
                  <a:pt x="106" y="548"/>
                </a:lnTo>
                <a:lnTo>
                  <a:pt x="106" y="547"/>
                </a:lnTo>
                <a:lnTo>
                  <a:pt x="106" y="546"/>
                </a:lnTo>
                <a:lnTo>
                  <a:pt x="105" y="546"/>
                </a:lnTo>
                <a:lnTo>
                  <a:pt x="105" y="545"/>
                </a:lnTo>
                <a:lnTo>
                  <a:pt x="105" y="544"/>
                </a:lnTo>
                <a:lnTo>
                  <a:pt x="104" y="544"/>
                </a:lnTo>
                <a:lnTo>
                  <a:pt x="104" y="543"/>
                </a:lnTo>
                <a:lnTo>
                  <a:pt x="105" y="543"/>
                </a:lnTo>
                <a:lnTo>
                  <a:pt x="105" y="542"/>
                </a:lnTo>
                <a:lnTo>
                  <a:pt x="106" y="542"/>
                </a:lnTo>
                <a:lnTo>
                  <a:pt x="106" y="541"/>
                </a:lnTo>
                <a:lnTo>
                  <a:pt x="107" y="541"/>
                </a:lnTo>
                <a:lnTo>
                  <a:pt x="106" y="541"/>
                </a:lnTo>
                <a:lnTo>
                  <a:pt x="106" y="540"/>
                </a:lnTo>
                <a:lnTo>
                  <a:pt x="105" y="540"/>
                </a:lnTo>
                <a:lnTo>
                  <a:pt x="104" y="539"/>
                </a:lnTo>
                <a:lnTo>
                  <a:pt x="104" y="540"/>
                </a:lnTo>
                <a:lnTo>
                  <a:pt x="104" y="539"/>
                </a:lnTo>
                <a:lnTo>
                  <a:pt x="104" y="538"/>
                </a:lnTo>
                <a:lnTo>
                  <a:pt x="105" y="538"/>
                </a:lnTo>
                <a:lnTo>
                  <a:pt x="105" y="537"/>
                </a:lnTo>
                <a:lnTo>
                  <a:pt x="106" y="537"/>
                </a:lnTo>
                <a:lnTo>
                  <a:pt x="106" y="536"/>
                </a:lnTo>
                <a:lnTo>
                  <a:pt x="107" y="536"/>
                </a:lnTo>
                <a:lnTo>
                  <a:pt x="107" y="537"/>
                </a:lnTo>
                <a:lnTo>
                  <a:pt x="108" y="537"/>
                </a:lnTo>
                <a:lnTo>
                  <a:pt x="107" y="537"/>
                </a:lnTo>
                <a:lnTo>
                  <a:pt x="108" y="537"/>
                </a:lnTo>
                <a:lnTo>
                  <a:pt x="108" y="538"/>
                </a:lnTo>
                <a:lnTo>
                  <a:pt x="109" y="538"/>
                </a:lnTo>
                <a:lnTo>
                  <a:pt x="110" y="538"/>
                </a:lnTo>
                <a:lnTo>
                  <a:pt x="110" y="537"/>
                </a:lnTo>
                <a:lnTo>
                  <a:pt x="111" y="537"/>
                </a:lnTo>
                <a:lnTo>
                  <a:pt x="111" y="536"/>
                </a:lnTo>
                <a:lnTo>
                  <a:pt x="111" y="535"/>
                </a:lnTo>
                <a:lnTo>
                  <a:pt x="112" y="535"/>
                </a:lnTo>
                <a:lnTo>
                  <a:pt x="112" y="534"/>
                </a:lnTo>
                <a:lnTo>
                  <a:pt x="112" y="533"/>
                </a:lnTo>
                <a:lnTo>
                  <a:pt x="113" y="533"/>
                </a:lnTo>
                <a:lnTo>
                  <a:pt x="113" y="532"/>
                </a:lnTo>
                <a:lnTo>
                  <a:pt x="114" y="532"/>
                </a:lnTo>
                <a:lnTo>
                  <a:pt x="115" y="532"/>
                </a:lnTo>
                <a:lnTo>
                  <a:pt x="115" y="533"/>
                </a:lnTo>
                <a:lnTo>
                  <a:pt x="115" y="532"/>
                </a:lnTo>
                <a:lnTo>
                  <a:pt x="116" y="532"/>
                </a:lnTo>
                <a:lnTo>
                  <a:pt x="115" y="532"/>
                </a:lnTo>
                <a:lnTo>
                  <a:pt x="116" y="532"/>
                </a:lnTo>
                <a:lnTo>
                  <a:pt x="116" y="531"/>
                </a:lnTo>
                <a:lnTo>
                  <a:pt x="117" y="531"/>
                </a:lnTo>
                <a:lnTo>
                  <a:pt x="117" y="530"/>
                </a:lnTo>
                <a:lnTo>
                  <a:pt x="118" y="530"/>
                </a:lnTo>
                <a:lnTo>
                  <a:pt x="119" y="530"/>
                </a:lnTo>
                <a:lnTo>
                  <a:pt x="119" y="529"/>
                </a:lnTo>
                <a:lnTo>
                  <a:pt x="119" y="530"/>
                </a:lnTo>
                <a:lnTo>
                  <a:pt x="119" y="529"/>
                </a:lnTo>
                <a:lnTo>
                  <a:pt x="120" y="529"/>
                </a:lnTo>
                <a:lnTo>
                  <a:pt x="120" y="528"/>
                </a:lnTo>
                <a:lnTo>
                  <a:pt x="121" y="528"/>
                </a:lnTo>
                <a:lnTo>
                  <a:pt x="121" y="527"/>
                </a:lnTo>
                <a:lnTo>
                  <a:pt x="121" y="526"/>
                </a:lnTo>
                <a:lnTo>
                  <a:pt x="122" y="526"/>
                </a:lnTo>
                <a:lnTo>
                  <a:pt x="123" y="526"/>
                </a:lnTo>
                <a:lnTo>
                  <a:pt x="123" y="525"/>
                </a:lnTo>
                <a:lnTo>
                  <a:pt x="123" y="524"/>
                </a:lnTo>
                <a:lnTo>
                  <a:pt x="124" y="524"/>
                </a:lnTo>
                <a:lnTo>
                  <a:pt x="124" y="523"/>
                </a:lnTo>
                <a:lnTo>
                  <a:pt x="123" y="523"/>
                </a:lnTo>
                <a:lnTo>
                  <a:pt x="123" y="522"/>
                </a:lnTo>
                <a:lnTo>
                  <a:pt x="123" y="521"/>
                </a:lnTo>
                <a:lnTo>
                  <a:pt x="123" y="520"/>
                </a:lnTo>
                <a:lnTo>
                  <a:pt x="122" y="520"/>
                </a:lnTo>
                <a:lnTo>
                  <a:pt x="122" y="519"/>
                </a:lnTo>
                <a:lnTo>
                  <a:pt x="122" y="520"/>
                </a:lnTo>
                <a:lnTo>
                  <a:pt x="121" y="520"/>
                </a:lnTo>
                <a:lnTo>
                  <a:pt x="121" y="521"/>
                </a:lnTo>
                <a:lnTo>
                  <a:pt x="120" y="521"/>
                </a:lnTo>
                <a:lnTo>
                  <a:pt x="119" y="521"/>
                </a:lnTo>
                <a:lnTo>
                  <a:pt x="119" y="522"/>
                </a:lnTo>
                <a:lnTo>
                  <a:pt x="118" y="522"/>
                </a:lnTo>
                <a:lnTo>
                  <a:pt x="118" y="521"/>
                </a:lnTo>
                <a:lnTo>
                  <a:pt x="117" y="521"/>
                </a:lnTo>
                <a:lnTo>
                  <a:pt x="116" y="521"/>
                </a:lnTo>
                <a:lnTo>
                  <a:pt x="115" y="521"/>
                </a:lnTo>
                <a:lnTo>
                  <a:pt x="113" y="521"/>
                </a:lnTo>
                <a:lnTo>
                  <a:pt x="112" y="521"/>
                </a:lnTo>
                <a:lnTo>
                  <a:pt x="112" y="522"/>
                </a:lnTo>
                <a:lnTo>
                  <a:pt x="111" y="522"/>
                </a:lnTo>
                <a:lnTo>
                  <a:pt x="110" y="522"/>
                </a:lnTo>
                <a:lnTo>
                  <a:pt x="109" y="522"/>
                </a:lnTo>
                <a:lnTo>
                  <a:pt x="108" y="522"/>
                </a:lnTo>
                <a:lnTo>
                  <a:pt x="107" y="522"/>
                </a:lnTo>
                <a:lnTo>
                  <a:pt x="107" y="523"/>
                </a:lnTo>
                <a:lnTo>
                  <a:pt x="106" y="523"/>
                </a:lnTo>
                <a:lnTo>
                  <a:pt x="106" y="524"/>
                </a:lnTo>
                <a:lnTo>
                  <a:pt x="105" y="524"/>
                </a:lnTo>
                <a:lnTo>
                  <a:pt x="104" y="524"/>
                </a:lnTo>
                <a:lnTo>
                  <a:pt x="103" y="524"/>
                </a:lnTo>
                <a:lnTo>
                  <a:pt x="102" y="524"/>
                </a:lnTo>
                <a:lnTo>
                  <a:pt x="101" y="524"/>
                </a:lnTo>
                <a:lnTo>
                  <a:pt x="100" y="524"/>
                </a:lnTo>
                <a:lnTo>
                  <a:pt x="100" y="525"/>
                </a:lnTo>
                <a:lnTo>
                  <a:pt x="99" y="525"/>
                </a:lnTo>
                <a:lnTo>
                  <a:pt x="99" y="526"/>
                </a:lnTo>
                <a:lnTo>
                  <a:pt x="98" y="526"/>
                </a:lnTo>
                <a:lnTo>
                  <a:pt x="97" y="526"/>
                </a:lnTo>
                <a:lnTo>
                  <a:pt x="96" y="526"/>
                </a:lnTo>
                <a:lnTo>
                  <a:pt x="96" y="525"/>
                </a:lnTo>
                <a:lnTo>
                  <a:pt x="95" y="525"/>
                </a:lnTo>
                <a:lnTo>
                  <a:pt x="94" y="524"/>
                </a:lnTo>
                <a:lnTo>
                  <a:pt x="93" y="524"/>
                </a:lnTo>
                <a:lnTo>
                  <a:pt x="93" y="523"/>
                </a:lnTo>
                <a:lnTo>
                  <a:pt x="93" y="522"/>
                </a:lnTo>
                <a:lnTo>
                  <a:pt x="92" y="522"/>
                </a:lnTo>
                <a:lnTo>
                  <a:pt x="91" y="522"/>
                </a:lnTo>
                <a:lnTo>
                  <a:pt x="90" y="522"/>
                </a:lnTo>
                <a:lnTo>
                  <a:pt x="89" y="522"/>
                </a:lnTo>
                <a:lnTo>
                  <a:pt x="88" y="522"/>
                </a:lnTo>
                <a:lnTo>
                  <a:pt x="87" y="522"/>
                </a:lnTo>
                <a:lnTo>
                  <a:pt x="86" y="522"/>
                </a:lnTo>
                <a:lnTo>
                  <a:pt x="85" y="522"/>
                </a:lnTo>
                <a:lnTo>
                  <a:pt x="84" y="522"/>
                </a:lnTo>
                <a:lnTo>
                  <a:pt x="83" y="522"/>
                </a:lnTo>
                <a:lnTo>
                  <a:pt x="82" y="522"/>
                </a:lnTo>
                <a:lnTo>
                  <a:pt x="81" y="522"/>
                </a:lnTo>
                <a:lnTo>
                  <a:pt x="80" y="523"/>
                </a:lnTo>
                <a:lnTo>
                  <a:pt x="79" y="523"/>
                </a:lnTo>
                <a:lnTo>
                  <a:pt x="78" y="523"/>
                </a:lnTo>
                <a:lnTo>
                  <a:pt x="76" y="523"/>
                </a:lnTo>
                <a:lnTo>
                  <a:pt x="76" y="524"/>
                </a:lnTo>
                <a:lnTo>
                  <a:pt x="75" y="524"/>
                </a:lnTo>
                <a:lnTo>
                  <a:pt x="76" y="524"/>
                </a:lnTo>
                <a:lnTo>
                  <a:pt x="75" y="524"/>
                </a:lnTo>
                <a:lnTo>
                  <a:pt x="76" y="524"/>
                </a:lnTo>
                <a:lnTo>
                  <a:pt x="75" y="524"/>
                </a:lnTo>
                <a:lnTo>
                  <a:pt x="75" y="525"/>
                </a:lnTo>
                <a:lnTo>
                  <a:pt x="75" y="524"/>
                </a:lnTo>
                <a:lnTo>
                  <a:pt x="74" y="524"/>
                </a:lnTo>
                <a:lnTo>
                  <a:pt x="74" y="525"/>
                </a:lnTo>
                <a:lnTo>
                  <a:pt x="74" y="524"/>
                </a:lnTo>
                <a:lnTo>
                  <a:pt x="74" y="525"/>
                </a:lnTo>
                <a:lnTo>
                  <a:pt x="74" y="524"/>
                </a:lnTo>
                <a:lnTo>
                  <a:pt x="73" y="524"/>
                </a:lnTo>
                <a:lnTo>
                  <a:pt x="72" y="524"/>
                </a:lnTo>
                <a:lnTo>
                  <a:pt x="71" y="524"/>
                </a:lnTo>
                <a:lnTo>
                  <a:pt x="70" y="524"/>
                </a:lnTo>
                <a:lnTo>
                  <a:pt x="70" y="525"/>
                </a:lnTo>
                <a:lnTo>
                  <a:pt x="70" y="524"/>
                </a:lnTo>
                <a:lnTo>
                  <a:pt x="69" y="524"/>
                </a:lnTo>
                <a:lnTo>
                  <a:pt x="68" y="524"/>
                </a:lnTo>
                <a:lnTo>
                  <a:pt x="67" y="524"/>
                </a:lnTo>
                <a:lnTo>
                  <a:pt x="66" y="524"/>
                </a:lnTo>
                <a:lnTo>
                  <a:pt x="65" y="524"/>
                </a:lnTo>
                <a:lnTo>
                  <a:pt x="65" y="523"/>
                </a:lnTo>
                <a:lnTo>
                  <a:pt x="64" y="523"/>
                </a:lnTo>
                <a:lnTo>
                  <a:pt x="63" y="523"/>
                </a:lnTo>
                <a:lnTo>
                  <a:pt x="62" y="523"/>
                </a:lnTo>
                <a:lnTo>
                  <a:pt x="62" y="524"/>
                </a:lnTo>
                <a:lnTo>
                  <a:pt x="61" y="524"/>
                </a:lnTo>
                <a:lnTo>
                  <a:pt x="60" y="524"/>
                </a:lnTo>
                <a:lnTo>
                  <a:pt x="59" y="524"/>
                </a:lnTo>
                <a:lnTo>
                  <a:pt x="58" y="524"/>
                </a:lnTo>
                <a:lnTo>
                  <a:pt x="58" y="525"/>
                </a:lnTo>
                <a:lnTo>
                  <a:pt x="57" y="525"/>
                </a:lnTo>
                <a:lnTo>
                  <a:pt x="55" y="525"/>
                </a:lnTo>
                <a:lnTo>
                  <a:pt x="54" y="525"/>
                </a:lnTo>
                <a:lnTo>
                  <a:pt x="53" y="525"/>
                </a:lnTo>
                <a:lnTo>
                  <a:pt x="52" y="525"/>
                </a:lnTo>
                <a:lnTo>
                  <a:pt x="52" y="526"/>
                </a:lnTo>
                <a:lnTo>
                  <a:pt x="51" y="526"/>
                </a:lnTo>
                <a:lnTo>
                  <a:pt x="51" y="527"/>
                </a:lnTo>
                <a:lnTo>
                  <a:pt x="51" y="526"/>
                </a:lnTo>
                <a:lnTo>
                  <a:pt x="50" y="526"/>
                </a:lnTo>
                <a:lnTo>
                  <a:pt x="50" y="527"/>
                </a:lnTo>
                <a:lnTo>
                  <a:pt x="49" y="527"/>
                </a:lnTo>
                <a:lnTo>
                  <a:pt x="48" y="527"/>
                </a:lnTo>
                <a:lnTo>
                  <a:pt x="47" y="527"/>
                </a:lnTo>
                <a:lnTo>
                  <a:pt x="46" y="527"/>
                </a:lnTo>
                <a:lnTo>
                  <a:pt x="46" y="528"/>
                </a:lnTo>
                <a:lnTo>
                  <a:pt x="45" y="528"/>
                </a:lnTo>
                <a:lnTo>
                  <a:pt x="45" y="529"/>
                </a:lnTo>
                <a:lnTo>
                  <a:pt x="44" y="529"/>
                </a:lnTo>
                <a:lnTo>
                  <a:pt x="44" y="530"/>
                </a:lnTo>
                <a:lnTo>
                  <a:pt x="43" y="530"/>
                </a:lnTo>
                <a:lnTo>
                  <a:pt x="42" y="530"/>
                </a:lnTo>
                <a:lnTo>
                  <a:pt x="43" y="530"/>
                </a:lnTo>
                <a:lnTo>
                  <a:pt x="42" y="530"/>
                </a:lnTo>
                <a:lnTo>
                  <a:pt x="42" y="531"/>
                </a:lnTo>
                <a:lnTo>
                  <a:pt x="41" y="531"/>
                </a:lnTo>
                <a:lnTo>
                  <a:pt x="41" y="532"/>
                </a:lnTo>
                <a:lnTo>
                  <a:pt x="40" y="532"/>
                </a:lnTo>
                <a:lnTo>
                  <a:pt x="39" y="532"/>
                </a:lnTo>
                <a:lnTo>
                  <a:pt x="38" y="532"/>
                </a:lnTo>
                <a:lnTo>
                  <a:pt x="38" y="533"/>
                </a:lnTo>
                <a:lnTo>
                  <a:pt x="37" y="533"/>
                </a:lnTo>
                <a:lnTo>
                  <a:pt x="35" y="533"/>
                </a:lnTo>
                <a:lnTo>
                  <a:pt x="34" y="533"/>
                </a:lnTo>
                <a:lnTo>
                  <a:pt x="34" y="534"/>
                </a:lnTo>
                <a:lnTo>
                  <a:pt x="33" y="534"/>
                </a:lnTo>
                <a:lnTo>
                  <a:pt x="33" y="535"/>
                </a:lnTo>
                <a:lnTo>
                  <a:pt x="32" y="535"/>
                </a:lnTo>
                <a:lnTo>
                  <a:pt x="33" y="535"/>
                </a:lnTo>
                <a:lnTo>
                  <a:pt x="33" y="536"/>
                </a:lnTo>
                <a:lnTo>
                  <a:pt x="33" y="537"/>
                </a:lnTo>
                <a:lnTo>
                  <a:pt x="34" y="537"/>
                </a:lnTo>
                <a:lnTo>
                  <a:pt x="33" y="537"/>
                </a:lnTo>
                <a:lnTo>
                  <a:pt x="33" y="538"/>
                </a:lnTo>
                <a:lnTo>
                  <a:pt x="33" y="537"/>
                </a:lnTo>
                <a:lnTo>
                  <a:pt x="33" y="538"/>
                </a:lnTo>
                <a:lnTo>
                  <a:pt x="32" y="538"/>
                </a:lnTo>
                <a:lnTo>
                  <a:pt x="32" y="537"/>
                </a:lnTo>
                <a:lnTo>
                  <a:pt x="32" y="538"/>
                </a:lnTo>
                <a:lnTo>
                  <a:pt x="32" y="537"/>
                </a:lnTo>
                <a:lnTo>
                  <a:pt x="31" y="537"/>
                </a:lnTo>
                <a:lnTo>
                  <a:pt x="30" y="537"/>
                </a:lnTo>
                <a:lnTo>
                  <a:pt x="29" y="537"/>
                </a:lnTo>
                <a:lnTo>
                  <a:pt x="29" y="538"/>
                </a:lnTo>
                <a:lnTo>
                  <a:pt x="29" y="537"/>
                </a:lnTo>
                <a:lnTo>
                  <a:pt x="29" y="538"/>
                </a:lnTo>
                <a:lnTo>
                  <a:pt x="28" y="538"/>
                </a:lnTo>
                <a:lnTo>
                  <a:pt x="29" y="538"/>
                </a:lnTo>
                <a:lnTo>
                  <a:pt x="29" y="539"/>
                </a:lnTo>
                <a:lnTo>
                  <a:pt x="28" y="539"/>
                </a:lnTo>
                <a:lnTo>
                  <a:pt x="28" y="538"/>
                </a:lnTo>
                <a:lnTo>
                  <a:pt x="27" y="538"/>
                </a:lnTo>
                <a:lnTo>
                  <a:pt x="27" y="539"/>
                </a:lnTo>
                <a:lnTo>
                  <a:pt x="27" y="540"/>
                </a:lnTo>
                <a:lnTo>
                  <a:pt x="26" y="540"/>
                </a:lnTo>
                <a:lnTo>
                  <a:pt x="26" y="541"/>
                </a:lnTo>
                <a:lnTo>
                  <a:pt x="26" y="540"/>
                </a:lnTo>
                <a:lnTo>
                  <a:pt x="26" y="539"/>
                </a:lnTo>
                <a:lnTo>
                  <a:pt x="26" y="540"/>
                </a:lnTo>
                <a:lnTo>
                  <a:pt x="25" y="540"/>
                </a:lnTo>
                <a:lnTo>
                  <a:pt x="25" y="539"/>
                </a:lnTo>
                <a:lnTo>
                  <a:pt x="24" y="539"/>
                </a:lnTo>
                <a:lnTo>
                  <a:pt x="24" y="540"/>
                </a:lnTo>
                <a:lnTo>
                  <a:pt x="25" y="540"/>
                </a:lnTo>
                <a:lnTo>
                  <a:pt x="24" y="540"/>
                </a:lnTo>
                <a:lnTo>
                  <a:pt x="24" y="541"/>
                </a:lnTo>
                <a:lnTo>
                  <a:pt x="23" y="541"/>
                </a:lnTo>
                <a:lnTo>
                  <a:pt x="22" y="541"/>
                </a:lnTo>
                <a:lnTo>
                  <a:pt x="22" y="542"/>
                </a:lnTo>
                <a:lnTo>
                  <a:pt x="22" y="543"/>
                </a:lnTo>
                <a:lnTo>
                  <a:pt x="21" y="543"/>
                </a:lnTo>
                <a:lnTo>
                  <a:pt x="22" y="543"/>
                </a:lnTo>
                <a:lnTo>
                  <a:pt x="22" y="544"/>
                </a:lnTo>
                <a:lnTo>
                  <a:pt x="21" y="544"/>
                </a:lnTo>
                <a:lnTo>
                  <a:pt x="20" y="544"/>
                </a:lnTo>
                <a:lnTo>
                  <a:pt x="20" y="545"/>
                </a:lnTo>
                <a:lnTo>
                  <a:pt x="19" y="545"/>
                </a:lnTo>
                <a:lnTo>
                  <a:pt x="18" y="545"/>
                </a:lnTo>
                <a:lnTo>
                  <a:pt x="18" y="546"/>
                </a:lnTo>
                <a:lnTo>
                  <a:pt x="18" y="547"/>
                </a:lnTo>
                <a:lnTo>
                  <a:pt x="17" y="547"/>
                </a:lnTo>
                <a:lnTo>
                  <a:pt x="16" y="547"/>
                </a:lnTo>
                <a:lnTo>
                  <a:pt x="16" y="548"/>
                </a:lnTo>
                <a:lnTo>
                  <a:pt x="17" y="548"/>
                </a:lnTo>
                <a:lnTo>
                  <a:pt x="17" y="549"/>
                </a:lnTo>
                <a:lnTo>
                  <a:pt x="16" y="549"/>
                </a:lnTo>
                <a:lnTo>
                  <a:pt x="16" y="548"/>
                </a:lnTo>
                <a:lnTo>
                  <a:pt x="15" y="548"/>
                </a:lnTo>
                <a:lnTo>
                  <a:pt x="15" y="547"/>
                </a:lnTo>
                <a:lnTo>
                  <a:pt x="14" y="547"/>
                </a:lnTo>
                <a:lnTo>
                  <a:pt x="14" y="548"/>
                </a:lnTo>
                <a:lnTo>
                  <a:pt x="14" y="549"/>
                </a:lnTo>
                <a:lnTo>
                  <a:pt x="13" y="549"/>
                </a:lnTo>
                <a:lnTo>
                  <a:pt x="13" y="550"/>
                </a:lnTo>
                <a:lnTo>
                  <a:pt x="13" y="549"/>
                </a:lnTo>
                <a:lnTo>
                  <a:pt x="12" y="549"/>
                </a:lnTo>
                <a:lnTo>
                  <a:pt x="13" y="549"/>
                </a:lnTo>
                <a:lnTo>
                  <a:pt x="13" y="548"/>
                </a:lnTo>
                <a:lnTo>
                  <a:pt x="12" y="548"/>
                </a:lnTo>
                <a:lnTo>
                  <a:pt x="12" y="549"/>
                </a:lnTo>
                <a:lnTo>
                  <a:pt x="11" y="550"/>
                </a:lnTo>
                <a:lnTo>
                  <a:pt x="11" y="551"/>
                </a:lnTo>
                <a:lnTo>
                  <a:pt x="11" y="550"/>
                </a:lnTo>
                <a:lnTo>
                  <a:pt x="10" y="550"/>
                </a:lnTo>
                <a:lnTo>
                  <a:pt x="11" y="550"/>
                </a:lnTo>
                <a:lnTo>
                  <a:pt x="11" y="549"/>
                </a:lnTo>
                <a:lnTo>
                  <a:pt x="10" y="549"/>
                </a:lnTo>
                <a:lnTo>
                  <a:pt x="10" y="548"/>
                </a:lnTo>
                <a:lnTo>
                  <a:pt x="10" y="547"/>
                </a:lnTo>
                <a:lnTo>
                  <a:pt x="9" y="547"/>
                </a:lnTo>
                <a:lnTo>
                  <a:pt x="9" y="546"/>
                </a:lnTo>
                <a:lnTo>
                  <a:pt x="8" y="546"/>
                </a:lnTo>
                <a:lnTo>
                  <a:pt x="7" y="546"/>
                </a:lnTo>
                <a:lnTo>
                  <a:pt x="7" y="545"/>
                </a:lnTo>
                <a:lnTo>
                  <a:pt x="6" y="545"/>
                </a:lnTo>
                <a:lnTo>
                  <a:pt x="6" y="544"/>
                </a:lnTo>
                <a:lnTo>
                  <a:pt x="5" y="544"/>
                </a:lnTo>
                <a:lnTo>
                  <a:pt x="4" y="544"/>
                </a:lnTo>
                <a:lnTo>
                  <a:pt x="3" y="544"/>
                </a:lnTo>
                <a:lnTo>
                  <a:pt x="3" y="543"/>
                </a:lnTo>
                <a:lnTo>
                  <a:pt x="2" y="543"/>
                </a:lnTo>
                <a:lnTo>
                  <a:pt x="1" y="543"/>
                </a:lnTo>
                <a:lnTo>
                  <a:pt x="1" y="542"/>
                </a:lnTo>
                <a:lnTo>
                  <a:pt x="0" y="542"/>
                </a:lnTo>
                <a:lnTo>
                  <a:pt x="0" y="541"/>
                </a:lnTo>
                <a:lnTo>
                  <a:pt x="1" y="541"/>
                </a:lnTo>
                <a:lnTo>
                  <a:pt x="1" y="540"/>
                </a:lnTo>
                <a:lnTo>
                  <a:pt x="2" y="540"/>
                </a:lnTo>
                <a:lnTo>
                  <a:pt x="2" y="539"/>
                </a:lnTo>
                <a:lnTo>
                  <a:pt x="3" y="539"/>
                </a:lnTo>
                <a:lnTo>
                  <a:pt x="4" y="539"/>
                </a:lnTo>
                <a:lnTo>
                  <a:pt x="4" y="538"/>
                </a:lnTo>
                <a:lnTo>
                  <a:pt x="4" y="537"/>
                </a:lnTo>
                <a:lnTo>
                  <a:pt x="4" y="536"/>
                </a:lnTo>
                <a:lnTo>
                  <a:pt x="5" y="536"/>
                </a:lnTo>
                <a:lnTo>
                  <a:pt x="6" y="536"/>
                </a:lnTo>
                <a:lnTo>
                  <a:pt x="6" y="535"/>
                </a:lnTo>
                <a:lnTo>
                  <a:pt x="7" y="535"/>
                </a:lnTo>
                <a:lnTo>
                  <a:pt x="8" y="535"/>
                </a:lnTo>
                <a:lnTo>
                  <a:pt x="9" y="535"/>
                </a:lnTo>
                <a:lnTo>
                  <a:pt x="9" y="534"/>
                </a:lnTo>
                <a:lnTo>
                  <a:pt x="10" y="534"/>
                </a:lnTo>
                <a:lnTo>
                  <a:pt x="9" y="534"/>
                </a:lnTo>
                <a:lnTo>
                  <a:pt x="9" y="533"/>
                </a:lnTo>
                <a:lnTo>
                  <a:pt x="9" y="532"/>
                </a:lnTo>
                <a:lnTo>
                  <a:pt x="9" y="533"/>
                </a:lnTo>
                <a:lnTo>
                  <a:pt x="10" y="533"/>
                </a:lnTo>
                <a:lnTo>
                  <a:pt x="10" y="532"/>
                </a:lnTo>
                <a:lnTo>
                  <a:pt x="10" y="531"/>
                </a:lnTo>
                <a:lnTo>
                  <a:pt x="10" y="530"/>
                </a:lnTo>
                <a:lnTo>
                  <a:pt x="11" y="530"/>
                </a:lnTo>
                <a:lnTo>
                  <a:pt x="11" y="529"/>
                </a:lnTo>
                <a:lnTo>
                  <a:pt x="12" y="529"/>
                </a:lnTo>
                <a:lnTo>
                  <a:pt x="11" y="529"/>
                </a:lnTo>
                <a:lnTo>
                  <a:pt x="12" y="529"/>
                </a:lnTo>
                <a:lnTo>
                  <a:pt x="12" y="528"/>
                </a:lnTo>
                <a:lnTo>
                  <a:pt x="13" y="528"/>
                </a:lnTo>
                <a:lnTo>
                  <a:pt x="13" y="527"/>
                </a:lnTo>
                <a:lnTo>
                  <a:pt x="14" y="527"/>
                </a:lnTo>
                <a:lnTo>
                  <a:pt x="15" y="527"/>
                </a:lnTo>
                <a:lnTo>
                  <a:pt x="15" y="526"/>
                </a:lnTo>
                <a:lnTo>
                  <a:pt x="14" y="526"/>
                </a:lnTo>
                <a:lnTo>
                  <a:pt x="15" y="526"/>
                </a:lnTo>
                <a:lnTo>
                  <a:pt x="15" y="525"/>
                </a:lnTo>
                <a:lnTo>
                  <a:pt x="16" y="525"/>
                </a:lnTo>
                <a:lnTo>
                  <a:pt x="17" y="525"/>
                </a:lnTo>
                <a:lnTo>
                  <a:pt x="17" y="524"/>
                </a:lnTo>
                <a:lnTo>
                  <a:pt x="18" y="524"/>
                </a:lnTo>
                <a:lnTo>
                  <a:pt x="18" y="523"/>
                </a:lnTo>
                <a:lnTo>
                  <a:pt x="19" y="523"/>
                </a:lnTo>
                <a:lnTo>
                  <a:pt x="18" y="523"/>
                </a:lnTo>
                <a:lnTo>
                  <a:pt x="18" y="522"/>
                </a:lnTo>
                <a:lnTo>
                  <a:pt x="19" y="522"/>
                </a:lnTo>
                <a:lnTo>
                  <a:pt x="19" y="521"/>
                </a:lnTo>
                <a:lnTo>
                  <a:pt x="19" y="520"/>
                </a:lnTo>
                <a:lnTo>
                  <a:pt x="19" y="519"/>
                </a:lnTo>
                <a:lnTo>
                  <a:pt x="20" y="519"/>
                </a:lnTo>
                <a:lnTo>
                  <a:pt x="19" y="519"/>
                </a:lnTo>
                <a:lnTo>
                  <a:pt x="20" y="519"/>
                </a:lnTo>
                <a:lnTo>
                  <a:pt x="20" y="518"/>
                </a:lnTo>
                <a:lnTo>
                  <a:pt x="21" y="518"/>
                </a:lnTo>
                <a:lnTo>
                  <a:pt x="21" y="517"/>
                </a:lnTo>
                <a:lnTo>
                  <a:pt x="20" y="517"/>
                </a:lnTo>
                <a:lnTo>
                  <a:pt x="20" y="516"/>
                </a:lnTo>
                <a:lnTo>
                  <a:pt x="19" y="516"/>
                </a:lnTo>
                <a:lnTo>
                  <a:pt x="18" y="516"/>
                </a:lnTo>
                <a:lnTo>
                  <a:pt x="18" y="515"/>
                </a:lnTo>
                <a:lnTo>
                  <a:pt x="18" y="514"/>
                </a:lnTo>
                <a:lnTo>
                  <a:pt x="18" y="513"/>
                </a:lnTo>
                <a:lnTo>
                  <a:pt x="19" y="511"/>
                </a:lnTo>
                <a:lnTo>
                  <a:pt x="20" y="509"/>
                </a:lnTo>
                <a:lnTo>
                  <a:pt x="21" y="509"/>
                </a:lnTo>
                <a:lnTo>
                  <a:pt x="22" y="508"/>
                </a:lnTo>
                <a:lnTo>
                  <a:pt x="21" y="508"/>
                </a:lnTo>
                <a:lnTo>
                  <a:pt x="21" y="507"/>
                </a:lnTo>
                <a:lnTo>
                  <a:pt x="21" y="506"/>
                </a:lnTo>
                <a:lnTo>
                  <a:pt x="20" y="506"/>
                </a:lnTo>
                <a:lnTo>
                  <a:pt x="21" y="506"/>
                </a:lnTo>
                <a:lnTo>
                  <a:pt x="20" y="506"/>
                </a:lnTo>
                <a:lnTo>
                  <a:pt x="20" y="505"/>
                </a:lnTo>
                <a:lnTo>
                  <a:pt x="19" y="505"/>
                </a:lnTo>
                <a:lnTo>
                  <a:pt x="18" y="505"/>
                </a:lnTo>
                <a:lnTo>
                  <a:pt x="18" y="504"/>
                </a:lnTo>
                <a:lnTo>
                  <a:pt x="17" y="504"/>
                </a:lnTo>
                <a:lnTo>
                  <a:pt x="17" y="505"/>
                </a:lnTo>
                <a:lnTo>
                  <a:pt x="16" y="505"/>
                </a:lnTo>
                <a:lnTo>
                  <a:pt x="15" y="505"/>
                </a:lnTo>
                <a:lnTo>
                  <a:pt x="14" y="505"/>
                </a:lnTo>
                <a:lnTo>
                  <a:pt x="14" y="504"/>
                </a:lnTo>
                <a:lnTo>
                  <a:pt x="14" y="505"/>
                </a:lnTo>
                <a:lnTo>
                  <a:pt x="14" y="504"/>
                </a:lnTo>
                <a:lnTo>
                  <a:pt x="13" y="504"/>
                </a:lnTo>
                <a:lnTo>
                  <a:pt x="13" y="505"/>
                </a:lnTo>
                <a:lnTo>
                  <a:pt x="13" y="504"/>
                </a:lnTo>
                <a:lnTo>
                  <a:pt x="13" y="503"/>
                </a:lnTo>
                <a:lnTo>
                  <a:pt x="12" y="503"/>
                </a:lnTo>
                <a:lnTo>
                  <a:pt x="12" y="502"/>
                </a:lnTo>
                <a:lnTo>
                  <a:pt x="13" y="502"/>
                </a:lnTo>
                <a:lnTo>
                  <a:pt x="12" y="502"/>
                </a:lnTo>
                <a:lnTo>
                  <a:pt x="12" y="501"/>
                </a:lnTo>
                <a:lnTo>
                  <a:pt x="12" y="500"/>
                </a:lnTo>
                <a:lnTo>
                  <a:pt x="13" y="500"/>
                </a:lnTo>
                <a:lnTo>
                  <a:pt x="13" y="499"/>
                </a:lnTo>
                <a:lnTo>
                  <a:pt x="14" y="499"/>
                </a:lnTo>
                <a:lnTo>
                  <a:pt x="14" y="500"/>
                </a:lnTo>
                <a:lnTo>
                  <a:pt x="15" y="500"/>
                </a:lnTo>
                <a:lnTo>
                  <a:pt x="16" y="500"/>
                </a:lnTo>
                <a:lnTo>
                  <a:pt x="16" y="499"/>
                </a:lnTo>
                <a:lnTo>
                  <a:pt x="17" y="499"/>
                </a:lnTo>
                <a:lnTo>
                  <a:pt x="17" y="498"/>
                </a:lnTo>
                <a:lnTo>
                  <a:pt x="17" y="497"/>
                </a:lnTo>
                <a:lnTo>
                  <a:pt x="17" y="496"/>
                </a:lnTo>
                <a:lnTo>
                  <a:pt x="16" y="496"/>
                </a:lnTo>
                <a:lnTo>
                  <a:pt x="16" y="495"/>
                </a:lnTo>
                <a:lnTo>
                  <a:pt x="15" y="495"/>
                </a:lnTo>
                <a:lnTo>
                  <a:pt x="15" y="494"/>
                </a:lnTo>
                <a:lnTo>
                  <a:pt x="14" y="494"/>
                </a:lnTo>
                <a:lnTo>
                  <a:pt x="14" y="493"/>
                </a:lnTo>
                <a:lnTo>
                  <a:pt x="15" y="493"/>
                </a:lnTo>
                <a:lnTo>
                  <a:pt x="15" y="492"/>
                </a:lnTo>
                <a:lnTo>
                  <a:pt x="14" y="492"/>
                </a:lnTo>
                <a:lnTo>
                  <a:pt x="14" y="491"/>
                </a:lnTo>
                <a:lnTo>
                  <a:pt x="14" y="490"/>
                </a:lnTo>
                <a:lnTo>
                  <a:pt x="14" y="489"/>
                </a:lnTo>
                <a:lnTo>
                  <a:pt x="13" y="489"/>
                </a:lnTo>
                <a:lnTo>
                  <a:pt x="13" y="488"/>
                </a:lnTo>
                <a:lnTo>
                  <a:pt x="13" y="489"/>
                </a:lnTo>
                <a:lnTo>
                  <a:pt x="12" y="489"/>
                </a:lnTo>
                <a:lnTo>
                  <a:pt x="11" y="489"/>
                </a:lnTo>
                <a:lnTo>
                  <a:pt x="10" y="489"/>
                </a:lnTo>
                <a:lnTo>
                  <a:pt x="9" y="489"/>
                </a:lnTo>
                <a:lnTo>
                  <a:pt x="9" y="490"/>
                </a:lnTo>
                <a:lnTo>
                  <a:pt x="8" y="490"/>
                </a:lnTo>
                <a:lnTo>
                  <a:pt x="7" y="490"/>
                </a:lnTo>
                <a:lnTo>
                  <a:pt x="7" y="489"/>
                </a:lnTo>
                <a:lnTo>
                  <a:pt x="7" y="490"/>
                </a:lnTo>
                <a:lnTo>
                  <a:pt x="7" y="489"/>
                </a:lnTo>
                <a:lnTo>
                  <a:pt x="6" y="489"/>
                </a:lnTo>
                <a:lnTo>
                  <a:pt x="6" y="490"/>
                </a:lnTo>
                <a:lnTo>
                  <a:pt x="5" y="490"/>
                </a:lnTo>
                <a:lnTo>
                  <a:pt x="5" y="489"/>
                </a:lnTo>
                <a:lnTo>
                  <a:pt x="5" y="490"/>
                </a:lnTo>
                <a:lnTo>
                  <a:pt x="4" y="490"/>
                </a:lnTo>
                <a:lnTo>
                  <a:pt x="3" y="490"/>
                </a:lnTo>
                <a:lnTo>
                  <a:pt x="2" y="490"/>
                </a:lnTo>
                <a:lnTo>
                  <a:pt x="1" y="490"/>
                </a:lnTo>
                <a:lnTo>
                  <a:pt x="1" y="489"/>
                </a:lnTo>
                <a:lnTo>
                  <a:pt x="1" y="490"/>
                </a:lnTo>
                <a:lnTo>
                  <a:pt x="0" y="490"/>
                </a:lnTo>
                <a:lnTo>
                  <a:pt x="0" y="489"/>
                </a:lnTo>
                <a:lnTo>
                  <a:pt x="1" y="489"/>
                </a:lnTo>
                <a:lnTo>
                  <a:pt x="1" y="488"/>
                </a:lnTo>
                <a:lnTo>
                  <a:pt x="2" y="488"/>
                </a:lnTo>
                <a:lnTo>
                  <a:pt x="2" y="487"/>
                </a:lnTo>
                <a:lnTo>
                  <a:pt x="2" y="486"/>
                </a:lnTo>
                <a:lnTo>
                  <a:pt x="2" y="485"/>
                </a:lnTo>
                <a:lnTo>
                  <a:pt x="3" y="485"/>
                </a:lnTo>
                <a:lnTo>
                  <a:pt x="3" y="484"/>
                </a:lnTo>
                <a:lnTo>
                  <a:pt x="3" y="483"/>
                </a:lnTo>
                <a:lnTo>
                  <a:pt x="3" y="482"/>
                </a:lnTo>
                <a:lnTo>
                  <a:pt x="3" y="481"/>
                </a:lnTo>
                <a:lnTo>
                  <a:pt x="3" y="479"/>
                </a:lnTo>
                <a:lnTo>
                  <a:pt x="3" y="478"/>
                </a:lnTo>
                <a:lnTo>
                  <a:pt x="4" y="478"/>
                </a:lnTo>
                <a:lnTo>
                  <a:pt x="4" y="477"/>
                </a:lnTo>
                <a:lnTo>
                  <a:pt x="3" y="476"/>
                </a:lnTo>
                <a:lnTo>
                  <a:pt x="4" y="476"/>
                </a:lnTo>
                <a:lnTo>
                  <a:pt x="3" y="476"/>
                </a:lnTo>
                <a:lnTo>
                  <a:pt x="4" y="476"/>
                </a:lnTo>
                <a:lnTo>
                  <a:pt x="4" y="474"/>
                </a:lnTo>
                <a:lnTo>
                  <a:pt x="4" y="473"/>
                </a:lnTo>
                <a:lnTo>
                  <a:pt x="4" y="472"/>
                </a:lnTo>
                <a:lnTo>
                  <a:pt x="4" y="471"/>
                </a:lnTo>
                <a:lnTo>
                  <a:pt x="4" y="470"/>
                </a:lnTo>
                <a:lnTo>
                  <a:pt x="4" y="469"/>
                </a:lnTo>
                <a:lnTo>
                  <a:pt x="4" y="468"/>
                </a:lnTo>
                <a:lnTo>
                  <a:pt x="5" y="468"/>
                </a:lnTo>
                <a:lnTo>
                  <a:pt x="5" y="467"/>
                </a:lnTo>
                <a:lnTo>
                  <a:pt x="4" y="467"/>
                </a:lnTo>
                <a:lnTo>
                  <a:pt x="4" y="466"/>
                </a:lnTo>
                <a:lnTo>
                  <a:pt x="4" y="465"/>
                </a:lnTo>
                <a:lnTo>
                  <a:pt x="4" y="464"/>
                </a:lnTo>
                <a:lnTo>
                  <a:pt x="4" y="463"/>
                </a:lnTo>
                <a:lnTo>
                  <a:pt x="4" y="462"/>
                </a:lnTo>
                <a:lnTo>
                  <a:pt x="4" y="461"/>
                </a:lnTo>
                <a:lnTo>
                  <a:pt x="4" y="460"/>
                </a:lnTo>
                <a:lnTo>
                  <a:pt x="3" y="460"/>
                </a:lnTo>
                <a:lnTo>
                  <a:pt x="2" y="460"/>
                </a:lnTo>
                <a:lnTo>
                  <a:pt x="2" y="459"/>
                </a:lnTo>
                <a:lnTo>
                  <a:pt x="3" y="458"/>
                </a:lnTo>
                <a:lnTo>
                  <a:pt x="4" y="458"/>
                </a:lnTo>
                <a:lnTo>
                  <a:pt x="4" y="457"/>
                </a:lnTo>
                <a:lnTo>
                  <a:pt x="4" y="456"/>
                </a:lnTo>
                <a:lnTo>
                  <a:pt x="5" y="456"/>
                </a:lnTo>
                <a:lnTo>
                  <a:pt x="6" y="456"/>
                </a:lnTo>
                <a:lnTo>
                  <a:pt x="5" y="456"/>
                </a:lnTo>
                <a:lnTo>
                  <a:pt x="6" y="456"/>
                </a:lnTo>
                <a:lnTo>
                  <a:pt x="7" y="456"/>
                </a:lnTo>
                <a:lnTo>
                  <a:pt x="7" y="455"/>
                </a:lnTo>
                <a:lnTo>
                  <a:pt x="8" y="455"/>
                </a:lnTo>
                <a:lnTo>
                  <a:pt x="9" y="455"/>
                </a:lnTo>
                <a:lnTo>
                  <a:pt x="10" y="454"/>
                </a:lnTo>
                <a:lnTo>
                  <a:pt x="11" y="454"/>
                </a:lnTo>
                <a:lnTo>
                  <a:pt x="12" y="453"/>
                </a:lnTo>
                <a:lnTo>
                  <a:pt x="12" y="452"/>
                </a:lnTo>
                <a:lnTo>
                  <a:pt x="13" y="452"/>
                </a:lnTo>
                <a:lnTo>
                  <a:pt x="13" y="451"/>
                </a:lnTo>
                <a:lnTo>
                  <a:pt x="14" y="451"/>
                </a:lnTo>
                <a:lnTo>
                  <a:pt x="14" y="450"/>
                </a:lnTo>
                <a:lnTo>
                  <a:pt x="15" y="450"/>
                </a:lnTo>
                <a:lnTo>
                  <a:pt x="16" y="450"/>
                </a:lnTo>
                <a:lnTo>
                  <a:pt x="16" y="449"/>
                </a:lnTo>
                <a:lnTo>
                  <a:pt x="16" y="448"/>
                </a:lnTo>
                <a:lnTo>
                  <a:pt x="16" y="449"/>
                </a:lnTo>
                <a:lnTo>
                  <a:pt x="17" y="449"/>
                </a:lnTo>
                <a:lnTo>
                  <a:pt x="17" y="450"/>
                </a:lnTo>
                <a:lnTo>
                  <a:pt x="18" y="450"/>
                </a:lnTo>
                <a:lnTo>
                  <a:pt x="19" y="450"/>
                </a:lnTo>
                <a:lnTo>
                  <a:pt x="20" y="450"/>
                </a:lnTo>
                <a:lnTo>
                  <a:pt x="21" y="450"/>
                </a:lnTo>
                <a:lnTo>
                  <a:pt x="22" y="450"/>
                </a:lnTo>
                <a:lnTo>
                  <a:pt x="23" y="450"/>
                </a:lnTo>
                <a:lnTo>
                  <a:pt x="23" y="449"/>
                </a:lnTo>
                <a:lnTo>
                  <a:pt x="24" y="449"/>
                </a:lnTo>
                <a:lnTo>
                  <a:pt x="25" y="448"/>
                </a:lnTo>
                <a:lnTo>
                  <a:pt x="25" y="447"/>
                </a:lnTo>
                <a:lnTo>
                  <a:pt x="24" y="447"/>
                </a:lnTo>
                <a:lnTo>
                  <a:pt x="24" y="446"/>
                </a:lnTo>
                <a:lnTo>
                  <a:pt x="24" y="445"/>
                </a:lnTo>
                <a:lnTo>
                  <a:pt x="23" y="445"/>
                </a:lnTo>
                <a:lnTo>
                  <a:pt x="23" y="444"/>
                </a:lnTo>
                <a:lnTo>
                  <a:pt x="22" y="444"/>
                </a:lnTo>
                <a:lnTo>
                  <a:pt x="22" y="445"/>
                </a:lnTo>
                <a:lnTo>
                  <a:pt x="21" y="445"/>
                </a:lnTo>
                <a:lnTo>
                  <a:pt x="21" y="444"/>
                </a:lnTo>
                <a:lnTo>
                  <a:pt x="20" y="444"/>
                </a:lnTo>
                <a:lnTo>
                  <a:pt x="20" y="443"/>
                </a:lnTo>
                <a:lnTo>
                  <a:pt x="20" y="442"/>
                </a:lnTo>
                <a:lnTo>
                  <a:pt x="19" y="442"/>
                </a:lnTo>
                <a:lnTo>
                  <a:pt x="19" y="440"/>
                </a:lnTo>
                <a:lnTo>
                  <a:pt x="18" y="440"/>
                </a:lnTo>
                <a:lnTo>
                  <a:pt x="19" y="440"/>
                </a:lnTo>
                <a:lnTo>
                  <a:pt x="19" y="439"/>
                </a:lnTo>
                <a:lnTo>
                  <a:pt x="19" y="438"/>
                </a:lnTo>
                <a:lnTo>
                  <a:pt x="19" y="437"/>
                </a:lnTo>
                <a:lnTo>
                  <a:pt x="18" y="437"/>
                </a:lnTo>
                <a:lnTo>
                  <a:pt x="18" y="436"/>
                </a:lnTo>
                <a:lnTo>
                  <a:pt x="18" y="435"/>
                </a:lnTo>
                <a:lnTo>
                  <a:pt x="17" y="435"/>
                </a:lnTo>
                <a:lnTo>
                  <a:pt x="17" y="434"/>
                </a:lnTo>
                <a:lnTo>
                  <a:pt x="18" y="434"/>
                </a:lnTo>
                <a:lnTo>
                  <a:pt x="17" y="434"/>
                </a:lnTo>
                <a:lnTo>
                  <a:pt x="18" y="434"/>
                </a:lnTo>
                <a:lnTo>
                  <a:pt x="18" y="433"/>
                </a:lnTo>
                <a:lnTo>
                  <a:pt x="17" y="433"/>
                </a:lnTo>
                <a:lnTo>
                  <a:pt x="18" y="433"/>
                </a:lnTo>
                <a:lnTo>
                  <a:pt x="18" y="432"/>
                </a:lnTo>
                <a:lnTo>
                  <a:pt x="18" y="431"/>
                </a:lnTo>
                <a:lnTo>
                  <a:pt x="17" y="431"/>
                </a:lnTo>
                <a:lnTo>
                  <a:pt x="18" y="431"/>
                </a:lnTo>
                <a:lnTo>
                  <a:pt x="18" y="430"/>
                </a:lnTo>
                <a:lnTo>
                  <a:pt x="18" y="429"/>
                </a:lnTo>
                <a:lnTo>
                  <a:pt x="18" y="428"/>
                </a:lnTo>
                <a:lnTo>
                  <a:pt x="18" y="427"/>
                </a:lnTo>
                <a:lnTo>
                  <a:pt x="18" y="426"/>
                </a:lnTo>
                <a:lnTo>
                  <a:pt x="18" y="425"/>
                </a:lnTo>
                <a:lnTo>
                  <a:pt x="18" y="424"/>
                </a:lnTo>
                <a:lnTo>
                  <a:pt x="19" y="424"/>
                </a:lnTo>
                <a:lnTo>
                  <a:pt x="20" y="424"/>
                </a:lnTo>
                <a:lnTo>
                  <a:pt x="20" y="423"/>
                </a:lnTo>
                <a:lnTo>
                  <a:pt x="21" y="423"/>
                </a:lnTo>
                <a:lnTo>
                  <a:pt x="21" y="422"/>
                </a:lnTo>
                <a:lnTo>
                  <a:pt x="22" y="422"/>
                </a:lnTo>
                <a:lnTo>
                  <a:pt x="22" y="421"/>
                </a:lnTo>
                <a:lnTo>
                  <a:pt x="22" y="420"/>
                </a:lnTo>
                <a:lnTo>
                  <a:pt x="23" y="420"/>
                </a:lnTo>
                <a:lnTo>
                  <a:pt x="23" y="419"/>
                </a:lnTo>
                <a:lnTo>
                  <a:pt x="23" y="418"/>
                </a:lnTo>
                <a:lnTo>
                  <a:pt x="24" y="418"/>
                </a:lnTo>
                <a:lnTo>
                  <a:pt x="24" y="417"/>
                </a:lnTo>
                <a:lnTo>
                  <a:pt x="24" y="416"/>
                </a:lnTo>
                <a:lnTo>
                  <a:pt x="25" y="416"/>
                </a:lnTo>
                <a:lnTo>
                  <a:pt x="25" y="415"/>
                </a:lnTo>
                <a:lnTo>
                  <a:pt x="25" y="414"/>
                </a:lnTo>
                <a:lnTo>
                  <a:pt x="25" y="413"/>
                </a:lnTo>
                <a:lnTo>
                  <a:pt x="26" y="413"/>
                </a:lnTo>
                <a:lnTo>
                  <a:pt x="26" y="412"/>
                </a:lnTo>
                <a:lnTo>
                  <a:pt x="26" y="411"/>
                </a:lnTo>
                <a:lnTo>
                  <a:pt x="26" y="410"/>
                </a:lnTo>
                <a:lnTo>
                  <a:pt x="26" y="409"/>
                </a:lnTo>
                <a:lnTo>
                  <a:pt x="27" y="409"/>
                </a:lnTo>
                <a:lnTo>
                  <a:pt x="27" y="408"/>
                </a:lnTo>
                <a:lnTo>
                  <a:pt x="27" y="407"/>
                </a:lnTo>
                <a:lnTo>
                  <a:pt x="28" y="407"/>
                </a:lnTo>
                <a:lnTo>
                  <a:pt x="27" y="407"/>
                </a:lnTo>
                <a:lnTo>
                  <a:pt x="28" y="407"/>
                </a:lnTo>
                <a:lnTo>
                  <a:pt x="28" y="406"/>
                </a:lnTo>
                <a:lnTo>
                  <a:pt x="28" y="405"/>
                </a:lnTo>
                <a:lnTo>
                  <a:pt x="29" y="405"/>
                </a:lnTo>
                <a:lnTo>
                  <a:pt x="30" y="405"/>
                </a:lnTo>
                <a:lnTo>
                  <a:pt x="30" y="406"/>
                </a:lnTo>
                <a:lnTo>
                  <a:pt x="31" y="406"/>
                </a:lnTo>
                <a:lnTo>
                  <a:pt x="31" y="405"/>
                </a:lnTo>
                <a:lnTo>
                  <a:pt x="31" y="406"/>
                </a:lnTo>
                <a:lnTo>
                  <a:pt x="32" y="406"/>
                </a:lnTo>
                <a:lnTo>
                  <a:pt x="32" y="407"/>
                </a:lnTo>
                <a:lnTo>
                  <a:pt x="32" y="408"/>
                </a:lnTo>
                <a:lnTo>
                  <a:pt x="33" y="408"/>
                </a:lnTo>
                <a:lnTo>
                  <a:pt x="33" y="409"/>
                </a:lnTo>
                <a:lnTo>
                  <a:pt x="34" y="409"/>
                </a:lnTo>
                <a:lnTo>
                  <a:pt x="34" y="410"/>
                </a:lnTo>
                <a:lnTo>
                  <a:pt x="35" y="410"/>
                </a:lnTo>
                <a:lnTo>
                  <a:pt x="35" y="411"/>
                </a:lnTo>
                <a:lnTo>
                  <a:pt x="36" y="411"/>
                </a:lnTo>
                <a:lnTo>
                  <a:pt x="37" y="411"/>
                </a:lnTo>
                <a:lnTo>
                  <a:pt x="37" y="410"/>
                </a:lnTo>
                <a:lnTo>
                  <a:pt x="37" y="411"/>
                </a:lnTo>
                <a:lnTo>
                  <a:pt x="37" y="410"/>
                </a:lnTo>
                <a:lnTo>
                  <a:pt x="38" y="410"/>
                </a:lnTo>
                <a:lnTo>
                  <a:pt x="38" y="411"/>
                </a:lnTo>
                <a:lnTo>
                  <a:pt x="38" y="410"/>
                </a:lnTo>
                <a:lnTo>
                  <a:pt x="39" y="410"/>
                </a:lnTo>
                <a:lnTo>
                  <a:pt x="39" y="409"/>
                </a:lnTo>
                <a:lnTo>
                  <a:pt x="39" y="408"/>
                </a:lnTo>
                <a:lnTo>
                  <a:pt x="40" y="408"/>
                </a:lnTo>
                <a:lnTo>
                  <a:pt x="40" y="407"/>
                </a:lnTo>
                <a:lnTo>
                  <a:pt x="41" y="407"/>
                </a:lnTo>
                <a:lnTo>
                  <a:pt x="42" y="407"/>
                </a:lnTo>
                <a:lnTo>
                  <a:pt x="42" y="406"/>
                </a:lnTo>
                <a:lnTo>
                  <a:pt x="42" y="405"/>
                </a:lnTo>
                <a:lnTo>
                  <a:pt x="43" y="405"/>
                </a:lnTo>
                <a:lnTo>
                  <a:pt x="43" y="404"/>
                </a:lnTo>
                <a:lnTo>
                  <a:pt x="44" y="404"/>
                </a:lnTo>
                <a:lnTo>
                  <a:pt x="43" y="404"/>
                </a:lnTo>
                <a:lnTo>
                  <a:pt x="43" y="403"/>
                </a:lnTo>
                <a:lnTo>
                  <a:pt x="43" y="402"/>
                </a:lnTo>
                <a:lnTo>
                  <a:pt x="44" y="402"/>
                </a:lnTo>
                <a:lnTo>
                  <a:pt x="44" y="401"/>
                </a:lnTo>
                <a:lnTo>
                  <a:pt x="45" y="401"/>
                </a:lnTo>
                <a:lnTo>
                  <a:pt x="46" y="401"/>
                </a:lnTo>
                <a:lnTo>
                  <a:pt x="46" y="402"/>
                </a:lnTo>
                <a:lnTo>
                  <a:pt x="47" y="402"/>
                </a:lnTo>
                <a:lnTo>
                  <a:pt x="47" y="401"/>
                </a:lnTo>
                <a:lnTo>
                  <a:pt x="48" y="401"/>
                </a:lnTo>
                <a:lnTo>
                  <a:pt x="49" y="401"/>
                </a:lnTo>
                <a:lnTo>
                  <a:pt x="49" y="400"/>
                </a:lnTo>
                <a:lnTo>
                  <a:pt x="49" y="399"/>
                </a:lnTo>
                <a:lnTo>
                  <a:pt x="50" y="399"/>
                </a:lnTo>
                <a:lnTo>
                  <a:pt x="50" y="398"/>
                </a:lnTo>
                <a:lnTo>
                  <a:pt x="51" y="398"/>
                </a:lnTo>
                <a:lnTo>
                  <a:pt x="51" y="397"/>
                </a:lnTo>
                <a:lnTo>
                  <a:pt x="52" y="397"/>
                </a:lnTo>
                <a:lnTo>
                  <a:pt x="52" y="396"/>
                </a:lnTo>
                <a:lnTo>
                  <a:pt x="52" y="395"/>
                </a:lnTo>
                <a:lnTo>
                  <a:pt x="52" y="394"/>
                </a:lnTo>
                <a:lnTo>
                  <a:pt x="52" y="393"/>
                </a:lnTo>
                <a:lnTo>
                  <a:pt x="52" y="392"/>
                </a:lnTo>
                <a:lnTo>
                  <a:pt x="53" y="392"/>
                </a:lnTo>
                <a:lnTo>
                  <a:pt x="53" y="393"/>
                </a:lnTo>
                <a:lnTo>
                  <a:pt x="54" y="393"/>
                </a:lnTo>
                <a:lnTo>
                  <a:pt x="55" y="393"/>
                </a:lnTo>
                <a:lnTo>
                  <a:pt x="56" y="393"/>
                </a:lnTo>
                <a:lnTo>
                  <a:pt x="56" y="392"/>
                </a:lnTo>
                <a:lnTo>
                  <a:pt x="56" y="391"/>
                </a:lnTo>
                <a:lnTo>
                  <a:pt x="56" y="390"/>
                </a:lnTo>
                <a:lnTo>
                  <a:pt x="57" y="390"/>
                </a:lnTo>
                <a:lnTo>
                  <a:pt x="57" y="389"/>
                </a:lnTo>
                <a:lnTo>
                  <a:pt x="56" y="389"/>
                </a:lnTo>
                <a:lnTo>
                  <a:pt x="56" y="388"/>
                </a:lnTo>
                <a:lnTo>
                  <a:pt x="57" y="388"/>
                </a:lnTo>
                <a:lnTo>
                  <a:pt x="57" y="386"/>
                </a:lnTo>
                <a:lnTo>
                  <a:pt x="57" y="385"/>
                </a:lnTo>
                <a:lnTo>
                  <a:pt x="57" y="384"/>
                </a:lnTo>
                <a:lnTo>
                  <a:pt x="56" y="384"/>
                </a:lnTo>
                <a:lnTo>
                  <a:pt x="56" y="383"/>
                </a:lnTo>
                <a:lnTo>
                  <a:pt x="55" y="382"/>
                </a:lnTo>
                <a:lnTo>
                  <a:pt x="55" y="381"/>
                </a:lnTo>
                <a:lnTo>
                  <a:pt x="54" y="381"/>
                </a:lnTo>
                <a:lnTo>
                  <a:pt x="54" y="380"/>
                </a:lnTo>
                <a:lnTo>
                  <a:pt x="55" y="380"/>
                </a:lnTo>
                <a:lnTo>
                  <a:pt x="55" y="379"/>
                </a:lnTo>
                <a:lnTo>
                  <a:pt x="56" y="379"/>
                </a:lnTo>
                <a:lnTo>
                  <a:pt x="57" y="379"/>
                </a:lnTo>
                <a:lnTo>
                  <a:pt x="57" y="378"/>
                </a:lnTo>
                <a:lnTo>
                  <a:pt x="57" y="377"/>
                </a:lnTo>
                <a:lnTo>
                  <a:pt x="58" y="377"/>
                </a:lnTo>
                <a:lnTo>
                  <a:pt x="57" y="377"/>
                </a:lnTo>
                <a:lnTo>
                  <a:pt x="58" y="377"/>
                </a:lnTo>
                <a:lnTo>
                  <a:pt x="59" y="377"/>
                </a:lnTo>
                <a:lnTo>
                  <a:pt x="59" y="376"/>
                </a:lnTo>
                <a:lnTo>
                  <a:pt x="59" y="375"/>
                </a:lnTo>
                <a:lnTo>
                  <a:pt x="60" y="375"/>
                </a:lnTo>
                <a:lnTo>
                  <a:pt x="59" y="375"/>
                </a:lnTo>
                <a:lnTo>
                  <a:pt x="60" y="375"/>
                </a:lnTo>
                <a:lnTo>
                  <a:pt x="60" y="374"/>
                </a:lnTo>
                <a:lnTo>
                  <a:pt x="60" y="373"/>
                </a:lnTo>
                <a:lnTo>
                  <a:pt x="59" y="373"/>
                </a:lnTo>
                <a:lnTo>
                  <a:pt x="59" y="372"/>
                </a:lnTo>
                <a:lnTo>
                  <a:pt x="59" y="371"/>
                </a:lnTo>
                <a:lnTo>
                  <a:pt x="59" y="370"/>
                </a:lnTo>
                <a:lnTo>
                  <a:pt x="59" y="369"/>
                </a:lnTo>
                <a:lnTo>
                  <a:pt x="58" y="369"/>
                </a:lnTo>
                <a:lnTo>
                  <a:pt x="58" y="368"/>
                </a:lnTo>
                <a:lnTo>
                  <a:pt x="59" y="368"/>
                </a:lnTo>
                <a:lnTo>
                  <a:pt x="59" y="369"/>
                </a:lnTo>
                <a:lnTo>
                  <a:pt x="59" y="368"/>
                </a:lnTo>
                <a:lnTo>
                  <a:pt x="60" y="368"/>
                </a:lnTo>
                <a:lnTo>
                  <a:pt x="60" y="369"/>
                </a:lnTo>
                <a:lnTo>
                  <a:pt x="60" y="370"/>
                </a:lnTo>
                <a:lnTo>
                  <a:pt x="61" y="370"/>
                </a:lnTo>
                <a:lnTo>
                  <a:pt x="61" y="369"/>
                </a:lnTo>
                <a:lnTo>
                  <a:pt x="62" y="369"/>
                </a:lnTo>
                <a:lnTo>
                  <a:pt x="62" y="370"/>
                </a:lnTo>
                <a:lnTo>
                  <a:pt x="63" y="370"/>
                </a:lnTo>
                <a:lnTo>
                  <a:pt x="64" y="370"/>
                </a:lnTo>
                <a:lnTo>
                  <a:pt x="65" y="370"/>
                </a:lnTo>
                <a:lnTo>
                  <a:pt x="65" y="371"/>
                </a:lnTo>
                <a:lnTo>
                  <a:pt x="66" y="371"/>
                </a:lnTo>
                <a:lnTo>
                  <a:pt x="66" y="370"/>
                </a:lnTo>
                <a:lnTo>
                  <a:pt x="66" y="371"/>
                </a:lnTo>
                <a:lnTo>
                  <a:pt x="67" y="371"/>
                </a:lnTo>
                <a:lnTo>
                  <a:pt x="67" y="372"/>
                </a:lnTo>
                <a:lnTo>
                  <a:pt x="68" y="372"/>
                </a:lnTo>
                <a:lnTo>
                  <a:pt x="68" y="373"/>
                </a:lnTo>
                <a:lnTo>
                  <a:pt x="69" y="373"/>
                </a:lnTo>
                <a:lnTo>
                  <a:pt x="69" y="374"/>
                </a:lnTo>
                <a:lnTo>
                  <a:pt x="70" y="374"/>
                </a:lnTo>
                <a:lnTo>
                  <a:pt x="70" y="375"/>
                </a:lnTo>
                <a:lnTo>
                  <a:pt x="70" y="376"/>
                </a:lnTo>
                <a:lnTo>
                  <a:pt x="71" y="376"/>
                </a:lnTo>
                <a:lnTo>
                  <a:pt x="71" y="377"/>
                </a:lnTo>
                <a:lnTo>
                  <a:pt x="71" y="376"/>
                </a:lnTo>
                <a:lnTo>
                  <a:pt x="72" y="376"/>
                </a:lnTo>
                <a:lnTo>
                  <a:pt x="72" y="375"/>
                </a:lnTo>
                <a:lnTo>
                  <a:pt x="73" y="375"/>
                </a:lnTo>
                <a:lnTo>
                  <a:pt x="73" y="374"/>
                </a:lnTo>
                <a:lnTo>
                  <a:pt x="74" y="374"/>
                </a:lnTo>
                <a:lnTo>
                  <a:pt x="74" y="373"/>
                </a:lnTo>
                <a:lnTo>
                  <a:pt x="74" y="374"/>
                </a:lnTo>
                <a:lnTo>
                  <a:pt x="74" y="373"/>
                </a:lnTo>
                <a:lnTo>
                  <a:pt x="75" y="373"/>
                </a:lnTo>
                <a:lnTo>
                  <a:pt x="75" y="374"/>
                </a:lnTo>
                <a:lnTo>
                  <a:pt x="76" y="374"/>
                </a:lnTo>
                <a:lnTo>
                  <a:pt x="76" y="373"/>
                </a:lnTo>
                <a:lnTo>
                  <a:pt x="77" y="373"/>
                </a:lnTo>
                <a:lnTo>
                  <a:pt x="77" y="372"/>
                </a:lnTo>
                <a:lnTo>
                  <a:pt x="78" y="371"/>
                </a:lnTo>
                <a:lnTo>
                  <a:pt x="78" y="372"/>
                </a:lnTo>
                <a:lnTo>
                  <a:pt x="79" y="372"/>
                </a:lnTo>
                <a:lnTo>
                  <a:pt x="79" y="371"/>
                </a:lnTo>
                <a:lnTo>
                  <a:pt x="80" y="371"/>
                </a:lnTo>
                <a:lnTo>
                  <a:pt x="80" y="370"/>
                </a:lnTo>
                <a:lnTo>
                  <a:pt x="80" y="369"/>
                </a:lnTo>
                <a:lnTo>
                  <a:pt x="80" y="368"/>
                </a:lnTo>
                <a:lnTo>
                  <a:pt x="79" y="368"/>
                </a:lnTo>
                <a:lnTo>
                  <a:pt x="80" y="368"/>
                </a:lnTo>
                <a:lnTo>
                  <a:pt x="80" y="367"/>
                </a:lnTo>
                <a:lnTo>
                  <a:pt x="80" y="366"/>
                </a:lnTo>
                <a:lnTo>
                  <a:pt x="80" y="365"/>
                </a:lnTo>
                <a:lnTo>
                  <a:pt x="80" y="364"/>
                </a:lnTo>
                <a:lnTo>
                  <a:pt x="81" y="364"/>
                </a:lnTo>
                <a:lnTo>
                  <a:pt x="81" y="363"/>
                </a:lnTo>
                <a:lnTo>
                  <a:pt x="82" y="363"/>
                </a:lnTo>
                <a:lnTo>
                  <a:pt x="83" y="363"/>
                </a:lnTo>
                <a:lnTo>
                  <a:pt x="84" y="363"/>
                </a:lnTo>
                <a:lnTo>
                  <a:pt x="84" y="362"/>
                </a:lnTo>
                <a:lnTo>
                  <a:pt x="84" y="363"/>
                </a:lnTo>
                <a:lnTo>
                  <a:pt x="84" y="362"/>
                </a:lnTo>
                <a:lnTo>
                  <a:pt x="85" y="362"/>
                </a:lnTo>
                <a:lnTo>
                  <a:pt x="85" y="361"/>
                </a:lnTo>
                <a:lnTo>
                  <a:pt x="85" y="360"/>
                </a:lnTo>
                <a:lnTo>
                  <a:pt x="85" y="359"/>
                </a:lnTo>
                <a:lnTo>
                  <a:pt x="84" y="359"/>
                </a:lnTo>
                <a:lnTo>
                  <a:pt x="84" y="358"/>
                </a:lnTo>
                <a:lnTo>
                  <a:pt x="84" y="357"/>
                </a:lnTo>
                <a:lnTo>
                  <a:pt x="85" y="357"/>
                </a:lnTo>
                <a:lnTo>
                  <a:pt x="85" y="356"/>
                </a:lnTo>
                <a:lnTo>
                  <a:pt x="86" y="356"/>
                </a:lnTo>
                <a:lnTo>
                  <a:pt x="86" y="355"/>
                </a:lnTo>
                <a:lnTo>
                  <a:pt x="86" y="354"/>
                </a:lnTo>
                <a:lnTo>
                  <a:pt x="86" y="353"/>
                </a:lnTo>
                <a:lnTo>
                  <a:pt x="86" y="352"/>
                </a:lnTo>
                <a:lnTo>
                  <a:pt x="87" y="352"/>
                </a:lnTo>
                <a:lnTo>
                  <a:pt x="87" y="351"/>
                </a:lnTo>
                <a:lnTo>
                  <a:pt x="87" y="352"/>
                </a:lnTo>
                <a:lnTo>
                  <a:pt x="87" y="351"/>
                </a:lnTo>
                <a:lnTo>
                  <a:pt x="87" y="350"/>
                </a:lnTo>
                <a:lnTo>
                  <a:pt x="87" y="349"/>
                </a:lnTo>
                <a:lnTo>
                  <a:pt x="88" y="349"/>
                </a:lnTo>
                <a:lnTo>
                  <a:pt x="89" y="349"/>
                </a:lnTo>
                <a:lnTo>
                  <a:pt x="90" y="349"/>
                </a:lnTo>
                <a:lnTo>
                  <a:pt x="90" y="348"/>
                </a:lnTo>
                <a:lnTo>
                  <a:pt x="90" y="347"/>
                </a:lnTo>
                <a:lnTo>
                  <a:pt x="91" y="347"/>
                </a:lnTo>
                <a:lnTo>
                  <a:pt x="91" y="346"/>
                </a:lnTo>
                <a:lnTo>
                  <a:pt x="92" y="346"/>
                </a:lnTo>
                <a:lnTo>
                  <a:pt x="93" y="346"/>
                </a:lnTo>
                <a:lnTo>
                  <a:pt x="94" y="346"/>
                </a:lnTo>
                <a:lnTo>
                  <a:pt x="94" y="347"/>
                </a:lnTo>
                <a:lnTo>
                  <a:pt x="95" y="347"/>
                </a:lnTo>
                <a:lnTo>
                  <a:pt x="95" y="348"/>
                </a:lnTo>
                <a:lnTo>
                  <a:pt x="96" y="348"/>
                </a:lnTo>
                <a:lnTo>
                  <a:pt x="96" y="349"/>
                </a:lnTo>
                <a:lnTo>
                  <a:pt x="97" y="349"/>
                </a:lnTo>
                <a:lnTo>
                  <a:pt x="98" y="349"/>
                </a:lnTo>
                <a:lnTo>
                  <a:pt x="98" y="350"/>
                </a:lnTo>
                <a:lnTo>
                  <a:pt x="99" y="350"/>
                </a:lnTo>
                <a:lnTo>
                  <a:pt x="100" y="350"/>
                </a:lnTo>
                <a:lnTo>
                  <a:pt x="100" y="351"/>
                </a:lnTo>
                <a:lnTo>
                  <a:pt x="101" y="351"/>
                </a:lnTo>
                <a:lnTo>
                  <a:pt x="101" y="350"/>
                </a:lnTo>
                <a:lnTo>
                  <a:pt x="102" y="350"/>
                </a:lnTo>
                <a:lnTo>
                  <a:pt x="102" y="349"/>
                </a:lnTo>
                <a:lnTo>
                  <a:pt x="103" y="349"/>
                </a:lnTo>
                <a:lnTo>
                  <a:pt x="104" y="349"/>
                </a:lnTo>
                <a:lnTo>
                  <a:pt x="104" y="348"/>
                </a:lnTo>
                <a:lnTo>
                  <a:pt x="104" y="347"/>
                </a:lnTo>
                <a:lnTo>
                  <a:pt x="105" y="347"/>
                </a:lnTo>
                <a:lnTo>
                  <a:pt x="105" y="346"/>
                </a:lnTo>
                <a:lnTo>
                  <a:pt x="106" y="346"/>
                </a:lnTo>
                <a:lnTo>
                  <a:pt x="106" y="345"/>
                </a:lnTo>
                <a:lnTo>
                  <a:pt x="107" y="345"/>
                </a:lnTo>
                <a:lnTo>
                  <a:pt x="107" y="344"/>
                </a:lnTo>
                <a:lnTo>
                  <a:pt x="107" y="343"/>
                </a:lnTo>
                <a:lnTo>
                  <a:pt x="107" y="342"/>
                </a:lnTo>
                <a:lnTo>
                  <a:pt x="106" y="342"/>
                </a:lnTo>
                <a:lnTo>
                  <a:pt x="107" y="341"/>
                </a:lnTo>
                <a:lnTo>
                  <a:pt x="106" y="341"/>
                </a:lnTo>
                <a:lnTo>
                  <a:pt x="106" y="340"/>
                </a:lnTo>
                <a:lnTo>
                  <a:pt x="105" y="340"/>
                </a:lnTo>
                <a:lnTo>
                  <a:pt x="105" y="339"/>
                </a:lnTo>
                <a:lnTo>
                  <a:pt x="105" y="338"/>
                </a:lnTo>
                <a:lnTo>
                  <a:pt x="105" y="337"/>
                </a:lnTo>
                <a:lnTo>
                  <a:pt x="104" y="337"/>
                </a:lnTo>
                <a:lnTo>
                  <a:pt x="104" y="336"/>
                </a:lnTo>
                <a:lnTo>
                  <a:pt x="103" y="336"/>
                </a:lnTo>
                <a:lnTo>
                  <a:pt x="103" y="335"/>
                </a:lnTo>
                <a:lnTo>
                  <a:pt x="103" y="334"/>
                </a:lnTo>
                <a:lnTo>
                  <a:pt x="102" y="334"/>
                </a:lnTo>
                <a:lnTo>
                  <a:pt x="103" y="334"/>
                </a:lnTo>
                <a:lnTo>
                  <a:pt x="102" y="334"/>
                </a:lnTo>
                <a:lnTo>
                  <a:pt x="101" y="334"/>
                </a:lnTo>
                <a:lnTo>
                  <a:pt x="101" y="333"/>
                </a:lnTo>
                <a:lnTo>
                  <a:pt x="100" y="333"/>
                </a:lnTo>
                <a:lnTo>
                  <a:pt x="99" y="333"/>
                </a:lnTo>
                <a:lnTo>
                  <a:pt x="98" y="333"/>
                </a:lnTo>
                <a:lnTo>
                  <a:pt x="99" y="333"/>
                </a:lnTo>
                <a:lnTo>
                  <a:pt x="99" y="332"/>
                </a:lnTo>
                <a:lnTo>
                  <a:pt x="98" y="332"/>
                </a:lnTo>
                <a:lnTo>
                  <a:pt x="99" y="332"/>
                </a:lnTo>
                <a:lnTo>
                  <a:pt x="98" y="332"/>
                </a:lnTo>
                <a:lnTo>
                  <a:pt x="98" y="331"/>
                </a:lnTo>
                <a:lnTo>
                  <a:pt x="98" y="330"/>
                </a:lnTo>
                <a:lnTo>
                  <a:pt x="98" y="329"/>
                </a:lnTo>
                <a:lnTo>
                  <a:pt x="98" y="328"/>
                </a:lnTo>
                <a:lnTo>
                  <a:pt x="97" y="328"/>
                </a:lnTo>
                <a:lnTo>
                  <a:pt x="97" y="327"/>
                </a:lnTo>
                <a:lnTo>
                  <a:pt x="97" y="326"/>
                </a:lnTo>
                <a:lnTo>
                  <a:pt x="97" y="325"/>
                </a:lnTo>
                <a:lnTo>
                  <a:pt x="97" y="324"/>
                </a:lnTo>
                <a:lnTo>
                  <a:pt x="97" y="323"/>
                </a:lnTo>
                <a:lnTo>
                  <a:pt x="96" y="323"/>
                </a:lnTo>
                <a:lnTo>
                  <a:pt x="95" y="323"/>
                </a:lnTo>
                <a:lnTo>
                  <a:pt x="95" y="322"/>
                </a:lnTo>
                <a:lnTo>
                  <a:pt x="96" y="322"/>
                </a:lnTo>
                <a:lnTo>
                  <a:pt x="96" y="321"/>
                </a:lnTo>
                <a:lnTo>
                  <a:pt x="96" y="320"/>
                </a:lnTo>
                <a:lnTo>
                  <a:pt x="95" y="320"/>
                </a:lnTo>
                <a:lnTo>
                  <a:pt x="95" y="319"/>
                </a:lnTo>
                <a:lnTo>
                  <a:pt x="95" y="318"/>
                </a:lnTo>
                <a:lnTo>
                  <a:pt x="95" y="317"/>
                </a:lnTo>
                <a:lnTo>
                  <a:pt x="96" y="317"/>
                </a:lnTo>
                <a:lnTo>
                  <a:pt x="95" y="317"/>
                </a:lnTo>
                <a:lnTo>
                  <a:pt x="95" y="316"/>
                </a:lnTo>
                <a:lnTo>
                  <a:pt x="96" y="316"/>
                </a:lnTo>
                <a:lnTo>
                  <a:pt x="95" y="316"/>
                </a:lnTo>
                <a:lnTo>
                  <a:pt x="96" y="316"/>
                </a:lnTo>
                <a:lnTo>
                  <a:pt x="96" y="315"/>
                </a:lnTo>
                <a:lnTo>
                  <a:pt x="96" y="316"/>
                </a:lnTo>
                <a:lnTo>
                  <a:pt x="97" y="316"/>
                </a:lnTo>
                <a:lnTo>
                  <a:pt x="97" y="317"/>
                </a:lnTo>
                <a:lnTo>
                  <a:pt x="98" y="317"/>
                </a:lnTo>
                <a:lnTo>
                  <a:pt x="98" y="316"/>
                </a:lnTo>
                <a:lnTo>
                  <a:pt x="99" y="316"/>
                </a:lnTo>
                <a:lnTo>
                  <a:pt x="99" y="315"/>
                </a:lnTo>
                <a:lnTo>
                  <a:pt x="100" y="315"/>
                </a:lnTo>
                <a:lnTo>
                  <a:pt x="101" y="315"/>
                </a:lnTo>
                <a:lnTo>
                  <a:pt x="102" y="315"/>
                </a:lnTo>
                <a:lnTo>
                  <a:pt x="102" y="316"/>
                </a:lnTo>
                <a:lnTo>
                  <a:pt x="103" y="316"/>
                </a:lnTo>
                <a:lnTo>
                  <a:pt x="103" y="317"/>
                </a:lnTo>
                <a:lnTo>
                  <a:pt x="103" y="318"/>
                </a:lnTo>
                <a:lnTo>
                  <a:pt x="103" y="319"/>
                </a:lnTo>
                <a:lnTo>
                  <a:pt x="102" y="319"/>
                </a:lnTo>
                <a:lnTo>
                  <a:pt x="102" y="320"/>
                </a:lnTo>
                <a:lnTo>
                  <a:pt x="102" y="321"/>
                </a:lnTo>
                <a:lnTo>
                  <a:pt x="103" y="321"/>
                </a:lnTo>
                <a:lnTo>
                  <a:pt x="104" y="321"/>
                </a:lnTo>
                <a:lnTo>
                  <a:pt x="104" y="320"/>
                </a:lnTo>
                <a:lnTo>
                  <a:pt x="105" y="320"/>
                </a:lnTo>
                <a:lnTo>
                  <a:pt x="105" y="319"/>
                </a:lnTo>
                <a:lnTo>
                  <a:pt x="106" y="319"/>
                </a:lnTo>
                <a:lnTo>
                  <a:pt x="106" y="318"/>
                </a:lnTo>
                <a:lnTo>
                  <a:pt x="107" y="318"/>
                </a:lnTo>
                <a:lnTo>
                  <a:pt x="107" y="317"/>
                </a:lnTo>
                <a:lnTo>
                  <a:pt x="108" y="317"/>
                </a:lnTo>
                <a:lnTo>
                  <a:pt x="108" y="316"/>
                </a:lnTo>
                <a:lnTo>
                  <a:pt x="107" y="316"/>
                </a:lnTo>
                <a:lnTo>
                  <a:pt x="107" y="315"/>
                </a:lnTo>
                <a:lnTo>
                  <a:pt x="107" y="316"/>
                </a:lnTo>
                <a:lnTo>
                  <a:pt x="107" y="315"/>
                </a:lnTo>
                <a:lnTo>
                  <a:pt x="107" y="314"/>
                </a:lnTo>
                <a:lnTo>
                  <a:pt x="108" y="314"/>
                </a:lnTo>
                <a:lnTo>
                  <a:pt x="109" y="314"/>
                </a:lnTo>
                <a:lnTo>
                  <a:pt x="109" y="313"/>
                </a:lnTo>
                <a:lnTo>
                  <a:pt x="109" y="312"/>
                </a:lnTo>
                <a:lnTo>
                  <a:pt x="109" y="311"/>
                </a:lnTo>
                <a:lnTo>
                  <a:pt x="109" y="310"/>
                </a:lnTo>
                <a:lnTo>
                  <a:pt x="108" y="310"/>
                </a:lnTo>
                <a:lnTo>
                  <a:pt x="108" y="309"/>
                </a:lnTo>
                <a:lnTo>
                  <a:pt x="108" y="308"/>
                </a:lnTo>
                <a:lnTo>
                  <a:pt x="107" y="307"/>
                </a:lnTo>
                <a:lnTo>
                  <a:pt x="107" y="306"/>
                </a:lnTo>
                <a:lnTo>
                  <a:pt x="106" y="306"/>
                </a:lnTo>
                <a:lnTo>
                  <a:pt x="106" y="305"/>
                </a:lnTo>
                <a:lnTo>
                  <a:pt x="106" y="306"/>
                </a:lnTo>
                <a:lnTo>
                  <a:pt x="105" y="306"/>
                </a:lnTo>
                <a:lnTo>
                  <a:pt x="104" y="306"/>
                </a:lnTo>
                <a:lnTo>
                  <a:pt x="104" y="305"/>
                </a:lnTo>
                <a:lnTo>
                  <a:pt x="104" y="304"/>
                </a:lnTo>
                <a:lnTo>
                  <a:pt x="104" y="303"/>
                </a:lnTo>
                <a:lnTo>
                  <a:pt x="104" y="302"/>
                </a:lnTo>
                <a:lnTo>
                  <a:pt x="104" y="301"/>
                </a:lnTo>
                <a:lnTo>
                  <a:pt x="105" y="301"/>
                </a:lnTo>
                <a:lnTo>
                  <a:pt x="105" y="300"/>
                </a:lnTo>
                <a:lnTo>
                  <a:pt x="105" y="299"/>
                </a:lnTo>
                <a:lnTo>
                  <a:pt x="104" y="299"/>
                </a:lnTo>
                <a:lnTo>
                  <a:pt x="105" y="299"/>
                </a:lnTo>
                <a:lnTo>
                  <a:pt x="105" y="298"/>
                </a:lnTo>
                <a:lnTo>
                  <a:pt x="106" y="298"/>
                </a:lnTo>
                <a:lnTo>
                  <a:pt x="106" y="297"/>
                </a:lnTo>
                <a:lnTo>
                  <a:pt x="107" y="297"/>
                </a:lnTo>
                <a:lnTo>
                  <a:pt x="107" y="296"/>
                </a:lnTo>
                <a:lnTo>
                  <a:pt x="108" y="296"/>
                </a:lnTo>
                <a:lnTo>
                  <a:pt x="108" y="295"/>
                </a:lnTo>
                <a:lnTo>
                  <a:pt x="109" y="295"/>
                </a:lnTo>
                <a:lnTo>
                  <a:pt x="109" y="294"/>
                </a:lnTo>
                <a:lnTo>
                  <a:pt x="109" y="293"/>
                </a:lnTo>
                <a:lnTo>
                  <a:pt x="109" y="292"/>
                </a:lnTo>
                <a:lnTo>
                  <a:pt x="108" y="292"/>
                </a:lnTo>
                <a:lnTo>
                  <a:pt x="109" y="292"/>
                </a:lnTo>
                <a:lnTo>
                  <a:pt x="109" y="291"/>
                </a:lnTo>
                <a:lnTo>
                  <a:pt x="110" y="291"/>
                </a:lnTo>
                <a:lnTo>
                  <a:pt x="110" y="290"/>
                </a:lnTo>
                <a:lnTo>
                  <a:pt x="110" y="289"/>
                </a:lnTo>
                <a:lnTo>
                  <a:pt x="110" y="288"/>
                </a:lnTo>
                <a:lnTo>
                  <a:pt x="110" y="287"/>
                </a:lnTo>
                <a:lnTo>
                  <a:pt x="111" y="287"/>
                </a:lnTo>
                <a:lnTo>
                  <a:pt x="110" y="287"/>
                </a:lnTo>
                <a:lnTo>
                  <a:pt x="110" y="286"/>
                </a:lnTo>
                <a:lnTo>
                  <a:pt x="110" y="285"/>
                </a:lnTo>
                <a:lnTo>
                  <a:pt x="110" y="284"/>
                </a:lnTo>
                <a:lnTo>
                  <a:pt x="110" y="283"/>
                </a:lnTo>
                <a:lnTo>
                  <a:pt x="111" y="283"/>
                </a:lnTo>
                <a:lnTo>
                  <a:pt x="111" y="282"/>
                </a:lnTo>
                <a:lnTo>
                  <a:pt x="111" y="281"/>
                </a:lnTo>
                <a:lnTo>
                  <a:pt x="111" y="280"/>
                </a:lnTo>
                <a:lnTo>
                  <a:pt x="111" y="279"/>
                </a:lnTo>
                <a:lnTo>
                  <a:pt x="111" y="278"/>
                </a:lnTo>
                <a:lnTo>
                  <a:pt x="110" y="278"/>
                </a:lnTo>
                <a:lnTo>
                  <a:pt x="111" y="278"/>
                </a:lnTo>
                <a:lnTo>
                  <a:pt x="111" y="277"/>
                </a:lnTo>
                <a:lnTo>
                  <a:pt x="111" y="276"/>
                </a:lnTo>
                <a:lnTo>
                  <a:pt x="111" y="275"/>
                </a:lnTo>
                <a:lnTo>
                  <a:pt x="111" y="273"/>
                </a:lnTo>
                <a:lnTo>
                  <a:pt x="111" y="272"/>
                </a:lnTo>
                <a:lnTo>
                  <a:pt x="112" y="272"/>
                </a:lnTo>
                <a:lnTo>
                  <a:pt x="112" y="271"/>
                </a:lnTo>
                <a:lnTo>
                  <a:pt x="113" y="271"/>
                </a:lnTo>
                <a:lnTo>
                  <a:pt x="113" y="270"/>
                </a:lnTo>
                <a:lnTo>
                  <a:pt x="113" y="269"/>
                </a:lnTo>
                <a:lnTo>
                  <a:pt x="113" y="268"/>
                </a:lnTo>
                <a:lnTo>
                  <a:pt x="113" y="267"/>
                </a:lnTo>
                <a:lnTo>
                  <a:pt x="113" y="266"/>
                </a:lnTo>
                <a:lnTo>
                  <a:pt x="113" y="265"/>
                </a:lnTo>
                <a:lnTo>
                  <a:pt x="112" y="265"/>
                </a:lnTo>
                <a:lnTo>
                  <a:pt x="112" y="264"/>
                </a:lnTo>
                <a:lnTo>
                  <a:pt x="112" y="263"/>
                </a:lnTo>
                <a:lnTo>
                  <a:pt x="112" y="262"/>
                </a:lnTo>
                <a:lnTo>
                  <a:pt x="112" y="261"/>
                </a:lnTo>
                <a:lnTo>
                  <a:pt x="112" y="260"/>
                </a:lnTo>
                <a:lnTo>
                  <a:pt x="112" y="259"/>
                </a:lnTo>
                <a:lnTo>
                  <a:pt x="112" y="260"/>
                </a:lnTo>
                <a:lnTo>
                  <a:pt x="111" y="260"/>
                </a:lnTo>
                <a:lnTo>
                  <a:pt x="111" y="259"/>
                </a:lnTo>
                <a:lnTo>
                  <a:pt x="110" y="259"/>
                </a:lnTo>
                <a:lnTo>
                  <a:pt x="110" y="258"/>
                </a:lnTo>
                <a:lnTo>
                  <a:pt x="110" y="257"/>
                </a:lnTo>
                <a:lnTo>
                  <a:pt x="110" y="256"/>
                </a:lnTo>
                <a:lnTo>
                  <a:pt x="111" y="256"/>
                </a:lnTo>
                <a:lnTo>
                  <a:pt x="111" y="255"/>
                </a:lnTo>
                <a:lnTo>
                  <a:pt x="111" y="254"/>
                </a:lnTo>
                <a:lnTo>
                  <a:pt x="111" y="252"/>
                </a:lnTo>
                <a:lnTo>
                  <a:pt x="111" y="251"/>
                </a:lnTo>
                <a:lnTo>
                  <a:pt x="111" y="250"/>
                </a:lnTo>
                <a:lnTo>
                  <a:pt x="111" y="249"/>
                </a:lnTo>
                <a:lnTo>
                  <a:pt x="112" y="249"/>
                </a:lnTo>
                <a:lnTo>
                  <a:pt x="112" y="248"/>
                </a:lnTo>
                <a:lnTo>
                  <a:pt x="111" y="248"/>
                </a:lnTo>
                <a:lnTo>
                  <a:pt x="111" y="247"/>
                </a:lnTo>
                <a:lnTo>
                  <a:pt x="111" y="246"/>
                </a:lnTo>
                <a:lnTo>
                  <a:pt x="111" y="245"/>
                </a:lnTo>
                <a:lnTo>
                  <a:pt x="110" y="245"/>
                </a:lnTo>
                <a:lnTo>
                  <a:pt x="110" y="244"/>
                </a:lnTo>
                <a:lnTo>
                  <a:pt x="109" y="244"/>
                </a:lnTo>
                <a:lnTo>
                  <a:pt x="109" y="243"/>
                </a:lnTo>
                <a:lnTo>
                  <a:pt x="109" y="242"/>
                </a:lnTo>
                <a:lnTo>
                  <a:pt x="110" y="242"/>
                </a:lnTo>
                <a:lnTo>
                  <a:pt x="110" y="241"/>
                </a:lnTo>
                <a:lnTo>
                  <a:pt x="111" y="241"/>
                </a:lnTo>
                <a:lnTo>
                  <a:pt x="111" y="240"/>
                </a:lnTo>
                <a:lnTo>
                  <a:pt x="111" y="238"/>
                </a:lnTo>
                <a:lnTo>
                  <a:pt x="111" y="237"/>
                </a:lnTo>
                <a:lnTo>
                  <a:pt x="111" y="236"/>
                </a:lnTo>
                <a:lnTo>
                  <a:pt x="110" y="235"/>
                </a:lnTo>
                <a:lnTo>
                  <a:pt x="110" y="234"/>
                </a:lnTo>
                <a:lnTo>
                  <a:pt x="110" y="233"/>
                </a:lnTo>
                <a:lnTo>
                  <a:pt x="110" y="232"/>
                </a:lnTo>
                <a:lnTo>
                  <a:pt x="109" y="232"/>
                </a:lnTo>
                <a:lnTo>
                  <a:pt x="109" y="231"/>
                </a:lnTo>
                <a:lnTo>
                  <a:pt x="110" y="231"/>
                </a:lnTo>
                <a:lnTo>
                  <a:pt x="110" y="230"/>
                </a:lnTo>
                <a:lnTo>
                  <a:pt x="110" y="229"/>
                </a:lnTo>
                <a:lnTo>
                  <a:pt x="110" y="228"/>
                </a:lnTo>
                <a:lnTo>
                  <a:pt x="109" y="228"/>
                </a:lnTo>
                <a:lnTo>
                  <a:pt x="109" y="227"/>
                </a:lnTo>
                <a:lnTo>
                  <a:pt x="110" y="227"/>
                </a:lnTo>
                <a:lnTo>
                  <a:pt x="110" y="226"/>
                </a:lnTo>
                <a:lnTo>
                  <a:pt x="111" y="226"/>
                </a:lnTo>
                <a:lnTo>
                  <a:pt x="112" y="226"/>
                </a:lnTo>
                <a:lnTo>
                  <a:pt x="112" y="225"/>
                </a:lnTo>
                <a:lnTo>
                  <a:pt x="112" y="224"/>
                </a:lnTo>
                <a:lnTo>
                  <a:pt x="112" y="223"/>
                </a:lnTo>
                <a:lnTo>
                  <a:pt x="112" y="222"/>
                </a:lnTo>
                <a:lnTo>
                  <a:pt x="111" y="222"/>
                </a:lnTo>
                <a:lnTo>
                  <a:pt x="111" y="221"/>
                </a:lnTo>
                <a:lnTo>
                  <a:pt x="110" y="221"/>
                </a:lnTo>
                <a:lnTo>
                  <a:pt x="110" y="220"/>
                </a:lnTo>
                <a:lnTo>
                  <a:pt x="109" y="221"/>
                </a:lnTo>
                <a:lnTo>
                  <a:pt x="108" y="221"/>
                </a:lnTo>
                <a:lnTo>
                  <a:pt x="108" y="220"/>
                </a:lnTo>
                <a:lnTo>
                  <a:pt x="107" y="220"/>
                </a:lnTo>
                <a:lnTo>
                  <a:pt x="107" y="219"/>
                </a:lnTo>
                <a:lnTo>
                  <a:pt x="107" y="218"/>
                </a:lnTo>
                <a:lnTo>
                  <a:pt x="107" y="217"/>
                </a:lnTo>
                <a:lnTo>
                  <a:pt x="107" y="216"/>
                </a:lnTo>
                <a:lnTo>
                  <a:pt x="107" y="215"/>
                </a:lnTo>
                <a:lnTo>
                  <a:pt x="107" y="214"/>
                </a:lnTo>
                <a:lnTo>
                  <a:pt x="107" y="213"/>
                </a:lnTo>
                <a:lnTo>
                  <a:pt x="107" y="212"/>
                </a:lnTo>
                <a:lnTo>
                  <a:pt x="107" y="211"/>
                </a:lnTo>
                <a:lnTo>
                  <a:pt x="107" y="210"/>
                </a:lnTo>
                <a:lnTo>
                  <a:pt x="107" y="209"/>
                </a:lnTo>
                <a:lnTo>
                  <a:pt x="106" y="209"/>
                </a:lnTo>
                <a:lnTo>
                  <a:pt x="106" y="208"/>
                </a:lnTo>
                <a:lnTo>
                  <a:pt x="105" y="208"/>
                </a:lnTo>
                <a:lnTo>
                  <a:pt x="105" y="207"/>
                </a:lnTo>
                <a:lnTo>
                  <a:pt x="106" y="207"/>
                </a:lnTo>
                <a:lnTo>
                  <a:pt x="106" y="206"/>
                </a:lnTo>
                <a:lnTo>
                  <a:pt x="107" y="206"/>
                </a:lnTo>
                <a:lnTo>
                  <a:pt x="107" y="205"/>
                </a:lnTo>
                <a:lnTo>
                  <a:pt x="108" y="205"/>
                </a:lnTo>
                <a:lnTo>
                  <a:pt x="108" y="204"/>
                </a:lnTo>
                <a:lnTo>
                  <a:pt x="108" y="203"/>
                </a:lnTo>
                <a:lnTo>
                  <a:pt x="109" y="203"/>
                </a:lnTo>
                <a:lnTo>
                  <a:pt x="109" y="202"/>
                </a:lnTo>
                <a:lnTo>
                  <a:pt x="108" y="202"/>
                </a:lnTo>
                <a:lnTo>
                  <a:pt x="107" y="202"/>
                </a:lnTo>
                <a:lnTo>
                  <a:pt x="107" y="201"/>
                </a:lnTo>
                <a:lnTo>
                  <a:pt x="108" y="201"/>
                </a:lnTo>
                <a:lnTo>
                  <a:pt x="108" y="200"/>
                </a:lnTo>
                <a:lnTo>
                  <a:pt x="108" y="199"/>
                </a:lnTo>
                <a:lnTo>
                  <a:pt x="109" y="199"/>
                </a:lnTo>
                <a:lnTo>
                  <a:pt x="109" y="198"/>
                </a:lnTo>
                <a:lnTo>
                  <a:pt x="109" y="197"/>
                </a:lnTo>
                <a:lnTo>
                  <a:pt x="109" y="196"/>
                </a:lnTo>
                <a:lnTo>
                  <a:pt x="110" y="196"/>
                </a:lnTo>
                <a:lnTo>
                  <a:pt x="110" y="195"/>
                </a:lnTo>
                <a:lnTo>
                  <a:pt x="110" y="194"/>
                </a:lnTo>
                <a:lnTo>
                  <a:pt x="109" y="194"/>
                </a:lnTo>
                <a:lnTo>
                  <a:pt x="109" y="193"/>
                </a:lnTo>
                <a:lnTo>
                  <a:pt x="109" y="192"/>
                </a:lnTo>
                <a:lnTo>
                  <a:pt x="108" y="192"/>
                </a:lnTo>
                <a:lnTo>
                  <a:pt x="107" y="192"/>
                </a:lnTo>
                <a:lnTo>
                  <a:pt x="107" y="191"/>
                </a:lnTo>
                <a:lnTo>
                  <a:pt x="107" y="190"/>
                </a:lnTo>
                <a:lnTo>
                  <a:pt x="106" y="190"/>
                </a:lnTo>
                <a:lnTo>
                  <a:pt x="106" y="189"/>
                </a:lnTo>
                <a:lnTo>
                  <a:pt x="106" y="187"/>
                </a:lnTo>
                <a:lnTo>
                  <a:pt x="106" y="186"/>
                </a:lnTo>
                <a:lnTo>
                  <a:pt x="106" y="185"/>
                </a:lnTo>
                <a:lnTo>
                  <a:pt x="105" y="185"/>
                </a:lnTo>
                <a:lnTo>
                  <a:pt x="105" y="184"/>
                </a:lnTo>
                <a:lnTo>
                  <a:pt x="105" y="183"/>
                </a:lnTo>
                <a:lnTo>
                  <a:pt x="105" y="182"/>
                </a:lnTo>
                <a:lnTo>
                  <a:pt x="106" y="182"/>
                </a:lnTo>
                <a:lnTo>
                  <a:pt x="106" y="181"/>
                </a:lnTo>
                <a:lnTo>
                  <a:pt x="106" y="180"/>
                </a:lnTo>
                <a:lnTo>
                  <a:pt x="106" y="179"/>
                </a:lnTo>
                <a:lnTo>
                  <a:pt x="105" y="179"/>
                </a:lnTo>
                <a:lnTo>
                  <a:pt x="105" y="178"/>
                </a:lnTo>
                <a:lnTo>
                  <a:pt x="105" y="177"/>
                </a:lnTo>
                <a:lnTo>
                  <a:pt x="105" y="176"/>
                </a:lnTo>
                <a:lnTo>
                  <a:pt x="105" y="175"/>
                </a:lnTo>
                <a:lnTo>
                  <a:pt x="106" y="175"/>
                </a:lnTo>
                <a:lnTo>
                  <a:pt x="107" y="175"/>
                </a:lnTo>
                <a:lnTo>
                  <a:pt x="106" y="174"/>
                </a:lnTo>
                <a:lnTo>
                  <a:pt x="106" y="173"/>
                </a:lnTo>
                <a:lnTo>
                  <a:pt x="106" y="172"/>
                </a:lnTo>
                <a:lnTo>
                  <a:pt x="106" y="171"/>
                </a:lnTo>
                <a:lnTo>
                  <a:pt x="107" y="171"/>
                </a:lnTo>
                <a:lnTo>
                  <a:pt x="107" y="170"/>
                </a:lnTo>
                <a:lnTo>
                  <a:pt x="106" y="170"/>
                </a:lnTo>
                <a:lnTo>
                  <a:pt x="105" y="170"/>
                </a:lnTo>
                <a:lnTo>
                  <a:pt x="104" y="170"/>
                </a:lnTo>
                <a:lnTo>
                  <a:pt x="104" y="169"/>
                </a:lnTo>
                <a:lnTo>
                  <a:pt x="104" y="168"/>
                </a:lnTo>
                <a:lnTo>
                  <a:pt x="103" y="168"/>
                </a:lnTo>
                <a:lnTo>
                  <a:pt x="102" y="168"/>
                </a:lnTo>
                <a:lnTo>
                  <a:pt x="102" y="169"/>
                </a:lnTo>
                <a:lnTo>
                  <a:pt x="102" y="170"/>
                </a:lnTo>
                <a:lnTo>
                  <a:pt x="101" y="170"/>
                </a:lnTo>
                <a:lnTo>
                  <a:pt x="100" y="170"/>
                </a:lnTo>
                <a:lnTo>
                  <a:pt x="100" y="169"/>
                </a:lnTo>
                <a:lnTo>
                  <a:pt x="99" y="169"/>
                </a:lnTo>
                <a:lnTo>
                  <a:pt x="98" y="169"/>
                </a:lnTo>
                <a:lnTo>
                  <a:pt x="97" y="169"/>
                </a:lnTo>
                <a:lnTo>
                  <a:pt x="97" y="170"/>
                </a:lnTo>
                <a:lnTo>
                  <a:pt x="96" y="170"/>
                </a:lnTo>
                <a:lnTo>
                  <a:pt x="95" y="169"/>
                </a:lnTo>
                <a:lnTo>
                  <a:pt x="96" y="169"/>
                </a:lnTo>
                <a:lnTo>
                  <a:pt x="96" y="168"/>
                </a:lnTo>
                <a:lnTo>
                  <a:pt x="96" y="167"/>
                </a:lnTo>
                <a:lnTo>
                  <a:pt x="95" y="167"/>
                </a:lnTo>
                <a:lnTo>
                  <a:pt x="95" y="166"/>
                </a:lnTo>
                <a:lnTo>
                  <a:pt x="95" y="165"/>
                </a:lnTo>
                <a:lnTo>
                  <a:pt x="94" y="165"/>
                </a:lnTo>
                <a:lnTo>
                  <a:pt x="94" y="164"/>
                </a:lnTo>
                <a:lnTo>
                  <a:pt x="94" y="163"/>
                </a:lnTo>
                <a:lnTo>
                  <a:pt x="94" y="162"/>
                </a:lnTo>
                <a:lnTo>
                  <a:pt x="93" y="162"/>
                </a:lnTo>
                <a:lnTo>
                  <a:pt x="92" y="162"/>
                </a:lnTo>
                <a:lnTo>
                  <a:pt x="92" y="163"/>
                </a:lnTo>
                <a:lnTo>
                  <a:pt x="91" y="163"/>
                </a:lnTo>
                <a:lnTo>
                  <a:pt x="91" y="164"/>
                </a:lnTo>
                <a:lnTo>
                  <a:pt x="90" y="164"/>
                </a:lnTo>
                <a:lnTo>
                  <a:pt x="89" y="164"/>
                </a:lnTo>
                <a:lnTo>
                  <a:pt x="89" y="163"/>
                </a:lnTo>
                <a:lnTo>
                  <a:pt x="88" y="163"/>
                </a:lnTo>
                <a:lnTo>
                  <a:pt x="87" y="163"/>
                </a:lnTo>
                <a:lnTo>
                  <a:pt x="86" y="163"/>
                </a:lnTo>
                <a:lnTo>
                  <a:pt x="85" y="163"/>
                </a:lnTo>
                <a:lnTo>
                  <a:pt x="85" y="162"/>
                </a:lnTo>
                <a:lnTo>
                  <a:pt x="85" y="161"/>
                </a:lnTo>
                <a:lnTo>
                  <a:pt x="84" y="161"/>
                </a:lnTo>
                <a:lnTo>
                  <a:pt x="84" y="160"/>
                </a:lnTo>
                <a:lnTo>
                  <a:pt x="83" y="160"/>
                </a:lnTo>
                <a:lnTo>
                  <a:pt x="82" y="160"/>
                </a:lnTo>
                <a:lnTo>
                  <a:pt x="82" y="161"/>
                </a:lnTo>
                <a:lnTo>
                  <a:pt x="82" y="162"/>
                </a:lnTo>
                <a:lnTo>
                  <a:pt x="82" y="163"/>
                </a:lnTo>
                <a:lnTo>
                  <a:pt x="83" y="163"/>
                </a:lnTo>
                <a:lnTo>
                  <a:pt x="83" y="164"/>
                </a:lnTo>
                <a:lnTo>
                  <a:pt x="82" y="164"/>
                </a:lnTo>
                <a:lnTo>
                  <a:pt x="82" y="165"/>
                </a:lnTo>
                <a:lnTo>
                  <a:pt x="82" y="166"/>
                </a:lnTo>
                <a:lnTo>
                  <a:pt x="82" y="167"/>
                </a:lnTo>
                <a:lnTo>
                  <a:pt x="82" y="168"/>
                </a:lnTo>
                <a:lnTo>
                  <a:pt x="82" y="169"/>
                </a:lnTo>
                <a:lnTo>
                  <a:pt x="82" y="170"/>
                </a:lnTo>
                <a:lnTo>
                  <a:pt x="82" y="171"/>
                </a:lnTo>
                <a:lnTo>
                  <a:pt x="82" y="172"/>
                </a:lnTo>
                <a:lnTo>
                  <a:pt x="81" y="172"/>
                </a:lnTo>
                <a:lnTo>
                  <a:pt x="80" y="172"/>
                </a:lnTo>
                <a:lnTo>
                  <a:pt x="79" y="172"/>
                </a:lnTo>
                <a:lnTo>
                  <a:pt x="79" y="173"/>
                </a:lnTo>
                <a:lnTo>
                  <a:pt x="79" y="174"/>
                </a:lnTo>
                <a:lnTo>
                  <a:pt x="78" y="174"/>
                </a:lnTo>
                <a:lnTo>
                  <a:pt x="78" y="175"/>
                </a:lnTo>
                <a:lnTo>
                  <a:pt x="77" y="175"/>
                </a:lnTo>
                <a:lnTo>
                  <a:pt x="77" y="176"/>
                </a:lnTo>
                <a:lnTo>
                  <a:pt x="76" y="176"/>
                </a:lnTo>
                <a:lnTo>
                  <a:pt x="76" y="175"/>
                </a:lnTo>
                <a:lnTo>
                  <a:pt x="75" y="175"/>
                </a:lnTo>
                <a:lnTo>
                  <a:pt x="74" y="175"/>
                </a:lnTo>
                <a:lnTo>
                  <a:pt x="74" y="176"/>
                </a:lnTo>
                <a:lnTo>
                  <a:pt x="73" y="176"/>
                </a:lnTo>
                <a:lnTo>
                  <a:pt x="73" y="175"/>
                </a:lnTo>
                <a:lnTo>
                  <a:pt x="72" y="175"/>
                </a:lnTo>
                <a:lnTo>
                  <a:pt x="72" y="174"/>
                </a:lnTo>
                <a:lnTo>
                  <a:pt x="72" y="173"/>
                </a:lnTo>
                <a:lnTo>
                  <a:pt x="71" y="173"/>
                </a:lnTo>
                <a:lnTo>
                  <a:pt x="71" y="172"/>
                </a:lnTo>
                <a:lnTo>
                  <a:pt x="71" y="171"/>
                </a:lnTo>
                <a:lnTo>
                  <a:pt x="71" y="170"/>
                </a:lnTo>
                <a:lnTo>
                  <a:pt x="71" y="169"/>
                </a:lnTo>
                <a:lnTo>
                  <a:pt x="71" y="168"/>
                </a:lnTo>
                <a:lnTo>
                  <a:pt x="71" y="167"/>
                </a:lnTo>
                <a:lnTo>
                  <a:pt x="70" y="167"/>
                </a:lnTo>
                <a:lnTo>
                  <a:pt x="70" y="166"/>
                </a:lnTo>
                <a:lnTo>
                  <a:pt x="70" y="165"/>
                </a:lnTo>
                <a:lnTo>
                  <a:pt x="70" y="164"/>
                </a:lnTo>
                <a:lnTo>
                  <a:pt x="70" y="163"/>
                </a:lnTo>
                <a:lnTo>
                  <a:pt x="69" y="163"/>
                </a:lnTo>
                <a:lnTo>
                  <a:pt x="69" y="161"/>
                </a:lnTo>
                <a:lnTo>
                  <a:pt x="68" y="161"/>
                </a:lnTo>
                <a:lnTo>
                  <a:pt x="68" y="160"/>
                </a:lnTo>
                <a:lnTo>
                  <a:pt x="67" y="160"/>
                </a:lnTo>
                <a:lnTo>
                  <a:pt x="67" y="159"/>
                </a:lnTo>
                <a:lnTo>
                  <a:pt x="66" y="159"/>
                </a:lnTo>
                <a:lnTo>
                  <a:pt x="66" y="158"/>
                </a:lnTo>
                <a:lnTo>
                  <a:pt x="65" y="158"/>
                </a:lnTo>
                <a:lnTo>
                  <a:pt x="65" y="157"/>
                </a:lnTo>
                <a:lnTo>
                  <a:pt x="64" y="157"/>
                </a:lnTo>
                <a:lnTo>
                  <a:pt x="64" y="156"/>
                </a:lnTo>
                <a:lnTo>
                  <a:pt x="64" y="155"/>
                </a:lnTo>
                <a:lnTo>
                  <a:pt x="63" y="155"/>
                </a:lnTo>
                <a:lnTo>
                  <a:pt x="63" y="154"/>
                </a:lnTo>
                <a:lnTo>
                  <a:pt x="64" y="154"/>
                </a:lnTo>
                <a:lnTo>
                  <a:pt x="64" y="153"/>
                </a:lnTo>
                <a:lnTo>
                  <a:pt x="65" y="153"/>
                </a:lnTo>
                <a:lnTo>
                  <a:pt x="65" y="152"/>
                </a:lnTo>
                <a:lnTo>
                  <a:pt x="65" y="151"/>
                </a:lnTo>
                <a:lnTo>
                  <a:pt x="64" y="151"/>
                </a:lnTo>
                <a:lnTo>
                  <a:pt x="63" y="151"/>
                </a:lnTo>
                <a:lnTo>
                  <a:pt x="63" y="150"/>
                </a:lnTo>
                <a:lnTo>
                  <a:pt x="63" y="149"/>
                </a:lnTo>
                <a:lnTo>
                  <a:pt x="63" y="148"/>
                </a:lnTo>
                <a:lnTo>
                  <a:pt x="63" y="147"/>
                </a:lnTo>
                <a:lnTo>
                  <a:pt x="63" y="146"/>
                </a:lnTo>
                <a:lnTo>
                  <a:pt x="63" y="145"/>
                </a:lnTo>
                <a:lnTo>
                  <a:pt x="62" y="145"/>
                </a:lnTo>
                <a:lnTo>
                  <a:pt x="62" y="144"/>
                </a:lnTo>
                <a:lnTo>
                  <a:pt x="61" y="144"/>
                </a:lnTo>
                <a:lnTo>
                  <a:pt x="60" y="144"/>
                </a:lnTo>
                <a:lnTo>
                  <a:pt x="60" y="143"/>
                </a:lnTo>
                <a:lnTo>
                  <a:pt x="59" y="143"/>
                </a:lnTo>
                <a:lnTo>
                  <a:pt x="59" y="142"/>
                </a:lnTo>
                <a:lnTo>
                  <a:pt x="59" y="141"/>
                </a:lnTo>
                <a:lnTo>
                  <a:pt x="58" y="141"/>
                </a:lnTo>
                <a:lnTo>
                  <a:pt x="59" y="141"/>
                </a:lnTo>
                <a:lnTo>
                  <a:pt x="59" y="140"/>
                </a:lnTo>
                <a:lnTo>
                  <a:pt x="59" y="139"/>
                </a:lnTo>
                <a:lnTo>
                  <a:pt x="60" y="139"/>
                </a:lnTo>
                <a:lnTo>
                  <a:pt x="61" y="139"/>
                </a:lnTo>
                <a:lnTo>
                  <a:pt x="61" y="138"/>
                </a:lnTo>
                <a:lnTo>
                  <a:pt x="61" y="137"/>
                </a:lnTo>
                <a:lnTo>
                  <a:pt x="61" y="136"/>
                </a:lnTo>
                <a:lnTo>
                  <a:pt x="61" y="135"/>
                </a:lnTo>
                <a:lnTo>
                  <a:pt x="61" y="134"/>
                </a:lnTo>
                <a:lnTo>
                  <a:pt x="60" y="134"/>
                </a:lnTo>
                <a:lnTo>
                  <a:pt x="60" y="133"/>
                </a:lnTo>
                <a:lnTo>
                  <a:pt x="60" y="132"/>
                </a:lnTo>
                <a:lnTo>
                  <a:pt x="59" y="132"/>
                </a:lnTo>
                <a:lnTo>
                  <a:pt x="58" y="132"/>
                </a:lnTo>
                <a:lnTo>
                  <a:pt x="57" y="132"/>
                </a:lnTo>
                <a:lnTo>
                  <a:pt x="57" y="131"/>
                </a:lnTo>
                <a:lnTo>
                  <a:pt x="56" y="131"/>
                </a:lnTo>
                <a:lnTo>
                  <a:pt x="56" y="130"/>
                </a:lnTo>
                <a:lnTo>
                  <a:pt x="55" y="130"/>
                </a:lnTo>
                <a:lnTo>
                  <a:pt x="55" y="129"/>
                </a:lnTo>
                <a:lnTo>
                  <a:pt x="55" y="128"/>
                </a:lnTo>
                <a:lnTo>
                  <a:pt x="55" y="127"/>
                </a:lnTo>
                <a:lnTo>
                  <a:pt x="55" y="126"/>
                </a:lnTo>
                <a:lnTo>
                  <a:pt x="56" y="126"/>
                </a:lnTo>
                <a:lnTo>
                  <a:pt x="55" y="126"/>
                </a:lnTo>
                <a:lnTo>
                  <a:pt x="56" y="125"/>
                </a:lnTo>
                <a:lnTo>
                  <a:pt x="56" y="124"/>
                </a:lnTo>
                <a:lnTo>
                  <a:pt x="56" y="122"/>
                </a:lnTo>
                <a:lnTo>
                  <a:pt x="56" y="121"/>
                </a:lnTo>
                <a:lnTo>
                  <a:pt x="56" y="120"/>
                </a:lnTo>
                <a:lnTo>
                  <a:pt x="57" y="120"/>
                </a:lnTo>
                <a:lnTo>
                  <a:pt x="57" y="119"/>
                </a:lnTo>
                <a:lnTo>
                  <a:pt x="57" y="118"/>
                </a:lnTo>
                <a:lnTo>
                  <a:pt x="57" y="117"/>
                </a:lnTo>
                <a:lnTo>
                  <a:pt x="57" y="116"/>
                </a:lnTo>
                <a:lnTo>
                  <a:pt x="57" y="115"/>
                </a:lnTo>
                <a:lnTo>
                  <a:pt x="57" y="114"/>
                </a:lnTo>
                <a:lnTo>
                  <a:pt x="56" y="113"/>
                </a:lnTo>
                <a:lnTo>
                  <a:pt x="56" y="112"/>
                </a:lnTo>
                <a:lnTo>
                  <a:pt x="55" y="111"/>
                </a:lnTo>
                <a:lnTo>
                  <a:pt x="56" y="110"/>
                </a:lnTo>
                <a:lnTo>
                  <a:pt x="57" y="109"/>
                </a:lnTo>
                <a:lnTo>
                  <a:pt x="58" y="109"/>
                </a:lnTo>
                <a:lnTo>
                  <a:pt x="58" y="107"/>
                </a:lnTo>
                <a:lnTo>
                  <a:pt x="58" y="104"/>
                </a:lnTo>
                <a:lnTo>
                  <a:pt x="59" y="103"/>
                </a:lnTo>
                <a:lnTo>
                  <a:pt x="61" y="103"/>
                </a:lnTo>
                <a:lnTo>
                  <a:pt x="62" y="103"/>
                </a:lnTo>
                <a:lnTo>
                  <a:pt x="64" y="102"/>
                </a:lnTo>
                <a:lnTo>
                  <a:pt x="65" y="102"/>
                </a:lnTo>
                <a:lnTo>
                  <a:pt x="66" y="101"/>
                </a:lnTo>
                <a:lnTo>
                  <a:pt x="67" y="101"/>
                </a:lnTo>
                <a:lnTo>
                  <a:pt x="67" y="100"/>
                </a:lnTo>
                <a:lnTo>
                  <a:pt x="66" y="98"/>
                </a:lnTo>
                <a:lnTo>
                  <a:pt x="65" y="97"/>
                </a:lnTo>
                <a:lnTo>
                  <a:pt x="65" y="96"/>
                </a:lnTo>
                <a:lnTo>
                  <a:pt x="64" y="95"/>
                </a:lnTo>
                <a:lnTo>
                  <a:pt x="63" y="93"/>
                </a:lnTo>
                <a:lnTo>
                  <a:pt x="62" y="92"/>
                </a:lnTo>
                <a:lnTo>
                  <a:pt x="61" y="91"/>
                </a:lnTo>
                <a:lnTo>
                  <a:pt x="61" y="90"/>
                </a:lnTo>
                <a:lnTo>
                  <a:pt x="61" y="89"/>
                </a:lnTo>
                <a:lnTo>
                  <a:pt x="62" y="89"/>
                </a:lnTo>
                <a:lnTo>
                  <a:pt x="63" y="89"/>
                </a:lnTo>
                <a:lnTo>
                  <a:pt x="64" y="89"/>
                </a:lnTo>
                <a:lnTo>
                  <a:pt x="64" y="88"/>
                </a:lnTo>
                <a:lnTo>
                  <a:pt x="65" y="87"/>
                </a:lnTo>
                <a:lnTo>
                  <a:pt x="66" y="87"/>
                </a:lnTo>
                <a:lnTo>
                  <a:pt x="67" y="87"/>
                </a:lnTo>
                <a:lnTo>
                  <a:pt x="68" y="86"/>
                </a:lnTo>
                <a:lnTo>
                  <a:pt x="68" y="85"/>
                </a:lnTo>
                <a:lnTo>
                  <a:pt x="69" y="85"/>
                </a:lnTo>
                <a:lnTo>
                  <a:pt x="70" y="86"/>
                </a:lnTo>
                <a:lnTo>
                  <a:pt x="70" y="87"/>
                </a:lnTo>
                <a:lnTo>
                  <a:pt x="70" y="88"/>
                </a:lnTo>
                <a:lnTo>
                  <a:pt x="70" y="89"/>
                </a:lnTo>
                <a:lnTo>
                  <a:pt x="71" y="89"/>
                </a:lnTo>
                <a:lnTo>
                  <a:pt x="72" y="90"/>
                </a:lnTo>
                <a:lnTo>
                  <a:pt x="72" y="91"/>
                </a:lnTo>
                <a:lnTo>
                  <a:pt x="72" y="92"/>
                </a:lnTo>
                <a:lnTo>
                  <a:pt x="72" y="93"/>
                </a:lnTo>
                <a:lnTo>
                  <a:pt x="75" y="96"/>
                </a:lnTo>
                <a:lnTo>
                  <a:pt x="76" y="98"/>
                </a:lnTo>
                <a:lnTo>
                  <a:pt x="77" y="100"/>
                </a:lnTo>
                <a:lnTo>
                  <a:pt x="77" y="102"/>
                </a:lnTo>
                <a:lnTo>
                  <a:pt x="77" y="104"/>
                </a:lnTo>
                <a:lnTo>
                  <a:pt x="76" y="105"/>
                </a:lnTo>
                <a:lnTo>
                  <a:pt x="76" y="107"/>
                </a:lnTo>
                <a:lnTo>
                  <a:pt x="77" y="107"/>
                </a:lnTo>
                <a:lnTo>
                  <a:pt x="78" y="108"/>
                </a:lnTo>
                <a:lnTo>
                  <a:pt x="78" y="110"/>
                </a:lnTo>
                <a:lnTo>
                  <a:pt x="78" y="113"/>
                </a:lnTo>
                <a:lnTo>
                  <a:pt x="78" y="114"/>
                </a:lnTo>
                <a:lnTo>
                  <a:pt x="79" y="115"/>
                </a:lnTo>
                <a:lnTo>
                  <a:pt x="82" y="115"/>
                </a:lnTo>
                <a:lnTo>
                  <a:pt x="82" y="114"/>
                </a:lnTo>
                <a:lnTo>
                  <a:pt x="84" y="113"/>
                </a:lnTo>
                <a:lnTo>
                  <a:pt x="84" y="112"/>
                </a:lnTo>
                <a:lnTo>
                  <a:pt x="84" y="111"/>
                </a:lnTo>
                <a:lnTo>
                  <a:pt x="85" y="110"/>
                </a:lnTo>
                <a:lnTo>
                  <a:pt x="86" y="110"/>
                </a:lnTo>
                <a:lnTo>
                  <a:pt x="87" y="110"/>
                </a:lnTo>
                <a:lnTo>
                  <a:pt x="87" y="111"/>
                </a:lnTo>
                <a:lnTo>
                  <a:pt x="88" y="111"/>
                </a:lnTo>
                <a:lnTo>
                  <a:pt x="89" y="111"/>
                </a:lnTo>
                <a:lnTo>
                  <a:pt x="90" y="109"/>
                </a:lnTo>
                <a:lnTo>
                  <a:pt x="90" y="108"/>
                </a:lnTo>
                <a:lnTo>
                  <a:pt x="91" y="107"/>
                </a:lnTo>
                <a:lnTo>
                  <a:pt x="93" y="107"/>
                </a:lnTo>
                <a:lnTo>
                  <a:pt x="95" y="107"/>
                </a:lnTo>
                <a:lnTo>
                  <a:pt x="97" y="108"/>
                </a:lnTo>
                <a:lnTo>
                  <a:pt x="98" y="108"/>
                </a:lnTo>
                <a:lnTo>
                  <a:pt x="99" y="108"/>
                </a:lnTo>
                <a:lnTo>
                  <a:pt x="100" y="108"/>
                </a:lnTo>
                <a:lnTo>
                  <a:pt x="100" y="107"/>
                </a:lnTo>
                <a:lnTo>
                  <a:pt x="101" y="106"/>
                </a:lnTo>
                <a:lnTo>
                  <a:pt x="101" y="105"/>
                </a:lnTo>
                <a:lnTo>
                  <a:pt x="103" y="104"/>
                </a:lnTo>
                <a:lnTo>
                  <a:pt x="104" y="104"/>
                </a:lnTo>
                <a:lnTo>
                  <a:pt x="105" y="104"/>
                </a:lnTo>
                <a:lnTo>
                  <a:pt x="106" y="104"/>
                </a:lnTo>
                <a:lnTo>
                  <a:pt x="107" y="102"/>
                </a:lnTo>
                <a:lnTo>
                  <a:pt x="107" y="100"/>
                </a:lnTo>
                <a:lnTo>
                  <a:pt x="107" y="99"/>
                </a:lnTo>
                <a:lnTo>
                  <a:pt x="107" y="97"/>
                </a:lnTo>
                <a:lnTo>
                  <a:pt x="107" y="96"/>
                </a:lnTo>
                <a:lnTo>
                  <a:pt x="107" y="94"/>
                </a:lnTo>
                <a:lnTo>
                  <a:pt x="108" y="93"/>
                </a:lnTo>
                <a:lnTo>
                  <a:pt x="109" y="93"/>
                </a:lnTo>
                <a:lnTo>
                  <a:pt x="110" y="93"/>
                </a:lnTo>
                <a:lnTo>
                  <a:pt x="111" y="92"/>
                </a:lnTo>
                <a:lnTo>
                  <a:pt x="111" y="91"/>
                </a:lnTo>
                <a:lnTo>
                  <a:pt x="111" y="90"/>
                </a:lnTo>
                <a:lnTo>
                  <a:pt x="110" y="90"/>
                </a:lnTo>
                <a:lnTo>
                  <a:pt x="109" y="89"/>
                </a:lnTo>
                <a:lnTo>
                  <a:pt x="109" y="88"/>
                </a:lnTo>
                <a:lnTo>
                  <a:pt x="109" y="87"/>
                </a:lnTo>
                <a:lnTo>
                  <a:pt x="108" y="87"/>
                </a:lnTo>
                <a:lnTo>
                  <a:pt x="108" y="86"/>
                </a:lnTo>
                <a:lnTo>
                  <a:pt x="107" y="85"/>
                </a:lnTo>
                <a:lnTo>
                  <a:pt x="107" y="84"/>
                </a:lnTo>
                <a:lnTo>
                  <a:pt x="107" y="83"/>
                </a:lnTo>
                <a:lnTo>
                  <a:pt x="106" y="81"/>
                </a:lnTo>
                <a:lnTo>
                  <a:pt x="105" y="81"/>
                </a:lnTo>
                <a:lnTo>
                  <a:pt x="105" y="80"/>
                </a:lnTo>
                <a:lnTo>
                  <a:pt x="104" y="79"/>
                </a:lnTo>
                <a:lnTo>
                  <a:pt x="104" y="78"/>
                </a:lnTo>
                <a:lnTo>
                  <a:pt x="104" y="77"/>
                </a:lnTo>
                <a:lnTo>
                  <a:pt x="101" y="76"/>
                </a:lnTo>
                <a:lnTo>
                  <a:pt x="100" y="76"/>
                </a:lnTo>
                <a:lnTo>
                  <a:pt x="99" y="75"/>
                </a:lnTo>
                <a:lnTo>
                  <a:pt x="99" y="74"/>
                </a:lnTo>
                <a:lnTo>
                  <a:pt x="99" y="73"/>
                </a:lnTo>
                <a:lnTo>
                  <a:pt x="100" y="71"/>
                </a:lnTo>
                <a:lnTo>
                  <a:pt x="100" y="69"/>
                </a:lnTo>
                <a:lnTo>
                  <a:pt x="99" y="66"/>
                </a:lnTo>
                <a:lnTo>
                  <a:pt x="99" y="65"/>
                </a:lnTo>
                <a:lnTo>
                  <a:pt x="99" y="63"/>
                </a:lnTo>
                <a:lnTo>
                  <a:pt x="99" y="62"/>
                </a:lnTo>
                <a:lnTo>
                  <a:pt x="98" y="61"/>
                </a:lnTo>
                <a:lnTo>
                  <a:pt x="97" y="58"/>
                </a:lnTo>
                <a:lnTo>
                  <a:pt x="97" y="57"/>
                </a:lnTo>
                <a:lnTo>
                  <a:pt x="97" y="56"/>
                </a:lnTo>
                <a:lnTo>
                  <a:pt x="98" y="56"/>
                </a:lnTo>
                <a:lnTo>
                  <a:pt x="100" y="55"/>
                </a:lnTo>
                <a:lnTo>
                  <a:pt x="100" y="54"/>
                </a:lnTo>
                <a:lnTo>
                  <a:pt x="101" y="53"/>
                </a:lnTo>
                <a:lnTo>
                  <a:pt x="102" y="53"/>
                </a:lnTo>
                <a:lnTo>
                  <a:pt x="103" y="53"/>
                </a:lnTo>
                <a:lnTo>
                  <a:pt x="104" y="52"/>
                </a:lnTo>
                <a:lnTo>
                  <a:pt x="104" y="51"/>
                </a:lnTo>
                <a:lnTo>
                  <a:pt x="104" y="50"/>
                </a:lnTo>
                <a:lnTo>
                  <a:pt x="105" y="50"/>
                </a:lnTo>
                <a:lnTo>
                  <a:pt x="104" y="49"/>
                </a:lnTo>
                <a:lnTo>
                  <a:pt x="104" y="48"/>
                </a:lnTo>
                <a:lnTo>
                  <a:pt x="104" y="47"/>
                </a:lnTo>
                <a:lnTo>
                  <a:pt x="104" y="46"/>
                </a:lnTo>
                <a:lnTo>
                  <a:pt x="103" y="45"/>
                </a:lnTo>
                <a:lnTo>
                  <a:pt x="102" y="44"/>
                </a:lnTo>
                <a:lnTo>
                  <a:pt x="102" y="43"/>
                </a:lnTo>
                <a:lnTo>
                  <a:pt x="102" y="42"/>
                </a:lnTo>
                <a:lnTo>
                  <a:pt x="102" y="41"/>
                </a:lnTo>
                <a:lnTo>
                  <a:pt x="103" y="40"/>
                </a:lnTo>
                <a:lnTo>
                  <a:pt x="102" y="38"/>
                </a:lnTo>
                <a:lnTo>
                  <a:pt x="101" y="35"/>
                </a:lnTo>
                <a:lnTo>
                  <a:pt x="101" y="34"/>
                </a:lnTo>
                <a:lnTo>
                  <a:pt x="101" y="32"/>
                </a:lnTo>
                <a:lnTo>
                  <a:pt x="102" y="31"/>
                </a:lnTo>
                <a:lnTo>
                  <a:pt x="102" y="30"/>
                </a:lnTo>
                <a:lnTo>
                  <a:pt x="101" y="30"/>
                </a:lnTo>
                <a:lnTo>
                  <a:pt x="100" y="27"/>
                </a:lnTo>
                <a:lnTo>
                  <a:pt x="100" y="26"/>
                </a:lnTo>
                <a:lnTo>
                  <a:pt x="101" y="26"/>
                </a:lnTo>
                <a:lnTo>
                  <a:pt x="102" y="26"/>
                </a:lnTo>
                <a:lnTo>
                  <a:pt x="105" y="26"/>
                </a:lnTo>
                <a:lnTo>
                  <a:pt x="105" y="27"/>
                </a:lnTo>
                <a:lnTo>
                  <a:pt x="106" y="27"/>
                </a:lnTo>
                <a:lnTo>
                  <a:pt x="107" y="27"/>
                </a:lnTo>
                <a:lnTo>
                  <a:pt x="107" y="26"/>
                </a:lnTo>
                <a:lnTo>
                  <a:pt x="108" y="26"/>
                </a:lnTo>
                <a:lnTo>
                  <a:pt x="108" y="25"/>
                </a:lnTo>
                <a:lnTo>
                  <a:pt x="109" y="25"/>
                </a:lnTo>
                <a:lnTo>
                  <a:pt x="109" y="24"/>
                </a:lnTo>
                <a:lnTo>
                  <a:pt x="110" y="24"/>
                </a:lnTo>
                <a:lnTo>
                  <a:pt x="111" y="23"/>
                </a:lnTo>
                <a:lnTo>
                  <a:pt x="112" y="23"/>
                </a:lnTo>
                <a:lnTo>
                  <a:pt x="114" y="23"/>
                </a:lnTo>
                <a:lnTo>
                  <a:pt x="114" y="24"/>
                </a:lnTo>
                <a:lnTo>
                  <a:pt x="115" y="26"/>
                </a:lnTo>
                <a:lnTo>
                  <a:pt x="116" y="29"/>
                </a:lnTo>
                <a:lnTo>
                  <a:pt x="116" y="30"/>
                </a:lnTo>
                <a:lnTo>
                  <a:pt x="117" y="33"/>
                </a:lnTo>
                <a:lnTo>
                  <a:pt x="117" y="35"/>
                </a:lnTo>
                <a:lnTo>
                  <a:pt x="117" y="37"/>
                </a:lnTo>
                <a:lnTo>
                  <a:pt x="118" y="39"/>
                </a:lnTo>
                <a:lnTo>
                  <a:pt x="118" y="40"/>
                </a:lnTo>
                <a:lnTo>
                  <a:pt x="117" y="41"/>
                </a:lnTo>
                <a:lnTo>
                  <a:pt x="119" y="43"/>
                </a:lnTo>
                <a:lnTo>
                  <a:pt x="120" y="44"/>
                </a:lnTo>
                <a:lnTo>
                  <a:pt x="121" y="43"/>
                </a:lnTo>
                <a:lnTo>
                  <a:pt x="122" y="43"/>
                </a:lnTo>
                <a:lnTo>
                  <a:pt x="123" y="43"/>
                </a:lnTo>
                <a:lnTo>
                  <a:pt x="124" y="44"/>
                </a:lnTo>
                <a:lnTo>
                  <a:pt x="125" y="44"/>
                </a:lnTo>
                <a:lnTo>
                  <a:pt x="126" y="43"/>
                </a:lnTo>
                <a:lnTo>
                  <a:pt x="126" y="42"/>
                </a:lnTo>
                <a:lnTo>
                  <a:pt x="127" y="41"/>
                </a:lnTo>
                <a:lnTo>
                  <a:pt x="128" y="41"/>
                </a:lnTo>
                <a:lnTo>
                  <a:pt x="130" y="41"/>
                </a:lnTo>
                <a:lnTo>
                  <a:pt x="131" y="40"/>
                </a:lnTo>
                <a:lnTo>
                  <a:pt x="130" y="39"/>
                </a:lnTo>
                <a:lnTo>
                  <a:pt x="130" y="38"/>
                </a:lnTo>
                <a:lnTo>
                  <a:pt x="131" y="38"/>
                </a:lnTo>
                <a:lnTo>
                  <a:pt x="131" y="37"/>
                </a:lnTo>
                <a:lnTo>
                  <a:pt x="130" y="36"/>
                </a:lnTo>
                <a:lnTo>
                  <a:pt x="129" y="36"/>
                </a:lnTo>
                <a:lnTo>
                  <a:pt x="126" y="35"/>
                </a:lnTo>
                <a:lnTo>
                  <a:pt x="125" y="33"/>
                </a:lnTo>
                <a:lnTo>
                  <a:pt x="126" y="32"/>
                </a:lnTo>
                <a:lnTo>
                  <a:pt x="126" y="31"/>
                </a:lnTo>
                <a:lnTo>
                  <a:pt x="126" y="30"/>
                </a:lnTo>
                <a:lnTo>
                  <a:pt x="126" y="29"/>
                </a:lnTo>
                <a:lnTo>
                  <a:pt x="126" y="26"/>
                </a:lnTo>
                <a:lnTo>
                  <a:pt x="127" y="25"/>
                </a:lnTo>
                <a:lnTo>
                  <a:pt x="128" y="25"/>
                </a:lnTo>
                <a:lnTo>
                  <a:pt x="129" y="24"/>
                </a:lnTo>
                <a:lnTo>
                  <a:pt x="130" y="22"/>
                </a:lnTo>
                <a:lnTo>
                  <a:pt x="133" y="20"/>
                </a:lnTo>
                <a:lnTo>
                  <a:pt x="134" y="20"/>
                </a:lnTo>
                <a:lnTo>
                  <a:pt x="134" y="19"/>
                </a:lnTo>
                <a:lnTo>
                  <a:pt x="134" y="18"/>
                </a:lnTo>
                <a:lnTo>
                  <a:pt x="134" y="17"/>
                </a:lnTo>
                <a:lnTo>
                  <a:pt x="134" y="15"/>
                </a:lnTo>
                <a:lnTo>
                  <a:pt x="133" y="13"/>
                </a:lnTo>
                <a:lnTo>
                  <a:pt x="132" y="12"/>
                </a:lnTo>
                <a:lnTo>
                  <a:pt x="131" y="11"/>
                </a:lnTo>
                <a:lnTo>
                  <a:pt x="130" y="10"/>
                </a:lnTo>
                <a:lnTo>
                  <a:pt x="130" y="8"/>
                </a:lnTo>
                <a:lnTo>
                  <a:pt x="130" y="6"/>
                </a:lnTo>
                <a:lnTo>
                  <a:pt x="130" y="5"/>
                </a:lnTo>
                <a:lnTo>
                  <a:pt x="131" y="5"/>
                </a:lnTo>
                <a:lnTo>
                  <a:pt x="131" y="2"/>
                </a:lnTo>
                <a:lnTo>
                  <a:pt x="132" y="2"/>
                </a:lnTo>
                <a:lnTo>
                  <a:pt x="134" y="3"/>
                </a:lnTo>
                <a:lnTo>
                  <a:pt x="135" y="3"/>
                </a:lnTo>
                <a:lnTo>
                  <a:pt x="136" y="2"/>
                </a:lnTo>
                <a:lnTo>
                  <a:pt x="137" y="2"/>
                </a:lnTo>
                <a:lnTo>
                  <a:pt x="140" y="2"/>
                </a:lnTo>
                <a:lnTo>
                  <a:pt x="140" y="1"/>
                </a:lnTo>
                <a:lnTo>
                  <a:pt x="141" y="0"/>
                </a:lnTo>
                <a:lnTo>
                  <a:pt x="14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09" name=""/>
          <p:cNvSpPr/>
          <p:nvPr/>
        </p:nvSpPr>
        <p:spPr>
          <a:xfrm>
            <a:off x="5613840" y="3791880"/>
            <a:ext cx="672480" cy="354960"/>
          </a:xfrm>
          <a:custGeom>
            <a:avLst/>
            <a:gdLst/>
            <a:ahLst/>
            <a:rect l="0" t="0" r="r" b="b"/>
            <a:pathLst>
              <a:path w="1868" h="986">
                <a:moveTo>
                  <a:pt x="902" y="1"/>
                </a:moveTo>
                <a:lnTo>
                  <a:pt x="903" y="1"/>
                </a:lnTo>
                <a:lnTo>
                  <a:pt x="904" y="1"/>
                </a:lnTo>
                <a:lnTo>
                  <a:pt x="905" y="1"/>
                </a:lnTo>
                <a:lnTo>
                  <a:pt x="906" y="1"/>
                </a:lnTo>
                <a:lnTo>
                  <a:pt x="907" y="1"/>
                </a:lnTo>
                <a:lnTo>
                  <a:pt x="908" y="1"/>
                </a:lnTo>
                <a:lnTo>
                  <a:pt x="909" y="0"/>
                </a:lnTo>
                <a:lnTo>
                  <a:pt x="910" y="0"/>
                </a:lnTo>
                <a:lnTo>
                  <a:pt x="910" y="1"/>
                </a:lnTo>
                <a:lnTo>
                  <a:pt x="910" y="2"/>
                </a:lnTo>
                <a:lnTo>
                  <a:pt x="910" y="3"/>
                </a:lnTo>
                <a:lnTo>
                  <a:pt x="911" y="3"/>
                </a:lnTo>
                <a:lnTo>
                  <a:pt x="912" y="3"/>
                </a:lnTo>
                <a:lnTo>
                  <a:pt x="913" y="3"/>
                </a:lnTo>
                <a:lnTo>
                  <a:pt x="914" y="3"/>
                </a:lnTo>
                <a:lnTo>
                  <a:pt x="915" y="3"/>
                </a:lnTo>
                <a:lnTo>
                  <a:pt x="916" y="4"/>
                </a:lnTo>
                <a:lnTo>
                  <a:pt x="917" y="3"/>
                </a:lnTo>
                <a:lnTo>
                  <a:pt x="917" y="2"/>
                </a:lnTo>
                <a:lnTo>
                  <a:pt x="918" y="2"/>
                </a:lnTo>
                <a:lnTo>
                  <a:pt x="919" y="2"/>
                </a:lnTo>
                <a:lnTo>
                  <a:pt x="920" y="2"/>
                </a:lnTo>
                <a:lnTo>
                  <a:pt x="920" y="3"/>
                </a:lnTo>
                <a:lnTo>
                  <a:pt x="920" y="4"/>
                </a:lnTo>
                <a:lnTo>
                  <a:pt x="921" y="4"/>
                </a:lnTo>
                <a:lnTo>
                  <a:pt x="921" y="5"/>
                </a:lnTo>
                <a:lnTo>
                  <a:pt x="922" y="5"/>
                </a:lnTo>
                <a:lnTo>
                  <a:pt x="922" y="6"/>
                </a:lnTo>
                <a:lnTo>
                  <a:pt x="922" y="7"/>
                </a:lnTo>
                <a:lnTo>
                  <a:pt x="922" y="8"/>
                </a:lnTo>
                <a:lnTo>
                  <a:pt x="922" y="9"/>
                </a:lnTo>
                <a:lnTo>
                  <a:pt x="923" y="10"/>
                </a:lnTo>
                <a:lnTo>
                  <a:pt x="924" y="10"/>
                </a:lnTo>
                <a:lnTo>
                  <a:pt x="925" y="10"/>
                </a:lnTo>
                <a:lnTo>
                  <a:pt x="926" y="10"/>
                </a:lnTo>
                <a:lnTo>
                  <a:pt x="926" y="11"/>
                </a:lnTo>
                <a:lnTo>
                  <a:pt x="927" y="12"/>
                </a:lnTo>
                <a:lnTo>
                  <a:pt x="928" y="12"/>
                </a:lnTo>
                <a:lnTo>
                  <a:pt x="930" y="13"/>
                </a:lnTo>
                <a:lnTo>
                  <a:pt x="931" y="13"/>
                </a:lnTo>
                <a:lnTo>
                  <a:pt x="931" y="14"/>
                </a:lnTo>
                <a:lnTo>
                  <a:pt x="931" y="15"/>
                </a:lnTo>
                <a:lnTo>
                  <a:pt x="932" y="15"/>
                </a:lnTo>
                <a:lnTo>
                  <a:pt x="932" y="16"/>
                </a:lnTo>
                <a:lnTo>
                  <a:pt x="932" y="17"/>
                </a:lnTo>
                <a:lnTo>
                  <a:pt x="933" y="17"/>
                </a:lnTo>
                <a:lnTo>
                  <a:pt x="934" y="18"/>
                </a:lnTo>
                <a:lnTo>
                  <a:pt x="935" y="19"/>
                </a:lnTo>
                <a:lnTo>
                  <a:pt x="936" y="19"/>
                </a:lnTo>
                <a:lnTo>
                  <a:pt x="936" y="20"/>
                </a:lnTo>
                <a:lnTo>
                  <a:pt x="937" y="20"/>
                </a:lnTo>
                <a:lnTo>
                  <a:pt x="938" y="19"/>
                </a:lnTo>
                <a:lnTo>
                  <a:pt x="938" y="18"/>
                </a:lnTo>
                <a:lnTo>
                  <a:pt x="938" y="17"/>
                </a:lnTo>
                <a:lnTo>
                  <a:pt x="938" y="16"/>
                </a:lnTo>
                <a:lnTo>
                  <a:pt x="939" y="16"/>
                </a:lnTo>
                <a:lnTo>
                  <a:pt x="939" y="15"/>
                </a:lnTo>
                <a:lnTo>
                  <a:pt x="940" y="15"/>
                </a:lnTo>
                <a:lnTo>
                  <a:pt x="940" y="14"/>
                </a:lnTo>
                <a:lnTo>
                  <a:pt x="941" y="14"/>
                </a:lnTo>
                <a:lnTo>
                  <a:pt x="942" y="13"/>
                </a:lnTo>
                <a:lnTo>
                  <a:pt x="943" y="13"/>
                </a:lnTo>
                <a:lnTo>
                  <a:pt x="944" y="13"/>
                </a:lnTo>
                <a:lnTo>
                  <a:pt x="945" y="14"/>
                </a:lnTo>
                <a:lnTo>
                  <a:pt x="946" y="14"/>
                </a:lnTo>
                <a:lnTo>
                  <a:pt x="946" y="13"/>
                </a:lnTo>
                <a:lnTo>
                  <a:pt x="947" y="13"/>
                </a:lnTo>
                <a:lnTo>
                  <a:pt x="948" y="13"/>
                </a:lnTo>
                <a:lnTo>
                  <a:pt x="948" y="12"/>
                </a:lnTo>
                <a:lnTo>
                  <a:pt x="949" y="12"/>
                </a:lnTo>
                <a:lnTo>
                  <a:pt x="949" y="13"/>
                </a:lnTo>
                <a:lnTo>
                  <a:pt x="949" y="12"/>
                </a:lnTo>
                <a:lnTo>
                  <a:pt x="950" y="12"/>
                </a:lnTo>
                <a:lnTo>
                  <a:pt x="950" y="13"/>
                </a:lnTo>
                <a:lnTo>
                  <a:pt x="951" y="13"/>
                </a:lnTo>
                <a:lnTo>
                  <a:pt x="951" y="14"/>
                </a:lnTo>
                <a:lnTo>
                  <a:pt x="951" y="15"/>
                </a:lnTo>
                <a:lnTo>
                  <a:pt x="952" y="15"/>
                </a:lnTo>
                <a:lnTo>
                  <a:pt x="952" y="16"/>
                </a:lnTo>
                <a:lnTo>
                  <a:pt x="953" y="16"/>
                </a:lnTo>
                <a:lnTo>
                  <a:pt x="953" y="17"/>
                </a:lnTo>
                <a:lnTo>
                  <a:pt x="954" y="17"/>
                </a:lnTo>
                <a:lnTo>
                  <a:pt x="955" y="17"/>
                </a:lnTo>
                <a:lnTo>
                  <a:pt x="956" y="17"/>
                </a:lnTo>
                <a:lnTo>
                  <a:pt x="956" y="18"/>
                </a:lnTo>
                <a:lnTo>
                  <a:pt x="956" y="17"/>
                </a:lnTo>
                <a:lnTo>
                  <a:pt x="957" y="17"/>
                </a:lnTo>
                <a:lnTo>
                  <a:pt x="958" y="17"/>
                </a:lnTo>
                <a:lnTo>
                  <a:pt x="959" y="17"/>
                </a:lnTo>
                <a:lnTo>
                  <a:pt x="959" y="18"/>
                </a:lnTo>
                <a:lnTo>
                  <a:pt x="960" y="18"/>
                </a:lnTo>
                <a:lnTo>
                  <a:pt x="961" y="18"/>
                </a:lnTo>
                <a:lnTo>
                  <a:pt x="961" y="19"/>
                </a:lnTo>
                <a:lnTo>
                  <a:pt x="962" y="20"/>
                </a:lnTo>
                <a:lnTo>
                  <a:pt x="962" y="19"/>
                </a:lnTo>
                <a:lnTo>
                  <a:pt x="962" y="20"/>
                </a:lnTo>
                <a:lnTo>
                  <a:pt x="963" y="20"/>
                </a:lnTo>
                <a:lnTo>
                  <a:pt x="964" y="20"/>
                </a:lnTo>
                <a:lnTo>
                  <a:pt x="965" y="20"/>
                </a:lnTo>
                <a:lnTo>
                  <a:pt x="965" y="21"/>
                </a:lnTo>
                <a:lnTo>
                  <a:pt x="966" y="20"/>
                </a:lnTo>
                <a:lnTo>
                  <a:pt x="966" y="21"/>
                </a:lnTo>
                <a:lnTo>
                  <a:pt x="966" y="22"/>
                </a:lnTo>
                <a:lnTo>
                  <a:pt x="967" y="22"/>
                </a:lnTo>
                <a:lnTo>
                  <a:pt x="967" y="23"/>
                </a:lnTo>
                <a:lnTo>
                  <a:pt x="968" y="24"/>
                </a:lnTo>
                <a:lnTo>
                  <a:pt x="969" y="24"/>
                </a:lnTo>
                <a:lnTo>
                  <a:pt x="970" y="23"/>
                </a:lnTo>
                <a:lnTo>
                  <a:pt x="971" y="23"/>
                </a:lnTo>
                <a:lnTo>
                  <a:pt x="972" y="23"/>
                </a:lnTo>
                <a:lnTo>
                  <a:pt x="973" y="23"/>
                </a:lnTo>
                <a:lnTo>
                  <a:pt x="974" y="23"/>
                </a:lnTo>
                <a:lnTo>
                  <a:pt x="975" y="23"/>
                </a:lnTo>
                <a:lnTo>
                  <a:pt x="975" y="22"/>
                </a:lnTo>
                <a:lnTo>
                  <a:pt x="976" y="22"/>
                </a:lnTo>
                <a:lnTo>
                  <a:pt x="976" y="21"/>
                </a:lnTo>
                <a:lnTo>
                  <a:pt x="977" y="21"/>
                </a:lnTo>
                <a:lnTo>
                  <a:pt x="977" y="20"/>
                </a:lnTo>
                <a:lnTo>
                  <a:pt x="978" y="20"/>
                </a:lnTo>
                <a:lnTo>
                  <a:pt x="979" y="20"/>
                </a:lnTo>
                <a:lnTo>
                  <a:pt x="980" y="20"/>
                </a:lnTo>
                <a:lnTo>
                  <a:pt x="979" y="20"/>
                </a:lnTo>
                <a:lnTo>
                  <a:pt x="979" y="21"/>
                </a:lnTo>
                <a:lnTo>
                  <a:pt x="980" y="21"/>
                </a:lnTo>
                <a:lnTo>
                  <a:pt x="980" y="22"/>
                </a:lnTo>
                <a:lnTo>
                  <a:pt x="981" y="22"/>
                </a:lnTo>
                <a:lnTo>
                  <a:pt x="981" y="23"/>
                </a:lnTo>
                <a:lnTo>
                  <a:pt x="982" y="23"/>
                </a:lnTo>
                <a:lnTo>
                  <a:pt x="981" y="23"/>
                </a:lnTo>
                <a:lnTo>
                  <a:pt x="981" y="24"/>
                </a:lnTo>
                <a:lnTo>
                  <a:pt x="982" y="24"/>
                </a:lnTo>
                <a:lnTo>
                  <a:pt x="982" y="25"/>
                </a:lnTo>
                <a:lnTo>
                  <a:pt x="983" y="25"/>
                </a:lnTo>
                <a:lnTo>
                  <a:pt x="983" y="26"/>
                </a:lnTo>
                <a:lnTo>
                  <a:pt x="985" y="26"/>
                </a:lnTo>
                <a:lnTo>
                  <a:pt x="986" y="26"/>
                </a:lnTo>
                <a:lnTo>
                  <a:pt x="986" y="25"/>
                </a:lnTo>
                <a:lnTo>
                  <a:pt x="987" y="25"/>
                </a:lnTo>
                <a:lnTo>
                  <a:pt x="988" y="25"/>
                </a:lnTo>
                <a:lnTo>
                  <a:pt x="988" y="26"/>
                </a:lnTo>
                <a:lnTo>
                  <a:pt x="989" y="26"/>
                </a:lnTo>
                <a:lnTo>
                  <a:pt x="990" y="26"/>
                </a:lnTo>
                <a:lnTo>
                  <a:pt x="990" y="27"/>
                </a:lnTo>
                <a:lnTo>
                  <a:pt x="991" y="27"/>
                </a:lnTo>
                <a:lnTo>
                  <a:pt x="991" y="28"/>
                </a:lnTo>
                <a:lnTo>
                  <a:pt x="992" y="28"/>
                </a:lnTo>
                <a:lnTo>
                  <a:pt x="993" y="28"/>
                </a:lnTo>
                <a:lnTo>
                  <a:pt x="994" y="28"/>
                </a:lnTo>
                <a:lnTo>
                  <a:pt x="995" y="28"/>
                </a:lnTo>
                <a:lnTo>
                  <a:pt x="995" y="29"/>
                </a:lnTo>
                <a:lnTo>
                  <a:pt x="995" y="30"/>
                </a:lnTo>
                <a:lnTo>
                  <a:pt x="996" y="30"/>
                </a:lnTo>
                <a:lnTo>
                  <a:pt x="996" y="31"/>
                </a:lnTo>
                <a:lnTo>
                  <a:pt x="997" y="31"/>
                </a:lnTo>
                <a:lnTo>
                  <a:pt x="998" y="31"/>
                </a:lnTo>
                <a:lnTo>
                  <a:pt x="998" y="32"/>
                </a:lnTo>
                <a:lnTo>
                  <a:pt x="999" y="32"/>
                </a:lnTo>
                <a:lnTo>
                  <a:pt x="1000" y="32"/>
                </a:lnTo>
                <a:lnTo>
                  <a:pt x="1000" y="33"/>
                </a:lnTo>
                <a:lnTo>
                  <a:pt x="1001" y="34"/>
                </a:lnTo>
                <a:lnTo>
                  <a:pt x="1001" y="33"/>
                </a:lnTo>
                <a:lnTo>
                  <a:pt x="1002" y="33"/>
                </a:lnTo>
                <a:lnTo>
                  <a:pt x="1002" y="34"/>
                </a:lnTo>
                <a:lnTo>
                  <a:pt x="1003" y="34"/>
                </a:lnTo>
                <a:lnTo>
                  <a:pt x="1003" y="35"/>
                </a:lnTo>
                <a:lnTo>
                  <a:pt x="1004" y="35"/>
                </a:lnTo>
                <a:lnTo>
                  <a:pt x="1005" y="35"/>
                </a:lnTo>
                <a:lnTo>
                  <a:pt x="1005" y="36"/>
                </a:lnTo>
                <a:lnTo>
                  <a:pt x="1006" y="36"/>
                </a:lnTo>
                <a:lnTo>
                  <a:pt x="1007" y="35"/>
                </a:lnTo>
                <a:lnTo>
                  <a:pt x="1008" y="35"/>
                </a:lnTo>
                <a:lnTo>
                  <a:pt x="1008" y="36"/>
                </a:lnTo>
                <a:lnTo>
                  <a:pt x="1009" y="36"/>
                </a:lnTo>
                <a:lnTo>
                  <a:pt x="1010" y="36"/>
                </a:lnTo>
                <a:lnTo>
                  <a:pt x="1010" y="37"/>
                </a:lnTo>
                <a:lnTo>
                  <a:pt x="1011" y="37"/>
                </a:lnTo>
                <a:lnTo>
                  <a:pt x="1011" y="38"/>
                </a:lnTo>
                <a:lnTo>
                  <a:pt x="1012" y="38"/>
                </a:lnTo>
                <a:lnTo>
                  <a:pt x="1013" y="38"/>
                </a:lnTo>
                <a:lnTo>
                  <a:pt x="1014" y="38"/>
                </a:lnTo>
                <a:lnTo>
                  <a:pt x="1015" y="39"/>
                </a:lnTo>
                <a:lnTo>
                  <a:pt x="1016" y="39"/>
                </a:lnTo>
                <a:lnTo>
                  <a:pt x="1017" y="39"/>
                </a:lnTo>
                <a:lnTo>
                  <a:pt x="1017" y="40"/>
                </a:lnTo>
                <a:lnTo>
                  <a:pt x="1018" y="40"/>
                </a:lnTo>
                <a:lnTo>
                  <a:pt x="1019" y="40"/>
                </a:lnTo>
                <a:lnTo>
                  <a:pt x="1019" y="39"/>
                </a:lnTo>
                <a:lnTo>
                  <a:pt x="1020" y="39"/>
                </a:lnTo>
                <a:lnTo>
                  <a:pt x="1021" y="39"/>
                </a:lnTo>
                <a:lnTo>
                  <a:pt x="1021" y="40"/>
                </a:lnTo>
                <a:lnTo>
                  <a:pt x="1020" y="40"/>
                </a:lnTo>
                <a:lnTo>
                  <a:pt x="1019" y="40"/>
                </a:lnTo>
                <a:lnTo>
                  <a:pt x="1019" y="41"/>
                </a:lnTo>
                <a:lnTo>
                  <a:pt x="1018" y="41"/>
                </a:lnTo>
                <a:lnTo>
                  <a:pt x="1017" y="41"/>
                </a:lnTo>
                <a:lnTo>
                  <a:pt x="1017" y="42"/>
                </a:lnTo>
                <a:lnTo>
                  <a:pt x="1016" y="42"/>
                </a:lnTo>
                <a:lnTo>
                  <a:pt x="1015" y="42"/>
                </a:lnTo>
                <a:lnTo>
                  <a:pt x="1015" y="43"/>
                </a:lnTo>
                <a:lnTo>
                  <a:pt x="1015" y="42"/>
                </a:lnTo>
                <a:lnTo>
                  <a:pt x="1015" y="43"/>
                </a:lnTo>
                <a:lnTo>
                  <a:pt x="1015" y="44"/>
                </a:lnTo>
                <a:lnTo>
                  <a:pt x="1014" y="44"/>
                </a:lnTo>
                <a:lnTo>
                  <a:pt x="1014" y="45"/>
                </a:lnTo>
                <a:lnTo>
                  <a:pt x="1013" y="45"/>
                </a:lnTo>
                <a:lnTo>
                  <a:pt x="1013" y="44"/>
                </a:lnTo>
                <a:lnTo>
                  <a:pt x="1013" y="45"/>
                </a:lnTo>
                <a:lnTo>
                  <a:pt x="1012" y="45"/>
                </a:lnTo>
                <a:lnTo>
                  <a:pt x="1011" y="45"/>
                </a:lnTo>
                <a:lnTo>
                  <a:pt x="1011" y="46"/>
                </a:lnTo>
                <a:lnTo>
                  <a:pt x="1009" y="46"/>
                </a:lnTo>
                <a:lnTo>
                  <a:pt x="1008" y="46"/>
                </a:lnTo>
                <a:lnTo>
                  <a:pt x="1007" y="46"/>
                </a:lnTo>
                <a:lnTo>
                  <a:pt x="1006" y="47"/>
                </a:lnTo>
                <a:lnTo>
                  <a:pt x="1006" y="46"/>
                </a:lnTo>
                <a:lnTo>
                  <a:pt x="1005" y="46"/>
                </a:lnTo>
                <a:lnTo>
                  <a:pt x="1005" y="47"/>
                </a:lnTo>
                <a:lnTo>
                  <a:pt x="1005" y="46"/>
                </a:lnTo>
                <a:lnTo>
                  <a:pt x="1004" y="46"/>
                </a:lnTo>
                <a:lnTo>
                  <a:pt x="1004" y="47"/>
                </a:lnTo>
                <a:lnTo>
                  <a:pt x="1003" y="47"/>
                </a:lnTo>
                <a:lnTo>
                  <a:pt x="1002" y="47"/>
                </a:lnTo>
                <a:lnTo>
                  <a:pt x="1001" y="47"/>
                </a:lnTo>
                <a:lnTo>
                  <a:pt x="1000" y="47"/>
                </a:lnTo>
                <a:lnTo>
                  <a:pt x="999" y="47"/>
                </a:lnTo>
                <a:lnTo>
                  <a:pt x="999" y="46"/>
                </a:lnTo>
                <a:lnTo>
                  <a:pt x="998" y="46"/>
                </a:lnTo>
                <a:lnTo>
                  <a:pt x="998" y="47"/>
                </a:lnTo>
                <a:lnTo>
                  <a:pt x="997" y="47"/>
                </a:lnTo>
                <a:lnTo>
                  <a:pt x="997" y="46"/>
                </a:lnTo>
                <a:lnTo>
                  <a:pt x="996" y="46"/>
                </a:lnTo>
                <a:lnTo>
                  <a:pt x="996" y="45"/>
                </a:lnTo>
                <a:lnTo>
                  <a:pt x="995" y="45"/>
                </a:lnTo>
                <a:lnTo>
                  <a:pt x="994" y="45"/>
                </a:lnTo>
                <a:lnTo>
                  <a:pt x="994" y="46"/>
                </a:lnTo>
                <a:lnTo>
                  <a:pt x="994" y="47"/>
                </a:lnTo>
                <a:lnTo>
                  <a:pt x="993" y="47"/>
                </a:lnTo>
                <a:lnTo>
                  <a:pt x="993" y="48"/>
                </a:lnTo>
                <a:lnTo>
                  <a:pt x="994" y="48"/>
                </a:lnTo>
                <a:lnTo>
                  <a:pt x="994" y="49"/>
                </a:lnTo>
                <a:lnTo>
                  <a:pt x="995" y="49"/>
                </a:lnTo>
                <a:lnTo>
                  <a:pt x="995" y="50"/>
                </a:lnTo>
                <a:lnTo>
                  <a:pt x="996" y="50"/>
                </a:lnTo>
                <a:lnTo>
                  <a:pt x="995" y="50"/>
                </a:lnTo>
                <a:lnTo>
                  <a:pt x="995" y="51"/>
                </a:lnTo>
                <a:lnTo>
                  <a:pt x="995" y="52"/>
                </a:lnTo>
                <a:lnTo>
                  <a:pt x="995" y="53"/>
                </a:lnTo>
                <a:lnTo>
                  <a:pt x="996" y="54"/>
                </a:lnTo>
                <a:lnTo>
                  <a:pt x="996" y="55"/>
                </a:lnTo>
                <a:lnTo>
                  <a:pt x="996" y="56"/>
                </a:lnTo>
                <a:lnTo>
                  <a:pt x="995" y="56"/>
                </a:lnTo>
                <a:lnTo>
                  <a:pt x="995" y="57"/>
                </a:lnTo>
                <a:lnTo>
                  <a:pt x="995" y="58"/>
                </a:lnTo>
                <a:lnTo>
                  <a:pt x="996" y="58"/>
                </a:lnTo>
                <a:lnTo>
                  <a:pt x="997" y="58"/>
                </a:lnTo>
                <a:lnTo>
                  <a:pt x="998" y="59"/>
                </a:lnTo>
                <a:lnTo>
                  <a:pt x="999" y="59"/>
                </a:lnTo>
                <a:lnTo>
                  <a:pt x="999" y="60"/>
                </a:lnTo>
                <a:lnTo>
                  <a:pt x="1000" y="60"/>
                </a:lnTo>
                <a:lnTo>
                  <a:pt x="1000" y="59"/>
                </a:lnTo>
                <a:lnTo>
                  <a:pt x="1001" y="59"/>
                </a:lnTo>
                <a:lnTo>
                  <a:pt x="1002" y="60"/>
                </a:lnTo>
                <a:lnTo>
                  <a:pt x="1004" y="61"/>
                </a:lnTo>
                <a:lnTo>
                  <a:pt x="1005" y="61"/>
                </a:lnTo>
                <a:lnTo>
                  <a:pt x="1006" y="62"/>
                </a:lnTo>
                <a:lnTo>
                  <a:pt x="1007" y="62"/>
                </a:lnTo>
                <a:lnTo>
                  <a:pt x="1006" y="62"/>
                </a:lnTo>
                <a:lnTo>
                  <a:pt x="1005" y="62"/>
                </a:lnTo>
                <a:lnTo>
                  <a:pt x="1005" y="63"/>
                </a:lnTo>
                <a:lnTo>
                  <a:pt x="1006" y="63"/>
                </a:lnTo>
                <a:lnTo>
                  <a:pt x="1006" y="64"/>
                </a:lnTo>
                <a:lnTo>
                  <a:pt x="1007" y="64"/>
                </a:lnTo>
                <a:lnTo>
                  <a:pt x="1009" y="64"/>
                </a:lnTo>
                <a:lnTo>
                  <a:pt x="1010" y="64"/>
                </a:lnTo>
                <a:lnTo>
                  <a:pt x="1011" y="64"/>
                </a:lnTo>
                <a:lnTo>
                  <a:pt x="1012" y="64"/>
                </a:lnTo>
                <a:lnTo>
                  <a:pt x="1013" y="64"/>
                </a:lnTo>
                <a:lnTo>
                  <a:pt x="1014" y="64"/>
                </a:lnTo>
                <a:lnTo>
                  <a:pt x="1015" y="64"/>
                </a:lnTo>
                <a:lnTo>
                  <a:pt x="1015" y="65"/>
                </a:lnTo>
                <a:lnTo>
                  <a:pt x="1016" y="65"/>
                </a:lnTo>
                <a:lnTo>
                  <a:pt x="1017" y="65"/>
                </a:lnTo>
                <a:lnTo>
                  <a:pt x="1018" y="65"/>
                </a:lnTo>
                <a:lnTo>
                  <a:pt x="1019" y="65"/>
                </a:lnTo>
                <a:lnTo>
                  <a:pt x="1020" y="65"/>
                </a:lnTo>
                <a:lnTo>
                  <a:pt x="1021" y="65"/>
                </a:lnTo>
                <a:lnTo>
                  <a:pt x="1022" y="65"/>
                </a:lnTo>
                <a:lnTo>
                  <a:pt x="1023" y="64"/>
                </a:lnTo>
                <a:lnTo>
                  <a:pt x="1024" y="64"/>
                </a:lnTo>
                <a:lnTo>
                  <a:pt x="1025" y="64"/>
                </a:lnTo>
                <a:lnTo>
                  <a:pt x="1026" y="64"/>
                </a:lnTo>
                <a:lnTo>
                  <a:pt x="1027" y="64"/>
                </a:lnTo>
                <a:lnTo>
                  <a:pt x="1028" y="64"/>
                </a:lnTo>
                <a:lnTo>
                  <a:pt x="1029" y="65"/>
                </a:lnTo>
                <a:lnTo>
                  <a:pt x="1029" y="66"/>
                </a:lnTo>
                <a:lnTo>
                  <a:pt x="1027" y="67"/>
                </a:lnTo>
                <a:lnTo>
                  <a:pt x="1028" y="67"/>
                </a:lnTo>
                <a:lnTo>
                  <a:pt x="1028" y="68"/>
                </a:lnTo>
                <a:lnTo>
                  <a:pt x="1027" y="68"/>
                </a:lnTo>
                <a:lnTo>
                  <a:pt x="1027" y="69"/>
                </a:lnTo>
                <a:lnTo>
                  <a:pt x="1026" y="70"/>
                </a:lnTo>
                <a:lnTo>
                  <a:pt x="1026" y="71"/>
                </a:lnTo>
                <a:lnTo>
                  <a:pt x="1027" y="72"/>
                </a:lnTo>
                <a:lnTo>
                  <a:pt x="1027" y="73"/>
                </a:lnTo>
                <a:lnTo>
                  <a:pt x="1027" y="74"/>
                </a:lnTo>
                <a:lnTo>
                  <a:pt x="1026" y="74"/>
                </a:lnTo>
                <a:lnTo>
                  <a:pt x="1025" y="74"/>
                </a:lnTo>
                <a:lnTo>
                  <a:pt x="1024" y="74"/>
                </a:lnTo>
                <a:lnTo>
                  <a:pt x="1024" y="75"/>
                </a:lnTo>
                <a:lnTo>
                  <a:pt x="1024" y="76"/>
                </a:lnTo>
                <a:lnTo>
                  <a:pt x="1025" y="76"/>
                </a:lnTo>
                <a:lnTo>
                  <a:pt x="1025" y="77"/>
                </a:lnTo>
                <a:lnTo>
                  <a:pt x="1024" y="78"/>
                </a:lnTo>
                <a:lnTo>
                  <a:pt x="1024" y="79"/>
                </a:lnTo>
                <a:lnTo>
                  <a:pt x="1025" y="79"/>
                </a:lnTo>
                <a:lnTo>
                  <a:pt x="1025" y="80"/>
                </a:lnTo>
                <a:lnTo>
                  <a:pt x="1024" y="80"/>
                </a:lnTo>
                <a:lnTo>
                  <a:pt x="1024" y="81"/>
                </a:lnTo>
                <a:lnTo>
                  <a:pt x="1024" y="82"/>
                </a:lnTo>
                <a:lnTo>
                  <a:pt x="1024" y="84"/>
                </a:lnTo>
                <a:lnTo>
                  <a:pt x="1024" y="85"/>
                </a:lnTo>
                <a:lnTo>
                  <a:pt x="1023" y="85"/>
                </a:lnTo>
                <a:lnTo>
                  <a:pt x="1023" y="84"/>
                </a:lnTo>
                <a:lnTo>
                  <a:pt x="1023" y="85"/>
                </a:lnTo>
                <a:lnTo>
                  <a:pt x="1022" y="85"/>
                </a:lnTo>
                <a:lnTo>
                  <a:pt x="1022" y="86"/>
                </a:lnTo>
                <a:lnTo>
                  <a:pt x="1023" y="86"/>
                </a:lnTo>
                <a:lnTo>
                  <a:pt x="1023" y="87"/>
                </a:lnTo>
                <a:lnTo>
                  <a:pt x="1024" y="88"/>
                </a:lnTo>
                <a:lnTo>
                  <a:pt x="1024" y="89"/>
                </a:lnTo>
                <a:lnTo>
                  <a:pt x="1025" y="89"/>
                </a:lnTo>
                <a:lnTo>
                  <a:pt x="1025" y="90"/>
                </a:lnTo>
                <a:lnTo>
                  <a:pt x="1026" y="90"/>
                </a:lnTo>
                <a:lnTo>
                  <a:pt x="1026" y="91"/>
                </a:lnTo>
                <a:lnTo>
                  <a:pt x="1026" y="92"/>
                </a:lnTo>
                <a:lnTo>
                  <a:pt x="1025" y="92"/>
                </a:lnTo>
                <a:lnTo>
                  <a:pt x="1024" y="92"/>
                </a:lnTo>
                <a:lnTo>
                  <a:pt x="1024" y="93"/>
                </a:lnTo>
                <a:lnTo>
                  <a:pt x="1023" y="93"/>
                </a:lnTo>
                <a:lnTo>
                  <a:pt x="1023" y="92"/>
                </a:lnTo>
                <a:lnTo>
                  <a:pt x="1022" y="92"/>
                </a:lnTo>
                <a:lnTo>
                  <a:pt x="1021" y="92"/>
                </a:lnTo>
                <a:lnTo>
                  <a:pt x="1021" y="94"/>
                </a:lnTo>
                <a:lnTo>
                  <a:pt x="1020" y="95"/>
                </a:lnTo>
                <a:lnTo>
                  <a:pt x="1020" y="96"/>
                </a:lnTo>
                <a:lnTo>
                  <a:pt x="1020" y="97"/>
                </a:lnTo>
                <a:lnTo>
                  <a:pt x="1020" y="98"/>
                </a:lnTo>
                <a:lnTo>
                  <a:pt x="1021" y="99"/>
                </a:lnTo>
                <a:lnTo>
                  <a:pt x="1020" y="100"/>
                </a:lnTo>
                <a:lnTo>
                  <a:pt x="1021" y="100"/>
                </a:lnTo>
                <a:lnTo>
                  <a:pt x="1022" y="100"/>
                </a:lnTo>
                <a:lnTo>
                  <a:pt x="1023" y="100"/>
                </a:lnTo>
                <a:lnTo>
                  <a:pt x="1024" y="100"/>
                </a:lnTo>
                <a:lnTo>
                  <a:pt x="1024" y="101"/>
                </a:lnTo>
                <a:lnTo>
                  <a:pt x="1025" y="101"/>
                </a:lnTo>
                <a:lnTo>
                  <a:pt x="1025" y="102"/>
                </a:lnTo>
                <a:lnTo>
                  <a:pt x="1026" y="102"/>
                </a:lnTo>
                <a:lnTo>
                  <a:pt x="1025" y="102"/>
                </a:lnTo>
                <a:lnTo>
                  <a:pt x="1025" y="103"/>
                </a:lnTo>
                <a:lnTo>
                  <a:pt x="1024" y="103"/>
                </a:lnTo>
                <a:lnTo>
                  <a:pt x="1024" y="104"/>
                </a:lnTo>
                <a:lnTo>
                  <a:pt x="1023" y="104"/>
                </a:lnTo>
                <a:lnTo>
                  <a:pt x="1022" y="104"/>
                </a:lnTo>
                <a:lnTo>
                  <a:pt x="1023" y="104"/>
                </a:lnTo>
                <a:lnTo>
                  <a:pt x="1023" y="105"/>
                </a:lnTo>
                <a:lnTo>
                  <a:pt x="1022" y="105"/>
                </a:lnTo>
                <a:lnTo>
                  <a:pt x="1022" y="106"/>
                </a:lnTo>
                <a:lnTo>
                  <a:pt x="1021" y="106"/>
                </a:lnTo>
                <a:lnTo>
                  <a:pt x="1021" y="107"/>
                </a:lnTo>
                <a:lnTo>
                  <a:pt x="1020" y="107"/>
                </a:lnTo>
                <a:lnTo>
                  <a:pt x="1020" y="108"/>
                </a:lnTo>
                <a:lnTo>
                  <a:pt x="1019" y="108"/>
                </a:lnTo>
                <a:lnTo>
                  <a:pt x="1019" y="109"/>
                </a:lnTo>
                <a:lnTo>
                  <a:pt x="1018" y="109"/>
                </a:lnTo>
                <a:lnTo>
                  <a:pt x="1017" y="109"/>
                </a:lnTo>
                <a:lnTo>
                  <a:pt x="1016" y="108"/>
                </a:lnTo>
                <a:lnTo>
                  <a:pt x="1015" y="109"/>
                </a:lnTo>
                <a:lnTo>
                  <a:pt x="1014" y="109"/>
                </a:lnTo>
                <a:lnTo>
                  <a:pt x="1013" y="109"/>
                </a:lnTo>
                <a:lnTo>
                  <a:pt x="1012" y="110"/>
                </a:lnTo>
                <a:lnTo>
                  <a:pt x="1011" y="111"/>
                </a:lnTo>
                <a:lnTo>
                  <a:pt x="1011" y="112"/>
                </a:lnTo>
                <a:lnTo>
                  <a:pt x="1010" y="112"/>
                </a:lnTo>
                <a:lnTo>
                  <a:pt x="1010" y="113"/>
                </a:lnTo>
                <a:lnTo>
                  <a:pt x="1009" y="113"/>
                </a:lnTo>
                <a:lnTo>
                  <a:pt x="1008" y="113"/>
                </a:lnTo>
                <a:lnTo>
                  <a:pt x="1007" y="113"/>
                </a:lnTo>
                <a:lnTo>
                  <a:pt x="1006" y="114"/>
                </a:lnTo>
                <a:lnTo>
                  <a:pt x="1005" y="114"/>
                </a:lnTo>
                <a:lnTo>
                  <a:pt x="1004" y="114"/>
                </a:lnTo>
                <a:lnTo>
                  <a:pt x="1003" y="114"/>
                </a:lnTo>
                <a:lnTo>
                  <a:pt x="1002" y="114"/>
                </a:lnTo>
                <a:lnTo>
                  <a:pt x="1002" y="115"/>
                </a:lnTo>
                <a:lnTo>
                  <a:pt x="1002" y="116"/>
                </a:lnTo>
                <a:lnTo>
                  <a:pt x="1003" y="116"/>
                </a:lnTo>
                <a:lnTo>
                  <a:pt x="1003" y="117"/>
                </a:lnTo>
                <a:lnTo>
                  <a:pt x="1003" y="118"/>
                </a:lnTo>
                <a:lnTo>
                  <a:pt x="1003" y="119"/>
                </a:lnTo>
                <a:lnTo>
                  <a:pt x="1002" y="119"/>
                </a:lnTo>
                <a:lnTo>
                  <a:pt x="1002" y="120"/>
                </a:lnTo>
                <a:lnTo>
                  <a:pt x="1002" y="121"/>
                </a:lnTo>
                <a:lnTo>
                  <a:pt x="1002" y="122"/>
                </a:lnTo>
                <a:lnTo>
                  <a:pt x="1002" y="123"/>
                </a:lnTo>
                <a:lnTo>
                  <a:pt x="1003" y="123"/>
                </a:lnTo>
                <a:lnTo>
                  <a:pt x="1004" y="122"/>
                </a:lnTo>
                <a:lnTo>
                  <a:pt x="1005" y="122"/>
                </a:lnTo>
                <a:lnTo>
                  <a:pt x="1005" y="123"/>
                </a:lnTo>
                <a:lnTo>
                  <a:pt x="1005" y="124"/>
                </a:lnTo>
                <a:lnTo>
                  <a:pt x="1004" y="124"/>
                </a:lnTo>
                <a:lnTo>
                  <a:pt x="1003" y="124"/>
                </a:lnTo>
                <a:lnTo>
                  <a:pt x="1002" y="125"/>
                </a:lnTo>
                <a:lnTo>
                  <a:pt x="1001" y="125"/>
                </a:lnTo>
                <a:lnTo>
                  <a:pt x="1001" y="126"/>
                </a:lnTo>
                <a:lnTo>
                  <a:pt x="1000" y="126"/>
                </a:lnTo>
                <a:lnTo>
                  <a:pt x="1000" y="127"/>
                </a:lnTo>
                <a:lnTo>
                  <a:pt x="999" y="127"/>
                </a:lnTo>
                <a:lnTo>
                  <a:pt x="998" y="127"/>
                </a:lnTo>
                <a:lnTo>
                  <a:pt x="998" y="128"/>
                </a:lnTo>
                <a:lnTo>
                  <a:pt x="997" y="129"/>
                </a:lnTo>
                <a:lnTo>
                  <a:pt x="998" y="129"/>
                </a:lnTo>
                <a:lnTo>
                  <a:pt x="999" y="130"/>
                </a:lnTo>
                <a:lnTo>
                  <a:pt x="1000" y="130"/>
                </a:lnTo>
                <a:lnTo>
                  <a:pt x="1000" y="131"/>
                </a:lnTo>
                <a:lnTo>
                  <a:pt x="1000" y="132"/>
                </a:lnTo>
                <a:lnTo>
                  <a:pt x="1000" y="133"/>
                </a:lnTo>
                <a:lnTo>
                  <a:pt x="1001" y="133"/>
                </a:lnTo>
                <a:lnTo>
                  <a:pt x="1001" y="134"/>
                </a:lnTo>
                <a:lnTo>
                  <a:pt x="1002" y="134"/>
                </a:lnTo>
                <a:lnTo>
                  <a:pt x="1002" y="135"/>
                </a:lnTo>
                <a:lnTo>
                  <a:pt x="1003" y="135"/>
                </a:lnTo>
                <a:lnTo>
                  <a:pt x="1003" y="136"/>
                </a:lnTo>
                <a:lnTo>
                  <a:pt x="1003" y="137"/>
                </a:lnTo>
                <a:lnTo>
                  <a:pt x="1003" y="138"/>
                </a:lnTo>
                <a:lnTo>
                  <a:pt x="1004" y="138"/>
                </a:lnTo>
                <a:lnTo>
                  <a:pt x="1005" y="138"/>
                </a:lnTo>
                <a:lnTo>
                  <a:pt x="1005" y="139"/>
                </a:lnTo>
                <a:lnTo>
                  <a:pt x="1007" y="140"/>
                </a:lnTo>
                <a:lnTo>
                  <a:pt x="1007" y="139"/>
                </a:lnTo>
                <a:lnTo>
                  <a:pt x="1008" y="139"/>
                </a:lnTo>
                <a:lnTo>
                  <a:pt x="1009" y="140"/>
                </a:lnTo>
                <a:lnTo>
                  <a:pt x="1010" y="140"/>
                </a:lnTo>
                <a:lnTo>
                  <a:pt x="1010" y="141"/>
                </a:lnTo>
                <a:lnTo>
                  <a:pt x="1010" y="142"/>
                </a:lnTo>
                <a:lnTo>
                  <a:pt x="1010" y="143"/>
                </a:lnTo>
                <a:lnTo>
                  <a:pt x="1010" y="144"/>
                </a:lnTo>
                <a:lnTo>
                  <a:pt x="1010" y="145"/>
                </a:lnTo>
                <a:lnTo>
                  <a:pt x="1010" y="146"/>
                </a:lnTo>
                <a:lnTo>
                  <a:pt x="1009" y="146"/>
                </a:lnTo>
                <a:lnTo>
                  <a:pt x="1009" y="147"/>
                </a:lnTo>
                <a:lnTo>
                  <a:pt x="1010" y="147"/>
                </a:lnTo>
                <a:lnTo>
                  <a:pt x="1010" y="148"/>
                </a:lnTo>
                <a:lnTo>
                  <a:pt x="1010" y="149"/>
                </a:lnTo>
                <a:lnTo>
                  <a:pt x="1009" y="150"/>
                </a:lnTo>
                <a:lnTo>
                  <a:pt x="1008" y="150"/>
                </a:lnTo>
                <a:lnTo>
                  <a:pt x="1008" y="151"/>
                </a:lnTo>
                <a:lnTo>
                  <a:pt x="1009" y="152"/>
                </a:lnTo>
                <a:lnTo>
                  <a:pt x="1009" y="153"/>
                </a:lnTo>
                <a:lnTo>
                  <a:pt x="1008" y="154"/>
                </a:lnTo>
                <a:lnTo>
                  <a:pt x="1008" y="155"/>
                </a:lnTo>
                <a:lnTo>
                  <a:pt x="1008" y="156"/>
                </a:lnTo>
                <a:lnTo>
                  <a:pt x="1008" y="157"/>
                </a:lnTo>
                <a:lnTo>
                  <a:pt x="1007" y="158"/>
                </a:lnTo>
                <a:lnTo>
                  <a:pt x="1007" y="159"/>
                </a:lnTo>
                <a:lnTo>
                  <a:pt x="1008" y="160"/>
                </a:lnTo>
                <a:lnTo>
                  <a:pt x="1009" y="160"/>
                </a:lnTo>
                <a:lnTo>
                  <a:pt x="1009" y="161"/>
                </a:lnTo>
                <a:lnTo>
                  <a:pt x="1010" y="161"/>
                </a:lnTo>
                <a:lnTo>
                  <a:pt x="1009" y="162"/>
                </a:lnTo>
                <a:lnTo>
                  <a:pt x="1010" y="163"/>
                </a:lnTo>
                <a:lnTo>
                  <a:pt x="1010" y="162"/>
                </a:lnTo>
                <a:lnTo>
                  <a:pt x="1012" y="162"/>
                </a:lnTo>
                <a:lnTo>
                  <a:pt x="1013" y="163"/>
                </a:lnTo>
                <a:lnTo>
                  <a:pt x="1013" y="164"/>
                </a:lnTo>
                <a:lnTo>
                  <a:pt x="1014" y="164"/>
                </a:lnTo>
                <a:lnTo>
                  <a:pt x="1015" y="164"/>
                </a:lnTo>
                <a:lnTo>
                  <a:pt x="1015" y="163"/>
                </a:lnTo>
                <a:lnTo>
                  <a:pt x="1016" y="163"/>
                </a:lnTo>
                <a:lnTo>
                  <a:pt x="1016" y="164"/>
                </a:lnTo>
                <a:lnTo>
                  <a:pt x="1016" y="163"/>
                </a:lnTo>
                <a:lnTo>
                  <a:pt x="1017" y="163"/>
                </a:lnTo>
                <a:lnTo>
                  <a:pt x="1017" y="162"/>
                </a:lnTo>
                <a:lnTo>
                  <a:pt x="1018" y="162"/>
                </a:lnTo>
                <a:lnTo>
                  <a:pt x="1019" y="162"/>
                </a:lnTo>
                <a:lnTo>
                  <a:pt x="1020" y="161"/>
                </a:lnTo>
                <a:lnTo>
                  <a:pt x="1020" y="160"/>
                </a:lnTo>
                <a:lnTo>
                  <a:pt x="1021" y="160"/>
                </a:lnTo>
                <a:lnTo>
                  <a:pt x="1022" y="160"/>
                </a:lnTo>
                <a:lnTo>
                  <a:pt x="1022" y="161"/>
                </a:lnTo>
                <a:lnTo>
                  <a:pt x="1023" y="161"/>
                </a:lnTo>
                <a:lnTo>
                  <a:pt x="1024" y="161"/>
                </a:lnTo>
                <a:lnTo>
                  <a:pt x="1024" y="162"/>
                </a:lnTo>
                <a:lnTo>
                  <a:pt x="1025" y="161"/>
                </a:lnTo>
                <a:lnTo>
                  <a:pt x="1025" y="160"/>
                </a:lnTo>
                <a:lnTo>
                  <a:pt x="1026" y="160"/>
                </a:lnTo>
                <a:lnTo>
                  <a:pt x="1027" y="160"/>
                </a:lnTo>
                <a:lnTo>
                  <a:pt x="1028" y="160"/>
                </a:lnTo>
                <a:lnTo>
                  <a:pt x="1029" y="160"/>
                </a:lnTo>
                <a:lnTo>
                  <a:pt x="1030" y="161"/>
                </a:lnTo>
                <a:lnTo>
                  <a:pt x="1031" y="161"/>
                </a:lnTo>
                <a:lnTo>
                  <a:pt x="1031" y="162"/>
                </a:lnTo>
                <a:lnTo>
                  <a:pt x="1030" y="162"/>
                </a:lnTo>
                <a:lnTo>
                  <a:pt x="1030" y="163"/>
                </a:lnTo>
                <a:lnTo>
                  <a:pt x="1031" y="163"/>
                </a:lnTo>
                <a:lnTo>
                  <a:pt x="1031" y="164"/>
                </a:lnTo>
                <a:lnTo>
                  <a:pt x="1030" y="164"/>
                </a:lnTo>
                <a:lnTo>
                  <a:pt x="1030" y="165"/>
                </a:lnTo>
                <a:lnTo>
                  <a:pt x="1031" y="165"/>
                </a:lnTo>
                <a:lnTo>
                  <a:pt x="1032" y="165"/>
                </a:lnTo>
                <a:lnTo>
                  <a:pt x="1033" y="166"/>
                </a:lnTo>
                <a:lnTo>
                  <a:pt x="1033" y="167"/>
                </a:lnTo>
                <a:lnTo>
                  <a:pt x="1033" y="168"/>
                </a:lnTo>
                <a:lnTo>
                  <a:pt x="1033" y="170"/>
                </a:lnTo>
                <a:lnTo>
                  <a:pt x="1034" y="170"/>
                </a:lnTo>
                <a:lnTo>
                  <a:pt x="1035" y="170"/>
                </a:lnTo>
                <a:lnTo>
                  <a:pt x="1035" y="171"/>
                </a:lnTo>
                <a:lnTo>
                  <a:pt x="1034" y="171"/>
                </a:lnTo>
                <a:lnTo>
                  <a:pt x="1034" y="172"/>
                </a:lnTo>
                <a:lnTo>
                  <a:pt x="1033" y="172"/>
                </a:lnTo>
                <a:lnTo>
                  <a:pt x="1032" y="172"/>
                </a:lnTo>
                <a:lnTo>
                  <a:pt x="1031" y="172"/>
                </a:lnTo>
                <a:lnTo>
                  <a:pt x="1031" y="173"/>
                </a:lnTo>
                <a:lnTo>
                  <a:pt x="1032" y="173"/>
                </a:lnTo>
                <a:lnTo>
                  <a:pt x="1031" y="174"/>
                </a:lnTo>
                <a:lnTo>
                  <a:pt x="1030" y="175"/>
                </a:lnTo>
                <a:lnTo>
                  <a:pt x="1029" y="175"/>
                </a:lnTo>
                <a:lnTo>
                  <a:pt x="1029" y="176"/>
                </a:lnTo>
                <a:lnTo>
                  <a:pt x="1030" y="176"/>
                </a:lnTo>
                <a:lnTo>
                  <a:pt x="1030" y="177"/>
                </a:lnTo>
                <a:lnTo>
                  <a:pt x="1029" y="178"/>
                </a:lnTo>
                <a:lnTo>
                  <a:pt x="1028" y="178"/>
                </a:lnTo>
                <a:lnTo>
                  <a:pt x="1027" y="178"/>
                </a:lnTo>
                <a:lnTo>
                  <a:pt x="1026" y="177"/>
                </a:lnTo>
                <a:lnTo>
                  <a:pt x="1026" y="178"/>
                </a:lnTo>
                <a:lnTo>
                  <a:pt x="1025" y="178"/>
                </a:lnTo>
                <a:lnTo>
                  <a:pt x="1024" y="178"/>
                </a:lnTo>
                <a:lnTo>
                  <a:pt x="1024" y="179"/>
                </a:lnTo>
                <a:lnTo>
                  <a:pt x="1023" y="179"/>
                </a:lnTo>
                <a:lnTo>
                  <a:pt x="1023" y="180"/>
                </a:lnTo>
                <a:lnTo>
                  <a:pt x="1022" y="180"/>
                </a:lnTo>
                <a:lnTo>
                  <a:pt x="1023" y="181"/>
                </a:lnTo>
                <a:lnTo>
                  <a:pt x="1022" y="181"/>
                </a:lnTo>
                <a:lnTo>
                  <a:pt x="1022" y="182"/>
                </a:lnTo>
                <a:lnTo>
                  <a:pt x="1022" y="183"/>
                </a:lnTo>
                <a:lnTo>
                  <a:pt x="1023" y="183"/>
                </a:lnTo>
                <a:lnTo>
                  <a:pt x="1023" y="184"/>
                </a:lnTo>
                <a:lnTo>
                  <a:pt x="1023" y="185"/>
                </a:lnTo>
                <a:lnTo>
                  <a:pt x="1022" y="186"/>
                </a:lnTo>
                <a:lnTo>
                  <a:pt x="1023" y="186"/>
                </a:lnTo>
                <a:lnTo>
                  <a:pt x="1023" y="187"/>
                </a:lnTo>
                <a:lnTo>
                  <a:pt x="1024" y="188"/>
                </a:lnTo>
                <a:lnTo>
                  <a:pt x="1025" y="188"/>
                </a:lnTo>
                <a:lnTo>
                  <a:pt x="1026" y="188"/>
                </a:lnTo>
                <a:lnTo>
                  <a:pt x="1026" y="189"/>
                </a:lnTo>
                <a:lnTo>
                  <a:pt x="1027" y="189"/>
                </a:lnTo>
                <a:lnTo>
                  <a:pt x="1027" y="188"/>
                </a:lnTo>
                <a:lnTo>
                  <a:pt x="1028" y="188"/>
                </a:lnTo>
                <a:lnTo>
                  <a:pt x="1028" y="189"/>
                </a:lnTo>
                <a:lnTo>
                  <a:pt x="1028" y="190"/>
                </a:lnTo>
                <a:lnTo>
                  <a:pt x="1029" y="190"/>
                </a:lnTo>
                <a:lnTo>
                  <a:pt x="1028" y="191"/>
                </a:lnTo>
                <a:lnTo>
                  <a:pt x="1028" y="192"/>
                </a:lnTo>
                <a:lnTo>
                  <a:pt x="1029" y="192"/>
                </a:lnTo>
                <a:lnTo>
                  <a:pt x="1028" y="192"/>
                </a:lnTo>
                <a:lnTo>
                  <a:pt x="1027" y="193"/>
                </a:lnTo>
                <a:lnTo>
                  <a:pt x="1027" y="194"/>
                </a:lnTo>
                <a:lnTo>
                  <a:pt x="1027" y="195"/>
                </a:lnTo>
                <a:lnTo>
                  <a:pt x="1028" y="196"/>
                </a:lnTo>
                <a:lnTo>
                  <a:pt x="1029" y="196"/>
                </a:lnTo>
                <a:lnTo>
                  <a:pt x="1029" y="197"/>
                </a:lnTo>
                <a:lnTo>
                  <a:pt x="1030" y="197"/>
                </a:lnTo>
                <a:lnTo>
                  <a:pt x="1030" y="198"/>
                </a:lnTo>
                <a:lnTo>
                  <a:pt x="1030" y="199"/>
                </a:lnTo>
                <a:lnTo>
                  <a:pt x="1031" y="199"/>
                </a:lnTo>
                <a:lnTo>
                  <a:pt x="1030" y="199"/>
                </a:lnTo>
                <a:lnTo>
                  <a:pt x="1030" y="200"/>
                </a:lnTo>
                <a:lnTo>
                  <a:pt x="1031" y="200"/>
                </a:lnTo>
                <a:lnTo>
                  <a:pt x="1031" y="201"/>
                </a:lnTo>
                <a:lnTo>
                  <a:pt x="1030" y="201"/>
                </a:lnTo>
                <a:lnTo>
                  <a:pt x="1030" y="202"/>
                </a:lnTo>
                <a:lnTo>
                  <a:pt x="1030" y="203"/>
                </a:lnTo>
                <a:lnTo>
                  <a:pt x="1030" y="204"/>
                </a:lnTo>
                <a:lnTo>
                  <a:pt x="1031" y="204"/>
                </a:lnTo>
                <a:lnTo>
                  <a:pt x="1031" y="205"/>
                </a:lnTo>
                <a:lnTo>
                  <a:pt x="1030" y="205"/>
                </a:lnTo>
                <a:lnTo>
                  <a:pt x="1030" y="206"/>
                </a:lnTo>
                <a:lnTo>
                  <a:pt x="1030" y="207"/>
                </a:lnTo>
                <a:lnTo>
                  <a:pt x="1031" y="207"/>
                </a:lnTo>
                <a:lnTo>
                  <a:pt x="1031" y="208"/>
                </a:lnTo>
                <a:lnTo>
                  <a:pt x="1031" y="209"/>
                </a:lnTo>
                <a:lnTo>
                  <a:pt x="1031" y="210"/>
                </a:lnTo>
                <a:lnTo>
                  <a:pt x="1031" y="211"/>
                </a:lnTo>
                <a:lnTo>
                  <a:pt x="1030" y="211"/>
                </a:lnTo>
                <a:lnTo>
                  <a:pt x="1030" y="212"/>
                </a:lnTo>
                <a:lnTo>
                  <a:pt x="1030" y="213"/>
                </a:lnTo>
                <a:lnTo>
                  <a:pt x="1029" y="213"/>
                </a:lnTo>
                <a:lnTo>
                  <a:pt x="1029" y="214"/>
                </a:lnTo>
                <a:lnTo>
                  <a:pt x="1030" y="214"/>
                </a:lnTo>
                <a:lnTo>
                  <a:pt x="1031" y="214"/>
                </a:lnTo>
                <a:lnTo>
                  <a:pt x="1031" y="215"/>
                </a:lnTo>
                <a:lnTo>
                  <a:pt x="1031" y="216"/>
                </a:lnTo>
                <a:lnTo>
                  <a:pt x="1031" y="217"/>
                </a:lnTo>
                <a:lnTo>
                  <a:pt x="1032" y="217"/>
                </a:lnTo>
                <a:lnTo>
                  <a:pt x="1033" y="217"/>
                </a:lnTo>
                <a:lnTo>
                  <a:pt x="1034" y="217"/>
                </a:lnTo>
                <a:lnTo>
                  <a:pt x="1035" y="218"/>
                </a:lnTo>
                <a:lnTo>
                  <a:pt x="1034" y="218"/>
                </a:lnTo>
                <a:lnTo>
                  <a:pt x="1034" y="219"/>
                </a:lnTo>
                <a:lnTo>
                  <a:pt x="1035" y="219"/>
                </a:lnTo>
                <a:lnTo>
                  <a:pt x="1035" y="220"/>
                </a:lnTo>
                <a:lnTo>
                  <a:pt x="1035" y="221"/>
                </a:lnTo>
                <a:lnTo>
                  <a:pt x="1034" y="221"/>
                </a:lnTo>
                <a:lnTo>
                  <a:pt x="1033" y="222"/>
                </a:lnTo>
                <a:lnTo>
                  <a:pt x="1033" y="223"/>
                </a:lnTo>
                <a:lnTo>
                  <a:pt x="1032" y="223"/>
                </a:lnTo>
                <a:lnTo>
                  <a:pt x="1031" y="223"/>
                </a:lnTo>
                <a:lnTo>
                  <a:pt x="1031" y="224"/>
                </a:lnTo>
                <a:lnTo>
                  <a:pt x="1031" y="225"/>
                </a:lnTo>
                <a:lnTo>
                  <a:pt x="1031" y="226"/>
                </a:lnTo>
                <a:lnTo>
                  <a:pt x="1032" y="226"/>
                </a:lnTo>
                <a:lnTo>
                  <a:pt x="1032" y="227"/>
                </a:lnTo>
                <a:lnTo>
                  <a:pt x="1032" y="228"/>
                </a:lnTo>
                <a:lnTo>
                  <a:pt x="1032" y="229"/>
                </a:lnTo>
                <a:lnTo>
                  <a:pt x="1032" y="230"/>
                </a:lnTo>
                <a:lnTo>
                  <a:pt x="1031" y="230"/>
                </a:lnTo>
                <a:lnTo>
                  <a:pt x="1031" y="231"/>
                </a:lnTo>
                <a:lnTo>
                  <a:pt x="1031" y="232"/>
                </a:lnTo>
                <a:lnTo>
                  <a:pt x="1031" y="233"/>
                </a:lnTo>
                <a:lnTo>
                  <a:pt x="1030" y="234"/>
                </a:lnTo>
                <a:lnTo>
                  <a:pt x="1029" y="234"/>
                </a:lnTo>
                <a:lnTo>
                  <a:pt x="1029" y="235"/>
                </a:lnTo>
                <a:lnTo>
                  <a:pt x="1030" y="235"/>
                </a:lnTo>
                <a:lnTo>
                  <a:pt x="1031" y="236"/>
                </a:lnTo>
                <a:lnTo>
                  <a:pt x="1030" y="236"/>
                </a:lnTo>
                <a:lnTo>
                  <a:pt x="1030" y="237"/>
                </a:lnTo>
                <a:lnTo>
                  <a:pt x="1029" y="237"/>
                </a:lnTo>
                <a:lnTo>
                  <a:pt x="1029" y="238"/>
                </a:lnTo>
                <a:lnTo>
                  <a:pt x="1028" y="238"/>
                </a:lnTo>
                <a:lnTo>
                  <a:pt x="1027" y="239"/>
                </a:lnTo>
                <a:lnTo>
                  <a:pt x="1027" y="238"/>
                </a:lnTo>
                <a:lnTo>
                  <a:pt x="1026" y="238"/>
                </a:lnTo>
                <a:lnTo>
                  <a:pt x="1025" y="238"/>
                </a:lnTo>
                <a:lnTo>
                  <a:pt x="1025" y="239"/>
                </a:lnTo>
                <a:lnTo>
                  <a:pt x="1025" y="240"/>
                </a:lnTo>
                <a:lnTo>
                  <a:pt x="1025" y="241"/>
                </a:lnTo>
                <a:lnTo>
                  <a:pt x="1024" y="241"/>
                </a:lnTo>
                <a:lnTo>
                  <a:pt x="1022" y="241"/>
                </a:lnTo>
                <a:lnTo>
                  <a:pt x="1021" y="240"/>
                </a:lnTo>
                <a:lnTo>
                  <a:pt x="1021" y="241"/>
                </a:lnTo>
                <a:lnTo>
                  <a:pt x="1020" y="241"/>
                </a:lnTo>
                <a:lnTo>
                  <a:pt x="1019" y="241"/>
                </a:lnTo>
                <a:lnTo>
                  <a:pt x="1019" y="242"/>
                </a:lnTo>
                <a:lnTo>
                  <a:pt x="1018" y="243"/>
                </a:lnTo>
                <a:lnTo>
                  <a:pt x="1017" y="244"/>
                </a:lnTo>
                <a:lnTo>
                  <a:pt x="1017" y="243"/>
                </a:lnTo>
                <a:lnTo>
                  <a:pt x="1017" y="244"/>
                </a:lnTo>
                <a:lnTo>
                  <a:pt x="1016" y="244"/>
                </a:lnTo>
                <a:lnTo>
                  <a:pt x="1016" y="245"/>
                </a:lnTo>
                <a:lnTo>
                  <a:pt x="1015" y="246"/>
                </a:lnTo>
                <a:lnTo>
                  <a:pt x="1016" y="246"/>
                </a:lnTo>
                <a:lnTo>
                  <a:pt x="1016" y="248"/>
                </a:lnTo>
                <a:lnTo>
                  <a:pt x="1015" y="249"/>
                </a:lnTo>
                <a:lnTo>
                  <a:pt x="1014" y="249"/>
                </a:lnTo>
                <a:lnTo>
                  <a:pt x="1014" y="250"/>
                </a:lnTo>
                <a:lnTo>
                  <a:pt x="1015" y="250"/>
                </a:lnTo>
                <a:lnTo>
                  <a:pt x="1016" y="250"/>
                </a:lnTo>
                <a:lnTo>
                  <a:pt x="1016" y="251"/>
                </a:lnTo>
                <a:lnTo>
                  <a:pt x="1016" y="252"/>
                </a:lnTo>
                <a:lnTo>
                  <a:pt x="1017" y="252"/>
                </a:lnTo>
                <a:lnTo>
                  <a:pt x="1017" y="253"/>
                </a:lnTo>
                <a:lnTo>
                  <a:pt x="1018" y="253"/>
                </a:lnTo>
                <a:lnTo>
                  <a:pt x="1018" y="254"/>
                </a:lnTo>
                <a:lnTo>
                  <a:pt x="1018" y="255"/>
                </a:lnTo>
                <a:lnTo>
                  <a:pt x="1019" y="255"/>
                </a:lnTo>
                <a:lnTo>
                  <a:pt x="1018" y="255"/>
                </a:lnTo>
                <a:lnTo>
                  <a:pt x="1018" y="256"/>
                </a:lnTo>
                <a:lnTo>
                  <a:pt x="1019" y="256"/>
                </a:lnTo>
                <a:lnTo>
                  <a:pt x="1019" y="257"/>
                </a:lnTo>
                <a:lnTo>
                  <a:pt x="1019" y="258"/>
                </a:lnTo>
                <a:lnTo>
                  <a:pt x="1020" y="258"/>
                </a:lnTo>
                <a:lnTo>
                  <a:pt x="1021" y="258"/>
                </a:lnTo>
                <a:lnTo>
                  <a:pt x="1022" y="259"/>
                </a:lnTo>
                <a:lnTo>
                  <a:pt x="1022" y="260"/>
                </a:lnTo>
                <a:lnTo>
                  <a:pt x="1022" y="261"/>
                </a:lnTo>
                <a:lnTo>
                  <a:pt x="1023" y="261"/>
                </a:lnTo>
                <a:lnTo>
                  <a:pt x="1023" y="262"/>
                </a:lnTo>
                <a:lnTo>
                  <a:pt x="1024" y="262"/>
                </a:lnTo>
                <a:lnTo>
                  <a:pt x="1025" y="263"/>
                </a:lnTo>
                <a:lnTo>
                  <a:pt x="1026" y="263"/>
                </a:lnTo>
                <a:lnTo>
                  <a:pt x="1026" y="264"/>
                </a:lnTo>
                <a:lnTo>
                  <a:pt x="1026" y="265"/>
                </a:lnTo>
                <a:lnTo>
                  <a:pt x="1027" y="265"/>
                </a:lnTo>
                <a:lnTo>
                  <a:pt x="1027" y="266"/>
                </a:lnTo>
                <a:lnTo>
                  <a:pt x="1027" y="267"/>
                </a:lnTo>
                <a:lnTo>
                  <a:pt x="1028" y="267"/>
                </a:lnTo>
                <a:lnTo>
                  <a:pt x="1029" y="268"/>
                </a:lnTo>
                <a:lnTo>
                  <a:pt x="1030" y="268"/>
                </a:lnTo>
                <a:lnTo>
                  <a:pt x="1031" y="268"/>
                </a:lnTo>
                <a:lnTo>
                  <a:pt x="1032" y="267"/>
                </a:lnTo>
                <a:lnTo>
                  <a:pt x="1033" y="268"/>
                </a:lnTo>
                <a:lnTo>
                  <a:pt x="1034" y="268"/>
                </a:lnTo>
                <a:lnTo>
                  <a:pt x="1034" y="269"/>
                </a:lnTo>
                <a:lnTo>
                  <a:pt x="1034" y="270"/>
                </a:lnTo>
                <a:lnTo>
                  <a:pt x="1035" y="270"/>
                </a:lnTo>
                <a:lnTo>
                  <a:pt x="1035" y="271"/>
                </a:lnTo>
                <a:lnTo>
                  <a:pt x="1036" y="271"/>
                </a:lnTo>
                <a:lnTo>
                  <a:pt x="1036" y="272"/>
                </a:lnTo>
                <a:lnTo>
                  <a:pt x="1037" y="272"/>
                </a:lnTo>
                <a:lnTo>
                  <a:pt x="1038" y="272"/>
                </a:lnTo>
                <a:lnTo>
                  <a:pt x="1038" y="273"/>
                </a:lnTo>
                <a:lnTo>
                  <a:pt x="1038" y="274"/>
                </a:lnTo>
                <a:lnTo>
                  <a:pt x="1039" y="273"/>
                </a:lnTo>
                <a:lnTo>
                  <a:pt x="1040" y="273"/>
                </a:lnTo>
                <a:lnTo>
                  <a:pt x="1041" y="273"/>
                </a:lnTo>
                <a:lnTo>
                  <a:pt x="1041" y="274"/>
                </a:lnTo>
                <a:lnTo>
                  <a:pt x="1042" y="274"/>
                </a:lnTo>
                <a:lnTo>
                  <a:pt x="1041" y="274"/>
                </a:lnTo>
                <a:lnTo>
                  <a:pt x="1041" y="275"/>
                </a:lnTo>
                <a:lnTo>
                  <a:pt x="1040" y="276"/>
                </a:lnTo>
                <a:lnTo>
                  <a:pt x="1040" y="277"/>
                </a:lnTo>
                <a:lnTo>
                  <a:pt x="1039" y="278"/>
                </a:lnTo>
                <a:lnTo>
                  <a:pt x="1038" y="278"/>
                </a:lnTo>
                <a:lnTo>
                  <a:pt x="1038" y="279"/>
                </a:lnTo>
                <a:lnTo>
                  <a:pt x="1039" y="280"/>
                </a:lnTo>
                <a:lnTo>
                  <a:pt x="1039" y="281"/>
                </a:lnTo>
                <a:lnTo>
                  <a:pt x="1040" y="280"/>
                </a:lnTo>
                <a:lnTo>
                  <a:pt x="1041" y="280"/>
                </a:lnTo>
                <a:lnTo>
                  <a:pt x="1042" y="280"/>
                </a:lnTo>
                <a:lnTo>
                  <a:pt x="1042" y="281"/>
                </a:lnTo>
                <a:lnTo>
                  <a:pt x="1044" y="282"/>
                </a:lnTo>
                <a:lnTo>
                  <a:pt x="1045" y="282"/>
                </a:lnTo>
                <a:lnTo>
                  <a:pt x="1045" y="283"/>
                </a:lnTo>
                <a:lnTo>
                  <a:pt x="1046" y="283"/>
                </a:lnTo>
                <a:lnTo>
                  <a:pt x="1046" y="284"/>
                </a:lnTo>
                <a:lnTo>
                  <a:pt x="1046" y="285"/>
                </a:lnTo>
                <a:lnTo>
                  <a:pt x="1047" y="285"/>
                </a:lnTo>
                <a:lnTo>
                  <a:pt x="1048" y="286"/>
                </a:lnTo>
                <a:lnTo>
                  <a:pt x="1047" y="286"/>
                </a:lnTo>
                <a:lnTo>
                  <a:pt x="1047" y="287"/>
                </a:lnTo>
                <a:lnTo>
                  <a:pt x="1046" y="288"/>
                </a:lnTo>
                <a:lnTo>
                  <a:pt x="1047" y="289"/>
                </a:lnTo>
                <a:lnTo>
                  <a:pt x="1047" y="290"/>
                </a:lnTo>
                <a:lnTo>
                  <a:pt x="1046" y="290"/>
                </a:lnTo>
                <a:lnTo>
                  <a:pt x="1046" y="291"/>
                </a:lnTo>
                <a:lnTo>
                  <a:pt x="1046" y="292"/>
                </a:lnTo>
                <a:lnTo>
                  <a:pt x="1046" y="293"/>
                </a:lnTo>
                <a:lnTo>
                  <a:pt x="1045" y="293"/>
                </a:lnTo>
                <a:lnTo>
                  <a:pt x="1045" y="294"/>
                </a:lnTo>
                <a:lnTo>
                  <a:pt x="1046" y="294"/>
                </a:lnTo>
                <a:lnTo>
                  <a:pt x="1046" y="295"/>
                </a:lnTo>
                <a:lnTo>
                  <a:pt x="1046" y="296"/>
                </a:lnTo>
                <a:lnTo>
                  <a:pt x="1046" y="297"/>
                </a:lnTo>
                <a:lnTo>
                  <a:pt x="1047" y="297"/>
                </a:lnTo>
                <a:lnTo>
                  <a:pt x="1047" y="298"/>
                </a:lnTo>
                <a:lnTo>
                  <a:pt x="1047" y="299"/>
                </a:lnTo>
                <a:lnTo>
                  <a:pt x="1048" y="299"/>
                </a:lnTo>
                <a:lnTo>
                  <a:pt x="1048" y="300"/>
                </a:lnTo>
                <a:lnTo>
                  <a:pt x="1049" y="300"/>
                </a:lnTo>
                <a:lnTo>
                  <a:pt x="1050" y="300"/>
                </a:lnTo>
                <a:lnTo>
                  <a:pt x="1051" y="300"/>
                </a:lnTo>
                <a:lnTo>
                  <a:pt x="1051" y="301"/>
                </a:lnTo>
                <a:lnTo>
                  <a:pt x="1052" y="301"/>
                </a:lnTo>
                <a:lnTo>
                  <a:pt x="1053" y="301"/>
                </a:lnTo>
                <a:lnTo>
                  <a:pt x="1054" y="301"/>
                </a:lnTo>
                <a:lnTo>
                  <a:pt x="1054" y="302"/>
                </a:lnTo>
                <a:lnTo>
                  <a:pt x="1055" y="302"/>
                </a:lnTo>
                <a:lnTo>
                  <a:pt x="1054" y="302"/>
                </a:lnTo>
                <a:lnTo>
                  <a:pt x="1054" y="303"/>
                </a:lnTo>
                <a:lnTo>
                  <a:pt x="1055" y="303"/>
                </a:lnTo>
                <a:lnTo>
                  <a:pt x="1055" y="304"/>
                </a:lnTo>
                <a:lnTo>
                  <a:pt x="1055" y="305"/>
                </a:lnTo>
                <a:lnTo>
                  <a:pt x="1055" y="306"/>
                </a:lnTo>
                <a:lnTo>
                  <a:pt x="1055" y="307"/>
                </a:lnTo>
                <a:lnTo>
                  <a:pt x="1055" y="308"/>
                </a:lnTo>
                <a:lnTo>
                  <a:pt x="1056" y="308"/>
                </a:lnTo>
                <a:lnTo>
                  <a:pt x="1056" y="309"/>
                </a:lnTo>
                <a:lnTo>
                  <a:pt x="1057" y="309"/>
                </a:lnTo>
                <a:lnTo>
                  <a:pt x="1058" y="309"/>
                </a:lnTo>
                <a:lnTo>
                  <a:pt x="1059" y="309"/>
                </a:lnTo>
                <a:lnTo>
                  <a:pt x="1059" y="310"/>
                </a:lnTo>
                <a:lnTo>
                  <a:pt x="1060" y="310"/>
                </a:lnTo>
                <a:lnTo>
                  <a:pt x="1061" y="310"/>
                </a:lnTo>
                <a:lnTo>
                  <a:pt x="1062" y="310"/>
                </a:lnTo>
                <a:lnTo>
                  <a:pt x="1062" y="311"/>
                </a:lnTo>
                <a:lnTo>
                  <a:pt x="1063" y="311"/>
                </a:lnTo>
                <a:lnTo>
                  <a:pt x="1064" y="311"/>
                </a:lnTo>
                <a:lnTo>
                  <a:pt x="1064" y="312"/>
                </a:lnTo>
                <a:lnTo>
                  <a:pt x="1065" y="312"/>
                </a:lnTo>
                <a:lnTo>
                  <a:pt x="1066" y="311"/>
                </a:lnTo>
                <a:lnTo>
                  <a:pt x="1066" y="312"/>
                </a:lnTo>
                <a:lnTo>
                  <a:pt x="1066" y="311"/>
                </a:lnTo>
                <a:lnTo>
                  <a:pt x="1066" y="312"/>
                </a:lnTo>
                <a:lnTo>
                  <a:pt x="1066" y="311"/>
                </a:lnTo>
                <a:lnTo>
                  <a:pt x="1067" y="311"/>
                </a:lnTo>
                <a:lnTo>
                  <a:pt x="1067" y="312"/>
                </a:lnTo>
                <a:lnTo>
                  <a:pt x="1068" y="312"/>
                </a:lnTo>
                <a:lnTo>
                  <a:pt x="1069" y="312"/>
                </a:lnTo>
                <a:lnTo>
                  <a:pt x="1069" y="313"/>
                </a:lnTo>
                <a:lnTo>
                  <a:pt x="1070" y="314"/>
                </a:lnTo>
                <a:lnTo>
                  <a:pt x="1070" y="315"/>
                </a:lnTo>
                <a:lnTo>
                  <a:pt x="1071" y="315"/>
                </a:lnTo>
                <a:lnTo>
                  <a:pt x="1071" y="316"/>
                </a:lnTo>
                <a:lnTo>
                  <a:pt x="1072" y="317"/>
                </a:lnTo>
                <a:lnTo>
                  <a:pt x="1072" y="318"/>
                </a:lnTo>
                <a:lnTo>
                  <a:pt x="1073" y="318"/>
                </a:lnTo>
                <a:lnTo>
                  <a:pt x="1073" y="319"/>
                </a:lnTo>
                <a:lnTo>
                  <a:pt x="1074" y="320"/>
                </a:lnTo>
                <a:lnTo>
                  <a:pt x="1074" y="321"/>
                </a:lnTo>
                <a:lnTo>
                  <a:pt x="1075" y="321"/>
                </a:lnTo>
                <a:lnTo>
                  <a:pt x="1075" y="322"/>
                </a:lnTo>
                <a:lnTo>
                  <a:pt x="1076" y="322"/>
                </a:lnTo>
                <a:lnTo>
                  <a:pt x="1076" y="323"/>
                </a:lnTo>
                <a:lnTo>
                  <a:pt x="1076" y="324"/>
                </a:lnTo>
                <a:lnTo>
                  <a:pt x="1077" y="324"/>
                </a:lnTo>
                <a:lnTo>
                  <a:pt x="1076" y="324"/>
                </a:lnTo>
                <a:lnTo>
                  <a:pt x="1076" y="325"/>
                </a:lnTo>
                <a:lnTo>
                  <a:pt x="1077" y="326"/>
                </a:lnTo>
                <a:lnTo>
                  <a:pt x="1078" y="326"/>
                </a:lnTo>
                <a:lnTo>
                  <a:pt x="1078" y="327"/>
                </a:lnTo>
                <a:lnTo>
                  <a:pt x="1079" y="327"/>
                </a:lnTo>
                <a:lnTo>
                  <a:pt x="1080" y="327"/>
                </a:lnTo>
                <a:lnTo>
                  <a:pt x="1080" y="328"/>
                </a:lnTo>
                <a:lnTo>
                  <a:pt x="1081" y="328"/>
                </a:lnTo>
                <a:lnTo>
                  <a:pt x="1081" y="329"/>
                </a:lnTo>
                <a:lnTo>
                  <a:pt x="1082" y="329"/>
                </a:lnTo>
                <a:lnTo>
                  <a:pt x="1082" y="330"/>
                </a:lnTo>
                <a:lnTo>
                  <a:pt x="1083" y="330"/>
                </a:lnTo>
                <a:lnTo>
                  <a:pt x="1083" y="329"/>
                </a:lnTo>
                <a:lnTo>
                  <a:pt x="1084" y="330"/>
                </a:lnTo>
                <a:lnTo>
                  <a:pt x="1084" y="329"/>
                </a:lnTo>
                <a:lnTo>
                  <a:pt x="1085" y="329"/>
                </a:lnTo>
                <a:lnTo>
                  <a:pt x="1087" y="329"/>
                </a:lnTo>
                <a:lnTo>
                  <a:pt x="1088" y="329"/>
                </a:lnTo>
                <a:lnTo>
                  <a:pt x="1089" y="329"/>
                </a:lnTo>
                <a:lnTo>
                  <a:pt x="1090" y="329"/>
                </a:lnTo>
                <a:lnTo>
                  <a:pt x="1091" y="329"/>
                </a:lnTo>
                <a:lnTo>
                  <a:pt x="1092" y="330"/>
                </a:lnTo>
                <a:lnTo>
                  <a:pt x="1092" y="331"/>
                </a:lnTo>
                <a:lnTo>
                  <a:pt x="1093" y="331"/>
                </a:lnTo>
                <a:lnTo>
                  <a:pt x="1094" y="331"/>
                </a:lnTo>
                <a:lnTo>
                  <a:pt x="1095" y="331"/>
                </a:lnTo>
                <a:lnTo>
                  <a:pt x="1095" y="332"/>
                </a:lnTo>
                <a:lnTo>
                  <a:pt x="1096" y="332"/>
                </a:lnTo>
                <a:lnTo>
                  <a:pt x="1097" y="332"/>
                </a:lnTo>
                <a:lnTo>
                  <a:pt x="1098" y="333"/>
                </a:lnTo>
                <a:lnTo>
                  <a:pt x="1098" y="334"/>
                </a:lnTo>
                <a:lnTo>
                  <a:pt x="1099" y="334"/>
                </a:lnTo>
                <a:lnTo>
                  <a:pt x="1100" y="335"/>
                </a:lnTo>
                <a:lnTo>
                  <a:pt x="1101" y="335"/>
                </a:lnTo>
                <a:lnTo>
                  <a:pt x="1102" y="336"/>
                </a:lnTo>
                <a:lnTo>
                  <a:pt x="1103" y="337"/>
                </a:lnTo>
                <a:lnTo>
                  <a:pt x="1104" y="338"/>
                </a:lnTo>
                <a:lnTo>
                  <a:pt x="1105" y="338"/>
                </a:lnTo>
                <a:lnTo>
                  <a:pt x="1106" y="339"/>
                </a:lnTo>
                <a:lnTo>
                  <a:pt x="1107" y="340"/>
                </a:lnTo>
                <a:lnTo>
                  <a:pt x="1108" y="341"/>
                </a:lnTo>
                <a:lnTo>
                  <a:pt x="1109" y="341"/>
                </a:lnTo>
                <a:lnTo>
                  <a:pt x="1110" y="341"/>
                </a:lnTo>
                <a:lnTo>
                  <a:pt x="1110" y="342"/>
                </a:lnTo>
                <a:lnTo>
                  <a:pt x="1111" y="342"/>
                </a:lnTo>
                <a:lnTo>
                  <a:pt x="1112" y="342"/>
                </a:lnTo>
                <a:lnTo>
                  <a:pt x="1113" y="342"/>
                </a:lnTo>
                <a:lnTo>
                  <a:pt x="1114" y="342"/>
                </a:lnTo>
                <a:lnTo>
                  <a:pt x="1116" y="342"/>
                </a:lnTo>
                <a:lnTo>
                  <a:pt x="1116" y="343"/>
                </a:lnTo>
                <a:lnTo>
                  <a:pt x="1117" y="343"/>
                </a:lnTo>
                <a:lnTo>
                  <a:pt x="1117" y="344"/>
                </a:lnTo>
                <a:lnTo>
                  <a:pt x="1118" y="344"/>
                </a:lnTo>
                <a:lnTo>
                  <a:pt x="1119" y="344"/>
                </a:lnTo>
                <a:lnTo>
                  <a:pt x="1120" y="344"/>
                </a:lnTo>
                <a:lnTo>
                  <a:pt x="1121" y="344"/>
                </a:lnTo>
                <a:lnTo>
                  <a:pt x="1122" y="344"/>
                </a:lnTo>
                <a:lnTo>
                  <a:pt x="1123" y="344"/>
                </a:lnTo>
                <a:lnTo>
                  <a:pt x="1123" y="345"/>
                </a:lnTo>
                <a:lnTo>
                  <a:pt x="1123" y="344"/>
                </a:lnTo>
                <a:lnTo>
                  <a:pt x="1124" y="344"/>
                </a:lnTo>
                <a:lnTo>
                  <a:pt x="1125" y="344"/>
                </a:lnTo>
                <a:lnTo>
                  <a:pt x="1126" y="344"/>
                </a:lnTo>
                <a:lnTo>
                  <a:pt x="1127" y="344"/>
                </a:lnTo>
                <a:lnTo>
                  <a:pt x="1127" y="345"/>
                </a:lnTo>
                <a:lnTo>
                  <a:pt x="1127" y="346"/>
                </a:lnTo>
                <a:lnTo>
                  <a:pt x="1128" y="346"/>
                </a:lnTo>
                <a:lnTo>
                  <a:pt x="1128" y="347"/>
                </a:lnTo>
                <a:lnTo>
                  <a:pt x="1129" y="347"/>
                </a:lnTo>
                <a:lnTo>
                  <a:pt x="1129" y="346"/>
                </a:lnTo>
                <a:lnTo>
                  <a:pt x="1129" y="345"/>
                </a:lnTo>
                <a:lnTo>
                  <a:pt x="1130" y="344"/>
                </a:lnTo>
                <a:lnTo>
                  <a:pt x="1131" y="344"/>
                </a:lnTo>
                <a:lnTo>
                  <a:pt x="1132" y="344"/>
                </a:lnTo>
                <a:lnTo>
                  <a:pt x="1133" y="344"/>
                </a:lnTo>
                <a:lnTo>
                  <a:pt x="1134" y="344"/>
                </a:lnTo>
                <a:lnTo>
                  <a:pt x="1135" y="344"/>
                </a:lnTo>
                <a:lnTo>
                  <a:pt x="1136" y="344"/>
                </a:lnTo>
                <a:lnTo>
                  <a:pt x="1137" y="344"/>
                </a:lnTo>
                <a:lnTo>
                  <a:pt x="1138" y="344"/>
                </a:lnTo>
                <a:lnTo>
                  <a:pt x="1139" y="344"/>
                </a:lnTo>
                <a:lnTo>
                  <a:pt x="1140" y="345"/>
                </a:lnTo>
                <a:lnTo>
                  <a:pt x="1140" y="346"/>
                </a:lnTo>
                <a:lnTo>
                  <a:pt x="1141" y="346"/>
                </a:lnTo>
                <a:lnTo>
                  <a:pt x="1141" y="345"/>
                </a:lnTo>
                <a:lnTo>
                  <a:pt x="1142" y="345"/>
                </a:lnTo>
                <a:lnTo>
                  <a:pt x="1143" y="345"/>
                </a:lnTo>
                <a:lnTo>
                  <a:pt x="1144" y="345"/>
                </a:lnTo>
                <a:lnTo>
                  <a:pt x="1145" y="346"/>
                </a:lnTo>
                <a:lnTo>
                  <a:pt x="1146" y="346"/>
                </a:lnTo>
                <a:lnTo>
                  <a:pt x="1146" y="347"/>
                </a:lnTo>
                <a:lnTo>
                  <a:pt x="1147" y="347"/>
                </a:lnTo>
                <a:lnTo>
                  <a:pt x="1148" y="347"/>
                </a:lnTo>
                <a:lnTo>
                  <a:pt x="1148" y="348"/>
                </a:lnTo>
                <a:lnTo>
                  <a:pt x="1149" y="348"/>
                </a:lnTo>
                <a:lnTo>
                  <a:pt x="1149" y="349"/>
                </a:lnTo>
                <a:lnTo>
                  <a:pt x="1150" y="349"/>
                </a:lnTo>
                <a:lnTo>
                  <a:pt x="1150" y="348"/>
                </a:lnTo>
                <a:lnTo>
                  <a:pt x="1150" y="347"/>
                </a:lnTo>
                <a:lnTo>
                  <a:pt x="1151" y="347"/>
                </a:lnTo>
                <a:lnTo>
                  <a:pt x="1151" y="346"/>
                </a:lnTo>
                <a:lnTo>
                  <a:pt x="1152" y="346"/>
                </a:lnTo>
                <a:lnTo>
                  <a:pt x="1152" y="345"/>
                </a:lnTo>
                <a:lnTo>
                  <a:pt x="1153" y="344"/>
                </a:lnTo>
                <a:lnTo>
                  <a:pt x="1153" y="345"/>
                </a:lnTo>
                <a:lnTo>
                  <a:pt x="1154" y="345"/>
                </a:lnTo>
                <a:lnTo>
                  <a:pt x="1155" y="345"/>
                </a:lnTo>
                <a:lnTo>
                  <a:pt x="1155" y="344"/>
                </a:lnTo>
                <a:lnTo>
                  <a:pt x="1155" y="343"/>
                </a:lnTo>
                <a:lnTo>
                  <a:pt x="1156" y="343"/>
                </a:lnTo>
                <a:lnTo>
                  <a:pt x="1157" y="343"/>
                </a:lnTo>
                <a:lnTo>
                  <a:pt x="1157" y="342"/>
                </a:lnTo>
                <a:lnTo>
                  <a:pt x="1158" y="342"/>
                </a:lnTo>
                <a:lnTo>
                  <a:pt x="1159" y="342"/>
                </a:lnTo>
                <a:lnTo>
                  <a:pt x="1160" y="342"/>
                </a:lnTo>
                <a:lnTo>
                  <a:pt x="1161" y="342"/>
                </a:lnTo>
                <a:lnTo>
                  <a:pt x="1161" y="343"/>
                </a:lnTo>
                <a:lnTo>
                  <a:pt x="1162" y="343"/>
                </a:lnTo>
                <a:lnTo>
                  <a:pt x="1163" y="343"/>
                </a:lnTo>
                <a:lnTo>
                  <a:pt x="1163" y="344"/>
                </a:lnTo>
                <a:lnTo>
                  <a:pt x="1164" y="344"/>
                </a:lnTo>
                <a:lnTo>
                  <a:pt x="1164" y="345"/>
                </a:lnTo>
                <a:lnTo>
                  <a:pt x="1165" y="345"/>
                </a:lnTo>
                <a:lnTo>
                  <a:pt x="1167" y="345"/>
                </a:lnTo>
                <a:lnTo>
                  <a:pt x="1168" y="345"/>
                </a:lnTo>
                <a:lnTo>
                  <a:pt x="1168" y="346"/>
                </a:lnTo>
                <a:lnTo>
                  <a:pt x="1169" y="346"/>
                </a:lnTo>
                <a:lnTo>
                  <a:pt x="1170" y="346"/>
                </a:lnTo>
                <a:lnTo>
                  <a:pt x="1171" y="346"/>
                </a:lnTo>
                <a:lnTo>
                  <a:pt x="1172" y="346"/>
                </a:lnTo>
                <a:lnTo>
                  <a:pt x="1172" y="347"/>
                </a:lnTo>
                <a:lnTo>
                  <a:pt x="1173" y="347"/>
                </a:lnTo>
                <a:lnTo>
                  <a:pt x="1173" y="348"/>
                </a:lnTo>
                <a:lnTo>
                  <a:pt x="1175" y="348"/>
                </a:lnTo>
                <a:lnTo>
                  <a:pt x="1176" y="348"/>
                </a:lnTo>
                <a:lnTo>
                  <a:pt x="1176" y="349"/>
                </a:lnTo>
                <a:lnTo>
                  <a:pt x="1177" y="349"/>
                </a:lnTo>
                <a:lnTo>
                  <a:pt x="1178" y="349"/>
                </a:lnTo>
                <a:lnTo>
                  <a:pt x="1178" y="348"/>
                </a:lnTo>
                <a:lnTo>
                  <a:pt x="1179" y="348"/>
                </a:lnTo>
                <a:lnTo>
                  <a:pt x="1179" y="347"/>
                </a:lnTo>
                <a:lnTo>
                  <a:pt x="1180" y="347"/>
                </a:lnTo>
                <a:lnTo>
                  <a:pt x="1180" y="346"/>
                </a:lnTo>
                <a:lnTo>
                  <a:pt x="1181" y="346"/>
                </a:lnTo>
                <a:lnTo>
                  <a:pt x="1181" y="345"/>
                </a:lnTo>
                <a:lnTo>
                  <a:pt x="1182" y="345"/>
                </a:lnTo>
                <a:lnTo>
                  <a:pt x="1182" y="346"/>
                </a:lnTo>
                <a:lnTo>
                  <a:pt x="1183" y="346"/>
                </a:lnTo>
                <a:lnTo>
                  <a:pt x="1184" y="346"/>
                </a:lnTo>
                <a:lnTo>
                  <a:pt x="1185" y="346"/>
                </a:lnTo>
                <a:lnTo>
                  <a:pt x="1186" y="347"/>
                </a:lnTo>
                <a:lnTo>
                  <a:pt x="1187" y="347"/>
                </a:lnTo>
                <a:lnTo>
                  <a:pt x="1187" y="348"/>
                </a:lnTo>
                <a:lnTo>
                  <a:pt x="1188" y="348"/>
                </a:lnTo>
                <a:lnTo>
                  <a:pt x="1187" y="349"/>
                </a:lnTo>
                <a:lnTo>
                  <a:pt x="1187" y="350"/>
                </a:lnTo>
                <a:lnTo>
                  <a:pt x="1188" y="350"/>
                </a:lnTo>
                <a:lnTo>
                  <a:pt x="1188" y="351"/>
                </a:lnTo>
                <a:lnTo>
                  <a:pt x="1189" y="351"/>
                </a:lnTo>
                <a:lnTo>
                  <a:pt x="1189" y="352"/>
                </a:lnTo>
                <a:lnTo>
                  <a:pt x="1190" y="352"/>
                </a:lnTo>
                <a:lnTo>
                  <a:pt x="1191" y="352"/>
                </a:lnTo>
                <a:lnTo>
                  <a:pt x="1192" y="353"/>
                </a:lnTo>
                <a:lnTo>
                  <a:pt x="1193" y="353"/>
                </a:lnTo>
                <a:lnTo>
                  <a:pt x="1194" y="354"/>
                </a:lnTo>
                <a:lnTo>
                  <a:pt x="1195" y="354"/>
                </a:lnTo>
                <a:lnTo>
                  <a:pt x="1195" y="355"/>
                </a:lnTo>
                <a:lnTo>
                  <a:pt x="1196" y="355"/>
                </a:lnTo>
                <a:lnTo>
                  <a:pt x="1197" y="355"/>
                </a:lnTo>
                <a:lnTo>
                  <a:pt x="1197" y="356"/>
                </a:lnTo>
                <a:lnTo>
                  <a:pt x="1198" y="357"/>
                </a:lnTo>
                <a:lnTo>
                  <a:pt x="1199" y="357"/>
                </a:lnTo>
                <a:lnTo>
                  <a:pt x="1200" y="358"/>
                </a:lnTo>
                <a:lnTo>
                  <a:pt x="1201" y="358"/>
                </a:lnTo>
                <a:lnTo>
                  <a:pt x="1202" y="358"/>
                </a:lnTo>
                <a:lnTo>
                  <a:pt x="1203" y="359"/>
                </a:lnTo>
                <a:lnTo>
                  <a:pt x="1204" y="359"/>
                </a:lnTo>
                <a:lnTo>
                  <a:pt x="1205" y="359"/>
                </a:lnTo>
                <a:lnTo>
                  <a:pt x="1205" y="360"/>
                </a:lnTo>
                <a:lnTo>
                  <a:pt x="1206" y="360"/>
                </a:lnTo>
                <a:lnTo>
                  <a:pt x="1206" y="361"/>
                </a:lnTo>
                <a:lnTo>
                  <a:pt x="1207" y="361"/>
                </a:lnTo>
                <a:lnTo>
                  <a:pt x="1208" y="362"/>
                </a:lnTo>
                <a:lnTo>
                  <a:pt x="1209" y="362"/>
                </a:lnTo>
                <a:lnTo>
                  <a:pt x="1209" y="361"/>
                </a:lnTo>
                <a:lnTo>
                  <a:pt x="1210" y="361"/>
                </a:lnTo>
                <a:lnTo>
                  <a:pt x="1211" y="361"/>
                </a:lnTo>
                <a:lnTo>
                  <a:pt x="1212" y="362"/>
                </a:lnTo>
                <a:lnTo>
                  <a:pt x="1212" y="361"/>
                </a:lnTo>
                <a:lnTo>
                  <a:pt x="1213" y="361"/>
                </a:lnTo>
                <a:lnTo>
                  <a:pt x="1213" y="362"/>
                </a:lnTo>
                <a:lnTo>
                  <a:pt x="1213" y="363"/>
                </a:lnTo>
                <a:lnTo>
                  <a:pt x="1213" y="364"/>
                </a:lnTo>
                <a:lnTo>
                  <a:pt x="1214" y="364"/>
                </a:lnTo>
                <a:lnTo>
                  <a:pt x="1215" y="365"/>
                </a:lnTo>
                <a:lnTo>
                  <a:pt x="1215" y="366"/>
                </a:lnTo>
                <a:lnTo>
                  <a:pt x="1214" y="366"/>
                </a:lnTo>
                <a:lnTo>
                  <a:pt x="1215" y="366"/>
                </a:lnTo>
                <a:lnTo>
                  <a:pt x="1216" y="366"/>
                </a:lnTo>
                <a:lnTo>
                  <a:pt x="1217" y="366"/>
                </a:lnTo>
                <a:lnTo>
                  <a:pt x="1218" y="366"/>
                </a:lnTo>
                <a:lnTo>
                  <a:pt x="1218" y="367"/>
                </a:lnTo>
                <a:lnTo>
                  <a:pt x="1218" y="368"/>
                </a:lnTo>
                <a:lnTo>
                  <a:pt x="1218" y="369"/>
                </a:lnTo>
                <a:lnTo>
                  <a:pt x="1219" y="369"/>
                </a:lnTo>
                <a:lnTo>
                  <a:pt x="1220" y="369"/>
                </a:lnTo>
                <a:lnTo>
                  <a:pt x="1220" y="370"/>
                </a:lnTo>
                <a:lnTo>
                  <a:pt x="1221" y="370"/>
                </a:lnTo>
                <a:lnTo>
                  <a:pt x="1221" y="371"/>
                </a:lnTo>
                <a:lnTo>
                  <a:pt x="1221" y="372"/>
                </a:lnTo>
                <a:lnTo>
                  <a:pt x="1222" y="373"/>
                </a:lnTo>
                <a:lnTo>
                  <a:pt x="1223" y="373"/>
                </a:lnTo>
                <a:lnTo>
                  <a:pt x="1223" y="374"/>
                </a:lnTo>
                <a:lnTo>
                  <a:pt x="1223" y="375"/>
                </a:lnTo>
                <a:lnTo>
                  <a:pt x="1224" y="375"/>
                </a:lnTo>
                <a:lnTo>
                  <a:pt x="1224" y="374"/>
                </a:lnTo>
                <a:lnTo>
                  <a:pt x="1225" y="374"/>
                </a:lnTo>
                <a:lnTo>
                  <a:pt x="1225" y="375"/>
                </a:lnTo>
                <a:lnTo>
                  <a:pt x="1225" y="374"/>
                </a:lnTo>
                <a:lnTo>
                  <a:pt x="1226" y="374"/>
                </a:lnTo>
                <a:lnTo>
                  <a:pt x="1227" y="374"/>
                </a:lnTo>
                <a:lnTo>
                  <a:pt x="1227" y="373"/>
                </a:lnTo>
                <a:lnTo>
                  <a:pt x="1228" y="373"/>
                </a:lnTo>
                <a:lnTo>
                  <a:pt x="1228" y="374"/>
                </a:lnTo>
                <a:lnTo>
                  <a:pt x="1230" y="374"/>
                </a:lnTo>
                <a:lnTo>
                  <a:pt x="1230" y="373"/>
                </a:lnTo>
                <a:lnTo>
                  <a:pt x="1230" y="372"/>
                </a:lnTo>
                <a:lnTo>
                  <a:pt x="1229" y="372"/>
                </a:lnTo>
                <a:lnTo>
                  <a:pt x="1230" y="371"/>
                </a:lnTo>
                <a:lnTo>
                  <a:pt x="1231" y="371"/>
                </a:lnTo>
                <a:lnTo>
                  <a:pt x="1231" y="370"/>
                </a:lnTo>
                <a:lnTo>
                  <a:pt x="1231" y="371"/>
                </a:lnTo>
                <a:lnTo>
                  <a:pt x="1232" y="371"/>
                </a:lnTo>
                <a:lnTo>
                  <a:pt x="1233" y="370"/>
                </a:lnTo>
                <a:lnTo>
                  <a:pt x="1234" y="371"/>
                </a:lnTo>
                <a:lnTo>
                  <a:pt x="1236" y="371"/>
                </a:lnTo>
                <a:lnTo>
                  <a:pt x="1237" y="370"/>
                </a:lnTo>
                <a:lnTo>
                  <a:pt x="1238" y="370"/>
                </a:lnTo>
                <a:lnTo>
                  <a:pt x="1238" y="369"/>
                </a:lnTo>
                <a:lnTo>
                  <a:pt x="1239" y="369"/>
                </a:lnTo>
                <a:lnTo>
                  <a:pt x="1239" y="368"/>
                </a:lnTo>
                <a:lnTo>
                  <a:pt x="1240" y="368"/>
                </a:lnTo>
                <a:lnTo>
                  <a:pt x="1241" y="368"/>
                </a:lnTo>
                <a:lnTo>
                  <a:pt x="1241" y="369"/>
                </a:lnTo>
                <a:lnTo>
                  <a:pt x="1243" y="369"/>
                </a:lnTo>
                <a:lnTo>
                  <a:pt x="1243" y="370"/>
                </a:lnTo>
                <a:lnTo>
                  <a:pt x="1244" y="370"/>
                </a:lnTo>
                <a:lnTo>
                  <a:pt x="1245" y="370"/>
                </a:lnTo>
                <a:lnTo>
                  <a:pt x="1246" y="370"/>
                </a:lnTo>
                <a:lnTo>
                  <a:pt x="1246" y="371"/>
                </a:lnTo>
                <a:lnTo>
                  <a:pt x="1247" y="372"/>
                </a:lnTo>
                <a:lnTo>
                  <a:pt x="1248" y="372"/>
                </a:lnTo>
                <a:lnTo>
                  <a:pt x="1248" y="373"/>
                </a:lnTo>
                <a:lnTo>
                  <a:pt x="1248" y="374"/>
                </a:lnTo>
                <a:lnTo>
                  <a:pt x="1247" y="374"/>
                </a:lnTo>
                <a:lnTo>
                  <a:pt x="1247" y="375"/>
                </a:lnTo>
                <a:lnTo>
                  <a:pt x="1245" y="376"/>
                </a:lnTo>
                <a:lnTo>
                  <a:pt x="1245" y="377"/>
                </a:lnTo>
                <a:lnTo>
                  <a:pt x="1246" y="377"/>
                </a:lnTo>
                <a:lnTo>
                  <a:pt x="1246" y="378"/>
                </a:lnTo>
                <a:lnTo>
                  <a:pt x="1246" y="379"/>
                </a:lnTo>
                <a:lnTo>
                  <a:pt x="1246" y="380"/>
                </a:lnTo>
                <a:lnTo>
                  <a:pt x="1246" y="381"/>
                </a:lnTo>
                <a:lnTo>
                  <a:pt x="1245" y="381"/>
                </a:lnTo>
                <a:lnTo>
                  <a:pt x="1245" y="382"/>
                </a:lnTo>
                <a:lnTo>
                  <a:pt x="1246" y="382"/>
                </a:lnTo>
                <a:lnTo>
                  <a:pt x="1247" y="383"/>
                </a:lnTo>
                <a:lnTo>
                  <a:pt x="1248" y="383"/>
                </a:lnTo>
                <a:lnTo>
                  <a:pt x="1249" y="384"/>
                </a:lnTo>
                <a:lnTo>
                  <a:pt x="1250" y="384"/>
                </a:lnTo>
                <a:lnTo>
                  <a:pt x="1250" y="385"/>
                </a:lnTo>
                <a:lnTo>
                  <a:pt x="1251" y="385"/>
                </a:lnTo>
                <a:lnTo>
                  <a:pt x="1252" y="385"/>
                </a:lnTo>
                <a:lnTo>
                  <a:pt x="1252" y="384"/>
                </a:lnTo>
                <a:lnTo>
                  <a:pt x="1253" y="384"/>
                </a:lnTo>
                <a:lnTo>
                  <a:pt x="1253" y="383"/>
                </a:lnTo>
                <a:lnTo>
                  <a:pt x="1254" y="383"/>
                </a:lnTo>
                <a:lnTo>
                  <a:pt x="1254" y="382"/>
                </a:lnTo>
                <a:lnTo>
                  <a:pt x="1255" y="382"/>
                </a:lnTo>
                <a:lnTo>
                  <a:pt x="1256" y="382"/>
                </a:lnTo>
                <a:lnTo>
                  <a:pt x="1257" y="382"/>
                </a:lnTo>
                <a:lnTo>
                  <a:pt x="1257" y="383"/>
                </a:lnTo>
                <a:lnTo>
                  <a:pt x="1258" y="383"/>
                </a:lnTo>
                <a:lnTo>
                  <a:pt x="1259" y="383"/>
                </a:lnTo>
                <a:lnTo>
                  <a:pt x="1260" y="382"/>
                </a:lnTo>
                <a:lnTo>
                  <a:pt x="1259" y="381"/>
                </a:lnTo>
                <a:lnTo>
                  <a:pt x="1259" y="380"/>
                </a:lnTo>
                <a:lnTo>
                  <a:pt x="1261" y="381"/>
                </a:lnTo>
                <a:lnTo>
                  <a:pt x="1262" y="381"/>
                </a:lnTo>
                <a:lnTo>
                  <a:pt x="1262" y="382"/>
                </a:lnTo>
                <a:lnTo>
                  <a:pt x="1263" y="382"/>
                </a:lnTo>
                <a:lnTo>
                  <a:pt x="1264" y="382"/>
                </a:lnTo>
                <a:lnTo>
                  <a:pt x="1265" y="382"/>
                </a:lnTo>
                <a:lnTo>
                  <a:pt x="1265" y="381"/>
                </a:lnTo>
                <a:lnTo>
                  <a:pt x="1266" y="381"/>
                </a:lnTo>
                <a:lnTo>
                  <a:pt x="1267" y="381"/>
                </a:lnTo>
                <a:lnTo>
                  <a:pt x="1268" y="380"/>
                </a:lnTo>
                <a:lnTo>
                  <a:pt x="1269" y="380"/>
                </a:lnTo>
                <a:lnTo>
                  <a:pt x="1269" y="381"/>
                </a:lnTo>
                <a:lnTo>
                  <a:pt x="1270" y="382"/>
                </a:lnTo>
                <a:lnTo>
                  <a:pt x="1271" y="382"/>
                </a:lnTo>
                <a:lnTo>
                  <a:pt x="1271" y="383"/>
                </a:lnTo>
                <a:lnTo>
                  <a:pt x="1271" y="382"/>
                </a:lnTo>
                <a:lnTo>
                  <a:pt x="1272" y="382"/>
                </a:lnTo>
                <a:lnTo>
                  <a:pt x="1272" y="383"/>
                </a:lnTo>
                <a:lnTo>
                  <a:pt x="1273" y="383"/>
                </a:lnTo>
                <a:lnTo>
                  <a:pt x="1273" y="382"/>
                </a:lnTo>
                <a:lnTo>
                  <a:pt x="1274" y="383"/>
                </a:lnTo>
                <a:lnTo>
                  <a:pt x="1275" y="383"/>
                </a:lnTo>
                <a:lnTo>
                  <a:pt x="1276" y="383"/>
                </a:lnTo>
                <a:lnTo>
                  <a:pt x="1277" y="383"/>
                </a:lnTo>
                <a:lnTo>
                  <a:pt x="1277" y="384"/>
                </a:lnTo>
                <a:lnTo>
                  <a:pt x="1278" y="384"/>
                </a:lnTo>
                <a:lnTo>
                  <a:pt x="1279" y="384"/>
                </a:lnTo>
                <a:lnTo>
                  <a:pt x="1279" y="383"/>
                </a:lnTo>
                <a:lnTo>
                  <a:pt x="1280" y="383"/>
                </a:lnTo>
                <a:lnTo>
                  <a:pt x="1281" y="383"/>
                </a:lnTo>
                <a:lnTo>
                  <a:pt x="1281" y="382"/>
                </a:lnTo>
                <a:lnTo>
                  <a:pt x="1281" y="383"/>
                </a:lnTo>
                <a:lnTo>
                  <a:pt x="1282" y="383"/>
                </a:lnTo>
                <a:lnTo>
                  <a:pt x="1282" y="384"/>
                </a:lnTo>
                <a:lnTo>
                  <a:pt x="1283" y="384"/>
                </a:lnTo>
                <a:lnTo>
                  <a:pt x="1284" y="384"/>
                </a:lnTo>
                <a:lnTo>
                  <a:pt x="1284" y="385"/>
                </a:lnTo>
                <a:lnTo>
                  <a:pt x="1285" y="385"/>
                </a:lnTo>
                <a:lnTo>
                  <a:pt x="1286" y="385"/>
                </a:lnTo>
                <a:lnTo>
                  <a:pt x="1286" y="384"/>
                </a:lnTo>
                <a:lnTo>
                  <a:pt x="1287" y="384"/>
                </a:lnTo>
                <a:lnTo>
                  <a:pt x="1288" y="383"/>
                </a:lnTo>
                <a:lnTo>
                  <a:pt x="1288" y="382"/>
                </a:lnTo>
                <a:lnTo>
                  <a:pt x="1289" y="381"/>
                </a:lnTo>
                <a:lnTo>
                  <a:pt x="1289" y="380"/>
                </a:lnTo>
                <a:lnTo>
                  <a:pt x="1290" y="380"/>
                </a:lnTo>
                <a:lnTo>
                  <a:pt x="1290" y="381"/>
                </a:lnTo>
                <a:lnTo>
                  <a:pt x="1291" y="381"/>
                </a:lnTo>
                <a:lnTo>
                  <a:pt x="1291" y="382"/>
                </a:lnTo>
                <a:lnTo>
                  <a:pt x="1292" y="382"/>
                </a:lnTo>
                <a:lnTo>
                  <a:pt x="1293" y="382"/>
                </a:lnTo>
                <a:lnTo>
                  <a:pt x="1294" y="382"/>
                </a:lnTo>
                <a:lnTo>
                  <a:pt x="1294" y="383"/>
                </a:lnTo>
                <a:lnTo>
                  <a:pt x="1295" y="383"/>
                </a:lnTo>
                <a:lnTo>
                  <a:pt x="1295" y="382"/>
                </a:lnTo>
                <a:lnTo>
                  <a:pt x="1295" y="383"/>
                </a:lnTo>
                <a:lnTo>
                  <a:pt x="1296" y="383"/>
                </a:lnTo>
                <a:lnTo>
                  <a:pt x="1296" y="384"/>
                </a:lnTo>
                <a:lnTo>
                  <a:pt x="1297" y="384"/>
                </a:lnTo>
                <a:lnTo>
                  <a:pt x="1298" y="384"/>
                </a:lnTo>
                <a:lnTo>
                  <a:pt x="1298" y="385"/>
                </a:lnTo>
                <a:lnTo>
                  <a:pt x="1299" y="385"/>
                </a:lnTo>
                <a:lnTo>
                  <a:pt x="1299" y="384"/>
                </a:lnTo>
                <a:lnTo>
                  <a:pt x="1300" y="384"/>
                </a:lnTo>
                <a:lnTo>
                  <a:pt x="1301" y="384"/>
                </a:lnTo>
                <a:lnTo>
                  <a:pt x="1302" y="384"/>
                </a:lnTo>
                <a:lnTo>
                  <a:pt x="1302" y="385"/>
                </a:lnTo>
                <a:lnTo>
                  <a:pt x="1303" y="385"/>
                </a:lnTo>
                <a:lnTo>
                  <a:pt x="1303" y="386"/>
                </a:lnTo>
                <a:lnTo>
                  <a:pt x="1304" y="386"/>
                </a:lnTo>
                <a:lnTo>
                  <a:pt x="1305" y="386"/>
                </a:lnTo>
                <a:lnTo>
                  <a:pt x="1305" y="387"/>
                </a:lnTo>
                <a:lnTo>
                  <a:pt x="1306" y="387"/>
                </a:lnTo>
                <a:lnTo>
                  <a:pt x="1306" y="386"/>
                </a:lnTo>
                <a:lnTo>
                  <a:pt x="1307" y="386"/>
                </a:lnTo>
                <a:lnTo>
                  <a:pt x="1308" y="386"/>
                </a:lnTo>
                <a:lnTo>
                  <a:pt x="1309" y="386"/>
                </a:lnTo>
                <a:lnTo>
                  <a:pt x="1310" y="386"/>
                </a:lnTo>
                <a:lnTo>
                  <a:pt x="1311" y="386"/>
                </a:lnTo>
                <a:lnTo>
                  <a:pt x="1311" y="385"/>
                </a:lnTo>
                <a:lnTo>
                  <a:pt x="1312" y="385"/>
                </a:lnTo>
                <a:lnTo>
                  <a:pt x="1313" y="385"/>
                </a:lnTo>
                <a:lnTo>
                  <a:pt x="1314" y="385"/>
                </a:lnTo>
                <a:lnTo>
                  <a:pt x="1314" y="386"/>
                </a:lnTo>
                <a:lnTo>
                  <a:pt x="1314" y="385"/>
                </a:lnTo>
                <a:lnTo>
                  <a:pt x="1315" y="385"/>
                </a:lnTo>
                <a:lnTo>
                  <a:pt x="1316" y="385"/>
                </a:lnTo>
                <a:lnTo>
                  <a:pt x="1316" y="384"/>
                </a:lnTo>
                <a:lnTo>
                  <a:pt x="1316" y="383"/>
                </a:lnTo>
                <a:lnTo>
                  <a:pt x="1317" y="383"/>
                </a:lnTo>
                <a:lnTo>
                  <a:pt x="1318" y="383"/>
                </a:lnTo>
                <a:lnTo>
                  <a:pt x="1319" y="383"/>
                </a:lnTo>
                <a:lnTo>
                  <a:pt x="1319" y="384"/>
                </a:lnTo>
                <a:lnTo>
                  <a:pt x="1319" y="385"/>
                </a:lnTo>
                <a:lnTo>
                  <a:pt x="1320" y="386"/>
                </a:lnTo>
                <a:lnTo>
                  <a:pt x="1319" y="387"/>
                </a:lnTo>
                <a:lnTo>
                  <a:pt x="1320" y="387"/>
                </a:lnTo>
                <a:lnTo>
                  <a:pt x="1321" y="387"/>
                </a:lnTo>
                <a:lnTo>
                  <a:pt x="1321" y="388"/>
                </a:lnTo>
                <a:lnTo>
                  <a:pt x="1321" y="389"/>
                </a:lnTo>
                <a:lnTo>
                  <a:pt x="1321" y="390"/>
                </a:lnTo>
                <a:lnTo>
                  <a:pt x="1322" y="390"/>
                </a:lnTo>
                <a:lnTo>
                  <a:pt x="1322" y="391"/>
                </a:lnTo>
                <a:lnTo>
                  <a:pt x="1322" y="392"/>
                </a:lnTo>
                <a:lnTo>
                  <a:pt x="1322" y="393"/>
                </a:lnTo>
                <a:lnTo>
                  <a:pt x="1323" y="393"/>
                </a:lnTo>
                <a:lnTo>
                  <a:pt x="1323" y="394"/>
                </a:lnTo>
                <a:lnTo>
                  <a:pt x="1324" y="394"/>
                </a:lnTo>
                <a:lnTo>
                  <a:pt x="1325" y="394"/>
                </a:lnTo>
                <a:lnTo>
                  <a:pt x="1325" y="393"/>
                </a:lnTo>
                <a:lnTo>
                  <a:pt x="1326" y="393"/>
                </a:lnTo>
                <a:lnTo>
                  <a:pt x="1327" y="393"/>
                </a:lnTo>
                <a:lnTo>
                  <a:pt x="1328" y="393"/>
                </a:lnTo>
                <a:lnTo>
                  <a:pt x="1328" y="392"/>
                </a:lnTo>
                <a:lnTo>
                  <a:pt x="1329" y="393"/>
                </a:lnTo>
                <a:lnTo>
                  <a:pt x="1330" y="393"/>
                </a:lnTo>
                <a:lnTo>
                  <a:pt x="1331" y="393"/>
                </a:lnTo>
                <a:lnTo>
                  <a:pt x="1332" y="393"/>
                </a:lnTo>
                <a:lnTo>
                  <a:pt x="1332" y="392"/>
                </a:lnTo>
                <a:lnTo>
                  <a:pt x="1332" y="391"/>
                </a:lnTo>
                <a:lnTo>
                  <a:pt x="1332" y="390"/>
                </a:lnTo>
                <a:lnTo>
                  <a:pt x="1333" y="390"/>
                </a:lnTo>
                <a:lnTo>
                  <a:pt x="1334" y="390"/>
                </a:lnTo>
                <a:lnTo>
                  <a:pt x="1335" y="390"/>
                </a:lnTo>
                <a:lnTo>
                  <a:pt x="1336" y="391"/>
                </a:lnTo>
                <a:lnTo>
                  <a:pt x="1337" y="391"/>
                </a:lnTo>
                <a:lnTo>
                  <a:pt x="1338" y="391"/>
                </a:lnTo>
                <a:lnTo>
                  <a:pt x="1339" y="391"/>
                </a:lnTo>
                <a:lnTo>
                  <a:pt x="1340" y="391"/>
                </a:lnTo>
                <a:lnTo>
                  <a:pt x="1340" y="392"/>
                </a:lnTo>
                <a:lnTo>
                  <a:pt x="1340" y="393"/>
                </a:lnTo>
                <a:lnTo>
                  <a:pt x="1340" y="394"/>
                </a:lnTo>
                <a:lnTo>
                  <a:pt x="1341" y="394"/>
                </a:lnTo>
                <a:lnTo>
                  <a:pt x="1341" y="395"/>
                </a:lnTo>
                <a:lnTo>
                  <a:pt x="1342" y="395"/>
                </a:lnTo>
                <a:lnTo>
                  <a:pt x="1343" y="395"/>
                </a:lnTo>
                <a:lnTo>
                  <a:pt x="1344" y="395"/>
                </a:lnTo>
                <a:lnTo>
                  <a:pt x="1345" y="395"/>
                </a:lnTo>
                <a:lnTo>
                  <a:pt x="1345" y="396"/>
                </a:lnTo>
                <a:lnTo>
                  <a:pt x="1344" y="396"/>
                </a:lnTo>
                <a:lnTo>
                  <a:pt x="1345" y="396"/>
                </a:lnTo>
                <a:lnTo>
                  <a:pt x="1345" y="397"/>
                </a:lnTo>
                <a:lnTo>
                  <a:pt x="1346" y="397"/>
                </a:lnTo>
                <a:lnTo>
                  <a:pt x="1346" y="398"/>
                </a:lnTo>
                <a:lnTo>
                  <a:pt x="1345" y="398"/>
                </a:lnTo>
                <a:lnTo>
                  <a:pt x="1345" y="399"/>
                </a:lnTo>
                <a:lnTo>
                  <a:pt x="1345" y="400"/>
                </a:lnTo>
                <a:lnTo>
                  <a:pt x="1346" y="400"/>
                </a:lnTo>
                <a:lnTo>
                  <a:pt x="1347" y="400"/>
                </a:lnTo>
                <a:lnTo>
                  <a:pt x="1348" y="400"/>
                </a:lnTo>
                <a:lnTo>
                  <a:pt x="1349" y="401"/>
                </a:lnTo>
                <a:lnTo>
                  <a:pt x="1350" y="402"/>
                </a:lnTo>
                <a:lnTo>
                  <a:pt x="1350" y="403"/>
                </a:lnTo>
                <a:lnTo>
                  <a:pt x="1351" y="403"/>
                </a:lnTo>
                <a:lnTo>
                  <a:pt x="1351" y="404"/>
                </a:lnTo>
                <a:lnTo>
                  <a:pt x="1352" y="405"/>
                </a:lnTo>
                <a:lnTo>
                  <a:pt x="1352" y="404"/>
                </a:lnTo>
                <a:lnTo>
                  <a:pt x="1353" y="403"/>
                </a:lnTo>
                <a:lnTo>
                  <a:pt x="1354" y="403"/>
                </a:lnTo>
                <a:lnTo>
                  <a:pt x="1354" y="402"/>
                </a:lnTo>
                <a:lnTo>
                  <a:pt x="1355" y="402"/>
                </a:lnTo>
                <a:lnTo>
                  <a:pt x="1356" y="402"/>
                </a:lnTo>
                <a:lnTo>
                  <a:pt x="1357" y="402"/>
                </a:lnTo>
                <a:lnTo>
                  <a:pt x="1357" y="401"/>
                </a:lnTo>
                <a:lnTo>
                  <a:pt x="1358" y="401"/>
                </a:lnTo>
                <a:lnTo>
                  <a:pt x="1359" y="401"/>
                </a:lnTo>
                <a:lnTo>
                  <a:pt x="1359" y="402"/>
                </a:lnTo>
                <a:lnTo>
                  <a:pt x="1359" y="403"/>
                </a:lnTo>
                <a:lnTo>
                  <a:pt x="1359" y="404"/>
                </a:lnTo>
                <a:lnTo>
                  <a:pt x="1360" y="404"/>
                </a:lnTo>
                <a:lnTo>
                  <a:pt x="1360" y="406"/>
                </a:lnTo>
                <a:lnTo>
                  <a:pt x="1360" y="407"/>
                </a:lnTo>
                <a:lnTo>
                  <a:pt x="1361" y="407"/>
                </a:lnTo>
                <a:lnTo>
                  <a:pt x="1363" y="407"/>
                </a:lnTo>
                <a:lnTo>
                  <a:pt x="1363" y="408"/>
                </a:lnTo>
                <a:lnTo>
                  <a:pt x="1363" y="409"/>
                </a:lnTo>
                <a:lnTo>
                  <a:pt x="1364" y="409"/>
                </a:lnTo>
                <a:lnTo>
                  <a:pt x="1364" y="410"/>
                </a:lnTo>
                <a:lnTo>
                  <a:pt x="1365" y="410"/>
                </a:lnTo>
                <a:lnTo>
                  <a:pt x="1365" y="409"/>
                </a:lnTo>
                <a:lnTo>
                  <a:pt x="1366" y="409"/>
                </a:lnTo>
                <a:lnTo>
                  <a:pt x="1366" y="408"/>
                </a:lnTo>
                <a:lnTo>
                  <a:pt x="1367" y="409"/>
                </a:lnTo>
                <a:lnTo>
                  <a:pt x="1368" y="409"/>
                </a:lnTo>
                <a:lnTo>
                  <a:pt x="1368" y="408"/>
                </a:lnTo>
                <a:lnTo>
                  <a:pt x="1368" y="407"/>
                </a:lnTo>
                <a:lnTo>
                  <a:pt x="1369" y="407"/>
                </a:lnTo>
                <a:lnTo>
                  <a:pt x="1370" y="407"/>
                </a:lnTo>
                <a:lnTo>
                  <a:pt x="1370" y="406"/>
                </a:lnTo>
                <a:lnTo>
                  <a:pt x="1371" y="406"/>
                </a:lnTo>
                <a:lnTo>
                  <a:pt x="1372" y="406"/>
                </a:lnTo>
                <a:lnTo>
                  <a:pt x="1372" y="405"/>
                </a:lnTo>
                <a:lnTo>
                  <a:pt x="1373" y="405"/>
                </a:lnTo>
                <a:lnTo>
                  <a:pt x="1373" y="404"/>
                </a:lnTo>
                <a:lnTo>
                  <a:pt x="1374" y="404"/>
                </a:lnTo>
                <a:lnTo>
                  <a:pt x="1374" y="403"/>
                </a:lnTo>
                <a:lnTo>
                  <a:pt x="1374" y="402"/>
                </a:lnTo>
                <a:lnTo>
                  <a:pt x="1375" y="402"/>
                </a:lnTo>
                <a:lnTo>
                  <a:pt x="1376" y="400"/>
                </a:lnTo>
                <a:lnTo>
                  <a:pt x="1377" y="400"/>
                </a:lnTo>
                <a:lnTo>
                  <a:pt x="1378" y="400"/>
                </a:lnTo>
                <a:lnTo>
                  <a:pt x="1379" y="400"/>
                </a:lnTo>
                <a:lnTo>
                  <a:pt x="1380" y="400"/>
                </a:lnTo>
                <a:lnTo>
                  <a:pt x="1381" y="399"/>
                </a:lnTo>
                <a:lnTo>
                  <a:pt x="1382" y="399"/>
                </a:lnTo>
                <a:lnTo>
                  <a:pt x="1383" y="399"/>
                </a:lnTo>
                <a:lnTo>
                  <a:pt x="1383" y="400"/>
                </a:lnTo>
                <a:lnTo>
                  <a:pt x="1384" y="400"/>
                </a:lnTo>
                <a:lnTo>
                  <a:pt x="1385" y="400"/>
                </a:lnTo>
                <a:lnTo>
                  <a:pt x="1385" y="401"/>
                </a:lnTo>
                <a:lnTo>
                  <a:pt x="1386" y="400"/>
                </a:lnTo>
                <a:lnTo>
                  <a:pt x="1387" y="401"/>
                </a:lnTo>
                <a:lnTo>
                  <a:pt x="1388" y="402"/>
                </a:lnTo>
                <a:lnTo>
                  <a:pt x="1389" y="402"/>
                </a:lnTo>
                <a:lnTo>
                  <a:pt x="1390" y="402"/>
                </a:lnTo>
                <a:lnTo>
                  <a:pt x="1391" y="402"/>
                </a:lnTo>
                <a:lnTo>
                  <a:pt x="1392" y="402"/>
                </a:lnTo>
                <a:lnTo>
                  <a:pt x="1392" y="403"/>
                </a:lnTo>
                <a:lnTo>
                  <a:pt x="1392" y="404"/>
                </a:lnTo>
                <a:lnTo>
                  <a:pt x="1392" y="405"/>
                </a:lnTo>
                <a:lnTo>
                  <a:pt x="1393" y="406"/>
                </a:lnTo>
                <a:lnTo>
                  <a:pt x="1394" y="406"/>
                </a:lnTo>
                <a:lnTo>
                  <a:pt x="1394" y="407"/>
                </a:lnTo>
                <a:lnTo>
                  <a:pt x="1394" y="408"/>
                </a:lnTo>
                <a:lnTo>
                  <a:pt x="1395" y="408"/>
                </a:lnTo>
                <a:lnTo>
                  <a:pt x="1395" y="409"/>
                </a:lnTo>
                <a:lnTo>
                  <a:pt x="1394" y="409"/>
                </a:lnTo>
                <a:lnTo>
                  <a:pt x="1394" y="410"/>
                </a:lnTo>
                <a:lnTo>
                  <a:pt x="1395" y="411"/>
                </a:lnTo>
                <a:lnTo>
                  <a:pt x="1395" y="410"/>
                </a:lnTo>
                <a:lnTo>
                  <a:pt x="1396" y="410"/>
                </a:lnTo>
                <a:lnTo>
                  <a:pt x="1397" y="410"/>
                </a:lnTo>
                <a:lnTo>
                  <a:pt x="1398" y="410"/>
                </a:lnTo>
                <a:lnTo>
                  <a:pt x="1399" y="410"/>
                </a:lnTo>
                <a:lnTo>
                  <a:pt x="1399" y="411"/>
                </a:lnTo>
                <a:lnTo>
                  <a:pt x="1400" y="411"/>
                </a:lnTo>
                <a:lnTo>
                  <a:pt x="1400" y="410"/>
                </a:lnTo>
                <a:lnTo>
                  <a:pt x="1402" y="409"/>
                </a:lnTo>
                <a:lnTo>
                  <a:pt x="1403" y="409"/>
                </a:lnTo>
                <a:lnTo>
                  <a:pt x="1404" y="409"/>
                </a:lnTo>
                <a:lnTo>
                  <a:pt x="1405" y="409"/>
                </a:lnTo>
                <a:lnTo>
                  <a:pt x="1405" y="410"/>
                </a:lnTo>
                <a:lnTo>
                  <a:pt x="1405" y="411"/>
                </a:lnTo>
                <a:lnTo>
                  <a:pt x="1406" y="411"/>
                </a:lnTo>
                <a:lnTo>
                  <a:pt x="1407" y="411"/>
                </a:lnTo>
                <a:lnTo>
                  <a:pt x="1407" y="412"/>
                </a:lnTo>
                <a:lnTo>
                  <a:pt x="1408" y="412"/>
                </a:lnTo>
                <a:lnTo>
                  <a:pt x="1408" y="413"/>
                </a:lnTo>
                <a:lnTo>
                  <a:pt x="1410" y="413"/>
                </a:lnTo>
                <a:lnTo>
                  <a:pt x="1410" y="412"/>
                </a:lnTo>
                <a:lnTo>
                  <a:pt x="1411" y="412"/>
                </a:lnTo>
                <a:lnTo>
                  <a:pt x="1411" y="411"/>
                </a:lnTo>
                <a:lnTo>
                  <a:pt x="1412" y="410"/>
                </a:lnTo>
                <a:lnTo>
                  <a:pt x="1413" y="410"/>
                </a:lnTo>
                <a:lnTo>
                  <a:pt x="1414" y="411"/>
                </a:lnTo>
                <a:lnTo>
                  <a:pt x="1415" y="411"/>
                </a:lnTo>
                <a:lnTo>
                  <a:pt x="1416" y="411"/>
                </a:lnTo>
                <a:lnTo>
                  <a:pt x="1416" y="412"/>
                </a:lnTo>
                <a:lnTo>
                  <a:pt x="1417" y="413"/>
                </a:lnTo>
                <a:lnTo>
                  <a:pt x="1418" y="413"/>
                </a:lnTo>
                <a:lnTo>
                  <a:pt x="1419" y="414"/>
                </a:lnTo>
                <a:lnTo>
                  <a:pt x="1420" y="414"/>
                </a:lnTo>
                <a:lnTo>
                  <a:pt x="1421" y="414"/>
                </a:lnTo>
                <a:lnTo>
                  <a:pt x="1421" y="413"/>
                </a:lnTo>
                <a:lnTo>
                  <a:pt x="1421" y="412"/>
                </a:lnTo>
                <a:lnTo>
                  <a:pt x="1422" y="412"/>
                </a:lnTo>
                <a:lnTo>
                  <a:pt x="1423" y="412"/>
                </a:lnTo>
                <a:lnTo>
                  <a:pt x="1424" y="412"/>
                </a:lnTo>
                <a:lnTo>
                  <a:pt x="1424" y="411"/>
                </a:lnTo>
                <a:lnTo>
                  <a:pt x="1424" y="410"/>
                </a:lnTo>
                <a:lnTo>
                  <a:pt x="1424" y="409"/>
                </a:lnTo>
                <a:lnTo>
                  <a:pt x="1423" y="409"/>
                </a:lnTo>
                <a:lnTo>
                  <a:pt x="1424" y="408"/>
                </a:lnTo>
                <a:lnTo>
                  <a:pt x="1424" y="407"/>
                </a:lnTo>
                <a:lnTo>
                  <a:pt x="1425" y="407"/>
                </a:lnTo>
                <a:lnTo>
                  <a:pt x="1425" y="406"/>
                </a:lnTo>
                <a:lnTo>
                  <a:pt x="1426" y="406"/>
                </a:lnTo>
                <a:lnTo>
                  <a:pt x="1427" y="406"/>
                </a:lnTo>
                <a:lnTo>
                  <a:pt x="1429" y="406"/>
                </a:lnTo>
                <a:lnTo>
                  <a:pt x="1430" y="406"/>
                </a:lnTo>
                <a:lnTo>
                  <a:pt x="1431" y="406"/>
                </a:lnTo>
                <a:lnTo>
                  <a:pt x="1432" y="406"/>
                </a:lnTo>
                <a:lnTo>
                  <a:pt x="1433" y="407"/>
                </a:lnTo>
                <a:lnTo>
                  <a:pt x="1434" y="407"/>
                </a:lnTo>
                <a:lnTo>
                  <a:pt x="1434" y="406"/>
                </a:lnTo>
                <a:lnTo>
                  <a:pt x="1434" y="405"/>
                </a:lnTo>
                <a:lnTo>
                  <a:pt x="1435" y="405"/>
                </a:lnTo>
                <a:lnTo>
                  <a:pt x="1435" y="404"/>
                </a:lnTo>
                <a:lnTo>
                  <a:pt x="1436" y="404"/>
                </a:lnTo>
                <a:lnTo>
                  <a:pt x="1437" y="404"/>
                </a:lnTo>
                <a:lnTo>
                  <a:pt x="1438" y="404"/>
                </a:lnTo>
                <a:lnTo>
                  <a:pt x="1439" y="404"/>
                </a:lnTo>
                <a:lnTo>
                  <a:pt x="1439" y="405"/>
                </a:lnTo>
                <a:lnTo>
                  <a:pt x="1440" y="405"/>
                </a:lnTo>
                <a:lnTo>
                  <a:pt x="1441" y="405"/>
                </a:lnTo>
                <a:lnTo>
                  <a:pt x="1441" y="404"/>
                </a:lnTo>
                <a:lnTo>
                  <a:pt x="1442" y="403"/>
                </a:lnTo>
                <a:lnTo>
                  <a:pt x="1442" y="402"/>
                </a:lnTo>
                <a:lnTo>
                  <a:pt x="1442" y="401"/>
                </a:lnTo>
                <a:lnTo>
                  <a:pt x="1441" y="401"/>
                </a:lnTo>
                <a:lnTo>
                  <a:pt x="1442" y="401"/>
                </a:lnTo>
                <a:lnTo>
                  <a:pt x="1442" y="400"/>
                </a:lnTo>
                <a:lnTo>
                  <a:pt x="1442" y="399"/>
                </a:lnTo>
                <a:lnTo>
                  <a:pt x="1442" y="398"/>
                </a:lnTo>
                <a:lnTo>
                  <a:pt x="1443" y="398"/>
                </a:lnTo>
                <a:lnTo>
                  <a:pt x="1443" y="397"/>
                </a:lnTo>
                <a:lnTo>
                  <a:pt x="1444" y="397"/>
                </a:lnTo>
                <a:lnTo>
                  <a:pt x="1444" y="398"/>
                </a:lnTo>
                <a:lnTo>
                  <a:pt x="1444" y="399"/>
                </a:lnTo>
                <a:lnTo>
                  <a:pt x="1445" y="399"/>
                </a:lnTo>
                <a:lnTo>
                  <a:pt x="1445" y="400"/>
                </a:lnTo>
                <a:lnTo>
                  <a:pt x="1446" y="400"/>
                </a:lnTo>
                <a:lnTo>
                  <a:pt x="1446" y="401"/>
                </a:lnTo>
                <a:lnTo>
                  <a:pt x="1447" y="401"/>
                </a:lnTo>
                <a:lnTo>
                  <a:pt x="1448" y="400"/>
                </a:lnTo>
                <a:lnTo>
                  <a:pt x="1449" y="400"/>
                </a:lnTo>
                <a:lnTo>
                  <a:pt x="1449" y="399"/>
                </a:lnTo>
                <a:lnTo>
                  <a:pt x="1449" y="398"/>
                </a:lnTo>
                <a:lnTo>
                  <a:pt x="1449" y="397"/>
                </a:lnTo>
                <a:lnTo>
                  <a:pt x="1449" y="396"/>
                </a:lnTo>
                <a:lnTo>
                  <a:pt x="1450" y="396"/>
                </a:lnTo>
                <a:lnTo>
                  <a:pt x="1451" y="396"/>
                </a:lnTo>
                <a:lnTo>
                  <a:pt x="1451" y="397"/>
                </a:lnTo>
                <a:lnTo>
                  <a:pt x="1452" y="397"/>
                </a:lnTo>
                <a:lnTo>
                  <a:pt x="1453" y="397"/>
                </a:lnTo>
                <a:lnTo>
                  <a:pt x="1454" y="397"/>
                </a:lnTo>
                <a:lnTo>
                  <a:pt x="1455" y="397"/>
                </a:lnTo>
                <a:lnTo>
                  <a:pt x="1456" y="397"/>
                </a:lnTo>
                <a:lnTo>
                  <a:pt x="1457" y="397"/>
                </a:lnTo>
                <a:lnTo>
                  <a:pt x="1457" y="396"/>
                </a:lnTo>
                <a:lnTo>
                  <a:pt x="1458" y="396"/>
                </a:lnTo>
                <a:lnTo>
                  <a:pt x="1458" y="395"/>
                </a:lnTo>
                <a:lnTo>
                  <a:pt x="1458" y="394"/>
                </a:lnTo>
                <a:lnTo>
                  <a:pt x="1459" y="394"/>
                </a:lnTo>
                <a:lnTo>
                  <a:pt x="1461" y="394"/>
                </a:lnTo>
                <a:lnTo>
                  <a:pt x="1461" y="393"/>
                </a:lnTo>
                <a:lnTo>
                  <a:pt x="1461" y="392"/>
                </a:lnTo>
                <a:lnTo>
                  <a:pt x="1462" y="392"/>
                </a:lnTo>
                <a:lnTo>
                  <a:pt x="1462" y="391"/>
                </a:lnTo>
                <a:lnTo>
                  <a:pt x="1462" y="390"/>
                </a:lnTo>
                <a:lnTo>
                  <a:pt x="1463" y="389"/>
                </a:lnTo>
                <a:lnTo>
                  <a:pt x="1464" y="391"/>
                </a:lnTo>
                <a:lnTo>
                  <a:pt x="1465" y="391"/>
                </a:lnTo>
                <a:lnTo>
                  <a:pt x="1465" y="392"/>
                </a:lnTo>
                <a:lnTo>
                  <a:pt x="1465" y="393"/>
                </a:lnTo>
                <a:lnTo>
                  <a:pt x="1466" y="393"/>
                </a:lnTo>
                <a:lnTo>
                  <a:pt x="1466" y="394"/>
                </a:lnTo>
                <a:lnTo>
                  <a:pt x="1467" y="394"/>
                </a:lnTo>
                <a:lnTo>
                  <a:pt x="1468" y="395"/>
                </a:lnTo>
                <a:lnTo>
                  <a:pt x="1469" y="395"/>
                </a:lnTo>
                <a:lnTo>
                  <a:pt x="1470" y="395"/>
                </a:lnTo>
                <a:lnTo>
                  <a:pt x="1470" y="396"/>
                </a:lnTo>
                <a:lnTo>
                  <a:pt x="1469" y="396"/>
                </a:lnTo>
                <a:lnTo>
                  <a:pt x="1469" y="397"/>
                </a:lnTo>
                <a:lnTo>
                  <a:pt x="1470" y="397"/>
                </a:lnTo>
                <a:lnTo>
                  <a:pt x="1471" y="397"/>
                </a:lnTo>
                <a:lnTo>
                  <a:pt x="1472" y="397"/>
                </a:lnTo>
                <a:lnTo>
                  <a:pt x="1473" y="397"/>
                </a:lnTo>
                <a:lnTo>
                  <a:pt x="1473" y="398"/>
                </a:lnTo>
                <a:lnTo>
                  <a:pt x="1474" y="398"/>
                </a:lnTo>
                <a:lnTo>
                  <a:pt x="1474" y="399"/>
                </a:lnTo>
                <a:lnTo>
                  <a:pt x="1474" y="400"/>
                </a:lnTo>
                <a:lnTo>
                  <a:pt x="1475" y="400"/>
                </a:lnTo>
                <a:lnTo>
                  <a:pt x="1475" y="401"/>
                </a:lnTo>
                <a:lnTo>
                  <a:pt x="1474" y="401"/>
                </a:lnTo>
                <a:lnTo>
                  <a:pt x="1475" y="401"/>
                </a:lnTo>
                <a:lnTo>
                  <a:pt x="1476" y="402"/>
                </a:lnTo>
                <a:lnTo>
                  <a:pt x="1477" y="402"/>
                </a:lnTo>
                <a:lnTo>
                  <a:pt x="1478" y="402"/>
                </a:lnTo>
                <a:lnTo>
                  <a:pt x="1478" y="403"/>
                </a:lnTo>
                <a:lnTo>
                  <a:pt x="1479" y="403"/>
                </a:lnTo>
                <a:lnTo>
                  <a:pt x="1478" y="403"/>
                </a:lnTo>
                <a:lnTo>
                  <a:pt x="1479" y="403"/>
                </a:lnTo>
                <a:lnTo>
                  <a:pt x="1478" y="404"/>
                </a:lnTo>
                <a:lnTo>
                  <a:pt x="1477" y="404"/>
                </a:lnTo>
                <a:lnTo>
                  <a:pt x="1476" y="404"/>
                </a:lnTo>
                <a:lnTo>
                  <a:pt x="1477" y="405"/>
                </a:lnTo>
                <a:lnTo>
                  <a:pt x="1478" y="405"/>
                </a:lnTo>
                <a:lnTo>
                  <a:pt x="1478" y="406"/>
                </a:lnTo>
                <a:lnTo>
                  <a:pt x="1479" y="406"/>
                </a:lnTo>
                <a:lnTo>
                  <a:pt x="1479" y="407"/>
                </a:lnTo>
                <a:lnTo>
                  <a:pt x="1479" y="408"/>
                </a:lnTo>
                <a:lnTo>
                  <a:pt x="1480" y="408"/>
                </a:lnTo>
                <a:lnTo>
                  <a:pt x="1481" y="409"/>
                </a:lnTo>
                <a:lnTo>
                  <a:pt x="1482" y="409"/>
                </a:lnTo>
                <a:lnTo>
                  <a:pt x="1483" y="409"/>
                </a:lnTo>
                <a:lnTo>
                  <a:pt x="1483" y="410"/>
                </a:lnTo>
                <a:lnTo>
                  <a:pt x="1484" y="411"/>
                </a:lnTo>
                <a:lnTo>
                  <a:pt x="1485" y="411"/>
                </a:lnTo>
                <a:lnTo>
                  <a:pt x="1486" y="410"/>
                </a:lnTo>
                <a:lnTo>
                  <a:pt x="1487" y="410"/>
                </a:lnTo>
                <a:lnTo>
                  <a:pt x="1488" y="410"/>
                </a:lnTo>
                <a:lnTo>
                  <a:pt x="1489" y="411"/>
                </a:lnTo>
                <a:lnTo>
                  <a:pt x="1489" y="412"/>
                </a:lnTo>
                <a:lnTo>
                  <a:pt x="1489" y="413"/>
                </a:lnTo>
                <a:lnTo>
                  <a:pt x="1489" y="414"/>
                </a:lnTo>
                <a:lnTo>
                  <a:pt x="1489" y="415"/>
                </a:lnTo>
                <a:lnTo>
                  <a:pt x="1490" y="416"/>
                </a:lnTo>
                <a:lnTo>
                  <a:pt x="1490" y="417"/>
                </a:lnTo>
                <a:lnTo>
                  <a:pt x="1492" y="417"/>
                </a:lnTo>
                <a:lnTo>
                  <a:pt x="1493" y="417"/>
                </a:lnTo>
                <a:lnTo>
                  <a:pt x="1493" y="416"/>
                </a:lnTo>
                <a:lnTo>
                  <a:pt x="1494" y="416"/>
                </a:lnTo>
                <a:lnTo>
                  <a:pt x="1494" y="417"/>
                </a:lnTo>
                <a:lnTo>
                  <a:pt x="1495" y="417"/>
                </a:lnTo>
                <a:lnTo>
                  <a:pt x="1496" y="417"/>
                </a:lnTo>
                <a:lnTo>
                  <a:pt x="1497" y="416"/>
                </a:lnTo>
                <a:lnTo>
                  <a:pt x="1496" y="416"/>
                </a:lnTo>
                <a:lnTo>
                  <a:pt x="1496" y="415"/>
                </a:lnTo>
                <a:lnTo>
                  <a:pt x="1497" y="415"/>
                </a:lnTo>
                <a:lnTo>
                  <a:pt x="1497" y="416"/>
                </a:lnTo>
                <a:lnTo>
                  <a:pt x="1498" y="416"/>
                </a:lnTo>
                <a:lnTo>
                  <a:pt x="1499" y="416"/>
                </a:lnTo>
                <a:lnTo>
                  <a:pt x="1499" y="417"/>
                </a:lnTo>
                <a:lnTo>
                  <a:pt x="1500" y="417"/>
                </a:lnTo>
                <a:lnTo>
                  <a:pt x="1501" y="417"/>
                </a:lnTo>
                <a:lnTo>
                  <a:pt x="1502" y="418"/>
                </a:lnTo>
                <a:lnTo>
                  <a:pt x="1503" y="418"/>
                </a:lnTo>
                <a:lnTo>
                  <a:pt x="1503" y="419"/>
                </a:lnTo>
                <a:lnTo>
                  <a:pt x="1504" y="420"/>
                </a:lnTo>
                <a:lnTo>
                  <a:pt x="1505" y="420"/>
                </a:lnTo>
                <a:lnTo>
                  <a:pt x="1505" y="419"/>
                </a:lnTo>
                <a:lnTo>
                  <a:pt x="1506" y="419"/>
                </a:lnTo>
                <a:lnTo>
                  <a:pt x="1507" y="419"/>
                </a:lnTo>
                <a:lnTo>
                  <a:pt x="1508" y="419"/>
                </a:lnTo>
                <a:lnTo>
                  <a:pt x="1509" y="419"/>
                </a:lnTo>
                <a:lnTo>
                  <a:pt x="1509" y="418"/>
                </a:lnTo>
                <a:lnTo>
                  <a:pt x="1510" y="418"/>
                </a:lnTo>
                <a:lnTo>
                  <a:pt x="1511" y="418"/>
                </a:lnTo>
                <a:lnTo>
                  <a:pt x="1511" y="417"/>
                </a:lnTo>
                <a:lnTo>
                  <a:pt x="1512" y="417"/>
                </a:lnTo>
                <a:lnTo>
                  <a:pt x="1511" y="418"/>
                </a:lnTo>
                <a:lnTo>
                  <a:pt x="1511" y="419"/>
                </a:lnTo>
                <a:lnTo>
                  <a:pt x="1512" y="419"/>
                </a:lnTo>
                <a:lnTo>
                  <a:pt x="1513" y="419"/>
                </a:lnTo>
                <a:lnTo>
                  <a:pt x="1513" y="418"/>
                </a:lnTo>
                <a:lnTo>
                  <a:pt x="1514" y="418"/>
                </a:lnTo>
                <a:lnTo>
                  <a:pt x="1515" y="419"/>
                </a:lnTo>
                <a:lnTo>
                  <a:pt x="1517" y="419"/>
                </a:lnTo>
                <a:lnTo>
                  <a:pt x="1517" y="418"/>
                </a:lnTo>
                <a:lnTo>
                  <a:pt x="1518" y="419"/>
                </a:lnTo>
                <a:lnTo>
                  <a:pt x="1518" y="420"/>
                </a:lnTo>
                <a:lnTo>
                  <a:pt x="1518" y="421"/>
                </a:lnTo>
                <a:lnTo>
                  <a:pt x="1519" y="421"/>
                </a:lnTo>
                <a:lnTo>
                  <a:pt x="1520" y="421"/>
                </a:lnTo>
                <a:lnTo>
                  <a:pt x="1520" y="422"/>
                </a:lnTo>
                <a:lnTo>
                  <a:pt x="1521" y="423"/>
                </a:lnTo>
                <a:lnTo>
                  <a:pt x="1520" y="423"/>
                </a:lnTo>
                <a:lnTo>
                  <a:pt x="1519" y="423"/>
                </a:lnTo>
                <a:lnTo>
                  <a:pt x="1518" y="423"/>
                </a:lnTo>
                <a:lnTo>
                  <a:pt x="1517" y="423"/>
                </a:lnTo>
                <a:lnTo>
                  <a:pt x="1517" y="424"/>
                </a:lnTo>
                <a:lnTo>
                  <a:pt x="1516" y="424"/>
                </a:lnTo>
                <a:lnTo>
                  <a:pt x="1515" y="425"/>
                </a:lnTo>
                <a:lnTo>
                  <a:pt x="1514" y="424"/>
                </a:lnTo>
                <a:lnTo>
                  <a:pt x="1513" y="424"/>
                </a:lnTo>
                <a:lnTo>
                  <a:pt x="1513" y="425"/>
                </a:lnTo>
                <a:lnTo>
                  <a:pt x="1512" y="425"/>
                </a:lnTo>
                <a:lnTo>
                  <a:pt x="1511" y="424"/>
                </a:lnTo>
                <a:lnTo>
                  <a:pt x="1510" y="425"/>
                </a:lnTo>
                <a:lnTo>
                  <a:pt x="1509" y="425"/>
                </a:lnTo>
                <a:lnTo>
                  <a:pt x="1507" y="425"/>
                </a:lnTo>
                <a:lnTo>
                  <a:pt x="1506" y="425"/>
                </a:lnTo>
                <a:lnTo>
                  <a:pt x="1506" y="426"/>
                </a:lnTo>
                <a:lnTo>
                  <a:pt x="1506" y="427"/>
                </a:lnTo>
                <a:lnTo>
                  <a:pt x="1505" y="428"/>
                </a:lnTo>
                <a:lnTo>
                  <a:pt x="1505" y="429"/>
                </a:lnTo>
                <a:lnTo>
                  <a:pt x="1505" y="430"/>
                </a:lnTo>
                <a:lnTo>
                  <a:pt x="1506" y="430"/>
                </a:lnTo>
                <a:lnTo>
                  <a:pt x="1506" y="431"/>
                </a:lnTo>
                <a:lnTo>
                  <a:pt x="1507" y="432"/>
                </a:lnTo>
                <a:lnTo>
                  <a:pt x="1508" y="432"/>
                </a:lnTo>
                <a:lnTo>
                  <a:pt x="1508" y="431"/>
                </a:lnTo>
                <a:lnTo>
                  <a:pt x="1509" y="431"/>
                </a:lnTo>
                <a:lnTo>
                  <a:pt x="1510" y="430"/>
                </a:lnTo>
                <a:lnTo>
                  <a:pt x="1512" y="430"/>
                </a:lnTo>
                <a:lnTo>
                  <a:pt x="1513" y="430"/>
                </a:lnTo>
                <a:lnTo>
                  <a:pt x="1514" y="429"/>
                </a:lnTo>
                <a:lnTo>
                  <a:pt x="1515" y="429"/>
                </a:lnTo>
                <a:lnTo>
                  <a:pt x="1515" y="428"/>
                </a:lnTo>
                <a:lnTo>
                  <a:pt x="1515" y="429"/>
                </a:lnTo>
                <a:lnTo>
                  <a:pt x="1515" y="428"/>
                </a:lnTo>
                <a:lnTo>
                  <a:pt x="1516" y="428"/>
                </a:lnTo>
                <a:lnTo>
                  <a:pt x="1516" y="427"/>
                </a:lnTo>
                <a:lnTo>
                  <a:pt x="1517" y="427"/>
                </a:lnTo>
                <a:lnTo>
                  <a:pt x="1517" y="425"/>
                </a:lnTo>
                <a:lnTo>
                  <a:pt x="1518" y="426"/>
                </a:lnTo>
                <a:lnTo>
                  <a:pt x="1519" y="426"/>
                </a:lnTo>
                <a:lnTo>
                  <a:pt x="1519" y="428"/>
                </a:lnTo>
                <a:lnTo>
                  <a:pt x="1520" y="428"/>
                </a:lnTo>
                <a:lnTo>
                  <a:pt x="1520" y="429"/>
                </a:lnTo>
                <a:lnTo>
                  <a:pt x="1519" y="429"/>
                </a:lnTo>
                <a:lnTo>
                  <a:pt x="1519" y="430"/>
                </a:lnTo>
                <a:lnTo>
                  <a:pt x="1520" y="430"/>
                </a:lnTo>
                <a:lnTo>
                  <a:pt x="1520" y="431"/>
                </a:lnTo>
                <a:lnTo>
                  <a:pt x="1520" y="432"/>
                </a:lnTo>
                <a:lnTo>
                  <a:pt x="1521" y="432"/>
                </a:lnTo>
                <a:lnTo>
                  <a:pt x="1521" y="433"/>
                </a:lnTo>
                <a:lnTo>
                  <a:pt x="1520" y="433"/>
                </a:lnTo>
                <a:lnTo>
                  <a:pt x="1521" y="433"/>
                </a:lnTo>
                <a:lnTo>
                  <a:pt x="1521" y="434"/>
                </a:lnTo>
                <a:lnTo>
                  <a:pt x="1521" y="435"/>
                </a:lnTo>
                <a:lnTo>
                  <a:pt x="1521" y="436"/>
                </a:lnTo>
                <a:lnTo>
                  <a:pt x="1521" y="437"/>
                </a:lnTo>
                <a:lnTo>
                  <a:pt x="1522" y="437"/>
                </a:lnTo>
                <a:lnTo>
                  <a:pt x="1523" y="437"/>
                </a:lnTo>
                <a:lnTo>
                  <a:pt x="1523" y="438"/>
                </a:lnTo>
                <a:lnTo>
                  <a:pt x="1522" y="438"/>
                </a:lnTo>
                <a:lnTo>
                  <a:pt x="1522" y="439"/>
                </a:lnTo>
                <a:lnTo>
                  <a:pt x="1523" y="439"/>
                </a:lnTo>
                <a:lnTo>
                  <a:pt x="1523" y="440"/>
                </a:lnTo>
                <a:lnTo>
                  <a:pt x="1523" y="441"/>
                </a:lnTo>
                <a:lnTo>
                  <a:pt x="1524" y="441"/>
                </a:lnTo>
                <a:lnTo>
                  <a:pt x="1525" y="442"/>
                </a:lnTo>
                <a:lnTo>
                  <a:pt x="1526" y="443"/>
                </a:lnTo>
                <a:lnTo>
                  <a:pt x="1527" y="443"/>
                </a:lnTo>
                <a:lnTo>
                  <a:pt x="1528" y="443"/>
                </a:lnTo>
                <a:lnTo>
                  <a:pt x="1529" y="443"/>
                </a:lnTo>
                <a:lnTo>
                  <a:pt x="1529" y="444"/>
                </a:lnTo>
                <a:lnTo>
                  <a:pt x="1530" y="444"/>
                </a:lnTo>
                <a:lnTo>
                  <a:pt x="1530" y="443"/>
                </a:lnTo>
                <a:lnTo>
                  <a:pt x="1531" y="443"/>
                </a:lnTo>
                <a:lnTo>
                  <a:pt x="1530" y="443"/>
                </a:lnTo>
                <a:lnTo>
                  <a:pt x="1530" y="442"/>
                </a:lnTo>
                <a:lnTo>
                  <a:pt x="1530" y="441"/>
                </a:lnTo>
                <a:lnTo>
                  <a:pt x="1531" y="440"/>
                </a:lnTo>
                <a:lnTo>
                  <a:pt x="1532" y="440"/>
                </a:lnTo>
                <a:lnTo>
                  <a:pt x="1533" y="440"/>
                </a:lnTo>
                <a:lnTo>
                  <a:pt x="1534" y="440"/>
                </a:lnTo>
                <a:lnTo>
                  <a:pt x="1535" y="441"/>
                </a:lnTo>
                <a:lnTo>
                  <a:pt x="1536" y="441"/>
                </a:lnTo>
                <a:lnTo>
                  <a:pt x="1536" y="442"/>
                </a:lnTo>
                <a:lnTo>
                  <a:pt x="1537" y="442"/>
                </a:lnTo>
                <a:lnTo>
                  <a:pt x="1537" y="443"/>
                </a:lnTo>
                <a:lnTo>
                  <a:pt x="1537" y="444"/>
                </a:lnTo>
                <a:lnTo>
                  <a:pt x="1537" y="445"/>
                </a:lnTo>
                <a:lnTo>
                  <a:pt x="1537" y="446"/>
                </a:lnTo>
                <a:lnTo>
                  <a:pt x="1536" y="446"/>
                </a:lnTo>
                <a:lnTo>
                  <a:pt x="1537" y="446"/>
                </a:lnTo>
                <a:lnTo>
                  <a:pt x="1538" y="446"/>
                </a:lnTo>
                <a:lnTo>
                  <a:pt x="1538" y="447"/>
                </a:lnTo>
                <a:lnTo>
                  <a:pt x="1538" y="448"/>
                </a:lnTo>
                <a:lnTo>
                  <a:pt x="1538" y="450"/>
                </a:lnTo>
                <a:lnTo>
                  <a:pt x="1538" y="451"/>
                </a:lnTo>
                <a:lnTo>
                  <a:pt x="1538" y="452"/>
                </a:lnTo>
                <a:lnTo>
                  <a:pt x="1539" y="452"/>
                </a:lnTo>
                <a:lnTo>
                  <a:pt x="1538" y="452"/>
                </a:lnTo>
                <a:lnTo>
                  <a:pt x="1537" y="452"/>
                </a:lnTo>
                <a:lnTo>
                  <a:pt x="1537" y="453"/>
                </a:lnTo>
                <a:lnTo>
                  <a:pt x="1536" y="453"/>
                </a:lnTo>
                <a:lnTo>
                  <a:pt x="1535" y="454"/>
                </a:lnTo>
                <a:lnTo>
                  <a:pt x="1536" y="455"/>
                </a:lnTo>
                <a:lnTo>
                  <a:pt x="1536" y="456"/>
                </a:lnTo>
                <a:lnTo>
                  <a:pt x="1537" y="456"/>
                </a:lnTo>
                <a:lnTo>
                  <a:pt x="1537" y="457"/>
                </a:lnTo>
                <a:lnTo>
                  <a:pt x="1538" y="457"/>
                </a:lnTo>
                <a:lnTo>
                  <a:pt x="1539" y="458"/>
                </a:lnTo>
                <a:lnTo>
                  <a:pt x="1538" y="458"/>
                </a:lnTo>
                <a:lnTo>
                  <a:pt x="1537" y="458"/>
                </a:lnTo>
                <a:lnTo>
                  <a:pt x="1537" y="459"/>
                </a:lnTo>
                <a:lnTo>
                  <a:pt x="1536" y="459"/>
                </a:lnTo>
                <a:lnTo>
                  <a:pt x="1536" y="458"/>
                </a:lnTo>
                <a:lnTo>
                  <a:pt x="1535" y="458"/>
                </a:lnTo>
                <a:lnTo>
                  <a:pt x="1536" y="458"/>
                </a:lnTo>
                <a:lnTo>
                  <a:pt x="1535" y="458"/>
                </a:lnTo>
                <a:lnTo>
                  <a:pt x="1534" y="458"/>
                </a:lnTo>
                <a:lnTo>
                  <a:pt x="1533" y="458"/>
                </a:lnTo>
                <a:lnTo>
                  <a:pt x="1533" y="459"/>
                </a:lnTo>
                <a:lnTo>
                  <a:pt x="1532" y="460"/>
                </a:lnTo>
                <a:lnTo>
                  <a:pt x="1532" y="461"/>
                </a:lnTo>
                <a:lnTo>
                  <a:pt x="1531" y="461"/>
                </a:lnTo>
                <a:lnTo>
                  <a:pt x="1531" y="462"/>
                </a:lnTo>
                <a:lnTo>
                  <a:pt x="1531" y="463"/>
                </a:lnTo>
                <a:lnTo>
                  <a:pt x="1531" y="464"/>
                </a:lnTo>
                <a:lnTo>
                  <a:pt x="1530" y="464"/>
                </a:lnTo>
                <a:lnTo>
                  <a:pt x="1530" y="465"/>
                </a:lnTo>
                <a:lnTo>
                  <a:pt x="1531" y="466"/>
                </a:lnTo>
                <a:lnTo>
                  <a:pt x="1532" y="466"/>
                </a:lnTo>
                <a:lnTo>
                  <a:pt x="1533" y="466"/>
                </a:lnTo>
                <a:lnTo>
                  <a:pt x="1533" y="467"/>
                </a:lnTo>
                <a:lnTo>
                  <a:pt x="1534" y="467"/>
                </a:lnTo>
                <a:lnTo>
                  <a:pt x="1535" y="467"/>
                </a:lnTo>
                <a:lnTo>
                  <a:pt x="1534" y="468"/>
                </a:lnTo>
                <a:lnTo>
                  <a:pt x="1534" y="469"/>
                </a:lnTo>
                <a:lnTo>
                  <a:pt x="1535" y="470"/>
                </a:lnTo>
                <a:lnTo>
                  <a:pt x="1536" y="471"/>
                </a:lnTo>
                <a:lnTo>
                  <a:pt x="1535" y="471"/>
                </a:lnTo>
                <a:lnTo>
                  <a:pt x="1535" y="472"/>
                </a:lnTo>
                <a:lnTo>
                  <a:pt x="1536" y="473"/>
                </a:lnTo>
                <a:lnTo>
                  <a:pt x="1537" y="475"/>
                </a:lnTo>
                <a:lnTo>
                  <a:pt x="1537" y="476"/>
                </a:lnTo>
                <a:lnTo>
                  <a:pt x="1538" y="476"/>
                </a:lnTo>
                <a:lnTo>
                  <a:pt x="1539" y="477"/>
                </a:lnTo>
                <a:lnTo>
                  <a:pt x="1539" y="478"/>
                </a:lnTo>
                <a:lnTo>
                  <a:pt x="1539" y="479"/>
                </a:lnTo>
                <a:lnTo>
                  <a:pt x="1540" y="480"/>
                </a:lnTo>
                <a:lnTo>
                  <a:pt x="1541" y="480"/>
                </a:lnTo>
                <a:lnTo>
                  <a:pt x="1542" y="480"/>
                </a:lnTo>
                <a:lnTo>
                  <a:pt x="1542" y="481"/>
                </a:lnTo>
                <a:lnTo>
                  <a:pt x="1543" y="483"/>
                </a:lnTo>
                <a:lnTo>
                  <a:pt x="1544" y="483"/>
                </a:lnTo>
                <a:lnTo>
                  <a:pt x="1544" y="484"/>
                </a:lnTo>
                <a:lnTo>
                  <a:pt x="1546" y="485"/>
                </a:lnTo>
                <a:lnTo>
                  <a:pt x="1548" y="485"/>
                </a:lnTo>
                <a:lnTo>
                  <a:pt x="1549" y="485"/>
                </a:lnTo>
                <a:lnTo>
                  <a:pt x="1550" y="484"/>
                </a:lnTo>
                <a:lnTo>
                  <a:pt x="1550" y="482"/>
                </a:lnTo>
                <a:lnTo>
                  <a:pt x="1551" y="482"/>
                </a:lnTo>
                <a:lnTo>
                  <a:pt x="1552" y="482"/>
                </a:lnTo>
                <a:lnTo>
                  <a:pt x="1553" y="482"/>
                </a:lnTo>
                <a:lnTo>
                  <a:pt x="1553" y="481"/>
                </a:lnTo>
                <a:lnTo>
                  <a:pt x="1553" y="480"/>
                </a:lnTo>
                <a:lnTo>
                  <a:pt x="1563" y="483"/>
                </a:lnTo>
                <a:lnTo>
                  <a:pt x="1564" y="483"/>
                </a:lnTo>
                <a:lnTo>
                  <a:pt x="1567" y="484"/>
                </a:lnTo>
                <a:lnTo>
                  <a:pt x="1568" y="484"/>
                </a:lnTo>
                <a:lnTo>
                  <a:pt x="1569" y="485"/>
                </a:lnTo>
                <a:lnTo>
                  <a:pt x="1569" y="486"/>
                </a:lnTo>
                <a:lnTo>
                  <a:pt x="1569" y="487"/>
                </a:lnTo>
                <a:lnTo>
                  <a:pt x="1570" y="489"/>
                </a:lnTo>
                <a:lnTo>
                  <a:pt x="1571" y="491"/>
                </a:lnTo>
                <a:lnTo>
                  <a:pt x="1572" y="491"/>
                </a:lnTo>
                <a:lnTo>
                  <a:pt x="1573" y="491"/>
                </a:lnTo>
                <a:lnTo>
                  <a:pt x="1574" y="489"/>
                </a:lnTo>
                <a:lnTo>
                  <a:pt x="1574" y="488"/>
                </a:lnTo>
                <a:lnTo>
                  <a:pt x="1575" y="488"/>
                </a:lnTo>
                <a:lnTo>
                  <a:pt x="1575" y="487"/>
                </a:lnTo>
                <a:lnTo>
                  <a:pt x="1574" y="486"/>
                </a:lnTo>
                <a:lnTo>
                  <a:pt x="1574" y="485"/>
                </a:lnTo>
                <a:lnTo>
                  <a:pt x="1575" y="483"/>
                </a:lnTo>
                <a:lnTo>
                  <a:pt x="1576" y="482"/>
                </a:lnTo>
                <a:lnTo>
                  <a:pt x="1577" y="480"/>
                </a:lnTo>
                <a:lnTo>
                  <a:pt x="1579" y="477"/>
                </a:lnTo>
                <a:lnTo>
                  <a:pt x="1580" y="477"/>
                </a:lnTo>
                <a:lnTo>
                  <a:pt x="1581" y="477"/>
                </a:lnTo>
                <a:lnTo>
                  <a:pt x="1583" y="477"/>
                </a:lnTo>
                <a:lnTo>
                  <a:pt x="1585" y="477"/>
                </a:lnTo>
                <a:lnTo>
                  <a:pt x="1586" y="477"/>
                </a:lnTo>
                <a:lnTo>
                  <a:pt x="1587" y="478"/>
                </a:lnTo>
                <a:lnTo>
                  <a:pt x="1587" y="479"/>
                </a:lnTo>
                <a:lnTo>
                  <a:pt x="1587" y="480"/>
                </a:lnTo>
                <a:lnTo>
                  <a:pt x="1587" y="482"/>
                </a:lnTo>
                <a:lnTo>
                  <a:pt x="1588" y="482"/>
                </a:lnTo>
                <a:lnTo>
                  <a:pt x="1590" y="484"/>
                </a:lnTo>
                <a:lnTo>
                  <a:pt x="1591" y="485"/>
                </a:lnTo>
                <a:lnTo>
                  <a:pt x="1591" y="486"/>
                </a:lnTo>
                <a:lnTo>
                  <a:pt x="1592" y="486"/>
                </a:lnTo>
                <a:lnTo>
                  <a:pt x="1593" y="486"/>
                </a:lnTo>
                <a:lnTo>
                  <a:pt x="1594" y="487"/>
                </a:lnTo>
                <a:lnTo>
                  <a:pt x="1597" y="488"/>
                </a:lnTo>
                <a:lnTo>
                  <a:pt x="1597" y="489"/>
                </a:lnTo>
                <a:lnTo>
                  <a:pt x="1598" y="489"/>
                </a:lnTo>
                <a:lnTo>
                  <a:pt x="1600" y="489"/>
                </a:lnTo>
                <a:lnTo>
                  <a:pt x="1600" y="490"/>
                </a:lnTo>
                <a:lnTo>
                  <a:pt x="1601" y="490"/>
                </a:lnTo>
                <a:lnTo>
                  <a:pt x="1601" y="491"/>
                </a:lnTo>
                <a:lnTo>
                  <a:pt x="1601" y="492"/>
                </a:lnTo>
                <a:lnTo>
                  <a:pt x="1601" y="493"/>
                </a:lnTo>
                <a:lnTo>
                  <a:pt x="1602" y="494"/>
                </a:lnTo>
                <a:lnTo>
                  <a:pt x="1601" y="496"/>
                </a:lnTo>
                <a:lnTo>
                  <a:pt x="1601" y="498"/>
                </a:lnTo>
                <a:lnTo>
                  <a:pt x="1601" y="499"/>
                </a:lnTo>
                <a:lnTo>
                  <a:pt x="1602" y="499"/>
                </a:lnTo>
                <a:lnTo>
                  <a:pt x="1603" y="499"/>
                </a:lnTo>
                <a:lnTo>
                  <a:pt x="1604" y="499"/>
                </a:lnTo>
                <a:lnTo>
                  <a:pt x="1605" y="499"/>
                </a:lnTo>
                <a:lnTo>
                  <a:pt x="1606" y="499"/>
                </a:lnTo>
                <a:lnTo>
                  <a:pt x="1607" y="499"/>
                </a:lnTo>
                <a:lnTo>
                  <a:pt x="1607" y="498"/>
                </a:lnTo>
                <a:lnTo>
                  <a:pt x="1608" y="497"/>
                </a:lnTo>
                <a:lnTo>
                  <a:pt x="1608" y="496"/>
                </a:lnTo>
                <a:lnTo>
                  <a:pt x="1608" y="495"/>
                </a:lnTo>
                <a:lnTo>
                  <a:pt x="1608" y="494"/>
                </a:lnTo>
                <a:lnTo>
                  <a:pt x="1609" y="494"/>
                </a:lnTo>
                <a:lnTo>
                  <a:pt x="1609" y="493"/>
                </a:lnTo>
                <a:lnTo>
                  <a:pt x="1610" y="493"/>
                </a:lnTo>
                <a:lnTo>
                  <a:pt x="1610" y="492"/>
                </a:lnTo>
                <a:lnTo>
                  <a:pt x="1610" y="491"/>
                </a:lnTo>
                <a:lnTo>
                  <a:pt x="1610" y="490"/>
                </a:lnTo>
                <a:lnTo>
                  <a:pt x="1610" y="489"/>
                </a:lnTo>
                <a:lnTo>
                  <a:pt x="1610" y="488"/>
                </a:lnTo>
                <a:lnTo>
                  <a:pt x="1609" y="487"/>
                </a:lnTo>
                <a:lnTo>
                  <a:pt x="1608" y="486"/>
                </a:lnTo>
                <a:lnTo>
                  <a:pt x="1608" y="485"/>
                </a:lnTo>
                <a:lnTo>
                  <a:pt x="1609" y="484"/>
                </a:lnTo>
                <a:lnTo>
                  <a:pt x="1607" y="483"/>
                </a:lnTo>
                <a:lnTo>
                  <a:pt x="1606" y="482"/>
                </a:lnTo>
                <a:lnTo>
                  <a:pt x="1605" y="482"/>
                </a:lnTo>
                <a:lnTo>
                  <a:pt x="1604" y="482"/>
                </a:lnTo>
                <a:lnTo>
                  <a:pt x="1604" y="481"/>
                </a:lnTo>
                <a:lnTo>
                  <a:pt x="1604" y="480"/>
                </a:lnTo>
                <a:lnTo>
                  <a:pt x="1604" y="479"/>
                </a:lnTo>
                <a:lnTo>
                  <a:pt x="1604" y="478"/>
                </a:lnTo>
                <a:lnTo>
                  <a:pt x="1604" y="477"/>
                </a:lnTo>
                <a:lnTo>
                  <a:pt x="1604" y="475"/>
                </a:lnTo>
                <a:lnTo>
                  <a:pt x="1605" y="475"/>
                </a:lnTo>
                <a:lnTo>
                  <a:pt x="1606" y="475"/>
                </a:lnTo>
                <a:lnTo>
                  <a:pt x="1606" y="474"/>
                </a:lnTo>
                <a:lnTo>
                  <a:pt x="1606" y="473"/>
                </a:lnTo>
                <a:lnTo>
                  <a:pt x="1607" y="471"/>
                </a:lnTo>
                <a:lnTo>
                  <a:pt x="1606" y="471"/>
                </a:lnTo>
                <a:lnTo>
                  <a:pt x="1605" y="468"/>
                </a:lnTo>
                <a:lnTo>
                  <a:pt x="1606" y="468"/>
                </a:lnTo>
                <a:lnTo>
                  <a:pt x="1607" y="468"/>
                </a:lnTo>
                <a:lnTo>
                  <a:pt x="1609" y="467"/>
                </a:lnTo>
                <a:lnTo>
                  <a:pt x="1609" y="466"/>
                </a:lnTo>
                <a:lnTo>
                  <a:pt x="1610" y="466"/>
                </a:lnTo>
                <a:lnTo>
                  <a:pt x="1611" y="466"/>
                </a:lnTo>
                <a:lnTo>
                  <a:pt x="1612" y="467"/>
                </a:lnTo>
                <a:lnTo>
                  <a:pt x="1613" y="467"/>
                </a:lnTo>
                <a:lnTo>
                  <a:pt x="1614" y="467"/>
                </a:lnTo>
                <a:lnTo>
                  <a:pt x="1620" y="467"/>
                </a:lnTo>
                <a:lnTo>
                  <a:pt x="1621" y="467"/>
                </a:lnTo>
                <a:lnTo>
                  <a:pt x="1621" y="466"/>
                </a:lnTo>
                <a:lnTo>
                  <a:pt x="1623" y="466"/>
                </a:lnTo>
                <a:lnTo>
                  <a:pt x="1623" y="467"/>
                </a:lnTo>
                <a:lnTo>
                  <a:pt x="1624" y="470"/>
                </a:lnTo>
                <a:lnTo>
                  <a:pt x="1624" y="471"/>
                </a:lnTo>
                <a:lnTo>
                  <a:pt x="1624" y="472"/>
                </a:lnTo>
                <a:lnTo>
                  <a:pt x="1624" y="473"/>
                </a:lnTo>
                <a:lnTo>
                  <a:pt x="1625" y="474"/>
                </a:lnTo>
                <a:lnTo>
                  <a:pt x="1625" y="475"/>
                </a:lnTo>
                <a:lnTo>
                  <a:pt x="1626" y="476"/>
                </a:lnTo>
                <a:lnTo>
                  <a:pt x="1627" y="476"/>
                </a:lnTo>
                <a:lnTo>
                  <a:pt x="1627" y="477"/>
                </a:lnTo>
                <a:lnTo>
                  <a:pt x="1627" y="478"/>
                </a:lnTo>
                <a:lnTo>
                  <a:pt x="1627" y="479"/>
                </a:lnTo>
                <a:lnTo>
                  <a:pt x="1627" y="480"/>
                </a:lnTo>
                <a:lnTo>
                  <a:pt x="1629" y="481"/>
                </a:lnTo>
                <a:lnTo>
                  <a:pt x="1630" y="481"/>
                </a:lnTo>
                <a:lnTo>
                  <a:pt x="1630" y="482"/>
                </a:lnTo>
                <a:lnTo>
                  <a:pt x="1631" y="482"/>
                </a:lnTo>
                <a:lnTo>
                  <a:pt x="1632" y="482"/>
                </a:lnTo>
                <a:lnTo>
                  <a:pt x="1632" y="483"/>
                </a:lnTo>
                <a:lnTo>
                  <a:pt x="1633" y="484"/>
                </a:lnTo>
                <a:lnTo>
                  <a:pt x="1634" y="484"/>
                </a:lnTo>
                <a:lnTo>
                  <a:pt x="1635" y="485"/>
                </a:lnTo>
                <a:lnTo>
                  <a:pt x="1636" y="486"/>
                </a:lnTo>
                <a:lnTo>
                  <a:pt x="1637" y="486"/>
                </a:lnTo>
                <a:lnTo>
                  <a:pt x="1637" y="487"/>
                </a:lnTo>
                <a:lnTo>
                  <a:pt x="1638" y="487"/>
                </a:lnTo>
                <a:lnTo>
                  <a:pt x="1639" y="488"/>
                </a:lnTo>
                <a:lnTo>
                  <a:pt x="1642" y="486"/>
                </a:lnTo>
                <a:lnTo>
                  <a:pt x="1643" y="486"/>
                </a:lnTo>
                <a:lnTo>
                  <a:pt x="1643" y="485"/>
                </a:lnTo>
                <a:lnTo>
                  <a:pt x="1644" y="486"/>
                </a:lnTo>
                <a:lnTo>
                  <a:pt x="1644" y="487"/>
                </a:lnTo>
                <a:lnTo>
                  <a:pt x="1645" y="487"/>
                </a:lnTo>
                <a:lnTo>
                  <a:pt x="1646" y="488"/>
                </a:lnTo>
                <a:lnTo>
                  <a:pt x="1647" y="489"/>
                </a:lnTo>
                <a:lnTo>
                  <a:pt x="1648" y="488"/>
                </a:lnTo>
                <a:lnTo>
                  <a:pt x="1648" y="487"/>
                </a:lnTo>
                <a:lnTo>
                  <a:pt x="1648" y="486"/>
                </a:lnTo>
                <a:lnTo>
                  <a:pt x="1649" y="486"/>
                </a:lnTo>
                <a:lnTo>
                  <a:pt x="1649" y="487"/>
                </a:lnTo>
                <a:lnTo>
                  <a:pt x="1650" y="487"/>
                </a:lnTo>
                <a:lnTo>
                  <a:pt x="1651" y="487"/>
                </a:lnTo>
                <a:lnTo>
                  <a:pt x="1651" y="488"/>
                </a:lnTo>
                <a:lnTo>
                  <a:pt x="1651" y="489"/>
                </a:lnTo>
                <a:lnTo>
                  <a:pt x="1652" y="489"/>
                </a:lnTo>
                <a:lnTo>
                  <a:pt x="1653" y="490"/>
                </a:lnTo>
                <a:lnTo>
                  <a:pt x="1654" y="491"/>
                </a:lnTo>
                <a:lnTo>
                  <a:pt x="1654" y="492"/>
                </a:lnTo>
                <a:lnTo>
                  <a:pt x="1655" y="492"/>
                </a:lnTo>
                <a:lnTo>
                  <a:pt x="1657" y="492"/>
                </a:lnTo>
                <a:lnTo>
                  <a:pt x="1658" y="491"/>
                </a:lnTo>
                <a:lnTo>
                  <a:pt x="1658" y="490"/>
                </a:lnTo>
                <a:lnTo>
                  <a:pt x="1659" y="489"/>
                </a:lnTo>
                <a:lnTo>
                  <a:pt x="1660" y="489"/>
                </a:lnTo>
                <a:lnTo>
                  <a:pt x="1661" y="489"/>
                </a:lnTo>
                <a:lnTo>
                  <a:pt x="1662" y="489"/>
                </a:lnTo>
                <a:lnTo>
                  <a:pt x="1663" y="488"/>
                </a:lnTo>
                <a:lnTo>
                  <a:pt x="1663" y="487"/>
                </a:lnTo>
                <a:lnTo>
                  <a:pt x="1664" y="487"/>
                </a:lnTo>
                <a:lnTo>
                  <a:pt x="1664" y="486"/>
                </a:lnTo>
                <a:lnTo>
                  <a:pt x="1663" y="485"/>
                </a:lnTo>
                <a:lnTo>
                  <a:pt x="1662" y="485"/>
                </a:lnTo>
                <a:lnTo>
                  <a:pt x="1661" y="483"/>
                </a:lnTo>
                <a:lnTo>
                  <a:pt x="1660" y="482"/>
                </a:lnTo>
                <a:lnTo>
                  <a:pt x="1660" y="481"/>
                </a:lnTo>
                <a:lnTo>
                  <a:pt x="1660" y="480"/>
                </a:lnTo>
                <a:lnTo>
                  <a:pt x="1660" y="479"/>
                </a:lnTo>
                <a:lnTo>
                  <a:pt x="1659" y="479"/>
                </a:lnTo>
                <a:lnTo>
                  <a:pt x="1657" y="477"/>
                </a:lnTo>
                <a:lnTo>
                  <a:pt x="1656" y="475"/>
                </a:lnTo>
                <a:lnTo>
                  <a:pt x="1656" y="473"/>
                </a:lnTo>
                <a:lnTo>
                  <a:pt x="1656" y="472"/>
                </a:lnTo>
                <a:lnTo>
                  <a:pt x="1657" y="472"/>
                </a:lnTo>
                <a:lnTo>
                  <a:pt x="1658" y="472"/>
                </a:lnTo>
                <a:lnTo>
                  <a:pt x="1659" y="472"/>
                </a:lnTo>
                <a:lnTo>
                  <a:pt x="1660" y="471"/>
                </a:lnTo>
                <a:lnTo>
                  <a:pt x="1660" y="470"/>
                </a:lnTo>
                <a:lnTo>
                  <a:pt x="1661" y="470"/>
                </a:lnTo>
                <a:lnTo>
                  <a:pt x="1661" y="469"/>
                </a:lnTo>
                <a:lnTo>
                  <a:pt x="1660" y="468"/>
                </a:lnTo>
                <a:lnTo>
                  <a:pt x="1659" y="468"/>
                </a:lnTo>
                <a:lnTo>
                  <a:pt x="1658" y="467"/>
                </a:lnTo>
                <a:lnTo>
                  <a:pt x="1658" y="466"/>
                </a:lnTo>
                <a:lnTo>
                  <a:pt x="1658" y="465"/>
                </a:lnTo>
                <a:lnTo>
                  <a:pt x="1657" y="464"/>
                </a:lnTo>
                <a:lnTo>
                  <a:pt x="1656" y="464"/>
                </a:lnTo>
                <a:lnTo>
                  <a:pt x="1656" y="463"/>
                </a:lnTo>
                <a:lnTo>
                  <a:pt x="1655" y="462"/>
                </a:lnTo>
                <a:lnTo>
                  <a:pt x="1654" y="461"/>
                </a:lnTo>
                <a:lnTo>
                  <a:pt x="1654" y="459"/>
                </a:lnTo>
                <a:lnTo>
                  <a:pt x="1655" y="459"/>
                </a:lnTo>
                <a:lnTo>
                  <a:pt x="1655" y="458"/>
                </a:lnTo>
                <a:lnTo>
                  <a:pt x="1654" y="458"/>
                </a:lnTo>
                <a:lnTo>
                  <a:pt x="1653" y="457"/>
                </a:lnTo>
                <a:lnTo>
                  <a:pt x="1653" y="456"/>
                </a:lnTo>
                <a:lnTo>
                  <a:pt x="1654" y="456"/>
                </a:lnTo>
                <a:lnTo>
                  <a:pt x="1655" y="457"/>
                </a:lnTo>
                <a:lnTo>
                  <a:pt x="1656" y="457"/>
                </a:lnTo>
                <a:lnTo>
                  <a:pt x="1657" y="457"/>
                </a:lnTo>
                <a:lnTo>
                  <a:pt x="1658" y="457"/>
                </a:lnTo>
                <a:lnTo>
                  <a:pt x="1659" y="457"/>
                </a:lnTo>
                <a:lnTo>
                  <a:pt x="1659" y="456"/>
                </a:lnTo>
                <a:lnTo>
                  <a:pt x="1660" y="456"/>
                </a:lnTo>
                <a:lnTo>
                  <a:pt x="1660" y="457"/>
                </a:lnTo>
                <a:lnTo>
                  <a:pt x="1661" y="457"/>
                </a:lnTo>
                <a:lnTo>
                  <a:pt x="1662" y="457"/>
                </a:lnTo>
                <a:lnTo>
                  <a:pt x="1662" y="458"/>
                </a:lnTo>
                <a:lnTo>
                  <a:pt x="1663" y="458"/>
                </a:lnTo>
                <a:lnTo>
                  <a:pt x="1663" y="459"/>
                </a:lnTo>
                <a:lnTo>
                  <a:pt x="1663" y="458"/>
                </a:lnTo>
                <a:lnTo>
                  <a:pt x="1663" y="459"/>
                </a:lnTo>
                <a:lnTo>
                  <a:pt x="1664" y="459"/>
                </a:lnTo>
                <a:lnTo>
                  <a:pt x="1664" y="461"/>
                </a:lnTo>
                <a:lnTo>
                  <a:pt x="1665" y="461"/>
                </a:lnTo>
                <a:lnTo>
                  <a:pt x="1665" y="462"/>
                </a:lnTo>
                <a:lnTo>
                  <a:pt x="1666" y="462"/>
                </a:lnTo>
                <a:lnTo>
                  <a:pt x="1666" y="461"/>
                </a:lnTo>
                <a:lnTo>
                  <a:pt x="1666" y="460"/>
                </a:lnTo>
                <a:lnTo>
                  <a:pt x="1666" y="459"/>
                </a:lnTo>
                <a:lnTo>
                  <a:pt x="1667" y="459"/>
                </a:lnTo>
                <a:lnTo>
                  <a:pt x="1667" y="458"/>
                </a:lnTo>
                <a:lnTo>
                  <a:pt x="1668" y="458"/>
                </a:lnTo>
                <a:lnTo>
                  <a:pt x="1668" y="457"/>
                </a:lnTo>
                <a:lnTo>
                  <a:pt x="1669" y="457"/>
                </a:lnTo>
                <a:lnTo>
                  <a:pt x="1670" y="458"/>
                </a:lnTo>
                <a:lnTo>
                  <a:pt x="1671" y="458"/>
                </a:lnTo>
                <a:lnTo>
                  <a:pt x="1671" y="459"/>
                </a:lnTo>
                <a:lnTo>
                  <a:pt x="1673" y="460"/>
                </a:lnTo>
                <a:lnTo>
                  <a:pt x="1674" y="459"/>
                </a:lnTo>
                <a:lnTo>
                  <a:pt x="1674" y="458"/>
                </a:lnTo>
                <a:lnTo>
                  <a:pt x="1675" y="458"/>
                </a:lnTo>
                <a:lnTo>
                  <a:pt x="1675" y="457"/>
                </a:lnTo>
                <a:lnTo>
                  <a:pt x="1674" y="456"/>
                </a:lnTo>
                <a:lnTo>
                  <a:pt x="1673" y="456"/>
                </a:lnTo>
                <a:lnTo>
                  <a:pt x="1673" y="455"/>
                </a:lnTo>
                <a:lnTo>
                  <a:pt x="1672" y="455"/>
                </a:lnTo>
                <a:lnTo>
                  <a:pt x="1672" y="454"/>
                </a:lnTo>
                <a:lnTo>
                  <a:pt x="1672" y="453"/>
                </a:lnTo>
                <a:lnTo>
                  <a:pt x="1673" y="453"/>
                </a:lnTo>
                <a:lnTo>
                  <a:pt x="1673" y="452"/>
                </a:lnTo>
                <a:lnTo>
                  <a:pt x="1674" y="452"/>
                </a:lnTo>
                <a:lnTo>
                  <a:pt x="1675" y="452"/>
                </a:lnTo>
                <a:lnTo>
                  <a:pt x="1676" y="452"/>
                </a:lnTo>
                <a:lnTo>
                  <a:pt x="1677" y="452"/>
                </a:lnTo>
                <a:lnTo>
                  <a:pt x="1678" y="452"/>
                </a:lnTo>
                <a:lnTo>
                  <a:pt x="1678" y="451"/>
                </a:lnTo>
                <a:lnTo>
                  <a:pt x="1679" y="452"/>
                </a:lnTo>
                <a:lnTo>
                  <a:pt x="1679" y="453"/>
                </a:lnTo>
                <a:lnTo>
                  <a:pt x="1680" y="453"/>
                </a:lnTo>
                <a:lnTo>
                  <a:pt x="1681" y="453"/>
                </a:lnTo>
                <a:lnTo>
                  <a:pt x="1683" y="453"/>
                </a:lnTo>
                <a:lnTo>
                  <a:pt x="1683" y="454"/>
                </a:lnTo>
                <a:lnTo>
                  <a:pt x="1684" y="454"/>
                </a:lnTo>
                <a:lnTo>
                  <a:pt x="1684" y="453"/>
                </a:lnTo>
                <a:lnTo>
                  <a:pt x="1685" y="453"/>
                </a:lnTo>
                <a:lnTo>
                  <a:pt x="1685" y="454"/>
                </a:lnTo>
                <a:lnTo>
                  <a:pt x="1687" y="455"/>
                </a:lnTo>
                <a:lnTo>
                  <a:pt x="1687" y="454"/>
                </a:lnTo>
                <a:lnTo>
                  <a:pt x="1688" y="454"/>
                </a:lnTo>
                <a:lnTo>
                  <a:pt x="1690" y="454"/>
                </a:lnTo>
                <a:lnTo>
                  <a:pt x="1691" y="454"/>
                </a:lnTo>
                <a:lnTo>
                  <a:pt x="1692" y="455"/>
                </a:lnTo>
                <a:lnTo>
                  <a:pt x="1693" y="456"/>
                </a:lnTo>
                <a:lnTo>
                  <a:pt x="1693" y="455"/>
                </a:lnTo>
                <a:lnTo>
                  <a:pt x="1694" y="454"/>
                </a:lnTo>
                <a:lnTo>
                  <a:pt x="1695" y="453"/>
                </a:lnTo>
                <a:lnTo>
                  <a:pt x="1696" y="453"/>
                </a:lnTo>
                <a:lnTo>
                  <a:pt x="1697" y="454"/>
                </a:lnTo>
                <a:lnTo>
                  <a:pt x="1698" y="454"/>
                </a:lnTo>
                <a:lnTo>
                  <a:pt x="1699" y="454"/>
                </a:lnTo>
                <a:lnTo>
                  <a:pt x="1699" y="452"/>
                </a:lnTo>
                <a:lnTo>
                  <a:pt x="1698" y="451"/>
                </a:lnTo>
                <a:lnTo>
                  <a:pt x="1697" y="450"/>
                </a:lnTo>
                <a:lnTo>
                  <a:pt x="1696" y="449"/>
                </a:lnTo>
                <a:lnTo>
                  <a:pt x="1697" y="449"/>
                </a:lnTo>
                <a:lnTo>
                  <a:pt x="1697" y="448"/>
                </a:lnTo>
                <a:lnTo>
                  <a:pt x="1698" y="448"/>
                </a:lnTo>
                <a:lnTo>
                  <a:pt x="1698" y="447"/>
                </a:lnTo>
                <a:lnTo>
                  <a:pt x="1699" y="448"/>
                </a:lnTo>
                <a:lnTo>
                  <a:pt x="1699" y="449"/>
                </a:lnTo>
                <a:lnTo>
                  <a:pt x="1699" y="450"/>
                </a:lnTo>
                <a:lnTo>
                  <a:pt x="1700" y="450"/>
                </a:lnTo>
                <a:lnTo>
                  <a:pt x="1700" y="451"/>
                </a:lnTo>
                <a:lnTo>
                  <a:pt x="1701" y="451"/>
                </a:lnTo>
                <a:lnTo>
                  <a:pt x="1702" y="451"/>
                </a:lnTo>
                <a:lnTo>
                  <a:pt x="1703" y="451"/>
                </a:lnTo>
                <a:lnTo>
                  <a:pt x="1704" y="451"/>
                </a:lnTo>
                <a:lnTo>
                  <a:pt x="1705" y="451"/>
                </a:lnTo>
                <a:lnTo>
                  <a:pt x="1706" y="451"/>
                </a:lnTo>
                <a:lnTo>
                  <a:pt x="1706" y="450"/>
                </a:lnTo>
                <a:lnTo>
                  <a:pt x="1705" y="449"/>
                </a:lnTo>
                <a:lnTo>
                  <a:pt x="1704" y="449"/>
                </a:lnTo>
                <a:lnTo>
                  <a:pt x="1704" y="448"/>
                </a:lnTo>
                <a:lnTo>
                  <a:pt x="1705" y="447"/>
                </a:lnTo>
                <a:lnTo>
                  <a:pt x="1705" y="446"/>
                </a:lnTo>
                <a:lnTo>
                  <a:pt x="1706" y="446"/>
                </a:lnTo>
                <a:lnTo>
                  <a:pt x="1706" y="445"/>
                </a:lnTo>
                <a:lnTo>
                  <a:pt x="1705" y="445"/>
                </a:lnTo>
                <a:lnTo>
                  <a:pt x="1704" y="445"/>
                </a:lnTo>
                <a:lnTo>
                  <a:pt x="1703" y="445"/>
                </a:lnTo>
                <a:lnTo>
                  <a:pt x="1703" y="444"/>
                </a:lnTo>
                <a:lnTo>
                  <a:pt x="1702" y="444"/>
                </a:lnTo>
                <a:lnTo>
                  <a:pt x="1702" y="443"/>
                </a:lnTo>
                <a:lnTo>
                  <a:pt x="1703" y="443"/>
                </a:lnTo>
                <a:lnTo>
                  <a:pt x="1703" y="442"/>
                </a:lnTo>
                <a:lnTo>
                  <a:pt x="1702" y="442"/>
                </a:lnTo>
                <a:lnTo>
                  <a:pt x="1702" y="440"/>
                </a:lnTo>
                <a:lnTo>
                  <a:pt x="1702" y="439"/>
                </a:lnTo>
                <a:lnTo>
                  <a:pt x="1702" y="438"/>
                </a:lnTo>
                <a:lnTo>
                  <a:pt x="1703" y="437"/>
                </a:lnTo>
                <a:lnTo>
                  <a:pt x="1703" y="436"/>
                </a:lnTo>
                <a:lnTo>
                  <a:pt x="1703" y="435"/>
                </a:lnTo>
                <a:lnTo>
                  <a:pt x="1703" y="434"/>
                </a:lnTo>
                <a:lnTo>
                  <a:pt x="1703" y="433"/>
                </a:lnTo>
                <a:lnTo>
                  <a:pt x="1704" y="433"/>
                </a:lnTo>
                <a:lnTo>
                  <a:pt x="1704" y="432"/>
                </a:lnTo>
                <a:lnTo>
                  <a:pt x="1704" y="431"/>
                </a:lnTo>
                <a:lnTo>
                  <a:pt x="1704" y="430"/>
                </a:lnTo>
                <a:lnTo>
                  <a:pt x="1704" y="429"/>
                </a:lnTo>
                <a:lnTo>
                  <a:pt x="1705" y="428"/>
                </a:lnTo>
                <a:lnTo>
                  <a:pt x="1706" y="428"/>
                </a:lnTo>
                <a:lnTo>
                  <a:pt x="1707" y="428"/>
                </a:lnTo>
                <a:lnTo>
                  <a:pt x="1707" y="427"/>
                </a:lnTo>
                <a:lnTo>
                  <a:pt x="1707" y="428"/>
                </a:lnTo>
                <a:lnTo>
                  <a:pt x="1708" y="428"/>
                </a:lnTo>
                <a:lnTo>
                  <a:pt x="1709" y="428"/>
                </a:lnTo>
                <a:lnTo>
                  <a:pt x="1709" y="429"/>
                </a:lnTo>
                <a:lnTo>
                  <a:pt x="1708" y="430"/>
                </a:lnTo>
                <a:lnTo>
                  <a:pt x="1709" y="430"/>
                </a:lnTo>
                <a:lnTo>
                  <a:pt x="1709" y="429"/>
                </a:lnTo>
                <a:lnTo>
                  <a:pt x="1710" y="429"/>
                </a:lnTo>
                <a:lnTo>
                  <a:pt x="1710" y="430"/>
                </a:lnTo>
                <a:lnTo>
                  <a:pt x="1711" y="430"/>
                </a:lnTo>
                <a:lnTo>
                  <a:pt x="1712" y="430"/>
                </a:lnTo>
                <a:lnTo>
                  <a:pt x="1713" y="429"/>
                </a:lnTo>
                <a:lnTo>
                  <a:pt x="1714" y="429"/>
                </a:lnTo>
                <a:lnTo>
                  <a:pt x="1714" y="428"/>
                </a:lnTo>
                <a:lnTo>
                  <a:pt x="1715" y="428"/>
                </a:lnTo>
                <a:lnTo>
                  <a:pt x="1715" y="429"/>
                </a:lnTo>
                <a:lnTo>
                  <a:pt x="1715" y="428"/>
                </a:lnTo>
                <a:lnTo>
                  <a:pt x="1715" y="427"/>
                </a:lnTo>
                <a:lnTo>
                  <a:pt x="1715" y="426"/>
                </a:lnTo>
                <a:lnTo>
                  <a:pt x="1716" y="425"/>
                </a:lnTo>
                <a:lnTo>
                  <a:pt x="1715" y="425"/>
                </a:lnTo>
                <a:lnTo>
                  <a:pt x="1715" y="424"/>
                </a:lnTo>
                <a:lnTo>
                  <a:pt x="1715" y="422"/>
                </a:lnTo>
                <a:lnTo>
                  <a:pt x="1715" y="421"/>
                </a:lnTo>
                <a:lnTo>
                  <a:pt x="1715" y="420"/>
                </a:lnTo>
                <a:lnTo>
                  <a:pt x="1715" y="419"/>
                </a:lnTo>
                <a:lnTo>
                  <a:pt x="1714" y="418"/>
                </a:lnTo>
                <a:lnTo>
                  <a:pt x="1714" y="417"/>
                </a:lnTo>
                <a:lnTo>
                  <a:pt x="1713" y="417"/>
                </a:lnTo>
                <a:lnTo>
                  <a:pt x="1713" y="416"/>
                </a:lnTo>
                <a:lnTo>
                  <a:pt x="1713" y="415"/>
                </a:lnTo>
                <a:lnTo>
                  <a:pt x="1712" y="415"/>
                </a:lnTo>
                <a:lnTo>
                  <a:pt x="1711" y="414"/>
                </a:lnTo>
                <a:lnTo>
                  <a:pt x="1710" y="414"/>
                </a:lnTo>
                <a:lnTo>
                  <a:pt x="1709" y="414"/>
                </a:lnTo>
                <a:lnTo>
                  <a:pt x="1708" y="413"/>
                </a:lnTo>
                <a:lnTo>
                  <a:pt x="1709" y="413"/>
                </a:lnTo>
                <a:lnTo>
                  <a:pt x="1709" y="412"/>
                </a:lnTo>
                <a:lnTo>
                  <a:pt x="1709" y="411"/>
                </a:lnTo>
                <a:lnTo>
                  <a:pt x="1710" y="410"/>
                </a:lnTo>
                <a:lnTo>
                  <a:pt x="1711" y="410"/>
                </a:lnTo>
                <a:lnTo>
                  <a:pt x="1712" y="409"/>
                </a:lnTo>
                <a:lnTo>
                  <a:pt x="1712" y="408"/>
                </a:lnTo>
                <a:lnTo>
                  <a:pt x="1712" y="407"/>
                </a:lnTo>
                <a:lnTo>
                  <a:pt x="1713" y="407"/>
                </a:lnTo>
                <a:lnTo>
                  <a:pt x="1712" y="407"/>
                </a:lnTo>
                <a:lnTo>
                  <a:pt x="1711" y="407"/>
                </a:lnTo>
                <a:lnTo>
                  <a:pt x="1711" y="406"/>
                </a:lnTo>
                <a:lnTo>
                  <a:pt x="1710" y="406"/>
                </a:lnTo>
                <a:lnTo>
                  <a:pt x="1709" y="406"/>
                </a:lnTo>
                <a:lnTo>
                  <a:pt x="1708" y="406"/>
                </a:lnTo>
                <a:lnTo>
                  <a:pt x="1707" y="406"/>
                </a:lnTo>
                <a:lnTo>
                  <a:pt x="1707" y="405"/>
                </a:lnTo>
                <a:lnTo>
                  <a:pt x="1708" y="405"/>
                </a:lnTo>
                <a:lnTo>
                  <a:pt x="1708" y="404"/>
                </a:lnTo>
                <a:lnTo>
                  <a:pt x="1708" y="403"/>
                </a:lnTo>
                <a:lnTo>
                  <a:pt x="1708" y="402"/>
                </a:lnTo>
                <a:lnTo>
                  <a:pt x="1709" y="402"/>
                </a:lnTo>
                <a:lnTo>
                  <a:pt x="1709" y="401"/>
                </a:lnTo>
                <a:lnTo>
                  <a:pt x="1710" y="401"/>
                </a:lnTo>
                <a:lnTo>
                  <a:pt x="1711" y="402"/>
                </a:lnTo>
                <a:lnTo>
                  <a:pt x="1712" y="402"/>
                </a:lnTo>
                <a:lnTo>
                  <a:pt x="1713" y="402"/>
                </a:lnTo>
                <a:lnTo>
                  <a:pt x="1714" y="401"/>
                </a:lnTo>
                <a:lnTo>
                  <a:pt x="1715" y="401"/>
                </a:lnTo>
                <a:lnTo>
                  <a:pt x="1715" y="400"/>
                </a:lnTo>
                <a:lnTo>
                  <a:pt x="1715" y="399"/>
                </a:lnTo>
                <a:lnTo>
                  <a:pt x="1716" y="399"/>
                </a:lnTo>
                <a:lnTo>
                  <a:pt x="1717" y="399"/>
                </a:lnTo>
                <a:lnTo>
                  <a:pt x="1718" y="398"/>
                </a:lnTo>
                <a:lnTo>
                  <a:pt x="1719" y="400"/>
                </a:lnTo>
                <a:lnTo>
                  <a:pt x="1720" y="401"/>
                </a:lnTo>
                <a:lnTo>
                  <a:pt x="1720" y="402"/>
                </a:lnTo>
                <a:lnTo>
                  <a:pt x="1720" y="403"/>
                </a:lnTo>
                <a:lnTo>
                  <a:pt x="1721" y="403"/>
                </a:lnTo>
                <a:lnTo>
                  <a:pt x="1722" y="403"/>
                </a:lnTo>
                <a:lnTo>
                  <a:pt x="1723" y="404"/>
                </a:lnTo>
                <a:lnTo>
                  <a:pt x="1724" y="404"/>
                </a:lnTo>
                <a:lnTo>
                  <a:pt x="1724" y="405"/>
                </a:lnTo>
                <a:lnTo>
                  <a:pt x="1725" y="405"/>
                </a:lnTo>
                <a:lnTo>
                  <a:pt x="1726" y="405"/>
                </a:lnTo>
                <a:lnTo>
                  <a:pt x="1726" y="404"/>
                </a:lnTo>
                <a:lnTo>
                  <a:pt x="1727" y="403"/>
                </a:lnTo>
                <a:lnTo>
                  <a:pt x="1727" y="404"/>
                </a:lnTo>
                <a:lnTo>
                  <a:pt x="1728" y="404"/>
                </a:lnTo>
                <a:lnTo>
                  <a:pt x="1729" y="405"/>
                </a:lnTo>
                <a:lnTo>
                  <a:pt x="1730" y="405"/>
                </a:lnTo>
                <a:lnTo>
                  <a:pt x="1731" y="405"/>
                </a:lnTo>
                <a:lnTo>
                  <a:pt x="1731" y="404"/>
                </a:lnTo>
                <a:lnTo>
                  <a:pt x="1732" y="405"/>
                </a:lnTo>
                <a:lnTo>
                  <a:pt x="1733" y="405"/>
                </a:lnTo>
                <a:lnTo>
                  <a:pt x="1734" y="405"/>
                </a:lnTo>
                <a:lnTo>
                  <a:pt x="1735" y="405"/>
                </a:lnTo>
                <a:lnTo>
                  <a:pt x="1736" y="405"/>
                </a:lnTo>
                <a:lnTo>
                  <a:pt x="1737" y="405"/>
                </a:lnTo>
                <a:lnTo>
                  <a:pt x="1738" y="405"/>
                </a:lnTo>
                <a:lnTo>
                  <a:pt x="1738" y="406"/>
                </a:lnTo>
                <a:lnTo>
                  <a:pt x="1739" y="405"/>
                </a:lnTo>
                <a:lnTo>
                  <a:pt x="1739" y="404"/>
                </a:lnTo>
                <a:lnTo>
                  <a:pt x="1740" y="404"/>
                </a:lnTo>
                <a:lnTo>
                  <a:pt x="1740" y="405"/>
                </a:lnTo>
                <a:lnTo>
                  <a:pt x="1741" y="405"/>
                </a:lnTo>
                <a:lnTo>
                  <a:pt x="1742" y="405"/>
                </a:lnTo>
                <a:lnTo>
                  <a:pt x="1743" y="405"/>
                </a:lnTo>
                <a:lnTo>
                  <a:pt x="1744" y="405"/>
                </a:lnTo>
                <a:lnTo>
                  <a:pt x="1744" y="404"/>
                </a:lnTo>
                <a:lnTo>
                  <a:pt x="1744" y="405"/>
                </a:lnTo>
                <a:lnTo>
                  <a:pt x="1745" y="404"/>
                </a:lnTo>
                <a:lnTo>
                  <a:pt x="1746" y="404"/>
                </a:lnTo>
                <a:lnTo>
                  <a:pt x="1747" y="404"/>
                </a:lnTo>
                <a:lnTo>
                  <a:pt x="1747" y="405"/>
                </a:lnTo>
                <a:lnTo>
                  <a:pt x="1748" y="406"/>
                </a:lnTo>
                <a:lnTo>
                  <a:pt x="1748" y="405"/>
                </a:lnTo>
                <a:lnTo>
                  <a:pt x="1749" y="405"/>
                </a:lnTo>
                <a:lnTo>
                  <a:pt x="1750" y="405"/>
                </a:lnTo>
                <a:lnTo>
                  <a:pt x="1750" y="406"/>
                </a:lnTo>
                <a:lnTo>
                  <a:pt x="1751" y="407"/>
                </a:lnTo>
                <a:lnTo>
                  <a:pt x="1752" y="407"/>
                </a:lnTo>
                <a:lnTo>
                  <a:pt x="1753" y="407"/>
                </a:lnTo>
                <a:lnTo>
                  <a:pt x="1754" y="407"/>
                </a:lnTo>
                <a:lnTo>
                  <a:pt x="1754" y="408"/>
                </a:lnTo>
                <a:lnTo>
                  <a:pt x="1755" y="408"/>
                </a:lnTo>
                <a:lnTo>
                  <a:pt x="1756" y="408"/>
                </a:lnTo>
                <a:lnTo>
                  <a:pt x="1757" y="408"/>
                </a:lnTo>
                <a:lnTo>
                  <a:pt x="1757" y="409"/>
                </a:lnTo>
                <a:lnTo>
                  <a:pt x="1758" y="409"/>
                </a:lnTo>
                <a:lnTo>
                  <a:pt x="1759" y="409"/>
                </a:lnTo>
                <a:lnTo>
                  <a:pt x="1759" y="408"/>
                </a:lnTo>
                <a:lnTo>
                  <a:pt x="1760" y="408"/>
                </a:lnTo>
                <a:lnTo>
                  <a:pt x="1760" y="409"/>
                </a:lnTo>
                <a:lnTo>
                  <a:pt x="1761" y="409"/>
                </a:lnTo>
                <a:lnTo>
                  <a:pt x="1762" y="409"/>
                </a:lnTo>
                <a:lnTo>
                  <a:pt x="1763" y="409"/>
                </a:lnTo>
                <a:lnTo>
                  <a:pt x="1763" y="410"/>
                </a:lnTo>
                <a:lnTo>
                  <a:pt x="1764" y="410"/>
                </a:lnTo>
                <a:lnTo>
                  <a:pt x="1764" y="411"/>
                </a:lnTo>
                <a:lnTo>
                  <a:pt x="1765" y="410"/>
                </a:lnTo>
                <a:lnTo>
                  <a:pt x="1766" y="410"/>
                </a:lnTo>
                <a:lnTo>
                  <a:pt x="1766" y="411"/>
                </a:lnTo>
                <a:lnTo>
                  <a:pt x="1767" y="411"/>
                </a:lnTo>
                <a:lnTo>
                  <a:pt x="1768" y="412"/>
                </a:lnTo>
                <a:lnTo>
                  <a:pt x="1769" y="412"/>
                </a:lnTo>
                <a:lnTo>
                  <a:pt x="1770" y="412"/>
                </a:lnTo>
                <a:lnTo>
                  <a:pt x="1770" y="413"/>
                </a:lnTo>
                <a:lnTo>
                  <a:pt x="1771" y="414"/>
                </a:lnTo>
                <a:lnTo>
                  <a:pt x="1771" y="415"/>
                </a:lnTo>
                <a:lnTo>
                  <a:pt x="1772" y="415"/>
                </a:lnTo>
                <a:lnTo>
                  <a:pt x="1773" y="415"/>
                </a:lnTo>
                <a:lnTo>
                  <a:pt x="1773" y="416"/>
                </a:lnTo>
                <a:lnTo>
                  <a:pt x="1774" y="416"/>
                </a:lnTo>
                <a:lnTo>
                  <a:pt x="1775" y="416"/>
                </a:lnTo>
                <a:lnTo>
                  <a:pt x="1775" y="417"/>
                </a:lnTo>
                <a:lnTo>
                  <a:pt x="1776" y="418"/>
                </a:lnTo>
                <a:lnTo>
                  <a:pt x="1777" y="417"/>
                </a:lnTo>
                <a:lnTo>
                  <a:pt x="1777" y="418"/>
                </a:lnTo>
                <a:lnTo>
                  <a:pt x="1778" y="418"/>
                </a:lnTo>
                <a:lnTo>
                  <a:pt x="1779" y="418"/>
                </a:lnTo>
                <a:lnTo>
                  <a:pt x="1779" y="417"/>
                </a:lnTo>
                <a:lnTo>
                  <a:pt x="1779" y="418"/>
                </a:lnTo>
                <a:lnTo>
                  <a:pt x="1780" y="419"/>
                </a:lnTo>
                <a:lnTo>
                  <a:pt x="1781" y="419"/>
                </a:lnTo>
                <a:lnTo>
                  <a:pt x="1781" y="420"/>
                </a:lnTo>
                <a:lnTo>
                  <a:pt x="1782" y="420"/>
                </a:lnTo>
                <a:lnTo>
                  <a:pt x="1783" y="420"/>
                </a:lnTo>
                <a:lnTo>
                  <a:pt x="1784" y="420"/>
                </a:lnTo>
                <a:lnTo>
                  <a:pt x="1784" y="421"/>
                </a:lnTo>
                <a:lnTo>
                  <a:pt x="1785" y="422"/>
                </a:lnTo>
                <a:lnTo>
                  <a:pt x="1786" y="422"/>
                </a:lnTo>
                <a:lnTo>
                  <a:pt x="1786" y="423"/>
                </a:lnTo>
                <a:lnTo>
                  <a:pt x="1787" y="423"/>
                </a:lnTo>
                <a:lnTo>
                  <a:pt x="1788" y="423"/>
                </a:lnTo>
                <a:lnTo>
                  <a:pt x="1787" y="424"/>
                </a:lnTo>
                <a:lnTo>
                  <a:pt x="1787" y="425"/>
                </a:lnTo>
                <a:lnTo>
                  <a:pt x="1787" y="426"/>
                </a:lnTo>
                <a:lnTo>
                  <a:pt x="1788" y="429"/>
                </a:lnTo>
                <a:lnTo>
                  <a:pt x="1788" y="430"/>
                </a:lnTo>
                <a:lnTo>
                  <a:pt x="1789" y="431"/>
                </a:lnTo>
                <a:lnTo>
                  <a:pt x="1789" y="432"/>
                </a:lnTo>
                <a:lnTo>
                  <a:pt x="1788" y="432"/>
                </a:lnTo>
                <a:lnTo>
                  <a:pt x="1788" y="433"/>
                </a:lnTo>
                <a:lnTo>
                  <a:pt x="1788" y="434"/>
                </a:lnTo>
                <a:lnTo>
                  <a:pt x="1788" y="435"/>
                </a:lnTo>
                <a:lnTo>
                  <a:pt x="1789" y="435"/>
                </a:lnTo>
                <a:lnTo>
                  <a:pt x="1790" y="435"/>
                </a:lnTo>
                <a:lnTo>
                  <a:pt x="1790" y="436"/>
                </a:lnTo>
                <a:lnTo>
                  <a:pt x="1791" y="437"/>
                </a:lnTo>
                <a:lnTo>
                  <a:pt x="1792" y="439"/>
                </a:lnTo>
                <a:lnTo>
                  <a:pt x="1792" y="440"/>
                </a:lnTo>
                <a:lnTo>
                  <a:pt x="1793" y="440"/>
                </a:lnTo>
                <a:lnTo>
                  <a:pt x="1793" y="441"/>
                </a:lnTo>
                <a:lnTo>
                  <a:pt x="1794" y="442"/>
                </a:lnTo>
                <a:lnTo>
                  <a:pt x="1794" y="443"/>
                </a:lnTo>
                <a:lnTo>
                  <a:pt x="1795" y="443"/>
                </a:lnTo>
                <a:lnTo>
                  <a:pt x="1795" y="444"/>
                </a:lnTo>
                <a:lnTo>
                  <a:pt x="1795" y="445"/>
                </a:lnTo>
                <a:lnTo>
                  <a:pt x="1795" y="446"/>
                </a:lnTo>
                <a:lnTo>
                  <a:pt x="1796" y="446"/>
                </a:lnTo>
                <a:lnTo>
                  <a:pt x="1796" y="447"/>
                </a:lnTo>
                <a:lnTo>
                  <a:pt x="1797" y="447"/>
                </a:lnTo>
                <a:lnTo>
                  <a:pt x="1799" y="449"/>
                </a:lnTo>
                <a:lnTo>
                  <a:pt x="1800" y="449"/>
                </a:lnTo>
                <a:lnTo>
                  <a:pt x="1800" y="450"/>
                </a:lnTo>
                <a:lnTo>
                  <a:pt x="1801" y="450"/>
                </a:lnTo>
                <a:lnTo>
                  <a:pt x="1801" y="451"/>
                </a:lnTo>
                <a:lnTo>
                  <a:pt x="1802" y="452"/>
                </a:lnTo>
                <a:lnTo>
                  <a:pt x="1803" y="452"/>
                </a:lnTo>
                <a:lnTo>
                  <a:pt x="1803" y="453"/>
                </a:lnTo>
                <a:lnTo>
                  <a:pt x="1804" y="453"/>
                </a:lnTo>
                <a:lnTo>
                  <a:pt x="1804" y="454"/>
                </a:lnTo>
                <a:lnTo>
                  <a:pt x="1805" y="454"/>
                </a:lnTo>
                <a:lnTo>
                  <a:pt x="1804" y="454"/>
                </a:lnTo>
                <a:lnTo>
                  <a:pt x="1804" y="455"/>
                </a:lnTo>
                <a:lnTo>
                  <a:pt x="1804" y="456"/>
                </a:lnTo>
                <a:lnTo>
                  <a:pt x="1805" y="456"/>
                </a:lnTo>
                <a:lnTo>
                  <a:pt x="1806" y="456"/>
                </a:lnTo>
                <a:lnTo>
                  <a:pt x="1806" y="457"/>
                </a:lnTo>
                <a:lnTo>
                  <a:pt x="1807" y="457"/>
                </a:lnTo>
                <a:lnTo>
                  <a:pt x="1807" y="458"/>
                </a:lnTo>
                <a:lnTo>
                  <a:pt x="1807" y="459"/>
                </a:lnTo>
                <a:lnTo>
                  <a:pt x="1806" y="459"/>
                </a:lnTo>
                <a:lnTo>
                  <a:pt x="1807" y="459"/>
                </a:lnTo>
                <a:lnTo>
                  <a:pt x="1807" y="460"/>
                </a:lnTo>
                <a:lnTo>
                  <a:pt x="1806" y="460"/>
                </a:lnTo>
                <a:lnTo>
                  <a:pt x="1807" y="461"/>
                </a:lnTo>
                <a:lnTo>
                  <a:pt x="1807" y="463"/>
                </a:lnTo>
                <a:lnTo>
                  <a:pt x="1806" y="463"/>
                </a:lnTo>
                <a:lnTo>
                  <a:pt x="1806" y="464"/>
                </a:lnTo>
                <a:lnTo>
                  <a:pt x="1806" y="465"/>
                </a:lnTo>
                <a:lnTo>
                  <a:pt x="1807" y="465"/>
                </a:lnTo>
                <a:lnTo>
                  <a:pt x="1807" y="466"/>
                </a:lnTo>
                <a:lnTo>
                  <a:pt x="1806" y="467"/>
                </a:lnTo>
                <a:lnTo>
                  <a:pt x="1805" y="467"/>
                </a:lnTo>
                <a:lnTo>
                  <a:pt x="1804" y="468"/>
                </a:lnTo>
                <a:lnTo>
                  <a:pt x="1804" y="469"/>
                </a:lnTo>
                <a:lnTo>
                  <a:pt x="1805" y="470"/>
                </a:lnTo>
                <a:lnTo>
                  <a:pt x="1805" y="471"/>
                </a:lnTo>
                <a:lnTo>
                  <a:pt x="1805" y="472"/>
                </a:lnTo>
                <a:lnTo>
                  <a:pt x="1805" y="473"/>
                </a:lnTo>
                <a:lnTo>
                  <a:pt x="1806" y="473"/>
                </a:lnTo>
                <a:lnTo>
                  <a:pt x="1806" y="474"/>
                </a:lnTo>
                <a:lnTo>
                  <a:pt x="1805" y="474"/>
                </a:lnTo>
                <a:lnTo>
                  <a:pt x="1805" y="476"/>
                </a:lnTo>
                <a:lnTo>
                  <a:pt x="1806" y="476"/>
                </a:lnTo>
                <a:lnTo>
                  <a:pt x="1808" y="476"/>
                </a:lnTo>
                <a:lnTo>
                  <a:pt x="1807" y="477"/>
                </a:lnTo>
                <a:lnTo>
                  <a:pt x="1808" y="477"/>
                </a:lnTo>
                <a:lnTo>
                  <a:pt x="1808" y="478"/>
                </a:lnTo>
                <a:lnTo>
                  <a:pt x="1809" y="479"/>
                </a:lnTo>
                <a:lnTo>
                  <a:pt x="1810" y="479"/>
                </a:lnTo>
                <a:lnTo>
                  <a:pt x="1809" y="480"/>
                </a:lnTo>
                <a:lnTo>
                  <a:pt x="1809" y="481"/>
                </a:lnTo>
                <a:lnTo>
                  <a:pt x="1810" y="481"/>
                </a:lnTo>
                <a:lnTo>
                  <a:pt x="1811" y="481"/>
                </a:lnTo>
                <a:lnTo>
                  <a:pt x="1812" y="482"/>
                </a:lnTo>
                <a:lnTo>
                  <a:pt x="1813" y="483"/>
                </a:lnTo>
                <a:lnTo>
                  <a:pt x="1814" y="485"/>
                </a:lnTo>
                <a:lnTo>
                  <a:pt x="1815" y="487"/>
                </a:lnTo>
                <a:lnTo>
                  <a:pt x="1816" y="488"/>
                </a:lnTo>
                <a:lnTo>
                  <a:pt x="1817" y="487"/>
                </a:lnTo>
                <a:lnTo>
                  <a:pt x="1817" y="488"/>
                </a:lnTo>
                <a:lnTo>
                  <a:pt x="1817" y="489"/>
                </a:lnTo>
                <a:lnTo>
                  <a:pt x="1817" y="490"/>
                </a:lnTo>
                <a:lnTo>
                  <a:pt x="1818" y="490"/>
                </a:lnTo>
                <a:lnTo>
                  <a:pt x="1818" y="491"/>
                </a:lnTo>
                <a:lnTo>
                  <a:pt x="1817" y="491"/>
                </a:lnTo>
                <a:lnTo>
                  <a:pt x="1818" y="492"/>
                </a:lnTo>
                <a:lnTo>
                  <a:pt x="1818" y="493"/>
                </a:lnTo>
                <a:lnTo>
                  <a:pt x="1818" y="494"/>
                </a:lnTo>
                <a:lnTo>
                  <a:pt x="1819" y="495"/>
                </a:lnTo>
                <a:lnTo>
                  <a:pt x="1820" y="495"/>
                </a:lnTo>
                <a:lnTo>
                  <a:pt x="1820" y="496"/>
                </a:lnTo>
                <a:lnTo>
                  <a:pt x="1821" y="496"/>
                </a:lnTo>
                <a:lnTo>
                  <a:pt x="1821" y="497"/>
                </a:lnTo>
                <a:lnTo>
                  <a:pt x="1822" y="498"/>
                </a:lnTo>
                <a:lnTo>
                  <a:pt x="1823" y="499"/>
                </a:lnTo>
                <a:lnTo>
                  <a:pt x="1823" y="500"/>
                </a:lnTo>
                <a:lnTo>
                  <a:pt x="1824" y="500"/>
                </a:lnTo>
                <a:lnTo>
                  <a:pt x="1825" y="500"/>
                </a:lnTo>
                <a:lnTo>
                  <a:pt x="1826" y="501"/>
                </a:lnTo>
                <a:lnTo>
                  <a:pt x="1827" y="502"/>
                </a:lnTo>
                <a:lnTo>
                  <a:pt x="1827" y="503"/>
                </a:lnTo>
                <a:lnTo>
                  <a:pt x="1828" y="503"/>
                </a:lnTo>
                <a:lnTo>
                  <a:pt x="1830" y="504"/>
                </a:lnTo>
                <a:lnTo>
                  <a:pt x="1831" y="505"/>
                </a:lnTo>
                <a:lnTo>
                  <a:pt x="1831" y="507"/>
                </a:lnTo>
                <a:lnTo>
                  <a:pt x="1832" y="508"/>
                </a:lnTo>
                <a:lnTo>
                  <a:pt x="1835" y="510"/>
                </a:lnTo>
                <a:lnTo>
                  <a:pt x="1835" y="511"/>
                </a:lnTo>
                <a:lnTo>
                  <a:pt x="1837" y="511"/>
                </a:lnTo>
                <a:lnTo>
                  <a:pt x="1839" y="512"/>
                </a:lnTo>
                <a:lnTo>
                  <a:pt x="1840" y="513"/>
                </a:lnTo>
                <a:lnTo>
                  <a:pt x="1840" y="514"/>
                </a:lnTo>
                <a:lnTo>
                  <a:pt x="1841" y="515"/>
                </a:lnTo>
                <a:lnTo>
                  <a:pt x="1842" y="516"/>
                </a:lnTo>
                <a:lnTo>
                  <a:pt x="1843" y="516"/>
                </a:lnTo>
                <a:lnTo>
                  <a:pt x="1844" y="517"/>
                </a:lnTo>
                <a:lnTo>
                  <a:pt x="1844" y="518"/>
                </a:lnTo>
                <a:lnTo>
                  <a:pt x="1845" y="519"/>
                </a:lnTo>
                <a:lnTo>
                  <a:pt x="1846" y="520"/>
                </a:lnTo>
                <a:lnTo>
                  <a:pt x="1847" y="521"/>
                </a:lnTo>
                <a:lnTo>
                  <a:pt x="1847" y="522"/>
                </a:lnTo>
                <a:lnTo>
                  <a:pt x="1848" y="522"/>
                </a:lnTo>
                <a:lnTo>
                  <a:pt x="1848" y="523"/>
                </a:lnTo>
                <a:lnTo>
                  <a:pt x="1847" y="523"/>
                </a:lnTo>
                <a:lnTo>
                  <a:pt x="1846" y="525"/>
                </a:lnTo>
                <a:lnTo>
                  <a:pt x="1846" y="526"/>
                </a:lnTo>
                <a:lnTo>
                  <a:pt x="1845" y="526"/>
                </a:lnTo>
                <a:lnTo>
                  <a:pt x="1844" y="526"/>
                </a:lnTo>
                <a:lnTo>
                  <a:pt x="1843" y="527"/>
                </a:lnTo>
                <a:lnTo>
                  <a:pt x="1843" y="528"/>
                </a:lnTo>
                <a:lnTo>
                  <a:pt x="1842" y="528"/>
                </a:lnTo>
                <a:lnTo>
                  <a:pt x="1841" y="529"/>
                </a:lnTo>
                <a:lnTo>
                  <a:pt x="1841" y="530"/>
                </a:lnTo>
                <a:lnTo>
                  <a:pt x="1841" y="531"/>
                </a:lnTo>
                <a:lnTo>
                  <a:pt x="1841" y="532"/>
                </a:lnTo>
                <a:lnTo>
                  <a:pt x="1840" y="532"/>
                </a:lnTo>
                <a:lnTo>
                  <a:pt x="1840" y="533"/>
                </a:lnTo>
                <a:lnTo>
                  <a:pt x="1838" y="534"/>
                </a:lnTo>
                <a:lnTo>
                  <a:pt x="1838" y="535"/>
                </a:lnTo>
                <a:lnTo>
                  <a:pt x="1837" y="534"/>
                </a:lnTo>
                <a:lnTo>
                  <a:pt x="1836" y="534"/>
                </a:lnTo>
                <a:lnTo>
                  <a:pt x="1835" y="534"/>
                </a:lnTo>
                <a:lnTo>
                  <a:pt x="1835" y="533"/>
                </a:lnTo>
                <a:lnTo>
                  <a:pt x="1834" y="533"/>
                </a:lnTo>
                <a:lnTo>
                  <a:pt x="1834" y="532"/>
                </a:lnTo>
                <a:lnTo>
                  <a:pt x="1834" y="531"/>
                </a:lnTo>
                <a:lnTo>
                  <a:pt x="1833" y="530"/>
                </a:lnTo>
                <a:lnTo>
                  <a:pt x="1832" y="530"/>
                </a:lnTo>
                <a:lnTo>
                  <a:pt x="1832" y="529"/>
                </a:lnTo>
                <a:lnTo>
                  <a:pt x="1831" y="528"/>
                </a:lnTo>
                <a:lnTo>
                  <a:pt x="1830" y="527"/>
                </a:lnTo>
                <a:lnTo>
                  <a:pt x="1829" y="527"/>
                </a:lnTo>
                <a:lnTo>
                  <a:pt x="1828" y="526"/>
                </a:lnTo>
                <a:lnTo>
                  <a:pt x="1827" y="526"/>
                </a:lnTo>
                <a:lnTo>
                  <a:pt x="1826" y="526"/>
                </a:lnTo>
                <a:lnTo>
                  <a:pt x="1825" y="526"/>
                </a:lnTo>
                <a:lnTo>
                  <a:pt x="1825" y="527"/>
                </a:lnTo>
                <a:lnTo>
                  <a:pt x="1824" y="527"/>
                </a:lnTo>
                <a:lnTo>
                  <a:pt x="1824" y="528"/>
                </a:lnTo>
                <a:lnTo>
                  <a:pt x="1824" y="529"/>
                </a:lnTo>
                <a:lnTo>
                  <a:pt x="1823" y="531"/>
                </a:lnTo>
                <a:lnTo>
                  <a:pt x="1823" y="533"/>
                </a:lnTo>
                <a:lnTo>
                  <a:pt x="1822" y="534"/>
                </a:lnTo>
                <a:lnTo>
                  <a:pt x="1822" y="536"/>
                </a:lnTo>
                <a:lnTo>
                  <a:pt x="1823" y="537"/>
                </a:lnTo>
                <a:lnTo>
                  <a:pt x="1824" y="537"/>
                </a:lnTo>
                <a:lnTo>
                  <a:pt x="1824" y="538"/>
                </a:lnTo>
                <a:lnTo>
                  <a:pt x="1824" y="539"/>
                </a:lnTo>
                <a:lnTo>
                  <a:pt x="1824" y="540"/>
                </a:lnTo>
                <a:lnTo>
                  <a:pt x="1823" y="541"/>
                </a:lnTo>
                <a:lnTo>
                  <a:pt x="1822" y="541"/>
                </a:lnTo>
                <a:lnTo>
                  <a:pt x="1822" y="542"/>
                </a:lnTo>
                <a:lnTo>
                  <a:pt x="1823" y="542"/>
                </a:lnTo>
                <a:lnTo>
                  <a:pt x="1824" y="542"/>
                </a:lnTo>
                <a:lnTo>
                  <a:pt x="1825" y="542"/>
                </a:lnTo>
                <a:lnTo>
                  <a:pt x="1826" y="542"/>
                </a:lnTo>
                <a:lnTo>
                  <a:pt x="1826" y="543"/>
                </a:lnTo>
                <a:lnTo>
                  <a:pt x="1827" y="544"/>
                </a:lnTo>
                <a:lnTo>
                  <a:pt x="1828" y="544"/>
                </a:lnTo>
                <a:lnTo>
                  <a:pt x="1828" y="545"/>
                </a:lnTo>
                <a:lnTo>
                  <a:pt x="1829" y="546"/>
                </a:lnTo>
                <a:lnTo>
                  <a:pt x="1830" y="547"/>
                </a:lnTo>
                <a:lnTo>
                  <a:pt x="1831" y="548"/>
                </a:lnTo>
                <a:lnTo>
                  <a:pt x="1832" y="549"/>
                </a:lnTo>
                <a:lnTo>
                  <a:pt x="1832" y="552"/>
                </a:lnTo>
                <a:lnTo>
                  <a:pt x="1832" y="553"/>
                </a:lnTo>
                <a:lnTo>
                  <a:pt x="1833" y="553"/>
                </a:lnTo>
                <a:lnTo>
                  <a:pt x="1834" y="554"/>
                </a:lnTo>
                <a:lnTo>
                  <a:pt x="1834" y="555"/>
                </a:lnTo>
                <a:lnTo>
                  <a:pt x="1834" y="556"/>
                </a:lnTo>
                <a:lnTo>
                  <a:pt x="1836" y="557"/>
                </a:lnTo>
                <a:lnTo>
                  <a:pt x="1837" y="557"/>
                </a:lnTo>
                <a:lnTo>
                  <a:pt x="1838" y="558"/>
                </a:lnTo>
                <a:lnTo>
                  <a:pt x="1839" y="559"/>
                </a:lnTo>
                <a:lnTo>
                  <a:pt x="1840" y="559"/>
                </a:lnTo>
                <a:lnTo>
                  <a:pt x="1840" y="560"/>
                </a:lnTo>
                <a:lnTo>
                  <a:pt x="1841" y="561"/>
                </a:lnTo>
                <a:lnTo>
                  <a:pt x="1841" y="562"/>
                </a:lnTo>
                <a:lnTo>
                  <a:pt x="1841" y="563"/>
                </a:lnTo>
                <a:lnTo>
                  <a:pt x="1840" y="563"/>
                </a:lnTo>
                <a:lnTo>
                  <a:pt x="1840" y="564"/>
                </a:lnTo>
                <a:lnTo>
                  <a:pt x="1840" y="565"/>
                </a:lnTo>
                <a:lnTo>
                  <a:pt x="1840" y="566"/>
                </a:lnTo>
                <a:lnTo>
                  <a:pt x="1839" y="567"/>
                </a:lnTo>
                <a:lnTo>
                  <a:pt x="1839" y="568"/>
                </a:lnTo>
                <a:lnTo>
                  <a:pt x="1838" y="568"/>
                </a:lnTo>
                <a:lnTo>
                  <a:pt x="1838" y="569"/>
                </a:lnTo>
                <a:lnTo>
                  <a:pt x="1838" y="570"/>
                </a:lnTo>
                <a:lnTo>
                  <a:pt x="1838" y="571"/>
                </a:lnTo>
                <a:lnTo>
                  <a:pt x="1838" y="572"/>
                </a:lnTo>
                <a:lnTo>
                  <a:pt x="1840" y="573"/>
                </a:lnTo>
                <a:lnTo>
                  <a:pt x="1841" y="573"/>
                </a:lnTo>
                <a:lnTo>
                  <a:pt x="1841" y="574"/>
                </a:lnTo>
                <a:lnTo>
                  <a:pt x="1843" y="575"/>
                </a:lnTo>
                <a:lnTo>
                  <a:pt x="1844" y="576"/>
                </a:lnTo>
                <a:lnTo>
                  <a:pt x="1845" y="576"/>
                </a:lnTo>
                <a:lnTo>
                  <a:pt x="1845" y="577"/>
                </a:lnTo>
                <a:lnTo>
                  <a:pt x="1845" y="578"/>
                </a:lnTo>
                <a:lnTo>
                  <a:pt x="1846" y="578"/>
                </a:lnTo>
                <a:lnTo>
                  <a:pt x="1847" y="578"/>
                </a:lnTo>
                <a:lnTo>
                  <a:pt x="1847" y="579"/>
                </a:lnTo>
                <a:lnTo>
                  <a:pt x="1847" y="580"/>
                </a:lnTo>
                <a:lnTo>
                  <a:pt x="1847" y="581"/>
                </a:lnTo>
                <a:lnTo>
                  <a:pt x="1848" y="581"/>
                </a:lnTo>
                <a:lnTo>
                  <a:pt x="1849" y="582"/>
                </a:lnTo>
                <a:lnTo>
                  <a:pt x="1849" y="583"/>
                </a:lnTo>
                <a:lnTo>
                  <a:pt x="1850" y="583"/>
                </a:lnTo>
                <a:lnTo>
                  <a:pt x="1851" y="583"/>
                </a:lnTo>
                <a:lnTo>
                  <a:pt x="1852" y="583"/>
                </a:lnTo>
                <a:lnTo>
                  <a:pt x="1854" y="584"/>
                </a:lnTo>
                <a:lnTo>
                  <a:pt x="1854" y="585"/>
                </a:lnTo>
                <a:lnTo>
                  <a:pt x="1854" y="586"/>
                </a:lnTo>
                <a:lnTo>
                  <a:pt x="1854" y="587"/>
                </a:lnTo>
                <a:lnTo>
                  <a:pt x="1855" y="587"/>
                </a:lnTo>
                <a:lnTo>
                  <a:pt x="1855" y="588"/>
                </a:lnTo>
                <a:lnTo>
                  <a:pt x="1855" y="589"/>
                </a:lnTo>
                <a:lnTo>
                  <a:pt x="1854" y="589"/>
                </a:lnTo>
                <a:lnTo>
                  <a:pt x="1853" y="589"/>
                </a:lnTo>
                <a:lnTo>
                  <a:pt x="1852" y="589"/>
                </a:lnTo>
                <a:lnTo>
                  <a:pt x="1852" y="590"/>
                </a:lnTo>
                <a:lnTo>
                  <a:pt x="1852" y="591"/>
                </a:lnTo>
                <a:lnTo>
                  <a:pt x="1851" y="591"/>
                </a:lnTo>
                <a:lnTo>
                  <a:pt x="1850" y="592"/>
                </a:lnTo>
                <a:lnTo>
                  <a:pt x="1849" y="592"/>
                </a:lnTo>
                <a:lnTo>
                  <a:pt x="1849" y="593"/>
                </a:lnTo>
                <a:lnTo>
                  <a:pt x="1850" y="593"/>
                </a:lnTo>
                <a:lnTo>
                  <a:pt x="1850" y="595"/>
                </a:lnTo>
                <a:lnTo>
                  <a:pt x="1850" y="596"/>
                </a:lnTo>
                <a:lnTo>
                  <a:pt x="1851" y="597"/>
                </a:lnTo>
                <a:lnTo>
                  <a:pt x="1851" y="598"/>
                </a:lnTo>
                <a:lnTo>
                  <a:pt x="1851" y="599"/>
                </a:lnTo>
                <a:lnTo>
                  <a:pt x="1851" y="600"/>
                </a:lnTo>
                <a:lnTo>
                  <a:pt x="1851" y="601"/>
                </a:lnTo>
                <a:lnTo>
                  <a:pt x="1852" y="601"/>
                </a:lnTo>
                <a:lnTo>
                  <a:pt x="1853" y="602"/>
                </a:lnTo>
                <a:lnTo>
                  <a:pt x="1853" y="603"/>
                </a:lnTo>
                <a:lnTo>
                  <a:pt x="1852" y="604"/>
                </a:lnTo>
                <a:lnTo>
                  <a:pt x="1851" y="605"/>
                </a:lnTo>
                <a:lnTo>
                  <a:pt x="1852" y="605"/>
                </a:lnTo>
                <a:lnTo>
                  <a:pt x="1852" y="606"/>
                </a:lnTo>
                <a:lnTo>
                  <a:pt x="1852" y="607"/>
                </a:lnTo>
                <a:lnTo>
                  <a:pt x="1852" y="608"/>
                </a:lnTo>
                <a:lnTo>
                  <a:pt x="1852" y="609"/>
                </a:lnTo>
                <a:lnTo>
                  <a:pt x="1852" y="610"/>
                </a:lnTo>
                <a:lnTo>
                  <a:pt x="1852" y="611"/>
                </a:lnTo>
                <a:lnTo>
                  <a:pt x="1853" y="612"/>
                </a:lnTo>
                <a:lnTo>
                  <a:pt x="1853" y="613"/>
                </a:lnTo>
                <a:lnTo>
                  <a:pt x="1853" y="614"/>
                </a:lnTo>
                <a:lnTo>
                  <a:pt x="1855" y="616"/>
                </a:lnTo>
                <a:lnTo>
                  <a:pt x="1855" y="617"/>
                </a:lnTo>
                <a:lnTo>
                  <a:pt x="1855" y="619"/>
                </a:lnTo>
                <a:lnTo>
                  <a:pt x="1855" y="620"/>
                </a:lnTo>
                <a:lnTo>
                  <a:pt x="1855" y="621"/>
                </a:lnTo>
                <a:lnTo>
                  <a:pt x="1856" y="622"/>
                </a:lnTo>
                <a:lnTo>
                  <a:pt x="1856" y="623"/>
                </a:lnTo>
                <a:lnTo>
                  <a:pt x="1856" y="624"/>
                </a:lnTo>
                <a:lnTo>
                  <a:pt x="1855" y="624"/>
                </a:lnTo>
                <a:lnTo>
                  <a:pt x="1855" y="625"/>
                </a:lnTo>
                <a:lnTo>
                  <a:pt x="1855" y="626"/>
                </a:lnTo>
                <a:lnTo>
                  <a:pt x="1856" y="627"/>
                </a:lnTo>
                <a:lnTo>
                  <a:pt x="1855" y="628"/>
                </a:lnTo>
                <a:lnTo>
                  <a:pt x="1855" y="629"/>
                </a:lnTo>
                <a:lnTo>
                  <a:pt x="1856" y="630"/>
                </a:lnTo>
                <a:lnTo>
                  <a:pt x="1856" y="631"/>
                </a:lnTo>
                <a:lnTo>
                  <a:pt x="1856" y="632"/>
                </a:lnTo>
                <a:lnTo>
                  <a:pt x="1856" y="633"/>
                </a:lnTo>
                <a:lnTo>
                  <a:pt x="1856" y="634"/>
                </a:lnTo>
                <a:lnTo>
                  <a:pt x="1857" y="634"/>
                </a:lnTo>
                <a:lnTo>
                  <a:pt x="1857" y="635"/>
                </a:lnTo>
                <a:lnTo>
                  <a:pt x="1856" y="636"/>
                </a:lnTo>
                <a:lnTo>
                  <a:pt x="1855" y="636"/>
                </a:lnTo>
                <a:lnTo>
                  <a:pt x="1855" y="637"/>
                </a:lnTo>
                <a:lnTo>
                  <a:pt x="1856" y="639"/>
                </a:lnTo>
                <a:lnTo>
                  <a:pt x="1856" y="640"/>
                </a:lnTo>
                <a:lnTo>
                  <a:pt x="1857" y="641"/>
                </a:lnTo>
                <a:lnTo>
                  <a:pt x="1857" y="642"/>
                </a:lnTo>
                <a:lnTo>
                  <a:pt x="1857" y="643"/>
                </a:lnTo>
                <a:lnTo>
                  <a:pt x="1856" y="644"/>
                </a:lnTo>
                <a:lnTo>
                  <a:pt x="1856" y="645"/>
                </a:lnTo>
                <a:lnTo>
                  <a:pt x="1857" y="645"/>
                </a:lnTo>
                <a:lnTo>
                  <a:pt x="1857" y="646"/>
                </a:lnTo>
                <a:lnTo>
                  <a:pt x="1857" y="647"/>
                </a:lnTo>
                <a:lnTo>
                  <a:pt x="1858" y="648"/>
                </a:lnTo>
                <a:lnTo>
                  <a:pt x="1859" y="648"/>
                </a:lnTo>
                <a:lnTo>
                  <a:pt x="1859" y="649"/>
                </a:lnTo>
                <a:lnTo>
                  <a:pt x="1859" y="650"/>
                </a:lnTo>
                <a:lnTo>
                  <a:pt x="1859" y="651"/>
                </a:lnTo>
                <a:lnTo>
                  <a:pt x="1860" y="652"/>
                </a:lnTo>
                <a:lnTo>
                  <a:pt x="1861" y="653"/>
                </a:lnTo>
                <a:lnTo>
                  <a:pt x="1861" y="654"/>
                </a:lnTo>
                <a:lnTo>
                  <a:pt x="1862" y="654"/>
                </a:lnTo>
                <a:lnTo>
                  <a:pt x="1862" y="655"/>
                </a:lnTo>
                <a:lnTo>
                  <a:pt x="1862" y="656"/>
                </a:lnTo>
                <a:lnTo>
                  <a:pt x="1861" y="657"/>
                </a:lnTo>
                <a:lnTo>
                  <a:pt x="1861" y="658"/>
                </a:lnTo>
                <a:lnTo>
                  <a:pt x="1862" y="659"/>
                </a:lnTo>
                <a:lnTo>
                  <a:pt x="1862" y="663"/>
                </a:lnTo>
                <a:lnTo>
                  <a:pt x="1863" y="667"/>
                </a:lnTo>
                <a:lnTo>
                  <a:pt x="1863" y="668"/>
                </a:lnTo>
                <a:lnTo>
                  <a:pt x="1863" y="669"/>
                </a:lnTo>
                <a:lnTo>
                  <a:pt x="1863" y="670"/>
                </a:lnTo>
                <a:lnTo>
                  <a:pt x="1864" y="670"/>
                </a:lnTo>
                <a:lnTo>
                  <a:pt x="1864" y="671"/>
                </a:lnTo>
                <a:lnTo>
                  <a:pt x="1863" y="671"/>
                </a:lnTo>
                <a:lnTo>
                  <a:pt x="1863" y="672"/>
                </a:lnTo>
                <a:lnTo>
                  <a:pt x="1863" y="673"/>
                </a:lnTo>
                <a:lnTo>
                  <a:pt x="1863" y="674"/>
                </a:lnTo>
                <a:lnTo>
                  <a:pt x="1862" y="675"/>
                </a:lnTo>
                <a:lnTo>
                  <a:pt x="1861" y="676"/>
                </a:lnTo>
                <a:lnTo>
                  <a:pt x="1861" y="677"/>
                </a:lnTo>
                <a:lnTo>
                  <a:pt x="1861" y="678"/>
                </a:lnTo>
                <a:lnTo>
                  <a:pt x="1860" y="678"/>
                </a:lnTo>
                <a:lnTo>
                  <a:pt x="1860" y="680"/>
                </a:lnTo>
                <a:lnTo>
                  <a:pt x="1860" y="681"/>
                </a:lnTo>
                <a:lnTo>
                  <a:pt x="1859" y="682"/>
                </a:lnTo>
                <a:lnTo>
                  <a:pt x="1860" y="683"/>
                </a:lnTo>
                <a:lnTo>
                  <a:pt x="1860" y="684"/>
                </a:lnTo>
                <a:lnTo>
                  <a:pt x="1860" y="685"/>
                </a:lnTo>
                <a:lnTo>
                  <a:pt x="1859" y="685"/>
                </a:lnTo>
                <a:lnTo>
                  <a:pt x="1859" y="686"/>
                </a:lnTo>
                <a:lnTo>
                  <a:pt x="1859" y="688"/>
                </a:lnTo>
                <a:lnTo>
                  <a:pt x="1859" y="689"/>
                </a:lnTo>
                <a:lnTo>
                  <a:pt x="1858" y="690"/>
                </a:lnTo>
                <a:lnTo>
                  <a:pt x="1858" y="691"/>
                </a:lnTo>
                <a:lnTo>
                  <a:pt x="1858" y="694"/>
                </a:lnTo>
                <a:lnTo>
                  <a:pt x="1858" y="695"/>
                </a:lnTo>
                <a:lnTo>
                  <a:pt x="1858" y="696"/>
                </a:lnTo>
                <a:lnTo>
                  <a:pt x="1857" y="696"/>
                </a:lnTo>
                <a:lnTo>
                  <a:pt x="1857" y="697"/>
                </a:lnTo>
                <a:lnTo>
                  <a:pt x="1857" y="698"/>
                </a:lnTo>
                <a:lnTo>
                  <a:pt x="1858" y="698"/>
                </a:lnTo>
                <a:lnTo>
                  <a:pt x="1858" y="699"/>
                </a:lnTo>
                <a:lnTo>
                  <a:pt x="1858" y="700"/>
                </a:lnTo>
                <a:lnTo>
                  <a:pt x="1859" y="701"/>
                </a:lnTo>
                <a:lnTo>
                  <a:pt x="1859" y="702"/>
                </a:lnTo>
                <a:lnTo>
                  <a:pt x="1859" y="703"/>
                </a:lnTo>
                <a:lnTo>
                  <a:pt x="1860" y="704"/>
                </a:lnTo>
                <a:lnTo>
                  <a:pt x="1861" y="705"/>
                </a:lnTo>
                <a:lnTo>
                  <a:pt x="1861" y="706"/>
                </a:lnTo>
                <a:lnTo>
                  <a:pt x="1862" y="707"/>
                </a:lnTo>
                <a:lnTo>
                  <a:pt x="1863" y="707"/>
                </a:lnTo>
                <a:lnTo>
                  <a:pt x="1863" y="709"/>
                </a:lnTo>
                <a:lnTo>
                  <a:pt x="1862" y="711"/>
                </a:lnTo>
                <a:lnTo>
                  <a:pt x="1862" y="712"/>
                </a:lnTo>
                <a:lnTo>
                  <a:pt x="1863" y="713"/>
                </a:lnTo>
                <a:lnTo>
                  <a:pt x="1863" y="715"/>
                </a:lnTo>
                <a:lnTo>
                  <a:pt x="1863" y="716"/>
                </a:lnTo>
                <a:lnTo>
                  <a:pt x="1864" y="717"/>
                </a:lnTo>
                <a:lnTo>
                  <a:pt x="1863" y="718"/>
                </a:lnTo>
                <a:lnTo>
                  <a:pt x="1863" y="719"/>
                </a:lnTo>
                <a:lnTo>
                  <a:pt x="1864" y="719"/>
                </a:lnTo>
                <a:lnTo>
                  <a:pt x="1864" y="720"/>
                </a:lnTo>
                <a:lnTo>
                  <a:pt x="1863" y="720"/>
                </a:lnTo>
                <a:lnTo>
                  <a:pt x="1863" y="721"/>
                </a:lnTo>
                <a:lnTo>
                  <a:pt x="1864" y="721"/>
                </a:lnTo>
                <a:lnTo>
                  <a:pt x="1864" y="722"/>
                </a:lnTo>
                <a:lnTo>
                  <a:pt x="1863" y="723"/>
                </a:lnTo>
                <a:lnTo>
                  <a:pt x="1864" y="725"/>
                </a:lnTo>
                <a:lnTo>
                  <a:pt x="1864" y="726"/>
                </a:lnTo>
                <a:lnTo>
                  <a:pt x="1864" y="727"/>
                </a:lnTo>
                <a:lnTo>
                  <a:pt x="1864" y="731"/>
                </a:lnTo>
                <a:lnTo>
                  <a:pt x="1864" y="732"/>
                </a:lnTo>
                <a:lnTo>
                  <a:pt x="1865" y="732"/>
                </a:lnTo>
                <a:lnTo>
                  <a:pt x="1865" y="733"/>
                </a:lnTo>
                <a:lnTo>
                  <a:pt x="1864" y="734"/>
                </a:lnTo>
                <a:lnTo>
                  <a:pt x="1864" y="735"/>
                </a:lnTo>
                <a:lnTo>
                  <a:pt x="1865" y="735"/>
                </a:lnTo>
                <a:lnTo>
                  <a:pt x="1866" y="736"/>
                </a:lnTo>
                <a:lnTo>
                  <a:pt x="1867" y="737"/>
                </a:lnTo>
                <a:lnTo>
                  <a:pt x="1867" y="738"/>
                </a:lnTo>
                <a:lnTo>
                  <a:pt x="1867" y="739"/>
                </a:lnTo>
                <a:lnTo>
                  <a:pt x="1868" y="740"/>
                </a:lnTo>
                <a:lnTo>
                  <a:pt x="1868" y="741"/>
                </a:lnTo>
                <a:lnTo>
                  <a:pt x="1868" y="742"/>
                </a:lnTo>
                <a:lnTo>
                  <a:pt x="1868" y="743"/>
                </a:lnTo>
                <a:lnTo>
                  <a:pt x="1866" y="742"/>
                </a:lnTo>
                <a:lnTo>
                  <a:pt x="1865" y="743"/>
                </a:lnTo>
                <a:lnTo>
                  <a:pt x="1865" y="744"/>
                </a:lnTo>
                <a:lnTo>
                  <a:pt x="1862" y="744"/>
                </a:lnTo>
                <a:lnTo>
                  <a:pt x="1861" y="744"/>
                </a:lnTo>
                <a:lnTo>
                  <a:pt x="1860" y="745"/>
                </a:lnTo>
                <a:lnTo>
                  <a:pt x="1859" y="745"/>
                </a:lnTo>
                <a:lnTo>
                  <a:pt x="1857" y="744"/>
                </a:lnTo>
                <a:lnTo>
                  <a:pt x="1856" y="744"/>
                </a:lnTo>
                <a:lnTo>
                  <a:pt x="1856" y="747"/>
                </a:lnTo>
                <a:lnTo>
                  <a:pt x="1855" y="747"/>
                </a:lnTo>
                <a:lnTo>
                  <a:pt x="1855" y="748"/>
                </a:lnTo>
                <a:lnTo>
                  <a:pt x="1855" y="750"/>
                </a:lnTo>
                <a:lnTo>
                  <a:pt x="1855" y="752"/>
                </a:lnTo>
                <a:lnTo>
                  <a:pt x="1856" y="753"/>
                </a:lnTo>
                <a:lnTo>
                  <a:pt x="1857" y="754"/>
                </a:lnTo>
                <a:lnTo>
                  <a:pt x="1858" y="755"/>
                </a:lnTo>
                <a:lnTo>
                  <a:pt x="1859" y="757"/>
                </a:lnTo>
                <a:lnTo>
                  <a:pt x="1859" y="759"/>
                </a:lnTo>
                <a:lnTo>
                  <a:pt x="1859" y="760"/>
                </a:lnTo>
                <a:lnTo>
                  <a:pt x="1859" y="761"/>
                </a:lnTo>
                <a:lnTo>
                  <a:pt x="1859" y="762"/>
                </a:lnTo>
                <a:lnTo>
                  <a:pt x="1858" y="762"/>
                </a:lnTo>
                <a:lnTo>
                  <a:pt x="1855" y="764"/>
                </a:lnTo>
                <a:lnTo>
                  <a:pt x="1854" y="766"/>
                </a:lnTo>
                <a:lnTo>
                  <a:pt x="1853" y="767"/>
                </a:lnTo>
                <a:lnTo>
                  <a:pt x="1852" y="767"/>
                </a:lnTo>
                <a:lnTo>
                  <a:pt x="1851" y="768"/>
                </a:lnTo>
                <a:lnTo>
                  <a:pt x="1851" y="771"/>
                </a:lnTo>
                <a:lnTo>
                  <a:pt x="1851" y="772"/>
                </a:lnTo>
                <a:lnTo>
                  <a:pt x="1851" y="773"/>
                </a:lnTo>
                <a:lnTo>
                  <a:pt x="1851" y="774"/>
                </a:lnTo>
                <a:lnTo>
                  <a:pt x="1850" y="775"/>
                </a:lnTo>
                <a:lnTo>
                  <a:pt x="1851" y="777"/>
                </a:lnTo>
                <a:lnTo>
                  <a:pt x="1854" y="778"/>
                </a:lnTo>
                <a:lnTo>
                  <a:pt x="1855" y="778"/>
                </a:lnTo>
                <a:lnTo>
                  <a:pt x="1856" y="779"/>
                </a:lnTo>
                <a:lnTo>
                  <a:pt x="1856" y="780"/>
                </a:lnTo>
                <a:lnTo>
                  <a:pt x="1855" y="780"/>
                </a:lnTo>
                <a:lnTo>
                  <a:pt x="1855" y="781"/>
                </a:lnTo>
                <a:lnTo>
                  <a:pt x="1856" y="782"/>
                </a:lnTo>
                <a:lnTo>
                  <a:pt x="1855" y="783"/>
                </a:lnTo>
                <a:lnTo>
                  <a:pt x="1853" y="783"/>
                </a:lnTo>
                <a:lnTo>
                  <a:pt x="1852" y="783"/>
                </a:lnTo>
                <a:lnTo>
                  <a:pt x="1851" y="784"/>
                </a:lnTo>
                <a:lnTo>
                  <a:pt x="1851" y="785"/>
                </a:lnTo>
                <a:lnTo>
                  <a:pt x="1850" y="786"/>
                </a:lnTo>
                <a:lnTo>
                  <a:pt x="1849" y="786"/>
                </a:lnTo>
                <a:lnTo>
                  <a:pt x="1848" y="785"/>
                </a:lnTo>
                <a:lnTo>
                  <a:pt x="1847" y="785"/>
                </a:lnTo>
                <a:lnTo>
                  <a:pt x="1846" y="785"/>
                </a:lnTo>
                <a:lnTo>
                  <a:pt x="1845" y="786"/>
                </a:lnTo>
                <a:lnTo>
                  <a:pt x="1844" y="785"/>
                </a:lnTo>
                <a:lnTo>
                  <a:pt x="1842" y="783"/>
                </a:lnTo>
                <a:lnTo>
                  <a:pt x="1843" y="782"/>
                </a:lnTo>
                <a:lnTo>
                  <a:pt x="1843" y="781"/>
                </a:lnTo>
                <a:lnTo>
                  <a:pt x="1842" y="779"/>
                </a:lnTo>
                <a:lnTo>
                  <a:pt x="1842" y="777"/>
                </a:lnTo>
                <a:lnTo>
                  <a:pt x="1842" y="775"/>
                </a:lnTo>
                <a:lnTo>
                  <a:pt x="1841" y="772"/>
                </a:lnTo>
                <a:lnTo>
                  <a:pt x="1841" y="771"/>
                </a:lnTo>
                <a:lnTo>
                  <a:pt x="1840" y="768"/>
                </a:lnTo>
                <a:lnTo>
                  <a:pt x="1839" y="766"/>
                </a:lnTo>
                <a:lnTo>
                  <a:pt x="1839" y="765"/>
                </a:lnTo>
                <a:lnTo>
                  <a:pt x="1837" y="765"/>
                </a:lnTo>
                <a:lnTo>
                  <a:pt x="1836" y="765"/>
                </a:lnTo>
                <a:lnTo>
                  <a:pt x="1835" y="766"/>
                </a:lnTo>
                <a:lnTo>
                  <a:pt x="1834" y="766"/>
                </a:lnTo>
                <a:lnTo>
                  <a:pt x="1834" y="767"/>
                </a:lnTo>
                <a:lnTo>
                  <a:pt x="1833" y="767"/>
                </a:lnTo>
                <a:lnTo>
                  <a:pt x="1833" y="768"/>
                </a:lnTo>
                <a:lnTo>
                  <a:pt x="1832" y="768"/>
                </a:lnTo>
                <a:lnTo>
                  <a:pt x="1832" y="769"/>
                </a:lnTo>
                <a:lnTo>
                  <a:pt x="1831" y="769"/>
                </a:lnTo>
                <a:lnTo>
                  <a:pt x="1830" y="769"/>
                </a:lnTo>
                <a:lnTo>
                  <a:pt x="1830" y="768"/>
                </a:lnTo>
                <a:lnTo>
                  <a:pt x="1827" y="768"/>
                </a:lnTo>
                <a:lnTo>
                  <a:pt x="1826" y="768"/>
                </a:lnTo>
                <a:lnTo>
                  <a:pt x="1825" y="768"/>
                </a:lnTo>
                <a:lnTo>
                  <a:pt x="1825" y="769"/>
                </a:lnTo>
                <a:lnTo>
                  <a:pt x="1826" y="772"/>
                </a:lnTo>
                <a:lnTo>
                  <a:pt x="1827" y="772"/>
                </a:lnTo>
                <a:lnTo>
                  <a:pt x="1827" y="773"/>
                </a:lnTo>
                <a:lnTo>
                  <a:pt x="1826" y="774"/>
                </a:lnTo>
                <a:lnTo>
                  <a:pt x="1826" y="776"/>
                </a:lnTo>
                <a:lnTo>
                  <a:pt x="1826" y="777"/>
                </a:lnTo>
                <a:lnTo>
                  <a:pt x="1827" y="780"/>
                </a:lnTo>
                <a:lnTo>
                  <a:pt x="1828" y="782"/>
                </a:lnTo>
                <a:lnTo>
                  <a:pt x="1827" y="783"/>
                </a:lnTo>
                <a:lnTo>
                  <a:pt x="1827" y="784"/>
                </a:lnTo>
                <a:lnTo>
                  <a:pt x="1827" y="785"/>
                </a:lnTo>
                <a:lnTo>
                  <a:pt x="1827" y="786"/>
                </a:lnTo>
                <a:lnTo>
                  <a:pt x="1828" y="787"/>
                </a:lnTo>
                <a:lnTo>
                  <a:pt x="1829" y="788"/>
                </a:lnTo>
                <a:lnTo>
                  <a:pt x="1829" y="789"/>
                </a:lnTo>
                <a:lnTo>
                  <a:pt x="1829" y="790"/>
                </a:lnTo>
                <a:lnTo>
                  <a:pt x="1829" y="791"/>
                </a:lnTo>
                <a:lnTo>
                  <a:pt x="1830" y="792"/>
                </a:lnTo>
                <a:lnTo>
                  <a:pt x="1829" y="792"/>
                </a:lnTo>
                <a:lnTo>
                  <a:pt x="1829" y="793"/>
                </a:lnTo>
                <a:lnTo>
                  <a:pt x="1829" y="794"/>
                </a:lnTo>
                <a:lnTo>
                  <a:pt x="1828" y="796"/>
                </a:lnTo>
                <a:lnTo>
                  <a:pt x="1827" y="796"/>
                </a:lnTo>
                <a:lnTo>
                  <a:pt x="1826" y="796"/>
                </a:lnTo>
                <a:lnTo>
                  <a:pt x="1825" y="797"/>
                </a:lnTo>
                <a:lnTo>
                  <a:pt x="1825" y="798"/>
                </a:lnTo>
                <a:lnTo>
                  <a:pt x="1823" y="799"/>
                </a:lnTo>
                <a:lnTo>
                  <a:pt x="1822" y="799"/>
                </a:lnTo>
                <a:lnTo>
                  <a:pt x="1822" y="800"/>
                </a:lnTo>
                <a:lnTo>
                  <a:pt x="1822" y="801"/>
                </a:lnTo>
                <a:lnTo>
                  <a:pt x="1823" y="804"/>
                </a:lnTo>
                <a:lnTo>
                  <a:pt x="1824" y="805"/>
                </a:lnTo>
                <a:lnTo>
                  <a:pt x="1824" y="806"/>
                </a:lnTo>
                <a:lnTo>
                  <a:pt x="1824" y="808"/>
                </a:lnTo>
                <a:lnTo>
                  <a:pt x="1824" y="809"/>
                </a:lnTo>
                <a:lnTo>
                  <a:pt x="1825" y="812"/>
                </a:lnTo>
                <a:lnTo>
                  <a:pt x="1825" y="814"/>
                </a:lnTo>
                <a:lnTo>
                  <a:pt x="1824" y="816"/>
                </a:lnTo>
                <a:lnTo>
                  <a:pt x="1824" y="817"/>
                </a:lnTo>
                <a:lnTo>
                  <a:pt x="1824" y="818"/>
                </a:lnTo>
                <a:lnTo>
                  <a:pt x="1825" y="819"/>
                </a:lnTo>
                <a:lnTo>
                  <a:pt x="1826" y="819"/>
                </a:lnTo>
                <a:lnTo>
                  <a:pt x="1829" y="820"/>
                </a:lnTo>
                <a:lnTo>
                  <a:pt x="1829" y="821"/>
                </a:lnTo>
                <a:lnTo>
                  <a:pt x="1829" y="822"/>
                </a:lnTo>
                <a:lnTo>
                  <a:pt x="1830" y="823"/>
                </a:lnTo>
                <a:lnTo>
                  <a:pt x="1830" y="824"/>
                </a:lnTo>
                <a:lnTo>
                  <a:pt x="1831" y="824"/>
                </a:lnTo>
                <a:lnTo>
                  <a:pt x="1832" y="826"/>
                </a:lnTo>
                <a:lnTo>
                  <a:pt x="1832" y="827"/>
                </a:lnTo>
                <a:lnTo>
                  <a:pt x="1832" y="828"/>
                </a:lnTo>
                <a:lnTo>
                  <a:pt x="1833" y="829"/>
                </a:lnTo>
                <a:lnTo>
                  <a:pt x="1833" y="830"/>
                </a:lnTo>
                <a:lnTo>
                  <a:pt x="1834" y="830"/>
                </a:lnTo>
                <a:lnTo>
                  <a:pt x="1834" y="831"/>
                </a:lnTo>
                <a:lnTo>
                  <a:pt x="1834" y="832"/>
                </a:lnTo>
                <a:lnTo>
                  <a:pt x="1835" y="833"/>
                </a:lnTo>
                <a:lnTo>
                  <a:pt x="1836" y="833"/>
                </a:lnTo>
                <a:lnTo>
                  <a:pt x="1836" y="834"/>
                </a:lnTo>
                <a:lnTo>
                  <a:pt x="1836" y="835"/>
                </a:lnTo>
                <a:lnTo>
                  <a:pt x="1835" y="836"/>
                </a:lnTo>
                <a:lnTo>
                  <a:pt x="1834" y="836"/>
                </a:lnTo>
                <a:lnTo>
                  <a:pt x="1833" y="836"/>
                </a:lnTo>
                <a:lnTo>
                  <a:pt x="1832" y="837"/>
                </a:lnTo>
                <a:lnTo>
                  <a:pt x="1832" y="839"/>
                </a:lnTo>
                <a:lnTo>
                  <a:pt x="1832" y="840"/>
                </a:lnTo>
                <a:lnTo>
                  <a:pt x="1832" y="842"/>
                </a:lnTo>
                <a:lnTo>
                  <a:pt x="1832" y="843"/>
                </a:lnTo>
                <a:lnTo>
                  <a:pt x="1832" y="845"/>
                </a:lnTo>
                <a:lnTo>
                  <a:pt x="1831" y="847"/>
                </a:lnTo>
                <a:lnTo>
                  <a:pt x="1830" y="847"/>
                </a:lnTo>
                <a:lnTo>
                  <a:pt x="1829" y="847"/>
                </a:lnTo>
                <a:lnTo>
                  <a:pt x="1828" y="847"/>
                </a:lnTo>
                <a:lnTo>
                  <a:pt x="1826" y="848"/>
                </a:lnTo>
                <a:lnTo>
                  <a:pt x="1826" y="849"/>
                </a:lnTo>
                <a:lnTo>
                  <a:pt x="1825" y="850"/>
                </a:lnTo>
                <a:lnTo>
                  <a:pt x="1825" y="851"/>
                </a:lnTo>
                <a:lnTo>
                  <a:pt x="1824" y="851"/>
                </a:lnTo>
                <a:lnTo>
                  <a:pt x="1823" y="851"/>
                </a:lnTo>
                <a:lnTo>
                  <a:pt x="1822" y="851"/>
                </a:lnTo>
                <a:lnTo>
                  <a:pt x="1820" y="850"/>
                </a:lnTo>
                <a:lnTo>
                  <a:pt x="1818" y="850"/>
                </a:lnTo>
                <a:lnTo>
                  <a:pt x="1816" y="850"/>
                </a:lnTo>
                <a:lnTo>
                  <a:pt x="1815" y="851"/>
                </a:lnTo>
                <a:lnTo>
                  <a:pt x="1815" y="852"/>
                </a:lnTo>
                <a:lnTo>
                  <a:pt x="1814" y="854"/>
                </a:lnTo>
                <a:lnTo>
                  <a:pt x="1813" y="854"/>
                </a:lnTo>
                <a:lnTo>
                  <a:pt x="1812" y="854"/>
                </a:lnTo>
                <a:lnTo>
                  <a:pt x="1812" y="853"/>
                </a:lnTo>
                <a:lnTo>
                  <a:pt x="1811" y="853"/>
                </a:lnTo>
                <a:lnTo>
                  <a:pt x="1810" y="853"/>
                </a:lnTo>
                <a:lnTo>
                  <a:pt x="1809" y="854"/>
                </a:lnTo>
                <a:lnTo>
                  <a:pt x="1809" y="855"/>
                </a:lnTo>
                <a:lnTo>
                  <a:pt x="1809" y="856"/>
                </a:lnTo>
                <a:lnTo>
                  <a:pt x="1807" y="857"/>
                </a:lnTo>
                <a:lnTo>
                  <a:pt x="1807" y="858"/>
                </a:lnTo>
                <a:lnTo>
                  <a:pt x="1804" y="858"/>
                </a:lnTo>
                <a:lnTo>
                  <a:pt x="1803" y="857"/>
                </a:lnTo>
                <a:lnTo>
                  <a:pt x="1803" y="856"/>
                </a:lnTo>
                <a:lnTo>
                  <a:pt x="1803" y="853"/>
                </a:lnTo>
                <a:lnTo>
                  <a:pt x="1803" y="851"/>
                </a:lnTo>
                <a:lnTo>
                  <a:pt x="1802" y="850"/>
                </a:lnTo>
                <a:lnTo>
                  <a:pt x="1801" y="850"/>
                </a:lnTo>
                <a:lnTo>
                  <a:pt x="1801" y="848"/>
                </a:lnTo>
                <a:lnTo>
                  <a:pt x="1802" y="847"/>
                </a:lnTo>
                <a:lnTo>
                  <a:pt x="1802" y="845"/>
                </a:lnTo>
                <a:lnTo>
                  <a:pt x="1802" y="843"/>
                </a:lnTo>
                <a:lnTo>
                  <a:pt x="1801" y="841"/>
                </a:lnTo>
                <a:lnTo>
                  <a:pt x="1800" y="839"/>
                </a:lnTo>
                <a:lnTo>
                  <a:pt x="1797" y="836"/>
                </a:lnTo>
                <a:lnTo>
                  <a:pt x="1797" y="835"/>
                </a:lnTo>
                <a:lnTo>
                  <a:pt x="1797" y="834"/>
                </a:lnTo>
                <a:lnTo>
                  <a:pt x="1797" y="833"/>
                </a:lnTo>
                <a:lnTo>
                  <a:pt x="1796" y="832"/>
                </a:lnTo>
                <a:lnTo>
                  <a:pt x="1795" y="832"/>
                </a:lnTo>
                <a:lnTo>
                  <a:pt x="1795" y="831"/>
                </a:lnTo>
                <a:lnTo>
                  <a:pt x="1795" y="830"/>
                </a:lnTo>
                <a:lnTo>
                  <a:pt x="1795" y="829"/>
                </a:lnTo>
                <a:lnTo>
                  <a:pt x="1794" y="828"/>
                </a:lnTo>
                <a:lnTo>
                  <a:pt x="1793" y="828"/>
                </a:lnTo>
                <a:lnTo>
                  <a:pt x="1793" y="829"/>
                </a:lnTo>
                <a:lnTo>
                  <a:pt x="1792" y="830"/>
                </a:lnTo>
                <a:lnTo>
                  <a:pt x="1791" y="830"/>
                </a:lnTo>
                <a:lnTo>
                  <a:pt x="1790" y="830"/>
                </a:lnTo>
                <a:lnTo>
                  <a:pt x="1789" y="831"/>
                </a:lnTo>
                <a:lnTo>
                  <a:pt x="1789" y="832"/>
                </a:lnTo>
                <a:lnTo>
                  <a:pt x="1788" y="832"/>
                </a:lnTo>
                <a:lnTo>
                  <a:pt x="1787" y="832"/>
                </a:lnTo>
                <a:lnTo>
                  <a:pt x="1786" y="832"/>
                </a:lnTo>
                <a:lnTo>
                  <a:pt x="1786" y="833"/>
                </a:lnTo>
                <a:lnTo>
                  <a:pt x="1786" y="834"/>
                </a:lnTo>
                <a:lnTo>
                  <a:pt x="1787" y="835"/>
                </a:lnTo>
                <a:lnTo>
                  <a:pt x="1788" y="836"/>
                </a:lnTo>
                <a:lnTo>
                  <a:pt x="1789" y="838"/>
                </a:lnTo>
                <a:lnTo>
                  <a:pt x="1790" y="839"/>
                </a:lnTo>
                <a:lnTo>
                  <a:pt x="1790" y="840"/>
                </a:lnTo>
                <a:lnTo>
                  <a:pt x="1791" y="841"/>
                </a:lnTo>
                <a:lnTo>
                  <a:pt x="1792" y="843"/>
                </a:lnTo>
                <a:lnTo>
                  <a:pt x="1792" y="844"/>
                </a:lnTo>
                <a:lnTo>
                  <a:pt x="1791" y="844"/>
                </a:lnTo>
                <a:lnTo>
                  <a:pt x="1790" y="845"/>
                </a:lnTo>
                <a:lnTo>
                  <a:pt x="1789" y="845"/>
                </a:lnTo>
                <a:lnTo>
                  <a:pt x="1787" y="846"/>
                </a:lnTo>
                <a:lnTo>
                  <a:pt x="1786" y="846"/>
                </a:lnTo>
                <a:lnTo>
                  <a:pt x="1784" y="846"/>
                </a:lnTo>
                <a:lnTo>
                  <a:pt x="1783" y="847"/>
                </a:lnTo>
                <a:lnTo>
                  <a:pt x="1783" y="850"/>
                </a:lnTo>
                <a:lnTo>
                  <a:pt x="1783" y="852"/>
                </a:lnTo>
                <a:lnTo>
                  <a:pt x="1782" y="852"/>
                </a:lnTo>
                <a:lnTo>
                  <a:pt x="1781" y="853"/>
                </a:lnTo>
                <a:lnTo>
                  <a:pt x="1780" y="854"/>
                </a:lnTo>
                <a:lnTo>
                  <a:pt x="1780" y="853"/>
                </a:lnTo>
                <a:lnTo>
                  <a:pt x="1779" y="853"/>
                </a:lnTo>
                <a:lnTo>
                  <a:pt x="1778" y="852"/>
                </a:lnTo>
                <a:lnTo>
                  <a:pt x="1777" y="852"/>
                </a:lnTo>
                <a:lnTo>
                  <a:pt x="1777" y="851"/>
                </a:lnTo>
                <a:lnTo>
                  <a:pt x="1776" y="850"/>
                </a:lnTo>
                <a:lnTo>
                  <a:pt x="1776" y="849"/>
                </a:lnTo>
                <a:lnTo>
                  <a:pt x="1776" y="848"/>
                </a:lnTo>
                <a:lnTo>
                  <a:pt x="1775" y="848"/>
                </a:lnTo>
                <a:lnTo>
                  <a:pt x="1774" y="848"/>
                </a:lnTo>
                <a:lnTo>
                  <a:pt x="1773" y="848"/>
                </a:lnTo>
                <a:lnTo>
                  <a:pt x="1773" y="849"/>
                </a:lnTo>
                <a:lnTo>
                  <a:pt x="1772" y="849"/>
                </a:lnTo>
                <a:lnTo>
                  <a:pt x="1772" y="850"/>
                </a:lnTo>
                <a:lnTo>
                  <a:pt x="1771" y="849"/>
                </a:lnTo>
                <a:lnTo>
                  <a:pt x="1770" y="849"/>
                </a:lnTo>
                <a:lnTo>
                  <a:pt x="1769" y="848"/>
                </a:lnTo>
                <a:lnTo>
                  <a:pt x="1769" y="847"/>
                </a:lnTo>
                <a:lnTo>
                  <a:pt x="1769" y="846"/>
                </a:lnTo>
                <a:lnTo>
                  <a:pt x="1769" y="845"/>
                </a:lnTo>
                <a:lnTo>
                  <a:pt x="1770" y="843"/>
                </a:lnTo>
                <a:lnTo>
                  <a:pt x="1770" y="842"/>
                </a:lnTo>
                <a:lnTo>
                  <a:pt x="1769" y="841"/>
                </a:lnTo>
                <a:lnTo>
                  <a:pt x="1768" y="840"/>
                </a:lnTo>
                <a:lnTo>
                  <a:pt x="1767" y="839"/>
                </a:lnTo>
                <a:lnTo>
                  <a:pt x="1766" y="839"/>
                </a:lnTo>
                <a:lnTo>
                  <a:pt x="1765" y="839"/>
                </a:lnTo>
                <a:lnTo>
                  <a:pt x="1764" y="838"/>
                </a:lnTo>
                <a:lnTo>
                  <a:pt x="1764" y="837"/>
                </a:lnTo>
                <a:lnTo>
                  <a:pt x="1765" y="836"/>
                </a:lnTo>
                <a:lnTo>
                  <a:pt x="1764" y="836"/>
                </a:lnTo>
                <a:lnTo>
                  <a:pt x="1763" y="836"/>
                </a:lnTo>
                <a:lnTo>
                  <a:pt x="1763" y="835"/>
                </a:lnTo>
                <a:lnTo>
                  <a:pt x="1762" y="834"/>
                </a:lnTo>
                <a:lnTo>
                  <a:pt x="1760" y="832"/>
                </a:lnTo>
                <a:lnTo>
                  <a:pt x="1760" y="831"/>
                </a:lnTo>
                <a:lnTo>
                  <a:pt x="1757" y="831"/>
                </a:lnTo>
                <a:lnTo>
                  <a:pt x="1756" y="832"/>
                </a:lnTo>
                <a:lnTo>
                  <a:pt x="1755" y="833"/>
                </a:lnTo>
                <a:lnTo>
                  <a:pt x="1754" y="833"/>
                </a:lnTo>
                <a:lnTo>
                  <a:pt x="1754" y="834"/>
                </a:lnTo>
                <a:lnTo>
                  <a:pt x="1754" y="835"/>
                </a:lnTo>
                <a:lnTo>
                  <a:pt x="1751" y="835"/>
                </a:lnTo>
                <a:lnTo>
                  <a:pt x="1750" y="835"/>
                </a:lnTo>
                <a:lnTo>
                  <a:pt x="1749" y="833"/>
                </a:lnTo>
                <a:lnTo>
                  <a:pt x="1749" y="832"/>
                </a:lnTo>
                <a:lnTo>
                  <a:pt x="1748" y="831"/>
                </a:lnTo>
                <a:lnTo>
                  <a:pt x="1747" y="831"/>
                </a:lnTo>
                <a:lnTo>
                  <a:pt x="1747" y="830"/>
                </a:lnTo>
                <a:lnTo>
                  <a:pt x="1746" y="830"/>
                </a:lnTo>
                <a:lnTo>
                  <a:pt x="1745" y="830"/>
                </a:lnTo>
                <a:lnTo>
                  <a:pt x="1745" y="829"/>
                </a:lnTo>
                <a:lnTo>
                  <a:pt x="1745" y="828"/>
                </a:lnTo>
                <a:lnTo>
                  <a:pt x="1745" y="827"/>
                </a:lnTo>
                <a:lnTo>
                  <a:pt x="1745" y="826"/>
                </a:lnTo>
                <a:lnTo>
                  <a:pt x="1744" y="826"/>
                </a:lnTo>
                <a:lnTo>
                  <a:pt x="1744" y="825"/>
                </a:lnTo>
                <a:lnTo>
                  <a:pt x="1744" y="824"/>
                </a:lnTo>
                <a:lnTo>
                  <a:pt x="1745" y="824"/>
                </a:lnTo>
                <a:lnTo>
                  <a:pt x="1745" y="823"/>
                </a:lnTo>
                <a:lnTo>
                  <a:pt x="1744" y="823"/>
                </a:lnTo>
                <a:lnTo>
                  <a:pt x="1744" y="821"/>
                </a:lnTo>
                <a:lnTo>
                  <a:pt x="1744" y="820"/>
                </a:lnTo>
                <a:lnTo>
                  <a:pt x="1743" y="818"/>
                </a:lnTo>
                <a:lnTo>
                  <a:pt x="1742" y="818"/>
                </a:lnTo>
                <a:lnTo>
                  <a:pt x="1741" y="817"/>
                </a:lnTo>
                <a:lnTo>
                  <a:pt x="1740" y="817"/>
                </a:lnTo>
                <a:lnTo>
                  <a:pt x="1740" y="816"/>
                </a:lnTo>
                <a:lnTo>
                  <a:pt x="1739" y="815"/>
                </a:lnTo>
                <a:lnTo>
                  <a:pt x="1738" y="815"/>
                </a:lnTo>
                <a:lnTo>
                  <a:pt x="1738" y="814"/>
                </a:lnTo>
                <a:lnTo>
                  <a:pt x="1735" y="814"/>
                </a:lnTo>
                <a:lnTo>
                  <a:pt x="1735" y="815"/>
                </a:lnTo>
                <a:lnTo>
                  <a:pt x="1734" y="816"/>
                </a:lnTo>
                <a:lnTo>
                  <a:pt x="1733" y="816"/>
                </a:lnTo>
                <a:lnTo>
                  <a:pt x="1732" y="816"/>
                </a:lnTo>
                <a:lnTo>
                  <a:pt x="1732" y="815"/>
                </a:lnTo>
                <a:lnTo>
                  <a:pt x="1732" y="814"/>
                </a:lnTo>
                <a:lnTo>
                  <a:pt x="1731" y="814"/>
                </a:lnTo>
                <a:lnTo>
                  <a:pt x="1731" y="813"/>
                </a:lnTo>
                <a:lnTo>
                  <a:pt x="1730" y="813"/>
                </a:lnTo>
                <a:lnTo>
                  <a:pt x="1729" y="813"/>
                </a:lnTo>
                <a:lnTo>
                  <a:pt x="1729" y="814"/>
                </a:lnTo>
                <a:lnTo>
                  <a:pt x="1728" y="815"/>
                </a:lnTo>
                <a:lnTo>
                  <a:pt x="1727" y="815"/>
                </a:lnTo>
                <a:lnTo>
                  <a:pt x="1727" y="816"/>
                </a:lnTo>
                <a:lnTo>
                  <a:pt x="1726" y="816"/>
                </a:lnTo>
                <a:lnTo>
                  <a:pt x="1725" y="817"/>
                </a:lnTo>
                <a:lnTo>
                  <a:pt x="1725" y="818"/>
                </a:lnTo>
                <a:lnTo>
                  <a:pt x="1724" y="818"/>
                </a:lnTo>
                <a:lnTo>
                  <a:pt x="1724" y="821"/>
                </a:lnTo>
                <a:lnTo>
                  <a:pt x="1725" y="823"/>
                </a:lnTo>
                <a:lnTo>
                  <a:pt x="1725" y="824"/>
                </a:lnTo>
                <a:lnTo>
                  <a:pt x="1724" y="824"/>
                </a:lnTo>
                <a:lnTo>
                  <a:pt x="1723" y="825"/>
                </a:lnTo>
                <a:lnTo>
                  <a:pt x="1723" y="826"/>
                </a:lnTo>
                <a:lnTo>
                  <a:pt x="1723" y="827"/>
                </a:lnTo>
                <a:lnTo>
                  <a:pt x="1723" y="828"/>
                </a:lnTo>
                <a:lnTo>
                  <a:pt x="1722" y="828"/>
                </a:lnTo>
                <a:lnTo>
                  <a:pt x="1721" y="829"/>
                </a:lnTo>
                <a:lnTo>
                  <a:pt x="1721" y="830"/>
                </a:lnTo>
                <a:lnTo>
                  <a:pt x="1722" y="830"/>
                </a:lnTo>
                <a:lnTo>
                  <a:pt x="1722" y="831"/>
                </a:lnTo>
                <a:lnTo>
                  <a:pt x="1722" y="832"/>
                </a:lnTo>
                <a:lnTo>
                  <a:pt x="1722" y="833"/>
                </a:lnTo>
                <a:lnTo>
                  <a:pt x="1723" y="833"/>
                </a:lnTo>
                <a:lnTo>
                  <a:pt x="1723" y="834"/>
                </a:lnTo>
                <a:lnTo>
                  <a:pt x="1724" y="834"/>
                </a:lnTo>
                <a:lnTo>
                  <a:pt x="1724" y="835"/>
                </a:lnTo>
                <a:lnTo>
                  <a:pt x="1725" y="835"/>
                </a:lnTo>
                <a:lnTo>
                  <a:pt x="1724" y="836"/>
                </a:lnTo>
                <a:lnTo>
                  <a:pt x="1723" y="836"/>
                </a:lnTo>
                <a:lnTo>
                  <a:pt x="1722" y="836"/>
                </a:lnTo>
                <a:lnTo>
                  <a:pt x="1721" y="837"/>
                </a:lnTo>
                <a:lnTo>
                  <a:pt x="1720" y="837"/>
                </a:lnTo>
                <a:lnTo>
                  <a:pt x="1720" y="838"/>
                </a:lnTo>
                <a:lnTo>
                  <a:pt x="1721" y="839"/>
                </a:lnTo>
                <a:lnTo>
                  <a:pt x="1721" y="840"/>
                </a:lnTo>
                <a:lnTo>
                  <a:pt x="1720" y="840"/>
                </a:lnTo>
                <a:lnTo>
                  <a:pt x="1720" y="841"/>
                </a:lnTo>
                <a:lnTo>
                  <a:pt x="1719" y="841"/>
                </a:lnTo>
                <a:lnTo>
                  <a:pt x="1718" y="840"/>
                </a:lnTo>
                <a:lnTo>
                  <a:pt x="1717" y="839"/>
                </a:lnTo>
                <a:lnTo>
                  <a:pt x="1716" y="839"/>
                </a:lnTo>
                <a:lnTo>
                  <a:pt x="1715" y="839"/>
                </a:lnTo>
                <a:lnTo>
                  <a:pt x="1714" y="840"/>
                </a:lnTo>
                <a:lnTo>
                  <a:pt x="1714" y="841"/>
                </a:lnTo>
                <a:lnTo>
                  <a:pt x="1715" y="841"/>
                </a:lnTo>
                <a:lnTo>
                  <a:pt x="1715" y="842"/>
                </a:lnTo>
                <a:lnTo>
                  <a:pt x="1715" y="843"/>
                </a:lnTo>
                <a:lnTo>
                  <a:pt x="1715" y="844"/>
                </a:lnTo>
                <a:lnTo>
                  <a:pt x="1712" y="844"/>
                </a:lnTo>
                <a:lnTo>
                  <a:pt x="1711" y="844"/>
                </a:lnTo>
                <a:lnTo>
                  <a:pt x="1710" y="844"/>
                </a:lnTo>
                <a:lnTo>
                  <a:pt x="1709" y="845"/>
                </a:lnTo>
                <a:lnTo>
                  <a:pt x="1709" y="847"/>
                </a:lnTo>
                <a:lnTo>
                  <a:pt x="1710" y="848"/>
                </a:lnTo>
                <a:lnTo>
                  <a:pt x="1710" y="849"/>
                </a:lnTo>
                <a:lnTo>
                  <a:pt x="1710" y="850"/>
                </a:lnTo>
                <a:lnTo>
                  <a:pt x="1710" y="851"/>
                </a:lnTo>
                <a:lnTo>
                  <a:pt x="1710" y="852"/>
                </a:lnTo>
                <a:lnTo>
                  <a:pt x="1710" y="853"/>
                </a:lnTo>
                <a:lnTo>
                  <a:pt x="1709" y="853"/>
                </a:lnTo>
                <a:lnTo>
                  <a:pt x="1708" y="854"/>
                </a:lnTo>
                <a:lnTo>
                  <a:pt x="1707" y="854"/>
                </a:lnTo>
                <a:lnTo>
                  <a:pt x="1708" y="855"/>
                </a:lnTo>
                <a:lnTo>
                  <a:pt x="1708" y="856"/>
                </a:lnTo>
                <a:lnTo>
                  <a:pt x="1709" y="856"/>
                </a:lnTo>
                <a:lnTo>
                  <a:pt x="1709" y="857"/>
                </a:lnTo>
                <a:lnTo>
                  <a:pt x="1708" y="858"/>
                </a:lnTo>
                <a:lnTo>
                  <a:pt x="1706" y="859"/>
                </a:lnTo>
                <a:lnTo>
                  <a:pt x="1706" y="860"/>
                </a:lnTo>
                <a:lnTo>
                  <a:pt x="1705" y="860"/>
                </a:lnTo>
                <a:lnTo>
                  <a:pt x="1706" y="862"/>
                </a:lnTo>
                <a:lnTo>
                  <a:pt x="1706" y="863"/>
                </a:lnTo>
                <a:lnTo>
                  <a:pt x="1707" y="863"/>
                </a:lnTo>
                <a:lnTo>
                  <a:pt x="1708" y="863"/>
                </a:lnTo>
                <a:lnTo>
                  <a:pt x="1709" y="863"/>
                </a:lnTo>
                <a:lnTo>
                  <a:pt x="1710" y="862"/>
                </a:lnTo>
                <a:lnTo>
                  <a:pt x="1711" y="862"/>
                </a:lnTo>
                <a:lnTo>
                  <a:pt x="1712" y="862"/>
                </a:lnTo>
                <a:lnTo>
                  <a:pt x="1712" y="863"/>
                </a:lnTo>
                <a:lnTo>
                  <a:pt x="1711" y="864"/>
                </a:lnTo>
                <a:lnTo>
                  <a:pt x="1712" y="865"/>
                </a:lnTo>
                <a:lnTo>
                  <a:pt x="1713" y="866"/>
                </a:lnTo>
                <a:lnTo>
                  <a:pt x="1714" y="866"/>
                </a:lnTo>
                <a:lnTo>
                  <a:pt x="1715" y="867"/>
                </a:lnTo>
                <a:lnTo>
                  <a:pt x="1715" y="868"/>
                </a:lnTo>
                <a:lnTo>
                  <a:pt x="1714" y="869"/>
                </a:lnTo>
                <a:lnTo>
                  <a:pt x="1713" y="869"/>
                </a:lnTo>
                <a:lnTo>
                  <a:pt x="1713" y="870"/>
                </a:lnTo>
                <a:lnTo>
                  <a:pt x="1712" y="871"/>
                </a:lnTo>
                <a:lnTo>
                  <a:pt x="1712" y="872"/>
                </a:lnTo>
                <a:lnTo>
                  <a:pt x="1712" y="874"/>
                </a:lnTo>
                <a:lnTo>
                  <a:pt x="1712" y="875"/>
                </a:lnTo>
                <a:lnTo>
                  <a:pt x="1711" y="875"/>
                </a:lnTo>
                <a:lnTo>
                  <a:pt x="1711" y="876"/>
                </a:lnTo>
                <a:lnTo>
                  <a:pt x="1712" y="876"/>
                </a:lnTo>
                <a:lnTo>
                  <a:pt x="1713" y="877"/>
                </a:lnTo>
                <a:lnTo>
                  <a:pt x="1712" y="878"/>
                </a:lnTo>
                <a:lnTo>
                  <a:pt x="1711" y="878"/>
                </a:lnTo>
                <a:lnTo>
                  <a:pt x="1712" y="879"/>
                </a:lnTo>
                <a:lnTo>
                  <a:pt x="1712" y="880"/>
                </a:lnTo>
                <a:lnTo>
                  <a:pt x="1713" y="880"/>
                </a:lnTo>
                <a:lnTo>
                  <a:pt x="1713" y="881"/>
                </a:lnTo>
                <a:lnTo>
                  <a:pt x="1712" y="881"/>
                </a:lnTo>
                <a:lnTo>
                  <a:pt x="1711" y="881"/>
                </a:lnTo>
                <a:lnTo>
                  <a:pt x="1711" y="882"/>
                </a:lnTo>
                <a:lnTo>
                  <a:pt x="1710" y="882"/>
                </a:lnTo>
                <a:lnTo>
                  <a:pt x="1710" y="881"/>
                </a:lnTo>
                <a:lnTo>
                  <a:pt x="1709" y="881"/>
                </a:lnTo>
                <a:lnTo>
                  <a:pt x="1708" y="881"/>
                </a:lnTo>
                <a:lnTo>
                  <a:pt x="1707" y="881"/>
                </a:lnTo>
                <a:lnTo>
                  <a:pt x="1707" y="879"/>
                </a:lnTo>
                <a:lnTo>
                  <a:pt x="1706" y="878"/>
                </a:lnTo>
                <a:lnTo>
                  <a:pt x="1706" y="877"/>
                </a:lnTo>
                <a:lnTo>
                  <a:pt x="1705" y="877"/>
                </a:lnTo>
                <a:lnTo>
                  <a:pt x="1705" y="878"/>
                </a:lnTo>
                <a:lnTo>
                  <a:pt x="1704" y="878"/>
                </a:lnTo>
                <a:lnTo>
                  <a:pt x="1703" y="878"/>
                </a:lnTo>
                <a:lnTo>
                  <a:pt x="1703" y="879"/>
                </a:lnTo>
                <a:lnTo>
                  <a:pt x="1702" y="879"/>
                </a:lnTo>
                <a:lnTo>
                  <a:pt x="1701" y="879"/>
                </a:lnTo>
                <a:lnTo>
                  <a:pt x="1701" y="880"/>
                </a:lnTo>
                <a:lnTo>
                  <a:pt x="1700" y="880"/>
                </a:lnTo>
                <a:lnTo>
                  <a:pt x="1699" y="881"/>
                </a:lnTo>
                <a:lnTo>
                  <a:pt x="1699" y="882"/>
                </a:lnTo>
                <a:lnTo>
                  <a:pt x="1698" y="882"/>
                </a:lnTo>
                <a:lnTo>
                  <a:pt x="1698" y="883"/>
                </a:lnTo>
                <a:lnTo>
                  <a:pt x="1697" y="883"/>
                </a:lnTo>
                <a:lnTo>
                  <a:pt x="1696" y="884"/>
                </a:lnTo>
                <a:lnTo>
                  <a:pt x="1696" y="885"/>
                </a:lnTo>
                <a:lnTo>
                  <a:pt x="1695" y="886"/>
                </a:lnTo>
                <a:lnTo>
                  <a:pt x="1694" y="886"/>
                </a:lnTo>
                <a:lnTo>
                  <a:pt x="1693" y="887"/>
                </a:lnTo>
                <a:lnTo>
                  <a:pt x="1693" y="888"/>
                </a:lnTo>
                <a:lnTo>
                  <a:pt x="1692" y="888"/>
                </a:lnTo>
                <a:lnTo>
                  <a:pt x="1692" y="889"/>
                </a:lnTo>
                <a:lnTo>
                  <a:pt x="1691" y="889"/>
                </a:lnTo>
                <a:lnTo>
                  <a:pt x="1690" y="889"/>
                </a:lnTo>
                <a:lnTo>
                  <a:pt x="1690" y="890"/>
                </a:lnTo>
                <a:lnTo>
                  <a:pt x="1689" y="890"/>
                </a:lnTo>
                <a:lnTo>
                  <a:pt x="1689" y="891"/>
                </a:lnTo>
                <a:lnTo>
                  <a:pt x="1688" y="891"/>
                </a:lnTo>
                <a:lnTo>
                  <a:pt x="1687" y="891"/>
                </a:lnTo>
                <a:lnTo>
                  <a:pt x="1687" y="892"/>
                </a:lnTo>
                <a:lnTo>
                  <a:pt x="1687" y="893"/>
                </a:lnTo>
                <a:lnTo>
                  <a:pt x="1687" y="895"/>
                </a:lnTo>
                <a:lnTo>
                  <a:pt x="1686" y="895"/>
                </a:lnTo>
                <a:lnTo>
                  <a:pt x="1686" y="894"/>
                </a:lnTo>
                <a:lnTo>
                  <a:pt x="1686" y="893"/>
                </a:lnTo>
                <a:lnTo>
                  <a:pt x="1685" y="893"/>
                </a:lnTo>
                <a:lnTo>
                  <a:pt x="1685" y="892"/>
                </a:lnTo>
                <a:lnTo>
                  <a:pt x="1685" y="891"/>
                </a:lnTo>
                <a:lnTo>
                  <a:pt x="1684" y="890"/>
                </a:lnTo>
                <a:lnTo>
                  <a:pt x="1684" y="889"/>
                </a:lnTo>
                <a:lnTo>
                  <a:pt x="1683" y="889"/>
                </a:lnTo>
                <a:lnTo>
                  <a:pt x="1683" y="888"/>
                </a:lnTo>
                <a:lnTo>
                  <a:pt x="1682" y="888"/>
                </a:lnTo>
                <a:lnTo>
                  <a:pt x="1682" y="887"/>
                </a:lnTo>
                <a:lnTo>
                  <a:pt x="1681" y="887"/>
                </a:lnTo>
                <a:lnTo>
                  <a:pt x="1681" y="888"/>
                </a:lnTo>
                <a:lnTo>
                  <a:pt x="1680" y="888"/>
                </a:lnTo>
                <a:lnTo>
                  <a:pt x="1679" y="888"/>
                </a:lnTo>
                <a:lnTo>
                  <a:pt x="1678" y="888"/>
                </a:lnTo>
                <a:lnTo>
                  <a:pt x="1677" y="888"/>
                </a:lnTo>
                <a:lnTo>
                  <a:pt x="1677" y="887"/>
                </a:lnTo>
                <a:lnTo>
                  <a:pt x="1677" y="886"/>
                </a:lnTo>
                <a:lnTo>
                  <a:pt x="1676" y="886"/>
                </a:lnTo>
                <a:lnTo>
                  <a:pt x="1676" y="885"/>
                </a:lnTo>
                <a:lnTo>
                  <a:pt x="1676" y="884"/>
                </a:lnTo>
                <a:lnTo>
                  <a:pt x="1675" y="884"/>
                </a:lnTo>
                <a:lnTo>
                  <a:pt x="1675" y="883"/>
                </a:lnTo>
                <a:lnTo>
                  <a:pt x="1674" y="883"/>
                </a:lnTo>
                <a:lnTo>
                  <a:pt x="1673" y="882"/>
                </a:lnTo>
                <a:lnTo>
                  <a:pt x="1672" y="882"/>
                </a:lnTo>
                <a:lnTo>
                  <a:pt x="1672" y="881"/>
                </a:lnTo>
                <a:lnTo>
                  <a:pt x="1671" y="881"/>
                </a:lnTo>
                <a:lnTo>
                  <a:pt x="1670" y="881"/>
                </a:lnTo>
                <a:lnTo>
                  <a:pt x="1669" y="881"/>
                </a:lnTo>
                <a:lnTo>
                  <a:pt x="1668" y="881"/>
                </a:lnTo>
                <a:lnTo>
                  <a:pt x="1668" y="882"/>
                </a:lnTo>
                <a:lnTo>
                  <a:pt x="1667" y="882"/>
                </a:lnTo>
                <a:lnTo>
                  <a:pt x="1666" y="881"/>
                </a:lnTo>
                <a:lnTo>
                  <a:pt x="1666" y="882"/>
                </a:lnTo>
                <a:lnTo>
                  <a:pt x="1665" y="882"/>
                </a:lnTo>
                <a:lnTo>
                  <a:pt x="1665" y="881"/>
                </a:lnTo>
                <a:lnTo>
                  <a:pt x="1664" y="881"/>
                </a:lnTo>
                <a:lnTo>
                  <a:pt x="1663" y="880"/>
                </a:lnTo>
                <a:lnTo>
                  <a:pt x="1662" y="880"/>
                </a:lnTo>
                <a:lnTo>
                  <a:pt x="1661" y="879"/>
                </a:lnTo>
                <a:lnTo>
                  <a:pt x="1661" y="878"/>
                </a:lnTo>
                <a:lnTo>
                  <a:pt x="1660" y="878"/>
                </a:lnTo>
                <a:lnTo>
                  <a:pt x="1660" y="877"/>
                </a:lnTo>
                <a:lnTo>
                  <a:pt x="1660" y="876"/>
                </a:lnTo>
                <a:lnTo>
                  <a:pt x="1659" y="876"/>
                </a:lnTo>
                <a:lnTo>
                  <a:pt x="1658" y="876"/>
                </a:lnTo>
                <a:lnTo>
                  <a:pt x="1657" y="876"/>
                </a:lnTo>
                <a:lnTo>
                  <a:pt x="1657" y="875"/>
                </a:lnTo>
                <a:lnTo>
                  <a:pt x="1656" y="875"/>
                </a:lnTo>
                <a:lnTo>
                  <a:pt x="1655" y="874"/>
                </a:lnTo>
                <a:lnTo>
                  <a:pt x="1654" y="874"/>
                </a:lnTo>
                <a:lnTo>
                  <a:pt x="1653" y="874"/>
                </a:lnTo>
                <a:lnTo>
                  <a:pt x="1653" y="873"/>
                </a:lnTo>
                <a:lnTo>
                  <a:pt x="1652" y="873"/>
                </a:lnTo>
                <a:lnTo>
                  <a:pt x="1651" y="873"/>
                </a:lnTo>
                <a:lnTo>
                  <a:pt x="1651" y="874"/>
                </a:lnTo>
                <a:lnTo>
                  <a:pt x="1650" y="874"/>
                </a:lnTo>
                <a:lnTo>
                  <a:pt x="1649" y="874"/>
                </a:lnTo>
                <a:lnTo>
                  <a:pt x="1649" y="873"/>
                </a:lnTo>
                <a:lnTo>
                  <a:pt x="1648" y="873"/>
                </a:lnTo>
                <a:lnTo>
                  <a:pt x="1648" y="872"/>
                </a:lnTo>
                <a:lnTo>
                  <a:pt x="1647" y="872"/>
                </a:lnTo>
                <a:lnTo>
                  <a:pt x="1647" y="871"/>
                </a:lnTo>
                <a:lnTo>
                  <a:pt x="1646" y="871"/>
                </a:lnTo>
                <a:lnTo>
                  <a:pt x="1646" y="870"/>
                </a:lnTo>
                <a:lnTo>
                  <a:pt x="1645" y="870"/>
                </a:lnTo>
                <a:lnTo>
                  <a:pt x="1645" y="869"/>
                </a:lnTo>
                <a:lnTo>
                  <a:pt x="1645" y="868"/>
                </a:lnTo>
                <a:lnTo>
                  <a:pt x="1645" y="867"/>
                </a:lnTo>
                <a:lnTo>
                  <a:pt x="1644" y="866"/>
                </a:lnTo>
                <a:lnTo>
                  <a:pt x="1643" y="865"/>
                </a:lnTo>
                <a:lnTo>
                  <a:pt x="1642" y="864"/>
                </a:lnTo>
                <a:lnTo>
                  <a:pt x="1641" y="864"/>
                </a:lnTo>
                <a:lnTo>
                  <a:pt x="1640" y="863"/>
                </a:lnTo>
                <a:lnTo>
                  <a:pt x="1640" y="862"/>
                </a:lnTo>
                <a:lnTo>
                  <a:pt x="1639" y="862"/>
                </a:lnTo>
                <a:lnTo>
                  <a:pt x="1638" y="862"/>
                </a:lnTo>
                <a:lnTo>
                  <a:pt x="1637" y="862"/>
                </a:lnTo>
                <a:lnTo>
                  <a:pt x="1637" y="861"/>
                </a:lnTo>
                <a:lnTo>
                  <a:pt x="1636" y="861"/>
                </a:lnTo>
                <a:lnTo>
                  <a:pt x="1635" y="861"/>
                </a:lnTo>
                <a:lnTo>
                  <a:pt x="1634" y="861"/>
                </a:lnTo>
                <a:lnTo>
                  <a:pt x="1633" y="862"/>
                </a:lnTo>
                <a:lnTo>
                  <a:pt x="1633" y="861"/>
                </a:lnTo>
                <a:lnTo>
                  <a:pt x="1632" y="861"/>
                </a:lnTo>
                <a:lnTo>
                  <a:pt x="1632" y="859"/>
                </a:lnTo>
                <a:lnTo>
                  <a:pt x="1632" y="858"/>
                </a:lnTo>
                <a:lnTo>
                  <a:pt x="1631" y="857"/>
                </a:lnTo>
                <a:lnTo>
                  <a:pt x="1631" y="856"/>
                </a:lnTo>
                <a:lnTo>
                  <a:pt x="1630" y="855"/>
                </a:lnTo>
                <a:lnTo>
                  <a:pt x="1629" y="853"/>
                </a:lnTo>
                <a:lnTo>
                  <a:pt x="1628" y="853"/>
                </a:lnTo>
                <a:lnTo>
                  <a:pt x="1627" y="852"/>
                </a:lnTo>
                <a:lnTo>
                  <a:pt x="1626" y="852"/>
                </a:lnTo>
                <a:lnTo>
                  <a:pt x="1625" y="853"/>
                </a:lnTo>
                <a:lnTo>
                  <a:pt x="1624" y="853"/>
                </a:lnTo>
                <a:lnTo>
                  <a:pt x="1623" y="853"/>
                </a:lnTo>
                <a:lnTo>
                  <a:pt x="1623" y="854"/>
                </a:lnTo>
                <a:lnTo>
                  <a:pt x="1624" y="855"/>
                </a:lnTo>
                <a:lnTo>
                  <a:pt x="1624" y="856"/>
                </a:lnTo>
                <a:lnTo>
                  <a:pt x="1623" y="856"/>
                </a:lnTo>
                <a:lnTo>
                  <a:pt x="1622" y="856"/>
                </a:lnTo>
                <a:lnTo>
                  <a:pt x="1621" y="856"/>
                </a:lnTo>
                <a:lnTo>
                  <a:pt x="1620" y="856"/>
                </a:lnTo>
                <a:lnTo>
                  <a:pt x="1619" y="855"/>
                </a:lnTo>
                <a:lnTo>
                  <a:pt x="1618" y="855"/>
                </a:lnTo>
                <a:lnTo>
                  <a:pt x="1617" y="855"/>
                </a:lnTo>
                <a:lnTo>
                  <a:pt x="1616" y="855"/>
                </a:lnTo>
                <a:lnTo>
                  <a:pt x="1616" y="854"/>
                </a:lnTo>
                <a:lnTo>
                  <a:pt x="1615" y="854"/>
                </a:lnTo>
                <a:lnTo>
                  <a:pt x="1614" y="854"/>
                </a:lnTo>
                <a:lnTo>
                  <a:pt x="1614" y="853"/>
                </a:lnTo>
                <a:lnTo>
                  <a:pt x="1614" y="852"/>
                </a:lnTo>
                <a:lnTo>
                  <a:pt x="1614" y="851"/>
                </a:lnTo>
                <a:lnTo>
                  <a:pt x="1613" y="850"/>
                </a:lnTo>
                <a:lnTo>
                  <a:pt x="1613" y="848"/>
                </a:lnTo>
                <a:lnTo>
                  <a:pt x="1613" y="847"/>
                </a:lnTo>
                <a:lnTo>
                  <a:pt x="1613" y="846"/>
                </a:lnTo>
                <a:lnTo>
                  <a:pt x="1612" y="845"/>
                </a:lnTo>
                <a:lnTo>
                  <a:pt x="1610" y="845"/>
                </a:lnTo>
                <a:lnTo>
                  <a:pt x="1608" y="845"/>
                </a:lnTo>
                <a:lnTo>
                  <a:pt x="1607" y="846"/>
                </a:lnTo>
                <a:lnTo>
                  <a:pt x="1606" y="846"/>
                </a:lnTo>
                <a:lnTo>
                  <a:pt x="1605" y="846"/>
                </a:lnTo>
                <a:lnTo>
                  <a:pt x="1603" y="847"/>
                </a:lnTo>
                <a:lnTo>
                  <a:pt x="1602" y="847"/>
                </a:lnTo>
                <a:lnTo>
                  <a:pt x="1600" y="847"/>
                </a:lnTo>
                <a:lnTo>
                  <a:pt x="1599" y="847"/>
                </a:lnTo>
                <a:lnTo>
                  <a:pt x="1598" y="847"/>
                </a:lnTo>
                <a:lnTo>
                  <a:pt x="1597" y="847"/>
                </a:lnTo>
                <a:lnTo>
                  <a:pt x="1596" y="847"/>
                </a:lnTo>
                <a:lnTo>
                  <a:pt x="1595" y="847"/>
                </a:lnTo>
                <a:lnTo>
                  <a:pt x="1595" y="848"/>
                </a:lnTo>
                <a:lnTo>
                  <a:pt x="1594" y="848"/>
                </a:lnTo>
                <a:lnTo>
                  <a:pt x="1593" y="849"/>
                </a:lnTo>
                <a:lnTo>
                  <a:pt x="1592" y="849"/>
                </a:lnTo>
                <a:lnTo>
                  <a:pt x="1590" y="849"/>
                </a:lnTo>
                <a:lnTo>
                  <a:pt x="1588" y="848"/>
                </a:lnTo>
                <a:lnTo>
                  <a:pt x="1588" y="849"/>
                </a:lnTo>
                <a:lnTo>
                  <a:pt x="1587" y="849"/>
                </a:lnTo>
                <a:lnTo>
                  <a:pt x="1586" y="848"/>
                </a:lnTo>
                <a:lnTo>
                  <a:pt x="1585" y="847"/>
                </a:lnTo>
                <a:lnTo>
                  <a:pt x="1584" y="847"/>
                </a:lnTo>
                <a:lnTo>
                  <a:pt x="1584" y="846"/>
                </a:lnTo>
                <a:lnTo>
                  <a:pt x="1583" y="845"/>
                </a:lnTo>
                <a:lnTo>
                  <a:pt x="1583" y="844"/>
                </a:lnTo>
                <a:lnTo>
                  <a:pt x="1582" y="844"/>
                </a:lnTo>
                <a:lnTo>
                  <a:pt x="1581" y="844"/>
                </a:lnTo>
                <a:lnTo>
                  <a:pt x="1580" y="844"/>
                </a:lnTo>
                <a:lnTo>
                  <a:pt x="1579" y="844"/>
                </a:lnTo>
                <a:lnTo>
                  <a:pt x="1579" y="843"/>
                </a:lnTo>
                <a:lnTo>
                  <a:pt x="1579" y="842"/>
                </a:lnTo>
                <a:lnTo>
                  <a:pt x="1579" y="840"/>
                </a:lnTo>
                <a:lnTo>
                  <a:pt x="1578" y="840"/>
                </a:lnTo>
                <a:lnTo>
                  <a:pt x="1578" y="839"/>
                </a:lnTo>
                <a:lnTo>
                  <a:pt x="1577" y="839"/>
                </a:lnTo>
                <a:lnTo>
                  <a:pt x="1577" y="838"/>
                </a:lnTo>
                <a:lnTo>
                  <a:pt x="1576" y="838"/>
                </a:lnTo>
                <a:lnTo>
                  <a:pt x="1575" y="839"/>
                </a:lnTo>
                <a:lnTo>
                  <a:pt x="1574" y="839"/>
                </a:lnTo>
                <a:lnTo>
                  <a:pt x="1573" y="839"/>
                </a:lnTo>
                <a:lnTo>
                  <a:pt x="1572" y="839"/>
                </a:lnTo>
                <a:lnTo>
                  <a:pt x="1571" y="839"/>
                </a:lnTo>
                <a:lnTo>
                  <a:pt x="1570" y="840"/>
                </a:lnTo>
                <a:lnTo>
                  <a:pt x="1569" y="841"/>
                </a:lnTo>
                <a:lnTo>
                  <a:pt x="1568" y="841"/>
                </a:lnTo>
                <a:lnTo>
                  <a:pt x="1567" y="841"/>
                </a:lnTo>
                <a:lnTo>
                  <a:pt x="1567" y="840"/>
                </a:lnTo>
                <a:lnTo>
                  <a:pt x="1566" y="840"/>
                </a:lnTo>
                <a:lnTo>
                  <a:pt x="1565" y="840"/>
                </a:lnTo>
                <a:lnTo>
                  <a:pt x="1565" y="841"/>
                </a:lnTo>
                <a:lnTo>
                  <a:pt x="1565" y="840"/>
                </a:lnTo>
                <a:lnTo>
                  <a:pt x="1564" y="840"/>
                </a:lnTo>
                <a:lnTo>
                  <a:pt x="1563" y="841"/>
                </a:lnTo>
                <a:lnTo>
                  <a:pt x="1562" y="841"/>
                </a:lnTo>
                <a:lnTo>
                  <a:pt x="1561" y="842"/>
                </a:lnTo>
                <a:lnTo>
                  <a:pt x="1560" y="842"/>
                </a:lnTo>
                <a:lnTo>
                  <a:pt x="1559" y="842"/>
                </a:lnTo>
                <a:lnTo>
                  <a:pt x="1558" y="843"/>
                </a:lnTo>
                <a:lnTo>
                  <a:pt x="1557" y="843"/>
                </a:lnTo>
                <a:lnTo>
                  <a:pt x="1556" y="844"/>
                </a:lnTo>
                <a:lnTo>
                  <a:pt x="1555" y="844"/>
                </a:lnTo>
                <a:lnTo>
                  <a:pt x="1555" y="845"/>
                </a:lnTo>
                <a:lnTo>
                  <a:pt x="1554" y="845"/>
                </a:lnTo>
                <a:lnTo>
                  <a:pt x="1553" y="846"/>
                </a:lnTo>
                <a:lnTo>
                  <a:pt x="1552" y="846"/>
                </a:lnTo>
                <a:lnTo>
                  <a:pt x="1551" y="847"/>
                </a:lnTo>
                <a:lnTo>
                  <a:pt x="1550" y="847"/>
                </a:lnTo>
                <a:lnTo>
                  <a:pt x="1550" y="848"/>
                </a:lnTo>
                <a:lnTo>
                  <a:pt x="1549" y="848"/>
                </a:lnTo>
                <a:lnTo>
                  <a:pt x="1548" y="848"/>
                </a:lnTo>
                <a:lnTo>
                  <a:pt x="1548" y="849"/>
                </a:lnTo>
                <a:lnTo>
                  <a:pt x="1547" y="849"/>
                </a:lnTo>
                <a:lnTo>
                  <a:pt x="1546" y="850"/>
                </a:lnTo>
                <a:lnTo>
                  <a:pt x="1545" y="850"/>
                </a:lnTo>
                <a:lnTo>
                  <a:pt x="1544" y="850"/>
                </a:lnTo>
                <a:lnTo>
                  <a:pt x="1543" y="850"/>
                </a:lnTo>
                <a:lnTo>
                  <a:pt x="1543" y="851"/>
                </a:lnTo>
                <a:lnTo>
                  <a:pt x="1542" y="851"/>
                </a:lnTo>
                <a:lnTo>
                  <a:pt x="1541" y="851"/>
                </a:lnTo>
                <a:lnTo>
                  <a:pt x="1540" y="851"/>
                </a:lnTo>
                <a:lnTo>
                  <a:pt x="1539" y="852"/>
                </a:lnTo>
                <a:lnTo>
                  <a:pt x="1538" y="852"/>
                </a:lnTo>
                <a:lnTo>
                  <a:pt x="1537" y="852"/>
                </a:lnTo>
                <a:lnTo>
                  <a:pt x="1536" y="852"/>
                </a:lnTo>
                <a:lnTo>
                  <a:pt x="1536" y="853"/>
                </a:lnTo>
                <a:lnTo>
                  <a:pt x="1535" y="853"/>
                </a:lnTo>
                <a:lnTo>
                  <a:pt x="1534" y="853"/>
                </a:lnTo>
                <a:lnTo>
                  <a:pt x="1534" y="854"/>
                </a:lnTo>
                <a:lnTo>
                  <a:pt x="1533" y="854"/>
                </a:lnTo>
                <a:lnTo>
                  <a:pt x="1533" y="855"/>
                </a:lnTo>
                <a:lnTo>
                  <a:pt x="1532" y="855"/>
                </a:lnTo>
                <a:lnTo>
                  <a:pt x="1532" y="856"/>
                </a:lnTo>
                <a:lnTo>
                  <a:pt x="1531" y="857"/>
                </a:lnTo>
                <a:lnTo>
                  <a:pt x="1531" y="858"/>
                </a:lnTo>
                <a:lnTo>
                  <a:pt x="1531" y="859"/>
                </a:lnTo>
                <a:lnTo>
                  <a:pt x="1531" y="860"/>
                </a:lnTo>
                <a:lnTo>
                  <a:pt x="1530" y="860"/>
                </a:lnTo>
                <a:lnTo>
                  <a:pt x="1530" y="861"/>
                </a:lnTo>
                <a:lnTo>
                  <a:pt x="1530" y="862"/>
                </a:lnTo>
                <a:lnTo>
                  <a:pt x="1529" y="862"/>
                </a:lnTo>
                <a:lnTo>
                  <a:pt x="1530" y="862"/>
                </a:lnTo>
                <a:lnTo>
                  <a:pt x="1530" y="863"/>
                </a:lnTo>
                <a:lnTo>
                  <a:pt x="1529" y="864"/>
                </a:lnTo>
                <a:lnTo>
                  <a:pt x="1529" y="865"/>
                </a:lnTo>
                <a:lnTo>
                  <a:pt x="1528" y="866"/>
                </a:lnTo>
                <a:lnTo>
                  <a:pt x="1527" y="866"/>
                </a:lnTo>
                <a:lnTo>
                  <a:pt x="1527" y="867"/>
                </a:lnTo>
                <a:lnTo>
                  <a:pt x="1526" y="867"/>
                </a:lnTo>
                <a:lnTo>
                  <a:pt x="1526" y="868"/>
                </a:lnTo>
                <a:lnTo>
                  <a:pt x="1525" y="868"/>
                </a:lnTo>
                <a:lnTo>
                  <a:pt x="1525" y="869"/>
                </a:lnTo>
                <a:lnTo>
                  <a:pt x="1524" y="869"/>
                </a:lnTo>
                <a:lnTo>
                  <a:pt x="1524" y="870"/>
                </a:lnTo>
                <a:lnTo>
                  <a:pt x="1523" y="871"/>
                </a:lnTo>
                <a:lnTo>
                  <a:pt x="1523" y="872"/>
                </a:lnTo>
                <a:lnTo>
                  <a:pt x="1522" y="872"/>
                </a:lnTo>
                <a:lnTo>
                  <a:pt x="1522" y="873"/>
                </a:lnTo>
                <a:lnTo>
                  <a:pt x="1522" y="874"/>
                </a:lnTo>
                <a:lnTo>
                  <a:pt x="1521" y="874"/>
                </a:lnTo>
                <a:lnTo>
                  <a:pt x="1521" y="875"/>
                </a:lnTo>
                <a:lnTo>
                  <a:pt x="1520" y="876"/>
                </a:lnTo>
                <a:lnTo>
                  <a:pt x="1520" y="877"/>
                </a:lnTo>
                <a:lnTo>
                  <a:pt x="1519" y="877"/>
                </a:lnTo>
                <a:lnTo>
                  <a:pt x="1518" y="877"/>
                </a:lnTo>
                <a:lnTo>
                  <a:pt x="1518" y="878"/>
                </a:lnTo>
                <a:lnTo>
                  <a:pt x="1517" y="878"/>
                </a:lnTo>
                <a:lnTo>
                  <a:pt x="1516" y="879"/>
                </a:lnTo>
                <a:lnTo>
                  <a:pt x="1515" y="879"/>
                </a:lnTo>
                <a:lnTo>
                  <a:pt x="1514" y="879"/>
                </a:lnTo>
                <a:lnTo>
                  <a:pt x="1513" y="880"/>
                </a:lnTo>
                <a:lnTo>
                  <a:pt x="1512" y="880"/>
                </a:lnTo>
                <a:lnTo>
                  <a:pt x="1512" y="881"/>
                </a:lnTo>
                <a:lnTo>
                  <a:pt x="1511" y="881"/>
                </a:lnTo>
                <a:lnTo>
                  <a:pt x="1510" y="881"/>
                </a:lnTo>
                <a:lnTo>
                  <a:pt x="1509" y="882"/>
                </a:lnTo>
                <a:lnTo>
                  <a:pt x="1507" y="883"/>
                </a:lnTo>
                <a:lnTo>
                  <a:pt x="1506" y="884"/>
                </a:lnTo>
                <a:lnTo>
                  <a:pt x="1505" y="884"/>
                </a:lnTo>
                <a:lnTo>
                  <a:pt x="1504" y="885"/>
                </a:lnTo>
                <a:lnTo>
                  <a:pt x="1503" y="885"/>
                </a:lnTo>
                <a:lnTo>
                  <a:pt x="1502" y="885"/>
                </a:lnTo>
                <a:lnTo>
                  <a:pt x="1502" y="886"/>
                </a:lnTo>
                <a:lnTo>
                  <a:pt x="1501" y="886"/>
                </a:lnTo>
                <a:lnTo>
                  <a:pt x="1500" y="886"/>
                </a:lnTo>
                <a:lnTo>
                  <a:pt x="1499" y="886"/>
                </a:lnTo>
                <a:lnTo>
                  <a:pt x="1498" y="886"/>
                </a:lnTo>
                <a:lnTo>
                  <a:pt x="1498" y="887"/>
                </a:lnTo>
                <a:lnTo>
                  <a:pt x="1497" y="887"/>
                </a:lnTo>
                <a:lnTo>
                  <a:pt x="1497" y="888"/>
                </a:lnTo>
                <a:lnTo>
                  <a:pt x="1496" y="888"/>
                </a:lnTo>
                <a:lnTo>
                  <a:pt x="1495" y="888"/>
                </a:lnTo>
                <a:lnTo>
                  <a:pt x="1495" y="889"/>
                </a:lnTo>
                <a:lnTo>
                  <a:pt x="1494" y="889"/>
                </a:lnTo>
                <a:lnTo>
                  <a:pt x="1493" y="889"/>
                </a:lnTo>
                <a:lnTo>
                  <a:pt x="1492" y="889"/>
                </a:lnTo>
                <a:lnTo>
                  <a:pt x="1491" y="889"/>
                </a:lnTo>
                <a:lnTo>
                  <a:pt x="1490" y="889"/>
                </a:lnTo>
                <a:lnTo>
                  <a:pt x="1490" y="890"/>
                </a:lnTo>
                <a:lnTo>
                  <a:pt x="1490" y="891"/>
                </a:lnTo>
                <a:lnTo>
                  <a:pt x="1489" y="891"/>
                </a:lnTo>
                <a:lnTo>
                  <a:pt x="1488" y="891"/>
                </a:lnTo>
                <a:lnTo>
                  <a:pt x="1486" y="891"/>
                </a:lnTo>
                <a:lnTo>
                  <a:pt x="1485" y="891"/>
                </a:lnTo>
                <a:lnTo>
                  <a:pt x="1485" y="890"/>
                </a:lnTo>
                <a:lnTo>
                  <a:pt x="1484" y="890"/>
                </a:lnTo>
                <a:lnTo>
                  <a:pt x="1482" y="890"/>
                </a:lnTo>
                <a:lnTo>
                  <a:pt x="1481" y="891"/>
                </a:lnTo>
                <a:lnTo>
                  <a:pt x="1479" y="891"/>
                </a:lnTo>
                <a:lnTo>
                  <a:pt x="1478" y="892"/>
                </a:lnTo>
                <a:lnTo>
                  <a:pt x="1477" y="892"/>
                </a:lnTo>
                <a:lnTo>
                  <a:pt x="1476" y="891"/>
                </a:lnTo>
                <a:lnTo>
                  <a:pt x="1475" y="891"/>
                </a:lnTo>
                <a:lnTo>
                  <a:pt x="1475" y="890"/>
                </a:lnTo>
                <a:lnTo>
                  <a:pt x="1475" y="889"/>
                </a:lnTo>
                <a:lnTo>
                  <a:pt x="1474" y="889"/>
                </a:lnTo>
                <a:lnTo>
                  <a:pt x="1473" y="889"/>
                </a:lnTo>
                <a:lnTo>
                  <a:pt x="1472" y="889"/>
                </a:lnTo>
                <a:lnTo>
                  <a:pt x="1471" y="889"/>
                </a:lnTo>
                <a:lnTo>
                  <a:pt x="1470" y="890"/>
                </a:lnTo>
                <a:lnTo>
                  <a:pt x="1470" y="891"/>
                </a:lnTo>
                <a:lnTo>
                  <a:pt x="1469" y="892"/>
                </a:lnTo>
                <a:lnTo>
                  <a:pt x="1468" y="892"/>
                </a:lnTo>
                <a:lnTo>
                  <a:pt x="1467" y="893"/>
                </a:lnTo>
                <a:lnTo>
                  <a:pt x="1466" y="893"/>
                </a:lnTo>
                <a:lnTo>
                  <a:pt x="1465" y="893"/>
                </a:lnTo>
                <a:lnTo>
                  <a:pt x="1464" y="893"/>
                </a:lnTo>
                <a:lnTo>
                  <a:pt x="1463" y="893"/>
                </a:lnTo>
                <a:lnTo>
                  <a:pt x="1463" y="894"/>
                </a:lnTo>
                <a:lnTo>
                  <a:pt x="1462" y="894"/>
                </a:lnTo>
                <a:lnTo>
                  <a:pt x="1461" y="894"/>
                </a:lnTo>
                <a:lnTo>
                  <a:pt x="1461" y="895"/>
                </a:lnTo>
                <a:lnTo>
                  <a:pt x="1460" y="895"/>
                </a:lnTo>
                <a:lnTo>
                  <a:pt x="1459" y="895"/>
                </a:lnTo>
                <a:lnTo>
                  <a:pt x="1459" y="896"/>
                </a:lnTo>
                <a:lnTo>
                  <a:pt x="1458" y="897"/>
                </a:lnTo>
                <a:lnTo>
                  <a:pt x="1457" y="897"/>
                </a:lnTo>
                <a:lnTo>
                  <a:pt x="1456" y="897"/>
                </a:lnTo>
                <a:lnTo>
                  <a:pt x="1456" y="898"/>
                </a:lnTo>
                <a:lnTo>
                  <a:pt x="1455" y="898"/>
                </a:lnTo>
                <a:lnTo>
                  <a:pt x="1453" y="898"/>
                </a:lnTo>
                <a:lnTo>
                  <a:pt x="1452" y="898"/>
                </a:lnTo>
                <a:lnTo>
                  <a:pt x="1451" y="898"/>
                </a:lnTo>
                <a:lnTo>
                  <a:pt x="1451" y="899"/>
                </a:lnTo>
                <a:lnTo>
                  <a:pt x="1450" y="899"/>
                </a:lnTo>
                <a:lnTo>
                  <a:pt x="1450" y="900"/>
                </a:lnTo>
                <a:lnTo>
                  <a:pt x="1451" y="900"/>
                </a:lnTo>
                <a:lnTo>
                  <a:pt x="1451" y="901"/>
                </a:lnTo>
                <a:lnTo>
                  <a:pt x="1450" y="901"/>
                </a:lnTo>
                <a:lnTo>
                  <a:pt x="1450" y="902"/>
                </a:lnTo>
                <a:lnTo>
                  <a:pt x="1449" y="902"/>
                </a:lnTo>
                <a:lnTo>
                  <a:pt x="1448" y="902"/>
                </a:lnTo>
                <a:lnTo>
                  <a:pt x="1448" y="903"/>
                </a:lnTo>
                <a:lnTo>
                  <a:pt x="1447" y="903"/>
                </a:lnTo>
                <a:lnTo>
                  <a:pt x="1447" y="904"/>
                </a:lnTo>
                <a:lnTo>
                  <a:pt x="1446" y="905"/>
                </a:lnTo>
                <a:lnTo>
                  <a:pt x="1445" y="906"/>
                </a:lnTo>
                <a:lnTo>
                  <a:pt x="1445" y="907"/>
                </a:lnTo>
                <a:lnTo>
                  <a:pt x="1444" y="907"/>
                </a:lnTo>
                <a:lnTo>
                  <a:pt x="1444" y="908"/>
                </a:lnTo>
                <a:lnTo>
                  <a:pt x="1443" y="908"/>
                </a:lnTo>
                <a:lnTo>
                  <a:pt x="1442" y="908"/>
                </a:lnTo>
                <a:lnTo>
                  <a:pt x="1442" y="909"/>
                </a:lnTo>
                <a:lnTo>
                  <a:pt x="1441" y="909"/>
                </a:lnTo>
                <a:lnTo>
                  <a:pt x="1440" y="909"/>
                </a:lnTo>
                <a:lnTo>
                  <a:pt x="1439" y="909"/>
                </a:lnTo>
                <a:lnTo>
                  <a:pt x="1439" y="910"/>
                </a:lnTo>
                <a:lnTo>
                  <a:pt x="1438" y="910"/>
                </a:lnTo>
                <a:lnTo>
                  <a:pt x="1437" y="910"/>
                </a:lnTo>
                <a:lnTo>
                  <a:pt x="1436" y="911"/>
                </a:lnTo>
                <a:lnTo>
                  <a:pt x="1435" y="911"/>
                </a:lnTo>
                <a:lnTo>
                  <a:pt x="1434" y="912"/>
                </a:lnTo>
                <a:lnTo>
                  <a:pt x="1433" y="912"/>
                </a:lnTo>
                <a:lnTo>
                  <a:pt x="1431" y="914"/>
                </a:lnTo>
                <a:lnTo>
                  <a:pt x="1430" y="915"/>
                </a:lnTo>
                <a:lnTo>
                  <a:pt x="1429" y="916"/>
                </a:lnTo>
                <a:lnTo>
                  <a:pt x="1428" y="916"/>
                </a:lnTo>
                <a:lnTo>
                  <a:pt x="1428" y="917"/>
                </a:lnTo>
                <a:lnTo>
                  <a:pt x="1427" y="917"/>
                </a:lnTo>
                <a:lnTo>
                  <a:pt x="1426" y="917"/>
                </a:lnTo>
                <a:lnTo>
                  <a:pt x="1426" y="918"/>
                </a:lnTo>
                <a:lnTo>
                  <a:pt x="1425" y="918"/>
                </a:lnTo>
                <a:lnTo>
                  <a:pt x="1425" y="919"/>
                </a:lnTo>
                <a:lnTo>
                  <a:pt x="1423" y="921"/>
                </a:lnTo>
                <a:lnTo>
                  <a:pt x="1422" y="922"/>
                </a:lnTo>
                <a:lnTo>
                  <a:pt x="1422" y="923"/>
                </a:lnTo>
                <a:lnTo>
                  <a:pt x="1421" y="923"/>
                </a:lnTo>
                <a:lnTo>
                  <a:pt x="1420" y="924"/>
                </a:lnTo>
                <a:lnTo>
                  <a:pt x="1419" y="925"/>
                </a:lnTo>
                <a:lnTo>
                  <a:pt x="1418" y="925"/>
                </a:lnTo>
                <a:lnTo>
                  <a:pt x="1418" y="926"/>
                </a:lnTo>
                <a:lnTo>
                  <a:pt x="1417" y="926"/>
                </a:lnTo>
                <a:lnTo>
                  <a:pt x="1417" y="927"/>
                </a:lnTo>
                <a:lnTo>
                  <a:pt x="1416" y="927"/>
                </a:lnTo>
                <a:lnTo>
                  <a:pt x="1416" y="928"/>
                </a:lnTo>
                <a:lnTo>
                  <a:pt x="1414" y="929"/>
                </a:lnTo>
                <a:lnTo>
                  <a:pt x="1413" y="930"/>
                </a:lnTo>
                <a:lnTo>
                  <a:pt x="1413" y="931"/>
                </a:lnTo>
                <a:lnTo>
                  <a:pt x="1412" y="931"/>
                </a:lnTo>
                <a:lnTo>
                  <a:pt x="1412" y="932"/>
                </a:lnTo>
                <a:lnTo>
                  <a:pt x="1411" y="932"/>
                </a:lnTo>
                <a:lnTo>
                  <a:pt x="1411" y="933"/>
                </a:lnTo>
                <a:lnTo>
                  <a:pt x="1409" y="935"/>
                </a:lnTo>
                <a:lnTo>
                  <a:pt x="1408" y="936"/>
                </a:lnTo>
                <a:lnTo>
                  <a:pt x="1408" y="937"/>
                </a:lnTo>
                <a:lnTo>
                  <a:pt x="1407" y="937"/>
                </a:lnTo>
                <a:lnTo>
                  <a:pt x="1407" y="938"/>
                </a:lnTo>
                <a:lnTo>
                  <a:pt x="1406" y="938"/>
                </a:lnTo>
                <a:lnTo>
                  <a:pt x="1406" y="939"/>
                </a:lnTo>
                <a:lnTo>
                  <a:pt x="1405" y="940"/>
                </a:lnTo>
                <a:lnTo>
                  <a:pt x="1405" y="941"/>
                </a:lnTo>
                <a:lnTo>
                  <a:pt x="1404" y="941"/>
                </a:lnTo>
                <a:lnTo>
                  <a:pt x="1404" y="942"/>
                </a:lnTo>
                <a:lnTo>
                  <a:pt x="1402" y="943"/>
                </a:lnTo>
                <a:lnTo>
                  <a:pt x="1402" y="944"/>
                </a:lnTo>
                <a:lnTo>
                  <a:pt x="1400" y="945"/>
                </a:lnTo>
                <a:lnTo>
                  <a:pt x="1400" y="946"/>
                </a:lnTo>
                <a:lnTo>
                  <a:pt x="1399" y="947"/>
                </a:lnTo>
                <a:lnTo>
                  <a:pt x="1399" y="948"/>
                </a:lnTo>
                <a:lnTo>
                  <a:pt x="1398" y="948"/>
                </a:lnTo>
                <a:lnTo>
                  <a:pt x="1398" y="949"/>
                </a:lnTo>
                <a:lnTo>
                  <a:pt x="1397" y="950"/>
                </a:lnTo>
                <a:lnTo>
                  <a:pt x="1396" y="951"/>
                </a:lnTo>
                <a:lnTo>
                  <a:pt x="1395" y="953"/>
                </a:lnTo>
                <a:lnTo>
                  <a:pt x="1394" y="954"/>
                </a:lnTo>
                <a:lnTo>
                  <a:pt x="1393" y="955"/>
                </a:lnTo>
                <a:lnTo>
                  <a:pt x="1393" y="956"/>
                </a:lnTo>
                <a:lnTo>
                  <a:pt x="1393" y="957"/>
                </a:lnTo>
                <a:lnTo>
                  <a:pt x="1394" y="958"/>
                </a:lnTo>
                <a:lnTo>
                  <a:pt x="1394" y="959"/>
                </a:lnTo>
                <a:lnTo>
                  <a:pt x="1394" y="960"/>
                </a:lnTo>
                <a:lnTo>
                  <a:pt x="1394" y="961"/>
                </a:lnTo>
                <a:lnTo>
                  <a:pt x="1394" y="962"/>
                </a:lnTo>
                <a:lnTo>
                  <a:pt x="1394" y="963"/>
                </a:lnTo>
                <a:lnTo>
                  <a:pt x="1393" y="964"/>
                </a:lnTo>
                <a:lnTo>
                  <a:pt x="1393" y="965"/>
                </a:lnTo>
                <a:lnTo>
                  <a:pt x="1393" y="966"/>
                </a:lnTo>
                <a:lnTo>
                  <a:pt x="1392" y="967"/>
                </a:lnTo>
                <a:lnTo>
                  <a:pt x="1392" y="968"/>
                </a:lnTo>
                <a:lnTo>
                  <a:pt x="1391" y="969"/>
                </a:lnTo>
                <a:lnTo>
                  <a:pt x="1390" y="969"/>
                </a:lnTo>
                <a:lnTo>
                  <a:pt x="1389" y="969"/>
                </a:lnTo>
                <a:lnTo>
                  <a:pt x="1388" y="969"/>
                </a:lnTo>
                <a:lnTo>
                  <a:pt x="1387" y="969"/>
                </a:lnTo>
                <a:lnTo>
                  <a:pt x="1387" y="970"/>
                </a:lnTo>
                <a:lnTo>
                  <a:pt x="1386" y="970"/>
                </a:lnTo>
                <a:lnTo>
                  <a:pt x="1385" y="970"/>
                </a:lnTo>
                <a:lnTo>
                  <a:pt x="1384" y="970"/>
                </a:lnTo>
                <a:lnTo>
                  <a:pt x="1383" y="970"/>
                </a:lnTo>
                <a:lnTo>
                  <a:pt x="1382" y="971"/>
                </a:lnTo>
                <a:lnTo>
                  <a:pt x="1381" y="971"/>
                </a:lnTo>
                <a:lnTo>
                  <a:pt x="1381" y="972"/>
                </a:lnTo>
                <a:lnTo>
                  <a:pt x="1380" y="972"/>
                </a:lnTo>
                <a:lnTo>
                  <a:pt x="1380" y="973"/>
                </a:lnTo>
                <a:lnTo>
                  <a:pt x="1379" y="973"/>
                </a:lnTo>
                <a:lnTo>
                  <a:pt x="1378" y="973"/>
                </a:lnTo>
                <a:lnTo>
                  <a:pt x="1378" y="974"/>
                </a:lnTo>
                <a:lnTo>
                  <a:pt x="1377" y="974"/>
                </a:lnTo>
                <a:lnTo>
                  <a:pt x="1376" y="975"/>
                </a:lnTo>
                <a:lnTo>
                  <a:pt x="1375" y="975"/>
                </a:lnTo>
                <a:lnTo>
                  <a:pt x="1374" y="975"/>
                </a:lnTo>
                <a:lnTo>
                  <a:pt x="1373" y="976"/>
                </a:lnTo>
                <a:lnTo>
                  <a:pt x="1372" y="976"/>
                </a:lnTo>
                <a:lnTo>
                  <a:pt x="1371" y="976"/>
                </a:lnTo>
                <a:lnTo>
                  <a:pt x="1370" y="977"/>
                </a:lnTo>
                <a:lnTo>
                  <a:pt x="1369" y="977"/>
                </a:lnTo>
                <a:lnTo>
                  <a:pt x="1368" y="977"/>
                </a:lnTo>
                <a:lnTo>
                  <a:pt x="1367" y="977"/>
                </a:lnTo>
                <a:lnTo>
                  <a:pt x="1366" y="977"/>
                </a:lnTo>
                <a:lnTo>
                  <a:pt x="1366" y="978"/>
                </a:lnTo>
                <a:lnTo>
                  <a:pt x="1365" y="978"/>
                </a:lnTo>
                <a:lnTo>
                  <a:pt x="1364" y="978"/>
                </a:lnTo>
                <a:lnTo>
                  <a:pt x="1363" y="978"/>
                </a:lnTo>
                <a:lnTo>
                  <a:pt x="1362" y="978"/>
                </a:lnTo>
                <a:lnTo>
                  <a:pt x="1360" y="978"/>
                </a:lnTo>
                <a:lnTo>
                  <a:pt x="1359" y="978"/>
                </a:lnTo>
                <a:lnTo>
                  <a:pt x="1359" y="979"/>
                </a:lnTo>
                <a:lnTo>
                  <a:pt x="1356" y="979"/>
                </a:lnTo>
                <a:lnTo>
                  <a:pt x="1354" y="979"/>
                </a:lnTo>
                <a:lnTo>
                  <a:pt x="1352" y="979"/>
                </a:lnTo>
                <a:lnTo>
                  <a:pt x="1352" y="978"/>
                </a:lnTo>
                <a:lnTo>
                  <a:pt x="1351" y="978"/>
                </a:lnTo>
                <a:lnTo>
                  <a:pt x="1350" y="979"/>
                </a:lnTo>
                <a:lnTo>
                  <a:pt x="1349" y="979"/>
                </a:lnTo>
                <a:lnTo>
                  <a:pt x="1348" y="979"/>
                </a:lnTo>
                <a:lnTo>
                  <a:pt x="1347" y="979"/>
                </a:lnTo>
                <a:lnTo>
                  <a:pt x="1346" y="979"/>
                </a:lnTo>
                <a:lnTo>
                  <a:pt x="1345" y="979"/>
                </a:lnTo>
                <a:lnTo>
                  <a:pt x="1344" y="979"/>
                </a:lnTo>
                <a:lnTo>
                  <a:pt x="1343" y="979"/>
                </a:lnTo>
                <a:lnTo>
                  <a:pt x="1342" y="979"/>
                </a:lnTo>
                <a:lnTo>
                  <a:pt x="1341" y="980"/>
                </a:lnTo>
                <a:lnTo>
                  <a:pt x="1340" y="980"/>
                </a:lnTo>
                <a:lnTo>
                  <a:pt x="1339" y="980"/>
                </a:lnTo>
                <a:lnTo>
                  <a:pt x="1338" y="980"/>
                </a:lnTo>
                <a:lnTo>
                  <a:pt x="1337" y="980"/>
                </a:lnTo>
                <a:lnTo>
                  <a:pt x="1336" y="980"/>
                </a:lnTo>
                <a:lnTo>
                  <a:pt x="1335" y="981"/>
                </a:lnTo>
                <a:lnTo>
                  <a:pt x="1334" y="981"/>
                </a:lnTo>
                <a:lnTo>
                  <a:pt x="1333" y="981"/>
                </a:lnTo>
                <a:lnTo>
                  <a:pt x="1332" y="981"/>
                </a:lnTo>
                <a:lnTo>
                  <a:pt x="1331" y="981"/>
                </a:lnTo>
                <a:lnTo>
                  <a:pt x="1330" y="982"/>
                </a:lnTo>
                <a:lnTo>
                  <a:pt x="1329" y="982"/>
                </a:lnTo>
                <a:lnTo>
                  <a:pt x="1328" y="982"/>
                </a:lnTo>
                <a:lnTo>
                  <a:pt x="1327" y="982"/>
                </a:lnTo>
                <a:lnTo>
                  <a:pt x="1326" y="982"/>
                </a:lnTo>
                <a:lnTo>
                  <a:pt x="1325" y="982"/>
                </a:lnTo>
                <a:lnTo>
                  <a:pt x="1324" y="982"/>
                </a:lnTo>
                <a:lnTo>
                  <a:pt x="1322" y="982"/>
                </a:lnTo>
                <a:lnTo>
                  <a:pt x="1321" y="982"/>
                </a:lnTo>
                <a:lnTo>
                  <a:pt x="1320" y="981"/>
                </a:lnTo>
                <a:lnTo>
                  <a:pt x="1319" y="981"/>
                </a:lnTo>
                <a:lnTo>
                  <a:pt x="1318" y="981"/>
                </a:lnTo>
                <a:lnTo>
                  <a:pt x="1318" y="980"/>
                </a:lnTo>
                <a:lnTo>
                  <a:pt x="1317" y="980"/>
                </a:lnTo>
                <a:lnTo>
                  <a:pt x="1316" y="980"/>
                </a:lnTo>
                <a:lnTo>
                  <a:pt x="1315" y="980"/>
                </a:lnTo>
                <a:lnTo>
                  <a:pt x="1314" y="979"/>
                </a:lnTo>
                <a:lnTo>
                  <a:pt x="1312" y="979"/>
                </a:lnTo>
                <a:lnTo>
                  <a:pt x="1311" y="979"/>
                </a:lnTo>
                <a:lnTo>
                  <a:pt x="1310" y="979"/>
                </a:lnTo>
                <a:lnTo>
                  <a:pt x="1309" y="979"/>
                </a:lnTo>
                <a:lnTo>
                  <a:pt x="1308" y="979"/>
                </a:lnTo>
                <a:lnTo>
                  <a:pt x="1307" y="979"/>
                </a:lnTo>
                <a:lnTo>
                  <a:pt x="1306" y="979"/>
                </a:lnTo>
                <a:lnTo>
                  <a:pt x="1305" y="979"/>
                </a:lnTo>
                <a:lnTo>
                  <a:pt x="1304" y="979"/>
                </a:lnTo>
                <a:lnTo>
                  <a:pt x="1303" y="980"/>
                </a:lnTo>
                <a:lnTo>
                  <a:pt x="1302" y="980"/>
                </a:lnTo>
                <a:lnTo>
                  <a:pt x="1302" y="981"/>
                </a:lnTo>
                <a:lnTo>
                  <a:pt x="1301" y="981"/>
                </a:lnTo>
                <a:lnTo>
                  <a:pt x="1300" y="981"/>
                </a:lnTo>
                <a:lnTo>
                  <a:pt x="1298" y="981"/>
                </a:lnTo>
                <a:lnTo>
                  <a:pt x="1297" y="980"/>
                </a:lnTo>
                <a:lnTo>
                  <a:pt x="1296" y="980"/>
                </a:lnTo>
                <a:lnTo>
                  <a:pt x="1295" y="980"/>
                </a:lnTo>
                <a:lnTo>
                  <a:pt x="1295" y="979"/>
                </a:lnTo>
                <a:lnTo>
                  <a:pt x="1294" y="979"/>
                </a:lnTo>
                <a:lnTo>
                  <a:pt x="1293" y="979"/>
                </a:lnTo>
                <a:lnTo>
                  <a:pt x="1292" y="979"/>
                </a:lnTo>
                <a:lnTo>
                  <a:pt x="1292" y="978"/>
                </a:lnTo>
                <a:lnTo>
                  <a:pt x="1291" y="978"/>
                </a:lnTo>
                <a:lnTo>
                  <a:pt x="1291" y="977"/>
                </a:lnTo>
                <a:lnTo>
                  <a:pt x="1290" y="977"/>
                </a:lnTo>
                <a:lnTo>
                  <a:pt x="1289" y="977"/>
                </a:lnTo>
                <a:lnTo>
                  <a:pt x="1289" y="976"/>
                </a:lnTo>
                <a:lnTo>
                  <a:pt x="1288" y="976"/>
                </a:lnTo>
                <a:lnTo>
                  <a:pt x="1287" y="976"/>
                </a:lnTo>
                <a:lnTo>
                  <a:pt x="1287" y="975"/>
                </a:lnTo>
                <a:lnTo>
                  <a:pt x="1285" y="975"/>
                </a:lnTo>
                <a:lnTo>
                  <a:pt x="1284" y="976"/>
                </a:lnTo>
                <a:lnTo>
                  <a:pt x="1283" y="976"/>
                </a:lnTo>
                <a:lnTo>
                  <a:pt x="1282" y="976"/>
                </a:lnTo>
                <a:lnTo>
                  <a:pt x="1281" y="976"/>
                </a:lnTo>
                <a:lnTo>
                  <a:pt x="1280" y="976"/>
                </a:lnTo>
                <a:lnTo>
                  <a:pt x="1279" y="976"/>
                </a:lnTo>
                <a:lnTo>
                  <a:pt x="1278" y="976"/>
                </a:lnTo>
                <a:lnTo>
                  <a:pt x="1277" y="977"/>
                </a:lnTo>
                <a:lnTo>
                  <a:pt x="1276" y="977"/>
                </a:lnTo>
                <a:lnTo>
                  <a:pt x="1275" y="977"/>
                </a:lnTo>
                <a:lnTo>
                  <a:pt x="1273" y="978"/>
                </a:lnTo>
                <a:lnTo>
                  <a:pt x="1273" y="979"/>
                </a:lnTo>
                <a:lnTo>
                  <a:pt x="1272" y="979"/>
                </a:lnTo>
                <a:lnTo>
                  <a:pt x="1271" y="979"/>
                </a:lnTo>
                <a:lnTo>
                  <a:pt x="1270" y="979"/>
                </a:lnTo>
                <a:lnTo>
                  <a:pt x="1269" y="979"/>
                </a:lnTo>
                <a:lnTo>
                  <a:pt x="1269" y="980"/>
                </a:lnTo>
                <a:lnTo>
                  <a:pt x="1268" y="980"/>
                </a:lnTo>
                <a:lnTo>
                  <a:pt x="1267" y="980"/>
                </a:lnTo>
                <a:lnTo>
                  <a:pt x="1266" y="980"/>
                </a:lnTo>
                <a:lnTo>
                  <a:pt x="1265" y="980"/>
                </a:lnTo>
                <a:lnTo>
                  <a:pt x="1265" y="981"/>
                </a:lnTo>
                <a:lnTo>
                  <a:pt x="1264" y="981"/>
                </a:lnTo>
                <a:lnTo>
                  <a:pt x="1263" y="981"/>
                </a:lnTo>
                <a:lnTo>
                  <a:pt x="1262" y="981"/>
                </a:lnTo>
                <a:lnTo>
                  <a:pt x="1261" y="981"/>
                </a:lnTo>
                <a:lnTo>
                  <a:pt x="1260" y="981"/>
                </a:lnTo>
                <a:lnTo>
                  <a:pt x="1260" y="982"/>
                </a:lnTo>
                <a:lnTo>
                  <a:pt x="1259" y="982"/>
                </a:lnTo>
                <a:lnTo>
                  <a:pt x="1258" y="982"/>
                </a:lnTo>
                <a:lnTo>
                  <a:pt x="1257" y="982"/>
                </a:lnTo>
                <a:lnTo>
                  <a:pt x="1256" y="982"/>
                </a:lnTo>
                <a:lnTo>
                  <a:pt x="1255" y="983"/>
                </a:lnTo>
                <a:lnTo>
                  <a:pt x="1254" y="983"/>
                </a:lnTo>
                <a:lnTo>
                  <a:pt x="1253" y="983"/>
                </a:lnTo>
                <a:lnTo>
                  <a:pt x="1252" y="983"/>
                </a:lnTo>
                <a:lnTo>
                  <a:pt x="1251" y="983"/>
                </a:lnTo>
                <a:lnTo>
                  <a:pt x="1251" y="984"/>
                </a:lnTo>
                <a:lnTo>
                  <a:pt x="1250" y="984"/>
                </a:lnTo>
                <a:lnTo>
                  <a:pt x="1249" y="984"/>
                </a:lnTo>
                <a:lnTo>
                  <a:pt x="1248" y="985"/>
                </a:lnTo>
                <a:lnTo>
                  <a:pt x="1247" y="985"/>
                </a:lnTo>
                <a:lnTo>
                  <a:pt x="1246" y="985"/>
                </a:lnTo>
                <a:lnTo>
                  <a:pt x="1245" y="985"/>
                </a:lnTo>
                <a:lnTo>
                  <a:pt x="1244" y="985"/>
                </a:lnTo>
                <a:lnTo>
                  <a:pt x="1244" y="986"/>
                </a:lnTo>
                <a:lnTo>
                  <a:pt x="1243" y="986"/>
                </a:lnTo>
                <a:lnTo>
                  <a:pt x="1242" y="986"/>
                </a:lnTo>
                <a:lnTo>
                  <a:pt x="1240" y="986"/>
                </a:lnTo>
                <a:lnTo>
                  <a:pt x="1237" y="986"/>
                </a:lnTo>
                <a:lnTo>
                  <a:pt x="1235" y="986"/>
                </a:lnTo>
                <a:lnTo>
                  <a:pt x="1236" y="985"/>
                </a:lnTo>
                <a:lnTo>
                  <a:pt x="1236" y="984"/>
                </a:lnTo>
                <a:lnTo>
                  <a:pt x="1237" y="984"/>
                </a:lnTo>
                <a:lnTo>
                  <a:pt x="1237" y="983"/>
                </a:lnTo>
                <a:lnTo>
                  <a:pt x="1237" y="982"/>
                </a:lnTo>
                <a:lnTo>
                  <a:pt x="1237" y="981"/>
                </a:lnTo>
                <a:lnTo>
                  <a:pt x="1238" y="980"/>
                </a:lnTo>
                <a:lnTo>
                  <a:pt x="1238" y="979"/>
                </a:lnTo>
                <a:lnTo>
                  <a:pt x="1238" y="978"/>
                </a:lnTo>
                <a:lnTo>
                  <a:pt x="1238" y="977"/>
                </a:lnTo>
                <a:lnTo>
                  <a:pt x="1238" y="976"/>
                </a:lnTo>
                <a:lnTo>
                  <a:pt x="1238" y="975"/>
                </a:lnTo>
                <a:lnTo>
                  <a:pt x="1238" y="974"/>
                </a:lnTo>
                <a:lnTo>
                  <a:pt x="1238" y="973"/>
                </a:lnTo>
                <a:lnTo>
                  <a:pt x="1237" y="973"/>
                </a:lnTo>
                <a:lnTo>
                  <a:pt x="1237" y="972"/>
                </a:lnTo>
                <a:lnTo>
                  <a:pt x="1237" y="971"/>
                </a:lnTo>
                <a:lnTo>
                  <a:pt x="1236" y="970"/>
                </a:lnTo>
                <a:lnTo>
                  <a:pt x="1235" y="969"/>
                </a:lnTo>
                <a:lnTo>
                  <a:pt x="1234" y="969"/>
                </a:lnTo>
                <a:lnTo>
                  <a:pt x="1234" y="968"/>
                </a:lnTo>
                <a:lnTo>
                  <a:pt x="1235" y="968"/>
                </a:lnTo>
                <a:lnTo>
                  <a:pt x="1235" y="967"/>
                </a:lnTo>
                <a:lnTo>
                  <a:pt x="1234" y="967"/>
                </a:lnTo>
                <a:lnTo>
                  <a:pt x="1234" y="966"/>
                </a:lnTo>
                <a:lnTo>
                  <a:pt x="1234" y="967"/>
                </a:lnTo>
                <a:lnTo>
                  <a:pt x="1234" y="966"/>
                </a:lnTo>
                <a:lnTo>
                  <a:pt x="1233" y="966"/>
                </a:lnTo>
                <a:lnTo>
                  <a:pt x="1232" y="966"/>
                </a:lnTo>
                <a:lnTo>
                  <a:pt x="1231" y="966"/>
                </a:lnTo>
                <a:lnTo>
                  <a:pt x="1231" y="965"/>
                </a:lnTo>
                <a:lnTo>
                  <a:pt x="1231" y="964"/>
                </a:lnTo>
                <a:lnTo>
                  <a:pt x="1230" y="963"/>
                </a:lnTo>
                <a:lnTo>
                  <a:pt x="1230" y="962"/>
                </a:lnTo>
                <a:lnTo>
                  <a:pt x="1230" y="961"/>
                </a:lnTo>
                <a:lnTo>
                  <a:pt x="1230" y="960"/>
                </a:lnTo>
                <a:lnTo>
                  <a:pt x="1229" y="960"/>
                </a:lnTo>
                <a:lnTo>
                  <a:pt x="1230" y="960"/>
                </a:lnTo>
                <a:lnTo>
                  <a:pt x="1230" y="959"/>
                </a:lnTo>
                <a:lnTo>
                  <a:pt x="1230" y="958"/>
                </a:lnTo>
                <a:lnTo>
                  <a:pt x="1231" y="958"/>
                </a:lnTo>
                <a:lnTo>
                  <a:pt x="1231" y="957"/>
                </a:lnTo>
                <a:lnTo>
                  <a:pt x="1231" y="956"/>
                </a:lnTo>
                <a:lnTo>
                  <a:pt x="1230" y="956"/>
                </a:lnTo>
                <a:lnTo>
                  <a:pt x="1230" y="955"/>
                </a:lnTo>
                <a:lnTo>
                  <a:pt x="1231" y="955"/>
                </a:lnTo>
                <a:lnTo>
                  <a:pt x="1230" y="955"/>
                </a:lnTo>
                <a:lnTo>
                  <a:pt x="1230" y="954"/>
                </a:lnTo>
                <a:lnTo>
                  <a:pt x="1230" y="953"/>
                </a:lnTo>
                <a:lnTo>
                  <a:pt x="1231" y="953"/>
                </a:lnTo>
                <a:lnTo>
                  <a:pt x="1231" y="952"/>
                </a:lnTo>
                <a:lnTo>
                  <a:pt x="1232" y="952"/>
                </a:lnTo>
                <a:lnTo>
                  <a:pt x="1233" y="952"/>
                </a:lnTo>
                <a:lnTo>
                  <a:pt x="1233" y="951"/>
                </a:lnTo>
                <a:lnTo>
                  <a:pt x="1233" y="950"/>
                </a:lnTo>
                <a:lnTo>
                  <a:pt x="1233" y="949"/>
                </a:lnTo>
                <a:lnTo>
                  <a:pt x="1234" y="949"/>
                </a:lnTo>
                <a:lnTo>
                  <a:pt x="1234" y="948"/>
                </a:lnTo>
                <a:lnTo>
                  <a:pt x="1234" y="947"/>
                </a:lnTo>
                <a:lnTo>
                  <a:pt x="1234" y="946"/>
                </a:lnTo>
                <a:lnTo>
                  <a:pt x="1233" y="946"/>
                </a:lnTo>
                <a:lnTo>
                  <a:pt x="1233" y="945"/>
                </a:lnTo>
                <a:lnTo>
                  <a:pt x="1232" y="945"/>
                </a:lnTo>
                <a:lnTo>
                  <a:pt x="1231" y="945"/>
                </a:lnTo>
                <a:lnTo>
                  <a:pt x="1231" y="944"/>
                </a:lnTo>
                <a:lnTo>
                  <a:pt x="1232" y="944"/>
                </a:lnTo>
                <a:lnTo>
                  <a:pt x="1232" y="943"/>
                </a:lnTo>
                <a:lnTo>
                  <a:pt x="1233" y="943"/>
                </a:lnTo>
                <a:lnTo>
                  <a:pt x="1234" y="943"/>
                </a:lnTo>
                <a:lnTo>
                  <a:pt x="1235" y="943"/>
                </a:lnTo>
                <a:lnTo>
                  <a:pt x="1235" y="944"/>
                </a:lnTo>
                <a:lnTo>
                  <a:pt x="1236" y="944"/>
                </a:lnTo>
                <a:lnTo>
                  <a:pt x="1236" y="943"/>
                </a:lnTo>
                <a:lnTo>
                  <a:pt x="1236" y="944"/>
                </a:lnTo>
                <a:lnTo>
                  <a:pt x="1237" y="944"/>
                </a:lnTo>
                <a:lnTo>
                  <a:pt x="1237" y="943"/>
                </a:lnTo>
                <a:lnTo>
                  <a:pt x="1237" y="944"/>
                </a:lnTo>
                <a:lnTo>
                  <a:pt x="1237" y="943"/>
                </a:lnTo>
                <a:lnTo>
                  <a:pt x="1238" y="943"/>
                </a:lnTo>
                <a:lnTo>
                  <a:pt x="1239" y="943"/>
                </a:lnTo>
                <a:lnTo>
                  <a:pt x="1239" y="942"/>
                </a:lnTo>
                <a:lnTo>
                  <a:pt x="1238" y="942"/>
                </a:lnTo>
                <a:lnTo>
                  <a:pt x="1238" y="941"/>
                </a:lnTo>
                <a:lnTo>
                  <a:pt x="1238" y="940"/>
                </a:lnTo>
                <a:lnTo>
                  <a:pt x="1237" y="940"/>
                </a:lnTo>
                <a:lnTo>
                  <a:pt x="1237" y="939"/>
                </a:lnTo>
                <a:lnTo>
                  <a:pt x="1237" y="938"/>
                </a:lnTo>
                <a:lnTo>
                  <a:pt x="1236" y="938"/>
                </a:lnTo>
                <a:lnTo>
                  <a:pt x="1236" y="937"/>
                </a:lnTo>
                <a:lnTo>
                  <a:pt x="1236" y="936"/>
                </a:lnTo>
                <a:lnTo>
                  <a:pt x="1235" y="936"/>
                </a:lnTo>
                <a:lnTo>
                  <a:pt x="1235" y="935"/>
                </a:lnTo>
                <a:lnTo>
                  <a:pt x="1235" y="934"/>
                </a:lnTo>
                <a:lnTo>
                  <a:pt x="1234" y="934"/>
                </a:lnTo>
                <a:lnTo>
                  <a:pt x="1234" y="933"/>
                </a:lnTo>
                <a:lnTo>
                  <a:pt x="1234" y="932"/>
                </a:lnTo>
                <a:lnTo>
                  <a:pt x="1233" y="932"/>
                </a:lnTo>
                <a:lnTo>
                  <a:pt x="1233" y="931"/>
                </a:lnTo>
                <a:lnTo>
                  <a:pt x="1233" y="930"/>
                </a:lnTo>
                <a:lnTo>
                  <a:pt x="1232" y="930"/>
                </a:lnTo>
                <a:lnTo>
                  <a:pt x="1232" y="929"/>
                </a:lnTo>
                <a:lnTo>
                  <a:pt x="1232" y="928"/>
                </a:lnTo>
                <a:lnTo>
                  <a:pt x="1231" y="927"/>
                </a:lnTo>
                <a:lnTo>
                  <a:pt x="1231" y="926"/>
                </a:lnTo>
                <a:lnTo>
                  <a:pt x="1230" y="926"/>
                </a:lnTo>
                <a:lnTo>
                  <a:pt x="1229" y="926"/>
                </a:lnTo>
                <a:lnTo>
                  <a:pt x="1229" y="925"/>
                </a:lnTo>
                <a:lnTo>
                  <a:pt x="1229" y="924"/>
                </a:lnTo>
                <a:lnTo>
                  <a:pt x="1229" y="923"/>
                </a:lnTo>
                <a:lnTo>
                  <a:pt x="1229" y="922"/>
                </a:lnTo>
                <a:lnTo>
                  <a:pt x="1228" y="922"/>
                </a:lnTo>
                <a:lnTo>
                  <a:pt x="1228" y="923"/>
                </a:lnTo>
                <a:lnTo>
                  <a:pt x="1227" y="923"/>
                </a:lnTo>
                <a:lnTo>
                  <a:pt x="1227" y="924"/>
                </a:lnTo>
                <a:lnTo>
                  <a:pt x="1226" y="924"/>
                </a:lnTo>
                <a:lnTo>
                  <a:pt x="1225" y="924"/>
                </a:lnTo>
                <a:lnTo>
                  <a:pt x="1224" y="925"/>
                </a:lnTo>
                <a:lnTo>
                  <a:pt x="1223" y="926"/>
                </a:lnTo>
                <a:lnTo>
                  <a:pt x="1222" y="926"/>
                </a:lnTo>
                <a:lnTo>
                  <a:pt x="1221" y="926"/>
                </a:lnTo>
                <a:lnTo>
                  <a:pt x="1220" y="926"/>
                </a:lnTo>
                <a:lnTo>
                  <a:pt x="1219" y="925"/>
                </a:lnTo>
                <a:lnTo>
                  <a:pt x="1218" y="925"/>
                </a:lnTo>
                <a:lnTo>
                  <a:pt x="1217" y="926"/>
                </a:lnTo>
                <a:lnTo>
                  <a:pt x="1215" y="927"/>
                </a:lnTo>
                <a:lnTo>
                  <a:pt x="1214" y="927"/>
                </a:lnTo>
                <a:lnTo>
                  <a:pt x="1213" y="927"/>
                </a:lnTo>
                <a:lnTo>
                  <a:pt x="1211" y="928"/>
                </a:lnTo>
                <a:lnTo>
                  <a:pt x="1210" y="929"/>
                </a:lnTo>
                <a:lnTo>
                  <a:pt x="1209" y="929"/>
                </a:lnTo>
                <a:lnTo>
                  <a:pt x="1208" y="928"/>
                </a:lnTo>
                <a:lnTo>
                  <a:pt x="1207" y="929"/>
                </a:lnTo>
                <a:lnTo>
                  <a:pt x="1206" y="928"/>
                </a:lnTo>
                <a:lnTo>
                  <a:pt x="1207" y="928"/>
                </a:lnTo>
                <a:lnTo>
                  <a:pt x="1208" y="928"/>
                </a:lnTo>
                <a:lnTo>
                  <a:pt x="1208" y="927"/>
                </a:lnTo>
                <a:lnTo>
                  <a:pt x="1209" y="926"/>
                </a:lnTo>
                <a:lnTo>
                  <a:pt x="1208" y="926"/>
                </a:lnTo>
                <a:lnTo>
                  <a:pt x="1206" y="925"/>
                </a:lnTo>
                <a:lnTo>
                  <a:pt x="1205" y="924"/>
                </a:lnTo>
                <a:lnTo>
                  <a:pt x="1204" y="924"/>
                </a:lnTo>
                <a:lnTo>
                  <a:pt x="1203" y="923"/>
                </a:lnTo>
                <a:lnTo>
                  <a:pt x="1202" y="922"/>
                </a:lnTo>
                <a:lnTo>
                  <a:pt x="1201" y="922"/>
                </a:lnTo>
                <a:lnTo>
                  <a:pt x="1200" y="922"/>
                </a:lnTo>
                <a:lnTo>
                  <a:pt x="1199" y="922"/>
                </a:lnTo>
                <a:lnTo>
                  <a:pt x="1198" y="922"/>
                </a:lnTo>
                <a:lnTo>
                  <a:pt x="1198" y="921"/>
                </a:lnTo>
                <a:lnTo>
                  <a:pt x="1197" y="921"/>
                </a:lnTo>
                <a:lnTo>
                  <a:pt x="1197" y="920"/>
                </a:lnTo>
                <a:lnTo>
                  <a:pt x="1196" y="919"/>
                </a:lnTo>
                <a:lnTo>
                  <a:pt x="1195" y="919"/>
                </a:lnTo>
                <a:lnTo>
                  <a:pt x="1194" y="919"/>
                </a:lnTo>
                <a:lnTo>
                  <a:pt x="1194" y="918"/>
                </a:lnTo>
                <a:lnTo>
                  <a:pt x="1193" y="918"/>
                </a:lnTo>
                <a:lnTo>
                  <a:pt x="1193" y="917"/>
                </a:lnTo>
                <a:lnTo>
                  <a:pt x="1192" y="916"/>
                </a:lnTo>
                <a:lnTo>
                  <a:pt x="1191" y="916"/>
                </a:lnTo>
                <a:lnTo>
                  <a:pt x="1191" y="915"/>
                </a:lnTo>
                <a:lnTo>
                  <a:pt x="1190" y="915"/>
                </a:lnTo>
                <a:lnTo>
                  <a:pt x="1190" y="914"/>
                </a:lnTo>
                <a:lnTo>
                  <a:pt x="1190" y="913"/>
                </a:lnTo>
                <a:lnTo>
                  <a:pt x="1189" y="913"/>
                </a:lnTo>
                <a:lnTo>
                  <a:pt x="1189" y="912"/>
                </a:lnTo>
                <a:lnTo>
                  <a:pt x="1188" y="912"/>
                </a:lnTo>
                <a:lnTo>
                  <a:pt x="1189" y="911"/>
                </a:lnTo>
                <a:lnTo>
                  <a:pt x="1189" y="910"/>
                </a:lnTo>
                <a:lnTo>
                  <a:pt x="1190" y="909"/>
                </a:lnTo>
                <a:lnTo>
                  <a:pt x="1189" y="908"/>
                </a:lnTo>
                <a:lnTo>
                  <a:pt x="1188" y="908"/>
                </a:lnTo>
                <a:lnTo>
                  <a:pt x="1188" y="907"/>
                </a:lnTo>
                <a:lnTo>
                  <a:pt x="1188" y="906"/>
                </a:lnTo>
                <a:lnTo>
                  <a:pt x="1189" y="905"/>
                </a:lnTo>
                <a:lnTo>
                  <a:pt x="1189" y="904"/>
                </a:lnTo>
                <a:lnTo>
                  <a:pt x="1190" y="903"/>
                </a:lnTo>
                <a:lnTo>
                  <a:pt x="1191" y="902"/>
                </a:lnTo>
                <a:lnTo>
                  <a:pt x="1191" y="901"/>
                </a:lnTo>
                <a:lnTo>
                  <a:pt x="1192" y="901"/>
                </a:lnTo>
                <a:lnTo>
                  <a:pt x="1193" y="901"/>
                </a:lnTo>
                <a:lnTo>
                  <a:pt x="1193" y="900"/>
                </a:lnTo>
                <a:lnTo>
                  <a:pt x="1194" y="900"/>
                </a:lnTo>
                <a:lnTo>
                  <a:pt x="1194" y="899"/>
                </a:lnTo>
                <a:lnTo>
                  <a:pt x="1194" y="898"/>
                </a:lnTo>
                <a:lnTo>
                  <a:pt x="1194" y="897"/>
                </a:lnTo>
                <a:lnTo>
                  <a:pt x="1195" y="897"/>
                </a:lnTo>
                <a:lnTo>
                  <a:pt x="1195" y="896"/>
                </a:lnTo>
                <a:lnTo>
                  <a:pt x="1195" y="895"/>
                </a:lnTo>
                <a:lnTo>
                  <a:pt x="1194" y="895"/>
                </a:lnTo>
                <a:lnTo>
                  <a:pt x="1195" y="895"/>
                </a:lnTo>
                <a:lnTo>
                  <a:pt x="1195" y="894"/>
                </a:lnTo>
                <a:lnTo>
                  <a:pt x="1195" y="893"/>
                </a:lnTo>
                <a:lnTo>
                  <a:pt x="1195" y="892"/>
                </a:lnTo>
                <a:lnTo>
                  <a:pt x="1195" y="891"/>
                </a:lnTo>
                <a:lnTo>
                  <a:pt x="1195" y="890"/>
                </a:lnTo>
                <a:lnTo>
                  <a:pt x="1194" y="890"/>
                </a:lnTo>
                <a:lnTo>
                  <a:pt x="1194" y="889"/>
                </a:lnTo>
                <a:lnTo>
                  <a:pt x="1194" y="888"/>
                </a:lnTo>
                <a:lnTo>
                  <a:pt x="1193" y="888"/>
                </a:lnTo>
                <a:lnTo>
                  <a:pt x="1193" y="887"/>
                </a:lnTo>
                <a:lnTo>
                  <a:pt x="1192" y="887"/>
                </a:lnTo>
                <a:lnTo>
                  <a:pt x="1191" y="887"/>
                </a:lnTo>
                <a:lnTo>
                  <a:pt x="1190" y="887"/>
                </a:lnTo>
                <a:lnTo>
                  <a:pt x="1190" y="888"/>
                </a:lnTo>
                <a:lnTo>
                  <a:pt x="1189" y="888"/>
                </a:lnTo>
                <a:lnTo>
                  <a:pt x="1189" y="887"/>
                </a:lnTo>
                <a:lnTo>
                  <a:pt x="1189" y="888"/>
                </a:lnTo>
                <a:lnTo>
                  <a:pt x="1188" y="888"/>
                </a:lnTo>
                <a:lnTo>
                  <a:pt x="1188" y="887"/>
                </a:lnTo>
                <a:lnTo>
                  <a:pt x="1187" y="887"/>
                </a:lnTo>
                <a:lnTo>
                  <a:pt x="1186" y="887"/>
                </a:lnTo>
                <a:lnTo>
                  <a:pt x="1186" y="886"/>
                </a:lnTo>
                <a:lnTo>
                  <a:pt x="1186" y="885"/>
                </a:lnTo>
                <a:lnTo>
                  <a:pt x="1187" y="885"/>
                </a:lnTo>
                <a:lnTo>
                  <a:pt x="1187" y="884"/>
                </a:lnTo>
                <a:lnTo>
                  <a:pt x="1187" y="883"/>
                </a:lnTo>
                <a:lnTo>
                  <a:pt x="1188" y="883"/>
                </a:lnTo>
                <a:lnTo>
                  <a:pt x="1189" y="883"/>
                </a:lnTo>
                <a:lnTo>
                  <a:pt x="1190" y="883"/>
                </a:lnTo>
                <a:lnTo>
                  <a:pt x="1191" y="884"/>
                </a:lnTo>
                <a:lnTo>
                  <a:pt x="1191" y="883"/>
                </a:lnTo>
                <a:lnTo>
                  <a:pt x="1192" y="883"/>
                </a:lnTo>
                <a:lnTo>
                  <a:pt x="1193" y="883"/>
                </a:lnTo>
                <a:lnTo>
                  <a:pt x="1193" y="882"/>
                </a:lnTo>
                <a:lnTo>
                  <a:pt x="1193" y="881"/>
                </a:lnTo>
                <a:lnTo>
                  <a:pt x="1193" y="880"/>
                </a:lnTo>
                <a:lnTo>
                  <a:pt x="1192" y="880"/>
                </a:lnTo>
                <a:lnTo>
                  <a:pt x="1192" y="879"/>
                </a:lnTo>
                <a:lnTo>
                  <a:pt x="1191" y="879"/>
                </a:lnTo>
                <a:lnTo>
                  <a:pt x="1191" y="878"/>
                </a:lnTo>
                <a:lnTo>
                  <a:pt x="1190" y="878"/>
                </a:lnTo>
                <a:lnTo>
                  <a:pt x="1190" y="879"/>
                </a:lnTo>
                <a:lnTo>
                  <a:pt x="1189" y="878"/>
                </a:lnTo>
                <a:lnTo>
                  <a:pt x="1189" y="879"/>
                </a:lnTo>
                <a:lnTo>
                  <a:pt x="1188" y="879"/>
                </a:lnTo>
                <a:lnTo>
                  <a:pt x="1187" y="879"/>
                </a:lnTo>
                <a:lnTo>
                  <a:pt x="1187" y="878"/>
                </a:lnTo>
                <a:lnTo>
                  <a:pt x="1187" y="877"/>
                </a:lnTo>
                <a:lnTo>
                  <a:pt x="1186" y="877"/>
                </a:lnTo>
                <a:lnTo>
                  <a:pt x="1185" y="877"/>
                </a:lnTo>
                <a:lnTo>
                  <a:pt x="1184" y="876"/>
                </a:lnTo>
                <a:lnTo>
                  <a:pt x="1183" y="876"/>
                </a:lnTo>
                <a:lnTo>
                  <a:pt x="1183" y="875"/>
                </a:lnTo>
                <a:lnTo>
                  <a:pt x="1182" y="875"/>
                </a:lnTo>
                <a:lnTo>
                  <a:pt x="1181" y="875"/>
                </a:lnTo>
                <a:lnTo>
                  <a:pt x="1181" y="874"/>
                </a:lnTo>
                <a:lnTo>
                  <a:pt x="1181" y="873"/>
                </a:lnTo>
                <a:lnTo>
                  <a:pt x="1182" y="872"/>
                </a:lnTo>
                <a:lnTo>
                  <a:pt x="1181" y="872"/>
                </a:lnTo>
                <a:lnTo>
                  <a:pt x="1181" y="871"/>
                </a:lnTo>
                <a:lnTo>
                  <a:pt x="1180" y="871"/>
                </a:lnTo>
                <a:lnTo>
                  <a:pt x="1180" y="870"/>
                </a:lnTo>
                <a:lnTo>
                  <a:pt x="1179" y="869"/>
                </a:lnTo>
                <a:lnTo>
                  <a:pt x="1179" y="868"/>
                </a:lnTo>
                <a:lnTo>
                  <a:pt x="1178" y="868"/>
                </a:lnTo>
                <a:lnTo>
                  <a:pt x="1177" y="868"/>
                </a:lnTo>
                <a:lnTo>
                  <a:pt x="1177" y="869"/>
                </a:lnTo>
                <a:lnTo>
                  <a:pt x="1176" y="869"/>
                </a:lnTo>
                <a:lnTo>
                  <a:pt x="1176" y="868"/>
                </a:lnTo>
                <a:lnTo>
                  <a:pt x="1176" y="867"/>
                </a:lnTo>
                <a:lnTo>
                  <a:pt x="1175" y="867"/>
                </a:lnTo>
                <a:lnTo>
                  <a:pt x="1174" y="867"/>
                </a:lnTo>
                <a:lnTo>
                  <a:pt x="1174" y="866"/>
                </a:lnTo>
                <a:lnTo>
                  <a:pt x="1173" y="866"/>
                </a:lnTo>
                <a:lnTo>
                  <a:pt x="1172" y="866"/>
                </a:lnTo>
                <a:lnTo>
                  <a:pt x="1172" y="865"/>
                </a:lnTo>
                <a:lnTo>
                  <a:pt x="1171" y="865"/>
                </a:lnTo>
                <a:lnTo>
                  <a:pt x="1170" y="865"/>
                </a:lnTo>
                <a:lnTo>
                  <a:pt x="1170" y="864"/>
                </a:lnTo>
                <a:lnTo>
                  <a:pt x="1168" y="864"/>
                </a:lnTo>
                <a:lnTo>
                  <a:pt x="1168" y="863"/>
                </a:lnTo>
                <a:lnTo>
                  <a:pt x="1168" y="862"/>
                </a:lnTo>
                <a:lnTo>
                  <a:pt x="1167" y="862"/>
                </a:lnTo>
                <a:lnTo>
                  <a:pt x="1167" y="863"/>
                </a:lnTo>
                <a:lnTo>
                  <a:pt x="1166" y="862"/>
                </a:lnTo>
                <a:lnTo>
                  <a:pt x="1166" y="863"/>
                </a:lnTo>
                <a:lnTo>
                  <a:pt x="1165" y="863"/>
                </a:lnTo>
                <a:lnTo>
                  <a:pt x="1165" y="864"/>
                </a:lnTo>
                <a:lnTo>
                  <a:pt x="1165" y="865"/>
                </a:lnTo>
                <a:lnTo>
                  <a:pt x="1165" y="866"/>
                </a:lnTo>
                <a:lnTo>
                  <a:pt x="1164" y="866"/>
                </a:lnTo>
                <a:lnTo>
                  <a:pt x="1163" y="866"/>
                </a:lnTo>
                <a:lnTo>
                  <a:pt x="1163" y="867"/>
                </a:lnTo>
                <a:lnTo>
                  <a:pt x="1162" y="867"/>
                </a:lnTo>
                <a:lnTo>
                  <a:pt x="1162" y="868"/>
                </a:lnTo>
                <a:lnTo>
                  <a:pt x="1162" y="869"/>
                </a:lnTo>
                <a:lnTo>
                  <a:pt x="1162" y="870"/>
                </a:lnTo>
                <a:lnTo>
                  <a:pt x="1161" y="870"/>
                </a:lnTo>
                <a:lnTo>
                  <a:pt x="1161" y="871"/>
                </a:lnTo>
                <a:lnTo>
                  <a:pt x="1160" y="871"/>
                </a:lnTo>
                <a:lnTo>
                  <a:pt x="1160" y="872"/>
                </a:lnTo>
                <a:lnTo>
                  <a:pt x="1160" y="871"/>
                </a:lnTo>
                <a:lnTo>
                  <a:pt x="1159" y="871"/>
                </a:lnTo>
                <a:lnTo>
                  <a:pt x="1158" y="871"/>
                </a:lnTo>
                <a:lnTo>
                  <a:pt x="1158" y="870"/>
                </a:lnTo>
                <a:lnTo>
                  <a:pt x="1157" y="870"/>
                </a:lnTo>
                <a:lnTo>
                  <a:pt x="1156" y="870"/>
                </a:lnTo>
                <a:lnTo>
                  <a:pt x="1155" y="870"/>
                </a:lnTo>
                <a:lnTo>
                  <a:pt x="1154" y="870"/>
                </a:lnTo>
                <a:lnTo>
                  <a:pt x="1154" y="871"/>
                </a:lnTo>
                <a:lnTo>
                  <a:pt x="1153" y="871"/>
                </a:lnTo>
                <a:lnTo>
                  <a:pt x="1152" y="871"/>
                </a:lnTo>
                <a:lnTo>
                  <a:pt x="1152" y="872"/>
                </a:lnTo>
                <a:lnTo>
                  <a:pt x="1152" y="873"/>
                </a:lnTo>
                <a:lnTo>
                  <a:pt x="1152" y="874"/>
                </a:lnTo>
                <a:lnTo>
                  <a:pt x="1152" y="875"/>
                </a:lnTo>
                <a:lnTo>
                  <a:pt x="1151" y="875"/>
                </a:lnTo>
                <a:lnTo>
                  <a:pt x="1151" y="876"/>
                </a:lnTo>
                <a:lnTo>
                  <a:pt x="1150" y="876"/>
                </a:lnTo>
                <a:lnTo>
                  <a:pt x="1149" y="876"/>
                </a:lnTo>
                <a:lnTo>
                  <a:pt x="1149" y="877"/>
                </a:lnTo>
                <a:lnTo>
                  <a:pt x="1149" y="878"/>
                </a:lnTo>
                <a:lnTo>
                  <a:pt x="1148" y="878"/>
                </a:lnTo>
                <a:lnTo>
                  <a:pt x="1147" y="879"/>
                </a:lnTo>
                <a:lnTo>
                  <a:pt x="1146" y="879"/>
                </a:lnTo>
                <a:lnTo>
                  <a:pt x="1145" y="880"/>
                </a:lnTo>
                <a:lnTo>
                  <a:pt x="1144" y="880"/>
                </a:lnTo>
                <a:lnTo>
                  <a:pt x="1144" y="881"/>
                </a:lnTo>
                <a:lnTo>
                  <a:pt x="1144" y="882"/>
                </a:lnTo>
                <a:lnTo>
                  <a:pt x="1143" y="883"/>
                </a:lnTo>
                <a:lnTo>
                  <a:pt x="1143" y="884"/>
                </a:lnTo>
                <a:lnTo>
                  <a:pt x="1142" y="884"/>
                </a:lnTo>
                <a:lnTo>
                  <a:pt x="1141" y="883"/>
                </a:lnTo>
                <a:lnTo>
                  <a:pt x="1140" y="883"/>
                </a:lnTo>
                <a:lnTo>
                  <a:pt x="1140" y="884"/>
                </a:lnTo>
                <a:lnTo>
                  <a:pt x="1139" y="884"/>
                </a:lnTo>
                <a:lnTo>
                  <a:pt x="1139" y="885"/>
                </a:lnTo>
                <a:lnTo>
                  <a:pt x="1138" y="885"/>
                </a:lnTo>
                <a:lnTo>
                  <a:pt x="1137" y="886"/>
                </a:lnTo>
                <a:lnTo>
                  <a:pt x="1136" y="886"/>
                </a:lnTo>
                <a:lnTo>
                  <a:pt x="1135" y="886"/>
                </a:lnTo>
                <a:lnTo>
                  <a:pt x="1134" y="886"/>
                </a:lnTo>
                <a:lnTo>
                  <a:pt x="1133" y="886"/>
                </a:lnTo>
                <a:lnTo>
                  <a:pt x="1132" y="886"/>
                </a:lnTo>
                <a:lnTo>
                  <a:pt x="1132" y="885"/>
                </a:lnTo>
                <a:lnTo>
                  <a:pt x="1131" y="885"/>
                </a:lnTo>
                <a:lnTo>
                  <a:pt x="1130" y="885"/>
                </a:lnTo>
                <a:lnTo>
                  <a:pt x="1129" y="885"/>
                </a:lnTo>
                <a:lnTo>
                  <a:pt x="1129" y="884"/>
                </a:lnTo>
                <a:lnTo>
                  <a:pt x="1128" y="884"/>
                </a:lnTo>
                <a:lnTo>
                  <a:pt x="1127" y="884"/>
                </a:lnTo>
                <a:lnTo>
                  <a:pt x="1126" y="884"/>
                </a:lnTo>
                <a:lnTo>
                  <a:pt x="1125" y="884"/>
                </a:lnTo>
                <a:lnTo>
                  <a:pt x="1125" y="883"/>
                </a:lnTo>
                <a:lnTo>
                  <a:pt x="1125" y="882"/>
                </a:lnTo>
                <a:lnTo>
                  <a:pt x="1124" y="882"/>
                </a:lnTo>
                <a:lnTo>
                  <a:pt x="1124" y="881"/>
                </a:lnTo>
                <a:lnTo>
                  <a:pt x="1124" y="880"/>
                </a:lnTo>
                <a:lnTo>
                  <a:pt x="1123" y="880"/>
                </a:lnTo>
                <a:lnTo>
                  <a:pt x="1122" y="880"/>
                </a:lnTo>
                <a:lnTo>
                  <a:pt x="1122" y="881"/>
                </a:lnTo>
                <a:lnTo>
                  <a:pt x="1122" y="880"/>
                </a:lnTo>
                <a:lnTo>
                  <a:pt x="1121" y="879"/>
                </a:lnTo>
                <a:lnTo>
                  <a:pt x="1121" y="878"/>
                </a:lnTo>
                <a:lnTo>
                  <a:pt x="1120" y="878"/>
                </a:lnTo>
                <a:lnTo>
                  <a:pt x="1120" y="877"/>
                </a:lnTo>
                <a:lnTo>
                  <a:pt x="1120" y="876"/>
                </a:lnTo>
                <a:lnTo>
                  <a:pt x="1119" y="876"/>
                </a:lnTo>
                <a:lnTo>
                  <a:pt x="1119" y="875"/>
                </a:lnTo>
                <a:lnTo>
                  <a:pt x="1119" y="874"/>
                </a:lnTo>
                <a:lnTo>
                  <a:pt x="1119" y="873"/>
                </a:lnTo>
                <a:lnTo>
                  <a:pt x="1119" y="872"/>
                </a:lnTo>
                <a:lnTo>
                  <a:pt x="1119" y="871"/>
                </a:lnTo>
                <a:lnTo>
                  <a:pt x="1119" y="870"/>
                </a:lnTo>
                <a:lnTo>
                  <a:pt x="1119" y="869"/>
                </a:lnTo>
                <a:lnTo>
                  <a:pt x="1120" y="869"/>
                </a:lnTo>
                <a:lnTo>
                  <a:pt x="1120" y="868"/>
                </a:lnTo>
                <a:lnTo>
                  <a:pt x="1120" y="867"/>
                </a:lnTo>
                <a:lnTo>
                  <a:pt x="1119" y="867"/>
                </a:lnTo>
                <a:lnTo>
                  <a:pt x="1119" y="866"/>
                </a:lnTo>
                <a:lnTo>
                  <a:pt x="1119" y="865"/>
                </a:lnTo>
                <a:lnTo>
                  <a:pt x="1120" y="865"/>
                </a:lnTo>
                <a:lnTo>
                  <a:pt x="1119" y="865"/>
                </a:lnTo>
                <a:lnTo>
                  <a:pt x="1119" y="864"/>
                </a:lnTo>
                <a:lnTo>
                  <a:pt x="1118" y="864"/>
                </a:lnTo>
                <a:lnTo>
                  <a:pt x="1118" y="865"/>
                </a:lnTo>
                <a:lnTo>
                  <a:pt x="1117" y="865"/>
                </a:lnTo>
                <a:lnTo>
                  <a:pt x="1117" y="864"/>
                </a:lnTo>
                <a:lnTo>
                  <a:pt x="1116" y="864"/>
                </a:lnTo>
                <a:lnTo>
                  <a:pt x="1115" y="864"/>
                </a:lnTo>
                <a:lnTo>
                  <a:pt x="1115" y="863"/>
                </a:lnTo>
                <a:lnTo>
                  <a:pt x="1114" y="863"/>
                </a:lnTo>
                <a:lnTo>
                  <a:pt x="1113" y="863"/>
                </a:lnTo>
                <a:lnTo>
                  <a:pt x="1113" y="862"/>
                </a:lnTo>
                <a:lnTo>
                  <a:pt x="1112" y="862"/>
                </a:lnTo>
                <a:lnTo>
                  <a:pt x="1111" y="862"/>
                </a:lnTo>
                <a:lnTo>
                  <a:pt x="1111" y="861"/>
                </a:lnTo>
                <a:lnTo>
                  <a:pt x="1110" y="861"/>
                </a:lnTo>
                <a:lnTo>
                  <a:pt x="1109" y="861"/>
                </a:lnTo>
                <a:lnTo>
                  <a:pt x="1109" y="862"/>
                </a:lnTo>
                <a:lnTo>
                  <a:pt x="1108" y="862"/>
                </a:lnTo>
                <a:lnTo>
                  <a:pt x="1107" y="862"/>
                </a:lnTo>
                <a:lnTo>
                  <a:pt x="1107" y="863"/>
                </a:lnTo>
                <a:lnTo>
                  <a:pt x="1106" y="863"/>
                </a:lnTo>
                <a:lnTo>
                  <a:pt x="1105" y="863"/>
                </a:lnTo>
                <a:lnTo>
                  <a:pt x="1105" y="864"/>
                </a:lnTo>
                <a:lnTo>
                  <a:pt x="1104" y="864"/>
                </a:lnTo>
                <a:lnTo>
                  <a:pt x="1103" y="864"/>
                </a:lnTo>
                <a:lnTo>
                  <a:pt x="1102" y="864"/>
                </a:lnTo>
                <a:lnTo>
                  <a:pt x="1102" y="865"/>
                </a:lnTo>
                <a:lnTo>
                  <a:pt x="1101" y="866"/>
                </a:lnTo>
                <a:lnTo>
                  <a:pt x="1100" y="866"/>
                </a:lnTo>
                <a:lnTo>
                  <a:pt x="1099" y="866"/>
                </a:lnTo>
                <a:lnTo>
                  <a:pt x="1099" y="865"/>
                </a:lnTo>
                <a:lnTo>
                  <a:pt x="1098" y="864"/>
                </a:lnTo>
                <a:lnTo>
                  <a:pt x="1097" y="864"/>
                </a:lnTo>
                <a:lnTo>
                  <a:pt x="1096" y="864"/>
                </a:lnTo>
                <a:lnTo>
                  <a:pt x="1096" y="863"/>
                </a:lnTo>
                <a:lnTo>
                  <a:pt x="1095" y="863"/>
                </a:lnTo>
                <a:lnTo>
                  <a:pt x="1094" y="863"/>
                </a:lnTo>
                <a:lnTo>
                  <a:pt x="1094" y="862"/>
                </a:lnTo>
                <a:lnTo>
                  <a:pt x="1093" y="862"/>
                </a:lnTo>
                <a:lnTo>
                  <a:pt x="1092" y="862"/>
                </a:lnTo>
                <a:lnTo>
                  <a:pt x="1092" y="863"/>
                </a:lnTo>
                <a:lnTo>
                  <a:pt x="1091" y="863"/>
                </a:lnTo>
                <a:lnTo>
                  <a:pt x="1091" y="864"/>
                </a:lnTo>
                <a:lnTo>
                  <a:pt x="1091" y="863"/>
                </a:lnTo>
                <a:lnTo>
                  <a:pt x="1091" y="864"/>
                </a:lnTo>
                <a:lnTo>
                  <a:pt x="1090" y="864"/>
                </a:lnTo>
                <a:lnTo>
                  <a:pt x="1088" y="864"/>
                </a:lnTo>
                <a:lnTo>
                  <a:pt x="1087" y="863"/>
                </a:lnTo>
                <a:lnTo>
                  <a:pt x="1087" y="862"/>
                </a:lnTo>
                <a:lnTo>
                  <a:pt x="1086" y="862"/>
                </a:lnTo>
                <a:lnTo>
                  <a:pt x="1085" y="862"/>
                </a:lnTo>
                <a:lnTo>
                  <a:pt x="1084" y="862"/>
                </a:lnTo>
                <a:lnTo>
                  <a:pt x="1083" y="862"/>
                </a:lnTo>
                <a:lnTo>
                  <a:pt x="1082" y="862"/>
                </a:lnTo>
                <a:lnTo>
                  <a:pt x="1082" y="863"/>
                </a:lnTo>
                <a:lnTo>
                  <a:pt x="1081" y="863"/>
                </a:lnTo>
                <a:lnTo>
                  <a:pt x="1081" y="862"/>
                </a:lnTo>
                <a:lnTo>
                  <a:pt x="1080" y="861"/>
                </a:lnTo>
                <a:lnTo>
                  <a:pt x="1080" y="860"/>
                </a:lnTo>
                <a:lnTo>
                  <a:pt x="1080" y="859"/>
                </a:lnTo>
                <a:lnTo>
                  <a:pt x="1079" y="859"/>
                </a:lnTo>
                <a:lnTo>
                  <a:pt x="1079" y="858"/>
                </a:lnTo>
                <a:lnTo>
                  <a:pt x="1078" y="858"/>
                </a:lnTo>
                <a:lnTo>
                  <a:pt x="1078" y="857"/>
                </a:lnTo>
                <a:lnTo>
                  <a:pt x="1077" y="857"/>
                </a:lnTo>
                <a:lnTo>
                  <a:pt x="1077" y="856"/>
                </a:lnTo>
                <a:lnTo>
                  <a:pt x="1077" y="855"/>
                </a:lnTo>
                <a:lnTo>
                  <a:pt x="1076" y="855"/>
                </a:lnTo>
                <a:lnTo>
                  <a:pt x="1075" y="855"/>
                </a:lnTo>
                <a:lnTo>
                  <a:pt x="1074" y="855"/>
                </a:lnTo>
                <a:lnTo>
                  <a:pt x="1074" y="854"/>
                </a:lnTo>
                <a:lnTo>
                  <a:pt x="1074" y="853"/>
                </a:lnTo>
                <a:lnTo>
                  <a:pt x="1072" y="853"/>
                </a:lnTo>
                <a:lnTo>
                  <a:pt x="1071" y="853"/>
                </a:lnTo>
                <a:lnTo>
                  <a:pt x="1071" y="854"/>
                </a:lnTo>
                <a:lnTo>
                  <a:pt x="1070" y="854"/>
                </a:lnTo>
                <a:lnTo>
                  <a:pt x="1070" y="853"/>
                </a:lnTo>
                <a:lnTo>
                  <a:pt x="1069" y="853"/>
                </a:lnTo>
                <a:lnTo>
                  <a:pt x="1069" y="854"/>
                </a:lnTo>
                <a:lnTo>
                  <a:pt x="1068" y="854"/>
                </a:lnTo>
                <a:lnTo>
                  <a:pt x="1067" y="854"/>
                </a:lnTo>
                <a:lnTo>
                  <a:pt x="1066" y="854"/>
                </a:lnTo>
                <a:lnTo>
                  <a:pt x="1066" y="853"/>
                </a:lnTo>
                <a:lnTo>
                  <a:pt x="1065" y="853"/>
                </a:lnTo>
                <a:lnTo>
                  <a:pt x="1065" y="852"/>
                </a:lnTo>
                <a:lnTo>
                  <a:pt x="1064" y="852"/>
                </a:lnTo>
                <a:lnTo>
                  <a:pt x="1064" y="851"/>
                </a:lnTo>
                <a:lnTo>
                  <a:pt x="1064" y="850"/>
                </a:lnTo>
                <a:lnTo>
                  <a:pt x="1063" y="850"/>
                </a:lnTo>
                <a:lnTo>
                  <a:pt x="1062" y="850"/>
                </a:lnTo>
                <a:lnTo>
                  <a:pt x="1062" y="849"/>
                </a:lnTo>
                <a:lnTo>
                  <a:pt x="1061" y="849"/>
                </a:lnTo>
                <a:lnTo>
                  <a:pt x="1060" y="849"/>
                </a:lnTo>
                <a:lnTo>
                  <a:pt x="1058" y="849"/>
                </a:lnTo>
                <a:lnTo>
                  <a:pt x="1058" y="850"/>
                </a:lnTo>
                <a:lnTo>
                  <a:pt x="1058" y="851"/>
                </a:lnTo>
                <a:lnTo>
                  <a:pt x="1058" y="852"/>
                </a:lnTo>
                <a:lnTo>
                  <a:pt x="1057" y="852"/>
                </a:lnTo>
                <a:lnTo>
                  <a:pt x="1057" y="853"/>
                </a:lnTo>
                <a:lnTo>
                  <a:pt x="1057" y="854"/>
                </a:lnTo>
                <a:lnTo>
                  <a:pt x="1056" y="854"/>
                </a:lnTo>
                <a:lnTo>
                  <a:pt x="1055" y="853"/>
                </a:lnTo>
                <a:lnTo>
                  <a:pt x="1054" y="853"/>
                </a:lnTo>
                <a:lnTo>
                  <a:pt x="1053" y="853"/>
                </a:lnTo>
                <a:lnTo>
                  <a:pt x="1052" y="853"/>
                </a:lnTo>
                <a:lnTo>
                  <a:pt x="1052" y="854"/>
                </a:lnTo>
                <a:lnTo>
                  <a:pt x="1051" y="854"/>
                </a:lnTo>
                <a:lnTo>
                  <a:pt x="1051" y="855"/>
                </a:lnTo>
                <a:lnTo>
                  <a:pt x="1050" y="855"/>
                </a:lnTo>
                <a:lnTo>
                  <a:pt x="1050" y="854"/>
                </a:lnTo>
                <a:lnTo>
                  <a:pt x="1049" y="854"/>
                </a:lnTo>
                <a:lnTo>
                  <a:pt x="1049" y="853"/>
                </a:lnTo>
                <a:lnTo>
                  <a:pt x="1049" y="852"/>
                </a:lnTo>
                <a:lnTo>
                  <a:pt x="1048" y="851"/>
                </a:lnTo>
                <a:lnTo>
                  <a:pt x="1048" y="852"/>
                </a:lnTo>
                <a:lnTo>
                  <a:pt x="1048" y="851"/>
                </a:lnTo>
                <a:lnTo>
                  <a:pt x="1047" y="851"/>
                </a:lnTo>
                <a:lnTo>
                  <a:pt x="1047" y="850"/>
                </a:lnTo>
                <a:lnTo>
                  <a:pt x="1046" y="850"/>
                </a:lnTo>
                <a:lnTo>
                  <a:pt x="1045" y="849"/>
                </a:lnTo>
                <a:lnTo>
                  <a:pt x="1044" y="849"/>
                </a:lnTo>
                <a:lnTo>
                  <a:pt x="1044" y="850"/>
                </a:lnTo>
                <a:lnTo>
                  <a:pt x="1043" y="850"/>
                </a:lnTo>
                <a:lnTo>
                  <a:pt x="1043" y="849"/>
                </a:lnTo>
                <a:lnTo>
                  <a:pt x="1042" y="849"/>
                </a:lnTo>
                <a:lnTo>
                  <a:pt x="1041" y="849"/>
                </a:lnTo>
                <a:lnTo>
                  <a:pt x="1041" y="850"/>
                </a:lnTo>
                <a:lnTo>
                  <a:pt x="1040" y="850"/>
                </a:lnTo>
                <a:lnTo>
                  <a:pt x="1039" y="850"/>
                </a:lnTo>
                <a:lnTo>
                  <a:pt x="1038" y="850"/>
                </a:lnTo>
                <a:lnTo>
                  <a:pt x="1038" y="849"/>
                </a:lnTo>
                <a:lnTo>
                  <a:pt x="1037" y="849"/>
                </a:lnTo>
                <a:lnTo>
                  <a:pt x="1037" y="848"/>
                </a:lnTo>
                <a:lnTo>
                  <a:pt x="1036" y="848"/>
                </a:lnTo>
                <a:lnTo>
                  <a:pt x="1036" y="847"/>
                </a:lnTo>
                <a:lnTo>
                  <a:pt x="1035" y="847"/>
                </a:lnTo>
                <a:lnTo>
                  <a:pt x="1036" y="847"/>
                </a:lnTo>
                <a:lnTo>
                  <a:pt x="1035" y="847"/>
                </a:lnTo>
                <a:lnTo>
                  <a:pt x="1036" y="847"/>
                </a:lnTo>
                <a:lnTo>
                  <a:pt x="1036" y="846"/>
                </a:lnTo>
                <a:lnTo>
                  <a:pt x="1035" y="846"/>
                </a:lnTo>
                <a:lnTo>
                  <a:pt x="1035" y="845"/>
                </a:lnTo>
                <a:lnTo>
                  <a:pt x="1034" y="845"/>
                </a:lnTo>
                <a:lnTo>
                  <a:pt x="1034" y="846"/>
                </a:lnTo>
                <a:lnTo>
                  <a:pt x="1033" y="846"/>
                </a:lnTo>
                <a:lnTo>
                  <a:pt x="1032" y="846"/>
                </a:lnTo>
                <a:lnTo>
                  <a:pt x="1032" y="845"/>
                </a:lnTo>
                <a:lnTo>
                  <a:pt x="1032" y="844"/>
                </a:lnTo>
                <a:lnTo>
                  <a:pt x="1031" y="844"/>
                </a:lnTo>
                <a:lnTo>
                  <a:pt x="1030" y="844"/>
                </a:lnTo>
                <a:lnTo>
                  <a:pt x="1030" y="845"/>
                </a:lnTo>
                <a:lnTo>
                  <a:pt x="1030" y="844"/>
                </a:lnTo>
                <a:lnTo>
                  <a:pt x="1029" y="844"/>
                </a:lnTo>
                <a:lnTo>
                  <a:pt x="1029" y="843"/>
                </a:lnTo>
                <a:lnTo>
                  <a:pt x="1029" y="844"/>
                </a:lnTo>
                <a:lnTo>
                  <a:pt x="1028" y="844"/>
                </a:lnTo>
                <a:lnTo>
                  <a:pt x="1028" y="845"/>
                </a:lnTo>
                <a:lnTo>
                  <a:pt x="1027" y="845"/>
                </a:lnTo>
                <a:lnTo>
                  <a:pt x="1027" y="846"/>
                </a:lnTo>
                <a:lnTo>
                  <a:pt x="1026" y="846"/>
                </a:lnTo>
                <a:lnTo>
                  <a:pt x="1027" y="846"/>
                </a:lnTo>
                <a:lnTo>
                  <a:pt x="1027" y="847"/>
                </a:lnTo>
                <a:lnTo>
                  <a:pt x="1028" y="847"/>
                </a:lnTo>
                <a:lnTo>
                  <a:pt x="1028" y="848"/>
                </a:lnTo>
                <a:lnTo>
                  <a:pt x="1027" y="848"/>
                </a:lnTo>
                <a:lnTo>
                  <a:pt x="1027" y="849"/>
                </a:lnTo>
                <a:lnTo>
                  <a:pt x="1026" y="849"/>
                </a:lnTo>
                <a:lnTo>
                  <a:pt x="1026" y="850"/>
                </a:lnTo>
                <a:lnTo>
                  <a:pt x="1025" y="850"/>
                </a:lnTo>
                <a:lnTo>
                  <a:pt x="1025" y="849"/>
                </a:lnTo>
                <a:lnTo>
                  <a:pt x="1024" y="849"/>
                </a:lnTo>
                <a:lnTo>
                  <a:pt x="1024" y="850"/>
                </a:lnTo>
                <a:lnTo>
                  <a:pt x="1023" y="850"/>
                </a:lnTo>
                <a:lnTo>
                  <a:pt x="1023" y="851"/>
                </a:lnTo>
                <a:lnTo>
                  <a:pt x="1022" y="851"/>
                </a:lnTo>
                <a:lnTo>
                  <a:pt x="1021" y="851"/>
                </a:lnTo>
                <a:lnTo>
                  <a:pt x="1021" y="850"/>
                </a:lnTo>
                <a:lnTo>
                  <a:pt x="1020" y="850"/>
                </a:lnTo>
                <a:lnTo>
                  <a:pt x="1019" y="850"/>
                </a:lnTo>
                <a:lnTo>
                  <a:pt x="1018" y="850"/>
                </a:lnTo>
                <a:lnTo>
                  <a:pt x="1018" y="851"/>
                </a:lnTo>
                <a:lnTo>
                  <a:pt x="1017" y="851"/>
                </a:lnTo>
                <a:lnTo>
                  <a:pt x="1016" y="851"/>
                </a:lnTo>
                <a:lnTo>
                  <a:pt x="1016" y="852"/>
                </a:lnTo>
                <a:lnTo>
                  <a:pt x="1016" y="851"/>
                </a:lnTo>
                <a:lnTo>
                  <a:pt x="1015" y="851"/>
                </a:lnTo>
                <a:lnTo>
                  <a:pt x="1014" y="851"/>
                </a:lnTo>
                <a:lnTo>
                  <a:pt x="1014" y="852"/>
                </a:lnTo>
                <a:lnTo>
                  <a:pt x="1013" y="852"/>
                </a:lnTo>
                <a:lnTo>
                  <a:pt x="1012" y="852"/>
                </a:lnTo>
                <a:lnTo>
                  <a:pt x="1011" y="852"/>
                </a:lnTo>
                <a:lnTo>
                  <a:pt x="1011" y="853"/>
                </a:lnTo>
                <a:lnTo>
                  <a:pt x="1010" y="853"/>
                </a:lnTo>
                <a:lnTo>
                  <a:pt x="1010" y="854"/>
                </a:lnTo>
                <a:lnTo>
                  <a:pt x="1010" y="855"/>
                </a:lnTo>
                <a:lnTo>
                  <a:pt x="1009" y="855"/>
                </a:lnTo>
                <a:lnTo>
                  <a:pt x="1009" y="856"/>
                </a:lnTo>
                <a:lnTo>
                  <a:pt x="1008" y="857"/>
                </a:lnTo>
                <a:lnTo>
                  <a:pt x="1008" y="856"/>
                </a:lnTo>
                <a:lnTo>
                  <a:pt x="1007" y="856"/>
                </a:lnTo>
                <a:lnTo>
                  <a:pt x="1007" y="857"/>
                </a:lnTo>
                <a:lnTo>
                  <a:pt x="1007" y="858"/>
                </a:lnTo>
                <a:lnTo>
                  <a:pt x="1006" y="859"/>
                </a:lnTo>
                <a:lnTo>
                  <a:pt x="1005" y="859"/>
                </a:lnTo>
                <a:lnTo>
                  <a:pt x="1005" y="860"/>
                </a:lnTo>
                <a:lnTo>
                  <a:pt x="1004" y="860"/>
                </a:lnTo>
                <a:lnTo>
                  <a:pt x="1004" y="859"/>
                </a:lnTo>
                <a:lnTo>
                  <a:pt x="1004" y="860"/>
                </a:lnTo>
                <a:lnTo>
                  <a:pt x="1003" y="859"/>
                </a:lnTo>
                <a:lnTo>
                  <a:pt x="1003" y="860"/>
                </a:lnTo>
                <a:lnTo>
                  <a:pt x="1003" y="861"/>
                </a:lnTo>
                <a:lnTo>
                  <a:pt x="1002" y="861"/>
                </a:lnTo>
                <a:lnTo>
                  <a:pt x="1002" y="862"/>
                </a:lnTo>
                <a:lnTo>
                  <a:pt x="1001" y="862"/>
                </a:lnTo>
                <a:lnTo>
                  <a:pt x="1000" y="863"/>
                </a:lnTo>
                <a:lnTo>
                  <a:pt x="1001" y="863"/>
                </a:lnTo>
                <a:lnTo>
                  <a:pt x="1000" y="864"/>
                </a:lnTo>
                <a:lnTo>
                  <a:pt x="999" y="864"/>
                </a:lnTo>
                <a:lnTo>
                  <a:pt x="999" y="865"/>
                </a:lnTo>
                <a:lnTo>
                  <a:pt x="998" y="865"/>
                </a:lnTo>
                <a:lnTo>
                  <a:pt x="999" y="866"/>
                </a:lnTo>
                <a:lnTo>
                  <a:pt x="1000" y="866"/>
                </a:lnTo>
                <a:lnTo>
                  <a:pt x="999" y="867"/>
                </a:lnTo>
                <a:lnTo>
                  <a:pt x="999" y="868"/>
                </a:lnTo>
                <a:lnTo>
                  <a:pt x="998" y="868"/>
                </a:lnTo>
                <a:lnTo>
                  <a:pt x="998" y="869"/>
                </a:lnTo>
                <a:lnTo>
                  <a:pt x="998" y="870"/>
                </a:lnTo>
                <a:lnTo>
                  <a:pt x="998" y="871"/>
                </a:lnTo>
                <a:lnTo>
                  <a:pt x="997" y="872"/>
                </a:lnTo>
                <a:lnTo>
                  <a:pt x="997" y="873"/>
                </a:lnTo>
                <a:lnTo>
                  <a:pt x="997" y="874"/>
                </a:lnTo>
                <a:lnTo>
                  <a:pt x="996" y="874"/>
                </a:lnTo>
                <a:lnTo>
                  <a:pt x="995" y="874"/>
                </a:lnTo>
                <a:lnTo>
                  <a:pt x="995" y="875"/>
                </a:lnTo>
                <a:lnTo>
                  <a:pt x="994" y="875"/>
                </a:lnTo>
                <a:lnTo>
                  <a:pt x="994" y="876"/>
                </a:lnTo>
                <a:lnTo>
                  <a:pt x="994" y="877"/>
                </a:lnTo>
                <a:lnTo>
                  <a:pt x="993" y="877"/>
                </a:lnTo>
                <a:lnTo>
                  <a:pt x="993" y="878"/>
                </a:lnTo>
                <a:lnTo>
                  <a:pt x="992" y="878"/>
                </a:lnTo>
                <a:lnTo>
                  <a:pt x="992" y="879"/>
                </a:lnTo>
                <a:lnTo>
                  <a:pt x="992" y="880"/>
                </a:lnTo>
                <a:lnTo>
                  <a:pt x="991" y="880"/>
                </a:lnTo>
                <a:lnTo>
                  <a:pt x="991" y="881"/>
                </a:lnTo>
                <a:lnTo>
                  <a:pt x="991" y="882"/>
                </a:lnTo>
                <a:lnTo>
                  <a:pt x="990" y="882"/>
                </a:lnTo>
                <a:lnTo>
                  <a:pt x="989" y="882"/>
                </a:lnTo>
                <a:lnTo>
                  <a:pt x="988" y="882"/>
                </a:lnTo>
                <a:lnTo>
                  <a:pt x="988" y="883"/>
                </a:lnTo>
                <a:lnTo>
                  <a:pt x="987" y="883"/>
                </a:lnTo>
                <a:lnTo>
                  <a:pt x="987" y="884"/>
                </a:lnTo>
                <a:lnTo>
                  <a:pt x="985" y="884"/>
                </a:lnTo>
                <a:lnTo>
                  <a:pt x="984" y="884"/>
                </a:lnTo>
                <a:lnTo>
                  <a:pt x="983" y="884"/>
                </a:lnTo>
                <a:lnTo>
                  <a:pt x="983" y="885"/>
                </a:lnTo>
                <a:lnTo>
                  <a:pt x="983" y="886"/>
                </a:lnTo>
                <a:lnTo>
                  <a:pt x="982" y="886"/>
                </a:lnTo>
                <a:lnTo>
                  <a:pt x="982" y="887"/>
                </a:lnTo>
                <a:lnTo>
                  <a:pt x="981" y="888"/>
                </a:lnTo>
                <a:lnTo>
                  <a:pt x="981" y="889"/>
                </a:lnTo>
                <a:lnTo>
                  <a:pt x="980" y="889"/>
                </a:lnTo>
                <a:lnTo>
                  <a:pt x="979" y="889"/>
                </a:lnTo>
                <a:lnTo>
                  <a:pt x="978" y="889"/>
                </a:lnTo>
                <a:lnTo>
                  <a:pt x="978" y="890"/>
                </a:lnTo>
                <a:lnTo>
                  <a:pt x="978" y="891"/>
                </a:lnTo>
                <a:lnTo>
                  <a:pt x="977" y="891"/>
                </a:lnTo>
                <a:lnTo>
                  <a:pt x="977" y="892"/>
                </a:lnTo>
                <a:lnTo>
                  <a:pt x="977" y="893"/>
                </a:lnTo>
                <a:lnTo>
                  <a:pt x="977" y="894"/>
                </a:lnTo>
                <a:lnTo>
                  <a:pt x="977" y="895"/>
                </a:lnTo>
                <a:lnTo>
                  <a:pt x="977" y="896"/>
                </a:lnTo>
                <a:lnTo>
                  <a:pt x="978" y="896"/>
                </a:lnTo>
                <a:lnTo>
                  <a:pt x="977" y="896"/>
                </a:lnTo>
                <a:lnTo>
                  <a:pt x="977" y="897"/>
                </a:lnTo>
                <a:lnTo>
                  <a:pt x="976" y="897"/>
                </a:lnTo>
                <a:lnTo>
                  <a:pt x="975" y="897"/>
                </a:lnTo>
                <a:lnTo>
                  <a:pt x="975" y="898"/>
                </a:lnTo>
                <a:lnTo>
                  <a:pt x="975" y="899"/>
                </a:lnTo>
                <a:lnTo>
                  <a:pt x="974" y="899"/>
                </a:lnTo>
                <a:lnTo>
                  <a:pt x="975" y="899"/>
                </a:lnTo>
                <a:lnTo>
                  <a:pt x="974" y="899"/>
                </a:lnTo>
                <a:lnTo>
                  <a:pt x="974" y="900"/>
                </a:lnTo>
                <a:lnTo>
                  <a:pt x="974" y="901"/>
                </a:lnTo>
                <a:lnTo>
                  <a:pt x="973" y="901"/>
                </a:lnTo>
                <a:lnTo>
                  <a:pt x="973" y="902"/>
                </a:lnTo>
                <a:lnTo>
                  <a:pt x="972" y="903"/>
                </a:lnTo>
                <a:lnTo>
                  <a:pt x="971" y="903"/>
                </a:lnTo>
                <a:lnTo>
                  <a:pt x="971" y="904"/>
                </a:lnTo>
                <a:lnTo>
                  <a:pt x="970" y="904"/>
                </a:lnTo>
                <a:lnTo>
                  <a:pt x="970" y="905"/>
                </a:lnTo>
                <a:lnTo>
                  <a:pt x="970" y="906"/>
                </a:lnTo>
                <a:lnTo>
                  <a:pt x="969" y="906"/>
                </a:lnTo>
                <a:lnTo>
                  <a:pt x="969" y="907"/>
                </a:lnTo>
                <a:lnTo>
                  <a:pt x="969" y="908"/>
                </a:lnTo>
                <a:lnTo>
                  <a:pt x="968" y="908"/>
                </a:lnTo>
                <a:lnTo>
                  <a:pt x="969" y="908"/>
                </a:lnTo>
                <a:lnTo>
                  <a:pt x="969" y="909"/>
                </a:lnTo>
                <a:lnTo>
                  <a:pt x="970" y="909"/>
                </a:lnTo>
                <a:lnTo>
                  <a:pt x="971" y="910"/>
                </a:lnTo>
                <a:lnTo>
                  <a:pt x="970" y="910"/>
                </a:lnTo>
                <a:lnTo>
                  <a:pt x="971" y="910"/>
                </a:lnTo>
                <a:lnTo>
                  <a:pt x="971" y="911"/>
                </a:lnTo>
                <a:lnTo>
                  <a:pt x="971" y="912"/>
                </a:lnTo>
                <a:lnTo>
                  <a:pt x="972" y="912"/>
                </a:lnTo>
                <a:lnTo>
                  <a:pt x="971" y="913"/>
                </a:lnTo>
                <a:lnTo>
                  <a:pt x="971" y="914"/>
                </a:lnTo>
                <a:lnTo>
                  <a:pt x="970" y="914"/>
                </a:lnTo>
                <a:lnTo>
                  <a:pt x="969" y="914"/>
                </a:lnTo>
                <a:lnTo>
                  <a:pt x="969" y="915"/>
                </a:lnTo>
                <a:lnTo>
                  <a:pt x="969" y="916"/>
                </a:lnTo>
                <a:lnTo>
                  <a:pt x="968" y="916"/>
                </a:lnTo>
                <a:lnTo>
                  <a:pt x="967" y="916"/>
                </a:lnTo>
                <a:lnTo>
                  <a:pt x="967" y="915"/>
                </a:lnTo>
                <a:lnTo>
                  <a:pt x="967" y="916"/>
                </a:lnTo>
                <a:lnTo>
                  <a:pt x="967" y="917"/>
                </a:lnTo>
                <a:lnTo>
                  <a:pt x="966" y="917"/>
                </a:lnTo>
                <a:lnTo>
                  <a:pt x="966" y="918"/>
                </a:lnTo>
                <a:lnTo>
                  <a:pt x="967" y="918"/>
                </a:lnTo>
                <a:lnTo>
                  <a:pt x="967" y="919"/>
                </a:lnTo>
                <a:lnTo>
                  <a:pt x="966" y="919"/>
                </a:lnTo>
                <a:lnTo>
                  <a:pt x="966" y="920"/>
                </a:lnTo>
                <a:lnTo>
                  <a:pt x="967" y="920"/>
                </a:lnTo>
                <a:lnTo>
                  <a:pt x="967" y="921"/>
                </a:lnTo>
                <a:lnTo>
                  <a:pt x="967" y="922"/>
                </a:lnTo>
                <a:lnTo>
                  <a:pt x="968" y="923"/>
                </a:lnTo>
                <a:lnTo>
                  <a:pt x="968" y="924"/>
                </a:lnTo>
                <a:lnTo>
                  <a:pt x="968" y="926"/>
                </a:lnTo>
                <a:lnTo>
                  <a:pt x="968" y="927"/>
                </a:lnTo>
                <a:lnTo>
                  <a:pt x="969" y="927"/>
                </a:lnTo>
                <a:lnTo>
                  <a:pt x="969" y="928"/>
                </a:lnTo>
                <a:lnTo>
                  <a:pt x="970" y="928"/>
                </a:lnTo>
                <a:lnTo>
                  <a:pt x="970" y="929"/>
                </a:lnTo>
                <a:lnTo>
                  <a:pt x="970" y="930"/>
                </a:lnTo>
                <a:lnTo>
                  <a:pt x="970" y="931"/>
                </a:lnTo>
                <a:lnTo>
                  <a:pt x="969" y="931"/>
                </a:lnTo>
                <a:lnTo>
                  <a:pt x="969" y="932"/>
                </a:lnTo>
                <a:lnTo>
                  <a:pt x="969" y="933"/>
                </a:lnTo>
                <a:lnTo>
                  <a:pt x="968" y="934"/>
                </a:lnTo>
                <a:lnTo>
                  <a:pt x="968" y="935"/>
                </a:lnTo>
                <a:lnTo>
                  <a:pt x="967" y="935"/>
                </a:lnTo>
                <a:lnTo>
                  <a:pt x="967" y="936"/>
                </a:lnTo>
                <a:lnTo>
                  <a:pt x="967" y="937"/>
                </a:lnTo>
                <a:lnTo>
                  <a:pt x="967" y="938"/>
                </a:lnTo>
                <a:lnTo>
                  <a:pt x="966" y="938"/>
                </a:lnTo>
                <a:lnTo>
                  <a:pt x="966" y="939"/>
                </a:lnTo>
                <a:lnTo>
                  <a:pt x="966" y="940"/>
                </a:lnTo>
                <a:lnTo>
                  <a:pt x="965" y="940"/>
                </a:lnTo>
                <a:lnTo>
                  <a:pt x="965" y="941"/>
                </a:lnTo>
                <a:lnTo>
                  <a:pt x="964" y="941"/>
                </a:lnTo>
                <a:lnTo>
                  <a:pt x="963" y="942"/>
                </a:lnTo>
                <a:lnTo>
                  <a:pt x="963" y="943"/>
                </a:lnTo>
                <a:lnTo>
                  <a:pt x="962" y="943"/>
                </a:lnTo>
                <a:lnTo>
                  <a:pt x="961" y="943"/>
                </a:lnTo>
                <a:lnTo>
                  <a:pt x="961" y="944"/>
                </a:lnTo>
                <a:lnTo>
                  <a:pt x="960" y="944"/>
                </a:lnTo>
                <a:lnTo>
                  <a:pt x="959" y="945"/>
                </a:lnTo>
                <a:lnTo>
                  <a:pt x="959" y="946"/>
                </a:lnTo>
                <a:lnTo>
                  <a:pt x="959" y="948"/>
                </a:lnTo>
                <a:lnTo>
                  <a:pt x="959" y="949"/>
                </a:lnTo>
                <a:lnTo>
                  <a:pt x="958" y="949"/>
                </a:lnTo>
                <a:lnTo>
                  <a:pt x="957" y="949"/>
                </a:lnTo>
                <a:lnTo>
                  <a:pt x="957" y="950"/>
                </a:lnTo>
                <a:lnTo>
                  <a:pt x="957" y="949"/>
                </a:lnTo>
                <a:lnTo>
                  <a:pt x="956" y="949"/>
                </a:lnTo>
                <a:lnTo>
                  <a:pt x="956" y="948"/>
                </a:lnTo>
                <a:lnTo>
                  <a:pt x="955" y="948"/>
                </a:lnTo>
                <a:lnTo>
                  <a:pt x="955" y="947"/>
                </a:lnTo>
                <a:lnTo>
                  <a:pt x="954" y="947"/>
                </a:lnTo>
                <a:lnTo>
                  <a:pt x="954" y="946"/>
                </a:lnTo>
                <a:lnTo>
                  <a:pt x="953" y="946"/>
                </a:lnTo>
                <a:lnTo>
                  <a:pt x="953" y="945"/>
                </a:lnTo>
                <a:lnTo>
                  <a:pt x="952" y="945"/>
                </a:lnTo>
                <a:lnTo>
                  <a:pt x="952" y="944"/>
                </a:lnTo>
                <a:lnTo>
                  <a:pt x="951" y="944"/>
                </a:lnTo>
                <a:lnTo>
                  <a:pt x="950" y="944"/>
                </a:lnTo>
                <a:lnTo>
                  <a:pt x="950" y="943"/>
                </a:lnTo>
                <a:lnTo>
                  <a:pt x="949" y="943"/>
                </a:lnTo>
                <a:lnTo>
                  <a:pt x="949" y="942"/>
                </a:lnTo>
                <a:lnTo>
                  <a:pt x="950" y="942"/>
                </a:lnTo>
                <a:lnTo>
                  <a:pt x="950" y="941"/>
                </a:lnTo>
                <a:lnTo>
                  <a:pt x="950" y="940"/>
                </a:lnTo>
                <a:lnTo>
                  <a:pt x="950" y="939"/>
                </a:lnTo>
                <a:lnTo>
                  <a:pt x="950" y="938"/>
                </a:lnTo>
                <a:lnTo>
                  <a:pt x="949" y="938"/>
                </a:lnTo>
                <a:lnTo>
                  <a:pt x="949" y="937"/>
                </a:lnTo>
                <a:lnTo>
                  <a:pt x="948" y="937"/>
                </a:lnTo>
                <a:lnTo>
                  <a:pt x="947" y="936"/>
                </a:lnTo>
                <a:lnTo>
                  <a:pt x="946" y="936"/>
                </a:lnTo>
                <a:lnTo>
                  <a:pt x="947" y="936"/>
                </a:lnTo>
                <a:lnTo>
                  <a:pt x="947" y="935"/>
                </a:lnTo>
                <a:lnTo>
                  <a:pt x="946" y="935"/>
                </a:lnTo>
                <a:lnTo>
                  <a:pt x="946" y="934"/>
                </a:lnTo>
                <a:lnTo>
                  <a:pt x="945" y="934"/>
                </a:lnTo>
                <a:lnTo>
                  <a:pt x="945" y="933"/>
                </a:lnTo>
                <a:lnTo>
                  <a:pt x="945" y="932"/>
                </a:lnTo>
                <a:lnTo>
                  <a:pt x="944" y="932"/>
                </a:lnTo>
                <a:lnTo>
                  <a:pt x="943" y="932"/>
                </a:lnTo>
                <a:lnTo>
                  <a:pt x="942" y="932"/>
                </a:lnTo>
                <a:lnTo>
                  <a:pt x="942" y="931"/>
                </a:lnTo>
                <a:lnTo>
                  <a:pt x="941" y="931"/>
                </a:lnTo>
                <a:lnTo>
                  <a:pt x="941" y="930"/>
                </a:lnTo>
                <a:lnTo>
                  <a:pt x="940" y="930"/>
                </a:lnTo>
                <a:lnTo>
                  <a:pt x="940" y="929"/>
                </a:lnTo>
                <a:lnTo>
                  <a:pt x="939" y="929"/>
                </a:lnTo>
                <a:lnTo>
                  <a:pt x="940" y="929"/>
                </a:lnTo>
                <a:lnTo>
                  <a:pt x="940" y="928"/>
                </a:lnTo>
                <a:lnTo>
                  <a:pt x="939" y="928"/>
                </a:lnTo>
                <a:lnTo>
                  <a:pt x="939" y="927"/>
                </a:lnTo>
                <a:lnTo>
                  <a:pt x="938" y="927"/>
                </a:lnTo>
                <a:lnTo>
                  <a:pt x="938" y="926"/>
                </a:lnTo>
                <a:lnTo>
                  <a:pt x="938" y="925"/>
                </a:lnTo>
                <a:lnTo>
                  <a:pt x="937" y="925"/>
                </a:lnTo>
                <a:lnTo>
                  <a:pt x="937" y="924"/>
                </a:lnTo>
                <a:lnTo>
                  <a:pt x="938" y="924"/>
                </a:lnTo>
                <a:lnTo>
                  <a:pt x="937" y="924"/>
                </a:lnTo>
                <a:lnTo>
                  <a:pt x="937" y="923"/>
                </a:lnTo>
                <a:lnTo>
                  <a:pt x="937" y="922"/>
                </a:lnTo>
                <a:lnTo>
                  <a:pt x="938" y="921"/>
                </a:lnTo>
                <a:lnTo>
                  <a:pt x="937" y="920"/>
                </a:lnTo>
                <a:lnTo>
                  <a:pt x="938" y="920"/>
                </a:lnTo>
                <a:lnTo>
                  <a:pt x="938" y="919"/>
                </a:lnTo>
                <a:lnTo>
                  <a:pt x="938" y="918"/>
                </a:lnTo>
                <a:lnTo>
                  <a:pt x="938" y="917"/>
                </a:lnTo>
                <a:lnTo>
                  <a:pt x="937" y="917"/>
                </a:lnTo>
                <a:lnTo>
                  <a:pt x="937" y="916"/>
                </a:lnTo>
                <a:lnTo>
                  <a:pt x="937" y="915"/>
                </a:lnTo>
                <a:lnTo>
                  <a:pt x="936" y="915"/>
                </a:lnTo>
                <a:lnTo>
                  <a:pt x="937" y="915"/>
                </a:lnTo>
                <a:lnTo>
                  <a:pt x="937" y="914"/>
                </a:lnTo>
                <a:lnTo>
                  <a:pt x="936" y="914"/>
                </a:lnTo>
                <a:lnTo>
                  <a:pt x="936" y="913"/>
                </a:lnTo>
                <a:lnTo>
                  <a:pt x="937" y="913"/>
                </a:lnTo>
                <a:lnTo>
                  <a:pt x="938" y="913"/>
                </a:lnTo>
                <a:lnTo>
                  <a:pt x="938" y="912"/>
                </a:lnTo>
                <a:lnTo>
                  <a:pt x="938" y="911"/>
                </a:lnTo>
                <a:lnTo>
                  <a:pt x="939" y="911"/>
                </a:lnTo>
                <a:lnTo>
                  <a:pt x="939" y="910"/>
                </a:lnTo>
                <a:lnTo>
                  <a:pt x="940" y="910"/>
                </a:lnTo>
                <a:lnTo>
                  <a:pt x="940" y="909"/>
                </a:lnTo>
                <a:lnTo>
                  <a:pt x="940" y="908"/>
                </a:lnTo>
                <a:lnTo>
                  <a:pt x="940" y="907"/>
                </a:lnTo>
                <a:lnTo>
                  <a:pt x="939" y="907"/>
                </a:lnTo>
                <a:lnTo>
                  <a:pt x="940" y="907"/>
                </a:lnTo>
                <a:lnTo>
                  <a:pt x="940" y="906"/>
                </a:lnTo>
                <a:lnTo>
                  <a:pt x="940" y="905"/>
                </a:lnTo>
                <a:lnTo>
                  <a:pt x="941" y="905"/>
                </a:lnTo>
                <a:lnTo>
                  <a:pt x="942" y="905"/>
                </a:lnTo>
                <a:lnTo>
                  <a:pt x="942" y="904"/>
                </a:lnTo>
                <a:lnTo>
                  <a:pt x="943" y="904"/>
                </a:lnTo>
                <a:lnTo>
                  <a:pt x="943" y="903"/>
                </a:lnTo>
                <a:lnTo>
                  <a:pt x="943" y="902"/>
                </a:lnTo>
                <a:lnTo>
                  <a:pt x="943" y="901"/>
                </a:lnTo>
                <a:lnTo>
                  <a:pt x="943" y="900"/>
                </a:lnTo>
                <a:lnTo>
                  <a:pt x="943" y="899"/>
                </a:lnTo>
                <a:lnTo>
                  <a:pt x="943" y="898"/>
                </a:lnTo>
                <a:lnTo>
                  <a:pt x="944" y="898"/>
                </a:lnTo>
                <a:lnTo>
                  <a:pt x="944" y="897"/>
                </a:lnTo>
                <a:lnTo>
                  <a:pt x="944" y="896"/>
                </a:lnTo>
                <a:lnTo>
                  <a:pt x="944" y="895"/>
                </a:lnTo>
                <a:lnTo>
                  <a:pt x="945" y="895"/>
                </a:lnTo>
                <a:lnTo>
                  <a:pt x="945" y="894"/>
                </a:lnTo>
                <a:lnTo>
                  <a:pt x="944" y="894"/>
                </a:lnTo>
                <a:lnTo>
                  <a:pt x="944" y="893"/>
                </a:lnTo>
                <a:lnTo>
                  <a:pt x="944" y="892"/>
                </a:lnTo>
                <a:lnTo>
                  <a:pt x="944" y="891"/>
                </a:lnTo>
                <a:lnTo>
                  <a:pt x="944" y="890"/>
                </a:lnTo>
                <a:lnTo>
                  <a:pt x="944" y="889"/>
                </a:lnTo>
                <a:lnTo>
                  <a:pt x="945" y="889"/>
                </a:lnTo>
                <a:lnTo>
                  <a:pt x="944" y="889"/>
                </a:lnTo>
                <a:lnTo>
                  <a:pt x="944" y="888"/>
                </a:lnTo>
                <a:lnTo>
                  <a:pt x="944" y="887"/>
                </a:lnTo>
                <a:lnTo>
                  <a:pt x="945" y="887"/>
                </a:lnTo>
                <a:lnTo>
                  <a:pt x="946" y="887"/>
                </a:lnTo>
                <a:lnTo>
                  <a:pt x="946" y="886"/>
                </a:lnTo>
                <a:lnTo>
                  <a:pt x="947" y="886"/>
                </a:lnTo>
                <a:lnTo>
                  <a:pt x="946" y="885"/>
                </a:lnTo>
                <a:lnTo>
                  <a:pt x="946" y="884"/>
                </a:lnTo>
                <a:lnTo>
                  <a:pt x="947" y="884"/>
                </a:lnTo>
                <a:lnTo>
                  <a:pt x="947" y="883"/>
                </a:lnTo>
                <a:lnTo>
                  <a:pt x="946" y="882"/>
                </a:lnTo>
                <a:lnTo>
                  <a:pt x="946" y="881"/>
                </a:lnTo>
                <a:lnTo>
                  <a:pt x="946" y="880"/>
                </a:lnTo>
                <a:lnTo>
                  <a:pt x="946" y="879"/>
                </a:lnTo>
                <a:lnTo>
                  <a:pt x="945" y="879"/>
                </a:lnTo>
                <a:lnTo>
                  <a:pt x="946" y="879"/>
                </a:lnTo>
                <a:lnTo>
                  <a:pt x="945" y="879"/>
                </a:lnTo>
                <a:lnTo>
                  <a:pt x="945" y="878"/>
                </a:lnTo>
                <a:lnTo>
                  <a:pt x="945" y="877"/>
                </a:lnTo>
                <a:lnTo>
                  <a:pt x="945" y="876"/>
                </a:lnTo>
                <a:lnTo>
                  <a:pt x="944" y="876"/>
                </a:lnTo>
                <a:lnTo>
                  <a:pt x="943" y="876"/>
                </a:lnTo>
                <a:lnTo>
                  <a:pt x="942" y="876"/>
                </a:lnTo>
                <a:lnTo>
                  <a:pt x="942" y="875"/>
                </a:lnTo>
                <a:lnTo>
                  <a:pt x="943" y="875"/>
                </a:lnTo>
                <a:lnTo>
                  <a:pt x="943" y="874"/>
                </a:lnTo>
                <a:lnTo>
                  <a:pt x="943" y="872"/>
                </a:lnTo>
                <a:lnTo>
                  <a:pt x="943" y="871"/>
                </a:lnTo>
                <a:lnTo>
                  <a:pt x="943" y="870"/>
                </a:lnTo>
                <a:lnTo>
                  <a:pt x="943" y="869"/>
                </a:lnTo>
                <a:lnTo>
                  <a:pt x="942" y="869"/>
                </a:lnTo>
                <a:lnTo>
                  <a:pt x="942" y="868"/>
                </a:lnTo>
                <a:lnTo>
                  <a:pt x="942" y="867"/>
                </a:lnTo>
                <a:lnTo>
                  <a:pt x="941" y="867"/>
                </a:lnTo>
                <a:lnTo>
                  <a:pt x="940" y="867"/>
                </a:lnTo>
                <a:lnTo>
                  <a:pt x="940" y="866"/>
                </a:lnTo>
                <a:lnTo>
                  <a:pt x="939" y="866"/>
                </a:lnTo>
                <a:lnTo>
                  <a:pt x="939" y="865"/>
                </a:lnTo>
                <a:lnTo>
                  <a:pt x="939" y="864"/>
                </a:lnTo>
                <a:lnTo>
                  <a:pt x="938" y="864"/>
                </a:lnTo>
                <a:lnTo>
                  <a:pt x="937" y="863"/>
                </a:lnTo>
                <a:lnTo>
                  <a:pt x="936" y="863"/>
                </a:lnTo>
                <a:lnTo>
                  <a:pt x="936" y="862"/>
                </a:lnTo>
                <a:lnTo>
                  <a:pt x="935" y="861"/>
                </a:lnTo>
                <a:lnTo>
                  <a:pt x="934" y="861"/>
                </a:lnTo>
                <a:lnTo>
                  <a:pt x="933" y="861"/>
                </a:lnTo>
                <a:lnTo>
                  <a:pt x="932" y="861"/>
                </a:lnTo>
                <a:lnTo>
                  <a:pt x="931" y="861"/>
                </a:lnTo>
                <a:lnTo>
                  <a:pt x="930" y="861"/>
                </a:lnTo>
                <a:lnTo>
                  <a:pt x="929" y="861"/>
                </a:lnTo>
                <a:lnTo>
                  <a:pt x="928" y="861"/>
                </a:lnTo>
                <a:lnTo>
                  <a:pt x="928" y="862"/>
                </a:lnTo>
                <a:lnTo>
                  <a:pt x="928" y="861"/>
                </a:lnTo>
                <a:lnTo>
                  <a:pt x="927" y="861"/>
                </a:lnTo>
                <a:lnTo>
                  <a:pt x="927" y="860"/>
                </a:lnTo>
                <a:lnTo>
                  <a:pt x="926" y="860"/>
                </a:lnTo>
                <a:lnTo>
                  <a:pt x="926" y="859"/>
                </a:lnTo>
                <a:lnTo>
                  <a:pt x="925" y="859"/>
                </a:lnTo>
                <a:lnTo>
                  <a:pt x="925" y="858"/>
                </a:lnTo>
                <a:lnTo>
                  <a:pt x="925" y="857"/>
                </a:lnTo>
                <a:lnTo>
                  <a:pt x="924" y="857"/>
                </a:lnTo>
                <a:lnTo>
                  <a:pt x="923" y="857"/>
                </a:lnTo>
                <a:lnTo>
                  <a:pt x="923" y="858"/>
                </a:lnTo>
                <a:lnTo>
                  <a:pt x="923" y="859"/>
                </a:lnTo>
                <a:lnTo>
                  <a:pt x="922" y="859"/>
                </a:lnTo>
                <a:lnTo>
                  <a:pt x="921" y="859"/>
                </a:lnTo>
                <a:lnTo>
                  <a:pt x="921" y="860"/>
                </a:lnTo>
                <a:lnTo>
                  <a:pt x="920" y="860"/>
                </a:lnTo>
                <a:lnTo>
                  <a:pt x="919" y="860"/>
                </a:lnTo>
                <a:lnTo>
                  <a:pt x="918" y="860"/>
                </a:lnTo>
                <a:lnTo>
                  <a:pt x="918" y="859"/>
                </a:lnTo>
                <a:lnTo>
                  <a:pt x="918" y="860"/>
                </a:lnTo>
                <a:lnTo>
                  <a:pt x="917" y="860"/>
                </a:lnTo>
                <a:lnTo>
                  <a:pt x="917" y="861"/>
                </a:lnTo>
                <a:lnTo>
                  <a:pt x="917" y="862"/>
                </a:lnTo>
                <a:lnTo>
                  <a:pt x="917" y="863"/>
                </a:lnTo>
                <a:lnTo>
                  <a:pt x="917" y="864"/>
                </a:lnTo>
                <a:lnTo>
                  <a:pt x="917" y="865"/>
                </a:lnTo>
                <a:lnTo>
                  <a:pt x="916" y="865"/>
                </a:lnTo>
                <a:lnTo>
                  <a:pt x="915" y="865"/>
                </a:lnTo>
                <a:lnTo>
                  <a:pt x="914" y="865"/>
                </a:lnTo>
                <a:lnTo>
                  <a:pt x="914" y="864"/>
                </a:lnTo>
                <a:lnTo>
                  <a:pt x="913" y="864"/>
                </a:lnTo>
                <a:lnTo>
                  <a:pt x="913" y="865"/>
                </a:lnTo>
                <a:lnTo>
                  <a:pt x="913" y="864"/>
                </a:lnTo>
                <a:lnTo>
                  <a:pt x="912" y="864"/>
                </a:lnTo>
                <a:lnTo>
                  <a:pt x="911" y="864"/>
                </a:lnTo>
                <a:lnTo>
                  <a:pt x="910" y="864"/>
                </a:lnTo>
                <a:lnTo>
                  <a:pt x="910" y="865"/>
                </a:lnTo>
                <a:lnTo>
                  <a:pt x="909" y="865"/>
                </a:lnTo>
                <a:lnTo>
                  <a:pt x="910" y="865"/>
                </a:lnTo>
                <a:lnTo>
                  <a:pt x="910" y="866"/>
                </a:lnTo>
                <a:lnTo>
                  <a:pt x="909" y="866"/>
                </a:lnTo>
                <a:lnTo>
                  <a:pt x="909" y="867"/>
                </a:lnTo>
                <a:lnTo>
                  <a:pt x="908" y="867"/>
                </a:lnTo>
                <a:lnTo>
                  <a:pt x="907" y="868"/>
                </a:lnTo>
                <a:lnTo>
                  <a:pt x="906" y="868"/>
                </a:lnTo>
                <a:lnTo>
                  <a:pt x="905" y="868"/>
                </a:lnTo>
                <a:lnTo>
                  <a:pt x="905" y="869"/>
                </a:lnTo>
                <a:lnTo>
                  <a:pt x="904" y="869"/>
                </a:lnTo>
                <a:lnTo>
                  <a:pt x="904" y="870"/>
                </a:lnTo>
                <a:lnTo>
                  <a:pt x="904" y="871"/>
                </a:lnTo>
                <a:lnTo>
                  <a:pt x="903" y="871"/>
                </a:lnTo>
                <a:lnTo>
                  <a:pt x="902" y="871"/>
                </a:lnTo>
                <a:lnTo>
                  <a:pt x="901" y="871"/>
                </a:lnTo>
                <a:lnTo>
                  <a:pt x="901" y="870"/>
                </a:lnTo>
                <a:lnTo>
                  <a:pt x="900" y="870"/>
                </a:lnTo>
                <a:lnTo>
                  <a:pt x="899" y="870"/>
                </a:lnTo>
                <a:lnTo>
                  <a:pt x="898" y="870"/>
                </a:lnTo>
                <a:lnTo>
                  <a:pt x="897" y="870"/>
                </a:lnTo>
                <a:lnTo>
                  <a:pt x="897" y="871"/>
                </a:lnTo>
                <a:lnTo>
                  <a:pt x="896" y="871"/>
                </a:lnTo>
                <a:lnTo>
                  <a:pt x="895" y="871"/>
                </a:lnTo>
                <a:lnTo>
                  <a:pt x="895" y="872"/>
                </a:lnTo>
                <a:lnTo>
                  <a:pt x="894" y="872"/>
                </a:lnTo>
                <a:lnTo>
                  <a:pt x="893" y="872"/>
                </a:lnTo>
                <a:lnTo>
                  <a:pt x="892" y="873"/>
                </a:lnTo>
                <a:lnTo>
                  <a:pt x="892" y="874"/>
                </a:lnTo>
                <a:lnTo>
                  <a:pt x="891" y="874"/>
                </a:lnTo>
                <a:lnTo>
                  <a:pt x="891" y="873"/>
                </a:lnTo>
                <a:lnTo>
                  <a:pt x="891" y="874"/>
                </a:lnTo>
                <a:lnTo>
                  <a:pt x="890" y="874"/>
                </a:lnTo>
                <a:lnTo>
                  <a:pt x="890" y="875"/>
                </a:lnTo>
                <a:lnTo>
                  <a:pt x="889" y="875"/>
                </a:lnTo>
                <a:lnTo>
                  <a:pt x="889" y="874"/>
                </a:lnTo>
                <a:lnTo>
                  <a:pt x="889" y="873"/>
                </a:lnTo>
                <a:lnTo>
                  <a:pt x="889" y="872"/>
                </a:lnTo>
                <a:lnTo>
                  <a:pt x="888" y="872"/>
                </a:lnTo>
                <a:lnTo>
                  <a:pt x="888" y="873"/>
                </a:lnTo>
                <a:lnTo>
                  <a:pt x="887" y="873"/>
                </a:lnTo>
                <a:lnTo>
                  <a:pt x="886" y="873"/>
                </a:lnTo>
                <a:lnTo>
                  <a:pt x="886" y="872"/>
                </a:lnTo>
                <a:lnTo>
                  <a:pt x="886" y="873"/>
                </a:lnTo>
                <a:lnTo>
                  <a:pt x="886" y="874"/>
                </a:lnTo>
                <a:lnTo>
                  <a:pt x="885" y="874"/>
                </a:lnTo>
                <a:lnTo>
                  <a:pt x="884" y="874"/>
                </a:lnTo>
                <a:lnTo>
                  <a:pt x="884" y="875"/>
                </a:lnTo>
                <a:lnTo>
                  <a:pt x="884" y="874"/>
                </a:lnTo>
                <a:lnTo>
                  <a:pt x="883" y="874"/>
                </a:lnTo>
                <a:lnTo>
                  <a:pt x="882" y="874"/>
                </a:lnTo>
                <a:lnTo>
                  <a:pt x="882" y="873"/>
                </a:lnTo>
                <a:lnTo>
                  <a:pt x="881" y="873"/>
                </a:lnTo>
                <a:lnTo>
                  <a:pt x="880" y="873"/>
                </a:lnTo>
                <a:lnTo>
                  <a:pt x="880" y="872"/>
                </a:lnTo>
                <a:lnTo>
                  <a:pt x="879" y="873"/>
                </a:lnTo>
                <a:lnTo>
                  <a:pt x="879" y="874"/>
                </a:lnTo>
                <a:lnTo>
                  <a:pt x="879" y="875"/>
                </a:lnTo>
                <a:lnTo>
                  <a:pt x="879" y="876"/>
                </a:lnTo>
                <a:lnTo>
                  <a:pt x="878" y="876"/>
                </a:lnTo>
                <a:lnTo>
                  <a:pt x="878" y="877"/>
                </a:lnTo>
                <a:lnTo>
                  <a:pt x="878" y="878"/>
                </a:lnTo>
                <a:lnTo>
                  <a:pt x="878" y="879"/>
                </a:lnTo>
                <a:lnTo>
                  <a:pt x="879" y="879"/>
                </a:lnTo>
                <a:lnTo>
                  <a:pt x="879" y="880"/>
                </a:lnTo>
                <a:lnTo>
                  <a:pt x="879" y="881"/>
                </a:lnTo>
                <a:lnTo>
                  <a:pt x="878" y="881"/>
                </a:lnTo>
                <a:lnTo>
                  <a:pt x="878" y="882"/>
                </a:lnTo>
                <a:lnTo>
                  <a:pt x="877" y="882"/>
                </a:lnTo>
                <a:lnTo>
                  <a:pt x="876" y="882"/>
                </a:lnTo>
                <a:lnTo>
                  <a:pt x="875" y="882"/>
                </a:lnTo>
                <a:lnTo>
                  <a:pt x="875" y="881"/>
                </a:lnTo>
                <a:lnTo>
                  <a:pt x="875" y="880"/>
                </a:lnTo>
                <a:lnTo>
                  <a:pt x="874" y="880"/>
                </a:lnTo>
                <a:lnTo>
                  <a:pt x="874" y="879"/>
                </a:lnTo>
                <a:lnTo>
                  <a:pt x="874" y="880"/>
                </a:lnTo>
                <a:lnTo>
                  <a:pt x="873" y="880"/>
                </a:lnTo>
                <a:lnTo>
                  <a:pt x="872" y="880"/>
                </a:lnTo>
                <a:lnTo>
                  <a:pt x="872" y="879"/>
                </a:lnTo>
                <a:lnTo>
                  <a:pt x="871" y="879"/>
                </a:lnTo>
                <a:lnTo>
                  <a:pt x="870" y="879"/>
                </a:lnTo>
                <a:lnTo>
                  <a:pt x="870" y="878"/>
                </a:lnTo>
                <a:lnTo>
                  <a:pt x="869" y="878"/>
                </a:lnTo>
                <a:lnTo>
                  <a:pt x="869" y="879"/>
                </a:lnTo>
                <a:lnTo>
                  <a:pt x="867" y="879"/>
                </a:lnTo>
                <a:lnTo>
                  <a:pt x="867" y="880"/>
                </a:lnTo>
                <a:lnTo>
                  <a:pt x="866" y="880"/>
                </a:lnTo>
                <a:lnTo>
                  <a:pt x="865" y="880"/>
                </a:lnTo>
                <a:lnTo>
                  <a:pt x="864" y="880"/>
                </a:lnTo>
                <a:lnTo>
                  <a:pt x="864" y="879"/>
                </a:lnTo>
                <a:lnTo>
                  <a:pt x="863" y="879"/>
                </a:lnTo>
                <a:lnTo>
                  <a:pt x="863" y="878"/>
                </a:lnTo>
                <a:lnTo>
                  <a:pt x="862" y="878"/>
                </a:lnTo>
                <a:lnTo>
                  <a:pt x="861" y="878"/>
                </a:lnTo>
                <a:lnTo>
                  <a:pt x="861" y="877"/>
                </a:lnTo>
                <a:lnTo>
                  <a:pt x="860" y="877"/>
                </a:lnTo>
                <a:lnTo>
                  <a:pt x="859" y="877"/>
                </a:lnTo>
                <a:lnTo>
                  <a:pt x="858" y="877"/>
                </a:lnTo>
                <a:lnTo>
                  <a:pt x="858" y="878"/>
                </a:lnTo>
                <a:lnTo>
                  <a:pt x="857" y="878"/>
                </a:lnTo>
                <a:lnTo>
                  <a:pt x="856" y="878"/>
                </a:lnTo>
                <a:lnTo>
                  <a:pt x="855" y="878"/>
                </a:lnTo>
                <a:lnTo>
                  <a:pt x="855" y="877"/>
                </a:lnTo>
                <a:lnTo>
                  <a:pt x="854" y="877"/>
                </a:lnTo>
                <a:lnTo>
                  <a:pt x="854" y="876"/>
                </a:lnTo>
                <a:lnTo>
                  <a:pt x="854" y="875"/>
                </a:lnTo>
                <a:lnTo>
                  <a:pt x="854" y="874"/>
                </a:lnTo>
                <a:lnTo>
                  <a:pt x="853" y="874"/>
                </a:lnTo>
                <a:lnTo>
                  <a:pt x="852" y="874"/>
                </a:lnTo>
                <a:lnTo>
                  <a:pt x="851" y="874"/>
                </a:lnTo>
                <a:lnTo>
                  <a:pt x="851" y="875"/>
                </a:lnTo>
                <a:lnTo>
                  <a:pt x="851" y="876"/>
                </a:lnTo>
                <a:lnTo>
                  <a:pt x="851" y="877"/>
                </a:lnTo>
                <a:lnTo>
                  <a:pt x="850" y="877"/>
                </a:lnTo>
                <a:lnTo>
                  <a:pt x="850" y="878"/>
                </a:lnTo>
                <a:lnTo>
                  <a:pt x="849" y="878"/>
                </a:lnTo>
                <a:lnTo>
                  <a:pt x="850" y="878"/>
                </a:lnTo>
                <a:lnTo>
                  <a:pt x="849" y="878"/>
                </a:lnTo>
                <a:lnTo>
                  <a:pt x="849" y="879"/>
                </a:lnTo>
                <a:lnTo>
                  <a:pt x="848" y="879"/>
                </a:lnTo>
                <a:lnTo>
                  <a:pt x="847" y="879"/>
                </a:lnTo>
                <a:lnTo>
                  <a:pt x="847" y="880"/>
                </a:lnTo>
                <a:lnTo>
                  <a:pt x="847" y="881"/>
                </a:lnTo>
                <a:lnTo>
                  <a:pt x="847" y="882"/>
                </a:lnTo>
                <a:lnTo>
                  <a:pt x="847" y="883"/>
                </a:lnTo>
                <a:lnTo>
                  <a:pt x="846" y="883"/>
                </a:lnTo>
                <a:lnTo>
                  <a:pt x="846" y="884"/>
                </a:lnTo>
                <a:lnTo>
                  <a:pt x="845" y="884"/>
                </a:lnTo>
                <a:lnTo>
                  <a:pt x="845" y="885"/>
                </a:lnTo>
                <a:lnTo>
                  <a:pt x="845" y="886"/>
                </a:lnTo>
                <a:lnTo>
                  <a:pt x="844" y="886"/>
                </a:lnTo>
                <a:lnTo>
                  <a:pt x="843" y="886"/>
                </a:lnTo>
                <a:lnTo>
                  <a:pt x="843" y="887"/>
                </a:lnTo>
                <a:lnTo>
                  <a:pt x="843" y="888"/>
                </a:lnTo>
                <a:lnTo>
                  <a:pt x="843" y="889"/>
                </a:lnTo>
                <a:lnTo>
                  <a:pt x="842" y="889"/>
                </a:lnTo>
                <a:lnTo>
                  <a:pt x="842" y="888"/>
                </a:lnTo>
                <a:lnTo>
                  <a:pt x="841" y="888"/>
                </a:lnTo>
                <a:lnTo>
                  <a:pt x="840" y="888"/>
                </a:lnTo>
                <a:lnTo>
                  <a:pt x="839" y="888"/>
                </a:lnTo>
                <a:lnTo>
                  <a:pt x="838" y="888"/>
                </a:lnTo>
                <a:lnTo>
                  <a:pt x="838" y="889"/>
                </a:lnTo>
                <a:lnTo>
                  <a:pt x="837" y="889"/>
                </a:lnTo>
                <a:lnTo>
                  <a:pt x="837" y="888"/>
                </a:lnTo>
                <a:lnTo>
                  <a:pt x="837" y="887"/>
                </a:lnTo>
                <a:lnTo>
                  <a:pt x="837" y="886"/>
                </a:lnTo>
                <a:lnTo>
                  <a:pt x="836" y="886"/>
                </a:lnTo>
                <a:lnTo>
                  <a:pt x="835" y="886"/>
                </a:lnTo>
                <a:lnTo>
                  <a:pt x="834" y="886"/>
                </a:lnTo>
                <a:lnTo>
                  <a:pt x="834" y="887"/>
                </a:lnTo>
                <a:lnTo>
                  <a:pt x="833" y="887"/>
                </a:lnTo>
                <a:lnTo>
                  <a:pt x="832" y="887"/>
                </a:lnTo>
                <a:lnTo>
                  <a:pt x="832" y="888"/>
                </a:lnTo>
                <a:lnTo>
                  <a:pt x="831" y="888"/>
                </a:lnTo>
                <a:lnTo>
                  <a:pt x="831" y="887"/>
                </a:lnTo>
                <a:lnTo>
                  <a:pt x="830" y="887"/>
                </a:lnTo>
                <a:lnTo>
                  <a:pt x="830" y="886"/>
                </a:lnTo>
                <a:lnTo>
                  <a:pt x="830" y="885"/>
                </a:lnTo>
                <a:lnTo>
                  <a:pt x="830" y="884"/>
                </a:lnTo>
                <a:lnTo>
                  <a:pt x="829" y="884"/>
                </a:lnTo>
                <a:lnTo>
                  <a:pt x="829" y="883"/>
                </a:lnTo>
                <a:lnTo>
                  <a:pt x="828" y="883"/>
                </a:lnTo>
                <a:lnTo>
                  <a:pt x="828" y="882"/>
                </a:lnTo>
                <a:lnTo>
                  <a:pt x="827" y="882"/>
                </a:lnTo>
                <a:lnTo>
                  <a:pt x="827" y="883"/>
                </a:lnTo>
                <a:lnTo>
                  <a:pt x="826" y="883"/>
                </a:lnTo>
                <a:lnTo>
                  <a:pt x="826" y="884"/>
                </a:lnTo>
                <a:lnTo>
                  <a:pt x="826" y="885"/>
                </a:lnTo>
                <a:lnTo>
                  <a:pt x="825" y="885"/>
                </a:lnTo>
                <a:lnTo>
                  <a:pt x="824" y="885"/>
                </a:lnTo>
                <a:lnTo>
                  <a:pt x="823" y="885"/>
                </a:lnTo>
                <a:lnTo>
                  <a:pt x="823" y="884"/>
                </a:lnTo>
                <a:lnTo>
                  <a:pt x="822" y="885"/>
                </a:lnTo>
                <a:lnTo>
                  <a:pt x="821" y="885"/>
                </a:lnTo>
                <a:lnTo>
                  <a:pt x="820" y="885"/>
                </a:lnTo>
                <a:lnTo>
                  <a:pt x="820" y="886"/>
                </a:lnTo>
                <a:lnTo>
                  <a:pt x="819" y="886"/>
                </a:lnTo>
                <a:lnTo>
                  <a:pt x="818" y="886"/>
                </a:lnTo>
                <a:lnTo>
                  <a:pt x="818" y="887"/>
                </a:lnTo>
                <a:lnTo>
                  <a:pt x="817" y="887"/>
                </a:lnTo>
                <a:lnTo>
                  <a:pt x="816" y="887"/>
                </a:lnTo>
                <a:lnTo>
                  <a:pt x="816" y="886"/>
                </a:lnTo>
                <a:lnTo>
                  <a:pt x="815" y="886"/>
                </a:lnTo>
                <a:lnTo>
                  <a:pt x="814" y="886"/>
                </a:lnTo>
                <a:lnTo>
                  <a:pt x="813" y="886"/>
                </a:lnTo>
                <a:lnTo>
                  <a:pt x="813" y="885"/>
                </a:lnTo>
                <a:lnTo>
                  <a:pt x="814" y="885"/>
                </a:lnTo>
                <a:lnTo>
                  <a:pt x="816" y="885"/>
                </a:lnTo>
                <a:lnTo>
                  <a:pt x="816" y="884"/>
                </a:lnTo>
                <a:lnTo>
                  <a:pt x="815" y="884"/>
                </a:lnTo>
                <a:lnTo>
                  <a:pt x="815" y="883"/>
                </a:lnTo>
                <a:lnTo>
                  <a:pt x="814" y="883"/>
                </a:lnTo>
                <a:lnTo>
                  <a:pt x="814" y="884"/>
                </a:lnTo>
                <a:lnTo>
                  <a:pt x="813" y="884"/>
                </a:lnTo>
                <a:lnTo>
                  <a:pt x="812" y="884"/>
                </a:lnTo>
                <a:lnTo>
                  <a:pt x="811" y="884"/>
                </a:lnTo>
                <a:lnTo>
                  <a:pt x="811" y="885"/>
                </a:lnTo>
                <a:lnTo>
                  <a:pt x="810" y="885"/>
                </a:lnTo>
                <a:lnTo>
                  <a:pt x="810" y="886"/>
                </a:lnTo>
                <a:lnTo>
                  <a:pt x="809" y="886"/>
                </a:lnTo>
                <a:lnTo>
                  <a:pt x="808" y="886"/>
                </a:lnTo>
                <a:lnTo>
                  <a:pt x="807" y="886"/>
                </a:lnTo>
                <a:lnTo>
                  <a:pt x="806" y="886"/>
                </a:lnTo>
                <a:lnTo>
                  <a:pt x="806" y="887"/>
                </a:lnTo>
                <a:lnTo>
                  <a:pt x="806" y="886"/>
                </a:lnTo>
                <a:lnTo>
                  <a:pt x="806" y="887"/>
                </a:lnTo>
                <a:lnTo>
                  <a:pt x="805" y="887"/>
                </a:lnTo>
                <a:lnTo>
                  <a:pt x="805" y="886"/>
                </a:lnTo>
                <a:lnTo>
                  <a:pt x="804" y="886"/>
                </a:lnTo>
                <a:lnTo>
                  <a:pt x="804" y="885"/>
                </a:lnTo>
                <a:lnTo>
                  <a:pt x="803" y="885"/>
                </a:lnTo>
                <a:lnTo>
                  <a:pt x="802" y="885"/>
                </a:lnTo>
                <a:lnTo>
                  <a:pt x="802" y="884"/>
                </a:lnTo>
                <a:lnTo>
                  <a:pt x="801" y="884"/>
                </a:lnTo>
                <a:lnTo>
                  <a:pt x="800" y="884"/>
                </a:lnTo>
                <a:lnTo>
                  <a:pt x="800" y="885"/>
                </a:lnTo>
                <a:lnTo>
                  <a:pt x="799" y="885"/>
                </a:lnTo>
                <a:lnTo>
                  <a:pt x="798" y="885"/>
                </a:lnTo>
                <a:lnTo>
                  <a:pt x="798" y="886"/>
                </a:lnTo>
                <a:lnTo>
                  <a:pt x="797" y="886"/>
                </a:lnTo>
                <a:lnTo>
                  <a:pt x="797" y="887"/>
                </a:lnTo>
                <a:lnTo>
                  <a:pt x="796" y="887"/>
                </a:lnTo>
                <a:lnTo>
                  <a:pt x="795" y="887"/>
                </a:lnTo>
                <a:lnTo>
                  <a:pt x="794" y="887"/>
                </a:lnTo>
                <a:lnTo>
                  <a:pt x="793" y="887"/>
                </a:lnTo>
                <a:lnTo>
                  <a:pt x="792" y="887"/>
                </a:lnTo>
                <a:lnTo>
                  <a:pt x="791" y="887"/>
                </a:lnTo>
                <a:lnTo>
                  <a:pt x="791" y="886"/>
                </a:lnTo>
                <a:lnTo>
                  <a:pt x="790" y="886"/>
                </a:lnTo>
                <a:lnTo>
                  <a:pt x="789" y="886"/>
                </a:lnTo>
                <a:lnTo>
                  <a:pt x="789" y="885"/>
                </a:lnTo>
                <a:lnTo>
                  <a:pt x="789" y="886"/>
                </a:lnTo>
                <a:lnTo>
                  <a:pt x="789" y="885"/>
                </a:lnTo>
                <a:lnTo>
                  <a:pt x="789" y="886"/>
                </a:lnTo>
                <a:lnTo>
                  <a:pt x="788" y="886"/>
                </a:lnTo>
                <a:lnTo>
                  <a:pt x="788" y="885"/>
                </a:lnTo>
                <a:lnTo>
                  <a:pt x="787" y="885"/>
                </a:lnTo>
                <a:lnTo>
                  <a:pt x="787" y="884"/>
                </a:lnTo>
                <a:lnTo>
                  <a:pt x="787" y="883"/>
                </a:lnTo>
                <a:lnTo>
                  <a:pt x="787" y="882"/>
                </a:lnTo>
                <a:lnTo>
                  <a:pt x="786" y="882"/>
                </a:lnTo>
                <a:lnTo>
                  <a:pt x="786" y="881"/>
                </a:lnTo>
                <a:lnTo>
                  <a:pt x="785" y="881"/>
                </a:lnTo>
                <a:lnTo>
                  <a:pt x="785" y="880"/>
                </a:lnTo>
                <a:lnTo>
                  <a:pt x="784" y="880"/>
                </a:lnTo>
                <a:lnTo>
                  <a:pt x="784" y="879"/>
                </a:lnTo>
                <a:lnTo>
                  <a:pt x="784" y="878"/>
                </a:lnTo>
                <a:lnTo>
                  <a:pt x="784" y="877"/>
                </a:lnTo>
                <a:lnTo>
                  <a:pt x="783" y="877"/>
                </a:lnTo>
                <a:lnTo>
                  <a:pt x="782" y="877"/>
                </a:lnTo>
                <a:lnTo>
                  <a:pt x="782" y="876"/>
                </a:lnTo>
                <a:lnTo>
                  <a:pt x="781" y="876"/>
                </a:lnTo>
                <a:lnTo>
                  <a:pt x="781" y="875"/>
                </a:lnTo>
                <a:lnTo>
                  <a:pt x="781" y="874"/>
                </a:lnTo>
                <a:lnTo>
                  <a:pt x="780" y="874"/>
                </a:lnTo>
                <a:lnTo>
                  <a:pt x="779" y="874"/>
                </a:lnTo>
                <a:lnTo>
                  <a:pt x="778" y="874"/>
                </a:lnTo>
                <a:lnTo>
                  <a:pt x="778" y="873"/>
                </a:lnTo>
                <a:lnTo>
                  <a:pt x="778" y="874"/>
                </a:lnTo>
                <a:lnTo>
                  <a:pt x="777" y="874"/>
                </a:lnTo>
                <a:lnTo>
                  <a:pt x="777" y="873"/>
                </a:lnTo>
                <a:lnTo>
                  <a:pt x="777" y="874"/>
                </a:lnTo>
                <a:lnTo>
                  <a:pt x="776" y="874"/>
                </a:lnTo>
                <a:lnTo>
                  <a:pt x="776" y="873"/>
                </a:lnTo>
                <a:lnTo>
                  <a:pt x="776" y="874"/>
                </a:lnTo>
                <a:lnTo>
                  <a:pt x="775" y="874"/>
                </a:lnTo>
                <a:lnTo>
                  <a:pt x="774" y="874"/>
                </a:lnTo>
                <a:lnTo>
                  <a:pt x="774" y="873"/>
                </a:lnTo>
                <a:lnTo>
                  <a:pt x="773" y="873"/>
                </a:lnTo>
                <a:lnTo>
                  <a:pt x="772" y="873"/>
                </a:lnTo>
                <a:lnTo>
                  <a:pt x="771" y="873"/>
                </a:lnTo>
                <a:lnTo>
                  <a:pt x="771" y="872"/>
                </a:lnTo>
                <a:lnTo>
                  <a:pt x="771" y="871"/>
                </a:lnTo>
                <a:lnTo>
                  <a:pt x="770" y="871"/>
                </a:lnTo>
                <a:lnTo>
                  <a:pt x="770" y="870"/>
                </a:lnTo>
                <a:lnTo>
                  <a:pt x="769" y="870"/>
                </a:lnTo>
                <a:lnTo>
                  <a:pt x="768" y="870"/>
                </a:lnTo>
                <a:lnTo>
                  <a:pt x="768" y="869"/>
                </a:lnTo>
                <a:lnTo>
                  <a:pt x="767" y="869"/>
                </a:lnTo>
                <a:lnTo>
                  <a:pt x="766" y="869"/>
                </a:lnTo>
                <a:lnTo>
                  <a:pt x="766" y="868"/>
                </a:lnTo>
                <a:lnTo>
                  <a:pt x="765" y="868"/>
                </a:lnTo>
                <a:lnTo>
                  <a:pt x="765" y="867"/>
                </a:lnTo>
                <a:lnTo>
                  <a:pt x="765" y="866"/>
                </a:lnTo>
                <a:lnTo>
                  <a:pt x="764" y="866"/>
                </a:lnTo>
                <a:lnTo>
                  <a:pt x="763" y="866"/>
                </a:lnTo>
                <a:lnTo>
                  <a:pt x="763" y="867"/>
                </a:lnTo>
                <a:lnTo>
                  <a:pt x="762" y="867"/>
                </a:lnTo>
                <a:lnTo>
                  <a:pt x="761" y="867"/>
                </a:lnTo>
                <a:lnTo>
                  <a:pt x="760" y="867"/>
                </a:lnTo>
                <a:lnTo>
                  <a:pt x="759" y="866"/>
                </a:lnTo>
                <a:lnTo>
                  <a:pt x="759" y="867"/>
                </a:lnTo>
                <a:lnTo>
                  <a:pt x="758" y="867"/>
                </a:lnTo>
                <a:lnTo>
                  <a:pt x="758" y="866"/>
                </a:lnTo>
                <a:lnTo>
                  <a:pt x="757" y="866"/>
                </a:lnTo>
                <a:lnTo>
                  <a:pt x="757" y="865"/>
                </a:lnTo>
                <a:lnTo>
                  <a:pt x="756" y="865"/>
                </a:lnTo>
                <a:lnTo>
                  <a:pt x="755" y="865"/>
                </a:lnTo>
                <a:lnTo>
                  <a:pt x="754" y="865"/>
                </a:lnTo>
                <a:lnTo>
                  <a:pt x="754" y="864"/>
                </a:lnTo>
                <a:lnTo>
                  <a:pt x="754" y="863"/>
                </a:lnTo>
                <a:lnTo>
                  <a:pt x="755" y="863"/>
                </a:lnTo>
                <a:lnTo>
                  <a:pt x="755" y="862"/>
                </a:lnTo>
                <a:lnTo>
                  <a:pt x="755" y="861"/>
                </a:lnTo>
                <a:lnTo>
                  <a:pt x="756" y="861"/>
                </a:lnTo>
                <a:lnTo>
                  <a:pt x="755" y="861"/>
                </a:lnTo>
                <a:lnTo>
                  <a:pt x="754" y="861"/>
                </a:lnTo>
                <a:lnTo>
                  <a:pt x="754" y="860"/>
                </a:lnTo>
                <a:lnTo>
                  <a:pt x="754" y="859"/>
                </a:lnTo>
                <a:lnTo>
                  <a:pt x="753" y="859"/>
                </a:lnTo>
                <a:lnTo>
                  <a:pt x="753" y="858"/>
                </a:lnTo>
                <a:lnTo>
                  <a:pt x="752" y="858"/>
                </a:lnTo>
                <a:lnTo>
                  <a:pt x="751" y="858"/>
                </a:lnTo>
                <a:lnTo>
                  <a:pt x="750" y="858"/>
                </a:lnTo>
                <a:lnTo>
                  <a:pt x="749" y="858"/>
                </a:lnTo>
                <a:lnTo>
                  <a:pt x="748" y="858"/>
                </a:lnTo>
                <a:lnTo>
                  <a:pt x="747" y="858"/>
                </a:lnTo>
                <a:lnTo>
                  <a:pt x="747" y="859"/>
                </a:lnTo>
                <a:lnTo>
                  <a:pt x="746" y="859"/>
                </a:lnTo>
                <a:lnTo>
                  <a:pt x="746" y="860"/>
                </a:lnTo>
                <a:lnTo>
                  <a:pt x="746" y="861"/>
                </a:lnTo>
                <a:lnTo>
                  <a:pt x="745" y="861"/>
                </a:lnTo>
                <a:lnTo>
                  <a:pt x="744" y="861"/>
                </a:lnTo>
                <a:lnTo>
                  <a:pt x="744" y="862"/>
                </a:lnTo>
                <a:lnTo>
                  <a:pt x="744" y="861"/>
                </a:lnTo>
                <a:lnTo>
                  <a:pt x="743" y="861"/>
                </a:lnTo>
                <a:lnTo>
                  <a:pt x="742" y="861"/>
                </a:lnTo>
                <a:lnTo>
                  <a:pt x="741" y="861"/>
                </a:lnTo>
                <a:lnTo>
                  <a:pt x="741" y="860"/>
                </a:lnTo>
                <a:lnTo>
                  <a:pt x="741" y="859"/>
                </a:lnTo>
                <a:lnTo>
                  <a:pt x="741" y="858"/>
                </a:lnTo>
                <a:lnTo>
                  <a:pt x="740" y="858"/>
                </a:lnTo>
                <a:lnTo>
                  <a:pt x="739" y="858"/>
                </a:lnTo>
                <a:lnTo>
                  <a:pt x="739" y="857"/>
                </a:lnTo>
                <a:lnTo>
                  <a:pt x="738" y="857"/>
                </a:lnTo>
                <a:lnTo>
                  <a:pt x="738" y="858"/>
                </a:lnTo>
                <a:lnTo>
                  <a:pt x="738" y="857"/>
                </a:lnTo>
                <a:lnTo>
                  <a:pt x="738" y="858"/>
                </a:lnTo>
                <a:lnTo>
                  <a:pt x="737" y="858"/>
                </a:lnTo>
                <a:lnTo>
                  <a:pt x="738" y="858"/>
                </a:lnTo>
                <a:lnTo>
                  <a:pt x="737" y="858"/>
                </a:lnTo>
                <a:lnTo>
                  <a:pt x="737" y="859"/>
                </a:lnTo>
                <a:lnTo>
                  <a:pt x="738" y="859"/>
                </a:lnTo>
                <a:lnTo>
                  <a:pt x="738" y="860"/>
                </a:lnTo>
                <a:lnTo>
                  <a:pt x="737" y="860"/>
                </a:lnTo>
                <a:lnTo>
                  <a:pt x="737" y="861"/>
                </a:lnTo>
                <a:lnTo>
                  <a:pt x="738" y="861"/>
                </a:lnTo>
                <a:lnTo>
                  <a:pt x="738" y="862"/>
                </a:lnTo>
                <a:lnTo>
                  <a:pt x="737" y="862"/>
                </a:lnTo>
                <a:lnTo>
                  <a:pt x="737" y="863"/>
                </a:lnTo>
                <a:lnTo>
                  <a:pt x="736" y="863"/>
                </a:lnTo>
                <a:lnTo>
                  <a:pt x="736" y="864"/>
                </a:lnTo>
                <a:lnTo>
                  <a:pt x="735" y="864"/>
                </a:lnTo>
                <a:lnTo>
                  <a:pt x="735" y="865"/>
                </a:lnTo>
                <a:lnTo>
                  <a:pt x="735" y="866"/>
                </a:lnTo>
                <a:lnTo>
                  <a:pt x="734" y="866"/>
                </a:lnTo>
                <a:lnTo>
                  <a:pt x="735" y="866"/>
                </a:lnTo>
                <a:lnTo>
                  <a:pt x="734" y="866"/>
                </a:lnTo>
                <a:lnTo>
                  <a:pt x="734" y="867"/>
                </a:lnTo>
                <a:lnTo>
                  <a:pt x="734" y="868"/>
                </a:lnTo>
                <a:lnTo>
                  <a:pt x="733" y="868"/>
                </a:lnTo>
                <a:lnTo>
                  <a:pt x="733" y="869"/>
                </a:lnTo>
                <a:lnTo>
                  <a:pt x="733" y="870"/>
                </a:lnTo>
                <a:lnTo>
                  <a:pt x="733" y="871"/>
                </a:lnTo>
                <a:lnTo>
                  <a:pt x="734" y="871"/>
                </a:lnTo>
                <a:lnTo>
                  <a:pt x="733" y="871"/>
                </a:lnTo>
                <a:lnTo>
                  <a:pt x="733" y="872"/>
                </a:lnTo>
                <a:lnTo>
                  <a:pt x="733" y="873"/>
                </a:lnTo>
                <a:lnTo>
                  <a:pt x="731" y="873"/>
                </a:lnTo>
                <a:lnTo>
                  <a:pt x="731" y="874"/>
                </a:lnTo>
                <a:lnTo>
                  <a:pt x="730" y="874"/>
                </a:lnTo>
                <a:lnTo>
                  <a:pt x="729" y="874"/>
                </a:lnTo>
                <a:lnTo>
                  <a:pt x="729" y="875"/>
                </a:lnTo>
                <a:lnTo>
                  <a:pt x="729" y="876"/>
                </a:lnTo>
                <a:lnTo>
                  <a:pt x="728" y="876"/>
                </a:lnTo>
                <a:lnTo>
                  <a:pt x="728" y="877"/>
                </a:lnTo>
                <a:lnTo>
                  <a:pt x="728" y="878"/>
                </a:lnTo>
                <a:lnTo>
                  <a:pt x="727" y="878"/>
                </a:lnTo>
                <a:lnTo>
                  <a:pt x="726" y="878"/>
                </a:lnTo>
                <a:lnTo>
                  <a:pt x="725" y="878"/>
                </a:lnTo>
                <a:lnTo>
                  <a:pt x="724" y="878"/>
                </a:lnTo>
                <a:lnTo>
                  <a:pt x="723" y="878"/>
                </a:lnTo>
                <a:lnTo>
                  <a:pt x="723" y="877"/>
                </a:lnTo>
                <a:lnTo>
                  <a:pt x="722" y="877"/>
                </a:lnTo>
                <a:lnTo>
                  <a:pt x="722" y="876"/>
                </a:lnTo>
                <a:lnTo>
                  <a:pt x="721" y="876"/>
                </a:lnTo>
                <a:lnTo>
                  <a:pt x="721" y="875"/>
                </a:lnTo>
                <a:lnTo>
                  <a:pt x="719" y="875"/>
                </a:lnTo>
                <a:lnTo>
                  <a:pt x="718" y="875"/>
                </a:lnTo>
                <a:lnTo>
                  <a:pt x="717" y="875"/>
                </a:lnTo>
                <a:lnTo>
                  <a:pt x="717" y="874"/>
                </a:lnTo>
                <a:lnTo>
                  <a:pt x="717" y="873"/>
                </a:lnTo>
                <a:lnTo>
                  <a:pt x="717" y="872"/>
                </a:lnTo>
                <a:lnTo>
                  <a:pt x="717" y="873"/>
                </a:lnTo>
                <a:lnTo>
                  <a:pt x="716" y="873"/>
                </a:lnTo>
                <a:lnTo>
                  <a:pt x="716" y="874"/>
                </a:lnTo>
                <a:lnTo>
                  <a:pt x="715" y="874"/>
                </a:lnTo>
                <a:lnTo>
                  <a:pt x="714" y="874"/>
                </a:lnTo>
                <a:lnTo>
                  <a:pt x="714" y="873"/>
                </a:lnTo>
                <a:lnTo>
                  <a:pt x="714" y="872"/>
                </a:lnTo>
                <a:lnTo>
                  <a:pt x="713" y="872"/>
                </a:lnTo>
                <a:lnTo>
                  <a:pt x="713" y="871"/>
                </a:lnTo>
                <a:lnTo>
                  <a:pt x="712" y="871"/>
                </a:lnTo>
                <a:lnTo>
                  <a:pt x="711" y="871"/>
                </a:lnTo>
                <a:lnTo>
                  <a:pt x="710" y="871"/>
                </a:lnTo>
                <a:lnTo>
                  <a:pt x="709" y="871"/>
                </a:lnTo>
                <a:lnTo>
                  <a:pt x="708" y="871"/>
                </a:lnTo>
                <a:lnTo>
                  <a:pt x="707" y="871"/>
                </a:lnTo>
                <a:lnTo>
                  <a:pt x="707" y="870"/>
                </a:lnTo>
                <a:lnTo>
                  <a:pt x="707" y="868"/>
                </a:lnTo>
                <a:lnTo>
                  <a:pt x="706" y="868"/>
                </a:lnTo>
                <a:lnTo>
                  <a:pt x="707" y="867"/>
                </a:lnTo>
                <a:lnTo>
                  <a:pt x="707" y="866"/>
                </a:lnTo>
                <a:lnTo>
                  <a:pt x="707" y="865"/>
                </a:lnTo>
                <a:lnTo>
                  <a:pt x="706" y="865"/>
                </a:lnTo>
                <a:lnTo>
                  <a:pt x="706" y="864"/>
                </a:lnTo>
                <a:lnTo>
                  <a:pt x="706" y="863"/>
                </a:lnTo>
                <a:lnTo>
                  <a:pt x="706" y="862"/>
                </a:lnTo>
                <a:lnTo>
                  <a:pt x="706" y="861"/>
                </a:lnTo>
                <a:lnTo>
                  <a:pt x="705" y="861"/>
                </a:lnTo>
                <a:lnTo>
                  <a:pt x="705" y="860"/>
                </a:lnTo>
                <a:lnTo>
                  <a:pt x="706" y="860"/>
                </a:lnTo>
                <a:lnTo>
                  <a:pt x="705" y="860"/>
                </a:lnTo>
                <a:lnTo>
                  <a:pt x="705" y="859"/>
                </a:lnTo>
                <a:lnTo>
                  <a:pt x="706" y="859"/>
                </a:lnTo>
                <a:lnTo>
                  <a:pt x="707" y="859"/>
                </a:lnTo>
                <a:lnTo>
                  <a:pt x="707" y="858"/>
                </a:lnTo>
                <a:lnTo>
                  <a:pt x="706" y="858"/>
                </a:lnTo>
                <a:lnTo>
                  <a:pt x="706" y="857"/>
                </a:lnTo>
                <a:lnTo>
                  <a:pt x="706" y="856"/>
                </a:lnTo>
                <a:lnTo>
                  <a:pt x="705" y="856"/>
                </a:lnTo>
                <a:lnTo>
                  <a:pt x="705" y="855"/>
                </a:lnTo>
                <a:lnTo>
                  <a:pt x="704" y="855"/>
                </a:lnTo>
                <a:lnTo>
                  <a:pt x="704" y="854"/>
                </a:lnTo>
                <a:lnTo>
                  <a:pt x="705" y="854"/>
                </a:lnTo>
                <a:lnTo>
                  <a:pt x="704" y="854"/>
                </a:lnTo>
                <a:lnTo>
                  <a:pt x="704" y="853"/>
                </a:lnTo>
                <a:lnTo>
                  <a:pt x="705" y="853"/>
                </a:lnTo>
                <a:lnTo>
                  <a:pt x="704" y="853"/>
                </a:lnTo>
                <a:lnTo>
                  <a:pt x="704" y="852"/>
                </a:lnTo>
                <a:lnTo>
                  <a:pt x="704" y="851"/>
                </a:lnTo>
                <a:lnTo>
                  <a:pt x="703" y="851"/>
                </a:lnTo>
                <a:lnTo>
                  <a:pt x="703" y="852"/>
                </a:lnTo>
                <a:lnTo>
                  <a:pt x="703" y="853"/>
                </a:lnTo>
                <a:lnTo>
                  <a:pt x="703" y="854"/>
                </a:lnTo>
                <a:lnTo>
                  <a:pt x="702" y="854"/>
                </a:lnTo>
                <a:lnTo>
                  <a:pt x="702" y="855"/>
                </a:lnTo>
                <a:lnTo>
                  <a:pt x="701" y="855"/>
                </a:lnTo>
                <a:lnTo>
                  <a:pt x="700" y="855"/>
                </a:lnTo>
                <a:lnTo>
                  <a:pt x="700" y="856"/>
                </a:lnTo>
                <a:lnTo>
                  <a:pt x="700" y="855"/>
                </a:lnTo>
                <a:lnTo>
                  <a:pt x="700" y="856"/>
                </a:lnTo>
                <a:lnTo>
                  <a:pt x="699" y="856"/>
                </a:lnTo>
                <a:lnTo>
                  <a:pt x="700" y="856"/>
                </a:lnTo>
                <a:lnTo>
                  <a:pt x="699" y="856"/>
                </a:lnTo>
                <a:lnTo>
                  <a:pt x="699" y="857"/>
                </a:lnTo>
                <a:lnTo>
                  <a:pt x="699" y="858"/>
                </a:lnTo>
                <a:lnTo>
                  <a:pt x="698" y="858"/>
                </a:lnTo>
                <a:lnTo>
                  <a:pt x="698" y="859"/>
                </a:lnTo>
                <a:lnTo>
                  <a:pt x="697" y="859"/>
                </a:lnTo>
                <a:lnTo>
                  <a:pt x="696" y="859"/>
                </a:lnTo>
                <a:lnTo>
                  <a:pt x="695" y="859"/>
                </a:lnTo>
                <a:lnTo>
                  <a:pt x="694" y="859"/>
                </a:lnTo>
                <a:lnTo>
                  <a:pt x="694" y="860"/>
                </a:lnTo>
                <a:lnTo>
                  <a:pt x="694" y="861"/>
                </a:lnTo>
                <a:lnTo>
                  <a:pt x="695" y="861"/>
                </a:lnTo>
                <a:lnTo>
                  <a:pt x="695" y="862"/>
                </a:lnTo>
                <a:lnTo>
                  <a:pt x="695" y="863"/>
                </a:lnTo>
                <a:lnTo>
                  <a:pt x="695" y="864"/>
                </a:lnTo>
                <a:lnTo>
                  <a:pt x="695" y="865"/>
                </a:lnTo>
                <a:lnTo>
                  <a:pt x="695" y="866"/>
                </a:lnTo>
                <a:lnTo>
                  <a:pt x="694" y="866"/>
                </a:lnTo>
                <a:lnTo>
                  <a:pt x="694" y="867"/>
                </a:lnTo>
                <a:lnTo>
                  <a:pt x="694" y="868"/>
                </a:lnTo>
                <a:lnTo>
                  <a:pt x="695" y="868"/>
                </a:lnTo>
                <a:lnTo>
                  <a:pt x="695" y="869"/>
                </a:lnTo>
                <a:lnTo>
                  <a:pt x="696" y="869"/>
                </a:lnTo>
                <a:lnTo>
                  <a:pt x="696" y="870"/>
                </a:lnTo>
                <a:lnTo>
                  <a:pt x="696" y="871"/>
                </a:lnTo>
                <a:lnTo>
                  <a:pt x="696" y="872"/>
                </a:lnTo>
                <a:lnTo>
                  <a:pt x="697" y="872"/>
                </a:lnTo>
                <a:lnTo>
                  <a:pt x="697" y="873"/>
                </a:lnTo>
                <a:lnTo>
                  <a:pt x="696" y="873"/>
                </a:lnTo>
                <a:lnTo>
                  <a:pt x="697" y="873"/>
                </a:lnTo>
                <a:lnTo>
                  <a:pt x="696" y="873"/>
                </a:lnTo>
                <a:lnTo>
                  <a:pt x="696" y="874"/>
                </a:lnTo>
                <a:lnTo>
                  <a:pt x="697" y="874"/>
                </a:lnTo>
                <a:lnTo>
                  <a:pt x="697" y="875"/>
                </a:lnTo>
                <a:lnTo>
                  <a:pt x="698" y="875"/>
                </a:lnTo>
                <a:lnTo>
                  <a:pt x="698" y="876"/>
                </a:lnTo>
                <a:lnTo>
                  <a:pt x="697" y="876"/>
                </a:lnTo>
                <a:lnTo>
                  <a:pt x="697" y="877"/>
                </a:lnTo>
                <a:lnTo>
                  <a:pt x="696" y="877"/>
                </a:lnTo>
                <a:lnTo>
                  <a:pt x="696" y="876"/>
                </a:lnTo>
                <a:lnTo>
                  <a:pt x="696" y="877"/>
                </a:lnTo>
                <a:lnTo>
                  <a:pt x="695" y="877"/>
                </a:lnTo>
                <a:lnTo>
                  <a:pt x="694" y="877"/>
                </a:lnTo>
                <a:lnTo>
                  <a:pt x="694" y="878"/>
                </a:lnTo>
                <a:lnTo>
                  <a:pt x="693" y="878"/>
                </a:lnTo>
                <a:lnTo>
                  <a:pt x="693" y="879"/>
                </a:lnTo>
                <a:lnTo>
                  <a:pt x="692" y="879"/>
                </a:lnTo>
                <a:lnTo>
                  <a:pt x="691" y="879"/>
                </a:lnTo>
                <a:lnTo>
                  <a:pt x="691" y="878"/>
                </a:lnTo>
                <a:lnTo>
                  <a:pt x="690" y="878"/>
                </a:lnTo>
                <a:lnTo>
                  <a:pt x="690" y="879"/>
                </a:lnTo>
                <a:lnTo>
                  <a:pt x="690" y="878"/>
                </a:lnTo>
                <a:lnTo>
                  <a:pt x="689" y="878"/>
                </a:lnTo>
                <a:lnTo>
                  <a:pt x="688" y="878"/>
                </a:lnTo>
                <a:lnTo>
                  <a:pt x="687" y="878"/>
                </a:lnTo>
                <a:lnTo>
                  <a:pt x="686" y="878"/>
                </a:lnTo>
                <a:lnTo>
                  <a:pt x="686" y="877"/>
                </a:lnTo>
                <a:lnTo>
                  <a:pt x="685" y="877"/>
                </a:lnTo>
                <a:lnTo>
                  <a:pt x="685" y="876"/>
                </a:lnTo>
                <a:lnTo>
                  <a:pt x="684" y="876"/>
                </a:lnTo>
                <a:lnTo>
                  <a:pt x="683" y="876"/>
                </a:lnTo>
                <a:lnTo>
                  <a:pt x="683" y="875"/>
                </a:lnTo>
                <a:lnTo>
                  <a:pt x="682" y="875"/>
                </a:lnTo>
                <a:lnTo>
                  <a:pt x="682" y="874"/>
                </a:lnTo>
                <a:lnTo>
                  <a:pt x="683" y="874"/>
                </a:lnTo>
                <a:lnTo>
                  <a:pt x="683" y="873"/>
                </a:lnTo>
                <a:lnTo>
                  <a:pt x="683" y="872"/>
                </a:lnTo>
                <a:lnTo>
                  <a:pt x="683" y="871"/>
                </a:lnTo>
                <a:lnTo>
                  <a:pt x="684" y="871"/>
                </a:lnTo>
                <a:lnTo>
                  <a:pt x="684" y="870"/>
                </a:lnTo>
                <a:lnTo>
                  <a:pt x="685" y="870"/>
                </a:lnTo>
                <a:lnTo>
                  <a:pt x="685" y="869"/>
                </a:lnTo>
                <a:lnTo>
                  <a:pt x="684" y="869"/>
                </a:lnTo>
                <a:lnTo>
                  <a:pt x="683" y="869"/>
                </a:lnTo>
                <a:lnTo>
                  <a:pt x="683" y="868"/>
                </a:lnTo>
                <a:lnTo>
                  <a:pt x="683" y="867"/>
                </a:lnTo>
                <a:lnTo>
                  <a:pt x="682" y="867"/>
                </a:lnTo>
                <a:lnTo>
                  <a:pt x="682" y="866"/>
                </a:lnTo>
                <a:lnTo>
                  <a:pt x="681" y="866"/>
                </a:lnTo>
                <a:lnTo>
                  <a:pt x="680" y="866"/>
                </a:lnTo>
                <a:lnTo>
                  <a:pt x="680" y="865"/>
                </a:lnTo>
                <a:lnTo>
                  <a:pt x="680" y="864"/>
                </a:lnTo>
                <a:lnTo>
                  <a:pt x="679" y="864"/>
                </a:lnTo>
                <a:lnTo>
                  <a:pt x="678" y="864"/>
                </a:lnTo>
                <a:lnTo>
                  <a:pt x="678" y="863"/>
                </a:lnTo>
                <a:lnTo>
                  <a:pt x="678" y="862"/>
                </a:lnTo>
                <a:lnTo>
                  <a:pt x="677" y="862"/>
                </a:lnTo>
                <a:lnTo>
                  <a:pt x="677" y="861"/>
                </a:lnTo>
                <a:lnTo>
                  <a:pt x="678" y="861"/>
                </a:lnTo>
                <a:lnTo>
                  <a:pt x="678" y="860"/>
                </a:lnTo>
                <a:lnTo>
                  <a:pt x="678" y="859"/>
                </a:lnTo>
                <a:lnTo>
                  <a:pt x="678" y="858"/>
                </a:lnTo>
                <a:lnTo>
                  <a:pt x="677" y="858"/>
                </a:lnTo>
                <a:lnTo>
                  <a:pt x="677" y="857"/>
                </a:lnTo>
                <a:lnTo>
                  <a:pt x="676" y="857"/>
                </a:lnTo>
                <a:lnTo>
                  <a:pt x="675" y="857"/>
                </a:lnTo>
                <a:lnTo>
                  <a:pt x="675" y="856"/>
                </a:lnTo>
                <a:lnTo>
                  <a:pt x="675" y="855"/>
                </a:lnTo>
                <a:lnTo>
                  <a:pt x="675" y="854"/>
                </a:lnTo>
                <a:lnTo>
                  <a:pt x="674" y="854"/>
                </a:lnTo>
                <a:lnTo>
                  <a:pt x="674" y="853"/>
                </a:lnTo>
                <a:lnTo>
                  <a:pt x="674" y="852"/>
                </a:lnTo>
                <a:lnTo>
                  <a:pt x="673" y="852"/>
                </a:lnTo>
                <a:lnTo>
                  <a:pt x="673" y="850"/>
                </a:lnTo>
                <a:lnTo>
                  <a:pt x="672" y="850"/>
                </a:lnTo>
                <a:lnTo>
                  <a:pt x="671" y="850"/>
                </a:lnTo>
                <a:lnTo>
                  <a:pt x="671" y="849"/>
                </a:lnTo>
                <a:lnTo>
                  <a:pt x="670" y="849"/>
                </a:lnTo>
                <a:lnTo>
                  <a:pt x="670" y="848"/>
                </a:lnTo>
                <a:lnTo>
                  <a:pt x="669" y="848"/>
                </a:lnTo>
                <a:lnTo>
                  <a:pt x="669" y="849"/>
                </a:lnTo>
                <a:lnTo>
                  <a:pt x="668" y="849"/>
                </a:lnTo>
                <a:lnTo>
                  <a:pt x="668" y="848"/>
                </a:lnTo>
                <a:lnTo>
                  <a:pt x="667" y="848"/>
                </a:lnTo>
                <a:lnTo>
                  <a:pt x="667" y="847"/>
                </a:lnTo>
                <a:lnTo>
                  <a:pt x="666" y="847"/>
                </a:lnTo>
                <a:lnTo>
                  <a:pt x="667" y="847"/>
                </a:lnTo>
                <a:lnTo>
                  <a:pt x="666" y="847"/>
                </a:lnTo>
                <a:lnTo>
                  <a:pt x="666" y="846"/>
                </a:lnTo>
                <a:lnTo>
                  <a:pt x="665" y="846"/>
                </a:lnTo>
                <a:lnTo>
                  <a:pt x="665" y="845"/>
                </a:lnTo>
                <a:lnTo>
                  <a:pt x="664" y="845"/>
                </a:lnTo>
                <a:lnTo>
                  <a:pt x="664" y="844"/>
                </a:lnTo>
                <a:lnTo>
                  <a:pt x="664" y="843"/>
                </a:lnTo>
                <a:lnTo>
                  <a:pt x="663" y="843"/>
                </a:lnTo>
                <a:lnTo>
                  <a:pt x="663" y="841"/>
                </a:lnTo>
                <a:lnTo>
                  <a:pt x="663" y="840"/>
                </a:lnTo>
                <a:lnTo>
                  <a:pt x="663" y="839"/>
                </a:lnTo>
                <a:lnTo>
                  <a:pt x="663" y="838"/>
                </a:lnTo>
                <a:lnTo>
                  <a:pt x="663" y="837"/>
                </a:lnTo>
                <a:lnTo>
                  <a:pt x="663" y="836"/>
                </a:lnTo>
                <a:lnTo>
                  <a:pt x="663" y="835"/>
                </a:lnTo>
                <a:lnTo>
                  <a:pt x="662" y="835"/>
                </a:lnTo>
                <a:lnTo>
                  <a:pt x="663" y="835"/>
                </a:lnTo>
                <a:lnTo>
                  <a:pt x="663" y="834"/>
                </a:lnTo>
                <a:lnTo>
                  <a:pt x="662" y="834"/>
                </a:lnTo>
                <a:lnTo>
                  <a:pt x="662" y="833"/>
                </a:lnTo>
                <a:lnTo>
                  <a:pt x="662" y="832"/>
                </a:lnTo>
                <a:lnTo>
                  <a:pt x="661" y="832"/>
                </a:lnTo>
                <a:lnTo>
                  <a:pt x="661" y="831"/>
                </a:lnTo>
                <a:lnTo>
                  <a:pt x="662" y="831"/>
                </a:lnTo>
                <a:lnTo>
                  <a:pt x="661" y="831"/>
                </a:lnTo>
                <a:lnTo>
                  <a:pt x="661" y="830"/>
                </a:lnTo>
                <a:lnTo>
                  <a:pt x="661" y="829"/>
                </a:lnTo>
                <a:lnTo>
                  <a:pt x="660" y="829"/>
                </a:lnTo>
                <a:lnTo>
                  <a:pt x="660" y="830"/>
                </a:lnTo>
                <a:lnTo>
                  <a:pt x="660" y="829"/>
                </a:lnTo>
                <a:lnTo>
                  <a:pt x="659" y="829"/>
                </a:lnTo>
                <a:lnTo>
                  <a:pt x="659" y="830"/>
                </a:lnTo>
                <a:lnTo>
                  <a:pt x="658" y="830"/>
                </a:lnTo>
                <a:lnTo>
                  <a:pt x="658" y="833"/>
                </a:lnTo>
                <a:lnTo>
                  <a:pt x="657" y="833"/>
                </a:lnTo>
                <a:lnTo>
                  <a:pt x="657" y="834"/>
                </a:lnTo>
                <a:lnTo>
                  <a:pt x="657" y="835"/>
                </a:lnTo>
                <a:lnTo>
                  <a:pt x="656" y="835"/>
                </a:lnTo>
                <a:lnTo>
                  <a:pt x="657" y="835"/>
                </a:lnTo>
                <a:lnTo>
                  <a:pt x="656" y="835"/>
                </a:lnTo>
                <a:lnTo>
                  <a:pt x="656" y="836"/>
                </a:lnTo>
                <a:lnTo>
                  <a:pt x="656" y="835"/>
                </a:lnTo>
                <a:lnTo>
                  <a:pt x="656" y="836"/>
                </a:lnTo>
                <a:lnTo>
                  <a:pt x="656" y="837"/>
                </a:lnTo>
                <a:lnTo>
                  <a:pt x="656" y="838"/>
                </a:lnTo>
                <a:lnTo>
                  <a:pt x="656" y="839"/>
                </a:lnTo>
                <a:lnTo>
                  <a:pt x="655" y="839"/>
                </a:lnTo>
                <a:lnTo>
                  <a:pt x="655" y="840"/>
                </a:lnTo>
                <a:lnTo>
                  <a:pt x="654" y="840"/>
                </a:lnTo>
                <a:lnTo>
                  <a:pt x="654" y="841"/>
                </a:lnTo>
                <a:lnTo>
                  <a:pt x="653" y="841"/>
                </a:lnTo>
                <a:lnTo>
                  <a:pt x="653" y="842"/>
                </a:lnTo>
                <a:lnTo>
                  <a:pt x="652" y="842"/>
                </a:lnTo>
                <a:lnTo>
                  <a:pt x="652" y="843"/>
                </a:lnTo>
                <a:lnTo>
                  <a:pt x="651" y="843"/>
                </a:lnTo>
                <a:lnTo>
                  <a:pt x="651" y="842"/>
                </a:lnTo>
                <a:lnTo>
                  <a:pt x="651" y="841"/>
                </a:lnTo>
                <a:lnTo>
                  <a:pt x="651" y="840"/>
                </a:lnTo>
                <a:lnTo>
                  <a:pt x="651" y="839"/>
                </a:lnTo>
                <a:lnTo>
                  <a:pt x="650" y="839"/>
                </a:lnTo>
                <a:lnTo>
                  <a:pt x="650" y="838"/>
                </a:lnTo>
                <a:lnTo>
                  <a:pt x="651" y="838"/>
                </a:lnTo>
                <a:lnTo>
                  <a:pt x="650" y="838"/>
                </a:lnTo>
                <a:lnTo>
                  <a:pt x="650" y="837"/>
                </a:lnTo>
                <a:lnTo>
                  <a:pt x="649" y="837"/>
                </a:lnTo>
                <a:lnTo>
                  <a:pt x="649" y="838"/>
                </a:lnTo>
                <a:lnTo>
                  <a:pt x="649" y="837"/>
                </a:lnTo>
                <a:lnTo>
                  <a:pt x="648" y="837"/>
                </a:lnTo>
                <a:lnTo>
                  <a:pt x="647" y="837"/>
                </a:lnTo>
                <a:lnTo>
                  <a:pt x="646" y="837"/>
                </a:lnTo>
                <a:lnTo>
                  <a:pt x="646" y="836"/>
                </a:lnTo>
                <a:lnTo>
                  <a:pt x="645" y="836"/>
                </a:lnTo>
                <a:lnTo>
                  <a:pt x="644" y="836"/>
                </a:lnTo>
                <a:lnTo>
                  <a:pt x="644" y="835"/>
                </a:lnTo>
                <a:lnTo>
                  <a:pt x="643" y="835"/>
                </a:lnTo>
                <a:lnTo>
                  <a:pt x="642" y="835"/>
                </a:lnTo>
                <a:lnTo>
                  <a:pt x="641" y="835"/>
                </a:lnTo>
                <a:lnTo>
                  <a:pt x="640" y="835"/>
                </a:lnTo>
                <a:lnTo>
                  <a:pt x="639" y="835"/>
                </a:lnTo>
                <a:lnTo>
                  <a:pt x="638" y="835"/>
                </a:lnTo>
                <a:lnTo>
                  <a:pt x="638" y="834"/>
                </a:lnTo>
                <a:lnTo>
                  <a:pt x="638" y="835"/>
                </a:lnTo>
                <a:lnTo>
                  <a:pt x="636" y="835"/>
                </a:lnTo>
                <a:lnTo>
                  <a:pt x="635" y="835"/>
                </a:lnTo>
                <a:lnTo>
                  <a:pt x="634" y="835"/>
                </a:lnTo>
                <a:lnTo>
                  <a:pt x="634" y="837"/>
                </a:lnTo>
                <a:lnTo>
                  <a:pt x="633" y="837"/>
                </a:lnTo>
                <a:lnTo>
                  <a:pt x="633" y="838"/>
                </a:lnTo>
                <a:lnTo>
                  <a:pt x="632" y="838"/>
                </a:lnTo>
                <a:lnTo>
                  <a:pt x="632" y="839"/>
                </a:lnTo>
                <a:lnTo>
                  <a:pt x="632" y="840"/>
                </a:lnTo>
                <a:lnTo>
                  <a:pt x="631" y="840"/>
                </a:lnTo>
                <a:lnTo>
                  <a:pt x="630" y="840"/>
                </a:lnTo>
                <a:lnTo>
                  <a:pt x="629" y="840"/>
                </a:lnTo>
                <a:lnTo>
                  <a:pt x="629" y="839"/>
                </a:lnTo>
                <a:lnTo>
                  <a:pt x="628" y="839"/>
                </a:lnTo>
                <a:lnTo>
                  <a:pt x="628" y="838"/>
                </a:lnTo>
                <a:lnTo>
                  <a:pt x="627" y="838"/>
                </a:lnTo>
                <a:lnTo>
                  <a:pt x="626" y="838"/>
                </a:lnTo>
                <a:lnTo>
                  <a:pt x="626" y="839"/>
                </a:lnTo>
                <a:lnTo>
                  <a:pt x="625" y="839"/>
                </a:lnTo>
                <a:lnTo>
                  <a:pt x="624" y="839"/>
                </a:lnTo>
                <a:lnTo>
                  <a:pt x="623" y="839"/>
                </a:lnTo>
                <a:lnTo>
                  <a:pt x="622" y="839"/>
                </a:lnTo>
                <a:lnTo>
                  <a:pt x="621" y="839"/>
                </a:lnTo>
                <a:lnTo>
                  <a:pt x="621" y="838"/>
                </a:lnTo>
                <a:lnTo>
                  <a:pt x="620" y="838"/>
                </a:lnTo>
                <a:lnTo>
                  <a:pt x="620" y="839"/>
                </a:lnTo>
                <a:lnTo>
                  <a:pt x="620" y="838"/>
                </a:lnTo>
                <a:lnTo>
                  <a:pt x="619" y="838"/>
                </a:lnTo>
                <a:lnTo>
                  <a:pt x="619" y="837"/>
                </a:lnTo>
                <a:lnTo>
                  <a:pt x="618" y="837"/>
                </a:lnTo>
                <a:lnTo>
                  <a:pt x="618" y="836"/>
                </a:lnTo>
                <a:lnTo>
                  <a:pt x="617" y="836"/>
                </a:lnTo>
                <a:lnTo>
                  <a:pt x="617" y="835"/>
                </a:lnTo>
                <a:lnTo>
                  <a:pt x="616" y="835"/>
                </a:lnTo>
                <a:lnTo>
                  <a:pt x="616" y="834"/>
                </a:lnTo>
                <a:lnTo>
                  <a:pt x="615" y="834"/>
                </a:lnTo>
                <a:lnTo>
                  <a:pt x="614" y="834"/>
                </a:lnTo>
                <a:lnTo>
                  <a:pt x="614" y="835"/>
                </a:lnTo>
                <a:lnTo>
                  <a:pt x="613" y="835"/>
                </a:lnTo>
                <a:lnTo>
                  <a:pt x="613" y="836"/>
                </a:lnTo>
                <a:lnTo>
                  <a:pt x="613" y="835"/>
                </a:lnTo>
                <a:lnTo>
                  <a:pt x="612" y="835"/>
                </a:lnTo>
                <a:lnTo>
                  <a:pt x="609" y="835"/>
                </a:lnTo>
                <a:lnTo>
                  <a:pt x="609" y="834"/>
                </a:lnTo>
                <a:lnTo>
                  <a:pt x="608" y="834"/>
                </a:lnTo>
                <a:lnTo>
                  <a:pt x="608" y="835"/>
                </a:lnTo>
                <a:lnTo>
                  <a:pt x="607" y="835"/>
                </a:lnTo>
                <a:lnTo>
                  <a:pt x="607" y="834"/>
                </a:lnTo>
                <a:lnTo>
                  <a:pt x="606" y="834"/>
                </a:lnTo>
                <a:lnTo>
                  <a:pt x="606" y="833"/>
                </a:lnTo>
                <a:lnTo>
                  <a:pt x="607" y="833"/>
                </a:lnTo>
                <a:lnTo>
                  <a:pt x="607" y="832"/>
                </a:lnTo>
                <a:lnTo>
                  <a:pt x="607" y="831"/>
                </a:lnTo>
                <a:lnTo>
                  <a:pt x="608" y="831"/>
                </a:lnTo>
                <a:lnTo>
                  <a:pt x="608" y="830"/>
                </a:lnTo>
                <a:lnTo>
                  <a:pt x="608" y="829"/>
                </a:lnTo>
                <a:lnTo>
                  <a:pt x="608" y="828"/>
                </a:lnTo>
                <a:lnTo>
                  <a:pt x="607" y="828"/>
                </a:lnTo>
                <a:lnTo>
                  <a:pt x="607" y="827"/>
                </a:lnTo>
                <a:lnTo>
                  <a:pt x="607" y="826"/>
                </a:lnTo>
                <a:lnTo>
                  <a:pt x="607" y="825"/>
                </a:lnTo>
                <a:lnTo>
                  <a:pt x="607" y="824"/>
                </a:lnTo>
                <a:lnTo>
                  <a:pt x="607" y="823"/>
                </a:lnTo>
                <a:lnTo>
                  <a:pt x="606" y="823"/>
                </a:lnTo>
                <a:lnTo>
                  <a:pt x="606" y="822"/>
                </a:lnTo>
                <a:lnTo>
                  <a:pt x="606" y="821"/>
                </a:lnTo>
                <a:lnTo>
                  <a:pt x="607" y="821"/>
                </a:lnTo>
                <a:lnTo>
                  <a:pt x="607" y="820"/>
                </a:lnTo>
                <a:lnTo>
                  <a:pt x="607" y="819"/>
                </a:lnTo>
                <a:lnTo>
                  <a:pt x="608" y="819"/>
                </a:lnTo>
                <a:lnTo>
                  <a:pt x="609" y="819"/>
                </a:lnTo>
                <a:lnTo>
                  <a:pt x="610" y="819"/>
                </a:lnTo>
                <a:lnTo>
                  <a:pt x="611" y="819"/>
                </a:lnTo>
                <a:lnTo>
                  <a:pt x="611" y="818"/>
                </a:lnTo>
                <a:lnTo>
                  <a:pt x="611" y="817"/>
                </a:lnTo>
                <a:lnTo>
                  <a:pt x="611" y="816"/>
                </a:lnTo>
                <a:lnTo>
                  <a:pt x="612" y="816"/>
                </a:lnTo>
                <a:lnTo>
                  <a:pt x="612" y="815"/>
                </a:lnTo>
                <a:lnTo>
                  <a:pt x="611" y="815"/>
                </a:lnTo>
                <a:lnTo>
                  <a:pt x="612" y="815"/>
                </a:lnTo>
                <a:lnTo>
                  <a:pt x="612" y="814"/>
                </a:lnTo>
                <a:lnTo>
                  <a:pt x="613" y="814"/>
                </a:lnTo>
                <a:lnTo>
                  <a:pt x="613" y="813"/>
                </a:lnTo>
                <a:lnTo>
                  <a:pt x="614" y="813"/>
                </a:lnTo>
                <a:lnTo>
                  <a:pt x="614" y="812"/>
                </a:lnTo>
                <a:lnTo>
                  <a:pt x="613" y="812"/>
                </a:lnTo>
                <a:lnTo>
                  <a:pt x="614" y="812"/>
                </a:lnTo>
                <a:lnTo>
                  <a:pt x="613" y="812"/>
                </a:lnTo>
                <a:lnTo>
                  <a:pt x="613" y="811"/>
                </a:lnTo>
                <a:lnTo>
                  <a:pt x="614" y="811"/>
                </a:lnTo>
                <a:lnTo>
                  <a:pt x="614" y="810"/>
                </a:lnTo>
                <a:lnTo>
                  <a:pt x="613" y="810"/>
                </a:lnTo>
                <a:lnTo>
                  <a:pt x="613" y="809"/>
                </a:lnTo>
                <a:lnTo>
                  <a:pt x="613" y="808"/>
                </a:lnTo>
                <a:lnTo>
                  <a:pt x="612" y="808"/>
                </a:lnTo>
                <a:lnTo>
                  <a:pt x="613" y="808"/>
                </a:lnTo>
                <a:lnTo>
                  <a:pt x="613" y="807"/>
                </a:lnTo>
                <a:lnTo>
                  <a:pt x="614" y="807"/>
                </a:lnTo>
                <a:lnTo>
                  <a:pt x="614" y="806"/>
                </a:lnTo>
                <a:lnTo>
                  <a:pt x="614" y="805"/>
                </a:lnTo>
                <a:lnTo>
                  <a:pt x="615" y="805"/>
                </a:lnTo>
                <a:lnTo>
                  <a:pt x="614" y="805"/>
                </a:lnTo>
                <a:lnTo>
                  <a:pt x="614" y="804"/>
                </a:lnTo>
                <a:lnTo>
                  <a:pt x="613" y="804"/>
                </a:lnTo>
                <a:lnTo>
                  <a:pt x="613" y="803"/>
                </a:lnTo>
                <a:lnTo>
                  <a:pt x="614" y="803"/>
                </a:lnTo>
                <a:lnTo>
                  <a:pt x="613" y="803"/>
                </a:lnTo>
                <a:lnTo>
                  <a:pt x="612" y="803"/>
                </a:lnTo>
                <a:lnTo>
                  <a:pt x="611" y="803"/>
                </a:lnTo>
                <a:lnTo>
                  <a:pt x="611" y="802"/>
                </a:lnTo>
                <a:lnTo>
                  <a:pt x="610" y="802"/>
                </a:lnTo>
                <a:lnTo>
                  <a:pt x="610" y="801"/>
                </a:lnTo>
                <a:lnTo>
                  <a:pt x="609" y="801"/>
                </a:lnTo>
                <a:lnTo>
                  <a:pt x="609" y="800"/>
                </a:lnTo>
                <a:lnTo>
                  <a:pt x="608" y="800"/>
                </a:lnTo>
                <a:lnTo>
                  <a:pt x="608" y="799"/>
                </a:lnTo>
                <a:lnTo>
                  <a:pt x="607" y="799"/>
                </a:lnTo>
                <a:lnTo>
                  <a:pt x="606" y="799"/>
                </a:lnTo>
                <a:lnTo>
                  <a:pt x="605" y="799"/>
                </a:lnTo>
                <a:lnTo>
                  <a:pt x="605" y="800"/>
                </a:lnTo>
                <a:lnTo>
                  <a:pt x="604" y="800"/>
                </a:lnTo>
                <a:lnTo>
                  <a:pt x="603" y="800"/>
                </a:lnTo>
                <a:lnTo>
                  <a:pt x="603" y="799"/>
                </a:lnTo>
                <a:lnTo>
                  <a:pt x="602" y="799"/>
                </a:lnTo>
                <a:lnTo>
                  <a:pt x="601" y="799"/>
                </a:lnTo>
                <a:lnTo>
                  <a:pt x="601" y="800"/>
                </a:lnTo>
                <a:lnTo>
                  <a:pt x="600" y="800"/>
                </a:lnTo>
                <a:lnTo>
                  <a:pt x="600" y="801"/>
                </a:lnTo>
                <a:lnTo>
                  <a:pt x="600" y="802"/>
                </a:lnTo>
                <a:lnTo>
                  <a:pt x="599" y="802"/>
                </a:lnTo>
                <a:lnTo>
                  <a:pt x="599" y="803"/>
                </a:lnTo>
                <a:lnTo>
                  <a:pt x="598" y="803"/>
                </a:lnTo>
                <a:lnTo>
                  <a:pt x="598" y="804"/>
                </a:lnTo>
                <a:lnTo>
                  <a:pt x="597" y="804"/>
                </a:lnTo>
                <a:lnTo>
                  <a:pt x="597" y="805"/>
                </a:lnTo>
                <a:lnTo>
                  <a:pt x="596" y="805"/>
                </a:lnTo>
                <a:lnTo>
                  <a:pt x="596" y="806"/>
                </a:lnTo>
                <a:lnTo>
                  <a:pt x="595" y="807"/>
                </a:lnTo>
                <a:lnTo>
                  <a:pt x="596" y="807"/>
                </a:lnTo>
                <a:lnTo>
                  <a:pt x="596" y="808"/>
                </a:lnTo>
                <a:lnTo>
                  <a:pt x="595" y="808"/>
                </a:lnTo>
                <a:lnTo>
                  <a:pt x="594" y="808"/>
                </a:lnTo>
                <a:lnTo>
                  <a:pt x="594" y="809"/>
                </a:lnTo>
                <a:lnTo>
                  <a:pt x="593" y="809"/>
                </a:lnTo>
                <a:lnTo>
                  <a:pt x="592" y="809"/>
                </a:lnTo>
                <a:lnTo>
                  <a:pt x="592" y="808"/>
                </a:lnTo>
                <a:lnTo>
                  <a:pt x="591" y="808"/>
                </a:lnTo>
                <a:lnTo>
                  <a:pt x="590" y="808"/>
                </a:lnTo>
                <a:lnTo>
                  <a:pt x="589" y="808"/>
                </a:lnTo>
                <a:lnTo>
                  <a:pt x="589" y="809"/>
                </a:lnTo>
                <a:lnTo>
                  <a:pt x="588" y="809"/>
                </a:lnTo>
                <a:lnTo>
                  <a:pt x="588" y="808"/>
                </a:lnTo>
                <a:lnTo>
                  <a:pt x="587" y="808"/>
                </a:lnTo>
                <a:lnTo>
                  <a:pt x="587" y="809"/>
                </a:lnTo>
                <a:lnTo>
                  <a:pt x="586" y="809"/>
                </a:lnTo>
                <a:lnTo>
                  <a:pt x="585" y="809"/>
                </a:lnTo>
                <a:lnTo>
                  <a:pt x="585" y="810"/>
                </a:lnTo>
                <a:lnTo>
                  <a:pt x="584" y="810"/>
                </a:lnTo>
                <a:lnTo>
                  <a:pt x="583" y="810"/>
                </a:lnTo>
                <a:lnTo>
                  <a:pt x="582" y="810"/>
                </a:lnTo>
                <a:lnTo>
                  <a:pt x="582" y="809"/>
                </a:lnTo>
                <a:lnTo>
                  <a:pt x="581" y="809"/>
                </a:lnTo>
                <a:lnTo>
                  <a:pt x="580" y="808"/>
                </a:lnTo>
                <a:lnTo>
                  <a:pt x="579" y="808"/>
                </a:lnTo>
                <a:lnTo>
                  <a:pt x="579" y="807"/>
                </a:lnTo>
                <a:lnTo>
                  <a:pt x="578" y="807"/>
                </a:lnTo>
                <a:lnTo>
                  <a:pt x="577" y="807"/>
                </a:lnTo>
                <a:lnTo>
                  <a:pt x="577" y="806"/>
                </a:lnTo>
                <a:lnTo>
                  <a:pt x="576" y="806"/>
                </a:lnTo>
                <a:lnTo>
                  <a:pt x="575" y="806"/>
                </a:lnTo>
                <a:lnTo>
                  <a:pt x="574" y="806"/>
                </a:lnTo>
                <a:lnTo>
                  <a:pt x="574" y="805"/>
                </a:lnTo>
                <a:lnTo>
                  <a:pt x="574" y="806"/>
                </a:lnTo>
                <a:lnTo>
                  <a:pt x="573" y="806"/>
                </a:lnTo>
                <a:lnTo>
                  <a:pt x="573" y="805"/>
                </a:lnTo>
                <a:lnTo>
                  <a:pt x="572" y="805"/>
                </a:lnTo>
                <a:lnTo>
                  <a:pt x="571" y="804"/>
                </a:lnTo>
                <a:lnTo>
                  <a:pt x="570" y="804"/>
                </a:lnTo>
                <a:lnTo>
                  <a:pt x="569" y="804"/>
                </a:lnTo>
                <a:lnTo>
                  <a:pt x="569" y="803"/>
                </a:lnTo>
                <a:lnTo>
                  <a:pt x="570" y="803"/>
                </a:lnTo>
                <a:lnTo>
                  <a:pt x="570" y="802"/>
                </a:lnTo>
                <a:lnTo>
                  <a:pt x="569" y="802"/>
                </a:lnTo>
                <a:lnTo>
                  <a:pt x="570" y="802"/>
                </a:lnTo>
                <a:lnTo>
                  <a:pt x="570" y="801"/>
                </a:lnTo>
                <a:lnTo>
                  <a:pt x="570" y="800"/>
                </a:lnTo>
                <a:lnTo>
                  <a:pt x="569" y="800"/>
                </a:lnTo>
                <a:lnTo>
                  <a:pt x="569" y="799"/>
                </a:lnTo>
                <a:lnTo>
                  <a:pt x="567" y="799"/>
                </a:lnTo>
                <a:lnTo>
                  <a:pt x="567" y="798"/>
                </a:lnTo>
                <a:lnTo>
                  <a:pt x="566" y="798"/>
                </a:lnTo>
                <a:lnTo>
                  <a:pt x="566" y="797"/>
                </a:lnTo>
                <a:lnTo>
                  <a:pt x="565" y="797"/>
                </a:lnTo>
                <a:lnTo>
                  <a:pt x="565" y="796"/>
                </a:lnTo>
                <a:lnTo>
                  <a:pt x="565" y="794"/>
                </a:lnTo>
                <a:lnTo>
                  <a:pt x="564" y="794"/>
                </a:lnTo>
                <a:lnTo>
                  <a:pt x="564" y="793"/>
                </a:lnTo>
                <a:lnTo>
                  <a:pt x="563" y="793"/>
                </a:lnTo>
                <a:lnTo>
                  <a:pt x="563" y="792"/>
                </a:lnTo>
                <a:lnTo>
                  <a:pt x="562" y="792"/>
                </a:lnTo>
                <a:lnTo>
                  <a:pt x="562" y="793"/>
                </a:lnTo>
                <a:lnTo>
                  <a:pt x="561" y="793"/>
                </a:lnTo>
                <a:lnTo>
                  <a:pt x="560" y="793"/>
                </a:lnTo>
                <a:lnTo>
                  <a:pt x="560" y="792"/>
                </a:lnTo>
                <a:lnTo>
                  <a:pt x="560" y="793"/>
                </a:lnTo>
                <a:lnTo>
                  <a:pt x="559" y="793"/>
                </a:lnTo>
                <a:lnTo>
                  <a:pt x="558" y="793"/>
                </a:lnTo>
                <a:lnTo>
                  <a:pt x="558" y="792"/>
                </a:lnTo>
                <a:lnTo>
                  <a:pt x="557" y="792"/>
                </a:lnTo>
                <a:lnTo>
                  <a:pt x="557" y="791"/>
                </a:lnTo>
                <a:lnTo>
                  <a:pt x="556" y="791"/>
                </a:lnTo>
                <a:lnTo>
                  <a:pt x="555" y="792"/>
                </a:lnTo>
                <a:lnTo>
                  <a:pt x="555" y="791"/>
                </a:lnTo>
                <a:lnTo>
                  <a:pt x="554" y="791"/>
                </a:lnTo>
                <a:lnTo>
                  <a:pt x="554" y="792"/>
                </a:lnTo>
                <a:lnTo>
                  <a:pt x="553" y="792"/>
                </a:lnTo>
                <a:lnTo>
                  <a:pt x="553" y="791"/>
                </a:lnTo>
                <a:lnTo>
                  <a:pt x="552" y="791"/>
                </a:lnTo>
                <a:lnTo>
                  <a:pt x="552" y="792"/>
                </a:lnTo>
                <a:lnTo>
                  <a:pt x="551" y="792"/>
                </a:lnTo>
                <a:lnTo>
                  <a:pt x="551" y="793"/>
                </a:lnTo>
                <a:lnTo>
                  <a:pt x="550" y="793"/>
                </a:lnTo>
                <a:lnTo>
                  <a:pt x="550" y="792"/>
                </a:lnTo>
                <a:lnTo>
                  <a:pt x="550" y="791"/>
                </a:lnTo>
                <a:lnTo>
                  <a:pt x="549" y="791"/>
                </a:lnTo>
                <a:lnTo>
                  <a:pt x="548" y="791"/>
                </a:lnTo>
                <a:lnTo>
                  <a:pt x="548" y="790"/>
                </a:lnTo>
                <a:lnTo>
                  <a:pt x="547" y="790"/>
                </a:lnTo>
                <a:lnTo>
                  <a:pt x="547" y="789"/>
                </a:lnTo>
                <a:lnTo>
                  <a:pt x="546" y="789"/>
                </a:lnTo>
                <a:lnTo>
                  <a:pt x="546" y="788"/>
                </a:lnTo>
                <a:lnTo>
                  <a:pt x="547" y="788"/>
                </a:lnTo>
                <a:lnTo>
                  <a:pt x="547" y="787"/>
                </a:lnTo>
                <a:lnTo>
                  <a:pt x="546" y="787"/>
                </a:lnTo>
                <a:lnTo>
                  <a:pt x="546" y="786"/>
                </a:lnTo>
                <a:lnTo>
                  <a:pt x="545" y="786"/>
                </a:lnTo>
                <a:lnTo>
                  <a:pt x="545" y="785"/>
                </a:lnTo>
                <a:lnTo>
                  <a:pt x="546" y="785"/>
                </a:lnTo>
                <a:lnTo>
                  <a:pt x="545" y="785"/>
                </a:lnTo>
                <a:lnTo>
                  <a:pt x="545" y="784"/>
                </a:lnTo>
                <a:lnTo>
                  <a:pt x="546" y="784"/>
                </a:lnTo>
                <a:lnTo>
                  <a:pt x="545" y="784"/>
                </a:lnTo>
                <a:lnTo>
                  <a:pt x="545" y="783"/>
                </a:lnTo>
                <a:lnTo>
                  <a:pt x="544" y="783"/>
                </a:lnTo>
                <a:lnTo>
                  <a:pt x="543" y="783"/>
                </a:lnTo>
                <a:lnTo>
                  <a:pt x="543" y="782"/>
                </a:lnTo>
                <a:lnTo>
                  <a:pt x="542" y="782"/>
                </a:lnTo>
                <a:lnTo>
                  <a:pt x="543" y="782"/>
                </a:lnTo>
                <a:lnTo>
                  <a:pt x="543" y="781"/>
                </a:lnTo>
                <a:lnTo>
                  <a:pt x="543" y="780"/>
                </a:lnTo>
                <a:lnTo>
                  <a:pt x="542" y="780"/>
                </a:lnTo>
                <a:lnTo>
                  <a:pt x="541" y="780"/>
                </a:lnTo>
                <a:lnTo>
                  <a:pt x="540" y="780"/>
                </a:lnTo>
                <a:lnTo>
                  <a:pt x="540" y="779"/>
                </a:lnTo>
                <a:lnTo>
                  <a:pt x="540" y="780"/>
                </a:lnTo>
                <a:lnTo>
                  <a:pt x="539" y="780"/>
                </a:lnTo>
                <a:lnTo>
                  <a:pt x="538" y="780"/>
                </a:lnTo>
                <a:lnTo>
                  <a:pt x="538" y="779"/>
                </a:lnTo>
                <a:lnTo>
                  <a:pt x="537" y="779"/>
                </a:lnTo>
                <a:lnTo>
                  <a:pt x="536" y="779"/>
                </a:lnTo>
                <a:lnTo>
                  <a:pt x="536" y="780"/>
                </a:lnTo>
                <a:lnTo>
                  <a:pt x="536" y="779"/>
                </a:lnTo>
                <a:lnTo>
                  <a:pt x="535" y="779"/>
                </a:lnTo>
                <a:lnTo>
                  <a:pt x="534" y="779"/>
                </a:lnTo>
                <a:lnTo>
                  <a:pt x="533" y="779"/>
                </a:lnTo>
                <a:lnTo>
                  <a:pt x="533" y="778"/>
                </a:lnTo>
                <a:lnTo>
                  <a:pt x="532" y="778"/>
                </a:lnTo>
                <a:lnTo>
                  <a:pt x="532" y="777"/>
                </a:lnTo>
                <a:lnTo>
                  <a:pt x="531" y="777"/>
                </a:lnTo>
                <a:lnTo>
                  <a:pt x="531" y="776"/>
                </a:lnTo>
                <a:lnTo>
                  <a:pt x="530" y="776"/>
                </a:lnTo>
                <a:lnTo>
                  <a:pt x="530" y="777"/>
                </a:lnTo>
                <a:lnTo>
                  <a:pt x="529" y="777"/>
                </a:lnTo>
                <a:lnTo>
                  <a:pt x="528" y="777"/>
                </a:lnTo>
                <a:lnTo>
                  <a:pt x="528" y="776"/>
                </a:lnTo>
                <a:lnTo>
                  <a:pt x="527" y="776"/>
                </a:lnTo>
                <a:lnTo>
                  <a:pt x="527" y="775"/>
                </a:lnTo>
                <a:lnTo>
                  <a:pt x="526" y="775"/>
                </a:lnTo>
                <a:lnTo>
                  <a:pt x="526" y="774"/>
                </a:lnTo>
                <a:lnTo>
                  <a:pt x="527" y="774"/>
                </a:lnTo>
                <a:lnTo>
                  <a:pt x="527" y="773"/>
                </a:lnTo>
                <a:lnTo>
                  <a:pt x="527" y="772"/>
                </a:lnTo>
                <a:lnTo>
                  <a:pt x="527" y="771"/>
                </a:lnTo>
                <a:lnTo>
                  <a:pt x="527" y="770"/>
                </a:lnTo>
                <a:lnTo>
                  <a:pt x="527" y="769"/>
                </a:lnTo>
                <a:lnTo>
                  <a:pt x="528" y="769"/>
                </a:lnTo>
                <a:lnTo>
                  <a:pt x="528" y="768"/>
                </a:lnTo>
                <a:lnTo>
                  <a:pt x="528" y="767"/>
                </a:lnTo>
                <a:lnTo>
                  <a:pt x="528" y="766"/>
                </a:lnTo>
                <a:lnTo>
                  <a:pt x="528" y="765"/>
                </a:lnTo>
                <a:lnTo>
                  <a:pt x="528" y="764"/>
                </a:lnTo>
                <a:lnTo>
                  <a:pt x="529" y="764"/>
                </a:lnTo>
                <a:lnTo>
                  <a:pt x="529" y="763"/>
                </a:lnTo>
                <a:lnTo>
                  <a:pt x="529" y="762"/>
                </a:lnTo>
                <a:lnTo>
                  <a:pt x="529" y="761"/>
                </a:lnTo>
                <a:lnTo>
                  <a:pt x="528" y="761"/>
                </a:lnTo>
                <a:lnTo>
                  <a:pt x="527" y="761"/>
                </a:lnTo>
                <a:lnTo>
                  <a:pt x="527" y="760"/>
                </a:lnTo>
                <a:lnTo>
                  <a:pt x="525" y="760"/>
                </a:lnTo>
                <a:lnTo>
                  <a:pt x="525" y="761"/>
                </a:lnTo>
                <a:lnTo>
                  <a:pt x="524" y="761"/>
                </a:lnTo>
                <a:lnTo>
                  <a:pt x="524" y="760"/>
                </a:lnTo>
                <a:lnTo>
                  <a:pt x="523" y="760"/>
                </a:lnTo>
                <a:lnTo>
                  <a:pt x="523" y="759"/>
                </a:lnTo>
                <a:lnTo>
                  <a:pt x="523" y="758"/>
                </a:lnTo>
                <a:lnTo>
                  <a:pt x="523" y="757"/>
                </a:lnTo>
                <a:lnTo>
                  <a:pt x="524" y="757"/>
                </a:lnTo>
                <a:lnTo>
                  <a:pt x="524" y="756"/>
                </a:lnTo>
                <a:lnTo>
                  <a:pt x="524" y="755"/>
                </a:lnTo>
                <a:lnTo>
                  <a:pt x="525" y="755"/>
                </a:lnTo>
                <a:lnTo>
                  <a:pt x="525" y="754"/>
                </a:lnTo>
                <a:lnTo>
                  <a:pt x="524" y="754"/>
                </a:lnTo>
                <a:lnTo>
                  <a:pt x="525" y="753"/>
                </a:lnTo>
                <a:lnTo>
                  <a:pt x="524" y="753"/>
                </a:lnTo>
                <a:lnTo>
                  <a:pt x="523" y="753"/>
                </a:lnTo>
                <a:lnTo>
                  <a:pt x="523" y="752"/>
                </a:lnTo>
                <a:lnTo>
                  <a:pt x="522" y="752"/>
                </a:lnTo>
                <a:lnTo>
                  <a:pt x="522" y="750"/>
                </a:lnTo>
                <a:lnTo>
                  <a:pt x="522" y="749"/>
                </a:lnTo>
                <a:lnTo>
                  <a:pt x="521" y="749"/>
                </a:lnTo>
                <a:lnTo>
                  <a:pt x="522" y="749"/>
                </a:lnTo>
                <a:lnTo>
                  <a:pt x="522" y="748"/>
                </a:lnTo>
                <a:lnTo>
                  <a:pt x="522" y="747"/>
                </a:lnTo>
                <a:lnTo>
                  <a:pt x="521" y="747"/>
                </a:lnTo>
                <a:lnTo>
                  <a:pt x="521" y="746"/>
                </a:lnTo>
                <a:lnTo>
                  <a:pt x="522" y="746"/>
                </a:lnTo>
                <a:lnTo>
                  <a:pt x="521" y="746"/>
                </a:lnTo>
                <a:lnTo>
                  <a:pt x="521" y="745"/>
                </a:lnTo>
                <a:lnTo>
                  <a:pt x="522" y="745"/>
                </a:lnTo>
                <a:lnTo>
                  <a:pt x="522" y="744"/>
                </a:lnTo>
                <a:lnTo>
                  <a:pt x="523" y="744"/>
                </a:lnTo>
                <a:lnTo>
                  <a:pt x="524" y="744"/>
                </a:lnTo>
                <a:lnTo>
                  <a:pt x="524" y="743"/>
                </a:lnTo>
                <a:lnTo>
                  <a:pt x="524" y="742"/>
                </a:lnTo>
                <a:lnTo>
                  <a:pt x="525" y="742"/>
                </a:lnTo>
                <a:lnTo>
                  <a:pt x="525" y="741"/>
                </a:lnTo>
                <a:lnTo>
                  <a:pt x="524" y="741"/>
                </a:lnTo>
                <a:lnTo>
                  <a:pt x="523" y="741"/>
                </a:lnTo>
                <a:lnTo>
                  <a:pt x="522" y="741"/>
                </a:lnTo>
                <a:lnTo>
                  <a:pt x="520" y="741"/>
                </a:lnTo>
                <a:lnTo>
                  <a:pt x="519" y="741"/>
                </a:lnTo>
                <a:lnTo>
                  <a:pt x="518" y="741"/>
                </a:lnTo>
                <a:lnTo>
                  <a:pt x="517" y="741"/>
                </a:lnTo>
                <a:lnTo>
                  <a:pt x="517" y="740"/>
                </a:lnTo>
                <a:lnTo>
                  <a:pt x="517" y="741"/>
                </a:lnTo>
                <a:lnTo>
                  <a:pt x="517" y="740"/>
                </a:lnTo>
                <a:lnTo>
                  <a:pt x="517" y="739"/>
                </a:lnTo>
                <a:lnTo>
                  <a:pt x="517" y="738"/>
                </a:lnTo>
                <a:lnTo>
                  <a:pt x="518" y="738"/>
                </a:lnTo>
                <a:lnTo>
                  <a:pt x="517" y="737"/>
                </a:lnTo>
                <a:lnTo>
                  <a:pt x="516" y="736"/>
                </a:lnTo>
                <a:lnTo>
                  <a:pt x="515" y="736"/>
                </a:lnTo>
                <a:lnTo>
                  <a:pt x="515" y="735"/>
                </a:lnTo>
                <a:lnTo>
                  <a:pt x="514" y="735"/>
                </a:lnTo>
                <a:lnTo>
                  <a:pt x="514" y="736"/>
                </a:lnTo>
                <a:lnTo>
                  <a:pt x="513" y="736"/>
                </a:lnTo>
                <a:lnTo>
                  <a:pt x="512" y="736"/>
                </a:lnTo>
                <a:lnTo>
                  <a:pt x="511" y="736"/>
                </a:lnTo>
                <a:lnTo>
                  <a:pt x="511" y="735"/>
                </a:lnTo>
                <a:lnTo>
                  <a:pt x="510" y="735"/>
                </a:lnTo>
                <a:lnTo>
                  <a:pt x="509" y="735"/>
                </a:lnTo>
                <a:lnTo>
                  <a:pt x="509" y="736"/>
                </a:lnTo>
                <a:lnTo>
                  <a:pt x="508" y="736"/>
                </a:lnTo>
                <a:lnTo>
                  <a:pt x="507" y="736"/>
                </a:lnTo>
                <a:lnTo>
                  <a:pt x="507" y="735"/>
                </a:lnTo>
                <a:lnTo>
                  <a:pt x="506" y="735"/>
                </a:lnTo>
                <a:lnTo>
                  <a:pt x="505" y="735"/>
                </a:lnTo>
                <a:lnTo>
                  <a:pt x="506" y="735"/>
                </a:lnTo>
                <a:lnTo>
                  <a:pt x="506" y="734"/>
                </a:lnTo>
                <a:lnTo>
                  <a:pt x="507" y="734"/>
                </a:lnTo>
                <a:lnTo>
                  <a:pt x="507" y="733"/>
                </a:lnTo>
                <a:lnTo>
                  <a:pt x="506" y="733"/>
                </a:lnTo>
                <a:lnTo>
                  <a:pt x="505" y="733"/>
                </a:lnTo>
                <a:lnTo>
                  <a:pt x="504" y="732"/>
                </a:lnTo>
                <a:lnTo>
                  <a:pt x="503" y="732"/>
                </a:lnTo>
                <a:lnTo>
                  <a:pt x="502" y="732"/>
                </a:lnTo>
                <a:lnTo>
                  <a:pt x="502" y="733"/>
                </a:lnTo>
                <a:lnTo>
                  <a:pt x="501" y="733"/>
                </a:lnTo>
                <a:lnTo>
                  <a:pt x="500" y="733"/>
                </a:lnTo>
                <a:lnTo>
                  <a:pt x="499" y="733"/>
                </a:lnTo>
                <a:lnTo>
                  <a:pt x="498" y="733"/>
                </a:lnTo>
                <a:lnTo>
                  <a:pt x="498" y="732"/>
                </a:lnTo>
                <a:lnTo>
                  <a:pt x="497" y="733"/>
                </a:lnTo>
                <a:lnTo>
                  <a:pt x="496" y="733"/>
                </a:lnTo>
                <a:lnTo>
                  <a:pt x="495" y="733"/>
                </a:lnTo>
                <a:lnTo>
                  <a:pt x="495" y="734"/>
                </a:lnTo>
                <a:lnTo>
                  <a:pt x="494" y="734"/>
                </a:lnTo>
                <a:lnTo>
                  <a:pt x="493" y="734"/>
                </a:lnTo>
                <a:lnTo>
                  <a:pt x="493" y="735"/>
                </a:lnTo>
                <a:lnTo>
                  <a:pt x="492" y="735"/>
                </a:lnTo>
                <a:lnTo>
                  <a:pt x="491" y="735"/>
                </a:lnTo>
                <a:lnTo>
                  <a:pt x="490" y="735"/>
                </a:lnTo>
                <a:lnTo>
                  <a:pt x="489" y="735"/>
                </a:lnTo>
                <a:lnTo>
                  <a:pt x="489" y="736"/>
                </a:lnTo>
                <a:lnTo>
                  <a:pt x="489" y="737"/>
                </a:lnTo>
                <a:lnTo>
                  <a:pt x="488" y="737"/>
                </a:lnTo>
                <a:lnTo>
                  <a:pt x="488" y="738"/>
                </a:lnTo>
                <a:lnTo>
                  <a:pt x="488" y="739"/>
                </a:lnTo>
                <a:lnTo>
                  <a:pt x="489" y="739"/>
                </a:lnTo>
                <a:lnTo>
                  <a:pt x="488" y="740"/>
                </a:lnTo>
                <a:lnTo>
                  <a:pt x="487" y="740"/>
                </a:lnTo>
                <a:lnTo>
                  <a:pt x="487" y="741"/>
                </a:lnTo>
                <a:lnTo>
                  <a:pt x="487" y="740"/>
                </a:lnTo>
                <a:lnTo>
                  <a:pt x="486" y="740"/>
                </a:lnTo>
                <a:lnTo>
                  <a:pt x="486" y="741"/>
                </a:lnTo>
                <a:lnTo>
                  <a:pt x="485" y="741"/>
                </a:lnTo>
                <a:lnTo>
                  <a:pt x="484" y="741"/>
                </a:lnTo>
                <a:lnTo>
                  <a:pt x="482" y="741"/>
                </a:lnTo>
                <a:lnTo>
                  <a:pt x="481" y="741"/>
                </a:lnTo>
                <a:lnTo>
                  <a:pt x="480" y="741"/>
                </a:lnTo>
                <a:lnTo>
                  <a:pt x="480" y="742"/>
                </a:lnTo>
                <a:lnTo>
                  <a:pt x="479" y="742"/>
                </a:lnTo>
                <a:lnTo>
                  <a:pt x="479" y="743"/>
                </a:lnTo>
                <a:lnTo>
                  <a:pt x="478" y="743"/>
                </a:lnTo>
                <a:lnTo>
                  <a:pt x="478" y="744"/>
                </a:lnTo>
                <a:lnTo>
                  <a:pt x="477" y="744"/>
                </a:lnTo>
                <a:lnTo>
                  <a:pt x="476" y="744"/>
                </a:lnTo>
                <a:lnTo>
                  <a:pt x="476" y="745"/>
                </a:lnTo>
                <a:lnTo>
                  <a:pt x="475" y="745"/>
                </a:lnTo>
                <a:lnTo>
                  <a:pt x="476" y="745"/>
                </a:lnTo>
                <a:lnTo>
                  <a:pt x="476" y="746"/>
                </a:lnTo>
                <a:lnTo>
                  <a:pt x="476" y="747"/>
                </a:lnTo>
                <a:lnTo>
                  <a:pt x="476" y="748"/>
                </a:lnTo>
                <a:lnTo>
                  <a:pt x="475" y="748"/>
                </a:lnTo>
                <a:lnTo>
                  <a:pt x="474" y="748"/>
                </a:lnTo>
                <a:lnTo>
                  <a:pt x="474" y="749"/>
                </a:lnTo>
                <a:lnTo>
                  <a:pt x="473" y="749"/>
                </a:lnTo>
                <a:lnTo>
                  <a:pt x="473" y="748"/>
                </a:lnTo>
                <a:lnTo>
                  <a:pt x="472" y="748"/>
                </a:lnTo>
                <a:lnTo>
                  <a:pt x="472" y="747"/>
                </a:lnTo>
                <a:lnTo>
                  <a:pt x="471" y="747"/>
                </a:lnTo>
                <a:lnTo>
                  <a:pt x="470" y="747"/>
                </a:lnTo>
                <a:lnTo>
                  <a:pt x="470" y="748"/>
                </a:lnTo>
                <a:lnTo>
                  <a:pt x="469" y="748"/>
                </a:lnTo>
                <a:lnTo>
                  <a:pt x="469" y="747"/>
                </a:lnTo>
                <a:lnTo>
                  <a:pt x="468" y="747"/>
                </a:lnTo>
                <a:lnTo>
                  <a:pt x="468" y="746"/>
                </a:lnTo>
                <a:lnTo>
                  <a:pt x="468" y="745"/>
                </a:lnTo>
                <a:lnTo>
                  <a:pt x="467" y="745"/>
                </a:lnTo>
                <a:lnTo>
                  <a:pt x="467" y="744"/>
                </a:lnTo>
                <a:lnTo>
                  <a:pt x="467" y="745"/>
                </a:lnTo>
                <a:lnTo>
                  <a:pt x="466" y="745"/>
                </a:lnTo>
                <a:lnTo>
                  <a:pt x="465" y="745"/>
                </a:lnTo>
                <a:lnTo>
                  <a:pt x="465" y="744"/>
                </a:lnTo>
                <a:lnTo>
                  <a:pt x="464" y="744"/>
                </a:lnTo>
                <a:lnTo>
                  <a:pt x="464" y="743"/>
                </a:lnTo>
                <a:lnTo>
                  <a:pt x="463" y="743"/>
                </a:lnTo>
                <a:lnTo>
                  <a:pt x="463" y="742"/>
                </a:lnTo>
                <a:lnTo>
                  <a:pt x="463" y="741"/>
                </a:lnTo>
                <a:lnTo>
                  <a:pt x="464" y="741"/>
                </a:lnTo>
                <a:lnTo>
                  <a:pt x="463" y="741"/>
                </a:lnTo>
                <a:lnTo>
                  <a:pt x="463" y="740"/>
                </a:lnTo>
                <a:lnTo>
                  <a:pt x="463" y="739"/>
                </a:lnTo>
                <a:lnTo>
                  <a:pt x="462" y="739"/>
                </a:lnTo>
                <a:lnTo>
                  <a:pt x="461" y="739"/>
                </a:lnTo>
                <a:lnTo>
                  <a:pt x="461" y="738"/>
                </a:lnTo>
                <a:lnTo>
                  <a:pt x="461" y="737"/>
                </a:lnTo>
                <a:lnTo>
                  <a:pt x="460" y="737"/>
                </a:lnTo>
                <a:lnTo>
                  <a:pt x="459" y="737"/>
                </a:lnTo>
                <a:lnTo>
                  <a:pt x="459" y="738"/>
                </a:lnTo>
                <a:lnTo>
                  <a:pt x="459" y="737"/>
                </a:lnTo>
                <a:lnTo>
                  <a:pt x="458" y="737"/>
                </a:lnTo>
                <a:lnTo>
                  <a:pt x="458" y="736"/>
                </a:lnTo>
                <a:lnTo>
                  <a:pt x="457" y="736"/>
                </a:lnTo>
                <a:lnTo>
                  <a:pt x="457" y="735"/>
                </a:lnTo>
                <a:lnTo>
                  <a:pt x="456" y="735"/>
                </a:lnTo>
                <a:lnTo>
                  <a:pt x="457" y="735"/>
                </a:lnTo>
                <a:lnTo>
                  <a:pt x="457" y="734"/>
                </a:lnTo>
                <a:lnTo>
                  <a:pt x="456" y="734"/>
                </a:lnTo>
                <a:lnTo>
                  <a:pt x="456" y="733"/>
                </a:lnTo>
                <a:lnTo>
                  <a:pt x="456" y="732"/>
                </a:lnTo>
                <a:lnTo>
                  <a:pt x="457" y="732"/>
                </a:lnTo>
                <a:lnTo>
                  <a:pt x="456" y="731"/>
                </a:lnTo>
                <a:lnTo>
                  <a:pt x="457" y="731"/>
                </a:lnTo>
                <a:lnTo>
                  <a:pt x="456" y="731"/>
                </a:lnTo>
                <a:lnTo>
                  <a:pt x="456" y="730"/>
                </a:lnTo>
                <a:lnTo>
                  <a:pt x="455" y="730"/>
                </a:lnTo>
                <a:lnTo>
                  <a:pt x="455" y="729"/>
                </a:lnTo>
                <a:lnTo>
                  <a:pt x="454" y="729"/>
                </a:lnTo>
                <a:lnTo>
                  <a:pt x="454" y="728"/>
                </a:lnTo>
                <a:lnTo>
                  <a:pt x="454" y="727"/>
                </a:lnTo>
                <a:lnTo>
                  <a:pt x="453" y="727"/>
                </a:lnTo>
                <a:lnTo>
                  <a:pt x="454" y="727"/>
                </a:lnTo>
                <a:lnTo>
                  <a:pt x="454" y="726"/>
                </a:lnTo>
                <a:lnTo>
                  <a:pt x="455" y="726"/>
                </a:lnTo>
                <a:lnTo>
                  <a:pt x="454" y="726"/>
                </a:lnTo>
                <a:lnTo>
                  <a:pt x="454" y="725"/>
                </a:lnTo>
                <a:lnTo>
                  <a:pt x="455" y="725"/>
                </a:lnTo>
                <a:lnTo>
                  <a:pt x="455" y="724"/>
                </a:lnTo>
                <a:lnTo>
                  <a:pt x="454" y="724"/>
                </a:lnTo>
                <a:lnTo>
                  <a:pt x="454" y="723"/>
                </a:lnTo>
                <a:lnTo>
                  <a:pt x="454" y="722"/>
                </a:lnTo>
                <a:lnTo>
                  <a:pt x="453" y="722"/>
                </a:lnTo>
                <a:lnTo>
                  <a:pt x="452" y="722"/>
                </a:lnTo>
                <a:lnTo>
                  <a:pt x="451" y="722"/>
                </a:lnTo>
                <a:lnTo>
                  <a:pt x="450" y="722"/>
                </a:lnTo>
                <a:lnTo>
                  <a:pt x="450" y="721"/>
                </a:lnTo>
                <a:lnTo>
                  <a:pt x="449" y="721"/>
                </a:lnTo>
                <a:lnTo>
                  <a:pt x="449" y="720"/>
                </a:lnTo>
                <a:lnTo>
                  <a:pt x="449" y="719"/>
                </a:lnTo>
                <a:lnTo>
                  <a:pt x="448" y="719"/>
                </a:lnTo>
                <a:lnTo>
                  <a:pt x="448" y="718"/>
                </a:lnTo>
                <a:lnTo>
                  <a:pt x="447" y="718"/>
                </a:lnTo>
                <a:lnTo>
                  <a:pt x="447" y="717"/>
                </a:lnTo>
                <a:lnTo>
                  <a:pt x="448" y="717"/>
                </a:lnTo>
                <a:lnTo>
                  <a:pt x="448" y="716"/>
                </a:lnTo>
                <a:lnTo>
                  <a:pt x="448" y="715"/>
                </a:lnTo>
                <a:lnTo>
                  <a:pt x="447" y="715"/>
                </a:lnTo>
                <a:lnTo>
                  <a:pt x="447" y="714"/>
                </a:lnTo>
                <a:lnTo>
                  <a:pt x="446" y="714"/>
                </a:lnTo>
                <a:lnTo>
                  <a:pt x="445" y="714"/>
                </a:lnTo>
                <a:lnTo>
                  <a:pt x="445" y="713"/>
                </a:lnTo>
                <a:lnTo>
                  <a:pt x="445" y="714"/>
                </a:lnTo>
                <a:lnTo>
                  <a:pt x="444" y="714"/>
                </a:lnTo>
                <a:lnTo>
                  <a:pt x="443" y="714"/>
                </a:lnTo>
                <a:lnTo>
                  <a:pt x="442" y="714"/>
                </a:lnTo>
                <a:lnTo>
                  <a:pt x="441" y="714"/>
                </a:lnTo>
                <a:lnTo>
                  <a:pt x="441" y="713"/>
                </a:lnTo>
                <a:lnTo>
                  <a:pt x="440" y="713"/>
                </a:lnTo>
                <a:lnTo>
                  <a:pt x="441" y="713"/>
                </a:lnTo>
                <a:lnTo>
                  <a:pt x="441" y="712"/>
                </a:lnTo>
                <a:lnTo>
                  <a:pt x="440" y="712"/>
                </a:lnTo>
                <a:lnTo>
                  <a:pt x="440" y="711"/>
                </a:lnTo>
                <a:lnTo>
                  <a:pt x="440" y="710"/>
                </a:lnTo>
                <a:lnTo>
                  <a:pt x="439" y="710"/>
                </a:lnTo>
                <a:lnTo>
                  <a:pt x="439" y="709"/>
                </a:lnTo>
                <a:lnTo>
                  <a:pt x="440" y="709"/>
                </a:lnTo>
                <a:lnTo>
                  <a:pt x="439" y="709"/>
                </a:lnTo>
                <a:lnTo>
                  <a:pt x="440" y="709"/>
                </a:lnTo>
                <a:lnTo>
                  <a:pt x="441" y="709"/>
                </a:lnTo>
                <a:lnTo>
                  <a:pt x="442" y="709"/>
                </a:lnTo>
                <a:lnTo>
                  <a:pt x="442" y="708"/>
                </a:lnTo>
                <a:lnTo>
                  <a:pt x="441" y="707"/>
                </a:lnTo>
                <a:lnTo>
                  <a:pt x="440" y="707"/>
                </a:lnTo>
                <a:lnTo>
                  <a:pt x="440" y="706"/>
                </a:lnTo>
                <a:lnTo>
                  <a:pt x="439" y="706"/>
                </a:lnTo>
                <a:lnTo>
                  <a:pt x="439" y="707"/>
                </a:lnTo>
                <a:lnTo>
                  <a:pt x="439" y="706"/>
                </a:lnTo>
                <a:lnTo>
                  <a:pt x="438" y="706"/>
                </a:lnTo>
                <a:lnTo>
                  <a:pt x="437" y="706"/>
                </a:lnTo>
                <a:lnTo>
                  <a:pt x="436" y="706"/>
                </a:lnTo>
                <a:lnTo>
                  <a:pt x="436" y="705"/>
                </a:lnTo>
                <a:lnTo>
                  <a:pt x="436" y="704"/>
                </a:lnTo>
                <a:lnTo>
                  <a:pt x="435" y="704"/>
                </a:lnTo>
                <a:lnTo>
                  <a:pt x="435" y="703"/>
                </a:lnTo>
                <a:lnTo>
                  <a:pt x="434" y="703"/>
                </a:lnTo>
                <a:lnTo>
                  <a:pt x="434" y="704"/>
                </a:lnTo>
                <a:lnTo>
                  <a:pt x="434" y="703"/>
                </a:lnTo>
                <a:lnTo>
                  <a:pt x="433" y="703"/>
                </a:lnTo>
                <a:lnTo>
                  <a:pt x="433" y="704"/>
                </a:lnTo>
                <a:lnTo>
                  <a:pt x="433" y="705"/>
                </a:lnTo>
                <a:lnTo>
                  <a:pt x="432" y="705"/>
                </a:lnTo>
                <a:lnTo>
                  <a:pt x="431" y="705"/>
                </a:lnTo>
                <a:lnTo>
                  <a:pt x="431" y="704"/>
                </a:lnTo>
                <a:lnTo>
                  <a:pt x="431" y="703"/>
                </a:lnTo>
                <a:lnTo>
                  <a:pt x="431" y="702"/>
                </a:lnTo>
                <a:lnTo>
                  <a:pt x="430" y="702"/>
                </a:lnTo>
                <a:lnTo>
                  <a:pt x="429" y="702"/>
                </a:lnTo>
                <a:lnTo>
                  <a:pt x="428" y="702"/>
                </a:lnTo>
                <a:lnTo>
                  <a:pt x="428" y="701"/>
                </a:lnTo>
                <a:lnTo>
                  <a:pt x="427" y="701"/>
                </a:lnTo>
                <a:lnTo>
                  <a:pt x="427" y="702"/>
                </a:lnTo>
                <a:lnTo>
                  <a:pt x="426" y="702"/>
                </a:lnTo>
                <a:lnTo>
                  <a:pt x="426" y="703"/>
                </a:lnTo>
                <a:lnTo>
                  <a:pt x="425" y="703"/>
                </a:lnTo>
                <a:lnTo>
                  <a:pt x="424" y="703"/>
                </a:lnTo>
                <a:lnTo>
                  <a:pt x="425" y="703"/>
                </a:lnTo>
                <a:lnTo>
                  <a:pt x="425" y="704"/>
                </a:lnTo>
                <a:lnTo>
                  <a:pt x="424" y="704"/>
                </a:lnTo>
                <a:lnTo>
                  <a:pt x="424" y="703"/>
                </a:lnTo>
                <a:lnTo>
                  <a:pt x="423" y="703"/>
                </a:lnTo>
                <a:lnTo>
                  <a:pt x="422" y="703"/>
                </a:lnTo>
                <a:lnTo>
                  <a:pt x="422" y="702"/>
                </a:lnTo>
                <a:lnTo>
                  <a:pt x="422" y="701"/>
                </a:lnTo>
                <a:lnTo>
                  <a:pt x="421" y="702"/>
                </a:lnTo>
                <a:lnTo>
                  <a:pt x="421" y="701"/>
                </a:lnTo>
                <a:lnTo>
                  <a:pt x="420" y="701"/>
                </a:lnTo>
                <a:lnTo>
                  <a:pt x="420" y="700"/>
                </a:lnTo>
                <a:lnTo>
                  <a:pt x="420" y="699"/>
                </a:lnTo>
                <a:lnTo>
                  <a:pt x="419" y="699"/>
                </a:lnTo>
                <a:lnTo>
                  <a:pt x="418" y="699"/>
                </a:lnTo>
                <a:lnTo>
                  <a:pt x="418" y="698"/>
                </a:lnTo>
                <a:lnTo>
                  <a:pt x="418" y="697"/>
                </a:lnTo>
                <a:lnTo>
                  <a:pt x="417" y="697"/>
                </a:lnTo>
                <a:lnTo>
                  <a:pt x="416" y="697"/>
                </a:lnTo>
                <a:lnTo>
                  <a:pt x="416" y="698"/>
                </a:lnTo>
                <a:lnTo>
                  <a:pt x="416" y="697"/>
                </a:lnTo>
                <a:lnTo>
                  <a:pt x="416" y="698"/>
                </a:lnTo>
                <a:lnTo>
                  <a:pt x="416" y="697"/>
                </a:lnTo>
                <a:lnTo>
                  <a:pt x="415" y="697"/>
                </a:lnTo>
                <a:lnTo>
                  <a:pt x="414" y="697"/>
                </a:lnTo>
                <a:lnTo>
                  <a:pt x="414" y="698"/>
                </a:lnTo>
                <a:lnTo>
                  <a:pt x="413" y="698"/>
                </a:lnTo>
                <a:lnTo>
                  <a:pt x="412" y="698"/>
                </a:lnTo>
                <a:lnTo>
                  <a:pt x="412" y="697"/>
                </a:lnTo>
                <a:lnTo>
                  <a:pt x="411" y="697"/>
                </a:lnTo>
                <a:lnTo>
                  <a:pt x="411" y="696"/>
                </a:lnTo>
                <a:lnTo>
                  <a:pt x="411" y="695"/>
                </a:lnTo>
                <a:lnTo>
                  <a:pt x="412" y="695"/>
                </a:lnTo>
                <a:lnTo>
                  <a:pt x="411" y="695"/>
                </a:lnTo>
                <a:lnTo>
                  <a:pt x="411" y="694"/>
                </a:lnTo>
                <a:lnTo>
                  <a:pt x="411" y="693"/>
                </a:lnTo>
                <a:lnTo>
                  <a:pt x="410" y="694"/>
                </a:lnTo>
                <a:lnTo>
                  <a:pt x="409" y="694"/>
                </a:lnTo>
                <a:lnTo>
                  <a:pt x="409" y="693"/>
                </a:lnTo>
                <a:lnTo>
                  <a:pt x="409" y="694"/>
                </a:lnTo>
                <a:lnTo>
                  <a:pt x="408" y="694"/>
                </a:lnTo>
                <a:lnTo>
                  <a:pt x="407" y="694"/>
                </a:lnTo>
                <a:lnTo>
                  <a:pt x="406" y="694"/>
                </a:lnTo>
                <a:lnTo>
                  <a:pt x="406" y="695"/>
                </a:lnTo>
                <a:lnTo>
                  <a:pt x="405" y="695"/>
                </a:lnTo>
                <a:lnTo>
                  <a:pt x="404" y="695"/>
                </a:lnTo>
                <a:lnTo>
                  <a:pt x="404" y="696"/>
                </a:lnTo>
                <a:lnTo>
                  <a:pt x="404" y="695"/>
                </a:lnTo>
                <a:lnTo>
                  <a:pt x="403" y="695"/>
                </a:lnTo>
                <a:lnTo>
                  <a:pt x="402" y="695"/>
                </a:lnTo>
                <a:lnTo>
                  <a:pt x="401" y="695"/>
                </a:lnTo>
                <a:lnTo>
                  <a:pt x="400" y="695"/>
                </a:lnTo>
                <a:lnTo>
                  <a:pt x="400" y="694"/>
                </a:lnTo>
                <a:lnTo>
                  <a:pt x="400" y="693"/>
                </a:lnTo>
                <a:lnTo>
                  <a:pt x="400" y="692"/>
                </a:lnTo>
                <a:lnTo>
                  <a:pt x="399" y="692"/>
                </a:lnTo>
                <a:lnTo>
                  <a:pt x="398" y="692"/>
                </a:lnTo>
                <a:lnTo>
                  <a:pt x="397" y="692"/>
                </a:lnTo>
                <a:lnTo>
                  <a:pt x="397" y="691"/>
                </a:lnTo>
                <a:lnTo>
                  <a:pt x="396" y="691"/>
                </a:lnTo>
                <a:lnTo>
                  <a:pt x="395" y="691"/>
                </a:lnTo>
                <a:lnTo>
                  <a:pt x="395" y="689"/>
                </a:lnTo>
                <a:lnTo>
                  <a:pt x="395" y="688"/>
                </a:lnTo>
                <a:lnTo>
                  <a:pt x="394" y="688"/>
                </a:lnTo>
                <a:lnTo>
                  <a:pt x="394" y="687"/>
                </a:lnTo>
                <a:lnTo>
                  <a:pt x="393" y="687"/>
                </a:lnTo>
                <a:lnTo>
                  <a:pt x="392" y="687"/>
                </a:lnTo>
                <a:lnTo>
                  <a:pt x="391" y="687"/>
                </a:lnTo>
                <a:lnTo>
                  <a:pt x="390" y="687"/>
                </a:lnTo>
                <a:lnTo>
                  <a:pt x="389" y="687"/>
                </a:lnTo>
                <a:lnTo>
                  <a:pt x="389" y="688"/>
                </a:lnTo>
                <a:lnTo>
                  <a:pt x="389" y="687"/>
                </a:lnTo>
                <a:lnTo>
                  <a:pt x="388" y="687"/>
                </a:lnTo>
                <a:lnTo>
                  <a:pt x="388" y="686"/>
                </a:lnTo>
                <a:lnTo>
                  <a:pt x="389" y="686"/>
                </a:lnTo>
                <a:lnTo>
                  <a:pt x="389" y="685"/>
                </a:lnTo>
                <a:lnTo>
                  <a:pt x="389" y="684"/>
                </a:lnTo>
                <a:lnTo>
                  <a:pt x="390" y="684"/>
                </a:lnTo>
                <a:lnTo>
                  <a:pt x="390" y="685"/>
                </a:lnTo>
                <a:lnTo>
                  <a:pt x="390" y="684"/>
                </a:lnTo>
                <a:lnTo>
                  <a:pt x="391" y="684"/>
                </a:lnTo>
                <a:lnTo>
                  <a:pt x="392" y="684"/>
                </a:lnTo>
                <a:lnTo>
                  <a:pt x="392" y="683"/>
                </a:lnTo>
                <a:lnTo>
                  <a:pt x="393" y="683"/>
                </a:lnTo>
                <a:lnTo>
                  <a:pt x="393" y="682"/>
                </a:lnTo>
                <a:lnTo>
                  <a:pt x="392" y="682"/>
                </a:lnTo>
                <a:lnTo>
                  <a:pt x="392" y="681"/>
                </a:lnTo>
                <a:lnTo>
                  <a:pt x="392" y="680"/>
                </a:lnTo>
                <a:lnTo>
                  <a:pt x="391" y="680"/>
                </a:lnTo>
                <a:lnTo>
                  <a:pt x="390" y="680"/>
                </a:lnTo>
                <a:lnTo>
                  <a:pt x="390" y="679"/>
                </a:lnTo>
                <a:lnTo>
                  <a:pt x="390" y="678"/>
                </a:lnTo>
                <a:lnTo>
                  <a:pt x="389" y="678"/>
                </a:lnTo>
                <a:lnTo>
                  <a:pt x="388" y="678"/>
                </a:lnTo>
                <a:lnTo>
                  <a:pt x="388" y="679"/>
                </a:lnTo>
                <a:lnTo>
                  <a:pt x="387" y="679"/>
                </a:lnTo>
                <a:lnTo>
                  <a:pt x="386" y="679"/>
                </a:lnTo>
                <a:lnTo>
                  <a:pt x="386" y="680"/>
                </a:lnTo>
                <a:lnTo>
                  <a:pt x="385" y="680"/>
                </a:lnTo>
                <a:lnTo>
                  <a:pt x="384" y="680"/>
                </a:lnTo>
                <a:lnTo>
                  <a:pt x="383" y="680"/>
                </a:lnTo>
                <a:lnTo>
                  <a:pt x="382" y="680"/>
                </a:lnTo>
                <a:lnTo>
                  <a:pt x="382" y="679"/>
                </a:lnTo>
                <a:lnTo>
                  <a:pt x="383" y="679"/>
                </a:lnTo>
                <a:lnTo>
                  <a:pt x="383" y="678"/>
                </a:lnTo>
                <a:lnTo>
                  <a:pt x="384" y="678"/>
                </a:lnTo>
                <a:lnTo>
                  <a:pt x="384" y="677"/>
                </a:lnTo>
                <a:lnTo>
                  <a:pt x="384" y="676"/>
                </a:lnTo>
                <a:lnTo>
                  <a:pt x="383" y="676"/>
                </a:lnTo>
                <a:lnTo>
                  <a:pt x="382" y="676"/>
                </a:lnTo>
                <a:lnTo>
                  <a:pt x="382" y="675"/>
                </a:lnTo>
                <a:lnTo>
                  <a:pt x="381" y="675"/>
                </a:lnTo>
                <a:lnTo>
                  <a:pt x="381" y="674"/>
                </a:lnTo>
                <a:lnTo>
                  <a:pt x="380" y="674"/>
                </a:lnTo>
                <a:lnTo>
                  <a:pt x="380" y="673"/>
                </a:lnTo>
                <a:lnTo>
                  <a:pt x="379" y="673"/>
                </a:lnTo>
                <a:lnTo>
                  <a:pt x="379" y="672"/>
                </a:lnTo>
                <a:lnTo>
                  <a:pt x="379" y="671"/>
                </a:lnTo>
                <a:lnTo>
                  <a:pt x="378" y="671"/>
                </a:lnTo>
                <a:lnTo>
                  <a:pt x="378" y="670"/>
                </a:lnTo>
                <a:lnTo>
                  <a:pt x="377" y="670"/>
                </a:lnTo>
                <a:lnTo>
                  <a:pt x="377" y="669"/>
                </a:lnTo>
                <a:lnTo>
                  <a:pt x="377" y="668"/>
                </a:lnTo>
                <a:lnTo>
                  <a:pt x="376" y="668"/>
                </a:lnTo>
                <a:lnTo>
                  <a:pt x="376" y="667"/>
                </a:lnTo>
                <a:lnTo>
                  <a:pt x="375" y="667"/>
                </a:lnTo>
                <a:lnTo>
                  <a:pt x="375" y="666"/>
                </a:lnTo>
                <a:lnTo>
                  <a:pt x="374" y="666"/>
                </a:lnTo>
                <a:lnTo>
                  <a:pt x="374" y="667"/>
                </a:lnTo>
                <a:lnTo>
                  <a:pt x="373" y="667"/>
                </a:lnTo>
                <a:lnTo>
                  <a:pt x="373" y="668"/>
                </a:lnTo>
                <a:lnTo>
                  <a:pt x="372" y="668"/>
                </a:lnTo>
                <a:lnTo>
                  <a:pt x="372" y="669"/>
                </a:lnTo>
                <a:lnTo>
                  <a:pt x="371" y="669"/>
                </a:lnTo>
                <a:lnTo>
                  <a:pt x="371" y="668"/>
                </a:lnTo>
                <a:lnTo>
                  <a:pt x="370" y="668"/>
                </a:lnTo>
                <a:lnTo>
                  <a:pt x="370" y="667"/>
                </a:lnTo>
                <a:lnTo>
                  <a:pt x="369" y="667"/>
                </a:lnTo>
                <a:lnTo>
                  <a:pt x="369" y="666"/>
                </a:lnTo>
                <a:lnTo>
                  <a:pt x="368" y="666"/>
                </a:lnTo>
                <a:lnTo>
                  <a:pt x="368" y="665"/>
                </a:lnTo>
                <a:lnTo>
                  <a:pt x="368" y="666"/>
                </a:lnTo>
                <a:lnTo>
                  <a:pt x="367" y="666"/>
                </a:lnTo>
                <a:lnTo>
                  <a:pt x="367" y="665"/>
                </a:lnTo>
                <a:lnTo>
                  <a:pt x="366" y="665"/>
                </a:lnTo>
                <a:lnTo>
                  <a:pt x="366" y="664"/>
                </a:lnTo>
                <a:lnTo>
                  <a:pt x="365" y="664"/>
                </a:lnTo>
                <a:lnTo>
                  <a:pt x="364" y="664"/>
                </a:lnTo>
                <a:lnTo>
                  <a:pt x="364" y="663"/>
                </a:lnTo>
                <a:lnTo>
                  <a:pt x="364" y="662"/>
                </a:lnTo>
                <a:lnTo>
                  <a:pt x="363" y="662"/>
                </a:lnTo>
                <a:lnTo>
                  <a:pt x="362" y="662"/>
                </a:lnTo>
                <a:lnTo>
                  <a:pt x="362" y="661"/>
                </a:lnTo>
                <a:lnTo>
                  <a:pt x="361" y="661"/>
                </a:lnTo>
                <a:lnTo>
                  <a:pt x="361" y="660"/>
                </a:lnTo>
                <a:lnTo>
                  <a:pt x="360" y="660"/>
                </a:lnTo>
                <a:lnTo>
                  <a:pt x="360" y="661"/>
                </a:lnTo>
                <a:lnTo>
                  <a:pt x="360" y="662"/>
                </a:lnTo>
                <a:lnTo>
                  <a:pt x="359" y="662"/>
                </a:lnTo>
                <a:lnTo>
                  <a:pt x="359" y="661"/>
                </a:lnTo>
                <a:lnTo>
                  <a:pt x="358" y="661"/>
                </a:lnTo>
                <a:lnTo>
                  <a:pt x="357" y="660"/>
                </a:lnTo>
                <a:lnTo>
                  <a:pt x="357" y="659"/>
                </a:lnTo>
                <a:lnTo>
                  <a:pt x="356" y="659"/>
                </a:lnTo>
                <a:lnTo>
                  <a:pt x="356" y="658"/>
                </a:lnTo>
                <a:lnTo>
                  <a:pt x="355" y="658"/>
                </a:lnTo>
                <a:lnTo>
                  <a:pt x="355" y="659"/>
                </a:lnTo>
                <a:lnTo>
                  <a:pt x="354" y="659"/>
                </a:lnTo>
                <a:lnTo>
                  <a:pt x="353" y="659"/>
                </a:lnTo>
                <a:lnTo>
                  <a:pt x="352" y="659"/>
                </a:lnTo>
                <a:lnTo>
                  <a:pt x="352" y="658"/>
                </a:lnTo>
                <a:lnTo>
                  <a:pt x="352" y="657"/>
                </a:lnTo>
                <a:lnTo>
                  <a:pt x="351" y="657"/>
                </a:lnTo>
                <a:lnTo>
                  <a:pt x="350" y="657"/>
                </a:lnTo>
                <a:lnTo>
                  <a:pt x="350" y="656"/>
                </a:lnTo>
                <a:lnTo>
                  <a:pt x="349" y="656"/>
                </a:lnTo>
                <a:lnTo>
                  <a:pt x="348" y="655"/>
                </a:lnTo>
                <a:lnTo>
                  <a:pt x="348" y="656"/>
                </a:lnTo>
                <a:lnTo>
                  <a:pt x="347" y="656"/>
                </a:lnTo>
                <a:lnTo>
                  <a:pt x="347" y="657"/>
                </a:lnTo>
                <a:lnTo>
                  <a:pt x="347" y="656"/>
                </a:lnTo>
                <a:lnTo>
                  <a:pt x="346" y="656"/>
                </a:lnTo>
                <a:lnTo>
                  <a:pt x="345" y="656"/>
                </a:lnTo>
                <a:lnTo>
                  <a:pt x="345" y="657"/>
                </a:lnTo>
                <a:lnTo>
                  <a:pt x="345" y="656"/>
                </a:lnTo>
                <a:lnTo>
                  <a:pt x="344" y="656"/>
                </a:lnTo>
                <a:lnTo>
                  <a:pt x="343" y="656"/>
                </a:lnTo>
                <a:lnTo>
                  <a:pt x="342" y="656"/>
                </a:lnTo>
                <a:lnTo>
                  <a:pt x="342" y="657"/>
                </a:lnTo>
                <a:lnTo>
                  <a:pt x="342" y="656"/>
                </a:lnTo>
                <a:lnTo>
                  <a:pt x="341" y="656"/>
                </a:lnTo>
                <a:lnTo>
                  <a:pt x="341" y="655"/>
                </a:lnTo>
                <a:lnTo>
                  <a:pt x="341" y="654"/>
                </a:lnTo>
                <a:lnTo>
                  <a:pt x="342" y="654"/>
                </a:lnTo>
                <a:lnTo>
                  <a:pt x="343" y="654"/>
                </a:lnTo>
                <a:lnTo>
                  <a:pt x="343" y="653"/>
                </a:lnTo>
                <a:lnTo>
                  <a:pt x="342" y="653"/>
                </a:lnTo>
                <a:lnTo>
                  <a:pt x="343" y="653"/>
                </a:lnTo>
                <a:lnTo>
                  <a:pt x="343" y="652"/>
                </a:lnTo>
                <a:lnTo>
                  <a:pt x="343" y="651"/>
                </a:lnTo>
                <a:lnTo>
                  <a:pt x="342" y="651"/>
                </a:lnTo>
                <a:lnTo>
                  <a:pt x="342" y="650"/>
                </a:lnTo>
                <a:lnTo>
                  <a:pt x="343" y="650"/>
                </a:lnTo>
                <a:lnTo>
                  <a:pt x="344" y="650"/>
                </a:lnTo>
                <a:lnTo>
                  <a:pt x="344" y="649"/>
                </a:lnTo>
                <a:lnTo>
                  <a:pt x="344" y="648"/>
                </a:lnTo>
                <a:lnTo>
                  <a:pt x="345" y="648"/>
                </a:lnTo>
                <a:lnTo>
                  <a:pt x="345" y="647"/>
                </a:lnTo>
                <a:lnTo>
                  <a:pt x="344" y="647"/>
                </a:lnTo>
                <a:lnTo>
                  <a:pt x="343" y="647"/>
                </a:lnTo>
                <a:lnTo>
                  <a:pt x="343" y="646"/>
                </a:lnTo>
                <a:lnTo>
                  <a:pt x="343" y="645"/>
                </a:lnTo>
                <a:lnTo>
                  <a:pt x="343" y="644"/>
                </a:lnTo>
                <a:lnTo>
                  <a:pt x="342" y="644"/>
                </a:lnTo>
                <a:lnTo>
                  <a:pt x="341" y="644"/>
                </a:lnTo>
                <a:lnTo>
                  <a:pt x="340" y="644"/>
                </a:lnTo>
                <a:lnTo>
                  <a:pt x="340" y="643"/>
                </a:lnTo>
                <a:lnTo>
                  <a:pt x="339" y="643"/>
                </a:lnTo>
                <a:lnTo>
                  <a:pt x="339" y="642"/>
                </a:lnTo>
                <a:lnTo>
                  <a:pt x="338" y="642"/>
                </a:lnTo>
                <a:lnTo>
                  <a:pt x="338" y="641"/>
                </a:lnTo>
                <a:lnTo>
                  <a:pt x="338" y="640"/>
                </a:lnTo>
                <a:lnTo>
                  <a:pt x="336" y="640"/>
                </a:lnTo>
                <a:lnTo>
                  <a:pt x="336" y="639"/>
                </a:lnTo>
                <a:lnTo>
                  <a:pt x="335" y="639"/>
                </a:lnTo>
                <a:lnTo>
                  <a:pt x="336" y="639"/>
                </a:lnTo>
                <a:lnTo>
                  <a:pt x="336" y="638"/>
                </a:lnTo>
                <a:lnTo>
                  <a:pt x="336" y="637"/>
                </a:lnTo>
                <a:lnTo>
                  <a:pt x="337" y="637"/>
                </a:lnTo>
                <a:lnTo>
                  <a:pt x="337" y="636"/>
                </a:lnTo>
                <a:lnTo>
                  <a:pt x="337" y="635"/>
                </a:lnTo>
                <a:lnTo>
                  <a:pt x="336" y="635"/>
                </a:lnTo>
                <a:lnTo>
                  <a:pt x="336" y="634"/>
                </a:lnTo>
                <a:lnTo>
                  <a:pt x="337" y="634"/>
                </a:lnTo>
                <a:lnTo>
                  <a:pt x="337" y="633"/>
                </a:lnTo>
                <a:lnTo>
                  <a:pt x="338" y="632"/>
                </a:lnTo>
                <a:lnTo>
                  <a:pt x="337" y="632"/>
                </a:lnTo>
                <a:lnTo>
                  <a:pt x="337" y="631"/>
                </a:lnTo>
                <a:lnTo>
                  <a:pt x="337" y="630"/>
                </a:lnTo>
                <a:lnTo>
                  <a:pt x="336" y="630"/>
                </a:lnTo>
                <a:lnTo>
                  <a:pt x="336" y="629"/>
                </a:lnTo>
                <a:lnTo>
                  <a:pt x="336" y="628"/>
                </a:lnTo>
                <a:lnTo>
                  <a:pt x="335" y="628"/>
                </a:lnTo>
                <a:lnTo>
                  <a:pt x="335" y="627"/>
                </a:lnTo>
                <a:lnTo>
                  <a:pt x="334" y="627"/>
                </a:lnTo>
                <a:lnTo>
                  <a:pt x="334" y="626"/>
                </a:lnTo>
                <a:lnTo>
                  <a:pt x="333" y="626"/>
                </a:lnTo>
                <a:lnTo>
                  <a:pt x="333" y="627"/>
                </a:lnTo>
                <a:lnTo>
                  <a:pt x="332" y="627"/>
                </a:lnTo>
                <a:lnTo>
                  <a:pt x="332" y="628"/>
                </a:lnTo>
                <a:lnTo>
                  <a:pt x="331" y="628"/>
                </a:lnTo>
                <a:lnTo>
                  <a:pt x="331" y="629"/>
                </a:lnTo>
                <a:lnTo>
                  <a:pt x="330" y="629"/>
                </a:lnTo>
                <a:lnTo>
                  <a:pt x="330" y="628"/>
                </a:lnTo>
                <a:lnTo>
                  <a:pt x="329" y="628"/>
                </a:lnTo>
                <a:lnTo>
                  <a:pt x="329" y="629"/>
                </a:lnTo>
                <a:lnTo>
                  <a:pt x="329" y="628"/>
                </a:lnTo>
                <a:lnTo>
                  <a:pt x="328" y="628"/>
                </a:lnTo>
                <a:lnTo>
                  <a:pt x="327" y="628"/>
                </a:lnTo>
                <a:lnTo>
                  <a:pt x="327" y="630"/>
                </a:lnTo>
                <a:lnTo>
                  <a:pt x="327" y="629"/>
                </a:lnTo>
                <a:lnTo>
                  <a:pt x="327" y="630"/>
                </a:lnTo>
                <a:lnTo>
                  <a:pt x="326" y="630"/>
                </a:lnTo>
                <a:lnTo>
                  <a:pt x="325" y="630"/>
                </a:lnTo>
                <a:lnTo>
                  <a:pt x="324" y="630"/>
                </a:lnTo>
                <a:lnTo>
                  <a:pt x="324" y="629"/>
                </a:lnTo>
                <a:lnTo>
                  <a:pt x="323" y="629"/>
                </a:lnTo>
                <a:lnTo>
                  <a:pt x="323" y="628"/>
                </a:lnTo>
                <a:lnTo>
                  <a:pt x="323" y="629"/>
                </a:lnTo>
                <a:lnTo>
                  <a:pt x="323" y="628"/>
                </a:lnTo>
                <a:lnTo>
                  <a:pt x="322" y="628"/>
                </a:lnTo>
                <a:lnTo>
                  <a:pt x="323" y="628"/>
                </a:lnTo>
                <a:lnTo>
                  <a:pt x="323" y="627"/>
                </a:lnTo>
                <a:lnTo>
                  <a:pt x="322" y="627"/>
                </a:lnTo>
                <a:lnTo>
                  <a:pt x="321" y="627"/>
                </a:lnTo>
                <a:lnTo>
                  <a:pt x="321" y="628"/>
                </a:lnTo>
                <a:lnTo>
                  <a:pt x="320" y="628"/>
                </a:lnTo>
                <a:lnTo>
                  <a:pt x="319" y="628"/>
                </a:lnTo>
                <a:lnTo>
                  <a:pt x="319" y="627"/>
                </a:lnTo>
                <a:lnTo>
                  <a:pt x="318" y="627"/>
                </a:lnTo>
                <a:lnTo>
                  <a:pt x="317" y="627"/>
                </a:lnTo>
                <a:lnTo>
                  <a:pt x="316" y="627"/>
                </a:lnTo>
                <a:lnTo>
                  <a:pt x="316" y="626"/>
                </a:lnTo>
                <a:lnTo>
                  <a:pt x="315" y="626"/>
                </a:lnTo>
                <a:lnTo>
                  <a:pt x="315" y="625"/>
                </a:lnTo>
                <a:lnTo>
                  <a:pt x="314" y="625"/>
                </a:lnTo>
                <a:lnTo>
                  <a:pt x="314" y="624"/>
                </a:lnTo>
                <a:lnTo>
                  <a:pt x="313" y="624"/>
                </a:lnTo>
                <a:lnTo>
                  <a:pt x="313" y="625"/>
                </a:lnTo>
                <a:lnTo>
                  <a:pt x="312" y="625"/>
                </a:lnTo>
                <a:lnTo>
                  <a:pt x="310" y="625"/>
                </a:lnTo>
                <a:lnTo>
                  <a:pt x="310" y="624"/>
                </a:lnTo>
                <a:lnTo>
                  <a:pt x="309" y="624"/>
                </a:lnTo>
                <a:lnTo>
                  <a:pt x="308" y="624"/>
                </a:lnTo>
                <a:lnTo>
                  <a:pt x="307" y="624"/>
                </a:lnTo>
                <a:lnTo>
                  <a:pt x="306" y="624"/>
                </a:lnTo>
                <a:lnTo>
                  <a:pt x="305" y="624"/>
                </a:lnTo>
                <a:lnTo>
                  <a:pt x="304" y="624"/>
                </a:lnTo>
                <a:lnTo>
                  <a:pt x="304" y="623"/>
                </a:lnTo>
                <a:lnTo>
                  <a:pt x="303" y="623"/>
                </a:lnTo>
                <a:lnTo>
                  <a:pt x="302" y="623"/>
                </a:lnTo>
                <a:lnTo>
                  <a:pt x="302" y="622"/>
                </a:lnTo>
                <a:lnTo>
                  <a:pt x="302" y="621"/>
                </a:lnTo>
                <a:lnTo>
                  <a:pt x="301" y="621"/>
                </a:lnTo>
                <a:lnTo>
                  <a:pt x="300" y="621"/>
                </a:lnTo>
                <a:lnTo>
                  <a:pt x="300" y="620"/>
                </a:lnTo>
                <a:lnTo>
                  <a:pt x="299" y="620"/>
                </a:lnTo>
                <a:lnTo>
                  <a:pt x="298" y="620"/>
                </a:lnTo>
                <a:lnTo>
                  <a:pt x="297" y="620"/>
                </a:lnTo>
                <a:lnTo>
                  <a:pt x="297" y="619"/>
                </a:lnTo>
                <a:lnTo>
                  <a:pt x="296" y="619"/>
                </a:lnTo>
                <a:lnTo>
                  <a:pt x="295" y="619"/>
                </a:lnTo>
                <a:lnTo>
                  <a:pt x="295" y="618"/>
                </a:lnTo>
                <a:lnTo>
                  <a:pt x="294" y="618"/>
                </a:lnTo>
                <a:lnTo>
                  <a:pt x="293" y="618"/>
                </a:lnTo>
                <a:lnTo>
                  <a:pt x="292" y="618"/>
                </a:lnTo>
                <a:lnTo>
                  <a:pt x="292" y="617"/>
                </a:lnTo>
                <a:lnTo>
                  <a:pt x="292" y="618"/>
                </a:lnTo>
                <a:lnTo>
                  <a:pt x="292" y="619"/>
                </a:lnTo>
                <a:lnTo>
                  <a:pt x="292" y="620"/>
                </a:lnTo>
                <a:lnTo>
                  <a:pt x="292" y="621"/>
                </a:lnTo>
                <a:lnTo>
                  <a:pt x="291" y="621"/>
                </a:lnTo>
                <a:lnTo>
                  <a:pt x="290" y="621"/>
                </a:lnTo>
                <a:lnTo>
                  <a:pt x="289" y="621"/>
                </a:lnTo>
                <a:lnTo>
                  <a:pt x="289" y="620"/>
                </a:lnTo>
                <a:lnTo>
                  <a:pt x="288" y="620"/>
                </a:lnTo>
                <a:lnTo>
                  <a:pt x="288" y="619"/>
                </a:lnTo>
                <a:lnTo>
                  <a:pt x="287" y="619"/>
                </a:lnTo>
                <a:lnTo>
                  <a:pt x="287" y="620"/>
                </a:lnTo>
                <a:lnTo>
                  <a:pt x="286" y="620"/>
                </a:lnTo>
                <a:lnTo>
                  <a:pt x="286" y="621"/>
                </a:lnTo>
                <a:lnTo>
                  <a:pt x="287" y="621"/>
                </a:lnTo>
                <a:lnTo>
                  <a:pt x="287" y="622"/>
                </a:lnTo>
                <a:lnTo>
                  <a:pt x="286" y="622"/>
                </a:lnTo>
                <a:lnTo>
                  <a:pt x="286" y="624"/>
                </a:lnTo>
                <a:lnTo>
                  <a:pt x="286" y="625"/>
                </a:lnTo>
                <a:lnTo>
                  <a:pt x="285" y="625"/>
                </a:lnTo>
                <a:lnTo>
                  <a:pt x="284" y="625"/>
                </a:lnTo>
                <a:lnTo>
                  <a:pt x="283" y="625"/>
                </a:lnTo>
                <a:lnTo>
                  <a:pt x="283" y="624"/>
                </a:lnTo>
                <a:lnTo>
                  <a:pt x="282" y="624"/>
                </a:lnTo>
                <a:lnTo>
                  <a:pt x="281" y="624"/>
                </a:lnTo>
                <a:lnTo>
                  <a:pt x="280" y="624"/>
                </a:lnTo>
                <a:lnTo>
                  <a:pt x="279" y="624"/>
                </a:lnTo>
                <a:lnTo>
                  <a:pt x="279" y="623"/>
                </a:lnTo>
                <a:lnTo>
                  <a:pt x="279" y="622"/>
                </a:lnTo>
                <a:lnTo>
                  <a:pt x="278" y="622"/>
                </a:lnTo>
                <a:lnTo>
                  <a:pt x="277" y="622"/>
                </a:lnTo>
                <a:lnTo>
                  <a:pt x="277" y="621"/>
                </a:lnTo>
                <a:lnTo>
                  <a:pt x="275" y="621"/>
                </a:lnTo>
                <a:lnTo>
                  <a:pt x="275" y="620"/>
                </a:lnTo>
                <a:lnTo>
                  <a:pt x="275" y="621"/>
                </a:lnTo>
                <a:lnTo>
                  <a:pt x="274" y="621"/>
                </a:lnTo>
                <a:lnTo>
                  <a:pt x="274" y="620"/>
                </a:lnTo>
                <a:lnTo>
                  <a:pt x="272" y="620"/>
                </a:lnTo>
                <a:lnTo>
                  <a:pt x="272" y="621"/>
                </a:lnTo>
                <a:lnTo>
                  <a:pt x="272" y="622"/>
                </a:lnTo>
                <a:lnTo>
                  <a:pt x="271" y="622"/>
                </a:lnTo>
                <a:lnTo>
                  <a:pt x="271" y="623"/>
                </a:lnTo>
                <a:lnTo>
                  <a:pt x="272" y="623"/>
                </a:lnTo>
                <a:lnTo>
                  <a:pt x="273" y="623"/>
                </a:lnTo>
                <a:lnTo>
                  <a:pt x="273" y="624"/>
                </a:lnTo>
                <a:lnTo>
                  <a:pt x="274" y="624"/>
                </a:lnTo>
                <a:lnTo>
                  <a:pt x="273" y="624"/>
                </a:lnTo>
                <a:lnTo>
                  <a:pt x="273" y="625"/>
                </a:lnTo>
                <a:lnTo>
                  <a:pt x="272" y="625"/>
                </a:lnTo>
                <a:lnTo>
                  <a:pt x="271" y="625"/>
                </a:lnTo>
                <a:lnTo>
                  <a:pt x="271" y="626"/>
                </a:lnTo>
                <a:lnTo>
                  <a:pt x="271" y="627"/>
                </a:lnTo>
                <a:lnTo>
                  <a:pt x="272" y="627"/>
                </a:lnTo>
                <a:lnTo>
                  <a:pt x="272" y="628"/>
                </a:lnTo>
                <a:lnTo>
                  <a:pt x="271" y="628"/>
                </a:lnTo>
                <a:lnTo>
                  <a:pt x="272" y="628"/>
                </a:lnTo>
                <a:lnTo>
                  <a:pt x="272" y="629"/>
                </a:lnTo>
                <a:lnTo>
                  <a:pt x="271" y="629"/>
                </a:lnTo>
                <a:lnTo>
                  <a:pt x="271" y="630"/>
                </a:lnTo>
                <a:lnTo>
                  <a:pt x="272" y="631"/>
                </a:lnTo>
                <a:lnTo>
                  <a:pt x="273" y="631"/>
                </a:lnTo>
                <a:lnTo>
                  <a:pt x="273" y="632"/>
                </a:lnTo>
                <a:lnTo>
                  <a:pt x="273" y="633"/>
                </a:lnTo>
                <a:lnTo>
                  <a:pt x="272" y="633"/>
                </a:lnTo>
                <a:lnTo>
                  <a:pt x="271" y="633"/>
                </a:lnTo>
                <a:lnTo>
                  <a:pt x="271" y="634"/>
                </a:lnTo>
                <a:lnTo>
                  <a:pt x="272" y="634"/>
                </a:lnTo>
                <a:lnTo>
                  <a:pt x="271" y="634"/>
                </a:lnTo>
                <a:lnTo>
                  <a:pt x="272" y="634"/>
                </a:lnTo>
                <a:lnTo>
                  <a:pt x="273" y="634"/>
                </a:lnTo>
                <a:lnTo>
                  <a:pt x="273" y="635"/>
                </a:lnTo>
                <a:lnTo>
                  <a:pt x="272" y="635"/>
                </a:lnTo>
                <a:lnTo>
                  <a:pt x="272" y="636"/>
                </a:lnTo>
                <a:lnTo>
                  <a:pt x="272" y="637"/>
                </a:lnTo>
                <a:lnTo>
                  <a:pt x="271" y="637"/>
                </a:lnTo>
                <a:lnTo>
                  <a:pt x="271" y="638"/>
                </a:lnTo>
                <a:lnTo>
                  <a:pt x="270" y="638"/>
                </a:lnTo>
                <a:lnTo>
                  <a:pt x="271" y="638"/>
                </a:lnTo>
                <a:lnTo>
                  <a:pt x="271" y="639"/>
                </a:lnTo>
                <a:lnTo>
                  <a:pt x="270" y="639"/>
                </a:lnTo>
                <a:lnTo>
                  <a:pt x="270" y="640"/>
                </a:lnTo>
                <a:lnTo>
                  <a:pt x="271" y="640"/>
                </a:lnTo>
                <a:lnTo>
                  <a:pt x="271" y="641"/>
                </a:lnTo>
                <a:lnTo>
                  <a:pt x="271" y="642"/>
                </a:lnTo>
                <a:lnTo>
                  <a:pt x="270" y="642"/>
                </a:lnTo>
                <a:lnTo>
                  <a:pt x="270" y="643"/>
                </a:lnTo>
                <a:lnTo>
                  <a:pt x="269" y="643"/>
                </a:lnTo>
                <a:lnTo>
                  <a:pt x="269" y="644"/>
                </a:lnTo>
                <a:lnTo>
                  <a:pt x="268" y="644"/>
                </a:lnTo>
                <a:lnTo>
                  <a:pt x="268" y="645"/>
                </a:lnTo>
                <a:lnTo>
                  <a:pt x="267" y="645"/>
                </a:lnTo>
                <a:lnTo>
                  <a:pt x="266" y="645"/>
                </a:lnTo>
                <a:lnTo>
                  <a:pt x="266" y="646"/>
                </a:lnTo>
                <a:lnTo>
                  <a:pt x="265" y="647"/>
                </a:lnTo>
                <a:lnTo>
                  <a:pt x="265" y="648"/>
                </a:lnTo>
                <a:lnTo>
                  <a:pt x="264" y="648"/>
                </a:lnTo>
                <a:lnTo>
                  <a:pt x="263" y="647"/>
                </a:lnTo>
                <a:lnTo>
                  <a:pt x="262" y="647"/>
                </a:lnTo>
                <a:lnTo>
                  <a:pt x="263" y="647"/>
                </a:lnTo>
                <a:lnTo>
                  <a:pt x="262" y="647"/>
                </a:lnTo>
                <a:lnTo>
                  <a:pt x="261" y="647"/>
                </a:lnTo>
                <a:lnTo>
                  <a:pt x="260" y="647"/>
                </a:lnTo>
                <a:lnTo>
                  <a:pt x="259" y="647"/>
                </a:lnTo>
                <a:lnTo>
                  <a:pt x="259" y="648"/>
                </a:lnTo>
                <a:lnTo>
                  <a:pt x="258" y="648"/>
                </a:lnTo>
                <a:lnTo>
                  <a:pt x="258" y="649"/>
                </a:lnTo>
                <a:lnTo>
                  <a:pt x="259" y="649"/>
                </a:lnTo>
                <a:lnTo>
                  <a:pt x="259" y="650"/>
                </a:lnTo>
                <a:lnTo>
                  <a:pt x="260" y="650"/>
                </a:lnTo>
                <a:lnTo>
                  <a:pt x="260" y="651"/>
                </a:lnTo>
                <a:lnTo>
                  <a:pt x="261" y="651"/>
                </a:lnTo>
                <a:lnTo>
                  <a:pt x="261" y="652"/>
                </a:lnTo>
                <a:lnTo>
                  <a:pt x="261" y="653"/>
                </a:lnTo>
                <a:lnTo>
                  <a:pt x="261" y="654"/>
                </a:lnTo>
                <a:lnTo>
                  <a:pt x="261" y="655"/>
                </a:lnTo>
                <a:lnTo>
                  <a:pt x="261" y="656"/>
                </a:lnTo>
                <a:lnTo>
                  <a:pt x="261" y="657"/>
                </a:lnTo>
                <a:lnTo>
                  <a:pt x="260" y="657"/>
                </a:lnTo>
                <a:lnTo>
                  <a:pt x="260" y="658"/>
                </a:lnTo>
                <a:lnTo>
                  <a:pt x="260" y="659"/>
                </a:lnTo>
                <a:lnTo>
                  <a:pt x="259" y="659"/>
                </a:lnTo>
                <a:lnTo>
                  <a:pt x="258" y="659"/>
                </a:lnTo>
                <a:lnTo>
                  <a:pt x="257" y="660"/>
                </a:lnTo>
                <a:lnTo>
                  <a:pt x="258" y="661"/>
                </a:lnTo>
                <a:lnTo>
                  <a:pt x="258" y="662"/>
                </a:lnTo>
                <a:lnTo>
                  <a:pt x="257" y="662"/>
                </a:lnTo>
                <a:lnTo>
                  <a:pt x="256" y="662"/>
                </a:lnTo>
                <a:lnTo>
                  <a:pt x="256" y="663"/>
                </a:lnTo>
                <a:lnTo>
                  <a:pt x="255" y="663"/>
                </a:lnTo>
                <a:lnTo>
                  <a:pt x="255" y="662"/>
                </a:lnTo>
                <a:lnTo>
                  <a:pt x="254" y="662"/>
                </a:lnTo>
                <a:lnTo>
                  <a:pt x="254" y="661"/>
                </a:lnTo>
                <a:lnTo>
                  <a:pt x="253" y="661"/>
                </a:lnTo>
                <a:lnTo>
                  <a:pt x="252" y="661"/>
                </a:lnTo>
                <a:lnTo>
                  <a:pt x="252" y="662"/>
                </a:lnTo>
                <a:lnTo>
                  <a:pt x="251" y="662"/>
                </a:lnTo>
                <a:lnTo>
                  <a:pt x="250" y="662"/>
                </a:lnTo>
                <a:lnTo>
                  <a:pt x="249" y="662"/>
                </a:lnTo>
                <a:lnTo>
                  <a:pt x="248" y="662"/>
                </a:lnTo>
                <a:lnTo>
                  <a:pt x="247" y="662"/>
                </a:lnTo>
                <a:lnTo>
                  <a:pt x="247" y="661"/>
                </a:lnTo>
                <a:lnTo>
                  <a:pt x="246" y="661"/>
                </a:lnTo>
                <a:lnTo>
                  <a:pt x="246" y="660"/>
                </a:lnTo>
                <a:lnTo>
                  <a:pt x="245" y="660"/>
                </a:lnTo>
                <a:lnTo>
                  <a:pt x="245" y="659"/>
                </a:lnTo>
                <a:lnTo>
                  <a:pt x="244" y="659"/>
                </a:lnTo>
                <a:lnTo>
                  <a:pt x="244" y="658"/>
                </a:lnTo>
                <a:lnTo>
                  <a:pt x="243" y="658"/>
                </a:lnTo>
                <a:lnTo>
                  <a:pt x="244" y="658"/>
                </a:lnTo>
                <a:lnTo>
                  <a:pt x="244" y="657"/>
                </a:lnTo>
                <a:lnTo>
                  <a:pt x="244" y="656"/>
                </a:lnTo>
                <a:lnTo>
                  <a:pt x="244" y="655"/>
                </a:lnTo>
                <a:lnTo>
                  <a:pt x="245" y="655"/>
                </a:lnTo>
                <a:lnTo>
                  <a:pt x="245" y="654"/>
                </a:lnTo>
                <a:lnTo>
                  <a:pt x="244" y="654"/>
                </a:lnTo>
                <a:lnTo>
                  <a:pt x="244" y="653"/>
                </a:lnTo>
                <a:lnTo>
                  <a:pt x="243" y="653"/>
                </a:lnTo>
                <a:lnTo>
                  <a:pt x="242" y="653"/>
                </a:lnTo>
                <a:lnTo>
                  <a:pt x="243" y="653"/>
                </a:lnTo>
                <a:lnTo>
                  <a:pt x="243" y="652"/>
                </a:lnTo>
                <a:lnTo>
                  <a:pt x="243" y="651"/>
                </a:lnTo>
                <a:lnTo>
                  <a:pt x="242" y="651"/>
                </a:lnTo>
                <a:lnTo>
                  <a:pt x="242" y="650"/>
                </a:lnTo>
                <a:lnTo>
                  <a:pt x="243" y="650"/>
                </a:lnTo>
                <a:lnTo>
                  <a:pt x="243" y="648"/>
                </a:lnTo>
                <a:lnTo>
                  <a:pt x="242" y="648"/>
                </a:lnTo>
                <a:lnTo>
                  <a:pt x="242" y="647"/>
                </a:lnTo>
                <a:lnTo>
                  <a:pt x="241" y="647"/>
                </a:lnTo>
                <a:lnTo>
                  <a:pt x="241" y="646"/>
                </a:lnTo>
                <a:lnTo>
                  <a:pt x="240" y="646"/>
                </a:lnTo>
                <a:lnTo>
                  <a:pt x="240" y="645"/>
                </a:lnTo>
                <a:lnTo>
                  <a:pt x="239" y="645"/>
                </a:lnTo>
                <a:lnTo>
                  <a:pt x="239" y="644"/>
                </a:lnTo>
                <a:lnTo>
                  <a:pt x="239" y="643"/>
                </a:lnTo>
                <a:lnTo>
                  <a:pt x="238" y="643"/>
                </a:lnTo>
                <a:lnTo>
                  <a:pt x="239" y="643"/>
                </a:lnTo>
                <a:lnTo>
                  <a:pt x="239" y="642"/>
                </a:lnTo>
                <a:lnTo>
                  <a:pt x="239" y="641"/>
                </a:lnTo>
                <a:lnTo>
                  <a:pt x="238" y="641"/>
                </a:lnTo>
                <a:lnTo>
                  <a:pt x="238" y="640"/>
                </a:lnTo>
                <a:lnTo>
                  <a:pt x="237" y="640"/>
                </a:lnTo>
                <a:lnTo>
                  <a:pt x="238" y="640"/>
                </a:lnTo>
                <a:lnTo>
                  <a:pt x="238" y="639"/>
                </a:lnTo>
                <a:lnTo>
                  <a:pt x="238" y="638"/>
                </a:lnTo>
                <a:lnTo>
                  <a:pt x="237" y="638"/>
                </a:lnTo>
                <a:lnTo>
                  <a:pt x="237" y="637"/>
                </a:lnTo>
                <a:lnTo>
                  <a:pt x="236" y="637"/>
                </a:lnTo>
                <a:lnTo>
                  <a:pt x="236" y="636"/>
                </a:lnTo>
                <a:lnTo>
                  <a:pt x="235" y="636"/>
                </a:lnTo>
                <a:lnTo>
                  <a:pt x="234" y="636"/>
                </a:lnTo>
                <a:lnTo>
                  <a:pt x="233" y="636"/>
                </a:lnTo>
                <a:lnTo>
                  <a:pt x="232" y="636"/>
                </a:lnTo>
                <a:lnTo>
                  <a:pt x="231" y="636"/>
                </a:lnTo>
                <a:lnTo>
                  <a:pt x="230" y="636"/>
                </a:lnTo>
                <a:lnTo>
                  <a:pt x="229" y="636"/>
                </a:lnTo>
                <a:lnTo>
                  <a:pt x="229" y="635"/>
                </a:lnTo>
                <a:lnTo>
                  <a:pt x="229" y="634"/>
                </a:lnTo>
                <a:lnTo>
                  <a:pt x="228" y="634"/>
                </a:lnTo>
                <a:lnTo>
                  <a:pt x="227" y="634"/>
                </a:lnTo>
                <a:lnTo>
                  <a:pt x="227" y="633"/>
                </a:lnTo>
                <a:lnTo>
                  <a:pt x="227" y="632"/>
                </a:lnTo>
                <a:lnTo>
                  <a:pt x="226" y="632"/>
                </a:lnTo>
                <a:lnTo>
                  <a:pt x="225" y="632"/>
                </a:lnTo>
                <a:lnTo>
                  <a:pt x="225" y="633"/>
                </a:lnTo>
                <a:lnTo>
                  <a:pt x="225" y="632"/>
                </a:lnTo>
                <a:lnTo>
                  <a:pt x="224" y="632"/>
                </a:lnTo>
                <a:lnTo>
                  <a:pt x="223" y="632"/>
                </a:lnTo>
                <a:lnTo>
                  <a:pt x="223" y="631"/>
                </a:lnTo>
                <a:lnTo>
                  <a:pt x="222" y="631"/>
                </a:lnTo>
                <a:lnTo>
                  <a:pt x="221" y="631"/>
                </a:lnTo>
                <a:lnTo>
                  <a:pt x="220" y="631"/>
                </a:lnTo>
                <a:lnTo>
                  <a:pt x="219" y="631"/>
                </a:lnTo>
                <a:lnTo>
                  <a:pt x="219" y="630"/>
                </a:lnTo>
                <a:lnTo>
                  <a:pt x="218" y="630"/>
                </a:lnTo>
                <a:lnTo>
                  <a:pt x="217" y="630"/>
                </a:lnTo>
                <a:lnTo>
                  <a:pt x="217" y="629"/>
                </a:lnTo>
                <a:lnTo>
                  <a:pt x="216" y="629"/>
                </a:lnTo>
                <a:lnTo>
                  <a:pt x="216" y="628"/>
                </a:lnTo>
                <a:lnTo>
                  <a:pt x="216" y="627"/>
                </a:lnTo>
                <a:lnTo>
                  <a:pt x="215" y="627"/>
                </a:lnTo>
                <a:lnTo>
                  <a:pt x="215" y="626"/>
                </a:lnTo>
                <a:lnTo>
                  <a:pt x="214" y="626"/>
                </a:lnTo>
                <a:lnTo>
                  <a:pt x="214" y="625"/>
                </a:lnTo>
                <a:lnTo>
                  <a:pt x="213" y="625"/>
                </a:lnTo>
                <a:lnTo>
                  <a:pt x="213" y="624"/>
                </a:lnTo>
                <a:lnTo>
                  <a:pt x="212" y="624"/>
                </a:lnTo>
                <a:lnTo>
                  <a:pt x="212" y="623"/>
                </a:lnTo>
                <a:lnTo>
                  <a:pt x="211" y="622"/>
                </a:lnTo>
                <a:lnTo>
                  <a:pt x="210" y="621"/>
                </a:lnTo>
                <a:lnTo>
                  <a:pt x="209" y="621"/>
                </a:lnTo>
                <a:lnTo>
                  <a:pt x="209" y="620"/>
                </a:lnTo>
                <a:lnTo>
                  <a:pt x="208" y="620"/>
                </a:lnTo>
                <a:lnTo>
                  <a:pt x="208" y="621"/>
                </a:lnTo>
                <a:lnTo>
                  <a:pt x="207" y="621"/>
                </a:lnTo>
                <a:lnTo>
                  <a:pt x="207" y="620"/>
                </a:lnTo>
                <a:lnTo>
                  <a:pt x="206" y="620"/>
                </a:lnTo>
                <a:lnTo>
                  <a:pt x="206" y="619"/>
                </a:lnTo>
                <a:lnTo>
                  <a:pt x="205" y="619"/>
                </a:lnTo>
                <a:lnTo>
                  <a:pt x="205" y="618"/>
                </a:lnTo>
                <a:lnTo>
                  <a:pt x="204" y="618"/>
                </a:lnTo>
                <a:lnTo>
                  <a:pt x="203" y="618"/>
                </a:lnTo>
                <a:lnTo>
                  <a:pt x="203" y="617"/>
                </a:lnTo>
                <a:lnTo>
                  <a:pt x="202" y="617"/>
                </a:lnTo>
                <a:lnTo>
                  <a:pt x="202" y="616"/>
                </a:lnTo>
                <a:lnTo>
                  <a:pt x="202" y="617"/>
                </a:lnTo>
                <a:lnTo>
                  <a:pt x="202" y="616"/>
                </a:lnTo>
                <a:lnTo>
                  <a:pt x="201" y="616"/>
                </a:lnTo>
                <a:lnTo>
                  <a:pt x="200" y="616"/>
                </a:lnTo>
                <a:lnTo>
                  <a:pt x="200" y="615"/>
                </a:lnTo>
                <a:lnTo>
                  <a:pt x="199" y="615"/>
                </a:lnTo>
                <a:lnTo>
                  <a:pt x="197" y="615"/>
                </a:lnTo>
                <a:lnTo>
                  <a:pt x="197" y="616"/>
                </a:lnTo>
                <a:lnTo>
                  <a:pt x="196" y="616"/>
                </a:lnTo>
                <a:lnTo>
                  <a:pt x="196" y="617"/>
                </a:lnTo>
                <a:lnTo>
                  <a:pt x="195" y="617"/>
                </a:lnTo>
                <a:lnTo>
                  <a:pt x="196" y="617"/>
                </a:lnTo>
                <a:lnTo>
                  <a:pt x="195" y="617"/>
                </a:lnTo>
                <a:lnTo>
                  <a:pt x="194" y="617"/>
                </a:lnTo>
                <a:lnTo>
                  <a:pt x="193" y="617"/>
                </a:lnTo>
                <a:lnTo>
                  <a:pt x="193" y="616"/>
                </a:lnTo>
                <a:lnTo>
                  <a:pt x="192" y="616"/>
                </a:lnTo>
                <a:lnTo>
                  <a:pt x="192" y="615"/>
                </a:lnTo>
                <a:lnTo>
                  <a:pt x="191" y="615"/>
                </a:lnTo>
                <a:lnTo>
                  <a:pt x="191" y="614"/>
                </a:lnTo>
                <a:lnTo>
                  <a:pt x="190" y="614"/>
                </a:lnTo>
                <a:lnTo>
                  <a:pt x="190" y="613"/>
                </a:lnTo>
                <a:lnTo>
                  <a:pt x="189" y="614"/>
                </a:lnTo>
                <a:lnTo>
                  <a:pt x="189" y="613"/>
                </a:lnTo>
                <a:lnTo>
                  <a:pt x="188" y="613"/>
                </a:lnTo>
                <a:lnTo>
                  <a:pt x="187" y="613"/>
                </a:lnTo>
                <a:lnTo>
                  <a:pt x="186" y="613"/>
                </a:lnTo>
                <a:lnTo>
                  <a:pt x="186" y="612"/>
                </a:lnTo>
                <a:lnTo>
                  <a:pt x="185" y="612"/>
                </a:lnTo>
                <a:lnTo>
                  <a:pt x="184" y="612"/>
                </a:lnTo>
                <a:lnTo>
                  <a:pt x="184" y="611"/>
                </a:lnTo>
                <a:lnTo>
                  <a:pt x="183" y="611"/>
                </a:lnTo>
                <a:lnTo>
                  <a:pt x="183" y="610"/>
                </a:lnTo>
                <a:lnTo>
                  <a:pt x="182" y="610"/>
                </a:lnTo>
                <a:lnTo>
                  <a:pt x="181" y="610"/>
                </a:lnTo>
                <a:lnTo>
                  <a:pt x="180" y="610"/>
                </a:lnTo>
                <a:lnTo>
                  <a:pt x="179" y="610"/>
                </a:lnTo>
                <a:lnTo>
                  <a:pt x="179" y="609"/>
                </a:lnTo>
                <a:lnTo>
                  <a:pt x="178" y="609"/>
                </a:lnTo>
                <a:lnTo>
                  <a:pt x="178" y="610"/>
                </a:lnTo>
                <a:lnTo>
                  <a:pt x="177" y="610"/>
                </a:lnTo>
                <a:lnTo>
                  <a:pt x="176" y="610"/>
                </a:lnTo>
                <a:lnTo>
                  <a:pt x="176" y="609"/>
                </a:lnTo>
                <a:lnTo>
                  <a:pt x="175" y="609"/>
                </a:lnTo>
                <a:lnTo>
                  <a:pt x="175" y="608"/>
                </a:lnTo>
                <a:lnTo>
                  <a:pt x="174" y="608"/>
                </a:lnTo>
                <a:lnTo>
                  <a:pt x="174" y="607"/>
                </a:lnTo>
                <a:lnTo>
                  <a:pt x="174" y="606"/>
                </a:lnTo>
                <a:lnTo>
                  <a:pt x="173" y="606"/>
                </a:lnTo>
                <a:lnTo>
                  <a:pt x="173" y="605"/>
                </a:lnTo>
                <a:lnTo>
                  <a:pt x="172" y="605"/>
                </a:lnTo>
                <a:lnTo>
                  <a:pt x="171" y="605"/>
                </a:lnTo>
                <a:lnTo>
                  <a:pt x="170" y="605"/>
                </a:lnTo>
                <a:lnTo>
                  <a:pt x="169" y="605"/>
                </a:lnTo>
                <a:lnTo>
                  <a:pt x="168" y="605"/>
                </a:lnTo>
                <a:lnTo>
                  <a:pt x="167" y="605"/>
                </a:lnTo>
                <a:lnTo>
                  <a:pt x="167" y="604"/>
                </a:lnTo>
                <a:lnTo>
                  <a:pt x="166" y="604"/>
                </a:lnTo>
                <a:lnTo>
                  <a:pt x="165" y="604"/>
                </a:lnTo>
                <a:lnTo>
                  <a:pt x="164" y="604"/>
                </a:lnTo>
                <a:lnTo>
                  <a:pt x="164" y="603"/>
                </a:lnTo>
                <a:lnTo>
                  <a:pt x="163" y="603"/>
                </a:lnTo>
                <a:lnTo>
                  <a:pt x="163" y="604"/>
                </a:lnTo>
                <a:lnTo>
                  <a:pt x="162" y="604"/>
                </a:lnTo>
                <a:lnTo>
                  <a:pt x="161" y="604"/>
                </a:lnTo>
                <a:lnTo>
                  <a:pt x="160" y="604"/>
                </a:lnTo>
                <a:lnTo>
                  <a:pt x="160" y="605"/>
                </a:lnTo>
                <a:lnTo>
                  <a:pt x="159" y="604"/>
                </a:lnTo>
                <a:lnTo>
                  <a:pt x="159" y="605"/>
                </a:lnTo>
                <a:lnTo>
                  <a:pt x="158" y="605"/>
                </a:lnTo>
                <a:lnTo>
                  <a:pt x="157" y="606"/>
                </a:lnTo>
                <a:lnTo>
                  <a:pt x="156" y="606"/>
                </a:lnTo>
                <a:lnTo>
                  <a:pt x="155" y="606"/>
                </a:lnTo>
                <a:lnTo>
                  <a:pt x="155" y="605"/>
                </a:lnTo>
                <a:lnTo>
                  <a:pt x="154" y="605"/>
                </a:lnTo>
                <a:lnTo>
                  <a:pt x="153" y="605"/>
                </a:lnTo>
                <a:lnTo>
                  <a:pt x="153" y="604"/>
                </a:lnTo>
                <a:lnTo>
                  <a:pt x="153" y="603"/>
                </a:lnTo>
                <a:lnTo>
                  <a:pt x="152" y="603"/>
                </a:lnTo>
                <a:lnTo>
                  <a:pt x="152" y="602"/>
                </a:lnTo>
                <a:lnTo>
                  <a:pt x="151" y="602"/>
                </a:lnTo>
                <a:lnTo>
                  <a:pt x="149" y="602"/>
                </a:lnTo>
                <a:lnTo>
                  <a:pt x="149" y="601"/>
                </a:lnTo>
                <a:lnTo>
                  <a:pt x="149" y="600"/>
                </a:lnTo>
                <a:lnTo>
                  <a:pt x="148" y="600"/>
                </a:lnTo>
                <a:lnTo>
                  <a:pt x="148" y="599"/>
                </a:lnTo>
                <a:lnTo>
                  <a:pt x="148" y="598"/>
                </a:lnTo>
                <a:lnTo>
                  <a:pt x="148" y="597"/>
                </a:lnTo>
                <a:lnTo>
                  <a:pt x="147" y="597"/>
                </a:lnTo>
                <a:lnTo>
                  <a:pt x="147" y="596"/>
                </a:lnTo>
                <a:lnTo>
                  <a:pt x="147" y="595"/>
                </a:lnTo>
                <a:lnTo>
                  <a:pt x="146" y="595"/>
                </a:lnTo>
                <a:lnTo>
                  <a:pt x="145" y="594"/>
                </a:lnTo>
                <a:lnTo>
                  <a:pt x="144" y="594"/>
                </a:lnTo>
                <a:lnTo>
                  <a:pt x="144" y="593"/>
                </a:lnTo>
                <a:lnTo>
                  <a:pt x="143" y="593"/>
                </a:lnTo>
                <a:lnTo>
                  <a:pt x="142" y="593"/>
                </a:lnTo>
                <a:lnTo>
                  <a:pt x="142" y="592"/>
                </a:lnTo>
                <a:lnTo>
                  <a:pt x="141" y="592"/>
                </a:lnTo>
                <a:lnTo>
                  <a:pt x="142" y="592"/>
                </a:lnTo>
                <a:lnTo>
                  <a:pt x="141" y="592"/>
                </a:lnTo>
                <a:lnTo>
                  <a:pt x="142" y="592"/>
                </a:lnTo>
                <a:lnTo>
                  <a:pt x="142" y="591"/>
                </a:lnTo>
                <a:lnTo>
                  <a:pt x="143" y="591"/>
                </a:lnTo>
                <a:lnTo>
                  <a:pt x="143" y="590"/>
                </a:lnTo>
                <a:lnTo>
                  <a:pt x="142" y="589"/>
                </a:lnTo>
                <a:lnTo>
                  <a:pt x="142" y="588"/>
                </a:lnTo>
                <a:lnTo>
                  <a:pt x="141" y="588"/>
                </a:lnTo>
                <a:lnTo>
                  <a:pt x="141" y="587"/>
                </a:lnTo>
                <a:lnTo>
                  <a:pt x="141" y="586"/>
                </a:lnTo>
                <a:lnTo>
                  <a:pt x="140" y="586"/>
                </a:lnTo>
                <a:lnTo>
                  <a:pt x="141" y="586"/>
                </a:lnTo>
                <a:lnTo>
                  <a:pt x="141" y="585"/>
                </a:lnTo>
                <a:lnTo>
                  <a:pt x="141" y="584"/>
                </a:lnTo>
                <a:lnTo>
                  <a:pt x="141" y="583"/>
                </a:lnTo>
                <a:lnTo>
                  <a:pt x="140" y="583"/>
                </a:lnTo>
                <a:lnTo>
                  <a:pt x="140" y="582"/>
                </a:lnTo>
                <a:lnTo>
                  <a:pt x="139" y="582"/>
                </a:lnTo>
                <a:lnTo>
                  <a:pt x="138" y="582"/>
                </a:lnTo>
                <a:lnTo>
                  <a:pt x="137" y="581"/>
                </a:lnTo>
                <a:lnTo>
                  <a:pt x="136" y="581"/>
                </a:lnTo>
                <a:lnTo>
                  <a:pt x="135" y="581"/>
                </a:lnTo>
                <a:lnTo>
                  <a:pt x="135" y="580"/>
                </a:lnTo>
                <a:lnTo>
                  <a:pt x="136" y="580"/>
                </a:lnTo>
                <a:lnTo>
                  <a:pt x="137" y="580"/>
                </a:lnTo>
                <a:lnTo>
                  <a:pt x="137" y="579"/>
                </a:lnTo>
                <a:lnTo>
                  <a:pt x="137" y="578"/>
                </a:lnTo>
                <a:lnTo>
                  <a:pt x="137" y="577"/>
                </a:lnTo>
                <a:lnTo>
                  <a:pt x="136" y="577"/>
                </a:lnTo>
                <a:lnTo>
                  <a:pt x="135" y="577"/>
                </a:lnTo>
                <a:lnTo>
                  <a:pt x="135" y="576"/>
                </a:lnTo>
                <a:lnTo>
                  <a:pt x="135" y="575"/>
                </a:lnTo>
                <a:lnTo>
                  <a:pt x="134" y="575"/>
                </a:lnTo>
                <a:lnTo>
                  <a:pt x="133" y="575"/>
                </a:lnTo>
                <a:lnTo>
                  <a:pt x="132" y="575"/>
                </a:lnTo>
                <a:lnTo>
                  <a:pt x="132" y="576"/>
                </a:lnTo>
                <a:lnTo>
                  <a:pt x="131" y="576"/>
                </a:lnTo>
                <a:lnTo>
                  <a:pt x="130" y="576"/>
                </a:lnTo>
                <a:lnTo>
                  <a:pt x="129" y="576"/>
                </a:lnTo>
                <a:lnTo>
                  <a:pt x="129" y="575"/>
                </a:lnTo>
                <a:lnTo>
                  <a:pt x="129" y="574"/>
                </a:lnTo>
                <a:lnTo>
                  <a:pt x="128" y="574"/>
                </a:lnTo>
                <a:lnTo>
                  <a:pt x="128" y="573"/>
                </a:lnTo>
                <a:lnTo>
                  <a:pt x="127" y="573"/>
                </a:lnTo>
                <a:lnTo>
                  <a:pt x="127" y="572"/>
                </a:lnTo>
                <a:lnTo>
                  <a:pt x="127" y="571"/>
                </a:lnTo>
                <a:lnTo>
                  <a:pt x="126" y="571"/>
                </a:lnTo>
                <a:lnTo>
                  <a:pt x="126" y="570"/>
                </a:lnTo>
                <a:lnTo>
                  <a:pt x="125" y="570"/>
                </a:lnTo>
                <a:lnTo>
                  <a:pt x="125" y="569"/>
                </a:lnTo>
                <a:lnTo>
                  <a:pt x="125" y="568"/>
                </a:lnTo>
                <a:lnTo>
                  <a:pt x="124" y="568"/>
                </a:lnTo>
                <a:lnTo>
                  <a:pt x="124" y="567"/>
                </a:lnTo>
                <a:lnTo>
                  <a:pt x="123" y="567"/>
                </a:lnTo>
                <a:lnTo>
                  <a:pt x="123" y="566"/>
                </a:lnTo>
                <a:lnTo>
                  <a:pt x="122" y="567"/>
                </a:lnTo>
                <a:lnTo>
                  <a:pt x="121" y="567"/>
                </a:lnTo>
                <a:lnTo>
                  <a:pt x="120" y="566"/>
                </a:lnTo>
                <a:lnTo>
                  <a:pt x="119" y="566"/>
                </a:lnTo>
                <a:lnTo>
                  <a:pt x="119" y="565"/>
                </a:lnTo>
                <a:lnTo>
                  <a:pt x="118" y="565"/>
                </a:lnTo>
                <a:lnTo>
                  <a:pt x="118" y="564"/>
                </a:lnTo>
                <a:lnTo>
                  <a:pt x="117" y="564"/>
                </a:lnTo>
                <a:lnTo>
                  <a:pt x="117" y="563"/>
                </a:lnTo>
                <a:lnTo>
                  <a:pt x="116" y="563"/>
                </a:lnTo>
                <a:lnTo>
                  <a:pt x="115" y="563"/>
                </a:lnTo>
                <a:lnTo>
                  <a:pt x="115" y="564"/>
                </a:lnTo>
                <a:lnTo>
                  <a:pt x="115" y="565"/>
                </a:lnTo>
                <a:lnTo>
                  <a:pt x="114" y="565"/>
                </a:lnTo>
                <a:lnTo>
                  <a:pt x="113" y="565"/>
                </a:lnTo>
                <a:lnTo>
                  <a:pt x="113" y="566"/>
                </a:lnTo>
                <a:lnTo>
                  <a:pt x="112" y="566"/>
                </a:lnTo>
                <a:lnTo>
                  <a:pt x="111" y="566"/>
                </a:lnTo>
                <a:lnTo>
                  <a:pt x="110" y="566"/>
                </a:lnTo>
                <a:lnTo>
                  <a:pt x="110" y="567"/>
                </a:lnTo>
                <a:lnTo>
                  <a:pt x="109" y="567"/>
                </a:lnTo>
                <a:lnTo>
                  <a:pt x="109" y="568"/>
                </a:lnTo>
                <a:lnTo>
                  <a:pt x="109" y="567"/>
                </a:lnTo>
                <a:lnTo>
                  <a:pt x="108" y="567"/>
                </a:lnTo>
                <a:lnTo>
                  <a:pt x="108" y="566"/>
                </a:lnTo>
                <a:lnTo>
                  <a:pt x="107" y="566"/>
                </a:lnTo>
                <a:lnTo>
                  <a:pt x="106" y="566"/>
                </a:lnTo>
                <a:lnTo>
                  <a:pt x="106" y="565"/>
                </a:lnTo>
                <a:lnTo>
                  <a:pt x="105" y="565"/>
                </a:lnTo>
                <a:lnTo>
                  <a:pt x="104" y="564"/>
                </a:lnTo>
                <a:lnTo>
                  <a:pt x="104" y="563"/>
                </a:lnTo>
                <a:lnTo>
                  <a:pt x="103" y="563"/>
                </a:lnTo>
                <a:lnTo>
                  <a:pt x="103" y="562"/>
                </a:lnTo>
                <a:lnTo>
                  <a:pt x="102" y="562"/>
                </a:lnTo>
                <a:lnTo>
                  <a:pt x="102" y="561"/>
                </a:lnTo>
                <a:lnTo>
                  <a:pt x="102" y="560"/>
                </a:lnTo>
                <a:lnTo>
                  <a:pt x="101" y="560"/>
                </a:lnTo>
                <a:lnTo>
                  <a:pt x="101" y="559"/>
                </a:lnTo>
                <a:lnTo>
                  <a:pt x="101" y="558"/>
                </a:lnTo>
                <a:lnTo>
                  <a:pt x="100" y="558"/>
                </a:lnTo>
                <a:lnTo>
                  <a:pt x="99" y="558"/>
                </a:lnTo>
                <a:lnTo>
                  <a:pt x="98" y="558"/>
                </a:lnTo>
                <a:lnTo>
                  <a:pt x="98" y="557"/>
                </a:lnTo>
                <a:lnTo>
                  <a:pt x="97" y="557"/>
                </a:lnTo>
                <a:lnTo>
                  <a:pt x="97" y="558"/>
                </a:lnTo>
                <a:lnTo>
                  <a:pt x="96" y="558"/>
                </a:lnTo>
                <a:lnTo>
                  <a:pt x="95" y="558"/>
                </a:lnTo>
                <a:lnTo>
                  <a:pt x="94" y="558"/>
                </a:lnTo>
                <a:lnTo>
                  <a:pt x="94" y="559"/>
                </a:lnTo>
                <a:lnTo>
                  <a:pt x="93" y="559"/>
                </a:lnTo>
                <a:lnTo>
                  <a:pt x="93" y="558"/>
                </a:lnTo>
                <a:lnTo>
                  <a:pt x="93" y="557"/>
                </a:lnTo>
                <a:lnTo>
                  <a:pt x="93" y="556"/>
                </a:lnTo>
                <a:lnTo>
                  <a:pt x="93" y="555"/>
                </a:lnTo>
                <a:lnTo>
                  <a:pt x="93" y="554"/>
                </a:lnTo>
                <a:lnTo>
                  <a:pt x="92" y="554"/>
                </a:lnTo>
                <a:lnTo>
                  <a:pt x="92" y="553"/>
                </a:lnTo>
                <a:lnTo>
                  <a:pt x="92" y="554"/>
                </a:lnTo>
                <a:lnTo>
                  <a:pt x="91" y="554"/>
                </a:lnTo>
                <a:lnTo>
                  <a:pt x="90" y="554"/>
                </a:lnTo>
                <a:lnTo>
                  <a:pt x="90" y="555"/>
                </a:lnTo>
                <a:lnTo>
                  <a:pt x="89" y="555"/>
                </a:lnTo>
                <a:lnTo>
                  <a:pt x="89" y="556"/>
                </a:lnTo>
                <a:lnTo>
                  <a:pt x="88" y="556"/>
                </a:lnTo>
                <a:lnTo>
                  <a:pt x="88" y="557"/>
                </a:lnTo>
                <a:lnTo>
                  <a:pt x="87" y="557"/>
                </a:lnTo>
                <a:lnTo>
                  <a:pt x="87" y="558"/>
                </a:lnTo>
                <a:lnTo>
                  <a:pt x="86" y="558"/>
                </a:lnTo>
                <a:lnTo>
                  <a:pt x="85" y="558"/>
                </a:lnTo>
                <a:lnTo>
                  <a:pt x="84" y="558"/>
                </a:lnTo>
                <a:lnTo>
                  <a:pt x="84" y="559"/>
                </a:lnTo>
                <a:lnTo>
                  <a:pt x="83" y="559"/>
                </a:lnTo>
                <a:lnTo>
                  <a:pt x="83" y="560"/>
                </a:lnTo>
                <a:lnTo>
                  <a:pt x="83" y="561"/>
                </a:lnTo>
                <a:lnTo>
                  <a:pt x="84" y="561"/>
                </a:lnTo>
                <a:lnTo>
                  <a:pt x="85" y="561"/>
                </a:lnTo>
                <a:lnTo>
                  <a:pt x="85" y="562"/>
                </a:lnTo>
                <a:lnTo>
                  <a:pt x="84" y="562"/>
                </a:lnTo>
                <a:lnTo>
                  <a:pt x="84" y="563"/>
                </a:lnTo>
                <a:lnTo>
                  <a:pt x="85" y="563"/>
                </a:lnTo>
                <a:lnTo>
                  <a:pt x="85" y="564"/>
                </a:lnTo>
                <a:lnTo>
                  <a:pt x="84" y="565"/>
                </a:lnTo>
                <a:lnTo>
                  <a:pt x="83" y="565"/>
                </a:lnTo>
                <a:lnTo>
                  <a:pt x="82" y="565"/>
                </a:lnTo>
                <a:lnTo>
                  <a:pt x="82" y="564"/>
                </a:lnTo>
                <a:lnTo>
                  <a:pt x="81" y="564"/>
                </a:lnTo>
                <a:lnTo>
                  <a:pt x="81" y="565"/>
                </a:lnTo>
                <a:lnTo>
                  <a:pt x="80" y="565"/>
                </a:lnTo>
                <a:lnTo>
                  <a:pt x="79" y="565"/>
                </a:lnTo>
                <a:lnTo>
                  <a:pt x="79" y="566"/>
                </a:lnTo>
                <a:lnTo>
                  <a:pt x="78" y="566"/>
                </a:lnTo>
                <a:lnTo>
                  <a:pt x="77" y="566"/>
                </a:lnTo>
                <a:lnTo>
                  <a:pt x="76" y="566"/>
                </a:lnTo>
                <a:lnTo>
                  <a:pt x="75" y="566"/>
                </a:lnTo>
                <a:lnTo>
                  <a:pt x="75" y="565"/>
                </a:lnTo>
                <a:lnTo>
                  <a:pt x="74" y="565"/>
                </a:lnTo>
                <a:lnTo>
                  <a:pt x="74" y="564"/>
                </a:lnTo>
                <a:lnTo>
                  <a:pt x="74" y="563"/>
                </a:lnTo>
                <a:lnTo>
                  <a:pt x="74" y="562"/>
                </a:lnTo>
                <a:lnTo>
                  <a:pt x="73" y="562"/>
                </a:lnTo>
                <a:lnTo>
                  <a:pt x="73" y="561"/>
                </a:lnTo>
                <a:lnTo>
                  <a:pt x="74" y="561"/>
                </a:lnTo>
                <a:lnTo>
                  <a:pt x="73" y="561"/>
                </a:lnTo>
                <a:lnTo>
                  <a:pt x="73" y="560"/>
                </a:lnTo>
                <a:lnTo>
                  <a:pt x="72" y="560"/>
                </a:lnTo>
                <a:lnTo>
                  <a:pt x="72" y="559"/>
                </a:lnTo>
                <a:lnTo>
                  <a:pt x="71" y="559"/>
                </a:lnTo>
                <a:lnTo>
                  <a:pt x="70" y="559"/>
                </a:lnTo>
                <a:lnTo>
                  <a:pt x="70" y="560"/>
                </a:lnTo>
                <a:lnTo>
                  <a:pt x="69" y="560"/>
                </a:lnTo>
                <a:lnTo>
                  <a:pt x="69" y="561"/>
                </a:lnTo>
                <a:lnTo>
                  <a:pt x="68" y="561"/>
                </a:lnTo>
                <a:lnTo>
                  <a:pt x="68" y="560"/>
                </a:lnTo>
                <a:lnTo>
                  <a:pt x="67" y="560"/>
                </a:lnTo>
                <a:lnTo>
                  <a:pt x="66" y="561"/>
                </a:lnTo>
                <a:lnTo>
                  <a:pt x="65" y="561"/>
                </a:lnTo>
                <a:lnTo>
                  <a:pt x="64" y="561"/>
                </a:lnTo>
                <a:lnTo>
                  <a:pt x="64" y="562"/>
                </a:lnTo>
                <a:lnTo>
                  <a:pt x="63" y="562"/>
                </a:lnTo>
                <a:lnTo>
                  <a:pt x="63" y="561"/>
                </a:lnTo>
                <a:lnTo>
                  <a:pt x="63" y="560"/>
                </a:lnTo>
                <a:lnTo>
                  <a:pt x="62" y="560"/>
                </a:lnTo>
                <a:lnTo>
                  <a:pt x="61" y="560"/>
                </a:lnTo>
                <a:lnTo>
                  <a:pt x="61" y="559"/>
                </a:lnTo>
                <a:lnTo>
                  <a:pt x="62" y="559"/>
                </a:lnTo>
                <a:lnTo>
                  <a:pt x="61" y="559"/>
                </a:lnTo>
                <a:lnTo>
                  <a:pt x="61" y="558"/>
                </a:lnTo>
                <a:lnTo>
                  <a:pt x="60" y="558"/>
                </a:lnTo>
                <a:lnTo>
                  <a:pt x="60" y="557"/>
                </a:lnTo>
                <a:lnTo>
                  <a:pt x="59" y="557"/>
                </a:lnTo>
                <a:lnTo>
                  <a:pt x="58" y="557"/>
                </a:lnTo>
                <a:lnTo>
                  <a:pt x="57" y="557"/>
                </a:lnTo>
                <a:lnTo>
                  <a:pt x="56" y="557"/>
                </a:lnTo>
                <a:lnTo>
                  <a:pt x="56" y="556"/>
                </a:lnTo>
                <a:lnTo>
                  <a:pt x="55" y="556"/>
                </a:lnTo>
                <a:lnTo>
                  <a:pt x="55" y="555"/>
                </a:lnTo>
                <a:lnTo>
                  <a:pt x="54" y="555"/>
                </a:lnTo>
                <a:lnTo>
                  <a:pt x="55" y="554"/>
                </a:lnTo>
                <a:lnTo>
                  <a:pt x="54" y="554"/>
                </a:lnTo>
                <a:lnTo>
                  <a:pt x="54" y="553"/>
                </a:lnTo>
                <a:lnTo>
                  <a:pt x="54" y="552"/>
                </a:lnTo>
                <a:lnTo>
                  <a:pt x="54" y="551"/>
                </a:lnTo>
                <a:lnTo>
                  <a:pt x="53" y="551"/>
                </a:lnTo>
                <a:lnTo>
                  <a:pt x="53" y="550"/>
                </a:lnTo>
                <a:lnTo>
                  <a:pt x="52" y="550"/>
                </a:lnTo>
                <a:lnTo>
                  <a:pt x="52" y="549"/>
                </a:lnTo>
                <a:lnTo>
                  <a:pt x="53" y="548"/>
                </a:lnTo>
                <a:lnTo>
                  <a:pt x="53" y="547"/>
                </a:lnTo>
                <a:lnTo>
                  <a:pt x="53" y="546"/>
                </a:lnTo>
                <a:lnTo>
                  <a:pt x="54" y="546"/>
                </a:lnTo>
                <a:lnTo>
                  <a:pt x="54" y="545"/>
                </a:lnTo>
                <a:lnTo>
                  <a:pt x="54" y="544"/>
                </a:lnTo>
                <a:lnTo>
                  <a:pt x="54" y="543"/>
                </a:lnTo>
                <a:lnTo>
                  <a:pt x="53" y="543"/>
                </a:lnTo>
                <a:lnTo>
                  <a:pt x="53" y="542"/>
                </a:lnTo>
                <a:lnTo>
                  <a:pt x="52" y="542"/>
                </a:lnTo>
                <a:lnTo>
                  <a:pt x="51" y="542"/>
                </a:lnTo>
                <a:lnTo>
                  <a:pt x="51" y="541"/>
                </a:lnTo>
                <a:lnTo>
                  <a:pt x="50" y="541"/>
                </a:lnTo>
                <a:lnTo>
                  <a:pt x="50" y="540"/>
                </a:lnTo>
                <a:lnTo>
                  <a:pt x="50" y="539"/>
                </a:lnTo>
                <a:lnTo>
                  <a:pt x="49" y="539"/>
                </a:lnTo>
                <a:lnTo>
                  <a:pt x="49" y="538"/>
                </a:lnTo>
                <a:lnTo>
                  <a:pt x="48" y="538"/>
                </a:lnTo>
                <a:lnTo>
                  <a:pt x="48" y="537"/>
                </a:lnTo>
                <a:lnTo>
                  <a:pt x="48" y="536"/>
                </a:lnTo>
                <a:lnTo>
                  <a:pt x="48" y="535"/>
                </a:lnTo>
                <a:lnTo>
                  <a:pt x="47" y="535"/>
                </a:lnTo>
                <a:lnTo>
                  <a:pt x="46" y="535"/>
                </a:lnTo>
                <a:lnTo>
                  <a:pt x="46" y="534"/>
                </a:lnTo>
                <a:lnTo>
                  <a:pt x="45" y="534"/>
                </a:lnTo>
                <a:lnTo>
                  <a:pt x="45" y="533"/>
                </a:lnTo>
                <a:lnTo>
                  <a:pt x="45" y="532"/>
                </a:lnTo>
                <a:lnTo>
                  <a:pt x="44" y="532"/>
                </a:lnTo>
                <a:lnTo>
                  <a:pt x="45" y="532"/>
                </a:lnTo>
                <a:lnTo>
                  <a:pt x="44" y="532"/>
                </a:lnTo>
                <a:lnTo>
                  <a:pt x="44" y="531"/>
                </a:lnTo>
                <a:lnTo>
                  <a:pt x="44" y="530"/>
                </a:lnTo>
                <a:lnTo>
                  <a:pt x="43" y="530"/>
                </a:lnTo>
                <a:lnTo>
                  <a:pt x="43" y="529"/>
                </a:lnTo>
                <a:lnTo>
                  <a:pt x="42" y="529"/>
                </a:lnTo>
                <a:lnTo>
                  <a:pt x="42" y="530"/>
                </a:lnTo>
                <a:lnTo>
                  <a:pt x="42" y="531"/>
                </a:lnTo>
                <a:lnTo>
                  <a:pt x="41" y="531"/>
                </a:lnTo>
                <a:lnTo>
                  <a:pt x="40" y="531"/>
                </a:lnTo>
                <a:lnTo>
                  <a:pt x="39" y="531"/>
                </a:lnTo>
                <a:lnTo>
                  <a:pt x="39" y="530"/>
                </a:lnTo>
                <a:lnTo>
                  <a:pt x="38" y="530"/>
                </a:lnTo>
                <a:lnTo>
                  <a:pt x="37" y="530"/>
                </a:lnTo>
                <a:lnTo>
                  <a:pt x="36" y="530"/>
                </a:lnTo>
                <a:lnTo>
                  <a:pt x="36" y="529"/>
                </a:lnTo>
                <a:lnTo>
                  <a:pt x="35" y="529"/>
                </a:lnTo>
                <a:lnTo>
                  <a:pt x="35" y="528"/>
                </a:lnTo>
                <a:lnTo>
                  <a:pt x="34" y="528"/>
                </a:lnTo>
                <a:lnTo>
                  <a:pt x="34" y="527"/>
                </a:lnTo>
                <a:lnTo>
                  <a:pt x="35" y="527"/>
                </a:lnTo>
                <a:lnTo>
                  <a:pt x="34" y="527"/>
                </a:lnTo>
                <a:lnTo>
                  <a:pt x="34" y="526"/>
                </a:lnTo>
                <a:lnTo>
                  <a:pt x="34" y="525"/>
                </a:lnTo>
                <a:lnTo>
                  <a:pt x="33" y="525"/>
                </a:lnTo>
                <a:lnTo>
                  <a:pt x="33" y="524"/>
                </a:lnTo>
                <a:lnTo>
                  <a:pt x="32" y="524"/>
                </a:lnTo>
                <a:lnTo>
                  <a:pt x="32" y="523"/>
                </a:lnTo>
                <a:lnTo>
                  <a:pt x="33" y="523"/>
                </a:lnTo>
                <a:lnTo>
                  <a:pt x="33" y="522"/>
                </a:lnTo>
                <a:lnTo>
                  <a:pt x="33" y="521"/>
                </a:lnTo>
                <a:lnTo>
                  <a:pt x="33" y="520"/>
                </a:lnTo>
                <a:lnTo>
                  <a:pt x="34" y="520"/>
                </a:lnTo>
                <a:lnTo>
                  <a:pt x="33" y="520"/>
                </a:lnTo>
                <a:lnTo>
                  <a:pt x="34" y="520"/>
                </a:lnTo>
                <a:lnTo>
                  <a:pt x="34" y="519"/>
                </a:lnTo>
                <a:lnTo>
                  <a:pt x="34" y="518"/>
                </a:lnTo>
                <a:lnTo>
                  <a:pt x="35" y="518"/>
                </a:lnTo>
                <a:lnTo>
                  <a:pt x="35" y="517"/>
                </a:lnTo>
                <a:lnTo>
                  <a:pt x="36" y="517"/>
                </a:lnTo>
                <a:lnTo>
                  <a:pt x="36" y="516"/>
                </a:lnTo>
                <a:lnTo>
                  <a:pt x="37" y="516"/>
                </a:lnTo>
                <a:lnTo>
                  <a:pt x="37" y="515"/>
                </a:lnTo>
                <a:lnTo>
                  <a:pt x="36" y="515"/>
                </a:lnTo>
                <a:lnTo>
                  <a:pt x="35" y="515"/>
                </a:lnTo>
                <a:lnTo>
                  <a:pt x="35" y="514"/>
                </a:lnTo>
                <a:lnTo>
                  <a:pt x="34" y="514"/>
                </a:lnTo>
                <a:lnTo>
                  <a:pt x="34" y="513"/>
                </a:lnTo>
                <a:lnTo>
                  <a:pt x="34" y="512"/>
                </a:lnTo>
                <a:lnTo>
                  <a:pt x="33" y="512"/>
                </a:lnTo>
                <a:lnTo>
                  <a:pt x="33" y="511"/>
                </a:lnTo>
                <a:lnTo>
                  <a:pt x="32" y="511"/>
                </a:lnTo>
                <a:lnTo>
                  <a:pt x="32" y="512"/>
                </a:lnTo>
                <a:lnTo>
                  <a:pt x="31" y="512"/>
                </a:lnTo>
                <a:lnTo>
                  <a:pt x="31" y="511"/>
                </a:lnTo>
                <a:lnTo>
                  <a:pt x="30" y="511"/>
                </a:lnTo>
                <a:lnTo>
                  <a:pt x="30" y="510"/>
                </a:lnTo>
                <a:lnTo>
                  <a:pt x="30" y="509"/>
                </a:lnTo>
                <a:lnTo>
                  <a:pt x="30" y="508"/>
                </a:lnTo>
                <a:lnTo>
                  <a:pt x="31" y="508"/>
                </a:lnTo>
                <a:lnTo>
                  <a:pt x="31" y="507"/>
                </a:lnTo>
                <a:lnTo>
                  <a:pt x="31" y="506"/>
                </a:lnTo>
                <a:lnTo>
                  <a:pt x="32" y="506"/>
                </a:lnTo>
                <a:lnTo>
                  <a:pt x="33" y="506"/>
                </a:lnTo>
                <a:lnTo>
                  <a:pt x="33" y="505"/>
                </a:lnTo>
                <a:lnTo>
                  <a:pt x="34" y="505"/>
                </a:lnTo>
                <a:lnTo>
                  <a:pt x="35" y="505"/>
                </a:lnTo>
                <a:lnTo>
                  <a:pt x="35" y="504"/>
                </a:lnTo>
                <a:lnTo>
                  <a:pt x="36" y="504"/>
                </a:lnTo>
                <a:lnTo>
                  <a:pt x="36" y="503"/>
                </a:lnTo>
                <a:lnTo>
                  <a:pt x="37" y="503"/>
                </a:lnTo>
                <a:lnTo>
                  <a:pt x="38" y="503"/>
                </a:lnTo>
                <a:lnTo>
                  <a:pt x="38" y="502"/>
                </a:lnTo>
                <a:lnTo>
                  <a:pt x="39" y="502"/>
                </a:lnTo>
                <a:lnTo>
                  <a:pt x="39" y="501"/>
                </a:lnTo>
                <a:lnTo>
                  <a:pt x="39" y="500"/>
                </a:lnTo>
                <a:lnTo>
                  <a:pt x="40" y="500"/>
                </a:lnTo>
                <a:lnTo>
                  <a:pt x="41" y="500"/>
                </a:lnTo>
                <a:lnTo>
                  <a:pt x="41" y="499"/>
                </a:lnTo>
                <a:lnTo>
                  <a:pt x="41" y="498"/>
                </a:lnTo>
                <a:lnTo>
                  <a:pt x="41" y="497"/>
                </a:lnTo>
                <a:lnTo>
                  <a:pt x="40" y="497"/>
                </a:lnTo>
                <a:lnTo>
                  <a:pt x="39" y="497"/>
                </a:lnTo>
                <a:lnTo>
                  <a:pt x="39" y="496"/>
                </a:lnTo>
                <a:lnTo>
                  <a:pt x="38" y="496"/>
                </a:lnTo>
                <a:lnTo>
                  <a:pt x="38" y="495"/>
                </a:lnTo>
                <a:lnTo>
                  <a:pt x="37" y="495"/>
                </a:lnTo>
                <a:lnTo>
                  <a:pt x="37" y="494"/>
                </a:lnTo>
                <a:lnTo>
                  <a:pt x="37" y="493"/>
                </a:lnTo>
                <a:lnTo>
                  <a:pt x="37" y="492"/>
                </a:lnTo>
                <a:lnTo>
                  <a:pt x="37" y="491"/>
                </a:lnTo>
                <a:lnTo>
                  <a:pt x="36" y="491"/>
                </a:lnTo>
                <a:lnTo>
                  <a:pt x="36" y="492"/>
                </a:lnTo>
                <a:lnTo>
                  <a:pt x="35" y="492"/>
                </a:lnTo>
                <a:lnTo>
                  <a:pt x="34" y="492"/>
                </a:lnTo>
                <a:lnTo>
                  <a:pt x="33" y="492"/>
                </a:lnTo>
                <a:lnTo>
                  <a:pt x="32" y="491"/>
                </a:lnTo>
                <a:lnTo>
                  <a:pt x="33" y="491"/>
                </a:lnTo>
                <a:lnTo>
                  <a:pt x="33" y="490"/>
                </a:lnTo>
                <a:lnTo>
                  <a:pt x="33" y="489"/>
                </a:lnTo>
                <a:lnTo>
                  <a:pt x="32" y="489"/>
                </a:lnTo>
                <a:lnTo>
                  <a:pt x="32" y="488"/>
                </a:lnTo>
                <a:lnTo>
                  <a:pt x="32" y="487"/>
                </a:lnTo>
                <a:lnTo>
                  <a:pt x="31" y="487"/>
                </a:lnTo>
                <a:lnTo>
                  <a:pt x="31" y="486"/>
                </a:lnTo>
                <a:lnTo>
                  <a:pt x="31" y="485"/>
                </a:lnTo>
                <a:lnTo>
                  <a:pt x="31" y="484"/>
                </a:lnTo>
                <a:lnTo>
                  <a:pt x="30" y="484"/>
                </a:lnTo>
                <a:lnTo>
                  <a:pt x="30" y="483"/>
                </a:lnTo>
                <a:lnTo>
                  <a:pt x="29" y="483"/>
                </a:lnTo>
                <a:lnTo>
                  <a:pt x="29" y="482"/>
                </a:lnTo>
                <a:lnTo>
                  <a:pt x="28" y="482"/>
                </a:lnTo>
                <a:lnTo>
                  <a:pt x="28" y="481"/>
                </a:lnTo>
                <a:lnTo>
                  <a:pt x="27" y="481"/>
                </a:lnTo>
                <a:lnTo>
                  <a:pt x="27" y="480"/>
                </a:lnTo>
                <a:lnTo>
                  <a:pt x="26" y="480"/>
                </a:lnTo>
                <a:lnTo>
                  <a:pt x="26" y="479"/>
                </a:lnTo>
                <a:lnTo>
                  <a:pt x="25" y="479"/>
                </a:lnTo>
                <a:lnTo>
                  <a:pt x="24" y="479"/>
                </a:lnTo>
                <a:lnTo>
                  <a:pt x="24" y="478"/>
                </a:lnTo>
                <a:lnTo>
                  <a:pt x="24" y="477"/>
                </a:lnTo>
                <a:lnTo>
                  <a:pt x="24" y="476"/>
                </a:lnTo>
                <a:lnTo>
                  <a:pt x="24" y="475"/>
                </a:lnTo>
                <a:lnTo>
                  <a:pt x="24" y="474"/>
                </a:lnTo>
                <a:lnTo>
                  <a:pt x="25" y="474"/>
                </a:lnTo>
                <a:lnTo>
                  <a:pt x="25" y="473"/>
                </a:lnTo>
                <a:lnTo>
                  <a:pt x="26" y="473"/>
                </a:lnTo>
                <a:lnTo>
                  <a:pt x="26" y="472"/>
                </a:lnTo>
                <a:lnTo>
                  <a:pt x="27" y="472"/>
                </a:lnTo>
                <a:lnTo>
                  <a:pt x="28" y="472"/>
                </a:lnTo>
                <a:lnTo>
                  <a:pt x="28" y="471"/>
                </a:lnTo>
                <a:lnTo>
                  <a:pt x="29" y="471"/>
                </a:lnTo>
                <a:lnTo>
                  <a:pt x="30" y="471"/>
                </a:lnTo>
                <a:lnTo>
                  <a:pt x="30" y="470"/>
                </a:lnTo>
                <a:lnTo>
                  <a:pt x="32" y="470"/>
                </a:lnTo>
                <a:lnTo>
                  <a:pt x="32" y="469"/>
                </a:lnTo>
                <a:lnTo>
                  <a:pt x="32" y="468"/>
                </a:lnTo>
                <a:lnTo>
                  <a:pt x="33" y="468"/>
                </a:lnTo>
                <a:lnTo>
                  <a:pt x="33" y="467"/>
                </a:lnTo>
                <a:lnTo>
                  <a:pt x="34" y="467"/>
                </a:lnTo>
                <a:lnTo>
                  <a:pt x="34" y="466"/>
                </a:lnTo>
                <a:lnTo>
                  <a:pt x="34" y="465"/>
                </a:lnTo>
                <a:lnTo>
                  <a:pt x="34" y="464"/>
                </a:lnTo>
                <a:lnTo>
                  <a:pt x="33" y="464"/>
                </a:lnTo>
                <a:lnTo>
                  <a:pt x="32" y="464"/>
                </a:lnTo>
                <a:lnTo>
                  <a:pt x="32" y="463"/>
                </a:lnTo>
                <a:lnTo>
                  <a:pt x="31" y="463"/>
                </a:lnTo>
                <a:lnTo>
                  <a:pt x="31" y="462"/>
                </a:lnTo>
                <a:lnTo>
                  <a:pt x="30" y="461"/>
                </a:lnTo>
                <a:lnTo>
                  <a:pt x="29" y="461"/>
                </a:lnTo>
                <a:lnTo>
                  <a:pt x="29" y="460"/>
                </a:lnTo>
                <a:lnTo>
                  <a:pt x="28" y="460"/>
                </a:lnTo>
                <a:lnTo>
                  <a:pt x="28" y="459"/>
                </a:lnTo>
                <a:lnTo>
                  <a:pt x="27" y="459"/>
                </a:lnTo>
                <a:lnTo>
                  <a:pt x="26" y="459"/>
                </a:lnTo>
                <a:lnTo>
                  <a:pt x="25" y="459"/>
                </a:lnTo>
                <a:lnTo>
                  <a:pt x="25" y="458"/>
                </a:lnTo>
                <a:lnTo>
                  <a:pt x="25" y="459"/>
                </a:lnTo>
                <a:lnTo>
                  <a:pt x="24" y="458"/>
                </a:lnTo>
                <a:lnTo>
                  <a:pt x="23" y="458"/>
                </a:lnTo>
                <a:lnTo>
                  <a:pt x="23" y="457"/>
                </a:lnTo>
                <a:lnTo>
                  <a:pt x="22" y="457"/>
                </a:lnTo>
                <a:lnTo>
                  <a:pt x="21" y="457"/>
                </a:lnTo>
                <a:lnTo>
                  <a:pt x="20" y="457"/>
                </a:lnTo>
                <a:lnTo>
                  <a:pt x="20" y="456"/>
                </a:lnTo>
                <a:lnTo>
                  <a:pt x="19" y="456"/>
                </a:lnTo>
                <a:lnTo>
                  <a:pt x="18" y="456"/>
                </a:lnTo>
                <a:lnTo>
                  <a:pt x="19" y="456"/>
                </a:lnTo>
                <a:lnTo>
                  <a:pt x="19" y="455"/>
                </a:lnTo>
                <a:lnTo>
                  <a:pt x="18" y="455"/>
                </a:lnTo>
                <a:lnTo>
                  <a:pt x="18" y="454"/>
                </a:lnTo>
                <a:lnTo>
                  <a:pt x="19" y="454"/>
                </a:lnTo>
                <a:lnTo>
                  <a:pt x="19" y="453"/>
                </a:lnTo>
                <a:lnTo>
                  <a:pt x="20" y="453"/>
                </a:lnTo>
                <a:lnTo>
                  <a:pt x="19" y="452"/>
                </a:lnTo>
                <a:lnTo>
                  <a:pt x="18" y="452"/>
                </a:lnTo>
                <a:lnTo>
                  <a:pt x="17" y="452"/>
                </a:lnTo>
                <a:lnTo>
                  <a:pt x="16" y="452"/>
                </a:lnTo>
                <a:lnTo>
                  <a:pt x="16" y="453"/>
                </a:lnTo>
                <a:lnTo>
                  <a:pt x="16" y="452"/>
                </a:lnTo>
                <a:lnTo>
                  <a:pt x="15" y="452"/>
                </a:lnTo>
                <a:lnTo>
                  <a:pt x="14" y="452"/>
                </a:lnTo>
                <a:lnTo>
                  <a:pt x="14" y="453"/>
                </a:lnTo>
                <a:lnTo>
                  <a:pt x="13" y="453"/>
                </a:lnTo>
                <a:lnTo>
                  <a:pt x="13" y="452"/>
                </a:lnTo>
                <a:lnTo>
                  <a:pt x="14" y="452"/>
                </a:lnTo>
                <a:lnTo>
                  <a:pt x="14" y="451"/>
                </a:lnTo>
                <a:lnTo>
                  <a:pt x="14" y="450"/>
                </a:lnTo>
                <a:lnTo>
                  <a:pt x="14" y="449"/>
                </a:lnTo>
                <a:lnTo>
                  <a:pt x="14" y="448"/>
                </a:lnTo>
                <a:lnTo>
                  <a:pt x="13" y="448"/>
                </a:lnTo>
                <a:lnTo>
                  <a:pt x="13" y="447"/>
                </a:lnTo>
                <a:lnTo>
                  <a:pt x="12" y="447"/>
                </a:lnTo>
                <a:lnTo>
                  <a:pt x="12" y="446"/>
                </a:lnTo>
                <a:lnTo>
                  <a:pt x="12" y="445"/>
                </a:lnTo>
                <a:lnTo>
                  <a:pt x="11" y="445"/>
                </a:lnTo>
                <a:lnTo>
                  <a:pt x="11" y="444"/>
                </a:lnTo>
                <a:lnTo>
                  <a:pt x="11" y="443"/>
                </a:lnTo>
                <a:lnTo>
                  <a:pt x="10" y="443"/>
                </a:lnTo>
                <a:lnTo>
                  <a:pt x="10" y="444"/>
                </a:lnTo>
                <a:lnTo>
                  <a:pt x="9" y="444"/>
                </a:lnTo>
                <a:lnTo>
                  <a:pt x="8" y="444"/>
                </a:lnTo>
                <a:lnTo>
                  <a:pt x="8" y="445"/>
                </a:lnTo>
                <a:lnTo>
                  <a:pt x="7" y="445"/>
                </a:lnTo>
                <a:lnTo>
                  <a:pt x="6" y="445"/>
                </a:lnTo>
                <a:lnTo>
                  <a:pt x="6" y="444"/>
                </a:lnTo>
                <a:lnTo>
                  <a:pt x="6" y="443"/>
                </a:lnTo>
                <a:lnTo>
                  <a:pt x="5" y="443"/>
                </a:lnTo>
                <a:lnTo>
                  <a:pt x="5" y="442"/>
                </a:lnTo>
                <a:lnTo>
                  <a:pt x="5" y="441"/>
                </a:lnTo>
                <a:lnTo>
                  <a:pt x="5" y="440"/>
                </a:lnTo>
                <a:lnTo>
                  <a:pt x="5" y="439"/>
                </a:lnTo>
                <a:lnTo>
                  <a:pt x="4" y="439"/>
                </a:lnTo>
                <a:lnTo>
                  <a:pt x="4" y="438"/>
                </a:lnTo>
                <a:lnTo>
                  <a:pt x="3" y="437"/>
                </a:lnTo>
                <a:lnTo>
                  <a:pt x="4" y="437"/>
                </a:lnTo>
                <a:lnTo>
                  <a:pt x="5" y="436"/>
                </a:lnTo>
                <a:lnTo>
                  <a:pt x="6" y="435"/>
                </a:lnTo>
                <a:lnTo>
                  <a:pt x="7" y="435"/>
                </a:lnTo>
                <a:lnTo>
                  <a:pt x="8" y="435"/>
                </a:lnTo>
                <a:lnTo>
                  <a:pt x="8" y="434"/>
                </a:lnTo>
                <a:lnTo>
                  <a:pt x="8" y="433"/>
                </a:lnTo>
                <a:lnTo>
                  <a:pt x="9" y="433"/>
                </a:lnTo>
                <a:lnTo>
                  <a:pt x="9" y="432"/>
                </a:lnTo>
                <a:lnTo>
                  <a:pt x="9" y="431"/>
                </a:lnTo>
                <a:lnTo>
                  <a:pt x="9" y="430"/>
                </a:lnTo>
                <a:lnTo>
                  <a:pt x="9" y="429"/>
                </a:lnTo>
                <a:lnTo>
                  <a:pt x="10" y="429"/>
                </a:lnTo>
                <a:lnTo>
                  <a:pt x="10" y="428"/>
                </a:lnTo>
                <a:lnTo>
                  <a:pt x="11" y="428"/>
                </a:lnTo>
                <a:lnTo>
                  <a:pt x="11" y="427"/>
                </a:lnTo>
                <a:lnTo>
                  <a:pt x="10" y="427"/>
                </a:lnTo>
                <a:lnTo>
                  <a:pt x="10" y="426"/>
                </a:lnTo>
                <a:lnTo>
                  <a:pt x="10" y="425"/>
                </a:lnTo>
                <a:lnTo>
                  <a:pt x="9" y="426"/>
                </a:lnTo>
                <a:lnTo>
                  <a:pt x="9" y="425"/>
                </a:lnTo>
                <a:lnTo>
                  <a:pt x="8" y="425"/>
                </a:lnTo>
                <a:lnTo>
                  <a:pt x="8" y="424"/>
                </a:lnTo>
                <a:lnTo>
                  <a:pt x="8" y="423"/>
                </a:lnTo>
                <a:lnTo>
                  <a:pt x="9" y="422"/>
                </a:lnTo>
                <a:lnTo>
                  <a:pt x="8" y="422"/>
                </a:lnTo>
                <a:lnTo>
                  <a:pt x="8" y="421"/>
                </a:lnTo>
                <a:lnTo>
                  <a:pt x="7" y="421"/>
                </a:lnTo>
                <a:lnTo>
                  <a:pt x="7" y="420"/>
                </a:lnTo>
                <a:lnTo>
                  <a:pt x="6" y="420"/>
                </a:lnTo>
                <a:lnTo>
                  <a:pt x="6" y="419"/>
                </a:lnTo>
                <a:lnTo>
                  <a:pt x="7" y="418"/>
                </a:lnTo>
                <a:lnTo>
                  <a:pt x="7" y="417"/>
                </a:lnTo>
                <a:lnTo>
                  <a:pt x="8" y="417"/>
                </a:lnTo>
                <a:lnTo>
                  <a:pt x="7" y="416"/>
                </a:lnTo>
                <a:lnTo>
                  <a:pt x="7" y="415"/>
                </a:lnTo>
                <a:lnTo>
                  <a:pt x="8" y="415"/>
                </a:lnTo>
                <a:lnTo>
                  <a:pt x="8" y="414"/>
                </a:lnTo>
                <a:lnTo>
                  <a:pt x="7" y="414"/>
                </a:lnTo>
                <a:lnTo>
                  <a:pt x="8" y="414"/>
                </a:lnTo>
                <a:lnTo>
                  <a:pt x="8" y="413"/>
                </a:lnTo>
                <a:lnTo>
                  <a:pt x="7" y="413"/>
                </a:lnTo>
                <a:lnTo>
                  <a:pt x="7" y="412"/>
                </a:lnTo>
                <a:lnTo>
                  <a:pt x="6" y="412"/>
                </a:lnTo>
                <a:lnTo>
                  <a:pt x="6" y="411"/>
                </a:lnTo>
                <a:lnTo>
                  <a:pt x="6" y="410"/>
                </a:lnTo>
                <a:lnTo>
                  <a:pt x="5" y="410"/>
                </a:lnTo>
                <a:lnTo>
                  <a:pt x="5" y="409"/>
                </a:lnTo>
                <a:lnTo>
                  <a:pt x="4" y="409"/>
                </a:lnTo>
                <a:lnTo>
                  <a:pt x="4" y="408"/>
                </a:lnTo>
                <a:lnTo>
                  <a:pt x="3" y="408"/>
                </a:lnTo>
                <a:lnTo>
                  <a:pt x="3" y="407"/>
                </a:lnTo>
                <a:lnTo>
                  <a:pt x="3" y="406"/>
                </a:lnTo>
                <a:lnTo>
                  <a:pt x="2" y="406"/>
                </a:lnTo>
                <a:lnTo>
                  <a:pt x="2" y="405"/>
                </a:lnTo>
                <a:lnTo>
                  <a:pt x="1" y="405"/>
                </a:lnTo>
                <a:lnTo>
                  <a:pt x="0" y="405"/>
                </a:lnTo>
                <a:lnTo>
                  <a:pt x="0" y="404"/>
                </a:lnTo>
                <a:lnTo>
                  <a:pt x="0" y="403"/>
                </a:lnTo>
                <a:lnTo>
                  <a:pt x="1" y="403"/>
                </a:lnTo>
                <a:lnTo>
                  <a:pt x="2" y="403"/>
                </a:lnTo>
                <a:lnTo>
                  <a:pt x="2" y="402"/>
                </a:lnTo>
                <a:lnTo>
                  <a:pt x="2" y="401"/>
                </a:lnTo>
                <a:lnTo>
                  <a:pt x="3" y="401"/>
                </a:lnTo>
                <a:lnTo>
                  <a:pt x="4" y="401"/>
                </a:lnTo>
                <a:lnTo>
                  <a:pt x="4" y="400"/>
                </a:lnTo>
                <a:lnTo>
                  <a:pt x="5" y="400"/>
                </a:lnTo>
                <a:lnTo>
                  <a:pt x="6" y="400"/>
                </a:lnTo>
                <a:lnTo>
                  <a:pt x="6" y="399"/>
                </a:lnTo>
                <a:lnTo>
                  <a:pt x="7" y="399"/>
                </a:lnTo>
                <a:lnTo>
                  <a:pt x="7" y="400"/>
                </a:lnTo>
                <a:lnTo>
                  <a:pt x="8" y="400"/>
                </a:lnTo>
                <a:lnTo>
                  <a:pt x="8" y="399"/>
                </a:lnTo>
                <a:lnTo>
                  <a:pt x="9" y="399"/>
                </a:lnTo>
                <a:lnTo>
                  <a:pt x="10" y="399"/>
                </a:lnTo>
                <a:lnTo>
                  <a:pt x="10" y="398"/>
                </a:lnTo>
                <a:lnTo>
                  <a:pt x="11" y="398"/>
                </a:lnTo>
                <a:lnTo>
                  <a:pt x="11" y="397"/>
                </a:lnTo>
                <a:lnTo>
                  <a:pt x="11" y="396"/>
                </a:lnTo>
                <a:lnTo>
                  <a:pt x="12" y="396"/>
                </a:lnTo>
                <a:lnTo>
                  <a:pt x="12" y="395"/>
                </a:lnTo>
                <a:lnTo>
                  <a:pt x="12" y="396"/>
                </a:lnTo>
                <a:lnTo>
                  <a:pt x="13" y="396"/>
                </a:lnTo>
                <a:lnTo>
                  <a:pt x="14" y="396"/>
                </a:lnTo>
                <a:lnTo>
                  <a:pt x="14" y="395"/>
                </a:lnTo>
                <a:lnTo>
                  <a:pt x="14" y="396"/>
                </a:lnTo>
                <a:lnTo>
                  <a:pt x="15" y="396"/>
                </a:lnTo>
                <a:lnTo>
                  <a:pt x="15" y="395"/>
                </a:lnTo>
                <a:lnTo>
                  <a:pt x="15" y="396"/>
                </a:lnTo>
                <a:lnTo>
                  <a:pt x="16" y="396"/>
                </a:lnTo>
                <a:lnTo>
                  <a:pt x="16" y="395"/>
                </a:lnTo>
                <a:lnTo>
                  <a:pt x="17" y="395"/>
                </a:lnTo>
                <a:lnTo>
                  <a:pt x="17" y="394"/>
                </a:lnTo>
                <a:lnTo>
                  <a:pt x="17" y="393"/>
                </a:lnTo>
                <a:lnTo>
                  <a:pt x="18" y="393"/>
                </a:lnTo>
                <a:lnTo>
                  <a:pt x="19" y="393"/>
                </a:lnTo>
                <a:lnTo>
                  <a:pt x="19" y="394"/>
                </a:lnTo>
                <a:lnTo>
                  <a:pt x="20" y="394"/>
                </a:lnTo>
                <a:lnTo>
                  <a:pt x="21" y="394"/>
                </a:lnTo>
                <a:lnTo>
                  <a:pt x="22" y="394"/>
                </a:lnTo>
                <a:lnTo>
                  <a:pt x="22" y="393"/>
                </a:lnTo>
                <a:lnTo>
                  <a:pt x="22" y="392"/>
                </a:lnTo>
                <a:lnTo>
                  <a:pt x="22" y="393"/>
                </a:lnTo>
                <a:lnTo>
                  <a:pt x="23" y="392"/>
                </a:lnTo>
                <a:lnTo>
                  <a:pt x="24" y="391"/>
                </a:lnTo>
                <a:lnTo>
                  <a:pt x="25" y="391"/>
                </a:lnTo>
                <a:lnTo>
                  <a:pt x="26" y="390"/>
                </a:lnTo>
                <a:lnTo>
                  <a:pt x="26" y="389"/>
                </a:lnTo>
                <a:lnTo>
                  <a:pt x="27" y="389"/>
                </a:lnTo>
                <a:lnTo>
                  <a:pt x="27" y="388"/>
                </a:lnTo>
                <a:lnTo>
                  <a:pt x="28" y="388"/>
                </a:lnTo>
                <a:lnTo>
                  <a:pt x="29" y="388"/>
                </a:lnTo>
                <a:lnTo>
                  <a:pt x="29" y="387"/>
                </a:lnTo>
                <a:lnTo>
                  <a:pt x="30" y="387"/>
                </a:lnTo>
                <a:lnTo>
                  <a:pt x="30" y="386"/>
                </a:lnTo>
                <a:lnTo>
                  <a:pt x="31" y="386"/>
                </a:lnTo>
                <a:lnTo>
                  <a:pt x="32" y="386"/>
                </a:lnTo>
                <a:lnTo>
                  <a:pt x="32" y="387"/>
                </a:lnTo>
                <a:lnTo>
                  <a:pt x="31" y="387"/>
                </a:lnTo>
                <a:lnTo>
                  <a:pt x="32" y="388"/>
                </a:lnTo>
                <a:lnTo>
                  <a:pt x="32" y="389"/>
                </a:lnTo>
                <a:lnTo>
                  <a:pt x="32" y="390"/>
                </a:lnTo>
                <a:lnTo>
                  <a:pt x="32" y="391"/>
                </a:lnTo>
                <a:lnTo>
                  <a:pt x="32" y="392"/>
                </a:lnTo>
                <a:lnTo>
                  <a:pt x="33" y="392"/>
                </a:lnTo>
                <a:lnTo>
                  <a:pt x="33" y="393"/>
                </a:lnTo>
                <a:lnTo>
                  <a:pt x="33" y="394"/>
                </a:lnTo>
                <a:lnTo>
                  <a:pt x="34" y="394"/>
                </a:lnTo>
                <a:lnTo>
                  <a:pt x="34" y="395"/>
                </a:lnTo>
                <a:lnTo>
                  <a:pt x="35" y="395"/>
                </a:lnTo>
                <a:lnTo>
                  <a:pt x="35" y="396"/>
                </a:lnTo>
                <a:lnTo>
                  <a:pt x="35" y="398"/>
                </a:lnTo>
                <a:lnTo>
                  <a:pt x="35" y="399"/>
                </a:lnTo>
                <a:lnTo>
                  <a:pt x="34" y="399"/>
                </a:lnTo>
                <a:lnTo>
                  <a:pt x="33" y="399"/>
                </a:lnTo>
                <a:lnTo>
                  <a:pt x="33" y="400"/>
                </a:lnTo>
                <a:lnTo>
                  <a:pt x="33" y="401"/>
                </a:lnTo>
                <a:lnTo>
                  <a:pt x="33" y="402"/>
                </a:lnTo>
                <a:lnTo>
                  <a:pt x="34" y="402"/>
                </a:lnTo>
                <a:lnTo>
                  <a:pt x="33" y="402"/>
                </a:lnTo>
                <a:lnTo>
                  <a:pt x="34" y="402"/>
                </a:lnTo>
                <a:lnTo>
                  <a:pt x="34" y="403"/>
                </a:lnTo>
                <a:lnTo>
                  <a:pt x="34" y="404"/>
                </a:lnTo>
                <a:lnTo>
                  <a:pt x="34" y="405"/>
                </a:lnTo>
                <a:lnTo>
                  <a:pt x="35" y="405"/>
                </a:lnTo>
                <a:lnTo>
                  <a:pt x="35" y="406"/>
                </a:lnTo>
                <a:lnTo>
                  <a:pt x="35" y="407"/>
                </a:lnTo>
                <a:lnTo>
                  <a:pt x="35" y="408"/>
                </a:lnTo>
                <a:lnTo>
                  <a:pt x="35" y="409"/>
                </a:lnTo>
                <a:lnTo>
                  <a:pt x="35" y="410"/>
                </a:lnTo>
                <a:lnTo>
                  <a:pt x="36" y="410"/>
                </a:lnTo>
                <a:lnTo>
                  <a:pt x="37" y="410"/>
                </a:lnTo>
                <a:lnTo>
                  <a:pt x="37" y="411"/>
                </a:lnTo>
                <a:lnTo>
                  <a:pt x="37" y="412"/>
                </a:lnTo>
                <a:lnTo>
                  <a:pt x="37" y="413"/>
                </a:lnTo>
                <a:lnTo>
                  <a:pt x="38" y="413"/>
                </a:lnTo>
                <a:lnTo>
                  <a:pt x="38" y="414"/>
                </a:lnTo>
                <a:lnTo>
                  <a:pt x="38" y="415"/>
                </a:lnTo>
                <a:lnTo>
                  <a:pt x="39" y="415"/>
                </a:lnTo>
                <a:lnTo>
                  <a:pt x="39" y="414"/>
                </a:lnTo>
                <a:lnTo>
                  <a:pt x="39" y="415"/>
                </a:lnTo>
                <a:lnTo>
                  <a:pt x="40" y="415"/>
                </a:lnTo>
                <a:lnTo>
                  <a:pt x="40" y="416"/>
                </a:lnTo>
                <a:lnTo>
                  <a:pt x="40" y="417"/>
                </a:lnTo>
                <a:lnTo>
                  <a:pt x="41" y="417"/>
                </a:lnTo>
                <a:lnTo>
                  <a:pt x="41" y="416"/>
                </a:lnTo>
                <a:lnTo>
                  <a:pt x="42" y="416"/>
                </a:lnTo>
                <a:lnTo>
                  <a:pt x="43" y="416"/>
                </a:lnTo>
                <a:lnTo>
                  <a:pt x="43" y="417"/>
                </a:lnTo>
                <a:lnTo>
                  <a:pt x="44" y="417"/>
                </a:lnTo>
                <a:lnTo>
                  <a:pt x="44" y="418"/>
                </a:lnTo>
                <a:lnTo>
                  <a:pt x="45" y="418"/>
                </a:lnTo>
                <a:lnTo>
                  <a:pt x="46" y="418"/>
                </a:lnTo>
                <a:lnTo>
                  <a:pt x="46" y="419"/>
                </a:lnTo>
                <a:lnTo>
                  <a:pt x="47" y="419"/>
                </a:lnTo>
                <a:lnTo>
                  <a:pt x="46" y="419"/>
                </a:lnTo>
                <a:lnTo>
                  <a:pt x="46" y="420"/>
                </a:lnTo>
                <a:lnTo>
                  <a:pt x="47" y="420"/>
                </a:lnTo>
                <a:lnTo>
                  <a:pt x="47" y="421"/>
                </a:lnTo>
                <a:lnTo>
                  <a:pt x="48" y="421"/>
                </a:lnTo>
                <a:lnTo>
                  <a:pt x="49" y="421"/>
                </a:lnTo>
                <a:lnTo>
                  <a:pt x="49" y="422"/>
                </a:lnTo>
                <a:lnTo>
                  <a:pt x="50" y="422"/>
                </a:lnTo>
                <a:lnTo>
                  <a:pt x="50" y="423"/>
                </a:lnTo>
                <a:lnTo>
                  <a:pt x="51" y="423"/>
                </a:lnTo>
                <a:lnTo>
                  <a:pt x="51" y="424"/>
                </a:lnTo>
                <a:lnTo>
                  <a:pt x="52" y="424"/>
                </a:lnTo>
                <a:lnTo>
                  <a:pt x="53" y="424"/>
                </a:lnTo>
                <a:lnTo>
                  <a:pt x="53" y="423"/>
                </a:lnTo>
                <a:lnTo>
                  <a:pt x="53" y="422"/>
                </a:lnTo>
                <a:lnTo>
                  <a:pt x="54" y="422"/>
                </a:lnTo>
                <a:lnTo>
                  <a:pt x="54" y="421"/>
                </a:lnTo>
                <a:lnTo>
                  <a:pt x="55" y="421"/>
                </a:lnTo>
                <a:lnTo>
                  <a:pt x="55" y="420"/>
                </a:lnTo>
                <a:lnTo>
                  <a:pt x="56" y="420"/>
                </a:lnTo>
                <a:lnTo>
                  <a:pt x="57" y="420"/>
                </a:lnTo>
                <a:lnTo>
                  <a:pt x="57" y="419"/>
                </a:lnTo>
                <a:lnTo>
                  <a:pt x="57" y="420"/>
                </a:lnTo>
                <a:lnTo>
                  <a:pt x="58" y="420"/>
                </a:lnTo>
                <a:lnTo>
                  <a:pt x="58" y="419"/>
                </a:lnTo>
                <a:lnTo>
                  <a:pt x="58" y="420"/>
                </a:lnTo>
                <a:lnTo>
                  <a:pt x="59" y="420"/>
                </a:lnTo>
                <a:lnTo>
                  <a:pt x="59" y="419"/>
                </a:lnTo>
                <a:lnTo>
                  <a:pt x="60" y="419"/>
                </a:lnTo>
                <a:lnTo>
                  <a:pt x="61" y="419"/>
                </a:lnTo>
                <a:lnTo>
                  <a:pt x="62" y="419"/>
                </a:lnTo>
                <a:lnTo>
                  <a:pt x="62" y="420"/>
                </a:lnTo>
                <a:lnTo>
                  <a:pt x="63" y="420"/>
                </a:lnTo>
                <a:lnTo>
                  <a:pt x="63" y="421"/>
                </a:lnTo>
                <a:lnTo>
                  <a:pt x="64" y="421"/>
                </a:lnTo>
                <a:lnTo>
                  <a:pt x="64" y="420"/>
                </a:lnTo>
                <a:lnTo>
                  <a:pt x="64" y="419"/>
                </a:lnTo>
                <a:lnTo>
                  <a:pt x="64" y="418"/>
                </a:lnTo>
                <a:lnTo>
                  <a:pt x="64" y="417"/>
                </a:lnTo>
                <a:lnTo>
                  <a:pt x="65" y="417"/>
                </a:lnTo>
                <a:lnTo>
                  <a:pt x="64" y="417"/>
                </a:lnTo>
                <a:lnTo>
                  <a:pt x="65" y="417"/>
                </a:lnTo>
                <a:lnTo>
                  <a:pt x="65" y="416"/>
                </a:lnTo>
                <a:lnTo>
                  <a:pt x="66" y="416"/>
                </a:lnTo>
                <a:lnTo>
                  <a:pt x="66" y="415"/>
                </a:lnTo>
                <a:lnTo>
                  <a:pt x="66" y="414"/>
                </a:lnTo>
                <a:lnTo>
                  <a:pt x="66" y="413"/>
                </a:lnTo>
                <a:lnTo>
                  <a:pt x="66" y="412"/>
                </a:lnTo>
                <a:lnTo>
                  <a:pt x="67" y="412"/>
                </a:lnTo>
                <a:lnTo>
                  <a:pt x="67" y="411"/>
                </a:lnTo>
                <a:lnTo>
                  <a:pt x="67" y="410"/>
                </a:lnTo>
                <a:lnTo>
                  <a:pt x="67" y="409"/>
                </a:lnTo>
                <a:lnTo>
                  <a:pt x="67" y="410"/>
                </a:lnTo>
                <a:lnTo>
                  <a:pt x="68" y="410"/>
                </a:lnTo>
                <a:lnTo>
                  <a:pt x="69" y="410"/>
                </a:lnTo>
                <a:lnTo>
                  <a:pt x="69" y="409"/>
                </a:lnTo>
                <a:lnTo>
                  <a:pt x="69" y="408"/>
                </a:lnTo>
                <a:lnTo>
                  <a:pt x="70" y="408"/>
                </a:lnTo>
                <a:lnTo>
                  <a:pt x="71" y="408"/>
                </a:lnTo>
                <a:lnTo>
                  <a:pt x="72" y="408"/>
                </a:lnTo>
                <a:lnTo>
                  <a:pt x="71" y="408"/>
                </a:lnTo>
                <a:lnTo>
                  <a:pt x="71" y="407"/>
                </a:lnTo>
                <a:lnTo>
                  <a:pt x="71" y="406"/>
                </a:lnTo>
                <a:lnTo>
                  <a:pt x="72" y="406"/>
                </a:lnTo>
                <a:lnTo>
                  <a:pt x="73" y="406"/>
                </a:lnTo>
                <a:lnTo>
                  <a:pt x="74" y="406"/>
                </a:lnTo>
                <a:lnTo>
                  <a:pt x="75" y="407"/>
                </a:lnTo>
                <a:lnTo>
                  <a:pt x="75" y="406"/>
                </a:lnTo>
                <a:lnTo>
                  <a:pt x="75" y="405"/>
                </a:lnTo>
                <a:lnTo>
                  <a:pt x="76" y="406"/>
                </a:lnTo>
                <a:lnTo>
                  <a:pt x="77" y="406"/>
                </a:lnTo>
                <a:lnTo>
                  <a:pt x="78" y="406"/>
                </a:lnTo>
                <a:lnTo>
                  <a:pt x="78" y="405"/>
                </a:lnTo>
                <a:lnTo>
                  <a:pt x="78" y="404"/>
                </a:lnTo>
                <a:lnTo>
                  <a:pt x="79" y="404"/>
                </a:lnTo>
                <a:lnTo>
                  <a:pt x="79" y="403"/>
                </a:lnTo>
                <a:lnTo>
                  <a:pt x="80" y="403"/>
                </a:lnTo>
                <a:lnTo>
                  <a:pt x="80" y="402"/>
                </a:lnTo>
                <a:lnTo>
                  <a:pt x="79" y="402"/>
                </a:lnTo>
                <a:lnTo>
                  <a:pt x="79" y="401"/>
                </a:lnTo>
                <a:lnTo>
                  <a:pt x="80" y="401"/>
                </a:lnTo>
                <a:lnTo>
                  <a:pt x="80" y="400"/>
                </a:lnTo>
                <a:lnTo>
                  <a:pt x="80" y="399"/>
                </a:lnTo>
                <a:lnTo>
                  <a:pt x="81" y="399"/>
                </a:lnTo>
                <a:lnTo>
                  <a:pt x="81" y="398"/>
                </a:lnTo>
                <a:lnTo>
                  <a:pt x="81" y="397"/>
                </a:lnTo>
                <a:lnTo>
                  <a:pt x="82" y="397"/>
                </a:lnTo>
                <a:lnTo>
                  <a:pt x="83" y="397"/>
                </a:lnTo>
                <a:lnTo>
                  <a:pt x="82" y="397"/>
                </a:lnTo>
                <a:lnTo>
                  <a:pt x="82" y="396"/>
                </a:lnTo>
                <a:lnTo>
                  <a:pt x="82" y="395"/>
                </a:lnTo>
                <a:lnTo>
                  <a:pt x="81" y="395"/>
                </a:lnTo>
                <a:lnTo>
                  <a:pt x="81" y="394"/>
                </a:lnTo>
                <a:lnTo>
                  <a:pt x="82" y="394"/>
                </a:lnTo>
                <a:lnTo>
                  <a:pt x="82" y="393"/>
                </a:lnTo>
                <a:lnTo>
                  <a:pt x="81" y="393"/>
                </a:lnTo>
                <a:lnTo>
                  <a:pt x="81" y="392"/>
                </a:lnTo>
                <a:lnTo>
                  <a:pt x="80" y="392"/>
                </a:lnTo>
                <a:lnTo>
                  <a:pt x="80" y="391"/>
                </a:lnTo>
                <a:lnTo>
                  <a:pt x="80" y="390"/>
                </a:lnTo>
                <a:lnTo>
                  <a:pt x="79" y="390"/>
                </a:lnTo>
                <a:lnTo>
                  <a:pt x="79" y="389"/>
                </a:lnTo>
                <a:lnTo>
                  <a:pt x="79" y="388"/>
                </a:lnTo>
                <a:lnTo>
                  <a:pt x="80" y="388"/>
                </a:lnTo>
                <a:lnTo>
                  <a:pt x="81" y="388"/>
                </a:lnTo>
                <a:lnTo>
                  <a:pt x="81" y="387"/>
                </a:lnTo>
                <a:lnTo>
                  <a:pt x="80" y="386"/>
                </a:lnTo>
                <a:lnTo>
                  <a:pt x="81" y="386"/>
                </a:lnTo>
                <a:lnTo>
                  <a:pt x="81" y="385"/>
                </a:lnTo>
                <a:lnTo>
                  <a:pt x="82" y="385"/>
                </a:lnTo>
                <a:lnTo>
                  <a:pt x="82" y="384"/>
                </a:lnTo>
                <a:lnTo>
                  <a:pt x="81" y="384"/>
                </a:lnTo>
                <a:lnTo>
                  <a:pt x="81" y="383"/>
                </a:lnTo>
                <a:lnTo>
                  <a:pt x="81" y="382"/>
                </a:lnTo>
                <a:lnTo>
                  <a:pt x="80" y="382"/>
                </a:lnTo>
                <a:lnTo>
                  <a:pt x="81" y="382"/>
                </a:lnTo>
                <a:lnTo>
                  <a:pt x="80" y="382"/>
                </a:lnTo>
                <a:lnTo>
                  <a:pt x="80" y="381"/>
                </a:lnTo>
                <a:lnTo>
                  <a:pt x="80" y="380"/>
                </a:lnTo>
                <a:lnTo>
                  <a:pt x="80" y="379"/>
                </a:lnTo>
                <a:lnTo>
                  <a:pt x="79" y="379"/>
                </a:lnTo>
                <a:lnTo>
                  <a:pt x="79" y="378"/>
                </a:lnTo>
                <a:lnTo>
                  <a:pt x="78" y="378"/>
                </a:lnTo>
                <a:lnTo>
                  <a:pt x="77" y="378"/>
                </a:lnTo>
                <a:lnTo>
                  <a:pt x="76" y="378"/>
                </a:lnTo>
                <a:lnTo>
                  <a:pt x="75" y="378"/>
                </a:lnTo>
                <a:lnTo>
                  <a:pt x="75" y="377"/>
                </a:lnTo>
                <a:lnTo>
                  <a:pt x="75" y="376"/>
                </a:lnTo>
                <a:lnTo>
                  <a:pt x="75" y="375"/>
                </a:lnTo>
                <a:lnTo>
                  <a:pt x="76" y="375"/>
                </a:lnTo>
                <a:lnTo>
                  <a:pt x="76" y="374"/>
                </a:lnTo>
                <a:lnTo>
                  <a:pt x="75" y="374"/>
                </a:lnTo>
                <a:lnTo>
                  <a:pt x="75" y="373"/>
                </a:lnTo>
                <a:lnTo>
                  <a:pt x="76" y="373"/>
                </a:lnTo>
                <a:lnTo>
                  <a:pt x="76" y="372"/>
                </a:lnTo>
                <a:lnTo>
                  <a:pt x="76" y="371"/>
                </a:lnTo>
                <a:lnTo>
                  <a:pt x="76" y="370"/>
                </a:lnTo>
                <a:lnTo>
                  <a:pt x="76" y="369"/>
                </a:lnTo>
                <a:lnTo>
                  <a:pt x="76" y="368"/>
                </a:lnTo>
                <a:lnTo>
                  <a:pt x="75" y="368"/>
                </a:lnTo>
                <a:lnTo>
                  <a:pt x="75" y="367"/>
                </a:lnTo>
                <a:lnTo>
                  <a:pt x="76" y="367"/>
                </a:lnTo>
                <a:lnTo>
                  <a:pt x="76" y="366"/>
                </a:lnTo>
                <a:lnTo>
                  <a:pt x="76" y="365"/>
                </a:lnTo>
                <a:lnTo>
                  <a:pt x="76" y="364"/>
                </a:lnTo>
                <a:lnTo>
                  <a:pt x="77" y="364"/>
                </a:lnTo>
                <a:lnTo>
                  <a:pt x="77" y="363"/>
                </a:lnTo>
                <a:lnTo>
                  <a:pt x="78" y="363"/>
                </a:lnTo>
                <a:lnTo>
                  <a:pt x="78" y="362"/>
                </a:lnTo>
                <a:lnTo>
                  <a:pt x="77" y="362"/>
                </a:lnTo>
                <a:lnTo>
                  <a:pt x="77" y="361"/>
                </a:lnTo>
                <a:lnTo>
                  <a:pt x="76" y="361"/>
                </a:lnTo>
                <a:lnTo>
                  <a:pt x="75" y="360"/>
                </a:lnTo>
                <a:lnTo>
                  <a:pt x="74" y="360"/>
                </a:lnTo>
                <a:lnTo>
                  <a:pt x="73" y="360"/>
                </a:lnTo>
                <a:lnTo>
                  <a:pt x="73" y="359"/>
                </a:lnTo>
                <a:lnTo>
                  <a:pt x="73" y="358"/>
                </a:lnTo>
                <a:lnTo>
                  <a:pt x="72" y="358"/>
                </a:lnTo>
                <a:lnTo>
                  <a:pt x="71" y="358"/>
                </a:lnTo>
                <a:lnTo>
                  <a:pt x="71" y="357"/>
                </a:lnTo>
                <a:lnTo>
                  <a:pt x="70" y="357"/>
                </a:lnTo>
                <a:lnTo>
                  <a:pt x="70" y="356"/>
                </a:lnTo>
                <a:lnTo>
                  <a:pt x="70" y="355"/>
                </a:lnTo>
                <a:lnTo>
                  <a:pt x="69" y="355"/>
                </a:lnTo>
                <a:lnTo>
                  <a:pt x="69" y="354"/>
                </a:lnTo>
                <a:lnTo>
                  <a:pt x="69" y="353"/>
                </a:lnTo>
                <a:lnTo>
                  <a:pt x="69" y="352"/>
                </a:lnTo>
                <a:lnTo>
                  <a:pt x="69" y="351"/>
                </a:lnTo>
                <a:lnTo>
                  <a:pt x="69" y="350"/>
                </a:lnTo>
                <a:lnTo>
                  <a:pt x="68" y="349"/>
                </a:lnTo>
                <a:lnTo>
                  <a:pt x="68" y="348"/>
                </a:lnTo>
                <a:lnTo>
                  <a:pt x="68" y="347"/>
                </a:lnTo>
                <a:lnTo>
                  <a:pt x="68" y="346"/>
                </a:lnTo>
                <a:lnTo>
                  <a:pt x="68" y="345"/>
                </a:lnTo>
                <a:lnTo>
                  <a:pt x="68" y="344"/>
                </a:lnTo>
                <a:lnTo>
                  <a:pt x="68" y="343"/>
                </a:lnTo>
                <a:lnTo>
                  <a:pt x="68" y="342"/>
                </a:lnTo>
                <a:lnTo>
                  <a:pt x="68" y="341"/>
                </a:lnTo>
                <a:lnTo>
                  <a:pt x="69" y="341"/>
                </a:lnTo>
                <a:lnTo>
                  <a:pt x="69" y="340"/>
                </a:lnTo>
                <a:lnTo>
                  <a:pt x="69" y="339"/>
                </a:lnTo>
                <a:lnTo>
                  <a:pt x="70" y="339"/>
                </a:lnTo>
                <a:lnTo>
                  <a:pt x="69" y="338"/>
                </a:lnTo>
                <a:lnTo>
                  <a:pt x="68" y="338"/>
                </a:lnTo>
                <a:lnTo>
                  <a:pt x="68" y="337"/>
                </a:lnTo>
                <a:lnTo>
                  <a:pt x="67" y="337"/>
                </a:lnTo>
                <a:lnTo>
                  <a:pt x="67" y="336"/>
                </a:lnTo>
                <a:lnTo>
                  <a:pt x="66" y="336"/>
                </a:lnTo>
                <a:lnTo>
                  <a:pt x="65" y="336"/>
                </a:lnTo>
                <a:lnTo>
                  <a:pt x="64" y="336"/>
                </a:lnTo>
                <a:lnTo>
                  <a:pt x="64" y="335"/>
                </a:lnTo>
                <a:lnTo>
                  <a:pt x="63" y="335"/>
                </a:lnTo>
                <a:lnTo>
                  <a:pt x="63" y="334"/>
                </a:lnTo>
                <a:lnTo>
                  <a:pt x="62" y="334"/>
                </a:lnTo>
                <a:lnTo>
                  <a:pt x="62" y="333"/>
                </a:lnTo>
                <a:lnTo>
                  <a:pt x="61" y="333"/>
                </a:lnTo>
                <a:lnTo>
                  <a:pt x="61" y="332"/>
                </a:lnTo>
                <a:lnTo>
                  <a:pt x="62" y="332"/>
                </a:lnTo>
                <a:lnTo>
                  <a:pt x="62" y="331"/>
                </a:lnTo>
                <a:lnTo>
                  <a:pt x="61" y="331"/>
                </a:lnTo>
                <a:lnTo>
                  <a:pt x="61" y="330"/>
                </a:lnTo>
                <a:lnTo>
                  <a:pt x="60" y="330"/>
                </a:lnTo>
                <a:lnTo>
                  <a:pt x="59" y="330"/>
                </a:lnTo>
                <a:lnTo>
                  <a:pt x="59" y="329"/>
                </a:lnTo>
                <a:lnTo>
                  <a:pt x="58" y="329"/>
                </a:lnTo>
                <a:lnTo>
                  <a:pt x="58" y="328"/>
                </a:lnTo>
                <a:lnTo>
                  <a:pt x="58" y="327"/>
                </a:lnTo>
                <a:lnTo>
                  <a:pt x="58" y="326"/>
                </a:lnTo>
                <a:lnTo>
                  <a:pt x="58" y="325"/>
                </a:lnTo>
                <a:lnTo>
                  <a:pt x="57" y="325"/>
                </a:lnTo>
                <a:lnTo>
                  <a:pt x="57" y="324"/>
                </a:lnTo>
                <a:lnTo>
                  <a:pt x="57" y="323"/>
                </a:lnTo>
                <a:lnTo>
                  <a:pt x="56" y="323"/>
                </a:lnTo>
                <a:lnTo>
                  <a:pt x="55" y="323"/>
                </a:lnTo>
                <a:lnTo>
                  <a:pt x="54" y="323"/>
                </a:lnTo>
                <a:lnTo>
                  <a:pt x="53" y="323"/>
                </a:lnTo>
                <a:lnTo>
                  <a:pt x="53" y="322"/>
                </a:lnTo>
                <a:lnTo>
                  <a:pt x="52" y="322"/>
                </a:lnTo>
                <a:lnTo>
                  <a:pt x="51" y="321"/>
                </a:lnTo>
                <a:lnTo>
                  <a:pt x="51" y="320"/>
                </a:lnTo>
                <a:lnTo>
                  <a:pt x="50" y="319"/>
                </a:lnTo>
                <a:lnTo>
                  <a:pt x="51" y="319"/>
                </a:lnTo>
                <a:lnTo>
                  <a:pt x="51" y="318"/>
                </a:lnTo>
                <a:lnTo>
                  <a:pt x="50" y="318"/>
                </a:lnTo>
                <a:lnTo>
                  <a:pt x="50" y="317"/>
                </a:lnTo>
                <a:lnTo>
                  <a:pt x="49" y="317"/>
                </a:lnTo>
                <a:lnTo>
                  <a:pt x="48" y="316"/>
                </a:lnTo>
                <a:lnTo>
                  <a:pt x="47" y="316"/>
                </a:lnTo>
                <a:lnTo>
                  <a:pt x="47" y="315"/>
                </a:lnTo>
                <a:lnTo>
                  <a:pt x="46" y="314"/>
                </a:lnTo>
                <a:lnTo>
                  <a:pt x="45" y="314"/>
                </a:lnTo>
                <a:lnTo>
                  <a:pt x="44" y="314"/>
                </a:lnTo>
                <a:lnTo>
                  <a:pt x="43" y="314"/>
                </a:lnTo>
                <a:lnTo>
                  <a:pt x="42" y="314"/>
                </a:lnTo>
                <a:lnTo>
                  <a:pt x="42" y="313"/>
                </a:lnTo>
                <a:lnTo>
                  <a:pt x="41" y="313"/>
                </a:lnTo>
                <a:lnTo>
                  <a:pt x="40" y="313"/>
                </a:lnTo>
                <a:lnTo>
                  <a:pt x="40" y="312"/>
                </a:lnTo>
                <a:lnTo>
                  <a:pt x="40" y="311"/>
                </a:lnTo>
                <a:lnTo>
                  <a:pt x="41" y="311"/>
                </a:lnTo>
                <a:lnTo>
                  <a:pt x="40" y="311"/>
                </a:lnTo>
                <a:lnTo>
                  <a:pt x="39" y="311"/>
                </a:lnTo>
                <a:lnTo>
                  <a:pt x="39" y="310"/>
                </a:lnTo>
                <a:lnTo>
                  <a:pt x="39" y="309"/>
                </a:lnTo>
                <a:lnTo>
                  <a:pt x="38" y="309"/>
                </a:lnTo>
                <a:lnTo>
                  <a:pt x="38" y="308"/>
                </a:lnTo>
                <a:lnTo>
                  <a:pt x="38" y="307"/>
                </a:lnTo>
                <a:lnTo>
                  <a:pt x="37" y="306"/>
                </a:lnTo>
                <a:lnTo>
                  <a:pt x="37" y="305"/>
                </a:lnTo>
                <a:lnTo>
                  <a:pt x="36" y="305"/>
                </a:lnTo>
                <a:lnTo>
                  <a:pt x="35" y="305"/>
                </a:lnTo>
                <a:lnTo>
                  <a:pt x="35" y="304"/>
                </a:lnTo>
                <a:lnTo>
                  <a:pt x="35" y="303"/>
                </a:lnTo>
                <a:lnTo>
                  <a:pt x="34" y="303"/>
                </a:lnTo>
                <a:lnTo>
                  <a:pt x="35" y="303"/>
                </a:lnTo>
                <a:lnTo>
                  <a:pt x="34" y="303"/>
                </a:lnTo>
                <a:lnTo>
                  <a:pt x="34" y="302"/>
                </a:lnTo>
                <a:lnTo>
                  <a:pt x="33" y="302"/>
                </a:lnTo>
                <a:lnTo>
                  <a:pt x="33" y="301"/>
                </a:lnTo>
                <a:lnTo>
                  <a:pt x="32" y="300"/>
                </a:lnTo>
                <a:lnTo>
                  <a:pt x="31" y="300"/>
                </a:lnTo>
                <a:lnTo>
                  <a:pt x="31" y="299"/>
                </a:lnTo>
                <a:lnTo>
                  <a:pt x="31" y="298"/>
                </a:lnTo>
                <a:lnTo>
                  <a:pt x="31" y="297"/>
                </a:lnTo>
                <a:lnTo>
                  <a:pt x="32" y="297"/>
                </a:lnTo>
                <a:lnTo>
                  <a:pt x="32" y="295"/>
                </a:lnTo>
                <a:lnTo>
                  <a:pt x="32" y="294"/>
                </a:lnTo>
                <a:lnTo>
                  <a:pt x="33" y="294"/>
                </a:lnTo>
                <a:lnTo>
                  <a:pt x="33" y="293"/>
                </a:lnTo>
                <a:lnTo>
                  <a:pt x="33" y="292"/>
                </a:lnTo>
                <a:lnTo>
                  <a:pt x="32" y="292"/>
                </a:lnTo>
                <a:lnTo>
                  <a:pt x="32" y="293"/>
                </a:lnTo>
                <a:lnTo>
                  <a:pt x="31" y="293"/>
                </a:lnTo>
                <a:lnTo>
                  <a:pt x="30" y="293"/>
                </a:lnTo>
                <a:lnTo>
                  <a:pt x="29" y="293"/>
                </a:lnTo>
                <a:lnTo>
                  <a:pt x="29" y="292"/>
                </a:lnTo>
                <a:lnTo>
                  <a:pt x="28" y="292"/>
                </a:lnTo>
                <a:lnTo>
                  <a:pt x="28" y="291"/>
                </a:lnTo>
                <a:lnTo>
                  <a:pt x="28" y="290"/>
                </a:lnTo>
                <a:lnTo>
                  <a:pt x="27" y="290"/>
                </a:lnTo>
                <a:lnTo>
                  <a:pt x="26" y="289"/>
                </a:lnTo>
                <a:lnTo>
                  <a:pt x="26" y="288"/>
                </a:lnTo>
                <a:lnTo>
                  <a:pt x="27" y="288"/>
                </a:lnTo>
                <a:lnTo>
                  <a:pt x="28" y="288"/>
                </a:lnTo>
                <a:lnTo>
                  <a:pt x="29" y="288"/>
                </a:lnTo>
                <a:lnTo>
                  <a:pt x="29" y="287"/>
                </a:lnTo>
                <a:lnTo>
                  <a:pt x="30" y="287"/>
                </a:lnTo>
                <a:lnTo>
                  <a:pt x="31" y="287"/>
                </a:lnTo>
                <a:lnTo>
                  <a:pt x="31" y="286"/>
                </a:lnTo>
                <a:lnTo>
                  <a:pt x="32" y="286"/>
                </a:lnTo>
                <a:lnTo>
                  <a:pt x="32" y="285"/>
                </a:lnTo>
                <a:lnTo>
                  <a:pt x="33" y="285"/>
                </a:lnTo>
                <a:lnTo>
                  <a:pt x="34" y="285"/>
                </a:lnTo>
                <a:lnTo>
                  <a:pt x="34" y="284"/>
                </a:lnTo>
                <a:lnTo>
                  <a:pt x="35" y="284"/>
                </a:lnTo>
                <a:lnTo>
                  <a:pt x="35" y="283"/>
                </a:lnTo>
                <a:lnTo>
                  <a:pt x="36" y="283"/>
                </a:lnTo>
                <a:lnTo>
                  <a:pt x="36" y="282"/>
                </a:lnTo>
                <a:lnTo>
                  <a:pt x="35" y="282"/>
                </a:lnTo>
                <a:lnTo>
                  <a:pt x="35" y="281"/>
                </a:lnTo>
                <a:lnTo>
                  <a:pt x="35" y="280"/>
                </a:lnTo>
                <a:lnTo>
                  <a:pt x="34" y="280"/>
                </a:lnTo>
                <a:lnTo>
                  <a:pt x="34" y="279"/>
                </a:lnTo>
                <a:lnTo>
                  <a:pt x="34" y="278"/>
                </a:lnTo>
                <a:lnTo>
                  <a:pt x="34" y="277"/>
                </a:lnTo>
                <a:lnTo>
                  <a:pt x="33" y="277"/>
                </a:lnTo>
                <a:lnTo>
                  <a:pt x="33" y="276"/>
                </a:lnTo>
                <a:lnTo>
                  <a:pt x="33" y="275"/>
                </a:lnTo>
                <a:lnTo>
                  <a:pt x="33" y="274"/>
                </a:lnTo>
                <a:lnTo>
                  <a:pt x="33" y="273"/>
                </a:lnTo>
                <a:lnTo>
                  <a:pt x="34" y="273"/>
                </a:lnTo>
                <a:lnTo>
                  <a:pt x="33" y="273"/>
                </a:lnTo>
                <a:lnTo>
                  <a:pt x="33" y="272"/>
                </a:lnTo>
                <a:lnTo>
                  <a:pt x="34" y="272"/>
                </a:lnTo>
                <a:lnTo>
                  <a:pt x="34" y="271"/>
                </a:lnTo>
                <a:lnTo>
                  <a:pt x="34" y="270"/>
                </a:lnTo>
                <a:lnTo>
                  <a:pt x="33" y="270"/>
                </a:lnTo>
                <a:lnTo>
                  <a:pt x="33" y="269"/>
                </a:lnTo>
                <a:lnTo>
                  <a:pt x="33" y="268"/>
                </a:lnTo>
                <a:lnTo>
                  <a:pt x="33" y="267"/>
                </a:lnTo>
                <a:lnTo>
                  <a:pt x="33" y="266"/>
                </a:lnTo>
                <a:lnTo>
                  <a:pt x="33" y="265"/>
                </a:lnTo>
                <a:lnTo>
                  <a:pt x="34" y="265"/>
                </a:lnTo>
                <a:lnTo>
                  <a:pt x="33" y="265"/>
                </a:lnTo>
                <a:lnTo>
                  <a:pt x="33" y="264"/>
                </a:lnTo>
                <a:lnTo>
                  <a:pt x="34" y="264"/>
                </a:lnTo>
                <a:lnTo>
                  <a:pt x="34" y="263"/>
                </a:lnTo>
                <a:lnTo>
                  <a:pt x="32" y="263"/>
                </a:lnTo>
                <a:lnTo>
                  <a:pt x="32" y="262"/>
                </a:lnTo>
                <a:lnTo>
                  <a:pt x="31" y="262"/>
                </a:lnTo>
                <a:lnTo>
                  <a:pt x="31" y="261"/>
                </a:lnTo>
                <a:lnTo>
                  <a:pt x="31" y="260"/>
                </a:lnTo>
                <a:lnTo>
                  <a:pt x="31" y="258"/>
                </a:lnTo>
                <a:lnTo>
                  <a:pt x="31" y="257"/>
                </a:lnTo>
                <a:lnTo>
                  <a:pt x="32" y="257"/>
                </a:lnTo>
                <a:lnTo>
                  <a:pt x="32" y="256"/>
                </a:lnTo>
                <a:lnTo>
                  <a:pt x="31" y="256"/>
                </a:lnTo>
                <a:lnTo>
                  <a:pt x="32" y="256"/>
                </a:lnTo>
                <a:lnTo>
                  <a:pt x="32" y="255"/>
                </a:lnTo>
                <a:lnTo>
                  <a:pt x="31" y="255"/>
                </a:lnTo>
                <a:lnTo>
                  <a:pt x="32" y="255"/>
                </a:lnTo>
                <a:lnTo>
                  <a:pt x="32" y="254"/>
                </a:lnTo>
                <a:lnTo>
                  <a:pt x="31" y="254"/>
                </a:lnTo>
                <a:lnTo>
                  <a:pt x="31" y="253"/>
                </a:lnTo>
                <a:lnTo>
                  <a:pt x="30" y="253"/>
                </a:lnTo>
                <a:lnTo>
                  <a:pt x="30" y="252"/>
                </a:lnTo>
                <a:lnTo>
                  <a:pt x="30" y="253"/>
                </a:lnTo>
                <a:lnTo>
                  <a:pt x="29" y="252"/>
                </a:lnTo>
                <a:lnTo>
                  <a:pt x="28" y="252"/>
                </a:lnTo>
                <a:lnTo>
                  <a:pt x="28" y="251"/>
                </a:lnTo>
                <a:lnTo>
                  <a:pt x="27" y="251"/>
                </a:lnTo>
                <a:lnTo>
                  <a:pt x="27" y="252"/>
                </a:lnTo>
                <a:lnTo>
                  <a:pt x="26" y="252"/>
                </a:lnTo>
                <a:lnTo>
                  <a:pt x="26" y="251"/>
                </a:lnTo>
                <a:lnTo>
                  <a:pt x="25" y="251"/>
                </a:lnTo>
                <a:lnTo>
                  <a:pt x="24" y="251"/>
                </a:lnTo>
                <a:lnTo>
                  <a:pt x="24" y="250"/>
                </a:lnTo>
                <a:lnTo>
                  <a:pt x="24" y="249"/>
                </a:lnTo>
                <a:lnTo>
                  <a:pt x="24" y="248"/>
                </a:lnTo>
                <a:lnTo>
                  <a:pt x="25" y="248"/>
                </a:lnTo>
                <a:lnTo>
                  <a:pt x="25" y="247"/>
                </a:lnTo>
                <a:lnTo>
                  <a:pt x="24" y="247"/>
                </a:lnTo>
                <a:lnTo>
                  <a:pt x="24" y="246"/>
                </a:lnTo>
                <a:lnTo>
                  <a:pt x="24" y="245"/>
                </a:lnTo>
                <a:lnTo>
                  <a:pt x="25" y="245"/>
                </a:lnTo>
                <a:lnTo>
                  <a:pt x="26" y="245"/>
                </a:lnTo>
                <a:lnTo>
                  <a:pt x="26" y="246"/>
                </a:lnTo>
                <a:lnTo>
                  <a:pt x="27" y="246"/>
                </a:lnTo>
                <a:lnTo>
                  <a:pt x="28" y="246"/>
                </a:lnTo>
                <a:lnTo>
                  <a:pt x="28" y="245"/>
                </a:lnTo>
                <a:lnTo>
                  <a:pt x="27" y="245"/>
                </a:lnTo>
                <a:lnTo>
                  <a:pt x="28" y="245"/>
                </a:lnTo>
                <a:lnTo>
                  <a:pt x="28" y="244"/>
                </a:lnTo>
                <a:lnTo>
                  <a:pt x="29" y="244"/>
                </a:lnTo>
                <a:lnTo>
                  <a:pt x="29" y="245"/>
                </a:lnTo>
                <a:lnTo>
                  <a:pt x="30" y="245"/>
                </a:lnTo>
                <a:lnTo>
                  <a:pt x="31" y="245"/>
                </a:lnTo>
                <a:lnTo>
                  <a:pt x="32" y="245"/>
                </a:lnTo>
                <a:lnTo>
                  <a:pt x="32" y="244"/>
                </a:lnTo>
                <a:lnTo>
                  <a:pt x="33" y="244"/>
                </a:lnTo>
                <a:lnTo>
                  <a:pt x="33" y="243"/>
                </a:lnTo>
                <a:lnTo>
                  <a:pt x="34" y="243"/>
                </a:lnTo>
                <a:lnTo>
                  <a:pt x="35" y="243"/>
                </a:lnTo>
                <a:lnTo>
                  <a:pt x="35" y="242"/>
                </a:lnTo>
                <a:lnTo>
                  <a:pt x="36" y="242"/>
                </a:lnTo>
                <a:lnTo>
                  <a:pt x="36" y="241"/>
                </a:lnTo>
                <a:lnTo>
                  <a:pt x="36" y="240"/>
                </a:lnTo>
                <a:lnTo>
                  <a:pt x="37" y="240"/>
                </a:lnTo>
                <a:lnTo>
                  <a:pt x="38" y="240"/>
                </a:lnTo>
                <a:lnTo>
                  <a:pt x="38" y="241"/>
                </a:lnTo>
                <a:lnTo>
                  <a:pt x="39" y="241"/>
                </a:lnTo>
                <a:lnTo>
                  <a:pt x="40" y="241"/>
                </a:lnTo>
                <a:lnTo>
                  <a:pt x="40" y="240"/>
                </a:lnTo>
                <a:lnTo>
                  <a:pt x="41" y="240"/>
                </a:lnTo>
                <a:lnTo>
                  <a:pt x="41" y="239"/>
                </a:lnTo>
                <a:lnTo>
                  <a:pt x="41" y="240"/>
                </a:lnTo>
                <a:lnTo>
                  <a:pt x="42" y="240"/>
                </a:lnTo>
                <a:lnTo>
                  <a:pt x="42" y="239"/>
                </a:lnTo>
                <a:lnTo>
                  <a:pt x="42" y="238"/>
                </a:lnTo>
                <a:lnTo>
                  <a:pt x="42" y="237"/>
                </a:lnTo>
                <a:lnTo>
                  <a:pt x="43" y="237"/>
                </a:lnTo>
                <a:lnTo>
                  <a:pt x="44" y="237"/>
                </a:lnTo>
                <a:lnTo>
                  <a:pt x="44" y="238"/>
                </a:lnTo>
                <a:lnTo>
                  <a:pt x="45" y="239"/>
                </a:lnTo>
                <a:lnTo>
                  <a:pt x="46" y="239"/>
                </a:lnTo>
                <a:lnTo>
                  <a:pt x="46" y="240"/>
                </a:lnTo>
                <a:lnTo>
                  <a:pt x="47" y="240"/>
                </a:lnTo>
                <a:lnTo>
                  <a:pt x="47" y="239"/>
                </a:lnTo>
                <a:lnTo>
                  <a:pt x="47" y="238"/>
                </a:lnTo>
                <a:lnTo>
                  <a:pt x="48" y="238"/>
                </a:lnTo>
                <a:lnTo>
                  <a:pt x="48" y="237"/>
                </a:lnTo>
                <a:lnTo>
                  <a:pt x="49" y="237"/>
                </a:lnTo>
                <a:lnTo>
                  <a:pt x="48" y="237"/>
                </a:lnTo>
                <a:lnTo>
                  <a:pt x="48" y="236"/>
                </a:lnTo>
                <a:lnTo>
                  <a:pt x="49" y="235"/>
                </a:lnTo>
                <a:lnTo>
                  <a:pt x="49" y="234"/>
                </a:lnTo>
                <a:lnTo>
                  <a:pt x="49" y="233"/>
                </a:lnTo>
                <a:lnTo>
                  <a:pt x="49" y="232"/>
                </a:lnTo>
                <a:lnTo>
                  <a:pt x="50" y="232"/>
                </a:lnTo>
                <a:lnTo>
                  <a:pt x="50" y="231"/>
                </a:lnTo>
                <a:lnTo>
                  <a:pt x="51" y="231"/>
                </a:lnTo>
                <a:lnTo>
                  <a:pt x="51" y="230"/>
                </a:lnTo>
                <a:lnTo>
                  <a:pt x="51" y="229"/>
                </a:lnTo>
                <a:lnTo>
                  <a:pt x="52" y="229"/>
                </a:lnTo>
                <a:lnTo>
                  <a:pt x="52" y="228"/>
                </a:lnTo>
                <a:lnTo>
                  <a:pt x="52" y="227"/>
                </a:lnTo>
                <a:lnTo>
                  <a:pt x="52" y="226"/>
                </a:lnTo>
                <a:lnTo>
                  <a:pt x="52" y="225"/>
                </a:lnTo>
                <a:lnTo>
                  <a:pt x="53" y="225"/>
                </a:lnTo>
                <a:lnTo>
                  <a:pt x="53" y="224"/>
                </a:lnTo>
                <a:lnTo>
                  <a:pt x="53" y="223"/>
                </a:lnTo>
                <a:lnTo>
                  <a:pt x="53" y="222"/>
                </a:lnTo>
                <a:lnTo>
                  <a:pt x="54" y="222"/>
                </a:lnTo>
                <a:lnTo>
                  <a:pt x="55" y="222"/>
                </a:lnTo>
                <a:lnTo>
                  <a:pt x="56" y="222"/>
                </a:lnTo>
                <a:lnTo>
                  <a:pt x="57" y="222"/>
                </a:lnTo>
                <a:lnTo>
                  <a:pt x="58" y="222"/>
                </a:lnTo>
                <a:lnTo>
                  <a:pt x="58" y="221"/>
                </a:lnTo>
                <a:lnTo>
                  <a:pt x="59" y="221"/>
                </a:lnTo>
                <a:lnTo>
                  <a:pt x="59" y="220"/>
                </a:lnTo>
                <a:lnTo>
                  <a:pt x="58" y="220"/>
                </a:lnTo>
                <a:lnTo>
                  <a:pt x="59" y="220"/>
                </a:lnTo>
                <a:lnTo>
                  <a:pt x="59" y="219"/>
                </a:lnTo>
                <a:lnTo>
                  <a:pt x="59" y="218"/>
                </a:lnTo>
                <a:lnTo>
                  <a:pt x="60" y="218"/>
                </a:lnTo>
                <a:lnTo>
                  <a:pt x="60" y="217"/>
                </a:lnTo>
                <a:lnTo>
                  <a:pt x="60" y="215"/>
                </a:lnTo>
                <a:lnTo>
                  <a:pt x="60" y="214"/>
                </a:lnTo>
                <a:lnTo>
                  <a:pt x="61" y="212"/>
                </a:lnTo>
                <a:lnTo>
                  <a:pt x="62" y="211"/>
                </a:lnTo>
                <a:lnTo>
                  <a:pt x="64" y="210"/>
                </a:lnTo>
                <a:lnTo>
                  <a:pt x="66" y="210"/>
                </a:lnTo>
                <a:lnTo>
                  <a:pt x="68" y="209"/>
                </a:lnTo>
                <a:lnTo>
                  <a:pt x="68" y="208"/>
                </a:lnTo>
                <a:lnTo>
                  <a:pt x="69" y="208"/>
                </a:lnTo>
                <a:lnTo>
                  <a:pt x="70" y="208"/>
                </a:lnTo>
                <a:lnTo>
                  <a:pt x="70" y="209"/>
                </a:lnTo>
                <a:lnTo>
                  <a:pt x="70" y="210"/>
                </a:lnTo>
                <a:lnTo>
                  <a:pt x="71" y="210"/>
                </a:lnTo>
                <a:lnTo>
                  <a:pt x="72" y="210"/>
                </a:lnTo>
                <a:lnTo>
                  <a:pt x="72" y="211"/>
                </a:lnTo>
                <a:lnTo>
                  <a:pt x="74" y="211"/>
                </a:lnTo>
                <a:lnTo>
                  <a:pt x="75" y="211"/>
                </a:lnTo>
                <a:lnTo>
                  <a:pt x="76" y="211"/>
                </a:lnTo>
                <a:lnTo>
                  <a:pt x="77" y="211"/>
                </a:lnTo>
                <a:lnTo>
                  <a:pt x="79" y="211"/>
                </a:lnTo>
                <a:lnTo>
                  <a:pt x="79" y="210"/>
                </a:lnTo>
                <a:lnTo>
                  <a:pt x="79" y="209"/>
                </a:lnTo>
                <a:lnTo>
                  <a:pt x="80" y="209"/>
                </a:lnTo>
                <a:lnTo>
                  <a:pt x="82" y="209"/>
                </a:lnTo>
                <a:lnTo>
                  <a:pt x="83" y="209"/>
                </a:lnTo>
                <a:lnTo>
                  <a:pt x="84" y="209"/>
                </a:lnTo>
                <a:lnTo>
                  <a:pt x="85" y="209"/>
                </a:lnTo>
                <a:lnTo>
                  <a:pt x="86" y="209"/>
                </a:lnTo>
                <a:lnTo>
                  <a:pt x="86" y="210"/>
                </a:lnTo>
                <a:lnTo>
                  <a:pt x="87" y="210"/>
                </a:lnTo>
                <a:lnTo>
                  <a:pt x="88" y="210"/>
                </a:lnTo>
                <a:lnTo>
                  <a:pt x="88" y="209"/>
                </a:lnTo>
                <a:lnTo>
                  <a:pt x="89" y="209"/>
                </a:lnTo>
                <a:lnTo>
                  <a:pt x="90" y="210"/>
                </a:lnTo>
                <a:lnTo>
                  <a:pt x="91" y="209"/>
                </a:lnTo>
                <a:lnTo>
                  <a:pt x="91" y="208"/>
                </a:lnTo>
                <a:lnTo>
                  <a:pt x="92" y="208"/>
                </a:lnTo>
                <a:lnTo>
                  <a:pt x="93" y="208"/>
                </a:lnTo>
                <a:lnTo>
                  <a:pt x="94" y="208"/>
                </a:lnTo>
                <a:lnTo>
                  <a:pt x="95" y="209"/>
                </a:lnTo>
                <a:lnTo>
                  <a:pt x="96" y="208"/>
                </a:lnTo>
                <a:lnTo>
                  <a:pt x="97" y="208"/>
                </a:lnTo>
                <a:lnTo>
                  <a:pt x="98" y="208"/>
                </a:lnTo>
                <a:lnTo>
                  <a:pt x="99" y="208"/>
                </a:lnTo>
                <a:lnTo>
                  <a:pt x="102" y="207"/>
                </a:lnTo>
                <a:lnTo>
                  <a:pt x="103" y="206"/>
                </a:lnTo>
                <a:lnTo>
                  <a:pt x="103" y="205"/>
                </a:lnTo>
                <a:lnTo>
                  <a:pt x="104" y="205"/>
                </a:lnTo>
                <a:lnTo>
                  <a:pt x="104" y="206"/>
                </a:lnTo>
                <a:lnTo>
                  <a:pt x="105" y="206"/>
                </a:lnTo>
                <a:lnTo>
                  <a:pt x="105" y="207"/>
                </a:lnTo>
                <a:lnTo>
                  <a:pt x="106" y="207"/>
                </a:lnTo>
                <a:lnTo>
                  <a:pt x="107" y="207"/>
                </a:lnTo>
                <a:lnTo>
                  <a:pt x="108" y="207"/>
                </a:lnTo>
                <a:lnTo>
                  <a:pt x="108" y="206"/>
                </a:lnTo>
                <a:lnTo>
                  <a:pt x="109" y="206"/>
                </a:lnTo>
                <a:lnTo>
                  <a:pt x="109" y="207"/>
                </a:lnTo>
                <a:lnTo>
                  <a:pt x="110" y="207"/>
                </a:lnTo>
                <a:lnTo>
                  <a:pt x="110" y="208"/>
                </a:lnTo>
                <a:lnTo>
                  <a:pt x="111" y="208"/>
                </a:lnTo>
                <a:lnTo>
                  <a:pt x="112" y="208"/>
                </a:lnTo>
                <a:lnTo>
                  <a:pt x="113" y="208"/>
                </a:lnTo>
                <a:lnTo>
                  <a:pt x="113" y="207"/>
                </a:lnTo>
                <a:lnTo>
                  <a:pt x="114" y="208"/>
                </a:lnTo>
                <a:lnTo>
                  <a:pt x="116" y="208"/>
                </a:lnTo>
                <a:lnTo>
                  <a:pt x="116" y="207"/>
                </a:lnTo>
                <a:lnTo>
                  <a:pt x="117" y="207"/>
                </a:lnTo>
                <a:lnTo>
                  <a:pt x="117" y="206"/>
                </a:lnTo>
                <a:lnTo>
                  <a:pt x="117" y="205"/>
                </a:lnTo>
                <a:lnTo>
                  <a:pt x="118" y="204"/>
                </a:lnTo>
                <a:lnTo>
                  <a:pt x="119" y="204"/>
                </a:lnTo>
                <a:lnTo>
                  <a:pt x="119" y="205"/>
                </a:lnTo>
                <a:lnTo>
                  <a:pt x="120" y="205"/>
                </a:lnTo>
                <a:lnTo>
                  <a:pt x="120" y="206"/>
                </a:lnTo>
                <a:lnTo>
                  <a:pt x="121" y="206"/>
                </a:lnTo>
                <a:lnTo>
                  <a:pt x="122" y="205"/>
                </a:lnTo>
                <a:lnTo>
                  <a:pt x="125" y="205"/>
                </a:lnTo>
                <a:lnTo>
                  <a:pt x="126" y="205"/>
                </a:lnTo>
                <a:lnTo>
                  <a:pt x="127" y="205"/>
                </a:lnTo>
                <a:lnTo>
                  <a:pt x="127" y="204"/>
                </a:lnTo>
                <a:lnTo>
                  <a:pt x="128" y="204"/>
                </a:lnTo>
                <a:lnTo>
                  <a:pt x="129" y="204"/>
                </a:lnTo>
                <a:lnTo>
                  <a:pt x="129" y="203"/>
                </a:lnTo>
                <a:lnTo>
                  <a:pt x="129" y="202"/>
                </a:lnTo>
                <a:lnTo>
                  <a:pt x="129" y="201"/>
                </a:lnTo>
                <a:lnTo>
                  <a:pt x="130" y="201"/>
                </a:lnTo>
                <a:lnTo>
                  <a:pt x="131" y="201"/>
                </a:lnTo>
                <a:lnTo>
                  <a:pt x="131" y="200"/>
                </a:lnTo>
                <a:lnTo>
                  <a:pt x="131" y="199"/>
                </a:lnTo>
                <a:lnTo>
                  <a:pt x="132" y="199"/>
                </a:lnTo>
                <a:lnTo>
                  <a:pt x="133" y="199"/>
                </a:lnTo>
                <a:lnTo>
                  <a:pt x="132" y="199"/>
                </a:lnTo>
                <a:lnTo>
                  <a:pt x="132" y="198"/>
                </a:lnTo>
                <a:lnTo>
                  <a:pt x="131" y="198"/>
                </a:lnTo>
                <a:lnTo>
                  <a:pt x="131" y="197"/>
                </a:lnTo>
                <a:lnTo>
                  <a:pt x="131" y="196"/>
                </a:lnTo>
                <a:lnTo>
                  <a:pt x="132" y="195"/>
                </a:lnTo>
                <a:lnTo>
                  <a:pt x="133" y="195"/>
                </a:lnTo>
                <a:lnTo>
                  <a:pt x="133" y="194"/>
                </a:lnTo>
                <a:lnTo>
                  <a:pt x="132" y="194"/>
                </a:lnTo>
                <a:lnTo>
                  <a:pt x="132" y="193"/>
                </a:lnTo>
                <a:lnTo>
                  <a:pt x="133" y="193"/>
                </a:lnTo>
                <a:lnTo>
                  <a:pt x="133" y="192"/>
                </a:lnTo>
                <a:lnTo>
                  <a:pt x="133" y="191"/>
                </a:lnTo>
                <a:lnTo>
                  <a:pt x="134" y="191"/>
                </a:lnTo>
                <a:lnTo>
                  <a:pt x="135" y="190"/>
                </a:lnTo>
                <a:lnTo>
                  <a:pt x="135" y="188"/>
                </a:lnTo>
                <a:lnTo>
                  <a:pt x="135" y="187"/>
                </a:lnTo>
                <a:lnTo>
                  <a:pt x="134" y="187"/>
                </a:lnTo>
                <a:lnTo>
                  <a:pt x="133" y="187"/>
                </a:lnTo>
                <a:lnTo>
                  <a:pt x="133" y="186"/>
                </a:lnTo>
                <a:lnTo>
                  <a:pt x="133" y="185"/>
                </a:lnTo>
                <a:lnTo>
                  <a:pt x="134" y="185"/>
                </a:lnTo>
                <a:lnTo>
                  <a:pt x="135" y="184"/>
                </a:lnTo>
                <a:lnTo>
                  <a:pt x="136" y="184"/>
                </a:lnTo>
                <a:lnTo>
                  <a:pt x="137" y="184"/>
                </a:lnTo>
                <a:lnTo>
                  <a:pt x="136" y="183"/>
                </a:lnTo>
                <a:lnTo>
                  <a:pt x="136" y="182"/>
                </a:lnTo>
                <a:lnTo>
                  <a:pt x="136" y="181"/>
                </a:lnTo>
                <a:lnTo>
                  <a:pt x="136" y="180"/>
                </a:lnTo>
                <a:lnTo>
                  <a:pt x="136" y="179"/>
                </a:lnTo>
                <a:lnTo>
                  <a:pt x="137" y="177"/>
                </a:lnTo>
                <a:lnTo>
                  <a:pt x="138" y="176"/>
                </a:lnTo>
                <a:lnTo>
                  <a:pt x="138" y="175"/>
                </a:lnTo>
                <a:lnTo>
                  <a:pt x="139" y="174"/>
                </a:lnTo>
                <a:lnTo>
                  <a:pt x="139" y="173"/>
                </a:lnTo>
                <a:lnTo>
                  <a:pt x="139" y="172"/>
                </a:lnTo>
                <a:lnTo>
                  <a:pt x="140" y="171"/>
                </a:lnTo>
                <a:lnTo>
                  <a:pt x="140" y="170"/>
                </a:lnTo>
                <a:lnTo>
                  <a:pt x="140" y="169"/>
                </a:lnTo>
                <a:lnTo>
                  <a:pt x="139" y="169"/>
                </a:lnTo>
                <a:lnTo>
                  <a:pt x="138" y="167"/>
                </a:lnTo>
                <a:lnTo>
                  <a:pt x="139" y="166"/>
                </a:lnTo>
                <a:lnTo>
                  <a:pt x="141" y="166"/>
                </a:lnTo>
                <a:lnTo>
                  <a:pt x="142" y="166"/>
                </a:lnTo>
                <a:lnTo>
                  <a:pt x="143" y="166"/>
                </a:lnTo>
                <a:lnTo>
                  <a:pt x="144" y="166"/>
                </a:lnTo>
                <a:lnTo>
                  <a:pt x="145" y="166"/>
                </a:lnTo>
                <a:lnTo>
                  <a:pt x="145" y="164"/>
                </a:lnTo>
                <a:lnTo>
                  <a:pt x="145" y="163"/>
                </a:lnTo>
                <a:lnTo>
                  <a:pt x="145" y="162"/>
                </a:lnTo>
                <a:lnTo>
                  <a:pt x="146" y="162"/>
                </a:lnTo>
                <a:lnTo>
                  <a:pt x="147" y="162"/>
                </a:lnTo>
                <a:lnTo>
                  <a:pt x="148" y="162"/>
                </a:lnTo>
                <a:lnTo>
                  <a:pt x="148" y="160"/>
                </a:lnTo>
                <a:lnTo>
                  <a:pt x="148" y="159"/>
                </a:lnTo>
                <a:lnTo>
                  <a:pt x="149" y="158"/>
                </a:lnTo>
                <a:lnTo>
                  <a:pt x="148" y="157"/>
                </a:lnTo>
                <a:lnTo>
                  <a:pt x="147" y="157"/>
                </a:lnTo>
                <a:lnTo>
                  <a:pt x="147" y="156"/>
                </a:lnTo>
                <a:lnTo>
                  <a:pt x="147" y="155"/>
                </a:lnTo>
                <a:lnTo>
                  <a:pt x="148" y="154"/>
                </a:lnTo>
                <a:lnTo>
                  <a:pt x="149" y="154"/>
                </a:lnTo>
                <a:lnTo>
                  <a:pt x="149" y="153"/>
                </a:lnTo>
                <a:lnTo>
                  <a:pt x="148" y="153"/>
                </a:lnTo>
                <a:lnTo>
                  <a:pt x="148" y="152"/>
                </a:lnTo>
                <a:lnTo>
                  <a:pt x="148" y="151"/>
                </a:lnTo>
                <a:lnTo>
                  <a:pt x="149" y="149"/>
                </a:lnTo>
                <a:lnTo>
                  <a:pt x="148" y="149"/>
                </a:lnTo>
                <a:lnTo>
                  <a:pt x="148" y="148"/>
                </a:lnTo>
                <a:lnTo>
                  <a:pt x="149" y="146"/>
                </a:lnTo>
                <a:lnTo>
                  <a:pt x="150" y="146"/>
                </a:lnTo>
                <a:lnTo>
                  <a:pt x="150" y="145"/>
                </a:lnTo>
                <a:lnTo>
                  <a:pt x="152" y="144"/>
                </a:lnTo>
                <a:lnTo>
                  <a:pt x="153" y="144"/>
                </a:lnTo>
                <a:lnTo>
                  <a:pt x="153" y="145"/>
                </a:lnTo>
                <a:lnTo>
                  <a:pt x="154" y="145"/>
                </a:lnTo>
                <a:lnTo>
                  <a:pt x="155" y="145"/>
                </a:lnTo>
                <a:lnTo>
                  <a:pt x="156" y="145"/>
                </a:lnTo>
                <a:lnTo>
                  <a:pt x="158" y="143"/>
                </a:lnTo>
                <a:lnTo>
                  <a:pt x="162" y="140"/>
                </a:lnTo>
                <a:lnTo>
                  <a:pt x="164" y="139"/>
                </a:lnTo>
                <a:lnTo>
                  <a:pt x="164" y="138"/>
                </a:lnTo>
                <a:lnTo>
                  <a:pt x="165" y="137"/>
                </a:lnTo>
                <a:lnTo>
                  <a:pt x="166" y="137"/>
                </a:lnTo>
                <a:lnTo>
                  <a:pt x="166" y="136"/>
                </a:lnTo>
                <a:lnTo>
                  <a:pt x="165" y="135"/>
                </a:lnTo>
                <a:lnTo>
                  <a:pt x="165" y="134"/>
                </a:lnTo>
                <a:lnTo>
                  <a:pt x="165" y="133"/>
                </a:lnTo>
                <a:lnTo>
                  <a:pt x="166" y="133"/>
                </a:lnTo>
                <a:lnTo>
                  <a:pt x="167" y="133"/>
                </a:lnTo>
                <a:lnTo>
                  <a:pt x="168" y="133"/>
                </a:lnTo>
                <a:lnTo>
                  <a:pt x="168" y="132"/>
                </a:lnTo>
                <a:lnTo>
                  <a:pt x="168" y="131"/>
                </a:lnTo>
                <a:lnTo>
                  <a:pt x="169" y="131"/>
                </a:lnTo>
                <a:lnTo>
                  <a:pt x="170" y="131"/>
                </a:lnTo>
                <a:lnTo>
                  <a:pt x="171" y="131"/>
                </a:lnTo>
                <a:lnTo>
                  <a:pt x="171" y="130"/>
                </a:lnTo>
                <a:lnTo>
                  <a:pt x="172" y="130"/>
                </a:lnTo>
                <a:lnTo>
                  <a:pt x="172" y="131"/>
                </a:lnTo>
                <a:lnTo>
                  <a:pt x="173" y="131"/>
                </a:lnTo>
                <a:lnTo>
                  <a:pt x="174" y="131"/>
                </a:lnTo>
                <a:lnTo>
                  <a:pt x="175" y="131"/>
                </a:lnTo>
                <a:lnTo>
                  <a:pt x="176" y="131"/>
                </a:lnTo>
                <a:lnTo>
                  <a:pt x="177" y="131"/>
                </a:lnTo>
                <a:lnTo>
                  <a:pt x="178" y="130"/>
                </a:lnTo>
                <a:lnTo>
                  <a:pt x="177" y="130"/>
                </a:lnTo>
                <a:lnTo>
                  <a:pt x="176" y="129"/>
                </a:lnTo>
                <a:lnTo>
                  <a:pt x="175" y="129"/>
                </a:lnTo>
                <a:lnTo>
                  <a:pt x="175" y="127"/>
                </a:lnTo>
                <a:lnTo>
                  <a:pt x="173" y="125"/>
                </a:lnTo>
                <a:lnTo>
                  <a:pt x="172" y="125"/>
                </a:lnTo>
                <a:lnTo>
                  <a:pt x="170" y="123"/>
                </a:lnTo>
                <a:lnTo>
                  <a:pt x="169" y="122"/>
                </a:lnTo>
                <a:lnTo>
                  <a:pt x="170" y="120"/>
                </a:lnTo>
                <a:lnTo>
                  <a:pt x="170" y="118"/>
                </a:lnTo>
                <a:lnTo>
                  <a:pt x="170" y="117"/>
                </a:lnTo>
                <a:lnTo>
                  <a:pt x="171" y="117"/>
                </a:lnTo>
                <a:lnTo>
                  <a:pt x="171" y="116"/>
                </a:lnTo>
                <a:lnTo>
                  <a:pt x="171" y="115"/>
                </a:lnTo>
                <a:lnTo>
                  <a:pt x="172" y="114"/>
                </a:lnTo>
                <a:lnTo>
                  <a:pt x="172" y="113"/>
                </a:lnTo>
                <a:lnTo>
                  <a:pt x="173" y="113"/>
                </a:lnTo>
                <a:lnTo>
                  <a:pt x="173" y="112"/>
                </a:lnTo>
                <a:lnTo>
                  <a:pt x="174" y="112"/>
                </a:lnTo>
                <a:lnTo>
                  <a:pt x="175" y="112"/>
                </a:lnTo>
                <a:lnTo>
                  <a:pt x="176" y="112"/>
                </a:lnTo>
                <a:lnTo>
                  <a:pt x="177" y="112"/>
                </a:lnTo>
                <a:lnTo>
                  <a:pt x="179" y="112"/>
                </a:lnTo>
                <a:lnTo>
                  <a:pt x="180" y="111"/>
                </a:lnTo>
                <a:lnTo>
                  <a:pt x="180" y="110"/>
                </a:lnTo>
                <a:lnTo>
                  <a:pt x="181" y="109"/>
                </a:lnTo>
                <a:lnTo>
                  <a:pt x="182" y="109"/>
                </a:lnTo>
                <a:lnTo>
                  <a:pt x="182" y="108"/>
                </a:lnTo>
                <a:lnTo>
                  <a:pt x="182" y="107"/>
                </a:lnTo>
                <a:lnTo>
                  <a:pt x="183" y="106"/>
                </a:lnTo>
                <a:lnTo>
                  <a:pt x="184" y="106"/>
                </a:lnTo>
                <a:lnTo>
                  <a:pt x="185" y="106"/>
                </a:lnTo>
                <a:lnTo>
                  <a:pt x="185" y="107"/>
                </a:lnTo>
                <a:lnTo>
                  <a:pt x="184" y="108"/>
                </a:lnTo>
                <a:lnTo>
                  <a:pt x="185" y="109"/>
                </a:lnTo>
                <a:lnTo>
                  <a:pt x="186" y="109"/>
                </a:lnTo>
                <a:lnTo>
                  <a:pt x="187" y="109"/>
                </a:lnTo>
                <a:lnTo>
                  <a:pt x="188" y="110"/>
                </a:lnTo>
                <a:lnTo>
                  <a:pt x="189" y="110"/>
                </a:lnTo>
                <a:lnTo>
                  <a:pt x="190" y="111"/>
                </a:lnTo>
                <a:lnTo>
                  <a:pt x="191" y="112"/>
                </a:lnTo>
                <a:lnTo>
                  <a:pt x="192" y="111"/>
                </a:lnTo>
                <a:lnTo>
                  <a:pt x="193" y="111"/>
                </a:lnTo>
                <a:lnTo>
                  <a:pt x="193" y="110"/>
                </a:lnTo>
                <a:lnTo>
                  <a:pt x="194" y="110"/>
                </a:lnTo>
                <a:lnTo>
                  <a:pt x="195" y="111"/>
                </a:lnTo>
                <a:lnTo>
                  <a:pt x="196" y="112"/>
                </a:lnTo>
                <a:lnTo>
                  <a:pt x="198" y="111"/>
                </a:lnTo>
                <a:lnTo>
                  <a:pt x="199" y="110"/>
                </a:lnTo>
                <a:lnTo>
                  <a:pt x="200" y="110"/>
                </a:lnTo>
                <a:lnTo>
                  <a:pt x="201" y="111"/>
                </a:lnTo>
                <a:lnTo>
                  <a:pt x="202" y="112"/>
                </a:lnTo>
                <a:lnTo>
                  <a:pt x="204" y="111"/>
                </a:lnTo>
                <a:lnTo>
                  <a:pt x="205" y="112"/>
                </a:lnTo>
                <a:lnTo>
                  <a:pt x="204" y="113"/>
                </a:lnTo>
                <a:lnTo>
                  <a:pt x="204" y="114"/>
                </a:lnTo>
                <a:lnTo>
                  <a:pt x="205" y="114"/>
                </a:lnTo>
                <a:lnTo>
                  <a:pt x="206" y="114"/>
                </a:lnTo>
                <a:lnTo>
                  <a:pt x="207" y="115"/>
                </a:lnTo>
                <a:lnTo>
                  <a:pt x="207" y="116"/>
                </a:lnTo>
                <a:lnTo>
                  <a:pt x="206" y="117"/>
                </a:lnTo>
                <a:lnTo>
                  <a:pt x="207" y="117"/>
                </a:lnTo>
                <a:lnTo>
                  <a:pt x="208" y="117"/>
                </a:lnTo>
                <a:lnTo>
                  <a:pt x="210" y="117"/>
                </a:lnTo>
                <a:lnTo>
                  <a:pt x="211" y="117"/>
                </a:lnTo>
                <a:lnTo>
                  <a:pt x="213" y="117"/>
                </a:lnTo>
                <a:lnTo>
                  <a:pt x="214" y="117"/>
                </a:lnTo>
                <a:lnTo>
                  <a:pt x="216" y="117"/>
                </a:lnTo>
                <a:lnTo>
                  <a:pt x="219" y="117"/>
                </a:lnTo>
                <a:lnTo>
                  <a:pt x="220" y="117"/>
                </a:lnTo>
                <a:lnTo>
                  <a:pt x="223" y="117"/>
                </a:lnTo>
                <a:lnTo>
                  <a:pt x="224" y="118"/>
                </a:lnTo>
                <a:lnTo>
                  <a:pt x="225" y="118"/>
                </a:lnTo>
                <a:lnTo>
                  <a:pt x="225" y="119"/>
                </a:lnTo>
                <a:lnTo>
                  <a:pt x="227" y="119"/>
                </a:lnTo>
                <a:lnTo>
                  <a:pt x="227" y="118"/>
                </a:lnTo>
                <a:lnTo>
                  <a:pt x="228" y="118"/>
                </a:lnTo>
                <a:lnTo>
                  <a:pt x="229" y="118"/>
                </a:lnTo>
                <a:lnTo>
                  <a:pt x="229" y="119"/>
                </a:lnTo>
                <a:lnTo>
                  <a:pt x="230" y="119"/>
                </a:lnTo>
                <a:lnTo>
                  <a:pt x="230" y="120"/>
                </a:lnTo>
                <a:lnTo>
                  <a:pt x="232" y="120"/>
                </a:lnTo>
                <a:lnTo>
                  <a:pt x="233" y="120"/>
                </a:lnTo>
                <a:lnTo>
                  <a:pt x="234" y="120"/>
                </a:lnTo>
                <a:lnTo>
                  <a:pt x="236" y="120"/>
                </a:lnTo>
                <a:lnTo>
                  <a:pt x="237" y="120"/>
                </a:lnTo>
                <a:lnTo>
                  <a:pt x="237" y="119"/>
                </a:lnTo>
                <a:lnTo>
                  <a:pt x="236" y="118"/>
                </a:lnTo>
                <a:lnTo>
                  <a:pt x="235" y="118"/>
                </a:lnTo>
                <a:lnTo>
                  <a:pt x="235" y="117"/>
                </a:lnTo>
                <a:lnTo>
                  <a:pt x="237" y="117"/>
                </a:lnTo>
                <a:lnTo>
                  <a:pt x="238" y="117"/>
                </a:lnTo>
                <a:lnTo>
                  <a:pt x="238" y="116"/>
                </a:lnTo>
                <a:lnTo>
                  <a:pt x="238" y="114"/>
                </a:lnTo>
                <a:lnTo>
                  <a:pt x="239" y="114"/>
                </a:lnTo>
                <a:lnTo>
                  <a:pt x="238" y="114"/>
                </a:lnTo>
                <a:lnTo>
                  <a:pt x="238" y="113"/>
                </a:lnTo>
                <a:lnTo>
                  <a:pt x="239" y="111"/>
                </a:lnTo>
                <a:lnTo>
                  <a:pt x="240" y="110"/>
                </a:lnTo>
                <a:lnTo>
                  <a:pt x="240" y="111"/>
                </a:lnTo>
                <a:lnTo>
                  <a:pt x="241" y="111"/>
                </a:lnTo>
                <a:lnTo>
                  <a:pt x="242" y="111"/>
                </a:lnTo>
                <a:lnTo>
                  <a:pt x="243" y="110"/>
                </a:lnTo>
                <a:lnTo>
                  <a:pt x="244" y="110"/>
                </a:lnTo>
                <a:lnTo>
                  <a:pt x="244" y="111"/>
                </a:lnTo>
                <a:lnTo>
                  <a:pt x="244" y="112"/>
                </a:lnTo>
                <a:lnTo>
                  <a:pt x="244" y="113"/>
                </a:lnTo>
                <a:lnTo>
                  <a:pt x="245" y="112"/>
                </a:lnTo>
                <a:lnTo>
                  <a:pt x="246" y="112"/>
                </a:lnTo>
                <a:lnTo>
                  <a:pt x="246" y="113"/>
                </a:lnTo>
                <a:lnTo>
                  <a:pt x="246" y="114"/>
                </a:lnTo>
                <a:lnTo>
                  <a:pt x="247" y="114"/>
                </a:lnTo>
                <a:lnTo>
                  <a:pt x="249" y="115"/>
                </a:lnTo>
                <a:lnTo>
                  <a:pt x="251" y="114"/>
                </a:lnTo>
                <a:lnTo>
                  <a:pt x="252" y="114"/>
                </a:lnTo>
                <a:lnTo>
                  <a:pt x="253" y="114"/>
                </a:lnTo>
                <a:lnTo>
                  <a:pt x="253" y="115"/>
                </a:lnTo>
                <a:lnTo>
                  <a:pt x="253" y="116"/>
                </a:lnTo>
                <a:lnTo>
                  <a:pt x="254" y="119"/>
                </a:lnTo>
                <a:lnTo>
                  <a:pt x="255" y="119"/>
                </a:lnTo>
                <a:lnTo>
                  <a:pt x="255" y="118"/>
                </a:lnTo>
                <a:lnTo>
                  <a:pt x="256" y="118"/>
                </a:lnTo>
                <a:lnTo>
                  <a:pt x="257" y="117"/>
                </a:lnTo>
                <a:lnTo>
                  <a:pt x="257" y="118"/>
                </a:lnTo>
                <a:lnTo>
                  <a:pt x="258" y="118"/>
                </a:lnTo>
                <a:lnTo>
                  <a:pt x="259" y="118"/>
                </a:lnTo>
                <a:lnTo>
                  <a:pt x="259" y="117"/>
                </a:lnTo>
                <a:lnTo>
                  <a:pt x="260" y="116"/>
                </a:lnTo>
                <a:lnTo>
                  <a:pt x="262" y="117"/>
                </a:lnTo>
                <a:lnTo>
                  <a:pt x="263" y="117"/>
                </a:lnTo>
                <a:lnTo>
                  <a:pt x="264" y="117"/>
                </a:lnTo>
                <a:lnTo>
                  <a:pt x="265" y="117"/>
                </a:lnTo>
                <a:lnTo>
                  <a:pt x="265" y="116"/>
                </a:lnTo>
                <a:lnTo>
                  <a:pt x="266" y="116"/>
                </a:lnTo>
                <a:lnTo>
                  <a:pt x="266" y="117"/>
                </a:lnTo>
                <a:lnTo>
                  <a:pt x="267" y="117"/>
                </a:lnTo>
                <a:lnTo>
                  <a:pt x="267" y="116"/>
                </a:lnTo>
                <a:lnTo>
                  <a:pt x="268" y="116"/>
                </a:lnTo>
                <a:lnTo>
                  <a:pt x="269" y="116"/>
                </a:lnTo>
                <a:lnTo>
                  <a:pt x="269" y="117"/>
                </a:lnTo>
                <a:lnTo>
                  <a:pt x="270" y="117"/>
                </a:lnTo>
                <a:lnTo>
                  <a:pt x="271" y="117"/>
                </a:lnTo>
                <a:lnTo>
                  <a:pt x="272" y="117"/>
                </a:lnTo>
                <a:lnTo>
                  <a:pt x="273" y="117"/>
                </a:lnTo>
                <a:lnTo>
                  <a:pt x="275" y="118"/>
                </a:lnTo>
                <a:lnTo>
                  <a:pt x="275" y="119"/>
                </a:lnTo>
                <a:lnTo>
                  <a:pt x="277" y="120"/>
                </a:lnTo>
                <a:lnTo>
                  <a:pt x="279" y="122"/>
                </a:lnTo>
                <a:lnTo>
                  <a:pt x="281" y="122"/>
                </a:lnTo>
                <a:lnTo>
                  <a:pt x="281" y="123"/>
                </a:lnTo>
                <a:lnTo>
                  <a:pt x="281" y="125"/>
                </a:lnTo>
                <a:lnTo>
                  <a:pt x="281" y="126"/>
                </a:lnTo>
                <a:lnTo>
                  <a:pt x="281" y="127"/>
                </a:lnTo>
                <a:lnTo>
                  <a:pt x="282" y="127"/>
                </a:lnTo>
                <a:lnTo>
                  <a:pt x="282" y="128"/>
                </a:lnTo>
                <a:lnTo>
                  <a:pt x="283" y="128"/>
                </a:lnTo>
                <a:lnTo>
                  <a:pt x="283" y="127"/>
                </a:lnTo>
                <a:lnTo>
                  <a:pt x="285" y="127"/>
                </a:lnTo>
                <a:lnTo>
                  <a:pt x="286" y="127"/>
                </a:lnTo>
                <a:lnTo>
                  <a:pt x="287" y="128"/>
                </a:lnTo>
                <a:lnTo>
                  <a:pt x="291" y="128"/>
                </a:lnTo>
                <a:lnTo>
                  <a:pt x="292" y="127"/>
                </a:lnTo>
                <a:lnTo>
                  <a:pt x="292" y="128"/>
                </a:lnTo>
                <a:lnTo>
                  <a:pt x="293" y="128"/>
                </a:lnTo>
                <a:lnTo>
                  <a:pt x="295" y="128"/>
                </a:lnTo>
                <a:lnTo>
                  <a:pt x="297" y="128"/>
                </a:lnTo>
                <a:lnTo>
                  <a:pt x="298" y="128"/>
                </a:lnTo>
                <a:lnTo>
                  <a:pt x="299" y="127"/>
                </a:lnTo>
                <a:lnTo>
                  <a:pt x="300" y="126"/>
                </a:lnTo>
                <a:lnTo>
                  <a:pt x="301" y="125"/>
                </a:lnTo>
                <a:lnTo>
                  <a:pt x="302" y="125"/>
                </a:lnTo>
                <a:lnTo>
                  <a:pt x="303" y="125"/>
                </a:lnTo>
                <a:lnTo>
                  <a:pt x="304" y="125"/>
                </a:lnTo>
                <a:lnTo>
                  <a:pt x="304" y="124"/>
                </a:lnTo>
                <a:lnTo>
                  <a:pt x="305" y="125"/>
                </a:lnTo>
                <a:lnTo>
                  <a:pt x="307" y="124"/>
                </a:lnTo>
                <a:lnTo>
                  <a:pt x="308" y="124"/>
                </a:lnTo>
                <a:lnTo>
                  <a:pt x="309" y="124"/>
                </a:lnTo>
                <a:lnTo>
                  <a:pt x="310" y="125"/>
                </a:lnTo>
                <a:lnTo>
                  <a:pt x="311" y="125"/>
                </a:lnTo>
                <a:lnTo>
                  <a:pt x="313" y="125"/>
                </a:lnTo>
                <a:lnTo>
                  <a:pt x="314" y="125"/>
                </a:lnTo>
                <a:lnTo>
                  <a:pt x="315" y="125"/>
                </a:lnTo>
                <a:lnTo>
                  <a:pt x="317" y="124"/>
                </a:lnTo>
                <a:lnTo>
                  <a:pt x="319" y="124"/>
                </a:lnTo>
                <a:lnTo>
                  <a:pt x="320" y="124"/>
                </a:lnTo>
                <a:lnTo>
                  <a:pt x="320" y="123"/>
                </a:lnTo>
                <a:lnTo>
                  <a:pt x="321" y="123"/>
                </a:lnTo>
                <a:lnTo>
                  <a:pt x="321" y="122"/>
                </a:lnTo>
                <a:lnTo>
                  <a:pt x="321" y="121"/>
                </a:lnTo>
                <a:lnTo>
                  <a:pt x="322" y="120"/>
                </a:lnTo>
                <a:lnTo>
                  <a:pt x="323" y="120"/>
                </a:lnTo>
                <a:lnTo>
                  <a:pt x="324" y="120"/>
                </a:lnTo>
                <a:lnTo>
                  <a:pt x="325" y="120"/>
                </a:lnTo>
                <a:lnTo>
                  <a:pt x="325" y="121"/>
                </a:lnTo>
                <a:lnTo>
                  <a:pt x="325" y="120"/>
                </a:lnTo>
                <a:lnTo>
                  <a:pt x="327" y="120"/>
                </a:lnTo>
                <a:lnTo>
                  <a:pt x="328" y="119"/>
                </a:lnTo>
                <a:lnTo>
                  <a:pt x="329" y="118"/>
                </a:lnTo>
                <a:lnTo>
                  <a:pt x="330" y="118"/>
                </a:lnTo>
                <a:lnTo>
                  <a:pt x="330" y="117"/>
                </a:lnTo>
                <a:lnTo>
                  <a:pt x="331" y="116"/>
                </a:lnTo>
                <a:lnTo>
                  <a:pt x="331" y="115"/>
                </a:lnTo>
                <a:lnTo>
                  <a:pt x="331" y="114"/>
                </a:lnTo>
                <a:lnTo>
                  <a:pt x="330" y="114"/>
                </a:lnTo>
                <a:lnTo>
                  <a:pt x="330" y="112"/>
                </a:lnTo>
                <a:lnTo>
                  <a:pt x="329" y="110"/>
                </a:lnTo>
                <a:lnTo>
                  <a:pt x="329" y="109"/>
                </a:lnTo>
                <a:lnTo>
                  <a:pt x="329" y="108"/>
                </a:lnTo>
                <a:lnTo>
                  <a:pt x="329" y="106"/>
                </a:lnTo>
                <a:lnTo>
                  <a:pt x="329" y="105"/>
                </a:lnTo>
                <a:lnTo>
                  <a:pt x="330" y="105"/>
                </a:lnTo>
                <a:lnTo>
                  <a:pt x="330" y="106"/>
                </a:lnTo>
                <a:lnTo>
                  <a:pt x="333" y="106"/>
                </a:lnTo>
                <a:lnTo>
                  <a:pt x="334" y="104"/>
                </a:lnTo>
                <a:lnTo>
                  <a:pt x="335" y="104"/>
                </a:lnTo>
                <a:lnTo>
                  <a:pt x="336" y="103"/>
                </a:lnTo>
                <a:lnTo>
                  <a:pt x="338" y="103"/>
                </a:lnTo>
                <a:lnTo>
                  <a:pt x="339" y="102"/>
                </a:lnTo>
                <a:lnTo>
                  <a:pt x="340" y="102"/>
                </a:lnTo>
                <a:lnTo>
                  <a:pt x="340" y="101"/>
                </a:lnTo>
                <a:lnTo>
                  <a:pt x="341" y="101"/>
                </a:lnTo>
                <a:lnTo>
                  <a:pt x="341" y="102"/>
                </a:lnTo>
                <a:lnTo>
                  <a:pt x="342" y="102"/>
                </a:lnTo>
                <a:lnTo>
                  <a:pt x="343" y="102"/>
                </a:lnTo>
                <a:lnTo>
                  <a:pt x="343" y="101"/>
                </a:lnTo>
                <a:lnTo>
                  <a:pt x="343" y="100"/>
                </a:lnTo>
                <a:lnTo>
                  <a:pt x="343" y="99"/>
                </a:lnTo>
                <a:lnTo>
                  <a:pt x="344" y="99"/>
                </a:lnTo>
                <a:lnTo>
                  <a:pt x="345" y="98"/>
                </a:lnTo>
                <a:lnTo>
                  <a:pt x="346" y="98"/>
                </a:lnTo>
                <a:lnTo>
                  <a:pt x="346" y="99"/>
                </a:lnTo>
                <a:lnTo>
                  <a:pt x="348" y="98"/>
                </a:lnTo>
                <a:lnTo>
                  <a:pt x="349" y="98"/>
                </a:lnTo>
                <a:lnTo>
                  <a:pt x="349" y="97"/>
                </a:lnTo>
                <a:lnTo>
                  <a:pt x="349" y="96"/>
                </a:lnTo>
                <a:lnTo>
                  <a:pt x="350" y="96"/>
                </a:lnTo>
                <a:lnTo>
                  <a:pt x="350" y="95"/>
                </a:lnTo>
                <a:lnTo>
                  <a:pt x="351" y="95"/>
                </a:lnTo>
                <a:lnTo>
                  <a:pt x="351" y="96"/>
                </a:lnTo>
                <a:lnTo>
                  <a:pt x="352" y="96"/>
                </a:lnTo>
                <a:lnTo>
                  <a:pt x="352" y="97"/>
                </a:lnTo>
                <a:lnTo>
                  <a:pt x="354" y="96"/>
                </a:lnTo>
                <a:lnTo>
                  <a:pt x="355" y="96"/>
                </a:lnTo>
                <a:lnTo>
                  <a:pt x="355" y="95"/>
                </a:lnTo>
                <a:lnTo>
                  <a:pt x="356" y="94"/>
                </a:lnTo>
                <a:lnTo>
                  <a:pt x="357" y="93"/>
                </a:lnTo>
                <a:lnTo>
                  <a:pt x="356" y="93"/>
                </a:lnTo>
                <a:lnTo>
                  <a:pt x="356" y="91"/>
                </a:lnTo>
                <a:lnTo>
                  <a:pt x="357" y="91"/>
                </a:lnTo>
                <a:lnTo>
                  <a:pt x="358" y="90"/>
                </a:lnTo>
                <a:lnTo>
                  <a:pt x="358" y="89"/>
                </a:lnTo>
                <a:lnTo>
                  <a:pt x="357" y="87"/>
                </a:lnTo>
                <a:lnTo>
                  <a:pt x="357" y="86"/>
                </a:lnTo>
                <a:lnTo>
                  <a:pt x="356" y="86"/>
                </a:lnTo>
                <a:lnTo>
                  <a:pt x="356" y="85"/>
                </a:lnTo>
                <a:lnTo>
                  <a:pt x="358" y="85"/>
                </a:lnTo>
                <a:lnTo>
                  <a:pt x="359" y="85"/>
                </a:lnTo>
                <a:lnTo>
                  <a:pt x="362" y="85"/>
                </a:lnTo>
                <a:lnTo>
                  <a:pt x="362" y="84"/>
                </a:lnTo>
                <a:lnTo>
                  <a:pt x="363" y="84"/>
                </a:lnTo>
                <a:lnTo>
                  <a:pt x="363" y="82"/>
                </a:lnTo>
                <a:lnTo>
                  <a:pt x="362" y="82"/>
                </a:lnTo>
                <a:lnTo>
                  <a:pt x="363" y="81"/>
                </a:lnTo>
                <a:lnTo>
                  <a:pt x="363" y="80"/>
                </a:lnTo>
                <a:lnTo>
                  <a:pt x="363" y="79"/>
                </a:lnTo>
                <a:lnTo>
                  <a:pt x="364" y="79"/>
                </a:lnTo>
                <a:lnTo>
                  <a:pt x="365" y="79"/>
                </a:lnTo>
                <a:lnTo>
                  <a:pt x="367" y="79"/>
                </a:lnTo>
                <a:lnTo>
                  <a:pt x="368" y="79"/>
                </a:lnTo>
                <a:lnTo>
                  <a:pt x="369" y="79"/>
                </a:lnTo>
                <a:lnTo>
                  <a:pt x="371" y="79"/>
                </a:lnTo>
                <a:lnTo>
                  <a:pt x="371" y="80"/>
                </a:lnTo>
                <a:lnTo>
                  <a:pt x="372" y="80"/>
                </a:lnTo>
                <a:lnTo>
                  <a:pt x="373" y="80"/>
                </a:lnTo>
                <a:lnTo>
                  <a:pt x="374" y="80"/>
                </a:lnTo>
                <a:lnTo>
                  <a:pt x="375" y="80"/>
                </a:lnTo>
                <a:lnTo>
                  <a:pt x="375" y="79"/>
                </a:lnTo>
                <a:lnTo>
                  <a:pt x="376" y="80"/>
                </a:lnTo>
                <a:lnTo>
                  <a:pt x="377" y="80"/>
                </a:lnTo>
                <a:lnTo>
                  <a:pt x="378" y="80"/>
                </a:lnTo>
                <a:lnTo>
                  <a:pt x="379" y="81"/>
                </a:lnTo>
                <a:lnTo>
                  <a:pt x="381" y="81"/>
                </a:lnTo>
                <a:lnTo>
                  <a:pt x="381" y="80"/>
                </a:lnTo>
                <a:lnTo>
                  <a:pt x="382" y="81"/>
                </a:lnTo>
                <a:lnTo>
                  <a:pt x="383" y="81"/>
                </a:lnTo>
                <a:lnTo>
                  <a:pt x="383" y="82"/>
                </a:lnTo>
                <a:lnTo>
                  <a:pt x="384" y="82"/>
                </a:lnTo>
                <a:lnTo>
                  <a:pt x="385" y="82"/>
                </a:lnTo>
                <a:lnTo>
                  <a:pt x="385" y="83"/>
                </a:lnTo>
                <a:lnTo>
                  <a:pt x="387" y="84"/>
                </a:lnTo>
                <a:lnTo>
                  <a:pt x="387" y="83"/>
                </a:lnTo>
                <a:lnTo>
                  <a:pt x="388" y="83"/>
                </a:lnTo>
                <a:lnTo>
                  <a:pt x="389" y="84"/>
                </a:lnTo>
                <a:lnTo>
                  <a:pt x="390" y="85"/>
                </a:lnTo>
                <a:lnTo>
                  <a:pt x="391" y="86"/>
                </a:lnTo>
                <a:lnTo>
                  <a:pt x="392" y="86"/>
                </a:lnTo>
                <a:lnTo>
                  <a:pt x="393" y="86"/>
                </a:lnTo>
                <a:lnTo>
                  <a:pt x="394" y="85"/>
                </a:lnTo>
                <a:lnTo>
                  <a:pt x="395" y="85"/>
                </a:lnTo>
                <a:lnTo>
                  <a:pt x="396" y="84"/>
                </a:lnTo>
                <a:lnTo>
                  <a:pt x="396" y="83"/>
                </a:lnTo>
                <a:lnTo>
                  <a:pt x="397" y="82"/>
                </a:lnTo>
                <a:lnTo>
                  <a:pt x="398" y="81"/>
                </a:lnTo>
                <a:lnTo>
                  <a:pt x="398" y="82"/>
                </a:lnTo>
                <a:lnTo>
                  <a:pt x="399" y="82"/>
                </a:lnTo>
                <a:lnTo>
                  <a:pt x="401" y="82"/>
                </a:lnTo>
                <a:lnTo>
                  <a:pt x="402" y="82"/>
                </a:lnTo>
                <a:lnTo>
                  <a:pt x="403" y="82"/>
                </a:lnTo>
                <a:lnTo>
                  <a:pt x="404" y="81"/>
                </a:lnTo>
                <a:lnTo>
                  <a:pt x="405" y="81"/>
                </a:lnTo>
                <a:lnTo>
                  <a:pt x="405" y="82"/>
                </a:lnTo>
                <a:lnTo>
                  <a:pt x="406" y="83"/>
                </a:lnTo>
                <a:lnTo>
                  <a:pt x="407" y="82"/>
                </a:lnTo>
                <a:lnTo>
                  <a:pt x="412" y="82"/>
                </a:lnTo>
                <a:lnTo>
                  <a:pt x="413" y="83"/>
                </a:lnTo>
                <a:lnTo>
                  <a:pt x="413" y="84"/>
                </a:lnTo>
                <a:lnTo>
                  <a:pt x="412" y="85"/>
                </a:lnTo>
                <a:lnTo>
                  <a:pt x="413" y="86"/>
                </a:lnTo>
                <a:lnTo>
                  <a:pt x="412" y="87"/>
                </a:lnTo>
                <a:lnTo>
                  <a:pt x="413" y="88"/>
                </a:lnTo>
                <a:lnTo>
                  <a:pt x="414" y="88"/>
                </a:lnTo>
                <a:lnTo>
                  <a:pt x="414" y="89"/>
                </a:lnTo>
                <a:lnTo>
                  <a:pt x="415" y="90"/>
                </a:lnTo>
                <a:lnTo>
                  <a:pt x="414" y="91"/>
                </a:lnTo>
                <a:lnTo>
                  <a:pt x="415" y="92"/>
                </a:lnTo>
                <a:lnTo>
                  <a:pt x="415" y="93"/>
                </a:lnTo>
                <a:lnTo>
                  <a:pt x="414" y="93"/>
                </a:lnTo>
                <a:lnTo>
                  <a:pt x="415" y="95"/>
                </a:lnTo>
                <a:lnTo>
                  <a:pt x="415" y="96"/>
                </a:lnTo>
                <a:lnTo>
                  <a:pt x="414" y="96"/>
                </a:lnTo>
                <a:lnTo>
                  <a:pt x="414" y="97"/>
                </a:lnTo>
                <a:lnTo>
                  <a:pt x="415" y="98"/>
                </a:lnTo>
                <a:lnTo>
                  <a:pt x="415" y="99"/>
                </a:lnTo>
                <a:lnTo>
                  <a:pt x="415" y="100"/>
                </a:lnTo>
                <a:lnTo>
                  <a:pt x="416" y="101"/>
                </a:lnTo>
                <a:lnTo>
                  <a:pt x="417" y="102"/>
                </a:lnTo>
                <a:lnTo>
                  <a:pt x="417" y="103"/>
                </a:lnTo>
                <a:lnTo>
                  <a:pt x="418" y="103"/>
                </a:lnTo>
                <a:lnTo>
                  <a:pt x="418" y="102"/>
                </a:lnTo>
                <a:lnTo>
                  <a:pt x="419" y="103"/>
                </a:lnTo>
                <a:lnTo>
                  <a:pt x="420" y="103"/>
                </a:lnTo>
                <a:lnTo>
                  <a:pt x="421" y="103"/>
                </a:lnTo>
                <a:lnTo>
                  <a:pt x="422" y="105"/>
                </a:lnTo>
                <a:lnTo>
                  <a:pt x="423" y="106"/>
                </a:lnTo>
                <a:lnTo>
                  <a:pt x="423" y="107"/>
                </a:lnTo>
                <a:lnTo>
                  <a:pt x="423" y="108"/>
                </a:lnTo>
                <a:lnTo>
                  <a:pt x="424" y="108"/>
                </a:lnTo>
                <a:lnTo>
                  <a:pt x="425" y="108"/>
                </a:lnTo>
                <a:lnTo>
                  <a:pt x="425" y="109"/>
                </a:lnTo>
                <a:lnTo>
                  <a:pt x="425" y="110"/>
                </a:lnTo>
                <a:lnTo>
                  <a:pt x="426" y="110"/>
                </a:lnTo>
                <a:lnTo>
                  <a:pt x="427" y="111"/>
                </a:lnTo>
                <a:lnTo>
                  <a:pt x="428" y="111"/>
                </a:lnTo>
                <a:lnTo>
                  <a:pt x="430" y="111"/>
                </a:lnTo>
                <a:lnTo>
                  <a:pt x="432" y="112"/>
                </a:lnTo>
                <a:lnTo>
                  <a:pt x="434" y="111"/>
                </a:lnTo>
                <a:lnTo>
                  <a:pt x="435" y="111"/>
                </a:lnTo>
                <a:lnTo>
                  <a:pt x="437" y="110"/>
                </a:lnTo>
                <a:lnTo>
                  <a:pt x="437" y="109"/>
                </a:lnTo>
                <a:lnTo>
                  <a:pt x="438" y="108"/>
                </a:lnTo>
                <a:lnTo>
                  <a:pt x="439" y="109"/>
                </a:lnTo>
                <a:lnTo>
                  <a:pt x="439" y="110"/>
                </a:lnTo>
                <a:lnTo>
                  <a:pt x="440" y="110"/>
                </a:lnTo>
                <a:lnTo>
                  <a:pt x="441" y="110"/>
                </a:lnTo>
                <a:lnTo>
                  <a:pt x="442" y="110"/>
                </a:lnTo>
                <a:lnTo>
                  <a:pt x="442" y="111"/>
                </a:lnTo>
                <a:lnTo>
                  <a:pt x="443" y="111"/>
                </a:lnTo>
                <a:lnTo>
                  <a:pt x="445" y="111"/>
                </a:lnTo>
                <a:lnTo>
                  <a:pt x="446" y="111"/>
                </a:lnTo>
                <a:lnTo>
                  <a:pt x="447" y="111"/>
                </a:lnTo>
                <a:lnTo>
                  <a:pt x="448" y="111"/>
                </a:lnTo>
                <a:lnTo>
                  <a:pt x="449" y="111"/>
                </a:lnTo>
                <a:lnTo>
                  <a:pt x="449" y="112"/>
                </a:lnTo>
                <a:lnTo>
                  <a:pt x="449" y="113"/>
                </a:lnTo>
                <a:lnTo>
                  <a:pt x="450" y="113"/>
                </a:lnTo>
                <a:lnTo>
                  <a:pt x="452" y="113"/>
                </a:lnTo>
                <a:lnTo>
                  <a:pt x="453" y="113"/>
                </a:lnTo>
                <a:lnTo>
                  <a:pt x="454" y="113"/>
                </a:lnTo>
                <a:lnTo>
                  <a:pt x="455" y="113"/>
                </a:lnTo>
                <a:lnTo>
                  <a:pt x="456" y="113"/>
                </a:lnTo>
                <a:lnTo>
                  <a:pt x="457" y="113"/>
                </a:lnTo>
                <a:lnTo>
                  <a:pt x="457" y="114"/>
                </a:lnTo>
                <a:lnTo>
                  <a:pt x="458" y="114"/>
                </a:lnTo>
                <a:lnTo>
                  <a:pt x="459" y="114"/>
                </a:lnTo>
                <a:lnTo>
                  <a:pt x="460" y="114"/>
                </a:lnTo>
                <a:lnTo>
                  <a:pt x="460" y="115"/>
                </a:lnTo>
                <a:lnTo>
                  <a:pt x="462" y="115"/>
                </a:lnTo>
                <a:lnTo>
                  <a:pt x="463" y="114"/>
                </a:lnTo>
                <a:lnTo>
                  <a:pt x="464" y="114"/>
                </a:lnTo>
                <a:lnTo>
                  <a:pt x="465" y="114"/>
                </a:lnTo>
                <a:lnTo>
                  <a:pt x="465" y="115"/>
                </a:lnTo>
                <a:lnTo>
                  <a:pt x="464" y="116"/>
                </a:lnTo>
                <a:lnTo>
                  <a:pt x="464" y="117"/>
                </a:lnTo>
                <a:lnTo>
                  <a:pt x="465" y="117"/>
                </a:lnTo>
                <a:lnTo>
                  <a:pt x="465" y="116"/>
                </a:lnTo>
                <a:lnTo>
                  <a:pt x="466" y="116"/>
                </a:lnTo>
                <a:lnTo>
                  <a:pt x="468" y="116"/>
                </a:lnTo>
                <a:lnTo>
                  <a:pt x="471" y="116"/>
                </a:lnTo>
                <a:lnTo>
                  <a:pt x="471" y="117"/>
                </a:lnTo>
                <a:lnTo>
                  <a:pt x="472" y="117"/>
                </a:lnTo>
                <a:lnTo>
                  <a:pt x="473" y="117"/>
                </a:lnTo>
                <a:lnTo>
                  <a:pt x="474" y="117"/>
                </a:lnTo>
                <a:lnTo>
                  <a:pt x="476" y="115"/>
                </a:lnTo>
                <a:lnTo>
                  <a:pt x="478" y="115"/>
                </a:lnTo>
                <a:lnTo>
                  <a:pt x="478" y="114"/>
                </a:lnTo>
                <a:lnTo>
                  <a:pt x="479" y="114"/>
                </a:lnTo>
                <a:lnTo>
                  <a:pt x="482" y="114"/>
                </a:lnTo>
                <a:lnTo>
                  <a:pt x="483" y="114"/>
                </a:lnTo>
                <a:lnTo>
                  <a:pt x="484" y="114"/>
                </a:lnTo>
                <a:lnTo>
                  <a:pt x="484" y="115"/>
                </a:lnTo>
                <a:lnTo>
                  <a:pt x="485" y="114"/>
                </a:lnTo>
                <a:lnTo>
                  <a:pt x="486" y="114"/>
                </a:lnTo>
                <a:lnTo>
                  <a:pt x="487" y="114"/>
                </a:lnTo>
                <a:lnTo>
                  <a:pt x="487" y="115"/>
                </a:lnTo>
                <a:lnTo>
                  <a:pt x="488" y="116"/>
                </a:lnTo>
                <a:lnTo>
                  <a:pt x="489" y="116"/>
                </a:lnTo>
                <a:lnTo>
                  <a:pt x="490" y="115"/>
                </a:lnTo>
                <a:lnTo>
                  <a:pt x="491" y="115"/>
                </a:lnTo>
                <a:lnTo>
                  <a:pt x="492" y="115"/>
                </a:lnTo>
                <a:lnTo>
                  <a:pt x="493" y="115"/>
                </a:lnTo>
                <a:lnTo>
                  <a:pt x="495" y="114"/>
                </a:lnTo>
                <a:lnTo>
                  <a:pt x="496" y="114"/>
                </a:lnTo>
                <a:lnTo>
                  <a:pt x="496" y="113"/>
                </a:lnTo>
                <a:lnTo>
                  <a:pt x="497" y="113"/>
                </a:lnTo>
                <a:lnTo>
                  <a:pt x="496" y="112"/>
                </a:lnTo>
                <a:lnTo>
                  <a:pt x="497" y="112"/>
                </a:lnTo>
                <a:lnTo>
                  <a:pt x="498" y="110"/>
                </a:lnTo>
                <a:lnTo>
                  <a:pt x="499" y="110"/>
                </a:lnTo>
                <a:lnTo>
                  <a:pt x="500" y="110"/>
                </a:lnTo>
                <a:lnTo>
                  <a:pt x="501" y="110"/>
                </a:lnTo>
                <a:lnTo>
                  <a:pt x="502" y="110"/>
                </a:lnTo>
                <a:lnTo>
                  <a:pt x="503" y="109"/>
                </a:lnTo>
                <a:lnTo>
                  <a:pt x="506" y="109"/>
                </a:lnTo>
                <a:lnTo>
                  <a:pt x="507" y="109"/>
                </a:lnTo>
                <a:lnTo>
                  <a:pt x="508" y="109"/>
                </a:lnTo>
                <a:lnTo>
                  <a:pt x="509" y="109"/>
                </a:lnTo>
                <a:lnTo>
                  <a:pt x="509" y="110"/>
                </a:lnTo>
                <a:lnTo>
                  <a:pt x="510" y="110"/>
                </a:lnTo>
                <a:lnTo>
                  <a:pt x="510" y="109"/>
                </a:lnTo>
                <a:lnTo>
                  <a:pt x="511" y="109"/>
                </a:lnTo>
                <a:lnTo>
                  <a:pt x="512" y="110"/>
                </a:lnTo>
                <a:lnTo>
                  <a:pt x="513" y="110"/>
                </a:lnTo>
                <a:lnTo>
                  <a:pt x="513" y="111"/>
                </a:lnTo>
                <a:lnTo>
                  <a:pt x="513" y="112"/>
                </a:lnTo>
                <a:lnTo>
                  <a:pt x="514" y="112"/>
                </a:lnTo>
                <a:lnTo>
                  <a:pt x="514" y="113"/>
                </a:lnTo>
                <a:lnTo>
                  <a:pt x="515" y="114"/>
                </a:lnTo>
                <a:lnTo>
                  <a:pt x="515" y="115"/>
                </a:lnTo>
                <a:lnTo>
                  <a:pt x="516" y="114"/>
                </a:lnTo>
                <a:lnTo>
                  <a:pt x="517" y="114"/>
                </a:lnTo>
                <a:lnTo>
                  <a:pt x="517" y="113"/>
                </a:lnTo>
                <a:lnTo>
                  <a:pt x="518" y="113"/>
                </a:lnTo>
                <a:lnTo>
                  <a:pt x="518" y="114"/>
                </a:lnTo>
                <a:lnTo>
                  <a:pt x="519" y="113"/>
                </a:lnTo>
                <a:lnTo>
                  <a:pt x="521" y="115"/>
                </a:lnTo>
                <a:lnTo>
                  <a:pt x="522" y="115"/>
                </a:lnTo>
                <a:lnTo>
                  <a:pt x="523" y="115"/>
                </a:lnTo>
                <a:lnTo>
                  <a:pt x="523" y="114"/>
                </a:lnTo>
                <a:lnTo>
                  <a:pt x="524" y="114"/>
                </a:lnTo>
                <a:lnTo>
                  <a:pt x="524" y="113"/>
                </a:lnTo>
                <a:lnTo>
                  <a:pt x="525" y="113"/>
                </a:lnTo>
                <a:lnTo>
                  <a:pt x="526" y="112"/>
                </a:lnTo>
                <a:lnTo>
                  <a:pt x="527" y="112"/>
                </a:lnTo>
                <a:lnTo>
                  <a:pt x="527" y="111"/>
                </a:lnTo>
                <a:lnTo>
                  <a:pt x="528" y="111"/>
                </a:lnTo>
                <a:lnTo>
                  <a:pt x="528" y="112"/>
                </a:lnTo>
                <a:lnTo>
                  <a:pt x="528" y="111"/>
                </a:lnTo>
                <a:lnTo>
                  <a:pt x="529" y="111"/>
                </a:lnTo>
                <a:lnTo>
                  <a:pt x="529" y="110"/>
                </a:lnTo>
                <a:lnTo>
                  <a:pt x="531" y="110"/>
                </a:lnTo>
                <a:lnTo>
                  <a:pt x="532" y="110"/>
                </a:lnTo>
                <a:lnTo>
                  <a:pt x="533" y="110"/>
                </a:lnTo>
                <a:lnTo>
                  <a:pt x="534" y="110"/>
                </a:lnTo>
                <a:lnTo>
                  <a:pt x="535" y="110"/>
                </a:lnTo>
                <a:lnTo>
                  <a:pt x="535" y="109"/>
                </a:lnTo>
                <a:lnTo>
                  <a:pt x="536" y="109"/>
                </a:lnTo>
                <a:lnTo>
                  <a:pt x="537" y="109"/>
                </a:lnTo>
                <a:lnTo>
                  <a:pt x="538" y="108"/>
                </a:lnTo>
                <a:lnTo>
                  <a:pt x="539" y="107"/>
                </a:lnTo>
                <a:lnTo>
                  <a:pt x="540" y="107"/>
                </a:lnTo>
                <a:lnTo>
                  <a:pt x="541" y="106"/>
                </a:lnTo>
                <a:lnTo>
                  <a:pt x="542" y="106"/>
                </a:lnTo>
                <a:lnTo>
                  <a:pt x="543" y="105"/>
                </a:lnTo>
                <a:lnTo>
                  <a:pt x="544" y="104"/>
                </a:lnTo>
                <a:lnTo>
                  <a:pt x="545" y="104"/>
                </a:lnTo>
                <a:lnTo>
                  <a:pt x="546" y="104"/>
                </a:lnTo>
                <a:lnTo>
                  <a:pt x="547" y="103"/>
                </a:lnTo>
                <a:lnTo>
                  <a:pt x="547" y="102"/>
                </a:lnTo>
                <a:lnTo>
                  <a:pt x="548" y="101"/>
                </a:lnTo>
                <a:lnTo>
                  <a:pt x="548" y="100"/>
                </a:lnTo>
                <a:lnTo>
                  <a:pt x="548" y="99"/>
                </a:lnTo>
                <a:lnTo>
                  <a:pt x="549" y="99"/>
                </a:lnTo>
                <a:lnTo>
                  <a:pt x="549" y="98"/>
                </a:lnTo>
                <a:lnTo>
                  <a:pt x="548" y="98"/>
                </a:lnTo>
                <a:lnTo>
                  <a:pt x="547" y="98"/>
                </a:lnTo>
                <a:lnTo>
                  <a:pt x="547" y="97"/>
                </a:lnTo>
                <a:lnTo>
                  <a:pt x="547" y="96"/>
                </a:lnTo>
                <a:lnTo>
                  <a:pt x="547" y="95"/>
                </a:lnTo>
                <a:lnTo>
                  <a:pt x="548" y="95"/>
                </a:lnTo>
                <a:lnTo>
                  <a:pt x="549" y="95"/>
                </a:lnTo>
                <a:lnTo>
                  <a:pt x="550" y="95"/>
                </a:lnTo>
                <a:lnTo>
                  <a:pt x="550" y="94"/>
                </a:lnTo>
                <a:lnTo>
                  <a:pt x="551" y="94"/>
                </a:lnTo>
                <a:lnTo>
                  <a:pt x="552" y="94"/>
                </a:lnTo>
                <a:lnTo>
                  <a:pt x="553" y="94"/>
                </a:lnTo>
                <a:lnTo>
                  <a:pt x="554" y="94"/>
                </a:lnTo>
                <a:lnTo>
                  <a:pt x="554" y="93"/>
                </a:lnTo>
                <a:lnTo>
                  <a:pt x="556" y="92"/>
                </a:lnTo>
                <a:lnTo>
                  <a:pt x="557" y="92"/>
                </a:lnTo>
                <a:lnTo>
                  <a:pt x="558" y="92"/>
                </a:lnTo>
                <a:lnTo>
                  <a:pt x="558" y="91"/>
                </a:lnTo>
                <a:lnTo>
                  <a:pt x="559" y="91"/>
                </a:lnTo>
                <a:lnTo>
                  <a:pt x="561" y="91"/>
                </a:lnTo>
                <a:lnTo>
                  <a:pt x="562" y="91"/>
                </a:lnTo>
                <a:lnTo>
                  <a:pt x="563" y="91"/>
                </a:lnTo>
                <a:lnTo>
                  <a:pt x="564" y="91"/>
                </a:lnTo>
                <a:lnTo>
                  <a:pt x="564" y="90"/>
                </a:lnTo>
                <a:lnTo>
                  <a:pt x="565" y="90"/>
                </a:lnTo>
                <a:lnTo>
                  <a:pt x="566" y="90"/>
                </a:lnTo>
                <a:lnTo>
                  <a:pt x="567" y="89"/>
                </a:lnTo>
                <a:lnTo>
                  <a:pt x="568" y="89"/>
                </a:lnTo>
                <a:lnTo>
                  <a:pt x="569" y="89"/>
                </a:lnTo>
                <a:lnTo>
                  <a:pt x="570" y="89"/>
                </a:lnTo>
                <a:lnTo>
                  <a:pt x="571" y="89"/>
                </a:lnTo>
                <a:lnTo>
                  <a:pt x="572" y="89"/>
                </a:lnTo>
                <a:lnTo>
                  <a:pt x="573" y="89"/>
                </a:lnTo>
                <a:lnTo>
                  <a:pt x="573" y="88"/>
                </a:lnTo>
                <a:lnTo>
                  <a:pt x="574" y="88"/>
                </a:lnTo>
                <a:lnTo>
                  <a:pt x="575" y="88"/>
                </a:lnTo>
                <a:lnTo>
                  <a:pt x="575" y="87"/>
                </a:lnTo>
                <a:lnTo>
                  <a:pt x="576" y="87"/>
                </a:lnTo>
                <a:lnTo>
                  <a:pt x="577" y="87"/>
                </a:lnTo>
                <a:lnTo>
                  <a:pt x="577" y="86"/>
                </a:lnTo>
                <a:lnTo>
                  <a:pt x="578" y="86"/>
                </a:lnTo>
                <a:lnTo>
                  <a:pt x="579" y="86"/>
                </a:lnTo>
                <a:lnTo>
                  <a:pt x="580" y="86"/>
                </a:lnTo>
                <a:lnTo>
                  <a:pt x="580" y="85"/>
                </a:lnTo>
                <a:lnTo>
                  <a:pt x="581" y="85"/>
                </a:lnTo>
                <a:lnTo>
                  <a:pt x="582" y="85"/>
                </a:lnTo>
                <a:lnTo>
                  <a:pt x="582" y="84"/>
                </a:lnTo>
                <a:lnTo>
                  <a:pt x="582" y="83"/>
                </a:lnTo>
                <a:lnTo>
                  <a:pt x="583" y="83"/>
                </a:lnTo>
                <a:lnTo>
                  <a:pt x="584" y="83"/>
                </a:lnTo>
                <a:lnTo>
                  <a:pt x="585" y="82"/>
                </a:lnTo>
                <a:lnTo>
                  <a:pt x="586" y="82"/>
                </a:lnTo>
                <a:lnTo>
                  <a:pt x="587" y="82"/>
                </a:lnTo>
                <a:lnTo>
                  <a:pt x="589" y="81"/>
                </a:lnTo>
                <a:lnTo>
                  <a:pt x="591" y="80"/>
                </a:lnTo>
                <a:lnTo>
                  <a:pt x="592" y="80"/>
                </a:lnTo>
                <a:lnTo>
                  <a:pt x="593" y="80"/>
                </a:lnTo>
                <a:lnTo>
                  <a:pt x="594" y="79"/>
                </a:lnTo>
                <a:lnTo>
                  <a:pt x="595" y="78"/>
                </a:lnTo>
                <a:lnTo>
                  <a:pt x="596" y="76"/>
                </a:lnTo>
                <a:lnTo>
                  <a:pt x="597" y="76"/>
                </a:lnTo>
                <a:lnTo>
                  <a:pt x="598" y="75"/>
                </a:lnTo>
                <a:lnTo>
                  <a:pt x="599" y="75"/>
                </a:lnTo>
                <a:lnTo>
                  <a:pt x="600" y="75"/>
                </a:lnTo>
                <a:lnTo>
                  <a:pt x="601" y="75"/>
                </a:lnTo>
                <a:lnTo>
                  <a:pt x="602" y="75"/>
                </a:lnTo>
                <a:lnTo>
                  <a:pt x="603" y="75"/>
                </a:lnTo>
                <a:lnTo>
                  <a:pt x="604" y="75"/>
                </a:lnTo>
                <a:lnTo>
                  <a:pt x="605" y="76"/>
                </a:lnTo>
                <a:lnTo>
                  <a:pt x="607" y="76"/>
                </a:lnTo>
                <a:lnTo>
                  <a:pt x="609" y="76"/>
                </a:lnTo>
                <a:lnTo>
                  <a:pt x="610" y="76"/>
                </a:lnTo>
                <a:lnTo>
                  <a:pt x="611" y="75"/>
                </a:lnTo>
                <a:lnTo>
                  <a:pt x="612" y="74"/>
                </a:lnTo>
                <a:lnTo>
                  <a:pt x="613" y="74"/>
                </a:lnTo>
                <a:lnTo>
                  <a:pt x="614" y="74"/>
                </a:lnTo>
                <a:lnTo>
                  <a:pt x="615" y="74"/>
                </a:lnTo>
                <a:lnTo>
                  <a:pt x="616" y="74"/>
                </a:lnTo>
                <a:lnTo>
                  <a:pt x="616" y="73"/>
                </a:lnTo>
                <a:lnTo>
                  <a:pt x="617" y="73"/>
                </a:lnTo>
                <a:lnTo>
                  <a:pt x="616" y="73"/>
                </a:lnTo>
                <a:lnTo>
                  <a:pt x="616" y="72"/>
                </a:lnTo>
                <a:lnTo>
                  <a:pt x="617" y="72"/>
                </a:lnTo>
                <a:lnTo>
                  <a:pt x="618" y="72"/>
                </a:lnTo>
                <a:lnTo>
                  <a:pt x="619" y="72"/>
                </a:lnTo>
                <a:lnTo>
                  <a:pt x="620" y="72"/>
                </a:lnTo>
                <a:lnTo>
                  <a:pt x="620" y="71"/>
                </a:lnTo>
                <a:lnTo>
                  <a:pt x="621" y="71"/>
                </a:lnTo>
                <a:lnTo>
                  <a:pt x="622" y="71"/>
                </a:lnTo>
                <a:lnTo>
                  <a:pt x="622" y="72"/>
                </a:lnTo>
                <a:lnTo>
                  <a:pt x="623" y="73"/>
                </a:lnTo>
                <a:lnTo>
                  <a:pt x="624" y="73"/>
                </a:lnTo>
                <a:lnTo>
                  <a:pt x="625" y="73"/>
                </a:lnTo>
                <a:lnTo>
                  <a:pt x="625" y="74"/>
                </a:lnTo>
                <a:lnTo>
                  <a:pt x="626" y="74"/>
                </a:lnTo>
                <a:lnTo>
                  <a:pt x="627" y="75"/>
                </a:lnTo>
                <a:lnTo>
                  <a:pt x="628" y="76"/>
                </a:lnTo>
                <a:lnTo>
                  <a:pt x="629" y="76"/>
                </a:lnTo>
                <a:lnTo>
                  <a:pt x="629" y="77"/>
                </a:lnTo>
                <a:lnTo>
                  <a:pt x="630" y="79"/>
                </a:lnTo>
                <a:lnTo>
                  <a:pt x="630" y="80"/>
                </a:lnTo>
                <a:lnTo>
                  <a:pt x="631" y="80"/>
                </a:lnTo>
                <a:lnTo>
                  <a:pt x="632" y="80"/>
                </a:lnTo>
                <a:lnTo>
                  <a:pt x="633" y="80"/>
                </a:lnTo>
                <a:lnTo>
                  <a:pt x="634" y="81"/>
                </a:lnTo>
                <a:lnTo>
                  <a:pt x="635" y="81"/>
                </a:lnTo>
                <a:lnTo>
                  <a:pt x="636" y="81"/>
                </a:lnTo>
                <a:lnTo>
                  <a:pt x="637" y="81"/>
                </a:lnTo>
                <a:lnTo>
                  <a:pt x="638" y="82"/>
                </a:lnTo>
                <a:lnTo>
                  <a:pt x="639" y="82"/>
                </a:lnTo>
                <a:lnTo>
                  <a:pt x="640" y="82"/>
                </a:lnTo>
                <a:lnTo>
                  <a:pt x="641" y="82"/>
                </a:lnTo>
                <a:lnTo>
                  <a:pt x="642" y="82"/>
                </a:lnTo>
                <a:lnTo>
                  <a:pt x="643" y="82"/>
                </a:lnTo>
                <a:lnTo>
                  <a:pt x="643" y="83"/>
                </a:lnTo>
                <a:lnTo>
                  <a:pt x="644" y="84"/>
                </a:lnTo>
                <a:lnTo>
                  <a:pt x="645" y="84"/>
                </a:lnTo>
                <a:lnTo>
                  <a:pt x="645" y="85"/>
                </a:lnTo>
                <a:lnTo>
                  <a:pt x="646" y="85"/>
                </a:lnTo>
                <a:lnTo>
                  <a:pt x="647" y="85"/>
                </a:lnTo>
                <a:lnTo>
                  <a:pt x="647" y="86"/>
                </a:lnTo>
                <a:lnTo>
                  <a:pt x="648" y="86"/>
                </a:lnTo>
                <a:lnTo>
                  <a:pt x="649" y="86"/>
                </a:lnTo>
                <a:lnTo>
                  <a:pt x="650" y="86"/>
                </a:lnTo>
                <a:lnTo>
                  <a:pt x="651" y="86"/>
                </a:lnTo>
                <a:lnTo>
                  <a:pt x="651" y="85"/>
                </a:lnTo>
                <a:lnTo>
                  <a:pt x="652" y="85"/>
                </a:lnTo>
                <a:lnTo>
                  <a:pt x="652" y="84"/>
                </a:lnTo>
                <a:lnTo>
                  <a:pt x="652" y="83"/>
                </a:lnTo>
                <a:lnTo>
                  <a:pt x="653" y="83"/>
                </a:lnTo>
                <a:lnTo>
                  <a:pt x="653" y="82"/>
                </a:lnTo>
                <a:lnTo>
                  <a:pt x="653" y="81"/>
                </a:lnTo>
                <a:lnTo>
                  <a:pt x="653" y="80"/>
                </a:lnTo>
                <a:lnTo>
                  <a:pt x="654" y="80"/>
                </a:lnTo>
                <a:lnTo>
                  <a:pt x="654" y="79"/>
                </a:lnTo>
                <a:lnTo>
                  <a:pt x="655" y="79"/>
                </a:lnTo>
                <a:lnTo>
                  <a:pt x="655" y="78"/>
                </a:lnTo>
                <a:lnTo>
                  <a:pt x="655" y="77"/>
                </a:lnTo>
                <a:lnTo>
                  <a:pt x="656" y="77"/>
                </a:lnTo>
                <a:lnTo>
                  <a:pt x="657" y="77"/>
                </a:lnTo>
                <a:lnTo>
                  <a:pt x="657" y="76"/>
                </a:lnTo>
                <a:lnTo>
                  <a:pt x="658" y="76"/>
                </a:lnTo>
                <a:lnTo>
                  <a:pt x="659" y="75"/>
                </a:lnTo>
                <a:lnTo>
                  <a:pt x="660" y="75"/>
                </a:lnTo>
                <a:lnTo>
                  <a:pt x="662" y="74"/>
                </a:lnTo>
                <a:lnTo>
                  <a:pt x="663" y="74"/>
                </a:lnTo>
                <a:lnTo>
                  <a:pt x="663" y="73"/>
                </a:lnTo>
                <a:lnTo>
                  <a:pt x="664" y="73"/>
                </a:lnTo>
                <a:lnTo>
                  <a:pt x="664" y="74"/>
                </a:lnTo>
                <a:lnTo>
                  <a:pt x="664" y="73"/>
                </a:lnTo>
                <a:lnTo>
                  <a:pt x="665" y="73"/>
                </a:lnTo>
                <a:lnTo>
                  <a:pt x="666" y="73"/>
                </a:lnTo>
                <a:lnTo>
                  <a:pt x="667" y="73"/>
                </a:lnTo>
                <a:lnTo>
                  <a:pt x="668" y="73"/>
                </a:lnTo>
                <a:lnTo>
                  <a:pt x="668" y="72"/>
                </a:lnTo>
                <a:lnTo>
                  <a:pt x="669" y="72"/>
                </a:lnTo>
                <a:lnTo>
                  <a:pt x="670" y="72"/>
                </a:lnTo>
                <a:lnTo>
                  <a:pt x="670" y="73"/>
                </a:lnTo>
                <a:lnTo>
                  <a:pt x="671" y="73"/>
                </a:lnTo>
                <a:lnTo>
                  <a:pt x="672" y="73"/>
                </a:lnTo>
                <a:lnTo>
                  <a:pt x="673" y="72"/>
                </a:lnTo>
                <a:lnTo>
                  <a:pt x="674" y="72"/>
                </a:lnTo>
                <a:lnTo>
                  <a:pt x="675" y="72"/>
                </a:lnTo>
                <a:lnTo>
                  <a:pt x="676" y="72"/>
                </a:lnTo>
                <a:lnTo>
                  <a:pt x="677" y="72"/>
                </a:lnTo>
                <a:lnTo>
                  <a:pt x="678" y="71"/>
                </a:lnTo>
                <a:lnTo>
                  <a:pt x="679" y="72"/>
                </a:lnTo>
                <a:lnTo>
                  <a:pt x="680" y="72"/>
                </a:lnTo>
                <a:lnTo>
                  <a:pt x="681" y="72"/>
                </a:lnTo>
                <a:lnTo>
                  <a:pt x="682" y="72"/>
                </a:lnTo>
                <a:lnTo>
                  <a:pt x="683" y="71"/>
                </a:lnTo>
                <a:lnTo>
                  <a:pt x="684" y="71"/>
                </a:lnTo>
                <a:lnTo>
                  <a:pt x="684" y="70"/>
                </a:lnTo>
                <a:lnTo>
                  <a:pt x="685" y="70"/>
                </a:lnTo>
                <a:lnTo>
                  <a:pt x="685" y="69"/>
                </a:lnTo>
                <a:lnTo>
                  <a:pt x="686" y="68"/>
                </a:lnTo>
                <a:lnTo>
                  <a:pt x="687" y="68"/>
                </a:lnTo>
                <a:lnTo>
                  <a:pt x="687" y="67"/>
                </a:lnTo>
                <a:lnTo>
                  <a:pt x="688" y="67"/>
                </a:lnTo>
                <a:lnTo>
                  <a:pt x="688" y="66"/>
                </a:lnTo>
                <a:lnTo>
                  <a:pt x="689" y="66"/>
                </a:lnTo>
                <a:lnTo>
                  <a:pt x="690" y="65"/>
                </a:lnTo>
                <a:lnTo>
                  <a:pt x="691" y="65"/>
                </a:lnTo>
                <a:lnTo>
                  <a:pt x="691" y="66"/>
                </a:lnTo>
                <a:lnTo>
                  <a:pt x="692" y="66"/>
                </a:lnTo>
                <a:lnTo>
                  <a:pt x="692" y="65"/>
                </a:lnTo>
                <a:lnTo>
                  <a:pt x="692" y="64"/>
                </a:lnTo>
                <a:lnTo>
                  <a:pt x="693" y="64"/>
                </a:lnTo>
                <a:lnTo>
                  <a:pt x="694" y="64"/>
                </a:lnTo>
                <a:lnTo>
                  <a:pt x="694" y="63"/>
                </a:lnTo>
                <a:lnTo>
                  <a:pt x="694" y="62"/>
                </a:lnTo>
                <a:lnTo>
                  <a:pt x="695" y="61"/>
                </a:lnTo>
                <a:lnTo>
                  <a:pt x="695" y="60"/>
                </a:lnTo>
                <a:lnTo>
                  <a:pt x="695" y="59"/>
                </a:lnTo>
                <a:lnTo>
                  <a:pt x="696" y="58"/>
                </a:lnTo>
                <a:lnTo>
                  <a:pt x="696" y="57"/>
                </a:lnTo>
                <a:lnTo>
                  <a:pt x="697" y="57"/>
                </a:lnTo>
                <a:lnTo>
                  <a:pt x="698" y="56"/>
                </a:lnTo>
                <a:lnTo>
                  <a:pt x="698" y="55"/>
                </a:lnTo>
                <a:lnTo>
                  <a:pt x="698" y="54"/>
                </a:lnTo>
                <a:lnTo>
                  <a:pt x="698" y="53"/>
                </a:lnTo>
                <a:lnTo>
                  <a:pt x="698" y="52"/>
                </a:lnTo>
                <a:lnTo>
                  <a:pt x="699" y="51"/>
                </a:lnTo>
                <a:lnTo>
                  <a:pt x="700" y="50"/>
                </a:lnTo>
                <a:lnTo>
                  <a:pt x="700" y="49"/>
                </a:lnTo>
                <a:lnTo>
                  <a:pt x="701" y="49"/>
                </a:lnTo>
                <a:lnTo>
                  <a:pt x="702" y="49"/>
                </a:lnTo>
                <a:lnTo>
                  <a:pt x="702" y="48"/>
                </a:lnTo>
                <a:lnTo>
                  <a:pt x="702" y="47"/>
                </a:lnTo>
                <a:lnTo>
                  <a:pt x="703" y="47"/>
                </a:lnTo>
                <a:lnTo>
                  <a:pt x="703" y="46"/>
                </a:lnTo>
                <a:lnTo>
                  <a:pt x="704" y="46"/>
                </a:lnTo>
                <a:lnTo>
                  <a:pt x="705" y="46"/>
                </a:lnTo>
                <a:lnTo>
                  <a:pt x="704" y="45"/>
                </a:lnTo>
                <a:lnTo>
                  <a:pt x="705" y="45"/>
                </a:lnTo>
                <a:lnTo>
                  <a:pt x="705" y="44"/>
                </a:lnTo>
                <a:lnTo>
                  <a:pt x="704" y="44"/>
                </a:lnTo>
                <a:lnTo>
                  <a:pt x="703" y="44"/>
                </a:lnTo>
                <a:lnTo>
                  <a:pt x="703" y="43"/>
                </a:lnTo>
                <a:lnTo>
                  <a:pt x="703" y="42"/>
                </a:lnTo>
                <a:lnTo>
                  <a:pt x="703" y="41"/>
                </a:lnTo>
                <a:lnTo>
                  <a:pt x="703" y="40"/>
                </a:lnTo>
                <a:lnTo>
                  <a:pt x="703" y="39"/>
                </a:lnTo>
                <a:lnTo>
                  <a:pt x="703" y="36"/>
                </a:lnTo>
                <a:lnTo>
                  <a:pt x="704" y="36"/>
                </a:lnTo>
                <a:lnTo>
                  <a:pt x="705" y="36"/>
                </a:lnTo>
                <a:lnTo>
                  <a:pt x="706" y="36"/>
                </a:lnTo>
                <a:lnTo>
                  <a:pt x="706" y="35"/>
                </a:lnTo>
                <a:lnTo>
                  <a:pt x="707" y="35"/>
                </a:lnTo>
                <a:lnTo>
                  <a:pt x="708" y="35"/>
                </a:lnTo>
                <a:lnTo>
                  <a:pt x="709" y="35"/>
                </a:lnTo>
                <a:lnTo>
                  <a:pt x="709" y="34"/>
                </a:lnTo>
                <a:lnTo>
                  <a:pt x="710" y="34"/>
                </a:lnTo>
                <a:lnTo>
                  <a:pt x="711" y="34"/>
                </a:lnTo>
                <a:lnTo>
                  <a:pt x="711" y="33"/>
                </a:lnTo>
                <a:lnTo>
                  <a:pt x="712" y="33"/>
                </a:lnTo>
                <a:lnTo>
                  <a:pt x="712" y="32"/>
                </a:lnTo>
                <a:lnTo>
                  <a:pt x="714" y="32"/>
                </a:lnTo>
                <a:lnTo>
                  <a:pt x="715" y="32"/>
                </a:lnTo>
                <a:lnTo>
                  <a:pt x="715" y="33"/>
                </a:lnTo>
                <a:lnTo>
                  <a:pt x="716" y="33"/>
                </a:lnTo>
                <a:lnTo>
                  <a:pt x="717" y="33"/>
                </a:lnTo>
                <a:lnTo>
                  <a:pt x="718" y="33"/>
                </a:lnTo>
                <a:lnTo>
                  <a:pt x="719" y="33"/>
                </a:lnTo>
                <a:lnTo>
                  <a:pt x="719" y="32"/>
                </a:lnTo>
                <a:lnTo>
                  <a:pt x="720" y="32"/>
                </a:lnTo>
                <a:lnTo>
                  <a:pt x="720" y="31"/>
                </a:lnTo>
                <a:lnTo>
                  <a:pt x="720" y="30"/>
                </a:lnTo>
                <a:lnTo>
                  <a:pt x="721" y="30"/>
                </a:lnTo>
                <a:lnTo>
                  <a:pt x="722" y="30"/>
                </a:lnTo>
                <a:lnTo>
                  <a:pt x="722" y="29"/>
                </a:lnTo>
                <a:lnTo>
                  <a:pt x="722" y="28"/>
                </a:lnTo>
                <a:lnTo>
                  <a:pt x="723" y="28"/>
                </a:lnTo>
                <a:lnTo>
                  <a:pt x="724" y="28"/>
                </a:lnTo>
                <a:lnTo>
                  <a:pt x="725" y="28"/>
                </a:lnTo>
                <a:lnTo>
                  <a:pt x="726" y="28"/>
                </a:lnTo>
                <a:lnTo>
                  <a:pt x="726" y="27"/>
                </a:lnTo>
                <a:lnTo>
                  <a:pt x="726" y="26"/>
                </a:lnTo>
                <a:lnTo>
                  <a:pt x="727" y="26"/>
                </a:lnTo>
                <a:lnTo>
                  <a:pt x="727" y="27"/>
                </a:lnTo>
                <a:lnTo>
                  <a:pt x="728" y="27"/>
                </a:lnTo>
                <a:lnTo>
                  <a:pt x="728" y="28"/>
                </a:lnTo>
                <a:lnTo>
                  <a:pt x="728" y="27"/>
                </a:lnTo>
                <a:lnTo>
                  <a:pt x="729" y="27"/>
                </a:lnTo>
                <a:lnTo>
                  <a:pt x="729" y="28"/>
                </a:lnTo>
                <a:lnTo>
                  <a:pt x="730" y="28"/>
                </a:lnTo>
                <a:lnTo>
                  <a:pt x="730" y="29"/>
                </a:lnTo>
                <a:lnTo>
                  <a:pt x="731" y="29"/>
                </a:lnTo>
                <a:lnTo>
                  <a:pt x="732" y="29"/>
                </a:lnTo>
                <a:lnTo>
                  <a:pt x="733" y="29"/>
                </a:lnTo>
                <a:lnTo>
                  <a:pt x="734" y="29"/>
                </a:lnTo>
                <a:lnTo>
                  <a:pt x="733" y="28"/>
                </a:lnTo>
                <a:lnTo>
                  <a:pt x="734" y="28"/>
                </a:lnTo>
                <a:lnTo>
                  <a:pt x="734" y="27"/>
                </a:lnTo>
                <a:lnTo>
                  <a:pt x="734" y="26"/>
                </a:lnTo>
                <a:lnTo>
                  <a:pt x="735" y="26"/>
                </a:lnTo>
                <a:lnTo>
                  <a:pt x="736" y="26"/>
                </a:lnTo>
                <a:lnTo>
                  <a:pt x="736" y="27"/>
                </a:lnTo>
                <a:lnTo>
                  <a:pt x="737" y="27"/>
                </a:lnTo>
                <a:lnTo>
                  <a:pt x="738" y="27"/>
                </a:lnTo>
                <a:lnTo>
                  <a:pt x="739" y="27"/>
                </a:lnTo>
                <a:lnTo>
                  <a:pt x="740" y="27"/>
                </a:lnTo>
                <a:lnTo>
                  <a:pt x="741" y="27"/>
                </a:lnTo>
                <a:lnTo>
                  <a:pt x="741" y="26"/>
                </a:lnTo>
                <a:lnTo>
                  <a:pt x="741" y="27"/>
                </a:lnTo>
                <a:lnTo>
                  <a:pt x="742" y="27"/>
                </a:lnTo>
                <a:lnTo>
                  <a:pt x="743" y="26"/>
                </a:lnTo>
                <a:lnTo>
                  <a:pt x="744" y="26"/>
                </a:lnTo>
                <a:lnTo>
                  <a:pt x="745" y="26"/>
                </a:lnTo>
                <a:lnTo>
                  <a:pt x="746" y="25"/>
                </a:lnTo>
                <a:lnTo>
                  <a:pt x="746" y="24"/>
                </a:lnTo>
                <a:lnTo>
                  <a:pt x="745" y="24"/>
                </a:lnTo>
                <a:lnTo>
                  <a:pt x="746" y="24"/>
                </a:lnTo>
                <a:lnTo>
                  <a:pt x="747" y="24"/>
                </a:lnTo>
                <a:lnTo>
                  <a:pt x="748" y="25"/>
                </a:lnTo>
                <a:lnTo>
                  <a:pt x="748" y="24"/>
                </a:lnTo>
                <a:lnTo>
                  <a:pt x="749" y="24"/>
                </a:lnTo>
                <a:lnTo>
                  <a:pt x="750" y="24"/>
                </a:lnTo>
                <a:lnTo>
                  <a:pt x="750" y="23"/>
                </a:lnTo>
                <a:lnTo>
                  <a:pt x="750" y="22"/>
                </a:lnTo>
                <a:lnTo>
                  <a:pt x="751" y="23"/>
                </a:lnTo>
                <a:lnTo>
                  <a:pt x="752" y="23"/>
                </a:lnTo>
                <a:lnTo>
                  <a:pt x="752" y="22"/>
                </a:lnTo>
                <a:lnTo>
                  <a:pt x="753" y="22"/>
                </a:lnTo>
                <a:lnTo>
                  <a:pt x="753" y="21"/>
                </a:lnTo>
                <a:lnTo>
                  <a:pt x="753" y="20"/>
                </a:lnTo>
                <a:lnTo>
                  <a:pt x="754" y="20"/>
                </a:lnTo>
                <a:lnTo>
                  <a:pt x="755" y="20"/>
                </a:lnTo>
                <a:lnTo>
                  <a:pt x="755" y="19"/>
                </a:lnTo>
                <a:lnTo>
                  <a:pt x="756" y="19"/>
                </a:lnTo>
                <a:lnTo>
                  <a:pt x="757" y="19"/>
                </a:lnTo>
                <a:lnTo>
                  <a:pt x="758" y="19"/>
                </a:lnTo>
                <a:lnTo>
                  <a:pt x="759" y="19"/>
                </a:lnTo>
                <a:lnTo>
                  <a:pt x="760" y="19"/>
                </a:lnTo>
                <a:lnTo>
                  <a:pt x="760" y="20"/>
                </a:lnTo>
                <a:lnTo>
                  <a:pt x="761" y="20"/>
                </a:lnTo>
                <a:lnTo>
                  <a:pt x="762" y="20"/>
                </a:lnTo>
                <a:lnTo>
                  <a:pt x="762" y="19"/>
                </a:lnTo>
                <a:lnTo>
                  <a:pt x="763" y="19"/>
                </a:lnTo>
                <a:lnTo>
                  <a:pt x="764" y="19"/>
                </a:lnTo>
                <a:lnTo>
                  <a:pt x="764" y="20"/>
                </a:lnTo>
                <a:lnTo>
                  <a:pt x="765" y="20"/>
                </a:lnTo>
                <a:lnTo>
                  <a:pt x="765" y="21"/>
                </a:lnTo>
                <a:lnTo>
                  <a:pt x="766" y="21"/>
                </a:lnTo>
                <a:lnTo>
                  <a:pt x="766" y="22"/>
                </a:lnTo>
                <a:lnTo>
                  <a:pt x="767" y="23"/>
                </a:lnTo>
                <a:lnTo>
                  <a:pt x="768" y="23"/>
                </a:lnTo>
                <a:lnTo>
                  <a:pt x="768" y="22"/>
                </a:lnTo>
                <a:lnTo>
                  <a:pt x="769" y="22"/>
                </a:lnTo>
                <a:lnTo>
                  <a:pt x="770" y="22"/>
                </a:lnTo>
                <a:lnTo>
                  <a:pt x="771" y="22"/>
                </a:lnTo>
                <a:lnTo>
                  <a:pt x="771" y="21"/>
                </a:lnTo>
                <a:lnTo>
                  <a:pt x="771" y="20"/>
                </a:lnTo>
                <a:lnTo>
                  <a:pt x="772" y="20"/>
                </a:lnTo>
                <a:lnTo>
                  <a:pt x="773" y="20"/>
                </a:lnTo>
                <a:lnTo>
                  <a:pt x="774" y="20"/>
                </a:lnTo>
                <a:lnTo>
                  <a:pt x="774" y="19"/>
                </a:lnTo>
                <a:lnTo>
                  <a:pt x="775" y="19"/>
                </a:lnTo>
                <a:lnTo>
                  <a:pt x="776" y="20"/>
                </a:lnTo>
                <a:lnTo>
                  <a:pt x="776" y="19"/>
                </a:lnTo>
                <a:lnTo>
                  <a:pt x="777" y="19"/>
                </a:lnTo>
                <a:lnTo>
                  <a:pt x="778" y="19"/>
                </a:lnTo>
                <a:lnTo>
                  <a:pt x="779" y="19"/>
                </a:lnTo>
                <a:lnTo>
                  <a:pt x="780" y="19"/>
                </a:lnTo>
                <a:lnTo>
                  <a:pt x="780" y="20"/>
                </a:lnTo>
                <a:lnTo>
                  <a:pt x="781" y="20"/>
                </a:lnTo>
                <a:lnTo>
                  <a:pt x="781" y="19"/>
                </a:lnTo>
                <a:lnTo>
                  <a:pt x="782" y="19"/>
                </a:lnTo>
                <a:lnTo>
                  <a:pt x="783" y="19"/>
                </a:lnTo>
                <a:lnTo>
                  <a:pt x="783" y="18"/>
                </a:lnTo>
                <a:lnTo>
                  <a:pt x="784" y="18"/>
                </a:lnTo>
                <a:lnTo>
                  <a:pt x="785" y="19"/>
                </a:lnTo>
                <a:lnTo>
                  <a:pt x="785" y="18"/>
                </a:lnTo>
                <a:lnTo>
                  <a:pt x="786" y="19"/>
                </a:lnTo>
                <a:lnTo>
                  <a:pt x="788" y="19"/>
                </a:lnTo>
                <a:lnTo>
                  <a:pt x="789" y="19"/>
                </a:lnTo>
                <a:lnTo>
                  <a:pt x="789" y="20"/>
                </a:lnTo>
                <a:lnTo>
                  <a:pt x="790" y="20"/>
                </a:lnTo>
                <a:lnTo>
                  <a:pt x="790" y="19"/>
                </a:lnTo>
                <a:lnTo>
                  <a:pt x="791" y="19"/>
                </a:lnTo>
                <a:lnTo>
                  <a:pt x="791" y="18"/>
                </a:lnTo>
                <a:lnTo>
                  <a:pt x="791" y="17"/>
                </a:lnTo>
                <a:lnTo>
                  <a:pt x="790" y="17"/>
                </a:lnTo>
                <a:lnTo>
                  <a:pt x="791" y="17"/>
                </a:lnTo>
                <a:lnTo>
                  <a:pt x="791" y="16"/>
                </a:lnTo>
                <a:lnTo>
                  <a:pt x="792" y="16"/>
                </a:lnTo>
                <a:lnTo>
                  <a:pt x="792" y="15"/>
                </a:lnTo>
                <a:lnTo>
                  <a:pt x="793" y="15"/>
                </a:lnTo>
                <a:lnTo>
                  <a:pt x="794" y="14"/>
                </a:lnTo>
                <a:lnTo>
                  <a:pt x="794" y="13"/>
                </a:lnTo>
                <a:lnTo>
                  <a:pt x="795" y="13"/>
                </a:lnTo>
                <a:lnTo>
                  <a:pt x="796" y="13"/>
                </a:lnTo>
                <a:lnTo>
                  <a:pt x="797" y="13"/>
                </a:lnTo>
                <a:lnTo>
                  <a:pt x="797" y="12"/>
                </a:lnTo>
                <a:lnTo>
                  <a:pt x="798" y="12"/>
                </a:lnTo>
                <a:lnTo>
                  <a:pt x="799" y="12"/>
                </a:lnTo>
                <a:lnTo>
                  <a:pt x="800" y="13"/>
                </a:lnTo>
                <a:lnTo>
                  <a:pt x="801" y="13"/>
                </a:lnTo>
                <a:lnTo>
                  <a:pt x="801" y="12"/>
                </a:lnTo>
                <a:lnTo>
                  <a:pt x="802" y="12"/>
                </a:lnTo>
                <a:lnTo>
                  <a:pt x="803" y="12"/>
                </a:lnTo>
                <a:lnTo>
                  <a:pt x="803" y="13"/>
                </a:lnTo>
                <a:lnTo>
                  <a:pt x="804" y="13"/>
                </a:lnTo>
                <a:lnTo>
                  <a:pt x="805" y="12"/>
                </a:lnTo>
                <a:lnTo>
                  <a:pt x="806" y="10"/>
                </a:lnTo>
                <a:lnTo>
                  <a:pt x="807" y="10"/>
                </a:lnTo>
                <a:lnTo>
                  <a:pt x="808" y="10"/>
                </a:lnTo>
                <a:lnTo>
                  <a:pt x="808" y="9"/>
                </a:lnTo>
                <a:lnTo>
                  <a:pt x="808" y="8"/>
                </a:lnTo>
                <a:lnTo>
                  <a:pt x="809" y="8"/>
                </a:lnTo>
                <a:lnTo>
                  <a:pt x="809" y="7"/>
                </a:lnTo>
                <a:lnTo>
                  <a:pt x="809" y="6"/>
                </a:lnTo>
                <a:lnTo>
                  <a:pt x="810" y="6"/>
                </a:lnTo>
                <a:lnTo>
                  <a:pt x="810" y="7"/>
                </a:lnTo>
                <a:lnTo>
                  <a:pt x="811" y="7"/>
                </a:lnTo>
                <a:lnTo>
                  <a:pt x="813" y="7"/>
                </a:lnTo>
                <a:lnTo>
                  <a:pt x="814" y="6"/>
                </a:lnTo>
                <a:lnTo>
                  <a:pt x="815" y="6"/>
                </a:lnTo>
                <a:lnTo>
                  <a:pt x="815" y="7"/>
                </a:lnTo>
                <a:lnTo>
                  <a:pt x="816" y="7"/>
                </a:lnTo>
                <a:lnTo>
                  <a:pt x="817" y="7"/>
                </a:lnTo>
                <a:lnTo>
                  <a:pt x="818" y="7"/>
                </a:lnTo>
                <a:lnTo>
                  <a:pt x="818" y="8"/>
                </a:lnTo>
                <a:lnTo>
                  <a:pt x="818" y="10"/>
                </a:lnTo>
                <a:lnTo>
                  <a:pt x="818" y="11"/>
                </a:lnTo>
                <a:lnTo>
                  <a:pt x="818" y="12"/>
                </a:lnTo>
                <a:lnTo>
                  <a:pt x="819" y="13"/>
                </a:lnTo>
                <a:lnTo>
                  <a:pt x="820" y="13"/>
                </a:lnTo>
                <a:lnTo>
                  <a:pt x="822" y="13"/>
                </a:lnTo>
                <a:lnTo>
                  <a:pt x="823" y="13"/>
                </a:lnTo>
                <a:lnTo>
                  <a:pt x="823" y="14"/>
                </a:lnTo>
                <a:lnTo>
                  <a:pt x="825" y="14"/>
                </a:lnTo>
                <a:lnTo>
                  <a:pt x="827" y="14"/>
                </a:lnTo>
                <a:lnTo>
                  <a:pt x="827" y="15"/>
                </a:lnTo>
                <a:lnTo>
                  <a:pt x="828" y="15"/>
                </a:lnTo>
                <a:lnTo>
                  <a:pt x="828" y="14"/>
                </a:lnTo>
                <a:lnTo>
                  <a:pt x="829" y="14"/>
                </a:lnTo>
                <a:lnTo>
                  <a:pt x="830" y="14"/>
                </a:lnTo>
                <a:lnTo>
                  <a:pt x="830" y="13"/>
                </a:lnTo>
                <a:lnTo>
                  <a:pt x="831" y="13"/>
                </a:lnTo>
                <a:lnTo>
                  <a:pt x="832" y="13"/>
                </a:lnTo>
                <a:lnTo>
                  <a:pt x="832" y="12"/>
                </a:lnTo>
                <a:lnTo>
                  <a:pt x="833" y="12"/>
                </a:lnTo>
                <a:lnTo>
                  <a:pt x="833" y="13"/>
                </a:lnTo>
                <a:lnTo>
                  <a:pt x="834" y="13"/>
                </a:lnTo>
                <a:lnTo>
                  <a:pt x="835" y="12"/>
                </a:lnTo>
                <a:lnTo>
                  <a:pt x="836" y="12"/>
                </a:lnTo>
                <a:lnTo>
                  <a:pt x="836" y="11"/>
                </a:lnTo>
                <a:lnTo>
                  <a:pt x="836" y="12"/>
                </a:lnTo>
                <a:lnTo>
                  <a:pt x="837" y="12"/>
                </a:lnTo>
                <a:lnTo>
                  <a:pt x="838" y="12"/>
                </a:lnTo>
                <a:lnTo>
                  <a:pt x="839" y="11"/>
                </a:lnTo>
                <a:lnTo>
                  <a:pt x="840" y="11"/>
                </a:lnTo>
                <a:lnTo>
                  <a:pt x="840" y="10"/>
                </a:lnTo>
                <a:lnTo>
                  <a:pt x="841" y="10"/>
                </a:lnTo>
                <a:lnTo>
                  <a:pt x="843" y="10"/>
                </a:lnTo>
                <a:lnTo>
                  <a:pt x="844" y="10"/>
                </a:lnTo>
                <a:lnTo>
                  <a:pt x="844" y="11"/>
                </a:lnTo>
                <a:lnTo>
                  <a:pt x="845" y="11"/>
                </a:lnTo>
                <a:lnTo>
                  <a:pt x="846" y="11"/>
                </a:lnTo>
                <a:lnTo>
                  <a:pt x="848" y="11"/>
                </a:lnTo>
                <a:lnTo>
                  <a:pt x="849" y="11"/>
                </a:lnTo>
                <a:lnTo>
                  <a:pt x="849" y="10"/>
                </a:lnTo>
                <a:lnTo>
                  <a:pt x="849" y="9"/>
                </a:lnTo>
                <a:lnTo>
                  <a:pt x="850" y="10"/>
                </a:lnTo>
                <a:lnTo>
                  <a:pt x="851" y="10"/>
                </a:lnTo>
                <a:lnTo>
                  <a:pt x="851" y="9"/>
                </a:lnTo>
                <a:lnTo>
                  <a:pt x="851" y="10"/>
                </a:lnTo>
                <a:lnTo>
                  <a:pt x="852" y="10"/>
                </a:lnTo>
                <a:lnTo>
                  <a:pt x="853" y="10"/>
                </a:lnTo>
                <a:lnTo>
                  <a:pt x="854" y="10"/>
                </a:lnTo>
                <a:lnTo>
                  <a:pt x="854" y="9"/>
                </a:lnTo>
                <a:lnTo>
                  <a:pt x="855" y="9"/>
                </a:lnTo>
                <a:lnTo>
                  <a:pt x="855" y="10"/>
                </a:lnTo>
                <a:lnTo>
                  <a:pt x="856" y="10"/>
                </a:lnTo>
                <a:lnTo>
                  <a:pt x="857" y="10"/>
                </a:lnTo>
                <a:lnTo>
                  <a:pt x="859" y="9"/>
                </a:lnTo>
                <a:lnTo>
                  <a:pt x="860" y="9"/>
                </a:lnTo>
                <a:lnTo>
                  <a:pt x="861" y="8"/>
                </a:lnTo>
                <a:lnTo>
                  <a:pt x="862" y="8"/>
                </a:lnTo>
                <a:lnTo>
                  <a:pt x="863" y="8"/>
                </a:lnTo>
                <a:lnTo>
                  <a:pt x="864" y="8"/>
                </a:lnTo>
                <a:lnTo>
                  <a:pt x="864" y="7"/>
                </a:lnTo>
                <a:lnTo>
                  <a:pt x="864" y="6"/>
                </a:lnTo>
                <a:lnTo>
                  <a:pt x="864" y="5"/>
                </a:lnTo>
                <a:lnTo>
                  <a:pt x="865" y="5"/>
                </a:lnTo>
                <a:lnTo>
                  <a:pt x="865" y="6"/>
                </a:lnTo>
                <a:lnTo>
                  <a:pt x="865" y="5"/>
                </a:lnTo>
                <a:lnTo>
                  <a:pt x="865" y="6"/>
                </a:lnTo>
                <a:lnTo>
                  <a:pt x="866" y="6"/>
                </a:lnTo>
                <a:lnTo>
                  <a:pt x="866" y="5"/>
                </a:lnTo>
                <a:lnTo>
                  <a:pt x="866" y="6"/>
                </a:lnTo>
                <a:lnTo>
                  <a:pt x="866" y="5"/>
                </a:lnTo>
                <a:lnTo>
                  <a:pt x="866" y="6"/>
                </a:lnTo>
                <a:lnTo>
                  <a:pt x="867" y="6"/>
                </a:lnTo>
                <a:lnTo>
                  <a:pt x="868" y="6"/>
                </a:lnTo>
                <a:lnTo>
                  <a:pt x="868" y="5"/>
                </a:lnTo>
                <a:lnTo>
                  <a:pt x="871" y="5"/>
                </a:lnTo>
                <a:lnTo>
                  <a:pt x="872" y="5"/>
                </a:lnTo>
                <a:lnTo>
                  <a:pt x="873" y="5"/>
                </a:lnTo>
                <a:lnTo>
                  <a:pt x="874" y="5"/>
                </a:lnTo>
                <a:lnTo>
                  <a:pt x="875" y="5"/>
                </a:lnTo>
                <a:lnTo>
                  <a:pt x="876" y="6"/>
                </a:lnTo>
                <a:lnTo>
                  <a:pt x="879" y="6"/>
                </a:lnTo>
                <a:lnTo>
                  <a:pt x="881" y="5"/>
                </a:lnTo>
                <a:lnTo>
                  <a:pt x="882" y="5"/>
                </a:lnTo>
                <a:lnTo>
                  <a:pt x="882" y="4"/>
                </a:lnTo>
                <a:lnTo>
                  <a:pt x="883" y="3"/>
                </a:lnTo>
                <a:lnTo>
                  <a:pt x="884" y="3"/>
                </a:lnTo>
                <a:lnTo>
                  <a:pt x="885" y="3"/>
                </a:lnTo>
                <a:lnTo>
                  <a:pt x="885" y="4"/>
                </a:lnTo>
                <a:lnTo>
                  <a:pt x="886" y="4"/>
                </a:lnTo>
                <a:lnTo>
                  <a:pt x="887" y="4"/>
                </a:lnTo>
                <a:lnTo>
                  <a:pt x="887" y="3"/>
                </a:lnTo>
                <a:lnTo>
                  <a:pt x="888" y="3"/>
                </a:lnTo>
                <a:lnTo>
                  <a:pt x="888" y="2"/>
                </a:lnTo>
                <a:lnTo>
                  <a:pt x="889" y="1"/>
                </a:lnTo>
                <a:lnTo>
                  <a:pt x="890" y="1"/>
                </a:lnTo>
                <a:lnTo>
                  <a:pt x="891" y="1"/>
                </a:lnTo>
                <a:lnTo>
                  <a:pt x="891" y="2"/>
                </a:lnTo>
                <a:lnTo>
                  <a:pt x="892" y="2"/>
                </a:lnTo>
                <a:lnTo>
                  <a:pt x="893" y="2"/>
                </a:lnTo>
                <a:lnTo>
                  <a:pt x="895" y="2"/>
                </a:lnTo>
                <a:lnTo>
                  <a:pt x="896" y="2"/>
                </a:lnTo>
                <a:lnTo>
                  <a:pt x="897" y="2"/>
                </a:lnTo>
                <a:lnTo>
                  <a:pt x="898" y="3"/>
                </a:lnTo>
                <a:lnTo>
                  <a:pt x="899" y="3"/>
                </a:lnTo>
                <a:lnTo>
                  <a:pt x="900" y="3"/>
                </a:lnTo>
                <a:lnTo>
                  <a:pt x="900" y="2"/>
                </a:lnTo>
                <a:lnTo>
                  <a:pt x="899" y="2"/>
                </a:lnTo>
                <a:lnTo>
                  <a:pt x="899" y="1"/>
                </a:lnTo>
                <a:lnTo>
                  <a:pt x="899" y="0"/>
                </a:lnTo>
                <a:lnTo>
                  <a:pt x="900" y="0"/>
                </a:lnTo>
                <a:lnTo>
                  <a:pt x="900" y="1"/>
                </a:lnTo>
                <a:lnTo>
                  <a:pt x="900" y="0"/>
                </a:lnTo>
                <a:lnTo>
                  <a:pt x="901" y="0"/>
                </a:lnTo>
                <a:lnTo>
                  <a:pt x="902" y="0"/>
                </a:lnTo>
                <a:lnTo>
                  <a:pt x="90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10" name=""/>
          <p:cNvSpPr/>
          <p:nvPr/>
        </p:nvSpPr>
        <p:spPr>
          <a:xfrm>
            <a:off x="6492960" y="3677760"/>
            <a:ext cx="186840" cy="290520"/>
          </a:xfrm>
          <a:custGeom>
            <a:avLst/>
            <a:gdLst/>
            <a:ahLst/>
            <a:rect l="0" t="0" r="r" b="b"/>
            <a:pathLst>
              <a:path w="519" h="807">
                <a:moveTo>
                  <a:pt x="511" y="2"/>
                </a:moveTo>
                <a:lnTo>
                  <a:pt x="510" y="5"/>
                </a:lnTo>
                <a:lnTo>
                  <a:pt x="510" y="6"/>
                </a:lnTo>
                <a:lnTo>
                  <a:pt x="509" y="6"/>
                </a:lnTo>
                <a:lnTo>
                  <a:pt x="508" y="7"/>
                </a:lnTo>
                <a:lnTo>
                  <a:pt x="506" y="9"/>
                </a:lnTo>
                <a:lnTo>
                  <a:pt x="506" y="10"/>
                </a:lnTo>
                <a:lnTo>
                  <a:pt x="505" y="11"/>
                </a:lnTo>
                <a:lnTo>
                  <a:pt x="505" y="12"/>
                </a:lnTo>
                <a:lnTo>
                  <a:pt x="503" y="13"/>
                </a:lnTo>
                <a:lnTo>
                  <a:pt x="502" y="14"/>
                </a:lnTo>
                <a:lnTo>
                  <a:pt x="502" y="16"/>
                </a:lnTo>
                <a:lnTo>
                  <a:pt x="502" y="18"/>
                </a:lnTo>
                <a:lnTo>
                  <a:pt x="502" y="19"/>
                </a:lnTo>
                <a:lnTo>
                  <a:pt x="503" y="19"/>
                </a:lnTo>
                <a:lnTo>
                  <a:pt x="504" y="18"/>
                </a:lnTo>
                <a:lnTo>
                  <a:pt x="505" y="18"/>
                </a:lnTo>
                <a:lnTo>
                  <a:pt x="506" y="18"/>
                </a:lnTo>
                <a:lnTo>
                  <a:pt x="506" y="19"/>
                </a:lnTo>
                <a:lnTo>
                  <a:pt x="505" y="20"/>
                </a:lnTo>
                <a:lnTo>
                  <a:pt x="504" y="21"/>
                </a:lnTo>
                <a:lnTo>
                  <a:pt x="505" y="21"/>
                </a:lnTo>
                <a:lnTo>
                  <a:pt x="506" y="23"/>
                </a:lnTo>
                <a:lnTo>
                  <a:pt x="507" y="23"/>
                </a:lnTo>
                <a:lnTo>
                  <a:pt x="508" y="23"/>
                </a:lnTo>
                <a:lnTo>
                  <a:pt x="508" y="22"/>
                </a:lnTo>
                <a:lnTo>
                  <a:pt x="509" y="22"/>
                </a:lnTo>
                <a:lnTo>
                  <a:pt x="510" y="22"/>
                </a:lnTo>
                <a:lnTo>
                  <a:pt x="511" y="22"/>
                </a:lnTo>
                <a:lnTo>
                  <a:pt x="511" y="23"/>
                </a:lnTo>
                <a:lnTo>
                  <a:pt x="511" y="24"/>
                </a:lnTo>
                <a:lnTo>
                  <a:pt x="511" y="25"/>
                </a:lnTo>
                <a:lnTo>
                  <a:pt x="512" y="25"/>
                </a:lnTo>
                <a:lnTo>
                  <a:pt x="512" y="24"/>
                </a:lnTo>
                <a:lnTo>
                  <a:pt x="513" y="24"/>
                </a:lnTo>
                <a:lnTo>
                  <a:pt x="514" y="24"/>
                </a:lnTo>
                <a:lnTo>
                  <a:pt x="514" y="25"/>
                </a:lnTo>
                <a:lnTo>
                  <a:pt x="513" y="25"/>
                </a:lnTo>
                <a:lnTo>
                  <a:pt x="513" y="26"/>
                </a:lnTo>
                <a:lnTo>
                  <a:pt x="514" y="28"/>
                </a:lnTo>
                <a:lnTo>
                  <a:pt x="515" y="28"/>
                </a:lnTo>
                <a:lnTo>
                  <a:pt x="515" y="29"/>
                </a:lnTo>
                <a:lnTo>
                  <a:pt x="516" y="29"/>
                </a:lnTo>
                <a:lnTo>
                  <a:pt x="517" y="29"/>
                </a:lnTo>
                <a:lnTo>
                  <a:pt x="518" y="29"/>
                </a:lnTo>
                <a:lnTo>
                  <a:pt x="519" y="29"/>
                </a:lnTo>
                <a:lnTo>
                  <a:pt x="518" y="30"/>
                </a:lnTo>
                <a:lnTo>
                  <a:pt x="517" y="31"/>
                </a:lnTo>
                <a:lnTo>
                  <a:pt x="516" y="32"/>
                </a:lnTo>
                <a:lnTo>
                  <a:pt x="516" y="33"/>
                </a:lnTo>
                <a:lnTo>
                  <a:pt x="516" y="34"/>
                </a:lnTo>
                <a:lnTo>
                  <a:pt x="516" y="35"/>
                </a:lnTo>
                <a:lnTo>
                  <a:pt x="517" y="35"/>
                </a:lnTo>
                <a:lnTo>
                  <a:pt x="516" y="35"/>
                </a:lnTo>
                <a:lnTo>
                  <a:pt x="516" y="36"/>
                </a:lnTo>
                <a:lnTo>
                  <a:pt x="515" y="37"/>
                </a:lnTo>
                <a:lnTo>
                  <a:pt x="515" y="38"/>
                </a:lnTo>
                <a:lnTo>
                  <a:pt x="514" y="39"/>
                </a:lnTo>
                <a:lnTo>
                  <a:pt x="514" y="40"/>
                </a:lnTo>
                <a:lnTo>
                  <a:pt x="514" y="41"/>
                </a:lnTo>
                <a:lnTo>
                  <a:pt x="513" y="41"/>
                </a:lnTo>
                <a:lnTo>
                  <a:pt x="513" y="42"/>
                </a:lnTo>
                <a:lnTo>
                  <a:pt x="512" y="42"/>
                </a:lnTo>
                <a:lnTo>
                  <a:pt x="512" y="44"/>
                </a:lnTo>
                <a:lnTo>
                  <a:pt x="511" y="44"/>
                </a:lnTo>
                <a:lnTo>
                  <a:pt x="512" y="44"/>
                </a:lnTo>
                <a:lnTo>
                  <a:pt x="512" y="45"/>
                </a:lnTo>
                <a:lnTo>
                  <a:pt x="512" y="46"/>
                </a:lnTo>
                <a:lnTo>
                  <a:pt x="512" y="47"/>
                </a:lnTo>
                <a:lnTo>
                  <a:pt x="512" y="48"/>
                </a:lnTo>
                <a:lnTo>
                  <a:pt x="512" y="49"/>
                </a:lnTo>
                <a:lnTo>
                  <a:pt x="511" y="49"/>
                </a:lnTo>
                <a:lnTo>
                  <a:pt x="510" y="49"/>
                </a:lnTo>
                <a:lnTo>
                  <a:pt x="510" y="50"/>
                </a:lnTo>
                <a:lnTo>
                  <a:pt x="510" y="52"/>
                </a:lnTo>
                <a:lnTo>
                  <a:pt x="510" y="53"/>
                </a:lnTo>
                <a:lnTo>
                  <a:pt x="509" y="53"/>
                </a:lnTo>
                <a:lnTo>
                  <a:pt x="507" y="55"/>
                </a:lnTo>
                <a:lnTo>
                  <a:pt x="506" y="56"/>
                </a:lnTo>
                <a:lnTo>
                  <a:pt x="505" y="56"/>
                </a:lnTo>
                <a:lnTo>
                  <a:pt x="505" y="57"/>
                </a:lnTo>
                <a:lnTo>
                  <a:pt x="504" y="57"/>
                </a:lnTo>
                <a:lnTo>
                  <a:pt x="502" y="57"/>
                </a:lnTo>
                <a:lnTo>
                  <a:pt x="502" y="58"/>
                </a:lnTo>
                <a:lnTo>
                  <a:pt x="501" y="58"/>
                </a:lnTo>
                <a:lnTo>
                  <a:pt x="500" y="58"/>
                </a:lnTo>
                <a:lnTo>
                  <a:pt x="497" y="60"/>
                </a:lnTo>
                <a:lnTo>
                  <a:pt x="496" y="60"/>
                </a:lnTo>
                <a:lnTo>
                  <a:pt x="496" y="61"/>
                </a:lnTo>
                <a:lnTo>
                  <a:pt x="495" y="62"/>
                </a:lnTo>
                <a:lnTo>
                  <a:pt x="495" y="63"/>
                </a:lnTo>
                <a:lnTo>
                  <a:pt x="496" y="64"/>
                </a:lnTo>
                <a:lnTo>
                  <a:pt x="497" y="64"/>
                </a:lnTo>
                <a:lnTo>
                  <a:pt x="498" y="67"/>
                </a:lnTo>
                <a:lnTo>
                  <a:pt x="498" y="68"/>
                </a:lnTo>
                <a:lnTo>
                  <a:pt x="498" y="70"/>
                </a:lnTo>
                <a:lnTo>
                  <a:pt x="498" y="71"/>
                </a:lnTo>
                <a:lnTo>
                  <a:pt x="498" y="72"/>
                </a:lnTo>
                <a:lnTo>
                  <a:pt x="497" y="72"/>
                </a:lnTo>
                <a:lnTo>
                  <a:pt x="497" y="73"/>
                </a:lnTo>
                <a:lnTo>
                  <a:pt x="496" y="73"/>
                </a:lnTo>
                <a:lnTo>
                  <a:pt x="496" y="74"/>
                </a:lnTo>
                <a:lnTo>
                  <a:pt x="497" y="74"/>
                </a:lnTo>
                <a:lnTo>
                  <a:pt x="497" y="75"/>
                </a:lnTo>
                <a:lnTo>
                  <a:pt x="497" y="76"/>
                </a:lnTo>
                <a:lnTo>
                  <a:pt x="497" y="77"/>
                </a:lnTo>
                <a:lnTo>
                  <a:pt x="496" y="78"/>
                </a:lnTo>
                <a:lnTo>
                  <a:pt x="496" y="79"/>
                </a:lnTo>
                <a:lnTo>
                  <a:pt x="496" y="80"/>
                </a:lnTo>
                <a:lnTo>
                  <a:pt x="496" y="81"/>
                </a:lnTo>
                <a:lnTo>
                  <a:pt x="495" y="81"/>
                </a:lnTo>
                <a:lnTo>
                  <a:pt x="495" y="82"/>
                </a:lnTo>
                <a:lnTo>
                  <a:pt x="494" y="82"/>
                </a:lnTo>
                <a:lnTo>
                  <a:pt x="493" y="82"/>
                </a:lnTo>
                <a:lnTo>
                  <a:pt x="493" y="83"/>
                </a:lnTo>
                <a:lnTo>
                  <a:pt x="493" y="84"/>
                </a:lnTo>
                <a:lnTo>
                  <a:pt x="494" y="84"/>
                </a:lnTo>
                <a:lnTo>
                  <a:pt x="494" y="85"/>
                </a:lnTo>
                <a:lnTo>
                  <a:pt x="493" y="86"/>
                </a:lnTo>
                <a:lnTo>
                  <a:pt x="492" y="87"/>
                </a:lnTo>
                <a:lnTo>
                  <a:pt x="492" y="88"/>
                </a:lnTo>
                <a:lnTo>
                  <a:pt x="491" y="88"/>
                </a:lnTo>
                <a:lnTo>
                  <a:pt x="491" y="89"/>
                </a:lnTo>
                <a:lnTo>
                  <a:pt x="490" y="89"/>
                </a:lnTo>
                <a:lnTo>
                  <a:pt x="489" y="90"/>
                </a:lnTo>
                <a:lnTo>
                  <a:pt x="489" y="91"/>
                </a:lnTo>
                <a:lnTo>
                  <a:pt x="489" y="92"/>
                </a:lnTo>
                <a:lnTo>
                  <a:pt x="489" y="93"/>
                </a:lnTo>
                <a:lnTo>
                  <a:pt x="489" y="94"/>
                </a:lnTo>
                <a:lnTo>
                  <a:pt x="488" y="94"/>
                </a:lnTo>
                <a:lnTo>
                  <a:pt x="487" y="94"/>
                </a:lnTo>
                <a:lnTo>
                  <a:pt x="487" y="95"/>
                </a:lnTo>
                <a:lnTo>
                  <a:pt x="487" y="96"/>
                </a:lnTo>
                <a:lnTo>
                  <a:pt x="487" y="97"/>
                </a:lnTo>
                <a:lnTo>
                  <a:pt x="486" y="97"/>
                </a:lnTo>
                <a:lnTo>
                  <a:pt x="486" y="98"/>
                </a:lnTo>
                <a:lnTo>
                  <a:pt x="486" y="99"/>
                </a:lnTo>
                <a:lnTo>
                  <a:pt x="487" y="101"/>
                </a:lnTo>
                <a:lnTo>
                  <a:pt x="487" y="102"/>
                </a:lnTo>
                <a:lnTo>
                  <a:pt x="488" y="102"/>
                </a:lnTo>
                <a:lnTo>
                  <a:pt x="489" y="102"/>
                </a:lnTo>
                <a:lnTo>
                  <a:pt x="489" y="103"/>
                </a:lnTo>
                <a:lnTo>
                  <a:pt x="490" y="103"/>
                </a:lnTo>
                <a:lnTo>
                  <a:pt x="489" y="103"/>
                </a:lnTo>
                <a:lnTo>
                  <a:pt x="489" y="104"/>
                </a:lnTo>
                <a:lnTo>
                  <a:pt x="489" y="106"/>
                </a:lnTo>
                <a:lnTo>
                  <a:pt x="489" y="107"/>
                </a:lnTo>
                <a:lnTo>
                  <a:pt x="489" y="108"/>
                </a:lnTo>
                <a:lnTo>
                  <a:pt x="489" y="109"/>
                </a:lnTo>
                <a:lnTo>
                  <a:pt x="488" y="109"/>
                </a:lnTo>
                <a:lnTo>
                  <a:pt x="487" y="109"/>
                </a:lnTo>
                <a:lnTo>
                  <a:pt x="486" y="109"/>
                </a:lnTo>
                <a:lnTo>
                  <a:pt x="485" y="110"/>
                </a:lnTo>
                <a:lnTo>
                  <a:pt x="485" y="111"/>
                </a:lnTo>
                <a:lnTo>
                  <a:pt x="486" y="111"/>
                </a:lnTo>
                <a:lnTo>
                  <a:pt x="485" y="113"/>
                </a:lnTo>
                <a:lnTo>
                  <a:pt x="485" y="114"/>
                </a:lnTo>
                <a:lnTo>
                  <a:pt x="486" y="114"/>
                </a:lnTo>
                <a:lnTo>
                  <a:pt x="486" y="115"/>
                </a:lnTo>
                <a:lnTo>
                  <a:pt x="485" y="115"/>
                </a:lnTo>
                <a:lnTo>
                  <a:pt x="485" y="116"/>
                </a:lnTo>
                <a:lnTo>
                  <a:pt x="483" y="117"/>
                </a:lnTo>
                <a:lnTo>
                  <a:pt x="482" y="117"/>
                </a:lnTo>
                <a:lnTo>
                  <a:pt x="481" y="116"/>
                </a:lnTo>
                <a:lnTo>
                  <a:pt x="480" y="116"/>
                </a:lnTo>
                <a:lnTo>
                  <a:pt x="478" y="116"/>
                </a:lnTo>
                <a:lnTo>
                  <a:pt x="477" y="116"/>
                </a:lnTo>
                <a:lnTo>
                  <a:pt x="476" y="119"/>
                </a:lnTo>
                <a:lnTo>
                  <a:pt x="475" y="122"/>
                </a:lnTo>
                <a:lnTo>
                  <a:pt x="475" y="123"/>
                </a:lnTo>
                <a:lnTo>
                  <a:pt x="475" y="124"/>
                </a:lnTo>
                <a:lnTo>
                  <a:pt x="474" y="124"/>
                </a:lnTo>
                <a:lnTo>
                  <a:pt x="474" y="125"/>
                </a:lnTo>
                <a:lnTo>
                  <a:pt x="473" y="125"/>
                </a:lnTo>
                <a:lnTo>
                  <a:pt x="472" y="125"/>
                </a:lnTo>
                <a:lnTo>
                  <a:pt x="472" y="126"/>
                </a:lnTo>
                <a:lnTo>
                  <a:pt x="471" y="126"/>
                </a:lnTo>
                <a:lnTo>
                  <a:pt x="470" y="127"/>
                </a:lnTo>
                <a:lnTo>
                  <a:pt x="469" y="127"/>
                </a:lnTo>
                <a:lnTo>
                  <a:pt x="468" y="128"/>
                </a:lnTo>
                <a:lnTo>
                  <a:pt x="468" y="129"/>
                </a:lnTo>
                <a:lnTo>
                  <a:pt x="467" y="130"/>
                </a:lnTo>
                <a:lnTo>
                  <a:pt x="466" y="131"/>
                </a:lnTo>
                <a:lnTo>
                  <a:pt x="463" y="131"/>
                </a:lnTo>
                <a:lnTo>
                  <a:pt x="462" y="131"/>
                </a:lnTo>
                <a:lnTo>
                  <a:pt x="461" y="131"/>
                </a:lnTo>
                <a:lnTo>
                  <a:pt x="461" y="130"/>
                </a:lnTo>
                <a:lnTo>
                  <a:pt x="460" y="130"/>
                </a:lnTo>
                <a:lnTo>
                  <a:pt x="460" y="131"/>
                </a:lnTo>
                <a:lnTo>
                  <a:pt x="459" y="131"/>
                </a:lnTo>
                <a:lnTo>
                  <a:pt x="459" y="132"/>
                </a:lnTo>
                <a:lnTo>
                  <a:pt x="458" y="132"/>
                </a:lnTo>
                <a:lnTo>
                  <a:pt x="458" y="133"/>
                </a:lnTo>
                <a:lnTo>
                  <a:pt x="458" y="134"/>
                </a:lnTo>
                <a:lnTo>
                  <a:pt x="458" y="135"/>
                </a:lnTo>
                <a:lnTo>
                  <a:pt x="458" y="136"/>
                </a:lnTo>
                <a:lnTo>
                  <a:pt x="458" y="137"/>
                </a:lnTo>
                <a:lnTo>
                  <a:pt x="458" y="138"/>
                </a:lnTo>
                <a:lnTo>
                  <a:pt x="458" y="139"/>
                </a:lnTo>
                <a:lnTo>
                  <a:pt x="458" y="140"/>
                </a:lnTo>
                <a:lnTo>
                  <a:pt x="457" y="140"/>
                </a:lnTo>
                <a:lnTo>
                  <a:pt x="457" y="141"/>
                </a:lnTo>
                <a:lnTo>
                  <a:pt x="456" y="141"/>
                </a:lnTo>
                <a:lnTo>
                  <a:pt x="456" y="140"/>
                </a:lnTo>
                <a:lnTo>
                  <a:pt x="455" y="140"/>
                </a:lnTo>
                <a:lnTo>
                  <a:pt x="454" y="140"/>
                </a:lnTo>
                <a:lnTo>
                  <a:pt x="454" y="141"/>
                </a:lnTo>
                <a:lnTo>
                  <a:pt x="453" y="141"/>
                </a:lnTo>
                <a:lnTo>
                  <a:pt x="453" y="142"/>
                </a:lnTo>
                <a:lnTo>
                  <a:pt x="453" y="143"/>
                </a:lnTo>
                <a:lnTo>
                  <a:pt x="452" y="143"/>
                </a:lnTo>
                <a:lnTo>
                  <a:pt x="452" y="146"/>
                </a:lnTo>
                <a:lnTo>
                  <a:pt x="453" y="147"/>
                </a:lnTo>
                <a:lnTo>
                  <a:pt x="453" y="148"/>
                </a:lnTo>
                <a:lnTo>
                  <a:pt x="454" y="148"/>
                </a:lnTo>
                <a:lnTo>
                  <a:pt x="454" y="149"/>
                </a:lnTo>
                <a:lnTo>
                  <a:pt x="454" y="150"/>
                </a:lnTo>
                <a:lnTo>
                  <a:pt x="453" y="150"/>
                </a:lnTo>
                <a:lnTo>
                  <a:pt x="453" y="151"/>
                </a:lnTo>
                <a:lnTo>
                  <a:pt x="452" y="152"/>
                </a:lnTo>
                <a:lnTo>
                  <a:pt x="452" y="153"/>
                </a:lnTo>
                <a:lnTo>
                  <a:pt x="452" y="154"/>
                </a:lnTo>
                <a:lnTo>
                  <a:pt x="453" y="155"/>
                </a:lnTo>
                <a:lnTo>
                  <a:pt x="453" y="156"/>
                </a:lnTo>
                <a:lnTo>
                  <a:pt x="452" y="157"/>
                </a:lnTo>
                <a:lnTo>
                  <a:pt x="452" y="158"/>
                </a:lnTo>
                <a:lnTo>
                  <a:pt x="452" y="159"/>
                </a:lnTo>
                <a:lnTo>
                  <a:pt x="452" y="160"/>
                </a:lnTo>
                <a:lnTo>
                  <a:pt x="452" y="161"/>
                </a:lnTo>
                <a:lnTo>
                  <a:pt x="453" y="161"/>
                </a:lnTo>
                <a:lnTo>
                  <a:pt x="454" y="161"/>
                </a:lnTo>
                <a:lnTo>
                  <a:pt x="454" y="162"/>
                </a:lnTo>
                <a:lnTo>
                  <a:pt x="454" y="163"/>
                </a:lnTo>
                <a:lnTo>
                  <a:pt x="454" y="164"/>
                </a:lnTo>
                <a:lnTo>
                  <a:pt x="453" y="165"/>
                </a:lnTo>
                <a:lnTo>
                  <a:pt x="453" y="166"/>
                </a:lnTo>
                <a:lnTo>
                  <a:pt x="454" y="167"/>
                </a:lnTo>
                <a:lnTo>
                  <a:pt x="455" y="167"/>
                </a:lnTo>
                <a:lnTo>
                  <a:pt x="456" y="167"/>
                </a:lnTo>
                <a:lnTo>
                  <a:pt x="456" y="168"/>
                </a:lnTo>
                <a:lnTo>
                  <a:pt x="457" y="168"/>
                </a:lnTo>
                <a:lnTo>
                  <a:pt x="459" y="169"/>
                </a:lnTo>
                <a:lnTo>
                  <a:pt x="460" y="169"/>
                </a:lnTo>
                <a:lnTo>
                  <a:pt x="460" y="170"/>
                </a:lnTo>
                <a:lnTo>
                  <a:pt x="461" y="170"/>
                </a:lnTo>
                <a:lnTo>
                  <a:pt x="461" y="171"/>
                </a:lnTo>
                <a:lnTo>
                  <a:pt x="462" y="173"/>
                </a:lnTo>
                <a:lnTo>
                  <a:pt x="462" y="174"/>
                </a:lnTo>
                <a:lnTo>
                  <a:pt x="463" y="174"/>
                </a:lnTo>
                <a:lnTo>
                  <a:pt x="463" y="175"/>
                </a:lnTo>
                <a:lnTo>
                  <a:pt x="465" y="178"/>
                </a:lnTo>
                <a:lnTo>
                  <a:pt x="466" y="179"/>
                </a:lnTo>
                <a:lnTo>
                  <a:pt x="467" y="182"/>
                </a:lnTo>
                <a:lnTo>
                  <a:pt x="467" y="183"/>
                </a:lnTo>
                <a:lnTo>
                  <a:pt x="468" y="183"/>
                </a:lnTo>
                <a:lnTo>
                  <a:pt x="468" y="184"/>
                </a:lnTo>
                <a:lnTo>
                  <a:pt x="469" y="184"/>
                </a:lnTo>
                <a:lnTo>
                  <a:pt x="470" y="184"/>
                </a:lnTo>
                <a:lnTo>
                  <a:pt x="471" y="185"/>
                </a:lnTo>
                <a:lnTo>
                  <a:pt x="473" y="186"/>
                </a:lnTo>
                <a:lnTo>
                  <a:pt x="474" y="187"/>
                </a:lnTo>
                <a:lnTo>
                  <a:pt x="475" y="187"/>
                </a:lnTo>
                <a:lnTo>
                  <a:pt x="475" y="188"/>
                </a:lnTo>
                <a:lnTo>
                  <a:pt x="475" y="189"/>
                </a:lnTo>
                <a:lnTo>
                  <a:pt x="473" y="189"/>
                </a:lnTo>
                <a:lnTo>
                  <a:pt x="473" y="190"/>
                </a:lnTo>
                <a:lnTo>
                  <a:pt x="472" y="190"/>
                </a:lnTo>
                <a:lnTo>
                  <a:pt x="471" y="190"/>
                </a:lnTo>
                <a:lnTo>
                  <a:pt x="470" y="190"/>
                </a:lnTo>
                <a:lnTo>
                  <a:pt x="470" y="191"/>
                </a:lnTo>
                <a:lnTo>
                  <a:pt x="470" y="192"/>
                </a:lnTo>
                <a:lnTo>
                  <a:pt x="471" y="192"/>
                </a:lnTo>
                <a:lnTo>
                  <a:pt x="471" y="193"/>
                </a:lnTo>
                <a:lnTo>
                  <a:pt x="472" y="193"/>
                </a:lnTo>
                <a:lnTo>
                  <a:pt x="473" y="193"/>
                </a:lnTo>
                <a:lnTo>
                  <a:pt x="473" y="194"/>
                </a:lnTo>
                <a:lnTo>
                  <a:pt x="475" y="194"/>
                </a:lnTo>
                <a:lnTo>
                  <a:pt x="476" y="194"/>
                </a:lnTo>
                <a:lnTo>
                  <a:pt x="476" y="195"/>
                </a:lnTo>
                <a:lnTo>
                  <a:pt x="477" y="195"/>
                </a:lnTo>
                <a:lnTo>
                  <a:pt x="478" y="196"/>
                </a:lnTo>
                <a:lnTo>
                  <a:pt x="479" y="197"/>
                </a:lnTo>
                <a:lnTo>
                  <a:pt x="478" y="197"/>
                </a:lnTo>
                <a:lnTo>
                  <a:pt x="478" y="198"/>
                </a:lnTo>
                <a:lnTo>
                  <a:pt x="477" y="198"/>
                </a:lnTo>
                <a:lnTo>
                  <a:pt x="476" y="198"/>
                </a:lnTo>
                <a:lnTo>
                  <a:pt x="476" y="199"/>
                </a:lnTo>
                <a:lnTo>
                  <a:pt x="476" y="200"/>
                </a:lnTo>
                <a:lnTo>
                  <a:pt x="476" y="201"/>
                </a:lnTo>
                <a:lnTo>
                  <a:pt x="476" y="202"/>
                </a:lnTo>
                <a:lnTo>
                  <a:pt x="476" y="203"/>
                </a:lnTo>
                <a:lnTo>
                  <a:pt x="477" y="204"/>
                </a:lnTo>
                <a:lnTo>
                  <a:pt x="477" y="205"/>
                </a:lnTo>
                <a:lnTo>
                  <a:pt x="478" y="205"/>
                </a:lnTo>
                <a:lnTo>
                  <a:pt x="478" y="206"/>
                </a:lnTo>
                <a:lnTo>
                  <a:pt x="478" y="207"/>
                </a:lnTo>
                <a:lnTo>
                  <a:pt x="478" y="208"/>
                </a:lnTo>
                <a:lnTo>
                  <a:pt x="477" y="209"/>
                </a:lnTo>
                <a:lnTo>
                  <a:pt x="476" y="209"/>
                </a:lnTo>
                <a:lnTo>
                  <a:pt x="476" y="210"/>
                </a:lnTo>
                <a:lnTo>
                  <a:pt x="476" y="211"/>
                </a:lnTo>
                <a:lnTo>
                  <a:pt x="476" y="212"/>
                </a:lnTo>
                <a:lnTo>
                  <a:pt x="475" y="212"/>
                </a:lnTo>
                <a:lnTo>
                  <a:pt x="475" y="213"/>
                </a:lnTo>
                <a:lnTo>
                  <a:pt x="475" y="215"/>
                </a:lnTo>
                <a:lnTo>
                  <a:pt x="475" y="216"/>
                </a:lnTo>
                <a:lnTo>
                  <a:pt x="474" y="218"/>
                </a:lnTo>
                <a:lnTo>
                  <a:pt x="473" y="218"/>
                </a:lnTo>
                <a:lnTo>
                  <a:pt x="471" y="219"/>
                </a:lnTo>
                <a:lnTo>
                  <a:pt x="469" y="219"/>
                </a:lnTo>
                <a:lnTo>
                  <a:pt x="468" y="219"/>
                </a:lnTo>
                <a:lnTo>
                  <a:pt x="466" y="219"/>
                </a:lnTo>
                <a:lnTo>
                  <a:pt x="465" y="219"/>
                </a:lnTo>
                <a:lnTo>
                  <a:pt x="465" y="220"/>
                </a:lnTo>
                <a:lnTo>
                  <a:pt x="465" y="221"/>
                </a:lnTo>
                <a:lnTo>
                  <a:pt x="464" y="221"/>
                </a:lnTo>
                <a:lnTo>
                  <a:pt x="464" y="223"/>
                </a:lnTo>
                <a:lnTo>
                  <a:pt x="464" y="224"/>
                </a:lnTo>
                <a:lnTo>
                  <a:pt x="464" y="226"/>
                </a:lnTo>
                <a:lnTo>
                  <a:pt x="464" y="227"/>
                </a:lnTo>
                <a:lnTo>
                  <a:pt x="465" y="227"/>
                </a:lnTo>
                <a:lnTo>
                  <a:pt x="465" y="228"/>
                </a:lnTo>
                <a:lnTo>
                  <a:pt x="466" y="228"/>
                </a:lnTo>
                <a:lnTo>
                  <a:pt x="469" y="228"/>
                </a:lnTo>
                <a:lnTo>
                  <a:pt x="470" y="228"/>
                </a:lnTo>
                <a:lnTo>
                  <a:pt x="470" y="229"/>
                </a:lnTo>
                <a:lnTo>
                  <a:pt x="470" y="230"/>
                </a:lnTo>
                <a:lnTo>
                  <a:pt x="470" y="231"/>
                </a:lnTo>
                <a:lnTo>
                  <a:pt x="469" y="231"/>
                </a:lnTo>
                <a:lnTo>
                  <a:pt x="469" y="232"/>
                </a:lnTo>
                <a:lnTo>
                  <a:pt x="468" y="232"/>
                </a:lnTo>
                <a:lnTo>
                  <a:pt x="468" y="233"/>
                </a:lnTo>
                <a:lnTo>
                  <a:pt x="469" y="234"/>
                </a:lnTo>
                <a:lnTo>
                  <a:pt x="469" y="235"/>
                </a:lnTo>
                <a:lnTo>
                  <a:pt x="468" y="235"/>
                </a:lnTo>
                <a:lnTo>
                  <a:pt x="467" y="235"/>
                </a:lnTo>
                <a:lnTo>
                  <a:pt x="466" y="235"/>
                </a:lnTo>
                <a:lnTo>
                  <a:pt x="466" y="236"/>
                </a:lnTo>
                <a:lnTo>
                  <a:pt x="466" y="237"/>
                </a:lnTo>
                <a:lnTo>
                  <a:pt x="466" y="238"/>
                </a:lnTo>
                <a:lnTo>
                  <a:pt x="465" y="239"/>
                </a:lnTo>
                <a:lnTo>
                  <a:pt x="464" y="239"/>
                </a:lnTo>
                <a:lnTo>
                  <a:pt x="464" y="240"/>
                </a:lnTo>
                <a:lnTo>
                  <a:pt x="463" y="241"/>
                </a:lnTo>
                <a:lnTo>
                  <a:pt x="462" y="242"/>
                </a:lnTo>
                <a:lnTo>
                  <a:pt x="462" y="243"/>
                </a:lnTo>
                <a:lnTo>
                  <a:pt x="461" y="243"/>
                </a:lnTo>
                <a:lnTo>
                  <a:pt x="461" y="244"/>
                </a:lnTo>
                <a:lnTo>
                  <a:pt x="460" y="245"/>
                </a:lnTo>
                <a:lnTo>
                  <a:pt x="460" y="246"/>
                </a:lnTo>
                <a:lnTo>
                  <a:pt x="459" y="246"/>
                </a:lnTo>
                <a:lnTo>
                  <a:pt x="458" y="247"/>
                </a:lnTo>
                <a:lnTo>
                  <a:pt x="457" y="248"/>
                </a:lnTo>
                <a:lnTo>
                  <a:pt x="456" y="249"/>
                </a:lnTo>
                <a:lnTo>
                  <a:pt x="455" y="249"/>
                </a:lnTo>
                <a:lnTo>
                  <a:pt x="455" y="250"/>
                </a:lnTo>
                <a:lnTo>
                  <a:pt x="455" y="252"/>
                </a:lnTo>
                <a:lnTo>
                  <a:pt x="455" y="253"/>
                </a:lnTo>
                <a:lnTo>
                  <a:pt x="454" y="253"/>
                </a:lnTo>
                <a:lnTo>
                  <a:pt x="454" y="254"/>
                </a:lnTo>
                <a:lnTo>
                  <a:pt x="452" y="255"/>
                </a:lnTo>
                <a:lnTo>
                  <a:pt x="451" y="255"/>
                </a:lnTo>
                <a:lnTo>
                  <a:pt x="451" y="256"/>
                </a:lnTo>
                <a:lnTo>
                  <a:pt x="451" y="257"/>
                </a:lnTo>
                <a:lnTo>
                  <a:pt x="450" y="257"/>
                </a:lnTo>
                <a:lnTo>
                  <a:pt x="450" y="258"/>
                </a:lnTo>
                <a:lnTo>
                  <a:pt x="449" y="258"/>
                </a:lnTo>
                <a:lnTo>
                  <a:pt x="449" y="259"/>
                </a:lnTo>
                <a:lnTo>
                  <a:pt x="448" y="260"/>
                </a:lnTo>
                <a:lnTo>
                  <a:pt x="447" y="260"/>
                </a:lnTo>
                <a:lnTo>
                  <a:pt x="446" y="260"/>
                </a:lnTo>
                <a:lnTo>
                  <a:pt x="445" y="260"/>
                </a:lnTo>
                <a:lnTo>
                  <a:pt x="445" y="261"/>
                </a:lnTo>
                <a:lnTo>
                  <a:pt x="444" y="261"/>
                </a:lnTo>
                <a:lnTo>
                  <a:pt x="444" y="262"/>
                </a:lnTo>
                <a:lnTo>
                  <a:pt x="445" y="262"/>
                </a:lnTo>
                <a:lnTo>
                  <a:pt x="446" y="262"/>
                </a:lnTo>
                <a:lnTo>
                  <a:pt x="447" y="262"/>
                </a:lnTo>
                <a:lnTo>
                  <a:pt x="447" y="263"/>
                </a:lnTo>
                <a:lnTo>
                  <a:pt x="447" y="264"/>
                </a:lnTo>
                <a:lnTo>
                  <a:pt x="446" y="264"/>
                </a:lnTo>
                <a:lnTo>
                  <a:pt x="445" y="264"/>
                </a:lnTo>
                <a:lnTo>
                  <a:pt x="445" y="263"/>
                </a:lnTo>
                <a:lnTo>
                  <a:pt x="444" y="262"/>
                </a:lnTo>
                <a:lnTo>
                  <a:pt x="443" y="262"/>
                </a:lnTo>
                <a:lnTo>
                  <a:pt x="441" y="262"/>
                </a:lnTo>
                <a:lnTo>
                  <a:pt x="441" y="263"/>
                </a:lnTo>
                <a:lnTo>
                  <a:pt x="441" y="264"/>
                </a:lnTo>
                <a:lnTo>
                  <a:pt x="442" y="264"/>
                </a:lnTo>
                <a:lnTo>
                  <a:pt x="442" y="265"/>
                </a:lnTo>
                <a:lnTo>
                  <a:pt x="443" y="265"/>
                </a:lnTo>
                <a:lnTo>
                  <a:pt x="444" y="266"/>
                </a:lnTo>
                <a:lnTo>
                  <a:pt x="444" y="267"/>
                </a:lnTo>
                <a:lnTo>
                  <a:pt x="445" y="267"/>
                </a:lnTo>
                <a:lnTo>
                  <a:pt x="445" y="268"/>
                </a:lnTo>
                <a:lnTo>
                  <a:pt x="445" y="269"/>
                </a:lnTo>
                <a:lnTo>
                  <a:pt x="444" y="271"/>
                </a:lnTo>
                <a:lnTo>
                  <a:pt x="444" y="272"/>
                </a:lnTo>
                <a:lnTo>
                  <a:pt x="444" y="274"/>
                </a:lnTo>
                <a:lnTo>
                  <a:pt x="444" y="275"/>
                </a:lnTo>
                <a:lnTo>
                  <a:pt x="443" y="275"/>
                </a:lnTo>
                <a:lnTo>
                  <a:pt x="443" y="276"/>
                </a:lnTo>
                <a:lnTo>
                  <a:pt x="442" y="276"/>
                </a:lnTo>
                <a:lnTo>
                  <a:pt x="441" y="276"/>
                </a:lnTo>
                <a:lnTo>
                  <a:pt x="441" y="277"/>
                </a:lnTo>
                <a:lnTo>
                  <a:pt x="441" y="278"/>
                </a:lnTo>
                <a:lnTo>
                  <a:pt x="442" y="278"/>
                </a:lnTo>
                <a:lnTo>
                  <a:pt x="443" y="278"/>
                </a:lnTo>
                <a:lnTo>
                  <a:pt x="444" y="278"/>
                </a:lnTo>
                <a:lnTo>
                  <a:pt x="445" y="279"/>
                </a:lnTo>
                <a:lnTo>
                  <a:pt x="445" y="280"/>
                </a:lnTo>
                <a:lnTo>
                  <a:pt x="445" y="281"/>
                </a:lnTo>
                <a:lnTo>
                  <a:pt x="444" y="281"/>
                </a:lnTo>
                <a:lnTo>
                  <a:pt x="444" y="282"/>
                </a:lnTo>
                <a:lnTo>
                  <a:pt x="443" y="282"/>
                </a:lnTo>
                <a:lnTo>
                  <a:pt x="444" y="282"/>
                </a:lnTo>
                <a:lnTo>
                  <a:pt x="445" y="282"/>
                </a:lnTo>
                <a:lnTo>
                  <a:pt x="445" y="283"/>
                </a:lnTo>
                <a:lnTo>
                  <a:pt x="445" y="284"/>
                </a:lnTo>
                <a:lnTo>
                  <a:pt x="445" y="285"/>
                </a:lnTo>
                <a:lnTo>
                  <a:pt x="444" y="285"/>
                </a:lnTo>
                <a:lnTo>
                  <a:pt x="444" y="287"/>
                </a:lnTo>
                <a:lnTo>
                  <a:pt x="443" y="287"/>
                </a:lnTo>
                <a:lnTo>
                  <a:pt x="442" y="287"/>
                </a:lnTo>
                <a:lnTo>
                  <a:pt x="441" y="287"/>
                </a:lnTo>
                <a:lnTo>
                  <a:pt x="441" y="288"/>
                </a:lnTo>
                <a:lnTo>
                  <a:pt x="442" y="288"/>
                </a:lnTo>
                <a:lnTo>
                  <a:pt x="443" y="288"/>
                </a:lnTo>
                <a:lnTo>
                  <a:pt x="444" y="289"/>
                </a:lnTo>
                <a:lnTo>
                  <a:pt x="445" y="289"/>
                </a:lnTo>
                <a:lnTo>
                  <a:pt x="446" y="290"/>
                </a:lnTo>
                <a:lnTo>
                  <a:pt x="446" y="291"/>
                </a:lnTo>
                <a:lnTo>
                  <a:pt x="445" y="291"/>
                </a:lnTo>
                <a:lnTo>
                  <a:pt x="444" y="292"/>
                </a:lnTo>
                <a:lnTo>
                  <a:pt x="444" y="293"/>
                </a:lnTo>
                <a:lnTo>
                  <a:pt x="445" y="293"/>
                </a:lnTo>
                <a:lnTo>
                  <a:pt x="445" y="292"/>
                </a:lnTo>
                <a:lnTo>
                  <a:pt x="446" y="292"/>
                </a:lnTo>
                <a:lnTo>
                  <a:pt x="446" y="291"/>
                </a:lnTo>
                <a:lnTo>
                  <a:pt x="447" y="291"/>
                </a:lnTo>
                <a:lnTo>
                  <a:pt x="447" y="292"/>
                </a:lnTo>
                <a:lnTo>
                  <a:pt x="448" y="292"/>
                </a:lnTo>
                <a:lnTo>
                  <a:pt x="447" y="293"/>
                </a:lnTo>
                <a:lnTo>
                  <a:pt x="446" y="294"/>
                </a:lnTo>
                <a:lnTo>
                  <a:pt x="446" y="295"/>
                </a:lnTo>
                <a:lnTo>
                  <a:pt x="446" y="296"/>
                </a:lnTo>
                <a:lnTo>
                  <a:pt x="446" y="297"/>
                </a:lnTo>
                <a:lnTo>
                  <a:pt x="445" y="297"/>
                </a:lnTo>
                <a:lnTo>
                  <a:pt x="444" y="296"/>
                </a:lnTo>
                <a:lnTo>
                  <a:pt x="444" y="295"/>
                </a:lnTo>
                <a:lnTo>
                  <a:pt x="443" y="295"/>
                </a:lnTo>
                <a:lnTo>
                  <a:pt x="442" y="295"/>
                </a:lnTo>
                <a:lnTo>
                  <a:pt x="442" y="296"/>
                </a:lnTo>
                <a:lnTo>
                  <a:pt x="442" y="297"/>
                </a:lnTo>
                <a:lnTo>
                  <a:pt x="443" y="298"/>
                </a:lnTo>
                <a:lnTo>
                  <a:pt x="444" y="298"/>
                </a:lnTo>
                <a:lnTo>
                  <a:pt x="445" y="299"/>
                </a:lnTo>
                <a:lnTo>
                  <a:pt x="445" y="300"/>
                </a:lnTo>
                <a:lnTo>
                  <a:pt x="446" y="300"/>
                </a:lnTo>
                <a:lnTo>
                  <a:pt x="446" y="301"/>
                </a:lnTo>
                <a:lnTo>
                  <a:pt x="446" y="302"/>
                </a:lnTo>
                <a:lnTo>
                  <a:pt x="447" y="303"/>
                </a:lnTo>
                <a:lnTo>
                  <a:pt x="449" y="305"/>
                </a:lnTo>
                <a:lnTo>
                  <a:pt x="449" y="306"/>
                </a:lnTo>
                <a:lnTo>
                  <a:pt x="450" y="306"/>
                </a:lnTo>
                <a:lnTo>
                  <a:pt x="451" y="306"/>
                </a:lnTo>
                <a:lnTo>
                  <a:pt x="451" y="307"/>
                </a:lnTo>
                <a:lnTo>
                  <a:pt x="452" y="307"/>
                </a:lnTo>
                <a:lnTo>
                  <a:pt x="452" y="308"/>
                </a:lnTo>
                <a:lnTo>
                  <a:pt x="451" y="308"/>
                </a:lnTo>
                <a:lnTo>
                  <a:pt x="451" y="309"/>
                </a:lnTo>
                <a:lnTo>
                  <a:pt x="451" y="310"/>
                </a:lnTo>
                <a:lnTo>
                  <a:pt x="451" y="311"/>
                </a:lnTo>
                <a:lnTo>
                  <a:pt x="452" y="312"/>
                </a:lnTo>
                <a:lnTo>
                  <a:pt x="452" y="314"/>
                </a:lnTo>
                <a:lnTo>
                  <a:pt x="452" y="315"/>
                </a:lnTo>
                <a:lnTo>
                  <a:pt x="452" y="316"/>
                </a:lnTo>
                <a:lnTo>
                  <a:pt x="452" y="317"/>
                </a:lnTo>
                <a:lnTo>
                  <a:pt x="452" y="318"/>
                </a:lnTo>
                <a:lnTo>
                  <a:pt x="451" y="318"/>
                </a:lnTo>
                <a:lnTo>
                  <a:pt x="451" y="319"/>
                </a:lnTo>
                <a:lnTo>
                  <a:pt x="450" y="319"/>
                </a:lnTo>
                <a:lnTo>
                  <a:pt x="449" y="320"/>
                </a:lnTo>
                <a:lnTo>
                  <a:pt x="449" y="321"/>
                </a:lnTo>
                <a:lnTo>
                  <a:pt x="450" y="321"/>
                </a:lnTo>
                <a:lnTo>
                  <a:pt x="450" y="322"/>
                </a:lnTo>
                <a:lnTo>
                  <a:pt x="451" y="322"/>
                </a:lnTo>
                <a:lnTo>
                  <a:pt x="451" y="323"/>
                </a:lnTo>
                <a:lnTo>
                  <a:pt x="451" y="324"/>
                </a:lnTo>
                <a:lnTo>
                  <a:pt x="451" y="325"/>
                </a:lnTo>
                <a:lnTo>
                  <a:pt x="451" y="326"/>
                </a:lnTo>
                <a:lnTo>
                  <a:pt x="450" y="327"/>
                </a:lnTo>
                <a:lnTo>
                  <a:pt x="450" y="328"/>
                </a:lnTo>
                <a:lnTo>
                  <a:pt x="449" y="328"/>
                </a:lnTo>
                <a:lnTo>
                  <a:pt x="449" y="329"/>
                </a:lnTo>
                <a:lnTo>
                  <a:pt x="449" y="330"/>
                </a:lnTo>
                <a:lnTo>
                  <a:pt x="449" y="331"/>
                </a:lnTo>
                <a:lnTo>
                  <a:pt x="448" y="332"/>
                </a:lnTo>
                <a:lnTo>
                  <a:pt x="448" y="333"/>
                </a:lnTo>
                <a:lnTo>
                  <a:pt x="449" y="334"/>
                </a:lnTo>
                <a:lnTo>
                  <a:pt x="449" y="335"/>
                </a:lnTo>
                <a:lnTo>
                  <a:pt x="449" y="336"/>
                </a:lnTo>
                <a:lnTo>
                  <a:pt x="449" y="337"/>
                </a:lnTo>
                <a:lnTo>
                  <a:pt x="450" y="338"/>
                </a:lnTo>
                <a:lnTo>
                  <a:pt x="449" y="339"/>
                </a:lnTo>
                <a:lnTo>
                  <a:pt x="450" y="339"/>
                </a:lnTo>
                <a:lnTo>
                  <a:pt x="450" y="340"/>
                </a:lnTo>
                <a:lnTo>
                  <a:pt x="450" y="341"/>
                </a:lnTo>
                <a:lnTo>
                  <a:pt x="449" y="341"/>
                </a:lnTo>
                <a:lnTo>
                  <a:pt x="449" y="342"/>
                </a:lnTo>
                <a:lnTo>
                  <a:pt x="448" y="343"/>
                </a:lnTo>
                <a:lnTo>
                  <a:pt x="448" y="344"/>
                </a:lnTo>
                <a:lnTo>
                  <a:pt x="448" y="345"/>
                </a:lnTo>
                <a:lnTo>
                  <a:pt x="448" y="346"/>
                </a:lnTo>
                <a:lnTo>
                  <a:pt x="448" y="347"/>
                </a:lnTo>
                <a:lnTo>
                  <a:pt x="448" y="348"/>
                </a:lnTo>
                <a:lnTo>
                  <a:pt x="447" y="348"/>
                </a:lnTo>
                <a:lnTo>
                  <a:pt x="447" y="349"/>
                </a:lnTo>
                <a:lnTo>
                  <a:pt x="447" y="350"/>
                </a:lnTo>
                <a:lnTo>
                  <a:pt x="447" y="351"/>
                </a:lnTo>
                <a:lnTo>
                  <a:pt x="447" y="353"/>
                </a:lnTo>
                <a:lnTo>
                  <a:pt x="448" y="354"/>
                </a:lnTo>
                <a:lnTo>
                  <a:pt x="448" y="355"/>
                </a:lnTo>
                <a:lnTo>
                  <a:pt x="448" y="356"/>
                </a:lnTo>
                <a:lnTo>
                  <a:pt x="449" y="356"/>
                </a:lnTo>
                <a:lnTo>
                  <a:pt x="449" y="357"/>
                </a:lnTo>
                <a:lnTo>
                  <a:pt x="449" y="358"/>
                </a:lnTo>
                <a:lnTo>
                  <a:pt x="449" y="359"/>
                </a:lnTo>
                <a:lnTo>
                  <a:pt x="449" y="360"/>
                </a:lnTo>
                <a:lnTo>
                  <a:pt x="450" y="360"/>
                </a:lnTo>
                <a:lnTo>
                  <a:pt x="450" y="361"/>
                </a:lnTo>
                <a:lnTo>
                  <a:pt x="450" y="362"/>
                </a:lnTo>
                <a:lnTo>
                  <a:pt x="451" y="362"/>
                </a:lnTo>
                <a:lnTo>
                  <a:pt x="451" y="363"/>
                </a:lnTo>
                <a:lnTo>
                  <a:pt x="451" y="364"/>
                </a:lnTo>
                <a:lnTo>
                  <a:pt x="451" y="365"/>
                </a:lnTo>
                <a:lnTo>
                  <a:pt x="452" y="365"/>
                </a:lnTo>
                <a:lnTo>
                  <a:pt x="452" y="366"/>
                </a:lnTo>
                <a:lnTo>
                  <a:pt x="451" y="366"/>
                </a:lnTo>
                <a:lnTo>
                  <a:pt x="451" y="367"/>
                </a:lnTo>
                <a:lnTo>
                  <a:pt x="451" y="368"/>
                </a:lnTo>
                <a:lnTo>
                  <a:pt x="452" y="368"/>
                </a:lnTo>
                <a:lnTo>
                  <a:pt x="452" y="369"/>
                </a:lnTo>
                <a:lnTo>
                  <a:pt x="453" y="369"/>
                </a:lnTo>
                <a:lnTo>
                  <a:pt x="453" y="370"/>
                </a:lnTo>
                <a:lnTo>
                  <a:pt x="453" y="371"/>
                </a:lnTo>
                <a:lnTo>
                  <a:pt x="452" y="371"/>
                </a:lnTo>
                <a:lnTo>
                  <a:pt x="452" y="372"/>
                </a:lnTo>
                <a:lnTo>
                  <a:pt x="452" y="373"/>
                </a:lnTo>
                <a:lnTo>
                  <a:pt x="453" y="373"/>
                </a:lnTo>
                <a:lnTo>
                  <a:pt x="453" y="374"/>
                </a:lnTo>
                <a:lnTo>
                  <a:pt x="453" y="375"/>
                </a:lnTo>
                <a:lnTo>
                  <a:pt x="453" y="376"/>
                </a:lnTo>
                <a:lnTo>
                  <a:pt x="453" y="377"/>
                </a:lnTo>
                <a:lnTo>
                  <a:pt x="453" y="378"/>
                </a:lnTo>
                <a:lnTo>
                  <a:pt x="453" y="379"/>
                </a:lnTo>
                <a:lnTo>
                  <a:pt x="454" y="379"/>
                </a:lnTo>
                <a:lnTo>
                  <a:pt x="455" y="379"/>
                </a:lnTo>
                <a:lnTo>
                  <a:pt x="456" y="379"/>
                </a:lnTo>
                <a:lnTo>
                  <a:pt x="456" y="381"/>
                </a:lnTo>
                <a:lnTo>
                  <a:pt x="456" y="383"/>
                </a:lnTo>
                <a:lnTo>
                  <a:pt x="457" y="383"/>
                </a:lnTo>
                <a:lnTo>
                  <a:pt x="457" y="384"/>
                </a:lnTo>
                <a:lnTo>
                  <a:pt x="458" y="385"/>
                </a:lnTo>
                <a:lnTo>
                  <a:pt x="458" y="387"/>
                </a:lnTo>
                <a:lnTo>
                  <a:pt x="458" y="388"/>
                </a:lnTo>
                <a:lnTo>
                  <a:pt x="458" y="389"/>
                </a:lnTo>
                <a:lnTo>
                  <a:pt x="458" y="390"/>
                </a:lnTo>
                <a:lnTo>
                  <a:pt x="459" y="390"/>
                </a:lnTo>
                <a:lnTo>
                  <a:pt x="459" y="391"/>
                </a:lnTo>
                <a:lnTo>
                  <a:pt x="458" y="391"/>
                </a:lnTo>
                <a:lnTo>
                  <a:pt x="458" y="392"/>
                </a:lnTo>
                <a:lnTo>
                  <a:pt x="459" y="392"/>
                </a:lnTo>
                <a:lnTo>
                  <a:pt x="459" y="393"/>
                </a:lnTo>
                <a:lnTo>
                  <a:pt x="459" y="394"/>
                </a:lnTo>
                <a:lnTo>
                  <a:pt x="459" y="395"/>
                </a:lnTo>
                <a:lnTo>
                  <a:pt x="459" y="396"/>
                </a:lnTo>
                <a:lnTo>
                  <a:pt x="459" y="397"/>
                </a:lnTo>
                <a:lnTo>
                  <a:pt x="459" y="398"/>
                </a:lnTo>
                <a:lnTo>
                  <a:pt x="460" y="398"/>
                </a:lnTo>
                <a:lnTo>
                  <a:pt x="460" y="399"/>
                </a:lnTo>
                <a:lnTo>
                  <a:pt x="460" y="400"/>
                </a:lnTo>
                <a:lnTo>
                  <a:pt x="460" y="401"/>
                </a:lnTo>
                <a:lnTo>
                  <a:pt x="461" y="401"/>
                </a:lnTo>
                <a:lnTo>
                  <a:pt x="462" y="402"/>
                </a:lnTo>
                <a:lnTo>
                  <a:pt x="462" y="403"/>
                </a:lnTo>
                <a:lnTo>
                  <a:pt x="462" y="405"/>
                </a:lnTo>
                <a:lnTo>
                  <a:pt x="462" y="406"/>
                </a:lnTo>
                <a:lnTo>
                  <a:pt x="462" y="407"/>
                </a:lnTo>
                <a:lnTo>
                  <a:pt x="462" y="408"/>
                </a:lnTo>
                <a:lnTo>
                  <a:pt x="462" y="409"/>
                </a:lnTo>
                <a:lnTo>
                  <a:pt x="461" y="410"/>
                </a:lnTo>
                <a:lnTo>
                  <a:pt x="461" y="411"/>
                </a:lnTo>
                <a:lnTo>
                  <a:pt x="460" y="411"/>
                </a:lnTo>
                <a:lnTo>
                  <a:pt x="459" y="412"/>
                </a:lnTo>
                <a:lnTo>
                  <a:pt x="458" y="413"/>
                </a:lnTo>
                <a:lnTo>
                  <a:pt x="458" y="414"/>
                </a:lnTo>
                <a:lnTo>
                  <a:pt x="458" y="415"/>
                </a:lnTo>
                <a:lnTo>
                  <a:pt x="457" y="415"/>
                </a:lnTo>
                <a:lnTo>
                  <a:pt x="457" y="417"/>
                </a:lnTo>
                <a:lnTo>
                  <a:pt x="456" y="418"/>
                </a:lnTo>
                <a:lnTo>
                  <a:pt x="456" y="419"/>
                </a:lnTo>
                <a:lnTo>
                  <a:pt x="456" y="420"/>
                </a:lnTo>
                <a:lnTo>
                  <a:pt x="455" y="421"/>
                </a:lnTo>
                <a:lnTo>
                  <a:pt x="455" y="422"/>
                </a:lnTo>
                <a:lnTo>
                  <a:pt x="454" y="422"/>
                </a:lnTo>
                <a:lnTo>
                  <a:pt x="453" y="423"/>
                </a:lnTo>
                <a:lnTo>
                  <a:pt x="452" y="424"/>
                </a:lnTo>
                <a:lnTo>
                  <a:pt x="451" y="424"/>
                </a:lnTo>
                <a:lnTo>
                  <a:pt x="450" y="425"/>
                </a:lnTo>
                <a:lnTo>
                  <a:pt x="450" y="426"/>
                </a:lnTo>
                <a:lnTo>
                  <a:pt x="449" y="426"/>
                </a:lnTo>
                <a:lnTo>
                  <a:pt x="449" y="427"/>
                </a:lnTo>
                <a:lnTo>
                  <a:pt x="449" y="428"/>
                </a:lnTo>
                <a:lnTo>
                  <a:pt x="448" y="428"/>
                </a:lnTo>
                <a:lnTo>
                  <a:pt x="447" y="429"/>
                </a:lnTo>
                <a:lnTo>
                  <a:pt x="447" y="430"/>
                </a:lnTo>
                <a:lnTo>
                  <a:pt x="446" y="431"/>
                </a:lnTo>
                <a:lnTo>
                  <a:pt x="446" y="432"/>
                </a:lnTo>
                <a:lnTo>
                  <a:pt x="445" y="433"/>
                </a:lnTo>
                <a:lnTo>
                  <a:pt x="445" y="434"/>
                </a:lnTo>
                <a:lnTo>
                  <a:pt x="444" y="434"/>
                </a:lnTo>
                <a:lnTo>
                  <a:pt x="445" y="435"/>
                </a:lnTo>
                <a:lnTo>
                  <a:pt x="444" y="435"/>
                </a:lnTo>
                <a:lnTo>
                  <a:pt x="444" y="436"/>
                </a:lnTo>
                <a:lnTo>
                  <a:pt x="444" y="437"/>
                </a:lnTo>
                <a:lnTo>
                  <a:pt x="444" y="438"/>
                </a:lnTo>
                <a:lnTo>
                  <a:pt x="444" y="439"/>
                </a:lnTo>
                <a:lnTo>
                  <a:pt x="443" y="440"/>
                </a:lnTo>
                <a:lnTo>
                  <a:pt x="442" y="440"/>
                </a:lnTo>
                <a:lnTo>
                  <a:pt x="441" y="440"/>
                </a:lnTo>
                <a:lnTo>
                  <a:pt x="441" y="441"/>
                </a:lnTo>
                <a:lnTo>
                  <a:pt x="441" y="442"/>
                </a:lnTo>
                <a:lnTo>
                  <a:pt x="440" y="442"/>
                </a:lnTo>
                <a:lnTo>
                  <a:pt x="440" y="443"/>
                </a:lnTo>
                <a:lnTo>
                  <a:pt x="440" y="444"/>
                </a:lnTo>
                <a:lnTo>
                  <a:pt x="440" y="446"/>
                </a:lnTo>
                <a:lnTo>
                  <a:pt x="440" y="447"/>
                </a:lnTo>
                <a:lnTo>
                  <a:pt x="439" y="448"/>
                </a:lnTo>
                <a:lnTo>
                  <a:pt x="439" y="449"/>
                </a:lnTo>
                <a:lnTo>
                  <a:pt x="439" y="451"/>
                </a:lnTo>
                <a:lnTo>
                  <a:pt x="439" y="452"/>
                </a:lnTo>
                <a:lnTo>
                  <a:pt x="440" y="453"/>
                </a:lnTo>
                <a:lnTo>
                  <a:pt x="440" y="454"/>
                </a:lnTo>
                <a:lnTo>
                  <a:pt x="441" y="454"/>
                </a:lnTo>
                <a:lnTo>
                  <a:pt x="441" y="455"/>
                </a:lnTo>
                <a:lnTo>
                  <a:pt x="440" y="455"/>
                </a:lnTo>
                <a:lnTo>
                  <a:pt x="440" y="456"/>
                </a:lnTo>
                <a:lnTo>
                  <a:pt x="440" y="457"/>
                </a:lnTo>
                <a:lnTo>
                  <a:pt x="439" y="457"/>
                </a:lnTo>
                <a:lnTo>
                  <a:pt x="439" y="458"/>
                </a:lnTo>
                <a:lnTo>
                  <a:pt x="439" y="459"/>
                </a:lnTo>
                <a:lnTo>
                  <a:pt x="438" y="459"/>
                </a:lnTo>
                <a:lnTo>
                  <a:pt x="438" y="460"/>
                </a:lnTo>
                <a:lnTo>
                  <a:pt x="437" y="460"/>
                </a:lnTo>
                <a:lnTo>
                  <a:pt x="436" y="460"/>
                </a:lnTo>
                <a:lnTo>
                  <a:pt x="436" y="461"/>
                </a:lnTo>
                <a:lnTo>
                  <a:pt x="437" y="461"/>
                </a:lnTo>
                <a:lnTo>
                  <a:pt x="437" y="462"/>
                </a:lnTo>
                <a:lnTo>
                  <a:pt x="438" y="462"/>
                </a:lnTo>
                <a:lnTo>
                  <a:pt x="438" y="463"/>
                </a:lnTo>
                <a:lnTo>
                  <a:pt x="437" y="464"/>
                </a:lnTo>
                <a:lnTo>
                  <a:pt x="437" y="465"/>
                </a:lnTo>
                <a:lnTo>
                  <a:pt x="436" y="466"/>
                </a:lnTo>
                <a:lnTo>
                  <a:pt x="435" y="466"/>
                </a:lnTo>
                <a:lnTo>
                  <a:pt x="434" y="466"/>
                </a:lnTo>
                <a:lnTo>
                  <a:pt x="434" y="467"/>
                </a:lnTo>
                <a:lnTo>
                  <a:pt x="434" y="468"/>
                </a:lnTo>
                <a:lnTo>
                  <a:pt x="434" y="469"/>
                </a:lnTo>
                <a:lnTo>
                  <a:pt x="434" y="470"/>
                </a:lnTo>
                <a:lnTo>
                  <a:pt x="433" y="470"/>
                </a:lnTo>
                <a:lnTo>
                  <a:pt x="432" y="470"/>
                </a:lnTo>
                <a:lnTo>
                  <a:pt x="432" y="471"/>
                </a:lnTo>
                <a:lnTo>
                  <a:pt x="431" y="471"/>
                </a:lnTo>
                <a:lnTo>
                  <a:pt x="431" y="472"/>
                </a:lnTo>
                <a:lnTo>
                  <a:pt x="431" y="473"/>
                </a:lnTo>
                <a:lnTo>
                  <a:pt x="430" y="474"/>
                </a:lnTo>
                <a:lnTo>
                  <a:pt x="429" y="474"/>
                </a:lnTo>
                <a:lnTo>
                  <a:pt x="429" y="475"/>
                </a:lnTo>
                <a:lnTo>
                  <a:pt x="428" y="475"/>
                </a:lnTo>
                <a:lnTo>
                  <a:pt x="428" y="476"/>
                </a:lnTo>
                <a:lnTo>
                  <a:pt x="428" y="479"/>
                </a:lnTo>
                <a:lnTo>
                  <a:pt x="428" y="480"/>
                </a:lnTo>
                <a:lnTo>
                  <a:pt x="428" y="481"/>
                </a:lnTo>
                <a:lnTo>
                  <a:pt x="428" y="482"/>
                </a:lnTo>
                <a:lnTo>
                  <a:pt x="429" y="482"/>
                </a:lnTo>
                <a:lnTo>
                  <a:pt x="429" y="483"/>
                </a:lnTo>
                <a:lnTo>
                  <a:pt x="429" y="484"/>
                </a:lnTo>
                <a:lnTo>
                  <a:pt x="429" y="485"/>
                </a:lnTo>
                <a:lnTo>
                  <a:pt x="429" y="486"/>
                </a:lnTo>
                <a:lnTo>
                  <a:pt x="429" y="487"/>
                </a:lnTo>
                <a:lnTo>
                  <a:pt x="429" y="488"/>
                </a:lnTo>
                <a:lnTo>
                  <a:pt x="429" y="489"/>
                </a:lnTo>
                <a:lnTo>
                  <a:pt x="430" y="489"/>
                </a:lnTo>
                <a:lnTo>
                  <a:pt x="430" y="490"/>
                </a:lnTo>
                <a:lnTo>
                  <a:pt x="430" y="491"/>
                </a:lnTo>
                <a:lnTo>
                  <a:pt x="430" y="492"/>
                </a:lnTo>
                <a:lnTo>
                  <a:pt x="430" y="495"/>
                </a:lnTo>
                <a:lnTo>
                  <a:pt x="430" y="496"/>
                </a:lnTo>
                <a:lnTo>
                  <a:pt x="430" y="497"/>
                </a:lnTo>
                <a:lnTo>
                  <a:pt x="430" y="498"/>
                </a:lnTo>
                <a:lnTo>
                  <a:pt x="429" y="498"/>
                </a:lnTo>
                <a:lnTo>
                  <a:pt x="429" y="499"/>
                </a:lnTo>
                <a:lnTo>
                  <a:pt x="429" y="500"/>
                </a:lnTo>
                <a:lnTo>
                  <a:pt x="429" y="501"/>
                </a:lnTo>
                <a:lnTo>
                  <a:pt x="429" y="502"/>
                </a:lnTo>
                <a:lnTo>
                  <a:pt x="428" y="502"/>
                </a:lnTo>
                <a:lnTo>
                  <a:pt x="429" y="502"/>
                </a:lnTo>
                <a:lnTo>
                  <a:pt x="428" y="503"/>
                </a:lnTo>
                <a:lnTo>
                  <a:pt x="428" y="504"/>
                </a:lnTo>
                <a:lnTo>
                  <a:pt x="429" y="504"/>
                </a:lnTo>
                <a:lnTo>
                  <a:pt x="429" y="505"/>
                </a:lnTo>
                <a:lnTo>
                  <a:pt x="429" y="506"/>
                </a:lnTo>
                <a:lnTo>
                  <a:pt x="430" y="506"/>
                </a:lnTo>
                <a:lnTo>
                  <a:pt x="430" y="507"/>
                </a:lnTo>
                <a:lnTo>
                  <a:pt x="431" y="507"/>
                </a:lnTo>
                <a:lnTo>
                  <a:pt x="431" y="508"/>
                </a:lnTo>
                <a:lnTo>
                  <a:pt x="432" y="508"/>
                </a:lnTo>
                <a:lnTo>
                  <a:pt x="433" y="508"/>
                </a:lnTo>
                <a:lnTo>
                  <a:pt x="433" y="509"/>
                </a:lnTo>
                <a:lnTo>
                  <a:pt x="434" y="509"/>
                </a:lnTo>
                <a:lnTo>
                  <a:pt x="436" y="509"/>
                </a:lnTo>
                <a:lnTo>
                  <a:pt x="439" y="509"/>
                </a:lnTo>
                <a:lnTo>
                  <a:pt x="440" y="509"/>
                </a:lnTo>
                <a:lnTo>
                  <a:pt x="441" y="510"/>
                </a:lnTo>
                <a:lnTo>
                  <a:pt x="440" y="510"/>
                </a:lnTo>
                <a:lnTo>
                  <a:pt x="440" y="511"/>
                </a:lnTo>
                <a:lnTo>
                  <a:pt x="440" y="512"/>
                </a:lnTo>
                <a:lnTo>
                  <a:pt x="440" y="513"/>
                </a:lnTo>
                <a:lnTo>
                  <a:pt x="441" y="513"/>
                </a:lnTo>
                <a:lnTo>
                  <a:pt x="442" y="513"/>
                </a:lnTo>
                <a:lnTo>
                  <a:pt x="443" y="513"/>
                </a:lnTo>
                <a:lnTo>
                  <a:pt x="443" y="514"/>
                </a:lnTo>
                <a:lnTo>
                  <a:pt x="442" y="514"/>
                </a:lnTo>
                <a:lnTo>
                  <a:pt x="441" y="514"/>
                </a:lnTo>
                <a:lnTo>
                  <a:pt x="441" y="515"/>
                </a:lnTo>
                <a:lnTo>
                  <a:pt x="440" y="515"/>
                </a:lnTo>
                <a:lnTo>
                  <a:pt x="440" y="516"/>
                </a:lnTo>
                <a:lnTo>
                  <a:pt x="439" y="516"/>
                </a:lnTo>
                <a:lnTo>
                  <a:pt x="439" y="517"/>
                </a:lnTo>
                <a:lnTo>
                  <a:pt x="439" y="518"/>
                </a:lnTo>
                <a:lnTo>
                  <a:pt x="440" y="519"/>
                </a:lnTo>
                <a:lnTo>
                  <a:pt x="440" y="520"/>
                </a:lnTo>
                <a:lnTo>
                  <a:pt x="441" y="520"/>
                </a:lnTo>
                <a:lnTo>
                  <a:pt x="441" y="521"/>
                </a:lnTo>
                <a:lnTo>
                  <a:pt x="441" y="522"/>
                </a:lnTo>
                <a:lnTo>
                  <a:pt x="442" y="523"/>
                </a:lnTo>
                <a:lnTo>
                  <a:pt x="442" y="524"/>
                </a:lnTo>
                <a:lnTo>
                  <a:pt x="442" y="525"/>
                </a:lnTo>
                <a:lnTo>
                  <a:pt x="443" y="525"/>
                </a:lnTo>
                <a:lnTo>
                  <a:pt x="443" y="526"/>
                </a:lnTo>
                <a:lnTo>
                  <a:pt x="444" y="527"/>
                </a:lnTo>
                <a:lnTo>
                  <a:pt x="444" y="528"/>
                </a:lnTo>
                <a:lnTo>
                  <a:pt x="445" y="528"/>
                </a:lnTo>
                <a:lnTo>
                  <a:pt x="445" y="529"/>
                </a:lnTo>
                <a:lnTo>
                  <a:pt x="446" y="529"/>
                </a:lnTo>
                <a:lnTo>
                  <a:pt x="447" y="530"/>
                </a:lnTo>
                <a:lnTo>
                  <a:pt x="448" y="530"/>
                </a:lnTo>
                <a:lnTo>
                  <a:pt x="448" y="529"/>
                </a:lnTo>
                <a:lnTo>
                  <a:pt x="449" y="529"/>
                </a:lnTo>
                <a:lnTo>
                  <a:pt x="450" y="529"/>
                </a:lnTo>
                <a:lnTo>
                  <a:pt x="450" y="530"/>
                </a:lnTo>
                <a:lnTo>
                  <a:pt x="449" y="530"/>
                </a:lnTo>
                <a:lnTo>
                  <a:pt x="449" y="531"/>
                </a:lnTo>
                <a:lnTo>
                  <a:pt x="450" y="531"/>
                </a:lnTo>
                <a:lnTo>
                  <a:pt x="450" y="532"/>
                </a:lnTo>
                <a:lnTo>
                  <a:pt x="450" y="533"/>
                </a:lnTo>
                <a:lnTo>
                  <a:pt x="451" y="533"/>
                </a:lnTo>
                <a:lnTo>
                  <a:pt x="451" y="535"/>
                </a:lnTo>
                <a:lnTo>
                  <a:pt x="452" y="535"/>
                </a:lnTo>
                <a:lnTo>
                  <a:pt x="452" y="536"/>
                </a:lnTo>
                <a:lnTo>
                  <a:pt x="452" y="537"/>
                </a:lnTo>
                <a:lnTo>
                  <a:pt x="452" y="538"/>
                </a:lnTo>
                <a:lnTo>
                  <a:pt x="451" y="538"/>
                </a:lnTo>
                <a:lnTo>
                  <a:pt x="450" y="538"/>
                </a:lnTo>
                <a:lnTo>
                  <a:pt x="449" y="538"/>
                </a:lnTo>
                <a:lnTo>
                  <a:pt x="449" y="539"/>
                </a:lnTo>
                <a:lnTo>
                  <a:pt x="449" y="540"/>
                </a:lnTo>
                <a:lnTo>
                  <a:pt x="448" y="540"/>
                </a:lnTo>
                <a:lnTo>
                  <a:pt x="448" y="541"/>
                </a:lnTo>
                <a:lnTo>
                  <a:pt x="447" y="541"/>
                </a:lnTo>
                <a:lnTo>
                  <a:pt x="446" y="541"/>
                </a:lnTo>
                <a:lnTo>
                  <a:pt x="445" y="541"/>
                </a:lnTo>
                <a:lnTo>
                  <a:pt x="445" y="542"/>
                </a:lnTo>
                <a:lnTo>
                  <a:pt x="445" y="543"/>
                </a:lnTo>
                <a:lnTo>
                  <a:pt x="446" y="543"/>
                </a:lnTo>
                <a:lnTo>
                  <a:pt x="447" y="545"/>
                </a:lnTo>
                <a:lnTo>
                  <a:pt x="446" y="545"/>
                </a:lnTo>
                <a:lnTo>
                  <a:pt x="446" y="546"/>
                </a:lnTo>
                <a:lnTo>
                  <a:pt x="447" y="546"/>
                </a:lnTo>
                <a:lnTo>
                  <a:pt x="448" y="546"/>
                </a:lnTo>
                <a:lnTo>
                  <a:pt x="449" y="547"/>
                </a:lnTo>
                <a:lnTo>
                  <a:pt x="450" y="547"/>
                </a:lnTo>
                <a:lnTo>
                  <a:pt x="451" y="547"/>
                </a:lnTo>
                <a:lnTo>
                  <a:pt x="452" y="548"/>
                </a:lnTo>
                <a:lnTo>
                  <a:pt x="452" y="549"/>
                </a:lnTo>
                <a:lnTo>
                  <a:pt x="453" y="549"/>
                </a:lnTo>
                <a:lnTo>
                  <a:pt x="454" y="548"/>
                </a:lnTo>
                <a:lnTo>
                  <a:pt x="454" y="549"/>
                </a:lnTo>
                <a:lnTo>
                  <a:pt x="455" y="549"/>
                </a:lnTo>
                <a:lnTo>
                  <a:pt x="456" y="549"/>
                </a:lnTo>
                <a:lnTo>
                  <a:pt x="457" y="549"/>
                </a:lnTo>
                <a:lnTo>
                  <a:pt x="457" y="550"/>
                </a:lnTo>
                <a:lnTo>
                  <a:pt x="457" y="551"/>
                </a:lnTo>
                <a:lnTo>
                  <a:pt x="458" y="551"/>
                </a:lnTo>
                <a:lnTo>
                  <a:pt x="459" y="551"/>
                </a:lnTo>
                <a:lnTo>
                  <a:pt x="460" y="552"/>
                </a:lnTo>
                <a:lnTo>
                  <a:pt x="460" y="553"/>
                </a:lnTo>
                <a:lnTo>
                  <a:pt x="461" y="553"/>
                </a:lnTo>
                <a:lnTo>
                  <a:pt x="462" y="553"/>
                </a:lnTo>
                <a:lnTo>
                  <a:pt x="463" y="553"/>
                </a:lnTo>
                <a:lnTo>
                  <a:pt x="464" y="554"/>
                </a:lnTo>
                <a:lnTo>
                  <a:pt x="465" y="555"/>
                </a:lnTo>
                <a:lnTo>
                  <a:pt x="464" y="555"/>
                </a:lnTo>
                <a:lnTo>
                  <a:pt x="463" y="557"/>
                </a:lnTo>
                <a:lnTo>
                  <a:pt x="463" y="558"/>
                </a:lnTo>
                <a:lnTo>
                  <a:pt x="462" y="559"/>
                </a:lnTo>
                <a:lnTo>
                  <a:pt x="461" y="560"/>
                </a:lnTo>
                <a:lnTo>
                  <a:pt x="460" y="560"/>
                </a:lnTo>
                <a:lnTo>
                  <a:pt x="460" y="561"/>
                </a:lnTo>
                <a:lnTo>
                  <a:pt x="460" y="562"/>
                </a:lnTo>
                <a:lnTo>
                  <a:pt x="460" y="564"/>
                </a:lnTo>
                <a:lnTo>
                  <a:pt x="460" y="565"/>
                </a:lnTo>
                <a:lnTo>
                  <a:pt x="460" y="566"/>
                </a:lnTo>
                <a:lnTo>
                  <a:pt x="460" y="567"/>
                </a:lnTo>
                <a:lnTo>
                  <a:pt x="460" y="568"/>
                </a:lnTo>
                <a:lnTo>
                  <a:pt x="460" y="569"/>
                </a:lnTo>
                <a:lnTo>
                  <a:pt x="460" y="568"/>
                </a:lnTo>
                <a:lnTo>
                  <a:pt x="461" y="569"/>
                </a:lnTo>
                <a:lnTo>
                  <a:pt x="462" y="569"/>
                </a:lnTo>
                <a:lnTo>
                  <a:pt x="462" y="568"/>
                </a:lnTo>
                <a:lnTo>
                  <a:pt x="462" y="567"/>
                </a:lnTo>
                <a:lnTo>
                  <a:pt x="463" y="567"/>
                </a:lnTo>
                <a:lnTo>
                  <a:pt x="463" y="568"/>
                </a:lnTo>
                <a:lnTo>
                  <a:pt x="464" y="568"/>
                </a:lnTo>
                <a:lnTo>
                  <a:pt x="463" y="569"/>
                </a:lnTo>
                <a:lnTo>
                  <a:pt x="464" y="569"/>
                </a:lnTo>
                <a:lnTo>
                  <a:pt x="464" y="570"/>
                </a:lnTo>
                <a:lnTo>
                  <a:pt x="465" y="571"/>
                </a:lnTo>
                <a:lnTo>
                  <a:pt x="465" y="572"/>
                </a:lnTo>
                <a:lnTo>
                  <a:pt x="466" y="573"/>
                </a:lnTo>
                <a:lnTo>
                  <a:pt x="465" y="573"/>
                </a:lnTo>
                <a:lnTo>
                  <a:pt x="466" y="574"/>
                </a:lnTo>
                <a:lnTo>
                  <a:pt x="467" y="574"/>
                </a:lnTo>
                <a:lnTo>
                  <a:pt x="467" y="575"/>
                </a:lnTo>
                <a:lnTo>
                  <a:pt x="467" y="576"/>
                </a:lnTo>
                <a:lnTo>
                  <a:pt x="468" y="576"/>
                </a:lnTo>
                <a:lnTo>
                  <a:pt x="467" y="577"/>
                </a:lnTo>
                <a:lnTo>
                  <a:pt x="466" y="577"/>
                </a:lnTo>
                <a:lnTo>
                  <a:pt x="465" y="577"/>
                </a:lnTo>
                <a:lnTo>
                  <a:pt x="465" y="578"/>
                </a:lnTo>
                <a:lnTo>
                  <a:pt x="464" y="579"/>
                </a:lnTo>
                <a:lnTo>
                  <a:pt x="464" y="578"/>
                </a:lnTo>
                <a:lnTo>
                  <a:pt x="463" y="578"/>
                </a:lnTo>
                <a:lnTo>
                  <a:pt x="463" y="579"/>
                </a:lnTo>
                <a:lnTo>
                  <a:pt x="463" y="580"/>
                </a:lnTo>
                <a:lnTo>
                  <a:pt x="462" y="580"/>
                </a:lnTo>
                <a:lnTo>
                  <a:pt x="462" y="581"/>
                </a:lnTo>
                <a:lnTo>
                  <a:pt x="461" y="581"/>
                </a:lnTo>
                <a:lnTo>
                  <a:pt x="460" y="581"/>
                </a:lnTo>
                <a:lnTo>
                  <a:pt x="460" y="582"/>
                </a:lnTo>
                <a:lnTo>
                  <a:pt x="460" y="583"/>
                </a:lnTo>
                <a:lnTo>
                  <a:pt x="461" y="583"/>
                </a:lnTo>
                <a:lnTo>
                  <a:pt x="461" y="584"/>
                </a:lnTo>
                <a:lnTo>
                  <a:pt x="462" y="584"/>
                </a:lnTo>
                <a:lnTo>
                  <a:pt x="462" y="585"/>
                </a:lnTo>
                <a:lnTo>
                  <a:pt x="462" y="586"/>
                </a:lnTo>
                <a:lnTo>
                  <a:pt x="463" y="587"/>
                </a:lnTo>
                <a:lnTo>
                  <a:pt x="464" y="587"/>
                </a:lnTo>
                <a:lnTo>
                  <a:pt x="465" y="587"/>
                </a:lnTo>
                <a:lnTo>
                  <a:pt x="466" y="586"/>
                </a:lnTo>
                <a:lnTo>
                  <a:pt x="467" y="586"/>
                </a:lnTo>
                <a:lnTo>
                  <a:pt x="467" y="587"/>
                </a:lnTo>
                <a:lnTo>
                  <a:pt x="468" y="587"/>
                </a:lnTo>
                <a:lnTo>
                  <a:pt x="469" y="587"/>
                </a:lnTo>
                <a:lnTo>
                  <a:pt x="470" y="588"/>
                </a:lnTo>
                <a:lnTo>
                  <a:pt x="471" y="588"/>
                </a:lnTo>
                <a:lnTo>
                  <a:pt x="472" y="589"/>
                </a:lnTo>
                <a:lnTo>
                  <a:pt x="472" y="590"/>
                </a:lnTo>
                <a:lnTo>
                  <a:pt x="472" y="591"/>
                </a:lnTo>
                <a:lnTo>
                  <a:pt x="473" y="591"/>
                </a:lnTo>
                <a:lnTo>
                  <a:pt x="473" y="592"/>
                </a:lnTo>
                <a:lnTo>
                  <a:pt x="474" y="592"/>
                </a:lnTo>
                <a:lnTo>
                  <a:pt x="476" y="592"/>
                </a:lnTo>
                <a:lnTo>
                  <a:pt x="477" y="592"/>
                </a:lnTo>
                <a:lnTo>
                  <a:pt x="477" y="593"/>
                </a:lnTo>
                <a:lnTo>
                  <a:pt x="478" y="594"/>
                </a:lnTo>
                <a:lnTo>
                  <a:pt x="479" y="594"/>
                </a:lnTo>
                <a:lnTo>
                  <a:pt x="479" y="595"/>
                </a:lnTo>
                <a:lnTo>
                  <a:pt x="480" y="596"/>
                </a:lnTo>
                <a:lnTo>
                  <a:pt x="480" y="598"/>
                </a:lnTo>
                <a:lnTo>
                  <a:pt x="481" y="598"/>
                </a:lnTo>
                <a:lnTo>
                  <a:pt x="481" y="599"/>
                </a:lnTo>
                <a:lnTo>
                  <a:pt x="481" y="600"/>
                </a:lnTo>
                <a:lnTo>
                  <a:pt x="482" y="600"/>
                </a:lnTo>
                <a:lnTo>
                  <a:pt x="481" y="601"/>
                </a:lnTo>
                <a:lnTo>
                  <a:pt x="481" y="602"/>
                </a:lnTo>
                <a:lnTo>
                  <a:pt x="481" y="603"/>
                </a:lnTo>
                <a:lnTo>
                  <a:pt x="481" y="604"/>
                </a:lnTo>
                <a:lnTo>
                  <a:pt x="482" y="604"/>
                </a:lnTo>
                <a:lnTo>
                  <a:pt x="482" y="605"/>
                </a:lnTo>
                <a:lnTo>
                  <a:pt x="483" y="606"/>
                </a:lnTo>
                <a:lnTo>
                  <a:pt x="484" y="606"/>
                </a:lnTo>
                <a:lnTo>
                  <a:pt x="485" y="607"/>
                </a:lnTo>
                <a:lnTo>
                  <a:pt x="485" y="608"/>
                </a:lnTo>
                <a:lnTo>
                  <a:pt x="486" y="609"/>
                </a:lnTo>
                <a:lnTo>
                  <a:pt x="487" y="608"/>
                </a:lnTo>
                <a:lnTo>
                  <a:pt x="488" y="609"/>
                </a:lnTo>
                <a:lnTo>
                  <a:pt x="489" y="609"/>
                </a:lnTo>
                <a:lnTo>
                  <a:pt x="490" y="609"/>
                </a:lnTo>
                <a:lnTo>
                  <a:pt x="491" y="610"/>
                </a:lnTo>
                <a:lnTo>
                  <a:pt x="492" y="610"/>
                </a:lnTo>
                <a:lnTo>
                  <a:pt x="492" y="611"/>
                </a:lnTo>
                <a:lnTo>
                  <a:pt x="493" y="611"/>
                </a:lnTo>
                <a:lnTo>
                  <a:pt x="494" y="611"/>
                </a:lnTo>
                <a:lnTo>
                  <a:pt x="495" y="611"/>
                </a:lnTo>
                <a:lnTo>
                  <a:pt x="495" y="612"/>
                </a:lnTo>
                <a:lnTo>
                  <a:pt x="496" y="613"/>
                </a:lnTo>
                <a:lnTo>
                  <a:pt x="497" y="614"/>
                </a:lnTo>
                <a:lnTo>
                  <a:pt x="497" y="615"/>
                </a:lnTo>
                <a:lnTo>
                  <a:pt x="498" y="616"/>
                </a:lnTo>
                <a:lnTo>
                  <a:pt x="498" y="617"/>
                </a:lnTo>
                <a:lnTo>
                  <a:pt x="497" y="617"/>
                </a:lnTo>
                <a:lnTo>
                  <a:pt x="497" y="618"/>
                </a:lnTo>
                <a:lnTo>
                  <a:pt x="497" y="619"/>
                </a:lnTo>
                <a:lnTo>
                  <a:pt x="498" y="619"/>
                </a:lnTo>
                <a:lnTo>
                  <a:pt x="499" y="620"/>
                </a:lnTo>
                <a:lnTo>
                  <a:pt x="499" y="621"/>
                </a:lnTo>
                <a:lnTo>
                  <a:pt x="499" y="622"/>
                </a:lnTo>
                <a:lnTo>
                  <a:pt x="500" y="623"/>
                </a:lnTo>
                <a:lnTo>
                  <a:pt x="500" y="624"/>
                </a:lnTo>
                <a:lnTo>
                  <a:pt x="499" y="624"/>
                </a:lnTo>
                <a:lnTo>
                  <a:pt x="499" y="625"/>
                </a:lnTo>
                <a:lnTo>
                  <a:pt x="499" y="626"/>
                </a:lnTo>
                <a:lnTo>
                  <a:pt x="499" y="627"/>
                </a:lnTo>
                <a:lnTo>
                  <a:pt x="499" y="628"/>
                </a:lnTo>
                <a:lnTo>
                  <a:pt x="498" y="628"/>
                </a:lnTo>
                <a:lnTo>
                  <a:pt x="498" y="629"/>
                </a:lnTo>
                <a:lnTo>
                  <a:pt x="497" y="628"/>
                </a:lnTo>
                <a:lnTo>
                  <a:pt x="497" y="629"/>
                </a:lnTo>
                <a:lnTo>
                  <a:pt x="496" y="629"/>
                </a:lnTo>
                <a:lnTo>
                  <a:pt x="497" y="629"/>
                </a:lnTo>
                <a:lnTo>
                  <a:pt x="497" y="630"/>
                </a:lnTo>
                <a:lnTo>
                  <a:pt x="498" y="630"/>
                </a:lnTo>
                <a:lnTo>
                  <a:pt x="498" y="631"/>
                </a:lnTo>
                <a:lnTo>
                  <a:pt x="498" y="632"/>
                </a:lnTo>
                <a:lnTo>
                  <a:pt x="498" y="633"/>
                </a:lnTo>
                <a:lnTo>
                  <a:pt x="499" y="633"/>
                </a:lnTo>
                <a:lnTo>
                  <a:pt x="499" y="634"/>
                </a:lnTo>
                <a:lnTo>
                  <a:pt x="500" y="635"/>
                </a:lnTo>
                <a:lnTo>
                  <a:pt x="500" y="636"/>
                </a:lnTo>
                <a:lnTo>
                  <a:pt x="500" y="637"/>
                </a:lnTo>
                <a:lnTo>
                  <a:pt x="499" y="637"/>
                </a:lnTo>
                <a:lnTo>
                  <a:pt x="500" y="638"/>
                </a:lnTo>
                <a:lnTo>
                  <a:pt x="500" y="639"/>
                </a:lnTo>
                <a:lnTo>
                  <a:pt x="499" y="640"/>
                </a:lnTo>
                <a:lnTo>
                  <a:pt x="498" y="640"/>
                </a:lnTo>
                <a:lnTo>
                  <a:pt x="497" y="641"/>
                </a:lnTo>
                <a:lnTo>
                  <a:pt x="497" y="642"/>
                </a:lnTo>
                <a:lnTo>
                  <a:pt x="496" y="643"/>
                </a:lnTo>
                <a:lnTo>
                  <a:pt x="496" y="644"/>
                </a:lnTo>
                <a:lnTo>
                  <a:pt x="497" y="644"/>
                </a:lnTo>
                <a:lnTo>
                  <a:pt x="496" y="645"/>
                </a:lnTo>
                <a:lnTo>
                  <a:pt x="495" y="645"/>
                </a:lnTo>
                <a:lnTo>
                  <a:pt x="495" y="646"/>
                </a:lnTo>
                <a:lnTo>
                  <a:pt x="496" y="647"/>
                </a:lnTo>
                <a:lnTo>
                  <a:pt x="495" y="647"/>
                </a:lnTo>
                <a:lnTo>
                  <a:pt x="494" y="647"/>
                </a:lnTo>
                <a:lnTo>
                  <a:pt x="493" y="647"/>
                </a:lnTo>
                <a:lnTo>
                  <a:pt x="493" y="648"/>
                </a:lnTo>
                <a:lnTo>
                  <a:pt x="493" y="649"/>
                </a:lnTo>
                <a:lnTo>
                  <a:pt x="492" y="649"/>
                </a:lnTo>
                <a:lnTo>
                  <a:pt x="492" y="650"/>
                </a:lnTo>
                <a:lnTo>
                  <a:pt x="491" y="651"/>
                </a:lnTo>
                <a:lnTo>
                  <a:pt x="490" y="653"/>
                </a:lnTo>
                <a:lnTo>
                  <a:pt x="490" y="654"/>
                </a:lnTo>
                <a:lnTo>
                  <a:pt x="489" y="654"/>
                </a:lnTo>
                <a:lnTo>
                  <a:pt x="489" y="653"/>
                </a:lnTo>
                <a:lnTo>
                  <a:pt x="489" y="651"/>
                </a:lnTo>
                <a:lnTo>
                  <a:pt x="489" y="653"/>
                </a:lnTo>
                <a:lnTo>
                  <a:pt x="488" y="653"/>
                </a:lnTo>
                <a:lnTo>
                  <a:pt x="488" y="654"/>
                </a:lnTo>
                <a:lnTo>
                  <a:pt x="488" y="653"/>
                </a:lnTo>
                <a:lnTo>
                  <a:pt x="487" y="653"/>
                </a:lnTo>
                <a:lnTo>
                  <a:pt x="486" y="653"/>
                </a:lnTo>
                <a:lnTo>
                  <a:pt x="486" y="651"/>
                </a:lnTo>
                <a:lnTo>
                  <a:pt x="485" y="651"/>
                </a:lnTo>
                <a:lnTo>
                  <a:pt x="484" y="651"/>
                </a:lnTo>
                <a:lnTo>
                  <a:pt x="484" y="653"/>
                </a:lnTo>
                <a:lnTo>
                  <a:pt x="483" y="653"/>
                </a:lnTo>
                <a:lnTo>
                  <a:pt x="482" y="653"/>
                </a:lnTo>
                <a:lnTo>
                  <a:pt x="482" y="654"/>
                </a:lnTo>
                <a:lnTo>
                  <a:pt x="481" y="654"/>
                </a:lnTo>
                <a:lnTo>
                  <a:pt x="481" y="655"/>
                </a:lnTo>
                <a:lnTo>
                  <a:pt x="480" y="656"/>
                </a:lnTo>
                <a:lnTo>
                  <a:pt x="480" y="657"/>
                </a:lnTo>
                <a:lnTo>
                  <a:pt x="481" y="657"/>
                </a:lnTo>
                <a:lnTo>
                  <a:pt x="481" y="658"/>
                </a:lnTo>
                <a:lnTo>
                  <a:pt x="481" y="659"/>
                </a:lnTo>
                <a:lnTo>
                  <a:pt x="480" y="659"/>
                </a:lnTo>
                <a:lnTo>
                  <a:pt x="480" y="658"/>
                </a:lnTo>
                <a:lnTo>
                  <a:pt x="479" y="658"/>
                </a:lnTo>
                <a:lnTo>
                  <a:pt x="479" y="659"/>
                </a:lnTo>
                <a:lnTo>
                  <a:pt x="478" y="659"/>
                </a:lnTo>
                <a:lnTo>
                  <a:pt x="477" y="659"/>
                </a:lnTo>
                <a:lnTo>
                  <a:pt x="476" y="659"/>
                </a:lnTo>
                <a:lnTo>
                  <a:pt x="475" y="659"/>
                </a:lnTo>
                <a:lnTo>
                  <a:pt x="475" y="660"/>
                </a:lnTo>
                <a:lnTo>
                  <a:pt x="474" y="660"/>
                </a:lnTo>
                <a:lnTo>
                  <a:pt x="473" y="660"/>
                </a:lnTo>
                <a:lnTo>
                  <a:pt x="473" y="661"/>
                </a:lnTo>
                <a:lnTo>
                  <a:pt x="472" y="661"/>
                </a:lnTo>
                <a:lnTo>
                  <a:pt x="472" y="662"/>
                </a:lnTo>
                <a:lnTo>
                  <a:pt x="472" y="664"/>
                </a:lnTo>
                <a:lnTo>
                  <a:pt x="471" y="665"/>
                </a:lnTo>
                <a:lnTo>
                  <a:pt x="470" y="664"/>
                </a:lnTo>
                <a:lnTo>
                  <a:pt x="469" y="663"/>
                </a:lnTo>
                <a:lnTo>
                  <a:pt x="468" y="662"/>
                </a:lnTo>
                <a:lnTo>
                  <a:pt x="468" y="661"/>
                </a:lnTo>
                <a:lnTo>
                  <a:pt x="467" y="660"/>
                </a:lnTo>
                <a:lnTo>
                  <a:pt x="466" y="660"/>
                </a:lnTo>
                <a:lnTo>
                  <a:pt x="466" y="659"/>
                </a:lnTo>
                <a:lnTo>
                  <a:pt x="466" y="658"/>
                </a:lnTo>
                <a:lnTo>
                  <a:pt x="465" y="658"/>
                </a:lnTo>
                <a:lnTo>
                  <a:pt x="465" y="657"/>
                </a:lnTo>
                <a:lnTo>
                  <a:pt x="465" y="658"/>
                </a:lnTo>
                <a:lnTo>
                  <a:pt x="465" y="659"/>
                </a:lnTo>
                <a:lnTo>
                  <a:pt x="464" y="660"/>
                </a:lnTo>
                <a:lnTo>
                  <a:pt x="463" y="660"/>
                </a:lnTo>
                <a:lnTo>
                  <a:pt x="462" y="659"/>
                </a:lnTo>
                <a:lnTo>
                  <a:pt x="461" y="659"/>
                </a:lnTo>
                <a:lnTo>
                  <a:pt x="460" y="658"/>
                </a:lnTo>
                <a:lnTo>
                  <a:pt x="461" y="658"/>
                </a:lnTo>
                <a:lnTo>
                  <a:pt x="461" y="657"/>
                </a:lnTo>
                <a:lnTo>
                  <a:pt x="461" y="656"/>
                </a:lnTo>
                <a:lnTo>
                  <a:pt x="461" y="653"/>
                </a:lnTo>
                <a:lnTo>
                  <a:pt x="460" y="653"/>
                </a:lnTo>
                <a:lnTo>
                  <a:pt x="460" y="651"/>
                </a:lnTo>
                <a:lnTo>
                  <a:pt x="459" y="650"/>
                </a:lnTo>
                <a:lnTo>
                  <a:pt x="460" y="649"/>
                </a:lnTo>
                <a:lnTo>
                  <a:pt x="459" y="648"/>
                </a:lnTo>
                <a:lnTo>
                  <a:pt x="458" y="648"/>
                </a:lnTo>
                <a:lnTo>
                  <a:pt x="457" y="647"/>
                </a:lnTo>
                <a:lnTo>
                  <a:pt x="456" y="647"/>
                </a:lnTo>
                <a:lnTo>
                  <a:pt x="455" y="647"/>
                </a:lnTo>
                <a:lnTo>
                  <a:pt x="455" y="648"/>
                </a:lnTo>
                <a:lnTo>
                  <a:pt x="455" y="649"/>
                </a:lnTo>
                <a:lnTo>
                  <a:pt x="455" y="650"/>
                </a:lnTo>
                <a:lnTo>
                  <a:pt x="454" y="650"/>
                </a:lnTo>
                <a:lnTo>
                  <a:pt x="454" y="649"/>
                </a:lnTo>
                <a:lnTo>
                  <a:pt x="453" y="649"/>
                </a:lnTo>
                <a:lnTo>
                  <a:pt x="453" y="650"/>
                </a:lnTo>
                <a:lnTo>
                  <a:pt x="452" y="651"/>
                </a:lnTo>
                <a:lnTo>
                  <a:pt x="451" y="653"/>
                </a:lnTo>
                <a:lnTo>
                  <a:pt x="451" y="654"/>
                </a:lnTo>
                <a:lnTo>
                  <a:pt x="450" y="655"/>
                </a:lnTo>
                <a:lnTo>
                  <a:pt x="449" y="655"/>
                </a:lnTo>
                <a:lnTo>
                  <a:pt x="449" y="656"/>
                </a:lnTo>
                <a:lnTo>
                  <a:pt x="449" y="657"/>
                </a:lnTo>
                <a:lnTo>
                  <a:pt x="448" y="656"/>
                </a:lnTo>
                <a:lnTo>
                  <a:pt x="447" y="656"/>
                </a:lnTo>
                <a:lnTo>
                  <a:pt x="446" y="656"/>
                </a:lnTo>
                <a:lnTo>
                  <a:pt x="446" y="657"/>
                </a:lnTo>
                <a:lnTo>
                  <a:pt x="445" y="657"/>
                </a:lnTo>
                <a:lnTo>
                  <a:pt x="444" y="656"/>
                </a:lnTo>
                <a:lnTo>
                  <a:pt x="443" y="656"/>
                </a:lnTo>
                <a:lnTo>
                  <a:pt x="442" y="656"/>
                </a:lnTo>
                <a:lnTo>
                  <a:pt x="441" y="656"/>
                </a:lnTo>
                <a:lnTo>
                  <a:pt x="440" y="656"/>
                </a:lnTo>
                <a:lnTo>
                  <a:pt x="441" y="656"/>
                </a:lnTo>
                <a:lnTo>
                  <a:pt x="441" y="655"/>
                </a:lnTo>
                <a:lnTo>
                  <a:pt x="440" y="655"/>
                </a:lnTo>
                <a:lnTo>
                  <a:pt x="440" y="656"/>
                </a:lnTo>
                <a:lnTo>
                  <a:pt x="439" y="656"/>
                </a:lnTo>
                <a:lnTo>
                  <a:pt x="438" y="656"/>
                </a:lnTo>
                <a:lnTo>
                  <a:pt x="438" y="657"/>
                </a:lnTo>
                <a:lnTo>
                  <a:pt x="437" y="657"/>
                </a:lnTo>
                <a:lnTo>
                  <a:pt x="437" y="658"/>
                </a:lnTo>
                <a:lnTo>
                  <a:pt x="438" y="658"/>
                </a:lnTo>
                <a:lnTo>
                  <a:pt x="437" y="658"/>
                </a:lnTo>
                <a:lnTo>
                  <a:pt x="436" y="658"/>
                </a:lnTo>
                <a:lnTo>
                  <a:pt x="436" y="657"/>
                </a:lnTo>
                <a:lnTo>
                  <a:pt x="435" y="657"/>
                </a:lnTo>
                <a:lnTo>
                  <a:pt x="434" y="657"/>
                </a:lnTo>
                <a:lnTo>
                  <a:pt x="433" y="657"/>
                </a:lnTo>
                <a:lnTo>
                  <a:pt x="431" y="657"/>
                </a:lnTo>
                <a:lnTo>
                  <a:pt x="430" y="657"/>
                </a:lnTo>
                <a:lnTo>
                  <a:pt x="430" y="658"/>
                </a:lnTo>
                <a:lnTo>
                  <a:pt x="429" y="658"/>
                </a:lnTo>
                <a:lnTo>
                  <a:pt x="429" y="657"/>
                </a:lnTo>
                <a:lnTo>
                  <a:pt x="428" y="657"/>
                </a:lnTo>
                <a:lnTo>
                  <a:pt x="428" y="658"/>
                </a:lnTo>
                <a:lnTo>
                  <a:pt x="427" y="658"/>
                </a:lnTo>
                <a:lnTo>
                  <a:pt x="426" y="658"/>
                </a:lnTo>
                <a:lnTo>
                  <a:pt x="426" y="657"/>
                </a:lnTo>
                <a:lnTo>
                  <a:pt x="425" y="656"/>
                </a:lnTo>
                <a:lnTo>
                  <a:pt x="424" y="655"/>
                </a:lnTo>
                <a:lnTo>
                  <a:pt x="423" y="655"/>
                </a:lnTo>
                <a:lnTo>
                  <a:pt x="422" y="654"/>
                </a:lnTo>
                <a:lnTo>
                  <a:pt x="422" y="653"/>
                </a:lnTo>
                <a:lnTo>
                  <a:pt x="421" y="653"/>
                </a:lnTo>
                <a:lnTo>
                  <a:pt x="420" y="653"/>
                </a:lnTo>
                <a:lnTo>
                  <a:pt x="419" y="653"/>
                </a:lnTo>
                <a:lnTo>
                  <a:pt x="418" y="653"/>
                </a:lnTo>
                <a:lnTo>
                  <a:pt x="417" y="654"/>
                </a:lnTo>
                <a:lnTo>
                  <a:pt x="416" y="653"/>
                </a:lnTo>
                <a:lnTo>
                  <a:pt x="415" y="653"/>
                </a:lnTo>
                <a:lnTo>
                  <a:pt x="415" y="654"/>
                </a:lnTo>
                <a:lnTo>
                  <a:pt x="414" y="654"/>
                </a:lnTo>
                <a:lnTo>
                  <a:pt x="414" y="653"/>
                </a:lnTo>
                <a:lnTo>
                  <a:pt x="413" y="653"/>
                </a:lnTo>
                <a:lnTo>
                  <a:pt x="413" y="654"/>
                </a:lnTo>
                <a:lnTo>
                  <a:pt x="412" y="654"/>
                </a:lnTo>
                <a:lnTo>
                  <a:pt x="412" y="655"/>
                </a:lnTo>
                <a:lnTo>
                  <a:pt x="411" y="654"/>
                </a:lnTo>
                <a:lnTo>
                  <a:pt x="410" y="654"/>
                </a:lnTo>
                <a:lnTo>
                  <a:pt x="409" y="654"/>
                </a:lnTo>
                <a:lnTo>
                  <a:pt x="409" y="653"/>
                </a:lnTo>
                <a:lnTo>
                  <a:pt x="408" y="653"/>
                </a:lnTo>
                <a:lnTo>
                  <a:pt x="407" y="653"/>
                </a:lnTo>
                <a:lnTo>
                  <a:pt x="406" y="653"/>
                </a:lnTo>
                <a:lnTo>
                  <a:pt x="406" y="654"/>
                </a:lnTo>
                <a:lnTo>
                  <a:pt x="405" y="654"/>
                </a:lnTo>
                <a:lnTo>
                  <a:pt x="403" y="653"/>
                </a:lnTo>
                <a:lnTo>
                  <a:pt x="402" y="651"/>
                </a:lnTo>
                <a:lnTo>
                  <a:pt x="401" y="650"/>
                </a:lnTo>
                <a:lnTo>
                  <a:pt x="399" y="650"/>
                </a:lnTo>
                <a:lnTo>
                  <a:pt x="399" y="649"/>
                </a:lnTo>
                <a:lnTo>
                  <a:pt x="398" y="649"/>
                </a:lnTo>
                <a:lnTo>
                  <a:pt x="397" y="649"/>
                </a:lnTo>
                <a:lnTo>
                  <a:pt x="396" y="649"/>
                </a:lnTo>
                <a:lnTo>
                  <a:pt x="395" y="648"/>
                </a:lnTo>
                <a:lnTo>
                  <a:pt x="394" y="648"/>
                </a:lnTo>
                <a:lnTo>
                  <a:pt x="393" y="648"/>
                </a:lnTo>
                <a:lnTo>
                  <a:pt x="392" y="648"/>
                </a:lnTo>
                <a:lnTo>
                  <a:pt x="391" y="648"/>
                </a:lnTo>
                <a:lnTo>
                  <a:pt x="391" y="649"/>
                </a:lnTo>
                <a:lnTo>
                  <a:pt x="390" y="649"/>
                </a:lnTo>
                <a:lnTo>
                  <a:pt x="389" y="649"/>
                </a:lnTo>
                <a:lnTo>
                  <a:pt x="388" y="649"/>
                </a:lnTo>
                <a:lnTo>
                  <a:pt x="387" y="649"/>
                </a:lnTo>
                <a:lnTo>
                  <a:pt x="386" y="649"/>
                </a:lnTo>
                <a:lnTo>
                  <a:pt x="385" y="649"/>
                </a:lnTo>
                <a:lnTo>
                  <a:pt x="383" y="649"/>
                </a:lnTo>
                <a:lnTo>
                  <a:pt x="382" y="649"/>
                </a:lnTo>
                <a:lnTo>
                  <a:pt x="381" y="649"/>
                </a:lnTo>
                <a:lnTo>
                  <a:pt x="380" y="648"/>
                </a:lnTo>
                <a:lnTo>
                  <a:pt x="380" y="647"/>
                </a:lnTo>
                <a:lnTo>
                  <a:pt x="379" y="647"/>
                </a:lnTo>
                <a:lnTo>
                  <a:pt x="378" y="647"/>
                </a:lnTo>
                <a:lnTo>
                  <a:pt x="377" y="647"/>
                </a:lnTo>
                <a:lnTo>
                  <a:pt x="376" y="647"/>
                </a:lnTo>
                <a:lnTo>
                  <a:pt x="376" y="648"/>
                </a:lnTo>
                <a:lnTo>
                  <a:pt x="375" y="647"/>
                </a:lnTo>
                <a:lnTo>
                  <a:pt x="375" y="646"/>
                </a:lnTo>
                <a:lnTo>
                  <a:pt x="374" y="646"/>
                </a:lnTo>
                <a:lnTo>
                  <a:pt x="373" y="645"/>
                </a:lnTo>
                <a:lnTo>
                  <a:pt x="373" y="646"/>
                </a:lnTo>
                <a:lnTo>
                  <a:pt x="372" y="646"/>
                </a:lnTo>
                <a:lnTo>
                  <a:pt x="372" y="647"/>
                </a:lnTo>
                <a:lnTo>
                  <a:pt x="371" y="647"/>
                </a:lnTo>
                <a:lnTo>
                  <a:pt x="371" y="648"/>
                </a:lnTo>
                <a:lnTo>
                  <a:pt x="372" y="648"/>
                </a:lnTo>
                <a:lnTo>
                  <a:pt x="372" y="649"/>
                </a:lnTo>
                <a:lnTo>
                  <a:pt x="372" y="650"/>
                </a:lnTo>
                <a:lnTo>
                  <a:pt x="372" y="649"/>
                </a:lnTo>
                <a:lnTo>
                  <a:pt x="371" y="649"/>
                </a:lnTo>
                <a:lnTo>
                  <a:pt x="370" y="649"/>
                </a:lnTo>
                <a:lnTo>
                  <a:pt x="370" y="650"/>
                </a:lnTo>
                <a:lnTo>
                  <a:pt x="369" y="650"/>
                </a:lnTo>
                <a:lnTo>
                  <a:pt x="369" y="649"/>
                </a:lnTo>
                <a:lnTo>
                  <a:pt x="368" y="649"/>
                </a:lnTo>
                <a:lnTo>
                  <a:pt x="367" y="649"/>
                </a:lnTo>
                <a:lnTo>
                  <a:pt x="366" y="649"/>
                </a:lnTo>
                <a:lnTo>
                  <a:pt x="366" y="648"/>
                </a:lnTo>
                <a:lnTo>
                  <a:pt x="365" y="648"/>
                </a:lnTo>
                <a:lnTo>
                  <a:pt x="365" y="649"/>
                </a:lnTo>
                <a:lnTo>
                  <a:pt x="364" y="649"/>
                </a:lnTo>
                <a:lnTo>
                  <a:pt x="364" y="648"/>
                </a:lnTo>
                <a:lnTo>
                  <a:pt x="363" y="648"/>
                </a:lnTo>
                <a:lnTo>
                  <a:pt x="363" y="649"/>
                </a:lnTo>
                <a:lnTo>
                  <a:pt x="364" y="649"/>
                </a:lnTo>
                <a:lnTo>
                  <a:pt x="363" y="649"/>
                </a:lnTo>
                <a:lnTo>
                  <a:pt x="362" y="650"/>
                </a:lnTo>
                <a:lnTo>
                  <a:pt x="362" y="651"/>
                </a:lnTo>
                <a:lnTo>
                  <a:pt x="363" y="651"/>
                </a:lnTo>
                <a:lnTo>
                  <a:pt x="363" y="653"/>
                </a:lnTo>
                <a:lnTo>
                  <a:pt x="362" y="653"/>
                </a:lnTo>
                <a:lnTo>
                  <a:pt x="361" y="653"/>
                </a:lnTo>
                <a:lnTo>
                  <a:pt x="361" y="654"/>
                </a:lnTo>
                <a:lnTo>
                  <a:pt x="360" y="654"/>
                </a:lnTo>
                <a:lnTo>
                  <a:pt x="360" y="655"/>
                </a:lnTo>
                <a:lnTo>
                  <a:pt x="360" y="656"/>
                </a:lnTo>
                <a:lnTo>
                  <a:pt x="359" y="656"/>
                </a:lnTo>
                <a:lnTo>
                  <a:pt x="358" y="656"/>
                </a:lnTo>
                <a:lnTo>
                  <a:pt x="358" y="657"/>
                </a:lnTo>
                <a:lnTo>
                  <a:pt x="358" y="658"/>
                </a:lnTo>
                <a:lnTo>
                  <a:pt x="357" y="658"/>
                </a:lnTo>
                <a:lnTo>
                  <a:pt x="357" y="659"/>
                </a:lnTo>
                <a:lnTo>
                  <a:pt x="356" y="659"/>
                </a:lnTo>
                <a:lnTo>
                  <a:pt x="357" y="659"/>
                </a:lnTo>
                <a:lnTo>
                  <a:pt x="358" y="659"/>
                </a:lnTo>
                <a:lnTo>
                  <a:pt x="358" y="660"/>
                </a:lnTo>
                <a:lnTo>
                  <a:pt x="359" y="660"/>
                </a:lnTo>
                <a:lnTo>
                  <a:pt x="361" y="660"/>
                </a:lnTo>
                <a:lnTo>
                  <a:pt x="362" y="660"/>
                </a:lnTo>
                <a:lnTo>
                  <a:pt x="363" y="660"/>
                </a:lnTo>
                <a:lnTo>
                  <a:pt x="364" y="661"/>
                </a:lnTo>
                <a:lnTo>
                  <a:pt x="366" y="661"/>
                </a:lnTo>
                <a:lnTo>
                  <a:pt x="367" y="661"/>
                </a:lnTo>
                <a:lnTo>
                  <a:pt x="366" y="661"/>
                </a:lnTo>
                <a:lnTo>
                  <a:pt x="366" y="662"/>
                </a:lnTo>
                <a:lnTo>
                  <a:pt x="367" y="662"/>
                </a:lnTo>
                <a:lnTo>
                  <a:pt x="368" y="662"/>
                </a:lnTo>
                <a:lnTo>
                  <a:pt x="368" y="661"/>
                </a:lnTo>
                <a:lnTo>
                  <a:pt x="368" y="662"/>
                </a:lnTo>
                <a:lnTo>
                  <a:pt x="369" y="662"/>
                </a:lnTo>
                <a:lnTo>
                  <a:pt x="370" y="662"/>
                </a:lnTo>
                <a:lnTo>
                  <a:pt x="371" y="663"/>
                </a:lnTo>
                <a:lnTo>
                  <a:pt x="372" y="664"/>
                </a:lnTo>
                <a:lnTo>
                  <a:pt x="372" y="663"/>
                </a:lnTo>
                <a:lnTo>
                  <a:pt x="373" y="663"/>
                </a:lnTo>
                <a:lnTo>
                  <a:pt x="374" y="663"/>
                </a:lnTo>
                <a:lnTo>
                  <a:pt x="375" y="663"/>
                </a:lnTo>
                <a:lnTo>
                  <a:pt x="376" y="663"/>
                </a:lnTo>
                <a:lnTo>
                  <a:pt x="377" y="663"/>
                </a:lnTo>
                <a:lnTo>
                  <a:pt x="378" y="663"/>
                </a:lnTo>
                <a:lnTo>
                  <a:pt x="378" y="662"/>
                </a:lnTo>
                <a:lnTo>
                  <a:pt x="379" y="662"/>
                </a:lnTo>
                <a:lnTo>
                  <a:pt x="380" y="663"/>
                </a:lnTo>
                <a:lnTo>
                  <a:pt x="380" y="664"/>
                </a:lnTo>
                <a:lnTo>
                  <a:pt x="381" y="664"/>
                </a:lnTo>
                <a:lnTo>
                  <a:pt x="382" y="664"/>
                </a:lnTo>
                <a:lnTo>
                  <a:pt x="382" y="665"/>
                </a:lnTo>
                <a:lnTo>
                  <a:pt x="383" y="665"/>
                </a:lnTo>
                <a:lnTo>
                  <a:pt x="384" y="665"/>
                </a:lnTo>
                <a:lnTo>
                  <a:pt x="384" y="666"/>
                </a:lnTo>
                <a:lnTo>
                  <a:pt x="385" y="666"/>
                </a:lnTo>
                <a:lnTo>
                  <a:pt x="386" y="667"/>
                </a:lnTo>
                <a:lnTo>
                  <a:pt x="387" y="667"/>
                </a:lnTo>
                <a:lnTo>
                  <a:pt x="388" y="667"/>
                </a:lnTo>
                <a:lnTo>
                  <a:pt x="389" y="667"/>
                </a:lnTo>
                <a:lnTo>
                  <a:pt x="389" y="668"/>
                </a:lnTo>
                <a:lnTo>
                  <a:pt x="388" y="669"/>
                </a:lnTo>
                <a:lnTo>
                  <a:pt x="388" y="670"/>
                </a:lnTo>
                <a:lnTo>
                  <a:pt x="388" y="671"/>
                </a:lnTo>
                <a:lnTo>
                  <a:pt x="388" y="672"/>
                </a:lnTo>
                <a:lnTo>
                  <a:pt x="388" y="673"/>
                </a:lnTo>
                <a:lnTo>
                  <a:pt x="388" y="674"/>
                </a:lnTo>
                <a:lnTo>
                  <a:pt x="388" y="676"/>
                </a:lnTo>
                <a:lnTo>
                  <a:pt x="387" y="676"/>
                </a:lnTo>
                <a:lnTo>
                  <a:pt x="387" y="677"/>
                </a:lnTo>
                <a:lnTo>
                  <a:pt x="388" y="677"/>
                </a:lnTo>
                <a:lnTo>
                  <a:pt x="388" y="678"/>
                </a:lnTo>
                <a:lnTo>
                  <a:pt x="387" y="678"/>
                </a:lnTo>
                <a:lnTo>
                  <a:pt x="387" y="679"/>
                </a:lnTo>
                <a:lnTo>
                  <a:pt x="387" y="680"/>
                </a:lnTo>
                <a:lnTo>
                  <a:pt x="387" y="681"/>
                </a:lnTo>
                <a:lnTo>
                  <a:pt x="386" y="681"/>
                </a:lnTo>
                <a:lnTo>
                  <a:pt x="386" y="682"/>
                </a:lnTo>
                <a:lnTo>
                  <a:pt x="386" y="684"/>
                </a:lnTo>
                <a:lnTo>
                  <a:pt x="387" y="685"/>
                </a:lnTo>
                <a:lnTo>
                  <a:pt x="388" y="686"/>
                </a:lnTo>
                <a:lnTo>
                  <a:pt x="388" y="687"/>
                </a:lnTo>
                <a:lnTo>
                  <a:pt x="389" y="687"/>
                </a:lnTo>
                <a:lnTo>
                  <a:pt x="390" y="686"/>
                </a:lnTo>
                <a:lnTo>
                  <a:pt x="391" y="685"/>
                </a:lnTo>
                <a:lnTo>
                  <a:pt x="392" y="685"/>
                </a:lnTo>
                <a:lnTo>
                  <a:pt x="393" y="685"/>
                </a:lnTo>
                <a:lnTo>
                  <a:pt x="394" y="684"/>
                </a:lnTo>
                <a:lnTo>
                  <a:pt x="394" y="683"/>
                </a:lnTo>
                <a:lnTo>
                  <a:pt x="395" y="683"/>
                </a:lnTo>
                <a:lnTo>
                  <a:pt x="396" y="684"/>
                </a:lnTo>
                <a:lnTo>
                  <a:pt x="397" y="684"/>
                </a:lnTo>
                <a:lnTo>
                  <a:pt x="399" y="684"/>
                </a:lnTo>
                <a:lnTo>
                  <a:pt x="400" y="685"/>
                </a:lnTo>
                <a:lnTo>
                  <a:pt x="400" y="686"/>
                </a:lnTo>
                <a:lnTo>
                  <a:pt x="402" y="686"/>
                </a:lnTo>
                <a:lnTo>
                  <a:pt x="404" y="686"/>
                </a:lnTo>
                <a:lnTo>
                  <a:pt x="405" y="686"/>
                </a:lnTo>
                <a:lnTo>
                  <a:pt x="406" y="686"/>
                </a:lnTo>
                <a:lnTo>
                  <a:pt x="407" y="687"/>
                </a:lnTo>
                <a:lnTo>
                  <a:pt x="408" y="687"/>
                </a:lnTo>
                <a:lnTo>
                  <a:pt x="409" y="687"/>
                </a:lnTo>
                <a:lnTo>
                  <a:pt x="410" y="687"/>
                </a:lnTo>
                <a:lnTo>
                  <a:pt x="410" y="688"/>
                </a:lnTo>
                <a:lnTo>
                  <a:pt x="410" y="689"/>
                </a:lnTo>
                <a:lnTo>
                  <a:pt x="411" y="689"/>
                </a:lnTo>
                <a:lnTo>
                  <a:pt x="412" y="689"/>
                </a:lnTo>
                <a:lnTo>
                  <a:pt x="412" y="690"/>
                </a:lnTo>
                <a:lnTo>
                  <a:pt x="413" y="690"/>
                </a:lnTo>
                <a:lnTo>
                  <a:pt x="414" y="690"/>
                </a:lnTo>
                <a:lnTo>
                  <a:pt x="415" y="691"/>
                </a:lnTo>
                <a:lnTo>
                  <a:pt x="416" y="691"/>
                </a:lnTo>
                <a:lnTo>
                  <a:pt x="417" y="692"/>
                </a:lnTo>
                <a:lnTo>
                  <a:pt x="417" y="693"/>
                </a:lnTo>
                <a:lnTo>
                  <a:pt x="418" y="693"/>
                </a:lnTo>
                <a:lnTo>
                  <a:pt x="418" y="694"/>
                </a:lnTo>
                <a:lnTo>
                  <a:pt x="419" y="694"/>
                </a:lnTo>
                <a:lnTo>
                  <a:pt x="420" y="694"/>
                </a:lnTo>
                <a:lnTo>
                  <a:pt x="420" y="695"/>
                </a:lnTo>
                <a:lnTo>
                  <a:pt x="419" y="695"/>
                </a:lnTo>
                <a:lnTo>
                  <a:pt x="419" y="696"/>
                </a:lnTo>
                <a:lnTo>
                  <a:pt x="418" y="696"/>
                </a:lnTo>
                <a:lnTo>
                  <a:pt x="418" y="697"/>
                </a:lnTo>
                <a:lnTo>
                  <a:pt x="419" y="697"/>
                </a:lnTo>
                <a:lnTo>
                  <a:pt x="419" y="698"/>
                </a:lnTo>
                <a:lnTo>
                  <a:pt x="420" y="698"/>
                </a:lnTo>
                <a:lnTo>
                  <a:pt x="421" y="698"/>
                </a:lnTo>
                <a:lnTo>
                  <a:pt x="422" y="699"/>
                </a:lnTo>
                <a:lnTo>
                  <a:pt x="421" y="700"/>
                </a:lnTo>
                <a:lnTo>
                  <a:pt x="422" y="701"/>
                </a:lnTo>
                <a:lnTo>
                  <a:pt x="422" y="702"/>
                </a:lnTo>
                <a:lnTo>
                  <a:pt x="422" y="703"/>
                </a:lnTo>
                <a:lnTo>
                  <a:pt x="422" y="704"/>
                </a:lnTo>
                <a:lnTo>
                  <a:pt x="421" y="704"/>
                </a:lnTo>
                <a:lnTo>
                  <a:pt x="421" y="706"/>
                </a:lnTo>
                <a:lnTo>
                  <a:pt x="421" y="707"/>
                </a:lnTo>
                <a:lnTo>
                  <a:pt x="422" y="708"/>
                </a:lnTo>
                <a:lnTo>
                  <a:pt x="423" y="709"/>
                </a:lnTo>
                <a:lnTo>
                  <a:pt x="423" y="710"/>
                </a:lnTo>
                <a:lnTo>
                  <a:pt x="424" y="710"/>
                </a:lnTo>
                <a:lnTo>
                  <a:pt x="424" y="711"/>
                </a:lnTo>
                <a:lnTo>
                  <a:pt x="425" y="711"/>
                </a:lnTo>
                <a:lnTo>
                  <a:pt x="425" y="712"/>
                </a:lnTo>
                <a:lnTo>
                  <a:pt x="424" y="713"/>
                </a:lnTo>
                <a:lnTo>
                  <a:pt x="424" y="714"/>
                </a:lnTo>
                <a:lnTo>
                  <a:pt x="424" y="713"/>
                </a:lnTo>
                <a:lnTo>
                  <a:pt x="423" y="713"/>
                </a:lnTo>
                <a:lnTo>
                  <a:pt x="423" y="714"/>
                </a:lnTo>
                <a:lnTo>
                  <a:pt x="422" y="715"/>
                </a:lnTo>
                <a:lnTo>
                  <a:pt x="421" y="716"/>
                </a:lnTo>
                <a:lnTo>
                  <a:pt x="420" y="716"/>
                </a:lnTo>
                <a:lnTo>
                  <a:pt x="420" y="715"/>
                </a:lnTo>
                <a:lnTo>
                  <a:pt x="419" y="715"/>
                </a:lnTo>
                <a:lnTo>
                  <a:pt x="419" y="714"/>
                </a:lnTo>
                <a:lnTo>
                  <a:pt x="418" y="714"/>
                </a:lnTo>
                <a:lnTo>
                  <a:pt x="419" y="714"/>
                </a:lnTo>
                <a:lnTo>
                  <a:pt x="418" y="714"/>
                </a:lnTo>
                <a:lnTo>
                  <a:pt x="418" y="713"/>
                </a:lnTo>
                <a:lnTo>
                  <a:pt x="417" y="713"/>
                </a:lnTo>
                <a:lnTo>
                  <a:pt x="416" y="713"/>
                </a:lnTo>
                <a:lnTo>
                  <a:pt x="415" y="713"/>
                </a:lnTo>
                <a:lnTo>
                  <a:pt x="415" y="714"/>
                </a:lnTo>
                <a:lnTo>
                  <a:pt x="414" y="714"/>
                </a:lnTo>
                <a:lnTo>
                  <a:pt x="414" y="715"/>
                </a:lnTo>
                <a:lnTo>
                  <a:pt x="415" y="715"/>
                </a:lnTo>
                <a:lnTo>
                  <a:pt x="415" y="716"/>
                </a:lnTo>
                <a:lnTo>
                  <a:pt x="415" y="717"/>
                </a:lnTo>
                <a:lnTo>
                  <a:pt x="414" y="717"/>
                </a:lnTo>
                <a:lnTo>
                  <a:pt x="413" y="717"/>
                </a:lnTo>
                <a:lnTo>
                  <a:pt x="413" y="718"/>
                </a:lnTo>
                <a:lnTo>
                  <a:pt x="412" y="719"/>
                </a:lnTo>
                <a:lnTo>
                  <a:pt x="411" y="720"/>
                </a:lnTo>
                <a:lnTo>
                  <a:pt x="410" y="720"/>
                </a:lnTo>
                <a:lnTo>
                  <a:pt x="410" y="721"/>
                </a:lnTo>
                <a:lnTo>
                  <a:pt x="409" y="721"/>
                </a:lnTo>
                <a:lnTo>
                  <a:pt x="408" y="721"/>
                </a:lnTo>
                <a:lnTo>
                  <a:pt x="407" y="721"/>
                </a:lnTo>
                <a:lnTo>
                  <a:pt x="407" y="720"/>
                </a:lnTo>
                <a:lnTo>
                  <a:pt x="406" y="720"/>
                </a:lnTo>
                <a:lnTo>
                  <a:pt x="405" y="720"/>
                </a:lnTo>
                <a:lnTo>
                  <a:pt x="405" y="719"/>
                </a:lnTo>
                <a:lnTo>
                  <a:pt x="404" y="718"/>
                </a:lnTo>
                <a:lnTo>
                  <a:pt x="403" y="718"/>
                </a:lnTo>
                <a:lnTo>
                  <a:pt x="402" y="718"/>
                </a:lnTo>
                <a:lnTo>
                  <a:pt x="402" y="717"/>
                </a:lnTo>
                <a:lnTo>
                  <a:pt x="401" y="717"/>
                </a:lnTo>
                <a:lnTo>
                  <a:pt x="400" y="716"/>
                </a:lnTo>
                <a:lnTo>
                  <a:pt x="399" y="716"/>
                </a:lnTo>
                <a:lnTo>
                  <a:pt x="398" y="716"/>
                </a:lnTo>
                <a:lnTo>
                  <a:pt x="397" y="716"/>
                </a:lnTo>
                <a:lnTo>
                  <a:pt x="396" y="716"/>
                </a:lnTo>
                <a:lnTo>
                  <a:pt x="395" y="717"/>
                </a:lnTo>
                <a:lnTo>
                  <a:pt x="394" y="717"/>
                </a:lnTo>
                <a:lnTo>
                  <a:pt x="393" y="717"/>
                </a:lnTo>
                <a:lnTo>
                  <a:pt x="392" y="717"/>
                </a:lnTo>
                <a:lnTo>
                  <a:pt x="392" y="718"/>
                </a:lnTo>
                <a:lnTo>
                  <a:pt x="391" y="718"/>
                </a:lnTo>
                <a:lnTo>
                  <a:pt x="391" y="717"/>
                </a:lnTo>
                <a:lnTo>
                  <a:pt x="389" y="717"/>
                </a:lnTo>
                <a:lnTo>
                  <a:pt x="388" y="717"/>
                </a:lnTo>
                <a:lnTo>
                  <a:pt x="387" y="717"/>
                </a:lnTo>
                <a:lnTo>
                  <a:pt x="386" y="716"/>
                </a:lnTo>
                <a:lnTo>
                  <a:pt x="386" y="717"/>
                </a:lnTo>
                <a:lnTo>
                  <a:pt x="385" y="717"/>
                </a:lnTo>
                <a:lnTo>
                  <a:pt x="384" y="717"/>
                </a:lnTo>
                <a:lnTo>
                  <a:pt x="384" y="716"/>
                </a:lnTo>
                <a:lnTo>
                  <a:pt x="383" y="715"/>
                </a:lnTo>
                <a:lnTo>
                  <a:pt x="382" y="715"/>
                </a:lnTo>
                <a:lnTo>
                  <a:pt x="381" y="715"/>
                </a:lnTo>
                <a:lnTo>
                  <a:pt x="380" y="715"/>
                </a:lnTo>
                <a:lnTo>
                  <a:pt x="379" y="716"/>
                </a:lnTo>
                <a:lnTo>
                  <a:pt x="379" y="715"/>
                </a:lnTo>
                <a:lnTo>
                  <a:pt x="378" y="715"/>
                </a:lnTo>
                <a:lnTo>
                  <a:pt x="377" y="715"/>
                </a:lnTo>
                <a:lnTo>
                  <a:pt x="376" y="715"/>
                </a:lnTo>
                <a:lnTo>
                  <a:pt x="375" y="715"/>
                </a:lnTo>
                <a:lnTo>
                  <a:pt x="374" y="715"/>
                </a:lnTo>
                <a:lnTo>
                  <a:pt x="373" y="715"/>
                </a:lnTo>
                <a:lnTo>
                  <a:pt x="373" y="716"/>
                </a:lnTo>
                <a:lnTo>
                  <a:pt x="372" y="716"/>
                </a:lnTo>
                <a:lnTo>
                  <a:pt x="373" y="716"/>
                </a:lnTo>
                <a:lnTo>
                  <a:pt x="373" y="717"/>
                </a:lnTo>
                <a:lnTo>
                  <a:pt x="373" y="718"/>
                </a:lnTo>
                <a:lnTo>
                  <a:pt x="372" y="718"/>
                </a:lnTo>
                <a:lnTo>
                  <a:pt x="372" y="719"/>
                </a:lnTo>
                <a:lnTo>
                  <a:pt x="373" y="719"/>
                </a:lnTo>
                <a:lnTo>
                  <a:pt x="373" y="720"/>
                </a:lnTo>
                <a:lnTo>
                  <a:pt x="373" y="719"/>
                </a:lnTo>
                <a:lnTo>
                  <a:pt x="373" y="720"/>
                </a:lnTo>
                <a:lnTo>
                  <a:pt x="374" y="720"/>
                </a:lnTo>
                <a:lnTo>
                  <a:pt x="374" y="721"/>
                </a:lnTo>
                <a:lnTo>
                  <a:pt x="374" y="722"/>
                </a:lnTo>
                <a:lnTo>
                  <a:pt x="373" y="722"/>
                </a:lnTo>
                <a:lnTo>
                  <a:pt x="373" y="723"/>
                </a:lnTo>
                <a:lnTo>
                  <a:pt x="372" y="723"/>
                </a:lnTo>
                <a:lnTo>
                  <a:pt x="371" y="723"/>
                </a:lnTo>
                <a:lnTo>
                  <a:pt x="369" y="724"/>
                </a:lnTo>
                <a:lnTo>
                  <a:pt x="368" y="726"/>
                </a:lnTo>
                <a:lnTo>
                  <a:pt x="368" y="727"/>
                </a:lnTo>
                <a:lnTo>
                  <a:pt x="367" y="727"/>
                </a:lnTo>
                <a:lnTo>
                  <a:pt x="366" y="727"/>
                </a:lnTo>
                <a:lnTo>
                  <a:pt x="367" y="728"/>
                </a:lnTo>
                <a:lnTo>
                  <a:pt x="366" y="729"/>
                </a:lnTo>
                <a:lnTo>
                  <a:pt x="366" y="730"/>
                </a:lnTo>
                <a:lnTo>
                  <a:pt x="366" y="731"/>
                </a:lnTo>
                <a:lnTo>
                  <a:pt x="365" y="731"/>
                </a:lnTo>
                <a:lnTo>
                  <a:pt x="365" y="732"/>
                </a:lnTo>
                <a:lnTo>
                  <a:pt x="364" y="732"/>
                </a:lnTo>
                <a:lnTo>
                  <a:pt x="364" y="733"/>
                </a:lnTo>
                <a:lnTo>
                  <a:pt x="364" y="734"/>
                </a:lnTo>
                <a:lnTo>
                  <a:pt x="365" y="734"/>
                </a:lnTo>
                <a:lnTo>
                  <a:pt x="365" y="735"/>
                </a:lnTo>
                <a:lnTo>
                  <a:pt x="364" y="736"/>
                </a:lnTo>
                <a:lnTo>
                  <a:pt x="363" y="736"/>
                </a:lnTo>
                <a:lnTo>
                  <a:pt x="362" y="736"/>
                </a:lnTo>
                <a:lnTo>
                  <a:pt x="362" y="737"/>
                </a:lnTo>
                <a:lnTo>
                  <a:pt x="362" y="738"/>
                </a:lnTo>
                <a:lnTo>
                  <a:pt x="362" y="739"/>
                </a:lnTo>
                <a:lnTo>
                  <a:pt x="363" y="740"/>
                </a:lnTo>
                <a:lnTo>
                  <a:pt x="363" y="741"/>
                </a:lnTo>
                <a:lnTo>
                  <a:pt x="363" y="742"/>
                </a:lnTo>
                <a:lnTo>
                  <a:pt x="363" y="743"/>
                </a:lnTo>
                <a:lnTo>
                  <a:pt x="362" y="744"/>
                </a:lnTo>
                <a:lnTo>
                  <a:pt x="362" y="745"/>
                </a:lnTo>
                <a:lnTo>
                  <a:pt x="361" y="746"/>
                </a:lnTo>
                <a:lnTo>
                  <a:pt x="361" y="747"/>
                </a:lnTo>
                <a:lnTo>
                  <a:pt x="362" y="747"/>
                </a:lnTo>
                <a:lnTo>
                  <a:pt x="363" y="747"/>
                </a:lnTo>
                <a:lnTo>
                  <a:pt x="364" y="748"/>
                </a:lnTo>
                <a:lnTo>
                  <a:pt x="363" y="748"/>
                </a:lnTo>
                <a:lnTo>
                  <a:pt x="363" y="749"/>
                </a:lnTo>
                <a:lnTo>
                  <a:pt x="364" y="749"/>
                </a:lnTo>
                <a:lnTo>
                  <a:pt x="365" y="750"/>
                </a:lnTo>
                <a:lnTo>
                  <a:pt x="365" y="751"/>
                </a:lnTo>
                <a:lnTo>
                  <a:pt x="365" y="752"/>
                </a:lnTo>
                <a:lnTo>
                  <a:pt x="366" y="752"/>
                </a:lnTo>
                <a:lnTo>
                  <a:pt x="366" y="753"/>
                </a:lnTo>
                <a:lnTo>
                  <a:pt x="367" y="753"/>
                </a:lnTo>
                <a:lnTo>
                  <a:pt x="367" y="754"/>
                </a:lnTo>
                <a:lnTo>
                  <a:pt x="368" y="754"/>
                </a:lnTo>
                <a:lnTo>
                  <a:pt x="370" y="755"/>
                </a:lnTo>
                <a:lnTo>
                  <a:pt x="371" y="755"/>
                </a:lnTo>
                <a:lnTo>
                  <a:pt x="371" y="756"/>
                </a:lnTo>
                <a:lnTo>
                  <a:pt x="371" y="757"/>
                </a:lnTo>
                <a:lnTo>
                  <a:pt x="371" y="758"/>
                </a:lnTo>
                <a:lnTo>
                  <a:pt x="370" y="758"/>
                </a:lnTo>
                <a:lnTo>
                  <a:pt x="370" y="759"/>
                </a:lnTo>
                <a:lnTo>
                  <a:pt x="370" y="760"/>
                </a:lnTo>
                <a:lnTo>
                  <a:pt x="370" y="761"/>
                </a:lnTo>
                <a:lnTo>
                  <a:pt x="370" y="762"/>
                </a:lnTo>
                <a:lnTo>
                  <a:pt x="370" y="763"/>
                </a:lnTo>
                <a:lnTo>
                  <a:pt x="371" y="764"/>
                </a:lnTo>
                <a:lnTo>
                  <a:pt x="372" y="764"/>
                </a:lnTo>
                <a:lnTo>
                  <a:pt x="372" y="765"/>
                </a:lnTo>
                <a:lnTo>
                  <a:pt x="373" y="766"/>
                </a:lnTo>
                <a:lnTo>
                  <a:pt x="372" y="767"/>
                </a:lnTo>
                <a:lnTo>
                  <a:pt x="372" y="768"/>
                </a:lnTo>
                <a:lnTo>
                  <a:pt x="372" y="769"/>
                </a:lnTo>
                <a:lnTo>
                  <a:pt x="371" y="769"/>
                </a:lnTo>
                <a:lnTo>
                  <a:pt x="371" y="770"/>
                </a:lnTo>
                <a:lnTo>
                  <a:pt x="370" y="771"/>
                </a:lnTo>
                <a:lnTo>
                  <a:pt x="370" y="772"/>
                </a:lnTo>
                <a:lnTo>
                  <a:pt x="370" y="773"/>
                </a:lnTo>
                <a:lnTo>
                  <a:pt x="370" y="774"/>
                </a:lnTo>
                <a:lnTo>
                  <a:pt x="370" y="776"/>
                </a:lnTo>
                <a:lnTo>
                  <a:pt x="370" y="777"/>
                </a:lnTo>
                <a:lnTo>
                  <a:pt x="371" y="777"/>
                </a:lnTo>
                <a:lnTo>
                  <a:pt x="371" y="778"/>
                </a:lnTo>
                <a:lnTo>
                  <a:pt x="372" y="778"/>
                </a:lnTo>
                <a:lnTo>
                  <a:pt x="372" y="779"/>
                </a:lnTo>
                <a:lnTo>
                  <a:pt x="373" y="779"/>
                </a:lnTo>
                <a:lnTo>
                  <a:pt x="373" y="780"/>
                </a:lnTo>
                <a:lnTo>
                  <a:pt x="373" y="781"/>
                </a:lnTo>
                <a:lnTo>
                  <a:pt x="373" y="782"/>
                </a:lnTo>
                <a:lnTo>
                  <a:pt x="374" y="782"/>
                </a:lnTo>
                <a:lnTo>
                  <a:pt x="374" y="783"/>
                </a:lnTo>
                <a:lnTo>
                  <a:pt x="373" y="783"/>
                </a:lnTo>
                <a:lnTo>
                  <a:pt x="373" y="784"/>
                </a:lnTo>
                <a:lnTo>
                  <a:pt x="372" y="785"/>
                </a:lnTo>
                <a:lnTo>
                  <a:pt x="371" y="785"/>
                </a:lnTo>
                <a:lnTo>
                  <a:pt x="371" y="784"/>
                </a:lnTo>
                <a:lnTo>
                  <a:pt x="371" y="785"/>
                </a:lnTo>
                <a:lnTo>
                  <a:pt x="370" y="785"/>
                </a:lnTo>
                <a:lnTo>
                  <a:pt x="370" y="786"/>
                </a:lnTo>
                <a:lnTo>
                  <a:pt x="370" y="787"/>
                </a:lnTo>
                <a:lnTo>
                  <a:pt x="369" y="787"/>
                </a:lnTo>
                <a:lnTo>
                  <a:pt x="370" y="788"/>
                </a:lnTo>
                <a:lnTo>
                  <a:pt x="371" y="788"/>
                </a:lnTo>
                <a:lnTo>
                  <a:pt x="371" y="789"/>
                </a:lnTo>
                <a:lnTo>
                  <a:pt x="371" y="788"/>
                </a:lnTo>
                <a:lnTo>
                  <a:pt x="372" y="788"/>
                </a:lnTo>
                <a:lnTo>
                  <a:pt x="372" y="789"/>
                </a:lnTo>
                <a:lnTo>
                  <a:pt x="372" y="790"/>
                </a:lnTo>
                <a:lnTo>
                  <a:pt x="372" y="791"/>
                </a:lnTo>
                <a:lnTo>
                  <a:pt x="372" y="792"/>
                </a:lnTo>
                <a:lnTo>
                  <a:pt x="373" y="792"/>
                </a:lnTo>
                <a:lnTo>
                  <a:pt x="373" y="793"/>
                </a:lnTo>
                <a:lnTo>
                  <a:pt x="373" y="794"/>
                </a:lnTo>
                <a:lnTo>
                  <a:pt x="374" y="795"/>
                </a:lnTo>
                <a:lnTo>
                  <a:pt x="374" y="796"/>
                </a:lnTo>
                <a:lnTo>
                  <a:pt x="374" y="797"/>
                </a:lnTo>
                <a:lnTo>
                  <a:pt x="373" y="797"/>
                </a:lnTo>
                <a:lnTo>
                  <a:pt x="373" y="796"/>
                </a:lnTo>
                <a:lnTo>
                  <a:pt x="372" y="796"/>
                </a:lnTo>
                <a:lnTo>
                  <a:pt x="371" y="797"/>
                </a:lnTo>
                <a:lnTo>
                  <a:pt x="371" y="798"/>
                </a:lnTo>
                <a:lnTo>
                  <a:pt x="371" y="799"/>
                </a:lnTo>
                <a:lnTo>
                  <a:pt x="370" y="799"/>
                </a:lnTo>
                <a:lnTo>
                  <a:pt x="370" y="800"/>
                </a:lnTo>
                <a:lnTo>
                  <a:pt x="370" y="801"/>
                </a:lnTo>
                <a:lnTo>
                  <a:pt x="370" y="802"/>
                </a:lnTo>
                <a:lnTo>
                  <a:pt x="371" y="802"/>
                </a:lnTo>
                <a:lnTo>
                  <a:pt x="371" y="803"/>
                </a:lnTo>
                <a:lnTo>
                  <a:pt x="370" y="804"/>
                </a:lnTo>
                <a:lnTo>
                  <a:pt x="369" y="804"/>
                </a:lnTo>
                <a:lnTo>
                  <a:pt x="368" y="804"/>
                </a:lnTo>
                <a:lnTo>
                  <a:pt x="368" y="805"/>
                </a:lnTo>
                <a:lnTo>
                  <a:pt x="367" y="805"/>
                </a:lnTo>
                <a:lnTo>
                  <a:pt x="366" y="804"/>
                </a:lnTo>
                <a:lnTo>
                  <a:pt x="365" y="805"/>
                </a:lnTo>
                <a:lnTo>
                  <a:pt x="364" y="805"/>
                </a:lnTo>
                <a:lnTo>
                  <a:pt x="363" y="805"/>
                </a:lnTo>
                <a:lnTo>
                  <a:pt x="362" y="805"/>
                </a:lnTo>
                <a:lnTo>
                  <a:pt x="361" y="805"/>
                </a:lnTo>
                <a:lnTo>
                  <a:pt x="360" y="805"/>
                </a:lnTo>
                <a:lnTo>
                  <a:pt x="359" y="805"/>
                </a:lnTo>
                <a:lnTo>
                  <a:pt x="358" y="806"/>
                </a:lnTo>
                <a:lnTo>
                  <a:pt x="358" y="805"/>
                </a:lnTo>
                <a:lnTo>
                  <a:pt x="357" y="805"/>
                </a:lnTo>
                <a:lnTo>
                  <a:pt x="356" y="805"/>
                </a:lnTo>
                <a:lnTo>
                  <a:pt x="355" y="805"/>
                </a:lnTo>
                <a:lnTo>
                  <a:pt x="354" y="805"/>
                </a:lnTo>
                <a:lnTo>
                  <a:pt x="354" y="806"/>
                </a:lnTo>
                <a:lnTo>
                  <a:pt x="352" y="806"/>
                </a:lnTo>
                <a:lnTo>
                  <a:pt x="351" y="806"/>
                </a:lnTo>
                <a:lnTo>
                  <a:pt x="351" y="807"/>
                </a:lnTo>
                <a:lnTo>
                  <a:pt x="350" y="807"/>
                </a:lnTo>
                <a:lnTo>
                  <a:pt x="349" y="806"/>
                </a:lnTo>
                <a:lnTo>
                  <a:pt x="345" y="806"/>
                </a:lnTo>
                <a:lnTo>
                  <a:pt x="344" y="806"/>
                </a:lnTo>
                <a:lnTo>
                  <a:pt x="343" y="806"/>
                </a:lnTo>
                <a:lnTo>
                  <a:pt x="342" y="806"/>
                </a:lnTo>
                <a:lnTo>
                  <a:pt x="342" y="805"/>
                </a:lnTo>
                <a:lnTo>
                  <a:pt x="341" y="805"/>
                </a:lnTo>
                <a:lnTo>
                  <a:pt x="341" y="804"/>
                </a:lnTo>
                <a:lnTo>
                  <a:pt x="341" y="803"/>
                </a:lnTo>
                <a:lnTo>
                  <a:pt x="341" y="802"/>
                </a:lnTo>
                <a:lnTo>
                  <a:pt x="340" y="802"/>
                </a:lnTo>
                <a:lnTo>
                  <a:pt x="340" y="801"/>
                </a:lnTo>
                <a:lnTo>
                  <a:pt x="339" y="801"/>
                </a:lnTo>
                <a:lnTo>
                  <a:pt x="339" y="800"/>
                </a:lnTo>
                <a:lnTo>
                  <a:pt x="340" y="800"/>
                </a:lnTo>
                <a:lnTo>
                  <a:pt x="340" y="799"/>
                </a:lnTo>
                <a:lnTo>
                  <a:pt x="341" y="799"/>
                </a:lnTo>
                <a:lnTo>
                  <a:pt x="340" y="798"/>
                </a:lnTo>
                <a:lnTo>
                  <a:pt x="340" y="797"/>
                </a:lnTo>
                <a:lnTo>
                  <a:pt x="339" y="797"/>
                </a:lnTo>
                <a:lnTo>
                  <a:pt x="338" y="796"/>
                </a:lnTo>
                <a:lnTo>
                  <a:pt x="337" y="796"/>
                </a:lnTo>
                <a:lnTo>
                  <a:pt x="336" y="796"/>
                </a:lnTo>
                <a:lnTo>
                  <a:pt x="335" y="795"/>
                </a:lnTo>
                <a:lnTo>
                  <a:pt x="334" y="795"/>
                </a:lnTo>
                <a:lnTo>
                  <a:pt x="333" y="795"/>
                </a:lnTo>
                <a:lnTo>
                  <a:pt x="333" y="794"/>
                </a:lnTo>
                <a:lnTo>
                  <a:pt x="334" y="793"/>
                </a:lnTo>
                <a:lnTo>
                  <a:pt x="334" y="792"/>
                </a:lnTo>
                <a:lnTo>
                  <a:pt x="333" y="792"/>
                </a:lnTo>
                <a:lnTo>
                  <a:pt x="333" y="791"/>
                </a:lnTo>
                <a:lnTo>
                  <a:pt x="332" y="791"/>
                </a:lnTo>
                <a:lnTo>
                  <a:pt x="331" y="789"/>
                </a:lnTo>
                <a:lnTo>
                  <a:pt x="330" y="789"/>
                </a:lnTo>
                <a:lnTo>
                  <a:pt x="329" y="789"/>
                </a:lnTo>
                <a:lnTo>
                  <a:pt x="329" y="788"/>
                </a:lnTo>
                <a:lnTo>
                  <a:pt x="328" y="788"/>
                </a:lnTo>
                <a:lnTo>
                  <a:pt x="327" y="788"/>
                </a:lnTo>
                <a:lnTo>
                  <a:pt x="327" y="787"/>
                </a:lnTo>
                <a:lnTo>
                  <a:pt x="326" y="787"/>
                </a:lnTo>
                <a:lnTo>
                  <a:pt x="326" y="786"/>
                </a:lnTo>
                <a:lnTo>
                  <a:pt x="325" y="786"/>
                </a:lnTo>
                <a:lnTo>
                  <a:pt x="325" y="785"/>
                </a:lnTo>
                <a:lnTo>
                  <a:pt x="324" y="785"/>
                </a:lnTo>
                <a:lnTo>
                  <a:pt x="324" y="784"/>
                </a:lnTo>
                <a:lnTo>
                  <a:pt x="323" y="783"/>
                </a:lnTo>
                <a:lnTo>
                  <a:pt x="322" y="783"/>
                </a:lnTo>
                <a:lnTo>
                  <a:pt x="322" y="782"/>
                </a:lnTo>
                <a:lnTo>
                  <a:pt x="321" y="782"/>
                </a:lnTo>
                <a:lnTo>
                  <a:pt x="320" y="782"/>
                </a:lnTo>
                <a:lnTo>
                  <a:pt x="320" y="781"/>
                </a:lnTo>
                <a:lnTo>
                  <a:pt x="319" y="780"/>
                </a:lnTo>
                <a:lnTo>
                  <a:pt x="319" y="781"/>
                </a:lnTo>
                <a:lnTo>
                  <a:pt x="318" y="780"/>
                </a:lnTo>
                <a:lnTo>
                  <a:pt x="317" y="780"/>
                </a:lnTo>
                <a:lnTo>
                  <a:pt x="317" y="779"/>
                </a:lnTo>
                <a:lnTo>
                  <a:pt x="316" y="779"/>
                </a:lnTo>
                <a:lnTo>
                  <a:pt x="315" y="779"/>
                </a:lnTo>
                <a:lnTo>
                  <a:pt x="314" y="778"/>
                </a:lnTo>
                <a:lnTo>
                  <a:pt x="313" y="778"/>
                </a:lnTo>
                <a:lnTo>
                  <a:pt x="312" y="778"/>
                </a:lnTo>
                <a:lnTo>
                  <a:pt x="312" y="779"/>
                </a:lnTo>
                <a:lnTo>
                  <a:pt x="311" y="779"/>
                </a:lnTo>
                <a:lnTo>
                  <a:pt x="311" y="778"/>
                </a:lnTo>
                <a:lnTo>
                  <a:pt x="310" y="778"/>
                </a:lnTo>
                <a:lnTo>
                  <a:pt x="309" y="778"/>
                </a:lnTo>
                <a:lnTo>
                  <a:pt x="307" y="778"/>
                </a:lnTo>
                <a:lnTo>
                  <a:pt x="306" y="778"/>
                </a:lnTo>
                <a:lnTo>
                  <a:pt x="306" y="777"/>
                </a:lnTo>
                <a:lnTo>
                  <a:pt x="305" y="777"/>
                </a:lnTo>
                <a:lnTo>
                  <a:pt x="305" y="776"/>
                </a:lnTo>
                <a:lnTo>
                  <a:pt x="304" y="776"/>
                </a:lnTo>
                <a:lnTo>
                  <a:pt x="303" y="775"/>
                </a:lnTo>
                <a:lnTo>
                  <a:pt x="303" y="774"/>
                </a:lnTo>
                <a:lnTo>
                  <a:pt x="302" y="774"/>
                </a:lnTo>
                <a:lnTo>
                  <a:pt x="302" y="773"/>
                </a:lnTo>
                <a:lnTo>
                  <a:pt x="301" y="773"/>
                </a:lnTo>
                <a:lnTo>
                  <a:pt x="301" y="772"/>
                </a:lnTo>
                <a:lnTo>
                  <a:pt x="300" y="772"/>
                </a:lnTo>
                <a:lnTo>
                  <a:pt x="299" y="772"/>
                </a:lnTo>
                <a:lnTo>
                  <a:pt x="298" y="772"/>
                </a:lnTo>
                <a:lnTo>
                  <a:pt x="297" y="772"/>
                </a:lnTo>
                <a:lnTo>
                  <a:pt x="297" y="771"/>
                </a:lnTo>
                <a:lnTo>
                  <a:pt x="296" y="771"/>
                </a:lnTo>
                <a:lnTo>
                  <a:pt x="295" y="771"/>
                </a:lnTo>
                <a:lnTo>
                  <a:pt x="295" y="770"/>
                </a:lnTo>
                <a:lnTo>
                  <a:pt x="294" y="769"/>
                </a:lnTo>
                <a:lnTo>
                  <a:pt x="293" y="769"/>
                </a:lnTo>
                <a:lnTo>
                  <a:pt x="293" y="768"/>
                </a:lnTo>
                <a:lnTo>
                  <a:pt x="293" y="767"/>
                </a:lnTo>
                <a:lnTo>
                  <a:pt x="293" y="766"/>
                </a:lnTo>
                <a:lnTo>
                  <a:pt x="292" y="766"/>
                </a:lnTo>
                <a:lnTo>
                  <a:pt x="292" y="765"/>
                </a:lnTo>
                <a:lnTo>
                  <a:pt x="291" y="766"/>
                </a:lnTo>
                <a:lnTo>
                  <a:pt x="290" y="766"/>
                </a:lnTo>
                <a:lnTo>
                  <a:pt x="288" y="766"/>
                </a:lnTo>
                <a:lnTo>
                  <a:pt x="286" y="766"/>
                </a:lnTo>
                <a:lnTo>
                  <a:pt x="286" y="765"/>
                </a:lnTo>
                <a:lnTo>
                  <a:pt x="285" y="765"/>
                </a:lnTo>
                <a:lnTo>
                  <a:pt x="285" y="764"/>
                </a:lnTo>
                <a:lnTo>
                  <a:pt x="284" y="764"/>
                </a:lnTo>
                <a:lnTo>
                  <a:pt x="284" y="763"/>
                </a:lnTo>
                <a:lnTo>
                  <a:pt x="283" y="763"/>
                </a:lnTo>
                <a:lnTo>
                  <a:pt x="282" y="762"/>
                </a:lnTo>
                <a:lnTo>
                  <a:pt x="281" y="761"/>
                </a:lnTo>
                <a:lnTo>
                  <a:pt x="280" y="761"/>
                </a:lnTo>
                <a:lnTo>
                  <a:pt x="280" y="760"/>
                </a:lnTo>
                <a:lnTo>
                  <a:pt x="280" y="761"/>
                </a:lnTo>
                <a:lnTo>
                  <a:pt x="279" y="760"/>
                </a:lnTo>
                <a:lnTo>
                  <a:pt x="279" y="759"/>
                </a:lnTo>
                <a:lnTo>
                  <a:pt x="278" y="759"/>
                </a:lnTo>
                <a:lnTo>
                  <a:pt x="277" y="759"/>
                </a:lnTo>
                <a:lnTo>
                  <a:pt x="277" y="758"/>
                </a:lnTo>
                <a:lnTo>
                  <a:pt x="276" y="758"/>
                </a:lnTo>
                <a:lnTo>
                  <a:pt x="275" y="758"/>
                </a:lnTo>
                <a:lnTo>
                  <a:pt x="274" y="758"/>
                </a:lnTo>
                <a:lnTo>
                  <a:pt x="274" y="757"/>
                </a:lnTo>
                <a:lnTo>
                  <a:pt x="273" y="757"/>
                </a:lnTo>
                <a:lnTo>
                  <a:pt x="272" y="756"/>
                </a:lnTo>
                <a:lnTo>
                  <a:pt x="271" y="755"/>
                </a:lnTo>
                <a:lnTo>
                  <a:pt x="272" y="755"/>
                </a:lnTo>
                <a:lnTo>
                  <a:pt x="272" y="754"/>
                </a:lnTo>
                <a:lnTo>
                  <a:pt x="272" y="753"/>
                </a:lnTo>
                <a:lnTo>
                  <a:pt x="271" y="752"/>
                </a:lnTo>
                <a:lnTo>
                  <a:pt x="271" y="751"/>
                </a:lnTo>
                <a:lnTo>
                  <a:pt x="270" y="751"/>
                </a:lnTo>
                <a:lnTo>
                  <a:pt x="269" y="751"/>
                </a:lnTo>
                <a:lnTo>
                  <a:pt x="269" y="750"/>
                </a:lnTo>
                <a:lnTo>
                  <a:pt x="269" y="749"/>
                </a:lnTo>
                <a:lnTo>
                  <a:pt x="268" y="749"/>
                </a:lnTo>
                <a:lnTo>
                  <a:pt x="268" y="750"/>
                </a:lnTo>
                <a:lnTo>
                  <a:pt x="267" y="750"/>
                </a:lnTo>
                <a:lnTo>
                  <a:pt x="266" y="750"/>
                </a:lnTo>
                <a:lnTo>
                  <a:pt x="265" y="750"/>
                </a:lnTo>
                <a:lnTo>
                  <a:pt x="264" y="750"/>
                </a:lnTo>
                <a:lnTo>
                  <a:pt x="263" y="750"/>
                </a:lnTo>
                <a:lnTo>
                  <a:pt x="262" y="750"/>
                </a:lnTo>
                <a:lnTo>
                  <a:pt x="261" y="750"/>
                </a:lnTo>
                <a:lnTo>
                  <a:pt x="260" y="750"/>
                </a:lnTo>
                <a:lnTo>
                  <a:pt x="259" y="751"/>
                </a:lnTo>
                <a:lnTo>
                  <a:pt x="258" y="751"/>
                </a:lnTo>
                <a:lnTo>
                  <a:pt x="258" y="750"/>
                </a:lnTo>
                <a:lnTo>
                  <a:pt x="257" y="750"/>
                </a:lnTo>
                <a:lnTo>
                  <a:pt x="257" y="751"/>
                </a:lnTo>
                <a:lnTo>
                  <a:pt x="256" y="752"/>
                </a:lnTo>
                <a:lnTo>
                  <a:pt x="256" y="753"/>
                </a:lnTo>
                <a:lnTo>
                  <a:pt x="255" y="753"/>
                </a:lnTo>
                <a:lnTo>
                  <a:pt x="254" y="753"/>
                </a:lnTo>
                <a:lnTo>
                  <a:pt x="253" y="752"/>
                </a:lnTo>
                <a:lnTo>
                  <a:pt x="252" y="751"/>
                </a:lnTo>
                <a:lnTo>
                  <a:pt x="251" y="751"/>
                </a:lnTo>
                <a:lnTo>
                  <a:pt x="250" y="751"/>
                </a:lnTo>
                <a:lnTo>
                  <a:pt x="250" y="750"/>
                </a:lnTo>
                <a:lnTo>
                  <a:pt x="249" y="750"/>
                </a:lnTo>
                <a:lnTo>
                  <a:pt x="248" y="749"/>
                </a:lnTo>
                <a:lnTo>
                  <a:pt x="248" y="748"/>
                </a:lnTo>
                <a:lnTo>
                  <a:pt x="247" y="748"/>
                </a:lnTo>
                <a:lnTo>
                  <a:pt x="247" y="749"/>
                </a:lnTo>
                <a:lnTo>
                  <a:pt x="246" y="749"/>
                </a:lnTo>
                <a:lnTo>
                  <a:pt x="246" y="750"/>
                </a:lnTo>
                <a:lnTo>
                  <a:pt x="245" y="750"/>
                </a:lnTo>
                <a:lnTo>
                  <a:pt x="245" y="751"/>
                </a:lnTo>
                <a:lnTo>
                  <a:pt x="244" y="752"/>
                </a:lnTo>
                <a:lnTo>
                  <a:pt x="243" y="752"/>
                </a:lnTo>
                <a:lnTo>
                  <a:pt x="243" y="753"/>
                </a:lnTo>
                <a:lnTo>
                  <a:pt x="243" y="754"/>
                </a:lnTo>
                <a:lnTo>
                  <a:pt x="242" y="754"/>
                </a:lnTo>
                <a:lnTo>
                  <a:pt x="241" y="753"/>
                </a:lnTo>
                <a:lnTo>
                  <a:pt x="240" y="753"/>
                </a:lnTo>
                <a:lnTo>
                  <a:pt x="240" y="752"/>
                </a:lnTo>
                <a:lnTo>
                  <a:pt x="239" y="752"/>
                </a:lnTo>
                <a:lnTo>
                  <a:pt x="239" y="753"/>
                </a:lnTo>
                <a:lnTo>
                  <a:pt x="239" y="754"/>
                </a:lnTo>
                <a:lnTo>
                  <a:pt x="238" y="754"/>
                </a:lnTo>
                <a:lnTo>
                  <a:pt x="237" y="754"/>
                </a:lnTo>
                <a:lnTo>
                  <a:pt x="236" y="754"/>
                </a:lnTo>
                <a:lnTo>
                  <a:pt x="235" y="754"/>
                </a:lnTo>
                <a:lnTo>
                  <a:pt x="235" y="753"/>
                </a:lnTo>
                <a:lnTo>
                  <a:pt x="234" y="753"/>
                </a:lnTo>
                <a:lnTo>
                  <a:pt x="233" y="753"/>
                </a:lnTo>
                <a:lnTo>
                  <a:pt x="232" y="753"/>
                </a:lnTo>
                <a:lnTo>
                  <a:pt x="231" y="753"/>
                </a:lnTo>
                <a:lnTo>
                  <a:pt x="231" y="754"/>
                </a:lnTo>
                <a:lnTo>
                  <a:pt x="232" y="754"/>
                </a:lnTo>
                <a:lnTo>
                  <a:pt x="231" y="754"/>
                </a:lnTo>
                <a:lnTo>
                  <a:pt x="230" y="755"/>
                </a:lnTo>
                <a:lnTo>
                  <a:pt x="229" y="755"/>
                </a:lnTo>
                <a:lnTo>
                  <a:pt x="229" y="754"/>
                </a:lnTo>
                <a:lnTo>
                  <a:pt x="228" y="754"/>
                </a:lnTo>
                <a:lnTo>
                  <a:pt x="228" y="755"/>
                </a:lnTo>
                <a:lnTo>
                  <a:pt x="228" y="756"/>
                </a:lnTo>
                <a:lnTo>
                  <a:pt x="227" y="756"/>
                </a:lnTo>
                <a:lnTo>
                  <a:pt x="227" y="757"/>
                </a:lnTo>
                <a:lnTo>
                  <a:pt x="227" y="758"/>
                </a:lnTo>
                <a:lnTo>
                  <a:pt x="228" y="758"/>
                </a:lnTo>
                <a:lnTo>
                  <a:pt x="228" y="759"/>
                </a:lnTo>
                <a:lnTo>
                  <a:pt x="227" y="759"/>
                </a:lnTo>
                <a:lnTo>
                  <a:pt x="226" y="759"/>
                </a:lnTo>
                <a:lnTo>
                  <a:pt x="226" y="760"/>
                </a:lnTo>
                <a:lnTo>
                  <a:pt x="226" y="761"/>
                </a:lnTo>
                <a:lnTo>
                  <a:pt x="225" y="761"/>
                </a:lnTo>
                <a:lnTo>
                  <a:pt x="224" y="762"/>
                </a:lnTo>
                <a:lnTo>
                  <a:pt x="223" y="762"/>
                </a:lnTo>
                <a:lnTo>
                  <a:pt x="223" y="761"/>
                </a:lnTo>
                <a:lnTo>
                  <a:pt x="222" y="760"/>
                </a:lnTo>
                <a:lnTo>
                  <a:pt x="220" y="758"/>
                </a:lnTo>
                <a:lnTo>
                  <a:pt x="219" y="757"/>
                </a:lnTo>
                <a:lnTo>
                  <a:pt x="219" y="756"/>
                </a:lnTo>
                <a:lnTo>
                  <a:pt x="218" y="756"/>
                </a:lnTo>
                <a:lnTo>
                  <a:pt x="217" y="755"/>
                </a:lnTo>
                <a:lnTo>
                  <a:pt x="216" y="755"/>
                </a:lnTo>
                <a:lnTo>
                  <a:pt x="215" y="755"/>
                </a:lnTo>
                <a:lnTo>
                  <a:pt x="215" y="756"/>
                </a:lnTo>
                <a:lnTo>
                  <a:pt x="214" y="756"/>
                </a:lnTo>
                <a:lnTo>
                  <a:pt x="213" y="755"/>
                </a:lnTo>
                <a:lnTo>
                  <a:pt x="212" y="755"/>
                </a:lnTo>
                <a:lnTo>
                  <a:pt x="212" y="754"/>
                </a:lnTo>
                <a:lnTo>
                  <a:pt x="211" y="754"/>
                </a:lnTo>
                <a:lnTo>
                  <a:pt x="210" y="753"/>
                </a:lnTo>
                <a:lnTo>
                  <a:pt x="210" y="752"/>
                </a:lnTo>
                <a:lnTo>
                  <a:pt x="209" y="752"/>
                </a:lnTo>
                <a:lnTo>
                  <a:pt x="209" y="751"/>
                </a:lnTo>
                <a:lnTo>
                  <a:pt x="208" y="750"/>
                </a:lnTo>
                <a:lnTo>
                  <a:pt x="208" y="749"/>
                </a:lnTo>
                <a:lnTo>
                  <a:pt x="207" y="748"/>
                </a:lnTo>
                <a:lnTo>
                  <a:pt x="206" y="747"/>
                </a:lnTo>
                <a:lnTo>
                  <a:pt x="206" y="746"/>
                </a:lnTo>
                <a:lnTo>
                  <a:pt x="205" y="745"/>
                </a:lnTo>
                <a:lnTo>
                  <a:pt x="205" y="744"/>
                </a:lnTo>
                <a:lnTo>
                  <a:pt x="204" y="744"/>
                </a:lnTo>
                <a:lnTo>
                  <a:pt x="204" y="743"/>
                </a:lnTo>
                <a:lnTo>
                  <a:pt x="204" y="742"/>
                </a:lnTo>
                <a:lnTo>
                  <a:pt x="203" y="742"/>
                </a:lnTo>
                <a:lnTo>
                  <a:pt x="202" y="742"/>
                </a:lnTo>
                <a:lnTo>
                  <a:pt x="202" y="743"/>
                </a:lnTo>
                <a:lnTo>
                  <a:pt x="201" y="743"/>
                </a:lnTo>
                <a:lnTo>
                  <a:pt x="200" y="743"/>
                </a:lnTo>
                <a:lnTo>
                  <a:pt x="199" y="743"/>
                </a:lnTo>
                <a:lnTo>
                  <a:pt x="199" y="742"/>
                </a:lnTo>
                <a:lnTo>
                  <a:pt x="199" y="741"/>
                </a:lnTo>
                <a:lnTo>
                  <a:pt x="198" y="740"/>
                </a:lnTo>
                <a:lnTo>
                  <a:pt x="198" y="739"/>
                </a:lnTo>
                <a:lnTo>
                  <a:pt x="198" y="738"/>
                </a:lnTo>
                <a:lnTo>
                  <a:pt x="197" y="736"/>
                </a:lnTo>
                <a:lnTo>
                  <a:pt x="196" y="736"/>
                </a:lnTo>
                <a:lnTo>
                  <a:pt x="195" y="735"/>
                </a:lnTo>
                <a:lnTo>
                  <a:pt x="194" y="734"/>
                </a:lnTo>
                <a:lnTo>
                  <a:pt x="193" y="735"/>
                </a:lnTo>
                <a:lnTo>
                  <a:pt x="192" y="735"/>
                </a:lnTo>
                <a:lnTo>
                  <a:pt x="191" y="735"/>
                </a:lnTo>
                <a:lnTo>
                  <a:pt x="190" y="734"/>
                </a:lnTo>
                <a:lnTo>
                  <a:pt x="189" y="734"/>
                </a:lnTo>
                <a:lnTo>
                  <a:pt x="188" y="735"/>
                </a:lnTo>
                <a:lnTo>
                  <a:pt x="187" y="736"/>
                </a:lnTo>
                <a:lnTo>
                  <a:pt x="186" y="736"/>
                </a:lnTo>
                <a:lnTo>
                  <a:pt x="185" y="736"/>
                </a:lnTo>
                <a:lnTo>
                  <a:pt x="184" y="736"/>
                </a:lnTo>
                <a:lnTo>
                  <a:pt x="184" y="737"/>
                </a:lnTo>
                <a:lnTo>
                  <a:pt x="182" y="737"/>
                </a:lnTo>
                <a:lnTo>
                  <a:pt x="181" y="736"/>
                </a:lnTo>
                <a:lnTo>
                  <a:pt x="180" y="736"/>
                </a:lnTo>
                <a:lnTo>
                  <a:pt x="180" y="735"/>
                </a:lnTo>
                <a:lnTo>
                  <a:pt x="180" y="734"/>
                </a:lnTo>
                <a:lnTo>
                  <a:pt x="179" y="733"/>
                </a:lnTo>
                <a:lnTo>
                  <a:pt x="178" y="733"/>
                </a:lnTo>
                <a:lnTo>
                  <a:pt x="178" y="734"/>
                </a:lnTo>
                <a:lnTo>
                  <a:pt x="177" y="734"/>
                </a:lnTo>
                <a:lnTo>
                  <a:pt x="177" y="733"/>
                </a:lnTo>
                <a:lnTo>
                  <a:pt x="176" y="733"/>
                </a:lnTo>
                <a:lnTo>
                  <a:pt x="176" y="732"/>
                </a:lnTo>
                <a:lnTo>
                  <a:pt x="177" y="732"/>
                </a:lnTo>
                <a:lnTo>
                  <a:pt x="177" y="731"/>
                </a:lnTo>
                <a:lnTo>
                  <a:pt x="177" y="730"/>
                </a:lnTo>
                <a:lnTo>
                  <a:pt x="177" y="729"/>
                </a:lnTo>
                <a:lnTo>
                  <a:pt x="176" y="729"/>
                </a:lnTo>
                <a:lnTo>
                  <a:pt x="175" y="729"/>
                </a:lnTo>
                <a:lnTo>
                  <a:pt x="175" y="727"/>
                </a:lnTo>
                <a:lnTo>
                  <a:pt x="175" y="726"/>
                </a:lnTo>
                <a:lnTo>
                  <a:pt x="174" y="726"/>
                </a:lnTo>
                <a:lnTo>
                  <a:pt x="174" y="725"/>
                </a:lnTo>
                <a:lnTo>
                  <a:pt x="175" y="724"/>
                </a:lnTo>
                <a:lnTo>
                  <a:pt x="175" y="722"/>
                </a:lnTo>
                <a:lnTo>
                  <a:pt x="175" y="721"/>
                </a:lnTo>
                <a:lnTo>
                  <a:pt x="174" y="722"/>
                </a:lnTo>
                <a:lnTo>
                  <a:pt x="173" y="721"/>
                </a:lnTo>
                <a:lnTo>
                  <a:pt x="172" y="721"/>
                </a:lnTo>
                <a:lnTo>
                  <a:pt x="171" y="721"/>
                </a:lnTo>
                <a:lnTo>
                  <a:pt x="170" y="721"/>
                </a:lnTo>
                <a:lnTo>
                  <a:pt x="169" y="720"/>
                </a:lnTo>
                <a:lnTo>
                  <a:pt x="169" y="721"/>
                </a:lnTo>
                <a:lnTo>
                  <a:pt x="169" y="722"/>
                </a:lnTo>
                <a:lnTo>
                  <a:pt x="169" y="723"/>
                </a:lnTo>
                <a:lnTo>
                  <a:pt x="168" y="723"/>
                </a:lnTo>
                <a:lnTo>
                  <a:pt x="167" y="724"/>
                </a:lnTo>
                <a:lnTo>
                  <a:pt x="166" y="724"/>
                </a:lnTo>
                <a:lnTo>
                  <a:pt x="166" y="725"/>
                </a:lnTo>
                <a:lnTo>
                  <a:pt x="165" y="725"/>
                </a:lnTo>
                <a:lnTo>
                  <a:pt x="164" y="725"/>
                </a:lnTo>
                <a:lnTo>
                  <a:pt x="164" y="726"/>
                </a:lnTo>
                <a:lnTo>
                  <a:pt x="163" y="726"/>
                </a:lnTo>
                <a:lnTo>
                  <a:pt x="162" y="727"/>
                </a:lnTo>
                <a:lnTo>
                  <a:pt x="162" y="728"/>
                </a:lnTo>
                <a:lnTo>
                  <a:pt x="161" y="729"/>
                </a:lnTo>
                <a:lnTo>
                  <a:pt x="161" y="730"/>
                </a:lnTo>
                <a:lnTo>
                  <a:pt x="161" y="731"/>
                </a:lnTo>
                <a:lnTo>
                  <a:pt x="161" y="732"/>
                </a:lnTo>
                <a:lnTo>
                  <a:pt x="161" y="733"/>
                </a:lnTo>
                <a:lnTo>
                  <a:pt x="160" y="733"/>
                </a:lnTo>
                <a:lnTo>
                  <a:pt x="159" y="733"/>
                </a:lnTo>
                <a:lnTo>
                  <a:pt x="159" y="734"/>
                </a:lnTo>
                <a:lnTo>
                  <a:pt x="160" y="734"/>
                </a:lnTo>
                <a:lnTo>
                  <a:pt x="160" y="735"/>
                </a:lnTo>
                <a:lnTo>
                  <a:pt x="159" y="735"/>
                </a:lnTo>
                <a:lnTo>
                  <a:pt x="158" y="734"/>
                </a:lnTo>
                <a:lnTo>
                  <a:pt x="157" y="735"/>
                </a:lnTo>
                <a:lnTo>
                  <a:pt x="157" y="734"/>
                </a:lnTo>
                <a:lnTo>
                  <a:pt x="157" y="733"/>
                </a:lnTo>
                <a:lnTo>
                  <a:pt x="156" y="733"/>
                </a:lnTo>
                <a:lnTo>
                  <a:pt x="156" y="732"/>
                </a:lnTo>
                <a:lnTo>
                  <a:pt x="155" y="732"/>
                </a:lnTo>
                <a:lnTo>
                  <a:pt x="154" y="732"/>
                </a:lnTo>
                <a:lnTo>
                  <a:pt x="154" y="731"/>
                </a:lnTo>
                <a:lnTo>
                  <a:pt x="153" y="730"/>
                </a:lnTo>
                <a:lnTo>
                  <a:pt x="154" y="730"/>
                </a:lnTo>
                <a:lnTo>
                  <a:pt x="154" y="729"/>
                </a:lnTo>
                <a:lnTo>
                  <a:pt x="153" y="729"/>
                </a:lnTo>
                <a:lnTo>
                  <a:pt x="153" y="728"/>
                </a:lnTo>
                <a:lnTo>
                  <a:pt x="152" y="728"/>
                </a:lnTo>
                <a:lnTo>
                  <a:pt x="151" y="727"/>
                </a:lnTo>
                <a:lnTo>
                  <a:pt x="150" y="728"/>
                </a:lnTo>
                <a:lnTo>
                  <a:pt x="149" y="728"/>
                </a:lnTo>
                <a:lnTo>
                  <a:pt x="149" y="727"/>
                </a:lnTo>
                <a:lnTo>
                  <a:pt x="148" y="727"/>
                </a:lnTo>
                <a:lnTo>
                  <a:pt x="147" y="727"/>
                </a:lnTo>
                <a:lnTo>
                  <a:pt x="146" y="727"/>
                </a:lnTo>
                <a:lnTo>
                  <a:pt x="147" y="726"/>
                </a:lnTo>
                <a:lnTo>
                  <a:pt x="146" y="726"/>
                </a:lnTo>
                <a:lnTo>
                  <a:pt x="146" y="725"/>
                </a:lnTo>
                <a:lnTo>
                  <a:pt x="146" y="724"/>
                </a:lnTo>
                <a:lnTo>
                  <a:pt x="145" y="724"/>
                </a:lnTo>
                <a:lnTo>
                  <a:pt x="144" y="724"/>
                </a:lnTo>
                <a:lnTo>
                  <a:pt x="144" y="723"/>
                </a:lnTo>
                <a:lnTo>
                  <a:pt x="143" y="723"/>
                </a:lnTo>
                <a:lnTo>
                  <a:pt x="143" y="722"/>
                </a:lnTo>
                <a:lnTo>
                  <a:pt x="142" y="722"/>
                </a:lnTo>
                <a:lnTo>
                  <a:pt x="142" y="721"/>
                </a:lnTo>
                <a:lnTo>
                  <a:pt x="143" y="721"/>
                </a:lnTo>
                <a:lnTo>
                  <a:pt x="143" y="720"/>
                </a:lnTo>
                <a:lnTo>
                  <a:pt x="144" y="720"/>
                </a:lnTo>
                <a:lnTo>
                  <a:pt x="144" y="719"/>
                </a:lnTo>
                <a:lnTo>
                  <a:pt x="143" y="719"/>
                </a:lnTo>
                <a:lnTo>
                  <a:pt x="144" y="719"/>
                </a:lnTo>
                <a:lnTo>
                  <a:pt x="144" y="718"/>
                </a:lnTo>
                <a:lnTo>
                  <a:pt x="144" y="717"/>
                </a:lnTo>
                <a:lnTo>
                  <a:pt x="145" y="716"/>
                </a:lnTo>
                <a:lnTo>
                  <a:pt x="145" y="715"/>
                </a:lnTo>
                <a:lnTo>
                  <a:pt x="145" y="714"/>
                </a:lnTo>
                <a:lnTo>
                  <a:pt x="144" y="713"/>
                </a:lnTo>
                <a:lnTo>
                  <a:pt x="144" y="712"/>
                </a:lnTo>
                <a:lnTo>
                  <a:pt x="144" y="711"/>
                </a:lnTo>
                <a:lnTo>
                  <a:pt x="144" y="710"/>
                </a:lnTo>
                <a:lnTo>
                  <a:pt x="144" y="709"/>
                </a:lnTo>
                <a:lnTo>
                  <a:pt x="144" y="708"/>
                </a:lnTo>
                <a:lnTo>
                  <a:pt x="143" y="708"/>
                </a:lnTo>
                <a:lnTo>
                  <a:pt x="142" y="708"/>
                </a:lnTo>
                <a:lnTo>
                  <a:pt x="141" y="708"/>
                </a:lnTo>
                <a:lnTo>
                  <a:pt x="141" y="707"/>
                </a:lnTo>
                <a:lnTo>
                  <a:pt x="141" y="706"/>
                </a:lnTo>
                <a:lnTo>
                  <a:pt x="141" y="705"/>
                </a:lnTo>
                <a:lnTo>
                  <a:pt x="142" y="705"/>
                </a:lnTo>
                <a:lnTo>
                  <a:pt x="142" y="704"/>
                </a:lnTo>
                <a:lnTo>
                  <a:pt x="141" y="704"/>
                </a:lnTo>
                <a:lnTo>
                  <a:pt x="140" y="703"/>
                </a:lnTo>
                <a:lnTo>
                  <a:pt x="139" y="704"/>
                </a:lnTo>
                <a:lnTo>
                  <a:pt x="138" y="704"/>
                </a:lnTo>
                <a:lnTo>
                  <a:pt x="138" y="703"/>
                </a:lnTo>
                <a:lnTo>
                  <a:pt x="137" y="703"/>
                </a:lnTo>
                <a:lnTo>
                  <a:pt x="137" y="702"/>
                </a:lnTo>
                <a:lnTo>
                  <a:pt x="136" y="702"/>
                </a:lnTo>
                <a:lnTo>
                  <a:pt x="136" y="703"/>
                </a:lnTo>
                <a:lnTo>
                  <a:pt x="135" y="704"/>
                </a:lnTo>
                <a:lnTo>
                  <a:pt x="134" y="704"/>
                </a:lnTo>
                <a:lnTo>
                  <a:pt x="133" y="704"/>
                </a:lnTo>
                <a:lnTo>
                  <a:pt x="132" y="703"/>
                </a:lnTo>
                <a:lnTo>
                  <a:pt x="131" y="703"/>
                </a:lnTo>
                <a:lnTo>
                  <a:pt x="131" y="704"/>
                </a:lnTo>
                <a:lnTo>
                  <a:pt x="130" y="704"/>
                </a:lnTo>
                <a:lnTo>
                  <a:pt x="128" y="704"/>
                </a:lnTo>
                <a:lnTo>
                  <a:pt x="127" y="704"/>
                </a:lnTo>
                <a:lnTo>
                  <a:pt x="127" y="703"/>
                </a:lnTo>
                <a:lnTo>
                  <a:pt x="126" y="702"/>
                </a:lnTo>
                <a:lnTo>
                  <a:pt x="126" y="703"/>
                </a:lnTo>
                <a:lnTo>
                  <a:pt x="125" y="703"/>
                </a:lnTo>
                <a:lnTo>
                  <a:pt x="124" y="702"/>
                </a:lnTo>
                <a:lnTo>
                  <a:pt x="123" y="702"/>
                </a:lnTo>
                <a:lnTo>
                  <a:pt x="122" y="703"/>
                </a:lnTo>
                <a:lnTo>
                  <a:pt x="121" y="703"/>
                </a:lnTo>
                <a:lnTo>
                  <a:pt x="121" y="704"/>
                </a:lnTo>
                <a:lnTo>
                  <a:pt x="120" y="704"/>
                </a:lnTo>
                <a:lnTo>
                  <a:pt x="119" y="704"/>
                </a:lnTo>
                <a:lnTo>
                  <a:pt x="117" y="704"/>
                </a:lnTo>
                <a:lnTo>
                  <a:pt x="117" y="705"/>
                </a:lnTo>
                <a:lnTo>
                  <a:pt x="116" y="705"/>
                </a:lnTo>
                <a:lnTo>
                  <a:pt x="116" y="704"/>
                </a:lnTo>
                <a:lnTo>
                  <a:pt x="116" y="702"/>
                </a:lnTo>
                <a:lnTo>
                  <a:pt x="116" y="701"/>
                </a:lnTo>
                <a:lnTo>
                  <a:pt x="115" y="701"/>
                </a:lnTo>
                <a:lnTo>
                  <a:pt x="113" y="701"/>
                </a:lnTo>
                <a:lnTo>
                  <a:pt x="112" y="701"/>
                </a:lnTo>
                <a:lnTo>
                  <a:pt x="111" y="701"/>
                </a:lnTo>
                <a:lnTo>
                  <a:pt x="110" y="702"/>
                </a:lnTo>
                <a:lnTo>
                  <a:pt x="109" y="702"/>
                </a:lnTo>
                <a:lnTo>
                  <a:pt x="109" y="703"/>
                </a:lnTo>
                <a:lnTo>
                  <a:pt x="108" y="704"/>
                </a:lnTo>
                <a:lnTo>
                  <a:pt x="107" y="704"/>
                </a:lnTo>
                <a:lnTo>
                  <a:pt x="106" y="704"/>
                </a:lnTo>
                <a:lnTo>
                  <a:pt x="106" y="705"/>
                </a:lnTo>
                <a:lnTo>
                  <a:pt x="105" y="706"/>
                </a:lnTo>
                <a:lnTo>
                  <a:pt x="104" y="706"/>
                </a:lnTo>
                <a:lnTo>
                  <a:pt x="103" y="706"/>
                </a:lnTo>
                <a:lnTo>
                  <a:pt x="102" y="707"/>
                </a:lnTo>
                <a:lnTo>
                  <a:pt x="101" y="707"/>
                </a:lnTo>
                <a:lnTo>
                  <a:pt x="100" y="706"/>
                </a:lnTo>
                <a:lnTo>
                  <a:pt x="99" y="706"/>
                </a:lnTo>
                <a:lnTo>
                  <a:pt x="98" y="706"/>
                </a:lnTo>
                <a:lnTo>
                  <a:pt x="98" y="707"/>
                </a:lnTo>
                <a:lnTo>
                  <a:pt x="97" y="707"/>
                </a:lnTo>
                <a:lnTo>
                  <a:pt x="96" y="708"/>
                </a:lnTo>
                <a:lnTo>
                  <a:pt x="95" y="708"/>
                </a:lnTo>
                <a:lnTo>
                  <a:pt x="95" y="707"/>
                </a:lnTo>
                <a:lnTo>
                  <a:pt x="94" y="707"/>
                </a:lnTo>
                <a:lnTo>
                  <a:pt x="94" y="708"/>
                </a:lnTo>
                <a:lnTo>
                  <a:pt x="93" y="708"/>
                </a:lnTo>
                <a:lnTo>
                  <a:pt x="92" y="708"/>
                </a:lnTo>
                <a:lnTo>
                  <a:pt x="91" y="709"/>
                </a:lnTo>
                <a:lnTo>
                  <a:pt x="90" y="709"/>
                </a:lnTo>
                <a:lnTo>
                  <a:pt x="90" y="710"/>
                </a:lnTo>
                <a:lnTo>
                  <a:pt x="88" y="710"/>
                </a:lnTo>
                <a:lnTo>
                  <a:pt x="87" y="710"/>
                </a:lnTo>
                <a:lnTo>
                  <a:pt x="87" y="709"/>
                </a:lnTo>
                <a:lnTo>
                  <a:pt x="86" y="710"/>
                </a:lnTo>
                <a:lnTo>
                  <a:pt x="86" y="711"/>
                </a:lnTo>
                <a:lnTo>
                  <a:pt x="86" y="712"/>
                </a:lnTo>
                <a:lnTo>
                  <a:pt x="84" y="713"/>
                </a:lnTo>
                <a:lnTo>
                  <a:pt x="83" y="713"/>
                </a:lnTo>
                <a:lnTo>
                  <a:pt x="82" y="713"/>
                </a:lnTo>
                <a:lnTo>
                  <a:pt x="81" y="713"/>
                </a:lnTo>
                <a:lnTo>
                  <a:pt x="80" y="711"/>
                </a:lnTo>
                <a:lnTo>
                  <a:pt x="80" y="710"/>
                </a:lnTo>
                <a:lnTo>
                  <a:pt x="79" y="709"/>
                </a:lnTo>
                <a:lnTo>
                  <a:pt x="78" y="709"/>
                </a:lnTo>
                <a:lnTo>
                  <a:pt x="77" y="708"/>
                </a:lnTo>
                <a:lnTo>
                  <a:pt x="76" y="708"/>
                </a:lnTo>
                <a:lnTo>
                  <a:pt x="75" y="708"/>
                </a:lnTo>
                <a:lnTo>
                  <a:pt x="74" y="708"/>
                </a:lnTo>
                <a:lnTo>
                  <a:pt x="73" y="707"/>
                </a:lnTo>
                <a:lnTo>
                  <a:pt x="72" y="707"/>
                </a:lnTo>
                <a:lnTo>
                  <a:pt x="72" y="708"/>
                </a:lnTo>
                <a:lnTo>
                  <a:pt x="70" y="708"/>
                </a:lnTo>
                <a:lnTo>
                  <a:pt x="70" y="707"/>
                </a:lnTo>
                <a:lnTo>
                  <a:pt x="69" y="706"/>
                </a:lnTo>
                <a:lnTo>
                  <a:pt x="69" y="705"/>
                </a:lnTo>
                <a:lnTo>
                  <a:pt x="68" y="705"/>
                </a:lnTo>
                <a:lnTo>
                  <a:pt x="67" y="706"/>
                </a:lnTo>
                <a:lnTo>
                  <a:pt x="66" y="706"/>
                </a:lnTo>
                <a:lnTo>
                  <a:pt x="65" y="706"/>
                </a:lnTo>
                <a:lnTo>
                  <a:pt x="65" y="705"/>
                </a:lnTo>
                <a:lnTo>
                  <a:pt x="64" y="705"/>
                </a:lnTo>
                <a:lnTo>
                  <a:pt x="62" y="705"/>
                </a:lnTo>
                <a:lnTo>
                  <a:pt x="62" y="706"/>
                </a:lnTo>
                <a:lnTo>
                  <a:pt x="62" y="705"/>
                </a:lnTo>
                <a:lnTo>
                  <a:pt x="61" y="705"/>
                </a:lnTo>
                <a:lnTo>
                  <a:pt x="61" y="704"/>
                </a:lnTo>
                <a:lnTo>
                  <a:pt x="60" y="704"/>
                </a:lnTo>
                <a:lnTo>
                  <a:pt x="59" y="704"/>
                </a:lnTo>
                <a:lnTo>
                  <a:pt x="59" y="703"/>
                </a:lnTo>
                <a:lnTo>
                  <a:pt x="58" y="703"/>
                </a:lnTo>
                <a:lnTo>
                  <a:pt x="57" y="703"/>
                </a:lnTo>
                <a:lnTo>
                  <a:pt x="57" y="702"/>
                </a:lnTo>
                <a:lnTo>
                  <a:pt x="57" y="703"/>
                </a:lnTo>
                <a:lnTo>
                  <a:pt x="56" y="703"/>
                </a:lnTo>
                <a:lnTo>
                  <a:pt x="55" y="702"/>
                </a:lnTo>
                <a:lnTo>
                  <a:pt x="55" y="701"/>
                </a:lnTo>
                <a:lnTo>
                  <a:pt x="54" y="701"/>
                </a:lnTo>
                <a:lnTo>
                  <a:pt x="53" y="700"/>
                </a:lnTo>
                <a:lnTo>
                  <a:pt x="52" y="700"/>
                </a:lnTo>
                <a:lnTo>
                  <a:pt x="52" y="699"/>
                </a:lnTo>
                <a:lnTo>
                  <a:pt x="52" y="698"/>
                </a:lnTo>
                <a:lnTo>
                  <a:pt x="51" y="698"/>
                </a:lnTo>
                <a:lnTo>
                  <a:pt x="51" y="697"/>
                </a:lnTo>
                <a:lnTo>
                  <a:pt x="51" y="696"/>
                </a:lnTo>
                <a:lnTo>
                  <a:pt x="52" y="696"/>
                </a:lnTo>
                <a:lnTo>
                  <a:pt x="53" y="696"/>
                </a:lnTo>
                <a:lnTo>
                  <a:pt x="54" y="696"/>
                </a:lnTo>
                <a:lnTo>
                  <a:pt x="55" y="695"/>
                </a:lnTo>
                <a:lnTo>
                  <a:pt x="54" y="695"/>
                </a:lnTo>
                <a:lnTo>
                  <a:pt x="54" y="694"/>
                </a:lnTo>
                <a:lnTo>
                  <a:pt x="54" y="693"/>
                </a:lnTo>
                <a:lnTo>
                  <a:pt x="54" y="692"/>
                </a:lnTo>
                <a:lnTo>
                  <a:pt x="53" y="692"/>
                </a:lnTo>
                <a:lnTo>
                  <a:pt x="52" y="692"/>
                </a:lnTo>
                <a:lnTo>
                  <a:pt x="52" y="691"/>
                </a:lnTo>
                <a:lnTo>
                  <a:pt x="51" y="691"/>
                </a:lnTo>
                <a:lnTo>
                  <a:pt x="50" y="690"/>
                </a:lnTo>
                <a:lnTo>
                  <a:pt x="50" y="689"/>
                </a:lnTo>
                <a:lnTo>
                  <a:pt x="49" y="688"/>
                </a:lnTo>
                <a:lnTo>
                  <a:pt x="49" y="689"/>
                </a:lnTo>
                <a:lnTo>
                  <a:pt x="48" y="689"/>
                </a:lnTo>
                <a:lnTo>
                  <a:pt x="47" y="689"/>
                </a:lnTo>
                <a:lnTo>
                  <a:pt x="47" y="690"/>
                </a:lnTo>
                <a:lnTo>
                  <a:pt x="47" y="691"/>
                </a:lnTo>
                <a:lnTo>
                  <a:pt x="47" y="692"/>
                </a:lnTo>
                <a:lnTo>
                  <a:pt x="46" y="692"/>
                </a:lnTo>
                <a:lnTo>
                  <a:pt x="45" y="692"/>
                </a:lnTo>
                <a:lnTo>
                  <a:pt x="44" y="691"/>
                </a:lnTo>
                <a:lnTo>
                  <a:pt x="44" y="690"/>
                </a:lnTo>
                <a:lnTo>
                  <a:pt x="43" y="690"/>
                </a:lnTo>
                <a:lnTo>
                  <a:pt x="42" y="690"/>
                </a:lnTo>
                <a:lnTo>
                  <a:pt x="42" y="691"/>
                </a:lnTo>
                <a:lnTo>
                  <a:pt x="41" y="691"/>
                </a:lnTo>
                <a:lnTo>
                  <a:pt x="40" y="691"/>
                </a:lnTo>
                <a:lnTo>
                  <a:pt x="40" y="692"/>
                </a:lnTo>
                <a:lnTo>
                  <a:pt x="39" y="692"/>
                </a:lnTo>
                <a:lnTo>
                  <a:pt x="38" y="692"/>
                </a:lnTo>
                <a:lnTo>
                  <a:pt x="37" y="691"/>
                </a:lnTo>
                <a:lnTo>
                  <a:pt x="36" y="691"/>
                </a:lnTo>
                <a:lnTo>
                  <a:pt x="35" y="691"/>
                </a:lnTo>
                <a:lnTo>
                  <a:pt x="34" y="691"/>
                </a:lnTo>
                <a:lnTo>
                  <a:pt x="34" y="692"/>
                </a:lnTo>
                <a:lnTo>
                  <a:pt x="33" y="692"/>
                </a:lnTo>
                <a:lnTo>
                  <a:pt x="32" y="692"/>
                </a:lnTo>
                <a:lnTo>
                  <a:pt x="32" y="693"/>
                </a:lnTo>
                <a:lnTo>
                  <a:pt x="31" y="693"/>
                </a:lnTo>
                <a:lnTo>
                  <a:pt x="31" y="692"/>
                </a:lnTo>
                <a:lnTo>
                  <a:pt x="30" y="692"/>
                </a:lnTo>
                <a:lnTo>
                  <a:pt x="29" y="693"/>
                </a:lnTo>
                <a:lnTo>
                  <a:pt x="30" y="694"/>
                </a:lnTo>
                <a:lnTo>
                  <a:pt x="30" y="695"/>
                </a:lnTo>
                <a:lnTo>
                  <a:pt x="29" y="696"/>
                </a:lnTo>
                <a:lnTo>
                  <a:pt x="29" y="697"/>
                </a:lnTo>
                <a:lnTo>
                  <a:pt x="30" y="698"/>
                </a:lnTo>
                <a:lnTo>
                  <a:pt x="29" y="698"/>
                </a:lnTo>
                <a:lnTo>
                  <a:pt x="29" y="697"/>
                </a:lnTo>
                <a:lnTo>
                  <a:pt x="28" y="697"/>
                </a:lnTo>
                <a:lnTo>
                  <a:pt x="28" y="698"/>
                </a:lnTo>
                <a:lnTo>
                  <a:pt x="27" y="699"/>
                </a:lnTo>
                <a:lnTo>
                  <a:pt x="26" y="699"/>
                </a:lnTo>
                <a:lnTo>
                  <a:pt x="26" y="700"/>
                </a:lnTo>
                <a:lnTo>
                  <a:pt x="25" y="699"/>
                </a:lnTo>
                <a:lnTo>
                  <a:pt x="25" y="698"/>
                </a:lnTo>
                <a:lnTo>
                  <a:pt x="24" y="698"/>
                </a:lnTo>
                <a:lnTo>
                  <a:pt x="23" y="698"/>
                </a:lnTo>
                <a:lnTo>
                  <a:pt x="22" y="699"/>
                </a:lnTo>
                <a:lnTo>
                  <a:pt x="21" y="699"/>
                </a:lnTo>
                <a:lnTo>
                  <a:pt x="20" y="699"/>
                </a:lnTo>
                <a:lnTo>
                  <a:pt x="19" y="699"/>
                </a:lnTo>
                <a:lnTo>
                  <a:pt x="19" y="700"/>
                </a:lnTo>
                <a:lnTo>
                  <a:pt x="19" y="701"/>
                </a:lnTo>
                <a:lnTo>
                  <a:pt x="18" y="701"/>
                </a:lnTo>
                <a:lnTo>
                  <a:pt x="17" y="701"/>
                </a:lnTo>
                <a:lnTo>
                  <a:pt x="16" y="702"/>
                </a:lnTo>
                <a:lnTo>
                  <a:pt x="15" y="702"/>
                </a:lnTo>
                <a:lnTo>
                  <a:pt x="15" y="703"/>
                </a:lnTo>
                <a:lnTo>
                  <a:pt x="14" y="703"/>
                </a:lnTo>
                <a:lnTo>
                  <a:pt x="14" y="704"/>
                </a:lnTo>
                <a:lnTo>
                  <a:pt x="13" y="704"/>
                </a:lnTo>
                <a:lnTo>
                  <a:pt x="12" y="704"/>
                </a:lnTo>
                <a:lnTo>
                  <a:pt x="11" y="705"/>
                </a:lnTo>
                <a:lnTo>
                  <a:pt x="10" y="705"/>
                </a:lnTo>
                <a:lnTo>
                  <a:pt x="9" y="705"/>
                </a:lnTo>
                <a:lnTo>
                  <a:pt x="9" y="704"/>
                </a:lnTo>
                <a:lnTo>
                  <a:pt x="9" y="703"/>
                </a:lnTo>
                <a:lnTo>
                  <a:pt x="9" y="702"/>
                </a:lnTo>
                <a:lnTo>
                  <a:pt x="8" y="702"/>
                </a:lnTo>
                <a:lnTo>
                  <a:pt x="7" y="702"/>
                </a:lnTo>
                <a:lnTo>
                  <a:pt x="6" y="702"/>
                </a:lnTo>
                <a:lnTo>
                  <a:pt x="6" y="701"/>
                </a:lnTo>
                <a:lnTo>
                  <a:pt x="5" y="700"/>
                </a:lnTo>
                <a:lnTo>
                  <a:pt x="6" y="699"/>
                </a:lnTo>
                <a:lnTo>
                  <a:pt x="7" y="699"/>
                </a:lnTo>
                <a:lnTo>
                  <a:pt x="7" y="698"/>
                </a:lnTo>
                <a:lnTo>
                  <a:pt x="6" y="698"/>
                </a:lnTo>
                <a:lnTo>
                  <a:pt x="5" y="697"/>
                </a:lnTo>
                <a:lnTo>
                  <a:pt x="5" y="696"/>
                </a:lnTo>
                <a:lnTo>
                  <a:pt x="6" y="696"/>
                </a:lnTo>
                <a:lnTo>
                  <a:pt x="6" y="695"/>
                </a:lnTo>
                <a:lnTo>
                  <a:pt x="5" y="695"/>
                </a:lnTo>
                <a:lnTo>
                  <a:pt x="4" y="695"/>
                </a:lnTo>
                <a:lnTo>
                  <a:pt x="4" y="696"/>
                </a:lnTo>
                <a:lnTo>
                  <a:pt x="3" y="695"/>
                </a:lnTo>
                <a:lnTo>
                  <a:pt x="3" y="694"/>
                </a:lnTo>
                <a:lnTo>
                  <a:pt x="3" y="693"/>
                </a:lnTo>
                <a:lnTo>
                  <a:pt x="4" y="693"/>
                </a:lnTo>
                <a:lnTo>
                  <a:pt x="3" y="692"/>
                </a:lnTo>
                <a:lnTo>
                  <a:pt x="3" y="691"/>
                </a:lnTo>
                <a:lnTo>
                  <a:pt x="3" y="690"/>
                </a:lnTo>
                <a:lnTo>
                  <a:pt x="2" y="689"/>
                </a:lnTo>
                <a:lnTo>
                  <a:pt x="1" y="688"/>
                </a:lnTo>
                <a:lnTo>
                  <a:pt x="0" y="688"/>
                </a:lnTo>
                <a:lnTo>
                  <a:pt x="0" y="687"/>
                </a:lnTo>
                <a:lnTo>
                  <a:pt x="0" y="686"/>
                </a:lnTo>
                <a:lnTo>
                  <a:pt x="0" y="685"/>
                </a:lnTo>
                <a:lnTo>
                  <a:pt x="0" y="684"/>
                </a:lnTo>
                <a:lnTo>
                  <a:pt x="0" y="683"/>
                </a:lnTo>
                <a:lnTo>
                  <a:pt x="1" y="683"/>
                </a:lnTo>
                <a:lnTo>
                  <a:pt x="1" y="682"/>
                </a:lnTo>
                <a:lnTo>
                  <a:pt x="3" y="682"/>
                </a:lnTo>
                <a:lnTo>
                  <a:pt x="3" y="683"/>
                </a:lnTo>
                <a:lnTo>
                  <a:pt x="4" y="684"/>
                </a:lnTo>
                <a:lnTo>
                  <a:pt x="5" y="683"/>
                </a:lnTo>
                <a:lnTo>
                  <a:pt x="6" y="683"/>
                </a:lnTo>
                <a:lnTo>
                  <a:pt x="6" y="684"/>
                </a:lnTo>
                <a:lnTo>
                  <a:pt x="7" y="684"/>
                </a:lnTo>
                <a:lnTo>
                  <a:pt x="7" y="685"/>
                </a:lnTo>
                <a:lnTo>
                  <a:pt x="8" y="685"/>
                </a:lnTo>
                <a:lnTo>
                  <a:pt x="7" y="686"/>
                </a:lnTo>
                <a:lnTo>
                  <a:pt x="8" y="686"/>
                </a:lnTo>
                <a:lnTo>
                  <a:pt x="9" y="687"/>
                </a:lnTo>
                <a:lnTo>
                  <a:pt x="10" y="686"/>
                </a:lnTo>
                <a:lnTo>
                  <a:pt x="11" y="686"/>
                </a:lnTo>
                <a:lnTo>
                  <a:pt x="12" y="686"/>
                </a:lnTo>
                <a:lnTo>
                  <a:pt x="13" y="686"/>
                </a:lnTo>
                <a:lnTo>
                  <a:pt x="14" y="685"/>
                </a:lnTo>
                <a:lnTo>
                  <a:pt x="15" y="684"/>
                </a:lnTo>
                <a:lnTo>
                  <a:pt x="18" y="684"/>
                </a:lnTo>
                <a:lnTo>
                  <a:pt x="19" y="684"/>
                </a:lnTo>
                <a:lnTo>
                  <a:pt x="19" y="683"/>
                </a:lnTo>
                <a:lnTo>
                  <a:pt x="20" y="683"/>
                </a:lnTo>
                <a:lnTo>
                  <a:pt x="20" y="684"/>
                </a:lnTo>
                <a:lnTo>
                  <a:pt x="21" y="684"/>
                </a:lnTo>
                <a:lnTo>
                  <a:pt x="22" y="684"/>
                </a:lnTo>
                <a:lnTo>
                  <a:pt x="22" y="683"/>
                </a:lnTo>
                <a:lnTo>
                  <a:pt x="23" y="683"/>
                </a:lnTo>
                <a:lnTo>
                  <a:pt x="24" y="682"/>
                </a:lnTo>
                <a:lnTo>
                  <a:pt x="25" y="682"/>
                </a:lnTo>
                <a:lnTo>
                  <a:pt x="25" y="681"/>
                </a:lnTo>
                <a:lnTo>
                  <a:pt x="26" y="681"/>
                </a:lnTo>
                <a:lnTo>
                  <a:pt x="27" y="681"/>
                </a:lnTo>
                <a:lnTo>
                  <a:pt x="28" y="681"/>
                </a:lnTo>
                <a:lnTo>
                  <a:pt x="28" y="680"/>
                </a:lnTo>
                <a:lnTo>
                  <a:pt x="29" y="680"/>
                </a:lnTo>
                <a:lnTo>
                  <a:pt x="29" y="679"/>
                </a:lnTo>
                <a:lnTo>
                  <a:pt x="30" y="679"/>
                </a:lnTo>
                <a:lnTo>
                  <a:pt x="30" y="678"/>
                </a:lnTo>
                <a:lnTo>
                  <a:pt x="30" y="679"/>
                </a:lnTo>
                <a:lnTo>
                  <a:pt x="31" y="679"/>
                </a:lnTo>
                <a:lnTo>
                  <a:pt x="32" y="679"/>
                </a:lnTo>
                <a:lnTo>
                  <a:pt x="32" y="680"/>
                </a:lnTo>
                <a:lnTo>
                  <a:pt x="33" y="680"/>
                </a:lnTo>
                <a:lnTo>
                  <a:pt x="34" y="680"/>
                </a:lnTo>
                <a:lnTo>
                  <a:pt x="34" y="679"/>
                </a:lnTo>
                <a:lnTo>
                  <a:pt x="34" y="678"/>
                </a:lnTo>
                <a:lnTo>
                  <a:pt x="35" y="678"/>
                </a:lnTo>
                <a:lnTo>
                  <a:pt x="35" y="677"/>
                </a:lnTo>
                <a:lnTo>
                  <a:pt x="36" y="677"/>
                </a:lnTo>
                <a:lnTo>
                  <a:pt x="36" y="676"/>
                </a:lnTo>
                <a:lnTo>
                  <a:pt x="37" y="675"/>
                </a:lnTo>
                <a:lnTo>
                  <a:pt x="38" y="675"/>
                </a:lnTo>
                <a:lnTo>
                  <a:pt x="38" y="674"/>
                </a:lnTo>
                <a:lnTo>
                  <a:pt x="39" y="673"/>
                </a:lnTo>
                <a:lnTo>
                  <a:pt x="38" y="673"/>
                </a:lnTo>
                <a:lnTo>
                  <a:pt x="38" y="672"/>
                </a:lnTo>
                <a:lnTo>
                  <a:pt x="39" y="672"/>
                </a:lnTo>
                <a:lnTo>
                  <a:pt x="39" y="671"/>
                </a:lnTo>
                <a:lnTo>
                  <a:pt x="39" y="670"/>
                </a:lnTo>
                <a:lnTo>
                  <a:pt x="38" y="669"/>
                </a:lnTo>
                <a:lnTo>
                  <a:pt x="38" y="668"/>
                </a:lnTo>
                <a:lnTo>
                  <a:pt x="38" y="667"/>
                </a:lnTo>
                <a:lnTo>
                  <a:pt x="39" y="667"/>
                </a:lnTo>
                <a:lnTo>
                  <a:pt x="39" y="666"/>
                </a:lnTo>
                <a:lnTo>
                  <a:pt x="38" y="665"/>
                </a:lnTo>
                <a:lnTo>
                  <a:pt x="38" y="663"/>
                </a:lnTo>
                <a:lnTo>
                  <a:pt x="39" y="663"/>
                </a:lnTo>
                <a:lnTo>
                  <a:pt x="40" y="663"/>
                </a:lnTo>
                <a:lnTo>
                  <a:pt x="40" y="662"/>
                </a:lnTo>
                <a:lnTo>
                  <a:pt x="39" y="662"/>
                </a:lnTo>
                <a:lnTo>
                  <a:pt x="38" y="661"/>
                </a:lnTo>
                <a:lnTo>
                  <a:pt x="37" y="661"/>
                </a:lnTo>
                <a:lnTo>
                  <a:pt x="38" y="661"/>
                </a:lnTo>
                <a:lnTo>
                  <a:pt x="38" y="660"/>
                </a:lnTo>
                <a:lnTo>
                  <a:pt x="38" y="661"/>
                </a:lnTo>
                <a:lnTo>
                  <a:pt x="39" y="660"/>
                </a:lnTo>
                <a:lnTo>
                  <a:pt x="39" y="659"/>
                </a:lnTo>
                <a:lnTo>
                  <a:pt x="38" y="659"/>
                </a:lnTo>
                <a:lnTo>
                  <a:pt x="37" y="660"/>
                </a:lnTo>
                <a:lnTo>
                  <a:pt x="36" y="659"/>
                </a:lnTo>
                <a:lnTo>
                  <a:pt x="37" y="658"/>
                </a:lnTo>
                <a:lnTo>
                  <a:pt x="38" y="658"/>
                </a:lnTo>
                <a:lnTo>
                  <a:pt x="38" y="657"/>
                </a:lnTo>
                <a:lnTo>
                  <a:pt x="39" y="657"/>
                </a:lnTo>
                <a:lnTo>
                  <a:pt x="38" y="657"/>
                </a:lnTo>
                <a:lnTo>
                  <a:pt x="38" y="656"/>
                </a:lnTo>
                <a:lnTo>
                  <a:pt x="39" y="656"/>
                </a:lnTo>
                <a:lnTo>
                  <a:pt x="39" y="655"/>
                </a:lnTo>
                <a:lnTo>
                  <a:pt x="39" y="654"/>
                </a:lnTo>
                <a:lnTo>
                  <a:pt x="40" y="654"/>
                </a:lnTo>
                <a:lnTo>
                  <a:pt x="40" y="655"/>
                </a:lnTo>
                <a:lnTo>
                  <a:pt x="39" y="656"/>
                </a:lnTo>
                <a:lnTo>
                  <a:pt x="40" y="656"/>
                </a:lnTo>
                <a:lnTo>
                  <a:pt x="41" y="656"/>
                </a:lnTo>
                <a:lnTo>
                  <a:pt x="41" y="657"/>
                </a:lnTo>
                <a:lnTo>
                  <a:pt x="40" y="657"/>
                </a:lnTo>
                <a:lnTo>
                  <a:pt x="40" y="658"/>
                </a:lnTo>
                <a:lnTo>
                  <a:pt x="41" y="658"/>
                </a:lnTo>
                <a:lnTo>
                  <a:pt x="41" y="659"/>
                </a:lnTo>
                <a:lnTo>
                  <a:pt x="42" y="659"/>
                </a:lnTo>
                <a:lnTo>
                  <a:pt x="43" y="659"/>
                </a:lnTo>
                <a:lnTo>
                  <a:pt x="43" y="658"/>
                </a:lnTo>
                <a:lnTo>
                  <a:pt x="43" y="657"/>
                </a:lnTo>
                <a:lnTo>
                  <a:pt x="43" y="656"/>
                </a:lnTo>
                <a:lnTo>
                  <a:pt x="42" y="655"/>
                </a:lnTo>
                <a:lnTo>
                  <a:pt x="42" y="654"/>
                </a:lnTo>
                <a:lnTo>
                  <a:pt x="42" y="653"/>
                </a:lnTo>
                <a:lnTo>
                  <a:pt x="42" y="651"/>
                </a:lnTo>
                <a:lnTo>
                  <a:pt x="41" y="653"/>
                </a:lnTo>
                <a:lnTo>
                  <a:pt x="40" y="653"/>
                </a:lnTo>
                <a:lnTo>
                  <a:pt x="40" y="651"/>
                </a:lnTo>
                <a:lnTo>
                  <a:pt x="41" y="651"/>
                </a:lnTo>
                <a:lnTo>
                  <a:pt x="40" y="650"/>
                </a:lnTo>
                <a:lnTo>
                  <a:pt x="39" y="649"/>
                </a:lnTo>
                <a:lnTo>
                  <a:pt x="39" y="648"/>
                </a:lnTo>
                <a:lnTo>
                  <a:pt x="38" y="648"/>
                </a:lnTo>
                <a:lnTo>
                  <a:pt x="37" y="648"/>
                </a:lnTo>
                <a:lnTo>
                  <a:pt x="36" y="648"/>
                </a:lnTo>
                <a:lnTo>
                  <a:pt x="36" y="649"/>
                </a:lnTo>
                <a:lnTo>
                  <a:pt x="35" y="649"/>
                </a:lnTo>
                <a:lnTo>
                  <a:pt x="34" y="649"/>
                </a:lnTo>
                <a:lnTo>
                  <a:pt x="33" y="649"/>
                </a:lnTo>
                <a:lnTo>
                  <a:pt x="32" y="649"/>
                </a:lnTo>
                <a:lnTo>
                  <a:pt x="32" y="648"/>
                </a:lnTo>
                <a:lnTo>
                  <a:pt x="31" y="648"/>
                </a:lnTo>
                <a:lnTo>
                  <a:pt x="31" y="647"/>
                </a:lnTo>
                <a:lnTo>
                  <a:pt x="30" y="647"/>
                </a:lnTo>
                <a:lnTo>
                  <a:pt x="29" y="647"/>
                </a:lnTo>
                <a:lnTo>
                  <a:pt x="28" y="646"/>
                </a:lnTo>
                <a:lnTo>
                  <a:pt x="28" y="647"/>
                </a:lnTo>
                <a:lnTo>
                  <a:pt x="28" y="646"/>
                </a:lnTo>
                <a:lnTo>
                  <a:pt x="27" y="646"/>
                </a:lnTo>
                <a:lnTo>
                  <a:pt x="27" y="645"/>
                </a:lnTo>
                <a:lnTo>
                  <a:pt x="27" y="644"/>
                </a:lnTo>
                <a:lnTo>
                  <a:pt x="26" y="644"/>
                </a:lnTo>
                <a:lnTo>
                  <a:pt x="25" y="644"/>
                </a:lnTo>
                <a:lnTo>
                  <a:pt x="24" y="644"/>
                </a:lnTo>
                <a:lnTo>
                  <a:pt x="23" y="644"/>
                </a:lnTo>
                <a:lnTo>
                  <a:pt x="23" y="643"/>
                </a:lnTo>
                <a:lnTo>
                  <a:pt x="22" y="642"/>
                </a:lnTo>
                <a:lnTo>
                  <a:pt x="22" y="641"/>
                </a:lnTo>
                <a:lnTo>
                  <a:pt x="23" y="641"/>
                </a:lnTo>
                <a:lnTo>
                  <a:pt x="24" y="641"/>
                </a:lnTo>
                <a:lnTo>
                  <a:pt x="24" y="640"/>
                </a:lnTo>
                <a:lnTo>
                  <a:pt x="23" y="638"/>
                </a:lnTo>
                <a:lnTo>
                  <a:pt x="22" y="638"/>
                </a:lnTo>
                <a:lnTo>
                  <a:pt x="21" y="637"/>
                </a:lnTo>
                <a:lnTo>
                  <a:pt x="21" y="636"/>
                </a:lnTo>
                <a:lnTo>
                  <a:pt x="20" y="636"/>
                </a:lnTo>
                <a:lnTo>
                  <a:pt x="20" y="635"/>
                </a:lnTo>
                <a:lnTo>
                  <a:pt x="19" y="635"/>
                </a:lnTo>
                <a:lnTo>
                  <a:pt x="19" y="634"/>
                </a:lnTo>
                <a:lnTo>
                  <a:pt x="19" y="633"/>
                </a:lnTo>
                <a:lnTo>
                  <a:pt x="20" y="633"/>
                </a:lnTo>
                <a:lnTo>
                  <a:pt x="21" y="633"/>
                </a:lnTo>
                <a:lnTo>
                  <a:pt x="22" y="633"/>
                </a:lnTo>
                <a:lnTo>
                  <a:pt x="22" y="634"/>
                </a:lnTo>
                <a:lnTo>
                  <a:pt x="23" y="634"/>
                </a:lnTo>
                <a:lnTo>
                  <a:pt x="24" y="635"/>
                </a:lnTo>
                <a:lnTo>
                  <a:pt x="25" y="635"/>
                </a:lnTo>
                <a:lnTo>
                  <a:pt x="25" y="634"/>
                </a:lnTo>
                <a:lnTo>
                  <a:pt x="25" y="633"/>
                </a:lnTo>
                <a:lnTo>
                  <a:pt x="26" y="633"/>
                </a:lnTo>
                <a:lnTo>
                  <a:pt x="26" y="634"/>
                </a:lnTo>
                <a:lnTo>
                  <a:pt x="27" y="634"/>
                </a:lnTo>
                <a:lnTo>
                  <a:pt x="28" y="634"/>
                </a:lnTo>
                <a:lnTo>
                  <a:pt x="29" y="634"/>
                </a:lnTo>
                <a:lnTo>
                  <a:pt x="30" y="634"/>
                </a:lnTo>
                <a:lnTo>
                  <a:pt x="30" y="633"/>
                </a:lnTo>
                <a:lnTo>
                  <a:pt x="30" y="632"/>
                </a:lnTo>
                <a:lnTo>
                  <a:pt x="30" y="631"/>
                </a:lnTo>
                <a:lnTo>
                  <a:pt x="31" y="631"/>
                </a:lnTo>
                <a:lnTo>
                  <a:pt x="31" y="630"/>
                </a:lnTo>
                <a:lnTo>
                  <a:pt x="31" y="628"/>
                </a:lnTo>
                <a:lnTo>
                  <a:pt x="31" y="627"/>
                </a:lnTo>
                <a:lnTo>
                  <a:pt x="30" y="627"/>
                </a:lnTo>
                <a:lnTo>
                  <a:pt x="30" y="626"/>
                </a:lnTo>
                <a:lnTo>
                  <a:pt x="31" y="626"/>
                </a:lnTo>
                <a:lnTo>
                  <a:pt x="31" y="625"/>
                </a:lnTo>
                <a:lnTo>
                  <a:pt x="32" y="625"/>
                </a:lnTo>
                <a:lnTo>
                  <a:pt x="31" y="625"/>
                </a:lnTo>
                <a:lnTo>
                  <a:pt x="31" y="624"/>
                </a:lnTo>
                <a:lnTo>
                  <a:pt x="31" y="623"/>
                </a:lnTo>
                <a:lnTo>
                  <a:pt x="32" y="622"/>
                </a:lnTo>
                <a:lnTo>
                  <a:pt x="33" y="621"/>
                </a:lnTo>
                <a:lnTo>
                  <a:pt x="34" y="620"/>
                </a:lnTo>
                <a:lnTo>
                  <a:pt x="35" y="618"/>
                </a:lnTo>
                <a:lnTo>
                  <a:pt x="36" y="618"/>
                </a:lnTo>
                <a:lnTo>
                  <a:pt x="36" y="617"/>
                </a:lnTo>
                <a:lnTo>
                  <a:pt x="36" y="616"/>
                </a:lnTo>
                <a:lnTo>
                  <a:pt x="37" y="616"/>
                </a:lnTo>
                <a:lnTo>
                  <a:pt x="37" y="615"/>
                </a:lnTo>
                <a:lnTo>
                  <a:pt x="37" y="616"/>
                </a:lnTo>
                <a:lnTo>
                  <a:pt x="38" y="616"/>
                </a:lnTo>
                <a:lnTo>
                  <a:pt x="39" y="615"/>
                </a:lnTo>
                <a:lnTo>
                  <a:pt x="40" y="615"/>
                </a:lnTo>
                <a:lnTo>
                  <a:pt x="40" y="614"/>
                </a:lnTo>
                <a:lnTo>
                  <a:pt x="41" y="613"/>
                </a:lnTo>
                <a:lnTo>
                  <a:pt x="42" y="612"/>
                </a:lnTo>
                <a:lnTo>
                  <a:pt x="42" y="611"/>
                </a:lnTo>
                <a:lnTo>
                  <a:pt x="42" y="610"/>
                </a:lnTo>
                <a:lnTo>
                  <a:pt x="43" y="610"/>
                </a:lnTo>
                <a:lnTo>
                  <a:pt x="43" y="611"/>
                </a:lnTo>
                <a:lnTo>
                  <a:pt x="44" y="611"/>
                </a:lnTo>
                <a:lnTo>
                  <a:pt x="45" y="611"/>
                </a:lnTo>
                <a:lnTo>
                  <a:pt x="46" y="611"/>
                </a:lnTo>
                <a:lnTo>
                  <a:pt x="47" y="611"/>
                </a:lnTo>
                <a:lnTo>
                  <a:pt x="47" y="612"/>
                </a:lnTo>
                <a:lnTo>
                  <a:pt x="48" y="612"/>
                </a:lnTo>
                <a:lnTo>
                  <a:pt x="49" y="612"/>
                </a:lnTo>
                <a:lnTo>
                  <a:pt x="49" y="611"/>
                </a:lnTo>
                <a:lnTo>
                  <a:pt x="50" y="611"/>
                </a:lnTo>
                <a:lnTo>
                  <a:pt x="51" y="611"/>
                </a:lnTo>
                <a:lnTo>
                  <a:pt x="52" y="611"/>
                </a:lnTo>
                <a:lnTo>
                  <a:pt x="53" y="611"/>
                </a:lnTo>
                <a:lnTo>
                  <a:pt x="53" y="610"/>
                </a:lnTo>
                <a:lnTo>
                  <a:pt x="54" y="610"/>
                </a:lnTo>
                <a:lnTo>
                  <a:pt x="55" y="611"/>
                </a:lnTo>
                <a:lnTo>
                  <a:pt x="56" y="611"/>
                </a:lnTo>
                <a:lnTo>
                  <a:pt x="56" y="612"/>
                </a:lnTo>
                <a:lnTo>
                  <a:pt x="57" y="612"/>
                </a:lnTo>
                <a:lnTo>
                  <a:pt x="57" y="611"/>
                </a:lnTo>
                <a:lnTo>
                  <a:pt x="57" y="612"/>
                </a:lnTo>
                <a:lnTo>
                  <a:pt x="57" y="613"/>
                </a:lnTo>
                <a:lnTo>
                  <a:pt x="56" y="613"/>
                </a:lnTo>
                <a:lnTo>
                  <a:pt x="55" y="613"/>
                </a:lnTo>
                <a:lnTo>
                  <a:pt x="55" y="614"/>
                </a:lnTo>
                <a:lnTo>
                  <a:pt x="55" y="615"/>
                </a:lnTo>
                <a:lnTo>
                  <a:pt x="56" y="615"/>
                </a:lnTo>
                <a:lnTo>
                  <a:pt x="57" y="615"/>
                </a:lnTo>
                <a:lnTo>
                  <a:pt x="57" y="614"/>
                </a:lnTo>
                <a:lnTo>
                  <a:pt x="58" y="614"/>
                </a:lnTo>
                <a:lnTo>
                  <a:pt x="59" y="614"/>
                </a:lnTo>
                <a:lnTo>
                  <a:pt x="58" y="614"/>
                </a:lnTo>
                <a:lnTo>
                  <a:pt x="58" y="615"/>
                </a:lnTo>
                <a:lnTo>
                  <a:pt x="59" y="616"/>
                </a:lnTo>
                <a:lnTo>
                  <a:pt x="60" y="616"/>
                </a:lnTo>
                <a:lnTo>
                  <a:pt x="61" y="617"/>
                </a:lnTo>
                <a:lnTo>
                  <a:pt x="62" y="617"/>
                </a:lnTo>
                <a:lnTo>
                  <a:pt x="63" y="617"/>
                </a:lnTo>
                <a:lnTo>
                  <a:pt x="64" y="617"/>
                </a:lnTo>
                <a:lnTo>
                  <a:pt x="64" y="616"/>
                </a:lnTo>
                <a:lnTo>
                  <a:pt x="65" y="616"/>
                </a:lnTo>
                <a:lnTo>
                  <a:pt x="65" y="615"/>
                </a:lnTo>
                <a:lnTo>
                  <a:pt x="65" y="616"/>
                </a:lnTo>
                <a:lnTo>
                  <a:pt x="66" y="616"/>
                </a:lnTo>
                <a:lnTo>
                  <a:pt x="67" y="615"/>
                </a:lnTo>
                <a:lnTo>
                  <a:pt x="67" y="614"/>
                </a:lnTo>
                <a:lnTo>
                  <a:pt x="68" y="614"/>
                </a:lnTo>
                <a:lnTo>
                  <a:pt x="68" y="613"/>
                </a:lnTo>
                <a:lnTo>
                  <a:pt x="69" y="613"/>
                </a:lnTo>
                <a:lnTo>
                  <a:pt x="70" y="612"/>
                </a:lnTo>
                <a:lnTo>
                  <a:pt x="71" y="612"/>
                </a:lnTo>
                <a:lnTo>
                  <a:pt x="71" y="611"/>
                </a:lnTo>
                <a:lnTo>
                  <a:pt x="72" y="611"/>
                </a:lnTo>
                <a:lnTo>
                  <a:pt x="74" y="611"/>
                </a:lnTo>
                <a:lnTo>
                  <a:pt x="74" y="612"/>
                </a:lnTo>
                <a:lnTo>
                  <a:pt x="75" y="613"/>
                </a:lnTo>
                <a:lnTo>
                  <a:pt x="76" y="613"/>
                </a:lnTo>
                <a:lnTo>
                  <a:pt x="77" y="613"/>
                </a:lnTo>
                <a:lnTo>
                  <a:pt x="77" y="612"/>
                </a:lnTo>
                <a:lnTo>
                  <a:pt x="78" y="612"/>
                </a:lnTo>
                <a:lnTo>
                  <a:pt x="79" y="612"/>
                </a:lnTo>
                <a:lnTo>
                  <a:pt x="79" y="611"/>
                </a:lnTo>
                <a:lnTo>
                  <a:pt x="79" y="610"/>
                </a:lnTo>
                <a:lnTo>
                  <a:pt x="80" y="610"/>
                </a:lnTo>
                <a:lnTo>
                  <a:pt x="81" y="610"/>
                </a:lnTo>
                <a:lnTo>
                  <a:pt x="82" y="610"/>
                </a:lnTo>
                <a:lnTo>
                  <a:pt x="83" y="610"/>
                </a:lnTo>
                <a:lnTo>
                  <a:pt x="85" y="610"/>
                </a:lnTo>
                <a:lnTo>
                  <a:pt x="86" y="610"/>
                </a:lnTo>
                <a:lnTo>
                  <a:pt x="86" y="612"/>
                </a:lnTo>
                <a:lnTo>
                  <a:pt x="86" y="613"/>
                </a:lnTo>
                <a:lnTo>
                  <a:pt x="87" y="614"/>
                </a:lnTo>
                <a:lnTo>
                  <a:pt x="86" y="615"/>
                </a:lnTo>
                <a:lnTo>
                  <a:pt x="86" y="616"/>
                </a:lnTo>
                <a:lnTo>
                  <a:pt x="86" y="617"/>
                </a:lnTo>
                <a:lnTo>
                  <a:pt x="87" y="617"/>
                </a:lnTo>
                <a:lnTo>
                  <a:pt x="87" y="618"/>
                </a:lnTo>
                <a:lnTo>
                  <a:pt x="88" y="619"/>
                </a:lnTo>
                <a:lnTo>
                  <a:pt x="88" y="620"/>
                </a:lnTo>
                <a:lnTo>
                  <a:pt x="88" y="619"/>
                </a:lnTo>
                <a:lnTo>
                  <a:pt x="89" y="619"/>
                </a:lnTo>
                <a:lnTo>
                  <a:pt x="89" y="618"/>
                </a:lnTo>
                <a:lnTo>
                  <a:pt x="90" y="618"/>
                </a:lnTo>
                <a:lnTo>
                  <a:pt x="91" y="619"/>
                </a:lnTo>
                <a:lnTo>
                  <a:pt x="91" y="620"/>
                </a:lnTo>
                <a:lnTo>
                  <a:pt x="92" y="621"/>
                </a:lnTo>
                <a:lnTo>
                  <a:pt x="93" y="620"/>
                </a:lnTo>
                <a:lnTo>
                  <a:pt x="94" y="620"/>
                </a:lnTo>
                <a:lnTo>
                  <a:pt x="95" y="620"/>
                </a:lnTo>
                <a:lnTo>
                  <a:pt x="95" y="619"/>
                </a:lnTo>
                <a:lnTo>
                  <a:pt x="96" y="619"/>
                </a:lnTo>
                <a:lnTo>
                  <a:pt x="96" y="618"/>
                </a:lnTo>
                <a:lnTo>
                  <a:pt x="96" y="617"/>
                </a:lnTo>
                <a:lnTo>
                  <a:pt x="95" y="616"/>
                </a:lnTo>
                <a:lnTo>
                  <a:pt x="95" y="614"/>
                </a:lnTo>
                <a:lnTo>
                  <a:pt x="96" y="614"/>
                </a:lnTo>
                <a:lnTo>
                  <a:pt x="97" y="614"/>
                </a:lnTo>
                <a:lnTo>
                  <a:pt x="98" y="614"/>
                </a:lnTo>
                <a:lnTo>
                  <a:pt x="97" y="614"/>
                </a:lnTo>
                <a:lnTo>
                  <a:pt x="97" y="613"/>
                </a:lnTo>
                <a:lnTo>
                  <a:pt x="98" y="613"/>
                </a:lnTo>
                <a:lnTo>
                  <a:pt x="98" y="612"/>
                </a:lnTo>
                <a:lnTo>
                  <a:pt x="98" y="611"/>
                </a:lnTo>
                <a:lnTo>
                  <a:pt x="98" y="610"/>
                </a:lnTo>
                <a:lnTo>
                  <a:pt x="98" y="609"/>
                </a:lnTo>
                <a:lnTo>
                  <a:pt x="98" y="608"/>
                </a:lnTo>
                <a:lnTo>
                  <a:pt x="97" y="608"/>
                </a:lnTo>
                <a:lnTo>
                  <a:pt x="96" y="608"/>
                </a:lnTo>
                <a:lnTo>
                  <a:pt x="96" y="607"/>
                </a:lnTo>
                <a:lnTo>
                  <a:pt x="96" y="606"/>
                </a:lnTo>
                <a:lnTo>
                  <a:pt x="95" y="606"/>
                </a:lnTo>
                <a:lnTo>
                  <a:pt x="95" y="605"/>
                </a:lnTo>
                <a:lnTo>
                  <a:pt x="95" y="604"/>
                </a:lnTo>
                <a:lnTo>
                  <a:pt x="94" y="604"/>
                </a:lnTo>
                <a:lnTo>
                  <a:pt x="94" y="603"/>
                </a:lnTo>
                <a:lnTo>
                  <a:pt x="93" y="602"/>
                </a:lnTo>
                <a:lnTo>
                  <a:pt x="92" y="601"/>
                </a:lnTo>
                <a:lnTo>
                  <a:pt x="91" y="601"/>
                </a:lnTo>
                <a:lnTo>
                  <a:pt x="91" y="602"/>
                </a:lnTo>
                <a:lnTo>
                  <a:pt x="91" y="601"/>
                </a:lnTo>
                <a:lnTo>
                  <a:pt x="90" y="601"/>
                </a:lnTo>
                <a:lnTo>
                  <a:pt x="89" y="601"/>
                </a:lnTo>
                <a:lnTo>
                  <a:pt x="89" y="600"/>
                </a:lnTo>
                <a:lnTo>
                  <a:pt x="89" y="599"/>
                </a:lnTo>
                <a:lnTo>
                  <a:pt x="89" y="598"/>
                </a:lnTo>
                <a:lnTo>
                  <a:pt x="90" y="597"/>
                </a:lnTo>
                <a:lnTo>
                  <a:pt x="89" y="597"/>
                </a:lnTo>
                <a:lnTo>
                  <a:pt x="89" y="596"/>
                </a:lnTo>
                <a:lnTo>
                  <a:pt x="89" y="594"/>
                </a:lnTo>
                <a:lnTo>
                  <a:pt x="89" y="593"/>
                </a:lnTo>
                <a:lnTo>
                  <a:pt x="88" y="593"/>
                </a:lnTo>
                <a:lnTo>
                  <a:pt x="87" y="593"/>
                </a:lnTo>
                <a:lnTo>
                  <a:pt x="87" y="592"/>
                </a:lnTo>
                <a:lnTo>
                  <a:pt x="87" y="591"/>
                </a:lnTo>
                <a:lnTo>
                  <a:pt x="87" y="590"/>
                </a:lnTo>
                <a:lnTo>
                  <a:pt x="87" y="589"/>
                </a:lnTo>
                <a:lnTo>
                  <a:pt x="87" y="588"/>
                </a:lnTo>
                <a:lnTo>
                  <a:pt x="88" y="588"/>
                </a:lnTo>
                <a:lnTo>
                  <a:pt x="89" y="588"/>
                </a:lnTo>
                <a:lnTo>
                  <a:pt x="90" y="587"/>
                </a:lnTo>
                <a:lnTo>
                  <a:pt x="90" y="586"/>
                </a:lnTo>
                <a:lnTo>
                  <a:pt x="90" y="585"/>
                </a:lnTo>
                <a:lnTo>
                  <a:pt x="89" y="585"/>
                </a:lnTo>
                <a:lnTo>
                  <a:pt x="88" y="585"/>
                </a:lnTo>
                <a:lnTo>
                  <a:pt x="88" y="584"/>
                </a:lnTo>
                <a:lnTo>
                  <a:pt x="87" y="583"/>
                </a:lnTo>
                <a:lnTo>
                  <a:pt x="86" y="584"/>
                </a:lnTo>
                <a:lnTo>
                  <a:pt x="84" y="584"/>
                </a:lnTo>
                <a:lnTo>
                  <a:pt x="83" y="584"/>
                </a:lnTo>
                <a:lnTo>
                  <a:pt x="83" y="583"/>
                </a:lnTo>
                <a:lnTo>
                  <a:pt x="83" y="582"/>
                </a:lnTo>
                <a:lnTo>
                  <a:pt x="83" y="581"/>
                </a:lnTo>
                <a:lnTo>
                  <a:pt x="82" y="581"/>
                </a:lnTo>
                <a:lnTo>
                  <a:pt x="82" y="580"/>
                </a:lnTo>
                <a:lnTo>
                  <a:pt x="83" y="580"/>
                </a:lnTo>
                <a:lnTo>
                  <a:pt x="84" y="580"/>
                </a:lnTo>
                <a:lnTo>
                  <a:pt x="84" y="579"/>
                </a:lnTo>
                <a:lnTo>
                  <a:pt x="85" y="578"/>
                </a:lnTo>
                <a:lnTo>
                  <a:pt x="86" y="578"/>
                </a:lnTo>
                <a:lnTo>
                  <a:pt x="86" y="577"/>
                </a:lnTo>
                <a:lnTo>
                  <a:pt x="86" y="576"/>
                </a:lnTo>
                <a:lnTo>
                  <a:pt x="87" y="575"/>
                </a:lnTo>
                <a:lnTo>
                  <a:pt x="88" y="575"/>
                </a:lnTo>
                <a:lnTo>
                  <a:pt x="88" y="574"/>
                </a:lnTo>
                <a:lnTo>
                  <a:pt x="88" y="573"/>
                </a:lnTo>
                <a:lnTo>
                  <a:pt x="88" y="572"/>
                </a:lnTo>
                <a:lnTo>
                  <a:pt x="89" y="572"/>
                </a:lnTo>
                <a:lnTo>
                  <a:pt x="89" y="571"/>
                </a:lnTo>
                <a:lnTo>
                  <a:pt x="89" y="570"/>
                </a:lnTo>
                <a:lnTo>
                  <a:pt x="88" y="570"/>
                </a:lnTo>
                <a:lnTo>
                  <a:pt x="88" y="569"/>
                </a:lnTo>
                <a:lnTo>
                  <a:pt x="88" y="568"/>
                </a:lnTo>
                <a:lnTo>
                  <a:pt x="88" y="567"/>
                </a:lnTo>
                <a:lnTo>
                  <a:pt x="89" y="567"/>
                </a:lnTo>
                <a:lnTo>
                  <a:pt x="89" y="566"/>
                </a:lnTo>
                <a:lnTo>
                  <a:pt x="90" y="565"/>
                </a:lnTo>
                <a:lnTo>
                  <a:pt x="91" y="565"/>
                </a:lnTo>
                <a:lnTo>
                  <a:pt x="91" y="564"/>
                </a:lnTo>
                <a:lnTo>
                  <a:pt x="91" y="563"/>
                </a:lnTo>
                <a:lnTo>
                  <a:pt x="91" y="562"/>
                </a:lnTo>
                <a:lnTo>
                  <a:pt x="90" y="561"/>
                </a:lnTo>
                <a:lnTo>
                  <a:pt x="90" y="560"/>
                </a:lnTo>
                <a:lnTo>
                  <a:pt x="91" y="560"/>
                </a:lnTo>
                <a:lnTo>
                  <a:pt x="91" y="559"/>
                </a:lnTo>
                <a:lnTo>
                  <a:pt x="92" y="559"/>
                </a:lnTo>
                <a:lnTo>
                  <a:pt x="93" y="560"/>
                </a:lnTo>
                <a:lnTo>
                  <a:pt x="94" y="560"/>
                </a:lnTo>
                <a:lnTo>
                  <a:pt x="94" y="559"/>
                </a:lnTo>
                <a:lnTo>
                  <a:pt x="95" y="559"/>
                </a:lnTo>
                <a:lnTo>
                  <a:pt x="95" y="560"/>
                </a:lnTo>
                <a:lnTo>
                  <a:pt x="96" y="560"/>
                </a:lnTo>
                <a:lnTo>
                  <a:pt x="97" y="558"/>
                </a:lnTo>
                <a:lnTo>
                  <a:pt x="97" y="557"/>
                </a:lnTo>
                <a:lnTo>
                  <a:pt x="98" y="556"/>
                </a:lnTo>
                <a:lnTo>
                  <a:pt x="98" y="555"/>
                </a:lnTo>
                <a:lnTo>
                  <a:pt x="97" y="555"/>
                </a:lnTo>
                <a:lnTo>
                  <a:pt x="97" y="554"/>
                </a:lnTo>
                <a:lnTo>
                  <a:pt x="97" y="553"/>
                </a:lnTo>
                <a:lnTo>
                  <a:pt x="96" y="553"/>
                </a:lnTo>
                <a:lnTo>
                  <a:pt x="96" y="552"/>
                </a:lnTo>
                <a:lnTo>
                  <a:pt x="96" y="551"/>
                </a:lnTo>
                <a:lnTo>
                  <a:pt x="96" y="550"/>
                </a:lnTo>
                <a:lnTo>
                  <a:pt x="96" y="548"/>
                </a:lnTo>
                <a:lnTo>
                  <a:pt x="95" y="547"/>
                </a:lnTo>
                <a:lnTo>
                  <a:pt x="94" y="546"/>
                </a:lnTo>
                <a:lnTo>
                  <a:pt x="93" y="545"/>
                </a:lnTo>
                <a:lnTo>
                  <a:pt x="93" y="546"/>
                </a:lnTo>
                <a:lnTo>
                  <a:pt x="92" y="546"/>
                </a:lnTo>
                <a:lnTo>
                  <a:pt x="91" y="546"/>
                </a:lnTo>
                <a:lnTo>
                  <a:pt x="90" y="546"/>
                </a:lnTo>
                <a:lnTo>
                  <a:pt x="89" y="545"/>
                </a:lnTo>
                <a:lnTo>
                  <a:pt x="90" y="545"/>
                </a:lnTo>
                <a:lnTo>
                  <a:pt x="91" y="544"/>
                </a:lnTo>
                <a:lnTo>
                  <a:pt x="91" y="543"/>
                </a:lnTo>
                <a:lnTo>
                  <a:pt x="91" y="542"/>
                </a:lnTo>
                <a:lnTo>
                  <a:pt x="92" y="542"/>
                </a:lnTo>
                <a:lnTo>
                  <a:pt x="93" y="542"/>
                </a:lnTo>
                <a:lnTo>
                  <a:pt x="93" y="541"/>
                </a:lnTo>
                <a:lnTo>
                  <a:pt x="94" y="541"/>
                </a:lnTo>
                <a:lnTo>
                  <a:pt x="94" y="542"/>
                </a:lnTo>
                <a:lnTo>
                  <a:pt x="95" y="542"/>
                </a:lnTo>
                <a:lnTo>
                  <a:pt x="96" y="542"/>
                </a:lnTo>
                <a:lnTo>
                  <a:pt x="97" y="542"/>
                </a:lnTo>
                <a:lnTo>
                  <a:pt x="98" y="543"/>
                </a:lnTo>
                <a:lnTo>
                  <a:pt x="98" y="544"/>
                </a:lnTo>
                <a:lnTo>
                  <a:pt x="98" y="545"/>
                </a:lnTo>
                <a:lnTo>
                  <a:pt x="99" y="545"/>
                </a:lnTo>
                <a:lnTo>
                  <a:pt x="100" y="544"/>
                </a:lnTo>
                <a:lnTo>
                  <a:pt x="101" y="544"/>
                </a:lnTo>
                <a:lnTo>
                  <a:pt x="102" y="544"/>
                </a:lnTo>
                <a:lnTo>
                  <a:pt x="102" y="545"/>
                </a:lnTo>
                <a:lnTo>
                  <a:pt x="103" y="545"/>
                </a:lnTo>
                <a:lnTo>
                  <a:pt x="104" y="546"/>
                </a:lnTo>
                <a:lnTo>
                  <a:pt x="105" y="545"/>
                </a:lnTo>
                <a:lnTo>
                  <a:pt x="106" y="545"/>
                </a:lnTo>
                <a:lnTo>
                  <a:pt x="107" y="545"/>
                </a:lnTo>
                <a:lnTo>
                  <a:pt x="107" y="544"/>
                </a:lnTo>
                <a:lnTo>
                  <a:pt x="107" y="543"/>
                </a:lnTo>
                <a:lnTo>
                  <a:pt x="108" y="543"/>
                </a:lnTo>
                <a:lnTo>
                  <a:pt x="109" y="543"/>
                </a:lnTo>
                <a:lnTo>
                  <a:pt x="109" y="542"/>
                </a:lnTo>
                <a:lnTo>
                  <a:pt x="108" y="542"/>
                </a:lnTo>
                <a:lnTo>
                  <a:pt x="108" y="541"/>
                </a:lnTo>
                <a:lnTo>
                  <a:pt x="109" y="541"/>
                </a:lnTo>
                <a:lnTo>
                  <a:pt x="109" y="540"/>
                </a:lnTo>
                <a:lnTo>
                  <a:pt x="109" y="538"/>
                </a:lnTo>
                <a:lnTo>
                  <a:pt x="108" y="537"/>
                </a:lnTo>
                <a:lnTo>
                  <a:pt x="107" y="537"/>
                </a:lnTo>
                <a:lnTo>
                  <a:pt x="108" y="536"/>
                </a:lnTo>
                <a:lnTo>
                  <a:pt x="110" y="535"/>
                </a:lnTo>
                <a:lnTo>
                  <a:pt x="110" y="533"/>
                </a:lnTo>
                <a:lnTo>
                  <a:pt x="110" y="532"/>
                </a:lnTo>
                <a:lnTo>
                  <a:pt x="109" y="532"/>
                </a:lnTo>
                <a:lnTo>
                  <a:pt x="109" y="533"/>
                </a:lnTo>
                <a:lnTo>
                  <a:pt x="108" y="533"/>
                </a:lnTo>
                <a:lnTo>
                  <a:pt x="108" y="532"/>
                </a:lnTo>
                <a:lnTo>
                  <a:pt x="107" y="532"/>
                </a:lnTo>
                <a:lnTo>
                  <a:pt x="107" y="533"/>
                </a:lnTo>
                <a:lnTo>
                  <a:pt x="107" y="532"/>
                </a:lnTo>
                <a:lnTo>
                  <a:pt x="106" y="532"/>
                </a:lnTo>
                <a:lnTo>
                  <a:pt x="105" y="532"/>
                </a:lnTo>
                <a:lnTo>
                  <a:pt x="105" y="531"/>
                </a:lnTo>
                <a:lnTo>
                  <a:pt x="104" y="531"/>
                </a:lnTo>
                <a:lnTo>
                  <a:pt x="103" y="531"/>
                </a:lnTo>
                <a:lnTo>
                  <a:pt x="103" y="530"/>
                </a:lnTo>
                <a:lnTo>
                  <a:pt x="102" y="530"/>
                </a:lnTo>
                <a:lnTo>
                  <a:pt x="102" y="529"/>
                </a:lnTo>
                <a:lnTo>
                  <a:pt x="102" y="528"/>
                </a:lnTo>
                <a:lnTo>
                  <a:pt x="102" y="527"/>
                </a:lnTo>
                <a:lnTo>
                  <a:pt x="101" y="527"/>
                </a:lnTo>
                <a:lnTo>
                  <a:pt x="101" y="526"/>
                </a:lnTo>
                <a:lnTo>
                  <a:pt x="101" y="525"/>
                </a:lnTo>
                <a:lnTo>
                  <a:pt x="101" y="524"/>
                </a:lnTo>
                <a:lnTo>
                  <a:pt x="100" y="524"/>
                </a:lnTo>
                <a:lnTo>
                  <a:pt x="100" y="525"/>
                </a:lnTo>
                <a:lnTo>
                  <a:pt x="99" y="525"/>
                </a:lnTo>
                <a:lnTo>
                  <a:pt x="99" y="524"/>
                </a:lnTo>
                <a:lnTo>
                  <a:pt x="100" y="524"/>
                </a:lnTo>
                <a:lnTo>
                  <a:pt x="100" y="523"/>
                </a:lnTo>
                <a:lnTo>
                  <a:pt x="99" y="523"/>
                </a:lnTo>
                <a:lnTo>
                  <a:pt x="98" y="523"/>
                </a:lnTo>
                <a:lnTo>
                  <a:pt x="98" y="524"/>
                </a:lnTo>
                <a:lnTo>
                  <a:pt x="98" y="523"/>
                </a:lnTo>
                <a:lnTo>
                  <a:pt x="98" y="522"/>
                </a:lnTo>
                <a:lnTo>
                  <a:pt x="97" y="522"/>
                </a:lnTo>
                <a:lnTo>
                  <a:pt x="97" y="523"/>
                </a:lnTo>
                <a:lnTo>
                  <a:pt x="97" y="522"/>
                </a:lnTo>
                <a:lnTo>
                  <a:pt x="97" y="521"/>
                </a:lnTo>
                <a:lnTo>
                  <a:pt x="96" y="521"/>
                </a:lnTo>
                <a:lnTo>
                  <a:pt x="95" y="521"/>
                </a:lnTo>
                <a:lnTo>
                  <a:pt x="94" y="521"/>
                </a:lnTo>
                <a:lnTo>
                  <a:pt x="94" y="520"/>
                </a:lnTo>
                <a:lnTo>
                  <a:pt x="93" y="520"/>
                </a:lnTo>
                <a:lnTo>
                  <a:pt x="92" y="520"/>
                </a:lnTo>
                <a:lnTo>
                  <a:pt x="92" y="519"/>
                </a:lnTo>
                <a:lnTo>
                  <a:pt x="91" y="519"/>
                </a:lnTo>
                <a:lnTo>
                  <a:pt x="90" y="519"/>
                </a:lnTo>
                <a:lnTo>
                  <a:pt x="90" y="518"/>
                </a:lnTo>
                <a:lnTo>
                  <a:pt x="89" y="518"/>
                </a:lnTo>
                <a:lnTo>
                  <a:pt x="89" y="517"/>
                </a:lnTo>
                <a:lnTo>
                  <a:pt x="89" y="518"/>
                </a:lnTo>
                <a:lnTo>
                  <a:pt x="88" y="517"/>
                </a:lnTo>
                <a:lnTo>
                  <a:pt x="87" y="517"/>
                </a:lnTo>
                <a:lnTo>
                  <a:pt x="86" y="517"/>
                </a:lnTo>
                <a:lnTo>
                  <a:pt x="85" y="517"/>
                </a:lnTo>
                <a:lnTo>
                  <a:pt x="84" y="517"/>
                </a:lnTo>
                <a:lnTo>
                  <a:pt x="83" y="517"/>
                </a:lnTo>
                <a:lnTo>
                  <a:pt x="82" y="517"/>
                </a:lnTo>
                <a:lnTo>
                  <a:pt x="82" y="518"/>
                </a:lnTo>
                <a:lnTo>
                  <a:pt x="82" y="519"/>
                </a:lnTo>
                <a:lnTo>
                  <a:pt x="80" y="519"/>
                </a:lnTo>
                <a:lnTo>
                  <a:pt x="80" y="518"/>
                </a:lnTo>
                <a:lnTo>
                  <a:pt x="79" y="518"/>
                </a:lnTo>
                <a:lnTo>
                  <a:pt x="79" y="519"/>
                </a:lnTo>
                <a:lnTo>
                  <a:pt x="78" y="519"/>
                </a:lnTo>
                <a:lnTo>
                  <a:pt x="78" y="518"/>
                </a:lnTo>
                <a:lnTo>
                  <a:pt x="77" y="518"/>
                </a:lnTo>
                <a:lnTo>
                  <a:pt x="76" y="518"/>
                </a:lnTo>
                <a:lnTo>
                  <a:pt x="75" y="518"/>
                </a:lnTo>
                <a:lnTo>
                  <a:pt x="76" y="518"/>
                </a:lnTo>
                <a:lnTo>
                  <a:pt x="76" y="517"/>
                </a:lnTo>
                <a:lnTo>
                  <a:pt x="76" y="516"/>
                </a:lnTo>
                <a:lnTo>
                  <a:pt x="76" y="515"/>
                </a:lnTo>
                <a:lnTo>
                  <a:pt x="76" y="514"/>
                </a:lnTo>
                <a:lnTo>
                  <a:pt x="76" y="513"/>
                </a:lnTo>
                <a:lnTo>
                  <a:pt x="75" y="512"/>
                </a:lnTo>
                <a:lnTo>
                  <a:pt x="74" y="512"/>
                </a:lnTo>
                <a:lnTo>
                  <a:pt x="74" y="511"/>
                </a:lnTo>
                <a:lnTo>
                  <a:pt x="75" y="511"/>
                </a:lnTo>
                <a:lnTo>
                  <a:pt x="75" y="510"/>
                </a:lnTo>
                <a:lnTo>
                  <a:pt x="76" y="510"/>
                </a:lnTo>
                <a:lnTo>
                  <a:pt x="77" y="509"/>
                </a:lnTo>
                <a:lnTo>
                  <a:pt x="77" y="508"/>
                </a:lnTo>
                <a:lnTo>
                  <a:pt x="78" y="508"/>
                </a:lnTo>
                <a:lnTo>
                  <a:pt x="79" y="508"/>
                </a:lnTo>
                <a:lnTo>
                  <a:pt x="79" y="507"/>
                </a:lnTo>
                <a:lnTo>
                  <a:pt x="80" y="507"/>
                </a:lnTo>
                <a:lnTo>
                  <a:pt x="80" y="508"/>
                </a:lnTo>
                <a:lnTo>
                  <a:pt x="80" y="507"/>
                </a:lnTo>
                <a:lnTo>
                  <a:pt x="81" y="507"/>
                </a:lnTo>
                <a:lnTo>
                  <a:pt x="82" y="506"/>
                </a:lnTo>
                <a:lnTo>
                  <a:pt x="83" y="506"/>
                </a:lnTo>
                <a:lnTo>
                  <a:pt x="83" y="505"/>
                </a:lnTo>
                <a:lnTo>
                  <a:pt x="83" y="504"/>
                </a:lnTo>
                <a:lnTo>
                  <a:pt x="84" y="504"/>
                </a:lnTo>
                <a:lnTo>
                  <a:pt x="85" y="506"/>
                </a:lnTo>
                <a:lnTo>
                  <a:pt x="86" y="506"/>
                </a:lnTo>
                <a:lnTo>
                  <a:pt x="87" y="506"/>
                </a:lnTo>
                <a:lnTo>
                  <a:pt x="87" y="505"/>
                </a:lnTo>
                <a:lnTo>
                  <a:pt x="88" y="505"/>
                </a:lnTo>
                <a:lnTo>
                  <a:pt x="88" y="504"/>
                </a:lnTo>
                <a:lnTo>
                  <a:pt x="87" y="504"/>
                </a:lnTo>
                <a:lnTo>
                  <a:pt x="87" y="503"/>
                </a:lnTo>
                <a:lnTo>
                  <a:pt x="86" y="503"/>
                </a:lnTo>
                <a:lnTo>
                  <a:pt x="86" y="502"/>
                </a:lnTo>
                <a:lnTo>
                  <a:pt x="87" y="501"/>
                </a:lnTo>
                <a:lnTo>
                  <a:pt x="86" y="501"/>
                </a:lnTo>
                <a:lnTo>
                  <a:pt x="86" y="500"/>
                </a:lnTo>
                <a:lnTo>
                  <a:pt x="86" y="499"/>
                </a:lnTo>
                <a:lnTo>
                  <a:pt x="87" y="498"/>
                </a:lnTo>
                <a:lnTo>
                  <a:pt x="88" y="498"/>
                </a:lnTo>
                <a:lnTo>
                  <a:pt x="87" y="498"/>
                </a:lnTo>
                <a:lnTo>
                  <a:pt x="88" y="499"/>
                </a:lnTo>
                <a:lnTo>
                  <a:pt x="88" y="498"/>
                </a:lnTo>
                <a:lnTo>
                  <a:pt x="89" y="498"/>
                </a:lnTo>
                <a:lnTo>
                  <a:pt x="90" y="497"/>
                </a:lnTo>
                <a:lnTo>
                  <a:pt x="90" y="496"/>
                </a:lnTo>
                <a:lnTo>
                  <a:pt x="90" y="495"/>
                </a:lnTo>
                <a:lnTo>
                  <a:pt x="91" y="495"/>
                </a:lnTo>
                <a:lnTo>
                  <a:pt x="92" y="495"/>
                </a:lnTo>
                <a:lnTo>
                  <a:pt x="93" y="495"/>
                </a:lnTo>
                <a:lnTo>
                  <a:pt x="93" y="494"/>
                </a:lnTo>
                <a:lnTo>
                  <a:pt x="95" y="494"/>
                </a:lnTo>
                <a:lnTo>
                  <a:pt x="95" y="493"/>
                </a:lnTo>
                <a:lnTo>
                  <a:pt x="96" y="493"/>
                </a:lnTo>
                <a:lnTo>
                  <a:pt x="96" y="492"/>
                </a:lnTo>
                <a:lnTo>
                  <a:pt x="96" y="493"/>
                </a:lnTo>
                <a:lnTo>
                  <a:pt x="97" y="493"/>
                </a:lnTo>
                <a:lnTo>
                  <a:pt x="97" y="492"/>
                </a:lnTo>
                <a:lnTo>
                  <a:pt x="98" y="491"/>
                </a:lnTo>
                <a:lnTo>
                  <a:pt x="98" y="490"/>
                </a:lnTo>
                <a:lnTo>
                  <a:pt x="97" y="490"/>
                </a:lnTo>
                <a:lnTo>
                  <a:pt x="97" y="489"/>
                </a:lnTo>
                <a:lnTo>
                  <a:pt x="96" y="489"/>
                </a:lnTo>
                <a:lnTo>
                  <a:pt x="96" y="488"/>
                </a:lnTo>
                <a:lnTo>
                  <a:pt x="95" y="487"/>
                </a:lnTo>
                <a:lnTo>
                  <a:pt x="95" y="486"/>
                </a:lnTo>
                <a:lnTo>
                  <a:pt x="96" y="486"/>
                </a:lnTo>
                <a:lnTo>
                  <a:pt x="96" y="485"/>
                </a:lnTo>
                <a:lnTo>
                  <a:pt x="96" y="484"/>
                </a:lnTo>
                <a:lnTo>
                  <a:pt x="96" y="483"/>
                </a:lnTo>
                <a:lnTo>
                  <a:pt x="95" y="483"/>
                </a:lnTo>
                <a:lnTo>
                  <a:pt x="95" y="482"/>
                </a:lnTo>
                <a:lnTo>
                  <a:pt x="94" y="482"/>
                </a:lnTo>
                <a:lnTo>
                  <a:pt x="94" y="481"/>
                </a:lnTo>
                <a:lnTo>
                  <a:pt x="93" y="481"/>
                </a:lnTo>
                <a:lnTo>
                  <a:pt x="92" y="480"/>
                </a:lnTo>
                <a:lnTo>
                  <a:pt x="91" y="479"/>
                </a:lnTo>
                <a:lnTo>
                  <a:pt x="92" y="479"/>
                </a:lnTo>
                <a:lnTo>
                  <a:pt x="92" y="478"/>
                </a:lnTo>
                <a:lnTo>
                  <a:pt x="92" y="477"/>
                </a:lnTo>
                <a:lnTo>
                  <a:pt x="91" y="477"/>
                </a:lnTo>
                <a:lnTo>
                  <a:pt x="91" y="476"/>
                </a:lnTo>
                <a:lnTo>
                  <a:pt x="91" y="475"/>
                </a:lnTo>
                <a:lnTo>
                  <a:pt x="90" y="475"/>
                </a:lnTo>
                <a:lnTo>
                  <a:pt x="90" y="474"/>
                </a:lnTo>
                <a:lnTo>
                  <a:pt x="90" y="473"/>
                </a:lnTo>
                <a:lnTo>
                  <a:pt x="90" y="472"/>
                </a:lnTo>
                <a:lnTo>
                  <a:pt x="89" y="471"/>
                </a:lnTo>
                <a:lnTo>
                  <a:pt x="89" y="470"/>
                </a:lnTo>
                <a:lnTo>
                  <a:pt x="90" y="470"/>
                </a:lnTo>
                <a:lnTo>
                  <a:pt x="91" y="469"/>
                </a:lnTo>
                <a:lnTo>
                  <a:pt x="90" y="469"/>
                </a:lnTo>
                <a:lnTo>
                  <a:pt x="90" y="468"/>
                </a:lnTo>
                <a:lnTo>
                  <a:pt x="90" y="467"/>
                </a:lnTo>
                <a:lnTo>
                  <a:pt x="90" y="466"/>
                </a:lnTo>
                <a:lnTo>
                  <a:pt x="91" y="466"/>
                </a:lnTo>
                <a:lnTo>
                  <a:pt x="91" y="465"/>
                </a:lnTo>
                <a:lnTo>
                  <a:pt x="92" y="466"/>
                </a:lnTo>
                <a:lnTo>
                  <a:pt x="93" y="466"/>
                </a:lnTo>
                <a:lnTo>
                  <a:pt x="93" y="465"/>
                </a:lnTo>
                <a:lnTo>
                  <a:pt x="94" y="462"/>
                </a:lnTo>
                <a:lnTo>
                  <a:pt x="95" y="462"/>
                </a:lnTo>
                <a:lnTo>
                  <a:pt x="94" y="461"/>
                </a:lnTo>
                <a:lnTo>
                  <a:pt x="94" y="460"/>
                </a:lnTo>
                <a:lnTo>
                  <a:pt x="96" y="459"/>
                </a:lnTo>
                <a:lnTo>
                  <a:pt x="96" y="460"/>
                </a:lnTo>
                <a:lnTo>
                  <a:pt x="97" y="460"/>
                </a:lnTo>
                <a:lnTo>
                  <a:pt x="97" y="461"/>
                </a:lnTo>
                <a:lnTo>
                  <a:pt x="97" y="460"/>
                </a:lnTo>
                <a:lnTo>
                  <a:pt x="97" y="459"/>
                </a:lnTo>
                <a:lnTo>
                  <a:pt x="98" y="459"/>
                </a:lnTo>
                <a:lnTo>
                  <a:pt x="98" y="460"/>
                </a:lnTo>
                <a:lnTo>
                  <a:pt x="99" y="460"/>
                </a:lnTo>
                <a:lnTo>
                  <a:pt x="100" y="460"/>
                </a:lnTo>
                <a:lnTo>
                  <a:pt x="100" y="461"/>
                </a:lnTo>
                <a:lnTo>
                  <a:pt x="101" y="461"/>
                </a:lnTo>
                <a:lnTo>
                  <a:pt x="103" y="461"/>
                </a:lnTo>
                <a:lnTo>
                  <a:pt x="104" y="461"/>
                </a:lnTo>
                <a:lnTo>
                  <a:pt x="103" y="461"/>
                </a:lnTo>
                <a:lnTo>
                  <a:pt x="104" y="461"/>
                </a:lnTo>
                <a:lnTo>
                  <a:pt x="105" y="462"/>
                </a:lnTo>
                <a:lnTo>
                  <a:pt x="105" y="461"/>
                </a:lnTo>
                <a:lnTo>
                  <a:pt x="106" y="461"/>
                </a:lnTo>
                <a:lnTo>
                  <a:pt x="107" y="461"/>
                </a:lnTo>
                <a:lnTo>
                  <a:pt x="108" y="461"/>
                </a:lnTo>
                <a:lnTo>
                  <a:pt x="109" y="460"/>
                </a:lnTo>
                <a:lnTo>
                  <a:pt x="110" y="459"/>
                </a:lnTo>
                <a:lnTo>
                  <a:pt x="110" y="458"/>
                </a:lnTo>
                <a:lnTo>
                  <a:pt x="112" y="458"/>
                </a:lnTo>
                <a:lnTo>
                  <a:pt x="113" y="459"/>
                </a:lnTo>
                <a:lnTo>
                  <a:pt x="114" y="459"/>
                </a:lnTo>
                <a:lnTo>
                  <a:pt x="115" y="459"/>
                </a:lnTo>
                <a:lnTo>
                  <a:pt x="116" y="459"/>
                </a:lnTo>
                <a:lnTo>
                  <a:pt x="117" y="459"/>
                </a:lnTo>
                <a:lnTo>
                  <a:pt x="119" y="460"/>
                </a:lnTo>
                <a:lnTo>
                  <a:pt x="120" y="461"/>
                </a:lnTo>
                <a:lnTo>
                  <a:pt x="122" y="461"/>
                </a:lnTo>
                <a:lnTo>
                  <a:pt x="122" y="460"/>
                </a:lnTo>
                <a:lnTo>
                  <a:pt x="122" y="459"/>
                </a:lnTo>
                <a:lnTo>
                  <a:pt x="123" y="459"/>
                </a:lnTo>
                <a:lnTo>
                  <a:pt x="125" y="459"/>
                </a:lnTo>
                <a:lnTo>
                  <a:pt x="127" y="459"/>
                </a:lnTo>
                <a:lnTo>
                  <a:pt x="128" y="460"/>
                </a:lnTo>
                <a:lnTo>
                  <a:pt x="129" y="461"/>
                </a:lnTo>
                <a:lnTo>
                  <a:pt x="129" y="460"/>
                </a:lnTo>
                <a:lnTo>
                  <a:pt x="130" y="460"/>
                </a:lnTo>
                <a:lnTo>
                  <a:pt x="131" y="461"/>
                </a:lnTo>
                <a:lnTo>
                  <a:pt x="132" y="462"/>
                </a:lnTo>
                <a:lnTo>
                  <a:pt x="133" y="462"/>
                </a:lnTo>
                <a:lnTo>
                  <a:pt x="134" y="462"/>
                </a:lnTo>
                <a:lnTo>
                  <a:pt x="135" y="462"/>
                </a:lnTo>
                <a:lnTo>
                  <a:pt x="134" y="462"/>
                </a:lnTo>
                <a:lnTo>
                  <a:pt x="134" y="463"/>
                </a:lnTo>
                <a:lnTo>
                  <a:pt x="135" y="463"/>
                </a:lnTo>
                <a:lnTo>
                  <a:pt x="136" y="464"/>
                </a:lnTo>
                <a:lnTo>
                  <a:pt x="137" y="465"/>
                </a:lnTo>
                <a:lnTo>
                  <a:pt x="136" y="466"/>
                </a:lnTo>
                <a:lnTo>
                  <a:pt x="137" y="466"/>
                </a:lnTo>
                <a:lnTo>
                  <a:pt x="138" y="466"/>
                </a:lnTo>
                <a:lnTo>
                  <a:pt x="139" y="465"/>
                </a:lnTo>
                <a:lnTo>
                  <a:pt x="139" y="464"/>
                </a:lnTo>
                <a:lnTo>
                  <a:pt x="140" y="465"/>
                </a:lnTo>
                <a:lnTo>
                  <a:pt x="140" y="466"/>
                </a:lnTo>
                <a:lnTo>
                  <a:pt x="141" y="466"/>
                </a:lnTo>
                <a:lnTo>
                  <a:pt x="141" y="467"/>
                </a:lnTo>
                <a:lnTo>
                  <a:pt x="142" y="467"/>
                </a:lnTo>
                <a:lnTo>
                  <a:pt x="143" y="467"/>
                </a:lnTo>
                <a:lnTo>
                  <a:pt x="144" y="467"/>
                </a:lnTo>
                <a:lnTo>
                  <a:pt x="144" y="468"/>
                </a:lnTo>
                <a:lnTo>
                  <a:pt x="144" y="469"/>
                </a:lnTo>
                <a:lnTo>
                  <a:pt x="144" y="470"/>
                </a:lnTo>
                <a:lnTo>
                  <a:pt x="144" y="471"/>
                </a:lnTo>
                <a:lnTo>
                  <a:pt x="143" y="471"/>
                </a:lnTo>
                <a:lnTo>
                  <a:pt x="144" y="472"/>
                </a:lnTo>
                <a:lnTo>
                  <a:pt x="145" y="473"/>
                </a:lnTo>
                <a:lnTo>
                  <a:pt x="146" y="473"/>
                </a:lnTo>
                <a:lnTo>
                  <a:pt x="146" y="474"/>
                </a:lnTo>
                <a:lnTo>
                  <a:pt x="147" y="474"/>
                </a:lnTo>
                <a:lnTo>
                  <a:pt x="148" y="474"/>
                </a:lnTo>
                <a:lnTo>
                  <a:pt x="149" y="475"/>
                </a:lnTo>
                <a:lnTo>
                  <a:pt x="150" y="475"/>
                </a:lnTo>
                <a:lnTo>
                  <a:pt x="151" y="475"/>
                </a:lnTo>
                <a:lnTo>
                  <a:pt x="152" y="477"/>
                </a:lnTo>
                <a:lnTo>
                  <a:pt x="152" y="478"/>
                </a:lnTo>
                <a:lnTo>
                  <a:pt x="153" y="478"/>
                </a:lnTo>
                <a:lnTo>
                  <a:pt x="153" y="479"/>
                </a:lnTo>
                <a:lnTo>
                  <a:pt x="152" y="479"/>
                </a:lnTo>
                <a:lnTo>
                  <a:pt x="153" y="480"/>
                </a:lnTo>
                <a:lnTo>
                  <a:pt x="153" y="481"/>
                </a:lnTo>
                <a:lnTo>
                  <a:pt x="154" y="480"/>
                </a:lnTo>
                <a:lnTo>
                  <a:pt x="155" y="481"/>
                </a:lnTo>
                <a:lnTo>
                  <a:pt x="156" y="481"/>
                </a:lnTo>
                <a:lnTo>
                  <a:pt x="156" y="480"/>
                </a:lnTo>
                <a:lnTo>
                  <a:pt x="157" y="480"/>
                </a:lnTo>
                <a:lnTo>
                  <a:pt x="157" y="481"/>
                </a:lnTo>
                <a:lnTo>
                  <a:pt x="158" y="481"/>
                </a:lnTo>
                <a:lnTo>
                  <a:pt x="159" y="479"/>
                </a:lnTo>
                <a:lnTo>
                  <a:pt x="159" y="478"/>
                </a:lnTo>
                <a:lnTo>
                  <a:pt x="160" y="478"/>
                </a:lnTo>
                <a:lnTo>
                  <a:pt x="161" y="478"/>
                </a:lnTo>
                <a:lnTo>
                  <a:pt x="161" y="477"/>
                </a:lnTo>
                <a:lnTo>
                  <a:pt x="161" y="476"/>
                </a:lnTo>
                <a:lnTo>
                  <a:pt x="162" y="476"/>
                </a:lnTo>
                <a:lnTo>
                  <a:pt x="162" y="475"/>
                </a:lnTo>
                <a:lnTo>
                  <a:pt x="162" y="474"/>
                </a:lnTo>
                <a:lnTo>
                  <a:pt x="162" y="475"/>
                </a:lnTo>
                <a:lnTo>
                  <a:pt x="163" y="475"/>
                </a:lnTo>
                <a:lnTo>
                  <a:pt x="164" y="475"/>
                </a:lnTo>
                <a:lnTo>
                  <a:pt x="165" y="475"/>
                </a:lnTo>
                <a:lnTo>
                  <a:pt x="166" y="475"/>
                </a:lnTo>
                <a:lnTo>
                  <a:pt x="167" y="475"/>
                </a:lnTo>
                <a:lnTo>
                  <a:pt x="167" y="476"/>
                </a:lnTo>
                <a:lnTo>
                  <a:pt x="168" y="476"/>
                </a:lnTo>
                <a:lnTo>
                  <a:pt x="168" y="477"/>
                </a:lnTo>
                <a:lnTo>
                  <a:pt x="168" y="478"/>
                </a:lnTo>
                <a:lnTo>
                  <a:pt x="169" y="478"/>
                </a:lnTo>
                <a:lnTo>
                  <a:pt x="169" y="477"/>
                </a:lnTo>
                <a:lnTo>
                  <a:pt x="169" y="476"/>
                </a:lnTo>
                <a:lnTo>
                  <a:pt x="170" y="476"/>
                </a:lnTo>
                <a:lnTo>
                  <a:pt x="171" y="475"/>
                </a:lnTo>
                <a:lnTo>
                  <a:pt x="171" y="476"/>
                </a:lnTo>
                <a:lnTo>
                  <a:pt x="172" y="476"/>
                </a:lnTo>
                <a:lnTo>
                  <a:pt x="172" y="475"/>
                </a:lnTo>
                <a:lnTo>
                  <a:pt x="173" y="475"/>
                </a:lnTo>
                <a:lnTo>
                  <a:pt x="175" y="477"/>
                </a:lnTo>
                <a:lnTo>
                  <a:pt x="176" y="477"/>
                </a:lnTo>
                <a:lnTo>
                  <a:pt x="177" y="477"/>
                </a:lnTo>
                <a:lnTo>
                  <a:pt x="178" y="477"/>
                </a:lnTo>
                <a:lnTo>
                  <a:pt x="179" y="477"/>
                </a:lnTo>
                <a:lnTo>
                  <a:pt x="180" y="477"/>
                </a:lnTo>
                <a:lnTo>
                  <a:pt x="180" y="478"/>
                </a:lnTo>
                <a:lnTo>
                  <a:pt x="181" y="478"/>
                </a:lnTo>
                <a:lnTo>
                  <a:pt x="183" y="478"/>
                </a:lnTo>
                <a:lnTo>
                  <a:pt x="183" y="477"/>
                </a:lnTo>
                <a:lnTo>
                  <a:pt x="183" y="476"/>
                </a:lnTo>
                <a:lnTo>
                  <a:pt x="184" y="476"/>
                </a:lnTo>
                <a:lnTo>
                  <a:pt x="184" y="475"/>
                </a:lnTo>
                <a:lnTo>
                  <a:pt x="185" y="475"/>
                </a:lnTo>
                <a:lnTo>
                  <a:pt x="185" y="474"/>
                </a:lnTo>
                <a:lnTo>
                  <a:pt x="185" y="473"/>
                </a:lnTo>
                <a:lnTo>
                  <a:pt x="186" y="473"/>
                </a:lnTo>
                <a:lnTo>
                  <a:pt x="186" y="472"/>
                </a:lnTo>
                <a:lnTo>
                  <a:pt x="187" y="472"/>
                </a:lnTo>
                <a:lnTo>
                  <a:pt x="188" y="472"/>
                </a:lnTo>
                <a:lnTo>
                  <a:pt x="188" y="473"/>
                </a:lnTo>
                <a:lnTo>
                  <a:pt x="189" y="473"/>
                </a:lnTo>
                <a:lnTo>
                  <a:pt x="189" y="474"/>
                </a:lnTo>
                <a:lnTo>
                  <a:pt x="190" y="474"/>
                </a:lnTo>
                <a:lnTo>
                  <a:pt x="190" y="473"/>
                </a:lnTo>
                <a:lnTo>
                  <a:pt x="190" y="472"/>
                </a:lnTo>
                <a:lnTo>
                  <a:pt x="191" y="472"/>
                </a:lnTo>
                <a:lnTo>
                  <a:pt x="192" y="472"/>
                </a:lnTo>
                <a:lnTo>
                  <a:pt x="192" y="473"/>
                </a:lnTo>
                <a:lnTo>
                  <a:pt x="193" y="473"/>
                </a:lnTo>
                <a:lnTo>
                  <a:pt x="193" y="474"/>
                </a:lnTo>
                <a:lnTo>
                  <a:pt x="192" y="474"/>
                </a:lnTo>
                <a:lnTo>
                  <a:pt x="192" y="475"/>
                </a:lnTo>
                <a:lnTo>
                  <a:pt x="192" y="476"/>
                </a:lnTo>
                <a:lnTo>
                  <a:pt x="192" y="477"/>
                </a:lnTo>
                <a:lnTo>
                  <a:pt x="193" y="477"/>
                </a:lnTo>
                <a:lnTo>
                  <a:pt x="193" y="476"/>
                </a:lnTo>
                <a:lnTo>
                  <a:pt x="193" y="475"/>
                </a:lnTo>
                <a:lnTo>
                  <a:pt x="194" y="475"/>
                </a:lnTo>
                <a:lnTo>
                  <a:pt x="194" y="476"/>
                </a:lnTo>
                <a:lnTo>
                  <a:pt x="195" y="476"/>
                </a:lnTo>
                <a:lnTo>
                  <a:pt x="195" y="475"/>
                </a:lnTo>
                <a:lnTo>
                  <a:pt x="195" y="474"/>
                </a:lnTo>
                <a:lnTo>
                  <a:pt x="196" y="474"/>
                </a:lnTo>
                <a:lnTo>
                  <a:pt x="197" y="474"/>
                </a:lnTo>
                <a:lnTo>
                  <a:pt x="198" y="474"/>
                </a:lnTo>
                <a:lnTo>
                  <a:pt x="199" y="474"/>
                </a:lnTo>
                <a:lnTo>
                  <a:pt x="199" y="473"/>
                </a:lnTo>
                <a:lnTo>
                  <a:pt x="200" y="473"/>
                </a:lnTo>
                <a:lnTo>
                  <a:pt x="200" y="472"/>
                </a:lnTo>
                <a:lnTo>
                  <a:pt x="200" y="473"/>
                </a:lnTo>
                <a:lnTo>
                  <a:pt x="200" y="474"/>
                </a:lnTo>
                <a:lnTo>
                  <a:pt x="201" y="474"/>
                </a:lnTo>
                <a:lnTo>
                  <a:pt x="201" y="473"/>
                </a:lnTo>
                <a:lnTo>
                  <a:pt x="202" y="473"/>
                </a:lnTo>
                <a:lnTo>
                  <a:pt x="203" y="473"/>
                </a:lnTo>
                <a:lnTo>
                  <a:pt x="204" y="473"/>
                </a:lnTo>
                <a:lnTo>
                  <a:pt x="205" y="473"/>
                </a:lnTo>
                <a:lnTo>
                  <a:pt x="206" y="473"/>
                </a:lnTo>
                <a:lnTo>
                  <a:pt x="207" y="473"/>
                </a:lnTo>
                <a:lnTo>
                  <a:pt x="208" y="473"/>
                </a:lnTo>
                <a:lnTo>
                  <a:pt x="208" y="472"/>
                </a:lnTo>
                <a:lnTo>
                  <a:pt x="208" y="471"/>
                </a:lnTo>
                <a:lnTo>
                  <a:pt x="209" y="471"/>
                </a:lnTo>
                <a:lnTo>
                  <a:pt x="210" y="471"/>
                </a:lnTo>
                <a:lnTo>
                  <a:pt x="211" y="471"/>
                </a:lnTo>
                <a:lnTo>
                  <a:pt x="212" y="471"/>
                </a:lnTo>
                <a:lnTo>
                  <a:pt x="213" y="470"/>
                </a:lnTo>
                <a:lnTo>
                  <a:pt x="213" y="469"/>
                </a:lnTo>
                <a:lnTo>
                  <a:pt x="212" y="469"/>
                </a:lnTo>
                <a:lnTo>
                  <a:pt x="211" y="468"/>
                </a:lnTo>
                <a:lnTo>
                  <a:pt x="211" y="467"/>
                </a:lnTo>
                <a:lnTo>
                  <a:pt x="212" y="466"/>
                </a:lnTo>
                <a:lnTo>
                  <a:pt x="209" y="466"/>
                </a:lnTo>
                <a:lnTo>
                  <a:pt x="208" y="466"/>
                </a:lnTo>
                <a:lnTo>
                  <a:pt x="207" y="465"/>
                </a:lnTo>
                <a:lnTo>
                  <a:pt x="207" y="464"/>
                </a:lnTo>
                <a:lnTo>
                  <a:pt x="206" y="464"/>
                </a:lnTo>
                <a:lnTo>
                  <a:pt x="206" y="463"/>
                </a:lnTo>
                <a:lnTo>
                  <a:pt x="205" y="463"/>
                </a:lnTo>
                <a:lnTo>
                  <a:pt x="205" y="462"/>
                </a:lnTo>
                <a:lnTo>
                  <a:pt x="204" y="462"/>
                </a:lnTo>
                <a:lnTo>
                  <a:pt x="204" y="461"/>
                </a:lnTo>
                <a:lnTo>
                  <a:pt x="205" y="460"/>
                </a:lnTo>
                <a:lnTo>
                  <a:pt x="204" y="460"/>
                </a:lnTo>
                <a:lnTo>
                  <a:pt x="203" y="459"/>
                </a:lnTo>
                <a:lnTo>
                  <a:pt x="202" y="458"/>
                </a:lnTo>
                <a:lnTo>
                  <a:pt x="201" y="458"/>
                </a:lnTo>
                <a:lnTo>
                  <a:pt x="201" y="457"/>
                </a:lnTo>
                <a:lnTo>
                  <a:pt x="200" y="457"/>
                </a:lnTo>
                <a:lnTo>
                  <a:pt x="201" y="457"/>
                </a:lnTo>
                <a:lnTo>
                  <a:pt x="201" y="456"/>
                </a:lnTo>
                <a:lnTo>
                  <a:pt x="201" y="455"/>
                </a:lnTo>
                <a:lnTo>
                  <a:pt x="201" y="454"/>
                </a:lnTo>
                <a:lnTo>
                  <a:pt x="200" y="453"/>
                </a:lnTo>
                <a:lnTo>
                  <a:pt x="200" y="452"/>
                </a:lnTo>
                <a:lnTo>
                  <a:pt x="200" y="451"/>
                </a:lnTo>
                <a:lnTo>
                  <a:pt x="200" y="450"/>
                </a:lnTo>
                <a:lnTo>
                  <a:pt x="199" y="449"/>
                </a:lnTo>
                <a:lnTo>
                  <a:pt x="198" y="449"/>
                </a:lnTo>
                <a:lnTo>
                  <a:pt x="198" y="448"/>
                </a:lnTo>
                <a:lnTo>
                  <a:pt x="197" y="447"/>
                </a:lnTo>
                <a:lnTo>
                  <a:pt x="197" y="446"/>
                </a:lnTo>
                <a:lnTo>
                  <a:pt x="196" y="447"/>
                </a:lnTo>
                <a:lnTo>
                  <a:pt x="196" y="446"/>
                </a:lnTo>
                <a:lnTo>
                  <a:pt x="195" y="446"/>
                </a:lnTo>
                <a:lnTo>
                  <a:pt x="195" y="445"/>
                </a:lnTo>
                <a:lnTo>
                  <a:pt x="195" y="444"/>
                </a:lnTo>
                <a:lnTo>
                  <a:pt x="194" y="444"/>
                </a:lnTo>
                <a:lnTo>
                  <a:pt x="195" y="444"/>
                </a:lnTo>
                <a:lnTo>
                  <a:pt x="195" y="443"/>
                </a:lnTo>
                <a:lnTo>
                  <a:pt x="196" y="443"/>
                </a:lnTo>
                <a:lnTo>
                  <a:pt x="197" y="443"/>
                </a:lnTo>
                <a:lnTo>
                  <a:pt x="198" y="443"/>
                </a:lnTo>
                <a:lnTo>
                  <a:pt x="199" y="443"/>
                </a:lnTo>
                <a:lnTo>
                  <a:pt x="200" y="444"/>
                </a:lnTo>
                <a:lnTo>
                  <a:pt x="201" y="443"/>
                </a:lnTo>
                <a:lnTo>
                  <a:pt x="200" y="443"/>
                </a:lnTo>
                <a:lnTo>
                  <a:pt x="200" y="442"/>
                </a:lnTo>
                <a:lnTo>
                  <a:pt x="201" y="442"/>
                </a:lnTo>
                <a:lnTo>
                  <a:pt x="200" y="442"/>
                </a:lnTo>
                <a:lnTo>
                  <a:pt x="200" y="441"/>
                </a:lnTo>
                <a:lnTo>
                  <a:pt x="201" y="441"/>
                </a:lnTo>
                <a:lnTo>
                  <a:pt x="201" y="442"/>
                </a:lnTo>
                <a:lnTo>
                  <a:pt x="202" y="441"/>
                </a:lnTo>
                <a:lnTo>
                  <a:pt x="202" y="440"/>
                </a:lnTo>
                <a:lnTo>
                  <a:pt x="202" y="439"/>
                </a:lnTo>
                <a:lnTo>
                  <a:pt x="202" y="438"/>
                </a:lnTo>
                <a:lnTo>
                  <a:pt x="201" y="438"/>
                </a:lnTo>
                <a:lnTo>
                  <a:pt x="200" y="438"/>
                </a:lnTo>
                <a:lnTo>
                  <a:pt x="200" y="439"/>
                </a:lnTo>
                <a:lnTo>
                  <a:pt x="199" y="438"/>
                </a:lnTo>
                <a:lnTo>
                  <a:pt x="200" y="438"/>
                </a:lnTo>
                <a:lnTo>
                  <a:pt x="201" y="438"/>
                </a:lnTo>
                <a:lnTo>
                  <a:pt x="202" y="437"/>
                </a:lnTo>
                <a:lnTo>
                  <a:pt x="203" y="437"/>
                </a:lnTo>
                <a:lnTo>
                  <a:pt x="203" y="438"/>
                </a:lnTo>
                <a:lnTo>
                  <a:pt x="204" y="438"/>
                </a:lnTo>
                <a:lnTo>
                  <a:pt x="206" y="438"/>
                </a:lnTo>
                <a:lnTo>
                  <a:pt x="206" y="439"/>
                </a:lnTo>
                <a:lnTo>
                  <a:pt x="206" y="438"/>
                </a:lnTo>
                <a:lnTo>
                  <a:pt x="207" y="438"/>
                </a:lnTo>
                <a:lnTo>
                  <a:pt x="207" y="439"/>
                </a:lnTo>
                <a:lnTo>
                  <a:pt x="207" y="440"/>
                </a:lnTo>
                <a:lnTo>
                  <a:pt x="208" y="440"/>
                </a:lnTo>
                <a:lnTo>
                  <a:pt x="208" y="439"/>
                </a:lnTo>
                <a:lnTo>
                  <a:pt x="209" y="439"/>
                </a:lnTo>
                <a:lnTo>
                  <a:pt x="209" y="440"/>
                </a:lnTo>
                <a:lnTo>
                  <a:pt x="211" y="441"/>
                </a:lnTo>
                <a:lnTo>
                  <a:pt x="211" y="440"/>
                </a:lnTo>
                <a:lnTo>
                  <a:pt x="212" y="440"/>
                </a:lnTo>
                <a:lnTo>
                  <a:pt x="212" y="441"/>
                </a:lnTo>
                <a:lnTo>
                  <a:pt x="213" y="442"/>
                </a:lnTo>
                <a:lnTo>
                  <a:pt x="214" y="443"/>
                </a:lnTo>
                <a:lnTo>
                  <a:pt x="214" y="442"/>
                </a:lnTo>
                <a:lnTo>
                  <a:pt x="215" y="442"/>
                </a:lnTo>
                <a:lnTo>
                  <a:pt x="216" y="442"/>
                </a:lnTo>
                <a:lnTo>
                  <a:pt x="217" y="442"/>
                </a:lnTo>
                <a:lnTo>
                  <a:pt x="218" y="442"/>
                </a:lnTo>
                <a:lnTo>
                  <a:pt x="218" y="443"/>
                </a:lnTo>
                <a:lnTo>
                  <a:pt x="219" y="443"/>
                </a:lnTo>
                <a:lnTo>
                  <a:pt x="218" y="443"/>
                </a:lnTo>
                <a:lnTo>
                  <a:pt x="219" y="443"/>
                </a:lnTo>
                <a:lnTo>
                  <a:pt x="219" y="442"/>
                </a:lnTo>
                <a:lnTo>
                  <a:pt x="219" y="443"/>
                </a:lnTo>
                <a:lnTo>
                  <a:pt x="220" y="443"/>
                </a:lnTo>
                <a:lnTo>
                  <a:pt x="220" y="442"/>
                </a:lnTo>
                <a:lnTo>
                  <a:pt x="220" y="441"/>
                </a:lnTo>
                <a:lnTo>
                  <a:pt x="221" y="441"/>
                </a:lnTo>
                <a:lnTo>
                  <a:pt x="222" y="441"/>
                </a:lnTo>
                <a:lnTo>
                  <a:pt x="222" y="442"/>
                </a:lnTo>
                <a:lnTo>
                  <a:pt x="222" y="443"/>
                </a:lnTo>
                <a:lnTo>
                  <a:pt x="221" y="443"/>
                </a:lnTo>
                <a:lnTo>
                  <a:pt x="222" y="444"/>
                </a:lnTo>
                <a:lnTo>
                  <a:pt x="223" y="444"/>
                </a:lnTo>
                <a:lnTo>
                  <a:pt x="224" y="444"/>
                </a:lnTo>
                <a:lnTo>
                  <a:pt x="225" y="444"/>
                </a:lnTo>
                <a:lnTo>
                  <a:pt x="226" y="443"/>
                </a:lnTo>
                <a:lnTo>
                  <a:pt x="227" y="443"/>
                </a:lnTo>
                <a:lnTo>
                  <a:pt x="228" y="443"/>
                </a:lnTo>
                <a:lnTo>
                  <a:pt x="229" y="443"/>
                </a:lnTo>
                <a:lnTo>
                  <a:pt x="230" y="443"/>
                </a:lnTo>
                <a:lnTo>
                  <a:pt x="231" y="442"/>
                </a:lnTo>
                <a:lnTo>
                  <a:pt x="232" y="442"/>
                </a:lnTo>
                <a:lnTo>
                  <a:pt x="233" y="442"/>
                </a:lnTo>
                <a:lnTo>
                  <a:pt x="233" y="441"/>
                </a:lnTo>
                <a:lnTo>
                  <a:pt x="234" y="441"/>
                </a:lnTo>
                <a:lnTo>
                  <a:pt x="234" y="440"/>
                </a:lnTo>
                <a:lnTo>
                  <a:pt x="235" y="440"/>
                </a:lnTo>
                <a:lnTo>
                  <a:pt x="236" y="440"/>
                </a:lnTo>
                <a:lnTo>
                  <a:pt x="237" y="440"/>
                </a:lnTo>
                <a:lnTo>
                  <a:pt x="238" y="439"/>
                </a:lnTo>
                <a:lnTo>
                  <a:pt x="237" y="439"/>
                </a:lnTo>
                <a:lnTo>
                  <a:pt x="238" y="439"/>
                </a:lnTo>
                <a:lnTo>
                  <a:pt x="239" y="440"/>
                </a:lnTo>
                <a:lnTo>
                  <a:pt x="239" y="439"/>
                </a:lnTo>
                <a:lnTo>
                  <a:pt x="240" y="439"/>
                </a:lnTo>
                <a:lnTo>
                  <a:pt x="240" y="438"/>
                </a:lnTo>
                <a:lnTo>
                  <a:pt x="241" y="437"/>
                </a:lnTo>
                <a:lnTo>
                  <a:pt x="242" y="438"/>
                </a:lnTo>
                <a:lnTo>
                  <a:pt x="243" y="438"/>
                </a:lnTo>
                <a:lnTo>
                  <a:pt x="244" y="438"/>
                </a:lnTo>
                <a:lnTo>
                  <a:pt x="245" y="438"/>
                </a:lnTo>
                <a:lnTo>
                  <a:pt x="246" y="438"/>
                </a:lnTo>
                <a:lnTo>
                  <a:pt x="246" y="439"/>
                </a:lnTo>
                <a:lnTo>
                  <a:pt x="247" y="439"/>
                </a:lnTo>
                <a:lnTo>
                  <a:pt x="246" y="440"/>
                </a:lnTo>
                <a:lnTo>
                  <a:pt x="246" y="441"/>
                </a:lnTo>
                <a:lnTo>
                  <a:pt x="247" y="441"/>
                </a:lnTo>
                <a:lnTo>
                  <a:pt x="247" y="442"/>
                </a:lnTo>
                <a:lnTo>
                  <a:pt x="248" y="442"/>
                </a:lnTo>
                <a:lnTo>
                  <a:pt x="248" y="443"/>
                </a:lnTo>
                <a:lnTo>
                  <a:pt x="249" y="443"/>
                </a:lnTo>
                <a:lnTo>
                  <a:pt x="249" y="442"/>
                </a:lnTo>
                <a:lnTo>
                  <a:pt x="249" y="441"/>
                </a:lnTo>
                <a:lnTo>
                  <a:pt x="250" y="441"/>
                </a:lnTo>
                <a:lnTo>
                  <a:pt x="250" y="442"/>
                </a:lnTo>
                <a:lnTo>
                  <a:pt x="249" y="442"/>
                </a:lnTo>
                <a:lnTo>
                  <a:pt x="250" y="442"/>
                </a:lnTo>
                <a:lnTo>
                  <a:pt x="251" y="442"/>
                </a:lnTo>
                <a:lnTo>
                  <a:pt x="252" y="441"/>
                </a:lnTo>
                <a:lnTo>
                  <a:pt x="253" y="441"/>
                </a:lnTo>
                <a:lnTo>
                  <a:pt x="254" y="440"/>
                </a:lnTo>
                <a:lnTo>
                  <a:pt x="253" y="440"/>
                </a:lnTo>
                <a:lnTo>
                  <a:pt x="253" y="439"/>
                </a:lnTo>
                <a:lnTo>
                  <a:pt x="253" y="438"/>
                </a:lnTo>
                <a:lnTo>
                  <a:pt x="254" y="438"/>
                </a:lnTo>
                <a:lnTo>
                  <a:pt x="254" y="439"/>
                </a:lnTo>
                <a:lnTo>
                  <a:pt x="255" y="439"/>
                </a:lnTo>
                <a:lnTo>
                  <a:pt x="256" y="439"/>
                </a:lnTo>
                <a:lnTo>
                  <a:pt x="256" y="438"/>
                </a:lnTo>
                <a:lnTo>
                  <a:pt x="257" y="438"/>
                </a:lnTo>
                <a:lnTo>
                  <a:pt x="258" y="439"/>
                </a:lnTo>
                <a:lnTo>
                  <a:pt x="257" y="439"/>
                </a:lnTo>
                <a:lnTo>
                  <a:pt x="257" y="440"/>
                </a:lnTo>
                <a:lnTo>
                  <a:pt x="258" y="440"/>
                </a:lnTo>
                <a:lnTo>
                  <a:pt x="259" y="440"/>
                </a:lnTo>
                <a:lnTo>
                  <a:pt x="259" y="439"/>
                </a:lnTo>
                <a:lnTo>
                  <a:pt x="260" y="439"/>
                </a:lnTo>
                <a:lnTo>
                  <a:pt x="261" y="439"/>
                </a:lnTo>
                <a:lnTo>
                  <a:pt x="261" y="440"/>
                </a:lnTo>
                <a:lnTo>
                  <a:pt x="262" y="440"/>
                </a:lnTo>
                <a:lnTo>
                  <a:pt x="262" y="441"/>
                </a:lnTo>
                <a:lnTo>
                  <a:pt x="263" y="441"/>
                </a:lnTo>
                <a:lnTo>
                  <a:pt x="264" y="440"/>
                </a:lnTo>
                <a:lnTo>
                  <a:pt x="265" y="441"/>
                </a:lnTo>
                <a:lnTo>
                  <a:pt x="266" y="441"/>
                </a:lnTo>
                <a:lnTo>
                  <a:pt x="267" y="441"/>
                </a:lnTo>
                <a:lnTo>
                  <a:pt x="267" y="440"/>
                </a:lnTo>
                <a:lnTo>
                  <a:pt x="269" y="440"/>
                </a:lnTo>
                <a:lnTo>
                  <a:pt x="270" y="440"/>
                </a:lnTo>
                <a:lnTo>
                  <a:pt x="272" y="439"/>
                </a:lnTo>
                <a:lnTo>
                  <a:pt x="273" y="439"/>
                </a:lnTo>
                <a:lnTo>
                  <a:pt x="273" y="438"/>
                </a:lnTo>
                <a:lnTo>
                  <a:pt x="274" y="438"/>
                </a:lnTo>
                <a:lnTo>
                  <a:pt x="275" y="437"/>
                </a:lnTo>
                <a:lnTo>
                  <a:pt x="275" y="438"/>
                </a:lnTo>
                <a:lnTo>
                  <a:pt x="276" y="439"/>
                </a:lnTo>
                <a:lnTo>
                  <a:pt x="277" y="439"/>
                </a:lnTo>
                <a:lnTo>
                  <a:pt x="278" y="439"/>
                </a:lnTo>
                <a:lnTo>
                  <a:pt x="278" y="438"/>
                </a:lnTo>
                <a:lnTo>
                  <a:pt x="278" y="437"/>
                </a:lnTo>
                <a:lnTo>
                  <a:pt x="279" y="437"/>
                </a:lnTo>
                <a:lnTo>
                  <a:pt x="280" y="437"/>
                </a:lnTo>
                <a:lnTo>
                  <a:pt x="280" y="436"/>
                </a:lnTo>
                <a:lnTo>
                  <a:pt x="281" y="436"/>
                </a:lnTo>
                <a:lnTo>
                  <a:pt x="281" y="435"/>
                </a:lnTo>
                <a:lnTo>
                  <a:pt x="281" y="434"/>
                </a:lnTo>
                <a:lnTo>
                  <a:pt x="281" y="433"/>
                </a:lnTo>
                <a:lnTo>
                  <a:pt x="281" y="432"/>
                </a:lnTo>
                <a:lnTo>
                  <a:pt x="281" y="431"/>
                </a:lnTo>
                <a:lnTo>
                  <a:pt x="281" y="430"/>
                </a:lnTo>
                <a:lnTo>
                  <a:pt x="282" y="429"/>
                </a:lnTo>
                <a:lnTo>
                  <a:pt x="282" y="428"/>
                </a:lnTo>
                <a:lnTo>
                  <a:pt x="283" y="428"/>
                </a:lnTo>
                <a:lnTo>
                  <a:pt x="283" y="427"/>
                </a:lnTo>
                <a:lnTo>
                  <a:pt x="283" y="426"/>
                </a:lnTo>
                <a:lnTo>
                  <a:pt x="282" y="426"/>
                </a:lnTo>
                <a:lnTo>
                  <a:pt x="282" y="425"/>
                </a:lnTo>
                <a:lnTo>
                  <a:pt x="282" y="423"/>
                </a:lnTo>
                <a:lnTo>
                  <a:pt x="281" y="421"/>
                </a:lnTo>
                <a:lnTo>
                  <a:pt x="281" y="419"/>
                </a:lnTo>
                <a:lnTo>
                  <a:pt x="280" y="418"/>
                </a:lnTo>
                <a:lnTo>
                  <a:pt x="280" y="417"/>
                </a:lnTo>
                <a:lnTo>
                  <a:pt x="280" y="416"/>
                </a:lnTo>
                <a:lnTo>
                  <a:pt x="281" y="416"/>
                </a:lnTo>
                <a:lnTo>
                  <a:pt x="281" y="415"/>
                </a:lnTo>
                <a:lnTo>
                  <a:pt x="282" y="414"/>
                </a:lnTo>
                <a:lnTo>
                  <a:pt x="282" y="413"/>
                </a:lnTo>
                <a:lnTo>
                  <a:pt x="281" y="413"/>
                </a:lnTo>
                <a:lnTo>
                  <a:pt x="281" y="412"/>
                </a:lnTo>
                <a:lnTo>
                  <a:pt x="282" y="412"/>
                </a:lnTo>
                <a:lnTo>
                  <a:pt x="281" y="412"/>
                </a:lnTo>
                <a:lnTo>
                  <a:pt x="281" y="411"/>
                </a:lnTo>
                <a:lnTo>
                  <a:pt x="280" y="411"/>
                </a:lnTo>
                <a:lnTo>
                  <a:pt x="279" y="411"/>
                </a:lnTo>
                <a:lnTo>
                  <a:pt x="279" y="410"/>
                </a:lnTo>
                <a:lnTo>
                  <a:pt x="278" y="410"/>
                </a:lnTo>
                <a:lnTo>
                  <a:pt x="278" y="409"/>
                </a:lnTo>
                <a:lnTo>
                  <a:pt x="277" y="409"/>
                </a:lnTo>
                <a:lnTo>
                  <a:pt x="277" y="408"/>
                </a:lnTo>
                <a:lnTo>
                  <a:pt x="276" y="407"/>
                </a:lnTo>
                <a:lnTo>
                  <a:pt x="275" y="407"/>
                </a:lnTo>
                <a:lnTo>
                  <a:pt x="274" y="407"/>
                </a:lnTo>
                <a:lnTo>
                  <a:pt x="274" y="406"/>
                </a:lnTo>
                <a:lnTo>
                  <a:pt x="274" y="405"/>
                </a:lnTo>
                <a:lnTo>
                  <a:pt x="274" y="404"/>
                </a:lnTo>
                <a:lnTo>
                  <a:pt x="273" y="404"/>
                </a:lnTo>
                <a:lnTo>
                  <a:pt x="273" y="403"/>
                </a:lnTo>
                <a:lnTo>
                  <a:pt x="273" y="402"/>
                </a:lnTo>
                <a:lnTo>
                  <a:pt x="272" y="402"/>
                </a:lnTo>
                <a:lnTo>
                  <a:pt x="273" y="401"/>
                </a:lnTo>
                <a:lnTo>
                  <a:pt x="273" y="400"/>
                </a:lnTo>
                <a:lnTo>
                  <a:pt x="273" y="399"/>
                </a:lnTo>
                <a:lnTo>
                  <a:pt x="272" y="398"/>
                </a:lnTo>
                <a:lnTo>
                  <a:pt x="272" y="397"/>
                </a:lnTo>
                <a:lnTo>
                  <a:pt x="273" y="397"/>
                </a:lnTo>
                <a:lnTo>
                  <a:pt x="273" y="396"/>
                </a:lnTo>
                <a:lnTo>
                  <a:pt x="272" y="396"/>
                </a:lnTo>
                <a:lnTo>
                  <a:pt x="272" y="395"/>
                </a:lnTo>
                <a:lnTo>
                  <a:pt x="273" y="395"/>
                </a:lnTo>
                <a:lnTo>
                  <a:pt x="273" y="394"/>
                </a:lnTo>
                <a:lnTo>
                  <a:pt x="273" y="392"/>
                </a:lnTo>
                <a:lnTo>
                  <a:pt x="273" y="391"/>
                </a:lnTo>
                <a:lnTo>
                  <a:pt x="273" y="390"/>
                </a:lnTo>
                <a:lnTo>
                  <a:pt x="273" y="389"/>
                </a:lnTo>
                <a:lnTo>
                  <a:pt x="273" y="388"/>
                </a:lnTo>
                <a:lnTo>
                  <a:pt x="273" y="387"/>
                </a:lnTo>
                <a:lnTo>
                  <a:pt x="273" y="385"/>
                </a:lnTo>
                <a:lnTo>
                  <a:pt x="273" y="384"/>
                </a:lnTo>
                <a:lnTo>
                  <a:pt x="273" y="383"/>
                </a:lnTo>
                <a:lnTo>
                  <a:pt x="272" y="382"/>
                </a:lnTo>
                <a:lnTo>
                  <a:pt x="271" y="382"/>
                </a:lnTo>
                <a:lnTo>
                  <a:pt x="271" y="381"/>
                </a:lnTo>
                <a:lnTo>
                  <a:pt x="271" y="380"/>
                </a:lnTo>
                <a:lnTo>
                  <a:pt x="270" y="380"/>
                </a:lnTo>
                <a:lnTo>
                  <a:pt x="270" y="379"/>
                </a:lnTo>
                <a:lnTo>
                  <a:pt x="271" y="378"/>
                </a:lnTo>
                <a:lnTo>
                  <a:pt x="272" y="378"/>
                </a:lnTo>
                <a:lnTo>
                  <a:pt x="272" y="377"/>
                </a:lnTo>
                <a:lnTo>
                  <a:pt x="273" y="376"/>
                </a:lnTo>
                <a:lnTo>
                  <a:pt x="274" y="376"/>
                </a:lnTo>
                <a:lnTo>
                  <a:pt x="275" y="376"/>
                </a:lnTo>
                <a:lnTo>
                  <a:pt x="276" y="375"/>
                </a:lnTo>
                <a:lnTo>
                  <a:pt x="277" y="374"/>
                </a:lnTo>
                <a:lnTo>
                  <a:pt x="276" y="374"/>
                </a:lnTo>
                <a:lnTo>
                  <a:pt x="276" y="373"/>
                </a:lnTo>
                <a:lnTo>
                  <a:pt x="277" y="373"/>
                </a:lnTo>
                <a:lnTo>
                  <a:pt x="278" y="372"/>
                </a:lnTo>
                <a:lnTo>
                  <a:pt x="279" y="372"/>
                </a:lnTo>
                <a:lnTo>
                  <a:pt x="280" y="372"/>
                </a:lnTo>
                <a:lnTo>
                  <a:pt x="280" y="373"/>
                </a:lnTo>
                <a:lnTo>
                  <a:pt x="281" y="372"/>
                </a:lnTo>
                <a:lnTo>
                  <a:pt x="282" y="372"/>
                </a:lnTo>
                <a:lnTo>
                  <a:pt x="282" y="373"/>
                </a:lnTo>
                <a:lnTo>
                  <a:pt x="283" y="373"/>
                </a:lnTo>
                <a:lnTo>
                  <a:pt x="283" y="372"/>
                </a:lnTo>
                <a:lnTo>
                  <a:pt x="284" y="372"/>
                </a:lnTo>
                <a:lnTo>
                  <a:pt x="285" y="372"/>
                </a:lnTo>
                <a:lnTo>
                  <a:pt x="285" y="371"/>
                </a:lnTo>
                <a:lnTo>
                  <a:pt x="285" y="370"/>
                </a:lnTo>
                <a:lnTo>
                  <a:pt x="285" y="369"/>
                </a:lnTo>
                <a:lnTo>
                  <a:pt x="285" y="368"/>
                </a:lnTo>
                <a:lnTo>
                  <a:pt x="285" y="367"/>
                </a:lnTo>
                <a:lnTo>
                  <a:pt x="286" y="367"/>
                </a:lnTo>
                <a:lnTo>
                  <a:pt x="286" y="366"/>
                </a:lnTo>
                <a:lnTo>
                  <a:pt x="287" y="365"/>
                </a:lnTo>
                <a:lnTo>
                  <a:pt x="288" y="364"/>
                </a:lnTo>
                <a:lnTo>
                  <a:pt x="287" y="364"/>
                </a:lnTo>
                <a:lnTo>
                  <a:pt x="287" y="363"/>
                </a:lnTo>
                <a:lnTo>
                  <a:pt x="287" y="362"/>
                </a:lnTo>
                <a:lnTo>
                  <a:pt x="287" y="361"/>
                </a:lnTo>
                <a:lnTo>
                  <a:pt x="287" y="358"/>
                </a:lnTo>
                <a:lnTo>
                  <a:pt x="288" y="358"/>
                </a:lnTo>
                <a:lnTo>
                  <a:pt x="288" y="357"/>
                </a:lnTo>
                <a:lnTo>
                  <a:pt x="289" y="356"/>
                </a:lnTo>
                <a:lnTo>
                  <a:pt x="289" y="355"/>
                </a:lnTo>
                <a:lnTo>
                  <a:pt x="288" y="354"/>
                </a:lnTo>
                <a:lnTo>
                  <a:pt x="289" y="353"/>
                </a:lnTo>
                <a:lnTo>
                  <a:pt x="290" y="352"/>
                </a:lnTo>
                <a:lnTo>
                  <a:pt x="290" y="351"/>
                </a:lnTo>
                <a:lnTo>
                  <a:pt x="289" y="350"/>
                </a:lnTo>
                <a:lnTo>
                  <a:pt x="287" y="347"/>
                </a:lnTo>
                <a:lnTo>
                  <a:pt x="286" y="345"/>
                </a:lnTo>
                <a:lnTo>
                  <a:pt x="285" y="345"/>
                </a:lnTo>
                <a:lnTo>
                  <a:pt x="285" y="344"/>
                </a:lnTo>
                <a:lnTo>
                  <a:pt x="284" y="342"/>
                </a:lnTo>
                <a:lnTo>
                  <a:pt x="284" y="340"/>
                </a:lnTo>
                <a:lnTo>
                  <a:pt x="285" y="339"/>
                </a:lnTo>
                <a:lnTo>
                  <a:pt x="285" y="338"/>
                </a:lnTo>
                <a:lnTo>
                  <a:pt x="284" y="337"/>
                </a:lnTo>
                <a:lnTo>
                  <a:pt x="283" y="335"/>
                </a:lnTo>
                <a:lnTo>
                  <a:pt x="284" y="334"/>
                </a:lnTo>
                <a:lnTo>
                  <a:pt x="283" y="330"/>
                </a:lnTo>
                <a:lnTo>
                  <a:pt x="284" y="327"/>
                </a:lnTo>
                <a:lnTo>
                  <a:pt x="283" y="325"/>
                </a:lnTo>
                <a:lnTo>
                  <a:pt x="283" y="324"/>
                </a:lnTo>
                <a:lnTo>
                  <a:pt x="282" y="323"/>
                </a:lnTo>
                <a:lnTo>
                  <a:pt x="281" y="322"/>
                </a:lnTo>
                <a:lnTo>
                  <a:pt x="280" y="322"/>
                </a:lnTo>
                <a:lnTo>
                  <a:pt x="280" y="323"/>
                </a:lnTo>
                <a:lnTo>
                  <a:pt x="279" y="323"/>
                </a:lnTo>
                <a:lnTo>
                  <a:pt x="278" y="322"/>
                </a:lnTo>
                <a:lnTo>
                  <a:pt x="277" y="322"/>
                </a:lnTo>
                <a:lnTo>
                  <a:pt x="276" y="322"/>
                </a:lnTo>
                <a:lnTo>
                  <a:pt x="275" y="320"/>
                </a:lnTo>
                <a:lnTo>
                  <a:pt x="273" y="319"/>
                </a:lnTo>
                <a:lnTo>
                  <a:pt x="272" y="319"/>
                </a:lnTo>
                <a:lnTo>
                  <a:pt x="272" y="318"/>
                </a:lnTo>
                <a:lnTo>
                  <a:pt x="271" y="318"/>
                </a:lnTo>
                <a:lnTo>
                  <a:pt x="271" y="319"/>
                </a:lnTo>
                <a:lnTo>
                  <a:pt x="271" y="320"/>
                </a:lnTo>
                <a:lnTo>
                  <a:pt x="272" y="320"/>
                </a:lnTo>
                <a:lnTo>
                  <a:pt x="272" y="321"/>
                </a:lnTo>
                <a:lnTo>
                  <a:pt x="271" y="322"/>
                </a:lnTo>
                <a:lnTo>
                  <a:pt x="271" y="323"/>
                </a:lnTo>
                <a:lnTo>
                  <a:pt x="270" y="323"/>
                </a:lnTo>
                <a:lnTo>
                  <a:pt x="268" y="323"/>
                </a:lnTo>
                <a:lnTo>
                  <a:pt x="265" y="322"/>
                </a:lnTo>
                <a:lnTo>
                  <a:pt x="264" y="322"/>
                </a:lnTo>
                <a:lnTo>
                  <a:pt x="262" y="321"/>
                </a:lnTo>
                <a:lnTo>
                  <a:pt x="262" y="319"/>
                </a:lnTo>
                <a:lnTo>
                  <a:pt x="262" y="318"/>
                </a:lnTo>
                <a:lnTo>
                  <a:pt x="261" y="315"/>
                </a:lnTo>
                <a:lnTo>
                  <a:pt x="260" y="314"/>
                </a:lnTo>
                <a:lnTo>
                  <a:pt x="259" y="314"/>
                </a:lnTo>
                <a:lnTo>
                  <a:pt x="258" y="313"/>
                </a:lnTo>
                <a:lnTo>
                  <a:pt x="258" y="311"/>
                </a:lnTo>
                <a:lnTo>
                  <a:pt x="258" y="310"/>
                </a:lnTo>
                <a:lnTo>
                  <a:pt x="257" y="310"/>
                </a:lnTo>
                <a:lnTo>
                  <a:pt x="255" y="310"/>
                </a:lnTo>
                <a:lnTo>
                  <a:pt x="252" y="309"/>
                </a:lnTo>
                <a:lnTo>
                  <a:pt x="252" y="308"/>
                </a:lnTo>
                <a:lnTo>
                  <a:pt x="252" y="309"/>
                </a:lnTo>
                <a:lnTo>
                  <a:pt x="252" y="310"/>
                </a:lnTo>
                <a:lnTo>
                  <a:pt x="250" y="309"/>
                </a:lnTo>
                <a:lnTo>
                  <a:pt x="250" y="308"/>
                </a:lnTo>
                <a:lnTo>
                  <a:pt x="250" y="309"/>
                </a:lnTo>
                <a:lnTo>
                  <a:pt x="249" y="309"/>
                </a:lnTo>
                <a:lnTo>
                  <a:pt x="249" y="310"/>
                </a:lnTo>
                <a:lnTo>
                  <a:pt x="249" y="311"/>
                </a:lnTo>
                <a:lnTo>
                  <a:pt x="249" y="310"/>
                </a:lnTo>
                <a:lnTo>
                  <a:pt x="248" y="309"/>
                </a:lnTo>
                <a:lnTo>
                  <a:pt x="248" y="308"/>
                </a:lnTo>
                <a:lnTo>
                  <a:pt x="245" y="308"/>
                </a:lnTo>
                <a:lnTo>
                  <a:pt x="244" y="308"/>
                </a:lnTo>
                <a:lnTo>
                  <a:pt x="244" y="307"/>
                </a:lnTo>
                <a:lnTo>
                  <a:pt x="244" y="305"/>
                </a:lnTo>
                <a:lnTo>
                  <a:pt x="244" y="304"/>
                </a:lnTo>
                <a:lnTo>
                  <a:pt x="245" y="303"/>
                </a:lnTo>
                <a:lnTo>
                  <a:pt x="246" y="302"/>
                </a:lnTo>
                <a:lnTo>
                  <a:pt x="245" y="302"/>
                </a:lnTo>
                <a:lnTo>
                  <a:pt x="244" y="302"/>
                </a:lnTo>
                <a:lnTo>
                  <a:pt x="243" y="304"/>
                </a:lnTo>
                <a:lnTo>
                  <a:pt x="242" y="305"/>
                </a:lnTo>
                <a:lnTo>
                  <a:pt x="242" y="306"/>
                </a:lnTo>
                <a:lnTo>
                  <a:pt x="241" y="307"/>
                </a:lnTo>
                <a:lnTo>
                  <a:pt x="241" y="308"/>
                </a:lnTo>
                <a:lnTo>
                  <a:pt x="240" y="309"/>
                </a:lnTo>
                <a:lnTo>
                  <a:pt x="239" y="309"/>
                </a:lnTo>
                <a:lnTo>
                  <a:pt x="238" y="309"/>
                </a:lnTo>
                <a:lnTo>
                  <a:pt x="238" y="308"/>
                </a:lnTo>
                <a:lnTo>
                  <a:pt x="238" y="307"/>
                </a:lnTo>
                <a:lnTo>
                  <a:pt x="236" y="306"/>
                </a:lnTo>
                <a:lnTo>
                  <a:pt x="235" y="306"/>
                </a:lnTo>
                <a:lnTo>
                  <a:pt x="234" y="307"/>
                </a:lnTo>
                <a:lnTo>
                  <a:pt x="234" y="306"/>
                </a:lnTo>
                <a:lnTo>
                  <a:pt x="234" y="305"/>
                </a:lnTo>
                <a:lnTo>
                  <a:pt x="234" y="304"/>
                </a:lnTo>
                <a:lnTo>
                  <a:pt x="233" y="304"/>
                </a:lnTo>
                <a:lnTo>
                  <a:pt x="232" y="305"/>
                </a:lnTo>
                <a:lnTo>
                  <a:pt x="231" y="306"/>
                </a:lnTo>
                <a:lnTo>
                  <a:pt x="229" y="305"/>
                </a:lnTo>
                <a:lnTo>
                  <a:pt x="228" y="303"/>
                </a:lnTo>
                <a:lnTo>
                  <a:pt x="227" y="302"/>
                </a:lnTo>
                <a:lnTo>
                  <a:pt x="226" y="302"/>
                </a:lnTo>
                <a:lnTo>
                  <a:pt x="226" y="301"/>
                </a:lnTo>
                <a:lnTo>
                  <a:pt x="226" y="302"/>
                </a:lnTo>
                <a:lnTo>
                  <a:pt x="226" y="301"/>
                </a:lnTo>
                <a:lnTo>
                  <a:pt x="226" y="300"/>
                </a:lnTo>
                <a:lnTo>
                  <a:pt x="226" y="301"/>
                </a:lnTo>
                <a:lnTo>
                  <a:pt x="227" y="301"/>
                </a:lnTo>
                <a:lnTo>
                  <a:pt x="228" y="300"/>
                </a:lnTo>
                <a:lnTo>
                  <a:pt x="228" y="299"/>
                </a:lnTo>
                <a:lnTo>
                  <a:pt x="228" y="298"/>
                </a:lnTo>
                <a:lnTo>
                  <a:pt x="227" y="297"/>
                </a:lnTo>
                <a:lnTo>
                  <a:pt x="226" y="297"/>
                </a:lnTo>
                <a:lnTo>
                  <a:pt x="225" y="297"/>
                </a:lnTo>
                <a:lnTo>
                  <a:pt x="224" y="298"/>
                </a:lnTo>
                <a:lnTo>
                  <a:pt x="225" y="299"/>
                </a:lnTo>
                <a:lnTo>
                  <a:pt x="224" y="300"/>
                </a:lnTo>
                <a:lnTo>
                  <a:pt x="223" y="299"/>
                </a:lnTo>
                <a:lnTo>
                  <a:pt x="224" y="298"/>
                </a:lnTo>
                <a:lnTo>
                  <a:pt x="223" y="298"/>
                </a:lnTo>
                <a:lnTo>
                  <a:pt x="223" y="299"/>
                </a:lnTo>
                <a:lnTo>
                  <a:pt x="221" y="299"/>
                </a:lnTo>
                <a:lnTo>
                  <a:pt x="221" y="300"/>
                </a:lnTo>
                <a:lnTo>
                  <a:pt x="220" y="299"/>
                </a:lnTo>
                <a:lnTo>
                  <a:pt x="220" y="298"/>
                </a:lnTo>
                <a:lnTo>
                  <a:pt x="220" y="297"/>
                </a:lnTo>
                <a:lnTo>
                  <a:pt x="220" y="295"/>
                </a:lnTo>
                <a:lnTo>
                  <a:pt x="220" y="294"/>
                </a:lnTo>
                <a:lnTo>
                  <a:pt x="219" y="294"/>
                </a:lnTo>
                <a:lnTo>
                  <a:pt x="219" y="293"/>
                </a:lnTo>
                <a:lnTo>
                  <a:pt x="218" y="292"/>
                </a:lnTo>
                <a:lnTo>
                  <a:pt x="218" y="291"/>
                </a:lnTo>
                <a:lnTo>
                  <a:pt x="217" y="290"/>
                </a:lnTo>
                <a:lnTo>
                  <a:pt x="215" y="290"/>
                </a:lnTo>
                <a:lnTo>
                  <a:pt x="214" y="288"/>
                </a:lnTo>
                <a:lnTo>
                  <a:pt x="213" y="288"/>
                </a:lnTo>
                <a:lnTo>
                  <a:pt x="212" y="288"/>
                </a:lnTo>
                <a:lnTo>
                  <a:pt x="212" y="287"/>
                </a:lnTo>
                <a:lnTo>
                  <a:pt x="211" y="287"/>
                </a:lnTo>
                <a:lnTo>
                  <a:pt x="210" y="286"/>
                </a:lnTo>
                <a:lnTo>
                  <a:pt x="210" y="287"/>
                </a:lnTo>
                <a:lnTo>
                  <a:pt x="209" y="287"/>
                </a:lnTo>
                <a:lnTo>
                  <a:pt x="208" y="287"/>
                </a:lnTo>
                <a:lnTo>
                  <a:pt x="206" y="286"/>
                </a:lnTo>
                <a:lnTo>
                  <a:pt x="205" y="285"/>
                </a:lnTo>
                <a:lnTo>
                  <a:pt x="203" y="284"/>
                </a:lnTo>
                <a:lnTo>
                  <a:pt x="202" y="283"/>
                </a:lnTo>
                <a:lnTo>
                  <a:pt x="201" y="283"/>
                </a:lnTo>
                <a:lnTo>
                  <a:pt x="201" y="284"/>
                </a:lnTo>
                <a:lnTo>
                  <a:pt x="200" y="284"/>
                </a:lnTo>
                <a:lnTo>
                  <a:pt x="199" y="284"/>
                </a:lnTo>
                <a:lnTo>
                  <a:pt x="198" y="284"/>
                </a:lnTo>
                <a:lnTo>
                  <a:pt x="198" y="283"/>
                </a:lnTo>
                <a:lnTo>
                  <a:pt x="198" y="282"/>
                </a:lnTo>
                <a:lnTo>
                  <a:pt x="196" y="282"/>
                </a:lnTo>
                <a:lnTo>
                  <a:pt x="195" y="282"/>
                </a:lnTo>
                <a:lnTo>
                  <a:pt x="194" y="282"/>
                </a:lnTo>
                <a:lnTo>
                  <a:pt x="193" y="283"/>
                </a:lnTo>
                <a:lnTo>
                  <a:pt x="192" y="283"/>
                </a:lnTo>
                <a:lnTo>
                  <a:pt x="190" y="282"/>
                </a:lnTo>
                <a:lnTo>
                  <a:pt x="189" y="281"/>
                </a:lnTo>
                <a:lnTo>
                  <a:pt x="188" y="281"/>
                </a:lnTo>
                <a:lnTo>
                  <a:pt x="187" y="281"/>
                </a:lnTo>
                <a:lnTo>
                  <a:pt x="186" y="282"/>
                </a:lnTo>
                <a:lnTo>
                  <a:pt x="185" y="281"/>
                </a:lnTo>
                <a:lnTo>
                  <a:pt x="185" y="282"/>
                </a:lnTo>
                <a:lnTo>
                  <a:pt x="184" y="282"/>
                </a:lnTo>
                <a:lnTo>
                  <a:pt x="183" y="281"/>
                </a:lnTo>
                <a:lnTo>
                  <a:pt x="183" y="280"/>
                </a:lnTo>
                <a:lnTo>
                  <a:pt x="184" y="280"/>
                </a:lnTo>
                <a:lnTo>
                  <a:pt x="183" y="279"/>
                </a:lnTo>
                <a:lnTo>
                  <a:pt x="184" y="278"/>
                </a:lnTo>
                <a:lnTo>
                  <a:pt x="183" y="278"/>
                </a:lnTo>
                <a:lnTo>
                  <a:pt x="182" y="277"/>
                </a:lnTo>
                <a:lnTo>
                  <a:pt x="181" y="276"/>
                </a:lnTo>
                <a:lnTo>
                  <a:pt x="180" y="275"/>
                </a:lnTo>
                <a:lnTo>
                  <a:pt x="179" y="275"/>
                </a:lnTo>
                <a:lnTo>
                  <a:pt x="179" y="274"/>
                </a:lnTo>
                <a:lnTo>
                  <a:pt x="180" y="274"/>
                </a:lnTo>
                <a:lnTo>
                  <a:pt x="179" y="273"/>
                </a:lnTo>
                <a:lnTo>
                  <a:pt x="177" y="274"/>
                </a:lnTo>
                <a:lnTo>
                  <a:pt x="176" y="275"/>
                </a:lnTo>
                <a:lnTo>
                  <a:pt x="176" y="276"/>
                </a:lnTo>
                <a:lnTo>
                  <a:pt x="175" y="276"/>
                </a:lnTo>
                <a:lnTo>
                  <a:pt x="175" y="274"/>
                </a:lnTo>
                <a:lnTo>
                  <a:pt x="174" y="274"/>
                </a:lnTo>
                <a:lnTo>
                  <a:pt x="173" y="274"/>
                </a:lnTo>
                <a:lnTo>
                  <a:pt x="173" y="275"/>
                </a:lnTo>
                <a:lnTo>
                  <a:pt x="173" y="274"/>
                </a:lnTo>
                <a:lnTo>
                  <a:pt x="171" y="274"/>
                </a:lnTo>
                <a:lnTo>
                  <a:pt x="170" y="274"/>
                </a:lnTo>
                <a:lnTo>
                  <a:pt x="169" y="274"/>
                </a:lnTo>
                <a:lnTo>
                  <a:pt x="168" y="274"/>
                </a:lnTo>
                <a:lnTo>
                  <a:pt x="168" y="273"/>
                </a:lnTo>
                <a:lnTo>
                  <a:pt x="167" y="273"/>
                </a:lnTo>
                <a:lnTo>
                  <a:pt x="166" y="272"/>
                </a:lnTo>
                <a:lnTo>
                  <a:pt x="165" y="272"/>
                </a:lnTo>
                <a:lnTo>
                  <a:pt x="164" y="273"/>
                </a:lnTo>
                <a:lnTo>
                  <a:pt x="163" y="273"/>
                </a:lnTo>
                <a:lnTo>
                  <a:pt x="163" y="272"/>
                </a:lnTo>
                <a:lnTo>
                  <a:pt x="163" y="271"/>
                </a:lnTo>
                <a:lnTo>
                  <a:pt x="162" y="271"/>
                </a:lnTo>
                <a:lnTo>
                  <a:pt x="163" y="270"/>
                </a:lnTo>
                <a:lnTo>
                  <a:pt x="163" y="269"/>
                </a:lnTo>
                <a:lnTo>
                  <a:pt x="162" y="267"/>
                </a:lnTo>
                <a:lnTo>
                  <a:pt x="161" y="265"/>
                </a:lnTo>
                <a:lnTo>
                  <a:pt x="161" y="263"/>
                </a:lnTo>
                <a:lnTo>
                  <a:pt x="161" y="262"/>
                </a:lnTo>
                <a:lnTo>
                  <a:pt x="161" y="261"/>
                </a:lnTo>
                <a:lnTo>
                  <a:pt x="161" y="260"/>
                </a:lnTo>
                <a:lnTo>
                  <a:pt x="160" y="260"/>
                </a:lnTo>
                <a:lnTo>
                  <a:pt x="161" y="260"/>
                </a:lnTo>
                <a:lnTo>
                  <a:pt x="161" y="259"/>
                </a:lnTo>
                <a:lnTo>
                  <a:pt x="161" y="258"/>
                </a:lnTo>
                <a:lnTo>
                  <a:pt x="161" y="257"/>
                </a:lnTo>
                <a:lnTo>
                  <a:pt x="161" y="256"/>
                </a:lnTo>
                <a:lnTo>
                  <a:pt x="160" y="255"/>
                </a:lnTo>
                <a:lnTo>
                  <a:pt x="160" y="254"/>
                </a:lnTo>
                <a:lnTo>
                  <a:pt x="161" y="254"/>
                </a:lnTo>
                <a:lnTo>
                  <a:pt x="160" y="254"/>
                </a:lnTo>
                <a:lnTo>
                  <a:pt x="160" y="253"/>
                </a:lnTo>
                <a:lnTo>
                  <a:pt x="160" y="252"/>
                </a:lnTo>
                <a:lnTo>
                  <a:pt x="160" y="251"/>
                </a:lnTo>
                <a:lnTo>
                  <a:pt x="161" y="251"/>
                </a:lnTo>
                <a:lnTo>
                  <a:pt x="163" y="253"/>
                </a:lnTo>
                <a:lnTo>
                  <a:pt x="163" y="254"/>
                </a:lnTo>
                <a:lnTo>
                  <a:pt x="165" y="252"/>
                </a:lnTo>
                <a:lnTo>
                  <a:pt x="165" y="251"/>
                </a:lnTo>
                <a:lnTo>
                  <a:pt x="165" y="250"/>
                </a:lnTo>
                <a:lnTo>
                  <a:pt x="166" y="250"/>
                </a:lnTo>
                <a:lnTo>
                  <a:pt x="166" y="249"/>
                </a:lnTo>
                <a:lnTo>
                  <a:pt x="166" y="248"/>
                </a:lnTo>
                <a:lnTo>
                  <a:pt x="166" y="247"/>
                </a:lnTo>
                <a:lnTo>
                  <a:pt x="165" y="246"/>
                </a:lnTo>
                <a:lnTo>
                  <a:pt x="164" y="244"/>
                </a:lnTo>
                <a:lnTo>
                  <a:pt x="163" y="243"/>
                </a:lnTo>
                <a:lnTo>
                  <a:pt x="161" y="242"/>
                </a:lnTo>
                <a:lnTo>
                  <a:pt x="160" y="241"/>
                </a:lnTo>
                <a:lnTo>
                  <a:pt x="159" y="241"/>
                </a:lnTo>
                <a:lnTo>
                  <a:pt x="159" y="240"/>
                </a:lnTo>
                <a:lnTo>
                  <a:pt x="161" y="240"/>
                </a:lnTo>
                <a:lnTo>
                  <a:pt x="162" y="240"/>
                </a:lnTo>
                <a:lnTo>
                  <a:pt x="163" y="240"/>
                </a:lnTo>
                <a:lnTo>
                  <a:pt x="163" y="239"/>
                </a:lnTo>
                <a:lnTo>
                  <a:pt x="163" y="238"/>
                </a:lnTo>
                <a:lnTo>
                  <a:pt x="163" y="237"/>
                </a:lnTo>
                <a:lnTo>
                  <a:pt x="162" y="237"/>
                </a:lnTo>
                <a:lnTo>
                  <a:pt x="162" y="236"/>
                </a:lnTo>
                <a:lnTo>
                  <a:pt x="160" y="234"/>
                </a:lnTo>
                <a:lnTo>
                  <a:pt x="159" y="232"/>
                </a:lnTo>
                <a:lnTo>
                  <a:pt x="159" y="230"/>
                </a:lnTo>
                <a:lnTo>
                  <a:pt x="159" y="229"/>
                </a:lnTo>
                <a:lnTo>
                  <a:pt x="159" y="226"/>
                </a:lnTo>
                <a:lnTo>
                  <a:pt x="159" y="225"/>
                </a:lnTo>
                <a:lnTo>
                  <a:pt x="159" y="224"/>
                </a:lnTo>
                <a:lnTo>
                  <a:pt x="160" y="224"/>
                </a:lnTo>
                <a:lnTo>
                  <a:pt x="161" y="224"/>
                </a:lnTo>
                <a:lnTo>
                  <a:pt x="161" y="223"/>
                </a:lnTo>
                <a:lnTo>
                  <a:pt x="161" y="222"/>
                </a:lnTo>
                <a:lnTo>
                  <a:pt x="160" y="222"/>
                </a:lnTo>
                <a:lnTo>
                  <a:pt x="160" y="221"/>
                </a:lnTo>
                <a:lnTo>
                  <a:pt x="160" y="220"/>
                </a:lnTo>
                <a:lnTo>
                  <a:pt x="161" y="220"/>
                </a:lnTo>
                <a:lnTo>
                  <a:pt x="161" y="219"/>
                </a:lnTo>
                <a:lnTo>
                  <a:pt x="161" y="218"/>
                </a:lnTo>
                <a:lnTo>
                  <a:pt x="161" y="217"/>
                </a:lnTo>
                <a:lnTo>
                  <a:pt x="161" y="215"/>
                </a:lnTo>
                <a:lnTo>
                  <a:pt x="162" y="214"/>
                </a:lnTo>
                <a:lnTo>
                  <a:pt x="164" y="213"/>
                </a:lnTo>
                <a:lnTo>
                  <a:pt x="165" y="214"/>
                </a:lnTo>
                <a:lnTo>
                  <a:pt x="165" y="213"/>
                </a:lnTo>
                <a:lnTo>
                  <a:pt x="165" y="212"/>
                </a:lnTo>
                <a:lnTo>
                  <a:pt x="166" y="211"/>
                </a:lnTo>
                <a:lnTo>
                  <a:pt x="167" y="211"/>
                </a:lnTo>
                <a:lnTo>
                  <a:pt x="167" y="210"/>
                </a:lnTo>
                <a:lnTo>
                  <a:pt x="167" y="209"/>
                </a:lnTo>
                <a:lnTo>
                  <a:pt x="168" y="207"/>
                </a:lnTo>
                <a:lnTo>
                  <a:pt x="168" y="206"/>
                </a:lnTo>
                <a:lnTo>
                  <a:pt x="169" y="205"/>
                </a:lnTo>
                <a:lnTo>
                  <a:pt x="169" y="204"/>
                </a:lnTo>
                <a:lnTo>
                  <a:pt x="167" y="204"/>
                </a:lnTo>
                <a:lnTo>
                  <a:pt x="166" y="205"/>
                </a:lnTo>
                <a:lnTo>
                  <a:pt x="165" y="204"/>
                </a:lnTo>
                <a:lnTo>
                  <a:pt x="164" y="202"/>
                </a:lnTo>
                <a:lnTo>
                  <a:pt x="165" y="202"/>
                </a:lnTo>
                <a:lnTo>
                  <a:pt x="167" y="202"/>
                </a:lnTo>
                <a:lnTo>
                  <a:pt x="168" y="202"/>
                </a:lnTo>
                <a:lnTo>
                  <a:pt x="168" y="201"/>
                </a:lnTo>
                <a:lnTo>
                  <a:pt x="168" y="200"/>
                </a:lnTo>
                <a:lnTo>
                  <a:pt x="171" y="197"/>
                </a:lnTo>
                <a:lnTo>
                  <a:pt x="173" y="198"/>
                </a:lnTo>
                <a:lnTo>
                  <a:pt x="174" y="196"/>
                </a:lnTo>
                <a:lnTo>
                  <a:pt x="173" y="196"/>
                </a:lnTo>
                <a:lnTo>
                  <a:pt x="170" y="196"/>
                </a:lnTo>
                <a:lnTo>
                  <a:pt x="171" y="195"/>
                </a:lnTo>
                <a:lnTo>
                  <a:pt x="170" y="194"/>
                </a:lnTo>
                <a:lnTo>
                  <a:pt x="170" y="193"/>
                </a:lnTo>
                <a:lnTo>
                  <a:pt x="172" y="193"/>
                </a:lnTo>
                <a:lnTo>
                  <a:pt x="173" y="194"/>
                </a:lnTo>
                <a:lnTo>
                  <a:pt x="173" y="195"/>
                </a:lnTo>
                <a:lnTo>
                  <a:pt x="174" y="194"/>
                </a:lnTo>
                <a:lnTo>
                  <a:pt x="175" y="194"/>
                </a:lnTo>
                <a:lnTo>
                  <a:pt x="178" y="194"/>
                </a:lnTo>
                <a:lnTo>
                  <a:pt x="178" y="193"/>
                </a:lnTo>
                <a:lnTo>
                  <a:pt x="178" y="192"/>
                </a:lnTo>
                <a:lnTo>
                  <a:pt x="179" y="191"/>
                </a:lnTo>
                <a:lnTo>
                  <a:pt x="180" y="190"/>
                </a:lnTo>
                <a:lnTo>
                  <a:pt x="181" y="190"/>
                </a:lnTo>
                <a:lnTo>
                  <a:pt x="181" y="189"/>
                </a:lnTo>
                <a:lnTo>
                  <a:pt x="180" y="189"/>
                </a:lnTo>
                <a:lnTo>
                  <a:pt x="180" y="188"/>
                </a:lnTo>
                <a:lnTo>
                  <a:pt x="180" y="186"/>
                </a:lnTo>
                <a:lnTo>
                  <a:pt x="184" y="184"/>
                </a:lnTo>
                <a:lnTo>
                  <a:pt x="185" y="185"/>
                </a:lnTo>
                <a:lnTo>
                  <a:pt x="186" y="185"/>
                </a:lnTo>
                <a:lnTo>
                  <a:pt x="188" y="185"/>
                </a:lnTo>
                <a:lnTo>
                  <a:pt x="189" y="185"/>
                </a:lnTo>
                <a:lnTo>
                  <a:pt x="189" y="184"/>
                </a:lnTo>
                <a:lnTo>
                  <a:pt x="188" y="184"/>
                </a:lnTo>
                <a:lnTo>
                  <a:pt x="187" y="183"/>
                </a:lnTo>
                <a:lnTo>
                  <a:pt x="188" y="183"/>
                </a:lnTo>
                <a:lnTo>
                  <a:pt x="189" y="183"/>
                </a:lnTo>
                <a:lnTo>
                  <a:pt x="188" y="183"/>
                </a:lnTo>
                <a:lnTo>
                  <a:pt x="189" y="184"/>
                </a:lnTo>
                <a:lnTo>
                  <a:pt x="190" y="184"/>
                </a:lnTo>
                <a:lnTo>
                  <a:pt x="191" y="185"/>
                </a:lnTo>
                <a:lnTo>
                  <a:pt x="191" y="186"/>
                </a:lnTo>
                <a:lnTo>
                  <a:pt x="192" y="185"/>
                </a:lnTo>
                <a:lnTo>
                  <a:pt x="192" y="184"/>
                </a:lnTo>
                <a:lnTo>
                  <a:pt x="193" y="182"/>
                </a:lnTo>
                <a:lnTo>
                  <a:pt x="195" y="182"/>
                </a:lnTo>
                <a:lnTo>
                  <a:pt x="194" y="182"/>
                </a:lnTo>
                <a:lnTo>
                  <a:pt x="194" y="180"/>
                </a:lnTo>
                <a:lnTo>
                  <a:pt x="194" y="179"/>
                </a:lnTo>
                <a:lnTo>
                  <a:pt x="195" y="179"/>
                </a:lnTo>
                <a:lnTo>
                  <a:pt x="195" y="177"/>
                </a:lnTo>
                <a:lnTo>
                  <a:pt x="194" y="176"/>
                </a:lnTo>
                <a:lnTo>
                  <a:pt x="196" y="175"/>
                </a:lnTo>
                <a:lnTo>
                  <a:pt x="197" y="173"/>
                </a:lnTo>
                <a:lnTo>
                  <a:pt x="198" y="173"/>
                </a:lnTo>
                <a:lnTo>
                  <a:pt x="198" y="174"/>
                </a:lnTo>
                <a:lnTo>
                  <a:pt x="198" y="175"/>
                </a:lnTo>
                <a:lnTo>
                  <a:pt x="200" y="175"/>
                </a:lnTo>
                <a:lnTo>
                  <a:pt x="201" y="177"/>
                </a:lnTo>
                <a:lnTo>
                  <a:pt x="202" y="178"/>
                </a:lnTo>
                <a:lnTo>
                  <a:pt x="203" y="178"/>
                </a:lnTo>
                <a:lnTo>
                  <a:pt x="205" y="178"/>
                </a:lnTo>
                <a:lnTo>
                  <a:pt x="207" y="179"/>
                </a:lnTo>
                <a:lnTo>
                  <a:pt x="209" y="180"/>
                </a:lnTo>
                <a:lnTo>
                  <a:pt x="210" y="179"/>
                </a:lnTo>
                <a:lnTo>
                  <a:pt x="211" y="179"/>
                </a:lnTo>
                <a:lnTo>
                  <a:pt x="212" y="180"/>
                </a:lnTo>
                <a:lnTo>
                  <a:pt x="215" y="182"/>
                </a:lnTo>
                <a:lnTo>
                  <a:pt x="216" y="181"/>
                </a:lnTo>
                <a:lnTo>
                  <a:pt x="217" y="181"/>
                </a:lnTo>
                <a:lnTo>
                  <a:pt x="218" y="182"/>
                </a:lnTo>
                <a:lnTo>
                  <a:pt x="219" y="182"/>
                </a:lnTo>
                <a:lnTo>
                  <a:pt x="220" y="183"/>
                </a:lnTo>
                <a:lnTo>
                  <a:pt x="224" y="184"/>
                </a:lnTo>
                <a:lnTo>
                  <a:pt x="224" y="186"/>
                </a:lnTo>
                <a:lnTo>
                  <a:pt x="225" y="188"/>
                </a:lnTo>
                <a:lnTo>
                  <a:pt x="225" y="189"/>
                </a:lnTo>
                <a:lnTo>
                  <a:pt x="226" y="189"/>
                </a:lnTo>
                <a:lnTo>
                  <a:pt x="227" y="190"/>
                </a:lnTo>
                <a:lnTo>
                  <a:pt x="228" y="193"/>
                </a:lnTo>
                <a:lnTo>
                  <a:pt x="228" y="194"/>
                </a:lnTo>
                <a:lnTo>
                  <a:pt x="227" y="195"/>
                </a:lnTo>
                <a:lnTo>
                  <a:pt x="227" y="197"/>
                </a:lnTo>
                <a:lnTo>
                  <a:pt x="228" y="198"/>
                </a:lnTo>
                <a:lnTo>
                  <a:pt x="231" y="198"/>
                </a:lnTo>
                <a:lnTo>
                  <a:pt x="233" y="199"/>
                </a:lnTo>
                <a:lnTo>
                  <a:pt x="234" y="199"/>
                </a:lnTo>
                <a:lnTo>
                  <a:pt x="235" y="199"/>
                </a:lnTo>
                <a:lnTo>
                  <a:pt x="237" y="200"/>
                </a:lnTo>
                <a:lnTo>
                  <a:pt x="238" y="201"/>
                </a:lnTo>
                <a:lnTo>
                  <a:pt x="239" y="201"/>
                </a:lnTo>
                <a:lnTo>
                  <a:pt x="240" y="200"/>
                </a:lnTo>
                <a:lnTo>
                  <a:pt x="242" y="200"/>
                </a:lnTo>
                <a:lnTo>
                  <a:pt x="244" y="198"/>
                </a:lnTo>
                <a:lnTo>
                  <a:pt x="244" y="197"/>
                </a:lnTo>
                <a:lnTo>
                  <a:pt x="245" y="197"/>
                </a:lnTo>
                <a:lnTo>
                  <a:pt x="247" y="196"/>
                </a:lnTo>
                <a:lnTo>
                  <a:pt x="250" y="196"/>
                </a:lnTo>
                <a:lnTo>
                  <a:pt x="251" y="197"/>
                </a:lnTo>
                <a:lnTo>
                  <a:pt x="252" y="197"/>
                </a:lnTo>
                <a:lnTo>
                  <a:pt x="252" y="198"/>
                </a:lnTo>
                <a:lnTo>
                  <a:pt x="253" y="199"/>
                </a:lnTo>
                <a:lnTo>
                  <a:pt x="254" y="199"/>
                </a:lnTo>
                <a:lnTo>
                  <a:pt x="255" y="200"/>
                </a:lnTo>
                <a:lnTo>
                  <a:pt x="256" y="200"/>
                </a:lnTo>
                <a:lnTo>
                  <a:pt x="259" y="199"/>
                </a:lnTo>
                <a:lnTo>
                  <a:pt x="262" y="198"/>
                </a:lnTo>
                <a:lnTo>
                  <a:pt x="263" y="198"/>
                </a:lnTo>
                <a:lnTo>
                  <a:pt x="264" y="198"/>
                </a:lnTo>
                <a:lnTo>
                  <a:pt x="265" y="198"/>
                </a:lnTo>
                <a:lnTo>
                  <a:pt x="265" y="197"/>
                </a:lnTo>
                <a:lnTo>
                  <a:pt x="266" y="197"/>
                </a:lnTo>
                <a:lnTo>
                  <a:pt x="267" y="196"/>
                </a:lnTo>
                <a:lnTo>
                  <a:pt x="268" y="195"/>
                </a:lnTo>
                <a:lnTo>
                  <a:pt x="269" y="195"/>
                </a:lnTo>
                <a:lnTo>
                  <a:pt x="274" y="194"/>
                </a:lnTo>
                <a:lnTo>
                  <a:pt x="276" y="194"/>
                </a:lnTo>
                <a:lnTo>
                  <a:pt x="276" y="195"/>
                </a:lnTo>
                <a:lnTo>
                  <a:pt x="277" y="195"/>
                </a:lnTo>
                <a:lnTo>
                  <a:pt x="278" y="196"/>
                </a:lnTo>
                <a:lnTo>
                  <a:pt x="279" y="197"/>
                </a:lnTo>
                <a:lnTo>
                  <a:pt x="280" y="197"/>
                </a:lnTo>
                <a:lnTo>
                  <a:pt x="283" y="197"/>
                </a:lnTo>
                <a:lnTo>
                  <a:pt x="285" y="197"/>
                </a:lnTo>
                <a:lnTo>
                  <a:pt x="287" y="196"/>
                </a:lnTo>
                <a:lnTo>
                  <a:pt x="289" y="196"/>
                </a:lnTo>
                <a:lnTo>
                  <a:pt x="290" y="194"/>
                </a:lnTo>
                <a:lnTo>
                  <a:pt x="291" y="194"/>
                </a:lnTo>
                <a:lnTo>
                  <a:pt x="292" y="194"/>
                </a:lnTo>
                <a:lnTo>
                  <a:pt x="293" y="194"/>
                </a:lnTo>
                <a:lnTo>
                  <a:pt x="294" y="194"/>
                </a:lnTo>
                <a:lnTo>
                  <a:pt x="295" y="195"/>
                </a:lnTo>
                <a:lnTo>
                  <a:pt x="296" y="194"/>
                </a:lnTo>
                <a:lnTo>
                  <a:pt x="297" y="193"/>
                </a:lnTo>
                <a:lnTo>
                  <a:pt x="297" y="192"/>
                </a:lnTo>
                <a:lnTo>
                  <a:pt x="297" y="191"/>
                </a:lnTo>
                <a:lnTo>
                  <a:pt x="297" y="190"/>
                </a:lnTo>
                <a:lnTo>
                  <a:pt x="296" y="189"/>
                </a:lnTo>
                <a:lnTo>
                  <a:pt x="296" y="187"/>
                </a:lnTo>
                <a:lnTo>
                  <a:pt x="296" y="186"/>
                </a:lnTo>
                <a:lnTo>
                  <a:pt x="297" y="185"/>
                </a:lnTo>
                <a:lnTo>
                  <a:pt x="298" y="185"/>
                </a:lnTo>
                <a:lnTo>
                  <a:pt x="298" y="184"/>
                </a:lnTo>
                <a:lnTo>
                  <a:pt x="298" y="183"/>
                </a:lnTo>
                <a:lnTo>
                  <a:pt x="297" y="182"/>
                </a:lnTo>
                <a:lnTo>
                  <a:pt x="297" y="179"/>
                </a:lnTo>
                <a:lnTo>
                  <a:pt x="297" y="176"/>
                </a:lnTo>
                <a:lnTo>
                  <a:pt x="297" y="174"/>
                </a:lnTo>
                <a:lnTo>
                  <a:pt x="297" y="170"/>
                </a:lnTo>
                <a:lnTo>
                  <a:pt x="298" y="168"/>
                </a:lnTo>
                <a:lnTo>
                  <a:pt x="300" y="164"/>
                </a:lnTo>
                <a:lnTo>
                  <a:pt x="300" y="161"/>
                </a:lnTo>
                <a:lnTo>
                  <a:pt x="299" y="160"/>
                </a:lnTo>
                <a:lnTo>
                  <a:pt x="299" y="159"/>
                </a:lnTo>
                <a:lnTo>
                  <a:pt x="297" y="157"/>
                </a:lnTo>
                <a:lnTo>
                  <a:pt x="301" y="157"/>
                </a:lnTo>
                <a:lnTo>
                  <a:pt x="302" y="157"/>
                </a:lnTo>
                <a:lnTo>
                  <a:pt x="304" y="159"/>
                </a:lnTo>
                <a:lnTo>
                  <a:pt x="306" y="162"/>
                </a:lnTo>
                <a:lnTo>
                  <a:pt x="306" y="163"/>
                </a:lnTo>
                <a:lnTo>
                  <a:pt x="306" y="164"/>
                </a:lnTo>
                <a:lnTo>
                  <a:pt x="306" y="165"/>
                </a:lnTo>
                <a:lnTo>
                  <a:pt x="307" y="165"/>
                </a:lnTo>
                <a:lnTo>
                  <a:pt x="309" y="168"/>
                </a:lnTo>
                <a:lnTo>
                  <a:pt x="309" y="169"/>
                </a:lnTo>
                <a:lnTo>
                  <a:pt x="310" y="170"/>
                </a:lnTo>
                <a:lnTo>
                  <a:pt x="311" y="170"/>
                </a:lnTo>
                <a:lnTo>
                  <a:pt x="313" y="169"/>
                </a:lnTo>
                <a:lnTo>
                  <a:pt x="314" y="168"/>
                </a:lnTo>
                <a:lnTo>
                  <a:pt x="314" y="167"/>
                </a:lnTo>
                <a:lnTo>
                  <a:pt x="314" y="166"/>
                </a:lnTo>
                <a:lnTo>
                  <a:pt x="316" y="165"/>
                </a:lnTo>
                <a:lnTo>
                  <a:pt x="317" y="164"/>
                </a:lnTo>
                <a:lnTo>
                  <a:pt x="318" y="163"/>
                </a:lnTo>
                <a:lnTo>
                  <a:pt x="320" y="161"/>
                </a:lnTo>
                <a:lnTo>
                  <a:pt x="322" y="160"/>
                </a:lnTo>
                <a:lnTo>
                  <a:pt x="322" y="159"/>
                </a:lnTo>
                <a:lnTo>
                  <a:pt x="321" y="158"/>
                </a:lnTo>
                <a:lnTo>
                  <a:pt x="320" y="157"/>
                </a:lnTo>
                <a:lnTo>
                  <a:pt x="320" y="156"/>
                </a:lnTo>
                <a:lnTo>
                  <a:pt x="320" y="155"/>
                </a:lnTo>
                <a:lnTo>
                  <a:pt x="321" y="155"/>
                </a:lnTo>
                <a:lnTo>
                  <a:pt x="321" y="154"/>
                </a:lnTo>
                <a:lnTo>
                  <a:pt x="322" y="153"/>
                </a:lnTo>
                <a:lnTo>
                  <a:pt x="322" y="152"/>
                </a:lnTo>
                <a:lnTo>
                  <a:pt x="321" y="152"/>
                </a:lnTo>
                <a:lnTo>
                  <a:pt x="320" y="151"/>
                </a:lnTo>
                <a:lnTo>
                  <a:pt x="318" y="149"/>
                </a:lnTo>
                <a:lnTo>
                  <a:pt x="316" y="148"/>
                </a:lnTo>
                <a:lnTo>
                  <a:pt x="314" y="146"/>
                </a:lnTo>
                <a:lnTo>
                  <a:pt x="312" y="145"/>
                </a:lnTo>
                <a:lnTo>
                  <a:pt x="311" y="145"/>
                </a:lnTo>
                <a:lnTo>
                  <a:pt x="311" y="144"/>
                </a:lnTo>
                <a:lnTo>
                  <a:pt x="311" y="140"/>
                </a:lnTo>
                <a:lnTo>
                  <a:pt x="312" y="139"/>
                </a:lnTo>
                <a:lnTo>
                  <a:pt x="312" y="138"/>
                </a:lnTo>
                <a:lnTo>
                  <a:pt x="313" y="136"/>
                </a:lnTo>
                <a:lnTo>
                  <a:pt x="313" y="135"/>
                </a:lnTo>
                <a:lnTo>
                  <a:pt x="313" y="134"/>
                </a:lnTo>
                <a:lnTo>
                  <a:pt x="313" y="132"/>
                </a:lnTo>
                <a:lnTo>
                  <a:pt x="314" y="132"/>
                </a:lnTo>
                <a:lnTo>
                  <a:pt x="314" y="131"/>
                </a:lnTo>
                <a:lnTo>
                  <a:pt x="315" y="131"/>
                </a:lnTo>
                <a:lnTo>
                  <a:pt x="317" y="125"/>
                </a:lnTo>
                <a:lnTo>
                  <a:pt x="318" y="125"/>
                </a:lnTo>
                <a:lnTo>
                  <a:pt x="319" y="124"/>
                </a:lnTo>
                <a:lnTo>
                  <a:pt x="321" y="121"/>
                </a:lnTo>
                <a:lnTo>
                  <a:pt x="321" y="119"/>
                </a:lnTo>
                <a:lnTo>
                  <a:pt x="321" y="118"/>
                </a:lnTo>
                <a:lnTo>
                  <a:pt x="320" y="118"/>
                </a:lnTo>
                <a:lnTo>
                  <a:pt x="324" y="115"/>
                </a:lnTo>
                <a:lnTo>
                  <a:pt x="326" y="114"/>
                </a:lnTo>
                <a:lnTo>
                  <a:pt x="327" y="114"/>
                </a:lnTo>
                <a:lnTo>
                  <a:pt x="327" y="113"/>
                </a:lnTo>
                <a:lnTo>
                  <a:pt x="329" y="110"/>
                </a:lnTo>
                <a:lnTo>
                  <a:pt x="332" y="108"/>
                </a:lnTo>
                <a:lnTo>
                  <a:pt x="335" y="105"/>
                </a:lnTo>
                <a:lnTo>
                  <a:pt x="335" y="104"/>
                </a:lnTo>
                <a:lnTo>
                  <a:pt x="338" y="101"/>
                </a:lnTo>
                <a:lnTo>
                  <a:pt x="338" y="100"/>
                </a:lnTo>
                <a:lnTo>
                  <a:pt x="339" y="100"/>
                </a:lnTo>
                <a:lnTo>
                  <a:pt x="340" y="99"/>
                </a:lnTo>
                <a:lnTo>
                  <a:pt x="341" y="98"/>
                </a:lnTo>
                <a:lnTo>
                  <a:pt x="342" y="99"/>
                </a:lnTo>
                <a:lnTo>
                  <a:pt x="344" y="99"/>
                </a:lnTo>
                <a:lnTo>
                  <a:pt x="345" y="99"/>
                </a:lnTo>
                <a:lnTo>
                  <a:pt x="346" y="99"/>
                </a:lnTo>
                <a:lnTo>
                  <a:pt x="347" y="99"/>
                </a:lnTo>
                <a:lnTo>
                  <a:pt x="347" y="97"/>
                </a:lnTo>
                <a:lnTo>
                  <a:pt x="346" y="95"/>
                </a:lnTo>
                <a:lnTo>
                  <a:pt x="345" y="94"/>
                </a:lnTo>
                <a:lnTo>
                  <a:pt x="346" y="91"/>
                </a:lnTo>
                <a:lnTo>
                  <a:pt x="347" y="91"/>
                </a:lnTo>
                <a:lnTo>
                  <a:pt x="347" y="90"/>
                </a:lnTo>
                <a:lnTo>
                  <a:pt x="348" y="90"/>
                </a:lnTo>
                <a:lnTo>
                  <a:pt x="349" y="90"/>
                </a:lnTo>
                <a:lnTo>
                  <a:pt x="349" y="89"/>
                </a:lnTo>
                <a:lnTo>
                  <a:pt x="350" y="89"/>
                </a:lnTo>
                <a:lnTo>
                  <a:pt x="352" y="87"/>
                </a:lnTo>
                <a:lnTo>
                  <a:pt x="354" y="86"/>
                </a:lnTo>
                <a:lnTo>
                  <a:pt x="357" y="82"/>
                </a:lnTo>
                <a:lnTo>
                  <a:pt x="360" y="79"/>
                </a:lnTo>
                <a:lnTo>
                  <a:pt x="363" y="77"/>
                </a:lnTo>
                <a:lnTo>
                  <a:pt x="365" y="78"/>
                </a:lnTo>
                <a:lnTo>
                  <a:pt x="366" y="79"/>
                </a:lnTo>
                <a:lnTo>
                  <a:pt x="366" y="80"/>
                </a:lnTo>
                <a:lnTo>
                  <a:pt x="367" y="80"/>
                </a:lnTo>
                <a:lnTo>
                  <a:pt x="367" y="79"/>
                </a:lnTo>
                <a:lnTo>
                  <a:pt x="370" y="76"/>
                </a:lnTo>
                <a:lnTo>
                  <a:pt x="372" y="75"/>
                </a:lnTo>
                <a:lnTo>
                  <a:pt x="373" y="74"/>
                </a:lnTo>
                <a:lnTo>
                  <a:pt x="375" y="72"/>
                </a:lnTo>
                <a:lnTo>
                  <a:pt x="376" y="69"/>
                </a:lnTo>
                <a:lnTo>
                  <a:pt x="379" y="66"/>
                </a:lnTo>
                <a:lnTo>
                  <a:pt x="379" y="63"/>
                </a:lnTo>
                <a:lnTo>
                  <a:pt x="379" y="60"/>
                </a:lnTo>
                <a:lnTo>
                  <a:pt x="380" y="58"/>
                </a:lnTo>
                <a:lnTo>
                  <a:pt x="382" y="58"/>
                </a:lnTo>
                <a:lnTo>
                  <a:pt x="384" y="55"/>
                </a:lnTo>
                <a:lnTo>
                  <a:pt x="385" y="54"/>
                </a:lnTo>
                <a:lnTo>
                  <a:pt x="386" y="53"/>
                </a:lnTo>
                <a:lnTo>
                  <a:pt x="387" y="53"/>
                </a:lnTo>
                <a:lnTo>
                  <a:pt x="391" y="52"/>
                </a:lnTo>
                <a:lnTo>
                  <a:pt x="392" y="51"/>
                </a:lnTo>
                <a:lnTo>
                  <a:pt x="393" y="51"/>
                </a:lnTo>
                <a:lnTo>
                  <a:pt x="393" y="50"/>
                </a:lnTo>
                <a:lnTo>
                  <a:pt x="394" y="50"/>
                </a:lnTo>
                <a:lnTo>
                  <a:pt x="395" y="50"/>
                </a:lnTo>
                <a:lnTo>
                  <a:pt x="396" y="50"/>
                </a:lnTo>
                <a:lnTo>
                  <a:pt x="397" y="50"/>
                </a:lnTo>
                <a:lnTo>
                  <a:pt x="398" y="49"/>
                </a:lnTo>
                <a:lnTo>
                  <a:pt x="399" y="49"/>
                </a:lnTo>
                <a:lnTo>
                  <a:pt x="399" y="48"/>
                </a:lnTo>
                <a:lnTo>
                  <a:pt x="398" y="47"/>
                </a:lnTo>
                <a:lnTo>
                  <a:pt x="398" y="46"/>
                </a:lnTo>
                <a:lnTo>
                  <a:pt x="398" y="45"/>
                </a:lnTo>
                <a:lnTo>
                  <a:pt x="401" y="42"/>
                </a:lnTo>
                <a:lnTo>
                  <a:pt x="402" y="42"/>
                </a:lnTo>
                <a:lnTo>
                  <a:pt x="403" y="41"/>
                </a:lnTo>
                <a:lnTo>
                  <a:pt x="403" y="40"/>
                </a:lnTo>
                <a:lnTo>
                  <a:pt x="399" y="37"/>
                </a:lnTo>
                <a:lnTo>
                  <a:pt x="398" y="36"/>
                </a:lnTo>
                <a:lnTo>
                  <a:pt x="396" y="36"/>
                </a:lnTo>
                <a:lnTo>
                  <a:pt x="395" y="35"/>
                </a:lnTo>
                <a:lnTo>
                  <a:pt x="395" y="34"/>
                </a:lnTo>
                <a:lnTo>
                  <a:pt x="396" y="33"/>
                </a:lnTo>
                <a:lnTo>
                  <a:pt x="398" y="32"/>
                </a:lnTo>
                <a:lnTo>
                  <a:pt x="400" y="34"/>
                </a:lnTo>
                <a:lnTo>
                  <a:pt x="402" y="35"/>
                </a:lnTo>
                <a:lnTo>
                  <a:pt x="402" y="36"/>
                </a:lnTo>
                <a:lnTo>
                  <a:pt x="402" y="37"/>
                </a:lnTo>
                <a:lnTo>
                  <a:pt x="403" y="38"/>
                </a:lnTo>
                <a:lnTo>
                  <a:pt x="404" y="38"/>
                </a:lnTo>
                <a:lnTo>
                  <a:pt x="405" y="38"/>
                </a:lnTo>
                <a:lnTo>
                  <a:pt x="406" y="38"/>
                </a:lnTo>
                <a:lnTo>
                  <a:pt x="407" y="38"/>
                </a:lnTo>
                <a:lnTo>
                  <a:pt x="408" y="38"/>
                </a:lnTo>
                <a:lnTo>
                  <a:pt x="410" y="38"/>
                </a:lnTo>
                <a:lnTo>
                  <a:pt x="411" y="38"/>
                </a:lnTo>
                <a:lnTo>
                  <a:pt x="411" y="37"/>
                </a:lnTo>
                <a:lnTo>
                  <a:pt x="414" y="36"/>
                </a:lnTo>
                <a:lnTo>
                  <a:pt x="415" y="36"/>
                </a:lnTo>
                <a:lnTo>
                  <a:pt x="415" y="35"/>
                </a:lnTo>
                <a:lnTo>
                  <a:pt x="416" y="35"/>
                </a:lnTo>
                <a:lnTo>
                  <a:pt x="416" y="34"/>
                </a:lnTo>
                <a:lnTo>
                  <a:pt x="417" y="34"/>
                </a:lnTo>
                <a:lnTo>
                  <a:pt x="419" y="33"/>
                </a:lnTo>
                <a:lnTo>
                  <a:pt x="424" y="31"/>
                </a:lnTo>
                <a:lnTo>
                  <a:pt x="426" y="31"/>
                </a:lnTo>
                <a:lnTo>
                  <a:pt x="426" y="30"/>
                </a:lnTo>
                <a:lnTo>
                  <a:pt x="425" y="30"/>
                </a:lnTo>
                <a:lnTo>
                  <a:pt x="425" y="29"/>
                </a:lnTo>
                <a:lnTo>
                  <a:pt x="425" y="27"/>
                </a:lnTo>
                <a:lnTo>
                  <a:pt x="425" y="26"/>
                </a:lnTo>
                <a:lnTo>
                  <a:pt x="424" y="26"/>
                </a:lnTo>
                <a:lnTo>
                  <a:pt x="424" y="25"/>
                </a:lnTo>
                <a:lnTo>
                  <a:pt x="423" y="23"/>
                </a:lnTo>
                <a:lnTo>
                  <a:pt x="423" y="22"/>
                </a:lnTo>
                <a:lnTo>
                  <a:pt x="422" y="22"/>
                </a:lnTo>
                <a:lnTo>
                  <a:pt x="422" y="21"/>
                </a:lnTo>
                <a:lnTo>
                  <a:pt x="421" y="20"/>
                </a:lnTo>
                <a:lnTo>
                  <a:pt x="420" y="20"/>
                </a:lnTo>
                <a:lnTo>
                  <a:pt x="419" y="20"/>
                </a:lnTo>
                <a:lnTo>
                  <a:pt x="418" y="18"/>
                </a:lnTo>
                <a:lnTo>
                  <a:pt x="418" y="17"/>
                </a:lnTo>
                <a:lnTo>
                  <a:pt x="418" y="16"/>
                </a:lnTo>
                <a:lnTo>
                  <a:pt x="418" y="14"/>
                </a:lnTo>
                <a:lnTo>
                  <a:pt x="419" y="13"/>
                </a:lnTo>
                <a:lnTo>
                  <a:pt x="420" y="13"/>
                </a:lnTo>
                <a:lnTo>
                  <a:pt x="425" y="15"/>
                </a:lnTo>
                <a:lnTo>
                  <a:pt x="426" y="14"/>
                </a:lnTo>
                <a:lnTo>
                  <a:pt x="427" y="15"/>
                </a:lnTo>
                <a:lnTo>
                  <a:pt x="428" y="15"/>
                </a:lnTo>
                <a:lnTo>
                  <a:pt x="428" y="16"/>
                </a:lnTo>
                <a:lnTo>
                  <a:pt x="432" y="16"/>
                </a:lnTo>
                <a:lnTo>
                  <a:pt x="432" y="17"/>
                </a:lnTo>
                <a:lnTo>
                  <a:pt x="431" y="18"/>
                </a:lnTo>
                <a:lnTo>
                  <a:pt x="431" y="19"/>
                </a:lnTo>
                <a:lnTo>
                  <a:pt x="432" y="19"/>
                </a:lnTo>
                <a:lnTo>
                  <a:pt x="433" y="21"/>
                </a:lnTo>
                <a:lnTo>
                  <a:pt x="435" y="22"/>
                </a:lnTo>
                <a:lnTo>
                  <a:pt x="436" y="24"/>
                </a:lnTo>
                <a:lnTo>
                  <a:pt x="437" y="24"/>
                </a:lnTo>
                <a:lnTo>
                  <a:pt x="437" y="25"/>
                </a:lnTo>
                <a:lnTo>
                  <a:pt x="439" y="26"/>
                </a:lnTo>
                <a:lnTo>
                  <a:pt x="440" y="26"/>
                </a:lnTo>
                <a:lnTo>
                  <a:pt x="441" y="27"/>
                </a:lnTo>
                <a:lnTo>
                  <a:pt x="441" y="28"/>
                </a:lnTo>
                <a:lnTo>
                  <a:pt x="442" y="28"/>
                </a:lnTo>
                <a:lnTo>
                  <a:pt x="443" y="27"/>
                </a:lnTo>
                <a:lnTo>
                  <a:pt x="445" y="25"/>
                </a:lnTo>
                <a:lnTo>
                  <a:pt x="445" y="24"/>
                </a:lnTo>
                <a:lnTo>
                  <a:pt x="444" y="24"/>
                </a:lnTo>
                <a:lnTo>
                  <a:pt x="445" y="23"/>
                </a:lnTo>
                <a:lnTo>
                  <a:pt x="445" y="21"/>
                </a:lnTo>
                <a:lnTo>
                  <a:pt x="446" y="21"/>
                </a:lnTo>
                <a:lnTo>
                  <a:pt x="447" y="21"/>
                </a:lnTo>
                <a:lnTo>
                  <a:pt x="449" y="21"/>
                </a:lnTo>
                <a:lnTo>
                  <a:pt x="449" y="22"/>
                </a:lnTo>
                <a:lnTo>
                  <a:pt x="450" y="22"/>
                </a:lnTo>
                <a:lnTo>
                  <a:pt x="450" y="23"/>
                </a:lnTo>
                <a:lnTo>
                  <a:pt x="451" y="23"/>
                </a:lnTo>
                <a:lnTo>
                  <a:pt x="452" y="23"/>
                </a:lnTo>
                <a:lnTo>
                  <a:pt x="452" y="22"/>
                </a:lnTo>
                <a:lnTo>
                  <a:pt x="453" y="22"/>
                </a:lnTo>
                <a:lnTo>
                  <a:pt x="453" y="21"/>
                </a:lnTo>
                <a:lnTo>
                  <a:pt x="454" y="21"/>
                </a:lnTo>
                <a:lnTo>
                  <a:pt x="455" y="21"/>
                </a:lnTo>
                <a:lnTo>
                  <a:pt x="455" y="22"/>
                </a:lnTo>
                <a:lnTo>
                  <a:pt x="456" y="22"/>
                </a:lnTo>
                <a:lnTo>
                  <a:pt x="457" y="24"/>
                </a:lnTo>
                <a:lnTo>
                  <a:pt x="458" y="26"/>
                </a:lnTo>
                <a:lnTo>
                  <a:pt x="458" y="27"/>
                </a:lnTo>
                <a:lnTo>
                  <a:pt x="458" y="28"/>
                </a:lnTo>
                <a:lnTo>
                  <a:pt x="459" y="29"/>
                </a:lnTo>
                <a:lnTo>
                  <a:pt x="460" y="31"/>
                </a:lnTo>
                <a:lnTo>
                  <a:pt x="461" y="31"/>
                </a:lnTo>
                <a:lnTo>
                  <a:pt x="463" y="32"/>
                </a:lnTo>
                <a:lnTo>
                  <a:pt x="464" y="32"/>
                </a:lnTo>
                <a:lnTo>
                  <a:pt x="469" y="32"/>
                </a:lnTo>
                <a:lnTo>
                  <a:pt x="470" y="32"/>
                </a:lnTo>
                <a:lnTo>
                  <a:pt x="471" y="31"/>
                </a:lnTo>
                <a:lnTo>
                  <a:pt x="472" y="29"/>
                </a:lnTo>
                <a:lnTo>
                  <a:pt x="473" y="24"/>
                </a:lnTo>
                <a:lnTo>
                  <a:pt x="474" y="24"/>
                </a:lnTo>
                <a:lnTo>
                  <a:pt x="474" y="23"/>
                </a:lnTo>
                <a:lnTo>
                  <a:pt x="476" y="21"/>
                </a:lnTo>
                <a:lnTo>
                  <a:pt x="477" y="20"/>
                </a:lnTo>
                <a:lnTo>
                  <a:pt x="478" y="19"/>
                </a:lnTo>
                <a:lnTo>
                  <a:pt x="478" y="18"/>
                </a:lnTo>
                <a:lnTo>
                  <a:pt x="480" y="17"/>
                </a:lnTo>
                <a:lnTo>
                  <a:pt x="481" y="15"/>
                </a:lnTo>
                <a:lnTo>
                  <a:pt x="483" y="13"/>
                </a:lnTo>
                <a:lnTo>
                  <a:pt x="485" y="10"/>
                </a:lnTo>
                <a:lnTo>
                  <a:pt x="485" y="9"/>
                </a:lnTo>
                <a:lnTo>
                  <a:pt x="486" y="8"/>
                </a:lnTo>
                <a:lnTo>
                  <a:pt x="488" y="7"/>
                </a:lnTo>
                <a:lnTo>
                  <a:pt x="488" y="8"/>
                </a:lnTo>
                <a:lnTo>
                  <a:pt x="489" y="8"/>
                </a:lnTo>
                <a:lnTo>
                  <a:pt x="490" y="8"/>
                </a:lnTo>
                <a:lnTo>
                  <a:pt x="493" y="7"/>
                </a:lnTo>
                <a:lnTo>
                  <a:pt x="495" y="5"/>
                </a:lnTo>
                <a:lnTo>
                  <a:pt x="496" y="5"/>
                </a:lnTo>
                <a:lnTo>
                  <a:pt x="497" y="4"/>
                </a:lnTo>
                <a:lnTo>
                  <a:pt x="498" y="3"/>
                </a:lnTo>
                <a:lnTo>
                  <a:pt x="500" y="2"/>
                </a:lnTo>
                <a:lnTo>
                  <a:pt x="501" y="3"/>
                </a:lnTo>
                <a:lnTo>
                  <a:pt x="505" y="3"/>
                </a:lnTo>
                <a:lnTo>
                  <a:pt x="506" y="3"/>
                </a:lnTo>
                <a:lnTo>
                  <a:pt x="507" y="2"/>
                </a:lnTo>
                <a:lnTo>
                  <a:pt x="508" y="2"/>
                </a:lnTo>
                <a:lnTo>
                  <a:pt x="508" y="1"/>
                </a:lnTo>
                <a:lnTo>
                  <a:pt x="508" y="0"/>
                </a:lnTo>
                <a:lnTo>
                  <a:pt x="509" y="0"/>
                </a:lnTo>
                <a:lnTo>
                  <a:pt x="510" y="1"/>
                </a:lnTo>
                <a:lnTo>
                  <a:pt x="511" y="1"/>
                </a:lnTo>
                <a:lnTo>
                  <a:pt x="511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11" name=""/>
          <p:cNvSpPr/>
          <p:nvPr/>
        </p:nvSpPr>
        <p:spPr>
          <a:xfrm>
            <a:off x="6066360" y="3559320"/>
            <a:ext cx="531360" cy="376200"/>
          </a:xfrm>
          <a:custGeom>
            <a:avLst/>
            <a:gdLst/>
            <a:ahLst/>
            <a:rect l="0" t="0" r="r" b="b"/>
            <a:pathLst>
              <a:path w="1476" h="1045">
                <a:moveTo>
                  <a:pt x="442" y="13"/>
                </a:moveTo>
                <a:lnTo>
                  <a:pt x="442" y="14"/>
                </a:lnTo>
                <a:lnTo>
                  <a:pt x="443" y="16"/>
                </a:lnTo>
                <a:lnTo>
                  <a:pt x="452" y="32"/>
                </a:lnTo>
                <a:lnTo>
                  <a:pt x="461" y="48"/>
                </a:lnTo>
                <a:lnTo>
                  <a:pt x="461" y="49"/>
                </a:lnTo>
                <a:lnTo>
                  <a:pt x="462" y="50"/>
                </a:lnTo>
                <a:lnTo>
                  <a:pt x="463" y="52"/>
                </a:lnTo>
                <a:lnTo>
                  <a:pt x="463" y="53"/>
                </a:lnTo>
                <a:lnTo>
                  <a:pt x="465" y="56"/>
                </a:lnTo>
                <a:lnTo>
                  <a:pt x="466" y="58"/>
                </a:lnTo>
                <a:lnTo>
                  <a:pt x="467" y="60"/>
                </a:lnTo>
                <a:lnTo>
                  <a:pt x="469" y="64"/>
                </a:lnTo>
                <a:lnTo>
                  <a:pt x="470" y="65"/>
                </a:lnTo>
                <a:lnTo>
                  <a:pt x="470" y="66"/>
                </a:lnTo>
                <a:lnTo>
                  <a:pt x="471" y="67"/>
                </a:lnTo>
                <a:lnTo>
                  <a:pt x="472" y="69"/>
                </a:lnTo>
                <a:lnTo>
                  <a:pt x="472" y="70"/>
                </a:lnTo>
                <a:lnTo>
                  <a:pt x="473" y="71"/>
                </a:lnTo>
                <a:lnTo>
                  <a:pt x="474" y="74"/>
                </a:lnTo>
                <a:lnTo>
                  <a:pt x="475" y="75"/>
                </a:lnTo>
                <a:lnTo>
                  <a:pt x="475" y="76"/>
                </a:lnTo>
                <a:lnTo>
                  <a:pt x="476" y="78"/>
                </a:lnTo>
                <a:lnTo>
                  <a:pt x="477" y="78"/>
                </a:lnTo>
                <a:lnTo>
                  <a:pt x="477" y="79"/>
                </a:lnTo>
                <a:lnTo>
                  <a:pt x="477" y="80"/>
                </a:lnTo>
                <a:lnTo>
                  <a:pt x="478" y="81"/>
                </a:lnTo>
                <a:lnTo>
                  <a:pt x="479" y="83"/>
                </a:lnTo>
                <a:lnTo>
                  <a:pt x="479" y="84"/>
                </a:lnTo>
                <a:lnTo>
                  <a:pt x="480" y="85"/>
                </a:lnTo>
                <a:lnTo>
                  <a:pt x="481" y="86"/>
                </a:lnTo>
                <a:lnTo>
                  <a:pt x="481" y="87"/>
                </a:lnTo>
                <a:lnTo>
                  <a:pt x="482" y="88"/>
                </a:lnTo>
                <a:lnTo>
                  <a:pt x="482" y="89"/>
                </a:lnTo>
                <a:lnTo>
                  <a:pt x="482" y="90"/>
                </a:lnTo>
                <a:lnTo>
                  <a:pt x="483" y="91"/>
                </a:lnTo>
                <a:lnTo>
                  <a:pt x="484" y="92"/>
                </a:lnTo>
                <a:lnTo>
                  <a:pt x="484" y="93"/>
                </a:lnTo>
                <a:lnTo>
                  <a:pt x="485" y="94"/>
                </a:lnTo>
                <a:lnTo>
                  <a:pt x="485" y="95"/>
                </a:lnTo>
                <a:lnTo>
                  <a:pt x="486" y="96"/>
                </a:lnTo>
                <a:lnTo>
                  <a:pt x="486" y="97"/>
                </a:lnTo>
                <a:lnTo>
                  <a:pt x="487" y="98"/>
                </a:lnTo>
                <a:lnTo>
                  <a:pt x="488" y="100"/>
                </a:lnTo>
                <a:lnTo>
                  <a:pt x="488" y="101"/>
                </a:lnTo>
                <a:lnTo>
                  <a:pt x="489" y="102"/>
                </a:lnTo>
                <a:lnTo>
                  <a:pt x="489" y="103"/>
                </a:lnTo>
                <a:lnTo>
                  <a:pt x="490" y="104"/>
                </a:lnTo>
                <a:lnTo>
                  <a:pt x="490" y="105"/>
                </a:lnTo>
                <a:lnTo>
                  <a:pt x="491" y="106"/>
                </a:lnTo>
                <a:lnTo>
                  <a:pt x="491" y="107"/>
                </a:lnTo>
                <a:lnTo>
                  <a:pt x="492" y="108"/>
                </a:lnTo>
                <a:lnTo>
                  <a:pt x="492" y="109"/>
                </a:lnTo>
                <a:lnTo>
                  <a:pt x="493" y="110"/>
                </a:lnTo>
                <a:lnTo>
                  <a:pt x="494" y="111"/>
                </a:lnTo>
                <a:lnTo>
                  <a:pt x="494" y="112"/>
                </a:lnTo>
                <a:lnTo>
                  <a:pt x="495" y="113"/>
                </a:lnTo>
                <a:lnTo>
                  <a:pt x="495" y="114"/>
                </a:lnTo>
                <a:lnTo>
                  <a:pt x="496" y="115"/>
                </a:lnTo>
                <a:lnTo>
                  <a:pt x="496" y="116"/>
                </a:lnTo>
                <a:lnTo>
                  <a:pt x="496" y="117"/>
                </a:lnTo>
                <a:lnTo>
                  <a:pt x="497" y="117"/>
                </a:lnTo>
                <a:lnTo>
                  <a:pt x="497" y="118"/>
                </a:lnTo>
                <a:lnTo>
                  <a:pt x="496" y="119"/>
                </a:lnTo>
                <a:lnTo>
                  <a:pt x="495" y="120"/>
                </a:lnTo>
                <a:lnTo>
                  <a:pt x="494" y="121"/>
                </a:lnTo>
                <a:lnTo>
                  <a:pt x="493" y="122"/>
                </a:lnTo>
                <a:lnTo>
                  <a:pt x="492" y="122"/>
                </a:lnTo>
                <a:lnTo>
                  <a:pt x="491" y="123"/>
                </a:lnTo>
                <a:lnTo>
                  <a:pt x="491" y="124"/>
                </a:lnTo>
                <a:lnTo>
                  <a:pt x="490" y="124"/>
                </a:lnTo>
                <a:lnTo>
                  <a:pt x="489" y="125"/>
                </a:lnTo>
                <a:lnTo>
                  <a:pt x="488" y="126"/>
                </a:lnTo>
                <a:lnTo>
                  <a:pt x="487" y="126"/>
                </a:lnTo>
                <a:lnTo>
                  <a:pt x="487" y="127"/>
                </a:lnTo>
                <a:lnTo>
                  <a:pt x="486" y="127"/>
                </a:lnTo>
                <a:lnTo>
                  <a:pt x="485" y="129"/>
                </a:lnTo>
                <a:lnTo>
                  <a:pt x="484" y="129"/>
                </a:lnTo>
                <a:lnTo>
                  <a:pt x="484" y="130"/>
                </a:lnTo>
                <a:lnTo>
                  <a:pt x="483" y="130"/>
                </a:lnTo>
                <a:lnTo>
                  <a:pt x="482" y="131"/>
                </a:lnTo>
                <a:lnTo>
                  <a:pt x="482" y="132"/>
                </a:lnTo>
                <a:lnTo>
                  <a:pt x="480" y="133"/>
                </a:lnTo>
                <a:lnTo>
                  <a:pt x="479" y="134"/>
                </a:lnTo>
                <a:lnTo>
                  <a:pt x="478" y="134"/>
                </a:lnTo>
                <a:lnTo>
                  <a:pt x="478" y="135"/>
                </a:lnTo>
                <a:lnTo>
                  <a:pt x="477" y="135"/>
                </a:lnTo>
                <a:lnTo>
                  <a:pt x="476" y="136"/>
                </a:lnTo>
                <a:lnTo>
                  <a:pt x="476" y="138"/>
                </a:lnTo>
                <a:lnTo>
                  <a:pt x="477" y="138"/>
                </a:lnTo>
                <a:lnTo>
                  <a:pt x="478" y="139"/>
                </a:lnTo>
                <a:lnTo>
                  <a:pt x="478" y="140"/>
                </a:lnTo>
                <a:lnTo>
                  <a:pt x="487" y="151"/>
                </a:lnTo>
                <a:lnTo>
                  <a:pt x="489" y="153"/>
                </a:lnTo>
                <a:lnTo>
                  <a:pt x="502" y="168"/>
                </a:lnTo>
                <a:lnTo>
                  <a:pt x="503" y="169"/>
                </a:lnTo>
                <a:lnTo>
                  <a:pt x="508" y="175"/>
                </a:lnTo>
                <a:lnTo>
                  <a:pt x="511" y="177"/>
                </a:lnTo>
                <a:lnTo>
                  <a:pt x="515" y="179"/>
                </a:lnTo>
                <a:lnTo>
                  <a:pt x="516" y="180"/>
                </a:lnTo>
                <a:lnTo>
                  <a:pt x="520" y="182"/>
                </a:lnTo>
                <a:lnTo>
                  <a:pt x="521" y="183"/>
                </a:lnTo>
                <a:lnTo>
                  <a:pt x="522" y="184"/>
                </a:lnTo>
                <a:lnTo>
                  <a:pt x="524" y="185"/>
                </a:lnTo>
                <a:lnTo>
                  <a:pt x="525" y="185"/>
                </a:lnTo>
                <a:lnTo>
                  <a:pt x="526" y="186"/>
                </a:lnTo>
                <a:lnTo>
                  <a:pt x="527" y="186"/>
                </a:lnTo>
                <a:lnTo>
                  <a:pt x="528" y="186"/>
                </a:lnTo>
                <a:lnTo>
                  <a:pt x="528" y="187"/>
                </a:lnTo>
                <a:lnTo>
                  <a:pt x="529" y="187"/>
                </a:lnTo>
                <a:lnTo>
                  <a:pt x="530" y="188"/>
                </a:lnTo>
                <a:lnTo>
                  <a:pt x="530" y="189"/>
                </a:lnTo>
                <a:lnTo>
                  <a:pt x="531" y="189"/>
                </a:lnTo>
                <a:lnTo>
                  <a:pt x="532" y="190"/>
                </a:lnTo>
                <a:lnTo>
                  <a:pt x="532" y="191"/>
                </a:lnTo>
                <a:lnTo>
                  <a:pt x="533" y="191"/>
                </a:lnTo>
                <a:lnTo>
                  <a:pt x="534" y="192"/>
                </a:lnTo>
                <a:lnTo>
                  <a:pt x="535" y="192"/>
                </a:lnTo>
                <a:lnTo>
                  <a:pt x="537" y="192"/>
                </a:lnTo>
                <a:lnTo>
                  <a:pt x="538" y="192"/>
                </a:lnTo>
                <a:lnTo>
                  <a:pt x="539" y="193"/>
                </a:lnTo>
                <a:lnTo>
                  <a:pt x="541" y="193"/>
                </a:lnTo>
                <a:lnTo>
                  <a:pt x="541" y="195"/>
                </a:lnTo>
                <a:lnTo>
                  <a:pt x="541" y="196"/>
                </a:lnTo>
                <a:lnTo>
                  <a:pt x="541" y="199"/>
                </a:lnTo>
                <a:lnTo>
                  <a:pt x="541" y="200"/>
                </a:lnTo>
                <a:lnTo>
                  <a:pt x="541" y="205"/>
                </a:lnTo>
                <a:lnTo>
                  <a:pt x="541" y="206"/>
                </a:lnTo>
                <a:lnTo>
                  <a:pt x="541" y="209"/>
                </a:lnTo>
                <a:lnTo>
                  <a:pt x="541" y="210"/>
                </a:lnTo>
                <a:lnTo>
                  <a:pt x="541" y="213"/>
                </a:lnTo>
                <a:lnTo>
                  <a:pt x="542" y="217"/>
                </a:lnTo>
                <a:lnTo>
                  <a:pt x="542" y="219"/>
                </a:lnTo>
                <a:lnTo>
                  <a:pt x="542" y="220"/>
                </a:lnTo>
                <a:lnTo>
                  <a:pt x="542" y="223"/>
                </a:lnTo>
                <a:lnTo>
                  <a:pt x="542" y="226"/>
                </a:lnTo>
                <a:lnTo>
                  <a:pt x="542" y="229"/>
                </a:lnTo>
                <a:lnTo>
                  <a:pt x="549" y="226"/>
                </a:lnTo>
                <a:lnTo>
                  <a:pt x="556" y="223"/>
                </a:lnTo>
                <a:lnTo>
                  <a:pt x="558" y="222"/>
                </a:lnTo>
                <a:lnTo>
                  <a:pt x="559" y="222"/>
                </a:lnTo>
                <a:lnTo>
                  <a:pt x="561" y="221"/>
                </a:lnTo>
                <a:lnTo>
                  <a:pt x="563" y="220"/>
                </a:lnTo>
                <a:lnTo>
                  <a:pt x="564" y="219"/>
                </a:lnTo>
                <a:lnTo>
                  <a:pt x="565" y="219"/>
                </a:lnTo>
                <a:lnTo>
                  <a:pt x="567" y="219"/>
                </a:lnTo>
                <a:lnTo>
                  <a:pt x="567" y="218"/>
                </a:lnTo>
                <a:lnTo>
                  <a:pt x="567" y="217"/>
                </a:lnTo>
                <a:lnTo>
                  <a:pt x="566" y="216"/>
                </a:lnTo>
                <a:lnTo>
                  <a:pt x="565" y="215"/>
                </a:lnTo>
                <a:lnTo>
                  <a:pt x="565" y="214"/>
                </a:lnTo>
                <a:lnTo>
                  <a:pt x="564" y="213"/>
                </a:lnTo>
                <a:lnTo>
                  <a:pt x="563" y="212"/>
                </a:lnTo>
                <a:lnTo>
                  <a:pt x="562" y="211"/>
                </a:lnTo>
                <a:lnTo>
                  <a:pt x="564" y="210"/>
                </a:lnTo>
                <a:lnTo>
                  <a:pt x="567" y="210"/>
                </a:lnTo>
                <a:lnTo>
                  <a:pt x="568" y="209"/>
                </a:lnTo>
                <a:lnTo>
                  <a:pt x="569" y="209"/>
                </a:lnTo>
                <a:lnTo>
                  <a:pt x="570" y="209"/>
                </a:lnTo>
                <a:lnTo>
                  <a:pt x="571" y="208"/>
                </a:lnTo>
                <a:lnTo>
                  <a:pt x="572" y="210"/>
                </a:lnTo>
                <a:lnTo>
                  <a:pt x="572" y="211"/>
                </a:lnTo>
                <a:lnTo>
                  <a:pt x="572" y="212"/>
                </a:lnTo>
                <a:lnTo>
                  <a:pt x="572" y="214"/>
                </a:lnTo>
                <a:lnTo>
                  <a:pt x="573" y="215"/>
                </a:lnTo>
                <a:lnTo>
                  <a:pt x="573" y="216"/>
                </a:lnTo>
                <a:lnTo>
                  <a:pt x="573" y="217"/>
                </a:lnTo>
                <a:lnTo>
                  <a:pt x="574" y="217"/>
                </a:lnTo>
                <a:lnTo>
                  <a:pt x="574" y="218"/>
                </a:lnTo>
                <a:lnTo>
                  <a:pt x="574" y="219"/>
                </a:lnTo>
                <a:lnTo>
                  <a:pt x="575" y="220"/>
                </a:lnTo>
                <a:lnTo>
                  <a:pt x="576" y="220"/>
                </a:lnTo>
                <a:lnTo>
                  <a:pt x="579" y="221"/>
                </a:lnTo>
                <a:lnTo>
                  <a:pt x="580" y="222"/>
                </a:lnTo>
                <a:lnTo>
                  <a:pt x="580" y="223"/>
                </a:lnTo>
                <a:lnTo>
                  <a:pt x="581" y="223"/>
                </a:lnTo>
                <a:lnTo>
                  <a:pt x="582" y="225"/>
                </a:lnTo>
                <a:lnTo>
                  <a:pt x="583" y="225"/>
                </a:lnTo>
                <a:lnTo>
                  <a:pt x="583" y="224"/>
                </a:lnTo>
                <a:lnTo>
                  <a:pt x="583" y="223"/>
                </a:lnTo>
                <a:lnTo>
                  <a:pt x="583" y="222"/>
                </a:lnTo>
                <a:lnTo>
                  <a:pt x="583" y="221"/>
                </a:lnTo>
                <a:lnTo>
                  <a:pt x="583" y="220"/>
                </a:lnTo>
                <a:lnTo>
                  <a:pt x="584" y="220"/>
                </a:lnTo>
                <a:lnTo>
                  <a:pt x="583" y="220"/>
                </a:lnTo>
                <a:lnTo>
                  <a:pt x="583" y="219"/>
                </a:lnTo>
                <a:lnTo>
                  <a:pt x="582" y="219"/>
                </a:lnTo>
                <a:lnTo>
                  <a:pt x="582" y="218"/>
                </a:lnTo>
                <a:lnTo>
                  <a:pt x="582" y="217"/>
                </a:lnTo>
                <a:lnTo>
                  <a:pt x="582" y="215"/>
                </a:lnTo>
                <a:lnTo>
                  <a:pt x="583" y="215"/>
                </a:lnTo>
                <a:lnTo>
                  <a:pt x="584" y="215"/>
                </a:lnTo>
                <a:lnTo>
                  <a:pt x="586" y="214"/>
                </a:lnTo>
                <a:lnTo>
                  <a:pt x="587" y="213"/>
                </a:lnTo>
                <a:lnTo>
                  <a:pt x="589" y="212"/>
                </a:lnTo>
                <a:lnTo>
                  <a:pt x="591" y="211"/>
                </a:lnTo>
                <a:lnTo>
                  <a:pt x="592" y="211"/>
                </a:lnTo>
                <a:lnTo>
                  <a:pt x="593" y="210"/>
                </a:lnTo>
                <a:lnTo>
                  <a:pt x="594" y="210"/>
                </a:lnTo>
                <a:lnTo>
                  <a:pt x="596" y="209"/>
                </a:lnTo>
                <a:lnTo>
                  <a:pt x="598" y="208"/>
                </a:lnTo>
                <a:lnTo>
                  <a:pt x="600" y="207"/>
                </a:lnTo>
                <a:lnTo>
                  <a:pt x="600" y="209"/>
                </a:lnTo>
                <a:lnTo>
                  <a:pt x="601" y="210"/>
                </a:lnTo>
                <a:lnTo>
                  <a:pt x="602" y="211"/>
                </a:lnTo>
                <a:lnTo>
                  <a:pt x="603" y="213"/>
                </a:lnTo>
                <a:lnTo>
                  <a:pt x="604" y="215"/>
                </a:lnTo>
                <a:lnTo>
                  <a:pt x="604" y="216"/>
                </a:lnTo>
                <a:lnTo>
                  <a:pt x="605" y="216"/>
                </a:lnTo>
                <a:lnTo>
                  <a:pt x="605" y="217"/>
                </a:lnTo>
                <a:lnTo>
                  <a:pt x="606" y="217"/>
                </a:lnTo>
                <a:lnTo>
                  <a:pt x="607" y="217"/>
                </a:lnTo>
                <a:lnTo>
                  <a:pt x="608" y="218"/>
                </a:lnTo>
                <a:lnTo>
                  <a:pt x="609" y="218"/>
                </a:lnTo>
                <a:lnTo>
                  <a:pt x="610" y="218"/>
                </a:lnTo>
                <a:lnTo>
                  <a:pt x="611" y="217"/>
                </a:lnTo>
                <a:lnTo>
                  <a:pt x="611" y="216"/>
                </a:lnTo>
                <a:lnTo>
                  <a:pt x="612" y="215"/>
                </a:lnTo>
                <a:lnTo>
                  <a:pt x="612" y="214"/>
                </a:lnTo>
                <a:lnTo>
                  <a:pt x="616" y="211"/>
                </a:lnTo>
                <a:lnTo>
                  <a:pt x="617" y="211"/>
                </a:lnTo>
                <a:lnTo>
                  <a:pt x="617" y="202"/>
                </a:lnTo>
                <a:lnTo>
                  <a:pt x="617" y="200"/>
                </a:lnTo>
                <a:lnTo>
                  <a:pt x="624" y="200"/>
                </a:lnTo>
                <a:lnTo>
                  <a:pt x="626" y="200"/>
                </a:lnTo>
                <a:lnTo>
                  <a:pt x="634" y="200"/>
                </a:lnTo>
                <a:lnTo>
                  <a:pt x="641" y="201"/>
                </a:lnTo>
                <a:lnTo>
                  <a:pt x="646" y="201"/>
                </a:lnTo>
                <a:lnTo>
                  <a:pt x="652" y="201"/>
                </a:lnTo>
                <a:lnTo>
                  <a:pt x="662" y="192"/>
                </a:lnTo>
                <a:lnTo>
                  <a:pt x="669" y="193"/>
                </a:lnTo>
                <a:lnTo>
                  <a:pt x="676" y="193"/>
                </a:lnTo>
                <a:lnTo>
                  <a:pt x="690" y="194"/>
                </a:lnTo>
                <a:lnTo>
                  <a:pt x="691" y="195"/>
                </a:lnTo>
                <a:lnTo>
                  <a:pt x="696" y="195"/>
                </a:lnTo>
                <a:lnTo>
                  <a:pt x="701" y="198"/>
                </a:lnTo>
                <a:lnTo>
                  <a:pt x="704" y="202"/>
                </a:lnTo>
                <a:lnTo>
                  <a:pt x="705" y="204"/>
                </a:lnTo>
                <a:lnTo>
                  <a:pt x="711" y="213"/>
                </a:lnTo>
                <a:lnTo>
                  <a:pt x="712" y="214"/>
                </a:lnTo>
                <a:lnTo>
                  <a:pt x="713" y="219"/>
                </a:lnTo>
                <a:lnTo>
                  <a:pt x="713" y="224"/>
                </a:lnTo>
                <a:lnTo>
                  <a:pt x="706" y="232"/>
                </a:lnTo>
                <a:lnTo>
                  <a:pt x="706" y="259"/>
                </a:lnTo>
                <a:lnTo>
                  <a:pt x="705" y="259"/>
                </a:lnTo>
                <a:lnTo>
                  <a:pt x="704" y="260"/>
                </a:lnTo>
                <a:lnTo>
                  <a:pt x="703" y="261"/>
                </a:lnTo>
                <a:lnTo>
                  <a:pt x="701" y="262"/>
                </a:lnTo>
                <a:lnTo>
                  <a:pt x="700" y="262"/>
                </a:lnTo>
                <a:lnTo>
                  <a:pt x="699" y="263"/>
                </a:lnTo>
                <a:lnTo>
                  <a:pt x="697" y="264"/>
                </a:lnTo>
                <a:lnTo>
                  <a:pt x="696" y="265"/>
                </a:lnTo>
                <a:lnTo>
                  <a:pt x="695" y="265"/>
                </a:lnTo>
                <a:lnTo>
                  <a:pt x="693" y="266"/>
                </a:lnTo>
                <a:lnTo>
                  <a:pt x="692" y="267"/>
                </a:lnTo>
                <a:lnTo>
                  <a:pt x="691" y="267"/>
                </a:lnTo>
                <a:lnTo>
                  <a:pt x="691" y="268"/>
                </a:lnTo>
                <a:lnTo>
                  <a:pt x="690" y="268"/>
                </a:lnTo>
                <a:lnTo>
                  <a:pt x="690" y="269"/>
                </a:lnTo>
                <a:lnTo>
                  <a:pt x="689" y="270"/>
                </a:lnTo>
                <a:lnTo>
                  <a:pt x="688" y="270"/>
                </a:lnTo>
                <a:lnTo>
                  <a:pt x="688" y="271"/>
                </a:lnTo>
                <a:lnTo>
                  <a:pt x="687" y="271"/>
                </a:lnTo>
                <a:lnTo>
                  <a:pt x="687" y="272"/>
                </a:lnTo>
                <a:lnTo>
                  <a:pt x="687" y="273"/>
                </a:lnTo>
                <a:lnTo>
                  <a:pt x="687" y="274"/>
                </a:lnTo>
                <a:lnTo>
                  <a:pt x="686" y="275"/>
                </a:lnTo>
                <a:lnTo>
                  <a:pt x="686" y="276"/>
                </a:lnTo>
                <a:lnTo>
                  <a:pt x="686" y="277"/>
                </a:lnTo>
                <a:lnTo>
                  <a:pt x="685" y="278"/>
                </a:lnTo>
                <a:lnTo>
                  <a:pt x="685" y="279"/>
                </a:lnTo>
                <a:lnTo>
                  <a:pt x="685" y="280"/>
                </a:lnTo>
                <a:lnTo>
                  <a:pt x="685" y="281"/>
                </a:lnTo>
                <a:lnTo>
                  <a:pt x="684" y="281"/>
                </a:lnTo>
                <a:lnTo>
                  <a:pt x="684" y="282"/>
                </a:lnTo>
                <a:lnTo>
                  <a:pt x="683" y="282"/>
                </a:lnTo>
                <a:lnTo>
                  <a:pt x="682" y="283"/>
                </a:lnTo>
                <a:lnTo>
                  <a:pt x="681" y="283"/>
                </a:lnTo>
                <a:lnTo>
                  <a:pt x="681" y="284"/>
                </a:lnTo>
                <a:lnTo>
                  <a:pt x="680" y="284"/>
                </a:lnTo>
                <a:lnTo>
                  <a:pt x="680" y="285"/>
                </a:lnTo>
                <a:lnTo>
                  <a:pt x="679" y="285"/>
                </a:lnTo>
                <a:lnTo>
                  <a:pt x="678" y="286"/>
                </a:lnTo>
                <a:lnTo>
                  <a:pt x="677" y="286"/>
                </a:lnTo>
                <a:lnTo>
                  <a:pt x="676" y="286"/>
                </a:lnTo>
                <a:lnTo>
                  <a:pt x="675" y="286"/>
                </a:lnTo>
                <a:lnTo>
                  <a:pt x="674" y="286"/>
                </a:lnTo>
                <a:lnTo>
                  <a:pt x="673" y="286"/>
                </a:lnTo>
                <a:lnTo>
                  <a:pt x="672" y="286"/>
                </a:lnTo>
                <a:lnTo>
                  <a:pt x="672" y="287"/>
                </a:lnTo>
                <a:lnTo>
                  <a:pt x="670" y="287"/>
                </a:lnTo>
                <a:lnTo>
                  <a:pt x="669" y="287"/>
                </a:lnTo>
                <a:lnTo>
                  <a:pt x="668" y="287"/>
                </a:lnTo>
                <a:lnTo>
                  <a:pt x="668" y="288"/>
                </a:lnTo>
                <a:lnTo>
                  <a:pt x="667" y="288"/>
                </a:lnTo>
                <a:lnTo>
                  <a:pt x="667" y="289"/>
                </a:lnTo>
                <a:lnTo>
                  <a:pt x="666" y="290"/>
                </a:lnTo>
                <a:lnTo>
                  <a:pt x="665" y="290"/>
                </a:lnTo>
                <a:lnTo>
                  <a:pt x="664" y="291"/>
                </a:lnTo>
                <a:lnTo>
                  <a:pt x="662" y="292"/>
                </a:lnTo>
                <a:lnTo>
                  <a:pt x="661" y="293"/>
                </a:lnTo>
                <a:lnTo>
                  <a:pt x="658" y="294"/>
                </a:lnTo>
                <a:lnTo>
                  <a:pt x="657" y="295"/>
                </a:lnTo>
                <a:lnTo>
                  <a:pt x="656" y="295"/>
                </a:lnTo>
                <a:lnTo>
                  <a:pt x="655" y="295"/>
                </a:lnTo>
                <a:lnTo>
                  <a:pt x="654" y="296"/>
                </a:lnTo>
                <a:lnTo>
                  <a:pt x="652" y="297"/>
                </a:lnTo>
                <a:lnTo>
                  <a:pt x="651" y="297"/>
                </a:lnTo>
                <a:lnTo>
                  <a:pt x="650" y="298"/>
                </a:lnTo>
                <a:lnTo>
                  <a:pt x="649" y="299"/>
                </a:lnTo>
                <a:lnTo>
                  <a:pt x="648" y="299"/>
                </a:lnTo>
                <a:lnTo>
                  <a:pt x="647" y="299"/>
                </a:lnTo>
                <a:lnTo>
                  <a:pt x="645" y="299"/>
                </a:lnTo>
                <a:lnTo>
                  <a:pt x="644" y="299"/>
                </a:lnTo>
                <a:lnTo>
                  <a:pt x="644" y="298"/>
                </a:lnTo>
                <a:lnTo>
                  <a:pt x="643" y="298"/>
                </a:lnTo>
                <a:lnTo>
                  <a:pt x="642" y="298"/>
                </a:lnTo>
                <a:lnTo>
                  <a:pt x="641" y="298"/>
                </a:lnTo>
                <a:lnTo>
                  <a:pt x="641" y="299"/>
                </a:lnTo>
                <a:lnTo>
                  <a:pt x="641" y="300"/>
                </a:lnTo>
                <a:lnTo>
                  <a:pt x="642" y="300"/>
                </a:lnTo>
                <a:lnTo>
                  <a:pt x="660" y="299"/>
                </a:lnTo>
                <a:lnTo>
                  <a:pt x="662" y="299"/>
                </a:lnTo>
                <a:lnTo>
                  <a:pt x="664" y="299"/>
                </a:lnTo>
                <a:lnTo>
                  <a:pt x="665" y="300"/>
                </a:lnTo>
                <a:lnTo>
                  <a:pt x="666" y="300"/>
                </a:lnTo>
                <a:lnTo>
                  <a:pt x="668" y="300"/>
                </a:lnTo>
                <a:lnTo>
                  <a:pt x="669" y="300"/>
                </a:lnTo>
                <a:lnTo>
                  <a:pt x="669" y="301"/>
                </a:lnTo>
                <a:lnTo>
                  <a:pt x="671" y="301"/>
                </a:lnTo>
                <a:lnTo>
                  <a:pt x="673" y="301"/>
                </a:lnTo>
                <a:lnTo>
                  <a:pt x="674" y="301"/>
                </a:lnTo>
                <a:lnTo>
                  <a:pt x="675" y="301"/>
                </a:lnTo>
                <a:lnTo>
                  <a:pt x="681" y="308"/>
                </a:lnTo>
                <a:lnTo>
                  <a:pt x="683" y="309"/>
                </a:lnTo>
                <a:lnTo>
                  <a:pt x="688" y="311"/>
                </a:lnTo>
                <a:lnTo>
                  <a:pt x="694" y="312"/>
                </a:lnTo>
                <a:lnTo>
                  <a:pt x="701" y="318"/>
                </a:lnTo>
                <a:lnTo>
                  <a:pt x="702" y="318"/>
                </a:lnTo>
                <a:lnTo>
                  <a:pt x="713" y="320"/>
                </a:lnTo>
                <a:lnTo>
                  <a:pt x="714" y="321"/>
                </a:lnTo>
                <a:lnTo>
                  <a:pt x="715" y="321"/>
                </a:lnTo>
                <a:lnTo>
                  <a:pt x="719" y="327"/>
                </a:lnTo>
                <a:lnTo>
                  <a:pt x="718" y="331"/>
                </a:lnTo>
                <a:lnTo>
                  <a:pt x="720" y="338"/>
                </a:lnTo>
                <a:lnTo>
                  <a:pt x="731" y="340"/>
                </a:lnTo>
                <a:lnTo>
                  <a:pt x="736" y="340"/>
                </a:lnTo>
                <a:lnTo>
                  <a:pt x="736" y="349"/>
                </a:lnTo>
                <a:lnTo>
                  <a:pt x="739" y="349"/>
                </a:lnTo>
                <a:lnTo>
                  <a:pt x="740" y="349"/>
                </a:lnTo>
                <a:lnTo>
                  <a:pt x="741" y="349"/>
                </a:lnTo>
                <a:lnTo>
                  <a:pt x="742" y="349"/>
                </a:lnTo>
                <a:lnTo>
                  <a:pt x="743" y="349"/>
                </a:lnTo>
                <a:lnTo>
                  <a:pt x="744" y="350"/>
                </a:lnTo>
                <a:lnTo>
                  <a:pt x="745" y="350"/>
                </a:lnTo>
                <a:lnTo>
                  <a:pt x="747" y="350"/>
                </a:lnTo>
                <a:lnTo>
                  <a:pt x="748" y="350"/>
                </a:lnTo>
                <a:lnTo>
                  <a:pt x="749" y="350"/>
                </a:lnTo>
                <a:lnTo>
                  <a:pt x="750" y="350"/>
                </a:lnTo>
                <a:lnTo>
                  <a:pt x="752" y="349"/>
                </a:lnTo>
                <a:lnTo>
                  <a:pt x="753" y="349"/>
                </a:lnTo>
                <a:lnTo>
                  <a:pt x="754" y="349"/>
                </a:lnTo>
                <a:lnTo>
                  <a:pt x="754" y="348"/>
                </a:lnTo>
                <a:lnTo>
                  <a:pt x="755" y="348"/>
                </a:lnTo>
                <a:lnTo>
                  <a:pt x="757" y="348"/>
                </a:lnTo>
                <a:lnTo>
                  <a:pt x="757" y="349"/>
                </a:lnTo>
                <a:lnTo>
                  <a:pt x="758" y="348"/>
                </a:lnTo>
                <a:lnTo>
                  <a:pt x="759" y="348"/>
                </a:lnTo>
                <a:lnTo>
                  <a:pt x="766" y="348"/>
                </a:lnTo>
                <a:lnTo>
                  <a:pt x="766" y="354"/>
                </a:lnTo>
                <a:lnTo>
                  <a:pt x="766" y="360"/>
                </a:lnTo>
                <a:lnTo>
                  <a:pt x="767" y="364"/>
                </a:lnTo>
                <a:lnTo>
                  <a:pt x="766" y="364"/>
                </a:lnTo>
                <a:lnTo>
                  <a:pt x="767" y="364"/>
                </a:lnTo>
                <a:lnTo>
                  <a:pt x="767" y="368"/>
                </a:lnTo>
                <a:lnTo>
                  <a:pt x="767" y="369"/>
                </a:lnTo>
                <a:lnTo>
                  <a:pt x="767" y="370"/>
                </a:lnTo>
                <a:lnTo>
                  <a:pt x="767" y="371"/>
                </a:lnTo>
                <a:lnTo>
                  <a:pt x="767" y="372"/>
                </a:lnTo>
                <a:lnTo>
                  <a:pt x="768" y="373"/>
                </a:lnTo>
                <a:lnTo>
                  <a:pt x="768" y="374"/>
                </a:lnTo>
                <a:lnTo>
                  <a:pt x="768" y="375"/>
                </a:lnTo>
                <a:lnTo>
                  <a:pt x="769" y="375"/>
                </a:lnTo>
                <a:lnTo>
                  <a:pt x="769" y="376"/>
                </a:lnTo>
                <a:lnTo>
                  <a:pt x="769" y="377"/>
                </a:lnTo>
                <a:lnTo>
                  <a:pt x="769" y="378"/>
                </a:lnTo>
                <a:lnTo>
                  <a:pt x="769" y="379"/>
                </a:lnTo>
                <a:lnTo>
                  <a:pt x="766" y="382"/>
                </a:lnTo>
                <a:lnTo>
                  <a:pt x="766" y="383"/>
                </a:lnTo>
                <a:lnTo>
                  <a:pt x="766" y="386"/>
                </a:lnTo>
                <a:lnTo>
                  <a:pt x="766" y="387"/>
                </a:lnTo>
                <a:lnTo>
                  <a:pt x="767" y="387"/>
                </a:lnTo>
                <a:lnTo>
                  <a:pt x="767" y="388"/>
                </a:lnTo>
                <a:lnTo>
                  <a:pt x="769" y="389"/>
                </a:lnTo>
                <a:lnTo>
                  <a:pt x="770" y="390"/>
                </a:lnTo>
                <a:lnTo>
                  <a:pt x="771" y="390"/>
                </a:lnTo>
                <a:lnTo>
                  <a:pt x="772" y="386"/>
                </a:lnTo>
                <a:lnTo>
                  <a:pt x="777" y="389"/>
                </a:lnTo>
                <a:lnTo>
                  <a:pt x="778" y="390"/>
                </a:lnTo>
                <a:lnTo>
                  <a:pt x="778" y="391"/>
                </a:lnTo>
                <a:lnTo>
                  <a:pt x="778" y="392"/>
                </a:lnTo>
                <a:lnTo>
                  <a:pt x="778" y="393"/>
                </a:lnTo>
                <a:lnTo>
                  <a:pt x="778" y="394"/>
                </a:lnTo>
                <a:lnTo>
                  <a:pt x="778" y="395"/>
                </a:lnTo>
                <a:lnTo>
                  <a:pt x="779" y="395"/>
                </a:lnTo>
                <a:lnTo>
                  <a:pt x="784" y="394"/>
                </a:lnTo>
                <a:lnTo>
                  <a:pt x="792" y="392"/>
                </a:lnTo>
                <a:lnTo>
                  <a:pt x="793" y="392"/>
                </a:lnTo>
                <a:lnTo>
                  <a:pt x="796" y="390"/>
                </a:lnTo>
                <a:lnTo>
                  <a:pt x="797" y="390"/>
                </a:lnTo>
                <a:lnTo>
                  <a:pt x="802" y="387"/>
                </a:lnTo>
                <a:lnTo>
                  <a:pt x="801" y="391"/>
                </a:lnTo>
                <a:lnTo>
                  <a:pt x="800" y="393"/>
                </a:lnTo>
                <a:lnTo>
                  <a:pt x="799" y="394"/>
                </a:lnTo>
                <a:lnTo>
                  <a:pt x="799" y="395"/>
                </a:lnTo>
                <a:lnTo>
                  <a:pt x="801" y="398"/>
                </a:lnTo>
                <a:lnTo>
                  <a:pt x="802" y="399"/>
                </a:lnTo>
                <a:lnTo>
                  <a:pt x="802" y="400"/>
                </a:lnTo>
                <a:lnTo>
                  <a:pt x="803" y="400"/>
                </a:lnTo>
                <a:lnTo>
                  <a:pt x="803" y="401"/>
                </a:lnTo>
                <a:lnTo>
                  <a:pt x="802" y="401"/>
                </a:lnTo>
                <a:lnTo>
                  <a:pt x="803" y="401"/>
                </a:lnTo>
                <a:lnTo>
                  <a:pt x="803" y="404"/>
                </a:lnTo>
                <a:lnTo>
                  <a:pt x="805" y="404"/>
                </a:lnTo>
                <a:lnTo>
                  <a:pt x="806" y="405"/>
                </a:lnTo>
                <a:lnTo>
                  <a:pt x="808" y="405"/>
                </a:lnTo>
                <a:lnTo>
                  <a:pt x="811" y="405"/>
                </a:lnTo>
                <a:lnTo>
                  <a:pt x="811" y="406"/>
                </a:lnTo>
                <a:lnTo>
                  <a:pt x="812" y="406"/>
                </a:lnTo>
                <a:lnTo>
                  <a:pt x="812" y="407"/>
                </a:lnTo>
                <a:lnTo>
                  <a:pt x="812" y="408"/>
                </a:lnTo>
                <a:lnTo>
                  <a:pt x="811" y="409"/>
                </a:lnTo>
                <a:lnTo>
                  <a:pt x="810" y="409"/>
                </a:lnTo>
                <a:lnTo>
                  <a:pt x="810" y="410"/>
                </a:lnTo>
                <a:lnTo>
                  <a:pt x="809" y="410"/>
                </a:lnTo>
                <a:lnTo>
                  <a:pt x="809" y="411"/>
                </a:lnTo>
                <a:lnTo>
                  <a:pt x="809" y="412"/>
                </a:lnTo>
                <a:lnTo>
                  <a:pt x="810" y="412"/>
                </a:lnTo>
                <a:lnTo>
                  <a:pt x="811" y="413"/>
                </a:lnTo>
                <a:lnTo>
                  <a:pt x="811" y="412"/>
                </a:lnTo>
                <a:lnTo>
                  <a:pt x="812" y="412"/>
                </a:lnTo>
                <a:lnTo>
                  <a:pt x="812" y="413"/>
                </a:lnTo>
                <a:lnTo>
                  <a:pt x="813" y="413"/>
                </a:lnTo>
                <a:lnTo>
                  <a:pt x="814" y="413"/>
                </a:lnTo>
                <a:lnTo>
                  <a:pt x="815" y="413"/>
                </a:lnTo>
                <a:lnTo>
                  <a:pt x="816" y="413"/>
                </a:lnTo>
                <a:lnTo>
                  <a:pt x="817" y="413"/>
                </a:lnTo>
                <a:lnTo>
                  <a:pt x="818" y="413"/>
                </a:lnTo>
                <a:lnTo>
                  <a:pt x="818" y="414"/>
                </a:lnTo>
                <a:lnTo>
                  <a:pt x="819" y="414"/>
                </a:lnTo>
                <a:lnTo>
                  <a:pt x="820" y="414"/>
                </a:lnTo>
                <a:lnTo>
                  <a:pt x="820" y="415"/>
                </a:lnTo>
                <a:lnTo>
                  <a:pt x="821" y="415"/>
                </a:lnTo>
                <a:lnTo>
                  <a:pt x="822" y="415"/>
                </a:lnTo>
                <a:lnTo>
                  <a:pt x="823" y="415"/>
                </a:lnTo>
                <a:lnTo>
                  <a:pt x="823" y="416"/>
                </a:lnTo>
                <a:lnTo>
                  <a:pt x="824" y="416"/>
                </a:lnTo>
                <a:lnTo>
                  <a:pt x="824" y="417"/>
                </a:lnTo>
                <a:lnTo>
                  <a:pt x="825" y="417"/>
                </a:lnTo>
                <a:lnTo>
                  <a:pt x="826" y="417"/>
                </a:lnTo>
                <a:lnTo>
                  <a:pt x="832" y="419"/>
                </a:lnTo>
                <a:lnTo>
                  <a:pt x="832" y="421"/>
                </a:lnTo>
                <a:lnTo>
                  <a:pt x="833" y="421"/>
                </a:lnTo>
                <a:lnTo>
                  <a:pt x="834" y="423"/>
                </a:lnTo>
                <a:lnTo>
                  <a:pt x="834" y="424"/>
                </a:lnTo>
                <a:lnTo>
                  <a:pt x="836" y="426"/>
                </a:lnTo>
                <a:lnTo>
                  <a:pt x="836" y="425"/>
                </a:lnTo>
                <a:lnTo>
                  <a:pt x="837" y="424"/>
                </a:lnTo>
                <a:lnTo>
                  <a:pt x="838" y="424"/>
                </a:lnTo>
                <a:lnTo>
                  <a:pt x="839" y="423"/>
                </a:lnTo>
                <a:lnTo>
                  <a:pt x="839" y="422"/>
                </a:lnTo>
                <a:lnTo>
                  <a:pt x="840" y="422"/>
                </a:lnTo>
                <a:lnTo>
                  <a:pt x="840" y="421"/>
                </a:lnTo>
                <a:lnTo>
                  <a:pt x="841" y="421"/>
                </a:lnTo>
                <a:lnTo>
                  <a:pt x="842" y="421"/>
                </a:lnTo>
                <a:lnTo>
                  <a:pt x="842" y="422"/>
                </a:lnTo>
                <a:lnTo>
                  <a:pt x="842" y="421"/>
                </a:lnTo>
                <a:lnTo>
                  <a:pt x="843" y="421"/>
                </a:lnTo>
                <a:lnTo>
                  <a:pt x="843" y="422"/>
                </a:lnTo>
                <a:lnTo>
                  <a:pt x="844" y="422"/>
                </a:lnTo>
                <a:lnTo>
                  <a:pt x="845" y="422"/>
                </a:lnTo>
                <a:lnTo>
                  <a:pt x="846" y="423"/>
                </a:lnTo>
                <a:lnTo>
                  <a:pt x="848" y="423"/>
                </a:lnTo>
                <a:lnTo>
                  <a:pt x="849" y="423"/>
                </a:lnTo>
                <a:lnTo>
                  <a:pt x="850" y="423"/>
                </a:lnTo>
                <a:lnTo>
                  <a:pt x="850" y="424"/>
                </a:lnTo>
                <a:lnTo>
                  <a:pt x="851" y="425"/>
                </a:lnTo>
                <a:lnTo>
                  <a:pt x="852" y="424"/>
                </a:lnTo>
                <a:lnTo>
                  <a:pt x="853" y="423"/>
                </a:lnTo>
                <a:lnTo>
                  <a:pt x="858" y="418"/>
                </a:lnTo>
                <a:lnTo>
                  <a:pt x="866" y="409"/>
                </a:lnTo>
                <a:lnTo>
                  <a:pt x="871" y="405"/>
                </a:lnTo>
                <a:lnTo>
                  <a:pt x="878" y="401"/>
                </a:lnTo>
                <a:lnTo>
                  <a:pt x="871" y="395"/>
                </a:lnTo>
                <a:lnTo>
                  <a:pt x="869" y="393"/>
                </a:lnTo>
                <a:lnTo>
                  <a:pt x="866" y="390"/>
                </a:lnTo>
                <a:lnTo>
                  <a:pt x="865" y="389"/>
                </a:lnTo>
                <a:lnTo>
                  <a:pt x="856" y="380"/>
                </a:lnTo>
                <a:lnTo>
                  <a:pt x="858" y="380"/>
                </a:lnTo>
                <a:lnTo>
                  <a:pt x="871" y="376"/>
                </a:lnTo>
                <a:lnTo>
                  <a:pt x="885" y="373"/>
                </a:lnTo>
                <a:lnTo>
                  <a:pt x="897" y="370"/>
                </a:lnTo>
                <a:lnTo>
                  <a:pt x="903" y="366"/>
                </a:lnTo>
                <a:lnTo>
                  <a:pt x="912" y="364"/>
                </a:lnTo>
                <a:lnTo>
                  <a:pt x="914" y="365"/>
                </a:lnTo>
                <a:lnTo>
                  <a:pt x="917" y="367"/>
                </a:lnTo>
                <a:lnTo>
                  <a:pt x="926" y="372"/>
                </a:lnTo>
                <a:lnTo>
                  <a:pt x="944" y="375"/>
                </a:lnTo>
                <a:lnTo>
                  <a:pt x="952" y="377"/>
                </a:lnTo>
                <a:lnTo>
                  <a:pt x="961" y="379"/>
                </a:lnTo>
                <a:lnTo>
                  <a:pt x="962" y="380"/>
                </a:lnTo>
                <a:lnTo>
                  <a:pt x="974" y="370"/>
                </a:lnTo>
                <a:lnTo>
                  <a:pt x="977" y="369"/>
                </a:lnTo>
                <a:lnTo>
                  <a:pt x="981" y="365"/>
                </a:lnTo>
                <a:lnTo>
                  <a:pt x="985" y="363"/>
                </a:lnTo>
                <a:lnTo>
                  <a:pt x="987" y="360"/>
                </a:lnTo>
                <a:lnTo>
                  <a:pt x="992" y="356"/>
                </a:lnTo>
                <a:lnTo>
                  <a:pt x="994" y="355"/>
                </a:lnTo>
                <a:lnTo>
                  <a:pt x="1005" y="352"/>
                </a:lnTo>
                <a:lnTo>
                  <a:pt x="1038" y="343"/>
                </a:lnTo>
                <a:lnTo>
                  <a:pt x="1046" y="343"/>
                </a:lnTo>
                <a:lnTo>
                  <a:pt x="1052" y="344"/>
                </a:lnTo>
                <a:lnTo>
                  <a:pt x="1059" y="347"/>
                </a:lnTo>
                <a:lnTo>
                  <a:pt x="1057" y="355"/>
                </a:lnTo>
                <a:lnTo>
                  <a:pt x="1056" y="359"/>
                </a:lnTo>
                <a:lnTo>
                  <a:pt x="1060" y="365"/>
                </a:lnTo>
                <a:lnTo>
                  <a:pt x="1067" y="374"/>
                </a:lnTo>
                <a:lnTo>
                  <a:pt x="1070" y="381"/>
                </a:lnTo>
                <a:lnTo>
                  <a:pt x="1069" y="383"/>
                </a:lnTo>
                <a:lnTo>
                  <a:pt x="1069" y="384"/>
                </a:lnTo>
                <a:lnTo>
                  <a:pt x="1069" y="385"/>
                </a:lnTo>
                <a:lnTo>
                  <a:pt x="1069" y="389"/>
                </a:lnTo>
                <a:lnTo>
                  <a:pt x="1069" y="390"/>
                </a:lnTo>
                <a:lnTo>
                  <a:pt x="1069" y="391"/>
                </a:lnTo>
                <a:lnTo>
                  <a:pt x="1067" y="396"/>
                </a:lnTo>
                <a:lnTo>
                  <a:pt x="1054" y="401"/>
                </a:lnTo>
                <a:lnTo>
                  <a:pt x="1052" y="405"/>
                </a:lnTo>
                <a:lnTo>
                  <a:pt x="1045" y="416"/>
                </a:lnTo>
                <a:lnTo>
                  <a:pt x="1044" y="417"/>
                </a:lnTo>
                <a:lnTo>
                  <a:pt x="1044" y="418"/>
                </a:lnTo>
                <a:lnTo>
                  <a:pt x="1042" y="420"/>
                </a:lnTo>
                <a:lnTo>
                  <a:pt x="1039" y="426"/>
                </a:lnTo>
                <a:lnTo>
                  <a:pt x="1014" y="441"/>
                </a:lnTo>
                <a:lnTo>
                  <a:pt x="1007" y="445"/>
                </a:lnTo>
                <a:lnTo>
                  <a:pt x="1006" y="446"/>
                </a:lnTo>
                <a:lnTo>
                  <a:pt x="999" y="451"/>
                </a:lnTo>
                <a:lnTo>
                  <a:pt x="1000" y="452"/>
                </a:lnTo>
                <a:lnTo>
                  <a:pt x="1001" y="453"/>
                </a:lnTo>
                <a:lnTo>
                  <a:pt x="1003" y="456"/>
                </a:lnTo>
                <a:lnTo>
                  <a:pt x="1004" y="458"/>
                </a:lnTo>
                <a:lnTo>
                  <a:pt x="1011" y="476"/>
                </a:lnTo>
                <a:lnTo>
                  <a:pt x="1006" y="478"/>
                </a:lnTo>
                <a:lnTo>
                  <a:pt x="995" y="483"/>
                </a:lnTo>
                <a:lnTo>
                  <a:pt x="994" y="485"/>
                </a:lnTo>
                <a:lnTo>
                  <a:pt x="994" y="487"/>
                </a:lnTo>
                <a:lnTo>
                  <a:pt x="994" y="488"/>
                </a:lnTo>
                <a:lnTo>
                  <a:pt x="993" y="489"/>
                </a:lnTo>
                <a:lnTo>
                  <a:pt x="994" y="490"/>
                </a:lnTo>
                <a:lnTo>
                  <a:pt x="994" y="492"/>
                </a:lnTo>
                <a:lnTo>
                  <a:pt x="994" y="493"/>
                </a:lnTo>
                <a:lnTo>
                  <a:pt x="995" y="494"/>
                </a:lnTo>
                <a:lnTo>
                  <a:pt x="995" y="495"/>
                </a:lnTo>
                <a:lnTo>
                  <a:pt x="996" y="496"/>
                </a:lnTo>
                <a:lnTo>
                  <a:pt x="996" y="497"/>
                </a:lnTo>
                <a:lnTo>
                  <a:pt x="996" y="498"/>
                </a:lnTo>
                <a:lnTo>
                  <a:pt x="996" y="499"/>
                </a:lnTo>
                <a:lnTo>
                  <a:pt x="996" y="500"/>
                </a:lnTo>
                <a:lnTo>
                  <a:pt x="996" y="501"/>
                </a:lnTo>
                <a:lnTo>
                  <a:pt x="997" y="502"/>
                </a:lnTo>
                <a:lnTo>
                  <a:pt x="997" y="503"/>
                </a:lnTo>
                <a:lnTo>
                  <a:pt x="997" y="506"/>
                </a:lnTo>
                <a:lnTo>
                  <a:pt x="998" y="506"/>
                </a:lnTo>
                <a:lnTo>
                  <a:pt x="1007" y="509"/>
                </a:lnTo>
                <a:lnTo>
                  <a:pt x="1022" y="514"/>
                </a:lnTo>
                <a:lnTo>
                  <a:pt x="1035" y="526"/>
                </a:lnTo>
                <a:lnTo>
                  <a:pt x="1037" y="528"/>
                </a:lnTo>
                <a:lnTo>
                  <a:pt x="1040" y="532"/>
                </a:lnTo>
                <a:lnTo>
                  <a:pt x="1046" y="536"/>
                </a:lnTo>
                <a:lnTo>
                  <a:pt x="1052" y="540"/>
                </a:lnTo>
                <a:lnTo>
                  <a:pt x="1058" y="546"/>
                </a:lnTo>
                <a:lnTo>
                  <a:pt x="1068" y="553"/>
                </a:lnTo>
                <a:lnTo>
                  <a:pt x="1073" y="552"/>
                </a:lnTo>
                <a:lnTo>
                  <a:pt x="1077" y="550"/>
                </a:lnTo>
                <a:lnTo>
                  <a:pt x="1077" y="551"/>
                </a:lnTo>
                <a:lnTo>
                  <a:pt x="1078" y="552"/>
                </a:lnTo>
                <a:lnTo>
                  <a:pt x="1079" y="552"/>
                </a:lnTo>
                <a:lnTo>
                  <a:pt x="1080" y="552"/>
                </a:lnTo>
                <a:lnTo>
                  <a:pt x="1083" y="551"/>
                </a:lnTo>
                <a:lnTo>
                  <a:pt x="1084" y="551"/>
                </a:lnTo>
                <a:lnTo>
                  <a:pt x="1085" y="551"/>
                </a:lnTo>
                <a:lnTo>
                  <a:pt x="1088" y="549"/>
                </a:lnTo>
                <a:lnTo>
                  <a:pt x="1090" y="549"/>
                </a:lnTo>
                <a:lnTo>
                  <a:pt x="1091" y="549"/>
                </a:lnTo>
                <a:lnTo>
                  <a:pt x="1092" y="550"/>
                </a:lnTo>
                <a:lnTo>
                  <a:pt x="1092" y="551"/>
                </a:lnTo>
                <a:lnTo>
                  <a:pt x="1093" y="551"/>
                </a:lnTo>
                <a:lnTo>
                  <a:pt x="1096" y="551"/>
                </a:lnTo>
                <a:lnTo>
                  <a:pt x="1097" y="551"/>
                </a:lnTo>
                <a:lnTo>
                  <a:pt x="1098" y="551"/>
                </a:lnTo>
                <a:lnTo>
                  <a:pt x="1098" y="550"/>
                </a:lnTo>
                <a:lnTo>
                  <a:pt x="1099" y="550"/>
                </a:lnTo>
                <a:lnTo>
                  <a:pt x="1100" y="550"/>
                </a:lnTo>
                <a:lnTo>
                  <a:pt x="1100" y="551"/>
                </a:lnTo>
                <a:lnTo>
                  <a:pt x="1102" y="551"/>
                </a:lnTo>
                <a:lnTo>
                  <a:pt x="1103" y="551"/>
                </a:lnTo>
                <a:lnTo>
                  <a:pt x="1104" y="551"/>
                </a:lnTo>
                <a:lnTo>
                  <a:pt x="1105" y="551"/>
                </a:lnTo>
                <a:lnTo>
                  <a:pt x="1106" y="551"/>
                </a:lnTo>
                <a:lnTo>
                  <a:pt x="1107" y="552"/>
                </a:lnTo>
                <a:lnTo>
                  <a:pt x="1108" y="552"/>
                </a:lnTo>
                <a:lnTo>
                  <a:pt x="1108" y="551"/>
                </a:lnTo>
                <a:lnTo>
                  <a:pt x="1109" y="551"/>
                </a:lnTo>
                <a:lnTo>
                  <a:pt x="1110" y="552"/>
                </a:lnTo>
                <a:lnTo>
                  <a:pt x="1112" y="552"/>
                </a:lnTo>
                <a:lnTo>
                  <a:pt x="1113" y="552"/>
                </a:lnTo>
                <a:lnTo>
                  <a:pt x="1113" y="553"/>
                </a:lnTo>
                <a:lnTo>
                  <a:pt x="1112" y="553"/>
                </a:lnTo>
                <a:lnTo>
                  <a:pt x="1112" y="554"/>
                </a:lnTo>
                <a:lnTo>
                  <a:pt x="1112" y="555"/>
                </a:lnTo>
                <a:lnTo>
                  <a:pt x="1111" y="556"/>
                </a:lnTo>
                <a:lnTo>
                  <a:pt x="1111" y="557"/>
                </a:lnTo>
                <a:lnTo>
                  <a:pt x="1112" y="558"/>
                </a:lnTo>
                <a:lnTo>
                  <a:pt x="1114" y="559"/>
                </a:lnTo>
                <a:lnTo>
                  <a:pt x="1116" y="559"/>
                </a:lnTo>
                <a:lnTo>
                  <a:pt x="1116" y="560"/>
                </a:lnTo>
                <a:lnTo>
                  <a:pt x="1116" y="561"/>
                </a:lnTo>
                <a:lnTo>
                  <a:pt x="1115" y="561"/>
                </a:lnTo>
                <a:lnTo>
                  <a:pt x="1114" y="561"/>
                </a:lnTo>
                <a:lnTo>
                  <a:pt x="1113" y="562"/>
                </a:lnTo>
                <a:lnTo>
                  <a:pt x="1112" y="562"/>
                </a:lnTo>
                <a:lnTo>
                  <a:pt x="1111" y="562"/>
                </a:lnTo>
                <a:lnTo>
                  <a:pt x="1111" y="563"/>
                </a:lnTo>
                <a:lnTo>
                  <a:pt x="1111" y="564"/>
                </a:lnTo>
                <a:lnTo>
                  <a:pt x="1110" y="564"/>
                </a:lnTo>
                <a:lnTo>
                  <a:pt x="1110" y="565"/>
                </a:lnTo>
                <a:lnTo>
                  <a:pt x="1109" y="564"/>
                </a:lnTo>
                <a:lnTo>
                  <a:pt x="1108" y="564"/>
                </a:lnTo>
                <a:lnTo>
                  <a:pt x="1107" y="564"/>
                </a:lnTo>
                <a:lnTo>
                  <a:pt x="1107" y="565"/>
                </a:lnTo>
                <a:lnTo>
                  <a:pt x="1108" y="565"/>
                </a:lnTo>
                <a:lnTo>
                  <a:pt x="1108" y="566"/>
                </a:lnTo>
                <a:lnTo>
                  <a:pt x="1106" y="566"/>
                </a:lnTo>
                <a:lnTo>
                  <a:pt x="1106" y="567"/>
                </a:lnTo>
                <a:lnTo>
                  <a:pt x="1105" y="568"/>
                </a:lnTo>
                <a:lnTo>
                  <a:pt x="1105" y="569"/>
                </a:lnTo>
                <a:lnTo>
                  <a:pt x="1106" y="570"/>
                </a:lnTo>
                <a:lnTo>
                  <a:pt x="1107" y="572"/>
                </a:lnTo>
                <a:lnTo>
                  <a:pt x="1108" y="572"/>
                </a:lnTo>
                <a:lnTo>
                  <a:pt x="1108" y="573"/>
                </a:lnTo>
                <a:lnTo>
                  <a:pt x="1108" y="574"/>
                </a:lnTo>
                <a:lnTo>
                  <a:pt x="1109" y="574"/>
                </a:lnTo>
                <a:lnTo>
                  <a:pt x="1110" y="574"/>
                </a:lnTo>
                <a:lnTo>
                  <a:pt x="1110" y="573"/>
                </a:lnTo>
                <a:lnTo>
                  <a:pt x="1112" y="573"/>
                </a:lnTo>
                <a:lnTo>
                  <a:pt x="1113" y="574"/>
                </a:lnTo>
                <a:lnTo>
                  <a:pt x="1114" y="573"/>
                </a:lnTo>
                <a:lnTo>
                  <a:pt x="1116" y="573"/>
                </a:lnTo>
                <a:lnTo>
                  <a:pt x="1117" y="573"/>
                </a:lnTo>
                <a:lnTo>
                  <a:pt x="1117" y="572"/>
                </a:lnTo>
                <a:lnTo>
                  <a:pt x="1119" y="570"/>
                </a:lnTo>
                <a:lnTo>
                  <a:pt x="1120" y="570"/>
                </a:lnTo>
                <a:lnTo>
                  <a:pt x="1121" y="569"/>
                </a:lnTo>
                <a:lnTo>
                  <a:pt x="1122" y="570"/>
                </a:lnTo>
                <a:lnTo>
                  <a:pt x="1123" y="570"/>
                </a:lnTo>
                <a:lnTo>
                  <a:pt x="1123" y="571"/>
                </a:lnTo>
                <a:lnTo>
                  <a:pt x="1124" y="571"/>
                </a:lnTo>
                <a:lnTo>
                  <a:pt x="1124" y="570"/>
                </a:lnTo>
                <a:lnTo>
                  <a:pt x="1124" y="571"/>
                </a:lnTo>
                <a:lnTo>
                  <a:pt x="1125" y="571"/>
                </a:lnTo>
                <a:lnTo>
                  <a:pt x="1126" y="571"/>
                </a:lnTo>
                <a:lnTo>
                  <a:pt x="1126" y="572"/>
                </a:lnTo>
                <a:lnTo>
                  <a:pt x="1127" y="572"/>
                </a:lnTo>
                <a:lnTo>
                  <a:pt x="1128" y="572"/>
                </a:lnTo>
                <a:lnTo>
                  <a:pt x="1128" y="573"/>
                </a:lnTo>
                <a:lnTo>
                  <a:pt x="1129" y="573"/>
                </a:lnTo>
                <a:lnTo>
                  <a:pt x="1129" y="574"/>
                </a:lnTo>
                <a:lnTo>
                  <a:pt x="1129" y="575"/>
                </a:lnTo>
                <a:lnTo>
                  <a:pt x="1129" y="576"/>
                </a:lnTo>
                <a:lnTo>
                  <a:pt x="1129" y="577"/>
                </a:lnTo>
                <a:lnTo>
                  <a:pt x="1130" y="577"/>
                </a:lnTo>
                <a:lnTo>
                  <a:pt x="1131" y="577"/>
                </a:lnTo>
                <a:lnTo>
                  <a:pt x="1132" y="578"/>
                </a:lnTo>
                <a:lnTo>
                  <a:pt x="1132" y="580"/>
                </a:lnTo>
                <a:lnTo>
                  <a:pt x="1132" y="581"/>
                </a:lnTo>
                <a:lnTo>
                  <a:pt x="1133" y="581"/>
                </a:lnTo>
                <a:lnTo>
                  <a:pt x="1134" y="582"/>
                </a:lnTo>
                <a:lnTo>
                  <a:pt x="1134" y="583"/>
                </a:lnTo>
                <a:lnTo>
                  <a:pt x="1134" y="584"/>
                </a:lnTo>
                <a:lnTo>
                  <a:pt x="1134" y="585"/>
                </a:lnTo>
                <a:lnTo>
                  <a:pt x="1135" y="585"/>
                </a:lnTo>
                <a:lnTo>
                  <a:pt x="1137" y="586"/>
                </a:lnTo>
                <a:lnTo>
                  <a:pt x="1137" y="590"/>
                </a:lnTo>
                <a:lnTo>
                  <a:pt x="1138" y="591"/>
                </a:lnTo>
                <a:lnTo>
                  <a:pt x="1139" y="591"/>
                </a:lnTo>
                <a:lnTo>
                  <a:pt x="1140" y="591"/>
                </a:lnTo>
                <a:lnTo>
                  <a:pt x="1141" y="591"/>
                </a:lnTo>
                <a:lnTo>
                  <a:pt x="1142" y="591"/>
                </a:lnTo>
                <a:lnTo>
                  <a:pt x="1143" y="591"/>
                </a:lnTo>
                <a:lnTo>
                  <a:pt x="1142" y="593"/>
                </a:lnTo>
                <a:lnTo>
                  <a:pt x="1143" y="593"/>
                </a:lnTo>
                <a:lnTo>
                  <a:pt x="1144" y="593"/>
                </a:lnTo>
                <a:lnTo>
                  <a:pt x="1144" y="594"/>
                </a:lnTo>
                <a:lnTo>
                  <a:pt x="1145" y="594"/>
                </a:lnTo>
                <a:lnTo>
                  <a:pt x="1145" y="593"/>
                </a:lnTo>
                <a:lnTo>
                  <a:pt x="1146" y="592"/>
                </a:lnTo>
                <a:lnTo>
                  <a:pt x="1147" y="592"/>
                </a:lnTo>
                <a:lnTo>
                  <a:pt x="1148" y="593"/>
                </a:lnTo>
                <a:lnTo>
                  <a:pt x="1151" y="594"/>
                </a:lnTo>
                <a:lnTo>
                  <a:pt x="1153" y="595"/>
                </a:lnTo>
                <a:lnTo>
                  <a:pt x="1154" y="595"/>
                </a:lnTo>
                <a:lnTo>
                  <a:pt x="1155" y="595"/>
                </a:lnTo>
                <a:lnTo>
                  <a:pt x="1156" y="595"/>
                </a:lnTo>
                <a:lnTo>
                  <a:pt x="1156" y="596"/>
                </a:lnTo>
                <a:lnTo>
                  <a:pt x="1156" y="597"/>
                </a:lnTo>
                <a:lnTo>
                  <a:pt x="1157" y="598"/>
                </a:lnTo>
                <a:lnTo>
                  <a:pt x="1157" y="599"/>
                </a:lnTo>
                <a:lnTo>
                  <a:pt x="1158" y="600"/>
                </a:lnTo>
                <a:lnTo>
                  <a:pt x="1158" y="601"/>
                </a:lnTo>
                <a:lnTo>
                  <a:pt x="1158" y="602"/>
                </a:lnTo>
                <a:lnTo>
                  <a:pt x="1157" y="601"/>
                </a:lnTo>
                <a:lnTo>
                  <a:pt x="1158" y="603"/>
                </a:lnTo>
                <a:lnTo>
                  <a:pt x="1158" y="604"/>
                </a:lnTo>
                <a:lnTo>
                  <a:pt x="1158" y="605"/>
                </a:lnTo>
                <a:lnTo>
                  <a:pt x="1159" y="606"/>
                </a:lnTo>
                <a:lnTo>
                  <a:pt x="1159" y="605"/>
                </a:lnTo>
                <a:lnTo>
                  <a:pt x="1160" y="605"/>
                </a:lnTo>
                <a:lnTo>
                  <a:pt x="1161" y="605"/>
                </a:lnTo>
                <a:lnTo>
                  <a:pt x="1162" y="606"/>
                </a:lnTo>
                <a:lnTo>
                  <a:pt x="1163" y="605"/>
                </a:lnTo>
                <a:lnTo>
                  <a:pt x="1164" y="605"/>
                </a:lnTo>
                <a:lnTo>
                  <a:pt x="1164" y="606"/>
                </a:lnTo>
                <a:lnTo>
                  <a:pt x="1165" y="606"/>
                </a:lnTo>
                <a:lnTo>
                  <a:pt x="1166" y="607"/>
                </a:lnTo>
                <a:lnTo>
                  <a:pt x="1166" y="608"/>
                </a:lnTo>
                <a:lnTo>
                  <a:pt x="1167" y="608"/>
                </a:lnTo>
                <a:lnTo>
                  <a:pt x="1167" y="609"/>
                </a:lnTo>
                <a:lnTo>
                  <a:pt x="1168" y="610"/>
                </a:lnTo>
                <a:lnTo>
                  <a:pt x="1168" y="611"/>
                </a:lnTo>
                <a:lnTo>
                  <a:pt x="1168" y="612"/>
                </a:lnTo>
                <a:lnTo>
                  <a:pt x="1169" y="613"/>
                </a:lnTo>
                <a:lnTo>
                  <a:pt x="1171" y="614"/>
                </a:lnTo>
                <a:lnTo>
                  <a:pt x="1171" y="615"/>
                </a:lnTo>
                <a:lnTo>
                  <a:pt x="1172" y="616"/>
                </a:lnTo>
                <a:lnTo>
                  <a:pt x="1172" y="617"/>
                </a:lnTo>
                <a:lnTo>
                  <a:pt x="1172" y="618"/>
                </a:lnTo>
                <a:lnTo>
                  <a:pt x="1172" y="619"/>
                </a:lnTo>
                <a:lnTo>
                  <a:pt x="1171" y="619"/>
                </a:lnTo>
                <a:lnTo>
                  <a:pt x="1171" y="620"/>
                </a:lnTo>
                <a:lnTo>
                  <a:pt x="1170" y="620"/>
                </a:lnTo>
                <a:lnTo>
                  <a:pt x="1169" y="621"/>
                </a:lnTo>
                <a:lnTo>
                  <a:pt x="1169" y="620"/>
                </a:lnTo>
                <a:lnTo>
                  <a:pt x="1168" y="620"/>
                </a:lnTo>
                <a:lnTo>
                  <a:pt x="1167" y="620"/>
                </a:lnTo>
                <a:lnTo>
                  <a:pt x="1166" y="620"/>
                </a:lnTo>
                <a:lnTo>
                  <a:pt x="1166" y="621"/>
                </a:lnTo>
                <a:lnTo>
                  <a:pt x="1165" y="621"/>
                </a:lnTo>
                <a:lnTo>
                  <a:pt x="1163" y="621"/>
                </a:lnTo>
                <a:lnTo>
                  <a:pt x="1163" y="622"/>
                </a:lnTo>
                <a:lnTo>
                  <a:pt x="1162" y="621"/>
                </a:lnTo>
                <a:lnTo>
                  <a:pt x="1161" y="622"/>
                </a:lnTo>
                <a:lnTo>
                  <a:pt x="1160" y="624"/>
                </a:lnTo>
                <a:lnTo>
                  <a:pt x="1160" y="626"/>
                </a:lnTo>
                <a:lnTo>
                  <a:pt x="1160" y="627"/>
                </a:lnTo>
                <a:lnTo>
                  <a:pt x="1161" y="628"/>
                </a:lnTo>
                <a:lnTo>
                  <a:pt x="1162" y="629"/>
                </a:lnTo>
                <a:lnTo>
                  <a:pt x="1162" y="630"/>
                </a:lnTo>
                <a:lnTo>
                  <a:pt x="1161" y="632"/>
                </a:lnTo>
                <a:lnTo>
                  <a:pt x="1162" y="632"/>
                </a:lnTo>
                <a:lnTo>
                  <a:pt x="1163" y="632"/>
                </a:lnTo>
                <a:lnTo>
                  <a:pt x="1163" y="634"/>
                </a:lnTo>
                <a:lnTo>
                  <a:pt x="1164" y="635"/>
                </a:lnTo>
                <a:lnTo>
                  <a:pt x="1165" y="635"/>
                </a:lnTo>
                <a:lnTo>
                  <a:pt x="1166" y="636"/>
                </a:lnTo>
                <a:lnTo>
                  <a:pt x="1165" y="636"/>
                </a:lnTo>
                <a:lnTo>
                  <a:pt x="1165" y="637"/>
                </a:lnTo>
                <a:lnTo>
                  <a:pt x="1166" y="637"/>
                </a:lnTo>
                <a:lnTo>
                  <a:pt x="1166" y="639"/>
                </a:lnTo>
                <a:lnTo>
                  <a:pt x="1165" y="640"/>
                </a:lnTo>
                <a:lnTo>
                  <a:pt x="1164" y="640"/>
                </a:lnTo>
                <a:lnTo>
                  <a:pt x="1165" y="642"/>
                </a:lnTo>
                <a:lnTo>
                  <a:pt x="1167" y="643"/>
                </a:lnTo>
                <a:lnTo>
                  <a:pt x="1168" y="643"/>
                </a:lnTo>
                <a:lnTo>
                  <a:pt x="1169" y="642"/>
                </a:lnTo>
                <a:lnTo>
                  <a:pt x="1170" y="642"/>
                </a:lnTo>
                <a:lnTo>
                  <a:pt x="1171" y="642"/>
                </a:lnTo>
                <a:lnTo>
                  <a:pt x="1171" y="643"/>
                </a:lnTo>
                <a:lnTo>
                  <a:pt x="1172" y="643"/>
                </a:lnTo>
                <a:lnTo>
                  <a:pt x="1172" y="644"/>
                </a:lnTo>
                <a:lnTo>
                  <a:pt x="1174" y="645"/>
                </a:lnTo>
                <a:lnTo>
                  <a:pt x="1174" y="646"/>
                </a:lnTo>
                <a:lnTo>
                  <a:pt x="1174" y="647"/>
                </a:lnTo>
                <a:lnTo>
                  <a:pt x="1175" y="647"/>
                </a:lnTo>
                <a:lnTo>
                  <a:pt x="1175" y="649"/>
                </a:lnTo>
                <a:lnTo>
                  <a:pt x="1175" y="650"/>
                </a:lnTo>
                <a:lnTo>
                  <a:pt x="1174" y="651"/>
                </a:lnTo>
                <a:lnTo>
                  <a:pt x="1174" y="652"/>
                </a:lnTo>
                <a:lnTo>
                  <a:pt x="1175" y="652"/>
                </a:lnTo>
                <a:lnTo>
                  <a:pt x="1176" y="651"/>
                </a:lnTo>
                <a:lnTo>
                  <a:pt x="1176" y="652"/>
                </a:lnTo>
                <a:lnTo>
                  <a:pt x="1177" y="652"/>
                </a:lnTo>
                <a:lnTo>
                  <a:pt x="1177" y="653"/>
                </a:lnTo>
                <a:lnTo>
                  <a:pt x="1177" y="654"/>
                </a:lnTo>
                <a:lnTo>
                  <a:pt x="1177" y="655"/>
                </a:lnTo>
                <a:lnTo>
                  <a:pt x="1178" y="657"/>
                </a:lnTo>
                <a:lnTo>
                  <a:pt x="1179" y="657"/>
                </a:lnTo>
                <a:lnTo>
                  <a:pt x="1179" y="658"/>
                </a:lnTo>
                <a:lnTo>
                  <a:pt x="1179" y="659"/>
                </a:lnTo>
                <a:lnTo>
                  <a:pt x="1178" y="659"/>
                </a:lnTo>
                <a:lnTo>
                  <a:pt x="1177" y="659"/>
                </a:lnTo>
                <a:lnTo>
                  <a:pt x="1178" y="659"/>
                </a:lnTo>
                <a:lnTo>
                  <a:pt x="1178" y="660"/>
                </a:lnTo>
                <a:lnTo>
                  <a:pt x="1179" y="660"/>
                </a:lnTo>
                <a:lnTo>
                  <a:pt x="1179" y="661"/>
                </a:lnTo>
                <a:lnTo>
                  <a:pt x="1180" y="662"/>
                </a:lnTo>
                <a:lnTo>
                  <a:pt x="1180" y="663"/>
                </a:lnTo>
                <a:lnTo>
                  <a:pt x="1181" y="663"/>
                </a:lnTo>
                <a:lnTo>
                  <a:pt x="1182" y="663"/>
                </a:lnTo>
                <a:lnTo>
                  <a:pt x="1183" y="664"/>
                </a:lnTo>
                <a:lnTo>
                  <a:pt x="1182" y="664"/>
                </a:lnTo>
                <a:lnTo>
                  <a:pt x="1183" y="664"/>
                </a:lnTo>
                <a:lnTo>
                  <a:pt x="1183" y="665"/>
                </a:lnTo>
                <a:lnTo>
                  <a:pt x="1184" y="666"/>
                </a:lnTo>
                <a:lnTo>
                  <a:pt x="1184" y="667"/>
                </a:lnTo>
                <a:lnTo>
                  <a:pt x="1184" y="668"/>
                </a:lnTo>
                <a:lnTo>
                  <a:pt x="1183" y="668"/>
                </a:lnTo>
                <a:lnTo>
                  <a:pt x="1183" y="669"/>
                </a:lnTo>
                <a:lnTo>
                  <a:pt x="1183" y="670"/>
                </a:lnTo>
                <a:lnTo>
                  <a:pt x="1183" y="671"/>
                </a:lnTo>
                <a:lnTo>
                  <a:pt x="1183" y="672"/>
                </a:lnTo>
                <a:lnTo>
                  <a:pt x="1183" y="673"/>
                </a:lnTo>
                <a:lnTo>
                  <a:pt x="1183" y="674"/>
                </a:lnTo>
                <a:lnTo>
                  <a:pt x="1184" y="674"/>
                </a:lnTo>
                <a:lnTo>
                  <a:pt x="1185" y="675"/>
                </a:lnTo>
                <a:lnTo>
                  <a:pt x="1185" y="677"/>
                </a:lnTo>
                <a:lnTo>
                  <a:pt x="1185" y="678"/>
                </a:lnTo>
                <a:lnTo>
                  <a:pt x="1186" y="679"/>
                </a:lnTo>
                <a:lnTo>
                  <a:pt x="1186" y="680"/>
                </a:lnTo>
                <a:lnTo>
                  <a:pt x="1187" y="681"/>
                </a:lnTo>
                <a:lnTo>
                  <a:pt x="1188" y="681"/>
                </a:lnTo>
                <a:lnTo>
                  <a:pt x="1187" y="682"/>
                </a:lnTo>
                <a:lnTo>
                  <a:pt x="1186" y="684"/>
                </a:lnTo>
                <a:lnTo>
                  <a:pt x="1186" y="685"/>
                </a:lnTo>
                <a:lnTo>
                  <a:pt x="1186" y="686"/>
                </a:lnTo>
                <a:lnTo>
                  <a:pt x="1185" y="686"/>
                </a:lnTo>
                <a:lnTo>
                  <a:pt x="1184" y="686"/>
                </a:lnTo>
                <a:lnTo>
                  <a:pt x="1183" y="686"/>
                </a:lnTo>
                <a:lnTo>
                  <a:pt x="1182" y="686"/>
                </a:lnTo>
                <a:lnTo>
                  <a:pt x="1180" y="686"/>
                </a:lnTo>
                <a:lnTo>
                  <a:pt x="1178" y="689"/>
                </a:lnTo>
                <a:lnTo>
                  <a:pt x="1177" y="688"/>
                </a:lnTo>
                <a:lnTo>
                  <a:pt x="1177" y="689"/>
                </a:lnTo>
                <a:lnTo>
                  <a:pt x="1177" y="690"/>
                </a:lnTo>
                <a:lnTo>
                  <a:pt x="1176" y="690"/>
                </a:lnTo>
                <a:lnTo>
                  <a:pt x="1175" y="690"/>
                </a:lnTo>
                <a:lnTo>
                  <a:pt x="1174" y="692"/>
                </a:lnTo>
                <a:lnTo>
                  <a:pt x="1174" y="693"/>
                </a:lnTo>
                <a:lnTo>
                  <a:pt x="1173" y="693"/>
                </a:lnTo>
                <a:lnTo>
                  <a:pt x="1172" y="693"/>
                </a:lnTo>
                <a:lnTo>
                  <a:pt x="1172" y="694"/>
                </a:lnTo>
                <a:lnTo>
                  <a:pt x="1172" y="695"/>
                </a:lnTo>
                <a:lnTo>
                  <a:pt x="1172" y="696"/>
                </a:lnTo>
                <a:lnTo>
                  <a:pt x="1171" y="696"/>
                </a:lnTo>
                <a:lnTo>
                  <a:pt x="1171" y="697"/>
                </a:lnTo>
                <a:lnTo>
                  <a:pt x="1172" y="698"/>
                </a:lnTo>
                <a:lnTo>
                  <a:pt x="1171" y="698"/>
                </a:lnTo>
                <a:lnTo>
                  <a:pt x="1171" y="699"/>
                </a:lnTo>
                <a:lnTo>
                  <a:pt x="1171" y="702"/>
                </a:lnTo>
                <a:lnTo>
                  <a:pt x="1171" y="703"/>
                </a:lnTo>
                <a:lnTo>
                  <a:pt x="1171" y="704"/>
                </a:lnTo>
                <a:lnTo>
                  <a:pt x="1172" y="704"/>
                </a:lnTo>
                <a:lnTo>
                  <a:pt x="1172" y="705"/>
                </a:lnTo>
                <a:lnTo>
                  <a:pt x="1172" y="706"/>
                </a:lnTo>
                <a:lnTo>
                  <a:pt x="1171" y="706"/>
                </a:lnTo>
                <a:lnTo>
                  <a:pt x="1171" y="707"/>
                </a:lnTo>
                <a:lnTo>
                  <a:pt x="1171" y="708"/>
                </a:lnTo>
                <a:lnTo>
                  <a:pt x="1172" y="708"/>
                </a:lnTo>
                <a:lnTo>
                  <a:pt x="1172" y="709"/>
                </a:lnTo>
                <a:lnTo>
                  <a:pt x="1173" y="709"/>
                </a:lnTo>
                <a:lnTo>
                  <a:pt x="1174" y="709"/>
                </a:lnTo>
                <a:lnTo>
                  <a:pt x="1175" y="710"/>
                </a:lnTo>
                <a:lnTo>
                  <a:pt x="1175" y="709"/>
                </a:lnTo>
                <a:lnTo>
                  <a:pt x="1176" y="709"/>
                </a:lnTo>
                <a:lnTo>
                  <a:pt x="1176" y="710"/>
                </a:lnTo>
                <a:lnTo>
                  <a:pt x="1177" y="710"/>
                </a:lnTo>
                <a:lnTo>
                  <a:pt x="1177" y="711"/>
                </a:lnTo>
                <a:lnTo>
                  <a:pt x="1177" y="712"/>
                </a:lnTo>
                <a:lnTo>
                  <a:pt x="1176" y="712"/>
                </a:lnTo>
                <a:lnTo>
                  <a:pt x="1176" y="711"/>
                </a:lnTo>
                <a:lnTo>
                  <a:pt x="1176" y="712"/>
                </a:lnTo>
                <a:lnTo>
                  <a:pt x="1175" y="712"/>
                </a:lnTo>
                <a:lnTo>
                  <a:pt x="1175" y="713"/>
                </a:lnTo>
                <a:lnTo>
                  <a:pt x="1175" y="714"/>
                </a:lnTo>
                <a:lnTo>
                  <a:pt x="1176" y="716"/>
                </a:lnTo>
                <a:lnTo>
                  <a:pt x="1175" y="716"/>
                </a:lnTo>
                <a:lnTo>
                  <a:pt x="1175" y="717"/>
                </a:lnTo>
                <a:lnTo>
                  <a:pt x="1176" y="718"/>
                </a:lnTo>
                <a:lnTo>
                  <a:pt x="1177" y="717"/>
                </a:lnTo>
                <a:lnTo>
                  <a:pt x="1177" y="716"/>
                </a:lnTo>
                <a:lnTo>
                  <a:pt x="1178" y="715"/>
                </a:lnTo>
                <a:lnTo>
                  <a:pt x="1179" y="714"/>
                </a:lnTo>
                <a:lnTo>
                  <a:pt x="1179" y="715"/>
                </a:lnTo>
                <a:lnTo>
                  <a:pt x="1179" y="716"/>
                </a:lnTo>
                <a:lnTo>
                  <a:pt x="1179" y="715"/>
                </a:lnTo>
                <a:lnTo>
                  <a:pt x="1180" y="715"/>
                </a:lnTo>
                <a:lnTo>
                  <a:pt x="1180" y="718"/>
                </a:lnTo>
                <a:lnTo>
                  <a:pt x="1181" y="719"/>
                </a:lnTo>
                <a:lnTo>
                  <a:pt x="1182" y="719"/>
                </a:lnTo>
                <a:lnTo>
                  <a:pt x="1182" y="720"/>
                </a:lnTo>
                <a:lnTo>
                  <a:pt x="1183" y="720"/>
                </a:lnTo>
                <a:lnTo>
                  <a:pt x="1182" y="721"/>
                </a:lnTo>
                <a:lnTo>
                  <a:pt x="1182" y="722"/>
                </a:lnTo>
                <a:lnTo>
                  <a:pt x="1184" y="722"/>
                </a:lnTo>
                <a:lnTo>
                  <a:pt x="1184" y="723"/>
                </a:lnTo>
                <a:lnTo>
                  <a:pt x="1184" y="724"/>
                </a:lnTo>
                <a:lnTo>
                  <a:pt x="1185" y="724"/>
                </a:lnTo>
                <a:lnTo>
                  <a:pt x="1185" y="725"/>
                </a:lnTo>
                <a:lnTo>
                  <a:pt x="1185" y="724"/>
                </a:lnTo>
                <a:lnTo>
                  <a:pt x="1186" y="724"/>
                </a:lnTo>
                <a:lnTo>
                  <a:pt x="1186" y="725"/>
                </a:lnTo>
                <a:lnTo>
                  <a:pt x="1187" y="725"/>
                </a:lnTo>
                <a:lnTo>
                  <a:pt x="1188" y="725"/>
                </a:lnTo>
                <a:lnTo>
                  <a:pt x="1189" y="724"/>
                </a:lnTo>
                <a:lnTo>
                  <a:pt x="1190" y="725"/>
                </a:lnTo>
                <a:lnTo>
                  <a:pt x="1190" y="724"/>
                </a:lnTo>
                <a:lnTo>
                  <a:pt x="1191" y="724"/>
                </a:lnTo>
                <a:lnTo>
                  <a:pt x="1191" y="725"/>
                </a:lnTo>
                <a:lnTo>
                  <a:pt x="1192" y="725"/>
                </a:lnTo>
                <a:lnTo>
                  <a:pt x="1193" y="725"/>
                </a:lnTo>
                <a:lnTo>
                  <a:pt x="1193" y="726"/>
                </a:lnTo>
                <a:lnTo>
                  <a:pt x="1192" y="726"/>
                </a:lnTo>
                <a:lnTo>
                  <a:pt x="1192" y="727"/>
                </a:lnTo>
                <a:lnTo>
                  <a:pt x="1192" y="728"/>
                </a:lnTo>
                <a:lnTo>
                  <a:pt x="1193" y="728"/>
                </a:lnTo>
                <a:lnTo>
                  <a:pt x="1193" y="727"/>
                </a:lnTo>
                <a:lnTo>
                  <a:pt x="1194" y="727"/>
                </a:lnTo>
                <a:lnTo>
                  <a:pt x="1193" y="726"/>
                </a:lnTo>
                <a:lnTo>
                  <a:pt x="1194" y="726"/>
                </a:lnTo>
                <a:lnTo>
                  <a:pt x="1194" y="725"/>
                </a:lnTo>
                <a:lnTo>
                  <a:pt x="1195" y="725"/>
                </a:lnTo>
                <a:lnTo>
                  <a:pt x="1196" y="724"/>
                </a:lnTo>
                <a:lnTo>
                  <a:pt x="1197" y="724"/>
                </a:lnTo>
                <a:lnTo>
                  <a:pt x="1198" y="724"/>
                </a:lnTo>
                <a:lnTo>
                  <a:pt x="1199" y="723"/>
                </a:lnTo>
                <a:lnTo>
                  <a:pt x="1200" y="723"/>
                </a:lnTo>
                <a:lnTo>
                  <a:pt x="1202" y="722"/>
                </a:lnTo>
                <a:lnTo>
                  <a:pt x="1202" y="723"/>
                </a:lnTo>
                <a:lnTo>
                  <a:pt x="1203" y="723"/>
                </a:lnTo>
                <a:lnTo>
                  <a:pt x="1203" y="722"/>
                </a:lnTo>
                <a:lnTo>
                  <a:pt x="1204" y="722"/>
                </a:lnTo>
                <a:lnTo>
                  <a:pt x="1204" y="723"/>
                </a:lnTo>
                <a:lnTo>
                  <a:pt x="1203" y="723"/>
                </a:lnTo>
                <a:lnTo>
                  <a:pt x="1204" y="724"/>
                </a:lnTo>
                <a:lnTo>
                  <a:pt x="1205" y="724"/>
                </a:lnTo>
                <a:lnTo>
                  <a:pt x="1205" y="723"/>
                </a:lnTo>
                <a:lnTo>
                  <a:pt x="1206" y="723"/>
                </a:lnTo>
                <a:lnTo>
                  <a:pt x="1207" y="724"/>
                </a:lnTo>
                <a:lnTo>
                  <a:pt x="1208" y="725"/>
                </a:lnTo>
                <a:lnTo>
                  <a:pt x="1208" y="724"/>
                </a:lnTo>
                <a:lnTo>
                  <a:pt x="1209" y="724"/>
                </a:lnTo>
                <a:lnTo>
                  <a:pt x="1210" y="724"/>
                </a:lnTo>
                <a:lnTo>
                  <a:pt x="1210" y="725"/>
                </a:lnTo>
                <a:lnTo>
                  <a:pt x="1209" y="726"/>
                </a:lnTo>
                <a:lnTo>
                  <a:pt x="1208" y="727"/>
                </a:lnTo>
                <a:lnTo>
                  <a:pt x="1207" y="727"/>
                </a:lnTo>
                <a:lnTo>
                  <a:pt x="1207" y="726"/>
                </a:lnTo>
                <a:lnTo>
                  <a:pt x="1207" y="725"/>
                </a:lnTo>
                <a:lnTo>
                  <a:pt x="1207" y="724"/>
                </a:lnTo>
                <a:lnTo>
                  <a:pt x="1206" y="724"/>
                </a:lnTo>
                <a:lnTo>
                  <a:pt x="1206" y="725"/>
                </a:lnTo>
                <a:lnTo>
                  <a:pt x="1206" y="726"/>
                </a:lnTo>
                <a:lnTo>
                  <a:pt x="1205" y="726"/>
                </a:lnTo>
                <a:lnTo>
                  <a:pt x="1205" y="727"/>
                </a:lnTo>
                <a:lnTo>
                  <a:pt x="1204" y="727"/>
                </a:lnTo>
                <a:lnTo>
                  <a:pt x="1204" y="729"/>
                </a:lnTo>
                <a:lnTo>
                  <a:pt x="1205" y="729"/>
                </a:lnTo>
                <a:lnTo>
                  <a:pt x="1205" y="730"/>
                </a:lnTo>
                <a:lnTo>
                  <a:pt x="1206" y="730"/>
                </a:lnTo>
                <a:lnTo>
                  <a:pt x="1206" y="729"/>
                </a:lnTo>
                <a:lnTo>
                  <a:pt x="1207" y="730"/>
                </a:lnTo>
                <a:lnTo>
                  <a:pt x="1206" y="731"/>
                </a:lnTo>
                <a:lnTo>
                  <a:pt x="1206" y="732"/>
                </a:lnTo>
                <a:lnTo>
                  <a:pt x="1206" y="733"/>
                </a:lnTo>
                <a:lnTo>
                  <a:pt x="1207" y="733"/>
                </a:lnTo>
                <a:lnTo>
                  <a:pt x="1207" y="734"/>
                </a:lnTo>
                <a:lnTo>
                  <a:pt x="1207" y="733"/>
                </a:lnTo>
                <a:lnTo>
                  <a:pt x="1208" y="733"/>
                </a:lnTo>
                <a:lnTo>
                  <a:pt x="1208" y="734"/>
                </a:lnTo>
                <a:lnTo>
                  <a:pt x="1209" y="735"/>
                </a:lnTo>
                <a:lnTo>
                  <a:pt x="1210" y="734"/>
                </a:lnTo>
                <a:lnTo>
                  <a:pt x="1210" y="735"/>
                </a:lnTo>
                <a:lnTo>
                  <a:pt x="1210" y="736"/>
                </a:lnTo>
                <a:lnTo>
                  <a:pt x="1209" y="736"/>
                </a:lnTo>
                <a:lnTo>
                  <a:pt x="1210" y="737"/>
                </a:lnTo>
                <a:lnTo>
                  <a:pt x="1211" y="737"/>
                </a:lnTo>
                <a:lnTo>
                  <a:pt x="1212" y="737"/>
                </a:lnTo>
                <a:lnTo>
                  <a:pt x="1212" y="738"/>
                </a:lnTo>
                <a:lnTo>
                  <a:pt x="1212" y="739"/>
                </a:lnTo>
                <a:lnTo>
                  <a:pt x="1212" y="738"/>
                </a:lnTo>
                <a:lnTo>
                  <a:pt x="1211" y="739"/>
                </a:lnTo>
                <a:lnTo>
                  <a:pt x="1212" y="739"/>
                </a:lnTo>
                <a:lnTo>
                  <a:pt x="1212" y="740"/>
                </a:lnTo>
                <a:lnTo>
                  <a:pt x="1213" y="740"/>
                </a:lnTo>
                <a:lnTo>
                  <a:pt x="1214" y="741"/>
                </a:lnTo>
                <a:lnTo>
                  <a:pt x="1215" y="740"/>
                </a:lnTo>
                <a:lnTo>
                  <a:pt x="1215" y="741"/>
                </a:lnTo>
                <a:lnTo>
                  <a:pt x="1216" y="741"/>
                </a:lnTo>
                <a:lnTo>
                  <a:pt x="1216" y="742"/>
                </a:lnTo>
                <a:lnTo>
                  <a:pt x="1215" y="742"/>
                </a:lnTo>
                <a:lnTo>
                  <a:pt x="1216" y="743"/>
                </a:lnTo>
                <a:lnTo>
                  <a:pt x="1216" y="744"/>
                </a:lnTo>
                <a:lnTo>
                  <a:pt x="1216" y="743"/>
                </a:lnTo>
                <a:lnTo>
                  <a:pt x="1217" y="744"/>
                </a:lnTo>
                <a:lnTo>
                  <a:pt x="1217" y="745"/>
                </a:lnTo>
                <a:lnTo>
                  <a:pt x="1217" y="746"/>
                </a:lnTo>
                <a:lnTo>
                  <a:pt x="1216" y="746"/>
                </a:lnTo>
                <a:lnTo>
                  <a:pt x="1217" y="747"/>
                </a:lnTo>
                <a:lnTo>
                  <a:pt x="1217" y="748"/>
                </a:lnTo>
                <a:lnTo>
                  <a:pt x="1217" y="749"/>
                </a:lnTo>
                <a:lnTo>
                  <a:pt x="1218" y="749"/>
                </a:lnTo>
                <a:lnTo>
                  <a:pt x="1218" y="748"/>
                </a:lnTo>
                <a:lnTo>
                  <a:pt x="1218" y="747"/>
                </a:lnTo>
                <a:lnTo>
                  <a:pt x="1218" y="746"/>
                </a:lnTo>
                <a:lnTo>
                  <a:pt x="1219" y="746"/>
                </a:lnTo>
                <a:lnTo>
                  <a:pt x="1219" y="745"/>
                </a:lnTo>
                <a:lnTo>
                  <a:pt x="1219" y="744"/>
                </a:lnTo>
                <a:lnTo>
                  <a:pt x="1220" y="743"/>
                </a:lnTo>
                <a:lnTo>
                  <a:pt x="1220" y="744"/>
                </a:lnTo>
                <a:lnTo>
                  <a:pt x="1221" y="744"/>
                </a:lnTo>
                <a:lnTo>
                  <a:pt x="1221" y="743"/>
                </a:lnTo>
                <a:lnTo>
                  <a:pt x="1223" y="743"/>
                </a:lnTo>
                <a:lnTo>
                  <a:pt x="1224" y="743"/>
                </a:lnTo>
                <a:lnTo>
                  <a:pt x="1224" y="744"/>
                </a:lnTo>
                <a:lnTo>
                  <a:pt x="1225" y="744"/>
                </a:lnTo>
                <a:lnTo>
                  <a:pt x="1226" y="744"/>
                </a:lnTo>
                <a:lnTo>
                  <a:pt x="1227" y="744"/>
                </a:lnTo>
                <a:lnTo>
                  <a:pt x="1228" y="744"/>
                </a:lnTo>
                <a:lnTo>
                  <a:pt x="1229" y="744"/>
                </a:lnTo>
                <a:lnTo>
                  <a:pt x="1230" y="745"/>
                </a:lnTo>
                <a:lnTo>
                  <a:pt x="1231" y="745"/>
                </a:lnTo>
                <a:lnTo>
                  <a:pt x="1232" y="745"/>
                </a:lnTo>
                <a:lnTo>
                  <a:pt x="1233" y="745"/>
                </a:lnTo>
                <a:lnTo>
                  <a:pt x="1233" y="746"/>
                </a:lnTo>
                <a:lnTo>
                  <a:pt x="1233" y="747"/>
                </a:lnTo>
                <a:lnTo>
                  <a:pt x="1233" y="746"/>
                </a:lnTo>
                <a:lnTo>
                  <a:pt x="1232" y="747"/>
                </a:lnTo>
                <a:lnTo>
                  <a:pt x="1232" y="748"/>
                </a:lnTo>
                <a:lnTo>
                  <a:pt x="1233" y="748"/>
                </a:lnTo>
                <a:lnTo>
                  <a:pt x="1234" y="748"/>
                </a:lnTo>
                <a:lnTo>
                  <a:pt x="1235" y="748"/>
                </a:lnTo>
                <a:lnTo>
                  <a:pt x="1236" y="748"/>
                </a:lnTo>
                <a:lnTo>
                  <a:pt x="1237" y="748"/>
                </a:lnTo>
                <a:lnTo>
                  <a:pt x="1237" y="747"/>
                </a:lnTo>
                <a:lnTo>
                  <a:pt x="1238" y="747"/>
                </a:lnTo>
                <a:lnTo>
                  <a:pt x="1238" y="748"/>
                </a:lnTo>
                <a:lnTo>
                  <a:pt x="1238" y="749"/>
                </a:lnTo>
                <a:lnTo>
                  <a:pt x="1238" y="748"/>
                </a:lnTo>
                <a:lnTo>
                  <a:pt x="1239" y="748"/>
                </a:lnTo>
                <a:lnTo>
                  <a:pt x="1239" y="747"/>
                </a:lnTo>
                <a:lnTo>
                  <a:pt x="1238" y="747"/>
                </a:lnTo>
                <a:lnTo>
                  <a:pt x="1239" y="746"/>
                </a:lnTo>
                <a:lnTo>
                  <a:pt x="1240" y="746"/>
                </a:lnTo>
                <a:lnTo>
                  <a:pt x="1240" y="747"/>
                </a:lnTo>
                <a:lnTo>
                  <a:pt x="1241" y="748"/>
                </a:lnTo>
                <a:lnTo>
                  <a:pt x="1240" y="748"/>
                </a:lnTo>
                <a:lnTo>
                  <a:pt x="1239" y="748"/>
                </a:lnTo>
                <a:lnTo>
                  <a:pt x="1239" y="749"/>
                </a:lnTo>
                <a:lnTo>
                  <a:pt x="1238" y="749"/>
                </a:lnTo>
                <a:lnTo>
                  <a:pt x="1237" y="749"/>
                </a:lnTo>
                <a:lnTo>
                  <a:pt x="1238" y="749"/>
                </a:lnTo>
                <a:lnTo>
                  <a:pt x="1238" y="750"/>
                </a:lnTo>
                <a:lnTo>
                  <a:pt x="1238" y="751"/>
                </a:lnTo>
                <a:lnTo>
                  <a:pt x="1238" y="752"/>
                </a:lnTo>
                <a:lnTo>
                  <a:pt x="1238" y="753"/>
                </a:lnTo>
                <a:lnTo>
                  <a:pt x="1239" y="754"/>
                </a:lnTo>
                <a:lnTo>
                  <a:pt x="1239" y="755"/>
                </a:lnTo>
                <a:lnTo>
                  <a:pt x="1239" y="756"/>
                </a:lnTo>
                <a:lnTo>
                  <a:pt x="1239" y="757"/>
                </a:lnTo>
                <a:lnTo>
                  <a:pt x="1239" y="758"/>
                </a:lnTo>
                <a:lnTo>
                  <a:pt x="1241" y="758"/>
                </a:lnTo>
                <a:lnTo>
                  <a:pt x="1240" y="759"/>
                </a:lnTo>
                <a:lnTo>
                  <a:pt x="1241" y="759"/>
                </a:lnTo>
                <a:lnTo>
                  <a:pt x="1241" y="760"/>
                </a:lnTo>
                <a:lnTo>
                  <a:pt x="1241" y="761"/>
                </a:lnTo>
                <a:lnTo>
                  <a:pt x="1241" y="762"/>
                </a:lnTo>
                <a:lnTo>
                  <a:pt x="1242" y="762"/>
                </a:lnTo>
                <a:lnTo>
                  <a:pt x="1242" y="761"/>
                </a:lnTo>
                <a:lnTo>
                  <a:pt x="1242" y="760"/>
                </a:lnTo>
                <a:lnTo>
                  <a:pt x="1242" y="761"/>
                </a:lnTo>
                <a:lnTo>
                  <a:pt x="1243" y="761"/>
                </a:lnTo>
                <a:lnTo>
                  <a:pt x="1243" y="760"/>
                </a:lnTo>
                <a:lnTo>
                  <a:pt x="1243" y="759"/>
                </a:lnTo>
                <a:lnTo>
                  <a:pt x="1243" y="758"/>
                </a:lnTo>
                <a:lnTo>
                  <a:pt x="1244" y="758"/>
                </a:lnTo>
                <a:lnTo>
                  <a:pt x="1245" y="756"/>
                </a:lnTo>
                <a:lnTo>
                  <a:pt x="1246" y="756"/>
                </a:lnTo>
                <a:lnTo>
                  <a:pt x="1247" y="755"/>
                </a:lnTo>
                <a:lnTo>
                  <a:pt x="1247" y="754"/>
                </a:lnTo>
                <a:lnTo>
                  <a:pt x="1248" y="754"/>
                </a:lnTo>
                <a:lnTo>
                  <a:pt x="1248" y="755"/>
                </a:lnTo>
                <a:lnTo>
                  <a:pt x="1248" y="756"/>
                </a:lnTo>
                <a:lnTo>
                  <a:pt x="1249" y="757"/>
                </a:lnTo>
                <a:lnTo>
                  <a:pt x="1250" y="757"/>
                </a:lnTo>
                <a:lnTo>
                  <a:pt x="1251" y="757"/>
                </a:lnTo>
                <a:lnTo>
                  <a:pt x="1251" y="756"/>
                </a:lnTo>
                <a:lnTo>
                  <a:pt x="1252" y="757"/>
                </a:lnTo>
                <a:lnTo>
                  <a:pt x="1253" y="757"/>
                </a:lnTo>
                <a:lnTo>
                  <a:pt x="1253" y="759"/>
                </a:lnTo>
                <a:lnTo>
                  <a:pt x="1253" y="760"/>
                </a:lnTo>
                <a:lnTo>
                  <a:pt x="1254" y="760"/>
                </a:lnTo>
                <a:lnTo>
                  <a:pt x="1254" y="761"/>
                </a:lnTo>
                <a:lnTo>
                  <a:pt x="1253" y="762"/>
                </a:lnTo>
                <a:lnTo>
                  <a:pt x="1253" y="763"/>
                </a:lnTo>
                <a:lnTo>
                  <a:pt x="1254" y="763"/>
                </a:lnTo>
                <a:lnTo>
                  <a:pt x="1254" y="764"/>
                </a:lnTo>
                <a:lnTo>
                  <a:pt x="1255" y="765"/>
                </a:lnTo>
                <a:lnTo>
                  <a:pt x="1256" y="765"/>
                </a:lnTo>
                <a:lnTo>
                  <a:pt x="1257" y="767"/>
                </a:lnTo>
                <a:lnTo>
                  <a:pt x="1257" y="768"/>
                </a:lnTo>
                <a:lnTo>
                  <a:pt x="1259" y="769"/>
                </a:lnTo>
                <a:lnTo>
                  <a:pt x="1260" y="769"/>
                </a:lnTo>
                <a:lnTo>
                  <a:pt x="1260" y="770"/>
                </a:lnTo>
                <a:lnTo>
                  <a:pt x="1260" y="771"/>
                </a:lnTo>
                <a:lnTo>
                  <a:pt x="1260" y="772"/>
                </a:lnTo>
                <a:lnTo>
                  <a:pt x="1261" y="772"/>
                </a:lnTo>
                <a:lnTo>
                  <a:pt x="1261" y="773"/>
                </a:lnTo>
                <a:lnTo>
                  <a:pt x="1263" y="773"/>
                </a:lnTo>
                <a:lnTo>
                  <a:pt x="1263" y="774"/>
                </a:lnTo>
                <a:lnTo>
                  <a:pt x="1264" y="774"/>
                </a:lnTo>
                <a:lnTo>
                  <a:pt x="1265" y="774"/>
                </a:lnTo>
                <a:lnTo>
                  <a:pt x="1265" y="773"/>
                </a:lnTo>
                <a:lnTo>
                  <a:pt x="1265" y="772"/>
                </a:lnTo>
                <a:lnTo>
                  <a:pt x="1264" y="771"/>
                </a:lnTo>
                <a:lnTo>
                  <a:pt x="1265" y="771"/>
                </a:lnTo>
                <a:lnTo>
                  <a:pt x="1266" y="771"/>
                </a:lnTo>
                <a:lnTo>
                  <a:pt x="1267" y="771"/>
                </a:lnTo>
                <a:lnTo>
                  <a:pt x="1268" y="771"/>
                </a:lnTo>
                <a:lnTo>
                  <a:pt x="1269" y="770"/>
                </a:lnTo>
                <a:lnTo>
                  <a:pt x="1270" y="770"/>
                </a:lnTo>
                <a:lnTo>
                  <a:pt x="1270" y="769"/>
                </a:lnTo>
                <a:lnTo>
                  <a:pt x="1271" y="768"/>
                </a:lnTo>
                <a:lnTo>
                  <a:pt x="1272" y="768"/>
                </a:lnTo>
                <a:lnTo>
                  <a:pt x="1273" y="767"/>
                </a:lnTo>
                <a:lnTo>
                  <a:pt x="1274" y="767"/>
                </a:lnTo>
                <a:lnTo>
                  <a:pt x="1276" y="765"/>
                </a:lnTo>
                <a:lnTo>
                  <a:pt x="1276" y="764"/>
                </a:lnTo>
                <a:lnTo>
                  <a:pt x="1275" y="764"/>
                </a:lnTo>
                <a:lnTo>
                  <a:pt x="1276" y="763"/>
                </a:lnTo>
                <a:lnTo>
                  <a:pt x="1277" y="763"/>
                </a:lnTo>
                <a:lnTo>
                  <a:pt x="1277" y="762"/>
                </a:lnTo>
                <a:lnTo>
                  <a:pt x="1277" y="761"/>
                </a:lnTo>
                <a:lnTo>
                  <a:pt x="1276" y="761"/>
                </a:lnTo>
                <a:lnTo>
                  <a:pt x="1277" y="761"/>
                </a:lnTo>
                <a:lnTo>
                  <a:pt x="1276" y="759"/>
                </a:lnTo>
                <a:lnTo>
                  <a:pt x="1276" y="758"/>
                </a:lnTo>
                <a:lnTo>
                  <a:pt x="1276" y="757"/>
                </a:lnTo>
                <a:lnTo>
                  <a:pt x="1277" y="757"/>
                </a:lnTo>
                <a:lnTo>
                  <a:pt x="1277" y="756"/>
                </a:lnTo>
                <a:lnTo>
                  <a:pt x="1276" y="755"/>
                </a:lnTo>
                <a:lnTo>
                  <a:pt x="1276" y="754"/>
                </a:lnTo>
                <a:lnTo>
                  <a:pt x="1276" y="753"/>
                </a:lnTo>
                <a:lnTo>
                  <a:pt x="1275" y="753"/>
                </a:lnTo>
                <a:lnTo>
                  <a:pt x="1275" y="752"/>
                </a:lnTo>
                <a:lnTo>
                  <a:pt x="1275" y="750"/>
                </a:lnTo>
                <a:lnTo>
                  <a:pt x="1276" y="750"/>
                </a:lnTo>
                <a:lnTo>
                  <a:pt x="1276" y="749"/>
                </a:lnTo>
                <a:lnTo>
                  <a:pt x="1275" y="749"/>
                </a:lnTo>
                <a:lnTo>
                  <a:pt x="1274" y="750"/>
                </a:lnTo>
                <a:lnTo>
                  <a:pt x="1273" y="750"/>
                </a:lnTo>
                <a:lnTo>
                  <a:pt x="1273" y="749"/>
                </a:lnTo>
                <a:lnTo>
                  <a:pt x="1273" y="748"/>
                </a:lnTo>
                <a:lnTo>
                  <a:pt x="1273" y="747"/>
                </a:lnTo>
                <a:lnTo>
                  <a:pt x="1272" y="747"/>
                </a:lnTo>
                <a:lnTo>
                  <a:pt x="1272" y="746"/>
                </a:lnTo>
                <a:lnTo>
                  <a:pt x="1271" y="746"/>
                </a:lnTo>
                <a:lnTo>
                  <a:pt x="1271" y="745"/>
                </a:lnTo>
                <a:lnTo>
                  <a:pt x="1272" y="744"/>
                </a:lnTo>
                <a:lnTo>
                  <a:pt x="1272" y="743"/>
                </a:lnTo>
                <a:lnTo>
                  <a:pt x="1272" y="742"/>
                </a:lnTo>
                <a:lnTo>
                  <a:pt x="1272" y="741"/>
                </a:lnTo>
                <a:lnTo>
                  <a:pt x="1273" y="740"/>
                </a:lnTo>
                <a:lnTo>
                  <a:pt x="1273" y="739"/>
                </a:lnTo>
                <a:lnTo>
                  <a:pt x="1274" y="739"/>
                </a:lnTo>
                <a:lnTo>
                  <a:pt x="1274" y="740"/>
                </a:lnTo>
                <a:lnTo>
                  <a:pt x="1275" y="740"/>
                </a:lnTo>
                <a:lnTo>
                  <a:pt x="1275" y="739"/>
                </a:lnTo>
                <a:lnTo>
                  <a:pt x="1274" y="739"/>
                </a:lnTo>
                <a:lnTo>
                  <a:pt x="1274" y="738"/>
                </a:lnTo>
                <a:lnTo>
                  <a:pt x="1274" y="737"/>
                </a:lnTo>
                <a:lnTo>
                  <a:pt x="1273" y="737"/>
                </a:lnTo>
                <a:lnTo>
                  <a:pt x="1273" y="736"/>
                </a:lnTo>
                <a:lnTo>
                  <a:pt x="1273" y="735"/>
                </a:lnTo>
                <a:lnTo>
                  <a:pt x="1272" y="734"/>
                </a:lnTo>
                <a:lnTo>
                  <a:pt x="1273" y="733"/>
                </a:lnTo>
                <a:lnTo>
                  <a:pt x="1272" y="733"/>
                </a:lnTo>
                <a:lnTo>
                  <a:pt x="1272" y="732"/>
                </a:lnTo>
                <a:lnTo>
                  <a:pt x="1271" y="731"/>
                </a:lnTo>
                <a:lnTo>
                  <a:pt x="1271" y="730"/>
                </a:lnTo>
                <a:lnTo>
                  <a:pt x="1271" y="728"/>
                </a:lnTo>
                <a:lnTo>
                  <a:pt x="1272" y="728"/>
                </a:lnTo>
                <a:lnTo>
                  <a:pt x="1272" y="727"/>
                </a:lnTo>
                <a:lnTo>
                  <a:pt x="1273" y="726"/>
                </a:lnTo>
                <a:lnTo>
                  <a:pt x="1273" y="725"/>
                </a:lnTo>
                <a:lnTo>
                  <a:pt x="1274" y="725"/>
                </a:lnTo>
                <a:lnTo>
                  <a:pt x="1275" y="725"/>
                </a:lnTo>
                <a:lnTo>
                  <a:pt x="1275" y="724"/>
                </a:lnTo>
                <a:lnTo>
                  <a:pt x="1276" y="724"/>
                </a:lnTo>
                <a:lnTo>
                  <a:pt x="1276" y="723"/>
                </a:lnTo>
                <a:lnTo>
                  <a:pt x="1277" y="723"/>
                </a:lnTo>
                <a:lnTo>
                  <a:pt x="1278" y="724"/>
                </a:lnTo>
                <a:lnTo>
                  <a:pt x="1278" y="725"/>
                </a:lnTo>
                <a:lnTo>
                  <a:pt x="1279" y="724"/>
                </a:lnTo>
                <a:lnTo>
                  <a:pt x="1279" y="723"/>
                </a:lnTo>
                <a:lnTo>
                  <a:pt x="1280" y="723"/>
                </a:lnTo>
                <a:lnTo>
                  <a:pt x="1281" y="723"/>
                </a:lnTo>
                <a:lnTo>
                  <a:pt x="1282" y="723"/>
                </a:lnTo>
                <a:lnTo>
                  <a:pt x="1283" y="723"/>
                </a:lnTo>
                <a:lnTo>
                  <a:pt x="1283" y="724"/>
                </a:lnTo>
                <a:lnTo>
                  <a:pt x="1284" y="724"/>
                </a:lnTo>
                <a:lnTo>
                  <a:pt x="1285" y="724"/>
                </a:lnTo>
                <a:lnTo>
                  <a:pt x="1286" y="724"/>
                </a:lnTo>
                <a:lnTo>
                  <a:pt x="1285" y="723"/>
                </a:lnTo>
                <a:lnTo>
                  <a:pt x="1285" y="722"/>
                </a:lnTo>
                <a:lnTo>
                  <a:pt x="1286" y="722"/>
                </a:lnTo>
                <a:lnTo>
                  <a:pt x="1286" y="723"/>
                </a:lnTo>
                <a:lnTo>
                  <a:pt x="1287" y="723"/>
                </a:lnTo>
                <a:lnTo>
                  <a:pt x="1287" y="724"/>
                </a:lnTo>
                <a:lnTo>
                  <a:pt x="1288" y="725"/>
                </a:lnTo>
                <a:lnTo>
                  <a:pt x="1288" y="726"/>
                </a:lnTo>
                <a:lnTo>
                  <a:pt x="1289" y="726"/>
                </a:lnTo>
                <a:lnTo>
                  <a:pt x="1290" y="726"/>
                </a:lnTo>
                <a:lnTo>
                  <a:pt x="1291" y="726"/>
                </a:lnTo>
                <a:lnTo>
                  <a:pt x="1291" y="727"/>
                </a:lnTo>
                <a:lnTo>
                  <a:pt x="1292" y="727"/>
                </a:lnTo>
                <a:lnTo>
                  <a:pt x="1292" y="726"/>
                </a:lnTo>
                <a:lnTo>
                  <a:pt x="1292" y="725"/>
                </a:lnTo>
                <a:lnTo>
                  <a:pt x="1292" y="724"/>
                </a:lnTo>
                <a:lnTo>
                  <a:pt x="1293" y="724"/>
                </a:lnTo>
                <a:lnTo>
                  <a:pt x="1294" y="725"/>
                </a:lnTo>
                <a:lnTo>
                  <a:pt x="1295" y="726"/>
                </a:lnTo>
                <a:lnTo>
                  <a:pt x="1296" y="727"/>
                </a:lnTo>
                <a:lnTo>
                  <a:pt x="1297" y="728"/>
                </a:lnTo>
                <a:lnTo>
                  <a:pt x="1298" y="728"/>
                </a:lnTo>
                <a:lnTo>
                  <a:pt x="1299" y="728"/>
                </a:lnTo>
                <a:lnTo>
                  <a:pt x="1299" y="727"/>
                </a:lnTo>
                <a:lnTo>
                  <a:pt x="1299" y="728"/>
                </a:lnTo>
                <a:lnTo>
                  <a:pt x="1298" y="727"/>
                </a:lnTo>
                <a:lnTo>
                  <a:pt x="1299" y="726"/>
                </a:lnTo>
                <a:lnTo>
                  <a:pt x="1299" y="725"/>
                </a:lnTo>
                <a:lnTo>
                  <a:pt x="1300" y="725"/>
                </a:lnTo>
                <a:lnTo>
                  <a:pt x="1300" y="724"/>
                </a:lnTo>
                <a:lnTo>
                  <a:pt x="1301" y="724"/>
                </a:lnTo>
                <a:lnTo>
                  <a:pt x="1301" y="725"/>
                </a:lnTo>
                <a:lnTo>
                  <a:pt x="1302" y="725"/>
                </a:lnTo>
                <a:lnTo>
                  <a:pt x="1303" y="725"/>
                </a:lnTo>
                <a:lnTo>
                  <a:pt x="1304" y="726"/>
                </a:lnTo>
                <a:lnTo>
                  <a:pt x="1305" y="726"/>
                </a:lnTo>
                <a:lnTo>
                  <a:pt x="1305" y="725"/>
                </a:lnTo>
                <a:lnTo>
                  <a:pt x="1305" y="724"/>
                </a:lnTo>
                <a:lnTo>
                  <a:pt x="1305" y="723"/>
                </a:lnTo>
                <a:lnTo>
                  <a:pt x="1306" y="722"/>
                </a:lnTo>
                <a:lnTo>
                  <a:pt x="1308" y="723"/>
                </a:lnTo>
                <a:lnTo>
                  <a:pt x="1309" y="723"/>
                </a:lnTo>
                <a:lnTo>
                  <a:pt x="1309" y="724"/>
                </a:lnTo>
                <a:lnTo>
                  <a:pt x="1309" y="723"/>
                </a:lnTo>
                <a:lnTo>
                  <a:pt x="1310" y="723"/>
                </a:lnTo>
                <a:lnTo>
                  <a:pt x="1310" y="722"/>
                </a:lnTo>
                <a:lnTo>
                  <a:pt x="1309" y="722"/>
                </a:lnTo>
                <a:lnTo>
                  <a:pt x="1309" y="721"/>
                </a:lnTo>
                <a:lnTo>
                  <a:pt x="1310" y="720"/>
                </a:lnTo>
                <a:lnTo>
                  <a:pt x="1310" y="719"/>
                </a:lnTo>
                <a:lnTo>
                  <a:pt x="1311" y="719"/>
                </a:lnTo>
                <a:lnTo>
                  <a:pt x="1311" y="720"/>
                </a:lnTo>
                <a:lnTo>
                  <a:pt x="1311" y="721"/>
                </a:lnTo>
                <a:lnTo>
                  <a:pt x="1312" y="721"/>
                </a:lnTo>
                <a:lnTo>
                  <a:pt x="1312" y="720"/>
                </a:lnTo>
                <a:lnTo>
                  <a:pt x="1313" y="719"/>
                </a:lnTo>
                <a:lnTo>
                  <a:pt x="1313" y="720"/>
                </a:lnTo>
                <a:lnTo>
                  <a:pt x="1314" y="720"/>
                </a:lnTo>
                <a:lnTo>
                  <a:pt x="1314" y="719"/>
                </a:lnTo>
                <a:lnTo>
                  <a:pt x="1314" y="718"/>
                </a:lnTo>
                <a:lnTo>
                  <a:pt x="1314" y="717"/>
                </a:lnTo>
                <a:lnTo>
                  <a:pt x="1313" y="717"/>
                </a:lnTo>
                <a:lnTo>
                  <a:pt x="1312" y="716"/>
                </a:lnTo>
                <a:lnTo>
                  <a:pt x="1314" y="716"/>
                </a:lnTo>
                <a:lnTo>
                  <a:pt x="1314" y="717"/>
                </a:lnTo>
                <a:lnTo>
                  <a:pt x="1315" y="717"/>
                </a:lnTo>
                <a:lnTo>
                  <a:pt x="1315" y="716"/>
                </a:lnTo>
                <a:lnTo>
                  <a:pt x="1314" y="715"/>
                </a:lnTo>
                <a:lnTo>
                  <a:pt x="1314" y="714"/>
                </a:lnTo>
                <a:lnTo>
                  <a:pt x="1313" y="714"/>
                </a:lnTo>
                <a:lnTo>
                  <a:pt x="1312" y="714"/>
                </a:lnTo>
                <a:lnTo>
                  <a:pt x="1312" y="713"/>
                </a:lnTo>
                <a:lnTo>
                  <a:pt x="1311" y="713"/>
                </a:lnTo>
                <a:lnTo>
                  <a:pt x="1311" y="712"/>
                </a:lnTo>
                <a:lnTo>
                  <a:pt x="1310" y="711"/>
                </a:lnTo>
                <a:lnTo>
                  <a:pt x="1310" y="710"/>
                </a:lnTo>
                <a:lnTo>
                  <a:pt x="1310" y="709"/>
                </a:lnTo>
                <a:lnTo>
                  <a:pt x="1311" y="710"/>
                </a:lnTo>
                <a:lnTo>
                  <a:pt x="1311" y="709"/>
                </a:lnTo>
                <a:lnTo>
                  <a:pt x="1310" y="708"/>
                </a:lnTo>
                <a:lnTo>
                  <a:pt x="1310" y="709"/>
                </a:lnTo>
                <a:lnTo>
                  <a:pt x="1309" y="709"/>
                </a:lnTo>
                <a:lnTo>
                  <a:pt x="1308" y="709"/>
                </a:lnTo>
                <a:lnTo>
                  <a:pt x="1308" y="708"/>
                </a:lnTo>
                <a:lnTo>
                  <a:pt x="1309" y="708"/>
                </a:lnTo>
                <a:lnTo>
                  <a:pt x="1309" y="707"/>
                </a:lnTo>
                <a:lnTo>
                  <a:pt x="1310" y="706"/>
                </a:lnTo>
                <a:lnTo>
                  <a:pt x="1311" y="706"/>
                </a:lnTo>
                <a:lnTo>
                  <a:pt x="1311" y="705"/>
                </a:lnTo>
                <a:lnTo>
                  <a:pt x="1312" y="705"/>
                </a:lnTo>
                <a:lnTo>
                  <a:pt x="1313" y="706"/>
                </a:lnTo>
                <a:lnTo>
                  <a:pt x="1313" y="705"/>
                </a:lnTo>
                <a:lnTo>
                  <a:pt x="1313" y="704"/>
                </a:lnTo>
                <a:lnTo>
                  <a:pt x="1314" y="703"/>
                </a:lnTo>
                <a:lnTo>
                  <a:pt x="1314" y="704"/>
                </a:lnTo>
                <a:lnTo>
                  <a:pt x="1315" y="704"/>
                </a:lnTo>
                <a:lnTo>
                  <a:pt x="1316" y="704"/>
                </a:lnTo>
                <a:lnTo>
                  <a:pt x="1316" y="703"/>
                </a:lnTo>
                <a:lnTo>
                  <a:pt x="1317" y="703"/>
                </a:lnTo>
                <a:lnTo>
                  <a:pt x="1317" y="702"/>
                </a:lnTo>
                <a:lnTo>
                  <a:pt x="1316" y="702"/>
                </a:lnTo>
                <a:lnTo>
                  <a:pt x="1315" y="701"/>
                </a:lnTo>
                <a:lnTo>
                  <a:pt x="1315" y="702"/>
                </a:lnTo>
                <a:lnTo>
                  <a:pt x="1314" y="702"/>
                </a:lnTo>
                <a:lnTo>
                  <a:pt x="1314" y="703"/>
                </a:lnTo>
                <a:lnTo>
                  <a:pt x="1313" y="703"/>
                </a:lnTo>
                <a:lnTo>
                  <a:pt x="1313" y="702"/>
                </a:lnTo>
                <a:lnTo>
                  <a:pt x="1312" y="701"/>
                </a:lnTo>
                <a:lnTo>
                  <a:pt x="1312" y="700"/>
                </a:lnTo>
                <a:lnTo>
                  <a:pt x="1312" y="699"/>
                </a:lnTo>
                <a:lnTo>
                  <a:pt x="1312" y="700"/>
                </a:lnTo>
                <a:lnTo>
                  <a:pt x="1313" y="700"/>
                </a:lnTo>
                <a:lnTo>
                  <a:pt x="1314" y="700"/>
                </a:lnTo>
                <a:lnTo>
                  <a:pt x="1314" y="701"/>
                </a:lnTo>
                <a:lnTo>
                  <a:pt x="1313" y="701"/>
                </a:lnTo>
                <a:lnTo>
                  <a:pt x="1313" y="702"/>
                </a:lnTo>
                <a:lnTo>
                  <a:pt x="1314" y="703"/>
                </a:lnTo>
                <a:lnTo>
                  <a:pt x="1314" y="702"/>
                </a:lnTo>
                <a:lnTo>
                  <a:pt x="1314" y="701"/>
                </a:lnTo>
                <a:lnTo>
                  <a:pt x="1314" y="700"/>
                </a:lnTo>
                <a:lnTo>
                  <a:pt x="1315" y="700"/>
                </a:lnTo>
                <a:lnTo>
                  <a:pt x="1315" y="699"/>
                </a:lnTo>
                <a:lnTo>
                  <a:pt x="1316" y="698"/>
                </a:lnTo>
                <a:lnTo>
                  <a:pt x="1317" y="698"/>
                </a:lnTo>
                <a:lnTo>
                  <a:pt x="1317" y="697"/>
                </a:lnTo>
                <a:lnTo>
                  <a:pt x="1317" y="696"/>
                </a:lnTo>
                <a:lnTo>
                  <a:pt x="1316" y="696"/>
                </a:lnTo>
                <a:lnTo>
                  <a:pt x="1315" y="696"/>
                </a:lnTo>
                <a:lnTo>
                  <a:pt x="1315" y="695"/>
                </a:lnTo>
                <a:lnTo>
                  <a:pt x="1315" y="694"/>
                </a:lnTo>
                <a:lnTo>
                  <a:pt x="1316" y="693"/>
                </a:lnTo>
                <a:lnTo>
                  <a:pt x="1316" y="692"/>
                </a:lnTo>
                <a:lnTo>
                  <a:pt x="1316" y="691"/>
                </a:lnTo>
                <a:lnTo>
                  <a:pt x="1316" y="690"/>
                </a:lnTo>
                <a:lnTo>
                  <a:pt x="1317" y="690"/>
                </a:lnTo>
                <a:lnTo>
                  <a:pt x="1318" y="689"/>
                </a:lnTo>
                <a:lnTo>
                  <a:pt x="1318" y="687"/>
                </a:lnTo>
                <a:lnTo>
                  <a:pt x="1317" y="686"/>
                </a:lnTo>
                <a:lnTo>
                  <a:pt x="1316" y="686"/>
                </a:lnTo>
                <a:lnTo>
                  <a:pt x="1316" y="685"/>
                </a:lnTo>
                <a:lnTo>
                  <a:pt x="1317" y="684"/>
                </a:lnTo>
                <a:lnTo>
                  <a:pt x="1316" y="683"/>
                </a:lnTo>
                <a:lnTo>
                  <a:pt x="1316" y="684"/>
                </a:lnTo>
                <a:lnTo>
                  <a:pt x="1315" y="685"/>
                </a:lnTo>
                <a:lnTo>
                  <a:pt x="1315" y="684"/>
                </a:lnTo>
                <a:lnTo>
                  <a:pt x="1315" y="683"/>
                </a:lnTo>
                <a:lnTo>
                  <a:pt x="1315" y="682"/>
                </a:lnTo>
                <a:lnTo>
                  <a:pt x="1315" y="683"/>
                </a:lnTo>
                <a:lnTo>
                  <a:pt x="1314" y="683"/>
                </a:lnTo>
                <a:lnTo>
                  <a:pt x="1313" y="683"/>
                </a:lnTo>
                <a:lnTo>
                  <a:pt x="1313" y="682"/>
                </a:lnTo>
                <a:lnTo>
                  <a:pt x="1313" y="681"/>
                </a:lnTo>
                <a:lnTo>
                  <a:pt x="1312" y="679"/>
                </a:lnTo>
                <a:lnTo>
                  <a:pt x="1311" y="679"/>
                </a:lnTo>
                <a:lnTo>
                  <a:pt x="1311" y="678"/>
                </a:lnTo>
                <a:lnTo>
                  <a:pt x="1310" y="678"/>
                </a:lnTo>
                <a:lnTo>
                  <a:pt x="1310" y="677"/>
                </a:lnTo>
                <a:lnTo>
                  <a:pt x="1309" y="677"/>
                </a:lnTo>
                <a:lnTo>
                  <a:pt x="1309" y="675"/>
                </a:lnTo>
                <a:lnTo>
                  <a:pt x="1308" y="675"/>
                </a:lnTo>
                <a:lnTo>
                  <a:pt x="1308" y="676"/>
                </a:lnTo>
                <a:lnTo>
                  <a:pt x="1307" y="675"/>
                </a:lnTo>
                <a:lnTo>
                  <a:pt x="1307" y="674"/>
                </a:lnTo>
                <a:lnTo>
                  <a:pt x="1307" y="673"/>
                </a:lnTo>
                <a:lnTo>
                  <a:pt x="1306" y="673"/>
                </a:lnTo>
                <a:lnTo>
                  <a:pt x="1306" y="675"/>
                </a:lnTo>
                <a:lnTo>
                  <a:pt x="1306" y="674"/>
                </a:lnTo>
                <a:lnTo>
                  <a:pt x="1305" y="674"/>
                </a:lnTo>
                <a:lnTo>
                  <a:pt x="1304" y="674"/>
                </a:lnTo>
                <a:lnTo>
                  <a:pt x="1304" y="675"/>
                </a:lnTo>
                <a:lnTo>
                  <a:pt x="1303" y="674"/>
                </a:lnTo>
                <a:lnTo>
                  <a:pt x="1303" y="673"/>
                </a:lnTo>
                <a:lnTo>
                  <a:pt x="1301" y="674"/>
                </a:lnTo>
                <a:lnTo>
                  <a:pt x="1301" y="675"/>
                </a:lnTo>
                <a:lnTo>
                  <a:pt x="1300" y="675"/>
                </a:lnTo>
                <a:lnTo>
                  <a:pt x="1300" y="674"/>
                </a:lnTo>
                <a:lnTo>
                  <a:pt x="1299" y="674"/>
                </a:lnTo>
                <a:lnTo>
                  <a:pt x="1299" y="673"/>
                </a:lnTo>
                <a:lnTo>
                  <a:pt x="1298" y="673"/>
                </a:lnTo>
                <a:lnTo>
                  <a:pt x="1298" y="672"/>
                </a:lnTo>
                <a:lnTo>
                  <a:pt x="1297" y="673"/>
                </a:lnTo>
                <a:lnTo>
                  <a:pt x="1296" y="673"/>
                </a:lnTo>
                <a:lnTo>
                  <a:pt x="1295" y="672"/>
                </a:lnTo>
                <a:lnTo>
                  <a:pt x="1294" y="672"/>
                </a:lnTo>
                <a:lnTo>
                  <a:pt x="1294" y="671"/>
                </a:lnTo>
                <a:lnTo>
                  <a:pt x="1293" y="669"/>
                </a:lnTo>
                <a:lnTo>
                  <a:pt x="1293" y="668"/>
                </a:lnTo>
                <a:lnTo>
                  <a:pt x="1292" y="669"/>
                </a:lnTo>
                <a:lnTo>
                  <a:pt x="1291" y="669"/>
                </a:lnTo>
                <a:lnTo>
                  <a:pt x="1291" y="670"/>
                </a:lnTo>
                <a:lnTo>
                  <a:pt x="1290" y="670"/>
                </a:lnTo>
                <a:lnTo>
                  <a:pt x="1290" y="668"/>
                </a:lnTo>
                <a:lnTo>
                  <a:pt x="1289" y="667"/>
                </a:lnTo>
                <a:lnTo>
                  <a:pt x="1289" y="668"/>
                </a:lnTo>
                <a:lnTo>
                  <a:pt x="1289" y="669"/>
                </a:lnTo>
                <a:lnTo>
                  <a:pt x="1287" y="669"/>
                </a:lnTo>
                <a:lnTo>
                  <a:pt x="1286" y="668"/>
                </a:lnTo>
                <a:lnTo>
                  <a:pt x="1286" y="667"/>
                </a:lnTo>
                <a:lnTo>
                  <a:pt x="1286" y="666"/>
                </a:lnTo>
                <a:lnTo>
                  <a:pt x="1286" y="667"/>
                </a:lnTo>
                <a:lnTo>
                  <a:pt x="1285" y="667"/>
                </a:lnTo>
                <a:lnTo>
                  <a:pt x="1285" y="668"/>
                </a:lnTo>
                <a:lnTo>
                  <a:pt x="1285" y="669"/>
                </a:lnTo>
                <a:lnTo>
                  <a:pt x="1284" y="668"/>
                </a:lnTo>
                <a:lnTo>
                  <a:pt x="1284" y="667"/>
                </a:lnTo>
                <a:lnTo>
                  <a:pt x="1283" y="667"/>
                </a:lnTo>
                <a:lnTo>
                  <a:pt x="1282" y="667"/>
                </a:lnTo>
                <a:lnTo>
                  <a:pt x="1282" y="668"/>
                </a:lnTo>
                <a:lnTo>
                  <a:pt x="1282" y="669"/>
                </a:lnTo>
                <a:lnTo>
                  <a:pt x="1282" y="670"/>
                </a:lnTo>
                <a:lnTo>
                  <a:pt x="1281" y="670"/>
                </a:lnTo>
                <a:lnTo>
                  <a:pt x="1280" y="671"/>
                </a:lnTo>
                <a:lnTo>
                  <a:pt x="1280" y="670"/>
                </a:lnTo>
                <a:lnTo>
                  <a:pt x="1278" y="669"/>
                </a:lnTo>
                <a:lnTo>
                  <a:pt x="1277" y="669"/>
                </a:lnTo>
                <a:lnTo>
                  <a:pt x="1276" y="669"/>
                </a:lnTo>
                <a:lnTo>
                  <a:pt x="1275" y="668"/>
                </a:lnTo>
                <a:lnTo>
                  <a:pt x="1275" y="667"/>
                </a:lnTo>
                <a:lnTo>
                  <a:pt x="1275" y="666"/>
                </a:lnTo>
                <a:lnTo>
                  <a:pt x="1274" y="666"/>
                </a:lnTo>
                <a:lnTo>
                  <a:pt x="1274" y="665"/>
                </a:lnTo>
                <a:lnTo>
                  <a:pt x="1274" y="664"/>
                </a:lnTo>
                <a:lnTo>
                  <a:pt x="1275" y="664"/>
                </a:lnTo>
                <a:lnTo>
                  <a:pt x="1275" y="665"/>
                </a:lnTo>
                <a:lnTo>
                  <a:pt x="1276" y="665"/>
                </a:lnTo>
                <a:lnTo>
                  <a:pt x="1277" y="664"/>
                </a:lnTo>
                <a:lnTo>
                  <a:pt x="1276" y="664"/>
                </a:lnTo>
                <a:lnTo>
                  <a:pt x="1277" y="664"/>
                </a:lnTo>
                <a:lnTo>
                  <a:pt x="1277" y="663"/>
                </a:lnTo>
                <a:lnTo>
                  <a:pt x="1277" y="661"/>
                </a:lnTo>
                <a:lnTo>
                  <a:pt x="1277" y="659"/>
                </a:lnTo>
                <a:lnTo>
                  <a:pt x="1278" y="659"/>
                </a:lnTo>
                <a:lnTo>
                  <a:pt x="1279" y="659"/>
                </a:lnTo>
                <a:lnTo>
                  <a:pt x="1279" y="658"/>
                </a:lnTo>
                <a:lnTo>
                  <a:pt x="1279" y="657"/>
                </a:lnTo>
                <a:lnTo>
                  <a:pt x="1279" y="656"/>
                </a:lnTo>
                <a:lnTo>
                  <a:pt x="1277" y="655"/>
                </a:lnTo>
                <a:lnTo>
                  <a:pt x="1276" y="655"/>
                </a:lnTo>
                <a:lnTo>
                  <a:pt x="1276" y="656"/>
                </a:lnTo>
                <a:lnTo>
                  <a:pt x="1275" y="655"/>
                </a:lnTo>
                <a:lnTo>
                  <a:pt x="1276" y="655"/>
                </a:lnTo>
                <a:lnTo>
                  <a:pt x="1276" y="654"/>
                </a:lnTo>
                <a:lnTo>
                  <a:pt x="1276" y="653"/>
                </a:lnTo>
                <a:lnTo>
                  <a:pt x="1276" y="654"/>
                </a:lnTo>
                <a:lnTo>
                  <a:pt x="1277" y="654"/>
                </a:lnTo>
                <a:lnTo>
                  <a:pt x="1277" y="653"/>
                </a:lnTo>
                <a:lnTo>
                  <a:pt x="1278" y="653"/>
                </a:lnTo>
                <a:lnTo>
                  <a:pt x="1277" y="653"/>
                </a:lnTo>
                <a:lnTo>
                  <a:pt x="1277" y="652"/>
                </a:lnTo>
                <a:lnTo>
                  <a:pt x="1276" y="652"/>
                </a:lnTo>
                <a:lnTo>
                  <a:pt x="1277" y="652"/>
                </a:lnTo>
                <a:lnTo>
                  <a:pt x="1277" y="651"/>
                </a:lnTo>
                <a:lnTo>
                  <a:pt x="1278" y="650"/>
                </a:lnTo>
                <a:lnTo>
                  <a:pt x="1279" y="649"/>
                </a:lnTo>
                <a:lnTo>
                  <a:pt x="1279" y="648"/>
                </a:lnTo>
                <a:lnTo>
                  <a:pt x="1278" y="648"/>
                </a:lnTo>
                <a:lnTo>
                  <a:pt x="1278" y="647"/>
                </a:lnTo>
                <a:lnTo>
                  <a:pt x="1277" y="647"/>
                </a:lnTo>
                <a:lnTo>
                  <a:pt x="1276" y="647"/>
                </a:lnTo>
                <a:lnTo>
                  <a:pt x="1276" y="646"/>
                </a:lnTo>
                <a:lnTo>
                  <a:pt x="1276" y="647"/>
                </a:lnTo>
                <a:lnTo>
                  <a:pt x="1275" y="647"/>
                </a:lnTo>
                <a:lnTo>
                  <a:pt x="1274" y="647"/>
                </a:lnTo>
                <a:lnTo>
                  <a:pt x="1274" y="646"/>
                </a:lnTo>
                <a:lnTo>
                  <a:pt x="1273" y="645"/>
                </a:lnTo>
                <a:lnTo>
                  <a:pt x="1273" y="646"/>
                </a:lnTo>
                <a:lnTo>
                  <a:pt x="1272" y="645"/>
                </a:lnTo>
                <a:lnTo>
                  <a:pt x="1271" y="644"/>
                </a:lnTo>
                <a:lnTo>
                  <a:pt x="1270" y="643"/>
                </a:lnTo>
                <a:lnTo>
                  <a:pt x="1270" y="644"/>
                </a:lnTo>
                <a:lnTo>
                  <a:pt x="1269" y="644"/>
                </a:lnTo>
                <a:lnTo>
                  <a:pt x="1268" y="643"/>
                </a:lnTo>
                <a:lnTo>
                  <a:pt x="1269" y="643"/>
                </a:lnTo>
                <a:lnTo>
                  <a:pt x="1269" y="642"/>
                </a:lnTo>
                <a:lnTo>
                  <a:pt x="1268" y="641"/>
                </a:lnTo>
                <a:lnTo>
                  <a:pt x="1267" y="640"/>
                </a:lnTo>
                <a:lnTo>
                  <a:pt x="1266" y="641"/>
                </a:lnTo>
                <a:lnTo>
                  <a:pt x="1265" y="641"/>
                </a:lnTo>
                <a:lnTo>
                  <a:pt x="1265" y="640"/>
                </a:lnTo>
                <a:lnTo>
                  <a:pt x="1264" y="639"/>
                </a:lnTo>
                <a:lnTo>
                  <a:pt x="1264" y="638"/>
                </a:lnTo>
                <a:lnTo>
                  <a:pt x="1264" y="637"/>
                </a:lnTo>
                <a:lnTo>
                  <a:pt x="1265" y="638"/>
                </a:lnTo>
                <a:lnTo>
                  <a:pt x="1266" y="639"/>
                </a:lnTo>
                <a:lnTo>
                  <a:pt x="1267" y="640"/>
                </a:lnTo>
                <a:lnTo>
                  <a:pt x="1267" y="639"/>
                </a:lnTo>
                <a:lnTo>
                  <a:pt x="1267" y="638"/>
                </a:lnTo>
                <a:lnTo>
                  <a:pt x="1267" y="637"/>
                </a:lnTo>
                <a:lnTo>
                  <a:pt x="1268" y="638"/>
                </a:lnTo>
                <a:lnTo>
                  <a:pt x="1269" y="639"/>
                </a:lnTo>
                <a:lnTo>
                  <a:pt x="1270" y="639"/>
                </a:lnTo>
                <a:lnTo>
                  <a:pt x="1272" y="639"/>
                </a:lnTo>
                <a:lnTo>
                  <a:pt x="1273" y="639"/>
                </a:lnTo>
                <a:lnTo>
                  <a:pt x="1273" y="638"/>
                </a:lnTo>
                <a:lnTo>
                  <a:pt x="1273" y="637"/>
                </a:lnTo>
                <a:lnTo>
                  <a:pt x="1274" y="637"/>
                </a:lnTo>
                <a:lnTo>
                  <a:pt x="1273" y="636"/>
                </a:lnTo>
                <a:lnTo>
                  <a:pt x="1272" y="636"/>
                </a:lnTo>
                <a:lnTo>
                  <a:pt x="1272" y="635"/>
                </a:lnTo>
                <a:lnTo>
                  <a:pt x="1271" y="635"/>
                </a:lnTo>
                <a:lnTo>
                  <a:pt x="1272" y="634"/>
                </a:lnTo>
                <a:lnTo>
                  <a:pt x="1272" y="633"/>
                </a:lnTo>
                <a:lnTo>
                  <a:pt x="1273" y="633"/>
                </a:lnTo>
                <a:lnTo>
                  <a:pt x="1274" y="633"/>
                </a:lnTo>
                <a:lnTo>
                  <a:pt x="1275" y="632"/>
                </a:lnTo>
                <a:lnTo>
                  <a:pt x="1276" y="632"/>
                </a:lnTo>
                <a:lnTo>
                  <a:pt x="1276" y="631"/>
                </a:lnTo>
                <a:lnTo>
                  <a:pt x="1276" y="628"/>
                </a:lnTo>
                <a:lnTo>
                  <a:pt x="1276" y="627"/>
                </a:lnTo>
                <a:lnTo>
                  <a:pt x="1276" y="626"/>
                </a:lnTo>
                <a:lnTo>
                  <a:pt x="1277" y="626"/>
                </a:lnTo>
                <a:lnTo>
                  <a:pt x="1278" y="626"/>
                </a:lnTo>
                <a:lnTo>
                  <a:pt x="1279" y="626"/>
                </a:lnTo>
                <a:lnTo>
                  <a:pt x="1279" y="624"/>
                </a:lnTo>
                <a:lnTo>
                  <a:pt x="1278" y="624"/>
                </a:lnTo>
                <a:lnTo>
                  <a:pt x="1278" y="623"/>
                </a:lnTo>
                <a:lnTo>
                  <a:pt x="1279" y="622"/>
                </a:lnTo>
                <a:lnTo>
                  <a:pt x="1280" y="622"/>
                </a:lnTo>
                <a:lnTo>
                  <a:pt x="1281" y="621"/>
                </a:lnTo>
                <a:lnTo>
                  <a:pt x="1282" y="621"/>
                </a:lnTo>
                <a:lnTo>
                  <a:pt x="1283" y="622"/>
                </a:lnTo>
                <a:lnTo>
                  <a:pt x="1283" y="621"/>
                </a:lnTo>
                <a:lnTo>
                  <a:pt x="1283" y="620"/>
                </a:lnTo>
                <a:lnTo>
                  <a:pt x="1285" y="620"/>
                </a:lnTo>
                <a:lnTo>
                  <a:pt x="1286" y="621"/>
                </a:lnTo>
                <a:lnTo>
                  <a:pt x="1287" y="622"/>
                </a:lnTo>
                <a:lnTo>
                  <a:pt x="1287" y="621"/>
                </a:lnTo>
                <a:lnTo>
                  <a:pt x="1287" y="622"/>
                </a:lnTo>
                <a:lnTo>
                  <a:pt x="1288" y="622"/>
                </a:lnTo>
                <a:lnTo>
                  <a:pt x="1288" y="623"/>
                </a:lnTo>
                <a:lnTo>
                  <a:pt x="1290" y="623"/>
                </a:lnTo>
                <a:lnTo>
                  <a:pt x="1290" y="622"/>
                </a:lnTo>
                <a:lnTo>
                  <a:pt x="1289" y="622"/>
                </a:lnTo>
                <a:lnTo>
                  <a:pt x="1288" y="621"/>
                </a:lnTo>
                <a:lnTo>
                  <a:pt x="1288" y="620"/>
                </a:lnTo>
                <a:lnTo>
                  <a:pt x="1288" y="619"/>
                </a:lnTo>
                <a:lnTo>
                  <a:pt x="1289" y="619"/>
                </a:lnTo>
                <a:lnTo>
                  <a:pt x="1289" y="618"/>
                </a:lnTo>
                <a:lnTo>
                  <a:pt x="1289" y="616"/>
                </a:lnTo>
                <a:lnTo>
                  <a:pt x="1290" y="615"/>
                </a:lnTo>
                <a:lnTo>
                  <a:pt x="1289" y="615"/>
                </a:lnTo>
                <a:lnTo>
                  <a:pt x="1289" y="614"/>
                </a:lnTo>
                <a:lnTo>
                  <a:pt x="1290" y="614"/>
                </a:lnTo>
                <a:lnTo>
                  <a:pt x="1291" y="614"/>
                </a:lnTo>
                <a:lnTo>
                  <a:pt x="1291" y="613"/>
                </a:lnTo>
                <a:lnTo>
                  <a:pt x="1290" y="612"/>
                </a:lnTo>
                <a:lnTo>
                  <a:pt x="1289" y="611"/>
                </a:lnTo>
                <a:lnTo>
                  <a:pt x="1289" y="610"/>
                </a:lnTo>
                <a:lnTo>
                  <a:pt x="1289" y="609"/>
                </a:lnTo>
                <a:lnTo>
                  <a:pt x="1288" y="608"/>
                </a:lnTo>
                <a:lnTo>
                  <a:pt x="1289" y="608"/>
                </a:lnTo>
                <a:lnTo>
                  <a:pt x="1289" y="606"/>
                </a:lnTo>
                <a:lnTo>
                  <a:pt x="1288" y="605"/>
                </a:lnTo>
                <a:lnTo>
                  <a:pt x="1287" y="606"/>
                </a:lnTo>
                <a:lnTo>
                  <a:pt x="1286" y="606"/>
                </a:lnTo>
                <a:lnTo>
                  <a:pt x="1286" y="605"/>
                </a:lnTo>
                <a:lnTo>
                  <a:pt x="1286" y="604"/>
                </a:lnTo>
                <a:lnTo>
                  <a:pt x="1286" y="603"/>
                </a:lnTo>
                <a:lnTo>
                  <a:pt x="1284" y="601"/>
                </a:lnTo>
                <a:lnTo>
                  <a:pt x="1283" y="601"/>
                </a:lnTo>
                <a:lnTo>
                  <a:pt x="1282" y="601"/>
                </a:lnTo>
                <a:lnTo>
                  <a:pt x="1281" y="601"/>
                </a:lnTo>
                <a:lnTo>
                  <a:pt x="1281" y="600"/>
                </a:lnTo>
                <a:lnTo>
                  <a:pt x="1281" y="599"/>
                </a:lnTo>
                <a:lnTo>
                  <a:pt x="1281" y="598"/>
                </a:lnTo>
                <a:lnTo>
                  <a:pt x="1280" y="598"/>
                </a:lnTo>
                <a:lnTo>
                  <a:pt x="1280" y="597"/>
                </a:lnTo>
                <a:lnTo>
                  <a:pt x="1280" y="596"/>
                </a:lnTo>
                <a:lnTo>
                  <a:pt x="1281" y="597"/>
                </a:lnTo>
                <a:lnTo>
                  <a:pt x="1282" y="598"/>
                </a:lnTo>
                <a:lnTo>
                  <a:pt x="1283" y="599"/>
                </a:lnTo>
                <a:lnTo>
                  <a:pt x="1283" y="600"/>
                </a:lnTo>
                <a:lnTo>
                  <a:pt x="1283" y="601"/>
                </a:lnTo>
                <a:lnTo>
                  <a:pt x="1284" y="601"/>
                </a:lnTo>
                <a:lnTo>
                  <a:pt x="1285" y="600"/>
                </a:lnTo>
                <a:lnTo>
                  <a:pt x="1285" y="599"/>
                </a:lnTo>
                <a:lnTo>
                  <a:pt x="1285" y="598"/>
                </a:lnTo>
                <a:lnTo>
                  <a:pt x="1285" y="597"/>
                </a:lnTo>
                <a:lnTo>
                  <a:pt x="1285" y="598"/>
                </a:lnTo>
                <a:lnTo>
                  <a:pt x="1286" y="598"/>
                </a:lnTo>
                <a:lnTo>
                  <a:pt x="1287" y="598"/>
                </a:lnTo>
                <a:lnTo>
                  <a:pt x="1289" y="598"/>
                </a:lnTo>
                <a:lnTo>
                  <a:pt x="1289" y="597"/>
                </a:lnTo>
                <a:lnTo>
                  <a:pt x="1289" y="596"/>
                </a:lnTo>
                <a:lnTo>
                  <a:pt x="1289" y="595"/>
                </a:lnTo>
                <a:lnTo>
                  <a:pt x="1289" y="594"/>
                </a:lnTo>
                <a:lnTo>
                  <a:pt x="1289" y="593"/>
                </a:lnTo>
                <a:lnTo>
                  <a:pt x="1290" y="593"/>
                </a:lnTo>
                <a:lnTo>
                  <a:pt x="1291" y="593"/>
                </a:lnTo>
                <a:lnTo>
                  <a:pt x="1292" y="593"/>
                </a:lnTo>
                <a:lnTo>
                  <a:pt x="1291" y="592"/>
                </a:lnTo>
                <a:lnTo>
                  <a:pt x="1290" y="590"/>
                </a:lnTo>
                <a:lnTo>
                  <a:pt x="1290" y="589"/>
                </a:lnTo>
                <a:lnTo>
                  <a:pt x="1290" y="588"/>
                </a:lnTo>
                <a:lnTo>
                  <a:pt x="1289" y="587"/>
                </a:lnTo>
                <a:lnTo>
                  <a:pt x="1289" y="586"/>
                </a:lnTo>
                <a:lnTo>
                  <a:pt x="1288" y="586"/>
                </a:lnTo>
                <a:lnTo>
                  <a:pt x="1288" y="585"/>
                </a:lnTo>
                <a:lnTo>
                  <a:pt x="1287" y="584"/>
                </a:lnTo>
                <a:lnTo>
                  <a:pt x="1287" y="582"/>
                </a:lnTo>
                <a:lnTo>
                  <a:pt x="1286" y="581"/>
                </a:lnTo>
                <a:lnTo>
                  <a:pt x="1287" y="581"/>
                </a:lnTo>
                <a:lnTo>
                  <a:pt x="1287" y="580"/>
                </a:lnTo>
                <a:lnTo>
                  <a:pt x="1287" y="581"/>
                </a:lnTo>
                <a:lnTo>
                  <a:pt x="1288" y="581"/>
                </a:lnTo>
                <a:lnTo>
                  <a:pt x="1289" y="581"/>
                </a:lnTo>
                <a:lnTo>
                  <a:pt x="1289" y="582"/>
                </a:lnTo>
                <a:lnTo>
                  <a:pt x="1290" y="582"/>
                </a:lnTo>
                <a:lnTo>
                  <a:pt x="1291" y="581"/>
                </a:lnTo>
                <a:lnTo>
                  <a:pt x="1292" y="582"/>
                </a:lnTo>
                <a:lnTo>
                  <a:pt x="1292" y="583"/>
                </a:lnTo>
                <a:lnTo>
                  <a:pt x="1292" y="582"/>
                </a:lnTo>
                <a:lnTo>
                  <a:pt x="1293" y="581"/>
                </a:lnTo>
                <a:lnTo>
                  <a:pt x="1294" y="581"/>
                </a:lnTo>
                <a:lnTo>
                  <a:pt x="1294" y="582"/>
                </a:lnTo>
                <a:lnTo>
                  <a:pt x="1295" y="582"/>
                </a:lnTo>
                <a:lnTo>
                  <a:pt x="1297" y="582"/>
                </a:lnTo>
                <a:lnTo>
                  <a:pt x="1297" y="583"/>
                </a:lnTo>
                <a:lnTo>
                  <a:pt x="1298" y="584"/>
                </a:lnTo>
                <a:lnTo>
                  <a:pt x="1299" y="584"/>
                </a:lnTo>
                <a:lnTo>
                  <a:pt x="1299" y="585"/>
                </a:lnTo>
                <a:lnTo>
                  <a:pt x="1300" y="586"/>
                </a:lnTo>
                <a:lnTo>
                  <a:pt x="1300" y="585"/>
                </a:lnTo>
                <a:lnTo>
                  <a:pt x="1300" y="584"/>
                </a:lnTo>
                <a:lnTo>
                  <a:pt x="1300" y="583"/>
                </a:lnTo>
                <a:lnTo>
                  <a:pt x="1301" y="582"/>
                </a:lnTo>
                <a:lnTo>
                  <a:pt x="1301" y="581"/>
                </a:lnTo>
                <a:lnTo>
                  <a:pt x="1300" y="581"/>
                </a:lnTo>
                <a:lnTo>
                  <a:pt x="1300" y="580"/>
                </a:lnTo>
                <a:lnTo>
                  <a:pt x="1301" y="578"/>
                </a:lnTo>
                <a:lnTo>
                  <a:pt x="1302" y="578"/>
                </a:lnTo>
                <a:lnTo>
                  <a:pt x="1303" y="579"/>
                </a:lnTo>
                <a:lnTo>
                  <a:pt x="1304" y="579"/>
                </a:lnTo>
                <a:lnTo>
                  <a:pt x="1305" y="579"/>
                </a:lnTo>
                <a:lnTo>
                  <a:pt x="1305" y="580"/>
                </a:lnTo>
                <a:lnTo>
                  <a:pt x="1306" y="580"/>
                </a:lnTo>
                <a:lnTo>
                  <a:pt x="1306" y="581"/>
                </a:lnTo>
                <a:lnTo>
                  <a:pt x="1307" y="581"/>
                </a:lnTo>
                <a:lnTo>
                  <a:pt x="1308" y="582"/>
                </a:lnTo>
                <a:lnTo>
                  <a:pt x="1308" y="583"/>
                </a:lnTo>
                <a:lnTo>
                  <a:pt x="1309" y="583"/>
                </a:lnTo>
                <a:lnTo>
                  <a:pt x="1310" y="582"/>
                </a:lnTo>
                <a:lnTo>
                  <a:pt x="1311" y="583"/>
                </a:lnTo>
                <a:lnTo>
                  <a:pt x="1311" y="584"/>
                </a:lnTo>
                <a:lnTo>
                  <a:pt x="1312" y="584"/>
                </a:lnTo>
                <a:lnTo>
                  <a:pt x="1313" y="582"/>
                </a:lnTo>
                <a:lnTo>
                  <a:pt x="1314" y="582"/>
                </a:lnTo>
                <a:lnTo>
                  <a:pt x="1314" y="581"/>
                </a:lnTo>
                <a:lnTo>
                  <a:pt x="1313" y="581"/>
                </a:lnTo>
                <a:lnTo>
                  <a:pt x="1312" y="580"/>
                </a:lnTo>
                <a:lnTo>
                  <a:pt x="1312" y="579"/>
                </a:lnTo>
                <a:lnTo>
                  <a:pt x="1313" y="579"/>
                </a:lnTo>
                <a:lnTo>
                  <a:pt x="1314" y="579"/>
                </a:lnTo>
                <a:lnTo>
                  <a:pt x="1315" y="580"/>
                </a:lnTo>
                <a:lnTo>
                  <a:pt x="1316" y="580"/>
                </a:lnTo>
                <a:lnTo>
                  <a:pt x="1317" y="581"/>
                </a:lnTo>
                <a:lnTo>
                  <a:pt x="1318" y="581"/>
                </a:lnTo>
                <a:lnTo>
                  <a:pt x="1318" y="582"/>
                </a:lnTo>
                <a:lnTo>
                  <a:pt x="1318" y="583"/>
                </a:lnTo>
                <a:lnTo>
                  <a:pt x="1319" y="583"/>
                </a:lnTo>
                <a:lnTo>
                  <a:pt x="1320" y="583"/>
                </a:lnTo>
                <a:lnTo>
                  <a:pt x="1321" y="583"/>
                </a:lnTo>
                <a:lnTo>
                  <a:pt x="1322" y="583"/>
                </a:lnTo>
                <a:lnTo>
                  <a:pt x="1321" y="583"/>
                </a:lnTo>
                <a:lnTo>
                  <a:pt x="1321" y="582"/>
                </a:lnTo>
                <a:lnTo>
                  <a:pt x="1323" y="583"/>
                </a:lnTo>
                <a:lnTo>
                  <a:pt x="1324" y="583"/>
                </a:lnTo>
                <a:lnTo>
                  <a:pt x="1324" y="582"/>
                </a:lnTo>
                <a:lnTo>
                  <a:pt x="1324" y="581"/>
                </a:lnTo>
                <a:lnTo>
                  <a:pt x="1324" y="580"/>
                </a:lnTo>
                <a:lnTo>
                  <a:pt x="1325" y="580"/>
                </a:lnTo>
                <a:lnTo>
                  <a:pt x="1325" y="581"/>
                </a:lnTo>
                <a:lnTo>
                  <a:pt x="1326" y="581"/>
                </a:lnTo>
                <a:lnTo>
                  <a:pt x="1327" y="582"/>
                </a:lnTo>
                <a:lnTo>
                  <a:pt x="1327" y="581"/>
                </a:lnTo>
                <a:lnTo>
                  <a:pt x="1328" y="581"/>
                </a:lnTo>
                <a:lnTo>
                  <a:pt x="1329" y="581"/>
                </a:lnTo>
                <a:lnTo>
                  <a:pt x="1330" y="582"/>
                </a:lnTo>
                <a:lnTo>
                  <a:pt x="1331" y="582"/>
                </a:lnTo>
                <a:lnTo>
                  <a:pt x="1331" y="581"/>
                </a:lnTo>
                <a:lnTo>
                  <a:pt x="1334" y="581"/>
                </a:lnTo>
                <a:lnTo>
                  <a:pt x="1334" y="580"/>
                </a:lnTo>
                <a:lnTo>
                  <a:pt x="1336" y="580"/>
                </a:lnTo>
                <a:lnTo>
                  <a:pt x="1338" y="580"/>
                </a:lnTo>
                <a:lnTo>
                  <a:pt x="1340" y="582"/>
                </a:lnTo>
                <a:lnTo>
                  <a:pt x="1343" y="584"/>
                </a:lnTo>
                <a:lnTo>
                  <a:pt x="1344" y="584"/>
                </a:lnTo>
                <a:lnTo>
                  <a:pt x="1346" y="584"/>
                </a:lnTo>
                <a:lnTo>
                  <a:pt x="1346" y="585"/>
                </a:lnTo>
                <a:lnTo>
                  <a:pt x="1347" y="586"/>
                </a:lnTo>
                <a:lnTo>
                  <a:pt x="1347" y="587"/>
                </a:lnTo>
                <a:lnTo>
                  <a:pt x="1347" y="588"/>
                </a:lnTo>
                <a:lnTo>
                  <a:pt x="1347" y="589"/>
                </a:lnTo>
                <a:lnTo>
                  <a:pt x="1347" y="590"/>
                </a:lnTo>
                <a:lnTo>
                  <a:pt x="1346" y="590"/>
                </a:lnTo>
                <a:lnTo>
                  <a:pt x="1347" y="590"/>
                </a:lnTo>
                <a:lnTo>
                  <a:pt x="1347" y="591"/>
                </a:lnTo>
                <a:lnTo>
                  <a:pt x="1347" y="592"/>
                </a:lnTo>
                <a:lnTo>
                  <a:pt x="1347" y="593"/>
                </a:lnTo>
                <a:lnTo>
                  <a:pt x="1347" y="595"/>
                </a:lnTo>
                <a:lnTo>
                  <a:pt x="1348" y="597"/>
                </a:lnTo>
                <a:lnTo>
                  <a:pt x="1349" y="599"/>
                </a:lnTo>
                <a:lnTo>
                  <a:pt x="1349" y="600"/>
                </a:lnTo>
                <a:lnTo>
                  <a:pt x="1348" y="601"/>
                </a:lnTo>
                <a:lnTo>
                  <a:pt x="1349" y="601"/>
                </a:lnTo>
                <a:lnTo>
                  <a:pt x="1349" y="602"/>
                </a:lnTo>
                <a:lnTo>
                  <a:pt x="1349" y="603"/>
                </a:lnTo>
                <a:lnTo>
                  <a:pt x="1350" y="603"/>
                </a:lnTo>
                <a:lnTo>
                  <a:pt x="1351" y="602"/>
                </a:lnTo>
                <a:lnTo>
                  <a:pt x="1352" y="602"/>
                </a:lnTo>
                <a:lnTo>
                  <a:pt x="1353" y="603"/>
                </a:lnTo>
                <a:lnTo>
                  <a:pt x="1354" y="603"/>
                </a:lnTo>
                <a:lnTo>
                  <a:pt x="1354" y="604"/>
                </a:lnTo>
                <a:lnTo>
                  <a:pt x="1355" y="604"/>
                </a:lnTo>
                <a:lnTo>
                  <a:pt x="1356" y="604"/>
                </a:lnTo>
                <a:lnTo>
                  <a:pt x="1357" y="604"/>
                </a:lnTo>
                <a:lnTo>
                  <a:pt x="1359" y="604"/>
                </a:lnTo>
                <a:lnTo>
                  <a:pt x="1359" y="605"/>
                </a:lnTo>
                <a:lnTo>
                  <a:pt x="1359" y="604"/>
                </a:lnTo>
                <a:lnTo>
                  <a:pt x="1360" y="604"/>
                </a:lnTo>
                <a:lnTo>
                  <a:pt x="1361" y="604"/>
                </a:lnTo>
                <a:lnTo>
                  <a:pt x="1361" y="606"/>
                </a:lnTo>
                <a:lnTo>
                  <a:pt x="1362" y="606"/>
                </a:lnTo>
                <a:lnTo>
                  <a:pt x="1362" y="605"/>
                </a:lnTo>
                <a:lnTo>
                  <a:pt x="1363" y="604"/>
                </a:lnTo>
                <a:lnTo>
                  <a:pt x="1365" y="603"/>
                </a:lnTo>
                <a:lnTo>
                  <a:pt x="1366" y="604"/>
                </a:lnTo>
                <a:lnTo>
                  <a:pt x="1365" y="604"/>
                </a:lnTo>
                <a:lnTo>
                  <a:pt x="1365" y="605"/>
                </a:lnTo>
                <a:lnTo>
                  <a:pt x="1366" y="605"/>
                </a:lnTo>
                <a:lnTo>
                  <a:pt x="1367" y="606"/>
                </a:lnTo>
                <a:lnTo>
                  <a:pt x="1368" y="607"/>
                </a:lnTo>
                <a:lnTo>
                  <a:pt x="1369" y="608"/>
                </a:lnTo>
                <a:lnTo>
                  <a:pt x="1370" y="608"/>
                </a:lnTo>
                <a:lnTo>
                  <a:pt x="1369" y="609"/>
                </a:lnTo>
                <a:lnTo>
                  <a:pt x="1370" y="610"/>
                </a:lnTo>
                <a:lnTo>
                  <a:pt x="1369" y="610"/>
                </a:lnTo>
                <a:lnTo>
                  <a:pt x="1369" y="611"/>
                </a:lnTo>
                <a:lnTo>
                  <a:pt x="1370" y="612"/>
                </a:lnTo>
                <a:lnTo>
                  <a:pt x="1371" y="612"/>
                </a:lnTo>
                <a:lnTo>
                  <a:pt x="1371" y="611"/>
                </a:lnTo>
                <a:lnTo>
                  <a:pt x="1372" y="612"/>
                </a:lnTo>
                <a:lnTo>
                  <a:pt x="1373" y="611"/>
                </a:lnTo>
                <a:lnTo>
                  <a:pt x="1374" y="611"/>
                </a:lnTo>
                <a:lnTo>
                  <a:pt x="1375" y="611"/>
                </a:lnTo>
                <a:lnTo>
                  <a:pt x="1376" y="612"/>
                </a:lnTo>
                <a:lnTo>
                  <a:pt x="1378" y="613"/>
                </a:lnTo>
                <a:lnTo>
                  <a:pt x="1379" y="613"/>
                </a:lnTo>
                <a:lnTo>
                  <a:pt x="1380" y="612"/>
                </a:lnTo>
                <a:lnTo>
                  <a:pt x="1381" y="612"/>
                </a:lnTo>
                <a:lnTo>
                  <a:pt x="1382" y="612"/>
                </a:lnTo>
                <a:lnTo>
                  <a:pt x="1384" y="612"/>
                </a:lnTo>
                <a:lnTo>
                  <a:pt x="1384" y="613"/>
                </a:lnTo>
                <a:lnTo>
                  <a:pt x="1384" y="614"/>
                </a:lnTo>
                <a:lnTo>
                  <a:pt x="1385" y="614"/>
                </a:lnTo>
                <a:lnTo>
                  <a:pt x="1386" y="614"/>
                </a:lnTo>
                <a:lnTo>
                  <a:pt x="1387" y="614"/>
                </a:lnTo>
                <a:lnTo>
                  <a:pt x="1387" y="613"/>
                </a:lnTo>
                <a:lnTo>
                  <a:pt x="1388" y="613"/>
                </a:lnTo>
                <a:lnTo>
                  <a:pt x="1389" y="614"/>
                </a:lnTo>
                <a:lnTo>
                  <a:pt x="1391" y="615"/>
                </a:lnTo>
                <a:lnTo>
                  <a:pt x="1392" y="616"/>
                </a:lnTo>
                <a:lnTo>
                  <a:pt x="1394" y="617"/>
                </a:lnTo>
                <a:lnTo>
                  <a:pt x="1395" y="617"/>
                </a:lnTo>
                <a:lnTo>
                  <a:pt x="1396" y="617"/>
                </a:lnTo>
                <a:lnTo>
                  <a:pt x="1396" y="616"/>
                </a:lnTo>
                <a:lnTo>
                  <a:pt x="1397" y="617"/>
                </a:lnTo>
                <a:lnTo>
                  <a:pt x="1398" y="617"/>
                </a:lnTo>
                <a:lnTo>
                  <a:pt x="1398" y="618"/>
                </a:lnTo>
                <a:lnTo>
                  <a:pt x="1399" y="618"/>
                </a:lnTo>
                <a:lnTo>
                  <a:pt x="1400" y="618"/>
                </a:lnTo>
                <a:lnTo>
                  <a:pt x="1401" y="620"/>
                </a:lnTo>
                <a:lnTo>
                  <a:pt x="1403" y="620"/>
                </a:lnTo>
                <a:lnTo>
                  <a:pt x="1404" y="621"/>
                </a:lnTo>
                <a:lnTo>
                  <a:pt x="1404" y="622"/>
                </a:lnTo>
                <a:lnTo>
                  <a:pt x="1405" y="623"/>
                </a:lnTo>
                <a:lnTo>
                  <a:pt x="1405" y="624"/>
                </a:lnTo>
                <a:lnTo>
                  <a:pt x="1406" y="624"/>
                </a:lnTo>
                <a:lnTo>
                  <a:pt x="1406" y="625"/>
                </a:lnTo>
                <a:lnTo>
                  <a:pt x="1406" y="627"/>
                </a:lnTo>
                <a:lnTo>
                  <a:pt x="1406" y="628"/>
                </a:lnTo>
                <a:lnTo>
                  <a:pt x="1406" y="629"/>
                </a:lnTo>
                <a:lnTo>
                  <a:pt x="1407" y="630"/>
                </a:lnTo>
                <a:lnTo>
                  <a:pt x="1407" y="629"/>
                </a:lnTo>
                <a:lnTo>
                  <a:pt x="1409" y="629"/>
                </a:lnTo>
                <a:lnTo>
                  <a:pt x="1409" y="628"/>
                </a:lnTo>
                <a:lnTo>
                  <a:pt x="1410" y="628"/>
                </a:lnTo>
                <a:lnTo>
                  <a:pt x="1409" y="629"/>
                </a:lnTo>
                <a:lnTo>
                  <a:pt x="1410" y="630"/>
                </a:lnTo>
                <a:lnTo>
                  <a:pt x="1411" y="629"/>
                </a:lnTo>
                <a:lnTo>
                  <a:pt x="1410" y="628"/>
                </a:lnTo>
                <a:lnTo>
                  <a:pt x="1411" y="627"/>
                </a:lnTo>
                <a:lnTo>
                  <a:pt x="1412" y="627"/>
                </a:lnTo>
                <a:lnTo>
                  <a:pt x="1413" y="627"/>
                </a:lnTo>
                <a:lnTo>
                  <a:pt x="1414" y="628"/>
                </a:lnTo>
                <a:lnTo>
                  <a:pt x="1414" y="629"/>
                </a:lnTo>
                <a:lnTo>
                  <a:pt x="1414" y="630"/>
                </a:lnTo>
                <a:lnTo>
                  <a:pt x="1413" y="631"/>
                </a:lnTo>
                <a:lnTo>
                  <a:pt x="1412" y="631"/>
                </a:lnTo>
                <a:lnTo>
                  <a:pt x="1412" y="630"/>
                </a:lnTo>
                <a:lnTo>
                  <a:pt x="1412" y="631"/>
                </a:lnTo>
                <a:lnTo>
                  <a:pt x="1412" y="632"/>
                </a:lnTo>
                <a:lnTo>
                  <a:pt x="1412" y="631"/>
                </a:lnTo>
                <a:lnTo>
                  <a:pt x="1412" y="632"/>
                </a:lnTo>
                <a:lnTo>
                  <a:pt x="1413" y="632"/>
                </a:lnTo>
                <a:lnTo>
                  <a:pt x="1414" y="633"/>
                </a:lnTo>
                <a:lnTo>
                  <a:pt x="1415" y="635"/>
                </a:lnTo>
                <a:lnTo>
                  <a:pt x="1417" y="636"/>
                </a:lnTo>
                <a:lnTo>
                  <a:pt x="1418" y="635"/>
                </a:lnTo>
                <a:lnTo>
                  <a:pt x="1419" y="634"/>
                </a:lnTo>
                <a:lnTo>
                  <a:pt x="1420" y="634"/>
                </a:lnTo>
                <a:lnTo>
                  <a:pt x="1420" y="635"/>
                </a:lnTo>
                <a:lnTo>
                  <a:pt x="1420" y="636"/>
                </a:lnTo>
                <a:lnTo>
                  <a:pt x="1420" y="637"/>
                </a:lnTo>
                <a:lnTo>
                  <a:pt x="1421" y="636"/>
                </a:lnTo>
                <a:lnTo>
                  <a:pt x="1422" y="636"/>
                </a:lnTo>
                <a:lnTo>
                  <a:pt x="1424" y="637"/>
                </a:lnTo>
                <a:lnTo>
                  <a:pt x="1424" y="638"/>
                </a:lnTo>
                <a:lnTo>
                  <a:pt x="1424" y="639"/>
                </a:lnTo>
                <a:lnTo>
                  <a:pt x="1425" y="639"/>
                </a:lnTo>
                <a:lnTo>
                  <a:pt x="1426" y="639"/>
                </a:lnTo>
                <a:lnTo>
                  <a:pt x="1427" y="638"/>
                </a:lnTo>
                <a:lnTo>
                  <a:pt x="1427" y="637"/>
                </a:lnTo>
                <a:lnTo>
                  <a:pt x="1428" y="636"/>
                </a:lnTo>
                <a:lnTo>
                  <a:pt x="1428" y="635"/>
                </a:lnTo>
                <a:lnTo>
                  <a:pt x="1429" y="634"/>
                </a:lnTo>
                <a:lnTo>
                  <a:pt x="1430" y="632"/>
                </a:lnTo>
                <a:lnTo>
                  <a:pt x="1431" y="632"/>
                </a:lnTo>
                <a:lnTo>
                  <a:pt x="1432" y="632"/>
                </a:lnTo>
                <a:lnTo>
                  <a:pt x="1431" y="633"/>
                </a:lnTo>
                <a:lnTo>
                  <a:pt x="1430" y="634"/>
                </a:lnTo>
                <a:lnTo>
                  <a:pt x="1430" y="635"/>
                </a:lnTo>
                <a:lnTo>
                  <a:pt x="1430" y="637"/>
                </a:lnTo>
                <a:lnTo>
                  <a:pt x="1430" y="638"/>
                </a:lnTo>
                <a:lnTo>
                  <a:pt x="1431" y="638"/>
                </a:lnTo>
                <a:lnTo>
                  <a:pt x="1434" y="638"/>
                </a:lnTo>
                <a:lnTo>
                  <a:pt x="1434" y="639"/>
                </a:lnTo>
                <a:lnTo>
                  <a:pt x="1435" y="640"/>
                </a:lnTo>
                <a:lnTo>
                  <a:pt x="1435" y="641"/>
                </a:lnTo>
                <a:lnTo>
                  <a:pt x="1435" y="640"/>
                </a:lnTo>
                <a:lnTo>
                  <a:pt x="1435" y="639"/>
                </a:lnTo>
                <a:lnTo>
                  <a:pt x="1436" y="639"/>
                </a:lnTo>
                <a:lnTo>
                  <a:pt x="1436" y="638"/>
                </a:lnTo>
                <a:lnTo>
                  <a:pt x="1436" y="639"/>
                </a:lnTo>
                <a:lnTo>
                  <a:pt x="1438" y="640"/>
                </a:lnTo>
                <a:lnTo>
                  <a:pt x="1438" y="639"/>
                </a:lnTo>
                <a:lnTo>
                  <a:pt x="1438" y="638"/>
                </a:lnTo>
                <a:lnTo>
                  <a:pt x="1438" y="639"/>
                </a:lnTo>
                <a:lnTo>
                  <a:pt x="1441" y="640"/>
                </a:lnTo>
                <a:lnTo>
                  <a:pt x="1443" y="640"/>
                </a:lnTo>
                <a:lnTo>
                  <a:pt x="1444" y="640"/>
                </a:lnTo>
                <a:lnTo>
                  <a:pt x="1444" y="641"/>
                </a:lnTo>
                <a:lnTo>
                  <a:pt x="1444" y="643"/>
                </a:lnTo>
                <a:lnTo>
                  <a:pt x="1445" y="644"/>
                </a:lnTo>
                <a:lnTo>
                  <a:pt x="1446" y="644"/>
                </a:lnTo>
                <a:lnTo>
                  <a:pt x="1447" y="645"/>
                </a:lnTo>
                <a:lnTo>
                  <a:pt x="1448" y="648"/>
                </a:lnTo>
                <a:lnTo>
                  <a:pt x="1448" y="649"/>
                </a:lnTo>
                <a:lnTo>
                  <a:pt x="1448" y="651"/>
                </a:lnTo>
                <a:lnTo>
                  <a:pt x="1450" y="652"/>
                </a:lnTo>
                <a:lnTo>
                  <a:pt x="1451" y="652"/>
                </a:lnTo>
                <a:lnTo>
                  <a:pt x="1454" y="653"/>
                </a:lnTo>
                <a:lnTo>
                  <a:pt x="1456" y="653"/>
                </a:lnTo>
                <a:lnTo>
                  <a:pt x="1457" y="653"/>
                </a:lnTo>
                <a:lnTo>
                  <a:pt x="1457" y="652"/>
                </a:lnTo>
                <a:lnTo>
                  <a:pt x="1458" y="651"/>
                </a:lnTo>
                <a:lnTo>
                  <a:pt x="1458" y="650"/>
                </a:lnTo>
                <a:lnTo>
                  <a:pt x="1457" y="650"/>
                </a:lnTo>
                <a:lnTo>
                  <a:pt x="1457" y="649"/>
                </a:lnTo>
                <a:lnTo>
                  <a:pt x="1457" y="648"/>
                </a:lnTo>
                <a:lnTo>
                  <a:pt x="1458" y="648"/>
                </a:lnTo>
                <a:lnTo>
                  <a:pt x="1458" y="649"/>
                </a:lnTo>
                <a:lnTo>
                  <a:pt x="1459" y="649"/>
                </a:lnTo>
                <a:lnTo>
                  <a:pt x="1461" y="650"/>
                </a:lnTo>
                <a:lnTo>
                  <a:pt x="1462" y="652"/>
                </a:lnTo>
                <a:lnTo>
                  <a:pt x="1463" y="652"/>
                </a:lnTo>
                <a:lnTo>
                  <a:pt x="1464" y="652"/>
                </a:lnTo>
                <a:lnTo>
                  <a:pt x="1465" y="653"/>
                </a:lnTo>
                <a:lnTo>
                  <a:pt x="1466" y="653"/>
                </a:lnTo>
                <a:lnTo>
                  <a:pt x="1466" y="652"/>
                </a:lnTo>
                <a:lnTo>
                  <a:pt x="1467" y="652"/>
                </a:lnTo>
                <a:lnTo>
                  <a:pt x="1468" y="653"/>
                </a:lnTo>
                <a:lnTo>
                  <a:pt x="1469" y="654"/>
                </a:lnTo>
                <a:lnTo>
                  <a:pt x="1469" y="655"/>
                </a:lnTo>
                <a:lnTo>
                  <a:pt x="1470" y="657"/>
                </a:lnTo>
                <a:lnTo>
                  <a:pt x="1469" y="660"/>
                </a:lnTo>
                <a:lnTo>
                  <a:pt x="1470" y="664"/>
                </a:lnTo>
                <a:lnTo>
                  <a:pt x="1469" y="665"/>
                </a:lnTo>
                <a:lnTo>
                  <a:pt x="1470" y="667"/>
                </a:lnTo>
                <a:lnTo>
                  <a:pt x="1471" y="668"/>
                </a:lnTo>
                <a:lnTo>
                  <a:pt x="1471" y="669"/>
                </a:lnTo>
                <a:lnTo>
                  <a:pt x="1470" y="670"/>
                </a:lnTo>
                <a:lnTo>
                  <a:pt x="1470" y="672"/>
                </a:lnTo>
                <a:lnTo>
                  <a:pt x="1471" y="674"/>
                </a:lnTo>
                <a:lnTo>
                  <a:pt x="1471" y="675"/>
                </a:lnTo>
                <a:lnTo>
                  <a:pt x="1472" y="675"/>
                </a:lnTo>
                <a:lnTo>
                  <a:pt x="1473" y="677"/>
                </a:lnTo>
                <a:lnTo>
                  <a:pt x="1475" y="680"/>
                </a:lnTo>
                <a:lnTo>
                  <a:pt x="1476" y="681"/>
                </a:lnTo>
                <a:lnTo>
                  <a:pt x="1476" y="682"/>
                </a:lnTo>
                <a:lnTo>
                  <a:pt x="1475" y="683"/>
                </a:lnTo>
                <a:lnTo>
                  <a:pt x="1474" y="684"/>
                </a:lnTo>
                <a:lnTo>
                  <a:pt x="1475" y="685"/>
                </a:lnTo>
                <a:lnTo>
                  <a:pt x="1475" y="686"/>
                </a:lnTo>
                <a:lnTo>
                  <a:pt x="1474" y="687"/>
                </a:lnTo>
                <a:lnTo>
                  <a:pt x="1474" y="688"/>
                </a:lnTo>
                <a:lnTo>
                  <a:pt x="1473" y="688"/>
                </a:lnTo>
                <a:lnTo>
                  <a:pt x="1473" y="691"/>
                </a:lnTo>
                <a:lnTo>
                  <a:pt x="1473" y="692"/>
                </a:lnTo>
                <a:lnTo>
                  <a:pt x="1473" y="693"/>
                </a:lnTo>
                <a:lnTo>
                  <a:pt x="1473" y="694"/>
                </a:lnTo>
                <a:lnTo>
                  <a:pt x="1474" y="694"/>
                </a:lnTo>
                <a:lnTo>
                  <a:pt x="1473" y="695"/>
                </a:lnTo>
                <a:lnTo>
                  <a:pt x="1472" y="696"/>
                </a:lnTo>
                <a:lnTo>
                  <a:pt x="1472" y="697"/>
                </a:lnTo>
                <a:lnTo>
                  <a:pt x="1471" y="697"/>
                </a:lnTo>
                <a:lnTo>
                  <a:pt x="1471" y="698"/>
                </a:lnTo>
                <a:lnTo>
                  <a:pt x="1471" y="699"/>
                </a:lnTo>
                <a:lnTo>
                  <a:pt x="1471" y="700"/>
                </a:lnTo>
                <a:lnTo>
                  <a:pt x="1471" y="701"/>
                </a:lnTo>
                <a:lnTo>
                  <a:pt x="1471" y="702"/>
                </a:lnTo>
                <a:lnTo>
                  <a:pt x="1470" y="702"/>
                </a:lnTo>
                <a:lnTo>
                  <a:pt x="1469" y="702"/>
                </a:lnTo>
                <a:lnTo>
                  <a:pt x="1469" y="703"/>
                </a:lnTo>
                <a:lnTo>
                  <a:pt x="1468" y="703"/>
                </a:lnTo>
                <a:lnTo>
                  <a:pt x="1468" y="702"/>
                </a:lnTo>
                <a:lnTo>
                  <a:pt x="1467" y="702"/>
                </a:lnTo>
                <a:lnTo>
                  <a:pt x="1466" y="703"/>
                </a:lnTo>
                <a:lnTo>
                  <a:pt x="1466" y="702"/>
                </a:lnTo>
                <a:lnTo>
                  <a:pt x="1465" y="702"/>
                </a:lnTo>
                <a:lnTo>
                  <a:pt x="1464" y="702"/>
                </a:lnTo>
                <a:lnTo>
                  <a:pt x="1463" y="703"/>
                </a:lnTo>
                <a:lnTo>
                  <a:pt x="1462" y="703"/>
                </a:lnTo>
                <a:lnTo>
                  <a:pt x="1462" y="704"/>
                </a:lnTo>
                <a:lnTo>
                  <a:pt x="1463" y="704"/>
                </a:lnTo>
                <a:lnTo>
                  <a:pt x="1462" y="705"/>
                </a:lnTo>
                <a:lnTo>
                  <a:pt x="1461" y="706"/>
                </a:lnTo>
                <a:lnTo>
                  <a:pt x="1460" y="706"/>
                </a:lnTo>
                <a:lnTo>
                  <a:pt x="1459" y="706"/>
                </a:lnTo>
                <a:lnTo>
                  <a:pt x="1458" y="707"/>
                </a:lnTo>
                <a:lnTo>
                  <a:pt x="1458" y="708"/>
                </a:lnTo>
                <a:lnTo>
                  <a:pt x="1457" y="708"/>
                </a:lnTo>
                <a:lnTo>
                  <a:pt x="1456" y="709"/>
                </a:lnTo>
                <a:lnTo>
                  <a:pt x="1456" y="710"/>
                </a:lnTo>
                <a:lnTo>
                  <a:pt x="1457" y="710"/>
                </a:lnTo>
                <a:lnTo>
                  <a:pt x="1457" y="711"/>
                </a:lnTo>
                <a:lnTo>
                  <a:pt x="1457" y="712"/>
                </a:lnTo>
                <a:lnTo>
                  <a:pt x="1458" y="712"/>
                </a:lnTo>
                <a:lnTo>
                  <a:pt x="1459" y="713"/>
                </a:lnTo>
                <a:lnTo>
                  <a:pt x="1459" y="714"/>
                </a:lnTo>
                <a:lnTo>
                  <a:pt x="1459" y="715"/>
                </a:lnTo>
                <a:lnTo>
                  <a:pt x="1459" y="717"/>
                </a:lnTo>
                <a:lnTo>
                  <a:pt x="1459" y="718"/>
                </a:lnTo>
                <a:lnTo>
                  <a:pt x="1459" y="719"/>
                </a:lnTo>
                <a:lnTo>
                  <a:pt x="1459" y="720"/>
                </a:lnTo>
                <a:lnTo>
                  <a:pt x="1459" y="721"/>
                </a:lnTo>
                <a:lnTo>
                  <a:pt x="1459" y="722"/>
                </a:lnTo>
                <a:lnTo>
                  <a:pt x="1459" y="724"/>
                </a:lnTo>
                <a:lnTo>
                  <a:pt x="1459" y="725"/>
                </a:lnTo>
                <a:lnTo>
                  <a:pt x="1458" y="725"/>
                </a:lnTo>
                <a:lnTo>
                  <a:pt x="1458" y="726"/>
                </a:lnTo>
                <a:lnTo>
                  <a:pt x="1459" y="726"/>
                </a:lnTo>
                <a:lnTo>
                  <a:pt x="1459" y="727"/>
                </a:lnTo>
                <a:lnTo>
                  <a:pt x="1458" y="727"/>
                </a:lnTo>
                <a:lnTo>
                  <a:pt x="1458" y="728"/>
                </a:lnTo>
                <a:lnTo>
                  <a:pt x="1459" y="729"/>
                </a:lnTo>
                <a:lnTo>
                  <a:pt x="1459" y="730"/>
                </a:lnTo>
                <a:lnTo>
                  <a:pt x="1459" y="731"/>
                </a:lnTo>
                <a:lnTo>
                  <a:pt x="1458" y="732"/>
                </a:lnTo>
                <a:lnTo>
                  <a:pt x="1459" y="732"/>
                </a:lnTo>
                <a:lnTo>
                  <a:pt x="1459" y="733"/>
                </a:lnTo>
                <a:lnTo>
                  <a:pt x="1459" y="734"/>
                </a:lnTo>
                <a:lnTo>
                  <a:pt x="1460" y="734"/>
                </a:lnTo>
                <a:lnTo>
                  <a:pt x="1460" y="735"/>
                </a:lnTo>
                <a:lnTo>
                  <a:pt x="1460" y="736"/>
                </a:lnTo>
                <a:lnTo>
                  <a:pt x="1460" y="737"/>
                </a:lnTo>
                <a:lnTo>
                  <a:pt x="1461" y="737"/>
                </a:lnTo>
                <a:lnTo>
                  <a:pt x="1462" y="737"/>
                </a:lnTo>
                <a:lnTo>
                  <a:pt x="1463" y="738"/>
                </a:lnTo>
                <a:lnTo>
                  <a:pt x="1463" y="739"/>
                </a:lnTo>
                <a:lnTo>
                  <a:pt x="1464" y="739"/>
                </a:lnTo>
                <a:lnTo>
                  <a:pt x="1464" y="740"/>
                </a:lnTo>
                <a:lnTo>
                  <a:pt x="1465" y="740"/>
                </a:lnTo>
                <a:lnTo>
                  <a:pt x="1465" y="741"/>
                </a:lnTo>
                <a:lnTo>
                  <a:pt x="1466" y="741"/>
                </a:lnTo>
                <a:lnTo>
                  <a:pt x="1467" y="741"/>
                </a:lnTo>
                <a:lnTo>
                  <a:pt x="1467" y="742"/>
                </a:lnTo>
                <a:lnTo>
                  <a:pt x="1468" y="742"/>
                </a:lnTo>
                <a:lnTo>
                  <a:pt x="1467" y="742"/>
                </a:lnTo>
                <a:lnTo>
                  <a:pt x="1467" y="743"/>
                </a:lnTo>
                <a:lnTo>
                  <a:pt x="1468" y="743"/>
                </a:lnTo>
                <a:lnTo>
                  <a:pt x="1468" y="744"/>
                </a:lnTo>
                <a:lnTo>
                  <a:pt x="1467" y="745"/>
                </a:lnTo>
                <a:lnTo>
                  <a:pt x="1467" y="746"/>
                </a:lnTo>
                <a:lnTo>
                  <a:pt x="1466" y="746"/>
                </a:lnTo>
                <a:lnTo>
                  <a:pt x="1466" y="747"/>
                </a:lnTo>
                <a:lnTo>
                  <a:pt x="1466" y="748"/>
                </a:lnTo>
                <a:lnTo>
                  <a:pt x="1467" y="749"/>
                </a:lnTo>
                <a:lnTo>
                  <a:pt x="1467" y="751"/>
                </a:lnTo>
                <a:lnTo>
                  <a:pt x="1468" y="753"/>
                </a:lnTo>
                <a:lnTo>
                  <a:pt x="1468" y="755"/>
                </a:lnTo>
                <a:lnTo>
                  <a:pt x="1468" y="756"/>
                </a:lnTo>
                <a:lnTo>
                  <a:pt x="1469" y="756"/>
                </a:lnTo>
                <a:lnTo>
                  <a:pt x="1469" y="757"/>
                </a:lnTo>
                <a:lnTo>
                  <a:pt x="1469" y="758"/>
                </a:lnTo>
                <a:lnTo>
                  <a:pt x="1468" y="758"/>
                </a:lnTo>
                <a:lnTo>
                  <a:pt x="1468" y="759"/>
                </a:lnTo>
                <a:lnTo>
                  <a:pt x="1467" y="760"/>
                </a:lnTo>
                <a:lnTo>
                  <a:pt x="1467" y="761"/>
                </a:lnTo>
                <a:lnTo>
                  <a:pt x="1467" y="762"/>
                </a:lnTo>
                <a:lnTo>
                  <a:pt x="1467" y="763"/>
                </a:lnTo>
                <a:lnTo>
                  <a:pt x="1467" y="764"/>
                </a:lnTo>
                <a:lnTo>
                  <a:pt x="1467" y="765"/>
                </a:lnTo>
                <a:lnTo>
                  <a:pt x="1467" y="766"/>
                </a:lnTo>
                <a:lnTo>
                  <a:pt x="1466" y="766"/>
                </a:lnTo>
                <a:lnTo>
                  <a:pt x="1466" y="767"/>
                </a:lnTo>
                <a:lnTo>
                  <a:pt x="1465" y="767"/>
                </a:lnTo>
                <a:lnTo>
                  <a:pt x="1464" y="767"/>
                </a:lnTo>
                <a:lnTo>
                  <a:pt x="1464" y="768"/>
                </a:lnTo>
                <a:lnTo>
                  <a:pt x="1464" y="769"/>
                </a:lnTo>
                <a:lnTo>
                  <a:pt x="1463" y="769"/>
                </a:lnTo>
                <a:lnTo>
                  <a:pt x="1462" y="769"/>
                </a:lnTo>
                <a:lnTo>
                  <a:pt x="1461" y="768"/>
                </a:lnTo>
                <a:lnTo>
                  <a:pt x="1461" y="767"/>
                </a:lnTo>
                <a:lnTo>
                  <a:pt x="1460" y="768"/>
                </a:lnTo>
                <a:lnTo>
                  <a:pt x="1459" y="768"/>
                </a:lnTo>
                <a:lnTo>
                  <a:pt x="1459" y="769"/>
                </a:lnTo>
                <a:lnTo>
                  <a:pt x="1458" y="769"/>
                </a:lnTo>
                <a:lnTo>
                  <a:pt x="1456" y="770"/>
                </a:lnTo>
                <a:lnTo>
                  <a:pt x="1455" y="770"/>
                </a:lnTo>
                <a:lnTo>
                  <a:pt x="1453" y="770"/>
                </a:lnTo>
                <a:lnTo>
                  <a:pt x="1453" y="771"/>
                </a:lnTo>
                <a:lnTo>
                  <a:pt x="1452" y="771"/>
                </a:lnTo>
                <a:lnTo>
                  <a:pt x="1451" y="771"/>
                </a:lnTo>
                <a:lnTo>
                  <a:pt x="1450" y="770"/>
                </a:lnTo>
                <a:lnTo>
                  <a:pt x="1449" y="771"/>
                </a:lnTo>
                <a:lnTo>
                  <a:pt x="1448" y="771"/>
                </a:lnTo>
                <a:lnTo>
                  <a:pt x="1448" y="770"/>
                </a:lnTo>
                <a:lnTo>
                  <a:pt x="1447" y="770"/>
                </a:lnTo>
                <a:lnTo>
                  <a:pt x="1447" y="769"/>
                </a:lnTo>
                <a:lnTo>
                  <a:pt x="1446" y="769"/>
                </a:lnTo>
                <a:lnTo>
                  <a:pt x="1445" y="769"/>
                </a:lnTo>
                <a:lnTo>
                  <a:pt x="1445" y="770"/>
                </a:lnTo>
                <a:lnTo>
                  <a:pt x="1444" y="770"/>
                </a:lnTo>
                <a:lnTo>
                  <a:pt x="1443" y="770"/>
                </a:lnTo>
                <a:lnTo>
                  <a:pt x="1443" y="769"/>
                </a:lnTo>
                <a:lnTo>
                  <a:pt x="1444" y="769"/>
                </a:lnTo>
                <a:lnTo>
                  <a:pt x="1443" y="768"/>
                </a:lnTo>
                <a:lnTo>
                  <a:pt x="1442" y="768"/>
                </a:lnTo>
                <a:lnTo>
                  <a:pt x="1442" y="769"/>
                </a:lnTo>
                <a:lnTo>
                  <a:pt x="1441" y="769"/>
                </a:lnTo>
                <a:lnTo>
                  <a:pt x="1440" y="769"/>
                </a:lnTo>
                <a:lnTo>
                  <a:pt x="1440" y="768"/>
                </a:lnTo>
                <a:lnTo>
                  <a:pt x="1439" y="768"/>
                </a:lnTo>
                <a:lnTo>
                  <a:pt x="1439" y="769"/>
                </a:lnTo>
                <a:lnTo>
                  <a:pt x="1439" y="770"/>
                </a:lnTo>
                <a:lnTo>
                  <a:pt x="1440" y="770"/>
                </a:lnTo>
                <a:lnTo>
                  <a:pt x="1439" y="771"/>
                </a:lnTo>
                <a:lnTo>
                  <a:pt x="1438" y="771"/>
                </a:lnTo>
                <a:lnTo>
                  <a:pt x="1437" y="772"/>
                </a:lnTo>
                <a:lnTo>
                  <a:pt x="1436" y="772"/>
                </a:lnTo>
                <a:lnTo>
                  <a:pt x="1435" y="772"/>
                </a:lnTo>
                <a:lnTo>
                  <a:pt x="1436" y="772"/>
                </a:lnTo>
                <a:lnTo>
                  <a:pt x="1436" y="771"/>
                </a:lnTo>
                <a:lnTo>
                  <a:pt x="1435" y="771"/>
                </a:lnTo>
                <a:lnTo>
                  <a:pt x="1435" y="772"/>
                </a:lnTo>
                <a:lnTo>
                  <a:pt x="1435" y="773"/>
                </a:lnTo>
                <a:lnTo>
                  <a:pt x="1434" y="773"/>
                </a:lnTo>
                <a:lnTo>
                  <a:pt x="1434" y="772"/>
                </a:lnTo>
                <a:lnTo>
                  <a:pt x="1433" y="772"/>
                </a:lnTo>
                <a:lnTo>
                  <a:pt x="1433" y="771"/>
                </a:lnTo>
                <a:lnTo>
                  <a:pt x="1432" y="771"/>
                </a:lnTo>
                <a:lnTo>
                  <a:pt x="1432" y="770"/>
                </a:lnTo>
                <a:lnTo>
                  <a:pt x="1433" y="769"/>
                </a:lnTo>
                <a:lnTo>
                  <a:pt x="1432" y="769"/>
                </a:lnTo>
                <a:lnTo>
                  <a:pt x="1432" y="768"/>
                </a:lnTo>
                <a:lnTo>
                  <a:pt x="1431" y="768"/>
                </a:lnTo>
                <a:lnTo>
                  <a:pt x="1430" y="768"/>
                </a:lnTo>
                <a:lnTo>
                  <a:pt x="1429" y="768"/>
                </a:lnTo>
                <a:lnTo>
                  <a:pt x="1428" y="768"/>
                </a:lnTo>
                <a:lnTo>
                  <a:pt x="1427" y="767"/>
                </a:lnTo>
                <a:lnTo>
                  <a:pt x="1426" y="768"/>
                </a:lnTo>
                <a:lnTo>
                  <a:pt x="1426" y="769"/>
                </a:lnTo>
                <a:lnTo>
                  <a:pt x="1425" y="769"/>
                </a:lnTo>
                <a:lnTo>
                  <a:pt x="1425" y="770"/>
                </a:lnTo>
                <a:lnTo>
                  <a:pt x="1424" y="769"/>
                </a:lnTo>
                <a:lnTo>
                  <a:pt x="1423" y="769"/>
                </a:lnTo>
                <a:lnTo>
                  <a:pt x="1424" y="769"/>
                </a:lnTo>
                <a:lnTo>
                  <a:pt x="1423" y="770"/>
                </a:lnTo>
                <a:lnTo>
                  <a:pt x="1422" y="770"/>
                </a:lnTo>
                <a:lnTo>
                  <a:pt x="1421" y="770"/>
                </a:lnTo>
                <a:lnTo>
                  <a:pt x="1420" y="770"/>
                </a:lnTo>
                <a:lnTo>
                  <a:pt x="1420" y="771"/>
                </a:lnTo>
                <a:lnTo>
                  <a:pt x="1419" y="771"/>
                </a:lnTo>
                <a:lnTo>
                  <a:pt x="1419" y="772"/>
                </a:lnTo>
                <a:lnTo>
                  <a:pt x="1418" y="772"/>
                </a:lnTo>
                <a:lnTo>
                  <a:pt x="1417" y="772"/>
                </a:lnTo>
                <a:lnTo>
                  <a:pt x="1416" y="773"/>
                </a:lnTo>
                <a:lnTo>
                  <a:pt x="1415" y="773"/>
                </a:lnTo>
                <a:lnTo>
                  <a:pt x="1414" y="773"/>
                </a:lnTo>
                <a:lnTo>
                  <a:pt x="1413" y="773"/>
                </a:lnTo>
                <a:lnTo>
                  <a:pt x="1412" y="773"/>
                </a:lnTo>
                <a:lnTo>
                  <a:pt x="1411" y="774"/>
                </a:lnTo>
                <a:lnTo>
                  <a:pt x="1410" y="774"/>
                </a:lnTo>
                <a:lnTo>
                  <a:pt x="1409" y="774"/>
                </a:lnTo>
                <a:lnTo>
                  <a:pt x="1408" y="774"/>
                </a:lnTo>
                <a:lnTo>
                  <a:pt x="1407" y="773"/>
                </a:lnTo>
                <a:lnTo>
                  <a:pt x="1408" y="773"/>
                </a:lnTo>
                <a:lnTo>
                  <a:pt x="1408" y="772"/>
                </a:lnTo>
                <a:lnTo>
                  <a:pt x="1408" y="771"/>
                </a:lnTo>
                <a:lnTo>
                  <a:pt x="1407" y="771"/>
                </a:lnTo>
                <a:lnTo>
                  <a:pt x="1406" y="771"/>
                </a:lnTo>
                <a:lnTo>
                  <a:pt x="1406" y="772"/>
                </a:lnTo>
                <a:lnTo>
                  <a:pt x="1406" y="773"/>
                </a:lnTo>
                <a:lnTo>
                  <a:pt x="1405" y="773"/>
                </a:lnTo>
                <a:lnTo>
                  <a:pt x="1405" y="772"/>
                </a:lnTo>
                <a:lnTo>
                  <a:pt x="1405" y="773"/>
                </a:lnTo>
                <a:lnTo>
                  <a:pt x="1404" y="773"/>
                </a:lnTo>
                <a:lnTo>
                  <a:pt x="1405" y="773"/>
                </a:lnTo>
                <a:lnTo>
                  <a:pt x="1404" y="773"/>
                </a:lnTo>
                <a:lnTo>
                  <a:pt x="1404" y="772"/>
                </a:lnTo>
                <a:lnTo>
                  <a:pt x="1403" y="772"/>
                </a:lnTo>
                <a:lnTo>
                  <a:pt x="1402" y="772"/>
                </a:lnTo>
                <a:lnTo>
                  <a:pt x="1401" y="772"/>
                </a:lnTo>
                <a:lnTo>
                  <a:pt x="1400" y="772"/>
                </a:lnTo>
                <a:lnTo>
                  <a:pt x="1400" y="773"/>
                </a:lnTo>
                <a:lnTo>
                  <a:pt x="1399" y="772"/>
                </a:lnTo>
                <a:lnTo>
                  <a:pt x="1398" y="771"/>
                </a:lnTo>
                <a:lnTo>
                  <a:pt x="1398" y="770"/>
                </a:lnTo>
                <a:lnTo>
                  <a:pt x="1397" y="770"/>
                </a:lnTo>
                <a:lnTo>
                  <a:pt x="1397" y="771"/>
                </a:lnTo>
                <a:lnTo>
                  <a:pt x="1395" y="770"/>
                </a:lnTo>
                <a:lnTo>
                  <a:pt x="1395" y="769"/>
                </a:lnTo>
                <a:lnTo>
                  <a:pt x="1394" y="769"/>
                </a:lnTo>
                <a:lnTo>
                  <a:pt x="1394" y="770"/>
                </a:lnTo>
                <a:lnTo>
                  <a:pt x="1393" y="770"/>
                </a:lnTo>
                <a:lnTo>
                  <a:pt x="1393" y="769"/>
                </a:lnTo>
                <a:lnTo>
                  <a:pt x="1393" y="768"/>
                </a:lnTo>
                <a:lnTo>
                  <a:pt x="1392" y="768"/>
                </a:lnTo>
                <a:lnTo>
                  <a:pt x="1392" y="769"/>
                </a:lnTo>
                <a:lnTo>
                  <a:pt x="1392" y="768"/>
                </a:lnTo>
                <a:lnTo>
                  <a:pt x="1390" y="768"/>
                </a:lnTo>
                <a:lnTo>
                  <a:pt x="1389" y="768"/>
                </a:lnTo>
                <a:lnTo>
                  <a:pt x="1389" y="767"/>
                </a:lnTo>
                <a:lnTo>
                  <a:pt x="1388" y="767"/>
                </a:lnTo>
                <a:lnTo>
                  <a:pt x="1387" y="768"/>
                </a:lnTo>
                <a:lnTo>
                  <a:pt x="1386" y="768"/>
                </a:lnTo>
                <a:lnTo>
                  <a:pt x="1385" y="768"/>
                </a:lnTo>
                <a:lnTo>
                  <a:pt x="1386" y="769"/>
                </a:lnTo>
                <a:lnTo>
                  <a:pt x="1386" y="768"/>
                </a:lnTo>
                <a:lnTo>
                  <a:pt x="1387" y="768"/>
                </a:lnTo>
                <a:lnTo>
                  <a:pt x="1388" y="768"/>
                </a:lnTo>
                <a:lnTo>
                  <a:pt x="1388" y="769"/>
                </a:lnTo>
                <a:lnTo>
                  <a:pt x="1388" y="770"/>
                </a:lnTo>
                <a:lnTo>
                  <a:pt x="1388" y="771"/>
                </a:lnTo>
                <a:lnTo>
                  <a:pt x="1387" y="772"/>
                </a:lnTo>
                <a:lnTo>
                  <a:pt x="1387" y="771"/>
                </a:lnTo>
                <a:lnTo>
                  <a:pt x="1386" y="771"/>
                </a:lnTo>
                <a:lnTo>
                  <a:pt x="1386" y="772"/>
                </a:lnTo>
                <a:lnTo>
                  <a:pt x="1387" y="772"/>
                </a:lnTo>
                <a:lnTo>
                  <a:pt x="1386" y="772"/>
                </a:lnTo>
                <a:lnTo>
                  <a:pt x="1386" y="773"/>
                </a:lnTo>
                <a:lnTo>
                  <a:pt x="1387" y="773"/>
                </a:lnTo>
                <a:lnTo>
                  <a:pt x="1386" y="774"/>
                </a:lnTo>
                <a:lnTo>
                  <a:pt x="1385" y="773"/>
                </a:lnTo>
                <a:lnTo>
                  <a:pt x="1384" y="773"/>
                </a:lnTo>
                <a:lnTo>
                  <a:pt x="1383" y="773"/>
                </a:lnTo>
                <a:lnTo>
                  <a:pt x="1382" y="773"/>
                </a:lnTo>
                <a:lnTo>
                  <a:pt x="1381" y="773"/>
                </a:lnTo>
                <a:lnTo>
                  <a:pt x="1381" y="774"/>
                </a:lnTo>
                <a:lnTo>
                  <a:pt x="1380" y="774"/>
                </a:lnTo>
                <a:lnTo>
                  <a:pt x="1381" y="774"/>
                </a:lnTo>
                <a:lnTo>
                  <a:pt x="1381" y="775"/>
                </a:lnTo>
                <a:lnTo>
                  <a:pt x="1381" y="776"/>
                </a:lnTo>
                <a:lnTo>
                  <a:pt x="1382" y="776"/>
                </a:lnTo>
                <a:lnTo>
                  <a:pt x="1382" y="777"/>
                </a:lnTo>
                <a:lnTo>
                  <a:pt x="1383" y="776"/>
                </a:lnTo>
                <a:lnTo>
                  <a:pt x="1383" y="777"/>
                </a:lnTo>
                <a:lnTo>
                  <a:pt x="1384" y="778"/>
                </a:lnTo>
                <a:lnTo>
                  <a:pt x="1384" y="779"/>
                </a:lnTo>
                <a:lnTo>
                  <a:pt x="1385" y="779"/>
                </a:lnTo>
                <a:lnTo>
                  <a:pt x="1386" y="780"/>
                </a:lnTo>
                <a:lnTo>
                  <a:pt x="1386" y="781"/>
                </a:lnTo>
                <a:lnTo>
                  <a:pt x="1386" y="782"/>
                </a:lnTo>
                <a:lnTo>
                  <a:pt x="1386" y="783"/>
                </a:lnTo>
                <a:lnTo>
                  <a:pt x="1387" y="784"/>
                </a:lnTo>
                <a:lnTo>
                  <a:pt x="1387" y="785"/>
                </a:lnTo>
                <a:lnTo>
                  <a:pt x="1387" y="786"/>
                </a:lnTo>
                <a:lnTo>
                  <a:pt x="1387" y="787"/>
                </a:lnTo>
                <a:lnTo>
                  <a:pt x="1386" y="787"/>
                </a:lnTo>
                <a:lnTo>
                  <a:pt x="1387" y="787"/>
                </a:lnTo>
                <a:lnTo>
                  <a:pt x="1387" y="788"/>
                </a:lnTo>
                <a:lnTo>
                  <a:pt x="1388" y="788"/>
                </a:lnTo>
                <a:lnTo>
                  <a:pt x="1389" y="789"/>
                </a:lnTo>
                <a:lnTo>
                  <a:pt x="1390" y="790"/>
                </a:lnTo>
                <a:lnTo>
                  <a:pt x="1391" y="790"/>
                </a:lnTo>
                <a:lnTo>
                  <a:pt x="1390" y="791"/>
                </a:lnTo>
                <a:lnTo>
                  <a:pt x="1390" y="792"/>
                </a:lnTo>
                <a:lnTo>
                  <a:pt x="1391" y="792"/>
                </a:lnTo>
                <a:lnTo>
                  <a:pt x="1391" y="793"/>
                </a:lnTo>
                <a:lnTo>
                  <a:pt x="1392" y="793"/>
                </a:lnTo>
                <a:lnTo>
                  <a:pt x="1392" y="794"/>
                </a:lnTo>
                <a:lnTo>
                  <a:pt x="1393" y="794"/>
                </a:lnTo>
                <a:lnTo>
                  <a:pt x="1393" y="795"/>
                </a:lnTo>
                <a:lnTo>
                  <a:pt x="1394" y="796"/>
                </a:lnTo>
                <a:lnTo>
                  <a:pt x="1395" y="796"/>
                </a:lnTo>
                <a:lnTo>
                  <a:pt x="1398" y="796"/>
                </a:lnTo>
                <a:lnTo>
                  <a:pt x="1397" y="797"/>
                </a:lnTo>
                <a:lnTo>
                  <a:pt x="1397" y="798"/>
                </a:lnTo>
                <a:lnTo>
                  <a:pt x="1398" y="799"/>
                </a:lnTo>
                <a:lnTo>
                  <a:pt x="1399" y="799"/>
                </a:lnTo>
                <a:lnTo>
                  <a:pt x="1399" y="800"/>
                </a:lnTo>
                <a:lnTo>
                  <a:pt x="1398" y="801"/>
                </a:lnTo>
                <a:lnTo>
                  <a:pt x="1397" y="801"/>
                </a:lnTo>
                <a:lnTo>
                  <a:pt x="1396" y="801"/>
                </a:lnTo>
                <a:lnTo>
                  <a:pt x="1395" y="801"/>
                </a:lnTo>
                <a:lnTo>
                  <a:pt x="1394" y="801"/>
                </a:lnTo>
                <a:lnTo>
                  <a:pt x="1394" y="802"/>
                </a:lnTo>
                <a:lnTo>
                  <a:pt x="1394" y="803"/>
                </a:lnTo>
                <a:lnTo>
                  <a:pt x="1393" y="803"/>
                </a:lnTo>
                <a:lnTo>
                  <a:pt x="1392" y="803"/>
                </a:lnTo>
                <a:lnTo>
                  <a:pt x="1391" y="803"/>
                </a:lnTo>
                <a:lnTo>
                  <a:pt x="1390" y="803"/>
                </a:lnTo>
                <a:lnTo>
                  <a:pt x="1389" y="803"/>
                </a:lnTo>
                <a:lnTo>
                  <a:pt x="1388" y="803"/>
                </a:lnTo>
                <a:lnTo>
                  <a:pt x="1387" y="803"/>
                </a:lnTo>
                <a:lnTo>
                  <a:pt x="1387" y="804"/>
                </a:lnTo>
                <a:lnTo>
                  <a:pt x="1386" y="804"/>
                </a:lnTo>
                <a:lnTo>
                  <a:pt x="1386" y="803"/>
                </a:lnTo>
                <a:lnTo>
                  <a:pt x="1386" y="802"/>
                </a:lnTo>
                <a:lnTo>
                  <a:pt x="1386" y="803"/>
                </a:lnTo>
                <a:lnTo>
                  <a:pt x="1385" y="803"/>
                </a:lnTo>
                <a:lnTo>
                  <a:pt x="1385" y="804"/>
                </a:lnTo>
                <a:lnTo>
                  <a:pt x="1384" y="804"/>
                </a:lnTo>
                <a:lnTo>
                  <a:pt x="1383" y="804"/>
                </a:lnTo>
                <a:lnTo>
                  <a:pt x="1382" y="804"/>
                </a:lnTo>
                <a:lnTo>
                  <a:pt x="1381" y="804"/>
                </a:lnTo>
                <a:lnTo>
                  <a:pt x="1381" y="805"/>
                </a:lnTo>
                <a:lnTo>
                  <a:pt x="1381" y="806"/>
                </a:lnTo>
                <a:lnTo>
                  <a:pt x="1380" y="806"/>
                </a:lnTo>
                <a:lnTo>
                  <a:pt x="1380" y="805"/>
                </a:lnTo>
                <a:lnTo>
                  <a:pt x="1379" y="805"/>
                </a:lnTo>
                <a:lnTo>
                  <a:pt x="1379" y="806"/>
                </a:lnTo>
                <a:lnTo>
                  <a:pt x="1379" y="807"/>
                </a:lnTo>
                <a:lnTo>
                  <a:pt x="1378" y="807"/>
                </a:lnTo>
                <a:lnTo>
                  <a:pt x="1378" y="806"/>
                </a:lnTo>
                <a:lnTo>
                  <a:pt x="1378" y="805"/>
                </a:lnTo>
                <a:lnTo>
                  <a:pt x="1378" y="804"/>
                </a:lnTo>
                <a:lnTo>
                  <a:pt x="1379" y="804"/>
                </a:lnTo>
                <a:lnTo>
                  <a:pt x="1379" y="803"/>
                </a:lnTo>
                <a:lnTo>
                  <a:pt x="1378" y="803"/>
                </a:lnTo>
                <a:lnTo>
                  <a:pt x="1378" y="802"/>
                </a:lnTo>
                <a:lnTo>
                  <a:pt x="1377" y="802"/>
                </a:lnTo>
                <a:lnTo>
                  <a:pt x="1376" y="802"/>
                </a:lnTo>
                <a:lnTo>
                  <a:pt x="1376" y="803"/>
                </a:lnTo>
                <a:lnTo>
                  <a:pt x="1376" y="804"/>
                </a:lnTo>
                <a:lnTo>
                  <a:pt x="1375" y="804"/>
                </a:lnTo>
                <a:lnTo>
                  <a:pt x="1375" y="803"/>
                </a:lnTo>
                <a:lnTo>
                  <a:pt x="1374" y="803"/>
                </a:lnTo>
                <a:lnTo>
                  <a:pt x="1374" y="802"/>
                </a:lnTo>
                <a:lnTo>
                  <a:pt x="1373" y="802"/>
                </a:lnTo>
                <a:lnTo>
                  <a:pt x="1372" y="802"/>
                </a:lnTo>
                <a:lnTo>
                  <a:pt x="1372" y="803"/>
                </a:lnTo>
                <a:lnTo>
                  <a:pt x="1371" y="803"/>
                </a:lnTo>
                <a:lnTo>
                  <a:pt x="1371" y="804"/>
                </a:lnTo>
                <a:lnTo>
                  <a:pt x="1371" y="805"/>
                </a:lnTo>
                <a:lnTo>
                  <a:pt x="1370" y="805"/>
                </a:lnTo>
                <a:lnTo>
                  <a:pt x="1370" y="806"/>
                </a:lnTo>
                <a:lnTo>
                  <a:pt x="1369" y="806"/>
                </a:lnTo>
                <a:lnTo>
                  <a:pt x="1369" y="807"/>
                </a:lnTo>
                <a:lnTo>
                  <a:pt x="1369" y="808"/>
                </a:lnTo>
                <a:lnTo>
                  <a:pt x="1367" y="808"/>
                </a:lnTo>
                <a:lnTo>
                  <a:pt x="1366" y="808"/>
                </a:lnTo>
                <a:lnTo>
                  <a:pt x="1366" y="807"/>
                </a:lnTo>
                <a:lnTo>
                  <a:pt x="1365" y="807"/>
                </a:lnTo>
                <a:lnTo>
                  <a:pt x="1364" y="807"/>
                </a:lnTo>
                <a:lnTo>
                  <a:pt x="1363" y="807"/>
                </a:lnTo>
                <a:lnTo>
                  <a:pt x="1362" y="807"/>
                </a:lnTo>
                <a:lnTo>
                  <a:pt x="1361" y="807"/>
                </a:lnTo>
                <a:lnTo>
                  <a:pt x="1359" y="805"/>
                </a:lnTo>
                <a:lnTo>
                  <a:pt x="1358" y="805"/>
                </a:lnTo>
                <a:lnTo>
                  <a:pt x="1358" y="806"/>
                </a:lnTo>
                <a:lnTo>
                  <a:pt x="1357" y="806"/>
                </a:lnTo>
                <a:lnTo>
                  <a:pt x="1357" y="805"/>
                </a:lnTo>
                <a:lnTo>
                  <a:pt x="1356" y="806"/>
                </a:lnTo>
                <a:lnTo>
                  <a:pt x="1355" y="806"/>
                </a:lnTo>
                <a:lnTo>
                  <a:pt x="1355" y="807"/>
                </a:lnTo>
                <a:lnTo>
                  <a:pt x="1355" y="808"/>
                </a:lnTo>
                <a:lnTo>
                  <a:pt x="1354" y="808"/>
                </a:lnTo>
                <a:lnTo>
                  <a:pt x="1354" y="807"/>
                </a:lnTo>
                <a:lnTo>
                  <a:pt x="1354" y="806"/>
                </a:lnTo>
                <a:lnTo>
                  <a:pt x="1353" y="806"/>
                </a:lnTo>
                <a:lnTo>
                  <a:pt x="1353" y="805"/>
                </a:lnTo>
                <a:lnTo>
                  <a:pt x="1352" y="805"/>
                </a:lnTo>
                <a:lnTo>
                  <a:pt x="1351" y="805"/>
                </a:lnTo>
                <a:lnTo>
                  <a:pt x="1350" y="805"/>
                </a:lnTo>
                <a:lnTo>
                  <a:pt x="1349" y="805"/>
                </a:lnTo>
                <a:lnTo>
                  <a:pt x="1348" y="805"/>
                </a:lnTo>
                <a:lnTo>
                  <a:pt x="1348" y="804"/>
                </a:lnTo>
                <a:lnTo>
                  <a:pt x="1348" y="805"/>
                </a:lnTo>
                <a:lnTo>
                  <a:pt x="1348" y="806"/>
                </a:lnTo>
                <a:lnTo>
                  <a:pt x="1347" y="806"/>
                </a:lnTo>
                <a:lnTo>
                  <a:pt x="1347" y="807"/>
                </a:lnTo>
                <a:lnTo>
                  <a:pt x="1347" y="808"/>
                </a:lnTo>
                <a:lnTo>
                  <a:pt x="1346" y="808"/>
                </a:lnTo>
                <a:lnTo>
                  <a:pt x="1345" y="808"/>
                </a:lnTo>
                <a:lnTo>
                  <a:pt x="1345" y="809"/>
                </a:lnTo>
                <a:lnTo>
                  <a:pt x="1344" y="811"/>
                </a:lnTo>
                <a:lnTo>
                  <a:pt x="1343" y="811"/>
                </a:lnTo>
                <a:lnTo>
                  <a:pt x="1343" y="810"/>
                </a:lnTo>
                <a:lnTo>
                  <a:pt x="1342" y="810"/>
                </a:lnTo>
                <a:lnTo>
                  <a:pt x="1342" y="811"/>
                </a:lnTo>
                <a:lnTo>
                  <a:pt x="1341" y="811"/>
                </a:lnTo>
                <a:lnTo>
                  <a:pt x="1340" y="810"/>
                </a:lnTo>
                <a:lnTo>
                  <a:pt x="1339" y="811"/>
                </a:lnTo>
                <a:lnTo>
                  <a:pt x="1339" y="810"/>
                </a:lnTo>
                <a:lnTo>
                  <a:pt x="1338" y="809"/>
                </a:lnTo>
                <a:lnTo>
                  <a:pt x="1339" y="809"/>
                </a:lnTo>
                <a:lnTo>
                  <a:pt x="1339" y="808"/>
                </a:lnTo>
                <a:lnTo>
                  <a:pt x="1338" y="808"/>
                </a:lnTo>
                <a:lnTo>
                  <a:pt x="1338" y="807"/>
                </a:lnTo>
                <a:lnTo>
                  <a:pt x="1337" y="805"/>
                </a:lnTo>
                <a:lnTo>
                  <a:pt x="1336" y="805"/>
                </a:lnTo>
                <a:lnTo>
                  <a:pt x="1335" y="805"/>
                </a:lnTo>
                <a:lnTo>
                  <a:pt x="1334" y="804"/>
                </a:lnTo>
                <a:lnTo>
                  <a:pt x="1333" y="804"/>
                </a:lnTo>
                <a:lnTo>
                  <a:pt x="1332" y="804"/>
                </a:lnTo>
                <a:lnTo>
                  <a:pt x="1332" y="803"/>
                </a:lnTo>
                <a:lnTo>
                  <a:pt x="1331" y="803"/>
                </a:lnTo>
                <a:lnTo>
                  <a:pt x="1330" y="802"/>
                </a:lnTo>
                <a:lnTo>
                  <a:pt x="1329" y="801"/>
                </a:lnTo>
                <a:lnTo>
                  <a:pt x="1330" y="801"/>
                </a:lnTo>
                <a:lnTo>
                  <a:pt x="1330" y="800"/>
                </a:lnTo>
                <a:lnTo>
                  <a:pt x="1330" y="799"/>
                </a:lnTo>
                <a:lnTo>
                  <a:pt x="1330" y="798"/>
                </a:lnTo>
                <a:lnTo>
                  <a:pt x="1330" y="797"/>
                </a:lnTo>
                <a:lnTo>
                  <a:pt x="1329" y="797"/>
                </a:lnTo>
                <a:lnTo>
                  <a:pt x="1328" y="797"/>
                </a:lnTo>
                <a:lnTo>
                  <a:pt x="1327" y="797"/>
                </a:lnTo>
                <a:lnTo>
                  <a:pt x="1327" y="796"/>
                </a:lnTo>
                <a:lnTo>
                  <a:pt x="1326" y="796"/>
                </a:lnTo>
                <a:lnTo>
                  <a:pt x="1326" y="795"/>
                </a:lnTo>
                <a:lnTo>
                  <a:pt x="1325" y="794"/>
                </a:lnTo>
                <a:lnTo>
                  <a:pt x="1325" y="795"/>
                </a:lnTo>
                <a:lnTo>
                  <a:pt x="1324" y="796"/>
                </a:lnTo>
                <a:lnTo>
                  <a:pt x="1323" y="796"/>
                </a:lnTo>
                <a:lnTo>
                  <a:pt x="1322" y="796"/>
                </a:lnTo>
                <a:lnTo>
                  <a:pt x="1323" y="795"/>
                </a:lnTo>
                <a:lnTo>
                  <a:pt x="1322" y="794"/>
                </a:lnTo>
                <a:lnTo>
                  <a:pt x="1321" y="793"/>
                </a:lnTo>
                <a:lnTo>
                  <a:pt x="1320" y="793"/>
                </a:lnTo>
                <a:lnTo>
                  <a:pt x="1320" y="792"/>
                </a:lnTo>
                <a:lnTo>
                  <a:pt x="1321" y="792"/>
                </a:lnTo>
                <a:lnTo>
                  <a:pt x="1320" y="792"/>
                </a:lnTo>
                <a:lnTo>
                  <a:pt x="1319" y="792"/>
                </a:lnTo>
                <a:lnTo>
                  <a:pt x="1318" y="792"/>
                </a:lnTo>
                <a:lnTo>
                  <a:pt x="1317" y="791"/>
                </a:lnTo>
                <a:lnTo>
                  <a:pt x="1316" y="790"/>
                </a:lnTo>
                <a:lnTo>
                  <a:pt x="1315" y="790"/>
                </a:lnTo>
                <a:lnTo>
                  <a:pt x="1315" y="791"/>
                </a:lnTo>
                <a:lnTo>
                  <a:pt x="1314" y="790"/>
                </a:lnTo>
                <a:lnTo>
                  <a:pt x="1313" y="789"/>
                </a:lnTo>
                <a:lnTo>
                  <a:pt x="1311" y="789"/>
                </a:lnTo>
                <a:lnTo>
                  <a:pt x="1309" y="789"/>
                </a:lnTo>
                <a:lnTo>
                  <a:pt x="1308" y="789"/>
                </a:lnTo>
                <a:lnTo>
                  <a:pt x="1308" y="790"/>
                </a:lnTo>
                <a:lnTo>
                  <a:pt x="1308" y="791"/>
                </a:lnTo>
                <a:lnTo>
                  <a:pt x="1306" y="791"/>
                </a:lnTo>
                <a:lnTo>
                  <a:pt x="1305" y="790"/>
                </a:lnTo>
                <a:lnTo>
                  <a:pt x="1303" y="789"/>
                </a:lnTo>
                <a:lnTo>
                  <a:pt x="1302" y="789"/>
                </a:lnTo>
                <a:lnTo>
                  <a:pt x="1301" y="789"/>
                </a:lnTo>
                <a:lnTo>
                  <a:pt x="1300" y="789"/>
                </a:lnTo>
                <a:lnTo>
                  <a:pt x="1299" y="789"/>
                </a:lnTo>
                <a:lnTo>
                  <a:pt x="1298" y="788"/>
                </a:lnTo>
                <a:lnTo>
                  <a:pt x="1296" y="788"/>
                </a:lnTo>
                <a:lnTo>
                  <a:pt x="1296" y="789"/>
                </a:lnTo>
                <a:lnTo>
                  <a:pt x="1295" y="790"/>
                </a:lnTo>
                <a:lnTo>
                  <a:pt x="1294" y="791"/>
                </a:lnTo>
                <a:lnTo>
                  <a:pt x="1293" y="791"/>
                </a:lnTo>
                <a:lnTo>
                  <a:pt x="1292" y="791"/>
                </a:lnTo>
                <a:lnTo>
                  <a:pt x="1291" y="791"/>
                </a:lnTo>
                <a:lnTo>
                  <a:pt x="1291" y="792"/>
                </a:lnTo>
                <a:lnTo>
                  <a:pt x="1290" y="791"/>
                </a:lnTo>
                <a:lnTo>
                  <a:pt x="1289" y="791"/>
                </a:lnTo>
                <a:lnTo>
                  <a:pt x="1290" y="791"/>
                </a:lnTo>
                <a:lnTo>
                  <a:pt x="1289" y="791"/>
                </a:lnTo>
                <a:lnTo>
                  <a:pt x="1287" y="791"/>
                </a:lnTo>
                <a:lnTo>
                  <a:pt x="1286" y="791"/>
                </a:lnTo>
                <a:lnTo>
                  <a:pt x="1286" y="790"/>
                </a:lnTo>
                <a:lnTo>
                  <a:pt x="1285" y="790"/>
                </a:lnTo>
                <a:lnTo>
                  <a:pt x="1284" y="790"/>
                </a:lnTo>
                <a:lnTo>
                  <a:pt x="1284" y="789"/>
                </a:lnTo>
                <a:lnTo>
                  <a:pt x="1283" y="789"/>
                </a:lnTo>
                <a:lnTo>
                  <a:pt x="1283" y="790"/>
                </a:lnTo>
                <a:lnTo>
                  <a:pt x="1283" y="791"/>
                </a:lnTo>
                <a:lnTo>
                  <a:pt x="1283" y="790"/>
                </a:lnTo>
                <a:lnTo>
                  <a:pt x="1282" y="790"/>
                </a:lnTo>
                <a:lnTo>
                  <a:pt x="1282" y="789"/>
                </a:lnTo>
                <a:lnTo>
                  <a:pt x="1280" y="790"/>
                </a:lnTo>
                <a:lnTo>
                  <a:pt x="1280" y="791"/>
                </a:lnTo>
                <a:lnTo>
                  <a:pt x="1281" y="792"/>
                </a:lnTo>
                <a:lnTo>
                  <a:pt x="1280" y="792"/>
                </a:lnTo>
                <a:lnTo>
                  <a:pt x="1279" y="795"/>
                </a:lnTo>
                <a:lnTo>
                  <a:pt x="1279" y="796"/>
                </a:lnTo>
                <a:lnTo>
                  <a:pt x="1278" y="796"/>
                </a:lnTo>
                <a:lnTo>
                  <a:pt x="1277" y="795"/>
                </a:lnTo>
                <a:lnTo>
                  <a:pt x="1277" y="796"/>
                </a:lnTo>
                <a:lnTo>
                  <a:pt x="1276" y="796"/>
                </a:lnTo>
                <a:lnTo>
                  <a:pt x="1276" y="797"/>
                </a:lnTo>
                <a:lnTo>
                  <a:pt x="1276" y="798"/>
                </a:lnTo>
                <a:lnTo>
                  <a:pt x="1276" y="799"/>
                </a:lnTo>
                <a:lnTo>
                  <a:pt x="1277" y="799"/>
                </a:lnTo>
                <a:lnTo>
                  <a:pt x="1276" y="800"/>
                </a:lnTo>
                <a:lnTo>
                  <a:pt x="1275" y="800"/>
                </a:lnTo>
                <a:lnTo>
                  <a:pt x="1275" y="801"/>
                </a:lnTo>
                <a:lnTo>
                  <a:pt x="1276" y="802"/>
                </a:lnTo>
                <a:lnTo>
                  <a:pt x="1276" y="803"/>
                </a:lnTo>
                <a:lnTo>
                  <a:pt x="1276" y="804"/>
                </a:lnTo>
                <a:lnTo>
                  <a:pt x="1276" y="805"/>
                </a:lnTo>
                <a:lnTo>
                  <a:pt x="1277" y="805"/>
                </a:lnTo>
                <a:lnTo>
                  <a:pt x="1277" y="806"/>
                </a:lnTo>
                <a:lnTo>
                  <a:pt x="1277" y="807"/>
                </a:lnTo>
                <a:lnTo>
                  <a:pt x="1278" y="807"/>
                </a:lnTo>
                <a:lnTo>
                  <a:pt x="1278" y="808"/>
                </a:lnTo>
                <a:lnTo>
                  <a:pt x="1278" y="809"/>
                </a:lnTo>
                <a:lnTo>
                  <a:pt x="1277" y="809"/>
                </a:lnTo>
                <a:lnTo>
                  <a:pt x="1278" y="810"/>
                </a:lnTo>
                <a:lnTo>
                  <a:pt x="1279" y="811"/>
                </a:lnTo>
                <a:lnTo>
                  <a:pt x="1280" y="811"/>
                </a:lnTo>
                <a:lnTo>
                  <a:pt x="1280" y="812"/>
                </a:lnTo>
                <a:lnTo>
                  <a:pt x="1281" y="812"/>
                </a:lnTo>
                <a:lnTo>
                  <a:pt x="1281" y="813"/>
                </a:lnTo>
                <a:lnTo>
                  <a:pt x="1282" y="813"/>
                </a:lnTo>
                <a:lnTo>
                  <a:pt x="1282" y="814"/>
                </a:lnTo>
                <a:lnTo>
                  <a:pt x="1282" y="815"/>
                </a:lnTo>
                <a:lnTo>
                  <a:pt x="1282" y="816"/>
                </a:lnTo>
                <a:lnTo>
                  <a:pt x="1281" y="816"/>
                </a:lnTo>
                <a:lnTo>
                  <a:pt x="1281" y="817"/>
                </a:lnTo>
                <a:lnTo>
                  <a:pt x="1282" y="818"/>
                </a:lnTo>
                <a:lnTo>
                  <a:pt x="1282" y="819"/>
                </a:lnTo>
                <a:lnTo>
                  <a:pt x="1283" y="819"/>
                </a:lnTo>
                <a:lnTo>
                  <a:pt x="1283" y="820"/>
                </a:lnTo>
                <a:lnTo>
                  <a:pt x="1284" y="820"/>
                </a:lnTo>
                <a:lnTo>
                  <a:pt x="1284" y="821"/>
                </a:lnTo>
                <a:lnTo>
                  <a:pt x="1283" y="822"/>
                </a:lnTo>
                <a:lnTo>
                  <a:pt x="1283" y="823"/>
                </a:lnTo>
                <a:lnTo>
                  <a:pt x="1282" y="823"/>
                </a:lnTo>
                <a:lnTo>
                  <a:pt x="1282" y="822"/>
                </a:lnTo>
                <a:lnTo>
                  <a:pt x="1282" y="823"/>
                </a:lnTo>
                <a:lnTo>
                  <a:pt x="1281" y="823"/>
                </a:lnTo>
                <a:lnTo>
                  <a:pt x="1281" y="824"/>
                </a:lnTo>
                <a:lnTo>
                  <a:pt x="1279" y="824"/>
                </a:lnTo>
                <a:lnTo>
                  <a:pt x="1279" y="825"/>
                </a:lnTo>
                <a:lnTo>
                  <a:pt x="1278" y="825"/>
                </a:lnTo>
                <a:lnTo>
                  <a:pt x="1277" y="825"/>
                </a:lnTo>
                <a:lnTo>
                  <a:pt x="1276" y="825"/>
                </a:lnTo>
                <a:lnTo>
                  <a:pt x="1276" y="826"/>
                </a:lnTo>
                <a:lnTo>
                  <a:pt x="1276" y="827"/>
                </a:lnTo>
                <a:lnTo>
                  <a:pt x="1275" y="828"/>
                </a:lnTo>
                <a:lnTo>
                  <a:pt x="1274" y="828"/>
                </a:lnTo>
                <a:lnTo>
                  <a:pt x="1274" y="829"/>
                </a:lnTo>
                <a:lnTo>
                  <a:pt x="1273" y="828"/>
                </a:lnTo>
                <a:lnTo>
                  <a:pt x="1274" y="828"/>
                </a:lnTo>
                <a:lnTo>
                  <a:pt x="1273" y="828"/>
                </a:lnTo>
                <a:lnTo>
                  <a:pt x="1272" y="829"/>
                </a:lnTo>
                <a:lnTo>
                  <a:pt x="1272" y="830"/>
                </a:lnTo>
                <a:lnTo>
                  <a:pt x="1272" y="831"/>
                </a:lnTo>
                <a:lnTo>
                  <a:pt x="1273" y="831"/>
                </a:lnTo>
                <a:lnTo>
                  <a:pt x="1272" y="832"/>
                </a:lnTo>
                <a:lnTo>
                  <a:pt x="1272" y="833"/>
                </a:lnTo>
                <a:lnTo>
                  <a:pt x="1273" y="833"/>
                </a:lnTo>
                <a:lnTo>
                  <a:pt x="1273" y="834"/>
                </a:lnTo>
                <a:lnTo>
                  <a:pt x="1274" y="834"/>
                </a:lnTo>
                <a:lnTo>
                  <a:pt x="1274" y="835"/>
                </a:lnTo>
                <a:lnTo>
                  <a:pt x="1273" y="835"/>
                </a:lnTo>
                <a:lnTo>
                  <a:pt x="1273" y="836"/>
                </a:lnTo>
                <a:lnTo>
                  <a:pt x="1272" y="836"/>
                </a:lnTo>
                <a:lnTo>
                  <a:pt x="1271" y="836"/>
                </a:lnTo>
                <a:lnTo>
                  <a:pt x="1270" y="834"/>
                </a:lnTo>
                <a:lnTo>
                  <a:pt x="1269" y="834"/>
                </a:lnTo>
                <a:lnTo>
                  <a:pt x="1269" y="835"/>
                </a:lnTo>
                <a:lnTo>
                  <a:pt x="1269" y="836"/>
                </a:lnTo>
                <a:lnTo>
                  <a:pt x="1268" y="836"/>
                </a:lnTo>
                <a:lnTo>
                  <a:pt x="1267" y="837"/>
                </a:lnTo>
                <a:lnTo>
                  <a:pt x="1266" y="837"/>
                </a:lnTo>
                <a:lnTo>
                  <a:pt x="1266" y="838"/>
                </a:lnTo>
                <a:lnTo>
                  <a:pt x="1266" y="837"/>
                </a:lnTo>
                <a:lnTo>
                  <a:pt x="1265" y="837"/>
                </a:lnTo>
                <a:lnTo>
                  <a:pt x="1265" y="838"/>
                </a:lnTo>
                <a:lnTo>
                  <a:pt x="1264" y="838"/>
                </a:lnTo>
                <a:lnTo>
                  <a:pt x="1263" y="838"/>
                </a:lnTo>
                <a:lnTo>
                  <a:pt x="1263" y="839"/>
                </a:lnTo>
                <a:lnTo>
                  <a:pt x="1262" y="840"/>
                </a:lnTo>
                <a:lnTo>
                  <a:pt x="1261" y="840"/>
                </a:lnTo>
                <a:lnTo>
                  <a:pt x="1261" y="841"/>
                </a:lnTo>
                <a:lnTo>
                  <a:pt x="1260" y="841"/>
                </a:lnTo>
                <a:lnTo>
                  <a:pt x="1260" y="842"/>
                </a:lnTo>
                <a:lnTo>
                  <a:pt x="1261" y="842"/>
                </a:lnTo>
                <a:lnTo>
                  <a:pt x="1262" y="843"/>
                </a:lnTo>
                <a:lnTo>
                  <a:pt x="1262" y="844"/>
                </a:lnTo>
                <a:lnTo>
                  <a:pt x="1262" y="845"/>
                </a:lnTo>
                <a:lnTo>
                  <a:pt x="1262" y="846"/>
                </a:lnTo>
                <a:lnTo>
                  <a:pt x="1262" y="847"/>
                </a:lnTo>
                <a:lnTo>
                  <a:pt x="1262" y="848"/>
                </a:lnTo>
                <a:lnTo>
                  <a:pt x="1261" y="848"/>
                </a:lnTo>
                <a:lnTo>
                  <a:pt x="1262" y="848"/>
                </a:lnTo>
                <a:lnTo>
                  <a:pt x="1263" y="848"/>
                </a:lnTo>
                <a:lnTo>
                  <a:pt x="1264" y="848"/>
                </a:lnTo>
                <a:lnTo>
                  <a:pt x="1264" y="849"/>
                </a:lnTo>
                <a:lnTo>
                  <a:pt x="1265" y="849"/>
                </a:lnTo>
                <a:lnTo>
                  <a:pt x="1265" y="848"/>
                </a:lnTo>
                <a:lnTo>
                  <a:pt x="1266" y="848"/>
                </a:lnTo>
                <a:lnTo>
                  <a:pt x="1266" y="849"/>
                </a:lnTo>
                <a:lnTo>
                  <a:pt x="1268" y="849"/>
                </a:lnTo>
                <a:lnTo>
                  <a:pt x="1268" y="848"/>
                </a:lnTo>
                <a:lnTo>
                  <a:pt x="1268" y="847"/>
                </a:lnTo>
                <a:lnTo>
                  <a:pt x="1269" y="847"/>
                </a:lnTo>
                <a:lnTo>
                  <a:pt x="1270" y="847"/>
                </a:lnTo>
                <a:lnTo>
                  <a:pt x="1271" y="847"/>
                </a:lnTo>
                <a:lnTo>
                  <a:pt x="1272" y="847"/>
                </a:lnTo>
                <a:lnTo>
                  <a:pt x="1273" y="847"/>
                </a:lnTo>
                <a:lnTo>
                  <a:pt x="1274" y="847"/>
                </a:lnTo>
                <a:lnTo>
                  <a:pt x="1275" y="848"/>
                </a:lnTo>
                <a:lnTo>
                  <a:pt x="1275" y="847"/>
                </a:lnTo>
                <a:lnTo>
                  <a:pt x="1275" y="848"/>
                </a:lnTo>
                <a:lnTo>
                  <a:pt x="1276" y="848"/>
                </a:lnTo>
                <a:lnTo>
                  <a:pt x="1276" y="849"/>
                </a:lnTo>
                <a:lnTo>
                  <a:pt x="1277" y="849"/>
                </a:lnTo>
                <a:lnTo>
                  <a:pt x="1278" y="849"/>
                </a:lnTo>
                <a:lnTo>
                  <a:pt x="1278" y="850"/>
                </a:lnTo>
                <a:lnTo>
                  <a:pt x="1279" y="850"/>
                </a:lnTo>
                <a:lnTo>
                  <a:pt x="1280" y="850"/>
                </a:lnTo>
                <a:lnTo>
                  <a:pt x="1280" y="851"/>
                </a:lnTo>
                <a:lnTo>
                  <a:pt x="1281" y="851"/>
                </a:lnTo>
                <a:lnTo>
                  <a:pt x="1282" y="851"/>
                </a:lnTo>
                <a:lnTo>
                  <a:pt x="1283" y="851"/>
                </a:lnTo>
                <a:lnTo>
                  <a:pt x="1283" y="852"/>
                </a:lnTo>
                <a:lnTo>
                  <a:pt x="1283" y="853"/>
                </a:lnTo>
                <a:lnTo>
                  <a:pt x="1283" y="852"/>
                </a:lnTo>
                <a:lnTo>
                  <a:pt x="1284" y="852"/>
                </a:lnTo>
                <a:lnTo>
                  <a:pt x="1284" y="853"/>
                </a:lnTo>
                <a:lnTo>
                  <a:pt x="1284" y="854"/>
                </a:lnTo>
                <a:lnTo>
                  <a:pt x="1284" y="853"/>
                </a:lnTo>
                <a:lnTo>
                  <a:pt x="1285" y="853"/>
                </a:lnTo>
                <a:lnTo>
                  <a:pt x="1286" y="853"/>
                </a:lnTo>
                <a:lnTo>
                  <a:pt x="1286" y="854"/>
                </a:lnTo>
                <a:lnTo>
                  <a:pt x="1285" y="854"/>
                </a:lnTo>
                <a:lnTo>
                  <a:pt x="1285" y="855"/>
                </a:lnTo>
                <a:lnTo>
                  <a:pt x="1286" y="855"/>
                </a:lnTo>
                <a:lnTo>
                  <a:pt x="1286" y="854"/>
                </a:lnTo>
                <a:lnTo>
                  <a:pt x="1287" y="854"/>
                </a:lnTo>
                <a:lnTo>
                  <a:pt x="1287" y="855"/>
                </a:lnTo>
                <a:lnTo>
                  <a:pt x="1287" y="856"/>
                </a:lnTo>
                <a:lnTo>
                  <a:pt x="1287" y="857"/>
                </a:lnTo>
                <a:lnTo>
                  <a:pt x="1288" y="857"/>
                </a:lnTo>
                <a:lnTo>
                  <a:pt x="1288" y="858"/>
                </a:lnTo>
                <a:lnTo>
                  <a:pt x="1288" y="859"/>
                </a:lnTo>
                <a:lnTo>
                  <a:pt x="1288" y="860"/>
                </a:lnTo>
                <a:lnTo>
                  <a:pt x="1289" y="860"/>
                </a:lnTo>
                <a:lnTo>
                  <a:pt x="1289" y="861"/>
                </a:lnTo>
                <a:lnTo>
                  <a:pt x="1290" y="861"/>
                </a:lnTo>
                <a:lnTo>
                  <a:pt x="1291" y="861"/>
                </a:lnTo>
                <a:lnTo>
                  <a:pt x="1291" y="862"/>
                </a:lnTo>
                <a:lnTo>
                  <a:pt x="1292" y="862"/>
                </a:lnTo>
                <a:lnTo>
                  <a:pt x="1293" y="862"/>
                </a:lnTo>
                <a:lnTo>
                  <a:pt x="1293" y="863"/>
                </a:lnTo>
                <a:lnTo>
                  <a:pt x="1293" y="862"/>
                </a:lnTo>
                <a:lnTo>
                  <a:pt x="1294" y="862"/>
                </a:lnTo>
                <a:lnTo>
                  <a:pt x="1294" y="863"/>
                </a:lnTo>
                <a:lnTo>
                  <a:pt x="1295" y="863"/>
                </a:lnTo>
                <a:lnTo>
                  <a:pt x="1295" y="862"/>
                </a:lnTo>
                <a:lnTo>
                  <a:pt x="1296" y="862"/>
                </a:lnTo>
                <a:lnTo>
                  <a:pt x="1296" y="863"/>
                </a:lnTo>
                <a:lnTo>
                  <a:pt x="1296" y="865"/>
                </a:lnTo>
                <a:lnTo>
                  <a:pt x="1294" y="866"/>
                </a:lnTo>
                <a:lnTo>
                  <a:pt x="1293" y="867"/>
                </a:lnTo>
                <a:lnTo>
                  <a:pt x="1294" y="867"/>
                </a:lnTo>
                <a:lnTo>
                  <a:pt x="1295" y="868"/>
                </a:lnTo>
                <a:lnTo>
                  <a:pt x="1295" y="870"/>
                </a:lnTo>
                <a:lnTo>
                  <a:pt x="1295" y="871"/>
                </a:lnTo>
                <a:lnTo>
                  <a:pt x="1294" y="871"/>
                </a:lnTo>
                <a:lnTo>
                  <a:pt x="1294" y="872"/>
                </a:lnTo>
                <a:lnTo>
                  <a:pt x="1295" y="872"/>
                </a:lnTo>
                <a:lnTo>
                  <a:pt x="1295" y="873"/>
                </a:lnTo>
                <a:lnTo>
                  <a:pt x="1294" y="873"/>
                </a:lnTo>
                <a:lnTo>
                  <a:pt x="1293" y="873"/>
                </a:lnTo>
                <a:lnTo>
                  <a:pt x="1293" y="874"/>
                </a:lnTo>
                <a:lnTo>
                  <a:pt x="1293" y="875"/>
                </a:lnTo>
                <a:lnTo>
                  <a:pt x="1292" y="875"/>
                </a:lnTo>
                <a:lnTo>
                  <a:pt x="1291" y="875"/>
                </a:lnTo>
                <a:lnTo>
                  <a:pt x="1290" y="876"/>
                </a:lnTo>
                <a:lnTo>
                  <a:pt x="1289" y="875"/>
                </a:lnTo>
                <a:lnTo>
                  <a:pt x="1288" y="875"/>
                </a:lnTo>
                <a:lnTo>
                  <a:pt x="1288" y="874"/>
                </a:lnTo>
                <a:lnTo>
                  <a:pt x="1287" y="874"/>
                </a:lnTo>
                <a:lnTo>
                  <a:pt x="1286" y="874"/>
                </a:lnTo>
                <a:lnTo>
                  <a:pt x="1285" y="875"/>
                </a:lnTo>
                <a:lnTo>
                  <a:pt x="1284" y="875"/>
                </a:lnTo>
                <a:lnTo>
                  <a:pt x="1284" y="874"/>
                </a:lnTo>
                <a:lnTo>
                  <a:pt x="1284" y="873"/>
                </a:lnTo>
                <a:lnTo>
                  <a:pt x="1283" y="872"/>
                </a:lnTo>
                <a:lnTo>
                  <a:pt x="1282" y="872"/>
                </a:lnTo>
                <a:lnTo>
                  <a:pt x="1281" y="872"/>
                </a:lnTo>
                <a:lnTo>
                  <a:pt x="1280" y="872"/>
                </a:lnTo>
                <a:lnTo>
                  <a:pt x="1280" y="871"/>
                </a:lnTo>
                <a:lnTo>
                  <a:pt x="1279" y="871"/>
                </a:lnTo>
                <a:lnTo>
                  <a:pt x="1279" y="872"/>
                </a:lnTo>
                <a:lnTo>
                  <a:pt x="1278" y="872"/>
                </a:lnTo>
                <a:lnTo>
                  <a:pt x="1277" y="872"/>
                </a:lnTo>
                <a:lnTo>
                  <a:pt x="1277" y="873"/>
                </a:lnTo>
                <a:lnTo>
                  <a:pt x="1277" y="874"/>
                </a:lnTo>
                <a:lnTo>
                  <a:pt x="1276" y="875"/>
                </a:lnTo>
                <a:lnTo>
                  <a:pt x="1275" y="875"/>
                </a:lnTo>
                <a:lnTo>
                  <a:pt x="1276" y="876"/>
                </a:lnTo>
                <a:lnTo>
                  <a:pt x="1277" y="876"/>
                </a:lnTo>
                <a:lnTo>
                  <a:pt x="1278" y="876"/>
                </a:lnTo>
                <a:lnTo>
                  <a:pt x="1279" y="876"/>
                </a:lnTo>
                <a:lnTo>
                  <a:pt x="1279" y="875"/>
                </a:lnTo>
                <a:lnTo>
                  <a:pt x="1280" y="876"/>
                </a:lnTo>
                <a:lnTo>
                  <a:pt x="1281" y="877"/>
                </a:lnTo>
                <a:lnTo>
                  <a:pt x="1282" y="878"/>
                </a:lnTo>
                <a:lnTo>
                  <a:pt x="1282" y="880"/>
                </a:lnTo>
                <a:lnTo>
                  <a:pt x="1282" y="881"/>
                </a:lnTo>
                <a:lnTo>
                  <a:pt x="1282" y="882"/>
                </a:lnTo>
                <a:lnTo>
                  <a:pt x="1282" y="883"/>
                </a:lnTo>
                <a:lnTo>
                  <a:pt x="1283" y="883"/>
                </a:lnTo>
                <a:lnTo>
                  <a:pt x="1283" y="884"/>
                </a:lnTo>
                <a:lnTo>
                  <a:pt x="1283" y="885"/>
                </a:lnTo>
                <a:lnTo>
                  <a:pt x="1284" y="885"/>
                </a:lnTo>
                <a:lnTo>
                  <a:pt x="1284" y="886"/>
                </a:lnTo>
                <a:lnTo>
                  <a:pt x="1283" y="887"/>
                </a:lnTo>
                <a:lnTo>
                  <a:pt x="1283" y="888"/>
                </a:lnTo>
                <a:lnTo>
                  <a:pt x="1282" y="890"/>
                </a:lnTo>
                <a:lnTo>
                  <a:pt x="1281" y="890"/>
                </a:lnTo>
                <a:lnTo>
                  <a:pt x="1281" y="889"/>
                </a:lnTo>
                <a:lnTo>
                  <a:pt x="1280" y="889"/>
                </a:lnTo>
                <a:lnTo>
                  <a:pt x="1280" y="890"/>
                </a:lnTo>
                <a:lnTo>
                  <a:pt x="1279" y="890"/>
                </a:lnTo>
                <a:lnTo>
                  <a:pt x="1278" y="889"/>
                </a:lnTo>
                <a:lnTo>
                  <a:pt x="1277" y="889"/>
                </a:lnTo>
                <a:lnTo>
                  <a:pt x="1277" y="890"/>
                </a:lnTo>
                <a:lnTo>
                  <a:pt x="1276" y="890"/>
                </a:lnTo>
                <a:lnTo>
                  <a:pt x="1276" y="891"/>
                </a:lnTo>
                <a:lnTo>
                  <a:pt x="1277" y="892"/>
                </a:lnTo>
                <a:lnTo>
                  <a:pt x="1277" y="893"/>
                </a:lnTo>
                <a:lnTo>
                  <a:pt x="1277" y="894"/>
                </a:lnTo>
                <a:lnTo>
                  <a:pt x="1277" y="895"/>
                </a:lnTo>
                <a:lnTo>
                  <a:pt x="1276" y="895"/>
                </a:lnTo>
                <a:lnTo>
                  <a:pt x="1275" y="896"/>
                </a:lnTo>
                <a:lnTo>
                  <a:pt x="1275" y="897"/>
                </a:lnTo>
                <a:lnTo>
                  <a:pt x="1274" y="897"/>
                </a:lnTo>
                <a:lnTo>
                  <a:pt x="1274" y="898"/>
                </a:lnTo>
                <a:lnTo>
                  <a:pt x="1274" y="899"/>
                </a:lnTo>
                <a:lnTo>
                  <a:pt x="1274" y="900"/>
                </a:lnTo>
                <a:lnTo>
                  <a:pt x="1275" y="900"/>
                </a:lnTo>
                <a:lnTo>
                  <a:pt x="1275" y="901"/>
                </a:lnTo>
                <a:lnTo>
                  <a:pt x="1275" y="902"/>
                </a:lnTo>
                <a:lnTo>
                  <a:pt x="1274" y="902"/>
                </a:lnTo>
                <a:lnTo>
                  <a:pt x="1274" y="903"/>
                </a:lnTo>
                <a:lnTo>
                  <a:pt x="1274" y="904"/>
                </a:lnTo>
                <a:lnTo>
                  <a:pt x="1274" y="905"/>
                </a:lnTo>
                <a:lnTo>
                  <a:pt x="1273" y="905"/>
                </a:lnTo>
                <a:lnTo>
                  <a:pt x="1272" y="906"/>
                </a:lnTo>
                <a:lnTo>
                  <a:pt x="1272" y="907"/>
                </a:lnTo>
                <a:lnTo>
                  <a:pt x="1272" y="908"/>
                </a:lnTo>
                <a:lnTo>
                  <a:pt x="1271" y="908"/>
                </a:lnTo>
                <a:lnTo>
                  <a:pt x="1270" y="909"/>
                </a:lnTo>
                <a:lnTo>
                  <a:pt x="1270" y="910"/>
                </a:lnTo>
                <a:lnTo>
                  <a:pt x="1269" y="910"/>
                </a:lnTo>
                <a:lnTo>
                  <a:pt x="1268" y="910"/>
                </a:lnTo>
                <a:lnTo>
                  <a:pt x="1268" y="911"/>
                </a:lnTo>
                <a:lnTo>
                  <a:pt x="1269" y="911"/>
                </a:lnTo>
                <a:lnTo>
                  <a:pt x="1269" y="912"/>
                </a:lnTo>
                <a:lnTo>
                  <a:pt x="1269" y="913"/>
                </a:lnTo>
                <a:lnTo>
                  <a:pt x="1269" y="914"/>
                </a:lnTo>
                <a:lnTo>
                  <a:pt x="1270" y="914"/>
                </a:lnTo>
                <a:lnTo>
                  <a:pt x="1272" y="914"/>
                </a:lnTo>
                <a:lnTo>
                  <a:pt x="1273" y="913"/>
                </a:lnTo>
                <a:lnTo>
                  <a:pt x="1274" y="914"/>
                </a:lnTo>
                <a:lnTo>
                  <a:pt x="1274" y="915"/>
                </a:lnTo>
                <a:lnTo>
                  <a:pt x="1275" y="915"/>
                </a:lnTo>
                <a:lnTo>
                  <a:pt x="1276" y="915"/>
                </a:lnTo>
                <a:lnTo>
                  <a:pt x="1276" y="916"/>
                </a:lnTo>
                <a:lnTo>
                  <a:pt x="1276" y="917"/>
                </a:lnTo>
                <a:lnTo>
                  <a:pt x="1275" y="918"/>
                </a:lnTo>
                <a:lnTo>
                  <a:pt x="1274" y="918"/>
                </a:lnTo>
                <a:lnTo>
                  <a:pt x="1273" y="918"/>
                </a:lnTo>
                <a:lnTo>
                  <a:pt x="1273" y="919"/>
                </a:lnTo>
                <a:lnTo>
                  <a:pt x="1273" y="920"/>
                </a:lnTo>
                <a:lnTo>
                  <a:pt x="1273" y="921"/>
                </a:lnTo>
                <a:lnTo>
                  <a:pt x="1273" y="922"/>
                </a:lnTo>
                <a:lnTo>
                  <a:pt x="1273" y="923"/>
                </a:lnTo>
                <a:lnTo>
                  <a:pt x="1274" y="923"/>
                </a:lnTo>
                <a:lnTo>
                  <a:pt x="1275" y="923"/>
                </a:lnTo>
                <a:lnTo>
                  <a:pt x="1275" y="924"/>
                </a:lnTo>
                <a:lnTo>
                  <a:pt x="1275" y="926"/>
                </a:lnTo>
                <a:lnTo>
                  <a:pt x="1275" y="927"/>
                </a:lnTo>
                <a:lnTo>
                  <a:pt x="1276" y="927"/>
                </a:lnTo>
                <a:lnTo>
                  <a:pt x="1275" y="928"/>
                </a:lnTo>
                <a:lnTo>
                  <a:pt x="1275" y="929"/>
                </a:lnTo>
                <a:lnTo>
                  <a:pt x="1275" y="930"/>
                </a:lnTo>
                <a:lnTo>
                  <a:pt x="1275" y="931"/>
                </a:lnTo>
                <a:lnTo>
                  <a:pt x="1276" y="931"/>
                </a:lnTo>
                <a:lnTo>
                  <a:pt x="1277" y="931"/>
                </a:lnTo>
                <a:lnTo>
                  <a:pt x="1277" y="932"/>
                </a:lnTo>
                <a:lnTo>
                  <a:pt x="1277" y="931"/>
                </a:lnTo>
                <a:lnTo>
                  <a:pt x="1278" y="931"/>
                </a:lnTo>
                <a:lnTo>
                  <a:pt x="1279" y="932"/>
                </a:lnTo>
                <a:lnTo>
                  <a:pt x="1280" y="933"/>
                </a:lnTo>
                <a:lnTo>
                  <a:pt x="1280" y="934"/>
                </a:lnTo>
                <a:lnTo>
                  <a:pt x="1281" y="934"/>
                </a:lnTo>
                <a:lnTo>
                  <a:pt x="1281" y="935"/>
                </a:lnTo>
                <a:lnTo>
                  <a:pt x="1281" y="936"/>
                </a:lnTo>
                <a:lnTo>
                  <a:pt x="1282" y="936"/>
                </a:lnTo>
                <a:lnTo>
                  <a:pt x="1282" y="937"/>
                </a:lnTo>
                <a:lnTo>
                  <a:pt x="1282" y="938"/>
                </a:lnTo>
                <a:lnTo>
                  <a:pt x="1283" y="938"/>
                </a:lnTo>
                <a:lnTo>
                  <a:pt x="1284" y="938"/>
                </a:lnTo>
                <a:lnTo>
                  <a:pt x="1284" y="939"/>
                </a:lnTo>
                <a:lnTo>
                  <a:pt x="1284" y="940"/>
                </a:lnTo>
                <a:lnTo>
                  <a:pt x="1284" y="941"/>
                </a:lnTo>
                <a:lnTo>
                  <a:pt x="1284" y="942"/>
                </a:lnTo>
                <a:lnTo>
                  <a:pt x="1284" y="943"/>
                </a:lnTo>
                <a:lnTo>
                  <a:pt x="1283" y="943"/>
                </a:lnTo>
                <a:lnTo>
                  <a:pt x="1283" y="944"/>
                </a:lnTo>
                <a:lnTo>
                  <a:pt x="1284" y="944"/>
                </a:lnTo>
                <a:lnTo>
                  <a:pt x="1283" y="944"/>
                </a:lnTo>
                <a:lnTo>
                  <a:pt x="1282" y="944"/>
                </a:lnTo>
                <a:lnTo>
                  <a:pt x="1281" y="944"/>
                </a:lnTo>
                <a:lnTo>
                  <a:pt x="1281" y="946"/>
                </a:lnTo>
                <a:lnTo>
                  <a:pt x="1282" y="947"/>
                </a:lnTo>
                <a:lnTo>
                  <a:pt x="1282" y="948"/>
                </a:lnTo>
                <a:lnTo>
                  <a:pt x="1282" y="949"/>
                </a:lnTo>
                <a:lnTo>
                  <a:pt x="1281" y="949"/>
                </a:lnTo>
                <a:lnTo>
                  <a:pt x="1281" y="950"/>
                </a:lnTo>
                <a:lnTo>
                  <a:pt x="1280" y="950"/>
                </a:lnTo>
                <a:lnTo>
                  <a:pt x="1279" y="950"/>
                </a:lnTo>
                <a:lnTo>
                  <a:pt x="1278" y="951"/>
                </a:lnTo>
                <a:lnTo>
                  <a:pt x="1277" y="950"/>
                </a:lnTo>
                <a:lnTo>
                  <a:pt x="1277" y="949"/>
                </a:lnTo>
                <a:lnTo>
                  <a:pt x="1276" y="948"/>
                </a:lnTo>
                <a:lnTo>
                  <a:pt x="1275" y="948"/>
                </a:lnTo>
                <a:lnTo>
                  <a:pt x="1275" y="949"/>
                </a:lnTo>
                <a:lnTo>
                  <a:pt x="1274" y="949"/>
                </a:lnTo>
                <a:lnTo>
                  <a:pt x="1274" y="950"/>
                </a:lnTo>
                <a:lnTo>
                  <a:pt x="1274" y="949"/>
                </a:lnTo>
                <a:lnTo>
                  <a:pt x="1273" y="948"/>
                </a:lnTo>
                <a:lnTo>
                  <a:pt x="1273" y="947"/>
                </a:lnTo>
                <a:lnTo>
                  <a:pt x="1272" y="947"/>
                </a:lnTo>
                <a:lnTo>
                  <a:pt x="1272" y="946"/>
                </a:lnTo>
                <a:lnTo>
                  <a:pt x="1272" y="945"/>
                </a:lnTo>
                <a:lnTo>
                  <a:pt x="1273" y="944"/>
                </a:lnTo>
                <a:lnTo>
                  <a:pt x="1272" y="943"/>
                </a:lnTo>
                <a:lnTo>
                  <a:pt x="1272" y="942"/>
                </a:lnTo>
                <a:lnTo>
                  <a:pt x="1272" y="940"/>
                </a:lnTo>
                <a:lnTo>
                  <a:pt x="1271" y="940"/>
                </a:lnTo>
                <a:lnTo>
                  <a:pt x="1269" y="940"/>
                </a:lnTo>
                <a:lnTo>
                  <a:pt x="1268" y="940"/>
                </a:lnTo>
                <a:lnTo>
                  <a:pt x="1267" y="940"/>
                </a:lnTo>
                <a:lnTo>
                  <a:pt x="1266" y="940"/>
                </a:lnTo>
                <a:lnTo>
                  <a:pt x="1265" y="940"/>
                </a:lnTo>
                <a:lnTo>
                  <a:pt x="1265" y="941"/>
                </a:lnTo>
                <a:lnTo>
                  <a:pt x="1265" y="942"/>
                </a:lnTo>
                <a:lnTo>
                  <a:pt x="1264" y="942"/>
                </a:lnTo>
                <a:lnTo>
                  <a:pt x="1263" y="942"/>
                </a:lnTo>
                <a:lnTo>
                  <a:pt x="1263" y="943"/>
                </a:lnTo>
                <a:lnTo>
                  <a:pt x="1262" y="943"/>
                </a:lnTo>
                <a:lnTo>
                  <a:pt x="1261" y="943"/>
                </a:lnTo>
                <a:lnTo>
                  <a:pt x="1260" y="942"/>
                </a:lnTo>
                <a:lnTo>
                  <a:pt x="1260" y="941"/>
                </a:lnTo>
                <a:lnTo>
                  <a:pt x="1258" y="941"/>
                </a:lnTo>
                <a:lnTo>
                  <a:pt x="1257" y="941"/>
                </a:lnTo>
                <a:lnTo>
                  <a:pt x="1257" y="942"/>
                </a:lnTo>
                <a:lnTo>
                  <a:pt x="1256" y="942"/>
                </a:lnTo>
                <a:lnTo>
                  <a:pt x="1255" y="943"/>
                </a:lnTo>
                <a:lnTo>
                  <a:pt x="1254" y="943"/>
                </a:lnTo>
                <a:lnTo>
                  <a:pt x="1254" y="944"/>
                </a:lnTo>
                <a:lnTo>
                  <a:pt x="1253" y="944"/>
                </a:lnTo>
                <a:lnTo>
                  <a:pt x="1253" y="945"/>
                </a:lnTo>
                <a:lnTo>
                  <a:pt x="1252" y="946"/>
                </a:lnTo>
                <a:lnTo>
                  <a:pt x="1251" y="946"/>
                </a:lnTo>
                <a:lnTo>
                  <a:pt x="1251" y="945"/>
                </a:lnTo>
                <a:lnTo>
                  <a:pt x="1251" y="946"/>
                </a:lnTo>
                <a:lnTo>
                  <a:pt x="1250" y="946"/>
                </a:lnTo>
                <a:lnTo>
                  <a:pt x="1250" y="947"/>
                </a:lnTo>
                <a:lnTo>
                  <a:pt x="1249" y="947"/>
                </a:lnTo>
                <a:lnTo>
                  <a:pt x="1248" y="947"/>
                </a:lnTo>
                <a:lnTo>
                  <a:pt x="1247" y="947"/>
                </a:lnTo>
                <a:lnTo>
                  <a:pt x="1246" y="946"/>
                </a:lnTo>
                <a:lnTo>
                  <a:pt x="1245" y="946"/>
                </a:lnTo>
                <a:lnTo>
                  <a:pt x="1244" y="945"/>
                </a:lnTo>
                <a:lnTo>
                  <a:pt x="1244" y="944"/>
                </a:lnTo>
                <a:lnTo>
                  <a:pt x="1245" y="944"/>
                </a:lnTo>
                <a:lnTo>
                  <a:pt x="1244" y="944"/>
                </a:lnTo>
                <a:lnTo>
                  <a:pt x="1243" y="944"/>
                </a:lnTo>
                <a:lnTo>
                  <a:pt x="1243" y="945"/>
                </a:lnTo>
                <a:lnTo>
                  <a:pt x="1242" y="945"/>
                </a:lnTo>
                <a:lnTo>
                  <a:pt x="1241" y="945"/>
                </a:lnTo>
                <a:lnTo>
                  <a:pt x="1241" y="944"/>
                </a:lnTo>
                <a:lnTo>
                  <a:pt x="1241" y="943"/>
                </a:lnTo>
                <a:lnTo>
                  <a:pt x="1242" y="943"/>
                </a:lnTo>
                <a:lnTo>
                  <a:pt x="1243" y="943"/>
                </a:lnTo>
                <a:lnTo>
                  <a:pt x="1243" y="942"/>
                </a:lnTo>
                <a:lnTo>
                  <a:pt x="1243" y="941"/>
                </a:lnTo>
                <a:lnTo>
                  <a:pt x="1243" y="942"/>
                </a:lnTo>
                <a:lnTo>
                  <a:pt x="1242" y="942"/>
                </a:lnTo>
                <a:lnTo>
                  <a:pt x="1242" y="941"/>
                </a:lnTo>
                <a:lnTo>
                  <a:pt x="1241" y="941"/>
                </a:lnTo>
                <a:lnTo>
                  <a:pt x="1240" y="940"/>
                </a:lnTo>
                <a:lnTo>
                  <a:pt x="1239" y="940"/>
                </a:lnTo>
                <a:lnTo>
                  <a:pt x="1239" y="941"/>
                </a:lnTo>
                <a:lnTo>
                  <a:pt x="1238" y="941"/>
                </a:lnTo>
                <a:lnTo>
                  <a:pt x="1237" y="941"/>
                </a:lnTo>
                <a:lnTo>
                  <a:pt x="1236" y="941"/>
                </a:lnTo>
                <a:lnTo>
                  <a:pt x="1235" y="941"/>
                </a:lnTo>
                <a:lnTo>
                  <a:pt x="1235" y="942"/>
                </a:lnTo>
                <a:lnTo>
                  <a:pt x="1234" y="942"/>
                </a:lnTo>
                <a:lnTo>
                  <a:pt x="1233" y="942"/>
                </a:lnTo>
                <a:lnTo>
                  <a:pt x="1233" y="941"/>
                </a:lnTo>
                <a:lnTo>
                  <a:pt x="1232" y="941"/>
                </a:lnTo>
                <a:lnTo>
                  <a:pt x="1231" y="941"/>
                </a:lnTo>
                <a:lnTo>
                  <a:pt x="1230" y="941"/>
                </a:lnTo>
                <a:lnTo>
                  <a:pt x="1229" y="941"/>
                </a:lnTo>
                <a:lnTo>
                  <a:pt x="1229" y="940"/>
                </a:lnTo>
                <a:lnTo>
                  <a:pt x="1228" y="940"/>
                </a:lnTo>
                <a:lnTo>
                  <a:pt x="1228" y="941"/>
                </a:lnTo>
                <a:lnTo>
                  <a:pt x="1228" y="942"/>
                </a:lnTo>
                <a:lnTo>
                  <a:pt x="1227" y="943"/>
                </a:lnTo>
                <a:lnTo>
                  <a:pt x="1226" y="944"/>
                </a:lnTo>
                <a:lnTo>
                  <a:pt x="1226" y="945"/>
                </a:lnTo>
                <a:lnTo>
                  <a:pt x="1225" y="945"/>
                </a:lnTo>
                <a:lnTo>
                  <a:pt x="1224" y="946"/>
                </a:lnTo>
                <a:lnTo>
                  <a:pt x="1223" y="946"/>
                </a:lnTo>
                <a:lnTo>
                  <a:pt x="1223" y="945"/>
                </a:lnTo>
                <a:lnTo>
                  <a:pt x="1223" y="946"/>
                </a:lnTo>
                <a:lnTo>
                  <a:pt x="1222" y="946"/>
                </a:lnTo>
                <a:lnTo>
                  <a:pt x="1222" y="947"/>
                </a:lnTo>
                <a:lnTo>
                  <a:pt x="1222" y="948"/>
                </a:lnTo>
                <a:lnTo>
                  <a:pt x="1221" y="948"/>
                </a:lnTo>
                <a:lnTo>
                  <a:pt x="1220" y="950"/>
                </a:lnTo>
                <a:lnTo>
                  <a:pt x="1219" y="951"/>
                </a:lnTo>
                <a:lnTo>
                  <a:pt x="1218" y="952"/>
                </a:lnTo>
                <a:lnTo>
                  <a:pt x="1217" y="953"/>
                </a:lnTo>
                <a:lnTo>
                  <a:pt x="1217" y="954"/>
                </a:lnTo>
                <a:lnTo>
                  <a:pt x="1217" y="955"/>
                </a:lnTo>
                <a:lnTo>
                  <a:pt x="1218" y="955"/>
                </a:lnTo>
                <a:lnTo>
                  <a:pt x="1217" y="955"/>
                </a:lnTo>
                <a:lnTo>
                  <a:pt x="1217" y="956"/>
                </a:lnTo>
                <a:lnTo>
                  <a:pt x="1216" y="956"/>
                </a:lnTo>
                <a:lnTo>
                  <a:pt x="1216" y="957"/>
                </a:lnTo>
                <a:lnTo>
                  <a:pt x="1217" y="957"/>
                </a:lnTo>
                <a:lnTo>
                  <a:pt x="1217" y="958"/>
                </a:lnTo>
                <a:lnTo>
                  <a:pt x="1217" y="960"/>
                </a:lnTo>
                <a:lnTo>
                  <a:pt x="1217" y="961"/>
                </a:lnTo>
                <a:lnTo>
                  <a:pt x="1216" y="961"/>
                </a:lnTo>
                <a:lnTo>
                  <a:pt x="1216" y="962"/>
                </a:lnTo>
                <a:lnTo>
                  <a:pt x="1216" y="963"/>
                </a:lnTo>
                <a:lnTo>
                  <a:pt x="1216" y="964"/>
                </a:lnTo>
                <a:lnTo>
                  <a:pt x="1215" y="964"/>
                </a:lnTo>
                <a:lnTo>
                  <a:pt x="1214" y="964"/>
                </a:lnTo>
                <a:lnTo>
                  <a:pt x="1213" y="964"/>
                </a:lnTo>
                <a:lnTo>
                  <a:pt x="1212" y="964"/>
                </a:lnTo>
                <a:lnTo>
                  <a:pt x="1212" y="963"/>
                </a:lnTo>
                <a:lnTo>
                  <a:pt x="1211" y="963"/>
                </a:lnTo>
                <a:lnTo>
                  <a:pt x="1211" y="964"/>
                </a:lnTo>
                <a:lnTo>
                  <a:pt x="1211" y="965"/>
                </a:lnTo>
                <a:lnTo>
                  <a:pt x="1210" y="965"/>
                </a:lnTo>
                <a:lnTo>
                  <a:pt x="1209" y="964"/>
                </a:lnTo>
                <a:lnTo>
                  <a:pt x="1208" y="964"/>
                </a:lnTo>
                <a:lnTo>
                  <a:pt x="1208" y="963"/>
                </a:lnTo>
                <a:lnTo>
                  <a:pt x="1207" y="963"/>
                </a:lnTo>
                <a:lnTo>
                  <a:pt x="1206" y="963"/>
                </a:lnTo>
                <a:lnTo>
                  <a:pt x="1205" y="963"/>
                </a:lnTo>
                <a:lnTo>
                  <a:pt x="1205" y="964"/>
                </a:lnTo>
                <a:lnTo>
                  <a:pt x="1205" y="965"/>
                </a:lnTo>
                <a:lnTo>
                  <a:pt x="1206" y="965"/>
                </a:lnTo>
                <a:lnTo>
                  <a:pt x="1206" y="966"/>
                </a:lnTo>
                <a:lnTo>
                  <a:pt x="1207" y="966"/>
                </a:lnTo>
                <a:lnTo>
                  <a:pt x="1207" y="967"/>
                </a:lnTo>
                <a:lnTo>
                  <a:pt x="1208" y="968"/>
                </a:lnTo>
                <a:lnTo>
                  <a:pt x="1209" y="968"/>
                </a:lnTo>
                <a:lnTo>
                  <a:pt x="1210" y="970"/>
                </a:lnTo>
                <a:lnTo>
                  <a:pt x="1210" y="971"/>
                </a:lnTo>
                <a:lnTo>
                  <a:pt x="1209" y="971"/>
                </a:lnTo>
                <a:lnTo>
                  <a:pt x="1208" y="971"/>
                </a:lnTo>
                <a:lnTo>
                  <a:pt x="1208" y="972"/>
                </a:lnTo>
                <a:lnTo>
                  <a:pt x="1209" y="973"/>
                </a:lnTo>
                <a:lnTo>
                  <a:pt x="1209" y="974"/>
                </a:lnTo>
                <a:lnTo>
                  <a:pt x="1210" y="974"/>
                </a:lnTo>
                <a:lnTo>
                  <a:pt x="1211" y="974"/>
                </a:lnTo>
                <a:lnTo>
                  <a:pt x="1212" y="974"/>
                </a:lnTo>
                <a:lnTo>
                  <a:pt x="1213" y="974"/>
                </a:lnTo>
                <a:lnTo>
                  <a:pt x="1213" y="975"/>
                </a:lnTo>
                <a:lnTo>
                  <a:pt x="1213" y="976"/>
                </a:lnTo>
                <a:lnTo>
                  <a:pt x="1214" y="976"/>
                </a:lnTo>
                <a:lnTo>
                  <a:pt x="1214" y="977"/>
                </a:lnTo>
                <a:lnTo>
                  <a:pt x="1214" y="976"/>
                </a:lnTo>
                <a:lnTo>
                  <a:pt x="1215" y="977"/>
                </a:lnTo>
                <a:lnTo>
                  <a:pt x="1216" y="977"/>
                </a:lnTo>
                <a:lnTo>
                  <a:pt x="1217" y="977"/>
                </a:lnTo>
                <a:lnTo>
                  <a:pt x="1217" y="978"/>
                </a:lnTo>
                <a:lnTo>
                  <a:pt x="1218" y="978"/>
                </a:lnTo>
                <a:lnTo>
                  <a:pt x="1218" y="979"/>
                </a:lnTo>
                <a:lnTo>
                  <a:pt x="1219" y="979"/>
                </a:lnTo>
                <a:lnTo>
                  <a:pt x="1220" y="979"/>
                </a:lnTo>
                <a:lnTo>
                  <a:pt x="1221" y="979"/>
                </a:lnTo>
                <a:lnTo>
                  <a:pt x="1222" y="979"/>
                </a:lnTo>
                <a:lnTo>
                  <a:pt x="1222" y="978"/>
                </a:lnTo>
                <a:lnTo>
                  <a:pt x="1223" y="978"/>
                </a:lnTo>
                <a:lnTo>
                  <a:pt x="1224" y="978"/>
                </a:lnTo>
                <a:lnTo>
                  <a:pt x="1225" y="978"/>
                </a:lnTo>
                <a:lnTo>
                  <a:pt x="1225" y="979"/>
                </a:lnTo>
                <a:lnTo>
                  <a:pt x="1226" y="980"/>
                </a:lnTo>
                <a:lnTo>
                  <a:pt x="1227" y="981"/>
                </a:lnTo>
                <a:lnTo>
                  <a:pt x="1226" y="981"/>
                </a:lnTo>
                <a:lnTo>
                  <a:pt x="1226" y="982"/>
                </a:lnTo>
                <a:lnTo>
                  <a:pt x="1227" y="982"/>
                </a:lnTo>
                <a:lnTo>
                  <a:pt x="1228" y="981"/>
                </a:lnTo>
                <a:lnTo>
                  <a:pt x="1228" y="982"/>
                </a:lnTo>
                <a:lnTo>
                  <a:pt x="1228" y="983"/>
                </a:lnTo>
                <a:lnTo>
                  <a:pt x="1228" y="984"/>
                </a:lnTo>
                <a:lnTo>
                  <a:pt x="1229" y="985"/>
                </a:lnTo>
                <a:lnTo>
                  <a:pt x="1229" y="986"/>
                </a:lnTo>
                <a:lnTo>
                  <a:pt x="1229" y="987"/>
                </a:lnTo>
                <a:lnTo>
                  <a:pt x="1229" y="988"/>
                </a:lnTo>
                <a:lnTo>
                  <a:pt x="1228" y="988"/>
                </a:lnTo>
                <a:lnTo>
                  <a:pt x="1227" y="988"/>
                </a:lnTo>
                <a:lnTo>
                  <a:pt x="1227" y="987"/>
                </a:lnTo>
                <a:lnTo>
                  <a:pt x="1226" y="987"/>
                </a:lnTo>
                <a:lnTo>
                  <a:pt x="1226" y="986"/>
                </a:lnTo>
                <a:lnTo>
                  <a:pt x="1227" y="986"/>
                </a:lnTo>
                <a:lnTo>
                  <a:pt x="1227" y="985"/>
                </a:lnTo>
                <a:lnTo>
                  <a:pt x="1226" y="985"/>
                </a:lnTo>
                <a:lnTo>
                  <a:pt x="1225" y="985"/>
                </a:lnTo>
                <a:lnTo>
                  <a:pt x="1226" y="984"/>
                </a:lnTo>
                <a:lnTo>
                  <a:pt x="1226" y="983"/>
                </a:lnTo>
                <a:lnTo>
                  <a:pt x="1225" y="983"/>
                </a:lnTo>
                <a:lnTo>
                  <a:pt x="1225" y="984"/>
                </a:lnTo>
                <a:lnTo>
                  <a:pt x="1225" y="985"/>
                </a:lnTo>
                <a:lnTo>
                  <a:pt x="1224" y="985"/>
                </a:lnTo>
                <a:lnTo>
                  <a:pt x="1224" y="986"/>
                </a:lnTo>
                <a:lnTo>
                  <a:pt x="1225" y="986"/>
                </a:lnTo>
                <a:lnTo>
                  <a:pt x="1224" y="986"/>
                </a:lnTo>
                <a:lnTo>
                  <a:pt x="1224" y="987"/>
                </a:lnTo>
                <a:lnTo>
                  <a:pt x="1223" y="987"/>
                </a:lnTo>
                <a:lnTo>
                  <a:pt x="1222" y="988"/>
                </a:lnTo>
                <a:lnTo>
                  <a:pt x="1223" y="989"/>
                </a:lnTo>
                <a:lnTo>
                  <a:pt x="1224" y="988"/>
                </a:lnTo>
                <a:lnTo>
                  <a:pt x="1225" y="988"/>
                </a:lnTo>
                <a:lnTo>
                  <a:pt x="1225" y="989"/>
                </a:lnTo>
                <a:lnTo>
                  <a:pt x="1224" y="990"/>
                </a:lnTo>
                <a:lnTo>
                  <a:pt x="1224" y="989"/>
                </a:lnTo>
                <a:lnTo>
                  <a:pt x="1224" y="990"/>
                </a:lnTo>
                <a:lnTo>
                  <a:pt x="1223" y="990"/>
                </a:lnTo>
                <a:lnTo>
                  <a:pt x="1224" y="990"/>
                </a:lnTo>
                <a:lnTo>
                  <a:pt x="1225" y="991"/>
                </a:lnTo>
                <a:lnTo>
                  <a:pt x="1226" y="991"/>
                </a:lnTo>
                <a:lnTo>
                  <a:pt x="1226" y="992"/>
                </a:lnTo>
                <a:lnTo>
                  <a:pt x="1225" y="992"/>
                </a:lnTo>
                <a:lnTo>
                  <a:pt x="1224" y="992"/>
                </a:lnTo>
                <a:lnTo>
                  <a:pt x="1224" y="994"/>
                </a:lnTo>
                <a:lnTo>
                  <a:pt x="1225" y="995"/>
                </a:lnTo>
                <a:lnTo>
                  <a:pt x="1225" y="996"/>
                </a:lnTo>
                <a:lnTo>
                  <a:pt x="1224" y="996"/>
                </a:lnTo>
                <a:lnTo>
                  <a:pt x="1224" y="997"/>
                </a:lnTo>
                <a:lnTo>
                  <a:pt x="1224" y="998"/>
                </a:lnTo>
                <a:lnTo>
                  <a:pt x="1225" y="999"/>
                </a:lnTo>
                <a:lnTo>
                  <a:pt x="1225" y="1000"/>
                </a:lnTo>
                <a:lnTo>
                  <a:pt x="1225" y="1001"/>
                </a:lnTo>
                <a:lnTo>
                  <a:pt x="1224" y="1001"/>
                </a:lnTo>
                <a:lnTo>
                  <a:pt x="1224" y="1002"/>
                </a:lnTo>
                <a:lnTo>
                  <a:pt x="1225" y="1002"/>
                </a:lnTo>
                <a:lnTo>
                  <a:pt x="1224" y="1003"/>
                </a:lnTo>
                <a:lnTo>
                  <a:pt x="1224" y="1004"/>
                </a:lnTo>
                <a:lnTo>
                  <a:pt x="1223" y="1004"/>
                </a:lnTo>
                <a:lnTo>
                  <a:pt x="1222" y="1005"/>
                </a:lnTo>
                <a:lnTo>
                  <a:pt x="1222" y="1006"/>
                </a:lnTo>
                <a:lnTo>
                  <a:pt x="1221" y="1006"/>
                </a:lnTo>
                <a:lnTo>
                  <a:pt x="1221" y="1007"/>
                </a:lnTo>
                <a:lnTo>
                  <a:pt x="1220" y="1007"/>
                </a:lnTo>
                <a:lnTo>
                  <a:pt x="1220" y="1008"/>
                </a:lnTo>
                <a:lnTo>
                  <a:pt x="1220" y="1009"/>
                </a:lnTo>
                <a:lnTo>
                  <a:pt x="1219" y="1009"/>
                </a:lnTo>
                <a:lnTo>
                  <a:pt x="1218" y="1009"/>
                </a:lnTo>
                <a:lnTo>
                  <a:pt x="1218" y="1008"/>
                </a:lnTo>
                <a:lnTo>
                  <a:pt x="1217" y="1008"/>
                </a:lnTo>
                <a:lnTo>
                  <a:pt x="1216" y="1008"/>
                </a:lnTo>
                <a:lnTo>
                  <a:pt x="1216" y="1007"/>
                </a:lnTo>
                <a:lnTo>
                  <a:pt x="1216" y="1008"/>
                </a:lnTo>
                <a:lnTo>
                  <a:pt x="1215" y="1008"/>
                </a:lnTo>
                <a:lnTo>
                  <a:pt x="1215" y="1009"/>
                </a:lnTo>
                <a:lnTo>
                  <a:pt x="1214" y="1009"/>
                </a:lnTo>
                <a:lnTo>
                  <a:pt x="1214" y="1010"/>
                </a:lnTo>
                <a:lnTo>
                  <a:pt x="1213" y="1010"/>
                </a:lnTo>
                <a:lnTo>
                  <a:pt x="1212" y="1010"/>
                </a:lnTo>
                <a:lnTo>
                  <a:pt x="1211" y="1010"/>
                </a:lnTo>
                <a:lnTo>
                  <a:pt x="1211" y="1011"/>
                </a:lnTo>
                <a:lnTo>
                  <a:pt x="1210" y="1011"/>
                </a:lnTo>
                <a:lnTo>
                  <a:pt x="1209" y="1012"/>
                </a:lnTo>
                <a:lnTo>
                  <a:pt x="1208" y="1012"/>
                </a:lnTo>
                <a:lnTo>
                  <a:pt x="1208" y="1013"/>
                </a:lnTo>
                <a:lnTo>
                  <a:pt x="1207" y="1013"/>
                </a:lnTo>
                <a:lnTo>
                  <a:pt x="1206" y="1013"/>
                </a:lnTo>
                <a:lnTo>
                  <a:pt x="1206" y="1012"/>
                </a:lnTo>
                <a:lnTo>
                  <a:pt x="1205" y="1012"/>
                </a:lnTo>
                <a:lnTo>
                  <a:pt x="1205" y="1013"/>
                </a:lnTo>
                <a:lnTo>
                  <a:pt x="1204" y="1013"/>
                </a:lnTo>
                <a:lnTo>
                  <a:pt x="1201" y="1013"/>
                </a:lnTo>
                <a:lnTo>
                  <a:pt x="1200" y="1014"/>
                </a:lnTo>
                <a:lnTo>
                  <a:pt x="1199" y="1015"/>
                </a:lnTo>
                <a:lnTo>
                  <a:pt x="1198" y="1015"/>
                </a:lnTo>
                <a:lnTo>
                  <a:pt x="1197" y="1015"/>
                </a:lnTo>
                <a:lnTo>
                  <a:pt x="1196" y="1015"/>
                </a:lnTo>
                <a:lnTo>
                  <a:pt x="1195" y="1016"/>
                </a:lnTo>
                <a:lnTo>
                  <a:pt x="1194" y="1015"/>
                </a:lnTo>
                <a:lnTo>
                  <a:pt x="1193" y="1015"/>
                </a:lnTo>
                <a:lnTo>
                  <a:pt x="1194" y="1014"/>
                </a:lnTo>
                <a:lnTo>
                  <a:pt x="1193" y="1014"/>
                </a:lnTo>
                <a:lnTo>
                  <a:pt x="1193" y="1013"/>
                </a:lnTo>
                <a:lnTo>
                  <a:pt x="1192" y="1013"/>
                </a:lnTo>
                <a:lnTo>
                  <a:pt x="1192" y="1012"/>
                </a:lnTo>
                <a:lnTo>
                  <a:pt x="1191" y="1012"/>
                </a:lnTo>
                <a:lnTo>
                  <a:pt x="1190" y="1013"/>
                </a:lnTo>
                <a:lnTo>
                  <a:pt x="1189" y="1012"/>
                </a:lnTo>
                <a:lnTo>
                  <a:pt x="1189" y="1011"/>
                </a:lnTo>
                <a:lnTo>
                  <a:pt x="1187" y="1011"/>
                </a:lnTo>
                <a:lnTo>
                  <a:pt x="1187" y="1012"/>
                </a:lnTo>
                <a:lnTo>
                  <a:pt x="1186" y="1012"/>
                </a:lnTo>
                <a:lnTo>
                  <a:pt x="1185" y="1011"/>
                </a:lnTo>
                <a:lnTo>
                  <a:pt x="1183" y="1010"/>
                </a:lnTo>
                <a:lnTo>
                  <a:pt x="1182" y="1010"/>
                </a:lnTo>
                <a:lnTo>
                  <a:pt x="1181" y="1010"/>
                </a:lnTo>
                <a:lnTo>
                  <a:pt x="1180" y="1010"/>
                </a:lnTo>
                <a:lnTo>
                  <a:pt x="1179" y="1010"/>
                </a:lnTo>
                <a:lnTo>
                  <a:pt x="1179" y="1011"/>
                </a:lnTo>
                <a:lnTo>
                  <a:pt x="1179" y="1013"/>
                </a:lnTo>
                <a:lnTo>
                  <a:pt x="1179" y="1014"/>
                </a:lnTo>
                <a:lnTo>
                  <a:pt x="1178" y="1015"/>
                </a:lnTo>
                <a:lnTo>
                  <a:pt x="1176" y="1016"/>
                </a:lnTo>
                <a:lnTo>
                  <a:pt x="1177" y="1017"/>
                </a:lnTo>
                <a:lnTo>
                  <a:pt x="1177" y="1018"/>
                </a:lnTo>
                <a:lnTo>
                  <a:pt x="1177" y="1019"/>
                </a:lnTo>
                <a:lnTo>
                  <a:pt x="1177" y="1020"/>
                </a:lnTo>
                <a:lnTo>
                  <a:pt x="1177" y="1021"/>
                </a:lnTo>
                <a:lnTo>
                  <a:pt x="1178" y="1021"/>
                </a:lnTo>
                <a:lnTo>
                  <a:pt x="1178" y="1022"/>
                </a:lnTo>
                <a:lnTo>
                  <a:pt x="1179" y="1022"/>
                </a:lnTo>
                <a:lnTo>
                  <a:pt x="1179" y="1023"/>
                </a:lnTo>
                <a:lnTo>
                  <a:pt x="1179" y="1024"/>
                </a:lnTo>
                <a:lnTo>
                  <a:pt x="1180" y="1025"/>
                </a:lnTo>
                <a:lnTo>
                  <a:pt x="1180" y="1026"/>
                </a:lnTo>
                <a:lnTo>
                  <a:pt x="1181" y="1026"/>
                </a:lnTo>
                <a:lnTo>
                  <a:pt x="1181" y="1027"/>
                </a:lnTo>
                <a:lnTo>
                  <a:pt x="1181" y="1028"/>
                </a:lnTo>
                <a:lnTo>
                  <a:pt x="1182" y="1028"/>
                </a:lnTo>
                <a:lnTo>
                  <a:pt x="1182" y="1027"/>
                </a:lnTo>
                <a:lnTo>
                  <a:pt x="1183" y="1028"/>
                </a:lnTo>
                <a:lnTo>
                  <a:pt x="1183" y="1029"/>
                </a:lnTo>
                <a:lnTo>
                  <a:pt x="1182" y="1029"/>
                </a:lnTo>
                <a:lnTo>
                  <a:pt x="1182" y="1030"/>
                </a:lnTo>
                <a:lnTo>
                  <a:pt x="1182" y="1031"/>
                </a:lnTo>
                <a:lnTo>
                  <a:pt x="1181" y="1031"/>
                </a:lnTo>
                <a:lnTo>
                  <a:pt x="1181" y="1030"/>
                </a:lnTo>
                <a:lnTo>
                  <a:pt x="1180" y="1030"/>
                </a:lnTo>
                <a:lnTo>
                  <a:pt x="1179" y="1032"/>
                </a:lnTo>
                <a:lnTo>
                  <a:pt x="1178" y="1032"/>
                </a:lnTo>
                <a:lnTo>
                  <a:pt x="1177" y="1032"/>
                </a:lnTo>
                <a:lnTo>
                  <a:pt x="1175" y="1033"/>
                </a:lnTo>
                <a:lnTo>
                  <a:pt x="1174" y="1034"/>
                </a:lnTo>
                <a:lnTo>
                  <a:pt x="1173" y="1034"/>
                </a:lnTo>
                <a:lnTo>
                  <a:pt x="1173" y="1035"/>
                </a:lnTo>
                <a:lnTo>
                  <a:pt x="1173" y="1036"/>
                </a:lnTo>
                <a:lnTo>
                  <a:pt x="1172" y="1036"/>
                </a:lnTo>
                <a:lnTo>
                  <a:pt x="1171" y="1036"/>
                </a:lnTo>
                <a:lnTo>
                  <a:pt x="1171" y="1037"/>
                </a:lnTo>
                <a:lnTo>
                  <a:pt x="1170" y="1037"/>
                </a:lnTo>
                <a:lnTo>
                  <a:pt x="1169" y="1037"/>
                </a:lnTo>
                <a:lnTo>
                  <a:pt x="1169" y="1038"/>
                </a:lnTo>
                <a:lnTo>
                  <a:pt x="1168" y="1038"/>
                </a:lnTo>
                <a:lnTo>
                  <a:pt x="1167" y="1038"/>
                </a:lnTo>
                <a:lnTo>
                  <a:pt x="1166" y="1038"/>
                </a:lnTo>
                <a:lnTo>
                  <a:pt x="1166" y="1039"/>
                </a:lnTo>
                <a:lnTo>
                  <a:pt x="1165" y="1039"/>
                </a:lnTo>
                <a:lnTo>
                  <a:pt x="1164" y="1038"/>
                </a:lnTo>
                <a:lnTo>
                  <a:pt x="1163" y="1037"/>
                </a:lnTo>
                <a:lnTo>
                  <a:pt x="1162" y="1037"/>
                </a:lnTo>
                <a:lnTo>
                  <a:pt x="1161" y="1037"/>
                </a:lnTo>
                <a:lnTo>
                  <a:pt x="1161" y="1038"/>
                </a:lnTo>
                <a:lnTo>
                  <a:pt x="1161" y="1039"/>
                </a:lnTo>
                <a:lnTo>
                  <a:pt x="1161" y="1040"/>
                </a:lnTo>
                <a:lnTo>
                  <a:pt x="1160" y="1041"/>
                </a:lnTo>
                <a:lnTo>
                  <a:pt x="1159" y="1041"/>
                </a:lnTo>
                <a:lnTo>
                  <a:pt x="1158" y="1041"/>
                </a:lnTo>
                <a:lnTo>
                  <a:pt x="1158" y="1042"/>
                </a:lnTo>
                <a:lnTo>
                  <a:pt x="1157" y="1043"/>
                </a:lnTo>
                <a:lnTo>
                  <a:pt x="1156" y="1043"/>
                </a:lnTo>
                <a:lnTo>
                  <a:pt x="1155" y="1044"/>
                </a:lnTo>
                <a:lnTo>
                  <a:pt x="1154" y="1044"/>
                </a:lnTo>
                <a:lnTo>
                  <a:pt x="1152" y="1044"/>
                </a:lnTo>
                <a:lnTo>
                  <a:pt x="1152" y="1045"/>
                </a:lnTo>
                <a:lnTo>
                  <a:pt x="1151" y="1045"/>
                </a:lnTo>
                <a:lnTo>
                  <a:pt x="1150" y="1044"/>
                </a:lnTo>
                <a:lnTo>
                  <a:pt x="1150" y="1043"/>
                </a:lnTo>
                <a:lnTo>
                  <a:pt x="1150" y="1042"/>
                </a:lnTo>
                <a:lnTo>
                  <a:pt x="1149" y="1042"/>
                </a:lnTo>
                <a:lnTo>
                  <a:pt x="1149" y="1041"/>
                </a:lnTo>
                <a:lnTo>
                  <a:pt x="1149" y="1040"/>
                </a:lnTo>
                <a:lnTo>
                  <a:pt x="1148" y="1040"/>
                </a:lnTo>
                <a:lnTo>
                  <a:pt x="1147" y="1040"/>
                </a:lnTo>
                <a:lnTo>
                  <a:pt x="1147" y="1039"/>
                </a:lnTo>
                <a:lnTo>
                  <a:pt x="1146" y="1039"/>
                </a:lnTo>
                <a:lnTo>
                  <a:pt x="1145" y="1039"/>
                </a:lnTo>
                <a:lnTo>
                  <a:pt x="1144" y="1039"/>
                </a:lnTo>
                <a:lnTo>
                  <a:pt x="1143" y="1039"/>
                </a:lnTo>
                <a:lnTo>
                  <a:pt x="1143" y="1040"/>
                </a:lnTo>
                <a:lnTo>
                  <a:pt x="1142" y="1040"/>
                </a:lnTo>
                <a:lnTo>
                  <a:pt x="1141" y="1040"/>
                </a:lnTo>
                <a:lnTo>
                  <a:pt x="1140" y="1041"/>
                </a:lnTo>
                <a:lnTo>
                  <a:pt x="1139" y="1041"/>
                </a:lnTo>
                <a:lnTo>
                  <a:pt x="1138" y="1041"/>
                </a:lnTo>
                <a:lnTo>
                  <a:pt x="1137" y="1042"/>
                </a:lnTo>
                <a:lnTo>
                  <a:pt x="1136" y="1042"/>
                </a:lnTo>
                <a:lnTo>
                  <a:pt x="1135" y="1042"/>
                </a:lnTo>
                <a:lnTo>
                  <a:pt x="1135" y="1043"/>
                </a:lnTo>
                <a:lnTo>
                  <a:pt x="1134" y="1043"/>
                </a:lnTo>
                <a:lnTo>
                  <a:pt x="1133" y="1044"/>
                </a:lnTo>
                <a:lnTo>
                  <a:pt x="1131" y="1044"/>
                </a:lnTo>
                <a:lnTo>
                  <a:pt x="1130" y="1043"/>
                </a:lnTo>
                <a:lnTo>
                  <a:pt x="1130" y="1042"/>
                </a:lnTo>
                <a:lnTo>
                  <a:pt x="1130" y="1041"/>
                </a:lnTo>
                <a:lnTo>
                  <a:pt x="1129" y="1041"/>
                </a:lnTo>
                <a:lnTo>
                  <a:pt x="1128" y="1040"/>
                </a:lnTo>
                <a:lnTo>
                  <a:pt x="1128" y="1039"/>
                </a:lnTo>
                <a:lnTo>
                  <a:pt x="1128" y="1038"/>
                </a:lnTo>
                <a:lnTo>
                  <a:pt x="1126" y="1038"/>
                </a:lnTo>
                <a:lnTo>
                  <a:pt x="1125" y="1038"/>
                </a:lnTo>
                <a:lnTo>
                  <a:pt x="1125" y="1039"/>
                </a:lnTo>
                <a:lnTo>
                  <a:pt x="1124" y="1039"/>
                </a:lnTo>
                <a:lnTo>
                  <a:pt x="1123" y="1039"/>
                </a:lnTo>
                <a:lnTo>
                  <a:pt x="1123" y="1040"/>
                </a:lnTo>
                <a:lnTo>
                  <a:pt x="1122" y="1040"/>
                </a:lnTo>
                <a:lnTo>
                  <a:pt x="1121" y="1040"/>
                </a:lnTo>
                <a:lnTo>
                  <a:pt x="1120" y="1040"/>
                </a:lnTo>
                <a:lnTo>
                  <a:pt x="1120" y="1039"/>
                </a:lnTo>
                <a:lnTo>
                  <a:pt x="1119" y="1040"/>
                </a:lnTo>
                <a:lnTo>
                  <a:pt x="1118" y="1040"/>
                </a:lnTo>
                <a:lnTo>
                  <a:pt x="1117" y="1040"/>
                </a:lnTo>
                <a:lnTo>
                  <a:pt x="1117" y="1039"/>
                </a:lnTo>
                <a:lnTo>
                  <a:pt x="1116" y="1039"/>
                </a:lnTo>
                <a:lnTo>
                  <a:pt x="1116" y="1038"/>
                </a:lnTo>
                <a:lnTo>
                  <a:pt x="1115" y="1038"/>
                </a:lnTo>
                <a:lnTo>
                  <a:pt x="1115" y="1037"/>
                </a:lnTo>
                <a:lnTo>
                  <a:pt x="1114" y="1036"/>
                </a:lnTo>
                <a:lnTo>
                  <a:pt x="1113" y="1037"/>
                </a:lnTo>
                <a:lnTo>
                  <a:pt x="1112" y="1038"/>
                </a:lnTo>
                <a:lnTo>
                  <a:pt x="1111" y="1038"/>
                </a:lnTo>
                <a:lnTo>
                  <a:pt x="1111" y="1037"/>
                </a:lnTo>
                <a:lnTo>
                  <a:pt x="1110" y="1037"/>
                </a:lnTo>
                <a:lnTo>
                  <a:pt x="1110" y="1038"/>
                </a:lnTo>
                <a:lnTo>
                  <a:pt x="1109" y="1038"/>
                </a:lnTo>
                <a:lnTo>
                  <a:pt x="1109" y="1037"/>
                </a:lnTo>
                <a:lnTo>
                  <a:pt x="1108" y="1037"/>
                </a:lnTo>
                <a:lnTo>
                  <a:pt x="1108" y="1036"/>
                </a:lnTo>
                <a:lnTo>
                  <a:pt x="1107" y="1036"/>
                </a:lnTo>
                <a:lnTo>
                  <a:pt x="1107" y="1035"/>
                </a:lnTo>
                <a:lnTo>
                  <a:pt x="1106" y="1035"/>
                </a:lnTo>
                <a:lnTo>
                  <a:pt x="1105" y="1034"/>
                </a:lnTo>
                <a:lnTo>
                  <a:pt x="1104" y="1033"/>
                </a:lnTo>
                <a:lnTo>
                  <a:pt x="1104" y="1032"/>
                </a:lnTo>
                <a:lnTo>
                  <a:pt x="1104" y="1031"/>
                </a:lnTo>
                <a:lnTo>
                  <a:pt x="1103" y="1031"/>
                </a:lnTo>
                <a:lnTo>
                  <a:pt x="1102" y="1031"/>
                </a:lnTo>
                <a:lnTo>
                  <a:pt x="1101" y="1030"/>
                </a:lnTo>
                <a:lnTo>
                  <a:pt x="1101" y="1031"/>
                </a:lnTo>
                <a:lnTo>
                  <a:pt x="1100" y="1031"/>
                </a:lnTo>
                <a:lnTo>
                  <a:pt x="1099" y="1031"/>
                </a:lnTo>
                <a:lnTo>
                  <a:pt x="1098" y="1030"/>
                </a:lnTo>
                <a:lnTo>
                  <a:pt x="1098" y="1029"/>
                </a:lnTo>
                <a:lnTo>
                  <a:pt x="1097" y="1028"/>
                </a:lnTo>
                <a:lnTo>
                  <a:pt x="1096" y="1028"/>
                </a:lnTo>
                <a:lnTo>
                  <a:pt x="1095" y="1029"/>
                </a:lnTo>
                <a:lnTo>
                  <a:pt x="1094" y="1029"/>
                </a:lnTo>
                <a:lnTo>
                  <a:pt x="1093" y="1029"/>
                </a:lnTo>
                <a:lnTo>
                  <a:pt x="1092" y="1029"/>
                </a:lnTo>
                <a:lnTo>
                  <a:pt x="1092" y="1028"/>
                </a:lnTo>
                <a:lnTo>
                  <a:pt x="1091" y="1027"/>
                </a:lnTo>
                <a:lnTo>
                  <a:pt x="1090" y="1027"/>
                </a:lnTo>
                <a:lnTo>
                  <a:pt x="1090" y="1026"/>
                </a:lnTo>
                <a:lnTo>
                  <a:pt x="1089" y="1025"/>
                </a:lnTo>
                <a:lnTo>
                  <a:pt x="1088" y="1025"/>
                </a:lnTo>
                <a:lnTo>
                  <a:pt x="1087" y="1025"/>
                </a:lnTo>
                <a:lnTo>
                  <a:pt x="1087" y="1024"/>
                </a:lnTo>
                <a:lnTo>
                  <a:pt x="1086" y="1024"/>
                </a:lnTo>
                <a:lnTo>
                  <a:pt x="1086" y="1023"/>
                </a:lnTo>
                <a:lnTo>
                  <a:pt x="1085" y="1023"/>
                </a:lnTo>
                <a:lnTo>
                  <a:pt x="1085" y="1022"/>
                </a:lnTo>
                <a:lnTo>
                  <a:pt x="1085" y="1021"/>
                </a:lnTo>
                <a:lnTo>
                  <a:pt x="1084" y="1021"/>
                </a:lnTo>
                <a:lnTo>
                  <a:pt x="1083" y="1021"/>
                </a:lnTo>
                <a:lnTo>
                  <a:pt x="1081" y="1021"/>
                </a:lnTo>
                <a:lnTo>
                  <a:pt x="1080" y="1021"/>
                </a:lnTo>
                <a:lnTo>
                  <a:pt x="1079" y="1021"/>
                </a:lnTo>
                <a:lnTo>
                  <a:pt x="1078" y="1021"/>
                </a:lnTo>
                <a:lnTo>
                  <a:pt x="1078" y="1020"/>
                </a:lnTo>
                <a:lnTo>
                  <a:pt x="1078" y="1019"/>
                </a:lnTo>
                <a:lnTo>
                  <a:pt x="1078" y="1018"/>
                </a:lnTo>
                <a:lnTo>
                  <a:pt x="1078" y="1017"/>
                </a:lnTo>
                <a:lnTo>
                  <a:pt x="1077" y="1015"/>
                </a:lnTo>
                <a:lnTo>
                  <a:pt x="1076" y="1015"/>
                </a:lnTo>
                <a:lnTo>
                  <a:pt x="1076" y="1014"/>
                </a:lnTo>
                <a:lnTo>
                  <a:pt x="1076" y="1013"/>
                </a:lnTo>
                <a:lnTo>
                  <a:pt x="1077" y="1013"/>
                </a:lnTo>
                <a:lnTo>
                  <a:pt x="1077" y="1011"/>
                </a:lnTo>
                <a:lnTo>
                  <a:pt x="1077" y="1010"/>
                </a:lnTo>
                <a:lnTo>
                  <a:pt x="1077" y="1009"/>
                </a:lnTo>
                <a:lnTo>
                  <a:pt x="1078" y="1009"/>
                </a:lnTo>
                <a:lnTo>
                  <a:pt x="1079" y="1008"/>
                </a:lnTo>
                <a:lnTo>
                  <a:pt x="1080" y="1009"/>
                </a:lnTo>
                <a:lnTo>
                  <a:pt x="1081" y="1009"/>
                </a:lnTo>
                <a:lnTo>
                  <a:pt x="1081" y="1008"/>
                </a:lnTo>
                <a:lnTo>
                  <a:pt x="1082" y="1009"/>
                </a:lnTo>
                <a:lnTo>
                  <a:pt x="1083" y="1009"/>
                </a:lnTo>
                <a:lnTo>
                  <a:pt x="1084" y="1009"/>
                </a:lnTo>
                <a:lnTo>
                  <a:pt x="1085" y="1009"/>
                </a:lnTo>
                <a:lnTo>
                  <a:pt x="1085" y="1008"/>
                </a:lnTo>
                <a:lnTo>
                  <a:pt x="1086" y="1007"/>
                </a:lnTo>
                <a:lnTo>
                  <a:pt x="1085" y="1006"/>
                </a:lnTo>
                <a:lnTo>
                  <a:pt x="1086" y="1005"/>
                </a:lnTo>
                <a:lnTo>
                  <a:pt x="1086" y="1004"/>
                </a:lnTo>
                <a:lnTo>
                  <a:pt x="1087" y="1003"/>
                </a:lnTo>
                <a:lnTo>
                  <a:pt x="1088" y="1003"/>
                </a:lnTo>
                <a:lnTo>
                  <a:pt x="1089" y="1002"/>
                </a:lnTo>
                <a:lnTo>
                  <a:pt x="1090" y="1002"/>
                </a:lnTo>
                <a:lnTo>
                  <a:pt x="1090" y="1000"/>
                </a:lnTo>
                <a:lnTo>
                  <a:pt x="1089" y="1000"/>
                </a:lnTo>
                <a:lnTo>
                  <a:pt x="1088" y="1000"/>
                </a:lnTo>
                <a:lnTo>
                  <a:pt x="1087" y="1000"/>
                </a:lnTo>
                <a:lnTo>
                  <a:pt x="1087" y="999"/>
                </a:lnTo>
                <a:lnTo>
                  <a:pt x="1086" y="999"/>
                </a:lnTo>
                <a:lnTo>
                  <a:pt x="1086" y="1000"/>
                </a:lnTo>
                <a:lnTo>
                  <a:pt x="1085" y="1000"/>
                </a:lnTo>
                <a:lnTo>
                  <a:pt x="1083" y="1000"/>
                </a:lnTo>
                <a:lnTo>
                  <a:pt x="1083" y="999"/>
                </a:lnTo>
                <a:lnTo>
                  <a:pt x="1082" y="999"/>
                </a:lnTo>
                <a:lnTo>
                  <a:pt x="1081" y="999"/>
                </a:lnTo>
                <a:lnTo>
                  <a:pt x="1082" y="999"/>
                </a:lnTo>
                <a:lnTo>
                  <a:pt x="1082" y="998"/>
                </a:lnTo>
                <a:lnTo>
                  <a:pt x="1083" y="998"/>
                </a:lnTo>
                <a:lnTo>
                  <a:pt x="1083" y="997"/>
                </a:lnTo>
                <a:lnTo>
                  <a:pt x="1084" y="996"/>
                </a:lnTo>
                <a:lnTo>
                  <a:pt x="1084" y="995"/>
                </a:lnTo>
                <a:lnTo>
                  <a:pt x="1085" y="995"/>
                </a:lnTo>
                <a:lnTo>
                  <a:pt x="1084" y="994"/>
                </a:lnTo>
                <a:lnTo>
                  <a:pt x="1083" y="995"/>
                </a:lnTo>
                <a:lnTo>
                  <a:pt x="1083" y="994"/>
                </a:lnTo>
                <a:lnTo>
                  <a:pt x="1084" y="994"/>
                </a:lnTo>
                <a:lnTo>
                  <a:pt x="1084" y="993"/>
                </a:lnTo>
                <a:lnTo>
                  <a:pt x="1086" y="992"/>
                </a:lnTo>
                <a:lnTo>
                  <a:pt x="1085" y="992"/>
                </a:lnTo>
                <a:lnTo>
                  <a:pt x="1085" y="991"/>
                </a:lnTo>
                <a:lnTo>
                  <a:pt x="1085" y="990"/>
                </a:lnTo>
                <a:lnTo>
                  <a:pt x="1084" y="989"/>
                </a:lnTo>
                <a:lnTo>
                  <a:pt x="1084" y="988"/>
                </a:lnTo>
                <a:lnTo>
                  <a:pt x="1084" y="987"/>
                </a:lnTo>
                <a:lnTo>
                  <a:pt x="1083" y="987"/>
                </a:lnTo>
                <a:lnTo>
                  <a:pt x="1083" y="986"/>
                </a:lnTo>
                <a:lnTo>
                  <a:pt x="1083" y="985"/>
                </a:lnTo>
                <a:lnTo>
                  <a:pt x="1083" y="984"/>
                </a:lnTo>
                <a:lnTo>
                  <a:pt x="1082" y="983"/>
                </a:lnTo>
                <a:lnTo>
                  <a:pt x="1082" y="982"/>
                </a:lnTo>
                <a:lnTo>
                  <a:pt x="1082" y="981"/>
                </a:lnTo>
                <a:lnTo>
                  <a:pt x="1081" y="981"/>
                </a:lnTo>
                <a:lnTo>
                  <a:pt x="1081" y="980"/>
                </a:lnTo>
                <a:lnTo>
                  <a:pt x="1081" y="979"/>
                </a:lnTo>
                <a:lnTo>
                  <a:pt x="1081" y="978"/>
                </a:lnTo>
                <a:lnTo>
                  <a:pt x="1081" y="977"/>
                </a:lnTo>
                <a:lnTo>
                  <a:pt x="1081" y="976"/>
                </a:lnTo>
                <a:lnTo>
                  <a:pt x="1080" y="976"/>
                </a:lnTo>
                <a:lnTo>
                  <a:pt x="1081" y="976"/>
                </a:lnTo>
                <a:lnTo>
                  <a:pt x="1080" y="975"/>
                </a:lnTo>
                <a:lnTo>
                  <a:pt x="1080" y="974"/>
                </a:lnTo>
                <a:lnTo>
                  <a:pt x="1079" y="972"/>
                </a:lnTo>
                <a:lnTo>
                  <a:pt x="1080" y="972"/>
                </a:lnTo>
                <a:lnTo>
                  <a:pt x="1081" y="971"/>
                </a:lnTo>
                <a:lnTo>
                  <a:pt x="1082" y="971"/>
                </a:lnTo>
                <a:lnTo>
                  <a:pt x="1082" y="972"/>
                </a:lnTo>
                <a:lnTo>
                  <a:pt x="1083" y="972"/>
                </a:lnTo>
                <a:lnTo>
                  <a:pt x="1085" y="972"/>
                </a:lnTo>
                <a:lnTo>
                  <a:pt x="1086" y="973"/>
                </a:lnTo>
                <a:lnTo>
                  <a:pt x="1087" y="973"/>
                </a:lnTo>
                <a:lnTo>
                  <a:pt x="1087" y="972"/>
                </a:lnTo>
                <a:lnTo>
                  <a:pt x="1087" y="971"/>
                </a:lnTo>
                <a:lnTo>
                  <a:pt x="1088" y="971"/>
                </a:lnTo>
                <a:lnTo>
                  <a:pt x="1089" y="971"/>
                </a:lnTo>
                <a:lnTo>
                  <a:pt x="1089" y="970"/>
                </a:lnTo>
                <a:lnTo>
                  <a:pt x="1091" y="970"/>
                </a:lnTo>
                <a:lnTo>
                  <a:pt x="1090" y="970"/>
                </a:lnTo>
                <a:lnTo>
                  <a:pt x="1089" y="970"/>
                </a:lnTo>
                <a:lnTo>
                  <a:pt x="1089" y="969"/>
                </a:lnTo>
                <a:lnTo>
                  <a:pt x="1088" y="969"/>
                </a:lnTo>
                <a:lnTo>
                  <a:pt x="1087" y="969"/>
                </a:lnTo>
                <a:lnTo>
                  <a:pt x="1087" y="968"/>
                </a:lnTo>
                <a:lnTo>
                  <a:pt x="1085" y="968"/>
                </a:lnTo>
                <a:lnTo>
                  <a:pt x="1084" y="968"/>
                </a:lnTo>
                <a:lnTo>
                  <a:pt x="1082" y="969"/>
                </a:lnTo>
                <a:lnTo>
                  <a:pt x="1081" y="970"/>
                </a:lnTo>
                <a:lnTo>
                  <a:pt x="1080" y="969"/>
                </a:lnTo>
                <a:lnTo>
                  <a:pt x="1079" y="969"/>
                </a:lnTo>
                <a:lnTo>
                  <a:pt x="1078" y="969"/>
                </a:lnTo>
                <a:lnTo>
                  <a:pt x="1078" y="968"/>
                </a:lnTo>
                <a:lnTo>
                  <a:pt x="1077" y="967"/>
                </a:lnTo>
                <a:lnTo>
                  <a:pt x="1077" y="966"/>
                </a:lnTo>
                <a:lnTo>
                  <a:pt x="1076" y="965"/>
                </a:lnTo>
                <a:lnTo>
                  <a:pt x="1076" y="964"/>
                </a:lnTo>
                <a:lnTo>
                  <a:pt x="1076" y="963"/>
                </a:lnTo>
                <a:lnTo>
                  <a:pt x="1075" y="963"/>
                </a:lnTo>
                <a:lnTo>
                  <a:pt x="1075" y="962"/>
                </a:lnTo>
                <a:lnTo>
                  <a:pt x="1074" y="962"/>
                </a:lnTo>
                <a:lnTo>
                  <a:pt x="1074" y="961"/>
                </a:lnTo>
                <a:lnTo>
                  <a:pt x="1073" y="962"/>
                </a:lnTo>
                <a:lnTo>
                  <a:pt x="1072" y="962"/>
                </a:lnTo>
                <a:lnTo>
                  <a:pt x="1071" y="962"/>
                </a:lnTo>
                <a:lnTo>
                  <a:pt x="1071" y="960"/>
                </a:lnTo>
                <a:lnTo>
                  <a:pt x="1071" y="959"/>
                </a:lnTo>
                <a:lnTo>
                  <a:pt x="1071" y="958"/>
                </a:lnTo>
                <a:lnTo>
                  <a:pt x="1071" y="957"/>
                </a:lnTo>
                <a:lnTo>
                  <a:pt x="1070" y="957"/>
                </a:lnTo>
                <a:lnTo>
                  <a:pt x="1069" y="957"/>
                </a:lnTo>
                <a:lnTo>
                  <a:pt x="1069" y="956"/>
                </a:lnTo>
                <a:lnTo>
                  <a:pt x="1068" y="956"/>
                </a:lnTo>
                <a:lnTo>
                  <a:pt x="1068" y="955"/>
                </a:lnTo>
                <a:lnTo>
                  <a:pt x="1068" y="954"/>
                </a:lnTo>
                <a:lnTo>
                  <a:pt x="1068" y="953"/>
                </a:lnTo>
                <a:lnTo>
                  <a:pt x="1067" y="952"/>
                </a:lnTo>
                <a:lnTo>
                  <a:pt x="1067" y="951"/>
                </a:lnTo>
                <a:lnTo>
                  <a:pt x="1066" y="951"/>
                </a:lnTo>
                <a:lnTo>
                  <a:pt x="1066" y="950"/>
                </a:lnTo>
                <a:lnTo>
                  <a:pt x="1066" y="949"/>
                </a:lnTo>
                <a:lnTo>
                  <a:pt x="1066" y="948"/>
                </a:lnTo>
                <a:lnTo>
                  <a:pt x="1065" y="948"/>
                </a:lnTo>
                <a:lnTo>
                  <a:pt x="1065" y="947"/>
                </a:lnTo>
                <a:lnTo>
                  <a:pt x="1066" y="946"/>
                </a:lnTo>
                <a:lnTo>
                  <a:pt x="1066" y="945"/>
                </a:lnTo>
                <a:lnTo>
                  <a:pt x="1067" y="944"/>
                </a:lnTo>
                <a:lnTo>
                  <a:pt x="1068" y="944"/>
                </a:lnTo>
                <a:lnTo>
                  <a:pt x="1067" y="943"/>
                </a:lnTo>
                <a:lnTo>
                  <a:pt x="1067" y="942"/>
                </a:lnTo>
                <a:lnTo>
                  <a:pt x="1067" y="941"/>
                </a:lnTo>
                <a:lnTo>
                  <a:pt x="1067" y="940"/>
                </a:lnTo>
                <a:lnTo>
                  <a:pt x="1066" y="940"/>
                </a:lnTo>
                <a:lnTo>
                  <a:pt x="1065" y="940"/>
                </a:lnTo>
                <a:lnTo>
                  <a:pt x="1065" y="939"/>
                </a:lnTo>
                <a:lnTo>
                  <a:pt x="1064" y="939"/>
                </a:lnTo>
                <a:lnTo>
                  <a:pt x="1064" y="938"/>
                </a:lnTo>
                <a:lnTo>
                  <a:pt x="1063" y="938"/>
                </a:lnTo>
                <a:lnTo>
                  <a:pt x="1062" y="937"/>
                </a:lnTo>
                <a:lnTo>
                  <a:pt x="1062" y="936"/>
                </a:lnTo>
                <a:lnTo>
                  <a:pt x="1061" y="935"/>
                </a:lnTo>
                <a:lnTo>
                  <a:pt x="1060" y="935"/>
                </a:lnTo>
                <a:lnTo>
                  <a:pt x="1059" y="935"/>
                </a:lnTo>
                <a:lnTo>
                  <a:pt x="1058" y="934"/>
                </a:lnTo>
                <a:lnTo>
                  <a:pt x="1057" y="934"/>
                </a:lnTo>
                <a:lnTo>
                  <a:pt x="1056" y="933"/>
                </a:lnTo>
                <a:lnTo>
                  <a:pt x="1055" y="933"/>
                </a:lnTo>
                <a:lnTo>
                  <a:pt x="1054" y="933"/>
                </a:lnTo>
                <a:lnTo>
                  <a:pt x="1053" y="934"/>
                </a:lnTo>
                <a:lnTo>
                  <a:pt x="1052" y="934"/>
                </a:lnTo>
                <a:lnTo>
                  <a:pt x="1052" y="933"/>
                </a:lnTo>
                <a:lnTo>
                  <a:pt x="1051" y="934"/>
                </a:lnTo>
                <a:lnTo>
                  <a:pt x="1050" y="934"/>
                </a:lnTo>
                <a:lnTo>
                  <a:pt x="1049" y="934"/>
                </a:lnTo>
                <a:lnTo>
                  <a:pt x="1048" y="934"/>
                </a:lnTo>
                <a:lnTo>
                  <a:pt x="1047" y="934"/>
                </a:lnTo>
                <a:lnTo>
                  <a:pt x="1046" y="934"/>
                </a:lnTo>
                <a:lnTo>
                  <a:pt x="1045" y="933"/>
                </a:lnTo>
                <a:lnTo>
                  <a:pt x="1044" y="933"/>
                </a:lnTo>
                <a:lnTo>
                  <a:pt x="1044" y="934"/>
                </a:lnTo>
                <a:lnTo>
                  <a:pt x="1042" y="934"/>
                </a:lnTo>
                <a:lnTo>
                  <a:pt x="1041" y="933"/>
                </a:lnTo>
                <a:lnTo>
                  <a:pt x="1040" y="933"/>
                </a:lnTo>
                <a:lnTo>
                  <a:pt x="1039" y="933"/>
                </a:lnTo>
                <a:lnTo>
                  <a:pt x="1038" y="933"/>
                </a:lnTo>
                <a:lnTo>
                  <a:pt x="1038" y="934"/>
                </a:lnTo>
                <a:lnTo>
                  <a:pt x="1037" y="934"/>
                </a:lnTo>
                <a:lnTo>
                  <a:pt x="1035" y="934"/>
                </a:lnTo>
                <a:lnTo>
                  <a:pt x="1034" y="934"/>
                </a:lnTo>
                <a:lnTo>
                  <a:pt x="1034" y="935"/>
                </a:lnTo>
                <a:lnTo>
                  <a:pt x="1033" y="935"/>
                </a:lnTo>
                <a:lnTo>
                  <a:pt x="1032" y="935"/>
                </a:lnTo>
                <a:lnTo>
                  <a:pt x="1031" y="935"/>
                </a:lnTo>
                <a:lnTo>
                  <a:pt x="1031" y="936"/>
                </a:lnTo>
                <a:lnTo>
                  <a:pt x="1030" y="936"/>
                </a:lnTo>
                <a:lnTo>
                  <a:pt x="1030" y="935"/>
                </a:lnTo>
                <a:lnTo>
                  <a:pt x="1029" y="935"/>
                </a:lnTo>
                <a:lnTo>
                  <a:pt x="1028" y="935"/>
                </a:lnTo>
                <a:lnTo>
                  <a:pt x="1027" y="934"/>
                </a:lnTo>
                <a:lnTo>
                  <a:pt x="1026" y="934"/>
                </a:lnTo>
                <a:lnTo>
                  <a:pt x="1025" y="933"/>
                </a:lnTo>
                <a:lnTo>
                  <a:pt x="1024" y="932"/>
                </a:lnTo>
                <a:lnTo>
                  <a:pt x="1023" y="932"/>
                </a:lnTo>
                <a:lnTo>
                  <a:pt x="1023" y="933"/>
                </a:lnTo>
                <a:lnTo>
                  <a:pt x="1022" y="932"/>
                </a:lnTo>
                <a:lnTo>
                  <a:pt x="1022" y="933"/>
                </a:lnTo>
                <a:lnTo>
                  <a:pt x="1021" y="933"/>
                </a:lnTo>
                <a:lnTo>
                  <a:pt x="1021" y="932"/>
                </a:lnTo>
                <a:lnTo>
                  <a:pt x="1020" y="932"/>
                </a:lnTo>
                <a:lnTo>
                  <a:pt x="1021" y="931"/>
                </a:lnTo>
                <a:lnTo>
                  <a:pt x="1022" y="930"/>
                </a:lnTo>
                <a:lnTo>
                  <a:pt x="1021" y="930"/>
                </a:lnTo>
                <a:lnTo>
                  <a:pt x="1020" y="930"/>
                </a:lnTo>
                <a:lnTo>
                  <a:pt x="1020" y="929"/>
                </a:lnTo>
                <a:lnTo>
                  <a:pt x="1020" y="930"/>
                </a:lnTo>
                <a:lnTo>
                  <a:pt x="1020" y="931"/>
                </a:lnTo>
                <a:lnTo>
                  <a:pt x="1019" y="931"/>
                </a:lnTo>
                <a:lnTo>
                  <a:pt x="1018" y="931"/>
                </a:lnTo>
                <a:lnTo>
                  <a:pt x="1018" y="930"/>
                </a:lnTo>
                <a:lnTo>
                  <a:pt x="1018" y="929"/>
                </a:lnTo>
                <a:lnTo>
                  <a:pt x="1017" y="929"/>
                </a:lnTo>
                <a:lnTo>
                  <a:pt x="1017" y="930"/>
                </a:lnTo>
                <a:lnTo>
                  <a:pt x="1016" y="930"/>
                </a:lnTo>
                <a:lnTo>
                  <a:pt x="1015" y="930"/>
                </a:lnTo>
                <a:lnTo>
                  <a:pt x="1015" y="929"/>
                </a:lnTo>
                <a:lnTo>
                  <a:pt x="1015" y="930"/>
                </a:lnTo>
                <a:lnTo>
                  <a:pt x="1014" y="930"/>
                </a:lnTo>
                <a:lnTo>
                  <a:pt x="1014" y="931"/>
                </a:lnTo>
                <a:lnTo>
                  <a:pt x="1013" y="931"/>
                </a:lnTo>
                <a:lnTo>
                  <a:pt x="1012" y="931"/>
                </a:lnTo>
                <a:lnTo>
                  <a:pt x="1012" y="932"/>
                </a:lnTo>
                <a:lnTo>
                  <a:pt x="1011" y="933"/>
                </a:lnTo>
                <a:lnTo>
                  <a:pt x="1011" y="934"/>
                </a:lnTo>
                <a:lnTo>
                  <a:pt x="1011" y="935"/>
                </a:lnTo>
                <a:lnTo>
                  <a:pt x="1010" y="934"/>
                </a:lnTo>
                <a:lnTo>
                  <a:pt x="1009" y="934"/>
                </a:lnTo>
                <a:lnTo>
                  <a:pt x="1009" y="933"/>
                </a:lnTo>
                <a:lnTo>
                  <a:pt x="1008" y="934"/>
                </a:lnTo>
                <a:lnTo>
                  <a:pt x="1008" y="933"/>
                </a:lnTo>
                <a:lnTo>
                  <a:pt x="1009" y="933"/>
                </a:lnTo>
                <a:lnTo>
                  <a:pt x="1009" y="932"/>
                </a:lnTo>
                <a:lnTo>
                  <a:pt x="1009" y="931"/>
                </a:lnTo>
                <a:lnTo>
                  <a:pt x="1010" y="930"/>
                </a:lnTo>
                <a:lnTo>
                  <a:pt x="1011" y="930"/>
                </a:lnTo>
                <a:lnTo>
                  <a:pt x="1011" y="929"/>
                </a:lnTo>
                <a:lnTo>
                  <a:pt x="1011" y="928"/>
                </a:lnTo>
                <a:lnTo>
                  <a:pt x="1010" y="927"/>
                </a:lnTo>
                <a:lnTo>
                  <a:pt x="1009" y="927"/>
                </a:lnTo>
                <a:lnTo>
                  <a:pt x="1009" y="926"/>
                </a:lnTo>
                <a:lnTo>
                  <a:pt x="1010" y="926"/>
                </a:lnTo>
                <a:lnTo>
                  <a:pt x="1010" y="925"/>
                </a:lnTo>
                <a:lnTo>
                  <a:pt x="1010" y="924"/>
                </a:lnTo>
                <a:lnTo>
                  <a:pt x="1009" y="924"/>
                </a:lnTo>
                <a:lnTo>
                  <a:pt x="1009" y="923"/>
                </a:lnTo>
                <a:lnTo>
                  <a:pt x="1009" y="922"/>
                </a:lnTo>
                <a:lnTo>
                  <a:pt x="1009" y="921"/>
                </a:lnTo>
                <a:lnTo>
                  <a:pt x="1008" y="920"/>
                </a:lnTo>
                <a:lnTo>
                  <a:pt x="1007" y="920"/>
                </a:lnTo>
                <a:lnTo>
                  <a:pt x="1006" y="920"/>
                </a:lnTo>
                <a:lnTo>
                  <a:pt x="1006" y="921"/>
                </a:lnTo>
                <a:lnTo>
                  <a:pt x="1005" y="921"/>
                </a:lnTo>
                <a:lnTo>
                  <a:pt x="1005" y="920"/>
                </a:lnTo>
                <a:lnTo>
                  <a:pt x="1004" y="920"/>
                </a:lnTo>
                <a:lnTo>
                  <a:pt x="1004" y="921"/>
                </a:lnTo>
                <a:lnTo>
                  <a:pt x="1003" y="922"/>
                </a:lnTo>
                <a:lnTo>
                  <a:pt x="1003" y="923"/>
                </a:lnTo>
                <a:lnTo>
                  <a:pt x="1002" y="923"/>
                </a:lnTo>
                <a:lnTo>
                  <a:pt x="1001" y="923"/>
                </a:lnTo>
                <a:lnTo>
                  <a:pt x="1001" y="924"/>
                </a:lnTo>
                <a:lnTo>
                  <a:pt x="1001" y="925"/>
                </a:lnTo>
                <a:lnTo>
                  <a:pt x="1001" y="926"/>
                </a:lnTo>
                <a:lnTo>
                  <a:pt x="1000" y="927"/>
                </a:lnTo>
                <a:lnTo>
                  <a:pt x="999" y="927"/>
                </a:lnTo>
                <a:lnTo>
                  <a:pt x="998" y="927"/>
                </a:lnTo>
                <a:lnTo>
                  <a:pt x="997" y="927"/>
                </a:lnTo>
                <a:lnTo>
                  <a:pt x="997" y="926"/>
                </a:lnTo>
                <a:lnTo>
                  <a:pt x="996" y="926"/>
                </a:lnTo>
                <a:lnTo>
                  <a:pt x="995" y="926"/>
                </a:lnTo>
                <a:lnTo>
                  <a:pt x="995" y="927"/>
                </a:lnTo>
                <a:lnTo>
                  <a:pt x="994" y="927"/>
                </a:lnTo>
                <a:lnTo>
                  <a:pt x="993" y="927"/>
                </a:lnTo>
                <a:lnTo>
                  <a:pt x="992" y="927"/>
                </a:lnTo>
                <a:lnTo>
                  <a:pt x="991" y="927"/>
                </a:lnTo>
                <a:lnTo>
                  <a:pt x="990" y="926"/>
                </a:lnTo>
                <a:lnTo>
                  <a:pt x="989" y="926"/>
                </a:lnTo>
                <a:lnTo>
                  <a:pt x="988" y="925"/>
                </a:lnTo>
                <a:lnTo>
                  <a:pt x="987" y="924"/>
                </a:lnTo>
                <a:lnTo>
                  <a:pt x="986" y="924"/>
                </a:lnTo>
                <a:lnTo>
                  <a:pt x="986" y="923"/>
                </a:lnTo>
                <a:lnTo>
                  <a:pt x="987" y="923"/>
                </a:lnTo>
                <a:lnTo>
                  <a:pt x="987" y="922"/>
                </a:lnTo>
                <a:lnTo>
                  <a:pt x="987" y="921"/>
                </a:lnTo>
                <a:lnTo>
                  <a:pt x="986" y="921"/>
                </a:lnTo>
                <a:lnTo>
                  <a:pt x="986" y="920"/>
                </a:lnTo>
                <a:lnTo>
                  <a:pt x="985" y="920"/>
                </a:lnTo>
                <a:lnTo>
                  <a:pt x="984" y="920"/>
                </a:lnTo>
                <a:lnTo>
                  <a:pt x="983" y="920"/>
                </a:lnTo>
                <a:lnTo>
                  <a:pt x="982" y="921"/>
                </a:lnTo>
                <a:lnTo>
                  <a:pt x="982" y="922"/>
                </a:lnTo>
                <a:lnTo>
                  <a:pt x="981" y="922"/>
                </a:lnTo>
                <a:lnTo>
                  <a:pt x="980" y="922"/>
                </a:lnTo>
                <a:lnTo>
                  <a:pt x="979" y="922"/>
                </a:lnTo>
                <a:lnTo>
                  <a:pt x="979" y="921"/>
                </a:lnTo>
                <a:lnTo>
                  <a:pt x="978" y="921"/>
                </a:lnTo>
                <a:lnTo>
                  <a:pt x="977" y="921"/>
                </a:lnTo>
                <a:lnTo>
                  <a:pt x="976" y="921"/>
                </a:lnTo>
                <a:lnTo>
                  <a:pt x="975" y="920"/>
                </a:lnTo>
                <a:lnTo>
                  <a:pt x="975" y="918"/>
                </a:lnTo>
                <a:lnTo>
                  <a:pt x="976" y="917"/>
                </a:lnTo>
                <a:lnTo>
                  <a:pt x="976" y="916"/>
                </a:lnTo>
                <a:lnTo>
                  <a:pt x="976" y="915"/>
                </a:lnTo>
                <a:lnTo>
                  <a:pt x="976" y="914"/>
                </a:lnTo>
                <a:lnTo>
                  <a:pt x="977" y="914"/>
                </a:lnTo>
                <a:lnTo>
                  <a:pt x="977" y="913"/>
                </a:lnTo>
                <a:lnTo>
                  <a:pt x="977" y="912"/>
                </a:lnTo>
                <a:lnTo>
                  <a:pt x="978" y="912"/>
                </a:lnTo>
                <a:lnTo>
                  <a:pt x="978" y="911"/>
                </a:lnTo>
                <a:lnTo>
                  <a:pt x="978" y="910"/>
                </a:lnTo>
                <a:lnTo>
                  <a:pt x="977" y="909"/>
                </a:lnTo>
                <a:lnTo>
                  <a:pt x="976" y="908"/>
                </a:lnTo>
                <a:lnTo>
                  <a:pt x="975" y="908"/>
                </a:lnTo>
                <a:lnTo>
                  <a:pt x="975" y="909"/>
                </a:lnTo>
                <a:lnTo>
                  <a:pt x="974" y="908"/>
                </a:lnTo>
                <a:lnTo>
                  <a:pt x="973" y="908"/>
                </a:lnTo>
                <a:lnTo>
                  <a:pt x="973" y="907"/>
                </a:lnTo>
                <a:lnTo>
                  <a:pt x="972" y="906"/>
                </a:lnTo>
                <a:lnTo>
                  <a:pt x="972" y="905"/>
                </a:lnTo>
                <a:lnTo>
                  <a:pt x="972" y="904"/>
                </a:lnTo>
                <a:lnTo>
                  <a:pt x="973" y="904"/>
                </a:lnTo>
                <a:lnTo>
                  <a:pt x="974" y="904"/>
                </a:lnTo>
                <a:lnTo>
                  <a:pt x="974" y="903"/>
                </a:lnTo>
                <a:lnTo>
                  <a:pt x="974" y="902"/>
                </a:lnTo>
                <a:lnTo>
                  <a:pt x="975" y="902"/>
                </a:lnTo>
                <a:lnTo>
                  <a:pt x="975" y="901"/>
                </a:lnTo>
                <a:lnTo>
                  <a:pt x="976" y="901"/>
                </a:lnTo>
                <a:lnTo>
                  <a:pt x="976" y="900"/>
                </a:lnTo>
                <a:lnTo>
                  <a:pt x="975" y="900"/>
                </a:lnTo>
                <a:lnTo>
                  <a:pt x="975" y="899"/>
                </a:lnTo>
                <a:lnTo>
                  <a:pt x="975" y="898"/>
                </a:lnTo>
                <a:lnTo>
                  <a:pt x="975" y="897"/>
                </a:lnTo>
                <a:lnTo>
                  <a:pt x="974" y="897"/>
                </a:lnTo>
                <a:lnTo>
                  <a:pt x="973" y="897"/>
                </a:lnTo>
                <a:lnTo>
                  <a:pt x="972" y="897"/>
                </a:lnTo>
                <a:lnTo>
                  <a:pt x="973" y="896"/>
                </a:lnTo>
                <a:lnTo>
                  <a:pt x="973" y="895"/>
                </a:lnTo>
                <a:lnTo>
                  <a:pt x="973" y="894"/>
                </a:lnTo>
                <a:lnTo>
                  <a:pt x="974" y="895"/>
                </a:lnTo>
                <a:lnTo>
                  <a:pt x="975" y="895"/>
                </a:lnTo>
                <a:lnTo>
                  <a:pt x="975" y="894"/>
                </a:lnTo>
                <a:lnTo>
                  <a:pt x="976" y="894"/>
                </a:lnTo>
                <a:lnTo>
                  <a:pt x="977" y="894"/>
                </a:lnTo>
                <a:lnTo>
                  <a:pt x="976" y="894"/>
                </a:lnTo>
                <a:lnTo>
                  <a:pt x="976" y="893"/>
                </a:lnTo>
                <a:lnTo>
                  <a:pt x="977" y="893"/>
                </a:lnTo>
                <a:lnTo>
                  <a:pt x="977" y="892"/>
                </a:lnTo>
                <a:lnTo>
                  <a:pt x="976" y="892"/>
                </a:lnTo>
                <a:lnTo>
                  <a:pt x="975" y="891"/>
                </a:lnTo>
                <a:lnTo>
                  <a:pt x="975" y="890"/>
                </a:lnTo>
                <a:lnTo>
                  <a:pt x="974" y="890"/>
                </a:lnTo>
                <a:lnTo>
                  <a:pt x="974" y="891"/>
                </a:lnTo>
                <a:lnTo>
                  <a:pt x="973" y="891"/>
                </a:lnTo>
                <a:lnTo>
                  <a:pt x="973" y="890"/>
                </a:lnTo>
                <a:lnTo>
                  <a:pt x="972" y="890"/>
                </a:lnTo>
                <a:lnTo>
                  <a:pt x="972" y="889"/>
                </a:lnTo>
                <a:lnTo>
                  <a:pt x="973" y="888"/>
                </a:lnTo>
                <a:lnTo>
                  <a:pt x="973" y="887"/>
                </a:lnTo>
                <a:lnTo>
                  <a:pt x="973" y="886"/>
                </a:lnTo>
                <a:lnTo>
                  <a:pt x="972" y="885"/>
                </a:lnTo>
                <a:lnTo>
                  <a:pt x="973" y="885"/>
                </a:lnTo>
                <a:lnTo>
                  <a:pt x="973" y="884"/>
                </a:lnTo>
                <a:lnTo>
                  <a:pt x="972" y="884"/>
                </a:lnTo>
                <a:lnTo>
                  <a:pt x="972" y="883"/>
                </a:lnTo>
                <a:lnTo>
                  <a:pt x="971" y="883"/>
                </a:lnTo>
                <a:lnTo>
                  <a:pt x="970" y="883"/>
                </a:lnTo>
                <a:lnTo>
                  <a:pt x="970" y="882"/>
                </a:lnTo>
                <a:lnTo>
                  <a:pt x="969" y="882"/>
                </a:lnTo>
                <a:lnTo>
                  <a:pt x="968" y="882"/>
                </a:lnTo>
                <a:lnTo>
                  <a:pt x="967" y="881"/>
                </a:lnTo>
                <a:lnTo>
                  <a:pt x="966" y="881"/>
                </a:lnTo>
                <a:lnTo>
                  <a:pt x="965" y="882"/>
                </a:lnTo>
                <a:lnTo>
                  <a:pt x="964" y="882"/>
                </a:lnTo>
                <a:lnTo>
                  <a:pt x="963" y="882"/>
                </a:lnTo>
                <a:lnTo>
                  <a:pt x="962" y="882"/>
                </a:lnTo>
                <a:lnTo>
                  <a:pt x="961" y="882"/>
                </a:lnTo>
                <a:lnTo>
                  <a:pt x="960" y="881"/>
                </a:lnTo>
                <a:lnTo>
                  <a:pt x="959" y="881"/>
                </a:lnTo>
                <a:lnTo>
                  <a:pt x="959" y="880"/>
                </a:lnTo>
                <a:lnTo>
                  <a:pt x="959" y="879"/>
                </a:lnTo>
                <a:lnTo>
                  <a:pt x="959" y="877"/>
                </a:lnTo>
                <a:lnTo>
                  <a:pt x="959" y="876"/>
                </a:lnTo>
                <a:lnTo>
                  <a:pt x="959" y="875"/>
                </a:lnTo>
                <a:lnTo>
                  <a:pt x="958" y="875"/>
                </a:lnTo>
                <a:lnTo>
                  <a:pt x="958" y="874"/>
                </a:lnTo>
                <a:lnTo>
                  <a:pt x="958" y="873"/>
                </a:lnTo>
                <a:lnTo>
                  <a:pt x="958" y="872"/>
                </a:lnTo>
                <a:lnTo>
                  <a:pt x="957" y="872"/>
                </a:lnTo>
                <a:lnTo>
                  <a:pt x="957" y="871"/>
                </a:lnTo>
                <a:lnTo>
                  <a:pt x="958" y="871"/>
                </a:lnTo>
                <a:lnTo>
                  <a:pt x="957" y="870"/>
                </a:lnTo>
                <a:lnTo>
                  <a:pt x="956" y="870"/>
                </a:lnTo>
                <a:lnTo>
                  <a:pt x="954" y="869"/>
                </a:lnTo>
                <a:lnTo>
                  <a:pt x="953" y="869"/>
                </a:lnTo>
                <a:lnTo>
                  <a:pt x="951" y="869"/>
                </a:lnTo>
                <a:lnTo>
                  <a:pt x="950" y="869"/>
                </a:lnTo>
                <a:lnTo>
                  <a:pt x="949" y="870"/>
                </a:lnTo>
                <a:lnTo>
                  <a:pt x="949" y="871"/>
                </a:lnTo>
                <a:lnTo>
                  <a:pt x="949" y="872"/>
                </a:lnTo>
                <a:lnTo>
                  <a:pt x="948" y="873"/>
                </a:lnTo>
                <a:lnTo>
                  <a:pt x="947" y="873"/>
                </a:lnTo>
                <a:lnTo>
                  <a:pt x="946" y="873"/>
                </a:lnTo>
                <a:lnTo>
                  <a:pt x="943" y="873"/>
                </a:lnTo>
                <a:lnTo>
                  <a:pt x="943" y="874"/>
                </a:lnTo>
                <a:lnTo>
                  <a:pt x="942" y="874"/>
                </a:lnTo>
                <a:lnTo>
                  <a:pt x="942" y="875"/>
                </a:lnTo>
                <a:lnTo>
                  <a:pt x="942" y="876"/>
                </a:lnTo>
                <a:lnTo>
                  <a:pt x="941" y="877"/>
                </a:lnTo>
                <a:lnTo>
                  <a:pt x="939" y="877"/>
                </a:lnTo>
                <a:lnTo>
                  <a:pt x="938" y="877"/>
                </a:lnTo>
                <a:lnTo>
                  <a:pt x="937" y="877"/>
                </a:lnTo>
                <a:lnTo>
                  <a:pt x="937" y="878"/>
                </a:lnTo>
                <a:lnTo>
                  <a:pt x="936" y="878"/>
                </a:lnTo>
                <a:lnTo>
                  <a:pt x="936" y="879"/>
                </a:lnTo>
                <a:lnTo>
                  <a:pt x="935" y="879"/>
                </a:lnTo>
                <a:lnTo>
                  <a:pt x="934" y="879"/>
                </a:lnTo>
                <a:lnTo>
                  <a:pt x="934" y="881"/>
                </a:lnTo>
                <a:lnTo>
                  <a:pt x="933" y="881"/>
                </a:lnTo>
                <a:lnTo>
                  <a:pt x="932" y="881"/>
                </a:lnTo>
                <a:lnTo>
                  <a:pt x="931" y="881"/>
                </a:lnTo>
                <a:lnTo>
                  <a:pt x="931" y="882"/>
                </a:lnTo>
                <a:lnTo>
                  <a:pt x="930" y="882"/>
                </a:lnTo>
                <a:lnTo>
                  <a:pt x="929" y="883"/>
                </a:lnTo>
                <a:lnTo>
                  <a:pt x="930" y="883"/>
                </a:lnTo>
                <a:lnTo>
                  <a:pt x="930" y="884"/>
                </a:lnTo>
                <a:lnTo>
                  <a:pt x="929" y="884"/>
                </a:lnTo>
                <a:lnTo>
                  <a:pt x="929" y="883"/>
                </a:lnTo>
                <a:lnTo>
                  <a:pt x="928" y="883"/>
                </a:lnTo>
                <a:lnTo>
                  <a:pt x="928" y="884"/>
                </a:lnTo>
                <a:lnTo>
                  <a:pt x="928" y="885"/>
                </a:lnTo>
                <a:lnTo>
                  <a:pt x="927" y="884"/>
                </a:lnTo>
                <a:lnTo>
                  <a:pt x="926" y="885"/>
                </a:lnTo>
                <a:lnTo>
                  <a:pt x="925" y="885"/>
                </a:lnTo>
                <a:lnTo>
                  <a:pt x="925" y="886"/>
                </a:lnTo>
                <a:lnTo>
                  <a:pt x="926" y="887"/>
                </a:lnTo>
                <a:lnTo>
                  <a:pt x="927" y="887"/>
                </a:lnTo>
                <a:lnTo>
                  <a:pt x="928" y="887"/>
                </a:lnTo>
                <a:lnTo>
                  <a:pt x="928" y="888"/>
                </a:lnTo>
                <a:lnTo>
                  <a:pt x="929" y="889"/>
                </a:lnTo>
                <a:lnTo>
                  <a:pt x="930" y="889"/>
                </a:lnTo>
                <a:lnTo>
                  <a:pt x="931" y="889"/>
                </a:lnTo>
                <a:lnTo>
                  <a:pt x="931" y="890"/>
                </a:lnTo>
                <a:lnTo>
                  <a:pt x="931" y="891"/>
                </a:lnTo>
                <a:lnTo>
                  <a:pt x="931" y="892"/>
                </a:lnTo>
                <a:lnTo>
                  <a:pt x="931" y="891"/>
                </a:lnTo>
                <a:lnTo>
                  <a:pt x="930" y="892"/>
                </a:lnTo>
                <a:lnTo>
                  <a:pt x="930" y="893"/>
                </a:lnTo>
                <a:lnTo>
                  <a:pt x="931" y="893"/>
                </a:lnTo>
                <a:lnTo>
                  <a:pt x="930" y="893"/>
                </a:lnTo>
                <a:lnTo>
                  <a:pt x="930" y="892"/>
                </a:lnTo>
                <a:lnTo>
                  <a:pt x="929" y="892"/>
                </a:lnTo>
                <a:lnTo>
                  <a:pt x="928" y="892"/>
                </a:lnTo>
                <a:lnTo>
                  <a:pt x="927" y="892"/>
                </a:lnTo>
                <a:lnTo>
                  <a:pt x="927" y="891"/>
                </a:lnTo>
                <a:lnTo>
                  <a:pt x="926" y="891"/>
                </a:lnTo>
                <a:lnTo>
                  <a:pt x="925" y="891"/>
                </a:lnTo>
                <a:lnTo>
                  <a:pt x="924" y="891"/>
                </a:lnTo>
                <a:lnTo>
                  <a:pt x="923" y="891"/>
                </a:lnTo>
                <a:lnTo>
                  <a:pt x="922" y="891"/>
                </a:lnTo>
                <a:lnTo>
                  <a:pt x="922" y="892"/>
                </a:lnTo>
                <a:lnTo>
                  <a:pt x="921" y="892"/>
                </a:lnTo>
                <a:lnTo>
                  <a:pt x="920" y="892"/>
                </a:lnTo>
                <a:lnTo>
                  <a:pt x="919" y="892"/>
                </a:lnTo>
                <a:lnTo>
                  <a:pt x="918" y="892"/>
                </a:lnTo>
                <a:lnTo>
                  <a:pt x="917" y="893"/>
                </a:lnTo>
                <a:lnTo>
                  <a:pt x="916" y="893"/>
                </a:lnTo>
                <a:lnTo>
                  <a:pt x="915" y="893"/>
                </a:lnTo>
                <a:lnTo>
                  <a:pt x="914" y="893"/>
                </a:lnTo>
                <a:lnTo>
                  <a:pt x="913" y="893"/>
                </a:lnTo>
                <a:lnTo>
                  <a:pt x="912" y="892"/>
                </a:lnTo>
                <a:lnTo>
                  <a:pt x="911" y="892"/>
                </a:lnTo>
                <a:lnTo>
                  <a:pt x="911" y="893"/>
                </a:lnTo>
                <a:lnTo>
                  <a:pt x="910" y="893"/>
                </a:lnTo>
                <a:lnTo>
                  <a:pt x="910" y="894"/>
                </a:lnTo>
                <a:lnTo>
                  <a:pt x="910" y="895"/>
                </a:lnTo>
                <a:lnTo>
                  <a:pt x="909" y="895"/>
                </a:lnTo>
                <a:lnTo>
                  <a:pt x="909" y="896"/>
                </a:lnTo>
                <a:lnTo>
                  <a:pt x="909" y="897"/>
                </a:lnTo>
                <a:lnTo>
                  <a:pt x="908" y="897"/>
                </a:lnTo>
                <a:lnTo>
                  <a:pt x="908" y="898"/>
                </a:lnTo>
                <a:lnTo>
                  <a:pt x="907" y="899"/>
                </a:lnTo>
                <a:lnTo>
                  <a:pt x="907" y="900"/>
                </a:lnTo>
                <a:lnTo>
                  <a:pt x="907" y="901"/>
                </a:lnTo>
                <a:lnTo>
                  <a:pt x="907" y="903"/>
                </a:lnTo>
                <a:lnTo>
                  <a:pt x="907" y="904"/>
                </a:lnTo>
                <a:lnTo>
                  <a:pt x="906" y="904"/>
                </a:lnTo>
                <a:lnTo>
                  <a:pt x="905" y="904"/>
                </a:lnTo>
                <a:lnTo>
                  <a:pt x="904" y="904"/>
                </a:lnTo>
                <a:lnTo>
                  <a:pt x="903" y="903"/>
                </a:lnTo>
                <a:lnTo>
                  <a:pt x="903" y="904"/>
                </a:lnTo>
                <a:lnTo>
                  <a:pt x="902" y="904"/>
                </a:lnTo>
                <a:lnTo>
                  <a:pt x="902" y="903"/>
                </a:lnTo>
                <a:lnTo>
                  <a:pt x="901" y="903"/>
                </a:lnTo>
                <a:lnTo>
                  <a:pt x="900" y="903"/>
                </a:lnTo>
                <a:lnTo>
                  <a:pt x="900" y="904"/>
                </a:lnTo>
                <a:lnTo>
                  <a:pt x="899" y="904"/>
                </a:lnTo>
                <a:lnTo>
                  <a:pt x="899" y="903"/>
                </a:lnTo>
                <a:lnTo>
                  <a:pt x="900" y="903"/>
                </a:lnTo>
                <a:lnTo>
                  <a:pt x="900" y="902"/>
                </a:lnTo>
                <a:lnTo>
                  <a:pt x="900" y="901"/>
                </a:lnTo>
                <a:lnTo>
                  <a:pt x="899" y="901"/>
                </a:lnTo>
                <a:lnTo>
                  <a:pt x="899" y="902"/>
                </a:lnTo>
                <a:lnTo>
                  <a:pt x="898" y="902"/>
                </a:lnTo>
                <a:lnTo>
                  <a:pt x="898" y="903"/>
                </a:lnTo>
                <a:lnTo>
                  <a:pt x="897" y="903"/>
                </a:lnTo>
                <a:lnTo>
                  <a:pt x="897" y="902"/>
                </a:lnTo>
                <a:lnTo>
                  <a:pt x="896" y="902"/>
                </a:lnTo>
                <a:lnTo>
                  <a:pt x="895" y="902"/>
                </a:lnTo>
                <a:lnTo>
                  <a:pt x="895" y="903"/>
                </a:lnTo>
                <a:lnTo>
                  <a:pt x="895" y="904"/>
                </a:lnTo>
                <a:lnTo>
                  <a:pt x="895" y="905"/>
                </a:lnTo>
                <a:lnTo>
                  <a:pt x="894" y="904"/>
                </a:lnTo>
                <a:lnTo>
                  <a:pt x="894" y="903"/>
                </a:lnTo>
                <a:lnTo>
                  <a:pt x="894" y="902"/>
                </a:lnTo>
                <a:lnTo>
                  <a:pt x="893" y="902"/>
                </a:lnTo>
                <a:lnTo>
                  <a:pt x="893" y="903"/>
                </a:lnTo>
                <a:lnTo>
                  <a:pt x="893" y="904"/>
                </a:lnTo>
                <a:lnTo>
                  <a:pt x="892" y="904"/>
                </a:lnTo>
                <a:lnTo>
                  <a:pt x="893" y="904"/>
                </a:lnTo>
                <a:lnTo>
                  <a:pt x="893" y="905"/>
                </a:lnTo>
                <a:lnTo>
                  <a:pt x="891" y="905"/>
                </a:lnTo>
                <a:lnTo>
                  <a:pt x="890" y="905"/>
                </a:lnTo>
                <a:lnTo>
                  <a:pt x="891" y="905"/>
                </a:lnTo>
                <a:lnTo>
                  <a:pt x="891" y="904"/>
                </a:lnTo>
                <a:lnTo>
                  <a:pt x="890" y="904"/>
                </a:lnTo>
                <a:lnTo>
                  <a:pt x="889" y="904"/>
                </a:lnTo>
                <a:lnTo>
                  <a:pt x="889" y="903"/>
                </a:lnTo>
                <a:lnTo>
                  <a:pt x="888" y="903"/>
                </a:lnTo>
                <a:lnTo>
                  <a:pt x="888" y="904"/>
                </a:lnTo>
                <a:lnTo>
                  <a:pt x="887" y="904"/>
                </a:lnTo>
                <a:lnTo>
                  <a:pt x="887" y="903"/>
                </a:lnTo>
                <a:lnTo>
                  <a:pt x="886" y="903"/>
                </a:lnTo>
                <a:lnTo>
                  <a:pt x="885" y="903"/>
                </a:lnTo>
                <a:lnTo>
                  <a:pt x="884" y="903"/>
                </a:lnTo>
                <a:lnTo>
                  <a:pt x="884" y="904"/>
                </a:lnTo>
                <a:lnTo>
                  <a:pt x="883" y="904"/>
                </a:lnTo>
                <a:lnTo>
                  <a:pt x="883" y="905"/>
                </a:lnTo>
                <a:lnTo>
                  <a:pt x="884" y="905"/>
                </a:lnTo>
                <a:lnTo>
                  <a:pt x="885" y="905"/>
                </a:lnTo>
                <a:lnTo>
                  <a:pt x="886" y="906"/>
                </a:lnTo>
                <a:lnTo>
                  <a:pt x="887" y="907"/>
                </a:lnTo>
                <a:lnTo>
                  <a:pt x="887" y="908"/>
                </a:lnTo>
                <a:lnTo>
                  <a:pt x="888" y="908"/>
                </a:lnTo>
                <a:lnTo>
                  <a:pt x="889" y="909"/>
                </a:lnTo>
                <a:lnTo>
                  <a:pt x="889" y="910"/>
                </a:lnTo>
                <a:lnTo>
                  <a:pt x="890" y="910"/>
                </a:lnTo>
                <a:lnTo>
                  <a:pt x="890" y="911"/>
                </a:lnTo>
                <a:lnTo>
                  <a:pt x="891" y="912"/>
                </a:lnTo>
                <a:lnTo>
                  <a:pt x="891" y="913"/>
                </a:lnTo>
                <a:lnTo>
                  <a:pt x="892" y="914"/>
                </a:lnTo>
                <a:lnTo>
                  <a:pt x="893" y="915"/>
                </a:lnTo>
                <a:lnTo>
                  <a:pt x="894" y="915"/>
                </a:lnTo>
                <a:lnTo>
                  <a:pt x="894" y="916"/>
                </a:lnTo>
                <a:lnTo>
                  <a:pt x="895" y="917"/>
                </a:lnTo>
                <a:lnTo>
                  <a:pt x="895" y="918"/>
                </a:lnTo>
                <a:lnTo>
                  <a:pt x="895" y="919"/>
                </a:lnTo>
                <a:lnTo>
                  <a:pt x="895" y="920"/>
                </a:lnTo>
                <a:lnTo>
                  <a:pt x="894" y="920"/>
                </a:lnTo>
                <a:lnTo>
                  <a:pt x="893" y="921"/>
                </a:lnTo>
                <a:lnTo>
                  <a:pt x="893" y="922"/>
                </a:lnTo>
                <a:lnTo>
                  <a:pt x="893" y="923"/>
                </a:lnTo>
                <a:lnTo>
                  <a:pt x="895" y="923"/>
                </a:lnTo>
                <a:lnTo>
                  <a:pt x="896" y="923"/>
                </a:lnTo>
                <a:lnTo>
                  <a:pt x="897" y="923"/>
                </a:lnTo>
                <a:lnTo>
                  <a:pt x="898" y="923"/>
                </a:lnTo>
                <a:lnTo>
                  <a:pt x="899" y="924"/>
                </a:lnTo>
                <a:lnTo>
                  <a:pt x="900" y="925"/>
                </a:lnTo>
                <a:lnTo>
                  <a:pt x="900" y="926"/>
                </a:lnTo>
                <a:lnTo>
                  <a:pt x="900" y="927"/>
                </a:lnTo>
                <a:lnTo>
                  <a:pt x="899" y="927"/>
                </a:lnTo>
                <a:lnTo>
                  <a:pt x="898" y="928"/>
                </a:lnTo>
                <a:lnTo>
                  <a:pt x="897" y="928"/>
                </a:lnTo>
                <a:lnTo>
                  <a:pt x="897" y="929"/>
                </a:lnTo>
                <a:lnTo>
                  <a:pt x="897" y="930"/>
                </a:lnTo>
                <a:lnTo>
                  <a:pt x="898" y="930"/>
                </a:lnTo>
                <a:lnTo>
                  <a:pt x="898" y="931"/>
                </a:lnTo>
                <a:lnTo>
                  <a:pt x="899" y="931"/>
                </a:lnTo>
                <a:lnTo>
                  <a:pt x="899" y="930"/>
                </a:lnTo>
                <a:lnTo>
                  <a:pt x="900" y="930"/>
                </a:lnTo>
                <a:lnTo>
                  <a:pt x="900" y="929"/>
                </a:lnTo>
                <a:lnTo>
                  <a:pt x="901" y="928"/>
                </a:lnTo>
                <a:lnTo>
                  <a:pt x="902" y="928"/>
                </a:lnTo>
                <a:lnTo>
                  <a:pt x="902" y="929"/>
                </a:lnTo>
                <a:lnTo>
                  <a:pt x="902" y="930"/>
                </a:lnTo>
                <a:lnTo>
                  <a:pt x="901" y="931"/>
                </a:lnTo>
                <a:lnTo>
                  <a:pt x="900" y="933"/>
                </a:lnTo>
                <a:lnTo>
                  <a:pt x="900" y="934"/>
                </a:lnTo>
                <a:lnTo>
                  <a:pt x="900" y="935"/>
                </a:lnTo>
                <a:lnTo>
                  <a:pt x="900" y="936"/>
                </a:lnTo>
                <a:lnTo>
                  <a:pt x="901" y="937"/>
                </a:lnTo>
                <a:lnTo>
                  <a:pt x="901" y="938"/>
                </a:lnTo>
                <a:lnTo>
                  <a:pt x="902" y="938"/>
                </a:lnTo>
                <a:lnTo>
                  <a:pt x="902" y="939"/>
                </a:lnTo>
                <a:lnTo>
                  <a:pt x="902" y="940"/>
                </a:lnTo>
                <a:lnTo>
                  <a:pt x="902" y="941"/>
                </a:lnTo>
                <a:lnTo>
                  <a:pt x="903" y="941"/>
                </a:lnTo>
                <a:lnTo>
                  <a:pt x="904" y="942"/>
                </a:lnTo>
                <a:lnTo>
                  <a:pt x="905" y="942"/>
                </a:lnTo>
                <a:lnTo>
                  <a:pt x="906" y="942"/>
                </a:lnTo>
                <a:lnTo>
                  <a:pt x="907" y="943"/>
                </a:lnTo>
                <a:lnTo>
                  <a:pt x="908" y="943"/>
                </a:lnTo>
                <a:lnTo>
                  <a:pt x="908" y="944"/>
                </a:lnTo>
                <a:lnTo>
                  <a:pt x="909" y="944"/>
                </a:lnTo>
                <a:lnTo>
                  <a:pt x="910" y="944"/>
                </a:lnTo>
                <a:lnTo>
                  <a:pt x="911" y="944"/>
                </a:lnTo>
                <a:lnTo>
                  <a:pt x="912" y="945"/>
                </a:lnTo>
                <a:lnTo>
                  <a:pt x="912" y="946"/>
                </a:lnTo>
                <a:lnTo>
                  <a:pt x="912" y="947"/>
                </a:lnTo>
                <a:lnTo>
                  <a:pt x="913" y="947"/>
                </a:lnTo>
                <a:lnTo>
                  <a:pt x="914" y="947"/>
                </a:lnTo>
                <a:lnTo>
                  <a:pt x="914" y="948"/>
                </a:lnTo>
                <a:lnTo>
                  <a:pt x="914" y="949"/>
                </a:lnTo>
                <a:lnTo>
                  <a:pt x="913" y="949"/>
                </a:lnTo>
                <a:lnTo>
                  <a:pt x="912" y="949"/>
                </a:lnTo>
                <a:lnTo>
                  <a:pt x="911" y="949"/>
                </a:lnTo>
                <a:lnTo>
                  <a:pt x="912" y="950"/>
                </a:lnTo>
                <a:lnTo>
                  <a:pt x="912" y="951"/>
                </a:lnTo>
                <a:lnTo>
                  <a:pt x="913" y="951"/>
                </a:lnTo>
                <a:lnTo>
                  <a:pt x="913" y="952"/>
                </a:lnTo>
                <a:lnTo>
                  <a:pt x="912" y="953"/>
                </a:lnTo>
                <a:lnTo>
                  <a:pt x="912" y="954"/>
                </a:lnTo>
                <a:lnTo>
                  <a:pt x="913" y="954"/>
                </a:lnTo>
                <a:lnTo>
                  <a:pt x="914" y="955"/>
                </a:lnTo>
                <a:lnTo>
                  <a:pt x="914" y="956"/>
                </a:lnTo>
                <a:lnTo>
                  <a:pt x="915" y="956"/>
                </a:lnTo>
                <a:lnTo>
                  <a:pt x="915" y="957"/>
                </a:lnTo>
                <a:lnTo>
                  <a:pt x="914" y="957"/>
                </a:lnTo>
                <a:lnTo>
                  <a:pt x="914" y="956"/>
                </a:lnTo>
                <a:lnTo>
                  <a:pt x="913" y="955"/>
                </a:lnTo>
                <a:lnTo>
                  <a:pt x="912" y="955"/>
                </a:lnTo>
                <a:lnTo>
                  <a:pt x="912" y="956"/>
                </a:lnTo>
                <a:lnTo>
                  <a:pt x="913" y="956"/>
                </a:lnTo>
                <a:lnTo>
                  <a:pt x="914" y="957"/>
                </a:lnTo>
                <a:lnTo>
                  <a:pt x="913" y="957"/>
                </a:lnTo>
                <a:lnTo>
                  <a:pt x="912" y="957"/>
                </a:lnTo>
                <a:lnTo>
                  <a:pt x="911" y="957"/>
                </a:lnTo>
                <a:lnTo>
                  <a:pt x="911" y="958"/>
                </a:lnTo>
                <a:lnTo>
                  <a:pt x="910" y="958"/>
                </a:lnTo>
                <a:lnTo>
                  <a:pt x="909" y="959"/>
                </a:lnTo>
                <a:lnTo>
                  <a:pt x="908" y="959"/>
                </a:lnTo>
                <a:lnTo>
                  <a:pt x="908" y="960"/>
                </a:lnTo>
                <a:lnTo>
                  <a:pt x="907" y="961"/>
                </a:lnTo>
                <a:lnTo>
                  <a:pt x="907" y="962"/>
                </a:lnTo>
                <a:lnTo>
                  <a:pt x="906" y="962"/>
                </a:lnTo>
                <a:lnTo>
                  <a:pt x="906" y="961"/>
                </a:lnTo>
                <a:lnTo>
                  <a:pt x="905" y="961"/>
                </a:lnTo>
                <a:lnTo>
                  <a:pt x="904" y="961"/>
                </a:lnTo>
                <a:lnTo>
                  <a:pt x="904" y="962"/>
                </a:lnTo>
                <a:lnTo>
                  <a:pt x="905" y="962"/>
                </a:lnTo>
                <a:lnTo>
                  <a:pt x="905" y="963"/>
                </a:lnTo>
                <a:lnTo>
                  <a:pt x="904" y="963"/>
                </a:lnTo>
                <a:lnTo>
                  <a:pt x="903" y="963"/>
                </a:lnTo>
                <a:lnTo>
                  <a:pt x="903" y="962"/>
                </a:lnTo>
                <a:lnTo>
                  <a:pt x="903" y="961"/>
                </a:lnTo>
                <a:lnTo>
                  <a:pt x="902" y="961"/>
                </a:lnTo>
                <a:lnTo>
                  <a:pt x="902" y="962"/>
                </a:lnTo>
                <a:lnTo>
                  <a:pt x="901" y="962"/>
                </a:lnTo>
                <a:lnTo>
                  <a:pt x="900" y="963"/>
                </a:lnTo>
                <a:lnTo>
                  <a:pt x="899" y="963"/>
                </a:lnTo>
                <a:lnTo>
                  <a:pt x="899" y="962"/>
                </a:lnTo>
                <a:lnTo>
                  <a:pt x="898" y="961"/>
                </a:lnTo>
                <a:lnTo>
                  <a:pt x="897" y="961"/>
                </a:lnTo>
                <a:lnTo>
                  <a:pt x="897" y="962"/>
                </a:lnTo>
                <a:lnTo>
                  <a:pt x="896" y="961"/>
                </a:lnTo>
                <a:lnTo>
                  <a:pt x="896" y="960"/>
                </a:lnTo>
                <a:lnTo>
                  <a:pt x="895" y="960"/>
                </a:lnTo>
                <a:lnTo>
                  <a:pt x="895" y="961"/>
                </a:lnTo>
                <a:lnTo>
                  <a:pt x="894" y="962"/>
                </a:lnTo>
                <a:lnTo>
                  <a:pt x="895" y="962"/>
                </a:lnTo>
                <a:lnTo>
                  <a:pt x="895" y="963"/>
                </a:lnTo>
                <a:lnTo>
                  <a:pt x="894" y="963"/>
                </a:lnTo>
                <a:lnTo>
                  <a:pt x="893" y="963"/>
                </a:lnTo>
                <a:lnTo>
                  <a:pt x="892" y="964"/>
                </a:lnTo>
                <a:lnTo>
                  <a:pt x="892" y="965"/>
                </a:lnTo>
                <a:lnTo>
                  <a:pt x="892" y="966"/>
                </a:lnTo>
                <a:lnTo>
                  <a:pt x="891" y="966"/>
                </a:lnTo>
                <a:lnTo>
                  <a:pt x="891" y="967"/>
                </a:lnTo>
                <a:lnTo>
                  <a:pt x="890" y="967"/>
                </a:lnTo>
                <a:lnTo>
                  <a:pt x="890" y="968"/>
                </a:lnTo>
                <a:lnTo>
                  <a:pt x="889" y="969"/>
                </a:lnTo>
                <a:lnTo>
                  <a:pt x="888" y="969"/>
                </a:lnTo>
                <a:lnTo>
                  <a:pt x="888" y="970"/>
                </a:lnTo>
                <a:lnTo>
                  <a:pt x="890" y="971"/>
                </a:lnTo>
                <a:lnTo>
                  <a:pt x="890" y="972"/>
                </a:lnTo>
                <a:lnTo>
                  <a:pt x="889" y="972"/>
                </a:lnTo>
                <a:lnTo>
                  <a:pt x="890" y="972"/>
                </a:lnTo>
                <a:lnTo>
                  <a:pt x="890" y="973"/>
                </a:lnTo>
                <a:lnTo>
                  <a:pt x="890" y="974"/>
                </a:lnTo>
                <a:lnTo>
                  <a:pt x="890" y="975"/>
                </a:lnTo>
                <a:lnTo>
                  <a:pt x="891" y="975"/>
                </a:lnTo>
                <a:lnTo>
                  <a:pt x="891" y="976"/>
                </a:lnTo>
                <a:lnTo>
                  <a:pt x="890" y="976"/>
                </a:lnTo>
                <a:lnTo>
                  <a:pt x="891" y="976"/>
                </a:lnTo>
                <a:lnTo>
                  <a:pt x="891" y="977"/>
                </a:lnTo>
                <a:lnTo>
                  <a:pt x="891" y="978"/>
                </a:lnTo>
                <a:lnTo>
                  <a:pt x="891" y="979"/>
                </a:lnTo>
                <a:lnTo>
                  <a:pt x="891" y="980"/>
                </a:lnTo>
                <a:lnTo>
                  <a:pt x="890" y="980"/>
                </a:lnTo>
                <a:lnTo>
                  <a:pt x="889" y="980"/>
                </a:lnTo>
                <a:lnTo>
                  <a:pt x="888" y="980"/>
                </a:lnTo>
                <a:lnTo>
                  <a:pt x="887" y="979"/>
                </a:lnTo>
                <a:lnTo>
                  <a:pt x="886" y="978"/>
                </a:lnTo>
                <a:lnTo>
                  <a:pt x="885" y="978"/>
                </a:lnTo>
                <a:lnTo>
                  <a:pt x="885" y="977"/>
                </a:lnTo>
                <a:lnTo>
                  <a:pt x="885" y="976"/>
                </a:lnTo>
                <a:lnTo>
                  <a:pt x="884" y="976"/>
                </a:lnTo>
                <a:lnTo>
                  <a:pt x="884" y="975"/>
                </a:lnTo>
                <a:lnTo>
                  <a:pt x="883" y="975"/>
                </a:lnTo>
                <a:lnTo>
                  <a:pt x="882" y="974"/>
                </a:lnTo>
                <a:lnTo>
                  <a:pt x="882" y="973"/>
                </a:lnTo>
                <a:lnTo>
                  <a:pt x="881" y="973"/>
                </a:lnTo>
                <a:lnTo>
                  <a:pt x="881" y="974"/>
                </a:lnTo>
                <a:lnTo>
                  <a:pt x="881" y="975"/>
                </a:lnTo>
                <a:lnTo>
                  <a:pt x="881" y="976"/>
                </a:lnTo>
                <a:lnTo>
                  <a:pt x="881" y="977"/>
                </a:lnTo>
                <a:lnTo>
                  <a:pt x="880" y="978"/>
                </a:lnTo>
                <a:lnTo>
                  <a:pt x="880" y="979"/>
                </a:lnTo>
                <a:lnTo>
                  <a:pt x="880" y="980"/>
                </a:lnTo>
                <a:lnTo>
                  <a:pt x="879" y="980"/>
                </a:lnTo>
                <a:lnTo>
                  <a:pt x="879" y="981"/>
                </a:lnTo>
                <a:lnTo>
                  <a:pt x="880" y="981"/>
                </a:lnTo>
                <a:lnTo>
                  <a:pt x="879" y="982"/>
                </a:lnTo>
                <a:lnTo>
                  <a:pt x="879" y="983"/>
                </a:lnTo>
                <a:lnTo>
                  <a:pt x="878" y="983"/>
                </a:lnTo>
                <a:lnTo>
                  <a:pt x="877" y="983"/>
                </a:lnTo>
                <a:lnTo>
                  <a:pt x="876" y="983"/>
                </a:lnTo>
                <a:lnTo>
                  <a:pt x="875" y="983"/>
                </a:lnTo>
                <a:lnTo>
                  <a:pt x="874" y="983"/>
                </a:lnTo>
                <a:lnTo>
                  <a:pt x="873" y="983"/>
                </a:lnTo>
                <a:lnTo>
                  <a:pt x="872" y="983"/>
                </a:lnTo>
                <a:lnTo>
                  <a:pt x="871" y="983"/>
                </a:lnTo>
                <a:lnTo>
                  <a:pt x="871" y="982"/>
                </a:lnTo>
                <a:lnTo>
                  <a:pt x="871" y="983"/>
                </a:lnTo>
                <a:lnTo>
                  <a:pt x="870" y="983"/>
                </a:lnTo>
                <a:lnTo>
                  <a:pt x="869" y="983"/>
                </a:lnTo>
                <a:lnTo>
                  <a:pt x="869" y="984"/>
                </a:lnTo>
                <a:lnTo>
                  <a:pt x="868" y="984"/>
                </a:lnTo>
                <a:lnTo>
                  <a:pt x="865" y="984"/>
                </a:lnTo>
                <a:lnTo>
                  <a:pt x="865" y="985"/>
                </a:lnTo>
                <a:lnTo>
                  <a:pt x="865" y="986"/>
                </a:lnTo>
                <a:lnTo>
                  <a:pt x="865" y="987"/>
                </a:lnTo>
                <a:lnTo>
                  <a:pt x="864" y="988"/>
                </a:lnTo>
                <a:lnTo>
                  <a:pt x="863" y="988"/>
                </a:lnTo>
                <a:lnTo>
                  <a:pt x="862" y="989"/>
                </a:lnTo>
                <a:lnTo>
                  <a:pt x="861" y="989"/>
                </a:lnTo>
                <a:lnTo>
                  <a:pt x="860" y="990"/>
                </a:lnTo>
                <a:lnTo>
                  <a:pt x="860" y="991"/>
                </a:lnTo>
                <a:lnTo>
                  <a:pt x="860" y="992"/>
                </a:lnTo>
                <a:lnTo>
                  <a:pt x="859" y="992"/>
                </a:lnTo>
                <a:lnTo>
                  <a:pt x="859" y="993"/>
                </a:lnTo>
                <a:lnTo>
                  <a:pt x="859" y="992"/>
                </a:lnTo>
                <a:lnTo>
                  <a:pt x="858" y="992"/>
                </a:lnTo>
                <a:lnTo>
                  <a:pt x="857" y="992"/>
                </a:lnTo>
                <a:lnTo>
                  <a:pt x="857" y="991"/>
                </a:lnTo>
                <a:lnTo>
                  <a:pt x="856" y="991"/>
                </a:lnTo>
                <a:lnTo>
                  <a:pt x="855" y="991"/>
                </a:lnTo>
                <a:lnTo>
                  <a:pt x="855" y="990"/>
                </a:lnTo>
                <a:lnTo>
                  <a:pt x="855" y="989"/>
                </a:lnTo>
                <a:lnTo>
                  <a:pt x="856" y="989"/>
                </a:lnTo>
                <a:lnTo>
                  <a:pt x="857" y="988"/>
                </a:lnTo>
                <a:lnTo>
                  <a:pt x="857" y="987"/>
                </a:lnTo>
                <a:lnTo>
                  <a:pt x="857" y="985"/>
                </a:lnTo>
                <a:lnTo>
                  <a:pt x="857" y="984"/>
                </a:lnTo>
                <a:lnTo>
                  <a:pt x="857" y="983"/>
                </a:lnTo>
                <a:lnTo>
                  <a:pt x="856" y="983"/>
                </a:lnTo>
                <a:lnTo>
                  <a:pt x="856" y="982"/>
                </a:lnTo>
                <a:lnTo>
                  <a:pt x="856" y="981"/>
                </a:lnTo>
                <a:lnTo>
                  <a:pt x="855" y="981"/>
                </a:lnTo>
                <a:lnTo>
                  <a:pt x="854" y="981"/>
                </a:lnTo>
                <a:lnTo>
                  <a:pt x="854" y="980"/>
                </a:lnTo>
                <a:lnTo>
                  <a:pt x="853" y="979"/>
                </a:lnTo>
                <a:lnTo>
                  <a:pt x="852" y="980"/>
                </a:lnTo>
                <a:lnTo>
                  <a:pt x="852" y="979"/>
                </a:lnTo>
                <a:lnTo>
                  <a:pt x="851" y="978"/>
                </a:lnTo>
                <a:lnTo>
                  <a:pt x="851" y="977"/>
                </a:lnTo>
                <a:lnTo>
                  <a:pt x="851" y="976"/>
                </a:lnTo>
                <a:lnTo>
                  <a:pt x="850" y="976"/>
                </a:lnTo>
                <a:lnTo>
                  <a:pt x="851" y="976"/>
                </a:lnTo>
                <a:lnTo>
                  <a:pt x="852" y="975"/>
                </a:lnTo>
                <a:lnTo>
                  <a:pt x="854" y="975"/>
                </a:lnTo>
                <a:lnTo>
                  <a:pt x="854" y="974"/>
                </a:lnTo>
                <a:lnTo>
                  <a:pt x="855" y="974"/>
                </a:lnTo>
                <a:lnTo>
                  <a:pt x="855" y="975"/>
                </a:lnTo>
                <a:lnTo>
                  <a:pt x="856" y="975"/>
                </a:lnTo>
                <a:lnTo>
                  <a:pt x="856" y="974"/>
                </a:lnTo>
                <a:lnTo>
                  <a:pt x="856" y="973"/>
                </a:lnTo>
                <a:lnTo>
                  <a:pt x="857" y="973"/>
                </a:lnTo>
                <a:lnTo>
                  <a:pt x="858" y="973"/>
                </a:lnTo>
                <a:lnTo>
                  <a:pt x="858" y="972"/>
                </a:lnTo>
                <a:lnTo>
                  <a:pt x="858" y="971"/>
                </a:lnTo>
                <a:lnTo>
                  <a:pt x="859" y="971"/>
                </a:lnTo>
                <a:lnTo>
                  <a:pt x="860" y="971"/>
                </a:lnTo>
                <a:lnTo>
                  <a:pt x="860" y="970"/>
                </a:lnTo>
                <a:lnTo>
                  <a:pt x="860" y="969"/>
                </a:lnTo>
                <a:lnTo>
                  <a:pt x="860" y="968"/>
                </a:lnTo>
                <a:lnTo>
                  <a:pt x="860" y="967"/>
                </a:lnTo>
                <a:lnTo>
                  <a:pt x="861" y="966"/>
                </a:lnTo>
                <a:lnTo>
                  <a:pt x="861" y="965"/>
                </a:lnTo>
                <a:lnTo>
                  <a:pt x="861" y="964"/>
                </a:lnTo>
                <a:lnTo>
                  <a:pt x="862" y="963"/>
                </a:lnTo>
                <a:lnTo>
                  <a:pt x="863" y="963"/>
                </a:lnTo>
                <a:lnTo>
                  <a:pt x="863" y="962"/>
                </a:lnTo>
                <a:lnTo>
                  <a:pt x="864" y="962"/>
                </a:lnTo>
                <a:lnTo>
                  <a:pt x="864" y="961"/>
                </a:lnTo>
                <a:lnTo>
                  <a:pt x="864" y="960"/>
                </a:lnTo>
                <a:lnTo>
                  <a:pt x="865" y="959"/>
                </a:lnTo>
                <a:lnTo>
                  <a:pt x="866" y="959"/>
                </a:lnTo>
                <a:lnTo>
                  <a:pt x="866" y="958"/>
                </a:lnTo>
                <a:lnTo>
                  <a:pt x="867" y="958"/>
                </a:lnTo>
                <a:lnTo>
                  <a:pt x="866" y="958"/>
                </a:lnTo>
                <a:lnTo>
                  <a:pt x="865" y="958"/>
                </a:lnTo>
                <a:lnTo>
                  <a:pt x="865" y="957"/>
                </a:lnTo>
                <a:lnTo>
                  <a:pt x="864" y="957"/>
                </a:lnTo>
                <a:lnTo>
                  <a:pt x="865" y="956"/>
                </a:lnTo>
                <a:lnTo>
                  <a:pt x="865" y="955"/>
                </a:lnTo>
                <a:lnTo>
                  <a:pt x="863" y="954"/>
                </a:lnTo>
                <a:lnTo>
                  <a:pt x="863" y="953"/>
                </a:lnTo>
                <a:lnTo>
                  <a:pt x="862" y="953"/>
                </a:lnTo>
                <a:lnTo>
                  <a:pt x="862" y="952"/>
                </a:lnTo>
                <a:lnTo>
                  <a:pt x="863" y="952"/>
                </a:lnTo>
                <a:lnTo>
                  <a:pt x="863" y="951"/>
                </a:lnTo>
                <a:lnTo>
                  <a:pt x="862" y="951"/>
                </a:lnTo>
                <a:lnTo>
                  <a:pt x="862" y="950"/>
                </a:lnTo>
                <a:lnTo>
                  <a:pt x="863" y="949"/>
                </a:lnTo>
                <a:lnTo>
                  <a:pt x="863" y="948"/>
                </a:lnTo>
                <a:lnTo>
                  <a:pt x="863" y="947"/>
                </a:lnTo>
                <a:lnTo>
                  <a:pt x="862" y="946"/>
                </a:lnTo>
                <a:lnTo>
                  <a:pt x="861" y="946"/>
                </a:lnTo>
                <a:lnTo>
                  <a:pt x="861" y="945"/>
                </a:lnTo>
                <a:lnTo>
                  <a:pt x="861" y="944"/>
                </a:lnTo>
                <a:lnTo>
                  <a:pt x="860" y="944"/>
                </a:lnTo>
                <a:lnTo>
                  <a:pt x="859" y="943"/>
                </a:lnTo>
                <a:lnTo>
                  <a:pt x="858" y="943"/>
                </a:lnTo>
                <a:lnTo>
                  <a:pt x="858" y="942"/>
                </a:lnTo>
                <a:lnTo>
                  <a:pt x="857" y="942"/>
                </a:lnTo>
                <a:lnTo>
                  <a:pt x="857" y="941"/>
                </a:lnTo>
                <a:lnTo>
                  <a:pt x="857" y="942"/>
                </a:lnTo>
                <a:lnTo>
                  <a:pt x="856" y="942"/>
                </a:lnTo>
                <a:lnTo>
                  <a:pt x="856" y="943"/>
                </a:lnTo>
                <a:lnTo>
                  <a:pt x="856" y="944"/>
                </a:lnTo>
                <a:lnTo>
                  <a:pt x="856" y="945"/>
                </a:lnTo>
                <a:lnTo>
                  <a:pt x="856" y="946"/>
                </a:lnTo>
                <a:lnTo>
                  <a:pt x="856" y="947"/>
                </a:lnTo>
                <a:lnTo>
                  <a:pt x="855" y="947"/>
                </a:lnTo>
                <a:lnTo>
                  <a:pt x="854" y="947"/>
                </a:lnTo>
                <a:lnTo>
                  <a:pt x="853" y="947"/>
                </a:lnTo>
                <a:lnTo>
                  <a:pt x="853" y="946"/>
                </a:lnTo>
                <a:lnTo>
                  <a:pt x="852" y="946"/>
                </a:lnTo>
                <a:lnTo>
                  <a:pt x="851" y="947"/>
                </a:lnTo>
                <a:lnTo>
                  <a:pt x="850" y="948"/>
                </a:lnTo>
                <a:lnTo>
                  <a:pt x="850" y="950"/>
                </a:lnTo>
                <a:lnTo>
                  <a:pt x="849" y="950"/>
                </a:lnTo>
                <a:lnTo>
                  <a:pt x="849" y="951"/>
                </a:lnTo>
                <a:lnTo>
                  <a:pt x="849" y="952"/>
                </a:lnTo>
                <a:lnTo>
                  <a:pt x="848" y="952"/>
                </a:lnTo>
                <a:lnTo>
                  <a:pt x="847" y="952"/>
                </a:lnTo>
                <a:lnTo>
                  <a:pt x="846" y="952"/>
                </a:lnTo>
                <a:lnTo>
                  <a:pt x="845" y="952"/>
                </a:lnTo>
                <a:lnTo>
                  <a:pt x="844" y="952"/>
                </a:lnTo>
                <a:lnTo>
                  <a:pt x="843" y="952"/>
                </a:lnTo>
                <a:lnTo>
                  <a:pt x="841" y="952"/>
                </a:lnTo>
                <a:lnTo>
                  <a:pt x="840" y="952"/>
                </a:lnTo>
                <a:lnTo>
                  <a:pt x="839" y="953"/>
                </a:lnTo>
                <a:lnTo>
                  <a:pt x="838" y="953"/>
                </a:lnTo>
                <a:lnTo>
                  <a:pt x="838" y="952"/>
                </a:lnTo>
                <a:lnTo>
                  <a:pt x="837" y="952"/>
                </a:lnTo>
                <a:lnTo>
                  <a:pt x="837" y="950"/>
                </a:lnTo>
                <a:lnTo>
                  <a:pt x="837" y="949"/>
                </a:lnTo>
                <a:lnTo>
                  <a:pt x="837" y="948"/>
                </a:lnTo>
                <a:lnTo>
                  <a:pt x="837" y="947"/>
                </a:lnTo>
                <a:lnTo>
                  <a:pt x="837" y="946"/>
                </a:lnTo>
                <a:lnTo>
                  <a:pt x="836" y="946"/>
                </a:lnTo>
                <a:lnTo>
                  <a:pt x="836" y="945"/>
                </a:lnTo>
                <a:lnTo>
                  <a:pt x="836" y="944"/>
                </a:lnTo>
                <a:lnTo>
                  <a:pt x="836" y="943"/>
                </a:lnTo>
                <a:lnTo>
                  <a:pt x="836" y="942"/>
                </a:lnTo>
                <a:lnTo>
                  <a:pt x="837" y="942"/>
                </a:lnTo>
                <a:lnTo>
                  <a:pt x="837" y="941"/>
                </a:lnTo>
                <a:lnTo>
                  <a:pt x="836" y="941"/>
                </a:lnTo>
                <a:lnTo>
                  <a:pt x="836" y="940"/>
                </a:lnTo>
                <a:lnTo>
                  <a:pt x="836" y="939"/>
                </a:lnTo>
                <a:lnTo>
                  <a:pt x="836" y="938"/>
                </a:lnTo>
                <a:lnTo>
                  <a:pt x="835" y="938"/>
                </a:lnTo>
                <a:lnTo>
                  <a:pt x="834" y="938"/>
                </a:lnTo>
                <a:lnTo>
                  <a:pt x="834" y="937"/>
                </a:lnTo>
                <a:lnTo>
                  <a:pt x="834" y="936"/>
                </a:lnTo>
                <a:lnTo>
                  <a:pt x="834" y="935"/>
                </a:lnTo>
                <a:lnTo>
                  <a:pt x="834" y="934"/>
                </a:lnTo>
                <a:lnTo>
                  <a:pt x="833" y="934"/>
                </a:lnTo>
                <a:lnTo>
                  <a:pt x="833" y="935"/>
                </a:lnTo>
                <a:lnTo>
                  <a:pt x="832" y="935"/>
                </a:lnTo>
                <a:lnTo>
                  <a:pt x="831" y="935"/>
                </a:lnTo>
                <a:lnTo>
                  <a:pt x="831" y="934"/>
                </a:lnTo>
                <a:lnTo>
                  <a:pt x="831" y="933"/>
                </a:lnTo>
                <a:lnTo>
                  <a:pt x="831" y="932"/>
                </a:lnTo>
                <a:lnTo>
                  <a:pt x="830" y="932"/>
                </a:lnTo>
                <a:lnTo>
                  <a:pt x="829" y="932"/>
                </a:lnTo>
                <a:lnTo>
                  <a:pt x="827" y="932"/>
                </a:lnTo>
                <a:lnTo>
                  <a:pt x="827" y="931"/>
                </a:lnTo>
                <a:lnTo>
                  <a:pt x="826" y="931"/>
                </a:lnTo>
                <a:lnTo>
                  <a:pt x="825" y="932"/>
                </a:lnTo>
                <a:lnTo>
                  <a:pt x="824" y="932"/>
                </a:lnTo>
                <a:lnTo>
                  <a:pt x="824" y="933"/>
                </a:lnTo>
                <a:lnTo>
                  <a:pt x="823" y="933"/>
                </a:lnTo>
                <a:lnTo>
                  <a:pt x="822" y="933"/>
                </a:lnTo>
                <a:lnTo>
                  <a:pt x="821" y="933"/>
                </a:lnTo>
                <a:lnTo>
                  <a:pt x="820" y="933"/>
                </a:lnTo>
                <a:lnTo>
                  <a:pt x="820" y="934"/>
                </a:lnTo>
                <a:lnTo>
                  <a:pt x="820" y="935"/>
                </a:lnTo>
                <a:lnTo>
                  <a:pt x="820" y="936"/>
                </a:lnTo>
                <a:lnTo>
                  <a:pt x="819" y="936"/>
                </a:lnTo>
                <a:lnTo>
                  <a:pt x="819" y="937"/>
                </a:lnTo>
                <a:lnTo>
                  <a:pt x="818" y="937"/>
                </a:lnTo>
                <a:lnTo>
                  <a:pt x="817" y="937"/>
                </a:lnTo>
                <a:lnTo>
                  <a:pt x="816" y="937"/>
                </a:lnTo>
                <a:lnTo>
                  <a:pt x="815" y="937"/>
                </a:lnTo>
                <a:lnTo>
                  <a:pt x="814" y="936"/>
                </a:lnTo>
                <a:lnTo>
                  <a:pt x="813" y="936"/>
                </a:lnTo>
                <a:lnTo>
                  <a:pt x="812" y="936"/>
                </a:lnTo>
                <a:lnTo>
                  <a:pt x="811" y="936"/>
                </a:lnTo>
                <a:lnTo>
                  <a:pt x="810" y="936"/>
                </a:lnTo>
                <a:lnTo>
                  <a:pt x="810" y="935"/>
                </a:lnTo>
                <a:lnTo>
                  <a:pt x="809" y="935"/>
                </a:lnTo>
                <a:lnTo>
                  <a:pt x="809" y="936"/>
                </a:lnTo>
                <a:lnTo>
                  <a:pt x="808" y="936"/>
                </a:lnTo>
                <a:lnTo>
                  <a:pt x="808" y="935"/>
                </a:lnTo>
                <a:lnTo>
                  <a:pt x="808" y="936"/>
                </a:lnTo>
                <a:lnTo>
                  <a:pt x="807" y="936"/>
                </a:lnTo>
                <a:lnTo>
                  <a:pt x="807" y="935"/>
                </a:lnTo>
                <a:lnTo>
                  <a:pt x="806" y="935"/>
                </a:lnTo>
                <a:lnTo>
                  <a:pt x="805" y="935"/>
                </a:lnTo>
                <a:lnTo>
                  <a:pt x="804" y="934"/>
                </a:lnTo>
                <a:lnTo>
                  <a:pt x="803" y="933"/>
                </a:lnTo>
                <a:lnTo>
                  <a:pt x="802" y="933"/>
                </a:lnTo>
                <a:lnTo>
                  <a:pt x="801" y="934"/>
                </a:lnTo>
                <a:lnTo>
                  <a:pt x="801" y="935"/>
                </a:lnTo>
                <a:lnTo>
                  <a:pt x="800" y="935"/>
                </a:lnTo>
                <a:lnTo>
                  <a:pt x="799" y="935"/>
                </a:lnTo>
                <a:lnTo>
                  <a:pt x="798" y="935"/>
                </a:lnTo>
                <a:lnTo>
                  <a:pt x="798" y="936"/>
                </a:lnTo>
                <a:lnTo>
                  <a:pt x="797" y="936"/>
                </a:lnTo>
                <a:lnTo>
                  <a:pt x="798" y="936"/>
                </a:lnTo>
                <a:lnTo>
                  <a:pt x="797" y="936"/>
                </a:lnTo>
                <a:lnTo>
                  <a:pt x="796" y="936"/>
                </a:lnTo>
                <a:lnTo>
                  <a:pt x="796" y="935"/>
                </a:lnTo>
                <a:lnTo>
                  <a:pt x="797" y="934"/>
                </a:lnTo>
                <a:lnTo>
                  <a:pt x="797" y="933"/>
                </a:lnTo>
                <a:lnTo>
                  <a:pt x="796" y="932"/>
                </a:lnTo>
                <a:lnTo>
                  <a:pt x="796" y="931"/>
                </a:lnTo>
                <a:lnTo>
                  <a:pt x="796" y="930"/>
                </a:lnTo>
                <a:lnTo>
                  <a:pt x="796" y="929"/>
                </a:lnTo>
                <a:lnTo>
                  <a:pt x="797" y="928"/>
                </a:lnTo>
                <a:lnTo>
                  <a:pt x="797" y="927"/>
                </a:lnTo>
                <a:lnTo>
                  <a:pt x="798" y="927"/>
                </a:lnTo>
                <a:lnTo>
                  <a:pt x="798" y="926"/>
                </a:lnTo>
                <a:lnTo>
                  <a:pt x="798" y="924"/>
                </a:lnTo>
                <a:lnTo>
                  <a:pt x="798" y="923"/>
                </a:lnTo>
                <a:lnTo>
                  <a:pt x="798" y="922"/>
                </a:lnTo>
                <a:lnTo>
                  <a:pt x="797" y="921"/>
                </a:lnTo>
                <a:lnTo>
                  <a:pt x="796" y="920"/>
                </a:lnTo>
                <a:lnTo>
                  <a:pt x="795" y="919"/>
                </a:lnTo>
                <a:lnTo>
                  <a:pt x="795" y="918"/>
                </a:lnTo>
                <a:lnTo>
                  <a:pt x="795" y="917"/>
                </a:lnTo>
                <a:lnTo>
                  <a:pt x="794" y="917"/>
                </a:lnTo>
                <a:lnTo>
                  <a:pt x="793" y="917"/>
                </a:lnTo>
                <a:lnTo>
                  <a:pt x="793" y="916"/>
                </a:lnTo>
                <a:lnTo>
                  <a:pt x="792" y="916"/>
                </a:lnTo>
                <a:lnTo>
                  <a:pt x="791" y="916"/>
                </a:lnTo>
                <a:lnTo>
                  <a:pt x="791" y="915"/>
                </a:lnTo>
                <a:lnTo>
                  <a:pt x="790" y="915"/>
                </a:lnTo>
                <a:lnTo>
                  <a:pt x="789" y="916"/>
                </a:lnTo>
                <a:lnTo>
                  <a:pt x="788" y="916"/>
                </a:lnTo>
                <a:lnTo>
                  <a:pt x="786" y="915"/>
                </a:lnTo>
                <a:lnTo>
                  <a:pt x="785" y="914"/>
                </a:lnTo>
                <a:lnTo>
                  <a:pt x="785" y="913"/>
                </a:lnTo>
                <a:lnTo>
                  <a:pt x="785" y="912"/>
                </a:lnTo>
                <a:lnTo>
                  <a:pt x="784" y="913"/>
                </a:lnTo>
                <a:lnTo>
                  <a:pt x="784" y="912"/>
                </a:lnTo>
                <a:lnTo>
                  <a:pt x="783" y="912"/>
                </a:lnTo>
                <a:lnTo>
                  <a:pt x="783" y="911"/>
                </a:lnTo>
                <a:lnTo>
                  <a:pt x="782" y="912"/>
                </a:lnTo>
                <a:lnTo>
                  <a:pt x="781" y="912"/>
                </a:lnTo>
                <a:lnTo>
                  <a:pt x="780" y="911"/>
                </a:lnTo>
                <a:lnTo>
                  <a:pt x="780" y="910"/>
                </a:lnTo>
                <a:lnTo>
                  <a:pt x="779" y="910"/>
                </a:lnTo>
                <a:lnTo>
                  <a:pt x="779" y="909"/>
                </a:lnTo>
                <a:lnTo>
                  <a:pt x="779" y="908"/>
                </a:lnTo>
                <a:lnTo>
                  <a:pt x="779" y="907"/>
                </a:lnTo>
                <a:lnTo>
                  <a:pt x="778" y="907"/>
                </a:lnTo>
                <a:lnTo>
                  <a:pt x="778" y="906"/>
                </a:lnTo>
                <a:lnTo>
                  <a:pt x="777" y="906"/>
                </a:lnTo>
                <a:lnTo>
                  <a:pt x="777" y="905"/>
                </a:lnTo>
                <a:lnTo>
                  <a:pt x="776" y="905"/>
                </a:lnTo>
                <a:lnTo>
                  <a:pt x="775" y="904"/>
                </a:lnTo>
                <a:lnTo>
                  <a:pt x="775" y="903"/>
                </a:lnTo>
                <a:lnTo>
                  <a:pt x="775" y="902"/>
                </a:lnTo>
                <a:lnTo>
                  <a:pt x="774" y="901"/>
                </a:lnTo>
                <a:lnTo>
                  <a:pt x="774" y="900"/>
                </a:lnTo>
                <a:lnTo>
                  <a:pt x="773" y="900"/>
                </a:lnTo>
                <a:lnTo>
                  <a:pt x="773" y="899"/>
                </a:lnTo>
                <a:lnTo>
                  <a:pt x="772" y="899"/>
                </a:lnTo>
                <a:lnTo>
                  <a:pt x="772" y="898"/>
                </a:lnTo>
                <a:lnTo>
                  <a:pt x="772" y="897"/>
                </a:lnTo>
                <a:lnTo>
                  <a:pt x="771" y="897"/>
                </a:lnTo>
                <a:lnTo>
                  <a:pt x="771" y="898"/>
                </a:lnTo>
                <a:lnTo>
                  <a:pt x="770" y="897"/>
                </a:lnTo>
                <a:lnTo>
                  <a:pt x="770" y="896"/>
                </a:lnTo>
                <a:lnTo>
                  <a:pt x="770" y="895"/>
                </a:lnTo>
                <a:lnTo>
                  <a:pt x="769" y="894"/>
                </a:lnTo>
                <a:lnTo>
                  <a:pt x="769" y="893"/>
                </a:lnTo>
                <a:lnTo>
                  <a:pt x="770" y="893"/>
                </a:lnTo>
                <a:lnTo>
                  <a:pt x="770" y="892"/>
                </a:lnTo>
                <a:lnTo>
                  <a:pt x="769" y="892"/>
                </a:lnTo>
                <a:lnTo>
                  <a:pt x="768" y="892"/>
                </a:lnTo>
                <a:lnTo>
                  <a:pt x="767" y="892"/>
                </a:lnTo>
                <a:lnTo>
                  <a:pt x="767" y="891"/>
                </a:lnTo>
                <a:lnTo>
                  <a:pt x="767" y="890"/>
                </a:lnTo>
                <a:lnTo>
                  <a:pt x="767" y="889"/>
                </a:lnTo>
                <a:lnTo>
                  <a:pt x="766" y="888"/>
                </a:lnTo>
                <a:lnTo>
                  <a:pt x="765" y="887"/>
                </a:lnTo>
                <a:lnTo>
                  <a:pt x="764" y="886"/>
                </a:lnTo>
                <a:lnTo>
                  <a:pt x="764" y="885"/>
                </a:lnTo>
                <a:lnTo>
                  <a:pt x="763" y="885"/>
                </a:lnTo>
                <a:lnTo>
                  <a:pt x="762" y="885"/>
                </a:lnTo>
                <a:lnTo>
                  <a:pt x="762" y="884"/>
                </a:lnTo>
                <a:lnTo>
                  <a:pt x="761" y="884"/>
                </a:lnTo>
                <a:lnTo>
                  <a:pt x="760" y="883"/>
                </a:lnTo>
                <a:lnTo>
                  <a:pt x="760" y="882"/>
                </a:lnTo>
                <a:lnTo>
                  <a:pt x="760" y="881"/>
                </a:lnTo>
                <a:lnTo>
                  <a:pt x="761" y="881"/>
                </a:lnTo>
                <a:lnTo>
                  <a:pt x="761" y="880"/>
                </a:lnTo>
                <a:lnTo>
                  <a:pt x="762" y="880"/>
                </a:lnTo>
                <a:lnTo>
                  <a:pt x="762" y="879"/>
                </a:lnTo>
                <a:lnTo>
                  <a:pt x="763" y="878"/>
                </a:lnTo>
                <a:lnTo>
                  <a:pt x="763" y="877"/>
                </a:lnTo>
                <a:lnTo>
                  <a:pt x="764" y="877"/>
                </a:lnTo>
                <a:lnTo>
                  <a:pt x="764" y="876"/>
                </a:lnTo>
                <a:lnTo>
                  <a:pt x="764" y="875"/>
                </a:lnTo>
                <a:lnTo>
                  <a:pt x="763" y="875"/>
                </a:lnTo>
                <a:lnTo>
                  <a:pt x="763" y="874"/>
                </a:lnTo>
                <a:lnTo>
                  <a:pt x="764" y="874"/>
                </a:lnTo>
                <a:lnTo>
                  <a:pt x="764" y="873"/>
                </a:lnTo>
                <a:lnTo>
                  <a:pt x="764" y="872"/>
                </a:lnTo>
                <a:lnTo>
                  <a:pt x="764" y="871"/>
                </a:lnTo>
                <a:lnTo>
                  <a:pt x="765" y="871"/>
                </a:lnTo>
                <a:lnTo>
                  <a:pt x="765" y="870"/>
                </a:lnTo>
                <a:lnTo>
                  <a:pt x="765" y="869"/>
                </a:lnTo>
                <a:lnTo>
                  <a:pt x="765" y="868"/>
                </a:lnTo>
                <a:lnTo>
                  <a:pt x="766" y="868"/>
                </a:lnTo>
                <a:lnTo>
                  <a:pt x="767" y="868"/>
                </a:lnTo>
                <a:lnTo>
                  <a:pt x="769" y="867"/>
                </a:lnTo>
                <a:lnTo>
                  <a:pt x="770" y="867"/>
                </a:lnTo>
                <a:lnTo>
                  <a:pt x="770" y="865"/>
                </a:lnTo>
                <a:lnTo>
                  <a:pt x="771" y="865"/>
                </a:lnTo>
                <a:lnTo>
                  <a:pt x="771" y="864"/>
                </a:lnTo>
                <a:lnTo>
                  <a:pt x="772" y="864"/>
                </a:lnTo>
                <a:lnTo>
                  <a:pt x="771" y="864"/>
                </a:lnTo>
                <a:lnTo>
                  <a:pt x="771" y="863"/>
                </a:lnTo>
                <a:lnTo>
                  <a:pt x="772" y="863"/>
                </a:lnTo>
                <a:lnTo>
                  <a:pt x="772" y="862"/>
                </a:lnTo>
                <a:lnTo>
                  <a:pt x="773" y="863"/>
                </a:lnTo>
                <a:lnTo>
                  <a:pt x="774" y="863"/>
                </a:lnTo>
                <a:lnTo>
                  <a:pt x="775" y="862"/>
                </a:lnTo>
                <a:lnTo>
                  <a:pt x="776" y="862"/>
                </a:lnTo>
                <a:lnTo>
                  <a:pt x="777" y="862"/>
                </a:lnTo>
                <a:lnTo>
                  <a:pt x="778" y="863"/>
                </a:lnTo>
                <a:lnTo>
                  <a:pt x="779" y="863"/>
                </a:lnTo>
                <a:lnTo>
                  <a:pt x="780" y="863"/>
                </a:lnTo>
                <a:lnTo>
                  <a:pt x="781" y="863"/>
                </a:lnTo>
                <a:lnTo>
                  <a:pt x="782" y="864"/>
                </a:lnTo>
                <a:lnTo>
                  <a:pt x="782" y="865"/>
                </a:lnTo>
                <a:lnTo>
                  <a:pt x="783" y="865"/>
                </a:lnTo>
                <a:lnTo>
                  <a:pt x="783" y="866"/>
                </a:lnTo>
                <a:lnTo>
                  <a:pt x="784" y="866"/>
                </a:lnTo>
                <a:lnTo>
                  <a:pt x="785" y="866"/>
                </a:lnTo>
                <a:lnTo>
                  <a:pt x="786" y="866"/>
                </a:lnTo>
                <a:lnTo>
                  <a:pt x="786" y="867"/>
                </a:lnTo>
                <a:lnTo>
                  <a:pt x="786" y="868"/>
                </a:lnTo>
                <a:lnTo>
                  <a:pt x="787" y="868"/>
                </a:lnTo>
                <a:lnTo>
                  <a:pt x="787" y="867"/>
                </a:lnTo>
                <a:lnTo>
                  <a:pt x="788" y="867"/>
                </a:lnTo>
                <a:lnTo>
                  <a:pt x="788" y="868"/>
                </a:lnTo>
                <a:lnTo>
                  <a:pt x="789" y="868"/>
                </a:lnTo>
                <a:lnTo>
                  <a:pt x="790" y="867"/>
                </a:lnTo>
                <a:lnTo>
                  <a:pt x="790" y="868"/>
                </a:lnTo>
                <a:lnTo>
                  <a:pt x="791" y="868"/>
                </a:lnTo>
                <a:lnTo>
                  <a:pt x="792" y="867"/>
                </a:lnTo>
                <a:lnTo>
                  <a:pt x="793" y="868"/>
                </a:lnTo>
                <a:lnTo>
                  <a:pt x="794" y="867"/>
                </a:lnTo>
                <a:lnTo>
                  <a:pt x="795" y="867"/>
                </a:lnTo>
                <a:lnTo>
                  <a:pt x="795" y="868"/>
                </a:lnTo>
                <a:lnTo>
                  <a:pt x="796" y="868"/>
                </a:lnTo>
                <a:lnTo>
                  <a:pt x="797" y="868"/>
                </a:lnTo>
                <a:lnTo>
                  <a:pt x="798" y="867"/>
                </a:lnTo>
                <a:lnTo>
                  <a:pt x="799" y="867"/>
                </a:lnTo>
                <a:lnTo>
                  <a:pt x="799" y="866"/>
                </a:lnTo>
                <a:lnTo>
                  <a:pt x="799" y="867"/>
                </a:lnTo>
                <a:lnTo>
                  <a:pt x="800" y="867"/>
                </a:lnTo>
                <a:lnTo>
                  <a:pt x="802" y="867"/>
                </a:lnTo>
                <a:lnTo>
                  <a:pt x="802" y="868"/>
                </a:lnTo>
                <a:lnTo>
                  <a:pt x="802" y="869"/>
                </a:lnTo>
                <a:lnTo>
                  <a:pt x="802" y="870"/>
                </a:lnTo>
                <a:lnTo>
                  <a:pt x="802" y="871"/>
                </a:lnTo>
                <a:lnTo>
                  <a:pt x="803" y="871"/>
                </a:lnTo>
                <a:lnTo>
                  <a:pt x="803" y="870"/>
                </a:lnTo>
                <a:lnTo>
                  <a:pt x="805" y="871"/>
                </a:lnTo>
                <a:lnTo>
                  <a:pt x="805" y="872"/>
                </a:lnTo>
                <a:lnTo>
                  <a:pt x="806" y="873"/>
                </a:lnTo>
                <a:lnTo>
                  <a:pt x="807" y="873"/>
                </a:lnTo>
                <a:lnTo>
                  <a:pt x="808" y="873"/>
                </a:lnTo>
                <a:lnTo>
                  <a:pt x="808" y="874"/>
                </a:lnTo>
                <a:lnTo>
                  <a:pt x="810" y="874"/>
                </a:lnTo>
                <a:lnTo>
                  <a:pt x="810" y="873"/>
                </a:lnTo>
                <a:lnTo>
                  <a:pt x="811" y="874"/>
                </a:lnTo>
                <a:lnTo>
                  <a:pt x="811" y="875"/>
                </a:lnTo>
                <a:lnTo>
                  <a:pt x="810" y="875"/>
                </a:lnTo>
                <a:lnTo>
                  <a:pt x="810" y="876"/>
                </a:lnTo>
                <a:lnTo>
                  <a:pt x="811" y="876"/>
                </a:lnTo>
                <a:lnTo>
                  <a:pt x="812" y="876"/>
                </a:lnTo>
                <a:lnTo>
                  <a:pt x="812" y="875"/>
                </a:lnTo>
                <a:lnTo>
                  <a:pt x="813" y="875"/>
                </a:lnTo>
                <a:lnTo>
                  <a:pt x="814" y="876"/>
                </a:lnTo>
                <a:lnTo>
                  <a:pt x="815" y="876"/>
                </a:lnTo>
                <a:lnTo>
                  <a:pt x="816" y="876"/>
                </a:lnTo>
                <a:lnTo>
                  <a:pt x="816" y="877"/>
                </a:lnTo>
                <a:lnTo>
                  <a:pt x="817" y="877"/>
                </a:lnTo>
                <a:lnTo>
                  <a:pt x="818" y="877"/>
                </a:lnTo>
                <a:lnTo>
                  <a:pt x="818" y="878"/>
                </a:lnTo>
                <a:lnTo>
                  <a:pt x="820" y="877"/>
                </a:lnTo>
                <a:lnTo>
                  <a:pt x="820" y="878"/>
                </a:lnTo>
                <a:lnTo>
                  <a:pt x="821" y="878"/>
                </a:lnTo>
                <a:lnTo>
                  <a:pt x="822" y="878"/>
                </a:lnTo>
                <a:lnTo>
                  <a:pt x="823" y="878"/>
                </a:lnTo>
                <a:lnTo>
                  <a:pt x="824" y="878"/>
                </a:lnTo>
                <a:lnTo>
                  <a:pt x="824" y="879"/>
                </a:lnTo>
                <a:lnTo>
                  <a:pt x="825" y="879"/>
                </a:lnTo>
                <a:lnTo>
                  <a:pt x="825" y="880"/>
                </a:lnTo>
                <a:lnTo>
                  <a:pt x="825" y="881"/>
                </a:lnTo>
                <a:lnTo>
                  <a:pt x="826" y="881"/>
                </a:lnTo>
                <a:lnTo>
                  <a:pt x="827" y="881"/>
                </a:lnTo>
                <a:lnTo>
                  <a:pt x="828" y="881"/>
                </a:lnTo>
                <a:lnTo>
                  <a:pt x="828" y="880"/>
                </a:lnTo>
                <a:lnTo>
                  <a:pt x="829" y="879"/>
                </a:lnTo>
                <a:lnTo>
                  <a:pt x="830" y="879"/>
                </a:lnTo>
                <a:lnTo>
                  <a:pt x="830" y="880"/>
                </a:lnTo>
                <a:lnTo>
                  <a:pt x="831" y="880"/>
                </a:lnTo>
                <a:lnTo>
                  <a:pt x="831" y="881"/>
                </a:lnTo>
                <a:lnTo>
                  <a:pt x="832" y="881"/>
                </a:lnTo>
                <a:lnTo>
                  <a:pt x="833" y="881"/>
                </a:lnTo>
                <a:lnTo>
                  <a:pt x="834" y="881"/>
                </a:lnTo>
                <a:lnTo>
                  <a:pt x="834" y="882"/>
                </a:lnTo>
                <a:lnTo>
                  <a:pt x="835" y="882"/>
                </a:lnTo>
                <a:lnTo>
                  <a:pt x="835" y="883"/>
                </a:lnTo>
                <a:lnTo>
                  <a:pt x="836" y="883"/>
                </a:lnTo>
                <a:lnTo>
                  <a:pt x="837" y="884"/>
                </a:lnTo>
                <a:lnTo>
                  <a:pt x="838" y="884"/>
                </a:lnTo>
                <a:lnTo>
                  <a:pt x="838" y="885"/>
                </a:lnTo>
                <a:lnTo>
                  <a:pt x="839" y="885"/>
                </a:lnTo>
                <a:lnTo>
                  <a:pt x="840" y="885"/>
                </a:lnTo>
                <a:lnTo>
                  <a:pt x="840" y="886"/>
                </a:lnTo>
                <a:lnTo>
                  <a:pt x="839" y="886"/>
                </a:lnTo>
                <a:lnTo>
                  <a:pt x="839" y="887"/>
                </a:lnTo>
                <a:lnTo>
                  <a:pt x="840" y="888"/>
                </a:lnTo>
                <a:lnTo>
                  <a:pt x="841" y="889"/>
                </a:lnTo>
                <a:lnTo>
                  <a:pt x="842" y="890"/>
                </a:lnTo>
                <a:lnTo>
                  <a:pt x="843" y="890"/>
                </a:lnTo>
                <a:lnTo>
                  <a:pt x="844" y="890"/>
                </a:lnTo>
                <a:lnTo>
                  <a:pt x="844" y="889"/>
                </a:lnTo>
                <a:lnTo>
                  <a:pt x="845" y="889"/>
                </a:lnTo>
                <a:lnTo>
                  <a:pt x="845" y="890"/>
                </a:lnTo>
                <a:lnTo>
                  <a:pt x="846" y="890"/>
                </a:lnTo>
                <a:lnTo>
                  <a:pt x="845" y="891"/>
                </a:lnTo>
                <a:lnTo>
                  <a:pt x="845" y="892"/>
                </a:lnTo>
                <a:lnTo>
                  <a:pt x="846" y="892"/>
                </a:lnTo>
                <a:lnTo>
                  <a:pt x="846" y="891"/>
                </a:lnTo>
                <a:lnTo>
                  <a:pt x="847" y="891"/>
                </a:lnTo>
                <a:lnTo>
                  <a:pt x="847" y="892"/>
                </a:lnTo>
                <a:lnTo>
                  <a:pt x="848" y="893"/>
                </a:lnTo>
                <a:lnTo>
                  <a:pt x="848" y="892"/>
                </a:lnTo>
                <a:lnTo>
                  <a:pt x="849" y="892"/>
                </a:lnTo>
                <a:lnTo>
                  <a:pt x="849" y="891"/>
                </a:lnTo>
                <a:lnTo>
                  <a:pt x="849" y="890"/>
                </a:lnTo>
                <a:lnTo>
                  <a:pt x="850" y="889"/>
                </a:lnTo>
                <a:lnTo>
                  <a:pt x="850" y="888"/>
                </a:lnTo>
                <a:lnTo>
                  <a:pt x="851" y="888"/>
                </a:lnTo>
                <a:lnTo>
                  <a:pt x="852" y="888"/>
                </a:lnTo>
                <a:lnTo>
                  <a:pt x="852" y="887"/>
                </a:lnTo>
                <a:lnTo>
                  <a:pt x="853" y="887"/>
                </a:lnTo>
                <a:lnTo>
                  <a:pt x="853" y="888"/>
                </a:lnTo>
                <a:lnTo>
                  <a:pt x="854" y="888"/>
                </a:lnTo>
                <a:lnTo>
                  <a:pt x="856" y="888"/>
                </a:lnTo>
                <a:lnTo>
                  <a:pt x="857" y="888"/>
                </a:lnTo>
                <a:lnTo>
                  <a:pt x="858" y="888"/>
                </a:lnTo>
                <a:lnTo>
                  <a:pt x="858" y="887"/>
                </a:lnTo>
                <a:lnTo>
                  <a:pt x="858" y="886"/>
                </a:lnTo>
                <a:lnTo>
                  <a:pt x="857" y="885"/>
                </a:lnTo>
                <a:lnTo>
                  <a:pt x="858" y="885"/>
                </a:lnTo>
                <a:lnTo>
                  <a:pt x="859" y="885"/>
                </a:lnTo>
                <a:lnTo>
                  <a:pt x="859" y="886"/>
                </a:lnTo>
                <a:lnTo>
                  <a:pt x="860" y="888"/>
                </a:lnTo>
                <a:lnTo>
                  <a:pt x="861" y="888"/>
                </a:lnTo>
                <a:lnTo>
                  <a:pt x="861" y="887"/>
                </a:lnTo>
                <a:lnTo>
                  <a:pt x="862" y="887"/>
                </a:lnTo>
                <a:lnTo>
                  <a:pt x="863" y="888"/>
                </a:lnTo>
                <a:lnTo>
                  <a:pt x="864" y="888"/>
                </a:lnTo>
                <a:lnTo>
                  <a:pt x="864" y="889"/>
                </a:lnTo>
                <a:lnTo>
                  <a:pt x="865" y="889"/>
                </a:lnTo>
                <a:lnTo>
                  <a:pt x="866" y="889"/>
                </a:lnTo>
                <a:lnTo>
                  <a:pt x="867" y="889"/>
                </a:lnTo>
                <a:lnTo>
                  <a:pt x="867" y="890"/>
                </a:lnTo>
                <a:lnTo>
                  <a:pt x="867" y="889"/>
                </a:lnTo>
                <a:lnTo>
                  <a:pt x="868" y="888"/>
                </a:lnTo>
                <a:lnTo>
                  <a:pt x="868" y="886"/>
                </a:lnTo>
                <a:lnTo>
                  <a:pt x="868" y="885"/>
                </a:lnTo>
                <a:lnTo>
                  <a:pt x="867" y="885"/>
                </a:lnTo>
                <a:lnTo>
                  <a:pt x="867" y="884"/>
                </a:lnTo>
                <a:lnTo>
                  <a:pt x="868" y="884"/>
                </a:lnTo>
                <a:lnTo>
                  <a:pt x="869" y="884"/>
                </a:lnTo>
                <a:lnTo>
                  <a:pt x="870" y="884"/>
                </a:lnTo>
                <a:lnTo>
                  <a:pt x="871" y="884"/>
                </a:lnTo>
                <a:lnTo>
                  <a:pt x="872" y="884"/>
                </a:lnTo>
                <a:lnTo>
                  <a:pt x="872" y="883"/>
                </a:lnTo>
                <a:lnTo>
                  <a:pt x="873" y="883"/>
                </a:lnTo>
                <a:lnTo>
                  <a:pt x="873" y="882"/>
                </a:lnTo>
                <a:lnTo>
                  <a:pt x="872" y="882"/>
                </a:lnTo>
                <a:lnTo>
                  <a:pt x="873" y="882"/>
                </a:lnTo>
                <a:lnTo>
                  <a:pt x="873" y="881"/>
                </a:lnTo>
                <a:lnTo>
                  <a:pt x="874" y="881"/>
                </a:lnTo>
                <a:lnTo>
                  <a:pt x="874" y="880"/>
                </a:lnTo>
                <a:lnTo>
                  <a:pt x="874" y="879"/>
                </a:lnTo>
                <a:lnTo>
                  <a:pt x="873" y="879"/>
                </a:lnTo>
                <a:lnTo>
                  <a:pt x="872" y="879"/>
                </a:lnTo>
                <a:lnTo>
                  <a:pt x="872" y="878"/>
                </a:lnTo>
                <a:lnTo>
                  <a:pt x="873" y="878"/>
                </a:lnTo>
                <a:lnTo>
                  <a:pt x="874" y="878"/>
                </a:lnTo>
                <a:lnTo>
                  <a:pt x="874" y="877"/>
                </a:lnTo>
                <a:lnTo>
                  <a:pt x="875" y="877"/>
                </a:lnTo>
                <a:lnTo>
                  <a:pt x="876" y="877"/>
                </a:lnTo>
                <a:lnTo>
                  <a:pt x="876" y="878"/>
                </a:lnTo>
                <a:lnTo>
                  <a:pt x="877" y="878"/>
                </a:lnTo>
                <a:lnTo>
                  <a:pt x="877" y="877"/>
                </a:lnTo>
                <a:lnTo>
                  <a:pt x="877" y="876"/>
                </a:lnTo>
                <a:lnTo>
                  <a:pt x="876" y="875"/>
                </a:lnTo>
                <a:lnTo>
                  <a:pt x="877" y="875"/>
                </a:lnTo>
                <a:lnTo>
                  <a:pt x="877" y="874"/>
                </a:lnTo>
                <a:lnTo>
                  <a:pt x="877" y="873"/>
                </a:lnTo>
                <a:lnTo>
                  <a:pt x="877" y="872"/>
                </a:lnTo>
                <a:lnTo>
                  <a:pt x="877" y="871"/>
                </a:lnTo>
                <a:lnTo>
                  <a:pt x="879" y="871"/>
                </a:lnTo>
                <a:lnTo>
                  <a:pt x="880" y="872"/>
                </a:lnTo>
                <a:lnTo>
                  <a:pt x="881" y="872"/>
                </a:lnTo>
                <a:lnTo>
                  <a:pt x="883" y="873"/>
                </a:lnTo>
                <a:lnTo>
                  <a:pt x="884" y="873"/>
                </a:lnTo>
                <a:lnTo>
                  <a:pt x="885" y="873"/>
                </a:lnTo>
                <a:lnTo>
                  <a:pt x="885" y="872"/>
                </a:lnTo>
                <a:lnTo>
                  <a:pt x="885" y="871"/>
                </a:lnTo>
                <a:lnTo>
                  <a:pt x="886" y="871"/>
                </a:lnTo>
                <a:lnTo>
                  <a:pt x="886" y="870"/>
                </a:lnTo>
                <a:lnTo>
                  <a:pt x="886" y="869"/>
                </a:lnTo>
                <a:lnTo>
                  <a:pt x="887" y="869"/>
                </a:lnTo>
                <a:lnTo>
                  <a:pt x="886" y="869"/>
                </a:lnTo>
                <a:lnTo>
                  <a:pt x="886" y="868"/>
                </a:lnTo>
                <a:lnTo>
                  <a:pt x="886" y="867"/>
                </a:lnTo>
                <a:lnTo>
                  <a:pt x="887" y="867"/>
                </a:lnTo>
                <a:lnTo>
                  <a:pt x="888" y="866"/>
                </a:lnTo>
                <a:lnTo>
                  <a:pt x="888" y="865"/>
                </a:lnTo>
                <a:lnTo>
                  <a:pt x="889" y="865"/>
                </a:lnTo>
                <a:lnTo>
                  <a:pt x="890" y="865"/>
                </a:lnTo>
                <a:lnTo>
                  <a:pt x="890" y="866"/>
                </a:lnTo>
                <a:lnTo>
                  <a:pt x="891" y="866"/>
                </a:lnTo>
                <a:lnTo>
                  <a:pt x="892" y="866"/>
                </a:lnTo>
                <a:lnTo>
                  <a:pt x="893" y="866"/>
                </a:lnTo>
                <a:lnTo>
                  <a:pt x="894" y="865"/>
                </a:lnTo>
                <a:lnTo>
                  <a:pt x="895" y="865"/>
                </a:lnTo>
                <a:lnTo>
                  <a:pt x="894" y="864"/>
                </a:lnTo>
                <a:lnTo>
                  <a:pt x="893" y="863"/>
                </a:lnTo>
                <a:lnTo>
                  <a:pt x="893" y="862"/>
                </a:lnTo>
                <a:lnTo>
                  <a:pt x="892" y="862"/>
                </a:lnTo>
                <a:lnTo>
                  <a:pt x="891" y="861"/>
                </a:lnTo>
                <a:lnTo>
                  <a:pt x="890" y="860"/>
                </a:lnTo>
                <a:lnTo>
                  <a:pt x="890" y="859"/>
                </a:lnTo>
                <a:lnTo>
                  <a:pt x="890" y="858"/>
                </a:lnTo>
                <a:lnTo>
                  <a:pt x="889" y="858"/>
                </a:lnTo>
                <a:lnTo>
                  <a:pt x="889" y="857"/>
                </a:lnTo>
                <a:lnTo>
                  <a:pt x="888" y="856"/>
                </a:lnTo>
                <a:lnTo>
                  <a:pt x="887" y="855"/>
                </a:lnTo>
                <a:lnTo>
                  <a:pt x="887" y="854"/>
                </a:lnTo>
                <a:lnTo>
                  <a:pt x="886" y="854"/>
                </a:lnTo>
                <a:lnTo>
                  <a:pt x="886" y="853"/>
                </a:lnTo>
                <a:lnTo>
                  <a:pt x="887" y="853"/>
                </a:lnTo>
                <a:lnTo>
                  <a:pt x="887" y="852"/>
                </a:lnTo>
                <a:lnTo>
                  <a:pt x="886" y="851"/>
                </a:lnTo>
                <a:lnTo>
                  <a:pt x="885" y="850"/>
                </a:lnTo>
                <a:lnTo>
                  <a:pt x="885" y="849"/>
                </a:lnTo>
                <a:lnTo>
                  <a:pt x="884" y="849"/>
                </a:lnTo>
                <a:lnTo>
                  <a:pt x="883" y="849"/>
                </a:lnTo>
                <a:lnTo>
                  <a:pt x="883" y="848"/>
                </a:lnTo>
                <a:lnTo>
                  <a:pt x="882" y="847"/>
                </a:lnTo>
                <a:lnTo>
                  <a:pt x="881" y="848"/>
                </a:lnTo>
                <a:lnTo>
                  <a:pt x="881" y="847"/>
                </a:lnTo>
                <a:lnTo>
                  <a:pt x="880" y="846"/>
                </a:lnTo>
                <a:lnTo>
                  <a:pt x="879" y="846"/>
                </a:lnTo>
                <a:lnTo>
                  <a:pt x="878" y="846"/>
                </a:lnTo>
                <a:lnTo>
                  <a:pt x="877" y="846"/>
                </a:lnTo>
                <a:lnTo>
                  <a:pt x="876" y="846"/>
                </a:lnTo>
                <a:lnTo>
                  <a:pt x="875" y="846"/>
                </a:lnTo>
                <a:lnTo>
                  <a:pt x="874" y="846"/>
                </a:lnTo>
                <a:lnTo>
                  <a:pt x="873" y="846"/>
                </a:lnTo>
                <a:lnTo>
                  <a:pt x="871" y="846"/>
                </a:lnTo>
                <a:lnTo>
                  <a:pt x="870" y="845"/>
                </a:lnTo>
                <a:lnTo>
                  <a:pt x="869" y="845"/>
                </a:lnTo>
                <a:lnTo>
                  <a:pt x="869" y="844"/>
                </a:lnTo>
                <a:lnTo>
                  <a:pt x="868" y="844"/>
                </a:lnTo>
                <a:lnTo>
                  <a:pt x="868" y="843"/>
                </a:lnTo>
                <a:lnTo>
                  <a:pt x="867" y="842"/>
                </a:lnTo>
                <a:lnTo>
                  <a:pt x="867" y="841"/>
                </a:lnTo>
                <a:lnTo>
                  <a:pt x="866" y="841"/>
                </a:lnTo>
                <a:lnTo>
                  <a:pt x="865" y="841"/>
                </a:lnTo>
                <a:lnTo>
                  <a:pt x="865" y="840"/>
                </a:lnTo>
                <a:lnTo>
                  <a:pt x="865" y="839"/>
                </a:lnTo>
                <a:lnTo>
                  <a:pt x="864" y="839"/>
                </a:lnTo>
                <a:lnTo>
                  <a:pt x="864" y="837"/>
                </a:lnTo>
                <a:lnTo>
                  <a:pt x="864" y="836"/>
                </a:lnTo>
                <a:lnTo>
                  <a:pt x="864" y="835"/>
                </a:lnTo>
                <a:lnTo>
                  <a:pt x="864" y="834"/>
                </a:lnTo>
                <a:lnTo>
                  <a:pt x="864" y="833"/>
                </a:lnTo>
                <a:lnTo>
                  <a:pt x="864" y="832"/>
                </a:lnTo>
                <a:lnTo>
                  <a:pt x="865" y="831"/>
                </a:lnTo>
                <a:lnTo>
                  <a:pt x="865" y="830"/>
                </a:lnTo>
                <a:lnTo>
                  <a:pt x="864" y="830"/>
                </a:lnTo>
                <a:lnTo>
                  <a:pt x="864" y="829"/>
                </a:lnTo>
                <a:lnTo>
                  <a:pt x="864" y="828"/>
                </a:lnTo>
                <a:lnTo>
                  <a:pt x="864" y="827"/>
                </a:lnTo>
                <a:lnTo>
                  <a:pt x="864" y="826"/>
                </a:lnTo>
                <a:lnTo>
                  <a:pt x="864" y="825"/>
                </a:lnTo>
                <a:lnTo>
                  <a:pt x="864" y="824"/>
                </a:lnTo>
                <a:lnTo>
                  <a:pt x="864" y="823"/>
                </a:lnTo>
                <a:lnTo>
                  <a:pt x="864" y="822"/>
                </a:lnTo>
                <a:lnTo>
                  <a:pt x="864" y="821"/>
                </a:lnTo>
                <a:lnTo>
                  <a:pt x="864" y="820"/>
                </a:lnTo>
                <a:lnTo>
                  <a:pt x="864" y="819"/>
                </a:lnTo>
                <a:lnTo>
                  <a:pt x="865" y="818"/>
                </a:lnTo>
                <a:lnTo>
                  <a:pt x="865" y="816"/>
                </a:lnTo>
                <a:lnTo>
                  <a:pt x="864" y="816"/>
                </a:lnTo>
                <a:lnTo>
                  <a:pt x="864" y="815"/>
                </a:lnTo>
                <a:lnTo>
                  <a:pt x="865" y="815"/>
                </a:lnTo>
                <a:lnTo>
                  <a:pt x="865" y="814"/>
                </a:lnTo>
                <a:lnTo>
                  <a:pt x="864" y="814"/>
                </a:lnTo>
                <a:lnTo>
                  <a:pt x="864" y="812"/>
                </a:lnTo>
                <a:lnTo>
                  <a:pt x="864" y="811"/>
                </a:lnTo>
                <a:lnTo>
                  <a:pt x="865" y="811"/>
                </a:lnTo>
                <a:lnTo>
                  <a:pt x="865" y="810"/>
                </a:lnTo>
                <a:lnTo>
                  <a:pt x="866" y="810"/>
                </a:lnTo>
                <a:lnTo>
                  <a:pt x="867" y="810"/>
                </a:lnTo>
                <a:lnTo>
                  <a:pt x="868" y="810"/>
                </a:lnTo>
                <a:lnTo>
                  <a:pt x="869" y="809"/>
                </a:lnTo>
                <a:lnTo>
                  <a:pt x="869" y="810"/>
                </a:lnTo>
                <a:lnTo>
                  <a:pt x="870" y="809"/>
                </a:lnTo>
                <a:lnTo>
                  <a:pt x="869" y="809"/>
                </a:lnTo>
                <a:lnTo>
                  <a:pt x="870" y="809"/>
                </a:lnTo>
                <a:lnTo>
                  <a:pt x="871" y="809"/>
                </a:lnTo>
                <a:lnTo>
                  <a:pt x="872" y="809"/>
                </a:lnTo>
                <a:lnTo>
                  <a:pt x="873" y="809"/>
                </a:lnTo>
                <a:lnTo>
                  <a:pt x="874" y="809"/>
                </a:lnTo>
                <a:lnTo>
                  <a:pt x="874" y="810"/>
                </a:lnTo>
                <a:lnTo>
                  <a:pt x="875" y="810"/>
                </a:lnTo>
                <a:lnTo>
                  <a:pt x="876" y="810"/>
                </a:lnTo>
                <a:lnTo>
                  <a:pt x="877" y="810"/>
                </a:lnTo>
                <a:lnTo>
                  <a:pt x="877" y="809"/>
                </a:lnTo>
                <a:lnTo>
                  <a:pt x="876" y="809"/>
                </a:lnTo>
                <a:lnTo>
                  <a:pt x="876" y="808"/>
                </a:lnTo>
                <a:lnTo>
                  <a:pt x="876" y="807"/>
                </a:lnTo>
                <a:lnTo>
                  <a:pt x="876" y="806"/>
                </a:lnTo>
                <a:lnTo>
                  <a:pt x="877" y="806"/>
                </a:lnTo>
                <a:lnTo>
                  <a:pt x="877" y="805"/>
                </a:lnTo>
                <a:lnTo>
                  <a:pt x="878" y="804"/>
                </a:lnTo>
                <a:lnTo>
                  <a:pt x="878" y="803"/>
                </a:lnTo>
                <a:lnTo>
                  <a:pt x="877" y="803"/>
                </a:lnTo>
                <a:lnTo>
                  <a:pt x="878" y="803"/>
                </a:lnTo>
                <a:lnTo>
                  <a:pt x="879" y="802"/>
                </a:lnTo>
                <a:lnTo>
                  <a:pt x="879" y="801"/>
                </a:lnTo>
                <a:lnTo>
                  <a:pt x="880" y="800"/>
                </a:lnTo>
                <a:lnTo>
                  <a:pt x="881" y="800"/>
                </a:lnTo>
                <a:lnTo>
                  <a:pt x="881" y="799"/>
                </a:lnTo>
                <a:lnTo>
                  <a:pt x="882" y="799"/>
                </a:lnTo>
                <a:lnTo>
                  <a:pt x="882" y="798"/>
                </a:lnTo>
                <a:lnTo>
                  <a:pt x="883" y="798"/>
                </a:lnTo>
                <a:lnTo>
                  <a:pt x="883" y="797"/>
                </a:lnTo>
                <a:lnTo>
                  <a:pt x="884" y="798"/>
                </a:lnTo>
                <a:lnTo>
                  <a:pt x="884" y="797"/>
                </a:lnTo>
                <a:lnTo>
                  <a:pt x="885" y="797"/>
                </a:lnTo>
                <a:lnTo>
                  <a:pt x="885" y="798"/>
                </a:lnTo>
                <a:lnTo>
                  <a:pt x="886" y="798"/>
                </a:lnTo>
                <a:lnTo>
                  <a:pt x="886" y="797"/>
                </a:lnTo>
                <a:lnTo>
                  <a:pt x="886" y="796"/>
                </a:lnTo>
                <a:lnTo>
                  <a:pt x="887" y="796"/>
                </a:lnTo>
                <a:lnTo>
                  <a:pt x="887" y="795"/>
                </a:lnTo>
                <a:lnTo>
                  <a:pt x="888" y="795"/>
                </a:lnTo>
                <a:lnTo>
                  <a:pt x="890" y="795"/>
                </a:lnTo>
                <a:lnTo>
                  <a:pt x="891" y="795"/>
                </a:lnTo>
                <a:lnTo>
                  <a:pt x="891" y="794"/>
                </a:lnTo>
                <a:lnTo>
                  <a:pt x="891" y="793"/>
                </a:lnTo>
                <a:lnTo>
                  <a:pt x="892" y="793"/>
                </a:lnTo>
                <a:lnTo>
                  <a:pt x="893" y="793"/>
                </a:lnTo>
                <a:lnTo>
                  <a:pt x="893" y="794"/>
                </a:lnTo>
                <a:lnTo>
                  <a:pt x="894" y="794"/>
                </a:lnTo>
                <a:lnTo>
                  <a:pt x="895" y="793"/>
                </a:lnTo>
                <a:lnTo>
                  <a:pt x="896" y="793"/>
                </a:lnTo>
                <a:lnTo>
                  <a:pt x="897" y="793"/>
                </a:lnTo>
                <a:lnTo>
                  <a:pt x="897" y="792"/>
                </a:lnTo>
                <a:lnTo>
                  <a:pt x="898" y="792"/>
                </a:lnTo>
                <a:lnTo>
                  <a:pt x="898" y="790"/>
                </a:lnTo>
                <a:lnTo>
                  <a:pt x="898" y="789"/>
                </a:lnTo>
                <a:lnTo>
                  <a:pt x="898" y="788"/>
                </a:lnTo>
                <a:lnTo>
                  <a:pt x="899" y="787"/>
                </a:lnTo>
                <a:lnTo>
                  <a:pt x="899" y="786"/>
                </a:lnTo>
                <a:lnTo>
                  <a:pt x="899" y="785"/>
                </a:lnTo>
                <a:lnTo>
                  <a:pt x="900" y="785"/>
                </a:lnTo>
                <a:lnTo>
                  <a:pt x="901" y="785"/>
                </a:lnTo>
                <a:lnTo>
                  <a:pt x="902" y="784"/>
                </a:lnTo>
                <a:lnTo>
                  <a:pt x="902" y="783"/>
                </a:lnTo>
                <a:lnTo>
                  <a:pt x="902" y="782"/>
                </a:lnTo>
                <a:lnTo>
                  <a:pt x="903" y="782"/>
                </a:lnTo>
                <a:lnTo>
                  <a:pt x="904" y="782"/>
                </a:lnTo>
                <a:lnTo>
                  <a:pt x="905" y="782"/>
                </a:lnTo>
                <a:lnTo>
                  <a:pt x="906" y="782"/>
                </a:lnTo>
                <a:lnTo>
                  <a:pt x="907" y="781"/>
                </a:lnTo>
                <a:lnTo>
                  <a:pt x="908" y="780"/>
                </a:lnTo>
                <a:lnTo>
                  <a:pt x="907" y="779"/>
                </a:lnTo>
                <a:lnTo>
                  <a:pt x="906" y="778"/>
                </a:lnTo>
                <a:lnTo>
                  <a:pt x="906" y="777"/>
                </a:lnTo>
                <a:lnTo>
                  <a:pt x="906" y="776"/>
                </a:lnTo>
                <a:lnTo>
                  <a:pt x="905" y="776"/>
                </a:lnTo>
                <a:lnTo>
                  <a:pt x="905" y="775"/>
                </a:lnTo>
                <a:lnTo>
                  <a:pt x="904" y="775"/>
                </a:lnTo>
                <a:lnTo>
                  <a:pt x="904" y="774"/>
                </a:lnTo>
                <a:lnTo>
                  <a:pt x="905" y="773"/>
                </a:lnTo>
                <a:lnTo>
                  <a:pt x="904" y="773"/>
                </a:lnTo>
                <a:lnTo>
                  <a:pt x="905" y="772"/>
                </a:lnTo>
                <a:lnTo>
                  <a:pt x="904" y="772"/>
                </a:lnTo>
                <a:lnTo>
                  <a:pt x="904" y="771"/>
                </a:lnTo>
                <a:lnTo>
                  <a:pt x="903" y="771"/>
                </a:lnTo>
                <a:lnTo>
                  <a:pt x="902" y="770"/>
                </a:lnTo>
                <a:lnTo>
                  <a:pt x="901" y="770"/>
                </a:lnTo>
                <a:lnTo>
                  <a:pt x="900" y="770"/>
                </a:lnTo>
                <a:lnTo>
                  <a:pt x="899" y="770"/>
                </a:lnTo>
                <a:lnTo>
                  <a:pt x="897" y="769"/>
                </a:lnTo>
                <a:lnTo>
                  <a:pt x="896" y="768"/>
                </a:lnTo>
                <a:lnTo>
                  <a:pt x="897" y="767"/>
                </a:lnTo>
                <a:lnTo>
                  <a:pt x="898" y="766"/>
                </a:lnTo>
                <a:lnTo>
                  <a:pt x="899" y="766"/>
                </a:lnTo>
                <a:lnTo>
                  <a:pt x="899" y="767"/>
                </a:lnTo>
                <a:lnTo>
                  <a:pt x="900" y="765"/>
                </a:lnTo>
                <a:lnTo>
                  <a:pt x="900" y="764"/>
                </a:lnTo>
                <a:lnTo>
                  <a:pt x="900" y="763"/>
                </a:lnTo>
                <a:lnTo>
                  <a:pt x="899" y="763"/>
                </a:lnTo>
                <a:lnTo>
                  <a:pt x="899" y="762"/>
                </a:lnTo>
                <a:lnTo>
                  <a:pt x="898" y="761"/>
                </a:lnTo>
                <a:lnTo>
                  <a:pt x="897" y="761"/>
                </a:lnTo>
                <a:lnTo>
                  <a:pt x="897" y="760"/>
                </a:lnTo>
                <a:lnTo>
                  <a:pt x="897" y="759"/>
                </a:lnTo>
                <a:lnTo>
                  <a:pt x="897" y="758"/>
                </a:lnTo>
                <a:lnTo>
                  <a:pt x="898" y="757"/>
                </a:lnTo>
                <a:lnTo>
                  <a:pt x="898" y="756"/>
                </a:lnTo>
                <a:lnTo>
                  <a:pt x="898" y="755"/>
                </a:lnTo>
                <a:lnTo>
                  <a:pt x="899" y="755"/>
                </a:lnTo>
                <a:lnTo>
                  <a:pt x="899" y="754"/>
                </a:lnTo>
                <a:lnTo>
                  <a:pt x="900" y="754"/>
                </a:lnTo>
                <a:lnTo>
                  <a:pt x="900" y="755"/>
                </a:lnTo>
                <a:lnTo>
                  <a:pt x="901" y="755"/>
                </a:lnTo>
                <a:lnTo>
                  <a:pt x="902" y="755"/>
                </a:lnTo>
                <a:lnTo>
                  <a:pt x="903" y="755"/>
                </a:lnTo>
                <a:lnTo>
                  <a:pt x="904" y="755"/>
                </a:lnTo>
                <a:lnTo>
                  <a:pt x="904" y="756"/>
                </a:lnTo>
                <a:lnTo>
                  <a:pt x="905" y="756"/>
                </a:lnTo>
                <a:lnTo>
                  <a:pt x="906" y="756"/>
                </a:lnTo>
                <a:lnTo>
                  <a:pt x="907" y="756"/>
                </a:lnTo>
                <a:lnTo>
                  <a:pt x="907" y="757"/>
                </a:lnTo>
                <a:lnTo>
                  <a:pt x="908" y="757"/>
                </a:lnTo>
                <a:lnTo>
                  <a:pt x="908" y="756"/>
                </a:lnTo>
                <a:lnTo>
                  <a:pt x="909" y="756"/>
                </a:lnTo>
                <a:lnTo>
                  <a:pt x="910" y="756"/>
                </a:lnTo>
                <a:lnTo>
                  <a:pt x="910" y="755"/>
                </a:lnTo>
                <a:lnTo>
                  <a:pt x="912" y="754"/>
                </a:lnTo>
                <a:lnTo>
                  <a:pt x="912" y="753"/>
                </a:lnTo>
                <a:lnTo>
                  <a:pt x="911" y="753"/>
                </a:lnTo>
                <a:lnTo>
                  <a:pt x="911" y="752"/>
                </a:lnTo>
                <a:lnTo>
                  <a:pt x="911" y="751"/>
                </a:lnTo>
                <a:lnTo>
                  <a:pt x="912" y="750"/>
                </a:lnTo>
                <a:lnTo>
                  <a:pt x="913" y="750"/>
                </a:lnTo>
                <a:lnTo>
                  <a:pt x="913" y="749"/>
                </a:lnTo>
                <a:lnTo>
                  <a:pt x="913" y="748"/>
                </a:lnTo>
                <a:lnTo>
                  <a:pt x="913" y="747"/>
                </a:lnTo>
                <a:lnTo>
                  <a:pt x="914" y="747"/>
                </a:lnTo>
                <a:lnTo>
                  <a:pt x="915" y="746"/>
                </a:lnTo>
                <a:lnTo>
                  <a:pt x="915" y="745"/>
                </a:lnTo>
                <a:lnTo>
                  <a:pt x="915" y="744"/>
                </a:lnTo>
                <a:lnTo>
                  <a:pt x="916" y="744"/>
                </a:lnTo>
                <a:lnTo>
                  <a:pt x="916" y="743"/>
                </a:lnTo>
                <a:lnTo>
                  <a:pt x="916" y="742"/>
                </a:lnTo>
                <a:lnTo>
                  <a:pt x="916" y="740"/>
                </a:lnTo>
                <a:lnTo>
                  <a:pt x="917" y="740"/>
                </a:lnTo>
                <a:lnTo>
                  <a:pt x="917" y="741"/>
                </a:lnTo>
                <a:lnTo>
                  <a:pt x="918" y="741"/>
                </a:lnTo>
                <a:lnTo>
                  <a:pt x="918" y="740"/>
                </a:lnTo>
                <a:lnTo>
                  <a:pt x="917" y="739"/>
                </a:lnTo>
                <a:lnTo>
                  <a:pt x="917" y="738"/>
                </a:lnTo>
                <a:lnTo>
                  <a:pt x="917" y="739"/>
                </a:lnTo>
                <a:lnTo>
                  <a:pt x="918" y="739"/>
                </a:lnTo>
                <a:lnTo>
                  <a:pt x="918" y="740"/>
                </a:lnTo>
                <a:lnTo>
                  <a:pt x="919" y="739"/>
                </a:lnTo>
                <a:lnTo>
                  <a:pt x="920" y="740"/>
                </a:lnTo>
                <a:lnTo>
                  <a:pt x="920" y="741"/>
                </a:lnTo>
                <a:lnTo>
                  <a:pt x="921" y="741"/>
                </a:lnTo>
                <a:lnTo>
                  <a:pt x="923" y="742"/>
                </a:lnTo>
                <a:lnTo>
                  <a:pt x="923" y="743"/>
                </a:lnTo>
                <a:lnTo>
                  <a:pt x="924" y="743"/>
                </a:lnTo>
                <a:lnTo>
                  <a:pt x="925" y="744"/>
                </a:lnTo>
                <a:lnTo>
                  <a:pt x="926" y="744"/>
                </a:lnTo>
                <a:lnTo>
                  <a:pt x="927" y="744"/>
                </a:lnTo>
                <a:lnTo>
                  <a:pt x="928" y="743"/>
                </a:lnTo>
                <a:lnTo>
                  <a:pt x="928" y="744"/>
                </a:lnTo>
                <a:lnTo>
                  <a:pt x="930" y="744"/>
                </a:lnTo>
                <a:lnTo>
                  <a:pt x="931" y="745"/>
                </a:lnTo>
                <a:lnTo>
                  <a:pt x="931" y="744"/>
                </a:lnTo>
                <a:lnTo>
                  <a:pt x="932" y="744"/>
                </a:lnTo>
                <a:lnTo>
                  <a:pt x="933" y="745"/>
                </a:lnTo>
                <a:lnTo>
                  <a:pt x="933" y="744"/>
                </a:lnTo>
                <a:lnTo>
                  <a:pt x="934" y="744"/>
                </a:lnTo>
                <a:lnTo>
                  <a:pt x="934" y="745"/>
                </a:lnTo>
                <a:lnTo>
                  <a:pt x="935" y="745"/>
                </a:lnTo>
                <a:lnTo>
                  <a:pt x="935" y="746"/>
                </a:lnTo>
                <a:lnTo>
                  <a:pt x="936" y="747"/>
                </a:lnTo>
                <a:lnTo>
                  <a:pt x="938" y="748"/>
                </a:lnTo>
                <a:lnTo>
                  <a:pt x="939" y="748"/>
                </a:lnTo>
                <a:lnTo>
                  <a:pt x="939" y="747"/>
                </a:lnTo>
                <a:lnTo>
                  <a:pt x="940" y="747"/>
                </a:lnTo>
                <a:lnTo>
                  <a:pt x="940" y="746"/>
                </a:lnTo>
                <a:lnTo>
                  <a:pt x="941" y="746"/>
                </a:lnTo>
                <a:lnTo>
                  <a:pt x="941" y="745"/>
                </a:lnTo>
                <a:lnTo>
                  <a:pt x="942" y="745"/>
                </a:lnTo>
                <a:lnTo>
                  <a:pt x="942" y="744"/>
                </a:lnTo>
                <a:lnTo>
                  <a:pt x="941" y="744"/>
                </a:lnTo>
                <a:lnTo>
                  <a:pt x="940" y="744"/>
                </a:lnTo>
                <a:lnTo>
                  <a:pt x="939" y="744"/>
                </a:lnTo>
                <a:lnTo>
                  <a:pt x="939" y="745"/>
                </a:lnTo>
                <a:lnTo>
                  <a:pt x="938" y="745"/>
                </a:lnTo>
                <a:lnTo>
                  <a:pt x="937" y="745"/>
                </a:lnTo>
                <a:lnTo>
                  <a:pt x="937" y="744"/>
                </a:lnTo>
                <a:lnTo>
                  <a:pt x="938" y="744"/>
                </a:lnTo>
                <a:lnTo>
                  <a:pt x="938" y="743"/>
                </a:lnTo>
                <a:lnTo>
                  <a:pt x="939" y="743"/>
                </a:lnTo>
                <a:lnTo>
                  <a:pt x="940" y="743"/>
                </a:lnTo>
                <a:lnTo>
                  <a:pt x="941" y="742"/>
                </a:lnTo>
                <a:lnTo>
                  <a:pt x="942" y="743"/>
                </a:lnTo>
                <a:lnTo>
                  <a:pt x="942" y="742"/>
                </a:lnTo>
                <a:lnTo>
                  <a:pt x="943" y="741"/>
                </a:lnTo>
                <a:lnTo>
                  <a:pt x="943" y="742"/>
                </a:lnTo>
                <a:lnTo>
                  <a:pt x="944" y="742"/>
                </a:lnTo>
                <a:lnTo>
                  <a:pt x="944" y="741"/>
                </a:lnTo>
                <a:lnTo>
                  <a:pt x="944" y="740"/>
                </a:lnTo>
                <a:lnTo>
                  <a:pt x="943" y="740"/>
                </a:lnTo>
                <a:lnTo>
                  <a:pt x="942" y="739"/>
                </a:lnTo>
                <a:lnTo>
                  <a:pt x="941" y="738"/>
                </a:lnTo>
                <a:lnTo>
                  <a:pt x="941" y="737"/>
                </a:lnTo>
                <a:lnTo>
                  <a:pt x="940" y="737"/>
                </a:lnTo>
                <a:lnTo>
                  <a:pt x="940" y="736"/>
                </a:lnTo>
                <a:lnTo>
                  <a:pt x="940" y="735"/>
                </a:lnTo>
                <a:lnTo>
                  <a:pt x="940" y="734"/>
                </a:lnTo>
                <a:lnTo>
                  <a:pt x="941" y="733"/>
                </a:lnTo>
                <a:lnTo>
                  <a:pt x="940" y="733"/>
                </a:lnTo>
                <a:lnTo>
                  <a:pt x="940" y="732"/>
                </a:lnTo>
                <a:lnTo>
                  <a:pt x="939" y="732"/>
                </a:lnTo>
                <a:lnTo>
                  <a:pt x="938" y="732"/>
                </a:lnTo>
                <a:lnTo>
                  <a:pt x="938" y="731"/>
                </a:lnTo>
                <a:lnTo>
                  <a:pt x="937" y="730"/>
                </a:lnTo>
                <a:lnTo>
                  <a:pt x="937" y="729"/>
                </a:lnTo>
                <a:lnTo>
                  <a:pt x="937" y="728"/>
                </a:lnTo>
                <a:lnTo>
                  <a:pt x="936" y="728"/>
                </a:lnTo>
                <a:lnTo>
                  <a:pt x="936" y="727"/>
                </a:lnTo>
                <a:lnTo>
                  <a:pt x="935" y="727"/>
                </a:lnTo>
                <a:lnTo>
                  <a:pt x="934" y="726"/>
                </a:lnTo>
                <a:lnTo>
                  <a:pt x="934" y="725"/>
                </a:lnTo>
                <a:lnTo>
                  <a:pt x="934" y="724"/>
                </a:lnTo>
                <a:lnTo>
                  <a:pt x="934" y="722"/>
                </a:lnTo>
                <a:lnTo>
                  <a:pt x="933" y="721"/>
                </a:lnTo>
                <a:lnTo>
                  <a:pt x="933" y="720"/>
                </a:lnTo>
                <a:lnTo>
                  <a:pt x="933" y="719"/>
                </a:lnTo>
                <a:lnTo>
                  <a:pt x="934" y="719"/>
                </a:lnTo>
                <a:lnTo>
                  <a:pt x="934" y="718"/>
                </a:lnTo>
                <a:lnTo>
                  <a:pt x="934" y="717"/>
                </a:lnTo>
                <a:lnTo>
                  <a:pt x="935" y="717"/>
                </a:lnTo>
                <a:lnTo>
                  <a:pt x="936" y="716"/>
                </a:lnTo>
                <a:lnTo>
                  <a:pt x="936" y="715"/>
                </a:lnTo>
                <a:lnTo>
                  <a:pt x="937" y="715"/>
                </a:lnTo>
                <a:lnTo>
                  <a:pt x="938" y="715"/>
                </a:lnTo>
                <a:lnTo>
                  <a:pt x="938" y="714"/>
                </a:lnTo>
                <a:lnTo>
                  <a:pt x="939" y="714"/>
                </a:lnTo>
                <a:lnTo>
                  <a:pt x="939" y="713"/>
                </a:lnTo>
                <a:lnTo>
                  <a:pt x="940" y="713"/>
                </a:lnTo>
                <a:lnTo>
                  <a:pt x="940" y="712"/>
                </a:lnTo>
                <a:lnTo>
                  <a:pt x="941" y="712"/>
                </a:lnTo>
                <a:lnTo>
                  <a:pt x="941" y="711"/>
                </a:lnTo>
                <a:lnTo>
                  <a:pt x="942" y="711"/>
                </a:lnTo>
                <a:lnTo>
                  <a:pt x="943" y="711"/>
                </a:lnTo>
                <a:lnTo>
                  <a:pt x="944" y="711"/>
                </a:lnTo>
                <a:lnTo>
                  <a:pt x="945" y="711"/>
                </a:lnTo>
                <a:lnTo>
                  <a:pt x="945" y="712"/>
                </a:lnTo>
                <a:lnTo>
                  <a:pt x="946" y="711"/>
                </a:lnTo>
                <a:lnTo>
                  <a:pt x="947" y="711"/>
                </a:lnTo>
                <a:lnTo>
                  <a:pt x="948" y="711"/>
                </a:lnTo>
                <a:lnTo>
                  <a:pt x="948" y="712"/>
                </a:lnTo>
                <a:lnTo>
                  <a:pt x="949" y="712"/>
                </a:lnTo>
                <a:lnTo>
                  <a:pt x="950" y="712"/>
                </a:lnTo>
                <a:lnTo>
                  <a:pt x="951" y="712"/>
                </a:lnTo>
                <a:lnTo>
                  <a:pt x="952" y="712"/>
                </a:lnTo>
                <a:lnTo>
                  <a:pt x="953" y="712"/>
                </a:lnTo>
                <a:lnTo>
                  <a:pt x="954" y="712"/>
                </a:lnTo>
                <a:lnTo>
                  <a:pt x="954" y="713"/>
                </a:lnTo>
                <a:lnTo>
                  <a:pt x="954" y="714"/>
                </a:lnTo>
                <a:lnTo>
                  <a:pt x="956" y="714"/>
                </a:lnTo>
                <a:lnTo>
                  <a:pt x="957" y="714"/>
                </a:lnTo>
                <a:lnTo>
                  <a:pt x="957" y="713"/>
                </a:lnTo>
                <a:lnTo>
                  <a:pt x="957" y="712"/>
                </a:lnTo>
                <a:lnTo>
                  <a:pt x="957" y="711"/>
                </a:lnTo>
                <a:lnTo>
                  <a:pt x="957" y="710"/>
                </a:lnTo>
                <a:lnTo>
                  <a:pt x="957" y="709"/>
                </a:lnTo>
                <a:lnTo>
                  <a:pt x="957" y="708"/>
                </a:lnTo>
                <a:lnTo>
                  <a:pt x="957" y="707"/>
                </a:lnTo>
                <a:lnTo>
                  <a:pt x="957" y="704"/>
                </a:lnTo>
                <a:lnTo>
                  <a:pt x="956" y="704"/>
                </a:lnTo>
                <a:lnTo>
                  <a:pt x="956" y="702"/>
                </a:lnTo>
                <a:lnTo>
                  <a:pt x="957" y="701"/>
                </a:lnTo>
                <a:lnTo>
                  <a:pt x="957" y="700"/>
                </a:lnTo>
                <a:lnTo>
                  <a:pt x="958" y="699"/>
                </a:lnTo>
                <a:lnTo>
                  <a:pt x="958" y="698"/>
                </a:lnTo>
                <a:lnTo>
                  <a:pt x="959" y="697"/>
                </a:lnTo>
                <a:lnTo>
                  <a:pt x="958" y="697"/>
                </a:lnTo>
                <a:lnTo>
                  <a:pt x="958" y="696"/>
                </a:lnTo>
                <a:lnTo>
                  <a:pt x="958" y="695"/>
                </a:lnTo>
                <a:lnTo>
                  <a:pt x="957" y="695"/>
                </a:lnTo>
                <a:lnTo>
                  <a:pt x="957" y="694"/>
                </a:lnTo>
                <a:lnTo>
                  <a:pt x="958" y="693"/>
                </a:lnTo>
                <a:lnTo>
                  <a:pt x="959" y="693"/>
                </a:lnTo>
                <a:lnTo>
                  <a:pt x="959" y="692"/>
                </a:lnTo>
                <a:lnTo>
                  <a:pt x="958" y="692"/>
                </a:lnTo>
                <a:lnTo>
                  <a:pt x="957" y="692"/>
                </a:lnTo>
                <a:lnTo>
                  <a:pt x="955" y="692"/>
                </a:lnTo>
                <a:lnTo>
                  <a:pt x="955" y="691"/>
                </a:lnTo>
                <a:lnTo>
                  <a:pt x="954" y="690"/>
                </a:lnTo>
                <a:lnTo>
                  <a:pt x="953" y="689"/>
                </a:lnTo>
                <a:lnTo>
                  <a:pt x="953" y="690"/>
                </a:lnTo>
                <a:lnTo>
                  <a:pt x="952" y="690"/>
                </a:lnTo>
                <a:lnTo>
                  <a:pt x="952" y="689"/>
                </a:lnTo>
                <a:lnTo>
                  <a:pt x="951" y="689"/>
                </a:lnTo>
                <a:lnTo>
                  <a:pt x="951" y="688"/>
                </a:lnTo>
                <a:lnTo>
                  <a:pt x="951" y="687"/>
                </a:lnTo>
                <a:lnTo>
                  <a:pt x="952" y="687"/>
                </a:lnTo>
                <a:lnTo>
                  <a:pt x="953" y="687"/>
                </a:lnTo>
                <a:lnTo>
                  <a:pt x="954" y="687"/>
                </a:lnTo>
                <a:lnTo>
                  <a:pt x="955" y="686"/>
                </a:lnTo>
                <a:lnTo>
                  <a:pt x="956" y="686"/>
                </a:lnTo>
                <a:lnTo>
                  <a:pt x="956" y="685"/>
                </a:lnTo>
                <a:lnTo>
                  <a:pt x="957" y="684"/>
                </a:lnTo>
                <a:lnTo>
                  <a:pt x="957" y="683"/>
                </a:lnTo>
                <a:lnTo>
                  <a:pt x="957" y="682"/>
                </a:lnTo>
                <a:lnTo>
                  <a:pt x="957" y="681"/>
                </a:lnTo>
                <a:lnTo>
                  <a:pt x="958" y="681"/>
                </a:lnTo>
                <a:lnTo>
                  <a:pt x="959" y="680"/>
                </a:lnTo>
                <a:lnTo>
                  <a:pt x="959" y="679"/>
                </a:lnTo>
                <a:lnTo>
                  <a:pt x="959" y="678"/>
                </a:lnTo>
                <a:lnTo>
                  <a:pt x="960" y="678"/>
                </a:lnTo>
                <a:lnTo>
                  <a:pt x="960" y="677"/>
                </a:lnTo>
                <a:lnTo>
                  <a:pt x="961" y="677"/>
                </a:lnTo>
                <a:lnTo>
                  <a:pt x="961" y="676"/>
                </a:lnTo>
                <a:lnTo>
                  <a:pt x="962" y="676"/>
                </a:lnTo>
                <a:lnTo>
                  <a:pt x="963" y="676"/>
                </a:lnTo>
                <a:lnTo>
                  <a:pt x="964" y="676"/>
                </a:lnTo>
                <a:lnTo>
                  <a:pt x="965" y="676"/>
                </a:lnTo>
                <a:lnTo>
                  <a:pt x="967" y="676"/>
                </a:lnTo>
                <a:lnTo>
                  <a:pt x="968" y="675"/>
                </a:lnTo>
                <a:lnTo>
                  <a:pt x="967" y="675"/>
                </a:lnTo>
                <a:lnTo>
                  <a:pt x="967" y="674"/>
                </a:lnTo>
                <a:lnTo>
                  <a:pt x="966" y="674"/>
                </a:lnTo>
                <a:lnTo>
                  <a:pt x="966" y="673"/>
                </a:lnTo>
                <a:lnTo>
                  <a:pt x="965" y="673"/>
                </a:lnTo>
                <a:lnTo>
                  <a:pt x="964" y="673"/>
                </a:lnTo>
                <a:lnTo>
                  <a:pt x="963" y="673"/>
                </a:lnTo>
                <a:lnTo>
                  <a:pt x="964" y="672"/>
                </a:lnTo>
                <a:lnTo>
                  <a:pt x="964" y="671"/>
                </a:lnTo>
                <a:lnTo>
                  <a:pt x="964" y="670"/>
                </a:lnTo>
                <a:lnTo>
                  <a:pt x="963" y="670"/>
                </a:lnTo>
                <a:lnTo>
                  <a:pt x="962" y="670"/>
                </a:lnTo>
                <a:lnTo>
                  <a:pt x="961" y="670"/>
                </a:lnTo>
                <a:lnTo>
                  <a:pt x="961" y="669"/>
                </a:lnTo>
                <a:lnTo>
                  <a:pt x="960" y="669"/>
                </a:lnTo>
                <a:lnTo>
                  <a:pt x="959" y="668"/>
                </a:lnTo>
                <a:lnTo>
                  <a:pt x="959" y="667"/>
                </a:lnTo>
                <a:lnTo>
                  <a:pt x="958" y="667"/>
                </a:lnTo>
                <a:lnTo>
                  <a:pt x="957" y="667"/>
                </a:lnTo>
                <a:lnTo>
                  <a:pt x="956" y="667"/>
                </a:lnTo>
                <a:lnTo>
                  <a:pt x="956" y="666"/>
                </a:lnTo>
                <a:lnTo>
                  <a:pt x="955" y="666"/>
                </a:lnTo>
                <a:lnTo>
                  <a:pt x="954" y="666"/>
                </a:lnTo>
                <a:lnTo>
                  <a:pt x="954" y="664"/>
                </a:lnTo>
                <a:lnTo>
                  <a:pt x="953" y="664"/>
                </a:lnTo>
                <a:lnTo>
                  <a:pt x="953" y="663"/>
                </a:lnTo>
                <a:lnTo>
                  <a:pt x="952" y="663"/>
                </a:lnTo>
                <a:lnTo>
                  <a:pt x="951" y="663"/>
                </a:lnTo>
                <a:lnTo>
                  <a:pt x="951" y="662"/>
                </a:lnTo>
                <a:lnTo>
                  <a:pt x="950" y="662"/>
                </a:lnTo>
                <a:lnTo>
                  <a:pt x="949" y="663"/>
                </a:lnTo>
                <a:lnTo>
                  <a:pt x="948" y="662"/>
                </a:lnTo>
                <a:lnTo>
                  <a:pt x="947" y="662"/>
                </a:lnTo>
                <a:lnTo>
                  <a:pt x="947" y="661"/>
                </a:lnTo>
                <a:lnTo>
                  <a:pt x="946" y="661"/>
                </a:lnTo>
                <a:lnTo>
                  <a:pt x="946" y="660"/>
                </a:lnTo>
                <a:lnTo>
                  <a:pt x="946" y="659"/>
                </a:lnTo>
                <a:lnTo>
                  <a:pt x="946" y="658"/>
                </a:lnTo>
                <a:lnTo>
                  <a:pt x="945" y="658"/>
                </a:lnTo>
                <a:lnTo>
                  <a:pt x="945" y="657"/>
                </a:lnTo>
                <a:lnTo>
                  <a:pt x="945" y="656"/>
                </a:lnTo>
                <a:lnTo>
                  <a:pt x="946" y="655"/>
                </a:lnTo>
                <a:lnTo>
                  <a:pt x="944" y="655"/>
                </a:lnTo>
                <a:lnTo>
                  <a:pt x="944" y="654"/>
                </a:lnTo>
                <a:lnTo>
                  <a:pt x="944" y="653"/>
                </a:lnTo>
                <a:lnTo>
                  <a:pt x="943" y="653"/>
                </a:lnTo>
                <a:lnTo>
                  <a:pt x="942" y="652"/>
                </a:lnTo>
                <a:lnTo>
                  <a:pt x="942" y="651"/>
                </a:lnTo>
                <a:lnTo>
                  <a:pt x="942" y="650"/>
                </a:lnTo>
                <a:lnTo>
                  <a:pt x="941" y="650"/>
                </a:lnTo>
                <a:lnTo>
                  <a:pt x="940" y="649"/>
                </a:lnTo>
                <a:lnTo>
                  <a:pt x="941" y="648"/>
                </a:lnTo>
                <a:lnTo>
                  <a:pt x="942" y="648"/>
                </a:lnTo>
                <a:lnTo>
                  <a:pt x="942" y="647"/>
                </a:lnTo>
                <a:lnTo>
                  <a:pt x="943" y="647"/>
                </a:lnTo>
                <a:lnTo>
                  <a:pt x="943" y="646"/>
                </a:lnTo>
                <a:lnTo>
                  <a:pt x="943" y="645"/>
                </a:lnTo>
                <a:lnTo>
                  <a:pt x="942" y="645"/>
                </a:lnTo>
                <a:lnTo>
                  <a:pt x="941" y="644"/>
                </a:lnTo>
                <a:lnTo>
                  <a:pt x="941" y="643"/>
                </a:lnTo>
                <a:lnTo>
                  <a:pt x="940" y="643"/>
                </a:lnTo>
                <a:lnTo>
                  <a:pt x="939" y="643"/>
                </a:lnTo>
                <a:lnTo>
                  <a:pt x="938" y="641"/>
                </a:lnTo>
                <a:lnTo>
                  <a:pt x="938" y="639"/>
                </a:lnTo>
                <a:lnTo>
                  <a:pt x="938" y="638"/>
                </a:lnTo>
                <a:lnTo>
                  <a:pt x="939" y="638"/>
                </a:lnTo>
                <a:lnTo>
                  <a:pt x="940" y="638"/>
                </a:lnTo>
                <a:lnTo>
                  <a:pt x="940" y="637"/>
                </a:lnTo>
                <a:lnTo>
                  <a:pt x="939" y="637"/>
                </a:lnTo>
                <a:lnTo>
                  <a:pt x="938" y="637"/>
                </a:lnTo>
                <a:lnTo>
                  <a:pt x="938" y="636"/>
                </a:lnTo>
                <a:lnTo>
                  <a:pt x="937" y="636"/>
                </a:lnTo>
                <a:lnTo>
                  <a:pt x="936" y="635"/>
                </a:lnTo>
                <a:lnTo>
                  <a:pt x="936" y="634"/>
                </a:lnTo>
                <a:lnTo>
                  <a:pt x="937" y="634"/>
                </a:lnTo>
                <a:lnTo>
                  <a:pt x="936" y="634"/>
                </a:lnTo>
                <a:lnTo>
                  <a:pt x="936" y="633"/>
                </a:lnTo>
                <a:lnTo>
                  <a:pt x="934" y="633"/>
                </a:lnTo>
                <a:lnTo>
                  <a:pt x="933" y="633"/>
                </a:lnTo>
                <a:lnTo>
                  <a:pt x="932" y="632"/>
                </a:lnTo>
                <a:lnTo>
                  <a:pt x="931" y="632"/>
                </a:lnTo>
                <a:lnTo>
                  <a:pt x="930" y="631"/>
                </a:lnTo>
                <a:lnTo>
                  <a:pt x="928" y="630"/>
                </a:lnTo>
                <a:lnTo>
                  <a:pt x="928" y="629"/>
                </a:lnTo>
                <a:lnTo>
                  <a:pt x="927" y="628"/>
                </a:lnTo>
                <a:lnTo>
                  <a:pt x="926" y="628"/>
                </a:lnTo>
                <a:lnTo>
                  <a:pt x="926" y="627"/>
                </a:lnTo>
                <a:lnTo>
                  <a:pt x="926" y="626"/>
                </a:lnTo>
                <a:lnTo>
                  <a:pt x="926" y="625"/>
                </a:lnTo>
                <a:lnTo>
                  <a:pt x="926" y="624"/>
                </a:lnTo>
                <a:lnTo>
                  <a:pt x="926" y="623"/>
                </a:lnTo>
                <a:lnTo>
                  <a:pt x="926" y="622"/>
                </a:lnTo>
                <a:lnTo>
                  <a:pt x="926" y="621"/>
                </a:lnTo>
                <a:lnTo>
                  <a:pt x="927" y="621"/>
                </a:lnTo>
                <a:lnTo>
                  <a:pt x="928" y="621"/>
                </a:lnTo>
                <a:lnTo>
                  <a:pt x="929" y="621"/>
                </a:lnTo>
                <a:lnTo>
                  <a:pt x="930" y="621"/>
                </a:lnTo>
                <a:lnTo>
                  <a:pt x="930" y="620"/>
                </a:lnTo>
                <a:lnTo>
                  <a:pt x="931" y="620"/>
                </a:lnTo>
                <a:lnTo>
                  <a:pt x="932" y="619"/>
                </a:lnTo>
                <a:lnTo>
                  <a:pt x="933" y="619"/>
                </a:lnTo>
                <a:lnTo>
                  <a:pt x="933" y="618"/>
                </a:lnTo>
                <a:lnTo>
                  <a:pt x="933" y="617"/>
                </a:lnTo>
                <a:lnTo>
                  <a:pt x="934" y="617"/>
                </a:lnTo>
                <a:lnTo>
                  <a:pt x="935" y="618"/>
                </a:lnTo>
                <a:lnTo>
                  <a:pt x="936" y="618"/>
                </a:lnTo>
                <a:lnTo>
                  <a:pt x="935" y="617"/>
                </a:lnTo>
                <a:lnTo>
                  <a:pt x="935" y="616"/>
                </a:lnTo>
                <a:lnTo>
                  <a:pt x="934" y="615"/>
                </a:lnTo>
                <a:lnTo>
                  <a:pt x="933" y="614"/>
                </a:lnTo>
                <a:lnTo>
                  <a:pt x="932" y="614"/>
                </a:lnTo>
                <a:lnTo>
                  <a:pt x="931" y="613"/>
                </a:lnTo>
                <a:lnTo>
                  <a:pt x="931" y="612"/>
                </a:lnTo>
                <a:lnTo>
                  <a:pt x="930" y="612"/>
                </a:lnTo>
                <a:lnTo>
                  <a:pt x="931" y="612"/>
                </a:lnTo>
                <a:lnTo>
                  <a:pt x="930" y="612"/>
                </a:lnTo>
                <a:lnTo>
                  <a:pt x="930" y="611"/>
                </a:lnTo>
                <a:lnTo>
                  <a:pt x="929" y="610"/>
                </a:lnTo>
                <a:lnTo>
                  <a:pt x="929" y="609"/>
                </a:lnTo>
                <a:lnTo>
                  <a:pt x="928" y="609"/>
                </a:lnTo>
                <a:lnTo>
                  <a:pt x="927" y="608"/>
                </a:lnTo>
                <a:lnTo>
                  <a:pt x="926" y="608"/>
                </a:lnTo>
                <a:lnTo>
                  <a:pt x="925" y="608"/>
                </a:lnTo>
                <a:lnTo>
                  <a:pt x="924" y="608"/>
                </a:lnTo>
                <a:lnTo>
                  <a:pt x="924" y="607"/>
                </a:lnTo>
                <a:lnTo>
                  <a:pt x="923" y="606"/>
                </a:lnTo>
                <a:lnTo>
                  <a:pt x="922" y="605"/>
                </a:lnTo>
                <a:lnTo>
                  <a:pt x="922" y="604"/>
                </a:lnTo>
                <a:lnTo>
                  <a:pt x="922" y="603"/>
                </a:lnTo>
                <a:lnTo>
                  <a:pt x="922" y="602"/>
                </a:lnTo>
                <a:lnTo>
                  <a:pt x="921" y="602"/>
                </a:lnTo>
                <a:lnTo>
                  <a:pt x="920" y="602"/>
                </a:lnTo>
                <a:lnTo>
                  <a:pt x="919" y="602"/>
                </a:lnTo>
                <a:lnTo>
                  <a:pt x="918" y="601"/>
                </a:lnTo>
                <a:lnTo>
                  <a:pt x="918" y="600"/>
                </a:lnTo>
                <a:lnTo>
                  <a:pt x="918" y="601"/>
                </a:lnTo>
                <a:lnTo>
                  <a:pt x="917" y="601"/>
                </a:lnTo>
                <a:lnTo>
                  <a:pt x="917" y="600"/>
                </a:lnTo>
                <a:lnTo>
                  <a:pt x="916" y="600"/>
                </a:lnTo>
                <a:lnTo>
                  <a:pt x="916" y="599"/>
                </a:lnTo>
                <a:lnTo>
                  <a:pt x="915" y="599"/>
                </a:lnTo>
                <a:lnTo>
                  <a:pt x="914" y="599"/>
                </a:lnTo>
                <a:lnTo>
                  <a:pt x="913" y="599"/>
                </a:lnTo>
                <a:lnTo>
                  <a:pt x="913" y="598"/>
                </a:lnTo>
                <a:lnTo>
                  <a:pt x="912" y="598"/>
                </a:lnTo>
                <a:lnTo>
                  <a:pt x="912" y="597"/>
                </a:lnTo>
                <a:lnTo>
                  <a:pt x="913" y="597"/>
                </a:lnTo>
                <a:lnTo>
                  <a:pt x="913" y="596"/>
                </a:lnTo>
                <a:lnTo>
                  <a:pt x="913" y="595"/>
                </a:lnTo>
                <a:lnTo>
                  <a:pt x="914" y="595"/>
                </a:lnTo>
                <a:lnTo>
                  <a:pt x="915" y="594"/>
                </a:lnTo>
                <a:lnTo>
                  <a:pt x="915" y="593"/>
                </a:lnTo>
                <a:lnTo>
                  <a:pt x="917" y="592"/>
                </a:lnTo>
                <a:lnTo>
                  <a:pt x="916" y="591"/>
                </a:lnTo>
                <a:lnTo>
                  <a:pt x="916" y="590"/>
                </a:lnTo>
                <a:lnTo>
                  <a:pt x="916" y="589"/>
                </a:lnTo>
                <a:lnTo>
                  <a:pt x="916" y="588"/>
                </a:lnTo>
                <a:lnTo>
                  <a:pt x="916" y="587"/>
                </a:lnTo>
                <a:lnTo>
                  <a:pt x="915" y="587"/>
                </a:lnTo>
                <a:lnTo>
                  <a:pt x="915" y="586"/>
                </a:lnTo>
                <a:lnTo>
                  <a:pt x="916" y="585"/>
                </a:lnTo>
                <a:lnTo>
                  <a:pt x="917" y="585"/>
                </a:lnTo>
                <a:lnTo>
                  <a:pt x="918" y="585"/>
                </a:lnTo>
                <a:lnTo>
                  <a:pt x="919" y="585"/>
                </a:lnTo>
                <a:lnTo>
                  <a:pt x="920" y="585"/>
                </a:lnTo>
                <a:lnTo>
                  <a:pt x="921" y="585"/>
                </a:lnTo>
                <a:lnTo>
                  <a:pt x="922" y="585"/>
                </a:lnTo>
                <a:lnTo>
                  <a:pt x="923" y="584"/>
                </a:lnTo>
                <a:lnTo>
                  <a:pt x="924" y="584"/>
                </a:lnTo>
                <a:lnTo>
                  <a:pt x="925" y="584"/>
                </a:lnTo>
                <a:lnTo>
                  <a:pt x="927" y="584"/>
                </a:lnTo>
                <a:lnTo>
                  <a:pt x="928" y="584"/>
                </a:lnTo>
                <a:lnTo>
                  <a:pt x="929" y="584"/>
                </a:lnTo>
                <a:lnTo>
                  <a:pt x="929" y="583"/>
                </a:lnTo>
                <a:lnTo>
                  <a:pt x="929" y="582"/>
                </a:lnTo>
                <a:lnTo>
                  <a:pt x="928" y="581"/>
                </a:lnTo>
                <a:lnTo>
                  <a:pt x="927" y="580"/>
                </a:lnTo>
                <a:lnTo>
                  <a:pt x="926" y="579"/>
                </a:lnTo>
                <a:lnTo>
                  <a:pt x="926" y="578"/>
                </a:lnTo>
                <a:lnTo>
                  <a:pt x="926" y="577"/>
                </a:lnTo>
                <a:lnTo>
                  <a:pt x="925" y="576"/>
                </a:lnTo>
                <a:lnTo>
                  <a:pt x="925" y="577"/>
                </a:lnTo>
                <a:lnTo>
                  <a:pt x="923" y="577"/>
                </a:lnTo>
                <a:lnTo>
                  <a:pt x="922" y="576"/>
                </a:lnTo>
                <a:lnTo>
                  <a:pt x="922" y="575"/>
                </a:lnTo>
                <a:lnTo>
                  <a:pt x="922" y="574"/>
                </a:lnTo>
                <a:lnTo>
                  <a:pt x="921" y="574"/>
                </a:lnTo>
                <a:lnTo>
                  <a:pt x="920" y="574"/>
                </a:lnTo>
                <a:lnTo>
                  <a:pt x="920" y="573"/>
                </a:lnTo>
                <a:lnTo>
                  <a:pt x="920" y="572"/>
                </a:lnTo>
                <a:lnTo>
                  <a:pt x="919" y="572"/>
                </a:lnTo>
                <a:lnTo>
                  <a:pt x="918" y="572"/>
                </a:lnTo>
                <a:lnTo>
                  <a:pt x="917" y="572"/>
                </a:lnTo>
                <a:lnTo>
                  <a:pt x="915" y="571"/>
                </a:lnTo>
                <a:lnTo>
                  <a:pt x="915" y="570"/>
                </a:lnTo>
                <a:lnTo>
                  <a:pt x="914" y="570"/>
                </a:lnTo>
                <a:lnTo>
                  <a:pt x="914" y="569"/>
                </a:lnTo>
                <a:lnTo>
                  <a:pt x="913" y="569"/>
                </a:lnTo>
                <a:lnTo>
                  <a:pt x="912" y="569"/>
                </a:lnTo>
                <a:lnTo>
                  <a:pt x="912" y="568"/>
                </a:lnTo>
                <a:lnTo>
                  <a:pt x="912" y="567"/>
                </a:lnTo>
                <a:lnTo>
                  <a:pt x="912" y="566"/>
                </a:lnTo>
                <a:lnTo>
                  <a:pt x="911" y="566"/>
                </a:lnTo>
                <a:lnTo>
                  <a:pt x="910" y="565"/>
                </a:lnTo>
                <a:lnTo>
                  <a:pt x="909" y="564"/>
                </a:lnTo>
                <a:lnTo>
                  <a:pt x="910" y="563"/>
                </a:lnTo>
                <a:lnTo>
                  <a:pt x="909" y="562"/>
                </a:lnTo>
                <a:lnTo>
                  <a:pt x="908" y="562"/>
                </a:lnTo>
                <a:lnTo>
                  <a:pt x="907" y="562"/>
                </a:lnTo>
                <a:lnTo>
                  <a:pt x="907" y="561"/>
                </a:lnTo>
                <a:lnTo>
                  <a:pt x="906" y="561"/>
                </a:lnTo>
                <a:lnTo>
                  <a:pt x="905" y="561"/>
                </a:lnTo>
                <a:lnTo>
                  <a:pt x="904" y="561"/>
                </a:lnTo>
                <a:lnTo>
                  <a:pt x="904" y="560"/>
                </a:lnTo>
                <a:lnTo>
                  <a:pt x="902" y="559"/>
                </a:lnTo>
                <a:lnTo>
                  <a:pt x="900" y="558"/>
                </a:lnTo>
                <a:lnTo>
                  <a:pt x="899" y="557"/>
                </a:lnTo>
                <a:lnTo>
                  <a:pt x="898" y="556"/>
                </a:lnTo>
                <a:lnTo>
                  <a:pt x="898" y="555"/>
                </a:lnTo>
                <a:lnTo>
                  <a:pt x="898" y="554"/>
                </a:lnTo>
                <a:lnTo>
                  <a:pt x="897" y="554"/>
                </a:lnTo>
                <a:lnTo>
                  <a:pt x="896" y="554"/>
                </a:lnTo>
                <a:lnTo>
                  <a:pt x="895" y="554"/>
                </a:lnTo>
                <a:lnTo>
                  <a:pt x="894" y="553"/>
                </a:lnTo>
                <a:lnTo>
                  <a:pt x="894" y="552"/>
                </a:lnTo>
                <a:lnTo>
                  <a:pt x="893" y="552"/>
                </a:lnTo>
                <a:lnTo>
                  <a:pt x="892" y="552"/>
                </a:lnTo>
                <a:lnTo>
                  <a:pt x="891" y="552"/>
                </a:lnTo>
                <a:lnTo>
                  <a:pt x="889" y="551"/>
                </a:lnTo>
                <a:lnTo>
                  <a:pt x="888" y="551"/>
                </a:lnTo>
                <a:lnTo>
                  <a:pt x="888" y="550"/>
                </a:lnTo>
                <a:lnTo>
                  <a:pt x="888" y="549"/>
                </a:lnTo>
                <a:lnTo>
                  <a:pt x="887" y="548"/>
                </a:lnTo>
                <a:lnTo>
                  <a:pt x="887" y="547"/>
                </a:lnTo>
                <a:lnTo>
                  <a:pt x="886" y="547"/>
                </a:lnTo>
                <a:lnTo>
                  <a:pt x="886" y="546"/>
                </a:lnTo>
                <a:lnTo>
                  <a:pt x="885" y="546"/>
                </a:lnTo>
                <a:lnTo>
                  <a:pt x="884" y="546"/>
                </a:lnTo>
                <a:lnTo>
                  <a:pt x="883" y="545"/>
                </a:lnTo>
                <a:lnTo>
                  <a:pt x="882" y="545"/>
                </a:lnTo>
                <a:lnTo>
                  <a:pt x="881" y="545"/>
                </a:lnTo>
                <a:lnTo>
                  <a:pt x="880" y="545"/>
                </a:lnTo>
                <a:lnTo>
                  <a:pt x="880" y="544"/>
                </a:lnTo>
                <a:lnTo>
                  <a:pt x="881" y="544"/>
                </a:lnTo>
                <a:lnTo>
                  <a:pt x="881" y="542"/>
                </a:lnTo>
                <a:lnTo>
                  <a:pt x="882" y="542"/>
                </a:lnTo>
                <a:lnTo>
                  <a:pt x="882" y="541"/>
                </a:lnTo>
                <a:lnTo>
                  <a:pt x="882" y="540"/>
                </a:lnTo>
                <a:lnTo>
                  <a:pt x="882" y="539"/>
                </a:lnTo>
                <a:lnTo>
                  <a:pt x="883" y="539"/>
                </a:lnTo>
                <a:lnTo>
                  <a:pt x="883" y="538"/>
                </a:lnTo>
                <a:lnTo>
                  <a:pt x="882" y="538"/>
                </a:lnTo>
                <a:lnTo>
                  <a:pt x="881" y="537"/>
                </a:lnTo>
                <a:lnTo>
                  <a:pt x="881" y="536"/>
                </a:lnTo>
                <a:lnTo>
                  <a:pt x="880" y="536"/>
                </a:lnTo>
                <a:lnTo>
                  <a:pt x="879" y="535"/>
                </a:lnTo>
                <a:lnTo>
                  <a:pt x="878" y="535"/>
                </a:lnTo>
                <a:lnTo>
                  <a:pt x="878" y="534"/>
                </a:lnTo>
                <a:lnTo>
                  <a:pt x="877" y="534"/>
                </a:lnTo>
                <a:lnTo>
                  <a:pt x="877" y="533"/>
                </a:lnTo>
                <a:lnTo>
                  <a:pt x="877" y="532"/>
                </a:lnTo>
                <a:lnTo>
                  <a:pt x="876" y="531"/>
                </a:lnTo>
                <a:lnTo>
                  <a:pt x="875" y="531"/>
                </a:lnTo>
                <a:lnTo>
                  <a:pt x="875" y="530"/>
                </a:lnTo>
                <a:lnTo>
                  <a:pt x="874" y="530"/>
                </a:lnTo>
                <a:lnTo>
                  <a:pt x="875" y="529"/>
                </a:lnTo>
                <a:lnTo>
                  <a:pt x="875" y="528"/>
                </a:lnTo>
                <a:lnTo>
                  <a:pt x="876" y="528"/>
                </a:lnTo>
                <a:lnTo>
                  <a:pt x="875" y="527"/>
                </a:lnTo>
                <a:lnTo>
                  <a:pt x="874" y="526"/>
                </a:lnTo>
                <a:lnTo>
                  <a:pt x="874" y="525"/>
                </a:lnTo>
                <a:lnTo>
                  <a:pt x="875" y="525"/>
                </a:lnTo>
                <a:lnTo>
                  <a:pt x="875" y="524"/>
                </a:lnTo>
                <a:lnTo>
                  <a:pt x="874" y="524"/>
                </a:lnTo>
                <a:lnTo>
                  <a:pt x="873" y="523"/>
                </a:lnTo>
                <a:lnTo>
                  <a:pt x="873" y="522"/>
                </a:lnTo>
                <a:lnTo>
                  <a:pt x="872" y="521"/>
                </a:lnTo>
                <a:lnTo>
                  <a:pt x="871" y="521"/>
                </a:lnTo>
                <a:lnTo>
                  <a:pt x="871" y="520"/>
                </a:lnTo>
                <a:lnTo>
                  <a:pt x="870" y="520"/>
                </a:lnTo>
                <a:lnTo>
                  <a:pt x="869" y="520"/>
                </a:lnTo>
                <a:lnTo>
                  <a:pt x="868" y="520"/>
                </a:lnTo>
                <a:lnTo>
                  <a:pt x="867" y="520"/>
                </a:lnTo>
                <a:lnTo>
                  <a:pt x="866" y="520"/>
                </a:lnTo>
                <a:lnTo>
                  <a:pt x="865" y="520"/>
                </a:lnTo>
                <a:lnTo>
                  <a:pt x="864" y="521"/>
                </a:lnTo>
                <a:lnTo>
                  <a:pt x="864" y="522"/>
                </a:lnTo>
                <a:lnTo>
                  <a:pt x="863" y="522"/>
                </a:lnTo>
                <a:lnTo>
                  <a:pt x="862" y="522"/>
                </a:lnTo>
                <a:lnTo>
                  <a:pt x="862" y="523"/>
                </a:lnTo>
                <a:lnTo>
                  <a:pt x="861" y="523"/>
                </a:lnTo>
                <a:lnTo>
                  <a:pt x="860" y="524"/>
                </a:lnTo>
                <a:lnTo>
                  <a:pt x="860" y="525"/>
                </a:lnTo>
                <a:lnTo>
                  <a:pt x="860" y="526"/>
                </a:lnTo>
                <a:lnTo>
                  <a:pt x="859" y="526"/>
                </a:lnTo>
                <a:lnTo>
                  <a:pt x="859" y="527"/>
                </a:lnTo>
                <a:lnTo>
                  <a:pt x="859" y="526"/>
                </a:lnTo>
                <a:lnTo>
                  <a:pt x="858" y="526"/>
                </a:lnTo>
                <a:lnTo>
                  <a:pt x="858" y="527"/>
                </a:lnTo>
                <a:lnTo>
                  <a:pt x="857" y="527"/>
                </a:lnTo>
                <a:lnTo>
                  <a:pt x="856" y="527"/>
                </a:lnTo>
                <a:lnTo>
                  <a:pt x="855" y="527"/>
                </a:lnTo>
                <a:lnTo>
                  <a:pt x="854" y="527"/>
                </a:lnTo>
                <a:lnTo>
                  <a:pt x="855" y="527"/>
                </a:lnTo>
                <a:lnTo>
                  <a:pt x="854" y="527"/>
                </a:lnTo>
                <a:lnTo>
                  <a:pt x="854" y="525"/>
                </a:lnTo>
                <a:lnTo>
                  <a:pt x="855" y="525"/>
                </a:lnTo>
                <a:lnTo>
                  <a:pt x="855" y="524"/>
                </a:lnTo>
                <a:lnTo>
                  <a:pt x="854" y="524"/>
                </a:lnTo>
                <a:lnTo>
                  <a:pt x="853" y="524"/>
                </a:lnTo>
                <a:lnTo>
                  <a:pt x="853" y="523"/>
                </a:lnTo>
                <a:lnTo>
                  <a:pt x="852" y="523"/>
                </a:lnTo>
                <a:lnTo>
                  <a:pt x="851" y="523"/>
                </a:lnTo>
                <a:lnTo>
                  <a:pt x="850" y="523"/>
                </a:lnTo>
                <a:lnTo>
                  <a:pt x="850" y="522"/>
                </a:lnTo>
                <a:lnTo>
                  <a:pt x="849" y="522"/>
                </a:lnTo>
                <a:lnTo>
                  <a:pt x="848" y="522"/>
                </a:lnTo>
                <a:lnTo>
                  <a:pt x="847" y="522"/>
                </a:lnTo>
                <a:lnTo>
                  <a:pt x="847" y="521"/>
                </a:lnTo>
                <a:lnTo>
                  <a:pt x="846" y="521"/>
                </a:lnTo>
                <a:lnTo>
                  <a:pt x="845" y="521"/>
                </a:lnTo>
                <a:lnTo>
                  <a:pt x="844" y="521"/>
                </a:lnTo>
                <a:lnTo>
                  <a:pt x="844" y="520"/>
                </a:lnTo>
                <a:lnTo>
                  <a:pt x="843" y="520"/>
                </a:lnTo>
                <a:lnTo>
                  <a:pt x="842" y="520"/>
                </a:lnTo>
                <a:lnTo>
                  <a:pt x="841" y="520"/>
                </a:lnTo>
                <a:lnTo>
                  <a:pt x="841" y="519"/>
                </a:lnTo>
                <a:lnTo>
                  <a:pt x="840" y="519"/>
                </a:lnTo>
                <a:lnTo>
                  <a:pt x="840" y="518"/>
                </a:lnTo>
                <a:lnTo>
                  <a:pt x="841" y="518"/>
                </a:lnTo>
                <a:lnTo>
                  <a:pt x="841" y="517"/>
                </a:lnTo>
                <a:lnTo>
                  <a:pt x="842" y="517"/>
                </a:lnTo>
                <a:lnTo>
                  <a:pt x="841" y="517"/>
                </a:lnTo>
                <a:lnTo>
                  <a:pt x="841" y="516"/>
                </a:lnTo>
                <a:lnTo>
                  <a:pt x="840" y="516"/>
                </a:lnTo>
                <a:lnTo>
                  <a:pt x="840" y="515"/>
                </a:lnTo>
                <a:lnTo>
                  <a:pt x="839" y="515"/>
                </a:lnTo>
                <a:lnTo>
                  <a:pt x="838" y="514"/>
                </a:lnTo>
                <a:lnTo>
                  <a:pt x="838" y="513"/>
                </a:lnTo>
                <a:lnTo>
                  <a:pt x="837" y="513"/>
                </a:lnTo>
                <a:lnTo>
                  <a:pt x="837" y="512"/>
                </a:lnTo>
                <a:lnTo>
                  <a:pt x="837" y="511"/>
                </a:lnTo>
                <a:lnTo>
                  <a:pt x="836" y="511"/>
                </a:lnTo>
                <a:lnTo>
                  <a:pt x="835" y="511"/>
                </a:lnTo>
                <a:lnTo>
                  <a:pt x="835" y="510"/>
                </a:lnTo>
                <a:lnTo>
                  <a:pt x="835" y="509"/>
                </a:lnTo>
                <a:lnTo>
                  <a:pt x="834" y="509"/>
                </a:lnTo>
                <a:lnTo>
                  <a:pt x="833" y="509"/>
                </a:lnTo>
                <a:lnTo>
                  <a:pt x="832" y="509"/>
                </a:lnTo>
                <a:lnTo>
                  <a:pt x="831" y="509"/>
                </a:lnTo>
                <a:lnTo>
                  <a:pt x="830" y="509"/>
                </a:lnTo>
                <a:lnTo>
                  <a:pt x="830" y="508"/>
                </a:lnTo>
                <a:lnTo>
                  <a:pt x="829" y="508"/>
                </a:lnTo>
                <a:lnTo>
                  <a:pt x="828" y="508"/>
                </a:lnTo>
                <a:lnTo>
                  <a:pt x="828" y="507"/>
                </a:lnTo>
                <a:lnTo>
                  <a:pt x="827" y="507"/>
                </a:lnTo>
                <a:lnTo>
                  <a:pt x="826" y="507"/>
                </a:lnTo>
                <a:lnTo>
                  <a:pt x="826" y="506"/>
                </a:lnTo>
                <a:lnTo>
                  <a:pt x="826" y="507"/>
                </a:lnTo>
                <a:lnTo>
                  <a:pt x="825" y="507"/>
                </a:lnTo>
                <a:lnTo>
                  <a:pt x="824" y="507"/>
                </a:lnTo>
                <a:lnTo>
                  <a:pt x="823" y="507"/>
                </a:lnTo>
                <a:lnTo>
                  <a:pt x="823" y="506"/>
                </a:lnTo>
                <a:lnTo>
                  <a:pt x="822" y="506"/>
                </a:lnTo>
                <a:lnTo>
                  <a:pt x="821" y="506"/>
                </a:lnTo>
                <a:lnTo>
                  <a:pt x="821" y="505"/>
                </a:lnTo>
                <a:lnTo>
                  <a:pt x="820" y="506"/>
                </a:lnTo>
                <a:lnTo>
                  <a:pt x="820" y="507"/>
                </a:lnTo>
                <a:lnTo>
                  <a:pt x="819" y="507"/>
                </a:lnTo>
                <a:lnTo>
                  <a:pt x="819" y="508"/>
                </a:lnTo>
                <a:lnTo>
                  <a:pt x="818" y="508"/>
                </a:lnTo>
                <a:lnTo>
                  <a:pt x="817" y="508"/>
                </a:lnTo>
                <a:lnTo>
                  <a:pt x="817" y="509"/>
                </a:lnTo>
                <a:lnTo>
                  <a:pt x="817" y="510"/>
                </a:lnTo>
                <a:lnTo>
                  <a:pt x="816" y="510"/>
                </a:lnTo>
                <a:lnTo>
                  <a:pt x="815" y="510"/>
                </a:lnTo>
                <a:lnTo>
                  <a:pt x="815" y="511"/>
                </a:lnTo>
                <a:lnTo>
                  <a:pt x="815" y="512"/>
                </a:lnTo>
                <a:lnTo>
                  <a:pt x="815" y="513"/>
                </a:lnTo>
                <a:lnTo>
                  <a:pt x="814" y="513"/>
                </a:lnTo>
                <a:lnTo>
                  <a:pt x="813" y="513"/>
                </a:lnTo>
                <a:lnTo>
                  <a:pt x="813" y="512"/>
                </a:lnTo>
                <a:lnTo>
                  <a:pt x="812" y="512"/>
                </a:lnTo>
                <a:lnTo>
                  <a:pt x="811" y="512"/>
                </a:lnTo>
                <a:lnTo>
                  <a:pt x="810" y="512"/>
                </a:lnTo>
                <a:lnTo>
                  <a:pt x="810" y="511"/>
                </a:lnTo>
                <a:lnTo>
                  <a:pt x="809" y="511"/>
                </a:lnTo>
                <a:lnTo>
                  <a:pt x="808" y="511"/>
                </a:lnTo>
                <a:lnTo>
                  <a:pt x="808" y="510"/>
                </a:lnTo>
                <a:lnTo>
                  <a:pt x="807" y="510"/>
                </a:lnTo>
                <a:lnTo>
                  <a:pt x="807" y="509"/>
                </a:lnTo>
                <a:lnTo>
                  <a:pt x="806" y="509"/>
                </a:lnTo>
                <a:lnTo>
                  <a:pt x="805" y="509"/>
                </a:lnTo>
                <a:lnTo>
                  <a:pt x="804" y="509"/>
                </a:lnTo>
                <a:lnTo>
                  <a:pt x="803" y="508"/>
                </a:lnTo>
                <a:lnTo>
                  <a:pt x="802" y="508"/>
                </a:lnTo>
                <a:lnTo>
                  <a:pt x="801" y="508"/>
                </a:lnTo>
                <a:lnTo>
                  <a:pt x="799" y="508"/>
                </a:lnTo>
                <a:lnTo>
                  <a:pt x="799" y="507"/>
                </a:lnTo>
                <a:lnTo>
                  <a:pt x="798" y="507"/>
                </a:lnTo>
                <a:lnTo>
                  <a:pt x="798" y="506"/>
                </a:lnTo>
                <a:lnTo>
                  <a:pt x="797" y="506"/>
                </a:lnTo>
                <a:lnTo>
                  <a:pt x="796" y="505"/>
                </a:lnTo>
                <a:lnTo>
                  <a:pt x="796" y="506"/>
                </a:lnTo>
                <a:lnTo>
                  <a:pt x="796" y="505"/>
                </a:lnTo>
                <a:lnTo>
                  <a:pt x="795" y="505"/>
                </a:lnTo>
                <a:lnTo>
                  <a:pt x="795" y="504"/>
                </a:lnTo>
                <a:lnTo>
                  <a:pt x="795" y="503"/>
                </a:lnTo>
                <a:lnTo>
                  <a:pt x="794" y="503"/>
                </a:lnTo>
                <a:lnTo>
                  <a:pt x="794" y="502"/>
                </a:lnTo>
                <a:lnTo>
                  <a:pt x="793" y="502"/>
                </a:lnTo>
                <a:lnTo>
                  <a:pt x="793" y="501"/>
                </a:lnTo>
                <a:lnTo>
                  <a:pt x="792" y="501"/>
                </a:lnTo>
                <a:lnTo>
                  <a:pt x="792" y="500"/>
                </a:lnTo>
                <a:lnTo>
                  <a:pt x="792" y="501"/>
                </a:lnTo>
                <a:lnTo>
                  <a:pt x="792" y="500"/>
                </a:lnTo>
                <a:lnTo>
                  <a:pt x="791" y="500"/>
                </a:lnTo>
                <a:lnTo>
                  <a:pt x="791" y="499"/>
                </a:lnTo>
                <a:lnTo>
                  <a:pt x="791" y="498"/>
                </a:lnTo>
                <a:lnTo>
                  <a:pt x="790" y="498"/>
                </a:lnTo>
                <a:lnTo>
                  <a:pt x="790" y="497"/>
                </a:lnTo>
                <a:lnTo>
                  <a:pt x="790" y="498"/>
                </a:lnTo>
                <a:lnTo>
                  <a:pt x="789" y="498"/>
                </a:lnTo>
                <a:lnTo>
                  <a:pt x="788" y="498"/>
                </a:lnTo>
                <a:lnTo>
                  <a:pt x="788" y="497"/>
                </a:lnTo>
                <a:lnTo>
                  <a:pt x="787" y="497"/>
                </a:lnTo>
                <a:lnTo>
                  <a:pt x="787" y="496"/>
                </a:lnTo>
                <a:lnTo>
                  <a:pt x="786" y="496"/>
                </a:lnTo>
                <a:lnTo>
                  <a:pt x="785" y="496"/>
                </a:lnTo>
                <a:lnTo>
                  <a:pt x="785" y="495"/>
                </a:lnTo>
                <a:lnTo>
                  <a:pt x="784" y="494"/>
                </a:lnTo>
                <a:lnTo>
                  <a:pt x="784" y="495"/>
                </a:lnTo>
                <a:lnTo>
                  <a:pt x="783" y="495"/>
                </a:lnTo>
                <a:lnTo>
                  <a:pt x="783" y="494"/>
                </a:lnTo>
                <a:lnTo>
                  <a:pt x="782" y="494"/>
                </a:lnTo>
                <a:lnTo>
                  <a:pt x="782" y="493"/>
                </a:lnTo>
                <a:lnTo>
                  <a:pt x="781" y="493"/>
                </a:lnTo>
                <a:lnTo>
                  <a:pt x="781" y="492"/>
                </a:lnTo>
                <a:lnTo>
                  <a:pt x="780" y="492"/>
                </a:lnTo>
                <a:lnTo>
                  <a:pt x="779" y="492"/>
                </a:lnTo>
                <a:lnTo>
                  <a:pt x="779" y="491"/>
                </a:lnTo>
                <a:lnTo>
                  <a:pt x="778" y="491"/>
                </a:lnTo>
                <a:lnTo>
                  <a:pt x="777" y="491"/>
                </a:lnTo>
                <a:lnTo>
                  <a:pt x="776" y="491"/>
                </a:lnTo>
                <a:lnTo>
                  <a:pt x="776" y="492"/>
                </a:lnTo>
                <a:lnTo>
                  <a:pt x="776" y="491"/>
                </a:lnTo>
                <a:lnTo>
                  <a:pt x="775" y="491"/>
                </a:lnTo>
                <a:lnTo>
                  <a:pt x="774" y="491"/>
                </a:lnTo>
                <a:lnTo>
                  <a:pt x="774" y="492"/>
                </a:lnTo>
                <a:lnTo>
                  <a:pt x="773" y="492"/>
                </a:lnTo>
                <a:lnTo>
                  <a:pt x="773" y="491"/>
                </a:lnTo>
                <a:lnTo>
                  <a:pt x="772" y="491"/>
                </a:lnTo>
                <a:lnTo>
                  <a:pt x="772" y="490"/>
                </a:lnTo>
                <a:lnTo>
                  <a:pt x="772" y="489"/>
                </a:lnTo>
                <a:lnTo>
                  <a:pt x="771" y="488"/>
                </a:lnTo>
                <a:lnTo>
                  <a:pt x="771" y="487"/>
                </a:lnTo>
                <a:lnTo>
                  <a:pt x="771" y="486"/>
                </a:lnTo>
                <a:lnTo>
                  <a:pt x="772" y="485"/>
                </a:lnTo>
                <a:lnTo>
                  <a:pt x="773" y="484"/>
                </a:lnTo>
                <a:lnTo>
                  <a:pt x="774" y="483"/>
                </a:lnTo>
                <a:lnTo>
                  <a:pt x="774" y="482"/>
                </a:lnTo>
                <a:lnTo>
                  <a:pt x="774" y="481"/>
                </a:lnTo>
                <a:lnTo>
                  <a:pt x="774" y="480"/>
                </a:lnTo>
                <a:lnTo>
                  <a:pt x="774" y="479"/>
                </a:lnTo>
                <a:lnTo>
                  <a:pt x="774" y="478"/>
                </a:lnTo>
                <a:lnTo>
                  <a:pt x="774" y="477"/>
                </a:lnTo>
                <a:lnTo>
                  <a:pt x="775" y="477"/>
                </a:lnTo>
                <a:lnTo>
                  <a:pt x="775" y="476"/>
                </a:lnTo>
                <a:lnTo>
                  <a:pt x="776" y="476"/>
                </a:lnTo>
                <a:lnTo>
                  <a:pt x="775" y="475"/>
                </a:lnTo>
                <a:lnTo>
                  <a:pt x="774" y="475"/>
                </a:lnTo>
                <a:lnTo>
                  <a:pt x="774" y="474"/>
                </a:lnTo>
                <a:lnTo>
                  <a:pt x="773" y="474"/>
                </a:lnTo>
                <a:lnTo>
                  <a:pt x="772" y="474"/>
                </a:lnTo>
                <a:lnTo>
                  <a:pt x="771" y="475"/>
                </a:lnTo>
                <a:lnTo>
                  <a:pt x="770" y="475"/>
                </a:lnTo>
                <a:lnTo>
                  <a:pt x="770" y="476"/>
                </a:lnTo>
                <a:lnTo>
                  <a:pt x="769" y="476"/>
                </a:lnTo>
                <a:lnTo>
                  <a:pt x="769" y="477"/>
                </a:lnTo>
                <a:lnTo>
                  <a:pt x="768" y="477"/>
                </a:lnTo>
                <a:lnTo>
                  <a:pt x="767" y="477"/>
                </a:lnTo>
                <a:lnTo>
                  <a:pt x="767" y="476"/>
                </a:lnTo>
                <a:lnTo>
                  <a:pt x="766" y="476"/>
                </a:lnTo>
                <a:lnTo>
                  <a:pt x="765" y="476"/>
                </a:lnTo>
                <a:lnTo>
                  <a:pt x="765" y="475"/>
                </a:lnTo>
                <a:lnTo>
                  <a:pt x="764" y="475"/>
                </a:lnTo>
                <a:lnTo>
                  <a:pt x="764" y="474"/>
                </a:lnTo>
                <a:lnTo>
                  <a:pt x="764" y="473"/>
                </a:lnTo>
                <a:lnTo>
                  <a:pt x="763" y="473"/>
                </a:lnTo>
                <a:lnTo>
                  <a:pt x="762" y="472"/>
                </a:lnTo>
                <a:lnTo>
                  <a:pt x="762" y="471"/>
                </a:lnTo>
                <a:lnTo>
                  <a:pt x="761" y="471"/>
                </a:lnTo>
                <a:lnTo>
                  <a:pt x="761" y="470"/>
                </a:lnTo>
                <a:lnTo>
                  <a:pt x="761" y="469"/>
                </a:lnTo>
                <a:lnTo>
                  <a:pt x="760" y="469"/>
                </a:lnTo>
                <a:lnTo>
                  <a:pt x="760" y="468"/>
                </a:lnTo>
                <a:lnTo>
                  <a:pt x="759" y="468"/>
                </a:lnTo>
                <a:lnTo>
                  <a:pt x="759" y="467"/>
                </a:lnTo>
                <a:lnTo>
                  <a:pt x="758" y="467"/>
                </a:lnTo>
                <a:lnTo>
                  <a:pt x="758" y="468"/>
                </a:lnTo>
                <a:lnTo>
                  <a:pt x="758" y="467"/>
                </a:lnTo>
                <a:lnTo>
                  <a:pt x="757" y="467"/>
                </a:lnTo>
                <a:lnTo>
                  <a:pt x="756" y="467"/>
                </a:lnTo>
                <a:lnTo>
                  <a:pt x="756" y="466"/>
                </a:lnTo>
                <a:lnTo>
                  <a:pt x="755" y="466"/>
                </a:lnTo>
                <a:lnTo>
                  <a:pt x="755" y="467"/>
                </a:lnTo>
                <a:lnTo>
                  <a:pt x="754" y="467"/>
                </a:lnTo>
                <a:lnTo>
                  <a:pt x="753" y="467"/>
                </a:lnTo>
                <a:lnTo>
                  <a:pt x="753" y="466"/>
                </a:lnTo>
                <a:lnTo>
                  <a:pt x="752" y="466"/>
                </a:lnTo>
                <a:lnTo>
                  <a:pt x="751" y="466"/>
                </a:lnTo>
                <a:lnTo>
                  <a:pt x="750" y="466"/>
                </a:lnTo>
                <a:lnTo>
                  <a:pt x="750" y="465"/>
                </a:lnTo>
                <a:lnTo>
                  <a:pt x="749" y="465"/>
                </a:lnTo>
                <a:lnTo>
                  <a:pt x="748" y="465"/>
                </a:lnTo>
                <a:lnTo>
                  <a:pt x="747" y="465"/>
                </a:lnTo>
                <a:lnTo>
                  <a:pt x="746" y="465"/>
                </a:lnTo>
                <a:lnTo>
                  <a:pt x="746" y="466"/>
                </a:lnTo>
                <a:lnTo>
                  <a:pt x="745" y="466"/>
                </a:lnTo>
                <a:lnTo>
                  <a:pt x="745" y="467"/>
                </a:lnTo>
                <a:lnTo>
                  <a:pt x="744" y="467"/>
                </a:lnTo>
                <a:lnTo>
                  <a:pt x="743" y="467"/>
                </a:lnTo>
                <a:lnTo>
                  <a:pt x="743" y="466"/>
                </a:lnTo>
                <a:lnTo>
                  <a:pt x="742" y="466"/>
                </a:lnTo>
                <a:lnTo>
                  <a:pt x="742" y="467"/>
                </a:lnTo>
                <a:lnTo>
                  <a:pt x="741" y="467"/>
                </a:lnTo>
                <a:lnTo>
                  <a:pt x="741" y="466"/>
                </a:lnTo>
                <a:lnTo>
                  <a:pt x="741" y="467"/>
                </a:lnTo>
                <a:lnTo>
                  <a:pt x="740" y="467"/>
                </a:lnTo>
                <a:lnTo>
                  <a:pt x="740" y="466"/>
                </a:lnTo>
                <a:lnTo>
                  <a:pt x="739" y="465"/>
                </a:lnTo>
                <a:lnTo>
                  <a:pt x="738" y="465"/>
                </a:lnTo>
                <a:lnTo>
                  <a:pt x="738" y="464"/>
                </a:lnTo>
                <a:lnTo>
                  <a:pt x="737" y="464"/>
                </a:lnTo>
                <a:lnTo>
                  <a:pt x="736" y="464"/>
                </a:lnTo>
                <a:lnTo>
                  <a:pt x="735" y="464"/>
                </a:lnTo>
                <a:lnTo>
                  <a:pt x="735" y="463"/>
                </a:lnTo>
                <a:lnTo>
                  <a:pt x="735" y="464"/>
                </a:lnTo>
                <a:lnTo>
                  <a:pt x="735" y="463"/>
                </a:lnTo>
                <a:lnTo>
                  <a:pt x="734" y="463"/>
                </a:lnTo>
                <a:lnTo>
                  <a:pt x="734" y="462"/>
                </a:lnTo>
                <a:lnTo>
                  <a:pt x="734" y="463"/>
                </a:lnTo>
                <a:lnTo>
                  <a:pt x="733" y="463"/>
                </a:lnTo>
                <a:lnTo>
                  <a:pt x="733" y="464"/>
                </a:lnTo>
                <a:lnTo>
                  <a:pt x="734" y="464"/>
                </a:lnTo>
                <a:lnTo>
                  <a:pt x="733" y="464"/>
                </a:lnTo>
                <a:lnTo>
                  <a:pt x="733" y="465"/>
                </a:lnTo>
                <a:lnTo>
                  <a:pt x="732" y="465"/>
                </a:lnTo>
                <a:lnTo>
                  <a:pt x="731" y="465"/>
                </a:lnTo>
                <a:lnTo>
                  <a:pt x="731" y="464"/>
                </a:lnTo>
                <a:lnTo>
                  <a:pt x="731" y="465"/>
                </a:lnTo>
                <a:lnTo>
                  <a:pt x="730" y="465"/>
                </a:lnTo>
                <a:lnTo>
                  <a:pt x="730" y="464"/>
                </a:lnTo>
                <a:lnTo>
                  <a:pt x="730" y="463"/>
                </a:lnTo>
                <a:lnTo>
                  <a:pt x="730" y="462"/>
                </a:lnTo>
                <a:lnTo>
                  <a:pt x="730" y="461"/>
                </a:lnTo>
                <a:lnTo>
                  <a:pt x="729" y="461"/>
                </a:lnTo>
                <a:lnTo>
                  <a:pt x="728" y="461"/>
                </a:lnTo>
                <a:lnTo>
                  <a:pt x="727" y="461"/>
                </a:lnTo>
                <a:lnTo>
                  <a:pt x="727" y="462"/>
                </a:lnTo>
                <a:lnTo>
                  <a:pt x="726" y="462"/>
                </a:lnTo>
                <a:lnTo>
                  <a:pt x="726" y="461"/>
                </a:lnTo>
                <a:lnTo>
                  <a:pt x="726" y="462"/>
                </a:lnTo>
                <a:lnTo>
                  <a:pt x="726" y="461"/>
                </a:lnTo>
                <a:lnTo>
                  <a:pt x="725" y="461"/>
                </a:lnTo>
                <a:lnTo>
                  <a:pt x="726" y="461"/>
                </a:lnTo>
                <a:lnTo>
                  <a:pt x="725" y="461"/>
                </a:lnTo>
                <a:lnTo>
                  <a:pt x="725" y="460"/>
                </a:lnTo>
                <a:lnTo>
                  <a:pt x="724" y="460"/>
                </a:lnTo>
                <a:lnTo>
                  <a:pt x="724" y="461"/>
                </a:lnTo>
                <a:lnTo>
                  <a:pt x="723" y="461"/>
                </a:lnTo>
                <a:lnTo>
                  <a:pt x="723" y="460"/>
                </a:lnTo>
                <a:lnTo>
                  <a:pt x="722" y="460"/>
                </a:lnTo>
                <a:lnTo>
                  <a:pt x="722" y="459"/>
                </a:lnTo>
                <a:lnTo>
                  <a:pt x="721" y="459"/>
                </a:lnTo>
                <a:lnTo>
                  <a:pt x="720" y="459"/>
                </a:lnTo>
                <a:lnTo>
                  <a:pt x="720" y="458"/>
                </a:lnTo>
                <a:lnTo>
                  <a:pt x="720" y="457"/>
                </a:lnTo>
                <a:lnTo>
                  <a:pt x="721" y="457"/>
                </a:lnTo>
                <a:lnTo>
                  <a:pt x="720" y="457"/>
                </a:lnTo>
                <a:lnTo>
                  <a:pt x="720" y="456"/>
                </a:lnTo>
                <a:lnTo>
                  <a:pt x="720" y="455"/>
                </a:lnTo>
                <a:lnTo>
                  <a:pt x="720" y="454"/>
                </a:lnTo>
                <a:lnTo>
                  <a:pt x="719" y="454"/>
                </a:lnTo>
                <a:lnTo>
                  <a:pt x="719" y="453"/>
                </a:lnTo>
                <a:lnTo>
                  <a:pt x="718" y="453"/>
                </a:lnTo>
                <a:lnTo>
                  <a:pt x="718" y="452"/>
                </a:lnTo>
                <a:lnTo>
                  <a:pt x="717" y="452"/>
                </a:lnTo>
                <a:lnTo>
                  <a:pt x="717" y="453"/>
                </a:lnTo>
                <a:lnTo>
                  <a:pt x="716" y="453"/>
                </a:lnTo>
                <a:lnTo>
                  <a:pt x="715" y="454"/>
                </a:lnTo>
                <a:lnTo>
                  <a:pt x="715" y="455"/>
                </a:lnTo>
                <a:lnTo>
                  <a:pt x="714" y="455"/>
                </a:lnTo>
                <a:lnTo>
                  <a:pt x="714" y="454"/>
                </a:lnTo>
                <a:lnTo>
                  <a:pt x="713" y="454"/>
                </a:lnTo>
                <a:lnTo>
                  <a:pt x="713" y="453"/>
                </a:lnTo>
                <a:lnTo>
                  <a:pt x="714" y="453"/>
                </a:lnTo>
                <a:lnTo>
                  <a:pt x="714" y="452"/>
                </a:lnTo>
                <a:lnTo>
                  <a:pt x="714" y="451"/>
                </a:lnTo>
                <a:lnTo>
                  <a:pt x="713" y="451"/>
                </a:lnTo>
                <a:lnTo>
                  <a:pt x="714" y="451"/>
                </a:lnTo>
                <a:lnTo>
                  <a:pt x="713" y="451"/>
                </a:lnTo>
                <a:lnTo>
                  <a:pt x="713" y="450"/>
                </a:lnTo>
                <a:lnTo>
                  <a:pt x="713" y="449"/>
                </a:lnTo>
                <a:lnTo>
                  <a:pt x="714" y="449"/>
                </a:lnTo>
                <a:lnTo>
                  <a:pt x="713" y="449"/>
                </a:lnTo>
                <a:lnTo>
                  <a:pt x="713" y="448"/>
                </a:lnTo>
                <a:lnTo>
                  <a:pt x="713" y="447"/>
                </a:lnTo>
                <a:lnTo>
                  <a:pt x="712" y="447"/>
                </a:lnTo>
                <a:lnTo>
                  <a:pt x="712" y="446"/>
                </a:lnTo>
                <a:lnTo>
                  <a:pt x="711" y="446"/>
                </a:lnTo>
                <a:lnTo>
                  <a:pt x="710" y="445"/>
                </a:lnTo>
                <a:lnTo>
                  <a:pt x="709" y="445"/>
                </a:lnTo>
                <a:lnTo>
                  <a:pt x="708" y="445"/>
                </a:lnTo>
                <a:lnTo>
                  <a:pt x="707" y="445"/>
                </a:lnTo>
                <a:lnTo>
                  <a:pt x="706" y="445"/>
                </a:lnTo>
                <a:lnTo>
                  <a:pt x="705" y="445"/>
                </a:lnTo>
                <a:lnTo>
                  <a:pt x="705" y="444"/>
                </a:lnTo>
                <a:lnTo>
                  <a:pt x="705" y="443"/>
                </a:lnTo>
                <a:lnTo>
                  <a:pt x="704" y="443"/>
                </a:lnTo>
                <a:lnTo>
                  <a:pt x="703" y="443"/>
                </a:lnTo>
                <a:lnTo>
                  <a:pt x="703" y="442"/>
                </a:lnTo>
                <a:lnTo>
                  <a:pt x="702" y="442"/>
                </a:lnTo>
                <a:lnTo>
                  <a:pt x="702" y="441"/>
                </a:lnTo>
                <a:lnTo>
                  <a:pt x="701" y="441"/>
                </a:lnTo>
                <a:lnTo>
                  <a:pt x="700" y="441"/>
                </a:lnTo>
                <a:lnTo>
                  <a:pt x="699" y="441"/>
                </a:lnTo>
                <a:lnTo>
                  <a:pt x="699" y="442"/>
                </a:lnTo>
                <a:lnTo>
                  <a:pt x="699" y="441"/>
                </a:lnTo>
                <a:lnTo>
                  <a:pt x="698" y="441"/>
                </a:lnTo>
                <a:lnTo>
                  <a:pt x="698" y="440"/>
                </a:lnTo>
                <a:lnTo>
                  <a:pt x="697" y="440"/>
                </a:lnTo>
                <a:lnTo>
                  <a:pt x="697" y="439"/>
                </a:lnTo>
                <a:lnTo>
                  <a:pt x="696" y="439"/>
                </a:lnTo>
                <a:lnTo>
                  <a:pt x="696" y="440"/>
                </a:lnTo>
                <a:lnTo>
                  <a:pt x="695" y="440"/>
                </a:lnTo>
                <a:lnTo>
                  <a:pt x="694" y="440"/>
                </a:lnTo>
                <a:lnTo>
                  <a:pt x="693" y="440"/>
                </a:lnTo>
                <a:lnTo>
                  <a:pt x="693" y="441"/>
                </a:lnTo>
                <a:lnTo>
                  <a:pt x="693" y="442"/>
                </a:lnTo>
                <a:lnTo>
                  <a:pt x="692" y="442"/>
                </a:lnTo>
                <a:lnTo>
                  <a:pt x="692" y="443"/>
                </a:lnTo>
                <a:lnTo>
                  <a:pt x="691" y="443"/>
                </a:lnTo>
                <a:lnTo>
                  <a:pt x="691" y="444"/>
                </a:lnTo>
                <a:lnTo>
                  <a:pt x="692" y="445"/>
                </a:lnTo>
                <a:lnTo>
                  <a:pt x="693" y="446"/>
                </a:lnTo>
                <a:lnTo>
                  <a:pt x="694" y="446"/>
                </a:lnTo>
                <a:lnTo>
                  <a:pt x="694" y="447"/>
                </a:lnTo>
                <a:lnTo>
                  <a:pt x="693" y="447"/>
                </a:lnTo>
                <a:lnTo>
                  <a:pt x="693" y="448"/>
                </a:lnTo>
                <a:lnTo>
                  <a:pt x="694" y="448"/>
                </a:lnTo>
                <a:lnTo>
                  <a:pt x="695" y="448"/>
                </a:lnTo>
                <a:lnTo>
                  <a:pt x="696" y="449"/>
                </a:lnTo>
                <a:lnTo>
                  <a:pt x="695" y="449"/>
                </a:lnTo>
                <a:lnTo>
                  <a:pt x="696" y="449"/>
                </a:lnTo>
                <a:lnTo>
                  <a:pt x="697" y="449"/>
                </a:lnTo>
                <a:lnTo>
                  <a:pt x="697" y="450"/>
                </a:lnTo>
                <a:lnTo>
                  <a:pt x="698" y="450"/>
                </a:lnTo>
                <a:lnTo>
                  <a:pt x="699" y="450"/>
                </a:lnTo>
                <a:lnTo>
                  <a:pt x="700" y="451"/>
                </a:lnTo>
                <a:lnTo>
                  <a:pt x="699" y="451"/>
                </a:lnTo>
                <a:lnTo>
                  <a:pt x="700" y="452"/>
                </a:lnTo>
                <a:lnTo>
                  <a:pt x="701" y="453"/>
                </a:lnTo>
                <a:lnTo>
                  <a:pt x="701" y="454"/>
                </a:lnTo>
                <a:lnTo>
                  <a:pt x="701" y="455"/>
                </a:lnTo>
                <a:lnTo>
                  <a:pt x="702" y="455"/>
                </a:lnTo>
                <a:lnTo>
                  <a:pt x="702" y="456"/>
                </a:lnTo>
                <a:lnTo>
                  <a:pt x="701" y="456"/>
                </a:lnTo>
                <a:lnTo>
                  <a:pt x="702" y="457"/>
                </a:lnTo>
                <a:lnTo>
                  <a:pt x="703" y="457"/>
                </a:lnTo>
                <a:lnTo>
                  <a:pt x="703" y="458"/>
                </a:lnTo>
                <a:lnTo>
                  <a:pt x="704" y="458"/>
                </a:lnTo>
                <a:lnTo>
                  <a:pt x="705" y="458"/>
                </a:lnTo>
                <a:lnTo>
                  <a:pt x="706" y="458"/>
                </a:lnTo>
                <a:lnTo>
                  <a:pt x="706" y="459"/>
                </a:lnTo>
                <a:lnTo>
                  <a:pt x="706" y="460"/>
                </a:lnTo>
                <a:lnTo>
                  <a:pt x="705" y="460"/>
                </a:lnTo>
                <a:lnTo>
                  <a:pt x="705" y="461"/>
                </a:lnTo>
                <a:lnTo>
                  <a:pt x="706" y="461"/>
                </a:lnTo>
                <a:lnTo>
                  <a:pt x="706" y="462"/>
                </a:lnTo>
                <a:lnTo>
                  <a:pt x="705" y="462"/>
                </a:lnTo>
                <a:lnTo>
                  <a:pt x="706" y="463"/>
                </a:lnTo>
                <a:lnTo>
                  <a:pt x="706" y="464"/>
                </a:lnTo>
                <a:lnTo>
                  <a:pt x="706" y="465"/>
                </a:lnTo>
                <a:lnTo>
                  <a:pt x="707" y="465"/>
                </a:lnTo>
                <a:lnTo>
                  <a:pt x="707" y="466"/>
                </a:lnTo>
                <a:lnTo>
                  <a:pt x="707" y="467"/>
                </a:lnTo>
                <a:lnTo>
                  <a:pt x="708" y="467"/>
                </a:lnTo>
                <a:lnTo>
                  <a:pt x="708" y="468"/>
                </a:lnTo>
                <a:lnTo>
                  <a:pt x="707" y="469"/>
                </a:lnTo>
                <a:lnTo>
                  <a:pt x="707" y="470"/>
                </a:lnTo>
                <a:lnTo>
                  <a:pt x="706" y="470"/>
                </a:lnTo>
                <a:lnTo>
                  <a:pt x="705" y="470"/>
                </a:lnTo>
                <a:lnTo>
                  <a:pt x="705" y="469"/>
                </a:lnTo>
                <a:lnTo>
                  <a:pt x="704" y="469"/>
                </a:lnTo>
                <a:lnTo>
                  <a:pt x="704" y="468"/>
                </a:lnTo>
                <a:lnTo>
                  <a:pt x="703" y="468"/>
                </a:lnTo>
                <a:lnTo>
                  <a:pt x="702" y="468"/>
                </a:lnTo>
                <a:lnTo>
                  <a:pt x="702" y="467"/>
                </a:lnTo>
                <a:lnTo>
                  <a:pt x="702" y="466"/>
                </a:lnTo>
                <a:lnTo>
                  <a:pt x="701" y="466"/>
                </a:lnTo>
                <a:lnTo>
                  <a:pt x="700" y="466"/>
                </a:lnTo>
                <a:lnTo>
                  <a:pt x="700" y="465"/>
                </a:lnTo>
                <a:lnTo>
                  <a:pt x="700" y="464"/>
                </a:lnTo>
                <a:lnTo>
                  <a:pt x="699" y="464"/>
                </a:lnTo>
                <a:lnTo>
                  <a:pt x="699" y="463"/>
                </a:lnTo>
                <a:lnTo>
                  <a:pt x="698" y="463"/>
                </a:lnTo>
                <a:lnTo>
                  <a:pt x="697" y="463"/>
                </a:lnTo>
                <a:lnTo>
                  <a:pt x="696" y="463"/>
                </a:lnTo>
                <a:lnTo>
                  <a:pt x="695" y="463"/>
                </a:lnTo>
                <a:lnTo>
                  <a:pt x="695" y="462"/>
                </a:lnTo>
                <a:lnTo>
                  <a:pt x="694" y="462"/>
                </a:lnTo>
                <a:lnTo>
                  <a:pt x="693" y="462"/>
                </a:lnTo>
                <a:lnTo>
                  <a:pt x="693" y="461"/>
                </a:lnTo>
                <a:lnTo>
                  <a:pt x="692" y="461"/>
                </a:lnTo>
                <a:lnTo>
                  <a:pt x="692" y="460"/>
                </a:lnTo>
                <a:lnTo>
                  <a:pt x="690" y="460"/>
                </a:lnTo>
                <a:lnTo>
                  <a:pt x="689" y="460"/>
                </a:lnTo>
                <a:lnTo>
                  <a:pt x="688" y="460"/>
                </a:lnTo>
                <a:lnTo>
                  <a:pt x="687" y="460"/>
                </a:lnTo>
                <a:lnTo>
                  <a:pt x="687" y="459"/>
                </a:lnTo>
                <a:lnTo>
                  <a:pt x="687" y="458"/>
                </a:lnTo>
                <a:lnTo>
                  <a:pt x="686" y="458"/>
                </a:lnTo>
                <a:lnTo>
                  <a:pt x="686" y="457"/>
                </a:lnTo>
                <a:lnTo>
                  <a:pt x="685" y="457"/>
                </a:lnTo>
                <a:lnTo>
                  <a:pt x="685" y="458"/>
                </a:lnTo>
                <a:lnTo>
                  <a:pt x="684" y="458"/>
                </a:lnTo>
                <a:lnTo>
                  <a:pt x="684" y="457"/>
                </a:lnTo>
                <a:lnTo>
                  <a:pt x="683" y="457"/>
                </a:lnTo>
                <a:lnTo>
                  <a:pt x="682" y="457"/>
                </a:lnTo>
                <a:lnTo>
                  <a:pt x="682" y="456"/>
                </a:lnTo>
                <a:lnTo>
                  <a:pt x="682" y="457"/>
                </a:lnTo>
                <a:lnTo>
                  <a:pt x="681" y="457"/>
                </a:lnTo>
                <a:lnTo>
                  <a:pt x="681" y="456"/>
                </a:lnTo>
                <a:lnTo>
                  <a:pt x="680" y="456"/>
                </a:lnTo>
                <a:lnTo>
                  <a:pt x="679" y="456"/>
                </a:lnTo>
                <a:lnTo>
                  <a:pt x="679" y="455"/>
                </a:lnTo>
                <a:lnTo>
                  <a:pt x="678" y="455"/>
                </a:lnTo>
                <a:lnTo>
                  <a:pt x="677" y="455"/>
                </a:lnTo>
                <a:lnTo>
                  <a:pt x="677" y="454"/>
                </a:lnTo>
                <a:lnTo>
                  <a:pt x="676" y="454"/>
                </a:lnTo>
                <a:lnTo>
                  <a:pt x="674" y="454"/>
                </a:lnTo>
                <a:lnTo>
                  <a:pt x="674" y="453"/>
                </a:lnTo>
                <a:lnTo>
                  <a:pt x="673" y="453"/>
                </a:lnTo>
                <a:lnTo>
                  <a:pt x="673" y="452"/>
                </a:lnTo>
                <a:lnTo>
                  <a:pt x="672" y="452"/>
                </a:lnTo>
                <a:lnTo>
                  <a:pt x="671" y="452"/>
                </a:lnTo>
                <a:lnTo>
                  <a:pt x="671" y="451"/>
                </a:lnTo>
                <a:lnTo>
                  <a:pt x="671" y="450"/>
                </a:lnTo>
                <a:lnTo>
                  <a:pt x="669" y="450"/>
                </a:lnTo>
                <a:lnTo>
                  <a:pt x="668" y="450"/>
                </a:lnTo>
                <a:lnTo>
                  <a:pt x="667" y="450"/>
                </a:lnTo>
                <a:lnTo>
                  <a:pt x="666" y="450"/>
                </a:lnTo>
                <a:lnTo>
                  <a:pt x="666" y="449"/>
                </a:lnTo>
                <a:lnTo>
                  <a:pt x="665" y="449"/>
                </a:lnTo>
                <a:lnTo>
                  <a:pt x="665" y="448"/>
                </a:lnTo>
                <a:lnTo>
                  <a:pt x="664" y="448"/>
                </a:lnTo>
                <a:lnTo>
                  <a:pt x="663" y="448"/>
                </a:lnTo>
                <a:lnTo>
                  <a:pt x="662" y="448"/>
                </a:lnTo>
                <a:lnTo>
                  <a:pt x="662" y="447"/>
                </a:lnTo>
                <a:lnTo>
                  <a:pt x="661" y="447"/>
                </a:lnTo>
                <a:lnTo>
                  <a:pt x="660" y="447"/>
                </a:lnTo>
                <a:lnTo>
                  <a:pt x="660" y="446"/>
                </a:lnTo>
                <a:lnTo>
                  <a:pt x="660" y="445"/>
                </a:lnTo>
                <a:lnTo>
                  <a:pt x="661" y="445"/>
                </a:lnTo>
                <a:lnTo>
                  <a:pt x="660" y="445"/>
                </a:lnTo>
                <a:lnTo>
                  <a:pt x="661" y="445"/>
                </a:lnTo>
                <a:lnTo>
                  <a:pt x="661" y="444"/>
                </a:lnTo>
                <a:lnTo>
                  <a:pt x="660" y="444"/>
                </a:lnTo>
                <a:lnTo>
                  <a:pt x="659" y="444"/>
                </a:lnTo>
                <a:lnTo>
                  <a:pt x="659" y="443"/>
                </a:lnTo>
                <a:lnTo>
                  <a:pt x="658" y="443"/>
                </a:lnTo>
                <a:lnTo>
                  <a:pt x="657" y="443"/>
                </a:lnTo>
                <a:lnTo>
                  <a:pt x="657" y="442"/>
                </a:lnTo>
                <a:lnTo>
                  <a:pt x="656" y="442"/>
                </a:lnTo>
                <a:lnTo>
                  <a:pt x="655" y="442"/>
                </a:lnTo>
                <a:lnTo>
                  <a:pt x="655" y="441"/>
                </a:lnTo>
                <a:lnTo>
                  <a:pt x="654" y="441"/>
                </a:lnTo>
                <a:lnTo>
                  <a:pt x="653" y="441"/>
                </a:lnTo>
                <a:lnTo>
                  <a:pt x="653" y="440"/>
                </a:lnTo>
                <a:lnTo>
                  <a:pt x="652" y="440"/>
                </a:lnTo>
                <a:lnTo>
                  <a:pt x="652" y="439"/>
                </a:lnTo>
                <a:lnTo>
                  <a:pt x="651" y="439"/>
                </a:lnTo>
                <a:lnTo>
                  <a:pt x="651" y="438"/>
                </a:lnTo>
                <a:lnTo>
                  <a:pt x="651" y="437"/>
                </a:lnTo>
                <a:lnTo>
                  <a:pt x="650" y="437"/>
                </a:lnTo>
                <a:lnTo>
                  <a:pt x="649" y="437"/>
                </a:lnTo>
                <a:lnTo>
                  <a:pt x="649" y="436"/>
                </a:lnTo>
                <a:lnTo>
                  <a:pt x="648" y="436"/>
                </a:lnTo>
                <a:lnTo>
                  <a:pt x="648" y="435"/>
                </a:lnTo>
                <a:lnTo>
                  <a:pt x="648" y="434"/>
                </a:lnTo>
                <a:lnTo>
                  <a:pt x="647" y="434"/>
                </a:lnTo>
                <a:lnTo>
                  <a:pt x="647" y="433"/>
                </a:lnTo>
                <a:lnTo>
                  <a:pt x="647" y="432"/>
                </a:lnTo>
                <a:lnTo>
                  <a:pt x="647" y="431"/>
                </a:lnTo>
                <a:lnTo>
                  <a:pt x="647" y="430"/>
                </a:lnTo>
                <a:lnTo>
                  <a:pt x="647" y="429"/>
                </a:lnTo>
                <a:lnTo>
                  <a:pt x="647" y="430"/>
                </a:lnTo>
                <a:lnTo>
                  <a:pt x="646" y="430"/>
                </a:lnTo>
                <a:lnTo>
                  <a:pt x="646" y="429"/>
                </a:lnTo>
                <a:lnTo>
                  <a:pt x="645" y="429"/>
                </a:lnTo>
                <a:lnTo>
                  <a:pt x="644" y="429"/>
                </a:lnTo>
                <a:lnTo>
                  <a:pt x="643" y="430"/>
                </a:lnTo>
                <a:lnTo>
                  <a:pt x="642" y="430"/>
                </a:lnTo>
                <a:lnTo>
                  <a:pt x="641" y="430"/>
                </a:lnTo>
                <a:lnTo>
                  <a:pt x="641" y="429"/>
                </a:lnTo>
                <a:lnTo>
                  <a:pt x="640" y="429"/>
                </a:lnTo>
                <a:lnTo>
                  <a:pt x="640" y="428"/>
                </a:lnTo>
                <a:lnTo>
                  <a:pt x="640" y="427"/>
                </a:lnTo>
                <a:lnTo>
                  <a:pt x="640" y="426"/>
                </a:lnTo>
                <a:lnTo>
                  <a:pt x="639" y="426"/>
                </a:lnTo>
                <a:lnTo>
                  <a:pt x="639" y="425"/>
                </a:lnTo>
                <a:lnTo>
                  <a:pt x="638" y="425"/>
                </a:lnTo>
                <a:lnTo>
                  <a:pt x="638" y="424"/>
                </a:lnTo>
                <a:lnTo>
                  <a:pt x="639" y="424"/>
                </a:lnTo>
                <a:lnTo>
                  <a:pt x="638" y="424"/>
                </a:lnTo>
                <a:lnTo>
                  <a:pt x="639" y="424"/>
                </a:lnTo>
                <a:lnTo>
                  <a:pt x="639" y="423"/>
                </a:lnTo>
                <a:lnTo>
                  <a:pt x="638" y="423"/>
                </a:lnTo>
                <a:lnTo>
                  <a:pt x="637" y="423"/>
                </a:lnTo>
                <a:lnTo>
                  <a:pt x="636" y="423"/>
                </a:lnTo>
                <a:lnTo>
                  <a:pt x="636" y="422"/>
                </a:lnTo>
                <a:lnTo>
                  <a:pt x="635" y="422"/>
                </a:lnTo>
                <a:lnTo>
                  <a:pt x="635" y="421"/>
                </a:lnTo>
                <a:lnTo>
                  <a:pt x="635" y="420"/>
                </a:lnTo>
                <a:lnTo>
                  <a:pt x="635" y="419"/>
                </a:lnTo>
                <a:lnTo>
                  <a:pt x="634" y="419"/>
                </a:lnTo>
                <a:lnTo>
                  <a:pt x="634" y="418"/>
                </a:lnTo>
                <a:lnTo>
                  <a:pt x="633" y="418"/>
                </a:lnTo>
                <a:lnTo>
                  <a:pt x="633" y="417"/>
                </a:lnTo>
                <a:lnTo>
                  <a:pt x="632" y="416"/>
                </a:lnTo>
                <a:lnTo>
                  <a:pt x="632" y="417"/>
                </a:lnTo>
                <a:lnTo>
                  <a:pt x="631" y="417"/>
                </a:lnTo>
                <a:lnTo>
                  <a:pt x="631" y="416"/>
                </a:lnTo>
                <a:lnTo>
                  <a:pt x="630" y="416"/>
                </a:lnTo>
                <a:lnTo>
                  <a:pt x="630" y="415"/>
                </a:lnTo>
                <a:lnTo>
                  <a:pt x="629" y="415"/>
                </a:lnTo>
                <a:lnTo>
                  <a:pt x="629" y="414"/>
                </a:lnTo>
                <a:lnTo>
                  <a:pt x="627" y="414"/>
                </a:lnTo>
                <a:lnTo>
                  <a:pt x="627" y="413"/>
                </a:lnTo>
                <a:lnTo>
                  <a:pt x="626" y="413"/>
                </a:lnTo>
                <a:lnTo>
                  <a:pt x="625" y="413"/>
                </a:lnTo>
                <a:lnTo>
                  <a:pt x="624" y="413"/>
                </a:lnTo>
                <a:lnTo>
                  <a:pt x="625" y="412"/>
                </a:lnTo>
                <a:lnTo>
                  <a:pt x="624" y="412"/>
                </a:lnTo>
                <a:lnTo>
                  <a:pt x="623" y="412"/>
                </a:lnTo>
                <a:lnTo>
                  <a:pt x="622" y="412"/>
                </a:lnTo>
                <a:lnTo>
                  <a:pt x="622" y="411"/>
                </a:lnTo>
                <a:lnTo>
                  <a:pt x="621" y="411"/>
                </a:lnTo>
                <a:lnTo>
                  <a:pt x="621" y="410"/>
                </a:lnTo>
                <a:lnTo>
                  <a:pt x="620" y="410"/>
                </a:lnTo>
                <a:lnTo>
                  <a:pt x="619" y="410"/>
                </a:lnTo>
                <a:lnTo>
                  <a:pt x="619" y="409"/>
                </a:lnTo>
                <a:lnTo>
                  <a:pt x="618" y="409"/>
                </a:lnTo>
                <a:lnTo>
                  <a:pt x="618" y="408"/>
                </a:lnTo>
                <a:lnTo>
                  <a:pt x="618" y="409"/>
                </a:lnTo>
                <a:lnTo>
                  <a:pt x="617" y="409"/>
                </a:lnTo>
                <a:lnTo>
                  <a:pt x="617" y="408"/>
                </a:lnTo>
                <a:lnTo>
                  <a:pt x="617" y="407"/>
                </a:lnTo>
                <a:lnTo>
                  <a:pt x="616" y="407"/>
                </a:lnTo>
                <a:lnTo>
                  <a:pt x="615" y="407"/>
                </a:lnTo>
                <a:lnTo>
                  <a:pt x="615" y="406"/>
                </a:lnTo>
                <a:lnTo>
                  <a:pt x="615" y="405"/>
                </a:lnTo>
                <a:lnTo>
                  <a:pt x="614" y="405"/>
                </a:lnTo>
                <a:lnTo>
                  <a:pt x="614" y="404"/>
                </a:lnTo>
                <a:lnTo>
                  <a:pt x="613" y="404"/>
                </a:lnTo>
                <a:lnTo>
                  <a:pt x="612" y="404"/>
                </a:lnTo>
                <a:lnTo>
                  <a:pt x="612" y="403"/>
                </a:lnTo>
                <a:lnTo>
                  <a:pt x="611" y="403"/>
                </a:lnTo>
                <a:lnTo>
                  <a:pt x="611" y="402"/>
                </a:lnTo>
                <a:lnTo>
                  <a:pt x="610" y="402"/>
                </a:lnTo>
                <a:lnTo>
                  <a:pt x="609" y="402"/>
                </a:lnTo>
                <a:lnTo>
                  <a:pt x="609" y="401"/>
                </a:lnTo>
                <a:lnTo>
                  <a:pt x="608" y="401"/>
                </a:lnTo>
                <a:lnTo>
                  <a:pt x="608" y="400"/>
                </a:lnTo>
                <a:lnTo>
                  <a:pt x="607" y="400"/>
                </a:lnTo>
                <a:lnTo>
                  <a:pt x="607" y="399"/>
                </a:lnTo>
                <a:lnTo>
                  <a:pt x="607" y="398"/>
                </a:lnTo>
                <a:lnTo>
                  <a:pt x="608" y="398"/>
                </a:lnTo>
                <a:lnTo>
                  <a:pt x="608" y="397"/>
                </a:lnTo>
                <a:lnTo>
                  <a:pt x="608" y="396"/>
                </a:lnTo>
                <a:lnTo>
                  <a:pt x="609" y="396"/>
                </a:lnTo>
                <a:lnTo>
                  <a:pt x="610" y="396"/>
                </a:lnTo>
                <a:lnTo>
                  <a:pt x="610" y="395"/>
                </a:lnTo>
                <a:lnTo>
                  <a:pt x="610" y="394"/>
                </a:lnTo>
                <a:lnTo>
                  <a:pt x="609" y="394"/>
                </a:lnTo>
                <a:lnTo>
                  <a:pt x="609" y="395"/>
                </a:lnTo>
                <a:lnTo>
                  <a:pt x="608" y="395"/>
                </a:lnTo>
                <a:lnTo>
                  <a:pt x="608" y="394"/>
                </a:lnTo>
                <a:lnTo>
                  <a:pt x="607" y="394"/>
                </a:lnTo>
                <a:lnTo>
                  <a:pt x="606" y="394"/>
                </a:lnTo>
                <a:lnTo>
                  <a:pt x="606" y="393"/>
                </a:lnTo>
                <a:lnTo>
                  <a:pt x="605" y="393"/>
                </a:lnTo>
                <a:lnTo>
                  <a:pt x="605" y="392"/>
                </a:lnTo>
                <a:lnTo>
                  <a:pt x="604" y="392"/>
                </a:lnTo>
                <a:lnTo>
                  <a:pt x="603" y="392"/>
                </a:lnTo>
                <a:lnTo>
                  <a:pt x="603" y="391"/>
                </a:lnTo>
                <a:lnTo>
                  <a:pt x="602" y="391"/>
                </a:lnTo>
                <a:lnTo>
                  <a:pt x="602" y="392"/>
                </a:lnTo>
                <a:lnTo>
                  <a:pt x="601" y="392"/>
                </a:lnTo>
                <a:lnTo>
                  <a:pt x="600" y="392"/>
                </a:lnTo>
                <a:lnTo>
                  <a:pt x="600" y="391"/>
                </a:lnTo>
                <a:lnTo>
                  <a:pt x="599" y="391"/>
                </a:lnTo>
                <a:lnTo>
                  <a:pt x="598" y="391"/>
                </a:lnTo>
                <a:lnTo>
                  <a:pt x="597" y="391"/>
                </a:lnTo>
                <a:lnTo>
                  <a:pt x="596" y="391"/>
                </a:lnTo>
                <a:lnTo>
                  <a:pt x="596" y="390"/>
                </a:lnTo>
                <a:lnTo>
                  <a:pt x="595" y="390"/>
                </a:lnTo>
                <a:lnTo>
                  <a:pt x="595" y="389"/>
                </a:lnTo>
                <a:lnTo>
                  <a:pt x="594" y="389"/>
                </a:lnTo>
                <a:lnTo>
                  <a:pt x="593" y="389"/>
                </a:lnTo>
                <a:lnTo>
                  <a:pt x="592" y="389"/>
                </a:lnTo>
                <a:lnTo>
                  <a:pt x="592" y="388"/>
                </a:lnTo>
                <a:lnTo>
                  <a:pt x="592" y="387"/>
                </a:lnTo>
                <a:lnTo>
                  <a:pt x="591" y="387"/>
                </a:lnTo>
                <a:lnTo>
                  <a:pt x="591" y="386"/>
                </a:lnTo>
                <a:lnTo>
                  <a:pt x="591" y="385"/>
                </a:lnTo>
                <a:lnTo>
                  <a:pt x="590" y="385"/>
                </a:lnTo>
                <a:lnTo>
                  <a:pt x="589" y="385"/>
                </a:lnTo>
                <a:lnTo>
                  <a:pt x="588" y="385"/>
                </a:lnTo>
                <a:lnTo>
                  <a:pt x="588" y="384"/>
                </a:lnTo>
                <a:lnTo>
                  <a:pt x="587" y="384"/>
                </a:lnTo>
                <a:lnTo>
                  <a:pt x="586" y="384"/>
                </a:lnTo>
                <a:lnTo>
                  <a:pt x="585" y="383"/>
                </a:lnTo>
                <a:lnTo>
                  <a:pt x="585" y="382"/>
                </a:lnTo>
                <a:lnTo>
                  <a:pt x="584" y="382"/>
                </a:lnTo>
                <a:lnTo>
                  <a:pt x="584" y="381"/>
                </a:lnTo>
                <a:lnTo>
                  <a:pt x="585" y="381"/>
                </a:lnTo>
                <a:lnTo>
                  <a:pt x="584" y="381"/>
                </a:lnTo>
                <a:lnTo>
                  <a:pt x="583" y="381"/>
                </a:lnTo>
                <a:lnTo>
                  <a:pt x="582" y="381"/>
                </a:lnTo>
                <a:lnTo>
                  <a:pt x="581" y="381"/>
                </a:lnTo>
                <a:lnTo>
                  <a:pt x="580" y="381"/>
                </a:lnTo>
                <a:lnTo>
                  <a:pt x="579" y="381"/>
                </a:lnTo>
                <a:lnTo>
                  <a:pt x="578" y="381"/>
                </a:lnTo>
                <a:lnTo>
                  <a:pt x="578" y="382"/>
                </a:lnTo>
                <a:lnTo>
                  <a:pt x="577" y="383"/>
                </a:lnTo>
                <a:lnTo>
                  <a:pt x="577" y="384"/>
                </a:lnTo>
                <a:lnTo>
                  <a:pt x="576" y="384"/>
                </a:lnTo>
                <a:lnTo>
                  <a:pt x="576" y="385"/>
                </a:lnTo>
                <a:lnTo>
                  <a:pt x="575" y="385"/>
                </a:lnTo>
                <a:lnTo>
                  <a:pt x="574" y="385"/>
                </a:lnTo>
                <a:lnTo>
                  <a:pt x="574" y="386"/>
                </a:lnTo>
                <a:lnTo>
                  <a:pt x="574" y="387"/>
                </a:lnTo>
                <a:lnTo>
                  <a:pt x="573" y="387"/>
                </a:lnTo>
                <a:lnTo>
                  <a:pt x="573" y="388"/>
                </a:lnTo>
                <a:lnTo>
                  <a:pt x="572" y="388"/>
                </a:lnTo>
                <a:lnTo>
                  <a:pt x="572" y="389"/>
                </a:lnTo>
                <a:lnTo>
                  <a:pt x="571" y="389"/>
                </a:lnTo>
                <a:lnTo>
                  <a:pt x="571" y="390"/>
                </a:lnTo>
                <a:lnTo>
                  <a:pt x="570" y="390"/>
                </a:lnTo>
                <a:lnTo>
                  <a:pt x="569" y="390"/>
                </a:lnTo>
                <a:lnTo>
                  <a:pt x="569" y="391"/>
                </a:lnTo>
                <a:lnTo>
                  <a:pt x="568" y="391"/>
                </a:lnTo>
                <a:lnTo>
                  <a:pt x="567" y="391"/>
                </a:lnTo>
                <a:lnTo>
                  <a:pt x="567" y="392"/>
                </a:lnTo>
                <a:lnTo>
                  <a:pt x="566" y="392"/>
                </a:lnTo>
                <a:lnTo>
                  <a:pt x="566" y="393"/>
                </a:lnTo>
                <a:lnTo>
                  <a:pt x="567" y="393"/>
                </a:lnTo>
                <a:lnTo>
                  <a:pt x="567" y="394"/>
                </a:lnTo>
                <a:lnTo>
                  <a:pt x="567" y="395"/>
                </a:lnTo>
                <a:lnTo>
                  <a:pt x="565" y="395"/>
                </a:lnTo>
                <a:lnTo>
                  <a:pt x="565" y="396"/>
                </a:lnTo>
                <a:lnTo>
                  <a:pt x="564" y="396"/>
                </a:lnTo>
                <a:lnTo>
                  <a:pt x="564" y="397"/>
                </a:lnTo>
                <a:lnTo>
                  <a:pt x="563" y="397"/>
                </a:lnTo>
                <a:lnTo>
                  <a:pt x="562" y="397"/>
                </a:lnTo>
                <a:lnTo>
                  <a:pt x="562" y="396"/>
                </a:lnTo>
                <a:lnTo>
                  <a:pt x="561" y="396"/>
                </a:lnTo>
                <a:lnTo>
                  <a:pt x="561" y="395"/>
                </a:lnTo>
                <a:lnTo>
                  <a:pt x="560" y="395"/>
                </a:lnTo>
                <a:lnTo>
                  <a:pt x="559" y="395"/>
                </a:lnTo>
                <a:lnTo>
                  <a:pt x="559" y="394"/>
                </a:lnTo>
                <a:lnTo>
                  <a:pt x="557" y="394"/>
                </a:lnTo>
                <a:lnTo>
                  <a:pt x="556" y="394"/>
                </a:lnTo>
                <a:lnTo>
                  <a:pt x="556" y="395"/>
                </a:lnTo>
                <a:lnTo>
                  <a:pt x="555" y="395"/>
                </a:lnTo>
                <a:lnTo>
                  <a:pt x="554" y="395"/>
                </a:lnTo>
                <a:lnTo>
                  <a:pt x="554" y="394"/>
                </a:lnTo>
                <a:lnTo>
                  <a:pt x="553" y="394"/>
                </a:lnTo>
                <a:lnTo>
                  <a:pt x="552" y="394"/>
                </a:lnTo>
                <a:lnTo>
                  <a:pt x="551" y="393"/>
                </a:lnTo>
                <a:lnTo>
                  <a:pt x="550" y="393"/>
                </a:lnTo>
                <a:lnTo>
                  <a:pt x="550" y="392"/>
                </a:lnTo>
                <a:lnTo>
                  <a:pt x="550" y="391"/>
                </a:lnTo>
                <a:lnTo>
                  <a:pt x="550" y="390"/>
                </a:lnTo>
                <a:lnTo>
                  <a:pt x="549" y="390"/>
                </a:lnTo>
                <a:lnTo>
                  <a:pt x="548" y="390"/>
                </a:lnTo>
                <a:lnTo>
                  <a:pt x="547" y="390"/>
                </a:lnTo>
                <a:lnTo>
                  <a:pt x="547" y="389"/>
                </a:lnTo>
                <a:lnTo>
                  <a:pt x="547" y="388"/>
                </a:lnTo>
                <a:lnTo>
                  <a:pt x="547" y="387"/>
                </a:lnTo>
                <a:lnTo>
                  <a:pt x="546" y="387"/>
                </a:lnTo>
                <a:lnTo>
                  <a:pt x="546" y="386"/>
                </a:lnTo>
                <a:lnTo>
                  <a:pt x="545" y="386"/>
                </a:lnTo>
                <a:lnTo>
                  <a:pt x="545" y="387"/>
                </a:lnTo>
                <a:lnTo>
                  <a:pt x="543" y="387"/>
                </a:lnTo>
                <a:lnTo>
                  <a:pt x="543" y="386"/>
                </a:lnTo>
                <a:lnTo>
                  <a:pt x="542" y="386"/>
                </a:lnTo>
                <a:lnTo>
                  <a:pt x="541" y="386"/>
                </a:lnTo>
                <a:lnTo>
                  <a:pt x="540" y="386"/>
                </a:lnTo>
                <a:lnTo>
                  <a:pt x="539" y="386"/>
                </a:lnTo>
                <a:lnTo>
                  <a:pt x="538" y="386"/>
                </a:lnTo>
                <a:lnTo>
                  <a:pt x="537" y="386"/>
                </a:lnTo>
                <a:lnTo>
                  <a:pt x="537" y="387"/>
                </a:lnTo>
                <a:lnTo>
                  <a:pt x="537" y="389"/>
                </a:lnTo>
                <a:lnTo>
                  <a:pt x="536" y="389"/>
                </a:lnTo>
                <a:lnTo>
                  <a:pt x="536" y="390"/>
                </a:lnTo>
                <a:lnTo>
                  <a:pt x="536" y="391"/>
                </a:lnTo>
                <a:lnTo>
                  <a:pt x="536" y="392"/>
                </a:lnTo>
                <a:lnTo>
                  <a:pt x="535" y="394"/>
                </a:lnTo>
                <a:lnTo>
                  <a:pt x="534" y="395"/>
                </a:lnTo>
                <a:lnTo>
                  <a:pt x="533" y="396"/>
                </a:lnTo>
                <a:lnTo>
                  <a:pt x="533" y="397"/>
                </a:lnTo>
                <a:lnTo>
                  <a:pt x="532" y="397"/>
                </a:lnTo>
                <a:lnTo>
                  <a:pt x="532" y="398"/>
                </a:lnTo>
                <a:lnTo>
                  <a:pt x="533" y="398"/>
                </a:lnTo>
                <a:lnTo>
                  <a:pt x="533" y="399"/>
                </a:lnTo>
                <a:lnTo>
                  <a:pt x="534" y="399"/>
                </a:lnTo>
                <a:lnTo>
                  <a:pt x="534" y="401"/>
                </a:lnTo>
                <a:lnTo>
                  <a:pt x="533" y="401"/>
                </a:lnTo>
                <a:lnTo>
                  <a:pt x="533" y="402"/>
                </a:lnTo>
                <a:lnTo>
                  <a:pt x="532" y="402"/>
                </a:lnTo>
                <a:lnTo>
                  <a:pt x="532" y="403"/>
                </a:lnTo>
                <a:lnTo>
                  <a:pt x="531" y="403"/>
                </a:lnTo>
                <a:lnTo>
                  <a:pt x="530" y="403"/>
                </a:lnTo>
                <a:lnTo>
                  <a:pt x="530" y="404"/>
                </a:lnTo>
                <a:lnTo>
                  <a:pt x="529" y="404"/>
                </a:lnTo>
                <a:lnTo>
                  <a:pt x="529" y="405"/>
                </a:lnTo>
                <a:lnTo>
                  <a:pt x="528" y="405"/>
                </a:lnTo>
                <a:lnTo>
                  <a:pt x="527" y="405"/>
                </a:lnTo>
                <a:lnTo>
                  <a:pt x="527" y="406"/>
                </a:lnTo>
                <a:lnTo>
                  <a:pt x="526" y="406"/>
                </a:lnTo>
                <a:lnTo>
                  <a:pt x="526" y="407"/>
                </a:lnTo>
                <a:lnTo>
                  <a:pt x="525" y="407"/>
                </a:lnTo>
                <a:lnTo>
                  <a:pt x="525" y="408"/>
                </a:lnTo>
                <a:lnTo>
                  <a:pt x="524" y="408"/>
                </a:lnTo>
                <a:lnTo>
                  <a:pt x="523" y="408"/>
                </a:lnTo>
                <a:lnTo>
                  <a:pt x="523" y="409"/>
                </a:lnTo>
                <a:lnTo>
                  <a:pt x="522" y="409"/>
                </a:lnTo>
                <a:lnTo>
                  <a:pt x="522" y="410"/>
                </a:lnTo>
                <a:lnTo>
                  <a:pt x="521" y="410"/>
                </a:lnTo>
                <a:lnTo>
                  <a:pt x="522" y="410"/>
                </a:lnTo>
                <a:lnTo>
                  <a:pt x="521" y="410"/>
                </a:lnTo>
                <a:lnTo>
                  <a:pt x="521" y="411"/>
                </a:lnTo>
                <a:lnTo>
                  <a:pt x="520" y="411"/>
                </a:lnTo>
                <a:lnTo>
                  <a:pt x="520" y="412"/>
                </a:lnTo>
                <a:lnTo>
                  <a:pt x="519" y="412"/>
                </a:lnTo>
                <a:lnTo>
                  <a:pt x="519" y="411"/>
                </a:lnTo>
                <a:lnTo>
                  <a:pt x="518" y="410"/>
                </a:lnTo>
                <a:lnTo>
                  <a:pt x="518" y="409"/>
                </a:lnTo>
                <a:lnTo>
                  <a:pt x="517" y="409"/>
                </a:lnTo>
                <a:lnTo>
                  <a:pt x="517" y="408"/>
                </a:lnTo>
                <a:lnTo>
                  <a:pt x="516" y="408"/>
                </a:lnTo>
                <a:lnTo>
                  <a:pt x="515" y="408"/>
                </a:lnTo>
                <a:lnTo>
                  <a:pt x="515" y="407"/>
                </a:lnTo>
                <a:lnTo>
                  <a:pt x="514" y="407"/>
                </a:lnTo>
                <a:lnTo>
                  <a:pt x="514" y="406"/>
                </a:lnTo>
                <a:lnTo>
                  <a:pt x="513" y="406"/>
                </a:lnTo>
                <a:lnTo>
                  <a:pt x="513" y="405"/>
                </a:lnTo>
                <a:lnTo>
                  <a:pt x="512" y="405"/>
                </a:lnTo>
                <a:lnTo>
                  <a:pt x="512" y="404"/>
                </a:lnTo>
                <a:lnTo>
                  <a:pt x="511" y="404"/>
                </a:lnTo>
                <a:lnTo>
                  <a:pt x="509" y="404"/>
                </a:lnTo>
                <a:lnTo>
                  <a:pt x="508" y="404"/>
                </a:lnTo>
                <a:lnTo>
                  <a:pt x="508" y="403"/>
                </a:lnTo>
                <a:lnTo>
                  <a:pt x="507" y="403"/>
                </a:lnTo>
                <a:lnTo>
                  <a:pt x="507" y="402"/>
                </a:lnTo>
                <a:lnTo>
                  <a:pt x="507" y="403"/>
                </a:lnTo>
                <a:lnTo>
                  <a:pt x="506" y="403"/>
                </a:lnTo>
                <a:lnTo>
                  <a:pt x="506" y="402"/>
                </a:lnTo>
                <a:lnTo>
                  <a:pt x="505" y="402"/>
                </a:lnTo>
                <a:lnTo>
                  <a:pt x="504" y="402"/>
                </a:lnTo>
                <a:lnTo>
                  <a:pt x="503" y="402"/>
                </a:lnTo>
                <a:lnTo>
                  <a:pt x="502" y="401"/>
                </a:lnTo>
                <a:lnTo>
                  <a:pt x="501" y="401"/>
                </a:lnTo>
                <a:lnTo>
                  <a:pt x="501" y="400"/>
                </a:lnTo>
                <a:lnTo>
                  <a:pt x="500" y="400"/>
                </a:lnTo>
                <a:lnTo>
                  <a:pt x="499" y="400"/>
                </a:lnTo>
                <a:lnTo>
                  <a:pt x="499" y="399"/>
                </a:lnTo>
                <a:lnTo>
                  <a:pt x="498" y="399"/>
                </a:lnTo>
                <a:lnTo>
                  <a:pt x="498" y="398"/>
                </a:lnTo>
                <a:lnTo>
                  <a:pt x="497" y="398"/>
                </a:lnTo>
                <a:lnTo>
                  <a:pt x="496" y="398"/>
                </a:lnTo>
                <a:lnTo>
                  <a:pt x="496" y="397"/>
                </a:lnTo>
                <a:lnTo>
                  <a:pt x="495" y="397"/>
                </a:lnTo>
                <a:lnTo>
                  <a:pt x="495" y="396"/>
                </a:lnTo>
                <a:lnTo>
                  <a:pt x="494" y="396"/>
                </a:lnTo>
                <a:lnTo>
                  <a:pt x="493" y="396"/>
                </a:lnTo>
                <a:lnTo>
                  <a:pt x="492" y="396"/>
                </a:lnTo>
                <a:lnTo>
                  <a:pt x="491" y="396"/>
                </a:lnTo>
                <a:lnTo>
                  <a:pt x="490" y="396"/>
                </a:lnTo>
                <a:lnTo>
                  <a:pt x="490" y="395"/>
                </a:lnTo>
                <a:lnTo>
                  <a:pt x="489" y="395"/>
                </a:lnTo>
                <a:lnTo>
                  <a:pt x="489" y="394"/>
                </a:lnTo>
                <a:lnTo>
                  <a:pt x="488" y="394"/>
                </a:lnTo>
                <a:lnTo>
                  <a:pt x="487" y="394"/>
                </a:lnTo>
                <a:lnTo>
                  <a:pt x="487" y="393"/>
                </a:lnTo>
                <a:lnTo>
                  <a:pt x="486" y="393"/>
                </a:lnTo>
                <a:lnTo>
                  <a:pt x="485" y="393"/>
                </a:lnTo>
                <a:lnTo>
                  <a:pt x="484" y="393"/>
                </a:lnTo>
                <a:lnTo>
                  <a:pt x="483" y="393"/>
                </a:lnTo>
                <a:lnTo>
                  <a:pt x="482" y="393"/>
                </a:lnTo>
                <a:lnTo>
                  <a:pt x="483" y="392"/>
                </a:lnTo>
                <a:lnTo>
                  <a:pt x="482" y="392"/>
                </a:lnTo>
                <a:lnTo>
                  <a:pt x="482" y="391"/>
                </a:lnTo>
                <a:lnTo>
                  <a:pt x="483" y="391"/>
                </a:lnTo>
                <a:lnTo>
                  <a:pt x="483" y="389"/>
                </a:lnTo>
                <a:lnTo>
                  <a:pt x="482" y="389"/>
                </a:lnTo>
                <a:lnTo>
                  <a:pt x="481" y="388"/>
                </a:lnTo>
                <a:lnTo>
                  <a:pt x="481" y="389"/>
                </a:lnTo>
                <a:lnTo>
                  <a:pt x="481" y="388"/>
                </a:lnTo>
                <a:lnTo>
                  <a:pt x="480" y="388"/>
                </a:lnTo>
                <a:lnTo>
                  <a:pt x="479" y="388"/>
                </a:lnTo>
                <a:lnTo>
                  <a:pt x="479" y="387"/>
                </a:lnTo>
                <a:lnTo>
                  <a:pt x="478" y="387"/>
                </a:lnTo>
                <a:lnTo>
                  <a:pt x="478" y="386"/>
                </a:lnTo>
                <a:lnTo>
                  <a:pt x="477" y="386"/>
                </a:lnTo>
                <a:lnTo>
                  <a:pt x="476" y="386"/>
                </a:lnTo>
                <a:lnTo>
                  <a:pt x="475" y="386"/>
                </a:lnTo>
                <a:lnTo>
                  <a:pt x="474" y="386"/>
                </a:lnTo>
                <a:lnTo>
                  <a:pt x="474" y="385"/>
                </a:lnTo>
                <a:lnTo>
                  <a:pt x="473" y="385"/>
                </a:lnTo>
                <a:lnTo>
                  <a:pt x="473" y="384"/>
                </a:lnTo>
                <a:lnTo>
                  <a:pt x="472" y="384"/>
                </a:lnTo>
                <a:lnTo>
                  <a:pt x="471" y="384"/>
                </a:lnTo>
                <a:lnTo>
                  <a:pt x="471" y="383"/>
                </a:lnTo>
                <a:lnTo>
                  <a:pt x="470" y="383"/>
                </a:lnTo>
                <a:lnTo>
                  <a:pt x="470" y="382"/>
                </a:lnTo>
                <a:lnTo>
                  <a:pt x="469" y="382"/>
                </a:lnTo>
                <a:lnTo>
                  <a:pt x="468" y="382"/>
                </a:lnTo>
                <a:lnTo>
                  <a:pt x="467" y="382"/>
                </a:lnTo>
                <a:lnTo>
                  <a:pt x="466" y="382"/>
                </a:lnTo>
                <a:lnTo>
                  <a:pt x="465" y="382"/>
                </a:lnTo>
                <a:lnTo>
                  <a:pt x="465" y="381"/>
                </a:lnTo>
                <a:lnTo>
                  <a:pt x="465" y="380"/>
                </a:lnTo>
                <a:lnTo>
                  <a:pt x="464" y="380"/>
                </a:lnTo>
                <a:lnTo>
                  <a:pt x="464" y="379"/>
                </a:lnTo>
                <a:lnTo>
                  <a:pt x="463" y="379"/>
                </a:lnTo>
                <a:lnTo>
                  <a:pt x="463" y="378"/>
                </a:lnTo>
                <a:lnTo>
                  <a:pt x="463" y="377"/>
                </a:lnTo>
                <a:lnTo>
                  <a:pt x="462" y="377"/>
                </a:lnTo>
                <a:lnTo>
                  <a:pt x="462" y="378"/>
                </a:lnTo>
                <a:lnTo>
                  <a:pt x="461" y="378"/>
                </a:lnTo>
                <a:lnTo>
                  <a:pt x="461" y="377"/>
                </a:lnTo>
                <a:lnTo>
                  <a:pt x="460" y="377"/>
                </a:lnTo>
                <a:lnTo>
                  <a:pt x="459" y="377"/>
                </a:lnTo>
                <a:lnTo>
                  <a:pt x="459" y="376"/>
                </a:lnTo>
                <a:lnTo>
                  <a:pt x="458" y="375"/>
                </a:lnTo>
                <a:lnTo>
                  <a:pt x="457" y="375"/>
                </a:lnTo>
                <a:lnTo>
                  <a:pt x="457" y="374"/>
                </a:lnTo>
                <a:lnTo>
                  <a:pt x="457" y="375"/>
                </a:lnTo>
                <a:lnTo>
                  <a:pt x="455" y="374"/>
                </a:lnTo>
                <a:lnTo>
                  <a:pt x="454" y="374"/>
                </a:lnTo>
                <a:lnTo>
                  <a:pt x="453" y="374"/>
                </a:lnTo>
                <a:lnTo>
                  <a:pt x="453" y="373"/>
                </a:lnTo>
                <a:lnTo>
                  <a:pt x="452" y="372"/>
                </a:lnTo>
                <a:lnTo>
                  <a:pt x="451" y="372"/>
                </a:lnTo>
                <a:lnTo>
                  <a:pt x="449" y="372"/>
                </a:lnTo>
                <a:lnTo>
                  <a:pt x="449" y="373"/>
                </a:lnTo>
                <a:lnTo>
                  <a:pt x="448" y="373"/>
                </a:lnTo>
                <a:lnTo>
                  <a:pt x="447" y="373"/>
                </a:lnTo>
                <a:lnTo>
                  <a:pt x="446" y="372"/>
                </a:lnTo>
                <a:lnTo>
                  <a:pt x="445" y="372"/>
                </a:lnTo>
                <a:lnTo>
                  <a:pt x="444" y="371"/>
                </a:lnTo>
                <a:lnTo>
                  <a:pt x="443" y="371"/>
                </a:lnTo>
                <a:lnTo>
                  <a:pt x="442" y="371"/>
                </a:lnTo>
                <a:lnTo>
                  <a:pt x="441" y="370"/>
                </a:lnTo>
                <a:lnTo>
                  <a:pt x="440" y="370"/>
                </a:lnTo>
                <a:lnTo>
                  <a:pt x="438" y="370"/>
                </a:lnTo>
                <a:lnTo>
                  <a:pt x="437" y="370"/>
                </a:lnTo>
                <a:lnTo>
                  <a:pt x="436" y="370"/>
                </a:lnTo>
                <a:lnTo>
                  <a:pt x="435" y="370"/>
                </a:lnTo>
                <a:lnTo>
                  <a:pt x="435" y="369"/>
                </a:lnTo>
                <a:lnTo>
                  <a:pt x="434" y="369"/>
                </a:lnTo>
                <a:lnTo>
                  <a:pt x="433" y="369"/>
                </a:lnTo>
                <a:lnTo>
                  <a:pt x="432" y="369"/>
                </a:lnTo>
                <a:lnTo>
                  <a:pt x="432" y="370"/>
                </a:lnTo>
                <a:lnTo>
                  <a:pt x="432" y="369"/>
                </a:lnTo>
                <a:lnTo>
                  <a:pt x="431" y="369"/>
                </a:lnTo>
                <a:lnTo>
                  <a:pt x="430" y="369"/>
                </a:lnTo>
                <a:lnTo>
                  <a:pt x="429" y="369"/>
                </a:lnTo>
                <a:lnTo>
                  <a:pt x="428" y="369"/>
                </a:lnTo>
                <a:lnTo>
                  <a:pt x="427" y="369"/>
                </a:lnTo>
                <a:lnTo>
                  <a:pt x="426" y="369"/>
                </a:lnTo>
                <a:lnTo>
                  <a:pt x="426" y="368"/>
                </a:lnTo>
                <a:lnTo>
                  <a:pt x="425" y="368"/>
                </a:lnTo>
                <a:lnTo>
                  <a:pt x="424" y="368"/>
                </a:lnTo>
                <a:lnTo>
                  <a:pt x="423" y="368"/>
                </a:lnTo>
                <a:lnTo>
                  <a:pt x="422" y="368"/>
                </a:lnTo>
                <a:lnTo>
                  <a:pt x="421" y="368"/>
                </a:lnTo>
                <a:lnTo>
                  <a:pt x="421" y="369"/>
                </a:lnTo>
                <a:lnTo>
                  <a:pt x="420" y="369"/>
                </a:lnTo>
                <a:lnTo>
                  <a:pt x="419" y="369"/>
                </a:lnTo>
                <a:lnTo>
                  <a:pt x="418" y="369"/>
                </a:lnTo>
                <a:lnTo>
                  <a:pt x="417" y="369"/>
                </a:lnTo>
                <a:lnTo>
                  <a:pt x="417" y="370"/>
                </a:lnTo>
                <a:lnTo>
                  <a:pt x="418" y="370"/>
                </a:lnTo>
                <a:lnTo>
                  <a:pt x="418" y="371"/>
                </a:lnTo>
                <a:lnTo>
                  <a:pt x="419" y="371"/>
                </a:lnTo>
                <a:lnTo>
                  <a:pt x="419" y="372"/>
                </a:lnTo>
                <a:lnTo>
                  <a:pt x="419" y="371"/>
                </a:lnTo>
                <a:lnTo>
                  <a:pt x="419" y="372"/>
                </a:lnTo>
                <a:lnTo>
                  <a:pt x="420" y="372"/>
                </a:lnTo>
                <a:lnTo>
                  <a:pt x="420" y="373"/>
                </a:lnTo>
                <a:lnTo>
                  <a:pt x="421" y="373"/>
                </a:lnTo>
                <a:lnTo>
                  <a:pt x="420" y="373"/>
                </a:lnTo>
                <a:lnTo>
                  <a:pt x="421" y="374"/>
                </a:lnTo>
                <a:lnTo>
                  <a:pt x="421" y="375"/>
                </a:lnTo>
                <a:lnTo>
                  <a:pt x="422" y="375"/>
                </a:lnTo>
                <a:lnTo>
                  <a:pt x="422" y="376"/>
                </a:lnTo>
                <a:lnTo>
                  <a:pt x="421" y="376"/>
                </a:lnTo>
                <a:lnTo>
                  <a:pt x="421" y="377"/>
                </a:lnTo>
                <a:lnTo>
                  <a:pt x="420" y="377"/>
                </a:lnTo>
                <a:lnTo>
                  <a:pt x="420" y="378"/>
                </a:lnTo>
                <a:lnTo>
                  <a:pt x="419" y="378"/>
                </a:lnTo>
                <a:lnTo>
                  <a:pt x="419" y="379"/>
                </a:lnTo>
                <a:lnTo>
                  <a:pt x="418" y="379"/>
                </a:lnTo>
                <a:lnTo>
                  <a:pt x="418" y="380"/>
                </a:lnTo>
                <a:lnTo>
                  <a:pt x="419" y="380"/>
                </a:lnTo>
                <a:lnTo>
                  <a:pt x="418" y="380"/>
                </a:lnTo>
                <a:lnTo>
                  <a:pt x="419" y="380"/>
                </a:lnTo>
                <a:lnTo>
                  <a:pt x="418" y="381"/>
                </a:lnTo>
                <a:lnTo>
                  <a:pt x="417" y="382"/>
                </a:lnTo>
                <a:lnTo>
                  <a:pt x="418" y="383"/>
                </a:lnTo>
                <a:lnTo>
                  <a:pt x="417" y="384"/>
                </a:lnTo>
                <a:lnTo>
                  <a:pt x="417" y="385"/>
                </a:lnTo>
                <a:lnTo>
                  <a:pt x="417" y="386"/>
                </a:lnTo>
                <a:lnTo>
                  <a:pt x="418" y="386"/>
                </a:lnTo>
                <a:lnTo>
                  <a:pt x="418" y="387"/>
                </a:lnTo>
                <a:lnTo>
                  <a:pt x="418" y="388"/>
                </a:lnTo>
                <a:lnTo>
                  <a:pt x="417" y="389"/>
                </a:lnTo>
                <a:lnTo>
                  <a:pt x="417" y="390"/>
                </a:lnTo>
                <a:lnTo>
                  <a:pt x="416" y="390"/>
                </a:lnTo>
                <a:lnTo>
                  <a:pt x="416" y="391"/>
                </a:lnTo>
                <a:lnTo>
                  <a:pt x="415" y="392"/>
                </a:lnTo>
                <a:lnTo>
                  <a:pt x="415" y="393"/>
                </a:lnTo>
                <a:lnTo>
                  <a:pt x="415" y="394"/>
                </a:lnTo>
                <a:lnTo>
                  <a:pt x="416" y="395"/>
                </a:lnTo>
                <a:lnTo>
                  <a:pt x="416" y="396"/>
                </a:lnTo>
                <a:lnTo>
                  <a:pt x="416" y="397"/>
                </a:lnTo>
                <a:lnTo>
                  <a:pt x="416" y="398"/>
                </a:lnTo>
                <a:lnTo>
                  <a:pt x="415" y="398"/>
                </a:lnTo>
                <a:lnTo>
                  <a:pt x="415" y="399"/>
                </a:lnTo>
                <a:lnTo>
                  <a:pt x="416" y="399"/>
                </a:lnTo>
                <a:lnTo>
                  <a:pt x="416" y="400"/>
                </a:lnTo>
                <a:lnTo>
                  <a:pt x="416" y="401"/>
                </a:lnTo>
                <a:lnTo>
                  <a:pt x="417" y="401"/>
                </a:lnTo>
                <a:lnTo>
                  <a:pt x="418" y="401"/>
                </a:lnTo>
                <a:lnTo>
                  <a:pt x="419" y="401"/>
                </a:lnTo>
                <a:lnTo>
                  <a:pt x="420" y="401"/>
                </a:lnTo>
                <a:lnTo>
                  <a:pt x="420" y="402"/>
                </a:lnTo>
                <a:lnTo>
                  <a:pt x="420" y="403"/>
                </a:lnTo>
                <a:lnTo>
                  <a:pt x="419" y="403"/>
                </a:lnTo>
                <a:lnTo>
                  <a:pt x="420" y="403"/>
                </a:lnTo>
                <a:lnTo>
                  <a:pt x="420" y="404"/>
                </a:lnTo>
                <a:lnTo>
                  <a:pt x="420" y="405"/>
                </a:lnTo>
                <a:lnTo>
                  <a:pt x="420" y="406"/>
                </a:lnTo>
                <a:lnTo>
                  <a:pt x="420" y="407"/>
                </a:lnTo>
                <a:lnTo>
                  <a:pt x="420" y="408"/>
                </a:lnTo>
                <a:lnTo>
                  <a:pt x="420" y="409"/>
                </a:lnTo>
                <a:lnTo>
                  <a:pt x="420" y="410"/>
                </a:lnTo>
                <a:lnTo>
                  <a:pt x="420" y="411"/>
                </a:lnTo>
                <a:lnTo>
                  <a:pt x="420" y="412"/>
                </a:lnTo>
                <a:lnTo>
                  <a:pt x="420" y="413"/>
                </a:lnTo>
                <a:lnTo>
                  <a:pt x="420" y="414"/>
                </a:lnTo>
                <a:lnTo>
                  <a:pt x="421" y="414"/>
                </a:lnTo>
                <a:lnTo>
                  <a:pt x="422" y="414"/>
                </a:lnTo>
                <a:lnTo>
                  <a:pt x="423" y="414"/>
                </a:lnTo>
                <a:lnTo>
                  <a:pt x="423" y="415"/>
                </a:lnTo>
                <a:lnTo>
                  <a:pt x="423" y="416"/>
                </a:lnTo>
                <a:lnTo>
                  <a:pt x="423" y="417"/>
                </a:lnTo>
                <a:lnTo>
                  <a:pt x="423" y="418"/>
                </a:lnTo>
                <a:lnTo>
                  <a:pt x="422" y="418"/>
                </a:lnTo>
                <a:lnTo>
                  <a:pt x="422" y="419"/>
                </a:lnTo>
                <a:lnTo>
                  <a:pt x="422" y="420"/>
                </a:lnTo>
                <a:lnTo>
                  <a:pt x="422" y="421"/>
                </a:lnTo>
                <a:lnTo>
                  <a:pt x="422" y="422"/>
                </a:lnTo>
                <a:lnTo>
                  <a:pt x="423" y="422"/>
                </a:lnTo>
                <a:lnTo>
                  <a:pt x="424" y="422"/>
                </a:lnTo>
                <a:lnTo>
                  <a:pt x="425" y="422"/>
                </a:lnTo>
                <a:lnTo>
                  <a:pt x="426" y="422"/>
                </a:lnTo>
                <a:lnTo>
                  <a:pt x="425" y="423"/>
                </a:lnTo>
                <a:lnTo>
                  <a:pt x="426" y="423"/>
                </a:lnTo>
                <a:lnTo>
                  <a:pt x="426" y="424"/>
                </a:lnTo>
                <a:lnTo>
                  <a:pt x="425" y="424"/>
                </a:lnTo>
                <a:lnTo>
                  <a:pt x="425" y="425"/>
                </a:lnTo>
                <a:lnTo>
                  <a:pt x="424" y="425"/>
                </a:lnTo>
                <a:lnTo>
                  <a:pt x="424" y="426"/>
                </a:lnTo>
                <a:lnTo>
                  <a:pt x="425" y="426"/>
                </a:lnTo>
                <a:lnTo>
                  <a:pt x="426" y="426"/>
                </a:lnTo>
                <a:lnTo>
                  <a:pt x="426" y="427"/>
                </a:lnTo>
                <a:lnTo>
                  <a:pt x="425" y="427"/>
                </a:lnTo>
                <a:lnTo>
                  <a:pt x="425" y="428"/>
                </a:lnTo>
                <a:lnTo>
                  <a:pt x="426" y="428"/>
                </a:lnTo>
                <a:lnTo>
                  <a:pt x="426" y="429"/>
                </a:lnTo>
                <a:lnTo>
                  <a:pt x="426" y="430"/>
                </a:lnTo>
                <a:lnTo>
                  <a:pt x="426" y="431"/>
                </a:lnTo>
                <a:lnTo>
                  <a:pt x="425" y="432"/>
                </a:lnTo>
                <a:lnTo>
                  <a:pt x="424" y="432"/>
                </a:lnTo>
                <a:lnTo>
                  <a:pt x="424" y="433"/>
                </a:lnTo>
                <a:lnTo>
                  <a:pt x="423" y="433"/>
                </a:lnTo>
                <a:lnTo>
                  <a:pt x="422" y="433"/>
                </a:lnTo>
                <a:lnTo>
                  <a:pt x="422" y="434"/>
                </a:lnTo>
                <a:lnTo>
                  <a:pt x="421" y="434"/>
                </a:lnTo>
                <a:lnTo>
                  <a:pt x="420" y="434"/>
                </a:lnTo>
                <a:lnTo>
                  <a:pt x="419" y="435"/>
                </a:lnTo>
                <a:lnTo>
                  <a:pt x="418" y="435"/>
                </a:lnTo>
                <a:lnTo>
                  <a:pt x="417" y="435"/>
                </a:lnTo>
                <a:lnTo>
                  <a:pt x="416" y="435"/>
                </a:lnTo>
                <a:lnTo>
                  <a:pt x="415" y="435"/>
                </a:lnTo>
                <a:lnTo>
                  <a:pt x="414" y="435"/>
                </a:lnTo>
                <a:lnTo>
                  <a:pt x="413" y="434"/>
                </a:lnTo>
                <a:lnTo>
                  <a:pt x="412" y="434"/>
                </a:lnTo>
                <a:lnTo>
                  <a:pt x="412" y="433"/>
                </a:lnTo>
                <a:lnTo>
                  <a:pt x="411" y="433"/>
                </a:lnTo>
                <a:lnTo>
                  <a:pt x="410" y="433"/>
                </a:lnTo>
                <a:lnTo>
                  <a:pt x="409" y="433"/>
                </a:lnTo>
                <a:lnTo>
                  <a:pt x="408" y="433"/>
                </a:lnTo>
                <a:lnTo>
                  <a:pt x="408" y="432"/>
                </a:lnTo>
                <a:lnTo>
                  <a:pt x="407" y="431"/>
                </a:lnTo>
                <a:lnTo>
                  <a:pt x="407" y="432"/>
                </a:lnTo>
                <a:lnTo>
                  <a:pt x="406" y="431"/>
                </a:lnTo>
                <a:lnTo>
                  <a:pt x="405" y="431"/>
                </a:lnTo>
                <a:lnTo>
                  <a:pt x="404" y="431"/>
                </a:lnTo>
                <a:lnTo>
                  <a:pt x="404" y="430"/>
                </a:lnTo>
                <a:lnTo>
                  <a:pt x="403" y="430"/>
                </a:lnTo>
                <a:lnTo>
                  <a:pt x="402" y="430"/>
                </a:lnTo>
                <a:lnTo>
                  <a:pt x="403" y="430"/>
                </a:lnTo>
                <a:lnTo>
                  <a:pt x="403" y="431"/>
                </a:lnTo>
                <a:lnTo>
                  <a:pt x="403" y="432"/>
                </a:lnTo>
                <a:lnTo>
                  <a:pt x="404" y="432"/>
                </a:lnTo>
                <a:lnTo>
                  <a:pt x="404" y="433"/>
                </a:lnTo>
                <a:lnTo>
                  <a:pt x="404" y="434"/>
                </a:lnTo>
                <a:lnTo>
                  <a:pt x="404" y="435"/>
                </a:lnTo>
                <a:lnTo>
                  <a:pt x="404" y="434"/>
                </a:lnTo>
                <a:lnTo>
                  <a:pt x="403" y="434"/>
                </a:lnTo>
                <a:lnTo>
                  <a:pt x="403" y="433"/>
                </a:lnTo>
                <a:lnTo>
                  <a:pt x="402" y="434"/>
                </a:lnTo>
                <a:lnTo>
                  <a:pt x="401" y="434"/>
                </a:lnTo>
                <a:lnTo>
                  <a:pt x="400" y="434"/>
                </a:lnTo>
                <a:lnTo>
                  <a:pt x="399" y="435"/>
                </a:lnTo>
                <a:lnTo>
                  <a:pt x="399" y="436"/>
                </a:lnTo>
                <a:lnTo>
                  <a:pt x="400" y="437"/>
                </a:lnTo>
                <a:lnTo>
                  <a:pt x="401" y="437"/>
                </a:lnTo>
                <a:lnTo>
                  <a:pt x="402" y="438"/>
                </a:lnTo>
                <a:lnTo>
                  <a:pt x="402" y="439"/>
                </a:lnTo>
                <a:lnTo>
                  <a:pt x="401" y="440"/>
                </a:lnTo>
                <a:lnTo>
                  <a:pt x="400" y="440"/>
                </a:lnTo>
                <a:lnTo>
                  <a:pt x="399" y="441"/>
                </a:lnTo>
                <a:lnTo>
                  <a:pt x="398" y="441"/>
                </a:lnTo>
                <a:lnTo>
                  <a:pt x="396" y="440"/>
                </a:lnTo>
                <a:lnTo>
                  <a:pt x="394" y="440"/>
                </a:lnTo>
                <a:lnTo>
                  <a:pt x="393" y="440"/>
                </a:lnTo>
                <a:lnTo>
                  <a:pt x="393" y="441"/>
                </a:lnTo>
                <a:lnTo>
                  <a:pt x="392" y="441"/>
                </a:lnTo>
                <a:lnTo>
                  <a:pt x="391" y="441"/>
                </a:lnTo>
                <a:lnTo>
                  <a:pt x="390" y="442"/>
                </a:lnTo>
                <a:lnTo>
                  <a:pt x="390" y="443"/>
                </a:lnTo>
                <a:lnTo>
                  <a:pt x="392" y="444"/>
                </a:lnTo>
                <a:lnTo>
                  <a:pt x="393" y="445"/>
                </a:lnTo>
                <a:lnTo>
                  <a:pt x="394" y="445"/>
                </a:lnTo>
                <a:lnTo>
                  <a:pt x="393" y="446"/>
                </a:lnTo>
                <a:lnTo>
                  <a:pt x="393" y="447"/>
                </a:lnTo>
                <a:lnTo>
                  <a:pt x="393" y="448"/>
                </a:lnTo>
                <a:lnTo>
                  <a:pt x="393" y="449"/>
                </a:lnTo>
                <a:lnTo>
                  <a:pt x="392" y="450"/>
                </a:lnTo>
                <a:lnTo>
                  <a:pt x="391" y="452"/>
                </a:lnTo>
                <a:lnTo>
                  <a:pt x="390" y="452"/>
                </a:lnTo>
                <a:lnTo>
                  <a:pt x="390" y="453"/>
                </a:lnTo>
                <a:lnTo>
                  <a:pt x="389" y="453"/>
                </a:lnTo>
                <a:lnTo>
                  <a:pt x="388" y="454"/>
                </a:lnTo>
                <a:lnTo>
                  <a:pt x="388" y="455"/>
                </a:lnTo>
                <a:lnTo>
                  <a:pt x="387" y="456"/>
                </a:lnTo>
                <a:lnTo>
                  <a:pt x="387" y="457"/>
                </a:lnTo>
                <a:lnTo>
                  <a:pt x="387" y="458"/>
                </a:lnTo>
                <a:lnTo>
                  <a:pt x="388" y="458"/>
                </a:lnTo>
                <a:lnTo>
                  <a:pt x="388" y="459"/>
                </a:lnTo>
                <a:lnTo>
                  <a:pt x="388" y="460"/>
                </a:lnTo>
                <a:lnTo>
                  <a:pt x="388" y="461"/>
                </a:lnTo>
                <a:lnTo>
                  <a:pt x="390" y="461"/>
                </a:lnTo>
                <a:lnTo>
                  <a:pt x="390" y="462"/>
                </a:lnTo>
                <a:lnTo>
                  <a:pt x="389" y="462"/>
                </a:lnTo>
                <a:lnTo>
                  <a:pt x="389" y="463"/>
                </a:lnTo>
                <a:lnTo>
                  <a:pt x="390" y="464"/>
                </a:lnTo>
                <a:lnTo>
                  <a:pt x="390" y="465"/>
                </a:lnTo>
                <a:lnTo>
                  <a:pt x="391" y="465"/>
                </a:lnTo>
                <a:lnTo>
                  <a:pt x="391" y="469"/>
                </a:lnTo>
                <a:lnTo>
                  <a:pt x="382" y="467"/>
                </a:lnTo>
                <a:lnTo>
                  <a:pt x="381" y="466"/>
                </a:lnTo>
                <a:lnTo>
                  <a:pt x="380" y="466"/>
                </a:lnTo>
                <a:lnTo>
                  <a:pt x="379" y="465"/>
                </a:lnTo>
                <a:lnTo>
                  <a:pt x="377" y="465"/>
                </a:lnTo>
                <a:lnTo>
                  <a:pt x="376" y="465"/>
                </a:lnTo>
                <a:lnTo>
                  <a:pt x="375" y="465"/>
                </a:lnTo>
                <a:lnTo>
                  <a:pt x="371" y="463"/>
                </a:lnTo>
                <a:lnTo>
                  <a:pt x="370" y="463"/>
                </a:lnTo>
                <a:lnTo>
                  <a:pt x="366" y="463"/>
                </a:lnTo>
                <a:lnTo>
                  <a:pt x="365" y="464"/>
                </a:lnTo>
                <a:lnTo>
                  <a:pt x="362" y="465"/>
                </a:lnTo>
                <a:lnTo>
                  <a:pt x="362" y="466"/>
                </a:lnTo>
                <a:lnTo>
                  <a:pt x="361" y="466"/>
                </a:lnTo>
                <a:lnTo>
                  <a:pt x="361" y="467"/>
                </a:lnTo>
                <a:lnTo>
                  <a:pt x="361" y="468"/>
                </a:lnTo>
                <a:lnTo>
                  <a:pt x="360" y="468"/>
                </a:lnTo>
                <a:lnTo>
                  <a:pt x="359" y="471"/>
                </a:lnTo>
                <a:lnTo>
                  <a:pt x="359" y="472"/>
                </a:lnTo>
                <a:lnTo>
                  <a:pt x="359" y="473"/>
                </a:lnTo>
                <a:lnTo>
                  <a:pt x="358" y="473"/>
                </a:lnTo>
                <a:lnTo>
                  <a:pt x="358" y="474"/>
                </a:lnTo>
                <a:lnTo>
                  <a:pt x="359" y="474"/>
                </a:lnTo>
                <a:lnTo>
                  <a:pt x="359" y="475"/>
                </a:lnTo>
                <a:lnTo>
                  <a:pt x="359" y="476"/>
                </a:lnTo>
                <a:lnTo>
                  <a:pt x="358" y="476"/>
                </a:lnTo>
                <a:lnTo>
                  <a:pt x="357" y="476"/>
                </a:lnTo>
                <a:lnTo>
                  <a:pt x="356" y="476"/>
                </a:lnTo>
                <a:lnTo>
                  <a:pt x="356" y="477"/>
                </a:lnTo>
                <a:lnTo>
                  <a:pt x="355" y="477"/>
                </a:lnTo>
                <a:lnTo>
                  <a:pt x="354" y="477"/>
                </a:lnTo>
                <a:lnTo>
                  <a:pt x="354" y="476"/>
                </a:lnTo>
                <a:lnTo>
                  <a:pt x="354" y="475"/>
                </a:lnTo>
                <a:lnTo>
                  <a:pt x="353" y="475"/>
                </a:lnTo>
                <a:lnTo>
                  <a:pt x="352" y="475"/>
                </a:lnTo>
                <a:lnTo>
                  <a:pt x="351" y="475"/>
                </a:lnTo>
                <a:lnTo>
                  <a:pt x="350" y="475"/>
                </a:lnTo>
                <a:lnTo>
                  <a:pt x="350" y="476"/>
                </a:lnTo>
                <a:lnTo>
                  <a:pt x="349" y="477"/>
                </a:lnTo>
                <a:lnTo>
                  <a:pt x="348" y="477"/>
                </a:lnTo>
                <a:lnTo>
                  <a:pt x="348" y="476"/>
                </a:lnTo>
                <a:lnTo>
                  <a:pt x="347" y="476"/>
                </a:lnTo>
                <a:lnTo>
                  <a:pt x="346" y="476"/>
                </a:lnTo>
                <a:lnTo>
                  <a:pt x="346" y="475"/>
                </a:lnTo>
                <a:lnTo>
                  <a:pt x="345" y="475"/>
                </a:lnTo>
                <a:lnTo>
                  <a:pt x="344" y="475"/>
                </a:lnTo>
                <a:lnTo>
                  <a:pt x="344" y="474"/>
                </a:lnTo>
                <a:lnTo>
                  <a:pt x="343" y="474"/>
                </a:lnTo>
                <a:lnTo>
                  <a:pt x="342" y="474"/>
                </a:lnTo>
                <a:lnTo>
                  <a:pt x="341" y="474"/>
                </a:lnTo>
                <a:lnTo>
                  <a:pt x="341" y="473"/>
                </a:lnTo>
                <a:lnTo>
                  <a:pt x="340" y="473"/>
                </a:lnTo>
                <a:lnTo>
                  <a:pt x="339" y="473"/>
                </a:lnTo>
                <a:lnTo>
                  <a:pt x="338" y="473"/>
                </a:lnTo>
                <a:lnTo>
                  <a:pt x="337" y="473"/>
                </a:lnTo>
                <a:lnTo>
                  <a:pt x="337" y="474"/>
                </a:lnTo>
                <a:lnTo>
                  <a:pt x="336" y="474"/>
                </a:lnTo>
                <a:lnTo>
                  <a:pt x="335" y="474"/>
                </a:lnTo>
                <a:lnTo>
                  <a:pt x="335" y="473"/>
                </a:lnTo>
                <a:lnTo>
                  <a:pt x="334" y="473"/>
                </a:lnTo>
                <a:lnTo>
                  <a:pt x="333" y="472"/>
                </a:lnTo>
                <a:lnTo>
                  <a:pt x="331" y="472"/>
                </a:lnTo>
                <a:lnTo>
                  <a:pt x="331" y="471"/>
                </a:lnTo>
                <a:lnTo>
                  <a:pt x="330" y="471"/>
                </a:lnTo>
                <a:lnTo>
                  <a:pt x="329" y="470"/>
                </a:lnTo>
                <a:lnTo>
                  <a:pt x="328" y="469"/>
                </a:lnTo>
                <a:lnTo>
                  <a:pt x="327" y="469"/>
                </a:lnTo>
                <a:lnTo>
                  <a:pt x="326" y="468"/>
                </a:lnTo>
                <a:lnTo>
                  <a:pt x="325" y="468"/>
                </a:lnTo>
                <a:lnTo>
                  <a:pt x="325" y="467"/>
                </a:lnTo>
                <a:lnTo>
                  <a:pt x="324" y="466"/>
                </a:lnTo>
                <a:lnTo>
                  <a:pt x="325" y="466"/>
                </a:lnTo>
                <a:lnTo>
                  <a:pt x="325" y="465"/>
                </a:lnTo>
                <a:lnTo>
                  <a:pt x="324" y="465"/>
                </a:lnTo>
                <a:lnTo>
                  <a:pt x="323" y="464"/>
                </a:lnTo>
                <a:lnTo>
                  <a:pt x="323" y="463"/>
                </a:lnTo>
                <a:lnTo>
                  <a:pt x="322" y="462"/>
                </a:lnTo>
                <a:lnTo>
                  <a:pt x="320" y="462"/>
                </a:lnTo>
                <a:lnTo>
                  <a:pt x="320" y="463"/>
                </a:lnTo>
                <a:lnTo>
                  <a:pt x="318" y="463"/>
                </a:lnTo>
                <a:lnTo>
                  <a:pt x="317" y="462"/>
                </a:lnTo>
                <a:lnTo>
                  <a:pt x="317" y="461"/>
                </a:lnTo>
                <a:lnTo>
                  <a:pt x="317" y="460"/>
                </a:lnTo>
                <a:lnTo>
                  <a:pt x="317" y="459"/>
                </a:lnTo>
                <a:lnTo>
                  <a:pt x="316" y="458"/>
                </a:lnTo>
                <a:lnTo>
                  <a:pt x="316" y="457"/>
                </a:lnTo>
                <a:lnTo>
                  <a:pt x="315" y="456"/>
                </a:lnTo>
                <a:lnTo>
                  <a:pt x="314" y="456"/>
                </a:lnTo>
                <a:lnTo>
                  <a:pt x="313" y="456"/>
                </a:lnTo>
                <a:lnTo>
                  <a:pt x="312" y="456"/>
                </a:lnTo>
                <a:lnTo>
                  <a:pt x="311" y="456"/>
                </a:lnTo>
                <a:lnTo>
                  <a:pt x="310" y="456"/>
                </a:lnTo>
                <a:lnTo>
                  <a:pt x="309" y="455"/>
                </a:lnTo>
                <a:lnTo>
                  <a:pt x="310" y="455"/>
                </a:lnTo>
                <a:lnTo>
                  <a:pt x="310" y="454"/>
                </a:lnTo>
                <a:lnTo>
                  <a:pt x="309" y="454"/>
                </a:lnTo>
                <a:lnTo>
                  <a:pt x="308" y="454"/>
                </a:lnTo>
                <a:lnTo>
                  <a:pt x="307" y="454"/>
                </a:lnTo>
                <a:lnTo>
                  <a:pt x="306" y="454"/>
                </a:lnTo>
                <a:lnTo>
                  <a:pt x="306" y="453"/>
                </a:lnTo>
                <a:lnTo>
                  <a:pt x="305" y="452"/>
                </a:lnTo>
                <a:lnTo>
                  <a:pt x="304" y="452"/>
                </a:lnTo>
                <a:lnTo>
                  <a:pt x="304" y="451"/>
                </a:lnTo>
                <a:lnTo>
                  <a:pt x="303" y="451"/>
                </a:lnTo>
                <a:lnTo>
                  <a:pt x="302" y="451"/>
                </a:lnTo>
                <a:lnTo>
                  <a:pt x="302" y="452"/>
                </a:lnTo>
                <a:lnTo>
                  <a:pt x="301" y="452"/>
                </a:lnTo>
                <a:lnTo>
                  <a:pt x="301" y="453"/>
                </a:lnTo>
                <a:lnTo>
                  <a:pt x="301" y="454"/>
                </a:lnTo>
                <a:lnTo>
                  <a:pt x="300" y="454"/>
                </a:lnTo>
                <a:lnTo>
                  <a:pt x="300" y="455"/>
                </a:lnTo>
                <a:lnTo>
                  <a:pt x="299" y="455"/>
                </a:lnTo>
                <a:lnTo>
                  <a:pt x="299" y="454"/>
                </a:lnTo>
                <a:lnTo>
                  <a:pt x="298" y="455"/>
                </a:lnTo>
                <a:lnTo>
                  <a:pt x="298" y="456"/>
                </a:lnTo>
                <a:lnTo>
                  <a:pt x="297" y="456"/>
                </a:lnTo>
                <a:lnTo>
                  <a:pt x="297" y="457"/>
                </a:lnTo>
                <a:lnTo>
                  <a:pt x="296" y="457"/>
                </a:lnTo>
                <a:lnTo>
                  <a:pt x="295" y="457"/>
                </a:lnTo>
                <a:lnTo>
                  <a:pt x="294" y="457"/>
                </a:lnTo>
                <a:lnTo>
                  <a:pt x="293" y="457"/>
                </a:lnTo>
                <a:lnTo>
                  <a:pt x="292" y="458"/>
                </a:lnTo>
                <a:lnTo>
                  <a:pt x="292" y="459"/>
                </a:lnTo>
                <a:lnTo>
                  <a:pt x="291" y="459"/>
                </a:lnTo>
                <a:lnTo>
                  <a:pt x="290" y="460"/>
                </a:lnTo>
                <a:lnTo>
                  <a:pt x="289" y="460"/>
                </a:lnTo>
                <a:lnTo>
                  <a:pt x="289" y="461"/>
                </a:lnTo>
                <a:lnTo>
                  <a:pt x="288" y="461"/>
                </a:lnTo>
                <a:lnTo>
                  <a:pt x="287" y="461"/>
                </a:lnTo>
                <a:lnTo>
                  <a:pt x="287" y="462"/>
                </a:lnTo>
                <a:lnTo>
                  <a:pt x="286" y="462"/>
                </a:lnTo>
                <a:lnTo>
                  <a:pt x="286" y="460"/>
                </a:lnTo>
                <a:lnTo>
                  <a:pt x="285" y="460"/>
                </a:lnTo>
                <a:lnTo>
                  <a:pt x="284" y="461"/>
                </a:lnTo>
                <a:lnTo>
                  <a:pt x="283" y="461"/>
                </a:lnTo>
                <a:lnTo>
                  <a:pt x="282" y="462"/>
                </a:lnTo>
                <a:lnTo>
                  <a:pt x="281" y="461"/>
                </a:lnTo>
                <a:lnTo>
                  <a:pt x="280" y="460"/>
                </a:lnTo>
                <a:lnTo>
                  <a:pt x="280" y="461"/>
                </a:lnTo>
                <a:lnTo>
                  <a:pt x="279" y="461"/>
                </a:lnTo>
                <a:lnTo>
                  <a:pt x="279" y="460"/>
                </a:lnTo>
                <a:lnTo>
                  <a:pt x="278" y="461"/>
                </a:lnTo>
                <a:lnTo>
                  <a:pt x="277" y="461"/>
                </a:lnTo>
                <a:lnTo>
                  <a:pt x="276" y="461"/>
                </a:lnTo>
                <a:lnTo>
                  <a:pt x="275" y="461"/>
                </a:lnTo>
                <a:lnTo>
                  <a:pt x="274" y="460"/>
                </a:lnTo>
                <a:lnTo>
                  <a:pt x="273" y="460"/>
                </a:lnTo>
                <a:lnTo>
                  <a:pt x="272" y="460"/>
                </a:lnTo>
                <a:lnTo>
                  <a:pt x="271" y="460"/>
                </a:lnTo>
                <a:lnTo>
                  <a:pt x="271" y="461"/>
                </a:lnTo>
                <a:lnTo>
                  <a:pt x="271" y="460"/>
                </a:lnTo>
                <a:lnTo>
                  <a:pt x="270" y="460"/>
                </a:lnTo>
                <a:lnTo>
                  <a:pt x="270" y="459"/>
                </a:lnTo>
                <a:lnTo>
                  <a:pt x="269" y="459"/>
                </a:lnTo>
                <a:lnTo>
                  <a:pt x="269" y="460"/>
                </a:lnTo>
                <a:lnTo>
                  <a:pt x="268" y="460"/>
                </a:lnTo>
                <a:lnTo>
                  <a:pt x="267" y="460"/>
                </a:lnTo>
                <a:lnTo>
                  <a:pt x="266" y="461"/>
                </a:lnTo>
                <a:lnTo>
                  <a:pt x="265" y="461"/>
                </a:lnTo>
                <a:lnTo>
                  <a:pt x="265" y="462"/>
                </a:lnTo>
                <a:lnTo>
                  <a:pt x="265" y="461"/>
                </a:lnTo>
                <a:lnTo>
                  <a:pt x="264" y="461"/>
                </a:lnTo>
                <a:lnTo>
                  <a:pt x="264" y="460"/>
                </a:lnTo>
                <a:lnTo>
                  <a:pt x="263" y="460"/>
                </a:lnTo>
                <a:lnTo>
                  <a:pt x="263" y="459"/>
                </a:lnTo>
                <a:lnTo>
                  <a:pt x="262" y="459"/>
                </a:lnTo>
                <a:lnTo>
                  <a:pt x="261" y="458"/>
                </a:lnTo>
                <a:lnTo>
                  <a:pt x="260" y="458"/>
                </a:lnTo>
                <a:lnTo>
                  <a:pt x="260" y="459"/>
                </a:lnTo>
                <a:lnTo>
                  <a:pt x="259" y="458"/>
                </a:lnTo>
                <a:lnTo>
                  <a:pt x="259" y="457"/>
                </a:lnTo>
                <a:lnTo>
                  <a:pt x="258" y="457"/>
                </a:lnTo>
                <a:lnTo>
                  <a:pt x="258" y="456"/>
                </a:lnTo>
                <a:lnTo>
                  <a:pt x="258" y="455"/>
                </a:lnTo>
                <a:lnTo>
                  <a:pt x="258" y="454"/>
                </a:lnTo>
                <a:lnTo>
                  <a:pt x="257" y="453"/>
                </a:lnTo>
                <a:lnTo>
                  <a:pt x="256" y="453"/>
                </a:lnTo>
                <a:lnTo>
                  <a:pt x="256" y="452"/>
                </a:lnTo>
                <a:lnTo>
                  <a:pt x="255" y="452"/>
                </a:lnTo>
                <a:lnTo>
                  <a:pt x="254" y="452"/>
                </a:lnTo>
                <a:lnTo>
                  <a:pt x="253" y="452"/>
                </a:lnTo>
                <a:lnTo>
                  <a:pt x="253" y="451"/>
                </a:lnTo>
                <a:lnTo>
                  <a:pt x="252" y="451"/>
                </a:lnTo>
                <a:lnTo>
                  <a:pt x="252" y="450"/>
                </a:lnTo>
                <a:lnTo>
                  <a:pt x="251" y="449"/>
                </a:lnTo>
                <a:lnTo>
                  <a:pt x="251" y="450"/>
                </a:lnTo>
                <a:lnTo>
                  <a:pt x="250" y="449"/>
                </a:lnTo>
                <a:lnTo>
                  <a:pt x="250" y="450"/>
                </a:lnTo>
                <a:lnTo>
                  <a:pt x="249" y="450"/>
                </a:lnTo>
                <a:lnTo>
                  <a:pt x="248" y="450"/>
                </a:lnTo>
                <a:lnTo>
                  <a:pt x="248" y="451"/>
                </a:lnTo>
                <a:lnTo>
                  <a:pt x="247" y="451"/>
                </a:lnTo>
                <a:lnTo>
                  <a:pt x="246" y="450"/>
                </a:lnTo>
                <a:lnTo>
                  <a:pt x="245" y="450"/>
                </a:lnTo>
                <a:lnTo>
                  <a:pt x="245" y="449"/>
                </a:lnTo>
                <a:lnTo>
                  <a:pt x="244" y="449"/>
                </a:lnTo>
                <a:lnTo>
                  <a:pt x="244" y="450"/>
                </a:lnTo>
                <a:lnTo>
                  <a:pt x="243" y="450"/>
                </a:lnTo>
                <a:lnTo>
                  <a:pt x="243" y="449"/>
                </a:lnTo>
                <a:lnTo>
                  <a:pt x="242" y="449"/>
                </a:lnTo>
                <a:lnTo>
                  <a:pt x="242" y="448"/>
                </a:lnTo>
                <a:lnTo>
                  <a:pt x="242" y="449"/>
                </a:lnTo>
                <a:lnTo>
                  <a:pt x="241" y="449"/>
                </a:lnTo>
                <a:lnTo>
                  <a:pt x="240" y="449"/>
                </a:lnTo>
                <a:lnTo>
                  <a:pt x="240" y="448"/>
                </a:lnTo>
                <a:lnTo>
                  <a:pt x="240" y="449"/>
                </a:lnTo>
                <a:lnTo>
                  <a:pt x="239" y="449"/>
                </a:lnTo>
                <a:lnTo>
                  <a:pt x="239" y="448"/>
                </a:lnTo>
                <a:lnTo>
                  <a:pt x="238" y="448"/>
                </a:lnTo>
                <a:lnTo>
                  <a:pt x="237" y="448"/>
                </a:lnTo>
                <a:lnTo>
                  <a:pt x="236" y="448"/>
                </a:lnTo>
                <a:lnTo>
                  <a:pt x="235" y="448"/>
                </a:lnTo>
                <a:lnTo>
                  <a:pt x="235" y="449"/>
                </a:lnTo>
                <a:lnTo>
                  <a:pt x="234" y="449"/>
                </a:lnTo>
                <a:lnTo>
                  <a:pt x="233" y="449"/>
                </a:lnTo>
                <a:lnTo>
                  <a:pt x="232" y="449"/>
                </a:lnTo>
                <a:lnTo>
                  <a:pt x="231" y="449"/>
                </a:lnTo>
                <a:lnTo>
                  <a:pt x="231" y="450"/>
                </a:lnTo>
                <a:lnTo>
                  <a:pt x="230" y="449"/>
                </a:lnTo>
                <a:lnTo>
                  <a:pt x="230" y="450"/>
                </a:lnTo>
                <a:lnTo>
                  <a:pt x="230" y="451"/>
                </a:lnTo>
                <a:lnTo>
                  <a:pt x="229" y="451"/>
                </a:lnTo>
                <a:lnTo>
                  <a:pt x="228" y="452"/>
                </a:lnTo>
                <a:lnTo>
                  <a:pt x="227" y="452"/>
                </a:lnTo>
                <a:lnTo>
                  <a:pt x="226" y="452"/>
                </a:lnTo>
                <a:lnTo>
                  <a:pt x="225" y="452"/>
                </a:lnTo>
                <a:lnTo>
                  <a:pt x="224" y="452"/>
                </a:lnTo>
                <a:lnTo>
                  <a:pt x="223" y="452"/>
                </a:lnTo>
                <a:lnTo>
                  <a:pt x="221" y="452"/>
                </a:lnTo>
                <a:lnTo>
                  <a:pt x="221" y="453"/>
                </a:lnTo>
                <a:lnTo>
                  <a:pt x="220" y="453"/>
                </a:lnTo>
                <a:lnTo>
                  <a:pt x="220" y="452"/>
                </a:lnTo>
                <a:lnTo>
                  <a:pt x="219" y="452"/>
                </a:lnTo>
                <a:lnTo>
                  <a:pt x="218" y="453"/>
                </a:lnTo>
                <a:lnTo>
                  <a:pt x="218" y="452"/>
                </a:lnTo>
                <a:lnTo>
                  <a:pt x="217" y="452"/>
                </a:lnTo>
                <a:lnTo>
                  <a:pt x="216" y="452"/>
                </a:lnTo>
                <a:lnTo>
                  <a:pt x="215" y="452"/>
                </a:lnTo>
                <a:lnTo>
                  <a:pt x="214" y="452"/>
                </a:lnTo>
                <a:lnTo>
                  <a:pt x="213" y="452"/>
                </a:lnTo>
                <a:lnTo>
                  <a:pt x="213" y="453"/>
                </a:lnTo>
                <a:lnTo>
                  <a:pt x="212" y="453"/>
                </a:lnTo>
                <a:lnTo>
                  <a:pt x="212" y="452"/>
                </a:lnTo>
                <a:lnTo>
                  <a:pt x="211" y="452"/>
                </a:lnTo>
                <a:lnTo>
                  <a:pt x="210" y="453"/>
                </a:lnTo>
                <a:lnTo>
                  <a:pt x="209" y="453"/>
                </a:lnTo>
                <a:lnTo>
                  <a:pt x="208" y="453"/>
                </a:lnTo>
                <a:lnTo>
                  <a:pt x="207" y="453"/>
                </a:lnTo>
                <a:lnTo>
                  <a:pt x="207" y="454"/>
                </a:lnTo>
                <a:lnTo>
                  <a:pt x="206" y="454"/>
                </a:lnTo>
                <a:lnTo>
                  <a:pt x="205" y="454"/>
                </a:lnTo>
                <a:lnTo>
                  <a:pt x="204" y="454"/>
                </a:lnTo>
                <a:lnTo>
                  <a:pt x="203" y="454"/>
                </a:lnTo>
                <a:lnTo>
                  <a:pt x="202" y="455"/>
                </a:lnTo>
                <a:lnTo>
                  <a:pt x="201" y="455"/>
                </a:lnTo>
                <a:lnTo>
                  <a:pt x="201" y="456"/>
                </a:lnTo>
                <a:lnTo>
                  <a:pt x="200" y="456"/>
                </a:lnTo>
                <a:lnTo>
                  <a:pt x="199" y="456"/>
                </a:lnTo>
                <a:lnTo>
                  <a:pt x="199" y="455"/>
                </a:lnTo>
                <a:lnTo>
                  <a:pt x="198" y="455"/>
                </a:lnTo>
                <a:lnTo>
                  <a:pt x="198" y="450"/>
                </a:lnTo>
                <a:lnTo>
                  <a:pt x="198" y="449"/>
                </a:lnTo>
                <a:lnTo>
                  <a:pt x="198" y="448"/>
                </a:lnTo>
                <a:lnTo>
                  <a:pt x="197" y="448"/>
                </a:lnTo>
                <a:lnTo>
                  <a:pt x="197" y="447"/>
                </a:lnTo>
                <a:lnTo>
                  <a:pt x="197" y="446"/>
                </a:lnTo>
                <a:lnTo>
                  <a:pt x="196" y="446"/>
                </a:lnTo>
                <a:lnTo>
                  <a:pt x="196" y="445"/>
                </a:lnTo>
                <a:lnTo>
                  <a:pt x="196" y="444"/>
                </a:lnTo>
                <a:lnTo>
                  <a:pt x="195" y="444"/>
                </a:lnTo>
                <a:lnTo>
                  <a:pt x="195" y="443"/>
                </a:lnTo>
                <a:lnTo>
                  <a:pt x="195" y="442"/>
                </a:lnTo>
                <a:lnTo>
                  <a:pt x="195" y="441"/>
                </a:lnTo>
                <a:lnTo>
                  <a:pt x="194" y="441"/>
                </a:lnTo>
                <a:lnTo>
                  <a:pt x="194" y="440"/>
                </a:lnTo>
                <a:lnTo>
                  <a:pt x="194" y="439"/>
                </a:lnTo>
                <a:lnTo>
                  <a:pt x="193" y="439"/>
                </a:lnTo>
                <a:lnTo>
                  <a:pt x="193" y="438"/>
                </a:lnTo>
                <a:lnTo>
                  <a:pt x="193" y="437"/>
                </a:lnTo>
                <a:lnTo>
                  <a:pt x="193" y="436"/>
                </a:lnTo>
                <a:lnTo>
                  <a:pt x="192" y="436"/>
                </a:lnTo>
                <a:lnTo>
                  <a:pt x="192" y="435"/>
                </a:lnTo>
                <a:lnTo>
                  <a:pt x="192" y="434"/>
                </a:lnTo>
                <a:lnTo>
                  <a:pt x="192" y="433"/>
                </a:lnTo>
                <a:lnTo>
                  <a:pt x="191" y="433"/>
                </a:lnTo>
                <a:lnTo>
                  <a:pt x="191" y="432"/>
                </a:lnTo>
                <a:lnTo>
                  <a:pt x="191" y="431"/>
                </a:lnTo>
                <a:lnTo>
                  <a:pt x="190" y="431"/>
                </a:lnTo>
                <a:lnTo>
                  <a:pt x="190" y="430"/>
                </a:lnTo>
                <a:lnTo>
                  <a:pt x="190" y="429"/>
                </a:lnTo>
                <a:lnTo>
                  <a:pt x="189" y="428"/>
                </a:lnTo>
                <a:lnTo>
                  <a:pt x="189" y="427"/>
                </a:lnTo>
                <a:lnTo>
                  <a:pt x="189" y="426"/>
                </a:lnTo>
                <a:lnTo>
                  <a:pt x="188" y="426"/>
                </a:lnTo>
                <a:lnTo>
                  <a:pt x="188" y="425"/>
                </a:lnTo>
                <a:lnTo>
                  <a:pt x="188" y="424"/>
                </a:lnTo>
                <a:lnTo>
                  <a:pt x="188" y="423"/>
                </a:lnTo>
                <a:lnTo>
                  <a:pt x="187" y="423"/>
                </a:lnTo>
                <a:lnTo>
                  <a:pt x="187" y="422"/>
                </a:lnTo>
                <a:lnTo>
                  <a:pt x="187" y="421"/>
                </a:lnTo>
                <a:lnTo>
                  <a:pt x="186" y="421"/>
                </a:lnTo>
                <a:lnTo>
                  <a:pt x="186" y="420"/>
                </a:lnTo>
                <a:lnTo>
                  <a:pt x="186" y="419"/>
                </a:lnTo>
                <a:lnTo>
                  <a:pt x="186" y="418"/>
                </a:lnTo>
                <a:lnTo>
                  <a:pt x="185" y="418"/>
                </a:lnTo>
                <a:lnTo>
                  <a:pt x="185" y="417"/>
                </a:lnTo>
                <a:lnTo>
                  <a:pt x="185" y="416"/>
                </a:lnTo>
                <a:lnTo>
                  <a:pt x="184" y="416"/>
                </a:lnTo>
                <a:lnTo>
                  <a:pt x="184" y="415"/>
                </a:lnTo>
                <a:lnTo>
                  <a:pt x="184" y="414"/>
                </a:lnTo>
                <a:lnTo>
                  <a:pt x="183" y="414"/>
                </a:lnTo>
                <a:lnTo>
                  <a:pt x="182" y="414"/>
                </a:lnTo>
                <a:lnTo>
                  <a:pt x="182" y="415"/>
                </a:lnTo>
                <a:lnTo>
                  <a:pt x="181" y="415"/>
                </a:lnTo>
                <a:lnTo>
                  <a:pt x="180" y="415"/>
                </a:lnTo>
                <a:lnTo>
                  <a:pt x="177" y="415"/>
                </a:lnTo>
                <a:lnTo>
                  <a:pt x="176" y="415"/>
                </a:lnTo>
                <a:lnTo>
                  <a:pt x="175" y="414"/>
                </a:lnTo>
                <a:lnTo>
                  <a:pt x="173" y="415"/>
                </a:lnTo>
                <a:lnTo>
                  <a:pt x="161" y="416"/>
                </a:lnTo>
                <a:lnTo>
                  <a:pt x="158" y="416"/>
                </a:lnTo>
                <a:lnTo>
                  <a:pt x="152" y="417"/>
                </a:lnTo>
                <a:lnTo>
                  <a:pt x="150" y="418"/>
                </a:lnTo>
                <a:lnTo>
                  <a:pt x="149" y="418"/>
                </a:lnTo>
                <a:lnTo>
                  <a:pt x="148" y="418"/>
                </a:lnTo>
                <a:lnTo>
                  <a:pt x="147" y="418"/>
                </a:lnTo>
                <a:lnTo>
                  <a:pt x="146" y="419"/>
                </a:lnTo>
                <a:lnTo>
                  <a:pt x="145" y="419"/>
                </a:lnTo>
                <a:lnTo>
                  <a:pt x="143" y="419"/>
                </a:lnTo>
                <a:lnTo>
                  <a:pt x="143" y="418"/>
                </a:lnTo>
                <a:lnTo>
                  <a:pt x="142" y="418"/>
                </a:lnTo>
                <a:lnTo>
                  <a:pt x="140" y="418"/>
                </a:lnTo>
                <a:lnTo>
                  <a:pt x="139" y="418"/>
                </a:lnTo>
                <a:lnTo>
                  <a:pt x="138" y="418"/>
                </a:lnTo>
                <a:lnTo>
                  <a:pt x="137" y="418"/>
                </a:lnTo>
                <a:lnTo>
                  <a:pt x="137" y="417"/>
                </a:lnTo>
                <a:lnTo>
                  <a:pt x="136" y="417"/>
                </a:lnTo>
                <a:lnTo>
                  <a:pt x="135" y="417"/>
                </a:lnTo>
                <a:lnTo>
                  <a:pt x="134" y="416"/>
                </a:lnTo>
                <a:lnTo>
                  <a:pt x="133" y="416"/>
                </a:lnTo>
                <a:lnTo>
                  <a:pt x="133" y="415"/>
                </a:lnTo>
                <a:lnTo>
                  <a:pt x="132" y="415"/>
                </a:lnTo>
                <a:lnTo>
                  <a:pt x="132" y="414"/>
                </a:lnTo>
                <a:lnTo>
                  <a:pt x="131" y="414"/>
                </a:lnTo>
                <a:lnTo>
                  <a:pt x="131" y="413"/>
                </a:lnTo>
                <a:lnTo>
                  <a:pt x="130" y="413"/>
                </a:lnTo>
                <a:lnTo>
                  <a:pt x="130" y="412"/>
                </a:lnTo>
                <a:lnTo>
                  <a:pt x="129" y="411"/>
                </a:lnTo>
                <a:lnTo>
                  <a:pt x="129" y="410"/>
                </a:lnTo>
                <a:lnTo>
                  <a:pt x="128" y="410"/>
                </a:lnTo>
                <a:lnTo>
                  <a:pt x="128" y="409"/>
                </a:lnTo>
                <a:lnTo>
                  <a:pt x="129" y="409"/>
                </a:lnTo>
                <a:lnTo>
                  <a:pt x="129" y="408"/>
                </a:lnTo>
                <a:lnTo>
                  <a:pt x="130" y="408"/>
                </a:lnTo>
                <a:lnTo>
                  <a:pt x="131" y="408"/>
                </a:lnTo>
                <a:lnTo>
                  <a:pt x="132" y="408"/>
                </a:lnTo>
                <a:lnTo>
                  <a:pt x="133" y="408"/>
                </a:lnTo>
                <a:lnTo>
                  <a:pt x="134" y="408"/>
                </a:lnTo>
                <a:lnTo>
                  <a:pt x="135" y="408"/>
                </a:lnTo>
                <a:lnTo>
                  <a:pt x="136" y="408"/>
                </a:lnTo>
                <a:lnTo>
                  <a:pt x="138" y="408"/>
                </a:lnTo>
                <a:lnTo>
                  <a:pt x="139" y="407"/>
                </a:lnTo>
                <a:lnTo>
                  <a:pt x="140" y="407"/>
                </a:lnTo>
                <a:lnTo>
                  <a:pt x="140" y="403"/>
                </a:lnTo>
                <a:lnTo>
                  <a:pt x="135" y="403"/>
                </a:lnTo>
                <a:lnTo>
                  <a:pt x="135" y="402"/>
                </a:lnTo>
                <a:lnTo>
                  <a:pt x="134" y="402"/>
                </a:lnTo>
                <a:lnTo>
                  <a:pt x="132" y="401"/>
                </a:lnTo>
                <a:lnTo>
                  <a:pt x="131" y="401"/>
                </a:lnTo>
                <a:lnTo>
                  <a:pt x="130" y="400"/>
                </a:lnTo>
                <a:lnTo>
                  <a:pt x="129" y="399"/>
                </a:lnTo>
                <a:lnTo>
                  <a:pt x="128" y="399"/>
                </a:lnTo>
                <a:lnTo>
                  <a:pt x="127" y="398"/>
                </a:lnTo>
                <a:lnTo>
                  <a:pt x="126" y="398"/>
                </a:lnTo>
                <a:lnTo>
                  <a:pt x="126" y="397"/>
                </a:lnTo>
                <a:lnTo>
                  <a:pt x="126" y="398"/>
                </a:lnTo>
                <a:lnTo>
                  <a:pt x="124" y="398"/>
                </a:lnTo>
                <a:lnTo>
                  <a:pt x="122" y="398"/>
                </a:lnTo>
                <a:lnTo>
                  <a:pt x="111" y="398"/>
                </a:lnTo>
                <a:lnTo>
                  <a:pt x="106" y="398"/>
                </a:lnTo>
                <a:lnTo>
                  <a:pt x="105" y="398"/>
                </a:lnTo>
                <a:lnTo>
                  <a:pt x="104" y="398"/>
                </a:lnTo>
                <a:lnTo>
                  <a:pt x="103" y="398"/>
                </a:lnTo>
                <a:lnTo>
                  <a:pt x="102" y="398"/>
                </a:lnTo>
                <a:lnTo>
                  <a:pt x="101" y="398"/>
                </a:lnTo>
                <a:lnTo>
                  <a:pt x="98" y="398"/>
                </a:lnTo>
                <a:lnTo>
                  <a:pt x="98" y="399"/>
                </a:lnTo>
                <a:lnTo>
                  <a:pt x="95" y="399"/>
                </a:lnTo>
                <a:lnTo>
                  <a:pt x="93" y="399"/>
                </a:lnTo>
                <a:lnTo>
                  <a:pt x="91" y="399"/>
                </a:lnTo>
                <a:lnTo>
                  <a:pt x="90" y="399"/>
                </a:lnTo>
                <a:lnTo>
                  <a:pt x="89" y="399"/>
                </a:lnTo>
                <a:lnTo>
                  <a:pt x="89" y="400"/>
                </a:lnTo>
                <a:lnTo>
                  <a:pt x="88" y="400"/>
                </a:lnTo>
                <a:lnTo>
                  <a:pt x="87" y="400"/>
                </a:lnTo>
                <a:lnTo>
                  <a:pt x="87" y="401"/>
                </a:lnTo>
                <a:lnTo>
                  <a:pt x="85" y="401"/>
                </a:lnTo>
                <a:lnTo>
                  <a:pt x="84" y="400"/>
                </a:lnTo>
                <a:lnTo>
                  <a:pt x="83" y="400"/>
                </a:lnTo>
                <a:lnTo>
                  <a:pt x="83" y="399"/>
                </a:lnTo>
                <a:lnTo>
                  <a:pt x="82" y="399"/>
                </a:lnTo>
                <a:lnTo>
                  <a:pt x="81" y="398"/>
                </a:lnTo>
                <a:lnTo>
                  <a:pt x="78" y="398"/>
                </a:lnTo>
                <a:lnTo>
                  <a:pt x="76" y="398"/>
                </a:lnTo>
                <a:lnTo>
                  <a:pt x="76" y="397"/>
                </a:lnTo>
                <a:lnTo>
                  <a:pt x="77" y="392"/>
                </a:lnTo>
                <a:lnTo>
                  <a:pt x="77" y="390"/>
                </a:lnTo>
                <a:lnTo>
                  <a:pt x="77" y="385"/>
                </a:lnTo>
                <a:lnTo>
                  <a:pt x="77" y="384"/>
                </a:lnTo>
                <a:lnTo>
                  <a:pt x="76" y="383"/>
                </a:lnTo>
                <a:lnTo>
                  <a:pt x="75" y="383"/>
                </a:lnTo>
                <a:lnTo>
                  <a:pt x="75" y="382"/>
                </a:lnTo>
                <a:lnTo>
                  <a:pt x="75" y="381"/>
                </a:lnTo>
                <a:lnTo>
                  <a:pt x="74" y="381"/>
                </a:lnTo>
                <a:lnTo>
                  <a:pt x="74" y="380"/>
                </a:lnTo>
                <a:lnTo>
                  <a:pt x="73" y="379"/>
                </a:lnTo>
                <a:lnTo>
                  <a:pt x="72" y="379"/>
                </a:lnTo>
                <a:lnTo>
                  <a:pt x="71" y="379"/>
                </a:lnTo>
                <a:lnTo>
                  <a:pt x="71" y="378"/>
                </a:lnTo>
                <a:lnTo>
                  <a:pt x="71" y="377"/>
                </a:lnTo>
                <a:lnTo>
                  <a:pt x="71" y="376"/>
                </a:lnTo>
                <a:lnTo>
                  <a:pt x="71" y="375"/>
                </a:lnTo>
                <a:lnTo>
                  <a:pt x="72" y="374"/>
                </a:lnTo>
                <a:lnTo>
                  <a:pt x="72" y="373"/>
                </a:lnTo>
                <a:lnTo>
                  <a:pt x="71" y="372"/>
                </a:lnTo>
                <a:lnTo>
                  <a:pt x="70" y="371"/>
                </a:lnTo>
                <a:lnTo>
                  <a:pt x="69" y="371"/>
                </a:lnTo>
                <a:lnTo>
                  <a:pt x="68" y="372"/>
                </a:lnTo>
                <a:lnTo>
                  <a:pt x="67" y="372"/>
                </a:lnTo>
                <a:lnTo>
                  <a:pt x="67" y="373"/>
                </a:lnTo>
                <a:lnTo>
                  <a:pt x="66" y="373"/>
                </a:lnTo>
                <a:lnTo>
                  <a:pt x="66" y="374"/>
                </a:lnTo>
                <a:lnTo>
                  <a:pt x="65" y="374"/>
                </a:lnTo>
                <a:lnTo>
                  <a:pt x="64" y="374"/>
                </a:lnTo>
                <a:lnTo>
                  <a:pt x="64" y="375"/>
                </a:lnTo>
                <a:lnTo>
                  <a:pt x="63" y="375"/>
                </a:lnTo>
                <a:lnTo>
                  <a:pt x="62" y="374"/>
                </a:lnTo>
                <a:lnTo>
                  <a:pt x="61" y="374"/>
                </a:lnTo>
                <a:lnTo>
                  <a:pt x="60" y="374"/>
                </a:lnTo>
                <a:lnTo>
                  <a:pt x="59" y="374"/>
                </a:lnTo>
                <a:lnTo>
                  <a:pt x="58" y="374"/>
                </a:lnTo>
                <a:lnTo>
                  <a:pt x="58" y="375"/>
                </a:lnTo>
                <a:lnTo>
                  <a:pt x="57" y="375"/>
                </a:lnTo>
                <a:lnTo>
                  <a:pt x="56" y="374"/>
                </a:lnTo>
                <a:lnTo>
                  <a:pt x="56" y="373"/>
                </a:lnTo>
                <a:lnTo>
                  <a:pt x="55" y="372"/>
                </a:lnTo>
                <a:lnTo>
                  <a:pt x="54" y="372"/>
                </a:lnTo>
                <a:lnTo>
                  <a:pt x="54" y="373"/>
                </a:lnTo>
                <a:lnTo>
                  <a:pt x="53" y="373"/>
                </a:lnTo>
                <a:lnTo>
                  <a:pt x="52" y="373"/>
                </a:lnTo>
                <a:lnTo>
                  <a:pt x="51" y="373"/>
                </a:lnTo>
                <a:lnTo>
                  <a:pt x="50" y="373"/>
                </a:lnTo>
                <a:lnTo>
                  <a:pt x="49" y="373"/>
                </a:lnTo>
                <a:lnTo>
                  <a:pt x="49" y="374"/>
                </a:lnTo>
                <a:lnTo>
                  <a:pt x="48" y="374"/>
                </a:lnTo>
                <a:lnTo>
                  <a:pt x="48" y="375"/>
                </a:lnTo>
                <a:lnTo>
                  <a:pt x="47" y="375"/>
                </a:lnTo>
                <a:lnTo>
                  <a:pt x="45" y="375"/>
                </a:lnTo>
                <a:lnTo>
                  <a:pt x="44" y="375"/>
                </a:lnTo>
                <a:lnTo>
                  <a:pt x="44" y="376"/>
                </a:lnTo>
                <a:lnTo>
                  <a:pt x="43" y="376"/>
                </a:lnTo>
                <a:lnTo>
                  <a:pt x="42" y="376"/>
                </a:lnTo>
                <a:lnTo>
                  <a:pt x="42" y="375"/>
                </a:lnTo>
                <a:lnTo>
                  <a:pt x="41" y="376"/>
                </a:lnTo>
                <a:lnTo>
                  <a:pt x="41" y="375"/>
                </a:lnTo>
                <a:lnTo>
                  <a:pt x="40" y="375"/>
                </a:lnTo>
                <a:lnTo>
                  <a:pt x="39" y="375"/>
                </a:lnTo>
                <a:lnTo>
                  <a:pt x="39" y="376"/>
                </a:lnTo>
                <a:lnTo>
                  <a:pt x="38" y="376"/>
                </a:lnTo>
                <a:lnTo>
                  <a:pt x="37" y="376"/>
                </a:lnTo>
                <a:lnTo>
                  <a:pt x="36" y="377"/>
                </a:lnTo>
                <a:lnTo>
                  <a:pt x="35" y="377"/>
                </a:lnTo>
                <a:lnTo>
                  <a:pt x="34" y="377"/>
                </a:lnTo>
                <a:lnTo>
                  <a:pt x="33" y="377"/>
                </a:lnTo>
                <a:lnTo>
                  <a:pt x="32" y="378"/>
                </a:lnTo>
                <a:lnTo>
                  <a:pt x="31" y="378"/>
                </a:lnTo>
                <a:lnTo>
                  <a:pt x="30" y="378"/>
                </a:lnTo>
                <a:lnTo>
                  <a:pt x="29" y="378"/>
                </a:lnTo>
                <a:lnTo>
                  <a:pt x="29" y="379"/>
                </a:lnTo>
                <a:lnTo>
                  <a:pt x="28" y="378"/>
                </a:lnTo>
                <a:lnTo>
                  <a:pt x="28" y="377"/>
                </a:lnTo>
                <a:lnTo>
                  <a:pt x="27" y="377"/>
                </a:lnTo>
                <a:lnTo>
                  <a:pt x="27" y="378"/>
                </a:lnTo>
                <a:lnTo>
                  <a:pt x="26" y="378"/>
                </a:lnTo>
                <a:lnTo>
                  <a:pt x="25" y="378"/>
                </a:lnTo>
                <a:lnTo>
                  <a:pt x="25" y="379"/>
                </a:lnTo>
                <a:lnTo>
                  <a:pt x="23" y="379"/>
                </a:lnTo>
                <a:lnTo>
                  <a:pt x="23" y="378"/>
                </a:lnTo>
                <a:lnTo>
                  <a:pt x="22" y="379"/>
                </a:lnTo>
                <a:lnTo>
                  <a:pt x="21" y="379"/>
                </a:lnTo>
                <a:lnTo>
                  <a:pt x="20" y="379"/>
                </a:lnTo>
                <a:lnTo>
                  <a:pt x="20" y="378"/>
                </a:lnTo>
                <a:lnTo>
                  <a:pt x="20" y="379"/>
                </a:lnTo>
                <a:lnTo>
                  <a:pt x="19" y="379"/>
                </a:lnTo>
                <a:lnTo>
                  <a:pt x="19" y="378"/>
                </a:lnTo>
                <a:lnTo>
                  <a:pt x="18" y="378"/>
                </a:lnTo>
                <a:lnTo>
                  <a:pt x="18" y="379"/>
                </a:lnTo>
                <a:lnTo>
                  <a:pt x="17" y="379"/>
                </a:lnTo>
                <a:lnTo>
                  <a:pt x="16" y="379"/>
                </a:lnTo>
                <a:lnTo>
                  <a:pt x="14" y="379"/>
                </a:lnTo>
                <a:lnTo>
                  <a:pt x="13" y="380"/>
                </a:lnTo>
                <a:lnTo>
                  <a:pt x="13" y="381"/>
                </a:lnTo>
                <a:lnTo>
                  <a:pt x="12" y="381"/>
                </a:lnTo>
                <a:lnTo>
                  <a:pt x="11" y="382"/>
                </a:lnTo>
                <a:lnTo>
                  <a:pt x="11" y="383"/>
                </a:lnTo>
                <a:lnTo>
                  <a:pt x="11" y="384"/>
                </a:lnTo>
                <a:lnTo>
                  <a:pt x="11" y="385"/>
                </a:lnTo>
                <a:lnTo>
                  <a:pt x="10" y="385"/>
                </a:lnTo>
                <a:lnTo>
                  <a:pt x="9" y="385"/>
                </a:lnTo>
                <a:lnTo>
                  <a:pt x="8" y="385"/>
                </a:lnTo>
                <a:lnTo>
                  <a:pt x="7" y="385"/>
                </a:lnTo>
                <a:lnTo>
                  <a:pt x="7" y="386"/>
                </a:lnTo>
                <a:lnTo>
                  <a:pt x="6" y="386"/>
                </a:lnTo>
                <a:lnTo>
                  <a:pt x="6" y="385"/>
                </a:lnTo>
                <a:lnTo>
                  <a:pt x="5" y="385"/>
                </a:lnTo>
                <a:lnTo>
                  <a:pt x="5" y="384"/>
                </a:lnTo>
                <a:lnTo>
                  <a:pt x="4" y="384"/>
                </a:lnTo>
                <a:lnTo>
                  <a:pt x="4" y="383"/>
                </a:lnTo>
                <a:lnTo>
                  <a:pt x="4" y="384"/>
                </a:lnTo>
                <a:lnTo>
                  <a:pt x="3" y="384"/>
                </a:lnTo>
                <a:lnTo>
                  <a:pt x="2" y="384"/>
                </a:lnTo>
                <a:lnTo>
                  <a:pt x="1" y="383"/>
                </a:lnTo>
                <a:lnTo>
                  <a:pt x="1" y="382"/>
                </a:lnTo>
                <a:lnTo>
                  <a:pt x="1" y="381"/>
                </a:lnTo>
                <a:lnTo>
                  <a:pt x="2" y="380"/>
                </a:lnTo>
                <a:lnTo>
                  <a:pt x="2" y="379"/>
                </a:lnTo>
                <a:lnTo>
                  <a:pt x="2" y="378"/>
                </a:lnTo>
                <a:lnTo>
                  <a:pt x="1" y="378"/>
                </a:lnTo>
                <a:lnTo>
                  <a:pt x="1" y="377"/>
                </a:lnTo>
                <a:lnTo>
                  <a:pt x="1" y="376"/>
                </a:lnTo>
                <a:lnTo>
                  <a:pt x="1" y="375"/>
                </a:lnTo>
                <a:lnTo>
                  <a:pt x="0" y="375"/>
                </a:lnTo>
                <a:lnTo>
                  <a:pt x="0" y="374"/>
                </a:lnTo>
                <a:lnTo>
                  <a:pt x="0" y="373"/>
                </a:lnTo>
                <a:lnTo>
                  <a:pt x="0" y="371"/>
                </a:lnTo>
                <a:lnTo>
                  <a:pt x="0" y="370"/>
                </a:lnTo>
                <a:lnTo>
                  <a:pt x="1" y="369"/>
                </a:lnTo>
                <a:lnTo>
                  <a:pt x="0" y="367"/>
                </a:lnTo>
                <a:lnTo>
                  <a:pt x="0" y="365"/>
                </a:lnTo>
                <a:lnTo>
                  <a:pt x="1" y="365"/>
                </a:lnTo>
                <a:lnTo>
                  <a:pt x="2" y="364"/>
                </a:lnTo>
                <a:lnTo>
                  <a:pt x="3" y="363"/>
                </a:lnTo>
                <a:lnTo>
                  <a:pt x="4" y="363"/>
                </a:lnTo>
                <a:lnTo>
                  <a:pt x="4" y="362"/>
                </a:lnTo>
                <a:lnTo>
                  <a:pt x="10" y="357"/>
                </a:lnTo>
                <a:lnTo>
                  <a:pt x="16" y="352"/>
                </a:lnTo>
                <a:lnTo>
                  <a:pt x="17" y="352"/>
                </a:lnTo>
                <a:lnTo>
                  <a:pt x="26" y="338"/>
                </a:lnTo>
                <a:lnTo>
                  <a:pt x="27" y="337"/>
                </a:lnTo>
                <a:lnTo>
                  <a:pt x="31" y="322"/>
                </a:lnTo>
                <a:lnTo>
                  <a:pt x="31" y="321"/>
                </a:lnTo>
                <a:lnTo>
                  <a:pt x="32" y="321"/>
                </a:lnTo>
                <a:lnTo>
                  <a:pt x="33" y="317"/>
                </a:lnTo>
                <a:lnTo>
                  <a:pt x="35" y="307"/>
                </a:lnTo>
                <a:lnTo>
                  <a:pt x="36" y="304"/>
                </a:lnTo>
                <a:lnTo>
                  <a:pt x="36" y="301"/>
                </a:lnTo>
                <a:lnTo>
                  <a:pt x="37" y="298"/>
                </a:lnTo>
                <a:lnTo>
                  <a:pt x="37" y="297"/>
                </a:lnTo>
                <a:lnTo>
                  <a:pt x="39" y="287"/>
                </a:lnTo>
                <a:lnTo>
                  <a:pt x="41" y="272"/>
                </a:lnTo>
                <a:lnTo>
                  <a:pt x="44" y="267"/>
                </a:lnTo>
                <a:lnTo>
                  <a:pt x="48" y="261"/>
                </a:lnTo>
                <a:lnTo>
                  <a:pt x="51" y="256"/>
                </a:lnTo>
                <a:lnTo>
                  <a:pt x="52" y="247"/>
                </a:lnTo>
                <a:lnTo>
                  <a:pt x="52" y="245"/>
                </a:lnTo>
                <a:lnTo>
                  <a:pt x="53" y="230"/>
                </a:lnTo>
                <a:lnTo>
                  <a:pt x="53" y="229"/>
                </a:lnTo>
                <a:lnTo>
                  <a:pt x="60" y="228"/>
                </a:lnTo>
                <a:lnTo>
                  <a:pt x="90" y="223"/>
                </a:lnTo>
                <a:lnTo>
                  <a:pt x="105" y="221"/>
                </a:lnTo>
                <a:lnTo>
                  <a:pt x="129" y="219"/>
                </a:lnTo>
                <a:lnTo>
                  <a:pt x="134" y="206"/>
                </a:lnTo>
                <a:lnTo>
                  <a:pt x="133" y="198"/>
                </a:lnTo>
                <a:lnTo>
                  <a:pt x="142" y="187"/>
                </a:lnTo>
                <a:lnTo>
                  <a:pt x="150" y="175"/>
                </a:lnTo>
                <a:lnTo>
                  <a:pt x="151" y="173"/>
                </a:lnTo>
                <a:lnTo>
                  <a:pt x="167" y="158"/>
                </a:lnTo>
                <a:lnTo>
                  <a:pt x="176" y="151"/>
                </a:lnTo>
                <a:lnTo>
                  <a:pt x="199" y="133"/>
                </a:lnTo>
                <a:lnTo>
                  <a:pt x="214" y="131"/>
                </a:lnTo>
                <a:lnTo>
                  <a:pt x="218" y="130"/>
                </a:lnTo>
                <a:lnTo>
                  <a:pt x="220" y="127"/>
                </a:lnTo>
                <a:lnTo>
                  <a:pt x="223" y="122"/>
                </a:lnTo>
                <a:lnTo>
                  <a:pt x="225" y="120"/>
                </a:lnTo>
                <a:lnTo>
                  <a:pt x="228" y="117"/>
                </a:lnTo>
                <a:lnTo>
                  <a:pt x="238" y="112"/>
                </a:lnTo>
                <a:lnTo>
                  <a:pt x="242" y="111"/>
                </a:lnTo>
                <a:lnTo>
                  <a:pt x="251" y="107"/>
                </a:lnTo>
                <a:lnTo>
                  <a:pt x="253" y="106"/>
                </a:lnTo>
                <a:lnTo>
                  <a:pt x="253" y="107"/>
                </a:lnTo>
                <a:lnTo>
                  <a:pt x="254" y="108"/>
                </a:lnTo>
                <a:lnTo>
                  <a:pt x="254" y="109"/>
                </a:lnTo>
                <a:lnTo>
                  <a:pt x="255" y="109"/>
                </a:lnTo>
                <a:lnTo>
                  <a:pt x="256" y="110"/>
                </a:lnTo>
                <a:lnTo>
                  <a:pt x="259" y="112"/>
                </a:lnTo>
                <a:lnTo>
                  <a:pt x="258" y="112"/>
                </a:lnTo>
                <a:lnTo>
                  <a:pt x="258" y="113"/>
                </a:lnTo>
                <a:lnTo>
                  <a:pt x="258" y="114"/>
                </a:lnTo>
                <a:lnTo>
                  <a:pt x="259" y="116"/>
                </a:lnTo>
                <a:lnTo>
                  <a:pt x="260" y="116"/>
                </a:lnTo>
                <a:lnTo>
                  <a:pt x="260" y="117"/>
                </a:lnTo>
                <a:lnTo>
                  <a:pt x="260" y="118"/>
                </a:lnTo>
                <a:lnTo>
                  <a:pt x="261" y="118"/>
                </a:lnTo>
                <a:lnTo>
                  <a:pt x="261" y="119"/>
                </a:lnTo>
                <a:lnTo>
                  <a:pt x="261" y="120"/>
                </a:lnTo>
                <a:lnTo>
                  <a:pt x="263" y="123"/>
                </a:lnTo>
                <a:lnTo>
                  <a:pt x="267" y="127"/>
                </a:lnTo>
                <a:lnTo>
                  <a:pt x="268" y="127"/>
                </a:lnTo>
                <a:lnTo>
                  <a:pt x="268" y="126"/>
                </a:lnTo>
                <a:lnTo>
                  <a:pt x="269" y="125"/>
                </a:lnTo>
                <a:lnTo>
                  <a:pt x="269" y="124"/>
                </a:lnTo>
                <a:lnTo>
                  <a:pt x="269" y="123"/>
                </a:lnTo>
                <a:lnTo>
                  <a:pt x="270" y="123"/>
                </a:lnTo>
                <a:lnTo>
                  <a:pt x="270" y="122"/>
                </a:lnTo>
                <a:lnTo>
                  <a:pt x="270" y="121"/>
                </a:lnTo>
                <a:lnTo>
                  <a:pt x="270" y="120"/>
                </a:lnTo>
                <a:lnTo>
                  <a:pt x="271" y="120"/>
                </a:lnTo>
                <a:lnTo>
                  <a:pt x="271" y="119"/>
                </a:lnTo>
                <a:lnTo>
                  <a:pt x="271" y="118"/>
                </a:lnTo>
                <a:lnTo>
                  <a:pt x="272" y="118"/>
                </a:lnTo>
                <a:lnTo>
                  <a:pt x="273" y="116"/>
                </a:lnTo>
                <a:lnTo>
                  <a:pt x="274" y="116"/>
                </a:lnTo>
                <a:lnTo>
                  <a:pt x="275" y="115"/>
                </a:lnTo>
                <a:lnTo>
                  <a:pt x="276" y="114"/>
                </a:lnTo>
                <a:lnTo>
                  <a:pt x="277" y="114"/>
                </a:lnTo>
                <a:lnTo>
                  <a:pt x="278" y="113"/>
                </a:lnTo>
                <a:lnTo>
                  <a:pt x="279" y="113"/>
                </a:lnTo>
                <a:lnTo>
                  <a:pt x="280" y="112"/>
                </a:lnTo>
                <a:lnTo>
                  <a:pt x="281" y="112"/>
                </a:lnTo>
                <a:lnTo>
                  <a:pt x="283" y="110"/>
                </a:lnTo>
                <a:lnTo>
                  <a:pt x="284" y="109"/>
                </a:lnTo>
                <a:lnTo>
                  <a:pt x="285" y="108"/>
                </a:lnTo>
                <a:lnTo>
                  <a:pt x="286" y="108"/>
                </a:lnTo>
                <a:lnTo>
                  <a:pt x="287" y="108"/>
                </a:lnTo>
                <a:lnTo>
                  <a:pt x="287" y="107"/>
                </a:lnTo>
                <a:lnTo>
                  <a:pt x="289" y="106"/>
                </a:lnTo>
                <a:lnTo>
                  <a:pt x="290" y="106"/>
                </a:lnTo>
                <a:lnTo>
                  <a:pt x="290" y="105"/>
                </a:lnTo>
                <a:lnTo>
                  <a:pt x="291" y="105"/>
                </a:lnTo>
                <a:lnTo>
                  <a:pt x="292" y="104"/>
                </a:lnTo>
                <a:lnTo>
                  <a:pt x="293" y="104"/>
                </a:lnTo>
                <a:lnTo>
                  <a:pt x="294" y="103"/>
                </a:lnTo>
                <a:lnTo>
                  <a:pt x="295" y="103"/>
                </a:lnTo>
                <a:lnTo>
                  <a:pt x="296" y="103"/>
                </a:lnTo>
                <a:lnTo>
                  <a:pt x="297" y="102"/>
                </a:lnTo>
                <a:lnTo>
                  <a:pt x="298" y="102"/>
                </a:lnTo>
                <a:lnTo>
                  <a:pt x="299" y="101"/>
                </a:lnTo>
                <a:lnTo>
                  <a:pt x="301" y="100"/>
                </a:lnTo>
                <a:lnTo>
                  <a:pt x="304" y="100"/>
                </a:lnTo>
                <a:lnTo>
                  <a:pt x="305" y="100"/>
                </a:lnTo>
                <a:lnTo>
                  <a:pt x="308" y="100"/>
                </a:lnTo>
                <a:lnTo>
                  <a:pt x="309" y="100"/>
                </a:lnTo>
                <a:lnTo>
                  <a:pt x="310" y="100"/>
                </a:lnTo>
                <a:lnTo>
                  <a:pt x="311" y="99"/>
                </a:lnTo>
                <a:lnTo>
                  <a:pt x="313" y="98"/>
                </a:lnTo>
                <a:lnTo>
                  <a:pt x="314" y="98"/>
                </a:lnTo>
                <a:lnTo>
                  <a:pt x="315" y="98"/>
                </a:lnTo>
                <a:lnTo>
                  <a:pt x="316" y="98"/>
                </a:lnTo>
                <a:lnTo>
                  <a:pt x="317" y="98"/>
                </a:lnTo>
                <a:lnTo>
                  <a:pt x="318" y="98"/>
                </a:lnTo>
                <a:lnTo>
                  <a:pt x="319" y="98"/>
                </a:lnTo>
                <a:lnTo>
                  <a:pt x="319" y="97"/>
                </a:lnTo>
                <a:lnTo>
                  <a:pt x="320" y="97"/>
                </a:lnTo>
                <a:lnTo>
                  <a:pt x="321" y="96"/>
                </a:lnTo>
                <a:lnTo>
                  <a:pt x="323" y="96"/>
                </a:lnTo>
                <a:lnTo>
                  <a:pt x="325" y="95"/>
                </a:lnTo>
                <a:lnTo>
                  <a:pt x="326" y="95"/>
                </a:lnTo>
                <a:lnTo>
                  <a:pt x="327" y="94"/>
                </a:lnTo>
                <a:lnTo>
                  <a:pt x="329" y="93"/>
                </a:lnTo>
                <a:lnTo>
                  <a:pt x="330" y="93"/>
                </a:lnTo>
                <a:lnTo>
                  <a:pt x="331" y="93"/>
                </a:lnTo>
                <a:lnTo>
                  <a:pt x="331" y="92"/>
                </a:lnTo>
                <a:lnTo>
                  <a:pt x="332" y="92"/>
                </a:lnTo>
                <a:lnTo>
                  <a:pt x="332" y="91"/>
                </a:lnTo>
                <a:lnTo>
                  <a:pt x="333" y="91"/>
                </a:lnTo>
                <a:lnTo>
                  <a:pt x="334" y="91"/>
                </a:lnTo>
                <a:lnTo>
                  <a:pt x="334" y="90"/>
                </a:lnTo>
                <a:lnTo>
                  <a:pt x="335" y="90"/>
                </a:lnTo>
                <a:lnTo>
                  <a:pt x="336" y="90"/>
                </a:lnTo>
                <a:lnTo>
                  <a:pt x="336" y="89"/>
                </a:lnTo>
                <a:lnTo>
                  <a:pt x="337" y="89"/>
                </a:lnTo>
                <a:lnTo>
                  <a:pt x="338" y="87"/>
                </a:lnTo>
                <a:lnTo>
                  <a:pt x="339" y="87"/>
                </a:lnTo>
                <a:lnTo>
                  <a:pt x="340" y="86"/>
                </a:lnTo>
                <a:lnTo>
                  <a:pt x="340" y="85"/>
                </a:lnTo>
                <a:lnTo>
                  <a:pt x="341" y="85"/>
                </a:lnTo>
                <a:lnTo>
                  <a:pt x="341" y="84"/>
                </a:lnTo>
                <a:lnTo>
                  <a:pt x="341" y="83"/>
                </a:lnTo>
                <a:lnTo>
                  <a:pt x="342" y="83"/>
                </a:lnTo>
                <a:lnTo>
                  <a:pt x="342" y="82"/>
                </a:lnTo>
                <a:lnTo>
                  <a:pt x="343" y="82"/>
                </a:lnTo>
                <a:lnTo>
                  <a:pt x="343" y="81"/>
                </a:lnTo>
                <a:lnTo>
                  <a:pt x="343" y="80"/>
                </a:lnTo>
                <a:lnTo>
                  <a:pt x="343" y="77"/>
                </a:lnTo>
                <a:lnTo>
                  <a:pt x="338" y="68"/>
                </a:lnTo>
                <a:lnTo>
                  <a:pt x="340" y="66"/>
                </a:lnTo>
                <a:lnTo>
                  <a:pt x="343" y="63"/>
                </a:lnTo>
                <a:lnTo>
                  <a:pt x="347" y="61"/>
                </a:lnTo>
                <a:lnTo>
                  <a:pt x="334" y="50"/>
                </a:lnTo>
                <a:lnTo>
                  <a:pt x="334" y="49"/>
                </a:lnTo>
                <a:lnTo>
                  <a:pt x="334" y="47"/>
                </a:lnTo>
                <a:lnTo>
                  <a:pt x="337" y="41"/>
                </a:lnTo>
                <a:lnTo>
                  <a:pt x="331" y="39"/>
                </a:lnTo>
                <a:lnTo>
                  <a:pt x="329" y="38"/>
                </a:lnTo>
                <a:lnTo>
                  <a:pt x="330" y="36"/>
                </a:lnTo>
                <a:lnTo>
                  <a:pt x="331" y="36"/>
                </a:lnTo>
                <a:lnTo>
                  <a:pt x="332" y="34"/>
                </a:lnTo>
                <a:lnTo>
                  <a:pt x="332" y="32"/>
                </a:lnTo>
                <a:lnTo>
                  <a:pt x="333" y="28"/>
                </a:lnTo>
                <a:lnTo>
                  <a:pt x="333" y="27"/>
                </a:lnTo>
                <a:lnTo>
                  <a:pt x="334" y="27"/>
                </a:lnTo>
                <a:lnTo>
                  <a:pt x="335" y="26"/>
                </a:lnTo>
                <a:lnTo>
                  <a:pt x="336" y="26"/>
                </a:lnTo>
                <a:lnTo>
                  <a:pt x="336" y="25"/>
                </a:lnTo>
                <a:lnTo>
                  <a:pt x="337" y="25"/>
                </a:lnTo>
                <a:lnTo>
                  <a:pt x="338" y="24"/>
                </a:lnTo>
                <a:lnTo>
                  <a:pt x="340" y="20"/>
                </a:lnTo>
                <a:lnTo>
                  <a:pt x="342" y="19"/>
                </a:lnTo>
                <a:lnTo>
                  <a:pt x="343" y="19"/>
                </a:lnTo>
                <a:lnTo>
                  <a:pt x="345" y="19"/>
                </a:lnTo>
                <a:lnTo>
                  <a:pt x="346" y="18"/>
                </a:lnTo>
                <a:lnTo>
                  <a:pt x="346" y="17"/>
                </a:lnTo>
                <a:lnTo>
                  <a:pt x="347" y="17"/>
                </a:lnTo>
                <a:lnTo>
                  <a:pt x="350" y="16"/>
                </a:lnTo>
                <a:lnTo>
                  <a:pt x="351" y="15"/>
                </a:lnTo>
                <a:lnTo>
                  <a:pt x="353" y="14"/>
                </a:lnTo>
                <a:lnTo>
                  <a:pt x="354" y="14"/>
                </a:lnTo>
                <a:lnTo>
                  <a:pt x="355" y="13"/>
                </a:lnTo>
                <a:lnTo>
                  <a:pt x="356" y="13"/>
                </a:lnTo>
                <a:lnTo>
                  <a:pt x="356" y="12"/>
                </a:lnTo>
                <a:lnTo>
                  <a:pt x="357" y="12"/>
                </a:lnTo>
                <a:lnTo>
                  <a:pt x="358" y="12"/>
                </a:lnTo>
                <a:lnTo>
                  <a:pt x="359" y="11"/>
                </a:lnTo>
                <a:lnTo>
                  <a:pt x="360" y="11"/>
                </a:lnTo>
                <a:lnTo>
                  <a:pt x="361" y="11"/>
                </a:lnTo>
                <a:lnTo>
                  <a:pt x="361" y="10"/>
                </a:lnTo>
                <a:lnTo>
                  <a:pt x="362" y="10"/>
                </a:lnTo>
                <a:lnTo>
                  <a:pt x="363" y="9"/>
                </a:lnTo>
                <a:lnTo>
                  <a:pt x="364" y="9"/>
                </a:lnTo>
                <a:lnTo>
                  <a:pt x="365" y="8"/>
                </a:lnTo>
                <a:lnTo>
                  <a:pt x="370" y="7"/>
                </a:lnTo>
                <a:lnTo>
                  <a:pt x="372" y="7"/>
                </a:lnTo>
                <a:lnTo>
                  <a:pt x="374" y="7"/>
                </a:lnTo>
                <a:lnTo>
                  <a:pt x="376" y="7"/>
                </a:lnTo>
                <a:lnTo>
                  <a:pt x="379" y="6"/>
                </a:lnTo>
                <a:lnTo>
                  <a:pt x="380" y="6"/>
                </a:lnTo>
                <a:lnTo>
                  <a:pt x="382" y="6"/>
                </a:lnTo>
                <a:lnTo>
                  <a:pt x="384" y="6"/>
                </a:lnTo>
                <a:lnTo>
                  <a:pt x="386" y="6"/>
                </a:lnTo>
                <a:lnTo>
                  <a:pt x="389" y="5"/>
                </a:lnTo>
                <a:lnTo>
                  <a:pt x="398" y="4"/>
                </a:lnTo>
                <a:lnTo>
                  <a:pt x="404" y="5"/>
                </a:lnTo>
                <a:lnTo>
                  <a:pt x="419" y="5"/>
                </a:lnTo>
                <a:lnTo>
                  <a:pt x="421" y="4"/>
                </a:lnTo>
                <a:lnTo>
                  <a:pt x="423" y="4"/>
                </a:lnTo>
                <a:lnTo>
                  <a:pt x="424" y="3"/>
                </a:lnTo>
                <a:lnTo>
                  <a:pt x="425" y="3"/>
                </a:lnTo>
                <a:lnTo>
                  <a:pt x="426" y="3"/>
                </a:lnTo>
                <a:lnTo>
                  <a:pt x="427" y="3"/>
                </a:lnTo>
                <a:lnTo>
                  <a:pt x="430" y="2"/>
                </a:lnTo>
                <a:lnTo>
                  <a:pt x="433" y="1"/>
                </a:lnTo>
                <a:lnTo>
                  <a:pt x="434" y="1"/>
                </a:lnTo>
                <a:lnTo>
                  <a:pt x="435" y="1"/>
                </a:lnTo>
                <a:lnTo>
                  <a:pt x="436" y="0"/>
                </a:lnTo>
                <a:lnTo>
                  <a:pt x="438" y="4"/>
                </a:lnTo>
                <a:lnTo>
                  <a:pt x="442" y="13"/>
                </a:lnTo>
                <a:moveTo>
                  <a:pt x="1234" y="749"/>
                </a:moveTo>
                <a:lnTo>
                  <a:pt x="1233" y="750"/>
                </a:lnTo>
                <a:lnTo>
                  <a:pt x="1233" y="749"/>
                </a:lnTo>
                <a:lnTo>
                  <a:pt x="1232" y="749"/>
                </a:lnTo>
                <a:lnTo>
                  <a:pt x="1232" y="750"/>
                </a:lnTo>
                <a:lnTo>
                  <a:pt x="1231" y="750"/>
                </a:lnTo>
                <a:lnTo>
                  <a:pt x="1230" y="750"/>
                </a:lnTo>
                <a:lnTo>
                  <a:pt x="1230" y="751"/>
                </a:lnTo>
                <a:lnTo>
                  <a:pt x="1229" y="751"/>
                </a:lnTo>
                <a:lnTo>
                  <a:pt x="1228" y="751"/>
                </a:lnTo>
                <a:lnTo>
                  <a:pt x="1227" y="752"/>
                </a:lnTo>
                <a:lnTo>
                  <a:pt x="1226" y="752"/>
                </a:lnTo>
                <a:lnTo>
                  <a:pt x="1225" y="752"/>
                </a:lnTo>
                <a:lnTo>
                  <a:pt x="1225" y="753"/>
                </a:lnTo>
                <a:lnTo>
                  <a:pt x="1224" y="753"/>
                </a:lnTo>
                <a:lnTo>
                  <a:pt x="1224" y="752"/>
                </a:lnTo>
                <a:lnTo>
                  <a:pt x="1223" y="752"/>
                </a:lnTo>
                <a:lnTo>
                  <a:pt x="1222" y="753"/>
                </a:lnTo>
                <a:lnTo>
                  <a:pt x="1221" y="754"/>
                </a:lnTo>
                <a:lnTo>
                  <a:pt x="1222" y="755"/>
                </a:lnTo>
                <a:lnTo>
                  <a:pt x="1222" y="756"/>
                </a:lnTo>
                <a:lnTo>
                  <a:pt x="1223" y="756"/>
                </a:lnTo>
                <a:lnTo>
                  <a:pt x="1224" y="756"/>
                </a:lnTo>
                <a:lnTo>
                  <a:pt x="1225" y="756"/>
                </a:lnTo>
                <a:lnTo>
                  <a:pt x="1225" y="755"/>
                </a:lnTo>
                <a:lnTo>
                  <a:pt x="1226" y="755"/>
                </a:lnTo>
                <a:lnTo>
                  <a:pt x="1226" y="756"/>
                </a:lnTo>
                <a:lnTo>
                  <a:pt x="1227" y="756"/>
                </a:lnTo>
                <a:lnTo>
                  <a:pt x="1227" y="755"/>
                </a:lnTo>
                <a:lnTo>
                  <a:pt x="1228" y="754"/>
                </a:lnTo>
                <a:lnTo>
                  <a:pt x="1228" y="755"/>
                </a:lnTo>
                <a:lnTo>
                  <a:pt x="1229" y="755"/>
                </a:lnTo>
                <a:lnTo>
                  <a:pt x="1230" y="754"/>
                </a:lnTo>
                <a:lnTo>
                  <a:pt x="1231" y="754"/>
                </a:lnTo>
                <a:lnTo>
                  <a:pt x="1231" y="753"/>
                </a:lnTo>
                <a:lnTo>
                  <a:pt x="1232" y="753"/>
                </a:lnTo>
                <a:lnTo>
                  <a:pt x="1232" y="754"/>
                </a:lnTo>
                <a:lnTo>
                  <a:pt x="1232" y="753"/>
                </a:lnTo>
                <a:lnTo>
                  <a:pt x="1233" y="753"/>
                </a:lnTo>
                <a:lnTo>
                  <a:pt x="1232" y="753"/>
                </a:lnTo>
                <a:lnTo>
                  <a:pt x="1232" y="752"/>
                </a:lnTo>
                <a:lnTo>
                  <a:pt x="1233" y="752"/>
                </a:lnTo>
                <a:lnTo>
                  <a:pt x="1233" y="751"/>
                </a:lnTo>
                <a:lnTo>
                  <a:pt x="1234" y="751"/>
                </a:lnTo>
                <a:lnTo>
                  <a:pt x="1235" y="751"/>
                </a:lnTo>
                <a:lnTo>
                  <a:pt x="1235" y="752"/>
                </a:lnTo>
                <a:lnTo>
                  <a:pt x="1236" y="752"/>
                </a:lnTo>
                <a:lnTo>
                  <a:pt x="1236" y="753"/>
                </a:lnTo>
                <a:lnTo>
                  <a:pt x="1237" y="752"/>
                </a:lnTo>
                <a:lnTo>
                  <a:pt x="1236" y="752"/>
                </a:lnTo>
                <a:lnTo>
                  <a:pt x="1236" y="751"/>
                </a:lnTo>
                <a:lnTo>
                  <a:pt x="1236" y="750"/>
                </a:lnTo>
                <a:lnTo>
                  <a:pt x="1237" y="750"/>
                </a:lnTo>
                <a:lnTo>
                  <a:pt x="1237" y="749"/>
                </a:lnTo>
                <a:lnTo>
                  <a:pt x="1235" y="749"/>
                </a:lnTo>
                <a:lnTo>
                  <a:pt x="1234" y="749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12" name=""/>
          <p:cNvSpPr/>
          <p:nvPr/>
        </p:nvSpPr>
        <p:spPr>
          <a:xfrm>
            <a:off x="5970960" y="3691440"/>
            <a:ext cx="443880" cy="280440"/>
          </a:xfrm>
          <a:custGeom>
            <a:avLst/>
            <a:gdLst/>
            <a:ahLst/>
            <a:rect l="0" t="0" r="r" b="b"/>
            <a:pathLst>
              <a:path w="1233" h="779">
                <a:moveTo>
                  <a:pt x="688" y="0"/>
                </a:moveTo>
                <a:lnTo>
                  <a:pt x="689" y="0"/>
                </a:lnTo>
                <a:lnTo>
                  <a:pt x="690" y="0"/>
                </a:lnTo>
                <a:lnTo>
                  <a:pt x="691" y="0"/>
                </a:lnTo>
                <a:lnTo>
                  <a:pt x="691" y="1"/>
                </a:lnTo>
                <a:lnTo>
                  <a:pt x="692" y="1"/>
                </a:lnTo>
                <a:lnTo>
                  <a:pt x="693" y="1"/>
                </a:lnTo>
                <a:lnTo>
                  <a:pt x="694" y="1"/>
                </a:lnTo>
                <a:lnTo>
                  <a:pt x="695" y="1"/>
                </a:lnTo>
                <a:lnTo>
                  <a:pt x="696" y="1"/>
                </a:lnTo>
                <a:lnTo>
                  <a:pt x="697" y="1"/>
                </a:lnTo>
                <a:lnTo>
                  <a:pt x="697" y="2"/>
                </a:lnTo>
                <a:lnTo>
                  <a:pt x="697" y="1"/>
                </a:lnTo>
                <a:lnTo>
                  <a:pt x="698" y="1"/>
                </a:lnTo>
                <a:lnTo>
                  <a:pt x="699" y="1"/>
                </a:lnTo>
                <a:lnTo>
                  <a:pt x="700" y="1"/>
                </a:lnTo>
                <a:lnTo>
                  <a:pt x="700" y="2"/>
                </a:lnTo>
                <a:lnTo>
                  <a:pt x="701" y="2"/>
                </a:lnTo>
                <a:lnTo>
                  <a:pt x="702" y="2"/>
                </a:lnTo>
                <a:lnTo>
                  <a:pt x="703" y="2"/>
                </a:lnTo>
                <a:lnTo>
                  <a:pt x="705" y="2"/>
                </a:lnTo>
                <a:lnTo>
                  <a:pt x="706" y="2"/>
                </a:lnTo>
                <a:lnTo>
                  <a:pt x="707" y="3"/>
                </a:lnTo>
                <a:lnTo>
                  <a:pt x="708" y="3"/>
                </a:lnTo>
                <a:lnTo>
                  <a:pt x="709" y="3"/>
                </a:lnTo>
                <a:lnTo>
                  <a:pt x="710" y="4"/>
                </a:lnTo>
                <a:lnTo>
                  <a:pt x="711" y="4"/>
                </a:lnTo>
                <a:lnTo>
                  <a:pt x="712" y="5"/>
                </a:lnTo>
                <a:lnTo>
                  <a:pt x="713" y="5"/>
                </a:lnTo>
                <a:lnTo>
                  <a:pt x="714" y="5"/>
                </a:lnTo>
                <a:lnTo>
                  <a:pt x="714" y="4"/>
                </a:lnTo>
                <a:lnTo>
                  <a:pt x="716" y="4"/>
                </a:lnTo>
                <a:lnTo>
                  <a:pt x="717" y="4"/>
                </a:lnTo>
                <a:lnTo>
                  <a:pt x="718" y="5"/>
                </a:lnTo>
                <a:lnTo>
                  <a:pt x="718" y="6"/>
                </a:lnTo>
                <a:lnTo>
                  <a:pt x="719" y="6"/>
                </a:lnTo>
                <a:lnTo>
                  <a:pt x="720" y="6"/>
                </a:lnTo>
                <a:lnTo>
                  <a:pt x="722" y="7"/>
                </a:lnTo>
                <a:lnTo>
                  <a:pt x="722" y="6"/>
                </a:lnTo>
                <a:lnTo>
                  <a:pt x="722" y="7"/>
                </a:lnTo>
                <a:lnTo>
                  <a:pt x="723" y="7"/>
                </a:lnTo>
                <a:lnTo>
                  <a:pt x="724" y="8"/>
                </a:lnTo>
                <a:lnTo>
                  <a:pt x="724" y="9"/>
                </a:lnTo>
                <a:lnTo>
                  <a:pt x="725" y="9"/>
                </a:lnTo>
                <a:lnTo>
                  <a:pt x="726" y="9"/>
                </a:lnTo>
                <a:lnTo>
                  <a:pt x="726" y="10"/>
                </a:lnTo>
                <a:lnTo>
                  <a:pt x="727" y="10"/>
                </a:lnTo>
                <a:lnTo>
                  <a:pt x="727" y="9"/>
                </a:lnTo>
                <a:lnTo>
                  <a:pt x="728" y="9"/>
                </a:lnTo>
                <a:lnTo>
                  <a:pt x="728" y="10"/>
                </a:lnTo>
                <a:lnTo>
                  <a:pt x="728" y="11"/>
                </a:lnTo>
                <a:lnTo>
                  <a:pt x="729" y="11"/>
                </a:lnTo>
                <a:lnTo>
                  <a:pt x="729" y="12"/>
                </a:lnTo>
                <a:lnTo>
                  <a:pt x="730" y="12"/>
                </a:lnTo>
                <a:lnTo>
                  <a:pt x="730" y="13"/>
                </a:lnTo>
                <a:lnTo>
                  <a:pt x="730" y="14"/>
                </a:lnTo>
                <a:lnTo>
                  <a:pt x="731" y="14"/>
                </a:lnTo>
                <a:lnTo>
                  <a:pt x="732" y="14"/>
                </a:lnTo>
                <a:lnTo>
                  <a:pt x="733" y="14"/>
                </a:lnTo>
                <a:lnTo>
                  <a:pt x="734" y="14"/>
                </a:lnTo>
                <a:lnTo>
                  <a:pt x="735" y="14"/>
                </a:lnTo>
                <a:lnTo>
                  <a:pt x="735" y="15"/>
                </a:lnTo>
                <a:lnTo>
                  <a:pt x="736" y="15"/>
                </a:lnTo>
                <a:lnTo>
                  <a:pt x="736" y="16"/>
                </a:lnTo>
                <a:lnTo>
                  <a:pt x="737" y="16"/>
                </a:lnTo>
                <a:lnTo>
                  <a:pt x="738" y="16"/>
                </a:lnTo>
                <a:lnTo>
                  <a:pt x="738" y="17"/>
                </a:lnTo>
                <a:lnTo>
                  <a:pt x="739" y="17"/>
                </a:lnTo>
                <a:lnTo>
                  <a:pt x="739" y="18"/>
                </a:lnTo>
                <a:lnTo>
                  <a:pt x="740" y="18"/>
                </a:lnTo>
                <a:lnTo>
                  <a:pt x="741" y="18"/>
                </a:lnTo>
                <a:lnTo>
                  <a:pt x="742" y="18"/>
                </a:lnTo>
                <a:lnTo>
                  <a:pt x="743" y="18"/>
                </a:lnTo>
                <a:lnTo>
                  <a:pt x="743" y="19"/>
                </a:lnTo>
                <a:lnTo>
                  <a:pt x="744" y="19"/>
                </a:lnTo>
                <a:lnTo>
                  <a:pt x="744" y="20"/>
                </a:lnTo>
                <a:lnTo>
                  <a:pt x="745" y="20"/>
                </a:lnTo>
                <a:lnTo>
                  <a:pt x="746" y="20"/>
                </a:lnTo>
                <a:lnTo>
                  <a:pt x="746" y="21"/>
                </a:lnTo>
                <a:lnTo>
                  <a:pt x="746" y="20"/>
                </a:lnTo>
                <a:lnTo>
                  <a:pt x="747" y="21"/>
                </a:lnTo>
                <a:lnTo>
                  <a:pt x="748" y="21"/>
                </a:lnTo>
                <a:lnTo>
                  <a:pt x="748" y="23"/>
                </a:lnTo>
                <a:lnTo>
                  <a:pt x="747" y="23"/>
                </a:lnTo>
                <a:lnTo>
                  <a:pt x="747" y="24"/>
                </a:lnTo>
                <a:lnTo>
                  <a:pt x="748" y="24"/>
                </a:lnTo>
                <a:lnTo>
                  <a:pt x="747" y="25"/>
                </a:lnTo>
                <a:lnTo>
                  <a:pt x="748" y="25"/>
                </a:lnTo>
                <a:lnTo>
                  <a:pt x="749" y="25"/>
                </a:lnTo>
                <a:lnTo>
                  <a:pt x="750" y="25"/>
                </a:lnTo>
                <a:lnTo>
                  <a:pt x="751" y="25"/>
                </a:lnTo>
                <a:lnTo>
                  <a:pt x="752" y="25"/>
                </a:lnTo>
                <a:lnTo>
                  <a:pt x="752" y="26"/>
                </a:lnTo>
                <a:lnTo>
                  <a:pt x="753" y="26"/>
                </a:lnTo>
                <a:lnTo>
                  <a:pt x="754" y="26"/>
                </a:lnTo>
                <a:lnTo>
                  <a:pt x="754" y="27"/>
                </a:lnTo>
                <a:lnTo>
                  <a:pt x="755" y="27"/>
                </a:lnTo>
                <a:lnTo>
                  <a:pt x="755" y="28"/>
                </a:lnTo>
                <a:lnTo>
                  <a:pt x="756" y="28"/>
                </a:lnTo>
                <a:lnTo>
                  <a:pt x="757" y="28"/>
                </a:lnTo>
                <a:lnTo>
                  <a:pt x="758" y="28"/>
                </a:lnTo>
                <a:lnTo>
                  <a:pt x="759" y="28"/>
                </a:lnTo>
                <a:lnTo>
                  <a:pt x="760" y="28"/>
                </a:lnTo>
                <a:lnTo>
                  <a:pt x="760" y="29"/>
                </a:lnTo>
                <a:lnTo>
                  <a:pt x="761" y="29"/>
                </a:lnTo>
                <a:lnTo>
                  <a:pt x="761" y="30"/>
                </a:lnTo>
                <a:lnTo>
                  <a:pt x="762" y="30"/>
                </a:lnTo>
                <a:lnTo>
                  <a:pt x="763" y="30"/>
                </a:lnTo>
                <a:lnTo>
                  <a:pt x="763" y="31"/>
                </a:lnTo>
                <a:lnTo>
                  <a:pt x="764" y="31"/>
                </a:lnTo>
                <a:lnTo>
                  <a:pt x="764" y="32"/>
                </a:lnTo>
                <a:lnTo>
                  <a:pt x="765" y="32"/>
                </a:lnTo>
                <a:lnTo>
                  <a:pt x="766" y="32"/>
                </a:lnTo>
                <a:lnTo>
                  <a:pt x="766" y="33"/>
                </a:lnTo>
                <a:lnTo>
                  <a:pt x="767" y="33"/>
                </a:lnTo>
                <a:lnTo>
                  <a:pt x="768" y="34"/>
                </a:lnTo>
                <a:lnTo>
                  <a:pt x="769" y="34"/>
                </a:lnTo>
                <a:lnTo>
                  <a:pt x="770" y="34"/>
                </a:lnTo>
                <a:lnTo>
                  <a:pt x="771" y="34"/>
                </a:lnTo>
                <a:lnTo>
                  <a:pt x="771" y="35"/>
                </a:lnTo>
                <a:lnTo>
                  <a:pt x="772" y="35"/>
                </a:lnTo>
                <a:lnTo>
                  <a:pt x="772" y="34"/>
                </a:lnTo>
                <a:lnTo>
                  <a:pt x="772" y="35"/>
                </a:lnTo>
                <a:lnTo>
                  <a:pt x="773" y="35"/>
                </a:lnTo>
                <a:lnTo>
                  <a:pt x="773" y="36"/>
                </a:lnTo>
                <a:lnTo>
                  <a:pt x="774" y="36"/>
                </a:lnTo>
                <a:lnTo>
                  <a:pt x="776" y="36"/>
                </a:lnTo>
                <a:lnTo>
                  <a:pt x="777" y="36"/>
                </a:lnTo>
                <a:lnTo>
                  <a:pt x="777" y="37"/>
                </a:lnTo>
                <a:lnTo>
                  <a:pt x="778" y="37"/>
                </a:lnTo>
                <a:lnTo>
                  <a:pt x="778" y="38"/>
                </a:lnTo>
                <a:lnTo>
                  <a:pt x="779" y="38"/>
                </a:lnTo>
                <a:lnTo>
                  <a:pt x="779" y="39"/>
                </a:lnTo>
                <a:lnTo>
                  <a:pt x="780" y="39"/>
                </a:lnTo>
                <a:lnTo>
                  <a:pt x="780" y="40"/>
                </a:lnTo>
                <a:lnTo>
                  <a:pt x="781" y="40"/>
                </a:lnTo>
                <a:lnTo>
                  <a:pt x="782" y="40"/>
                </a:lnTo>
                <a:lnTo>
                  <a:pt x="782" y="41"/>
                </a:lnTo>
                <a:lnTo>
                  <a:pt x="783" y="41"/>
                </a:lnTo>
                <a:lnTo>
                  <a:pt x="783" y="42"/>
                </a:lnTo>
                <a:lnTo>
                  <a:pt x="784" y="43"/>
                </a:lnTo>
                <a:lnTo>
                  <a:pt x="784" y="44"/>
                </a:lnTo>
                <a:lnTo>
                  <a:pt x="785" y="44"/>
                </a:lnTo>
                <a:lnTo>
                  <a:pt x="785" y="43"/>
                </a:lnTo>
                <a:lnTo>
                  <a:pt x="786" y="43"/>
                </a:lnTo>
                <a:lnTo>
                  <a:pt x="786" y="42"/>
                </a:lnTo>
                <a:lnTo>
                  <a:pt x="787" y="42"/>
                </a:lnTo>
                <a:lnTo>
                  <a:pt x="786" y="42"/>
                </a:lnTo>
                <a:lnTo>
                  <a:pt x="787" y="42"/>
                </a:lnTo>
                <a:lnTo>
                  <a:pt x="787" y="41"/>
                </a:lnTo>
                <a:lnTo>
                  <a:pt x="788" y="41"/>
                </a:lnTo>
                <a:lnTo>
                  <a:pt x="788" y="40"/>
                </a:lnTo>
                <a:lnTo>
                  <a:pt x="789" y="40"/>
                </a:lnTo>
                <a:lnTo>
                  <a:pt x="790" y="40"/>
                </a:lnTo>
                <a:lnTo>
                  <a:pt x="790" y="39"/>
                </a:lnTo>
                <a:lnTo>
                  <a:pt x="791" y="39"/>
                </a:lnTo>
                <a:lnTo>
                  <a:pt x="791" y="38"/>
                </a:lnTo>
                <a:lnTo>
                  <a:pt x="792" y="38"/>
                </a:lnTo>
                <a:lnTo>
                  <a:pt x="792" y="37"/>
                </a:lnTo>
                <a:lnTo>
                  <a:pt x="793" y="37"/>
                </a:lnTo>
                <a:lnTo>
                  <a:pt x="794" y="37"/>
                </a:lnTo>
                <a:lnTo>
                  <a:pt x="794" y="36"/>
                </a:lnTo>
                <a:lnTo>
                  <a:pt x="795" y="36"/>
                </a:lnTo>
                <a:lnTo>
                  <a:pt x="795" y="35"/>
                </a:lnTo>
                <a:lnTo>
                  <a:pt x="796" y="35"/>
                </a:lnTo>
                <a:lnTo>
                  <a:pt x="797" y="35"/>
                </a:lnTo>
                <a:lnTo>
                  <a:pt x="797" y="34"/>
                </a:lnTo>
                <a:lnTo>
                  <a:pt x="798" y="34"/>
                </a:lnTo>
                <a:lnTo>
                  <a:pt x="798" y="33"/>
                </a:lnTo>
                <a:lnTo>
                  <a:pt x="799" y="33"/>
                </a:lnTo>
                <a:lnTo>
                  <a:pt x="799" y="31"/>
                </a:lnTo>
                <a:lnTo>
                  <a:pt x="798" y="31"/>
                </a:lnTo>
                <a:lnTo>
                  <a:pt x="798" y="30"/>
                </a:lnTo>
                <a:lnTo>
                  <a:pt x="797" y="30"/>
                </a:lnTo>
                <a:lnTo>
                  <a:pt x="797" y="29"/>
                </a:lnTo>
                <a:lnTo>
                  <a:pt x="798" y="29"/>
                </a:lnTo>
                <a:lnTo>
                  <a:pt x="798" y="28"/>
                </a:lnTo>
                <a:lnTo>
                  <a:pt x="799" y="27"/>
                </a:lnTo>
                <a:lnTo>
                  <a:pt x="800" y="26"/>
                </a:lnTo>
                <a:lnTo>
                  <a:pt x="801" y="24"/>
                </a:lnTo>
                <a:lnTo>
                  <a:pt x="801" y="23"/>
                </a:lnTo>
                <a:lnTo>
                  <a:pt x="801" y="22"/>
                </a:lnTo>
                <a:lnTo>
                  <a:pt x="801" y="21"/>
                </a:lnTo>
                <a:lnTo>
                  <a:pt x="802" y="21"/>
                </a:lnTo>
                <a:lnTo>
                  <a:pt x="802" y="19"/>
                </a:lnTo>
                <a:lnTo>
                  <a:pt x="802" y="18"/>
                </a:lnTo>
                <a:lnTo>
                  <a:pt x="803" y="18"/>
                </a:lnTo>
                <a:lnTo>
                  <a:pt x="804" y="18"/>
                </a:lnTo>
                <a:lnTo>
                  <a:pt x="805" y="18"/>
                </a:lnTo>
                <a:lnTo>
                  <a:pt x="806" y="18"/>
                </a:lnTo>
                <a:lnTo>
                  <a:pt x="807" y="18"/>
                </a:lnTo>
                <a:lnTo>
                  <a:pt x="808" y="18"/>
                </a:lnTo>
                <a:lnTo>
                  <a:pt x="808" y="19"/>
                </a:lnTo>
                <a:lnTo>
                  <a:pt x="810" y="19"/>
                </a:lnTo>
                <a:lnTo>
                  <a:pt x="810" y="18"/>
                </a:lnTo>
                <a:lnTo>
                  <a:pt x="811" y="18"/>
                </a:lnTo>
                <a:lnTo>
                  <a:pt x="811" y="19"/>
                </a:lnTo>
                <a:lnTo>
                  <a:pt x="812" y="19"/>
                </a:lnTo>
                <a:lnTo>
                  <a:pt x="812" y="20"/>
                </a:lnTo>
                <a:lnTo>
                  <a:pt x="812" y="21"/>
                </a:lnTo>
                <a:lnTo>
                  <a:pt x="812" y="22"/>
                </a:lnTo>
                <a:lnTo>
                  <a:pt x="813" y="22"/>
                </a:lnTo>
                <a:lnTo>
                  <a:pt x="814" y="22"/>
                </a:lnTo>
                <a:lnTo>
                  <a:pt x="815" y="22"/>
                </a:lnTo>
                <a:lnTo>
                  <a:pt x="815" y="23"/>
                </a:lnTo>
                <a:lnTo>
                  <a:pt x="815" y="24"/>
                </a:lnTo>
                <a:lnTo>
                  <a:pt x="815" y="25"/>
                </a:lnTo>
                <a:lnTo>
                  <a:pt x="816" y="25"/>
                </a:lnTo>
                <a:lnTo>
                  <a:pt x="817" y="26"/>
                </a:lnTo>
                <a:lnTo>
                  <a:pt x="818" y="26"/>
                </a:lnTo>
                <a:lnTo>
                  <a:pt x="819" y="26"/>
                </a:lnTo>
                <a:lnTo>
                  <a:pt x="819" y="27"/>
                </a:lnTo>
                <a:lnTo>
                  <a:pt x="820" y="27"/>
                </a:lnTo>
                <a:lnTo>
                  <a:pt x="821" y="27"/>
                </a:lnTo>
                <a:lnTo>
                  <a:pt x="821" y="26"/>
                </a:lnTo>
                <a:lnTo>
                  <a:pt x="822" y="26"/>
                </a:lnTo>
                <a:lnTo>
                  <a:pt x="824" y="26"/>
                </a:lnTo>
                <a:lnTo>
                  <a:pt x="824" y="27"/>
                </a:lnTo>
                <a:lnTo>
                  <a:pt x="825" y="27"/>
                </a:lnTo>
                <a:lnTo>
                  <a:pt x="826" y="27"/>
                </a:lnTo>
                <a:lnTo>
                  <a:pt x="826" y="28"/>
                </a:lnTo>
                <a:lnTo>
                  <a:pt x="827" y="28"/>
                </a:lnTo>
                <a:lnTo>
                  <a:pt x="827" y="29"/>
                </a:lnTo>
                <a:lnTo>
                  <a:pt x="828" y="29"/>
                </a:lnTo>
                <a:lnTo>
                  <a:pt x="829" y="29"/>
                </a:lnTo>
                <a:lnTo>
                  <a:pt x="829" y="28"/>
                </a:lnTo>
                <a:lnTo>
                  <a:pt x="830" y="28"/>
                </a:lnTo>
                <a:lnTo>
                  <a:pt x="830" y="27"/>
                </a:lnTo>
                <a:lnTo>
                  <a:pt x="832" y="27"/>
                </a:lnTo>
                <a:lnTo>
                  <a:pt x="832" y="26"/>
                </a:lnTo>
                <a:lnTo>
                  <a:pt x="832" y="25"/>
                </a:lnTo>
                <a:lnTo>
                  <a:pt x="831" y="25"/>
                </a:lnTo>
                <a:lnTo>
                  <a:pt x="831" y="24"/>
                </a:lnTo>
                <a:lnTo>
                  <a:pt x="832" y="24"/>
                </a:lnTo>
                <a:lnTo>
                  <a:pt x="832" y="23"/>
                </a:lnTo>
                <a:lnTo>
                  <a:pt x="833" y="23"/>
                </a:lnTo>
                <a:lnTo>
                  <a:pt x="834" y="23"/>
                </a:lnTo>
                <a:lnTo>
                  <a:pt x="834" y="22"/>
                </a:lnTo>
                <a:lnTo>
                  <a:pt x="835" y="22"/>
                </a:lnTo>
                <a:lnTo>
                  <a:pt x="836" y="22"/>
                </a:lnTo>
                <a:lnTo>
                  <a:pt x="836" y="21"/>
                </a:lnTo>
                <a:lnTo>
                  <a:pt x="837" y="21"/>
                </a:lnTo>
                <a:lnTo>
                  <a:pt x="837" y="20"/>
                </a:lnTo>
                <a:lnTo>
                  <a:pt x="838" y="20"/>
                </a:lnTo>
                <a:lnTo>
                  <a:pt x="838" y="19"/>
                </a:lnTo>
                <a:lnTo>
                  <a:pt x="839" y="19"/>
                </a:lnTo>
                <a:lnTo>
                  <a:pt x="839" y="18"/>
                </a:lnTo>
                <a:lnTo>
                  <a:pt x="839" y="17"/>
                </a:lnTo>
                <a:lnTo>
                  <a:pt x="840" y="17"/>
                </a:lnTo>
                <a:lnTo>
                  <a:pt x="841" y="17"/>
                </a:lnTo>
                <a:lnTo>
                  <a:pt x="841" y="16"/>
                </a:lnTo>
                <a:lnTo>
                  <a:pt x="842" y="16"/>
                </a:lnTo>
                <a:lnTo>
                  <a:pt x="842" y="15"/>
                </a:lnTo>
                <a:lnTo>
                  <a:pt x="843" y="14"/>
                </a:lnTo>
                <a:lnTo>
                  <a:pt x="843" y="13"/>
                </a:lnTo>
                <a:lnTo>
                  <a:pt x="844" y="13"/>
                </a:lnTo>
                <a:lnTo>
                  <a:pt x="845" y="13"/>
                </a:lnTo>
                <a:lnTo>
                  <a:pt x="846" y="13"/>
                </a:lnTo>
                <a:lnTo>
                  <a:pt x="847" y="13"/>
                </a:lnTo>
                <a:lnTo>
                  <a:pt x="848" y="13"/>
                </a:lnTo>
                <a:lnTo>
                  <a:pt x="849" y="13"/>
                </a:lnTo>
                <a:lnTo>
                  <a:pt x="850" y="13"/>
                </a:lnTo>
                <a:lnTo>
                  <a:pt x="849" y="13"/>
                </a:lnTo>
                <a:lnTo>
                  <a:pt x="849" y="14"/>
                </a:lnTo>
                <a:lnTo>
                  <a:pt x="850" y="14"/>
                </a:lnTo>
                <a:lnTo>
                  <a:pt x="850" y="15"/>
                </a:lnTo>
                <a:lnTo>
                  <a:pt x="851" y="16"/>
                </a:lnTo>
                <a:lnTo>
                  <a:pt x="852" y="16"/>
                </a:lnTo>
                <a:lnTo>
                  <a:pt x="853" y="16"/>
                </a:lnTo>
                <a:lnTo>
                  <a:pt x="853" y="17"/>
                </a:lnTo>
                <a:lnTo>
                  <a:pt x="854" y="17"/>
                </a:lnTo>
                <a:lnTo>
                  <a:pt x="855" y="17"/>
                </a:lnTo>
                <a:lnTo>
                  <a:pt x="856" y="17"/>
                </a:lnTo>
                <a:lnTo>
                  <a:pt x="856" y="18"/>
                </a:lnTo>
                <a:lnTo>
                  <a:pt x="856" y="19"/>
                </a:lnTo>
                <a:lnTo>
                  <a:pt x="857" y="19"/>
                </a:lnTo>
                <a:lnTo>
                  <a:pt x="857" y="20"/>
                </a:lnTo>
                <a:lnTo>
                  <a:pt x="857" y="21"/>
                </a:lnTo>
                <a:lnTo>
                  <a:pt x="858" y="21"/>
                </a:lnTo>
                <a:lnTo>
                  <a:pt x="859" y="21"/>
                </a:lnTo>
                <a:lnTo>
                  <a:pt x="860" y="21"/>
                </a:lnTo>
                <a:lnTo>
                  <a:pt x="860" y="22"/>
                </a:lnTo>
                <a:lnTo>
                  <a:pt x="861" y="22"/>
                </a:lnTo>
                <a:lnTo>
                  <a:pt x="861" y="23"/>
                </a:lnTo>
                <a:lnTo>
                  <a:pt x="862" y="23"/>
                </a:lnTo>
                <a:lnTo>
                  <a:pt x="863" y="23"/>
                </a:lnTo>
                <a:lnTo>
                  <a:pt x="864" y="23"/>
                </a:lnTo>
                <a:lnTo>
                  <a:pt x="865" y="23"/>
                </a:lnTo>
                <a:lnTo>
                  <a:pt x="865" y="24"/>
                </a:lnTo>
                <a:lnTo>
                  <a:pt x="866" y="24"/>
                </a:lnTo>
                <a:lnTo>
                  <a:pt x="867" y="24"/>
                </a:lnTo>
                <a:lnTo>
                  <a:pt x="867" y="23"/>
                </a:lnTo>
                <a:lnTo>
                  <a:pt x="868" y="23"/>
                </a:lnTo>
                <a:lnTo>
                  <a:pt x="868" y="24"/>
                </a:lnTo>
                <a:lnTo>
                  <a:pt x="869" y="24"/>
                </a:lnTo>
                <a:lnTo>
                  <a:pt x="870" y="24"/>
                </a:lnTo>
                <a:lnTo>
                  <a:pt x="870" y="25"/>
                </a:lnTo>
                <a:lnTo>
                  <a:pt x="871" y="25"/>
                </a:lnTo>
                <a:lnTo>
                  <a:pt x="871" y="26"/>
                </a:lnTo>
                <a:lnTo>
                  <a:pt x="872" y="26"/>
                </a:lnTo>
                <a:lnTo>
                  <a:pt x="873" y="26"/>
                </a:lnTo>
                <a:lnTo>
                  <a:pt x="873" y="27"/>
                </a:lnTo>
                <a:lnTo>
                  <a:pt x="874" y="27"/>
                </a:lnTo>
                <a:lnTo>
                  <a:pt x="874" y="26"/>
                </a:lnTo>
                <a:lnTo>
                  <a:pt x="875" y="26"/>
                </a:lnTo>
                <a:lnTo>
                  <a:pt x="875" y="27"/>
                </a:lnTo>
                <a:lnTo>
                  <a:pt x="875" y="28"/>
                </a:lnTo>
                <a:lnTo>
                  <a:pt x="874" y="28"/>
                </a:lnTo>
                <a:lnTo>
                  <a:pt x="873" y="28"/>
                </a:lnTo>
                <a:lnTo>
                  <a:pt x="873" y="29"/>
                </a:lnTo>
                <a:lnTo>
                  <a:pt x="873" y="30"/>
                </a:lnTo>
                <a:lnTo>
                  <a:pt x="872" y="30"/>
                </a:lnTo>
                <a:lnTo>
                  <a:pt x="872" y="31"/>
                </a:lnTo>
                <a:lnTo>
                  <a:pt x="872" y="32"/>
                </a:lnTo>
                <a:lnTo>
                  <a:pt x="873" y="32"/>
                </a:lnTo>
                <a:lnTo>
                  <a:pt x="873" y="33"/>
                </a:lnTo>
                <a:lnTo>
                  <a:pt x="874" y="33"/>
                </a:lnTo>
                <a:lnTo>
                  <a:pt x="874" y="34"/>
                </a:lnTo>
                <a:lnTo>
                  <a:pt x="875" y="34"/>
                </a:lnTo>
                <a:lnTo>
                  <a:pt x="876" y="34"/>
                </a:lnTo>
                <a:lnTo>
                  <a:pt x="876" y="35"/>
                </a:lnTo>
                <a:lnTo>
                  <a:pt x="877" y="35"/>
                </a:lnTo>
                <a:lnTo>
                  <a:pt x="877" y="36"/>
                </a:lnTo>
                <a:lnTo>
                  <a:pt x="878" y="36"/>
                </a:lnTo>
                <a:lnTo>
                  <a:pt x="879" y="36"/>
                </a:lnTo>
                <a:lnTo>
                  <a:pt x="879" y="37"/>
                </a:lnTo>
                <a:lnTo>
                  <a:pt x="880" y="37"/>
                </a:lnTo>
                <a:lnTo>
                  <a:pt x="880" y="38"/>
                </a:lnTo>
                <a:lnTo>
                  <a:pt x="880" y="39"/>
                </a:lnTo>
                <a:lnTo>
                  <a:pt x="881" y="39"/>
                </a:lnTo>
                <a:lnTo>
                  <a:pt x="882" y="39"/>
                </a:lnTo>
                <a:lnTo>
                  <a:pt x="882" y="40"/>
                </a:lnTo>
                <a:lnTo>
                  <a:pt x="882" y="41"/>
                </a:lnTo>
                <a:lnTo>
                  <a:pt x="883" y="41"/>
                </a:lnTo>
                <a:lnTo>
                  <a:pt x="883" y="40"/>
                </a:lnTo>
                <a:lnTo>
                  <a:pt x="883" y="41"/>
                </a:lnTo>
                <a:lnTo>
                  <a:pt x="884" y="41"/>
                </a:lnTo>
                <a:lnTo>
                  <a:pt x="884" y="42"/>
                </a:lnTo>
                <a:lnTo>
                  <a:pt x="885" y="42"/>
                </a:lnTo>
                <a:lnTo>
                  <a:pt x="886" y="42"/>
                </a:lnTo>
                <a:lnTo>
                  <a:pt x="886" y="43"/>
                </a:lnTo>
                <a:lnTo>
                  <a:pt x="887" y="43"/>
                </a:lnTo>
                <a:lnTo>
                  <a:pt x="887" y="44"/>
                </a:lnTo>
                <a:lnTo>
                  <a:pt x="888" y="44"/>
                </a:lnTo>
                <a:lnTo>
                  <a:pt x="889" y="44"/>
                </a:lnTo>
                <a:lnTo>
                  <a:pt x="890" y="44"/>
                </a:lnTo>
                <a:lnTo>
                  <a:pt x="889" y="45"/>
                </a:lnTo>
                <a:lnTo>
                  <a:pt x="890" y="45"/>
                </a:lnTo>
                <a:lnTo>
                  <a:pt x="891" y="45"/>
                </a:lnTo>
                <a:lnTo>
                  <a:pt x="892" y="45"/>
                </a:lnTo>
                <a:lnTo>
                  <a:pt x="892" y="46"/>
                </a:lnTo>
                <a:lnTo>
                  <a:pt x="894" y="46"/>
                </a:lnTo>
                <a:lnTo>
                  <a:pt x="894" y="47"/>
                </a:lnTo>
                <a:lnTo>
                  <a:pt x="895" y="47"/>
                </a:lnTo>
                <a:lnTo>
                  <a:pt x="895" y="48"/>
                </a:lnTo>
                <a:lnTo>
                  <a:pt x="896" y="48"/>
                </a:lnTo>
                <a:lnTo>
                  <a:pt x="896" y="49"/>
                </a:lnTo>
                <a:lnTo>
                  <a:pt x="897" y="49"/>
                </a:lnTo>
                <a:lnTo>
                  <a:pt x="897" y="48"/>
                </a:lnTo>
                <a:lnTo>
                  <a:pt x="898" y="49"/>
                </a:lnTo>
                <a:lnTo>
                  <a:pt x="898" y="50"/>
                </a:lnTo>
                <a:lnTo>
                  <a:pt x="899" y="50"/>
                </a:lnTo>
                <a:lnTo>
                  <a:pt x="899" y="51"/>
                </a:lnTo>
                <a:lnTo>
                  <a:pt x="900" y="51"/>
                </a:lnTo>
                <a:lnTo>
                  <a:pt x="900" y="52"/>
                </a:lnTo>
                <a:lnTo>
                  <a:pt x="900" y="53"/>
                </a:lnTo>
                <a:lnTo>
                  <a:pt x="900" y="54"/>
                </a:lnTo>
                <a:lnTo>
                  <a:pt x="901" y="54"/>
                </a:lnTo>
                <a:lnTo>
                  <a:pt x="901" y="55"/>
                </a:lnTo>
                <a:lnTo>
                  <a:pt x="902" y="55"/>
                </a:lnTo>
                <a:lnTo>
                  <a:pt x="903" y="55"/>
                </a:lnTo>
                <a:lnTo>
                  <a:pt x="904" y="55"/>
                </a:lnTo>
                <a:lnTo>
                  <a:pt x="904" y="56"/>
                </a:lnTo>
                <a:lnTo>
                  <a:pt x="903" y="56"/>
                </a:lnTo>
                <a:lnTo>
                  <a:pt x="904" y="56"/>
                </a:lnTo>
                <a:lnTo>
                  <a:pt x="903" y="56"/>
                </a:lnTo>
                <a:lnTo>
                  <a:pt x="903" y="57"/>
                </a:lnTo>
                <a:lnTo>
                  <a:pt x="904" y="57"/>
                </a:lnTo>
                <a:lnTo>
                  <a:pt x="904" y="58"/>
                </a:lnTo>
                <a:lnTo>
                  <a:pt x="905" y="58"/>
                </a:lnTo>
                <a:lnTo>
                  <a:pt x="905" y="59"/>
                </a:lnTo>
                <a:lnTo>
                  <a:pt x="905" y="60"/>
                </a:lnTo>
                <a:lnTo>
                  <a:pt x="905" y="61"/>
                </a:lnTo>
                <a:lnTo>
                  <a:pt x="906" y="61"/>
                </a:lnTo>
                <a:lnTo>
                  <a:pt x="906" y="62"/>
                </a:lnTo>
                <a:lnTo>
                  <a:pt x="907" y="62"/>
                </a:lnTo>
                <a:lnTo>
                  <a:pt x="908" y="62"/>
                </a:lnTo>
                <a:lnTo>
                  <a:pt x="909" y="61"/>
                </a:lnTo>
                <a:lnTo>
                  <a:pt x="910" y="61"/>
                </a:lnTo>
                <a:lnTo>
                  <a:pt x="911" y="61"/>
                </a:lnTo>
                <a:lnTo>
                  <a:pt x="911" y="62"/>
                </a:lnTo>
                <a:lnTo>
                  <a:pt x="912" y="62"/>
                </a:lnTo>
                <a:lnTo>
                  <a:pt x="912" y="61"/>
                </a:lnTo>
                <a:lnTo>
                  <a:pt x="912" y="62"/>
                </a:lnTo>
                <a:lnTo>
                  <a:pt x="912" y="63"/>
                </a:lnTo>
                <a:lnTo>
                  <a:pt x="912" y="64"/>
                </a:lnTo>
                <a:lnTo>
                  <a:pt x="912" y="65"/>
                </a:lnTo>
                <a:lnTo>
                  <a:pt x="912" y="66"/>
                </a:lnTo>
                <a:lnTo>
                  <a:pt x="913" y="66"/>
                </a:lnTo>
                <a:lnTo>
                  <a:pt x="913" y="67"/>
                </a:lnTo>
                <a:lnTo>
                  <a:pt x="913" y="68"/>
                </a:lnTo>
                <a:lnTo>
                  <a:pt x="914" y="68"/>
                </a:lnTo>
                <a:lnTo>
                  <a:pt x="914" y="69"/>
                </a:lnTo>
                <a:lnTo>
                  <a:pt x="915" y="69"/>
                </a:lnTo>
                <a:lnTo>
                  <a:pt x="916" y="69"/>
                </a:lnTo>
                <a:lnTo>
                  <a:pt x="916" y="70"/>
                </a:lnTo>
                <a:lnTo>
                  <a:pt x="916" y="71"/>
                </a:lnTo>
                <a:lnTo>
                  <a:pt x="917" y="71"/>
                </a:lnTo>
                <a:lnTo>
                  <a:pt x="917" y="72"/>
                </a:lnTo>
                <a:lnTo>
                  <a:pt x="918" y="72"/>
                </a:lnTo>
                <a:lnTo>
                  <a:pt x="918" y="73"/>
                </a:lnTo>
                <a:lnTo>
                  <a:pt x="919" y="73"/>
                </a:lnTo>
                <a:lnTo>
                  <a:pt x="920" y="73"/>
                </a:lnTo>
                <a:lnTo>
                  <a:pt x="920" y="74"/>
                </a:lnTo>
                <a:lnTo>
                  <a:pt x="921" y="74"/>
                </a:lnTo>
                <a:lnTo>
                  <a:pt x="922" y="74"/>
                </a:lnTo>
                <a:lnTo>
                  <a:pt x="922" y="75"/>
                </a:lnTo>
                <a:lnTo>
                  <a:pt x="923" y="75"/>
                </a:lnTo>
                <a:lnTo>
                  <a:pt x="924" y="75"/>
                </a:lnTo>
                <a:lnTo>
                  <a:pt x="924" y="76"/>
                </a:lnTo>
                <a:lnTo>
                  <a:pt x="925" y="76"/>
                </a:lnTo>
                <a:lnTo>
                  <a:pt x="926" y="76"/>
                </a:lnTo>
                <a:lnTo>
                  <a:pt x="926" y="77"/>
                </a:lnTo>
                <a:lnTo>
                  <a:pt x="925" y="77"/>
                </a:lnTo>
                <a:lnTo>
                  <a:pt x="926" y="77"/>
                </a:lnTo>
                <a:lnTo>
                  <a:pt x="925" y="77"/>
                </a:lnTo>
                <a:lnTo>
                  <a:pt x="925" y="78"/>
                </a:lnTo>
                <a:lnTo>
                  <a:pt x="925" y="79"/>
                </a:lnTo>
                <a:lnTo>
                  <a:pt x="926" y="79"/>
                </a:lnTo>
                <a:lnTo>
                  <a:pt x="927" y="79"/>
                </a:lnTo>
                <a:lnTo>
                  <a:pt x="927" y="80"/>
                </a:lnTo>
                <a:lnTo>
                  <a:pt x="928" y="80"/>
                </a:lnTo>
                <a:lnTo>
                  <a:pt x="929" y="80"/>
                </a:lnTo>
                <a:lnTo>
                  <a:pt x="930" y="80"/>
                </a:lnTo>
                <a:lnTo>
                  <a:pt x="930" y="81"/>
                </a:lnTo>
                <a:lnTo>
                  <a:pt x="931" y="81"/>
                </a:lnTo>
                <a:lnTo>
                  <a:pt x="931" y="82"/>
                </a:lnTo>
                <a:lnTo>
                  <a:pt x="932" y="82"/>
                </a:lnTo>
                <a:lnTo>
                  <a:pt x="933" y="82"/>
                </a:lnTo>
                <a:lnTo>
                  <a:pt x="934" y="82"/>
                </a:lnTo>
                <a:lnTo>
                  <a:pt x="936" y="82"/>
                </a:lnTo>
                <a:lnTo>
                  <a:pt x="936" y="83"/>
                </a:lnTo>
                <a:lnTo>
                  <a:pt x="936" y="84"/>
                </a:lnTo>
                <a:lnTo>
                  <a:pt x="937" y="84"/>
                </a:lnTo>
                <a:lnTo>
                  <a:pt x="938" y="84"/>
                </a:lnTo>
                <a:lnTo>
                  <a:pt x="938" y="85"/>
                </a:lnTo>
                <a:lnTo>
                  <a:pt x="939" y="85"/>
                </a:lnTo>
                <a:lnTo>
                  <a:pt x="939" y="86"/>
                </a:lnTo>
                <a:lnTo>
                  <a:pt x="941" y="86"/>
                </a:lnTo>
                <a:lnTo>
                  <a:pt x="942" y="86"/>
                </a:lnTo>
                <a:lnTo>
                  <a:pt x="942" y="87"/>
                </a:lnTo>
                <a:lnTo>
                  <a:pt x="943" y="87"/>
                </a:lnTo>
                <a:lnTo>
                  <a:pt x="944" y="87"/>
                </a:lnTo>
                <a:lnTo>
                  <a:pt x="944" y="88"/>
                </a:lnTo>
                <a:lnTo>
                  <a:pt x="945" y="88"/>
                </a:lnTo>
                <a:lnTo>
                  <a:pt x="946" y="88"/>
                </a:lnTo>
                <a:lnTo>
                  <a:pt x="946" y="89"/>
                </a:lnTo>
                <a:lnTo>
                  <a:pt x="947" y="89"/>
                </a:lnTo>
                <a:lnTo>
                  <a:pt x="947" y="88"/>
                </a:lnTo>
                <a:lnTo>
                  <a:pt x="947" y="89"/>
                </a:lnTo>
                <a:lnTo>
                  <a:pt x="948" y="89"/>
                </a:lnTo>
                <a:lnTo>
                  <a:pt x="949" y="89"/>
                </a:lnTo>
                <a:lnTo>
                  <a:pt x="949" y="90"/>
                </a:lnTo>
                <a:lnTo>
                  <a:pt x="950" y="90"/>
                </a:lnTo>
                <a:lnTo>
                  <a:pt x="950" y="89"/>
                </a:lnTo>
                <a:lnTo>
                  <a:pt x="951" y="89"/>
                </a:lnTo>
                <a:lnTo>
                  <a:pt x="951" y="90"/>
                </a:lnTo>
                <a:lnTo>
                  <a:pt x="952" y="90"/>
                </a:lnTo>
                <a:lnTo>
                  <a:pt x="952" y="91"/>
                </a:lnTo>
                <a:lnTo>
                  <a:pt x="952" y="92"/>
                </a:lnTo>
                <a:lnTo>
                  <a:pt x="953" y="92"/>
                </a:lnTo>
                <a:lnTo>
                  <a:pt x="954" y="92"/>
                </a:lnTo>
                <a:lnTo>
                  <a:pt x="955" y="92"/>
                </a:lnTo>
                <a:lnTo>
                  <a:pt x="957" y="92"/>
                </a:lnTo>
                <a:lnTo>
                  <a:pt x="957" y="93"/>
                </a:lnTo>
                <a:lnTo>
                  <a:pt x="958" y="93"/>
                </a:lnTo>
                <a:lnTo>
                  <a:pt x="958" y="94"/>
                </a:lnTo>
                <a:lnTo>
                  <a:pt x="959" y="94"/>
                </a:lnTo>
                <a:lnTo>
                  <a:pt x="960" y="94"/>
                </a:lnTo>
                <a:lnTo>
                  <a:pt x="960" y="95"/>
                </a:lnTo>
                <a:lnTo>
                  <a:pt x="961" y="95"/>
                </a:lnTo>
                <a:lnTo>
                  <a:pt x="962" y="95"/>
                </a:lnTo>
                <a:lnTo>
                  <a:pt x="963" y="95"/>
                </a:lnTo>
                <a:lnTo>
                  <a:pt x="964" y="95"/>
                </a:lnTo>
                <a:lnTo>
                  <a:pt x="964" y="96"/>
                </a:lnTo>
                <a:lnTo>
                  <a:pt x="965" y="96"/>
                </a:lnTo>
                <a:lnTo>
                  <a:pt x="965" y="97"/>
                </a:lnTo>
                <a:lnTo>
                  <a:pt x="965" y="98"/>
                </a:lnTo>
                <a:lnTo>
                  <a:pt x="966" y="98"/>
                </a:lnTo>
                <a:lnTo>
                  <a:pt x="967" y="98"/>
                </a:lnTo>
                <a:lnTo>
                  <a:pt x="967" y="99"/>
                </a:lnTo>
                <a:lnTo>
                  <a:pt x="967" y="100"/>
                </a:lnTo>
                <a:lnTo>
                  <a:pt x="968" y="100"/>
                </a:lnTo>
                <a:lnTo>
                  <a:pt x="969" y="100"/>
                </a:lnTo>
                <a:lnTo>
                  <a:pt x="969" y="101"/>
                </a:lnTo>
                <a:lnTo>
                  <a:pt x="970" y="101"/>
                </a:lnTo>
                <a:lnTo>
                  <a:pt x="970" y="102"/>
                </a:lnTo>
                <a:lnTo>
                  <a:pt x="971" y="102"/>
                </a:lnTo>
                <a:lnTo>
                  <a:pt x="972" y="102"/>
                </a:lnTo>
                <a:lnTo>
                  <a:pt x="972" y="101"/>
                </a:lnTo>
                <a:lnTo>
                  <a:pt x="973" y="100"/>
                </a:lnTo>
                <a:lnTo>
                  <a:pt x="973" y="99"/>
                </a:lnTo>
                <a:lnTo>
                  <a:pt x="972" y="99"/>
                </a:lnTo>
                <a:lnTo>
                  <a:pt x="972" y="98"/>
                </a:lnTo>
                <a:lnTo>
                  <a:pt x="972" y="97"/>
                </a:lnTo>
                <a:lnTo>
                  <a:pt x="971" y="97"/>
                </a:lnTo>
                <a:lnTo>
                  <a:pt x="971" y="96"/>
                </a:lnTo>
                <a:lnTo>
                  <a:pt x="971" y="95"/>
                </a:lnTo>
                <a:lnTo>
                  <a:pt x="970" y="94"/>
                </a:lnTo>
                <a:lnTo>
                  <a:pt x="971" y="94"/>
                </a:lnTo>
                <a:lnTo>
                  <a:pt x="971" y="93"/>
                </a:lnTo>
                <a:lnTo>
                  <a:pt x="970" y="93"/>
                </a:lnTo>
                <a:lnTo>
                  <a:pt x="970" y="92"/>
                </a:lnTo>
                <a:lnTo>
                  <a:pt x="971" y="92"/>
                </a:lnTo>
                <a:lnTo>
                  <a:pt x="971" y="91"/>
                </a:lnTo>
                <a:lnTo>
                  <a:pt x="971" y="90"/>
                </a:lnTo>
                <a:lnTo>
                  <a:pt x="970" y="90"/>
                </a:lnTo>
                <a:lnTo>
                  <a:pt x="969" y="90"/>
                </a:lnTo>
                <a:lnTo>
                  <a:pt x="968" y="90"/>
                </a:lnTo>
                <a:lnTo>
                  <a:pt x="968" y="89"/>
                </a:lnTo>
                <a:lnTo>
                  <a:pt x="967" y="89"/>
                </a:lnTo>
                <a:lnTo>
                  <a:pt x="966" y="88"/>
                </a:lnTo>
                <a:lnTo>
                  <a:pt x="967" y="88"/>
                </a:lnTo>
                <a:lnTo>
                  <a:pt x="967" y="87"/>
                </a:lnTo>
                <a:lnTo>
                  <a:pt x="966" y="87"/>
                </a:lnTo>
                <a:lnTo>
                  <a:pt x="966" y="86"/>
                </a:lnTo>
                <a:lnTo>
                  <a:pt x="966" y="85"/>
                </a:lnTo>
                <a:lnTo>
                  <a:pt x="965" y="84"/>
                </a:lnTo>
                <a:lnTo>
                  <a:pt x="964" y="83"/>
                </a:lnTo>
                <a:lnTo>
                  <a:pt x="965" y="83"/>
                </a:lnTo>
                <a:lnTo>
                  <a:pt x="964" y="82"/>
                </a:lnTo>
                <a:lnTo>
                  <a:pt x="963" y="82"/>
                </a:lnTo>
                <a:lnTo>
                  <a:pt x="962" y="82"/>
                </a:lnTo>
                <a:lnTo>
                  <a:pt x="962" y="81"/>
                </a:lnTo>
                <a:lnTo>
                  <a:pt x="961" y="81"/>
                </a:lnTo>
                <a:lnTo>
                  <a:pt x="960" y="81"/>
                </a:lnTo>
                <a:lnTo>
                  <a:pt x="961" y="81"/>
                </a:lnTo>
                <a:lnTo>
                  <a:pt x="960" y="80"/>
                </a:lnTo>
                <a:lnTo>
                  <a:pt x="959" y="80"/>
                </a:lnTo>
                <a:lnTo>
                  <a:pt x="958" y="80"/>
                </a:lnTo>
                <a:lnTo>
                  <a:pt x="958" y="79"/>
                </a:lnTo>
                <a:lnTo>
                  <a:pt x="959" y="79"/>
                </a:lnTo>
                <a:lnTo>
                  <a:pt x="959" y="78"/>
                </a:lnTo>
                <a:lnTo>
                  <a:pt x="958" y="78"/>
                </a:lnTo>
                <a:lnTo>
                  <a:pt x="957" y="77"/>
                </a:lnTo>
                <a:lnTo>
                  <a:pt x="956" y="76"/>
                </a:lnTo>
                <a:lnTo>
                  <a:pt x="956" y="75"/>
                </a:lnTo>
                <a:lnTo>
                  <a:pt x="957" y="75"/>
                </a:lnTo>
                <a:lnTo>
                  <a:pt x="957" y="74"/>
                </a:lnTo>
                <a:lnTo>
                  <a:pt x="958" y="74"/>
                </a:lnTo>
                <a:lnTo>
                  <a:pt x="958" y="73"/>
                </a:lnTo>
                <a:lnTo>
                  <a:pt x="958" y="72"/>
                </a:lnTo>
                <a:lnTo>
                  <a:pt x="959" y="72"/>
                </a:lnTo>
                <a:lnTo>
                  <a:pt x="960" y="72"/>
                </a:lnTo>
                <a:lnTo>
                  <a:pt x="961" y="72"/>
                </a:lnTo>
                <a:lnTo>
                  <a:pt x="961" y="71"/>
                </a:lnTo>
                <a:lnTo>
                  <a:pt x="962" y="71"/>
                </a:lnTo>
                <a:lnTo>
                  <a:pt x="962" y="72"/>
                </a:lnTo>
                <a:lnTo>
                  <a:pt x="963" y="72"/>
                </a:lnTo>
                <a:lnTo>
                  <a:pt x="963" y="73"/>
                </a:lnTo>
                <a:lnTo>
                  <a:pt x="964" y="73"/>
                </a:lnTo>
                <a:lnTo>
                  <a:pt x="964" y="74"/>
                </a:lnTo>
                <a:lnTo>
                  <a:pt x="964" y="73"/>
                </a:lnTo>
                <a:lnTo>
                  <a:pt x="965" y="73"/>
                </a:lnTo>
                <a:lnTo>
                  <a:pt x="966" y="73"/>
                </a:lnTo>
                <a:lnTo>
                  <a:pt x="967" y="73"/>
                </a:lnTo>
                <a:lnTo>
                  <a:pt x="967" y="74"/>
                </a:lnTo>
                <a:lnTo>
                  <a:pt x="968" y="74"/>
                </a:lnTo>
                <a:lnTo>
                  <a:pt x="968" y="75"/>
                </a:lnTo>
                <a:lnTo>
                  <a:pt x="969" y="75"/>
                </a:lnTo>
                <a:lnTo>
                  <a:pt x="970" y="75"/>
                </a:lnTo>
                <a:lnTo>
                  <a:pt x="970" y="76"/>
                </a:lnTo>
                <a:lnTo>
                  <a:pt x="970" y="77"/>
                </a:lnTo>
                <a:lnTo>
                  <a:pt x="971" y="77"/>
                </a:lnTo>
                <a:lnTo>
                  <a:pt x="972" y="77"/>
                </a:lnTo>
                <a:lnTo>
                  <a:pt x="973" y="77"/>
                </a:lnTo>
                <a:lnTo>
                  <a:pt x="974" y="77"/>
                </a:lnTo>
                <a:lnTo>
                  <a:pt x="975" y="77"/>
                </a:lnTo>
                <a:lnTo>
                  <a:pt x="976" y="78"/>
                </a:lnTo>
                <a:lnTo>
                  <a:pt x="977" y="78"/>
                </a:lnTo>
                <a:lnTo>
                  <a:pt x="977" y="79"/>
                </a:lnTo>
                <a:lnTo>
                  <a:pt x="978" y="79"/>
                </a:lnTo>
                <a:lnTo>
                  <a:pt x="978" y="80"/>
                </a:lnTo>
                <a:lnTo>
                  <a:pt x="978" y="81"/>
                </a:lnTo>
                <a:lnTo>
                  <a:pt x="979" y="81"/>
                </a:lnTo>
                <a:lnTo>
                  <a:pt x="978" y="81"/>
                </a:lnTo>
                <a:lnTo>
                  <a:pt x="978" y="82"/>
                </a:lnTo>
                <a:lnTo>
                  <a:pt x="978" y="83"/>
                </a:lnTo>
                <a:lnTo>
                  <a:pt x="979" y="83"/>
                </a:lnTo>
                <a:lnTo>
                  <a:pt x="978" y="83"/>
                </a:lnTo>
                <a:lnTo>
                  <a:pt x="979" y="83"/>
                </a:lnTo>
                <a:lnTo>
                  <a:pt x="979" y="84"/>
                </a:lnTo>
                <a:lnTo>
                  <a:pt x="979" y="85"/>
                </a:lnTo>
                <a:lnTo>
                  <a:pt x="978" y="85"/>
                </a:lnTo>
                <a:lnTo>
                  <a:pt x="978" y="86"/>
                </a:lnTo>
                <a:lnTo>
                  <a:pt x="979" y="86"/>
                </a:lnTo>
                <a:lnTo>
                  <a:pt x="979" y="87"/>
                </a:lnTo>
                <a:lnTo>
                  <a:pt x="980" y="87"/>
                </a:lnTo>
                <a:lnTo>
                  <a:pt x="980" y="86"/>
                </a:lnTo>
                <a:lnTo>
                  <a:pt x="981" y="85"/>
                </a:lnTo>
                <a:lnTo>
                  <a:pt x="982" y="85"/>
                </a:lnTo>
                <a:lnTo>
                  <a:pt x="982" y="84"/>
                </a:lnTo>
                <a:lnTo>
                  <a:pt x="983" y="84"/>
                </a:lnTo>
                <a:lnTo>
                  <a:pt x="983" y="85"/>
                </a:lnTo>
                <a:lnTo>
                  <a:pt x="984" y="85"/>
                </a:lnTo>
                <a:lnTo>
                  <a:pt x="984" y="86"/>
                </a:lnTo>
                <a:lnTo>
                  <a:pt x="985" y="86"/>
                </a:lnTo>
                <a:lnTo>
                  <a:pt x="985" y="87"/>
                </a:lnTo>
                <a:lnTo>
                  <a:pt x="985" y="88"/>
                </a:lnTo>
                <a:lnTo>
                  <a:pt x="985" y="89"/>
                </a:lnTo>
                <a:lnTo>
                  <a:pt x="986" y="89"/>
                </a:lnTo>
                <a:lnTo>
                  <a:pt x="985" y="89"/>
                </a:lnTo>
                <a:lnTo>
                  <a:pt x="985" y="90"/>
                </a:lnTo>
                <a:lnTo>
                  <a:pt x="985" y="91"/>
                </a:lnTo>
                <a:lnTo>
                  <a:pt x="986" y="91"/>
                </a:lnTo>
                <a:lnTo>
                  <a:pt x="987" y="91"/>
                </a:lnTo>
                <a:lnTo>
                  <a:pt x="987" y="92"/>
                </a:lnTo>
                <a:lnTo>
                  <a:pt x="988" y="92"/>
                </a:lnTo>
                <a:lnTo>
                  <a:pt x="988" y="93"/>
                </a:lnTo>
                <a:lnTo>
                  <a:pt x="989" y="93"/>
                </a:lnTo>
                <a:lnTo>
                  <a:pt x="989" y="92"/>
                </a:lnTo>
                <a:lnTo>
                  <a:pt x="990" y="92"/>
                </a:lnTo>
                <a:lnTo>
                  <a:pt x="990" y="93"/>
                </a:lnTo>
                <a:lnTo>
                  <a:pt x="991" y="93"/>
                </a:lnTo>
                <a:lnTo>
                  <a:pt x="990" y="93"/>
                </a:lnTo>
                <a:lnTo>
                  <a:pt x="991" y="93"/>
                </a:lnTo>
                <a:lnTo>
                  <a:pt x="991" y="94"/>
                </a:lnTo>
                <a:lnTo>
                  <a:pt x="991" y="93"/>
                </a:lnTo>
                <a:lnTo>
                  <a:pt x="991" y="94"/>
                </a:lnTo>
                <a:lnTo>
                  <a:pt x="992" y="94"/>
                </a:lnTo>
                <a:lnTo>
                  <a:pt x="992" y="93"/>
                </a:lnTo>
                <a:lnTo>
                  <a:pt x="993" y="93"/>
                </a:lnTo>
                <a:lnTo>
                  <a:pt x="994" y="93"/>
                </a:lnTo>
                <a:lnTo>
                  <a:pt x="995" y="93"/>
                </a:lnTo>
                <a:lnTo>
                  <a:pt x="995" y="94"/>
                </a:lnTo>
                <a:lnTo>
                  <a:pt x="995" y="95"/>
                </a:lnTo>
                <a:lnTo>
                  <a:pt x="995" y="96"/>
                </a:lnTo>
                <a:lnTo>
                  <a:pt x="995" y="97"/>
                </a:lnTo>
                <a:lnTo>
                  <a:pt x="996" y="97"/>
                </a:lnTo>
                <a:lnTo>
                  <a:pt x="996" y="96"/>
                </a:lnTo>
                <a:lnTo>
                  <a:pt x="996" y="97"/>
                </a:lnTo>
                <a:lnTo>
                  <a:pt x="997" y="97"/>
                </a:lnTo>
                <a:lnTo>
                  <a:pt x="998" y="97"/>
                </a:lnTo>
                <a:lnTo>
                  <a:pt x="998" y="96"/>
                </a:lnTo>
                <a:lnTo>
                  <a:pt x="999" y="96"/>
                </a:lnTo>
                <a:lnTo>
                  <a:pt x="998" y="96"/>
                </a:lnTo>
                <a:lnTo>
                  <a:pt x="998" y="95"/>
                </a:lnTo>
                <a:lnTo>
                  <a:pt x="999" y="95"/>
                </a:lnTo>
                <a:lnTo>
                  <a:pt x="999" y="94"/>
                </a:lnTo>
                <a:lnTo>
                  <a:pt x="999" y="95"/>
                </a:lnTo>
                <a:lnTo>
                  <a:pt x="1000" y="95"/>
                </a:lnTo>
                <a:lnTo>
                  <a:pt x="1000" y="96"/>
                </a:lnTo>
                <a:lnTo>
                  <a:pt x="1000" y="95"/>
                </a:lnTo>
                <a:lnTo>
                  <a:pt x="1000" y="96"/>
                </a:lnTo>
                <a:lnTo>
                  <a:pt x="1001" y="96"/>
                </a:lnTo>
                <a:lnTo>
                  <a:pt x="1002" y="96"/>
                </a:lnTo>
                <a:lnTo>
                  <a:pt x="1003" y="96"/>
                </a:lnTo>
                <a:lnTo>
                  <a:pt x="1003" y="97"/>
                </a:lnTo>
                <a:lnTo>
                  <a:pt x="1004" y="97"/>
                </a:lnTo>
                <a:lnTo>
                  <a:pt x="1005" y="98"/>
                </a:lnTo>
                <a:lnTo>
                  <a:pt x="1005" y="99"/>
                </a:lnTo>
                <a:lnTo>
                  <a:pt x="1006" y="99"/>
                </a:lnTo>
                <a:lnTo>
                  <a:pt x="1006" y="98"/>
                </a:lnTo>
                <a:lnTo>
                  <a:pt x="1006" y="99"/>
                </a:lnTo>
                <a:lnTo>
                  <a:pt x="1007" y="99"/>
                </a:lnTo>
                <a:lnTo>
                  <a:pt x="1007" y="98"/>
                </a:lnTo>
                <a:lnTo>
                  <a:pt x="1008" y="98"/>
                </a:lnTo>
                <a:lnTo>
                  <a:pt x="1008" y="99"/>
                </a:lnTo>
                <a:lnTo>
                  <a:pt x="1009" y="99"/>
                </a:lnTo>
                <a:lnTo>
                  <a:pt x="1010" y="99"/>
                </a:lnTo>
                <a:lnTo>
                  <a:pt x="1010" y="98"/>
                </a:lnTo>
                <a:lnTo>
                  <a:pt x="1011" y="98"/>
                </a:lnTo>
                <a:lnTo>
                  <a:pt x="1011" y="97"/>
                </a:lnTo>
                <a:lnTo>
                  <a:pt x="1012" y="97"/>
                </a:lnTo>
                <a:lnTo>
                  <a:pt x="1013" y="97"/>
                </a:lnTo>
                <a:lnTo>
                  <a:pt x="1014" y="97"/>
                </a:lnTo>
                <a:lnTo>
                  <a:pt x="1015" y="97"/>
                </a:lnTo>
                <a:lnTo>
                  <a:pt x="1015" y="98"/>
                </a:lnTo>
                <a:lnTo>
                  <a:pt x="1016" y="98"/>
                </a:lnTo>
                <a:lnTo>
                  <a:pt x="1017" y="98"/>
                </a:lnTo>
                <a:lnTo>
                  <a:pt x="1018" y="98"/>
                </a:lnTo>
                <a:lnTo>
                  <a:pt x="1018" y="99"/>
                </a:lnTo>
                <a:lnTo>
                  <a:pt x="1019" y="99"/>
                </a:lnTo>
                <a:lnTo>
                  <a:pt x="1020" y="99"/>
                </a:lnTo>
                <a:lnTo>
                  <a:pt x="1020" y="98"/>
                </a:lnTo>
                <a:lnTo>
                  <a:pt x="1021" y="98"/>
                </a:lnTo>
                <a:lnTo>
                  <a:pt x="1021" y="99"/>
                </a:lnTo>
                <a:lnTo>
                  <a:pt x="1022" y="99"/>
                </a:lnTo>
                <a:lnTo>
                  <a:pt x="1023" y="99"/>
                </a:lnTo>
                <a:lnTo>
                  <a:pt x="1023" y="100"/>
                </a:lnTo>
                <a:lnTo>
                  <a:pt x="1023" y="99"/>
                </a:lnTo>
                <a:lnTo>
                  <a:pt x="1024" y="99"/>
                </a:lnTo>
                <a:lnTo>
                  <a:pt x="1024" y="100"/>
                </a:lnTo>
                <a:lnTo>
                  <a:pt x="1025" y="100"/>
                </a:lnTo>
                <a:lnTo>
                  <a:pt x="1025" y="101"/>
                </a:lnTo>
                <a:lnTo>
                  <a:pt x="1026" y="101"/>
                </a:lnTo>
                <a:lnTo>
                  <a:pt x="1026" y="102"/>
                </a:lnTo>
                <a:lnTo>
                  <a:pt x="1026" y="103"/>
                </a:lnTo>
                <a:lnTo>
                  <a:pt x="1027" y="103"/>
                </a:lnTo>
                <a:lnTo>
                  <a:pt x="1027" y="104"/>
                </a:lnTo>
                <a:lnTo>
                  <a:pt x="1028" y="105"/>
                </a:lnTo>
                <a:lnTo>
                  <a:pt x="1029" y="105"/>
                </a:lnTo>
                <a:lnTo>
                  <a:pt x="1029" y="106"/>
                </a:lnTo>
                <a:lnTo>
                  <a:pt x="1029" y="107"/>
                </a:lnTo>
                <a:lnTo>
                  <a:pt x="1030" y="107"/>
                </a:lnTo>
                <a:lnTo>
                  <a:pt x="1030" y="108"/>
                </a:lnTo>
                <a:lnTo>
                  <a:pt x="1031" y="108"/>
                </a:lnTo>
                <a:lnTo>
                  <a:pt x="1032" y="108"/>
                </a:lnTo>
                <a:lnTo>
                  <a:pt x="1032" y="109"/>
                </a:lnTo>
                <a:lnTo>
                  <a:pt x="1033" y="109"/>
                </a:lnTo>
                <a:lnTo>
                  <a:pt x="1034" y="109"/>
                </a:lnTo>
                <a:lnTo>
                  <a:pt x="1034" y="108"/>
                </a:lnTo>
                <a:lnTo>
                  <a:pt x="1035" y="108"/>
                </a:lnTo>
                <a:lnTo>
                  <a:pt x="1035" y="107"/>
                </a:lnTo>
                <a:lnTo>
                  <a:pt x="1036" y="107"/>
                </a:lnTo>
                <a:lnTo>
                  <a:pt x="1037" y="106"/>
                </a:lnTo>
                <a:lnTo>
                  <a:pt x="1038" y="106"/>
                </a:lnTo>
                <a:lnTo>
                  <a:pt x="1039" y="106"/>
                </a:lnTo>
                <a:lnTo>
                  <a:pt x="1039" y="107"/>
                </a:lnTo>
                <a:lnTo>
                  <a:pt x="1040" y="107"/>
                </a:lnTo>
                <a:lnTo>
                  <a:pt x="1041" y="108"/>
                </a:lnTo>
                <a:lnTo>
                  <a:pt x="1040" y="108"/>
                </a:lnTo>
                <a:lnTo>
                  <a:pt x="1040" y="109"/>
                </a:lnTo>
                <a:lnTo>
                  <a:pt x="1039" y="109"/>
                </a:lnTo>
                <a:lnTo>
                  <a:pt x="1039" y="110"/>
                </a:lnTo>
                <a:lnTo>
                  <a:pt x="1039" y="111"/>
                </a:lnTo>
                <a:lnTo>
                  <a:pt x="1039" y="112"/>
                </a:lnTo>
                <a:lnTo>
                  <a:pt x="1039" y="113"/>
                </a:lnTo>
                <a:lnTo>
                  <a:pt x="1039" y="114"/>
                </a:lnTo>
                <a:lnTo>
                  <a:pt x="1039" y="115"/>
                </a:lnTo>
                <a:lnTo>
                  <a:pt x="1038" y="116"/>
                </a:lnTo>
                <a:lnTo>
                  <a:pt x="1037" y="117"/>
                </a:lnTo>
                <a:lnTo>
                  <a:pt x="1036" y="118"/>
                </a:lnTo>
                <a:lnTo>
                  <a:pt x="1036" y="119"/>
                </a:lnTo>
                <a:lnTo>
                  <a:pt x="1036" y="120"/>
                </a:lnTo>
                <a:lnTo>
                  <a:pt x="1037" y="121"/>
                </a:lnTo>
                <a:lnTo>
                  <a:pt x="1037" y="122"/>
                </a:lnTo>
                <a:lnTo>
                  <a:pt x="1037" y="123"/>
                </a:lnTo>
                <a:lnTo>
                  <a:pt x="1038" y="123"/>
                </a:lnTo>
                <a:lnTo>
                  <a:pt x="1038" y="124"/>
                </a:lnTo>
                <a:lnTo>
                  <a:pt x="1039" y="124"/>
                </a:lnTo>
                <a:lnTo>
                  <a:pt x="1039" y="123"/>
                </a:lnTo>
                <a:lnTo>
                  <a:pt x="1040" y="123"/>
                </a:lnTo>
                <a:lnTo>
                  <a:pt x="1041" y="123"/>
                </a:lnTo>
                <a:lnTo>
                  <a:pt x="1041" y="124"/>
                </a:lnTo>
                <a:lnTo>
                  <a:pt x="1041" y="123"/>
                </a:lnTo>
                <a:lnTo>
                  <a:pt x="1042" y="123"/>
                </a:lnTo>
                <a:lnTo>
                  <a:pt x="1043" y="123"/>
                </a:lnTo>
                <a:lnTo>
                  <a:pt x="1044" y="123"/>
                </a:lnTo>
                <a:lnTo>
                  <a:pt x="1044" y="124"/>
                </a:lnTo>
                <a:lnTo>
                  <a:pt x="1045" y="124"/>
                </a:lnTo>
                <a:lnTo>
                  <a:pt x="1046" y="124"/>
                </a:lnTo>
                <a:lnTo>
                  <a:pt x="1046" y="125"/>
                </a:lnTo>
                <a:lnTo>
                  <a:pt x="1047" y="125"/>
                </a:lnTo>
                <a:lnTo>
                  <a:pt x="1047" y="126"/>
                </a:lnTo>
                <a:lnTo>
                  <a:pt x="1048" y="126"/>
                </a:lnTo>
                <a:lnTo>
                  <a:pt x="1048" y="127"/>
                </a:lnTo>
                <a:lnTo>
                  <a:pt x="1049" y="127"/>
                </a:lnTo>
                <a:lnTo>
                  <a:pt x="1049" y="126"/>
                </a:lnTo>
                <a:lnTo>
                  <a:pt x="1050" y="127"/>
                </a:lnTo>
                <a:lnTo>
                  <a:pt x="1050" y="128"/>
                </a:lnTo>
                <a:lnTo>
                  <a:pt x="1051" y="128"/>
                </a:lnTo>
                <a:lnTo>
                  <a:pt x="1052" y="128"/>
                </a:lnTo>
                <a:lnTo>
                  <a:pt x="1052" y="129"/>
                </a:lnTo>
                <a:lnTo>
                  <a:pt x="1053" y="129"/>
                </a:lnTo>
                <a:lnTo>
                  <a:pt x="1053" y="130"/>
                </a:lnTo>
                <a:lnTo>
                  <a:pt x="1054" y="130"/>
                </a:lnTo>
                <a:lnTo>
                  <a:pt x="1055" y="130"/>
                </a:lnTo>
                <a:lnTo>
                  <a:pt x="1055" y="129"/>
                </a:lnTo>
                <a:lnTo>
                  <a:pt x="1055" y="130"/>
                </a:lnTo>
                <a:lnTo>
                  <a:pt x="1056" y="130"/>
                </a:lnTo>
                <a:lnTo>
                  <a:pt x="1056" y="131"/>
                </a:lnTo>
                <a:lnTo>
                  <a:pt x="1056" y="132"/>
                </a:lnTo>
                <a:lnTo>
                  <a:pt x="1057" y="132"/>
                </a:lnTo>
                <a:lnTo>
                  <a:pt x="1057" y="133"/>
                </a:lnTo>
                <a:lnTo>
                  <a:pt x="1057" y="132"/>
                </a:lnTo>
                <a:lnTo>
                  <a:pt x="1057" y="133"/>
                </a:lnTo>
                <a:lnTo>
                  <a:pt x="1058" y="133"/>
                </a:lnTo>
                <a:lnTo>
                  <a:pt x="1058" y="134"/>
                </a:lnTo>
                <a:lnTo>
                  <a:pt x="1059" y="134"/>
                </a:lnTo>
                <a:lnTo>
                  <a:pt x="1059" y="135"/>
                </a:lnTo>
                <a:lnTo>
                  <a:pt x="1060" y="135"/>
                </a:lnTo>
                <a:lnTo>
                  <a:pt x="1060" y="136"/>
                </a:lnTo>
                <a:lnTo>
                  <a:pt x="1060" y="137"/>
                </a:lnTo>
                <a:lnTo>
                  <a:pt x="1061" y="137"/>
                </a:lnTo>
                <a:lnTo>
                  <a:pt x="1061" y="138"/>
                </a:lnTo>
                <a:lnTo>
                  <a:pt x="1061" y="137"/>
                </a:lnTo>
                <a:lnTo>
                  <a:pt x="1062" y="138"/>
                </a:lnTo>
                <a:lnTo>
                  <a:pt x="1063" y="138"/>
                </a:lnTo>
                <a:lnTo>
                  <a:pt x="1063" y="139"/>
                </a:lnTo>
                <a:lnTo>
                  <a:pt x="1064" y="139"/>
                </a:lnTo>
                <a:lnTo>
                  <a:pt x="1064" y="140"/>
                </a:lnTo>
                <a:lnTo>
                  <a:pt x="1066" y="140"/>
                </a:lnTo>
                <a:lnTo>
                  <a:pt x="1067" y="140"/>
                </a:lnTo>
                <a:lnTo>
                  <a:pt x="1068" y="140"/>
                </a:lnTo>
                <a:lnTo>
                  <a:pt x="1069" y="141"/>
                </a:lnTo>
                <a:lnTo>
                  <a:pt x="1070" y="141"/>
                </a:lnTo>
                <a:lnTo>
                  <a:pt x="1071" y="141"/>
                </a:lnTo>
                <a:lnTo>
                  <a:pt x="1072" y="141"/>
                </a:lnTo>
                <a:lnTo>
                  <a:pt x="1072" y="142"/>
                </a:lnTo>
                <a:lnTo>
                  <a:pt x="1073" y="142"/>
                </a:lnTo>
                <a:lnTo>
                  <a:pt x="1073" y="143"/>
                </a:lnTo>
                <a:lnTo>
                  <a:pt x="1074" y="143"/>
                </a:lnTo>
                <a:lnTo>
                  <a:pt x="1075" y="143"/>
                </a:lnTo>
                <a:lnTo>
                  <a:pt x="1075" y="144"/>
                </a:lnTo>
                <a:lnTo>
                  <a:pt x="1076" y="144"/>
                </a:lnTo>
                <a:lnTo>
                  <a:pt x="1077" y="144"/>
                </a:lnTo>
                <a:lnTo>
                  <a:pt x="1078" y="144"/>
                </a:lnTo>
                <a:lnTo>
                  <a:pt x="1078" y="145"/>
                </a:lnTo>
                <a:lnTo>
                  <a:pt x="1079" y="145"/>
                </a:lnTo>
                <a:lnTo>
                  <a:pt x="1080" y="145"/>
                </a:lnTo>
                <a:lnTo>
                  <a:pt x="1080" y="144"/>
                </a:lnTo>
                <a:lnTo>
                  <a:pt x="1080" y="143"/>
                </a:lnTo>
                <a:lnTo>
                  <a:pt x="1080" y="142"/>
                </a:lnTo>
                <a:lnTo>
                  <a:pt x="1081" y="142"/>
                </a:lnTo>
                <a:lnTo>
                  <a:pt x="1082" y="142"/>
                </a:lnTo>
                <a:lnTo>
                  <a:pt x="1082" y="141"/>
                </a:lnTo>
                <a:lnTo>
                  <a:pt x="1082" y="140"/>
                </a:lnTo>
                <a:lnTo>
                  <a:pt x="1083" y="140"/>
                </a:lnTo>
                <a:lnTo>
                  <a:pt x="1084" y="140"/>
                </a:lnTo>
                <a:lnTo>
                  <a:pt x="1084" y="139"/>
                </a:lnTo>
                <a:lnTo>
                  <a:pt x="1085" y="139"/>
                </a:lnTo>
                <a:lnTo>
                  <a:pt x="1085" y="138"/>
                </a:lnTo>
                <a:lnTo>
                  <a:pt x="1086" y="137"/>
                </a:lnTo>
                <a:lnTo>
                  <a:pt x="1086" y="138"/>
                </a:lnTo>
                <a:lnTo>
                  <a:pt x="1087" y="138"/>
                </a:lnTo>
                <a:lnTo>
                  <a:pt x="1088" y="138"/>
                </a:lnTo>
                <a:lnTo>
                  <a:pt x="1088" y="139"/>
                </a:lnTo>
                <a:lnTo>
                  <a:pt x="1089" y="139"/>
                </a:lnTo>
                <a:lnTo>
                  <a:pt x="1090" y="139"/>
                </a:lnTo>
                <a:lnTo>
                  <a:pt x="1091" y="139"/>
                </a:lnTo>
                <a:lnTo>
                  <a:pt x="1091" y="138"/>
                </a:lnTo>
                <a:lnTo>
                  <a:pt x="1091" y="139"/>
                </a:lnTo>
                <a:lnTo>
                  <a:pt x="1092" y="139"/>
                </a:lnTo>
                <a:lnTo>
                  <a:pt x="1093" y="139"/>
                </a:lnTo>
                <a:lnTo>
                  <a:pt x="1093" y="140"/>
                </a:lnTo>
                <a:lnTo>
                  <a:pt x="1094" y="140"/>
                </a:lnTo>
                <a:lnTo>
                  <a:pt x="1095" y="140"/>
                </a:lnTo>
                <a:lnTo>
                  <a:pt x="1095" y="141"/>
                </a:lnTo>
                <a:lnTo>
                  <a:pt x="1096" y="141"/>
                </a:lnTo>
                <a:lnTo>
                  <a:pt x="1097" y="141"/>
                </a:lnTo>
                <a:lnTo>
                  <a:pt x="1098" y="141"/>
                </a:lnTo>
                <a:lnTo>
                  <a:pt x="1099" y="141"/>
                </a:lnTo>
                <a:lnTo>
                  <a:pt x="1100" y="141"/>
                </a:lnTo>
                <a:lnTo>
                  <a:pt x="1100" y="142"/>
                </a:lnTo>
                <a:lnTo>
                  <a:pt x="1100" y="143"/>
                </a:lnTo>
                <a:lnTo>
                  <a:pt x="1101" y="143"/>
                </a:lnTo>
                <a:lnTo>
                  <a:pt x="1102" y="143"/>
                </a:lnTo>
                <a:lnTo>
                  <a:pt x="1102" y="144"/>
                </a:lnTo>
                <a:lnTo>
                  <a:pt x="1102" y="145"/>
                </a:lnTo>
                <a:lnTo>
                  <a:pt x="1103" y="145"/>
                </a:lnTo>
                <a:lnTo>
                  <a:pt x="1103" y="146"/>
                </a:lnTo>
                <a:lnTo>
                  <a:pt x="1104" y="147"/>
                </a:lnTo>
                <a:lnTo>
                  <a:pt x="1105" y="147"/>
                </a:lnTo>
                <a:lnTo>
                  <a:pt x="1105" y="148"/>
                </a:lnTo>
                <a:lnTo>
                  <a:pt x="1106" y="148"/>
                </a:lnTo>
                <a:lnTo>
                  <a:pt x="1106" y="149"/>
                </a:lnTo>
                <a:lnTo>
                  <a:pt x="1107" y="149"/>
                </a:lnTo>
                <a:lnTo>
                  <a:pt x="1106" y="149"/>
                </a:lnTo>
                <a:lnTo>
                  <a:pt x="1106" y="150"/>
                </a:lnTo>
                <a:lnTo>
                  <a:pt x="1105" y="150"/>
                </a:lnTo>
                <a:lnTo>
                  <a:pt x="1105" y="151"/>
                </a:lnTo>
                <a:lnTo>
                  <a:pt x="1106" y="151"/>
                </a:lnTo>
                <a:lnTo>
                  <a:pt x="1106" y="152"/>
                </a:lnTo>
                <a:lnTo>
                  <a:pt x="1107" y="152"/>
                </a:lnTo>
                <a:lnTo>
                  <a:pt x="1108" y="152"/>
                </a:lnTo>
                <a:lnTo>
                  <a:pt x="1109" y="152"/>
                </a:lnTo>
                <a:lnTo>
                  <a:pt x="1109" y="153"/>
                </a:lnTo>
                <a:lnTo>
                  <a:pt x="1110" y="153"/>
                </a:lnTo>
                <a:lnTo>
                  <a:pt x="1111" y="153"/>
                </a:lnTo>
                <a:lnTo>
                  <a:pt x="1112" y="153"/>
                </a:lnTo>
                <a:lnTo>
                  <a:pt x="1112" y="154"/>
                </a:lnTo>
                <a:lnTo>
                  <a:pt x="1113" y="154"/>
                </a:lnTo>
                <a:lnTo>
                  <a:pt x="1114" y="154"/>
                </a:lnTo>
                <a:lnTo>
                  <a:pt x="1115" y="154"/>
                </a:lnTo>
                <a:lnTo>
                  <a:pt x="1115" y="155"/>
                </a:lnTo>
                <a:lnTo>
                  <a:pt x="1116" y="155"/>
                </a:lnTo>
                <a:lnTo>
                  <a:pt x="1117" y="155"/>
                </a:lnTo>
                <a:lnTo>
                  <a:pt x="1118" y="155"/>
                </a:lnTo>
                <a:lnTo>
                  <a:pt x="1118" y="156"/>
                </a:lnTo>
                <a:lnTo>
                  <a:pt x="1119" y="156"/>
                </a:lnTo>
                <a:lnTo>
                  <a:pt x="1120" y="156"/>
                </a:lnTo>
                <a:lnTo>
                  <a:pt x="1120" y="157"/>
                </a:lnTo>
                <a:lnTo>
                  <a:pt x="1119" y="157"/>
                </a:lnTo>
                <a:lnTo>
                  <a:pt x="1119" y="159"/>
                </a:lnTo>
                <a:lnTo>
                  <a:pt x="1120" y="159"/>
                </a:lnTo>
                <a:lnTo>
                  <a:pt x="1119" y="159"/>
                </a:lnTo>
                <a:lnTo>
                  <a:pt x="1120" y="159"/>
                </a:lnTo>
                <a:lnTo>
                  <a:pt x="1121" y="159"/>
                </a:lnTo>
                <a:lnTo>
                  <a:pt x="1122" y="159"/>
                </a:lnTo>
                <a:lnTo>
                  <a:pt x="1123" y="159"/>
                </a:lnTo>
                <a:lnTo>
                  <a:pt x="1123" y="158"/>
                </a:lnTo>
                <a:lnTo>
                  <a:pt x="1124" y="158"/>
                </a:lnTo>
                <a:lnTo>
                  <a:pt x="1124" y="159"/>
                </a:lnTo>
                <a:lnTo>
                  <a:pt x="1124" y="158"/>
                </a:lnTo>
                <a:lnTo>
                  <a:pt x="1125" y="158"/>
                </a:lnTo>
                <a:lnTo>
                  <a:pt x="1125" y="157"/>
                </a:lnTo>
                <a:lnTo>
                  <a:pt x="1125" y="156"/>
                </a:lnTo>
                <a:lnTo>
                  <a:pt x="1126" y="155"/>
                </a:lnTo>
                <a:lnTo>
                  <a:pt x="1127" y="155"/>
                </a:lnTo>
                <a:lnTo>
                  <a:pt x="1127" y="154"/>
                </a:lnTo>
                <a:lnTo>
                  <a:pt x="1128" y="154"/>
                </a:lnTo>
                <a:lnTo>
                  <a:pt x="1129" y="154"/>
                </a:lnTo>
                <a:lnTo>
                  <a:pt x="1129" y="153"/>
                </a:lnTo>
                <a:lnTo>
                  <a:pt x="1130" y="152"/>
                </a:lnTo>
                <a:lnTo>
                  <a:pt x="1131" y="152"/>
                </a:lnTo>
                <a:lnTo>
                  <a:pt x="1132" y="152"/>
                </a:lnTo>
                <a:lnTo>
                  <a:pt x="1133" y="152"/>
                </a:lnTo>
                <a:lnTo>
                  <a:pt x="1134" y="152"/>
                </a:lnTo>
                <a:lnTo>
                  <a:pt x="1135" y="152"/>
                </a:lnTo>
                <a:lnTo>
                  <a:pt x="1136" y="152"/>
                </a:lnTo>
                <a:lnTo>
                  <a:pt x="1136" y="153"/>
                </a:lnTo>
                <a:lnTo>
                  <a:pt x="1137" y="153"/>
                </a:lnTo>
                <a:lnTo>
                  <a:pt x="1138" y="154"/>
                </a:lnTo>
                <a:lnTo>
                  <a:pt x="1138" y="155"/>
                </a:lnTo>
                <a:lnTo>
                  <a:pt x="1139" y="156"/>
                </a:lnTo>
                <a:lnTo>
                  <a:pt x="1140" y="156"/>
                </a:lnTo>
                <a:lnTo>
                  <a:pt x="1140" y="157"/>
                </a:lnTo>
                <a:lnTo>
                  <a:pt x="1139" y="157"/>
                </a:lnTo>
                <a:lnTo>
                  <a:pt x="1139" y="158"/>
                </a:lnTo>
                <a:lnTo>
                  <a:pt x="1140" y="159"/>
                </a:lnTo>
                <a:lnTo>
                  <a:pt x="1141" y="160"/>
                </a:lnTo>
                <a:lnTo>
                  <a:pt x="1140" y="160"/>
                </a:lnTo>
                <a:lnTo>
                  <a:pt x="1140" y="161"/>
                </a:lnTo>
                <a:lnTo>
                  <a:pt x="1139" y="162"/>
                </a:lnTo>
                <a:lnTo>
                  <a:pt x="1140" y="162"/>
                </a:lnTo>
                <a:lnTo>
                  <a:pt x="1140" y="163"/>
                </a:lnTo>
                <a:lnTo>
                  <a:pt x="1141" y="163"/>
                </a:lnTo>
                <a:lnTo>
                  <a:pt x="1142" y="164"/>
                </a:lnTo>
                <a:lnTo>
                  <a:pt x="1142" y="165"/>
                </a:lnTo>
                <a:lnTo>
                  <a:pt x="1142" y="166"/>
                </a:lnTo>
                <a:lnTo>
                  <a:pt x="1143" y="166"/>
                </a:lnTo>
                <a:lnTo>
                  <a:pt x="1143" y="167"/>
                </a:lnTo>
                <a:lnTo>
                  <a:pt x="1144" y="167"/>
                </a:lnTo>
                <a:lnTo>
                  <a:pt x="1145" y="168"/>
                </a:lnTo>
                <a:lnTo>
                  <a:pt x="1146" y="168"/>
                </a:lnTo>
                <a:lnTo>
                  <a:pt x="1146" y="169"/>
                </a:lnTo>
                <a:lnTo>
                  <a:pt x="1147" y="170"/>
                </a:lnTo>
                <a:lnTo>
                  <a:pt x="1148" y="170"/>
                </a:lnTo>
                <a:lnTo>
                  <a:pt x="1148" y="171"/>
                </a:lnTo>
                <a:lnTo>
                  <a:pt x="1147" y="171"/>
                </a:lnTo>
                <a:lnTo>
                  <a:pt x="1147" y="172"/>
                </a:lnTo>
                <a:lnTo>
                  <a:pt x="1147" y="173"/>
                </a:lnTo>
                <a:lnTo>
                  <a:pt x="1147" y="174"/>
                </a:lnTo>
                <a:lnTo>
                  <a:pt x="1146" y="174"/>
                </a:lnTo>
                <a:lnTo>
                  <a:pt x="1146" y="176"/>
                </a:lnTo>
                <a:lnTo>
                  <a:pt x="1145" y="176"/>
                </a:lnTo>
                <a:lnTo>
                  <a:pt x="1145" y="177"/>
                </a:lnTo>
                <a:lnTo>
                  <a:pt x="1146" y="177"/>
                </a:lnTo>
                <a:lnTo>
                  <a:pt x="1147" y="177"/>
                </a:lnTo>
                <a:lnTo>
                  <a:pt x="1148" y="177"/>
                </a:lnTo>
                <a:lnTo>
                  <a:pt x="1149" y="178"/>
                </a:lnTo>
                <a:lnTo>
                  <a:pt x="1150" y="178"/>
                </a:lnTo>
                <a:lnTo>
                  <a:pt x="1151" y="178"/>
                </a:lnTo>
                <a:lnTo>
                  <a:pt x="1151" y="179"/>
                </a:lnTo>
                <a:lnTo>
                  <a:pt x="1152" y="179"/>
                </a:lnTo>
                <a:lnTo>
                  <a:pt x="1152" y="180"/>
                </a:lnTo>
                <a:lnTo>
                  <a:pt x="1153" y="181"/>
                </a:lnTo>
                <a:lnTo>
                  <a:pt x="1153" y="182"/>
                </a:lnTo>
                <a:lnTo>
                  <a:pt x="1153" y="183"/>
                </a:lnTo>
                <a:lnTo>
                  <a:pt x="1154" y="183"/>
                </a:lnTo>
                <a:lnTo>
                  <a:pt x="1156" y="184"/>
                </a:lnTo>
                <a:lnTo>
                  <a:pt x="1157" y="184"/>
                </a:lnTo>
                <a:lnTo>
                  <a:pt x="1158" y="184"/>
                </a:lnTo>
                <a:lnTo>
                  <a:pt x="1159" y="184"/>
                </a:lnTo>
                <a:lnTo>
                  <a:pt x="1159" y="185"/>
                </a:lnTo>
                <a:lnTo>
                  <a:pt x="1160" y="186"/>
                </a:lnTo>
                <a:lnTo>
                  <a:pt x="1161" y="186"/>
                </a:lnTo>
                <a:lnTo>
                  <a:pt x="1162" y="186"/>
                </a:lnTo>
                <a:lnTo>
                  <a:pt x="1163" y="186"/>
                </a:lnTo>
                <a:lnTo>
                  <a:pt x="1163" y="187"/>
                </a:lnTo>
                <a:lnTo>
                  <a:pt x="1163" y="188"/>
                </a:lnTo>
                <a:lnTo>
                  <a:pt x="1164" y="189"/>
                </a:lnTo>
                <a:lnTo>
                  <a:pt x="1165" y="190"/>
                </a:lnTo>
                <a:lnTo>
                  <a:pt x="1167" y="191"/>
                </a:lnTo>
                <a:lnTo>
                  <a:pt x="1169" y="192"/>
                </a:lnTo>
                <a:lnTo>
                  <a:pt x="1169" y="193"/>
                </a:lnTo>
                <a:lnTo>
                  <a:pt x="1170" y="193"/>
                </a:lnTo>
                <a:lnTo>
                  <a:pt x="1171" y="193"/>
                </a:lnTo>
                <a:lnTo>
                  <a:pt x="1172" y="193"/>
                </a:lnTo>
                <a:lnTo>
                  <a:pt x="1172" y="194"/>
                </a:lnTo>
                <a:lnTo>
                  <a:pt x="1173" y="194"/>
                </a:lnTo>
                <a:lnTo>
                  <a:pt x="1174" y="194"/>
                </a:lnTo>
                <a:lnTo>
                  <a:pt x="1175" y="195"/>
                </a:lnTo>
                <a:lnTo>
                  <a:pt x="1174" y="196"/>
                </a:lnTo>
                <a:lnTo>
                  <a:pt x="1175" y="197"/>
                </a:lnTo>
                <a:lnTo>
                  <a:pt x="1176" y="198"/>
                </a:lnTo>
                <a:lnTo>
                  <a:pt x="1177" y="198"/>
                </a:lnTo>
                <a:lnTo>
                  <a:pt x="1177" y="199"/>
                </a:lnTo>
                <a:lnTo>
                  <a:pt x="1177" y="200"/>
                </a:lnTo>
                <a:lnTo>
                  <a:pt x="1177" y="201"/>
                </a:lnTo>
                <a:lnTo>
                  <a:pt x="1178" y="201"/>
                </a:lnTo>
                <a:lnTo>
                  <a:pt x="1179" y="201"/>
                </a:lnTo>
                <a:lnTo>
                  <a:pt x="1179" y="202"/>
                </a:lnTo>
                <a:lnTo>
                  <a:pt x="1180" y="202"/>
                </a:lnTo>
                <a:lnTo>
                  <a:pt x="1180" y="203"/>
                </a:lnTo>
                <a:lnTo>
                  <a:pt x="1182" y="204"/>
                </a:lnTo>
                <a:lnTo>
                  <a:pt x="1183" y="204"/>
                </a:lnTo>
                <a:lnTo>
                  <a:pt x="1184" y="204"/>
                </a:lnTo>
                <a:lnTo>
                  <a:pt x="1185" y="204"/>
                </a:lnTo>
                <a:lnTo>
                  <a:pt x="1185" y="205"/>
                </a:lnTo>
                <a:lnTo>
                  <a:pt x="1185" y="206"/>
                </a:lnTo>
                <a:lnTo>
                  <a:pt x="1186" y="206"/>
                </a:lnTo>
                <a:lnTo>
                  <a:pt x="1187" y="206"/>
                </a:lnTo>
                <a:lnTo>
                  <a:pt x="1187" y="207"/>
                </a:lnTo>
                <a:lnTo>
                  <a:pt x="1187" y="208"/>
                </a:lnTo>
                <a:lnTo>
                  <a:pt x="1188" y="209"/>
                </a:lnTo>
                <a:lnTo>
                  <a:pt x="1190" y="209"/>
                </a:lnTo>
                <a:lnTo>
                  <a:pt x="1190" y="208"/>
                </a:lnTo>
                <a:lnTo>
                  <a:pt x="1191" y="209"/>
                </a:lnTo>
                <a:lnTo>
                  <a:pt x="1191" y="210"/>
                </a:lnTo>
                <a:lnTo>
                  <a:pt x="1191" y="211"/>
                </a:lnTo>
                <a:lnTo>
                  <a:pt x="1192" y="212"/>
                </a:lnTo>
                <a:lnTo>
                  <a:pt x="1193" y="213"/>
                </a:lnTo>
                <a:lnTo>
                  <a:pt x="1194" y="214"/>
                </a:lnTo>
                <a:lnTo>
                  <a:pt x="1194" y="215"/>
                </a:lnTo>
                <a:lnTo>
                  <a:pt x="1194" y="216"/>
                </a:lnTo>
                <a:lnTo>
                  <a:pt x="1193" y="216"/>
                </a:lnTo>
                <a:lnTo>
                  <a:pt x="1192" y="216"/>
                </a:lnTo>
                <a:lnTo>
                  <a:pt x="1190" y="216"/>
                </a:lnTo>
                <a:lnTo>
                  <a:pt x="1189" y="216"/>
                </a:lnTo>
                <a:lnTo>
                  <a:pt x="1188" y="216"/>
                </a:lnTo>
                <a:lnTo>
                  <a:pt x="1187" y="217"/>
                </a:lnTo>
                <a:lnTo>
                  <a:pt x="1186" y="217"/>
                </a:lnTo>
                <a:lnTo>
                  <a:pt x="1185" y="217"/>
                </a:lnTo>
                <a:lnTo>
                  <a:pt x="1184" y="217"/>
                </a:lnTo>
                <a:lnTo>
                  <a:pt x="1183" y="217"/>
                </a:lnTo>
                <a:lnTo>
                  <a:pt x="1182" y="217"/>
                </a:lnTo>
                <a:lnTo>
                  <a:pt x="1181" y="217"/>
                </a:lnTo>
                <a:lnTo>
                  <a:pt x="1180" y="218"/>
                </a:lnTo>
                <a:lnTo>
                  <a:pt x="1180" y="219"/>
                </a:lnTo>
                <a:lnTo>
                  <a:pt x="1181" y="219"/>
                </a:lnTo>
                <a:lnTo>
                  <a:pt x="1181" y="220"/>
                </a:lnTo>
                <a:lnTo>
                  <a:pt x="1181" y="221"/>
                </a:lnTo>
                <a:lnTo>
                  <a:pt x="1181" y="222"/>
                </a:lnTo>
                <a:lnTo>
                  <a:pt x="1181" y="223"/>
                </a:lnTo>
                <a:lnTo>
                  <a:pt x="1182" y="224"/>
                </a:lnTo>
                <a:lnTo>
                  <a:pt x="1180" y="225"/>
                </a:lnTo>
                <a:lnTo>
                  <a:pt x="1180" y="226"/>
                </a:lnTo>
                <a:lnTo>
                  <a:pt x="1179" y="227"/>
                </a:lnTo>
                <a:lnTo>
                  <a:pt x="1178" y="227"/>
                </a:lnTo>
                <a:lnTo>
                  <a:pt x="1178" y="228"/>
                </a:lnTo>
                <a:lnTo>
                  <a:pt x="1178" y="229"/>
                </a:lnTo>
                <a:lnTo>
                  <a:pt x="1177" y="229"/>
                </a:lnTo>
                <a:lnTo>
                  <a:pt x="1177" y="230"/>
                </a:lnTo>
                <a:lnTo>
                  <a:pt x="1178" y="230"/>
                </a:lnTo>
                <a:lnTo>
                  <a:pt x="1178" y="231"/>
                </a:lnTo>
                <a:lnTo>
                  <a:pt x="1179" y="231"/>
                </a:lnTo>
                <a:lnTo>
                  <a:pt x="1180" y="231"/>
                </a:lnTo>
                <a:lnTo>
                  <a:pt x="1181" y="231"/>
                </a:lnTo>
                <a:lnTo>
                  <a:pt x="1181" y="232"/>
                </a:lnTo>
                <a:lnTo>
                  <a:pt x="1182" y="232"/>
                </a:lnTo>
                <a:lnTo>
                  <a:pt x="1182" y="233"/>
                </a:lnTo>
                <a:lnTo>
                  <a:pt x="1183" y="233"/>
                </a:lnTo>
                <a:lnTo>
                  <a:pt x="1183" y="232"/>
                </a:lnTo>
                <a:lnTo>
                  <a:pt x="1183" y="233"/>
                </a:lnTo>
                <a:lnTo>
                  <a:pt x="1184" y="234"/>
                </a:lnTo>
                <a:lnTo>
                  <a:pt x="1185" y="234"/>
                </a:lnTo>
                <a:lnTo>
                  <a:pt x="1186" y="234"/>
                </a:lnTo>
                <a:lnTo>
                  <a:pt x="1187" y="234"/>
                </a:lnTo>
                <a:lnTo>
                  <a:pt x="1187" y="235"/>
                </a:lnTo>
                <a:lnTo>
                  <a:pt x="1187" y="236"/>
                </a:lnTo>
                <a:lnTo>
                  <a:pt x="1187" y="237"/>
                </a:lnTo>
                <a:lnTo>
                  <a:pt x="1188" y="238"/>
                </a:lnTo>
                <a:lnTo>
                  <a:pt x="1189" y="239"/>
                </a:lnTo>
                <a:lnTo>
                  <a:pt x="1189" y="240"/>
                </a:lnTo>
                <a:lnTo>
                  <a:pt x="1190" y="240"/>
                </a:lnTo>
                <a:lnTo>
                  <a:pt x="1191" y="240"/>
                </a:lnTo>
                <a:lnTo>
                  <a:pt x="1192" y="240"/>
                </a:lnTo>
                <a:lnTo>
                  <a:pt x="1193" y="241"/>
                </a:lnTo>
                <a:lnTo>
                  <a:pt x="1194" y="241"/>
                </a:lnTo>
                <a:lnTo>
                  <a:pt x="1194" y="242"/>
                </a:lnTo>
                <a:lnTo>
                  <a:pt x="1195" y="243"/>
                </a:lnTo>
                <a:lnTo>
                  <a:pt x="1195" y="244"/>
                </a:lnTo>
                <a:lnTo>
                  <a:pt x="1196" y="244"/>
                </a:lnTo>
                <a:lnTo>
                  <a:pt x="1195" y="244"/>
                </a:lnTo>
                <a:lnTo>
                  <a:pt x="1196" y="244"/>
                </a:lnTo>
                <a:lnTo>
                  <a:pt x="1196" y="245"/>
                </a:lnTo>
                <a:lnTo>
                  <a:pt x="1197" y="246"/>
                </a:lnTo>
                <a:lnTo>
                  <a:pt x="1198" y="246"/>
                </a:lnTo>
                <a:lnTo>
                  <a:pt x="1199" y="247"/>
                </a:lnTo>
                <a:lnTo>
                  <a:pt x="1200" y="248"/>
                </a:lnTo>
                <a:lnTo>
                  <a:pt x="1200" y="250"/>
                </a:lnTo>
                <a:lnTo>
                  <a:pt x="1201" y="251"/>
                </a:lnTo>
                <a:lnTo>
                  <a:pt x="1200" y="251"/>
                </a:lnTo>
                <a:lnTo>
                  <a:pt x="1199" y="250"/>
                </a:lnTo>
                <a:lnTo>
                  <a:pt x="1198" y="250"/>
                </a:lnTo>
                <a:lnTo>
                  <a:pt x="1198" y="251"/>
                </a:lnTo>
                <a:lnTo>
                  <a:pt x="1198" y="252"/>
                </a:lnTo>
                <a:lnTo>
                  <a:pt x="1197" y="252"/>
                </a:lnTo>
                <a:lnTo>
                  <a:pt x="1196" y="253"/>
                </a:lnTo>
                <a:lnTo>
                  <a:pt x="1195" y="253"/>
                </a:lnTo>
                <a:lnTo>
                  <a:pt x="1195" y="254"/>
                </a:lnTo>
                <a:lnTo>
                  <a:pt x="1194" y="254"/>
                </a:lnTo>
                <a:lnTo>
                  <a:pt x="1193" y="254"/>
                </a:lnTo>
                <a:lnTo>
                  <a:pt x="1192" y="254"/>
                </a:lnTo>
                <a:lnTo>
                  <a:pt x="1191" y="254"/>
                </a:lnTo>
                <a:lnTo>
                  <a:pt x="1191" y="255"/>
                </a:lnTo>
                <a:lnTo>
                  <a:pt x="1191" y="256"/>
                </a:lnTo>
                <a:lnTo>
                  <a:pt x="1191" y="257"/>
                </a:lnTo>
                <a:lnTo>
                  <a:pt x="1191" y="258"/>
                </a:lnTo>
                <a:lnTo>
                  <a:pt x="1191" y="259"/>
                </a:lnTo>
                <a:lnTo>
                  <a:pt x="1191" y="260"/>
                </a:lnTo>
                <a:lnTo>
                  <a:pt x="1191" y="261"/>
                </a:lnTo>
                <a:lnTo>
                  <a:pt x="1192" y="261"/>
                </a:lnTo>
                <a:lnTo>
                  <a:pt x="1193" y="262"/>
                </a:lnTo>
                <a:lnTo>
                  <a:pt x="1193" y="263"/>
                </a:lnTo>
                <a:lnTo>
                  <a:pt x="1195" y="264"/>
                </a:lnTo>
                <a:lnTo>
                  <a:pt x="1196" y="265"/>
                </a:lnTo>
                <a:lnTo>
                  <a:pt x="1197" y="265"/>
                </a:lnTo>
                <a:lnTo>
                  <a:pt x="1198" y="266"/>
                </a:lnTo>
                <a:lnTo>
                  <a:pt x="1199" y="266"/>
                </a:lnTo>
                <a:lnTo>
                  <a:pt x="1201" y="266"/>
                </a:lnTo>
                <a:lnTo>
                  <a:pt x="1201" y="267"/>
                </a:lnTo>
                <a:lnTo>
                  <a:pt x="1202" y="267"/>
                </a:lnTo>
                <a:lnTo>
                  <a:pt x="1201" y="267"/>
                </a:lnTo>
                <a:lnTo>
                  <a:pt x="1201" y="268"/>
                </a:lnTo>
                <a:lnTo>
                  <a:pt x="1202" y="269"/>
                </a:lnTo>
                <a:lnTo>
                  <a:pt x="1203" y="269"/>
                </a:lnTo>
                <a:lnTo>
                  <a:pt x="1203" y="270"/>
                </a:lnTo>
                <a:lnTo>
                  <a:pt x="1204" y="270"/>
                </a:lnTo>
                <a:lnTo>
                  <a:pt x="1205" y="270"/>
                </a:lnTo>
                <a:lnTo>
                  <a:pt x="1205" y="271"/>
                </a:lnTo>
                <a:lnTo>
                  <a:pt x="1204" y="271"/>
                </a:lnTo>
                <a:lnTo>
                  <a:pt x="1203" y="271"/>
                </a:lnTo>
                <a:lnTo>
                  <a:pt x="1203" y="272"/>
                </a:lnTo>
                <a:lnTo>
                  <a:pt x="1203" y="274"/>
                </a:lnTo>
                <a:lnTo>
                  <a:pt x="1204" y="276"/>
                </a:lnTo>
                <a:lnTo>
                  <a:pt x="1205" y="276"/>
                </a:lnTo>
                <a:lnTo>
                  <a:pt x="1206" y="276"/>
                </a:lnTo>
                <a:lnTo>
                  <a:pt x="1206" y="277"/>
                </a:lnTo>
                <a:lnTo>
                  <a:pt x="1207" y="278"/>
                </a:lnTo>
                <a:lnTo>
                  <a:pt x="1208" y="278"/>
                </a:lnTo>
                <a:lnTo>
                  <a:pt x="1208" y="279"/>
                </a:lnTo>
                <a:lnTo>
                  <a:pt x="1208" y="280"/>
                </a:lnTo>
                <a:lnTo>
                  <a:pt x="1207" y="280"/>
                </a:lnTo>
                <a:lnTo>
                  <a:pt x="1207" y="281"/>
                </a:lnTo>
                <a:lnTo>
                  <a:pt x="1206" y="281"/>
                </a:lnTo>
                <a:lnTo>
                  <a:pt x="1205" y="282"/>
                </a:lnTo>
                <a:lnTo>
                  <a:pt x="1206" y="283"/>
                </a:lnTo>
                <a:lnTo>
                  <a:pt x="1207" y="283"/>
                </a:lnTo>
                <a:lnTo>
                  <a:pt x="1207" y="284"/>
                </a:lnTo>
                <a:lnTo>
                  <a:pt x="1207" y="285"/>
                </a:lnTo>
                <a:lnTo>
                  <a:pt x="1208" y="286"/>
                </a:lnTo>
                <a:lnTo>
                  <a:pt x="1209" y="286"/>
                </a:lnTo>
                <a:lnTo>
                  <a:pt x="1209" y="287"/>
                </a:lnTo>
                <a:lnTo>
                  <a:pt x="1209" y="288"/>
                </a:lnTo>
                <a:lnTo>
                  <a:pt x="1211" y="288"/>
                </a:lnTo>
                <a:lnTo>
                  <a:pt x="1210" y="289"/>
                </a:lnTo>
                <a:lnTo>
                  <a:pt x="1210" y="290"/>
                </a:lnTo>
                <a:lnTo>
                  <a:pt x="1210" y="291"/>
                </a:lnTo>
                <a:lnTo>
                  <a:pt x="1211" y="291"/>
                </a:lnTo>
                <a:lnTo>
                  <a:pt x="1211" y="292"/>
                </a:lnTo>
                <a:lnTo>
                  <a:pt x="1211" y="293"/>
                </a:lnTo>
                <a:lnTo>
                  <a:pt x="1211" y="294"/>
                </a:lnTo>
                <a:lnTo>
                  <a:pt x="1212" y="294"/>
                </a:lnTo>
                <a:lnTo>
                  <a:pt x="1212" y="295"/>
                </a:lnTo>
                <a:lnTo>
                  <a:pt x="1213" y="295"/>
                </a:lnTo>
                <a:lnTo>
                  <a:pt x="1214" y="296"/>
                </a:lnTo>
                <a:lnTo>
                  <a:pt x="1215" y="295"/>
                </a:lnTo>
                <a:lnTo>
                  <a:pt x="1216" y="295"/>
                </a:lnTo>
                <a:lnTo>
                  <a:pt x="1216" y="296"/>
                </a:lnTo>
                <a:lnTo>
                  <a:pt x="1217" y="296"/>
                </a:lnTo>
                <a:lnTo>
                  <a:pt x="1218" y="296"/>
                </a:lnTo>
                <a:lnTo>
                  <a:pt x="1218" y="297"/>
                </a:lnTo>
                <a:lnTo>
                  <a:pt x="1219" y="297"/>
                </a:lnTo>
                <a:lnTo>
                  <a:pt x="1219" y="299"/>
                </a:lnTo>
                <a:lnTo>
                  <a:pt x="1220" y="299"/>
                </a:lnTo>
                <a:lnTo>
                  <a:pt x="1221" y="299"/>
                </a:lnTo>
                <a:lnTo>
                  <a:pt x="1221" y="300"/>
                </a:lnTo>
                <a:lnTo>
                  <a:pt x="1222" y="300"/>
                </a:lnTo>
                <a:lnTo>
                  <a:pt x="1223" y="300"/>
                </a:lnTo>
                <a:lnTo>
                  <a:pt x="1224" y="300"/>
                </a:lnTo>
                <a:lnTo>
                  <a:pt x="1224" y="301"/>
                </a:lnTo>
                <a:lnTo>
                  <a:pt x="1225" y="302"/>
                </a:lnTo>
                <a:lnTo>
                  <a:pt x="1226" y="302"/>
                </a:lnTo>
                <a:lnTo>
                  <a:pt x="1226" y="303"/>
                </a:lnTo>
                <a:lnTo>
                  <a:pt x="1227" y="303"/>
                </a:lnTo>
                <a:lnTo>
                  <a:pt x="1228" y="303"/>
                </a:lnTo>
                <a:lnTo>
                  <a:pt x="1229" y="303"/>
                </a:lnTo>
                <a:lnTo>
                  <a:pt x="1229" y="304"/>
                </a:lnTo>
                <a:lnTo>
                  <a:pt x="1229" y="305"/>
                </a:lnTo>
                <a:lnTo>
                  <a:pt x="1228" y="306"/>
                </a:lnTo>
                <a:lnTo>
                  <a:pt x="1229" y="306"/>
                </a:lnTo>
                <a:lnTo>
                  <a:pt x="1230" y="306"/>
                </a:lnTo>
                <a:lnTo>
                  <a:pt x="1231" y="306"/>
                </a:lnTo>
                <a:lnTo>
                  <a:pt x="1231" y="307"/>
                </a:lnTo>
                <a:lnTo>
                  <a:pt x="1232" y="307"/>
                </a:lnTo>
                <a:lnTo>
                  <a:pt x="1232" y="308"/>
                </a:lnTo>
                <a:lnTo>
                  <a:pt x="1233" y="308"/>
                </a:lnTo>
                <a:lnTo>
                  <a:pt x="1232" y="309"/>
                </a:lnTo>
                <a:lnTo>
                  <a:pt x="1230" y="309"/>
                </a:lnTo>
                <a:lnTo>
                  <a:pt x="1229" y="309"/>
                </a:lnTo>
                <a:lnTo>
                  <a:pt x="1228" y="309"/>
                </a:lnTo>
                <a:lnTo>
                  <a:pt x="1227" y="309"/>
                </a:lnTo>
                <a:lnTo>
                  <a:pt x="1226" y="309"/>
                </a:lnTo>
                <a:lnTo>
                  <a:pt x="1226" y="310"/>
                </a:lnTo>
                <a:lnTo>
                  <a:pt x="1225" y="310"/>
                </a:lnTo>
                <a:lnTo>
                  <a:pt x="1225" y="311"/>
                </a:lnTo>
                <a:lnTo>
                  <a:pt x="1224" y="311"/>
                </a:lnTo>
                <a:lnTo>
                  <a:pt x="1224" y="312"/>
                </a:lnTo>
                <a:lnTo>
                  <a:pt x="1224" y="313"/>
                </a:lnTo>
                <a:lnTo>
                  <a:pt x="1223" y="314"/>
                </a:lnTo>
                <a:lnTo>
                  <a:pt x="1222" y="314"/>
                </a:lnTo>
                <a:lnTo>
                  <a:pt x="1222" y="315"/>
                </a:lnTo>
                <a:lnTo>
                  <a:pt x="1222" y="316"/>
                </a:lnTo>
                <a:lnTo>
                  <a:pt x="1222" y="317"/>
                </a:lnTo>
                <a:lnTo>
                  <a:pt x="1221" y="318"/>
                </a:lnTo>
                <a:lnTo>
                  <a:pt x="1221" y="319"/>
                </a:lnTo>
                <a:lnTo>
                  <a:pt x="1220" y="319"/>
                </a:lnTo>
                <a:lnTo>
                  <a:pt x="1219" y="320"/>
                </a:lnTo>
                <a:lnTo>
                  <a:pt x="1218" y="320"/>
                </a:lnTo>
                <a:lnTo>
                  <a:pt x="1217" y="320"/>
                </a:lnTo>
                <a:lnTo>
                  <a:pt x="1216" y="320"/>
                </a:lnTo>
                <a:lnTo>
                  <a:pt x="1216" y="321"/>
                </a:lnTo>
                <a:lnTo>
                  <a:pt x="1216" y="322"/>
                </a:lnTo>
                <a:lnTo>
                  <a:pt x="1217" y="322"/>
                </a:lnTo>
                <a:lnTo>
                  <a:pt x="1217" y="323"/>
                </a:lnTo>
                <a:lnTo>
                  <a:pt x="1218" y="323"/>
                </a:lnTo>
                <a:lnTo>
                  <a:pt x="1218" y="322"/>
                </a:lnTo>
                <a:lnTo>
                  <a:pt x="1219" y="323"/>
                </a:lnTo>
                <a:lnTo>
                  <a:pt x="1220" y="324"/>
                </a:lnTo>
                <a:lnTo>
                  <a:pt x="1220" y="325"/>
                </a:lnTo>
                <a:lnTo>
                  <a:pt x="1222" y="325"/>
                </a:lnTo>
                <a:lnTo>
                  <a:pt x="1223" y="325"/>
                </a:lnTo>
                <a:lnTo>
                  <a:pt x="1224" y="325"/>
                </a:lnTo>
                <a:lnTo>
                  <a:pt x="1224" y="326"/>
                </a:lnTo>
                <a:lnTo>
                  <a:pt x="1223" y="326"/>
                </a:lnTo>
                <a:lnTo>
                  <a:pt x="1222" y="327"/>
                </a:lnTo>
                <a:lnTo>
                  <a:pt x="1222" y="328"/>
                </a:lnTo>
                <a:lnTo>
                  <a:pt x="1223" y="328"/>
                </a:lnTo>
                <a:lnTo>
                  <a:pt x="1223" y="329"/>
                </a:lnTo>
                <a:lnTo>
                  <a:pt x="1223" y="330"/>
                </a:lnTo>
                <a:lnTo>
                  <a:pt x="1224" y="330"/>
                </a:lnTo>
                <a:lnTo>
                  <a:pt x="1223" y="331"/>
                </a:lnTo>
                <a:lnTo>
                  <a:pt x="1223" y="332"/>
                </a:lnTo>
                <a:lnTo>
                  <a:pt x="1222" y="333"/>
                </a:lnTo>
                <a:lnTo>
                  <a:pt x="1222" y="334"/>
                </a:lnTo>
                <a:lnTo>
                  <a:pt x="1221" y="335"/>
                </a:lnTo>
                <a:lnTo>
                  <a:pt x="1221" y="337"/>
                </a:lnTo>
                <a:lnTo>
                  <a:pt x="1222" y="337"/>
                </a:lnTo>
                <a:lnTo>
                  <a:pt x="1222" y="340"/>
                </a:lnTo>
                <a:lnTo>
                  <a:pt x="1222" y="341"/>
                </a:lnTo>
                <a:lnTo>
                  <a:pt x="1222" y="342"/>
                </a:lnTo>
                <a:lnTo>
                  <a:pt x="1222" y="343"/>
                </a:lnTo>
                <a:lnTo>
                  <a:pt x="1222" y="344"/>
                </a:lnTo>
                <a:lnTo>
                  <a:pt x="1222" y="345"/>
                </a:lnTo>
                <a:lnTo>
                  <a:pt x="1222" y="346"/>
                </a:lnTo>
                <a:lnTo>
                  <a:pt x="1222" y="347"/>
                </a:lnTo>
                <a:lnTo>
                  <a:pt x="1221" y="347"/>
                </a:lnTo>
                <a:lnTo>
                  <a:pt x="1219" y="347"/>
                </a:lnTo>
                <a:lnTo>
                  <a:pt x="1219" y="346"/>
                </a:lnTo>
                <a:lnTo>
                  <a:pt x="1219" y="345"/>
                </a:lnTo>
                <a:lnTo>
                  <a:pt x="1218" y="345"/>
                </a:lnTo>
                <a:lnTo>
                  <a:pt x="1217" y="345"/>
                </a:lnTo>
                <a:lnTo>
                  <a:pt x="1216" y="345"/>
                </a:lnTo>
                <a:lnTo>
                  <a:pt x="1215" y="345"/>
                </a:lnTo>
                <a:lnTo>
                  <a:pt x="1214" y="345"/>
                </a:lnTo>
                <a:lnTo>
                  <a:pt x="1213" y="345"/>
                </a:lnTo>
                <a:lnTo>
                  <a:pt x="1213" y="344"/>
                </a:lnTo>
                <a:lnTo>
                  <a:pt x="1212" y="344"/>
                </a:lnTo>
                <a:lnTo>
                  <a:pt x="1211" y="344"/>
                </a:lnTo>
                <a:lnTo>
                  <a:pt x="1210" y="345"/>
                </a:lnTo>
                <a:lnTo>
                  <a:pt x="1210" y="344"/>
                </a:lnTo>
                <a:lnTo>
                  <a:pt x="1209" y="344"/>
                </a:lnTo>
                <a:lnTo>
                  <a:pt x="1208" y="344"/>
                </a:lnTo>
                <a:lnTo>
                  <a:pt x="1207" y="344"/>
                </a:lnTo>
                <a:lnTo>
                  <a:pt x="1206" y="344"/>
                </a:lnTo>
                <a:lnTo>
                  <a:pt x="1206" y="345"/>
                </a:lnTo>
                <a:lnTo>
                  <a:pt x="1205" y="345"/>
                </a:lnTo>
                <a:lnTo>
                  <a:pt x="1205" y="346"/>
                </a:lnTo>
                <a:lnTo>
                  <a:pt x="1204" y="346"/>
                </a:lnTo>
                <a:lnTo>
                  <a:pt x="1204" y="347"/>
                </a:lnTo>
                <a:lnTo>
                  <a:pt x="1203" y="347"/>
                </a:lnTo>
                <a:lnTo>
                  <a:pt x="1203" y="348"/>
                </a:lnTo>
                <a:lnTo>
                  <a:pt x="1202" y="348"/>
                </a:lnTo>
                <a:lnTo>
                  <a:pt x="1201" y="348"/>
                </a:lnTo>
                <a:lnTo>
                  <a:pt x="1201" y="349"/>
                </a:lnTo>
                <a:lnTo>
                  <a:pt x="1200" y="350"/>
                </a:lnTo>
                <a:lnTo>
                  <a:pt x="1199" y="350"/>
                </a:lnTo>
                <a:lnTo>
                  <a:pt x="1199" y="351"/>
                </a:lnTo>
                <a:lnTo>
                  <a:pt x="1199" y="352"/>
                </a:lnTo>
                <a:lnTo>
                  <a:pt x="1198" y="352"/>
                </a:lnTo>
                <a:lnTo>
                  <a:pt x="1198" y="353"/>
                </a:lnTo>
                <a:lnTo>
                  <a:pt x="1198" y="354"/>
                </a:lnTo>
                <a:lnTo>
                  <a:pt x="1199" y="355"/>
                </a:lnTo>
                <a:lnTo>
                  <a:pt x="1199" y="357"/>
                </a:lnTo>
                <a:lnTo>
                  <a:pt x="1199" y="358"/>
                </a:lnTo>
                <a:lnTo>
                  <a:pt x="1199" y="359"/>
                </a:lnTo>
                <a:lnTo>
                  <a:pt x="1200" y="360"/>
                </a:lnTo>
                <a:lnTo>
                  <a:pt x="1201" y="360"/>
                </a:lnTo>
                <a:lnTo>
                  <a:pt x="1201" y="361"/>
                </a:lnTo>
                <a:lnTo>
                  <a:pt x="1202" y="361"/>
                </a:lnTo>
                <a:lnTo>
                  <a:pt x="1202" y="362"/>
                </a:lnTo>
                <a:lnTo>
                  <a:pt x="1202" y="363"/>
                </a:lnTo>
                <a:lnTo>
                  <a:pt x="1203" y="364"/>
                </a:lnTo>
                <a:lnTo>
                  <a:pt x="1203" y="365"/>
                </a:lnTo>
                <a:lnTo>
                  <a:pt x="1204" y="365"/>
                </a:lnTo>
                <a:lnTo>
                  <a:pt x="1205" y="365"/>
                </a:lnTo>
                <a:lnTo>
                  <a:pt x="1205" y="366"/>
                </a:lnTo>
                <a:lnTo>
                  <a:pt x="1206" y="366"/>
                </a:lnTo>
                <a:lnTo>
                  <a:pt x="1205" y="367"/>
                </a:lnTo>
                <a:lnTo>
                  <a:pt x="1205" y="368"/>
                </a:lnTo>
                <a:lnTo>
                  <a:pt x="1205" y="369"/>
                </a:lnTo>
                <a:lnTo>
                  <a:pt x="1205" y="370"/>
                </a:lnTo>
                <a:lnTo>
                  <a:pt x="1206" y="370"/>
                </a:lnTo>
                <a:lnTo>
                  <a:pt x="1206" y="371"/>
                </a:lnTo>
                <a:lnTo>
                  <a:pt x="1207" y="372"/>
                </a:lnTo>
                <a:lnTo>
                  <a:pt x="1208" y="373"/>
                </a:lnTo>
                <a:lnTo>
                  <a:pt x="1209" y="373"/>
                </a:lnTo>
                <a:lnTo>
                  <a:pt x="1209" y="374"/>
                </a:lnTo>
                <a:lnTo>
                  <a:pt x="1209" y="375"/>
                </a:lnTo>
                <a:lnTo>
                  <a:pt x="1208" y="375"/>
                </a:lnTo>
                <a:lnTo>
                  <a:pt x="1208" y="374"/>
                </a:lnTo>
                <a:lnTo>
                  <a:pt x="1207" y="375"/>
                </a:lnTo>
                <a:lnTo>
                  <a:pt x="1207" y="376"/>
                </a:lnTo>
                <a:lnTo>
                  <a:pt x="1206" y="375"/>
                </a:lnTo>
                <a:lnTo>
                  <a:pt x="1205" y="376"/>
                </a:lnTo>
                <a:lnTo>
                  <a:pt x="1204" y="376"/>
                </a:lnTo>
                <a:lnTo>
                  <a:pt x="1203" y="376"/>
                </a:lnTo>
                <a:lnTo>
                  <a:pt x="1203" y="377"/>
                </a:lnTo>
                <a:lnTo>
                  <a:pt x="1202" y="377"/>
                </a:lnTo>
                <a:lnTo>
                  <a:pt x="1202" y="378"/>
                </a:lnTo>
                <a:lnTo>
                  <a:pt x="1203" y="378"/>
                </a:lnTo>
                <a:lnTo>
                  <a:pt x="1204" y="378"/>
                </a:lnTo>
                <a:lnTo>
                  <a:pt x="1204" y="377"/>
                </a:lnTo>
                <a:lnTo>
                  <a:pt x="1205" y="377"/>
                </a:lnTo>
                <a:lnTo>
                  <a:pt x="1206" y="377"/>
                </a:lnTo>
                <a:lnTo>
                  <a:pt x="1207" y="377"/>
                </a:lnTo>
                <a:lnTo>
                  <a:pt x="1207" y="378"/>
                </a:lnTo>
                <a:lnTo>
                  <a:pt x="1206" y="378"/>
                </a:lnTo>
                <a:lnTo>
                  <a:pt x="1206" y="379"/>
                </a:lnTo>
                <a:lnTo>
                  <a:pt x="1205" y="379"/>
                </a:lnTo>
                <a:lnTo>
                  <a:pt x="1205" y="380"/>
                </a:lnTo>
                <a:lnTo>
                  <a:pt x="1204" y="380"/>
                </a:lnTo>
                <a:lnTo>
                  <a:pt x="1204" y="381"/>
                </a:lnTo>
                <a:lnTo>
                  <a:pt x="1203" y="381"/>
                </a:lnTo>
                <a:lnTo>
                  <a:pt x="1201" y="380"/>
                </a:lnTo>
                <a:lnTo>
                  <a:pt x="1200" y="379"/>
                </a:lnTo>
                <a:lnTo>
                  <a:pt x="1200" y="378"/>
                </a:lnTo>
                <a:lnTo>
                  <a:pt x="1199" y="378"/>
                </a:lnTo>
                <a:lnTo>
                  <a:pt x="1199" y="377"/>
                </a:lnTo>
                <a:lnTo>
                  <a:pt x="1198" y="377"/>
                </a:lnTo>
                <a:lnTo>
                  <a:pt x="1198" y="378"/>
                </a:lnTo>
                <a:lnTo>
                  <a:pt x="1197" y="377"/>
                </a:lnTo>
                <a:lnTo>
                  <a:pt x="1196" y="377"/>
                </a:lnTo>
                <a:lnTo>
                  <a:pt x="1196" y="378"/>
                </a:lnTo>
                <a:lnTo>
                  <a:pt x="1195" y="377"/>
                </a:lnTo>
                <a:lnTo>
                  <a:pt x="1193" y="377"/>
                </a:lnTo>
                <a:lnTo>
                  <a:pt x="1193" y="376"/>
                </a:lnTo>
                <a:lnTo>
                  <a:pt x="1192" y="377"/>
                </a:lnTo>
                <a:lnTo>
                  <a:pt x="1191" y="377"/>
                </a:lnTo>
                <a:lnTo>
                  <a:pt x="1190" y="377"/>
                </a:lnTo>
                <a:lnTo>
                  <a:pt x="1189" y="376"/>
                </a:lnTo>
                <a:lnTo>
                  <a:pt x="1188" y="376"/>
                </a:lnTo>
                <a:lnTo>
                  <a:pt x="1188" y="375"/>
                </a:lnTo>
                <a:lnTo>
                  <a:pt x="1186" y="374"/>
                </a:lnTo>
                <a:lnTo>
                  <a:pt x="1185" y="374"/>
                </a:lnTo>
                <a:lnTo>
                  <a:pt x="1185" y="373"/>
                </a:lnTo>
                <a:lnTo>
                  <a:pt x="1184" y="372"/>
                </a:lnTo>
                <a:lnTo>
                  <a:pt x="1183" y="373"/>
                </a:lnTo>
                <a:lnTo>
                  <a:pt x="1183" y="372"/>
                </a:lnTo>
                <a:lnTo>
                  <a:pt x="1182" y="372"/>
                </a:lnTo>
                <a:lnTo>
                  <a:pt x="1182" y="371"/>
                </a:lnTo>
                <a:lnTo>
                  <a:pt x="1182" y="372"/>
                </a:lnTo>
                <a:lnTo>
                  <a:pt x="1183" y="373"/>
                </a:lnTo>
                <a:lnTo>
                  <a:pt x="1183" y="374"/>
                </a:lnTo>
                <a:lnTo>
                  <a:pt x="1182" y="374"/>
                </a:lnTo>
                <a:lnTo>
                  <a:pt x="1182" y="373"/>
                </a:lnTo>
                <a:lnTo>
                  <a:pt x="1181" y="373"/>
                </a:lnTo>
                <a:lnTo>
                  <a:pt x="1181" y="375"/>
                </a:lnTo>
                <a:lnTo>
                  <a:pt x="1181" y="376"/>
                </a:lnTo>
                <a:lnTo>
                  <a:pt x="1181" y="377"/>
                </a:lnTo>
                <a:lnTo>
                  <a:pt x="1180" y="377"/>
                </a:lnTo>
                <a:lnTo>
                  <a:pt x="1180" y="378"/>
                </a:lnTo>
                <a:lnTo>
                  <a:pt x="1180" y="379"/>
                </a:lnTo>
                <a:lnTo>
                  <a:pt x="1179" y="380"/>
                </a:lnTo>
                <a:lnTo>
                  <a:pt x="1178" y="380"/>
                </a:lnTo>
                <a:lnTo>
                  <a:pt x="1178" y="381"/>
                </a:lnTo>
                <a:lnTo>
                  <a:pt x="1178" y="382"/>
                </a:lnTo>
                <a:lnTo>
                  <a:pt x="1178" y="383"/>
                </a:lnTo>
                <a:lnTo>
                  <a:pt x="1177" y="383"/>
                </a:lnTo>
                <a:lnTo>
                  <a:pt x="1176" y="384"/>
                </a:lnTo>
                <a:lnTo>
                  <a:pt x="1176" y="385"/>
                </a:lnTo>
                <a:lnTo>
                  <a:pt x="1176" y="386"/>
                </a:lnTo>
                <a:lnTo>
                  <a:pt x="1177" y="386"/>
                </a:lnTo>
                <a:lnTo>
                  <a:pt x="1177" y="387"/>
                </a:lnTo>
                <a:lnTo>
                  <a:pt x="1175" y="388"/>
                </a:lnTo>
                <a:lnTo>
                  <a:pt x="1175" y="389"/>
                </a:lnTo>
                <a:lnTo>
                  <a:pt x="1174" y="389"/>
                </a:lnTo>
                <a:lnTo>
                  <a:pt x="1173" y="389"/>
                </a:lnTo>
                <a:lnTo>
                  <a:pt x="1173" y="390"/>
                </a:lnTo>
                <a:lnTo>
                  <a:pt x="1172" y="390"/>
                </a:lnTo>
                <a:lnTo>
                  <a:pt x="1172" y="389"/>
                </a:lnTo>
                <a:lnTo>
                  <a:pt x="1171" y="389"/>
                </a:lnTo>
                <a:lnTo>
                  <a:pt x="1170" y="389"/>
                </a:lnTo>
                <a:lnTo>
                  <a:pt x="1169" y="389"/>
                </a:lnTo>
                <a:lnTo>
                  <a:pt x="1169" y="388"/>
                </a:lnTo>
                <a:lnTo>
                  <a:pt x="1168" y="388"/>
                </a:lnTo>
                <a:lnTo>
                  <a:pt x="1167" y="388"/>
                </a:lnTo>
                <a:lnTo>
                  <a:pt x="1166" y="388"/>
                </a:lnTo>
                <a:lnTo>
                  <a:pt x="1165" y="388"/>
                </a:lnTo>
                <a:lnTo>
                  <a:pt x="1165" y="387"/>
                </a:lnTo>
                <a:lnTo>
                  <a:pt x="1164" y="387"/>
                </a:lnTo>
                <a:lnTo>
                  <a:pt x="1164" y="388"/>
                </a:lnTo>
                <a:lnTo>
                  <a:pt x="1163" y="388"/>
                </a:lnTo>
                <a:lnTo>
                  <a:pt x="1163" y="389"/>
                </a:lnTo>
                <a:lnTo>
                  <a:pt x="1163" y="390"/>
                </a:lnTo>
                <a:lnTo>
                  <a:pt x="1162" y="391"/>
                </a:lnTo>
                <a:lnTo>
                  <a:pt x="1162" y="392"/>
                </a:lnTo>
                <a:lnTo>
                  <a:pt x="1162" y="393"/>
                </a:lnTo>
                <a:lnTo>
                  <a:pt x="1162" y="394"/>
                </a:lnTo>
                <a:lnTo>
                  <a:pt x="1163" y="394"/>
                </a:lnTo>
                <a:lnTo>
                  <a:pt x="1164" y="395"/>
                </a:lnTo>
                <a:lnTo>
                  <a:pt x="1164" y="396"/>
                </a:lnTo>
                <a:lnTo>
                  <a:pt x="1165" y="396"/>
                </a:lnTo>
                <a:lnTo>
                  <a:pt x="1165" y="397"/>
                </a:lnTo>
                <a:lnTo>
                  <a:pt x="1165" y="398"/>
                </a:lnTo>
                <a:lnTo>
                  <a:pt x="1164" y="400"/>
                </a:lnTo>
                <a:lnTo>
                  <a:pt x="1164" y="399"/>
                </a:lnTo>
                <a:lnTo>
                  <a:pt x="1163" y="399"/>
                </a:lnTo>
                <a:lnTo>
                  <a:pt x="1162" y="400"/>
                </a:lnTo>
                <a:lnTo>
                  <a:pt x="1161" y="401"/>
                </a:lnTo>
                <a:lnTo>
                  <a:pt x="1162" y="402"/>
                </a:lnTo>
                <a:lnTo>
                  <a:pt x="1164" y="403"/>
                </a:lnTo>
                <a:lnTo>
                  <a:pt x="1165" y="403"/>
                </a:lnTo>
                <a:lnTo>
                  <a:pt x="1166" y="403"/>
                </a:lnTo>
                <a:lnTo>
                  <a:pt x="1167" y="403"/>
                </a:lnTo>
                <a:lnTo>
                  <a:pt x="1168" y="404"/>
                </a:lnTo>
                <a:lnTo>
                  <a:pt x="1169" y="404"/>
                </a:lnTo>
                <a:lnTo>
                  <a:pt x="1169" y="405"/>
                </a:lnTo>
                <a:lnTo>
                  <a:pt x="1170" y="405"/>
                </a:lnTo>
                <a:lnTo>
                  <a:pt x="1169" y="406"/>
                </a:lnTo>
                <a:lnTo>
                  <a:pt x="1170" y="406"/>
                </a:lnTo>
                <a:lnTo>
                  <a:pt x="1169" y="407"/>
                </a:lnTo>
                <a:lnTo>
                  <a:pt x="1169" y="408"/>
                </a:lnTo>
                <a:lnTo>
                  <a:pt x="1170" y="408"/>
                </a:lnTo>
                <a:lnTo>
                  <a:pt x="1170" y="409"/>
                </a:lnTo>
                <a:lnTo>
                  <a:pt x="1171" y="409"/>
                </a:lnTo>
                <a:lnTo>
                  <a:pt x="1171" y="410"/>
                </a:lnTo>
                <a:lnTo>
                  <a:pt x="1171" y="411"/>
                </a:lnTo>
                <a:lnTo>
                  <a:pt x="1172" y="412"/>
                </a:lnTo>
                <a:lnTo>
                  <a:pt x="1173" y="413"/>
                </a:lnTo>
                <a:lnTo>
                  <a:pt x="1172" y="414"/>
                </a:lnTo>
                <a:lnTo>
                  <a:pt x="1171" y="415"/>
                </a:lnTo>
                <a:lnTo>
                  <a:pt x="1170" y="415"/>
                </a:lnTo>
                <a:lnTo>
                  <a:pt x="1169" y="415"/>
                </a:lnTo>
                <a:lnTo>
                  <a:pt x="1168" y="415"/>
                </a:lnTo>
                <a:lnTo>
                  <a:pt x="1167" y="415"/>
                </a:lnTo>
                <a:lnTo>
                  <a:pt x="1167" y="416"/>
                </a:lnTo>
                <a:lnTo>
                  <a:pt x="1167" y="417"/>
                </a:lnTo>
                <a:lnTo>
                  <a:pt x="1166" y="418"/>
                </a:lnTo>
                <a:lnTo>
                  <a:pt x="1165" y="418"/>
                </a:lnTo>
                <a:lnTo>
                  <a:pt x="1164" y="418"/>
                </a:lnTo>
                <a:lnTo>
                  <a:pt x="1164" y="419"/>
                </a:lnTo>
                <a:lnTo>
                  <a:pt x="1164" y="420"/>
                </a:lnTo>
                <a:lnTo>
                  <a:pt x="1163" y="421"/>
                </a:lnTo>
                <a:lnTo>
                  <a:pt x="1163" y="422"/>
                </a:lnTo>
                <a:lnTo>
                  <a:pt x="1163" y="423"/>
                </a:lnTo>
                <a:lnTo>
                  <a:pt x="1163" y="425"/>
                </a:lnTo>
                <a:lnTo>
                  <a:pt x="1162" y="425"/>
                </a:lnTo>
                <a:lnTo>
                  <a:pt x="1162" y="426"/>
                </a:lnTo>
                <a:lnTo>
                  <a:pt x="1161" y="426"/>
                </a:lnTo>
                <a:lnTo>
                  <a:pt x="1160" y="426"/>
                </a:lnTo>
                <a:lnTo>
                  <a:pt x="1159" y="427"/>
                </a:lnTo>
                <a:lnTo>
                  <a:pt x="1158" y="427"/>
                </a:lnTo>
                <a:lnTo>
                  <a:pt x="1158" y="426"/>
                </a:lnTo>
                <a:lnTo>
                  <a:pt x="1157" y="426"/>
                </a:lnTo>
                <a:lnTo>
                  <a:pt x="1156" y="426"/>
                </a:lnTo>
                <a:lnTo>
                  <a:pt x="1156" y="427"/>
                </a:lnTo>
                <a:lnTo>
                  <a:pt x="1156" y="428"/>
                </a:lnTo>
                <a:lnTo>
                  <a:pt x="1155" y="428"/>
                </a:lnTo>
                <a:lnTo>
                  <a:pt x="1153" y="428"/>
                </a:lnTo>
                <a:lnTo>
                  <a:pt x="1152" y="428"/>
                </a:lnTo>
                <a:lnTo>
                  <a:pt x="1152" y="429"/>
                </a:lnTo>
                <a:lnTo>
                  <a:pt x="1151" y="429"/>
                </a:lnTo>
                <a:lnTo>
                  <a:pt x="1151" y="430"/>
                </a:lnTo>
                <a:lnTo>
                  <a:pt x="1151" y="431"/>
                </a:lnTo>
                <a:lnTo>
                  <a:pt x="1150" y="431"/>
                </a:lnTo>
                <a:lnTo>
                  <a:pt x="1150" y="430"/>
                </a:lnTo>
                <a:lnTo>
                  <a:pt x="1149" y="430"/>
                </a:lnTo>
                <a:lnTo>
                  <a:pt x="1149" y="431"/>
                </a:lnTo>
                <a:lnTo>
                  <a:pt x="1148" y="430"/>
                </a:lnTo>
                <a:lnTo>
                  <a:pt x="1148" y="431"/>
                </a:lnTo>
                <a:lnTo>
                  <a:pt x="1147" y="431"/>
                </a:lnTo>
                <a:lnTo>
                  <a:pt x="1147" y="432"/>
                </a:lnTo>
                <a:lnTo>
                  <a:pt x="1146" y="432"/>
                </a:lnTo>
                <a:lnTo>
                  <a:pt x="1146" y="433"/>
                </a:lnTo>
                <a:lnTo>
                  <a:pt x="1145" y="433"/>
                </a:lnTo>
                <a:lnTo>
                  <a:pt x="1144" y="434"/>
                </a:lnTo>
                <a:lnTo>
                  <a:pt x="1144" y="435"/>
                </a:lnTo>
                <a:lnTo>
                  <a:pt x="1143" y="436"/>
                </a:lnTo>
                <a:lnTo>
                  <a:pt x="1142" y="436"/>
                </a:lnTo>
                <a:lnTo>
                  <a:pt x="1143" y="436"/>
                </a:lnTo>
                <a:lnTo>
                  <a:pt x="1143" y="437"/>
                </a:lnTo>
                <a:lnTo>
                  <a:pt x="1142" y="438"/>
                </a:lnTo>
                <a:lnTo>
                  <a:pt x="1142" y="439"/>
                </a:lnTo>
                <a:lnTo>
                  <a:pt x="1141" y="439"/>
                </a:lnTo>
                <a:lnTo>
                  <a:pt x="1141" y="440"/>
                </a:lnTo>
                <a:lnTo>
                  <a:pt x="1141" y="441"/>
                </a:lnTo>
                <a:lnTo>
                  <a:pt x="1141" y="442"/>
                </a:lnTo>
                <a:lnTo>
                  <a:pt x="1142" y="442"/>
                </a:lnTo>
                <a:lnTo>
                  <a:pt x="1142" y="443"/>
                </a:lnTo>
                <a:lnTo>
                  <a:pt x="1141" y="443"/>
                </a:lnTo>
                <a:lnTo>
                  <a:pt x="1140" y="443"/>
                </a:lnTo>
                <a:lnTo>
                  <a:pt x="1139" y="443"/>
                </a:lnTo>
                <a:lnTo>
                  <a:pt x="1139" y="442"/>
                </a:lnTo>
                <a:lnTo>
                  <a:pt x="1138" y="442"/>
                </a:lnTo>
                <a:lnTo>
                  <a:pt x="1137" y="442"/>
                </a:lnTo>
                <a:lnTo>
                  <a:pt x="1136" y="442"/>
                </a:lnTo>
                <a:lnTo>
                  <a:pt x="1135" y="442"/>
                </a:lnTo>
                <a:lnTo>
                  <a:pt x="1134" y="442"/>
                </a:lnTo>
                <a:lnTo>
                  <a:pt x="1135" y="442"/>
                </a:lnTo>
                <a:lnTo>
                  <a:pt x="1134" y="443"/>
                </a:lnTo>
                <a:lnTo>
                  <a:pt x="1134" y="442"/>
                </a:lnTo>
                <a:lnTo>
                  <a:pt x="1133" y="443"/>
                </a:lnTo>
                <a:lnTo>
                  <a:pt x="1132" y="443"/>
                </a:lnTo>
                <a:lnTo>
                  <a:pt x="1131" y="443"/>
                </a:lnTo>
                <a:lnTo>
                  <a:pt x="1130" y="443"/>
                </a:lnTo>
                <a:lnTo>
                  <a:pt x="1130" y="444"/>
                </a:lnTo>
                <a:lnTo>
                  <a:pt x="1129" y="444"/>
                </a:lnTo>
                <a:lnTo>
                  <a:pt x="1129" y="445"/>
                </a:lnTo>
                <a:lnTo>
                  <a:pt x="1129" y="447"/>
                </a:lnTo>
                <a:lnTo>
                  <a:pt x="1130" y="447"/>
                </a:lnTo>
                <a:lnTo>
                  <a:pt x="1130" y="448"/>
                </a:lnTo>
                <a:lnTo>
                  <a:pt x="1129" y="448"/>
                </a:lnTo>
                <a:lnTo>
                  <a:pt x="1129" y="449"/>
                </a:lnTo>
                <a:lnTo>
                  <a:pt x="1130" y="449"/>
                </a:lnTo>
                <a:lnTo>
                  <a:pt x="1130" y="451"/>
                </a:lnTo>
                <a:lnTo>
                  <a:pt x="1129" y="452"/>
                </a:lnTo>
                <a:lnTo>
                  <a:pt x="1129" y="453"/>
                </a:lnTo>
                <a:lnTo>
                  <a:pt x="1129" y="454"/>
                </a:lnTo>
                <a:lnTo>
                  <a:pt x="1129" y="455"/>
                </a:lnTo>
                <a:lnTo>
                  <a:pt x="1129" y="456"/>
                </a:lnTo>
                <a:lnTo>
                  <a:pt x="1129" y="457"/>
                </a:lnTo>
                <a:lnTo>
                  <a:pt x="1129" y="458"/>
                </a:lnTo>
                <a:lnTo>
                  <a:pt x="1129" y="459"/>
                </a:lnTo>
                <a:lnTo>
                  <a:pt x="1129" y="460"/>
                </a:lnTo>
                <a:lnTo>
                  <a:pt x="1129" y="461"/>
                </a:lnTo>
                <a:lnTo>
                  <a:pt x="1129" y="462"/>
                </a:lnTo>
                <a:lnTo>
                  <a:pt x="1129" y="463"/>
                </a:lnTo>
                <a:lnTo>
                  <a:pt x="1130" y="463"/>
                </a:lnTo>
                <a:lnTo>
                  <a:pt x="1130" y="464"/>
                </a:lnTo>
                <a:lnTo>
                  <a:pt x="1129" y="465"/>
                </a:lnTo>
                <a:lnTo>
                  <a:pt x="1129" y="466"/>
                </a:lnTo>
                <a:lnTo>
                  <a:pt x="1129" y="467"/>
                </a:lnTo>
                <a:lnTo>
                  <a:pt x="1129" y="468"/>
                </a:lnTo>
                <a:lnTo>
                  <a:pt x="1129" y="469"/>
                </a:lnTo>
                <a:lnTo>
                  <a:pt x="1129" y="470"/>
                </a:lnTo>
                <a:lnTo>
                  <a:pt x="1129" y="472"/>
                </a:lnTo>
                <a:lnTo>
                  <a:pt x="1130" y="472"/>
                </a:lnTo>
                <a:lnTo>
                  <a:pt x="1130" y="473"/>
                </a:lnTo>
                <a:lnTo>
                  <a:pt x="1130" y="474"/>
                </a:lnTo>
                <a:lnTo>
                  <a:pt x="1131" y="474"/>
                </a:lnTo>
                <a:lnTo>
                  <a:pt x="1132" y="474"/>
                </a:lnTo>
                <a:lnTo>
                  <a:pt x="1132" y="475"/>
                </a:lnTo>
                <a:lnTo>
                  <a:pt x="1133" y="476"/>
                </a:lnTo>
                <a:lnTo>
                  <a:pt x="1133" y="477"/>
                </a:lnTo>
                <a:lnTo>
                  <a:pt x="1134" y="477"/>
                </a:lnTo>
                <a:lnTo>
                  <a:pt x="1134" y="478"/>
                </a:lnTo>
                <a:lnTo>
                  <a:pt x="1135" y="478"/>
                </a:lnTo>
                <a:lnTo>
                  <a:pt x="1136" y="479"/>
                </a:lnTo>
                <a:lnTo>
                  <a:pt x="1138" y="479"/>
                </a:lnTo>
                <a:lnTo>
                  <a:pt x="1139" y="479"/>
                </a:lnTo>
                <a:lnTo>
                  <a:pt x="1140" y="479"/>
                </a:lnTo>
                <a:lnTo>
                  <a:pt x="1141" y="479"/>
                </a:lnTo>
                <a:lnTo>
                  <a:pt x="1142" y="479"/>
                </a:lnTo>
                <a:lnTo>
                  <a:pt x="1143" y="479"/>
                </a:lnTo>
                <a:lnTo>
                  <a:pt x="1144" y="479"/>
                </a:lnTo>
                <a:lnTo>
                  <a:pt x="1145" y="479"/>
                </a:lnTo>
                <a:lnTo>
                  <a:pt x="1146" y="480"/>
                </a:lnTo>
                <a:lnTo>
                  <a:pt x="1146" y="481"/>
                </a:lnTo>
                <a:lnTo>
                  <a:pt x="1147" y="480"/>
                </a:lnTo>
                <a:lnTo>
                  <a:pt x="1148" y="481"/>
                </a:lnTo>
                <a:lnTo>
                  <a:pt x="1148" y="482"/>
                </a:lnTo>
                <a:lnTo>
                  <a:pt x="1149" y="482"/>
                </a:lnTo>
                <a:lnTo>
                  <a:pt x="1150" y="482"/>
                </a:lnTo>
                <a:lnTo>
                  <a:pt x="1150" y="483"/>
                </a:lnTo>
                <a:lnTo>
                  <a:pt x="1151" y="484"/>
                </a:lnTo>
                <a:lnTo>
                  <a:pt x="1152" y="485"/>
                </a:lnTo>
                <a:lnTo>
                  <a:pt x="1152" y="486"/>
                </a:lnTo>
                <a:lnTo>
                  <a:pt x="1151" y="486"/>
                </a:lnTo>
                <a:lnTo>
                  <a:pt x="1151" y="487"/>
                </a:lnTo>
                <a:lnTo>
                  <a:pt x="1152" y="487"/>
                </a:lnTo>
                <a:lnTo>
                  <a:pt x="1152" y="488"/>
                </a:lnTo>
                <a:lnTo>
                  <a:pt x="1153" y="489"/>
                </a:lnTo>
                <a:lnTo>
                  <a:pt x="1154" y="490"/>
                </a:lnTo>
                <a:lnTo>
                  <a:pt x="1154" y="491"/>
                </a:lnTo>
                <a:lnTo>
                  <a:pt x="1155" y="491"/>
                </a:lnTo>
                <a:lnTo>
                  <a:pt x="1155" y="492"/>
                </a:lnTo>
                <a:lnTo>
                  <a:pt x="1155" y="493"/>
                </a:lnTo>
                <a:lnTo>
                  <a:pt x="1156" y="494"/>
                </a:lnTo>
                <a:lnTo>
                  <a:pt x="1157" y="495"/>
                </a:lnTo>
                <a:lnTo>
                  <a:pt x="1158" y="495"/>
                </a:lnTo>
                <a:lnTo>
                  <a:pt x="1158" y="496"/>
                </a:lnTo>
                <a:lnTo>
                  <a:pt x="1159" y="497"/>
                </a:lnTo>
                <a:lnTo>
                  <a:pt x="1160" y="498"/>
                </a:lnTo>
                <a:lnTo>
                  <a:pt x="1159" y="498"/>
                </a:lnTo>
                <a:lnTo>
                  <a:pt x="1158" y="499"/>
                </a:lnTo>
                <a:lnTo>
                  <a:pt x="1157" y="499"/>
                </a:lnTo>
                <a:lnTo>
                  <a:pt x="1156" y="499"/>
                </a:lnTo>
                <a:lnTo>
                  <a:pt x="1155" y="499"/>
                </a:lnTo>
                <a:lnTo>
                  <a:pt x="1155" y="498"/>
                </a:lnTo>
                <a:lnTo>
                  <a:pt x="1154" y="498"/>
                </a:lnTo>
                <a:lnTo>
                  <a:pt x="1153" y="498"/>
                </a:lnTo>
                <a:lnTo>
                  <a:pt x="1153" y="499"/>
                </a:lnTo>
                <a:lnTo>
                  <a:pt x="1152" y="500"/>
                </a:lnTo>
                <a:lnTo>
                  <a:pt x="1151" y="500"/>
                </a:lnTo>
                <a:lnTo>
                  <a:pt x="1151" y="501"/>
                </a:lnTo>
                <a:lnTo>
                  <a:pt x="1151" y="502"/>
                </a:lnTo>
                <a:lnTo>
                  <a:pt x="1152" y="502"/>
                </a:lnTo>
                <a:lnTo>
                  <a:pt x="1151" y="502"/>
                </a:lnTo>
                <a:lnTo>
                  <a:pt x="1151" y="503"/>
                </a:lnTo>
                <a:lnTo>
                  <a:pt x="1151" y="504"/>
                </a:lnTo>
                <a:lnTo>
                  <a:pt x="1150" y="504"/>
                </a:lnTo>
                <a:lnTo>
                  <a:pt x="1150" y="505"/>
                </a:lnTo>
                <a:lnTo>
                  <a:pt x="1150" y="506"/>
                </a:lnTo>
                <a:lnTo>
                  <a:pt x="1149" y="506"/>
                </a:lnTo>
                <a:lnTo>
                  <a:pt x="1148" y="506"/>
                </a:lnTo>
                <a:lnTo>
                  <a:pt x="1146" y="505"/>
                </a:lnTo>
                <a:lnTo>
                  <a:pt x="1145" y="505"/>
                </a:lnTo>
                <a:lnTo>
                  <a:pt x="1144" y="504"/>
                </a:lnTo>
                <a:lnTo>
                  <a:pt x="1142" y="504"/>
                </a:lnTo>
                <a:lnTo>
                  <a:pt x="1142" y="505"/>
                </a:lnTo>
                <a:lnTo>
                  <a:pt x="1142" y="506"/>
                </a:lnTo>
                <a:lnTo>
                  <a:pt x="1142" y="507"/>
                </a:lnTo>
                <a:lnTo>
                  <a:pt x="1142" y="508"/>
                </a:lnTo>
                <a:lnTo>
                  <a:pt x="1141" y="508"/>
                </a:lnTo>
                <a:lnTo>
                  <a:pt x="1142" y="509"/>
                </a:lnTo>
                <a:lnTo>
                  <a:pt x="1142" y="510"/>
                </a:lnTo>
                <a:lnTo>
                  <a:pt x="1142" y="511"/>
                </a:lnTo>
                <a:lnTo>
                  <a:pt x="1141" y="511"/>
                </a:lnTo>
                <a:lnTo>
                  <a:pt x="1141" y="510"/>
                </a:lnTo>
                <a:lnTo>
                  <a:pt x="1140" y="510"/>
                </a:lnTo>
                <a:lnTo>
                  <a:pt x="1139" y="510"/>
                </a:lnTo>
                <a:lnTo>
                  <a:pt x="1139" y="511"/>
                </a:lnTo>
                <a:lnTo>
                  <a:pt x="1138" y="511"/>
                </a:lnTo>
                <a:lnTo>
                  <a:pt x="1137" y="511"/>
                </a:lnTo>
                <a:lnTo>
                  <a:pt x="1137" y="512"/>
                </a:lnTo>
                <a:lnTo>
                  <a:pt x="1138" y="512"/>
                </a:lnTo>
                <a:lnTo>
                  <a:pt x="1139" y="512"/>
                </a:lnTo>
                <a:lnTo>
                  <a:pt x="1139" y="513"/>
                </a:lnTo>
                <a:lnTo>
                  <a:pt x="1139" y="514"/>
                </a:lnTo>
                <a:lnTo>
                  <a:pt x="1138" y="514"/>
                </a:lnTo>
                <a:lnTo>
                  <a:pt x="1138" y="515"/>
                </a:lnTo>
                <a:lnTo>
                  <a:pt x="1137" y="515"/>
                </a:lnTo>
                <a:lnTo>
                  <a:pt x="1138" y="515"/>
                </a:lnTo>
                <a:lnTo>
                  <a:pt x="1138" y="516"/>
                </a:lnTo>
                <a:lnTo>
                  <a:pt x="1137" y="516"/>
                </a:lnTo>
                <a:lnTo>
                  <a:pt x="1137" y="517"/>
                </a:lnTo>
                <a:lnTo>
                  <a:pt x="1136" y="517"/>
                </a:lnTo>
                <a:lnTo>
                  <a:pt x="1135" y="517"/>
                </a:lnTo>
                <a:lnTo>
                  <a:pt x="1134" y="517"/>
                </a:lnTo>
                <a:lnTo>
                  <a:pt x="1133" y="517"/>
                </a:lnTo>
                <a:lnTo>
                  <a:pt x="1132" y="517"/>
                </a:lnTo>
                <a:lnTo>
                  <a:pt x="1132" y="518"/>
                </a:lnTo>
                <a:lnTo>
                  <a:pt x="1133" y="518"/>
                </a:lnTo>
                <a:lnTo>
                  <a:pt x="1133" y="519"/>
                </a:lnTo>
                <a:lnTo>
                  <a:pt x="1133" y="521"/>
                </a:lnTo>
                <a:lnTo>
                  <a:pt x="1132" y="522"/>
                </a:lnTo>
                <a:lnTo>
                  <a:pt x="1132" y="523"/>
                </a:lnTo>
                <a:lnTo>
                  <a:pt x="1132" y="522"/>
                </a:lnTo>
                <a:lnTo>
                  <a:pt x="1131" y="522"/>
                </a:lnTo>
                <a:lnTo>
                  <a:pt x="1130" y="522"/>
                </a:lnTo>
                <a:lnTo>
                  <a:pt x="1129" y="522"/>
                </a:lnTo>
                <a:lnTo>
                  <a:pt x="1129" y="521"/>
                </a:lnTo>
                <a:lnTo>
                  <a:pt x="1128" y="521"/>
                </a:lnTo>
                <a:lnTo>
                  <a:pt x="1127" y="520"/>
                </a:lnTo>
                <a:lnTo>
                  <a:pt x="1126" y="520"/>
                </a:lnTo>
                <a:lnTo>
                  <a:pt x="1126" y="521"/>
                </a:lnTo>
                <a:lnTo>
                  <a:pt x="1125" y="521"/>
                </a:lnTo>
                <a:lnTo>
                  <a:pt x="1124" y="519"/>
                </a:lnTo>
                <a:lnTo>
                  <a:pt x="1124" y="518"/>
                </a:lnTo>
                <a:lnTo>
                  <a:pt x="1123" y="518"/>
                </a:lnTo>
                <a:lnTo>
                  <a:pt x="1122" y="518"/>
                </a:lnTo>
                <a:lnTo>
                  <a:pt x="1123" y="519"/>
                </a:lnTo>
                <a:lnTo>
                  <a:pt x="1123" y="520"/>
                </a:lnTo>
                <a:lnTo>
                  <a:pt x="1123" y="521"/>
                </a:lnTo>
                <a:lnTo>
                  <a:pt x="1122" y="521"/>
                </a:lnTo>
                <a:lnTo>
                  <a:pt x="1121" y="521"/>
                </a:lnTo>
                <a:lnTo>
                  <a:pt x="1119" y="521"/>
                </a:lnTo>
                <a:lnTo>
                  <a:pt x="1118" y="521"/>
                </a:lnTo>
                <a:lnTo>
                  <a:pt x="1118" y="520"/>
                </a:lnTo>
                <a:lnTo>
                  <a:pt x="1117" y="520"/>
                </a:lnTo>
                <a:lnTo>
                  <a:pt x="1117" y="521"/>
                </a:lnTo>
                <a:lnTo>
                  <a:pt x="1116" y="521"/>
                </a:lnTo>
                <a:lnTo>
                  <a:pt x="1115" y="521"/>
                </a:lnTo>
                <a:lnTo>
                  <a:pt x="1115" y="522"/>
                </a:lnTo>
                <a:lnTo>
                  <a:pt x="1114" y="523"/>
                </a:lnTo>
                <a:lnTo>
                  <a:pt x="1114" y="524"/>
                </a:lnTo>
                <a:lnTo>
                  <a:pt x="1114" y="525"/>
                </a:lnTo>
                <a:lnTo>
                  <a:pt x="1113" y="525"/>
                </a:lnTo>
                <a:lnTo>
                  <a:pt x="1113" y="526"/>
                </a:lnTo>
                <a:lnTo>
                  <a:pt x="1112" y="525"/>
                </a:lnTo>
                <a:lnTo>
                  <a:pt x="1112" y="524"/>
                </a:lnTo>
                <a:lnTo>
                  <a:pt x="1111" y="524"/>
                </a:lnTo>
                <a:lnTo>
                  <a:pt x="1111" y="525"/>
                </a:lnTo>
                <a:lnTo>
                  <a:pt x="1110" y="525"/>
                </a:lnTo>
                <a:lnTo>
                  <a:pt x="1110" y="524"/>
                </a:lnTo>
                <a:lnTo>
                  <a:pt x="1111" y="523"/>
                </a:lnTo>
                <a:lnTo>
                  <a:pt x="1110" y="523"/>
                </a:lnTo>
                <a:lnTo>
                  <a:pt x="1110" y="522"/>
                </a:lnTo>
                <a:lnTo>
                  <a:pt x="1109" y="522"/>
                </a:lnTo>
                <a:lnTo>
                  <a:pt x="1109" y="523"/>
                </a:lnTo>
                <a:lnTo>
                  <a:pt x="1108" y="523"/>
                </a:lnTo>
                <a:lnTo>
                  <a:pt x="1107" y="523"/>
                </a:lnTo>
                <a:lnTo>
                  <a:pt x="1106" y="522"/>
                </a:lnTo>
                <a:lnTo>
                  <a:pt x="1105" y="521"/>
                </a:lnTo>
                <a:lnTo>
                  <a:pt x="1104" y="520"/>
                </a:lnTo>
                <a:lnTo>
                  <a:pt x="1104" y="519"/>
                </a:lnTo>
                <a:lnTo>
                  <a:pt x="1105" y="519"/>
                </a:lnTo>
                <a:lnTo>
                  <a:pt x="1105" y="518"/>
                </a:lnTo>
                <a:lnTo>
                  <a:pt x="1104" y="518"/>
                </a:lnTo>
                <a:lnTo>
                  <a:pt x="1103" y="518"/>
                </a:lnTo>
                <a:lnTo>
                  <a:pt x="1103" y="517"/>
                </a:lnTo>
                <a:lnTo>
                  <a:pt x="1102" y="517"/>
                </a:lnTo>
                <a:lnTo>
                  <a:pt x="1101" y="516"/>
                </a:lnTo>
                <a:lnTo>
                  <a:pt x="1100" y="516"/>
                </a:lnTo>
                <a:lnTo>
                  <a:pt x="1100" y="515"/>
                </a:lnTo>
                <a:lnTo>
                  <a:pt x="1099" y="515"/>
                </a:lnTo>
                <a:lnTo>
                  <a:pt x="1099" y="514"/>
                </a:lnTo>
                <a:lnTo>
                  <a:pt x="1098" y="514"/>
                </a:lnTo>
                <a:lnTo>
                  <a:pt x="1097" y="514"/>
                </a:lnTo>
                <a:lnTo>
                  <a:pt x="1096" y="514"/>
                </a:lnTo>
                <a:lnTo>
                  <a:pt x="1096" y="513"/>
                </a:lnTo>
                <a:lnTo>
                  <a:pt x="1095" y="513"/>
                </a:lnTo>
                <a:lnTo>
                  <a:pt x="1095" y="512"/>
                </a:lnTo>
                <a:lnTo>
                  <a:pt x="1094" y="512"/>
                </a:lnTo>
                <a:lnTo>
                  <a:pt x="1093" y="513"/>
                </a:lnTo>
                <a:lnTo>
                  <a:pt x="1093" y="514"/>
                </a:lnTo>
                <a:lnTo>
                  <a:pt x="1092" y="514"/>
                </a:lnTo>
                <a:lnTo>
                  <a:pt x="1091" y="514"/>
                </a:lnTo>
                <a:lnTo>
                  <a:pt x="1090" y="514"/>
                </a:lnTo>
                <a:lnTo>
                  <a:pt x="1090" y="513"/>
                </a:lnTo>
                <a:lnTo>
                  <a:pt x="1090" y="512"/>
                </a:lnTo>
                <a:lnTo>
                  <a:pt x="1089" y="512"/>
                </a:lnTo>
                <a:lnTo>
                  <a:pt x="1089" y="511"/>
                </a:lnTo>
                <a:lnTo>
                  <a:pt x="1088" y="511"/>
                </a:lnTo>
                <a:lnTo>
                  <a:pt x="1087" y="511"/>
                </a:lnTo>
                <a:lnTo>
                  <a:pt x="1086" y="511"/>
                </a:lnTo>
                <a:lnTo>
                  <a:pt x="1085" y="511"/>
                </a:lnTo>
                <a:lnTo>
                  <a:pt x="1085" y="510"/>
                </a:lnTo>
                <a:lnTo>
                  <a:pt x="1083" y="511"/>
                </a:lnTo>
                <a:lnTo>
                  <a:pt x="1083" y="510"/>
                </a:lnTo>
                <a:lnTo>
                  <a:pt x="1082" y="510"/>
                </a:lnTo>
                <a:lnTo>
                  <a:pt x="1081" y="510"/>
                </a:lnTo>
                <a:lnTo>
                  <a:pt x="1081" y="509"/>
                </a:lnTo>
                <a:lnTo>
                  <a:pt x="1080" y="509"/>
                </a:lnTo>
                <a:lnTo>
                  <a:pt x="1079" y="509"/>
                </a:lnTo>
                <a:lnTo>
                  <a:pt x="1078" y="508"/>
                </a:lnTo>
                <a:lnTo>
                  <a:pt x="1077" y="508"/>
                </a:lnTo>
                <a:lnTo>
                  <a:pt x="1077" y="509"/>
                </a:lnTo>
                <a:lnTo>
                  <a:pt x="1076" y="509"/>
                </a:lnTo>
                <a:lnTo>
                  <a:pt x="1075" y="509"/>
                </a:lnTo>
                <a:lnTo>
                  <a:pt x="1075" y="508"/>
                </a:lnTo>
                <a:lnTo>
                  <a:pt x="1076" y="508"/>
                </a:lnTo>
                <a:lnTo>
                  <a:pt x="1076" y="507"/>
                </a:lnTo>
                <a:lnTo>
                  <a:pt x="1075" y="506"/>
                </a:lnTo>
                <a:lnTo>
                  <a:pt x="1075" y="507"/>
                </a:lnTo>
                <a:lnTo>
                  <a:pt x="1073" y="507"/>
                </a:lnTo>
                <a:lnTo>
                  <a:pt x="1073" y="506"/>
                </a:lnTo>
                <a:lnTo>
                  <a:pt x="1072" y="506"/>
                </a:lnTo>
                <a:lnTo>
                  <a:pt x="1071" y="506"/>
                </a:lnTo>
                <a:lnTo>
                  <a:pt x="1070" y="505"/>
                </a:lnTo>
                <a:lnTo>
                  <a:pt x="1070" y="504"/>
                </a:lnTo>
                <a:lnTo>
                  <a:pt x="1068" y="503"/>
                </a:lnTo>
                <a:lnTo>
                  <a:pt x="1068" y="504"/>
                </a:lnTo>
                <a:lnTo>
                  <a:pt x="1067" y="504"/>
                </a:lnTo>
                <a:lnTo>
                  <a:pt x="1067" y="503"/>
                </a:lnTo>
                <a:lnTo>
                  <a:pt x="1067" y="502"/>
                </a:lnTo>
                <a:lnTo>
                  <a:pt x="1067" y="501"/>
                </a:lnTo>
                <a:lnTo>
                  <a:pt x="1067" y="500"/>
                </a:lnTo>
                <a:lnTo>
                  <a:pt x="1065" y="500"/>
                </a:lnTo>
                <a:lnTo>
                  <a:pt x="1064" y="500"/>
                </a:lnTo>
                <a:lnTo>
                  <a:pt x="1064" y="499"/>
                </a:lnTo>
                <a:lnTo>
                  <a:pt x="1064" y="500"/>
                </a:lnTo>
                <a:lnTo>
                  <a:pt x="1063" y="500"/>
                </a:lnTo>
                <a:lnTo>
                  <a:pt x="1062" y="501"/>
                </a:lnTo>
                <a:lnTo>
                  <a:pt x="1061" y="501"/>
                </a:lnTo>
                <a:lnTo>
                  <a:pt x="1060" y="501"/>
                </a:lnTo>
                <a:lnTo>
                  <a:pt x="1060" y="500"/>
                </a:lnTo>
                <a:lnTo>
                  <a:pt x="1059" y="500"/>
                </a:lnTo>
                <a:lnTo>
                  <a:pt x="1058" y="501"/>
                </a:lnTo>
                <a:lnTo>
                  <a:pt x="1057" y="500"/>
                </a:lnTo>
                <a:lnTo>
                  <a:pt x="1056" y="501"/>
                </a:lnTo>
                <a:lnTo>
                  <a:pt x="1055" y="501"/>
                </a:lnTo>
                <a:lnTo>
                  <a:pt x="1055" y="500"/>
                </a:lnTo>
                <a:lnTo>
                  <a:pt x="1054" y="501"/>
                </a:lnTo>
                <a:lnTo>
                  <a:pt x="1053" y="501"/>
                </a:lnTo>
                <a:lnTo>
                  <a:pt x="1053" y="500"/>
                </a:lnTo>
                <a:lnTo>
                  <a:pt x="1052" y="500"/>
                </a:lnTo>
                <a:lnTo>
                  <a:pt x="1052" y="501"/>
                </a:lnTo>
                <a:lnTo>
                  <a:pt x="1051" y="501"/>
                </a:lnTo>
                <a:lnTo>
                  <a:pt x="1051" y="500"/>
                </a:lnTo>
                <a:lnTo>
                  <a:pt x="1051" y="499"/>
                </a:lnTo>
                <a:lnTo>
                  <a:pt x="1050" y="499"/>
                </a:lnTo>
                <a:lnTo>
                  <a:pt x="1049" y="499"/>
                </a:lnTo>
                <a:lnTo>
                  <a:pt x="1048" y="499"/>
                </a:lnTo>
                <a:lnTo>
                  <a:pt x="1048" y="498"/>
                </a:lnTo>
                <a:lnTo>
                  <a:pt x="1047" y="498"/>
                </a:lnTo>
                <a:lnTo>
                  <a:pt x="1047" y="497"/>
                </a:lnTo>
                <a:lnTo>
                  <a:pt x="1046" y="496"/>
                </a:lnTo>
                <a:lnTo>
                  <a:pt x="1045" y="496"/>
                </a:lnTo>
                <a:lnTo>
                  <a:pt x="1044" y="496"/>
                </a:lnTo>
                <a:lnTo>
                  <a:pt x="1043" y="496"/>
                </a:lnTo>
                <a:lnTo>
                  <a:pt x="1042" y="495"/>
                </a:lnTo>
                <a:lnTo>
                  <a:pt x="1041" y="495"/>
                </a:lnTo>
                <a:lnTo>
                  <a:pt x="1040" y="495"/>
                </a:lnTo>
                <a:lnTo>
                  <a:pt x="1039" y="496"/>
                </a:lnTo>
                <a:lnTo>
                  <a:pt x="1038" y="496"/>
                </a:lnTo>
                <a:lnTo>
                  <a:pt x="1037" y="495"/>
                </a:lnTo>
                <a:lnTo>
                  <a:pt x="1037" y="496"/>
                </a:lnTo>
                <a:lnTo>
                  <a:pt x="1036" y="496"/>
                </a:lnTo>
                <a:lnTo>
                  <a:pt x="1036" y="497"/>
                </a:lnTo>
                <a:lnTo>
                  <a:pt x="1037" y="497"/>
                </a:lnTo>
                <a:lnTo>
                  <a:pt x="1036" y="497"/>
                </a:lnTo>
                <a:lnTo>
                  <a:pt x="1036" y="498"/>
                </a:lnTo>
                <a:lnTo>
                  <a:pt x="1035" y="498"/>
                </a:lnTo>
                <a:lnTo>
                  <a:pt x="1035" y="500"/>
                </a:lnTo>
                <a:lnTo>
                  <a:pt x="1034" y="500"/>
                </a:lnTo>
                <a:lnTo>
                  <a:pt x="1032" y="501"/>
                </a:lnTo>
                <a:lnTo>
                  <a:pt x="1031" y="501"/>
                </a:lnTo>
                <a:lnTo>
                  <a:pt x="1030" y="501"/>
                </a:lnTo>
                <a:lnTo>
                  <a:pt x="1030" y="502"/>
                </a:lnTo>
                <a:lnTo>
                  <a:pt x="1030" y="503"/>
                </a:lnTo>
                <a:lnTo>
                  <a:pt x="1030" y="504"/>
                </a:lnTo>
                <a:lnTo>
                  <a:pt x="1029" y="504"/>
                </a:lnTo>
                <a:lnTo>
                  <a:pt x="1029" y="505"/>
                </a:lnTo>
                <a:lnTo>
                  <a:pt x="1029" y="506"/>
                </a:lnTo>
                <a:lnTo>
                  <a:pt x="1029" y="507"/>
                </a:lnTo>
                <a:lnTo>
                  <a:pt x="1028" y="507"/>
                </a:lnTo>
                <a:lnTo>
                  <a:pt x="1028" y="508"/>
                </a:lnTo>
                <a:lnTo>
                  <a:pt x="1029" y="508"/>
                </a:lnTo>
                <a:lnTo>
                  <a:pt x="1029" y="509"/>
                </a:lnTo>
                <a:lnTo>
                  <a:pt x="1029" y="510"/>
                </a:lnTo>
                <a:lnTo>
                  <a:pt x="1028" y="510"/>
                </a:lnTo>
                <a:lnTo>
                  <a:pt x="1028" y="511"/>
                </a:lnTo>
                <a:lnTo>
                  <a:pt x="1027" y="512"/>
                </a:lnTo>
                <a:lnTo>
                  <a:pt x="1027" y="513"/>
                </a:lnTo>
                <a:lnTo>
                  <a:pt x="1026" y="513"/>
                </a:lnTo>
                <a:lnTo>
                  <a:pt x="1026" y="514"/>
                </a:lnTo>
                <a:lnTo>
                  <a:pt x="1025" y="514"/>
                </a:lnTo>
                <a:lnTo>
                  <a:pt x="1025" y="515"/>
                </a:lnTo>
                <a:lnTo>
                  <a:pt x="1025" y="516"/>
                </a:lnTo>
                <a:lnTo>
                  <a:pt x="1026" y="517"/>
                </a:lnTo>
                <a:lnTo>
                  <a:pt x="1027" y="517"/>
                </a:lnTo>
                <a:lnTo>
                  <a:pt x="1027" y="518"/>
                </a:lnTo>
                <a:lnTo>
                  <a:pt x="1028" y="518"/>
                </a:lnTo>
                <a:lnTo>
                  <a:pt x="1029" y="518"/>
                </a:lnTo>
                <a:lnTo>
                  <a:pt x="1029" y="519"/>
                </a:lnTo>
                <a:lnTo>
                  <a:pt x="1030" y="520"/>
                </a:lnTo>
                <a:lnTo>
                  <a:pt x="1031" y="521"/>
                </a:lnTo>
                <a:lnTo>
                  <a:pt x="1032" y="522"/>
                </a:lnTo>
                <a:lnTo>
                  <a:pt x="1032" y="523"/>
                </a:lnTo>
                <a:lnTo>
                  <a:pt x="1032" y="524"/>
                </a:lnTo>
                <a:lnTo>
                  <a:pt x="1032" y="525"/>
                </a:lnTo>
                <a:lnTo>
                  <a:pt x="1033" y="525"/>
                </a:lnTo>
                <a:lnTo>
                  <a:pt x="1034" y="525"/>
                </a:lnTo>
                <a:lnTo>
                  <a:pt x="1035" y="525"/>
                </a:lnTo>
                <a:lnTo>
                  <a:pt x="1035" y="526"/>
                </a:lnTo>
                <a:lnTo>
                  <a:pt x="1034" y="526"/>
                </a:lnTo>
                <a:lnTo>
                  <a:pt x="1034" y="527"/>
                </a:lnTo>
                <a:lnTo>
                  <a:pt x="1035" y="528"/>
                </a:lnTo>
                <a:lnTo>
                  <a:pt x="1035" y="529"/>
                </a:lnTo>
                <a:lnTo>
                  <a:pt x="1035" y="530"/>
                </a:lnTo>
                <a:lnTo>
                  <a:pt x="1036" y="531"/>
                </a:lnTo>
                <a:lnTo>
                  <a:pt x="1036" y="530"/>
                </a:lnTo>
                <a:lnTo>
                  <a:pt x="1037" y="530"/>
                </a:lnTo>
                <a:lnTo>
                  <a:pt x="1037" y="531"/>
                </a:lnTo>
                <a:lnTo>
                  <a:pt x="1037" y="532"/>
                </a:lnTo>
                <a:lnTo>
                  <a:pt x="1038" y="532"/>
                </a:lnTo>
                <a:lnTo>
                  <a:pt x="1038" y="533"/>
                </a:lnTo>
                <a:lnTo>
                  <a:pt x="1039" y="533"/>
                </a:lnTo>
                <a:lnTo>
                  <a:pt x="1039" y="534"/>
                </a:lnTo>
                <a:lnTo>
                  <a:pt x="1040" y="535"/>
                </a:lnTo>
                <a:lnTo>
                  <a:pt x="1040" y="536"/>
                </a:lnTo>
                <a:lnTo>
                  <a:pt x="1040" y="537"/>
                </a:lnTo>
                <a:lnTo>
                  <a:pt x="1041" y="538"/>
                </a:lnTo>
                <a:lnTo>
                  <a:pt x="1042" y="538"/>
                </a:lnTo>
                <a:lnTo>
                  <a:pt x="1042" y="539"/>
                </a:lnTo>
                <a:lnTo>
                  <a:pt x="1043" y="539"/>
                </a:lnTo>
                <a:lnTo>
                  <a:pt x="1043" y="540"/>
                </a:lnTo>
                <a:lnTo>
                  <a:pt x="1044" y="540"/>
                </a:lnTo>
                <a:lnTo>
                  <a:pt x="1044" y="541"/>
                </a:lnTo>
                <a:lnTo>
                  <a:pt x="1044" y="542"/>
                </a:lnTo>
                <a:lnTo>
                  <a:pt x="1044" y="543"/>
                </a:lnTo>
                <a:lnTo>
                  <a:pt x="1045" y="543"/>
                </a:lnTo>
                <a:lnTo>
                  <a:pt x="1045" y="544"/>
                </a:lnTo>
                <a:lnTo>
                  <a:pt x="1046" y="545"/>
                </a:lnTo>
                <a:lnTo>
                  <a:pt x="1047" y="545"/>
                </a:lnTo>
                <a:lnTo>
                  <a:pt x="1048" y="544"/>
                </a:lnTo>
                <a:lnTo>
                  <a:pt x="1048" y="545"/>
                </a:lnTo>
                <a:lnTo>
                  <a:pt x="1049" y="545"/>
                </a:lnTo>
                <a:lnTo>
                  <a:pt x="1049" y="546"/>
                </a:lnTo>
                <a:lnTo>
                  <a:pt x="1050" y="545"/>
                </a:lnTo>
                <a:lnTo>
                  <a:pt x="1050" y="546"/>
                </a:lnTo>
                <a:lnTo>
                  <a:pt x="1050" y="547"/>
                </a:lnTo>
                <a:lnTo>
                  <a:pt x="1051" y="548"/>
                </a:lnTo>
                <a:lnTo>
                  <a:pt x="1053" y="549"/>
                </a:lnTo>
                <a:lnTo>
                  <a:pt x="1054" y="549"/>
                </a:lnTo>
                <a:lnTo>
                  <a:pt x="1055" y="548"/>
                </a:lnTo>
                <a:lnTo>
                  <a:pt x="1056" y="548"/>
                </a:lnTo>
                <a:lnTo>
                  <a:pt x="1056" y="549"/>
                </a:lnTo>
                <a:lnTo>
                  <a:pt x="1057" y="549"/>
                </a:lnTo>
                <a:lnTo>
                  <a:pt x="1058" y="549"/>
                </a:lnTo>
                <a:lnTo>
                  <a:pt x="1058" y="550"/>
                </a:lnTo>
                <a:lnTo>
                  <a:pt x="1059" y="550"/>
                </a:lnTo>
                <a:lnTo>
                  <a:pt x="1060" y="550"/>
                </a:lnTo>
                <a:lnTo>
                  <a:pt x="1060" y="551"/>
                </a:lnTo>
                <a:lnTo>
                  <a:pt x="1060" y="552"/>
                </a:lnTo>
                <a:lnTo>
                  <a:pt x="1061" y="553"/>
                </a:lnTo>
                <a:lnTo>
                  <a:pt x="1062" y="554"/>
                </a:lnTo>
                <a:lnTo>
                  <a:pt x="1063" y="555"/>
                </a:lnTo>
                <a:lnTo>
                  <a:pt x="1063" y="556"/>
                </a:lnTo>
                <a:lnTo>
                  <a:pt x="1063" y="557"/>
                </a:lnTo>
                <a:lnTo>
                  <a:pt x="1063" y="559"/>
                </a:lnTo>
                <a:lnTo>
                  <a:pt x="1063" y="560"/>
                </a:lnTo>
                <a:lnTo>
                  <a:pt x="1062" y="560"/>
                </a:lnTo>
                <a:lnTo>
                  <a:pt x="1062" y="561"/>
                </a:lnTo>
                <a:lnTo>
                  <a:pt x="1061" y="562"/>
                </a:lnTo>
                <a:lnTo>
                  <a:pt x="1061" y="563"/>
                </a:lnTo>
                <a:lnTo>
                  <a:pt x="1061" y="564"/>
                </a:lnTo>
                <a:lnTo>
                  <a:pt x="1061" y="565"/>
                </a:lnTo>
                <a:lnTo>
                  <a:pt x="1062" y="566"/>
                </a:lnTo>
                <a:lnTo>
                  <a:pt x="1062" y="567"/>
                </a:lnTo>
                <a:lnTo>
                  <a:pt x="1061" y="568"/>
                </a:lnTo>
                <a:lnTo>
                  <a:pt x="1061" y="569"/>
                </a:lnTo>
                <a:lnTo>
                  <a:pt x="1062" y="569"/>
                </a:lnTo>
                <a:lnTo>
                  <a:pt x="1063" y="569"/>
                </a:lnTo>
                <a:lnTo>
                  <a:pt x="1062" y="569"/>
                </a:lnTo>
                <a:lnTo>
                  <a:pt x="1063" y="569"/>
                </a:lnTo>
                <a:lnTo>
                  <a:pt x="1063" y="568"/>
                </a:lnTo>
                <a:lnTo>
                  <a:pt x="1064" y="568"/>
                </a:lnTo>
                <a:lnTo>
                  <a:pt x="1065" y="568"/>
                </a:lnTo>
                <a:lnTo>
                  <a:pt x="1066" y="568"/>
                </a:lnTo>
                <a:lnTo>
                  <a:pt x="1066" y="567"/>
                </a:lnTo>
                <a:lnTo>
                  <a:pt x="1067" y="566"/>
                </a:lnTo>
                <a:lnTo>
                  <a:pt x="1068" y="566"/>
                </a:lnTo>
                <a:lnTo>
                  <a:pt x="1069" y="567"/>
                </a:lnTo>
                <a:lnTo>
                  <a:pt x="1070" y="568"/>
                </a:lnTo>
                <a:lnTo>
                  <a:pt x="1071" y="568"/>
                </a:lnTo>
                <a:lnTo>
                  <a:pt x="1072" y="568"/>
                </a:lnTo>
                <a:lnTo>
                  <a:pt x="1072" y="569"/>
                </a:lnTo>
                <a:lnTo>
                  <a:pt x="1073" y="569"/>
                </a:lnTo>
                <a:lnTo>
                  <a:pt x="1073" y="568"/>
                </a:lnTo>
                <a:lnTo>
                  <a:pt x="1073" y="569"/>
                </a:lnTo>
                <a:lnTo>
                  <a:pt x="1074" y="569"/>
                </a:lnTo>
                <a:lnTo>
                  <a:pt x="1074" y="568"/>
                </a:lnTo>
                <a:lnTo>
                  <a:pt x="1075" y="568"/>
                </a:lnTo>
                <a:lnTo>
                  <a:pt x="1075" y="569"/>
                </a:lnTo>
                <a:lnTo>
                  <a:pt x="1076" y="569"/>
                </a:lnTo>
                <a:lnTo>
                  <a:pt x="1077" y="569"/>
                </a:lnTo>
                <a:lnTo>
                  <a:pt x="1078" y="569"/>
                </a:lnTo>
                <a:lnTo>
                  <a:pt x="1079" y="569"/>
                </a:lnTo>
                <a:lnTo>
                  <a:pt x="1080" y="570"/>
                </a:lnTo>
                <a:lnTo>
                  <a:pt x="1081" y="570"/>
                </a:lnTo>
                <a:lnTo>
                  <a:pt x="1082" y="570"/>
                </a:lnTo>
                <a:lnTo>
                  <a:pt x="1083" y="570"/>
                </a:lnTo>
                <a:lnTo>
                  <a:pt x="1084" y="570"/>
                </a:lnTo>
                <a:lnTo>
                  <a:pt x="1084" y="569"/>
                </a:lnTo>
                <a:lnTo>
                  <a:pt x="1085" y="569"/>
                </a:lnTo>
                <a:lnTo>
                  <a:pt x="1085" y="568"/>
                </a:lnTo>
                <a:lnTo>
                  <a:pt x="1085" y="567"/>
                </a:lnTo>
                <a:lnTo>
                  <a:pt x="1085" y="566"/>
                </a:lnTo>
                <a:lnTo>
                  <a:pt x="1086" y="566"/>
                </a:lnTo>
                <a:lnTo>
                  <a:pt x="1087" y="566"/>
                </a:lnTo>
                <a:lnTo>
                  <a:pt x="1088" y="566"/>
                </a:lnTo>
                <a:lnTo>
                  <a:pt x="1089" y="566"/>
                </a:lnTo>
                <a:lnTo>
                  <a:pt x="1089" y="565"/>
                </a:lnTo>
                <a:lnTo>
                  <a:pt x="1090" y="565"/>
                </a:lnTo>
                <a:lnTo>
                  <a:pt x="1091" y="564"/>
                </a:lnTo>
                <a:lnTo>
                  <a:pt x="1092" y="564"/>
                </a:lnTo>
                <a:lnTo>
                  <a:pt x="1092" y="565"/>
                </a:lnTo>
                <a:lnTo>
                  <a:pt x="1094" y="565"/>
                </a:lnTo>
                <a:lnTo>
                  <a:pt x="1095" y="565"/>
                </a:lnTo>
                <a:lnTo>
                  <a:pt x="1096" y="565"/>
                </a:lnTo>
                <a:lnTo>
                  <a:pt x="1096" y="566"/>
                </a:lnTo>
                <a:lnTo>
                  <a:pt x="1096" y="567"/>
                </a:lnTo>
                <a:lnTo>
                  <a:pt x="1096" y="568"/>
                </a:lnTo>
                <a:lnTo>
                  <a:pt x="1097" y="568"/>
                </a:lnTo>
                <a:lnTo>
                  <a:pt x="1098" y="568"/>
                </a:lnTo>
                <a:lnTo>
                  <a:pt x="1098" y="567"/>
                </a:lnTo>
                <a:lnTo>
                  <a:pt x="1099" y="567"/>
                </a:lnTo>
                <a:lnTo>
                  <a:pt x="1099" y="568"/>
                </a:lnTo>
                <a:lnTo>
                  <a:pt x="1099" y="569"/>
                </a:lnTo>
                <a:lnTo>
                  <a:pt x="1099" y="570"/>
                </a:lnTo>
                <a:lnTo>
                  <a:pt x="1099" y="571"/>
                </a:lnTo>
                <a:lnTo>
                  <a:pt x="1100" y="571"/>
                </a:lnTo>
                <a:lnTo>
                  <a:pt x="1101" y="571"/>
                </a:lnTo>
                <a:lnTo>
                  <a:pt x="1101" y="572"/>
                </a:lnTo>
                <a:lnTo>
                  <a:pt x="1101" y="573"/>
                </a:lnTo>
                <a:lnTo>
                  <a:pt x="1101" y="574"/>
                </a:lnTo>
                <a:lnTo>
                  <a:pt x="1102" y="574"/>
                </a:lnTo>
                <a:lnTo>
                  <a:pt x="1102" y="575"/>
                </a:lnTo>
                <a:lnTo>
                  <a:pt x="1101" y="575"/>
                </a:lnTo>
                <a:lnTo>
                  <a:pt x="1101" y="576"/>
                </a:lnTo>
                <a:lnTo>
                  <a:pt x="1101" y="577"/>
                </a:lnTo>
                <a:lnTo>
                  <a:pt x="1101" y="578"/>
                </a:lnTo>
                <a:lnTo>
                  <a:pt x="1101" y="579"/>
                </a:lnTo>
                <a:lnTo>
                  <a:pt x="1102" y="579"/>
                </a:lnTo>
                <a:lnTo>
                  <a:pt x="1102" y="580"/>
                </a:lnTo>
                <a:lnTo>
                  <a:pt x="1102" y="581"/>
                </a:lnTo>
                <a:lnTo>
                  <a:pt x="1102" y="582"/>
                </a:lnTo>
                <a:lnTo>
                  <a:pt x="1102" y="583"/>
                </a:lnTo>
                <a:lnTo>
                  <a:pt x="1102" y="585"/>
                </a:lnTo>
                <a:lnTo>
                  <a:pt x="1103" y="585"/>
                </a:lnTo>
                <a:lnTo>
                  <a:pt x="1103" y="586"/>
                </a:lnTo>
                <a:lnTo>
                  <a:pt x="1104" y="586"/>
                </a:lnTo>
                <a:lnTo>
                  <a:pt x="1105" y="585"/>
                </a:lnTo>
                <a:lnTo>
                  <a:pt x="1106" y="585"/>
                </a:lnTo>
                <a:lnTo>
                  <a:pt x="1108" y="585"/>
                </a:lnTo>
                <a:lnTo>
                  <a:pt x="1109" y="585"/>
                </a:lnTo>
                <a:lnTo>
                  <a:pt x="1110" y="585"/>
                </a:lnTo>
                <a:lnTo>
                  <a:pt x="1111" y="585"/>
                </a:lnTo>
                <a:lnTo>
                  <a:pt x="1112" y="585"/>
                </a:lnTo>
                <a:lnTo>
                  <a:pt x="1113" y="585"/>
                </a:lnTo>
                <a:lnTo>
                  <a:pt x="1114" y="585"/>
                </a:lnTo>
                <a:lnTo>
                  <a:pt x="1114" y="584"/>
                </a:lnTo>
                <a:lnTo>
                  <a:pt x="1114" y="583"/>
                </a:lnTo>
                <a:lnTo>
                  <a:pt x="1115" y="583"/>
                </a:lnTo>
                <a:lnTo>
                  <a:pt x="1115" y="581"/>
                </a:lnTo>
                <a:lnTo>
                  <a:pt x="1116" y="581"/>
                </a:lnTo>
                <a:lnTo>
                  <a:pt x="1116" y="583"/>
                </a:lnTo>
                <a:lnTo>
                  <a:pt x="1116" y="584"/>
                </a:lnTo>
                <a:lnTo>
                  <a:pt x="1116" y="585"/>
                </a:lnTo>
                <a:lnTo>
                  <a:pt x="1116" y="586"/>
                </a:lnTo>
                <a:lnTo>
                  <a:pt x="1116" y="587"/>
                </a:lnTo>
                <a:lnTo>
                  <a:pt x="1116" y="588"/>
                </a:lnTo>
                <a:lnTo>
                  <a:pt x="1115" y="589"/>
                </a:lnTo>
                <a:lnTo>
                  <a:pt x="1116" y="590"/>
                </a:lnTo>
                <a:lnTo>
                  <a:pt x="1115" y="590"/>
                </a:lnTo>
                <a:lnTo>
                  <a:pt x="1113" y="591"/>
                </a:lnTo>
                <a:lnTo>
                  <a:pt x="1112" y="591"/>
                </a:lnTo>
                <a:lnTo>
                  <a:pt x="1111" y="591"/>
                </a:lnTo>
                <a:lnTo>
                  <a:pt x="1110" y="591"/>
                </a:lnTo>
                <a:lnTo>
                  <a:pt x="1109" y="591"/>
                </a:lnTo>
                <a:lnTo>
                  <a:pt x="1109" y="592"/>
                </a:lnTo>
                <a:lnTo>
                  <a:pt x="1109" y="593"/>
                </a:lnTo>
                <a:lnTo>
                  <a:pt x="1108" y="593"/>
                </a:lnTo>
                <a:lnTo>
                  <a:pt x="1108" y="595"/>
                </a:lnTo>
                <a:lnTo>
                  <a:pt x="1107" y="595"/>
                </a:lnTo>
                <a:lnTo>
                  <a:pt x="1107" y="596"/>
                </a:lnTo>
                <a:lnTo>
                  <a:pt x="1106" y="597"/>
                </a:lnTo>
                <a:lnTo>
                  <a:pt x="1106" y="598"/>
                </a:lnTo>
                <a:lnTo>
                  <a:pt x="1106" y="599"/>
                </a:lnTo>
                <a:lnTo>
                  <a:pt x="1105" y="599"/>
                </a:lnTo>
                <a:lnTo>
                  <a:pt x="1105" y="600"/>
                </a:lnTo>
                <a:lnTo>
                  <a:pt x="1105" y="601"/>
                </a:lnTo>
                <a:lnTo>
                  <a:pt x="1105" y="602"/>
                </a:lnTo>
                <a:lnTo>
                  <a:pt x="1105" y="603"/>
                </a:lnTo>
                <a:lnTo>
                  <a:pt x="1105" y="604"/>
                </a:lnTo>
                <a:lnTo>
                  <a:pt x="1106" y="604"/>
                </a:lnTo>
                <a:lnTo>
                  <a:pt x="1106" y="605"/>
                </a:lnTo>
                <a:lnTo>
                  <a:pt x="1107" y="605"/>
                </a:lnTo>
                <a:lnTo>
                  <a:pt x="1107" y="606"/>
                </a:lnTo>
                <a:lnTo>
                  <a:pt x="1108" y="606"/>
                </a:lnTo>
                <a:lnTo>
                  <a:pt x="1109" y="606"/>
                </a:lnTo>
                <a:lnTo>
                  <a:pt x="1110" y="606"/>
                </a:lnTo>
                <a:lnTo>
                  <a:pt x="1111" y="606"/>
                </a:lnTo>
                <a:lnTo>
                  <a:pt x="1111" y="607"/>
                </a:lnTo>
                <a:lnTo>
                  <a:pt x="1112" y="607"/>
                </a:lnTo>
                <a:lnTo>
                  <a:pt x="1112" y="608"/>
                </a:lnTo>
                <a:lnTo>
                  <a:pt x="1113" y="608"/>
                </a:lnTo>
                <a:lnTo>
                  <a:pt x="1113" y="609"/>
                </a:lnTo>
                <a:lnTo>
                  <a:pt x="1112" y="609"/>
                </a:lnTo>
                <a:lnTo>
                  <a:pt x="1112" y="610"/>
                </a:lnTo>
                <a:lnTo>
                  <a:pt x="1112" y="611"/>
                </a:lnTo>
                <a:lnTo>
                  <a:pt x="1112" y="612"/>
                </a:lnTo>
                <a:lnTo>
                  <a:pt x="1111" y="613"/>
                </a:lnTo>
                <a:lnTo>
                  <a:pt x="1111" y="614"/>
                </a:lnTo>
                <a:lnTo>
                  <a:pt x="1110" y="614"/>
                </a:lnTo>
                <a:lnTo>
                  <a:pt x="1109" y="615"/>
                </a:lnTo>
                <a:lnTo>
                  <a:pt x="1108" y="615"/>
                </a:lnTo>
                <a:lnTo>
                  <a:pt x="1107" y="616"/>
                </a:lnTo>
                <a:lnTo>
                  <a:pt x="1108" y="616"/>
                </a:lnTo>
                <a:lnTo>
                  <a:pt x="1108" y="617"/>
                </a:lnTo>
                <a:lnTo>
                  <a:pt x="1108" y="618"/>
                </a:lnTo>
                <a:lnTo>
                  <a:pt x="1107" y="619"/>
                </a:lnTo>
                <a:lnTo>
                  <a:pt x="1106" y="619"/>
                </a:lnTo>
                <a:lnTo>
                  <a:pt x="1105" y="619"/>
                </a:lnTo>
                <a:lnTo>
                  <a:pt x="1105" y="620"/>
                </a:lnTo>
                <a:lnTo>
                  <a:pt x="1106" y="620"/>
                </a:lnTo>
                <a:lnTo>
                  <a:pt x="1106" y="622"/>
                </a:lnTo>
                <a:lnTo>
                  <a:pt x="1105" y="622"/>
                </a:lnTo>
                <a:lnTo>
                  <a:pt x="1105" y="623"/>
                </a:lnTo>
                <a:lnTo>
                  <a:pt x="1105" y="624"/>
                </a:lnTo>
                <a:lnTo>
                  <a:pt x="1104" y="624"/>
                </a:lnTo>
                <a:lnTo>
                  <a:pt x="1104" y="625"/>
                </a:lnTo>
                <a:lnTo>
                  <a:pt x="1103" y="626"/>
                </a:lnTo>
                <a:lnTo>
                  <a:pt x="1103" y="625"/>
                </a:lnTo>
                <a:lnTo>
                  <a:pt x="1102" y="625"/>
                </a:lnTo>
                <a:lnTo>
                  <a:pt x="1101" y="624"/>
                </a:lnTo>
                <a:lnTo>
                  <a:pt x="1100" y="623"/>
                </a:lnTo>
                <a:lnTo>
                  <a:pt x="1099" y="621"/>
                </a:lnTo>
                <a:lnTo>
                  <a:pt x="1098" y="621"/>
                </a:lnTo>
                <a:lnTo>
                  <a:pt x="1097" y="620"/>
                </a:lnTo>
                <a:lnTo>
                  <a:pt x="1097" y="619"/>
                </a:lnTo>
                <a:lnTo>
                  <a:pt x="1096" y="619"/>
                </a:lnTo>
                <a:lnTo>
                  <a:pt x="1095" y="619"/>
                </a:lnTo>
                <a:lnTo>
                  <a:pt x="1095" y="618"/>
                </a:lnTo>
                <a:lnTo>
                  <a:pt x="1094" y="618"/>
                </a:lnTo>
                <a:lnTo>
                  <a:pt x="1094" y="617"/>
                </a:lnTo>
                <a:lnTo>
                  <a:pt x="1093" y="617"/>
                </a:lnTo>
                <a:lnTo>
                  <a:pt x="1093" y="616"/>
                </a:lnTo>
                <a:lnTo>
                  <a:pt x="1092" y="615"/>
                </a:lnTo>
                <a:lnTo>
                  <a:pt x="1091" y="615"/>
                </a:lnTo>
                <a:lnTo>
                  <a:pt x="1091" y="614"/>
                </a:lnTo>
                <a:lnTo>
                  <a:pt x="1091" y="613"/>
                </a:lnTo>
                <a:lnTo>
                  <a:pt x="1090" y="613"/>
                </a:lnTo>
                <a:lnTo>
                  <a:pt x="1089" y="613"/>
                </a:lnTo>
                <a:lnTo>
                  <a:pt x="1088" y="613"/>
                </a:lnTo>
                <a:lnTo>
                  <a:pt x="1087" y="613"/>
                </a:lnTo>
                <a:lnTo>
                  <a:pt x="1086" y="613"/>
                </a:lnTo>
                <a:lnTo>
                  <a:pt x="1085" y="613"/>
                </a:lnTo>
                <a:lnTo>
                  <a:pt x="1084" y="613"/>
                </a:lnTo>
                <a:lnTo>
                  <a:pt x="1083" y="613"/>
                </a:lnTo>
                <a:lnTo>
                  <a:pt x="1082" y="613"/>
                </a:lnTo>
                <a:lnTo>
                  <a:pt x="1082" y="614"/>
                </a:lnTo>
                <a:lnTo>
                  <a:pt x="1082" y="615"/>
                </a:lnTo>
                <a:lnTo>
                  <a:pt x="1081" y="615"/>
                </a:lnTo>
                <a:lnTo>
                  <a:pt x="1082" y="615"/>
                </a:lnTo>
                <a:lnTo>
                  <a:pt x="1082" y="616"/>
                </a:lnTo>
                <a:lnTo>
                  <a:pt x="1082" y="617"/>
                </a:lnTo>
                <a:lnTo>
                  <a:pt x="1082" y="618"/>
                </a:lnTo>
                <a:lnTo>
                  <a:pt x="1081" y="618"/>
                </a:lnTo>
                <a:lnTo>
                  <a:pt x="1081" y="619"/>
                </a:lnTo>
                <a:lnTo>
                  <a:pt x="1082" y="619"/>
                </a:lnTo>
                <a:lnTo>
                  <a:pt x="1082" y="620"/>
                </a:lnTo>
                <a:lnTo>
                  <a:pt x="1081" y="620"/>
                </a:lnTo>
                <a:lnTo>
                  <a:pt x="1081" y="621"/>
                </a:lnTo>
                <a:lnTo>
                  <a:pt x="1081" y="620"/>
                </a:lnTo>
                <a:lnTo>
                  <a:pt x="1080" y="620"/>
                </a:lnTo>
                <a:lnTo>
                  <a:pt x="1080" y="619"/>
                </a:lnTo>
                <a:lnTo>
                  <a:pt x="1079" y="619"/>
                </a:lnTo>
                <a:lnTo>
                  <a:pt x="1079" y="618"/>
                </a:lnTo>
                <a:lnTo>
                  <a:pt x="1078" y="618"/>
                </a:lnTo>
                <a:lnTo>
                  <a:pt x="1078" y="617"/>
                </a:lnTo>
                <a:lnTo>
                  <a:pt x="1078" y="616"/>
                </a:lnTo>
                <a:lnTo>
                  <a:pt x="1077" y="616"/>
                </a:lnTo>
                <a:lnTo>
                  <a:pt x="1077" y="615"/>
                </a:lnTo>
                <a:lnTo>
                  <a:pt x="1077" y="614"/>
                </a:lnTo>
                <a:lnTo>
                  <a:pt x="1076" y="613"/>
                </a:lnTo>
                <a:lnTo>
                  <a:pt x="1076" y="612"/>
                </a:lnTo>
                <a:lnTo>
                  <a:pt x="1075" y="611"/>
                </a:lnTo>
                <a:lnTo>
                  <a:pt x="1074" y="611"/>
                </a:lnTo>
                <a:lnTo>
                  <a:pt x="1073" y="610"/>
                </a:lnTo>
                <a:lnTo>
                  <a:pt x="1073" y="609"/>
                </a:lnTo>
                <a:lnTo>
                  <a:pt x="1072" y="609"/>
                </a:lnTo>
                <a:lnTo>
                  <a:pt x="1071" y="609"/>
                </a:lnTo>
                <a:lnTo>
                  <a:pt x="1070" y="609"/>
                </a:lnTo>
                <a:lnTo>
                  <a:pt x="1069" y="609"/>
                </a:lnTo>
                <a:lnTo>
                  <a:pt x="1068" y="609"/>
                </a:lnTo>
                <a:lnTo>
                  <a:pt x="1067" y="609"/>
                </a:lnTo>
                <a:lnTo>
                  <a:pt x="1067" y="608"/>
                </a:lnTo>
                <a:lnTo>
                  <a:pt x="1066" y="608"/>
                </a:lnTo>
                <a:lnTo>
                  <a:pt x="1066" y="609"/>
                </a:lnTo>
                <a:lnTo>
                  <a:pt x="1066" y="610"/>
                </a:lnTo>
                <a:lnTo>
                  <a:pt x="1065" y="610"/>
                </a:lnTo>
                <a:lnTo>
                  <a:pt x="1065" y="609"/>
                </a:lnTo>
                <a:lnTo>
                  <a:pt x="1063" y="608"/>
                </a:lnTo>
                <a:lnTo>
                  <a:pt x="1063" y="609"/>
                </a:lnTo>
                <a:lnTo>
                  <a:pt x="1062" y="609"/>
                </a:lnTo>
                <a:lnTo>
                  <a:pt x="1062" y="610"/>
                </a:lnTo>
                <a:lnTo>
                  <a:pt x="1062" y="611"/>
                </a:lnTo>
                <a:lnTo>
                  <a:pt x="1061" y="611"/>
                </a:lnTo>
                <a:lnTo>
                  <a:pt x="1060" y="611"/>
                </a:lnTo>
                <a:lnTo>
                  <a:pt x="1060" y="612"/>
                </a:lnTo>
                <a:lnTo>
                  <a:pt x="1059" y="612"/>
                </a:lnTo>
                <a:lnTo>
                  <a:pt x="1059" y="613"/>
                </a:lnTo>
                <a:lnTo>
                  <a:pt x="1058" y="613"/>
                </a:lnTo>
                <a:lnTo>
                  <a:pt x="1057" y="613"/>
                </a:lnTo>
                <a:lnTo>
                  <a:pt x="1057" y="614"/>
                </a:lnTo>
                <a:lnTo>
                  <a:pt x="1057" y="616"/>
                </a:lnTo>
                <a:lnTo>
                  <a:pt x="1057" y="617"/>
                </a:lnTo>
                <a:lnTo>
                  <a:pt x="1058" y="617"/>
                </a:lnTo>
                <a:lnTo>
                  <a:pt x="1059" y="617"/>
                </a:lnTo>
                <a:lnTo>
                  <a:pt x="1058" y="618"/>
                </a:lnTo>
                <a:lnTo>
                  <a:pt x="1058" y="619"/>
                </a:lnTo>
                <a:lnTo>
                  <a:pt x="1059" y="619"/>
                </a:lnTo>
                <a:lnTo>
                  <a:pt x="1059" y="620"/>
                </a:lnTo>
                <a:lnTo>
                  <a:pt x="1059" y="621"/>
                </a:lnTo>
                <a:lnTo>
                  <a:pt x="1060" y="621"/>
                </a:lnTo>
                <a:lnTo>
                  <a:pt x="1061" y="621"/>
                </a:lnTo>
                <a:lnTo>
                  <a:pt x="1060" y="622"/>
                </a:lnTo>
                <a:lnTo>
                  <a:pt x="1060" y="623"/>
                </a:lnTo>
                <a:lnTo>
                  <a:pt x="1060" y="624"/>
                </a:lnTo>
                <a:lnTo>
                  <a:pt x="1061" y="624"/>
                </a:lnTo>
                <a:lnTo>
                  <a:pt x="1061" y="625"/>
                </a:lnTo>
                <a:lnTo>
                  <a:pt x="1061" y="626"/>
                </a:lnTo>
                <a:lnTo>
                  <a:pt x="1061" y="627"/>
                </a:lnTo>
                <a:lnTo>
                  <a:pt x="1060" y="627"/>
                </a:lnTo>
                <a:lnTo>
                  <a:pt x="1059" y="627"/>
                </a:lnTo>
                <a:lnTo>
                  <a:pt x="1059" y="628"/>
                </a:lnTo>
                <a:lnTo>
                  <a:pt x="1059" y="629"/>
                </a:lnTo>
                <a:lnTo>
                  <a:pt x="1059" y="630"/>
                </a:lnTo>
                <a:lnTo>
                  <a:pt x="1061" y="630"/>
                </a:lnTo>
                <a:lnTo>
                  <a:pt x="1062" y="631"/>
                </a:lnTo>
                <a:lnTo>
                  <a:pt x="1063" y="632"/>
                </a:lnTo>
                <a:lnTo>
                  <a:pt x="1062" y="632"/>
                </a:lnTo>
                <a:lnTo>
                  <a:pt x="1062" y="633"/>
                </a:lnTo>
                <a:lnTo>
                  <a:pt x="1063" y="633"/>
                </a:lnTo>
                <a:lnTo>
                  <a:pt x="1062" y="633"/>
                </a:lnTo>
                <a:lnTo>
                  <a:pt x="1062" y="634"/>
                </a:lnTo>
                <a:lnTo>
                  <a:pt x="1062" y="635"/>
                </a:lnTo>
                <a:lnTo>
                  <a:pt x="1062" y="636"/>
                </a:lnTo>
                <a:lnTo>
                  <a:pt x="1062" y="637"/>
                </a:lnTo>
                <a:lnTo>
                  <a:pt x="1063" y="637"/>
                </a:lnTo>
                <a:lnTo>
                  <a:pt x="1063" y="638"/>
                </a:lnTo>
                <a:lnTo>
                  <a:pt x="1062" y="638"/>
                </a:lnTo>
                <a:lnTo>
                  <a:pt x="1061" y="638"/>
                </a:lnTo>
                <a:lnTo>
                  <a:pt x="1059" y="637"/>
                </a:lnTo>
                <a:lnTo>
                  <a:pt x="1058" y="637"/>
                </a:lnTo>
                <a:lnTo>
                  <a:pt x="1058" y="638"/>
                </a:lnTo>
                <a:lnTo>
                  <a:pt x="1058" y="639"/>
                </a:lnTo>
                <a:lnTo>
                  <a:pt x="1058" y="641"/>
                </a:lnTo>
                <a:lnTo>
                  <a:pt x="1058" y="642"/>
                </a:lnTo>
                <a:lnTo>
                  <a:pt x="1058" y="643"/>
                </a:lnTo>
                <a:lnTo>
                  <a:pt x="1058" y="644"/>
                </a:lnTo>
                <a:lnTo>
                  <a:pt x="1057" y="645"/>
                </a:lnTo>
                <a:lnTo>
                  <a:pt x="1058" y="646"/>
                </a:lnTo>
                <a:lnTo>
                  <a:pt x="1059" y="646"/>
                </a:lnTo>
                <a:lnTo>
                  <a:pt x="1060" y="646"/>
                </a:lnTo>
                <a:lnTo>
                  <a:pt x="1061" y="646"/>
                </a:lnTo>
                <a:lnTo>
                  <a:pt x="1061" y="647"/>
                </a:lnTo>
                <a:lnTo>
                  <a:pt x="1062" y="647"/>
                </a:lnTo>
                <a:lnTo>
                  <a:pt x="1063" y="648"/>
                </a:lnTo>
                <a:lnTo>
                  <a:pt x="1064" y="648"/>
                </a:lnTo>
                <a:lnTo>
                  <a:pt x="1064" y="649"/>
                </a:lnTo>
                <a:lnTo>
                  <a:pt x="1065" y="649"/>
                </a:lnTo>
                <a:lnTo>
                  <a:pt x="1065" y="650"/>
                </a:lnTo>
                <a:lnTo>
                  <a:pt x="1064" y="650"/>
                </a:lnTo>
                <a:lnTo>
                  <a:pt x="1065" y="650"/>
                </a:lnTo>
                <a:lnTo>
                  <a:pt x="1066" y="650"/>
                </a:lnTo>
                <a:lnTo>
                  <a:pt x="1066" y="651"/>
                </a:lnTo>
                <a:lnTo>
                  <a:pt x="1066" y="652"/>
                </a:lnTo>
                <a:lnTo>
                  <a:pt x="1066" y="653"/>
                </a:lnTo>
                <a:lnTo>
                  <a:pt x="1067" y="653"/>
                </a:lnTo>
                <a:lnTo>
                  <a:pt x="1068" y="654"/>
                </a:lnTo>
                <a:lnTo>
                  <a:pt x="1067" y="654"/>
                </a:lnTo>
                <a:lnTo>
                  <a:pt x="1067" y="655"/>
                </a:lnTo>
                <a:lnTo>
                  <a:pt x="1067" y="656"/>
                </a:lnTo>
                <a:lnTo>
                  <a:pt x="1067" y="657"/>
                </a:lnTo>
                <a:lnTo>
                  <a:pt x="1067" y="658"/>
                </a:lnTo>
                <a:lnTo>
                  <a:pt x="1067" y="659"/>
                </a:lnTo>
                <a:lnTo>
                  <a:pt x="1066" y="659"/>
                </a:lnTo>
                <a:lnTo>
                  <a:pt x="1066" y="660"/>
                </a:lnTo>
                <a:lnTo>
                  <a:pt x="1067" y="660"/>
                </a:lnTo>
                <a:lnTo>
                  <a:pt x="1067" y="661"/>
                </a:lnTo>
                <a:lnTo>
                  <a:pt x="1066" y="662"/>
                </a:lnTo>
                <a:lnTo>
                  <a:pt x="1067" y="662"/>
                </a:lnTo>
                <a:lnTo>
                  <a:pt x="1067" y="663"/>
                </a:lnTo>
                <a:lnTo>
                  <a:pt x="1066" y="663"/>
                </a:lnTo>
                <a:lnTo>
                  <a:pt x="1066" y="664"/>
                </a:lnTo>
                <a:lnTo>
                  <a:pt x="1066" y="665"/>
                </a:lnTo>
                <a:lnTo>
                  <a:pt x="1065" y="666"/>
                </a:lnTo>
                <a:lnTo>
                  <a:pt x="1064" y="667"/>
                </a:lnTo>
                <a:lnTo>
                  <a:pt x="1064" y="668"/>
                </a:lnTo>
                <a:lnTo>
                  <a:pt x="1063" y="669"/>
                </a:lnTo>
                <a:lnTo>
                  <a:pt x="1062" y="669"/>
                </a:lnTo>
                <a:lnTo>
                  <a:pt x="1062" y="668"/>
                </a:lnTo>
                <a:lnTo>
                  <a:pt x="1062" y="669"/>
                </a:lnTo>
                <a:lnTo>
                  <a:pt x="1062" y="670"/>
                </a:lnTo>
                <a:lnTo>
                  <a:pt x="1061" y="670"/>
                </a:lnTo>
                <a:lnTo>
                  <a:pt x="1060" y="671"/>
                </a:lnTo>
                <a:lnTo>
                  <a:pt x="1059" y="671"/>
                </a:lnTo>
                <a:lnTo>
                  <a:pt x="1058" y="671"/>
                </a:lnTo>
                <a:lnTo>
                  <a:pt x="1057" y="672"/>
                </a:lnTo>
                <a:lnTo>
                  <a:pt x="1057" y="673"/>
                </a:lnTo>
                <a:lnTo>
                  <a:pt x="1057" y="674"/>
                </a:lnTo>
                <a:lnTo>
                  <a:pt x="1056" y="674"/>
                </a:lnTo>
                <a:lnTo>
                  <a:pt x="1056" y="673"/>
                </a:lnTo>
                <a:lnTo>
                  <a:pt x="1056" y="672"/>
                </a:lnTo>
                <a:lnTo>
                  <a:pt x="1056" y="671"/>
                </a:lnTo>
                <a:lnTo>
                  <a:pt x="1056" y="670"/>
                </a:lnTo>
                <a:lnTo>
                  <a:pt x="1055" y="670"/>
                </a:lnTo>
                <a:lnTo>
                  <a:pt x="1054" y="670"/>
                </a:lnTo>
                <a:lnTo>
                  <a:pt x="1053" y="669"/>
                </a:lnTo>
                <a:lnTo>
                  <a:pt x="1052" y="669"/>
                </a:lnTo>
                <a:lnTo>
                  <a:pt x="1051" y="670"/>
                </a:lnTo>
                <a:lnTo>
                  <a:pt x="1050" y="670"/>
                </a:lnTo>
                <a:lnTo>
                  <a:pt x="1049" y="671"/>
                </a:lnTo>
                <a:lnTo>
                  <a:pt x="1048" y="672"/>
                </a:lnTo>
                <a:lnTo>
                  <a:pt x="1048" y="673"/>
                </a:lnTo>
                <a:lnTo>
                  <a:pt x="1047" y="673"/>
                </a:lnTo>
                <a:lnTo>
                  <a:pt x="1047" y="674"/>
                </a:lnTo>
                <a:lnTo>
                  <a:pt x="1046" y="674"/>
                </a:lnTo>
                <a:lnTo>
                  <a:pt x="1045" y="674"/>
                </a:lnTo>
                <a:lnTo>
                  <a:pt x="1044" y="675"/>
                </a:lnTo>
                <a:lnTo>
                  <a:pt x="1043" y="675"/>
                </a:lnTo>
                <a:lnTo>
                  <a:pt x="1042" y="675"/>
                </a:lnTo>
                <a:lnTo>
                  <a:pt x="1040" y="677"/>
                </a:lnTo>
                <a:lnTo>
                  <a:pt x="1039" y="677"/>
                </a:lnTo>
                <a:lnTo>
                  <a:pt x="1039" y="676"/>
                </a:lnTo>
                <a:lnTo>
                  <a:pt x="1039" y="675"/>
                </a:lnTo>
                <a:lnTo>
                  <a:pt x="1038" y="675"/>
                </a:lnTo>
                <a:lnTo>
                  <a:pt x="1038" y="676"/>
                </a:lnTo>
                <a:lnTo>
                  <a:pt x="1037" y="676"/>
                </a:lnTo>
                <a:lnTo>
                  <a:pt x="1037" y="675"/>
                </a:lnTo>
                <a:lnTo>
                  <a:pt x="1036" y="674"/>
                </a:lnTo>
                <a:lnTo>
                  <a:pt x="1035" y="674"/>
                </a:lnTo>
                <a:lnTo>
                  <a:pt x="1035" y="673"/>
                </a:lnTo>
                <a:lnTo>
                  <a:pt x="1034" y="673"/>
                </a:lnTo>
                <a:lnTo>
                  <a:pt x="1033" y="673"/>
                </a:lnTo>
                <a:lnTo>
                  <a:pt x="1032" y="673"/>
                </a:lnTo>
                <a:lnTo>
                  <a:pt x="1032" y="672"/>
                </a:lnTo>
                <a:lnTo>
                  <a:pt x="1031" y="672"/>
                </a:lnTo>
                <a:lnTo>
                  <a:pt x="1030" y="672"/>
                </a:lnTo>
                <a:lnTo>
                  <a:pt x="1029" y="672"/>
                </a:lnTo>
                <a:lnTo>
                  <a:pt x="1028" y="672"/>
                </a:lnTo>
                <a:lnTo>
                  <a:pt x="1028" y="671"/>
                </a:lnTo>
                <a:lnTo>
                  <a:pt x="1028" y="672"/>
                </a:lnTo>
                <a:lnTo>
                  <a:pt x="1027" y="672"/>
                </a:lnTo>
                <a:lnTo>
                  <a:pt x="1027" y="673"/>
                </a:lnTo>
                <a:lnTo>
                  <a:pt x="1026" y="673"/>
                </a:lnTo>
                <a:lnTo>
                  <a:pt x="1025" y="672"/>
                </a:lnTo>
                <a:lnTo>
                  <a:pt x="1025" y="671"/>
                </a:lnTo>
                <a:lnTo>
                  <a:pt x="1025" y="670"/>
                </a:lnTo>
                <a:lnTo>
                  <a:pt x="1025" y="671"/>
                </a:lnTo>
                <a:lnTo>
                  <a:pt x="1024" y="672"/>
                </a:lnTo>
                <a:lnTo>
                  <a:pt x="1023" y="671"/>
                </a:lnTo>
                <a:lnTo>
                  <a:pt x="1022" y="671"/>
                </a:lnTo>
                <a:lnTo>
                  <a:pt x="1021" y="670"/>
                </a:lnTo>
                <a:lnTo>
                  <a:pt x="1020" y="670"/>
                </a:lnTo>
                <a:lnTo>
                  <a:pt x="1019" y="669"/>
                </a:lnTo>
                <a:lnTo>
                  <a:pt x="1018" y="669"/>
                </a:lnTo>
                <a:lnTo>
                  <a:pt x="1018" y="670"/>
                </a:lnTo>
                <a:lnTo>
                  <a:pt x="1019" y="671"/>
                </a:lnTo>
                <a:lnTo>
                  <a:pt x="1020" y="672"/>
                </a:lnTo>
                <a:lnTo>
                  <a:pt x="1020" y="673"/>
                </a:lnTo>
                <a:lnTo>
                  <a:pt x="1020" y="674"/>
                </a:lnTo>
                <a:lnTo>
                  <a:pt x="1021" y="674"/>
                </a:lnTo>
                <a:lnTo>
                  <a:pt x="1021" y="675"/>
                </a:lnTo>
                <a:lnTo>
                  <a:pt x="1021" y="676"/>
                </a:lnTo>
                <a:lnTo>
                  <a:pt x="1020" y="676"/>
                </a:lnTo>
                <a:lnTo>
                  <a:pt x="1019" y="676"/>
                </a:lnTo>
                <a:lnTo>
                  <a:pt x="1019" y="675"/>
                </a:lnTo>
                <a:lnTo>
                  <a:pt x="1018" y="675"/>
                </a:lnTo>
                <a:lnTo>
                  <a:pt x="1017" y="674"/>
                </a:lnTo>
                <a:lnTo>
                  <a:pt x="1016" y="675"/>
                </a:lnTo>
                <a:lnTo>
                  <a:pt x="1016" y="676"/>
                </a:lnTo>
                <a:lnTo>
                  <a:pt x="1015" y="677"/>
                </a:lnTo>
                <a:lnTo>
                  <a:pt x="1016" y="677"/>
                </a:lnTo>
                <a:lnTo>
                  <a:pt x="1016" y="678"/>
                </a:lnTo>
                <a:lnTo>
                  <a:pt x="1016" y="681"/>
                </a:lnTo>
                <a:lnTo>
                  <a:pt x="1016" y="682"/>
                </a:lnTo>
                <a:lnTo>
                  <a:pt x="1015" y="682"/>
                </a:lnTo>
                <a:lnTo>
                  <a:pt x="1015" y="683"/>
                </a:lnTo>
                <a:lnTo>
                  <a:pt x="1016" y="683"/>
                </a:lnTo>
                <a:lnTo>
                  <a:pt x="1016" y="684"/>
                </a:lnTo>
                <a:lnTo>
                  <a:pt x="1016" y="685"/>
                </a:lnTo>
                <a:lnTo>
                  <a:pt x="1014" y="685"/>
                </a:lnTo>
                <a:lnTo>
                  <a:pt x="1014" y="684"/>
                </a:lnTo>
                <a:lnTo>
                  <a:pt x="1013" y="684"/>
                </a:lnTo>
                <a:lnTo>
                  <a:pt x="1013" y="683"/>
                </a:lnTo>
                <a:lnTo>
                  <a:pt x="1012" y="683"/>
                </a:lnTo>
                <a:lnTo>
                  <a:pt x="1011" y="683"/>
                </a:lnTo>
                <a:lnTo>
                  <a:pt x="1012" y="683"/>
                </a:lnTo>
                <a:lnTo>
                  <a:pt x="1011" y="683"/>
                </a:lnTo>
                <a:lnTo>
                  <a:pt x="1011" y="682"/>
                </a:lnTo>
                <a:lnTo>
                  <a:pt x="1010" y="683"/>
                </a:lnTo>
                <a:lnTo>
                  <a:pt x="1010" y="682"/>
                </a:lnTo>
                <a:lnTo>
                  <a:pt x="1009" y="682"/>
                </a:lnTo>
                <a:lnTo>
                  <a:pt x="1009" y="681"/>
                </a:lnTo>
                <a:lnTo>
                  <a:pt x="1009" y="682"/>
                </a:lnTo>
                <a:lnTo>
                  <a:pt x="1008" y="682"/>
                </a:lnTo>
                <a:lnTo>
                  <a:pt x="1008" y="681"/>
                </a:lnTo>
                <a:lnTo>
                  <a:pt x="1007" y="681"/>
                </a:lnTo>
                <a:lnTo>
                  <a:pt x="1007" y="680"/>
                </a:lnTo>
                <a:lnTo>
                  <a:pt x="1006" y="681"/>
                </a:lnTo>
                <a:lnTo>
                  <a:pt x="1006" y="680"/>
                </a:lnTo>
                <a:lnTo>
                  <a:pt x="1005" y="680"/>
                </a:lnTo>
                <a:lnTo>
                  <a:pt x="1005" y="679"/>
                </a:lnTo>
                <a:lnTo>
                  <a:pt x="1004" y="679"/>
                </a:lnTo>
                <a:lnTo>
                  <a:pt x="1004" y="678"/>
                </a:lnTo>
                <a:lnTo>
                  <a:pt x="1005" y="678"/>
                </a:lnTo>
                <a:lnTo>
                  <a:pt x="1005" y="677"/>
                </a:lnTo>
                <a:lnTo>
                  <a:pt x="1004" y="677"/>
                </a:lnTo>
                <a:lnTo>
                  <a:pt x="1004" y="678"/>
                </a:lnTo>
                <a:lnTo>
                  <a:pt x="1003" y="678"/>
                </a:lnTo>
                <a:lnTo>
                  <a:pt x="1003" y="677"/>
                </a:lnTo>
                <a:lnTo>
                  <a:pt x="1004" y="677"/>
                </a:lnTo>
                <a:lnTo>
                  <a:pt x="1004" y="676"/>
                </a:lnTo>
                <a:lnTo>
                  <a:pt x="1003" y="676"/>
                </a:lnTo>
                <a:lnTo>
                  <a:pt x="1002" y="676"/>
                </a:lnTo>
                <a:lnTo>
                  <a:pt x="1002" y="675"/>
                </a:lnTo>
                <a:lnTo>
                  <a:pt x="1003" y="675"/>
                </a:lnTo>
                <a:lnTo>
                  <a:pt x="1002" y="675"/>
                </a:lnTo>
                <a:lnTo>
                  <a:pt x="1002" y="674"/>
                </a:lnTo>
                <a:lnTo>
                  <a:pt x="1003" y="674"/>
                </a:lnTo>
                <a:lnTo>
                  <a:pt x="1002" y="674"/>
                </a:lnTo>
                <a:lnTo>
                  <a:pt x="1002" y="673"/>
                </a:lnTo>
                <a:lnTo>
                  <a:pt x="1001" y="672"/>
                </a:lnTo>
                <a:lnTo>
                  <a:pt x="1001" y="671"/>
                </a:lnTo>
                <a:lnTo>
                  <a:pt x="1000" y="671"/>
                </a:lnTo>
                <a:lnTo>
                  <a:pt x="1000" y="670"/>
                </a:lnTo>
                <a:lnTo>
                  <a:pt x="999" y="670"/>
                </a:lnTo>
                <a:lnTo>
                  <a:pt x="999" y="669"/>
                </a:lnTo>
                <a:lnTo>
                  <a:pt x="999" y="668"/>
                </a:lnTo>
                <a:lnTo>
                  <a:pt x="999" y="667"/>
                </a:lnTo>
                <a:lnTo>
                  <a:pt x="998" y="667"/>
                </a:lnTo>
                <a:lnTo>
                  <a:pt x="997" y="667"/>
                </a:lnTo>
                <a:lnTo>
                  <a:pt x="996" y="667"/>
                </a:lnTo>
                <a:lnTo>
                  <a:pt x="996" y="666"/>
                </a:lnTo>
                <a:lnTo>
                  <a:pt x="995" y="665"/>
                </a:lnTo>
                <a:lnTo>
                  <a:pt x="995" y="664"/>
                </a:lnTo>
                <a:lnTo>
                  <a:pt x="994" y="664"/>
                </a:lnTo>
                <a:lnTo>
                  <a:pt x="993" y="664"/>
                </a:lnTo>
                <a:lnTo>
                  <a:pt x="993" y="665"/>
                </a:lnTo>
                <a:lnTo>
                  <a:pt x="992" y="665"/>
                </a:lnTo>
                <a:lnTo>
                  <a:pt x="992" y="666"/>
                </a:lnTo>
                <a:lnTo>
                  <a:pt x="992" y="667"/>
                </a:lnTo>
                <a:lnTo>
                  <a:pt x="991" y="667"/>
                </a:lnTo>
                <a:lnTo>
                  <a:pt x="990" y="667"/>
                </a:lnTo>
                <a:lnTo>
                  <a:pt x="990" y="666"/>
                </a:lnTo>
                <a:lnTo>
                  <a:pt x="991" y="665"/>
                </a:lnTo>
                <a:lnTo>
                  <a:pt x="992" y="664"/>
                </a:lnTo>
                <a:lnTo>
                  <a:pt x="992" y="663"/>
                </a:lnTo>
                <a:lnTo>
                  <a:pt x="993" y="663"/>
                </a:lnTo>
                <a:lnTo>
                  <a:pt x="992" y="662"/>
                </a:lnTo>
                <a:lnTo>
                  <a:pt x="992" y="661"/>
                </a:lnTo>
                <a:lnTo>
                  <a:pt x="992" y="662"/>
                </a:lnTo>
                <a:lnTo>
                  <a:pt x="991" y="662"/>
                </a:lnTo>
                <a:lnTo>
                  <a:pt x="990" y="662"/>
                </a:lnTo>
                <a:lnTo>
                  <a:pt x="989" y="663"/>
                </a:lnTo>
                <a:lnTo>
                  <a:pt x="988" y="664"/>
                </a:lnTo>
                <a:lnTo>
                  <a:pt x="987" y="664"/>
                </a:lnTo>
                <a:lnTo>
                  <a:pt x="987" y="665"/>
                </a:lnTo>
                <a:lnTo>
                  <a:pt x="986" y="665"/>
                </a:lnTo>
                <a:lnTo>
                  <a:pt x="986" y="664"/>
                </a:lnTo>
                <a:lnTo>
                  <a:pt x="985" y="664"/>
                </a:lnTo>
                <a:lnTo>
                  <a:pt x="984" y="664"/>
                </a:lnTo>
                <a:lnTo>
                  <a:pt x="983" y="664"/>
                </a:lnTo>
                <a:lnTo>
                  <a:pt x="982" y="663"/>
                </a:lnTo>
                <a:lnTo>
                  <a:pt x="981" y="663"/>
                </a:lnTo>
                <a:lnTo>
                  <a:pt x="980" y="663"/>
                </a:lnTo>
                <a:lnTo>
                  <a:pt x="980" y="662"/>
                </a:lnTo>
                <a:lnTo>
                  <a:pt x="980" y="663"/>
                </a:lnTo>
                <a:lnTo>
                  <a:pt x="979" y="663"/>
                </a:lnTo>
                <a:lnTo>
                  <a:pt x="980" y="663"/>
                </a:lnTo>
                <a:lnTo>
                  <a:pt x="980" y="664"/>
                </a:lnTo>
                <a:lnTo>
                  <a:pt x="979" y="665"/>
                </a:lnTo>
                <a:lnTo>
                  <a:pt x="978" y="665"/>
                </a:lnTo>
                <a:lnTo>
                  <a:pt x="977" y="666"/>
                </a:lnTo>
                <a:lnTo>
                  <a:pt x="977" y="667"/>
                </a:lnTo>
                <a:lnTo>
                  <a:pt x="977" y="668"/>
                </a:lnTo>
                <a:lnTo>
                  <a:pt x="977" y="669"/>
                </a:lnTo>
                <a:lnTo>
                  <a:pt x="977" y="670"/>
                </a:lnTo>
                <a:lnTo>
                  <a:pt x="977" y="672"/>
                </a:lnTo>
                <a:lnTo>
                  <a:pt x="976" y="673"/>
                </a:lnTo>
                <a:lnTo>
                  <a:pt x="976" y="674"/>
                </a:lnTo>
                <a:lnTo>
                  <a:pt x="976" y="675"/>
                </a:lnTo>
                <a:lnTo>
                  <a:pt x="975" y="675"/>
                </a:lnTo>
                <a:lnTo>
                  <a:pt x="975" y="676"/>
                </a:lnTo>
                <a:lnTo>
                  <a:pt x="976" y="676"/>
                </a:lnTo>
                <a:lnTo>
                  <a:pt x="975" y="676"/>
                </a:lnTo>
                <a:lnTo>
                  <a:pt x="974" y="676"/>
                </a:lnTo>
                <a:lnTo>
                  <a:pt x="973" y="675"/>
                </a:lnTo>
                <a:lnTo>
                  <a:pt x="973" y="674"/>
                </a:lnTo>
                <a:lnTo>
                  <a:pt x="974" y="674"/>
                </a:lnTo>
                <a:lnTo>
                  <a:pt x="973" y="674"/>
                </a:lnTo>
                <a:lnTo>
                  <a:pt x="972" y="674"/>
                </a:lnTo>
                <a:lnTo>
                  <a:pt x="971" y="674"/>
                </a:lnTo>
                <a:lnTo>
                  <a:pt x="971" y="673"/>
                </a:lnTo>
                <a:lnTo>
                  <a:pt x="970" y="673"/>
                </a:lnTo>
                <a:lnTo>
                  <a:pt x="970" y="674"/>
                </a:lnTo>
                <a:lnTo>
                  <a:pt x="969" y="674"/>
                </a:lnTo>
                <a:lnTo>
                  <a:pt x="969" y="673"/>
                </a:lnTo>
                <a:lnTo>
                  <a:pt x="969" y="674"/>
                </a:lnTo>
                <a:lnTo>
                  <a:pt x="968" y="674"/>
                </a:lnTo>
                <a:lnTo>
                  <a:pt x="968" y="673"/>
                </a:lnTo>
                <a:lnTo>
                  <a:pt x="967" y="673"/>
                </a:lnTo>
                <a:lnTo>
                  <a:pt x="966" y="673"/>
                </a:lnTo>
                <a:lnTo>
                  <a:pt x="966" y="671"/>
                </a:lnTo>
                <a:lnTo>
                  <a:pt x="965" y="671"/>
                </a:lnTo>
                <a:lnTo>
                  <a:pt x="965" y="670"/>
                </a:lnTo>
                <a:lnTo>
                  <a:pt x="964" y="670"/>
                </a:lnTo>
                <a:lnTo>
                  <a:pt x="964" y="669"/>
                </a:lnTo>
                <a:lnTo>
                  <a:pt x="965" y="669"/>
                </a:lnTo>
                <a:lnTo>
                  <a:pt x="965" y="668"/>
                </a:lnTo>
                <a:lnTo>
                  <a:pt x="966" y="668"/>
                </a:lnTo>
                <a:lnTo>
                  <a:pt x="965" y="667"/>
                </a:lnTo>
                <a:lnTo>
                  <a:pt x="966" y="667"/>
                </a:lnTo>
                <a:lnTo>
                  <a:pt x="967" y="667"/>
                </a:lnTo>
                <a:lnTo>
                  <a:pt x="966" y="666"/>
                </a:lnTo>
                <a:lnTo>
                  <a:pt x="967" y="666"/>
                </a:lnTo>
                <a:lnTo>
                  <a:pt x="967" y="665"/>
                </a:lnTo>
                <a:lnTo>
                  <a:pt x="968" y="665"/>
                </a:lnTo>
                <a:lnTo>
                  <a:pt x="969" y="665"/>
                </a:lnTo>
                <a:lnTo>
                  <a:pt x="968" y="664"/>
                </a:lnTo>
                <a:lnTo>
                  <a:pt x="968" y="663"/>
                </a:lnTo>
                <a:lnTo>
                  <a:pt x="968" y="662"/>
                </a:lnTo>
                <a:lnTo>
                  <a:pt x="968" y="661"/>
                </a:lnTo>
                <a:lnTo>
                  <a:pt x="967" y="658"/>
                </a:lnTo>
                <a:lnTo>
                  <a:pt x="967" y="657"/>
                </a:lnTo>
                <a:lnTo>
                  <a:pt x="966" y="657"/>
                </a:lnTo>
                <a:lnTo>
                  <a:pt x="966" y="656"/>
                </a:lnTo>
                <a:lnTo>
                  <a:pt x="967" y="656"/>
                </a:lnTo>
                <a:lnTo>
                  <a:pt x="967" y="655"/>
                </a:lnTo>
                <a:lnTo>
                  <a:pt x="967" y="653"/>
                </a:lnTo>
                <a:lnTo>
                  <a:pt x="966" y="652"/>
                </a:lnTo>
                <a:lnTo>
                  <a:pt x="966" y="651"/>
                </a:lnTo>
                <a:lnTo>
                  <a:pt x="966" y="650"/>
                </a:lnTo>
                <a:lnTo>
                  <a:pt x="965" y="650"/>
                </a:lnTo>
                <a:lnTo>
                  <a:pt x="964" y="650"/>
                </a:lnTo>
                <a:lnTo>
                  <a:pt x="964" y="649"/>
                </a:lnTo>
                <a:lnTo>
                  <a:pt x="963" y="649"/>
                </a:lnTo>
                <a:lnTo>
                  <a:pt x="963" y="648"/>
                </a:lnTo>
                <a:lnTo>
                  <a:pt x="963" y="647"/>
                </a:lnTo>
                <a:lnTo>
                  <a:pt x="962" y="647"/>
                </a:lnTo>
                <a:lnTo>
                  <a:pt x="961" y="647"/>
                </a:lnTo>
                <a:lnTo>
                  <a:pt x="960" y="647"/>
                </a:lnTo>
                <a:lnTo>
                  <a:pt x="959" y="647"/>
                </a:lnTo>
                <a:lnTo>
                  <a:pt x="959" y="646"/>
                </a:lnTo>
                <a:lnTo>
                  <a:pt x="959" y="645"/>
                </a:lnTo>
                <a:lnTo>
                  <a:pt x="960" y="644"/>
                </a:lnTo>
                <a:lnTo>
                  <a:pt x="959" y="644"/>
                </a:lnTo>
                <a:lnTo>
                  <a:pt x="960" y="643"/>
                </a:lnTo>
                <a:lnTo>
                  <a:pt x="959" y="643"/>
                </a:lnTo>
                <a:lnTo>
                  <a:pt x="958" y="643"/>
                </a:lnTo>
                <a:lnTo>
                  <a:pt x="957" y="643"/>
                </a:lnTo>
                <a:lnTo>
                  <a:pt x="957" y="642"/>
                </a:lnTo>
                <a:lnTo>
                  <a:pt x="956" y="642"/>
                </a:lnTo>
                <a:lnTo>
                  <a:pt x="955" y="642"/>
                </a:lnTo>
                <a:lnTo>
                  <a:pt x="954" y="642"/>
                </a:lnTo>
                <a:lnTo>
                  <a:pt x="953" y="642"/>
                </a:lnTo>
                <a:lnTo>
                  <a:pt x="952" y="642"/>
                </a:lnTo>
                <a:lnTo>
                  <a:pt x="952" y="641"/>
                </a:lnTo>
                <a:lnTo>
                  <a:pt x="952" y="640"/>
                </a:lnTo>
                <a:lnTo>
                  <a:pt x="952" y="639"/>
                </a:lnTo>
                <a:lnTo>
                  <a:pt x="951" y="639"/>
                </a:lnTo>
                <a:lnTo>
                  <a:pt x="952" y="639"/>
                </a:lnTo>
                <a:lnTo>
                  <a:pt x="952" y="638"/>
                </a:lnTo>
                <a:lnTo>
                  <a:pt x="951" y="637"/>
                </a:lnTo>
                <a:lnTo>
                  <a:pt x="950" y="637"/>
                </a:lnTo>
                <a:lnTo>
                  <a:pt x="950" y="636"/>
                </a:lnTo>
                <a:lnTo>
                  <a:pt x="949" y="636"/>
                </a:lnTo>
                <a:lnTo>
                  <a:pt x="949" y="635"/>
                </a:lnTo>
                <a:lnTo>
                  <a:pt x="949" y="634"/>
                </a:lnTo>
                <a:lnTo>
                  <a:pt x="948" y="634"/>
                </a:lnTo>
                <a:lnTo>
                  <a:pt x="948" y="635"/>
                </a:lnTo>
                <a:lnTo>
                  <a:pt x="948" y="634"/>
                </a:lnTo>
                <a:lnTo>
                  <a:pt x="948" y="632"/>
                </a:lnTo>
                <a:lnTo>
                  <a:pt x="947" y="631"/>
                </a:lnTo>
                <a:lnTo>
                  <a:pt x="946" y="631"/>
                </a:lnTo>
                <a:lnTo>
                  <a:pt x="945" y="631"/>
                </a:lnTo>
                <a:lnTo>
                  <a:pt x="945" y="632"/>
                </a:lnTo>
                <a:lnTo>
                  <a:pt x="945" y="633"/>
                </a:lnTo>
                <a:lnTo>
                  <a:pt x="945" y="634"/>
                </a:lnTo>
                <a:lnTo>
                  <a:pt x="945" y="635"/>
                </a:lnTo>
                <a:lnTo>
                  <a:pt x="945" y="636"/>
                </a:lnTo>
                <a:lnTo>
                  <a:pt x="945" y="637"/>
                </a:lnTo>
                <a:lnTo>
                  <a:pt x="944" y="637"/>
                </a:lnTo>
                <a:lnTo>
                  <a:pt x="944" y="638"/>
                </a:lnTo>
                <a:lnTo>
                  <a:pt x="944" y="639"/>
                </a:lnTo>
                <a:lnTo>
                  <a:pt x="943" y="639"/>
                </a:lnTo>
                <a:lnTo>
                  <a:pt x="943" y="640"/>
                </a:lnTo>
                <a:lnTo>
                  <a:pt x="943" y="641"/>
                </a:lnTo>
                <a:lnTo>
                  <a:pt x="943" y="642"/>
                </a:lnTo>
                <a:lnTo>
                  <a:pt x="942" y="642"/>
                </a:lnTo>
                <a:lnTo>
                  <a:pt x="941" y="641"/>
                </a:lnTo>
                <a:lnTo>
                  <a:pt x="940" y="642"/>
                </a:lnTo>
                <a:lnTo>
                  <a:pt x="939" y="642"/>
                </a:lnTo>
                <a:lnTo>
                  <a:pt x="938" y="642"/>
                </a:lnTo>
                <a:lnTo>
                  <a:pt x="938" y="641"/>
                </a:lnTo>
                <a:lnTo>
                  <a:pt x="937" y="641"/>
                </a:lnTo>
                <a:lnTo>
                  <a:pt x="936" y="641"/>
                </a:lnTo>
                <a:lnTo>
                  <a:pt x="935" y="642"/>
                </a:lnTo>
                <a:lnTo>
                  <a:pt x="935" y="643"/>
                </a:lnTo>
                <a:lnTo>
                  <a:pt x="935" y="644"/>
                </a:lnTo>
                <a:lnTo>
                  <a:pt x="936" y="644"/>
                </a:lnTo>
                <a:lnTo>
                  <a:pt x="936" y="645"/>
                </a:lnTo>
                <a:lnTo>
                  <a:pt x="937" y="646"/>
                </a:lnTo>
                <a:lnTo>
                  <a:pt x="937" y="647"/>
                </a:lnTo>
                <a:lnTo>
                  <a:pt x="937" y="648"/>
                </a:lnTo>
                <a:lnTo>
                  <a:pt x="937" y="649"/>
                </a:lnTo>
                <a:lnTo>
                  <a:pt x="937" y="650"/>
                </a:lnTo>
                <a:lnTo>
                  <a:pt x="937" y="651"/>
                </a:lnTo>
                <a:lnTo>
                  <a:pt x="936" y="651"/>
                </a:lnTo>
                <a:lnTo>
                  <a:pt x="936" y="652"/>
                </a:lnTo>
                <a:lnTo>
                  <a:pt x="936" y="653"/>
                </a:lnTo>
                <a:lnTo>
                  <a:pt x="935" y="654"/>
                </a:lnTo>
                <a:lnTo>
                  <a:pt x="935" y="655"/>
                </a:lnTo>
                <a:lnTo>
                  <a:pt x="935" y="656"/>
                </a:lnTo>
                <a:lnTo>
                  <a:pt x="935" y="657"/>
                </a:lnTo>
                <a:lnTo>
                  <a:pt x="935" y="658"/>
                </a:lnTo>
                <a:lnTo>
                  <a:pt x="935" y="659"/>
                </a:lnTo>
                <a:lnTo>
                  <a:pt x="935" y="660"/>
                </a:lnTo>
                <a:lnTo>
                  <a:pt x="934" y="660"/>
                </a:lnTo>
                <a:lnTo>
                  <a:pt x="934" y="661"/>
                </a:lnTo>
                <a:lnTo>
                  <a:pt x="933" y="661"/>
                </a:lnTo>
                <a:lnTo>
                  <a:pt x="933" y="662"/>
                </a:lnTo>
                <a:lnTo>
                  <a:pt x="933" y="663"/>
                </a:lnTo>
                <a:lnTo>
                  <a:pt x="933" y="664"/>
                </a:lnTo>
                <a:lnTo>
                  <a:pt x="932" y="664"/>
                </a:lnTo>
                <a:lnTo>
                  <a:pt x="931" y="664"/>
                </a:lnTo>
                <a:lnTo>
                  <a:pt x="931" y="663"/>
                </a:lnTo>
                <a:lnTo>
                  <a:pt x="930" y="662"/>
                </a:lnTo>
                <a:lnTo>
                  <a:pt x="930" y="661"/>
                </a:lnTo>
                <a:lnTo>
                  <a:pt x="929" y="660"/>
                </a:lnTo>
                <a:lnTo>
                  <a:pt x="928" y="660"/>
                </a:lnTo>
                <a:lnTo>
                  <a:pt x="927" y="660"/>
                </a:lnTo>
                <a:lnTo>
                  <a:pt x="926" y="659"/>
                </a:lnTo>
                <a:lnTo>
                  <a:pt x="925" y="659"/>
                </a:lnTo>
                <a:lnTo>
                  <a:pt x="924" y="659"/>
                </a:lnTo>
                <a:lnTo>
                  <a:pt x="924" y="658"/>
                </a:lnTo>
                <a:lnTo>
                  <a:pt x="924" y="657"/>
                </a:lnTo>
                <a:lnTo>
                  <a:pt x="923" y="657"/>
                </a:lnTo>
                <a:lnTo>
                  <a:pt x="923" y="658"/>
                </a:lnTo>
                <a:lnTo>
                  <a:pt x="922" y="658"/>
                </a:lnTo>
                <a:lnTo>
                  <a:pt x="921" y="658"/>
                </a:lnTo>
                <a:lnTo>
                  <a:pt x="921" y="659"/>
                </a:lnTo>
                <a:lnTo>
                  <a:pt x="920" y="658"/>
                </a:lnTo>
                <a:lnTo>
                  <a:pt x="919" y="658"/>
                </a:lnTo>
                <a:lnTo>
                  <a:pt x="919" y="657"/>
                </a:lnTo>
                <a:lnTo>
                  <a:pt x="919" y="656"/>
                </a:lnTo>
                <a:lnTo>
                  <a:pt x="918" y="655"/>
                </a:lnTo>
                <a:lnTo>
                  <a:pt x="918" y="654"/>
                </a:lnTo>
                <a:lnTo>
                  <a:pt x="917" y="654"/>
                </a:lnTo>
                <a:lnTo>
                  <a:pt x="917" y="653"/>
                </a:lnTo>
                <a:lnTo>
                  <a:pt x="916" y="652"/>
                </a:lnTo>
                <a:lnTo>
                  <a:pt x="915" y="652"/>
                </a:lnTo>
                <a:lnTo>
                  <a:pt x="914" y="652"/>
                </a:lnTo>
                <a:lnTo>
                  <a:pt x="913" y="652"/>
                </a:lnTo>
                <a:lnTo>
                  <a:pt x="912" y="651"/>
                </a:lnTo>
                <a:lnTo>
                  <a:pt x="911" y="651"/>
                </a:lnTo>
                <a:lnTo>
                  <a:pt x="910" y="651"/>
                </a:lnTo>
                <a:lnTo>
                  <a:pt x="909" y="651"/>
                </a:lnTo>
                <a:lnTo>
                  <a:pt x="908" y="651"/>
                </a:lnTo>
                <a:lnTo>
                  <a:pt x="908" y="650"/>
                </a:lnTo>
                <a:lnTo>
                  <a:pt x="907" y="650"/>
                </a:lnTo>
                <a:lnTo>
                  <a:pt x="906" y="650"/>
                </a:lnTo>
                <a:lnTo>
                  <a:pt x="906" y="649"/>
                </a:lnTo>
                <a:lnTo>
                  <a:pt x="905" y="649"/>
                </a:lnTo>
                <a:lnTo>
                  <a:pt x="904" y="649"/>
                </a:lnTo>
                <a:lnTo>
                  <a:pt x="904" y="648"/>
                </a:lnTo>
                <a:lnTo>
                  <a:pt x="903" y="648"/>
                </a:lnTo>
                <a:lnTo>
                  <a:pt x="902" y="648"/>
                </a:lnTo>
                <a:lnTo>
                  <a:pt x="901" y="646"/>
                </a:lnTo>
                <a:lnTo>
                  <a:pt x="900" y="646"/>
                </a:lnTo>
                <a:lnTo>
                  <a:pt x="899" y="647"/>
                </a:lnTo>
                <a:lnTo>
                  <a:pt x="898" y="647"/>
                </a:lnTo>
                <a:lnTo>
                  <a:pt x="898" y="648"/>
                </a:lnTo>
                <a:lnTo>
                  <a:pt x="897" y="648"/>
                </a:lnTo>
                <a:lnTo>
                  <a:pt x="897" y="647"/>
                </a:lnTo>
                <a:lnTo>
                  <a:pt x="896" y="647"/>
                </a:lnTo>
                <a:lnTo>
                  <a:pt x="896" y="648"/>
                </a:lnTo>
                <a:lnTo>
                  <a:pt x="895" y="648"/>
                </a:lnTo>
                <a:lnTo>
                  <a:pt x="894" y="649"/>
                </a:lnTo>
                <a:lnTo>
                  <a:pt x="893" y="648"/>
                </a:lnTo>
                <a:lnTo>
                  <a:pt x="892" y="648"/>
                </a:lnTo>
                <a:lnTo>
                  <a:pt x="891" y="648"/>
                </a:lnTo>
                <a:lnTo>
                  <a:pt x="890" y="648"/>
                </a:lnTo>
                <a:lnTo>
                  <a:pt x="890" y="649"/>
                </a:lnTo>
                <a:lnTo>
                  <a:pt x="890" y="648"/>
                </a:lnTo>
                <a:lnTo>
                  <a:pt x="890" y="647"/>
                </a:lnTo>
                <a:lnTo>
                  <a:pt x="890" y="646"/>
                </a:lnTo>
                <a:lnTo>
                  <a:pt x="889" y="646"/>
                </a:lnTo>
                <a:lnTo>
                  <a:pt x="889" y="645"/>
                </a:lnTo>
                <a:lnTo>
                  <a:pt x="888" y="644"/>
                </a:lnTo>
                <a:lnTo>
                  <a:pt x="888" y="643"/>
                </a:lnTo>
                <a:lnTo>
                  <a:pt x="888" y="642"/>
                </a:lnTo>
                <a:lnTo>
                  <a:pt x="889" y="642"/>
                </a:lnTo>
                <a:lnTo>
                  <a:pt x="889" y="641"/>
                </a:lnTo>
                <a:lnTo>
                  <a:pt x="888" y="641"/>
                </a:lnTo>
                <a:lnTo>
                  <a:pt x="887" y="641"/>
                </a:lnTo>
                <a:lnTo>
                  <a:pt x="887" y="640"/>
                </a:lnTo>
                <a:lnTo>
                  <a:pt x="887" y="639"/>
                </a:lnTo>
                <a:lnTo>
                  <a:pt x="887" y="638"/>
                </a:lnTo>
                <a:lnTo>
                  <a:pt x="886" y="637"/>
                </a:lnTo>
                <a:lnTo>
                  <a:pt x="885" y="637"/>
                </a:lnTo>
                <a:lnTo>
                  <a:pt x="885" y="636"/>
                </a:lnTo>
                <a:lnTo>
                  <a:pt x="885" y="635"/>
                </a:lnTo>
                <a:lnTo>
                  <a:pt x="885" y="634"/>
                </a:lnTo>
                <a:lnTo>
                  <a:pt x="884" y="634"/>
                </a:lnTo>
                <a:lnTo>
                  <a:pt x="884" y="633"/>
                </a:lnTo>
                <a:lnTo>
                  <a:pt x="883" y="633"/>
                </a:lnTo>
                <a:lnTo>
                  <a:pt x="883" y="632"/>
                </a:lnTo>
                <a:lnTo>
                  <a:pt x="882" y="632"/>
                </a:lnTo>
                <a:lnTo>
                  <a:pt x="881" y="632"/>
                </a:lnTo>
                <a:lnTo>
                  <a:pt x="880" y="631"/>
                </a:lnTo>
                <a:lnTo>
                  <a:pt x="878" y="631"/>
                </a:lnTo>
                <a:lnTo>
                  <a:pt x="877" y="631"/>
                </a:lnTo>
                <a:lnTo>
                  <a:pt x="877" y="630"/>
                </a:lnTo>
                <a:lnTo>
                  <a:pt x="876" y="630"/>
                </a:lnTo>
                <a:lnTo>
                  <a:pt x="875" y="630"/>
                </a:lnTo>
                <a:lnTo>
                  <a:pt x="875" y="629"/>
                </a:lnTo>
                <a:lnTo>
                  <a:pt x="875" y="628"/>
                </a:lnTo>
                <a:lnTo>
                  <a:pt x="874" y="628"/>
                </a:lnTo>
                <a:lnTo>
                  <a:pt x="873" y="628"/>
                </a:lnTo>
                <a:lnTo>
                  <a:pt x="872" y="628"/>
                </a:lnTo>
                <a:lnTo>
                  <a:pt x="871" y="628"/>
                </a:lnTo>
                <a:lnTo>
                  <a:pt x="872" y="627"/>
                </a:lnTo>
                <a:lnTo>
                  <a:pt x="871" y="627"/>
                </a:lnTo>
                <a:lnTo>
                  <a:pt x="871" y="628"/>
                </a:lnTo>
                <a:lnTo>
                  <a:pt x="870" y="628"/>
                </a:lnTo>
                <a:lnTo>
                  <a:pt x="869" y="628"/>
                </a:lnTo>
                <a:lnTo>
                  <a:pt x="869" y="627"/>
                </a:lnTo>
                <a:lnTo>
                  <a:pt x="868" y="627"/>
                </a:lnTo>
                <a:lnTo>
                  <a:pt x="868" y="628"/>
                </a:lnTo>
                <a:lnTo>
                  <a:pt x="867" y="628"/>
                </a:lnTo>
                <a:lnTo>
                  <a:pt x="866" y="628"/>
                </a:lnTo>
                <a:lnTo>
                  <a:pt x="866" y="627"/>
                </a:lnTo>
                <a:lnTo>
                  <a:pt x="865" y="627"/>
                </a:lnTo>
                <a:lnTo>
                  <a:pt x="864" y="627"/>
                </a:lnTo>
                <a:lnTo>
                  <a:pt x="864" y="626"/>
                </a:lnTo>
                <a:lnTo>
                  <a:pt x="863" y="626"/>
                </a:lnTo>
                <a:lnTo>
                  <a:pt x="863" y="625"/>
                </a:lnTo>
                <a:lnTo>
                  <a:pt x="863" y="624"/>
                </a:lnTo>
                <a:lnTo>
                  <a:pt x="862" y="624"/>
                </a:lnTo>
                <a:lnTo>
                  <a:pt x="861" y="624"/>
                </a:lnTo>
                <a:lnTo>
                  <a:pt x="860" y="624"/>
                </a:lnTo>
                <a:lnTo>
                  <a:pt x="859" y="624"/>
                </a:lnTo>
                <a:lnTo>
                  <a:pt x="858" y="624"/>
                </a:lnTo>
                <a:lnTo>
                  <a:pt x="857" y="623"/>
                </a:lnTo>
                <a:lnTo>
                  <a:pt x="856" y="622"/>
                </a:lnTo>
                <a:lnTo>
                  <a:pt x="855" y="622"/>
                </a:lnTo>
                <a:lnTo>
                  <a:pt x="855" y="621"/>
                </a:lnTo>
                <a:lnTo>
                  <a:pt x="854" y="621"/>
                </a:lnTo>
                <a:lnTo>
                  <a:pt x="853" y="620"/>
                </a:lnTo>
                <a:lnTo>
                  <a:pt x="852" y="619"/>
                </a:lnTo>
                <a:lnTo>
                  <a:pt x="851" y="619"/>
                </a:lnTo>
                <a:lnTo>
                  <a:pt x="851" y="618"/>
                </a:lnTo>
                <a:lnTo>
                  <a:pt x="851" y="617"/>
                </a:lnTo>
                <a:lnTo>
                  <a:pt x="851" y="616"/>
                </a:lnTo>
                <a:lnTo>
                  <a:pt x="850" y="615"/>
                </a:lnTo>
                <a:lnTo>
                  <a:pt x="849" y="615"/>
                </a:lnTo>
                <a:lnTo>
                  <a:pt x="848" y="613"/>
                </a:lnTo>
                <a:lnTo>
                  <a:pt x="849" y="612"/>
                </a:lnTo>
                <a:lnTo>
                  <a:pt x="849" y="611"/>
                </a:lnTo>
                <a:lnTo>
                  <a:pt x="849" y="610"/>
                </a:lnTo>
                <a:lnTo>
                  <a:pt x="849" y="609"/>
                </a:lnTo>
                <a:lnTo>
                  <a:pt x="848" y="608"/>
                </a:lnTo>
                <a:lnTo>
                  <a:pt x="847" y="608"/>
                </a:lnTo>
                <a:lnTo>
                  <a:pt x="846" y="608"/>
                </a:lnTo>
                <a:lnTo>
                  <a:pt x="845" y="608"/>
                </a:lnTo>
                <a:lnTo>
                  <a:pt x="844" y="608"/>
                </a:lnTo>
                <a:lnTo>
                  <a:pt x="844" y="607"/>
                </a:lnTo>
                <a:lnTo>
                  <a:pt x="844" y="606"/>
                </a:lnTo>
                <a:lnTo>
                  <a:pt x="845" y="606"/>
                </a:lnTo>
                <a:lnTo>
                  <a:pt x="846" y="606"/>
                </a:lnTo>
                <a:lnTo>
                  <a:pt x="846" y="605"/>
                </a:lnTo>
                <a:lnTo>
                  <a:pt x="845" y="604"/>
                </a:lnTo>
                <a:lnTo>
                  <a:pt x="845" y="603"/>
                </a:lnTo>
                <a:lnTo>
                  <a:pt x="846" y="603"/>
                </a:lnTo>
                <a:lnTo>
                  <a:pt x="846" y="602"/>
                </a:lnTo>
                <a:lnTo>
                  <a:pt x="845" y="602"/>
                </a:lnTo>
                <a:lnTo>
                  <a:pt x="846" y="601"/>
                </a:lnTo>
                <a:lnTo>
                  <a:pt x="846" y="600"/>
                </a:lnTo>
                <a:lnTo>
                  <a:pt x="846" y="598"/>
                </a:lnTo>
                <a:lnTo>
                  <a:pt x="845" y="597"/>
                </a:lnTo>
                <a:lnTo>
                  <a:pt x="844" y="597"/>
                </a:lnTo>
                <a:lnTo>
                  <a:pt x="844" y="596"/>
                </a:lnTo>
                <a:lnTo>
                  <a:pt x="844" y="595"/>
                </a:lnTo>
                <a:lnTo>
                  <a:pt x="843" y="595"/>
                </a:lnTo>
                <a:lnTo>
                  <a:pt x="842" y="595"/>
                </a:lnTo>
                <a:lnTo>
                  <a:pt x="842" y="594"/>
                </a:lnTo>
                <a:lnTo>
                  <a:pt x="842" y="592"/>
                </a:lnTo>
                <a:lnTo>
                  <a:pt x="843" y="591"/>
                </a:lnTo>
                <a:lnTo>
                  <a:pt x="843" y="590"/>
                </a:lnTo>
                <a:lnTo>
                  <a:pt x="843" y="589"/>
                </a:lnTo>
                <a:lnTo>
                  <a:pt x="843" y="587"/>
                </a:lnTo>
                <a:lnTo>
                  <a:pt x="842" y="587"/>
                </a:lnTo>
                <a:lnTo>
                  <a:pt x="841" y="587"/>
                </a:lnTo>
                <a:lnTo>
                  <a:pt x="841" y="586"/>
                </a:lnTo>
                <a:lnTo>
                  <a:pt x="841" y="585"/>
                </a:lnTo>
                <a:lnTo>
                  <a:pt x="841" y="584"/>
                </a:lnTo>
                <a:lnTo>
                  <a:pt x="840" y="584"/>
                </a:lnTo>
                <a:lnTo>
                  <a:pt x="838" y="583"/>
                </a:lnTo>
                <a:lnTo>
                  <a:pt x="837" y="583"/>
                </a:lnTo>
                <a:lnTo>
                  <a:pt x="837" y="582"/>
                </a:lnTo>
                <a:lnTo>
                  <a:pt x="837" y="581"/>
                </a:lnTo>
                <a:lnTo>
                  <a:pt x="836" y="580"/>
                </a:lnTo>
                <a:lnTo>
                  <a:pt x="835" y="581"/>
                </a:lnTo>
                <a:lnTo>
                  <a:pt x="835" y="580"/>
                </a:lnTo>
                <a:lnTo>
                  <a:pt x="834" y="580"/>
                </a:lnTo>
                <a:lnTo>
                  <a:pt x="834" y="579"/>
                </a:lnTo>
                <a:lnTo>
                  <a:pt x="835" y="578"/>
                </a:lnTo>
                <a:lnTo>
                  <a:pt x="835" y="577"/>
                </a:lnTo>
                <a:lnTo>
                  <a:pt x="836" y="577"/>
                </a:lnTo>
                <a:lnTo>
                  <a:pt x="836" y="576"/>
                </a:lnTo>
                <a:lnTo>
                  <a:pt x="835" y="576"/>
                </a:lnTo>
                <a:lnTo>
                  <a:pt x="835" y="575"/>
                </a:lnTo>
                <a:lnTo>
                  <a:pt x="834" y="575"/>
                </a:lnTo>
                <a:lnTo>
                  <a:pt x="833" y="574"/>
                </a:lnTo>
                <a:lnTo>
                  <a:pt x="832" y="574"/>
                </a:lnTo>
                <a:lnTo>
                  <a:pt x="832" y="573"/>
                </a:lnTo>
                <a:lnTo>
                  <a:pt x="832" y="572"/>
                </a:lnTo>
                <a:lnTo>
                  <a:pt x="831" y="572"/>
                </a:lnTo>
                <a:lnTo>
                  <a:pt x="831" y="571"/>
                </a:lnTo>
                <a:lnTo>
                  <a:pt x="832" y="571"/>
                </a:lnTo>
                <a:lnTo>
                  <a:pt x="833" y="571"/>
                </a:lnTo>
                <a:lnTo>
                  <a:pt x="834" y="570"/>
                </a:lnTo>
                <a:lnTo>
                  <a:pt x="834" y="569"/>
                </a:lnTo>
                <a:lnTo>
                  <a:pt x="834" y="568"/>
                </a:lnTo>
                <a:lnTo>
                  <a:pt x="833" y="568"/>
                </a:lnTo>
                <a:lnTo>
                  <a:pt x="832" y="568"/>
                </a:lnTo>
                <a:lnTo>
                  <a:pt x="832" y="567"/>
                </a:lnTo>
                <a:lnTo>
                  <a:pt x="832" y="566"/>
                </a:lnTo>
                <a:lnTo>
                  <a:pt x="831" y="566"/>
                </a:lnTo>
                <a:lnTo>
                  <a:pt x="830" y="565"/>
                </a:lnTo>
                <a:lnTo>
                  <a:pt x="830" y="564"/>
                </a:lnTo>
                <a:lnTo>
                  <a:pt x="829" y="564"/>
                </a:lnTo>
                <a:lnTo>
                  <a:pt x="830" y="564"/>
                </a:lnTo>
                <a:lnTo>
                  <a:pt x="830" y="563"/>
                </a:lnTo>
                <a:lnTo>
                  <a:pt x="829" y="562"/>
                </a:lnTo>
                <a:lnTo>
                  <a:pt x="828" y="561"/>
                </a:lnTo>
                <a:lnTo>
                  <a:pt x="827" y="561"/>
                </a:lnTo>
                <a:lnTo>
                  <a:pt x="826" y="561"/>
                </a:lnTo>
                <a:lnTo>
                  <a:pt x="826" y="560"/>
                </a:lnTo>
                <a:lnTo>
                  <a:pt x="825" y="560"/>
                </a:lnTo>
                <a:lnTo>
                  <a:pt x="824" y="560"/>
                </a:lnTo>
                <a:lnTo>
                  <a:pt x="824" y="559"/>
                </a:lnTo>
                <a:lnTo>
                  <a:pt x="824" y="558"/>
                </a:lnTo>
                <a:lnTo>
                  <a:pt x="823" y="557"/>
                </a:lnTo>
                <a:lnTo>
                  <a:pt x="822" y="557"/>
                </a:lnTo>
                <a:lnTo>
                  <a:pt x="821" y="557"/>
                </a:lnTo>
                <a:lnTo>
                  <a:pt x="821" y="558"/>
                </a:lnTo>
                <a:lnTo>
                  <a:pt x="820" y="558"/>
                </a:lnTo>
                <a:lnTo>
                  <a:pt x="820" y="557"/>
                </a:lnTo>
                <a:lnTo>
                  <a:pt x="820" y="556"/>
                </a:lnTo>
                <a:lnTo>
                  <a:pt x="820" y="555"/>
                </a:lnTo>
                <a:lnTo>
                  <a:pt x="820" y="554"/>
                </a:lnTo>
                <a:lnTo>
                  <a:pt x="820" y="553"/>
                </a:lnTo>
                <a:lnTo>
                  <a:pt x="819" y="552"/>
                </a:lnTo>
                <a:lnTo>
                  <a:pt x="819" y="551"/>
                </a:lnTo>
                <a:lnTo>
                  <a:pt x="818" y="550"/>
                </a:lnTo>
                <a:lnTo>
                  <a:pt x="817" y="549"/>
                </a:lnTo>
                <a:lnTo>
                  <a:pt x="817" y="550"/>
                </a:lnTo>
                <a:lnTo>
                  <a:pt x="816" y="550"/>
                </a:lnTo>
                <a:lnTo>
                  <a:pt x="815" y="550"/>
                </a:lnTo>
                <a:lnTo>
                  <a:pt x="815" y="549"/>
                </a:lnTo>
                <a:lnTo>
                  <a:pt x="814" y="549"/>
                </a:lnTo>
                <a:lnTo>
                  <a:pt x="814" y="548"/>
                </a:lnTo>
                <a:lnTo>
                  <a:pt x="813" y="548"/>
                </a:lnTo>
                <a:lnTo>
                  <a:pt x="813" y="547"/>
                </a:lnTo>
                <a:lnTo>
                  <a:pt x="813" y="546"/>
                </a:lnTo>
                <a:lnTo>
                  <a:pt x="814" y="545"/>
                </a:lnTo>
                <a:lnTo>
                  <a:pt x="815" y="544"/>
                </a:lnTo>
                <a:lnTo>
                  <a:pt x="815" y="543"/>
                </a:lnTo>
                <a:lnTo>
                  <a:pt x="814" y="543"/>
                </a:lnTo>
                <a:lnTo>
                  <a:pt x="814" y="542"/>
                </a:lnTo>
                <a:lnTo>
                  <a:pt x="813" y="542"/>
                </a:lnTo>
                <a:lnTo>
                  <a:pt x="813" y="541"/>
                </a:lnTo>
                <a:lnTo>
                  <a:pt x="813" y="540"/>
                </a:lnTo>
                <a:lnTo>
                  <a:pt x="813" y="539"/>
                </a:lnTo>
                <a:lnTo>
                  <a:pt x="813" y="538"/>
                </a:lnTo>
                <a:lnTo>
                  <a:pt x="814" y="538"/>
                </a:lnTo>
                <a:lnTo>
                  <a:pt x="815" y="538"/>
                </a:lnTo>
                <a:lnTo>
                  <a:pt x="815" y="537"/>
                </a:lnTo>
                <a:lnTo>
                  <a:pt x="816" y="536"/>
                </a:lnTo>
                <a:lnTo>
                  <a:pt x="816" y="535"/>
                </a:lnTo>
                <a:lnTo>
                  <a:pt x="815" y="535"/>
                </a:lnTo>
                <a:lnTo>
                  <a:pt x="815" y="534"/>
                </a:lnTo>
                <a:lnTo>
                  <a:pt x="815" y="533"/>
                </a:lnTo>
                <a:lnTo>
                  <a:pt x="816" y="533"/>
                </a:lnTo>
                <a:lnTo>
                  <a:pt x="815" y="533"/>
                </a:lnTo>
                <a:lnTo>
                  <a:pt x="815" y="532"/>
                </a:lnTo>
                <a:lnTo>
                  <a:pt x="814" y="531"/>
                </a:lnTo>
                <a:lnTo>
                  <a:pt x="814" y="530"/>
                </a:lnTo>
                <a:lnTo>
                  <a:pt x="813" y="530"/>
                </a:lnTo>
                <a:lnTo>
                  <a:pt x="813" y="529"/>
                </a:lnTo>
                <a:lnTo>
                  <a:pt x="812" y="529"/>
                </a:lnTo>
                <a:lnTo>
                  <a:pt x="812" y="528"/>
                </a:lnTo>
                <a:lnTo>
                  <a:pt x="811" y="528"/>
                </a:lnTo>
                <a:lnTo>
                  <a:pt x="812" y="527"/>
                </a:lnTo>
                <a:lnTo>
                  <a:pt x="812" y="526"/>
                </a:lnTo>
                <a:lnTo>
                  <a:pt x="812" y="525"/>
                </a:lnTo>
                <a:lnTo>
                  <a:pt x="809" y="525"/>
                </a:lnTo>
                <a:lnTo>
                  <a:pt x="808" y="524"/>
                </a:lnTo>
                <a:lnTo>
                  <a:pt x="807" y="524"/>
                </a:lnTo>
                <a:lnTo>
                  <a:pt x="806" y="524"/>
                </a:lnTo>
                <a:lnTo>
                  <a:pt x="805" y="524"/>
                </a:lnTo>
                <a:lnTo>
                  <a:pt x="805" y="525"/>
                </a:lnTo>
                <a:lnTo>
                  <a:pt x="804" y="525"/>
                </a:lnTo>
                <a:lnTo>
                  <a:pt x="801" y="525"/>
                </a:lnTo>
                <a:lnTo>
                  <a:pt x="800" y="525"/>
                </a:lnTo>
                <a:lnTo>
                  <a:pt x="799" y="525"/>
                </a:lnTo>
                <a:lnTo>
                  <a:pt x="797" y="526"/>
                </a:lnTo>
                <a:lnTo>
                  <a:pt x="797" y="525"/>
                </a:lnTo>
                <a:lnTo>
                  <a:pt x="796" y="526"/>
                </a:lnTo>
                <a:lnTo>
                  <a:pt x="795" y="526"/>
                </a:lnTo>
                <a:lnTo>
                  <a:pt x="795" y="525"/>
                </a:lnTo>
                <a:lnTo>
                  <a:pt x="794" y="525"/>
                </a:lnTo>
                <a:lnTo>
                  <a:pt x="793" y="525"/>
                </a:lnTo>
                <a:lnTo>
                  <a:pt x="793" y="524"/>
                </a:lnTo>
                <a:lnTo>
                  <a:pt x="792" y="524"/>
                </a:lnTo>
                <a:lnTo>
                  <a:pt x="791" y="524"/>
                </a:lnTo>
                <a:lnTo>
                  <a:pt x="791" y="523"/>
                </a:lnTo>
                <a:lnTo>
                  <a:pt x="790" y="523"/>
                </a:lnTo>
                <a:lnTo>
                  <a:pt x="789" y="523"/>
                </a:lnTo>
                <a:lnTo>
                  <a:pt x="788" y="523"/>
                </a:lnTo>
                <a:lnTo>
                  <a:pt x="787" y="523"/>
                </a:lnTo>
                <a:lnTo>
                  <a:pt x="786" y="522"/>
                </a:lnTo>
                <a:lnTo>
                  <a:pt x="785" y="521"/>
                </a:lnTo>
                <a:lnTo>
                  <a:pt x="784" y="521"/>
                </a:lnTo>
                <a:lnTo>
                  <a:pt x="783" y="521"/>
                </a:lnTo>
                <a:lnTo>
                  <a:pt x="783" y="522"/>
                </a:lnTo>
                <a:lnTo>
                  <a:pt x="782" y="522"/>
                </a:lnTo>
                <a:lnTo>
                  <a:pt x="781" y="522"/>
                </a:lnTo>
                <a:lnTo>
                  <a:pt x="780" y="522"/>
                </a:lnTo>
                <a:lnTo>
                  <a:pt x="778" y="521"/>
                </a:lnTo>
                <a:lnTo>
                  <a:pt x="777" y="519"/>
                </a:lnTo>
                <a:lnTo>
                  <a:pt x="776" y="518"/>
                </a:lnTo>
                <a:lnTo>
                  <a:pt x="775" y="518"/>
                </a:lnTo>
                <a:lnTo>
                  <a:pt x="774" y="517"/>
                </a:lnTo>
                <a:lnTo>
                  <a:pt x="773" y="516"/>
                </a:lnTo>
                <a:lnTo>
                  <a:pt x="772" y="515"/>
                </a:lnTo>
                <a:lnTo>
                  <a:pt x="771" y="514"/>
                </a:lnTo>
                <a:lnTo>
                  <a:pt x="770" y="514"/>
                </a:lnTo>
                <a:lnTo>
                  <a:pt x="769" y="513"/>
                </a:lnTo>
                <a:lnTo>
                  <a:pt x="767" y="513"/>
                </a:lnTo>
                <a:lnTo>
                  <a:pt x="767" y="512"/>
                </a:lnTo>
                <a:lnTo>
                  <a:pt x="766" y="513"/>
                </a:lnTo>
                <a:lnTo>
                  <a:pt x="765" y="513"/>
                </a:lnTo>
                <a:lnTo>
                  <a:pt x="764" y="513"/>
                </a:lnTo>
                <a:lnTo>
                  <a:pt x="762" y="513"/>
                </a:lnTo>
                <a:lnTo>
                  <a:pt x="761" y="513"/>
                </a:lnTo>
                <a:lnTo>
                  <a:pt x="760" y="513"/>
                </a:lnTo>
                <a:lnTo>
                  <a:pt x="759" y="513"/>
                </a:lnTo>
                <a:lnTo>
                  <a:pt x="758" y="513"/>
                </a:lnTo>
                <a:lnTo>
                  <a:pt x="758" y="514"/>
                </a:lnTo>
                <a:lnTo>
                  <a:pt x="757" y="516"/>
                </a:lnTo>
                <a:lnTo>
                  <a:pt x="757" y="517"/>
                </a:lnTo>
                <a:lnTo>
                  <a:pt x="756" y="517"/>
                </a:lnTo>
                <a:lnTo>
                  <a:pt x="755" y="518"/>
                </a:lnTo>
                <a:lnTo>
                  <a:pt x="753" y="518"/>
                </a:lnTo>
                <a:lnTo>
                  <a:pt x="752" y="518"/>
                </a:lnTo>
                <a:lnTo>
                  <a:pt x="750" y="519"/>
                </a:lnTo>
                <a:lnTo>
                  <a:pt x="749" y="520"/>
                </a:lnTo>
                <a:lnTo>
                  <a:pt x="748" y="520"/>
                </a:lnTo>
                <a:lnTo>
                  <a:pt x="747" y="520"/>
                </a:lnTo>
                <a:lnTo>
                  <a:pt x="746" y="521"/>
                </a:lnTo>
                <a:lnTo>
                  <a:pt x="746" y="522"/>
                </a:lnTo>
                <a:lnTo>
                  <a:pt x="746" y="523"/>
                </a:lnTo>
                <a:lnTo>
                  <a:pt x="747" y="524"/>
                </a:lnTo>
                <a:lnTo>
                  <a:pt x="747" y="525"/>
                </a:lnTo>
                <a:lnTo>
                  <a:pt x="747" y="526"/>
                </a:lnTo>
                <a:lnTo>
                  <a:pt x="748" y="526"/>
                </a:lnTo>
                <a:lnTo>
                  <a:pt x="749" y="526"/>
                </a:lnTo>
                <a:lnTo>
                  <a:pt x="748" y="526"/>
                </a:lnTo>
                <a:lnTo>
                  <a:pt x="749" y="527"/>
                </a:lnTo>
                <a:lnTo>
                  <a:pt x="749" y="528"/>
                </a:lnTo>
                <a:lnTo>
                  <a:pt x="749" y="529"/>
                </a:lnTo>
                <a:lnTo>
                  <a:pt x="749" y="530"/>
                </a:lnTo>
                <a:lnTo>
                  <a:pt x="749" y="531"/>
                </a:lnTo>
                <a:lnTo>
                  <a:pt x="748" y="531"/>
                </a:lnTo>
                <a:lnTo>
                  <a:pt x="748" y="532"/>
                </a:lnTo>
                <a:lnTo>
                  <a:pt x="747" y="533"/>
                </a:lnTo>
                <a:lnTo>
                  <a:pt x="746" y="533"/>
                </a:lnTo>
                <a:lnTo>
                  <a:pt x="745" y="533"/>
                </a:lnTo>
                <a:lnTo>
                  <a:pt x="745" y="534"/>
                </a:lnTo>
                <a:lnTo>
                  <a:pt x="745" y="535"/>
                </a:lnTo>
                <a:lnTo>
                  <a:pt x="745" y="536"/>
                </a:lnTo>
                <a:lnTo>
                  <a:pt x="745" y="537"/>
                </a:lnTo>
                <a:lnTo>
                  <a:pt x="745" y="538"/>
                </a:lnTo>
                <a:lnTo>
                  <a:pt x="745" y="539"/>
                </a:lnTo>
                <a:lnTo>
                  <a:pt x="744" y="539"/>
                </a:lnTo>
                <a:lnTo>
                  <a:pt x="744" y="540"/>
                </a:lnTo>
                <a:lnTo>
                  <a:pt x="744" y="541"/>
                </a:lnTo>
                <a:lnTo>
                  <a:pt x="744" y="542"/>
                </a:lnTo>
                <a:lnTo>
                  <a:pt x="743" y="542"/>
                </a:lnTo>
                <a:lnTo>
                  <a:pt x="742" y="542"/>
                </a:lnTo>
                <a:lnTo>
                  <a:pt x="741" y="541"/>
                </a:lnTo>
                <a:lnTo>
                  <a:pt x="740" y="541"/>
                </a:lnTo>
                <a:lnTo>
                  <a:pt x="739" y="541"/>
                </a:lnTo>
                <a:lnTo>
                  <a:pt x="739" y="542"/>
                </a:lnTo>
                <a:lnTo>
                  <a:pt x="738" y="542"/>
                </a:lnTo>
                <a:lnTo>
                  <a:pt x="737" y="542"/>
                </a:lnTo>
                <a:lnTo>
                  <a:pt x="736" y="543"/>
                </a:lnTo>
                <a:lnTo>
                  <a:pt x="735" y="543"/>
                </a:lnTo>
                <a:lnTo>
                  <a:pt x="734" y="543"/>
                </a:lnTo>
                <a:lnTo>
                  <a:pt x="734" y="544"/>
                </a:lnTo>
                <a:lnTo>
                  <a:pt x="733" y="544"/>
                </a:lnTo>
                <a:lnTo>
                  <a:pt x="732" y="544"/>
                </a:lnTo>
                <a:lnTo>
                  <a:pt x="732" y="543"/>
                </a:lnTo>
                <a:lnTo>
                  <a:pt x="731" y="543"/>
                </a:lnTo>
                <a:lnTo>
                  <a:pt x="731" y="544"/>
                </a:lnTo>
                <a:lnTo>
                  <a:pt x="730" y="544"/>
                </a:lnTo>
                <a:lnTo>
                  <a:pt x="729" y="544"/>
                </a:lnTo>
                <a:lnTo>
                  <a:pt x="728" y="544"/>
                </a:lnTo>
                <a:lnTo>
                  <a:pt x="727" y="544"/>
                </a:lnTo>
                <a:lnTo>
                  <a:pt x="727" y="545"/>
                </a:lnTo>
                <a:lnTo>
                  <a:pt x="725" y="545"/>
                </a:lnTo>
                <a:lnTo>
                  <a:pt x="724" y="545"/>
                </a:lnTo>
                <a:lnTo>
                  <a:pt x="723" y="546"/>
                </a:lnTo>
                <a:lnTo>
                  <a:pt x="722" y="546"/>
                </a:lnTo>
                <a:lnTo>
                  <a:pt x="722" y="545"/>
                </a:lnTo>
                <a:lnTo>
                  <a:pt x="721" y="545"/>
                </a:lnTo>
                <a:lnTo>
                  <a:pt x="721" y="546"/>
                </a:lnTo>
                <a:lnTo>
                  <a:pt x="721" y="547"/>
                </a:lnTo>
                <a:lnTo>
                  <a:pt x="722" y="547"/>
                </a:lnTo>
                <a:lnTo>
                  <a:pt x="721" y="548"/>
                </a:lnTo>
                <a:lnTo>
                  <a:pt x="722" y="549"/>
                </a:lnTo>
                <a:lnTo>
                  <a:pt x="722" y="550"/>
                </a:lnTo>
                <a:lnTo>
                  <a:pt x="721" y="550"/>
                </a:lnTo>
                <a:lnTo>
                  <a:pt x="720" y="550"/>
                </a:lnTo>
                <a:lnTo>
                  <a:pt x="719" y="550"/>
                </a:lnTo>
                <a:lnTo>
                  <a:pt x="719" y="551"/>
                </a:lnTo>
                <a:lnTo>
                  <a:pt x="719" y="552"/>
                </a:lnTo>
                <a:lnTo>
                  <a:pt x="720" y="553"/>
                </a:lnTo>
                <a:lnTo>
                  <a:pt x="721" y="553"/>
                </a:lnTo>
                <a:lnTo>
                  <a:pt x="720" y="553"/>
                </a:lnTo>
                <a:lnTo>
                  <a:pt x="720" y="554"/>
                </a:lnTo>
                <a:lnTo>
                  <a:pt x="722" y="554"/>
                </a:lnTo>
                <a:lnTo>
                  <a:pt x="722" y="555"/>
                </a:lnTo>
                <a:lnTo>
                  <a:pt x="723" y="556"/>
                </a:lnTo>
                <a:lnTo>
                  <a:pt x="723" y="557"/>
                </a:lnTo>
                <a:lnTo>
                  <a:pt x="723" y="558"/>
                </a:lnTo>
                <a:lnTo>
                  <a:pt x="724" y="558"/>
                </a:lnTo>
                <a:lnTo>
                  <a:pt x="724" y="559"/>
                </a:lnTo>
                <a:lnTo>
                  <a:pt x="723" y="560"/>
                </a:lnTo>
                <a:lnTo>
                  <a:pt x="723" y="562"/>
                </a:lnTo>
                <a:lnTo>
                  <a:pt x="724" y="562"/>
                </a:lnTo>
                <a:lnTo>
                  <a:pt x="724" y="563"/>
                </a:lnTo>
                <a:lnTo>
                  <a:pt x="724" y="564"/>
                </a:lnTo>
                <a:lnTo>
                  <a:pt x="724" y="565"/>
                </a:lnTo>
                <a:lnTo>
                  <a:pt x="725" y="565"/>
                </a:lnTo>
                <a:lnTo>
                  <a:pt x="725" y="567"/>
                </a:lnTo>
                <a:lnTo>
                  <a:pt x="724" y="567"/>
                </a:lnTo>
                <a:lnTo>
                  <a:pt x="724" y="568"/>
                </a:lnTo>
                <a:lnTo>
                  <a:pt x="725" y="568"/>
                </a:lnTo>
                <a:lnTo>
                  <a:pt x="724" y="568"/>
                </a:lnTo>
                <a:lnTo>
                  <a:pt x="724" y="569"/>
                </a:lnTo>
                <a:lnTo>
                  <a:pt x="724" y="570"/>
                </a:lnTo>
                <a:lnTo>
                  <a:pt x="723" y="571"/>
                </a:lnTo>
                <a:lnTo>
                  <a:pt x="723" y="572"/>
                </a:lnTo>
                <a:lnTo>
                  <a:pt x="722" y="572"/>
                </a:lnTo>
                <a:lnTo>
                  <a:pt x="723" y="573"/>
                </a:lnTo>
                <a:lnTo>
                  <a:pt x="723" y="574"/>
                </a:lnTo>
                <a:lnTo>
                  <a:pt x="724" y="575"/>
                </a:lnTo>
                <a:lnTo>
                  <a:pt x="725" y="575"/>
                </a:lnTo>
                <a:lnTo>
                  <a:pt x="726" y="576"/>
                </a:lnTo>
                <a:lnTo>
                  <a:pt x="727" y="577"/>
                </a:lnTo>
                <a:lnTo>
                  <a:pt x="728" y="576"/>
                </a:lnTo>
                <a:lnTo>
                  <a:pt x="729" y="576"/>
                </a:lnTo>
                <a:lnTo>
                  <a:pt x="730" y="576"/>
                </a:lnTo>
                <a:lnTo>
                  <a:pt x="731" y="576"/>
                </a:lnTo>
                <a:lnTo>
                  <a:pt x="732" y="577"/>
                </a:lnTo>
                <a:lnTo>
                  <a:pt x="733" y="577"/>
                </a:lnTo>
                <a:lnTo>
                  <a:pt x="733" y="578"/>
                </a:lnTo>
                <a:lnTo>
                  <a:pt x="733" y="579"/>
                </a:lnTo>
                <a:lnTo>
                  <a:pt x="733" y="580"/>
                </a:lnTo>
                <a:lnTo>
                  <a:pt x="732" y="580"/>
                </a:lnTo>
                <a:lnTo>
                  <a:pt x="732" y="581"/>
                </a:lnTo>
                <a:lnTo>
                  <a:pt x="732" y="582"/>
                </a:lnTo>
                <a:lnTo>
                  <a:pt x="732" y="583"/>
                </a:lnTo>
                <a:lnTo>
                  <a:pt x="733" y="584"/>
                </a:lnTo>
                <a:lnTo>
                  <a:pt x="734" y="585"/>
                </a:lnTo>
                <a:lnTo>
                  <a:pt x="735" y="586"/>
                </a:lnTo>
                <a:lnTo>
                  <a:pt x="735" y="587"/>
                </a:lnTo>
                <a:lnTo>
                  <a:pt x="735" y="588"/>
                </a:lnTo>
                <a:lnTo>
                  <a:pt x="736" y="588"/>
                </a:lnTo>
                <a:lnTo>
                  <a:pt x="735" y="588"/>
                </a:lnTo>
                <a:lnTo>
                  <a:pt x="736" y="589"/>
                </a:lnTo>
                <a:lnTo>
                  <a:pt x="737" y="589"/>
                </a:lnTo>
                <a:lnTo>
                  <a:pt x="738" y="588"/>
                </a:lnTo>
                <a:lnTo>
                  <a:pt x="739" y="589"/>
                </a:lnTo>
                <a:lnTo>
                  <a:pt x="740" y="589"/>
                </a:lnTo>
                <a:lnTo>
                  <a:pt x="740" y="590"/>
                </a:lnTo>
                <a:lnTo>
                  <a:pt x="741" y="590"/>
                </a:lnTo>
                <a:lnTo>
                  <a:pt x="741" y="589"/>
                </a:lnTo>
                <a:lnTo>
                  <a:pt x="742" y="589"/>
                </a:lnTo>
                <a:lnTo>
                  <a:pt x="743" y="589"/>
                </a:lnTo>
                <a:lnTo>
                  <a:pt x="743" y="590"/>
                </a:lnTo>
                <a:lnTo>
                  <a:pt x="744" y="590"/>
                </a:lnTo>
                <a:lnTo>
                  <a:pt x="745" y="590"/>
                </a:lnTo>
                <a:lnTo>
                  <a:pt x="746" y="590"/>
                </a:lnTo>
                <a:lnTo>
                  <a:pt x="746" y="591"/>
                </a:lnTo>
                <a:lnTo>
                  <a:pt x="747" y="591"/>
                </a:lnTo>
                <a:lnTo>
                  <a:pt x="746" y="591"/>
                </a:lnTo>
                <a:lnTo>
                  <a:pt x="746" y="592"/>
                </a:lnTo>
                <a:lnTo>
                  <a:pt x="747" y="592"/>
                </a:lnTo>
                <a:lnTo>
                  <a:pt x="748" y="592"/>
                </a:lnTo>
                <a:lnTo>
                  <a:pt x="749" y="592"/>
                </a:lnTo>
                <a:lnTo>
                  <a:pt x="750" y="592"/>
                </a:lnTo>
                <a:lnTo>
                  <a:pt x="750" y="593"/>
                </a:lnTo>
                <a:lnTo>
                  <a:pt x="751" y="593"/>
                </a:lnTo>
                <a:lnTo>
                  <a:pt x="752" y="593"/>
                </a:lnTo>
                <a:lnTo>
                  <a:pt x="752" y="594"/>
                </a:lnTo>
                <a:lnTo>
                  <a:pt x="753" y="594"/>
                </a:lnTo>
                <a:lnTo>
                  <a:pt x="754" y="594"/>
                </a:lnTo>
                <a:lnTo>
                  <a:pt x="754" y="595"/>
                </a:lnTo>
                <a:lnTo>
                  <a:pt x="753" y="595"/>
                </a:lnTo>
                <a:lnTo>
                  <a:pt x="753" y="596"/>
                </a:lnTo>
                <a:lnTo>
                  <a:pt x="752" y="596"/>
                </a:lnTo>
                <a:lnTo>
                  <a:pt x="752" y="597"/>
                </a:lnTo>
                <a:lnTo>
                  <a:pt x="751" y="597"/>
                </a:lnTo>
                <a:lnTo>
                  <a:pt x="750" y="598"/>
                </a:lnTo>
                <a:lnTo>
                  <a:pt x="749" y="599"/>
                </a:lnTo>
                <a:lnTo>
                  <a:pt x="748" y="599"/>
                </a:lnTo>
                <a:lnTo>
                  <a:pt x="747" y="599"/>
                </a:lnTo>
                <a:lnTo>
                  <a:pt x="747" y="600"/>
                </a:lnTo>
                <a:lnTo>
                  <a:pt x="747" y="601"/>
                </a:lnTo>
                <a:lnTo>
                  <a:pt x="746" y="601"/>
                </a:lnTo>
                <a:lnTo>
                  <a:pt x="744" y="601"/>
                </a:lnTo>
                <a:lnTo>
                  <a:pt x="743" y="601"/>
                </a:lnTo>
                <a:lnTo>
                  <a:pt x="742" y="601"/>
                </a:lnTo>
                <a:lnTo>
                  <a:pt x="742" y="602"/>
                </a:lnTo>
                <a:lnTo>
                  <a:pt x="742" y="603"/>
                </a:lnTo>
                <a:lnTo>
                  <a:pt x="742" y="604"/>
                </a:lnTo>
                <a:lnTo>
                  <a:pt x="741" y="605"/>
                </a:lnTo>
                <a:lnTo>
                  <a:pt x="741" y="606"/>
                </a:lnTo>
                <a:lnTo>
                  <a:pt x="741" y="607"/>
                </a:lnTo>
                <a:lnTo>
                  <a:pt x="740" y="607"/>
                </a:lnTo>
                <a:lnTo>
                  <a:pt x="741" y="608"/>
                </a:lnTo>
                <a:lnTo>
                  <a:pt x="741" y="609"/>
                </a:lnTo>
                <a:lnTo>
                  <a:pt x="740" y="609"/>
                </a:lnTo>
                <a:lnTo>
                  <a:pt x="740" y="610"/>
                </a:lnTo>
                <a:lnTo>
                  <a:pt x="739" y="611"/>
                </a:lnTo>
                <a:lnTo>
                  <a:pt x="738" y="612"/>
                </a:lnTo>
                <a:lnTo>
                  <a:pt x="738" y="613"/>
                </a:lnTo>
                <a:lnTo>
                  <a:pt x="738" y="614"/>
                </a:lnTo>
                <a:lnTo>
                  <a:pt x="737" y="614"/>
                </a:lnTo>
                <a:lnTo>
                  <a:pt x="736" y="614"/>
                </a:lnTo>
                <a:lnTo>
                  <a:pt x="736" y="615"/>
                </a:lnTo>
                <a:lnTo>
                  <a:pt x="735" y="615"/>
                </a:lnTo>
                <a:lnTo>
                  <a:pt x="734" y="615"/>
                </a:lnTo>
                <a:lnTo>
                  <a:pt x="733" y="616"/>
                </a:lnTo>
                <a:lnTo>
                  <a:pt x="733" y="617"/>
                </a:lnTo>
                <a:lnTo>
                  <a:pt x="732" y="617"/>
                </a:lnTo>
                <a:lnTo>
                  <a:pt x="732" y="618"/>
                </a:lnTo>
                <a:lnTo>
                  <a:pt x="731" y="619"/>
                </a:lnTo>
                <a:lnTo>
                  <a:pt x="730" y="619"/>
                </a:lnTo>
                <a:lnTo>
                  <a:pt x="730" y="620"/>
                </a:lnTo>
                <a:lnTo>
                  <a:pt x="730" y="621"/>
                </a:lnTo>
                <a:lnTo>
                  <a:pt x="730" y="622"/>
                </a:lnTo>
                <a:lnTo>
                  <a:pt x="731" y="622"/>
                </a:lnTo>
                <a:lnTo>
                  <a:pt x="731" y="623"/>
                </a:lnTo>
                <a:lnTo>
                  <a:pt x="730" y="623"/>
                </a:lnTo>
                <a:lnTo>
                  <a:pt x="730" y="624"/>
                </a:lnTo>
                <a:lnTo>
                  <a:pt x="730" y="625"/>
                </a:lnTo>
                <a:lnTo>
                  <a:pt x="730" y="626"/>
                </a:lnTo>
                <a:lnTo>
                  <a:pt x="731" y="626"/>
                </a:lnTo>
                <a:lnTo>
                  <a:pt x="732" y="626"/>
                </a:lnTo>
                <a:lnTo>
                  <a:pt x="732" y="627"/>
                </a:lnTo>
                <a:lnTo>
                  <a:pt x="733" y="629"/>
                </a:lnTo>
                <a:lnTo>
                  <a:pt x="734" y="629"/>
                </a:lnTo>
                <a:lnTo>
                  <a:pt x="734" y="630"/>
                </a:lnTo>
                <a:lnTo>
                  <a:pt x="734" y="631"/>
                </a:lnTo>
                <a:lnTo>
                  <a:pt x="735" y="632"/>
                </a:lnTo>
                <a:lnTo>
                  <a:pt x="735" y="633"/>
                </a:lnTo>
                <a:lnTo>
                  <a:pt x="734" y="633"/>
                </a:lnTo>
                <a:lnTo>
                  <a:pt x="733" y="633"/>
                </a:lnTo>
                <a:lnTo>
                  <a:pt x="733" y="634"/>
                </a:lnTo>
                <a:lnTo>
                  <a:pt x="731" y="634"/>
                </a:lnTo>
                <a:lnTo>
                  <a:pt x="731" y="635"/>
                </a:lnTo>
                <a:lnTo>
                  <a:pt x="732" y="637"/>
                </a:lnTo>
                <a:lnTo>
                  <a:pt x="733" y="637"/>
                </a:lnTo>
                <a:lnTo>
                  <a:pt x="733" y="638"/>
                </a:lnTo>
                <a:lnTo>
                  <a:pt x="732" y="638"/>
                </a:lnTo>
                <a:lnTo>
                  <a:pt x="731" y="638"/>
                </a:lnTo>
                <a:lnTo>
                  <a:pt x="730" y="638"/>
                </a:lnTo>
                <a:lnTo>
                  <a:pt x="729" y="638"/>
                </a:lnTo>
                <a:lnTo>
                  <a:pt x="728" y="639"/>
                </a:lnTo>
                <a:lnTo>
                  <a:pt x="727" y="639"/>
                </a:lnTo>
                <a:lnTo>
                  <a:pt x="726" y="639"/>
                </a:lnTo>
                <a:lnTo>
                  <a:pt x="725" y="639"/>
                </a:lnTo>
                <a:lnTo>
                  <a:pt x="724" y="639"/>
                </a:lnTo>
                <a:lnTo>
                  <a:pt x="723" y="639"/>
                </a:lnTo>
                <a:lnTo>
                  <a:pt x="723" y="640"/>
                </a:lnTo>
                <a:lnTo>
                  <a:pt x="722" y="640"/>
                </a:lnTo>
                <a:lnTo>
                  <a:pt x="721" y="640"/>
                </a:lnTo>
                <a:lnTo>
                  <a:pt x="721" y="641"/>
                </a:lnTo>
                <a:lnTo>
                  <a:pt x="720" y="641"/>
                </a:lnTo>
                <a:lnTo>
                  <a:pt x="719" y="641"/>
                </a:lnTo>
                <a:lnTo>
                  <a:pt x="718" y="642"/>
                </a:lnTo>
                <a:lnTo>
                  <a:pt x="719" y="642"/>
                </a:lnTo>
                <a:lnTo>
                  <a:pt x="719" y="643"/>
                </a:lnTo>
                <a:lnTo>
                  <a:pt x="719" y="644"/>
                </a:lnTo>
                <a:lnTo>
                  <a:pt x="718" y="644"/>
                </a:lnTo>
                <a:lnTo>
                  <a:pt x="718" y="645"/>
                </a:lnTo>
                <a:lnTo>
                  <a:pt x="718" y="646"/>
                </a:lnTo>
                <a:lnTo>
                  <a:pt x="717" y="646"/>
                </a:lnTo>
                <a:lnTo>
                  <a:pt x="717" y="647"/>
                </a:lnTo>
                <a:lnTo>
                  <a:pt x="718" y="648"/>
                </a:lnTo>
                <a:lnTo>
                  <a:pt x="720" y="648"/>
                </a:lnTo>
                <a:lnTo>
                  <a:pt x="720" y="649"/>
                </a:lnTo>
                <a:lnTo>
                  <a:pt x="719" y="649"/>
                </a:lnTo>
                <a:lnTo>
                  <a:pt x="720" y="650"/>
                </a:lnTo>
                <a:lnTo>
                  <a:pt x="721" y="650"/>
                </a:lnTo>
                <a:lnTo>
                  <a:pt x="720" y="651"/>
                </a:lnTo>
                <a:lnTo>
                  <a:pt x="721" y="652"/>
                </a:lnTo>
                <a:lnTo>
                  <a:pt x="721" y="653"/>
                </a:lnTo>
                <a:lnTo>
                  <a:pt x="721" y="654"/>
                </a:lnTo>
                <a:lnTo>
                  <a:pt x="720" y="654"/>
                </a:lnTo>
                <a:lnTo>
                  <a:pt x="720" y="655"/>
                </a:lnTo>
                <a:lnTo>
                  <a:pt x="720" y="656"/>
                </a:lnTo>
                <a:lnTo>
                  <a:pt x="720" y="657"/>
                </a:lnTo>
                <a:lnTo>
                  <a:pt x="720" y="658"/>
                </a:lnTo>
                <a:lnTo>
                  <a:pt x="721" y="658"/>
                </a:lnTo>
                <a:lnTo>
                  <a:pt x="721" y="659"/>
                </a:lnTo>
                <a:lnTo>
                  <a:pt x="721" y="660"/>
                </a:lnTo>
                <a:lnTo>
                  <a:pt x="722" y="661"/>
                </a:lnTo>
                <a:lnTo>
                  <a:pt x="723" y="663"/>
                </a:lnTo>
                <a:lnTo>
                  <a:pt x="724" y="664"/>
                </a:lnTo>
                <a:lnTo>
                  <a:pt x="724" y="665"/>
                </a:lnTo>
                <a:lnTo>
                  <a:pt x="724" y="666"/>
                </a:lnTo>
                <a:lnTo>
                  <a:pt x="724" y="667"/>
                </a:lnTo>
                <a:lnTo>
                  <a:pt x="725" y="667"/>
                </a:lnTo>
                <a:lnTo>
                  <a:pt x="726" y="668"/>
                </a:lnTo>
                <a:lnTo>
                  <a:pt x="727" y="669"/>
                </a:lnTo>
                <a:lnTo>
                  <a:pt x="728" y="670"/>
                </a:lnTo>
                <a:lnTo>
                  <a:pt x="729" y="670"/>
                </a:lnTo>
                <a:lnTo>
                  <a:pt x="729" y="671"/>
                </a:lnTo>
                <a:lnTo>
                  <a:pt x="729" y="672"/>
                </a:lnTo>
                <a:lnTo>
                  <a:pt x="730" y="672"/>
                </a:lnTo>
                <a:lnTo>
                  <a:pt x="731" y="672"/>
                </a:lnTo>
                <a:lnTo>
                  <a:pt x="732" y="672"/>
                </a:lnTo>
                <a:lnTo>
                  <a:pt x="733" y="673"/>
                </a:lnTo>
                <a:lnTo>
                  <a:pt x="733" y="674"/>
                </a:lnTo>
                <a:lnTo>
                  <a:pt x="733" y="673"/>
                </a:lnTo>
                <a:lnTo>
                  <a:pt x="734" y="673"/>
                </a:lnTo>
                <a:lnTo>
                  <a:pt x="735" y="674"/>
                </a:lnTo>
                <a:lnTo>
                  <a:pt x="735" y="675"/>
                </a:lnTo>
                <a:lnTo>
                  <a:pt x="736" y="675"/>
                </a:lnTo>
                <a:lnTo>
                  <a:pt x="737" y="675"/>
                </a:lnTo>
                <a:lnTo>
                  <a:pt x="738" y="675"/>
                </a:lnTo>
                <a:lnTo>
                  <a:pt x="739" y="676"/>
                </a:lnTo>
                <a:lnTo>
                  <a:pt x="740" y="675"/>
                </a:lnTo>
                <a:lnTo>
                  <a:pt x="741" y="675"/>
                </a:lnTo>
                <a:lnTo>
                  <a:pt x="741" y="676"/>
                </a:lnTo>
                <a:lnTo>
                  <a:pt x="741" y="677"/>
                </a:lnTo>
                <a:lnTo>
                  <a:pt x="741" y="678"/>
                </a:lnTo>
                <a:lnTo>
                  <a:pt x="742" y="679"/>
                </a:lnTo>
                <a:lnTo>
                  <a:pt x="743" y="680"/>
                </a:lnTo>
                <a:lnTo>
                  <a:pt x="743" y="679"/>
                </a:lnTo>
                <a:lnTo>
                  <a:pt x="743" y="680"/>
                </a:lnTo>
                <a:lnTo>
                  <a:pt x="744" y="680"/>
                </a:lnTo>
                <a:lnTo>
                  <a:pt x="745" y="681"/>
                </a:lnTo>
                <a:lnTo>
                  <a:pt x="746" y="681"/>
                </a:lnTo>
                <a:lnTo>
                  <a:pt x="746" y="682"/>
                </a:lnTo>
                <a:lnTo>
                  <a:pt x="747" y="682"/>
                </a:lnTo>
                <a:lnTo>
                  <a:pt x="748" y="683"/>
                </a:lnTo>
                <a:lnTo>
                  <a:pt x="749" y="683"/>
                </a:lnTo>
                <a:lnTo>
                  <a:pt x="749" y="684"/>
                </a:lnTo>
                <a:lnTo>
                  <a:pt x="750" y="684"/>
                </a:lnTo>
                <a:lnTo>
                  <a:pt x="751" y="684"/>
                </a:lnTo>
                <a:lnTo>
                  <a:pt x="752" y="684"/>
                </a:lnTo>
                <a:lnTo>
                  <a:pt x="752" y="685"/>
                </a:lnTo>
                <a:lnTo>
                  <a:pt x="751" y="685"/>
                </a:lnTo>
                <a:lnTo>
                  <a:pt x="750" y="685"/>
                </a:lnTo>
                <a:lnTo>
                  <a:pt x="749" y="685"/>
                </a:lnTo>
                <a:lnTo>
                  <a:pt x="748" y="685"/>
                </a:lnTo>
                <a:lnTo>
                  <a:pt x="748" y="684"/>
                </a:lnTo>
                <a:lnTo>
                  <a:pt x="747" y="684"/>
                </a:lnTo>
                <a:lnTo>
                  <a:pt x="747" y="685"/>
                </a:lnTo>
                <a:lnTo>
                  <a:pt x="746" y="686"/>
                </a:lnTo>
                <a:lnTo>
                  <a:pt x="746" y="685"/>
                </a:lnTo>
                <a:lnTo>
                  <a:pt x="745" y="685"/>
                </a:lnTo>
                <a:lnTo>
                  <a:pt x="744" y="685"/>
                </a:lnTo>
                <a:lnTo>
                  <a:pt x="743" y="685"/>
                </a:lnTo>
                <a:lnTo>
                  <a:pt x="742" y="685"/>
                </a:lnTo>
                <a:lnTo>
                  <a:pt x="741" y="685"/>
                </a:lnTo>
                <a:lnTo>
                  <a:pt x="740" y="685"/>
                </a:lnTo>
                <a:lnTo>
                  <a:pt x="739" y="684"/>
                </a:lnTo>
                <a:lnTo>
                  <a:pt x="739" y="685"/>
                </a:lnTo>
                <a:lnTo>
                  <a:pt x="738" y="685"/>
                </a:lnTo>
                <a:lnTo>
                  <a:pt x="737" y="685"/>
                </a:lnTo>
                <a:lnTo>
                  <a:pt x="736" y="684"/>
                </a:lnTo>
                <a:lnTo>
                  <a:pt x="735" y="684"/>
                </a:lnTo>
                <a:lnTo>
                  <a:pt x="735" y="683"/>
                </a:lnTo>
                <a:lnTo>
                  <a:pt x="734" y="684"/>
                </a:lnTo>
                <a:lnTo>
                  <a:pt x="734" y="685"/>
                </a:lnTo>
                <a:lnTo>
                  <a:pt x="733" y="685"/>
                </a:lnTo>
                <a:lnTo>
                  <a:pt x="732" y="685"/>
                </a:lnTo>
                <a:lnTo>
                  <a:pt x="732" y="684"/>
                </a:lnTo>
                <a:lnTo>
                  <a:pt x="731" y="684"/>
                </a:lnTo>
                <a:lnTo>
                  <a:pt x="730" y="683"/>
                </a:lnTo>
                <a:lnTo>
                  <a:pt x="729" y="683"/>
                </a:lnTo>
                <a:lnTo>
                  <a:pt x="728" y="683"/>
                </a:lnTo>
                <a:lnTo>
                  <a:pt x="728" y="682"/>
                </a:lnTo>
                <a:lnTo>
                  <a:pt x="728" y="681"/>
                </a:lnTo>
                <a:lnTo>
                  <a:pt x="727" y="680"/>
                </a:lnTo>
                <a:lnTo>
                  <a:pt x="726" y="678"/>
                </a:lnTo>
                <a:lnTo>
                  <a:pt x="725" y="679"/>
                </a:lnTo>
                <a:lnTo>
                  <a:pt x="724" y="679"/>
                </a:lnTo>
                <a:lnTo>
                  <a:pt x="723" y="679"/>
                </a:lnTo>
                <a:lnTo>
                  <a:pt x="723" y="680"/>
                </a:lnTo>
                <a:lnTo>
                  <a:pt x="723" y="681"/>
                </a:lnTo>
                <a:lnTo>
                  <a:pt x="722" y="681"/>
                </a:lnTo>
                <a:lnTo>
                  <a:pt x="721" y="682"/>
                </a:lnTo>
                <a:lnTo>
                  <a:pt x="720" y="682"/>
                </a:lnTo>
                <a:lnTo>
                  <a:pt x="719" y="682"/>
                </a:lnTo>
                <a:lnTo>
                  <a:pt x="718" y="681"/>
                </a:lnTo>
                <a:lnTo>
                  <a:pt x="717" y="681"/>
                </a:lnTo>
                <a:lnTo>
                  <a:pt x="717" y="682"/>
                </a:lnTo>
                <a:lnTo>
                  <a:pt x="716" y="682"/>
                </a:lnTo>
                <a:lnTo>
                  <a:pt x="716" y="683"/>
                </a:lnTo>
                <a:lnTo>
                  <a:pt x="716" y="684"/>
                </a:lnTo>
                <a:lnTo>
                  <a:pt x="716" y="685"/>
                </a:lnTo>
                <a:lnTo>
                  <a:pt x="715" y="685"/>
                </a:lnTo>
                <a:lnTo>
                  <a:pt x="715" y="686"/>
                </a:lnTo>
                <a:lnTo>
                  <a:pt x="716" y="686"/>
                </a:lnTo>
                <a:lnTo>
                  <a:pt x="717" y="686"/>
                </a:lnTo>
                <a:lnTo>
                  <a:pt x="718" y="686"/>
                </a:lnTo>
                <a:lnTo>
                  <a:pt x="719" y="686"/>
                </a:lnTo>
                <a:lnTo>
                  <a:pt x="719" y="687"/>
                </a:lnTo>
                <a:lnTo>
                  <a:pt x="720" y="687"/>
                </a:lnTo>
                <a:lnTo>
                  <a:pt x="721" y="687"/>
                </a:lnTo>
                <a:lnTo>
                  <a:pt x="720" y="687"/>
                </a:lnTo>
                <a:lnTo>
                  <a:pt x="720" y="688"/>
                </a:lnTo>
                <a:lnTo>
                  <a:pt x="720" y="689"/>
                </a:lnTo>
                <a:lnTo>
                  <a:pt x="719" y="690"/>
                </a:lnTo>
                <a:lnTo>
                  <a:pt x="718" y="690"/>
                </a:lnTo>
                <a:lnTo>
                  <a:pt x="717" y="691"/>
                </a:lnTo>
                <a:lnTo>
                  <a:pt x="717" y="692"/>
                </a:lnTo>
                <a:lnTo>
                  <a:pt x="717" y="693"/>
                </a:lnTo>
                <a:lnTo>
                  <a:pt x="716" y="693"/>
                </a:lnTo>
                <a:lnTo>
                  <a:pt x="717" y="694"/>
                </a:lnTo>
                <a:lnTo>
                  <a:pt x="718" y="694"/>
                </a:lnTo>
                <a:lnTo>
                  <a:pt x="719" y="694"/>
                </a:lnTo>
                <a:lnTo>
                  <a:pt x="720" y="695"/>
                </a:lnTo>
                <a:lnTo>
                  <a:pt x="721" y="695"/>
                </a:lnTo>
                <a:lnTo>
                  <a:pt x="721" y="696"/>
                </a:lnTo>
                <a:lnTo>
                  <a:pt x="721" y="697"/>
                </a:lnTo>
                <a:lnTo>
                  <a:pt x="722" y="697"/>
                </a:lnTo>
                <a:lnTo>
                  <a:pt x="722" y="698"/>
                </a:lnTo>
                <a:lnTo>
                  <a:pt x="723" y="699"/>
                </a:lnTo>
                <a:lnTo>
                  <a:pt x="723" y="700"/>
                </a:lnTo>
                <a:lnTo>
                  <a:pt x="723" y="701"/>
                </a:lnTo>
                <a:lnTo>
                  <a:pt x="723" y="702"/>
                </a:lnTo>
                <a:lnTo>
                  <a:pt x="723" y="704"/>
                </a:lnTo>
                <a:lnTo>
                  <a:pt x="723" y="705"/>
                </a:lnTo>
                <a:lnTo>
                  <a:pt x="724" y="705"/>
                </a:lnTo>
                <a:lnTo>
                  <a:pt x="723" y="706"/>
                </a:lnTo>
                <a:lnTo>
                  <a:pt x="723" y="707"/>
                </a:lnTo>
                <a:lnTo>
                  <a:pt x="723" y="708"/>
                </a:lnTo>
                <a:lnTo>
                  <a:pt x="723" y="709"/>
                </a:lnTo>
                <a:lnTo>
                  <a:pt x="723" y="708"/>
                </a:lnTo>
                <a:lnTo>
                  <a:pt x="722" y="708"/>
                </a:lnTo>
                <a:lnTo>
                  <a:pt x="722" y="709"/>
                </a:lnTo>
                <a:lnTo>
                  <a:pt x="721" y="709"/>
                </a:lnTo>
                <a:lnTo>
                  <a:pt x="720" y="710"/>
                </a:lnTo>
                <a:lnTo>
                  <a:pt x="719" y="710"/>
                </a:lnTo>
                <a:lnTo>
                  <a:pt x="718" y="710"/>
                </a:lnTo>
                <a:lnTo>
                  <a:pt x="718" y="709"/>
                </a:lnTo>
                <a:lnTo>
                  <a:pt x="717" y="709"/>
                </a:lnTo>
                <a:lnTo>
                  <a:pt x="717" y="710"/>
                </a:lnTo>
                <a:lnTo>
                  <a:pt x="716" y="710"/>
                </a:lnTo>
                <a:lnTo>
                  <a:pt x="717" y="709"/>
                </a:lnTo>
                <a:lnTo>
                  <a:pt x="717" y="708"/>
                </a:lnTo>
                <a:lnTo>
                  <a:pt x="716" y="708"/>
                </a:lnTo>
                <a:lnTo>
                  <a:pt x="715" y="708"/>
                </a:lnTo>
                <a:lnTo>
                  <a:pt x="715" y="707"/>
                </a:lnTo>
                <a:lnTo>
                  <a:pt x="715" y="708"/>
                </a:lnTo>
                <a:lnTo>
                  <a:pt x="714" y="708"/>
                </a:lnTo>
                <a:lnTo>
                  <a:pt x="713" y="708"/>
                </a:lnTo>
                <a:lnTo>
                  <a:pt x="712" y="709"/>
                </a:lnTo>
                <a:lnTo>
                  <a:pt x="712" y="710"/>
                </a:lnTo>
                <a:lnTo>
                  <a:pt x="712" y="711"/>
                </a:lnTo>
                <a:lnTo>
                  <a:pt x="712" y="712"/>
                </a:lnTo>
                <a:lnTo>
                  <a:pt x="712" y="713"/>
                </a:lnTo>
                <a:lnTo>
                  <a:pt x="711" y="713"/>
                </a:lnTo>
                <a:lnTo>
                  <a:pt x="711" y="714"/>
                </a:lnTo>
                <a:lnTo>
                  <a:pt x="711" y="715"/>
                </a:lnTo>
                <a:lnTo>
                  <a:pt x="711" y="716"/>
                </a:lnTo>
                <a:lnTo>
                  <a:pt x="711" y="717"/>
                </a:lnTo>
                <a:lnTo>
                  <a:pt x="710" y="718"/>
                </a:lnTo>
                <a:lnTo>
                  <a:pt x="710" y="719"/>
                </a:lnTo>
                <a:lnTo>
                  <a:pt x="710" y="720"/>
                </a:lnTo>
                <a:lnTo>
                  <a:pt x="710" y="722"/>
                </a:lnTo>
                <a:lnTo>
                  <a:pt x="711" y="722"/>
                </a:lnTo>
                <a:lnTo>
                  <a:pt x="711" y="723"/>
                </a:lnTo>
                <a:lnTo>
                  <a:pt x="710" y="723"/>
                </a:lnTo>
                <a:lnTo>
                  <a:pt x="710" y="724"/>
                </a:lnTo>
                <a:lnTo>
                  <a:pt x="711" y="724"/>
                </a:lnTo>
                <a:lnTo>
                  <a:pt x="711" y="725"/>
                </a:lnTo>
                <a:lnTo>
                  <a:pt x="712" y="725"/>
                </a:lnTo>
                <a:lnTo>
                  <a:pt x="713" y="725"/>
                </a:lnTo>
                <a:lnTo>
                  <a:pt x="714" y="725"/>
                </a:lnTo>
                <a:lnTo>
                  <a:pt x="714" y="726"/>
                </a:lnTo>
                <a:lnTo>
                  <a:pt x="713" y="726"/>
                </a:lnTo>
                <a:lnTo>
                  <a:pt x="713" y="727"/>
                </a:lnTo>
                <a:lnTo>
                  <a:pt x="712" y="728"/>
                </a:lnTo>
                <a:lnTo>
                  <a:pt x="712" y="729"/>
                </a:lnTo>
                <a:lnTo>
                  <a:pt x="713" y="729"/>
                </a:lnTo>
                <a:lnTo>
                  <a:pt x="714" y="730"/>
                </a:lnTo>
                <a:lnTo>
                  <a:pt x="714" y="731"/>
                </a:lnTo>
                <a:lnTo>
                  <a:pt x="713" y="731"/>
                </a:lnTo>
                <a:lnTo>
                  <a:pt x="712" y="731"/>
                </a:lnTo>
                <a:lnTo>
                  <a:pt x="711" y="731"/>
                </a:lnTo>
                <a:lnTo>
                  <a:pt x="710" y="731"/>
                </a:lnTo>
                <a:lnTo>
                  <a:pt x="709" y="731"/>
                </a:lnTo>
                <a:lnTo>
                  <a:pt x="708" y="731"/>
                </a:lnTo>
                <a:lnTo>
                  <a:pt x="708" y="730"/>
                </a:lnTo>
                <a:lnTo>
                  <a:pt x="707" y="730"/>
                </a:lnTo>
                <a:lnTo>
                  <a:pt x="707" y="729"/>
                </a:lnTo>
                <a:lnTo>
                  <a:pt x="707" y="728"/>
                </a:lnTo>
                <a:lnTo>
                  <a:pt x="706" y="727"/>
                </a:lnTo>
                <a:lnTo>
                  <a:pt x="706" y="728"/>
                </a:lnTo>
                <a:lnTo>
                  <a:pt x="705" y="728"/>
                </a:lnTo>
                <a:lnTo>
                  <a:pt x="705" y="729"/>
                </a:lnTo>
                <a:lnTo>
                  <a:pt x="704" y="729"/>
                </a:lnTo>
                <a:lnTo>
                  <a:pt x="705" y="730"/>
                </a:lnTo>
                <a:lnTo>
                  <a:pt x="706" y="731"/>
                </a:lnTo>
                <a:lnTo>
                  <a:pt x="707" y="732"/>
                </a:lnTo>
                <a:lnTo>
                  <a:pt x="707" y="734"/>
                </a:lnTo>
                <a:lnTo>
                  <a:pt x="706" y="734"/>
                </a:lnTo>
                <a:lnTo>
                  <a:pt x="705" y="734"/>
                </a:lnTo>
                <a:lnTo>
                  <a:pt x="704" y="733"/>
                </a:lnTo>
                <a:lnTo>
                  <a:pt x="703" y="733"/>
                </a:lnTo>
                <a:lnTo>
                  <a:pt x="702" y="734"/>
                </a:lnTo>
                <a:lnTo>
                  <a:pt x="701" y="735"/>
                </a:lnTo>
                <a:lnTo>
                  <a:pt x="701" y="736"/>
                </a:lnTo>
                <a:lnTo>
                  <a:pt x="700" y="735"/>
                </a:lnTo>
                <a:lnTo>
                  <a:pt x="699" y="734"/>
                </a:lnTo>
                <a:lnTo>
                  <a:pt x="698" y="734"/>
                </a:lnTo>
                <a:lnTo>
                  <a:pt x="696" y="734"/>
                </a:lnTo>
                <a:lnTo>
                  <a:pt x="695" y="734"/>
                </a:lnTo>
                <a:lnTo>
                  <a:pt x="695" y="735"/>
                </a:lnTo>
                <a:lnTo>
                  <a:pt x="693" y="734"/>
                </a:lnTo>
                <a:lnTo>
                  <a:pt x="693" y="733"/>
                </a:lnTo>
                <a:lnTo>
                  <a:pt x="692" y="733"/>
                </a:lnTo>
                <a:lnTo>
                  <a:pt x="692" y="734"/>
                </a:lnTo>
                <a:lnTo>
                  <a:pt x="691" y="734"/>
                </a:lnTo>
                <a:lnTo>
                  <a:pt x="691" y="733"/>
                </a:lnTo>
                <a:lnTo>
                  <a:pt x="689" y="733"/>
                </a:lnTo>
                <a:lnTo>
                  <a:pt x="688" y="733"/>
                </a:lnTo>
                <a:lnTo>
                  <a:pt x="687" y="733"/>
                </a:lnTo>
                <a:lnTo>
                  <a:pt x="687" y="732"/>
                </a:lnTo>
                <a:lnTo>
                  <a:pt x="686" y="731"/>
                </a:lnTo>
                <a:lnTo>
                  <a:pt x="686" y="732"/>
                </a:lnTo>
                <a:lnTo>
                  <a:pt x="685" y="732"/>
                </a:lnTo>
                <a:lnTo>
                  <a:pt x="684" y="732"/>
                </a:lnTo>
                <a:lnTo>
                  <a:pt x="683" y="732"/>
                </a:lnTo>
                <a:lnTo>
                  <a:pt x="682" y="732"/>
                </a:lnTo>
                <a:lnTo>
                  <a:pt x="681" y="732"/>
                </a:lnTo>
                <a:lnTo>
                  <a:pt x="681" y="733"/>
                </a:lnTo>
                <a:lnTo>
                  <a:pt x="680" y="733"/>
                </a:lnTo>
                <a:lnTo>
                  <a:pt x="680" y="734"/>
                </a:lnTo>
                <a:lnTo>
                  <a:pt x="680" y="735"/>
                </a:lnTo>
                <a:lnTo>
                  <a:pt x="681" y="735"/>
                </a:lnTo>
                <a:lnTo>
                  <a:pt x="681" y="736"/>
                </a:lnTo>
                <a:lnTo>
                  <a:pt x="682" y="736"/>
                </a:lnTo>
                <a:lnTo>
                  <a:pt x="683" y="737"/>
                </a:lnTo>
                <a:lnTo>
                  <a:pt x="683" y="738"/>
                </a:lnTo>
                <a:lnTo>
                  <a:pt x="682" y="738"/>
                </a:lnTo>
                <a:lnTo>
                  <a:pt x="682" y="739"/>
                </a:lnTo>
                <a:lnTo>
                  <a:pt x="681" y="740"/>
                </a:lnTo>
                <a:lnTo>
                  <a:pt x="679" y="739"/>
                </a:lnTo>
                <a:lnTo>
                  <a:pt x="679" y="738"/>
                </a:lnTo>
                <a:lnTo>
                  <a:pt x="678" y="738"/>
                </a:lnTo>
                <a:lnTo>
                  <a:pt x="677" y="737"/>
                </a:lnTo>
                <a:lnTo>
                  <a:pt x="676" y="737"/>
                </a:lnTo>
                <a:lnTo>
                  <a:pt x="676" y="738"/>
                </a:lnTo>
                <a:lnTo>
                  <a:pt x="675" y="738"/>
                </a:lnTo>
                <a:lnTo>
                  <a:pt x="675" y="739"/>
                </a:lnTo>
                <a:lnTo>
                  <a:pt x="674" y="739"/>
                </a:lnTo>
                <a:lnTo>
                  <a:pt x="674" y="740"/>
                </a:lnTo>
                <a:lnTo>
                  <a:pt x="674" y="741"/>
                </a:lnTo>
                <a:lnTo>
                  <a:pt x="674" y="742"/>
                </a:lnTo>
                <a:lnTo>
                  <a:pt x="673" y="742"/>
                </a:lnTo>
                <a:lnTo>
                  <a:pt x="673" y="741"/>
                </a:lnTo>
                <a:lnTo>
                  <a:pt x="672" y="741"/>
                </a:lnTo>
                <a:lnTo>
                  <a:pt x="672" y="739"/>
                </a:lnTo>
                <a:lnTo>
                  <a:pt x="671" y="739"/>
                </a:lnTo>
                <a:lnTo>
                  <a:pt x="671" y="738"/>
                </a:lnTo>
                <a:lnTo>
                  <a:pt x="671" y="739"/>
                </a:lnTo>
                <a:lnTo>
                  <a:pt x="671" y="738"/>
                </a:lnTo>
                <a:lnTo>
                  <a:pt x="670" y="738"/>
                </a:lnTo>
                <a:lnTo>
                  <a:pt x="670" y="737"/>
                </a:lnTo>
                <a:lnTo>
                  <a:pt x="669" y="737"/>
                </a:lnTo>
                <a:lnTo>
                  <a:pt x="668" y="737"/>
                </a:lnTo>
                <a:lnTo>
                  <a:pt x="668" y="736"/>
                </a:lnTo>
                <a:lnTo>
                  <a:pt x="667" y="736"/>
                </a:lnTo>
                <a:lnTo>
                  <a:pt x="667" y="737"/>
                </a:lnTo>
                <a:lnTo>
                  <a:pt x="666" y="737"/>
                </a:lnTo>
                <a:lnTo>
                  <a:pt x="665" y="737"/>
                </a:lnTo>
                <a:lnTo>
                  <a:pt x="664" y="737"/>
                </a:lnTo>
                <a:lnTo>
                  <a:pt x="663" y="737"/>
                </a:lnTo>
                <a:lnTo>
                  <a:pt x="662" y="736"/>
                </a:lnTo>
                <a:lnTo>
                  <a:pt x="661" y="736"/>
                </a:lnTo>
                <a:lnTo>
                  <a:pt x="661" y="737"/>
                </a:lnTo>
                <a:lnTo>
                  <a:pt x="662" y="738"/>
                </a:lnTo>
                <a:lnTo>
                  <a:pt x="663" y="738"/>
                </a:lnTo>
                <a:lnTo>
                  <a:pt x="663" y="739"/>
                </a:lnTo>
                <a:lnTo>
                  <a:pt x="662" y="739"/>
                </a:lnTo>
                <a:lnTo>
                  <a:pt x="662" y="741"/>
                </a:lnTo>
                <a:lnTo>
                  <a:pt x="663" y="742"/>
                </a:lnTo>
                <a:lnTo>
                  <a:pt x="664" y="743"/>
                </a:lnTo>
                <a:lnTo>
                  <a:pt x="664" y="744"/>
                </a:lnTo>
                <a:lnTo>
                  <a:pt x="665" y="744"/>
                </a:lnTo>
                <a:lnTo>
                  <a:pt x="666" y="745"/>
                </a:lnTo>
                <a:lnTo>
                  <a:pt x="666" y="746"/>
                </a:lnTo>
                <a:lnTo>
                  <a:pt x="666" y="747"/>
                </a:lnTo>
                <a:lnTo>
                  <a:pt x="667" y="748"/>
                </a:lnTo>
                <a:lnTo>
                  <a:pt x="668" y="748"/>
                </a:lnTo>
                <a:lnTo>
                  <a:pt x="669" y="749"/>
                </a:lnTo>
                <a:lnTo>
                  <a:pt x="669" y="750"/>
                </a:lnTo>
                <a:lnTo>
                  <a:pt x="668" y="750"/>
                </a:lnTo>
                <a:lnTo>
                  <a:pt x="668" y="751"/>
                </a:lnTo>
                <a:lnTo>
                  <a:pt x="667" y="752"/>
                </a:lnTo>
                <a:lnTo>
                  <a:pt x="666" y="752"/>
                </a:lnTo>
                <a:lnTo>
                  <a:pt x="665" y="752"/>
                </a:lnTo>
                <a:lnTo>
                  <a:pt x="664" y="752"/>
                </a:lnTo>
                <a:lnTo>
                  <a:pt x="664" y="753"/>
                </a:lnTo>
                <a:lnTo>
                  <a:pt x="664" y="755"/>
                </a:lnTo>
                <a:lnTo>
                  <a:pt x="665" y="757"/>
                </a:lnTo>
                <a:lnTo>
                  <a:pt x="667" y="759"/>
                </a:lnTo>
                <a:lnTo>
                  <a:pt x="668" y="759"/>
                </a:lnTo>
                <a:lnTo>
                  <a:pt x="668" y="760"/>
                </a:lnTo>
                <a:lnTo>
                  <a:pt x="668" y="761"/>
                </a:lnTo>
                <a:lnTo>
                  <a:pt x="668" y="762"/>
                </a:lnTo>
                <a:lnTo>
                  <a:pt x="669" y="763"/>
                </a:lnTo>
                <a:lnTo>
                  <a:pt x="670" y="765"/>
                </a:lnTo>
                <a:lnTo>
                  <a:pt x="671" y="765"/>
                </a:lnTo>
                <a:lnTo>
                  <a:pt x="672" y="766"/>
                </a:lnTo>
                <a:lnTo>
                  <a:pt x="672" y="767"/>
                </a:lnTo>
                <a:lnTo>
                  <a:pt x="671" y="767"/>
                </a:lnTo>
                <a:lnTo>
                  <a:pt x="671" y="768"/>
                </a:lnTo>
                <a:lnTo>
                  <a:pt x="670" y="769"/>
                </a:lnTo>
                <a:lnTo>
                  <a:pt x="669" y="769"/>
                </a:lnTo>
                <a:lnTo>
                  <a:pt x="668" y="769"/>
                </a:lnTo>
                <a:lnTo>
                  <a:pt x="667" y="769"/>
                </a:lnTo>
                <a:lnTo>
                  <a:pt x="666" y="770"/>
                </a:lnTo>
                <a:lnTo>
                  <a:pt x="666" y="771"/>
                </a:lnTo>
                <a:lnTo>
                  <a:pt x="665" y="772"/>
                </a:lnTo>
                <a:lnTo>
                  <a:pt x="663" y="772"/>
                </a:lnTo>
                <a:lnTo>
                  <a:pt x="662" y="772"/>
                </a:lnTo>
                <a:lnTo>
                  <a:pt x="662" y="771"/>
                </a:lnTo>
                <a:lnTo>
                  <a:pt x="661" y="770"/>
                </a:lnTo>
                <a:lnTo>
                  <a:pt x="660" y="769"/>
                </a:lnTo>
                <a:lnTo>
                  <a:pt x="659" y="769"/>
                </a:lnTo>
                <a:lnTo>
                  <a:pt x="659" y="768"/>
                </a:lnTo>
                <a:lnTo>
                  <a:pt x="659" y="767"/>
                </a:lnTo>
                <a:lnTo>
                  <a:pt x="658" y="767"/>
                </a:lnTo>
                <a:lnTo>
                  <a:pt x="657" y="767"/>
                </a:lnTo>
                <a:lnTo>
                  <a:pt x="657" y="766"/>
                </a:lnTo>
                <a:lnTo>
                  <a:pt x="656" y="766"/>
                </a:lnTo>
                <a:lnTo>
                  <a:pt x="656" y="767"/>
                </a:lnTo>
                <a:lnTo>
                  <a:pt x="656" y="768"/>
                </a:lnTo>
                <a:lnTo>
                  <a:pt x="655" y="769"/>
                </a:lnTo>
                <a:lnTo>
                  <a:pt x="654" y="768"/>
                </a:lnTo>
                <a:lnTo>
                  <a:pt x="653" y="767"/>
                </a:lnTo>
                <a:lnTo>
                  <a:pt x="652" y="767"/>
                </a:lnTo>
                <a:lnTo>
                  <a:pt x="652" y="766"/>
                </a:lnTo>
                <a:lnTo>
                  <a:pt x="651" y="765"/>
                </a:lnTo>
                <a:lnTo>
                  <a:pt x="651" y="766"/>
                </a:lnTo>
                <a:lnTo>
                  <a:pt x="650" y="766"/>
                </a:lnTo>
                <a:lnTo>
                  <a:pt x="647" y="768"/>
                </a:lnTo>
                <a:lnTo>
                  <a:pt x="646" y="767"/>
                </a:lnTo>
                <a:lnTo>
                  <a:pt x="645" y="767"/>
                </a:lnTo>
                <a:lnTo>
                  <a:pt x="645" y="766"/>
                </a:lnTo>
                <a:lnTo>
                  <a:pt x="644" y="766"/>
                </a:lnTo>
                <a:lnTo>
                  <a:pt x="643" y="765"/>
                </a:lnTo>
                <a:lnTo>
                  <a:pt x="642" y="764"/>
                </a:lnTo>
                <a:lnTo>
                  <a:pt x="641" y="764"/>
                </a:lnTo>
                <a:lnTo>
                  <a:pt x="640" y="763"/>
                </a:lnTo>
                <a:lnTo>
                  <a:pt x="640" y="762"/>
                </a:lnTo>
                <a:lnTo>
                  <a:pt x="639" y="762"/>
                </a:lnTo>
                <a:lnTo>
                  <a:pt x="638" y="762"/>
                </a:lnTo>
                <a:lnTo>
                  <a:pt x="638" y="761"/>
                </a:lnTo>
                <a:lnTo>
                  <a:pt x="637" y="761"/>
                </a:lnTo>
                <a:lnTo>
                  <a:pt x="635" y="760"/>
                </a:lnTo>
                <a:lnTo>
                  <a:pt x="635" y="759"/>
                </a:lnTo>
                <a:lnTo>
                  <a:pt x="635" y="758"/>
                </a:lnTo>
                <a:lnTo>
                  <a:pt x="635" y="757"/>
                </a:lnTo>
                <a:lnTo>
                  <a:pt x="635" y="756"/>
                </a:lnTo>
                <a:lnTo>
                  <a:pt x="634" y="756"/>
                </a:lnTo>
                <a:lnTo>
                  <a:pt x="633" y="755"/>
                </a:lnTo>
                <a:lnTo>
                  <a:pt x="633" y="754"/>
                </a:lnTo>
                <a:lnTo>
                  <a:pt x="632" y="753"/>
                </a:lnTo>
                <a:lnTo>
                  <a:pt x="632" y="752"/>
                </a:lnTo>
                <a:lnTo>
                  <a:pt x="632" y="751"/>
                </a:lnTo>
                <a:lnTo>
                  <a:pt x="632" y="750"/>
                </a:lnTo>
                <a:lnTo>
                  <a:pt x="631" y="747"/>
                </a:lnTo>
                <a:lnTo>
                  <a:pt x="631" y="746"/>
                </a:lnTo>
                <a:lnTo>
                  <a:pt x="629" y="746"/>
                </a:lnTo>
                <a:lnTo>
                  <a:pt x="629" y="747"/>
                </a:lnTo>
                <a:lnTo>
                  <a:pt x="628" y="747"/>
                </a:lnTo>
                <a:lnTo>
                  <a:pt x="622" y="747"/>
                </a:lnTo>
                <a:lnTo>
                  <a:pt x="621" y="747"/>
                </a:lnTo>
                <a:lnTo>
                  <a:pt x="620" y="747"/>
                </a:lnTo>
                <a:lnTo>
                  <a:pt x="619" y="746"/>
                </a:lnTo>
                <a:lnTo>
                  <a:pt x="618" y="746"/>
                </a:lnTo>
                <a:lnTo>
                  <a:pt x="617" y="746"/>
                </a:lnTo>
                <a:lnTo>
                  <a:pt x="617" y="747"/>
                </a:lnTo>
                <a:lnTo>
                  <a:pt x="615" y="748"/>
                </a:lnTo>
                <a:lnTo>
                  <a:pt x="614" y="748"/>
                </a:lnTo>
                <a:lnTo>
                  <a:pt x="613" y="748"/>
                </a:lnTo>
                <a:lnTo>
                  <a:pt x="614" y="751"/>
                </a:lnTo>
                <a:lnTo>
                  <a:pt x="615" y="751"/>
                </a:lnTo>
                <a:lnTo>
                  <a:pt x="614" y="753"/>
                </a:lnTo>
                <a:lnTo>
                  <a:pt x="614" y="754"/>
                </a:lnTo>
                <a:lnTo>
                  <a:pt x="614" y="755"/>
                </a:lnTo>
                <a:lnTo>
                  <a:pt x="613" y="755"/>
                </a:lnTo>
                <a:lnTo>
                  <a:pt x="612" y="755"/>
                </a:lnTo>
                <a:lnTo>
                  <a:pt x="612" y="757"/>
                </a:lnTo>
                <a:lnTo>
                  <a:pt x="612" y="758"/>
                </a:lnTo>
                <a:lnTo>
                  <a:pt x="612" y="759"/>
                </a:lnTo>
                <a:lnTo>
                  <a:pt x="612" y="760"/>
                </a:lnTo>
                <a:lnTo>
                  <a:pt x="612" y="761"/>
                </a:lnTo>
                <a:lnTo>
                  <a:pt x="612" y="762"/>
                </a:lnTo>
                <a:lnTo>
                  <a:pt x="613" y="762"/>
                </a:lnTo>
                <a:lnTo>
                  <a:pt x="614" y="762"/>
                </a:lnTo>
                <a:lnTo>
                  <a:pt x="615" y="763"/>
                </a:lnTo>
                <a:lnTo>
                  <a:pt x="617" y="764"/>
                </a:lnTo>
                <a:lnTo>
                  <a:pt x="616" y="765"/>
                </a:lnTo>
                <a:lnTo>
                  <a:pt x="616" y="766"/>
                </a:lnTo>
                <a:lnTo>
                  <a:pt x="617" y="767"/>
                </a:lnTo>
                <a:lnTo>
                  <a:pt x="618" y="768"/>
                </a:lnTo>
                <a:lnTo>
                  <a:pt x="618" y="769"/>
                </a:lnTo>
                <a:lnTo>
                  <a:pt x="618" y="770"/>
                </a:lnTo>
                <a:lnTo>
                  <a:pt x="618" y="771"/>
                </a:lnTo>
                <a:lnTo>
                  <a:pt x="618" y="772"/>
                </a:lnTo>
                <a:lnTo>
                  <a:pt x="618" y="773"/>
                </a:lnTo>
                <a:lnTo>
                  <a:pt x="617" y="773"/>
                </a:lnTo>
                <a:lnTo>
                  <a:pt x="617" y="774"/>
                </a:lnTo>
                <a:lnTo>
                  <a:pt x="616" y="774"/>
                </a:lnTo>
                <a:lnTo>
                  <a:pt x="616" y="775"/>
                </a:lnTo>
                <a:lnTo>
                  <a:pt x="616" y="776"/>
                </a:lnTo>
                <a:lnTo>
                  <a:pt x="616" y="777"/>
                </a:lnTo>
                <a:lnTo>
                  <a:pt x="615" y="778"/>
                </a:lnTo>
                <a:lnTo>
                  <a:pt x="615" y="779"/>
                </a:lnTo>
                <a:lnTo>
                  <a:pt x="614" y="779"/>
                </a:lnTo>
                <a:lnTo>
                  <a:pt x="613" y="779"/>
                </a:lnTo>
                <a:lnTo>
                  <a:pt x="612" y="779"/>
                </a:lnTo>
                <a:lnTo>
                  <a:pt x="611" y="779"/>
                </a:lnTo>
                <a:lnTo>
                  <a:pt x="610" y="779"/>
                </a:lnTo>
                <a:lnTo>
                  <a:pt x="609" y="779"/>
                </a:lnTo>
                <a:lnTo>
                  <a:pt x="609" y="778"/>
                </a:lnTo>
                <a:lnTo>
                  <a:pt x="609" y="776"/>
                </a:lnTo>
                <a:lnTo>
                  <a:pt x="610" y="774"/>
                </a:lnTo>
                <a:lnTo>
                  <a:pt x="609" y="773"/>
                </a:lnTo>
                <a:lnTo>
                  <a:pt x="609" y="772"/>
                </a:lnTo>
                <a:lnTo>
                  <a:pt x="609" y="771"/>
                </a:lnTo>
                <a:lnTo>
                  <a:pt x="609" y="770"/>
                </a:lnTo>
                <a:lnTo>
                  <a:pt x="608" y="770"/>
                </a:lnTo>
                <a:lnTo>
                  <a:pt x="608" y="769"/>
                </a:lnTo>
                <a:lnTo>
                  <a:pt x="606" y="769"/>
                </a:lnTo>
                <a:lnTo>
                  <a:pt x="605" y="769"/>
                </a:lnTo>
                <a:lnTo>
                  <a:pt x="605" y="768"/>
                </a:lnTo>
                <a:lnTo>
                  <a:pt x="602" y="767"/>
                </a:lnTo>
                <a:lnTo>
                  <a:pt x="601" y="766"/>
                </a:lnTo>
                <a:lnTo>
                  <a:pt x="600" y="766"/>
                </a:lnTo>
                <a:lnTo>
                  <a:pt x="599" y="766"/>
                </a:lnTo>
                <a:lnTo>
                  <a:pt x="599" y="765"/>
                </a:lnTo>
                <a:lnTo>
                  <a:pt x="598" y="764"/>
                </a:lnTo>
                <a:lnTo>
                  <a:pt x="596" y="762"/>
                </a:lnTo>
                <a:lnTo>
                  <a:pt x="595" y="762"/>
                </a:lnTo>
                <a:lnTo>
                  <a:pt x="595" y="760"/>
                </a:lnTo>
                <a:lnTo>
                  <a:pt x="595" y="759"/>
                </a:lnTo>
                <a:lnTo>
                  <a:pt x="595" y="758"/>
                </a:lnTo>
                <a:lnTo>
                  <a:pt x="594" y="757"/>
                </a:lnTo>
                <a:lnTo>
                  <a:pt x="593" y="757"/>
                </a:lnTo>
                <a:lnTo>
                  <a:pt x="591" y="757"/>
                </a:lnTo>
                <a:lnTo>
                  <a:pt x="589" y="757"/>
                </a:lnTo>
                <a:lnTo>
                  <a:pt x="588" y="757"/>
                </a:lnTo>
                <a:lnTo>
                  <a:pt x="587" y="757"/>
                </a:lnTo>
                <a:lnTo>
                  <a:pt x="585" y="760"/>
                </a:lnTo>
                <a:lnTo>
                  <a:pt x="584" y="762"/>
                </a:lnTo>
                <a:lnTo>
                  <a:pt x="583" y="763"/>
                </a:lnTo>
                <a:lnTo>
                  <a:pt x="582" y="765"/>
                </a:lnTo>
                <a:lnTo>
                  <a:pt x="582" y="766"/>
                </a:lnTo>
                <a:lnTo>
                  <a:pt x="583" y="767"/>
                </a:lnTo>
                <a:lnTo>
                  <a:pt x="583" y="768"/>
                </a:lnTo>
                <a:lnTo>
                  <a:pt x="582" y="768"/>
                </a:lnTo>
                <a:lnTo>
                  <a:pt x="582" y="769"/>
                </a:lnTo>
                <a:lnTo>
                  <a:pt x="581" y="771"/>
                </a:lnTo>
                <a:lnTo>
                  <a:pt x="580" y="771"/>
                </a:lnTo>
                <a:lnTo>
                  <a:pt x="579" y="771"/>
                </a:lnTo>
                <a:lnTo>
                  <a:pt x="578" y="769"/>
                </a:lnTo>
                <a:lnTo>
                  <a:pt x="577" y="767"/>
                </a:lnTo>
                <a:lnTo>
                  <a:pt x="577" y="766"/>
                </a:lnTo>
                <a:lnTo>
                  <a:pt x="577" y="765"/>
                </a:lnTo>
                <a:lnTo>
                  <a:pt x="576" y="764"/>
                </a:lnTo>
                <a:lnTo>
                  <a:pt x="575" y="764"/>
                </a:lnTo>
                <a:lnTo>
                  <a:pt x="572" y="763"/>
                </a:lnTo>
                <a:lnTo>
                  <a:pt x="571" y="763"/>
                </a:lnTo>
                <a:lnTo>
                  <a:pt x="561" y="760"/>
                </a:lnTo>
                <a:lnTo>
                  <a:pt x="561" y="761"/>
                </a:lnTo>
                <a:lnTo>
                  <a:pt x="561" y="762"/>
                </a:lnTo>
                <a:lnTo>
                  <a:pt x="560" y="762"/>
                </a:lnTo>
                <a:lnTo>
                  <a:pt x="559" y="762"/>
                </a:lnTo>
                <a:lnTo>
                  <a:pt x="558" y="762"/>
                </a:lnTo>
                <a:lnTo>
                  <a:pt x="558" y="764"/>
                </a:lnTo>
                <a:lnTo>
                  <a:pt x="557" y="765"/>
                </a:lnTo>
                <a:lnTo>
                  <a:pt x="556" y="765"/>
                </a:lnTo>
                <a:lnTo>
                  <a:pt x="554" y="765"/>
                </a:lnTo>
                <a:lnTo>
                  <a:pt x="552" y="764"/>
                </a:lnTo>
                <a:lnTo>
                  <a:pt x="552" y="763"/>
                </a:lnTo>
                <a:lnTo>
                  <a:pt x="551" y="763"/>
                </a:lnTo>
                <a:lnTo>
                  <a:pt x="550" y="761"/>
                </a:lnTo>
                <a:lnTo>
                  <a:pt x="550" y="760"/>
                </a:lnTo>
                <a:lnTo>
                  <a:pt x="549" y="760"/>
                </a:lnTo>
                <a:lnTo>
                  <a:pt x="548" y="760"/>
                </a:lnTo>
                <a:lnTo>
                  <a:pt x="547" y="759"/>
                </a:lnTo>
                <a:lnTo>
                  <a:pt x="547" y="758"/>
                </a:lnTo>
                <a:lnTo>
                  <a:pt x="547" y="757"/>
                </a:lnTo>
                <a:lnTo>
                  <a:pt x="546" y="756"/>
                </a:lnTo>
                <a:lnTo>
                  <a:pt x="545" y="756"/>
                </a:lnTo>
                <a:lnTo>
                  <a:pt x="545" y="755"/>
                </a:lnTo>
                <a:lnTo>
                  <a:pt x="544" y="753"/>
                </a:lnTo>
                <a:lnTo>
                  <a:pt x="543" y="752"/>
                </a:lnTo>
                <a:lnTo>
                  <a:pt x="543" y="751"/>
                </a:lnTo>
                <a:lnTo>
                  <a:pt x="544" y="751"/>
                </a:lnTo>
                <a:lnTo>
                  <a:pt x="543" y="750"/>
                </a:lnTo>
                <a:lnTo>
                  <a:pt x="542" y="749"/>
                </a:lnTo>
                <a:lnTo>
                  <a:pt x="542" y="748"/>
                </a:lnTo>
                <a:lnTo>
                  <a:pt x="543" y="747"/>
                </a:lnTo>
                <a:lnTo>
                  <a:pt x="542" y="747"/>
                </a:lnTo>
                <a:lnTo>
                  <a:pt x="541" y="747"/>
                </a:lnTo>
                <a:lnTo>
                  <a:pt x="541" y="746"/>
                </a:lnTo>
                <a:lnTo>
                  <a:pt x="540" y="746"/>
                </a:lnTo>
                <a:lnTo>
                  <a:pt x="539" y="746"/>
                </a:lnTo>
                <a:lnTo>
                  <a:pt x="538" y="745"/>
                </a:lnTo>
                <a:lnTo>
                  <a:pt x="538" y="744"/>
                </a:lnTo>
                <a:lnTo>
                  <a:pt x="539" y="744"/>
                </a:lnTo>
                <a:lnTo>
                  <a:pt x="539" y="743"/>
                </a:lnTo>
                <a:lnTo>
                  <a:pt x="539" y="742"/>
                </a:lnTo>
                <a:lnTo>
                  <a:pt x="539" y="741"/>
                </a:lnTo>
                <a:lnTo>
                  <a:pt x="540" y="741"/>
                </a:lnTo>
                <a:lnTo>
                  <a:pt x="540" y="740"/>
                </a:lnTo>
                <a:lnTo>
                  <a:pt x="541" y="739"/>
                </a:lnTo>
                <a:lnTo>
                  <a:pt x="541" y="738"/>
                </a:lnTo>
                <a:lnTo>
                  <a:pt x="542" y="738"/>
                </a:lnTo>
                <a:lnTo>
                  <a:pt x="543" y="738"/>
                </a:lnTo>
                <a:lnTo>
                  <a:pt x="544" y="738"/>
                </a:lnTo>
                <a:lnTo>
                  <a:pt x="543" y="738"/>
                </a:lnTo>
                <a:lnTo>
                  <a:pt x="544" y="738"/>
                </a:lnTo>
                <a:lnTo>
                  <a:pt x="544" y="739"/>
                </a:lnTo>
                <a:lnTo>
                  <a:pt x="545" y="739"/>
                </a:lnTo>
                <a:lnTo>
                  <a:pt x="545" y="738"/>
                </a:lnTo>
                <a:lnTo>
                  <a:pt x="546" y="738"/>
                </a:lnTo>
                <a:lnTo>
                  <a:pt x="547" y="738"/>
                </a:lnTo>
                <a:lnTo>
                  <a:pt x="546" y="737"/>
                </a:lnTo>
                <a:lnTo>
                  <a:pt x="545" y="737"/>
                </a:lnTo>
                <a:lnTo>
                  <a:pt x="545" y="736"/>
                </a:lnTo>
                <a:lnTo>
                  <a:pt x="544" y="736"/>
                </a:lnTo>
                <a:lnTo>
                  <a:pt x="544" y="735"/>
                </a:lnTo>
                <a:lnTo>
                  <a:pt x="543" y="734"/>
                </a:lnTo>
                <a:lnTo>
                  <a:pt x="544" y="733"/>
                </a:lnTo>
                <a:lnTo>
                  <a:pt x="545" y="733"/>
                </a:lnTo>
                <a:lnTo>
                  <a:pt x="545" y="732"/>
                </a:lnTo>
                <a:lnTo>
                  <a:pt x="546" y="732"/>
                </a:lnTo>
                <a:lnTo>
                  <a:pt x="547" y="732"/>
                </a:lnTo>
                <a:lnTo>
                  <a:pt x="546" y="732"/>
                </a:lnTo>
                <a:lnTo>
                  <a:pt x="546" y="731"/>
                </a:lnTo>
                <a:lnTo>
                  <a:pt x="546" y="730"/>
                </a:lnTo>
                <a:lnTo>
                  <a:pt x="546" y="728"/>
                </a:lnTo>
                <a:lnTo>
                  <a:pt x="546" y="727"/>
                </a:lnTo>
                <a:lnTo>
                  <a:pt x="546" y="726"/>
                </a:lnTo>
                <a:lnTo>
                  <a:pt x="545" y="726"/>
                </a:lnTo>
                <a:lnTo>
                  <a:pt x="544" y="726"/>
                </a:lnTo>
                <a:lnTo>
                  <a:pt x="545" y="726"/>
                </a:lnTo>
                <a:lnTo>
                  <a:pt x="545" y="725"/>
                </a:lnTo>
                <a:lnTo>
                  <a:pt x="545" y="724"/>
                </a:lnTo>
                <a:lnTo>
                  <a:pt x="545" y="723"/>
                </a:lnTo>
                <a:lnTo>
                  <a:pt x="545" y="722"/>
                </a:lnTo>
                <a:lnTo>
                  <a:pt x="544" y="722"/>
                </a:lnTo>
                <a:lnTo>
                  <a:pt x="544" y="721"/>
                </a:lnTo>
                <a:lnTo>
                  <a:pt x="543" y="721"/>
                </a:lnTo>
                <a:lnTo>
                  <a:pt x="542" y="720"/>
                </a:lnTo>
                <a:lnTo>
                  <a:pt x="541" y="720"/>
                </a:lnTo>
                <a:lnTo>
                  <a:pt x="540" y="720"/>
                </a:lnTo>
                <a:lnTo>
                  <a:pt x="539" y="720"/>
                </a:lnTo>
                <a:lnTo>
                  <a:pt x="538" y="721"/>
                </a:lnTo>
                <a:lnTo>
                  <a:pt x="538" y="722"/>
                </a:lnTo>
                <a:lnTo>
                  <a:pt x="538" y="723"/>
                </a:lnTo>
                <a:lnTo>
                  <a:pt x="539" y="723"/>
                </a:lnTo>
                <a:lnTo>
                  <a:pt x="538" y="723"/>
                </a:lnTo>
                <a:lnTo>
                  <a:pt x="538" y="724"/>
                </a:lnTo>
                <a:lnTo>
                  <a:pt x="537" y="724"/>
                </a:lnTo>
                <a:lnTo>
                  <a:pt x="537" y="723"/>
                </a:lnTo>
                <a:lnTo>
                  <a:pt x="536" y="723"/>
                </a:lnTo>
                <a:lnTo>
                  <a:pt x="535" y="723"/>
                </a:lnTo>
                <a:lnTo>
                  <a:pt x="534" y="723"/>
                </a:lnTo>
                <a:lnTo>
                  <a:pt x="533" y="722"/>
                </a:lnTo>
                <a:lnTo>
                  <a:pt x="532" y="721"/>
                </a:lnTo>
                <a:lnTo>
                  <a:pt x="531" y="721"/>
                </a:lnTo>
                <a:lnTo>
                  <a:pt x="531" y="720"/>
                </a:lnTo>
                <a:lnTo>
                  <a:pt x="531" y="719"/>
                </a:lnTo>
                <a:lnTo>
                  <a:pt x="530" y="719"/>
                </a:lnTo>
                <a:lnTo>
                  <a:pt x="530" y="718"/>
                </a:lnTo>
                <a:lnTo>
                  <a:pt x="531" y="718"/>
                </a:lnTo>
                <a:lnTo>
                  <a:pt x="531" y="717"/>
                </a:lnTo>
                <a:lnTo>
                  <a:pt x="530" y="717"/>
                </a:lnTo>
                <a:lnTo>
                  <a:pt x="529" y="717"/>
                </a:lnTo>
                <a:lnTo>
                  <a:pt x="529" y="716"/>
                </a:lnTo>
                <a:lnTo>
                  <a:pt x="529" y="715"/>
                </a:lnTo>
                <a:lnTo>
                  <a:pt x="529" y="714"/>
                </a:lnTo>
                <a:lnTo>
                  <a:pt x="529" y="713"/>
                </a:lnTo>
                <a:lnTo>
                  <a:pt x="528" y="713"/>
                </a:lnTo>
                <a:lnTo>
                  <a:pt x="529" y="713"/>
                </a:lnTo>
                <a:lnTo>
                  <a:pt x="529" y="712"/>
                </a:lnTo>
                <a:lnTo>
                  <a:pt x="528" y="712"/>
                </a:lnTo>
                <a:lnTo>
                  <a:pt x="528" y="711"/>
                </a:lnTo>
                <a:lnTo>
                  <a:pt x="528" y="710"/>
                </a:lnTo>
                <a:lnTo>
                  <a:pt x="527" y="710"/>
                </a:lnTo>
                <a:lnTo>
                  <a:pt x="527" y="709"/>
                </a:lnTo>
                <a:lnTo>
                  <a:pt x="528" y="709"/>
                </a:lnTo>
                <a:lnTo>
                  <a:pt x="528" y="708"/>
                </a:lnTo>
                <a:lnTo>
                  <a:pt x="527" y="708"/>
                </a:lnTo>
                <a:lnTo>
                  <a:pt x="527" y="706"/>
                </a:lnTo>
                <a:lnTo>
                  <a:pt x="526" y="706"/>
                </a:lnTo>
                <a:lnTo>
                  <a:pt x="525" y="705"/>
                </a:lnTo>
                <a:lnTo>
                  <a:pt x="525" y="707"/>
                </a:lnTo>
                <a:lnTo>
                  <a:pt x="524" y="707"/>
                </a:lnTo>
                <a:lnTo>
                  <a:pt x="524" y="708"/>
                </a:lnTo>
                <a:lnTo>
                  <a:pt x="523" y="708"/>
                </a:lnTo>
                <a:lnTo>
                  <a:pt x="523" y="709"/>
                </a:lnTo>
                <a:lnTo>
                  <a:pt x="523" y="708"/>
                </a:lnTo>
                <a:lnTo>
                  <a:pt x="523" y="709"/>
                </a:lnTo>
                <a:lnTo>
                  <a:pt x="522" y="709"/>
                </a:lnTo>
                <a:lnTo>
                  <a:pt x="521" y="710"/>
                </a:lnTo>
                <a:lnTo>
                  <a:pt x="520" y="710"/>
                </a:lnTo>
                <a:lnTo>
                  <a:pt x="518" y="710"/>
                </a:lnTo>
                <a:lnTo>
                  <a:pt x="517" y="711"/>
                </a:lnTo>
                <a:lnTo>
                  <a:pt x="516" y="711"/>
                </a:lnTo>
                <a:lnTo>
                  <a:pt x="516" y="712"/>
                </a:lnTo>
                <a:lnTo>
                  <a:pt x="515" y="712"/>
                </a:lnTo>
                <a:lnTo>
                  <a:pt x="514" y="711"/>
                </a:lnTo>
                <a:lnTo>
                  <a:pt x="514" y="710"/>
                </a:lnTo>
                <a:lnTo>
                  <a:pt x="513" y="710"/>
                </a:lnTo>
                <a:lnTo>
                  <a:pt x="513" y="709"/>
                </a:lnTo>
                <a:lnTo>
                  <a:pt x="513" y="708"/>
                </a:lnTo>
                <a:lnTo>
                  <a:pt x="514" y="707"/>
                </a:lnTo>
                <a:lnTo>
                  <a:pt x="514" y="706"/>
                </a:lnTo>
                <a:lnTo>
                  <a:pt x="514" y="705"/>
                </a:lnTo>
                <a:lnTo>
                  <a:pt x="515" y="705"/>
                </a:lnTo>
                <a:lnTo>
                  <a:pt x="517" y="705"/>
                </a:lnTo>
                <a:lnTo>
                  <a:pt x="518" y="705"/>
                </a:lnTo>
                <a:lnTo>
                  <a:pt x="519" y="704"/>
                </a:lnTo>
                <a:lnTo>
                  <a:pt x="520" y="705"/>
                </a:lnTo>
                <a:lnTo>
                  <a:pt x="521" y="705"/>
                </a:lnTo>
                <a:lnTo>
                  <a:pt x="521" y="704"/>
                </a:lnTo>
                <a:lnTo>
                  <a:pt x="522" y="704"/>
                </a:lnTo>
                <a:lnTo>
                  <a:pt x="523" y="705"/>
                </a:lnTo>
                <a:lnTo>
                  <a:pt x="524" y="704"/>
                </a:lnTo>
                <a:lnTo>
                  <a:pt x="525" y="704"/>
                </a:lnTo>
                <a:lnTo>
                  <a:pt x="525" y="703"/>
                </a:lnTo>
                <a:lnTo>
                  <a:pt x="526" y="703"/>
                </a:lnTo>
                <a:lnTo>
                  <a:pt x="527" y="703"/>
                </a:lnTo>
                <a:lnTo>
                  <a:pt x="528" y="703"/>
                </a:lnTo>
                <a:lnTo>
                  <a:pt x="529" y="703"/>
                </a:lnTo>
                <a:lnTo>
                  <a:pt x="528" y="702"/>
                </a:lnTo>
                <a:lnTo>
                  <a:pt x="528" y="701"/>
                </a:lnTo>
                <a:lnTo>
                  <a:pt x="527" y="701"/>
                </a:lnTo>
                <a:lnTo>
                  <a:pt x="526" y="701"/>
                </a:lnTo>
                <a:lnTo>
                  <a:pt x="526" y="700"/>
                </a:lnTo>
                <a:lnTo>
                  <a:pt x="526" y="699"/>
                </a:lnTo>
                <a:lnTo>
                  <a:pt x="525" y="698"/>
                </a:lnTo>
                <a:lnTo>
                  <a:pt x="525" y="699"/>
                </a:lnTo>
                <a:lnTo>
                  <a:pt x="523" y="699"/>
                </a:lnTo>
                <a:lnTo>
                  <a:pt x="522" y="698"/>
                </a:lnTo>
                <a:lnTo>
                  <a:pt x="521" y="698"/>
                </a:lnTo>
                <a:lnTo>
                  <a:pt x="521" y="699"/>
                </a:lnTo>
                <a:lnTo>
                  <a:pt x="520" y="699"/>
                </a:lnTo>
                <a:lnTo>
                  <a:pt x="519" y="699"/>
                </a:lnTo>
                <a:lnTo>
                  <a:pt x="519" y="698"/>
                </a:lnTo>
                <a:lnTo>
                  <a:pt x="520" y="697"/>
                </a:lnTo>
                <a:lnTo>
                  <a:pt x="519" y="697"/>
                </a:lnTo>
                <a:lnTo>
                  <a:pt x="519" y="698"/>
                </a:lnTo>
                <a:lnTo>
                  <a:pt x="518" y="698"/>
                </a:lnTo>
                <a:lnTo>
                  <a:pt x="517" y="698"/>
                </a:lnTo>
                <a:lnTo>
                  <a:pt x="517" y="699"/>
                </a:lnTo>
                <a:lnTo>
                  <a:pt x="516" y="699"/>
                </a:lnTo>
                <a:lnTo>
                  <a:pt x="515" y="699"/>
                </a:lnTo>
                <a:lnTo>
                  <a:pt x="514" y="699"/>
                </a:lnTo>
                <a:lnTo>
                  <a:pt x="513" y="699"/>
                </a:lnTo>
                <a:lnTo>
                  <a:pt x="513" y="700"/>
                </a:lnTo>
                <a:lnTo>
                  <a:pt x="512" y="700"/>
                </a:lnTo>
                <a:lnTo>
                  <a:pt x="511" y="699"/>
                </a:lnTo>
                <a:lnTo>
                  <a:pt x="511" y="698"/>
                </a:lnTo>
                <a:lnTo>
                  <a:pt x="510" y="698"/>
                </a:lnTo>
                <a:lnTo>
                  <a:pt x="509" y="697"/>
                </a:lnTo>
                <a:lnTo>
                  <a:pt x="508" y="697"/>
                </a:lnTo>
                <a:lnTo>
                  <a:pt x="507" y="697"/>
                </a:lnTo>
                <a:lnTo>
                  <a:pt x="507" y="696"/>
                </a:lnTo>
                <a:lnTo>
                  <a:pt x="506" y="696"/>
                </a:lnTo>
                <a:lnTo>
                  <a:pt x="505" y="696"/>
                </a:lnTo>
                <a:lnTo>
                  <a:pt x="505" y="695"/>
                </a:lnTo>
                <a:lnTo>
                  <a:pt x="504" y="695"/>
                </a:lnTo>
                <a:lnTo>
                  <a:pt x="504" y="696"/>
                </a:lnTo>
                <a:lnTo>
                  <a:pt x="505" y="696"/>
                </a:lnTo>
                <a:lnTo>
                  <a:pt x="504" y="697"/>
                </a:lnTo>
                <a:lnTo>
                  <a:pt x="503" y="697"/>
                </a:lnTo>
                <a:lnTo>
                  <a:pt x="502" y="697"/>
                </a:lnTo>
                <a:lnTo>
                  <a:pt x="502" y="696"/>
                </a:lnTo>
                <a:lnTo>
                  <a:pt x="501" y="696"/>
                </a:lnTo>
                <a:lnTo>
                  <a:pt x="501" y="697"/>
                </a:lnTo>
                <a:lnTo>
                  <a:pt x="500" y="697"/>
                </a:lnTo>
                <a:lnTo>
                  <a:pt x="498" y="697"/>
                </a:lnTo>
                <a:lnTo>
                  <a:pt x="498" y="696"/>
                </a:lnTo>
                <a:lnTo>
                  <a:pt x="497" y="695"/>
                </a:lnTo>
                <a:lnTo>
                  <a:pt x="497" y="694"/>
                </a:lnTo>
                <a:lnTo>
                  <a:pt x="497" y="693"/>
                </a:lnTo>
                <a:lnTo>
                  <a:pt x="497" y="692"/>
                </a:lnTo>
                <a:lnTo>
                  <a:pt x="497" y="691"/>
                </a:lnTo>
                <a:lnTo>
                  <a:pt x="496" y="690"/>
                </a:lnTo>
                <a:lnTo>
                  <a:pt x="495" y="690"/>
                </a:lnTo>
                <a:lnTo>
                  <a:pt x="494" y="690"/>
                </a:lnTo>
                <a:lnTo>
                  <a:pt x="493" y="691"/>
                </a:lnTo>
                <a:lnTo>
                  <a:pt x="492" y="691"/>
                </a:lnTo>
                <a:lnTo>
                  <a:pt x="491" y="690"/>
                </a:lnTo>
                <a:lnTo>
                  <a:pt x="491" y="689"/>
                </a:lnTo>
                <a:lnTo>
                  <a:pt x="490" y="689"/>
                </a:lnTo>
                <a:lnTo>
                  <a:pt x="489" y="689"/>
                </a:lnTo>
                <a:lnTo>
                  <a:pt x="488" y="688"/>
                </a:lnTo>
                <a:lnTo>
                  <a:pt x="487" y="688"/>
                </a:lnTo>
                <a:lnTo>
                  <a:pt x="487" y="687"/>
                </a:lnTo>
                <a:lnTo>
                  <a:pt x="487" y="686"/>
                </a:lnTo>
                <a:lnTo>
                  <a:pt x="486" y="686"/>
                </a:lnTo>
                <a:lnTo>
                  <a:pt x="486" y="685"/>
                </a:lnTo>
                <a:lnTo>
                  <a:pt x="485" y="685"/>
                </a:lnTo>
                <a:lnTo>
                  <a:pt x="484" y="684"/>
                </a:lnTo>
                <a:lnTo>
                  <a:pt x="485" y="684"/>
                </a:lnTo>
                <a:lnTo>
                  <a:pt x="486" y="684"/>
                </a:lnTo>
                <a:lnTo>
                  <a:pt x="487" y="683"/>
                </a:lnTo>
                <a:lnTo>
                  <a:pt x="486" y="683"/>
                </a:lnTo>
                <a:lnTo>
                  <a:pt x="487" y="683"/>
                </a:lnTo>
                <a:lnTo>
                  <a:pt x="486" y="683"/>
                </a:lnTo>
                <a:lnTo>
                  <a:pt x="486" y="682"/>
                </a:lnTo>
                <a:lnTo>
                  <a:pt x="485" y="682"/>
                </a:lnTo>
                <a:lnTo>
                  <a:pt x="484" y="682"/>
                </a:lnTo>
                <a:lnTo>
                  <a:pt x="483" y="681"/>
                </a:lnTo>
                <a:lnTo>
                  <a:pt x="482" y="681"/>
                </a:lnTo>
                <a:lnTo>
                  <a:pt x="483" y="681"/>
                </a:lnTo>
                <a:lnTo>
                  <a:pt x="483" y="680"/>
                </a:lnTo>
                <a:lnTo>
                  <a:pt x="482" y="680"/>
                </a:lnTo>
                <a:lnTo>
                  <a:pt x="482" y="679"/>
                </a:lnTo>
                <a:lnTo>
                  <a:pt x="482" y="678"/>
                </a:lnTo>
                <a:lnTo>
                  <a:pt x="481" y="678"/>
                </a:lnTo>
                <a:lnTo>
                  <a:pt x="481" y="677"/>
                </a:lnTo>
                <a:lnTo>
                  <a:pt x="480" y="677"/>
                </a:lnTo>
                <a:lnTo>
                  <a:pt x="479" y="677"/>
                </a:lnTo>
                <a:lnTo>
                  <a:pt x="478" y="677"/>
                </a:lnTo>
                <a:lnTo>
                  <a:pt x="477" y="677"/>
                </a:lnTo>
                <a:lnTo>
                  <a:pt x="477" y="676"/>
                </a:lnTo>
                <a:lnTo>
                  <a:pt x="478" y="676"/>
                </a:lnTo>
                <a:lnTo>
                  <a:pt x="478" y="675"/>
                </a:lnTo>
                <a:lnTo>
                  <a:pt x="477" y="675"/>
                </a:lnTo>
                <a:lnTo>
                  <a:pt x="476" y="675"/>
                </a:lnTo>
                <a:lnTo>
                  <a:pt x="475" y="674"/>
                </a:lnTo>
                <a:lnTo>
                  <a:pt x="474" y="674"/>
                </a:lnTo>
                <a:lnTo>
                  <a:pt x="474" y="673"/>
                </a:lnTo>
                <a:lnTo>
                  <a:pt x="473" y="673"/>
                </a:lnTo>
                <a:lnTo>
                  <a:pt x="473" y="672"/>
                </a:lnTo>
                <a:lnTo>
                  <a:pt x="473" y="671"/>
                </a:lnTo>
                <a:lnTo>
                  <a:pt x="472" y="671"/>
                </a:lnTo>
                <a:lnTo>
                  <a:pt x="471" y="669"/>
                </a:lnTo>
                <a:lnTo>
                  <a:pt x="470" y="670"/>
                </a:lnTo>
                <a:lnTo>
                  <a:pt x="470" y="671"/>
                </a:lnTo>
                <a:lnTo>
                  <a:pt x="470" y="672"/>
                </a:lnTo>
                <a:lnTo>
                  <a:pt x="469" y="672"/>
                </a:lnTo>
                <a:lnTo>
                  <a:pt x="469" y="673"/>
                </a:lnTo>
                <a:lnTo>
                  <a:pt x="469" y="674"/>
                </a:lnTo>
                <a:lnTo>
                  <a:pt x="467" y="674"/>
                </a:lnTo>
                <a:lnTo>
                  <a:pt x="466" y="674"/>
                </a:lnTo>
                <a:lnTo>
                  <a:pt x="466" y="675"/>
                </a:lnTo>
                <a:lnTo>
                  <a:pt x="466" y="676"/>
                </a:lnTo>
                <a:lnTo>
                  <a:pt x="465" y="676"/>
                </a:lnTo>
                <a:lnTo>
                  <a:pt x="465" y="677"/>
                </a:lnTo>
                <a:lnTo>
                  <a:pt x="464" y="677"/>
                </a:lnTo>
                <a:lnTo>
                  <a:pt x="463" y="677"/>
                </a:lnTo>
                <a:lnTo>
                  <a:pt x="462" y="677"/>
                </a:lnTo>
                <a:lnTo>
                  <a:pt x="461" y="677"/>
                </a:lnTo>
                <a:lnTo>
                  <a:pt x="460" y="677"/>
                </a:lnTo>
                <a:lnTo>
                  <a:pt x="459" y="677"/>
                </a:lnTo>
                <a:lnTo>
                  <a:pt x="459" y="676"/>
                </a:lnTo>
                <a:lnTo>
                  <a:pt x="458" y="676"/>
                </a:lnTo>
                <a:lnTo>
                  <a:pt x="457" y="676"/>
                </a:lnTo>
                <a:lnTo>
                  <a:pt x="457" y="677"/>
                </a:lnTo>
                <a:lnTo>
                  <a:pt x="457" y="678"/>
                </a:lnTo>
                <a:lnTo>
                  <a:pt x="457" y="679"/>
                </a:lnTo>
                <a:lnTo>
                  <a:pt x="457" y="680"/>
                </a:lnTo>
                <a:lnTo>
                  <a:pt x="456" y="680"/>
                </a:lnTo>
                <a:lnTo>
                  <a:pt x="455" y="681"/>
                </a:lnTo>
                <a:lnTo>
                  <a:pt x="454" y="681"/>
                </a:lnTo>
                <a:lnTo>
                  <a:pt x="454" y="680"/>
                </a:lnTo>
                <a:lnTo>
                  <a:pt x="453" y="680"/>
                </a:lnTo>
                <a:lnTo>
                  <a:pt x="453" y="679"/>
                </a:lnTo>
                <a:lnTo>
                  <a:pt x="452" y="679"/>
                </a:lnTo>
                <a:lnTo>
                  <a:pt x="452" y="678"/>
                </a:lnTo>
                <a:lnTo>
                  <a:pt x="452" y="677"/>
                </a:lnTo>
                <a:lnTo>
                  <a:pt x="451" y="677"/>
                </a:lnTo>
                <a:lnTo>
                  <a:pt x="451" y="678"/>
                </a:lnTo>
                <a:lnTo>
                  <a:pt x="450" y="678"/>
                </a:lnTo>
                <a:lnTo>
                  <a:pt x="450" y="679"/>
                </a:lnTo>
                <a:lnTo>
                  <a:pt x="450" y="680"/>
                </a:lnTo>
                <a:lnTo>
                  <a:pt x="450" y="681"/>
                </a:lnTo>
                <a:lnTo>
                  <a:pt x="449" y="681"/>
                </a:lnTo>
                <a:lnTo>
                  <a:pt x="450" y="681"/>
                </a:lnTo>
                <a:lnTo>
                  <a:pt x="450" y="682"/>
                </a:lnTo>
                <a:lnTo>
                  <a:pt x="450" y="683"/>
                </a:lnTo>
                <a:lnTo>
                  <a:pt x="449" y="684"/>
                </a:lnTo>
                <a:lnTo>
                  <a:pt x="449" y="685"/>
                </a:lnTo>
                <a:lnTo>
                  <a:pt x="448" y="685"/>
                </a:lnTo>
                <a:lnTo>
                  <a:pt x="447" y="685"/>
                </a:lnTo>
                <a:lnTo>
                  <a:pt x="447" y="684"/>
                </a:lnTo>
                <a:lnTo>
                  <a:pt x="446" y="684"/>
                </a:lnTo>
                <a:lnTo>
                  <a:pt x="445" y="684"/>
                </a:lnTo>
                <a:lnTo>
                  <a:pt x="444" y="684"/>
                </a:lnTo>
                <a:lnTo>
                  <a:pt x="443" y="684"/>
                </a:lnTo>
                <a:lnTo>
                  <a:pt x="443" y="685"/>
                </a:lnTo>
                <a:lnTo>
                  <a:pt x="442" y="685"/>
                </a:lnTo>
                <a:lnTo>
                  <a:pt x="442" y="686"/>
                </a:lnTo>
                <a:lnTo>
                  <a:pt x="442" y="687"/>
                </a:lnTo>
                <a:lnTo>
                  <a:pt x="441" y="687"/>
                </a:lnTo>
                <a:lnTo>
                  <a:pt x="440" y="686"/>
                </a:lnTo>
                <a:lnTo>
                  <a:pt x="439" y="686"/>
                </a:lnTo>
                <a:lnTo>
                  <a:pt x="438" y="686"/>
                </a:lnTo>
                <a:lnTo>
                  <a:pt x="437" y="686"/>
                </a:lnTo>
                <a:lnTo>
                  <a:pt x="435" y="686"/>
                </a:lnTo>
                <a:lnTo>
                  <a:pt x="434" y="686"/>
                </a:lnTo>
                <a:lnTo>
                  <a:pt x="433" y="686"/>
                </a:lnTo>
                <a:lnTo>
                  <a:pt x="433" y="687"/>
                </a:lnTo>
                <a:lnTo>
                  <a:pt x="432" y="687"/>
                </a:lnTo>
                <a:lnTo>
                  <a:pt x="432" y="688"/>
                </a:lnTo>
                <a:lnTo>
                  <a:pt x="431" y="689"/>
                </a:lnTo>
                <a:lnTo>
                  <a:pt x="432" y="689"/>
                </a:lnTo>
                <a:lnTo>
                  <a:pt x="432" y="690"/>
                </a:lnTo>
                <a:lnTo>
                  <a:pt x="432" y="691"/>
                </a:lnTo>
                <a:lnTo>
                  <a:pt x="432" y="692"/>
                </a:lnTo>
                <a:lnTo>
                  <a:pt x="431" y="692"/>
                </a:lnTo>
                <a:lnTo>
                  <a:pt x="430" y="692"/>
                </a:lnTo>
                <a:lnTo>
                  <a:pt x="429" y="692"/>
                </a:lnTo>
                <a:lnTo>
                  <a:pt x="429" y="693"/>
                </a:lnTo>
                <a:lnTo>
                  <a:pt x="429" y="694"/>
                </a:lnTo>
                <a:lnTo>
                  <a:pt x="428" y="694"/>
                </a:lnTo>
                <a:lnTo>
                  <a:pt x="427" y="694"/>
                </a:lnTo>
                <a:lnTo>
                  <a:pt x="426" y="693"/>
                </a:lnTo>
                <a:lnTo>
                  <a:pt x="425" y="693"/>
                </a:lnTo>
                <a:lnTo>
                  <a:pt x="424" y="692"/>
                </a:lnTo>
                <a:lnTo>
                  <a:pt x="424" y="691"/>
                </a:lnTo>
                <a:lnTo>
                  <a:pt x="423" y="691"/>
                </a:lnTo>
                <a:lnTo>
                  <a:pt x="422" y="691"/>
                </a:lnTo>
                <a:lnTo>
                  <a:pt x="421" y="690"/>
                </a:lnTo>
                <a:lnTo>
                  <a:pt x="420" y="690"/>
                </a:lnTo>
                <a:lnTo>
                  <a:pt x="419" y="691"/>
                </a:lnTo>
                <a:lnTo>
                  <a:pt x="419" y="692"/>
                </a:lnTo>
                <a:lnTo>
                  <a:pt x="418" y="692"/>
                </a:lnTo>
                <a:lnTo>
                  <a:pt x="418" y="693"/>
                </a:lnTo>
                <a:lnTo>
                  <a:pt x="416" y="693"/>
                </a:lnTo>
                <a:lnTo>
                  <a:pt x="416" y="692"/>
                </a:lnTo>
                <a:lnTo>
                  <a:pt x="415" y="692"/>
                </a:lnTo>
                <a:lnTo>
                  <a:pt x="415" y="691"/>
                </a:lnTo>
                <a:lnTo>
                  <a:pt x="414" y="691"/>
                </a:lnTo>
                <a:lnTo>
                  <a:pt x="413" y="691"/>
                </a:lnTo>
                <a:lnTo>
                  <a:pt x="413" y="690"/>
                </a:lnTo>
                <a:lnTo>
                  <a:pt x="413" y="689"/>
                </a:lnTo>
                <a:lnTo>
                  <a:pt x="412" y="689"/>
                </a:lnTo>
                <a:lnTo>
                  <a:pt x="411" y="689"/>
                </a:lnTo>
                <a:lnTo>
                  <a:pt x="410" y="689"/>
                </a:lnTo>
                <a:lnTo>
                  <a:pt x="408" y="690"/>
                </a:lnTo>
                <a:lnTo>
                  <a:pt x="408" y="691"/>
                </a:lnTo>
                <a:lnTo>
                  <a:pt x="407" y="691"/>
                </a:lnTo>
                <a:lnTo>
                  <a:pt x="407" y="690"/>
                </a:lnTo>
                <a:lnTo>
                  <a:pt x="406" y="690"/>
                </a:lnTo>
                <a:lnTo>
                  <a:pt x="405" y="690"/>
                </a:lnTo>
                <a:lnTo>
                  <a:pt x="404" y="690"/>
                </a:lnTo>
                <a:lnTo>
                  <a:pt x="403" y="690"/>
                </a:lnTo>
                <a:lnTo>
                  <a:pt x="403" y="691"/>
                </a:lnTo>
                <a:lnTo>
                  <a:pt x="402" y="690"/>
                </a:lnTo>
                <a:lnTo>
                  <a:pt x="402" y="689"/>
                </a:lnTo>
                <a:lnTo>
                  <a:pt x="403" y="689"/>
                </a:lnTo>
                <a:lnTo>
                  <a:pt x="403" y="688"/>
                </a:lnTo>
                <a:lnTo>
                  <a:pt x="402" y="688"/>
                </a:lnTo>
                <a:lnTo>
                  <a:pt x="402" y="687"/>
                </a:lnTo>
                <a:lnTo>
                  <a:pt x="402" y="686"/>
                </a:lnTo>
                <a:lnTo>
                  <a:pt x="401" y="686"/>
                </a:lnTo>
                <a:lnTo>
                  <a:pt x="400" y="685"/>
                </a:lnTo>
                <a:lnTo>
                  <a:pt x="400" y="684"/>
                </a:lnTo>
                <a:lnTo>
                  <a:pt x="400" y="683"/>
                </a:lnTo>
                <a:lnTo>
                  <a:pt x="400" y="682"/>
                </a:lnTo>
                <a:lnTo>
                  <a:pt x="399" y="682"/>
                </a:lnTo>
                <a:lnTo>
                  <a:pt x="398" y="682"/>
                </a:lnTo>
                <a:lnTo>
                  <a:pt x="397" y="682"/>
                </a:lnTo>
                <a:lnTo>
                  <a:pt x="396" y="682"/>
                </a:lnTo>
                <a:lnTo>
                  <a:pt x="395" y="681"/>
                </a:lnTo>
                <a:lnTo>
                  <a:pt x="394" y="680"/>
                </a:lnTo>
                <a:lnTo>
                  <a:pt x="393" y="681"/>
                </a:lnTo>
                <a:lnTo>
                  <a:pt x="393" y="680"/>
                </a:lnTo>
                <a:lnTo>
                  <a:pt x="392" y="680"/>
                </a:lnTo>
                <a:lnTo>
                  <a:pt x="391" y="680"/>
                </a:lnTo>
                <a:lnTo>
                  <a:pt x="391" y="679"/>
                </a:lnTo>
                <a:lnTo>
                  <a:pt x="390" y="679"/>
                </a:lnTo>
                <a:lnTo>
                  <a:pt x="389" y="679"/>
                </a:lnTo>
                <a:lnTo>
                  <a:pt x="388" y="680"/>
                </a:lnTo>
                <a:lnTo>
                  <a:pt x="387" y="680"/>
                </a:lnTo>
                <a:lnTo>
                  <a:pt x="386" y="680"/>
                </a:lnTo>
                <a:lnTo>
                  <a:pt x="385" y="680"/>
                </a:lnTo>
                <a:lnTo>
                  <a:pt x="384" y="680"/>
                </a:lnTo>
                <a:lnTo>
                  <a:pt x="383" y="682"/>
                </a:lnTo>
                <a:lnTo>
                  <a:pt x="382" y="682"/>
                </a:lnTo>
                <a:lnTo>
                  <a:pt x="382" y="683"/>
                </a:lnTo>
                <a:lnTo>
                  <a:pt x="382" y="684"/>
                </a:lnTo>
                <a:lnTo>
                  <a:pt x="381" y="684"/>
                </a:lnTo>
                <a:lnTo>
                  <a:pt x="381" y="685"/>
                </a:lnTo>
                <a:lnTo>
                  <a:pt x="380" y="685"/>
                </a:lnTo>
                <a:lnTo>
                  <a:pt x="380" y="686"/>
                </a:lnTo>
                <a:lnTo>
                  <a:pt x="379" y="686"/>
                </a:lnTo>
                <a:lnTo>
                  <a:pt x="378" y="686"/>
                </a:lnTo>
                <a:lnTo>
                  <a:pt x="378" y="687"/>
                </a:lnTo>
                <a:lnTo>
                  <a:pt x="377" y="687"/>
                </a:lnTo>
                <a:lnTo>
                  <a:pt x="376" y="687"/>
                </a:lnTo>
                <a:lnTo>
                  <a:pt x="376" y="688"/>
                </a:lnTo>
                <a:lnTo>
                  <a:pt x="376" y="689"/>
                </a:lnTo>
                <a:lnTo>
                  <a:pt x="375" y="689"/>
                </a:lnTo>
                <a:lnTo>
                  <a:pt x="374" y="688"/>
                </a:lnTo>
                <a:lnTo>
                  <a:pt x="374" y="689"/>
                </a:lnTo>
                <a:lnTo>
                  <a:pt x="373" y="689"/>
                </a:lnTo>
                <a:lnTo>
                  <a:pt x="373" y="690"/>
                </a:lnTo>
                <a:lnTo>
                  <a:pt x="372" y="690"/>
                </a:lnTo>
                <a:lnTo>
                  <a:pt x="372" y="689"/>
                </a:lnTo>
                <a:lnTo>
                  <a:pt x="371" y="689"/>
                </a:lnTo>
                <a:lnTo>
                  <a:pt x="371" y="688"/>
                </a:lnTo>
                <a:lnTo>
                  <a:pt x="371" y="687"/>
                </a:lnTo>
                <a:lnTo>
                  <a:pt x="369" y="687"/>
                </a:lnTo>
                <a:lnTo>
                  <a:pt x="368" y="687"/>
                </a:lnTo>
                <a:lnTo>
                  <a:pt x="368" y="686"/>
                </a:lnTo>
                <a:lnTo>
                  <a:pt x="368" y="684"/>
                </a:lnTo>
                <a:lnTo>
                  <a:pt x="367" y="684"/>
                </a:lnTo>
                <a:lnTo>
                  <a:pt x="367" y="683"/>
                </a:lnTo>
                <a:lnTo>
                  <a:pt x="367" y="682"/>
                </a:lnTo>
                <a:lnTo>
                  <a:pt x="367" y="681"/>
                </a:lnTo>
                <a:lnTo>
                  <a:pt x="366" y="681"/>
                </a:lnTo>
                <a:lnTo>
                  <a:pt x="365" y="681"/>
                </a:lnTo>
                <a:lnTo>
                  <a:pt x="365" y="682"/>
                </a:lnTo>
                <a:lnTo>
                  <a:pt x="364" y="682"/>
                </a:lnTo>
                <a:lnTo>
                  <a:pt x="363" y="682"/>
                </a:lnTo>
                <a:lnTo>
                  <a:pt x="362" y="682"/>
                </a:lnTo>
                <a:lnTo>
                  <a:pt x="362" y="683"/>
                </a:lnTo>
                <a:lnTo>
                  <a:pt x="361" y="683"/>
                </a:lnTo>
                <a:lnTo>
                  <a:pt x="360" y="684"/>
                </a:lnTo>
                <a:lnTo>
                  <a:pt x="360" y="685"/>
                </a:lnTo>
                <a:lnTo>
                  <a:pt x="359" y="684"/>
                </a:lnTo>
                <a:lnTo>
                  <a:pt x="359" y="683"/>
                </a:lnTo>
                <a:lnTo>
                  <a:pt x="358" y="683"/>
                </a:lnTo>
                <a:lnTo>
                  <a:pt x="358" y="682"/>
                </a:lnTo>
                <a:lnTo>
                  <a:pt x="357" y="681"/>
                </a:lnTo>
                <a:lnTo>
                  <a:pt x="356" y="680"/>
                </a:lnTo>
                <a:lnTo>
                  <a:pt x="355" y="680"/>
                </a:lnTo>
                <a:lnTo>
                  <a:pt x="354" y="680"/>
                </a:lnTo>
                <a:lnTo>
                  <a:pt x="353" y="680"/>
                </a:lnTo>
                <a:lnTo>
                  <a:pt x="353" y="679"/>
                </a:lnTo>
                <a:lnTo>
                  <a:pt x="353" y="678"/>
                </a:lnTo>
                <a:lnTo>
                  <a:pt x="354" y="678"/>
                </a:lnTo>
                <a:lnTo>
                  <a:pt x="354" y="677"/>
                </a:lnTo>
                <a:lnTo>
                  <a:pt x="353" y="677"/>
                </a:lnTo>
                <a:lnTo>
                  <a:pt x="353" y="676"/>
                </a:lnTo>
                <a:lnTo>
                  <a:pt x="352" y="676"/>
                </a:lnTo>
                <a:lnTo>
                  <a:pt x="353" y="676"/>
                </a:lnTo>
                <a:lnTo>
                  <a:pt x="353" y="675"/>
                </a:lnTo>
                <a:lnTo>
                  <a:pt x="352" y="675"/>
                </a:lnTo>
                <a:lnTo>
                  <a:pt x="351" y="675"/>
                </a:lnTo>
                <a:lnTo>
                  <a:pt x="350" y="675"/>
                </a:lnTo>
                <a:lnTo>
                  <a:pt x="349" y="675"/>
                </a:lnTo>
                <a:lnTo>
                  <a:pt x="349" y="674"/>
                </a:lnTo>
                <a:lnTo>
                  <a:pt x="348" y="674"/>
                </a:lnTo>
                <a:lnTo>
                  <a:pt x="348" y="673"/>
                </a:lnTo>
                <a:lnTo>
                  <a:pt x="348" y="672"/>
                </a:lnTo>
                <a:lnTo>
                  <a:pt x="348" y="671"/>
                </a:lnTo>
                <a:lnTo>
                  <a:pt x="347" y="671"/>
                </a:lnTo>
                <a:lnTo>
                  <a:pt x="346" y="671"/>
                </a:lnTo>
                <a:lnTo>
                  <a:pt x="345" y="671"/>
                </a:lnTo>
                <a:lnTo>
                  <a:pt x="344" y="671"/>
                </a:lnTo>
                <a:lnTo>
                  <a:pt x="343" y="670"/>
                </a:lnTo>
                <a:lnTo>
                  <a:pt x="342" y="670"/>
                </a:lnTo>
                <a:lnTo>
                  <a:pt x="341" y="670"/>
                </a:lnTo>
                <a:lnTo>
                  <a:pt x="340" y="670"/>
                </a:lnTo>
                <a:lnTo>
                  <a:pt x="340" y="671"/>
                </a:lnTo>
                <a:lnTo>
                  <a:pt x="340" y="672"/>
                </a:lnTo>
                <a:lnTo>
                  <a:pt x="340" y="673"/>
                </a:lnTo>
                <a:lnTo>
                  <a:pt x="339" y="673"/>
                </a:lnTo>
                <a:lnTo>
                  <a:pt x="338" y="673"/>
                </a:lnTo>
                <a:lnTo>
                  <a:pt x="337" y="673"/>
                </a:lnTo>
                <a:lnTo>
                  <a:pt x="336" y="672"/>
                </a:lnTo>
                <a:lnTo>
                  <a:pt x="336" y="673"/>
                </a:lnTo>
                <a:lnTo>
                  <a:pt x="335" y="673"/>
                </a:lnTo>
                <a:lnTo>
                  <a:pt x="334" y="673"/>
                </a:lnTo>
                <a:lnTo>
                  <a:pt x="333" y="673"/>
                </a:lnTo>
                <a:lnTo>
                  <a:pt x="333" y="674"/>
                </a:lnTo>
                <a:lnTo>
                  <a:pt x="332" y="674"/>
                </a:lnTo>
                <a:lnTo>
                  <a:pt x="331" y="674"/>
                </a:lnTo>
                <a:lnTo>
                  <a:pt x="331" y="673"/>
                </a:lnTo>
                <a:lnTo>
                  <a:pt x="330" y="673"/>
                </a:lnTo>
                <a:lnTo>
                  <a:pt x="330" y="672"/>
                </a:lnTo>
                <a:lnTo>
                  <a:pt x="330" y="671"/>
                </a:lnTo>
                <a:lnTo>
                  <a:pt x="330" y="670"/>
                </a:lnTo>
                <a:lnTo>
                  <a:pt x="329" y="670"/>
                </a:lnTo>
                <a:lnTo>
                  <a:pt x="329" y="669"/>
                </a:lnTo>
                <a:lnTo>
                  <a:pt x="329" y="668"/>
                </a:lnTo>
                <a:lnTo>
                  <a:pt x="329" y="667"/>
                </a:lnTo>
                <a:lnTo>
                  <a:pt x="328" y="667"/>
                </a:lnTo>
                <a:lnTo>
                  <a:pt x="327" y="667"/>
                </a:lnTo>
                <a:lnTo>
                  <a:pt x="328" y="666"/>
                </a:lnTo>
                <a:lnTo>
                  <a:pt x="327" y="665"/>
                </a:lnTo>
                <a:lnTo>
                  <a:pt x="327" y="664"/>
                </a:lnTo>
                <a:lnTo>
                  <a:pt x="327" y="663"/>
                </a:lnTo>
                <a:lnTo>
                  <a:pt x="326" y="663"/>
                </a:lnTo>
                <a:lnTo>
                  <a:pt x="325" y="663"/>
                </a:lnTo>
                <a:lnTo>
                  <a:pt x="324" y="663"/>
                </a:lnTo>
                <a:lnTo>
                  <a:pt x="324" y="664"/>
                </a:lnTo>
                <a:lnTo>
                  <a:pt x="324" y="665"/>
                </a:lnTo>
                <a:lnTo>
                  <a:pt x="323" y="665"/>
                </a:lnTo>
                <a:lnTo>
                  <a:pt x="322" y="665"/>
                </a:lnTo>
                <a:lnTo>
                  <a:pt x="322" y="666"/>
                </a:lnTo>
                <a:lnTo>
                  <a:pt x="322" y="665"/>
                </a:lnTo>
                <a:lnTo>
                  <a:pt x="321" y="665"/>
                </a:lnTo>
                <a:lnTo>
                  <a:pt x="320" y="665"/>
                </a:lnTo>
                <a:lnTo>
                  <a:pt x="319" y="665"/>
                </a:lnTo>
                <a:lnTo>
                  <a:pt x="319" y="666"/>
                </a:lnTo>
                <a:lnTo>
                  <a:pt x="318" y="666"/>
                </a:lnTo>
                <a:lnTo>
                  <a:pt x="317" y="666"/>
                </a:lnTo>
                <a:lnTo>
                  <a:pt x="316" y="666"/>
                </a:lnTo>
                <a:lnTo>
                  <a:pt x="315" y="666"/>
                </a:lnTo>
                <a:lnTo>
                  <a:pt x="314" y="666"/>
                </a:lnTo>
                <a:lnTo>
                  <a:pt x="314" y="667"/>
                </a:lnTo>
                <a:lnTo>
                  <a:pt x="313" y="667"/>
                </a:lnTo>
                <a:lnTo>
                  <a:pt x="313" y="666"/>
                </a:lnTo>
                <a:lnTo>
                  <a:pt x="312" y="666"/>
                </a:lnTo>
                <a:lnTo>
                  <a:pt x="311" y="666"/>
                </a:lnTo>
                <a:lnTo>
                  <a:pt x="311" y="665"/>
                </a:lnTo>
                <a:lnTo>
                  <a:pt x="310" y="665"/>
                </a:lnTo>
                <a:lnTo>
                  <a:pt x="310" y="664"/>
                </a:lnTo>
                <a:lnTo>
                  <a:pt x="309" y="664"/>
                </a:lnTo>
                <a:lnTo>
                  <a:pt x="308" y="664"/>
                </a:lnTo>
                <a:lnTo>
                  <a:pt x="307" y="664"/>
                </a:lnTo>
                <a:lnTo>
                  <a:pt x="307" y="665"/>
                </a:lnTo>
                <a:lnTo>
                  <a:pt x="306" y="665"/>
                </a:lnTo>
                <a:lnTo>
                  <a:pt x="306" y="664"/>
                </a:lnTo>
                <a:lnTo>
                  <a:pt x="305" y="664"/>
                </a:lnTo>
                <a:lnTo>
                  <a:pt x="304" y="664"/>
                </a:lnTo>
                <a:lnTo>
                  <a:pt x="304" y="663"/>
                </a:lnTo>
                <a:lnTo>
                  <a:pt x="303" y="663"/>
                </a:lnTo>
                <a:lnTo>
                  <a:pt x="303" y="662"/>
                </a:lnTo>
                <a:lnTo>
                  <a:pt x="303" y="663"/>
                </a:lnTo>
                <a:lnTo>
                  <a:pt x="302" y="663"/>
                </a:lnTo>
                <a:lnTo>
                  <a:pt x="302" y="662"/>
                </a:lnTo>
                <a:lnTo>
                  <a:pt x="301" y="662"/>
                </a:lnTo>
                <a:lnTo>
                  <a:pt x="300" y="662"/>
                </a:lnTo>
                <a:lnTo>
                  <a:pt x="299" y="662"/>
                </a:lnTo>
                <a:lnTo>
                  <a:pt x="299" y="661"/>
                </a:lnTo>
                <a:lnTo>
                  <a:pt x="298" y="661"/>
                </a:lnTo>
                <a:lnTo>
                  <a:pt x="298" y="660"/>
                </a:lnTo>
                <a:lnTo>
                  <a:pt x="297" y="660"/>
                </a:lnTo>
                <a:lnTo>
                  <a:pt x="297" y="661"/>
                </a:lnTo>
                <a:lnTo>
                  <a:pt x="296" y="662"/>
                </a:lnTo>
                <a:lnTo>
                  <a:pt x="296" y="663"/>
                </a:lnTo>
                <a:lnTo>
                  <a:pt x="295" y="664"/>
                </a:lnTo>
                <a:lnTo>
                  <a:pt x="294" y="664"/>
                </a:lnTo>
                <a:lnTo>
                  <a:pt x="294" y="665"/>
                </a:lnTo>
                <a:lnTo>
                  <a:pt x="293" y="665"/>
                </a:lnTo>
                <a:lnTo>
                  <a:pt x="292" y="665"/>
                </a:lnTo>
                <a:lnTo>
                  <a:pt x="292" y="664"/>
                </a:lnTo>
                <a:lnTo>
                  <a:pt x="291" y="664"/>
                </a:lnTo>
                <a:lnTo>
                  <a:pt x="290" y="664"/>
                </a:lnTo>
                <a:lnTo>
                  <a:pt x="290" y="663"/>
                </a:lnTo>
                <a:lnTo>
                  <a:pt x="289" y="663"/>
                </a:lnTo>
                <a:lnTo>
                  <a:pt x="289" y="662"/>
                </a:lnTo>
                <a:lnTo>
                  <a:pt x="289" y="663"/>
                </a:lnTo>
                <a:lnTo>
                  <a:pt x="288" y="663"/>
                </a:lnTo>
                <a:lnTo>
                  <a:pt x="287" y="663"/>
                </a:lnTo>
                <a:lnTo>
                  <a:pt x="287" y="664"/>
                </a:lnTo>
                <a:lnTo>
                  <a:pt x="286" y="664"/>
                </a:lnTo>
                <a:lnTo>
                  <a:pt x="285" y="664"/>
                </a:lnTo>
                <a:lnTo>
                  <a:pt x="285" y="663"/>
                </a:lnTo>
                <a:lnTo>
                  <a:pt x="284" y="663"/>
                </a:lnTo>
                <a:lnTo>
                  <a:pt x="283" y="663"/>
                </a:lnTo>
                <a:lnTo>
                  <a:pt x="282" y="663"/>
                </a:lnTo>
                <a:lnTo>
                  <a:pt x="281" y="662"/>
                </a:lnTo>
                <a:lnTo>
                  <a:pt x="281" y="663"/>
                </a:lnTo>
                <a:lnTo>
                  <a:pt x="280" y="663"/>
                </a:lnTo>
                <a:lnTo>
                  <a:pt x="280" y="662"/>
                </a:lnTo>
                <a:lnTo>
                  <a:pt x="279" y="662"/>
                </a:lnTo>
                <a:lnTo>
                  <a:pt x="279" y="663"/>
                </a:lnTo>
                <a:lnTo>
                  <a:pt x="279" y="662"/>
                </a:lnTo>
                <a:lnTo>
                  <a:pt x="278" y="662"/>
                </a:lnTo>
                <a:lnTo>
                  <a:pt x="277" y="661"/>
                </a:lnTo>
                <a:lnTo>
                  <a:pt x="277" y="660"/>
                </a:lnTo>
                <a:lnTo>
                  <a:pt x="276" y="660"/>
                </a:lnTo>
                <a:lnTo>
                  <a:pt x="275" y="661"/>
                </a:lnTo>
                <a:lnTo>
                  <a:pt x="274" y="661"/>
                </a:lnTo>
                <a:lnTo>
                  <a:pt x="273" y="661"/>
                </a:lnTo>
                <a:lnTo>
                  <a:pt x="273" y="662"/>
                </a:lnTo>
                <a:lnTo>
                  <a:pt x="272" y="662"/>
                </a:lnTo>
                <a:lnTo>
                  <a:pt x="271" y="662"/>
                </a:lnTo>
                <a:lnTo>
                  <a:pt x="270" y="662"/>
                </a:lnTo>
                <a:lnTo>
                  <a:pt x="270" y="661"/>
                </a:lnTo>
                <a:lnTo>
                  <a:pt x="269" y="661"/>
                </a:lnTo>
                <a:lnTo>
                  <a:pt x="267" y="660"/>
                </a:lnTo>
                <a:lnTo>
                  <a:pt x="267" y="661"/>
                </a:lnTo>
                <a:lnTo>
                  <a:pt x="268" y="662"/>
                </a:lnTo>
                <a:lnTo>
                  <a:pt x="267" y="663"/>
                </a:lnTo>
                <a:lnTo>
                  <a:pt x="266" y="663"/>
                </a:lnTo>
                <a:lnTo>
                  <a:pt x="265" y="663"/>
                </a:lnTo>
                <a:lnTo>
                  <a:pt x="265" y="662"/>
                </a:lnTo>
                <a:lnTo>
                  <a:pt x="264" y="662"/>
                </a:lnTo>
                <a:lnTo>
                  <a:pt x="263" y="662"/>
                </a:lnTo>
                <a:lnTo>
                  <a:pt x="262" y="662"/>
                </a:lnTo>
                <a:lnTo>
                  <a:pt x="262" y="663"/>
                </a:lnTo>
                <a:lnTo>
                  <a:pt x="261" y="663"/>
                </a:lnTo>
                <a:lnTo>
                  <a:pt x="261" y="664"/>
                </a:lnTo>
                <a:lnTo>
                  <a:pt x="260" y="664"/>
                </a:lnTo>
                <a:lnTo>
                  <a:pt x="260" y="665"/>
                </a:lnTo>
                <a:lnTo>
                  <a:pt x="259" y="665"/>
                </a:lnTo>
                <a:lnTo>
                  <a:pt x="258" y="665"/>
                </a:lnTo>
                <a:lnTo>
                  <a:pt x="258" y="664"/>
                </a:lnTo>
                <a:lnTo>
                  <a:pt x="257" y="664"/>
                </a:lnTo>
                <a:lnTo>
                  <a:pt x="256" y="663"/>
                </a:lnTo>
                <a:lnTo>
                  <a:pt x="255" y="663"/>
                </a:lnTo>
                <a:lnTo>
                  <a:pt x="254" y="662"/>
                </a:lnTo>
                <a:lnTo>
                  <a:pt x="253" y="662"/>
                </a:lnTo>
                <a:lnTo>
                  <a:pt x="253" y="661"/>
                </a:lnTo>
                <a:lnTo>
                  <a:pt x="254" y="661"/>
                </a:lnTo>
                <a:lnTo>
                  <a:pt x="254" y="660"/>
                </a:lnTo>
                <a:lnTo>
                  <a:pt x="254" y="659"/>
                </a:lnTo>
                <a:lnTo>
                  <a:pt x="254" y="658"/>
                </a:lnTo>
                <a:lnTo>
                  <a:pt x="254" y="657"/>
                </a:lnTo>
                <a:lnTo>
                  <a:pt x="253" y="657"/>
                </a:lnTo>
                <a:lnTo>
                  <a:pt x="253" y="656"/>
                </a:lnTo>
                <a:lnTo>
                  <a:pt x="255" y="655"/>
                </a:lnTo>
                <a:lnTo>
                  <a:pt x="255" y="654"/>
                </a:lnTo>
                <a:lnTo>
                  <a:pt x="256" y="654"/>
                </a:lnTo>
                <a:lnTo>
                  <a:pt x="256" y="653"/>
                </a:lnTo>
                <a:lnTo>
                  <a:pt x="256" y="652"/>
                </a:lnTo>
                <a:lnTo>
                  <a:pt x="255" y="652"/>
                </a:lnTo>
                <a:lnTo>
                  <a:pt x="254" y="651"/>
                </a:lnTo>
                <a:lnTo>
                  <a:pt x="254" y="650"/>
                </a:lnTo>
                <a:lnTo>
                  <a:pt x="253" y="650"/>
                </a:lnTo>
                <a:lnTo>
                  <a:pt x="252" y="650"/>
                </a:lnTo>
                <a:lnTo>
                  <a:pt x="251" y="650"/>
                </a:lnTo>
                <a:lnTo>
                  <a:pt x="251" y="649"/>
                </a:lnTo>
                <a:lnTo>
                  <a:pt x="249" y="649"/>
                </a:lnTo>
                <a:lnTo>
                  <a:pt x="249" y="648"/>
                </a:lnTo>
                <a:lnTo>
                  <a:pt x="248" y="648"/>
                </a:lnTo>
                <a:lnTo>
                  <a:pt x="247" y="648"/>
                </a:lnTo>
                <a:lnTo>
                  <a:pt x="247" y="649"/>
                </a:lnTo>
                <a:lnTo>
                  <a:pt x="246" y="649"/>
                </a:lnTo>
                <a:lnTo>
                  <a:pt x="246" y="650"/>
                </a:lnTo>
                <a:lnTo>
                  <a:pt x="245" y="650"/>
                </a:lnTo>
                <a:lnTo>
                  <a:pt x="244" y="651"/>
                </a:lnTo>
                <a:lnTo>
                  <a:pt x="242" y="651"/>
                </a:lnTo>
                <a:lnTo>
                  <a:pt x="241" y="650"/>
                </a:lnTo>
                <a:lnTo>
                  <a:pt x="240" y="651"/>
                </a:lnTo>
                <a:lnTo>
                  <a:pt x="239" y="651"/>
                </a:lnTo>
                <a:lnTo>
                  <a:pt x="239" y="650"/>
                </a:lnTo>
                <a:lnTo>
                  <a:pt x="239" y="651"/>
                </a:lnTo>
                <a:lnTo>
                  <a:pt x="238" y="651"/>
                </a:lnTo>
                <a:lnTo>
                  <a:pt x="237" y="652"/>
                </a:lnTo>
                <a:lnTo>
                  <a:pt x="238" y="652"/>
                </a:lnTo>
                <a:lnTo>
                  <a:pt x="238" y="653"/>
                </a:lnTo>
                <a:lnTo>
                  <a:pt x="238" y="654"/>
                </a:lnTo>
                <a:lnTo>
                  <a:pt x="236" y="654"/>
                </a:lnTo>
                <a:lnTo>
                  <a:pt x="236" y="653"/>
                </a:lnTo>
                <a:lnTo>
                  <a:pt x="235" y="653"/>
                </a:lnTo>
                <a:lnTo>
                  <a:pt x="235" y="654"/>
                </a:lnTo>
                <a:lnTo>
                  <a:pt x="234" y="654"/>
                </a:lnTo>
                <a:lnTo>
                  <a:pt x="233" y="654"/>
                </a:lnTo>
                <a:lnTo>
                  <a:pt x="233" y="655"/>
                </a:lnTo>
                <a:lnTo>
                  <a:pt x="233" y="654"/>
                </a:lnTo>
                <a:lnTo>
                  <a:pt x="232" y="654"/>
                </a:lnTo>
                <a:lnTo>
                  <a:pt x="232" y="655"/>
                </a:lnTo>
                <a:lnTo>
                  <a:pt x="231" y="655"/>
                </a:lnTo>
                <a:lnTo>
                  <a:pt x="231" y="654"/>
                </a:lnTo>
                <a:lnTo>
                  <a:pt x="231" y="653"/>
                </a:lnTo>
                <a:lnTo>
                  <a:pt x="230" y="653"/>
                </a:lnTo>
                <a:lnTo>
                  <a:pt x="229" y="652"/>
                </a:lnTo>
                <a:lnTo>
                  <a:pt x="229" y="651"/>
                </a:lnTo>
                <a:lnTo>
                  <a:pt x="229" y="650"/>
                </a:lnTo>
                <a:lnTo>
                  <a:pt x="228" y="650"/>
                </a:lnTo>
                <a:lnTo>
                  <a:pt x="228" y="649"/>
                </a:lnTo>
                <a:lnTo>
                  <a:pt x="227" y="649"/>
                </a:lnTo>
                <a:lnTo>
                  <a:pt x="226" y="649"/>
                </a:lnTo>
                <a:lnTo>
                  <a:pt x="226" y="648"/>
                </a:lnTo>
                <a:lnTo>
                  <a:pt x="226" y="647"/>
                </a:lnTo>
                <a:lnTo>
                  <a:pt x="226" y="646"/>
                </a:lnTo>
                <a:lnTo>
                  <a:pt x="225" y="646"/>
                </a:lnTo>
                <a:lnTo>
                  <a:pt x="224" y="646"/>
                </a:lnTo>
                <a:lnTo>
                  <a:pt x="223" y="646"/>
                </a:lnTo>
                <a:lnTo>
                  <a:pt x="222" y="646"/>
                </a:lnTo>
                <a:lnTo>
                  <a:pt x="223" y="646"/>
                </a:lnTo>
                <a:lnTo>
                  <a:pt x="223" y="645"/>
                </a:lnTo>
                <a:lnTo>
                  <a:pt x="222" y="644"/>
                </a:lnTo>
                <a:lnTo>
                  <a:pt x="221" y="644"/>
                </a:lnTo>
                <a:lnTo>
                  <a:pt x="221" y="643"/>
                </a:lnTo>
                <a:lnTo>
                  <a:pt x="221" y="642"/>
                </a:lnTo>
                <a:lnTo>
                  <a:pt x="221" y="641"/>
                </a:lnTo>
                <a:lnTo>
                  <a:pt x="220" y="641"/>
                </a:lnTo>
                <a:lnTo>
                  <a:pt x="220" y="642"/>
                </a:lnTo>
                <a:lnTo>
                  <a:pt x="219" y="641"/>
                </a:lnTo>
                <a:lnTo>
                  <a:pt x="218" y="641"/>
                </a:lnTo>
                <a:lnTo>
                  <a:pt x="217" y="641"/>
                </a:lnTo>
                <a:lnTo>
                  <a:pt x="217" y="642"/>
                </a:lnTo>
                <a:lnTo>
                  <a:pt x="216" y="642"/>
                </a:lnTo>
                <a:lnTo>
                  <a:pt x="215" y="641"/>
                </a:lnTo>
                <a:lnTo>
                  <a:pt x="214" y="641"/>
                </a:lnTo>
                <a:lnTo>
                  <a:pt x="214" y="640"/>
                </a:lnTo>
                <a:lnTo>
                  <a:pt x="213" y="640"/>
                </a:lnTo>
                <a:lnTo>
                  <a:pt x="213" y="639"/>
                </a:lnTo>
                <a:lnTo>
                  <a:pt x="212" y="639"/>
                </a:lnTo>
                <a:lnTo>
                  <a:pt x="211" y="639"/>
                </a:lnTo>
                <a:lnTo>
                  <a:pt x="210" y="638"/>
                </a:lnTo>
                <a:lnTo>
                  <a:pt x="209" y="638"/>
                </a:lnTo>
                <a:lnTo>
                  <a:pt x="208" y="638"/>
                </a:lnTo>
                <a:lnTo>
                  <a:pt x="207" y="637"/>
                </a:lnTo>
                <a:lnTo>
                  <a:pt x="206" y="637"/>
                </a:lnTo>
                <a:lnTo>
                  <a:pt x="205" y="636"/>
                </a:lnTo>
                <a:lnTo>
                  <a:pt x="205" y="635"/>
                </a:lnTo>
                <a:lnTo>
                  <a:pt x="204" y="635"/>
                </a:lnTo>
                <a:lnTo>
                  <a:pt x="203" y="635"/>
                </a:lnTo>
                <a:lnTo>
                  <a:pt x="203" y="634"/>
                </a:lnTo>
                <a:lnTo>
                  <a:pt x="202" y="634"/>
                </a:lnTo>
                <a:lnTo>
                  <a:pt x="201" y="633"/>
                </a:lnTo>
                <a:lnTo>
                  <a:pt x="200" y="633"/>
                </a:lnTo>
                <a:lnTo>
                  <a:pt x="199" y="632"/>
                </a:lnTo>
                <a:lnTo>
                  <a:pt x="198" y="632"/>
                </a:lnTo>
                <a:lnTo>
                  <a:pt x="197" y="632"/>
                </a:lnTo>
                <a:lnTo>
                  <a:pt x="197" y="631"/>
                </a:lnTo>
                <a:lnTo>
                  <a:pt x="196" y="631"/>
                </a:lnTo>
                <a:lnTo>
                  <a:pt x="196" y="630"/>
                </a:lnTo>
                <a:lnTo>
                  <a:pt x="195" y="630"/>
                </a:lnTo>
                <a:lnTo>
                  <a:pt x="195" y="629"/>
                </a:lnTo>
                <a:lnTo>
                  <a:pt x="196" y="628"/>
                </a:lnTo>
                <a:lnTo>
                  <a:pt x="195" y="628"/>
                </a:lnTo>
                <a:lnTo>
                  <a:pt x="195" y="627"/>
                </a:lnTo>
                <a:lnTo>
                  <a:pt x="194" y="627"/>
                </a:lnTo>
                <a:lnTo>
                  <a:pt x="193" y="626"/>
                </a:lnTo>
                <a:lnTo>
                  <a:pt x="192" y="626"/>
                </a:lnTo>
                <a:lnTo>
                  <a:pt x="191" y="626"/>
                </a:lnTo>
                <a:lnTo>
                  <a:pt x="190" y="626"/>
                </a:lnTo>
                <a:lnTo>
                  <a:pt x="190" y="625"/>
                </a:lnTo>
                <a:lnTo>
                  <a:pt x="189" y="625"/>
                </a:lnTo>
                <a:lnTo>
                  <a:pt x="189" y="626"/>
                </a:lnTo>
                <a:lnTo>
                  <a:pt x="188" y="626"/>
                </a:lnTo>
                <a:lnTo>
                  <a:pt x="188" y="627"/>
                </a:lnTo>
                <a:lnTo>
                  <a:pt x="187" y="627"/>
                </a:lnTo>
                <a:lnTo>
                  <a:pt x="187" y="628"/>
                </a:lnTo>
                <a:lnTo>
                  <a:pt x="186" y="628"/>
                </a:lnTo>
                <a:lnTo>
                  <a:pt x="186" y="629"/>
                </a:lnTo>
                <a:lnTo>
                  <a:pt x="185" y="629"/>
                </a:lnTo>
                <a:lnTo>
                  <a:pt x="184" y="629"/>
                </a:lnTo>
                <a:lnTo>
                  <a:pt x="184" y="628"/>
                </a:lnTo>
                <a:lnTo>
                  <a:pt x="183" y="628"/>
                </a:lnTo>
                <a:lnTo>
                  <a:pt x="181" y="628"/>
                </a:lnTo>
                <a:lnTo>
                  <a:pt x="181" y="627"/>
                </a:lnTo>
                <a:lnTo>
                  <a:pt x="180" y="627"/>
                </a:lnTo>
                <a:lnTo>
                  <a:pt x="180" y="626"/>
                </a:lnTo>
                <a:lnTo>
                  <a:pt x="179" y="626"/>
                </a:lnTo>
                <a:lnTo>
                  <a:pt x="178" y="626"/>
                </a:lnTo>
                <a:lnTo>
                  <a:pt x="177" y="626"/>
                </a:lnTo>
                <a:lnTo>
                  <a:pt x="176" y="626"/>
                </a:lnTo>
                <a:lnTo>
                  <a:pt x="176" y="625"/>
                </a:lnTo>
                <a:lnTo>
                  <a:pt x="175" y="625"/>
                </a:lnTo>
                <a:lnTo>
                  <a:pt x="173" y="625"/>
                </a:lnTo>
                <a:lnTo>
                  <a:pt x="172" y="625"/>
                </a:lnTo>
                <a:lnTo>
                  <a:pt x="172" y="624"/>
                </a:lnTo>
                <a:lnTo>
                  <a:pt x="171" y="624"/>
                </a:lnTo>
                <a:lnTo>
                  <a:pt x="171" y="623"/>
                </a:lnTo>
                <a:lnTo>
                  <a:pt x="170" y="623"/>
                </a:lnTo>
                <a:lnTo>
                  <a:pt x="169" y="623"/>
                </a:lnTo>
                <a:lnTo>
                  <a:pt x="169" y="622"/>
                </a:lnTo>
                <a:lnTo>
                  <a:pt x="168" y="622"/>
                </a:lnTo>
                <a:lnTo>
                  <a:pt x="167" y="622"/>
                </a:lnTo>
                <a:lnTo>
                  <a:pt x="166" y="622"/>
                </a:lnTo>
                <a:lnTo>
                  <a:pt x="165" y="622"/>
                </a:lnTo>
                <a:lnTo>
                  <a:pt x="165" y="623"/>
                </a:lnTo>
                <a:lnTo>
                  <a:pt x="164" y="623"/>
                </a:lnTo>
                <a:lnTo>
                  <a:pt x="163" y="623"/>
                </a:lnTo>
                <a:lnTo>
                  <a:pt x="163" y="624"/>
                </a:lnTo>
                <a:lnTo>
                  <a:pt x="163" y="625"/>
                </a:lnTo>
                <a:lnTo>
                  <a:pt x="162" y="625"/>
                </a:lnTo>
                <a:lnTo>
                  <a:pt x="161" y="625"/>
                </a:lnTo>
                <a:lnTo>
                  <a:pt x="161" y="624"/>
                </a:lnTo>
                <a:lnTo>
                  <a:pt x="160" y="625"/>
                </a:lnTo>
                <a:lnTo>
                  <a:pt x="160" y="626"/>
                </a:lnTo>
                <a:lnTo>
                  <a:pt x="159" y="626"/>
                </a:lnTo>
                <a:lnTo>
                  <a:pt x="159" y="627"/>
                </a:lnTo>
                <a:lnTo>
                  <a:pt x="158" y="627"/>
                </a:lnTo>
                <a:lnTo>
                  <a:pt x="158" y="628"/>
                </a:lnTo>
                <a:lnTo>
                  <a:pt x="158" y="629"/>
                </a:lnTo>
                <a:lnTo>
                  <a:pt x="157" y="629"/>
                </a:lnTo>
                <a:lnTo>
                  <a:pt x="157" y="628"/>
                </a:lnTo>
                <a:lnTo>
                  <a:pt x="156" y="628"/>
                </a:lnTo>
                <a:lnTo>
                  <a:pt x="156" y="627"/>
                </a:lnTo>
                <a:lnTo>
                  <a:pt x="155" y="627"/>
                </a:lnTo>
                <a:lnTo>
                  <a:pt x="154" y="627"/>
                </a:lnTo>
                <a:lnTo>
                  <a:pt x="154" y="626"/>
                </a:lnTo>
                <a:lnTo>
                  <a:pt x="153" y="626"/>
                </a:lnTo>
                <a:lnTo>
                  <a:pt x="152" y="625"/>
                </a:lnTo>
                <a:lnTo>
                  <a:pt x="151" y="625"/>
                </a:lnTo>
                <a:lnTo>
                  <a:pt x="150" y="625"/>
                </a:lnTo>
                <a:lnTo>
                  <a:pt x="149" y="625"/>
                </a:lnTo>
                <a:lnTo>
                  <a:pt x="149" y="626"/>
                </a:lnTo>
                <a:lnTo>
                  <a:pt x="148" y="626"/>
                </a:lnTo>
                <a:lnTo>
                  <a:pt x="148" y="625"/>
                </a:lnTo>
                <a:lnTo>
                  <a:pt x="147" y="624"/>
                </a:lnTo>
                <a:lnTo>
                  <a:pt x="146" y="624"/>
                </a:lnTo>
                <a:lnTo>
                  <a:pt x="145" y="624"/>
                </a:lnTo>
                <a:lnTo>
                  <a:pt x="144" y="624"/>
                </a:lnTo>
                <a:lnTo>
                  <a:pt x="143" y="624"/>
                </a:lnTo>
                <a:lnTo>
                  <a:pt x="142" y="624"/>
                </a:lnTo>
                <a:lnTo>
                  <a:pt x="141" y="624"/>
                </a:lnTo>
                <a:lnTo>
                  <a:pt x="140" y="624"/>
                </a:lnTo>
                <a:lnTo>
                  <a:pt x="139" y="624"/>
                </a:lnTo>
                <a:lnTo>
                  <a:pt x="138" y="624"/>
                </a:lnTo>
                <a:lnTo>
                  <a:pt x="137" y="625"/>
                </a:lnTo>
                <a:lnTo>
                  <a:pt x="137" y="626"/>
                </a:lnTo>
                <a:lnTo>
                  <a:pt x="137" y="627"/>
                </a:lnTo>
                <a:lnTo>
                  <a:pt x="136" y="627"/>
                </a:lnTo>
                <a:lnTo>
                  <a:pt x="136" y="626"/>
                </a:lnTo>
                <a:lnTo>
                  <a:pt x="135" y="626"/>
                </a:lnTo>
                <a:lnTo>
                  <a:pt x="135" y="625"/>
                </a:lnTo>
                <a:lnTo>
                  <a:pt x="135" y="624"/>
                </a:lnTo>
                <a:lnTo>
                  <a:pt x="134" y="624"/>
                </a:lnTo>
                <a:lnTo>
                  <a:pt x="133" y="624"/>
                </a:lnTo>
                <a:lnTo>
                  <a:pt x="132" y="624"/>
                </a:lnTo>
                <a:lnTo>
                  <a:pt x="131" y="624"/>
                </a:lnTo>
                <a:lnTo>
                  <a:pt x="131" y="625"/>
                </a:lnTo>
                <a:lnTo>
                  <a:pt x="131" y="624"/>
                </a:lnTo>
                <a:lnTo>
                  <a:pt x="130" y="624"/>
                </a:lnTo>
                <a:lnTo>
                  <a:pt x="129" y="624"/>
                </a:lnTo>
                <a:lnTo>
                  <a:pt x="128" y="624"/>
                </a:lnTo>
                <a:lnTo>
                  <a:pt x="127" y="624"/>
                </a:lnTo>
                <a:lnTo>
                  <a:pt x="126" y="624"/>
                </a:lnTo>
                <a:lnTo>
                  <a:pt x="125" y="624"/>
                </a:lnTo>
                <a:lnTo>
                  <a:pt x="125" y="623"/>
                </a:lnTo>
                <a:lnTo>
                  <a:pt x="124" y="623"/>
                </a:lnTo>
                <a:lnTo>
                  <a:pt x="124" y="622"/>
                </a:lnTo>
                <a:lnTo>
                  <a:pt x="122" y="622"/>
                </a:lnTo>
                <a:lnTo>
                  <a:pt x="121" y="622"/>
                </a:lnTo>
                <a:lnTo>
                  <a:pt x="120" y="622"/>
                </a:lnTo>
                <a:lnTo>
                  <a:pt x="119" y="622"/>
                </a:lnTo>
                <a:lnTo>
                  <a:pt x="118" y="622"/>
                </a:lnTo>
                <a:lnTo>
                  <a:pt x="118" y="621"/>
                </a:lnTo>
                <a:lnTo>
                  <a:pt x="117" y="621"/>
                </a:lnTo>
                <a:lnTo>
                  <a:pt x="116" y="621"/>
                </a:lnTo>
                <a:lnTo>
                  <a:pt x="115" y="620"/>
                </a:lnTo>
                <a:lnTo>
                  <a:pt x="114" y="619"/>
                </a:lnTo>
                <a:lnTo>
                  <a:pt x="113" y="618"/>
                </a:lnTo>
                <a:lnTo>
                  <a:pt x="112" y="618"/>
                </a:lnTo>
                <a:lnTo>
                  <a:pt x="111" y="617"/>
                </a:lnTo>
                <a:lnTo>
                  <a:pt x="110" y="616"/>
                </a:lnTo>
                <a:lnTo>
                  <a:pt x="109" y="615"/>
                </a:lnTo>
                <a:lnTo>
                  <a:pt x="108" y="615"/>
                </a:lnTo>
                <a:lnTo>
                  <a:pt x="107" y="614"/>
                </a:lnTo>
                <a:lnTo>
                  <a:pt x="106" y="614"/>
                </a:lnTo>
                <a:lnTo>
                  <a:pt x="106" y="613"/>
                </a:lnTo>
                <a:lnTo>
                  <a:pt x="105" y="612"/>
                </a:lnTo>
                <a:lnTo>
                  <a:pt x="104" y="612"/>
                </a:lnTo>
                <a:lnTo>
                  <a:pt x="103" y="612"/>
                </a:lnTo>
                <a:lnTo>
                  <a:pt x="103" y="611"/>
                </a:lnTo>
                <a:lnTo>
                  <a:pt x="102" y="611"/>
                </a:lnTo>
                <a:lnTo>
                  <a:pt x="101" y="611"/>
                </a:lnTo>
                <a:lnTo>
                  <a:pt x="100" y="611"/>
                </a:lnTo>
                <a:lnTo>
                  <a:pt x="100" y="610"/>
                </a:lnTo>
                <a:lnTo>
                  <a:pt x="99" y="609"/>
                </a:lnTo>
                <a:lnTo>
                  <a:pt x="98" y="609"/>
                </a:lnTo>
                <a:lnTo>
                  <a:pt x="97" y="609"/>
                </a:lnTo>
                <a:lnTo>
                  <a:pt x="96" y="609"/>
                </a:lnTo>
                <a:lnTo>
                  <a:pt x="95" y="609"/>
                </a:lnTo>
                <a:lnTo>
                  <a:pt x="93" y="609"/>
                </a:lnTo>
                <a:lnTo>
                  <a:pt x="92" y="609"/>
                </a:lnTo>
                <a:lnTo>
                  <a:pt x="92" y="610"/>
                </a:lnTo>
                <a:lnTo>
                  <a:pt x="91" y="609"/>
                </a:lnTo>
                <a:lnTo>
                  <a:pt x="91" y="610"/>
                </a:lnTo>
                <a:lnTo>
                  <a:pt x="90" y="610"/>
                </a:lnTo>
                <a:lnTo>
                  <a:pt x="90" y="609"/>
                </a:lnTo>
                <a:lnTo>
                  <a:pt x="89" y="609"/>
                </a:lnTo>
                <a:lnTo>
                  <a:pt x="89" y="608"/>
                </a:lnTo>
                <a:lnTo>
                  <a:pt x="88" y="608"/>
                </a:lnTo>
                <a:lnTo>
                  <a:pt x="88" y="607"/>
                </a:lnTo>
                <a:lnTo>
                  <a:pt x="87" y="607"/>
                </a:lnTo>
                <a:lnTo>
                  <a:pt x="86" y="607"/>
                </a:lnTo>
                <a:lnTo>
                  <a:pt x="86" y="606"/>
                </a:lnTo>
                <a:lnTo>
                  <a:pt x="85" y="606"/>
                </a:lnTo>
                <a:lnTo>
                  <a:pt x="84" y="605"/>
                </a:lnTo>
                <a:lnTo>
                  <a:pt x="84" y="604"/>
                </a:lnTo>
                <a:lnTo>
                  <a:pt x="85" y="604"/>
                </a:lnTo>
                <a:lnTo>
                  <a:pt x="84" y="604"/>
                </a:lnTo>
                <a:lnTo>
                  <a:pt x="84" y="603"/>
                </a:lnTo>
                <a:lnTo>
                  <a:pt x="84" y="602"/>
                </a:lnTo>
                <a:lnTo>
                  <a:pt x="83" y="602"/>
                </a:lnTo>
                <a:lnTo>
                  <a:pt x="83" y="601"/>
                </a:lnTo>
                <a:lnTo>
                  <a:pt x="82" y="601"/>
                </a:lnTo>
                <a:lnTo>
                  <a:pt x="82" y="600"/>
                </a:lnTo>
                <a:lnTo>
                  <a:pt x="81" y="599"/>
                </a:lnTo>
                <a:lnTo>
                  <a:pt x="81" y="598"/>
                </a:lnTo>
                <a:lnTo>
                  <a:pt x="80" y="598"/>
                </a:lnTo>
                <a:lnTo>
                  <a:pt x="80" y="597"/>
                </a:lnTo>
                <a:lnTo>
                  <a:pt x="79" y="596"/>
                </a:lnTo>
                <a:lnTo>
                  <a:pt x="79" y="595"/>
                </a:lnTo>
                <a:lnTo>
                  <a:pt x="78" y="595"/>
                </a:lnTo>
                <a:lnTo>
                  <a:pt x="78" y="594"/>
                </a:lnTo>
                <a:lnTo>
                  <a:pt x="77" y="593"/>
                </a:lnTo>
                <a:lnTo>
                  <a:pt x="77" y="592"/>
                </a:lnTo>
                <a:lnTo>
                  <a:pt x="76" y="592"/>
                </a:lnTo>
                <a:lnTo>
                  <a:pt x="75" y="592"/>
                </a:lnTo>
                <a:lnTo>
                  <a:pt x="75" y="591"/>
                </a:lnTo>
                <a:lnTo>
                  <a:pt x="74" y="591"/>
                </a:lnTo>
                <a:lnTo>
                  <a:pt x="74" y="592"/>
                </a:lnTo>
                <a:lnTo>
                  <a:pt x="74" y="591"/>
                </a:lnTo>
                <a:lnTo>
                  <a:pt x="74" y="592"/>
                </a:lnTo>
                <a:lnTo>
                  <a:pt x="74" y="591"/>
                </a:lnTo>
                <a:lnTo>
                  <a:pt x="73" y="592"/>
                </a:lnTo>
                <a:lnTo>
                  <a:pt x="72" y="592"/>
                </a:lnTo>
                <a:lnTo>
                  <a:pt x="72" y="591"/>
                </a:lnTo>
                <a:lnTo>
                  <a:pt x="71" y="591"/>
                </a:lnTo>
                <a:lnTo>
                  <a:pt x="70" y="591"/>
                </a:lnTo>
                <a:lnTo>
                  <a:pt x="70" y="590"/>
                </a:lnTo>
                <a:lnTo>
                  <a:pt x="69" y="590"/>
                </a:lnTo>
                <a:lnTo>
                  <a:pt x="68" y="590"/>
                </a:lnTo>
                <a:lnTo>
                  <a:pt x="67" y="590"/>
                </a:lnTo>
                <a:lnTo>
                  <a:pt x="67" y="589"/>
                </a:lnTo>
                <a:lnTo>
                  <a:pt x="66" y="589"/>
                </a:lnTo>
                <a:lnTo>
                  <a:pt x="65" y="589"/>
                </a:lnTo>
                <a:lnTo>
                  <a:pt x="64" y="589"/>
                </a:lnTo>
                <a:lnTo>
                  <a:pt x="64" y="588"/>
                </a:lnTo>
                <a:lnTo>
                  <a:pt x="63" y="588"/>
                </a:lnTo>
                <a:lnTo>
                  <a:pt x="63" y="587"/>
                </a:lnTo>
                <a:lnTo>
                  <a:pt x="63" y="586"/>
                </a:lnTo>
                <a:lnTo>
                  <a:pt x="63" y="585"/>
                </a:lnTo>
                <a:lnTo>
                  <a:pt x="63" y="584"/>
                </a:lnTo>
                <a:lnTo>
                  <a:pt x="63" y="583"/>
                </a:lnTo>
                <a:lnTo>
                  <a:pt x="62" y="583"/>
                </a:lnTo>
                <a:lnTo>
                  <a:pt x="62" y="582"/>
                </a:lnTo>
                <a:lnTo>
                  <a:pt x="63" y="582"/>
                </a:lnTo>
                <a:lnTo>
                  <a:pt x="62" y="582"/>
                </a:lnTo>
                <a:lnTo>
                  <a:pt x="62" y="581"/>
                </a:lnTo>
                <a:lnTo>
                  <a:pt x="61" y="581"/>
                </a:lnTo>
                <a:lnTo>
                  <a:pt x="60" y="581"/>
                </a:lnTo>
                <a:lnTo>
                  <a:pt x="59" y="581"/>
                </a:lnTo>
                <a:lnTo>
                  <a:pt x="59" y="580"/>
                </a:lnTo>
                <a:lnTo>
                  <a:pt x="58" y="580"/>
                </a:lnTo>
                <a:lnTo>
                  <a:pt x="57" y="580"/>
                </a:lnTo>
                <a:lnTo>
                  <a:pt x="56" y="580"/>
                </a:lnTo>
                <a:lnTo>
                  <a:pt x="56" y="579"/>
                </a:lnTo>
                <a:lnTo>
                  <a:pt x="55" y="579"/>
                </a:lnTo>
                <a:lnTo>
                  <a:pt x="55" y="578"/>
                </a:lnTo>
                <a:lnTo>
                  <a:pt x="55" y="577"/>
                </a:lnTo>
                <a:lnTo>
                  <a:pt x="54" y="577"/>
                </a:lnTo>
                <a:lnTo>
                  <a:pt x="54" y="576"/>
                </a:lnTo>
                <a:lnTo>
                  <a:pt x="54" y="575"/>
                </a:lnTo>
                <a:lnTo>
                  <a:pt x="54" y="574"/>
                </a:lnTo>
                <a:lnTo>
                  <a:pt x="53" y="574"/>
                </a:lnTo>
                <a:lnTo>
                  <a:pt x="53" y="573"/>
                </a:lnTo>
                <a:lnTo>
                  <a:pt x="54" y="573"/>
                </a:lnTo>
                <a:lnTo>
                  <a:pt x="54" y="572"/>
                </a:lnTo>
                <a:lnTo>
                  <a:pt x="54" y="571"/>
                </a:lnTo>
                <a:lnTo>
                  <a:pt x="54" y="570"/>
                </a:lnTo>
                <a:lnTo>
                  <a:pt x="55" y="570"/>
                </a:lnTo>
                <a:lnTo>
                  <a:pt x="55" y="569"/>
                </a:lnTo>
                <a:lnTo>
                  <a:pt x="54" y="568"/>
                </a:lnTo>
                <a:lnTo>
                  <a:pt x="55" y="567"/>
                </a:lnTo>
                <a:lnTo>
                  <a:pt x="55" y="566"/>
                </a:lnTo>
                <a:lnTo>
                  <a:pt x="56" y="566"/>
                </a:lnTo>
                <a:lnTo>
                  <a:pt x="55" y="565"/>
                </a:lnTo>
                <a:lnTo>
                  <a:pt x="54" y="565"/>
                </a:lnTo>
                <a:lnTo>
                  <a:pt x="54" y="564"/>
                </a:lnTo>
                <a:lnTo>
                  <a:pt x="54" y="563"/>
                </a:lnTo>
                <a:lnTo>
                  <a:pt x="53" y="563"/>
                </a:lnTo>
                <a:lnTo>
                  <a:pt x="53" y="562"/>
                </a:lnTo>
                <a:lnTo>
                  <a:pt x="52" y="562"/>
                </a:lnTo>
                <a:lnTo>
                  <a:pt x="50" y="561"/>
                </a:lnTo>
                <a:lnTo>
                  <a:pt x="50" y="560"/>
                </a:lnTo>
                <a:lnTo>
                  <a:pt x="49" y="560"/>
                </a:lnTo>
                <a:lnTo>
                  <a:pt x="48" y="560"/>
                </a:lnTo>
                <a:lnTo>
                  <a:pt x="47" y="561"/>
                </a:lnTo>
                <a:lnTo>
                  <a:pt x="47" y="560"/>
                </a:lnTo>
                <a:lnTo>
                  <a:pt x="46" y="559"/>
                </a:lnTo>
                <a:lnTo>
                  <a:pt x="46" y="558"/>
                </a:lnTo>
                <a:lnTo>
                  <a:pt x="47" y="558"/>
                </a:lnTo>
                <a:lnTo>
                  <a:pt x="48" y="557"/>
                </a:lnTo>
                <a:lnTo>
                  <a:pt x="48" y="556"/>
                </a:lnTo>
                <a:lnTo>
                  <a:pt x="49" y="555"/>
                </a:lnTo>
                <a:lnTo>
                  <a:pt x="49" y="554"/>
                </a:lnTo>
                <a:lnTo>
                  <a:pt x="50" y="554"/>
                </a:lnTo>
                <a:lnTo>
                  <a:pt x="49" y="554"/>
                </a:lnTo>
                <a:lnTo>
                  <a:pt x="49" y="553"/>
                </a:lnTo>
                <a:lnTo>
                  <a:pt x="48" y="553"/>
                </a:lnTo>
                <a:lnTo>
                  <a:pt x="47" y="553"/>
                </a:lnTo>
                <a:lnTo>
                  <a:pt x="46" y="554"/>
                </a:lnTo>
                <a:lnTo>
                  <a:pt x="46" y="553"/>
                </a:lnTo>
                <a:lnTo>
                  <a:pt x="46" y="552"/>
                </a:lnTo>
                <a:lnTo>
                  <a:pt x="45" y="552"/>
                </a:lnTo>
                <a:lnTo>
                  <a:pt x="44" y="552"/>
                </a:lnTo>
                <a:lnTo>
                  <a:pt x="44" y="551"/>
                </a:lnTo>
                <a:lnTo>
                  <a:pt x="43" y="551"/>
                </a:lnTo>
                <a:lnTo>
                  <a:pt x="43" y="550"/>
                </a:lnTo>
                <a:lnTo>
                  <a:pt x="42" y="550"/>
                </a:lnTo>
                <a:lnTo>
                  <a:pt x="42" y="549"/>
                </a:lnTo>
                <a:lnTo>
                  <a:pt x="42" y="548"/>
                </a:lnTo>
                <a:lnTo>
                  <a:pt x="41" y="548"/>
                </a:lnTo>
                <a:lnTo>
                  <a:pt x="40" y="547"/>
                </a:lnTo>
                <a:lnTo>
                  <a:pt x="39" y="548"/>
                </a:lnTo>
                <a:lnTo>
                  <a:pt x="38" y="548"/>
                </a:lnTo>
                <a:lnTo>
                  <a:pt x="37" y="548"/>
                </a:lnTo>
                <a:lnTo>
                  <a:pt x="36" y="547"/>
                </a:lnTo>
                <a:lnTo>
                  <a:pt x="35" y="547"/>
                </a:lnTo>
                <a:lnTo>
                  <a:pt x="35" y="546"/>
                </a:lnTo>
                <a:lnTo>
                  <a:pt x="35" y="545"/>
                </a:lnTo>
                <a:lnTo>
                  <a:pt x="34" y="545"/>
                </a:lnTo>
                <a:lnTo>
                  <a:pt x="34" y="544"/>
                </a:lnTo>
                <a:lnTo>
                  <a:pt x="34" y="543"/>
                </a:lnTo>
                <a:lnTo>
                  <a:pt x="32" y="543"/>
                </a:lnTo>
                <a:lnTo>
                  <a:pt x="31" y="542"/>
                </a:lnTo>
                <a:lnTo>
                  <a:pt x="30" y="542"/>
                </a:lnTo>
                <a:lnTo>
                  <a:pt x="30" y="541"/>
                </a:lnTo>
                <a:lnTo>
                  <a:pt x="29" y="541"/>
                </a:lnTo>
                <a:lnTo>
                  <a:pt x="29" y="540"/>
                </a:lnTo>
                <a:lnTo>
                  <a:pt x="29" y="539"/>
                </a:lnTo>
                <a:lnTo>
                  <a:pt x="28" y="538"/>
                </a:lnTo>
                <a:lnTo>
                  <a:pt x="27" y="538"/>
                </a:lnTo>
                <a:lnTo>
                  <a:pt x="26" y="538"/>
                </a:lnTo>
                <a:lnTo>
                  <a:pt x="26" y="537"/>
                </a:lnTo>
                <a:lnTo>
                  <a:pt x="26" y="536"/>
                </a:lnTo>
                <a:lnTo>
                  <a:pt x="25" y="536"/>
                </a:lnTo>
                <a:lnTo>
                  <a:pt x="25" y="535"/>
                </a:lnTo>
                <a:lnTo>
                  <a:pt x="26" y="535"/>
                </a:lnTo>
                <a:lnTo>
                  <a:pt x="25" y="535"/>
                </a:lnTo>
                <a:lnTo>
                  <a:pt x="25" y="534"/>
                </a:lnTo>
                <a:lnTo>
                  <a:pt x="25" y="533"/>
                </a:lnTo>
                <a:lnTo>
                  <a:pt x="24" y="533"/>
                </a:lnTo>
                <a:lnTo>
                  <a:pt x="24" y="532"/>
                </a:lnTo>
                <a:lnTo>
                  <a:pt x="23" y="532"/>
                </a:lnTo>
                <a:lnTo>
                  <a:pt x="23" y="531"/>
                </a:lnTo>
                <a:lnTo>
                  <a:pt x="23" y="530"/>
                </a:lnTo>
                <a:lnTo>
                  <a:pt x="22" y="530"/>
                </a:lnTo>
                <a:lnTo>
                  <a:pt x="21" y="530"/>
                </a:lnTo>
                <a:lnTo>
                  <a:pt x="21" y="529"/>
                </a:lnTo>
                <a:lnTo>
                  <a:pt x="22" y="529"/>
                </a:lnTo>
                <a:lnTo>
                  <a:pt x="23" y="528"/>
                </a:lnTo>
                <a:lnTo>
                  <a:pt x="23" y="526"/>
                </a:lnTo>
                <a:lnTo>
                  <a:pt x="22" y="526"/>
                </a:lnTo>
                <a:lnTo>
                  <a:pt x="23" y="525"/>
                </a:lnTo>
                <a:lnTo>
                  <a:pt x="23" y="524"/>
                </a:lnTo>
                <a:lnTo>
                  <a:pt x="24" y="524"/>
                </a:lnTo>
                <a:lnTo>
                  <a:pt x="24" y="523"/>
                </a:lnTo>
                <a:lnTo>
                  <a:pt x="24" y="524"/>
                </a:lnTo>
                <a:lnTo>
                  <a:pt x="25" y="523"/>
                </a:lnTo>
                <a:lnTo>
                  <a:pt x="26" y="522"/>
                </a:lnTo>
                <a:lnTo>
                  <a:pt x="26" y="521"/>
                </a:lnTo>
                <a:lnTo>
                  <a:pt x="27" y="521"/>
                </a:lnTo>
                <a:lnTo>
                  <a:pt x="28" y="521"/>
                </a:lnTo>
                <a:lnTo>
                  <a:pt x="28" y="520"/>
                </a:lnTo>
                <a:lnTo>
                  <a:pt x="29" y="521"/>
                </a:lnTo>
                <a:lnTo>
                  <a:pt x="31" y="521"/>
                </a:lnTo>
                <a:lnTo>
                  <a:pt x="32" y="521"/>
                </a:lnTo>
                <a:lnTo>
                  <a:pt x="32" y="520"/>
                </a:lnTo>
                <a:lnTo>
                  <a:pt x="32" y="519"/>
                </a:lnTo>
                <a:lnTo>
                  <a:pt x="32" y="518"/>
                </a:lnTo>
                <a:lnTo>
                  <a:pt x="34" y="518"/>
                </a:lnTo>
                <a:lnTo>
                  <a:pt x="35" y="518"/>
                </a:lnTo>
                <a:lnTo>
                  <a:pt x="35" y="519"/>
                </a:lnTo>
                <a:lnTo>
                  <a:pt x="36" y="518"/>
                </a:lnTo>
                <a:lnTo>
                  <a:pt x="37" y="518"/>
                </a:lnTo>
                <a:lnTo>
                  <a:pt x="37" y="517"/>
                </a:lnTo>
                <a:lnTo>
                  <a:pt x="38" y="517"/>
                </a:lnTo>
                <a:lnTo>
                  <a:pt x="38" y="516"/>
                </a:lnTo>
                <a:lnTo>
                  <a:pt x="39" y="516"/>
                </a:lnTo>
                <a:lnTo>
                  <a:pt x="38" y="515"/>
                </a:lnTo>
                <a:lnTo>
                  <a:pt x="37" y="515"/>
                </a:lnTo>
                <a:lnTo>
                  <a:pt x="37" y="514"/>
                </a:lnTo>
                <a:lnTo>
                  <a:pt x="38" y="514"/>
                </a:lnTo>
                <a:lnTo>
                  <a:pt x="39" y="513"/>
                </a:lnTo>
                <a:lnTo>
                  <a:pt x="39" y="512"/>
                </a:lnTo>
                <a:lnTo>
                  <a:pt x="39" y="511"/>
                </a:lnTo>
                <a:lnTo>
                  <a:pt x="39" y="510"/>
                </a:lnTo>
                <a:lnTo>
                  <a:pt x="40" y="510"/>
                </a:lnTo>
                <a:lnTo>
                  <a:pt x="40" y="509"/>
                </a:lnTo>
                <a:lnTo>
                  <a:pt x="40" y="508"/>
                </a:lnTo>
                <a:lnTo>
                  <a:pt x="40" y="507"/>
                </a:lnTo>
                <a:lnTo>
                  <a:pt x="40" y="506"/>
                </a:lnTo>
                <a:lnTo>
                  <a:pt x="39" y="506"/>
                </a:lnTo>
                <a:lnTo>
                  <a:pt x="39" y="505"/>
                </a:lnTo>
                <a:lnTo>
                  <a:pt x="39" y="504"/>
                </a:lnTo>
                <a:lnTo>
                  <a:pt x="39" y="503"/>
                </a:lnTo>
                <a:lnTo>
                  <a:pt x="40" y="503"/>
                </a:lnTo>
                <a:lnTo>
                  <a:pt x="41" y="503"/>
                </a:lnTo>
                <a:lnTo>
                  <a:pt x="41" y="502"/>
                </a:lnTo>
                <a:lnTo>
                  <a:pt x="42" y="501"/>
                </a:lnTo>
                <a:lnTo>
                  <a:pt x="43" y="501"/>
                </a:lnTo>
                <a:lnTo>
                  <a:pt x="43" y="500"/>
                </a:lnTo>
                <a:lnTo>
                  <a:pt x="43" y="499"/>
                </a:lnTo>
                <a:lnTo>
                  <a:pt x="42" y="499"/>
                </a:lnTo>
                <a:lnTo>
                  <a:pt x="42" y="498"/>
                </a:lnTo>
                <a:lnTo>
                  <a:pt x="43" y="498"/>
                </a:lnTo>
                <a:lnTo>
                  <a:pt x="42" y="497"/>
                </a:lnTo>
                <a:lnTo>
                  <a:pt x="41" y="497"/>
                </a:lnTo>
                <a:lnTo>
                  <a:pt x="40" y="497"/>
                </a:lnTo>
                <a:lnTo>
                  <a:pt x="39" y="497"/>
                </a:lnTo>
                <a:lnTo>
                  <a:pt x="39" y="496"/>
                </a:lnTo>
                <a:lnTo>
                  <a:pt x="39" y="495"/>
                </a:lnTo>
                <a:lnTo>
                  <a:pt x="39" y="494"/>
                </a:lnTo>
                <a:lnTo>
                  <a:pt x="38" y="494"/>
                </a:lnTo>
                <a:lnTo>
                  <a:pt x="37" y="494"/>
                </a:lnTo>
                <a:lnTo>
                  <a:pt x="37" y="493"/>
                </a:lnTo>
                <a:lnTo>
                  <a:pt x="38" y="493"/>
                </a:lnTo>
                <a:lnTo>
                  <a:pt x="38" y="492"/>
                </a:lnTo>
                <a:lnTo>
                  <a:pt x="38" y="491"/>
                </a:lnTo>
                <a:lnTo>
                  <a:pt x="39" y="491"/>
                </a:lnTo>
                <a:lnTo>
                  <a:pt x="39" y="490"/>
                </a:lnTo>
                <a:lnTo>
                  <a:pt x="39" y="489"/>
                </a:lnTo>
                <a:lnTo>
                  <a:pt x="39" y="488"/>
                </a:lnTo>
                <a:lnTo>
                  <a:pt x="39" y="487"/>
                </a:lnTo>
                <a:lnTo>
                  <a:pt x="38" y="487"/>
                </a:lnTo>
                <a:lnTo>
                  <a:pt x="38" y="486"/>
                </a:lnTo>
                <a:lnTo>
                  <a:pt x="38" y="485"/>
                </a:lnTo>
                <a:lnTo>
                  <a:pt x="39" y="485"/>
                </a:lnTo>
                <a:lnTo>
                  <a:pt x="39" y="484"/>
                </a:lnTo>
                <a:lnTo>
                  <a:pt x="38" y="484"/>
                </a:lnTo>
                <a:lnTo>
                  <a:pt x="38" y="483"/>
                </a:lnTo>
                <a:lnTo>
                  <a:pt x="38" y="482"/>
                </a:lnTo>
                <a:lnTo>
                  <a:pt x="38" y="481"/>
                </a:lnTo>
                <a:lnTo>
                  <a:pt x="39" y="481"/>
                </a:lnTo>
                <a:lnTo>
                  <a:pt x="39" y="480"/>
                </a:lnTo>
                <a:lnTo>
                  <a:pt x="38" y="480"/>
                </a:lnTo>
                <a:lnTo>
                  <a:pt x="38" y="479"/>
                </a:lnTo>
                <a:lnTo>
                  <a:pt x="39" y="479"/>
                </a:lnTo>
                <a:lnTo>
                  <a:pt x="38" y="479"/>
                </a:lnTo>
                <a:lnTo>
                  <a:pt x="38" y="478"/>
                </a:lnTo>
                <a:lnTo>
                  <a:pt x="38" y="477"/>
                </a:lnTo>
                <a:lnTo>
                  <a:pt x="37" y="477"/>
                </a:lnTo>
                <a:lnTo>
                  <a:pt x="37" y="476"/>
                </a:lnTo>
                <a:lnTo>
                  <a:pt x="36" y="476"/>
                </a:lnTo>
                <a:lnTo>
                  <a:pt x="35" y="475"/>
                </a:lnTo>
                <a:lnTo>
                  <a:pt x="35" y="474"/>
                </a:lnTo>
                <a:lnTo>
                  <a:pt x="35" y="473"/>
                </a:lnTo>
                <a:lnTo>
                  <a:pt x="36" y="472"/>
                </a:lnTo>
                <a:lnTo>
                  <a:pt x="37" y="472"/>
                </a:lnTo>
                <a:lnTo>
                  <a:pt x="36" y="472"/>
                </a:lnTo>
                <a:lnTo>
                  <a:pt x="36" y="471"/>
                </a:lnTo>
                <a:lnTo>
                  <a:pt x="37" y="470"/>
                </a:lnTo>
                <a:lnTo>
                  <a:pt x="36" y="470"/>
                </a:lnTo>
                <a:lnTo>
                  <a:pt x="36" y="469"/>
                </a:lnTo>
                <a:lnTo>
                  <a:pt x="36" y="468"/>
                </a:lnTo>
                <a:lnTo>
                  <a:pt x="35" y="468"/>
                </a:lnTo>
                <a:lnTo>
                  <a:pt x="35" y="469"/>
                </a:lnTo>
                <a:lnTo>
                  <a:pt x="34" y="469"/>
                </a:lnTo>
                <a:lnTo>
                  <a:pt x="34" y="468"/>
                </a:lnTo>
                <a:lnTo>
                  <a:pt x="32" y="468"/>
                </a:lnTo>
                <a:lnTo>
                  <a:pt x="31" y="468"/>
                </a:lnTo>
                <a:lnTo>
                  <a:pt x="30" y="467"/>
                </a:lnTo>
                <a:lnTo>
                  <a:pt x="30" y="466"/>
                </a:lnTo>
                <a:lnTo>
                  <a:pt x="29" y="466"/>
                </a:lnTo>
                <a:lnTo>
                  <a:pt x="30" y="465"/>
                </a:lnTo>
                <a:lnTo>
                  <a:pt x="30" y="464"/>
                </a:lnTo>
                <a:lnTo>
                  <a:pt x="30" y="463"/>
                </a:lnTo>
                <a:lnTo>
                  <a:pt x="29" y="463"/>
                </a:lnTo>
                <a:lnTo>
                  <a:pt x="29" y="462"/>
                </a:lnTo>
                <a:lnTo>
                  <a:pt x="29" y="461"/>
                </a:lnTo>
                <a:lnTo>
                  <a:pt x="30" y="461"/>
                </a:lnTo>
                <a:lnTo>
                  <a:pt x="29" y="460"/>
                </a:lnTo>
                <a:lnTo>
                  <a:pt x="30" y="460"/>
                </a:lnTo>
                <a:lnTo>
                  <a:pt x="30" y="459"/>
                </a:lnTo>
                <a:lnTo>
                  <a:pt x="31" y="459"/>
                </a:lnTo>
                <a:lnTo>
                  <a:pt x="31" y="458"/>
                </a:lnTo>
                <a:lnTo>
                  <a:pt x="32" y="458"/>
                </a:lnTo>
                <a:lnTo>
                  <a:pt x="34" y="458"/>
                </a:lnTo>
                <a:lnTo>
                  <a:pt x="34" y="457"/>
                </a:lnTo>
                <a:lnTo>
                  <a:pt x="35" y="458"/>
                </a:lnTo>
                <a:lnTo>
                  <a:pt x="36" y="458"/>
                </a:lnTo>
                <a:lnTo>
                  <a:pt x="37" y="458"/>
                </a:lnTo>
                <a:lnTo>
                  <a:pt x="38" y="457"/>
                </a:lnTo>
                <a:lnTo>
                  <a:pt x="38" y="456"/>
                </a:lnTo>
                <a:lnTo>
                  <a:pt x="37" y="456"/>
                </a:lnTo>
                <a:lnTo>
                  <a:pt x="37" y="455"/>
                </a:lnTo>
                <a:lnTo>
                  <a:pt x="38" y="455"/>
                </a:lnTo>
                <a:lnTo>
                  <a:pt x="39" y="454"/>
                </a:lnTo>
                <a:lnTo>
                  <a:pt x="40" y="453"/>
                </a:lnTo>
                <a:lnTo>
                  <a:pt x="39" y="453"/>
                </a:lnTo>
                <a:lnTo>
                  <a:pt x="39" y="452"/>
                </a:lnTo>
                <a:lnTo>
                  <a:pt x="40" y="452"/>
                </a:lnTo>
                <a:lnTo>
                  <a:pt x="41" y="452"/>
                </a:lnTo>
                <a:lnTo>
                  <a:pt x="42" y="452"/>
                </a:lnTo>
                <a:lnTo>
                  <a:pt x="42" y="451"/>
                </a:lnTo>
                <a:lnTo>
                  <a:pt x="43" y="451"/>
                </a:lnTo>
                <a:lnTo>
                  <a:pt x="43" y="450"/>
                </a:lnTo>
                <a:lnTo>
                  <a:pt x="42" y="450"/>
                </a:lnTo>
                <a:lnTo>
                  <a:pt x="41" y="450"/>
                </a:lnTo>
                <a:lnTo>
                  <a:pt x="41" y="448"/>
                </a:lnTo>
                <a:lnTo>
                  <a:pt x="41" y="447"/>
                </a:lnTo>
                <a:lnTo>
                  <a:pt x="41" y="446"/>
                </a:lnTo>
                <a:lnTo>
                  <a:pt x="40" y="445"/>
                </a:lnTo>
                <a:lnTo>
                  <a:pt x="39" y="445"/>
                </a:lnTo>
                <a:lnTo>
                  <a:pt x="38" y="445"/>
                </a:lnTo>
                <a:lnTo>
                  <a:pt x="38" y="444"/>
                </a:lnTo>
                <a:lnTo>
                  <a:pt x="39" y="444"/>
                </a:lnTo>
                <a:lnTo>
                  <a:pt x="39" y="443"/>
                </a:lnTo>
                <a:lnTo>
                  <a:pt x="38" y="443"/>
                </a:lnTo>
                <a:lnTo>
                  <a:pt x="38" y="442"/>
                </a:lnTo>
                <a:lnTo>
                  <a:pt x="39" y="442"/>
                </a:lnTo>
                <a:lnTo>
                  <a:pt x="39" y="441"/>
                </a:lnTo>
                <a:lnTo>
                  <a:pt x="38" y="441"/>
                </a:lnTo>
                <a:lnTo>
                  <a:pt x="37" y="440"/>
                </a:lnTo>
                <a:lnTo>
                  <a:pt x="36" y="440"/>
                </a:lnTo>
                <a:lnTo>
                  <a:pt x="35" y="440"/>
                </a:lnTo>
                <a:lnTo>
                  <a:pt x="34" y="440"/>
                </a:lnTo>
                <a:lnTo>
                  <a:pt x="32" y="440"/>
                </a:lnTo>
                <a:lnTo>
                  <a:pt x="32" y="441"/>
                </a:lnTo>
                <a:lnTo>
                  <a:pt x="31" y="442"/>
                </a:lnTo>
                <a:lnTo>
                  <a:pt x="31" y="441"/>
                </a:lnTo>
                <a:lnTo>
                  <a:pt x="30" y="441"/>
                </a:lnTo>
                <a:lnTo>
                  <a:pt x="29" y="441"/>
                </a:lnTo>
                <a:lnTo>
                  <a:pt x="29" y="440"/>
                </a:lnTo>
                <a:lnTo>
                  <a:pt x="28" y="440"/>
                </a:lnTo>
                <a:lnTo>
                  <a:pt x="27" y="440"/>
                </a:lnTo>
                <a:lnTo>
                  <a:pt x="27" y="441"/>
                </a:lnTo>
                <a:lnTo>
                  <a:pt x="26" y="442"/>
                </a:lnTo>
                <a:lnTo>
                  <a:pt x="25" y="442"/>
                </a:lnTo>
                <a:lnTo>
                  <a:pt x="24" y="442"/>
                </a:lnTo>
                <a:lnTo>
                  <a:pt x="24" y="443"/>
                </a:lnTo>
                <a:lnTo>
                  <a:pt x="23" y="443"/>
                </a:lnTo>
                <a:lnTo>
                  <a:pt x="23" y="444"/>
                </a:lnTo>
                <a:lnTo>
                  <a:pt x="23" y="443"/>
                </a:lnTo>
                <a:lnTo>
                  <a:pt x="22" y="443"/>
                </a:lnTo>
                <a:lnTo>
                  <a:pt x="22" y="444"/>
                </a:lnTo>
                <a:lnTo>
                  <a:pt x="21" y="444"/>
                </a:lnTo>
                <a:lnTo>
                  <a:pt x="20" y="444"/>
                </a:lnTo>
                <a:lnTo>
                  <a:pt x="20" y="443"/>
                </a:lnTo>
                <a:lnTo>
                  <a:pt x="19" y="442"/>
                </a:lnTo>
                <a:lnTo>
                  <a:pt x="17" y="442"/>
                </a:lnTo>
                <a:lnTo>
                  <a:pt x="17" y="443"/>
                </a:lnTo>
                <a:lnTo>
                  <a:pt x="16" y="442"/>
                </a:lnTo>
                <a:lnTo>
                  <a:pt x="17" y="441"/>
                </a:lnTo>
                <a:lnTo>
                  <a:pt x="16" y="441"/>
                </a:lnTo>
                <a:lnTo>
                  <a:pt x="16" y="440"/>
                </a:lnTo>
                <a:lnTo>
                  <a:pt x="15" y="440"/>
                </a:lnTo>
                <a:lnTo>
                  <a:pt x="14" y="439"/>
                </a:lnTo>
                <a:lnTo>
                  <a:pt x="14" y="438"/>
                </a:lnTo>
                <a:lnTo>
                  <a:pt x="15" y="437"/>
                </a:lnTo>
                <a:lnTo>
                  <a:pt x="15" y="436"/>
                </a:lnTo>
                <a:lnTo>
                  <a:pt x="15" y="435"/>
                </a:lnTo>
                <a:lnTo>
                  <a:pt x="15" y="434"/>
                </a:lnTo>
                <a:lnTo>
                  <a:pt x="16" y="433"/>
                </a:lnTo>
                <a:lnTo>
                  <a:pt x="16" y="432"/>
                </a:lnTo>
                <a:lnTo>
                  <a:pt x="15" y="431"/>
                </a:lnTo>
                <a:lnTo>
                  <a:pt x="15" y="430"/>
                </a:lnTo>
                <a:lnTo>
                  <a:pt x="16" y="430"/>
                </a:lnTo>
                <a:lnTo>
                  <a:pt x="17" y="429"/>
                </a:lnTo>
                <a:lnTo>
                  <a:pt x="17" y="428"/>
                </a:lnTo>
                <a:lnTo>
                  <a:pt x="17" y="427"/>
                </a:lnTo>
                <a:lnTo>
                  <a:pt x="16" y="427"/>
                </a:lnTo>
                <a:lnTo>
                  <a:pt x="16" y="426"/>
                </a:lnTo>
                <a:lnTo>
                  <a:pt x="17" y="426"/>
                </a:lnTo>
                <a:lnTo>
                  <a:pt x="17" y="425"/>
                </a:lnTo>
                <a:lnTo>
                  <a:pt x="17" y="424"/>
                </a:lnTo>
                <a:lnTo>
                  <a:pt x="17" y="423"/>
                </a:lnTo>
                <a:lnTo>
                  <a:pt x="17" y="422"/>
                </a:lnTo>
                <a:lnTo>
                  <a:pt x="17" y="421"/>
                </a:lnTo>
                <a:lnTo>
                  <a:pt x="17" y="420"/>
                </a:lnTo>
                <a:lnTo>
                  <a:pt x="16" y="420"/>
                </a:lnTo>
                <a:lnTo>
                  <a:pt x="15" y="419"/>
                </a:lnTo>
                <a:lnTo>
                  <a:pt x="14" y="419"/>
                </a:lnTo>
                <a:lnTo>
                  <a:pt x="14" y="420"/>
                </a:lnTo>
                <a:lnTo>
                  <a:pt x="12" y="419"/>
                </a:lnTo>
                <a:lnTo>
                  <a:pt x="12" y="418"/>
                </a:lnTo>
                <a:lnTo>
                  <a:pt x="11" y="418"/>
                </a:lnTo>
                <a:lnTo>
                  <a:pt x="10" y="418"/>
                </a:lnTo>
                <a:lnTo>
                  <a:pt x="10" y="417"/>
                </a:lnTo>
                <a:lnTo>
                  <a:pt x="10" y="416"/>
                </a:lnTo>
                <a:lnTo>
                  <a:pt x="10" y="415"/>
                </a:lnTo>
                <a:lnTo>
                  <a:pt x="9" y="415"/>
                </a:lnTo>
                <a:lnTo>
                  <a:pt x="9" y="414"/>
                </a:lnTo>
                <a:lnTo>
                  <a:pt x="8" y="414"/>
                </a:lnTo>
                <a:lnTo>
                  <a:pt x="8" y="413"/>
                </a:lnTo>
                <a:lnTo>
                  <a:pt x="7" y="413"/>
                </a:lnTo>
                <a:lnTo>
                  <a:pt x="7" y="412"/>
                </a:lnTo>
                <a:lnTo>
                  <a:pt x="7" y="411"/>
                </a:lnTo>
                <a:lnTo>
                  <a:pt x="7" y="410"/>
                </a:lnTo>
                <a:lnTo>
                  <a:pt x="6" y="410"/>
                </a:lnTo>
                <a:lnTo>
                  <a:pt x="5" y="409"/>
                </a:lnTo>
                <a:lnTo>
                  <a:pt x="4" y="409"/>
                </a:lnTo>
                <a:lnTo>
                  <a:pt x="5" y="408"/>
                </a:lnTo>
                <a:lnTo>
                  <a:pt x="5" y="407"/>
                </a:lnTo>
                <a:lnTo>
                  <a:pt x="6" y="407"/>
                </a:lnTo>
                <a:lnTo>
                  <a:pt x="7" y="407"/>
                </a:lnTo>
                <a:lnTo>
                  <a:pt x="7" y="406"/>
                </a:lnTo>
                <a:lnTo>
                  <a:pt x="8" y="406"/>
                </a:lnTo>
                <a:lnTo>
                  <a:pt x="8" y="405"/>
                </a:lnTo>
                <a:lnTo>
                  <a:pt x="9" y="405"/>
                </a:lnTo>
                <a:lnTo>
                  <a:pt x="10" y="404"/>
                </a:lnTo>
                <a:lnTo>
                  <a:pt x="11" y="404"/>
                </a:lnTo>
                <a:lnTo>
                  <a:pt x="12" y="404"/>
                </a:lnTo>
                <a:lnTo>
                  <a:pt x="12" y="403"/>
                </a:lnTo>
                <a:lnTo>
                  <a:pt x="12" y="402"/>
                </a:lnTo>
                <a:lnTo>
                  <a:pt x="11" y="402"/>
                </a:lnTo>
                <a:lnTo>
                  <a:pt x="10" y="403"/>
                </a:lnTo>
                <a:lnTo>
                  <a:pt x="9" y="403"/>
                </a:lnTo>
                <a:lnTo>
                  <a:pt x="9" y="402"/>
                </a:lnTo>
                <a:lnTo>
                  <a:pt x="9" y="401"/>
                </a:lnTo>
                <a:lnTo>
                  <a:pt x="9" y="400"/>
                </a:lnTo>
                <a:lnTo>
                  <a:pt x="9" y="399"/>
                </a:lnTo>
                <a:lnTo>
                  <a:pt x="10" y="399"/>
                </a:lnTo>
                <a:lnTo>
                  <a:pt x="10" y="398"/>
                </a:lnTo>
                <a:lnTo>
                  <a:pt x="10" y="397"/>
                </a:lnTo>
                <a:lnTo>
                  <a:pt x="10" y="396"/>
                </a:lnTo>
                <a:lnTo>
                  <a:pt x="9" y="396"/>
                </a:lnTo>
                <a:lnTo>
                  <a:pt x="9" y="395"/>
                </a:lnTo>
                <a:lnTo>
                  <a:pt x="9" y="394"/>
                </a:lnTo>
                <a:lnTo>
                  <a:pt x="10" y="394"/>
                </a:lnTo>
                <a:lnTo>
                  <a:pt x="11" y="394"/>
                </a:lnTo>
                <a:lnTo>
                  <a:pt x="12" y="394"/>
                </a:lnTo>
                <a:lnTo>
                  <a:pt x="13" y="394"/>
                </a:lnTo>
                <a:lnTo>
                  <a:pt x="14" y="393"/>
                </a:lnTo>
                <a:lnTo>
                  <a:pt x="15" y="393"/>
                </a:lnTo>
                <a:lnTo>
                  <a:pt x="16" y="393"/>
                </a:lnTo>
                <a:lnTo>
                  <a:pt x="17" y="393"/>
                </a:lnTo>
                <a:lnTo>
                  <a:pt x="17" y="392"/>
                </a:lnTo>
                <a:lnTo>
                  <a:pt x="18" y="392"/>
                </a:lnTo>
                <a:lnTo>
                  <a:pt x="18" y="391"/>
                </a:lnTo>
                <a:lnTo>
                  <a:pt x="19" y="390"/>
                </a:lnTo>
                <a:lnTo>
                  <a:pt x="20" y="389"/>
                </a:lnTo>
                <a:lnTo>
                  <a:pt x="21" y="389"/>
                </a:lnTo>
                <a:lnTo>
                  <a:pt x="22" y="389"/>
                </a:lnTo>
                <a:lnTo>
                  <a:pt x="23" y="388"/>
                </a:lnTo>
                <a:lnTo>
                  <a:pt x="24" y="389"/>
                </a:lnTo>
                <a:lnTo>
                  <a:pt x="25" y="389"/>
                </a:lnTo>
                <a:lnTo>
                  <a:pt x="26" y="389"/>
                </a:lnTo>
                <a:lnTo>
                  <a:pt x="26" y="388"/>
                </a:lnTo>
                <a:lnTo>
                  <a:pt x="27" y="388"/>
                </a:lnTo>
                <a:lnTo>
                  <a:pt x="27" y="387"/>
                </a:lnTo>
                <a:lnTo>
                  <a:pt x="28" y="387"/>
                </a:lnTo>
                <a:lnTo>
                  <a:pt x="28" y="386"/>
                </a:lnTo>
                <a:lnTo>
                  <a:pt x="29" y="386"/>
                </a:lnTo>
                <a:lnTo>
                  <a:pt x="29" y="385"/>
                </a:lnTo>
                <a:lnTo>
                  <a:pt x="30" y="385"/>
                </a:lnTo>
                <a:lnTo>
                  <a:pt x="30" y="384"/>
                </a:lnTo>
                <a:lnTo>
                  <a:pt x="29" y="384"/>
                </a:lnTo>
                <a:lnTo>
                  <a:pt x="30" y="384"/>
                </a:lnTo>
                <a:lnTo>
                  <a:pt x="31" y="384"/>
                </a:lnTo>
                <a:lnTo>
                  <a:pt x="31" y="383"/>
                </a:lnTo>
                <a:lnTo>
                  <a:pt x="32" y="383"/>
                </a:lnTo>
                <a:lnTo>
                  <a:pt x="32" y="382"/>
                </a:lnTo>
                <a:lnTo>
                  <a:pt x="34" y="382"/>
                </a:lnTo>
                <a:lnTo>
                  <a:pt x="32" y="382"/>
                </a:lnTo>
                <a:lnTo>
                  <a:pt x="32" y="381"/>
                </a:lnTo>
                <a:lnTo>
                  <a:pt x="31" y="381"/>
                </a:lnTo>
                <a:lnTo>
                  <a:pt x="31" y="380"/>
                </a:lnTo>
                <a:lnTo>
                  <a:pt x="30" y="380"/>
                </a:lnTo>
                <a:lnTo>
                  <a:pt x="29" y="380"/>
                </a:lnTo>
                <a:lnTo>
                  <a:pt x="28" y="380"/>
                </a:lnTo>
                <a:lnTo>
                  <a:pt x="27" y="380"/>
                </a:lnTo>
                <a:lnTo>
                  <a:pt x="28" y="379"/>
                </a:lnTo>
                <a:lnTo>
                  <a:pt x="27" y="378"/>
                </a:lnTo>
                <a:lnTo>
                  <a:pt x="27" y="377"/>
                </a:lnTo>
                <a:lnTo>
                  <a:pt x="27" y="376"/>
                </a:lnTo>
                <a:lnTo>
                  <a:pt x="27" y="375"/>
                </a:lnTo>
                <a:lnTo>
                  <a:pt x="28" y="374"/>
                </a:lnTo>
                <a:lnTo>
                  <a:pt x="28" y="372"/>
                </a:lnTo>
                <a:lnTo>
                  <a:pt x="29" y="372"/>
                </a:lnTo>
                <a:lnTo>
                  <a:pt x="30" y="372"/>
                </a:lnTo>
                <a:lnTo>
                  <a:pt x="30" y="373"/>
                </a:lnTo>
                <a:lnTo>
                  <a:pt x="31" y="373"/>
                </a:lnTo>
                <a:lnTo>
                  <a:pt x="31" y="372"/>
                </a:lnTo>
                <a:lnTo>
                  <a:pt x="32" y="372"/>
                </a:lnTo>
                <a:lnTo>
                  <a:pt x="34" y="372"/>
                </a:lnTo>
                <a:lnTo>
                  <a:pt x="34" y="371"/>
                </a:lnTo>
                <a:lnTo>
                  <a:pt x="34" y="370"/>
                </a:lnTo>
                <a:lnTo>
                  <a:pt x="32" y="370"/>
                </a:lnTo>
                <a:lnTo>
                  <a:pt x="32" y="369"/>
                </a:lnTo>
                <a:lnTo>
                  <a:pt x="31" y="369"/>
                </a:lnTo>
                <a:lnTo>
                  <a:pt x="31" y="368"/>
                </a:lnTo>
                <a:lnTo>
                  <a:pt x="30" y="367"/>
                </a:lnTo>
                <a:lnTo>
                  <a:pt x="30" y="366"/>
                </a:lnTo>
                <a:lnTo>
                  <a:pt x="29" y="366"/>
                </a:lnTo>
                <a:lnTo>
                  <a:pt x="29" y="365"/>
                </a:lnTo>
                <a:lnTo>
                  <a:pt x="30" y="365"/>
                </a:lnTo>
                <a:lnTo>
                  <a:pt x="30" y="364"/>
                </a:lnTo>
                <a:lnTo>
                  <a:pt x="30" y="365"/>
                </a:lnTo>
                <a:lnTo>
                  <a:pt x="31" y="365"/>
                </a:lnTo>
                <a:lnTo>
                  <a:pt x="31" y="364"/>
                </a:lnTo>
                <a:lnTo>
                  <a:pt x="31" y="362"/>
                </a:lnTo>
                <a:lnTo>
                  <a:pt x="31" y="361"/>
                </a:lnTo>
                <a:lnTo>
                  <a:pt x="31" y="360"/>
                </a:lnTo>
                <a:lnTo>
                  <a:pt x="32" y="360"/>
                </a:lnTo>
                <a:lnTo>
                  <a:pt x="32" y="359"/>
                </a:lnTo>
                <a:lnTo>
                  <a:pt x="31" y="359"/>
                </a:lnTo>
                <a:lnTo>
                  <a:pt x="31" y="358"/>
                </a:lnTo>
                <a:lnTo>
                  <a:pt x="32" y="357"/>
                </a:lnTo>
                <a:lnTo>
                  <a:pt x="32" y="356"/>
                </a:lnTo>
                <a:lnTo>
                  <a:pt x="31" y="356"/>
                </a:lnTo>
                <a:lnTo>
                  <a:pt x="31" y="355"/>
                </a:lnTo>
                <a:lnTo>
                  <a:pt x="31" y="354"/>
                </a:lnTo>
                <a:lnTo>
                  <a:pt x="32" y="354"/>
                </a:lnTo>
                <a:lnTo>
                  <a:pt x="34" y="354"/>
                </a:lnTo>
                <a:lnTo>
                  <a:pt x="35" y="354"/>
                </a:lnTo>
                <a:lnTo>
                  <a:pt x="35" y="353"/>
                </a:lnTo>
                <a:lnTo>
                  <a:pt x="35" y="352"/>
                </a:lnTo>
                <a:lnTo>
                  <a:pt x="34" y="351"/>
                </a:lnTo>
                <a:lnTo>
                  <a:pt x="34" y="350"/>
                </a:lnTo>
                <a:lnTo>
                  <a:pt x="35" y="349"/>
                </a:lnTo>
                <a:lnTo>
                  <a:pt x="35" y="348"/>
                </a:lnTo>
                <a:lnTo>
                  <a:pt x="36" y="348"/>
                </a:lnTo>
                <a:lnTo>
                  <a:pt x="36" y="347"/>
                </a:lnTo>
                <a:lnTo>
                  <a:pt x="35" y="347"/>
                </a:lnTo>
                <a:lnTo>
                  <a:pt x="37" y="346"/>
                </a:lnTo>
                <a:lnTo>
                  <a:pt x="37" y="345"/>
                </a:lnTo>
                <a:lnTo>
                  <a:pt x="36" y="344"/>
                </a:lnTo>
                <a:lnTo>
                  <a:pt x="35" y="344"/>
                </a:lnTo>
                <a:lnTo>
                  <a:pt x="34" y="344"/>
                </a:lnTo>
                <a:lnTo>
                  <a:pt x="32" y="344"/>
                </a:lnTo>
                <a:lnTo>
                  <a:pt x="31" y="344"/>
                </a:lnTo>
                <a:lnTo>
                  <a:pt x="30" y="344"/>
                </a:lnTo>
                <a:lnTo>
                  <a:pt x="29" y="345"/>
                </a:lnTo>
                <a:lnTo>
                  <a:pt x="28" y="345"/>
                </a:lnTo>
                <a:lnTo>
                  <a:pt x="27" y="345"/>
                </a:lnTo>
                <a:lnTo>
                  <a:pt x="26" y="345"/>
                </a:lnTo>
                <a:lnTo>
                  <a:pt x="25" y="345"/>
                </a:lnTo>
                <a:lnTo>
                  <a:pt x="24" y="345"/>
                </a:lnTo>
                <a:lnTo>
                  <a:pt x="23" y="345"/>
                </a:lnTo>
                <a:lnTo>
                  <a:pt x="22" y="345"/>
                </a:lnTo>
                <a:lnTo>
                  <a:pt x="22" y="344"/>
                </a:lnTo>
                <a:lnTo>
                  <a:pt x="21" y="344"/>
                </a:lnTo>
                <a:lnTo>
                  <a:pt x="20" y="344"/>
                </a:lnTo>
                <a:lnTo>
                  <a:pt x="19" y="344"/>
                </a:lnTo>
                <a:lnTo>
                  <a:pt x="18" y="344"/>
                </a:lnTo>
                <a:lnTo>
                  <a:pt x="17" y="344"/>
                </a:lnTo>
                <a:lnTo>
                  <a:pt x="16" y="344"/>
                </a:lnTo>
                <a:lnTo>
                  <a:pt x="14" y="344"/>
                </a:lnTo>
                <a:lnTo>
                  <a:pt x="13" y="344"/>
                </a:lnTo>
                <a:lnTo>
                  <a:pt x="13" y="343"/>
                </a:lnTo>
                <a:lnTo>
                  <a:pt x="12" y="343"/>
                </a:lnTo>
                <a:lnTo>
                  <a:pt x="12" y="342"/>
                </a:lnTo>
                <a:lnTo>
                  <a:pt x="13" y="342"/>
                </a:lnTo>
                <a:lnTo>
                  <a:pt x="14" y="342"/>
                </a:lnTo>
                <a:lnTo>
                  <a:pt x="13" y="342"/>
                </a:lnTo>
                <a:lnTo>
                  <a:pt x="12" y="341"/>
                </a:lnTo>
                <a:lnTo>
                  <a:pt x="11" y="341"/>
                </a:lnTo>
                <a:lnTo>
                  <a:pt x="9" y="340"/>
                </a:lnTo>
                <a:lnTo>
                  <a:pt x="8" y="339"/>
                </a:lnTo>
                <a:lnTo>
                  <a:pt x="7" y="339"/>
                </a:lnTo>
                <a:lnTo>
                  <a:pt x="7" y="340"/>
                </a:lnTo>
                <a:lnTo>
                  <a:pt x="6" y="340"/>
                </a:lnTo>
                <a:lnTo>
                  <a:pt x="6" y="339"/>
                </a:lnTo>
                <a:lnTo>
                  <a:pt x="5" y="339"/>
                </a:lnTo>
                <a:lnTo>
                  <a:pt x="4" y="338"/>
                </a:lnTo>
                <a:lnTo>
                  <a:pt x="3" y="338"/>
                </a:lnTo>
                <a:lnTo>
                  <a:pt x="2" y="338"/>
                </a:lnTo>
                <a:lnTo>
                  <a:pt x="2" y="337"/>
                </a:lnTo>
                <a:lnTo>
                  <a:pt x="2" y="336"/>
                </a:lnTo>
                <a:lnTo>
                  <a:pt x="3" y="336"/>
                </a:lnTo>
                <a:lnTo>
                  <a:pt x="3" y="335"/>
                </a:lnTo>
                <a:lnTo>
                  <a:pt x="3" y="334"/>
                </a:lnTo>
                <a:lnTo>
                  <a:pt x="2" y="333"/>
                </a:lnTo>
                <a:lnTo>
                  <a:pt x="2" y="332"/>
                </a:lnTo>
                <a:lnTo>
                  <a:pt x="2" y="331"/>
                </a:lnTo>
                <a:lnTo>
                  <a:pt x="2" y="330"/>
                </a:lnTo>
                <a:lnTo>
                  <a:pt x="3" y="330"/>
                </a:lnTo>
                <a:lnTo>
                  <a:pt x="2" y="330"/>
                </a:lnTo>
                <a:lnTo>
                  <a:pt x="2" y="329"/>
                </a:lnTo>
                <a:lnTo>
                  <a:pt x="1" y="329"/>
                </a:lnTo>
                <a:lnTo>
                  <a:pt x="1" y="328"/>
                </a:lnTo>
                <a:lnTo>
                  <a:pt x="0" y="328"/>
                </a:lnTo>
                <a:lnTo>
                  <a:pt x="0" y="327"/>
                </a:lnTo>
                <a:lnTo>
                  <a:pt x="1" y="327"/>
                </a:lnTo>
                <a:lnTo>
                  <a:pt x="1" y="326"/>
                </a:lnTo>
                <a:lnTo>
                  <a:pt x="1" y="325"/>
                </a:lnTo>
                <a:lnTo>
                  <a:pt x="2" y="325"/>
                </a:lnTo>
                <a:lnTo>
                  <a:pt x="3" y="325"/>
                </a:lnTo>
                <a:lnTo>
                  <a:pt x="3" y="326"/>
                </a:lnTo>
                <a:lnTo>
                  <a:pt x="4" y="326"/>
                </a:lnTo>
                <a:lnTo>
                  <a:pt x="4" y="327"/>
                </a:lnTo>
                <a:lnTo>
                  <a:pt x="5" y="327"/>
                </a:lnTo>
                <a:lnTo>
                  <a:pt x="5" y="326"/>
                </a:lnTo>
                <a:lnTo>
                  <a:pt x="6" y="326"/>
                </a:lnTo>
                <a:lnTo>
                  <a:pt x="6" y="327"/>
                </a:lnTo>
                <a:lnTo>
                  <a:pt x="7" y="327"/>
                </a:lnTo>
                <a:lnTo>
                  <a:pt x="8" y="327"/>
                </a:lnTo>
                <a:lnTo>
                  <a:pt x="9" y="327"/>
                </a:lnTo>
                <a:lnTo>
                  <a:pt x="10" y="327"/>
                </a:lnTo>
                <a:lnTo>
                  <a:pt x="11" y="327"/>
                </a:lnTo>
                <a:lnTo>
                  <a:pt x="11" y="326"/>
                </a:lnTo>
                <a:lnTo>
                  <a:pt x="12" y="326"/>
                </a:lnTo>
                <a:lnTo>
                  <a:pt x="12" y="327"/>
                </a:lnTo>
                <a:lnTo>
                  <a:pt x="12" y="326"/>
                </a:lnTo>
                <a:lnTo>
                  <a:pt x="13" y="326"/>
                </a:lnTo>
                <a:lnTo>
                  <a:pt x="13" y="327"/>
                </a:lnTo>
                <a:lnTo>
                  <a:pt x="14" y="326"/>
                </a:lnTo>
                <a:lnTo>
                  <a:pt x="15" y="326"/>
                </a:lnTo>
                <a:lnTo>
                  <a:pt x="16" y="326"/>
                </a:lnTo>
                <a:lnTo>
                  <a:pt x="18" y="326"/>
                </a:lnTo>
                <a:lnTo>
                  <a:pt x="18" y="325"/>
                </a:lnTo>
                <a:lnTo>
                  <a:pt x="19" y="325"/>
                </a:lnTo>
                <a:lnTo>
                  <a:pt x="20" y="325"/>
                </a:lnTo>
                <a:lnTo>
                  <a:pt x="20" y="324"/>
                </a:lnTo>
                <a:lnTo>
                  <a:pt x="20" y="325"/>
                </a:lnTo>
                <a:lnTo>
                  <a:pt x="21" y="325"/>
                </a:lnTo>
                <a:lnTo>
                  <a:pt x="21" y="324"/>
                </a:lnTo>
                <a:lnTo>
                  <a:pt x="22" y="324"/>
                </a:lnTo>
                <a:lnTo>
                  <a:pt x="22" y="323"/>
                </a:lnTo>
                <a:lnTo>
                  <a:pt x="22" y="322"/>
                </a:lnTo>
                <a:lnTo>
                  <a:pt x="22" y="323"/>
                </a:lnTo>
                <a:lnTo>
                  <a:pt x="22" y="322"/>
                </a:lnTo>
                <a:lnTo>
                  <a:pt x="23" y="322"/>
                </a:lnTo>
                <a:lnTo>
                  <a:pt x="24" y="322"/>
                </a:lnTo>
                <a:lnTo>
                  <a:pt x="24" y="321"/>
                </a:lnTo>
                <a:lnTo>
                  <a:pt x="25" y="321"/>
                </a:lnTo>
                <a:lnTo>
                  <a:pt x="26" y="321"/>
                </a:lnTo>
                <a:lnTo>
                  <a:pt x="26" y="320"/>
                </a:lnTo>
                <a:lnTo>
                  <a:pt x="27" y="320"/>
                </a:lnTo>
                <a:lnTo>
                  <a:pt x="28" y="320"/>
                </a:lnTo>
                <a:lnTo>
                  <a:pt x="29" y="320"/>
                </a:lnTo>
                <a:lnTo>
                  <a:pt x="30" y="321"/>
                </a:lnTo>
                <a:lnTo>
                  <a:pt x="31" y="321"/>
                </a:lnTo>
                <a:lnTo>
                  <a:pt x="32" y="321"/>
                </a:lnTo>
                <a:lnTo>
                  <a:pt x="32" y="322"/>
                </a:lnTo>
                <a:lnTo>
                  <a:pt x="34" y="322"/>
                </a:lnTo>
                <a:lnTo>
                  <a:pt x="34" y="321"/>
                </a:lnTo>
                <a:lnTo>
                  <a:pt x="35" y="321"/>
                </a:lnTo>
                <a:lnTo>
                  <a:pt x="35" y="322"/>
                </a:lnTo>
                <a:lnTo>
                  <a:pt x="36" y="322"/>
                </a:lnTo>
                <a:lnTo>
                  <a:pt x="37" y="322"/>
                </a:lnTo>
                <a:lnTo>
                  <a:pt x="38" y="322"/>
                </a:lnTo>
                <a:lnTo>
                  <a:pt x="38" y="321"/>
                </a:lnTo>
                <a:lnTo>
                  <a:pt x="39" y="321"/>
                </a:lnTo>
                <a:lnTo>
                  <a:pt x="39" y="322"/>
                </a:lnTo>
                <a:lnTo>
                  <a:pt x="40" y="322"/>
                </a:lnTo>
                <a:lnTo>
                  <a:pt x="40" y="321"/>
                </a:lnTo>
                <a:lnTo>
                  <a:pt x="40" y="322"/>
                </a:lnTo>
                <a:lnTo>
                  <a:pt x="41" y="322"/>
                </a:lnTo>
                <a:lnTo>
                  <a:pt x="42" y="322"/>
                </a:lnTo>
                <a:lnTo>
                  <a:pt x="42" y="321"/>
                </a:lnTo>
                <a:lnTo>
                  <a:pt x="43" y="321"/>
                </a:lnTo>
                <a:lnTo>
                  <a:pt x="44" y="322"/>
                </a:lnTo>
                <a:lnTo>
                  <a:pt x="46" y="322"/>
                </a:lnTo>
                <a:lnTo>
                  <a:pt x="46" y="321"/>
                </a:lnTo>
                <a:lnTo>
                  <a:pt x="46" y="322"/>
                </a:lnTo>
                <a:lnTo>
                  <a:pt x="47" y="322"/>
                </a:lnTo>
                <a:lnTo>
                  <a:pt x="47" y="321"/>
                </a:lnTo>
                <a:lnTo>
                  <a:pt x="48" y="321"/>
                </a:lnTo>
                <a:lnTo>
                  <a:pt x="48" y="322"/>
                </a:lnTo>
                <a:lnTo>
                  <a:pt x="49" y="322"/>
                </a:lnTo>
                <a:lnTo>
                  <a:pt x="50" y="322"/>
                </a:lnTo>
                <a:lnTo>
                  <a:pt x="50" y="323"/>
                </a:lnTo>
                <a:lnTo>
                  <a:pt x="50" y="322"/>
                </a:lnTo>
                <a:lnTo>
                  <a:pt x="50" y="321"/>
                </a:lnTo>
                <a:lnTo>
                  <a:pt x="50" y="320"/>
                </a:lnTo>
                <a:lnTo>
                  <a:pt x="50" y="319"/>
                </a:lnTo>
                <a:lnTo>
                  <a:pt x="50" y="318"/>
                </a:lnTo>
                <a:lnTo>
                  <a:pt x="50" y="317"/>
                </a:lnTo>
                <a:lnTo>
                  <a:pt x="49" y="316"/>
                </a:lnTo>
                <a:lnTo>
                  <a:pt x="50" y="315"/>
                </a:lnTo>
                <a:lnTo>
                  <a:pt x="51" y="315"/>
                </a:lnTo>
                <a:lnTo>
                  <a:pt x="52" y="314"/>
                </a:lnTo>
                <a:lnTo>
                  <a:pt x="53" y="314"/>
                </a:lnTo>
                <a:lnTo>
                  <a:pt x="54" y="313"/>
                </a:lnTo>
                <a:lnTo>
                  <a:pt x="55" y="312"/>
                </a:lnTo>
                <a:lnTo>
                  <a:pt x="55" y="311"/>
                </a:lnTo>
                <a:lnTo>
                  <a:pt x="56" y="311"/>
                </a:lnTo>
                <a:lnTo>
                  <a:pt x="56" y="310"/>
                </a:lnTo>
                <a:lnTo>
                  <a:pt x="56" y="309"/>
                </a:lnTo>
                <a:lnTo>
                  <a:pt x="56" y="308"/>
                </a:lnTo>
                <a:lnTo>
                  <a:pt x="57" y="308"/>
                </a:lnTo>
                <a:lnTo>
                  <a:pt x="57" y="307"/>
                </a:lnTo>
                <a:lnTo>
                  <a:pt x="57" y="306"/>
                </a:lnTo>
                <a:lnTo>
                  <a:pt x="57" y="304"/>
                </a:lnTo>
                <a:lnTo>
                  <a:pt x="57" y="303"/>
                </a:lnTo>
                <a:lnTo>
                  <a:pt x="57" y="302"/>
                </a:lnTo>
                <a:lnTo>
                  <a:pt x="56" y="302"/>
                </a:lnTo>
                <a:lnTo>
                  <a:pt x="55" y="302"/>
                </a:lnTo>
                <a:lnTo>
                  <a:pt x="55" y="301"/>
                </a:lnTo>
                <a:lnTo>
                  <a:pt x="56" y="301"/>
                </a:lnTo>
                <a:lnTo>
                  <a:pt x="59" y="301"/>
                </a:lnTo>
                <a:lnTo>
                  <a:pt x="59" y="302"/>
                </a:lnTo>
                <a:lnTo>
                  <a:pt x="60" y="303"/>
                </a:lnTo>
                <a:lnTo>
                  <a:pt x="61" y="304"/>
                </a:lnTo>
                <a:lnTo>
                  <a:pt x="61" y="303"/>
                </a:lnTo>
                <a:lnTo>
                  <a:pt x="62" y="303"/>
                </a:lnTo>
                <a:lnTo>
                  <a:pt x="63" y="303"/>
                </a:lnTo>
                <a:lnTo>
                  <a:pt x="63" y="304"/>
                </a:lnTo>
                <a:lnTo>
                  <a:pt x="65" y="304"/>
                </a:lnTo>
                <a:lnTo>
                  <a:pt x="66" y="304"/>
                </a:lnTo>
                <a:lnTo>
                  <a:pt x="67" y="304"/>
                </a:lnTo>
                <a:lnTo>
                  <a:pt x="67" y="305"/>
                </a:lnTo>
                <a:lnTo>
                  <a:pt x="68" y="305"/>
                </a:lnTo>
                <a:lnTo>
                  <a:pt x="67" y="306"/>
                </a:lnTo>
                <a:lnTo>
                  <a:pt x="67" y="307"/>
                </a:lnTo>
                <a:lnTo>
                  <a:pt x="66" y="308"/>
                </a:lnTo>
                <a:lnTo>
                  <a:pt x="67" y="308"/>
                </a:lnTo>
                <a:lnTo>
                  <a:pt x="68" y="309"/>
                </a:lnTo>
                <a:lnTo>
                  <a:pt x="69" y="309"/>
                </a:lnTo>
                <a:lnTo>
                  <a:pt x="69" y="310"/>
                </a:lnTo>
                <a:lnTo>
                  <a:pt x="70" y="310"/>
                </a:lnTo>
                <a:lnTo>
                  <a:pt x="71" y="310"/>
                </a:lnTo>
                <a:lnTo>
                  <a:pt x="73" y="310"/>
                </a:lnTo>
                <a:lnTo>
                  <a:pt x="73" y="311"/>
                </a:lnTo>
                <a:lnTo>
                  <a:pt x="74" y="311"/>
                </a:lnTo>
                <a:lnTo>
                  <a:pt x="75" y="312"/>
                </a:lnTo>
                <a:lnTo>
                  <a:pt x="76" y="312"/>
                </a:lnTo>
                <a:lnTo>
                  <a:pt x="76" y="313"/>
                </a:lnTo>
                <a:lnTo>
                  <a:pt x="77" y="313"/>
                </a:lnTo>
                <a:lnTo>
                  <a:pt x="78" y="313"/>
                </a:lnTo>
                <a:lnTo>
                  <a:pt x="79" y="313"/>
                </a:lnTo>
                <a:lnTo>
                  <a:pt x="80" y="313"/>
                </a:lnTo>
                <a:lnTo>
                  <a:pt x="81" y="313"/>
                </a:lnTo>
                <a:lnTo>
                  <a:pt x="83" y="313"/>
                </a:lnTo>
                <a:lnTo>
                  <a:pt x="84" y="313"/>
                </a:lnTo>
                <a:lnTo>
                  <a:pt x="85" y="314"/>
                </a:lnTo>
                <a:lnTo>
                  <a:pt x="86" y="315"/>
                </a:lnTo>
                <a:lnTo>
                  <a:pt x="87" y="315"/>
                </a:lnTo>
                <a:lnTo>
                  <a:pt x="88" y="315"/>
                </a:lnTo>
                <a:lnTo>
                  <a:pt x="88" y="314"/>
                </a:lnTo>
                <a:lnTo>
                  <a:pt x="89" y="315"/>
                </a:lnTo>
                <a:lnTo>
                  <a:pt x="91" y="315"/>
                </a:lnTo>
                <a:lnTo>
                  <a:pt x="92" y="315"/>
                </a:lnTo>
                <a:lnTo>
                  <a:pt x="94" y="316"/>
                </a:lnTo>
                <a:lnTo>
                  <a:pt x="96" y="316"/>
                </a:lnTo>
                <a:lnTo>
                  <a:pt x="98" y="316"/>
                </a:lnTo>
                <a:lnTo>
                  <a:pt x="99" y="316"/>
                </a:lnTo>
                <a:lnTo>
                  <a:pt x="99" y="315"/>
                </a:lnTo>
                <a:lnTo>
                  <a:pt x="100" y="315"/>
                </a:lnTo>
                <a:lnTo>
                  <a:pt x="102" y="314"/>
                </a:lnTo>
                <a:lnTo>
                  <a:pt x="103" y="314"/>
                </a:lnTo>
                <a:lnTo>
                  <a:pt x="105" y="315"/>
                </a:lnTo>
                <a:lnTo>
                  <a:pt x="106" y="315"/>
                </a:lnTo>
                <a:lnTo>
                  <a:pt x="106" y="316"/>
                </a:lnTo>
                <a:lnTo>
                  <a:pt x="107" y="316"/>
                </a:lnTo>
                <a:lnTo>
                  <a:pt x="108" y="316"/>
                </a:lnTo>
                <a:lnTo>
                  <a:pt x="109" y="316"/>
                </a:lnTo>
                <a:lnTo>
                  <a:pt x="111" y="316"/>
                </a:lnTo>
                <a:lnTo>
                  <a:pt x="112" y="316"/>
                </a:lnTo>
                <a:lnTo>
                  <a:pt x="113" y="316"/>
                </a:lnTo>
                <a:lnTo>
                  <a:pt x="114" y="316"/>
                </a:lnTo>
                <a:lnTo>
                  <a:pt x="115" y="316"/>
                </a:lnTo>
                <a:lnTo>
                  <a:pt x="116" y="316"/>
                </a:lnTo>
                <a:lnTo>
                  <a:pt x="117" y="316"/>
                </a:lnTo>
                <a:lnTo>
                  <a:pt x="117" y="317"/>
                </a:lnTo>
                <a:lnTo>
                  <a:pt x="118" y="317"/>
                </a:lnTo>
                <a:lnTo>
                  <a:pt x="119" y="318"/>
                </a:lnTo>
                <a:lnTo>
                  <a:pt x="120" y="318"/>
                </a:lnTo>
                <a:lnTo>
                  <a:pt x="120" y="319"/>
                </a:lnTo>
                <a:lnTo>
                  <a:pt x="121" y="319"/>
                </a:lnTo>
                <a:lnTo>
                  <a:pt x="122" y="319"/>
                </a:lnTo>
                <a:lnTo>
                  <a:pt x="122" y="320"/>
                </a:lnTo>
                <a:lnTo>
                  <a:pt x="123" y="320"/>
                </a:lnTo>
                <a:lnTo>
                  <a:pt x="124" y="320"/>
                </a:lnTo>
                <a:lnTo>
                  <a:pt x="125" y="320"/>
                </a:lnTo>
                <a:lnTo>
                  <a:pt x="125" y="321"/>
                </a:lnTo>
                <a:lnTo>
                  <a:pt x="126" y="322"/>
                </a:lnTo>
                <a:lnTo>
                  <a:pt x="126" y="323"/>
                </a:lnTo>
                <a:lnTo>
                  <a:pt x="126" y="324"/>
                </a:lnTo>
                <a:lnTo>
                  <a:pt x="127" y="324"/>
                </a:lnTo>
                <a:lnTo>
                  <a:pt x="128" y="325"/>
                </a:lnTo>
                <a:lnTo>
                  <a:pt x="129" y="325"/>
                </a:lnTo>
                <a:lnTo>
                  <a:pt x="129" y="326"/>
                </a:lnTo>
                <a:lnTo>
                  <a:pt x="128" y="326"/>
                </a:lnTo>
                <a:lnTo>
                  <a:pt x="129" y="326"/>
                </a:lnTo>
                <a:lnTo>
                  <a:pt x="130" y="327"/>
                </a:lnTo>
                <a:lnTo>
                  <a:pt x="131" y="328"/>
                </a:lnTo>
                <a:lnTo>
                  <a:pt x="132" y="328"/>
                </a:lnTo>
                <a:lnTo>
                  <a:pt x="133" y="327"/>
                </a:lnTo>
                <a:lnTo>
                  <a:pt x="134" y="327"/>
                </a:lnTo>
                <a:lnTo>
                  <a:pt x="135" y="327"/>
                </a:lnTo>
                <a:lnTo>
                  <a:pt x="136" y="326"/>
                </a:lnTo>
                <a:lnTo>
                  <a:pt x="137" y="326"/>
                </a:lnTo>
                <a:lnTo>
                  <a:pt x="138" y="326"/>
                </a:lnTo>
                <a:lnTo>
                  <a:pt x="138" y="327"/>
                </a:lnTo>
                <a:lnTo>
                  <a:pt x="138" y="326"/>
                </a:lnTo>
                <a:lnTo>
                  <a:pt x="139" y="326"/>
                </a:lnTo>
                <a:lnTo>
                  <a:pt x="139" y="325"/>
                </a:lnTo>
                <a:lnTo>
                  <a:pt x="140" y="325"/>
                </a:lnTo>
                <a:lnTo>
                  <a:pt x="140" y="324"/>
                </a:lnTo>
                <a:lnTo>
                  <a:pt x="141" y="323"/>
                </a:lnTo>
                <a:lnTo>
                  <a:pt x="141" y="322"/>
                </a:lnTo>
                <a:lnTo>
                  <a:pt x="141" y="321"/>
                </a:lnTo>
                <a:lnTo>
                  <a:pt x="142" y="320"/>
                </a:lnTo>
                <a:lnTo>
                  <a:pt x="142" y="319"/>
                </a:lnTo>
                <a:lnTo>
                  <a:pt x="143" y="319"/>
                </a:lnTo>
                <a:lnTo>
                  <a:pt x="144" y="319"/>
                </a:lnTo>
                <a:lnTo>
                  <a:pt x="144" y="318"/>
                </a:lnTo>
                <a:lnTo>
                  <a:pt x="145" y="318"/>
                </a:lnTo>
                <a:lnTo>
                  <a:pt x="145" y="319"/>
                </a:lnTo>
                <a:lnTo>
                  <a:pt x="146" y="319"/>
                </a:lnTo>
                <a:lnTo>
                  <a:pt x="147" y="319"/>
                </a:lnTo>
                <a:lnTo>
                  <a:pt x="148" y="319"/>
                </a:lnTo>
                <a:lnTo>
                  <a:pt x="149" y="320"/>
                </a:lnTo>
                <a:lnTo>
                  <a:pt x="150" y="320"/>
                </a:lnTo>
                <a:lnTo>
                  <a:pt x="152" y="320"/>
                </a:lnTo>
                <a:lnTo>
                  <a:pt x="153" y="320"/>
                </a:lnTo>
                <a:lnTo>
                  <a:pt x="155" y="320"/>
                </a:lnTo>
                <a:lnTo>
                  <a:pt x="155" y="319"/>
                </a:lnTo>
                <a:lnTo>
                  <a:pt x="156" y="319"/>
                </a:lnTo>
                <a:lnTo>
                  <a:pt x="156" y="318"/>
                </a:lnTo>
                <a:lnTo>
                  <a:pt x="156" y="317"/>
                </a:lnTo>
                <a:lnTo>
                  <a:pt x="156" y="316"/>
                </a:lnTo>
                <a:lnTo>
                  <a:pt x="156" y="315"/>
                </a:lnTo>
                <a:lnTo>
                  <a:pt x="155" y="315"/>
                </a:lnTo>
                <a:lnTo>
                  <a:pt x="155" y="314"/>
                </a:lnTo>
                <a:lnTo>
                  <a:pt x="155" y="313"/>
                </a:lnTo>
                <a:lnTo>
                  <a:pt x="154" y="313"/>
                </a:lnTo>
                <a:lnTo>
                  <a:pt x="154" y="312"/>
                </a:lnTo>
                <a:lnTo>
                  <a:pt x="154" y="311"/>
                </a:lnTo>
                <a:lnTo>
                  <a:pt x="153" y="311"/>
                </a:lnTo>
                <a:lnTo>
                  <a:pt x="153" y="310"/>
                </a:lnTo>
                <a:lnTo>
                  <a:pt x="154" y="310"/>
                </a:lnTo>
                <a:lnTo>
                  <a:pt x="154" y="309"/>
                </a:lnTo>
                <a:lnTo>
                  <a:pt x="154" y="308"/>
                </a:lnTo>
                <a:lnTo>
                  <a:pt x="154" y="307"/>
                </a:lnTo>
                <a:lnTo>
                  <a:pt x="153" y="307"/>
                </a:lnTo>
                <a:lnTo>
                  <a:pt x="150" y="305"/>
                </a:lnTo>
                <a:lnTo>
                  <a:pt x="149" y="305"/>
                </a:lnTo>
                <a:lnTo>
                  <a:pt x="149" y="304"/>
                </a:lnTo>
                <a:lnTo>
                  <a:pt x="149" y="303"/>
                </a:lnTo>
                <a:lnTo>
                  <a:pt x="150" y="303"/>
                </a:lnTo>
                <a:lnTo>
                  <a:pt x="150" y="302"/>
                </a:lnTo>
                <a:lnTo>
                  <a:pt x="151" y="301"/>
                </a:lnTo>
                <a:lnTo>
                  <a:pt x="152" y="300"/>
                </a:lnTo>
                <a:lnTo>
                  <a:pt x="152" y="299"/>
                </a:lnTo>
                <a:lnTo>
                  <a:pt x="151" y="299"/>
                </a:lnTo>
                <a:lnTo>
                  <a:pt x="150" y="299"/>
                </a:lnTo>
                <a:lnTo>
                  <a:pt x="150" y="298"/>
                </a:lnTo>
                <a:lnTo>
                  <a:pt x="149" y="298"/>
                </a:lnTo>
                <a:lnTo>
                  <a:pt x="149" y="297"/>
                </a:lnTo>
                <a:lnTo>
                  <a:pt x="148" y="297"/>
                </a:lnTo>
                <a:lnTo>
                  <a:pt x="147" y="296"/>
                </a:lnTo>
                <a:lnTo>
                  <a:pt x="148" y="295"/>
                </a:lnTo>
                <a:lnTo>
                  <a:pt x="148" y="294"/>
                </a:lnTo>
                <a:lnTo>
                  <a:pt x="148" y="293"/>
                </a:lnTo>
                <a:lnTo>
                  <a:pt x="148" y="292"/>
                </a:lnTo>
                <a:lnTo>
                  <a:pt x="148" y="291"/>
                </a:lnTo>
                <a:lnTo>
                  <a:pt x="149" y="291"/>
                </a:lnTo>
                <a:lnTo>
                  <a:pt x="149" y="290"/>
                </a:lnTo>
                <a:lnTo>
                  <a:pt x="148" y="289"/>
                </a:lnTo>
                <a:lnTo>
                  <a:pt x="148" y="288"/>
                </a:lnTo>
                <a:lnTo>
                  <a:pt x="149" y="288"/>
                </a:lnTo>
                <a:lnTo>
                  <a:pt x="149" y="287"/>
                </a:lnTo>
                <a:lnTo>
                  <a:pt x="150" y="286"/>
                </a:lnTo>
                <a:lnTo>
                  <a:pt x="150" y="285"/>
                </a:lnTo>
                <a:lnTo>
                  <a:pt x="148" y="285"/>
                </a:lnTo>
                <a:lnTo>
                  <a:pt x="148" y="284"/>
                </a:lnTo>
                <a:lnTo>
                  <a:pt x="148" y="283"/>
                </a:lnTo>
                <a:lnTo>
                  <a:pt x="148" y="282"/>
                </a:lnTo>
                <a:lnTo>
                  <a:pt x="148" y="281"/>
                </a:lnTo>
                <a:lnTo>
                  <a:pt x="149" y="281"/>
                </a:lnTo>
                <a:lnTo>
                  <a:pt x="148" y="281"/>
                </a:lnTo>
                <a:lnTo>
                  <a:pt x="148" y="280"/>
                </a:lnTo>
                <a:lnTo>
                  <a:pt x="148" y="279"/>
                </a:lnTo>
                <a:lnTo>
                  <a:pt x="148" y="278"/>
                </a:lnTo>
                <a:lnTo>
                  <a:pt x="148" y="277"/>
                </a:lnTo>
                <a:lnTo>
                  <a:pt x="148" y="276"/>
                </a:lnTo>
                <a:lnTo>
                  <a:pt x="148" y="275"/>
                </a:lnTo>
                <a:lnTo>
                  <a:pt x="147" y="275"/>
                </a:lnTo>
                <a:lnTo>
                  <a:pt x="146" y="274"/>
                </a:lnTo>
                <a:lnTo>
                  <a:pt x="145" y="274"/>
                </a:lnTo>
                <a:lnTo>
                  <a:pt x="144" y="274"/>
                </a:lnTo>
                <a:lnTo>
                  <a:pt x="143" y="274"/>
                </a:lnTo>
                <a:lnTo>
                  <a:pt x="143" y="273"/>
                </a:lnTo>
                <a:lnTo>
                  <a:pt x="142" y="273"/>
                </a:lnTo>
                <a:lnTo>
                  <a:pt x="141" y="273"/>
                </a:lnTo>
                <a:lnTo>
                  <a:pt x="140" y="273"/>
                </a:lnTo>
                <a:lnTo>
                  <a:pt x="139" y="273"/>
                </a:lnTo>
                <a:lnTo>
                  <a:pt x="138" y="273"/>
                </a:lnTo>
                <a:lnTo>
                  <a:pt x="137" y="273"/>
                </a:lnTo>
                <a:lnTo>
                  <a:pt x="137" y="272"/>
                </a:lnTo>
                <a:lnTo>
                  <a:pt x="136" y="272"/>
                </a:lnTo>
                <a:lnTo>
                  <a:pt x="135" y="272"/>
                </a:lnTo>
                <a:lnTo>
                  <a:pt x="135" y="273"/>
                </a:lnTo>
                <a:lnTo>
                  <a:pt x="134" y="272"/>
                </a:lnTo>
                <a:lnTo>
                  <a:pt x="134" y="273"/>
                </a:lnTo>
                <a:lnTo>
                  <a:pt x="132" y="273"/>
                </a:lnTo>
                <a:lnTo>
                  <a:pt x="132" y="272"/>
                </a:lnTo>
                <a:lnTo>
                  <a:pt x="131" y="272"/>
                </a:lnTo>
                <a:lnTo>
                  <a:pt x="130" y="272"/>
                </a:lnTo>
                <a:lnTo>
                  <a:pt x="129" y="272"/>
                </a:lnTo>
                <a:lnTo>
                  <a:pt x="129" y="271"/>
                </a:lnTo>
                <a:lnTo>
                  <a:pt x="129" y="270"/>
                </a:lnTo>
                <a:lnTo>
                  <a:pt x="130" y="270"/>
                </a:lnTo>
                <a:lnTo>
                  <a:pt x="129" y="270"/>
                </a:lnTo>
                <a:lnTo>
                  <a:pt x="128" y="270"/>
                </a:lnTo>
                <a:lnTo>
                  <a:pt x="126" y="270"/>
                </a:lnTo>
                <a:lnTo>
                  <a:pt x="125" y="270"/>
                </a:lnTo>
                <a:lnTo>
                  <a:pt x="124" y="269"/>
                </a:lnTo>
                <a:lnTo>
                  <a:pt x="123" y="270"/>
                </a:lnTo>
                <a:lnTo>
                  <a:pt x="122" y="270"/>
                </a:lnTo>
                <a:lnTo>
                  <a:pt x="121" y="269"/>
                </a:lnTo>
                <a:lnTo>
                  <a:pt x="121" y="268"/>
                </a:lnTo>
                <a:lnTo>
                  <a:pt x="120" y="267"/>
                </a:lnTo>
                <a:lnTo>
                  <a:pt x="120" y="266"/>
                </a:lnTo>
                <a:lnTo>
                  <a:pt x="121" y="266"/>
                </a:lnTo>
                <a:lnTo>
                  <a:pt x="121" y="265"/>
                </a:lnTo>
                <a:lnTo>
                  <a:pt x="121" y="264"/>
                </a:lnTo>
                <a:lnTo>
                  <a:pt x="121" y="263"/>
                </a:lnTo>
                <a:lnTo>
                  <a:pt x="121" y="262"/>
                </a:lnTo>
                <a:lnTo>
                  <a:pt x="120" y="262"/>
                </a:lnTo>
                <a:lnTo>
                  <a:pt x="119" y="262"/>
                </a:lnTo>
                <a:lnTo>
                  <a:pt x="119" y="261"/>
                </a:lnTo>
                <a:lnTo>
                  <a:pt x="119" y="260"/>
                </a:lnTo>
                <a:lnTo>
                  <a:pt x="119" y="259"/>
                </a:lnTo>
                <a:lnTo>
                  <a:pt x="120" y="259"/>
                </a:lnTo>
                <a:lnTo>
                  <a:pt x="120" y="258"/>
                </a:lnTo>
                <a:lnTo>
                  <a:pt x="120" y="257"/>
                </a:lnTo>
                <a:lnTo>
                  <a:pt x="121" y="257"/>
                </a:lnTo>
                <a:lnTo>
                  <a:pt x="122" y="257"/>
                </a:lnTo>
                <a:lnTo>
                  <a:pt x="122" y="256"/>
                </a:lnTo>
                <a:lnTo>
                  <a:pt x="123" y="256"/>
                </a:lnTo>
                <a:lnTo>
                  <a:pt x="123" y="255"/>
                </a:lnTo>
                <a:lnTo>
                  <a:pt x="122" y="254"/>
                </a:lnTo>
                <a:lnTo>
                  <a:pt x="121" y="254"/>
                </a:lnTo>
                <a:lnTo>
                  <a:pt x="121" y="253"/>
                </a:lnTo>
                <a:lnTo>
                  <a:pt x="121" y="252"/>
                </a:lnTo>
                <a:lnTo>
                  <a:pt x="120" y="252"/>
                </a:lnTo>
                <a:lnTo>
                  <a:pt x="121" y="252"/>
                </a:lnTo>
                <a:lnTo>
                  <a:pt x="121" y="251"/>
                </a:lnTo>
                <a:lnTo>
                  <a:pt x="120" y="251"/>
                </a:lnTo>
                <a:lnTo>
                  <a:pt x="120" y="250"/>
                </a:lnTo>
                <a:lnTo>
                  <a:pt x="120" y="248"/>
                </a:lnTo>
                <a:lnTo>
                  <a:pt x="120" y="247"/>
                </a:lnTo>
                <a:lnTo>
                  <a:pt x="121" y="246"/>
                </a:lnTo>
                <a:lnTo>
                  <a:pt x="121" y="245"/>
                </a:lnTo>
                <a:lnTo>
                  <a:pt x="121" y="244"/>
                </a:lnTo>
                <a:lnTo>
                  <a:pt x="122" y="244"/>
                </a:lnTo>
                <a:lnTo>
                  <a:pt x="123" y="244"/>
                </a:lnTo>
                <a:lnTo>
                  <a:pt x="124" y="244"/>
                </a:lnTo>
                <a:lnTo>
                  <a:pt x="124" y="243"/>
                </a:lnTo>
                <a:lnTo>
                  <a:pt x="125" y="243"/>
                </a:lnTo>
                <a:lnTo>
                  <a:pt x="126" y="243"/>
                </a:lnTo>
                <a:lnTo>
                  <a:pt x="126" y="242"/>
                </a:lnTo>
                <a:lnTo>
                  <a:pt x="127" y="242"/>
                </a:lnTo>
                <a:lnTo>
                  <a:pt x="127" y="241"/>
                </a:lnTo>
                <a:lnTo>
                  <a:pt x="126" y="241"/>
                </a:lnTo>
                <a:lnTo>
                  <a:pt x="127" y="240"/>
                </a:lnTo>
                <a:lnTo>
                  <a:pt x="128" y="239"/>
                </a:lnTo>
                <a:lnTo>
                  <a:pt x="128" y="238"/>
                </a:lnTo>
                <a:lnTo>
                  <a:pt x="130" y="236"/>
                </a:lnTo>
                <a:lnTo>
                  <a:pt x="131" y="236"/>
                </a:lnTo>
                <a:lnTo>
                  <a:pt x="132" y="235"/>
                </a:lnTo>
                <a:lnTo>
                  <a:pt x="133" y="234"/>
                </a:lnTo>
                <a:lnTo>
                  <a:pt x="134" y="234"/>
                </a:lnTo>
                <a:lnTo>
                  <a:pt x="134" y="235"/>
                </a:lnTo>
                <a:lnTo>
                  <a:pt x="136" y="235"/>
                </a:lnTo>
                <a:lnTo>
                  <a:pt x="136" y="234"/>
                </a:lnTo>
                <a:lnTo>
                  <a:pt x="137" y="234"/>
                </a:lnTo>
                <a:lnTo>
                  <a:pt x="139" y="234"/>
                </a:lnTo>
                <a:lnTo>
                  <a:pt x="140" y="235"/>
                </a:lnTo>
                <a:lnTo>
                  <a:pt x="142" y="235"/>
                </a:lnTo>
                <a:lnTo>
                  <a:pt x="142" y="234"/>
                </a:lnTo>
                <a:lnTo>
                  <a:pt x="142" y="235"/>
                </a:lnTo>
                <a:lnTo>
                  <a:pt x="143" y="235"/>
                </a:lnTo>
                <a:lnTo>
                  <a:pt x="144" y="235"/>
                </a:lnTo>
                <a:lnTo>
                  <a:pt x="145" y="235"/>
                </a:lnTo>
                <a:lnTo>
                  <a:pt x="146" y="234"/>
                </a:lnTo>
                <a:lnTo>
                  <a:pt x="147" y="234"/>
                </a:lnTo>
                <a:lnTo>
                  <a:pt x="148" y="234"/>
                </a:lnTo>
                <a:lnTo>
                  <a:pt x="148" y="233"/>
                </a:lnTo>
                <a:lnTo>
                  <a:pt x="149" y="233"/>
                </a:lnTo>
                <a:lnTo>
                  <a:pt x="149" y="232"/>
                </a:lnTo>
                <a:lnTo>
                  <a:pt x="149" y="231"/>
                </a:lnTo>
                <a:lnTo>
                  <a:pt x="149" y="230"/>
                </a:lnTo>
                <a:lnTo>
                  <a:pt x="150" y="230"/>
                </a:lnTo>
                <a:lnTo>
                  <a:pt x="150" y="229"/>
                </a:lnTo>
                <a:lnTo>
                  <a:pt x="151" y="229"/>
                </a:lnTo>
                <a:lnTo>
                  <a:pt x="152" y="229"/>
                </a:lnTo>
                <a:lnTo>
                  <a:pt x="155" y="229"/>
                </a:lnTo>
                <a:lnTo>
                  <a:pt x="156" y="229"/>
                </a:lnTo>
                <a:lnTo>
                  <a:pt x="157" y="229"/>
                </a:lnTo>
                <a:lnTo>
                  <a:pt x="157" y="228"/>
                </a:lnTo>
                <a:lnTo>
                  <a:pt x="157" y="226"/>
                </a:lnTo>
                <a:lnTo>
                  <a:pt x="158" y="225"/>
                </a:lnTo>
                <a:lnTo>
                  <a:pt x="159" y="225"/>
                </a:lnTo>
                <a:lnTo>
                  <a:pt x="160" y="224"/>
                </a:lnTo>
                <a:lnTo>
                  <a:pt x="161" y="224"/>
                </a:lnTo>
                <a:lnTo>
                  <a:pt x="162" y="224"/>
                </a:lnTo>
                <a:lnTo>
                  <a:pt x="163" y="224"/>
                </a:lnTo>
                <a:lnTo>
                  <a:pt x="163" y="225"/>
                </a:lnTo>
                <a:lnTo>
                  <a:pt x="164" y="225"/>
                </a:lnTo>
                <a:lnTo>
                  <a:pt x="166" y="225"/>
                </a:lnTo>
                <a:lnTo>
                  <a:pt x="167" y="225"/>
                </a:lnTo>
                <a:lnTo>
                  <a:pt x="168" y="225"/>
                </a:lnTo>
                <a:lnTo>
                  <a:pt x="169" y="225"/>
                </a:lnTo>
                <a:lnTo>
                  <a:pt x="170" y="225"/>
                </a:lnTo>
                <a:lnTo>
                  <a:pt x="171" y="225"/>
                </a:lnTo>
                <a:lnTo>
                  <a:pt x="173" y="225"/>
                </a:lnTo>
                <a:lnTo>
                  <a:pt x="173" y="224"/>
                </a:lnTo>
                <a:lnTo>
                  <a:pt x="173" y="223"/>
                </a:lnTo>
                <a:lnTo>
                  <a:pt x="172" y="223"/>
                </a:lnTo>
                <a:lnTo>
                  <a:pt x="172" y="222"/>
                </a:lnTo>
                <a:lnTo>
                  <a:pt x="171" y="222"/>
                </a:lnTo>
                <a:lnTo>
                  <a:pt x="171" y="221"/>
                </a:lnTo>
                <a:lnTo>
                  <a:pt x="172" y="220"/>
                </a:lnTo>
                <a:lnTo>
                  <a:pt x="172" y="219"/>
                </a:lnTo>
                <a:lnTo>
                  <a:pt x="172" y="218"/>
                </a:lnTo>
                <a:lnTo>
                  <a:pt x="172" y="217"/>
                </a:lnTo>
                <a:lnTo>
                  <a:pt x="172" y="216"/>
                </a:lnTo>
                <a:lnTo>
                  <a:pt x="171" y="216"/>
                </a:lnTo>
                <a:lnTo>
                  <a:pt x="171" y="215"/>
                </a:lnTo>
                <a:lnTo>
                  <a:pt x="171" y="213"/>
                </a:lnTo>
                <a:lnTo>
                  <a:pt x="170" y="213"/>
                </a:lnTo>
                <a:lnTo>
                  <a:pt x="170" y="212"/>
                </a:lnTo>
                <a:lnTo>
                  <a:pt x="170" y="211"/>
                </a:lnTo>
                <a:lnTo>
                  <a:pt x="170" y="210"/>
                </a:lnTo>
                <a:lnTo>
                  <a:pt x="170" y="209"/>
                </a:lnTo>
                <a:lnTo>
                  <a:pt x="169" y="209"/>
                </a:lnTo>
                <a:lnTo>
                  <a:pt x="169" y="208"/>
                </a:lnTo>
                <a:lnTo>
                  <a:pt x="168" y="208"/>
                </a:lnTo>
                <a:lnTo>
                  <a:pt x="167" y="208"/>
                </a:lnTo>
                <a:lnTo>
                  <a:pt x="166" y="208"/>
                </a:lnTo>
                <a:lnTo>
                  <a:pt x="166" y="207"/>
                </a:lnTo>
                <a:lnTo>
                  <a:pt x="165" y="207"/>
                </a:lnTo>
                <a:lnTo>
                  <a:pt x="165" y="206"/>
                </a:lnTo>
                <a:lnTo>
                  <a:pt x="164" y="206"/>
                </a:lnTo>
                <a:lnTo>
                  <a:pt x="162" y="206"/>
                </a:lnTo>
                <a:lnTo>
                  <a:pt x="162" y="205"/>
                </a:lnTo>
                <a:lnTo>
                  <a:pt x="163" y="205"/>
                </a:lnTo>
                <a:lnTo>
                  <a:pt x="163" y="204"/>
                </a:lnTo>
                <a:lnTo>
                  <a:pt x="162" y="204"/>
                </a:lnTo>
                <a:lnTo>
                  <a:pt x="162" y="203"/>
                </a:lnTo>
                <a:lnTo>
                  <a:pt x="162" y="202"/>
                </a:lnTo>
                <a:lnTo>
                  <a:pt x="163" y="202"/>
                </a:lnTo>
                <a:lnTo>
                  <a:pt x="162" y="202"/>
                </a:lnTo>
                <a:lnTo>
                  <a:pt x="162" y="201"/>
                </a:lnTo>
                <a:lnTo>
                  <a:pt x="162" y="200"/>
                </a:lnTo>
                <a:lnTo>
                  <a:pt x="162" y="199"/>
                </a:lnTo>
                <a:lnTo>
                  <a:pt x="162" y="198"/>
                </a:lnTo>
                <a:lnTo>
                  <a:pt x="161" y="197"/>
                </a:lnTo>
                <a:lnTo>
                  <a:pt x="160" y="197"/>
                </a:lnTo>
                <a:lnTo>
                  <a:pt x="160" y="196"/>
                </a:lnTo>
                <a:lnTo>
                  <a:pt x="161" y="196"/>
                </a:lnTo>
                <a:lnTo>
                  <a:pt x="160" y="195"/>
                </a:lnTo>
                <a:lnTo>
                  <a:pt x="160" y="194"/>
                </a:lnTo>
                <a:lnTo>
                  <a:pt x="159" y="194"/>
                </a:lnTo>
                <a:lnTo>
                  <a:pt x="158" y="194"/>
                </a:lnTo>
                <a:lnTo>
                  <a:pt x="157" y="193"/>
                </a:lnTo>
                <a:lnTo>
                  <a:pt x="157" y="192"/>
                </a:lnTo>
                <a:lnTo>
                  <a:pt x="157" y="191"/>
                </a:lnTo>
                <a:lnTo>
                  <a:pt x="157" y="190"/>
                </a:lnTo>
                <a:lnTo>
                  <a:pt x="157" y="189"/>
                </a:lnTo>
                <a:lnTo>
                  <a:pt x="156" y="189"/>
                </a:lnTo>
                <a:lnTo>
                  <a:pt x="157" y="188"/>
                </a:lnTo>
                <a:lnTo>
                  <a:pt x="156" y="188"/>
                </a:lnTo>
                <a:lnTo>
                  <a:pt x="155" y="187"/>
                </a:lnTo>
                <a:lnTo>
                  <a:pt x="155" y="186"/>
                </a:lnTo>
                <a:lnTo>
                  <a:pt x="155" y="185"/>
                </a:lnTo>
                <a:lnTo>
                  <a:pt x="155" y="184"/>
                </a:lnTo>
                <a:lnTo>
                  <a:pt x="155" y="183"/>
                </a:lnTo>
                <a:lnTo>
                  <a:pt x="155" y="182"/>
                </a:lnTo>
                <a:lnTo>
                  <a:pt x="154" y="181"/>
                </a:lnTo>
                <a:lnTo>
                  <a:pt x="154" y="180"/>
                </a:lnTo>
                <a:lnTo>
                  <a:pt x="153" y="179"/>
                </a:lnTo>
                <a:lnTo>
                  <a:pt x="152" y="179"/>
                </a:lnTo>
                <a:lnTo>
                  <a:pt x="152" y="178"/>
                </a:lnTo>
                <a:lnTo>
                  <a:pt x="152" y="177"/>
                </a:lnTo>
                <a:lnTo>
                  <a:pt x="151" y="177"/>
                </a:lnTo>
                <a:lnTo>
                  <a:pt x="150" y="177"/>
                </a:lnTo>
                <a:lnTo>
                  <a:pt x="149" y="176"/>
                </a:lnTo>
                <a:lnTo>
                  <a:pt x="148" y="176"/>
                </a:lnTo>
                <a:lnTo>
                  <a:pt x="147" y="176"/>
                </a:lnTo>
                <a:lnTo>
                  <a:pt x="146" y="176"/>
                </a:lnTo>
                <a:lnTo>
                  <a:pt x="145" y="176"/>
                </a:lnTo>
                <a:lnTo>
                  <a:pt x="144" y="176"/>
                </a:lnTo>
                <a:lnTo>
                  <a:pt x="144" y="177"/>
                </a:lnTo>
                <a:lnTo>
                  <a:pt x="143" y="177"/>
                </a:lnTo>
                <a:lnTo>
                  <a:pt x="142" y="177"/>
                </a:lnTo>
                <a:lnTo>
                  <a:pt x="141" y="177"/>
                </a:lnTo>
                <a:lnTo>
                  <a:pt x="140" y="177"/>
                </a:lnTo>
                <a:lnTo>
                  <a:pt x="139" y="177"/>
                </a:lnTo>
                <a:lnTo>
                  <a:pt x="139" y="176"/>
                </a:lnTo>
                <a:lnTo>
                  <a:pt x="140" y="176"/>
                </a:lnTo>
                <a:lnTo>
                  <a:pt x="140" y="175"/>
                </a:lnTo>
                <a:lnTo>
                  <a:pt x="139" y="175"/>
                </a:lnTo>
                <a:lnTo>
                  <a:pt x="138" y="175"/>
                </a:lnTo>
                <a:lnTo>
                  <a:pt x="138" y="174"/>
                </a:lnTo>
                <a:lnTo>
                  <a:pt x="137" y="174"/>
                </a:lnTo>
                <a:lnTo>
                  <a:pt x="137" y="173"/>
                </a:lnTo>
                <a:lnTo>
                  <a:pt x="136" y="173"/>
                </a:lnTo>
                <a:lnTo>
                  <a:pt x="135" y="173"/>
                </a:lnTo>
                <a:lnTo>
                  <a:pt x="135" y="172"/>
                </a:lnTo>
                <a:lnTo>
                  <a:pt x="133" y="172"/>
                </a:lnTo>
                <a:lnTo>
                  <a:pt x="133" y="171"/>
                </a:lnTo>
                <a:lnTo>
                  <a:pt x="133" y="170"/>
                </a:lnTo>
                <a:lnTo>
                  <a:pt x="133" y="169"/>
                </a:lnTo>
                <a:lnTo>
                  <a:pt x="134" y="169"/>
                </a:lnTo>
                <a:lnTo>
                  <a:pt x="134" y="168"/>
                </a:lnTo>
                <a:lnTo>
                  <a:pt x="135" y="168"/>
                </a:lnTo>
                <a:lnTo>
                  <a:pt x="135" y="167"/>
                </a:lnTo>
                <a:lnTo>
                  <a:pt x="134" y="167"/>
                </a:lnTo>
                <a:lnTo>
                  <a:pt x="134" y="166"/>
                </a:lnTo>
                <a:lnTo>
                  <a:pt x="133" y="166"/>
                </a:lnTo>
                <a:lnTo>
                  <a:pt x="132" y="166"/>
                </a:lnTo>
                <a:lnTo>
                  <a:pt x="132" y="165"/>
                </a:lnTo>
                <a:lnTo>
                  <a:pt x="131" y="164"/>
                </a:lnTo>
                <a:lnTo>
                  <a:pt x="130" y="164"/>
                </a:lnTo>
                <a:lnTo>
                  <a:pt x="129" y="164"/>
                </a:lnTo>
                <a:lnTo>
                  <a:pt x="129" y="163"/>
                </a:lnTo>
                <a:lnTo>
                  <a:pt x="128" y="162"/>
                </a:lnTo>
                <a:lnTo>
                  <a:pt x="127" y="162"/>
                </a:lnTo>
                <a:lnTo>
                  <a:pt x="126" y="162"/>
                </a:lnTo>
                <a:lnTo>
                  <a:pt x="126" y="161"/>
                </a:lnTo>
                <a:lnTo>
                  <a:pt x="126" y="160"/>
                </a:lnTo>
                <a:lnTo>
                  <a:pt x="125" y="160"/>
                </a:lnTo>
                <a:lnTo>
                  <a:pt x="124" y="160"/>
                </a:lnTo>
                <a:lnTo>
                  <a:pt x="124" y="159"/>
                </a:lnTo>
                <a:lnTo>
                  <a:pt x="123" y="159"/>
                </a:lnTo>
                <a:lnTo>
                  <a:pt x="122" y="159"/>
                </a:lnTo>
                <a:lnTo>
                  <a:pt x="122" y="158"/>
                </a:lnTo>
                <a:lnTo>
                  <a:pt x="121" y="158"/>
                </a:lnTo>
                <a:lnTo>
                  <a:pt x="120" y="158"/>
                </a:lnTo>
                <a:lnTo>
                  <a:pt x="120" y="157"/>
                </a:lnTo>
                <a:lnTo>
                  <a:pt x="119" y="157"/>
                </a:lnTo>
                <a:lnTo>
                  <a:pt x="118" y="157"/>
                </a:lnTo>
                <a:lnTo>
                  <a:pt x="117" y="156"/>
                </a:lnTo>
                <a:lnTo>
                  <a:pt x="117" y="157"/>
                </a:lnTo>
                <a:lnTo>
                  <a:pt x="116" y="157"/>
                </a:lnTo>
                <a:lnTo>
                  <a:pt x="116" y="156"/>
                </a:lnTo>
                <a:lnTo>
                  <a:pt x="116" y="155"/>
                </a:lnTo>
                <a:lnTo>
                  <a:pt x="115" y="155"/>
                </a:lnTo>
                <a:lnTo>
                  <a:pt x="114" y="155"/>
                </a:lnTo>
                <a:lnTo>
                  <a:pt x="114" y="154"/>
                </a:lnTo>
                <a:lnTo>
                  <a:pt x="113" y="155"/>
                </a:lnTo>
                <a:lnTo>
                  <a:pt x="112" y="155"/>
                </a:lnTo>
                <a:lnTo>
                  <a:pt x="111" y="155"/>
                </a:lnTo>
                <a:lnTo>
                  <a:pt x="110" y="155"/>
                </a:lnTo>
                <a:lnTo>
                  <a:pt x="109" y="154"/>
                </a:lnTo>
                <a:lnTo>
                  <a:pt x="108" y="154"/>
                </a:lnTo>
                <a:lnTo>
                  <a:pt x="107" y="154"/>
                </a:lnTo>
                <a:lnTo>
                  <a:pt x="107" y="153"/>
                </a:lnTo>
                <a:lnTo>
                  <a:pt x="107" y="152"/>
                </a:lnTo>
                <a:lnTo>
                  <a:pt x="106" y="152"/>
                </a:lnTo>
                <a:lnTo>
                  <a:pt x="105" y="152"/>
                </a:lnTo>
                <a:lnTo>
                  <a:pt x="104" y="152"/>
                </a:lnTo>
                <a:lnTo>
                  <a:pt x="103" y="152"/>
                </a:lnTo>
                <a:lnTo>
                  <a:pt x="102" y="152"/>
                </a:lnTo>
                <a:lnTo>
                  <a:pt x="102" y="151"/>
                </a:lnTo>
                <a:lnTo>
                  <a:pt x="102" y="141"/>
                </a:lnTo>
                <a:lnTo>
                  <a:pt x="102" y="125"/>
                </a:lnTo>
                <a:lnTo>
                  <a:pt x="102" y="124"/>
                </a:lnTo>
                <a:lnTo>
                  <a:pt x="102" y="102"/>
                </a:lnTo>
                <a:lnTo>
                  <a:pt x="102" y="101"/>
                </a:lnTo>
                <a:lnTo>
                  <a:pt x="102" y="100"/>
                </a:lnTo>
                <a:lnTo>
                  <a:pt x="102" y="98"/>
                </a:lnTo>
                <a:lnTo>
                  <a:pt x="102" y="97"/>
                </a:lnTo>
                <a:lnTo>
                  <a:pt x="102" y="96"/>
                </a:lnTo>
                <a:lnTo>
                  <a:pt x="102" y="95"/>
                </a:lnTo>
                <a:lnTo>
                  <a:pt x="103" y="93"/>
                </a:lnTo>
                <a:lnTo>
                  <a:pt x="103" y="91"/>
                </a:lnTo>
                <a:lnTo>
                  <a:pt x="102" y="91"/>
                </a:lnTo>
                <a:lnTo>
                  <a:pt x="100" y="91"/>
                </a:lnTo>
                <a:lnTo>
                  <a:pt x="99" y="92"/>
                </a:lnTo>
                <a:lnTo>
                  <a:pt x="98" y="92"/>
                </a:lnTo>
                <a:lnTo>
                  <a:pt x="95" y="92"/>
                </a:lnTo>
                <a:lnTo>
                  <a:pt x="94" y="92"/>
                </a:lnTo>
                <a:lnTo>
                  <a:pt x="93" y="92"/>
                </a:lnTo>
                <a:lnTo>
                  <a:pt x="91" y="92"/>
                </a:lnTo>
                <a:lnTo>
                  <a:pt x="90" y="92"/>
                </a:lnTo>
                <a:lnTo>
                  <a:pt x="90" y="93"/>
                </a:lnTo>
                <a:lnTo>
                  <a:pt x="89" y="93"/>
                </a:lnTo>
                <a:lnTo>
                  <a:pt x="88" y="93"/>
                </a:lnTo>
                <a:lnTo>
                  <a:pt x="88" y="94"/>
                </a:lnTo>
                <a:lnTo>
                  <a:pt x="87" y="95"/>
                </a:lnTo>
                <a:lnTo>
                  <a:pt x="87" y="96"/>
                </a:lnTo>
                <a:lnTo>
                  <a:pt x="87" y="99"/>
                </a:lnTo>
                <a:lnTo>
                  <a:pt x="87" y="100"/>
                </a:lnTo>
                <a:lnTo>
                  <a:pt x="86" y="100"/>
                </a:lnTo>
                <a:lnTo>
                  <a:pt x="85" y="100"/>
                </a:lnTo>
                <a:lnTo>
                  <a:pt x="84" y="100"/>
                </a:lnTo>
                <a:lnTo>
                  <a:pt x="83" y="100"/>
                </a:lnTo>
                <a:lnTo>
                  <a:pt x="80" y="100"/>
                </a:lnTo>
                <a:lnTo>
                  <a:pt x="79" y="99"/>
                </a:lnTo>
                <a:lnTo>
                  <a:pt x="79" y="98"/>
                </a:lnTo>
                <a:lnTo>
                  <a:pt x="76" y="96"/>
                </a:lnTo>
                <a:lnTo>
                  <a:pt x="75" y="96"/>
                </a:lnTo>
                <a:lnTo>
                  <a:pt x="74" y="95"/>
                </a:lnTo>
                <a:lnTo>
                  <a:pt x="74" y="94"/>
                </a:lnTo>
                <a:lnTo>
                  <a:pt x="73" y="94"/>
                </a:lnTo>
                <a:lnTo>
                  <a:pt x="72" y="93"/>
                </a:lnTo>
                <a:lnTo>
                  <a:pt x="68" y="90"/>
                </a:lnTo>
                <a:lnTo>
                  <a:pt x="67" y="89"/>
                </a:lnTo>
                <a:lnTo>
                  <a:pt x="68" y="88"/>
                </a:lnTo>
                <a:lnTo>
                  <a:pt x="69" y="88"/>
                </a:lnTo>
                <a:lnTo>
                  <a:pt x="68" y="88"/>
                </a:lnTo>
                <a:lnTo>
                  <a:pt x="68" y="87"/>
                </a:lnTo>
                <a:lnTo>
                  <a:pt x="69" y="87"/>
                </a:lnTo>
                <a:lnTo>
                  <a:pt x="70" y="86"/>
                </a:lnTo>
                <a:lnTo>
                  <a:pt x="70" y="85"/>
                </a:lnTo>
                <a:lnTo>
                  <a:pt x="71" y="85"/>
                </a:lnTo>
                <a:lnTo>
                  <a:pt x="71" y="84"/>
                </a:lnTo>
                <a:lnTo>
                  <a:pt x="71" y="83"/>
                </a:lnTo>
                <a:lnTo>
                  <a:pt x="70" y="83"/>
                </a:lnTo>
                <a:lnTo>
                  <a:pt x="69" y="83"/>
                </a:lnTo>
                <a:lnTo>
                  <a:pt x="67" y="83"/>
                </a:lnTo>
                <a:lnTo>
                  <a:pt x="66" y="83"/>
                </a:lnTo>
                <a:lnTo>
                  <a:pt x="65" y="82"/>
                </a:lnTo>
                <a:lnTo>
                  <a:pt x="65" y="81"/>
                </a:lnTo>
                <a:lnTo>
                  <a:pt x="65" y="80"/>
                </a:lnTo>
                <a:lnTo>
                  <a:pt x="65" y="79"/>
                </a:lnTo>
                <a:lnTo>
                  <a:pt x="65" y="75"/>
                </a:lnTo>
                <a:lnTo>
                  <a:pt x="65" y="74"/>
                </a:lnTo>
                <a:lnTo>
                  <a:pt x="66" y="74"/>
                </a:lnTo>
                <a:lnTo>
                  <a:pt x="67" y="74"/>
                </a:lnTo>
                <a:lnTo>
                  <a:pt x="67" y="73"/>
                </a:lnTo>
                <a:lnTo>
                  <a:pt x="68" y="74"/>
                </a:lnTo>
                <a:lnTo>
                  <a:pt x="71" y="73"/>
                </a:lnTo>
                <a:lnTo>
                  <a:pt x="72" y="73"/>
                </a:lnTo>
                <a:lnTo>
                  <a:pt x="72" y="74"/>
                </a:lnTo>
                <a:lnTo>
                  <a:pt x="73" y="74"/>
                </a:lnTo>
                <a:lnTo>
                  <a:pt x="74" y="74"/>
                </a:lnTo>
                <a:lnTo>
                  <a:pt x="74" y="73"/>
                </a:lnTo>
                <a:lnTo>
                  <a:pt x="75" y="73"/>
                </a:lnTo>
                <a:lnTo>
                  <a:pt x="76" y="73"/>
                </a:lnTo>
                <a:lnTo>
                  <a:pt x="77" y="73"/>
                </a:lnTo>
                <a:lnTo>
                  <a:pt x="78" y="74"/>
                </a:lnTo>
                <a:lnTo>
                  <a:pt x="79" y="74"/>
                </a:lnTo>
                <a:lnTo>
                  <a:pt x="79" y="73"/>
                </a:lnTo>
                <a:lnTo>
                  <a:pt x="80" y="73"/>
                </a:lnTo>
                <a:lnTo>
                  <a:pt x="81" y="73"/>
                </a:lnTo>
                <a:lnTo>
                  <a:pt x="82" y="73"/>
                </a:lnTo>
                <a:lnTo>
                  <a:pt x="83" y="73"/>
                </a:lnTo>
                <a:lnTo>
                  <a:pt x="84" y="73"/>
                </a:lnTo>
                <a:lnTo>
                  <a:pt x="83" y="73"/>
                </a:lnTo>
                <a:lnTo>
                  <a:pt x="83" y="74"/>
                </a:lnTo>
                <a:lnTo>
                  <a:pt x="84" y="74"/>
                </a:lnTo>
                <a:lnTo>
                  <a:pt x="84" y="73"/>
                </a:lnTo>
                <a:lnTo>
                  <a:pt x="85" y="73"/>
                </a:lnTo>
                <a:lnTo>
                  <a:pt x="85" y="74"/>
                </a:lnTo>
                <a:lnTo>
                  <a:pt x="86" y="74"/>
                </a:lnTo>
                <a:lnTo>
                  <a:pt x="87" y="75"/>
                </a:lnTo>
                <a:lnTo>
                  <a:pt x="88" y="75"/>
                </a:lnTo>
                <a:lnTo>
                  <a:pt x="88" y="74"/>
                </a:lnTo>
                <a:lnTo>
                  <a:pt x="89" y="74"/>
                </a:lnTo>
                <a:lnTo>
                  <a:pt x="90" y="74"/>
                </a:lnTo>
                <a:lnTo>
                  <a:pt x="91" y="74"/>
                </a:lnTo>
                <a:lnTo>
                  <a:pt x="92" y="74"/>
                </a:lnTo>
                <a:lnTo>
                  <a:pt x="93" y="74"/>
                </a:lnTo>
                <a:lnTo>
                  <a:pt x="94" y="73"/>
                </a:lnTo>
                <a:lnTo>
                  <a:pt x="94" y="72"/>
                </a:lnTo>
                <a:lnTo>
                  <a:pt x="95" y="72"/>
                </a:lnTo>
                <a:lnTo>
                  <a:pt x="97" y="71"/>
                </a:lnTo>
                <a:lnTo>
                  <a:pt x="97" y="70"/>
                </a:lnTo>
                <a:lnTo>
                  <a:pt x="96" y="70"/>
                </a:lnTo>
                <a:lnTo>
                  <a:pt x="96" y="69"/>
                </a:lnTo>
                <a:lnTo>
                  <a:pt x="97" y="69"/>
                </a:lnTo>
                <a:lnTo>
                  <a:pt x="96" y="68"/>
                </a:lnTo>
                <a:lnTo>
                  <a:pt x="97" y="67"/>
                </a:lnTo>
                <a:lnTo>
                  <a:pt x="98" y="67"/>
                </a:lnTo>
                <a:lnTo>
                  <a:pt x="99" y="67"/>
                </a:lnTo>
                <a:lnTo>
                  <a:pt x="100" y="67"/>
                </a:lnTo>
                <a:lnTo>
                  <a:pt x="101" y="67"/>
                </a:lnTo>
                <a:lnTo>
                  <a:pt x="103" y="67"/>
                </a:lnTo>
                <a:lnTo>
                  <a:pt x="103" y="66"/>
                </a:lnTo>
                <a:lnTo>
                  <a:pt x="103" y="65"/>
                </a:lnTo>
                <a:lnTo>
                  <a:pt x="103" y="64"/>
                </a:lnTo>
                <a:lnTo>
                  <a:pt x="104" y="65"/>
                </a:lnTo>
                <a:lnTo>
                  <a:pt x="104" y="64"/>
                </a:lnTo>
                <a:lnTo>
                  <a:pt x="105" y="64"/>
                </a:lnTo>
                <a:lnTo>
                  <a:pt x="106" y="63"/>
                </a:lnTo>
                <a:lnTo>
                  <a:pt x="107" y="63"/>
                </a:lnTo>
                <a:lnTo>
                  <a:pt x="109" y="63"/>
                </a:lnTo>
                <a:lnTo>
                  <a:pt x="110" y="63"/>
                </a:lnTo>
                <a:lnTo>
                  <a:pt x="110" y="62"/>
                </a:lnTo>
                <a:lnTo>
                  <a:pt x="110" y="61"/>
                </a:lnTo>
                <a:lnTo>
                  <a:pt x="111" y="61"/>
                </a:lnTo>
                <a:lnTo>
                  <a:pt x="111" y="60"/>
                </a:lnTo>
                <a:lnTo>
                  <a:pt x="112" y="60"/>
                </a:lnTo>
                <a:lnTo>
                  <a:pt x="112" y="59"/>
                </a:lnTo>
                <a:lnTo>
                  <a:pt x="113" y="59"/>
                </a:lnTo>
                <a:lnTo>
                  <a:pt x="113" y="58"/>
                </a:lnTo>
                <a:lnTo>
                  <a:pt x="112" y="57"/>
                </a:lnTo>
                <a:lnTo>
                  <a:pt x="111" y="56"/>
                </a:lnTo>
                <a:lnTo>
                  <a:pt x="112" y="56"/>
                </a:lnTo>
                <a:lnTo>
                  <a:pt x="113" y="56"/>
                </a:lnTo>
                <a:lnTo>
                  <a:pt x="113" y="55"/>
                </a:lnTo>
                <a:lnTo>
                  <a:pt x="114" y="55"/>
                </a:lnTo>
                <a:lnTo>
                  <a:pt x="116" y="56"/>
                </a:lnTo>
                <a:lnTo>
                  <a:pt x="117" y="56"/>
                </a:lnTo>
                <a:lnTo>
                  <a:pt x="118" y="56"/>
                </a:lnTo>
                <a:lnTo>
                  <a:pt x="119" y="56"/>
                </a:lnTo>
                <a:lnTo>
                  <a:pt x="120" y="56"/>
                </a:lnTo>
                <a:lnTo>
                  <a:pt x="120" y="57"/>
                </a:lnTo>
                <a:lnTo>
                  <a:pt x="121" y="57"/>
                </a:lnTo>
                <a:lnTo>
                  <a:pt x="122" y="56"/>
                </a:lnTo>
                <a:lnTo>
                  <a:pt x="123" y="56"/>
                </a:lnTo>
                <a:lnTo>
                  <a:pt x="124" y="57"/>
                </a:lnTo>
                <a:lnTo>
                  <a:pt x="124" y="56"/>
                </a:lnTo>
                <a:lnTo>
                  <a:pt x="126" y="56"/>
                </a:lnTo>
                <a:lnTo>
                  <a:pt x="128" y="56"/>
                </a:lnTo>
                <a:lnTo>
                  <a:pt x="127" y="56"/>
                </a:lnTo>
                <a:lnTo>
                  <a:pt x="127" y="57"/>
                </a:lnTo>
                <a:lnTo>
                  <a:pt x="128" y="57"/>
                </a:lnTo>
                <a:lnTo>
                  <a:pt x="129" y="57"/>
                </a:lnTo>
                <a:lnTo>
                  <a:pt x="129" y="56"/>
                </a:lnTo>
                <a:lnTo>
                  <a:pt x="130" y="56"/>
                </a:lnTo>
                <a:lnTo>
                  <a:pt x="131" y="55"/>
                </a:lnTo>
                <a:lnTo>
                  <a:pt x="132" y="55"/>
                </a:lnTo>
                <a:lnTo>
                  <a:pt x="133" y="55"/>
                </a:lnTo>
                <a:lnTo>
                  <a:pt x="134" y="55"/>
                </a:lnTo>
                <a:lnTo>
                  <a:pt x="135" y="54"/>
                </a:lnTo>
                <a:lnTo>
                  <a:pt x="136" y="54"/>
                </a:lnTo>
                <a:lnTo>
                  <a:pt x="137" y="54"/>
                </a:lnTo>
                <a:lnTo>
                  <a:pt x="138" y="54"/>
                </a:lnTo>
                <a:lnTo>
                  <a:pt x="139" y="53"/>
                </a:lnTo>
                <a:lnTo>
                  <a:pt x="139" y="54"/>
                </a:lnTo>
                <a:lnTo>
                  <a:pt x="139" y="53"/>
                </a:lnTo>
                <a:lnTo>
                  <a:pt x="140" y="53"/>
                </a:lnTo>
                <a:lnTo>
                  <a:pt x="141" y="53"/>
                </a:lnTo>
                <a:lnTo>
                  <a:pt x="142" y="53"/>
                </a:lnTo>
                <a:lnTo>
                  <a:pt x="143" y="53"/>
                </a:lnTo>
                <a:lnTo>
                  <a:pt x="144" y="53"/>
                </a:lnTo>
                <a:lnTo>
                  <a:pt x="145" y="53"/>
                </a:lnTo>
                <a:lnTo>
                  <a:pt x="146" y="53"/>
                </a:lnTo>
                <a:lnTo>
                  <a:pt x="147" y="53"/>
                </a:lnTo>
                <a:lnTo>
                  <a:pt x="148" y="52"/>
                </a:lnTo>
                <a:lnTo>
                  <a:pt x="149" y="52"/>
                </a:lnTo>
                <a:lnTo>
                  <a:pt x="150" y="52"/>
                </a:lnTo>
                <a:lnTo>
                  <a:pt x="152" y="52"/>
                </a:lnTo>
                <a:lnTo>
                  <a:pt x="152" y="51"/>
                </a:lnTo>
                <a:lnTo>
                  <a:pt x="154" y="51"/>
                </a:lnTo>
                <a:lnTo>
                  <a:pt x="154" y="52"/>
                </a:lnTo>
                <a:lnTo>
                  <a:pt x="156" y="52"/>
                </a:lnTo>
                <a:lnTo>
                  <a:pt x="156" y="51"/>
                </a:lnTo>
                <a:lnTo>
                  <a:pt x="157" y="51"/>
                </a:lnTo>
                <a:lnTo>
                  <a:pt x="157" y="50"/>
                </a:lnTo>
                <a:lnTo>
                  <a:pt x="158" y="50"/>
                </a:lnTo>
                <a:lnTo>
                  <a:pt x="159" y="50"/>
                </a:lnTo>
                <a:lnTo>
                  <a:pt x="160" y="50"/>
                </a:lnTo>
                <a:lnTo>
                  <a:pt x="162" y="49"/>
                </a:lnTo>
                <a:lnTo>
                  <a:pt x="163" y="49"/>
                </a:lnTo>
                <a:lnTo>
                  <a:pt x="164" y="48"/>
                </a:lnTo>
                <a:lnTo>
                  <a:pt x="165" y="48"/>
                </a:lnTo>
                <a:lnTo>
                  <a:pt x="166" y="48"/>
                </a:lnTo>
                <a:lnTo>
                  <a:pt x="166" y="47"/>
                </a:lnTo>
                <a:lnTo>
                  <a:pt x="167" y="47"/>
                </a:lnTo>
                <a:lnTo>
                  <a:pt x="168" y="47"/>
                </a:lnTo>
                <a:lnTo>
                  <a:pt x="169" y="47"/>
                </a:lnTo>
                <a:lnTo>
                  <a:pt x="169" y="48"/>
                </a:lnTo>
                <a:lnTo>
                  <a:pt x="170" y="48"/>
                </a:lnTo>
                <a:lnTo>
                  <a:pt x="170" y="47"/>
                </a:lnTo>
                <a:lnTo>
                  <a:pt x="171" y="48"/>
                </a:lnTo>
                <a:lnTo>
                  <a:pt x="172" y="48"/>
                </a:lnTo>
                <a:lnTo>
                  <a:pt x="173" y="47"/>
                </a:lnTo>
                <a:lnTo>
                  <a:pt x="173" y="46"/>
                </a:lnTo>
                <a:lnTo>
                  <a:pt x="174" y="46"/>
                </a:lnTo>
                <a:lnTo>
                  <a:pt x="175" y="46"/>
                </a:lnTo>
                <a:lnTo>
                  <a:pt x="175" y="45"/>
                </a:lnTo>
                <a:lnTo>
                  <a:pt x="177" y="45"/>
                </a:lnTo>
                <a:lnTo>
                  <a:pt x="177" y="46"/>
                </a:lnTo>
                <a:lnTo>
                  <a:pt x="177" y="45"/>
                </a:lnTo>
                <a:lnTo>
                  <a:pt x="178" y="45"/>
                </a:lnTo>
                <a:lnTo>
                  <a:pt x="178" y="44"/>
                </a:lnTo>
                <a:lnTo>
                  <a:pt x="179" y="44"/>
                </a:lnTo>
                <a:lnTo>
                  <a:pt x="179" y="43"/>
                </a:lnTo>
                <a:lnTo>
                  <a:pt x="180" y="43"/>
                </a:lnTo>
                <a:lnTo>
                  <a:pt x="181" y="43"/>
                </a:lnTo>
                <a:lnTo>
                  <a:pt x="182" y="43"/>
                </a:lnTo>
                <a:lnTo>
                  <a:pt x="183" y="43"/>
                </a:lnTo>
                <a:lnTo>
                  <a:pt x="183" y="42"/>
                </a:lnTo>
                <a:lnTo>
                  <a:pt x="184" y="42"/>
                </a:lnTo>
                <a:lnTo>
                  <a:pt x="184" y="41"/>
                </a:lnTo>
                <a:lnTo>
                  <a:pt x="185" y="41"/>
                </a:lnTo>
                <a:lnTo>
                  <a:pt x="186" y="41"/>
                </a:lnTo>
                <a:lnTo>
                  <a:pt x="187" y="41"/>
                </a:lnTo>
                <a:lnTo>
                  <a:pt x="188" y="41"/>
                </a:lnTo>
                <a:lnTo>
                  <a:pt x="189" y="41"/>
                </a:lnTo>
                <a:lnTo>
                  <a:pt x="190" y="41"/>
                </a:lnTo>
                <a:lnTo>
                  <a:pt x="190" y="40"/>
                </a:lnTo>
                <a:lnTo>
                  <a:pt x="190" y="41"/>
                </a:lnTo>
                <a:lnTo>
                  <a:pt x="191" y="40"/>
                </a:lnTo>
                <a:lnTo>
                  <a:pt x="192" y="40"/>
                </a:lnTo>
                <a:lnTo>
                  <a:pt x="193" y="40"/>
                </a:lnTo>
                <a:lnTo>
                  <a:pt x="193" y="39"/>
                </a:lnTo>
                <a:lnTo>
                  <a:pt x="194" y="39"/>
                </a:lnTo>
                <a:lnTo>
                  <a:pt x="194" y="40"/>
                </a:lnTo>
                <a:lnTo>
                  <a:pt x="195" y="40"/>
                </a:lnTo>
                <a:lnTo>
                  <a:pt x="195" y="39"/>
                </a:lnTo>
                <a:lnTo>
                  <a:pt x="196" y="39"/>
                </a:lnTo>
                <a:lnTo>
                  <a:pt x="197" y="39"/>
                </a:lnTo>
                <a:lnTo>
                  <a:pt x="198" y="38"/>
                </a:lnTo>
                <a:lnTo>
                  <a:pt x="199" y="38"/>
                </a:lnTo>
                <a:lnTo>
                  <a:pt x="200" y="38"/>
                </a:lnTo>
                <a:lnTo>
                  <a:pt x="201" y="38"/>
                </a:lnTo>
                <a:lnTo>
                  <a:pt x="201" y="37"/>
                </a:lnTo>
                <a:lnTo>
                  <a:pt x="202" y="37"/>
                </a:lnTo>
                <a:lnTo>
                  <a:pt x="202" y="38"/>
                </a:lnTo>
                <a:lnTo>
                  <a:pt x="202" y="37"/>
                </a:lnTo>
                <a:lnTo>
                  <a:pt x="203" y="37"/>
                </a:lnTo>
                <a:lnTo>
                  <a:pt x="203" y="36"/>
                </a:lnTo>
                <a:lnTo>
                  <a:pt x="204" y="37"/>
                </a:lnTo>
                <a:lnTo>
                  <a:pt x="205" y="37"/>
                </a:lnTo>
                <a:lnTo>
                  <a:pt x="205" y="36"/>
                </a:lnTo>
                <a:lnTo>
                  <a:pt x="205" y="37"/>
                </a:lnTo>
                <a:lnTo>
                  <a:pt x="206" y="37"/>
                </a:lnTo>
                <a:lnTo>
                  <a:pt x="206" y="36"/>
                </a:lnTo>
                <a:lnTo>
                  <a:pt x="207" y="36"/>
                </a:lnTo>
                <a:lnTo>
                  <a:pt x="208" y="35"/>
                </a:lnTo>
                <a:lnTo>
                  <a:pt x="209" y="35"/>
                </a:lnTo>
                <a:lnTo>
                  <a:pt x="210" y="35"/>
                </a:lnTo>
                <a:lnTo>
                  <a:pt x="211" y="35"/>
                </a:lnTo>
                <a:lnTo>
                  <a:pt x="213" y="35"/>
                </a:lnTo>
                <a:lnTo>
                  <a:pt x="214" y="35"/>
                </a:lnTo>
                <a:lnTo>
                  <a:pt x="215" y="35"/>
                </a:lnTo>
                <a:lnTo>
                  <a:pt x="215" y="36"/>
                </a:lnTo>
                <a:lnTo>
                  <a:pt x="216" y="36"/>
                </a:lnTo>
                <a:lnTo>
                  <a:pt x="216" y="35"/>
                </a:lnTo>
                <a:lnTo>
                  <a:pt x="217" y="35"/>
                </a:lnTo>
                <a:lnTo>
                  <a:pt x="218" y="35"/>
                </a:lnTo>
                <a:lnTo>
                  <a:pt x="218" y="34"/>
                </a:lnTo>
                <a:lnTo>
                  <a:pt x="219" y="34"/>
                </a:lnTo>
                <a:lnTo>
                  <a:pt x="220" y="34"/>
                </a:lnTo>
                <a:lnTo>
                  <a:pt x="221" y="34"/>
                </a:lnTo>
                <a:lnTo>
                  <a:pt x="222" y="34"/>
                </a:lnTo>
                <a:lnTo>
                  <a:pt x="223" y="34"/>
                </a:lnTo>
                <a:lnTo>
                  <a:pt x="224" y="34"/>
                </a:lnTo>
                <a:lnTo>
                  <a:pt x="224" y="33"/>
                </a:lnTo>
                <a:lnTo>
                  <a:pt x="224" y="32"/>
                </a:lnTo>
                <a:lnTo>
                  <a:pt x="225" y="32"/>
                </a:lnTo>
                <a:lnTo>
                  <a:pt x="226" y="32"/>
                </a:lnTo>
                <a:lnTo>
                  <a:pt x="227" y="31"/>
                </a:lnTo>
                <a:lnTo>
                  <a:pt x="228" y="31"/>
                </a:lnTo>
                <a:lnTo>
                  <a:pt x="229" y="30"/>
                </a:lnTo>
                <a:lnTo>
                  <a:pt x="230" y="30"/>
                </a:lnTo>
                <a:lnTo>
                  <a:pt x="231" y="29"/>
                </a:lnTo>
                <a:lnTo>
                  <a:pt x="231" y="30"/>
                </a:lnTo>
                <a:lnTo>
                  <a:pt x="232" y="30"/>
                </a:lnTo>
                <a:lnTo>
                  <a:pt x="232" y="29"/>
                </a:lnTo>
                <a:lnTo>
                  <a:pt x="233" y="28"/>
                </a:lnTo>
                <a:lnTo>
                  <a:pt x="234" y="28"/>
                </a:lnTo>
                <a:lnTo>
                  <a:pt x="235" y="28"/>
                </a:lnTo>
                <a:lnTo>
                  <a:pt x="236" y="28"/>
                </a:lnTo>
                <a:lnTo>
                  <a:pt x="236" y="27"/>
                </a:lnTo>
                <a:lnTo>
                  <a:pt x="237" y="27"/>
                </a:lnTo>
                <a:lnTo>
                  <a:pt x="237" y="28"/>
                </a:lnTo>
                <a:lnTo>
                  <a:pt x="238" y="27"/>
                </a:lnTo>
                <a:lnTo>
                  <a:pt x="239" y="27"/>
                </a:lnTo>
                <a:lnTo>
                  <a:pt x="240" y="27"/>
                </a:lnTo>
                <a:lnTo>
                  <a:pt x="241" y="26"/>
                </a:lnTo>
                <a:lnTo>
                  <a:pt x="242" y="26"/>
                </a:lnTo>
                <a:lnTo>
                  <a:pt x="243" y="26"/>
                </a:lnTo>
                <a:lnTo>
                  <a:pt x="244" y="26"/>
                </a:lnTo>
                <a:lnTo>
                  <a:pt x="245" y="25"/>
                </a:lnTo>
                <a:lnTo>
                  <a:pt x="246" y="26"/>
                </a:lnTo>
                <a:lnTo>
                  <a:pt x="247" y="26"/>
                </a:lnTo>
                <a:lnTo>
                  <a:pt x="248" y="25"/>
                </a:lnTo>
                <a:lnTo>
                  <a:pt x="249" y="26"/>
                </a:lnTo>
                <a:lnTo>
                  <a:pt x="249" y="25"/>
                </a:lnTo>
                <a:lnTo>
                  <a:pt x="250" y="25"/>
                </a:lnTo>
                <a:lnTo>
                  <a:pt x="250" y="26"/>
                </a:lnTo>
                <a:lnTo>
                  <a:pt x="251" y="26"/>
                </a:lnTo>
                <a:lnTo>
                  <a:pt x="252" y="25"/>
                </a:lnTo>
                <a:lnTo>
                  <a:pt x="252" y="24"/>
                </a:lnTo>
                <a:lnTo>
                  <a:pt x="253" y="24"/>
                </a:lnTo>
                <a:lnTo>
                  <a:pt x="253" y="23"/>
                </a:lnTo>
                <a:lnTo>
                  <a:pt x="254" y="23"/>
                </a:lnTo>
                <a:lnTo>
                  <a:pt x="255" y="23"/>
                </a:lnTo>
                <a:lnTo>
                  <a:pt x="256" y="23"/>
                </a:lnTo>
                <a:lnTo>
                  <a:pt x="257" y="22"/>
                </a:lnTo>
                <a:lnTo>
                  <a:pt x="258" y="22"/>
                </a:lnTo>
                <a:lnTo>
                  <a:pt x="261" y="22"/>
                </a:lnTo>
                <a:lnTo>
                  <a:pt x="262" y="21"/>
                </a:lnTo>
                <a:lnTo>
                  <a:pt x="265" y="21"/>
                </a:lnTo>
                <a:lnTo>
                  <a:pt x="265" y="22"/>
                </a:lnTo>
                <a:lnTo>
                  <a:pt x="266" y="22"/>
                </a:lnTo>
                <a:lnTo>
                  <a:pt x="267" y="22"/>
                </a:lnTo>
                <a:lnTo>
                  <a:pt x="270" y="22"/>
                </a:lnTo>
                <a:lnTo>
                  <a:pt x="270" y="21"/>
                </a:lnTo>
                <a:lnTo>
                  <a:pt x="271" y="21"/>
                </a:lnTo>
                <a:lnTo>
                  <a:pt x="271" y="20"/>
                </a:lnTo>
                <a:lnTo>
                  <a:pt x="273" y="20"/>
                </a:lnTo>
                <a:lnTo>
                  <a:pt x="273" y="21"/>
                </a:lnTo>
                <a:lnTo>
                  <a:pt x="273" y="20"/>
                </a:lnTo>
                <a:lnTo>
                  <a:pt x="272" y="19"/>
                </a:lnTo>
                <a:lnTo>
                  <a:pt x="272" y="18"/>
                </a:lnTo>
                <a:lnTo>
                  <a:pt x="273" y="18"/>
                </a:lnTo>
                <a:lnTo>
                  <a:pt x="273" y="17"/>
                </a:lnTo>
                <a:lnTo>
                  <a:pt x="274" y="17"/>
                </a:lnTo>
                <a:lnTo>
                  <a:pt x="275" y="17"/>
                </a:lnTo>
                <a:lnTo>
                  <a:pt x="276" y="17"/>
                </a:lnTo>
                <a:lnTo>
                  <a:pt x="277" y="17"/>
                </a:lnTo>
                <a:lnTo>
                  <a:pt x="277" y="16"/>
                </a:lnTo>
                <a:lnTo>
                  <a:pt x="277" y="15"/>
                </a:lnTo>
                <a:lnTo>
                  <a:pt x="277" y="14"/>
                </a:lnTo>
                <a:lnTo>
                  <a:pt x="278" y="13"/>
                </a:lnTo>
                <a:lnTo>
                  <a:pt x="279" y="13"/>
                </a:lnTo>
                <a:lnTo>
                  <a:pt x="279" y="12"/>
                </a:lnTo>
                <a:lnTo>
                  <a:pt x="280" y="11"/>
                </a:lnTo>
                <a:lnTo>
                  <a:pt x="282" y="11"/>
                </a:lnTo>
                <a:lnTo>
                  <a:pt x="283" y="11"/>
                </a:lnTo>
                <a:lnTo>
                  <a:pt x="284" y="11"/>
                </a:lnTo>
                <a:lnTo>
                  <a:pt x="284" y="10"/>
                </a:lnTo>
                <a:lnTo>
                  <a:pt x="285" y="10"/>
                </a:lnTo>
                <a:lnTo>
                  <a:pt x="285" y="11"/>
                </a:lnTo>
                <a:lnTo>
                  <a:pt x="286" y="11"/>
                </a:lnTo>
                <a:lnTo>
                  <a:pt x="286" y="10"/>
                </a:lnTo>
                <a:lnTo>
                  <a:pt x="286" y="11"/>
                </a:lnTo>
                <a:lnTo>
                  <a:pt x="287" y="11"/>
                </a:lnTo>
                <a:lnTo>
                  <a:pt x="288" y="11"/>
                </a:lnTo>
                <a:lnTo>
                  <a:pt x="289" y="10"/>
                </a:lnTo>
                <a:lnTo>
                  <a:pt x="289" y="11"/>
                </a:lnTo>
                <a:lnTo>
                  <a:pt x="291" y="11"/>
                </a:lnTo>
                <a:lnTo>
                  <a:pt x="291" y="10"/>
                </a:lnTo>
                <a:lnTo>
                  <a:pt x="292" y="10"/>
                </a:lnTo>
                <a:lnTo>
                  <a:pt x="293" y="10"/>
                </a:lnTo>
                <a:lnTo>
                  <a:pt x="293" y="9"/>
                </a:lnTo>
                <a:lnTo>
                  <a:pt x="294" y="9"/>
                </a:lnTo>
                <a:lnTo>
                  <a:pt x="294" y="10"/>
                </a:lnTo>
                <a:lnTo>
                  <a:pt x="295" y="11"/>
                </a:lnTo>
                <a:lnTo>
                  <a:pt x="295" y="10"/>
                </a:lnTo>
                <a:lnTo>
                  <a:pt x="296" y="10"/>
                </a:lnTo>
                <a:lnTo>
                  <a:pt x="297" y="10"/>
                </a:lnTo>
                <a:lnTo>
                  <a:pt x="298" y="10"/>
                </a:lnTo>
                <a:lnTo>
                  <a:pt x="299" y="9"/>
                </a:lnTo>
                <a:lnTo>
                  <a:pt x="300" y="9"/>
                </a:lnTo>
                <a:lnTo>
                  <a:pt x="301" y="9"/>
                </a:lnTo>
                <a:lnTo>
                  <a:pt x="302" y="9"/>
                </a:lnTo>
                <a:lnTo>
                  <a:pt x="303" y="8"/>
                </a:lnTo>
                <a:lnTo>
                  <a:pt x="304" y="8"/>
                </a:lnTo>
                <a:lnTo>
                  <a:pt x="305" y="8"/>
                </a:lnTo>
                <a:lnTo>
                  <a:pt x="305" y="7"/>
                </a:lnTo>
                <a:lnTo>
                  <a:pt x="306" y="7"/>
                </a:lnTo>
                <a:lnTo>
                  <a:pt x="307" y="7"/>
                </a:lnTo>
                <a:lnTo>
                  <a:pt x="307" y="8"/>
                </a:lnTo>
                <a:lnTo>
                  <a:pt x="308" y="7"/>
                </a:lnTo>
                <a:lnTo>
                  <a:pt x="308" y="8"/>
                </a:lnTo>
                <a:lnTo>
                  <a:pt x="309" y="8"/>
                </a:lnTo>
                <a:lnTo>
                  <a:pt x="310" y="8"/>
                </a:lnTo>
                <a:lnTo>
                  <a:pt x="310" y="7"/>
                </a:lnTo>
                <a:lnTo>
                  <a:pt x="311" y="7"/>
                </a:lnTo>
                <a:lnTo>
                  <a:pt x="313" y="7"/>
                </a:lnTo>
                <a:lnTo>
                  <a:pt x="314" y="7"/>
                </a:lnTo>
                <a:lnTo>
                  <a:pt x="314" y="6"/>
                </a:lnTo>
                <a:lnTo>
                  <a:pt x="315" y="6"/>
                </a:lnTo>
                <a:lnTo>
                  <a:pt x="315" y="5"/>
                </a:lnTo>
                <a:lnTo>
                  <a:pt x="316" y="5"/>
                </a:lnTo>
                <a:lnTo>
                  <a:pt x="317" y="5"/>
                </a:lnTo>
                <a:lnTo>
                  <a:pt x="318" y="5"/>
                </a:lnTo>
                <a:lnTo>
                  <a:pt x="319" y="5"/>
                </a:lnTo>
                <a:lnTo>
                  <a:pt x="320" y="5"/>
                </a:lnTo>
                <a:lnTo>
                  <a:pt x="320" y="4"/>
                </a:lnTo>
                <a:lnTo>
                  <a:pt x="321" y="4"/>
                </a:lnTo>
                <a:lnTo>
                  <a:pt x="322" y="5"/>
                </a:lnTo>
                <a:lnTo>
                  <a:pt x="322" y="6"/>
                </a:lnTo>
                <a:lnTo>
                  <a:pt x="323" y="7"/>
                </a:lnTo>
                <a:lnTo>
                  <a:pt x="324" y="7"/>
                </a:lnTo>
                <a:lnTo>
                  <a:pt x="324" y="6"/>
                </a:lnTo>
                <a:lnTo>
                  <a:pt x="325" y="6"/>
                </a:lnTo>
                <a:lnTo>
                  <a:pt x="326" y="6"/>
                </a:lnTo>
                <a:lnTo>
                  <a:pt x="327" y="6"/>
                </a:lnTo>
                <a:lnTo>
                  <a:pt x="328" y="6"/>
                </a:lnTo>
                <a:lnTo>
                  <a:pt x="329" y="7"/>
                </a:lnTo>
                <a:lnTo>
                  <a:pt x="330" y="7"/>
                </a:lnTo>
                <a:lnTo>
                  <a:pt x="330" y="6"/>
                </a:lnTo>
                <a:lnTo>
                  <a:pt x="331" y="6"/>
                </a:lnTo>
                <a:lnTo>
                  <a:pt x="332" y="6"/>
                </a:lnTo>
                <a:lnTo>
                  <a:pt x="332" y="5"/>
                </a:lnTo>
                <a:lnTo>
                  <a:pt x="333" y="5"/>
                </a:lnTo>
                <a:lnTo>
                  <a:pt x="333" y="4"/>
                </a:lnTo>
                <a:lnTo>
                  <a:pt x="334" y="4"/>
                </a:lnTo>
                <a:lnTo>
                  <a:pt x="335" y="3"/>
                </a:lnTo>
                <a:lnTo>
                  <a:pt x="336" y="3"/>
                </a:lnTo>
                <a:lnTo>
                  <a:pt x="337" y="4"/>
                </a:lnTo>
                <a:lnTo>
                  <a:pt x="338" y="5"/>
                </a:lnTo>
                <a:lnTo>
                  <a:pt x="338" y="6"/>
                </a:lnTo>
                <a:lnTo>
                  <a:pt x="337" y="7"/>
                </a:lnTo>
                <a:lnTo>
                  <a:pt x="337" y="8"/>
                </a:lnTo>
                <a:lnTo>
                  <a:pt x="337" y="9"/>
                </a:lnTo>
                <a:lnTo>
                  <a:pt x="337" y="10"/>
                </a:lnTo>
                <a:lnTo>
                  <a:pt x="337" y="11"/>
                </a:lnTo>
                <a:lnTo>
                  <a:pt x="338" y="11"/>
                </a:lnTo>
                <a:lnTo>
                  <a:pt x="339" y="11"/>
                </a:lnTo>
                <a:lnTo>
                  <a:pt x="340" y="12"/>
                </a:lnTo>
                <a:lnTo>
                  <a:pt x="340" y="13"/>
                </a:lnTo>
                <a:lnTo>
                  <a:pt x="341" y="13"/>
                </a:lnTo>
                <a:lnTo>
                  <a:pt x="341" y="14"/>
                </a:lnTo>
                <a:lnTo>
                  <a:pt x="341" y="15"/>
                </a:lnTo>
                <a:lnTo>
                  <a:pt x="342" y="15"/>
                </a:lnTo>
                <a:lnTo>
                  <a:pt x="343" y="16"/>
                </a:lnTo>
                <a:lnTo>
                  <a:pt x="343" y="17"/>
                </a:lnTo>
                <a:lnTo>
                  <a:pt x="343" y="22"/>
                </a:lnTo>
                <a:lnTo>
                  <a:pt x="343" y="24"/>
                </a:lnTo>
                <a:lnTo>
                  <a:pt x="342" y="29"/>
                </a:lnTo>
                <a:lnTo>
                  <a:pt x="342" y="30"/>
                </a:lnTo>
                <a:lnTo>
                  <a:pt x="344" y="30"/>
                </a:lnTo>
                <a:lnTo>
                  <a:pt x="347" y="30"/>
                </a:lnTo>
                <a:lnTo>
                  <a:pt x="348" y="31"/>
                </a:lnTo>
                <a:lnTo>
                  <a:pt x="349" y="31"/>
                </a:lnTo>
                <a:lnTo>
                  <a:pt x="349" y="32"/>
                </a:lnTo>
                <a:lnTo>
                  <a:pt x="350" y="32"/>
                </a:lnTo>
                <a:lnTo>
                  <a:pt x="351" y="33"/>
                </a:lnTo>
                <a:lnTo>
                  <a:pt x="353" y="33"/>
                </a:lnTo>
                <a:lnTo>
                  <a:pt x="353" y="32"/>
                </a:lnTo>
                <a:lnTo>
                  <a:pt x="354" y="32"/>
                </a:lnTo>
                <a:lnTo>
                  <a:pt x="355" y="32"/>
                </a:lnTo>
                <a:lnTo>
                  <a:pt x="355" y="31"/>
                </a:lnTo>
                <a:lnTo>
                  <a:pt x="356" y="31"/>
                </a:lnTo>
                <a:lnTo>
                  <a:pt x="357" y="31"/>
                </a:lnTo>
                <a:lnTo>
                  <a:pt x="359" y="31"/>
                </a:lnTo>
                <a:lnTo>
                  <a:pt x="361" y="31"/>
                </a:lnTo>
                <a:lnTo>
                  <a:pt x="364" y="31"/>
                </a:lnTo>
                <a:lnTo>
                  <a:pt x="364" y="30"/>
                </a:lnTo>
                <a:lnTo>
                  <a:pt x="367" y="30"/>
                </a:lnTo>
                <a:lnTo>
                  <a:pt x="368" y="30"/>
                </a:lnTo>
                <a:lnTo>
                  <a:pt x="369" y="30"/>
                </a:lnTo>
                <a:lnTo>
                  <a:pt x="370" y="30"/>
                </a:lnTo>
                <a:lnTo>
                  <a:pt x="371" y="30"/>
                </a:lnTo>
                <a:lnTo>
                  <a:pt x="372" y="30"/>
                </a:lnTo>
                <a:lnTo>
                  <a:pt x="377" y="30"/>
                </a:lnTo>
                <a:lnTo>
                  <a:pt x="387" y="30"/>
                </a:lnTo>
                <a:lnTo>
                  <a:pt x="389" y="30"/>
                </a:lnTo>
                <a:lnTo>
                  <a:pt x="391" y="30"/>
                </a:lnTo>
                <a:lnTo>
                  <a:pt x="391" y="29"/>
                </a:lnTo>
                <a:lnTo>
                  <a:pt x="391" y="30"/>
                </a:lnTo>
                <a:lnTo>
                  <a:pt x="392" y="30"/>
                </a:lnTo>
                <a:lnTo>
                  <a:pt x="393" y="31"/>
                </a:lnTo>
                <a:lnTo>
                  <a:pt x="394" y="31"/>
                </a:lnTo>
                <a:lnTo>
                  <a:pt x="395" y="32"/>
                </a:lnTo>
                <a:lnTo>
                  <a:pt x="396" y="33"/>
                </a:lnTo>
                <a:lnTo>
                  <a:pt x="397" y="33"/>
                </a:lnTo>
                <a:lnTo>
                  <a:pt x="399" y="34"/>
                </a:lnTo>
                <a:lnTo>
                  <a:pt x="400" y="34"/>
                </a:lnTo>
                <a:lnTo>
                  <a:pt x="400" y="35"/>
                </a:lnTo>
                <a:lnTo>
                  <a:pt x="405" y="35"/>
                </a:lnTo>
                <a:lnTo>
                  <a:pt x="405" y="39"/>
                </a:lnTo>
                <a:lnTo>
                  <a:pt x="404" y="39"/>
                </a:lnTo>
                <a:lnTo>
                  <a:pt x="403" y="40"/>
                </a:lnTo>
                <a:lnTo>
                  <a:pt x="401" y="40"/>
                </a:lnTo>
                <a:lnTo>
                  <a:pt x="400" y="40"/>
                </a:lnTo>
                <a:lnTo>
                  <a:pt x="399" y="40"/>
                </a:lnTo>
                <a:lnTo>
                  <a:pt x="398" y="40"/>
                </a:lnTo>
                <a:lnTo>
                  <a:pt x="397" y="40"/>
                </a:lnTo>
                <a:lnTo>
                  <a:pt x="396" y="40"/>
                </a:lnTo>
                <a:lnTo>
                  <a:pt x="395" y="40"/>
                </a:lnTo>
                <a:lnTo>
                  <a:pt x="394" y="40"/>
                </a:lnTo>
                <a:lnTo>
                  <a:pt x="394" y="41"/>
                </a:lnTo>
                <a:lnTo>
                  <a:pt x="393" y="41"/>
                </a:lnTo>
                <a:lnTo>
                  <a:pt x="393" y="42"/>
                </a:lnTo>
                <a:lnTo>
                  <a:pt x="394" y="42"/>
                </a:lnTo>
                <a:lnTo>
                  <a:pt x="394" y="43"/>
                </a:lnTo>
                <a:lnTo>
                  <a:pt x="395" y="44"/>
                </a:lnTo>
                <a:lnTo>
                  <a:pt x="395" y="45"/>
                </a:lnTo>
                <a:lnTo>
                  <a:pt x="396" y="45"/>
                </a:lnTo>
                <a:lnTo>
                  <a:pt x="396" y="46"/>
                </a:lnTo>
                <a:lnTo>
                  <a:pt x="397" y="46"/>
                </a:lnTo>
                <a:lnTo>
                  <a:pt x="397" y="47"/>
                </a:lnTo>
                <a:lnTo>
                  <a:pt x="398" y="47"/>
                </a:lnTo>
                <a:lnTo>
                  <a:pt x="398" y="48"/>
                </a:lnTo>
                <a:lnTo>
                  <a:pt x="399" y="48"/>
                </a:lnTo>
                <a:lnTo>
                  <a:pt x="400" y="49"/>
                </a:lnTo>
                <a:lnTo>
                  <a:pt x="401" y="49"/>
                </a:lnTo>
                <a:lnTo>
                  <a:pt x="402" y="49"/>
                </a:lnTo>
                <a:lnTo>
                  <a:pt x="402" y="50"/>
                </a:lnTo>
                <a:lnTo>
                  <a:pt x="403" y="50"/>
                </a:lnTo>
                <a:lnTo>
                  <a:pt x="404" y="50"/>
                </a:lnTo>
                <a:lnTo>
                  <a:pt x="405" y="50"/>
                </a:lnTo>
                <a:lnTo>
                  <a:pt x="407" y="50"/>
                </a:lnTo>
                <a:lnTo>
                  <a:pt x="408" y="50"/>
                </a:lnTo>
                <a:lnTo>
                  <a:pt x="408" y="51"/>
                </a:lnTo>
                <a:lnTo>
                  <a:pt x="410" y="51"/>
                </a:lnTo>
                <a:lnTo>
                  <a:pt x="411" y="51"/>
                </a:lnTo>
                <a:lnTo>
                  <a:pt x="412" y="50"/>
                </a:lnTo>
                <a:lnTo>
                  <a:pt x="413" y="50"/>
                </a:lnTo>
                <a:lnTo>
                  <a:pt x="414" y="50"/>
                </a:lnTo>
                <a:lnTo>
                  <a:pt x="415" y="50"/>
                </a:lnTo>
                <a:lnTo>
                  <a:pt x="417" y="49"/>
                </a:lnTo>
                <a:lnTo>
                  <a:pt x="423" y="48"/>
                </a:lnTo>
                <a:lnTo>
                  <a:pt x="426" y="48"/>
                </a:lnTo>
                <a:lnTo>
                  <a:pt x="438" y="47"/>
                </a:lnTo>
                <a:lnTo>
                  <a:pt x="440" y="46"/>
                </a:lnTo>
                <a:lnTo>
                  <a:pt x="441" y="47"/>
                </a:lnTo>
                <a:lnTo>
                  <a:pt x="442" y="47"/>
                </a:lnTo>
                <a:lnTo>
                  <a:pt x="445" y="47"/>
                </a:lnTo>
                <a:lnTo>
                  <a:pt x="446" y="47"/>
                </a:lnTo>
                <a:lnTo>
                  <a:pt x="447" y="47"/>
                </a:lnTo>
                <a:lnTo>
                  <a:pt x="447" y="46"/>
                </a:lnTo>
                <a:lnTo>
                  <a:pt x="448" y="46"/>
                </a:lnTo>
                <a:lnTo>
                  <a:pt x="449" y="46"/>
                </a:lnTo>
                <a:lnTo>
                  <a:pt x="449" y="47"/>
                </a:lnTo>
                <a:lnTo>
                  <a:pt x="449" y="48"/>
                </a:lnTo>
                <a:lnTo>
                  <a:pt x="450" y="48"/>
                </a:lnTo>
                <a:lnTo>
                  <a:pt x="450" y="49"/>
                </a:lnTo>
                <a:lnTo>
                  <a:pt x="450" y="50"/>
                </a:lnTo>
                <a:lnTo>
                  <a:pt x="451" y="50"/>
                </a:lnTo>
                <a:lnTo>
                  <a:pt x="451" y="51"/>
                </a:lnTo>
                <a:lnTo>
                  <a:pt x="451" y="52"/>
                </a:lnTo>
                <a:lnTo>
                  <a:pt x="451" y="53"/>
                </a:lnTo>
                <a:lnTo>
                  <a:pt x="452" y="53"/>
                </a:lnTo>
                <a:lnTo>
                  <a:pt x="452" y="54"/>
                </a:lnTo>
                <a:lnTo>
                  <a:pt x="452" y="55"/>
                </a:lnTo>
                <a:lnTo>
                  <a:pt x="453" y="55"/>
                </a:lnTo>
                <a:lnTo>
                  <a:pt x="453" y="56"/>
                </a:lnTo>
                <a:lnTo>
                  <a:pt x="453" y="57"/>
                </a:lnTo>
                <a:lnTo>
                  <a:pt x="453" y="58"/>
                </a:lnTo>
                <a:lnTo>
                  <a:pt x="454" y="58"/>
                </a:lnTo>
                <a:lnTo>
                  <a:pt x="454" y="59"/>
                </a:lnTo>
                <a:lnTo>
                  <a:pt x="454" y="60"/>
                </a:lnTo>
                <a:lnTo>
                  <a:pt x="455" y="61"/>
                </a:lnTo>
                <a:lnTo>
                  <a:pt x="455" y="62"/>
                </a:lnTo>
                <a:lnTo>
                  <a:pt x="455" y="63"/>
                </a:lnTo>
                <a:lnTo>
                  <a:pt x="456" y="63"/>
                </a:lnTo>
                <a:lnTo>
                  <a:pt x="456" y="64"/>
                </a:lnTo>
                <a:lnTo>
                  <a:pt x="456" y="65"/>
                </a:lnTo>
                <a:lnTo>
                  <a:pt x="457" y="65"/>
                </a:lnTo>
                <a:lnTo>
                  <a:pt x="457" y="66"/>
                </a:lnTo>
                <a:lnTo>
                  <a:pt x="457" y="67"/>
                </a:lnTo>
                <a:lnTo>
                  <a:pt x="457" y="68"/>
                </a:lnTo>
                <a:lnTo>
                  <a:pt x="458" y="68"/>
                </a:lnTo>
                <a:lnTo>
                  <a:pt x="458" y="69"/>
                </a:lnTo>
                <a:lnTo>
                  <a:pt x="458" y="70"/>
                </a:lnTo>
                <a:lnTo>
                  <a:pt x="458" y="71"/>
                </a:lnTo>
                <a:lnTo>
                  <a:pt x="459" y="71"/>
                </a:lnTo>
                <a:lnTo>
                  <a:pt x="459" y="72"/>
                </a:lnTo>
                <a:lnTo>
                  <a:pt x="459" y="73"/>
                </a:lnTo>
                <a:lnTo>
                  <a:pt x="460" y="73"/>
                </a:lnTo>
                <a:lnTo>
                  <a:pt x="460" y="74"/>
                </a:lnTo>
                <a:lnTo>
                  <a:pt x="460" y="75"/>
                </a:lnTo>
                <a:lnTo>
                  <a:pt x="460" y="76"/>
                </a:lnTo>
                <a:lnTo>
                  <a:pt x="461" y="76"/>
                </a:lnTo>
                <a:lnTo>
                  <a:pt x="461" y="77"/>
                </a:lnTo>
                <a:lnTo>
                  <a:pt x="461" y="78"/>
                </a:lnTo>
                <a:lnTo>
                  <a:pt x="462" y="78"/>
                </a:lnTo>
                <a:lnTo>
                  <a:pt x="462" y="79"/>
                </a:lnTo>
                <a:lnTo>
                  <a:pt x="462" y="80"/>
                </a:lnTo>
                <a:lnTo>
                  <a:pt x="463" y="80"/>
                </a:lnTo>
                <a:lnTo>
                  <a:pt x="463" y="81"/>
                </a:lnTo>
                <a:lnTo>
                  <a:pt x="463" y="82"/>
                </a:lnTo>
                <a:lnTo>
                  <a:pt x="463" y="87"/>
                </a:lnTo>
                <a:lnTo>
                  <a:pt x="464" y="87"/>
                </a:lnTo>
                <a:lnTo>
                  <a:pt x="464" y="88"/>
                </a:lnTo>
                <a:lnTo>
                  <a:pt x="465" y="88"/>
                </a:lnTo>
                <a:lnTo>
                  <a:pt x="466" y="88"/>
                </a:lnTo>
                <a:lnTo>
                  <a:pt x="466" y="87"/>
                </a:lnTo>
                <a:lnTo>
                  <a:pt x="467" y="87"/>
                </a:lnTo>
                <a:lnTo>
                  <a:pt x="468" y="86"/>
                </a:lnTo>
                <a:lnTo>
                  <a:pt x="469" y="86"/>
                </a:lnTo>
                <a:lnTo>
                  <a:pt x="470" y="86"/>
                </a:lnTo>
                <a:lnTo>
                  <a:pt x="471" y="86"/>
                </a:lnTo>
                <a:lnTo>
                  <a:pt x="472" y="86"/>
                </a:lnTo>
                <a:lnTo>
                  <a:pt x="472" y="85"/>
                </a:lnTo>
                <a:lnTo>
                  <a:pt x="473" y="85"/>
                </a:lnTo>
                <a:lnTo>
                  <a:pt x="474" y="85"/>
                </a:lnTo>
                <a:lnTo>
                  <a:pt x="475" y="85"/>
                </a:lnTo>
                <a:lnTo>
                  <a:pt x="476" y="84"/>
                </a:lnTo>
                <a:lnTo>
                  <a:pt x="477" y="84"/>
                </a:lnTo>
                <a:lnTo>
                  <a:pt x="477" y="85"/>
                </a:lnTo>
                <a:lnTo>
                  <a:pt x="478" y="85"/>
                </a:lnTo>
                <a:lnTo>
                  <a:pt x="478" y="84"/>
                </a:lnTo>
                <a:lnTo>
                  <a:pt x="479" y="84"/>
                </a:lnTo>
                <a:lnTo>
                  <a:pt x="480" y="84"/>
                </a:lnTo>
                <a:lnTo>
                  <a:pt x="481" y="84"/>
                </a:lnTo>
                <a:lnTo>
                  <a:pt x="482" y="84"/>
                </a:lnTo>
                <a:lnTo>
                  <a:pt x="483" y="84"/>
                </a:lnTo>
                <a:lnTo>
                  <a:pt x="483" y="85"/>
                </a:lnTo>
                <a:lnTo>
                  <a:pt x="484" y="84"/>
                </a:lnTo>
                <a:lnTo>
                  <a:pt x="485" y="84"/>
                </a:lnTo>
                <a:lnTo>
                  <a:pt x="485" y="85"/>
                </a:lnTo>
                <a:lnTo>
                  <a:pt x="486" y="85"/>
                </a:lnTo>
                <a:lnTo>
                  <a:pt x="486" y="84"/>
                </a:lnTo>
                <a:lnTo>
                  <a:pt x="488" y="84"/>
                </a:lnTo>
                <a:lnTo>
                  <a:pt x="489" y="84"/>
                </a:lnTo>
                <a:lnTo>
                  <a:pt x="490" y="84"/>
                </a:lnTo>
                <a:lnTo>
                  <a:pt x="491" y="84"/>
                </a:lnTo>
                <a:lnTo>
                  <a:pt x="492" y="84"/>
                </a:lnTo>
                <a:lnTo>
                  <a:pt x="493" y="84"/>
                </a:lnTo>
                <a:lnTo>
                  <a:pt x="494" y="83"/>
                </a:lnTo>
                <a:lnTo>
                  <a:pt x="495" y="83"/>
                </a:lnTo>
                <a:lnTo>
                  <a:pt x="495" y="82"/>
                </a:lnTo>
                <a:lnTo>
                  <a:pt x="495" y="81"/>
                </a:lnTo>
                <a:lnTo>
                  <a:pt x="496" y="82"/>
                </a:lnTo>
                <a:lnTo>
                  <a:pt x="496" y="81"/>
                </a:lnTo>
                <a:lnTo>
                  <a:pt x="497" y="81"/>
                </a:lnTo>
                <a:lnTo>
                  <a:pt x="498" y="81"/>
                </a:lnTo>
                <a:lnTo>
                  <a:pt x="499" y="81"/>
                </a:lnTo>
                <a:lnTo>
                  <a:pt x="500" y="81"/>
                </a:lnTo>
                <a:lnTo>
                  <a:pt x="500" y="80"/>
                </a:lnTo>
                <a:lnTo>
                  <a:pt x="501" y="80"/>
                </a:lnTo>
                <a:lnTo>
                  <a:pt x="502" y="80"/>
                </a:lnTo>
                <a:lnTo>
                  <a:pt x="503" y="80"/>
                </a:lnTo>
                <a:lnTo>
                  <a:pt x="504" y="80"/>
                </a:lnTo>
                <a:lnTo>
                  <a:pt x="504" y="81"/>
                </a:lnTo>
                <a:lnTo>
                  <a:pt x="505" y="81"/>
                </a:lnTo>
                <a:lnTo>
                  <a:pt x="505" y="80"/>
                </a:lnTo>
                <a:lnTo>
                  <a:pt x="505" y="81"/>
                </a:lnTo>
                <a:lnTo>
                  <a:pt x="506" y="81"/>
                </a:lnTo>
                <a:lnTo>
                  <a:pt x="507" y="81"/>
                </a:lnTo>
                <a:lnTo>
                  <a:pt x="507" y="80"/>
                </a:lnTo>
                <a:lnTo>
                  <a:pt x="507" y="81"/>
                </a:lnTo>
                <a:lnTo>
                  <a:pt x="508" y="81"/>
                </a:lnTo>
                <a:lnTo>
                  <a:pt x="508" y="82"/>
                </a:lnTo>
                <a:lnTo>
                  <a:pt x="509" y="82"/>
                </a:lnTo>
                <a:lnTo>
                  <a:pt x="509" y="81"/>
                </a:lnTo>
                <a:lnTo>
                  <a:pt x="510" y="81"/>
                </a:lnTo>
                <a:lnTo>
                  <a:pt x="510" y="82"/>
                </a:lnTo>
                <a:lnTo>
                  <a:pt x="511" y="82"/>
                </a:lnTo>
                <a:lnTo>
                  <a:pt x="512" y="83"/>
                </a:lnTo>
                <a:lnTo>
                  <a:pt x="513" y="83"/>
                </a:lnTo>
                <a:lnTo>
                  <a:pt x="513" y="82"/>
                </a:lnTo>
                <a:lnTo>
                  <a:pt x="514" y="82"/>
                </a:lnTo>
                <a:lnTo>
                  <a:pt x="515" y="82"/>
                </a:lnTo>
                <a:lnTo>
                  <a:pt x="515" y="81"/>
                </a:lnTo>
                <a:lnTo>
                  <a:pt x="516" y="82"/>
                </a:lnTo>
                <a:lnTo>
                  <a:pt x="516" y="81"/>
                </a:lnTo>
                <a:lnTo>
                  <a:pt x="517" y="82"/>
                </a:lnTo>
                <a:lnTo>
                  <a:pt x="517" y="83"/>
                </a:lnTo>
                <a:lnTo>
                  <a:pt x="518" y="83"/>
                </a:lnTo>
                <a:lnTo>
                  <a:pt x="518" y="84"/>
                </a:lnTo>
                <a:lnTo>
                  <a:pt x="519" y="84"/>
                </a:lnTo>
                <a:lnTo>
                  <a:pt x="520" y="84"/>
                </a:lnTo>
                <a:lnTo>
                  <a:pt x="521" y="84"/>
                </a:lnTo>
                <a:lnTo>
                  <a:pt x="521" y="85"/>
                </a:lnTo>
                <a:lnTo>
                  <a:pt x="522" y="85"/>
                </a:lnTo>
                <a:lnTo>
                  <a:pt x="523" y="86"/>
                </a:lnTo>
                <a:lnTo>
                  <a:pt x="523" y="87"/>
                </a:lnTo>
                <a:lnTo>
                  <a:pt x="523" y="88"/>
                </a:lnTo>
                <a:lnTo>
                  <a:pt x="523" y="89"/>
                </a:lnTo>
                <a:lnTo>
                  <a:pt x="524" y="89"/>
                </a:lnTo>
                <a:lnTo>
                  <a:pt x="524" y="90"/>
                </a:lnTo>
                <a:lnTo>
                  <a:pt x="525" y="91"/>
                </a:lnTo>
                <a:lnTo>
                  <a:pt x="525" y="90"/>
                </a:lnTo>
                <a:lnTo>
                  <a:pt x="526" y="90"/>
                </a:lnTo>
                <a:lnTo>
                  <a:pt x="527" y="91"/>
                </a:lnTo>
                <a:lnTo>
                  <a:pt x="528" y="91"/>
                </a:lnTo>
                <a:lnTo>
                  <a:pt x="528" y="92"/>
                </a:lnTo>
                <a:lnTo>
                  <a:pt x="529" y="92"/>
                </a:lnTo>
                <a:lnTo>
                  <a:pt x="529" y="93"/>
                </a:lnTo>
                <a:lnTo>
                  <a:pt x="530" y="93"/>
                </a:lnTo>
                <a:lnTo>
                  <a:pt x="530" y="94"/>
                </a:lnTo>
                <a:lnTo>
                  <a:pt x="530" y="93"/>
                </a:lnTo>
                <a:lnTo>
                  <a:pt x="531" y="93"/>
                </a:lnTo>
                <a:lnTo>
                  <a:pt x="532" y="92"/>
                </a:lnTo>
                <a:lnTo>
                  <a:pt x="533" y="92"/>
                </a:lnTo>
                <a:lnTo>
                  <a:pt x="534" y="92"/>
                </a:lnTo>
                <a:lnTo>
                  <a:pt x="534" y="91"/>
                </a:lnTo>
                <a:lnTo>
                  <a:pt x="535" y="91"/>
                </a:lnTo>
                <a:lnTo>
                  <a:pt x="535" y="92"/>
                </a:lnTo>
                <a:lnTo>
                  <a:pt x="536" y="92"/>
                </a:lnTo>
                <a:lnTo>
                  <a:pt x="536" y="93"/>
                </a:lnTo>
                <a:lnTo>
                  <a:pt x="536" y="92"/>
                </a:lnTo>
                <a:lnTo>
                  <a:pt x="537" y="92"/>
                </a:lnTo>
                <a:lnTo>
                  <a:pt x="538" y="92"/>
                </a:lnTo>
                <a:lnTo>
                  <a:pt x="539" y="92"/>
                </a:lnTo>
                <a:lnTo>
                  <a:pt x="540" y="93"/>
                </a:lnTo>
                <a:lnTo>
                  <a:pt x="541" y="93"/>
                </a:lnTo>
                <a:lnTo>
                  <a:pt x="542" y="93"/>
                </a:lnTo>
                <a:lnTo>
                  <a:pt x="543" y="93"/>
                </a:lnTo>
                <a:lnTo>
                  <a:pt x="544" y="92"/>
                </a:lnTo>
                <a:lnTo>
                  <a:pt x="544" y="93"/>
                </a:lnTo>
                <a:lnTo>
                  <a:pt x="545" y="93"/>
                </a:lnTo>
                <a:lnTo>
                  <a:pt x="545" y="92"/>
                </a:lnTo>
                <a:lnTo>
                  <a:pt x="546" y="93"/>
                </a:lnTo>
                <a:lnTo>
                  <a:pt x="547" y="94"/>
                </a:lnTo>
                <a:lnTo>
                  <a:pt x="548" y="93"/>
                </a:lnTo>
                <a:lnTo>
                  <a:pt x="549" y="93"/>
                </a:lnTo>
                <a:lnTo>
                  <a:pt x="550" y="92"/>
                </a:lnTo>
                <a:lnTo>
                  <a:pt x="551" y="92"/>
                </a:lnTo>
                <a:lnTo>
                  <a:pt x="551" y="94"/>
                </a:lnTo>
                <a:lnTo>
                  <a:pt x="552" y="94"/>
                </a:lnTo>
                <a:lnTo>
                  <a:pt x="552" y="93"/>
                </a:lnTo>
                <a:lnTo>
                  <a:pt x="553" y="93"/>
                </a:lnTo>
                <a:lnTo>
                  <a:pt x="554" y="93"/>
                </a:lnTo>
                <a:lnTo>
                  <a:pt x="554" y="92"/>
                </a:lnTo>
                <a:lnTo>
                  <a:pt x="555" y="92"/>
                </a:lnTo>
                <a:lnTo>
                  <a:pt x="556" y="91"/>
                </a:lnTo>
                <a:lnTo>
                  <a:pt x="557" y="91"/>
                </a:lnTo>
                <a:lnTo>
                  <a:pt x="557" y="90"/>
                </a:lnTo>
                <a:lnTo>
                  <a:pt x="558" y="89"/>
                </a:lnTo>
                <a:lnTo>
                  <a:pt x="559" y="89"/>
                </a:lnTo>
                <a:lnTo>
                  <a:pt x="560" y="89"/>
                </a:lnTo>
                <a:lnTo>
                  <a:pt x="561" y="89"/>
                </a:lnTo>
                <a:lnTo>
                  <a:pt x="562" y="89"/>
                </a:lnTo>
                <a:lnTo>
                  <a:pt x="562" y="88"/>
                </a:lnTo>
                <a:lnTo>
                  <a:pt x="563" y="88"/>
                </a:lnTo>
                <a:lnTo>
                  <a:pt x="563" y="87"/>
                </a:lnTo>
                <a:lnTo>
                  <a:pt x="564" y="86"/>
                </a:lnTo>
                <a:lnTo>
                  <a:pt x="564" y="87"/>
                </a:lnTo>
                <a:lnTo>
                  <a:pt x="565" y="87"/>
                </a:lnTo>
                <a:lnTo>
                  <a:pt x="565" y="86"/>
                </a:lnTo>
                <a:lnTo>
                  <a:pt x="566" y="86"/>
                </a:lnTo>
                <a:lnTo>
                  <a:pt x="566" y="85"/>
                </a:lnTo>
                <a:lnTo>
                  <a:pt x="566" y="84"/>
                </a:lnTo>
                <a:lnTo>
                  <a:pt x="567" y="84"/>
                </a:lnTo>
                <a:lnTo>
                  <a:pt x="567" y="83"/>
                </a:lnTo>
                <a:lnTo>
                  <a:pt x="568" y="83"/>
                </a:lnTo>
                <a:lnTo>
                  <a:pt x="569" y="83"/>
                </a:lnTo>
                <a:lnTo>
                  <a:pt x="569" y="84"/>
                </a:lnTo>
                <a:lnTo>
                  <a:pt x="570" y="84"/>
                </a:lnTo>
                <a:lnTo>
                  <a:pt x="571" y="85"/>
                </a:lnTo>
                <a:lnTo>
                  <a:pt x="571" y="86"/>
                </a:lnTo>
                <a:lnTo>
                  <a:pt x="572" y="86"/>
                </a:lnTo>
                <a:lnTo>
                  <a:pt x="573" y="86"/>
                </a:lnTo>
                <a:lnTo>
                  <a:pt x="574" y="86"/>
                </a:lnTo>
                <a:lnTo>
                  <a:pt x="575" y="86"/>
                </a:lnTo>
                <a:lnTo>
                  <a:pt x="575" y="87"/>
                </a:lnTo>
                <a:lnTo>
                  <a:pt x="574" y="87"/>
                </a:lnTo>
                <a:lnTo>
                  <a:pt x="575" y="88"/>
                </a:lnTo>
                <a:lnTo>
                  <a:pt x="576" y="88"/>
                </a:lnTo>
                <a:lnTo>
                  <a:pt x="577" y="88"/>
                </a:lnTo>
                <a:lnTo>
                  <a:pt x="578" y="88"/>
                </a:lnTo>
                <a:lnTo>
                  <a:pt x="579" y="88"/>
                </a:lnTo>
                <a:lnTo>
                  <a:pt x="580" y="88"/>
                </a:lnTo>
                <a:lnTo>
                  <a:pt x="581" y="89"/>
                </a:lnTo>
                <a:lnTo>
                  <a:pt x="581" y="90"/>
                </a:lnTo>
                <a:lnTo>
                  <a:pt x="582" y="91"/>
                </a:lnTo>
                <a:lnTo>
                  <a:pt x="582" y="92"/>
                </a:lnTo>
                <a:lnTo>
                  <a:pt x="582" y="93"/>
                </a:lnTo>
                <a:lnTo>
                  <a:pt x="582" y="94"/>
                </a:lnTo>
                <a:lnTo>
                  <a:pt x="583" y="95"/>
                </a:lnTo>
                <a:lnTo>
                  <a:pt x="585" y="95"/>
                </a:lnTo>
                <a:lnTo>
                  <a:pt x="585" y="94"/>
                </a:lnTo>
                <a:lnTo>
                  <a:pt x="587" y="94"/>
                </a:lnTo>
                <a:lnTo>
                  <a:pt x="588" y="95"/>
                </a:lnTo>
                <a:lnTo>
                  <a:pt x="588" y="96"/>
                </a:lnTo>
                <a:lnTo>
                  <a:pt x="589" y="97"/>
                </a:lnTo>
                <a:lnTo>
                  <a:pt x="590" y="97"/>
                </a:lnTo>
                <a:lnTo>
                  <a:pt x="590" y="98"/>
                </a:lnTo>
                <a:lnTo>
                  <a:pt x="589" y="98"/>
                </a:lnTo>
                <a:lnTo>
                  <a:pt x="590" y="99"/>
                </a:lnTo>
                <a:lnTo>
                  <a:pt x="590" y="100"/>
                </a:lnTo>
                <a:lnTo>
                  <a:pt x="591" y="100"/>
                </a:lnTo>
                <a:lnTo>
                  <a:pt x="592" y="101"/>
                </a:lnTo>
                <a:lnTo>
                  <a:pt x="593" y="101"/>
                </a:lnTo>
                <a:lnTo>
                  <a:pt x="594" y="102"/>
                </a:lnTo>
                <a:lnTo>
                  <a:pt x="595" y="103"/>
                </a:lnTo>
                <a:lnTo>
                  <a:pt x="596" y="103"/>
                </a:lnTo>
                <a:lnTo>
                  <a:pt x="596" y="104"/>
                </a:lnTo>
                <a:lnTo>
                  <a:pt x="598" y="104"/>
                </a:lnTo>
                <a:lnTo>
                  <a:pt x="599" y="105"/>
                </a:lnTo>
                <a:lnTo>
                  <a:pt x="600" y="105"/>
                </a:lnTo>
                <a:lnTo>
                  <a:pt x="600" y="106"/>
                </a:lnTo>
                <a:lnTo>
                  <a:pt x="601" y="106"/>
                </a:lnTo>
                <a:lnTo>
                  <a:pt x="602" y="106"/>
                </a:lnTo>
                <a:lnTo>
                  <a:pt x="602" y="105"/>
                </a:lnTo>
                <a:lnTo>
                  <a:pt x="603" y="105"/>
                </a:lnTo>
                <a:lnTo>
                  <a:pt x="604" y="105"/>
                </a:lnTo>
                <a:lnTo>
                  <a:pt x="605" y="105"/>
                </a:lnTo>
                <a:lnTo>
                  <a:pt x="606" y="105"/>
                </a:lnTo>
                <a:lnTo>
                  <a:pt x="606" y="106"/>
                </a:lnTo>
                <a:lnTo>
                  <a:pt x="607" y="106"/>
                </a:lnTo>
                <a:lnTo>
                  <a:pt x="608" y="106"/>
                </a:lnTo>
                <a:lnTo>
                  <a:pt x="609" y="106"/>
                </a:lnTo>
                <a:lnTo>
                  <a:pt x="609" y="107"/>
                </a:lnTo>
                <a:lnTo>
                  <a:pt x="610" y="107"/>
                </a:lnTo>
                <a:lnTo>
                  <a:pt x="611" y="107"/>
                </a:lnTo>
                <a:lnTo>
                  <a:pt x="611" y="108"/>
                </a:lnTo>
                <a:lnTo>
                  <a:pt x="612" y="108"/>
                </a:lnTo>
                <a:lnTo>
                  <a:pt x="613" y="108"/>
                </a:lnTo>
                <a:lnTo>
                  <a:pt x="613" y="109"/>
                </a:lnTo>
                <a:lnTo>
                  <a:pt x="614" y="109"/>
                </a:lnTo>
                <a:lnTo>
                  <a:pt x="615" y="108"/>
                </a:lnTo>
                <a:lnTo>
                  <a:pt x="615" y="107"/>
                </a:lnTo>
                <a:lnTo>
                  <a:pt x="616" y="107"/>
                </a:lnTo>
                <a:lnTo>
                  <a:pt x="617" y="107"/>
                </a:lnTo>
                <a:lnTo>
                  <a:pt x="618" y="107"/>
                </a:lnTo>
                <a:lnTo>
                  <a:pt x="619" y="107"/>
                </a:lnTo>
                <a:lnTo>
                  <a:pt x="619" y="108"/>
                </a:lnTo>
                <a:lnTo>
                  <a:pt x="619" y="109"/>
                </a:lnTo>
                <a:lnTo>
                  <a:pt x="620" y="109"/>
                </a:lnTo>
                <a:lnTo>
                  <a:pt x="621" y="109"/>
                </a:lnTo>
                <a:lnTo>
                  <a:pt x="621" y="108"/>
                </a:lnTo>
                <a:lnTo>
                  <a:pt x="622" y="108"/>
                </a:lnTo>
                <a:lnTo>
                  <a:pt x="623" y="108"/>
                </a:lnTo>
                <a:lnTo>
                  <a:pt x="624" y="108"/>
                </a:lnTo>
                <a:lnTo>
                  <a:pt x="624" y="107"/>
                </a:lnTo>
                <a:lnTo>
                  <a:pt x="624" y="106"/>
                </a:lnTo>
                <a:lnTo>
                  <a:pt x="623" y="106"/>
                </a:lnTo>
                <a:lnTo>
                  <a:pt x="623" y="105"/>
                </a:lnTo>
                <a:lnTo>
                  <a:pt x="624" y="105"/>
                </a:lnTo>
                <a:lnTo>
                  <a:pt x="624" y="104"/>
                </a:lnTo>
                <a:lnTo>
                  <a:pt x="624" y="103"/>
                </a:lnTo>
                <a:lnTo>
                  <a:pt x="625" y="100"/>
                </a:lnTo>
                <a:lnTo>
                  <a:pt x="626" y="100"/>
                </a:lnTo>
                <a:lnTo>
                  <a:pt x="626" y="99"/>
                </a:lnTo>
                <a:lnTo>
                  <a:pt x="626" y="98"/>
                </a:lnTo>
                <a:lnTo>
                  <a:pt x="627" y="98"/>
                </a:lnTo>
                <a:lnTo>
                  <a:pt x="627" y="97"/>
                </a:lnTo>
                <a:lnTo>
                  <a:pt x="630" y="96"/>
                </a:lnTo>
                <a:lnTo>
                  <a:pt x="631" y="95"/>
                </a:lnTo>
                <a:lnTo>
                  <a:pt x="635" y="95"/>
                </a:lnTo>
                <a:lnTo>
                  <a:pt x="636" y="95"/>
                </a:lnTo>
                <a:lnTo>
                  <a:pt x="640" y="97"/>
                </a:lnTo>
                <a:lnTo>
                  <a:pt x="641" y="97"/>
                </a:lnTo>
                <a:lnTo>
                  <a:pt x="642" y="97"/>
                </a:lnTo>
                <a:lnTo>
                  <a:pt x="644" y="97"/>
                </a:lnTo>
                <a:lnTo>
                  <a:pt x="645" y="98"/>
                </a:lnTo>
                <a:lnTo>
                  <a:pt x="646" y="98"/>
                </a:lnTo>
                <a:lnTo>
                  <a:pt x="647" y="99"/>
                </a:lnTo>
                <a:lnTo>
                  <a:pt x="656" y="101"/>
                </a:lnTo>
                <a:lnTo>
                  <a:pt x="656" y="97"/>
                </a:lnTo>
                <a:lnTo>
                  <a:pt x="655" y="97"/>
                </a:lnTo>
                <a:lnTo>
                  <a:pt x="655" y="96"/>
                </a:lnTo>
                <a:lnTo>
                  <a:pt x="654" y="95"/>
                </a:lnTo>
                <a:lnTo>
                  <a:pt x="654" y="94"/>
                </a:lnTo>
                <a:lnTo>
                  <a:pt x="655" y="94"/>
                </a:lnTo>
                <a:lnTo>
                  <a:pt x="655" y="93"/>
                </a:lnTo>
                <a:lnTo>
                  <a:pt x="653" y="93"/>
                </a:lnTo>
                <a:lnTo>
                  <a:pt x="653" y="92"/>
                </a:lnTo>
                <a:lnTo>
                  <a:pt x="653" y="91"/>
                </a:lnTo>
                <a:lnTo>
                  <a:pt x="653" y="90"/>
                </a:lnTo>
                <a:lnTo>
                  <a:pt x="652" y="90"/>
                </a:lnTo>
                <a:lnTo>
                  <a:pt x="652" y="89"/>
                </a:lnTo>
                <a:lnTo>
                  <a:pt x="652" y="88"/>
                </a:lnTo>
                <a:lnTo>
                  <a:pt x="653" y="87"/>
                </a:lnTo>
                <a:lnTo>
                  <a:pt x="653" y="86"/>
                </a:lnTo>
                <a:lnTo>
                  <a:pt x="654" y="85"/>
                </a:lnTo>
                <a:lnTo>
                  <a:pt x="655" y="85"/>
                </a:lnTo>
                <a:lnTo>
                  <a:pt x="655" y="84"/>
                </a:lnTo>
                <a:lnTo>
                  <a:pt x="656" y="84"/>
                </a:lnTo>
                <a:lnTo>
                  <a:pt x="657" y="82"/>
                </a:lnTo>
                <a:lnTo>
                  <a:pt x="658" y="81"/>
                </a:lnTo>
                <a:lnTo>
                  <a:pt x="658" y="80"/>
                </a:lnTo>
                <a:lnTo>
                  <a:pt x="658" y="79"/>
                </a:lnTo>
                <a:lnTo>
                  <a:pt x="658" y="78"/>
                </a:lnTo>
                <a:lnTo>
                  <a:pt x="659" y="77"/>
                </a:lnTo>
                <a:lnTo>
                  <a:pt x="658" y="77"/>
                </a:lnTo>
                <a:lnTo>
                  <a:pt x="657" y="76"/>
                </a:lnTo>
                <a:lnTo>
                  <a:pt x="655" y="75"/>
                </a:lnTo>
                <a:lnTo>
                  <a:pt x="655" y="74"/>
                </a:lnTo>
                <a:lnTo>
                  <a:pt x="656" y="73"/>
                </a:lnTo>
                <a:lnTo>
                  <a:pt x="657" y="73"/>
                </a:lnTo>
                <a:lnTo>
                  <a:pt x="658" y="73"/>
                </a:lnTo>
                <a:lnTo>
                  <a:pt x="658" y="72"/>
                </a:lnTo>
                <a:lnTo>
                  <a:pt x="659" y="72"/>
                </a:lnTo>
                <a:lnTo>
                  <a:pt x="661" y="72"/>
                </a:lnTo>
                <a:lnTo>
                  <a:pt x="663" y="73"/>
                </a:lnTo>
                <a:lnTo>
                  <a:pt x="664" y="73"/>
                </a:lnTo>
                <a:lnTo>
                  <a:pt x="665" y="72"/>
                </a:lnTo>
                <a:lnTo>
                  <a:pt x="666" y="72"/>
                </a:lnTo>
                <a:lnTo>
                  <a:pt x="667" y="71"/>
                </a:lnTo>
                <a:lnTo>
                  <a:pt x="667" y="70"/>
                </a:lnTo>
                <a:lnTo>
                  <a:pt x="666" y="69"/>
                </a:lnTo>
                <a:lnTo>
                  <a:pt x="665" y="69"/>
                </a:lnTo>
                <a:lnTo>
                  <a:pt x="664" y="68"/>
                </a:lnTo>
                <a:lnTo>
                  <a:pt x="664" y="67"/>
                </a:lnTo>
                <a:lnTo>
                  <a:pt x="665" y="66"/>
                </a:lnTo>
                <a:lnTo>
                  <a:pt x="666" y="66"/>
                </a:lnTo>
                <a:lnTo>
                  <a:pt x="667" y="66"/>
                </a:lnTo>
                <a:lnTo>
                  <a:pt x="668" y="65"/>
                </a:lnTo>
                <a:lnTo>
                  <a:pt x="668" y="66"/>
                </a:lnTo>
                <a:lnTo>
                  <a:pt x="669" y="66"/>
                </a:lnTo>
                <a:lnTo>
                  <a:pt x="669" y="67"/>
                </a:lnTo>
                <a:lnTo>
                  <a:pt x="669" y="66"/>
                </a:lnTo>
                <a:lnTo>
                  <a:pt x="669" y="65"/>
                </a:lnTo>
                <a:lnTo>
                  <a:pt x="669" y="64"/>
                </a:lnTo>
                <a:lnTo>
                  <a:pt x="668" y="64"/>
                </a:lnTo>
                <a:lnTo>
                  <a:pt x="668" y="63"/>
                </a:lnTo>
                <a:lnTo>
                  <a:pt x="668" y="62"/>
                </a:lnTo>
                <a:lnTo>
                  <a:pt x="667" y="62"/>
                </a:lnTo>
                <a:lnTo>
                  <a:pt x="668" y="62"/>
                </a:lnTo>
                <a:lnTo>
                  <a:pt x="669" y="62"/>
                </a:lnTo>
                <a:lnTo>
                  <a:pt x="669" y="63"/>
                </a:lnTo>
                <a:lnTo>
                  <a:pt x="670" y="63"/>
                </a:lnTo>
                <a:lnTo>
                  <a:pt x="671" y="63"/>
                </a:lnTo>
                <a:lnTo>
                  <a:pt x="672" y="64"/>
                </a:lnTo>
                <a:lnTo>
                  <a:pt x="672" y="63"/>
                </a:lnTo>
                <a:lnTo>
                  <a:pt x="673" y="64"/>
                </a:lnTo>
                <a:lnTo>
                  <a:pt x="673" y="65"/>
                </a:lnTo>
                <a:lnTo>
                  <a:pt x="674" y="65"/>
                </a:lnTo>
                <a:lnTo>
                  <a:pt x="675" y="65"/>
                </a:lnTo>
                <a:lnTo>
                  <a:pt x="676" y="65"/>
                </a:lnTo>
                <a:lnTo>
                  <a:pt x="677" y="65"/>
                </a:lnTo>
                <a:lnTo>
                  <a:pt x="677" y="66"/>
                </a:lnTo>
                <a:lnTo>
                  <a:pt x="678" y="66"/>
                </a:lnTo>
                <a:lnTo>
                  <a:pt x="679" y="67"/>
                </a:lnTo>
                <a:lnTo>
                  <a:pt x="680" y="67"/>
                </a:lnTo>
                <a:lnTo>
                  <a:pt x="681" y="67"/>
                </a:lnTo>
                <a:lnTo>
                  <a:pt x="682" y="67"/>
                </a:lnTo>
                <a:lnTo>
                  <a:pt x="683" y="67"/>
                </a:lnTo>
                <a:lnTo>
                  <a:pt x="684" y="67"/>
                </a:lnTo>
                <a:lnTo>
                  <a:pt x="685" y="66"/>
                </a:lnTo>
                <a:lnTo>
                  <a:pt x="686" y="66"/>
                </a:lnTo>
                <a:lnTo>
                  <a:pt x="687" y="66"/>
                </a:lnTo>
                <a:lnTo>
                  <a:pt x="687" y="65"/>
                </a:lnTo>
                <a:lnTo>
                  <a:pt x="688" y="65"/>
                </a:lnTo>
                <a:lnTo>
                  <a:pt x="689" y="65"/>
                </a:lnTo>
                <a:lnTo>
                  <a:pt x="689" y="64"/>
                </a:lnTo>
                <a:lnTo>
                  <a:pt x="690" y="64"/>
                </a:lnTo>
                <a:lnTo>
                  <a:pt x="691" y="63"/>
                </a:lnTo>
                <a:lnTo>
                  <a:pt x="691" y="62"/>
                </a:lnTo>
                <a:lnTo>
                  <a:pt x="691" y="61"/>
                </a:lnTo>
                <a:lnTo>
                  <a:pt x="691" y="60"/>
                </a:lnTo>
                <a:lnTo>
                  <a:pt x="690" y="60"/>
                </a:lnTo>
                <a:lnTo>
                  <a:pt x="690" y="59"/>
                </a:lnTo>
                <a:lnTo>
                  <a:pt x="691" y="59"/>
                </a:lnTo>
                <a:lnTo>
                  <a:pt x="691" y="58"/>
                </a:lnTo>
                <a:lnTo>
                  <a:pt x="690" y="58"/>
                </a:lnTo>
                <a:lnTo>
                  <a:pt x="689" y="58"/>
                </a:lnTo>
                <a:lnTo>
                  <a:pt x="689" y="57"/>
                </a:lnTo>
                <a:lnTo>
                  <a:pt x="690" y="57"/>
                </a:lnTo>
                <a:lnTo>
                  <a:pt x="690" y="56"/>
                </a:lnTo>
                <a:lnTo>
                  <a:pt x="691" y="56"/>
                </a:lnTo>
                <a:lnTo>
                  <a:pt x="691" y="55"/>
                </a:lnTo>
                <a:lnTo>
                  <a:pt x="690" y="55"/>
                </a:lnTo>
                <a:lnTo>
                  <a:pt x="691" y="54"/>
                </a:lnTo>
                <a:lnTo>
                  <a:pt x="690" y="54"/>
                </a:lnTo>
                <a:lnTo>
                  <a:pt x="689" y="54"/>
                </a:lnTo>
                <a:lnTo>
                  <a:pt x="688" y="54"/>
                </a:lnTo>
                <a:lnTo>
                  <a:pt x="687" y="54"/>
                </a:lnTo>
                <a:lnTo>
                  <a:pt x="687" y="53"/>
                </a:lnTo>
                <a:lnTo>
                  <a:pt x="687" y="52"/>
                </a:lnTo>
                <a:lnTo>
                  <a:pt x="687" y="51"/>
                </a:lnTo>
                <a:lnTo>
                  <a:pt x="687" y="50"/>
                </a:lnTo>
                <a:lnTo>
                  <a:pt x="688" y="50"/>
                </a:lnTo>
                <a:lnTo>
                  <a:pt x="688" y="49"/>
                </a:lnTo>
                <a:lnTo>
                  <a:pt x="688" y="48"/>
                </a:lnTo>
                <a:lnTo>
                  <a:pt x="688" y="47"/>
                </a:lnTo>
                <a:lnTo>
                  <a:pt x="688" y="46"/>
                </a:lnTo>
                <a:lnTo>
                  <a:pt x="687" y="46"/>
                </a:lnTo>
                <a:lnTo>
                  <a:pt x="686" y="46"/>
                </a:lnTo>
                <a:lnTo>
                  <a:pt x="685" y="46"/>
                </a:lnTo>
                <a:lnTo>
                  <a:pt x="685" y="45"/>
                </a:lnTo>
                <a:lnTo>
                  <a:pt x="685" y="44"/>
                </a:lnTo>
                <a:lnTo>
                  <a:pt x="685" y="43"/>
                </a:lnTo>
                <a:lnTo>
                  <a:pt x="685" y="42"/>
                </a:lnTo>
                <a:lnTo>
                  <a:pt x="685" y="41"/>
                </a:lnTo>
                <a:lnTo>
                  <a:pt x="685" y="40"/>
                </a:lnTo>
                <a:lnTo>
                  <a:pt x="685" y="39"/>
                </a:lnTo>
                <a:lnTo>
                  <a:pt x="685" y="38"/>
                </a:lnTo>
                <a:lnTo>
                  <a:pt x="685" y="37"/>
                </a:lnTo>
                <a:lnTo>
                  <a:pt x="685" y="36"/>
                </a:lnTo>
                <a:lnTo>
                  <a:pt x="685" y="35"/>
                </a:lnTo>
                <a:lnTo>
                  <a:pt x="684" y="35"/>
                </a:lnTo>
                <a:lnTo>
                  <a:pt x="685" y="35"/>
                </a:lnTo>
                <a:lnTo>
                  <a:pt x="685" y="34"/>
                </a:lnTo>
                <a:lnTo>
                  <a:pt x="685" y="33"/>
                </a:lnTo>
                <a:lnTo>
                  <a:pt x="684" y="33"/>
                </a:lnTo>
                <a:lnTo>
                  <a:pt x="683" y="33"/>
                </a:lnTo>
                <a:lnTo>
                  <a:pt x="682" y="33"/>
                </a:lnTo>
                <a:lnTo>
                  <a:pt x="681" y="33"/>
                </a:lnTo>
                <a:lnTo>
                  <a:pt x="681" y="32"/>
                </a:lnTo>
                <a:lnTo>
                  <a:pt x="681" y="31"/>
                </a:lnTo>
                <a:lnTo>
                  <a:pt x="680" y="31"/>
                </a:lnTo>
                <a:lnTo>
                  <a:pt x="680" y="30"/>
                </a:lnTo>
                <a:lnTo>
                  <a:pt x="681" y="30"/>
                </a:lnTo>
                <a:lnTo>
                  <a:pt x="681" y="29"/>
                </a:lnTo>
                <a:lnTo>
                  <a:pt x="681" y="28"/>
                </a:lnTo>
                <a:lnTo>
                  <a:pt x="681" y="27"/>
                </a:lnTo>
                <a:lnTo>
                  <a:pt x="680" y="26"/>
                </a:lnTo>
                <a:lnTo>
                  <a:pt x="680" y="25"/>
                </a:lnTo>
                <a:lnTo>
                  <a:pt x="680" y="24"/>
                </a:lnTo>
                <a:lnTo>
                  <a:pt x="681" y="23"/>
                </a:lnTo>
                <a:lnTo>
                  <a:pt x="681" y="22"/>
                </a:lnTo>
                <a:lnTo>
                  <a:pt x="682" y="22"/>
                </a:lnTo>
                <a:lnTo>
                  <a:pt x="682" y="21"/>
                </a:lnTo>
                <a:lnTo>
                  <a:pt x="683" y="20"/>
                </a:lnTo>
                <a:lnTo>
                  <a:pt x="683" y="19"/>
                </a:lnTo>
                <a:lnTo>
                  <a:pt x="683" y="18"/>
                </a:lnTo>
                <a:lnTo>
                  <a:pt x="682" y="18"/>
                </a:lnTo>
                <a:lnTo>
                  <a:pt x="682" y="17"/>
                </a:lnTo>
                <a:lnTo>
                  <a:pt x="682" y="16"/>
                </a:lnTo>
                <a:lnTo>
                  <a:pt x="683" y="15"/>
                </a:lnTo>
                <a:lnTo>
                  <a:pt x="682" y="14"/>
                </a:lnTo>
                <a:lnTo>
                  <a:pt x="683" y="13"/>
                </a:lnTo>
                <a:lnTo>
                  <a:pt x="684" y="12"/>
                </a:lnTo>
                <a:lnTo>
                  <a:pt x="683" y="12"/>
                </a:lnTo>
                <a:lnTo>
                  <a:pt x="684" y="12"/>
                </a:lnTo>
                <a:lnTo>
                  <a:pt x="683" y="12"/>
                </a:lnTo>
                <a:lnTo>
                  <a:pt x="683" y="11"/>
                </a:lnTo>
                <a:lnTo>
                  <a:pt x="684" y="11"/>
                </a:lnTo>
                <a:lnTo>
                  <a:pt x="684" y="10"/>
                </a:lnTo>
                <a:lnTo>
                  <a:pt x="685" y="10"/>
                </a:lnTo>
                <a:lnTo>
                  <a:pt x="685" y="9"/>
                </a:lnTo>
                <a:lnTo>
                  <a:pt x="686" y="9"/>
                </a:lnTo>
                <a:lnTo>
                  <a:pt x="686" y="8"/>
                </a:lnTo>
                <a:lnTo>
                  <a:pt x="687" y="8"/>
                </a:lnTo>
                <a:lnTo>
                  <a:pt x="687" y="7"/>
                </a:lnTo>
                <a:lnTo>
                  <a:pt x="686" y="7"/>
                </a:lnTo>
                <a:lnTo>
                  <a:pt x="686" y="6"/>
                </a:lnTo>
                <a:lnTo>
                  <a:pt x="685" y="5"/>
                </a:lnTo>
                <a:lnTo>
                  <a:pt x="686" y="5"/>
                </a:lnTo>
                <a:lnTo>
                  <a:pt x="685" y="5"/>
                </a:lnTo>
                <a:lnTo>
                  <a:pt x="685" y="4"/>
                </a:lnTo>
                <a:lnTo>
                  <a:pt x="684" y="4"/>
                </a:lnTo>
                <a:lnTo>
                  <a:pt x="684" y="3"/>
                </a:lnTo>
                <a:lnTo>
                  <a:pt x="684" y="4"/>
                </a:lnTo>
                <a:lnTo>
                  <a:pt x="684" y="3"/>
                </a:lnTo>
                <a:lnTo>
                  <a:pt x="683" y="3"/>
                </a:lnTo>
                <a:lnTo>
                  <a:pt x="683" y="2"/>
                </a:lnTo>
                <a:lnTo>
                  <a:pt x="682" y="2"/>
                </a:lnTo>
                <a:lnTo>
                  <a:pt x="682" y="1"/>
                </a:lnTo>
                <a:lnTo>
                  <a:pt x="683" y="1"/>
                </a:lnTo>
                <a:lnTo>
                  <a:pt x="684" y="1"/>
                </a:lnTo>
                <a:lnTo>
                  <a:pt x="685" y="1"/>
                </a:lnTo>
                <a:lnTo>
                  <a:pt x="686" y="1"/>
                </a:lnTo>
                <a:lnTo>
                  <a:pt x="686" y="0"/>
                </a:lnTo>
                <a:lnTo>
                  <a:pt x="687" y="0"/>
                </a:lnTo>
                <a:lnTo>
                  <a:pt x="688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13" name=""/>
          <p:cNvSpPr/>
          <p:nvPr/>
        </p:nvSpPr>
        <p:spPr>
          <a:xfrm>
            <a:off x="6505560" y="3828600"/>
            <a:ext cx="6120" cy="2880"/>
          </a:xfrm>
          <a:custGeom>
            <a:avLst/>
            <a:gdLst/>
            <a:ahLst/>
            <a:rect l="0" t="0" r="r" b="b"/>
            <a:pathLst>
              <a:path w="17" h="8">
                <a:moveTo>
                  <a:pt x="16" y="1"/>
                </a:moveTo>
                <a:lnTo>
                  <a:pt x="16" y="3"/>
                </a:lnTo>
                <a:lnTo>
                  <a:pt x="16" y="4"/>
                </a:lnTo>
                <a:lnTo>
                  <a:pt x="17" y="4"/>
                </a:lnTo>
                <a:lnTo>
                  <a:pt x="16" y="5"/>
                </a:lnTo>
                <a:lnTo>
                  <a:pt x="16" y="4"/>
                </a:lnTo>
                <a:lnTo>
                  <a:pt x="15" y="4"/>
                </a:lnTo>
                <a:lnTo>
                  <a:pt x="15" y="3"/>
                </a:lnTo>
                <a:lnTo>
                  <a:pt x="14" y="3"/>
                </a:lnTo>
                <a:lnTo>
                  <a:pt x="13" y="3"/>
                </a:lnTo>
                <a:lnTo>
                  <a:pt x="13" y="4"/>
                </a:lnTo>
                <a:lnTo>
                  <a:pt x="11" y="4"/>
                </a:lnTo>
                <a:lnTo>
                  <a:pt x="11" y="5"/>
                </a:lnTo>
                <a:lnTo>
                  <a:pt x="13" y="5"/>
                </a:lnTo>
                <a:lnTo>
                  <a:pt x="11" y="5"/>
                </a:lnTo>
                <a:lnTo>
                  <a:pt x="11" y="6"/>
                </a:lnTo>
                <a:lnTo>
                  <a:pt x="11" y="5"/>
                </a:lnTo>
                <a:lnTo>
                  <a:pt x="10" y="5"/>
                </a:lnTo>
                <a:lnTo>
                  <a:pt x="10" y="6"/>
                </a:lnTo>
                <a:lnTo>
                  <a:pt x="9" y="6"/>
                </a:lnTo>
                <a:lnTo>
                  <a:pt x="8" y="7"/>
                </a:lnTo>
                <a:lnTo>
                  <a:pt x="7" y="7"/>
                </a:lnTo>
                <a:lnTo>
                  <a:pt x="7" y="6"/>
                </a:lnTo>
                <a:lnTo>
                  <a:pt x="6" y="7"/>
                </a:lnTo>
                <a:lnTo>
                  <a:pt x="6" y="8"/>
                </a:lnTo>
                <a:lnTo>
                  <a:pt x="5" y="8"/>
                </a:lnTo>
                <a:lnTo>
                  <a:pt x="5" y="7"/>
                </a:lnTo>
                <a:lnTo>
                  <a:pt x="4" y="7"/>
                </a:lnTo>
                <a:lnTo>
                  <a:pt x="4" y="8"/>
                </a:lnTo>
                <a:lnTo>
                  <a:pt x="3" y="8"/>
                </a:lnTo>
                <a:lnTo>
                  <a:pt x="2" y="8"/>
                </a:lnTo>
                <a:lnTo>
                  <a:pt x="1" y="8"/>
                </a:lnTo>
                <a:lnTo>
                  <a:pt x="1" y="7"/>
                </a:lnTo>
                <a:lnTo>
                  <a:pt x="0" y="6"/>
                </a:lnTo>
                <a:lnTo>
                  <a:pt x="1" y="5"/>
                </a:lnTo>
                <a:lnTo>
                  <a:pt x="2" y="4"/>
                </a:lnTo>
                <a:lnTo>
                  <a:pt x="3" y="4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7" y="3"/>
                </a:lnTo>
                <a:lnTo>
                  <a:pt x="8" y="3"/>
                </a:lnTo>
                <a:lnTo>
                  <a:pt x="9" y="3"/>
                </a:lnTo>
                <a:lnTo>
                  <a:pt x="9" y="1"/>
                </a:lnTo>
                <a:lnTo>
                  <a:pt x="10" y="1"/>
                </a:lnTo>
                <a:lnTo>
                  <a:pt x="11" y="1"/>
                </a:lnTo>
                <a:lnTo>
                  <a:pt x="11" y="0"/>
                </a:lnTo>
                <a:lnTo>
                  <a:pt x="13" y="0"/>
                </a:lnTo>
                <a:lnTo>
                  <a:pt x="13" y="1"/>
                </a:lnTo>
                <a:lnTo>
                  <a:pt x="14" y="0"/>
                </a:lnTo>
                <a:lnTo>
                  <a:pt x="15" y="0"/>
                </a:lnTo>
                <a:lnTo>
                  <a:pt x="17" y="0"/>
                </a:lnTo>
                <a:lnTo>
                  <a:pt x="17" y="1"/>
                </a:lnTo>
                <a:lnTo>
                  <a:pt x="1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14" name=""/>
          <p:cNvSpPr/>
          <p:nvPr/>
        </p:nvSpPr>
        <p:spPr>
          <a:xfrm>
            <a:off x="6453720" y="3684960"/>
            <a:ext cx="109800" cy="153000"/>
          </a:xfrm>
          <a:custGeom>
            <a:avLst/>
            <a:gdLst/>
            <a:ahLst/>
            <a:rect l="0" t="0" r="r" b="b"/>
            <a:pathLst>
              <a:path w="305" h="425">
                <a:moveTo>
                  <a:pt x="224" y="2"/>
                </a:moveTo>
                <a:lnTo>
                  <a:pt x="225" y="2"/>
                </a:lnTo>
                <a:lnTo>
                  <a:pt x="226" y="2"/>
                </a:lnTo>
                <a:lnTo>
                  <a:pt x="227" y="3"/>
                </a:lnTo>
                <a:lnTo>
                  <a:pt x="227" y="4"/>
                </a:lnTo>
                <a:lnTo>
                  <a:pt x="227" y="5"/>
                </a:lnTo>
                <a:lnTo>
                  <a:pt x="227" y="6"/>
                </a:lnTo>
                <a:lnTo>
                  <a:pt x="228" y="7"/>
                </a:lnTo>
                <a:lnTo>
                  <a:pt x="228" y="9"/>
                </a:lnTo>
                <a:lnTo>
                  <a:pt x="228" y="10"/>
                </a:lnTo>
                <a:lnTo>
                  <a:pt x="228" y="11"/>
                </a:lnTo>
                <a:lnTo>
                  <a:pt x="228" y="12"/>
                </a:lnTo>
                <a:lnTo>
                  <a:pt x="227" y="13"/>
                </a:lnTo>
                <a:lnTo>
                  <a:pt x="227" y="14"/>
                </a:lnTo>
                <a:lnTo>
                  <a:pt x="227" y="15"/>
                </a:lnTo>
                <a:lnTo>
                  <a:pt x="227" y="16"/>
                </a:lnTo>
                <a:lnTo>
                  <a:pt x="228" y="16"/>
                </a:lnTo>
                <a:lnTo>
                  <a:pt x="228" y="17"/>
                </a:lnTo>
                <a:lnTo>
                  <a:pt x="229" y="17"/>
                </a:lnTo>
                <a:lnTo>
                  <a:pt x="229" y="18"/>
                </a:lnTo>
                <a:lnTo>
                  <a:pt x="229" y="19"/>
                </a:lnTo>
                <a:lnTo>
                  <a:pt x="230" y="19"/>
                </a:lnTo>
                <a:lnTo>
                  <a:pt x="230" y="20"/>
                </a:lnTo>
                <a:lnTo>
                  <a:pt x="230" y="21"/>
                </a:lnTo>
                <a:lnTo>
                  <a:pt x="230" y="22"/>
                </a:lnTo>
                <a:lnTo>
                  <a:pt x="231" y="22"/>
                </a:lnTo>
                <a:lnTo>
                  <a:pt x="231" y="23"/>
                </a:lnTo>
                <a:lnTo>
                  <a:pt x="231" y="24"/>
                </a:lnTo>
                <a:lnTo>
                  <a:pt x="232" y="25"/>
                </a:lnTo>
                <a:lnTo>
                  <a:pt x="232" y="26"/>
                </a:lnTo>
                <a:lnTo>
                  <a:pt x="232" y="27"/>
                </a:lnTo>
                <a:lnTo>
                  <a:pt x="233" y="28"/>
                </a:lnTo>
                <a:lnTo>
                  <a:pt x="233" y="29"/>
                </a:lnTo>
                <a:lnTo>
                  <a:pt x="233" y="30"/>
                </a:lnTo>
                <a:lnTo>
                  <a:pt x="234" y="30"/>
                </a:lnTo>
                <a:lnTo>
                  <a:pt x="234" y="31"/>
                </a:lnTo>
                <a:lnTo>
                  <a:pt x="235" y="31"/>
                </a:lnTo>
                <a:lnTo>
                  <a:pt x="236" y="31"/>
                </a:lnTo>
                <a:lnTo>
                  <a:pt x="237" y="31"/>
                </a:lnTo>
                <a:lnTo>
                  <a:pt x="237" y="32"/>
                </a:lnTo>
                <a:lnTo>
                  <a:pt x="239" y="32"/>
                </a:lnTo>
                <a:lnTo>
                  <a:pt x="240" y="33"/>
                </a:lnTo>
                <a:lnTo>
                  <a:pt x="241" y="33"/>
                </a:lnTo>
                <a:lnTo>
                  <a:pt x="242" y="34"/>
                </a:lnTo>
                <a:lnTo>
                  <a:pt x="243" y="34"/>
                </a:lnTo>
                <a:lnTo>
                  <a:pt x="243" y="35"/>
                </a:lnTo>
                <a:lnTo>
                  <a:pt x="243" y="37"/>
                </a:lnTo>
                <a:lnTo>
                  <a:pt x="242" y="45"/>
                </a:lnTo>
                <a:lnTo>
                  <a:pt x="230" y="56"/>
                </a:lnTo>
                <a:lnTo>
                  <a:pt x="227" y="60"/>
                </a:lnTo>
                <a:lnTo>
                  <a:pt x="224" y="65"/>
                </a:lnTo>
                <a:lnTo>
                  <a:pt x="223" y="65"/>
                </a:lnTo>
                <a:lnTo>
                  <a:pt x="219" y="69"/>
                </a:lnTo>
                <a:lnTo>
                  <a:pt x="217" y="74"/>
                </a:lnTo>
                <a:lnTo>
                  <a:pt x="215" y="80"/>
                </a:lnTo>
                <a:lnTo>
                  <a:pt x="214" y="88"/>
                </a:lnTo>
                <a:lnTo>
                  <a:pt x="214" y="91"/>
                </a:lnTo>
                <a:lnTo>
                  <a:pt x="214" y="94"/>
                </a:lnTo>
                <a:lnTo>
                  <a:pt x="210" y="102"/>
                </a:lnTo>
                <a:lnTo>
                  <a:pt x="199" y="109"/>
                </a:lnTo>
                <a:lnTo>
                  <a:pt x="199" y="110"/>
                </a:lnTo>
                <a:lnTo>
                  <a:pt x="200" y="111"/>
                </a:lnTo>
                <a:lnTo>
                  <a:pt x="201" y="111"/>
                </a:lnTo>
                <a:lnTo>
                  <a:pt x="202" y="111"/>
                </a:lnTo>
                <a:lnTo>
                  <a:pt x="202" y="112"/>
                </a:lnTo>
                <a:lnTo>
                  <a:pt x="203" y="113"/>
                </a:lnTo>
                <a:lnTo>
                  <a:pt x="204" y="114"/>
                </a:lnTo>
                <a:lnTo>
                  <a:pt x="205" y="115"/>
                </a:lnTo>
                <a:lnTo>
                  <a:pt x="206" y="115"/>
                </a:lnTo>
                <a:lnTo>
                  <a:pt x="209" y="116"/>
                </a:lnTo>
                <a:lnTo>
                  <a:pt x="211" y="118"/>
                </a:lnTo>
                <a:lnTo>
                  <a:pt x="212" y="118"/>
                </a:lnTo>
                <a:lnTo>
                  <a:pt x="213" y="118"/>
                </a:lnTo>
                <a:lnTo>
                  <a:pt x="214" y="119"/>
                </a:lnTo>
                <a:lnTo>
                  <a:pt x="215" y="119"/>
                </a:lnTo>
                <a:lnTo>
                  <a:pt x="216" y="119"/>
                </a:lnTo>
                <a:lnTo>
                  <a:pt x="217" y="120"/>
                </a:lnTo>
                <a:lnTo>
                  <a:pt x="218" y="120"/>
                </a:lnTo>
                <a:lnTo>
                  <a:pt x="220" y="121"/>
                </a:lnTo>
                <a:lnTo>
                  <a:pt x="221" y="121"/>
                </a:lnTo>
                <a:lnTo>
                  <a:pt x="222" y="122"/>
                </a:lnTo>
                <a:lnTo>
                  <a:pt x="223" y="123"/>
                </a:lnTo>
                <a:lnTo>
                  <a:pt x="224" y="124"/>
                </a:lnTo>
                <a:lnTo>
                  <a:pt x="225" y="124"/>
                </a:lnTo>
                <a:lnTo>
                  <a:pt x="226" y="125"/>
                </a:lnTo>
                <a:lnTo>
                  <a:pt x="228" y="125"/>
                </a:lnTo>
                <a:lnTo>
                  <a:pt x="229" y="125"/>
                </a:lnTo>
                <a:lnTo>
                  <a:pt x="230" y="125"/>
                </a:lnTo>
                <a:lnTo>
                  <a:pt x="230" y="126"/>
                </a:lnTo>
                <a:lnTo>
                  <a:pt x="231" y="126"/>
                </a:lnTo>
                <a:lnTo>
                  <a:pt x="232" y="126"/>
                </a:lnTo>
                <a:lnTo>
                  <a:pt x="235" y="127"/>
                </a:lnTo>
                <a:lnTo>
                  <a:pt x="236" y="127"/>
                </a:lnTo>
                <a:lnTo>
                  <a:pt x="237" y="127"/>
                </a:lnTo>
                <a:lnTo>
                  <a:pt x="238" y="128"/>
                </a:lnTo>
                <a:lnTo>
                  <a:pt x="241" y="129"/>
                </a:lnTo>
                <a:lnTo>
                  <a:pt x="242" y="129"/>
                </a:lnTo>
                <a:lnTo>
                  <a:pt x="246" y="130"/>
                </a:lnTo>
                <a:lnTo>
                  <a:pt x="248" y="130"/>
                </a:lnTo>
                <a:lnTo>
                  <a:pt x="249" y="130"/>
                </a:lnTo>
                <a:lnTo>
                  <a:pt x="249" y="129"/>
                </a:lnTo>
                <a:lnTo>
                  <a:pt x="257" y="127"/>
                </a:lnTo>
                <a:lnTo>
                  <a:pt x="257" y="126"/>
                </a:lnTo>
                <a:lnTo>
                  <a:pt x="258" y="126"/>
                </a:lnTo>
                <a:lnTo>
                  <a:pt x="259" y="126"/>
                </a:lnTo>
                <a:lnTo>
                  <a:pt x="260" y="126"/>
                </a:lnTo>
                <a:lnTo>
                  <a:pt x="261" y="126"/>
                </a:lnTo>
                <a:lnTo>
                  <a:pt x="263" y="126"/>
                </a:lnTo>
                <a:lnTo>
                  <a:pt x="264" y="127"/>
                </a:lnTo>
                <a:lnTo>
                  <a:pt x="264" y="128"/>
                </a:lnTo>
                <a:lnTo>
                  <a:pt x="265" y="129"/>
                </a:lnTo>
                <a:lnTo>
                  <a:pt x="266" y="129"/>
                </a:lnTo>
                <a:lnTo>
                  <a:pt x="266" y="130"/>
                </a:lnTo>
                <a:lnTo>
                  <a:pt x="267" y="130"/>
                </a:lnTo>
                <a:lnTo>
                  <a:pt x="267" y="131"/>
                </a:lnTo>
                <a:lnTo>
                  <a:pt x="268" y="131"/>
                </a:lnTo>
                <a:lnTo>
                  <a:pt x="269" y="131"/>
                </a:lnTo>
                <a:lnTo>
                  <a:pt x="270" y="131"/>
                </a:lnTo>
                <a:lnTo>
                  <a:pt x="271" y="132"/>
                </a:lnTo>
                <a:lnTo>
                  <a:pt x="272" y="132"/>
                </a:lnTo>
                <a:lnTo>
                  <a:pt x="273" y="132"/>
                </a:lnTo>
                <a:lnTo>
                  <a:pt x="275" y="133"/>
                </a:lnTo>
                <a:lnTo>
                  <a:pt x="276" y="134"/>
                </a:lnTo>
                <a:lnTo>
                  <a:pt x="277" y="134"/>
                </a:lnTo>
                <a:lnTo>
                  <a:pt x="277" y="135"/>
                </a:lnTo>
                <a:lnTo>
                  <a:pt x="277" y="136"/>
                </a:lnTo>
                <a:lnTo>
                  <a:pt x="278" y="136"/>
                </a:lnTo>
                <a:lnTo>
                  <a:pt x="278" y="137"/>
                </a:lnTo>
                <a:lnTo>
                  <a:pt x="279" y="138"/>
                </a:lnTo>
                <a:lnTo>
                  <a:pt x="280" y="138"/>
                </a:lnTo>
                <a:lnTo>
                  <a:pt x="280" y="139"/>
                </a:lnTo>
                <a:lnTo>
                  <a:pt x="281" y="139"/>
                </a:lnTo>
                <a:lnTo>
                  <a:pt x="282" y="140"/>
                </a:lnTo>
                <a:lnTo>
                  <a:pt x="283" y="141"/>
                </a:lnTo>
                <a:lnTo>
                  <a:pt x="284" y="142"/>
                </a:lnTo>
                <a:lnTo>
                  <a:pt x="285" y="142"/>
                </a:lnTo>
                <a:lnTo>
                  <a:pt x="283" y="146"/>
                </a:lnTo>
                <a:lnTo>
                  <a:pt x="282" y="147"/>
                </a:lnTo>
                <a:lnTo>
                  <a:pt x="283" y="148"/>
                </a:lnTo>
                <a:lnTo>
                  <a:pt x="286" y="149"/>
                </a:lnTo>
                <a:lnTo>
                  <a:pt x="287" y="148"/>
                </a:lnTo>
                <a:lnTo>
                  <a:pt x="288" y="148"/>
                </a:lnTo>
                <a:lnTo>
                  <a:pt x="290" y="148"/>
                </a:lnTo>
                <a:lnTo>
                  <a:pt x="291" y="149"/>
                </a:lnTo>
                <a:lnTo>
                  <a:pt x="295" y="153"/>
                </a:lnTo>
                <a:lnTo>
                  <a:pt x="295" y="154"/>
                </a:lnTo>
                <a:lnTo>
                  <a:pt x="296" y="154"/>
                </a:lnTo>
                <a:lnTo>
                  <a:pt x="297" y="154"/>
                </a:lnTo>
                <a:lnTo>
                  <a:pt x="303" y="156"/>
                </a:lnTo>
                <a:lnTo>
                  <a:pt x="304" y="157"/>
                </a:lnTo>
                <a:lnTo>
                  <a:pt x="305" y="158"/>
                </a:lnTo>
                <a:lnTo>
                  <a:pt x="305" y="160"/>
                </a:lnTo>
                <a:lnTo>
                  <a:pt x="304" y="160"/>
                </a:lnTo>
                <a:lnTo>
                  <a:pt x="304" y="161"/>
                </a:lnTo>
                <a:lnTo>
                  <a:pt x="304" y="163"/>
                </a:lnTo>
                <a:lnTo>
                  <a:pt x="305" y="163"/>
                </a:lnTo>
                <a:lnTo>
                  <a:pt x="303" y="163"/>
                </a:lnTo>
                <a:lnTo>
                  <a:pt x="302" y="165"/>
                </a:lnTo>
                <a:lnTo>
                  <a:pt x="302" y="166"/>
                </a:lnTo>
                <a:lnTo>
                  <a:pt x="301" y="167"/>
                </a:lnTo>
                <a:lnTo>
                  <a:pt x="301" y="166"/>
                </a:lnTo>
                <a:lnTo>
                  <a:pt x="300" y="165"/>
                </a:lnTo>
                <a:lnTo>
                  <a:pt x="299" y="165"/>
                </a:lnTo>
                <a:lnTo>
                  <a:pt x="298" y="164"/>
                </a:lnTo>
                <a:lnTo>
                  <a:pt x="299" y="164"/>
                </a:lnTo>
                <a:lnTo>
                  <a:pt x="298" y="164"/>
                </a:lnTo>
                <a:lnTo>
                  <a:pt x="297" y="164"/>
                </a:lnTo>
                <a:lnTo>
                  <a:pt x="298" y="165"/>
                </a:lnTo>
                <a:lnTo>
                  <a:pt x="299" y="165"/>
                </a:lnTo>
                <a:lnTo>
                  <a:pt x="299" y="166"/>
                </a:lnTo>
                <a:lnTo>
                  <a:pt x="298" y="166"/>
                </a:lnTo>
                <a:lnTo>
                  <a:pt x="296" y="166"/>
                </a:lnTo>
                <a:lnTo>
                  <a:pt x="295" y="166"/>
                </a:lnTo>
                <a:lnTo>
                  <a:pt x="294" y="165"/>
                </a:lnTo>
                <a:lnTo>
                  <a:pt x="290" y="167"/>
                </a:lnTo>
                <a:lnTo>
                  <a:pt x="290" y="169"/>
                </a:lnTo>
                <a:lnTo>
                  <a:pt x="290" y="170"/>
                </a:lnTo>
                <a:lnTo>
                  <a:pt x="291" y="170"/>
                </a:lnTo>
                <a:lnTo>
                  <a:pt x="291" y="171"/>
                </a:lnTo>
                <a:lnTo>
                  <a:pt x="290" y="171"/>
                </a:lnTo>
                <a:lnTo>
                  <a:pt x="289" y="172"/>
                </a:lnTo>
                <a:lnTo>
                  <a:pt x="288" y="173"/>
                </a:lnTo>
                <a:lnTo>
                  <a:pt x="288" y="174"/>
                </a:lnTo>
                <a:lnTo>
                  <a:pt x="288" y="175"/>
                </a:lnTo>
                <a:lnTo>
                  <a:pt x="285" y="175"/>
                </a:lnTo>
                <a:lnTo>
                  <a:pt x="284" y="175"/>
                </a:lnTo>
                <a:lnTo>
                  <a:pt x="283" y="176"/>
                </a:lnTo>
                <a:lnTo>
                  <a:pt x="283" y="175"/>
                </a:lnTo>
                <a:lnTo>
                  <a:pt x="282" y="174"/>
                </a:lnTo>
                <a:lnTo>
                  <a:pt x="280" y="174"/>
                </a:lnTo>
                <a:lnTo>
                  <a:pt x="280" y="175"/>
                </a:lnTo>
                <a:lnTo>
                  <a:pt x="281" y="176"/>
                </a:lnTo>
                <a:lnTo>
                  <a:pt x="280" y="177"/>
                </a:lnTo>
                <a:lnTo>
                  <a:pt x="283" y="177"/>
                </a:lnTo>
                <a:lnTo>
                  <a:pt x="284" y="177"/>
                </a:lnTo>
                <a:lnTo>
                  <a:pt x="283" y="179"/>
                </a:lnTo>
                <a:lnTo>
                  <a:pt x="281" y="178"/>
                </a:lnTo>
                <a:lnTo>
                  <a:pt x="278" y="181"/>
                </a:lnTo>
                <a:lnTo>
                  <a:pt x="278" y="182"/>
                </a:lnTo>
                <a:lnTo>
                  <a:pt x="278" y="183"/>
                </a:lnTo>
                <a:lnTo>
                  <a:pt x="277" y="183"/>
                </a:lnTo>
                <a:lnTo>
                  <a:pt x="275" y="183"/>
                </a:lnTo>
                <a:lnTo>
                  <a:pt x="274" y="183"/>
                </a:lnTo>
                <a:lnTo>
                  <a:pt x="275" y="185"/>
                </a:lnTo>
                <a:lnTo>
                  <a:pt x="276" y="186"/>
                </a:lnTo>
                <a:lnTo>
                  <a:pt x="277" y="185"/>
                </a:lnTo>
                <a:lnTo>
                  <a:pt x="279" y="185"/>
                </a:lnTo>
                <a:lnTo>
                  <a:pt x="279" y="186"/>
                </a:lnTo>
                <a:lnTo>
                  <a:pt x="278" y="187"/>
                </a:lnTo>
                <a:lnTo>
                  <a:pt x="278" y="188"/>
                </a:lnTo>
                <a:lnTo>
                  <a:pt x="277" y="190"/>
                </a:lnTo>
                <a:lnTo>
                  <a:pt x="277" y="191"/>
                </a:lnTo>
                <a:lnTo>
                  <a:pt x="277" y="192"/>
                </a:lnTo>
                <a:lnTo>
                  <a:pt x="276" y="192"/>
                </a:lnTo>
                <a:lnTo>
                  <a:pt x="275" y="193"/>
                </a:lnTo>
                <a:lnTo>
                  <a:pt x="275" y="194"/>
                </a:lnTo>
                <a:lnTo>
                  <a:pt x="275" y="195"/>
                </a:lnTo>
                <a:lnTo>
                  <a:pt x="274" y="194"/>
                </a:lnTo>
                <a:lnTo>
                  <a:pt x="272" y="195"/>
                </a:lnTo>
                <a:lnTo>
                  <a:pt x="271" y="196"/>
                </a:lnTo>
                <a:lnTo>
                  <a:pt x="271" y="198"/>
                </a:lnTo>
                <a:lnTo>
                  <a:pt x="271" y="199"/>
                </a:lnTo>
                <a:lnTo>
                  <a:pt x="271" y="200"/>
                </a:lnTo>
                <a:lnTo>
                  <a:pt x="271" y="201"/>
                </a:lnTo>
                <a:lnTo>
                  <a:pt x="270" y="201"/>
                </a:lnTo>
                <a:lnTo>
                  <a:pt x="270" y="202"/>
                </a:lnTo>
                <a:lnTo>
                  <a:pt x="270" y="203"/>
                </a:lnTo>
                <a:lnTo>
                  <a:pt x="271" y="203"/>
                </a:lnTo>
                <a:lnTo>
                  <a:pt x="271" y="204"/>
                </a:lnTo>
                <a:lnTo>
                  <a:pt x="271" y="205"/>
                </a:lnTo>
                <a:lnTo>
                  <a:pt x="270" y="205"/>
                </a:lnTo>
                <a:lnTo>
                  <a:pt x="269" y="205"/>
                </a:lnTo>
                <a:lnTo>
                  <a:pt x="269" y="206"/>
                </a:lnTo>
                <a:lnTo>
                  <a:pt x="269" y="207"/>
                </a:lnTo>
                <a:lnTo>
                  <a:pt x="269" y="210"/>
                </a:lnTo>
                <a:lnTo>
                  <a:pt x="269" y="211"/>
                </a:lnTo>
                <a:lnTo>
                  <a:pt x="269" y="213"/>
                </a:lnTo>
                <a:lnTo>
                  <a:pt x="270" y="215"/>
                </a:lnTo>
                <a:lnTo>
                  <a:pt x="272" y="217"/>
                </a:lnTo>
                <a:lnTo>
                  <a:pt x="272" y="218"/>
                </a:lnTo>
                <a:lnTo>
                  <a:pt x="273" y="218"/>
                </a:lnTo>
                <a:lnTo>
                  <a:pt x="273" y="219"/>
                </a:lnTo>
                <a:lnTo>
                  <a:pt x="273" y="220"/>
                </a:lnTo>
                <a:lnTo>
                  <a:pt x="273" y="221"/>
                </a:lnTo>
                <a:lnTo>
                  <a:pt x="272" y="221"/>
                </a:lnTo>
                <a:lnTo>
                  <a:pt x="271" y="221"/>
                </a:lnTo>
                <a:lnTo>
                  <a:pt x="269" y="221"/>
                </a:lnTo>
                <a:lnTo>
                  <a:pt x="269" y="222"/>
                </a:lnTo>
                <a:lnTo>
                  <a:pt x="270" y="222"/>
                </a:lnTo>
                <a:lnTo>
                  <a:pt x="271" y="223"/>
                </a:lnTo>
                <a:lnTo>
                  <a:pt x="273" y="224"/>
                </a:lnTo>
                <a:lnTo>
                  <a:pt x="274" y="225"/>
                </a:lnTo>
                <a:lnTo>
                  <a:pt x="275" y="227"/>
                </a:lnTo>
                <a:lnTo>
                  <a:pt x="276" y="228"/>
                </a:lnTo>
                <a:lnTo>
                  <a:pt x="276" y="229"/>
                </a:lnTo>
                <a:lnTo>
                  <a:pt x="276" y="230"/>
                </a:lnTo>
                <a:lnTo>
                  <a:pt x="276" y="231"/>
                </a:lnTo>
                <a:lnTo>
                  <a:pt x="275" y="231"/>
                </a:lnTo>
                <a:lnTo>
                  <a:pt x="275" y="232"/>
                </a:lnTo>
                <a:lnTo>
                  <a:pt x="275" y="233"/>
                </a:lnTo>
                <a:lnTo>
                  <a:pt x="273" y="235"/>
                </a:lnTo>
                <a:lnTo>
                  <a:pt x="273" y="234"/>
                </a:lnTo>
                <a:lnTo>
                  <a:pt x="271" y="232"/>
                </a:lnTo>
                <a:lnTo>
                  <a:pt x="270" y="232"/>
                </a:lnTo>
                <a:lnTo>
                  <a:pt x="270" y="233"/>
                </a:lnTo>
                <a:lnTo>
                  <a:pt x="270" y="234"/>
                </a:lnTo>
                <a:lnTo>
                  <a:pt x="270" y="235"/>
                </a:lnTo>
                <a:lnTo>
                  <a:pt x="271" y="235"/>
                </a:lnTo>
                <a:lnTo>
                  <a:pt x="270" y="235"/>
                </a:lnTo>
                <a:lnTo>
                  <a:pt x="268" y="235"/>
                </a:lnTo>
                <a:lnTo>
                  <a:pt x="267" y="235"/>
                </a:lnTo>
                <a:lnTo>
                  <a:pt x="264" y="233"/>
                </a:lnTo>
                <a:lnTo>
                  <a:pt x="262" y="231"/>
                </a:lnTo>
                <a:lnTo>
                  <a:pt x="260" y="231"/>
                </a:lnTo>
                <a:lnTo>
                  <a:pt x="258" y="231"/>
                </a:lnTo>
                <a:lnTo>
                  <a:pt x="258" y="232"/>
                </a:lnTo>
                <a:lnTo>
                  <a:pt x="255" y="232"/>
                </a:lnTo>
                <a:lnTo>
                  <a:pt x="255" y="233"/>
                </a:lnTo>
                <a:lnTo>
                  <a:pt x="254" y="233"/>
                </a:lnTo>
                <a:lnTo>
                  <a:pt x="253" y="232"/>
                </a:lnTo>
                <a:lnTo>
                  <a:pt x="252" y="232"/>
                </a:lnTo>
                <a:lnTo>
                  <a:pt x="251" y="232"/>
                </a:lnTo>
                <a:lnTo>
                  <a:pt x="251" y="233"/>
                </a:lnTo>
                <a:lnTo>
                  <a:pt x="250" y="232"/>
                </a:lnTo>
                <a:lnTo>
                  <a:pt x="249" y="232"/>
                </a:lnTo>
                <a:lnTo>
                  <a:pt x="249" y="231"/>
                </a:lnTo>
                <a:lnTo>
                  <a:pt x="248" y="231"/>
                </a:lnTo>
                <a:lnTo>
                  <a:pt x="248" y="232"/>
                </a:lnTo>
                <a:lnTo>
                  <a:pt x="248" y="233"/>
                </a:lnTo>
                <a:lnTo>
                  <a:pt x="248" y="234"/>
                </a:lnTo>
                <a:lnTo>
                  <a:pt x="247" y="234"/>
                </a:lnTo>
                <a:lnTo>
                  <a:pt x="245" y="233"/>
                </a:lnTo>
                <a:lnTo>
                  <a:pt x="245" y="234"/>
                </a:lnTo>
                <a:lnTo>
                  <a:pt x="246" y="234"/>
                </a:lnTo>
                <a:lnTo>
                  <a:pt x="245" y="234"/>
                </a:lnTo>
                <a:lnTo>
                  <a:pt x="244" y="234"/>
                </a:lnTo>
                <a:lnTo>
                  <a:pt x="243" y="234"/>
                </a:lnTo>
                <a:lnTo>
                  <a:pt x="242" y="234"/>
                </a:lnTo>
                <a:lnTo>
                  <a:pt x="242" y="233"/>
                </a:lnTo>
                <a:lnTo>
                  <a:pt x="242" y="232"/>
                </a:lnTo>
                <a:lnTo>
                  <a:pt x="241" y="232"/>
                </a:lnTo>
                <a:lnTo>
                  <a:pt x="240" y="231"/>
                </a:lnTo>
                <a:lnTo>
                  <a:pt x="239" y="231"/>
                </a:lnTo>
                <a:lnTo>
                  <a:pt x="238" y="230"/>
                </a:lnTo>
                <a:lnTo>
                  <a:pt x="237" y="230"/>
                </a:lnTo>
                <a:lnTo>
                  <a:pt x="236" y="230"/>
                </a:lnTo>
                <a:lnTo>
                  <a:pt x="236" y="231"/>
                </a:lnTo>
                <a:lnTo>
                  <a:pt x="237" y="232"/>
                </a:lnTo>
                <a:lnTo>
                  <a:pt x="238" y="232"/>
                </a:lnTo>
                <a:lnTo>
                  <a:pt x="238" y="233"/>
                </a:lnTo>
                <a:lnTo>
                  <a:pt x="237" y="233"/>
                </a:lnTo>
                <a:lnTo>
                  <a:pt x="236" y="235"/>
                </a:lnTo>
                <a:lnTo>
                  <a:pt x="235" y="235"/>
                </a:lnTo>
                <a:lnTo>
                  <a:pt x="235" y="234"/>
                </a:lnTo>
                <a:lnTo>
                  <a:pt x="234" y="233"/>
                </a:lnTo>
                <a:lnTo>
                  <a:pt x="233" y="234"/>
                </a:lnTo>
                <a:lnTo>
                  <a:pt x="232" y="234"/>
                </a:lnTo>
                <a:lnTo>
                  <a:pt x="232" y="233"/>
                </a:lnTo>
                <a:lnTo>
                  <a:pt x="231" y="232"/>
                </a:lnTo>
                <a:lnTo>
                  <a:pt x="230" y="232"/>
                </a:lnTo>
                <a:lnTo>
                  <a:pt x="230" y="231"/>
                </a:lnTo>
                <a:lnTo>
                  <a:pt x="229" y="231"/>
                </a:lnTo>
                <a:lnTo>
                  <a:pt x="229" y="230"/>
                </a:lnTo>
                <a:lnTo>
                  <a:pt x="228" y="230"/>
                </a:lnTo>
                <a:lnTo>
                  <a:pt x="227" y="230"/>
                </a:lnTo>
                <a:lnTo>
                  <a:pt x="226" y="229"/>
                </a:lnTo>
                <a:lnTo>
                  <a:pt x="225" y="229"/>
                </a:lnTo>
                <a:lnTo>
                  <a:pt x="224" y="231"/>
                </a:lnTo>
                <a:lnTo>
                  <a:pt x="224" y="232"/>
                </a:lnTo>
                <a:lnTo>
                  <a:pt x="225" y="232"/>
                </a:lnTo>
                <a:lnTo>
                  <a:pt x="225" y="233"/>
                </a:lnTo>
                <a:lnTo>
                  <a:pt x="224" y="234"/>
                </a:lnTo>
                <a:lnTo>
                  <a:pt x="224" y="235"/>
                </a:lnTo>
                <a:lnTo>
                  <a:pt x="224" y="236"/>
                </a:lnTo>
                <a:lnTo>
                  <a:pt x="224" y="237"/>
                </a:lnTo>
                <a:lnTo>
                  <a:pt x="223" y="236"/>
                </a:lnTo>
                <a:lnTo>
                  <a:pt x="223" y="235"/>
                </a:lnTo>
                <a:lnTo>
                  <a:pt x="222" y="235"/>
                </a:lnTo>
                <a:lnTo>
                  <a:pt x="221" y="234"/>
                </a:lnTo>
                <a:lnTo>
                  <a:pt x="221" y="233"/>
                </a:lnTo>
                <a:lnTo>
                  <a:pt x="219" y="233"/>
                </a:lnTo>
                <a:lnTo>
                  <a:pt x="218" y="233"/>
                </a:lnTo>
                <a:lnTo>
                  <a:pt x="218" y="232"/>
                </a:lnTo>
                <a:lnTo>
                  <a:pt x="217" y="232"/>
                </a:lnTo>
                <a:lnTo>
                  <a:pt x="216" y="233"/>
                </a:lnTo>
                <a:lnTo>
                  <a:pt x="216" y="234"/>
                </a:lnTo>
                <a:lnTo>
                  <a:pt x="216" y="233"/>
                </a:lnTo>
                <a:lnTo>
                  <a:pt x="215" y="232"/>
                </a:lnTo>
                <a:lnTo>
                  <a:pt x="214" y="233"/>
                </a:lnTo>
                <a:lnTo>
                  <a:pt x="213" y="233"/>
                </a:lnTo>
                <a:lnTo>
                  <a:pt x="213" y="232"/>
                </a:lnTo>
                <a:lnTo>
                  <a:pt x="212" y="232"/>
                </a:lnTo>
                <a:lnTo>
                  <a:pt x="211" y="232"/>
                </a:lnTo>
                <a:lnTo>
                  <a:pt x="211" y="231"/>
                </a:lnTo>
                <a:lnTo>
                  <a:pt x="211" y="232"/>
                </a:lnTo>
                <a:lnTo>
                  <a:pt x="210" y="232"/>
                </a:lnTo>
                <a:lnTo>
                  <a:pt x="211" y="233"/>
                </a:lnTo>
                <a:lnTo>
                  <a:pt x="211" y="235"/>
                </a:lnTo>
                <a:lnTo>
                  <a:pt x="212" y="236"/>
                </a:lnTo>
                <a:lnTo>
                  <a:pt x="212" y="237"/>
                </a:lnTo>
                <a:lnTo>
                  <a:pt x="213" y="237"/>
                </a:lnTo>
                <a:lnTo>
                  <a:pt x="213" y="238"/>
                </a:lnTo>
                <a:lnTo>
                  <a:pt x="214" y="239"/>
                </a:lnTo>
                <a:lnTo>
                  <a:pt x="214" y="240"/>
                </a:lnTo>
                <a:lnTo>
                  <a:pt x="214" y="241"/>
                </a:lnTo>
                <a:lnTo>
                  <a:pt x="215" y="243"/>
                </a:lnTo>
                <a:lnTo>
                  <a:pt x="216" y="244"/>
                </a:lnTo>
                <a:lnTo>
                  <a:pt x="215" y="244"/>
                </a:lnTo>
                <a:lnTo>
                  <a:pt x="214" y="244"/>
                </a:lnTo>
                <a:lnTo>
                  <a:pt x="213" y="244"/>
                </a:lnTo>
                <a:lnTo>
                  <a:pt x="213" y="245"/>
                </a:lnTo>
                <a:lnTo>
                  <a:pt x="213" y="246"/>
                </a:lnTo>
                <a:lnTo>
                  <a:pt x="213" y="247"/>
                </a:lnTo>
                <a:lnTo>
                  <a:pt x="213" y="248"/>
                </a:lnTo>
                <a:lnTo>
                  <a:pt x="213" y="249"/>
                </a:lnTo>
                <a:lnTo>
                  <a:pt x="211" y="249"/>
                </a:lnTo>
                <a:lnTo>
                  <a:pt x="210" y="249"/>
                </a:lnTo>
                <a:lnTo>
                  <a:pt x="209" y="249"/>
                </a:lnTo>
                <a:lnTo>
                  <a:pt x="209" y="248"/>
                </a:lnTo>
                <a:lnTo>
                  <a:pt x="209" y="249"/>
                </a:lnTo>
                <a:lnTo>
                  <a:pt x="209" y="250"/>
                </a:lnTo>
                <a:lnTo>
                  <a:pt x="209" y="251"/>
                </a:lnTo>
                <a:lnTo>
                  <a:pt x="208" y="252"/>
                </a:lnTo>
                <a:lnTo>
                  <a:pt x="207" y="252"/>
                </a:lnTo>
                <a:lnTo>
                  <a:pt x="207" y="251"/>
                </a:lnTo>
                <a:lnTo>
                  <a:pt x="207" y="250"/>
                </a:lnTo>
                <a:lnTo>
                  <a:pt x="206" y="249"/>
                </a:lnTo>
                <a:lnTo>
                  <a:pt x="205" y="248"/>
                </a:lnTo>
                <a:lnTo>
                  <a:pt x="204" y="247"/>
                </a:lnTo>
                <a:lnTo>
                  <a:pt x="204" y="248"/>
                </a:lnTo>
                <a:lnTo>
                  <a:pt x="204" y="249"/>
                </a:lnTo>
                <a:lnTo>
                  <a:pt x="205" y="249"/>
                </a:lnTo>
                <a:lnTo>
                  <a:pt x="205" y="250"/>
                </a:lnTo>
                <a:lnTo>
                  <a:pt x="205" y="251"/>
                </a:lnTo>
                <a:lnTo>
                  <a:pt x="205" y="252"/>
                </a:lnTo>
                <a:lnTo>
                  <a:pt x="206" y="252"/>
                </a:lnTo>
                <a:lnTo>
                  <a:pt x="207" y="252"/>
                </a:lnTo>
                <a:lnTo>
                  <a:pt x="208" y="252"/>
                </a:lnTo>
                <a:lnTo>
                  <a:pt x="210" y="254"/>
                </a:lnTo>
                <a:lnTo>
                  <a:pt x="210" y="255"/>
                </a:lnTo>
                <a:lnTo>
                  <a:pt x="210" y="256"/>
                </a:lnTo>
                <a:lnTo>
                  <a:pt x="210" y="257"/>
                </a:lnTo>
                <a:lnTo>
                  <a:pt x="211" y="257"/>
                </a:lnTo>
                <a:lnTo>
                  <a:pt x="212" y="256"/>
                </a:lnTo>
                <a:lnTo>
                  <a:pt x="213" y="257"/>
                </a:lnTo>
                <a:lnTo>
                  <a:pt x="213" y="259"/>
                </a:lnTo>
                <a:lnTo>
                  <a:pt x="212" y="259"/>
                </a:lnTo>
                <a:lnTo>
                  <a:pt x="213" y="260"/>
                </a:lnTo>
                <a:lnTo>
                  <a:pt x="213" y="261"/>
                </a:lnTo>
                <a:lnTo>
                  <a:pt x="213" y="262"/>
                </a:lnTo>
                <a:lnTo>
                  <a:pt x="214" y="263"/>
                </a:lnTo>
                <a:lnTo>
                  <a:pt x="215" y="264"/>
                </a:lnTo>
                <a:lnTo>
                  <a:pt x="215" y="265"/>
                </a:lnTo>
                <a:lnTo>
                  <a:pt x="214" y="265"/>
                </a:lnTo>
                <a:lnTo>
                  <a:pt x="213" y="265"/>
                </a:lnTo>
                <a:lnTo>
                  <a:pt x="213" y="266"/>
                </a:lnTo>
                <a:lnTo>
                  <a:pt x="214" y="266"/>
                </a:lnTo>
                <a:lnTo>
                  <a:pt x="213" y="267"/>
                </a:lnTo>
                <a:lnTo>
                  <a:pt x="213" y="269"/>
                </a:lnTo>
                <a:lnTo>
                  <a:pt x="213" y="270"/>
                </a:lnTo>
                <a:lnTo>
                  <a:pt x="212" y="270"/>
                </a:lnTo>
                <a:lnTo>
                  <a:pt x="212" y="271"/>
                </a:lnTo>
                <a:lnTo>
                  <a:pt x="212" y="272"/>
                </a:lnTo>
                <a:lnTo>
                  <a:pt x="213" y="273"/>
                </a:lnTo>
                <a:lnTo>
                  <a:pt x="214" y="273"/>
                </a:lnTo>
                <a:lnTo>
                  <a:pt x="214" y="274"/>
                </a:lnTo>
                <a:lnTo>
                  <a:pt x="212" y="274"/>
                </a:lnTo>
                <a:lnTo>
                  <a:pt x="212" y="273"/>
                </a:lnTo>
                <a:lnTo>
                  <a:pt x="211" y="273"/>
                </a:lnTo>
                <a:lnTo>
                  <a:pt x="211" y="272"/>
                </a:lnTo>
                <a:lnTo>
                  <a:pt x="211" y="273"/>
                </a:lnTo>
                <a:lnTo>
                  <a:pt x="210" y="272"/>
                </a:lnTo>
                <a:lnTo>
                  <a:pt x="209" y="271"/>
                </a:lnTo>
                <a:lnTo>
                  <a:pt x="207" y="271"/>
                </a:lnTo>
                <a:lnTo>
                  <a:pt x="207" y="272"/>
                </a:lnTo>
                <a:lnTo>
                  <a:pt x="207" y="273"/>
                </a:lnTo>
                <a:lnTo>
                  <a:pt x="206" y="272"/>
                </a:lnTo>
                <a:lnTo>
                  <a:pt x="205" y="272"/>
                </a:lnTo>
                <a:lnTo>
                  <a:pt x="204" y="273"/>
                </a:lnTo>
                <a:lnTo>
                  <a:pt x="203" y="273"/>
                </a:lnTo>
                <a:lnTo>
                  <a:pt x="202" y="274"/>
                </a:lnTo>
                <a:lnTo>
                  <a:pt x="202" y="275"/>
                </a:lnTo>
                <a:lnTo>
                  <a:pt x="203" y="275"/>
                </a:lnTo>
                <a:lnTo>
                  <a:pt x="203" y="277"/>
                </a:lnTo>
                <a:lnTo>
                  <a:pt x="202" y="277"/>
                </a:lnTo>
                <a:lnTo>
                  <a:pt x="201" y="277"/>
                </a:lnTo>
                <a:lnTo>
                  <a:pt x="200" y="277"/>
                </a:lnTo>
                <a:lnTo>
                  <a:pt x="200" y="278"/>
                </a:lnTo>
                <a:lnTo>
                  <a:pt x="200" y="279"/>
                </a:lnTo>
                <a:lnTo>
                  <a:pt x="200" y="282"/>
                </a:lnTo>
                <a:lnTo>
                  <a:pt x="200" y="283"/>
                </a:lnTo>
                <a:lnTo>
                  <a:pt x="199" y="283"/>
                </a:lnTo>
                <a:lnTo>
                  <a:pt x="198" y="284"/>
                </a:lnTo>
                <a:lnTo>
                  <a:pt x="197" y="284"/>
                </a:lnTo>
                <a:lnTo>
                  <a:pt x="196" y="284"/>
                </a:lnTo>
                <a:lnTo>
                  <a:pt x="196" y="285"/>
                </a:lnTo>
                <a:lnTo>
                  <a:pt x="195" y="286"/>
                </a:lnTo>
                <a:lnTo>
                  <a:pt x="196" y="286"/>
                </a:lnTo>
                <a:lnTo>
                  <a:pt x="196" y="287"/>
                </a:lnTo>
                <a:lnTo>
                  <a:pt x="197" y="287"/>
                </a:lnTo>
                <a:lnTo>
                  <a:pt x="198" y="288"/>
                </a:lnTo>
                <a:lnTo>
                  <a:pt x="197" y="288"/>
                </a:lnTo>
                <a:lnTo>
                  <a:pt x="197" y="289"/>
                </a:lnTo>
                <a:lnTo>
                  <a:pt x="197" y="290"/>
                </a:lnTo>
                <a:lnTo>
                  <a:pt x="196" y="290"/>
                </a:lnTo>
                <a:lnTo>
                  <a:pt x="194" y="290"/>
                </a:lnTo>
                <a:lnTo>
                  <a:pt x="193" y="290"/>
                </a:lnTo>
                <a:lnTo>
                  <a:pt x="192" y="289"/>
                </a:lnTo>
                <a:lnTo>
                  <a:pt x="191" y="288"/>
                </a:lnTo>
                <a:lnTo>
                  <a:pt x="191" y="289"/>
                </a:lnTo>
                <a:lnTo>
                  <a:pt x="191" y="290"/>
                </a:lnTo>
                <a:lnTo>
                  <a:pt x="191" y="291"/>
                </a:lnTo>
                <a:lnTo>
                  <a:pt x="190" y="290"/>
                </a:lnTo>
                <a:lnTo>
                  <a:pt x="189" y="289"/>
                </a:lnTo>
                <a:lnTo>
                  <a:pt x="188" y="288"/>
                </a:lnTo>
                <a:lnTo>
                  <a:pt x="188" y="289"/>
                </a:lnTo>
                <a:lnTo>
                  <a:pt x="188" y="290"/>
                </a:lnTo>
                <a:lnTo>
                  <a:pt x="189" y="291"/>
                </a:lnTo>
                <a:lnTo>
                  <a:pt x="189" y="292"/>
                </a:lnTo>
                <a:lnTo>
                  <a:pt x="190" y="292"/>
                </a:lnTo>
                <a:lnTo>
                  <a:pt x="191" y="291"/>
                </a:lnTo>
                <a:lnTo>
                  <a:pt x="192" y="292"/>
                </a:lnTo>
                <a:lnTo>
                  <a:pt x="193" y="293"/>
                </a:lnTo>
                <a:lnTo>
                  <a:pt x="193" y="294"/>
                </a:lnTo>
                <a:lnTo>
                  <a:pt x="192" y="294"/>
                </a:lnTo>
                <a:lnTo>
                  <a:pt x="193" y="295"/>
                </a:lnTo>
                <a:lnTo>
                  <a:pt x="194" y="295"/>
                </a:lnTo>
                <a:lnTo>
                  <a:pt x="194" y="294"/>
                </a:lnTo>
                <a:lnTo>
                  <a:pt x="195" y="295"/>
                </a:lnTo>
                <a:lnTo>
                  <a:pt x="196" y="296"/>
                </a:lnTo>
                <a:lnTo>
                  <a:pt x="197" y="297"/>
                </a:lnTo>
                <a:lnTo>
                  <a:pt x="197" y="296"/>
                </a:lnTo>
                <a:lnTo>
                  <a:pt x="198" y="297"/>
                </a:lnTo>
                <a:lnTo>
                  <a:pt x="198" y="298"/>
                </a:lnTo>
                <a:lnTo>
                  <a:pt x="199" y="298"/>
                </a:lnTo>
                <a:lnTo>
                  <a:pt x="200" y="298"/>
                </a:lnTo>
                <a:lnTo>
                  <a:pt x="200" y="297"/>
                </a:lnTo>
                <a:lnTo>
                  <a:pt x="200" y="298"/>
                </a:lnTo>
                <a:lnTo>
                  <a:pt x="201" y="298"/>
                </a:lnTo>
                <a:lnTo>
                  <a:pt x="202" y="298"/>
                </a:lnTo>
                <a:lnTo>
                  <a:pt x="202" y="299"/>
                </a:lnTo>
                <a:lnTo>
                  <a:pt x="203" y="299"/>
                </a:lnTo>
                <a:lnTo>
                  <a:pt x="203" y="300"/>
                </a:lnTo>
                <a:lnTo>
                  <a:pt x="202" y="301"/>
                </a:lnTo>
                <a:lnTo>
                  <a:pt x="201" y="302"/>
                </a:lnTo>
                <a:lnTo>
                  <a:pt x="201" y="303"/>
                </a:lnTo>
                <a:lnTo>
                  <a:pt x="200" y="303"/>
                </a:lnTo>
                <a:lnTo>
                  <a:pt x="201" y="303"/>
                </a:lnTo>
                <a:lnTo>
                  <a:pt x="201" y="304"/>
                </a:lnTo>
                <a:lnTo>
                  <a:pt x="202" y="304"/>
                </a:lnTo>
                <a:lnTo>
                  <a:pt x="201" y="304"/>
                </a:lnTo>
                <a:lnTo>
                  <a:pt x="201" y="305"/>
                </a:lnTo>
                <a:lnTo>
                  <a:pt x="200" y="305"/>
                </a:lnTo>
                <a:lnTo>
                  <a:pt x="200" y="304"/>
                </a:lnTo>
                <a:lnTo>
                  <a:pt x="200" y="305"/>
                </a:lnTo>
                <a:lnTo>
                  <a:pt x="200" y="306"/>
                </a:lnTo>
                <a:lnTo>
                  <a:pt x="199" y="306"/>
                </a:lnTo>
                <a:lnTo>
                  <a:pt x="200" y="307"/>
                </a:lnTo>
                <a:lnTo>
                  <a:pt x="200" y="306"/>
                </a:lnTo>
                <a:lnTo>
                  <a:pt x="201" y="306"/>
                </a:lnTo>
                <a:lnTo>
                  <a:pt x="203" y="307"/>
                </a:lnTo>
                <a:lnTo>
                  <a:pt x="203" y="308"/>
                </a:lnTo>
                <a:lnTo>
                  <a:pt x="203" y="309"/>
                </a:lnTo>
                <a:lnTo>
                  <a:pt x="203" y="310"/>
                </a:lnTo>
                <a:lnTo>
                  <a:pt x="202" y="310"/>
                </a:lnTo>
                <a:lnTo>
                  <a:pt x="201" y="310"/>
                </a:lnTo>
                <a:lnTo>
                  <a:pt x="201" y="312"/>
                </a:lnTo>
                <a:lnTo>
                  <a:pt x="201" y="314"/>
                </a:lnTo>
                <a:lnTo>
                  <a:pt x="201" y="315"/>
                </a:lnTo>
                <a:lnTo>
                  <a:pt x="200" y="315"/>
                </a:lnTo>
                <a:lnTo>
                  <a:pt x="201" y="315"/>
                </a:lnTo>
                <a:lnTo>
                  <a:pt x="200" y="316"/>
                </a:lnTo>
                <a:lnTo>
                  <a:pt x="199" y="316"/>
                </a:lnTo>
                <a:lnTo>
                  <a:pt x="199" y="315"/>
                </a:lnTo>
                <a:lnTo>
                  <a:pt x="198" y="315"/>
                </a:lnTo>
                <a:lnTo>
                  <a:pt x="198" y="316"/>
                </a:lnTo>
                <a:lnTo>
                  <a:pt x="198" y="317"/>
                </a:lnTo>
                <a:lnTo>
                  <a:pt x="199" y="317"/>
                </a:lnTo>
                <a:lnTo>
                  <a:pt x="199" y="318"/>
                </a:lnTo>
                <a:lnTo>
                  <a:pt x="199" y="319"/>
                </a:lnTo>
                <a:lnTo>
                  <a:pt x="200" y="320"/>
                </a:lnTo>
                <a:lnTo>
                  <a:pt x="201" y="320"/>
                </a:lnTo>
                <a:lnTo>
                  <a:pt x="202" y="320"/>
                </a:lnTo>
                <a:lnTo>
                  <a:pt x="204" y="321"/>
                </a:lnTo>
                <a:lnTo>
                  <a:pt x="204" y="322"/>
                </a:lnTo>
                <a:lnTo>
                  <a:pt x="205" y="321"/>
                </a:lnTo>
                <a:lnTo>
                  <a:pt x="206" y="321"/>
                </a:lnTo>
                <a:lnTo>
                  <a:pt x="206" y="320"/>
                </a:lnTo>
                <a:lnTo>
                  <a:pt x="206" y="319"/>
                </a:lnTo>
                <a:lnTo>
                  <a:pt x="206" y="318"/>
                </a:lnTo>
                <a:lnTo>
                  <a:pt x="207" y="318"/>
                </a:lnTo>
                <a:lnTo>
                  <a:pt x="208" y="318"/>
                </a:lnTo>
                <a:lnTo>
                  <a:pt x="208" y="319"/>
                </a:lnTo>
                <a:lnTo>
                  <a:pt x="209" y="320"/>
                </a:lnTo>
                <a:lnTo>
                  <a:pt x="209" y="319"/>
                </a:lnTo>
                <a:lnTo>
                  <a:pt x="209" y="318"/>
                </a:lnTo>
                <a:lnTo>
                  <a:pt x="210" y="318"/>
                </a:lnTo>
                <a:lnTo>
                  <a:pt x="210" y="317"/>
                </a:lnTo>
                <a:lnTo>
                  <a:pt x="210" y="318"/>
                </a:lnTo>
                <a:lnTo>
                  <a:pt x="210" y="319"/>
                </a:lnTo>
                <a:lnTo>
                  <a:pt x="211" y="320"/>
                </a:lnTo>
                <a:lnTo>
                  <a:pt x="213" y="320"/>
                </a:lnTo>
                <a:lnTo>
                  <a:pt x="213" y="319"/>
                </a:lnTo>
                <a:lnTo>
                  <a:pt x="213" y="318"/>
                </a:lnTo>
                <a:lnTo>
                  <a:pt x="214" y="319"/>
                </a:lnTo>
                <a:lnTo>
                  <a:pt x="214" y="321"/>
                </a:lnTo>
                <a:lnTo>
                  <a:pt x="215" y="321"/>
                </a:lnTo>
                <a:lnTo>
                  <a:pt x="215" y="320"/>
                </a:lnTo>
                <a:lnTo>
                  <a:pt x="216" y="320"/>
                </a:lnTo>
                <a:lnTo>
                  <a:pt x="217" y="319"/>
                </a:lnTo>
                <a:lnTo>
                  <a:pt x="217" y="320"/>
                </a:lnTo>
                <a:lnTo>
                  <a:pt x="218" y="322"/>
                </a:lnTo>
                <a:lnTo>
                  <a:pt x="218" y="323"/>
                </a:lnTo>
                <a:lnTo>
                  <a:pt x="219" y="323"/>
                </a:lnTo>
                <a:lnTo>
                  <a:pt x="220" y="324"/>
                </a:lnTo>
                <a:lnTo>
                  <a:pt x="221" y="324"/>
                </a:lnTo>
                <a:lnTo>
                  <a:pt x="222" y="323"/>
                </a:lnTo>
                <a:lnTo>
                  <a:pt x="222" y="324"/>
                </a:lnTo>
                <a:lnTo>
                  <a:pt x="223" y="324"/>
                </a:lnTo>
                <a:lnTo>
                  <a:pt x="223" y="325"/>
                </a:lnTo>
                <a:lnTo>
                  <a:pt x="224" y="325"/>
                </a:lnTo>
                <a:lnTo>
                  <a:pt x="224" y="326"/>
                </a:lnTo>
                <a:lnTo>
                  <a:pt x="225" y="326"/>
                </a:lnTo>
                <a:lnTo>
                  <a:pt x="225" y="325"/>
                </a:lnTo>
                <a:lnTo>
                  <a:pt x="227" y="324"/>
                </a:lnTo>
                <a:lnTo>
                  <a:pt x="227" y="325"/>
                </a:lnTo>
                <a:lnTo>
                  <a:pt x="228" y="326"/>
                </a:lnTo>
                <a:lnTo>
                  <a:pt x="228" y="325"/>
                </a:lnTo>
                <a:lnTo>
                  <a:pt x="229" y="325"/>
                </a:lnTo>
                <a:lnTo>
                  <a:pt x="230" y="325"/>
                </a:lnTo>
                <a:lnTo>
                  <a:pt x="230" y="326"/>
                </a:lnTo>
                <a:lnTo>
                  <a:pt x="230" y="324"/>
                </a:lnTo>
                <a:lnTo>
                  <a:pt x="231" y="324"/>
                </a:lnTo>
                <a:lnTo>
                  <a:pt x="231" y="325"/>
                </a:lnTo>
                <a:lnTo>
                  <a:pt x="231" y="326"/>
                </a:lnTo>
                <a:lnTo>
                  <a:pt x="232" y="327"/>
                </a:lnTo>
                <a:lnTo>
                  <a:pt x="232" y="326"/>
                </a:lnTo>
                <a:lnTo>
                  <a:pt x="233" y="326"/>
                </a:lnTo>
                <a:lnTo>
                  <a:pt x="233" y="328"/>
                </a:lnTo>
                <a:lnTo>
                  <a:pt x="234" y="328"/>
                </a:lnTo>
                <a:lnTo>
                  <a:pt x="234" y="329"/>
                </a:lnTo>
                <a:lnTo>
                  <a:pt x="235" y="329"/>
                </a:lnTo>
                <a:lnTo>
                  <a:pt x="235" y="330"/>
                </a:lnTo>
                <a:lnTo>
                  <a:pt x="236" y="330"/>
                </a:lnTo>
                <a:lnTo>
                  <a:pt x="237" y="332"/>
                </a:lnTo>
                <a:lnTo>
                  <a:pt x="237" y="333"/>
                </a:lnTo>
                <a:lnTo>
                  <a:pt x="237" y="334"/>
                </a:lnTo>
                <a:lnTo>
                  <a:pt x="238" y="334"/>
                </a:lnTo>
                <a:lnTo>
                  <a:pt x="239" y="334"/>
                </a:lnTo>
                <a:lnTo>
                  <a:pt x="239" y="333"/>
                </a:lnTo>
                <a:lnTo>
                  <a:pt x="239" y="334"/>
                </a:lnTo>
                <a:lnTo>
                  <a:pt x="239" y="335"/>
                </a:lnTo>
                <a:lnTo>
                  <a:pt x="239" y="336"/>
                </a:lnTo>
                <a:lnTo>
                  <a:pt x="240" y="335"/>
                </a:lnTo>
                <a:lnTo>
                  <a:pt x="240" y="334"/>
                </a:lnTo>
                <a:lnTo>
                  <a:pt x="241" y="335"/>
                </a:lnTo>
                <a:lnTo>
                  <a:pt x="240" y="336"/>
                </a:lnTo>
                <a:lnTo>
                  <a:pt x="240" y="337"/>
                </a:lnTo>
                <a:lnTo>
                  <a:pt x="241" y="337"/>
                </a:lnTo>
                <a:lnTo>
                  <a:pt x="242" y="338"/>
                </a:lnTo>
                <a:lnTo>
                  <a:pt x="242" y="340"/>
                </a:lnTo>
                <a:lnTo>
                  <a:pt x="241" y="341"/>
                </a:lnTo>
                <a:lnTo>
                  <a:pt x="240" y="341"/>
                </a:lnTo>
                <a:lnTo>
                  <a:pt x="240" y="342"/>
                </a:lnTo>
                <a:lnTo>
                  <a:pt x="240" y="343"/>
                </a:lnTo>
                <a:lnTo>
                  <a:pt x="240" y="344"/>
                </a:lnTo>
                <a:lnTo>
                  <a:pt x="239" y="345"/>
                </a:lnTo>
                <a:lnTo>
                  <a:pt x="239" y="346"/>
                </a:lnTo>
                <a:lnTo>
                  <a:pt x="239" y="347"/>
                </a:lnTo>
                <a:lnTo>
                  <a:pt x="240" y="347"/>
                </a:lnTo>
                <a:lnTo>
                  <a:pt x="241" y="347"/>
                </a:lnTo>
                <a:lnTo>
                  <a:pt x="241" y="348"/>
                </a:lnTo>
                <a:lnTo>
                  <a:pt x="241" y="349"/>
                </a:lnTo>
                <a:lnTo>
                  <a:pt x="240" y="349"/>
                </a:lnTo>
                <a:lnTo>
                  <a:pt x="239" y="350"/>
                </a:lnTo>
                <a:lnTo>
                  <a:pt x="239" y="351"/>
                </a:lnTo>
                <a:lnTo>
                  <a:pt x="238" y="351"/>
                </a:lnTo>
                <a:lnTo>
                  <a:pt x="238" y="352"/>
                </a:lnTo>
                <a:lnTo>
                  <a:pt x="238" y="353"/>
                </a:lnTo>
                <a:lnTo>
                  <a:pt x="238" y="354"/>
                </a:lnTo>
                <a:lnTo>
                  <a:pt x="237" y="353"/>
                </a:lnTo>
                <a:lnTo>
                  <a:pt x="237" y="352"/>
                </a:lnTo>
                <a:lnTo>
                  <a:pt x="238" y="352"/>
                </a:lnTo>
                <a:lnTo>
                  <a:pt x="238" y="351"/>
                </a:lnTo>
                <a:lnTo>
                  <a:pt x="237" y="351"/>
                </a:lnTo>
                <a:lnTo>
                  <a:pt x="236" y="351"/>
                </a:lnTo>
                <a:lnTo>
                  <a:pt x="236" y="350"/>
                </a:lnTo>
                <a:lnTo>
                  <a:pt x="236" y="351"/>
                </a:lnTo>
                <a:lnTo>
                  <a:pt x="236" y="352"/>
                </a:lnTo>
                <a:lnTo>
                  <a:pt x="237" y="353"/>
                </a:lnTo>
                <a:lnTo>
                  <a:pt x="237" y="354"/>
                </a:lnTo>
                <a:lnTo>
                  <a:pt x="238" y="354"/>
                </a:lnTo>
                <a:lnTo>
                  <a:pt x="238" y="353"/>
                </a:lnTo>
                <a:lnTo>
                  <a:pt x="239" y="353"/>
                </a:lnTo>
                <a:lnTo>
                  <a:pt x="239" y="352"/>
                </a:lnTo>
                <a:lnTo>
                  <a:pt x="240" y="353"/>
                </a:lnTo>
                <a:lnTo>
                  <a:pt x="241" y="353"/>
                </a:lnTo>
                <a:lnTo>
                  <a:pt x="241" y="354"/>
                </a:lnTo>
                <a:lnTo>
                  <a:pt x="240" y="354"/>
                </a:lnTo>
                <a:lnTo>
                  <a:pt x="240" y="355"/>
                </a:lnTo>
                <a:lnTo>
                  <a:pt x="239" y="355"/>
                </a:lnTo>
                <a:lnTo>
                  <a:pt x="238" y="355"/>
                </a:lnTo>
                <a:lnTo>
                  <a:pt x="238" y="354"/>
                </a:lnTo>
                <a:lnTo>
                  <a:pt x="237" y="355"/>
                </a:lnTo>
                <a:lnTo>
                  <a:pt x="237" y="356"/>
                </a:lnTo>
                <a:lnTo>
                  <a:pt x="237" y="357"/>
                </a:lnTo>
                <a:lnTo>
                  <a:pt x="236" y="356"/>
                </a:lnTo>
                <a:lnTo>
                  <a:pt x="235" y="356"/>
                </a:lnTo>
                <a:lnTo>
                  <a:pt x="235" y="357"/>
                </a:lnTo>
                <a:lnTo>
                  <a:pt x="234" y="357"/>
                </a:lnTo>
                <a:lnTo>
                  <a:pt x="233" y="358"/>
                </a:lnTo>
                <a:lnTo>
                  <a:pt x="233" y="359"/>
                </a:lnTo>
                <a:lnTo>
                  <a:pt x="232" y="359"/>
                </a:lnTo>
                <a:lnTo>
                  <a:pt x="232" y="360"/>
                </a:lnTo>
                <a:lnTo>
                  <a:pt x="233" y="360"/>
                </a:lnTo>
                <a:lnTo>
                  <a:pt x="234" y="360"/>
                </a:lnTo>
                <a:lnTo>
                  <a:pt x="234" y="359"/>
                </a:lnTo>
                <a:lnTo>
                  <a:pt x="235" y="360"/>
                </a:lnTo>
                <a:lnTo>
                  <a:pt x="235" y="361"/>
                </a:lnTo>
                <a:lnTo>
                  <a:pt x="234" y="360"/>
                </a:lnTo>
                <a:lnTo>
                  <a:pt x="234" y="361"/>
                </a:lnTo>
                <a:lnTo>
                  <a:pt x="234" y="362"/>
                </a:lnTo>
                <a:lnTo>
                  <a:pt x="235" y="363"/>
                </a:lnTo>
                <a:lnTo>
                  <a:pt x="235" y="364"/>
                </a:lnTo>
                <a:lnTo>
                  <a:pt x="236" y="364"/>
                </a:lnTo>
                <a:lnTo>
                  <a:pt x="236" y="365"/>
                </a:lnTo>
                <a:lnTo>
                  <a:pt x="237" y="365"/>
                </a:lnTo>
                <a:lnTo>
                  <a:pt x="238" y="365"/>
                </a:lnTo>
                <a:lnTo>
                  <a:pt x="238" y="366"/>
                </a:lnTo>
                <a:lnTo>
                  <a:pt x="239" y="367"/>
                </a:lnTo>
                <a:lnTo>
                  <a:pt x="239" y="368"/>
                </a:lnTo>
                <a:lnTo>
                  <a:pt x="238" y="368"/>
                </a:lnTo>
                <a:lnTo>
                  <a:pt x="238" y="367"/>
                </a:lnTo>
                <a:lnTo>
                  <a:pt x="236" y="367"/>
                </a:lnTo>
                <a:lnTo>
                  <a:pt x="237" y="368"/>
                </a:lnTo>
                <a:lnTo>
                  <a:pt x="238" y="368"/>
                </a:lnTo>
                <a:lnTo>
                  <a:pt x="238" y="369"/>
                </a:lnTo>
                <a:lnTo>
                  <a:pt x="238" y="370"/>
                </a:lnTo>
                <a:lnTo>
                  <a:pt x="238" y="371"/>
                </a:lnTo>
                <a:lnTo>
                  <a:pt x="237" y="371"/>
                </a:lnTo>
                <a:lnTo>
                  <a:pt x="237" y="370"/>
                </a:lnTo>
                <a:lnTo>
                  <a:pt x="236" y="371"/>
                </a:lnTo>
                <a:lnTo>
                  <a:pt x="236" y="372"/>
                </a:lnTo>
                <a:lnTo>
                  <a:pt x="235" y="372"/>
                </a:lnTo>
                <a:lnTo>
                  <a:pt x="235" y="371"/>
                </a:lnTo>
                <a:lnTo>
                  <a:pt x="235" y="370"/>
                </a:lnTo>
                <a:lnTo>
                  <a:pt x="234" y="370"/>
                </a:lnTo>
                <a:lnTo>
                  <a:pt x="234" y="371"/>
                </a:lnTo>
                <a:lnTo>
                  <a:pt x="233" y="372"/>
                </a:lnTo>
                <a:lnTo>
                  <a:pt x="233" y="373"/>
                </a:lnTo>
                <a:lnTo>
                  <a:pt x="234" y="373"/>
                </a:lnTo>
                <a:lnTo>
                  <a:pt x="234" y="374"/>
                </a:lnTo>
                <a:lnTo>
                  <a:pt x="233" y="374"/>
                </a:lnTo>
                <a:lnTo>
                  <a:pt x="233" y="375"/>
                </a:lnTo>
                <a:lnTo>
                  <a:pt x="233" y="374"/>
                </a:lnTo>
                <a:lnTo>
                  <a:pt x="232" y="374"/>
                </a:lnTo>
                <a:lnTo>
                  <a:pt x="230" y="373"/>
                </a:lnTo>
                <a:lnTo>
                  <a:pt x="229" y="374"/>
                </a:lnTo>
                <a:lnTo>
                  <a:pt x="229" y="375"/>
                </a:lnTo>
                <a:lnTo>
                  <a:pt x="229" y="376"/>
                </a:lnTo>
                <a:lnTo>
                  <a:pt x="229" y="377"/>
                </a:lnTo>
                <a:lnTo>
                  <a:pt x="228" y="377"/>
                </a:lnTo>
                <a:lnTo>
                  <a:pt x="227" y="376"/>
                </a:lnTo>
                <a:lnTo>
                  <a:pt x="226" y="376"/>
                </a:lnTo>
                <a:lnTo>
                  <a:pt x="225" y="376"/>
                </a:lnTo>
                <a:lnTo>
                  <a:pt x="225" y="375"/>
                </a:lnTo>
                <a:lnTo>
                  <a:pt x="224" y="375"/>
                </a:lnTo>
                <a:lnTo>
                  <a:pt x="224" y="376"/>
                </a:lnTo>
                <a:lnTo>
                  <a:pt x="223" y="376"/>
                </a:lnTo>
                <a:lnTo>
                  <a:pt x="223" y="377"/>
                </a:lnTo>
                <a:lnTo>
                  <a:pt x="222" y="378"/>
                </a:lnTo>
                <a:lnTo>
                  <a:pt x="223" y="379"/>
                </a:lnTo>
                <a:lnTo>
                  <a:pt x="223" y="378"/>
                </a:lnTo>
                <a:lnTo>
                  <a:pt x="223" y="379"/>
                </a:lnTo>
                <a:lnTo>
                  <a:pt x="222" y="379"/>
                </a:lnTo>
                <a:lnTo>
                  <a:pt x="221" y="379"/>
                </a:lnTo>
                <a:lnTo>
                  <a:pt x="220" y="378"/>
                </a:lnTo>
                <a:lnTo>
                  <a:pt x="219" y="377"/>
                </a:lnTo>
                <a:lnTo>
                  <a:pt x="218" y="376"/>
                </a:lnTo>
                <a:lnTo>
                  <a:pt x="217" y="375"/>
                </a:lnTo>
                <a:lnTo>
                  <a:pt x="216" y="375"/>
                </a:lnTo>
                <a:lnTo>
                  <a:pt x="216" y="376"/>
                </a:lnTo>
                <a:lnTo>
                  <a:pt x="216" y="377"/>
                </a:lnTo>
                <a:lnTo>
                  <a:pt x="216" y="378"/>
                </a:lnTo>
                <a:lnTo>
                  <a:pt x="215" y="378"/>
                </a:lnTo>
                <a:lnTo>
                  <a:pt x="215" y="377"/>
                </a:lnTo>
                <a:lnTo>
                  <a:pt x="214" y="377"/>
                </a:lnTo>
                <a:lnTo>
                  <a:pt x="213" y="377"/>
                </a:lnTo>
                <a:lnTo>
                  <a:pt x="212" y="377"/>
                </a:lnTo>
                <a:lnTo>
                  <a:pt x="212" y="376"/>
                </a:lnTo>
                <a:lnTo>
                  <a:pt x="211" y="375"/>
                </a:lnTo>
                <a:lnTo>
                  <a:pt x="211" y="374"/>
                </a:lnTo>
                <a:lnTo>
                  <a:pt x="210" y="374"/>
                </a:lnTo>
                <a:lnTo>
                  <a:pt x="210" y="373"/>
                </a:lnTo>
                <a:lnTo>
                  <a:pt x="209" y="373"/>
                </a:lnTo>
                <a:lnTo>
                  <a:pt x="209" y="374"/>
                </a:lnTo>
                <a:lnTo>
                  <a:pt x="210" y="375"/>
                </a:lnTo>
                <a:lnTo>
                  <a:pt x="209" y="375"/>
                </a:lnTo>
                <a:lnTo>
                  <a:pt x="208" y="375"/>
                </a:lnTo>
                <a:lnTo>
                  <a:pt x="207" y="375"/>
                </a:lnTo>
                <a:lnTo>
                  <a:pt x="207" y="374"/>
                </a:lnTo>
                <a:lnTo>
                  <a:pt x="206" y="374"/>
                </a:lnTo>
                <a:lnTo>
                  <a:pt x="205" y="374"/>
                </a:lnTo>
                <a:lnTo>
                  <a:pt x="204" y="374"/>
                </a:lnTo>
                <a:lnTo>
                  <a:pt x="203" y="374"/>
                </a:lnTo>
                <a:lnTo>
                  <a:pt x="203" y="375"/>
                </a:lnTo>
                <a:lnTo>
                  <a:pt x="202" y="376"/>
                </a:lnTo>
                <a:lnTo>
                  <a:pt x="202" y="375"/>
                </a:lnTo>
                <a:lnTo>
                  <a:pt x="201" y="374"/>
                </a:lnTo>
                <a:lnTo>
                  <a:pt x="200" y="374"/>
                </a:lnTo>
                <a:lnTo>
                  <a:pt x="200" y="375"/>
                </a:lnTo>
                <a:lnTo>
                  <a:pt x="199" y="375"/>
                </a:lnTo>
                <a:lnTo>
                  <a:pt x="199" y="376"/>
                </a:lnTo>
                <a:lnTo>
                  <a:pt x="198" y="376"/>
                </a:lnTo>
                <a:lnTo>
                  <a:pt x="197" y="376"/>
                </a:lnTo>
                <a:lnTo>
                  <a:pt x="197" y="377"/>
                </a:lnTo>
                <a:lnTo>
                  <a:pt x="196" y="378"/>
                </a:lnTo>
                <a:lnTo>
                  <a:pt x="196" y="379"/>
                </a:lnTo>
                <a:lnTo>
                  <a:pt x="195" y="379"/>
                </a:lnTo>
                <a:lnTo>
                  <a:pt x="195" y="381"/>
                </a:lnTo>
                <a:lnTo>
                  <a:pt x="195" y="382"/>
                </a:lnTo>
                <a:lnTo>
                  <a:pt x="196" y="383"/>
                </a:lnTo>
                <a:lnTo>
                  <a:pt x="196" y="384"/>
                </a:lnTo>
                <a:lnTo>
                  <a:pt x="197" y="384"/>
                </a:lnTo>
                <a:lnTo>
                  <a:pt x="196" y="385"/>
                </a:lnTo>
                <a:lnTo>
                  <a:pt x="197" y="386"/>
                </a:lnTo>
                <a:lnTo>
                  <a:pt x="197" y="387"/>
                </a:lnTo>
                <a:lnTo>
                  <a:pt x="197" y="388"/>
                </a:lnTo>
                <a:lnTo>
                  <a:pt x="198" y="388"/>
                </a:lnTo>
                <a:lnTo>
                  <a:pt x="198" y="389"/>
                </a:lnTo>
                <a:lnTo>
                  <a:pt x="198" y="390"/>
                </a:lnTo>
                <a:lnTo>
                  <a:pt x="199" y="390"/>
                </a:lnTo>
                <a:lnTo>
                  <a:pt x="199" y="391"/>
                </a:lnTo>
                <a:lnTo>
                  <a:pt x="198" y="391"/>
                </a:lnTo>
                <a:lnTo>
                  <a:pt x="198" y="390"/>
                </a:lnTo>
                <a:lnTo>
                  <a:pt x="197" y="390"/>
                </a:lnTo>
                <a:lnTo>
                  <a:pt x="197" y="391"/>
                </a:lnTo>
                <a:lnTo>
                  <a:pt x="196" y="392"/>
                </a:lnTo>
                <a:lnTo>
                  <a:pt x="196" y="393"/>
                </a:lnTo>
                <a:lnTo>
                  <a:pt x="196" y="394"/>
                </a:lnTo>
                <a:lnTo>
                  <a:pt x="196" y="395"/>
                </a:lnTo>
                <a:lnTo>
                  <a:pt x="195" y="396"/>
                </a:lnTo>
                <a:lnTo>
                  <a:pt x="195" y="397"/>
                </a:lnTo>
                <a:lnTo>
                  <a:pt x="196" y="397"/>
                </a:lnTo>
                <a:lnTo>
                  <a:pt x="196" y="398"/>
                </a:lnTo>
                <a:lnTo>
                  <a:pt x="197" y="398"/>
                </a:lnTo>
                <a:lnTo>
                  <a:pt x="197" y="399"/>
                </a:lnTo>
                <a:lnTo>
                  <a:pt x="197" y="400"/>
                </a:lnTo>
                <a:lnTo>
                  <a:pt x="197" y="401"/>
                </a:lnTo>
                <a:lnTo>
                  <a:pt x="198" y="401"/>
                </a:lnTo>
                <a:lnTo>
                  <a:pt x="199" y="400"/>
                </a:lnTo>
                <a:lnTo>
                  <a:pt x="200" y="400"/>
                </a:lnTo>
                <a:lnTo>
                  <a:pt x="200" y="401"/>
                </a:lnTo>
                <a:lnTo>
                  <a:pt x="199" y="401"/>
                </a:lnTo>
                <a:lnTo>
                  <a:pt x="199" y="403"/>
                </a:lnTo>
                <a:lnTo>
                  <a:pt x="199" y="404"/>
                </a:lnTo>
                <a:lnTo>
                  <a:pt x="200" y="404"/>
                </a:lnTo>
                <a:lnTo>
                  <a:pt x="200" y="405"/>
                </a:lnTo>
                <a:lnTo>
                  <a:pt x="200" y="406"/>
                </a:lnTo>
                <a:lnTo>
                  <a:pt x="201" y="407"/>
                </a:lnTo>
                <a:lnTo>
                  <a:pt x="201" y="408"/>
                </a:lnTo>
                <a:lnTo>
                  <a:pt x="200" y="408"/>
                </a:lnTo>
                <a:lnTo>
                  <a:pt x="200" y="409"/>
                </a:lnTo>
                <a:lnTo>
                  <a:pt x="200" y="410"/>
                </a:lnTo>
                <a:lnTo>
                  <a:pt x="201" y="412"/>
                </a:lnTo>
                <a:lnTo>
                  <a:pt x="200" y="412"/>
                </a:lnTo>
                <a:lnTo>
                  <a:pt x="201" y="412"/>
                </a:lnTo>
                <a:lnTo>
                  <a:pt x="201" y="413"/>
                </a:lnTo>
                <a:lnTo>
                  <a:pt x="201" y="414"/>
                </a:lnTo>
                <a:lnTo>
                  <a:pt x="200" y="414"/>
                </a:lnTo>
                <a:lnTo>
                  <a:pt x="199" y="415"/>
                </a:lnTo>
                <a:lnTo>
                  <a:pt x="200" y="415"/>
                </a:lnTo>
                <a:lnTo>
                  <a:pt x="200" y="416"/>
                </a:lnTo>
                <a:lnTo>
                  <a:pt x="198" y="418"/>
                </a:lnTo>
                <a:lnTo>
                  <a:pt x="197" y="418"/>
                </a:lnTo>
                <a:lnTo>
                  <a:pt x="196" y="419"/>
                </a:lnTo>
                <a:lnTo>
                  <a:pt x="195" y="419"/>
                </a:lnTo>
                <a:lnTo>
                  <a:pt x="194" y="420"/>
                </a:lnTo>
                <a:lnTo>
                  <a:pt x="194" y="421"/>
                </a:lnTo>
                <a:lnTo>
                  <a:pt x="193" y="421"/>
                </a:lnTo>
                <a:lnTo>
                  <a:pt x="192" y="422"/>
                </a:lnTo>
                <a:lnTo>
                  <a:pt x="191" y="422"/>
                </a:lnTo>
                <a:lnTo>
                  <a:pt x="190" y="422"/>
                </a:lnTo>
                <a:lnTo>
                  <a:pt x="189" y="422"/>
                </a:lnTo>
                <a:lnTo>
                  <a:pt x="188" y="422"/>
                </a:lnTo>
                <a:lnTo>
                  <a:pt x="189" y="423"/>
                </a:lnTo>
                <a:lnTo>
                  <a:pt x="189" y="424"/>
                </a:lnTo>
                <a:lnTo>
                  <a:pt x="189" y="425"/>
                </a:lnTo>
                <a:lnTo>
                  <a:pt x="188" y="425"/>
                </a:lnTo>
                <a:lnTo>
                  <a:pt x="187" y="425"/>
                </a:lnTo>
                <a:lnTo>
                  <a:pt x="187" y="424"/>
                </a:lnTo>
                <a:lnTo>
                  <a:pt x="185" y="424"/>
                </a:lnTo>
                <a:lnTo>
                  <a:pt x="185" y="423"/>
                </a:lnTo>
                <a:lnTo>
                  <a:pt x="184" y="423"/>
                </a:lnTo>
                <a:lnTo>
                  <a:pt x="184" y="422"/>
                </a:lnTo>
                <a:lnTo>
                  <a:pt x="184" y="421"/>
                </a:lnTo>
                <a:lnTo>
                  <a:pt x="184" y="420"/>
                </a:lnTo>
                <a:lnTo>
                  <a:pt x="183" y="420"/>
                </a:lnTo>
                <a:lnTo>
                  <a:pt x="181" y="419"/>
                </a:lnTo>
                <a:lnTo>
                  <a:pt x="181" y="418"/>
                </a:lnTo>
                <a:lnTo>
                  <a:pt x="180" y="416"/>
                </a:lnTo>
                <a:lnTo>
                  <a:pt x="179" y="416"/>
                </a:lnTo>
                <a:lnTo>
                  <a:pt x="178" y="415"/>
                </a:lnTo>
                <a:lnTo>
                  <a:pt x="178" y="414"/>
                </a:lnTo>
                <a:lnTo>
                  <a:pt x="177" y="414"/>
                </a:lnTo>
                <a:lnTo>
                  <a:pt x="177" y="413"/>
                </a:lnTo>
                <a:lnTo>
                  <a:pt x="178" y="412"/>
                </a:lnTo>
                <a:lnTo>
                  <a:pt x="178" y="411"/>
                </a:lnTo>
                <a:lnTo>
                  <a:pt x="177" y="411"/>
                </a:lnTo>
                <a:lnTo>
                  <a:pt x="177" y="410"/>
                </a:lnTo>
                <a:lnTo>
                  <a:pt x="177" y="408"/>
                </a:lnTo>
                <a:lnTo>
                  <a:pt x="176" y="408"/>
                </a:lnTo>
                <a:lnTo>
                  <a:pt x="175" y="407"/>
                </a:lnTo>
                <a:lnTo>
                  <a:pt x="175" y="408"/>
                </a:lnTo>
                <a:lnTo>
                  <a:pt x="174" y="408"/>
                </a:lnTo>
                <a:lnTo>
                  <a:pt x="173" y="408"/>
                </a:lnTo>
                <a:lnTo>
                  <a:pt x="172" y="407"/>
                </a:lnTo>
                <a:lnTo>
                  <a:pt x="172" y="406"/>
                </a:lnTo>
                <a:lnTo>
                  <a:pt x="172" y="405"/>
                </a:lnTo>
                <a:lnTo>
                  <a:pt x="171" y="405"/>
                </a:lnTo>
                <a:lnTo>
                  <a:pt x="171" y="406"/>
                </a:lnTo>
                <a:lnTo>
                  <a:pt x="170" y="407"/>
                </a:lnTo>
                <a:lnTo>
                  <a:pt x="169" y="407"/>
                </a:lnTo>
                <a:lnTo>
                  <a:pt x="168" y="409"/>
                </a:lnTo>
                <a:lnTo>
                  <a:pt x="167" y="409"/>
                </a:lnTo>
                <a:lnTo>
                  <a:pt x="167" y="410"/>
                </a:lnTo>
                <a:lnTo>
                  <a:pt x="167" y="411"/>
                </a:lnTo>
                <a:lnTo>
                  <a:pt x="167" y="412"/>
                </a:lnTo>
                <a:lnTo>
                  <a:pt x="166" y="412"/>
                </a:lnTo>
                <a:lnTo>
                  <a:pt x="166" y="411"/>
                </a:lnTo>
                <a:lnTo>
                  <a:pt x="166" y="412"/>
                </a:lnTo>
                <a:lnTo>
                  <a:pt x="166" y="413"/>
                </a:lnTo>
                <a:lnTo>
                  <a:pt x="165" y="413"/>
                </a:lnTo>
                <a:lnTo>
                  <a:pt x="165" y="412"/>
                </a:lnTo>
                <a:lnTo>
                  <a:pt x="165" y="411"/>
                </a:lnTo>
                <a:lnTo>
                  <a:pt x="165" y="410"/>
                </a:lnTo>
                <a:lnTo>
                  <a:pt x="164" y="410"/>
                </a:lnTo>
                <a:lnTo>
                  <a:pt x="165" y="409"/>
                </a:lnTo>
                <a:lnTo>
                  <a:pt x="163" y="409"/>
                </a:lnTo>
                <a:lnTo>
                  <a:pt x="163" y="408"/>
                </a:lnTo>
                <a:lnTo>
                  <a:pt x="163" y="407"/>
                </a:lnTo>
                <a:lnTo>
                  <a:pt x="163" y="406"/>
                </a:lnTo>
                <a:lnTo>
                  <a:pt x="163" y="405"/>
                </a:lnTo>
                <a:lnTo>
                  <a:pt x="162" y="404"/>
                </a:lnTo>
                <a:lnTo>
                  <a:pt x="162" y="403"/>
                </a:lnTo>
                <a:lnTo>
                  <a:pt x="162" y="402"/>
                </a:lnTo>
                <a:lnTo>
                  <a:pt x="162" y="401"/>
                </a:lnTo>
                <a:lnTo>
                  <a:pt x="162" y="400"/>
                </a:lnTo>
                <a:lnTo>
                  <a:pt x="160" y="400"/>
                </a:lnTo>
                <a:lnTo>
                  <a:pt x="162" y="400"/>
                </a:lnTo>
                <a:lnTo>
                  <a:pt x="163" y="400"/>
                </a:lnTo>
                <a:lnTo>
                  <a:pt x="163" y="399"/>
                </a:lnTo>
                <a:lnTo>
                  <a:pt x="164" y="399"/>
                </a:lnTo>
                <a:lnTo>
                  <a:pt x="165" y="399"/>
                </a:lnTo>
                <a:lnTo>
                  <a:pt x="164" y="398"/>
                </a:lnTo>
                <a:lnTo>
                  <a:pt x="164" y="397"/>
                </a:lnTo>
                <a:lnTo>
                  <a:pt x="163" y="397"/>
                </a:lnTo>
                <a:lnTo>
                  <a:pt x="162" y="398"/>
                </a:lnTo>
                <a:lnTo>
                  <a:pt x="163" y="398"/>
                </a:lnTo>
                <a:lnTo>
                  <a:pt x="163" y="399"/>
                </a:lnTo>
                <a:lnTo>
                  <a:pt x="162" y="399"/>
                </a:lnTo>
                <a:lnTo>
                  <a:pt x="162" y="400"/>
                </a:lnTo>
                <a:lnTo>
                  <a:pt x="162" y="399"/>
                </a:lnTo>
                <a:lnTo>
                  <a:pt x="162" y="398"/>
                </a:lnTo>
                <a:lnTo>
                  <a:pt x="160" y="398"/>
                </a:lnTo>
                <a:lnTo>
                  <a:pt x="160" y="399"/>
                </a:lnTo>
                <a:lnTo>
                  <a:pt x="159" y="399"/>
                </a:lnTo>
                <a:lnTo>
                  <a:pt x="158" y="399"/>
                </a:lnTo>
                <a:lnTo>
                  <a:pt x="157" y="399"/>
                </a:lnTo>
                <a:lnTo>
                  <a:pt x="156" y="399"/>
                </a:lnTo>
                <a:lnTo>
                  <a:pt x="155" y="399"/>
                </a:lnTo>
                <a:lnTo>
                  <a:pt x="155" y="398"/>
                </a:lnTo>
                <a:lnTo>
                  <a:pt x="156" y="397"/>
                </a:lnTo>
                <a:lnTo>
                  <a:pt x="156" y="398"/>
                </a:lnTo>
                <a:lnTo>
                  <a:pt x="156" y="397"/>
                </a:lnTo>
                <a:lnTo>
                  <a:pt x="156" y="396"/>
                </a:lnTo>
                <a:lnTo>
                  <a:pt x="155" y="396"/>
                </a:lnTo>
                <a:lnTo>
                  <a:pt x="154" y="396"/>
                </a:lnTo>
                <a:lnTo>
                  <a:pt x="153" y="396"/>
                </a:lnTo>
                <a:lnTo>
                  <a:pt x="152" y="395"/>
                </a:lnTo>
                <a:lnTo>
                  <a:pt x="151" y="395"/>
                </a:lnTo>
                <a:lnTo>
                  <a:pt x="150" y="395"/>
                </a:lnTo>
                <a:lnTo>
                  <a:pt x="149" y="395"/>
                </a:lnTo>
                <a:lnTo>
                  <a:pt x="148" y="395"/>
                </a:lnTo>
                <a:lnTo>
                  <a:pt x="147" y="395"/>
                </a:lnTo>
                <a:lnTo>
                  <a:pt x="147" y="394"/>
                </a:lnTo>
                <a:lnTo>
                  <a:pt x="146" y="394"/>
                </a:lnTo>
                <a:lnTo>
                  <a:pt x="144" y="394"/>
                </a:lnTo>
                <a:lnTo>
                  <a:pt x="144" y="395"/>
                </a:lnTo>
                <a:lnTo>
                  <a:pt x="143" y="395"/>
                </a:lnTo>
                <a:lnTo>
                  <a:pt x="143" y="394"/>
                </a:lnTo>
                <a:lnTo>
                  <a:pt x="142" y="395"/>
                </a:lnTo>
                <a:lnTo>
                  <a:pt x="142" y="396"/>
                </a:lnTo>
                <a:lnTo>
                  <a:pt x="142" y="397"/>
                </a:lnTo>
                <a:lnTo>
                  <a:pt x="141" y="397"/>
                </a:lnTo>
                <a:lnTo>
                  <a:pt x="141" y="398"/>
                </a:lnTo>
                <a:lnTo>
                  <a:pt x="141" y="399"/>
                </a:lnTo>
                <a:lnTo>
                  <a:pt x="141" y="400"/>
                </a:lnTo>
                <a:lnTo>
                  <a:pt x="140" y="400"/>
                </a:lnTo>
                <a:lnTo>
                  <a:pt x="140" y="399"/>
                </a:lnTo>
                <a:lnTo>
                  <a:pt x="140" y="398"/>
                </a:lnTo>
                <a:lnTo>
                  <a:pt x="139" y="397"/>
                </a:lnTo>
                <a:lnTo>
                  <a:pt x="140" y="397"/>
                </a:lnTo>
                <a:lnTo>
                  <a:pt x="140" y="396"/>
                </a:lnTo>
                <a:lnTo>
                  <a:pt x="140" y="395"/>
                </a:lnTo>
                <a:lnTo>
                  <a:pt x="139" y="394"/>
                </a:lnTo>
                <a:lnTo>
                  <a:pt x="139" y="395"/>
                </a:lnTo>
                <a:lnTo>
                  <a:pt x="139" y="394"/>
                </a:lnTo>
                <a:lnTo>
                  <a:pt x="138" y="393"/>
                </a:lnTo>
                <a:lnTo>
                  <a:pt x="139" y="393"/>
                </a:lnTo>
                <a:lnTo>
                  <a:pt x="139" y="392"/>
                </a:lnTo>
                <a:lnTo>
                  <a:pt x="138" y="392"/>
                </a:lnTo>
                <a:lnTo>
                  <a:pt x="138" y="391"/>
                </a:lnTo>
                <a:lnTo>
                  <a:pt x="137" y="392"/>
                </a:lnTo>
                <a:lnTo>
                  <a:pt x="136" y="391"/>
                </a:lnTo>
                <a:lnTo>
                  <a:pt x="135" y="391"/>
                </a:lnTo>
                <a:lnTo>
                  <a:pt x="135" y="390"/>
                </a:lnTo>
                <a:lnTo>
                  <a:pt x="134" y="390"/>
                </a:lnTo>
                <a:lnTo>
                  <a:pt x="135" y="389"/>
                </a:lnTo>
                <a:lnTo>
                  <a:pt x="135" y="390"/>
                </a:lnTo>
                <a:lnTo>
                  <a:pt x="135" y="389"/>
                </a:lnTo>
                <a:lnTo>
                  <a:pt x="135" y="388"/>
                </a:lnTo>
                <a:lnTo>
                  <a:pt x="134" y="388"/>
                </a:lnTo>
                <a:lnTo>
                  <a:pt x="133" y="388"/>
                </a:lnTo>
                <a:lnTo>
                  <a:pt x="132" y="387"/>
                </a:lnTo>
                <a:lnTo>
                  <a:pt x="133" y="387"/>
                </a:lnTo>
                <a:lnTo>
                  <a:pt x="133" y="386"/>
                </a:lnTo>
                <a:lnTo>
                  <a:pt x="133" y="385"/>
                </a:lnTo>
                <a:lnTo>
                  <a:pt x="132" y="386"/>
                </a:lnTo>
                <a:lnTo>
                  <a:pt x="131" y="385"/>
                </a:lnTo>
                <a:lnTo>
                  <a:pt x="131" y="384"/>
                </a:lnTo>
                <a:lnTo>
                  <a:pt x="130" y="384"/>
                </a:lnTo>
                <a:lnTo>
                  <a:pt x="130" y="385"/>
                </a:lnTo>
                <a:lnTo>
                  <a:pt x="130" y="384"/>
                </a:lnTo>
                <a:lnTo>
                  <a:pt x="129" y="384"/>
                </a:lnTo>
                <a:lnTo>
                  <a:pt x="129" y="383"/>
                </a:lnTo>
                <a:lnTo>
                  <a:pt x="129" y="382"/>
                </a:lnTo>
                <a:lnTo>
                  <a:pt x="130" y="381"/>
                </a:lnTo>
                <a:lnTo>
                  <a:pt x="129" y="380"/>
                </a:lnTo>
                <a:lnTo>
                  <a:pt x="129" y="381"/>
                </a:lnTo>
                <a:lnTo>
                  <a:pt x="128" y="381"/>
                </a:lnTo>
                <a:lnTo>
                  <a:pt x="128" y="380"/>
                </a:lnTo>
                <a:lnTo>
                  <a:pt x="127" y="380"/>
                </a:lnTo>
                <a:lnTo>
                  <a:pt x="127" y="378"/>
                </a:lnTo>
                <a:lnTo>
                  <a:pt x="128" y="378"/>
                </a:lnTo>
                <a:lnTo>
                  <a:pt x="128" y="377"/>
                </a:lnTo>
                <a:lnTo>
                  <a:pt x="129" y="377"/>
                </a:lnTo>
                <a:lnTo>
                  <a:pt x="129" y="376"/>
                </a:lnTo>
                <a:lnTo>
                  <a:pt x="129" y="375"/>
                </a:lnTo>
                <a:lnTo>
                  <a:pt x="130" y="375"/>
                </a:lnTo>
                <a:lnTo>
                  <a:pt x="130" y="376"/>
                </a:lnTo>
                <a:lnTo>
                  <a:pt x="130" y="377"/>
                </a:lnTo>
                <a:lnTo>
                  <a:pt x="130" y="378"/>
                </a:lnTo>
                <a:lnTo>
                  <a:pt x="131" y="378"/>
                </a:lnTo>
                <a:lnTo>
                  <a:pt x="132" y="377"/>
                </a:lnTo>
                <a:lnTo>
                  <a:pt x="133" y="376"/>
                </a:lnTo>
                <a:lnTo>
                  <a:pt x="133" y="375"/>
                </a:lnTo>
                <a:lnTo>
                  <a:pt x="132" y="375"/>
                </a:lnTo>
                <a:lnTo>
                  <a:pt x="131" y="375"/>
                </a:lnTo>
                <a:lnTo>
                  <a:pt x="131" y="376"/>
                </a:lnTo>
                <a:lnTo>
                  <a:pt x="130" y="375"/>
                </a:lnTo>
                <a:lnTo>
                  <a:pt x="129" y="374"/>
                </a:lnTo>
                <a:lnTo>
                  <a:pt x="128" y="374"/>
                </a:lnTo>
                <a:lnTo>
                  <a:pt x="128" y="375"/>
                </a:lnTo>
                <a:lnTo>
                  <a:pt x="127" y="375"/>
                </a:lnTo>
                <a:lnTo>
                  <a:pt x="126" y="374"/>
                </a:lnTo>
                <a:lnTo>
                  <a:pt x="127" y="374"/>
                </a:lnTo>
                <a:lnTo>
                  <a:pt x="127" y="373"/>
                </a:lnTo>
                <a:lnTo>
                  <a:pt x="126" y="373"/>
                </a:lnTo>
                <a:lnTo>
                  <a:pt x="126" y="374"/>
                </a:lnTo>
                <a:lnTo>
                  <a:pt x="125" y="374"/>
                </a:lnTo>
                <a:lnTo>
                  <a:pt x="125" y="373"/>
                </a:lnTo>
                <a:lnTo>
                  <a:pt x="123" y="374"/>
                </a:lnTo>
                <a:lnTo>
                  <a:pt x="122" y="374"/>
                </a:lnTo>
                <a:lnTo>
                  <a:pt x="121" y="375"/>
                </a:lnTo>
                <a:lnTo>
                  <a:pt x="120" y="375"/>
                </a:lnTo>
                <a:lnTo>
                  <a:pt x="119" y="375"/>
                </a:lnTo>
                <a:lnTo>
                  <a:pt x="118" y="376"/>
                </a:lnTo>
                <a:lnTo>
                  <a:pt x="117" y="376"/>
                </a:lnTo>
                <a:lnTo>
                  <a:pt x="117" y="377"/>
                </a:lnTo>
                <a:lnTo>
                  <a:pt x="116" y="377"/>
                </a:lnTo>
                <a:lnTo>
                  <a:pt x="117" y="378"/>
                </a:lnTo>
                <a:lnTo>
                  <a:pt x="116" y="378"/>
                </a:lnTo>
                <a:lnTo>
                  <a:pt x="116" y="379"/>
                </a:lnTo>
                <a:lnTo>
                  <a:pt x="115" y="379"/>
                </a:lnTo>
                <a:lnTo>
                  <a:pt x="115" y="378"/>
                </a:lnTo>
                <a:lnTo>
                  <a:pt x="115" y="377"/>
                </a:lnTo>
                <a:lnTo>
                  <a:pt x="116" y="377"/>
                </a:lnTo>
                <a:lnTo>
                  <a:pt x="116" y="376"/>
                </a:lnTo>
                <a:lnTo>
                  <a:pt x="115" y="376"/>
                </a:lnTo>
                <a:lnTo>
                  <a:pt x="114" y="376"/>
                </a:lnTo>
                <a:lnTo>
                  <a:pt x="114" y="375"/>
                </a:lnTo>
                <a:lnTo>
                  <a:pt x="113" y="375"/>
                </a:lnTo>
                <a:lnTo>
                  <a:pt x="113" y="376"/>
                </a:lnTo>
                <a:lnTo>
                  <a:pt x="112" y="375"/>
                </a:lnTo>
                <a:lnTo>
                  <a:pt x="111" y="376"/>
                </a:lnTo>
                <a:lnTo>
                  <a:pt x="110" y="376"/>
                </a:lnTo>
                <a:lnTo>
                  <a:pt x="109" y="376"/>
                </a:lnTo>
                <a:lnTo>
                  <a:pt x="109" y="375"/>
                </a:lnTo>
                <a:lnTo>
                  <a:pt x="108" y="375"/>
                </a:lnTo>
                <a:lnTo>
                  <a:pt x="108" y="376"/>
                </a:lnTo>
                <a:lnTo>
                  <a:pt x="108" y="375"/>
                </a:lnTo>
                <a:lnTo>
                  <a:pt x="107" y="375"/>
                </a:lnTo>
                <a:lnTo>
                  <a:pt x="107" y="374"/>
                </a:lnTo>
                <a:lnTo>
                  <a:pt x="107" y="373"/>
                </a:lnTo>
                <a:lnTo>
                  <a:pt x="105" y="373"/>
                </a:lnTo>
                <a:lnTo>
                  <a:pt x="105" y="372"/>
                </a:lnTo>
                <a:lnTo>
                  <a:pt x="106" y="371"/>
                </a:lnTo>
                <a:lnTo>
                  <a:pt x="105" y="371"/>
                </a:lnTo>
                <a:lnTo>
                  <a:pt x="105" y="370"/>
                </a:lnTo>
                <a:lnTo>
                  <a:pt x="104" y="370"/>
                </a:lnTo>
                <a:lnTo>
                  <a:pt x="103" y="369"/>
                </a:lnTo>
                <a:lnTo>
                  <a:pt x="103" y="366"/>
                </a:lnTo>
                <a:lnTo>
                  <a:pt x="102" y="366"/>
                </a:lnTo>
                <a:lnTo>
                  <a:pt x="102" y="367"/>
                </a:lnTo>
                <a:lnTo>
                  <a:pt x="102" y="366"/>
                </a:lnTo>
                <a:lnTo>
                  <a:pt x="102" y="365"/>
                </a:lnTo>
                <a:lnTo>
                  <a:pt x="101" y="366"/>
                </a:lnTo>
                <a:lnTo>
                  <a:pt x="100" y="367"/>
                </a:lnTo>
                <a:lnTo>
                  <a:pt x="100" y="368"/>
                </a:lnTo>
                <a:lnTo>
                  <a:pt x="99" y="369"/>
                </a:lnTo>
                <a:lnTo>
                  <a:pt x="98" y="368"/>
                </a:lnTo>
                <a:lnTo>
                  <a:pt x="98" y="367"/>
                </a:lnTo>
                <a:lnTo>
                  <a:pt x="99" y="367"/>
                </a:lnTo>
                <a:lnTo>
                  <a:pt x="98" y="365"/>
                </a:lnTo>
                <a:lnTo>
                  <a:pt x="98" y="364"/>
                </a:lnTo>
                <a:lnTo>
                  <a:pt x="98" y="363"/>
                </a:lnTo>
                <a:lnTo>
                  <a:pt x="99" y="363"/>
                </a:lnTo>
                <a:lnTo>
                  <a:pt x="99" y="362"/>
                </a:lnTo>
                <a:lnTo>
                  <a:pt x="99" y="363"/>
                </a:lnTo>
                <a:lnTo>
                  <a:pt x="100" y="363"/>
                </a:lnTo>
                <a:lnTo>
                  <a:pt x="100" y="362"/>
                </a:lnTo>
                <a:lnTo>
                  <a:pt x="100" y="361"/>
                </a:lnTo>
                <a:lnTo>
                  <a:pt x="99" y="361"/>
                </a:lnTo>
                <a:lnTo>
                  <a:pt x="99" y="360"/>
                </a:lnTo>
                <a:lnTo>
                  <a:pt x="98" y="360"/>
                </a:lnTo>
                <a:lnTo>
                  <a:pt x="98" y="361"/>
                </a:lnTo>
                <a:lnTo>
                  <a:pt x="97" y="360"/>
                </a:lnTo>
                <a:lnTo>
                  <a:pt x="96" y="360"/>
                </a:lnTo>
                <a:lnTo>
                  <a:pt x="95" y="360"/>
                </a:lnTo>
                <a:lnTo>
                  <a:pt x="95" y="359"/>
                </a:lnTo>
                <a:lnTo>
                  <a:pt x="94" y="359"/>
                </a:lnTo>
                <a:lnTo>
                  <a:pt x="94" y="358"/>
                </a:lnTo>
                <a:lnTo>
                  <a:pt x="94" y="357"/>
                </a:lnTo>
                <a:lnTo>
                  <a:pt x="95" y="357"/>
                </a:lnTo>
                <a:lnTo>
                  <a:pt x="95" y="356"/>
                </a:lnTo>
                <a:lnTo>
                  <a:pt x="95" y="355"/>
                </a:lnTo>
                <a:lnTo>
                  <a:pt x="94" y="355"/>
                </a:lnTo>
                <a:lnTo>
                  <a:pt x="94" y="354"/>
                </a:lnTo>
                <a:lnTo>
                  <a:pt x="94" y="353"/>
                </a:lnTo>
                <a:lnTo>
                  <a:pt x="94" y="350"/>
                </a:lnTo>
                <a:lnTo>
                  <a:pt x="94" y="349"/>
                </a:lnTo>
                <a:lnTo>
                  <a:pt x="95" y="349"/>
                </a:lnTo>
                <a:lnTo>
                  <a:pt x="94" y="348"/>
                </a:lnTo>
                <a:lnTo>
                  <a:pt x="94" y="347"/>
                </a:lnTo>
                <a:lnTo>
                  <a:pt x="95" y="347"/>
                </a:lnTo>
                <a:lnTo>
                  <a:pt x="95" y="346"/>
                </a:lnTo>
                <a:lnTo>
                  <a:pt x="95" y="345"/>
                </a:lnTo>
                <a:lnTo>
                  <a:pt x="95" y="344"/>
                </a:lnTo>
                <a:lnTo>
                  <a:pt x="96" y="344"/>
                </a:lnTo>
                <a:lnTo>
                  <a:pt x="97" y="344"/>
                </a:lnTo>
                <a:lnTo>
                  <a:pt x="97" y="343"/>
                </a:lnTo>
                <a:lnTo>
                  <a:pt x="98" y="341"/>
                </a:lnTo>
                <a:lnTo>
                  <a:pt x="99" y="341"/>
                </a:lnTo>
                <a:lnTo>
                  <a:pt x="100" y="341"/>
                </a:lnTo>
                <a:lnTo>
                  <a:pt x="100" y="340"/>
                </a:lnTo>
                <a:lnTo>
                  <a:pt x="100" y="339"/>
                </a:lnTo>
                <a:lnTo>
                  <a:pt x="101" y="340"/>
                </a:lnTo>
                <a:lnTo>
                  <a:pt x="103" y="337"/>
                </a:lnTo>
                <a:lnTo>
                  <a:pt x="105" y="337"/>
                </a:lnTo>
                <a:lnTo>
                  <a:pt x="106" y="337"/>
                </a:lnTo>
                <a:lnTo>
                  <a:pt x="107" y="337"/>
                </a:lnTo>
                <a:lnTo>
                  <a:pt x="108" y="337"/>
                </a:lnTo>
                <a:lnTo>
                  <a:pt x="109" y="337"/>
                </a:lnTo>
                <a:lnTo>
                  <a:pt x="109" y="336"/>
                </a:lnTo>
                <a:lnTo>
                  <a:pt x="109" y="335"/>
                </a:lnTo>
                <a:lnTo>
                  <a:pt x="110" y="333"/>
                </a:lnTo>
                <a:lnTo>
                  <a:pt x="111" y="332"/>
                </a:lnTo>
                <a:lnTo>
                  <a:pt x="110" y="332"/>
                </a:lnTo>
                <a:lnTo>
                  <a:pt x="109" y="331"/>
                </a:lnTo>
                <a:lnTo>
                  <a:pt x="109" y="330"/>
                </a:lnTo>
                <a:lnTo>
                  <a:pt x="108" y="329"/>
                </a:lnTo>
                <a:lnTo>
                  <a:pt x="108" y="328"/>
                </a:lnTo>
                <a:lnTo>
                  <a:pt x="108" y="326"/>
                </a:lnTo>
                <a:lnTo>
                  <a:pt x="107" y="325"/>
                </a:lnTo>
                <a:lnTo>
                  <a:pt x="106" y="325"/>
                </a:lnTo>
                <a:lnTo>
                  <a:pt x="106" y="324"/>
                </a:lnTo>
                <a:lnTo>
                  <a:pt x="106" y="323"/>
                </a:lnTo>
                <a:lnTo>
                  <a:pt x="106" y="322"/>
                </a:lnTo>
                <a:lnTo>
                  <a:pt x="106" y="321"/>
                </a:lnTo>
                <a:lnTo>
                  <a:pt x="106" y="320"/>
                </a:lnTo>
                <a:lnTo>
                  <a:pt x="106" y="319"/>
                </a:lnTo>
                <a:lnTo>
                  <a:pt x="107" y="319"/>
                </a:lnTo>
                <a:lnTo>
                  <a:pt x="107" y="318"/>
                </a:lnTo>
                <a:lnTo>
                  <a:pt x="107" y="317"/>
                </a:lnTo>
                <a:lnTo>
                  <a:pt x="106" y="316"/>
                </a:lnTo>
                <a:lnTo>
                  <a:pt x="106" y="315"/>
                </a:lnTo>
                <a:lnTo>
                  <a:pt x="105" y="315"/>
                </a:lnTo>
                <a:lnTo>
                  <a:pt x="106" y="315"/>
                </a:lnTo>
                <a:lnTo>
                  <a:pt x="105" y="314"/>
                </a:lnTo>
                <a:lnTo>
                  <a:pt x="104" y="314"/>
                </a:lnTo>
                <a:lnTo>
                  <a:pt x="103" y="314"/>
                </a:lnTo>
                <a:lnTo>
                  <a:pt x="103" y="313"/>
                </a:lnTo>
                <a:lnTo>
                  <a:pt x="102" y="312"/>
                </a:lnTo>
                <a:lnTo>
                  <a:pt x="102" y="311"/>
                </a:lnTo>
                <a:lnTo>
                  <a:pt x="101" y="311"/>
                </a:lnTo>
                <a:lnTo>
                  <a:pt x="101" y="310"/>
                </a:lnTo>
                <a:lnTo>
                  <a:pt x="100" y="310"/>
                </a:lnTo>
                <a:lnTo>
                  <a:pt x="101" y="310"/>
                </a:lnTo>
                <a:lnTo>
                  <a:pt x="102" y="310"/>
                </a:lnTo>
                <a:lnTo>
                  <a:pt x="102" y="309"/>
                </a:lnTo>
                <a:lnTo>
                  <a:pt x="102" y="308"/>
                </a:lnTo>
                <a:lnTo>
                  <a:pt x="101" y="308"/>
                </a:lnTo>
                <a:lnTo>
                  <a:pt x="100" y="306"/>
                </a:lnTo>
                <a:lnTo>
                  <a:pt x="100" y="305"/>
                </a:lnTo>
                <a:lnTo>
                  <a:pt x="100" y="304"/>
                </a:lnTo>
                <a:lnTo>
                  <a:pt x="100" y="303"/>
                </a:lnTo>
                <a:lnTo>
                  <a:pt x="99" y="303"/>
                </a:lnTo>
                <a:lnTo>
                  <a:pt x="99" y="302"/>
                </a:lnTo>
                <a:lnTo>
                  <a:pt x="98" y="303"/>
                </a:lnTo>
                <a:lnTo>
                  <a:pt x="97" y="303"/>
                </a:lnTo>
                <a:lnTo>
                  <a:pt x="97" y="302"/>
                </a:lnTo>
                <a:lnTo>
                  <a:pt x="98" y="301"/>
                </a:lnTo>
                <a:lnTo>
                  <a:pt x="98" y="300"/>
                </a:lnTo>
                <a:lnTo>
                  <a:pt x="98" y="298"/>
                </a:lnTo>
                <a:lnTo>
                  <a:pt x="97" y="298"/>
                </a:lnTo>
                <a:lnTo>
                  <a:pt x="97" y="297"/>
                </a:lnTo>
                <a:lnTo>
                  <a:pt x="97" y="296"/>
                </a:lnTo>
                <a:lnTo>
                  <a:pt x="95" y="295"/>
                </a:lnTo>
                <a:lnTo>
                  <a:pt x="95" y="294"/>
                </a:lnTo>
                <a:lnTo>
                  <a:pt x="94" y="294"/>
                </a:lnTo>
                <a:lnTo>
                  <a:pt x="94" y="293"/>
                </a:lnTo>
                <a:lnTo>
                  <a:pt x="93" y="293"/>
                </a:lnTo>
                <a:lnTo>
                  <a:pt x="92" y="293"/>
                </a:lnTo>
                <a:lnTo>
                  <a:pt x="91" y="294"/>
                </a:lnTo>
                <a:lnTo>
                  <a:pt x="90" y="294"/>
                </a:lnTo>
                <a:lnTo>
                  <a:pt x="88" y="293"/>
                </a:lnTo>
                <a:lnTo>
                  <a:pt x="87" y="291"/>
                </a:lnTo>
                <a:lnTo>
                  <a:pt x="88" y="291"/>
                </a:lnTo>
                <a:lnTo>
                  <a:pt x="89" y="290"/>
                </a:lnTo>
                <a:lnTo>
                  <a:pt x="89" y="288"/>
                </a:lnTo>
                <a:lnTo>
                  <a:pt x="88" y="288"/>
                </a:lnTo>
                <a:lnTo>
                  <a:pt x="88" y="287"/>
                </a:lnTo>
                <a:lnTo>
                  <a:pt x="89" y="287"/>
                </a:lnTo>
                <a:lnTo>
                  <a:pt x="88" y="286"/>
                </a:lnTo>
                <a:lnTo>
                  <a:pt x="87" y="286"/>
                </a:lnTo>
                <a:lnTo>
                  <a:pt x="86" y="285"/>
                </a:lnTo>
                <a:lnTo>
                  <a:pt x="86" y="283"/>
                </a:lnTo>
                <a:lnTo>
                  <a:pt x="85" y="283"/>
                </a:lnTo>
                <a:lnTo>
                  <a:pt x="84" y="283"/>
                </a:lnTo>
                <a:lnTo>
                  <a:pt x="85" y="281"/>
                </a:lnTo>
                <a:lnTo>
                  <a:pt x="85" y="280"/>
                </a:lnTo>
                <a:lnTo>
                  <a:pt x="84" y="279"/>
                </a:lnTo>
                <a:lnTo>
                  <a:pt x="83" y="278"/>
                </a:lnTo>
                <a:lnTo>
                  <a:pt x="83" y="277"/>
                </a:lnTo>
                <a:lnTo>
                  <a:pt x="83" y="275"/>
                </a:lnTo>
                <a:lnTo>
                  <a:pt x="84" y="273"/>
                </a:lnTo>
                <a:lnTo>
                  <a:pt x="85" y="272"/>
                </a:lnTo>
                <a:lnTo>
                  <a:pt x="86" y="273"/>
                </a:lnTo>
                <a:lnTo>
                  <a:pt x="86" y="272"/>
                </a:lnTo>
                <a:lnTo>
                  <a:pt x="88" y="272"/>
                </a:lnTo>
                <a:lnTo>
                  <a:pt x="89" y="272"/>
                </a:lnTo>
                <a:lnTo>
                  <a:pt x="89" y="271"/>
                </a:lnTo>
                <a:lnTo>
                  <a:pt x="90" y="271"/>
                </a:lnTo>
                <a:lnTo>
                  <a:pt x="91" y="271"/>
                </a:lnTo>
                <a:lnTo>
                  <a:pt x="92" y="271"/>
                </a:lnTo>
                <a:lnTo>
                  <a:pt x="92" y="272"/>
                </a:lnTo>
                <a:lnTo>
                  <a:pt x="93" y="271"/>
                </a:lnTo>
                <a:lnTo>
                  <a:pt x="94" y="271"/>
                </a:lnTo>
                <a:lnTo>
                  <a:pt x="94" y="270"/>
                </a:lnTo>
                <a:lnTo>
                  <a:pt x="95" y="270"/>
                </a:lnTo>
                <a:lnTo>
                  <a:pt x="95" y="269"/>
                </a:lnTo>
                <a:lnTo>
                  <a:pt x="95" y="268"/>
                </a:lnTo>
                <a:lnTo>
                  <a:pt x="95" y="267"/>
                </a:lnTo>
                <a:lnTo>
                  <a:pt x="94" y="266"/>
                </a:lnTo>
                <a:lnTo>
                  <a:pt x="94" y="265"/>
                </a:lnTo>
                <a:lnTo>
                  <a:pt x="92" y="264"/>
                </a:lnTo>
                <a:lnTo>
                  <a:pt x="91" y="263"/>
                </a:lnTo>
                <a:lnTo>
                  <a:pt x="91" y="262"/>
                </a:lnTo>
                <a:lnTo>
                  <a:pt x="91" y="261"/>
                </a:lnTo>
                <a:lnTo>
                  <a:pt x="90" y="260"/>
                </a:lnTo>
                <a:lnTo>
                  <a:pt x="90" y="259"/>
                </a:lnTo>
                <a:lnTo>
                  <a:pt x="89" y="259"/>
                </a:lnTo>
                <a:lnTo>
                  <a:pt x="89" y="258"/>
                </a:lnTo>
                <a:lnTo>
                  <a:pt x="88" y="257"/>
                </a:lnTo>
                <a:lnTo>
                  <a:pt x="87" y="257"/>
                </a:lnTo>
                <a:lnTo>
                  <a:pt x="87" y="256"/>
                </a:lnTo>
                <a:lnTo>
                  <a:pt x="86" y="256"/>
                </a:lnTo>
                <a:lnTo>
                  <a:pt x="85" y="257"/>
                </a:lnTo>
                <a:lnTo>
                  <a:pt x="84" y="256"/>
                </a:lnTo>
                <a:lnTo>
                  <a:pt x="83" y="256"/>
                </a:lnTo>
                <a:lnTo>
                  <a:pt x="82" y="256"/>
                </a:lnTo>
                <a:lnTo>
                  <a:pt x="82" y="257"/>
                </a:lnTo>
                <a:lnTo>
                  <a:pt x="81" y="256"/>
                </a:lnTo>
                <a:lnTo>
                  <a:pt x="81" y="255"/>
                </a:lnTo>
                <a:lnTo>
                  <a:pt x="81" y="254"/>
                </a:lnTo>
                <a:lnTo>
                  <a:pt x="80" y="252"/>
                </a:lnTo>
                <a:lnTo>
                  <a:pt x="81" y="253"/>
                </a:lnTo>
                <a:lnTo>
                  <a:pt x="81" y="252"/>
                </a:lnTo>
                <a:lnTo>
                  <a:pt x="81" y="251"/>
                </a:lnTo>
                <a:lnTo>
                  <a:pt x="80" y="250"/>
                </a:lnTo>
                <a:lnTo>
                  <a:pt x="80" y="249"/>
                </a:lnTo>
                <a:lnTo>
                  <a:pt x="79" y="248"/>
                </a:lnTo>
                <a:lnTo>
                  <a:pt x="79" y="247"/>
                </a:lnTo>
                <a:lnTo>
                  <a:pt x="79" y="246"/>
                </a:lnTo>
                <a:lnTo>
                  <a:pt x="78" y="246"/>
                </a:lnTo>
                <a:lnTo>
                  <a:pt x="77" y="246"/>
                </a:lnTo>
                <a:lnTo>
                  <a:pt x="76" y="246"/>
                </a:lnTo>
                <a:lnTo>
                  <a:pt x="74" y="245"/>
                </a:lnTo>
                <a:lnTo>
                  <a:pt x="71" y="244"/>
                </a:lnTo>
                <a:lnTo>
                  <a:pt x="70" y="243"/>
                </a:lnTo>
                <a:lnTo>
                  <a:pt x="69" y="243"/>
                </a:lnTo>
                <a:lnTo>
                  <a:pt x="68" y="244"/>
                </a:lnTo>
                <a:lnTo>
                  <a:pt x="68" y="245"/>
                </a:lnTo>
                <a:lnTo>
                  <a:pt x="67" y="245"/>
                </a:lnTo>
                <a:lnTo>
                  <a:pt x="67" y="244"/>
                </a:lnTo>
                <a:lnTo>
                  <a:pt x="66" y="244"/>
                </a:lnTo>
                <a:lnTo>
                  <a:pt x="65" y="244"/>
                </a:lnTo>
                <a:lnTo>
                  <a:pt x="66" y="242"/>
                </a:lnTo>
                <a:lnTo>
                  <a:pt x="65" y="242"/>
                </a:lnTo>
                <a:lnTo>
                  <a:pt x="64" y="242"/>
                </a:lnTo>
                <a:lnTo>
                  <a:pt x="63" y="242"/>
                </a:lnTo>
                <a:lnTo>
                  <a:pt x="62" y="242"/>
                </a:lnTo>
                <a:lnTo>
                  <a:pt x="61" y="242"/>
                </a:lnTo>
                <a:lnTo>
                  <a:pt x="60" y="241"/>
                </a:lnTo>
                <a:lnTo>
                  <a:pt x="60" y="237"/>
                </a:lnTo>
                <a:lnTo>
                  <a:pt x="58" y="236"/>
                </a:lnTo>
                <a:lnTo>
                  <a:pt x="57" y="236"/>
                </a:lnTo>
                <a:lnTo>
                  <a:pt x="57" y="235"/>
                </a:lnTo>
                <a:lnTo>
                  <a:pt x="57" y="234"/>
                </a:lnTo>
                <a:lnTo>
                  <a:pt x="57" y="233"/>
                </a:lnTo>
                <a:lnTo>
                  <a:pt x="56" y="232"/>
                </a:lnTo>
                <a:lnTo>
                  <a:pt x="55" y="232"/>
                </a:lnTo>
                <a:lnTo>
                  <a:pt x="55" y="231"/>
                </a:lnTo>
                <a:lnTo>
                  <a:pt x="55" y="229"/>
                </a:lnTo>
                <a:lnTo>
                  <a:pt x="54" y="228"/>
                </a:lnTo>
                <a:lnTo>
                  <a:pt x="53" y="228"/>
                </a:lnTo>
                <a:lnTo>
                  <a:pt x="52" y="228"/>
                </a:lnTo>
                <a:lnTo>
                  <a:pt x="52" y="227"/>
                </a:lnTo>
                <a:lnTo>
                  <a:pt x="52" y="226"/>
                </a:lnTo>
                <a:lnTo>
                  <a:pt x="52" y="225"/>
                </a:lnTo>
                <a:lnTo>
                  <a:pt x="52" y="224"/>
                </a:lnTo>
                <a:lnTo>
                  <a:pt x="51" y="224"/>
                </a:lnTo>
                <a:lnTo>
                  <a:pt x="51" y="223"/>
                </a:lnTo>
                <a:lnTo>
                  <a:pt x="50" y="223"/>
                </a:lnTo>
                <a:lnTo>
                  <a:pt x="49" y="223"/>
                </a:lnTo>
                <a:lnTo>
                  <a:pt x="49" y="222"/>
                </a:lnTo>
                <a:lnTo>
                  <a:pt x="48" y="222"/>
                </a:lnTo>
                <a:lnTo>
                  <a:pt x="47" y="222"/>
                </a:lnTo>
                <a:lnTo>
                  <a:pt x="47" y="221"/>
                </a:lnTo>
                <a:lnTo>
                  <a:pt x="47" y="222"/>
                </a:lnTo>
                <a:lnTo>
                  <a:pt x="46" y="222"/>
                </a:lnTo>
                <a:lnTo>
                  <a:pt x="46" y="221"/>
                </a:lnTo>
                <a:lnTo>
                  <a:pt x="45" y="221"/>
                </a:lnTo>
                <a:lnTo>
                  <a:pt x="44" y="220"/>
                </a:lnTo>
                <a:lnTo>
                  <a:pt x="43" y="221"/>
                </a:lnTo>
                <a:lnTo>
                  <a:pt x="42" y="221"/>
                </a:lnTo>
                <a:lnTo>
                  <a:pt x="40" y="223"/>
                </a:lnTo>
                <a:lnTo>
                  <a:pt x="40" y="224"/>
                </a:lnTo>
                <a:lnTo>
                  <a:pt x="39" y="224"/>
                </a:lnTo>
                <a:lnTo>
                  <a:pt x="37" y="224"/>
                </a:lnTo>
                <a:lnTo>
                  <a:pt x="36" y="225"/>
                </a:lnTo>
                <a:lnTo>
                  <a:pt x="35" y="224"/>
                </a:lnTo>
                <a:lnTo>
                  <a:pt x="33" y="224"/>
                </a:lnTo>
                <a:lnTo>
                  <a:pt x="33" y="225"/>
                </a:lnTo>
                <a:lnTo>
                  <a:pt x="32" y="225"/>
                </a:lnTo>
                <a:lnTo>
                  <a:pt x="31" y="225"/>
                </a:lnTo>
                <a:lnTo>
                  <a:pt x="31" y="224"/>
                </a:lnTo>
                <a:lnTo>
                  <a:pt x="31" y="223"/>
                </a:lnTo>
                <a:lnTo>
                  <a:pt x="30" y="223"/>
                </a:lnTo>
                <a:lnTo>
                  <a:pt x="29" y="221"/>
                </a:lnTo>
                <a:lnTo>
                  <a:pt x="28" y="220"/>
                </a:lnTo>
                <a:lnTo>
                  <a:pt x="28" y="219"/>
                </a:lnTo>
                <a:lnTo>
                  <a:pt x="29" y="218"/>
                </a:lnTo>
                <a:lnTo>
                  <a:pt x="29" y="217"/>
                </a:lnTo>
                <a:lnTo>
                  <a:pt x="31" y="217"/>
                </a:lnTo>
                <a:lnTo>
                  <a:pt x="31" y="216"/>
                </a:lnTo>
                <a:lnTo>
                  <a:pt x="30" y="216"/>
                </a:lnTo>
                <a:lnTo>
                  <a:pt x="30" y="215"/>
                </a:lnTo>
                <a:lnTo>
                  <a:pt x="31" y="215"/>
                </a:lnTo>
                <a:lnTo>
                  <a:pt x="32" y="215"/>
                </a:lnTo>
                <a:lnTo>
                  <a:pt x="33" y="216"/>
                </a:lnTo>
                <a:lnTo>
                  <a:pt x="33" y="215"/>
                </a:lnTo>
                <a:lnTo>
                  <a:pt x="34" y="215"/>
                </a:lnTo>
                <a:lnTo>
                  <a:pt x="34" y="214"/>
                </a:lnTo>
                <a:lnTo>
                  <a:pt x="34" y="213"/>
                </a:lnTo>
                <a:lnTo>
                  <a:pt x="35" y="213"/>
                </a:lnTo>
                <a:lnTo>
                  <a:pt x="36" y="213"/>
                </a:lnTo>
                <a:lnTo>
                  <a:pt x="37" y="212"/>
                </a:lnTo>
                <a:lnTo>
                  <a:pt x="38" y="212"/>
                </a:lnTo>
                <a:lnTo>
                  <a:pt x="39" y="212"/>
                </a:lnTo>
                <a:lnTo>
                  <a:pt x="39" y="211"/>
                </a:lnTo>
                <a:lnTo>
                  <a:pt x="39" y="210"/>
                </a:lnTo>
                <a:lnTo>
                  <a:pt x="37" y="210"/>
                </a:lnTo>
                <a:lnTo>
                  <a:pt x="35" y="209"/>
                </a:lnTo>
                <a:lnTo>
                  <a:pt x="34" y="208"/>
                </a:lnTo>
                <a:lnTo>
                  <a:pt x="34" y="207"/>
                </a:lnTo>
                <a:lnTo>
                  <a:pt x="35" y="206"/>
                </a:lnTo>
                <a:lnTo>
                  <a:pt x="35" y="205"/>
                </a:lnTo>
                <a:lnTo>
                  <a:pt x="35" y="204"/>
                </a:lnTo>
                <a:lnTo>
                  <a:pt x="36" y="204"/>
                </a:lnTo>
                <a:lnTo>
                  <a:pt x="36" y="203"/>
                </a:lnTo>
                <a:lnTo>
                  <a:pt x="35" y="203"/>
                </a:lnTo>
                <a:lnTo>
                  <a:pt x="33" y="203"/>
                </a:lnTo>
                <a:lnTo>
                  <a:pt x="32" y="202"/>
                </a:lnTo>
                <a:lnTo>
                  <a:pt x="31" y="202"/>
                </a:lnTo>
                <a:lnTo>
                  <a:pt x="31" y="203"/>
                </a:lnTo>
                <a:lnTo>
                  <a:pt x="30" y="203"/>
                </a:lnTo>
                <a:lnTo>
                  <a:pt x="29" y="202"/>
                </a:lnTo>
                <a:lnTo>
                  <a:pt x="28" y="202"/>
                </a:lnTo>
                <a:lnTo>
                  <a:pt x="27" y="202"/>
                </a:lnTo>
                <a:lnTo>
                  <a:pt x="26" y="202"/>
                </a:lnTo>
                <a:lnTo>
                  <a:pt x="25" y="202"/>
                </a:lnTo>
                <a:lnTo>
                  <a:pt x="23" y="202"/>
                </a:lnTo>
                <a:lnTo>
                  <a:pt x="23" y="201"/>
                </a:lnTo>
                <a:lnTo>
                  <a:pt x="22" y="201"/>
                </a:lnTo>
                <a:lnTo>
                  <a:pt x="21" y="201"/>
                </a:lnTo>
                <a:lnTo>
                  <a:pt x="21" y="202"/>
                </a:lnTo>
                <a:lnTo>
                  <a:pt x="20" y="202"/>
                </a:lnTo>
                <a:lnTo>
                  <a:pt x="19" y="202"/>
                </a:lnTo>
                <a:lnTo>
                  <a:pt x="16" y="202"/>
                </a:lnTo>
                <a:lnTo>
                  <a:pt x="15" y="202"/>
                </a:lnTo>
                <a:lnTo>
                  <a:pt x="15" y="201"/>
                </a:lnTo>
                <a:lnTo>
                  <a:pt x="14" y="200"/>
                </a:lnTo>
                <a:lnTo>
                  <a:pt x="13" y="200"/>
                </a:lnTo>
                <a:lnTo>
                  <a:pt x="11" y="200"/>
                </a:lnTo>
                <a:lnTo>
                  <a:pt x="8" y="202"/>
                </a:lnTo>
                <a:lnTo>
                  <a:pt x="7" y="202"/>
                </a:lnTo>
                <a:lnTo>
                  <a:pt x="6" y="202"/>
                </a:lnTo>
                <a:lnTo>
                  <a:pt x="3" y="203"/>
                </a:lnTo>
                <a:lnTo>
                  <a:pt x="2" y="203"/>
                </a:lnTo>
                <a:lnTo>
                  <a:pt x="1" y="203"/>
                </a:lnTo>
                <a:lnTo>
                  <a:pt x="0" y="202"/>
                </a:lnTo>
                <a:lnTo>
                  <a:pt x="2" y="200"/>
                </a:lnTo>
                <a:lnTo>
                  <a:pt x="3" y="199"/>
                </a:lnTo>
                <a:lnTo>
                  <a:pt x="4" y="199"/>
                </a:lnTo>
                <a:lnTo>
                  <a:pt x="4" y="200"/>
                </a:lnTo>
                <a:lnTo>
                  <a:pt x="5" y="200"/>
                </a:lnTo>
                <a:lnTo>
                  <a:pt x="7" y="199"/>
                </a:lnTo>
                <a:lnTo>
                  <a:pt x="7" y="198"/>
                </a:lnTo>
                <a:lnTo>
                  <a:pt x="8" y="198"/>
                </a:lnTo>
                <a:lnTo>
                  <a:pt x="10" y="198"/>
                </a:lnTo>
                <a:lnTo>
                  <a:pt x="11" y="198"/>
                </a:lnTo>
                <a:lnTo>
                  <a:pt x="11" y="196"/>
                </a:lnTo>
                <a:lnTo>
                  <a:pt x="12" y="193"/>
                </a:lnTo>
                <a:lnTo>
                  <a:pt x="13" y="193"/>
                </a:lnTo>
                <a:lnTo>
                  <a:pt x="20" y="192"/>
                </a:lnTo>
                <a:lnTo>
                  <a:pt x="30" y="192"/>
                </a:lnTo>
                <a:lnTo>
                  <a:pt x="42" y="191"/>
                </a:lnTo>
                <a:lnTo>
                  <a:pt x="47" y="190"/>
                </a:lnTo>
                <a:lnTo>
                  <a:pt x="49" y="189"/>
                </a:lnTo>
                <a:lnTo>
                  <a:pt x="52" y="187"/>
                </a:lnTo>
                <a:lnTo>
                  <a:pt x="56" y="187"/>
                </a:lnTo>
                <a:lnTo>
                  <a:pt x="57" y="187"/>
                </a:lnTo>
                <a:lnTo>
                  <a:pt x="65" y="186"/>
                </a:lnTo>
                <a:lnTo>
                  <a:pt x="67" y="186"/>
                </a:lnTo>
                <a:lnTo>
                  <a:pt x="68" y="185"/>
                </a:lnTo>
                <a:lnTo>
                  <a:pt x="73" y="182"/>
                </a:lnTo>
                <a:lnTo>
                  <a:pt x="79" y="178"/>
                </a:lnTo>
                <a:lnTo>
                  <a:pt x="80" y="177"/>
                </a:lnTo>
                <a:lnTo>
                  <a:pt x="83" y="177"/>
                </a:lnTo>
                <a:lnTo>
                  <a:pt x="86" y="177"/>
                </a:lnTo>
                <a:lnTo>
                  <a:pt x="88" y="175"/>
                </a:lnTo>
                <a:lnTo>
                  <a:pt x="94" y="173"/>
                </a:lnTo>
                <a:lnTo>
                  <a:pt x="97" y="172"/>
                </a:lnTo>
                <a:lnTo>
                  <a:pt x="98" y="172"/>
                </a:lnTo>
                <a:lnTo>
                  <a:pt x="100" y="173"/>
                </a:lnTo>
                <a:lnTo>
                  <a:pt x="105" y="174"/>
                </a:lnTo>
                <a:lnTo>
                  <a:pt x="107" y="173"/>
                </a:lnTo>
                <a:lnTo>
                  <a:pt x="110" y="174"/>
                </a:lnTo>
                <a:lnTo>
                  <a:pt x="115" y="174"/>
                </a:lnTo>
                <a:lnTo>
                  <a:pt x="116" y="174"/>
                </a:lnTo>
                <a:lnTo>
                  <a:pt x="117" y="173"/>
                </a:lnTo>
                <a:lnTo>
                  <a:pt x="118" y="173"/>
                </a:lnTo>
                <a:lnTo>
                  <a:pt x="120" y="172"/>
                </a:lnTo>
                <a:lnTo>
                  <a:pt x="120" y="168"/>
                </a:lnTo>
                <a:lnTo>
                  <a:pt x="120" y="166"/>
                </a:lnTo>
                <a:lnTo>
                  <a:pt x="121" y="166"/>
                </a:lnTo>
                <a:lnTo>
                  <a:pt x="122" y="165"/>
                </a:lnTo>
                <a:lnTo>
                  <a:pt x="123" y="166"/>
                </a:lnTo>
                <a:lnTo>
                  <a:pt x="124" y="166"/>
                </a:lnTo>
                <a:lnTo>
                  <a:pt x="124" y="167"/>
                </a:lnTo>
                <a:lnTo>
                  <a:pt x="124" y="166"/>
                </a:lnTo>
                <a:lnTo>
                  <a:pt x="125" y="166"/>
                </a:lnTo>
                <a:lnTo>
                  <a:pt x="126" y="166"/>
                </a:lnTo>
                <a:lnTo>
                  <a:pt x="127" y="165"/>
                </a:lnTo>
                <a:lnTo>
                  <a:pt x="130" y="164"/>
                </a:lnTo>
                <a:lnTo>
                  <a:pt x="131" y="163"/>
                </a:lnTo>
                <a:lnTo>
                  <a:pt x="132" y="163"/>
                </a:lnTo>
                <a:lnTo>
                  <a:pt x="133" y="164"/>
                </a:lnTo>
                <a:lnTo>
                  <a:pt x="134" y="164"/>
                </a:lnTo>
                <a:lnTo>
                  <a:pt x="134" y="163"/>
                </a:lnTo>
                <a:lnTo>
                  <a:pt x="134" y="162"/>
                </a:lnTo>
                <a:lnTo>
                  <a:pt x="134" y="161"/>
                </a:lnTo>
                <a:lnTo>
                  <a:pt x="135" y="160"/>
                </a:lnTo>
                <a:lnTo>
                  <a:pt x="136" y="159"/>
                </a:lnTo>
                <a:lnTo>
                  <a:pt x="137" y="158"/>
                </a:lnTo>
                <a:lnTo>
                  <a:pt x="137" y="157"/>
                </a:lnTo>
                <a:lnTo>
                  <a:pt x="137" y="156"/>
                </a:lnTo>
                <a:lnTo>
                  <a:pt x="137" y="155"/>
                </a:lnTo>
                <a:lnTo>
                  <a:pt x="137" y="154"/>
                </a:lnTo>
                <a:lnTo>
                  <a:pt x="137" y="153"/>
                </a:lnTo>
                <a:lnTo>
                  <a:pt x="136" y="151"/>
                </a:lnTo>
                <a:lnTo>
                  <a:pt x="136" y="150"/>
                </a:lnTo>
                <a:lnTo>
                  <a:pt x="137" y="149"/>
                </a:lnTo>
                <a:lnTo>
                  <a:pt x="137" y="147"/>
                </a:lnTo>
                <a:lnTo>
                  <a:pt x="136" y="147"/>
                </a:lnTo>
                <a:lnTo>
                  <a:pt x="137" y="146"/>
                </a:lnTo>
                <a:lnTo>
                  <a:pt x="138" y="146"/>
                </a:lnTo>
                <a:lnTo>
                  <a:pt x="140" y="143"/>
                </a:lnTo>
                <a:lnTo>
                  <a:pt x="140" y="142"/>
                </a:lnTo>
                <a:lnTo>
                  <a:pt x="141" y="142"/>
                </a:lnTo>
                <a:lnTo>
                  <a:pt x="140" y="141"/>
                </a:lnTo>
                <a:lnTo>
                  <a:pt x="138" y="138"/>
                </a:lnTo>
                <a:lnTo>
                  <a:pt x="137" y="137"/>
                </a:lnTo>
                <a:lnTo>
                  <a:pt x="136" y="136"/>
                </a:lnTo>
                <a:lnTo>
                  <a:pt x="135" y="135"/>
                </a:lnTo>
                <a:lnTo>
                  <a:pt x="135" y="134"/>
                </a:lnTo>
                <a:lnTo>
                  <a:pt x="135" y="133"/>
                </a:lnTo>
                <a:lnTo>
                  <a:pt x="134" y="132"/>
                </a:lnTo>
                <a:lnTo>
                  <a:pt x="134" y="130"/>
                </a:lnTo>
                <a:lnTo>
                  <a:pt x="133" y="130"/>
                </a:lnTo>
                <a:lnTo>
                  <a:pt x="134" y="127"/>
                </a:lnTo>
                <a:lnTo>
                  <a:pt x="134" y="126"/>
                </a:lnTo>
                <a:lnTo>
                  <a:pt x="134" y="124"/>
                </a:lnTo>
                <a:lnTo>
                  <a:pt x="134" y="122"/>
                </a:lnTo>
                <a:lnTo>
                  <a:pt x="135" y="121"/>
                </a:lnTo>
                <a:lnTo>
                  <a:pt x="135" y="120"/>
                </a:lnTo>
                <a:lnTo>
                  <a:pt x="137" y="120"/>
                </a:lnTo>
                <a:lnTo>
                  <a:pt x="138" y="119"/>
                </a:lnTo>
                <a:lnTo>
                  <a:pt x="139" y="119"/>
                </a:lnTo>
                <a:lnTo>
                  <a:pt x="140" y="119"/>
                </a:lnTo>
                <a:lnTo>
                  <a:pt x="140" y="118"/>
                </a:lnTo>
                <a:lnTo>
                  <a:pt x="140" y="117"/>
                </a:lnTo>
                <a:lnTo>
                  <a:pt x="141" y="116"/>
                </a:lnTo>
                <a:lnTo>
                  <a:pt x="141" y="115"/>
                </a:lnTo>
                <a:lnTo>
                  <a:pt x="142" y="113"/>
                </a:lnTo>
                <a:lnTo>
                  <a:pt x="142" y="112"/>
                </a:lnTo>
                <a:lnTo>
                  <a:pt x="141" y="110"/>
                </a:lnTo>
                <a:lnTo>
                  <a:pt x="140" y="109"/>
                </a:lnTo>
                <a:lnTo>
                  <a:pt x="140" y="108"/>
                </a:lnTo>
                <a:lnTo>
                  <a:pt x="139" y="107"/>
                </a:lnTo>
                <a:lnTo>
                  <a:pt x="139" y="106"/>
                </a:lnTo>
                <a:lnTo>
                  <a:pt x="138" y="105"/>
                </a:lnTo>
                <a:lnTo>
                  <a:pt x="138" y="104"/>
                </a:lnTo>
                <a:lnTo>
                  <a:pt x="139" y="103"/>
                </a:lnTo>
                <a:lnTo>
                  <a:pt x="140" y="103"/>
                </a:lnTo>
                <a:lnTo>
                  <a:pt x="140" y="102"/>
                </a:lnTo>
                <a:lnTo>
                  <a:pt x="139" y="101"/>
                </a:lnTo>
                <a:lnTo>
                  <a:pt x="139" y="100"/>
                </a:lnTo>
                <a:lnTo>
                  <a:pt x="139" y="99"/>
                </a:lnTo>
                <a:lnTo>
                  <a:pt x="139" y="98"/>
                </a:lnTo>
                <a:lnTo>
                  <a:pt x="139" y="97"/>
                </a:lnTo>
                <a:lnTo>
                  <a:pt x="140" y="97"/>
                </a:lnTo>
                <a:lnTo>
                  <a:pt x="141" y="97"/>
                </a:lnTo>
                <a:lnTo>
                  <a:pt x="141" y="96"/>
                </a:lnTo>
                <a:lnTo>
                  <a:pt x="141" y="95"/>
                </a:lnTo>
                <a:lnTo>
                  <a:pt x="140" y="95"/>
                </a:lnTo>
                <a:lnTo>
                  <a:pt x="140" y="94"/>
                </a:lnTo>
                <a:lnTo>
                  <a:pt x="140" y="93"/>
                </a:lnTo>
                <a:lnTo>
                  <a:pt x="140" y="92"/>
                </a:lnTo>
                <a:lnTo>
                  <a:pt x="141" y="91"/>
                </a:lnTo>
                <a:lnTo>
                  <a:pt x="141" y="90"/>
                </a:lnTo>
                <a:lnTo>
                  <a:pt x="141" y="89"/>
                </a:lnTo>
                <a:lnTo>
                  <a:pt x="142" y="89"/>
                </a:lnTo>
                <a:lnTo>
                  <a:pt x="142" y="88"/>
                </a:lnTo>
                <a:lnTo>
                  <a:pt x="142" y="87"/>
                </a:lnTo>
                <a:lnTo>
                  <a:pt x="142" y="86"/>
                </a:lnTo>
                <a:lnTo>
                  <a:pt x="142" y="85"/>
                </a:lnTo>
                <a:lnTo>
                  <a:pt x="141" y="84"/>
                </a:lnTo>
                <a:lnTo>
                  <a:pt x="141" y="83"/>
                </a:lnTo>
                <a:lnTo>
                  <a:pt x="142" y="83"/>
                </a:lnTo>
                <a:lnTo>
                  <a:pt x="143" y="82"/>
                </a:lnTo>
                <a:lnTo>
                  <a:pt x="143" y="81"/>
                </a:lnTo>
                <a:lnTo>
                  <a:pt x="143" y="80"/>
                </a:lnTo>
                <a:lnTo>
                  <a:pt x="142" y="80"/>
                </a:lnTo>
                <a:lnTo>
                  <a:pt x="142" y="79"/>
                </a:lnTo>
                <a:lnTo>
                  <a:pt x="141" y="78"/>
                </a:lnTo>
                <a:lnTo>
                  <a:pt x="141" y="76"/>
                </a:lnTo>
                <a:lnTo>
                  <a:pt x="142" y="75"/>
                </a:lnTo>
                <a:lnTo>
                  <a:pt x="143" y="75"/>
                </a:lnTo>
                <a:lnTo>
                  <a:pt x="143" y="74"/>
                </a:lnTo>
                <a:lnTo>
                  <a:pt x="143" y="73"/>
                </a:lnTo>
                <a:lnTo>
                  <a:pt x="144" y="73"/>
                </a:lnTo>
                <a:lnTo>
                  <a:pt x="145" y="71"/>
                </a:lnTo>
                <a:lnTo>
                  <a:pt x="144" y="70"/>
                </a:lnTo>
                <a:lnTo>
                  <a:pt x="144" y="69"/>
                </a:lnTo>
                <a:lnTo>
                  <a:pt x="145" y="68"/>
                </a:lnTo>
                <a:lnTo>
                  <a:pt x="146" y="67"/>
                </a:lnTo>
                <a:lnTo>
                  <a:pt x="146" y="66"/>
                </a:lnTo>
                <a:lnTo>
                  <a:pt x="146" y="65"/>
                </a:lnTo>
                <a:lnTo>
                  <a:pt x="145" y="65"/>
                </a:lnTo>
                <a:lnTo>
                  <a:pt x="146" y="65"/>
                </a:lnTo>
                <a:lnTo>
                  <a:pt x="146" y="64"/>
                </a:lnTo>
                <a:lnTo>
                  <a:pt x="146" y="63"/>
                </a:lnTo>
                <a:lnTo>
                  <a:pt x="145" y="63"/>
                </a:lnTo>
                <a:lnTo>
                  <a:pt x="145" y="62"/>
                </a:lnTo>
                <a:lnTo>
                  <a:pt x="145" y="61"/>
                </a:lnTo>
                <a:lnTo>
                  <a:pt x="146" y="61"/>
                </a:lnTo>
                <a:lnTo>
                  <a:pt x="149" y="60"/>
                </a:lnTo>
                <a:lnTo>
                  <a:pt x="149" y="59"/>
                </a:lnTo>
                <a:lnTo>
                  <a:pt x="149" y="58"/>
                </a:lnTo>
                <a:lnTo>
                  <a:pt x="150" y="58"/>
                </a:lnTo>
                <a:lnTo>
                  <a:pt x="152" y="56"/>
                </a:lnTo>
                <a:lnTo>
                  <a:pt x="153" y="55"/>
                </a:lnTo>
                <a:lnTo>
                  <a:pt x="154" y="55"/>
                </a:lnTo>
                <a:lnTo>
                  <a:pt x="154" y="53"/>
                </a:lnTo>
                <a:lnTo>
                  <a:pt x="155" y="53"/>
                </a:lnTo>
                <a:lnTo>
                  <a:pt x="155" y="52"/>
                </a:lnTo>
                <a:lnTo>
                  <a:pt x="154" y="52"/>
                </a:lnTo>
                <a:lnTo>
                  <a:pt x="154" y="53"/>
                </a:lnTo>
                <a:lnTo>
                  <a:pt x="153" y="53"/>
                </a:lnTo>
                <a:lnTo>
                  <a:pt x="153" y="52"/>
                </a:lnTo>
                <a:lnTo>
                  <a:pt x="152" y="51"/>
                </a:lnTo>
                <a:lnTo>
                  <a:pt x="152" y="50"/>
                </a:lnTo>
                <a:lnTo>
                  <a:pt x="153" y="48"/>
                </a:lnTo>
                <a:lnTo>
                  <a:pt x="154" y="48"/>
                </a:lnTo>
                <a:lnTo>
                  <a:pt x="155" y="48"/>
                </a:lnTo>
                <a:lnTo>
                  <a:pt x="155" y="47"/>
                </a:lnTo>
                <a:lnTo>
                  <a:pt x="155" y="46"/>
                </a:lnTo>
                <a:lnTo>
                  <a:pt x="155" y="45"/>
                </a:lnTo>
                <a:lnTo>
                  <a:pt x="156" y="45"/>
                </a:lnTo>
                <a:lnTo>
                  <a:pt x="157" y="44"/>
                </a:lnTo>
                <a:lnTo>
                  <a:pt x="158" y="44"/>
                </a:lnTo>
                <a:lnTo>
                  <a:pt x="159" y="44"/>
                </a:lnTo>
                <a:lnTo>
                  <a:pt x="160" y="43"/>
                </a:lnTo>
                <a:lnTo>
                  <a:pt x="160" y="42"/>
                </a:lnTo>
                <a:lnTo>
                  <a:pt x="160" y="41"/>
                </a:lnTo>
                <a:lnTo>
                  <a:pt x="162" y="40"/>
                </a:lnTo>
                <a:lnTo>
                  <a:pt x="163" y="39"/>
                </a:lnTo>
                <a:lnTo>
                  <a:pt x="164" y="38"/>
                </a:lnTo>
                <a:lnTo>
                  <a:pt x="163" y="38"/>
                </a:lnTo>
                <a:lnTo>
                  <a:pt x="163" y="37"/>
                </a:lnTo>
                <a:lnTo>
                  <a:pt x="162" y="37"/>
                </a:lnTo>
                <a:lnTo>
                  <a:pt x="162" y="36"/>
                </a:lnTo>
                <a:lnTo>
                  <a:pt x="163" y="36"/>
                </a:lnTo>
                <a:lnTo>
                  <a:pt x="163" y="35"/>
                </a:lnTo>
                <a:lnTo>
                  <a:pt x="163" y="34"/>
                </a:lnTo>
                <a:lnTo>
                  <a:pt x="163" y="33"/>
                </a:lnTo>
                <a:lnTo>
                  <a:pt x="164" y="33"/>
                </a:lnTo>
                <a:lnTo>
                  <a:pt x="164" y="32"/>
                </a:lnTo>
                <a:lnTo>
                  <a:pt x="164" y="31"/>
                </a:lnTo>
                <a:lnTo>
                  <a:pt x="165" y="30"/>
                </a:lnTo>
                <a:lnTo>
                  <a:pt x="166" y="29"/>
                </a:lnTo>
                <a:lnTo>
                  <a:pt x="166" y="28"/>
                </a:lnTo>
                <a:lnTo>
                  <a:pt x="165" y="28"/>
                </a:lnTo>
                <a:lnTo>
                  <a:pt x="166" y="27"/>
                </a:lnTo>
                <a:lnTo>
                  <a:pt x="167" y="27"/>
                </a:lnTo>
                <a:lnTo>
                  <a:pt x="167" y="26"/>
                </a:lnTo>
                <a:lnTo>
                  <a:pt x="168" y="25"/>
                </a:lnTo>
                <a:lnTo>
                  <a:pt x="169" y="24"/>
                </a:lnTo>
                <a:lnTo>
                  <a:pt x="170" y="23"/>
                </a:lnTo>
                <a:lnTo>
                  <a:pt x="170" y="24"/>
                </a:lnTo>
                <a:lnTo>
                  <a:pt x="171" y="24"/>
                </a:lnTo>
                <a:lnTo>
                  <a:pt x="172" y="25"/>
                </a:lnTo>
                <a:lnTo>
                  <a:pt x="173" y="25"/>
                </a:lnTo>
                <a:lnTo>
                  <a:pt x="173" y="26"/>
                </a:lnTo>
                <a:lnTo>
                  <a:pt x="174" y="26"/>
                </a:lnTo>
                <a:lnTo>
                  <a:pt x="175" y="26"/>
                </a:lnTo>
                <a:lnTo>
                  <a:pt x="176" y="26"/>
                </a:lnTo>
                <a:lnTo>
                  <a:pt x="176" y="25"/>
                </a:lnTo>
                <a:lnTo>
                  <a:pt x="177" y="26"/>
                </a:lnTo>
                <a:lnTo>
                  <a:pt x="178" y="26"/>
                </a:lnTo>
                <a:lnTo>
                  <a:pt x="180" y="26"/>
                </a:lnTo>
                <a:lnTo>
                  <a:pt x="181" y="25"/>
                </a:lnTo>
                <a:lnTo>
                  <a:pt x="182" y="23"/>
                </a:lnTo>
                <a:lnTo>
                  <a:pt x="182" y="21"/>
                </a:lnTo>
                <a:lnTo>
                  <a:pt x="181" y="20"/>
                </a:lnTo>
                <a:lnTo>
                  <a:pt x="181" y="19"/>
                </a:lnTo>
                <a:lnTo>
                  <a:pt x="181" y="18"/>
                </a:lnTo>
                <a:lnTo>
                  <a:pt x="181" y="17"/>
                </a:lnTo>
                <a:lnTo>
                  <a:pt x="181" y="16"/>
                </a:lnTo>
                <a:lnTo>
                  <a:pt x="181" y="15"/>
                </a:lnTo>
                <a:lnTo>
                  <a:pt x="181" y="14"/>
                </a:lnTo>
                <a:lnTo>
                  <a:pt x="181" y="13"/>
                </a:lnTo>
                <a:lnTo>
                  <a:pt x="180" y="13"/>
                </a:lnTo>
                <a:lnTo>
                  <a:pt x="180" y="12"/>
                </a:lnTo>
                <a:lnTo>
                  <a:pt x="181" y="12"/>
                </a:lnTo>
                <a:lnTo>
                  <a:pt x="182" y="11"/>
                </a:lnTo>
                <a:lnTo>
                  <a:pt x="182" y="12"/>
                </a:lnTo>
                <a:lnTo>
                  <a:pt x="183" y="12"/>
                </a:lnTo>
                <a:lnTo>
                  <a:pt x="184" y="11"/>
                </a:lnTo>
                <a:lnTo>
                  <a:pt x="185" y="11"/>
                </a:lnTo>
                <a:lnTo>
                  <a:pt x="187" y="11"/>
                </a:lnTo>
                <a:lnTo>
                  <a:pt x="189" y="11"/>
                </a:lnTo>
                <a:lnTo>
                  <a:pt x="191" y="10"/>
                </a:lnTo>
                <a:lnTo>
                  <a:pt x="194" y="10"/>
                </a:lnTo>
                <a:lnTo>
                  <a:pt x="195" y="11"/>
                </a:lnTo>
                <a:lnTo>
                  <a:pt x="197" y="11"/>
                </a:lnTo>
                <a:lnTo>
                  <a:pt x="199" y="11"/>
                </a:lnTo>
                <a:lnTo>
                  <a:pt x="200" y="12"/>
                </a:lnTo>
                <a:lnTo>
                  <a:pt x="201" y="12"/>
                </a:lnTo>
                <a:lnTo>
                  <a:pt x="202" y="12"/>
                </a:lnTo>
                <a:lnTo>
                  <a:pt x="203" y="9"/>
                </a:lnTo>
                <a:lnTo>
                  <a:pt x="206" y="6"/>
                </a:lnTo>
                <a:lnTo>
                  <a:pt x="207" y="4"/>
                </a:lnTo>
                <a:lnTo>
                  <a:pt x="210" y="1"/>
                </a:lnTo>
                <a:lnTo>
                  <a:pt x="212" y="2"/>
                </a:lnTo>
                <a:lnTo>
                  <a:pt x="213" y="3"/>
                </a:lnTo>
                <a:lnTo>
                  <a:pt x="214" y="3"/>
                </a:lnTo>
                <a:lnTo>
                  <a:pt x="216" y="3"/>
                </a:lnTo>
                <a:lnTo>
                  <a:pt x="217" y="3"/>
                </a:lnTo>
                <a:lnTo>
                  <a:pt x="218" y="2"/>
                </a:lnTo>
                <a:lnTo>
                  <a:pt x="219" y="2"/>
                </a:lnTo>
                <a:lnTo>
                  <a:pt x="221" y="1"/>
                </a:lnTo>
                <a:lnTo>
                  <a:pt x="222" y="1"/>
                </a:lnTo>
                <a:lnTo>
                  <a:pt x="222" y="0"/>
                </a:lnTo>
                <a:lnTo>
                  <a:pt x="223" y="0"/>
                </a:lnTo>
                <a:lnTo>
                  <a:pt x="223" y="1"/>
                </a:lnTo>
                <a:lnTo>
                  <a:pt x="22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15" name=""/>
          <p:cNvSpPr/>
          <p:nvPr/>
        </p:nvSpPr>
        <p:spPr>
          <a:xfrm>
            <a:off x="5455080" y="3324240"/>
            <a:ext cx="742680" cy="547200"/>
          </a:xfrm>
          <a:custGeom>
            <a:avLst/>
            <a:gdLst/>
            <a:ahLst/>
            <a:rect l="0" t="0" r="r" b="b"/>
            <a:pathLst>
              <a:path w="2063" h="1520">
                <a:moveTo>
                  <a:pt x="2063" y="662"/>
                </a:moveTo>
                <a:lnTo>
                  <a:pt x="2062" y="663"/>
                </a:lnTo>
                <a:lnTo>
                  <a:pt x="2061" y="663"/>
                </a:lnTo>
                <a:lnTo>
                  <a:pt x="2060" y="664"/>
                </a:lnTo>
                <a:lnTo>
                  <a:pt x="2059" y="664"/>
                </a:lnTo>
                <a:lnTo>
                  <a:pt x="2059" y="665"/>
                </a:lnTo>
                <a:lnTo>
                  <a:pt x="2058" y="665"/>
                </a:lnTo>
                <a:lnTo>
                  <a:pt x="2057" y="665"/>
                </a:lnTo>
                <a:lnTo>
                  <a:pt x="2056" y="666"/>
                </a:lnTo>
                <a:lnTo>
                  <a:pt x="2055" y="666"/>
                </a:lnTo>
                <a:lnTo>
                  <a:pt x="2054" y="666"/>
                </a:lnTo>
                <a:lnTo>
                  <a:pt x="2054" y="667"/>
                </a:lnTo>
                <a:lnTo>
                  <a:pt x="2053" y="667"/>
                </a:lnTo>
                <a:lnTo>
                  <a:pt x="2052" y="668"/>
                </a:lnTo>
                <a:lnTo>
                  <a:pt x="2051" y="668"/>
                </a:lnTo>
                <a:lnTo>
                  <a:pt x="2049" y="669"/>
                </a:lnTo>
                <a:lnTo>
                  <a:pt x="2048" y="670"/>
                </a:lnTo>
                <a:lnTo>
                  <a:pt x="2045" y="671"/>
                </a:lnTo>
                <a:lnTo>
                  <a:pt x="2044" y="671"/>
                </a:lnTo>
                <a:lnTo>
                  <a:pt x="2044" y="672"/>
                </a:lnTo>
                <a:lnTo>
                  <a:pt x="2043" y="673"/>
                </a:lnTo>
                <a:lnTo>
                  <a:pt x="2041" y="673"/>
                </a:lnTo>
                <a:lnTo>
                  <a:pt x="2040" y="673"/>
                </a:lnTo>
                <a:lnTo>
                  <a:pt x="2038" y="674"/>
                </a:lnTo>
                <a:lnTo>
                  <a:pt x="2036" y="677"/>
                </a:lnTo>
                <a:lnTo>
                  <a:pt x="2035" y="678"/>
                </a:lnTo>
                <a:lnTo>
                  <a:pt x="2034" y="678"/>
                </a:lnTo>
                <a:lnTo>
                  <a:pt x="2034" y="679"/>
                </a:lnTo>
                <a:lnTo>
                  <a:pt x="2033" y="679"/>
                </a:lnTo>
                <a:lnTo>
                  <a:pt x="2032" y="680"/>
                </a:lnTo>
                <a:lnTo>
                  <a:pt x="2031" y="680"/>
                </a:lnTo>
                <a:lnTo>
                  <a:pt x="2031" y="681"/>
                </a:lnTo>
                <a:lnTo>
                  <a:pt x="2030" y="685"/>
                </a:lnTo>
                <a:lnTo>
                  <a:pt x="2030" y="687"/>
                </a:lnTo>
                <a:lnTo>
                  <a:pt x="2029" y="689"/>
                </a:lnTo>
                <a:lnTo>
                  <a:pt x="2028" y="689"/>
                </a:lnTo>
                <a:lnTo>
                  <a:pt x="2027" y="691"/>
                </a:lnTo>
                <a:lnTo>
                  <a:pt x="2029" y="692"/>
                </a:lnTo>
                <a:lnTo>
                  <a:pt x="2035" y="694"/>
                </a:lnTo>
                <a:lnTo>
                  <a:pt x="2032" y="700"/>
                </a:lnTo>
                <a:lnTo>
                  <a:pt x="2032" y="702"/>
                </a:lnTo>
                <a:lnTo>
                  <a:pt x="2032" y="703"/>
                </a:lnTo>
                <a:lnTo>
                  <a:pt x="2045" y="714"/>
                </a:lnTo>
                <a:lnTo>
                  <a:pt x="2041" y="716"/>
                </a:lnTo>
                <a:lnTo>
                  <a:pt x="2038" y="719"/>
                </a:lnTo>
                <a:lnTo>
                  <a:pt x="2036" y="721"/>
                </a:lnTo>
                <a:lnTo>
                  <a:pt x="2041" y="730"/>
                </a:lnTo>
                <a:lnTo>
                  <a:pt x="2041" y="733"/>
                </a:lnTo>
                <a:lnTo>
                  <a:pt x="2041" y="734"/>
                </a:lnTo>
                <a:lnTo>
                  <a:pt x="2041" y="735"/>
                </a:lnTo>
                <a:lnTo>
                  <a:pt x="2040" y="735"/>
                </a:lnTo>
                <a:lnTo>
                  <a:pt x="2040" y="736"/>
                </a:lnTo>
                <a:lnTo>
                  <a:pt x="2039" y="736"/>
                </a:lnTo>
                <a:lnTo>
                  <a:pt x="2039" y="737"/>
                </a:lnTo>
                <a:lnTo>
                  <a:pt x="2039" y="738"/>
                </a:lnTo>
                <a:lnTo>
                  <a:pt x="2038" y="738"/>
                </a:lnTo>
                <a:lnTo>
                  <a:pt x="2038" y="739"/>
                </a:lnTo>
                <a:lnTo>
                  <a:pt x="2037" y="740"/>
                </a:lnTo>
                <a:lnTo>
                  <a:pt x="2036" y="740"/>
                </a:lnTo>
                <a:lnTo>
                  <a:pt x="2035" y="742"/>
                </a:lnTo>
                <a:lnTo>
                  <a:pt x="2034" y="742"/>
                </a:lnTo>
                <a:lnTo>
                  <a:pt x="2034" y="743"/>
                </a:lnTo>
                <a:lnTo>
                  <a:pt x="2033" y="743"/>
                </a:lnTo>
                <a:lnTo>
                  <a:pt x="2032" y="743"/>
                </a:lnTo>
                <a:lnTo>
                  <a:pt x="2032" y="744"/>
                </a:lnTo>
                <a:lnTo>
                  <a:pt x="2031" y="744"/>
                </a:lnTo>
                <a:lnTo>
                  <a:pt x="2030" y="744"/>
                </a:lnTo>
                <a:lnTo>
                  <a:pt x="2030" y="745"/>
                </a:lnTo>
                <a:lnTo>
                  <a:pt x="2029" y="745"/>
                </a:lnTo>
                <a:lnTo>
                  <a:pt x="2029" y="746"/>
                </a:lnTo>
                <a:lnTo>
                  <a:pt x="2028" y="746"/>
                </a:lnTo>
                <a:lnTo>
                  <a:pt x="2027" y="746"/>
                </a:lnTo>
                <a:lnTo>
                  <a:pt x="2025" y="747"/>
                </a:lnTo>
                <a:lnTo>
                  <a:pt x="2024" y="748"/>
                </a:lnTo>
                <a:lnTo>
                  <a:pt x="2023" y="748"/>
                </a:lnTo>
                <a:lnTo>
                  <a:pt x="2021" y="749"/>
                </a:lnTo>
                <a:lnTo>
                  <a:pt x="2019" y="749"/>
                </a:lnTo>
                <a:lnTo>
                  <a:pt x="2018" y="750"/>
                </a:lnTo>
                <a:lnTo>
                  <a:pt x="2017" y="750"/>
                </a:lnTo>
                <a:lnTo>
                  <a:pt x="2017" y="751"/>
                </a:lnTo>
                <a:lnTo>
                  <a:pt x="2016" y="751"/>
                </a:lnTo>
                <a:lnTo>
                  <a:pt x="2015" y="751"/>
                </a:lnTo>
                <a:lnTo>
                  <a:pt x="2014" y="751"/>
                </a:lnTo>
                <a:lnTo>
                  <a:pt x="2013" y="751"/>
                </a:lnTo>
                <a:lnTo>
                  <a:pt x="2012" y="751"/>
                </a:lnTo>
                <a:lnTo>
                  <a:pt x="2011" y="751"/>
                </a:lnTo>
                <a:lnTo>
                  <a:pt x="2009" y="752"/>
                </a:lnTo>
                <a:lnTo>
                  <a:pt x="2008" y="753"/>
                </a:lnTo>
                <a:lnTo>
                  <a:pt x="2007" y="753"/>
                </a:lnTo>
                <a:lnTo>
                  <a:pt x="2006" y="753"/>
                </a:lnTo>
                <a:lnTo>
                  <a:pt x="2003" y="753"/>
                </a:lnTo>
                <a:lnTo>
                  <a:pt x="2002" y="753"/>
                </a:lnTo>
                <a:lnTo>
                  <a:pt x="1999" y="753"/>
                </a:lnTo>
                <a:lnTo>
                  <a:pt x="1997" y="754"/>
                </a:lnTo>
                <a:lnTo>
                  <a:pt x="1996" y="755"/>
                </a:lnTo>
                <a:lnTo>
                  <a:pt x="1995" y="755"/>
                </a:lnTo>
                <a:lnTo>
                  <a:pt x="1994" y="756"/>
                </a:lnTo>
                <a:lnTo>
                  <a:pt x="1993" y="756"/>
                </a:lnTo>
                <a:lnTo>
                  <a:pt x="1992" y="756"/>
                </a:lnTo>
                <a:lnTo>
                  <a:pt x="1991" y="757"/>
                </a:lnTo>
                <a:lnTo>
                  <a:pt x="1990" y="757"/>
                </a:lnTo>
                <a:lnTo>
                  <a:pt x="1989" y="758"/>
                </a:lnTo>
                <a:lnTo>
                  <a:pt x="1988" y="758"/>
                </a:lnTo>
                <a:lnTo>
                  <a:pt x="1988" y="759"/>
                </a:lnTo>
                <a:lnTo>
                  <a:pt x="1987" y="759"/>
                </a:lnTo>
                <a:lnTo>
                  <a:pt x="1985" y="760"/>
                </a:lnTo>
                <a:lnTo>
                  <a:pt x="1985" y="761"/>
                </a:lnTo>
                <a:lnTo>
                  <a:pt x="1984" y="761"/>
                </a:lnTo>
                <a:lnTo>
                  <a:pt x="1983" y="761"/>
                </a:lnTo>
                <a:lnTo>
                  <a:pt x="1982" y="762"/>
                </a:lnTo>
                <a:lnTo>
                  <a:pt x="1981" y="763"/>
                </a:lnTo>
                <a:lnTo>
                  <a:pt x="1979" y="765"/>
                </a:lnTo>
                <a:lnTo>
                  <a:pt x="1978" y="765"/>
                </a:lnTo>
                <a:lnTo>
                  <a:pt x="1977" y="766"/>
                </a:lnTo>
                <a:lnTo>
                  <a:pt x="1976" y="766"/>
                </a:lnTo>
                <a:lnTo>
                  <a:pt x="1975" y="767"/>
                </a:lnTo>
                <a:lnTo>
                  <a:pt x="1974" y="767"/>
                </a:lnTo>
                <a:lnTo>
                  <a:pt x="1973" y="768"/>
                </a:lnTo>
                <a:lnTo>
                  <a:pt x="1972" y="769"/>
                </a:lnTo>
                <a:lnTo>
                  <a:pt x="1971" y="769"/>
                </a:lnTo>
                <a:lnTo>
                  <a:pt x="1970" y="771"/>
                </a:lnTo>
                <a:lnTo>
                  <a:pt x="1969" y="771"/>
                </a:lnTo>
                <a:lnTo>
                  <a:pt x="1969" y="772"/>
                </a:lnTo>
                <a:lnTo>
                  <a:pt x="1969" y="773"/>
                </a:lnTo>
                <a:lnTo>
                  <a:pt x="1968" y="773"/>
                </a:lnTo>
                <a:lnTo>
                  <a:pt x="1968" y="774"/>
                </a:lnTo>
                <a:lnTo>
                  <a:pt x="1968" y="775"/>
                </a:lnTo>
                <a:lnTo>
                  <a:pt x="1968" y="776"/>
                </a:lnTo>
                <a:lnTo>
                  <a:pt x="1967" y="776"/>
                </a:lnTo>
                <a:lnTo>
                  <a:pt x="1967" y="777"/>
                </a:lnTo>
                <a:lnTo>
                  <a:pt x="1967" y="778"/>
                </a:lnTo>
                <a:lnTo>
                  <a:pt x="1966" y="779"/>
                </a:lnTo>
                <a:lnTo>
                  <a:pt x="1966" y="780"/>
                </a:lnTo>
                <a:lnTo>
                  <a:pt x="1965" y="780"/>
                </a:lnTo>
                <a:lnTo>
                  <a:pt x="1961" y="776"/>
                </a:lnTo>
                <a:lnTo>
                  <a:pt x="1959" y="773"/>
                </a:lnTo>
                <a:lnTo>
                  <a:pt x="1959" y="772"/>
                </a:lnTo>
                <a:lnTo>
                  <a:pt x="1959" y="771"/>
                </a:lnTo>
                <a:lnTo>
                  <a:pt x="1958" y="771"/>
                </a:lnTo>
                <a:lnTo>
                  <a:pt x="1958" y="770"/>
                </a:lnTo>
                <a:lnTo>
                  <a:pt x="1958" y="769"/>
                </a:lnTo>
                <a:lnTo>
                  <a:pt x="1957" y="769"/>
                </a:lnTo>
                <a:lnTo>
                  <a:pt x="1956" y="767"/>
                </a:lnTo>
                <a:lnTo>
                  <a:pt x="1956" y="766"/>
                </a:lnTo>
                <a:lnTo>
                  <a:pt x="1956" y="765"/>
                </a:lnTo>
                <a:lnTo>
                  <a:pt x="1957" y="765"/>
                </a:lnTo>
                <a:lnTo>
                  <a:pt x="1954" y="763"/>
                </a:lnTo>
                <a:lnTo>
                  <a:pt x="1953" y="762"/>
                </a:lnTo>
                <a:lnTo>
                  <a:pt x="1952" y="762"/>
                </a:lnTo>
                <a:lnTo>
                  <a:pt x="1952" y="761"/>
                </a:lnTo>
                <a:lnTo>
                  <a:pt x="1951" y="760"/>
                </a:lnTo>
                <a:lnTo>
                  <a:pt x="1951" y="759"/>
                </a:lnTo>
                <a:lnTo>
                  <a:pt x="1949" y="760"/>
                </a:lnTo>
                <a:lnTo>
                  <a:pt x="1940" y="764"/>
                </a:lnTo>
                <a:lnTo>
                  <a:pt x="1936" y="765"/>
                </a:lnTo>
                <a:lnTo>
                  <a:pt x="1926" y="770"/>
                </a:lnTo>
                <a:lnTo>
                  <a:pt x="1923" y="773"/>
                </a:lnTo>
                <a:lnTo>
                  <a:pt x="1921" y="775"/>
                </a:lnTo>
                <a:lnTo>
                  <a:pt x="1918" y="780"/>
                </a:lnTo>
                <a:lnTo>
                  <a:pt x="1916" y="783"/>
                </a:lnTo>
                <a:lnTo>
                  <a:pt x="1912" y="784"/>
                </a:lnTo>
                <a:lnTo>
                  <a:pt x="1897" y="786"/>
                </a:lnTo>
                <a:lnTo>
                  <a:pt x="1874" y="804"/>
                </a:lnTo>
                <a:lnTo>
                  <a:pt x="1865" y="811"/>
                </a:lnTo>
                <a:lnTo>
                  <a:pt x="1849" y="826"/>
                </a:lnTo>
                <a:lnTo>
                  <a:pt x="1848" y="828"/>
                </a:lnTo>
                <a:lnTo>
                  <a:pt x="1840" y="840"/>
                </a:lnTo>
                <a:lnTo>
                  <a:pt x="1831" y="851"/>
                </a:lnTo>
                <a:lnTo>
                  <a:pt x="1832" y="859"/>
                </a:lnTo>
                <a:lnTo>
                  <a:pt x="1827" y="872"/>
                </a:lnTo>
                <a:lnTo>
                  <a:pt x="1804" y="874"/>
                </a:lnTo>
                <a:lnTo>
                  <a:pt x="1789" y="876"/>
                </a:lnTo>
                <a:lnTo>
                  <a:pt x="1759" y="881"/>
                </a:lnTo>
                <a:lnTo>
                  <a:pt x="1752" y="882"/>
                </a:lnTo>
                <a:lnTo>
                  <a:pt x="1752" y="883"/>
                </a:lnTo>
                <a:lnTo>
                  <a:pt x="1751" y="898"/>
                </a:lnTo>
                <a:lnTo>
                  <a:pt x="1751" y="900"/>
                </a:lnTo>
                <a:lnTo>
                  <a:pt x="1750" y="909"/>
                </a:lnTo>
                <a:lnTo>
                  <a:pt x="1747" y="914"/>
                </a:lnTo>
                <a:lnTo>
                  <a:pt x="1743" y="920"/>
                </a:lnTo>
                <a:lnTo>
                  <a:pt x="1740" y="925"/>
                </a:lnTo>
                <a:lnTo>
                  <a:pt x="1738" y="940"/>
                </a:lnTo>
                <a:lnTo>
                  <a:pt x="1736" y="950"/>
                </a:lnTo>
                <a:lnTo>
                  <a:pt x="1736" y="951"/>
                </a:lnTo>
                <a:lnTo>
                  <a:pt x="1735" y="954"/>
                </a:lnTo>
                <a:lnTo>
                  <a:pt x="1735" y="957"/>
                </a:lnTo>
                <a:lnTo>
                  <a:pt x="1734" y="960"/>
                </a:lnTo>
                <a:lnTo>
                  <a:pt x="1732" y="970"/>
                </a:lnTo>
                <a:lnTo>
                  <a:pt x="1731" y="974"/>
                </a:lnTo>
                <a:lnTo>
                  <a:pt x="1730" y="974"/>
                </a:lnTo>
                <a:lnTo>
                  <a:pt x="1730" y="975"/>
                </a:lnTo>
                <a:lnTo>
                  <a:pt x="1726" y="990"/>
                </a:lnTo>
                <a:lnTo>
                  <a:pt x="1725" y="991"/>
                </a:lnTo>
                <a:lnTo>
                  <a:pt x="1716" y="1005"/>
                </a:lnTo>
                <a:lnTo>
                  <a:pt x="1715" y="1005"/>
                </a:lnTo>
                <a:lnTo>
                  <a:pt x="1709" y="1010"/>
                </a:lnTo>
                <a:lnTo>
                  <a:pt x="1703" y="1015"/>
                </a:lnTo>
                <a:lnTo>
                  <a:pt x="1703" y="1016"/>
                </a:lnTo>
                <a:lnTo>
                  <a:pt x="1702" y="1016"/>
                </a:lnTo>
                <a:lnTo>
                  <a:pt x="1701" y="1017"/>
                </a:lnTo>
                <a:lnTo>
                  <a:pt x="1700" y="1018"/>
                </a:lnTo>
                <a:lnTo>
                  <a:pt x="1699" y="1018"/>
                </a:lnTo>
                <a:lnTo>
                  <a:pt x="1699" y="1020"/>
                </a:lnTo>
                <a:lnTo>
                  <a:pt x="1700" y="1022"/>
                </a:lnTo>
                <a:lnTo>
                  <a:pt x="1699" y="1023"/>
                </a:lnTo>
                <a:lnTo>
                  <a:pt x="1699" y="1024"/>
                </a:lnTo>
                <a:lnTo>
                  <a:pt x="1699" y="1026"/>
                </a:lnTo>
                <a:lnTo>
                  <a:pt x="1699" y="1027"/>
                </a:lnTo>
                <a:lnTo>
                  <a:pt x="1699" y="1028"/>
                </a:lnTo>
                <a:lnTo>
                  <a:pt x="1700" y="1028"/>
                </a:lnTo>
                <a:lnTo>
                  <a:pt x="1700" y="1029"/>
                </a:lnTo>
                <a:lnTo>
                  <a:pt x="1700" y="1030"/>
                </a:lnTo>
                <a:lnTo>
                  <a:pt x="1700" y="1031"/>
                </a:lnTo>
                <a:lnTo>
                  <a:pt x="1701" y="1031"/>
                </a:lnTo>
                <a:lnTo>
                  <a:pt x="1701" y="1032"/>
                </a:lnTo>
                <a:lnTo>
                  <a:pt x="1701" y="1033"/>
                </a:lnTo>
                <a:lnTo>
                  <a:pt x="1700" y="1034"/>
                </a:lnTo>
                <a:lnTo>
                  <a:pt x="1700" y="1035"/>
                </a:lnTo>
                <a:lnTo>
                  <a:pt x="1700" y="1036"/>
                </a:lnTo>
                <a:lnTo>
                  <a:pt x="1701" y="1037"/>
                </a:lnTo>
                <a:lnTo>
                  <a:pt x="1702" y="1037"/>
                </a:lnTo>
                <a:lnTo>
                  <a:pt x="1703" y="1037"/>
                </a:lnTo>
                <a:lnTo>
                  <a:pt x="1703" y="1036"/>
                </a:lnTo>
                <a:lnTo>
                  <a:pt x="1703" y="1037"/>
                </a:lnTo>
                <a:lnTo>
                  <a:pt x="1704" y="1037"/>
                </a:lnTo>
                <a:lnTo>
                  <a:pt x="1704" y="1038"/>
                </a:lnTo>
                <a:lnTo>
                  <a:pt x="1705" y="1038"/>
                </a:lnTo>
                <a:lnTo>
                  <a:pt x="1705" y="1039"/>
                </a:lnTo>
                <a:lnTo>
                  <a:pt x="1705" y="1040"/>
                </a:lnTo>
                <a:lnTo>
                  <a:pt x="1706" y="1041"/>
                </a:lnTo>
                <a:lnTo>
                  <a:pt x="1706" y="1042"/>
                </a:lnTo>
                <a:lnTo>
                  <a:pt x="1706" y="1041"/>
                </a:lnTo>
                <a:lnTo>
                  <a:pt x="1704" y="1041"/>
                </a:lnTo>
                <a:lnTo>
                  <a:pt x="1704" y="1042"/>
                </a:lnTo>
                <a:lnTo>
                  <a:pt x="1703" y="1042"/>
                </a:lnTo>
                <a:lnTo>
                  <a:pt x="1703" y="1043"/>
                </a:lnTo>
                <a:lnTo>
                  <a:pt x="1700" y="1043"/>
                </a:lnTo>
                <a:lnTo>
                  <a:pt x="1699" y="1043"/>
                </a:lnTo>
                <a:lnTo>
                  <a:pt x="1698" y="1043"/>
                </a:lnTo>
                <a:lnTo>
                  <a:pt x="1698" y="1042"/>
                </a:lnTo>
                <a:lnTo>
                  <a:pt x="1695" y="1042"/>
                </a:lnTo>
                <a:lnTo>
                  <a:pt x="1694" y="1043"/>
                </a:lnTo>
                <a:lnTo>
                  <a:pt x="1691" y="1043"/>
                </a:lnTo>
                <a:lnTo>
                  <a:pt x="1690" y="1043"/>
                </a:lnTo>
                <a:lnTo>
                  <a:pt x="1689" y="1044"/>
                </a:lnTo>
                <a:lnTo>
                  <a:pt x="1688" y="1044"/>
                </a:lnTo>
                <a:lnTo>
                  <a:pt x="1687" y="1044"/>
                </a:lnTo>
                <a:lnTo>
                  <a:pt x="1686" y="1044"/>
                </a:lnTo>
                <a:lnTo>
                  <a:pt x="1686" y="1045"/>
                </a:lnTo>
                <a:lnTo>
                  <a:pt x="1685" y="1045"/>
                </a:lnTo>
                <a:lnTo>
                  <a:pt x="1685" y="1046"/>
                </a:lnTo>
                <a:lnTo>
                  <a:pt x="1684" y="1047"/>
                </a:lnTo>
                <a:lnTo>
                  <a:pt x="1683" y="1047"/>
                </a:lnTo>
                <a:lnTo>
                  <a:pt x="1683" y="1046"/>
                </a:lnTo>
                <a:lnTo>
                  <a:pt x="1682" y="1046"/>
                </a:lnTo>
                <a:lnTo>
                  <a:pt x="1682" y="1047"/>
                </a:lnTo>
                <a:lnTo>
                  <a:pt x="1681" y="1046"/>
                </a:lnTo>
                <a:lnTo>
                  <a:pt x="1680" y="1047"/>
                </a:lnTo>
                <a:lnTo>
                  <a:pt x="1679" y="1047"/>
                </a:lnTo>
                <a:lnTo>
                  <a:pt x="1678" y="1046"/>
                </a:lnTo>
                <a:lnTo>
                  <a:pt x="1677" y="1047"/>
                </a:lnTo>
                <a:lnTo>
                  <a:pt x="1676" y="1047"/>
                </a:lnTo>
                <a:lnTo>
                  <a:pt x="1675" y="1047"/>
                </a:lnTo>
                <a:lnTo>
                  <a:pt x="1674" y="1047"/>
                </a:lnTo>
                <a:lnTo>
                  <a:pt x="1673" y="1048"/>
                </a:lnTo>
                <a:lnTo>
                  <a:pt x="1672" y="1048"/>
                </a:lnTo>
                <a:lnTo>
                  <a:pt x="1671" y="1048"/>
                </a:lnTo>
                <a:lnTo>
                  <a:pt x="1670" y="1049"/>
                </a:lnTo>
                <a:lnTo>
                  <a:pt x="1670" y="1048"/>
                </a:lnTo>
                <a:lnTo>
                  <a:pt x="1669" y="1048"/>
                </a:lnTo>
                <a:lnTo>
                  <a:pt x="1669" y="1049"/>
                </a:lnTo>
                <a:lnTo>
                  <a:pt x="1668" y="1049"/>
                </a:lnTo>
                <a:lnTo>
                  <a:pt x="1667" y="1049"/>
                </a:lnTo>
                <a:lnTo>
                  <a:pt x="1666" y="1049"/>
                </a:lnTo>
                <a:lnTo>
                  <a:pt x="1665" y="1050"/>
                </a:lnTo>
                <a:lnTo>
                  <a:pt x="1665" y="1051"/>
                </a:lnTo>
                <a:lnTo>
                  <a:pt x="1664" y="1051"/>
                </a:lnTo>
                <a:lnTo>
                  <a:pt x="1664" y="1050"/>
                </a:lnTo>
                <a:lnTo>
                  <a:pt x="1663" y="1051"/>
                </a:lnTo>
                <a:lnTo>
                  <a:pt x="1662" y="1051"/>
                </a:lnTo>
                <a:lnTo>
                  <a:pt x="1661" y="1052"/>
                </a:lnTo>
                <a:lnTo>
                  <a:pt x="1660" y="1052"/>
                </a:lnTo>
                <a:lnTo>
                  <a:pt x="1659" y="1053"/>
                </a:lnTo>
                <a:lnTo>
                  <a:pt x="1658" y="1053"/>
                </a:lnTo>
                <a:lnTo>
                  <a:pt x="1657" y="1053"/>
                </a:lnTo>
                <a:lnTo>
                  <a:pt x="1657" y="1054"/>
                </a:lnTo>
                <a:lnTo>
                  <a:pt x="1657" y="1055"/>
                </a:lnTo>
                <a:lnTo>
                  <a:pt x="1656" y="1055"/>
                </a:lnTo>
                <a:lnTo>
                  <a:pt x="1655" y="1055"/>
                </a:lnTo>
                <a:lnTo>
                  <a:pt x="1654" y="1055"/>
                </a:lnTo>
                <a:lnTo>
                  <a:pt x="1653" y="1055"/>
                </a:lnTo>
                <a:lnTo>
                  <a:pt x="1652" y="1055"/>
                </a:lnTo>
                <a:lnTo>
                  <a:pt x="1651" y="1055"/>
                </a:lnTo>
                <a:lnTo>
                  <a:pt x="1651" y="1056"/>
                </a:lnTo>
                <a:lnTo>
                  <a:pt x="1650" y="1056"/>
                </a:lnTo>
                <a:lnTo>
                  <a:pt x="1649" y="1056"/>
                </a:lnTo>
                <a:lnTo>
                  <a:pt x="1649" y="1057"/>
                </a:lnTo>
                <a:lnTo>
                  <a:pt x="1648" y="1057"/>
                </a:lnTo>
                <a:lnTo>
                  <a:pt x="1648" y="1056"/>
                </a:lnTo>
                <a:lnTo>
                  <a:pt x="1647" y="1056"/>
                </a:lnTo>
                <a:lnTo>
                  <a:pt x="1646" y="1056"/>
                </a:lnTo>
                <a:lnTo>
                  <a:pt x="1644" y="1056"/>
                </a:lnTo>
                <a:lnTo>
                  <a:pt x="1643" y="1056"/>
                </a:lnTo>
                <a:lnTo>
                  <a:pt x="1642" y="1056"/>
                </a:lnTo>
                <a:lnTo>
                  <a:pt x="1641" y="1056"/>
                </a:lnTo>
                <a:lnTo>
                  <a:pt x="1640" y="1057"/>
                </a:lnTo>
                <a:lnTo>
                  <a:pt x="1639" y="1057"/>
                </a:lnTo>
                <a:lnTo>
                  <a:pt x="1639" y="1058"/>
                </a:lnTo>
                <a:lnTo>
                  <a:pt x="1638" y="1058"/>
                </a:lnTo>
                <a:lnTo>
                  <a:pt x="1638" y="1057"/>
                </a:lnTo>
                <a:lnTo>
                  <a:pt x="1638" y="1058"/>
                </a:lnTo>
                <a:lnTo>
                  <a:pt x="1637" y="1058"/>
                </a:lnTo>
                <a:lnTo>
                  <a:pt x="1636" y="1057"/>
                </a:lnTo>
                <a:lnTo>
                  <a:pt x="1636" y="1058"/>
                </a:lnTo>
                <a:lnTo>
                  <a:pt x="1635" y="1058"/>
                </a:lnTo>
                <a:lnTo>
                  <a:pt x="1635" y="1059"/>
                </a:lnTo>
                <a:lnTo>
                  <a:pt x="1635" y="1058"/>
                </a:lnTo>
                <a:lnTo>
                  <a:pt x="1634" y="1058"/>
                </a:lnTo>
                <a:lnTo>
                  <a:pt x="1634" y="1059"/>
                </a:lnTo>
                <a:lnTo>
                  <a:pt x="1633" y="1059"/>
                </a:lnTo>
                <a:lnTo>
                  <a:pt x="1632" y="1059"/>
                </a:lnTo>
                <a:lnTo>
                  <a:pt x="1631" y="1059"/>
                </a:lnTo>
                <a:lnTo>
                  <a:pt x="1630" y="1060"/>
                </a:lnTo>
                <a:lnTo>
                  <a:pt x="1629" y="1060"/>
                </a:lnTo>
                <a:lnTo>
                  <a:pt x="1628" y="1060"/>
                </a:lnTo>
                <a:lnTo>
                  <a:pt x="1628" y="1061"/>
                </a:lnTo>
                <a:lnTo>
                  <a:pt x="1627" y="1061"/>
                </a:lnTo>
                <a:lnTo>
                  <a:pt x="1627" y="1060"/>
                </a:lnTo>
                <a:lnTo>
                  <a:pt x="1626" y="1060"/>
                </a:lnTo>
                <a:lnTo>
                  <a:pt x="1626" y="1061"/>
                </a:lnTo>
                <a:lnTo>
                  <a:pt x="1625" y="1061"/>
                </a:lnTo>
                <a:lnTo>
                  <a:pt x="1624" y="1061"/>
                </a:lnTo>
                <a:lnTo>
                  <a:pt x="1623" y="1062"/>
                </a:lnTo>
                <a:lnTo>
                  <a:pt x="1623" y="1061"/>
                </a:lnTo>
                <a:lnTo>
                  <a:pt x="1623" y="1062"/>
                </a:lnTo>
                <a:lnTo>
                  <a:pt x="1622" y="1062"/>
                </a:lnTo>
                <a:lnTo>
                  <a:pt x="1621" y="1062"/>
                </a:lnTo>
                <a:lnTo>
                  <a:pt x="1620" y="1062"/>
                </a:lnTo>
                <a:lnTo>
                  <a:pt x="1619" y="1062"/>
                </a:lnTo>
                <a:lnTo>
                  <a:pt x="1618" y="1062"/>
                </a:lnTo>
                <a:lnTo>
                  <a:pt x="1617" y="1062"/>
                </a:lnTo>
                <a:lnTo>
                  <a:pt x="1617" y="1063"/>
                </a:lnTo>
                <a:lnTo>
                  <a:pt x="1616" y="1063"/>
                </a:lnTo>
                <a:lnTo>
                  <a:pt x="1616" y="1064"/>
                </a:lnTo>
                <a:lnTo>
                  <a:pt x="1615" y="1064"/>
                </a:lnTo>
                <a:lnTo>
                  <a:pt x="1614" y="1064"/>
                </a:lnTo>
                <a:lnTo>
                  <a:pt x="1613" y="1064"/>
                </a:lnTo>
                <a:lnTo>
                  <a:pt x="1612" y="1064"/>
                </a:lnTo>
                <a:lnTo>
                  <a:pt x="1612" y="1065"/>
                </a:lnTo>
                <a:lnTo>
                  <a:pt x="1611" y="1065"/>
                </a:lnTo>
                <a:lnTo>
                  <a:pt x="1611" y="1066"/>
                </a:lnTo>
                <a:lnTo>
                  <a:pt x="1610" y="1066"/>
                </a:lnTo>
                <a:lnTo>
                  <a:pt x="1610" y="1067"/>
                </a:lnTo>
                <a:lnTo>
                  <a:pt x="1610" y="1066"/>
                </a:lnTo>
                <a:lnTo>
                  <a:pt x="1608" y="1066"/>
                </a:lnTo>
                <a:lnTo>
                  <a:pt x="1608" y="1067"/>
                </a:lnTo>
                <a:lnTo>
                  <a:pt x="1607" y="1067"/>
                </a:lnTo>
                <a:lnTo>
                  <a:pt x="1606" y="1067"/>
                </a:lnTo>
                <a:lnTo>
                  <a:pt x="1606" y="1068"/>
                </a:lnTo>
                <a:lnTo>
                  <a:pt x="1605" y="1069"/>
                </a:lnTo>
                <a:lnTo>
                  <a:pt x="1604" y="1069"/>
                </a:lnTo>
                <a:lnTo>
                  <a:pt x="1603" y="1068"/>
                </a:lnTo>
                <a:lnTo>
                  <a:pt x="1603" y="1069"/>
                </a:lnTo>
                <a:lnTo>
                  <a:pt x="1602" y="1069"/>
                </a:lnTo>
                <a:lnTo>
                  <a:pt x="1602" y="1068"/>
                </a:lnTo>
                <a:lnTo>
                  <a:pt x="1601" y="1068"/>
                </a:lnTo>
                <a:lnTo>
                  <a:pt x="1600" y="1068"/>
                </a:lnTo>
                <a:lnTo>
                  <a:pt x="1599" y="1068"/>
                </a:lnTo>
                <a:lnTo>
                  <a:pt x="1599" y="1069"/>
                </a:lnTo>
                <a:lnTo>
                  <a:pt x="1598" y="1069"/>
                </a:lnTo>
                <a:lnTo>
                  <a:pt x="1597" y="1069"/>
                </a:lnTo>
                <a:lnTo>
                  <a:pt x="1596" y="1070"/>
                </a:lnTo>
                <a:lnTo>
                  <a:pt x="1595" y="1070"/>
                </a:lnTo>
                <a:lnTo>
                  <a:pt x="1593" y="1071"/>
                </a:lnTo>
                <a:lnTo>
                  <a:pt x="1592" y="1071"/>
                </a:lnTo>
                <a:lnTo>
                  <a:pt x="1591" y="1071"/>
                </a:lnTo>
                <a:lnTo>
                  <a:pt x="1590" y="1071"/>
                </a:lnTo>
                <a:lnTo>
                  <a:pt x="1590" y="1072"/>
                </a:lnTo>
                <a:lnTo>
                  <a:pt x="1589" y="1072"/>
                </a:lnTo>
                <a:lnTo>
                  <a:pt x="1589" y="1073"/>
                </a:lnTo>
                <a:lnTo>
                  <a:pt x="1587" y="1073"/>
                </a:lnTo>
                <a:lnTo>
                  <a:pt x="1587" y="1072"/>
                </a:lnTo>
                <a:lnTo>
                  <a:pt x="1585" y="1072"/>
                </a:lnTo>
                <a:lnTo>
                  <a:pt x="1585" y="1073"/>
                </a:lnTo>
                <a:lnTo>
                  <a:pt x="1583" y="1073"/>
                </a:lnTo>
                <a:lnTo>
                  <a:pt x="1582" y="1073"/>
                </a:lnTo>
                <a:lnTo>
                  <a:pt x="1581" y="1073"/>
                </a:lnTo>
                <a:lnTo>
                  <a:pt x="1580" y="1074"/>
                </a:lnTo>
                <a:lnTo>
                  <a:pt x="1579" y="1074"/>
                </a:lnTo>
                <a:lnTo>
                  <a:pt x="1578" y="1074"/>
                </a:lnTo>
                <a:lnTo>
                  <a:pt x="1577" y="1074"/>
                </a:lnTo>
                <a:lnTo>
                  <a:pt x="1576" y="1074"/>
                </a:lnTo>
                <a:lnTo>
                  <a:pt x="1575" y="1074"/>
                </a:lnTo>
                <a:lnTo>
                  <a:pt x="1574" y="1074"/>
                </a:lnTo>
                <a:lnTo>
                  <a:pt x="1573" y="1074"/>
                </a:lnTo>
                <a:lnTo>
                  <a:pt x="1572" y="1074"/>
                </a:lnTo>
                <a:lnTo>
                  <a:pt x="1572" y="1075"/>
                </a:lnTo>
                <a:lnTo>
                  <a:pt x="1572" y="1074"/>
                </a:lnTo>
                <a:lnTo>
                  <a:pt x="1571" y="1075"/>
                </a:lnTo>
                <a:lnTo>
                  <a:pt x="1570" y="1075"/>
                </a:lnTo>
                <a:lnTo>
                  <a:pt x="1569" y="1075"/>
                </a:lnTo>
                <a:lnTo>
                  <a:pt x="1568" y="1075"/>
                </a:lnTo>
                <a:lnTo>
                  <a:pt x="1567" y="1076"/>
                </a:lnTo>
                <a:lnTo>
                  <a:pt x="1566" y="1076"/>
                </a:lnTo>
                <a:lnTo>
                  <a:pt x="1565" y="1076"/>
                </a:lnTo>
                <a:lnTo>
                  <a:pt x="1564" y="1076"/>
                </a:lnTo>
                <a:lnTo>
                  <a:pt x="1563" y="1077"/>
                </a:lnTo>
                <a:lnTo>
                  <a:pt x="1562" y="1077"/>
                </a:lnTo>
                <a:lnTo>
                  <a:pt x="1562" y="1078"/>
                </a:lnTo>
                <a:lnTo>
                  <a:pt x="1561" y="1078"/>
                </a:lnTo>
                <a:lnTo>
                  <a:pt x="1560" y="1078"/>
                </a:lnTo>
                <a:lnTo>
                  <a:pt x="1560" y="1077"/>
                </a:lnTo>
                <a:lnTo>
                  <a:pt x="1561" y="1077"/>
                </a:lnTo>
                <a:lnTo>
                  <a:pt x="1559" y="1077"/>
                </a:lnTo>
                <a:lnTo>
                  <a:pt x="1557" y="1077"/>
                </a:lnTo>
                <a:lnTo>
                  <a:pt x="1557" y="1078"/>
                </a:lnTo>
                <a:lnTo>
                  <a:pt x="1556" y="1077"/>
                </a:lnTo>
                <a:lnTo>
                  <a:pt x="1555" y="1077"/>
                </a:lnTo>
                <a:lnTo>
                  <a:pt x="1554" y="1078"/>
                </a:lnTo>
                <a:lnTo>
                  <a:pt x="1553" y="1078"/>
                </a:lnTo>
                <a:lnTo>
                  <a:pt x="1553" y="1077"/>
                </a:lnTo>
                <a:lnTo>
                  <a:pt x="1552" y="1077"/>
                </a:lnTo>
                <a:lnTo>
                  <a:pt x="1551" y="1077"/>
                </a:lnTo>
                <a:lnTo>
                  <a:pt x="1550" y="1077"/>
                </a:lnTo>
                <a:lnTo>
                  <a:pt x="1549" y="1077"/>
                </a:lnTo>
                <a:lnTo>
                  <a:pt x="1547" y="1076"/>
                </a:lnTo>
                <a:lnTo>
                  <a:pt x="1546" y="1076"/>
                </a:lnTo>
                <a:lnTo>
                  <a:pt x="1546" y="1077"/>
                </a:lnTo>
                <a:lnTo>
                  <a:pt x="1545" y="1077"/>
                </a:lnTo>
                <a:lnTo>
                  <a:pt x="1544" y="1077"/>
                </a:lnTo>
                <a:lnTo>
                  <a:pt x="1545" y="1078"/>
                </a:lnTo>
                <a:lnTo>
                  <a:pt x="1546" y="1079"/>
                </a:lnTo>
                <a:lnTo>
                  <a:pt x="1546" y="1080"/>
                </a:lnTo>
                <a:lnTo>
                  <a:pt x="1545" y="1080"/>
                </a:lnTo>
                <a:lnTo>
                  <a:pt x="1545" y="1081"/>
                </a:lnTo>
                <a:lnTo>
                  <a:pt x="1544" y="1081"/>
                </a:lnTo>
                <a:lnTo>
                  <a:pt x="1544" y="1082"/>
                </a:lnTo>
                <a:lnTo>
                  <a:pt x="1543" y="1082"/>
                </a:lnTo>
                <a:lnTo>
                  <a:pt x="1543" y="1083"/>
                </a:lnTo>
                <a:lnTo>
                  <a:pt x="1543" y="1084"/>
                </a:lnTo>
                <a:lnTo>
                  <a:pt x="1542" y="1084"/>
                </a:lnTo>
                <a:lnTo>
                  <a:pt x="1540" y="1084"/>
                </a:lnTo>
                <a:lnTo>
                  <a:pt x="1539" y="1084"/>
                </a:lnTo>
                <a:lnTo>
                  <a:pt x="1538" y="1085"/>
                </a:lnTo>
                <a:lnTo>
                  <a:pt x="1537" y="1085"/>
                </a:lnTo>
                <a:lnTo>
                  <a:pt x="1537" y="1086"/>
                </a:lnTo>
                <a:lnTo>
                  <a:pt x="1536" y="1085"/>
                </a:lnTo>
                <a:lnTo>
                  <a:pt x="1536" y="1086"/>
                </a:lnTo>
                <a:lnTo>
                  <a:pt x="1536" y="1087"/>
                </a:lnTo>
                <a:lnTo>
                  <a:pt x="1536" y="1088"/>
                </a:lnTo>
                <a:lnTo>
                  <a:pt x="1534" y="1088"/>
                </a:lnTo>
                <a:lnTo>
                  <a:pt x="1533" y="1088"/>
                </a:lnTo>
                <a:lnTo>
                  <a:pt x="1532" y="1088"/>
                </a:lnTo>
                <a:lnTo>
                  <a:pt x="1531" y="1088"/>
                </a:lnTo>
                <a:lnTo>
                  <a:pt x="1530" y="1088"/>
                </a:lnTo>
                <a:lnTo>
                  <a:pt x="1529" y="1089"/>
                </a:lnTo>
                <a:lnTo>
                  <a:pt x="1530" y="1090"/>
                </a:lnTo>
                <a:lnTo>
                  <a:pt x="1529" y="1090"/>
                </a:lnTo>
                <a:lnTo>
                  <a:pt x="1529" y="1091"/>
                </a:lnTo>
                <a:lnTo>
                  <a:pt x="1530" y="1091"/>
                </a:lnTo>
                <a:lnTo>
                  <a:pt x="1530" y="1092"/>
                </a:lnTo>
                <a:lnTo>
                  <a:pt x="1528" y="1093"/>
                </a:lnTo>
                <a:lnTo>
                  <a:pt x="1527" y="1093"/>
                </a:lnTo>
                <a:lnTo>
                  <a:pt x="1527" y="1094"/>
                </a:lnTo>
                <a:lnTo>
                  <a:pt x="1526" y="1095"/>
                </a:lnTo>
                <a:lnTo>
                  <a:pt x="1525" y="1095"/>
                </a:lnTo>
                <a:lnTo>
                  <a:pt x="1524" y="1095"/>
                </a:lnTo>
                <a:lnTo>
                  <a:pt x="1523" y="1095"/>
                </a:lnTo>
                <a:lnTo>
                  <a:pt x="1522" y="1095"/>
                </a:lnTo>
                <a:lnTo>
                  <a:pt x="1521" y="1095"/>
                </a:lnTo>
                <a:lnTo>
                  <a:pt x="1521" y="1096"/>
                </a:lnTo>
                <a:lnTo>
                  <a:pt x="1520" y="1096"/>
                </a:lnTo>
                <a:lnTo>
                  <a:pt x="1519" y="1095"/>
                </a:lnTo>
                <a:lnTo>
                  <a:pt x="1518" y="1095"/>
                </a:lnTo>
                <a:lnTo>
                  <a:pt x="1518" y="1094"/>
                </a:lnTo>
                <a:lnTo>
                  <a:pt x="1517" y="1094"/>
                </a:lnTo>
                <a:lnTo>
                  <a:pt x="1517" y="1095"/>
                </a:lnTo>
                <a:lnTo>
                  <a:pt x="1516" y="1095"/>
                </a:lnTo>
                <a:lnTo>
                  <a:pt x="1516" y="1094"/>
                </a:lnTo>
                <a:lnTo>
                  <a:pt x="1517" y="1094"/>
                </a:lnTo>
                <a:lnTo>
                  <a:pt x="1516" y="1094"/>
                </a:lnTo>
                <a:lnTo>
                  <a:pt x="1515" y="1094"/>
                </a:lnTo>
                <a:lnTo>
                  <a:pt x="1514" y="1094"/>
                </a:lnTo>
                <a:lnTo>
                  <a:pt x="1513" y="1094"/>
                </a:lnTo>
                <a:lnTo>
                  <a:pt x="1512" y="1094"/>
                </a:lnTo>
                <a:lnTo>
                  <a:pt x="1512" y="1095"/>
                </a:lnTo>
                <a:lnTo>
                  <a:pt x="1511" y="1095"/>
                </a:lnTo>
                <a:lnTo>
                  <a:pt x="1510" y="1094"/>
                </a:lnTo>
                <a:lnTo>
                  <a:pt x="1509" y="1094"/>
                </a:lnTo>
                <a:lnTo>
                  <a:pt x="1508" y="1094"/>
                </a:lnTo>
                <a:lnTo>
                  <a:pt x="1507" y="1094"/>
                </a:lnTo>
                <a:lnTo>
                  <a:pt x="1507" y="1095"/>
                </a:lnTo>
                <a:lnTo>
                  <a:pt x="1506" y="1095"/>
                </a:lnTo>
                <a:lnTo>
                  <a:pt x="1505" y="1095"/>
                </a:lnTo>
                <a:lnTo>
                  <a:pt x="1505" y="1094"/>
                </a:lnTo>
                <a:lnTo>
                  <a:pt x="1504" y="1094"/>
                </a:lnTo>
                <a:lnTo>
                  <a:pt x="1501" y="1095"/>
                </a:lnTo>
                <a:lnTo>
                  <a:pt x="1500" y="1094"/>
                </a:lnTo>
                <a:lnTo>
                  <a:pt x="1500" y="1095"/>
                </a:lnTo>
                <a:lnTo>
                  <a:pt x="1499" y="1095"/>
                </a:lnTo>
                <a:lnTo>
                  <a:pt x="1498" y="1095"/>
                </a:lnTo>
                <a:lnTo>
                  <a:pt x="1498" y="1096"/>
                </a:lnTo>
                <a:lnTo>
                  <a:pt x="1498" y="1100"/>
                </a:lnTo>
                <a:lnTo>
                  <a:pt x="1498" y="1101"/>
                </a:lnTo>
                <a:lnTo>
                  <a:pt x="1498" y="1102"/>
                </a:lnTo>
                <a:lnTo>
                  <a:pt x="1498" y="1103"/>
                </a:lnTo>
                <a:lnTo>
                  <a:pt x="1499" y="1104"/>
                </a:lnTo>
                <a:lnTo>
                  <a:pt x="1500" y="1104"/>
                </a:lnTo>
                <a:lnTo>
                  <a:pt x="1502" y="1104"/>
                </a:lnTo>
                <a:lnTo>
                  <a:pt x="1503" y="1104"/>
                </a:lnTo>
                <a:lnTo>
                  <a:pt x="1504" y="1104"/>
                </a:lnTo>
                <a:lnTo>
                  <a:pt x="1504" y="1105"/>
                </a:lnTo>
                <a:lnTo>
                  <a:pt x="1504" y="1106"/>
                </a:lnTo>
                <a:lnTo>
                  <a:pt x="1503" y="1106"/>
                </a:lnTo>
                <a:lnTo>
                  <a:pt x="1503" y="1107"/>
                </a:lnTo>
                <a:lnTo>
                  <a:pt x="1502" y="1108"/>
                </a:lnTo>
                <a:lnTo>
                  <a:pt x="1501" y="1108"/>
                </a:lnTo>
                <a:lnTo>
                  <a:pt x="1501" y="1109"/>
                </a:lnTo>
                <a:lnTo>
                  <a:pt x="1502" y="1109"/>
                </a:lnTo>
                <a:lnTo>
                  <a:pt x="1501" y="1109"/>
                </a:lnTo>
                <a:lnTo>
                  <a:pt x="1500" y="1110"/>
                </a:lnTo>
                <a:lnTo>
                  <a:pt x="1501" y="1111"/>
                </a:lnTo>
                <a:lnTo>
                  <a:pt x="1505" y="1114"/>
                </a:lnTo>
                <a:lnTo>
                  <a:pt x="1506" y="1115"/>
                </a:lnTo>
                <a:lnTo>
                  <a:pt x="1507" y="1115"/>
                </a:lnTo>
                <a:lnTo>
                  <a:pt x="1507" y="1116"/>
                </a:lnTo>
                <a:lnTo>
                  <a:pt x="1508" y="1117"/>
                </a:lnTo>
                <a:lnTo>
                  <a:pt x="1509" y="1117"/>
                </a:lnTo>
                <a:lnTo>
                  <a:pt x="1512" y="1119"/>
                </a:lnTo>
                <a:lnTo>
                  <a:pt x="1512" y="1120"/>
                </a:lnTo>
                <a:lnTo>
                  <a:pt x="1513" y="1121"/>
                </a:lnTo>
                <a:lnTo>
                  <a:pt x="1516" y="1121"/>
                </a:lnTo>
                <a:lnTo>
                  <a:pt x="1517" y="1121"/>
                </a:lnTo>
                <a:lnTo>
                  <a:pt x="1518" y="1121"/>
                </a:lnTo>
                <a:lnTo>
                  <a:pt x="1519" y="1121"/>
                </a:lnTo>
                <a:lnTo>
                  <a:pt x="1520" y="1121"/>
                </a:lnTo>
                <a:lnTo>
                  <a:pt x="1520" y="1120"/>
                </a:lnTo>
                <a:lnTo>
                  <a:pt x="1520" y="1117"/>
                </a:lnTo>
                <a:lnTo>
                  <a:pt x="1520" y="1116"/>
                </a:lnTo>
                <a:lnTo>
                  <a:pt x="1521" y="1115"/>
                </a:lnTo>
                <a:lnTo>
                  <a:pt x="1521" y="1114"/>
                </a:lnTo>
                <a:lnTo>
                  <a:pt x="1522" y="1114"/>
                </a:lnTo>
                <a:lnTo>
                  <a:pt x="1523" y="1114"/>
                </a:lnTo>
                <a:lnTo>
                  <a:pt x="1523" y="1113"/>
                </a:lnTo>
                <a:lnTo>
                  <a:pt x="1524" y="1113"/>
                </a:lnTo>
                <a:lnTo>
                  <a:pt x="1526" y="1113"/>
                </a:lnTo>
                <a:lnTo>
                  <a:pt x="1527" y="1113"/>
                </a:lnTo>
                <a:lnTo>
                  <a:pt x="1528" y="1113"/>
                </a:lnTo>
                <a:lnTo>
                  <a:pt x="1531" y="1113"/>
                </a:lnTo>
                <a:lnTo>
                  <a:pt x="1532" y="1113"/>
                </a:lnTo>
                <a:lnTo>
                  <a:pt x="1533" y="1112"/>
                </a:lnTo>
                <a:lnTo>
                  <a:pt x="1535" y="1112"/>
                </a:lnTo>
                <a:lnTo>
                  <a:pt x="1536" y="1112"/>
                </a:lnTo>
                <a:lnTo>
                  <a:pt x="1536" y="1114"/>
                </a:lnTo>
                <a:lnTo>
                  <a:pt x="1535" y="1116"/>
                </a:lnTo>
                <a:lnTo>
                  <a:pt x="1535" y="1117"/>
                </a:lnTo>
                <a:lnTo>
                  <a:pt x="1535" y="1118"/>
                </a:lnTo>
                <a:lnTo>
                  <a:pt x="1535" y="1119"/>
                </a:lnTo>
                <a:lnTo>
                  <a:pt x="1535" y="1121"/>
                </a:lnTo>
                <a:lnTo>
                  <a:pt x="1535" y="1122"/>
                </a:lnTo>
                <a:lnTo>
                  <a:pt x="1535" y="1123"/>
                </a:lnTo>
                <a:lnTo>
                  <a:pt x="1535" y="1145"/>
                </a:lnTo>
                <a:lnTo>
                  <a:pt x="1535" y="1146"/>
                </a:lnTo>
                <a:lnTo>
                  <a:pt x="1535" y="1162"/>
                </a:lnTo>
                <a:lnTo>
                  <a:pt x="1535" y="1172"/>
                </a:lnTo>
                <a:lnTo>
                  <a:pt x="1535" y="1173"/>
                </a:lnTo>
                <a:lnTo>
                  <a:pt x="1536" y="1173"/>
                </a:lnTo>
                <a:lnTo>
                  <a:pt x="1537" y="1173"/>
                </a:lnTo>
                <a:lnTo>
                  <a:pt x="1538" y="1173"/>
                </a:lnTo>
                <a:lnTo>
                  <a:pt x="1539" y="1173"/>
                </a:lnTo>
                <a:lnTo>
                  <a:pt x="1540" y="1173"/>
                </a:lnTo>
                <a:lnTo>
                  <a:pt x="1540" y="1174"/>
                </a:lnTo>
                <a:lnTo>
                  <a:pt x="1540" y="1175"/>
                </a:lnTo>
                <a:lnTo>
                  <a:pt x="1541" y="1175"/>
                </a:lnTo>
                <a:lnTo>
                  <a:pt x="1542" y="1175"/>
                </a:lnTo>
                <a:lnTo>
                  <a:pt x="1543" y="1176"/>
                </a:lnTo>
                <a:lnTo>
                  <a:pt x="1544" y="1176"/>
                </a:lnTo>
                <a:lnTo>
                  <a:pt x="1545" y="1176"/>
                </a:lnTo>
                <a:lnTo>
                  <a:pt x="1546" y="1176"/>
                </a:lnTo>
                <a:lnTo>
                  <a:pt x="1547" y="1175"/>
                </a:lnTo>
                <a:lnTo>
                  <a:pt x="1547" y="1176"/>
                </a:lnTo>
                <a:lnTo>
                  <a:pt x="1548" y="1176"/>
                </a:lnTo>
                <a:lnTo>
                  <a:pt x="1549" y="1176"/>
                </a:lnTo>
                <a:lnTo>
                  <a:pt x="1549" y="1177"/>
                </a:lnTo>
                <a:lnTo>
                  <a:pt x="1549" y="1178"/>
                </a:lnTo>
                <a:lnTo>
                  <a:pt x="1550" y="1178"/>
                </a:lnTo>
                <a:lnTo>
                  <a:pt x="1550" y="1177"/>
                </a:lnTo>
                <a:lnTo>
                  <a:pt x="1551" y="1178"/>
                </a:lnTo>
                <a:lnTo>
                  <a:pt x="1552" y="1178"/>
                </a:lnTo>
                <a:lnTo>
                  <a:pt x="1553" y="1178"/>
                </a:lnTo>
                <a:lnTo>
                  <a:pt x="1553" y="1179"/>
                </a:lnTo>
                <a:lnTo>
                  <a:pt x="1554" y="1179"/>
                </a:lnTo>
                <a:lnTo>
                  <a:pt x="1555" y="1179"/>
                </a:lnTo>
                <a:lnTo>
                  <a:pt x="1555" y="1180"/>
                </a:lnTo>
                <a:lnTo>
                  <a:pt x="1556" y="1180"/>
                </a:lnTo>
                <a:lnTo>
                  <a:pt x="1557" y="1180"/>
                </a:lnTo>
                <a:lnTo>
                  <a:pt x="1557" y="1181"/>
                </a:lnTo>
                <a:lnTo>
                  <a:pt x="1558" y="1181"/>
                </a:lnTo>
                <a:lnTo>
                  <a:pt x="1559" y="1181"/>
                </a:lnTo>
                <a:lnTo>
                  <a:pt x="1559" y="1182"/>
                </a:lnTo>
                <a:lnTo>
                  <a:pt x="1559" y="1183"/>
                </a:lnTo>
                <a:lnTo>
                  <a:pt x="1560" y="1183"/>
                </a:lnTo>
                <a:lnTo>
                  <a:pt x="1561" y="1183"/>
                </a:lnTo>
                <a:lnTo>
                  <a:pt x="1562" y="1184"/>
                </a:lnTo>
                <a:lnTo>
                  <a:pt x="1562" y="1185"/>
                </a:lnTo>
                <a:lnTo>
                  <a:pt x="1563" y="1185"/>
                </a:lnTo>
                <a:lnTo>
                  <a:pt x="1564" y="1185"/>
                </a:lnTo>
                <a:lnTo>
                  <a:pt x="1565" y="1186"/>
                </a:lnTo>
                <a:lnTo>
                  <a:pt x="1565" y="1187"/>
                </a:lnTo>
                <a:lnTo>
                  <a:pt x="1566" y="1187"/>
                </a:lnTo>
                <a:lnTo>
                  <a:pt x="1567" y="1187"/>
                </a:lnTo>
                <a:lnTo>
                  <a:pt x="1567" y="1188"/>
                </a:lnTo>
                <a:lnTo>
                  <a:pt x="1568" y="1188"/>
                </a:lnTo>
                <a:lnTo>
                  <a:pt x="1568" y="1189"/>
                </a:lnTo>
                <a:lnTo>
                  <a:pt x="1567" y="1189"/>
                </a:lnTo>
                <a:lnTo>
                  <a:pt x="1567" y="1190"/>
                </a:lnTo>
                <a:lnTo>
                  <a:pt x="1566" y="1190"/>
                </a:lnTo>
                <a:lnTo>
                  <a:pt x="1566" y="1191"/>
                </a:lnTo>
                <a:lnTo>
                  <a:pt x="1566" y="1192"/>
                </a:lnTo>
                <a:lnTo>
                  <a:pt x="1566" y="1193"/>
                </a:lnTo>
                <a:lnTo>
                  <a:pt x="1568" y="1193"/>
                </a:lnTo>
                <a:lnTo>
                  <a:pt x="1568" y="1194"/>
                </a:lnTo>
                <a:lnTo>
                  <a:pt x="1569" y="1194"/>
                </a:lnTo>
                <a:lnTo>
                  <a:pt x="1570" y="1194"/>
                </a:lnTo>
                <a:lnTo>
                  <a:pt x="1570" y="1195"/>
                </a:lnTo>
                <a:lnTo>
                  <a:pt x="1571" y="1195"/>
                </a:lnTo>
                <a:lnTo>
                  <a:pt x="1571" y="1196"/>
                </a:lnTo>
                <a:lnTo>
                  <a:pt x="1572" y="1196"/>
                </a:lnTo>
                <a:lnTo>
                  <a:pt x="1573" y="1196"/>
                </a:lnTo>
                <a:lnTo>
                  <a:pt x="1573" y="1197"/>
                </a:lnTo>
                <a:lnTo>
                  <a:pt x="1572" y="1197"/>
                </a:lnTo>
                <a:lnTo>
                  <a:pt x="1572" y="1198"/>
                </a:lnTo>
                <a:lnTo>
                  <a:pt x="1573" y="1198"/>
                </a:lnTo>
                <a:lnTo>
                  <a:pt x="1574" y="1198"/>
                </a:lnTo>
                <a:lnTo>
                  <a:pt x="1575" y="1198"/>
                </a:lnTo>
                <a:lnTo>
                  <a:pt x="1576" y="1198"/>
                </a:lnTo>
                <a:lnTo>
                  <a:pt x="1577" y="1198"/>
                </a:lnTo>
                <a:lnTo>
                  <a:pt x="1577" y="1197"/>
                </a:lnTo>
                <a:lnTo>
                  <a:pt x="1578" y="1197"/>
                </a:lnTo>
                <a:lnTo>
                  <a:pt x="1579" y="1197"/>
                </a:lnTo>
                <a:lnTo>
                  <a:pt x="1580" y="1197"/>
                </a:lnTo>
                <a:lnTo>
                  <a:pt x="1581" y="1197"/>
                </a:lnTo>
                <a:lnTo>
                  <a:pt x="1582" y="1197"/>
                </a:lnTo>
                <a:lnTo>
                  <a:pt x="1583" y="1198"/>
                </a:lnTo>
                <a:lnTo>
                  <a:pt x="1584" y="1198"/>
                </a:lnTo>
                <a:lnTo>
                  <a:pt x="1585" y="1198"/>
                </a:lnTo>
                <a:lnTo>
                  <a:pt x="1585" y="1199"/>
                </a:lnTo>
                <a:lnTo>
                  <a:pt x="1585" y="1200"/>
                </a:lnTo>
                <a:lnTo>
                  <a:pt x="1586" y="1200"/>
                </a:lnTo>
                <a:lnTo>
                  <a:pt x="1587" y="1201"/>
                </a:lnTo>
                <a:lnTo>
                  <a:pt x="1587" y="1202"/>
                </a:lnTo>
                <a:lnTo>
                  <a:pt x="1588" y="1203"/>
                </a:lnTo>
                <a:lnTo>
                  <a:pt x="1588" y="1204"/>
                </a:lnTo>
                <a:lnTo>
                  <a:pt x="1588" y="1205"/>
                </a:lnTo>
                <a:lnTo>
                  <a:pt x="1588" y="1206"/>
                </a:lnTo>
                <a:lnTo>
                  <a:pt x="1588" y="1207"/>
                </a:lnTo>
                <a:lnTo>
                  <a:pt x="1588" y="1208"/>
                </a:lnTo>
                <a:lnTo>
                  <a:pt x="1589" y="1209"/>
                </a:lnTo>
                <a:lnTo>
                  <a:pt x="1590" y="1209"/>
                </a:lnTo>
                <a:lnTo>
                  <a:pt x="1589" y="1210"/>
                </a:lnTo>
                <a:lnTo>
                  <a:pt x="1590" y="1210"/>
                </a:lnTo>
                <a:lnTo>
                  <a:pt x="1590" y="1211"/>
                </a:lnTo>
                <a:lnTo>
                  <a:pt x="1590" y="1212"/>
                </a:lnTo>
                <a:lnTo>
                  <a:pt x="1590" y="1213"/>
                </a:lnTo>
                <a:lnTo>
                  <a:pt x="1590" y="1214"/>
                </a:lnTo>
                <a:lnTo>
                  <a:pt x="1591" y="1215"/>
                </a:lnTo>
                <a:lnTo>
                  <a:pt x="1592" y="1215"/>
                </a:lnTo>
                <a:lnTo>
                  <a:pt x="1593" y="1215"/>
                </a:lnTo>
                <a:lnTo>
                  <a:pt x="1593" y="1216"/>
                </a:lnTo>
                <a:lnTo>
                  <a:pt x="1594" y="1217"/>
                </a:lnTo>
                <a:lnTo>
                  <a:pt x="1593" y="1217"/>
                </a:lnTo>
                <a:lnTo>
                  <a:pt x="1593" y="1218"/>
                </a:lnTo>
                <a:lnTo>
                  <a:pt x="1594" y="1218"/>
                </a:lnTo>
                <a:lnTo>
                  <a:pt x="1595" y="1219"/>
                </a:lnTo>
                <a:lnTo>
                  <a:pt x="1595" y="1220"/>
                </a:lnTo>
                <a:lnTo>
                  <a:pt x="1595" y="1221"/>
                </a:lnTo>
                <a:lnTo>
                  <a:pt x="1595" y="1222"/>
                </a:lnTo>
                <a:lnTo>
                  <a:pt x="1595" y="1223"/>
                </a:lnTo>
                <a:lnTo>
                  <a:pt x="1596" y="1223"/>
                </a:lnTo>
                <a:lnTo>
                  <a:pt x="1595" y="1223"/>
                </a:lnTo>
                <a:lnTo>
                  <a:pt x="1595" y="1224"/>
                </a:lnTo>
                <a:lnTo>
                  <a:pt x="1595" y="1225"/>
                </a:lnTo>
                <a:lnTo>
                  <a:pt x="1596" y="1225"/>
                </a:lnTo>
                <a:lnTo>
                  <a:pt x="1596" y="1226"/>
                </a:lnTo>
                <a:lnTo>
                  <a:pt x="1595" y="1226"/>
                </a:lnTo>
                <a:lnTo>
                  <a:pt x="1595" y="1227"/>
                </a:lnTo>
                <a:lnTo>
                  <a:pt x="1597" y="1227"/>
                </a:lnTo>
                <a:lnTo>
                  <a:pt x="1598" y="1227"/>
                </a:lnTo>
                <a:lnTo>
                  <a:pt x="1598" y="1228"/>
                </a:lnTo>
                <a:lnTo>
                  <a:pt x="1599" y="1228"/>
                </a:lnTo>
                <a:lnTo>
                  <a:pt x="1599" y="1229"/>
                </a:lnTo>
                <a:lnTo>
                  <a:pt x="1600" y="1229"/>
                </a:lnTo>
                <a:lnTo>
                  <a:pt x="1601" y="1229"/>
                </a:lnTo>
                <a:lnTo>
                  <a:pt x="1602" y="1229"/>
                </a:lnTo>
                <a:lnTo>
                  <a:pt x="1602" y="1230"/>
                </a:lnTo>
                <a:lnTo>
                  <a:pt x="1603" y="1230"/>
                </a:lnTo>
                <a:lnTo>
                  <a:pt x="1603" y="1231"/>
                </a:lnTo>
                <a:lnTo>
                  <a:pt x="1603" y="1232"/>
                </a:lnTo>
                <a:lnTo>
                  <a:pt x="1603" y="1233"/>
                </a:lnTo>
                <a:lnTo>
                  <a:pt x="1603" y="1234"/>
                </a:lnTo>
                <a:lnTo>
                  <a:pt x="1604" y="1234"/>
                </a:lnTo>
                <a:lnTo>
                  <a:pt x="1604" y="1236"/>
                </a:lnTo>
                <a:lnTo>
                  <a:pt x="1604" y="1237"/>
                </a:lnTo>
                <a:lnTo>
                  <a:pt x="1605" y="1237"/>
                </a:lnTo>
                <a:lnTo>
                  <a:pt x="1605" y="1238"/>
                </a:lnTo>
                <a:lnTo>
                  <a:pt x="1605" y="1239"/>
                </a:lnTo>
                <a:lnTo>
                  <a:pt x="1605" y="1240"/>
                </a:lnTo>
                <a:lnTo>
                  <a:pt x="1605" y="1241"/>
                </a:lnTo>
                <a:lnTo>
                  <a:pt x="1604" y="1242"/>
                </a:lnTo>
                <a:lnTo>
                  <a:pt x="1604" y="1243"/>
                </a:lnTo>
                <a:lnTo>
                  <a:pt x="1605" y="1243"/>
                </a:lnTo>
                <a:lnTo>
                  <a:pt x="1605" y="1244"/>
                </a:lnTo>
                <a:lnTo>
                  <a:pt x="1606" y="1244"/>
                </a:lnTo>
                <a:lnTo>
                  <a:pt x="1606" y="1245"/>
                </a:lnTo>
                <a:lnTo>
                  <a:pt x="1606" y="1246"/>
                </a:lnTo>
                <a:lnTo>
                  <a:pt x="1604" y="1246"/>
                </a:lnTo>
                <a:lnTo>
                  <a:pt x="1603" y="1246"/>
                </a:lnTo>
                <a:lnTo>
                  <a:pt x="1602" y="1246"/>
                </a:lnTo>
                <a:lnTo>
                  <a:pt x="1601" y="1246"/>
                </a:lnTo>
                <a:lnTo>
                  <a:pt x="1600" y="1246"/>
                </a:lnTo>
                <a:lnTo>
                  <a:pt x="1599" y="1246"/>
                </a:lnTo>
                <a:lnTo>
                  <a:pt x="1597" y="1246"/>
                </a:lnTo>
                <a:lnTo>
                  <a:pt x="1596" y="1246"/>
                </a:lnTo>
                <a:lnTo>
                  <a:pt x="1596" y="1245"/>
                </a:lnTo>
                <a:lnTo>
                  <a:pt x="1595" y="1245"/>
                </a:lnTo>
                <a:lnTo>
                  <a:pt x="1594" y="1245"/>
                </a:lnTo>
                <a:lnTo>
                  <a:pt x="1593" y="1245"/>
                </a:lnTo>
                <a:lnTo>
                  <a:pt x="1592" y="1246"/>
                </a:lnTo>
                <a:lnTo>
                  <a:pt x="1591" y="1246"/>
                </a:lnTo>
                <a:lnTo>
                  <a:pt x="1590" y="1247"/>
                </a:lnTo>
                <a:lnTo>
                  <a:pt x="1590" y="1249"/>
                </a:lnTo>
                <a:lnTo>
                  <a:pt x="1590" y="1250"/>
                </a:lnTo>
                <a:lnTo>
                  <a:pt x="1589" y="1250"/>
                </a:lnTo>
                <a:lnTo>
                  <a:pt x="1588" y="1250"/>
                </a:lnTo>
                <a:lnTo>
                  <a:pt x="1585" y="1250"/>
                </a:lnTo>
                <a:lnTo>
                  <a:pt x="1584" y="1250"/>
                </a:lnTo>
                <a:lnTo>
                  <a:pt x="1583" y="1250"/>
                </a:lnTo>
                <a:lnTo>
                  <a:pt x="1583" y="1251"/>
                </a:lnTo>
                <a:lnTo>
                  <a:pt x="1582" y="1251"/>
                </a:lnTo>
                <a:lnTo>
                  <a:pt x="1582" y="1252"/>
                </a:lnTo>
                <a:lnTo>
                  <a:pt x="1582" y="1253"/>
                </a:lnTo>
                <a:lnTo>
                  <a:pt x="1582" y="1254"/>
                </a:lnTo>
                <a:lnTo>
                  <a:pt x="1581" y="1254"/>
                </a:lnTo>
                <a:lnTo>
                  <a:pt x="1581" y="1255"/>
                </a:lnTo>
                <a:lnTo>
                  <a:pt x="1580" y="1255"/>
                </a:lnTo>
                <a:lnTo>
                  <a:pt x="1579" y="1255"/>
                </a:lnTo>
                <a:lnTo>
                  <a:pt x="1578" y="1256"/>
                </a:lnTo>
                <a:lnTo>
                  <a:pt x="1577" y="1256"/>
                </a:lnTo>
                <a:lnTo>
                  <a:pt x="1576" y="1256"/>
                </a:lnTo>
                <a:lnTo>
                  <a:pt x="1575" y="1256"/>
                </a:lnTo>
                <a:lnTo>
                  <a:pt x="1575" y="1255"/>
                </a:lnTo>
                <a:lnTo>
                  <a:pt x="1575" y="1256"/>
                </a:lnTo>
                <a:lnTo>
                  <a:pt x="1573" y="1256"/>
                </a:lnTo>
                <a:lnTo>
                  <a:pt x="1572" y="1255"/>
                </a:lnTo>
                <a:lnTo>
                  <a:pt x="1570" y="1255"/>
                </a:lnTo>
                <a:lnTo>
                  <a:pt x="1569" y="1255"/>
                </a:lnTo>
                <a:lnTo>
                  <a:pt x="1569" y="1256"/>
                </a:lnTo>
                <a:lnTo>
                  <a:pt x="1567" y="1256"/>
                </a:lnTo>
                <a:lnTo>
                  <a:pt x="1567" y="1255"/>
                </a:lnTo>
                <a:lnTo>
                  <a:pt x="1566" y="1255"/>
                </a:lnTo>
                <a:lnTo>
                  <a:pt x="1565" y="1256"/>
                </a:lnTo>
                <a:lnTo>
                  <a:pt x="1564" y="1257"/>
                </a:lnTo>
                <a:lnTo>
                  <a:pt x="1563" y="1257"/>
                </a:lnTo>
                <a:lnTo>
                  <a:pt x="1561" y="1259"/>
                </a:lnTo>
                <a:lnTo>
                  <a:pt x="1561" y="1260"/>
                </a:lnTo>
                <a:lnTo>
                  <a:pt x="1560" y="1261"/>
                </a:lnTo>
                <a:lnTo>
                  <a:pt x="1559" y="1262"/>
                </a:lnTo>
                <a:lnTo>
                  <a:pt x="1560" y="1262"/>
                </a:lnTo>
                <a:lnTo>
                  <a:pt x="1560" y="1263"/>
                </a:lnTo>
                <a:lnTo>
                  <a:pt x="1559" y="1263"/>
                </a:lnTo>
                <a:lnTo>
                  <a:pt x="1559" y="1264"/>
                </a:lnTo>
                <a:lnTo>
                  <a:pt x="1558" y="1264"/>
                </a:lnTo>
                <a:lnTo>
                  <a:pt x="1557" y="1264"/>
                </a:lnTo>
                <a:lnTo>
                  <a:pt x="1557" y="1265"/>
                </a:lnTo>
                <a:lnTo>
                  <a:pt x="1556" y="1265"/>
                </a:lnTo>
                <a:lnTo>
                  <a:pt x="1555" y="1265"/>
                </a:lnTo>
                <a:lnTo>
                  <a:pt x="1554" y="1265"/>
                </a:lnTo>
                <a:lnTo>
                  <a:pt x="1554" y="1266"/>
                </a:lnTo>
                <a:lnTo>
                  <a:pt x="1554" y="1267"/>
                </a:lnTo>
                <a:lnTo>
                  <a:pt x="1553" y="1268"/>
                </a:lnTo>
                <a:lnTo>
                  <a:pt x="1553" y="1269"/>
                </a:lnTo>
                <a:lnTo>
                  <a:pt x="1553" y="1270"/>
                </a:lnTo>
                <a:lnTo>
                  <a:pt x="1553" y="1271"/>
                </a:lnTo>
                <a:lnTo>
                  <a:pt x="1554" y="1271"/>
                </a:lnTo>
                <a:lnTo>
                  <a:pt x="1554" y="1272"/>
                </a:lnTo>
                <a:lnTo>
                  <a:pt x="1553" y="1272"/>
                </a:lnTo>
                <a:lnTo>
                  <a:pt x="1554" y="1272"/>
                </a:lnTo>
                <a:lnTo>
                  <a:pt x="1554" y="1273"/>
                </a:lnTo>
                <a:lnTo>
                  <a:pt x="1554" y="1274"/>
                </a:lnTo>
                <a:lnTo>
                  <a:pt x="1555" y="1274"/>
                </a:lnTo>
                <a:lnTo>
                  <a:pt x="1556" y="1275"/>
                </a:lnTo>
                <a:lnTo>
                  <a:pt x="1556" y="1276"/>
                </a:lnTo>
                <a:lnTo>
                  <a:pt x="1555" y="1276"/>
                </a:lnTo>
                <a:lnTo>
                  <a:pt x="1555" y="1277"/>
                </a:lnTo>
                <a:lnTo>
                  <a:pt x="1554" y="1277"/>
                </a:lnTo>
                <a:lnTo>
                  <a:pt x="1553" y="1277"/>
                </a:lnTo>
                <a:lnTo>
                  <a:pt x="1553" y="1278"/>
                </a:lnTo>
                <a:lnTo>
                  <a:pt x="1553" y="1279"/>
                </a:lnTo>
                <a:lnTo>
                  <a:pt x="1552" y="1279"/>
                </a:lnTo>
                <a:lnTo>
                  <a:pt x="1552" y="1280"/>
                </a:lnTo>
                <a:lnTo>
                  <a:pt x="1552" y="1281"/>
                </a:lnTo>
                <a:lnTo>
                  <a:pt x="1552" y="1282"/>
                </a:lnTo>
                <a:lnTo>
                  <a:pt x="1553" y="1282"/>
                </a:lnTo>
                <a:lnTo>
                  <a:pt x="1554" y="1282"/>
                </a:lnTo>
                <a:lnTo>
                  <a:pt x="1554" y="1283"/>
                </a:lnTo>
                <a:lnTo>
                  <a:pt x="1554" y="1284"/>
                </a:lnTo>
                <a:lnTo>
                  <a:pt x="1554" y="1285"/>
                </a:lnTo>
                <a:lnTo>
                  <a:pt x="1554" y="1286"/>
                </a:lnTo>
                <a:lnTo>
                  <a:pt x="1553" y="1286"/>
                </a:lnTo>
                <a:lnTo>
                  <a:pt x="1553" y="1287"/>
                </a:lnTo>
                <a:lnTo>
                  <a:pt x="1554" y="1288"/>
                </a:lnTo>
                <a:lnTo>
                  <a:pt x="1554" y="1289"/>
                </a:lnTo>
                <a:lnTo>
                  <a:pt x="1555" y="1290"/>
                </a:lnTo>
                <a:lnTo>
                  <a:pt x="1556" y="1290"/>
                </a:lnTo>
                <a:lnTo>
                  <a:pt x="1557" y="1289"/>
                </a:lnTo>
                <a:lnTo>
                  <a:pt x="1558" y="1290"/>
                </a:lnTo>
                <a:lnTo>
                  <a:pt x="1559" y="1290"/>
                </a:lnTo>
                <a:lnTo>
                  <a:pt x="1561" y="1290"/>
                </a:lnTo>
                <a:lnTo>
                  <a:pt x="1562" y="1290"/>
                </a:lnTo>
                <a:lnTo>
                  <a:pt x="1563" y="1290"/>
                </a:lnTo>
                <a:lnTo>
                  <a:pt x="1562" y="1290"/>
                </a:lnTo>
                <a:lnTo>
                  <a:pt x="1562" y="1291"/>
                </a:lnTo>
                <a:lnTo>
                  <a:pt x="1562" y="1292"/>
                </a:lnTo>
                <a:lnTo>
                  <a:pt x="1563" y="1292"/>
                </a:lnTo>
                <a:lnTo>
                  <a:pt x="1564" y="1292"/>
                </a:lnTo>
                <a:lnTo>
                  <a:pt x="1565" y="1292"/>
                </a:lnTo>
                <a:lnTo>
                  <a:pt x="1565" y="1293"/>
                </a:lnTo>
                <a:lnTo>
                  <a:pt x="1567" y="1293"/>
                </a:lnTo>
                <a:lnTo>
                  <a:pt x="1567" y="1292"/>
                </a:lnTo>
                <a:lnTo>
                  <a:pt x="1568" y="1293"/>
                </a:lnTo>
                <a:lnTo>
                  <a:pt x="1568" y="1292"/>
                </a:lnTo>
                <a:lnTo>
                  <a:pt x="1569" y="1292"/>
                </a:lnTo>
                <a:lnTo>
                  <a:pt x="1570" y="1292"/>
                </a:lnTo>
                <a:lnTo>
                  <a:pt x="1570" y="1293"/>
                </a:lnTo>
                <a:lnTo>
                  <a:pt x="1571" y="1293"/>
                </a:lnTo>
                <a:lnTo>
                  <a:pt x="1572" y="1293"/>
                </a:lnTo>
                <a:lnTo>
                  <a:pt x="1573" y="1293"/>
                </a:lnTo>
                <a:lnTo>
                  <a:pt x="1574" y="1293"/>
                </a:lnTo>
                <a:lnTo>
                  <a:pt x="1575" y="1293"/>
                </a:lnTo>
                <a:lnTo>
                  <a:pt x="1576" y="1293"/>
                </a:lnTo>
                <a:lnTo>
                  <a:pt x="1576" y="1294"/>
                </a:lnTo>
                <a:lnTo>
                  <a:pt x="1577" y="1294"/>
                </a:lnTo>
                <a:lnTo>
                  <a:pt x="1578" y="1294"/>
                </a:lnTo>
                <a:lnTo>
                  <a:pt x="1579" y="1294"/>
                </a:lnTo>
                <a:lnTo>
                  <a:pt x="1580" y="1295"/>
                </a:lnTo>
                <a:lnTo>
                  <a:pt x="1581" y="1295"/>
                </a:lnTo>
                <a:lnTo>
                  <a:pt x="1581" y="1296"/>
                </a:lnTo>
                <a:lnTo>
                  <a:pt x="1581" y="1297"/>
                </a:lnTo>
                <a:lnTo>
                  <a:pt x="1581" y="1298"/>
                </a:lnTo>
                <a:lnTo>
                  <a:pt x="1581" y="1299"/>
                </a:lnTo>
                <a:lnTo>
                  <a:pt x="1581" y="1300"/>
                </a:lnTo>
                <a:lnTo>
                  <a:pt x="1581" y="1301"/>
                </a:lnTo>
                <a:lnTo>
                  <a:pt x="1582" y="1301"/>
                </a:lnTo>
                <a:lnTo>
                  <a:pt x="1581" y="1301"/>
                </a:lnTo>
                <a:lnTo>
                  <a:pt x="1581" y="1302"/>
                </a:lnTo>
                <a:lnTo>
                  <a:pt x="1581" y="1303"/>
                </a:lnTo>
                <a:lnTo>
                  <a:pt x="1581" y="1304"/>
                </a:lnTo>
                <a:lnTo>
                  <a:pt x="1581" y="1305"/>
                </a:lnTo>
                <a:lnTo>
                  <a:pt x="1583" y="1305"/>
                </a:lnTo>
                <a:lnTo>
                  <a:pt x="1583" y="1306"/>
                </a:lnTo>
                <a:lnTo>
                  <a:pt x="1582" y="1307"/>
                </a:lnTo>
                <a:lnTo>
                  <a:pt x="1582" y="1308"/>
                </a:lnTo>
                <a:lnTo>
                  <a:pt x="1581" y="1308"/>
                </a:lnTo>
                <a:lnTo>
                  <a:pt x="1581" y="1309"/>
                </a:lnTo>
                <a:lnTo>
                  <a:pt x="1582" y="1310"/>
                </a:lnTo>
                <a:lnTo>
                  <a:pt x="1582" y="1311"/>
                </a:lnTo>
                <a:lnTo>
                  <a:pt x="1581" y="1311"/>
                </a:lnTo>
                <a:lnTo>
                  <a:pt x="1581" y="1312"/>
                </a:lnTo>
                <a:lnTo>
                  <a:pt x="1581" y="1313"/>
                </a:lnTo>
                <a:lnTo>
                  <a:pt x="1581" y="1314"/>
                </a:lnTo>
                <a:lnTo>
                  <a:pt x="1581" y="1315"/>
                </a:lnTo>
                <a:lnTo>
                  <a:pt x="1580" y="1316"/>
                </a:lnTo>
                <a:lnTo>
                  <a:pt x="1581" y="1317"/>
                </a:lnTo>
                <a:lnTo>
                  <a:pt x="1582" y="1317"/>
                </a:lnTo>
                <a:lnTo>
                  <a:pt x="1582" y="1318"/>
                </a:lnTo>
                <a:lnTo>
                  <a:pt x="1583" y="1318"/>
                </a:lnTo>
                <a:lnTo>
                  <a:pt x="1583" y="1319"/>
                </a:lnTo>
                <a:lnTo>
                  <a:pt x="1584" y="1319"/>
                </a:lnTo>
                <a:lnTo>
                  <a:pt x="1585" y="1319"/>
                </a:lnTo>
                <a:lnTo>
                  <a:pt x="1585" y="1320"/>
                </a:lnTo>
                <a:lnTo>
                  <a:pt x="1584" y="1321"/>
                </a:lnTo>
                <a:lnTo>
                  <a:pt x="1583" y="1322"/>
                </a:lnTo>
                <a:lnTo>
                  <a:pt x="1583" y="1323"/>
                </a:lnTo>
                <a:lnTo>
                  <a:pt x="1582" y="1323"/>
                </a:lnTo>
                <a:lnTo>
                  <a:pt x="1582" y="1324"/>
                </a:lnTo>
                <a:lnTo>
                  <a:pt x="1582" y="1325"/>
                </a:lnTo>
                <a:lnTo>
                  <a:pt x="1583" y="1325"/>
                </a:lnTo>
                <a:lnTo>
                  <a:pt x="1586" y="1327"/>
                </a:lnTo>
                <a:lnTo>
                  <a:pt x="1587" y="1327"/>
                </a:lnTo>
                <a:lnTo>
                  <a:pt x="1587" y="1328"/>
                </a:lnTo>
                <a:lnTo>
                  <a:pt x="1587" y="1329"/>
                </a:lnTo>
                <a:lnTo>
                  <a:pt x="1587" y="1330"/>
                </a:lnTo>
                <a:lnTo>
                  <a:pt x="1586" y="1330"/>
                </a:lnTo>
                <a:lnTo>
                  <a:pt x="1586" y="1331"/>
                </a:lnTo>
                <a:lnTo>
                  <a:pt x="1587" y="1331"/>
                </a:lnTo>
                <a:lnTo>
                  <a:pt x="1587" y="1332"/>
                </a:lnTo>
                <a:lnTo>
                  <a:pt x="1587" y="1333"/>
                </a:lnTo>
                <a:lnTo>
                  <a:pt x="1588" y="1333"/>
                </a:lnTo>
                <a:lnTo>
                  <a:pt x="1588" y="1334"/>
                </a:lnTo>
                <a:lnTo>
                  <a:pt x="1588" y="1335"/>
                </a:lnTo>
                <a:lnTo>
                  <a:pt x="1589" y="1335"/>
                </a:lnTo>
                <a:lnTo>
                  <a:pt x="1589" y="1336"/>
                </a:lnTo>
                <a:lnTo>
                  <a:pt x="1589" y="1337"/>
                </a:lnTo>
                <a:lnTo>
                  <a:pt x="1589" y="1338"/>
                </a:lnTo>
                <a:lnTo>
                  <a:pt x="1589" y="1339"/>
                </a:lnTo>
                <a:lnTo>
                  <a:pt x="1588" y="1339"/>
                </a:lnTo>
                <a:lnTo>
                  <a:pt x="1588" y="1340"/>
                </a:lnTo>
                <a:lnTo>
                  <a:pt x="1586" y="1340"/>
                </a:lnTo>
                <a:lnTo>
                  <a:pt x="1585" y="1340"/>
                </a:lnTo>
                <a:lnTo>
                  <a:pt x="1583" y="1340"/>
                </a:lnTo>
                <a:lnTo>
                  <a:pt x="1582" y="1340"/>
                </a:lnTo>
                <a:lnTo>
                  <a:pt x="1581" y="1339"/>
                </a:lnTo>
                <a:lnTo>
                  <a:pt x="1580" y="1339"/>
                </a:lnTo>
                <a:lnTo>
                  <a:pt x="1579" y="1339"/>
                </a:lnTo>
                <a:lnTo>
                  <a:pt x="1578" y="1339"/>
                </a:lnTo>
                <a:lnTo>
                  <a:pt x="1578" y="1338"/>
                </a:lnTo>
                <a:lnTo>
                  <a:pt x="1577" y="1338"/>
                </a:lnTo>
                <a:lnTo>
                  <a:pt x="1577" y="1339"/>
                </a:lnTo>
                <a:lnTo>
                  <a:pt x="1576" y="1339"/>
                </a:lnTo>
                <a:lnTo>
                  <a:pt x="1575" y="1339"/>
                </a:lnTo>
                <a:lnTo>
                  <a:pt x="1575" y="1340"/>
                </a:lnTo>
                <a:lnTo>
                  <a:pt x="1574" y="1341"/>
                </a:lnTo>
                <a:lnTo>
                  <a:pt x="1574" y="1342"/>
                </a:lnTo>
                <a:lnTo>
                  <a:pt x="1574" y="1343"/>
                </a:lnTo>
                <a:lnTo>
                  <a:pt x="1573" y="1344"/>
                </a:lnTo>
                <a:lnTo>
                  <a:pt x="1573" y="1345"/>
                </a:lnTo>
                <a:lnTo>
                  <a:pt x="1572" y="1345"/>
                </a:lnTo>
                <a:lnTo>
                  <a:pt x="1572" y="1346"/>
                </a:lnTo>
                <a:lnTo>
                  <a:pt x="1571" y="1346"/>
                </a:lnTo>
                <a:lnTo>
                  <a:pt x="1571" y="1347"/>
                </a:lnTo>
                <a:lnTo>
                  <a:pt x="1571" y="1346"/>
                </a:lnTo>
                <a:lnTo>
                  <a:pt x="1570" y="1346"/>
                </a:lnTo>
                <a:lnTo>
                  <a:pt x="1569" y="1346"/>
                </a:lnTo>
                <a:lnTo>
                  <a:pt x="1568" y="1347"/>
                </a:lnTo>
                <a:lnTo>
                  <a:pt x="1567" y="1347"/>
                </a:lnTo>
                <a:lnTo>
                  <a:pt x="1566" y="1347"/>
                </a:lnTo>
                <a:lnTo>
                  <a:pt x="1565" y="1348"/>
                </a:lnTo>
                <a:lnTo>
                  <a:pt x="1564" y="1348"/>
                </a:lnTo>
                <a:lnTo>
                  <a:pt x="1563" y="1347"/>
                </a:lnTo>
                <a:lnTo>
                  <a:pt x="1562" y="1346"/>
                </a:lnTo>
                <a:lnTo>
                  <a:pt x="1561" y="1346"/>
                </a:lnTo>
                <a:lnTo>
                  <a:pt x="1562" y="1346"/>
                </a:lnTo>
                <a:lnTo>
                  <a:pt x="1562" y="1345"/>
                </a:lnTo>
                <a:lnTo>
                  <a:pt x="1561" y="1345"/>
                </a:lnTo>
                <a:lnTo>
                  <a:pt x="1560" y="1344"/>
                </a:lnTo>
                <a:lnTo>
                  <a:pt x="1559" y="1344"/>
                </a:lnTo>
                <a:lnTo>
                  <a:pt x="1559" y="1343"/>
                </a:lnTo>
                <a:lnTo>
                  <a:pt x="1559" y="1342"/>
                </a:lnTo>
                <a:lnTo>
                  <a:pt x="1558" y="1341"/>
                </a:lnTo>
                <a:lnTo>
                  <a:pt x="1558" y="1340"/>
                </a:lnTo>
                <a:lnTo>
                  <a:pt x="1557" y="1340"/>
                </a:lnTo>
                <a:lnTo>
                  <a:pt x="1556" y="1340"/>
                </a:lnTo>
                <a:lnTo>
                  <a:pt x="1555" y="1340"/>
                </a:lnTo>
                <a:lnTo>
                  <a:pt x="1555" y="1339"/>
                </a:lnTo>
                <a:lnTo>
                  <a:pt x="1554" y="1339"/>
                </a:lnTo>
                <a:lnTo>
                  <a:pt x="1553" y="1339"/>
                </a:lnTo>
                <a:lnTo>
                  <a:pt x="1553" y="1338"/>
                </a:lnTo>
                <a:lnTo>
                  <a:pt x="1552" y="1338"/>
                </a:lnTo>
                <a:lnTo>
                  <a:pt x="1551" y="1337"/>
                </a:lnTo>
                <a:lnTo>
                  <a:pt x="1550" y="1337"/>
                </a:lnTo>
                <a:lnTo>
                  <a:pt x="1550" y="1336"/>
                </a:lnTo>
                <a:lnTo>
                  <a:pt x="1549" y="1336"/>
                </a:lnTo>
                <a:lnTo>
                  <a:pt x="1548" y="1336"/>
                </a:lnTo>
                <a:lnTo>
                  <a:pt x="1547" y="1336"/>
                </a:lnTo>
                <a:lnTo>
                  <a:pt x="1546" y="1336"/>
                </a:lnTo>
                <a:lnTo>
                  <a:pt x="1545" y="1336"/>
                </a:lnTo>
                <a:lnTo>
                  <a:pt x="1544" y="1336"/>
                </a:lnTo>
                <a:lnTo>
                  <a:pt x="1542" y="1336"/>
                </a:lnTo>
                <a:lnTo>
                  <a:pt x="1541" y="1336"/>
                </a:lnTo>
                <a:lnTo>
                  <a:pt x="1540" y="1336"/>
                </a:lnTo>
                <a:lnTo>
                  <a:pt x="1539" y="1336"/>
                </a:lnTo>
                <a:lnTo>
                  <a:pt x="1539" y="1335"/>
                </a:lnTo>
                <a:lnTo>
                  <a:pt x="1538" y="1335"/>
                </a:lnTo>
                <a:lnTo>
                  <a:pt x="1536" y="1334"/>
                </a:lnTo>
                <a:lnTo>
                  <a:pt x="1535" y="1334"/>
                </a:lnTo>
                <a:lnTo>
                  <a:pt x="1533" y="1335"/>
                </a:lnTo>
                <a:lnTo>
                  <a:pt x="1532" y="1335"/>
                </a:lnTo>
                <a:lnTo>
                  <a:pt x="1532" y="1336"/>
                </a:lnTo>
                <a:lnTo>
                  <a:pt x="1531" y="1336"/>
                </a:lnTo>
                <a:lnTo>
                  <a:pt x="1529" y="1336"/>
                </a:lnTo>
                <a:lnTo>
                  <a:pt x="1527" y="1336"/>
                </a:lnTo>
                <a:lnTo>
                  <a:pt x="1525" y="1335"/>
                </a:lnTo>
                <a:lnTo>
                  <a:pt x="1524" y="1335"/>
                </a:lnTo>
                <a:lnTo>
                  <a:pt x="1522" y="1335"/>
                </a:lnTo>
                <a:lnTo>
                  <a:pt x="1521" y="1334"/>
                </a:lnTo>
                <a:lnTo>
                  <a:pt x="1521" y="1335"/>
                </a:lnTo>
                <a:lnTo>
                  <a:pt x="1520" y="1335"/>
                </a:lnTo>
                <a:lnTo>
                  <a:pt x="1519" y="1335"/>
                </a:lnTo>
                <a:lnTo>
                  <a:pt x="1518" y="1334"/>
                </a:lnTo>
                <a:lnTo>
                  <a:pt x="1517" y="1333"/>
                </a:lnTo>
                <a:lnTo>
                  <a:pt x="1516" y="1333"/>
                </a:lnTo>
                <a:lnTo>
                  <a:pt x="1514" y="1333"/>
                </a:lnTo>
                <a:lnTo>
                  <a:pt x="1513" y="1333"/>
                </a:lnTo>
                <a:lnTo>
                  <a:pt x="1512" y="1333"/>
                </a:lnTo>
                <a:lnTo>
                  <a:pt x="1511" y="1333"/>
                </a:lnTo>
                <a:lnTo>
                  <a:pt x="1510" y="1333"/>
                </a:lnTo>
                <a:lnTo>
                  <a:pt x="1509" y="1333"/>
                </a:lnTo>
                <a:lnTo>
                  <a:pt x="1509" y="1332"/>
                </a:lnTo>
                <a:lnTo>
                  <a:pt x="1508" y="1332"/>
                </a:lnTo>
                <a:lnTo>
                  <a:pt x="1507" y="1331"/>
                </a:lnTo>
                <a:lnTo>
                  <a:pt x="1506" y="1331"/>
                </a:lnTo>
                <a:lnTo>
                  <a:pt x="1506" y="1330"/>
                </a:lnTo>
                <a:lnTo>
                  <a:pt x="1504" y="1330"/>
                </a:lnTo>
                <a:lnTo>
                  <a:pt x="1503" y="1330"/>
                </a:lnTo>
                <a:lnTo>
                  <a:pt x="1502" y="1330"/>
                </a:lnTo>
                <a:lnTo>
                  <a:pt x="1502" y="1329"/>
                </a:lnTo>
                <a:lnTo>
                  <a:pt x="1501" y="1329"/>
                </a:lnTo>
                <a:lnTo>
                  <a:pt x="1500" y="1328"/>
                </a:lnTo>
                <a:lnTo>
                  <a:pt x="1499" y="1328"/>
                </a:lnTo>
                <a:lnTo>
                  <a:pt x="1500" y="1327"/>
                </a:lnTo>
                <a:lnTo>
                  <a:pt x="1500" y="1326"/>
                </a:lnTo>
                <a:lnTo>
                  <a:pt x="1501" y="1325"/>
                </a:lnTo>
                <a:lnTo>
                  <a:pt x="1500" y="1325"/>
                </a:lnTo>
                <a:lnTo>
                  <a:pt x="1500" y="1324"/>
                </a:lnTo>
                <a:lnTo>
                  <a:pt x="1499" y="1324"/>
                </a:lnTo>
                <a:lnTo>
                  <a:pt x="1498" y="1324"/>
                </a:lnTo>
                <a:lnTo>
                  <a:pt x="1496" y="1324"/>
                </a:lnTo>
                <a:lnTo>
                  <a:pt x="1496" y="1323"/>
                </a:lnTo>
                <a:lnTo>
                  <a:pt x="1495" y="1323"/>
                </a:lnTo>
                <a:lnTo>
                  <a:pt x="1494" y="1323"/>
                </a:lnTo>
                <a:lnTo>
                  <a:pt x="1494" y="1324"/>
                </a:lnTo>
                <a:lnTo>
                  <a:pt x="1493" y="1323"/>
                </a:lnTo>
                <a:lnTo>
                  <a:pt x="1492" y="1322"/>
                </a:lnTo>
                <a:lnTo>
                  <a:pt x="1492" y="1321"/>
                </a:lnTo>
                <a:lnTo>
                  <a:pt x="1489" y="1321"/>
                </a:lnTo>
                <a:lnTo>
                  <a:pt x="1488" y="1321"/>
                </a:lnTo>
                <a:lnTo>
                  <a:pt x="1488" y="1322"/>
                </a:lnTo>
                <a:lnTo>
                  <a:pt x="1489" y="1322"/>
                </a:lnTo>
                <a:lnTo>
                  <a:pt x="1490" y="1322"/>
                </a:lnTo>
                <a:lnTo>
                  <a:pt x="1490" y="1323"/>
                </a:lnTo>
                <a:lnTo>
                  <a:pt x="1490" y="1324"/>
                </a:lnTo>
                <a:lnTo>
                  <a:pt x="1490" y="1326"/>
                </a:lnTo>
                <a:lnTo>
                  <a:pt x="1490" y="1327"/>
                </a:lnTo>
                <a:lnTo>
                  <a:pt x="1490" y="1328"/>
                </a:lnTo>
                <a:lnTo>
                  <a:pt x="1489" y="1328"/>
                </a:lnTo>
                <a:lnTo>
                  <a:pt x="1489" y="1329"/>
                </a:lnTo>
                <a:lnTo>
                  <a:pt x="1489" y="1330"/>
                </a:lnTo>
                <a:lnTo>
                  <a:pt x="1489" y="1331"/>
                </a:lnTo>
                <a:lnTo>
                  <a:pt x="1488" y="1331"/>
                </a:lnTo>
                <a:lnTo>
                  <a:pt x="1488" y="1332"/>
                </a:lnTo>
                <a:lnTo>
                  <a:pt x="1487" y="1333"/>
                </a:lnTo>
                <a:lnTo>
                  <a:pt x="1486" y="1334"/>
                </a:lnTo>
                <a:lnTo>
                  <a:pt x="1485" y="1334"/>
                </a:lnTo>
                <a:lnTo>
                  <a:pt x="1484" y="1335"/>
                </a:lnTo>
                <a:lnTo>
                  <a:pt x="1483" y="1335"/>
                </a:lnTo>
                <a:lnTo>
                  <a:pt x="1482" y="1336"/>
                </a:lnTo>
                <a:lnTo>
                  <a:pt x="1483" y="1337"/>
                </a:lnTo>
                <a:lnTo>
                  <a:pt x="1483" y="1338"/>
                </a:lnTo>
                <a:lnTo>
                  <a:pt x="1483" y="1339"/>
                </a:lnTo>
                <a:lnTo>
                  <a:pt x="1483" y="1340"/>
                </a:lnTo>
                <a:lnTo>
                  <a:pt x="1483" y="1341"/>
                </a:lnTo>
                <a:lnTo>
                  <a:pt x="1483" y="1342"/>
                </a:lnTo>
                <a:lnTo>
                  <a:pt x="1483" y="1343"/>
                </a:lnTo>
                <a:lnTo>
                  <a:pt x="1483" y="1342"/>
                </a:lnTo>
                <a:lnTo>
                  <a:pt x="1482" y="1342"/>
                </a:lnTo>
                <a:lnTo>
                  <a:pt x="1481" y="1342"/>
                </a:lnTo>
                <a:lnTo>
                  <a:pt x="1481" y="1341"/>
                </a:lnTo>
                <a:lnTo>
                  <a:pt x="1480" y="1341"/>
                </a:lnTo>
                <a:lnTo>
                  <a:pt x="1480" y="1342"/>
                </a:lnTo>
                <a:lnTo>
                  <a:pt x="1479" y="1342"/>
                </a:lnTo>
                <a:lnTo>
                  <a:pt x="1479" y="1341"/>
                </a:lnTo>
                <a:lnTo>
                  <a:pt x="1479" y="1342"/>
                </a:lnTo>
                <a:lnTo>
                  <a:pt x="1477" y="1342"/>
                </a:lnTo>
                <a:lnTo>
                  <a:pt x="1476" y="1341"/>
                </a:lnTo>
                <a:lnTo>
                  <a:pt x="1475" y="1341"/>
                </a:lnTo>
                <a:lnTo>
                  <a:pt x="1475" y="1342"/>
                </a:lnTo>
                <a:lnTo>
                  <a:pt x="1474" y="1342"/>
                </a:lnTo>
                <a:lnTo>
                  <a:pt x="1473" y="1342"/>
                </a:lnTo>
                <a:lnTo>
                  <a:pt x="1473" y="1341"/>
                </a:lnTo>
                <a:lnTo>
                  <a:pt x="1473" y="1342"/>
                </a:lnTo>
                <a:lnTo>
                  <a:pt x="1472" y="1342"/>
                </a:lnTo>
                <a:lnTo>
                  <a:pt x="1472" y="1341"/>
                </a:lnTo>
                <a:lnTo>
                  <a:pt x="1471" y="1341"/>
                </a:lnTo>
                <a:lnTo>
                  <a:pt x="1471" y="1342"/>
                </a:lnTo>
                <a:lnTo>
                  <a:pt x="1470" y="1342"/>
                </a:lnTo>
                <a:lnTo>
                  <a:pt x="1469" y="1342"/>
                </a:lnTo>
                <a:lnTo>
                  <a:pt x="1468" y="1342"/>
                </a:lnTo>
                <a:lnTo>
                  <a:pt x="1468" y="1341"/>
                </a:lnTo>
                <a:lnTo>
                  <a:pt x="1467" y="1341"/>
                </a:lnTo>
                <a:lnTo>
                  <a:pt x="1467" y="1342"/>
                </a:lnTo>
                <a:lnTo>
                  <a:pt x="1466" y="1342"/>
                </a:lnTo>
                <a:lnTo>
                  <a:pt x="1466" y="1341"/>
                </a:lnTo>
                <a:lnTo>
                  <a:pt x="1465" y="1341"/>
                </a:lnTo>
                <a:lnTo>
                  <a:pt x="1464" y="1341"/>
                </a:lnTo>
                <a:lnTo>
                  <a:pt x="1463" y="1340"/>
                </a:lnTo>
                <a:lnTo>
                  <a:pt x="1462" y="1340"/>
                </a:lnTo>
                <a:lnTo>
                  <a:pt x="1462" y="1339"/>
                </a:lnTo>
                <a:lnTo>
                  <a:pt x="1461" y="1339"/>
                </a:lnTo>
                <a:lnTo>
                  <a:pt x="1460" y="1339"/>
                </a:lnTo>
                <a:lnTo>
                  <a:pt x="1460" y="1340"/>
                </a:lnTo>
                <a:lnTo>
                  <a:pt x="1459" y="1340"/>
                </a:lnTo>
                <a:lnTo>
                  <a:pt x="1458" y="1340"/>
                </a:lnTo>
                <a:lnTo>
                  <a:pt x="1458" y="1339"/>
                </a:lnTo>
                <a:lnTo>
                  <a:pt x="1457" y="1339"/>
                </a:lnTo>
                <a:lnTo>
                  <a:pt x="1456" y="1339"/>
                </a:lnTo>
                <a:lnTo>
                  <a:pt x="1455" y="1338"/>
                </a:lnTo>
                <a:lnTo>
                  <a:pt x="1454" y="1338"/>
                </a:lnTo>
                <a:lnTo>
                  <a:pt x="1453" y="1338"/>
                </a:lnTo>
                <a:lnTo>
                  <a:pt x="1452" y="1338"/>
                </a:lnTo>
                <a:lnTo>
                  <a:pt x="1452" y="1337"/>
                </a:lnTo>
                <a:lnTo>
                  <a:pt x="1451" y="1337"/>
                </a:lnTo>
                <a:lnTo>
                  <a:pt x="1451" y="1336"/>
                </a:lnTo>
                <a:lnTo>
                  <a:pt x="1450" y="1336"/>
                </a:lnTo>
                <a:lnTo>
                  <a:pt x="1449" y="1336"/>
                </a:lnTo>
                <a:lnTo>
                  <a:pt x="1449" y="1335"/>
                </a:lnTo>
                <a:lnTo>
                  <a:pt x="1448" y="1335"/>
                </a:lnTo>
                <a:lnTo>
                  <a:pt x="1447" y="1336"/>
                </a:lnTo>
                <a:lnTo>
                  <a:pt x="1446" y="1336"/>
                </a:lnTo>
                <a:lnTo>
                  <a:pt x="1446" y="1335"/>
                </a:lnTo>
                <a:lnTo>
                  <a:pt x="1445" y="1335"/>
                </a:lnTo>
                <a:lnTo>
                  <a:pt x="1444" y="1335"/>
                </a:lnTo>
                <a:lnTo>
                  <a:pt x="1444" y="1334"/>
                </a:lnTo>
                <a:lnTo>
                  <a:pt x="1443" y="1334"/>
                </a:lnTo>
                <a:lnTo>
                  <a:pt x="1443" y="1333"/>
                </a:lnTo>
                <a:lnTo>
                  <a:pt x="1442" y="1333"/>
                </a:lnTo>
                <a:lnTo>
                  <a:pt x="1442" y="1334"/>
                </a:lnTo>
                <a:lnTo>
                  <a:pt x="1441" y="1333"/>
                </a:lnTo>
                <a:lnTo>
                  <a:pt x="1441" y="1332"/>
                </a:lnTo>
                <a:lnTo>
                  <a:pt x="1440" y="1332"/>
                </a:lnTo>
                <a:lnTo>
                  <a:pt x="1439" y="1332"/>
                </a:lnTo>
                <a:lnTo>
                  <a:pt x="1439" y="1331"/>
                </a:lnTo>
                <a:lnTo>
                  <a:pt x="1438" y="1331"/>
                </a:lnTo>
                <a:lnTo>
                  <a:pt x="1437" y="1331"/>
                </a:lnTo>
                <a:lnTo>
                  <a:pt x="1437" y="1330"/>
                </a:lnTo>
                <a:lnTo>
                  <a:pt x="1436" y="1330"/>
                </a:lnTo>
                <a:lnTo>
                  <a:pt x="1436" y="1329"/>
                </a:lnTo>
                <a:lnTo>
                  <a:pt x="1436" y="1328"/>
                </a:lnTo>
                <a:lnTo>
                  <a:pt x="1435" y="1328"/>
                </a:lnTo>
                <a:lnTo>
                  <a:pt x="1434" y="1328"/>
                </a:lnTo>
                <a:lnTo>
                  <a:pt x="1433" y="1328"/>
                </a:lnTo>
                <a:lnTo>
                  <a:pt x="1432" y="1328"/>
                </a:lnTo>
                <a:lnTo>
                  <a:pt x="1432" y="1327"/>
                </a:lnTo>
                <a:lnTo>
                  <a:pt x="1431" y="1327"/>
                </a:lnTo>
                <a:lnTo>
                  <a:pt x="1431" y="1326"/>
                </a:lnTo>
                <a:lnTo>
                  <a:pt x="1430" y="1326"/>
                </a:lnTo>
                <a:lnTo>
                  <a:pt x="1429" y="1326"/>
                </a:lnTo>
                <a:lnTo>
                  <a:pt x="1429" y="1325"/>
                </a:lnTo>
                <a:lnTo>
                  <a:pt x="1428" y="1325"/>
                </a:lnTo>
                <a:lnTo>
                  <a:pt x="1427" y="1325"/>
                </a:lnTo>
                <a:lnTo>
                  <a:pt x="1427" y="1326"/>
                </a:lnTo>
                <a:lnTo>
                  <a:pt x="1426" y="1326"/>
                </a:lnTo>
                <a:lnTo>
                  <a:pt x="1424" y="1326"/>
                </a:lnTo>
                <a:lnTo>
                  <a:pt x="1424" y="1325"/>
                </a:lnTo>
                <a:lnTo>
                  <a:pt x="1423" y="1325"/>
                </a:lnTo>
                <a:lnTo>
                  <a:pt x="1423" y="1324"/>
                </a:lnTo>
                <a:lnTo>
                  <a:pt x="1422" y="1324"/>
                </a:lnTo>
                <a:lnTo>
                  <a:pt x="1422" y="1323"/>
                </a:lnTo>
                <a:lnTo>
                  <a:pt x="1423" y="1323"/>
                </a:lnTo>
                <a:lnTo>
                  <a:pt x="1422" y="1323"/>
                </a:lnTo>
                <a:lnTo>
                  <a:pt x="1422" y="1322"/>
                </a:lnTo>
                <a:lnTo>
                  <a:pt x="1421" y="1322"/>
                </a:lnTo>
                <a:lnTo>
                  <a:pt x="1421" y="1321"/>
                </a:lnTo>
                <a:lnTo>
                  <a:pt x="1420" y="1321"/>
                </a:lnTo>
                <a:lnTo>
                  <a:pt x="1420" y="1320"/>
                </a:lnTo>
                <a:lnTo>
                  <a:pt x="1421" y="1320"/>
                </a:lnTo>
                <a:lnTo>
                  <a:pt x="1420" y="1320"/>
                </a:lnTo>
                <a:lnTo>
                  <a:pt x="1419" y="1320"/>
                </a:lnTo>
                <a:lnTo>
                  <a:pt x="1418" y="1320"/>
                </a:lnTo>
                <a:lnTo>
                  <a:pt x="1418" y="1321"/>
                </a:lnTo>
                <a:lnTo>
                  <a:pt x="1417" y="1321"/>
                </a:lnTo>
                <a:lnTo>
                  <a:pt x="1417" y="1322"/>
                </a:lnTo>
                <a:lnTo>
                  <a:pt x="1416" y="1322"/>
                </a:lnTo>
                <a:lnTo>
                  <a:pt x="1416" y="1323"/>
                </a:lnTo>
                <a:lnTo>
                  <a:pt x="1415" y="1323"/>
                </a:lnTo>
                <a:lnTo>
                  <a:pt x="1414" y="1323"/>
                </a:lnTo>
                <a:lnTo>
                  <a:pt x="1413" y="1323"/>
                </a:lnTo>
                <a:lnTo>
                  <a:pt x="1412" y="1323"/>
                </a:lnTo>
                <a:lnTo>
                  <a:pt x="1411" y="1323"/>
                </a:lnTo>
                <a:lnTo>
                  <a:pt x="1410" y="1324"/>
                </a:lnTo>
                <a:lnTo>
                  <a:pt x="1409" y="1324"/>
                </a:lnTo>
                <a:lnTo>
                  <a:pt x="1408" y="1323"/>
                </a:lnTo>
                <a:lnTo>
                  <a:pt x="1408" y="1322"/>
                </a:lnTo>
                <a:lnTo>
                  <a:pt x="1407" y="1322"/>
                </a:lnTo>
                <a:lnTo>
                  <a:pt x="1407" y="1321"/>
                </a:lnTo>
                <a:lnTo>
                  <a:pt x="1407" y="1320"/>
                </a:lnTo>
                <a:lnTo>
                  <a:pt x="1406" y="1321"/>
                </a:lnTo>
                <a:lnTo>
                  <a:pt x="1406" y="1320"/>
                </a:lnTo>
                <a:lnTo>
                  <a:pt x="1405" y="1320"/>
                </a:lnTo>
                <a:lnTo>
                  <a:pt x="1404" y="1320"/>
                </a:lnTo>
                <a:lnTo>
                  <a:pt x="1403" y="1320"/>
                </a:lnTo>
                <a:lnTo>
                  <a:pt x="1403" y="1319"/>
                </a:lnTo>
                <a:lnTo>
                  <a:pt x="1403" y="1320"/>
                </a:lnTo>
                <a:lnTo>
                  <a:pt x="1402" y="1319"/>
                </a:lnTo>
                <a:lnTo>
                  <a:pt x="1402" y="1318"/>
                </a:lnTo>
                <a:lnTo>
                  <a:pt x="1401" y="1318"/>
                </a:lnTo>
                <a:lnTo>
                  <a:pt x="1400" y="1318"/>
                </a:lnTo>
                <a:lnTo>
                  <a:pt x="1400" y="1317"/>
                </a:lnTo>
                <a:lnTo>
                  <a:pt x="1399" y="1317"/>
                </a:lnTo>
                <a:lnTo>
                  <a:pt x="1398" y="1317"/>
                </a:lnTo>
                <a:lnTo>
                  <a:pt x="1397" y="1317"/>
                </a:lnTo>
                <a:lnTo>
                  <a:pt x="1397" y="1318"/>
                </a:lnTo>
                <a:lnTo>
                  <a:pt x="1397" y="1317"/>
                </a:lnTo>
                <a:lnTo>
                  <a:pt x="1396" y="1317"/>
                </a:lnTo>
                <a:lnTo>
                  <a:pt x="1395" y="1317"/>
                </a:lnTo>
                <a:lnTo>
                  <a:pt x="1394" y="1317"/>
                </a:lnTo>
                <a:lnTo>
                  <a:pt x="1394" y="1316"/>
                </a:lnTo>
                <a:lnTo>
                  <a:pt x="1393" y="1316"/>
                </a:lnTo>
                <a:lnTo>
                  <a:pt x="1393" y="1315"/>
                </a:lnTo>
                <a:lnTo>
                  <a:pt x="1392" y="1315"/>
                </a:lnTo>
                <a:lnTo>
                  <a:pt x="1392" y="1314"/>
                </a:lnTo>
                <a:lnTo>
                  <a:pt x="1392" y="1313"/>
                </a:lnTo>
                <a:lnTo>
                  <a:pt x="1391" y="1313"/>
                </a:lnTo>
                <a:lnTo>
                  <a:pt x="1391" y="1312"/>
                </a:lnTo>
                <a:lnTo>
                  <a:pt x="1390" y="1312"/>
                </a:lnTo>
                <a:lnTo>
                  <a:pt x="1390" y="1313"/>
                </a:lnTo>
                <a:lnTo>
                  <a:pt x="1390" y="1312"/>
                </a:lnTo>
                <a:lnTo>
                  <a:pt x="1389" y="1312"/>
                </a:lnTo>
                <a:lnTo>
                  <a:pt x="1389" y="1313"/>
                </a:lnTo>
                <a:lnTo>
                  <a:pt x="1388" y="1313"/>
                </a:lnTo>
                <a:lnTo>
                  <a:pt x="1387" y="1313"/>
                </a:lnTo>
                <a:lnTo>
                  <a:pt x="1387" y="1314"/>
                </a:lnTo>
                <a:lnTo>
                  <a:pt x="1386" y="1314"/>
                </a:lnTo>
                <a:lnTo>
                  <a:pt x="1385" y="1313"/>
                </a:lnTo>
                <a:lnTo>
                  <a:pt x="1384" y="1313"/>
                </a:lnTo>
                <a:lnTo>
                  <a:pt x="1383" y="1313"/>
                </a:lnTo>
                <a:lnTo>
                  <a:pt x="1382" y="1314"/>
                </a:lnTo>
                <a:lnTo>
                  <a:pt x="1381" y="1314"/>
                </a:lnTo>
                <a:lnTo>
                  <a:pt x="1381" y="1315"/>
                </a:lnTo>
                <a:lnTo>
                  <a:pt x="1380" y="1315"/>
                </a:lnTo>
                <a:lnTo>
                  <a:pt x="1380" y="1316"/>
                </a:lnTo>
                <a:lnTo>
                  <a:pt x="1379" y="1316"/>
                </a:lnTo>
                <a:lnTo>
                  <a:pt x="1379" y="1317"/>
                </a:lnTo>
                <a:lnTo>
                  <a:pt x="1379" y="1318"/>
                </a:lnTo>
                <a:lnTo>
                  <a:pt x="1379" y="1319"/>
                </a:lnTo>
                <a:lnTo>
                  <a:pt x="1378" y="1320"/>
                </a:lnTo>
                <a:lnTo>
                  <a:pt x="1377" y="1320"/>
                </a:lnTo>
                <a:lnTo>
                  <a:pt x="1377" y="1319"/>
                </a:lnTo>
                <a:lnTo>
                  <a:pt x="1376" y="1319"/>
                </a:lnTo>
                <a:lnTo>
                  <a:pt x="1375" y="1318"/>
                </a:lnTo>
                <a:lnTo>
                  <a:pt x="1374" y="1317"/>
                </a:lnTo>
                <a:lnTo>
                  <a:pt x="1373" y="1317"/>
                </a:lnTo>
                <a:lnTo>
                  <a:pt x="1373" y="1316"/>
                </a:lnTo>
                <a:lnTo>
                  <a:pt x="1373" y="1315"/>
                </a:lnTo>
                <a:lnTo>
                  <a:pt x="1372" y="1315"/>
                </a:lnTo>
                <a:lnTo>
                  <a:pt x="1372" y="1314"/>
                </a:lnTo>
                <a:lnTo>
                  <a:pt x="1372" y="1313"/>
                </a:lnTo>
                <a:lnTo>
                  <a:pt x="1371" y="1313"/>
                </a:lnTo>
                <a:lnTo>
                  <a:pt x="1369" y="1312"/>
                </a:lnTo>
                <a:lnTo>
                  <a:pt x="1368" y="1312"/>
                </a:lnTo>
                <a:lnTo>
                  <a:pt x="1367" y="1311"/>
                </a:lnTo>
                <a:lnTo>
                  <a:pt x="1367" y="1310"/>
                </a:lnTo>
                <a:lnTo>
                  <a:pt x="1366" y="1310"/>
                </a:lnTo>
                <a:lnTo>
                  <a:pt x="1365" y="1310"/>
                </a:lnTo>
                <a:lnTo>
                  <a:pt x="1364" y="1310"/>
                </a:lnTo>
                <a:lnTo>
                  <a:pt x="1363" y="1309"/>
                </a:lnTo>
                <a:lnTo>
                  <a:pt x="1363" y="1308"/>
                </a:lnTo>
                <a:lnTo>
                  <a:pt x="1363" y="1307"/>
                </a:lnTo>
                <a:lnTo>
                  <a:pt x="1363" y="1306"/>
                </a:lnTo>
                <a:lnTo>
                  <a:pt x="1363" y="1305"/>
                </a:lnTo>
                <a:lnTo>
                  <a:pt x="1362" y="1305"/>
                </a:lnTo>
                <a:lnTo>
                  <a:pt x="1362" y="1304"/>
                </a:lnTo>
                <a:lnTo>
                  <a:pt x="1361" y="1304"/>
                </a:lnTo>
                <a:lnTo>
                  <a:pt x="1361" y="1303"/>
                </a:lnTo>
                <a:lnTo>
                  <a:pt x="1361" y="1302"/>
                </a:lnTo>
                <a:lnTo>
                  <a:pt x="1360" y="1302"/>
                </a:lnTo>
                <a:lnTo>
                  <a:pt x="1359" y="1302"/>
                </a:lnTo>
                <a:lnTo>
                  <a:pt x="1358" y="1302"/>
                </a:lnTo>
                <a:lnTo>
                  <a:pt x="1358" y="1303"/>
                </a:lnTo>
                <a:lnTo>
                  <a:pt x="1357" y="1304"/>
                </a:lnTo>
                <a:lnTo>
                  <a:pt x="1356" y="1303"/>
                </a:lnTo>
                <a:lnTo>
                  <a:pt x="1355" y="1303"/>
                </a:lnTo>
                <a:lnTo>
                  <a:pt x="1354" y="1303"/>
                </a:lnTo>
                <a:lnTo>
                  <a:pt x="1353" y="1303"/>
                </a:lnTo>
                <a:lnTo>
                  <a:pt x="1352" y="1303"/>
                </a:lnTo>
                <a:lnTo>
                  <a:pt x="1351" y="1303"/>
                </a:lnTo>
                <a:lnTo>
                  <a:pt x="1351" y="1302"/>
                </a:lnTo>
                <a:lnTo>
                  <a:pt x="1351" y="1301"/>
                </a:lnTo>
                <a:lnTo>
                  <a:pt x="1351" y="1300"/>
                </a:lnTo>
                <a:lnTo>
                  <a:pt x="1350" y="1300"/>
                </a:lnTo>
                <a:lnTo>
                  <a:pt x="1349" y="1301"/>
                </a:lnTo>
                <a:lnTo>
                  <a:pt x="1348" y="1301"/>
                </a:lnTo>
                <a:lnTo>
                  <a:pt x="1347" y="1301"/>
                </a:lnTo>
                <a:lnTo>
                  <a:pt x="1346" y="1301"/>
                </a:lnTo>
                <a:lnTo>
                  <a:pt x="1345" y="1301"/>
                </a:lnTo>
                <a:lnTo>
                  <a:pt x="1344" y="1301"/>
                </a:lnTo>
                <a:lnTo>
                  <a:pt x="1343" y="1301"/>
                </a:lnTo>
                <a:lnTo>
                  <a:pt x="1343" y="1300"/>
                </a:lnTo>
                <a:lnTo>
                  <a:pt x="1342" y="1300"/>
                </a:lnTo>
                <a:lnTo>
                  <a:pt x="1341" y="1300"/>
                </a:lnTo>
                <a:lnTo>
                  <a:pt x="1341" y="1301"/>
                </a:lnTo>
                <a:lnTo>
                  <a:pt x="1341" y="1300"/>
                </a:lnTo>
                <a:lnTo>
                  <a:pt x="1340" y="1300"/>
                </a:lnTo>
                <a:lnTo>
                  <a:pt x="1340" y="1301"/>
                </a:lnTo>
                <a:lnTo>
                  <a:pt x="1340" y="1302"/>
                </a:lnTo>
                <a:lnTo>
                  <a:pt x="1341" y="1302"/>
                </a:lnTo>
                <a:lnTo>
                  <a:pt x="1341" y="1303"/>
                </a:lnTo>
                <a:lnTo>
                  <a:pt x="1340" y="1303"/>
                </a:lnTo>
                <a:lnTo>
                  <a:pt x="1339" y="1303"/>
                </a:lnTo>
                <a:lnTo>
                  <a:pt x="1338" y="1302"/>
                </a:lnTo>
                <a:lnTo>
                  <a:pt x="1337" y="1302"/>
                </a:lnTo>
                <a:lnTo>
                  <a:pt x="1336" y="1302"/>
                </a:lnTo>
                <a:lnTo>
                  <a:pt x="1334" y="1302"/>
                </a:lnTo>
                <a:lnTo>
                  <a:pt x="1333" y="1302"/>
                </a:lnTo>
                <a:lnTo>
                  <a:pt x="1332" y="1302"/>
                </a:lnTo>
                <a:lnTo>
                  <a:pt x="1332" y="1301"/>
                </a:lnTo>
                <a:lnTo>
                  <a:pt x="1331" y="1301"/>
                </a:lnTo>
                <a:lnTo>
                  <a:pt x="1330" y="1301"/>
                </a:lnTo>
                <a:lnTo>
                  <a:pt x="1329" y="1302"/>
                </a:lnTo>
                <a:lnTo>
                  <a:pt x="1329" y="1303"/>
                </a:lnTo>
                <a:lnTo>
                  <a:pt x="1328" y="1303"/>
                </a:lnTo>
                <a:lnTo>
                  <a:pt x="1328" y="1304"/>
                </a:lnTo>
                <a:lnTo>
                  <a:pt x="1327" y="1304"/>
                </a:lnTo>
                <a:lnTo>
                  <a:pt x="1326" y="1304"/>
                </a:lnTo>
                <a:lnTo>
                  <a:pt x="1326" y="1303"/>
                </a:lnTo>
                <a:lnTo>
                  <a:pt x="1325" y="1303"/>
                </a:lnTo>
                <a:lnTo>
                  <a:pt x="1324" y="1303"/>
                </a:lnTo>
                <a:lnTo>
                  <a:pt x="1323" y="1304"/>
                </a:lnTo>
                <a:lnTo>
                  <a:pt x="1323" y="1305"/>
                </a:lnTo>
                <a:lnTo>
                  <a:pt x="1322" y="1305"/>
                </a:lnTo>
                <a:lnTo>
                  <a:pt x="1320" y="1306"/>
                </a:lnTo>
                <a:lnTo>
                  <a:pt x="1317" y="1306"/>
                </a:lnTo>
                <a:lnTo>
                  <a:pt x="1316" y="1305"/>
                </a:lnTo>
                <a:lnTo>
                  <a:pt x="1315" y="1305"/>
                </a:lnTo>
                <a:lnTo>
                  <a:pt x="1314" y="1305"/>
                </a:lnTo>
                <a:lnTo>
                  <a:pt x="1313" y="1305"/>
                </a:lnTo>
                <a:lnTo>
                  <a:pt x="1312" y="1305"/>
                </a:lnTo>
                <a:lnTo>
                  <a:pt x="1309" y="1305"/>
                </a:lnTo>
                <a:lnTo>
                  <a:pt x="1309" y="1306"/>
                </a:lnTo>
                <a:lnTo>
                  <a:pt x="1308" y="1306"/>
                </a:lnTo>
                <a:lnTo>
                  <a:pt x="1307" y="1306"/>
                </a:lnTo>
                <a:lnTo>
                  <a:pt x="1307" y="1305"/>
                </a:lnTo>
                <a:lnTo>
                  <a:pt x="1307" y="1306"/>
                </a:lnTo>
                <a:lnTo>
                  <a:pt x="1307" y="1305"/>
                </a:lnTo>
                <a:lnTo>
                  <a:pt x="1307" y="1306"/>
                </a:lnTo>
                <a:lnTo>
                  <a:pt x="1306" y="1306"/>
                </a:lnTo>
                <a:lnTo>
                  <a:pt x="1306" y="1305"/>
                </a:lnTo>
                <a:lnTo>
                  <a:pt x="1306" y="1306"/>
                </a:lnTo>
                <a:lnTo>
                  <a:pt x="1306" y="1305"/>
                </a:lnTo>
                <a:lnTo>
                  <a:pt x="1305" y="1305"/>
                </a:lnTo>
                <a:lnTo>
                  <a:pt x="1305" y="1306"/>
                </a:lnTo>
                <a:lnTo>
                  <a:pt x="1305" y="1307"/>
                </a:lnTo>
                <a:lnTo>
                  <a:pt x="1305" y="1308"/>
                </a:lnTo>
                <a:lnTo>
                  <a:pt x="1304" y="1308"/>
                </a:lnTo>
                <a:lnTo>
                  <a:pt x="1303" y="1308"/>
                </a:lnTo>
                <a:lnTo>
                  <a:pt x="1302" y="1308"/>
                </a:lnTo>
                <a:lnTo>
                  <a:pt x="1301" y="1309"/>
                </a:lnTo>
                <a:lnTo>
                  <a:pt x="1300" y="1309"/>
                </a:lnTo>
                <a:lnTo>
                  <a:pt x="1298" y="1310"/>
                </a:lnTo>
                <a:lnTo>
                  <a:pt x="1297" y="1310"/>
                </a:lnTo>
                <a:lnTo>
                  <a:pt x="1296" y="1310"/>
                </a:lnTo>
                <a:lnTo>
                  <a:pt x="1296" y="1309"/>
                </a:lnTo>
                <a:lnTo>
                  <a:pt x="1295" y="1309"/>
                </a:lnTo>
                <a:lnTo>
                  <a:pt x="1295" y="1310"/>
                </a:lnTo>
                <a:lnTo>
                  <a:pt x="1294" y="1310"/>
                </a:lnTo>
                <a:lnTo>
                  <a:pt x="1293" y="1310"/>
                </a:lnTo>
                <a:lnTo>
                  <a:pt x="1292" y="1310"/>
                </a:lnTo>
                <a:lnTo>
                  <a:pt x="1292" y="1309"/>
                </a:lnTo>
                <a:lnTo>
                  <a:pt x="1292" y="1310"/>
                </a:lnTo>
                <a:lnTo>
                  <a:pt x="1291" y="1310"/>
                </a:lnTo>
                <a:lnTo>
                  <a:pt x="1290" y="1309"/>
                </a:lnTo>
                <a:lnTo>
                  <a:pt x="1290" y="1310"/>
                </a:lnTo>
                <a:lnTo>
                  <a:pt x="1290" y="1311"/>
                </a:lnTo>
                <a:lnTo>
                  <a:pt x="1289" y="1311"/>
                </a:lnTo>
                <a:lnTo>
                  <a:pt x="1287" y="1311"/>
                </a:lnTo>
                <a:lnTo>
                  <a:pt x="1286" y="1311"/>
                </a:lnTo>
                <a:lnTo>
                  <a:pt x="1285" y="1311"/>
                </a:lnTo>
                <a:lnTo>
                  <a:pt x="1285" y="1310"/>
                </a:lnTo>
                <a:lnTo>
                  <a:pt x="1284" y="1310"/>
                </a:lnTo>
                <a:lnTo>
                  <a:pt x="1282" y="1310"/>
                </a:lnTo>
                <a:lnTo>
                  <a:pt x="1281" y="1310"/>
                </a:lnTo>
                <a:lnTo>
                  <a:pt x="1281" y="1311"/>
                </a:lnTo>
                <a:lnTo>
                  <a:pt x="1280" y="1311"/>
                </a:lnTo>
                <a:lnTo>
                  <a:pt x="1279" y="1312"/>
                </a:lnTo>
                <a:lnTo>
                  <a:pt x="1278" y="1312"/>
                </a:lnTo>
                <a:lnTo>
                  <a:pt x="1277" y="1312"/>
                </a:lnTo>
                <a:lnTo>
                  <a:pt x="1277" y="1311"/>
                </a:lnTo>
                <a:lnTo>
                  <a:pt x="1277" y="1312"/>
                </a:lnTo>
                <a:lnTo>
                  <a:pt x="1276" y="1312"/>
                </a:lnTo>
                <a:lnTo>
                  <a:pt x="1275" y="1313"/>
                </a:lnTo>
                <a:lnTo>
                  <a:pt x="1274" y="1313"/>
                </a:lnTo>
                <a:lnTo>
                  <a:pt x="1274" y="1312"/>
                </a:lnTo>
                <a:lnTo>
                  <a:pt x="1273" y="1312"/>
                </a:lnTo>
                <a:lnTo>
                  <a:pt x="1273" y="1313"/>
                </a:lnTo>
                <a:lnTo>
                  <a:pt x="1272" y="1313"/>
                </a:lnTo>
                <a:lnTo>
                  <a:pt x="1271" y="1313"/>
                </a:lnTo>
                <a:lnTo>
                  <a:pt x="1271" y="1314"/>
                </a:lnTo>
                <a:lnTo>
                  <a:pt x="1270" y="1314"/>
                </a:lnTo>
                <a:lnTo>
                  <a:pt x="1269" y="1314"/>
                </a:lnTo>
                <a:lnTo>
                  <a:pt x="1269" y="1315"/>
                </a:lnTo>
                <a:lnTo>
                  <a:pt x="1268" y="1315"/>
                </a:lnTo>
                <a:lnTo>
                  <a:pt x="1268" y="1314"/>
                </a:lnTo>
                <a:lnTo>
                  <a:pt x="1266" y="1314"/>
                </a:lnTo>
                <a:lnTo>
                  <a:pt x="1264" y="1314"/>
                </a:lnTo>
                <a:lnTo>
                  <a:pt x="1264" y="1313"/>
                </a:lnTo>
                <a:lnTo>
                  <a:pt x="1263" y="1313"/>
                </a:lnTo>
                <a:lnTo>
                  <a:pt x="1261" y="1313"/>
                </a:lnTo>
                <a:lnTo>
                  <a:pt x="1260" y="1313"/>
                </a:lnTo>
                <a:lnTo>
                  <a:pt x="1259" y="1312"/>
                </a:lnTo>
                <a:lnTo>
                  <a:pt x="1259" y="1311"/>
                </a:lnTo>
                <a:lnTo>
                  <a:pt x="1259" y="1310"/>
                </a:lnTo>
                <a:lnTo>
                  <a:pt x="1259" y="1308"/>
                </a:lnTo>
                <a:lnTo>
                  <a:pt x="1259" y="1307"/>
                </a:lnTo>
                <a:lnTo>
                  <a:pt x="1258" y="1307"/>
                </a:lnTo>
                <a:lnTo>
                  <a:pt x="1257" y="1307"/>
                </a:lnTo>
                <a:lnTo>
                  <a:pt x="1256" y="1307"/>
                </a:lnTo>
                <a:lnTo>
                  <a:pt x="1256" y="1306"/>
                </a:lnTo>
                <a:lnTo>
                  <a:pt x="1255" y="1306"/>
                </a:lnTo>
                <a:lnTo>
                  <a:pt x="1254" y="1307"/>
                </a:lnTo>
                <a:lnTo>
                  <a:pt x="1252" y="1307"/>
                </a:lnTo>
                <a:lnTo>
                  <a:pt x="1251" y="1307"/>
                </a:lnTo>
                <a:lnTo>
                  <a:pt x="1251" y="1306"/>
                </a:lnTo>
                <a:lnTo>
                  <a:pt x="1250" y="1306"/>
                </a:lnTo>
                <a:lnTo>
                  <a:pt x="1250" y="1307"/>
                </a:lnTo>
                <a:lnTo>
                  <a:pt x="1250" y="1308"/>
                </a:lnTo>
                <a:lnTo>
                  <a:pt x="1249" y="1308"/>
                </a:lnTo>
                <a:lnTo>
                  <a:pt x="1249" y="1309"/>
                </a:lnTo>
                <a:lnTo>
                  <a:pt x="1249" y="1310"/>
                </a:lnTo>
                <a:lnTo>
                  <a:pt x="1248" y="1310"/>
                </a:lnTo>
                <a:lnTo>
                  <a:pt x="1247" y="1310"/>
                </a:lnTo>
                <a:lnTo>
                  <a:pt x="1246" y="1312"/>
                </a:lnTo>
                <a:lnTo>
                  <a:pt x="1245" y="1313"/>
                </a:lnTo>
                <a:lnTo>
                  <a:pt x="1244" y="1313"/>
                </a:lnTo>
                <a:lnTo>
                  <a:pt x="1244" y="1312"/>
                </a:lnTo>
                <a:lnTo>
                  <a:pt x="1243" y="1312"/>
                </a:lnTo>
                <a:lnTo>
                  <a:pt x="1242" y="1312"/>
                </a:lnTo>
                <a:lnTo>
                  <a:pt x="1242" y="1313"/>
                </a:lnTo>
                <a:lnTo>
                  <a:pt x="1241" y="1313"/>
                </a:lnTo>
                <a:lnTo>
                  <a:pt x="1240" y="1312"/>
                </a:lnTo>
                <a:lnTo>
                  <a:pt x="1239" y="1312"/>
                </a:lnTo>
                <a:lnTo>
                  <a:pt x="1238" y="1312"/>
                </a:lnTo>
                <a:lnTo>
                  <a:pt x="1238" y="1313"/>
                </a:lnTo>
                <a:lnTo>
                  <a:pt x="1237" y="1313"/>
                </a:lnTo>
                <a:lnTo>
                  <a:pt x="1236" y="1313"/>
                </a:lnTo>
                <a:lnTo>
                  <a:pt x="1235" y="1313"/>
                </a:lnTo>
                <a:lnTo>
                  <a:pt x="1235" y="1314"/>
                </a:lnTo>
                <a:lnTo>
                  <a:pt x="1234" y="1315"/>
                </a:lnTo>
                <a:lnTo>
                  <a:pt x="1233" y="1315"/>
                </a:lnTo>
                <a:lnTo>
                  <a:pt x="1233" y="1316"/>
                </a:lnTo>
                <a:lnTo>
                  <a:pt x="1232" y="1316"/>
                </a:lnTo>
                <a:lnTo>
                  <a:pt x="1232" y="1317"/>
                </a:lnTo>
                <a:lnTo>
                  <a:pt x="1231" y="1317"/>
                </a:lnTo>
                <a:lnTo>
                  <a:pt x="1232" y="1317"/>
                </a:lnTo>
                <a:lnTo>
                  <a:pt x="1232" y="1318"/>
                </a:lnTo>
                <a:lnTo>
                  <a:pt x="1232" y="1319"/>
                </a:lnTo>
                <a:lnTo>
                  <a:pt x="1231" y="1319"/>
                </a:lnTo>
                <a:lnTo>
                  <a:pt x="1231" y="1320"/>
                </a:lnTo>
                <a:lnTo>
                  <a:pt x="1230" y="1320"/>
                </a:lnTo>
                <a:lnTo>
                  <a:pt x="1230" y="1319"/>
                </a:lnTo>
                <a:lnTo>
                  <a:pt x="1229" y="1319"/>
                </a:lnTo>
                <a:lnTo>
                  <a:pt x="1227" y="1319"/>
                </a:lnTo>
                <a:lnTo>
                  <a:pt x="1226" y="1318"/>
                </a:lnTo>
                <a:lnTo>
                  <a:pt x="1226" y="1319"/>
                </a:lnTo>
                <a:lnTo>
                  <a:pt x="1225" y="1318"/>
                </a:lnTo>
                <a:lnTo>
                  <a:pt x="1224" y="1318"/>
                </a:lnTo>
                <a:lnTo>
                  <a:pt x="1224" y="1319"/>
                </a:lnTo>
                <a:lnTo>
                  <a:pt x="1223" y="1319"/>
                </a:lnTo>
                <a:lnTo>
                  <a:pt x="1222" y="1319"/>
                </a:lnTo>
                <a:lnTo>
                  <a:pt x="1222" y="1320"/>
                </a:lnTo>
                <a:lnTo>
                  <a:pt x="1221" y="1320"/>
                </a:lnTo>
                <a:lnTo>
                  <a:pt x="1221" y="1319"/>
                </a:lnTo>
                <a:lnTo>
                  <a:pt x="1220" y="1319"/>
                </a:lnTo>
                <a:lnTo>
                  <a:pt x="1219" y="1319"/>
                </a:lnTo>
                <a:lnTo>
                  <a:pt x="1218" y="1319"/>
                </a:lnTo>
                <a:lnTo>
                  <a:pt x="1217" y="1319"/>
                </a:lnTo>
                <a:lnTo>
                  <a:pt x="1217" y="1320"/>
                </a:lnTo>
                <a:lnTo>
                  <a:pt x="1216" y="1319"/>
                </a:lnTo>
                <a:lnTo>
                  <a:pt x="1215" y="1319"/>
                </a:lnTo>
                <a:lnTo>
                  <a:pt x="1215" y="1320"/>
                </a:lnTo>
                <a:lnTo>
                  <a:pt x="1214" y="1320"/>
                </a:lnTo>
                <a:lnTo>
                  <a:pt x="1213" y="1320"/>
                </a:lnTo>
                <a:lnTo>
                  <a:pt x="1212" y="1320"/>
                </a:lnTo>
                <a:lnTo>
                  <a:pt x="1212" y="1321"/>
                </a:lnTo>
                <a:lnTo>
                  <a:pt x="1212" y="1322"/>
                </a:lnTo>
                <a:lnTo>
                  <a:pt x="1211" y="1322"/>
                </a:lnTo>
                <a:lnTo>
                  <a:pt x="1210" y="1322"/>
                </a:lnTo>
                <a:lnTo>
                  <a:pt x="1209" y="1322"/>
                </a:lnTo>
                <a:lnTo>
                  <a:pt x="1209" y="1323"/>
                </a:lnTo>
                <a:lnTo>
                  <a:pt x="1208" y="1323"/>
                </a:lnTo>
                <a:lnTo>
                  <a:pt x="1207" y="1322"/>
                </a:lnTo>
                <a:lnTo>
                  <a:pt x="1207" y="1321"/>
                </a:lnTo>
                <a:lnTo>
                  <a:pt x="1206" y="1321"/>
                </a:lnTo>
                <a:lnTo>
                  <a:pt x="1206" y="1320"/>
                </a:lnTo>
                <a:lnTo>
                  <a:pt x="1205" y="1320"/>
                </a:lnTo>
                <a:lnTo>
                  <a:pt x="1205" y="1319"/>
                </a:lnTo>
                <a:lnTo>
                  <a:pt x="1204" y="1319"/>
                </a:lnTo>
                <a:lnTo>
                  <a:pt x="1203" y="1319"/>
                </a:lnTo>
                <a:lnTo>
                  <a:pt x="1203" y="1320"/>
                </a:lnTo>
                <a:lnTo>
                  <a:pt x="1202" y="1320"/>
                </a:lnTo>
                <a:lnTo>
                  <a:pt x="1201" y="1320"/>
                </a:lnTo>
                <a:lnTo>
                  <a:pt x="1201" y="1319"/>
                </a:lnTo>
                <a:lnTo>
                  <a:pt x="1200" y="1319"/>
                </a:lnTo>
                <a:lnTo>
                  <a:pt x="1199" y="1319"/>
                </a:lnTo>
                <a:lnTo>
                  <a:pt x="1198" y="1319"/>
                </a:lnTo>
                <a:lnTo>
                  <a:pt x="1197" y="1319"/>
                </a:lnTo>
                <a:lnTo>
                  <a:pt x="1196" y="1319"/>
                </a:lnTo>
                <a:lnTo>
                  <a:pt x="1196" y="1320"/>
                </a:lnTo>
                <a:lnTo>
                  <a:pt x="1195" y="1320"/>
                </a:lnTo>
                <a:lnTo>
                  <a:pt x="1194" y="1320"/>
                </a:lnTo>
                <a:lnTo>
                  <a:pt x="1194" y="1321"/>
                </a:lnTo>
                <a:lnTo>
                  <a:pt x="1194" y="1322"/>
                </a:lnTo>
                <a:lnTo>
                  <a:pt x="1193" y="1322"/>
                </a:lnTo>
                <a:lnTo>
                  <a:pt x="1193" y="1323"/>
                </a:lnTo>
                <a:lnTo>
                  <a:pt x="1192" y="1323"/>
                </a:lnTo>
                <a:lnTo>
                  <a:pt x="1191" y="1322"/>
                </a:lnTo>
                <a:lnTo>
                  <a:pt x="1191" y="1323"/>
                </a:lnTo>
                <a:lnTo>
                  <a:pt x="1191" y="1324"/>
                </a:lnTo>
                <a:lnTo>
                  <a:pt x="1190" y="1324"/>
                </a:lnTo>
                <a:lnTo>
                  <a:pt x="1189" y="1324"/>
                </a:lnTo>
                <a:lnTo>
                  <a:pt x="1189" y="1325"/>
                </a:lnTo>
                <a:lnTo>
                  <a:pt x="1188" y="1324"/>
                </a:lnTo>
                <a:lnTo>
                  <a:pt x="1187" y="1324"/>
                </a:lnTo>
                <a:lnTo>
                  <a:pt x="1186" y="1324"/>
                </a:lnTo>
                <a:lnTo>
                  <a:pt x="1187" y="1324"/>
                </a:lnTo>
                <a:lnTo>
                  <a:pt x="1187" y="1325"/>
                </a:lnTo>
                <a:lnTo>
                  <a:pt x="1186" y="1326"/>
                </a:lnTo>
                <a:lnTo>
                  <a:pt x="1185" y="1326"/>
                </a:lnTo>
                <a:lnTo>
                  <a:pt x="1184" y="1326"/>
                </a:lnTo>
                <a:lnTo>
                  <a:pt x="1183" y="1327"/>
                </a:lnTo>
                <a:lnTo>
                  <a:pt x="1182" y="1327"/>
                </a:lnTo>
                <a:lnTo>
                  <a:pt x="1182" y="1326"/>
                </a:lnTo>
                <a:lnTo>
                  <a:pt x="1182" y="1327"/>
                </a:lnTo>
                <a:lnTo>
                  <a:pt x="1181" y="1327"/>
                </a:lnTo>
                <a:lnTo>
                  <a:pt x="1180" y="1327"/>
                </a:lnTo>
                <a:lnTo>
                  <a:pt x="1179" y="1327"/>
                </a:lnTo>
                <a:lnTo>
                  <a:pt x="1178" y="1327"/>
                </a:lnTo>
                <a:lnTo>
                  <a:pt x="1177" y="1327"/>
                </a:lnTo>
                <a:lnTo>
                  <a:pt x="1177" y="1326"/>
                </a:lnTo>
                <a:lnTo>
                  <a:pt x="1176" y="1326"/>
                </a:lnTo>
                <a:lnTo>
                  <a:pt x="1175" y="1326"/>
                </a:lnTo>
                <a:lnTo>
                  <a:pt x="1175" y="1327"/>
                </a:lnTo>
                <a:lnTo>
                  <a:pt x="1175" y="1328"/>
                </a:lnTo>
                <a:lnTo>
                  <a:pt x="1174" y="1328"/>
                </a:lnTo>
                <a:lnTo>
                  <a:pt x="1175" y="1329"/>
                </a:lnTo>
                <a:lnTo>
                  <a:pt x="1174" y="1329"/>
                </a:lnTo>
                <a:lnTo>
                  <a:pt x="1173" y="1329"/>
                </a:lnTo>
                <a:lnTo>
                  <a:pt x="1172" y="1329"/>
                </a:lnTo>
                <a:lnTo>
                  <a:pt x="1171" y="1329"/>
                </a:lnTo>
                <a:lnTo>
                  <a:pt x="1171" y="1328"/>
                </a:lnTo>
                <a:lnTo>
                  <a:pt x="1170" y="1328"/>
                </a:lnTo>
                <a:lnTo>
                  <a:pt x="1170" y="1327"/>
                </a:lnTo>
                <a:lnTo>
                  <a:pt x="1169" y="1327"/>
                </a:lnTo>
                <a:lnTo>
                  <a:pt x="1169" y="1328"/>
                </a:lnTo>
                <a:lnTo>
                  <a:pt x="1169" y="1327"/>
                </a:lnTo>
                <a:lnTo>
                  <a:pt x="1168" y="1327"/>
                </a:lnTo>
                <a:lnTo>
                  <a:pt x="1168" y="1326"/>
                </a:lnTo>
                <a:lnTo>
                  <a:pt x="1167" y="1326"/>
                </a:lnTo>
                <a:lnTo>
                  <a:pt x="1167" y="1327"/>
                </a:lnTo>
                <a:lnTo>
                  <a:pt x="1167" y="1328"/>
                </a:lnTo>
                <a:lnTo>
                  <a:pt x="1166" y="1328"/>
                </a:lnTo>
                <a:lnTo>
                  <a:pt x="1165" y="1328"/>
                </a:lnTo>
                <a:lnTo>
                  <a:pt x="1164" y="1328"/>
                </a:lnTo>
                <a:lnTo>
                  <a:pt x="1163" y="1328"/>
                </a:lnTo>
                <a:lnTo>
                  <a:pt x="1163" y="1329"/>
                </a:lnTo>
                <a:lnTo>
                  <a:pt x="1163" y="1330"/>
                </a:lnTo>
                <a:lnTo>
                  <a:pt x="1162" y="1330"/>
                </a:lnTo>
                <a:lnTo>
                  <a:pt x="1161" y="1330"/>
                </a:lnTo>
                <a:lnTo>
                  <a:pt x="1161" y="1331"/>
                </a:lnTo>
                <a:lnTo>
                  <a:pt x="1161" y="1332"/>
                </a:lnTo>
                <a:lnTo>
                  <a:pt x="1160" y="1332"/>
                </a:lnTo>
                <a:lnTo>
                  <a:pt x="1160" y="1333"/>
                </a:lnTo>
                <a:lnTo>
                  <a:pt x="1159" y="1333"/>
                </a:lnTo>
                <a:lnTo>
                  <a:pt x="1158" y="1333"/>
                </a:lnTo>
                <a:lnTo>
                  <a:pt x="1157" y="1333"/>
                </a:lnTo>
                <a:lnTo>
                  <a:pt x="1156" y="1333"/>
                </a:lnTo>
                <a:lnTo>
                  <a:pt x="1156" y="1332"/>
                </a:lnTo>
                <a:lnTo>
                  <a:pt x="1155" y="1332"/>
                </a:lnTo>
                <a:lnTo>
                  <a:pt x="1153" y="1332"/>
                </a:lnTo>
                <a:lnTo>
                  <a:pt x="1153" y="1333"/>
                </a:lnTo>
                <a:lnTo>
                  <a:pt x="1152" y="1333"/>
                </a:lnTo>
                <a:lnTo>
                  <a:pt x="1152" y="1334"/>
                </a:lnTo>
                <a:lnTo>
                  <a:pt x="1151" y="1334"/>
                </a:lnTo>
                <a:lnTo>
                  <a:pt x="1150" y="1334"/>
                </a:lnTo>
                <a:lnTo>
                  <a:pt x="1150" y="1335"/>
                </a:lnTo>
                <a:lnTo>
                  <a:pt x="1149" y="1335"/>
                </a:lnTo>
                <a:lnTo>
                  <a:pt x="1148" y="1335"/>
                </a:lnTo>
                <a:lnTo>
                  <a:pt x="1147" y="1335"/>
                </a:lnTo>
                <a:lnTo>
                  <a:pt x="1147" y="1336"/>
                </a:lnTo>
                <a:lnTo>
                  <a:pt x="1146" y="1336"/>
                </a:lnTo>
                <a:lnTo>
                  <a:pt x="1145" y="1336"/>
                </a:lnTo>
                <a:lnTo>
                  <a:pt x="1144" y="1336"/>
                </a:lnTo>
                <a:lnTo>
                  <a:pt x="1144" y="1339"/>
                </a:lnTo>
                <a:lnTo>
                  <a:pt x="1144" y="1340"/>
                </a:lnTo>
                <a:lnTo>
                  <a:pt x="1144" y="1341"/>
                </a:lnTo>
                <a:lnTo>
                  <a:pt x="1144" y="1342"/>
                </a:lnTo>
                <a:lnTo>
                  <a:pt x="1144" y="1343"/>
                </a:lnTo>
                <a:lnTo>
                  <a:pt x="1144" y="1344"/>
                </a:lnTo>
                <a:lnTo>
                  <a:pt x="1145" y="1344"/>
                </a:lnTo>
                <a:lnTo>
                  <a:pt x="1146" y="1344"/>
                </a:lnTo>
                <a:lnTo>
                  <a:pt x="1146" y="1345"/>
                </a:lnTo>
                <a:lnTo>
                  <a:pt x="1145" y="1345"/>
                </a:lnTo>
                <a:lnTo>
                  <a:pt x="1146" y="1346"/>
                </a:lnTo>
                <a:lnTo>
                  <a:pt x="1145" y="1346"/>
                </a:lnTo>
                <a:lnTo>
                  <a:pt x="1144" y="1346"/>
                </a:lnTo>
                <a:lnTo>
                  <a:pt x="1144" y="1347"/>
                </a:lnTo>
                <a:lnTo>
                  <a:pt x="1143" y="1347"/>
                </a:lnTo>
                <a:lnTo>
                  <a:pt x="1143" y="1348"/>
                </a:lnTo>
                <a:lnTo>
                  <a:pt x="1143" y="1349"/>
                </a:lnTo>
                <a:lnTo>
                  <a:pt x="1142" y="1349"/>
                </a:lnTo>
                <a:lnTo>
                  <a:pt x="1141" y="1349"/>
                </a:lnTo>
                <a:lnTo>
                  <a:pt x="1141" y="1350"/>
                </a:lnTo>
                <a:lnTo>
                  <a:pt x="1140" y="1351"/>
                </a:lnTo>
                <a:lnTo>
                  <a:pt x="1139" y="1352"/>
                </a:lnTo>
                <a:lnTo>
                  <a:pt x="1139" y="1353"/>
                </a:lnTo>
                <a:lnTo>
                  <a:pt x="1139" y="1354"/>
                </a:lnTo>
                <a:lnTo>
                  <a:pt x="1139" y="1355"/>
                </a:lnTo>
                <a:lnTo>
                  <a:pt x="1139" y="1356"/>
                </a:lnTo>
                <a:lnTo>
                  <a:pt x="1138" y="1357"/>
                </a:lnTo>
                <a:lnTo>
                  <a:pt x="1137" y="1357"/>
                </a:lnTo>
                <a:lnTo>
                  <a:pt x="1137" y="1358"/>
                </a:lnTo>
                <a:lnTo>
                  <a:pt x="1136" y="1359"/>
                </a:lnTo>
                <a:lnTo>
                  <a:pt x="1136" y="1360"/>
                </a:lnTo>
                <a:lnTo>
                  <a:pt x="1136" y="1361"/>
                </a:lnTo>
                <a:lnTo>
                  <a:pt x="1135" y="1362"/>
                </a:lnTo>
                <a:lnTo>
                  <a:pt x="1135" y="1363"/>
                </a:lnTo>
                <a:lnTo>
                  <a:pt x="1135" y="1364"/>
                </a:lnTo>
                <a:lnTo>
                  <a:pt x="1134" y="1364"/>
                </a:lnTo>
                <a:lnTo>
                  <a:pt x="1133" y="1364"/>
                </a:lnTo>
                <a:lnTo>
                  <a:pt x="1133" y="1365"/>
                </a:lnTo>
                <a:lnTo>
                  <a:pt x="1133" y="1366"/>
                </a:lnTo>
                <a:lnTo>
                  <a:pt x="1132" y="1366"/>
                </a:lnTo>
                <a:lnTo>
                  <a:pt x="1132" y="1365"/>
                </a:lnTo>
                <a:lnTo>
                  <a:pt x="1131" y="1365"/>
                </a:lnTo>
                <a:lnTo>
                  <a:pt x="1130" y="1366"/>
                </a:lnTo>
                <a:lnTo>
                  <a:pt x="1129" y="1366"/>
                </a:lnTo>
                <a:lnTo>
                  <a:pt x="1129" y="1367"/>
                </a:lnTo>
                <a:lnTo>
                  <a:pt x="1128" y="1367"/>
                </a:lnTo>
                <a:lnTo>
                  <a:pt x="1128" y="1368"/>
                </a:lnTo>
                <a:lnTo>
                  <a:pt x="1127" y="1368"/>
                </a:lnTo>
                <a:lnTo>
                  <a:pt x="1126" y="1369"/>
                </a:lnTo>
                <a:lnTo>
                  <a:pt x="1126" y="1370"/>
                </a:lnTo>
                <a:lnTo>
                  <a:pt x="1125" y="1370"/>
                </a:lnTo>
                <a:lnTo>
                  <a:pt x="1125" y="1371"/>
                </a:lnTo>
                <a:lnTo>
                  <a:pt x="1124" y="1371"/>
                </a:lnTo>
                <a:lnTo>
                  <a:pt x="1123" y="1372"/>
                </a:lnTo>
                <a:lnTo>
                  <a:pt x="1122" y="1372"/>
                </a:lnTo>
                <a:lnTo>
                  <a:pt x="1121" y="1372"/>
                </a:lnTo>
                <a:lnTo>
                  <a:pt x="1120" y="1372"/>
                </a:lnTo>
                <a:lnTo>
                  <a:pt x="1119" y="1371"/>
                </a:lnTo>
                <a:lnTo>
                  <a:pt x="1118" y="1372"/>
                </a:lnTo>
                <a:lnTo>
                  <a:pt x="1117" y="1372"/>
                </a:lnTo>
                <a:lnTo>
                  <a:pt x="1116" y="1372"/>
                </a:lnTo>
                <a:lnTo>
                  <a:pt x="1115" y="1372"/>
                </a:lnTo>
                <a:lnTo>
                  <a:pt x="1114" y="1372"/>
                </a:lnTo>
                <a:lnTo>
                  <a:pt x="1113" y="1373"/>
                </a:lnTo>
                <a:lnTo>
                  <a:pt x="1112" y="1373"/>
                </a:lnTo>
                <a:lnTo>
                  <a:pt x="1111" y="1373"/>
                </a:lnTo>
                <a:lnTo>
                  <a:pt x="1111" y="1372"/>
                </a:lnTo>
                <a:lnTo>
                  <a:pt x="1110" y="1372"/>
                </a:lnTo>
                <a:lnTo>
                  <a:pt x="1109" y="1372"/>
                </a:lnTo>
                <a:lnTo>
                  <a:pt x="1109" y="1373"/>
                </a:lnTo>
                <a:lnTo>
                  <a:pt x="1108" y="1373"/>
                </a:lnTo>
                <a:lnTo>
                  <a:pt x="1107" y="1373"/>
                </a:lnTo>
                <a:lnTo>
                  <a:pt x="1106" y="1373"/>
                </a:lnTo>
                <a:lnTo>
                  <a:pt x="1105" y="1373"/>
                </a:lnTo>
                <a:lnTo>
                  <a:pt x="1105" y="1374"/>
                </a:lnTo>
                <a:lnTo>
                  <a:pt x="1105" y="1373"/>
                </a:lnTo>
                <a:lnTo>
                  <a:pt x="1104" y="1373"/>
                </a:lnTo>
                <a:lnTo>
                  <a:pt x="1104" y="1374"/>
                </a:lnTo>
                <a:lnTo>
                  <a:pt x="1103" y="1374"/>
                </a:lnTo>
                <a:lnTo>
                  <a:pt x="1101" y="1375"/>
                </a:lnTo>
                <a:lnTo>
                  <a:pt x="1100" y="1375"/>
                </a:lnTo>
                <a:lnTo>
                  <a:pt x="1099" y="1376"/>
                </a:lnTo>
                <a:lnTo>
                  <a:pt x="1098" y="1376"/>
                </a:lnTo>
                <a:lnTo>
                  <a:pt x="1098" y="1377"/>
                </a:lnTo>
                <a:lnTo>
                  <a:pt x="1097" y="1377"/>
                </a:lnTo>
                <a:lnTo>
                  <a:pt x="1096" y="1377"/>
                </a:lnTo>
                <a:lnTo>
                  <a:pt x="1096" y="1378"/>
                </a:lnTo>
                <a:lnTo>
                  <a:pt x="1096" y="1379"/>
                </a:lnTo>
                <a:lnTo>
                  <a:pt x="1095" y="1379"/>
                </a:lnTo>
                <a:lnTo>
                  <a:pt x="1095" y="1380"/>
                </a:lnTo>
                <a:lnTo>
                  <a:pt x="1094" y="1380"/>
                </a:lnTo>
                <a:lnTo>
                  <a:pt x="1094" y="1381"/>
                </a:lnTo>
                <a:lnTo>
                  <a:pt x="1094" y="1382"/>
                </a:lnTo>
                <a:lnTo>
                  <a:pt x="1094" y="1383"/>
                </a:lnTo>
                <a:lnTo>
                  <a:pt x="1093" y="1383"/>
                </a:lnTo>
                <a:lnTo>
                  <a:pt x="1093" y="1384"/>
                </a:lnTo>
                <a:lnTo>
                  <a:pt x="1093" y="1385"/>
                </a:lnTo>
                <a:lnTo>
                  <a:pt x="1092" y="1385"/>
                </a:lnTo>
                <a:lnTo>
                  <a:pt x="1092" y="1386"/>
                </a:lnTo>
                <a:lnTo>
                  <a:pt x="1091" y="1386"/>
                </a:lnTo>
                <a:lnTo>
                  <a:pt x="1090" y="1386"/>
                </a:lnTo>
                <a:lnTo>
                  <a:pt x="1089" y="1386"/>
                </a:lnTo>
                <a:lnTo>
                  <a:pt x="1088" y="1386"/>
                </a:lnTo>
                <a:lnTo>
                  <a:pt x="1088" y="1385"/>
                </a:lnTo>
                <a:lnTo>
                  <a:pt x="1087" y="1385"/>
                </a:lnTo>
                <a:lnTo>
                  <a:pt x="1086" y="1385"/>
                </a:lnTo>
                <a:lnTo>
                  <a:pt x="1086" y="1384"/>
                </a:lnTo>
                <a:lnTo>
                  <a:pt x="1085" y="1384"/>
                </a:lnTo>
                <a:lnTo>
                  <a:pt x="1084" y="1383"/>
                </a:lnTo>
                <a:lnTo>
                  <a:pt x="1084" y="1382"/>
                </a:lnTo>
                <a:lnTo>
                  <a:pt x="1083" y="1382"/>
                </a:lnTo>
                <a:lnTo>
                  <a:pt x="1082" y="1382"/>
                </a:lnTo>
                <a:lnTo>
                  <a:pt x="1081" y="1382"/>
                </a:lnTo>
                <a:lnTo>
                  <a:pt x="1080" y="1382"/>
                </a:lnTo>
                <a:lnTo>
                  <a:pt x="1079" y="1382"/>
                </a:lnTo>
                <a:lnTo>
                  <a:pt x="1078" y="1381"/>
                </a:lnTo>
                <a:lnTo>
                  <a:pt x="1077" y="1381"/>
                </a:lnTo>
                <a:lnTo>
                  <a:pt x="1076" y="1381"/>
                </a:lnTo>
                <a:lnTo>
                  <a:pt x="1075" y="1381"/>
                </a:lnTo>
                <a:lnTo>
                  <a:pt x="1074" y="1380"/>
                </a:lnTo>
                <a:lnTo>
                  <a:pt x="1073" y="1380"/>
                </a:lnTo>
                <a:lnTo>
                  <a:pt x="1072" y="1380"/>
                </a:lnTo>
                <a:lnTo>
                  <a:pt x="1071" y="1380"/>
                </a:lnTo>
                <a:lnTo>
                  <a:pt x="1071" y="1379"/>
                </a:lnTo>
                <a:lnTo>
                  <a:pt x="1070" y="1377"/>
                </a:lnTo>
                <a:lnTo>
                  <a:pt x="1070" y="1376"/>
                </a:lnTo>
                <a:lnTo>
                  <a:pt x="1069" y="1376"/>
                </a:lnTo>
                <a:lnTo>
                  <a:pt x="1068" y="1375"/>
                </a:lnTo>
                <a:lnTo>
                  <a:pt x="1067" y="1374"/>
                </a:lnTo>
                <a:lnTo>
                  <a:pt x="1066" y="1374"/>
                </a:lnTo>
                <a:lnTo>
                  <a:pt x="1066" y="1373"/>
                </a:lnTo>
                <a:lnTo>
                  <a:pt x="1065" y="1373"/>
                </a:lnTo>
                <a:lnTo>
                  <a:pt x="1064" y="1373"/>
                </a:lnTo>
                <a:lnTo>
                  <a:pt x="1063" y="1372"/>
                </a:lnTo>
                <a:lnTo>
                  <a:pt x="1063" y="1371"/>
                </a:lnTo>
                <a:lnTo>
                  <a:pt x="1062" y="1371"/>
                </a:lnTo>
                <a:lnTo>
                  <a:pt x="1061" y="1371"/>
                </a:lnTo>
                <a:lnTo>
                  <a:pt x="1061" y="1372"/>
                </a:lnTo>
                <a:lnTo>
                  <a:pt x="1060" y="1372"/>
                </a:lnTo>
                <a:lnTo>
                  <a:pt x="1059" y="1372"/>
                </a:lnTo>
                <a:lnTo>
                  <a:pt x="1058" y="1372"/>
                </a:lnTo>
                <a:lnTo>
                  <a:pt x="1057" y="1372"/>
                </a:lnTo>
                <a:lnTo>
                  <a:pt x="1057" y="1373"/>
                </a:lnTo>
                <a:lnTo>
                  <a:pt x="1058" y="1373"/>
                </a:lnTo>
                <a:lnTo>
                  <a:pt x="1057" y="1373"/>
                </a:lnTo>
                <a:lnTo>
                  <a:pt x="1057" y="1374"/>
                </a:lnTo>
                <a:lnTo>
                  <a:pt x="1056" y="1374"/>
                </a:lnTo>
                <a:lnTo>
                  <a:pt x="1055" y="1374"/>
                </a:lnTo>
                <a:lnTo>
                  <a:pt x="1054" y="1374"/>
                </a:lnTo>
                <a:lnTo>
                  <a:pt x="1053" y="1374"/>
                </a:lnTo>
                <a:lnTo>
                  <a:pt x="1052" y="1375"/>
                </a:lnTo>
                <a:lnTo>
                  <a:pt x="1051" y="1376"/>
                </a:lnTo>
                <a:lnTo>
                  <a:pt x="1050" y="1376"/>
                </a:lnTo>
                <a:lnTo>
                  <a:pt x="1048" y="1376"/>
                </a:lnTo>
                <a:lnTo>
                  <a:pt x="1046" y="1376"/>
                </a:lnTo>
                <a:lnTo>
                  <a:pt x="1045" y="1375"/>
                </a:lnTo>
                <a:lnTo>
                  <a:pt x="1044" y="1375"/>
                </a:lnTo>
                <a:lnTo>
                  <a:pt x="1043" y="1375"/>
                </a:lnTo>
                <a:lnTo>
                  <a:pt x="1042" y="1375"/>
                </a:lnTo>
                <a:lnTo>
                  <a:pt x="1041" y="1375"/>
                </a:lnTo>
                <a:lnTo>
                  <a:pt x="1040" y="1375"/>
                </a:lnTo>
                <a:lnTo>
                  <a:pt x="1039" y="1375"/>
                </a:lnTo>
                <a:lnTo>
                  <a:pt x="1038" y="1376"/>
                </a:lnTo>
                <a:lnTo>
                  <a:pt x="1037" y="1376"/>
                </a:lnTo>
                <a:lnTo>
                  <a:pt x="1036" y="1378"/>
                </a:lnTo>
                <a:lnTo>
                  <a:pt x="1035" y="1379"/>
                </a:lnTo>
                <a:lnTo>
                  <a:pt x="1034" y="1380"/>
                </a:lnTo>
                <a:lnTo>
                  <a:pt x="1033" y="1380"/>
                </a:lnTo>
                <a:lnTo>
                  <a:pt x="1032" y="1380"/>
                </a:lnTo>
                <a:lnTo>
                  <a:pt x="1030" y="1381"/>
                </a:lnTo>
                <a:lnTo>
                  <a:pt x="1028" y="1382"/>
                </a:lnTo>
                <a:lnTo>
                  <a:pt x="1027" y="1382"/>
                </a:lnTo>
                <a:lnTo>
                  <a:pt x="1026" y="1382"/>
                </a:lnTo>
                <a:lnTo>
                  <a:pt x="1025" y="1383"/>
                </a:lnTo>
                <a:lnTo>
                  <a:pt x="1024" y="1383"/>
                </a:lnTo>
                <a:lnTo>
                  <a:pt x="1023" y="1383"/>
                </a:lnTo>
                <a:lnTo>
                  <a:pt x="1023" y="1384"/>
                </a:lnTo>
                <a:lnTo>
                  <a:pt x="1023" y="1385"/>
                </a:lnTo>
                <a:lnTo>
                  <a:pt x="1022" y="1385"/>
                </a:lnTo>
                <a:lnTo>
                  <a:pt x="1021" y="1385"/>
                </a:lnTo>
                <a:lnTo>
                  <a:pt x="1021" y="1386"/>
                </a:lnTo>
                <a:lnTo>
                  <a:pt x="1020" y="1386"/>
                </a:lnTo>
                <a:lnTo>
                  <a:pt x="1019" y="1386"/>
                </a:lnTo>
                <a:lnTo>
                  <a:pt x="1018" y="1386"/>
                </a:lnTo>
                <a:lnTo>
                  <a:pt x="1018" y="1387"/>
                </a:lnTo>
                <a:lnTo>
                  <a:pt x="1017" y="1387"/>
                </a:lnTo>
                <a:lnTo>
                  <a:pt x="1016" y="1387"/>
                </a:lnTo>
                <a:lnTo>
                  <a:pt x="1016" y="1388"/>
                </a:lnTo>
                <a:lnTo>
                  <a:pt x="1015" y="1388"/>
                </a:lnTo>
                <a:lnTo>
                  <a:pt x="1014" y="1388"/>
                </a:lnTo>
                <a:lnTo>
                  <a:pt x="1014" y="1389"/>
                </a:lnTo>
                <a:lnTo>
                  <a:pt x="1013" y="1389"/>
                </a:lnTo>
                <a:lnTo>
                  <a:pt x="1012" y="1389"/>
                </a:lnTo>
                <a:lnTo>
                  <a:pt x="1011" y="1389"/>
                </a:lnTo>
                <a:lnTo>
                  <a:pt x="1010" y="1389"/>
                </a:lnTo>
                <a:lnTo>
                  <a:pt x="1009" y="1389"/>
                </a:lnTo>
                <a:lnTo>
                  <a:pt x="1008" y="1389"/>
                </a:lnTo>
                <a:lnTo>
                  <a:pt x="1007" y="1390"/>
                </a:lnTo>
                <a:lnTo>
                  <a:pt x="1006" y="1390"/>
                </a:lnTo>
                <a:lnTo>
                  <a:pt x="1005" y="1390"/>
                </a:lnTo>
                <a:lnTo>
                  <a:pt x="1005" y="1391"/>
                </a:lnTo>
                <a:lnTo>
                  <a:pt x="1004" y="1391"/>
                </a:lnTo>
                <a:lnTo>
                  <a:pt x="1003" y="1391"/>
                </a:lnTo>
                <a:lnTo>
                  <a:pt x="1002" y="1391"/>
                </a:lnTo>
                <a:lnTo>
                  <a:pt x="1000" y="1391"/>
                </a:lnTo>
                <a:lnTo>
                  <a:pt x="999" y="1391"/>
                </a:lnTo>
                <a:lnTo>
                  <a:pt x="999" y="1392"/>
                </a:lnTo>
                <a:lnTo>
                  <a:pt x="998" y="1392"/>
                </a:lnTo>
                <a:lnTo>
                  <a:pt x="997" y="1392"/>
                </a:lnTo>
                <a:lnTo>
                  <a:pt x="995" y="1393"/>
                </a:lnTo>
                <a:lnTo>
                  <a:pt x="995" y="1394"/>
                </a:lnTo>
                <a:lnTo>
                  <a:pt x="994" y="1394"/>
                </a:lnTo>
                <a:lnTo>
                  <a:pt x="993" y="1394"/>
                </a:lnTo>
                <a:lnTo>
                  <a:pt x="992" y="1394"/>
                </a:lnTo>
                <a:lnTo>
                  <a:pt x="991" y="1394"/>
                </a:lnTo>
                <a:lnTo>
                  <a:pt x="991" y="1395"/>
                </a:lnTo>
                <a:lnTo>
                  <a:pt x="990" y="1395"/>
                </a:lnTo>
                <a:lnTo>
                  <a:pt x="989" y="1395"/>
                </a:lnTo>
                <a:lnTo>
                  <a:pt x="988" y="1395"/>
                </a:lnTo>
                <a:lnTo>
                  <a:pt x="988" y="1396"/>
                </a:lnTo>
                <a:lnTo>
                  <a:pt x="988" y="1397"/>
                </a:lnTo>
                <a:lnTo>
                  <a:pt x="988" y="1398"/>
                </a:lnTo>
                <a:lnTo>
                  <a:pt x="989" y="1398"/>
                </a:lnTo>
                <a:lnTo>
                  <a:pt x="990" y="1398"/>
                </a:lnTo>
                <a:lnTo>
                  <a:pt x="990" y="1399"/>
                </a:lnTo>
                <a:lnTo>
                  <a:pt x="989" y="1399"/>
                </a:lnTo>
                <a:lnTo>
                  <a:pt x="989" y="1400"/>
                </a:lnTo>
                <a:lnTo>
                  <a:pt x="989" y="1401"/>
                </a:lnTo>
                <a:lnTo>
                  <a:pt x="988" y="1402"/>
                </a:lnTo>
                <a:lnTo>
                  <a:pt x="988" y="1403"/>
                </a:lnTo>
                <a:lnTo>
                  <a:pt x="987" y="1404"/>
                </a:lnTo>
                <a:lnTo>
                  <a:pt x="986" y="1404"/>
                </a:lnTo>
                <a:lnTo>
                  <a:pt x="985" y="1404"/>
                </a:lnTo>
                <a:lnTo>
                  <a:pt x="984" y="1405"/>
                </a:lnTo>
                <a:lnTo>
                  <a:pt x="983" y="1406"/>
                </a:lnTo>
                <a:lnTo>
                  <a:pt x="982" y="1406"/>
                </a:lnTo>
                <a:lnTo>
                  <a:pt x="981" y="1407"/>
                </a:lnTo>
                <a:lnTo>
                  <a:pt x="980" y="1407"/>
                </a:lnTo>
                <a:lnTo>
                  <a:pt x="979" y="1408"/>
                </a:lnTo>
                <a:lnTo>
                  <a:pt x="978" y="1409"/>
                </a:lnTo>
                <a:lnTo>
                  <a:pt x="977" y="1409"/>
                </a:lnTo>
                <a:lnTo>
                  <a:pt x="976" y="1409"/>
                </a:lnTo>
                <a:lnTo>
                  <a:pt x="976" y="1410"/>
                </a:lnTo>
                <a:lnTo>
                  <a:pt x="975" y="1410"/>
                </a:lnTo>
                <a:lnTo>
                  <a:pt x="974" y="1410"/>
                </a:lnTo>
                <a:lnTo>
                  <a:pt x="973" y="1410"/>
                </a:lnTo>
                <a:lnTo>
                  <a:pt x="972" y="1410"/>
                </a:lnTo>
                <a:lnTo>
                  <a:pt x="970" y="1410"/>
                </a:lnTo>
                <a:lnTo>
                  <a:pt x="970" y="1411"/>
                </a:lnTo>
                <a:lnTo>
                  <a:pt x="969" y="1411"/>
                </a:lnTo>
                <a:lnTo>
                  <a:pt x="969" y="1412"/>
                </a:lnTo>
                <a:lnTo>
                  <a:pt x="969" y="1411"/>
                </a:lnTo>
                <a:lnTo>
                  <a:pt x="968" y="1411"/>
                </a:lnTo>
                <a:lnTo>
                  <a:pt x="968" y="1412"/>
                </a:lnTo>
                <a:lnTo>
                  <a:pt x="967" y="1412"/>
                </a:lnTo>
                <a:lnTo>
                  <a:pt x="966" y="1413"/>
                </a:lnTo>
                <a:lnTo>
                  <a:pt x="965" y="1413"/>
                </a:lnTo>
                <a:lnTo>
                  <a:pt x="965" y="1414"/>
                </a:lnTo>
                <a:lnTo>
                  <a:pt x="964" y="1414"/>
                </a:lnTo>
                <a:lnTo>
                  <a:pt x="964" y="1415"/>
                </a:lnTo>
                <a:lnTo>
                  <a:pt x="963" y="1415"/>
                </a:lnTo>
                <a:lnTo>
                  <a:pt x="962" y="1415"/>
                </a:lnTo>
                <a:lnTo>
                  <a:pt x="960" y="1413"/>
                </a:lnTo>
                <a:lnTo>
                  <a:pt x="959" y="1414"/>
                </a:lnTo>
                <a:lnTo>
                  <a:pt x="959" y="1413"/>
                </a:lnTo>
                <a:lnTo>
                  <a:pt x="958" y="1413"/>
                </a:lnTo>
                <a:lnTo>
                  <a:pt x="958" y="1414"/>
                </a:lnTo>
                <a:lnTo>
                  <a:pt x="957" y="1414"/>
                </a:lnTo>
                <a:lnTo>
                  <a:pt x="956" y="1415"/>
                </a:lnTo>
                <a:lnTo>
                  <a:pt x="956" y="1414"/>
                </a:lnTo>
                <a:lnTo>
                  <a:pt x="955" y="1413"/>
                </a:lnTo>
                <a:lnTo>
                  <a:pt x="955" y="1412"/>
                </a:lnTo>
                <a:lnTo>
                  <a:pt x="954" y="1412"/>
                </a:lnTo>
                <a:lnTo>
                  <a:pt x="954" y="1411"/>
                </a:lnTo>
                <a:lnTo>
                  <a:pt x="954" y="1410"/>
                </a:lnTo>
                <a:lnTo>
                  <a:pt x="953" y="1410"/>
                </a:lnTo>
                <a:lnTo>
                  <a:pt x="952" y="1409"/>
                </a:lnTo>
                <a:lnTo>
                  <a:pt x="951" y="1409"/>
                </a:lnTo>
                <a:lnTo>
                  <a:pt x="951" y="1410"/>
                </a:lnTo>
                <a:lnTo>
                  <a:pt x="950" y="1410"/>
                </a:lnTo>
                <a:lnTo>
                  <a:pt x="950" y="1409"/>
                </a:lnTo>
                <a:lnTo>
                  <a:pt x="949" y="1409"/>
                </a:lnTo>
                <a:lnTo>
                  <a:pt x="948" y="1409"/>
                </a:lnTo>
                <a:lnTo>
                  <a:pt x="947" y="1409"/>
                </a:lnTo>
                <a:lnTo>
                  <a:pt x="944" y="1409"/>
                </a:lnTo>
                <a:lnTo>
                  <a:pt x="943" y="1410"/>
                </a:lnTo>
                <a:lnTo>
                  <a:pt x="942" y="1410"/>
                </a:lnTo>
                <a:lnTo>
                  <a:pt x="941" y="1410"/>
                </a:lnTo>
                <a:lnTo>
                  <a:pt x="940" y="1410"/>
                </a:lnTo>
                <a:lnTo>
                  <a:pt x="939" y="1410"/>
                </a:lnTo>
                <a:lnTo>
                  <a:pt x="938" y="1412"/>
                </a:lnTo>
                <a:lnTo>
                  <a:pt x="937" y="1412"/>
                </a:lnTo>
                <a:lnTo>
                  <a:pt x="938" y="1413"/>
                </a:lnTo>
                <a:lnTo>
                  <a:pt x="937" y="1413"/>
                </a:lnTo>
                <a:lnTo>
                  <a:pt x="937" y="1414"/>
                </a:lnTo>
                <a:lnTo>
                  <a:pt x="936" y="1414"/>
                </a:lnTo>
                <a:lnTo>
                  <a:pt x="934" y="1415"/>
                </a:lnTo>
                <a:lnTo>
                  <a:pt x="933" y="1415"/>
                </a:lnTo>
                <a:lnTo>
                  <a:pt x="932" y="1415"/>
                </a:lnTo>
                <a:lnTo>
                  <a:pt x="931" y="1415"/>
                </a:lnTo>
                <a:lnTo>
                  <a:pt x="930" y="1416"/>
                </a:lnTo>
                <a:lnTo>
                  <a:pt x="929" y="1416"/>
                </a:lnTo>
                <a:lnTo>
                  <a:pt x="928" y="1415"/>
                </a:lnTo>
                <a:lnTo>
                  <a:pt x="928" y="1414"/>
                </a:lnTo>
                <a:lnTo>
                  <a:pt x="927" y="1414"/>
                </a:lnTo>
                <a:lnTo>
                  <a:pt x="926" y="1414"/>
                </a:lnTo>
                <a:lnTo>
                  <a:pt x="925" y="1415"/>
                </a:lnTo>
                <a:lnTo>
                  <a:pt x="925" y="1414"/>
                </a:lnTo>
                <a:lnTo>
                  <a:pt x="924" y="1414"/>
                </a:lnTo>
                <a:lnTo>
                  <a:pt x="923" y="1414"/>
                </a:lnTo>
                <a:lnTo>
                  <a:pt x="920" y="1414"/>
                </a:lnTo>
                <a:lnTo>
                  <a:pt x="919" y="1414"/>
                </a:lnTo>
                <a:lnTo>
                  <a:pt x="919" y="1415"/>
                </a:lnTo>
                <a:lnTo>
                  <a:pt x="917" y="1415"/>
                </a:lnTo>
                <a:lnTo>
                  <a:pt x="915" y="1417"/>
                </a:lnTo>
                <a:lnTo>
                  <a:pt x="914" y="1417"/>
                </a:lnTo>
                <a:lnTo>
                  <a:pt x="913" y="1417"/>
                </a:lnTo>
                <a:lnTo>
                  <a:pt x="912" y="1417"/>
                </a:lnTo>
                <a:lnTo>
                  <a:pt x="912" y="1416"/>
                </a:lnTo>
                <a:lnTo>
                  <a:pt x="909" y="1416"/>
                </a:lnTo>
                <a:lnTo>
                  <a:pt x="907" y="1416"/>
                </a:lnTo>
                <a:lnTo>
                  <a:pt x="906" y="1416"/>
                </a:lnTo>
                <a:lnTo>
                  <a:pt x="906" y="1417"/>
                </a:lnTo>
                <a:lnTo>
                  <a:pt x="905" y="1417"/>
                </a:lnTo>
                <a:lnTo>
                  <a:pt x="905" y="1416"/>
                </a:lnTo>
                <a:lnTo>
                  <a:pt x="906" y="1415"/>
                </a:lnTo>
                <a:lnTo>
                  <a:pt x="906" y="1414"/>
                </a:lnTo>
                <a:lnTo>
                  <a:pt x="905" y="1414"/>
                </a:lnTo>
                <a:lnTo>
                  <a:pt x="904" y="1414"/>
                </a:lnTo>
                <a:lnTo>
                  <a:pt x="903" y="1415"/>
                </a:lnTo>
                <a:lnTo>
                  <a:pt x="901" y="1415"/>
                </a:lnTo>
                <a:lnTo>
                  <a:pt x="901" y="1414"/>
                </a:lnTo>
                <a:lnTo>
                  <a:pt x="900" y="1414"/>
                </a:lnTo>
                <a:lnTo>
                  <a:pt x="899" y="1414"/>
                </a:lnTo>
                <a:lnTo>
                  <a:pt x="898" y="1414"/>
                </a:lnTo>
                <a:lnTo>
                  <a:pt x="898" y="1413"/>
                </a:lnTo>
                <a:lnTo>
                  <a:pt x="897" y="1413"/>
                </a:lnTo>
                <a:lnTo>
                  <a:pt x="896" y="1413"/>
                </a:lnTo>
                <a:lnTo>
                  <a:pt x="895" y="1413"/>
                </a:lnTo>
                <a:lnTo>
                  <a:pt x="894" y="1413"/>
                </a:lnTo>
                <a:lnTo>
                  <a:pt x="893" y="1413"/>
                </a:lnTo>
                <a:lnTo>
                  <a:pt x="891" y="1413"/>
                </a:lnTo>
                <a:lnTo>
                  <a:pt x="890" y="1413"/>
                </a:lnTo>
                <a:lnTo>
                  <a:pt x="890" y="1412"/>
                </a:lnTo>
                <a:lnTo>
                  <a:pt x="890" y="1411"/>
                </a:lnTo>
                <a:lnTo>
                  <a:pt x="889" y="1411"/>
                </a:lnTo>
                <a:lnTo>
                  <a:pt x="888" y="1411"/>
                </a:lnTo>
                <a:lnTo>
                  <a:pt x="887" y="1411"/>
                </a:lnTo>
                <a:lnTo>
                  <a:pt x="886" y="1411"/>
                </a:lnTo>
                <a:lnTo>
                  <a:pt x="884" y="1411"/>
                </a:lnTo>
                <a:lnTo>
                  <a:pt x="883" y="1411"/>
                </a:lnTo>
                <a:lnTo>
                  <a:pt x="883" y="1410"/>
                </a:lnTo>
                <a:lnTo>
                  <a:pt x="882" y="1410"/>
                </a:lnTo>
                <a:lnTo>
                  <a:pt x="881" y="1410"/>
                </a:lnTo>
                <a:lnTo>
                  <a:pt x="880" y="1410"/>
                </a:lnTo>
                <a:lnTo>
                  <a:pt x="880" y="1409"/>
                </a:lnTo>
                <a:lnTo>
                  <a:pt x="879" y="1408"/>
                </a:lnTo>
                <a:lnTo>
                  <a:pt x="878" y="1409"/>
                </a:lnTo>
                <a:lnTo>
                  <a:pt x="878" y="1410"/>
                </a:lnTo>
                <a:lnTo>
                  <a:pt x="876" y="1411"/>
                </a:lnTo>
                <a:lnTo>
                  <a:pt x="875" y="1411"/>
                </a:lnTo>
                <a:lnTo>
                  <a:pt x="873" y="1412"/>
                </a:lnTo>
                <a:lnTo>
                  <a:pt x="871" y="1411"/>
                </a:lnTo>
                <a:lnTo>
                  <a:pt x="869" y="1411"/>
                </a:lnTo>
                <a:lnTo>
                  <a:pt x="868" y="1411"/>
                </a:lnTo>
                <a:lnTo>
                  <a:pt x="867" y="1410"/>
                </a:lnTo>
                <a:lnTo>
                  <a:pt x="866" y="1410"/>
                </a:lnTo>
                <a:lnTo>
                  <a:pt x="866" y="1409"/>
                </a:lnTo>
                <a:lnTo>
                  <a:pt x="866" y="1408"/>
                </a:lnTo>
                <a:lnTo>
                  <a:pt x="865" y="1408"/>
                </a:lnTo>
                <a:lnTo>
                  <a:pt x="864" y="1408"/>
                </a:lnTo>
                <a:lnTo>
                  <a:pt x="864" y="1407"/>
                </a:lnTo>
                <a:lnTo>
                  <a:pt x="864" y="1406"/>
                </a:lnTo>
                <a:lnTo>
                  <a:pt x="863" y="1405"/>
                </a:lnTo>
                <a:lnTo>
                  <a:pt x="862" y="1403"/>
                </a:lnTo>
                <a:lnTo>
                  <a:pt x="861" y="1403"/>
                </a:lnTo>
                <a:lnTo>
                  <a:pt x="860" y="1403"/>
                </a:lnTo>
                <a:lnTo>
                  <a:pt x="859" y="1402"/>
                </a:lnTo>
                <a:lnTo>
                  <a:pt x="859" y="1403"/>
                </a:lnTo>
                <a:lnTo>
                  <a:pt x="858" y="1403"/>
                </a:lnTo>
                <a:lnTo>
                  <a:pt x="858" y="1402"/>
                </a:lnTo>
                <a:lnTo>
                  <a:pt x="857" y="1401"/>
                </a:lnTo>
                <a:lnTo>
                  <a:pt x="856" y="1400"/>
                </a:lnTo>
                <a:lnTo>
                  <a:pt x="856" y="1399"/>
                </a:lnTo>
                <a:lnTo>
                  <a:pt x="856" y="1398"/>
                </a:lnTo>
                <a:lnTo>
                  <a:pt x="855" y="1397"/>
                </a:lnTo>
                <a:lnTo>
                  <a:pt x="855" y="1396"/>
                </a:lnTo>
                <a:lnTo>
                  <a:pt x="856" y="1396"/>
                </a:lnTo>
                <a:lnTo>
                  <a:pt x="856" y="1395"/>
                </a:lnTo>
                <a:lnTo>
                  <a:pt x="855" y="1393"/>
                </a:lnTo>
                <a:lnTo>
                  <a:pt x="856" y="1393"/>
                </a:lnTo>
                <a:lnTo>
                  <a:pt x="856" y="1392"/>
                </a:lnTo>
                <a:lnTo>
                  <a:pt x="855" y="1391"/>
                </a:lnTo>
                <a:lnTo>
                  <a:pt x="856" y="1390"/>
                </a:lnTo>
                <a:lnTo>
                  <a:pt x="855" y="1389"/>
                </a:lnTo>
                <a:lnTo>
                  <a:pt x="855" y="1388"/>
                </a:lnTo>
                <a:lnTo>
                  <a:pt x="854" y="1388"/>
                </a:lnTo>
                <a:lnTo>
                  <a:pt x="853" y="1387"/>
                </a:lnTo>
                <a:lnTo>
                  <a:pt x="854" y="1386"/>
                </a:lnTo>
                <a:lnTo>
                  <a:pt x="853" y="1385"/>
                </a:lnTo>
                <a:lnTo>
                  <a:pt x="854" y="1384"/>
                </a:lnTo>
                <a:lnTo>
                  <a:pt x="854" y="1383"/>
                </a:lnTo>
                <a:lnTo>
                  <a:pt x="853" y="1382"/>
                </a:lnTo>
                <a:lnTo>
                  <a:pt x="848" y="1382"/>
                </a:lnTo>
                <a:lnTo>
                  <a:pt x="847" y="1383"/>
                </a:lnTo>
                <a:lnTo>
                  <a:pt x="846" y="1382"/>
                </a:lnTo>
                <a:lnTo>
                  <a:pt x="846" y="1381"/>
                </a:lnTo>
                <a:lnTo>
                  <a:pt x="845" y="1381"/>
                </a:lnTo>
                <a:lnTo>
                  <a:pt x="844" y="1382"/>
                </a:lnTo>
                <a:lnTo>
                  <a:pt x="843" y="1382"/>
                </a:lnTo>
                <a:lnTo>
                  <a:pt x="842" y="1382"/>
                </a:lnTo>
                <a:lnTo>
                  <a:pt x="840" y="1382"/>
                </a:lnTo>
                <a:lnTo>
                  <a:pt x="839" y="1382"/>
                </a:lnTo>
                <a:lnTo>
                  <a:pt x="839" y="1381"/>
                </a:lnTo>
                <a:lnTo>
                  <a:pt x="838" y="1382"/>
                </a:lnTo>
                <a:lnTo>
                  <a:pt x="837" y="1383"/>
                </a:lnTo>
                <a:lnTo>
                  <a:pt x="837" y="1384"/>
                </a:lnTo>
                <a:lnTo>
                  <a:pt x="836" y="1385"/>
                </a:lnTo>
                <a:lnTo>
                  <a:pt x="835" y="1385"/>
                </a:lnTo>
                <a:lnTo>
                  <a:pt x="834" y="1386"/>
                </a:lnTo>
                <a:lnTo>
                  <a:pt x="833" y="1386"/>
                </a:lnTo>
                <a:lnTo>
                  <a:pt x="832" y="1386"/>
                </a:lnTo>
                <a:lnTo>
                  <a:pt x="831" y="1385"/>
                </a:lnTo>
                <a:lnTo>
                  <a:pt x="830" y="1384"/>
                </a:lnTo>
                <a:lnTo>
                  <a:pt x="829" y="1383"/>
                </a:lnTo>
                <a:lnTo>
                  <a:pt x="828" y="1383"/>
                </a:lnTo>
                <a:lnTo>
                  <a:pt x="828" y="1384"/>
                </a:lnTo>
                <a:lnTo>
                  <a:pt x="826" y="1383"/>
                </a:lnTo>
                <a:lnTo>
                  <a:pt x="826" y="1382"/>
                </a:lnTo>
                <a:lnTo>
                  <a:pt x="825" y="1382"/>
                </a:lnTo>
                <a:lnTo>
                  <a:pt x="824" y="1382"/>
                </a:lnTo>
                <a:lnTo>
                  <a:pt x="824" y="1381"/>
                </a:lnTo>
                <a:lnTo>
                  <a:pt x="823" y="1381"/>
                </a:lnTo>
                <a:lnTo>
                  <a:pt x="822" y="1380"/>
                </a:lnTo>
                <a:lnTo>
                  <a:pt x="822" y="1381"/>
                </a:lnTo>
                <a:lnTo>
                  <a:pt x="820" y="1381"/>
                </a:lnTo>
                <a:lnTo>
                  <a:pt x="819" y="1380"/>
                </a:lnTo>
                <a:lnTo>
                  <a:pt x="818" y="1380"/>
                </a:lnTo>
                <a:lnTo>
                  <a:pt x="817" y="1380"/>
                </a:lnTo>
                <a:lnTo>
                  <a:pt x="816" y="1379"/>
                </a:lnTo>
                <a:lnTo>
                  <a:pt x="816" y="1380"/>
                </a:lnTo>
                <a:lnTo>
                  <a:pt x="815" y="1380"/>
                </a:lnTo>
                <a:lnTo>
                  <a:pt x="814" y="1380"/>
                </a:lnTo>
                <a:lnTo>
                  <a:pt x="813" y="1380"/>
                </a:lnTo>
                <a:lnTo>
                  <a:pt x="812" y="1380"/>
                </a:lnTo>
                <a:lnTo>
                  <a:pt x="812" y="1379"/>
                </a:lnTo>
                <a:lnTo>
                  <a:pt x="810" y="1379"/>
                </a:lnTo>
                <a:lnTo>
                  <a:pt x="809" y="1379"/>
                </a:lnTo>
                <a:lnTo>
                  <a:pt x="808" y="1379"/>
                </a:lnTo>
                <a:lnTo>
                  <a:pt x="806" y="1379"/>
                </a:lnTo>
                <a:lnTo>
                  <a:pt x="805" y="1379"/>
                </a:lnTo>
                <a:lnTo>
                  <a:pt x="804" y="1379"/>
                </a:lnTo>
                <a:lnTo>
                  <a:pt x="804" y="1380"/>
                </a:lnTo>
                <a:lnTo>
                  <a:pt x="804" y="1381"/>
                </a:lnTo>
                <a:lnTo>
                  <a:pt x="803" y="1382"/>
                </a:lnTo>
                <a:lnTo>
                  <a:pt x="804" y="1382"/>
                </a:lnTo>
                <a:lnTo>
                  <a:pt x="804" y="1384"/>
                </a:lnTo>
                <a:lnTo>
                  <a:pt x="803" y="1384"/>
                </a:lnTo>
                <a:lnTo>
                  <a:pt x="803" y="1385"/>
                </a:lnTo>
                <a:lnTo>
                  <a:pt x="800" y="1385"/>
                </a:lnTo>
                <a:lnTo>
                  <a:pt x="799" y="1385"/>
                </a:lnTo>
                <a:lnTo>
                  <a:pt x="797" y="1385"/>
                </a:lnTo>
                <a:lnTo>
                  <a:pt x="797" y="1386"/>
                </a:lnTo>
                <a:lnTo>
                  <a:pt x="798" y="1386"/>
                </a:lnTo>
                <a:lnTo>
                  <a:pt x="798" y="1387"/>
                </a:lnTo>
                <a:lnTo>
                  <a:pt x="799" y="1389"/>
                </a:lnTo>
                <a:lnTo>
                  <a:pt x="799" y="1390"/>
                </a:lnTo>
                <a:lnTo>
                  <a:pt x="798" y="1391"/>
                </a:lnTo>
                <a:lnTo>
                  <a:pt x="797" y="1391"/>
                </a:lnTo>
                <a:lnTo>
                  <a:pt x="797" y="1393"/>
                </a:lnTo>
                <a:lnTo>
                  <a:pt x="798" y="1393"/>
                </a:lnTo>
                <a:lnTo>
                  <a:pt x="797" y="1394"/>
                </a:lnTo>
                <a:lnTo>
                  <a:pt x="796" y="1395"/>
                </a:lnTo>
                <a:lnTo>
                  <a:pt x="796" y="1396"/>
                </a:lnTo>
                <a:lnTo>
                  <a:pt x="795" y="1396"/>
                </a:lnTo>
                <a:lnTo>
                  <a:pt x="793" y="1397"/>
                </a:lnTo>
                <a:lnTo>
                  <a:pt x="793" y="1396"/>
                </a:lnTo>
                <a:lnTo>
                  <a:pt x="792" y="1396"/>
                </a:lnTo>
                <a:lnTo>
                  <a:pt x="792" y="1395"/>
                </a:lnTo>
                <a:lnTo>
                  <a:pt x="791" y="1395"/>
                </a:lnTo>
                <a:lnTo>
                  <a:pt x="791" y="1396"/>
                </a:lnTo>
                <a:lnTo>
                  <a:pt x="790" y="1396"/>
                </a:lnTo>
                <a:lnTo>
                  <a:pt x="790" y="1397"/>
                </a:lnTo>
                <a:lnTo>
                  <a:pt x="790" y="1398"/>
                </a:lnTo>
                <a:lnTo>
                  <a:pt x="789" y="1398"/>
                </a:lnTo>
                <a:lnTo>
                  <a:pt x="787" y="1399"/>
                </a:lnTo>
                <a:lnTo>
                  <a:pt x="787" y="1398"/>
                </a:lnTo>
                <a:lnTo>
                  <a:pt x="786" y="1398"/>
                </a:lnTo>
                <a:lnTo>
                  <a:pt x="785" y="1399"/>
                </a:lnTo>
                <a:lnTo>
                  <a:pt x="784" y="1399"/>
                </a:lnTo>
                <a:lnTo>
                  <a:pt x="784" y="1400"/>
                </a:lnTo>
                <a:lnTo>
                  <a:pt x="784" y="1401"/>
                </a:lnTo>
                <a:lnTo>
                  <a:pt x="784" y="1402"/>
                </a:lnTo>
                <a:lnTo>
                  <a:pt x="783" y="1402"/>
                </a:lnTo>
                <a:lnTo>
                  <a:pt x="782" y="1402"/>
                </a:lnTo>
                <a:lnTo>
                  <a:pt x="782" y="1401"/>
                </a:lnTo>
                <a:lnTo>
                  <a:pt x="781" y="1401"/>
                </a:lnTo>
                <a:lnTo>
                  <a:pt x="781" y="1402"/>
                </a:lnTo>
                <a:lnTo>
                  <a:pt x="780" y="1402"/>
                </a:lnTo>
                <a:lnTo>
                  <a:pt x="779" y="1403"/>
                </a:lnTo>
                <a:lnTo>
                  <a:pt x="777" y="1403"/>
                </a:lnTo>
                <a:lnTo>
                  <a:pt x="776" y="1404"/>
                </a:lnTo>
                <a:lnTo>
                  <a:pt x="775" y="1404"/>
                </a:lnTo>
                <a:lnTo>
                  <a:pt x="774" y="1406"/>
                </a:lnTo>
                <a:lnTo>
                  <a:pt x="771" y="1406"/>
                </a:lnTo>
                <a:lnTo>
                  <a:pt x="771" y="1405"/>
                </a:lnTo>
                <a:lnTo>
                  <a:pt x="770" y="1405"/>
                </a:lnTo>
                <a:lnTo>
                  <a:pt x="770" y="1406"/>
                </a:lnTo>
                <a:lnTo>
                  <a:pt x="770" y="1408"/>
                </a:lnTo>
                <a:lnTo>
                  <a:pt x="770" y="1409"/>
                </a:lnTo>
                <a:lnTo>
                  <a:pt x="770" y="1410"/>
                </a:lnTo>
                <a:lnTo>
                  <a:pt x="771" y="1412"/>
                </a:lnTo>
                <a:lnTo>
                  <a:pt x="771" y="1414"/>
                </a:lnTo>
                <a:lnTo>
                  <a:pt x="772" y="1414"/>
                </a:lnTo>
                <a:lnTo>
                  <a:pt x="772" y="1415"/>
                </a:lnTo>
                <a:lnTo>
                  <a:pt x="772" y="1416"/>
                </a:lnTo>
                <a:lnTo>
                  <a:pt x="771" y="1417"/>
                </a:lnTo>
                <a:lnTo>
                  <a:pt x="771" y="1418"/>
                </a:lnTo>
                <a:lnTo>
                  <a:pt x="770" y="1418"/>
                </a:lnTo>
                <a:lnTo>
                  <a:pt x="769" y="1419"/>
                </a:lnTo>
                <a:lnTo>
                  <a:pt x="768" y="1420"/>
                </a:lnTo>
                <a:lnTo>
                  <a:pt x="766" y="1420"/>
                </a:lnTo>
                <a:lnTo>
                  <a:pt x="766" y="1421"/>
                </a:lnTo>
                <a:lnTo>
                  <a:pt x="766" y="1420"/>
                </a:lnTo>
                <a:lnTo>
                  <a:pt x="765" y="1420"/>
                </a:lnTo>
                <a:lnTo>
                  <a:pt x="764" y="1420"/>
                </a:lnTo>
                <a:lnTo>
                  <a:pt x="763" y="1420"/>
                </a:lnTo>
                <a:lnTo>
                  <a:pt x="762" y="1421"/>
                </a:lnTo>
                <a:lnTo>
                  <a:pt x="762" y="1422"/>
                </a:lnTo>
                <a:lnTo>
                  <a:pt x="762" y="1423"/>
                </a:lnTo>
                <a:lnTo>
                  <a:pt x="761" y="1423"/>
                </a:lnTo>
                <a:lnTo>
                  <a:pt x="761" y="1424"/>
                </a:lnTo>
                <a:lnTo>
                  <a:pt x="760" y="1424"/>
                </a:lnTo>
                <a:lnTo>
                  <a:pt x="758" y="1424"/>
                </a:lnTo>
                <a:lnTo>
                  <a:pt x="756" y="1425"/>
                </a:lnTo>
                <a:lnTo>
                  <a:pt x="755" y="1425"/>
                </a:lnTo>
                <a:lnTo>
                  <a:pt x="754" y="1425"/>
                </a:lnTo>
                <a:lnTo>
                  <a:pt x="752" y="1425"/>
                </a:lnTo>
                <a:lnTo>
                  <a:pt x="751" y="1425"/>
                </a:lnTo>
                <a:lnTo>
                  <a:pt x="750" y="1424"/>
                </a:lnTo>
                <a:lnTo>
                  <a:pt x="749" y="1424"/>
                </a:lnTo>
                <a:lnTo>
                  <a:pt x="748" y="1424"/>
                </a:lnTo>
                <a:lnTo>
                  <a:pt x="746" y="1425"/>
                </a:lnTo>
                <a:lnTo>
                  <a:pt x="745" y="1424"/>
                </a:lnTo>
                <a:lnTo>
                  <a:pt x="745" y="1425"/>
                </a:lnTo>
                <a:lnTo>
                  <a:pt x="744" y="1425"/>
                </a:lnTo>
                <a:lnTo>
                  <a:pt x="743" y="1425"/>
                </a:lnTo>
                <a:lnTo>
                  <a:pt x="742" y="1425"/>
                </a:lnTo>
                <a:lnTo>
                  <a:pt x="741" y="1426"/>
                </a:lnTo>
                <a:lnTo>
                  <a:pt x="740" y="1427"/>
                </a:lnTo>
                <a:lnTo>
                  <a:pt x="739" y="1428"/>
                </a:lnTo>
                <a:lnTo>
                  <a:pt x="738" y="1428"/>
                </a:lnTo>
                <a:lnTo>
                  <a:pt x="736" y="1428"/>
                </a:lnTo>
                <a:lnTo>
                  <a:pt x="734" y="1428"/>
                </a:lnTo>
                <a:lnTo>
                  <a:pt x="733" y="1428"/>
                </a:lnTo>
                <a:lnTo>
                  <a:pt x="733" y="1427"/>
                </a:lnTo>
                <a:lnTo>
                  <a:pt x="732" y="1428"/>
                </a:lnTo>
                <a:lnTo>
                  <a:pt x="728" y="1428"/>
                </a:lnTo>
                <a:lnTo>
                  <a:pt x="727" y="1427"/>
                </a:lnTo>
                <a:lnTo>
                  <a:pt x="726" y="1427"/>
                </a:lnTo>
                <a:lnTo>
                  <a:pt x="724" y="1427"/>
                </a:lnTo>
                <a:lnTo>
                  <a:pt x="724" y="1428"/>
                </a:lnTo>
                <a:lnTo>
                  <a:pt x="723" y="1428"/>
                </a:lnTo>
                <a:lnTo>
                  <a:pt x="723" y="1427"/>
                </a:lnTo>
                <a:lnTo>
                  <a:pt x="722" y="1427"/>
                </a:lnTo>
                <a:lnTo>
                  <a:pt x="722" y="1426"/>
                </a:lnTo>
                <a:lnTo>
                  <a:pt x="722" y="1425"/>
                </a:lnTo>
                <a:lnTo>
                  <a:pt x="722" y="1423"/>
                </a:lnTo>
                <a:lnTo>
                  <a:pt x="722" y="1422"/>
                </a:lnTo>
                <a:lnTo>
                  <a:pt x="720" y="1422"/>
                </a:lnTo>
                <a:lnTo>
                  <a:pt x="718" y="1420"/>
                </a:lnTo>
                <a:lnTo>
                  <a:pt x="717" y="1419"/>
                </a:lnTo>
                <a:lnTo>
                  <a:pt x="717" y="1418"/>
                </a:lnTo>
                <a:lnTo>
                  <a:pt x="715" y="1417"/>
                </a:lnTo>
                <a:lnTo>
                  <a:pt x="714" y="1417"/>
                </a:lnTo>
                <a:lnTo>
                  <a:pt x="713" y="1417"/>
                </a:lnTo>
                <a:lnTo>
                  <a:pt x="712" y="1417"/>
                </a:lnTo>
                <a:lnTo>
                  <a:pt x="711" y="1417"/>
                </a:lnTo>
                <a:lnTo>
                  <a:pt x="711" y="1416"/>
                </a:lnTo>
                <a:lnTo>
                  <a:pt x="710" y="1416"/>
                </a:lnTo>
                <a:lnTo>
                  <a:pt x="709" y="1416"/>
                </a:lnTo>
                <a:lnTo>
                  <a:pt x="709" y="1417"/>
                </a:lnTo>
                <a:lnTo>
                  <a:pt x="708" y="1417"/>
                </a:lnTo>
                <a:lnTo>
                  <a:pt x="708" y="1416"/>
                </a:lnTo>
                <a:lnTo>
                  <a:pt x="707" y="1416"/>
                </a:lnTo>
                <a:lnTo>
                  <a:pt x="707" y="1417"/>
                </a:lnTo>
                <a:lnTo>
                  <a:pt x="706" y="1417"/>
                </a:lnTo>
                <a:lnTo>
                  <a:pt x="705" y="1417"/>
                </a:lnTo>
                <a:lnTo>
                  <a:pt x="704" y="1417"/>
                </a:lnTo>
                <a:lnTo>
                  <a:pt x="702" y="1416"/>
                </a:lnTo>
                <a:lnTo>
                  <a:pt x="701" y="1417"/>
                </a:lnTo>
                <a:lnTo>
                  <a:pt x="701" y="1418"/>
                </a:lnTo>
                <a:lnTo>
                  <a:pt x="700" y="1418"/>
                </a:lnTo>
                <a:lnTo>
                  <a:pt x="699" y="1418"/>
                </a:lnTo>
                <a:lnTo>
                  <a:pt x="699" y="1417"/>
                </a:lnTo>
                <a:lnTo>
                  <a:pt x="698" y="1418"/>
                </a:lnTo>
                <a:lnTo>
                  <a:pt x="697" y="1418"/>
                </a:lnTo>
                <a:lnTo>
                  <a:pt x="697" y="1419"/>
                </a:lnTo>
                <a:lnTo>
                  <a:pt x="696" y="1419"/>
                </a:lnTo>
                <a:lnTo>
                  <a:pt x="695" y="1416"/>
                </a:lnTo>
                <a:lnTo>
                  <a:pt x="695" y="1415"/>
                </a:lnTo>
                <a:lnTo>
                  <a:pt x="695" y="1414"/>
                </a:lnTo>
                <a:lnTo>
                  <a:pt x="694" y="1414"/>
                </a:lnTo>
                <a:lnTo>
                  <a:pt x="693" y="1414"/>
                </a:lnTo>
                <a:lnTo>
                  <a:pt x="691" y="1415"/>
                </a:lnTo>
                <a:lnTo>
                  <a:pt x="689" y="1414"/>
                </a:lnTo>
                <a:lnTo>
                  <a:pt x="688" y="1414"/>
                </a:lnTo>
                <a:lnTo>
                  <a:pt x="688" y="1413"/>
                </a:lnTo>
                <a:lnTo>
                  <a:pt x="688" y="1412"/>
                </a:lnTo>
                <a:lnTo>
                  <a:pt x="687" y="1412"/>
                </a:lnTo>
                <a:lnTo>
                  <a:pt x="686" y="1413"/>
                </a:lnTo>
                <a:lnTo>
                  <a:pt x="686" y="1412"/>
                </a:lnTo>
                <a:lnTo>
                  <a:pt x="686" y="1411"/>
                </a:lnTo>
                <a:lnTo>
                  <a:pt x="686" y="1410"/>
                </a:lnTo>
                <a:lnTo>
                  <a:pt x="685" y="1410"/>
                </a:lnTo>
                <a:lnTo>
                  <a:pt x="684" y="1411"/>
                </a:lnTo>
                <a:lnTo>
                  <a:pt x="683" y="1411"/>
                </a:lnTo>
                <a:lnTo>
                  <a:pt x="682" y="1411"/>
                </a:lnTo>
                <a:lnTo>
                  <a:pt x="682" y="1410"/>
                </a:lnTo>
                <a:lnTo>
                  <a:pt x="681" y="1411"/>
                </a:lnTo>
                <a:lnTo>
                  <a:pt x="680" y="1413"/>
                </a:lnTo>
                <a:lnTo>
                  <a:pt x="680" y="1414"/>
                </a:lnTo>
                <a:lnTo>
                  <a:pt x="681" y="1414"/>
                </a:lnTo>
                <a:lnTo>
                  <a:pt x="680" y="1414"/>
                </a:lnTo>
                <a:lnTo>
                  <a:pt x="680" y="1416"/>
                </a:lnTo>
                <a:lnTo>
                  <a:pt x="680" y="1417"/>
                </a:lnTo>
                <a:lnTo>
                  <a:pt x="679" y="1417"/>
                </a:lnTo>
                <a:lnTo>
                  <a:pt x="677" y="1417"/>
                </a:lnTo>
                <a:lnTo>
                  <a:pt x="677" y="1418"/>
                </a:lnTo>
                <a:lnTo>
                  <a:pt x="678" y="1418"/>
                </a:lnTo>
                <a:lnTo>
                  <a:pt x="679" y="1419"/>
                </a:lnTo>
                <a:lnTo>
                  <a:pt x="679" y="1420"/>
                </a:lnTo>
                <a:lnTo>
                  <a:pt x="678" y="1420"/>
                </a:lnTo>
                <a:lnTo>
                  <a:pt x="676" y="1420"/>
                </a:lnTo>
                <a:lnTo>
                  <a:pt x="675" y="1420"/>
                </a:lnTo>
                <a:lnTo>
                  <a:pt x="674" y="1420"/>
                </a:lnTo>
                <a:lnTo>
                  <a:pt x="672" y="1420"/>
                </a:lnTo>
                <a:lnTo>
                  <a:pt x="672" y="1419"/>
                </a:lnTo>
                <a:lnTo>
                  <a:pt x="671" y="1419"/>
                </a:lnTo>
                <a:lnTo>
                  <a:pt x="671" y="1418"/>
                </a:lnTo>
                <a:lnTo>
                  <a:pt x="670" y="1418"/>
                </a:lnTo>
                <a:lnTo>
                  <a:pt x="669" y="1418"/>
                </a:lnTo>
                <a:lnTo>
                  <a:pt x="669" y="1419"/>
                </a:lnTo>
                <a:lnTo>
                  <a:pt x="667" y="1419"/>
                </a:lnTo>
                <a:lnTo>
                  <a:pt x="667" y="1418"/>
                </a:lnTo>
                <a:lnTo>
                  <a:pt x="666" y="1418"/>
                </a:lnTo>
                <a:lnTo>
                  <a:pt x="665" y="1417"/>
                </a:lnTo>
                <a:lnTo>
                  <a:pt x="662" y="1417"/>
                </a:lnTo>
                <a:lnTo>
                  <a:pt x="661" y="1417"/>
                </a:lnTo>
                <a:lnTo>
                  <a:pt x="658" y="1417"/>
                </a:lnTo>
                <a:lnTo>
                  <a:pt x="656" y="1417"/>
                </a:lnTo>
                <a:lnTo>
                  <a:pt x="655" y="1417"/>
                </a:lnTo>
                <a:lnTo>
                  <a:pt x="653" y="1417"/>
                </a:lnTo>
                <a:lnTo>
                  <a:pt x="652" y="1417"/>
                </a:lnTo>
                <a:lnTo>
                  <a:pt x="650" y="1417"/>
                </a:lnTo>
                <a:lnTo>
                  <a:pt x="649" y="1417"/>
                </a:lnTo>
                <a:lnTo>
                  <a:pt x="648" y="1417"/>
                </a:lnTo>
                <a:lnTo>
                  <a:pt x="649" y="1416"/>
                </a:lnTo>
                <a:lnTo>
                  <a:pt x="649" y="1415"/>
                </a:lnTo>
                <a:lnTo>
                  <a:pt x="648" y="1414"/>
                </a:lnTo>
                <a:lnTo>
                  <a:pt x="647" y="1414"/>
                </a:lnTo>
                <a:lnTo>
                  <a:pt x="646" y="1414"/>
                </a:lnTo>
                <a:lnTo>
                  <a:pt x="646" y="1413"/>
                </a:lnTo>
                <a:lnTo>
                  <a:pt x="647" y="1412"/>
                </a:lnTo>
                <a:lnTo>
                  <a:pt x="646" y="1411"/>
                </a:lnTo>
                <a:lnTo>
                  <a:pt x="644" y="1412"/>
                </a:lnTo>
                <a:lnTo>
                  <a:pt x="643" y="1411"/>
                </a:lnTo>
                <a:lnTo>
                  <a:pt x="642" y="1410"/>
                </a:lnTo>
                <a:lnTo>
                  <a:pt x="641" y="1410"/>
                </a:lnTo>
                <a:lnTo>
                  <a:pt x="640" y="1411"/>
                </a:lnTo>
                <a:lnTo>
                  <a:pt x="638" y="1412"/>
                </a:lnTo>
                <a:lnTo>
                  <a:pt x="637" y="1411"/>
                </a:lnTo>
                <a:lnTo>
                  <a:pt x="636" y="1410"/>
                </a:lnTo>
                <a:lnTo>
                  <a:pt x="635" y="1410"/>
                </a:lnTo>
                <a:lnTo>
                  <a:pt x="635" y="1411"/>
                </a:lnTo>
                <a:lnTo>
                  <a:pt x="634" y="1411"/>
                </a:lnTo>
                <a:lnTo>
                  <a:pt x="633" y="1412"/>
                </a:lnTo>
                <a:lnTo>
                  <a:pt x="632" y="1411"/>
                </a:lnTo>
                <a:lnTo>
                  <a:pt x="631" y="1410"/>
                </a:lnTo>
                <a:lnTo>
                  <a:pt x="630" y="1410"/>
                </a:lnTo>
                <a:lnTo>
                  <a:pt x="629" y="1409"/>
                </a:lnTo>
                <a:lnTo>
                  <a:pt x="628" y="1409"/>
                </a:lnTo>
                <a:lnTo>
                  <a:pt x="627" y="1409"/>
                </a:lnTo>
                <a:lnTo>
                  <a:pt x="626" y="1408"/>
                </a:lnTo>
                <a:lnTo>
                  <a:pt x="627" y="1407"/>
                </a:lnTo>
                <a:lnTo>
                  <a:pt x="627" y="1406"/>
                </a:lnTo>
                <a:lnTo>
                  <a:pt x="626" y="1406"/>
                </a:lnTo>
                <a:lnTo>
                  <a:pt x="625" y="1406"/>
                </a:lnTo>
                <a:lnTo>
                  <a:pt x="624" y="1407"/>
                </a:lnTo>
                <a:lnTo>
                  <a:pt x="624" y="1408"/>
                </a:lnTo>
                <a:lnTo>
                  <a:pt x="624" y="1409"/>
                </a:lnTo>
                <a:lnTo>
                  <a:pt x="623" y="1409"/>
                </a:lnTo>
                <a:lnTo>
                  <a:pt x="622" y="1410"/>
                </a:lnTo>
                <a:lnTo>
                  <a:pt x="622" y="1411"/>
                </a:lnTo>
                <a:lnTo>
                  <a:pt x="621" y="1412"/>
                </a:lnTo>
                <a:lnTo>
                  <a:pt x="619" y="1412"/>
                </a:lnTo>
                <a:lnTo>
                  <a:pt x="618" y="1412"/>
                </a:lnTo>
                <a:lnTo>
                  <a:pt x="617" y="1412"/>
                </a:lnTo>
                <a:lnTo>
                  <a:pt x="616" y="1412"/>
                </a:lnTo>
                <a:lnTo>
                  <a:pt x="615" y="1412"/>
                </a:lnTo>
                <a:lnTo>
                  <a:pt x="615" y="1413"/>
                </a:lnTo>
                <a:lnTo>
                  <a:pt x="614" y="1413"/>
                </a:lnTo>
                <a:lnTo>
                  <a:pt x="614" y="1414"/>
                </a:lnTo>
                <a:lnTo>
                  <a:pt x="613" y="1415"/>
                </a:lnTo>
                <a:lnTo>
                  <a:pt x="613" y="1416"/>
                </a:lnTo>
                <a:lnTo>
                  <a:pt x="613" y="1417"/>
                </a:lnTo>
                <a:lnTo>
                  <a:pt x="612" y="1417"/>
                </a:lnTo>
                <a:lnTo>
                  <a:pt x="612" y="1418"/>
                </a:lnTo>
                <a:lnTo>
                  <a:pt x="612" y="1420"/>
                </a:lnTo>
                <a:lnTo>
                  <a:pt x="611" y="1422"/>
                </a:lnTo>
                <a:lnTo>
                  <a:pt x="612" y="1423"/>
                </a:lnTo>
                <a:lnTo>
                  <a:pt x="614" y="1425"/>
                </a:lnTo>
                <a:lnTo>
                  <a:pt x="615" y="1425"/>
                </a:lnTo>
                <a:lnTo>
                  <a:pt x="617" y="1427"/>
                </a:lnTo>
                <a:lnTo>
                  <a:pt x="617" y="1429"/>
                </a:lnTo>
                <a:lnTo>
                  <a:pt x="618" y="1429"/>
                </a:lnTo>
                <a:lnTo>
                  <a:pt x="619" y="1430"/>
                </a:lnTo>
                <a:lnTo>
                  <a:pt x="620" y="1430"/>
                </a:lnTo>
                <a:lnTo>
                  <a:pt x="619" y="1431"/>
                </a:lnTo>
                <a:lnTo>
                  <a:pt x="618" y="1431"/>
                </a:lnTo>
                <a:lnTo>
                  <a:pt x="617" y="1431"/>
                </a:lnTo>
                <a:lnTo>
                  <a:pt x="616" y="1431"/>
                </a:lnTo>
                <a:lnTo>
                  <a:pt x="615" y="1431"/>
                </a:lnTo>
                <a:lnTo>
                  <a:pt x="614" y="1431"/>
                </a:lnTo>
                <a:lnTo>
                  <a:pt x="614" y="1430"/>
                </a:lnTo>
                <a:lnTo>
                  <a:pt x="613" y="1430"/>
                </a:lnTo>
                <a:lnTo>
                  <a:pt x="613" y="1431"/>
                </a:lnTo>
                <a:lnTo>
                  <a:pt x="612" y="1431"/>
                </a:lnTo>
                <a:lnTo>
                  <a:pt x="611" y="1431"/>
                </a:lnTo>
                <a:lnTo>
                  <a:pt x="610" y="1431"/>
                </a:lnTo>
                <a:lnTo>
                  <a:pt x="610" y="1432"/>
                </a:lnTo>
                <a:lnTo>
                  <a:pt x="610" y="1433"/>
                </a:lnTo>
                <a:lnTo>
                  <a:pt x="609" y="1433"/>
                </a:lnTo>
                <a:lnTo>
                  <a:pt x="608" y="1433"/>
                </a:lnTo>
                <a:lnTo>
                  <a:pt x="607" y="1433"/>
                </a:lnTo>
                <a:lnTo>
                  <a:pt x="607" y="1434"/>
                </a:lnTo>
                <a:lnTo>
                  <a:pt x="607" y="1435"/>
                </a:lnTo>
                <a:lnTo>
                  <a:pt x="608" y="1436"/>
                </a:lnTo>
                <a:lnTo>
                  <a:pt x="608" y="1437"/>
                </a:lnTo>
                <a:lnTo>
                  <a:pt x="607" y="1437"/>
                </a:lnTo>
                <a:lnTo>
                  <a:pt x="606" y="1438"/>
                </a:lnTo>
                <a:lnTo>
                  <a:pt x="606" y="1439"/>
                </a:lnTo>
                <a:lnTo>
                  <a:pt x="604" y="1440"/>
                </a:lnTo>
                <a:lnTo>
                  <a:pt x="600" y="1443"/>
                </a:lnTo>
                <a:lnTo>
                  <a:pt x="598" y="1445"/>
                </a:lnTo>
                <a:lnTo>
                  <a:pt x="597" y="1445"/>
                </a:lnTo>
                <a:lnTo>
                  <a:pt x="596" y="1445"/>
                </a:lnTo>
                <a:lnTo>
                  <a:pt x="595" y="1445"/>
                </a:lnTo>
                <a:lnTo>
                  <a:pt x="595" y="1444"/>
                </a:lnTo>
                <a:lnTo>
                  <a:pt x="594" y="1444"/>
                </a:lnTo>
                <a:lnTo>
                  <a:pt x="592" y="1445"/>
                </a:lnTo>
                <a:lnTo>
                  <a:pt x="592" y="1446"/>
                </a:lnTo>
                <a:lnTo>
                  <a:pt x="591" y="1446"/>
                </a:lnTo>
                <a:lnTo>
                  <a:pt x="590" y="1448"/>
                </a:lnTo>
                <a:lnTo>
                  <a:pt x="590" y="1449"/>
                </a:lnTo>
                <a:lnTo>
                  <a:pt x="591" y="1449"/>
                </a:lnTo>
                <a:lnTo>
                  <a:pt x="590" y="1451"/>
                </a:lnTo>
                <a:lnTo>
                  <a:pt x="590" y="1452"/>
                </a:lnTo>
                <a:lnTo>
                  <a:pt x="590" y="1453"/>
                </a:lnTo>
                <a:lnTo>
                  <a:pt x="591" y="1453"/>
                </a:lnTo>
                <a:lnTo>
                  <a:pt x="591" y="1454"/>
                </a:lnTo>
                <a:lnTo>
                  <a:pt x="590" y="1454"/>
                </a:lnTo>
                <a:lnTo>
                  <a:pt x="589" y="1455"/>
                </a:lnTo>
                <a:lnTo>
                  <a:pt x="589" y="1456"/>
                </a:lnTo>
                <a:lnTo>
                  <a:pt x="589" y="1457"/>
                </a:lnTo>
                <a:lnTo>
                  <a:pt x="590" y="1457"/>
                </a:lnTo>
                <a:lnTo>
                  <a:pt x="591" y="1458"/>
                </a:lnTo>
                <a:lnTo>
                  <a:pt x="590" y="1459"/>
                </a:lnTo>
                <a:lnTo>
                  <a:pt x="590" y="1460"/>
                </a:lnTo>
                <a:lnTo>
                  <a:pt x="590" y="1462"/>
                </a:lnTo>
                <a:lnTo>
                  <a:pt x="589" y="1462"/>
                </a:lnTo>
                <a:lnTo>
                  <a:pt x="588" y="1462"/>
                </a:lnTo>
                <a:lnTo>
                  <a:pt x="587" y="1462"/>
                </a:lnTo>
                <a:lnTo>
                  <a:pt x="587" y="1463"/>
                </a:lnTo>
                <a:lnTo>
                  <a:pt x="587" y="1464"/>
                </a:lnTo>
                <a:lnTo>
                  <a:pt x="587" y="1466"/>
                </a:lnTo>
                <a:lnTo>
                  <a:pt x="586" y="1466"/>
                </a:lnTo>
                <a:lnTo>
                  <a:pt x="585" y="1466"/>
                </a:lnTo>
                <a:lnTo>
                  <a:pt x="584" y="1466"/>
                </a:lnTo>
                <a:lnTo>
                  <a:pt x="583" y="1466"/>
                </a:lnTo>
                <a:lnTo>
                  <a:pt x="581" y="1466"/>
                </a:lnTo>
                <a:lnTo>
                  <a:pt x="580" y="1467"/>
                </a:lnTo>
                <a:lnTo>
                  <a:pt x="581" y="1469"/>
                </a:lnTo>
                <a:lnTo>
                  <a:pt x="582" y="1469"/>
                </a:lnTo>
                <a:lnTo>
                  <a:pt x="582" y="1470"/>
                </a:lnTo>
                <a:lnTo>
                  <a:pt x="582" y="1471"/>
                </a:lnTo>
                <a:lnTo>
                  <a:pt x="581" y="1472"/>
                </a:lnTo>
                <a:lnTo>
                  <a:pt x="581" y="1473"/>
                </a:lnTo>
                <a:lnTo>
                  <a:pt x="581" y="1474"/>
                </a:lnTo>
                <a:lnTo>
                  <a:pt x="580" y="1475"/>
                </a:lnTo>
                <a:lnTo>
                  <a:pt x="580" y="1476"/>
                </a:lnTo>
                <a:lnTo>
                  <a:pt x="579" y="1477"/>
                </a:lnTo>
                <a:lnTo>
                  <a:pt x="578" y="1479"/>
                </a:lnTo>
                <a:lnTo>
                  <a:pt x="578" y="1480"/>
                </a:lnTo>
                <a:lnTo>
                  <a:pt x="578" y="1481"/>
                </a:lnTo>
                <a:lnTo>
                  <a:pt x="578" y="1482"/>
                </a:lnTo>
                <a:lnTo>
                  <a:pt x="578" y="1483"/>
                </a:lnTo>
                <a:lnTo>
                  <a:pt x="579" y="1484"/>
                </a:lnTo>
                <a:lnTo>
                  <a:pt x="578" y="1484"/>
                </a:lnTo>
                <a:lnTo>
                  <a:pt x="577" y="1484"/>
                </a:lnTo>
                <a:lnTo>
                  <a:pt x="576" y="1485"/>
                </a:lnTo>
                <a:lnTo>
                  <a:pt x="575" y="1485"/>
                </a:lnTo>
                <a:lnTo>
                  <a:pt x="575" y="1486"/>
                </a:lnTo>
                <a:lnTo>
                  <a:pt x="575" y="1487"/>
                </a:lnTo>
                <a:lnTo>
                  <a:pt x="576" y="1487"/>
                </a:lnTo>
                <a:lnTo>
                  <a:pt x="577" y="1487"/>
                </a:lnTo>
                <a:lnTo>
                  <a:pt x="577" y="1488"/>
                </a:lnTo>
                <a:lnTo>
                  <a:pt x="577" y="1490"/>
                </a:lnTo>
                <a:lnTo>
                  <a:pt x="576" y="1491"/>
                </a:lnTo>
                <a:lnTo>
                  <a:pt x="575" y="1491"/>
                </a:lnTo>
                <a:lnTo>
                  <a:pt x="575" y="1492"/>
                </a:lnTo>
                <a:lnTo>
                  <a:pt x="575" y="1493"/>
                </a:lnTo>
                <a:lnTo>
                  <a:pt x="574" y="1493"/>
                </a:lnTo>
                <a:lnTo>
                  <a:pt x="574" y="1494"/>
                </a:lnTo>
                <a:lnTo>
                  <a:pt x="575" y="1494"/>
                </a:lnTo>
                <a:lnTo>
                  <a:pt x="575" y="1495"/>
                </a:lnTo>
                <a:lnTo>
                  <a:pt x="574" y="1495"/>
                </a:lnTo>
                <a:lnTo>
                  <a:pt x="573" y="1496"/>
                </a:lnTo>
                <a:lnTo>
                  <a:pt x="573" y="1497"/>
                </a:lnTo>
                <a:lnTo>
                  <a:pt x="573" y="1498"/>
                </a:lnTo>
                <a:lnTo>
                  <a:pt x="574" y="1498"/>
                </a:lnTo>
                <a:lnTo>
                  <a:pt x="574" y="1499"/>
                </a:lnTo>
                <a:lnTo>
                  <a:pt x="575" y="1499"/>
                </a:lnTo>
                <a:lnTo>
                  <a:pt x="574" y="1499"/>
                </a:lnTo>
                <a:lnTo>
                  <a:pt x="573" y="1499"/>
                </a:lnTo>
                <a:lnTo>
                  <a:pt x="573" y="1500"/>
                </a:lnTo>
                <a:lnTo>
                  <a:pt x="573" y="1501"/>
                </a:lnTo>
                <a:lnTo>
                  <a:pt x="572" y="1501"/>
                </a:lnTo>
                <a:lnTo>
                  <a:pt x="571" y="1501"/>
                </a:lnTo>
                <a:lnTo>
                  <a:pt x="571" y="1502"/>
                </a:lnTo>
                <a:lnTo>
                  <a:pt x="571" y="1503"/>
                </a:lnTo>
                <a:lnTo>
                  <a:pt x="571" y="1504"/>
                </a:lnTo>
                <a:lnTo>
                  <a:pt x="570" y="1504"/>
                </a:lnTo>
                <a:lnTo>
                  <a:pt x="569" y="1504"/>
                </a:lnTo>
                <a:lnTo>
                  <a:pt x="569" y="1505"/>
                </a:lnTo>
                <a:lnTo>
                  <a:pt x="568" y="1505"/>
                </a:lnTo>
                <a:lnTo>
                  <a:pt x="567" y="1505"/>
                </a:lnTo>
                <a:lnTo>
                  <a:pt x="564" y="1505"/>
                </a:lnTo>
                <a:lnTo>
                  <a:pt x="563" y="1506"/>
                </a:lnTo>
                <a:lnTo>
                  <a:pt x="562" y="1506"/>
                </a:lnTo>
                <a:lnTo>
                  <a:pt x="562" y="1505"/>
                </a:lnTo>
                <a:lnTo>
                  <a:pt x="561" y="1505"/>
                </a:lnTo>
                <a:lnTo>
                  <a:pt x="561" y="1504"/>
                </a:lnTo>
                <a:lnTo>
                  <a:pt x="560" y="1504"/>
                </a:lnTo>
                <a:lnTo>
                  <a:pt x="559" y="1505"/>
                </a:lnTo>
                <a:lnTo>
                  <a:pt x="559" y="1506"/>
                </a:lnTo>
                <a:lnTo>
                  <a:pt x="559" y="1507"/>
                </a:lnTo>
                <a:lnTo>
                  <a:pt x="558" y="1507"/>
                </a:lnTo>
                <a:lnTo>
                  <a:pt x="558" y="1508"/>
                </a:lnTo>
                <a:lnTo>
                  <a:pt x="556" y="1508"/>
                </a:lnTo>
                <a:lnTo>
                  <a:pt x="555" y="1507"/>
                </a:lnTo>
                <a:lnTo>
                  <a:pt x="555" y="1508"/>
                </a:lnTo>
                <a:lnTo>
                  <a:pt x="554" y="1508"/>
                </a:lnTo>
                <a:lnTo>
                  <a:pt x="553" y="1508"/>
                </a:lnTo>
                <a:lnTo>
                  <a:pt x="552" y="1508"/>
                </a:lnTo>
                <a:lnTo>
                  <a:pt x="552" y="1507"/>
                </a:lnTo>
                <a:lnTo>
                  <a:pt x="551" y="1507"/>
                </a:lnTo>
                <a:lnTo>
                  <a:pt x="551" y="1506"/>
                </a:lnTo>
                <a:lnTo>
                  <a:pt x="550" y="1506"/>
                </a:lnTo>
                <a:lnTo>
                  <a:pt x="550" y="1507"/>
                </a:lnTo>
                <a:lnTo>
                  <a:pt x="549" y="1507"/>
                </a:lnTo>
                <a:lnTo>
                  <a:pt x="548" y="1507"/>
                </a:lnTo>
                <a:lnTo>
                  <a:pt x="547" y="1507"/>
                </a:lnTo>
                <a:lnTo>
                  <a:pt x="547" y="1506"/>
                </a:lnTo>
                <a:lnTo>
                  <a:pt x="546" y="1506"/>
                </a:lnTo>
                <a:lnTo>
                  <a:pt x="546" y="1505"/>
                </a:lnTo>
                <a:lnTo>
                  <a:pt x="545" y="1505"/>
                </a:lnTo>
                <a:lnTo>
                  <a:pt x="545" y="1506"/>
                </a:lnTo>
                <a:lnTo>
                  <a:pt x="544" y="1507"/>
                </a:lnTo>
                <a:lnTo>
                  <a:pt x="541" y="1508"/>
                </a:lnTo>
                <a:lnTo>
                  <a:pt x="540" y="1508"/>
                </a:lnTo>
                <a:lnTo>
                  <a:pt x="539" y="1508"/>
                </a:lnTo>
                <a:lnTo>
                  <a:pt x="538" y="1508"/>
                </a:lnTo>
                <a:lnTo>
                  <a:pt x="537" y="1509"/>
                </a:lnTo>
                <a:lnTo>
                  <a:pt x="536" y="1508"/>
                </a:lnTo>
                <a:lnTo>
                  <a:pt x="535" y="1508"/>
                </a:lnTo>
                <a:lnTo>
                  <a:pt x="534" y="1508"/>
                </a:lnTo>
                <a:lnTo>
                  <a:pt x="533" y="1508"/>
                </a:lnTo>
                <a:lnTo>
                  <a:pt x="533" y="1509"/>
                </a:lnTo>
                <a:lnTo>
                  <a:pt x="532" y="1510"/>
                </a:lnTo>
                <a:lnTo>
                  <a:pt x="531" y="1509"/>
                </a:lnTo>
                <a:lnTo>
                  <a:pt x="530" y="1509"/>
                </a:lnTo>
                <a:lnTo>
                  <a:pt x="530" y="1510"/>
                </a:lnTo>
                <a:lnTo>
                  <a:pt x="529" y="1510"/>
                </a:lnTo>
                <a:lnTo>
                  <a:pt x="528" y="1510"/>
                </a:lnTo>
                <a:lnTo>
                  <a:pt x="528" y="1509"/>
                </a:lnTo>
                <a:lnTo>
                  <a:pt x="527" y="1509"/>
                </a:lnTo>
                <a:lnTo>
                  <a:pt x="526" y="1509"/>
                </a:lnTo>
                <a:lnTo>
                  <a:pt x="525" y="1509"/>
                </a:lnTo>
                <a:lnTo>
                  <a:pt x="524" y="1509"/>
                </a:lnTo>
                <a:lnTo>
                  <a:pt x="522" y="1509"/>
                </a:lnTo>
                <a:lnTo>
                  <a:pt x="521" y="1509"/>
                </a:lnTo>
                <a:lnTo>
                  <a:pt x="521" y="1510"/>
                </a:lnTo>
                <a:lnTo>
                  <a:pt x="521" y="1511"/>
                </a:lnTo>
                <a:lnTo>
                  <a:pt x="519" y="1511"/>
                </a:lnTo>
                <a:lnTo>
                  <a:pt x="518" y="1511"/>
                </a:lnTo>
                <a:lnTo>
                  <a:pt x="517" y="1511"/>
                </a:lnTo>
                <a:lnTo>
                  <a:pt x="516" y="1511"/>
                </a:lnTo>
                <a:lnTo>
                  <a:pt x="514" y="1511"/>
                </a:lnTo>
                <a:lnTo>
                  <a:pt x="514" y="1510"/>
                </a:lnTo>
                <a:lnTo>
                  <a:pt x="513" y="1510"/>
                </a:lnTo>
                <a:lnTo>
                  <a:pt x="512" y="1510"/>
                </a:lnTo>
                <a:lnTo>
                  <a:pt x="512" y="1509"/>
                </a:lnTo>
                <a:lnTo>
                  <a:pt x="512" y="1508"/>
                </a:lnTo>
                <a:lnTo>
                  <a:pt x="511" y="1508"/>
                </a:lnTo>
                <a:lnTo>
                  <a:pt x="510" y="1508"/>
                </a:lnTo>
                <a:lnTo>
                  <a:pt x="510" y="1509"/>
                </a:lnTo>
                <a:lnTo>
                  <a:pt x="508" y="1510"/>
                </a:lnTo>
                <a:lnTo>
                  <a:pt x="506" y="1510"/>
                </a:lnTo>
                <a:lnTo>
                  <a:pt x="504" y="1511"/>
                </a:lnTo>
                <a:lnTo>
                  <a:pt x="503" y="1512"/>
                </a:lnTo>
                <a:lnTo>
                  <a:pt x="502" y="1514"/>
                </a:lnTo>
                <a:lnTo>
                  <a:pt x="502" y="1515"/>
                </a:lnTo>
                <a:lnTo>
                  <a:pt x="502" y="1517"/>
                </a:lnTo>
                <a:lnTo>
                  <a:pt x="502" y="1518"/>
                </a:lnTo>
                <a:lnTo>
                  <a:pt x="501" y="1518"/>
                </a:lnTo>
                <a:lnTo>
                  <a:pt x="501" y="1519"/>
                </a:lnTo>
                <a:lnTo>
                  <a:pt x="501" y="1520"/>
                </a:lnTo>
                <a:lnTo>
                  <a:pt x="500" y="1520"/>
                </a:lnTo>
                <a:lnTo>
                  <a:pt x="499" y="1519"/>
                </a:lnTo>
                <a:lnTo>
                  <a:pt x="498" y="1519"/>
                </a:lnTo>
                <a:lnTo>
                  <a:pt x="498" y="1518"/>
                </a:lnTo>
                <a:lnTo>
                  <a:pt x="497" y="1518"/>
                </a:lnTo>
                <a:lnTo>
                  <a:pt x="496" y="1518"/>
                </a:lnTo>
                <a:lnTo>
                  <a:pt x="495" y="1518"/>
                </a:lnTo>
                <a:lnTo>
                  <a:pt x="495" y="1517"/>
                </a:lnTo>
                <a:lnTo>
                  <a:pt x="494" y="1517"/>
                </a:lnTo>
                <a:lnTo>
                  <a:pt x="494" y="1516"/>
                </a:lnTo>
                <a:lnTo>
                  <a:pt x="494" y="1515"/>
                </a:lnTo>
                <a:lnTo>
                  <a:pt x="494" y="1514"/>
                </a:lnTo>
                <a:lnTo>
                  <a:pt x="493" y="1514"/>
                </a:lnTo>
                <a:lnTo>
                  <a:pt x="492" y="1514"/>
                </a:lnTo>
                <a:lnTo>
                  <a:pt x="492" y="1515"/>
                </a:lnTo>
                <a:lnTo>
                  <a:pt x="491" y="1515"/>
                </a:lnTo>
                <a:lnTo>
                  <a:pt x="491" y="1516"/>
                </a:lnTo>
                <a:lnTo>
                  <a:pt x="490" y="1516"/>
                </a:lnTo>
                <a:lnTo>
                  <a:pt x="490" y="1517"/>
                </a:lnTo>
                <a:lnTo>
                  <a:pt x="489" y="1517"/>
                </a:lnTo>
                <a:lnTo>
                  <a:pt x="488" y="1517"/>
                </a:lnTo>
                <a:lnTo>
                  <a:pt x="489" y="1517"/>
                </a:lnTo>
                <a:lnTo>
                  <a:pt x="488" y="1518"/>
                </a:lnTo>
                <a:lnTo>
                  <a:pt x="487" y="1518"/>
                </a:lnTo>
                <a:lnTo>
                  <a:pt x="487" y="1517"/>
                </a:lnTo>
                <a:lnTo>
                  <a:pt x="486" y="1517"/>
                </a:lnTo>
                <a:lnTo>
                  <a:pt x="486" y="1516"/>
                </a:lnTo>
                <a:lnTo>
                  <a:pt x="485" y="1516"/>
                </a:lnTo>
                <a:lnTo>
                  <a:pt x="485" y="1515"/>
                </a:lnTo>
                <a:lnTo>
                  <a:pt x="486" y="1515"/>
                </a:lnTo>
                <a:lnTo>
                  <a:pt x="486" y="1514"/>
                </a:lnTo>
                <a:lnTo>
                  <a:pt x="486" y="1513"/>
                </a:lnTo>
                <a:lnTo>
                  <a:pt x="485" y="1513"/>
                </a:lnTo>
                <a:lnTo>
                  <a:pt x="484" y="1513"/>
                </a:lnTo>
                <a:lnTo>
                  <a:pt x="484" y="1512"/>
                </a:lnTo>
                <a:lnTo>
                  <a:pt x="483" y="1511"/>
                </a:lnTo>
                <a:lnTo>
                  <a:pt x="482" y="1511"/>
                </a:lnTo>
                <a:lnTo>
                  <a:pt x="481" y="1511"/>
                </a:lnTo>
                <a:lnTo>
                  <a:pt x="480" y="1511"/>
                </a:lnTo>
                <a:lnTo>
                  <a:pt x="480" y="1510"/>
                </a:lnTo>
                <a:lnTo>
                  <a:pt x="479" y="1510"/>
                </a:lnTo>
                <a:lnTo>
                  <a:pt x="479" y="1509"/>
                </a:lnTo>
                <a:lnTo>
                  <a:pt x="478" y="1509"/>
                </a:lnTo>
                <a:lnTo>
                  <a:pt x="477" y="1509"/>
                </a:lnTo>
                <a:lnTo>
                  <a:pt x="476" y="1509"/>
                </a:lnTo>
                <a:lnTo>
                  <a:pt x="475" y="1509"/>
                </a:lnTo>
                <a:lnTo>
                  <a:pt x="475" y="1508"/>
                </a:lnTo>
                <a:lnTo>
                  <a:pt x="474" y="1508"/>
                </a:lnTo>
                <a:lnTo>
                  <a:pt x="474" y="1507"/>
                </a:lnTo>
                <a:lnTo>
                  <a:pt x="473" y="1507"/>
                </a:lnTo>
                <a:lnTo>
                  <a:pt x="474" y="1507"/>
                </a:lnTo>
                <a:lnTo>
                  <a:pt x="475" y="1507"/>
                </a:lnTo>
                <a:lnTo>
                  <a:pt x="475" y="1506"/>
                </a:lnTo>
                <a:lnTo>
                  <a:pt x="475" y="1505"/>
                </a:lnTo>
                <a:lnTo>
                  <a:pt x="475" y="1504"/>
                </a:lnTo>
                <a:lnTo>
                  <a:pt x="474" y="1504"/>
                </a:lnTo>
                <a:lnTo>
                  <a:pt x="473" y="1504"/>
                </a:lnTo>
                <a:lnTo>
                  <a:pt x="473" y="1503"/>
                </a:lnTo>
                <a:lnTo>
                  <a:pt x="472" y="1503"/>
                </a:lnTo>
                <a:lnTo>
                  <a:pt x="471" y="1503"/>
                </a:lnTo>
                <a:lnTo>
                  <a:pt x="471" y="1502"/>
                </a:lnTo>
                <a:lnTo>
                  <a:pt x="471" y="1501"/>
                </a:lnTo>
                <a:lnTo>
                  <a:pt x="471" y="1500"/>
                </a:lnTo>
                <a:lnTo>
                  <a:pt x="470" y="1500"/>
                </a:lnTo>
                <a:lnTo>
                  <a:pt x="469" y="1500"/>
                </a:lnTo>
                <a:lnTo>
                  <a:pt x="468" y="1500"/>
                </a:lnTo>
                <a:lnTo>
                  <a:pt x="467" y="1500"/>
                </a:lnTo>
                <a:lnTo>
                  <a:pt x="467" y="1499"/>
                </a:lnTo>
                <a:lnTo>
                  <a:pt x="466" y="1499"/>
                </a:lnTo>
                <a:lnTo>
                  <a:pt x="465" y="1499"/>
                </a:lnTo>
                <a:lnTo>
                  <a:pt x="464" y="1499"/>
                </a:lnTo>
                <a:lnTo>
                  <a:pt x="463" y="1499"/>
                </a:lnTo>
                <a:lnTo>
                  <a:pt x="462" y="1499"/>
                </a:lnTo>
                <a:lnTo>
                  <a:pt x="461" y="1499"/>
                </a:lnTo>
                <a:lnTo>
                  <a:pt x="461" y="1500"/>
                </a:lnTo>
                <a:lnTo>
                  <a:pt x="460" y="1500"/>
                </a:lnTo>
                <a:lnTo>
                  <a:pt x="460" y="1501"/>
                </a:lnTo>
                <a:lnTo>
                  <a:pt x="460" y="1502"/>
                </a:lnTo>
                <a:lnTo>
                  <a:pt x="459" y="1502"/>
                </a:lnTo>
                <a:lnTo>
                  <a:pt x="458" y="1502"/>
                </a:lnTo>
                <a:lnTo>
                  <a:pt x="457" y="1502"/>
                </a:lnTo>
                <a:lnTo>
                  <a:pt x="457" y="1501"/>
                </a:lnTo>
                <a:lnTo>
                  <a:pt x="457" y="1500"/>
                </a:lnTo>
                <a:lnTo>
                  <a:pt x="457" y="1499"/>
                </a:lnTo>
                <a:lnTo>
                  <a:pt x="457" y="1498"/>
                </a:lnTo>
                <a:lnTo>
                  <a:pt x="457" y="1497"/>
                </a:lnTo>
                <a:lnTo>
                  <a:pt x="457" y="1496"/>
                </a:lnTo>
                <a:lnTo>
                  <a:pt x="457" y="1495"/>
                </a:lnTo>
                <a:lnTo>
                  <a:pt x="457" y="1496"/>
                </a:lnTo>
                <a:lnTo>
                  <a:pt x="456" y="1496"/>
                </a:lnTo>
                <a:lnTo>
                  <a:pt x="456" y="1495"/>
                </a:lnTo>
                <a:lnTo>
                  <a:pt x="455" y="1495"/>
                </a:lnTo>
                <a:lnTo>
                  <a:pt x="454" y="1495"/>
                </a:lnTo>
                <a:lnTo>
                  <a:pt x="453" y="1495"/>
                </a:lnTo>
                <a:lnTo>
                  <a:pt x="452" y="1495"/>
                </a:lnTo>
                <a:lnTo>
                  <a:pt x="452" y="1494"/>
                </a:lnTo>
                <a:lnTo>
                  <a:pt x="451" y="1495"/>
                </a:lnTo>
                <a:lnTo>
                  <a:pt x="450" y="1495"/>
                </a:lnTo>
                <a:lnTo>
                  <a:pt x="450" y="1496"/>
                </a:lnTo>
                <a:lnTo>
                  <a:pt x="449" y="1496"/>
                </a:lnTo>
                <a:lnTo>
                  <a:pt x="448" y="1496"/>
                </a:lnTo>
                <a:lnTo>
                  <a:pt x="448" y="1497"/>
                </a:lnTo>
                <a:lnTo>
                  <a:pt x="447" y="1497"/>
                </a:lnTo>
                <a:lnTo>
                  <a:pt x="448" y="1497"/>
                </a:lnTo>
                <a:lnTo>
                  <a:pt x="448" y="1498"/>
                </a:lnTo>
                <a:lnTo>
                  <a:pt x="447" y="1498"/>
                </a:lnTo>
                <a:lnTo>
                  <a:pt x="447" y="1499"/>
                </a:lnTo>
                <a:lnTo>
                  <a:pt x="446" y="1499"/>
                </a:lnTo>
                <a:lnTo>
                  <a:pt x="446" y="1498"/>
                </a:lnTo>
                <a:lnTo>
                  <a:pt x="446" y="1497"/>
                </a:lnTo>
                <a:lnTo>
                  <a:pt x="445" y="1497"/>
                </a:lnTo>
                <a:lnTo>
                  <a:pt x="445" y="1496"/>
                </a:lnTo>
                <a:lnTo>
                  <a:pt x="446" y="1496"/>
                </a:lnTo>
                <a:lnTo>
                  <a:pt x="446" y="1495"/>
                </a:lnTo>
                <a:lnTo>
                  <a:pt x="445" y="1495"/>
                </a:lnTo>
                <a:lnTo>
                  <a:pt x="446" y="1494"/>
                </a:lnTo>
                <a:lnTo>
                  <a:pt x="445" y="1494"/>
                </a:lnTo>
                <a:lnTo>
                  <a:pt x="446" y="1494"/>
                </a:lnTo>
                <a:lnTo>
                  <a:pt x="445" y="1494"/>
                </a:lnTo>
                <a:lnTo>
                  <a:pt x="445" y="1493"/>
                </a:lnTo>
                <a:lnTo>
                  <a:pt x="444" y="1493"/>
                </a:lnTo>
                <a:lnTo>
                  <a:pt x="443" y="1493"/>
                </a:lnTo>
                <a:lnTo>
                  <a:pt x="443" y="1492"/>
                </a:lnTo>
                <a:lnTo>
                  <a:pt x="442" y="1492"/>
                </a:lnTo>
                <a:lnTo>
                  <a:pt x="441" y="1492"/>
                </a:lnTo>
                <a:lnTo>
                  <a:pt x="440" y="1492"/>
                </a:lnTo>
                <a:lnTo>
                  <a:pt x="439" y="1492"/>
                </a:lnTo>
                <a:lnTo>
                  <a:pt x="438" y="1492"/>
                </a:lnTo>
                <a:lnTo>
                  <a:pt x="437" y="1492"/>
                </a:lnTo>
                <a:lnTo>
                  <a:pt x="436" y="1492"/>
                </a:lnTo>
                <a:lnTo>
                  <a:pt x="436" y="1491"/>
                </a:lnTo>
                <a:lnTo>
                  <a:pt x="435" y="1491"/>
                </a:lnTo>
                <a:lnTo>
                  <a:pt x="434" y="1491"/>
                </a:lnTo>
                <a:lnTo>
                  <a:pt x="433" y="1491"/>
                </a:lnTo>
                <a:lnTo>
                  <a:pt x="432" y="1491"/>
                </a:lnTo>
                <a:lnTo>
                  <a:pt x="432" y="1490"/>
                </a:lnTo>
                <a:lnTo>
                  <a:pt x="431" y="1490"/>
                </a:lnTo>
                <a:lnTo>
                  <a:pt x="431" y="1489"/>
                </a:lnTo>
                <a:lnTo>
                  <a:pt x="431" y="1488"/>
                </a:lnTo>
                <a:lnTo>
                  <a:pt x="431" y="1487"/>
                </a:lnTo>
                <a:lnTo>
                  <a:pt x="431" y="1486"/>
                </a:lnTo>
                <a:lnTo>
                  <a:pt x="430" y="1486"/>
                </a:lnTo>
                <a:lnTo>
                  <a:pt x="431" y="1486"/>
                </a:lnTo>
                <a:lnTo>
                  <a:pt x="431" y="1485"/>
                </a:lnTo>
                <a:lnTo>
                  <a:pt x="432" y="1485"/>
                </a:lnTo>
                <a:lnTo>
                  <a:pt x="432" y="1484"/>
                </a:lnTo>
                <a:lnTo>
                  <a:pt x="432" y="1483"/>
                </a:lnTo>
                <a:lnTo>
                  <a:pt x="431" y="1483"/>
                </a:lnTo>
                <a:lnTo>
                  <a:pt x="431" y="1482"/>
                </a:lnTo>
                <a:lnTo>
                  <a:pt x="430" y="1482"/>
                </a:lnTo>
                <a:lnTo>
                  <a:pt x="429" y="1482"/>
                </a:lnTo>
                <a:lnTo>
                  <a:pt x="429" y="1481"/>
                </a:lnTo>
                <a:lnTo>
                  <a:pt x="428" y="1481"/>
                </a:lnTo>
                <a:lnTo>
                  <a:pt x="427" y="1481"/>
                </a:lnTo>
                <a:lnTo>
                  <a:pt x="426" y="1481"/>
                </a:lnTo>
                <a:lnTo>
                  <a:pt x="426" y="1480"/>
                </a:lnTo>
                <a:lnTo>
                  <a:pt x="425" y="1480"/>
                </a:lnTo>
                <a:lnTo>
                  <a:pt x="425" y="1479"/>
                </a:lnTo>
                <a:lnTo>
                  <a:pt x="425" y="1478"/>
                </a:lnTo>
                <a:lnTo>
                  <a:pt x="425" y="1477"/>
                </a:lnTo>
                <a:lnTo>
                  <a:pt x="426" y="1477"/>
                </a:lnTo>
                <a:lnTo>
                  <a:pt x="426" y="1476"/>
                </a:lnTo>
                <a:lnTo>
                  <a:pt x="426" y="1475"/>
                </a:lnTo>
                <a:lnTo>
                  <a:pt x="427" y="1475"/>
                </a:lnTo>
                <a:lnTo>
                  <a:pt x="427" y="1474"/>
                </a:lnTo>
                <a:lnTo>
                  <a:pt x="427" y="1473"/>
                </a:lnTo>
                <a:lnTo>
                  <a:pt x="427" y="1472"/>
                </a:lnTo>
                <a:lnTo>
                  <a:pt x="428" y="1472"/>
                </a:lnTo>
                <a:lnTo>
                  <a:pt x="427" y="1472"/>
                </a:lnTo>
                <a:lnTo>
                  <a:pt x="427" y="1471"/>
                </a:lnTo>
                <a:lnTo>
                  <a:pt x="427" y="1470"/>
                </a:lnTo>
                <a:lnTo>
                  <a:pt x="428" y="1470"/>
                </a:lnTo>
                <a:lnTo>
                  <a:pt x="427" y="1470"/>
                </a:lnTo>
                <a:lnTo>
                  <a:pt x="428" y="1469"/>
                </a:lnTo>
                <a:lnTo>
                  <a:pt x="428" y="1468"/>
                </a:lnTo>
                <a:lnTo>
                  <a:pt x="428" y="1467"/>
                </a:lnTo>
                <a:lnTo>
                  <a:pt x="427" y="1467"/>
                </a:lnTo>
                <a:lnTo>
                  <a:pt x="428" y="1467"/>
                </a:lnTo>
                <a:lnTo>
                  <a:pt x="428" y="1466"/>
                </a:lnTo>
                <a:lnTo>
                  <a:pt x="428" y="1465"/>
                </a:lnTo>
                <a:lnTo>
                  <a:pt x="428" y="1464"/>
                </a:lnTo>
                <a:lnTo>
                  <a:pt x="427" y="1464"/>
                </a:lnTo>
                <a:lnTo>
                  <a:pt x="427" y="1463"/>
                </a:lnTo>
                <a:lnTo>
                  <a:pt x="426" y="1463"/>
                </a:lnTo>
                <a:lnTo>
                  <a:pt x="425" y="1463"/>
                </a:lnTo>
                <a:lnTo>
                  <a:pt x="425" y="1462"/>
                </a:lnTo>
                <a:lnTo>
                  <a:pt x="426" y="1462"/>
                </a:lnTo>
                <a:lnTo>
                  <a:pt x="426" y="1461"/>
                </a:lnTo>
                <a:lnTo>
                  <a:pt x="425" y="1461"/>
                </a:lnTo>
                <a:lnTo>
                  <a:pt x="424" y="1461"/>
                </a:lnTo>
                <a:lnTo>
                  <a:pt x="424" y="1460"/>
                </a:lnTo>
                <a:lnTo>
                  <a:pt x="425" y="1460"/>
                </a:lnTo>
                <a:lnTo>
                  <a:pt x="424" y="1460"/>
                </a:lnTo>
                <a:lnTo>
                  <a:pt x="423" y="1460"/>
                </a:lnTo>
                <a:lnTo>
                  <a:pt x="423" y="1459"/>
                </a:lnTo>
                <a:lnTo>
                  <a:pt x="423" y="1458"/>
                </a:lnTo>
                <a:lnTo>
                  <a:pt x="422" y="1458"/>
                </a:lnTo>
                <a:lnTo>
                  <a:pt x="423" y="1458"/>
                </a:lnTo>
                <a:lnTo>
                  <a:pt x="424" y="1458"/>
                </a:lnTo>
                <a:lnTo>
                  <a:pt x="424" y="1457"/>
                </a:lnTo>
                <a:lnTo>
                  <a:pt x="425" y="1456"/>
                </a:lnTo>
                <a:lnTo>
                  <a:pt x="425" y="1454"/>
                </a:lnTo>
                <a:lnTo>
                  <a:pt x="424" y="1454"/>
                </a:lnTo>
                <a:lnTo>
                  <a:pt x="423" y="1454"/>
                </a:lnTo>
                <a:lnTo>
                  <a:pt x="423" y="1453"/>
                </a:lnTo>
                <a:lnTo>
                  <a:pt x="422" y="1453"/>
                </a:lnTo>
                <a:lnTo>
                  <a:pt x="421" y="1453"/>
                </a:lnTo>
                <a:lnTo>
                  <a:pt x="421" y="1452"/>
                </a:lnTo>
                <a:lnTo>
                  <a:pt x="420" y="1452"/>
                </a:lnTo>
                <a:lnTo>
                  <a:pt x="420" y="1451"/>
                </a:lnTo>
                <a:lnTo>
                  <a:pt x="419" y="1451"/>
                </a:lnTo>
                <a:lnTo>
                  <a:pt x="419" y="1450"/>
                </a:lnTo>
                <a:lnTo>
                  <a:pt x="418" y="1450"/>
                </a:lnTo>
                <a:lnTo>
                  <a:pt x="418" y="1449"/>
                </a:lnTo>
                <a:lnTo>
                  <a:pt x="417" y="1449"/>
                </a:lnTo>
                <a:lnTo>
                  <a:pt x="417" y="1448"/>
                </a:lnTo>
                <a:lnTo>
                  <a:pt x="418" y="1448"/>
                </a:lnTo>
                <a:lnTo>
                  <a:pt x="418" y="1447"/>
                </a:lnTo>
                <a:lnTo>
                  <a:pt x="419" y="1447"/>
                </a:lnTo>
                <a:lnTo>
                  <a:pt x="419" y="1446"/>
                </a:lnTo>
                <a:lnTo>
                  <a:pt x="419" y="1445"/>
                </a:lnTo>
                <a:lnTo>
                  <a:pt x="420" y="1445"/>
                </a:lnTo>
                <a:lnTo>
                  <a:pt x="420" y="1444"/>
                </a:lnTo>
                <a:lnTo>
                  <a:pt x="419" y="1444"/>
                </a:lnTo>
                <a:lnTo>
                  <a:pt x="419" y="1443"/>
                </a:lnTo>
                <a:lnTo>
                  <a:pt x="419" y="1442"/>
                </a:lnTo>
                <a:lnTo>
                  <a:pt x="418" y="1441"/>
                </a:lnTo>
                <a:lnTo>
                  <a:pt x="417" y="1441"/>
                </a:lnTo>
                <a:lnTo>
                  <a:pt x="416" y="1441"/>
                </a:lnTo>
                <a:lnTo>
                  <a:pt x="415" y="1441"/>
                </a:lnTo>
                <a:lnTo>
                  <a:pt x="414" y="1441"/>
                </a:lnTo>
                <a:lnTo>
                  <a:pt x="414" y="1442"/>
                </a:lnTo>
                <a:lnTo>
                  <a:pt x="413" y="1442"/>
                </a:lnTo>
                <a:lnTo>
                  <a:pt x="412" y="1441"/>
                </a:lnTo>
                <a:lnTo>
                  <a:pt x="412" y="1440"/>
                </a:lnTo>
                <a:lnTo>
                  <a:pt x="411" y="1440"/>
                </a:lnTo>
                <a:lnTo>
                  <a:pt x="412" y="1440"/>
                </a:lnTo>
                <a:lnTo>
                  <a:pt x="412" y="1439"/>
                </a:lnTo>
                <a:lnTo>
                  <a:pt x="412" y="1438"/>
                </a:lnTo>
                <a:lnTo>
                  <a:pt x="412" y="1437"/>
                </a:lnTo>
                <a:lnTo>
                  <a:pt x="411" y="1437"/>
                </a:lnTo>
                <a:lnTo>
                  <a:pt x="412" y="1437"/>
                </a:lnTo>
                <a:lnTo>
                  <a:pt x="412" y="1436"/>
                </a:lnTo>
                <a:lnTo>
                  <a:pt x="411" y="1435"/>
                </a:lnTo>
                <a:lnTo>
                  <a:pt x="412" y="1435"/>
                </a:lnTo>
                <a:lnTo>
                  <a:pt x="412" y="1434"/>
                </a:lnTo>
                <a:lnTo>
                  <a:pt x="412" y="1433"/>
                </a:lnTo>
                <a:lnTo>
                  <a:pt x="411" y="1433"/>
                </a:lnTo>
                <a:lnTo>
                  <a:pt x="412" y="1433"/>
                </a:lnTo>
                <a:lnTo>
                  <a:pt x="411" y="1433"/>
                </a:lnTo>
                <a:lnTo>
                  <a:pt x="411" y="1432"/>
                </a:lnTo>
                <a:lnTo>
                  <a:pt x="410" y="1431"/>
                </a:lnTo>
                <a:lnTo>
                  <a:pt x="409" y="1431"/>
                </a:lnTo>
                <a:lnTo>
                  <a:pt x="409" y="1430"/>
                </a:lnTo>
                <a:lnTo>
                  <a:pt x="408" y="1430"/>
                </a:lnTo>
                <a:lnTo>
                  <a:pt x="408" y="1429"/>
                </a:lnTo>
                <a:lnTo>
                  <a:pt x="408" y="1428"/>
                </a:lnTo>
                <a:lnTo>
                  <a:pt x="407" y="1428"/>
                </a:lnTo>
                <a:lnTo>
                  <a:pt x="407" y="1425"/>
                </a:lnTo>
                <a:lnTo>
                  <a:pt x="408" y="1424"/>
                </a:lnTo>
                <a:lnTo>
                  <a:pt x="408" y="1423"/>
                </a:lnTo>
                <a:lnTo>
                  <a:pt x="408" y="1422"/>
                </a:lnTo>
                <a:lnTo>
                  <a:pt x="407" y="1422"/>
                </a:lnTo>
                <a:lnTo>
                  <a:pt x="408" y="1422"/>
                </a:lnTo>
                <a:lnTo>
                  <a:pt x="408" y="1421"/>
                </a:lnTo>
                <a:lnTo>
                  <a:pt x="408" y="1420"/>
                </a:lnTo>
                <a:lnTo>
                  <a:pt x="408" y="1418"/>
                </a:lnTo>
                <a:lnTo>
                  <a:pt x="408" y="1415"/>
                </a:lnTo>
                <a:lnTo>
                  <a:pt x="408" y="1414"/>
                </a:lnTo>
                <a:lnTo>
                  <a:pt x="409" y="1414"/>
                </a:lnTo>
                <a:lnTo>
                  <a:pt x="410" y="1414"/>
                </a:lnTo>
                <a:lnTo>
                  <a:pt x="411" y="1413"/>
                </a:lnTo>
                <a:lnTo>
                  <a:pt x="411" y="1412"/>
                </a:lnTo>
                <a:lnTo>
                  <a:pt x="411" y="1411"/>
                </a:lnTo>
                <a:lnTo>
                  <a:pt x="412" y="1411"/>
                </a:lnTo>
                <a:lnTo>
                  <a:pt x="413" y="1410"/>
                </a:lnTo>
                <a:lnTo>
                  <a:pt x="413" y="1409"/>
                </a:lnTo>
                <a:lnTo>
                  <a:pt x="414" y="1409"/>
                </a:lnTo>
                <a:lnTo>
                  <a:pt x="415" y="1409"/>
                </a:lnTo>
                <a:lnTo>
                  <a:pt x="416" y="1408"/>
                </a:lnTo>
                <a:lnTo>
                  <a:pt x="416" y="1407"/>
                </a:lnTo>
                <a:lnTo>
                  <a:pt x="416" y="1406"/>
                </a:lnTo>
                <a:lnTo>
                  <a:pt x="417" y="1405"/>
                </a:lnTo>
                <a:lnTo>
                  <a:pt x="417" y="1404"/>
                </a:lnTo>
                <a:lnTo>
                  <a:pt x="417" y="1403"/>
                </a:lnTo>
                <a:lnTo>
                  <a:pt x="418" y="1402"/>
                </a:lnTo>
                <a:lnTo>
                  <a:pt x="419" y="1402"/>
                </a:lnTo>
                <a:lnTo>
                  <a:pt x="419" y="1401"/>
                </a:lnTo>
                <a:lnTo>
                  <a:pt x="418" y="1401"/>
                </a:lnTo>
                <a:lnTo>
                  <a:pt x="418" y="1402"/>
                </a:lnTo>
                <a:lnTo>
                  <a:pt x="417" y="1402"/>
                </a:lnTo>
                <a:lnTo>
                  <a:pt x="417" y="1401"/>
                </a:lnTo>
                <a:lnTo>
                  <a:pt x="416" y="1401"/>
                </a:lnTo>
                <a:lnTo>
                  <a:pt x="415" y="1401"/>
                </a:lnTo>
                <a:lnTo>
                  <a:pt x="414" y="1401"/>
                </a:lnTo>
                <a:lnTo>
                  <a:pt x="414" y="1402"/>
                </a:lnTo>
                <a:lnTo>
                  <a:pt x="413" y="1402"/>
                </a:lnTo>
                <a:lnTo>
                  <a:pt x="412" y="1402"/>
                </a:lnTo>
                <a:lnTo>
                  <a:pt x="411" y="1402"/>
                </a:lnTo>
                <a:lnTo>
                  <a:pt x="410" y="1402"/>
                </a:lnTo>
                <a:lnTo>
                  <a:pt x="410" y="1403"/>
                </a:lnTo>
                <a:lnTo>
                  <a:pt x="410" y="1404"/>
                </a:lnTo>
                <a:lnTo>
                  <a:pt x="409" y="1404"/>
                </a:lnTo>
                <a:lnTo>
                  <a:pt x="409" y="1403"/>
                </a:lnTo>
                <a:lnTo>
                  <a:pt x="408" y="1403"/>
                </a:lnTo>
                <a:lnTo>
                  <a:pt x="408" y="1402"/>
                </a:lnTo>
                <a:lnTo>
                  <a:pt x="407" y="1402"/>
                </a:lnTo>
                <a:lnTo>
                  <a:pt x="407" y="1401"/>
                </a:lnTo>
                <a:lnTo>
                  <a:pt x="406" y="1402"/>
                </a:lnTo>
                <a:lnTo>
                  <a:pt x="405" y="1402"/>
                </a:lnTo>
                <a:lnTo>
                  <a:pt x="404" y="1402"/>
                </a:lnTo>
                <a:lnTo>
                  <a:pt x="403" y="1402"/>
                </a:lnTo>
                <a:lnTo>
                  <a:pt x="403" y="1403"/>
                </a:lnTo>
                <a:lnTo>
                  <a:pt x="402" y="1402"/>
                </a:lnTo>
                <a:lnTo>
                  <a:pt x="401" y="1402"/>
                </a:lnTo>
                <a:lnTo>
                  <a:pt x="400" y="1401"/>
                </a:lnTo>
                <a:lnTo>
                  <a:pt x="399" y="1401"/>
                </a:lnTo>
                <a:lnTo>
                  <a:pt x="399" y="1402"/>
                </a:lnTo>
                <a:lnTo>
                  <a:pt x="399" y="1403"/>
                </a:lnTo>
                <a:lnTo>
                  <a:pt x="399" y="1404"/>
                </a:lnTo>
                <a:lnTo>
                  <a:pt x="398" y="1404"/>
                </a:lnTo>
                <a:lnTo>
                  <a:pt x="397" y="1403"/>
                </a:lnTo>
                <a:lnTo>
                  <a:pt x="396" y="1402"/>
                </a:lnTo>
                <a:lnTo>
                  <a:pt x="395" y="1401"/>
                </a:lnTo>
                <a:lnTo>
                  <a:pt x="394" y="1401"/>
                </a:lnTo>
                <a:lnTo>
                  <a:pt x="394" y="1402"/>
                </a:lnTo>
                <a:lnTo>
                  <a:pt x="393" y="1402"/>
                </a:lnTo>
                <a:lnTo>
                  <a:pt x="393" y="1401"/>
                </a:lnTo>
                <a:lnTo>
                  <a:pt x="391" y="1400"/>
                </a:lnTo>
                <a:lnTo>
                  <a:pt x="391" y="1399"/>
                </a:lnTo>
                <a:lnTo>
                  <a:pt x="390" y="1399"/>
                </a:lnTo>
                <a:lnTo>
                  <a:pt x="390" y="1398"/>
                </a:lnTo>
                <a:lnTo>
                  <a:pt x="390" y="1399"/>
                </a:lnTo>
                <a:lnTo>
                  <a:pt x="389" y="1399"/>
                </a:lnTo>
                <a:lnTo>
                  <a:pt x="389" y="1400"/>
                </a:lnTo>
                <a:lnTo>
                  <a:pt x="389" y="1401"/>
                </a:lnTo>
                <a:lnTo>
                  <a:pt x="388" y="1401"/>
                </a:lnTo>
                <a:lnTo>
                  <a:pt x="386" y="1401"/>
                </a:lnTo>
                <a:lnTo>
                  <a:pt x="385" y="1401"/>
                </a:lnTo>
                <a:lnTo>
                  <a:pt x="384" y="1402"/>
                </a:lnTo>
                <a:lnTo>
                  <a:pt x="383" y="1402"/>
                </a:lnTo>
                <a:lnTo>
                  <a:pt x="383" y="1403"/>
                </a:lnTo>
                <a:lnTo>
                  <a:pt x="383" y="1404"/>
                </a:lnTo>
                <a:lnTo>
                  <a:pt x="382" y="1405"/>
                </a:lnTo>
                <a:lnTo>
                  <a:pt x="381" y="1405"/>
                </a:lnTo>
                <a:lnTo>
                  <a:pt x="380" y="1405"/>
                </a:lnTo>
                <a:lnTo>
                  <a:pt x="379" y="1406"/>
                </a:lnTo>
                <a:lnTo>
                  <a:pt x="378" y="1405"/>
                </a:lnTo>
                <a:lnTo>
                  <a:pt x="377" y="1404"/>
                </a:lnTo>
                <a:lnTo>
                  <a:pt x="376" y="1403"/>
                </a:lnTo>
                <a:lnTo>
                  <a:pt x="375" y="1403"/>
                </a:lnTo>
                <a:lnTo>
                  <a:pt x="374" y="1405"/>
                </a:lnTo>
                <a:lnTo>
                  <a:pt x="373" y="1405"/>
                </a:lnTo>
                <a:lnTo>
                  <a:pt x="372" y="1404"/>
                </a:lnTo>
                <a:lnTo>
                  <a:pt x="371" y="1404"/>
                </a:lnTo>
                <a:lnTo>
                  <a:pt x="370" y="1404"/>
                </a:lnTo>
                <a:lnTo>
                  <a:pt x="370" y="1405"/>
                </a:lnTo>
                <a:lnTo>
                  <a:pt x="369" y="1405"/>
                </a:lnTo>
                <a:lnTo>
                  <a:pt x="369" y="1404"/>
                </a:lnTo>
                <a:lnTo>
                  <a:pt x="369" y="1403"/>
                </a:lnTo>
                <a:lnTo>
                  <a:pt x="367" y="1403"/>
                </a:lnTo>
                <a:lnTo>
                  <a:pt x="365" y="1402"/>
                </a:lnTo>
                <a:lnTo>
                  <a:pt x="363" y="1402"/>
                </a:lnTo>
                <a:lnTo>
                  <a:pt x="362" y="1402"/>
                </a:lnTo>
                <a:lnTo>
                  <a:pt x="361" y="1403"/>
                </a:lnTo>
                <a:lnTo>
                  <a:pt x="359" y="1403"/>
                </a:lnTo>
                <a:lnTo>
                  <a:pt x="359" y="1404"/>
                </a:lnTo>
                <a:lnTo>
                  <a:pt x="358" y="1404"/>
                </a:lnTo>
                <a:lnTo>
                  <a:pt x="357" y="1404"/>
                </a:lnTo>
                <a:lnTo>
                  <a:pt x="356" y="1404"/>
                </a:lnTo>
                <a:lnTo>
                  <a:pt x="356" y="1405"/>
                </a:lnTo>
                <a:lnTo>
                  <a:pt x="355" y="1404"/>
                </a:lnTo>
                <a:lnTo>
                  <a:pt x="354" y="1404"/>
                </a:lnTo>
                <a:lnTo>
                  <a:pt x="353" y="1404"/>
                </a:lnTo>
                <a:lnTo>
                  <a:pt x="352" y="1404"/>
                </a:lnTo>
                <a:lnTo>
                  <a:pt x="351" y="1403"/>
                </a:lnTo>
                <a:lnTo>
                  <a:pt x="350" y="1402"/>
                </a:lnTo>
                <a:lnTo>
                  <a:pt x="350" y="1401"/>
                </a:lnTo>
                <a:lnTo>
                  <a:pt x="349" y="1401"/>
                </a:lnTo>
                <a:lnTo>
                  <a:pt x="348" y="1401"/>
                </a:lnTo>
                <a:lnTo>
                  <a:pt x="348" y="1400"/>
                </a:lnTo>
                <a:lnTo>
                  <a:pt x="347" y="1398"/>
                </a:lnTo>
                <a:lnTo>
                  <a:pt x="346" y="1397"/>
                </a:lnTo>
                <a:lnTo>
                  <a:pt x="345" y="1397"/>
                </a:lnTo>
                <a:lnTo>
                  <a:pt x="344" y="1396"/>
                </a:lnTo>
                <a:lnTo>
                  <a:pt x="343" y="1396"/>
                </a:lnTo>
                <a:lnTo>
                  <a:pt x="342" y="1397"/>
                </a:lnTo>
                <a:lnTo>
                  <a:pt x="341" y="1397"/>
                </a:lnTo>
                <a:lnTo>
                  <a:pt x="340" y="1397"/>
                </a:lnTo>
                <a:lnTo>
                  <a:pt x="339" y="1398"/>
                </a:lnTo>
                <a:lnTo>
                  <a:pt x="338" y="1398"/>
                </a:lnTo>
                <a:lnTo>
                  <a:pt x="336" y="1399"/>
                </a:lnTo>
                <a:lnTo>
                  <a:pt x="335" y="1399"/>
                </a:lnTo>
                <a:lnTo>
                  <a:pt x="334" y="1399"/>
                </a:lnTo>
                <a:lnTo>
                  <a:pt x="333" y="1398"/>
                </a:lnTo>
                <a:lnTo>
                  <a:pt x="332" y="1397"/>
                </a:lnTo>
                <a:lnTo>
                  <a:pt x="331" y="1397"/>
                </a:lnTo>
                <a:lnTo>
                  <a:pt x="330" y="1397"/>
                </a:lnTo>
                <a:lnTo>
                  <a:pt x="329" y="1395"/>
                </a:lnTo>
                <a:lnTo>
                  <a:pt x="328" y="1395"/>
                </a:lnTo>
                <a:lnTo>
                  <a:pt x="327" y="1394"/>
                </a:lnTo>
                <a:lnTo>
                  <a:pt x="326" y="1394"/>
                </a:lnTo>
                <a:lnTo>
                  <a:pt x="325" y="1394"/>
                </a:lnTo>
                <a:lnTo>
                  <a:pt x="324" y="1393"/>
                </a:lnTo>
                <a:lnTo>
                  <a:pt x="324" y="1392"/>
                </a:lnTo>
                <a:lnTo>
                  <a:pt x="323" y="1391"/>
                </a:lnTo>
                <a:lnTo>
                  <a:pt x="322" y="1391"/>
                </a:lnTo>
                <a:lnTo>
                  <a:pt x="321" y="1391"/>
                </a:lnTo>
                <a:lnTo>
                  <a:pt x="320" y="1391"/>
                </a:lnTo>
                <a:lnTo>
                  <a:pt x="319" y="1390"/>
                </a:lnTo>
                <a:lnTo>
                  <a:pt x="318" y="1390"/>
                </a:lnTo>
                <a:lnTo>
                  <a:pt x="318" y="1389"/>
                </a:lnTo>
                <a:lnTo>
                  <a:pt x="317" y="1389"/>
                </a:lnTo>
                <a:lnTo>
                  <a:pt x="316" y="1390"/>
                </a:lnTo>
                <a:lnTo>
                  <a:pt x="315" y="1390"/>
                </a:lnTo>
                <a:lnTo>
                  <a:pt x="314" y="1390"/>
                </a:lnTo>
                <a:lnTo>
                  <a:pt x="314" y="1391"/>
                </a:lnTo>
                <a:lnTo>
                  <a:pt x="313" y="1391"/>
                </a:lnTo>
                <a:lnTo>
                  <a:pt x="312" y="1391"/>
                </a:lnTo>
                <a:lnTo>
                  <a:pt x="312" y="1390"/>
                </a:lnTo>
                <a:lnTo>
                  <a:pt x="311" y="1390"/>
                </a:lnTo>
                <a:lnTo>
                  <a:pt x="310" y="1390"/>
                </a:lnTo>
                <a:lnTo>
                  <a:pt x="308" y="1389"/>
                </a:lnTo>
                <a:lnTo>
                  <a:pt x="307" y="1388"/>
                </a:lnTo>
                <a:lnTo>
                  <a:pt x="307" y="1387"/>
                </a:lnTo>
                <a:lnTo>
                  <a:pt x="306" y="1386"/>
                </a:lnTo>
                <a:lnTo>
                  <a:pt x="304" y="1386"/>
                </a:lnTo>
                <a:lnTo>
                  <a:pt x="303" y="1385"/>
                </a:lnTo>
                <a:lnTo>
                  <a:pt x="302" y="1384"/>
                </a:lnTo>
                <a:lnTo>
                  <a:pt x="302" y="1383"/>
                </a:lnTo>
                <a:lnTo>
                  <a:pt x="301" y="1383"/>
                </a:lnTo>
                <a:lnTo>
                  <a:pt x="300" y="1384"/>
                </a:lnTo>
                <a:lnTo>
                  <a:pt x="298" y="1384"/>
                </a:lnTo>
                <a:lnTo>
                  <a:pt x="296" y="1385"/>
                </a:lnTo>
                <a:lnTo>
                  <a:pt x="295" y="1385"/>
                </a:lnTo>
                <a:lnTo>
                  <a:pt x="294" y="1385"/>
                </a:lnTo>
                <a:lnTo>
                  <a:pt x="294" y="1384"/>
                </a:lnTo>
                <a:lnTo>
                  <a:pt x="294" y="1383"/>
                </a:lnTo>
                <a:lnTo>
                  <a:pt x="293" y="1382"/>
                </a:lnTo>
                <a:lnTo>
                  <a:pt x="292" y="1380"/>
                </a:lnTo>
                <a:lnTo>
                  <a:pt x="291" y="1380"/>
                </a:lnTo>
                <a:lnTo>
                  <a:pt x="291" y="1379"/>
                </a:lnTo>
                <a:lnTo>
                  <a:pt x="290" y="1379"/>
                </a:lnTo>
                <a:lnTo>
                  <a:pt x="289" y="1378"/>
                </a:lnTo>
                <a:lnTo>
                  <a:pt x="289" y="1377"/>
                </a:lnTo>
                <a:lnTo>
                  <a:pt x="288" y="1375"/>
                </a:lnTo>
                <a:lnTo>
                  <a:pt x="286" y="1375"/>
                </a:lnTo>
                <a:lnTo>
                  <a:pt x="284" y="1374"/>
                </a:lnTo>
                <a:lnTo>
                  <a:pt x="284" y="1373"/>
                </a:lnTo>
                <a:lnTo>
                  <a:pt x="283" y="1373"/>
                </a:lnTo>
                <a:lnTo>
                  <a:pt x="282" y="1374"/>
                </a:lnTo>
                <a:lnTo>
                  <a:pt x="281" y="1374"/>
                </a:lnTo>
                <a:lnTo>
                  <a:pt x="280" y="1373"/>
                </a:lnTo>
                <a:lnTo>
                  <a:pt x="279" y="1373"/>
                </a:lnTo>
                <a:lnTo>
                  <a:pt x="279" y="1372"/>
                </a:lnTo>
                <a:lnTo>
                  <a:pt x="278" y="1371"/>
                </a:lnTo>
                <a:lnTo>
                  <a:pt x="277" y="1370"/>
                </a:lnTo>
                <a:lnTo>
                  <a:pt x="277" y="1369"/>
                </a:lnTo>
                <a:lnTo>
                  <a:pt x="277" y="1368"/>
                </a:lnTo>
                <a:lnTo>
                  <a:pt x="277" y="1367"/>
                </a:lnTo>
                <a:lnTo>
                  <a:pt x="278" y="1366"/>
                </a:lnTo>
                <a:lnTo>
                  <a:pt x="279" y="1366"/>
                </a:lnTo>
                <a:lnTo>
                  <a:pt x="279" y="1365"/>
                </a:lnTo>
                <a:lnTo>
                  <a:pt x="278" y="1364"/>
                </a:lnTo>
                <a:lnTo>
                  <a:pt x="278" y="1362"/>
                </a:lnTo>
                <a:lnTo>
                  <a:pt x="279" y="1361"/>
                </a:lnTo>
                <a:lnTo>
                  <a:pt x="279" y="1360"/>
                </a:lnTo>
                <a:lnTo>
                  <a:pt x="279" y="1359"/>
                </a:lnTo>
                <a:lnTo>
                  <a:pt x="278" y="1358"/>
                </a:lnTo>
                <a:lnTo>
                  <a:pt x="277" y="1357"/>
                </a:lnTo>
                <a:lnTo>
                  <a:pt x="276" y="1357"/>
                </a:lnTo>
                <a:lnTo>
                  <a:pt x="275" y="1357"/>
                </a:lnTo>
                <a:lnTo>
                  <a:pt x="275" y="1358"/>
                </a:lnTo>
                <a:lnTo>
                  <a:pt x="275" y="1359"/>
                </a:lnTo>
                <a:lnTo>
                  <a:pt x="275" y="1360"/>
                </a:lnTo>
                <a:lnTo>
                  <a:pt x="273" y="1361"/>
                </a:lnTo>
                <a:lnTo>
                  <a:pt x="272" y="1362"/>
                </a:lnTo>
                <a:lnTo>
                  <a:pt x="271" y="1361"/>
                </a:lnTo>
                <a:lnTo>
                  <a:pt x="270" y="1361"/>
                </a:lnTo>
                <a:lnTo>
                  <a:pt x="269" y="1361"/>
                </a:lnTo>
                <a:lnTo>
                  <a:pt x="267" y="1361"/>
                </a:lnTo>
                <a:lnTo>
                  <a:pt x="266" y="1362"/>
                </a:lnTo>
                <a:lnTo>
                  <a:pt x="266" y="1363"/>
                </a:lnTo>
                <a:lnTo>
                  <a:pt x="265" y="1364"/>
                </a:lnTo>
                <a:lnTo>
                  <a:pt x="265" y="1365"/>
                </a:lnTo>
                <a:lnTo>
                  <a:pt x="264" y="1365"/>
                </a:lnTo>
                <a:lnTo>
                  <a:pt x="264" y="1364"/>
                </a:lnTo>
                <a:lnTo>
                  <a:pt x="262" y="1364"/>
                </a:lnTo>
                <a:lnTo>
                  <a:pt x="261" y="1364"/>
                </a:lnTo>
                <a:lnTo>
                  <a:pt x="260" y="1364"/>
                </a:lnTo>
                <a:lnTo>
                  <a:pt x="259" y="1364"/>
                </a:lnTo>
                <a:lnTo>
                  <a:pt x="258" y="1364"/>
                </a:lnTo>
                <a:lnTo>
                  <a:pt x="258" y="1365"/>
                </a:lnTo>
                <a:lnTo>
                  <a:pt x="258" y="1366"/>
                </a:lnTo>
                <a:lnTo>
                  <a:pt x="259" y="1367"/>
                </a:lnTo>
                <a:lnTo>
                  <a:pt x="258" y="1368"/>
                </a:lnTo>
                <a:lnTo>
                  <a:pt x="258" y="1367"/>
                </a:lnTo>
                <a:lnTo>
                  <a:pt x="257" y="1367"/>
                </a:lnTo>
                <a:lnTo>
                  <a:pt x="255" y="1367"/>
                </a:lnTo>
                <a:lnTo>
                  <a:pt x="254" y="1367"/>
                </a:lnTo>
                <a:lnTo>
                  <a:pt x="253" y="1366"/>
                </a:lnTo>
                <a:lnTo>
                  <a:pt x="252" y="1366"/>
                </a:lnTo>
                <a:lnTo>
                  <a:pt x="251" y="1366"/>
                </a:lnTo>
                <a:lnTo>
                  <a:pt x="250" y="1366"/>
                </a:lnTo>
                <a:lnTo>
                  <a:pt x="249" y="1366"/>
                </a:lnTo>
                <a:lnTo>
                  <a:pt x="248" y="1366"/>
                </a:lnTo>
                <a:lnTo>
                  <a:pt x="246" y="1366"/>
                </a:lnTo>
                <a:lnTo>
                  <a:pt x="246" y="1367"/>
                </a:lnTo>
                <a:lnTo>
                  <a:pt x="245" y="1367"/>
                </a:lnTo>
                <a:lnTo>
                  <a:pt x="241" y="1367"/>
                </a:lnTo>
                <a:lnTo>
                  <a:pt x="240" y="1367"/>
                </a:lnTo>
                <a:lnTo>
                  <a:pt x="239" y="1367"/>
                </a:lnTo>
                <a:lnTo>
                  <a:pt x="239" y="1366"/>
                </a:lnTo>
                <a:lnTo>
                  <a:pt x="239" y="1365"/>
                </a:lnTo>
                <a:lnTo>
                  <a:pt x="240" y="1364"/>
                </a:lnTo>
                <a:lnTo>
                  <a:pt x="240" y="1363"/>
                </a:lnTo>
                <a:lnTo>
                  <a:pt x="239" y="1361"/>
                </a:lnTo>
                <a:lnTo>
                  <a:pt x="240" y="1360"/>
                </a:lnTo>
                <a:lnTo>
                  <a:pt x="240" y="1359"/>
                </a:lnTo>
                <a:lnTo>
                  <a:pt x="240" y="1358"/>
                </a:lnTo>
                <a:lnTo>
                  <a:pt x="240" y="1357"/>
                </a:lnTo>
                <a:lnTo>
                  <a:pt x="239" y="1356"/>
                </a:lnTo>
                <a:lnTo>
                  <a:pt x="239" y="1355"/>
                </a:lnTo>
                <a:lnTo>
                  <a:pt x="238" y="1354"/>
                </a:lnTo>
                <a:lnTo>
                  <a:pt x="236" y="1352"/>
                </a:lnTo>
                <a:lnTo>
                  <a:pt x="235" y="1351"/>
                </a:lnTo>
                <a:lnTo>
                  <a:pt x="235" y="1350"/>
                </a:lnTo>
                <a:lnTo>
                  <a:pt x="235" y="1348"/>
                </a:lnTo>
                <a:lnTo>
                  <a:pt x="234" y="1348"/>
                </a:lnTo>
                <a:lnTo>
                  <a:pt x="234" y="1347"/>
                </a:lnTo>
                <a:lnTo>
                  <a:pt x="233" y="1347"/>
                </a:lnTo>
                <a:lnTo>
                  <a:pt x="232" y="1347"/>
                </a:lnTo>
                <a:lnTo>
                  <a:pt x="231" y="1347"/>
                </a:lnTo>
                <a:lnTo>
                  <a:pt x="230" y="1347"/>
                </a:lnTo>
                <a:lnTo>
                  <a:pt x="229" y="1347"/>
                </a:lnTo>
                <a:lnTo>
                  <a:pt x="228" y="1348"/>
                </a:lnTo>
                <a:lnTo>
                  <a:pt x="227" y="1348"/>
                </a:lnTo>
                <a:lnTo>
                  <a:pt x="226" y="1348"/>
                </a:lnTo>
                <a:lnTo>
                  <a:pt x="225" y="1347"/>
                </a:lnTo>
                <a:lnTo>
                  <a:pt x="224" y="1346"/>
                </a:lnTo>
                <a:lnTo>
                  <a:pt x="223" y="1346"/>
                </a:lnTo>
                <a:lnTo>
                  <a:pt x="223" y="1345"/>
                </a:lnTo>
                <a:lnTo>
                  <a:pt x="222" y="1344"/>
                </a:lnTo>
                <a:lnTo>
                  <a:pt x="222" y="1343"/>
                </a:lnTo>
                <a:lnTo>
                  <a:pt x="221" y="1342"/>
                </a:lnTo>
                <a:lnTo>
                  <a:pt x="222" y="1342"/>
                </a:lnTo>
                <a:lnTo>
                  <a:pt x="222" y="1341"/>
                </a:lnTo>
                <a:lnTo>
                  <a:pt x="221" y="1341"/>
                </a:lnTo>
                <a:lnTo>
                  <a:pt x="221" y="1340"/>
                </a:lnTo>
                <a:lnTo>
                  <a:pt x="221" y="1339"/>
                </a:lnTo>
                <a:lnTo>
                  <a:pt x="220" y="1339"/>
                </a:lnTo>
                <a:lnTo>
                  <a:pt x="221" y="1339"/>
                </a:lnTo>
                <a:lnTo>
                  <a:pt x="221" y="1338"/>
                </a:lnTo>
                <a:lnTo>
                  <a:pt x="221" y="1337"/>
                </a:lnTo>
                <a:lnTo>
                  <a:pt x="220" y="1337"/>
                </a:lnTo>
                <a:lnTo>
                  <a:pt x="220" y="1336"/>
                </a:lnTo>
                <a:lnTo>
                  <a:pt x="221" y="1335"/>
                </a:lnTo>
                <a:lnTo>
                  <a:pt x="223" y="1335"/>
                </a:lnTo>
                <a:lnTo>
                  <a:pt x="223" y="1334"/>
                </a:lnTo>
                <a:lnTo>
                  <a:pt x="223" y="1333"/>
                </a:lnTo>
                <a:lnTo>
                  <a:pt x="226" y="1333"/>
                </a:lnTo>
                <a:lnTo>
                  <a:pt x="227" y="1333"/>
                </a:lnTo>
                <a:lnTo>
                  <a:pt x="227" y="1332"/>
                </a:lnTo>
                <a:lnTo>
                  <a:pt x="227" y="1329"/>
                </a:lnTo>
                <a:lnTo>
                  <a:pt x="227" y="1328"/>
                </a:lnTo>
                <a:lnTo>
                  <a:pt x="227" y="1327"/>
                </a:lnTo>
                <a:lnTo>
                  <a:pt x="226" y="1327"/>
                </a:lnTo>
                <a:lnTo>
                  <a:pt x="226" y="1326"/>
                </a:lnTo>
                <a:lnTo>
                  <a:pt x="227" y="1326"/>
                </a:lnTo>
                <a:lnTo>
                  <a:pt x="228" y="1326"/>
                </a:lnTo>
                <a:lnTo>
                  <a:pt x="229" y="1326"/>
                </a:lnTo>
                <a:lnTo>
                  <a:pt x="231" y="1326"/>
                </a:lnTo>
                <a:lnTo>
                  <a:pt x="232" y="1326"/>
                </a:lnTo>
                <a:lnTo>
                  <a:pt x="231" y="1324"/>
                </a:lnTo>
                <a:lnTo>
                  <a:pt x="230" y="1324"/>
                </a:lnTo>
                <a:lnTo>
                  <a:pt x="229" y="1322"/>
                </a:lnTo>
                <a:lnTo>
                  <a:pt x="228" y="1322"/>
                </a:lnTo>
                <a:lnTo>
                  <a:pt x="228" y="1320"/>
                </a:lnTo>
                <a:lnTo>
                  <a:pt x="227" y="1319"/>
                </a:lnTo>
                <a:lnTo>
                  <a:pt x="226" y="1318"/>
                </a:lnTo>
                <a:lnTo>
                  <a:pt x="225" y="1317"/>
                </a:lnTo>
                <a:lnTo>
                  <a:pt x="225" y="1316"/>
                </a:lnTo>
                <a:lnTo>
                  <a:pt x="224" y="1315"/>
                </a:lnTo>
                <a:lnTo>
                  <a:pt x="224" y="1314"/>
                </a:lnTo>
                <a:lnTo>
                  <a:pt x="225" y="1314"/>
                </a:lnTo>
                <a:lnTo>
                  <a:pt x="225" y="1313"/>
                </a:lnTo>
                <a:lnTo>
                  <a:pt x="226" y="1312"/>
                </a:lnTo>
                <a:lnTo>
                  <a:pt x="226" y="1311"/>
                </a:lnTo>
                <a:lnTo>
                  <a:pt x="227" y="1310"/>
                </a:lnTo>
                <a:lnTo>
                  <a:pt x="228" y="1310"/>
                </a:lnTo>
                <a:lnTo>
                  <a:pt x="228" y="1309"/>
                </a:lnTo>
                <a:lnTo>
                  <a:pt x="229" y="1308"/>
                </a:lnTo>
                <a:lnTo>
                  <a:pt x="228" y="1307"/>
                </a:lnTo>
                <a:lnTo>
                  <a:pt x="228" y="1306"/>
                </a:lnTo>
                <a:lnTo>
                  <a:pt x="228" y="1305"/>
                </a:lnTo>
                <a:lnTo>
                  <a:pt x="227" y="1304"/>
                </a:lnTo>
                <a:lnTo>
                  <a:pt x="227" y="1303"/>
                </a:lnTo>
                <a:lnTo>
                  <a:pt x="226" y="1303"/>
                </a:lnTo>
                <a:lnTo>
                  <a:pt x="226" y="1302"/>
                </a:lnTo>
                <a:lnTo>
                  <a:pt x="227" y="1302"/>
                </a:lnTo>
                <a:lnTo>
                  <a:pt x="227" y="1301"/>
                </a:lnTo>
                <a:lnTo>
                  <a:pt x="226" y="1301"/>
                </a:lnTo>
                <a:lnTo>
                  <a:pt x="225" y="1301"/>
                </a:lnTo>
                <a:lnTo>
                  <a:pt x="225" y="1300"/>
                </a:lnTo>
                <a:lnTo>
                  <a:pt x="225" y="1299"/>
                </a:lnTo>
                <a:lnTo>
                  <a:pt x="225" y="1298"/>
                </a:lnTo>
                <a:lnTo>
                  <a:pt x="224" y="1298"/>
                </a:lnTo>
                <a:lnTo>
                  <a:pt x="224" y="1297"/>
                </a:lnTo>
                <a:lnTo>
                  <a:pt x="223" y="1297"/>
                </a:lnTo>
                <a:lnTo>
                  <a:pt x="222" y="1296"/>
                </a:lnTo>
                <a:lnTo>
                  <a:pt x="222" y="1295"/>
                </a:lnTo>
                <a:lnTo>
                  <a:pt x="222" y="1294"/>
                </a:lnTo>
                <a:lnTo>
                  <a:pt x="221" y="1293"/>
                </a:lnTo>
                <a:lnTo>
                  <a:pt x="221" y="1292"/>
                </a:lnTo>
                <a:lnTo>
                  <a:pt x="220" y="1292"/>
                </a:lnTo>
                <a:lnTo>
                  <a:pt x="220" y="1291"/>
                </a:lnTo>
                <a:lnTo>
                  <a:pt x="220" y="1290"/>
                </a:lnTo>
                <a:lnTo>
                  <a:pt x="220" y="1289"/>
                </a:lnTo>
                <a:lnTo>
                  <a:pt x="220" y="1288"/>
                </a:lnTo>
                <a:lnTo>
                  <a:pt x="218" y="1285"/>
                </a:lnTo>
                <a:lnTo>
                  <a:pt x="217" y="1285"/>
                </a:lnTo>
                <a:lnTo>
                  <a:pt x="216" y="1284"/>
                </a:lnTo>
                <a:lnTo>
                  <a:pt x="215" y="1284"/>
                </a:lnTo>
                <a:lnTo>
                  <a:pt x="214" y="1283"/>
                </a:lnTo>
                <a:lnTo>
                  <a:pt x="214" y="1282"/>
                </a:lnTo>
                <a:lnTo>
                  <a:pt x="213" y="1281"/>
                </a:lnTo>
                <a:lnTo>
                  <a:pt x="211" y="1280"/>
                </a:lnTo>
                <a:lnTo>
                  <a:pt x="210" y="1279"/>
                </a:lnTo>
                <a:lnTo>
                  <a:pt x="209" y="1278"/>
                </a:lnTo>
                <a:lnTo>
                  <a:pt x="208" y="1278"/>
                </a:lnTo>
                <a:lnTo>
                  <a:pt x="208" y="1277"/>
                </a:lnTo>
                <a:lnTo>
                  <a:pt x="207" y="1277"/>
                </a:lnTo>
                <a:lnTo>
                  <a:pt x="207" y="1276"/>
                </a:lnTo>
                <a:lnTo>
                  <a:pt x="206" y="1276"/>
                </a:lnTo>
                <a:lnTo>
                  <a:pt x="205" y="1275"/>
                </a:lnTo>
                <a:lnTo>
                  <a:pt x="204" y="1275"/>
                </a:lnTo>
                <a:lnTo>
                  <a:pt x="203" y="1274"/>
                </a:lnTo>
                <a:lnTo>
                  <a:pt x="202" y="1273"/>
                </a:lnTo>
                <a:lnTo>
                  <a:pt x="201" y="1273"/>
                </a:lnTo>
                <a:lnTo>
                  <a:pt x="200" y="1273"/>
                </a:lnTo>
                <a:lnTo>
                  <a:pt x="199" y="1273"/>
                </a:lnTo>
                <a:lnTo>
                  <a:pt x="198" y="1273"/>
                </a:lnTo>
                <a:lnTo>
                  <a:pt x="198" y="1272"/>
                </a:lnTo>
                <a:lnTo>
                  <a:pt x="197" y="1272"/>
                </a:lnTo>
                <a:lnTo>
                  <a:pt x="196" y="1271"/>
                </a:lnTo>
                <a:lnTo>
                  <a:pt x="195" y="1271"/>
                </a:lnTo>
                <a:lnTo>
                  <a:pt x="194" y="1271"/>
                </a:lnTo>
                <a:lnTo>
                  <a:pt x="193" y="1271"/>
                </a:lnTo>
                <a:lnTo>
                  <a:pt x="192" y="1271"/>
                </a:lnTo>
                <a:lnTo>
                  <a:pt x="191" y="1271"/>
                </a:lnTo>
                <a:lnTo>
                  <a:pt x="190" y="1271"/>
                </a:lnTo>
                <a:lnTo>
                  <a:pt x="189" y="1271"/>
                </a:lnTo>
                <a:lnTo>
                  <a:pt x="188" y="1272"/>
                </a:lnTo>
                <a:lnTo>
                  <a:pt x="188" y="1271"/>
                </a:lnTo>
                <a:lnTo>
                  <a:pt x="187" y="1271"/>
                </a:lnTo>
                <a:lnTo>
                  <a:pt x="184" y="1271"/>
                </a:lnTo>
                <a:lnTo>
                  <a:pt x="184" y="1270"/>
                </a:lnTo>
                <a:lnTo>
                  <a:pt x="184" y="1271"/>
                </a:lnTo>
                <a:lnTo>
                  <a:pt x="184" y="1272"/>
                </a:lnTo>
                <a:lnTo>
                  <a:pt x="183" y="1272"/>
                </a:lnTo>
                <a:lnTo>
                  <a:pt x="183" y="1273"/>
                </a:lnTo>
                <a:lnTo>
                  <a:pt x="184" y="1274"/>
                </a:lnTo>
                <a:lnTo>
                  <a:pt x="183" y="1275"/>
                </a:lnTo>
                <a:lnTo>
                  <a:pt x="182" y="1275"/>
                </a:lnTo>
                <a:lnTo>
                  <a:pt x="181" y="1274"/>
                </a:lnTo>
                <a:lnTo>
                  <a:pt x="181" y="1273"/>
                </a:lnTo>
                <a:lnTo>
                  <a:pt x="180" y="1273"/>
                </a:lnTo>
                <a:lnTo>
                  <a:pt x="179" y="1274"/>
                </a:lnTo>
                <a:lnTo>
                  <a:pt x="178" y="1275"/>
                </a:lnTo>
                <a:lnTo>
                  <a:pt x="178" y="1276"/>
                </a:lnTo>
                <a:lnTo>
                  <a:pt x="177" y="1276"/>
                </a:lnTo>
                <a:lnTo>
                  <a:pt x="176" y="1275"/>
                </a:lnTo>
                <a:lnTo>
                  <a:pt x="175" y="1274"/>
                </a:lnTo>
                <a:lnTo>
                  <a:pt x="175" y="1273"/>
                </a:lnTo>
                <a:lnTo>
                  <a:pt x="175" y="1272"/>
                </a:lnTo>
                <a:lnTo>
                  <a:pt x="174" y="1271"/>
                </a:lnTo>
                <a:lnTo>
                  <a:pt x="174" y="1270"/>
                </a:lnTo>
                <a:lnTo>
                  <a:pt x="174" y="1269"/>
                </a:lnTo>
                <a:lnTo>
                  <a:pt x="173" y="1268"/>
                </a:lnTo>
                <a:lnTo>
                  <a:pt x="174" y="1268"/>
                </a:lnTo>
                <a:lnTo>
                  <a:pt x="174" y="1267"/>
                </a:lnTo>
                <a:lnTo>
                  <a:pt x="174" y="1266"/>
                </a:lnTo>
                <a:lnTo>
                  <a:pt x="174" y="1265"/>
                </a:lnTo>
                <a:lnTo>
                  <a:pt x="174" y="1264"/>
                </a:lnTo>
                <a:lnTo>
                  <a:pt x="174" y="1263"/>
                </a:lnTo>
                <a:lnTo>
                  <a:pt x="174" y="1262"/>
                </a:lnTo>
                <a:lnTo>
                  <a:pt x="174" y="1261"/>
                </a:lnTo>
                <a:lnTo>
                  <a:pt x="174" y="1260"/>
                </a:lnTo>
                <a:lnTo>
                  <a:pt x="173" y="1259"/>
                </a:lnTo>
                <a:lnTo>
                  <a:pt x="173" y="1258"/>
                </a:lnTo>
                <a:lnTo>
                  <a:pt x="171" y="1257"/>
                </a:lnTo>
                <a:lnTo>
                  <a:pt x="171" y="1255"/>
                </a:lnTo>
                <a:lnTo>
                  <a:pt x="171" y="1254"/>
                </a:lnTo>
                <a:lnTo>
                  <a:pt x="172" y="1254"/>
                </a:lnTo>
                <a:lnTo>
                  <a:pt x="173" y="1254"/>
                </a:lnTo>
                <a:lnTo>
                  <a:pt x="173" y="1253"/>
                </a:lnTo>
                <a:lnTo>
                  <a:pt x="172" y="1252"/>
                </a:lnTo>
                <a:lnTo>
                  <a:pt x="171" y="1252"/>
                </a:lnTo>
                <a:lnTo>
                  <a:pt x="170" y="1252"/>
                </a:lnTo>
                <a:lnTo>
                  <a:pt x="168" y="1251"/>
                </a:lnTo>
                <a:lnTo>
                  <a:pt x="167" y="1251"/>
                </a:lnTo>
                <a:lnTo>
                  <a:pt x="166" y="1251"/>
                </a:lnTo>
                <a:lnTo>
                  <a:pt x="165" y="1250"/>
                </a:lnTo>
                <a:lnTo>
                  <a:pt x="164" y="1250"/>
                </a:lnTo>
                <a:lnTo>
                  <a:pt x="163" y="1250"/>
                </a:lnTo>
                <a:lnTo>
                  <a:pt x="162" y="1250"/>
                </a:lnTo>
                <a:lnTo>
                  <a:pt x="161" y="1250"/>
                </a:lnTo>
                <a:lnTo>
                  <a:pt x="160" y="1250"/>
                </a:lnTo>
                <a:lnTo>
                  <a:pt x="159" y="1250"/>
                </a:lnTo>
                <a:lnTo>
                  <a:pt x="158" y="1251"/>
                </a:lnTo>
                <a:lnTo>
                  <a:pt x="157" y="1251"/>
                </a:lnTo>
                <a:lnTo>
                  <a:pt x="156" y="1250"/>
                </a:lnTo>
                <a:lnTo>
                  <a:pt x="155" y="1250"/>
                </a:lnTo>
                <a:lnTo>
                  <a:pt x="154" y="1250"/>
                </a:lnTo>
                <a:lnTo>
                  <a:pt x="153" y="1249"/>
                </a:lnTo>
                <a:lnTo>
                  <a:pt x="152" y="1249"/>
                </a:lnTo>
                <a:lnTo>
                  <a:pt x="151" y="1248"/>
                </a:lnTo>
                <a:lnTo>
                  <a:pt x="151" y="1247"/>
                </a:lnTo>
                <a:lnTo>
                  <a:pt x="151" y="1246"/>
                </a:lnTo>
                <a:lnTo>
                  <a:pt x="151" y="1245"/>
                </a:lnTo>
                <a:lnTo>
                  <a:pt x="150" y="1245"/>
                </a:lnTo>
                <a:lnTo>
                  <a:pt x="149" y="1245"/>
                </a:lnTo>
                <a:lnTo>
                  <a:pt x="149" y="1244"/>
                </a:lnTo>
                <a:lnTo>
                  <a:pt x="148" y="1244"/>
                </a:lnTo>
                <a:lnTo>
                  <a:pt x="147" y="1245"/>
                </a:lnTo>
                <a:lnTo>
                  <a:pt x="147" y="1246"/>
                </a:lnTo>
                <a:lnTo>
                  <a:pt x="146" y="1246"/>
                </a:lnTo>
                <a:lnTo>
                  <a:pt x="145" y="1246"/>
                </a:lnTo>
                <a:lnTo>
                  <a:pt x="144" y="1246"/>
                </a:lnTo>
                <a:lnTo>
                  <a:pt x="143" y="1246"/>
                </a:lnTo>
                <a:lnTo>
                  <a:pt x="142" y="1247"/>
                </a:lnTo>
                <a:lnTo>
                  <a:pt x="141" y="1247"/>
                </a:lnTo>
                <a:lnTo>
                  <a:pt x="141" y="1246"/>
                </a:lnTo>
                <a:lnTo>
                  <a:pt x="140" y="1246"/>
                </a:lnTo>
                <a:lnTo>
                  <a:pt x="139" y="1246"/>
                </a:lnTo>
                <a:lnTo>
                  <a:pt x="138" y="1246"/>
                </a:lnTo>
                <a:lnTo>
                  <a:pt x="137" y="1246"/>
                </a:lnTo>
                <a:lnTo>
                  <a:pt x="137" y="1247"/>
                </a:lnTo>
                <a:lnTo>
                  <a:pt x="136" y="1247"/>
                </a:lnTo>
                <a:lnTo>
                  <a:pt x="136" y="1248"/>
                </a:lnTo>
                <a:lnTo>
                  <a:pt x="134" y="1248"/>
                </a:lnTo>
                <a:lnTo>
                  <a:pt x="134" y="1247"/>
                </a:lnTo>
                <a:lnTo>
                  <a:pt x="133" y="1248"/>
                </a:lnTo>
                <a:lnTo>
                  <a:pt x="132" y="1248"/>
                </a:lnTo>
                <a:lnTo>
                  <a:pt x="131" y="1248"/>
                </a:lnTo>
                <a:lnTo>
                  <a:pt x="131" y="1249"/>
                </a:lnTo>
                <a:lnTo>
                  <a:pt x="130" y="1249"/>
                </a:lnTo>
                <a:lnTo>
                  <a:pt x="129" y="1249"/>
                </a:lnTo>
                <a:lnTo>
                  <a:pt x="129" y="1250"/>
                </a:lnTo>
                <a:lnTo>
                  <a:pt x="129" y="1251"/>
                </a:lnTo>
                <a:lnTo>
                  <a:pt x="129" y="1252"/>
                </a:lnTo>
                <a:lnTo>
                  <a:pt x="130" y="1252"/>
                </a:lnTo>
                <a:lnTo>
                  <a:pt x="130" y="1253"/>
                </a:lnTo>
                <a:lnTo>
                  <a:pt x="129" y="1253"/>
                </a:lnTo>
                <a:lnTo>
                  <a:pt x="128" y="1253"/>
                </a:lnTo>
                <a:lnTo>
                  <a:pt x="128" y="1254"/>
                </a:lnTo>
                <a:lnTo>
                  <a:pt x="127" y="1254"/>
                </a:lnTo>
                <a:lnTo>
                  <a:pt x="126" y="1254"/>
                </a:lnTo>
                <a:lnTo>
                  <a:pt x="126" y="1253"/>
                </a:lnTo>
                <a:lnTo>
                  <a:pt x="125" y="1252"/>
                </a:lnTo>
                <a:lnTo>
                  <a:pt x="125" y="1251"/>
                </a:lnTo>
                <a:lnTo>
                  <a:pt x="124" y="1250"/>
                </a:lnTo>
                <a:lnTo>
                  <a:pt x="124" y="1249"/>
                </a:lnTo>
                <a:lnTo>
                  <a:pt x="124" y="1248"/>
                </a:lnTo>
                <a:lnTo>
                  <a:pt x="123" y="1247"/>
                </a:lnTo>
                <a:lnTo>
                  <a:pt x="122" y="1246"/>
                </a:lnTo>
                <a:lnTo>
                  <a:pt x="122" y="1245"/>
                </a:lnTo>
                <a:lnTo>
                  <a:pt x="122" y="1243"/>
                </a:lnTo>
                <a:lnTo>
                  <a:pt x="122" y="1242"/>
                </a:lnTo>
                <a:lnTo>
                  <a:pt x="118" y="1242"/>
                </a:lnTo>
                <a:lnTo>
                  <a:pt x="117" y="1242"/>
                </a:lnTo>
                <a:lnTo>
                  <a:pt x="117" y="1244"/>
                </a:lnTo>
                <a:lnTo>
                  <a:pt x="116" y="1244"/>
                </a:lnTo>
                <a:lnTo>
                  <a:pt x="115" y="1245"/>
                </a:lnTo>
                <a:lnTo>
                  <a:pt x="114" y="1245"/>
                </a:lnTo>
                <a:lnTo>
                  <a:pt x="113" y="1245"/>
                </a:lnTo>
                <a:lnTo>
                  <a:pt x="112" y="1244"/>
                </a:lnTo>
                <a:lnTo>
                  <a:pt x="111" y="1244"/>
                </a:lnTo>
                <a:lnTo>
                  <a:pt x="110" y="1243"/>
                </a:lnTo>
                <a:lnTo>
                  <a:pt x="110" y="1242"/>
                </a:lnTo>
                <a:lnTo>
                  <a:pt x="110" y="1241"/>
                </a:lnTo>
                <a:lnTo>
                  <a:pt x="110" y="1240"/>
                </a:lnTo>
                <a:lnTo>
                  <a:pt x="109" y="1240"/>
                </a:lnTo>
                <a:lnTo>
                  <a:pt x="109" y="1239"/>
                </a:lnTo>
                <a:lnTo>
                  <a:pt x="109" y="1238"/>
                </a:lnTo>
                <a:lnTo>
                  <a:pt x="108" y="1238"/>
                </a:lnTo>
                <a:lnTo>
                  <a:pt x="107" y="1238"/>
                </a:lnTo>
                <a:lnTo>
                  <a:pt x="107" y="1239"/>
                </a:lnTo>
                <a:lnTo>
                  <a:pt x="106" y="1239"/>
                </a:lnTo>
                <a:lnTo>
                  <a:pt x="105" y="1239"/>
                </a:lnTo>
                <a:lnTo>
                  <a:pt x="104" y="1240"/>
                </a:lnTo>
                <a:lnTo>
                  <a:pt x="103" y="1240"/>
                </a:lnTo>
                <a:lnTo>
                  <a:pt x="102" y="1240"/>
                </a:lnTo>
                <a:lnTo>
                  <a:pt x="102" y="1241"/>
                </a:lnTo>
                <a:lnTo>
                  <a:pt x="101" y="1242"/>
                </a:lnTo>
                <a:lnTo>
                  <a:pt x="101" y="1243"/>
                </a:lnTo>
                <a:lnTo>
                  <a:pt x="100" y="1243"/>
                </a:lnTo>
                <a:lnTo>
                  <a:pt x="99" y="1243"/>
                </a:lnTo>
                <a:lnTo>
                  <a:pt x="97" y="1244"/>
                </a:lnTo>
                <a:lnTo>
                  <a:pt x="96" y="1243"/>
                </a:lnTo>
                <a:lnTo>
                  <a:pt x="95" y="1242"/>
                </a:lnTo>
                <a:lnTo>
                  <a:pt x="94" y="1241"/>
                </a:lnTo>
                <a:lnTo>
                  <a:pt x="94" y="1240"/>
                </a:lnTo>
                <a:lnTo>
                  <a:pt x="94" y="1239"/>
                </a:lnTo>
                <a:lnTo>
                  <a:pt x="93" y="1239"/>
                </a:lnTo>
                <a:lnTo>
                  <a:pt x="92" y="1239"/>
                </a:lnTo>
                <a:lnTo>
                  <a:pt x="91" y="1240"/>
                </a:lnTo>
                <a:lnTo>
                  <a:pt x="91" y="1241"/>
                </a:lnTo>
                <a:lnTo>
                  <a:pt x="91" y="1240"/>
                </a:lnTo>
                <a:lnTo>
                  <a:pt x="90" y="1240"/>
                </a:lnTo>
                <a:lnTo>
                  <a:pt x="90" y="1239"/>
                </a:lnTo>
                <a:lnTo>
                  <a:pt x="90" y="1236"/>
                </a:lnTo>
                <a:lnTo>
                  <a:pt x="90" y="1235"/>
                </a:lnTo>
                <a:lnTo>
                  <a:pt x="89" y="1235"/>
                </a:lnTo>
                <a:lnTo>
                  <a:pt x="88" y="1234"/>
                </a:lnTo>
                <a:lnTo>
                  <a:pt x="87" y="1234"/>
                </a:lnTo>
                <a:lnTo>
                  <a:pt x="87" y="1233"/>
                </a:lnTo>
                <a:lnTo>
                  <a:pt x="87" y="1232"/>
                </a:lnTo>
                <a:lnTo>
                  <a:pt x="88" y="1232"/>
                </a:lnTo>
                <a:lnTo>
                  <a:pt x="88" y="1231"/>
                </a:lnTo>
                <a:lnTo>
                  <a:pt x="89" y="1231"/>
                </a:lnTo>
                <a:lnTo>
                  <a:pt x="90" y="1231"/>
                </a:lnTo>
                <a:lnTo>
                  <a:pt x="90" y="1230"/>
                </a:lnTo>
                <a:lnTo>
                  <a:pt x="90" y="1229"/>
                </a:lnTo>
                <a:lnTo>
                  <a:pt x="88" y="1227"/>
                </a:lnTo>
                <a:lnTo>
                  <a:pt x="88" y="1226"/>
                </a:lnTo>
                <a:lnTo>
                  <a:pt x="89" y="1226"/>
                </a:lnTo>
                <a:lnTo>
                  <a:pt x="90" y="1226"/>
                </a:lnTo>
                <a:lnTo>
                  <a:pt x="90" y="1225"/>
                </a:lnTo>
                <a:lnTo>
                  <a:pt x="91" y="1224"/>
                </a:lnTo>
                <a:lnTo>
                  <a:pt x="91" y="1223"/>
                </a:lnTo>
                <a:lnTo>
                  <a:pt x="92" y="1222"/>
                </a:lnTo>
                <a:lnTo>
                  <a:pt x="93" y="1222"/>
                </a:lnTo>
                <a:lnTo>
                  <a:pt x="94" y="1222"/>
                </a:lnTo>
                <a:lnTo>
                  <a:pt x="95" y="1222"/>
                </a:lnTo>
                <a:lnTo>
                  <a:pt x="96" y="1222"/>
                </a:lnTo>
                <a:lnTo>
                  <a:pt x="96" y="1223"/>
                </a:lnTo>
                <a:lnTo>
                  <a:pt x="97" y="1223"/>
                </a:lnTo>
                <a:lnTo>
                  <a:pt x="98" y="1223"/>
                </a:lnTo>
                <a:lnTo>
                  <a:pt x="99" y="1223"/>
                </a:lnTo>
                <a:lnTo>
                  <a:pt x="99" y="1222"/>
                </a:lnTo>
                <a:lnTo>
                  <a:pt x="99" y="1221"/>
                </a:lnTo>
                <a:lnTo>
                  <a:pt x="100" y="1221"/>
                </a:lnTo>
                <a:lnTo>
                  <a:pt x="101" y="1221"/>
                </a:lnTo>
                <a:lnTo>
                  <a:pt x="102" y="1221"/>
                </a:lnTo>
                <a:lnTo>
                  <a:pt x="102" y="1220"/>
                </a:lnTo>
                <a:lnTo>
                  <a:pt x="103" y="1220"/>
                </a:lnTo>
                <a:lnTo>
                  <a:pt x="103" y="1221"/>
                </a:lnTo>
                <a:lnTo>
                  <a:pt x="104" y="1221"/>
                </a:lnTo>
                <a:lnTo>
                  <a:pt x="104" y="1222"/>
                </a:lnTo>
                <a:lnTo>
                  <a:pt x="104" y="1223"/>
                </a:lnTo>
                <a:lnTo>
                  <a:pt x="105" y="1223"/>
                </a:lnTo>
                <a:lnTo>
                  <a:pt x="106" y="1223"/>
                </a:lnTo>
                <a:lnTo>
                  <a:pt x="106" y="1222"/>
                </a:lnTo>
                <a:lnTo>
                  <a:pt x="107" y="1221"/>
                </a:lnTo>
                <a:lnTo>
                  <a:pt x="108" y="1220"/>
                </a:lnTo>
                <a:lnTo>
                  <a:pt x="109" y="1219"/>
                </a:lnTo>
                <a:lnTo>
                  <a:pt x="110" y="1219"/>
                </a:lnTo>
                <a:lnTo>
                  <a:pt x="110" y="1218"/>
                </a:lnTo>
                <a:lnTo>
                  <a:pt x="111" y="1218"/>
                </a:lnTo>
                <a:lnTo>
                  <a:pt x="112" y="1218"/>
                </a:lnTo>
                <a:lnTo>
                  <a:pt x="113" y="1218"/>
                </a:lnTo>
                <a:lnTo>
                  <a:pt x="114" y="1219"/>
                </a:lnTo>
                <a:lnTo>
                  <a:pt x="115" y="1220"/>
                </a:lnTo>
                <a:lnTo>
                  <a:pt x="116" y="1221"/>
                </a:lnTo>
                <a:lnTo>
                  <a:pt x="117" y="1222"/>
                </a:lnTo>
                <a:lnTo>
                  <a:pt x="118" y="1222"/>
                </a:lnTo>
                <a:lnTo>
                  <a:pt x="118" y="1223"/>
                </a:lnTo>
                <a:lnTo>
                  <a:pt x="118" y="1224"/>
                </a:lnTo>
                <a:lnTo>
                  <a:pt x="118" y="1225"/>
                </a:lnTo>
                <a:lnTo>
                  <a:pt x="119" y="1225"/>
                </a:lnTo>
                <a:lnTo>
                  <a:pt x="120" y="1225"/>
                </a:lnTo>
                <a:lnTo>
                  <a:pt x="121" y="1225"/>
                </a:lnTo>
                <a:lnTo>
                  <a:pt x="122" y="1225"/>
                </a:lnTo>
                <a:lnTo>
                  <a:pt x="123" y="1225"/>
                </a:lnTo>
                <a:lnTo>
                  <a:pt x="123" y="1224"/>
                </a:lnTo>
                <a:lnTo>
                  <a:pt x="124" y="1224"/>
                </a:lnTo>
                <a:lnTo>
                  <a:pt x="125" y="1224"/>
                </a:lnTo>
                <a:lnTo>
                  <a:pt x="126" y="1224"/>
                </a:lnTo>
                <a:lnTo>
                  <a:pt x="126" y="1223"/>
                </a:lnTo>
                <a:lnTo>
                  <a:pt x="127" y="1223"/>
                </a:lnTo>
                <a:lnTo>
                  <a:pt x="128" y="1223"/>
                </a:lnTo>
                <a:lnTo>
                  <a:pt x="128" y="1222"/>
                </a:lnTo>
                <a:lnTo>
                  <a:pt x="128" y="1221"/>
                </a:lnTo>
                <a:lnTo>
                  <a:pt x="129" y="1220"/>
                </a:lnTo>
                <a:lnTo>
                  <a:pt x="129" y="1219"/>
                </a:lnTo>
                <a:lnTo>
                  <a:pt x="130" y="1218"/>
                </a:lnTo>
                <a:lnTo>
                  <a:pt x="131" y="1218"/>
                </a:lnTo>
                <a:lnTo>
                  <a:pt x="132" y="1218"/>
                </a:lnTo>
                <a:lnTo>
                  <a:pt x="133" y="1218"/>
                </a:lnTo>
                <a:lnTo>
                  <a:pt x="134" y="1218"/>
                </a:lnTo>
                <a:lnTo>
                  <a:pt x="135" y="1218"/>
                </a:lnTo>
                <a:lnTo>
                  <a:pt x="136" y="1218"/>
                </a:lnTo>
                <a:lnTo>
                  <a:pt x="136" y="1217"/>
                </a:lnTo>
                <a:lnTo>
                  <a:pt x="137" y="1217"/>
                </a:lnTo>
                <a:lnTo>
                  <a:pt x="138" y="1217"/>
                </a:lnTo>
                <a:lnTo>
                  <a:pt x="140" y="1216"/>
                </a:lnTo>
                <a:lnTo>
                  <a:pt x="142" y="1215"/>
                </a:lnTo>
                <a:lnTo>
                  <a:pt x="143" y="1215"/>
                </a:lnTo>
                <a:lnTo>
                  <a:pt x="144" y="1215"/>
                </a:lnTo>
                <a:lnTo>
                  <a:pt x="145" y="1215"/>
                </a:lnTo>
                <a:lnTo>
                  <a:pt x="146" y="1215"/>
                </a:lnTo>
                <a:lnTo>
                  <a:pt x="147" y="1214"/>
                </a:lnTo>
                <a:lnTo>
                  <a:pt x="147" y="1213"/>
                </a:lnTo>
                <a:lnTo>
                  <a:pt x="148" y="1211"/>
                </a:lnTo>
                <a:lnTo>
                  <a:pt x="148" y="1210"/>
                </a:lnTo>
                <a:lnTo>
                  <a:pt x="148" y="1209"/>
                </a:lnTo>
                <a:lnTo>
                  <a:pt x="147" y="1209"/>
                </a:lnTo>
                <a:lnTo>
                  <a:pt x="147" y="1208"/>
                </a:lnTo>
                <a:lnTo>
                  <a:pt x="147" y="1207"/>
                </a:lnTo>
                <a:lnTo>
                  <a:pt x="148" y="1207"/>
                </a:lnTo>
                <a:lnTo>
                  <a:pt x="149" y="1206"/>
                </a:lnTo>
                <a:lnTo>
                  <a:pt x="149" y="1205"/>
                </a:lnTo>
                <a:lnTo>
                  <a:pt x="149" y="1204"/>
                </a:lnTo>
                <a:lnTo>
                  <a:pt x="148" y="1201"/>
                </a:lnTo>
                <a:lnTo>
                  <a:pt x="147" y="1200"/>
                </a:lnTo>
                <a:lnTo>
                  <a:pt x="146" y="1199"/>
                </a:lnTo>
                <a:lnTo>
                  <a:pt x="145" y="1199"/>
                </a:lnTo>
                <a:lnTo>
                  <a:pt x="144" y="1198"/>
                </a:lnTo>
                <a:lnTo>
                  <a:pt x="144" y="1197"/>
                </a:lnTo>
                <a:lnTo>
                  <a:pt x="143" y="1197"/>
                </a:lnTo>
                <a:lnTo>
                  <a:pt x="143" y="1196"/>
                </a:lnTo>
                <a:lnTo>
                  <a:pt x="143" y="1195"/>
                </a:lnTo>
                <a:lnTo>
                  <a:pt x="142" y="1195"/>
                </a:lnTo>
                <a:lnTo>
                  <a:pt x="141" y="1195"/>
                </a:lnTo>
                <a:lnTo>
                  <a:pt x="140" y="1195"/>
                </a:lnTo>
                <a:lnTo>
                  <a:pt x="139" y="1196"/>
                </a:lnTo>
                <a:lnTo>
                  <a:pt x="138" y="1196"/>
                </a:lnTo>
                <a:lnTo>
                  <a:pt x="137" y="1195"/>
                </a:lnTo>
                <a:lnTo>
                  <a:pt x="136" y="1195"/>
                </a:lnTo>
                <a:lnTo>
                  <a:pt x="135" y="1194"/>
                </a:lnTo>
                <a:lnTo>
                  <a:pt x="136" y="1194"/>
                </a:lnTo>
                <a:lnTo>
                  <a:pt x="136" y="1193"/>
                </a:lnTo>
                <a:lnTo>
                  <a:pt x="135" y="1193"/>
                </a:lnTo>
                <a:lnTo>
                  <a:pt x="134" y="1192"/>
                </a:lnTo>
                <a:lnTo>
                  <a:pt x="132" y="1191"/>
                </a:lnTo>
                <a:lnTo>
                  <a:pt x="131" y="1191"/>
                </a:lnTo>
                <a:lnTo>
                  <a:pt x="130" y="1190"/>
                </a:lnTo>
                <a:lnTo>
                  <a:pt x="130" y="1189"/>
                </a:lnTo>
                <a:lnTo>
                  <a:pt x="129" y="1189"/>
                </a:lnTo>
                <a:lnTo>
                  <a:pt x="129" y="1187"/>
                </a:lnTo>
                <a:lnTo>
                  <a:pt x="129" y="1186"/>
                </a:lnTo>
                <a:lnTo>
                  <a:pt x="129" y="1185"/>
                </a:lnTo>
                <a:lnTo>
                  <a:pt x="128" y="1184"/>
                </a:lnTo>
                <a:lnTo>
                  <a:pt x="128" y="1183"/>
                </a:lnTo>
                <a:lnTo>
                  <a:pt x="127" y="1182"/>
                </a:lnTo>
                <a:lnTo>
                  <a:pt x="126" y="1180"/>
                </a:lnTo>
                <a:lnTo>
                  <a:pt x="126" y="1179"/>
                </a:lnTo>
                <a:lnTo>
                  <a:pt x="126" y="1178"/>
                </a:lnTo>
                <a:lnTo>
                  <a:pt x="127" y="1178"/>
                </a:lnTo>
                <a:lnTo>
                  <a:pt x="128" y="1178"/>
                </a:lnTo>
                <a:lnTo>
                  <a:pt x="128" y="1177"/>
                </a:lnTo>
                <a:lnTo>
                  <a:pt x="129" y="1176"/>
                </a:lnTo>
                <a:lnTo>
                  <a:pt x="128" y="1175"/>
                </a:lnTo>
                <a:lnTo>
                  <a:pt x="128" y="1174"/>
                </a:lnTo>
                <a:lnTo>
                  <a:pt x="129" y="1174"/>
                </a:lnTo>
                <a:lnTo>
                  <a:pt x="130" y="1174"/>
                </a:lnTo>
                <a:lnTo>
                  <a:pt x="131" y="1173"/>
                </a:lnTo>
                <a:lnTo>
                  <a:pt x="132" y="1172"/>
                </a:lnTo>
                <a:lnTo>
                  <a:pt x="132" y="1171"/>
                </a:lnTo>
                <a:lnTo>
                  <a:pt x="133" y="1171"/>
                </a:lnTo>
                <a:lnTo>
                  <a:pt x="133" y="1170"/>
                </a:lnTo>
                <a:lnTo>
                  <a:pt x="134" y="1170"/>
                </a:lnTo>
                <a:lnTo>
                  <a:pt x="135" y="1169"/>
                </a:lnTo>
                <a:lnTo>
                  <a:pt x="136" y="1168"/>
                </a:lnTo>
                <a:lnTo>
                  <a:pt x="136" y="1167"/>
                </a:lnTo>
                <a:lnTo>
                  <a:pt x="136" y="1166"/>
                </a:lnTo>
                <a:lnTo>
                  <a:pt x="135" y="1166"/>
                </a:lnTo>
                <a:lnTo>
                  <a:pt x="134" y="1165"/>
                </a:lnTo>
                <a:lnTo>
                  <a:pt x="133" y="1165"/>
                </a:lnTo>
                <a:lnTo>
                  <a:pt x="132" y="1164"/>
                </a:lnTo>
                <a:lnTo>
                  <a:pt x="130" y="1163"/>
                </a:lnTo>
                <a:lnTo>
                  <a:pt x="129" y="1162"/>
                </a:lnTo>
                <a:lnTo>
                  <a:pt x="128" y="1161"/>
                </a:lnTo>
                <a:lnTo>
                  <a:pt x="128" y="1160"/>
                </a:lnTo>
                <a:lnTo>
                  <a:pt x="129" y="1159"/>
                </a:lnTo>
                <a:lnTo>
                  <a:pt x="130" y="1157"/>
                </a:lnTo>
                <a:lnTo>
                  <a:pt x="130" y="1156"/>
                </a:lnTo>
                <a:lnTo>
                  <a:pt x="129" y="1155"/>
                </a:lnTo>
                <a:lnTo>
                  <a:pt x="128" y="1154"/>
                </a:lnTo>
                <a:lnTo>
                  <a:pt x="128" y="1152"/>
                </a:lnTo>
                <a:lnTo>
                  <a:pt x="128" y="1151"/>
                </a:lnTo>
                <a:lnTo>
                  <a:pt x="128" y="1150"/>
                </a:lnTo>
                <a:lnTo>
                  <a:pt x="128" y="1149"/>
                </a:lnTo>
                <a:lnTo>
                  <a:pt x="128" y="1148"/>
                </a:lnTo>
                <a:lnTo>
                  <a:pt x="128" y="1147"/>
                </a:lnTo>
                <a:lnTo>
                  <a:pt x="129" y="1145"/>
                </a:lnTo>
                <a:lnTo>
                  <a:pt x="129" y="1144"/>
                </a:lnTo>
                <a:lnTo>
                  <a:pt x="129" y="1143"/>
                </a:lnTo>
                <a:lnTo>
                  <a:pt x="129" y="1142"/>
                </a:lnTo>
                <a:lnTo>
                  <a:pt x="128" y="1142"/>
                </a:lnTo>
                <a:lnTo>
                  <a:pt x="127" y="1142"/>
                </a:lnTo>
                <a:lnTo>
                  <a:pt x="126" y="1142"/>
                </a:lnTo>
                <a:lnTo>
                  <a:pt x="125" y="1142"/>
                </a:lnTo>
                <a:lnTo>
                  <a:pt x="124" y="1142"/>
                </a:lnTo>
                <a:lnTo>
                  <a:pt x="123" y="1141"/>
                </a:lnTo>
                <a:lnTo>
                  <a:pt x="123" y="1139"/>
                </a:lnTo>
                <a:lnTo>
                  <a:pt x="122" y="1138"/>
                </a:lnTo>
                <a:lnTo>
                  <a:pt x="121" y="1137"/>
                </a:lnTo>
                <a:lnTo>
                  <a:pt x="119" y="1135"/>
                </a:lnTo>
                <a:lnTo>
                  <a:pt x="119" y="1134"/>
                </a:lnTo>
                <a:lnTo>
                  <a:pt x="119" y="1133"/>
                </a:lnTo>
                <a:lnTo>
                  <a:pt x="119" y="1132"/>
                </a:lnTo>
                <a:lnTo>
                  <a:pt x="119" y="1131"/>
                </a:lnTo>
                <a:lnTo>
                  <a:pt x="119" y="1130"/>
                </a:lnTo>
                <a:lnTo>
                  <a:pt x="118" y="1129"/>
                </a:lnTo>
                <a:lnTo>
                  <a:pt x="118" y="1127"/>
                </a:lnTo>
                <a:lnTo>
                  <a:pt x="119" y="1125"/>
                </a:lnTo>
                <a:lnTo>
                  <a:pt x="119" y="1122"/>
                </a:lnTo>
                <a:lnTo>
                  <a:pt x="118" y="1120"/>
                </a:lnTo>
                <a:lnTo>
                  <a:pt x="117" y="1118"/>
                </a:lnTo>
                <a:lnTo>
                  <a:pt x="117" y="1117"/>
                </a:lnTo>
                <a:lnTo>
                  <a:pt x="118" y="1116"/>
                </a:lnTo>
                <a:lnTo>
                  <a:pt x="118" y="1115"/>
                </a:lnTo>
                <a:lnTo>
                  <a:pt x="117" y="1113"/>
                </a:lnTo>
                <a:lnTo>
                  <a:pt x="117" y="1112"/>
                </a:lnTo>
                <a:lnTo>
                  <a:pt x="117" y="1111"/>
                </a:lnTo>
                <a:lnTo>
                  <a:pt x="118" y="1109"/>
                </a:lnTo>
                <a:lnTo>
                  <a:pt x="119" y="1108"/>
                </a:lnTo>
                <a:lnTo>
                  <a:pt x="120" y="1108"/>
                </a:lnTo>
                <a:lnTo>
                  <a:pt x="121" y="1108"/>
                </a:lnTo>
                <a:lnTo>
                  <a:pt x="121" y="1107"/>
                </a:lnTo>
                <a:lnTo>
                  <a:pt x="121" y="1106"/>
                </a:lnTo>
                <a:lnTo>
                  <a:pt x="123" y="1104"/>
                </a:lnTo>
                <a:lnTo>
                  <a:pt x="123" y="1103"/>
                </a:lnTo>
                <a:lnTo>
                  <a:pt x="124" y="1102"/>
                </a:lnTo>
                <a:lnTo>
                  <a:pt x="124" y="1100"/>
                </a:lnTo>
                <a:lnTo>
                  <a:pt x="124" y="1099"/>
                </a:lnTo>
                <a:lnTo>
                  <a:pt x="123" y="1098"/>
                </a:lnTo>
                <a:lnTo>
                  <a:pt x="123" y="1097"/>
                </a:lnTo>
                <a:lnTo>
                  <a:pt x="123" y="1096"/>
                </a:lnTo>
                <a:lnTo>
                  <a:pt x="123" y="1095"/>
                </a:lnTo>
                <a:lnTo>
                  <a:pt x="122" y="1095"/>
                </a:lnTo>
                <a:lnTo>
                  <a:pt x="122" y="1094"/>
                </a:lnTo>
                <a:lnTo>
                  <a:pt x="121" y="1094"/>
                </a:lnTo>
                <a:lnTo>
                  <a:pt x="121" y="1095"/>
                </a:lnTo>
                <a:lnTo>
                  <a:pt x="120" y="1095"/>
                </a:lnTo>
                <a:lnTo>
                  <a:pt x="119" y="1094"/>
                </a:lnTo>
                <a:lnTo>
                  <a:pt x="118" y="1093"/>
                </a:lnTo>
                <a:lnTo>
                  <a:pt x="118" y="1092"/>
                </a:lnTo>
                <a:lnTo>
                  <a:pt x="117" y="1091"/>
                </a:lnTo>
                <a:lnTo>
                  <a:pt x="116" y="1090"/>
                </a:lnTo>
                <a:lnTo>
                  <a:pt x="115" y="1090"/>
                </a:lnTo>
                <a:lnTo>
                  <a:pt x="114" y="1090"/>
                </a:lnTo>
                <a:lnTo>
                  <a:pt x="112" y="1090"/>
                </a:lnTo>
                <a:lnTo>
                  <a:pt x="111" y="1090"/>
                </a:lnTo>
                <a:lnTo>
                  <a:pt x="110" y="1090"/>
                </a:lnTo>
                <a:lnTo>
                  <a:pt x="110" y="1089"/>
                </a:lnTo>
                <a:lnTo>
                  <a:pt x="109" y="1088"/>
                </a:lnTo>
                <a:lnTo>
                  <a:pt x="108" y="1088"/>
                </a:lnTo>
                <a:lnTo>
                  <a:pt x="108" y="1087"/>
                </a:lnTo>
                <a:lnTo>
                  <a:pt x="107" y="1087"/>
                </a:lnTo>
                <a:lnTo>
                  <a:pt x="106" y="1086"/>
                </a:lnTo>
                <a:lnTo>
                  <a:pt x="105" y="1086"/>
                </a:lnTo>
                <a:lnTo>
                  <a:pt x="105" y="1085"/>
                </a:lnTo>
                <a:lnTo>
                  <a:pt x="103" y="1084"/>
                </a:lnTo>
                <a:lnTo>
                  <a:pt x="102" y="1083"/>
                </a:lnTo>
                <a:lnTo>
                  <a:pt x="101" y="1083"/>
                </a:lnTo>
                <a:lnTo>
                  <a:pt x="101" y="1084"/>
                </a:lnTo>
                <a:lnTo>
                  <a:pt x="100" y="1084"/>
                </a:lnTo>
                <a:lnTo>
                  <a:pt x="99" y="1084"/>
                </a:lnTo>
                <a:lnTo>
                  <a:pt x="98" y="1083"/>
                </a:lnTo>
                <a:lnTo>
                  <a:pt x="97" y="1083"/>
                </a:lnTo>
                <a:lnTo>
                  <a:pt x="96" y="1083"/>
                </a:lnTo>
                <a:lnTo>
                  <a:pt x="95" y="1083"/>
                </a:lnTo>
                <a:lnTo>
                  <a:pt x="95" y="1082"/>
                </a:lnTo>
                <a:lnTo>
                  <a:pt x="94" y="1082"/>
                </a:lnTo>
                <a:lnTo>
                  <a:pt x="93" y="1081"/>
                </a:lnTo>
                <a:lnTo>
                  <a:pt x="92" y="1080"/>
                </a:lnTo>
                <a:lnTo>
                  <a:pt x="91" y="1080"/>
                </a:lnTo>
                <a:lnTo>
                  <a:pt x="90" y="1080"/>
                </a:lnTo>
                <a:lnTo>
                  <a:pt x="88" y="1080"/>
                </a:lnTo>
                <a:lnTo>
                  <a:pt x="87" y="1080"/>
                </a:lnTo>
                <a:lnTo>
                  <a:pt x="86" y="1080"/>
                </a:lnTo>
                <a:lnTo>
                  <a:pt x="84" y="1079"/>
                </a:lnTo>
                <a:lnTo>
                  <a:pt x="83" y="1079"/>
                </a:lnTo>
                <a:lnTo>
                  <a:pt x="82" y="1079"/>
                </a:lnTo>
                <a:lnTo>
                  <a:pt x="81" y="1078"/>
                </a:lnTo>
                <a:lnTo>
                  <a:pt x="80" y="1078"/>
                </a:lnTo>
                <a:lnTo>
                  <a:pt x="79" y="1078"/>
                </a:lnTo>
                <a:lnTo>
                  <a:pt x="77" y="1078"/>
                </a:lnTo>
                <a:lnTo>
                  <a:pt x="75" y="1078"/>
                </a:lnTo>
                <a:lnTo>
                  <a:pt x="74" y="1078"/>
                </a:lnTo>
                <a:lnTo>
                  <a:pt x="73" y="1078"/>
                </a:lnTo>
                <a:lnTo>
                  <a:pt x="71" y="1078"/>
                </a:lnTo>
                <a:lnTo>
                  <a:pt x="70" y="1077"/>
                </a:lnTo>
                <a:lnTo>
                  <a:pt x="69" y="1078"/>
                </a:lnTo>
                <a:lnTo>
                  <a:pt x="65" y="1078"/>
                </a:lnTo>
                <a:lnTo>
                  <a:pt x="64" y="1077"/>
                </a:lnTo>
                <a:lnTo>
                  <a:pt x="63" y="1077"/>
                </a:lnTo>
                <a:lnTo>
                  <a:pt x="61" y="1077"/>
                </a:lnTo>
                <a:lnTo>
                  <a:pt x="60" y="1076"/>
                </a:lnTo>
                <a:lnTo>
                  <a:pt x="59" y="1076"/>
                </a:lnTo>
                <a:lnTo>
                  <a:pt x="58" y="1076"/>
                </a:lnTo>
                <a:lnTo>
                  <a:pt x="57" y="1077"/>
                </a:lnTo>
                <a:lnTo>
                  <a:pt x="57" y="1078"/>
                </a:lnTo>
                <a:lnTo>
                  <a:pt x="56" y="1078"/>
                </a:lnTo>
                <a:lnTo>
                  <a:pt x="56" y="1079"/>
                </a:lnTo>
                <a:lnTo>
                  <a:pt x="56" y="1080"/>
                </a:lnTo>
                <a:lnTo>
                  <a:pt x="56" y="1081"/>
                </a:lnTo>
                <a:lnTo>
                  <a:pt x="56" y="1082"/>
                </a:lnTo>
                <a:lnTo>
                  <a:pt x="55" y="1082"/>
                </a:lnTo>
                <a:lnTo>
                  <a:pt x="54" y="1082"/>
                </a:lnTo>
                <a:lnTo>
                  <a:pt x="53" y="1082"/>
                </a:lnTo>
                <a:lnTo>
                  <a:pt x="52" y="1083"/>
                </a:lnTo>
                <a:lnTo>
                  <a:pt x="52" y="1084"/>
                </a:lnTo>
                <a:lnTo>
                  <a:pt x="51" y="1085"/>
                </a:lnTo>
                <a:lnTo>
                  <a:pt x="51" y="1086"/>
                </a:lnTo>
                <a:lnTo>
                  <a:pt x="52" y="1087"/>
                </a:lnTo>
                <a:lnTo>
                  <a:pt x="53" y="1089"/>
                </a:lnTo>
                <a:lnTo>
                  <a:pt x="53" y="1090"/>
                </a:lnTo>
                <a:lnTo>
                  <a:pt x="51" y="1089"/>
                </a:lnTo>
                <a:lnTo>
                  <a:pt x="50" y="1089"/>
                </a:lnTo>
                <a:lnTo>
                  <a:pt x="49" y="1089"/>
                </a:lnTo>
                <a:lnTo>
                  <a:pt x="48" y="1089"/>
                </a:lnTo>
                <a:lnTo>
                  <a:pt x="48" y="1090"/>
                </a:lnTo>
                <a:lnTo>
                  <a:pt x="47" y="1090"/>
                </a:lnTo>
                <a:lnTo>
                  <a:pt x="46" y="1091"/>
                </a:lnTo>
                <a:lnTo>
                  <a:pt x="45" y="1091"/>
                </a:lnTo>
                <a:lnTo>
                  <a:pt x="44" y="1091"/>
                </a:lnTo>
                <a:lnTo>
                  <a:pt x="43" y="1090"/>
                </a:lnTo>
                <a:lnTo>
                  <a:pt x="42" y="1090"/>
                </a:lnTo>
                <a:lnTo>
                  <a:pt x="41" y="1090"/>
                </a:lnTo>
                <a:lnTo>
                  <a:pt x="40" y="1090"/>
                </a:lnTo>
                <a:lnTo>
                  <a:pt x="39" y="1090"/>
                </a:lnTo>
                <a:lnTo>
                  <a:pt x="38" y="1090"/>
                </a:lnTo>
                <a:lnTo>
                  <a:pt x="37" y="1089"/>
                </a:lnTo>
                <a:lnTo>
                  <a:pt x="37" y="1088"/>
                </a:lnTo>
                <a:lnTo>
                  <a:pt x="36" y="1087"/>
                </a:lnTo>
                <a:lnTo>
                  <a:pt x="36" y="1086"/>
                </a:lnTo>
                <a:lnTo>
                  <a:pt x="35" y="1086"/>
                </a:lnTo>
                <a:lnTo>
                  <a:pt x="34" y="1086"/>
                </a:lnTo>
                <a:lnTo>
                  <a:pt x="33" y="1086"/>
                </a:lnTo>
                <a:lnTo>
                  <a:pt x="32" y="1085"/>
                </a:lnTo>
                <a:lnTo>
                  <a:pt x="31" y="1085"/>
                </a:lnTo>
                <a:lnTo>
                  <a:pt x="30" y="1084"/>
                </a:lnTo>
                <a:lnTo>
                  <a:pt x="29" y="1084"/>
                </a:lnTo>
                <a:lnTo>
                  <a:pt x="28" y="1083"/>
                </a:lnTo>
                <a:lnTo>
                  <a:pt x="28" y="1082"/>
                </a:lnTo>
                <a:lnTo>
                  <a:pt x="28" y="1081"/>
                </a:lnTo>
                <a:lnTo>
                  <a:pt x="28" y="1080"/>
                </a:lnTo>
                <a:lnTo>
                  <a:pt x="28" y="1079"/>
                </a:lnTo>
                <a:lnTo>
                  <a:pt x="27" y="1079"/>
                </a:lnTo>
                <a:lnTo>
                  <a:pt x="27" y="1078"/>
                </a:lnTo>
                <a:lnTo>
                  <a:pt x="27" y="1077"/>
                </a:lnTo>
                <a:lnTo>
                  <a:pt x="26" y="1077"/>
                </a:lnTo>
                <a:lnTo>
                  <a:pt x="25" y="1076"/>
                </a:lnTo>
                <a:lnTo>
                  <a:pt x="25" y="1075"/>
                </a:lnTo>
                <a:lnTo>
                  <a:pt x="25" y="1074"/>
                </a:lnTo>
                <a:lnTo>
                  <a:pt x="24" y="1073"/>
                </a:lnTo>
                <a:lnTo>
                  <a:pt x="24" y="1072"/>
                </a:lnTo>
                <a:lnTo>
                  <a:pt x="23" y="1071"/>
                </a:lnTo>
                <a:lnTo>
                  <a:pt x="23" y="1070"/>
                </a:lnTo>
                <a:lnTo>
                  <a:pt x="23" y="1069"/>
                </a:lnTo>
                <a:lnTo>
                  <a:pt x="23" y="1067"/>
                </a:lnTo>
                <a:lnTo>
                  <a:pt x="24" y="1067"/>
                </a:lnTo>
                <a:lnTo>
                  <a:pt x="24" y="1066"/>
                </a:lnTo>
                <a:lnTo>
                  <a:pt x="24" y="1065"/>
                </a:lnTo>
                <a:lnTo>
                  <a:pt x="23" y="1064"/>
                </a:lnTo>
                <a:lnTo>
                  <a:pt x="23" y="1063"/>
                </a:lnTo>
                <a:lnTo>
                  <a:pt x="22" y="1062"/>
                </a:lnTo>
                <a:lnTo>
                  <a:pt x="22" y="1061"/>
                </a:lnTo>
                <a:lnTo>
                  <a:pt x="21" y="1061"/>
                </a:lnTo>
                <a:lnTo>
                  <a:pt x="21" y="1060"/>
                </a:lnTo>
                <a:lnTo>
                  <a:pt x="21" y="1059"/>
                </a:lnTo>
                <a:lnTo>
                  <a:pt x="20" y="1059"/>
                </a:lnTo>
                <a:lnTo>
                  <a:pt x="19" y="1058"/>
                </a:lnTo>
                <a:lnTo>
                  <a:pt x="18" y="1058"/>
                </a:lnTo>
                <a:lnTo>
                  <a:pt x="18" y="1057"/>
                </a:lnTo>
                <a:lnTo>
                  <a:pt x="18" y="1056"/>
                </a:lnTo>
                <a:lnTo>
                  <a:pt x="18" y="1055"/>
                </a:lnTo>
                <a:lnTo>
                  <a:pt x="19" y="1054"/>
                </a:lnTo>
                <a:lnTo>
                  <a:pt x="19" y="1053"/>
                </a:lnTo>
                <a:lnTo>
                  <a:pt x="20" y="1052"/>
                </a:lnTo>
                <a:lnTo>
                  <a:pt x="21" y="1051"/>
                </a:lnTo>
                <a:lnTo>
                  <a:pt x="21" y="1050"/>
                </a:lnTo>
                <a:lnTo>
                  <a:pt x="22" y="1050"/>
                </a:lnTo>
                <a:lnTo>
                  <a:pt x="22" y="1049"/>
                </a:lnTo>
                <a:lnTo>
                  <a:pt x="23" y="1049"/>
                </a:lnTo>
                <a:lnTo>
                  <a:pt x="24" y="1049"/>
                </a:lnTo>
                <a:lnTo>
                  <a:pt x="24" y="1048"/>
                </a:lnTo>
                <a:lnTo>
                  <a:pt x="25" y="1049"/>
                </a:lnTo>
                <a:lnTo>
                  <a:pt x="26" y="1049"/>
                </a:lnTo>
                <a:lnTo>
                  <a:pt x="27" y="1049"/>
                </a:lnTo>
                <a:lnTo>
                  <a:pt x="28" y="1049"/>
                </a:lnTo>
                <a:lnTo>
                  <a:pt x="28" y="1050"/>
                </a:lnTo>
                <a:lnTo>
                  <a:pt x="28" y="1051"/>
                </a:lnTo>
                <a:lnTo>
                  <a:pt x="29" y="1051"/>
                </a:lnTo>
                <a:lnTo>
                  <a:pt x="30" y="1050"/>
                </a:lnTo>
                <a:lnTo>
                  <a:pt x="31" y="1048"/>
                </a:lnTo>
                <a:lnTo>
                  <a:pt x="31" y="1047"/>
                </a:lnTo>
                <a:lnTo>
                  <a:pt x="31" y="1046"/>
                </a:lnTo>
                <a:lnTo>
                  <a:pt x="31" y="1044"/>
                </a:lnTo>
                <a:lnTo>
                  <a:pt x="31" y="1043"/>
                </a:lnTo>
                <a:lnTo>
                  <a:pt x="31" y="1042"/>
                </a:lnTo>
                <a:lnTo>
                  <a:pt x="30" y="1041"/>
                </a:lnTo>
                <a:lnTo>
                  <a:pt x="30" y="1040"/>
                </a:lnTo>
                <a:lnTo>
                  <a:pt x="29" y="1039"/>
                </a:lnTo>
                <a:lnTo>
                  <a:pt x="28" y="1038"/>
                </a:lnTo>
                <a:lnTo>
                  <a:pt x="27" y="1039"/>
                </a:lnTo>
                <a:lnTo>
                  <a:pt x="26" y="1039"/>
                </a:lnTo>
                <a:lnTo>
                  <a:pt x="26" y="1040"/>
                </a:lnTo>
                <a:lnTo>
                  <a:pt x="25" y="1040"/>
                </a:lnTo>
                <a:lnTo>
                  <a:pt x="24" y="1040"/>
                </a:lnTo>
                <a:lnTo>
                  <a:pt x="23" y="1040"/>
                </a:lnTo>
                <a:lnTo>
                  <a:pt x="22" y="1040"/>
                </a:lnTo>
                <a:lnTo>
                  <a:pt x="21" y="1040"/>
                </a:lnTo>
                <a:lnTo>
                  <a:pt x="21" y="1039"/>
                </a:lnTo>
                <a:lnTo>
                  <a:pt x="21" y="1038"/>
                </a:lnTo>
                <a:lnTo>
                  <a:pt x="21" y="1037"/>
                </a:lnTo>
                <a:lnTo>
                  <a:pt x="20" y="1036"/>
                </a:lnTo>
                <a:lnTo>
                  <a:pt x="20" y="1035"/>
                </a:lnTo>
                <a:lnTo>
                  <a:pt x="19" y="1034"/>
                </a:lnTo>
                <a:lnTo>
                  <a:pt x="20" y="1034"/>
                </a:lnTo>
                <a:lnTo>
                  <a:pt x="20" y="1033"/>
                </a:lnTo>
                <a:lnTo>
                  <a:pt x="20" y="1032"/>
                </a:lnTo>
                <a:lnTo>
                  <a:pt x="20" y="1031"/>
                </a:lnTo>
                <a:lnTo>
                  <a:pt x="19" y="1031"/>
                </a:lnTo>
                <a:lnTo>
                  <a:pt x="19" y="1030"/>
                </a:lnTo>
                <a:lnTo>
                  <a:pt x="19" y="1029"/>
                </a:lnTo>
                <a:lnTo>
                  <a:pt x="18" y="1029"/>
                </a:lnTo>
                <a:lnTo>
                  <a:pt x="17" y="1028"/>
                </a:lnTo>
                <a:lnTo>
                  <a:pt x="17" y="1027"/>
                </a:lnTo>
                <a:lnTo>
                  <a:pt x="16" y="1027"/>
                </a:lnTo>
                <a:lnTo>
                  <a:pt x="15" y="1027"/>
                </a:lnTo>
                <a:lnTo>
                  <a:pt x="14" y="1027"/>
                </a:lnTo>
                <a:lnTo>
                  <a:pt x="14" y="1026"/>
                </a:lnTo>
                <a:lnTo>
                  <a:pt x="14" y="1025"/>
                </a:lnTo>
                <a:lnTo>
                  <a:pt x="14" y="1024"/>
                </a:lnTo>
                <a:lnTo>
                  <a:pt x="14" y="1023"/>
                </a:lnTo>
                <a:lnTo>
                  <a:pt x="13" y="1023"/>
                </a:lnTo>
                <a:lnTo>
                  <a:pt x="13" y="1022"/>
                </a:lnTo>
                <a:lnTo>
                  <a:pt x="13" y="1021"/>
                </a:lnTo>
                <a:lnTo>
                  <a:pt x="12" y="1020"/>
                </a:lnTo>
                <a:lnTo>
                  <a:pt x="12" y="1019"/>
                </a:lnTo>
                <a:lnTo>
                  <a:pt x="11" y="1019"/>
                </a:lnTo>
                <a:lnTo>
                  <a:pt x="11" y="1018"/>
                </a:lnTo>
                <a:lnTo>
                  <a:pt x="10" y="1018"/>
                </a:lnTo>
                <a:lnTo>
                  <a:pt x="9" y="1018"/>
                </a:lnTo>
                <a:lnTo>
                  <a:pt x="8" y="1018"/>
                </a:lnTo>
                <a:lnTo>
                  <a:pt x="7" y="1018"/>
                </a:lnTo>
                <a:lnTo>
                  <a:pt x="6" y="1017"/>
                </a:lnTo>
                <a:lnTo>
                  <a:pt x="6" y="1016"/>
                </a:lnTo>
                <a:lnTo>
                  <a:pt x="6" y="1015"/>
                </a:lnTo>
                <a:lnTo>
                  <a:pt x="4" y="1015"/>
                </a:lnTo>
                <a:lnTo>
                  <a:pt x="4" y="1014"/>
                </a:lnTo>
                <a:lnTo>
                  <a:pt x="5" y="1014"/>
                </a:lnTo>
                <a:lnTo>
                  <a:pt x="5" y="1013"/>
                </a:lnTo>
                <a:lnTo>
                  <a:pt x="5" y="1012"/>
                </a:lnTo>
                <a:lnTo>
                  <a:pt x="5" y="1011"/>
                </a:lnTo>
                <a:lnTo>
                  <a:pt x="4" y="1011"/>
                </a:lnTo>
                <a:lnTo>
                  <a:pt x="4" y="1010"/>
                </a:lnTo>
                <a:lnTo>
                  <a:pt x="4" y="1009"/>
                </a:lnTo>
                <a:lnTo>
                  <a:pt x="5" y="1009"/>
                </a:lnTo>
                <a:lnTo>
                  <a:pt x="5" y="1008"/>
                </a:lnTo>
                <a:lnTo>
                  <a:pt x="5" y="1007"/>
                </a:lnTo>
                <a:lnTo>
                  <a:pt x="3" y="1005"/>
                </a:lnTo>
                <a:lnTo>
                  <a:pt x="1" y="1004"/>
                </a:lnTo>
                <a:lnTo>
                  <a:pt x="0" y="1004"/>
                </a:lnTo>
                <a:lnTo>
                  <a:pt x="1" y="1003"/>
                </a:lnTo>
                <a:lnTo>
                  <a:pt x="2" y="1003"/>
                </a:lnTo>
                <a:lnTo>
                  <a:pt x="4" y="1003"/>
                </a:lnTo>
                <a:lnTo>
                  <a:pt x="5" y="1003"/>
                </a:lnTo>
                <a:lnTo>
                  <a:pt x="7" y="1002"/>
                </a:lnTo>
                <a:lnTo>
                  <a:pt x="8" y="1001"/>
                </a:lnTo>
                <a:lnTo>
                  <a:pt x="9" y="1000"/>
                </a:lnTo>
                <a:lnTo>
                  <a:pt x="9" y="998"/>
                </a:lnTo>
                <a:lnTo>
                  <a:pt x="9" y="997"/>
                </a:lnTo>
                <a:lnTo>
                  <a:pt x="9" y="996"/>
                </a:lnTo>
                <a:lnTo>
                  <a:pt x="10" y="996"/>
                </a:lnTo>
                <a:lnTo>
                  <a:pt x="11" y="995"/>
                </a:lnTo>
                <a:lnTo>
                  <a:pt x="12" y="994"/>
                </a:lnTo>
                <a:lnTo>
                  <a:pt x="13" y="994"/>
                </a:lnTo>
                <a:lnTo>
                  <a:pt x="14" y="995"/>
                </a:lnTo>
                <a:lnTo>
                  <a:pt x="18" y="995"/>
                </a:lnTo>
                <a:lnTo>
                  <a:pt x="20" y="996"/>
                </a:lnTo>
                <a:lnTo>
                  <a:pt x="23" y="996"/>
                </a:lnTo>
                <a:lnTo>
                  <a:pt x="25" y="995"/>
                </a:lnTo>
                <a:lnTo>
                  <a:pt x="26" y="995"/>
                </a:lnTo>
                <a:lnTo>
                  <a:pt x="29" y="995"/>
                </a:lnTo>
                <a:lnTo>
                  <a:pt x="30" y="995"/>
                </a:lnTo>
                <a:lnTo>
                  <a:pt x="32" y="994"/>
                </a:lnTo>
                <a:lnTo>
                  <a:pt x="33" y="994"/>
                </a:lnTo>
                <a:lnTo>
                  <a:pt x="33" y="993"/>
                </a:lnTo>
                <a:lnTo>
                  <a:pt x="34" y="993"/>
                </a:lnTo>
                <a:lnTo>
                  <a:pt x="34" y="992"/>
                </a:lnTo>
                <a:lnTo>
                  <a:pt x="34" y="991"/>
                </a:lnTo>
                <a:lnTo>
                  <a:pt x="35" y="990"/>
                </a:lnTo>
                <a:lnTo>
                  <a:pt x="36" y="989"/>
                </a:lnTo>
                <a:lnTo>
                  <a:pt x="36" y="988"/>
                </a:lnTo>
                <a:lnTo>
                  <a:pt x="35" y="988"/>
                </a:lnTo>
                <a:lnTo>
                  <a:pt x="35" y="987"/>
                </a:lnTo>
                <a:lnTo>
                  <a:pt x="36" y="986"/>
                </a:lnTo>
                <a:lnTo>
                  <a:pt x="37" y="985"/>
                </a:lnTo>
                <a:lnTo>
                  <a:pt x="38" y="985"/>
                </a:lnTo>
                <a:lnTo>
                  <a:pt x="38" y="984"/>
                </a:lnTo>
                <a:lnTo>
                  <a:pt x="38" y="983"/>
                </a:lnTo>
                <a:lnTo>
                  <a:pt x="38" y="982"/>
                </a:lnTo>
                <a:lnTo>
                  <a:pt x="40" y="982"/>
                </a:lnTo>
                <a:lnTo>
                  <a:pt x="41" y="982"/>
                </a:lnTo>
                <a:lnTo>
                  <a:pt x="41" y="981"/>
                </a:lnTo>
                <a:lnTo>
                  <a:pt x="41" y="980"/>
                </a:lnTo>
                <a:lnTo>
                  <a:pt x="41" y="979"/>
                </a:lnTo>
                <a:lnTo>
                  <a:pt x="41" y="978"/>
                </a:lnTo>
                <a:lnTo>
                  <a:pt x="41" y="977"/>
                </a:lnTo>
                <a:lnTo>
                  <a:pt x="40" y="976"/>
                </a:lnTo>
                <a:lnTo>
                  <a:pt x="40" y="975"/>
                </a:lnTo>
                <a:lnTo>
                  <a:pt x="39" y="974"/>
                </a:lnTo>
                <a:lnTo>
                  <a:pt x="39" y="973"/>
                </a:lnTo>
                <a:lnTo>
                  <a:pt x="39" y="972"/>
                </a:lnTo>
                <a:lnTo>
                  <a:pt x="39" y="971"/>
                </a:lnTo>
                <a:lnTo>
                  <a:pt x="39" y="970"/>
                </a:lnTo>
                <a:lnTo>
                  <a:pt x="38" y="970"/>
                </a:lnTo>
                <a:lnTo>
                  <a:pt x="38" y="969"/>
                </a:lnTo>
                <a:lnTo>
                  <a:pt x="38" y="968"/>
                </a:lnTo>
                <a:lnTo>
                  <a:pt x="37" y="968"/>
                </a:lnTo>
                <a:lnTo>
                  <a:pt x="37" y="967"/>
                </a:lnTo>
                <a:lnTo>
                  <a:pt x="36" y="967"/>
                </a:lnTo>
                <a:lnTo>
                  <a:pt x="36" y="966"/>
                </a:lnTo>
                <a:lnTo>
                  <a:pt x="35" y="966"/>
                </a:lnTo>
                <a:lnTo>
                  <a:pt x="34" y="966"/>
                </a:lnTo>
                <a:lnTo>
                  <a:pt x="33" y="965"/>
                </a:lnTo>
                <a:lnTo>
                  <a:pt x="32" y="965"/>
                </a:lnTo>
                <a:lnTo>
                  <a:pt x="32" y="966"/>
                </a:lnTo>
                <a:lnTo>
                  <a:pt x="31" y="966"/>
                </a:lnTo>
                <a:lnTo>
                  <a:pt x="31" y="965"/>
                </a:lnTo>
                <a:lnTo>
                  <a:pt x="31" y="963"/>
                </a:lnTo>
                <a:lnTo>
                  <a:pt x="31" y="961"/>
                </a:lnTo>
                <a:lnTo>
                  <a:pt x="31" y="959"/>
                </a:lnTo>
                <a:lnTo>
                  <a:pt x="32" y="958"/>
                </a:lnTo>
                <a:lnTo>
                  <a:pt x="33" y="957"/>
                </a:lnTo>
                <a:lnTo>
                  <a:pt x="34" y="956"/>
                </a:lnTo>
                <a:lnTo>
                  <a:pt x="35" y="955"/>
                </a:lnTo>
                <a:lnTo>
                  <a:pt x="36" y="955"/>
                </a:lnTo>
                <a:lnTo>
                  <a:pt x="36" y="954"/>
                </a:lnTo>
                <a:lnTo>
                  <a:pt x="37" y="954"/>
                </a:lnTo>
                <a:lnTo>
                  <a:pt x="38" y="954"/>
                </a:lnTo>
                <a:lnTo>
                  <a:pt x="38" y="953"/>
                </a:lnTo>
                <a:lnTo>
                  <a:pt x="38" y="952"/>
                </a:lnTo>
                <a:lnTo>
                  <a:pt x="38" y="951"/>
                </a:lnTo>
                <a:lnTo>
                  <a:pt x="38" y="950"/>
                </a:lnTo>
                <a:lnTo>
                  <a:pt x="37" y="949"/>
                </a:lnTo>
                <a:lnTo>
                  <a:pt x="37" y="948"/>
                </a:lnTo>
                <a:lnTo>
                  <a:pt x="38" y="948"/>
                </a:lnTo>
                <a:lnTo>
                  <a:pt x="38" y="947"/>
                </a:lnTo>
                <a:lnTo>
                  <a:pt x="39" y="946"/>
                </a:lnTo>
                <a:lnTo>
                  <a:pt x="40" y="945"/>
                </a:lnTo>
                <a:lnTo>
                  <a:pt x="40" y="944"/>
                </a:lnTo>
                <a:lnTo>
                  <a:pt x="41" y="944"/>
                </a:lnTo>
                <a:lnTo>
                  <a:pt x="41" y="943"/>
                </a:lnTo>
                <a:lnTo>
                  <a:pt x="42" y="942"/>
                </a:lnTo>
                <a:lnTo>
                  <a:pt x="43" y="941"/>
                </a:lnTo>
                <a:lnTo>
                  <a:pt x="43" y="940"/>
                </a:lnTo>
                <a:lnTo>
                  <a:pt x="43" y="939"/>
                </a:lnTo>
                <a:lnTo>
                  <a:pt x="42" y="939"/>
                </a:lnTo>
                <a:lnTo>
                  <a:pt x="41" y="939"/>
                </a:lnTo>
                <a:lnTo>
                  <a:pt x="40" y="939"/>
                </a:lnTo>
                <a:lnTo>
                  <a:pt x="40" y="938"/>
                </a:lnTo>
                <a:lnTo>
                  <a:pt x="41" y="938"/>
                </a:lnTo>
                <a:lnTo>
                  <a:pt x="42" y="937"/>
                </a:lnTo>
                <a:lnTo>
                  <a:pt x="44" y="936"/>
                </a:lnTo>
                <a:lnTo>
                  <a:pt x="45" y="936"/>
                </a:lnTo>
                <a:lnTo>
                  <a:pt x="46" y="935"/>
                </a:lnTo>
                <a:lnTo>
                  <a:pt x="46" y="933"/>
                </a:lnTo>
                <a:lnTo>
                  <a:pt x="47" y="932"/>
                </a:lnTo>
                <a:lnTo>
                  <a:pt x="48" y="931"/>
                </a:lnTo>
                <a:lnTo>
                  <a:pt x="49" y="931"/>
                </a:lnTo>
                <a:lnTo>
                  <a:pt x="50" y="931"/>
                </a:lnTo>
                <a:lnTo>
                  <a:pt x="51" y="932"/>
                </a:lnTo>
                <a:lnTo>
                  <a:pt x="52" y="932"/>
                </a:lnTo>
                <a:lnTo>
                  <a:pt x="53" y="932"/>
                </a:lnTo>
                <a:lnTo>
                  <a:pt x="54" y="932"/>
                </a:lnTo>
                <a:lnTo>
                  <a:pt x="55" y="932"/>
                </a:lnTo>
                <a:lnTo>
                  <a:pt x="56" y="930"/>
                </a:lnTo>
                <a:lnTo>
                  <a:pt x="57" y="930"/>
                </a:lnTo>
                <a:lnTo>
                  <a:pt x="58" y="929"/>
                </a:lnTo>
                <a:lnTo>
                  <a:pt x="60" y="929"/>
                </a:lnTo>
                <a:lnTo>
                  <a:pt x="62" y="928"/>
                </a:lnTo>
                <a:lnTo>
                  <a:pt x="63" y="928"/>
                </a:lnTo>
                <a:lnTo>
                  <a:pt x="64" y="928"/>
                </a:lnTo>
                <a:lnTo>
                  <a:pt x="66" y="928"/>
                </a:lnTo>
                <a:lnTo>
                  <a:pt x="68" y="927"/>
                </a:lnTo>
                <a:lnTo>
                  <a:pt x="69" y="927"/>
                </a:lnTo>
                <a:lnTo>
                  <a:pt x="70" y="928"/>
                </a:lnTo>
                <a:lnTo>
                  <a:pt x="70" y="929"/>
                </a:lnTo>
                <a:lnTo>
                  <a:pt x="70" y="930"/>
                </a:lnTo>
                <a:lnTo>
                  <a:pt x="71" y="930"/>
                </a:lnTo>
                <a:lnTo>
                  <a:pt x="72" y="930"/>
                </a:lnTo>
                <a:lnTo>
                  <a:pt x="72" y="929"/>
                </a:lnTo>
                <a:lnTo>
                  <a:pt x="73" y="929"/>
                </a:lnTo>
                <a:lnTo>
                  <a:pt x="74" y="929"/>
                </a:lnTo>
                <a:lnTo>
                  <a:pt x="74" y="930"/>
                </a:lnTo>
                <a:lnTo>
                  <a:pt x="75" y="930"/>
                </a:lnTo>
                <a:lnTo>
                  <a:pt x="76" y="930"/>
                </a:lnTo>
                <a:lnTo>
                  <a:pt x="76" y="931"/>
                </a:lnTo>
                <a:lnTo>
                  <a:pt x="77" y="931"/>
                </a:lnTo>
                <a:lnTo>
                  <a:pt x="78" y="930"/>
                </a:lnTo>
                <a:lnTo>
                  <a:pt x="81" y="928"/>
                </a:lnTo>
                <a:lnTo>
                  <a:pt x="83" y="927"/>
                </a:lnTo>
                <a:lnTo>
                  <a:pt x="85" y="926"/>
                </a:lnTo>
                <a:lnTo>
                  <a:pt x="86" y="925"/>
                </a:lnTo>
                <a:lnTo>
                  <a:pt x="87" y="923"/>
                </a:lnTo>
                <a:lnTo>
                  <a:pt x="89" y="922"/>
                </a:lnTo>
                <a:lnTo>
                  <a:pt x="91" y="920"/>
                </a:lnTo>
                <a:lnTo>
                  <a:pt x="94" y="919"/>
                </a:lnTo>
                <a:lnTo>
                  <a:pt x="94" y="918"/>
                </a:lnTo>
                <a:lnTo>
                  <a:pt x="95" y="918"/>
                </a:lnTo>
                <a:lnTo>
                  <a:pt x="96" y="916"/>
                </a:lnTo>
                <a:lnTo>
                  <a:pt x="97" y="915"/>
                </a:lnTo>
                <a:lnTo>
                  <a:pt x="98" y="913"/>
                </a:lnTo>
                <a:lnTo>
                  <a:pt x="100" y="912"/>
                </a:lnTo>
                <a:lnTo>
                  <a:pt x="101" y="912"/>
                </a:lnTo>
                <a:lnTo>
                  <a:pt x="102" y="912"/>
                </a:lnTo>
                <a:lnTo>
                  <a:pt x="103" y="912"/>
                </a:lnTo>
                <a:lnTo>
                  <a:pt x="104" y="913"/>
                </a:lnTo>
                <a:lnTo>
                  <a:pt x="105" y="913"/>
                </a:lnTo>
                <a:lnTo>
                  <a:pt x="106" y="912"/>
                </a:lnTo>
                <a:lnTo>
                  <a:pt x="107" y="911"/>
                </a:lnTo>
                <a:lnTo>
                  <a:pt x="107" y="910"/>
                </a:lnTo>
                <a:lnTo>
                  <a:pt x="108" y="909"/>
                </a:lnTo>
                <a:lnTo>
                  <a:pt x="109" y="907"/>
                </a:lnTo>
                <a:lnTo>
                  <a:pt x="108" y="906"/>
                </a:lnTo>
                <a:lnTo>
                  <a:pt x="109" y="905"/>
                </a:lnTo>
                <a:lnTo>
                  <a:pt x="110" y="905"/>
                </a:lnTo>
                <a:lnTo>
                  <a:pt x="113" y="905"/>
                </a:lnTo>
                <a:lnTo>
                  <a:pt x="114" y="905"/>
                </a:lnTo>
                <a:lnTo>
                  <a:pt x="116" y="905"/>
                </a:lnTo>
                <a:lnTo>
                  <a:pt x="118" y="905"/>
                </a:lnTo>
                <a:lnTo>
                  <a:pt x="120" y="905"/>
                </a:lnTo>
                <a:lnTo>
                  <a:pt x="121" y="906"/>
                </a:lnTo>
                <a:lnTo>
                  <a:pt x="123" y="907"/>
                </a:lnTo>
                <a:lnTo>
                  <a:pt x="125" y="907"/>
                </a:lnTo>
                <a:lnTo>
                  <a:pt x="126" y="906"/>
                </a:lnTo>
                <a:lnTo>
                  <a:pt x="127" y="906"/>
                </a:lnTo>
                <a:lnTo>
                  <a:pt x="127" y="905"/>
                </a:lnTo>
                <a:lnTo>
                  <a:pt x="127" y="904"/>
                </a:lnTo>
                <a:lnTo>
                  <a:pt x="125" y="903"/>
                </a:lnTo>
                <a:lnTo>
                  <a:pt x="124" y="902"/>
                </a:lnTo>
                <a:lnTo>
                  <a:pt x="123" y="902"/>
                </a:lnTo>
                <a:lnTo>
                  <a:pt x="123" y="900"/>
                </a:lnTo>
                <a:lnTo>
                  <a:pt x="122" y="900"/>
                </a:lnTo>
                <a:lnTo>
                  <a:pt x="121" y="899"/>
                </a:lnTo>
                <a:lnTo>
                  <a:pt x="120" y="898"/>
                </a:lnTo>
                <a:lnTo>
                  <a:pt x="118" y="896"/>
                </a:lnTo>
                <a:lnTo>
                  <a:pt x="117" y="896"/>
                </a:lnTo>
                <a:lnTo>
                  <a:pt x="117" y="895"/>
                </a:lnTo>
                <a:lnTo>
                  <a:pt x="117" y="894"/>
                </a:lnTo>
                <a:lnTo>
                  <a:pt x="118" y="894"/>
                </a:lnTo>
                <a:lnTo>
                  <a:pt x="119" y="893"/>
                </a:lnTo>
                <a:lnTo>
                  <a:pt x="119" y="892"/>
                </a:lnTo>
                <a:lnTo>
                  <a:pt x="119" y="890"/>
                </a:lnTo>
                <a:lnTo>
                  <a:pt x="119" y="889"/>
                </a:lnTo>
                <a:lnTo>
                  <a:pt x="120" y="888"/>
                </a:lnTo>
                <a:lnTo>
                  <a:pt x="121" y="887"/>
                </a:lnTo>
                <a:lnTo>
                  <a:pt x="122" y="887"/>
                </a:lnTo>
                <a:lnTo>
                  <a:pt x="123" y="888"/>
                </a:lnTo>
                <a:lnTo>
                  <a:pt x="125" y="888"/>
                </a:lnTo>
                <a:lnTo>
                  <a:pt x="126" y="889"/>
                </a:lnTo>
                <a:lnTo>
                  <a:pt x="127" y="889"/>
                </a:lnTo>
                <a:lnTo>
                  <a:pt x="128" y="890"/>
                </a:lnTo>
                <a:lnTo>
                  <a:pt x="129" y="891"/>
                </a:lnTo>
                <a:lnTo>
                  <a:pt x="131" y="892"/>
                </a:lnTo>
                <a:lnTo>
                  <a:pt x="132" y="892"/>
                </a:lnTo>
                <a:lnTo>
                  <a:pt x="132" y="893"/>
                </a:lnTo>
                <a:lnTo>
                  <a:pt x="133" y="894"/>
                </a:lnTo>
                <a:lnTo>
                  <a:pt x="134" y="894"/>
                </a:lnTo>
                <a:lnTo>
                  <a:pt x="135" y="894"/>
                </a:lnTo>
                <a:lnTo>
                  <a:pt x="136" y="893"/>
                </a:lnTo>
                <a:lnTo>
                  <a:pt x="137" y="893"/>
                </a:lnTo>
                <a:lnTo>
                  <a:pt x="139" y="894"/>
                </a:lnTo>
                <a:lnTo>
                  <a:pt x="140" y="895"/>
                </a:lnTo>
                <a:lnTo>
                  <a:pt x="142" y="895"/>
                </a:lnTo>
                <a:lnTo>
                  <a:pt x="144" y="895"/>
                </a:lnTo>
                <a:lnTo>
                  <a:pt x="145" y="895"/>
                </a:lnTo>
                <a:lnTo>
                  <a:pt x="146" y="895"/>
                </a:lnTo>
                <a:lnTo>
                  <a:pt x="146" y="894"/>
                </a:lnTo>
                <a:lnTo>
                  <a:pt x="147" y="893"/>
                </a:lnTo>
                <a:lnTo>
                  <a:pt x="148" y="893"/>
                </a:lnTo>
                <a:lnTo>
                  <a:pt x="149" y="893"/>
                </a:lnTo>
                <a:lnTo>
                  <a:pt x="150" y="893"/>
                </a:lnTo>
                <a:lnTo>
                  <a:pt x="150" y="894"/>
                </a:lnTo>
                <a:lnTo>
                  <a:pt x="152" y="894"/>
                </a:lnTo>
                <a:lnTo>
                  <a:pt x="153" y="894"/>
                </a:lnTo>
                <a:lnTo>
                  <a:pt x="154" y="895"/>
                </a:lnTo>
                <a:lnTo>
                  <a:pt x="156" y="895"/>
                </a:lnTo>
                <a:lnTo>
                  <a:pt x="157" y="894"/>
                </a:lnTo>
                <a:lnTo>
                  <a:pt x="158" y="893"/>
                </a:lnTo>
                <a:lnTo>
                  <a:pt x="158" y="892"/>
                </a:lnTo>
                <a:lnTo>
                  <a:pt x="159" y="892"/>
                </a:lnTo>
                <a:lnTo>
                  <a:pt x="160" y="891"/>
                </a:lnTo>
                <a:lnTo>
                  <a:pt x="161" y="891"/>
                </a:lnTo>
                <a:lnTo>
                  <a:pt x="162" y="890"/>
                </a:lnTo>
                <a:lnTo>
                  <a:pt x="163" y="889"/>
                </a:lnTo>
                <a:lnTo>
                  <a:pt x="163" y="888"/>
                </a:lnTo>
                <a:lnTo>
                  <a:pt x="165" y="887"/>
                </a:lnTo>
                <a:lnTo>
                  <a:pt x="166" y="886"/>
                </a:lnTo>
                <a:lnTo>
                  <a:pt x="167" y="886"/>
                </a:lnTo>
                <a:lnTo>
                  <a:pt x="169" y="885"/>
                </a:lnTo>
                <a:lnTo>
                  <a:pt x="169" y="884"/>
                </a:lnTo>
                <a:lnTo>
                  <a:pt x="170" y="884"/>
                </a:lnTo>
                <a:lnTo>
                  <a:pt x="172" y="884"/>
                </a:lnTo>
                <a:lnTo>
                  <a:pt x="173" y="884"/>
                </a:lnTo>
                <a:lnTo>
                  <a:pt x="173" y="883"/>
                </a:lnTo>
                <a:lnTo>
                  <a:pt x="174" y="883"/>
                </a:lnTo>
                <a:lnTo>
                  <a:pt x="175" y="882"/>
                </a:lnTo>
                <a:lnTo>
                  <a:pt x="176" y="881"/>
                </a:lnTo>
                <a:lnTo>
                  <a:pt x="177" y="880"/>
                </a:lnTo>
                <a:lnTo>
                  <a:pt x="178" y="879"/>
                </a:lnTo>
                <a:lnTo>
                  <a:pt x="180" y="877"/>
                </a:lnTo>
                <a:lnTo>
                  <a:pt x="182" y="876"/>
                </a:lnTo>
                <a:lnTo>
                  <a:pt x="184" y="874"/>
                </a:lnTo>
                <a:lnTo>
                  <a:pt x="185" y="874"/>
                </a:lnTo>
                <a:lnTo>
                  <a:pt x="187" y="873"/>
                </a:lnTo>
                <a:lnTo>
                  <a:pt x="188" y="873"/>
                </a:lnTo>
                <a:lnTo>
                  <a:pt x="189" y="873"/>
                </a:lnTo>
                <a:lnTo>
                  <a:pt x="190" y="873"/>
                </a:lnTo>
                <a:lnTo>
                  <a:pt x="190" y="874"/>
                </a:lnTo>
                <a:lnTo>
                  <a:pt x="191" y="874"/>
                </a:lnTo>
                <a:lnTo>
                  <a:pt x="191" y="875"/>
                </a:lnTo>
                <a:lnTo>
                  <a:pt x="191" y="876"/>
                </a:lnTo>
                <a:lnTo>
                  <a:pt x="192" y="876"/>
                </a:lnTo>
                <a:lnTo>
                  <a:pt x="193" y="876"/>
                </a:lnTo>
                <a:lnTo>
                  <a:pt x="193" y="877"/>
                </a:lnTo>
                <a:lnTo>
                  <a:pt x="192" y="877"/>
                </a:lnTo>
                <a:lnTo>
                  <a:pt x="192" y="878"/>
                </a:lnTo>
                <a:lnTo>
                  <a:pt x="192" y="879"/>
                </a:lnTo>
                <a:lnTo>
                  <a:pt x="192" y="881"/>
                </a:lnTo>
                <a:lnTo>
                  <a:pt x="192" y="883"/>
                </a:lnTo>
                <a:lnTo>
                  <a:pt x="192" y="884"/>
                </a:lnTo>
                <a:lnTo>
                  <a:pt x="192" y="885"/>
                </a:lnTo>
                <a:lnTo>
                  <a:pt x="193" y="886"/>
                </a:lnTo>
                <a:lnTo>
                  <a:pt x="194" y="888"/>
                </a:lnTo>
                <a:lnTo>
                  <a:pt x="195" y="889"/>
                </a:lnTo>
                <a:lnTo>
                  <a:pt x="196" y="889"/>
                </a:lnTo>
                <a:lnTo>
                  <a:pt x="197" y="889"/>
                </a:lnTo>
                <a:lnTo>
                  <a:pt x="198" y="890"/>
                </a:lnTo>
                <a:lnTo>
                  <a:pt x="199" y="891"/>
                </a:lnTo>
                <a:lnTo>
                  <a:pt x="200" y="891"/>
                </a:lnTo>
                <a:lnTo>
                  <a:pt x="201" y="892"/>
                </a:lnTo>
                <a:lnTo>
                  <a:pt x="201" y="893"/>
                </a:lnTo>
                <a:lnTo>
                  <a:pt x="200" y="893"/>
                </a:lnTo>
                <a:lnTo>
                  <a:pt x="200" y="894"/>
                </a:lnTo>
                <a:lnTo>
                  <a:pt x="200" y="895"/>
                </a:lnTo>
                <a:lnTo>
                  <a:pt x="199" y="896"/>
                </a:lnTo>
                <a:lnTo>
                  <a:pt x="198" y="896"/>
                </a:lnTo>
                <a:lnTo>
                  <a:pt x="198" y="897"/>
                </a:lnTo>
                <a:lnTo>
                  <a:pt x="197" y="897"/>
                </a:lnTo>
                <a:lnTo>
                  <a:pt x="197" y="898"/>
                </a:lnTo>
                <a:lnTo>
                  <a:pt x="197" y="899"/>
                </a:lnTo>
                <a:lnTo>
                  <a:pt x="196" y="899"/>
                </a:lnTo>
                <a:lnTo>
                  <a:pt x="196" y="900"/>
                </a:lnTo>
                <a:lnTo>
                  <a:pt x="196" y="902"/>
                </a:lnTo>
                <a:lnTo>
                  <a:pt x="196" y="903"/>
                </a:lnTo>
                <a:lnTo>
                  <a:pt x="196" y="904"/>
                </a:lnTo>
                <a:lnTo>
                  <a:pt x="197" y="905"/>
                </a:lnTo>
                <a:lnTo>
                  <a:pt x="197" y="906"/>
                </a:lnTo>
                <a:lnTo>
                  <a:pt x="198" y="908"/>
                </a:lnTo>
                <a:lnTo>
                  <a:pt x="199" y="908"/>
                </a:lnTo>
                <a:lnTo>
                  <a:pt x="199" y="909"/>
                </a:lnTo>
                <a:lnTo>
                  <a:pt x="199" y="910"/>
                </a:lnTo>
                <a:lnTo>
                  <a:pt x="198" y="910"/>
                </a:lnTo>
                <a:lnTo>
                  <a:pt x="198" y="911"/>
                </a:lnTo>
                <a:lnTo>
                  <a:pt x="199" y="911"/>
                </a:lnTo>
                <a:lnTo>
                  <a:pt x="199" y="912"/>
                </a:lnTo>
                <a:lnTo>
                  <a:pt x="200" y="911"/>
                </a:lnTo>
                <a:lnTo>
                  <a:pt x="201" y="911"/>
                </a:lnTo>
                <a:lnTo>
                  <a:pt x="202" y="910"/>
                </a:lnTo>
                <a:lnTo>
                  <a:pt x="203" y="910"/>
                </a:lnTo>
                <a:lnTo>
                  <a:pt x="204" y="909"/>
                </a:lnTo>
                <a:lnTo>
                  <a:pt x="205" y="909"/>
                </a:lnTo>
                <a:lnTo>
                  <a:pt x="205" y="910"/>
                </a:lnTo>
                <a:lnTo>
                  <a:pt x="206" y="910"/>
                </a:lnTo>
                <a:lnTo>
                  <a:pt x="207" y="909"/>
                </a:lnTo>
                <a:lnTo>
                  <a:pt x="209" y="908"/>
                </a:lnTo>
                <a:lnTo>
                  <a:pt x="210" y="907"/>
                </a:lnTo>
                <a:lnTo>
                  <a:pt x="210" y="908"/>
                </a:lnTo>
                <a:lnTo>
                  <a:pt x="211" y="908"/>
                </a:lnTo>
                <a:lnTo>
                  <a:pt x="212" y="909"/>
                </a:lnTo>
                <a:lnTo>
                  <a:pt x="213" y="909"/>
                </a:lnTo>
                <a:lnTo>
                  <a:pt x="214" y="908"/>
                </a:lnTo>
                <a:lnTo>
                  <a:pt x="215" y="909"/>
                </a:lnTo>
                <a:lnTo>
                  <a:pt x="216" y="909"/>
                </a:lnTo>
                <a:lnTo>
                  <a:pt x="217" y="909"/>
                </a:lnTo>
                <a:lnTo>
                  <a:pt x="218" y="910"/>
                </a:lnTo>
                <a:lnTo>
                  <a:pt x="219" y="910"/>
                </a:lnTo>
                <a:lnTo>
                  <a:pt x="219" y="909"/>
                </a:lnTo>
                <a:lnTo>
                  <a:pt x="219" y="908"/>
                </a:lnTo>
                <a:lnTo>
                  <a:pt x="219" y="907"/>
                </a:lnTo>
                <a:lnTo>
                  <a:pt x="219" y="906"/>
                </a:lnTo>
                <a:lnTo>
                  <a:pt x="220" y="905"/>
                </a:lnTo>
                <a:lnTo>
                  <a:pt x="221" y="905"/>
                </a:lnTo>
                <a:lnTo>
                  <a:pt x="221" y="904"/>
                </a:lnTo>
                <a:lnTo>
                  <a:pt x="222" y="904"/>
                </a:lnTo>
                <a:lnTo>
                  <a:pt x="222" y="903"/>
                </a:lnTo>
                <a:lnTo>
                  <a:pt x="221" y="902"/>
                </a:lnTo>
                <a:lnTo>
                  <a:pt x="222" y="902"/>
                </a:lnTo>
                <a:lnTo>
                  <a:pt x="223" y="902"/>
                </a:lnTo>
                <a:lnTo>
                  <a:pt x="224" y="901"/>
                </a:lnTo>
                <a:lnTo>
                  <a:pt x="225" y="902"/>
                </a:lnTo>
                <a:lnTo>
                  <a:pt x="227" y="903"/>
                </a:lnTo>
                <a:lnTo>
                  <a:pt x="227" y="904"/>
                </a:lnTo>
                <a:lnTo>
                  <a:pt x="228" y="904"/>
                </a:lnTo>
                <a:lnTo>
                  <a:pt x="229" y="904"/>
                </a:lnTo>
                <a:lnTo>
                  <a:pt x="230" y="904"/>
                </a:lnTo>
                <a:lnTo>
                  <a:pt x="230" y="903"/>
                </a:lnTo>
                <a:lnTo>
                  <a:pt x="229" y="902"/>
                </a:lnTo>
                <a:lnTo>
                  <a:pt x="229" y="901"/>
                </a:lnTo>
                <a:lnTo>
                  <a:pt x="230" y="900"/>
                </a:lnTo>
                <a:lnTo>
                  <a:pt x="231" y="900"/>
                </a:lnTo>
                <a:lnTo>
                  <a:pt x="232" y="900"/>
                </a:lnTo>
                <a:lnTo>
                  <a:pt x="234" y="900"/>
                </a:lnTo>
                <a:lnTo>
                  <a:pt x="235" y="900"/>
                </a:lnTo>
                <a:lnTo>
                  <a:pt x="236" y="900"/>
                </a:lnTo>
                <a:lnTo>
                  <a:pt x="238" y="900"/>
                </a:lnTo>
                <a:lnTo>
                  <a:pt x="239" y="900"/>
                </a:lnTo>
                <a:lnTo>
                  <a:pt x="240" y="901"/>
                </a:lnTo>
                <a:lnTo>
                  <a:pt x="241" y="901"/>
                </a:lnTo>
                <a:lnTo>
                  <a:pt x="242" y="901"/>
                </a:lnTo>
                <a:lnTo>
                  <a:pt x="243" y="901"/>
                </a:lnTo>
                <a:lnTo>
                  <a:pt x="244" y="900"/>
                </a:lnTo>
                <a:lnTo>
                  <a:pt x="246" y="899"/>
                </a:lnTo>
                <a:lnTo>
                  <a:pt x="246" y="898"/>
                </a:lnTo>
                <a:lnTo>
                  <a:pt x="247" y="898"/>
                </a:lnTo>
                <a:lnTo>
                  <a:pt x="248" y="897"/>
                </a:lnTo>
                <a:lnTo>
                  <a:pt x="249" y="897"/>
                </a:lnTo>
                <a:lnTo>
                  <a:pt x="250" y="896"/>
                </a:lnTo>
                <a:lnTo>
                  <a:pt x="250" y="895"/>
                </a:lnTo>
                <a:lnTo>
                  <a:pt x="251" y="896"/>
                </a:lnTo>
                <a:lnTo>
                  <a:pt x="251" y="897"/>
                </a:lnTo>
                <a:lnTo>
                  <a:pt x="251" y="898"/>
                </a:lnTo>
                <a:lnTo>
                  <a:pt x="251" y="899"/>
                </a:lnTo>
                <a:lnTo>
                  <a:pt x="252" y="899"/>
                </a:lnTo>
                <a:lnTo>
                  <a:pt x="253" y="899"/>
                </a:lnTo>
                <a:lnTo>
                  <a:pt x="254" y="899"/>
                </a:lnTo>
                <a:lnTo>
                  <a:pt x="254" y="900"/>
                </a:lnTo>
                <a:lnTo>
                  <a:pt x="255" y="900"/>
                </a:lnTo>
                <a:lnTo>
                  <a:pt x="255" y="901"/>
                </a:lnTo>
                <a:lnTo>
                  <a:pt x="255" y="902"/>
                </a:lnTo>
                <a:lnTo>
                  <a:pt x="255" y="903"/>
                </a:lnTo>
                <a:lnTo>
                  <a:pt x="255" y="904"/>
                </a:lnTo>
                <a:lnTo>
                  <a:pt x="255" y="905"/>
                </a:lnTo>
                <a:lnTo>
                  <a:pt x="256" y="905"/>
                </a:lnTo>
                <a:lnTo>
                  <a:pt x="256" y="906"/>
                </a:lnTo>
                <a:lnTo>
                  <a:pt x="256" y="905"/>
                </a:lnTo>
                <a:lnTo>
                  <a:pt x="257" y="905"/>
                </a:lnTo>
                <a:lnTo>
                  <a:pt x="257" y="904"/>
                </a:lnTo>
                <a:lnTo>
                  <a:pt x="257" y="903"/>
                </a:lnTo>
                <a:lnTo>
                  <a:pt x="258" y="903"/>
                </a:lnTo>
                <a:lnTo>
                  <a:pt x="258" y="902"/>
                </a:lnTo>
                <a:lnTo>
                  <a:pt x="258" y="901"/>
                </a:lnTo>
                <a:lnTo>
                  <a:pt x="259" y="901"/>
                </a:lnTo>
                <a:lnTo>
                  <a:pt x="260" y="901"/>
                </a:lnTo>
                <a:lnTo>
                  <a:pt x="260" y="902"/>
                </a:lnTo>
                <a:lnTo>
                  <a:pt x="261" y="902"/>
                </a:lnTo>
                <a:lnTo>
                  <a:pt x="262" y="901"/>
                </a:lnTo>
                <a:lnTo>
                  <a:pt x="263" y="901"/>
                </a:lnTo>
                <a:lnTo>
                  <a:pt x="264" y="901"/>
                </a:lnTo>
                <a:lnTo>
                  <a:pt x="265" y="901"/>
                </a:lnTo>
                <a:lnTo>
                  <a:pt x="265" y="900"/>
                </a:lnTo>
                <a:lnTo>
                  <a:pt x="267" y="899"/>
                </a:lnTo>
                <a:lnTo>
                  <a:pt x="267" y="898"/>
                </a:lnTo>
                <a:lnTo>
                  <a:pt x="268" y="897"/>
                </a:lnTo>
                <a:lnTo>
                  <a:pt x="270" y="897"/>
                </a:lnTo>
                <a:lnTo>
                  <a:pt x="271" y="897"/>
                </a:lnTo>
                <a:lnTo>
                  <a:pt x="271" y="896"/>
                </a:lnTo>
                <a:lnTo>
                  <a:pt x="271" y="895"/>
                </a:lnTo>
                <a:lnTo>
                  <a:pt x="272" y="895"/>
                </a:lnTo>
                <a:lnTo>
                  <a:pt x="273" y="894"/>
                </a:lnTo>
                <a:lnTo>
                  <a:pt x="274" y="893"/>
                </a:lnTo>
                <a:lnTo>
                  <a:pt x="274" y="892"/>
                </a:lnTo>
                <a:lnTo>
                  <a:pt x="274" y="890"/>
                </a:lnTo>
                <a:lnTo>
                  <a:pt x="274" y="889"/>
                </a:lnTo>
                <a:lnTo>
                  <a:pt x="274" y="888"/>
                </a:lnTo>
                <a:lnTo>
                  <a:pt x="275" y="886"/>
                </a:lnTo>
                <a:lnTo>
                  <a:pt x="275" y="885"/>
                </a:lnTo>
                <a:lnTo>
                  <a:pt x="277" y="883"/>
                </a:lnTo>
                <a:lnTo>
                  <a:pt x="278" y="882"/>
                </a:lnTo>
                <a:lnTo>
                  <a:pt x="279" y="882"/>
                </a:lnTo>
                <a:lnTo>
                  <a:pt x="280" y="881"/>
                </a:lnTo>
                <a:lnTo>
                  <a:pt x="280" y="880"/>
                </a:lnTo>
                <a:lnTo>
                  <a:pt x="280" y="879"/>
                </a:lnTo>
                <a:lnTo>
                  <a:pt x="281" y="878"/>
                </a:lnTo>
                <a:lnTo>
                  <a:pt x="282" y="878"/>
                </a:lnTo>
                <a:lnTo>
                  <a:pt x="283" y="877"/>
                </a:lnTo>
                <a:lnTo>
                  <a:pt x="285" y="877"/>
                </a:lnTo>
                <a:lnTo>
                  <a:pt x="285" y="876"/>
                </a:lnTo>
                <a:lnTo>
                  <a:pt x="284" y="875"/>
                </a:lnTo>
                <a:lnTo>
                  <a:pt x="284" y="874"/>
                </a:lnTo>
                <a:lnTo>
                  <a:pt x="284" y="873"/>
                </a:lnTo>
                <a:lnTo>
                  <a:pt x="285" y="873"/>
                </a:lnTo>
                <a:lnTo>
                  <a:pt x="285" y="872"/>
                </a:lnTo>
                <a:lnTo>
                  <a:pt x="285" y="871"/>
                </a:lnTo>
                <a:lnTo>
                  <a:pt x="285" y="870"/>
                </a:lnTo>
                <a:lnTo>
                  <a:pt x="286" y="870"/>
                </a:lnTo>
                <a:lnTo>
                  <a:pt x="286" y="869"/>
                </a:lnTo>
                <a:lnTo>
                  <a:pt x="286" y="868"/>
                </a:lnTo>
                <a:lnTo>
                  <a:pt x="285" y="867"/>
                </a:lnTo>
                <a:lnTo>
                  <a:pt x="284" y="866"/>
                </a:lnTo>
                <a:lnTo>
                  <a:pt x="284" y="865"/>
                </a:lnTo>
                <a:lnTo>
                  <a:pt x="284" y="864"/>
                </a:lnTo>
                <a:lnTo>
                  <a:pt x="283" y="863"/>
                </a:lnTo>
                <a:lnTo>
                  <a:pt x="284" y="863"/>
                </a:lnTo>
                <a:lnTo>
                  <a:pt x="284" y="862"/>
                </a:lnTo>
                <a:lnTo>
                  <a:pt x="285" y="862"/>
                </a:lnTo>
                <a:lnTo>
                  <a:pt x="285" y="861"/>
                </a:lnTo>
                <a:lnTo>
                  <a:pt x="286" y="861"/>
                </a:lnTo>
                <a:lnTo>
                  <a:pt x="286" y="860"/>
                </a:lnTo>
                <a:lnTo>
                  <a:pt x="287" y="860"/>
                </a:lnTo>
                <a:lnTo>
                  <a:pt x="287" y="861"/>
                </a:lnTo>
                <a:lnTo>
                  <a:pt x="288" y="861"/>
                </a:lnTo>
                <a:lnTo>
                  <a:pt x="288" y="860"/>
                </a:lnTo>
                <a:lnTo>
                  <a:pt x="289" y="859"/>
                </a:lnTo>
                <a:lnTo>
                  <a:pt x="290" y="858"/>
                </a:lnTo>
                <a:lnTo>
                  <a:pt x="290" y="857"/>
                </a:lnTo>
                <a:lnTo>
                  <a:pt x="291" y="857"/>
                </a:lnTo>
                <a:lnTo>
                  <a:pt x="291" y="856"/>
                </a:lnTo>
                <a:lnTo>
                  <a:pt x="290" y="855"/>
                </a:lnTo>
                <a:lnTo>
                  <a:pt x="290" y="854"/>
                </a:lnTo>
                <a:lnTo>
                  <a:pt x="291" y="854"/>
                </a:lnTo>
                <a:lnTo>
                  <a:pt x="291" y="853"/>
                </a:lnTo>
                <a:lnTo>
                  <a:pt x="291" y="852"/>
                </a:lnTo>
                <a:lnTo>
                  <a:pt x="292" y="851"/>
                </a:lnTo>
                <a:lnTo>
                  <a:pt x="292" y="850"/>
                </a:lnTo>
                <a:lnTo>
                  <a:pt x="292" y="849"/>
                </a:lnTo>
                <a:lnTo>
                  <a:pt x="292" y="848"/>
                </a:lnTo>
                <a:lnTo>
                  <a:pt x="292" y="847"/>
                </a:lnTo>
                <a:lnTo>
                  <a:pt x="293" y="846"/>
                </a:lnTo>
                <a:lnTo>
                  <a:pt x="293" y="845"/>
                </a:lnTo>
                <a:lnTo>
                  <a:pt x="294" y="843"/>
                </a:lnTo>
                <a:lnTo>
                  <a:pt x="295" y="842"/>
                </a:lnTo>
                <a:lnTo>
                  <a:pt x="296" y="842"/>
                </a:lnTo>
                <a:lnTo>
                  <a:pt x="297" y="842"/>
                </a:lnTo>
                <a:lnTo>
                  <a:pt x="297" y="843"/>
                </a:lnTo>
                <a:lnTo>
                  <a:pt x="297" y="842"/>
                </a:lnTo>
                <a:lnTo>
                  <a:pt x="298" y="842"/>
                </a:lnTo>
                <a:lnTo>
                  <a:pt x="298" y="841"/>
                </a:lnTo>
                <a:lnTo>
                  <a:pt x="299" y="841"/>
                </a:lnTo>
                <a:lnTo>
                  <a:pt x="300" y="841"/>
                </a:lnTo>
                <a:lnTo>
                  <a:pt x="300" y="840"/>
                </a:lnTo>
                <a:lnTo>
                  <a:pt x="301" y="840"/>
                </a:lnTo>
                <a:lnTo>
                  <a:pt x="302" y="841"/>
                </a:lnTo>
                <a:lnTo>
                  <a:pt x="302" y="840"/>
                </a:lnTo>
                <a:lnTo>
                  <a:pt x="302" y="839"/>
                </a:lnTo>
                <a:lnTo>
                  <a:pt x="302" y="838"/>
                </a:lnTo>
                <a:lnTo>
                  <a:pt x="303" y="838"/>
                </a:lnTo>
                <a:lnTo>
                  <a:pt x="303" y="837"/>
                </a:lnTo>
                <a:lnTo>
                  <a:pt x="304" y="836"/>
                </a:lnTo>
                <a:lnTo>
                  <a:pt x="306" y="835"/>
                </a:lnTo>
                <a:lnTo>
                  <a:pt x="307" y="836"/>
                </a:lnTo>
                <a:lnTo>
                  <a:pt x="308" y="836"/>
                </a:lnTo>
                <a:lnTo>
                  <a:pt x="309" y="836"/>
                </a:lnTo>
                <a:lnTo>
                  <a:pt x="311" y="835"/>
                </a:lnTo>
                <a:lnTo>
                  <a:pt x="312" y="834"/>
                </a:lnTo>
                <a:lnTo>
                  <a:pt x="313" y="834"/>
                </a:lnTo>
                <a:lnTo>
                  <a:pt x="313" y="833"/>
                </a:lnTo>
                <a:lnTo>
                  <a:pt x="314" y="832"/>
                </a:lnTo>
                <a:lnTo>
                  <a:pt x="315" y="831"/>
                </a:lnTo>
                <a:lnTo>
                  <a:pt x="316" y="831"/>
                </a:lnTo>
                <a:lnTo>
                  <a:pt x="317" y="831"/>
                </a:lnTo>
                <a:lnTo>
                  <a:pt x="318" y="832"/>
                </a:lnTo>
                <a:lnTo>
                  <a:pt x="318" y="833"/>
                </a:lnTo>
                <a:lnTo>
                  <a:pt x="319" y="832"/>
                </a:lnTo>
                <a:lnTo>
                  <a:pt x="321" y="832"/>
                </a:lnTo>
                <a:lnTo>
                  <a:pt x="324" y="832"/>
                </a:lnTo>
                <a:lnTo>
                  <a:pt x="325" y="832"/>
                </a:lnTo>
                <a:lnTo>
                  <a:pt x="326" y="832"/>
                </a:lnTo>
                <a:lnTo>
                  <a:pt x="326" y="833"/>
                </a:lnTo>
                <a:lnTo>
                  <a:pt x="327" y="833"/>
                </a:lnTo>
                <a:lnTo>
                  <a:pt x="326" y="834"/>
                </a:lnTo>
                <a:lnTo>
                  <a:pt x="326" y="835"/>
                </a:lnTo>
                <a:lnTo>
                  <a:pt x="327" y="835"/>
                </a:lnTo>
                <a:lnTo>
                  <a:pt x="328" y="835"/>
                </a:lnTo>
                <a:lnTo>
                  <a:pt x="329" y="836"/>
                </a:lnTo>
                <a:lnTo>
                  <a:pt x="330" y="836"/>
                </a:lnTo>
                <a:lnTo>
                  <a:pt x="331" y="837"/>
                </a:lnTo>
                <a:lnTo>
                  <a:pt x="332" y="837"/>
                </a:lnTo>
                <a:lnTo>
                  <a:pt x="333" y="837"/>
                </a:lnTo>
                <a:lnTo>
                  <a:pt x="334" y="837"/>
                </a:lnTo>
                <a:lnTo>
                  <a:pt x="334" y="836"/>
                </a:lnTo>
                <a:lnTo>
                  <a:pt x="335" y="836"/>
                </a:lnTo>
                <a:lnTo>
                  <a:pt x="336" y="836"/>
                </a:lnTo>
                <a:lnTo>
                  <a:pt x="337" y="836"/>
                </a:lnTo>
                <a:lnTo>
                  <a:pt x="337" y="835"/>
                </a:lnTo>
                <a:lnTo>
                  <a:pt x="338" y="835"/>
                </a:lnTo>
                <a:lnTo>
                  <a:pt x="339" y="836"/>
                </a:lnTo>
                <a:lnTo>
                  <a:pt x="340" y="836"/>
                </a:lnTo>
                <a:lnTo>
                  <a:pt x="341" y="837"/>
                </a:lnTo>
                <a:lnTo>
                  <a:pt x="341" y="838"/>
                </a:lnTo>
                <a:lnTo>
                  <a:pt x="343" y="838"/>
                </a:lnTo>
                <a:lnTo>
                  <a:pt x="344" y="837"/>
                </a:lnTo>
                <a:lnTo>
                  <a:pt x="345" y="837"/>
                </a:lnTo>
                <a:lnTo>
                  <a:pt x="346" y="836"/>
                </a:lnTo>
                <a:lnTo>
                  <a:pt x="348" y="835"/>
                </a:lnTo>
                <a:lnTo>
                  <a:pt x="349" y="835"/>
                </a:lnTo>
                <a:lnTo>
                  <a:pt x="349" y="834"/>
                </a:lnTo>
                <a:lnTo>
                  <a:pt x="350" y="834"/>
                </a:lnTo>
                <a:lnTo>
                  <a:pt x="351" y="834"/>
                </a:lnTo>
                <a:lnTo>
                  <a:pt x="351" y="835"/>
                </a:lnTo>
                <a:lnTo>
                  <a:pt x="352" y="835"/>
                </a:lnTo>
                <a:lnTo>
                  <a:pt x="353" y="835"/>
                </a:lnTo>
                <a:lnTo>
                  <a:pt x="354" y="835"/>
                </a:lnTo>
                <a:lnTo>
                  <a:pt x="355" y="835"/>
                </a:lnTo>
                <a:lnTo>
                  <a:pt x="355" y="836"/>
                </a:lnTo>
                <a:lnTo>
                  <a:pt x="356" y="836"/>
                </a:lnTo>
                <a:lnTo>
                  <a:pt x="357" y="836"/>
                </a:lnTo>
                <a:lnTo>
                  <a:pt x="358" y="836"/>
                </a:lnTo>
                <a:lnTo>
                  <a:pt x="359" y="836"/>
                </a:lnTo>
                <a:lnTo>
                  <a:pt x="359" y="837"/>
                </a:lnTo>
                <a:lnTo>
                  <a:pt x="359" y="838"/>
                </a:lnTo>
                <a:lnTo>
                  <a:pt x="359" y="839"/>
                </a:lnTo>
                <a:lnTo>
                  <a:pt x="361" y="839"/>
                </a:lnTo>
                <a:lnTo>
                  <a:pt x="362" y="838"/>
                </a:lnTo>
                <a:lnTo>
                  <a:pt x="364" y="838"/>
                </a:lnTo>
                <a:lnTo>
                  <a:pt x="365" y="838"/>
                </a:lnTo>
                <a:lnTo>
                  <a:pt x="366" y="838"/>
                </a:lnTo>
                <a:lnTo>
                  <a:pt x="367" y="838"/>
                </a:lnTo>
                <a:lnTo>
                  <a:pt x="368" y="838"/>
                </a:lnTo>
                <a:lnTo>
                  <a:pt x="369" y="838"/>
                </a:lnTo>
                <a:lnTo>
                  <a:pt x="370" y="838"/>
                </a:lnTo>
                <a:lnTo>
                  <a:pt x="371" y="838"/>
                </a:lnTo>
                <a:lnTo>
                  <a:pt x="372" y="837"/>
                </a:lnTo>
                <a:lnTo>
                  <a:pt x="373" y="837"/>
                </a:lnTo>
                <a:lnTo>
                  <a:pt x="374" y="837"/>
                </a:lnTo>
                <a:lnTo>
                  <a:pt x="375" y="837"/>
                </a:lnTo>
                <a:lnTo>
                  <a:pt x="376" y="837"/>
                </a:lnTo>
                <a:lnTo>
                  <a:pt x="377" y="837"/>
                </a:lnTo>
                <a:lnTo>
                  <a:pt x="379" y="837"/>
                </a:lnTo>
                <a:lnTo>
                  <a:pt x="380" y="837"/>
                </a:lnTo>
                <a:lnTo>
                  <a:pt x="381" y="837"/>
                </a:lnTo>
                <a:lnTo>
                  <a:pt x="382" y="837"/>
                </a:lnTo>
                <a:lnTo>
                  <a:pt x="382" y="836"/>
                </a:lnTo>
                <a:lnTo>
                  <a:pt x="383" y="836"/>
                </a:lnTo>
                <a:lnTo>
                  <a:pt x="383" y="835"/>
                </a:lnTo>
                <a:lnTo>
                  <a:pt x="385" y="836"/>
                </a:lnTo>
                <a:lnTo>
                  <a:pt x="386" y="836"/>
                </a:lnTo>
                <a:lnTo>
                  <a:pt x="387" y="835"/>
                </a:lnTo>
                <a:lnTo>
                  <a:pt x="388" y="833"/>
                </a:lnTo>
                <a:lnTo>
                  <a:pt x="389" y="833"/>
                </a:lnTo>
                <a:lnTo>
                  <a:pt x="390" y="833"/>
                </a:lnTo>
                <a:lnTo>
                  <a:pt x="391" y="833"/>
                </a:lnTo>
                <a:lnTo>
                  <a:pt x="391" y="832"/>
                </a:lnTo>
                <a:lnTo>
                  <a:pt x="391" y="831"/>
                </a:lnTo>
                <a:lnTo>
                  <a:pt x="390" y="831"/>
                </a:lnTo>
                <a:lnTo>
                  <a:pt x="390" y="830"/>
                </a:lnTo>
                <a:lnTo>
                  <a:pt x="389" y="829"/>
                </a:lnTo>
                <a:lnTo>
                  <a:pt x="389" y="828"/>
                </a:lnTo>
                <a:lnTo>
                  <a:pt x="389" y="827"/>
                </a:lnTo>
                <a:lnTo>
                  <a:pt x="389" y="826"/>
                </a:lnTo>
                <a:lnTo>
                  <a:pt x="389" y="825"/>
                </a:lnTo>
                <a:lnTo>
                  <a:pt x="390" y="825"/>
                </a:lnTo>
                <a:lnTo>
                  <a:pt x="390" y="824"/>
                </a:lnTo>
                <a:lnTo>
                  <a:pt x="391" y="824"/>
                </a:lnTo>
                <a:lnTo>
                  <a:pt x="391" y="823"/>
                </a:lnTo>
                <a:lnTo>
                  <a:pt x="392" y="823"/>
                </a:lnTo>
                <a:lnTo>
                  <a:pt x="392" y="822"/>
                </a:lnTo>
                <a:lnTo>
                  <a:pt x="393" y="822"/>
                </a:lnTo>
                <a:lnTo>
                  <a:pt x="394" y="821"/>
                </a:lnTo>
                <a:lnTo>
                  <a:pt x="395" y="821"/>
                </a:lnTo>
                <a:lnTo>
                  <a:pt x="396" y="821"/>
                </a:lnTo>
                <a:lnTo>
                  <a:pt x="396" y="820"/>
                </a:lnTo>
                <a:lnTo>
                  <a:pt x="397" y="820"/>
                </a:lnTo>
                <a:lnTo>
                  <a:pt x="398" y="819"/>
                </a:lnTo>
                <a:lnTo>
                  <a:pt x="400" y="819"/>
                </a:lnTo>
                <a:lnTo>
                  <a:pt x="403" y="819"/>
                </a:lnTo>
                <a:lnTo>
                  <a:pt x="404" y="819"/>
                </a:lnTo>
                <a:lnTo>
                  <a:pt x="405" y="819"/>
                </a:lnTo>
                <a:lnTo>
                  <a:pt x="406" y="819"/>
                </a:lnTo>
                <a:lnTo>
                  <a:pt x="407" y="818"/>
                </a:lnTo>
                <a:lnTo>
                  <a:pt x="408" y="819"/>
                </a:lnTo>
                <a:lnTo>
                  <a:pt x="409" y="818"/>
                </a:lnTo>
                <a:lnTo>
                  <a:pt x="411" y="818"/>
                </a:lnTo>
                <a:lnTo>
                  <a:pt x="413" y="817"/>
                </a:lnTo>
                <a:lnTo>
                  <a:pt x="414" y="816"/>
                </a:lnTo>
                <a:lnTo>
                  <a:pt x="415" y="816"/>
                </a:lnTo>
                <a:lnTo>
                  <a:pt x="416" y="816"/>
                </a:lnTo>
                <a:lnTo>
                  <a:pt x="417" y="816"/>
                </a:lnTo>
                <a:lnTo>
                  <a:pt x="418" y="815"/>
                </a:lnTo>
                <a:lnTo>
                  <a:pt x="419" y="815"/>
                </a:lnTo>
                <a:lnTo>
                  <a:pt x="419" y="814"/>
                </a:lnTo>
                <a:lnTo>
                  <a:pt x="419" y="813"/>
                </a:lnTo>
                <a:lnTo>
                  <a:pt x="419" y="812"/>
                </a:lnTo>
                <a:lnTo>
                  <a:pt x="420" y="808"/>
                </a:lnTo>
                <a:lnTo>
                  <a:pt x="420" y="806"/>
                </a:lnTo>
                <a:lnTo>
                  <a:pt x="421" y="805"/>
                </a:lnTo>
                <a:lnTo>
                  <a:pt x="421" y="804"/>
                </a:lnTo>
                <a:lnTo>
                  <a:pt x="421" y="802"/>
                </a:lnTo>
                <a:lnTo>
                  <a:pt x="421" y="801"/>
                </a:lnTo>
                <a:lnTo>
                  <a:pt x="421" y="800"/>
                </a:lnTo>
                <a:lnTo>
                  <a:pt x="421" y="799"/>
                </a:lnTo>
                <a:lnTo>
                  <a:pt x="423" y="799"/>
                </a:lnTo>
                <a:lnTo>
                  <a:pt x="426" y="798"/>
                </a:lnTo>
                <a:lnTo>
                  <a:pt x="427" y="798"/>
                </a:lnTo>
                <a:lnTo>
                  <a:pt x="428" y="798"/>
                </a:lnTo>
                <a:lnTo>
                  <a:pt x="431" y="798"/>
                </a:lnTo>
                <a:lnTo>
                  <a:pt x="432" y="798"/>
                </a:lnTo>
                <a:lnTo>
                  <a:pt x="433" y="798"/>
                </a:lnTo>
                <a:lnTo>
                  <a:pt x="434" y="798"/>
                </a:lnTo>
                <a:lnTo>
                  <a:pt x="435" y="798"/>
                </a:lnTo>
                <a:lnTo>
                  <a:pt x="436" y="799"/>
                </a:lnTo>
                <a:lnTo>
                  <a:pt x="437" y="798"/>
                </a:lnTo>
                <a:lnTo>
                  <a:pt x="438" y="798"/>
                </a:lnTo>
                <a:lnTo>
                  <a:pt x="439" y="798"/>
                </a:lnTo>
                <a:lnTo>
                  <a:pt x="441" y="798"/>
                </a:lnTo>
                <a:lnTo>
                  <a:pt x="442" y="798"/>
                </a:lnTo>
                <a:lnTo>
                  <a:pt x="442" y="797"/>
                </a:lnTo>
                <a:lnTo>
                  <a:pt x="442" y="796"/>
                </a:lnTo>
                <a:lnTo>
                  <a:pt x="443" y="796"/>
                </a:lnTo>
                <a:lnTo>
                  <a:pt x="444" y="796"/>
                </a:lnTo>
                <a:lnTo>
                  <a:pt x="445" y="796"/>
                </a:lnTo>
                <a:lnTo>
                  <a:pt x="447" y="796"/>
                </a:lnTo>
                <a:lnTo>
                  <a:pt x="448" y="795"/>
                </a:lnTo>
                <a:lnTo>
                  <a:pt x="449" y="795"/>
                </a:lnTo>
                <a:lnTo>
                  <a:pt x="450" y="795"/>
                </a:lnTo>
                <a:lnTo>
                  <a:pt x="452" y="794"/>
                </a:lnTo>
                <a:lnTo>
                  <a:pt x="454" y="793"/>
                </a:lnTo>
                <a:lnTo>
                  <a:pt x="455" y="792"/>
                </a:lnTo>
                <a:lnTo>
                  <a:pt x="456" y="791"/>
                </a:lnTo>
                <a:lnTo>
                  <a:pt x="457" y="790"/>
                </a:lnTo>
                <a:lnTo>
                  <a:pt x="458" y="789"/>
                </a:lnTo>
                <a:lnTo>
                  <a:pt x="459" y="789"/>
                </a:lnTo>
                <a:lnTo>
                  <a:pt x="459" y="790"/>
                </a:lnTo>
                <a:lnTo>
                  <a:pt x="460" y="790"/>
                </a:lnTo>
                <a:lnTo>
                  <a:pt x="461" y="790"/>
                </a:lnTo>
                <a:lnTo>
                  <a:pt x="462" y="790"/>
                </a:lnTo>
                <a:lnTo>
                  <a:pt x="462" y="789"/>
                </a:lnTo>
                <a:lnTo>
                  <a:pt x="463" y="789"/>
                </a:lnTo>
                <a:lnTo>
                  <a:pt x="464" y="790"/>
                </a:lnTo>
                <a:lnTo>
                  <a:pt x="465" y="790"/>
                </a:lnTo>
                <a:lnTo>
                  <a:pt x="466" y="789"/>
                </a:lnTo>
                <a:lnTo>
                  <a:pt x="466" y="788"/>
                </a:lnTo>
                <a:lnTo>
                  <a:pt x="467" y="787"/>
                </a:lnTo>
                <a:lnTo>
                  <a:pt x="468" y="786"/>
                </a:lnTo>
                <a:lnTo>
                  <a:pt x="469" y="786"/>
                </a:lnTo>
                <a:lnTo>
                  <a:pt x="470" y="785"/>
                </a:lnTo>
                <a:lnTo>
                  <a:pt x="470" y="784"/>
                </a:lnTo>
                <a:lnTo>
                  <a:pt x="469" y="783"/>
                </a:lnTo>
                <a:lnTo>
                  <a:pt x="470" y="782"/>
                </a:lnTo>
                <a:lnTo>
                  <a:pt x="471" y="782"/>
                </a:lnTo>
                <a:lnTo>
                  <a:pt x="472" y="781"/>
                </a:lnTo>
                <a:lnTo>
                  <a:pt x="474" y="781"/>
                </a:lnTo>
                <a:lnTo>
                  <a:pt x="476" y="781"/>
                </a:lnTo>
                <a:lnTo>
                  <a:pt x="477" y="781"/>
                </a:lnTo>
                <a:lnTo>
                  <a:pt x="478" y="781"/>
                </a:lnTo>
                <a:lnTo>
                  <a:pt x="478" y="780"/>
                </a:lnTo>
                <a:lnTo>
                  <a:pt x="479" y="780"/>
                </a:lnTo>
                <a:lnTo>
                  <a:pt x="479" y="781"/>
                </a:lnTo>
                <a:lnTo>
                  <a:pt x="480" y="781"/>
                </a:lnTo>
                <a:lnTo>
                  <a:pt x="481" y="780"/>
                </a:lnTo>
                <a:lnTo>
                  <a:pt x="483" y="779"/>
                </a:lnTo>
                <a:lnTo>
                  <a:pt x="483" y="778"/>
                </a:lnTo>
                <a:lnTo>
                  <a:pt x="484" y="778"/>
                </a:lnTo>
                <a:lnTo>
                  <a:pt x="485" y="777"/>
                </a:lnTo>
                <a:lnTo>
                  <a:pt x="485" y="778"/>
                </a:lnTo>
                <a:lnTo>
                  <a:pt x="486" y="777"/>
                </a:lnTo>
                <a:lnTo>
                  <a:pt x="487" y="777"/>
                </a:lnTo>
                <a:lnTo>
                  <a:pt x="489" y="776"/>
                </a:lnTo>
                <a:lnTo>
                  <a:pt x="489" y="775"/>
                </a:lnTo>
                <a:lnTo>
                  <a:pt x="490" y="774"/>
                </a:lnTo>
                <a:lnTo>
                  <a:pt x="490" y="773"/>
                </a:lnTo>
                <a:lnTo>
                  <a:pt x="491" y="773"/>
                </a:lnTo>
                <a:lnTo>
                  <a:pt x="492" y="773"/>
                </a:lnTo>
                <a:lnTo>
                  <a:pt x="492" y="772"/>
                </a:lnTo>
                <a:lnTo>
                  <a:pt x="493" y="771"/>
                </a:lnTo>
                <a:lnTo>
                  <a:pt x="494" y="771"/>
                </a:lnTo>
                <a:lnTo>
                  <a:pt x="495" y="771"/>
                </a:lnTo>
                <a:lnTo>
                  <a:pt x="496" y="770"/>
                </a:lnTo>
                <a:lnTo>
                  <a:pt x="497" y="770"/>
                </a:lnTo>
                <a:lnTo>
                  <a:pt x="497" y="771"/>
                </a:lnTo>
                <a:lnTo>
                  <a:pt x="498" y="771"/>
                </a:lnTo>
                <a:lnTo>
                  <a:pt x="499" y="771"/>
                </a:lnTo>
                <a:lnTo>
                  <a:pt x="500" y="770"/>
                </a:lnTo>
                <a:lnTo>
                  <a:pt x="500" y="769"/>
                </a:lnTo>
                <a:lnTo>
                  <a:pt x="501" y="768"/>
                </a:lnTo>
                <a:lnTo>
                  <a:pt x="502" y="768"/>
                </a:lnTo>
                <a:lnTo>
                  <a:pt x="506" y="767"/>
                </a:lnTo>
                <a:lnTo>
                  <a:pt x="507" y="766"/>
                </a:lnTo>
                <a:lnTo>
                  <a:pt x="508" y="766"/>
                </a:lnTo>
                <a:lnTo>
                  <a:pt x="508" y="765"/>
                </a:lnTo>
                <a:lnTo>
                  <a:pt x="509" y="764"/>
                </a:lnTo>
                <a:lnTo>
                  <a:pt x="511" y="764"/>
                </a:lnTo>
                <a:lnTo>
                  <a:pt x="513" y="764"/>
                </a:lnTo>
                <a:lnTo>
                  <a:pt x="514" y="764"/>
                </a:lnTo>
                <a:lnTo>
                  <a:pt x="515" y="764"/>
                </a:lnTo>
                <a:lnTo>
                  <a:pt x="516" y="764"/>
                </a:lnTo>
                <a:lnTo>
                  <a:pt x="517" y="763"/>
                </a:lnTo>
                <a:lnTo>
                  <a:pt x="518" y="763"/>
                </a:lnTo>
                <a:lnTo>
                  <a:pt x="518" y="762"/>
                </a:lnTo>
                <a:lnTo>
                  <a:pt x="520" y="761"/>
                </a:lnTo>
                <a:lnTo>
                  <a:pt x="520" y="760"/>
                </a:lnTo>
                <a:lnTo>
                  <a:pt x="521" y="760"/>
                </a:lnTo>
                <a:lnTo>
                  <a:pt x="521" y="759"/>
                </a:lnTo>
                <a:lnTo>
                  <a:pt x="521" y="758"/>
                </a:lnTo>
                <a:lnTo>
                  <a:pt x="522" y="758"/>
                </a:lnTo>
                <a:lnTo>
                  <a:pt x="523" y="758"/>
                </a:lnTo>
                <a:lnTo>
                  <a:pt x="524" y="757"/>
                </a:lnTo>
                <a:lnTo>
                  <a:pt x="525" y="756"/>
                </a:lnTo>
                <a:lnTo>
                  <a:pt x="526" y="756"/>
                </a:lnTo>
                <a:lnTo>
                  <a:pt x="526" y="755"/>
                </a:lnTo>
                <a:lnTo>
                  <a:pt x="527" y="755"/>
                </a:lnTo>
                <a:lnTo>
                  <a:pt x="527" y="756"/>
                </a:lnTo>
                <a:lnTo>
                  <a:pt x="528" y="756"/>
                </a:lnTo>
                <a:lnTo>
                  <a:pt x="528" y="757"/>
                </a:lnTo>
                <a:lnTo>
                  <a:pt x="529" y="757"/>
                </a:lnTo>
                <a:lnTo>
                  <a:pt x="529" y="756"/>
                </a:lnTo>
                <a:lnTo>
                  <a:pt x="530" y="756"/>
                </a:lnTo>
                <a:lnTo>
                  <a:pt x="531" y="755"/>
                </a:lnTo>
                <a:lnTo>
                  <a:pt x="532" y="754"/>
                </a:lnTo>
                <a:lnTo>
                  <a:pt x="533" y="753"/>
                </a:lnTo>
                <a:lnTo>
                  <a:pt x="534" y="752"/>
                </a:lnTo>
                <a:lnTo>
                  <a:pt x="535" y="752"/>
                </a:lnTo>
                <a:lnTo>
                  <a:pt x="537" y="752"/>
                </a:lnTo>
                <a:lnTo>
                  <a:pt x="538" y="751"/>
                </a:lnTo>
                <a:lnTo>
                  <a:pt x="539" y="751"/>
                </a:lnTo>
                <a:lnTo>
                  <a:pt x="540" y="751"/>
                </a:lnTo>
                <a:lnTo>
                  <a:pt x="540" y="752"/>
                </a:lnTo>
                <a:lnTo>
                  <a:pt x="541" y="752"/>
                </a:lnTo>
                <a:lnTo>
                  <a:pt x="542" y="753"/>
                </a:lnTo>
                <a:lnTo>
                  <a:pt x="543" y="753"/>
                </a:lnTo>
                <a:lnTo>
                  <a:pt x="546" y="753"/>
                </a:lnTo>
                <a:lnTo>
                  <a:pt x="548" y="752"/>
                </a:lnTo>
                <a:lnTo>
                  <a:pt x="549" y="752"/>
                </a:lnTo>
                <a:lnTo>
                  <a:pt x="551" y="751"/>
                </a:lnTo>
                <a:lnTo>
                  <a:pt x="552" y="751"/>
                </a:lnTo>
                <a:lnTo>
                  <a:pt x="552" y="750"/>
                </a:lnTo>
                <a:lnTo>
                  <a:pt x="553" y="749"/>
                </a:lnTo>
                <a:lnTo>
                  <a:pt x="554" y="748"/>
                </a:lnTo>
                <a:lnTo>
                  <a:pt x="555" y="747"/>
                </a:lnTo>
                <a:lnTo>
                  <a:pt x="556" y="747"/>
                </a:lnTo>
                <a:lnTo>
                  <a:pt x="558" y="747"/>
                </a:lnTo>
                <a:lnTo>
                  <a:pt x="560" y="747"/>
                </a:lnTo>
                <a:lnTo>
                  <a:pt x="561" y="747"/>
                </a:lnTo>
                <a:lnTo>
                  <a:pt x="562" y="746"/>
                </a:lnTo>
                <a:lnTo>
                  <a:pt x="563" y="746"/>
                </a:lnTo>
                <a:lnTo>
                  <a:pt x="564" y="746"/>
                </a:lnTo>
                <a:lnTo>
                  <a:pt x="565" y="746"/>
                </a:lnTo>
                <a:lnTo>
                  <a:pt x="566" y="747"/>
                </a:lnTo>
                <a:lnTo>
                  <a:pt x="567" y="747"/>
                </a:lnTo>
                <a:lnTo>
                  <a:pt x="567" y="746"/>
                </a:lnTo>
                <a:lnTo>
                  <a:pt x="568" y="745"/>
                </a:lnTo>
                <a:lnTo>
                  <a:pt x="569" y="744"/>
                </a:lnTo>
                <a:lnTo>
                  <a:pt x="569" y="743"/>
                </a:lnTo>
                <a:lnTo>
                  <a:pt x="570" y="742"/>
                </a:lnTo>
                <a:lnTo>
                  <a:pt x="570" y="741"/>
                </a:lnTo>
                <a:lnTo>
                  <a:pt x="570" y="740"/>
                </a:lnTo>
                <a:lnTo>
                  <a:pt x="571" y="739"/>
                </a:lnTo>
                <a:lnTo>
                  <a:pt x="572" y="739"/>
                </a:lnTo>
                <a:lnTo>
                  <a:pt x="573" y="738"/>
                </a:lnTo>
                <a:lnTo>
                  <a:pt x="574" y="738"/>
                </a:lnTo>
                <a:lnTo>
                  <a:pt x="574" y="737"/>
                </a:lnTo>
                <a:lnTo>
                  <a:pt x="574" y="736"/>
                </a:lnTo>
                <a:lnTo>
                  <a:pt x="573" y="736"/>
                </a:lnTo>
                <a:lnTo>
                  <a:pt x="573" y="735"/>
                </a:lnTo>
                <a:lnTo>
                  <a:pt x="574" y="734"/>
                </a:lnTo>
                <a:lnTo>
                  <a:pt x="575" y="733"/>
                </a:lnTo>
                <a:lnTo>
                  <a:pt x="576" y="733"/>
                </a:lnTo>
                <a:lnTo>
                  <a:pt x="577" y="732"/>
                </a:lnTo>
                <a:lnTo>
                  <a:pt x="578" y="732"/>
                </a:lnTo>
                <a:lnTo>
                  <a:pt x="579" y="731"/>
                </a:lnTo>
                <a:lnTo>
                  <a:pt x="583" y="731"/>
                </a:lnTo>
                <a:lnTo>
                  <a:pt x="584" y="732"/>
                </a:lnTo>
                <a:lnTo>
                  <a:pt x="587" y="732"/>
                </a:lnTo>
                <a:lnTo>
                  <a:pt x="588" y="731"/>
                </a:lnTo>
                <a:lnTo>
                  <a:pt x="590" y="731"/>
                </a:lnTo>
                <a:lnTo>
                  <a:pt x="591" y="731"/>
                </a:lnTo>
                <a:lnTo>
                  <a:pt x="594" y="731"/>
                </a:lnTo>
                <a:lnTo>
                  <a:pt x="595" y="731"/>
                </a:lnTo>
                <a:lnTo>
                  <a:pt x="596" y="731"/>
                </a:lnTo>
                <a:lnTo>
                  <a:pt x="597" y="732"/>
                </a:lnTo>
                <a:lnTo>
                  <a:pt x="599" y="732"/>
                </a:lnTo>
                <a:lnTo>
                  <a:pt x="600" y="732"/>
                </a:lnTo>
                <a:lnTo>
                  <a:pt x="601" y="732"/>
                </a:lnTo>
                <a:lnTo>
                  <a:pt x="601" y="731"/>
                </a:lnTo>
                <a:lnTo>
                  <a:pt x="601" y="730"/>
                </a:lnTo>
                <a:lnTo>
                  <a:pt x="602" y="730"/>
                </a:lnTo>
                <a:lnTo>
                  <a:pt x="603" y="728"/>
                </a:lnTo>
                <a:lnTo>
                  <a:pt x="604" y="727"/>
                </a:lnTo>
                <a:lnTo>
                  <a:pt x="603" y="726"/>
                </a:lnTo>
                <a:lnTo>
                  <a:pt x="602" y="726"/>
                </a:lnTo>
                <a:lnTo>
                  <a:pt x="601" y="725"/>
                </a:lnTo>
                <a:lnTo>
                  <a:pt x="601" y="723"/>
                </a:lnTo>
                <a:lnTo>
                  <a:pt x="600" y="721"/>
                </a:lnTo>
                <a:lnTo>
                  <a:pt x="599" y="720"/>
                </a:lnTo>
                <a:lnTo>
                  <a:pt x="600" y="720"/>
                </a:lnTo>
                <a:lnTo>
                  <a:pt x="601" y="720"/>
                </a:lnTo>
                <a:lnTo>
                  <a:pt x="602" y="719"/>
                </a:lnTo>
                <a:lnTo>
                  <a:pt x="602" y="716"/>
                </a:lnTo>
                <a:lnTo>
                  <a:pt x="602" y="715"/>
                </a:lnTo>
                <a:lnTo>
                  <a:pt x="604" y="715"/>
                </a:lnTo>
                <a:lnTo>
                  <a:pt x="606" y="715"/>
                </a:lnTo>
                <a:lnTo>
                  <a:pt x="608" y="714"/>
                </a:lnTo>
                <a:lnTo>
                  <a:pt x="609" y="713"/>
                </a:lnTo>
                <a:lnTo>
                  <a:pt x="611" y="713"/>
                </a:lnTo>
                <a:lnTo>
                  <a:pt x="612" y="713"/>
                </a:lnTo>
                <a:lnTo>
                  <a:pt x="613" y="712"/>
                </a:lnTo>
                <a:lnTo>
                  <a:pt x="613" y="711"/>
                </a:lnTo>
                <a:lnTo>
                  <a:pt x="613" y="710"/>
                </a:lnTo>
                <a:lnTo>
                  <a:pt x="613" y="709"/>
                </a:lnTo>
                <a:lnTo>
                  <a:pt x="613" y="708"/>
                </a:lnTo>
                <a:lnTo>
                  <a:pt x="611" y="707"/>
                </a:lnTo>
                <a:lnTo>
                  <a:pt x="611" y="706"/>
                </a:lnTo>
                <a:lnTo>
                  <a:pt x="611" y="705"/>
                </a:lnTo>
                <a:lnTo>
                  <a:pt x="612" y="705"/>
                </a:lnTo>
                <a:lnTo>
                  <a:pt x="612" y="704"/>
                </a:lnTo>
                <a:lnTo>
                  <a:pt x="612" y="703"/>
                </a:lnTo>
                <a:lnTo>
                  <a:pt x="611" y="702"/>
                </a:lnTo>
                <a:lnTo>
                  <a:pt x="609" y="701"/>
                </a:lnTo>
                <a:lnTo>
                  <a:pt x="608" y="700"/>
                </a:lnTo>
                <a:lnTo>
                  <a:pt x="608" y="699"/>
                </a:lnTo>
                <a:lnTo>
                  <a:pt x="608" y="698"/>
                </a:lnTo>
                <a:lnTo>
                  <a:pt x="608" y="696"/>
                </a:lnTo>
                <a:lnTo>
                  <a:pt x="607" y="694"/>
                </a:lnTo>
                <a:lnTo>
                  <a:pt x="606" y="693"/>
                </a:lnTo>
                <a:lnTo>
                  <a:pt x="606" y="692"/>
                </a:lnTo>
                <a:lnTo>
                  <a:pt x="606" y="691"/>
                </a:lnTo>
                <a:lnTo>
                  <a:pt x="606" y="689"/>
                </a:lnTo>
                <a:lnTo>
                  <a:pt x="606" y="688"/>
                </a:lnTo>
                <a:lnTo>
                  <a:pt x="607" y="687"/>
                </a:lnTo>
                <a:lnTo>
                  <a:pt x="608" y="686"/>
                </a:lnTo>
                <a:lnTo>
                  <a:pt x="612" y="684"/>
                </a:lnTo>
                <a:lnTo>
                  <a:pt x="612" y="683"/>
                </a:lnTo>
                <a:lnTo>
                  <a:pt x="611" y="684"/>
                </a:lnTo>
                <a:lnTo>
                  <a:pt x="610" y="684"/>
                </a:lnTo>
                <a:lnTo>
                  <a:pt x="610" y="683"/>
                </a:lnTo>
                <a:lnTo>
                  <a:pt x="609" y="682"/>
                </a:lnTo>
                <a:lnTo>
                  <a:pt x="608" y="682"/>
                </a:lnTo>
                <a:lnTo>
                  <a:pt x="607" y="682"/>
                </a:lnTo>
                <a:lnTo>
                  <a:pt x="607" y="681"/>
                </a:lnTo>
                <a:lnTo>
                  <a:pt x="606" y="680"/>
                </a:lnTo>
                <a:lnTo>
                  <a:pt x="606" y="679"/>
                </a:lnTo>
                <a:lnTo>
                  <a:pt x="604" y="677"/>
                </a:lnTo>
                <a:lnTo>
                  <a:pt x="603" y="676"/>
                </a:lnTo>
                <a:lnTo>
                  <a:pt x="603" y="675"/>
                </a:lnTo>
                <a:lnTo>
                  <a:pt x="602" y="673"/>
                </a:lnTo>
                <a:lnTo>
                  <a:pt x="602" y="672"/>
                </a:lnTo>
                <a:lnTo>
                  <a:pt x="602" y="671"/>
                </a:lnTo>
                <a:lnTo>
                  <a:pt x="602" y="670"/>
                </a:lnTo>
                <a:lnTo>
                  <a:pt x="603" y="669"/>
                </a:lnTo>
                <a:lnTo>
                  <a:pt x="603" y="668"/>
                </a:lnTo>
                <a:lnTo>
                  <a:pt x="603" y="667"/>
                </a:lnTo>
                <a:lnTo>
                  <a:pt x="605" y="666"/>
                </a:lnTo>
                <a:lnTo>
                  <a:pt x="608" y="665"/>
                </a:lnTo>
                <a:lnTo>
                  <a:pt x="607" y="663"/>
                </a:lnTo>
                <a:lnTo>
                  <a:pt x="610" y="656"/>
                </a:lnTo>
                <a:lnTo>
                  <a:pt x="610" y="652"/>
                </a:lnTo>
                <a:lnTo>
                  <a:pt x="611" y="650"/>
                </a:lnTo>
                <a:lnTo>
                  <a:pt x="612" y="650"/>
                </a:lnTo>
                <a:lnTo>
                  <a:pt x="613" y="651"/>
                </a:lnTo>
                <a:lnTo>
                  <a:pt x="614" y="651"/>
                </a:lnTo>
                <a:lnTo>
                  <a:pt x="614" y="650"/>
                </a:lnTo>
                <a:lnTo>
                  <a:pt x="615" y="650"/>
                </a:lnTo>
                <a:lnTo>
                  <a:pt x="617" y="650"/>
                </a:lnTo>
                <a:lnTo>
                  <a:pt x="616" y="651"/>
                </a:lnTo>
                <a:lnTo>
                  <a:pt x="617" y="651"/>
                </a:lnTo>
                <a:lnTo>
                  <a:pt x="618" y="651"/>
                </a:lnTo>
                <a:lnTo>
                  <a:pt x="619" y="651"/>
                </a:lnTo>
                <a:lnTo>
                  <a:pt x="620" y="651"/>
                </a:lnTo>
                <a:lnTo>
                  <a:pt x="621" y="651"/>
                </a:lnTo>
                <a:lnTo>
                  <a:pt x="621" y="650"/>
                </a:lnTo>
                <a:lnTo>
                  <a:pt x="622" y="650"/>
                </a:lnTo>
                <a:lnTo>
                  <a:pt x="623" y="651"/>
                </a:lnTo>
                <a:lnTo>
                  <a:pt x="624" y="650"/>
                </a:lnTo>
                <a:lnTo>
                  <a:pt x="625" y="650"/>
                </a:lnTo>
                <a:lnTo>
                  <a:pt x="625" y="649"/>
                </a:lnTo>
                <a:lnTo>
                  <a:pt x="626" y="648"/>
                </a:lnTo>
                <a:lnTo>
                  <a:pt x="627" y="648"/>
                </a:lnTo>
                <a:lnTo>
                  <a:pt x="628" y="648"/>
                </a:lnTo>
                <a:lnTo>
                  <a:pt x="629" y="648"/>
                </a:lnTo>
                <a:lnTo>
                  <a:pt x="629" y="647"/>
                </a:lnTo>
                <a:lnTo>
                  <a:pt x="630" y="647"/>
                </a:lnTo>
                <a:lnTo>
                  <a:pt x="631" y="647"/>
                </a:lnTo>
                <a:lnTo>
                  <a:pt x="632" y="646"/>
                </a:lnTo>
                <a:lnTo>
                  <a:pt x="633" y="646"/>
                </a:lnTo>
                <a:lnTo>
                  <a:pt x="634" y="646"/>
                </a:lnTo>
                <a:lnTo>
                  <a:pt x="635" y="646"/>
                </a:lnTo>
                <a:lnTo>
                  <a:pt x="636" y="646"/>
                </a:lnTo>
                <a:lnTo>
                  <a:pt x="637" y="646"/>
                </a:lnTo>
                <a:lnTo>
                  <a:pt x="636" y="646"/>
                </a:lnTo>
                <a:lnTo>
                  <a:pt x="637" y="645"/>
                </a:lnTo>
                <a:lnTo>
                  <a:pt x="638" y="645"/>
                </a:lnTo>
                <a:lnTo>
                  <a:pt x="639" y="645"/>
                </a:lnTo>
                <a:lnTo>
                  <a:pt x="640" y="645"/>
                </a:lnTo>
                <a:lnTo>
                  <a:pt x="641" y="645"/>
                </a:lnTo>
                <a:lnTo>
                  <a:pt x="641" y="644"/>
                </a:lnTo>
                <a:lnTo>
                  <a:pt x="641" y="643"/>
                </a:lnTo>
                <a:lnTo>
                  <a:pt x="639" y="642"/>
                </a:lnTo>
                <a:lnTo>
                  <a:pt x="639" y="641"/>
                </a:lnTo>
                <a:lnTo>
                  <a:pt x="638" y="641"/>
                </a:lnTo>
                <a:lnTo>
                  <a:pt x="636" y="640"/>
                </a:lnTo>
                <a:lnTo>
                  <a:pt x="635" y="640"/>
                </a:lnTo>
                <a:lnTo>
                  <a:pt x="634" y="640"/>
                </a:lnTo>
                <a:lnTo>
                  <a:pt x="632" y="640"/>
                </a:lnTo>
                <a:lnTo>
                  <a:pt x="632" y="639"/>
                </a:lnTo>
                <a:lnTo>
                  <a:pt x="631" y="639"/>
                </a:lnTo>
                <a:lnTo>
                  <a:pt x="630" y="639"/>
                </a:lnTo>
                <a:lnTo>
                  <a:pt x="629" y="639"/>
                </a:lnTo>
                <a:lnTo>
                  <a:pt x="628" y="638"/>
                </a:lnTo>
                <a:lnTo>
                  <a:pt x="627" y="637"/>
                </a:lnTo>
                <a:lnTo>
                  <a:pt x="626" y="636"/>
                </a:lnTo>
                <a:lnTo>
                  <a:pt x="625" y="635"/>
                </a:lnTo>
                <a:lnTo>
                  <a:pt x="623" y="635"/>
                </a:lnTo>
                <a:lnTo>
                  <a:pt x="623" y="634"/>
                </a:lnTo>
                <a:lnTo>
                  <a:pt x="622" y="632"/>
                </a:lnTo>
                <a:lnTo>
                  <a:pt x="621" y="631"/>
                </a:lnTo>
                <a:lnTo>
                  <a:pt x="621" y="630"/>
                </a:lnTo>
                <a:lnTo>
                  <a:pt x="621" y="629"/>
                </a:lnTo>
                <a:lnTo>
                  <a:pt x="623" y="628"/>
                </a:lnTo>
                <a:lnTo>
                  <a:pt x="624" y="627"/>
                </a:lnTo>
                <a:lnTo>
                  <a:pt x="626" y="626"/>
                </a:lnTo>
                <a:lnTo>
                  <a:pt x="629" y="626"/>
                </a:lnTo>
                <a:lnTo>
                  <a:pt x="630" y="625"/>
                </a:lnTo>
                <a:lnTo>
                  <a:pt x="633" y="624"/>
                </a:lnTo>
                <a:lnTo>
                  <a:pt x="635" y="623"/>
                </a:lnTo>
                <a:lnTo>
                  <a:pt x="637" y="622"/>
                </a:lnTo>
                <a:lnTo>
                  <a:pt x="638" y="621"/>
                </a:lnTo>
                <a:lnTo>
                  <a:pt x="639" y="620"/>
                </a:lnTo>
                <a:lnTo>
                  <a:pt x="640" y="619"/>
                </a:lnTo>
                <a:lnTo>
                  <a:pt x="641" y="619"/>
                </a:lnTo>
                <a:lnTo>
                  <a:pt x="643" y="618"/>
                </a:lnTo>
                <a:lnTo>
                  <a:pt x="644" y="618"/>
                </a:lnTo>
                <a:lnTo>
                  <a:pt x="645" y="618"/>
                </a:lnTo>
                <a:lnTo>
                  <a:pt x="647" y="618"/>
                </a:lnTo>
                <a:lnTo>
                  <a:pt x="648" y="618"/>
                </a:lnTo>
                <a:lnTo>
                  <a:pt x="650" y="618"/>
                </a:lnTo>
                <a:lnTo>
                  <a:pt x="651" y="618"/>
                </a:lnTo>
                <a:lnTo>
                  <a:pt x="651" y="619"/>
                </a:lnTo>
                <a:lnTo>
                  <a:pt x="652" y="619"/>
                </a:lnTo>
                <a:lnTo>
                  <a:pt x="653" y="619"/>
                </a:lnTo>
                <a:lnTo>
                  <a:pt x="654" y="618"/>
                </a:lnTo>
                <a:lnTo>
                  <a:pt x="655" y="618"/>
                </a:lnTo>
                <a:lnTo>
                  <a:pt x="656" y="618"/>
                </a:lnTo>
                <a:lnTo>
                  <a:pt x="657" y="619"/>
                </a:lnTo>
                <a:lnTo>
                  <a:pt x="658" y="619"/>
                </a:lnTo>
                <a:lnTo>
                  <a:pt x="658" y="618"/>
                </a:lnTo>
                <a:lnTo>
                  <a:pt x="658" y="617"/>
                </a:lnTo>
                <a:lnTo>
                  <a:pt x="659" y="616"/>
                </a:lnTo>
                <a:lnTo>
                  <a:pt x="659" y="615"/>
                </a:lnTo>
                <a:lnTo>
                  <a:pt x="659" y="614"/>
                </a:lnTo>
                <a:lnTo>
                  <a:pt x="658" y="613"/>
                </a:lnTo>
                <a:lnTo>
                  <a:pt x="658" y="612"/>
                </a:lnTo>
                <a:lnTo>
                  <a:pt x="658" y="611"/>
                </a:lnTo>
                <a:lnTo>
                  <a:pt x="658" y="608"/>
                </a:lnTo>
                <a:lnTo>
                  <a:pt x="657" y="607"/>
                </a:lnTo>
                <a:lnTo>
                  <a:pt x="656" y="606"/>
                </a:lnTo>
                <a:lnTo>
                  <a:pt x="656" y="605"/>
                </a:lnTo>
                <a:lnTo>
                  <a:pt x="656" y="604"/>
                </a:lnTo>
                <a:lnTo>
                  <a:pt x="656" y="603"/>
                </a:lnTo>
                <a:lnTo>
                  <a:pt x="657" y="602"/>
                </a:lnTo>
                <a:lnTo>
                  <a:pt x="657" y="601"/>
                </a:lnTo>
                <a:lnTo>
                  <a:pt x="656" y="601"/>
                </a:lnTo>
                <a:lnTo>
                  <a:pt x="655" y="600"/>
                </a:lnTo>
                <a:lnTo>
                  <a:pt x="654" y="601"/>
                </a:lnTo>
                <a:lnTo>
                  <a:pt x="653" y="601"/>
                </a:lnTo>
                <a:lnTo>
                  <a:pt x="652" y="601"/>
                </a:lnTo>
                <a:lnTo>
                  <a:pt x="650" y="600"/>
                </a:lnTo>
                <a:lnTo>
                  <a:pt x="649" y="600"/>
                </a:lnTo>
                <a:lnTo>
                  <a:pt x="649" y="599"/>
                </a:lnTo>
                <a:lnTo>
                  <a:pt x="650" y="597"/>
                </a:lnTo>
                <a:lnTo>
                  <a:pt x="650" y="596"/>
                </a:lnTo>
                <a:lnTo>
                  <a:pt x="651" y="596"/>
                </a:lnTo>
                <a:lnTo>
                  <a:pt x="652" y="594"/>
                </a:lnTo>
                <a:lnTo>
                  <a:pt x="653" y="594"/>
                </a:lnTo>
                <a:lnTo>
                  <a:pt x="653" y="593"/>
                </a:lnTo>
                <a:lnTo>
                  <a:pt x="653" y="592"/>
                </a:lnTo>
                <a:lnTo>
                  <a:pt x="653" y="591"/>
                </a:lnTo>
                <a:lnTo>
                  <a:pt x="653" y="589"/>
                </a:lnTo>
                <a:lnTo>
                  <a:pt x="654" y="588"/>
                </a:lnTo>
                <a:lnTo>
                  <a:pt x="655" y="587"/>
                </a:lnTo>
                <a:lnTo>
                  <a:pt x="655" y="582"/>
                </a:lnTo>
                <a:lnTo>
                  <a:pt x="649" y="573"/>
                </a:lnTo>
                <a:lnTo>
                  <a:pt x="642" y="562"/>
                </a:lnTo>
                <a:lnTo>
                  <a:pt x="634" y="549"/>
                </a:lnTo>
                <a:lnTo>
                  <a:pt x="634" y="548"/>
                </a:lnTo>
                <a:lnTo>
                  <a:pt x="634" y="547"/>
                </a:lnTo>
                <a:lnTo>
                  <a:pt x="634" y="546"/>
                </a:lnTo>
                <a:lnTo>
                  <a:pt x="634" y="545"/>
                </a:lnTo>
                <a:lnTo>
                  <a:pt x="633" y="544"/>
                </a:lnTo>
                <a:lnTo>
                  <a:pt x="633" y="543"/>
                </a:lnTo>
                <a:lnTo>
                  <a:pt x="633" y="541"/>
                </a:lnTo>
                <a:lnTo>
                  <a:pt x="633" y="540"/>
                </a:lnTo>
                <a:lnTo>
                  <a:pt x="632" y="540"/>
                </a:lnTo>
                <a:lnTo>
                  <a:pt x="632" y="539"/>
                </a:lnTo>
                <a:lnTo>
                  <a:pt x="631" y="538"/>
                </a:lnTo>
                <a:lnTo>
                  <a:pt x="630" y="537"/>
                </a:lnTo>
                <a:lnTo>
                  <a:pt x="630" y="536"/>
                </a:lnTo>
                <a:lnTo>
                  <a:pt x="631" y="535"/>
                </a:lnTo>
                <a:lnTo>
                  <a:pt x="630" y="534"/>
                </a:lnTo>
                <a:lnTo>
                  <a:pt x="629" y="534"/>
                </a:lnTo>
                <a:lnTo>
                  <a:pt x="629" y="533"/>
                </a:lnTo>
                <a:lnTo>
                  <a:pt x="628" y="532"/>
                </a:lnTo>
                <a:lnTo>
                  <a:pt x="628" y="531"/>
                </a:lnTo>
                <a:lnTo>
                  <a:pt x="628" y="530"/>
                </a:lnTo>
                <a:lnTo>
                  <a:pt x="628" y="529"/>
                </a:lnTo>
                <a:lnTo>
                  <a:pt x="628" y="527"/>
                </a:lnTo>
                <a:lnTo>
                  <a:pt x="628" y="526"/>
                </a:lnTo>
                <a:lnTo>
                  <a:pt x="628" y="525"/>
                </a:lnTo>
                <a:lnTo>
                  <a:pt x="627" y="524"/>
                </a:lnTo>
                <a:lnTo>
                  <a:pt x="627" y="523"/>
                </a:lnTo>
                <a:lnTo>
                  <a:pt x="627" y="522"/>
                </a:lnTo>
                <a:lnTo>
                  <a:pt x="626" y="521"/>
                </a:lnTo>
                <a:lnTo>
                  <a:pt x="625" y="520"/>
                </a:lnTo>
                <a:lnTo>
                  <a:pt x="624" y="520"/>
                </a:lnTo>
                <a:lnTo>
                  <a:pt x="623" y="519"/>
                </a:lnTo>
                <a:lnTo>
                  <a:pt x="622" y="519"/>
                </a:lnTo>
                <a:lnTo>
                  <a:pt x="622" y="518"/>
                </a:lnTo>
                <a:lnTo>
                  <a:pt x="622" y="517"/>
                </a:lnTo>
                <a:lnTo>
                  <a:pt x="623" y="517"/>
                </a:lnTo>
                <a:lnTo>
                  <a:pt x="623" y="516"/>
                </a:lnTo>
                <a:lnTo>
                  <a:pt x="623" y="514"/>
                </a:lnTo>
                <a:lnTo>
                  <a:pt x="623" y="510"/>
                </a:lnTo>
                <a:lnTo>
                  <a:pt x="623" y="509"/>
                </a:lnTo>
                <a:lnTo>
                  <a:pt x="623" y="507"/>
                </a:lnTo>
                <a:lnTo>
                  <a:pt x="624" y="506"/>
                </a:lnTo>
                <a:lnTo>
                  <a:pt x="624" y="504"/>
                </a:lnTo>
                <a:lnTo>
                  <a:pt x="624" y="503"/>
                </a:lnTo>
                <a:lnTo>
                  <a:pt x="624" y="501"/>
                </a:lnTo>
                <a:lnTo>
                  <a:pt x="623" y="500"/>
                </a:lnTo>
                <a:lnTo>
                  <a:pt x="623" y="499"/>
                </a:lnTo>
                <a:lnTo>
                  <a:pt x="622" y="498"/>
                </a:lnTo>
                <a:lnTo>
                  <a:pt x="622" y="495"/>
                </a:lnTo>
                <a:lnTo>
                  <a:pt x="622" y="492"/>
                </a:lnTo>
                <a:lnTo>
                  <a:pt x="621" y="490"/>
                </a:lnTo>
                <a:lnTo>
                  <a:pt x="621" y="488"/>
                </a:lnTo>
                <a:lnTo>
                  <a:pt x="620" y="485"/>
                </a:lnTo>
                <a:lnTo>
                  <a:pt x="619" y="483"/>
                </a:lnTo>
                <a:lnTo>
                  <a:pt x="618" y="482"/>
                </a:lnTo>
                <a:lnTo>
                  <a:pt x="618" y="481"/>
                </a:lnTo>
                <a:lnTo>
                  <a:pt x="619" y="480"/>
                </a:lnTo>
                <a:lnTo>
                  <a:pt x="620" y="479"/>
                </a:lnTo>
                <a:lnTo>
                  <a:pt x="621" y="478"/>
                </a:lnTo>
                <a:lnTo>
                  <a:pt x="621" y="476"/>
                </a:lnTo>
                <a:lnTo>
                  <a:pt x="621" y="474"/>
                </a:lnTo>
                <a:lnTo>
                  <a:pt x="622" y="473"/>
                </a:lnTo>
                <a:lnTo>
                  <a:pt x="622" y="471"/>
                </a:lnTo>
                <a:lnTo>
                  <a:pt x="623" y="469"/>
                </a:lnTo>
                <a:lnTo>
                  <a:pt x="624" y="468"/>
                </a:lnTo>
                <a:lnTo>
                  <a:pt x="624" y="467"/>
                </a:lnTo>
                <a:lnTo>
                  <a:pt x="623" y="466"/>
                </a:lnTo>
                <a:lnTo>
                  <a:pt x="622" y="465"/>
                </a:lnTo>
                <a:lnTo>
                  <a:pt x="620" y="463"/>
                </a:lnTo>
                <a:lnTo>
                  <a:pt x="618" y="460"/>
                </a:lnTo>
                <a:lnTo>
                  <a:pt x="617" y="459"/>
                </a:lnTo>
                <a:lnTo>
                  <a:pt x="615" y="458"/>
                </a:lnTo>
                <a:lnTo>
                  <a:pt x="613" y="457"/>
                </a:lnTo>
                <a:lnTo>
                  <a:pt x="611" y="457"/>
                </a:lnTo>
                <a:lnTo>
                  <a:pt x="610" y="456"/>
                </a:lnTo>
                <a:lnTo>
                  <a:pt x="609" y="456"/>
                </a:lnTo>
                <a:lnTo>
                  <a:pt x="608" y="455"/>
                </a:lnTo>
                <a:lnTo>
                  <a:pt x="607" y="455"/>
                </a:lnTo>
                <a:lnTo>
                  <a:pt x="605" y="453"/>
                </a:lnTo>
                <a:lnTo>
                  <a:pt x="605" y="452"/>
                </a:lnTo>
                <a:lnTo>
                  <a:pt x="605" y="451"/>
                </a:lnTo>
                <a:lnTo>
                  <a:pt x="604" y="450"/>
                </a:lnTo>
                <a:lnTo>
                  <a:pt x="603" y="449"/>
                </a:lnTo>
                <a:lnTo>
                  <a:pt x="603" y="448"/>
                </a:lnTo>
                <a:lnTo>
                  <a:pt x="604" y="447"/>
                </a:lnTo>
                <a:lnTo>
                  <a:pt x="604" y="446"/>
                </a:lnTo>
                <a:lnTo>
                  <a:pt x="603" y="445"/>
                </a:lnTo>
                <a:lnTo>
                  <a:pt x="602" y="444"/>
                </a:lnTo>
                <a:lnTo>
                  <a:pt x="601" y="444"/>
                </a:lnTo>
                <a:lnTo>
                  <a:pt x="601" y="445"/>
                </a:lnTo>
                <a:lnTo>
                  <a:pt x="600" y="446"/>
                </a:lnTo>
                <a:lnTo>
                  <a:pt x="598" y="447"/>
                </a:lnTo>
                <a:lnTo>
                  <a:pt x="597" y="447"/>
                </a:lnTo>
                <a:lnTo>
                  <a:pt x="596" y="447"/>
                </a:lnTo>
                <a:lnTo>
                  <a:pt x="593" y="447"/>
                </a:lnTo>
                <a:lnTo>
                  <a:pt x="591" y="448"/>
                </a:lnTo>
                <a:lnTo>
                  <a:pt x="589" y="448"/>
                </a:lnTo>
                <a:lnTo>
                  <a:pt x="588" y="449"/>
                </a:lnTo>
                <a:lnTo>
                  <a:pt x="587" y="449"/>
                </a:lnTo>
                <a:lnTo>
                  <a:pt x="587" y="448"/>
                </a:lnTo>
                <a:lnTo>
                  <a:pt x="587" y="447"/>
                </a:lnTo>
                <a:lnTo>
                  <a:pt x="587" y="446"/>
                </a:lnTo>
                <a:lnTo>
                  <a:pt x="585" y="445"/>
                </a:lnTo>
                <a:lnTo>
                  <a:pt x="585" y="444"/>
                </a:lnTo>
                <a:lnTo>
                  <a:pt x="583" y="443"/>
                </a:lnTo>
                <a:lnTo>
                  <a:pt x="582" y="443"/>
                </a:lnTo>
                <a:lnTo>
                  <a:pt x="582" y="442"/>
                </a:lnTo>
                <a:lnTo>
                  <a:pt x="583" y="441"/>
                </a:lnTo>
                <a:lnTo>
                  <a:pt x="584" y="441"/>
                </a:lnTo>
                <a:lnTo>
                  <a:pt x="584" y="440"/>
                </a:lnTo>
                <a:lnTo>
                  <a:pt x="582" y="439"/>
                </a:lnTo>
                <a:lnTo>
                  <a:pt x="581" y="439"/>
                </a:lnTo>
                <a:lnTo>
                  <a:pt x="580" y="439"/>
                </a:lnTo>
                <a:lnTo>
                  <a:pt x="579" y="438"/>
                </a:lnTo>
                <a:lnTo>
                  <a:pt x="578" y="438"/>
                </a:lnTo>
                <a:lnTo>
                  <a:pt x="577" y="438"/>
                </a:lnTo>
                <a:lnTo>
                  <a:pt x="577" y="437"/>
                </a:lnTo>
                <a:lnTo>
                  <a:pt x="578" y="436"/>
                </a:lnTo>
                <a:lnTo>
                  <a:pt x="579" y="436"/>
                </a:lnTo>
                <a:lnTo>
                  <a:pt x="580" y="435"/>
                </a:lnTo>
                <a:lnTo>
                  <a:pt x="581" y="435"/>
                </a:lnTo>
                <a:lnTo>
                  <a:pt x="582" y="434"/>
                </a:lnTo>
                <a:lnTo>
                  <a:pt x="582" y="433"/>
                </a:lnTo>
                <a:lnTo>
                  <a:pt x="583" y="432"/>
                </a:lnTo>
                <a:lnTo>
                  <a:pt x="584" y="431"/>
                </a:lnTo>
                <a:lnTo>
                  <a:pt x="585" y="431"/>
                </a:lnTo>
                <a:lnTo>
                  <a:pt x="587" y="430"/>
                </a:lnTo>
                <a:lnTo>
                  <a:pt x="589" y="429"/>
                </a:lnTo>
                <a:lnTo>
                  <a:pt x="590" y="428"/>
                </a:lnTo>
                <a:lnTo>
                  <a:pt x="591" y="427"/>
                </a:lnTo>
                <a:lnTo>
                  <a:pt x="592" y="426"/>
                </a:lnTo>
                <a:lnTo>
                  <a:pt x="593" y="425"/>
                </a:lnTo>
                <a:lnTo>
                  <a:pt x="594" y="424"/>
                </a:lnTo>
                <a:lnTo>
                  <a:pt x="595" y="424"/>
                </a:lnTo>
                <a:lnTo>
                  <a:pt x="596" y="423"/>
                </a:lnTo>
                <a:lnTo>
                  <a:pt x="597" y="422"/>
                </a:lnTo>
                <a:lnTo>
                  <a:pt x="597" y="423"/>
                </a:lnTo>
                <a:lnTo>
                  <a:pt x="598" y="423"/>
                </a:lnTo>
                <a:lnTo>
                  <a:pt x="599" y="423"/>
                </a:lnTo>
                <a:lnTo>
                  <a:pt x="600" y="423"/>
                </a:lnTo>
                <a:lnTo>
                  <a:pt x="600" y="422"/>
                </a:lnTo>
                <a:lnTo>
                  <a:pt x="601" y="422"/>
                </a:lnTo>
                <a:lnTo>
                  <a:pt x="602" y="422"/>
                </a:lnTo>
                <a:lnTo>
                  <a:pt x="604" y="425"/>
                </a:lnTo>
                <a:lnTo>
                  <a:pt x="606" y="425"/>
                </a:lnTo>
                <a:lnTo>
                  <a:pt x="608" y="425"/>
                </a:lnTo>
                <a:lnTo>
                  <a:pt x="610" y="424"/>
                </a:lnTo>
                <a:lnTo>
                  <a:pt x="610" y="423"/>
                </a:lnTo>
                <a:lnTo>
                  <a:pt x="611" y="422"/>
                </a:lnTo>
                <a:lnTo>
                  <a:pt x="612" y="421"/>
                </a:lnTo>
                <a:lnTo>
                  <a:pt x="614" y="421"/>
                </a:lnTo>
                <a:lnTo>
                  <a:pt x="616" y="420"/>
                </a:lnTo>
                <a:lnTo>
                  <a:pt x="617" y="421"/>
                </a:lnTo>
                <a:lnTo>
                  <a:pt x="617" y="422"/>
                </a:lnTo>
                <a:lnTo>
                  <a:pt x="618" y="423"/>
                </a:lnTo>
                <a:lnTo>
                  <a:pt x="619" y="423"/>
                </a:lnTo>
                <a:lnTo>
                  <a:pt x="621" y="423"/>
                </a:lnTo>
                <a:lnTo>
                  <a:pt x="623" y="423"/>
                </a:lnTo>
                <a:lnTo>
                  <a:pt x="624" y="422"/>
                </a:lnTo>
                <a:lnTo>
                  <a:pt x="625" y="421"/>
                </a:lnTo>
                <a:lnTo>
                  <a:pt x="626" y="420"/>
                </a:lnTo>
                <a:lnTo>
                  <a:pt x="627" y="419"/>
                </a:lnTo>
                <a:lnTo>
                  <a:pt x="627" y="418"/>
                </a:lnTo>
                <a:lnTo>
                  <a:pt x="629" y="416"/>
                </a:lnTo>
                <a:lnTo>
                  <a:pt x="631" y="415"/>
                </a:lnTo>
                <a:lnTo>
                  <a:pt x="632" y="415"/>
                </a:lnTo>
                <a:lnTo>
                  <a:pt x="633" y="416"/>
                </a:lnTo>
                <a:lnTo>
                  <a:pt x="634" y="417"/>
                </a:lnTo>
                <a:lnTo>
                  <a:pt x="636" y="416"/>
                </a:lnTo>
                <a:lnTo>
                  <a:pt x="637" y="416"/>
                </a:lnTo>
                <a:lnTo>
                  <a:pt x="638" y="416"/>
                </a:lnTo>
                <a:lnTo>
                  <a:pt x="640" y="417"/>
                </a:lnTo>
                <a:lnTo>
                  <a:pt x="641" y="417"/>
                </a:lnTo>
                <a:lnTo>
                  <a:pt x="642" y="417"/>
                </a:lnTo>
                <a:lnTo>
                  <a:pt x="643" y="416"/>
                </a:lnTo>
                <a:lnTo>
                  <a:pt x="645" y="415"/>
                </a:lnTo>
                <a:lnTo>
                  <a:pt x="649" y="414"/>
                </a:lnTo>
                <a:lnTo>
                  <a:pt x="650" y="414"/>
                </a:lnTo>
                <a:lnTo>
                  <a:pt x="651" y="413"/>
                </a:lnTo>
                <a:lnTo>
                  <a:pt x="652" y="413"/>
                </a:lnTo>
                <a:lnTo>
                  <a:pt x="653" y="412"/>
                </a:lnTo>
                <a:lnTo>
                  <a:pt x="652" y="411"/>
                </a:lnTo>
                <a:lnTo>
                  <a:pt x="651" y="411"/>
                </a:lnTo>
                <a:lnTo>
                  <a:pt x="651" y="410"/>
                </a:lnTo>
                <a:lnTo>
                  <a:pt x="652" y="410"/>
                </a:lnTo>
                <a:lnTo>
                  <a:pt x="653" y="410"/>
                </a:lnTo>
                <a:lnTo>
                  <a:pt x="654" y="411"/>
                </a:lnTo>
                <a:lnTo>
                  <a:pt x="655" y="412"/>
                </a:lnTo>
                <a:lnTo>
                  <a:pt x="656" y="412"/>
                </a:lnTo>
                <a:lnTo>
                  <a:pt x="659" y="412"/>
                </a:lnTo>
                <a:lnTo>
                  <a:pt x="660" y="412"/>
                </a:lnTo>
                <a:lnTo>
                  <a:pt x="662" y="413"/>
                </a:lnTo>
                <a:lnTo>
                  <a:pt x="663" y="414"/>
                </a:lnTo>
                <a:lnTo>
                  <a:pt x="664" y="415"/>
                </a:lnTo>
                <a:lnTo>
                  <a:pt x="667" y="415"/>
                </a:lnTo>
                <a:lnTo>
                  <a:pt x="668" y="415"/>
                </a:lnTo>
                <a:lnTo>
                  <a:pt x="669" y="414"/>
                </a:lnTo>
                <a:lnTo>
                  <a:pt x="671" y="412"/>
                </a:lnTo>
                <a:lnTo>
                  <a:pt x="672" y="411"/>
                </a:lnTo>
                <a:lnTo>
                  <a:pt x="673" y="411"/>
                </a:lnTo>
                <a:lnTo>
                  <a:pt x="675" y="411"/>
                </a:lnTo>
                <a:lnTo>
                  <a:pt x="676" y="411"/>
                </a:lnTo>
                <a:lnTo>
                  <a:pt x="677" y="411"/>
                </a:lnTo>
                <a:lnTo>
                  <a:pt x="679" y="411"/>
                </a:lnTo>
                <a:lnTo>
                  <a:pt x="681" y="410"/>
                </a:lnTo>
                <a:lnTo>
                  <a:pt x="682" y="410"/>
                </a:lnTo>
                <a:lnTo>
                  <a:pt x="683" y="410"/>
                </a:lnTo>
                <a:lnTo>
                  <a:pt x="684" y="409"/>
                </a:lnTo>
                <a:lnTo>
                  <a:pt x="685" y="408"/>
                </a:lnTo>
                <a:lnTo>
                  <a:pt x="686" y="407"/>
                </a:lnTo>
                <a:lnTo>
                  <a:pt x="687" y="407"/>
                </a:lnTo>
                <a:lnTo>
                  <a:pt x="687" y="406"/>
                </a:lnTo>
                <a:lnTo>
                  <a:pt x="687" y="405"/>
                </a:lnTo>
                <a:lnTo>
                  <a:pt x="688" y="405"/>
                </a:lnTo>
                <a:lnTo>
                  <a:pt x="689" y="405"/>
                </a:lnTo>
                <a:lnTo>
                  <a:pt x="690" y="406"/>
                </a:lnTo>
                <a:lnTo>
                  <a:pt x="691" y="406"/>
                </a:lnTo>
                <a:lnTo>
                  <a:pt x="692" y="407"/>
                </a:lnTo>
                <a:lnTo>
                  <a:pt x="692" y="406"/>
                </a:lnTo>
                <a:lnTo>
                  <a:pt x="692" y="405"/>
                </a:lnTo>
                <a:lnTo>
                  <a:pt x="693" y="404"/>
                </a:lnTo>
                <a:lnTo>
                  <a:pt x="694" y="404"/>
                </a:lnTo>
                <a:lnTo>
                  <a:pt x="696" y="404"/>
                </a:lnTo>
                <a:lnTo>
                  <a:pt x="697" y="404"/>
                </a:lnTo>
                <a:lnTo>
                  <a:pt x="697" y="403"/>
                </a:lnTo>
                <a:lnTo>
                  <a:pt x="698" y="403"/>
                </a:lnTo>
                <a:lnTo>
                  <a:pt x="699" y="403"/>
                </a:lnTo>
                <a:lnTo>
                  <a:pt x="700" y="404"/>
                </a:lnTo>
                <a:lnTo>
                  <a:pt x="702" y="404"/>
                </a:lnTo>
                <a:lnTo>
                  <a:pt x="703" y="403"/>
                </a:lnTo>
                <a:lnTo>
                  <a:pt x="705" y="402"/>
                </a:lnTo>
                <a:lnTo>
                  <a:pt x="706" y="401"/>
                </a:lnTo>
                <a:lnTo>
                  <a:pt x="708" y="401"/>
                </a:lnTo>
                <a:lnTo>
                  <a:pt x="709" y="401"/>
                </a:lnTo>
                <a:lnTo>
                  <a:pt x="711" y="402"/>
                </a:lnTo>
                <a:lnTo>
                  <a:pt x="711" y="401"/>
                </a:lnTo>
                <a:lnTo>
                  <a:pt x="712" y="400"/>
                </a:lnTo>
                <a:lnTo>
                  <a:pt x="713" y="400"/>
                </a:lnTo>
                <a:lnTo>
                  <a:pt x="714" y="399"/>
                </a:lnTo>
                <a:lnTo>
                  <a:pt x="715" y="399"/>
                </a:lnTo>
                <a:lnTo>
                  <a:pt x="716" y="399"/>
                </a:lnTo>
                <a:lnTo>
                  <a:pt x="717" y="400"/>
                </a:lnTo>
                <a:lnTo>
                  <a:pt x="717" y="401"/>
                </a:lnTo>
                <a:lnTo>
                  <a:pt x="718" y="401"/>
                </a:lnTo>
                <a:lnTo>
                  <a:pt x="719" y="401"/>
                </a:lnTo>
                <a:lnTo>
                  <a:pt x="720" y="400"/>
                </a:lnTo>
                <a:lnTo>
                  <a:pt x="722" y="399"/>
                </a:lnTo>
                <a:lnTo>
                  <a:pt x="724" y="399"/>
                </a:lnTo>
                <a:lnTo>
                  <a:pt x="725" y="399"/>
                </a:lnTo>
                <a:lnTo>
                  <a:pt x="725" y="398"/>
                </a:lnTo>
                <a:lnTo>
                  <a:pt x="725" y="397"/>
                </a:lnTo>
                <a:lnTo>
                  <a:pt x="726" y="396"/>
                </a:lnTo>
                <a:lnTo>
                  <a:pt x="729" y="396"/>
                </a:lnTo>
                <a:lnTo>
                  <a:pt x="729" y="395"/>
                </a:lnTo>
                <a:lnTo>
                  <a:pt x="729" y="394"/>
                </a:lnTo>
                <a:lnTo>
                  <a:pt x="729" y="393"/>
                </a:lnTo>
                <a:lnTo>
                  <a:pt x="731" y="393"/>
                </a:lnTo>
                <a:lnTo>
                  <a:pt x="733" y="392"/>
                </a:lnTo>
                <a:lnTo>
                  <a:pt x="734" y="391"/>
                </a:lnTo>
                <a:lnTo>
                  <a:pt x="736" y="391"/>
                </a:lnTo>
                <a:lnTo>
                  <a:pt x="737" y="392"/>
                </a:lnTo>
                <a:lnTo>
                  <a:pt x="738" y="392"/>
                </a:lnTo>
                <a:lnTo>
                  <a:pt x="739" y="391"/>
                </a:lnTo>
                <a:lnTo>
                  <a:pt x="739" y="390"/>
                </a:lnTo>
                <a:lnTo>
                  <a:pt x="740" y="390"/>
                </a:lnTo>
                <a:lnTo>
                  <a:pt x="741" y="390"/>
                </a:lnTo>
                <a:lnTo>
                  <a:pt x="742" y="391"/>
                </a:lnTo>
                <a:lnTo>
                  <a:pt x="743" y="391"/>
                </a:lnTo>
                <a:lnTo>
                  <a:pt x="743" y="390"/>
                </a:lnTo>
                <a:lnTo>
                  <a:pt x="744" y="390"/>
                </a:lnTo>
                <a:lnTo>
                  <a:pt x="744" y="389"/>
                </a:lnTo>
                <a:lnTo>
                  <a:pt x="745" y="389"/>
                </a:lnTo>
                <a:lnTo>
                  <a:pt x="747" y="389"/>
                </a:lnTo>
                <a:lnTo>
                  <a:pt x="747" y="388"/>
                </a:lnTo>
                <a:lnTo>
                  <a:pt x="748" y="388"/>
                </a:lnTo>
                <a:lnTo>
                  <a:pt x="749" y="389"/>
                </a:lnTo>
                <a:lnTo>
                  <a:pt x="749" y="390"/>
                </a:lnTo>
                <a:lnTo>
                  <a:pt x="750" y="391"/>
                </a:lnTo>
                <a:lnTo>
                  <a:pt x="751" y="392"/>
                </a:lnTo>
                <a:lnTo>
                  <a:pt x="752" y="393"/>
                </a:lnTo>
                <a:lnTo>
                  <a:pt x="752" y="395"/>
                </a:lnTo>
                <a:lnTo>
                  <a:pt x="754" y="397"/>
                </a:lnTo>
                <a:lnTo>
                  <a:pt x="756" y="399"/>
                </a:lnTo>
                <a:lnTo>
                  <a:pt x="757" y="399"/>
                </a:lnTo>
                <a:lnTo>
                  <a:pt x="757" y="400"/>
                </a:lnTo>
                <a:lnTo>
                  <a:pt x="758" y="401"/>
                </a:lnTo>
                <a:lnTo>
                  <a:pt x="759" y="402"/>
                </a:lnTo>
                <a:lnTo>
                  <a:pt x="760" y="403"/>
                </a:lnTo>
                <a:lnTo>
                  <a:pt x="760" y="404"/>
                </a:lnTo>
                <a:lnTo>
                  <a:pt x="761" y="404"/>
                </a:lnTo>
                <a:lnTo>
                  <a:pt x="763" y="404"/>
                </a:lnTo>
                <a:lnTo>
                  <a:pt x="766" y="403"/>
                </a:lnTo>
                <a:lnTo>
                  <a:pt x="768" y="403"/>
                </a:lnTo>
                <a:lnTo>
                  <a:pt x="769" y="403"/>
                </a:lnTo>
                <a:lnTo>
                  <a:pt x="770" y="403"/>
                </a:lnTo>
                <a:lnTo>
                  <a:pt x="771" y="402"/>
                </a:lnTo>
                <a:lnTo>
                  <a:pt x="772" y="402"/>
                </a:lnTo>
                <a:lnTo>
                  <a:pt x="773" y="402"/>
                </a:lnTo>
                <a:lnTo>
                  <a:pt x="775" y="402"/>
                </a:lnTo>
                <a:lnTo>
                  <a:pt x="775" y="403"/>
                </a:lnTo>
                <a:lnTo>
                  <a:pt x="775" y="404"/>
                </a:lnTo>
                <a:lnTo>
                  <a:pt x="775" y="405"/>
                </a:lnTo>
                <a:lnTo>
                  <a:pt x="776" y="406"/>
                </a:lnTo>
                <a:lnTo>
                  <a:pt x="777" y="406"/>
                </a:lnTo>
                <a:lnTo>
                  <a:pt x="778" y="406"/>
                </a:lnTo>
                <a:lnTo>
                  <a:pt x="779" y="406"/>
                </a:lnTo>
                <a:lnTo>
                  <a:pt x="780" y="405"/>
                </a:lnTo>
                <a:lnTo>
                  <a:pt x="781" y="405"/>
                </a:lnTo>
                <a:lnTo>
                  <a:pt x="782" y="405"/>
                </a:lnTo>
                <a:lnTo>
                  <a:pt x="783" y="405"/>
                </a:lnTo>
                <a:lnTo>
                  <a:pt x="784" y="405"/>
                </a:lnTo>
                <a:lnTo>
                  <a:pt x="785" y="404"/>
                </a:lnTo>
                <a:lnTo>
                  <a:pt x="786" y="404"/>
                </a:lnTo>
                <a:lnTo>
                  <a:pt x="788" y="404"/>
                </a:lnTo>
                <a:lnTo>
                  <a:pt x="790" y="403"/>
                </a:lnTo>
                <a:lnTo>
                  <a:pt x="791" y="403"/>
                </a:lnTo>
                <a:lnTo>
                  <a:pt x="792" y="403"/>
                </a:lnTo>
                <a:lnTo>
                  <a:pt x="793" y="403"/>
                </a:lnTo>
                <a:lnTo>
                  <a:pt x="799" y="406"/>
                </a:lnTo>
                <a:lnTo>
                  <a:pt x="803" y="407"/>
                </a:lnTo>
                <a:lnTo>
                  <a:pt x="811" y="410"/>
                </a:lnTo>
                <a:lnTo>
                  <a:pt x="817" y="407"/>
                </a:lnTo>
                <a:lnTo>
                  <a:pt x="820" y="405"/>
                </a:lnTo>
                <a:lnTo>
                  <a:pt x="821" y="392"/>
                </a:lnTo>
                <a:lnTo>
                  <a:pt x="818" y="387"/>
                </a:lnTo>
                <a:lnTo>
                  <a:pt x="816" y="384"/>
                </a:lnTo>
                <a:lnTo>
                  <a:pt x="807" y="381"/>
                </a:lnTo>
                <a:lnTo>
                  <a:pt x="792" y="373"/>
                </a:lnTo>
                <a:lnTo>
                  <a:pt x="792" y="371"/>
                </a:lnTo>
                <a:lnTo>
                  <a:pt x="791" y="365"/>
                </a:lnTo>
                <a:lnTo>
                  <a:pt x="793" y="362"/>
                </a:lnTo>
                <a:lnTo>
                  <a:pt x="793" y="360"/>
                </a:lnTo>
                <a:lnTo>
                  <a:pt x="793" y="356"/>
                </a:lnTo>
                <a:lnTo>
                  <a:pt x="793" y="355"/>
                </a:lnTo>
                <a:lnTo>
                  <a:pt x="793" y="354"/>
                </a:lnTo>
                <a:lnTo>
                  <a:pt x="796" y="351"/>
                </a:lnTo>
                <a:lnTo>
                  <a:pt x="797" y="350"/>
                </a:lnTo>
                <a:lnTo>
                  <a:pt x="797" y="349"/>
                </a:lnTo>
                <a:lnTo>
                  <a:pt x="798" y="348"/>
                </a:lnTo>
                <a:lnTo>
                  <a:pt x="798" y="345"/>
                </a:lnTo>
                <a:lnTo>
                  <a:pt x="798" y="344"/>
                </a:lnTo>
                <a:lnTo>
                  <a:pt x="798" y="342"/>
                </a:lnTo>
                <a:lnTo>
                  <a:pt x="798" y="341"/>
                </a:lnTo>
                <a:lnTo>
                  <a:pt x="798" y="340"/>
                </a:lnTo>
                <a:lnTo>
                  <a:pt x="797" y="339"/>
                </a:lnTo>
                <a:lnTo>
                  <a:pt x="797" y="338"/>
                </a:lnTo>
                <a:lnTo>
                  <a:pt x="797" y="337"/>
                </a:lnTo>
                <a:lnTo>
                  <a:pt x="798" y="337"/>
                </a:lnTo>
                <a:lnTo>
                  <a:pt x="798" y="335"/>
                </a:lnTo>
                <a:lnTo>
                  <a:pt x="798" y="332"/>
                </a:lnTo>
                <a:lnTo>
                  <a:pt x="801" y="330"/>
                </a:lnTo>
                <a:lnTo>
                  <a:pt x="803" y="329"/>
                </a:lnTo>
                <a:lnTo>
                  <a:pt x="804" y="328"/>
                </a:lnTo>
                <a:lnTo>
                  <a:pt x="806" y="329"/>
                </a:lnTo>
                <a:lnTo>
                  <a:pt x="808" y="328"/>
                </a:lnTo>
                <a:lnTo>
                  <a:pt x="814" y="309"/>
                </a:lnTo>
                <a:lnTo>
                  <a:pt x="822" y="296"/>
                </a:lnTo>
                <a:lnTo>
                  <a:pt x="833" y="275"/>
                </a:lnTo>
                <a:lnTo>
                  <a:pt x="837" y="264"/>
                </a:lnTo>
                <a:lnTo>
                  <a:pt x="838" y="256"/>
                </a:lnTo>
                <a:lnTo>
                  <a:pt x="842" y="247"/>
                </a:lnTo>
                <a:lnTo>
                  <a:pt x="846" y="244"/>
                </a:lnTo>
                <a:lnTo>
                  <a:pt x="846" y="241"/>
                </a:lnTo>
                <a:lnTo>
                  <a:pt x="850" y="229"/>
                </a:lnTo>
                <a:lnTo>
                  <a:pt x="851" y="226"/>
                </a:lnTo>
                <a:lnTo>
                  <a:pt x="851" y="224"/>
                </a:lnTo>
                <a:lnTo>
                  <a:pt x="852" y="222"/>
                </a:lnTo>
                <a:lnTo>
                  <a:pt x="854" y="220"/>
                </a:lnTo>
                <a:lnTo>
                  <a:pt x="855" y="219"/>
                </a:lnTo>
                <a:lnTo>
                  <a:pt x="856" y="217"/>
                </a:lnTo>
                <a:lnTo>
                  <a:pt x="857" y="215"/>
                </a:lnTo>
                <a:lnTo>
                  <a:pt x="857" y="214"/>
                </a:lnTo>
                <a:lnTo>
                  <a:pt x="858" y="212"/>
                </a:lnTo>
                <a:lnTo>
                  <a:pt x="858" y="211"/>
                </a:lnTo>
                <a:lnTo>
                  <a:pt x="858" y="210"/>
                </a:lnTo>
                <a:lnTo>
                  <a:pt x="859" y="210"/>
                </a:lnTo>
                <a:lnTo>
                  <a:pt x="859" y="209"/>
                </a:lnTo>
                <a:lnTo>
                  <a:pt x="859" y="207"/>
                </a:lnTo>
                <a:lnTo>
                  <a:pt x="860" y="206"/>
                </a:lnTo>
                <a:lnTo>
                  <a:pt x="860" y="205"/>
                </a:lnTo>
                <a:lnTo>
                  <a:pt x="860" y="203"/>
                </a:lnTo>
                <a:lnTo>
                  <a:pt x="859" y="201"/>
                </a:lnTo>
                <a:lnTo>
                  <a:pt x="860" y="201"/>
                </a:lnTo>
                <a:lnTo>
                  <a:pt x="862" y="201"/>
                </a:lnTo>
                <a:lnTo>
                  <a:pt x="863" y="200"/>
                </a:lnTo>
                <a:lnTo>
                  <a:pt x="864" y="200"/>
                </a:lnTo>
                <a:lnTo>
                  <a:pt x="866" y="200"/>
                </a:lnTo>
                <a:lnTo>
                  <a:pt x="867" y="201"/>
                </a:lnTo>
                <a:lnTo>
                  <a:pt x="868" y="200"/>
                </a:lnTo>
                <a:lnTo>
                  <a:pt x="869" y="200"/>
                </a:lnTo>
                <a:lnTo>
                  <a:pt x="870" y="199"/>
                </a:lnTo>
                <a:lnTo>
                  <a:pt x="871" y="199"/>
                </a:lnTo>
                <a:lnTo>
                  <a:pt x="872" y="200"/>
                </a:lnTo>
                <a:lnTo>
                  <a:pt x="874" y="201"/>
                </a:lnTo>
                <a:lnTo>
                  <a:pt x="875" y="201"/>
                </a:lnTo>
                <a:lnTo>
                  <a:pt x="876" y="201"/>
                </a:lnTo>
                <a:lnTo>
                  <a:pt x="876" y="202"/>
                </a:lnTo>
                <a:lnTo>
                  <a:pt x="877" y="203"/>
                </a:lnTo>
                <a:lnTo>
                  <a:pt x="877" y="204"/>
                </a:lnTo>
                <a:lnTo>
                  <a:pt x="878" y="204"/>
                </a:lnTo>
                <a:lnTo>
                  <a:pt x="879" y="204"/>
                </a:lnTo>
                <a:lnTo>
                  <a:pt x="879" y="205"/>
                </a:lnTo>
                <a:lnTo>
                  <a:pt x="881" y="205"/>
                </a:lnTo>
                <a:lnTo>
                  <a:pt x="883" y="205"/>
                </a:lnTo>
                <a:lnTo>
                  <a:pt x="884" y="205"/>
                </a:lnTo>
                <a:lnTo>
                  <a:pt x="885" y="205"/>
                </a:lnTo>
                <a:lnTo>
                  <a:pt x="886" y="205"/>
                </a:lnTo>
                <a:lnTo>
                  <a:pt x="886" y="206"/>
                </a:lnTo>
                <a:lnTo>
                  <a:pt x="887" y="206"/>
                </a:lnTo>
                <a:lnTo>
                  <a:pt x="888" y="205"/>
                </a:lnTo>
                <a:lnTo>
                  <a:pt x="889" y="205"/>
                </a:lnTo>
                <a:lnTo>
                  <a:pt x="890" y="205"/>
                </a:lnTo>
                <a:lnTo>
                  <a:pt x="890" y="206"/>
                </a:lnTo>
                <a:lnTo>
                  <a:pt x="891" y="207"/>
                </a:lnTo>
                <a:lnTo>
                  <a:pt x="892" y="207"/>
                </a:lnTo>
                <a:lnTo>
                  <a:pt x="893" y="208"/>
                </a:lnTo>
                <a:lnTo>
                  <a:pt x="894" y="210"/>
                </a:lnTo>
                <a:lnTo>
                  <a:pt x="894" y="211"/>
                </a:lnTo>
                <a:lnTo>
                  <a:pt x="895" y="211"/>
                </a:lnTo>
                <a:lnTo>
                  <a:pt x="896" y="211"/>
                </a:lnTo>
                <a:lnTo>
                  <a:pt x="897" y="210"/>
                </a:lnTo>
                <a:lnTo>
                  <a:pt x="898" y="210"/>
                </a:lnTo>
                <a:lnTo>
                  <a:pt x="899" y="210"/>
                </a:lnTo>
                <a:lnTo>
                  <a:pt x="900" y="211"/>
                </a:lnTo>
                <a:lnTo>
                  <a:pt x="901" y="211"/>
                </a:lnTo>
                <a:lnTo>
                  <a:pt x="901" y="212"/>
                </a:lnTo>
                <a:lnTo>
                  <a:pt x="902" y="212"/>
                </a:lnTo>
                <a:lnTo>
                  <a:pt x="903" y="212"/>
                </a:lnTo>
                <a:lnTo>
                  <a:pt x="904" y="213"/>
                </a:lnTo>
                <a:lnTo>
                  <a:pt x="905" y="214"/>
                </a:lnTo>
                <a:lnTo>
                  <a:pt x="906" y="215"/>
                </a:lnTo>
                <a:lnTo>
                  <a:pt x="907" y="215"/>
                </a:lnTo>
                <a:lnTo>
                  <a:pt x="908" y="215"/>
                </a:lnTo>
                <a:lnTo>
                  <a:pt x="909" y="215"/>
                </a:lnTo>
                <a:lnTo>
                  <a:pt x="909" y="216"/>
                </a:lnTo>
                <a:lnTo>
                  <a:pt x="908" y="216"/>
                </a:lnTo>
                <a:lnTo>
                  <a:pt x="909" y="217"/>
                </a:lnTo>
                <a:lnTo>
                  <a:pt x="910" y="217"/>
                </a:lnTo>
                <a:lnTo>
                  <a:pt x="911" y="217"/>
                </a:lnTo>
                <a:lnTo>
                  <a:pt x="913" y="218"/>
                </a:lnTo>
                <a:lnTo>
                  <a:pt x="915" y="219"/>
                </a:lnTo>
                <a:lnTo>
                  <a:pt x="916" y="219"/>
                </a:lnTo>
                <a:lnTo>
                  <a:pt x="917" y="219"/>
                </a:lnTo>
                <a:lnTo>
                  <a:pt x="920" y="220"/>
                </a:lnTo>
                <a:lnTo>
                  <a:pt x="920" y="221"/>
                </a:lnTo>
                <a:lnTo>
                  <a:pt x="920" y="222"/>
                </a:lnTo>
                <a:lnTo>
                  <a:pt x="921" y="222"/>
                </a:lnTo>
                <a:lnTo>
                  <a:pt x="922" y="221"/>
                </a:lnTo>
                <a:lnTo>
                  <a:pt x="923" y="221"/>
                </a:lnTo>
                <a:lnTo>
                  <a:pt x="924" y="220"/>
                </a:lnTo>
                <a:lnTo>
                  <a:pt x="925" y="220"/>
                </a:lnTo>
                <a:lnTo>
                  <a:pt x="926" y="221"/>
                </a:lnTo>
                <a:lnTo>
                  <a:pt x="927" y="221"/>
                </a:lnTo>
                <a:lnTo>
                  <a:pt x="928" y="221"/>
                </a:lnTo>
                <a:lnTo>
                  <a:pt x="929" y="222"/>
                </a:lnTo>
                <a:lnTo>
                  <a:pt x="930" y="222"/>
                </a:lnTo>
                <a:lnTo>
                  <a:pt x="932" y="223"/>
                </a:lnTo>
                <a:lnTo>
                  <a:pt x="933" y="223"/>
                </a:lnTo>
                <a:lnTo>
                  <a:pt x="934" y="224"/>
                </a:lnTo>
                <a:lnTo>
                  <a:pt x="935" y="224"/>
                </a:lnTo>
                <a:lnTo>
                  <a:pt x="936" y="224"/>
                </a:lnTo>
                <a:lnTo>
                  <a:pt x="937" y="225"/>
                </a:lnTo>
                <a:lnTo>
                  <a:pt x="938" y="225"/>
                </a:lnTo>
                <a:lnTo>
                  <a:pt x="939" y="225"/>
                </a:lnTo>
                <a:lnTo>
                  <a:pt x="940" y="226"/>
                </a:lnTo>
                <a:lnTo>
                  <a:pt x="940" y="227"/>
                </a:lnTo>
                <a:lnTo>
                  <a:pt x="941" y="226"/>
                </a:lnTo>
                <a:lnTo>
                  <a:pt x="942" y="225"/>
                </a:lnTo>
                <a:lnTo>
                  <a:pt x="943" y="225"/>
                </a:lnTo>
                <a:lnTo>
                  <a:pt x="944" y="225"/>
                </a:lnTo>
                <a:lnTo>
                  <a:pt x="945" y="225"/>
                </a:lnTo>
                <a:lnTo>
                  <a:pt x="946" y="225"/>
                </a:lnTo>
                <a:lnTo>
                  <a:pt x="947" y="224"/>
                </a:lnTo>
                <a:lnTo>
                  <a:pt x="948" y="224"/>
                </a:lnTo>
                <a:lnTo>
                  <a:pt x="948" y="225"/>
                </a:lnTo>
                <a:lnTo>
                  <a:pt x="950" y="225"/>
                </a:lnTo>
                <a:lnTo>
                  <a:pt x="953" y="226"/>
                </a:lnTo>
                <a:lnTo>
                  <a:pt x="956" y="227"/>
                </a:lnTo>
                <a:lnTo>
                  <a:pt x="959" y="226"/>
                </a:lnTo>
                <a:lnTo>
                  <a:pt x="961" y="225"/>
                </a:lnTo>
                <a:lnTo>
                  <a:pt x="963" y="224"/>
                </a:lnTo>
                <a:lnTo>
                  <a:pt x="965" y="223"/>
                </a:lnTo>
                <a:lnTo>
                  <a:pt x="966" y="223"/>
                </a:lnTo>
                <a:lnTo>
                  <a:pt x="967" y="223"/>
                </a:lnTo>
                <a:lnTo>
                  <a:pt x="969" y="223"/>
                </a:lnTo>
                <a:lnTo>
                  <a:pt x="969" y="224"/>
                </a:lnTo>
                <a:lnTo>
                  <a:pt x="970" y="224"/>
                </a:lnTo>
                <a:lnTo>
                  <a:pt x="971" y="223"/>
                </a:lnTo>
                <a:lnTo>
                  <a:pt x="972" y="223"/>
                </a:lnTo>
                <a:lnTo>
                  <a:pt x="973" y="223"/>
                </a:lnTo>
                <a:lnTo>
                  <a:pt x="974" y="224"/>
                </a:lnTo>
                <a:lnTo>
                  <a:pt x="975" y="224"/>
                </a:lnTo>
                <a:lnTo>
                  <a:pt x="976" y="223"/>
                </a:lnTo>
                <a:lnTo>
                  <a:pt x="977" y="223"/>
                </a:lnTo>
                <a:lnTo>
                  <a:pt x="978" y="223"/>
                </a:lnTo>
                <a:lnTo>
                  <a:pt x="979" y="224"/>
                </a:lnTo>
                <a:lnTo>
                  <a:pt x="981" y="224"/>
                </a:lnTo>
                <a:lnTo>
                  <a:pt x="983" y="223"/>
                </a:lnTo>
                <a:lnTo>
                  <a:pt x="985" y="223"/>
                </a:lnTo>
                <a:lnTo>
                  <a:pt x="986" y="223"/>
                </a:lnTo>
                <a:lnTo>
                  <a:pt x="987" y="223"/>
                </a:lnTo>
                <a:lnTo>
                  <a:pt x="988" y="223"/>
                </a:lnTo>
                <a:lnTo>
                  <a:pt x="989" y="224"/>
                </a:lnTo>
                <a:lnTo>
                  <a:pt x="990" y="224"/>
                </a:lnTo>
                <a:lnTo>
                  <a:pt x="991" y="225"/>
                </a:lnTo>
                <a:lnTo>
                  <a:pt x="993" y="226"/>
                </a:lnTo>
                <a:lnTo>
                  <a:pt x="994" y="226"/>
                </a:lnTo>
                <a:lnTo>
                  <a:pt x="995" y="225"/>
                </a:lnTo>
                <a:lnTo>
                  <a:pt x="997" y="224"/>
                </a:lnTo>
                <a:lnTo>
                  <a:pt x="998" y="224"/>
                </a:lnTo>
                <a:lnTo>
                  <a:pt x="1000" y="224"/>
                </a:lnTo>
                <a:lnTo>
                  <a:pt x="1002" y="224"/>
                </a:lnTo>
                <a:lnTo>
                  <a:pt x="1004" y="224"/>
                </a:lnTo>
                <a:lnTo>
                  <a:pt x="1005" y="224"/>
                </a:lnTo>
                <a:lnTo>
                  <a:pt x="1007" y="223"/>
                </a:lnTo>
                <a:lnTo>
                  <a:pt x="1007" y="224"/>
                </a:lnTo>
                <a:lnTo>
                  <a:pt x="1008" y="224"/>
                </a:lnTo>
                <a:lnTo>
                  <a:pt x="1008" y="223"/>
                </a:lnTo>
                <a:lnTo>
                  <a:pt x="1009" y="223"/>
                </a:lnTo>
                <a:lnTo>
                  <a:pt x="1012" y="222"/>
                </a:lnTo>
                <a:lnTo>
                  <a:pt x="1015" y="223"/>
                </a:lnTo>
                <a:lnTo>
                  <a:pt x="1016" y="224"/>
                </a:lnTo>
                <a:lnTo>
                  <a:pt x="1017" y="225"/>
                </a:lnTo>
                <a:lnTo>
                  <a:pt x="1019" y="226"/>
                </a:lnTo>
                <a:lnTo>
                  <a:pt x="1021" y="227"/>
                </a:lnTo>
                <a:lnTo>
                  <a:pt x="1023" y="227"/>
                </a:lnTo>
                <a:lnTo>
                  <a:pt x="1024" y="228"/>
                </a:lnTo>
                <a:lnTo>
                  <a:pt x="1024" y="229"/>
                </a:lnTo>
                <a:lnTo>
                  <a:pt x="1024" y="230"/>
                </a:lnTo>
                <a:lnTo>
                  <a:pt x="1025" y="231"/>
                </a:lnTo>
                <a:lnTo>
                  <a:pt x="1029" y="234"/>
                </a:lnTo>
                <a:lnTo>
                  <a:pt x="1030" y="235"/>
                </a:lnTo>
                <a:lnTo>
                  <a:pt x="1030" y="236"/>
                </a:lnTo>
                <a:lnTo>
                  <a:pt x="1031" y="237"/>
                </a:lnTo>
                <a:lnTo>
                  <a:pt x="1032" y="237"/>
                </a:lnTo>
                <a:lnTo>
                  <a:pt x="1033" y="237"/>
                </a:lnTo>
                <a:lnTo>
                  <a:pt x="1034" y="236"/>
                </a:lnTo>
                <a:lnTo>
                  <a:pt x="1035" y="236"/>
                </a:lnTo>
                <a:lnTo>
                  <a:pt x="1035" y="235"/>
                </a:lnTo>
                <a:lnTo>
                  <a:pt x="1035" y="234"/>
                </a:lnTo>
                <a:lnTo>
                  <a:pt x="1035" y="233"/>
                </a:lnTo>
                <a:lnTo>
                  <a:pt x="1036" y="232"/>
                </a:lnTo>
                <a:lnTo>
                  <a:pt x="1037" y="231"/>
                </a:lnTo>
                <a:lnTo>
                  <a:pt x="1038" y="231"/>
                </a:lnTo>
                <a:lnTo>
                  <a:pt x="1040" y="231"/>
                </a:lnTo>
                <a:lnTo>
                  <a:pt x="1042" y="231"/>
                </a:lnTo>
                <a:lnTo>
                  <a:pt x="1043" y="230"/>
                </a:lnTo>
                <a:lnTo>
                  <a:pt x="1044" y="230"/>
                </a:lnTo>
                <a:lnTo>
                  <a:pt x="1045" y="229"/>
                </a:lnTo>
                <a:lnTo>
                  <a:pt x="1046" y="227"/>
                </a:lnTo>
                <a:lnTo>
                  <a:pt x="1047" y="226"/>
                </a:lnTo>
                <a:lnTo>
                  <a:pt x="1049" y="225"/>
                </a:lnTo>
                <a:lnTo>
                  <a:pt x="1050" y="224"/>
                </a:lnTo>
                <a:lnTo>
                  <a:pt x="1051" y="224"/>
                </a:lnTo>
                <a:lnTo>
                  <a:pt x="1053" y="224"/>
                </a:lnTo>
                <a:lnTo>
                  <a:pt x="1054" y="223"/>
                </a:lnTo>
                <a:lnTo>
                  <a:pt x="1055" y="221"/>
                </a:lnTo>
                <a:lnTo>
                  <a:pt x="1056" y="219"/>
                </a:lnTo>
                <a:lnTo>
                  <a:pt x="1057" y="218"/>
                </a:lnTo>
                <a:lnTo>
                  <a:pt x="1059" y="218"/>
                </a:lnTo>
                <a:lnTo>
                  <a:pt x="1061" y="218"/>
                </a:lnTo>
                <a:lnTo>
                  <a:pt x="1062" y="217"/>
                </a:lnTo>
                <a:lnTo>
                  <a:pt x="1062" y="216"/>
                </a:lnTo>
                <a:lnTo>
                  <a:pt x="1063" y="216"/>
                </a:lnTo>
                <a:lnTo>
                  <a:pt x="1064" y="217"/>
                </a:lnTo>
                <a:lnTo>
                  <a:pt x="1066" y="218"/>
                </a:lnTo>
                <a:lnTo>
                  <a:pt x="1067" y="219"/>
                </a:lnTo>
                <a:lnTo>
                  <a:pt x="1068" y="218"/>
                </a:lnTo>
                <a:lnTo>
                  <a:pt x="1069" y="218"/>
                </a:lnTo>
                <a:lnTo>
                  <a:pt x="1070" y="218"/>
                </a:lnTo>
                <a:lnTo>
                  <a:pt x="1071" y="218"/>
                </a:lnTo>
                <a:lnTo>
                  <a:pt x="1072" y="218"/>
                </a:lnTo>
                <a:lnTo>
                  <a:pt x="1073" y="218"/>
                </a:lnTo>
                <a:lnTo>
                  <a:pt x="1074" y="218"/>
                </a:lnTo>
                <a:lnTo>
                  <a:pt x="1076" y="217"/>
                </a:lnTo>
                <a:lnTo>
                  <a:pt x="1077" y="217"/>
                </a:lnTo>
                <a:lnTo>
                  <a:pt x="1079" y="217"/>
                </a:lnTo>
                <a:lnTo>
                  <a:pt x="1081" y="217"/>
                </a:lnTo>
                <a:lnTo>
                  <a:pt x="1083" y="218"/>
                </a:lnTo>
                <a:lnTo>
                  <a:pt x="1086" y="218"/>
                </a:lnTo>
                <a:lnTo>
                  <a:pt x="1086" y="217"/>
                </a:lnTo>
                <a:lnTo>
                  <a:pt x="1086" y="214"/>
                </a:lnTo>
                <a:lnTo>
                  <a:pt x="1086" y="213"/>
                </a:lnTo>
                <a:lnTo>
                  <a:pt x="1087" y="212"/>
                </a:lnTo>
                <a:lnTo>
                  <a:pt x="1089" y="210"/>
                </a:lnTo>
                <a:lnTo>
                  <a:pt x="1089" y="209"/>
                </a:lnTo>
                <a:lnTo>
                  <a:pt x="1096" y="203"/>
                </a:lnTo>
                <a:lnTo>
                  <a:pt x="1097" y="201"/>
                </a:lnTo>
                <a:lnTo>
                  <a:pt x="1098" y="201"/>
                </a:lnTo>
                <a:lnTo>
                  <a:pt x="1099" y="200"/>
                </a:lnTo>
                <a:lnTo>
                  <a:pt x="1100" y="199"/>
                </a:lnTo>
                <a:lnTo>
                  <a:pt x="1100" y="198"/>
                </a:lnTo>
                <a:lnTo>
                  <a:pt x="1100" y="197"/>
                </a:lnTo>
                <a:lnTo>
                  <a:pt x="1100" y="196"/>
                </a:lnTo>
                <a:lnTo>
                  <a:pt x="1100" y="195"/>
                </a:lnTo>
                <a:lnTo>
                  <a:pt x="1100" y="194"/>
                </a:lnTo>
                <a:lnTo>
                  <a:pt x="1100" y="193"/>
                </a:lnTo>
                <a:lnTo>
                  <a:pt x="1099" y="192"/>
                </a:lnTo>
                <a:lnTo>
                  <a:pt x="1098" y="191"/>
                </a:lnTo>
                <a:lnTo>
                  <a:pt x="1098" y="190"/>
                </a:lnTo>
                <a:lnTo>
                  <a:pt x="1098" y="189"/>
                </a:lnTo>
                <a:lnTo>
                  <a:pt x="1099" y="189"/>
                </a:lnTo>
                <a:lnTo>
                  <a:pt x="1099" y="188"/>
                </a:lnTo>
                <a:lnTo>
                  <a:pt x="1099" y="187"/>
                </a:lnTo>
                <a:lnTo>
                  <a:pt x="1100" y="186"/>
                </a:lnTo>
                <a:lnTo>
                  <a:pt x="1100" y="185"/>
                </a:lnTo>
                <a:lnTo>
                  <a:pt x="1101" y="185"/>
                </a:lnTo>
                <a:lnTo>
                  <a:pt x="1101" y="184"/>
                </a:lnTo>
                <a:lnTo>
                  <a:pt x="1101" y="183"/>
                </a:lnTo>
                <a:lnTo>
                  <a:pt x="1100" y="183"/>
                </a:lnTo>
                <a:lnTo>
                  <a:pt x="1100" y="181"/>
                </a:lnTo>
                <a:lnTo>
                  <a:pt x="1100" y="180"/>
                </a:lnTo>
                <a:lnTo>
                  <a:pt x="1099" y="179"/>
                </a:lnTo>
                <a:lnTo>
                  <a:pt x="1099" y="178"/>
                </a:lnTo>
                <a:lnTo>
                  <a:pt x="1098" y="178"/>
                </a:lnTo>
                <a:lnTo>
                  <a:pt x="1098" y="177"/>
                </a:lnTo>
                <a:lnTo>
                  <a:pt x="1096" y="176"/>
                </a:lnTo>
                <a:lnTo>
                  <a:pt x="1095" y="175"/>
                </a:lnTo>
                <a:lnTo>
                  <a:pt x="1095" y="174"/>
                </a:lnTo>
                <a:lnTo>
                  <a:pt x="1095" y="173"/>
                </a:lnTo>
                <a:lnTo>
                  <a:pt x="1094" y="172"/>
                </a:lnTo>
                <a:lnTo>
                  <a:pt x="1093" y="172"/>
                </a:lnTo>
                <a:lnTo>
                  <a:pt x="1093" y="171"/>
                </a:lnTo>
                <a:lnTo>
                  <a:pt x="1093" y="170"/>
                </a:lnTo>
                <a:lnTo>
                  <a:pt x="1093" y="168"/>
                </a:lnTo>
                <a:lnTo>
                  <a:pt x="1093" y="165"/>
                </a:lnTo>
                <a:lnTo>
                  <a:pt x="1092" y="163"/>
                </a:lnTo>
                <a:lnTo>
                  <a:pt x="1092" y="161"/>
                </a:lnTo>
                <a:lnTo>
                  <a:pt x="1092" y="158"/>
                </a:lnTo>
                <a:lnTo>
                  <a:pt x="1089" y="138"/>
                </a:lnTo>
                <a:lnTo>
                  <a:pt x="1088" y="127"/>
                </a:lnTo>
                <a:lnTo>
                  <a:pt x="1088" y="126"/>
                </a:lnTo>
                <a:lnTo>
                  <a:pt x="1087" y="124"/>
                </a:lnTo>
                <a:lnTo>
                  <a:pt x="1087" y="123"/>
                </a:lnTo>
                <a:lnTo>
                  <a:pt x="1086" y="122"/>
                </a:lnTo>
                <a:lnTo>
                  <a:pt x="1086" y="121"/>
                </a:lnTo>
                <a:lnTo>
                  <a:pt x="1087" y="121"/>
                </a:lnTo>
                <a:lnTo>
                  <a:pt x="1087" y="120"/>
                </a:lnTo>
                <a:lnTo>
                  <a:pt x="1086" y="120"/>
                </a:lnTo>
                <a:lnTo>
                  <a:pt x="1086" y="119"/>
                </a:lnTo>
                <a:lnTo>
                  <a:pt x="1085" y="119"/>
                </a:lnTo>
                <a:lnTo>
                  <a:pt x="1085" y="118"/>
                </a:lnTo>
                <a:lnTo>
                  <a:pt x="1086" y="117"/>
                </a:lnTo>
                <a:lnTo>
                  <a:pt x="1086" y="116"/>
                </a:lnTo>
                <a:lnTo>
                  <a:pt x="1087" y="115"/>
                </a:lnTo>
                <a:lnTo>
                  <a:pt x="1086" y="114"/>
                </a:lnTo>
                <a:lnTo>
                  <a:pt x="1086" y="113"/>
                </a:lnTo>
                <a:lnTo>
                  <a:pt x="1087" y="113"/>
                </a:lnTo>
                <a:lnTo>
                  <a:pt x="1087" y="112"/>
                </a:lnTo>
                <a:lnTo>
                  <a:pt x="1087" y="111"/>
                </a:lnTo>
                <a:lnTo>
                  <a:pt x="1087" y="110"/>
                </a:lnTo>
                <a:lnTo>
                  <a:pt x="1088" y="110"/>
                </a:lnTo>
                <a:lnTo>
                  <a:pt x="1087" y="109"/>
                </a:lnTo>
                <a:lnTo>
                  <a:pt x="1088" y="108"/>
                </a:lnTo>
                <a:lnTo>
                  <a:pt x="1089" y="107"/>
                </a:lnTo>
                <a:lnTo>
                  <a:pt x="1088" y="107"/>
                </a:lnTo>
                <a:lnTo>
                  <a:pt x="1089" y="105"/>
                </a:lnTo>
                <a:lnTo>
                  <a:pt x="1089" y="104"/>
                </a:lnTo>
                <a:lnTo>
                  <a:pt x="1090" y="104"/>
                </a:lnTo>
                <a:lnTo>
                  <a:pt x="1090" y="103"/>
                </a:lnTo>
                <a:lnTo>
                  <a:pt x="1091" y="102"/>
                </a:lnTo>
                <a:lnTo>
                  <a:pt x="1091" y="101"/>
                </a:lnTo>
                <a:lnTo>
                  <a:pt x="1092" y="100"/>
                </a:lnTo>
                <a:lnTo>
                  <a:pt x="1093" y="100"/>
                </a:lnTo>
                <a:lnTo>
                  <a:pt x="1094" y="100"/>
                </a:lnTo>
                <a:lnTo>
                  <a:pt x="1094" y="99"/>
                </a:lnTo>
                <a:lnTo>
                  <a:pt x="1094" y="98"/>
                </a:lnTo>
                <a:lnTo>
                  <a:pt x="1095" y="98"/>
                </a:lnTo>
                <a:lnTo>
                  <a:pt x="1095" y="97"/>
                </a:lnTo>
                <a:lnTo>
                  <a:pt x="1096" y="97"/>
                </a:lnTo>
                <a:lnTo>
                  <a:pt x="1096" y="96"/>
                </a:lnTo>
                <a:lnTo>
                  <a:pt x="1097" y="96"/>
                </a:lnTo>
                <a:lnTo>
                  <a:pt x="1098" y="95"/>
                </a:lnTo>
                <a:lnTo>
                  <a:pt x="1098" y="94"/>
                </a:lnTo>
                <a:lnTo>
                  <a:pt x="1099" y="94"/>
                </a:lnTo>
                <a:lnTo>
                  <a:pt x="1099" y="93"/>
                </a:lnTo>
                <a:lnTo>
                  <a:pt x="1100" y="92"/>
                </a:lnTo>
                <a:lnTo>
                  <a:pt x="1099" y="92"/>
                </a:lnTo>
                <a:lnTo>
                  <a:pt x="1099" y="91"/>
                </a:lnTo>
                <a:lnTo>
                  <a:pt x="1100" y="91"/>
                </a:lnTo>
                <a:lnTo>
                  <a:pt x="1100" y="90"/>
                </a:lnTo>
                <a:lnTo>
                  <a:pt x="1100" y="89"/>
                </a:lnTo>
                <a:lnTo>
                  <a:pt x="1101" y="88"/>
                </a:lnTo>
                <a:lnTo>
                  <a:pt x="1100" y="88"/>
                </a:lnTo>
                <a:lnTo>
                  <a:pt x="1101" y="87"/>
                </a:lnTo>
                <a:lnTo>
                  <a:pt x="1101" y="86"/>
                </a:lnTo>
                <a:lnTo>
                  <a:pt x="1102" y="85"/>
                </a:lnTo>
                <a:lnTo>
                  <a:pt x="1102" y="84"/>
                </a:lnTo>
                <a:lnTo>
                  <a:pt x="1103" y="84"/>
                </a:lnTo>
                <a:lnTo>
                  <a:pt x="1104" y="83"/>
                </a:lnTo>
                <a:lnTo>
                  <a:pt x="1105" y="82"/>
                </a:lnTo>
                <a:lnTo>
                  <a:pt x="1105" y="81"/>
                </a:lnTo>
                <a:lnTo>
                  <a:pt x="1105" y="80"/>
                </a:lnTo>
                <a:lnTo>
                  <a:pt x="1106" y="80"/>
                </a:lnTo>
                <a:lnTo>
                  <a:pt x="1107" y="79"/>
                </a:lnTo>
                <a:lnTo>
                  <a:pt x="1108" y="79"/>
                </a:lnTo>
                <a:lnTo>
                  <a:pt x="1108" y="78"/>
                </a:lnTo>
                <a:lnTo>
                  <a:pt x="1109" y="78"/>
                </a:lnTo>
                <a:lnTo>
                  <a:pt x="1110" y="78"/>
                </a:lnTo>
                <a:lnTo>
                  <a:pt x="1111" y="78"/>
                </a:lnTo>
                <a:lnTo>
                  <a:pt x="1112" y="77"/>
                </a:lnTo>
                <a:lnTo>
                  <a:pt x="1113" y="77"/>
                </a:lnTo>
                <a:lnTo>
                  <a:pt x="1114" y="77"/>
                </a:lnTo>
                <a:lnTo>
                  <a:pt x="1115" y="77"/>
                </a:lnTo>
                <a:lnTo>
                  <a:pt x="1116" y="77"/>
                </a:lnTo>
                <a:lnTo>
                  <a:pt x="1118" y="77"/>
                </a:lnTo>
                <a:lnTo>
                  <a:pt x="1119" y="77"/>
                </a:lnTo>
                <a:lnTo>
                  <a:pt x="1120" y="77"/>
                </a:lnTo>
                <a:lnTo>
                  <a:pt x="1120" y="76"/>
                </a:lnTo>
                <a:lnTo>
                  <a:pt x="1133" y="76"/>
                </a:lnTo>
                <a:lnTo>
                  <a:pt x="1148" y="77"/>
                </a:lnTo>
                <a:lnTo>
                  <a:pt x="1149" y="76"/>
                </a:lnTo>
                <a:lnTo>
                  <a:pt x="1150" y="76"/>
                </a:lnTo>
                <a:lnTo>
                  <a:pt x="1150" y="75"/>
                </a:lnTo>
                <a:lnTo>
                  <a:pt x="1151" y="75"/>
                </a:lnTo>
                <a:lnTo>
                  <a:pt x="1152" y="74"/>
                </a:lnTo>
                <a:lnTo>
                  <a:pt x="1153" y="74"/>
                </a:lnTo>
                <a:lnTo>
                  <a:pt x="1153" y="73"/>
                </a:lnTo>
                <a:lnTo>
                  <a:pt x="1154" y="72"/>
                </a:lnTo>
                <a:lnTo>
                  <a:pt x="1155" y="71"/>
                </a:lnTo>
                <a:lnTo>
                  <a:pt x="1156" y="71"/>
                </a:lnTo>
                <a:lnTo>
                  <a:pt x="1157" y="71"/>
                </a:lnTo>
                <a:lnTo>
                  <a:pt x="1158" y="71"/>
                </a:lnTo>
                <a:lnTo>
                  <a:pt x="1160" y="71"/>
                </a:lnTo>
                <a:lnTo>
                  <a:pt x="1160" y="70"/>
                </a:lnTo>
                <a:lnTo>
                  <a:pt x="1161" y="70"/>
                </a:lnTo>
                <a:lnTo>
                  <a:pt x="1162" y="70"/>
                </a:lnTo>
                <a:lnTo>
                  <a:pt x="1163" y="71"/>
                </a:lnTo>
                <a:lnTo>
                  <a:pt x="1164" y="72"/>
                </a:lnTo>
                <a:lnTo>
                  <a:pt x="1180" y="66"/>
                </a:lnTo>
                <a:lnTo>
                  <a:pt x="1181" y="66"/>
                </a:lnTo>
                <a:lnTo>
                  <a:pt x="1181" y="65"/>
                </a:lnTo>
                <a:lnTo>
                  <a:pt x="1182" y="64"/>
                </a:lnTo>
                <a:lnTo>
                  <a:pt x="1182" y="63"/>
                </a:lnTo>
                <a:lnTo>
                  <a:pt x="1182" y="62"/>
                </a:lnTo>
                <a:lnTo>
                  <a:pt x="1182" y="61"/>
                </a:lnTo>
                <a:lnTo>
                  <a:pt x="1183" y="60"/>
                </a:lnTo>
                <a:lnTo>
                  <a:pt x="1184" y="60"/>
                </a:lnTo>
                <a:lnTo>
                  <a:pt x="1184" y="59"/>
                </a:lnTo>
                <a:lnTo>
                  <a:pt x="1185" y="59"/>
                </a:lnTo>
                <a:lnTo>
                  <a:pt x="1185" y="58"/>
                </a:lnTo>
                <a:lnTo>
                  <a:pt x="1186" y="57"/>
                </a:lnTo>
                <a:lnTo>
                  <a:pt x="1187" y="57"/>
                </a:lnTo>
                <a:lnTo>
                  <a:pt x="1188" y="56"/>
                </a:lnTo>
                <a:lnTo>
                  <a:pt x="1190" y="56"/>
                </a:lnTo>
                <a:lnTo>
                  <a:pt x="1190" y="55"/>
                </a:lnTo>
                <a:lnTo>
                  <a:pt x="1191" y="54"/>
                </a:lnTo>
                <a:lnTo>
                  <a:pt x="1191" y="53"/>
                </a:lnTo>
                <a:lnTo>
                  <a:pt x="1192" y="52"/>
                </a:lnTo>
                <a:lnTo>
                  <a:pt x="1194" y="51"/>
                </a:lnTo>
                <a:lnTo>
                  <a:pt x="1196" y="49"/>
                </a:lnTo>
                <a:lnTo>
                  <a:pt x="1197" y="48"/>
                </a:lnTo>
                <a:lnTo>
                  <a:pt x="1198" y="47"/>
                </a:lnTo>
                <a:lnTo>
                  <a:pt x="1198" y="46"/>
                </a:lnTo>
                <a:lnTo>
                  <a:pt x="1198" y="45"/>
                </a:lnTo>
                <a:lnTo>
                  <a:pt x="1198" y="44"/>
                </a:lnTo>
                <a:lnTo>
                  <a:pt x="1197" y="43"/>
                </a:lnTo>
                <a:lnTo>
                  <a:pt x="1196" y="42"/>
                </a:lnTo>
                <a:lnTo>
                  <a:pt x="1196" y="40"/>
                </a:lnTo>
                <a:lnTo>
                  <a:pt x="1196" y="39"/>
                </a:lnTo>
                <a:lnTo>
                  <a:pt x="1197" y="38"/>
                </a:lnTo>
                <a:lnTo>
                  <a:pt x="1198" y="38"/>
                </a:lnTo>
                <a:lnTo>
                  <a:pt x="1200" y="37"/>
                </a:lnTo>
                <a:lnTo>
                  <a:pt x="1201" y="36"/>
                </a:lnTo>
                <a:lnTo>
                  <a:pt x="1202" y="36"/>
                </a:lnTo>
                <a:lnTo>
                  <a:pt x="1201" y="36"/>
                </a:lnTo>
                <a:lnTo>
                  <a:pt x="1202" y="36"/>
                </a:lnTo>
                <a:lnTo>
                  <a:pt x="1202" y="35"/>
                </a:lnTo>
                <a:lnTo>
                  <a:pt x="1202" y="34"/>
                </a:lnTo>
                <a:lnTo>
                  <a:pt x="1201" y="33"/>
                </a:lnTo>
                <a:lnTo>
                  <a:pt x="1200" y="33"/>
                </a:lnTo>
                <a:lnTo>
                  <a:pt x="1200" y="32"/>
                </a:lnTo>
                <a:lnTo>
                  <a:pt x="1198" y="31"/>
                </a:lnTo>
                <a:lnTo>
                  <a:pt x="1198" y="30"/>
                </a:lnTo>
                <a:lnTo>
                  <a:pt x="1197" y="30"/>
                </a:lnTo>
                <a:lnTo>
                  <a:pt x="1196" y="29"/>
                </a:lnTo>
                <a:lnTo>
                  <a:pt x="1195" y="28"/>
                </a:lnTo>
                <a:lnTo>
                  <a:pt x="1194" y="28"/>
                </a:lnTo>
                <a:lnTo>
                  <a:pt x="1194" y="26"/>
                </a:lnTo>
                <a:lnTo>
                  <a:pt x="1194" y="25"/>
                </a:lnTo>
                <a:lnTo>
                  <a:pt x="1194" y="24"/>
                </a:lnTo>
                <a:lnTo>
                  <a:pt x="1194" y="23"/>
                </a:lnTo>
                <a:lnTo>
                  <a:pt x="1194" y="22"/>
                </a:lnTo>
                <a:lnTo>
                  <a:pt x="1194" y="21"/>
                </a:lnTo>
                <a:lnTo>
                  <a:pt x="1194" y="20"/>
                </a:lnTo>
                <a:lnTo>
                  <a:pt x="1194" y="19"/>
                </a:lnTo>
                <a:lnTo>
                  <a:pt x="1194" y="18"/>
                </a:lnTo>
                <a:lnTo>
                  <a:pt x="1195" y="18"/>
                </a:lnTo>
                <a:lnTo>
                  <a:pt x="1196" y="17"/>
                </a:lnTo>
                <a:lnTo>
                  <a:pt x="1197" y="16"/>
                </a:lnTo>
                <a:lnTo>
                  <a:pt x="1198" y="16"/>
                </a:lnTo>
                <a:lnTo>
                  <a:pt x="1199" y="15"/>
                </a:lnTo>
                <a:lnTo>
                  <a:pt x="1200" y="15"/>
                </a:lnTo>
                <a:lnTo>
                  <a:pt x="1200" y="14"/>
                </a:lnTo>
                <a:lnTo>
                  <a:pt x="1202" y="14"/>
                </a:lnTo>
                <a:lnTo>
                  <a:pt x="1203" y="14"/>
                </a:lnTo>
                <a:lnTo>
                  <a:pt x="1203" y="13"/>
                </a:lnTo>
                <a:lnTo>
                  <a:pt x="1204" y="13"/>
                </a:lnTo>
                <a:lnTo>
                  <a:pt x="1204" y="12"/>
                </a:lnTo>
                <a:lnTo>
                  <a:pt x="1204" y="11"/>
                </a:lnTo>
                <a:lnTo>
                  <a:pt x="1204" y="10"/>
                </a:lnTo>
                <a:lnTo>
                  <a:pt x="1204" y="9"/>
                </a:lnTo>
                <a:lnTo>
                  <a:pt x="1204" y="8"/>
                </a:lnTo>
                <a:lnTo>
                  <a:pt x="1205" y="7"/>
                </a:lnTo>
                <a:lnTo>
                  <a:pt x="1206" y="7"/>
                </a:lnTo>
                <a:lnTo>
                  <a:pt x="1207" y="6"/>
                </a:lnTo>
                <a:lnTo>
                  <a:pt x="1208" y="5"/>
                </a:lnTo>
                <a:lnTo>
                  <a:pt x="1210" y="5"/>
                </a:lnTo>
                <a:lnTo>
                  <a:pt x="1211" y="5"/>
                </a:lnTo>
                <a:lnTo>
                  <a:pt x="1212" y="5"/>
                </a:lnTo>
                <a:lnTo>
                  <a:pt x="1214" y="5"/>
                </a:lnTo>
                <a:lnTo>
                  <a:pt x="1215" y="5"/>
                </a:lnTo>
                <a:lnTo>
                  <a:pt x="1216" y="5"/>
                </a:lnTo>
                <a:lnTo>
                  <a:pt x="1217" y="4"/>
                </a:lnTo>
                <a:lnTo>
                  <a:pt x="1218" y="4"/>
                </a:lnTo>
                <a:lnTo>
                  <a:pt x="1219" y="4"/>
                </a:lnTo>
                <a:lnTo>
                  <a:pt x="1221" y="5"/>
                </a:lnTo>
                <a:lnTo>
                  <a:pt x="1222" y="5"/>
                </a:lnTo>
                <a:lnTo>
                  <a:pt x="1223" y="5"/>
                </a:lnTo>
                <a:lnTo>
                  <a:pt x="1225" y="5"/>
                </a:lnTo>
                <a:lnTo>
                  <a:pt x="1227" y="4"/>
                </a:lnTo>
                <a:lnTo>
                  <a:pt x="1227" y="3"/>
                </a:lnTo>
                <a:lnTo>
                  <a:pt x="1228" y="3"/>
                </a:lnTo>
                <a:lnTo>
                  <a:pt x="1230" y="3"/>
                </a:lnTo>
                <a:lnTo>
                  <a:pt x="1232" y="4"/>
                </a:lnTo>
                <a:lnTo>
                  <a:pt x="1236" y="4"/>
                </a:lnTo>
                <a:lnTo>
                  <a:pt x="1236" y="5"/>
                </a:lnTo>
                <a:lnTo>
                  <a:pt x="1239" y="7"/>
                </a:lnTo>
                <a:lnTo>
                  <a:pt x="1243" y="7"/>
                </a:lnTo>
                <a:lnTo>
                  <a:pt x="1244" y="6"/>
                </a:lnTo>
                <a:lnTo>
                  <a:pt x="1246" y="8"/>
                </a:lnTo>
                <a:lnTo>
                  <a:pt x="1248" y="8"/>
                </a:lnTo>
                <a:lnTo>
                  <a:pt x="1251" y="8"/>
                </a:lnTo>
                <a:lnTo>
                  <a:pt x="1252" y="9"/>
                </a:lnTo>
                <a:lnTo>
                  <a:pt x="1253" y="9"/>
                </a:lnTo>
                <a:lnTo>
                  <a:pt x="1254" y="10"/>
                </a:lnTo>
                <a:lnTo>
                  <a:pt x="1255" y="11"/>
                </a:lnTo>
                <a:lnTo>
                  <a:pt x="1257" y="11"/>
                </a:lnTo>
                <a:lnTo>
                  <a:pt x="1258" y="11"/>
                </a:lnTo>
                <a:lnTo>
                  <a:pt x="1260" y="10"/>
                </a:lnTo>
                <a:lnTo>
                  <a:pt x="1261" y="10"/>
                </a:lnTo>
                <a:lnTo>
                  <a:pt x="1263" y="9"/>
                </a:lnTo>
                <a:lnTo>
                  <a:pt x="1264" y="8"/>
                </a:lnTo>
                <a:lnTo>
                  <a:pt x="1263" y="7"/>
                </a:lnTo>
                <a:lnTo>
                  <a:pt x="1262" y="5"/>
                </a:lnTo>
                <a:lnTo>
                  <a:pt x="1263" y="4"/>
                </a:lnTo>
                <a:lnTo>
                  <a:pt x="1266" y="4"/>
                </a:lnTo>
                <a:lnTo>
                  <a:pt x="1268" y="4"/>
                </a:lnTo>
                <a:lnTo>
                  <a:pt x="1269" y="4"/>
                </a:lnTo>
                <a:lnTo>
                  <a:pt x="1271" y="3"/>
                </a:lnTo>
                <a:lnTo>
                  <a:pt x="1272" y="3"/>
                </a:lnTo>
                <a:lnTo>
                  <a:pt x="1273" y="3"/>
                </a:lnTo>
                <a:lnTo>
                  <a:pt x="1274" y="3"/>
                </a:lnTo>
                <a:lnTo>
                  <a:pt x="1275" y="3"/>
                </a:lnTo>
                <a:lnTo>
                  <a:pt x="1276" y="3"/>
                </a:lnTo>
                <a:lnTo>
                  <a:pt x="1278" y="3"/>
                </a:lnTo>
                <a:lnTo>
                  <a:pt x="1279" y="3"/>
                </a:lnTo>
                <a:lnTo>
                  <a:pt x="1279" y="2"/>
                </a:lnTo>
                <a:lnTo>
                  <a:pt x="1280" y="1"/>
                </a:lnTo>
                <a:lnTo>
                  <a:pt x="1281" y="1"/>
                </a:lnTo>
                <a:lnTo>
                  <a:pt x="1282" y="0"/>
                </a:lnTo>
                <a:lnTo>
                  <a:pt x="1284" y="0"/>
                </a:lnTo>
                <a:lnTo>
                  <a:pt x="1286" y="1"/>
                </a:lnTo>
                <a:lnTo>
                  <a:pt x="1287" y="1"/>
                </a:lnTo>
                <a:lnTo>
                  <a:pt x="1288" y="1"/>
                </a:lnTo>
                <a:lnTo>
                  <a:pt x="1288" y="0"/>
                </a:lnTo>
                <a:lnTo>
                  <a:pt x="1289" y="0"/>
                </a:lnTo>
                <a:lnTo>
                  <a:pt x="1290" y="0"/>
                </a:lnTo>
                <a:lnTo>
                  <a:pt x="1292" y="1"/>
                </a:lnTo>
                <a:lnTo>
                  <a:pt x="1291" y="3"/>
                </a:lnTo>
                <a:lnTo>
                  <a:pt x="1292" y="3"/>
                </a:lnTo>
                <a:lnTo>
                  <a:pt x="1292" y="4"/>
                </a:lnTo>
                <a:lnTo>
                  <a:pt x="1293" y="4"/>
                </a:lnTo>
                <a:lnTo>
                  <a:pt x="1294" y="4"/>
                </a:lnTo>
                <a:lnTo>
                  <a:pt x="1295" y="5"/>
                </a:lnTo>
                <a:lnTo>
                  <a:pt x="1295" y="6"/>
                </a:lnTo>
                <a:lnTo>
                  <a:pt x="1296" y="7"/>
                </a:lnTo>
                <a:lnTo>
                  <a:pt x="1296" y="8"/>
                </a:lnTo>
                <a:lnTo>
                  <a:pt x="1295" y="8"/>
                </a:lnTo>
                <a:lnTo>
                  <a:pt x="1294" y="9"/>
                </a:lnTo>
                <a:lnTo>
                  <a:pt x="1294" y="10"/>
                </a:lnTo>
                <a:lnTo>
                  <a:pt x="1295" y="11"/>
                </a:lnTo>
                <a:lnTo>
                  <a:pt x="1294" y="12"/>
                </a:lnTo>
                <a:lnTo>
                  <a:pt x="1293" y="13"/>
                </a:lnTo>
                <a:lnTo>
                  <a:pt x="1293" y="14"/>
                </a:lnTo>
                <a:lnTo>
                  <a:pt x="1293" y="15"/>
                </a:lnTo>
                <a:lnTo>
                  <a:pt x="1294" y="15"/>
                </a:lnTo>
                <a:lnTo>
                  <a:pt x="1295" y="15"/>
                </a:lnTo>
                <a:lnTo>
                  <a:pt x="1296" y="15"/>
                </a:lnTo>
                <a:lnTo>
                  <a:pt x="1297" y="16"/>
                </a:lnTo>
                <a:lnTo>
                  <a:pt x="1297" y="17"/>
                </a:lnTo>
                <a:lnTo>
                  <a:pt x="1297" y="18"/>
                </a:lnTo>
                <a:lnTo>
                  <a:pt x="1297" y="19"/>
                </a:lnTo>
                <a:lnTo>
                  <a:pt x="1298" y="19"/>
                </a:lnTo>
                <a:lnTo>
                  <a:pt x="1298" y="20"/>
                </a:lnTo>
                <a:lnTo>
                  <a:pt x="1299" y="20"/>
                </a:lnTo>
                <a:lnTo>
                  <a:pt x="1300" y="21"/>
                </a:lnTo>
                <a:lnTo>
                  <a:pt x="1299" y="21"/>
                </a:lnTo>
                <a:lnTo>
                  <a:pt x="1298" y="21"/>
                </a:lnTo>
                <a:lnTo>
                  <a:pt x="1298" y="22"/>
                </a:lnTo>
                <a:lnTo>
                  <a:pt x="1297" y="22"/>
                </a:lnTo>
                <a:lnTo>
                  <a:pt x="1296" y="22"/>
                </a:lnTo>
                <a:lnTo>
                  <a:pt x="1296" y="23"/>
                </a:lnTo>
                <a:lnTo>
                  <a:pt x="1296" y="24"/>
                </a:lnTo>
                <a:lnTo>
                  <a:pt x="1295" y="25"/>
                </a:lnTo>
                <a:lnTo>
                  <a:pt x="1294" y="24"/>
                </a:lnTo>
                <a:lnTo>
                  <a:pt x="1292" y="24"/>
                </a:lnTo>
                <a:lnTo>
                  <a:pt x="1291" y="24"/>
                </a:lnTo>
                <a:lnTo>
                  <a:pt x="1291" y="25"/>
                </a:lnTo>
                <a:lnTo>
                  <a:pt x="1290" y="26"/>
                </a:lnTo>
                <a:lnTo>
                  <a:pt x="1289" y="26"/>
                </a:lnTo>
                <a:lnTo>
                  <a:pt x="1288" y="26"/>
                </a:lnTo>
                <a:lnTo>
                  <a:pt x="1287" y="26"/>
                </a:lnTo>
                <a:lnTo>
                  <a:pt x="1286" y="26"/>
                </a:lnTo>
                <a:lnTo>
                  <a:pt x="1286" y="27"/>
                </a:lnTo>
                <a:lnTo>
                  <a:pt x="1286" y="28"/>
                </a:lnTo>
                <a:lnTo>
                  <a:pt x="1284" y="31"/>
                </a:lnTo>
                <a:lnTo>
                  <a:pt x="1284" y="32"/>
                </a:lnTo>
                <a:lnTo>
                  <a:pt x="1285" y="32"/>
                </a:lnTo>
                <a:lnTo>
                  <a:pt x="1286" y="32"/>
                </a:lnTo>
                <a:lnTo>
                  <a:pt x="1287" y="32"/>
                </a:lnTo>
                <a:lnTo>
                  <a:pt x="1288" y="32"/>
                </a:lnTo>
                <a:lnTo>
                  <a:pt x="1289" y="32"/>
                </a:lnTo>
                <a:lnTo>
                  <a:pt x="1289" y="33"/>
                </a:lnTo>
                <a:lnTo>
                  <a:pt x="1289" y="34"/>
                </a:lnTo>
                <a:lnTo>
                  <a:pt x="1289" y="35"/>
                </a:lnTo>
                <a:lnTo>
                  <a:pt x="1291" y="35"/>
                </a:lnTo>
                <a:lnTo>
                  <a:pt x="1292" y="36"/>
                </a:lnTo>
                <a:lnTo>
                  <a:pt x="1292" y="37"/>
                </a:lnTo>
                <a:lnTo>
                  <a:pt x="1291" y="37"/>
                </a:lnTo>
                <a:lnTo>
                  <a:pt x="1290" y="37"/>
                </a:lnTo>
                <a:lnTo>
                  <a:pt x="1291" y="38"/>
                </a:lnTo>
                <a:lnTo>
                  <a:pt x="1292" y="39"/>
                </a:lnTo>
                <a:lnTo>
                  <a:pt x="1293" y="39"/>
                </a:lnTo>
                <a:lnTo>
                  <a:pt x="1295" y="39"/>
                </a:lnTo>
                <a:lnTo>
                  <a:pt x="1296" y="39"/>
                </a:lnTo>
                <a:lnTo>
                  <a:pt x="1298" y="41"/>
                </a:lnTo>
                <a:lnTo>
                  <a:pt x="1300" y="42"/>
                </a:lnTo>
                <a:lnTo>
                  <a:pt x="1301" y="43"/>
                </a:lnTo>
                <a:lnTo>
                  <a:pt x="1302" y="44"/>
                </a:lnTo>
                <a:lnTo>
                  <a:pt x="1303" y="44"/>
                </a:lnTo>
                <a:lnTo>
                  <a:pt x="1303" y="43"/>
                </a:lnTo>
                <a:lnTo>
                  <a:pt x="1304" y="42"/>
                </a:lnTo>
                <a:lnTo>
                  <a:pt x="1305" y="42"/>
                </a:lnTo>
                <a:lnTo>
                  <a:pt x="1306" y="42"/>
                </a:lnTo>
                <a:lnTo>
                  <a:pt x="1308" y="43"/>
                </a:lnTo>
                <a:lnTo>
                  <a:pt x="1310" y="44"/>
                </a:lnTo>
                <a:lnTo>
                  <a:pt x="1311" y="45"/>
                </a:lnTo>
                <a:lnTo>
                  <a:pt x="1312" y="46"/>
                </a:lnTo>
                <a:lnTo>
                  <a:pt x="1313" y="46"/>
                </a:lnTo>
                <a:lnTo>
                  <a:pt x="1313" y="48"/>
                </a:lnTo>
                <a:lnTo>
                  <a:pt x="1314" y="48"/>
                </a:lnTo>
                <a:lnTo>
                  <a:pt x="1315" y="48"/>
                </a:lnTo>
                <a:lnTo>
                  <a:pt x="1316" y="48"/>
                </a:lnTo>
                <a:lnTo>
                  <a:pt x="1317" y="48"/>
                </a:lnTo>
                <a:lnTo>
                  <a:pt x="1316" y="49"/>
                </a:lnTo>
                <a:lnTo>
                  <a:pt x="1315" y="51"/>
                </a:lnTo>
                <a:lnTo>
                  <a:pt x="1314" y="52"/>
                </a:lnTo>
                <a:lnTo>
                  <a:pt x="1313" y="52"/>
                </a:lnTo>
                <a:lnTo>
                  <a:pt x="1313" y="53"/>
                </a:lnTo>
                <a:lnTo>
                  <a:pt x="1311" y="54"/>
                </a:lnTo>
                <a:lnTo>
                  <a:pt x="1310" y="54"/>
                </a:lnTo>
                <a:lnTo>
                  <a:pt x="1310" y="55"/>
                </a:lnTo>
                <a:lnTo>
                  <a:pt x="1310" y="56"/>
                </a:lnTo>
                <a:lnTo>
                  <a:pt x="1311" y="56"/>
                </a:lnTo>
                <a:lnTo>
                  <a:pt x="1310" y="57"/>
                </a:lnTo>
                <a:lnTo>
                  <a:pt x="1309" y="57"/>
                </a:lnTo>
                <a:lnTo>
                  <a:pt x="1308" y="58"/>
                </a:lnTo>
                <a:lnTo>
                  <a:pt x="1306" y="59"/>
                </a:lnTo>
                <a:lnTo>
                  <a:pt x="1305" y="59"/>
                </a:lnTo>
                <a:lnTo>
                  <a:pt x="1304" y="60"/>
                </a:lnTo>
                <a:lnTo>
                  <a:pt x="1305" y="61"/>
                </a:lnTo>
                <a:lnTo>
                  <a:pt x="1305" y="62"/>
                </a:lnTo>
                <a:lnTo>
                  <a:pt x="1306" y="62"/>
                </a:lnTo>
                <a:lnTo>
                  <a:pt x="1306" y="63"/>
                </a:lnTo>
                <a:lnTo>
                  <a:pt x="1307" y="63"/>
                </a:lnTo>
                <a:lnTo>
                  <a:pt x="1308" y="63"/>
                </a:lnTo>
                <a:lnTo>
                  <a:pt x="1310" y="64"/>
                </a:lnTo>
                <a:lnTo>
                  <a:pt x="1311" y="65"/>
                </a:lnTo>
                <a:lnTo>
                  <a:pt x="1312" y="65"/>
                </a:lnTo>
                <a:lnTo>
                  <a:pt x="1313" y="65"/>
                </a:lnTo>
                <a:lnTo>
                  <a:pt x="1314" y="65"/>
                </a:lnTo>
                <a:lnTo>
                  <a:pt x="1315" y="65"/>
                </a:lnTo>
                <a:lnTo>
                  <a:pt x="1317" y="65"/>
                </a:lnTo>
                <a:lnTo>
                  <a:pt x="1318" y="65"/>
                </a:lnTo>
                <a:lnTo>
                  <a:pt x="1318" y="66"/>
                </a:lnTo>
                <a:lnTo>
                  <a:pt x="1318" y="67"/>
                </a:lnTo>
                <a:lnTo>
                  <a:pt x="1319" y="67"/>
                </a:lnTo>
                <a:lnTo>
                  <a:pt x="1319" y="68"/>
                </a:lnTo>
                <a:lnTo>
                  <a:pt x="1320" y="67"/>
                </a:lnTo>
                <a:lnTo>
                  <a:pt x="1321" y="67"/>
                </a:lnTo>
                <a:lnTo>
                  <a:pt x="1324" y="69"/>
                </a:lnTo>
                <a:lnTo>
                  <a:pt x="1325" y="70"/>
                </a:lnTo>
                <a:lnTo>
                  <a:pt x="1326" y="71"/>
                </a:lnTo>
                <a:lnTo>
                  <a:pt x="1327" y="70"/>
                </a:lnTo>
                <a:lnTo>
                  <a:pt x="1328" y="70"/>
                </a:lnTo>
                <a:lnTo>
                  <a:pt x="1329" y="70"/>
                </a:lnTo>
                <a:lnTo>
                  <a:pt x="1330" y="70"/>
                </a:lnTo>
                <a:lnTo>
                  <a:pt x="1332" y="71"/>
                </a:lnTo>
                <a:lnTo>
                  <a:pt x="1335" y="72"/>
                </a:lnTo>
                <a:lnTo>
                  <a:pt x="1336" y="72"/>
                </a:lnTo>
                <a:lnTo>
                  <a:pt x="1338" y="73"/>
                </a:lnTo>
                <a:lnTo>
                  <a:pt x="1340" y="74"/>
                </a:lnTo>
                <a:lnTo>
                  <a:pt x="1340" y="75"/>
                </a:lnTo>
                <a:lnTo>
                  <a:pt x="1340" y="76"/>
                </a:lnTo>
                <a:lnTo>
                  <a:pt x="1340" y="77"/>
                </a:lnTo>
                <a:lnTo>
                  <a:pt x="1341" y="77"/>
                </a:lnTo>
                <a:lnTo>
                  <a:pt x="1342" y="78"/>
                </a:lnTo>
                <a:lnTo>
                  <a:pt x="1344" y="79"/>
                </a:lnTo>
                <a:lnTo>
                  <a:pt x="1346" y="79"/>
                </a:lnTo>
                <a:lnTo>
                  <a:pt x="1347" y="80"/>
                </a:lnTo>
                <a:lnTo>
                  <a:pt x="1347" y="81"/>
                </a:lnTo>
                <a:lnTo>
                  <a:pt x="1348" y="81"/>
                </a:lnTo>
                <a:lnTo>
                  <a:pt x="1349" y="81"/>
                </a:lnTo>
                <a:lnTo>
                  <a:pt x="1351" y="80"/>
                </a:lnTo>
                <a:lnTo>
                  <a:pt x="1352" y="79"/>
                </a:lnTo>
                <a:lnTo>
                  <a:pt x="1353" y="79"/>
                </a:lnTo>
                <a:lnTo>
                  <a:pt x="1354" y="79"/>
                </a:lnTo>
                <a:lnTo>
                  <a:pt x="1355" y="80"/>
                </a:lnTo>
                <a:lnTo>
                  <a:pt x="1355" y="81"/>
                </a:lnTo>
                <a:lnTo>
                  <a:pt x="1355" y="82"/>
                </a:lnTo>
                <a:lnTo>
                  <a:pt x="1355" y="83"/>
                </a:lnTo>
                <a:lnTo>
                  <a:pt x="1356" y="83"/>
                </a:lnTo>
                <a:lnTo>
                  <a:pt x="1356" y="84"/>
                </a:lnTo>
                <a:lnTo>
                  <a:pt x="1358" y="84"/>
                </a:lnTo>
                <a:lnTo>
                  <a:pt x="1359" y="83"/>
                </a:lnTo>
                <a:lnTo>
                  <a:pt x="1359" y="84"/>
                </a:lnTo>
                <a:lnTo>
                  <a:pt x="1359" y="85"/>
                </a:lnTo>
                <a:lnTo>
                  <a:pt x="1360" y="85"/>
                </a:lnTo>
                <a:lnTo>
                  <a:pt x="1360" y="86"/>
                </a:lnTo>
                <a:lnTo>
                  <a:pt x="1362" y="86"/>
                </a:lnTo>
                <a:lnTo>
                  <a:pt x="1362" y="87"/>
                </a:lnTo>
                <a:lnTo>
                  <a:pt x="1363" y="87"/>
                </a:lnTo>
                <a:lnTo>
                  <a:pt x="1362" y="88"/>
                </a:lnTo>
                <a:lnTo>
                  <a:pt x="1360" y="90"/>
                </a:lnTo>
                <a:lnTo>
                  <a:pt x="1360" y="91"/>
                </a:lnTo>
                <a:lnTo>
                  <a:pt x="1360" y="92"/>
                </a:lnTo>
                <a:lnTo>
                  <a:pt x="1359" y="92"/>
                </a:lnTo>
                <a:lnTo>
                  <a:pt x="1360" y="93"/>
                </a:lnTo>
                <a:lnTo>
                  <a:pt x="1361" y="94"/>
                </a:lnTo>
                <a:lnTo>
                  <a:pt x="1361" y="95"/>
                </a:lnTo>
                <a:lnTo>
                  <a:pt x="1362" y="96"/>
                </a:lnTo>
                <a:lnTo>
                  <a:pt x="1362" y="98"/>
                </a:lnTo>
                <a:lnTo>
                  <a:pt x="1362" y="99"/>
                </a:lnTo>
                <a:lnTo>
                  <a:pt x="1363" y="99"/>
                </a:lnTo>
                <a:lnTo>
                  <a:pt x="1364" y="100"/>
                </a:lnTo>
                <a:lnTo>
                  <a:pt x="1365" y="100"/>
                </a:lnTo>
                <a:lnTo>
                  <a:pt x="1365" y="101"/>
                </a:lnTo>
                <a:lnTo>
                  <a:pt x="1365" y="102"/>
                </a:lnTo>
                <a:lnTo>
                  <a:pt x="1366" y="103"/>
                </a:lnTo>
                <a:lnTo>
                  <a:pt x="1367" y="103"/>
                </a:lnTo>
                <a:lnTo>
                  <a:pt x="1369" y="103"/>
                </a:lnTo>
                <a:lnTo>
                  <a:pt x="1370" y="103"/>
                </a:lnTo>
                <a:lnTo>
                  <a:pt x="1371" y="103"/>
                </a:lnTo>
                <a:lnTo>
                  <a:pt x="1372" y="103"/>
                </a:lnTo>
                <a:lnTo>
                  <a:pt x="1373" y="104"/>
                </a:lnTo>
                <a:lnTo>
                  <a:pt x="1373" y="105"/>
                </a:lnTo>
                <a:lnTo>
                  <a:pt x="1375" y="105"/>
                </a:lnTo>
                <a:lnTo>
                  <a:pt x="1376" y="106"/>
                </a:lnTo>
                <a:lnTo>
                  <a:pt x="1377" y="106"/>
                </a:lnTo>
                <a:lnTo>
                  <a:pt x="1377" y="107"/>
                </a:lnTo>
                <a:lnTo>
                  <a:pt x="1378" y="107"/>
                </a:lnTo>
                <a:lnTo>
                  <a:pt x="1379" y="107"/>
                </a:lnTo>
                <a:lnTo>
                  <a:pt x="1380" y="108"/>
                </a:lnTo>
                <a:lnTo>
                  <a:pt x="1381" y="108"/>
                </a:lnTo>
                <a:lnTo>
                  <a:pt x="1381" y="110"/>
                </a:lnTo>
                <a:lnTo>
                  <a:pt x="1382" y="110"/>
                </a:lnTo>
                <a:lnTo>
                  <a:pt x="1383" y="110"/>
                </a:lnTo>
                <a:lnTo>
                  <a:pt x="1384" y="110"/>
                </a:lnTo>
                <a:lnTo>
                  <a:pt x="1387" y="110"/>
                </a:lnTo>
                <a:lnTo>
                  <a:pt x="1389" y="110"/>
                </a:lnTo>
                <a:lnTo>
                  <a:pt x="1390" y="110"/>
                </a:lnTo>
                <a:lnTo>
                  <a:pt x="1392" y="110"/>
                </a:lnTo>
                <a:lnTo>
                  <a:pt x="1393" y="111"/>
                </a:lnTo>
                <a:lnTo>
                  <a:pt x="1393" y="112"/>
                </a:lnTo>
                <a:lnTo>
                  <a:pt x="1394" y="112"/>
                </a:lnTo>
                <a:lnTo>
                  <a:pt x="1397" y="114"/>
                </a:lnTo>
                <a:lnTo>
                  <a:pt x="1399" y="115"/>
                </a:lnTo>
                <a:lnTo>
                  <a:pt x="1401" y="117"/>
                </a:lnTo>
                <a:lnTo>
                  <a:pt x="1401" y="118"/>
                </a:lnTo>
                <a:lnTo>
                  <a:pt x="1401" y="119"/>
                </a:lnTo>
                <a:lnTo>
                  <a:pt x="1402" y="120"/>
                </a:lnTo>
                <a:lnTo>
                  <a:pt x="1403" y="120"/>
                </a:lnTo>
                <a:lnTo>
                  <a:pt x="1403" y="121"/>
                </a:lnTo>
                <a:lnTo>
                  <a:pt x="1403" y="122"/>
                </a:lnTo>
                <a:lnTo>
                  <a:pt x="1404" y="122"/>
                </a:lnTo>
                <a:lnTo>
                  <a:pt x="1405" y="122"/>
                </a:lnTo>
                <a:lnTo>
                  <a:pt x="1407" y="123"/>
                </a:lnTo>
                <a:lnTo>
                  <a:pt x="1409" y="122"/>
                </a:lnTo>
                <a:lnTo>
                  <a:pt x="1411" y="122"/>
                </a:lnTo>
                <a:lnTo>
                  <a:pt x="1412" y="122"/>
                </a:lnTo>
                <a:lnTo>
                  <a:pt x="1413" y="122"/>
                </a:lnTo>
                <a:lnTo>
                  <a:pt x="1414" y="122"/>
                </a:lnTo>
                <a:lnTo>
                  <a:pt x="1416" y="123"/>
                </a:lnTo>
                <a:lnTo>
                  <a:pt x="1417" y="123"/>
                </a:lnTo>
                <a:lnTo>
                  <a:pt x="1418" y="123"/>
                </a:lnTo>
                <a:lnTo>
                  <a:pt x="1420" y="123"/>
                </a:lnTo>
                <a:lnTo>
                  <a:pt x="1420" y="122"/>
                </a:lnTo>
                <a:lnTo>
                  <a:pt x="1421" y="122"/>
                </a:lnTo>
                <a:lnTo>
                  <a:pt x="1422" y="122"/>
                </a:lnTo>
                <a:lnTo>
                  <a:pt x="1423" y="122"/>
                </a:lnTo>
                <a:lnTo>
                  <a:pt x="1424" y="121"/>
                </a:lnTo>
                <a:lnTo>
                  <a:pt x="1424" y="119"/>
                </a:lnTo>
                <a:lnTo>
                  <a:pt x="1425" y="119"/>
                </a:lnTo>
                <a:lnTo>
                  <a:pt x="1428" y="118"/>
                </a:lnTo>
                <a:lnTo>
                  <a:pt x="1429" y="118"/>
                </a:lnTo>
                <a:lnTo>
                  <a:pt x="1431" y="118"/>
                </a:lnTo>
                <a:lnTo>
                  <a:pt x="1432" y="116"/>
                </a:lnTo>
                <a:lnTo>
                  <a:pt x="1433" y="117"/>
                </a:lnTo>
                <a:lnTo>
                  <a:pt x="1434" y="117"/>
                </a:lnTo>
                <a:lnTo>
                  <a:pt x="1438" y="118"/>
                </a:lnTo>
                <a:lnTo>
                  <a:pt x="1440" y="118"/>
                </a:lnTo>
                <a:lnTo>
                  <a:pt x="1441" y="118"/>
                </a:lnTo>
                <a:lnTo>
                  <a:pt x="1442" y="118"/>
                </a:lnTo>
                <a:lnTo>
                  <a:pt x="1445" y="117"/>
                </a:lnTo>
                <a:lnTo>
                  <a:pt x="1447" y="117"/>
                </a:lnTo>
                <a:lnTo>
                  <a:pt x="1449" y="117"/>
                </a:lnTo>
                <a:lnTo>
                  <a:pt x="1450" y="118"/>
                </a:lnTo>
                <a:lnTo>
                  <a:pt x="1451" y="119"/>
                </a:lnTo>
                <a:lnTo>
                  <a:pt x="1452" y="120"/>
                </a:lnTo>
                <a:lnTo>
                  <a:pt x="1451" y="121"/>
                </a:lnTo>
                <a:lnTo>
                  <a:pt x="1451" y="122"/>
                </a:lnTo>
                <a:lnTo>
                  <a:pt x="1451" y="123"/>
                </a:lnTo>
                <a:lnTo>
                  <a:pt x="1451" y="124"/>
                </a:lnTo>
                <a:lnTo>
                  <a:pt x="1452" y="125"/>
                </a:lnTo>
                <a:lnTo>
                  <a:pt x="1453" y="126"/>
                </a:lnTo>
                <a:lnTo>
                  <a:pt x="1455" y="126"/>
                </a:lnTo>
                <a:lnTo>
                  <a:pt x="1456" y="127"/>
                </a:lnTo>
                <a:lnTo>
                  <a:pt x="1456" y="129"/>
                </a:lnTo>
                <a:lnTo>
                  <a:pt x="1456" y="130"/>
                </a:lnTo>
                <a:lnTo>
                  <a:pt x="1457" y="130"/>
                </a:lnTo>
                <a:lnTo>
                  <a:pt x="1459" y="131"/>
                </a:lnTo>
                <a:lnTo>
                  <a:pt x="1460" y="131"/>
                </a:lnTo>
                <a:lnTo>
                  <a:pt x="1462" y="131"/>
                </a:lnTo>
                <a:lnTo>
                  <a:pt x="1463" y="131"/>
                </a:lnTo>
                <a:lnTo>
                  <a:pt x="1465" y="132"/>
                </a:lnTo>
                <a:lnTo>
                  <a:pt x="1465" y="133"/>
                </a:lnTo>
                <a:lnTo>
                  <a:pt x="1465" y="134"/>
                </a:lnTo>
                <a:lnTo>
                  <a:pt x="1465" y="135"/>
                </a:lnTo>
                <a:lnTo>
                  <a:pt x="1466" y="136"/>
                </a:lnTo>
                <a:lnTo>
                  <a:pt x="1466" y="137"/>
                </a:lnTo>
                <a:lnTo>
                  <a:pt x="1466" y="138"/>
                </a:lnTo>
                <a:lnTo>
                  <a:pt x="1467" y="138"/>
                </a:lnTo>
                <a:lnTo>
                  <a:pt x="1468" y="138"/>
                </a:lnTo>
                <a:lnTo>
                  <a:pt x="1470" y="138"/>
                </a:lnTo>
                <a:lnTo>
                  <a:pt x="1471" y="138"/>
                </a:lnTo>
                <a:lnTo>
                  <a:pt x="1472" y="138"/>
                </a:lnTo>
                <a:lnTo>
                  <a:pt x="1474" y="138"/>
                </a:lnTo>
                <a:lnTo>
                  <a:pt x="1476" y="138"/>
                </a:lnTo>
                <a:lnTo>
                  <a:pt x="1477" y="138"/>
                </a:lnTo>
                <a:lnTo>
                  <a:pt x="1478" y="138"/>
                </a:lnTo>
                <a:lnTo>
                  <a:pt x="1480" y="138"/>
                </a:lnTo>
                <a:lnTo>
                  <a:pt x="1482" y="138"/>
                </a:lnTo>
                <a:lnTo>
                  <a:pt x="1483" y="138"/>
                </a:lnTo>
                <a:lnTo>
                  <a:pt x="1484" y="138"/>
                </a:lnTo>
                <a:lnTo>
                  <a:pt x="1484" y="136"/>
                </a:lnTo>
                <a:lnTo>
                  <a:pt x="1484" y="135"/>
                </a:lnTo>
                <a:lnTo>
                  <a:pt x="1484" y="133"/>
                </a:lnTo>
                <a:lnTo>
                  <a:pt x="1485" y="133"/>
                </a:lnTo>
                <a:lnTo>
                  <a:pt x="1487" y="133"/>
                </a:lnTo>
                <a:lnTo>
                  <a:pt x="1488" y="133"/>
                </a:lnTo>
                <a:lnTo>
                  <a:pt x="1489" y="133"/>
                </a:lnTo>
                <a:lnTo>
                  <a:pt x="1490" y="134"/>
                </a:lnTo>
                <a:lnTo>
                  <a:pt x="1491" y="134"/>
                </a:lnTo>
                <a:lnTo>
                  <a:pt x="1492" y="134"/>
                </a:lnTo>
                <a:lnTo>
                  <a:pt x="1493" y="134"/>
                </a:lnTo>
                <a:lnTo>
                  <a:pt x="1494" y="133"/>
                </a:lnTo>
                <a:lnTo>
                  <a:pt x="1495" y="134"/>
                </a:lnTo>
                <a:lnTo>
                  <a:pt x="1496" y="134"/>
                </a:lnTo>
                <a:lnTo>
                  <a:pt x="1496" y="135"/>
                </a:lnTo>
                <a:lnTo>
                  <a:pt x="1495" y="137"/>
                </a:lnTo>
                <a:lnTo>
                  <a:pt x="1495" y="138"/>
                </a:lnTo>
                <a:lnTo>
                  <a:pt x="1495" y="139"/>
                </a:lnTo>
                <a:lnTo>
                  <a:pt x="1495" y="141"/>
                </a:lnTo>
                <a:lnTo>
                  <a:pt x="1495" y="142"/>
                </a:lnTo>
                <a:lnTo>
                  <a:pt x="1495" y="143"/>
                </a:lnTo>
                <a:lnTo>
                  <a:pt x="1496" y="144"/>
                </a:lnTo>
                <a:lnTo>
                  <a:pt x="1496" y="145"/>
                </a:lnTo>
                <a:lnTo>
                  <a:pt x="1497" y="146"/>
                </a:lnTo>
                <a:lnTo>
                  <a:pt x="1498" y="147"/>
                </a:lnTo>
                <a:lnTo>
                  <a:pt x="1500" y="149"/>
                </a:lnTo>
                <a:lnTo>
                  <a:pt x="1501" y="150"/>
                </a:lnTo>
                <a:lnTo>
                  <a:pt x="1504" y="149"/>
                </a:lnTo>
                <a:lnTo>
                  <a:pt x="1506" y="149"/>
                </a:lnTo>
                <a:lnTo>
                  <a:pt x="1506" y="150"/>
                </a:lnTo>
                <a:lnTo>
                  <a:pt x="1507" y="151"/>
                </a:lnTo>
                <a:lnTo>
                  <a:pt x="1508" y="151"/>
                </a:lnTo>
                <a:lnTo>
                  <a:pt x="1509" y="152"/>
                </a:lnTo>
                <a:lnTo>
                  <a:pt x="1509" y="151"/>
                </a:lnTo>
                <a:lnTo>
                  <a:pt x="1510" y="151"/>
                </a:lnTo>
                <a:lnTo>
                  <a:pt x="1511" y="151"/>
                </a:lnTo>
                <a:lnTo>
                  <a:pt x="1512" y="152"/>
                </a:lnTo>
                <a:lnTo>
                  <a:pt x="1515" y="153"/>
                </a:lnTo>
                <a:lnTo>
                  <a:pt x="1517" y="154"/>
                </a:lnTo>
                <a:lnTo>
                  <a:pt x="1520" y="155"/>
                </a:lnTo>
                <a:lnTo>
                  <a:pt x="1521" y="156"/>
                </a:lnTo>
                <a:lnTo>
                  <a:pt x="1522" y="157"/>
                </a:lnTo>
                <a:lnTo>
                  <a:pt x="1523" y="157"/>
                </a:lnTo>
                <a:lnTo>
                  <a:pt x="1523" y="158"/>
                </a:lnTo>
                <a:lnTo>
                  <a:pt x="1521" y="157"/>
                </a:lnTo>
                <a:lnTo>
                  <a:pt x="1520" y="157"/>
                </a:lnTo>
                <a:lnTo>
                  <a:pt x="1520" y="158"/>
                </a:lnTo>
                <a:lnTo>
                  <a:pt x="1519" y="158"/>
                </a:lnTo>
                <a:lnTo>
                  <a:pt x="1519" y="159"/>
                </a:lnTo>
                <a:lnTo>
                  <a:pt x="1520" y="159"/>
                </a:lnTo>
                <a:lnTo>
                  <a:pt x="1520" y="160"/>
                </a:lnTo>
                <a:lnTo>
                  <a:pt x="1522" y="162"/>
                </a:lnTo>
                <a:lnTo>
                  <a:pt x="1523" y="164"/>
                </a:lnTo>
                <a:lnTo>
                  <a:pt x="1524" y="166"/>
                </a:lnTo>
                <a:lnTo>
                  <a:pt x="1524" y="167"/>
                </a:lnTo>
                <a:lnTo>
                  <a:pt x="1524" y="168"/>
                </a:lnTo>
                <a:lnTo>
                  <a:pt x="1525" y="168"/>
                </a:lnTo>
                <a:lnTo>
                  <a:pt x="1527" y="170"/>
                </a:lnTo>
                <a:lnTo>
                  <a:pt x="1529" y="171"/>
                </a:lnTo>
                <a:lnTo>
                  <a:pt x="1530" y="172"/>
                </a:lnTo>
                <a:lnTo>
                  <a:pt x="1530" y="174"/>
                </a:lnTo>
                <a:lnTo>
                  <a:pt x="1531" y="176"/>
                </a:lnTo>
                <a:lnTo>
                  <a:pt x="1531" y="177"/>
                </a:lnTo>
                <a:lnTo>
                  <a:pt x="1530" y="177"/>
                </a:lnTo>
                <a:lnTo>
                  <a:pt x="1530" y="178"/>
                </a:lnTo>
                <a:lnTo>
                  <a:pt x="1529" y="179"/>
                </a:lnTo>
                <a:lnTo>
                  <a:pt x="1530" y="180"/>
                </a:lnTo>
                <a:lnTo>
                  <a:pt x="1530" y="181"/>
                </a:lnTo>
                <a:lnTo>
                  <a:pt x="1530" y="182"/>
                </a:lnTo>
                <a:lnTo>
                  <a:pt x="1531" y="182"/>
                </a:lnTo>
                <a:lnTo>
                  <a:pt x="1533" y="182"/>
                </a:lnTo>
                <a:lnTo>
                  <a:pt x="1534" y="183"/>
                </a:lnTo>
                <a:lnTo>
                  <a:pt x="1535" y="183"/>
                </a:lnTo>
                <a:lnTo>
                  <a:pt x="1535" y="184"/>
                </a:lnTo>
                <a:lnTo>
                  <a:pt x="1535" y="185"/>
                </a:lnTo>
                <a:lnTo>
                  <a:pt x="1534" y="186"/>
                </a:lnTo>
                <a:lnTo>
                  <a:pt x="1533" y="187"/>
                </a:lnTo>
                <a:lnTo>
                  <a:pt x="1533" y="188"/>
                </a:lnTo>
                <a:lnTo>
                  <a:pt x="1534" y="189"/>
                </a:lnTo>
                <a:lnTo>
                  <a:pt x="1533" y="190"/>
                </a:lnTo>
                <a:lnTo>
                  <a:pt x="1532" y="190"/>
                </a:lnTo>
                <a:lnTo>
                  <a:pt x="1532" y="191"/>
                </a:lnTo>
                <a:lnTo>
                  <a:pt x="1534" y="193"/>
                </a:lnTo>
                <a:lnTo>
                  <a:pt x="1536" y="195"/>
                </a:lnTo>
                <a:lnTo>
                  <a:pt x="1537" y="198"/>
                </a:lnTo>
                <a:lnTo>
                  <a:pt x="1537" y="199"/>
                </a:lnTo>
                <a:lnTo>
                  <a:pt x="1538" y="200"/>
                </a:lnTo>
                <a:lnTo>
                  <a:pt x="1539" y="200"/>
                </a:lnTo>
                <a:lnTo>
                  <a:pt x="1539" y="201"/>
                </a:lnTo>
                <a:lnTo>
                  <a:pt x="1539" y="202"/>
                </a:lnTo>
                <a:lnTo>
                  <a:pt x="1541" y="204"/>
                </a:lnTo>
                <a:lnTo>
                  <a:pt x="1541" y="205"/>
                </a:lnTo>
                <a:lnTo>
                  <a:pt x="1542" y="206"/>
                </a:lnTo>
                <a:lnTo>
                  <a:pt x="1543" y="207"/>
                </a:lnTo>
                <a:lnTo>
                  <a:pt x="1544" y="207"/>
                </a:lnTo>
                <a:lnTo>
                  <a:pt x="1544" y="208"/>
                </a:lnTo>
                <a:lnTo>
                  <a:pt x="1545" y="209"/>
                </a:lnTo>
                <a:lnTo>
                  <a:pt x="1546" y="210"/>
                </a:lnTo>
                <a:lnTo>
                  <a:pt x="1547" y="210"/>
                </a:lnTo>
                <a:lnTo>
                  <a:pt x="1547" y="211"/>
                </a:lnTo>
                <a:lnTo>
                  <a:pt x="1547" y="212"/>
                </a:lnTo>
                <a:lnTo>
                  <a:pt x="1548" y="213"/>
                </a:lnTo>
                <a:lnTo>
                  <a:pt x="1548" y="214"/>
                </a:lnTo>
                <a:lnTo>
                  <a:pt x="1550" y="215"/>
                </a:lnTo>
                <a:lnTo>
                  <a:pt x="1550" y="216"/>
                </a:lnTo>
                <a:lnTo>
                  <a:pt x="1551" y="217"/>
                </a:lnTo>
                <a:lnTo>
                  <a:pt x="1552" y="218"/>
                </a:lnTo>
                <a:lnTo>
                  <a:pt x="1553" y="219"/>
                </a:lnTo>
                <a:lnTo>
                  <a:pt x="1554" y="221"/>
                </a:lnTo>
                <a:lnTo>
                  <a:pt x="1556" y="221"/>
                </a:lnTo>
                <a:lnTo>
                  <a:pt x="1556" y="222"/>
                </a:lnTo>
                <a:lnTo>
                  <a:pt x="1557" y="223"/>
                </a:lnTo>
                <a:lnTo>
                  <a:pt x="1557" y="224"/>
                </a:lnTo>
                <a:lnTo>
                  <a:pt x="1558" y="224"/>
                </a:lnTo>
                <a:lnTo>
                  <a:pt x="1560" y="224"/>
                </a:lnTo>
                <a:lnTo>
                  <a:pt x="1561" y="224"/>
                </a:lnTo>
                <a:lnTo>
                  <a:pt x="1563" y="224"/>
                </a:lnTo>
                <a:lnTo>
                  <a:pt x="1564" y="225"/>
                </a:lnTo>
                <a:lnTo>
                  <a:pt x="1565" y="225"/>
                </a:lnTo>
                <a:lnTo>
                  <a:pt x="1566" y="226"/>
                </a:lnTo>
                <a:lnTo>
                  <a:pt x="1568" y="227"/>
                </a:lnTo>
                <a:lnTo>
                  <a:pt x="1569" y="228"/>
                </a:lnTo>
                <a:lnTo>
                  <a:pt x="1570" y="228"/>
                </a:lnTo>
                <a:lnTo>
                  <a:pt x="1571" y="229"/>
                </a:lnTo>
                <a:lnTo>
                  <a:pt x="1571" y="230"/>
                </a:lnTo>
                <a:lnTo>
                  <a:pt x="1571" y="232"/>
                </a:lnTo>
                <a:lnTo>
                  <a:pt x="1571" y="233"/>
                </a:lnTo>
                <a:lnTo>
                  <a:pt x="1572" y="234"/>
                </a:lnTo>
                <a:lnTo>
                  <a:pt x="1572" y="235"/>
                </a:lnTo>
                <a:lnTo>
                  <a:pt x="1573" y="235"/>
                </a:lnTo>
                <a:lnTo>
                  <a:pt x="1574" y="235"/>
                </a:lnTo>
                <a:lnTo>
                  <a:pt x="1574" y="236"/>
                </a:lnTo>
                <a:lnTo>
                  <a:pt x="1574" y="238"/>
                </a:lnTo>
                <a:lnTo>
                  <a:pt x="1573" y="240"/>
                </a:lnTo>
                <a:lnTo>
                  <a:pt x="1573" y="241"/>
                </a:lnTo>
                <a:lnTo>
                  <a:pt x="1576" y="244"/>
                </a:lnTo>
                <a:lnTo>
                  <a:pt x="1577" y="244"/>
                </a:lnTo>
                <a:lnTo>
                  <a:pt x="1577" y="245"/>
                </a:lnTo>
                <a:lnTo>
                  <a:pt x="1578" y="246"/>
                </a:lnTo>
                <a:lnTo>
                  <a:pt x="1578" y="247"/>
                </a:lnTo>
                <a:lnTo>
                  <a:pt x="1579" y="247"/>
                </a:lnTo>
                <a:lnTo>
                  <a:pt x="1580" y="248"/>
                </a:lnTo>
                <a:lnTo>
                  <a:pt x="1580" y="249"/>
                </a:lnTo>
                <a:lnTo>
                  <a:pt x="1582" y="252"/>
                </a:lnTo>
                <a:lnTo>
                  <a:pt x="1583" y="252"/>
                </a:lnTo>
                <a:lnTo>
                  <a:pt x="1581" y="257"/>
                </a:lnTo>
                <a:lnTo>
                  <a:pt x="1580" y="263"/>
                </a:lnTo>
                <a:lnTo>
                  <a:pt x="1580" y="266"/>
                </a:lnTo>
                <a:lnTo>
                  <a:pt x="1584" y="266"/>
                </a:lnTo>
                <a:lnTo>
                  <a:pt x="1584" y="267"/>
                </a:lnTo>
                <a:lnTo>
                  <a:pt x="1585" y="267"/>
                </a:lnTo>
                <a:lnTo>
                  <a:pt x="1585" y="268"/>
                </a:lnTo>
                <a:lnTo>
                  <a:pt x="1585" y="269"/>
                </a:lnTo>
                <a:lnTo>
                  <a:pt x="1585" y="270"/>
                </a:lnTo>
                <a:lnTo>
                  <a:pt x="1584" y="270"/>
                </a:lnTo>
                <a:lnTo>
                  <a:pt x="1584" y="271"/>
                </a:lnTo>
                <a:lnTo>
                  <a:pt x="1583" y="271"/>
                </a:lnTo>
                <a:lnTo>
                  <a:pt x="1583" y="272"/>
                </a:lnTo>
                <a:lnTo>
                  <a:pt x="1583" y="274"/>
                </a:lnTo>
                <a:lnTo>
                  <a:pt x="1581" y="275"/>
                </a:lnTo>
                <a:lnTo>
                  <a:pt x="1581" y="276"/>
                </a:lnTo>
                <a:lnTo>
                  <a:pt x="1581" y="277"/>
                </a:lnTo>
                <a:lnTo>
                  <a:pt x="1580" y="278"/>
                </a:lnTo>
                <a:lnTo>
                  <a:pt x="1580" y="281"/>
                </a:lnTo>
                <a:lnTo>
                  <a:pt x="1578" y="282"/>
                </a:lnTo>
                <a:lnTo>
                  <a:pt x="1577" y="283"/>
                </a:lnTo>
                <a:lnTo>
                  <a:pt x="1577" y="284"/>
                </a:lnTo>
                <a:lnTo>
                  <a:pt x="1577" y="286"/>
                </a:lnTo>
                <a:lnTo>
                  <a:pt x="1576" y="287"/>
                </a:lnTo>
                <a:lnTo>
                  <a:pt x="1575" y="288"/>
                </a:lnTo>
                <a:lnTo>
                  <a:pt x="1573" y="290"/>
                </a:lnTo>
                <a:lnTo>
                  <a:pt x="1572" y="291"/>
                </a:lnTo>
                <a:lnTo>
                  <a:pt x="1571" y="292"/>
                </a:lnTo>
                <a:lnTo>
                  <a:pt x="1570" y="292"/>
                </a:lnTo>
                <a:lnTo>
                  <a:pt x="1570" y="293"/>
                </a:lnTo>
                <a:lnTo>
                  <a:pt x="1570" y="294"/>
                </a:lnTo>
                <a:lnTo>
                  <a:pt x="1569" y="294"/>
                </a:lnTo>
                <a:lnTo>
                  <a:pt x="1569" y="295"/>
                </a:lnTo>
                <a:lnTo>
                  <a:pt x="1570" y="297"/>
                </a:lnTo>
                <a:lnTo>
                  <a:pt x="1571" y="298"/>
                </a:lnTo>
                <a:lnTo>
                  <a:pt x="1574" y="302"/>
                </a:lnTo>
                <a:lnTo>
                  <a:pt x="1573" y="303"/>
                </a:lnTo>
                <a:lnTo>
                  <a:pt x="1577" y="310"/>
                </a:lnTo>
                <a:lnTo>
                  <a:pt x="1580" y="313"/>
                </a:lnTo>
                <a:lnTo>
                  <a:pt x="1580" y="318"/>
                </a:lnTo>
                <a:lnTo>
                  <a:pt x="1579" y="319"/>
                </a:lnTo>
                <a:lnTo>
                  <a:pt x="1580" y="320"/>
                </a:lnTo>
                <a:lnTo>
                  <a:pt x="1580" y="321"/>
                </a:lnTo>
                <a:lnTo>
                  <a:pt x="1580" y="322"/>
                </a:lnTo>
                <a:lnTo>
                  <a:pt x="1580" y="323"/>
                </a:lnTo>
                <a:lnTo>
                  <a:pt x="1580" y="324"/>
                </a:lnTo>
                <a:lnTo>
                  <a:pt x="1578" y="325"/>
                </a:lnTo>
                <a:lnTo>
                  <a:pt x="1577" y="326"/>
                </a:lnTo>
                <a:lnTo>
                  <a:pt x="1572" y="330"/>
                </a:lnTo>
                <a:lnTo>
                  <a:pt x="1570" y="332"/>
                </a:lnTo>
                <a:lnTo>
                  <a:pt x="1568" y="334"/>
                </a:lnTo>
                <a:lnTo>
                  <a:pt x="1564" y="337"/>
                </a:lnTo>
                <a:lnTo>
                  <a:pt x="1558" y="346"/>
                </a:lnTo>
                <a:lnTo>
                  <a:pt x="1552" y="354"/>
                </a:lnTo>
                <a:lnTo>
                  <a:pt x="1549" y="366"/>
                </a:lnTo>
                <a:lnTo>
                  <a:pt x="1548" y="372"/>
                </a:lnTo>
                <a:lnTo>
                  <a:pt x="1548" y="375"/>
                </a:lnTo>
                <a:lnTo>
                  <a:pt x="1548" y="378"/>
                </a:lnTo>
                <a:lnTo>
                  <a:pt x="1550" y="380"/>
                </a:lnTo>
                <a:lnTo>
                  <a:pt x="1551" y="380"/>
                </a:lnTo>
                <a:lnTo>
                  <a:pt x="1553" y="381"/>
                </a:lnTo>
                <a:lnTo>
                  <a:pt x="1555" y="383"/>
                </a:lnTo>
                <a:lnTo>
                  <a:pt x="1557" y="384"/>
                </a:lnTo>
                <a:lnTo>
                  <a:pt x="1558" y="387"/>
                </a:lnTo>
                <a:lnTo>
                  <a:pt x="1558" y="388"/>
                </a:lnTo>
                <a:lnTo>
                  <a:pt x="1559" y="391"/>
                </a:lnTo>
                <a:lnTo>
                  <a:pt x="1561" y="395"/>
                </a:lnTo>
                <a:lnTo>
                  <a:pt x="1561" y="397"/>
                </a:lnTo>
                <a:lnTo>
                  <a:pt x="1561" y="398"/>
                </a:lnTo>
                <a:lnTo>
                  <a:pt x="1563" y="397"/>
                </a:lnTo>
                <a:lnTo>
                  <a:pt x="1567" y="399"/>
                </a:lnTo>
                <a:lnTo>
                  <a:pt x="1569" y="403"/>
                </a:lnTo>
                <a:lnTo>
                  <a:pt x="1566" y="407"/>
                </a:lnTo>
                <a:lnTo>
                  <a:pt x="1568" y="408"/>
                </a:lnTo>
                <a:lnTo>
                  <a:pt x="1567" y="409"/>
                </a:lnTo>
                <a:lnTo>
                  <a:pt x="1575" y="408"/>
                </a:lnTo>
                <a:lnTo>
                  <a:pt x="1578" y="406"/>
                </a:lnTo>
                <a:lnTo>
                  <a:pt x="1580" y="406"/>
                </a:lnTo>
                <a:lnTo>
                  <a:pt x="1583" y="407"/>
                </a:lnTo>
                <a:lnTo>
                  <a:pt x="1585" y="406"/>
                </a:lnTo>
                <a:lnTo>
                  <a:pt x="1587" y="406"/>
                </a:lnTo>
                <a:lnTo>
                  <a:pt x="1588" y="406"/>
                </a:lnTo>
                <a:lnTo>
                  <a:pt x="1589" y="406"/>
                </a:lnTo>
                <a:lnTo>
                  <a:pt x="1591" y="407"/>
                </a:lnTo>
                <a:lnTo>
                  <a:pt x="1593" y="408"/>
                </a:lnTo>
                <a:lnTo>
                  <a:pt x="1593" y="409"/>
                </a:lnTo>
                <a:lnTo>
                  <a:pt x="1594" y="410"/>
                </a:lnTo>
                <a:lnTo>
                  <a:pt x="1595" y="411"/>
                </a:lnTo>
                <a:lnTo>
                  <a:pt x="1596" y="412"/>
                </a:lnTo>
                <a:lnTo>
                  <a:pt x="1597" y="412"/>
                </a:lnTo>
                <a:lnTo>
                  <a:pt x="1598" y="412"/>
                </a:lnTo>
                <a:lnTo>
                  <a:pt x="1599" y="413"/>
                </a:lnTo>
                <a:lnTo>
                  <a:pt x="1600" y="414"/>
                </a:lnTo>
                <a:lnTo>
                  <a:pt x="1601" y="414"/>
                </a:lnTo>
                <a:lnTo>
                  <a:pt x="1603" y="414"/>
                </a:lnTo>
                <a:lnTo>
                  <a:pt x="1605" y="415"/>
                </a:lnTo>
                <a:lnTo>
                  <a:pt x="1608" y="415"/>
                </a:lnTo>
                <a:lnTo>
                  <a:pt x="1610" y="416"/>
                </a:lnTo>
                <a:lnTo>
                  <a:pt x="1612" y="417"/>
                </a:lnTo>
                <a:lnTo>
                  <a:pt x="1613" y="416"/>
                </a:lnTo>
                <a:lnTo>
                  <a:pt x="1613" y="415"/>
                </a:lnTo>
                <a:lnTo>
                  <a:pt x="1617" y="412"/>
                </a:lnTo>
                <a:lnTo>
                  <a:pt x="1618" y="412"/>
                </a:lnTo>
                <a:lnTo>
                  <a:pt x="1619" y="413"/>
                </a:lnTo>
                <a:lnTo>
                  <a:pt x="1622" y="415"/>
                </a:lnTo>
                <a:lnTo>
                  <a:pt x="1623" y="417"/>
                </a:lnTo>
                <a:lnTo>
                  <a:pt x="1623" y="418"/>
                </a:lnTo>
                <a:lnTo>
                  <a:pt x="1626" y="419"/>
                </a:lnTo>
                <a:lnTo>
                  <a:pt x="1629" y="421"/>
                </a:lnTo>
                <a:lnTo>
                  <a:pt x="1630" y="420"/>
                </a:lnTo>
                <a:lnTo>
                  <a:pt x="1631" y="420"/>
                </a:lnTo>
                <a:lnTo>
                  <a:pt x="1634" y="421"/>
                </a:lnTo>
                <a:lnTo>
                  <a:pt x="1639" y="421"/>
                </a:lnTo>
                <a:lnTo>
                  <a:pt x="1640" y="421"/>
                </a:lnTo>
                <a:lnTo>
                  <a:pt x="1642" y="421"/>
                </a:lnTo>
                <a:lnTo>
                  <a:pt x="1651" y="420"/>
                </a:lnTo>
                <a:lnTo>
                  <a:pt x="1658" y="420"/>
                </a:lnTo>
                <a:lnTo>
                  <a:pt x="1663" y="420"/>
                </a:lnTo>
                <a:lnTo>
                  <a:pt x="1665" y="420"/>
                </a:lnTo>
                <a:lnTo>
                  <a:pt x="1667" y="420"/>
                </a:lnTo>
                <a:lnTo>
                  <a:pt x="1668" y="420"/>
                </a:lnTo>
                <a:lnTo>
                  <a:pt x="1673" y="419"/>
                </a:lnTo>
                <a:lnTo>
                  <a:pt x="1677" y="420"/>
                </a:lnTo>
                <a:lnTo>
                  <a:pt x="1681" y="422"/>
                </a:lnTo>
                <a:lnTo>
                  <a:pt x="1686" y="425"/>
                </a:lnTo>
                <a:lnTo>
                  <a:pt x="1690" y="427"/>
                </a:lnTo>
                <a:lnTo>
                  <a:pt x="1691" y="426"/>
                </a:lnTo>
                <a:lnTo>
                  <a:pt x="1692" y="426"/>
                </a:lnTo>
                <a:lnTo>
                  <a:pt x="1697" y="425"/>
                </a:lnTo>
                <a:lnTo>
                  <a:pt x="1699" y="427"/>
                </a:lnTo>
                <a:lnTo>
                  <a:pt x="1706" y="426"/>
                </a:lnTo>
                <a:lnTo>
                  <a:pt x="1712" y="428"/>
                </a:lnTo>
                <a:lnTo>
                  <a:pt x="1715" y="427"/>
                </a:lnTo>
                <a:lnTo>
                  <a:pt x="1717" y="426"/>
                </a:lnTo>
                <a:lnTo>
                  <a:pt x="1720" y="426"/>
                </a:lnTo>
                <a:lnTo>
                  <a:pt x="1722" y="426"/>
                </a:lnTo>
                <a:lnTo>
                  <a:pt x="1724" y="426"/>
                </a:lnTo>
                <a:lnTo>
                  <a:pt x="1727" y="426"/>
                </a:lnTo>
                <a:lnTo>
                  <a:pt x="1730" y="425"/>
                </a:lnTo>
                <a:lnTo>
                  <a:pt x="1733" y="425"/>
                </a:lnTo>
                <a:lnTo>
                  <a:pt x="1734" y="424"/>
                </a:lnTo>
                <a:lnTo>
                  <a:pt x="1736" y="423"/>
                </a:lnTo>
                <a:lnTo>
                  <a:pt x="1738" y="423"/>
                </a:lnTo>
                <a:lnTo>
                  <a:pt x="1744" y="424"/>
                </a:lnTo>
                <a:lnTo>
                  <a:pt x="1747" y="423"/>
                </a:lnTo>
                <a:lnTo>
                  <a:pt x="1748" y="423"/>
                </a:lnTo>
                <a:lnTo>
                  <a:pt x="1749" y="424"/>
                </a:lnTo>
                <a:lnTo>
                  <a:pt x="1750" y="424"/>
                </a:lnTo>
                <a:lnTo>
                  <a:pt x="1751" y="424"/>
                </a:lnTo>
                <a:lnTo>
                  <a:pt x="1752" y="426"/>
                </a:lnTo>
                <a:lnTo>
                  <a:pt x="1753" y="426"/>
                </a:lnTo>
                <a:lnTo>
                  <a:pt x="1755" y="426"/>
                </a:lnTo>
                <a:lnTo>
                  <a:pt x="1756" y="426"/>
                </a:lnTo>
                <a:lnTo>
                  <a:pt x="1756" y="427"/>
                </a:lnTo>
                <a:lnTo>
                  <a:pt x="1757" y="427"/>
                </a:lnTo>
                <a:lnTo>
                  <a:pt x="1757" y="428"/>
                </a:lnTo>
                <a:lnTo>
                  <a:pt x="1758" y="427"/>
                </a:lnTo>
                <a:lnTo>
                  <a:pt x="1759" y="427"/>
                </a:lnTo>
                <a:lnTo>
                  <a:pt x="1760" y="427"/>
                </a:lnTo>
                <a:lnTo>
                  <a:pt x="1762" y="426"/>
                </a:lnTo>
                <a:lnTo>
                  <a:pt x="1763" y="426"/>
                </a:lnTo>
                <a:lnTo>
                  <a:pt x="1764" y="426"/>
                </a:lnTo>
                <a:lnTo>
                  <a:pt x="1766" y="427"/>
                </a:lnTo>
                <a:lnTo>
                  <a:pt x="1767" y="427"/>
                </a:lnTo>
                <a:lnTo>
                  <a:pt x="1771" y="427"/>
                </a:lnTo>
                <a:lnTo>
                  <a:pt x="1773" y="427"/>
                </a:lnTo>
                <a:lnTo>
                  <a:pt x="1774" y="426"/>
                </a:lnTo>
                <a:lnTo>
                  <a:pt x="1780" y="428"/>
                </a:lnTo>
                <a:lnTo>
                  <a:pt x="1781" y="429"/>
                </a:lnTo>
                <a:lnTo>
                  <a:pt x="1782" y="429"/>
                </a:lnTo>
                <a:lnTo>
                  <a:pt x="1784" y="430"/>
                </a:lnTo>
                <a:lnTo>
                  <a:pt x="1786" y="430"/>
                </a:lnTo>
                <a:lnTo>
                  <a:pt x="1787" y="429"/>
                </a:lnTo>
                <a:lnTo>
                  <a:pt x="1788" y="429"/>
                </a:lnTo>
                <a:lnTo>
                  <a:pt x="1789" y="429"/>
                </a:lnTo>
                <a:lnTo>
                  <a:pt x="1791" y="430"/>
                </a:lnTo>
                <a:lnTo>
                  <a:pt x="1792" y="430"/>
                </a:lnTo>
                <a:lnTo>
                  <a:pt x="1793" y="430"/>
                </a:lnTo>
                <a:lnTo>
                  <a:pt x="1794" y="430"/>
                </a:lnTo>
                <a:lnTo>
                  <a:pt x="1795" y="431"/>
                </a:lnTo>
                <a:lnTo>
                  <a:pt x="1796" y="431"/>
                </a:lnTo>
                <a:lnTo>
                  <a:pt x="1797" y="432"/>
                </a:lnTo>
                <a:lnTo>
                  <a:pt x="1797" y="433"/>
                </a:lnTo>
                <a:lnTo>
                  <a:pt x="1798" y="433"/>
                </a:lnTo>
                <a:lnTo>
                  <a:pt x="1799" y="433"/>
                </a:lnTo>
                <a:lnTo>
                  <a:pt x="1800" y="432"/>
                </a:lnTo>
                <a:lnTo>
                  <a:pt x="1802" y="432"/>
                </a:lnTo>
                <a:lnTo>
                  <a:pt x="1803" y="433"/>
                </a:lnTo>
                <a:lnTo>
                  <a:pt x="1804" y="433"/>
                </a:lnTo>
                <a:lnTo>
                  <a:pt x="1804" y="432"/>
                </a:lnTo>
                <a:lnTo>
                  <a:pt x="1804" y="431"/>
                </a:lnTo>
                <a:lnTo>
                  <a:pt x="1806" y="432"/>
                </a:lnTo>
                <a:lnTo>
                  <a:pt x="1808" y="433"/>
                </a:lnTo>
                <a:lnTo>
                  <a:pt x="1810" y="434"/>
                </a:lnTo>
                <a:lnTo>
                  <a:pt x="1812" y="435"/>
                </a:lnTo>
                <a:lnTo>
                  <a:pt x="1814" y="436"/>
                </a:lnTo>
                <a:lnTo>
                  <a:pt x="1816" y="436"/>
                </a:lnTo>
                <a:lnTo>
                  <a:pt x="1817" y="437"/>
                </a:lnTo>
                <a:lnTo>
                  <a:pt x="1819" y="437"/>
                </a:lnTo>
                <a:lnTo>
                  <a:pt x="1820" y="438"/>
                </a:lnTo>
                <a:lnTo>
                  <a:pt x="1821" y="438"/>
                </a:lnTo>
                <a:lnTo>
                  <a:pt x="1823" y="439"/>
                </a:lnTo>
                <a:lnTo>
                  <a:pt x="1823" y="440"/>
                </a:lnTo>
                <a:lnTo>
                  <a:pt x="1823" y="441"/>
                </a:lnTo>
                <a:lnTo>
                  <a:pt x="1824" y="442"/>
                </a:lnTo>
                <a:lnTo>
                  <a:pt x="1825" y="442"/>
                </a:lnTo>
                <a:lnTo>
                  <a:pt x="1827" y="443"/>
                </a:lnTo>
                <a:lnTo>
                  <a:pt x="1831" y="445"/>
                </a:lnTo>
                <a:lnTo>
                  <a:pt x="1833" y="446"/>
                </a:lnTo>
                <a:lnTo>
                  <a:pt x="1840" y="449"/>
                </a:lnTo>
                <a:lnTo>
                  <a:pt x="1844" y="451"/>
                </a:lnTo>
                <a:lnTo>
                  <a:pt x="1847" y="452"/>
                </a:lnTo>
                <a:lnTo>
                  <a:pt x="1851" y="454"/>
                </a:lnTo>
                <a:lnTo>
                  <a:pt x="1854" y="455"/>
                </a:lnTo>
                <a:lnTo>
                  <a:pt x="1862" y="460"/>
                </a:lnTo>
                <a:lnTo>
                  <a:pt x="1865" y="461"/>
                </a:lnTo>
                <a:lnTo>
                  <a:pt x="1868" y="462"/>
                </a:lnTo>
                <a:lnTo>
                  <a:pt x="1869" y="463"/>
                </a:lnTo>
                <a:lnTo>
                  <a:pt x="1869" y="464"/>
                </a:lnTo>
                <a:lnTo>
                  <a:pt x="1872" y="467"/>
                </a:lnTo>
                <a:lnTo>
                  <a:pt x="1874" y="468"/>
                </a:lnTo>
                <a:lnTo>
                  <a:pt x="1878" y="470"/>
                </a:lnTo>
                <a:lnTo>
                  <a:pt x="1878" y="471"/>
                </a:lnTo>
                <a:lnTo>
                  <a:pt x="1879" y="472"/>
                </a:lnTo>
                <a:lnTo>
                  <a:pt x="1880" y="475"/>
                </a:lnTo>
                <a:lnTo>
                  <a:pt x="1880" y="476"/>
                </a:lnTo>
                <a:lnTo>
                  <a:pt x="1880" y="477"/>
                </a:lnTo>
                <a:lnTo>
                  <a:pt x="1881" y="478"/>
                </a:lnTo>
                <a:lnTo>
                  <a:pt x="1883" y="477"/>
                </a:lnTo>
                <a:lnTo>
                  <a:pt x="1885" y="477"/>
                </a:lnTo>
                <a:lnTo>
                  <a:pt x="1888" y="478"/>
                </a:lnTo>
                <a:lnTo>
                  <a:pt x="1892" y="479"/>
                </a:lnTo>
                <a:lnTo>
                  <a:pt x="1897" y="482"/>
                </a:lnTo>
                <a:lnTo>
                  <a:pt x="1903" y="484"/>
                </a:lnTo>
                <a:lnTo>
                  <a:pt x="1909" y="490"/>
                </a:lnTo>
                <a:lnTo>
                  <a:pt x="1911" y="491"/>
                </a:lnTo>
                <a:lnTo>
                  <a:pt x="1913" y="494"/>
                </a:lnTo>
                <a:lnTo>
                  <a:pt x="1914" y="496"/>
                </a:lnTo>
                <a:lnTo>
                  <a:pt x="1916" y="495"/>
                </a:lnTo>
                <a:lnTo>
                  <a:pt x="1918" y="495"/>
                </a:lnTo>
                <a:lnTo>
                  <a:pt x="1920" y="496"/>
                </a:lnTo>
                <a:lnTo>
                  <a:pt x="1921" y="497"/>
                </a:lnTo>
                <a:lnTo>
                  <a:pt x="1922" y="497"/>
                </a:lnTo>
                <a:lnTo>
                  <a:pt x="1923" y="497"/>
                </a:lnTo>
                <a:lnTo>
                  <a:pt x="1924" y="498"/>
                </a:lnTo>
                <a:lnTo>
                  <a:pt x="1926" y="498"/>
                </a:lnTo>
                <a:lnTo>
                  <a:pt x="1928" y="498"/>
                </a:lnTo>
                <a:lnTo>
                  <a:pt x="1929" y="499"/>
                </a:lnTo>
                <a:lnTo>
                  <a:pt x="1930" y="499"/>
                </a:lnTo>
                <a:lnTo>
                  <a:pt x="1931" y="499"/>
                </a:lnTo>
                <a:lnTo>
                  <a:pt x="1932" y="500"/>
                </a:lnTo>
                <a:lnTo>
                  <a:pt x="1933" y="500"/>
                </a:lnTo>
                <a:lnTo>
                  <a:pt x="1934" y="501"/>
                </a:lnTo>
                <a:lnTo>
                  <a:pt x="1935" y="502"/>
                </a:lnTo>
                <a:lnTo>
                  <a:pt x="1937" y="503"/>
                </a:lnTo>
                <a:lnTo>
                  <a:pt x="1938" y="504"/>
                </a:lnTo>
                <a:lnTo>
                  <a:pt x="1941" y="504"/>
                </a:lnTo>
                <a:lnTo>
                  <a:pt x="1950" y="503"/>
                </a:lnTo>
                <a:lnTo>
                  <a:pt x="1956" y="503"/>
                </a:lnTo>
                <a:lnTo>
                  <a:pt x="1967" y="501"/>
                </a:lnTo>
                <a:lnTo>
                  <a:pt x="1976" y="500"/>
                </a:lnTo>
                <a:lnTo>
                  <a:pt x="1977" y="501"/>
                </a:lnTo>
                <a:lnTo>
                  <a:pt x="1977" y="503"/>
                </a:lnTo>
                <a:lnTo>
                  <a:pt x="1975" y="505"/>
                </a:lnTo>
                <a:lnTo>
                  <a:pt x="1972" y="507"/>
                </a:lnTo>
                <a:lnTo>
                  <a:pt x="1970" y="513"/>
                </a:lnTo>
                <a:lnTo>
                  <a:pt x="1970" y="521"/>
                </a:lnTo>
                <a:lnTo>
                  <a:pt x="1968" y="528"/>
                </a:lnTo>
                <a:lnTo>
                  <a:pt x="1972" y="528"/>
                </a:lnTo>
                <a:lnTo>
                  <a:pt x="1977" y="530"/>
                </a:lnTo>
                <a:lnTo>
                  <a:pt x="1981" y="530"/>
                </a:lnTo>
                <a:lnTo>
                  <a:pt x="1986" y="530"/>
                </a:lnTo>
                <a:lnTo>
                  <a:pt x="1988" y="534"/>
                </a:lnTo>
                <a:lnTo>
                  <a:pt x="1989" y="536"/>
                </a:lnTo>
                <a:lnTo>
                  <a:pt x="1990" y="538"/>
                </a:lnTo>
                <a:lnTo>
                  <a:pt x="1991" y="540"/>
                </a:lnTo>
                <a:lnTo>
                  <a:pt x="1993" y="542"/>
                </a:lnTo>
                <a:lnTo>
                  <a:pt x="1995" y="545"/>
                </a:lnTo>
                <a:lnTo>
                  <a:pt x="1997" y="553"/>
                </a:lnTo>
                <a:lnTo>
                  <a:pt x="1999" y="559"/>
                </a:lnTo>
                <a:lnTo>
                  <a:pt x="2002" y="564"/>
                </a:lnTo>
                <a:lnTo>
                  <a:pt x="2003" y="566"/>
                </a:lnTo>
                <a:lnTo>
                  <a:pt x="2004" y="570"/>
                </a:lnTo>
                <a:lnTo>
                  <a:pt x="2005" y="572"/>
                </a:lnTo>
                <a:lnTo>
                  <a:pt x="2012" y="584"/>
                </a:lnTo>
                <a:lnTo>
                  <a:pt x="2016" y="590"/>
                </a:lnTo>
                <a:lnTo>
                  <a:pt x="2018" y="604"/>
                </a:lnTo>
                <a:lnTo>
                  <a:pt x="2021" y="608"/>
                </a:lnTo>
                <a:lnTo>
                  <a:pt x="2023" y="610"/>
                </a:lnTo>
                <a:lnTo>
                  <a:pt x="2029" y="615"/>
                </a:lnTo>
                <a:lnTo>
                  <a:pt x="2039" y="624"/>
                </a:lnTo>
                <a:lnTo>
                  <a:pt x="2061" y="644"/>
                </a:lnTo>
                <a:lnTo>
                  <a:pt x="2063" y="66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16" name=""/>
          <p:cNvSpPr/>
          <p:nvPr/>
        </p:nvSpPr>
        <p:spPr>
          <a:xfrm>
            <a:off x="6965280" y="42832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17" name=""/>
          <p:cNvSpPr/>
          <p:nvPr/>
        </p:nvSpPr>
        <p:spPr>
          <a:xfrm>
            <a:off x="6944400" y="42804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4" y="3"/>
                </a:move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18" name=""/>
          <p:cNvSpPr/>
          <p:nvPr/>
        </p:nvSpPr>
        <p:spPr>
          <a:xfrm>
            <a:off x="6950880" y="4278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19" name=""/>
          <p:cNvSpPr/>
          <p:nvPr/>
        </p:nvSpPr>
        <p:spPr>
          <a:xfrm>
            <a:off x="6952680" y="42786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20" name=""/>
          <p:cNvSpPr/>
          <p:nvPr/>
        </p:nvSpPr>
        <p:spPr>
          <a:xfrm>
            <a:off x="6947640" y="4278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21" name=""/>
          <p:cNvSpPr/>
          <p:nvPr/>
        </p:nvSpPr>
        <p:spPr>
          <a:xfrm>
            <a:off x="6947640" y="42782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22" name=""/>
          <p:cNvSpPr/>
          <p:nvPr/>
        </p:nvSpPr>
        <p:spPr>
          <a:xfrm>
            <a:off x="6948000" y="42746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2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23" name=""/>
          <p:cNvSpPr/>
          <p:nvPr/>
        </p:nvSpPr>
        <p:spPr>
          <a:xfrm>
            <a:off x="6946920" y="427392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1" y="0"/>
                </a:move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24" name=""/>
          <p:cNvSpPr/>
          <p:nvPr/>
        </p:nvSpPr>
        <p:spPr>
          <a:xfrm>
            <a:off x="6941520" y="42732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25" name=""/>
          <p:cNvSpPr/>
          <p:nvPr/>
        </p:nvSpPr>
        <p:spPr>
          <a:xfrm>
            <a:off x="6947640" y="42699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2"/>
                </a:move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26" name=""/>
          <p:cNvSpPr/>
          <p:nvPr/>
        </p:nvSpPr>
        <p:spPr>
          <a:xfrm>
            <a:off x="6963480" y="4269240"/>
            <a:ext cx="3600" cy="2520"/>
          </a:xfrm>
          <a:custGeom>
            <a:avLst/>
            <a:gdLst/>
            <a:ahLst/>
            <a:rect l="0" t="0" r="r" b="b"/>
            <a:pathLst>
              <a:path w="10" h="7">
                <a:moveTo>
                  <a:pt x="9" y="1"/>
                </a:moveTo>
                <a:lnTo>
                  <a:pt x="8" y="1"/>
                </a:lnTo>
                <a:lnTo>
                  <a:pt x="8" y="2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7" y="3"/>
                </a:lnTo>
                <a:lnTo>
                  <a:pt x="6" y="3"/>
                </a:lnTo>
                <a:lnTo>
                  <a:pt x="7" y="3"/>
                </a:lnTo>
                <a:lnTo>
                  <a:pt x="7" y="4"/>
                </a:lnTo>
                <a:lnTo>
                  <a:pt x="6" y="4"/>
                </a:lnTo>
                <a:lnTo>
                  <a:pt x="7" y="4"/>
                </a:lnTo>
                <a:lnTo>
                  <a:pt x="6" y="3"/>
                </a:lnTo>
                <a:lnTo>
                  <a:pt x="6" y="4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3" y="5"/>
                </a:lnTo>
                <a:lnTo>
                  <a:pt x="3" y="7"/>
                </a:lnTo>
                <a:lnTo>
                  <a:pt x="2" y="7"/>
                </a:lnTo>
                <a:lnTo>
                  <a:pt x="2" y="5"/>
                </a:lnTo>
                <a:lnTo>
                  <a:pt x="1" y="5"/>
                </a:lnTo>
                <a:lnTo>
                  <a:pt x="1" y="7"/>
                </a:lnTo>
                <a:lnTo>
                  <a:pt x="0" y="5"/>
                </a:lnTo>
                <a:lnTo>
                  <a:pt x="1" y="5"/>
                </a:lnTo>
                <a:lnTo>
                  <a:pt x="2" y="4"/>
                </a:lnTo>
                <a:lnTo>
                  <a:pt x="3" y="3"/>
                </a:lnTo>
                <a:lnTo>
                  <a:pt x="4" y="2"/>
                </a:lnTo>
                <a:lnTo>
                  <a:pt x="6" y="2"/>
                </a:lnTo>
                <a:lnTo>
                  <a:pt x="6" y="1"/>
                </a:lnTo>
                <a:lnTo>
                  <a:pt x="7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9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27" name=""/>
          <p:cNvSpPr/>
          <p:nvPr/>
        </p:nvSpPr>
        <p:spPr>
          <a:xfrm>
            <a:off x="6948720" y="4266000"/>
            <a:ext cx="5400" cy="3960"/>
          </a:xfrm>
          <a:custGeom>
            <a:avLst/>
            <a:gdLst/>
            <a:ahLst/>
            <a:rect l="0" t="0" r="r" b="b"/>
            <a:pathLst>
              <a:path w="15" h="11">
                <a:moveTo>
                  <a:pt x="11" y="1"/>
                </a:moveTo>
                <a:lnTo>
                  <a:pt x="12" y="2"/>
                </a:lnTo>
                <a:lnTo>
                  <a:pt x="13" y="2"/>
                </a:lnTo>
                <a:lnTo>
                  <a:pt x="13" y="1"/>
                </a:lnTo>
                <a:lnTo>
                  <a:pt x="13" y="2"/>
                </a:lnTo>
                <a:lnTo>
                  <a:pt x="14" y="2"/>
                </a:lnTo>
                <a:lnTo>
                  <a:pt x="14" y="3"/>
                </a:lnTo>
                <a:lnTo>
                  <a:pt x="14" y="4"/>
                </a:lnTo>
                <a:lnTo>
                  <a:pt x="14" y="6"/>
                </a:lnTo>
                <a:lnTo>
                  <a:pt x="15" y="6"/>
                </a:lnTo>
                <a:lnTo>
                  <a:pt x="14" y="7"/>
                </a:lnTo>
                <a:lnTo>
                  <a:pt x="13" y="7"/>
                </a:lnTo>
                <a:lnTo>
                  <a:pt x="13" y="6"/>
                </a:lnTo>
                <a:lnTo>
                  <a:pt x="12" y="6"/>
                </a:lnTo>
                <a:lnTo>
                  <a:pt x="9" y="6"/>
                </a:lnTo>
                <a:lnTo>
                  <a:pt x="8" y="7"/>
                </a:lnTo>
                <a:lnTo>
                  <a:pt x="7" y="8"/>
                </a:lnTo>
                <a:lnTo>
                  <a:pt x="6" y="8"/>
                </a:lnTo>
                <a:lnTo>
                  <a:pt x="6" y="9"/>
                </a:lnTo>
                <a:lnTo>
                  <a:pt x="6" y="10"/>
                </a:lnTo>
                <a:lnTo>
                  <a:pt x="6" y="11"/>
                </a:lnTo>
                <a:lnTo>
                  <a:pt x="5" y="11"/>
                </a:lnTo>
                <a:lnTo>
                  <a:pt x="4" y="11"/>
                </a:lnTo>
                <a:lnTo>
                  <a:pt x="3" y="11"/>
                </a:lnTo>
                <a:lnTo>
                  <a:pt x="3" y="10"/>
                </a:lnTo>
                <a:lnTo>
                  <a:pt x="2" y="10"/>
                </a:lnTo>
                <a:lnTo>
                  <a:pt x="2" y="9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1" y="8"/>
                </a:lnTo>
                <a:lnTo>
                  <a:pt x="0" y="8"/>
                </a:lnTo>
                <a:lnTo>
                  <a:pt x="0" y="7"/>
                </a:lnTo>
                <a:lnTo>
                  <a:pt x="1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9"/>
                </a:lnTo>
                <a:lnTo>
                  <a:pt x="3" y="10"/>
                </a:lnTo>
                <a:lnTo>
                  <a:pt x="4" y="9"/>
                </a:lnTo>
                <a:lnTo>
                  <a:pt x="5" y="9"/>
                </a:lnTo>
                <a:lnTo>
                  <a:pt x="5" y="8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3" y="7"/>
                </a:lnTo>
                <a:lnTo>
                  <a:pt x="3" y="6"/>
                </a:lnTo>
                <a:lnTo>
                  <a:pt x="3" y="4"/>
                </a:lnTo>
                <a:lnTo>
                  <a:pt x="2" y="6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5" y="2"/>
                </a:lnTo>
                <a:lnTo>
                  <a:pt x="6" y="2"/>
                </a:lnTo>
                <a:lnTo>
                  <a:pt x="6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2"/>
                </a:lnTo>
                <a:lnTo>
                  <a:pt x="7" y="2"/>
                </a:lnTo>
                <a:lnTo>
                  <a:pt x="8" y="3"/>
                </a:lnTo>
                <a:lnTo>
                  <a:pt x="8" y="2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9" y="1"/>
                </a:lnTo>
                <a:lnTo>
                  <a:pt x="11" y="1"/>
                </a:lnTo>
                <a:lnTo>
                  <a:pt x="11" y="0"/>
                </a:lnTo>
                <a:lnTo>
                  <a:pt x="9" y="0"/>
                </a:lnTo>
                <a:lnTo>
                  <a:pt x="11" y="0"/>
                </a:lnTo>
                <a:lnTo>
                  <a:pt x="1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28" name=""/>
          <p:cNvSpPr/>
          <p:nvPr/>
        </p:nvSpPr>
        <p:spPr>
          <a:xfrm>
            <a:off x="6946200" y="4264560"/>
            <a:ext cx="2880" cy="3600"/>
          </a:xfrm>
          <a:custGeom>
            <a:avLst/>
            <a:gdLst/>
            <a:ahLst/>
            <a:rect l="0" t="0" r="r" b="b"/>
            <a:pathLst>
              <a:path w="8" h="10">
                <a:moveTo>
                  <a:pt x="6" y="0"/>
                </a:moveTo>
                <a:lnTo>
                  <a:pt x="7" y="0"/>
                </a:lnTo>
                <a:lnTo>
                  <a:pt x="7" y="1"/>
                </a:lnTo>
                <a:lnTo>
                  <a:pt x="8" y="1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5" y="7"/>
                </a:lnTo>
                <a:lnTo>
                  <a:pt x="6" y="7"/>
                </a:lnTo>
                <a:lnTo>
                  <a:pt x="6" y="8"/>
                </a:lnTo>
                <a:lnTo>
                  <a:pt x="5" y="8"/>
                </a:lnTo>
                <a:lnTo>
                  <a:pt x="5" y="9"/>
                </a:lnTo>
                <a:lnTo>
                  <a:pt x="6" y="9"/>
                </a:lnTo>
                <a:lnTo>
                  <a:pt x="6" y="10"/>
                </a:lnTo>
                <a:lnTo>
                  <a:pt x="5" y="9"/>
                </a:lnTo>
                <a:lnTo>
                  <a:pt x="3" y="9"/>
                </a:lnTo>
                <a:lnTo>
                  <a:pt x="2" y="10"/>
                </a:lnTo>
                <a:lnTo>
                  <a:pt x="2" y="9"/>
                </a:lnTo>
                <a:lnTo>
                  <a:pt x="1" y="10"/>
                </a:lnTo>
                <a:lnTo>
                  <a:pt x="0" y="10"/>
                </a:lnTo>
                <a:lnTo>
                  <a:pt x="0" y="9"/>
                </a:lnTo>
                <a:lnTo>
                  <a:pt x="1" y="9"/>
                </a:lnTo>
                <a:lnTo>
                  <a:pt x="2" y="9"/>
                </a:lnTo>
                <a:lnTo>
                  <a:pt x="2" y="8"/>
                </a:lnTo>
                <a:lnTo>
                  <a:pt x="2" y="9"/>
                </a:lnTo>
                <a:lnTo>
                  <a:pt x="3" y="9"/>
                </a:lnTo>
                <a:lnTo>
                  <a:pt x="3" y="8"/>
                </a:lnTo>
                <a:lnTo>
                  <a:pt x="5" y="8"/>
                </a:lnTo>
                <a:lnTo>
                  <a:pt x="5" y="7"/>
                </a:lnTo>
                <a:lnTo>
                  <a:pt x="3" y="7"/>
                </a:lnTo>
                <a:lnTo>
                  <a:pt x="3" y="6"/>
                </a:lnTo>
                <a:lnTo>
                  <a:pt x="5" y="6"/>
                </a:lnTo>
                <a:lnTo>
                  <a:pt x="5" y="5"/>
                </a:lnTo>
                <a:lnTo>
                  <a:pt x="5" y="4"/>
                </a:lnTo>
                <a:lnTo>
                  <a:pt x="3" y="4"/>
                </a:lnTo>
                <a:lnTo>
                  <a:pt x="5" y="4"/>
                </a:lnTo>
                <a:lnTo>
                  <a:pt x="5" y="2"/>
                </a:lnTo>
                <a:lnTo>
                  <a:pt x="3" y="2"/>
                </a:lnTo>
                <a:lnTo>
                  <a:pt x="5" y="2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6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29" name=""/>
          <p:cNvSpPr/>
          <p:nvPr/>
        </p:nvSpPr>
        <p:spPr>
          <a:xfrm>
            <a:off x="6950520" y="42656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30" name=""/>
          <p:cNvSpPr/>
          <p:nvPr/>
        </p:nvSpPr>
        <p:spPr>
          <a:xfrm>
            <a:off x="6949080" y="426348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3" y="0"/>
                </a:move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6" y="2"/>
                </a:lnTo>
                <a:lnTo>
                  <a:pt x="6" y="3"/>
                </a:lnTo>
                <a:lnTo>
                  <a:pt x="4" y="3"/>
                </a:lnTo>
                <a:lnTo>
                  <a:pt x="4" y="4"/>
                </a:lnTo>
                <a:lnTo>
                  <a:pt x="6" y="4"/>
                </a:lnTo>
                <a:lnTo>
                  <a:pt x="6" y="6"/>
                </a:lnTo>
                <a:lnTo>
                  <a:pt x="4" y="6"/>
                </a:lnTo>
                <a:lnTo>
                  <a:pt x="6" y="6"/>
                </a:lnTo>
                <a:lnTo>
                  <a:pt x="3" y="6"/>
                </a:lnTo>
                <a:lnTo>
                  <a:pt x="3" y="7"/>
                </a:lnTo>
                <a:lnTo>
                  <a:pt x="3" y="6"/>
                </a:lnTo>
                <a:lnTo>
                  <a:pt x="4" y="6"/>
                </a:lnTo>
                <a:lnTo>
                  <a:pt x="4" y="4"/>
                </a:lnTo>
                <a:lnTo>
                  <a:pt x="3" y="3"/>
                </a:lnTo>
                <a:lnTo>
                  <a:pt x="3" y="2"/>
                </a:lnTo>
                <a:lnTo>
                  <a:pt x="2" y="2"/>
                </a:lnTo>
                <a:lnTo>
                  <a:pt x="2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31" name=""/>
          <p:cNvSpPr/>
          <p:nvPr/>
        </p:nvSpPr>
        <p:spPr>
          <a:xfrm>
            <a:off x="6947640" y="4264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32" name=""/>
          <p:cNvSpPr/>
          <p:nvPr/>
        </p:nvSpPr>
        <p:spPr>
          <a:xfrm>
            <a:off x="6950520" y="42606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1"/>
                </a:moveTo>
                <a:lnTo>
                  <a:pt x="1" y="3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3" y="1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33" name=""/>
          <p:cNvSpPr/>
          <p:nvPr/>
        </p:nvSpPr>
        <p:spPr>
          <a:xfrm>
            <a:off x="7015680" y="43268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34" name=""/>
          <p:cNvSpPr/>
          <p:nvPr/>
        </p:nvSpPr>
        <p:spPr>
          <a:xfrm>
            <a:off x="7012080" y="4322160"/>
            <a:ext cx="3960" cy="3240"/>
          </a:xfrm>
          <a:custGeom>
            <a:avLst/>
            <a:gdLst/>
            <a:ahLst/>
            <a:rect l="0" t="0" r="r" b="b"/>
            <a:pathLst>
              <a:path w="11" h="9">
                <a:moveTo>
                  <a:pt x="2" y="0"/>
                </a:move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2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8" y="5"/>
                </a:lnTo>
                <a:lnTo>
                  <a:pt x="9" y="5"/>
                </a:lnTo>
                <a:lnTo>
                  <a:pt x="9" y="7"/>
                </a:lnTo>
                <a:lnTo>
                  <a:pt x="10" y="7"/>
                </a:lnTo>
                <a:lnTo>
                  <a:pt x="11" y="8"/>
                </a:lnTo>
                <a:lnTo>
                  <a:pt x="10" y="8"/>
                </a:lnTo>
                <a:lnTo>
                  <a:pt x="10" y="9"/>
                </a:lnTo>
                <a:lnTo>
                  <a:pt x="9" y="9"/>
                </a:lnTo>
                <a:lnTo>
                  <a:pt x="8" y="9"/>
                </a:lnTo>
                <a:lnTo>
                  <a:pt x="7" y="8"/>
                </a:lnTo>
                <a:lnTo>
                  <a:pt x="7" y="7"/>
                </a:lnTo>
                <a:lnTo>
                  <a:pt x="6" y="7"/>
                </a:lnTo>
                <a:lnTo>
                  <a:pt x="5" y="7"/>
                </a:lnTo>
                <a:lnTo>
                  <a:pt x="4" y="5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35" name=""/>
          <p:cNvSpPr/>
          <p:nvPr/>
        </p:nvSpPr>
        <p:spPr>
          <a:xfrm>
            <a:off x="6975000" y="43120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5"/>
                </a:move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0" y="5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36" name=""/>
          <p:cNvSpPr/>
          <p:nvPr/>
        </p:nvSpPr>
        <p:spPr>
          <a:xfrm>
            <a:off x="6972120" y="430272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2" y="1"/>
                </a:moveTo>
                <a:lnTo>
                  <a:pt x="2" y="2"/>
                </a:lnTo>
                <a:lnTo>
                  <a:pt x="4" y="4"/>
                </a:lnTo>
                <a:lnTo>
                  <a:pt x="5" y="5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4" y="5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37" name=""/>
          <p:cNvSpPr/>
          <p:nvPr/>
        </p:nvSpPr>
        <p:spPr>
          <a:xfrm>
            <a:off x="7012440" y="430128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38" name=""/>
          <p:cNvSpPr/>
          <p:nvPr/>
        </p:nvSpPr>
        <p:spPr>
          <a:xfrm>
            <a:off x="7011000" y="4300200"/>
            <a:ext cx="1800" cy="2520"/>
          </a:xfrm>
          <a:custGeom>
            <a:avLst/>
            <a:gdLst/>
            <a:ahLst/>
            <a:rect l="0" t="0" r="r" b="b"/>
            <a:pathLst>
              <a:path w="5" h="7">
                <a:moveTo>
                  <a:pt x="4" y="0"/>
                </a:moveTo>
                <a:lnTo>
                  <a:pt x="5" y="0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5" y="5"/>
                </a:lnTo>
                <a:lnTo>
                  <a:pt x="5" y="7"/>
                </a:lnTo>
                <a:lnTo>
                  <a:pt x="4" y="7"/>
                </a:lnTo>
                <a:lnTo>
                  <a:pt x="4" y="5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39" name=""/>
          <p:cNvSpPr/>
          <p:nvPr/>
        </p:nvSpPr>
        <p:spPr>
          <a:xfrm>
            <a:off x="6966360" y="42789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40" name=""/>
          <p:cNvSpPr/>
          <p:nvPr/>
        </p:nvSpPr>
        <p:spPr>
          <a:xfrm>
            <a:off x="6968160" y="4268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41" name=""/>
          <p:cNvSpPr/>
          <p:nvPr/>
        </p:nvSpPr>
        <p:spPr>
          <a:xfrm>
            <a:off x="6964560" y="4203720"/>
            <a:ext cx="64440" cy="125640"/>
          </a:xfrm>
          <a:custGeom>
            <a:avLst/>
            <a:gdLst/>
            <a:ahLst/>
            <a:rect l="0" t="0" r="r" b="b"/>
            <a:pathLst>
              <a:path w="179" h="349">
                <a:moveTo>
                  <a:pt x="139" y="1"/>
                </a:moveTo>
                <a:lnTo>
                  <a:pt x="140" y="1"/>
                </a:lnTo>
                <a:lnTo>
                  <a:pt x="140" y="0"/>
                </a:lnTo>
                <a:lnTo>
                  <a:pt x="141" y="0"/>
                </a:lnTo>
                <a:lnTo>
                  <a:pt x="141" y="1"/>
                </a:lnTo>
                <a:lnTo>
                  <a:pt x="142" y="1"/>
                </a:lnTo>
                <a:lnTo>
                  <a:pt x="143" y="1"/>
                </a:lnTo>
                <a:lnTo>
                  <a:pt x="143" y="2"/>
                </a:lnTo>
                <a:lnTo>
                  <a:pt x="144" y="2"/>
                </a:lnTo>
                <a:lnTo>
                  <a:pt x="145" y="3"/>
                </a:lnTo>
                <a:lnTo>
                  <a:pt x="145" y="4"/>
                </a:lnTo>
                <a:lnTo>
                  <a:pt x="146" y="5"/>
                </a:lnTo>
                <a:lnTo>
                  <a:pt x="146" y="6"/>
                </a:lnTo>
                <a:lnTo>
                  <a:pt x="145" y="6"/>
                </a:lnTo>
                <a:lnTo>
                  <a:pt x="146" y="6"/>
                </a:lnTo>
                <a:lnTo>
                  <a:pt x="146" y="7"/>
                </a:lnTo>
                <a:lnTo>
                  <a:pt x="147" y="7"/>
                </a:lnTo>
                <a:lnTo>
                  <a:pt x="147" y="8"/>
                </a:lnTo>
                <a:lnTo>
                  <a:pt x="147" y="9"/>
                </a:lnTo>
                <a:lnTo>
                  <a:pt x="148" y="9"/>
                </a:lnTo>
                <a:lnTo>
                  <a:pt x="149" y="10"/>
                </a:lnTo>
                <a:lnTo>
                  <a:pt x="150" y="10"/>
                </a:lnTo>
                <a:lnTo>
                  <a:pt x="151" y="9"/>
                </a:lnTo>
                <a:lnTo>
                  <a:pt x="152" y="9"/>
                </a:lnTo>
                <a:lnTo>
                  <a:pt x="151" y="9"/>
                </a:lnTo>
                <a:lnTo>
                  <a:pt x="151" y="10"/>
                </a:lnTo>
                <a:lnTo>
                  <a:pt x="150" y="11"/>
                </a:lnTo>
                <a:lnTo>
                  <a:pt x="150" y="12"/>
                </a:lnTo>
                <a:lnTo>
                  <a:pt x="151" y="12"/>
                </a:lnTo>
                <a:lnTo>
                  <a:pt x="152" y="12"/>
                </a:lnTo>
                <a:lnTo>
                  <a:pt x="152" y="13"/>
                </a:lnTo>
                <a:lnTo>
                  <a:pt x="152" y="14"/>
                </a:lnTo>
                <a:lnTo>
                  <a:pt x="153" y="14"/>
                </a:lnTo>
                <a:lnTo>
                  <a:pt x="154" y="14"/>
                </a:lnTo>
                <a:lnTo>
                  <a:pt x="155" y="14"/>
                </a:lnTo>
                <a:lnTo>
                  <a:pt x="155" y="15"/>
                </a:lnTo>
                <a:lnTo>
                  <a:pt x="156" y="15"/>
                </a:lnTo>
                <a:lnTo>
                  <a:pt x="156" y="16"/>
                </a:lnTo>
                <a:lnTo>
                  <a:pt x="155" y="16"/>
                </a:lnTo>
                <a:lnTo>
                  <a:pt x="155" y="17"/>
                </a:lnTo>
                <a:lnTo>
                  <a:pt x="156" y="17"/>
                </a:lnTo>
                <a:lnTo>
                  <a:pt x="157" y="16"/>
                </a:lnTo>
                <a:lnTo>
                  <a:pt x="157" y="15"/>
                </a:lnTo>
                <a:lnTo>
                  <a:pt x="158" y="15"/>
                </a:lnTo>
                <a:lnTo>
                  <a:pt x="159" y="15"/>
                </a:lnTo>
                <a:lnTo>
                  <a:pt x="159" y="16"/>
                </a:lnTo>
                <a:lnTo>
                  <a:pt x="160" y="16"/>
                </a:lnTo>
                <a:lnTo>
                  <a:pt x="161" y="16"/>
                </a:lnTo>
                <a:lnTo>
                  <a:pt x="161" y="17"/>
                </a:lnTo>
                <a:lnTo>
                  <a:pt x="162" y="17"/>
                </a:lnTo>
                <a:lnTo>
                  <a:pt x="162" y="18"/>
                </a:lnTo>
                <a:lnTo>
                  <a:pt x="163" y="18"/>
                </a:lnTo>
                <a:lnTo>
                  <a:pt x="164" y="18"/>
                </a:lnTo>
                <a:lnTo>
                  <a:pt x="165" y="18"/>
                </a:lnTo>
                <a:lnTo>
                  <a:pt x="166" y="18"/>
                </a:lnTo>
                <a:lnTo>
                  <a:pt x="167" y="18"/>
                </a:lnTo>
                <a:lnTo>
                  <a:pt x="168" y="18"/>
                </a:lnTo>
                <a:lnTo>
                  <a:pt x="169" y="18"/>
                </a:lnTo>
                <a:lnTo>
                  <a:pt x="170" y="18"/>
                </a:lnTo>
                <a:lnTo>
                  <a:pt x="171" y="18"/>
                </a:lnTo>
                <a:lnTo>
                  <a:pt x="172" y="18"/>
                </a:lnTo>
                <a:lnTo>
                  <a:pt x="171" y="18"/>
                </a:lnTo>
                <a:lnTo>
                  <a:pt x="171" y="19"/>
                </a:lnTo>
                <a:lnTo>
                  <a:pt x="172" y="19"/>
                </a:lnTo>
                <a:lnTo>
                  <a:pt x="172" y="20"/>
                </a:lnTo>
                <a:lnTo>
                  <a:pt x="171" y="20"/>
                </a:lnTo>
                <a:lnTo>
                  <a:pt x="171" y="21"/>
                </a:lnTo>
                <a:lnTo>
                  <a:pt x="171" y="22"/>
                </a:lnTo>
                <a:lnTo>
                  <a:pt x="171" y="23"/>
                </a:lnTo>
                <a:lnTo>
                  <a:pt x="172" y="23"/>
                </a:lnTo>
                <a:lnTo>
                  <a:pt x="172" y="24"/>
                </a:lnTo>
                <a:lnTo>
                  <a:pt x="172" y="25"/>
                </a:lnTo>
                <a:lnTo>
                  <a:pt x="172" y="26"/>
                </a:lnTo>
                <a:lnTo>
                  <a:pt x="172" y="27"/>
                </a:lnTo>
                <a:lnTo>
                  <a:pt x="173" y="28"/>
                </a:lnTo>
                <a:lnTo>
                  <a:pt x="174" y="29"/>
                </a:lnTo>
                <a:lnTo>
                  <a:pt x="175" y="29"/>
                </a:lnTo>
                <a:lnTo>
                  <a:pt x="176" y="28"/>
                </a:lnTo>
                <a:lnTo>
                  <a:pt x="178" y="29"/>
                </a:lnTo>
                <a:lnTo>
                  <a:pt x="178" y="30"/>
                </a:lnTo>
                <a:lnTo>
                  <a:pt x="178" y="29"/>
                </a:lnTo>
                <a:lnTo>
                  <a:pt x="179" y="30"/>
                </a:lnTo>
                <a:lnTo>
                  <a:pt x="178" y="30"/>
                </a:lnTo>
                <a:lnTo>
                  <a:pt x="178" y="31"/>
                </a:lnTo>
                <a:lnTo>
                  <a:pt x="177" y="31"/>
                </a:lnTo>
                <a:lnTo>
                  <a:pt x="176" y="32"/>
                </a:lnTo>
                <a:lnTo>
                  <a:pt x="175" y="32"/>
                </a:lnTo>
                <a:lnTo>
                  <a:pt x="175" y="33"/>
                </a:lnTo>
                <a:lnTo>
                  <a:pt x="174" y="33"/>
                </a:lnTo>
                <a:lnTo>
                  <a:pt x="172" y="33"/>
                </a:lnTo>
                <a:lnTo>
                  <a:pt x="172" y="34"/>
                </a:lnTo>
                <a:lnTo>
                  <a:pt x="171" y="35"/>
                </a:lnTo>
                <a:lnTo>
                  <a:pt x="171" y="36"/>
                </a:lnTo>
                <a:lnTo>
                  <a:pt x="170" y="36"/>
                </a:lnTo>
                <a:lnTo>
                  <a:pt x="168" y="37"/>
                </a:lnTo>
                <a:lnTo>
                  <a:pt x="168" y="38"/>
                </a:lnTo>
                <a:lnTo>
                  <a:pt x="168" y="39"/>
                </a:lnTo>
                <a:lnTo>
                  <a:pt x="167" y="40"/>
                </a:lnTo>
                <a:lnTo>
                  <a:pt x="166" y="42"/>
                </a:lnTo>
                <a:lnTo>
                  <a:pt x="165" y="42"/>
                </a:lnTo>
                <a:lnTo>
                  <a:pt x="164" y="43"/>
                </a:lnTo>
                <a:lnTo>
                  <a:pt x="164" y="44"/>
                </a:lnTo>
                <a:lnTo>
                  <a:pt x="164" y="45"/>
                </a:lnTo>
                <a:lnTo>
                  <a:pt x="163" y="46"/>
                </a:lnTo>
                <a:lnTo>
                  <a:pt x="163" y="47"/>
                </a:lnTo>
                <a:lnTo>
                  <a:pt x="163" y="48"/>
                </a:lnTo>
                <a:lnTo>
                  <a:pt x="163" y="49"/>
                </a:lnTo>
                <a:lnTo>
                  <a:pt x="162" y="50"/>
                </a:lnTo>
                <a:lnTo>
                  <a:pt x="162" y="51"/>
                </a:lnTo>
                <a:lnTo>
                  <a:pt x="162" y="52"/>
                </a:lnTo>
                <a:lnTo>
                  <a:pt x="162" y="56"/>
                </a:lnTo>
                <a:lnTo>
                  <a:pt x="162" y="57"/>
                </a:lnTo>
                <a:lnTo>
                  <a:pt x="163" y="57"/>
                </a:lnTo>
                <a:lnTo>
                  <a:pt x="163" y="58"/>
                </a:lnTo>
                <a:lnTo>
                  <a:pt x="163" y="59"/>
                </a:lnTo>
                <a:lnTo>
                  <a:pt x="164" y="60"/>
                </a:lnTo>
                <a:lnTo>
                  <a:pt x="163" y="60"/>
                </a:lnTo>
                <a:lnTo>
                  <a:pt x="162" y="60"/>
                </a:lnTo>
                <a:lnTo>
                  <a:pt x="163" y="60"/>
                </a:lnTo>
                <a:lnTo>
                  <a:pt x="163" y="61"/>
                </a:lnTo>
                <a:lnTo>
                  <a:pt x="164" y="61"/>
                </a:lnTo>
                <a:lnTo>
                  <a:pt x="164" y="62"/>
                </a:lnTo>
                <a:lnTo>
                  <a:pt x="164" y="64"/>
                </a:lnTo>
                <a:lnTo>
                  <a:pt x="164" y="65"/>
                </a:lnTo>
                <a:lnTo>
                  <a:pt x="164" y="66"/>
                </a:lnTo>
                <a:lnTo>
                  <a:pt x="164" y="67"/>
                </a:lnTo>
                <a:lnTo>
                  <a:pt x="165" y="67"/>
                </a:lnTo>
                <a:lnTo>
                  <a:pt x="165" y="68"/>
                </a:lnTo>
                <a:lnTo>
                  <a:pt x="165" y="69"/>
                </a:lnTo>
                <a:lnTo>
                  <a:pt x="166" y="70"/>
                </a:lnTo>
                <a:lnTo>
                  <a:pt x="166" y="71"/>
                </a:lnTo>
                <a:lnTo>
                  <a:pt x="168" y="71"/>
                </a:lnTo>
                <a:lnTo>
                  <a:pt x="168" y="72"/>
                </a:lnTo>
                <a:lnTo>
                  <a:pt x="167" y="72"/>
                </a:lnTo>
                <a:lnTo>
                  <a:pt x="167" y="71"/>
                </a:lnTo>
                <a:lnTo>
                  <a:pt x="166" y="71"/>
                </a:lnTo>
                <a:lnTo>
                  <a:pt x="166" y="72"/>
                </a:lnTo>
                <a:lnTo>
                  <a:pt x="166" y="73"/>
                </a:lnTo>
                <a:lnTo>
                  <a:pt x="167" y="73"/>
                </a:lnTo>
                <a:lnTo>
                  <a:pt x="167" y="74"/>
                </a:lnTo>
                <a:lnTo>
                  <a:pt x="167" y="75"/>
                </a:lnTo>
                <a:lnTo>
                  <a:pt x="167" y="76"/>
                </a:lnTo>
                <a:lnTo>
                  <a:pt x="167" y="77"/>
                </a:lnTo>
                <a:lnTo>
                  <a:pt x="167" y="78"/>
                </a:lnTo>
                <a:lnTo>
                  <a:pt x="167" y="79"/>
                </a:lnTo>
                <a:lnTo>
                  <a:pt x="166" y="79"/>
                </a:lnTo>
                <a:lnTo>
                  <a:pt x="165" y="80"/>
                </a:lnTo>
                <a:lnTo>
                  <a:pt x="164" y="80"/>
                </a:lnTo>
                <a:lnTo>
                  <a:pt x="164" y="82"/>
                </a:lnTo>
                <a:lnTo>
                  <a:pt x="165" y="82"/>
                </a:lnTo>
                <a:lnTo>
                  <a:pt x="165" y="84"/>
                </a:lnTo>
                <a:lnTo>
                  <a:pt x="164" y="84"/>
                </a:lnTo>
                <a:lnTo>
                  <a:pt x="164" y="85"/>
                </a:lnTo>
                <a:lnTo>
                  <a:pt x="163" y="85"/>
                </a:lnTo>
                <a:lnTo>
                  <a:pt x="162" y="86"/>
                </a:lnTo>
                <a:lnTo>
                  <a:pt x="162" y="87"/>
                </a:lnTo>
                <a:lnTo>
                  <a:pt x="161" y="88"/>
                </a:lnTo>
                <a:lnTo>
                  <a:pt x="161" y="89"/>
                </a:lnTo>
                <a:lnTo>
                  <a:pt x="160" y="89"/>
                </a:lnTo>
                <a:lnTo>
                  <a:pt x="160" y="90"/>
                </a:lnTo>
                <a:lnTo>
                  <a:pt x="160" y="91"/>
                </a:lnTo>
                <a:lnTo>
                  <a:pt x="160" y="92"/>
                </a:lnTo>
                <a:lnTo>
                  <a:pt x="159" y="92"/>
                </a:lnTo>
                <a:lnTo>
                  <a:pt x="159" y="94"/>
                </a:lnTo>
                <a:lnTo>
                  <a:pt x="159" y="96"/>
                </a:lnTo>
                <a:lnTo>
                  <a:pt x="159" y="97"/>
                </a:lnTo>
                <a:lnTo>
                  <a:pt x="158" y="98"/>
                </a:lnTo>
                <a:lnTo>
                  <a:pt x="158" y="99"/>
                </a:lnTo>
                <a:lnTo>
                  <a:pt x="158" y="100"/>
                </a:lnTo>
                <a:lnTo>
                  <a:pt x="158" y="102"/>
                </a:lnTo>
                <a:lnTo>
                  <a:pt x="157" y="102"/>
                </a:lnTo>
                <a:lnTo>
                  <a:pt x="156" y="104"/>
                </a:lnTo>
                <a:lnTo>
                  <a:pt x="156" y="105"/>
                </a:lnTo>
                <a:lnTo>
                  <a:pt x="155" y="106"/>
                </a:lnTo>
                <a:lnTo>
                  <a:pt x="155" y="107"/>
                </a:lnTo>
                <a:lnTo>
                  <a:pt x="154" y="107"/>
                </a:lnTo>
                <a:lnTo>
                  <a:pt x="154" y="108"/>
                </a:lnTo>
                <a:lnTo>
                  <a:pt x="153" y="108"/>
                </a:lnTo>
                <a:lnTo>
                  <a:pt x="152" y="109"/>
                </a:lnTo>
                <a:lnTo>
                  <a:pt x="152" y="110"/>
                </a:lnTo>
                <a:lnTo>
                  <a:pt x="151" y="110"/>
                </a:lnTo>
                <a:lnTo>
                  <a:pt x="150" y="111"/>
                </a:lnTo>
                <a:lnTo>
                  <a:pt x="149" y="112"/>
                </a:lnTo>
                <a:lnTo>
                  <a:pt x="148" y="113"/>
                </a:lnTo>
                <a:lnTo>
                  <a:pt x="148" y="114"/>
                </a:lnTo>
                <a:lnTo>
                  <a:pt x="148" y="115"/>
                </a:lnTo>
                <a:lnTo>
                  <a:pt x="148" y="116"/>
                </a:lnTo>
                <a:lnTo>
                  <a:pt x="148" y="117"/>
                </a:lnTo>
                <a:lnTo>
                  <a:pt x="148" y="118"/>
                </a:lnTo>
                <a:lnTo>
                  <a:pt x="148" y="119"/>
                </a:lnTo>
                <a:lnTo>
                  <a:pt x="148" y="120"/>
                </a:lnTo>
                <a:lnTo>
                  <a:pt x="147" y="120"/>
                </a:lnTo>
                <a:lnTo>
                  <a:pt x="147" y="121"/>
                </a:lnTo>
                <a:lnTo>
                  <a:pt x="146" y="121"/>
                </a:lnTo>
                <a:lnTo>
                  <a:pt x="146" y="122"/>
                </a:lnTo>
                <a:lnTo>
                  <a:pt x="145" y="122"/>
                </a:lnTo>
                <a:lnTo>
                  <a:pt x="145" y="123"/>
                </a:lnTo>
                <a:lnTo>
                  <a:pt x="144" y="124"/>
                </a:lnTo>
                <a:lnTo>
                  <a:pt x="144" y="125"/>
                </a:lnTo>
                <a:lnTo>
                  <a:pt x="144" y="126"/>
                </a:lnTo>
                <a:lnTo>
                  <a:pt x="144" y="127"/>
                </a:lnTo>
                <a:lnTo>
                  <a:pt x="144" y="128"/>
                </a:lnTo>
                <a:lnTo>
                  <a:pt x="145" y="129"/>
                </a:lnTo>
                <a:lnTo>
                  <a:pt x="145" y="130"/>
                </a:lnTo>
                <a:lnTo>
                  <a:pt x="146" y="131"/>
                </a:lnTo>
                <a:lnTo>
                  <a:pt x="147" y="131"/>
                </a:lnTo>
                <a:lnTo>
                  <a:pt x="147" y="132"/>
                </a:lnTo>
                <a:lnTo>
                  <a:pt x="146" y="133"/>
                </a:lnTo>
                <a:lnTo>
                  <a:pt x="146" y="134"/>
                </a:lnTo>
                <a:lnTo>
                  <a:pt x="145" y="134"/>
                </a:lnTo>
                <a:lnTo>
                  <a:pt x="145" y="135"/>
                </a:lnTo>
                <a:lnTo>
                  <a:pt x="144" y="135"/>
                </a:lnTo>
                <a:lnTo>
                  <a:pt x="144" y="136"/>
                </a:lnTo>
                <a:lnTo>
                  <a:pt x="143" y="137"/>
                </a:lnTo>
                <a:lnTo>
                  <a:pt x="143" y="138"/>
                </a:lnTo>
                <a:lnTo>
                  <a:pt x="143" y="139"/>
                </a:lnTo>
                <a:lnTo>
                  <a:pt x="144" y="140"/>
                </a:lnTo>
                <a:lnTo>
                  <a:pt x="143" y="140"/>
                </a:lnTo>
                <a:lnTo>
                  <a:pt x="143" y="141"/>
                </a:lnTo>
                <a:lnTo>
                  <a:pt x="143" y="142"/>
                </a:lnTo>
                <a:lnTo>
                  <a:pt x="143" y="144"/>
                </a:lnTo>
                <a:lnTo>
                  <a:pt x="143" y="145"/>
                </a:lnTo>
                <a:lnTo>
                  <a:pt x="142" y="147"/>
                </a:lnTo>
                <a:lnTo>
                  <a:pt x="142" y="148"/>
                </a:lnTo>
                <a:lnTo>
                  <a:pt x="142" y="149"/>
                </a:lnTo>
                <a:lnTo>
                  <a:pt x="141" y="150"/>
                </a:lnTo>
                <a:lnTo>
                  <a:pt x="141" y="151"/>
                </a:lnTo>
                <a:lnTo>
                  <a:pt x="141" y="152"/>
                </a:lnTo>
                <a:lnTo>
                  <a:pt x="140" y="152"/>
                </a:lnTo>
                <a:lnTo>
                  <a:pt x="140" y="153"/>
                </a:lnTo>
                <a:lnTo>
                  <a:pt x="140" y="154"/>
                </a:lnTo>
                <a:lnTo>
                  <a:pt x="140" y="155"/>
                </a:lnTo>
                <a:lnTo>
                  <a:pt x="140" y="157"/>
                </a:lnTo>
                <a:lnTo>
                  <a:pt x="140" y="158"/>
                </a:lnTo>
                <a:lnTo>
                  <a:pt x="139" y="159"/>
                </a:lnTo>
                <a:lnTo>
                  <a:pt x="139" y="160"/>
                </a:lnTo>
                <a:lnTo>
                  <a:pt x="139" y="161"/>
                </a:lnTo>
                <a:lnTo>
                  <a:pt x="138" y="161"/>
                </a:lnTo>
                <a:lnTo>
                  <a:pt x="138" y="162"/>
                </a:lnTo>
                <a:lnTo>
                  <a:pt x="138" y="163"/>
                </a:lnTo>
                <a:lnTo>
                  <a:pt x="138" y="164"/>
                </a:lnTo>
                <a:lnTo>
                  <a:pt x="138" y="165"/>
                </a:lnTo>
                <a:lnTo>
                  <a:pt x="138" y="166"/>
                </a:lnTo>
                <a:lnTo>
                  <a:pt x="137" y="167"/>
                </a:lnTo>
                <a:lnTo>
                  <a:pt x="137" y="168"/>
                </a:lnTo>
                <a:lnTo>
                  <a:pt x="137" y="169"/>
                </a:lnTo>
                <a:lnTo>
                  <a:pt x="136" y="171"/>
                </a:lnTo>
                <a:lnTo>
                  <a:pt x="136" y="174"/>
                </a:lnTo>
                <a:lnTo>
                  <a:pt x="136" y="175"/>
                </a:lnTo>
                <a:lnTo>
                  <a:pt x="136" y="176"/>
                </a:lnTo>
                <a:lnTo>
                  <a:pt x="135" y="177"/>
                </a:lnTo>
                <a:lnTo>
                  <a:pt x="134" y="179"/>
                </a:lnTo>
                <a:lnTo>
                  <a:pt x="134" y="180"/>
                </a:lnTo>
                <a:lnTo>
                  <a:pt x="134" y="181"/>
                </a:lnTo>
                <a:lnTo>
                  <a:pt x="134" y="183"/>
                </a:lnTo>
                <a:lnTo>
                  <a:pt x="134" y="185"/>
                </a:lnTo>
                <a:lnTo>
                  <a:pt x="135" y="185"/>
                </a:lnTo>
                <a:lnTo>
                  <a:pt x="135" y="186"/>
                </a:lnTo>
                <a:lnTo>
                  <a:pt x="134" y="186"/>
                </a:lnTo>
                <a:lnTo>
                  <a:pt x="134" y="188"/>
                </a:lnTo>
                <a:lnTo>
                  <a:pt x="133" y="188"/>
                </a:lnTo>
                <a:lnTo>
                  <a:pt x="133" y="189"/>
                </a:lnTo>
                <a:lnTo>
                  <a:pt x="133" y="190"/>
                </a:lnTo>
                <a:lnTo>
                  <a:pt x="133" y="191"/>
                </a:lnTo>
                <a:lnTo>
                  <a:pt x="133" y="192"/>
                </a:lnTo>
                <a:lnTo>
                  <a:pt x="132" y="192"/>
                </a:lnTo>
                <a:lnTo>
                  <a:pt x="132" y="193"/>
                </a:lnTo>
                <a:lnTo>
                  <a:pt x="132" y="194"/>
                </a:lnTo>
                <a:lnTo>
                  <a:pt x="131" y="195"/>
                </a:lnTo>
                <a:lnTo>
                  <a:pt x="131" y="196"/>
                </a:lnTo>
                <a:lnTo>
                  <a:pt x="131" y="197"/>
                </a:lnTo>
                <a:lnTo>
                  <a:pt x="131" y="199"/>
                </a:lnTo>
                <a:lnTo>
                  <a:pt x="131" y="200"/>
                </a:lnTo>
                <a:lnTo>
                  <a:pt x="131" y="201"/>
                </a:lnTo>
                <a:lnTo>
                  <a:pt x="130" y="201"/>
                </a:lnTo>
                <a:lnTo>
                  <a:pt x="130" y="202"/>
                </a:lnTo>
                <a:lnTo>
                  <a:pt x="130" y="203"/>
                </a:lnTo>
                <a:lnTo>
                  <a:pt x="129" y="203"/>
                </a:lnTo>
                <a:lnTo>
                  <a:pt x="129" y="204"/>
                </a:lnTo>
                <a:lnTo>
                  <a:pt x="128" y="204"/>
                </a:lnTo>
                <a:lnTo>
                  <a:pt x="128" y="205"/>
                </a:lnTo>
                <a:lnTo>
                  <a:pt x="127" y="205"/>
                </a:lnTo>
                <a:lnTo>
                  <a:pt x="127" y="206"/>
                </a:lnTo>
                <a:lnTo>
                  <a:pt x="127" y="207"/>
                </a:lnTo>
                <a:lnTo>
                  <a:pt x="126" y="208"/>
                </a:lnTo>
                <a:lnTo>
                  <a:pt x="126" y="209"/>
                </a:lnTo>
                <a:lnTo>
                  <a:pt x="126" y="210"/>
                </a:lnTo>
                <a:lnTo>
                  <a:pt x="126" y="211"/>
                </a:lnTo>
                <a:lnTo>
                  <a:pt x="126" y="212"/>
                </a:lnTo>
                <a:lnTo>
                  <a:pt x="126" y="213"/>
                </a:lnTo>
                <a:lnTo>
                  <a:pt x="125" y="213"/>
                </a:lnTo>
                <a:lnTo>
                  <a:pt x="124" y="214"/>
                </a:lnTo>
                <a:lnTo>
                  <a:pt x="124" y="215"/>
                </a:lnTo>
                <a:lnTo>
                  <a:pt x="124" y="216"/>
                </a:lnTo>
                <a:lnTo>
                  <a:pt x="124" y="217"/>
                </a:lnTo>
                <a:lnTo>
                  <a:pt x="125" y="217"/>
                </a:lnTo>
                <a:lnTo>
                  <a:pt x="125" y="218"/>
                </a:lnTo>
                <a:lnTo>
                  <a:pt x="125" y="219"/>
                </a:lnTo>
                <a:lnTo>
                  <a:pt x="125" y="220"/>
                </a:lnTo>
                <a:lnTo>
                  <a:pt x="124" y="220"/>
                </a:lnTo>
                <a:lnTo>
                  <a:pt x="124" y="222"/>
                </a:lnTo>
                <a:lnTo>
                  <a:pt x="125" y="222"/>
                </a:lnTo>
                <a:lnTo>
                  <a:pt x="125" y="223"/>
                </a:lnTo>
                <a:lnTo>
                  <a:pt x="126" y="223"/>
                </a:lnTo>
                <a:lnTo>
                  <a:pt x="125" y="223"/>
                </a:lnTo>
                <a:lnTo>
                  <a:pt x="125" y="224"/>
                </a:lnTo>
                <a:lnTo>
                  <a:pt x="124" y="224"/>
                </a:lnTo>
                <a:lnTo>
                  <a:pt x="124" y="223"/>
                </a:lnTo>
                <a:lnTo>
                  <a:pt x="124" y="224"/>
                </a:lnTo>
                <a:lnTo>
                  <a:pt x="123" y="225"/>
                </a:lnTo>
                <a:lnTo>
                  <a:pt x="122" y="225"/>
                </a:lnTo>
                <a:lnTo>
                  <a:pt x="121" y="225"/>
                </a:lnTo>
                <a:lnTo>
                  <a:pt x="121" y="226"/>
                </a:lnTo>
                <a:lnTo>
                  <a:pt x="121" y="227"/>
                </a:lnTo>
                <a:lnTo>
                  <a:pt x="120" y="227"/>
                </a:lnTo>
                <a:lnTo>
                  <a:pt x="120" y="228"/>
                </a:lnTo>
                <a:lnTo>
                  <a:pt x="120" y="229"/>
                </a:lnTo>
                <a:lnTo>
                  <a:pt x="120" y="230"/>
                </a:lnTo>
                <a:lnTo>
                  <a:pt x="119" y="231"/>
                </a:lnTo>
                <a:lnTo>
                  <a:pt x="119" y="232"/>
                </a:lnTo>
                <a:lnTo>
                  <a:pt x="119" y="233"/>
                </a:lnTo>
                <a:lnTo>
                  <a:pt x="118" y="233"/>
                </a:lnTo>
                <a:lnTo>
                  <a:pt x="117" y="236"/>
                </a:lnTo>
                <a:lnTo>
                  <a:pt x="117" y="237"/>
                </a:lnTo>
                <a:lnTo>
                  <a:pt x="117" y="238"/>
                </a:lnTo>
                <a:lnTo>
                  <a:pt x="116" y="238"/>
                </a:lnTo>
                <a:lnTo>
                  <a:pt x="116" y="239"/>
                </a:lnTo>
                <a:lnTo>
                  <a:pt x="115" y="239"/>
                </a:lnTo>
                <a:lnTo>
                  <a:pt x="115" y="240"/>
                </a:lnTo>
                <a:lnTo>
                  <a:pt x="114" y="240"/>
                </a:lnTo>
                <a:lnTo>
                  <a:pt x="114" y="241"/>
                </a:lnTo>
                <a:lnTo>
                  <a:pt x="114" y="242"/>
                </a:lnTo>
                <a:lnTo>
                  <a:pt x="112" y="245"/>
                </a:lnTo>
                <a:lnTo>
                  <a:pt x="111" y="246"/>
                </a:lnTo>
                <a:lnTo>
                  <a:pt x="111" y="247"/>
                </a:lnTo>
                <a:lnTo>
                  <a:pt x="110" y="247"/>
                </a:lnTo>
                <a:lnTo>
                  <a:pt x="110" y="248"/>
                </a:lnTo>
                <a:lnTo>
                  <a:pt x="109" y="248"/>
                </a:lnTo>
                <a:lnTo>
                  <a:pt x="109" y="249"/>
                </a:lnTo>
                <a:lnTo>
                  <a:pt x="110" y="249"/>
                </a:lnTo>
                <a:lnTo>
                  <a:pt x="109" y="249"/>
                </a:lnTo>
                <a:lnTo>
                  <a:pt x="108" y="249"/>
                </a:lnTo>
                <a:lnTo>
                  <a:pt x="107" y="249"/>
                </a:lnTo>
                <a:lnTo>
                  <a:pt x="107" y="250"/>
                </a:lnTo>
                <a:lnTo>
                  <a:pt x="106" y="250"/>
                </a:lnTo>
                <a:lnTo>
                  <a:pt x="106" y="251"/>
                </a:lnTo>
                <a:lnTo>
                  <a:pt x="105" y="252"/>
                </a:lnTo>
                <a:lnTo>
                  <a:pt x="105" y="253"/>
                </a:lnTo>
                <a:lnTo>
                  <a:pt x="106" y="253"/>
                </a:lnTo>
                <a:lnTo>
                  <a:pt x="106" y="254"/>
                </a:lnTo>
                <a:lnTo>
                  <a:pt x="106" y="255"/>
                </a:lnTo>
                <a:lnTo>
                  <a:pt x="106" y="256"/>
                </a:lnTo>
                <a:lnTo>
                  <a:pt x="106" y="257"/>
                </a:lnTo>
                <a:lnTo>
                  <a:pt x="105" y="257"/>
                </a:lnTo>
                <a:lnTo>
                  <a:pt x="105" y="258"/>
                </a:lnTo>
                <a:lnTo>
                  <a:pt x="105" y="259"/>
                </a:lnTo>
                <a:lnTo>
                  <a:pt x="104" y="259"/>
                </a:lnTo>
                <a:lnTo>
                  <a:pt x="104" y="260"/>
                </a:lnTo>
                <a:lnTo>
                  <a:pt x="103" y="261"/>
                </a:lnTo>
                <a:lnTo>
                  <a:pt x="102" y="262"/>
                </a:lnTo>
                <a:lnTo>
                  <a:pt x="101" y="263"/>
                </a:lnTo>
                <a:lnTo>
                  <a:pt x="100" y="263"/>
                </a:lnTo>
                <a:lnTo>
                  <a:pt x="100" y="264"/>
                </a:lnTo>
                <a:lnTo>
                  <a:pt x="99" y="264"/>
                </a:lnTo>
                <a:lnTo>
                  <a:pt x="99" y="265"/>
                </a:lnTo>
                <a:lnTo>
                  <a:pt x="98" y="265"/>
                </a:lnTo>
                <a:lnTo>
                  <a:pt x="97" y="265"/>
                </a:lnTo>
                <a:lnTo>
                  <a:pt x="97" y="266"/>
                </a:lnTo>
                <a:lnTo>
                  <a:pt x="96" y="266"/>
                </a:lnTo>
                <a:lnTo>
                  <a:pt x="95" y="267"/>
                </a:lnTo>
                <a:lnTo>
                  <a:pt x="94" y="267"/>
                </a:lnTo>
                <a:lnTo>
                  <a:pt x="94" y="268"/>
                </a:lnTo>
                <a:lnTo>
                  <a:pt x="93" y="268"/>
                </a:lnTo>
                <a:lnTo>
                  <a:pt x="93" y="269"/>
                </a:lnTo>
                <a:lnTo>
                  <a:pt x="92" y="269"/>
                </a:lnTo>
                <a:lnTo>
                  <a:pt x="91" y="269"/>
                </a:lnTo>
                <a:lnTo>
                  <a:pt x="91" y="270"/>
                </a:lnTo>
                <a:lnTo>
                  <a:pt x="90" y="271"/>
                </a:lnTo>
                <a:lnTo>
                  <a:pt x="90" y="272"/>
                </a:lnTo>
                <a:lnTo>
                  <a:pt x="90" y="273"/>
                </a:lnTo>
                <a:lnTo>
                  <a:pt x="90" y="274"/>
                </a:lnTo>
                <a:lnTo>
                  <a:pt x="89" y="275"/>
                </a:lnTo>
                <a:lnTo>
                  <a:pt x="89" y="276"/>
                </a:lnTo>
                <a:lnTo>
                  <a:pt x="89" y="277"/>
                </a:lnTo>
                <a:lnTo>
                  <a:pt x="89" y="278"/>
                </a:lnTo>
                <a:lnTo>
                  <a:pt x="88" y="278"/>
                </a:lnTo>
                <a:lnTo>
                  <a:pt x="87" y="279"/>
                </a:lnTo>
                <a:lnTo>
                  <a:pt x="87" y="280"/>
                </a:lnTo>
                <a:lnTo>
                  <a:pt x="86" y="280"/>
                </a:lnTo>
                <a:lnTo>
                  <a:pt x="86" y="281"/>
                </a:lnTo>
                <a:lnTo>
                  <a:pt x="86" y="282"/>
                </a:lnTo>
                <a:lnTo>
                  <a:pt x="86" y="283"/>
                </a:lnTo>
                <a:lnTo>
                  <a:pt x="86" y="284"/>
                </a:lnTo>
                <a:lnTo>
                  <a:pt x="85" y="284"/>
                </a:lnTo>
                <a:lnTo>
                  <a:pt x="85" y="286"/>
                </a:lnTo>
                <a:lnTo>
                  <a:pt x="84" y="287"/>
                </a:lnTo>
                <a:lnTo>
                  <a:pt x="84" y="288"/>
                </a:lnTo>
                <a:lnTo>
                  <a:pt x="84" y="289"/>
                </a:lnTo>
                <a:lnTo>
                  <a:pt x="84" y="290"/>
                </a:lnTo>
                <a:lnTo>
                  <a:pt x="84" y="291"/>
                </a:lnTo>
                <a:lnTo>
                  <a:pt x="83" y="291"/>
                </a:lnTo>
                <a:lnTo>
                  <a:pt x="83" y="292"/>
                </a:lnTo>
                <a:lnTo>
                  <a:pt x="83" y="293"/>
                </a:lnTo>
                <a:lnTo>
                  <a:pt x="83" y="294"/>
                </a:lnTo>
                <a:lnTo>
                  <a:pt x="82" y="294"/>
                </a:lnTo>
                <a:lnTo>
                  <a:pt x="82" y="296"/>
                </a:lnTo>
                <a:lnTo>
                  <a:pt x="82" y="297"/>
                </a:lnTo>
                <a:lnTo>
                  <a:pt x="81" y="297"/>
                </a:lnTo>
                <a:lnTo>
                  <a:pt x="81" y="298"/>
                </a:lnTo>
                <a:lnTo>
                  <a:pt x="81" y="299"/>
                </a:lnTo>
                <a:lnTo>
                  <a:pt x="81" y="300"/>
                </a:lnTo>
                <a:lnTo>
                  <a:pt x="80" y="300"/>
                </a:lnTo>
                <a:lnTo>
                  <a:pt x="80" y="301"/>
                </a:lnTo>
                <a:lnTo>
                  <a:pt x="80" y="302"/>
                </a:lnTo>
                <a:lnTo>
                  <a:pt x="79" y="303"/>
                </a:lnTo>
                <a:lnTo>
                  <a:pt x="79" y="304"/>
                </a:lnTo>
                <a:lnTo>
                  <a:pt x="79" y="305"/>
                </a:lnTo>
                <a:lnTo>
                  <a:pt x="79" y="306"/>
                </a:lnTo>
                <a:lnTo>
                  <a:pt x="79" y="308"/>
                </a:lnTo>
                <a:lnTo>
                  <a:pt x="79" y="309"/>
                </a:lnTo>
                <a:lnTo>
                  <a:pt x="79" y="310"/>
                </a:lnTo>
                <a:lnTo>
                  <a:pt x="79" y="312"/>
                </a:lnTo>
                <a:lnTo>
                  <a:pt x="79" y="313"/>
                </a:lnTo>
                <a:lnTo>
                  <a:pt x="79" y="318"/>
                </a:lnTo>
                <a:lnTo>
                  <a:pt x="79" y="324"/>
                </a:lnTo>
                <a:lnTo>
                  <a:pt x="78" y="325"/>
                </a:lnTo>
                <a:lnTo>
                  <a:pt x="78" y="326"/>
                </a:lnTo>
                <a:lnTo>
                  <a:pt x="78" y="327"/>
                </a:lnTo>
                <a:lnTo>
                  <a:pt x="79" y="327"/>
                </a:lnTo>
                <a:lnTo>
                  <a:pt x="79" y="328"/>
                </a:lnTo>
                <a:lnTo>
                  <a:pt x="79" y="330"/>
                </a:lnTo>
                <a:lnTo>
                  <a:pt x="79" y="331"/>
                </a:lnTo>
                <a:lnTo>
                  <a:pt x="79" y="334"/>
                </a:lnTo>
                <a:lnTo>
                  <a:pt x="79" y="335"/>
                </a:lnTo>
                <a:lnTo>
                  <a:pt x="79" y="336"/>
                </a:lnTo>
                <a:lnTo>
                  <a:pt x="78" y="336"/>
                </a:lnTo>
                <a:lnTo>
                  <a:pt x="78" y="337"/>
                </a:lnTo>
                <a:lnTo>
                  <a:pt x="77" y="338"/>
                </a:lnTo>
                <a:lnTo>
                  <a:pt x="77" y="339"/>
                </a:lnTo>
                <a:lnTo>
                  <a:pt x="76" y="339"/>
                </a:lnTo>
                <a:lnTo>
                  <a:pt x="75" y="340"/>
                </a:lnTo>
                <a:lnTo>
                  <a:pt x="74" y="340"/>
                </a:lnTo>
                <a:lnTo>
                  <a:pt x="74" y="342"/>
                </a:lnTo>
                <a:lnTo>
                  <a:pt x="74" y="343"/>
                </a:lnTo>
                <a:lnTo>
                  <a:pt x="74" y="344"/>
                </a:lnTo>
                <a:lnTo>
                  <a:pt x="74" y="345"/>
                </a:lnTo>
                <a:lnTo>
                  <a:pt x="75" y="345"/>
                </a:lnTo>
                <a:lnTo>
                  <a:pt x="75" y="346"/>
                </a:lnTo>
                <a:lnTo>
                  <a:pt x="76" y="347"/>
                </a:lnTo>
                <a:lnTo>
                  <a:pt x="76" y="348"/>
                </a:lnTo>
                <a:lnTo>
                  <a:pt x="76" y="349"/>
                </a:lnTo>
                <a:lnTo>
                  <a:pt x="75" y="349"/>
                </a:lnTo>
                <a:lnTo>
                  <a:pt x="75" y="348"/>
                </a:lnTo>
                <a:lnTo>
                  <a:pt x="75" y="347"/>
                </a:lnTo>
                <a:lnTo>
                  <a:pt x="74" y="347"/>
                </a:lnTo>
                <a:lnTo>
                  <a:pt x="73" y="346"/>
                </a:lnTo>
                <a:lnTo>
                  <a:pt x="73" y="345"/>
                </a:lnTo>
                <a:lnTo>
                  <a:pt x="72" y="345"/>
                </a:lnTo>
                <a:lnTo>
                  <a:pt x="71" y="345"/>
                </a:lnTo>
                <a:lnTo>
                  <a:pt x="70" y="345"/>
                </a:lnTo>
                <a:lnTo>
                  <a:pt x="69" y="344"/>
                </a:lnTo>
                <a:lnTo>
                  <a:pt x="68" y="343"/>
                </a:lnTo>
                <a:lnTo>
                  <a:pt x="67" y="343"/>
                </a:lnTo>
                <a:lnTo>
                  <a:pt x="66" y="343"/>
                </a:lnTo>
                <a:lnTo>
                  <a:pt x="66" y="344"/>
                </a:lnTo>
                <a:lnTo>
                  <a:pt x="65" y="344"/>
                </a:lnTo>
                <a:lnTo>
                  <a:pt x="65" y="345"/>
                </a:lnTo>
                <a:lnTo>
                  <a:pt x="66" y="345"/>
                </a:lnTo>
                <a:lnTo>
                  <a:pt x="65" y="346"/>
                </a:lnTo>
                <a:lnTo>
                  <a:pt x="65" y="347"/>
                </a:lnTo>
                <a:lnTo>
                  <a:pt x="64" y="347"/>
                </a:lnTo>
                <a:lnTo>
                  <a:pt x="63" y="347"/>
                </a:lnTo>
                <a:lnTo>
                  <a:pt x="63" y="346"/>
                </a:lnTo>
                <a:lnTo>
                  <a:pt x="62" y="345"/>
                </a:lnTo>
                <a:lnTo>
                  <a:pt x="62" y="344"/>
                </a:lnTo>
                <a:lnTo>
                  <a:pt x="62" y="343"/>
                </a:lnTo>
                <a:lnTo>
                  <a:pt x="62" y="342"/>
                </a:lnTo>
                <a:lnTo>
                  <a:pt x="63" y="342"/>
                </a:lnTo>
                <a:lnTo>
                  <a:pt x="63" y="341"/>
                </a:lnTo>
                <a:lnTo>
                  <a:pt x="63" y="340"/>
                </a:lnTo>
                <a:lnTo>
                  <a:pt x="62" y="340"/>
                </a:lnTo>
                <a:lnTo>
                  <a:pt x="61" y="339"/>
                </a:lnTo>
                <a:lnTo>
                  <a:pt x="61" y="338"/>
                </a:lnTo>
                <a:lnTo>
                  <a:pt x="61" y="337"/>
                </a:lnTo>
                <a:lnTo>
                  <a:pt x="60" y="337"/>
                </a:lnTo>
                <a:lnTo>
                  <a:pt x="60" y="336"/>
                </a:lnTo>
                <a:lnTo>
                  <a:pt x="60" y="335"/>
                </a:lnTo>
                <a:lnTo>
                  <a:pt x="61" y="335"/>
                </a:lnTo>
                <a:lnTo>
                  <a:pt x="61" y="334"/>
                </a:lnTo>
                <a:lnTo>
                  <a:pt x="61" y="333"/>
                </a:lnTo>
                <a:lnTo>
                  <a:pt x="62" y="333"/>
                </a:lnTo>
                <a:lnTo>
                  <a:pt x="62" y="331"/>
                </a:lnTo>
                <a:lnTo>
                  <a:pt x="61" y="330"/>
                </a:lnTo>
                <a:lnTo>
                  <a:pt x="62" y="330"/>
                </a:lnTo>
                <a:lnTo>
                  <a:pt x="63" y="329"/>
                </a:lnTo>
                <a:lnTo>
                  <a:pt x="63" y="328"/>
                </a:lnTo>
                <a:lnTo>
                  <a:pt x="63" y="327"/>
                </a:lnTo>
                <a:lnTo>
                  <a:pt x="62" y="327"/>
                </a:lnTo>
                <a:lnTo>
                  <a:pt x="62" y="326"/>
                </a:lnTo>
                <a:lnTo>
                  <a:pt x="60" y="319"/>
                </a:lnTo>
                <a:lnTo>
                  <a:pt x="60" y="318"/>
                </a:lnTo>
                <a:lnTo>
                  <a:pt x="60" y="317"/>
                </a:lnTo>
                <a:lnTo>
                  <a:pt x="60" y="316"/>
                </a:lnTo>
                <a:lnTo>
                  <a:pt x="59" y="316"/>
                </a:lnTo>
                <a:lnTo>
                  <a:pt x="59" y="315"/>
                </a:lnTo>
                <a:lnTo>
                  <a:pt x="59" y="314"/>
                </a:lnTo>
                <a:lnTo>
                  <a:pt x="58" y="314"/>
                </a:lnTo>
                <a:lnTo>
                  <a:pt x="57" y="313"/>
                </a:lnTo>
                <a:lnTo>
                  <a:pt x="57" y="312"/>
                </a:lnTo>
                <a:lnTo>
                  <a:pt x="57" y="311"/>
                </a:lnTo>
                <a:lnTo>
                  <a:pt x="57" y="310"/>
                </a:lnTo>
                <a:lnTo>
                  <a:pt x="56" y="309"/>
                </a:lnTo>
                <a:lnTo>
                  <a:pt x="56" y="308"/>
                </a:lnTo>
                <a:lnTo>
                  <a:pt x="56" y="307"/>
                </a:lnTo>
                <a:lnTo>
                  <a:pt x="55" y="306"/>
                </a:lnTo>
                <a:lnTo>
                  <a:pt x="54" y="305"/>
                </a:lnTo>
                <a:lnTo>
                  <a:pt x="54" y="304"/>
                </a:lnTo>
                <a:lnTo>
                  <a:pt x="53" y="304"/>
                </a:lnTo>
                <a:lnTo>
                  <a:pt x="53" y="303"/>
                </a:lnTo>
                <a:lnTo>
                  <a:pt x="52" y="303"/>
                </a:lnTo>
                <a:lnTo>
                  <a:pt x="52" y="302"/>
                </a:lnTo>
                <a:lnTo>
                  <a:pt x="52" y="301"/>
                </a:lnTo>
                <a:lnTo>
                  <a:pt x="51" y="301"/>
                </a:lnTo>
                <a:lnTo>
                  <a:pt x="51" y="300"/>
                </a:lnTo>
                <a:lnTo>
                  <a:pt x="50" y="300"/>
                </a:lnTo>
                <a:lnTo>
                  <a:pt x="49" y="299"/>
                </a:lnTo>
                <a:lnTo>
                  <a:pt x="48" y="298"/>
                </a:lnTo>
                <a:lnTo>
                  <a:pt x="47" y="297"/>
                </a:lnTo>
                <a:lnTo>
                  <a:pt x="46" y="297"/>
                </a:lnTo>
                <a:lnTo>
                  <a:pt x="45" y="296"/>
                </a:lnTo>
                <a:lnTo>
                  <a:pt x="44" y="296"/>
                </a:lnTo>
                <a:lnTo>
                  <a:pt x="43" y="294"/>
                </a:lnTo>
                <a:lnTo>
                  <a:pt x="42" y="294"/>
                </a:lnTo>
                <a:lnTo>
                  <a:pt x="41" y="293"/>
                </a:lnTo>
                <a:lnTo>
                  <a:pt x="40" y="293"/>
                </a:lnTo>
                <a:lnTo>
                  <a:pt x="40" y="292"/>
                </a:lnTo>
                <a:lnTo>
                  <a:pt x="39" y="292"/>
                </a:lnTo>
                <a:lnTo>
                  <a:pt x="39" y="291"/>
                </a:lnTo>
                <a:lnTo>
                  <a:pt x="38" y="291"/>
                </a:lnTo>
                <a:lnTo>
                  <a:pt x="38" y="290"/>
                </a:lnTo>
                <a:lnTo>
                  <a:pt x="37" y="290"/>
                </a:lnTo>
                <a:lnTo>
                  <a:pt x="37" y="289"/>
                </a:lnTo>
                <a:lnTo>
                  <a:pt x="35" y="288"/>
                </a:lnTo>
                <a:lnTo>
                  <a:pt x="35" y="289"/>
                </a:lnTo>
                <a:lnTo>
                  <a:pt x="34" y="289"/>
                </a:lnTo>
                <a:lnTo>
                  <a:pt x="33" y="288"/>
                </a:lnTo>
                <a:lnTo>
                  <a:pt x="32" y="288"/>
                </a:lnTo>
                <a:lnTo>
                  <a:pt x="32" y="287"/>
                </a:lnTo>
                <a:lnTo>
                  <a:pt x="31" y="287"/>
                </a:lnTo>
                <a:lnTo>
                  <a:pt x="30" y="286"/>
                </a:lnTo>
                <a:lnTo>
                  <a:pt x="29" y="285"/>
                </a:lnTo>
                <a:lnTo>
                  <a:pt x="29" y="286"/>
                </a:lnTo>
                <a:lnTo>
                  <a:pt x="28" y="285"/>
                </a:lnTo>
                <a:lnTo>
                  <a:pt x="27" y="284"/>
                </a:lnTo>
                <a:lnTo>
                  <a:pt x="27" y="283"/>
                </a:lnTo>
                <a:lnTo>
                  <a:pt x="27" y="282"/>
                </a:lnTo>
                <a:lnTo>
                  <a:pt x="26" y="282"/>
                </a:lnTo>
                <a:lnTo>
                  <a:pt x="26" y="281"/>
                </a:lnTo>
                <a:lnTo>
                  <a:pt x="27" y="282"/>
                </a:lnTo>
                <a:lnTo>
                  <a:pt x="28" y="282"/>
                </a:lnTo>
                <a:lnTo>
                  <a:pt x="27" y="281"/>
                </a:lnTo>
                <a:lnTo>
                  <a:pt x="26" y="281"/>
                </a:lnTo>
                <a:lnTo>
                  <a:pt x="26" y="280"/>
                </a:lnTo>
                <a:lnTo>
                  <a:pt x="25" y="279"/>
                </a:lnTo>
                <a:lnTo>
                  <a:pt x="24" y="278"/>
                </a:lnTo>
                <a:lnTo>
                  <a:pt x="23" y="276"/>
                </a:lnTo>
                <a:lnTo>
                  <a:pt x="23" y="275"/>
                </a:lnTo>
                <a:lnTo>
                  <a:pt x="24" y="275"/>
                </a:lnTo>
                <a:lnTo>
                  <a:pt x="23" y="275"/>
                </a:lnTo>
                <a:lnTo>
                  <a:pt x="24" y="274"/>
                </a:lnTo>
                <a:lnTo>
                  <a:pt x="23" y="274"/>
                </a:lnTo>
                <a:lnTo>
                  <a:pt x="24" y="274"/>
                </a:lnTo>
                <a:lnTo>
                  <a:pt x="23" y="274"/>
                </a:lnTo>
                <a:lnTo>
                  <a:pt x="23" y="275"/>
                </a:lnTo>
                <a:lnTo>
                  <a:pt x="23" y="274"/>
                </a:lnTo>
                <a:lnTo>
                  <a:pt x="22" y="274"/>
                </a:lnTo>
                <a:lnTo>
                  <a:pt x="21" y="275"/>
                </a:lnTo>
                <a:lnTo>
                  <a:pt x="21" y="274"/>
                </a:lnTo>
                <a:lnTo>
                  <a:pt x="21" y="273"/>
                </a:lnTo>
                <a:lnTo>
                  <a:pt x="20" y="273"/>
                </a:lnTo>
                <a:lnTo>
                  <a:pt x="20" y="272"/>
                </a:lnTo>
                <a:lnTo>
                  <a:pt x="20" y="271"/>
                </a:lnTo>
                <a:lnTo>
                  <a:pt x="20" y="270"/>
                </a:lnTo>
                <a:lnTo>
                  <a:pt x="20" y="269"/>
                </a:lnTo>
                <a:lnTo>
                  <a:pt x="21" y="269"/>
                </a:lnTo>
                <a:lnTo>
                  <a:pt x="22" y="268"/>
                </a:lnTo>
                <a:lnTo>
                  <a:pt x="22" y="267"/>
                </a:lnTo>
                <a:lnTo>
                  <a:pt x="22" y="266"/>
                </a:lnTo>
                <a:lnTo>
                  <a:pt x="22" y="265"/>
                </a:lnTo>
                <a:lnTo>
                  <a:pt x="21" y="265"/>
                </a:lnTo>
                <a:lnTo>
                  <a:pt x="21" y="266"/>
                </a:lnTo>
                <a:lnTo>
                  <a:pt x="20" y="265"/>
                </a:lnTo>
                <a:lnTo>
                  <a:pt x="20" y="264"/>
                </a:lnTo>
                <a:lnTo>
                  <a:pt x="20" y="263"/>
                </a:lnTo>
                <a:lnTo>
                  <a:pt x="19" y="262"/>
                </a:lnTo>
                <a:lnTo>
                  <a:pt x="19" y="261"/>
                </a:lnTo>
                <a:lnTo>
                  <a:pt x="19" y="260"/>
                </a:lnTo>
                <a:lnTo>
                  <a:pt x="18" y="260"/>
                </a:lnTo>
                <a:lnTo>
                  <a:pt x="18" y="259"/>
                </a:lnTo>
                <a:lnTo>
                  <a:pt x="18" y="258"/>
                </a:lnTo>
                <a:lnTo>
                  <a:pt x="17" y="257"/>
                </a:lnTo>
                <a:lnTo>
                  <a:pt x="17" y="256"/>
                </a:lnTo>
                <a:lnTo>
                  <a:pt x="17" y="255"/>
                </a:lnTo>
                <a:lnTo>
                  <a:pt x="16" y="255"/>
                </a:lnTo>
                <a:lnTo>
                  <a:pt x="15" y="254"/>
                </a:lnTo>
                <a:lnTo>
                  <a:pt x="16" y="254"/>
                </a:lnTo>
                <a:lnTo>
                  <a:pt x="16" y="253"/>
                </a:lnTo>
                <a:lnTo>
                  <a:pt x="16" y="252"/>
                </a:lnTo>
                <a:lnTo>
                  <a:pt x="15" y="251"/>
                </a:lnTo>
                <a:lnTo>
                  <a:pt x="14" y="250"/>
                </a:lnTo>
                <a:lnTo>
                  <a:pt x="15" y="250"/>
                </a:lnTo>
                <a:lnTo>
                  <a:pt x="15" y="249"/>
                </a:lnTo>
                <a:lnTo>
                  <a:pt x="14" y="248"/>
                </a:lnTo>
                <a:lnTo>
                  <a:pt x="14" y="247"/>
                </a:lnTo>
                <a:lnTo>
                  <a:pt x="14" y="246"/>
                </a:lnTo>
                <a:lnTo>
                  <a:pt x="13" y="246"/>
                </a:lnTo>
                <a:lnTo>
                  <a:pt x="13" y="245"/>
                </a:lnTo>
                <a:lnTo>
                  <a:pt x="13" y="244"/>
                </a:lnTo>
                <a:lnTo>
                  <a:pt x="13" y="243"/>
                </a:lnTo>
                <a:lnTo>
                  <a:pt x="13" y="242"/>
                </a:lnTo>
                <a:lnTo>
                  <a:pt x="13" y="241"/>
                </a:lnTo>
                <a:lnTo>
                  <a:pt x="13" y="240"/>
                </a:lnTo>
                <a:lnTo>
                  <a:pt x="12" y="238"/>
                </a:lnTo>
                <a:lnTo>
                  <a:pt x="11" y="238"/>
                </a:lnTo>
                <a:lnTo>
                  <a:pt x="11" y="237"/>
                </a:lnTo>
                <a:lnTo>
                  <a:pt x="10" y="236"/>
                </a:lnTo>
                <a:lnTo>
                  <a:pt x="10" y="235"/>
                </a:lnTo>
                <a:lnTo>
                  <a:pt x="9" y="235"/>
                </a:lnTo>
                <a:lnTo>
                  <a:pt x="8" y="234"/>
                </a:lnTo>
                <a:lnTo>
                  <a:pt x="7" y="233"/>
                </a:lnTo>
                <a:lnTo>
                  <a:pt x="6" y="232"/>
                </a:lnTo>
                <a:lnTo>
                  <a:pt x="5" y="232"/>
                </a:lnTo>
                <a:lnTo>
                  <a:pt x="4" y="231"/>
                </a:lnTo>
                <a:lnTo>
                  <a:pt x="3" y="231"/>
                </a:lnTo>
                <a:lnTo>
                  <a:pt x="4" y="230"/>
                </a:lnTo>
                <a:lnTo>
                  <a:pt x="3" y="230"/>
                </a:lnTo>
                <a:lnTo>
                  <a:pt x="2" y="230"/>
                </a:lnTo>
                <a:lnTo>
                  <a:pt x="2" y="229"/>
                </a:lnTo>
                <a:lnTo>
                  <a:pt x="1" y="229"/>
                </a:lnTo>
                <a:lnTo>
                  <a:pt x="1" y="230"/>
                </a:lnTo>
                <a:lnTo>
                  <a:pt x="1" y="228"/>
                </a:lnTo>
                <a:lnTo>
                  <a:pt x="1" y="227"/>
                </a:lnTo>
                <a:lnTo>
                  <a:pt x="1" y="226"/>
                </a:lnTo>
                <a:lnTo>
                  <a:pt x="0" y="226"/>
                </a:lnTo>
                <a:lnTo>
                  <a:pt x="0" y="225"/>
                </a:lnTo>
                <a:lnTo>
                  <a:pt x="1" y="225"/>
                </a:lnTo>
                <a:lnTo>
                  <a:pt x="1" y="224"/>
                </a:lnTo>
                <a:lnTo>
                  <a:pt x="1" y="223"/>
                </a:lnTo>
                <a:lnTo>
                  <a:pt x="2" y="223"/>
                </a:lnTo>
                <a:lnTo>
                  <a:pt x="1" y="224"/>
                </a:lnTo>
                <a:lnTo>
                  <a:pt x="2" y="224"/>
                </a:lnTo>
                <a:lnTo>
                  <a:pt x="4" y="223"/>
                </a:lnTo>
                <a:lnTo>
                  <a:pt x="5" y="223"/>
                </a:lnTo>
                <a:lnTo>
                  <a:pt x="5" y="222"/>
                </a:lnTo>
                <a:lnTo>
                  <a:pt x="5" y="221"/>
                </a:lnTo>
                <a:lnTo>
                  <a:pt x="5" y="220"/>
                </a:lnTo>
                <a:lnTo>
                  <a:pt x="4" y="220"/>
                </a:lnTo>
                <a:lnTo>
                  <a:pt x="4" y="218"/>
                </a:lnTo>
                <a:lnTo>
                  <a:pt x="4" y="217"/>
                </a:lnTo>
                <a:lnTo>
                  <a:pt x="4" y="216"/>
                </a:lnTo>
                <a:lnTo>
                  <a:pt x="4" y="215"/>
                </a:lnTo>
                <a:lnTo>
                  <a:pt x="4" y="214"/>
                </a:lnTo>
                <a:lnTo>
                  <a:pt x="5" y="214"/>
                </a:lnTo>
                <a:lnTo>
                  <a:pt x="5" y="213"/>
                </a:lnTo>
                <a:lnTo>
                  <a:pt x="4" y="213"/>
                </a:lnTo>
                <a:lnTo>
                  <a:pt x="5" y="213"/>
                </a:lnTo>
                <a:lnTo>
                  <a:pt x="5" y="212"/>
                </a:lnTo>
                <a:lnTo>
                  <a:pt x="5" y="211"/>
                </a:lnTo>
                <a:lnTo>
                  <a:pt x="5" y="212"/>
                </a:lnTo>
                <a:lnTo>
                  <a:pt x="6" y="212"/>
                </a:lnTo>
                <a:lnTo>
                  <a:pt x="6" y="213"/>
                </a:lnTo>
                <a:lnTo>
                  <a:pt x="6" y="212"/>
                </a:lnTo>
                <a:lnTo>
                  <a:pt x="6" y="211"/>
                </a:lnTo>
                <a:lnTo>
                  <a:pt x="6" y="210"/>
                </a:lnTo>
                <a:lnTo>
                  <a:pt x="7" y="209"/>
                </a:lnTo>
                <a:lnTo>
                  <a:pt x="7" y="208"/>
                </a:lnTo>
                <a:lnTo>
                  <a:pt x="8" y="208"/>
                </a:lnTo>
                <a:lnTo>
                  <a:pt x="8" y="207"/>
                </a:lnTo>
                <a:lnTo>
                  <a:pt x="7" y="207"/>
                </a:lnTo>
                <a:lnTo>
                  <a:pt x="7" y="208"/>
                </a:lnTo>
                <a:lnTo>
                  <a:pt x="6" y="208"/>
                </a:lnTo>
                <a:lnTo>
                  <a:pt x="6" y="205"/>
                </a:lnTo>
                <a:lnTo>
                  <a:pt x="7" y="205"/>
                </a:lnTo>
                <a:lnTo>
                  <a:pt x="8" y="205"/>
                </a:lnTo>
                <a:lnTo>
                  <a:pt x="7" y="205"/>
                </a:lnTo>
                <a:lnTo>
                  <a:pt x="7" y="204"/>
                </a:lnTo>
                <a:lnTo>
                  <a:pt x="8" y="203"/>
                </a:lnTo>
                <a:lnTo>
                  <a:pt x="8" y="202"/>
                </a:lnTo>
                <a:lnTo>
                  <a:pt x="9" y="201"/>
                </a:lnTo>
                <a:lnTo>
                  <a:pt x="9" y="200"/>
                </a:lnTo>
                <a:lnTo>
                  <a:pt x="8" y="200"/>
                </a:lnTo>
                <a:lnTo>
                  <a:pt x="8" y="199"/>
                </a:lnTo>
                <a:lnTo>
                  <a:pt x="9" y="199"/>
                </a:lnTo>
                <a:lnTo>
                  <a:pt x="9" y="198"/>
                </a:lnTo>
                <a:lnTo>
                  <a:pt x="9" y="197"/>
                </a:lnTo>
                <a:lnTo>
                  <a:pt x="10" y="197"/>
                </a:lnTo>
                <a:lnTo>
                  <a:pt x="10" y="198"/>
                </a:lnTo>
                <a:lnTo>
                  <a:pt x="9" y="198"/>
                </a:lnTo>
                <a:lnTo>
                  <a:pt x="9" y="199"/>
                </a:lnTo>
                <a:lnTo>
                  <a:pt x="10" y="199"/>
                </a:lnTo>
                <a:lnTo>
                  <a:pt x="10" y="198"/>
                </a:lnTo>
                <a:lnTo>
                  <a:pt x="11" y="199"/>
                </a:lnTo>
                <a:lnTo>
                  <a:pt x="11" y="198"/>
                </a:lnTo>
                <a:lnTo>
                  <a:pt x="11" y="197"/>
                </a:lnTo>
                <a:lnTo>
                  <a:pt x="10" y="197"/>
                </a:lnTo>
                <a:lnTo>
                  <a:pt x="10" y="196"/>
                </a:lnTo>
                <a:lnTo>
                  <a:pt x="9" y="196"/>
                </a:lnTo>
                <a:lnTo>
                  <a:pt x="11" y="196"/>
                </a:lnTo>
                <a:lnTo>
                  <a:pt x="12" y="195"/>
                </a:lnTo>
                <a:lnTo>
                  <a:pt x="12" y="194"/>
                </a:lnTo>
                <a:lnTo>
                  <a:pt x="11" y="194"/>
                </a:lnTo>
                <a:lnTo>
                  <a:pt x="11" y="193"/>
                </a:lnTo>
                <a:lnTo>
                  <a:pt x="11" y="192"/>
                </a:lnTo>
                <a:lnTo>
                  <a:pt x="11" y="191"/>
                </a:lnTo>
                <a:lnTo>
                  <a:pt x="11" y="192"/>
                </a:lnTo>
                <a:lnTo>
                  <a:pt x="10" y="191"/>
                </a:lnTo>
                <a:lnTo>
                  <a:pt x="11" y="191"/>
                </a:lnTo>
                <a:lnTo>
                  <a:pt x="11" y="190"/>
                </a:lnTo>
                <a:lnTo>
                  <a:pt x="11" y="189"/>
                </a:lnTo>
                <a:lnTo>
                  <a:pt x="10" y="189"/>
                </a:lnTo>
                <a:lnTo>
                  <a:pt x="9" y="189"/>
                </a:lnTo>
                <a:lnTo>
                  <a:pt x="10" y="188"/>
                </a:lnTo>
                <a:lnTo>
                  <a:pt x="11" y="188"/>
                </a:lnTo>
                <a:lnTo>
                  <a:pt x="10" y="187"/>
                </a:lnTo>
                <a:lnTo>
                  <a:pt x="11" y="187"/>
                </a:lnTo>
                <a:lnTo>
                  <a:pt x="11" y="186"/>
                </a:lnTo>
                <a:lnTo>
                  <a:pt x="11" y="185"/>
                </a:lnTo>
                <a:lnTo>
                  <a:pt x="10" y="185"/>
                </a:lnTo>
                <a:lnTo>
                  <a:pt x="9" y="185"/>
                </a:lnTo>
                <a:lnTo>
                  <a:pt x="8" y="185"/>
                </a:lnTo>
                <a:lnTo>
                  <a:pt x="8" y="182"/>
                </a:lnTo>
                <a:lnTo>
                  <a:pt x="9" y="182"/>
                </a:lnTo>
                <a:lnTo>
                  <a:pt x="10" y="182"/>
                </a:lnTo>
                <a:lnTo>
                  <a:pt x="11" y="182"/>
                </a:lnTo>
                <a:lnTo>
                  <a:pt x="11" y="181"/>
                </a:lnTo>
                <a:lnTo>
                  <a:pt x="11" y="180"/>
                </a:lnTo>
                <a:lnTo>
                  <a:pt x="10" y="180"/>
                </a:lnTo>
                <a:lnTo>
                  <a:pt x="10" y="179"/>
                </a:lnTo>
                <a:lnTo>
                  <a:pt x="10" y="178"/>
                </a:lnTo>
                <a:lnTo>
                  <a:pt x="10" y="177"/>
                </a:lnTo>
                <a:lnTo>
                  <a:pt x="10" y="176"/>
                </a:lnTo>
                <a:lnTo>
                  <a:pt x="10" y="175"/>
                </a:lnTo>
                <a:lnTo>
                  <a:pt x="10" y="174"/>
                </a:lnTo>
                <a:lnTo>
                  <a:pt x="11" y="174"/>
                </a:lnTo>
                <a:lnTo>
                  <a:pt x="11" y="175"/>
                </a:lnTo>
                <a:lnTo>
                  <a:pt x="11" y="174"/>
                </a:lnTo>
                <a:lnTo>
                  <a:pt x="10" y="174"/>
                </a:lnTo>
                <a:lnTo>
                  <a:pt x="10" y="173"/>
                </a:lnTo>
                <a:lnTo>
                  <a:pt x="10" y="172"/>
                </a:lnTo>
                <a:lnTo>
                  <a:pt x="10" y="171"/>
                </a:lnTo>
                <a:lnTo>
                  <a:pt x="10" y="169"/>
                </a:lnTo>
                <a:lnTo>
                  <a:pt x="11" y="168"/>
                </a:lnTo>
                <a:lnTo>
                  <a:pt x="11" y="167"/>
                </a:lnTo>
                <a:lnTo>
                  <a:pt x="12" y="166"/>
                </a:lnTo>
                <a:lnTo>
                  <a:pt x="12" y="165"/>
                </a:lnTo>
                <a:lnTo>
                  <a:pt x="13" y="165"/>
                </a:lnTo>
                <a:lnTo>
                  <a:pt x="13" y="164"/>
                </a:lnTo>
                <a:lnTo>
                  <a:pt x="14" y="164"/>
                </a:lnTo>
                <a:lnTo>
                  <a:pt x="14" y="163"/>
                </a:lnTo>
                <a:lnTo>
                  <a:pt x="13" y="163"/>
                </a:lnTo>
                <a:lnTo>
                  <a:pt x="13" y="162"/>
                </a:lnTo>
                <a:lnTo>
                  <a:pt x="13" y="161"/>
                </a:lnTo>
                <a:lnTo>
                  <a:pt x="13" y="160"/>
                </a:lnTo>
                <a:lnTo>
                  <a:pt x="13" y="159"/>
                </a:lnTo>
                <a:lnTo>
                  <a:pt x="14" y="158"/>
                </a:lnTo>
                <a:lnTo>
                  <a:pt x="15" y="158"/>
                </a:lnTo>
                <a:lnTo>
                  <a:pt x="15" y="157"/>
                </a:lnTo>
                <a:lnTo>
                  <a:pt x="16" y="155"/>
                </a:lnTo>
                <a:lnTo>
                  <a:pt x="17" y="154"/>
                </a:lnTo>
                <a:lnTo>
                  <a:pt x="16" y="154"/>
                </a:lnTo>
                <a:lnTo>
                  <a:pt x="16" y="155"/>
                </a:lnTo>
                <a:lnTo>
                  <a:pt x="15" y="156"/>
                </a:lnTo>
                <a:lnTo>
                  <a:pt x="15" y="157"/>
                </a:lnTo>
                <a:lnTo>
                  <a:pt x="14" y="157"/>
                </a:lnTo>
                <a:lnTo>
                  <a:pt x="14" y="158"/>
                </a:lnTo>
                <a:lnTo>
                  <a:pt x="13" y="158"/>
                </a:lnTo>
                <a:lnTo>
                  <a:pt x="12" y="157"/>
                </a:lnTo>
                <a:lnTo>
                  <a:pt x="13" y="156"/>
                </a:lnTo>
                <a:lnTo>
                  <a:pt x="13" y="155"/>
                </a:lnTo>
                <a:lnTo>
                  <a:pt x="14" y="154"/>
                </a:lnTo>
                <a:lnTo>
                  <a:pt x="13" y="153"/>
                </a:lnTo>
                <a:lnTo>
                  <a:pt x="14" y="153"/>
                </a:lnTo>
                <a:lnTo>
                  <a:pt x="15" y="152"/>
                </a:lnTo>
                <a:lnTo>
                  <a:pt x="15" y="151"/>
                </a:lnTo>
                <a:lnTo>
                  <a:pt x="16" y="151"/>
                </a:lnTo>
                <a:lnTo>
                  <a:pt x="17" y="151"/>
                </a:lnTo>
                <a:lnTo>
                  <a:pt x="17" y="152"/>
                </a:lnTo>
                <a:lnTo>
                  <a:pt x="17" y="151"/>
                </a:lnTo>
                <a:lnTo>
                  <a:pt x="18" y="151"/>
                </a:lnTo>
                <a:lnTo>
                  <a:pt x="17" y="151"/>
                </a:lnTo>
                <a:lnTo>
                  <a:pt x="17" y="150"/>
                </a:lnTo>
                <a:lnTo>
                  <a:pt x="18" y="150"/>
                </a:lnTo>
                <a:lnTo>
                  <a:pt x="19" y="151"/>
                </a:lnTo>
                <a:lnTo>
                  <a:pt x="20" y="150"/>
                </a:lnTo>
                <a:lnTo>
                  <a:pt x="21" y="150"/>
                </a:lnTo>
                <a:lnTo>
                  <a:pt x="21" y="149"/>
                </a:lnTo>
                <a:lnTo>
                  <a:pt x="20" y="148"/>
                </a:lnTo>
                <a:lnTo>
                  <a:pt x="20" y="147"/>
                </a:lnTo>
                <a:lnTo>
                  <a:pt x="21" y="147"/>
                </a:lnTo>
                <a:lnTo>
                  <a:pt x="22" y="147"/>
                </a:lnTo>
                <a:lnTo>
                  <a:pt x="23" y="146"/>
                </a:lnTo>
                <a:lnTo>
                  <a:pt x="23" y="145"/>
                </a:lnTo>
                <a:lnTo>
                  <a:pt x="24" y="145"/>
                </a:lnTo>
                <a:lnTo>
                  <a:pt x="24" y="144"/>
                </a:lnTo>
                <a:lnTo>
                  <a:pt x="24" y="143"/>
                </a:lnTo>
                <a:lnTo>
                  <a:pt x="25" y="142"/>
                </a:lnTo>
                <a:lnTo>
                  <a:pt x="25" y="141"/>
                </a:lnTo>
                <a:lnTo>
                  <a:pt x="26" y="140"/>
                </a:lnTo>
                <a:lnTo>
                  <a:pt x="26" y="139"/>
                </a:lnTo>
                <a:lnTo>
                  <a:pt x="25" y="139"/>
                </a:lnTo>
                <a:lnTo>
                  <a:pt x="26" y="136"/>
                </a:lnTo>
                <a:lnTo>
                  <a:pt x="27" y="135"/>
                </a:lnTo>
                <a:lnTo>
                  <a:pt x="27" y="134"/>
                </a:lnTo>
                <a:lnTo>
                  <a:pt x="28" y="134"/>
                </a:lnTo>
                <a:lnTo>
                  <a:pt x="29" y="134"/>
                </a:lnTo>
                <a:lnTo>
                  <a:pt x="29" y="133"/>
                </a:lnTo>
                <a:lnTo>
                  <a:pt x="29" y="132"/>
                </a:lnTo>
                <a:lnTo>
                  <a:pt x="29" y="131"/>
                </a:lnTo>
                <a:lnTo>
                  <a:pt x="31" y="130"/>
                </a:lnTo>
                <a:lnTo>
                  <a:pt x="31" y="129"/>
                </a:lnTo>
                <a:lnTo>
                  <a:pt x="32" y="128"/>
                </a:lnTo>
                <a:lnTo>
                  <a:pt x="34" y="127"/>
                </a:lnTo>
                <a:lnTo>
                  <a:pt x="34" y="126"/>
                </a:lnTo>
                <a:lnTo>
                  <a:pt x="35" y="126"/>
                </a:lnTo>
                <a:lnTo>
                  <a:pt x="35" y="125"/>
                </a:lnTo>
                <a:lnTo>
                  <a:pt x="35" y="124"/>
                </a:lnTo>
                <a:lnTo>
                  <a:pt x="37" y="124"/>
                </a:lnTo>
                <a:lnTo>
                  <a:pt x="38" y="123"/>
                </a:lnTo>
                <a:lnTo>
                  <a:pt x="37" y="123"/>
                </a:lnTo>
                <a:lnTo>
                  <a:pt x="38" y="122"/>
                </a:lnTo>
                <a:lnTo>
                  <a:pt x="38" y="120"/>
                </a:lnTo>
                <a:lnTo>
                  <a:pt x="35" y="120"/>
                </a:lnTo>
                <a:lnTo>
                  <a:pt x="35" y="121"/>
                </a:lnTo>
                <a:lnTo>
                  <a:pt x="35" y="122"/>
                </a:lnTo>
                <a:lnTo>
                  <a:pt x="34" y="122"/>
                </a:lnTo>
                <a:lnTo>
                  <a:pt x="34" y="123"/>
                </a:lnTo>
                <a:lnTo>
                  <a:pt x="33" y="123"/>
                </a:lnTo>
                <a:lnTo>
                  <a:pt x="32" y="124"/>
                </a:lnTo>
                <a:lnTo>
                  <a:pt x="32" y="123"/>
                </a:lnTo>
                <a:lnTo>
                  <a:pt x="31" y="123"/>
                </a:lnTo>
                <a:lnTo>
                  <a:pt x="32" y="123"/>
                </a:lnTo>
                <a:lnTo>
                  <a:pt x="34" y="120"/>
                </a:lnTo>
                <a:lnTo>
                  <a:pt x="35" y="120"/>
                </a:lnTo>
                <a:lnTo>
                  <a:pt x="35" y="119"/>
                </a:lnTo>
                <a:lnTo>
                  <a:pt x="35" y="118"/>
                </a:lnTo>
                <a:lnTo>
                  <a:pt x="37" y="117"/>
                </a:lnTo>
                <a:lnTo>
                  <a:pt x="40" y="117"/>
                </a:lnTo>
                <a:lnTo>
                  <a:pt x="40" y="116"/>
                </a:lnTo>
                <a:lnTo>
                  <a:pt x="40" y="115"/>
                </a:lnTo>
                <a:lnTo>
                  <a:pt x="41" y="115"/>
                </a:lnTo>
                <a:lnTo>
                  <a:pt x="41" y="114"/>
                </a:lnTo>
                <a:lnTo>
                  <a:pt x="42" y="114"/>
                </a:lnTo>
                <a:lnTo>
                  <a:pt x="42" y="113"/>
                </a:lnTo>
                <a:lnTo>
                  <a:pt x="42" y="112"/>
                </a:lnTo>
                <a:lnTo>
                  <a:pt x="41" y="111"/>
                </a:lnTo>
                <a:lnTo>
                  <a:pt x="40" y="111"/>
                </a:lnTo>
                <a:lnTo>
                  <a:pt x="41" y="111"/>
                </a:lnTo>
                <a:lnTo>
                  <a:pt x="41" y="110"/>
                </a:lnTo>
                <a:lnTo>
                  <a:pt x="41" y="109"/>
                </a:lnTo>
                <a:lnTo>
                  <a:pt x="42" y="107"/>
                </a:lnTo>
                <a:lnTo>
                  <a:pt x="43" y="106"/>
                </a:lnTo>
                <a:lnTo>
                  <a:pt x="43" y="105"/>
                </a:lnTo>
                <a:lnTo>
                  <a:pt x="43" y="106"/>
                </a:lnTo>
                <a:lnTo>
                  <a:pt x="43" y="105"/>
                </a:lnTo>
                <a:lnTo>
                  <a:pt x="44" y="105"/>
                </a:lnTo>
                <a:lnTo>
                  <a:pt x="44" y="104"/>
                </a:lnTo>
                <a:lnTo>
                  <a:pt x="44" y="105"/>
                </a:lnTo>
                <a:lnTo>
                  <a:pt x="44" y="106"/>
                </a:lnTo>
                <a:lnTo>
                  <a:pt x="43" y="107"/>
                </a:lnTo>
                <a:lnTo>
                  <a:pt x="42" y="107"/>
                </a:lnTo>
                <a:lnTo>
                  <a:pt x="42" y="109"/>
                </a:lnTo>
                <a:lnTo>
                  <a:pt x="41" y="110"/>
                </a:lnTo>
                <a:lnTo>
                  <a:pt x="42" y="110"/>
                </a:lnTo>
                <a:lnTo>
                  <a:pt x="42" y="109"/>
                </a:lnTo>
                <a:lnTo>
                  <a:pt x="43" y="108"/>
                </a:lnTo>
                <a:lnTo>
                  <a:pt x="43" y="109"/>
                </a:lnTo>
                <a:lnTo>
                  <a:pt x="43" y="110"/>
                </a:lnTo>
                <a:lnTo>
                  <a:pt x="44" y="110"/>
                </a:lnTo>
                <a:lnTo>
                  <a:pt x="44" y="109"/>
                </a:lnTo>
                <a:lnTo>
                  <a:pt x="43" y="108"/>
                </a:lnTo>
                <a:lnTo>
                  <a:pt x="44" y="107"/>
                </a:lnTo>
                <a:lnTo>
                  <a:pt x="45" y="105"/>
                </a:lnTo>
                <a:lnTo>
                  <a:pt x="45" y="106"/>
                </a:lnTo>
                <a:lnTo>
                  <a:pt x="46" y="106"/>
                </a:lnTo>
                <a:lnTo>
                  <a:pt x="46" y="105"/>
                </a:lnTo>
                <a:lnTo>
                  <a:pt x="46" y="104"/>
                </a:lnTo>
                <a:lnTo>
                  <a:pt x="45" y="104"/>
                </a:lnTo>
                <a:lnTo>
                  <a:pt x="46" y="104"/>
                </a:lnTo>
                <a:lnTo>
                  <a:pt x="46" y="103"/>
                </a:lnTo>
                <a:lnTo>
                  <a:pt x="45" y="104"/>
                </a:lnTo>
                <a:lnTo>
                  <a:pt x="45" y="103"/>
                </a:lnTo>
                <a:lnTo>
                  <a:pt x="45" y="102"/>
                </a:lnTo>
                <a:lnTo>
                  <a:pt x="46" y="102"/>
                </a:lnTo>
                <a:lnTo>
                  <a:pt x="46" y="101"/>
                </a:lnTo>
                <a:lnTo>
                  <a:pt x="47" y="102"/>
                </a:lnTo>
                <a:lnTo>
                  <a:pt x="48" y="102"/>
                </a:lnTo>
                <a:lnTo>
                  <a:pt x="48" y="101"/>
                </a:lnTo>
                <a:lnTo>
                  <a:pt x="48" y="100"/>
                </a:lnTo>
                <a:lnTo>
                  <a:pt x="48" y="99"/>
                </a:lnTo>
                <a:lnTo>
                  <a:pt x="49" y="97"/>
                </a:lnTo>
                <a:lnTo>
                  <a:pt x="50" y="96"/>
                </a:lnTo>
                <a:lnTo>
                  <a:pt x="51" y="96"/>
                </a:lnTo>
                <a:lnTo>
                  <a:pt x="51" y="95"/>
                </a:lnTo>
                <a:lnTo>
                  <a:pt x="51" y="94"/>
                </a:lnTo>
                <a:lnTo>
                  <a:pt x="51" y="93"/>
                </a:lnTo>
                <a:lnTo>
                  <a:pt x="52" y="92"/>
                </a:lnTo>
                <a:lnTo>
                  <a:pt x="52" y="91"/>
                </a:lnTo>
                <a:lnTo>
                  <a:pt x="53" y="90"/>
                </a:lnTo>
                <a:lnTo>
                  <a:pt x="54" y="90"/>
                </a:lnTo>
                <a:lnTo>
                  <a:pt x="54" y="88"/>
                </a:lnTo>
                <a:lnTo>
                  <a:pt x="55" y="88"/>
                </a:lnTo>
                <a:lnTo>
                  <a:pt x="55" y="87"/>
                </a:lnTo>
                <a:lnTo>
                  <a:pt x="55" y="88"/>
                </a:lnTo>
                <a:lnTo>
                  <a:pt x="55" y="87"/>
                </a:lnTo>
                <a:lnTo>
                  <a:pt x="56" y="86"/>
                </a:lnTo>
                <a:lnTo>
                  <a:pt x="57" y="86"/>
                </a:lnTo>
                <a:lnTo>
                  <a:pt x="57" y="85"/>
                </a:lnTo>
                <a:lnTo>
                  <a:pt x="58" y="83"/>
                </a:lnTo>
                <a:lnTo>
                  <a:pt x="59" y="82"/>
                </a:lnTo>
                <a:lnTo>
                  <a:pt x="60" y="80"/>
                </a:lnTo>
                <a:lnTo>
                  <a:pt x="60" y="79"/>
                </a:lnTo>
                <a:lnTo>
                  <a:pt x="61" y="78"/>
                </a:lnTo>
                <a:lnTo>
                  <a:pt x="61" y="77"/>
                </a:lnTo>
                <a:lnTo>
                  <a:pt x="61" y="76"/>
                </a:lnTo>
                <a:lnTo>
                  <a:pt x="62" y="75"/>
                </a:lnTo>
                <a:lnTo>
                  <a:pt x="62" y="74"/>
                </a:lnTo>
                <a:lnTo>
                  <a:pt x="62" y="73"/>
                </a:lnTo>
                <a:lnTo>
                  <a:pt x="63" y="72"/>
                </a:lnTo>
                <a:lnTo>
                  <a:pt x="63" y="71"/>
                </a:lnTo>
                <a:lnTo>
                  <a:pt x="64" y="71"/>
                </a:lnTo>
                <a:lnTo>
                  <a:pt x="64" y="70"/>
                </a:lnTo>
                <a:lnTo>
                  <a:pt x="66" y="70"/>
                </a:lnTo>
                <a:lnTo>
                  <a:pt x="67" y="70"/>
                </a:lnTo>
                <a:lnTo>
                  <a:pt x="67" y="71"/>
                </a:lnTo>
                <a:lnTo>
                  <a:pt x="68" y="71"/>
                </a:lnTo>
                <a:lnTo>
                  <a:pt x="68" y="70"/>
                </a:lnTo>
                <a:lnTo>
                  <a:pt x="67" y="70"/>
                </a:lnTo>
                <a:lnTo>
                  <a:pt x="68" y="70"/>
                </a:lnTo>
                <a:lnTo>
                  <a:pt x="67" y="70"/>
                </a:lnTo>
                <a:lnTo>
                  <a:pt x="67" y="69"/>
                </a:lnTo>
                <a:lnTo>
                  <a:pt x="66" y="69"/>
                </a:lnTo>
                <a:lnTo>
                  <a:pt x="67" y="69"/>
                </a:lnTo>
                <a:lnTo>
                  <a:pt x="67" y="67"/>
                </a:lnTo>
                <a:lnTo>
                  <a:pt x="68" y="66"/>
                </a:lnTo>
                <a:lnTo>
                  <a:pt x="69" y="65"/>
                </a:lnTo>
                <a:lnTo>
                  <a:pt x="70" y="65"/>
                </a:lnTo>
                <a:lnTo>
                  <a:pt x="71" y="65"/>
                </a:lnTo>
                <a:lnTo>
                  <a:pt x="72" y="65"/>
                </a:lnTo>
                <a:lnTo>
                  <a:pt x="72" y="64"/>
                </a:lnTo>
                <a:lnTo>
                  <a:pt x="73" y="64"/>
                </a:lnTo>
                <a:lnTo>
                  <a:pt x="73" y="63"/>
                </a:lnTo>
                <a:lnTo>
                  <a:pt x="74" y="63"/>
                </a:lnTo>
                <a:lnTo>
                  <a:pt x="75" y="62"/>
                </a:lnTo>
                <a:lnTo>
                  <a:pt x="76" y="61"/>
                </a:lnTo>
                <a:lnTo>
                  <a:pt x="76" y="60"/>
                </a:lnTo>
                <a:lnTo>
                  <a:pt x="76" y="59"/>
                </a:lnTo>
                <a:lnTo>
                  <a:pt x="77" y="59"/>
                </a:lnTo>
                <a:lnTo>
                  <a:pt x="77" y="58"/>
                </a:lnTo>
                <a:lnTo>
                  <a:pt x="78" y="58"/>
                </a:lnTo>
                <a:lnTo>
                  <a:pt x="78" y="57"/>
                </a:lnTo>
                <a:lnTo>
                  <a:pt x="79" y="57"/>
                </a:lnTo>
                <a:lnTo>
                  <a:pt x="80" y="56"/>
                </a:lnTo>
                <a:lnTo>
                  <a:pt x="80" y="55"/>
                </a:lnTo>
                <a:lnTo>
                  <a:pt x="81" y="55"/>
                </a:lnTo>
                <a:lnTo>
                  <a:pt x="81" y="54"/>
                </a:lnTo>
                <a:lnTo>
                  <a:pt x="81" y="53"/>
                </a:lnTo>
                <a:lnTo>
                  <a:pt x="81" y="51"/>
                </a:lnTo>
                <a:lnTo>
                  <a:pt x="80" y="51"/>
                </a:lnTo>
                <a:lnTo>
                  <a:pt x="80" y="50"/>
                </a:lnTo>
                <a:lnTo>
                  <a:pt x="81" y="50"/>
                </a:lnTo>
                <a:lnTo>
                  <a:pt x="80" y="50"/>
                </a:lnTo>
                <a:lnTo>
                  <a:pt x="80" y="49"/>
                </a:lnTo>
                <a:lnTo>
                  <a:pt x="80" y="48"/>
                </a:lnTo>
                <a:lnTo>
                  <a:pt x="81" y="48"/>
                </a:lnTo>
                <a:lnTo>
                  <a:pt x="81" y="47"/>
                </a:lnTo>
                <a:lnTo>
                  <a:pt x="82" y="47"/>
                </a:lnTo>
                <a:lnTo>
                  <a:pt x="82" y="46"/>
                </a:lnTo>
                <a:lnTo>
                  <a:pt x="82" y="47"/>
                </a:lnTo>
                <a:lnTo>
                  <a:pt x="83" y="47"/>
                </a:lnTo>
                <a:lnTo>
                  <a:pt x="83" y="46"/>
                </a:lnTo>
                <a:lnTo>
                  <a:pt x="83" y="45"/>
                </a:lnTo>
                <a:lnTo>
                  <a:pt x="82" y="45"/>
                </a:lnTo>
                <a:lnTo>
                  <a:pt x="83" y="45"/>
                </a:lnTo>
                <a:lnTo>
                  <a:pt x="83" y="44"/>
                </a:lnTo>
                <a:lnTo>
                  <a:pt x="84" y="43"/>
                </a:lnTo>
                <a:lnTo>
                  <a:pt x="84" y="42"/>
                </a:lnTo>
                <a:lnTo>
                  <a:pt x="85" y="42"/>
                </a:lnTo>
                <a:lnTo>
                  <a:pt x="85" y="41"/>
                </a:lnTo>
                <a:lnTo>
                  <a:pt x="85" y="40"/>
                </a:lnTo>
                <a:lnTo>
                  <a:pt x="86" y="39"/>
                </a:lnTo>
                <a:lnTo>
                  <a:pt x="86" y="38"/>
                </a:lnTo>
                <a:lnTo>
                  <a:pt x="87" y="37"/>
                </a:lnTo>
                <a:lnTo>
                  <a:pt x="87" y="36"/>
                </a:lnTo>
                <a:lnTo>
                  <a:pt x="88" y="36"/>
                </a:lnTo>
                <a:lnTo>
                  <a:pt x="88" y="35"/>
                </a:lnTo>
                <a:lnTo>
                  <a:pt x="89" y="35"/>
                </a:lnTo>
                <a:lnTo>
                  <a:pt x="89" y="34"/>
                </a:lnTo>
                <a:lnTo>
                  <a:pt x="90" y="34"/>
                </a:lnTo>
                <a:lnTo>
                  <a:pt x="90" y="33"/>
                </a:lnTo>
                <a:lnTo>
                  <a:pt x="90" y="32"/>
                </a:lnTo>
                <a:lnTo>
                  <a:pt x="90" y="30"/>
                </a:lnTo>
                <a:lnTo>
                  <a:pt x="91" y="30"/>
                </a:lnTo>
                <a:lnTo>
                  <a:pt x="91" y="29"/>
                </a:lnTo>
                <a:lnTo>
                  <a:pt x="92" y="29"/>
                </a:lnTo>
                <a:lnTo>
                  <a:pt x="92" y="28"/>
                </a:lnTo>
                <a:lnTo>
                  <a:pt x="93" y="27"/>
                </a:lnTo>
                <a:lnTo>
                  <a:pt x="94" y="26"/>
                </a:lnTo>
                <a:lnTo>
                  <a:pt x="95" y="26"/>
                </a:lnTo>
                <a:lnTo>
                  <a:pt x="96" y="25"/>
                </a:lnTo>
                <a:lnTo>
                  <a:pt x="97" y="25"/>
                </a:lnTo>
                <a:lnTo>
                  <a:pt x="97" y="24"/>
                </a:lnTo>
                <a:lnTo>
                  <a:pt x="98" y="24"/>
                </a:lnTo>
                <a:lnTo>
                  <a:pt x="99" y="23"/>
                </a:lnTo>
                <a:lnTo>
                  <a:pt x="100" y="23"/>
                </a:lnTo>
                <a:lnTo>
                  <a:pt x="101" y="23"/>
                </a:lnTo>
                <a:lnTo>
                  <a:pt x="102" y="23"/>
                </a:lnTo>
                <a:lnTo>
                  <a:pt x="103" y="22"/>
                </a:lnTo>
                <a:lnTo>
                  <a:pt x="104" y="22"/>
                </a:lnTo>
                <a:lnTo>
                  <a:pt x="105" y="21"/>
                </a:lnTo>
                <a:lnTo>
                  <a:pt x="106" y="21"/>
                </a:lnTo>
                <a:lnTo>
                  <a:pt x="106" y="20"/>
                </a:lnTo>
                <a:lnTo>
                  <a:pt x="107" y="20"/>
                </a:lnTo>
                <a:lnTo>
                  <a:pt x="108" y="20"/>
                </a:lnTo>
                <a:lnTo>
                  <a:pt x="108" y="19"/>
                </a:lnTo>
                <a:lnTo>
                  <a:pt x="109" y="19"/>
                </a:lnTo>
                <a:lnTo>
                  <a:pt x="110" y="19"/>
                </a:lnTo>
                <a:lnTo>
                  <a:pt x="111" y="19"/>
                </a:lnTo>
                <a:lnTo>
                  <a:pt x="111" y="18"/>
                </a:lnTo>
                <a:lnTo>
                  <a:pt x="112" y="18"/>
                </a:lnTo>
                <a:lnTo>
                  <a:pt x="113" y="18"/>
                </a:lnTo>
                <a:lnTo>
                  <a:pt x="113" y="19"/>
                </a:lnTo>
                <a:lnTo>
                  <a:pt x="114" y="19"/>
                </a:lnTo>
                <a:lnTo>
                  <a:pt x="115" y="19"/>
                </a:lnTo>
                <a:lnTo>
                  <a:pt x="115" y="18"/>
                </a:lnTo>
                <a:lnTo>
                  <a:pt x="116" y="18"/>
                </a:lnTo>
                <a:lnTo>
                  <a:pt x="118" y="18"/>
                </a:lnTo>
                <a:lnTo>
                  <a:pt x="119" y="18"/>
                </a:lnTo>
                <a:lnTo>
                  <a:pt x="120" y="17"/>
                </a:lnTo>
                <a:lnTo>
                  <a:pt x="121" y="17"/>
                </a:lnTo>
                <a:lnTo>
                  <a:pt x="122" y="17"/>
                </a:lnTo>
                <a:lnTo>
                  <a:pt x="122" y="16"/>
                </a:lnTo>
                <a:lnTo>
                  <a:pt x="123" y="16"/>
                </a:lnTo>
                <a:lnTo>
                  <a:pt x="124" y="16"/>
                </a:lnTo>
                <a:lnTo>
                  <a:pt x="123" y="15"/>
                </a:lnTo>
                <a:lnTo>
                  <a:pt x="124" y="14"/>
                </a:lnTo>
                <a:lnTo>
                  <a:pt x="125" y="14"/>
                </a:lnTo>
                <a:lnTo>
                  <a:pt x="126" y="13"/>
                </a:lnTo>
                <a:lnTo>
                  <a:pt x="126" y="14"/>
                </a:lnTo>
                <a:lnTo>
                  <a:pt x="127" y="14"/>
                </a:lnTo>
                <a:lnTo>
                  <a:pt x="128" y="14"/>
                </a:lnTo>
                <a:lnTo>
                  <a:pt x="128" y="15"/>
                </a:lnTo>
                <a:lnTo>
                  <a:pt x="129" y="16"/>
                </a:lnTo>
                <a:lnTo>
                  <a:pt x="129" y="17"/>
                </a:lnTo>
                <a:lnTo>
                  <a:pt x="129" y="18"/>
                </a:lnTo>
                <a:lnTo>
                  <a:pt x="130" y="18"/>
                </a:lnTo>
                <a:lnTo>
                  <a:pt x="130" y="17"/>
                </a:lnTo>
                <a:lnTo>
                  <a:pt x="130" y="16"/>
                </a:lnTo>
                <a:lnTo>
                  <a:pt x="129" y="16"/>
                </a:lnTo>
                <a:lnTo>
                  <a:pt x="129" y="15"/>
                </a:lnTo>
                <a:lnTo>
                  <a:pt x="129" y="14"/>
                </a:lnTo>
                <a:lnTo>
                  <a:pt x="128" y="13"/>
                </a:lnTo>
                <a:lnTo>
                  <a:pt x="127" y="13"/>
                </a:lnTo>
                <a:lnTo>
                  <a:pt x="126" y="12"/>
                </a:lnTo>
                <a:lnTo>
                  <a:pt x="125" y="12"/>
                </a:lnTo>
                <a:lnTo>
                  <a:pt x="125" y="11"/>
                </a:lnTo>
                <a:lnTo>
                  <a:pt x="126" y="11"/>
                </a:lnTo>
                <a:lnTo>
                  <a:pt x="126" y="10"/>
                </a:lnTo>
                <a:lnTo>
                  <a:pt x="127" y="10"/>
                </a:lnTo>
                <a:lnTo>
                  <a:pt x="127" y="9"/>
                </a:lnTo>
                <a:lnTo>
                  <a:pt x="128" y="9"/>
                </a:lnTo>
                <a:lnTo>
                  <a:pt x="128" y="8"/>
                </a:lnTo>
                <a:lnTo>
                  <a:pt x="128" y="7"/>
                </a:lnTo>
                <a:lnTo>
                  <a:pt x="129" y="7"/>
                </a:lnTo>
                <a:lnTo>
                  <a:pt x="129" y="6"/>
                </a:lnTo>
                <a:lnTo>
                  <a:pt x="129" y="5"/>
                </a:lnTo>
                <a:lnTo>
                  <a:pt x="130" y="5"/>
                </a:lnTo>
                <a:lnTo>
                  <a:pt x="131" y="5"/>
                </a:lnTo>
                <a:lnTo>
                  <a:pt x="131" y="4"/>
                </a:lnTo>
                <a:lnTo>
                  <a:pt x="132" y="3"/>
                </a:lnTo>
                <a:lnTo>
                  <a:pt x="133" y="2"/>
                </a:lnTo>
                <a:lnTo>
                  <a:pt x="134" y="2"/>
                </a:lnTo>
                <a:lnTo>
                  <a:pt x="134" y="1"/>
                </a:lnTo>
                <a:lnTo>
                  <a:pt x="135" y="1"/>
                </a:lnTo>
                <a:lnTo>
                  <a:pt x="134" y="1"/>
                </a:lnTo>
                <a:lnTo>
                  <a:pt x="135" y="1"/>
                </a:lnTo>
                <a:lnTo>
                  <a:pt x="135" y="2"/>
                </a:lnTo>
                <a:lnTo>
                  <a:pt x="136" y="2"/>
                </a:lnTo>
                <a:lnTo>
                  <a:pt x="136" y="1"/>
                </a:lnTo>
                <a:lnTo>
                  <a:pt x="137" y="1"/>
                </a:lnTo>
                <a:lnTo>
                  <a:pt x="137" y="0"/>
                </a:lnTo>
                <a:lnTo>
                  <a:pt x="137" y="1"/>
                </a:lnTo>
                <a:lnTo>
                  <a:pt x="138" y="1"/>
                </a:lnTo>
                <a:lnTo>
                  <a:pt x="139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42" name=""/>
          <p:cNvSpPr/>
          <p:nvPr/>
        </p:nvSpPr>
        <p:spPr>
          <a:xfrm>
            <a:off x="6968160" y="4263120"/>
            <a:ext cx="720" cy="2160"/>
          </a:xfrm>
          <a:custGeom>
            <a:avLst/>
            <a:gdLst/>
            <a:ahLst/>
            <a:rect l="0" t="0" r="r" b="b"/>
            <a:pathLst>
              <a:path w="2" h="6">
                <a:moveTo>
                  <a:pt x="0" y="6"/>
                </a:move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43" name=""/>
          <p:cNvSpPr/>
          <p:nvPr/>
        </p:nvSpPr>
        <p:spPr>
          <a:xfrm>
            <a:off x="6968520" y="426132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1"/>
                </a:moveTo>
                <a:lnTo>
                  <a:pt x="2" y="3"/>
                </a:ln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44" name=""/>
          <p:cNvSpPr/>
          <p:nvPr/>
        </p:nvSpPr>
        <p:spPr>
          <a:xfrm>
            <a:off x="6971040" y="42573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45" name=""/>
          <p:cNvSpPr/>
          <p:nvPr/>
        </p:nvSpPr>
        <p:spPr>
          <a:xfrm>
            <a:off x="6975360" y="424836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0" y="4"/>
                </a:move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1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0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46" name=""/>
          <p:cNvSpPr/>
          <p:nvPr/>
        </p:nvSpPr>
        <p:spPr>
          <a:xfrm>
            <a:off x="7026480" y="42202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47" name=""/>
          <p:cNvSpPr/>
          <p:nvPr/>
        </p:nvSpPr>
        <p:spPr>
          <a:xfrm>
            <a:off x="7020720" y="42087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48" name=""/>
          <p:cNvSpPr/>
          <p:nvPr/>
        </p:nvSpPr>
        <p:spPr>
          <a:xfrm>
            <a:off x="7077600" y="41864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3" y="2"/>
                </a:moveTo>
                <a:lnTo>
                  <a:pt x="3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49" name=""/>
          <p:cNvSpPr/>
          <p:nvPr/>
        </p:nvSpPr>
        <p:spPr>
          <a:xfrm>
            <a:off x="7083360" y="4180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50" name=""/>
          <p:cNvSpPr/>
          <p:nvPr/>
        </p:nvSpPr>
        <p:spPr>
          <a:xfrm>
            <a:off x="6765840" y="43189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51" name=""/>
          <p:cNvSpPr/>
          <p:nvPr/>
        </p:nvSpPr>
        <p:spPr>
          <a:xfrm>
            <a:off x="6765840" y="43182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52" name=""/>
          <p:cNvSpPr/>
          <p:nvPr/>
        </p:nvSpPr>
        <p:spPr>
          <a:xfrm>
            <a:off x="6777000" y="43182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53" name=""/>
          <p:cNvSpPr/>
          <p:nvPr/>
        </p:nvSpPr>
        <p:spPr>
          <a:xfrm>
            <a:off x="6768360" y="43178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54" name=""/>
          <p:cNvSpPr/>
          <p:nvPr/>
        </p:nvSpPr>
        <p:spPr>
          <a:xfrm>
            <a:off x="6768360" y="43178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55" name=""/>
          <p:cNvSpPr/>
          <p:nvPr/>
        </p:nvSpPr>
        <p:spPr>
          <a:xfrm>
            <a:off x="6772320" y="431640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2" y="2"/>
                </a:moveTo>
                <a:lnTo>
                  <a:pt x="3" y="2"/>
                </a:lnTo>
                <a:lnTo>
                  <a:pt x="3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4" y="6"/>
                </a:lnTo>
                <a:lnTo>
                  <a:pt x="5" y="6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56" name=""/>
          <p:cNvSpPr/>
          <p:nvPr/>
        </p:nvSpPr>
        <p:spPr>
          <a:xfrm>
            <a:off x="6769440" y="431712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3" y="0"/>
                </a:move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2" y="5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57" name=""/>
          <p:cNvSpPr/>
          <p:nvPr/>
        </p:nvSpPr>
        <p:spPr>
          <a:xfrm>
            <a:off x="6773760" y="43160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58" name=""/>
          <p:cNvSpPr/>
          <p:nvPr/>
        </p:nvSpPr>
        <p:spPr>
          <a:xfrm>
            <a:off x="6772680" y="4314600"/>
            <a:ext cx="5040" cy="3960"/>
          </a:xfrm>
          <a:custGeom>
            <a:avLst/>
            <a:gdLst/>
            <a:ahLst/>
            <a:rect l="0" t="0" r="r" b="b"/>
            <a:pathLst>
              <a:path w="14" h="11">
                <a:moveTo>
                  <a:pt x="12" y="1"/>
                </a:moveTo>
                <a:lnTo>
                  <a:pt x="12" y="0"/>
                </a:lnTo>
                <a:lnTo>
                  <a:pt x="12" y="1"/>
                </a:lnTo>
                <a:lnTo>
                  <a:pt x="13" y="1"/>
                </a:lnTo>
                <a:lnTo>
                  <a:pt x="13" y="2"/>
                </a:lnTo>
                <a:lnTo>
                  <a:pt x="12" y="2"/>
                </a:lnTo>
                <a:lnTo>
                  <a:pt x="13" y="2"/>
                </a:lnTo>
                <a:lnTo>
                  <a:pt x="14" y="2"/>
                </a:lnTo>
                <a:lnTo>
                  <a:pt x="14" y="3"/>
                </a:lnTo>
                <a:lnTo>
                  <a:pt x="14" y="4"/>
                </a:lnTo>
                <a:lnTo>
                  <a:pt x="13" y="4"/>
                </a:lnTo>
                <a:lnTo>
                  <a:pt x="13" y="5"/>
                </a:lnTo>
                <a:lnTo>
                  <a:pt x="14" y="5"/>
                </a:lnTo>
                <a:lnTo>
                  <a:pt x="13" y="6"/>
                </a:lnTo>
                <a:lnTo>
                  <a:pt x="13" y="7"/>
                </a:lnTo>
                <a:lnTo>
                  <a:pt x="14" y="7"/>
                </a:lnTo>
                <a:lnTo>
                  <a:pt x="14" y="8"/>
                </a:lnTo>
                <a:lnTo>
                  <a:pt x="13" y="8"/>
                </a:lnTo>
                <a:lnTo>
                  <a:pt x="12" y="8"/>
                </a:lnTo>
                <a:lnTo>
                  <a:pt x="13" y="8"/>
                </a:lnTo>
                <a:lnTo>
                  <a:pt x="12" y="7"/>
                </a:lnTo>
                <a:lnTo>
                  <a:pt x="12" y="6"/>
                </a:lnTo>
                <a:lnTo>
                  <a:pt x="12" y="5"/>
                </a:lnTo>
                <a:lnTo>
                  <a:pt x="11" y="5"/>
                </a:lnTo>
                <a:lnTo>
                  <a:pt x="11" y="4"/>
                </a:lnTo>
                <a:lnTo>
                  <a:pt x="11" y="5"/>
                </a:lnTo>
                <a:lnTo>
                  <a:pt x="11" y="6"/>
                </a:lnTo>
                <a:lnTo>
                  <a:pt x="10" y="6"/>
                </a:lnTo>
                <a:lnTo>
                  <a:pt x="10" y="7"/>
                </a:lnTo>
                <a:lnTo>
                  <a:pt x="11" y="7"/>
                </a:lnTo>
                <a:lnTo>
                  <a:pt x="11" y="8"/>
                </a:lnTo>
                <a:lnTo>
                  <a:pt x="10" y="8"/>
                </a:lnTo>
                <a:lnTo>
                  <a:pt x="11" y="9"/>
                </a:lnTo>
                <a:lnTo>
                  <a:pt x="11" y="11"/>
                </a:lnTo>
                <a:lnTo>
                  <a:pt x="10" y="11"/>
                </a:lnTo>
                <a:lnTo>
                  <a:pt x="10" y="8"/>
                </a:lnTo>
                <a:lnTo>
                  <a:pt x="10" y="7"/>
                </a:lnTo>
                <a:lnTo>
                  <a:pt x="9" y="7"/>
                </a:lnTo>
                <a:lnTo>
                  <a:pt x="9" y="8"/>
                </a:lnTo>
                <a:lnTo>
                  <a:pt x="8" y="8"/>
                </a:lnTo>
                <a:lnTo>
                  <a:pt x="9" y="7"/>
                </a:lnTo>
                <a:lnTo>
                  <a:pt x="8" y="7"/>
                </a:lnTo>
                <a:lnTo>
                  <a:pt x="8" y="6"/>
                </a:lnTo>
                <a:lnTo>
                  <a:pt x="9" y="6"/>
                </a:lnTo>
                <a:lnTo>
                  <a:pt x="8" y="5"/>
                </a:lnTo>
                <a:lnTo>
                  <a:pt x="7" y="5"/>
                </a:lnTo>
                <a:lnTo>
                  <a:pt x="8" y="5"/>
                </a:lnTo>
                <a:lnTo>
                  <a:pt x="7" y="4"/>
                </a:lnTo>
                <a:lnTo>
                  <a:pt x="7" y="5"/>
                </a:lnTo>
                <a:lnTo>
                  <a:pt x="6" y="5"/>
                </a:lnTo>
                <a:lnTo>
                  <a:pt x="6" y="6"/>
                </a:lnTo>
                <a:lnTo>
                  <a:pt x="4" y="5"/>
                </a:lnTo>
                <a:lnTo>
                  <a:pt x="6" y="5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6" y="1"/>
                </a:lnTo>
                <a:lnTo>
                  <a:pt x="7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lnTo>
                  <a:pt x="1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59" name=""/>
          <p:cNvSpPr/>
          <p:nvPr/>
        </p:nvSpPr>
        <p:spPr>
          <a:xfrm>
            <a:off x="6769800" y="43156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60" name=""/>
          <p:cNvSpPr/>
          <p:nvPr/>
        </p:nvSpPr>
        <p:spPr>
          <a:xfrm>
            <a:off x="6770520" y="4315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61" name=""/>
          <p:cNvSpPr/>
          <p:nvPr/>
        </p:nvSpPr>
        <p:spPr>
          <a:xfrm>
            <a:off x="6763680" y="4312440"/>
            <a:ext cx="7560" cy="6120"/>
          </a:xfrm>
          <a:custGeom>
            <a:avLst/>
            <a:gdLst/>
            <a:ahLst/>
            <a:rect l="0" t="0" r="r" b="b"/>
            <a:pathLst>
              <a:path w="21" h="17">
                <a:moveTo>
                  <a:pt x="20" y="0"/>
                </a:moveTo>
                <a:lnTo>
                  <a:pt x="21" y="1"/>
                </a:lnTo>
                <a:lnTo>
                  <a:pt x="21" y="2"/>
                </a:lnTo>
                <a:lnTo>
                  <a:pt x="20" y="3"/>
                </a:lnTo>
                <a:lnTo>
                  <a:pt x="21" y="3"/>
                </a:lnTo>
                <a:lnTo>
                  <a:pt x="21" y="4"/>
                </a:lnTo>
                <a:lnTo>
                  <a:pt x="20" y="4"/>
                </a:lnTo>
                <a:lnTo>
                  <a:pt x="19" y="4"/>
                </a:lnTo>
                <a:lnTo>
                  <a:pt x="18" y="4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7" y="5"/>
                </a:lnTo>
                <a:lnTo>
                  <a:pt x="17" y="6"/>
                </a:lnTo>
                <a:lnTo>
                  <a:pt x="18" y="6"/>
                </a:lnTo>
                <a:lnTo>
                  <a:pt x="18" y="7"/>
                </a:lnTo>
                <a:lnTo>
                  <a:pt x="18" y="8"/>
                </a:lnTo>
                <a:lnTo>
                  <a:pt x="17" y="8"/>
                </a:lnTo>
                <a:lnTo>
                  <a:pt x="16" y="8"/>
                </a:lnTo>
                <a:lnTo>
                  <a:pt x="15" y="8"/>
                </a:lnTo>
                <a:lnTo>
                  <a:pt x="16" y="8"/>
                </a:lnTo>
                <a:lnTo>
                  <a:pt x="16" y="9"/>
                </a:lnTo>
                <a:lnTo>
                  <a:pt x="17" y="10"/>
                </a:lnTo>
                <a:lnTo>
                  <a:pt x="16" y="10"/>
                </a:lnTo>
                <a:lnTo>
                  <a:pt x="16" y="11"/>
                </a:lnTo>
                <a:lnTo>
                  <a:pt x="15" y="11"/>
                </a:lnTo>
                <a:lnTo>
                  <a:pt x="16" y="11"/>
                </a:lnTo>
                <a:lnTo>
                  <a:pt x="16" y="12"/>
                </a:lnTo>
                <a:lnTo>
                  <a:pt x="17" y="12"/>
                </a:lnTo>
                <a:lnTo>
                  <a:pt x="17" y="13"/>
                </a:lnTo>
                <a:lnTo>
                  <a:pt x="16" y="13"/>
                </a:lnTo>
                <a:lnTo>
                  <a:pt x="16" y="15"/>
                </a:lnTo>
                <a:lnTo>
                  <a:pt x="16" y="13"/>
                </a:lnTo>
                <a:lnTo>
                  <a:pt x="15" y="13"/>
                </a:lnTo>
                <a:lnTo>
                  <a:pt x="15" y="15"/>
                </a:lnTo>
                <a:lnTo>
                  <a:pt x="14" y="15"/>
                </a:lnTo>
                <a:lnTo>
                  <a:pt x="14" y="13"/>
                </a:lnTo>
                <a:lnTo>
                  <a:pt x="14" y="12"/>
                </a:lnTo>
                <a:lnTo>
                  <a:pt x="14" y="11"/>
                </a:lnTo>
                <a:lnTo>
                  <a:pt x="12" y="11"/>
                </a:lnTo>
                <a:lnTo>
                  <a:pt x="11" y="11"/>
                </a:lnTo>
                <a:lnTo>
                  <a:pt x="11" y="12"/>
                </a:lnTo>
                <a:lnTo>
                  <a:pt x="10" y="12"/>
                </a:lnTo>
                <a:lnTo>
                  <a:pt x="9" y="12"/>
                </a:lnTo>
                <a:lnTo>
                  <a:pt x="8" y="13"/>
                </a:lnTo>
                <a:lnTo>
                  <a:pt x="8" y="12"/>
                </a:lnTo>
                <a:lnTo>
                  <a:pt x="8" y="13"/>
                </a:lnTo>
                <a:lnTo>
                  <a:pt x="7" y="13"/>
                </a:lnTo>
                <a:lnTo>
                  <a:pt x="8" y="13"/>
                </a:lnTo>
                <a:lnTo>
                  <a:pt x="8" y="15"/>
                </a:lnTo>
                <a:lnTo>
                  <a:pt x="7" y="15"/>
                </a:lnTo>
                <a:lnTo>
                  <a:pt x="6" y="15"/>
                </a:lnTo>
                <a:lnTo>
                  <a:pt x="5" y="13"/>
                </a:lnTo>
                <a:lnTo>
                  <a:pt x="6" y="13"/>
                </a:lnTo>
                <a:lnTo>
                  <a:pt x="5" y="13"/>
                </a:lnTo>
                <a:lnTo>
                  <a:pt x="4" y="13"/>
                </a:lnTo>
                <a:lnTo>
                  <a:pt x="4" y="15"/>
                </a:lnTo>
                <a:lnTo>
                  <a:pt x="3" y="15"/>
                </a:lnTo>
                <a:lnTo>
                  <a:pt x="3" y="16"/>
                </a:lnTo>
                <a:lnTo>
                  <a:pt x="2" y="16"/>
                </a:lnTo>
                <a:lnTo>
                  <a:pt x="1" y="16"/>
                </a:lnTo>
                <a:lnTo>
                  <a:pt x="2" y="16"/>
                </a:lnTo>
                <a:lnTo>
                  <a:pt x="1" y="16"/>
                </a:lnTo>
                <a:lnTo>
                  <a:pt x="1" y="17"/>
                </a:lnTo>
                <a:lnTo>
                  <a:pt x="1" y="16"/>
                </a:lnTo>
                <a:lnTo>
                  <a:pt x="1" y="15"/>
                </a:lnTo>
                <a:lnTo>
                  <a:pt x="0" y="15"/>
                </a:lnTo>
                <a:lnTo>
                  <a:pt x="1" y="15"/>
                </a:lnTo>
                <a:lnTo>
                  <a:pt x="0" y="13"/>
                </a:lnTo>
                <a:lnTo>
                  <a:pt x="0" y="12"/>
                </a:lnTo>
                <a:lnTo>
                  <a:pt x="1" y="12"/>
                </a:lnTo>
                <a:lnTo>
                  <a:pt x="1" y="11"/>
                </a:lnTo>
                <a:lnTo>
                  <a:pt x="1" y="12"/>
                </a:lnTo>
                <a:lnTo>
                  <a:pt x="1" y="11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2" y="9"/>
                </a:lnTo>
                <a:lnTo>
                  <a:pt x="3" y="9"/>
                </a:lnTo>
                <a:lnTo>
                  <a:pt x="3" y="8"/>
                </a:lnTo>
                <a:lnTo>
                  <a:pt x="4" y="8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5" y="7"/>
                </a:lnTo>
                <a:lnTo>
                  <a:pt x="5" y="6"/>
                </a:lnTo>
                <a:lnTo>
                  <a:pt x="6" y="6"/>
                </a:lnTo>
                <a:lnTo>
                  <a:pt x="7" y="6"/>
                </a:lnTo>
                <a:lnTo>
                  <a:pt x="8" y="6"/>
                </a:lnTo>
                <a:lnTo>
                  <a:pt x="8" y="7"/>
                </a:lnTo>
                <a:lnTo>
                  <a:pt x="9" y="7"/>
                </a:lnTo>
                <a:lnTo>
                  <a:pt x="9" y="6"/>
                </a:lnTo>
                <a:lnTo>
                  <a:pt x="9" y="5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lnTo>
                  <a:pt x="14" y="4"/>
                </a:lnTo>
                <a:lnTo>
                  <a:pt x="15" y="4"/>
                </a:lnTo>
                <a:lnTo>
                  <a:pt x="15" y="3"/>
                </a:lnTo>
                <a:lnTo>
                  <a:pt x="16" y="3"/>
                </a:lnTo>
                <a:lnTo>
                  <a:pt x="17" y="2"/>
                </a:lnTo>
                <a:lnTo>
                  <a:pt x="17" y="1"/>
                </a:lnTo>
                <a:lnTo>
                  <a:pt x="18" y="2"/>
                </a:lnTo>
                <a:lnTo>
                  <a:pt x="17" y="2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2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62" name=""/>
          <p:cNvSpPr/>
          <p:nvPr/>
        </p:nvSpPr>
        <p:spPr>
          <a:xfrm>
            <a:off x="6770160" y="43146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63" name=""/>
          <p:cNvSpPr/>
          <p:nvPr/>
        </p:nvSpPr>
        <p:spPr>
          <a:xfrm>
            <a:off x="6765480" y="431316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6" y="1"/>
                </a:move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6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64" name=""/>
          <p:cNvSpPr/>
          <p:nvPr/>
        </p:nvSpPr>
        <p:spPr>
          <a:xfrm>
            <a:off x="6771600" y="431172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3" y="2"/>
                </a:moveTo>
                <a:lnTo>
                  <a:pt x="4" y="2"/>
                </a:lnTo>
                <a:lnTo>
                  <a:pt x="4" y="3"/>
                </a:lnTo>
                <a:lnTo>
                  <a:pt x="4" y="6"/>
                </a:lnTo>
                <a:lnTo>
                  <a:pt x="3" y="6"/>
                </a:lnTo>
                <a:lnTo>
                  <a:pt x="1" y="6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1" y="2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65" name=""/>
          <p:cNvSpPr/>
          <p:nvPr/>
        </p:nvSpPr>
        <p:spPr>
          <a:xfrm>
            <a:off x="6770880" y="43120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66" name=""/>
          <p:cNvSpPr/>
          <p:nvPr/>
        </p:nvSpPr>
        <p:spPr>
          <a:xfrm>
            <a:off x="6765120" y="43110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0"/>
                </a:move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67" name=""/>
          <p:cNvSpPr/>
          <p:nvPr/>
        </p:nvSpPr>
        <p:spPr>
          <a:xfrm>
            <a:off x="6765840" y="4304520"/>
            <a:ext cx="16560" cy="11520"/>
          </a:xfrm>
          <a:custGeom>
            <a:avLst/>
            <a:gdLst/>
            <a:ahLst/>
            <a:rect l="0" t="0" r="r" b="b"/>
            <a:pathLst>
              <a:path w="46" h="32">
                <a:moveTo>
                  <a:pt x="24" y="0"/>
                </a:moveTo>
                <a:lnTo>
                  <a:pt x="25" y="1"/>
                </a:lnTo>
                <a:lnTo>
                  <a:pt x="26" y="1"/>
                </a:lnTo>
                <a:lnTo>
                  <a:pt x="27" y="1"/>
                </a:lnTo>
                <a:lnTo>
                  <a:pt x="28" y="1"/>
                </a:lnTo>
                <a:lnTo>
                  <a:pt x="29" y="1"/>
                </a:lnTo>
                <a:lnTo>
                  <a:pt x="29" y="2"/>
                </a:lnTo>
                <a:lnTo>
                  <a:pt x="28" y="2"/>
                </a:lnTo>
                <a:lnTo>
                  <a:pt x="27" y="3"/>
                </a:lnTo>
                <a:lnTo>
                  <a:pt x="27" y="4"/>
                </a:lnTo>
                <a:lnTo>
                  <a:pt x="28" y="4"/>
                </a:lnTo>
                <a:lnTo>
                  <a:pt x="30" y="3"/>
                </a:lnTo>
                <a:lnTo>
                  <a:pt x="30" y="2"/>
                </a:lnTo>
                <a:lnTo>
                  <a:pt x="31" y="1"/>
                </a:lnTo>
                <a:lnTo>
                  <a:pt x="32" y="1"/>
                </a:lnTo>
                <a:lnTo>
                  <a:pt x="32" y="2"/>
                </a:lnTo>
                <a:lnTo>
                  <a:pt x="33" y="3"/>
                </a:lnTo>
                <a:lnTo>
                  <a:pt x="32" y="3"/>
                </a:lnTo>
                <a:lnTo>
                  <a:pt x="32" y="4"/>
                </a:lnTo>
                <a:lnTo>
                  <a:pt x="33" y="4"/>
                </a:lnTo>
                <a:lnTo>
                  <a:pt x="33" y="3"/>
                </a:lnTo>
                <a:lnTo>
                  <a:pt x="34" y="3"/>
                </a:lnTo>
                <a:lnTo>
                  <a:pt x="34" y="4"/>
                </a:lnTo>
                <a:lnTo>
                  <a:pt x="34" y="5"/>
                </a:lnTo>
                <a:lnTo>
                  <a:pt x="33" y="5"/>
                </a:lnTo>
                <a:lnTo>
                  <a:pt x="34" y="5"/>
                </a:lnTo>
                <a:lnTo>
                  <a:pt x="35" y="6"/>
                </a:lnTo>
                <a:lnTo>
                  <a:pt x="36" y="6"/>
                </a:lnTo>
                <a:lnTo>
                  <a:pt x="37" y="6"/>
                </a:lnTo>
                <a:lnTo>
                  <a:pt x="38" y="6"/>
                </a:lnTo>
                <a:lnTo>
                  <a:pt x="40" y="5"/>
                </a:lnTo>
                <a:lnTo>
                  <a:pt x="40" y="6"/>
                </a:lnTo>
                <a:lnTo>
                  <a:pt x="38" y="6"/>
                </a:lnTo>
                <a:lnTo>
                  <a:pt x="38" y="7"/>
                </a:lnTo>
                <a:lnTo>
                  <a:pt x="37" y="7"/>
                </a:lnTo>
                <a:lnTo>
                  <a:pt x="37" y="8"/>
                </a:lnTo>
                <a:lnTo>
                  <a:pt x="36" y="8"/>
                </a:lnTo>
                <a:lnTo>
                  <a:pt x="35" y="9"/>
                </a:lnTo>
                <a:lnTo>
                  <a:pt x="33" y="10"/>
                </a:lnTo>
                <a:lnTo>
                  <a:pt x="32" y="10"/>
                </a:lnTo>
                <a:lnTo>
                  <a:pt x="32" y="11"/>
                </a:lnTo>
                <a:lnTo>
                  <a:pt x="31" y="11"/>
                </a:lnTo>
                <a:lnTo>
                  <a:pt x="30" y="10"/>
                </a:lnTo>
                <a:lnTo>
                  <a:pt x="30" y="9"/>
                </a:lnTo>
                <a:lnTo>
                  <a:pt x="28" y="9"/>
                </a:lnTo>
                <a:lnTo>
                  <a:pt x="28" y="10"/>
                </a:lnTo>
                <a:lnTo>
                  <a:pt x="27" y="10"/>
                </a:lnTo>
                <a:lnTo>
                  <a:pt x="26" y="11"/>
                </a:lnTo>
                <a:lnTo>
                  <a:pt x="25" y="11"/>
                </a:lnTo>
                <a:lnTo>
                  <a:pt x="25" y="12"/>
                </a:lnTo>
                <a:lnTo>
                  <a:pt x="25" y="13"/>
                </a:lnTo>
                <a:lnTo>
                  <a:pt x="26" y="13"/>
                </a:lnTo>
                <a:lnTo>
                  <a:pt x="27" y="13"/>
                </a:lnTo>
                <a:lnTo>
                  <a:pt x="28" y="14"/>
                </a:lnTo>
                <a:lnTo>
                  <a:pt x="28" y="15"/>
                </a:lnTo>
                <a:lnTo>
                  <a:pt x="28" y="16"/>
                </a:lnTo>
                <a:lnTo>
                  <a:pt x="29" y="16"/>
                </a:lnTo>
                <a:lnTo>
                  <a:pt x="29" y="15"/>
                </a:lnTo>
                <a:lnTo>
                  <a:pt x="29" y="14"/>
                </a:lnTo>
                <a:lnTo>
                  <a:pt x="30" y="13"/>
                </a:lnTo>
                <a:lnTo>
                  <a:pt x="31" y="13"/>
                </a:lnTo>
                <a:lnTo>
                  <a:pt x="32" y="13"/>
                </a:lnTo>
                <a:lnTo>
                  <a:pt x="33" y="13"/>
                </a:lnTo>
                <a:lnTo>
                  <a:pt x="33" y="14"/>
                </a:lnTo>
                <a:lnTo>
                  <a:pt x="33" y="15"/>
                </a:lnTo>
                <a:lnTo>
                  <a:pt x="34" y="14"/>
                </a:lnTo>
                <a:lnTo>
                  <a:pt x="34" y="13"/>
                </a:lnTo>
                <a:lnTo>
                  <a:pt x="34" y="12"/>
                </a:lnTo>
                <a:lnTo>
                  <a:pt x="34" y="11"/>
                </a:lnTo>
                <a:lnTo>
                  <a:pt x="35" y="11"/>
                </a:lnTo>
                <a:lnTo>
                  <a:pt x="36" y="11"/>
                </a:lnTo>
                <a:lnTo>
                  <a:pt x="36" y="10"/>
                </a:lnTo>
                <a:lnTo>
                  <a:pt x="36" y="9"/>
                </a:lnTo>
                <a:lnTo>
                  <a:pt x="37" y="9"/>
                </a:lnTo>
                <a:lnTo>
                  <a:pt x="38" y="8"/>
                </a:lnTo>
                <a:lnTo>
                  <a:pt x="38" y="9"/>
                </a:lnTo>
                <a:lnTo>
                  <a:pt x="38" y="10"/>
                </a:lnTo>
                <a:lnTo>
                  <a:pt x="40" y="10"/>
                </a:lnTo>
                <a:lnTo>
                  <a:pt x="40" y="9"/>
                </a:lnTo>
                <a:lnTo>
                  <a:pt x="41" y="9"/>
                </a:lnTo>
                <a:lnTo>
                  <a:pt x="41" y="10"/>
                </a:lnTo>
                <a:lnTo>
                  <a:pt x="40" y="10"/>
                </a:lnTo>
                <a:lnTo>
                  <a:pt x="40" y="11"/>
                </a:lnTo>
                <a:lnTo>
                  <a:pt x="40" y="12"/>
                </a:lnTo>
                <a:lnTo>
                  <a:pt x="40" y="13"/>
                </a:lnTo>
                <a:lnTo>
                  <a:pt x="40" y="12"/>
                </a:lnTo>
                <a:lnTo>
                  <a:pt x="40" y="13"/>
                </a:lnTo>
                <a:lnTo>
                  <a:pt x="40" y="14"/>
                </a:lnTo>
                <a:lnTo>
                  <a:pt x="40" y="13"/>
                </a:lnTo>
                <a:lnTo>
                  <a:pt x="41" y="13"/>
                </a:lnTo>
                <a:lnTo>
                  <a:pt x="40" y="13"/>
                </a:lnTo>
                <a:lnTo>
                  <a:pt x="41" y="13"/>
                </a:lnTo>
                <a:lnTo>
                  <a:pt x="41" y="14"/>
                </a:lnTo>
                <a:lnTo>
                  <a:pt x="42" y="14"/>
                </a:lnTo>
                <a:lnTo>
                  <a:pt x="42" y="13"/>
                </a:lnTo>
                <a:lnTo>
                  <a:pt x="42" y="12"/>
                </a:lnTo>
                <a:lnTo>
                  <a:pt x="42" y="11"/>
                </a:lnTo>
                <a:lnTo>
                  <a:pt x="42" y="10"/>
                </a:lnTo>
                <a:lnTo>
                  <a:pt x="43" y="11"/>
                </a:lnTo>
                <a:lnTo>
                  <a:pt x="43" y="12"/>
                </a:lnTo>
                <a:lnTo>
                  <a:pt x="43" y="13"/>
                </a:lnTo>
                <a:lnTo>
                  <a:pt x="44" y="13"/>
                </a:lnTo>
                <a:lnTo>
                  <a:pt x="45" y="13"/>
                </a:lnTo>
                <a:lnTo>
                  <a:pt x="46" y="13"/>
                </a:lnTo>
                <a:lnTo>
                  <a:pt x="45" y="14"/>
                </a:lnTo>
                <a:lnTo>
                  <a:pt x="46" y="14"/>
                </a:lnTo>
                <a:lnTo>
                  <a:pt x="46" y="15"/>
                </a:lnTo>
                <a:lnTo>
                  <a:pt x="45" y="15"/>
                </a:lnTo>
                <a:lnTo>
                  <a:pt x="45" y="14"/>
                </a:lnTo>
                <a:lnTo>
                  <a:pt x="44" y="14"/>
                </a:lnTo>
                <a:lnTo>
                  <a:pt x="44" y="15"/>
                </a:lnTo>
                <a:lnTo>
                  <a:pt x="43" y="16"/>
                </a:lnTo>
                <a:lnTo>
                  <a:pt x="43" y="17"/>
                </a:lnTo>
                <a:lnTo>
                  <a:pt x="44" y="17"/>
                </a:lnTo>
                <a:lnTo>
                  <a:pt x="44" y="18"/>
                </a:lnTo>
                <a:lnTo>
                  <a:pt x="45" y="18"/>
                </a:lnTo>
                <a:lnTo>
                  <a:pt x="45" y="20"/>
                </a:lnTo>
                <a:lnTo>
                  <a:pt x="44" y="20"/>
                </a:lnTo>
                <a:lnTo>
                  <a:pt x="44" y="19"/>
                </a:lnTo>
                <a:lnTo>
                  <a:pt x="43" y="19"/>
                </a:lnTo>
                <a:lnTo>
                  <a:pt x="44" y="20"/>
                </a:lnTo>
                <a:lnTo>
                  <a:pt x="43" y="21"/>
                </a:lnTo>
                <a:lnTo>
                  <a:pt x="42" y="22"/>
                </a:lnTo>
                <a:lnTo>
                  <a:pt x="42" y="23"/>
                </a:lnTo>
                <a:lnTo>
                  <a:pt x="41" y="21"/>
                </a:lnTo>
                <a:lnTo>
                  <a:pt x="41" y="22"/>
                </a:lnTo>
                <a:lnTo>
                  <a:pt x="40" y="22"/>
                </a:lnTo>
                <a:lnTo>
                  <a:pt x="40" y="21"/>
                </a:lnTo>
                <a:lnTo>
                  <a:pt x="38" y="20"/>
                </a:lnTo>
                <a:lnTo>
                  <a:pt x="40" y="20"/>
                </a:lnTo>
                <a:lnTo>
                  <a:pt x="40" y="19"/>
                </a:lnTo>
                <a:lnTo>
                  <a:pt x="37" y="18"/>
                </a:lnTo>
                <a:lnTo>
                  <a:pt x="36" y="18"/>
                </a:lnTo>
                <a:lnTo>
                  <a:pt x="35" y="18"/>
                </a:lnTo>
                <a:lnTo>
                  <a:pt x="35" y="17"/>
                </a:lnTo>
                <a:lnTo>
                  <a:pt x="34" y="17"/>
                </a:lnTo>
                <a:lnTo>
                  <a:pt x="34" y="18"/>
                </a:lnTo>
                <a:lnTo>
                  <a:pt x="33" y="18"/>
                </a:lnTo>
                <a:lnTo>
                  <a:pt x="33" y="19"/>
                </a:lnTo>
                <a:lnTo>
                  <a:pt x="33" y="20"/>
                </a:lnTo>
                <a:lnTo>
                  <a:pt x="33" y="21"/>
                </a:lnTo>
                <a:lnTo>
                  <a:pt x="34" y="21"/>
                </a:lnTo>
                <a:lnTo>
                  <a:pt x="33" y="22"/>
                </a:lnTo>
                <a:lnTo>
                  <a:pt x="33" y="21"/>
                </a:lnTo>
                <a:lnTo>
                  <a:pt x="33" y="20"/>
                </a:lnTo>
                <a:lnTo>
                  <a:pt x="32" y="20"/>
                </a:lnTo>
                <a:lnTo>
                  <a:pt x="33" y="20"/>
                </a:lnTo>
                <a:lnTo>
                  <a:pt x="32" y="20"/>
                </a:lnTo>
                <a:lnTo>
                  <a:pt x="32" y="21"/>
                </a:lnTo>
                <a:lnTo>
                  <a:pt x="31" y="21"/>
                </a:lnTo>
                <a:lnTo>
                  <a:pt x="32" y="21"/>
                </a:lnTo>
                <a:lnTo>
                  <a:pt x="33" y="22"/>
                </a:lnTo>
                <a:lnTo>
                  <a:pt x="33" y="23"/>
                </a:lnTo>
                <a:lnTo>
                  <a:pt x="33" y="25"/>
                </a:lnTo>
                <a:lnTo>
                  <a:pt x="34" y="25"/>
                </a:lnTo>
                <a:lnTo>
                  <a:pt x="35" y="26"/>
                </a:lnTo>
                <a:lnTo>
                  <a:pt x="36" y="26"/>
                </a:lnTo>
                <a:lnTo>
                  <a:pt x="37" y="27"/>
                </a:lnTo>
                <a:lnTo>
                  <a:pt x="37" y="29"/>
                </a:lnTo>
                <a:lnTo>
                  <a:pt x="36" y="29"/>
                </a:lnTo>
                <a:lnTo>
                  <a:pt x="35" y="29"/>
                </a:lnTo>
                <a:lnTo>
                  <a:pt x="35" y="30"/>
                </a:lnTo>
                <a:lnTo>
                  <a:pt x="36" y="30"/>
                </a:lnTo>
                <a:lnTo>
                  <a:pt x="36" y="31"/>
                </a:lnTo>
                <a:lnTo>
                  <a:pt x="36" y="32"/>
                </a:lnTo>
                <a:lnTo>
                  <a:pt x="35" y="32"/>
                </a:lnTo>
                <a:lnTo>
                  <a:pt x="35" y="31"/>
                </a:lnTo>
                <a:lnTo>
                  <a:pt x="34" y="31"/>
                </a:lnTo>
                <a:lnTo>
                  <a:pt x="34" y="32"/>
                </a:lnTo>
                <a:lnTo>
                  <a:pt x="33" y="32"/>
                </a:lnTo>
                <a:lnTo>
                  <a:pt x="33" y="31"/>
                </a:lnTo>
                <a:lnTo>
                  <a:pt x="33" y="30"/>
                </a:lnTo>
                <a:lnTo>
                  <a:pt x="33" y="29"/>
                </a:lnTo>
                <a:lnTo>
                  <a:pt x="32" y="27"/>
                </a:lnTo>
                <a:lnTo>
                  <a:pt x="31" y="29"/>
                </a:lnTo>
                <a:lnTo>
                  <a:pt x="30" y="29"/>
                </a:lnTo>
                <a:lnTo>
                  <a:pt x="30" y="27"/>
                </a:lnTo>
                <a:lnTo>
                  <a:pt x="29" y="26"/>
                </a:lnTo>
                <a:lnTo>
                  <a:pt x="28" y="26"/>
                </a:lnTo>
                <a:lnTo>
                  <a:pt x="26" y="25"/>
                </a:lnTo>
                <a:lnTo>
                  <a:pt x="26" y="26"/>
                </a:lnTo>
                <a:lnTo>
                  <a:pt x="26" y="27"/>
                </a:lnTo>
                <a:lnTo>
                  <a:pt x="25" y="27"/>
                </a:lnTo>
                <a:lnTo>
                  <a:pt x="25" y="29"/>
                </a:lnTo>
                <a:lnTo>
                  <a:pt x="24" y="29"/>
                </a:lnTo>
                <a:lnTo>
                  <a:pt x="24" y="27"/>
                </a:lnTo>
                <a:lnTo>
                  <a:pt x="23" y="27"/>
                </a:lnTo>
                <a:lnTo>
                  <a:pt x="23" y="26"/>
                </a:lnTo>
                <a:lnTo>
                  <a:pt x="23" y="25"/>
                </a:lnTo>
                <a:lnTo>
                  <a:pt x="22" y="25"/>
                </a:lnTo>
                <a:lnTo>
                  <a:pt x="21" y="25"/>
                </a:lnTo>
                <a:lnTo>
                  <a:pt x="20" y="25"/>
                </a:lnTo>
                <a:lnTo>
                  <a:pt x="20" y="24"/>
                </a:lnTo>
                <a:lnTo>
                  <a:pt x="20" y="23"/>
                </a:lnTo>
                <a:lnTo>
                  <a:pt x="19" y="22"/>
                </a:lnTo>
                <a:lnTo>
                  <a:pt x="19" y="21"/>
                </a:lnTo>
                <a:lnTo>
                  <a:pt x="19" y="20"/>
                </a:lnTo>
                <a:lnTo>
                  <a:pt x="18" y="20"/>
                </a:lnTo>
                <a:lnTo>
                  <a:pt x="17" y="20"/>
                </a:lnTo>
                <a:lnTo>
                  <a:pt x="16" y="20"/>
                </a:lnTo>
                <a:lnTo>
                  <a:pt x="15" y="20"/>
                </a:lnTo>
                <a:lnTo>
                  <a:pt x="14" y="20"/>
                </a:lnTo>
                <a:lnTo>
                  <a:pt x="13" y="21"/>
                </a:lnTo>
                <a:lnTo>
                  <a:pt x="12" y="21"/>
                </a:lnTo>
                <a:lnTo>
                  <a:pt x="11" y="21"/>
                </a:lnTo>
                <a:lnTo>
                  <a:pt x="10" y="21"/>
                </a:lnTo>
                <a:lnTo>
                  <a:pt x="10" y="20"/>
                </a:lnTo>
                <a:lnTo>
                  <a:pt x="9" y="20"/>
                </a:lnTo>
                <a:lnTo>
                  <a:pt x="9" y="21"/>
                </a:lnTo>
                <a:lnTo>
                  <a:pt x="8" y="20"/>
                </a:lnTo>
                <a:lnTo>
                  <a:pt x="7" y="19"/>
                </a:lnTo>
                <a:lnTo>
                  <a:pt x="6" y="18"/>
                </a:lnTo>
                <a:lnTo>
                  <a:pt x="6" y="19"/>
                </a:lnTo>
                <a:lnTo>
                  <a:pt x="6" y="20"/>
                </a:lnTo>
                <a:lnTo>
                  <a:pt x="5" y="19"/>
                </a:lnTo>
                <a:lnTo>
                  <a:pt x="4" y="20"/>
                </a:lnTo>
                <a:lnTo>
                  <a:pt x="4" y="21"/>
                </a:lnTo>
                <a:lnTo>
                  <a:pt x="3" y="21"/>
                </a:lnTo>
                <a:lnTo>
                  <a:pt x="2" y="20"/>
                </a:lnTo>
                <a:lnTo>
                  <a:pt x="1" y="19"/>
                </a:lnTo>
                <a:lnTo>
                  <a:pt x="2" y="19"/>
                </a:lnTo>
                <a:lnTo>
                  <a:pt x="2" y="18"/>
                </a:lnTo>
                <a:lnTo>
                  <a:pt x="1" y="17"/>
                </a:lnTo>
                <a:lnTo>
                  <a:pt x="1" y="16"/>
                </a:lnTo>
                <a:lnTo>
                  <a:pt x="0" y="16"/>
                </a:lnTo>
                <a:lnTo>
                  <a:pt x="1" y="15"/>
                </a:lnTo>
                <a:lnTo>
                  <a:pt x="1" y="14"/>
                </a:lnTo>
                <a:lnTo>
                  <a:pt x="2" y="14"/>
                </a:lnTo>
                <a:lnTo>
                  <a:pt x="3" y="14"/>
                </a:lnTo>
                <a:lnTo>
                  <a:pt x="4" y="14"/>
                </a:lnTo>
                <a:lnTo>
                  <a:pt x="4" y="13"/>
                </a:lnTo>
                <a:lnTo>
                  <a:pt x="5" y="12"/>
                </a:lnTo>
                <a:lnTo>
                  <a:pt x="6" y="11"/>
                </a:lnTo>
                <a:lnTo>
                  <a:pt x="7" y="11"/>
                </a:lnTo>
                <a:lnTo>
                  <a:pt x="7" y="10"/>
                </a:lnTo>
                <a:lnTo>
                  <a:pt x="7" y="9"/>
                </a:lnTo>
                <a:lnTo>
                  <a:pt x="8" y="9"/>
                </a:lnTo>
                <a:lnTo>
                  <a:pt x="8" y="8"/>
                </a:lnTo>
                <a:lnTo>
                  <a:pt x="9" y="8"/>
                </a:lnTo>
                <a:lnTo>
                  <a:pt x="9" y="7"/>
                </a:lnTo>
                <a:lnTo>
                  <a:pt x="9" y="8"/>
                </a:lnTo>
                <a:lnTo>
                  <a:pt x="9" y="7"/>
                </a:lnTo>
                <a:lnTo>
                  <a:pt x="9" y="8"/>
                </a:lnTo>
                <a:lnTo>
                  <a:pt x="10" y="8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1" y="9"/>
                </a:lnTo>
                <a:lnTo>
                  <a:pt x="11" y="8"/>
                </a:lnTo>
                <a:lnTo>
                  <a:pt x="12" y="8"/>
                </a:lnTo>
                <a:lnTo>
                  <a:pt x="12" y="7"/>
                </a:lnTo>
                <a:lnTo>
                  <a:pt x="12" y="6"/>
                </a:lnTo>
                <a:lnTo>
                  <a:pt x="13" y="6"/>
                </a:lnTo>
                <a:lnTo>
                  <a:pt x="14" y="6"/>
                </a:lnTo>
                <a:lnTo>
                  <a:pt x="14" y="5"/>
                </a:lnTo>
                <a:lnTo>
                  <a:pt x="15" y="5"/>
                </a:lnTo>
                <a:lnTo>
                  <a:pt x="16" y="5"/>
                </a:lnTo>
                <a:lnTo>
                  <a:pt x="16" y="4"/>
                </a:lnTo>
                <a:lnTo>
                  <a:pt x="16" y="3"/>
                </a:lnTo>
                <a:lnTo>
                  <a:pt x="17" y="3"/>
                </a:lnTo>
                <a:lnTo>
                  <a:pt x="18" y="3"/>
                </a:lnTo>
                <a:lnTo>
                  <a:pt x="19" y="3"/>
                </a:lnTo>
                <a:lnTo>
                  <a:pt x="20" y="2"/>
                </a:lnTo>
                <a:lnTo>
                  <a:pt x="22" y="2"/>
                </a:lnTo>
                <a:lnTo>
                  <a:pt x="22" y="1"/>
                </a:lnTo>
                <a:lnTo>
                  <a:pt x="23" y="1"/>
                </a:lnTo>
                <a:lnTo>
                  <a:pt x="23" y="0"/>
                </a:lnTo>
                <a:lnTo>
                  <a:pt x="24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68" name=""/>
          <p:cNvSpPr/>
          <p:nvPr/>
        </p:nvSpPr>
        <p:spPr>
          <a:xfrm>
            <a:off x="6777000" y="431856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3" y="0"/>
                </a:move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69" name=""/>
          <p:cNvSpPr/>
          <p:nvPr/>
        </p:nvSpPr>
        <p:spPr>
          <a:xfrm>
            <a:off x="6778080" y="4318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70" name=""/>
          <p:cNvSpPr/>
          <p:nvPr/>
        </p:nvSpPr>
        <p:spPr>
          <a:xfrm>
            <a:off x="6778080" y="43156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3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4" y="2"/>
                </a:lnTo>
                <a:lnTo>
                  <a:pt x="2" y="3"/>
                </a:lnTo>
                <a:lnTo>
                  <a:pt x="0" y="3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71" name=""/>
          <p:cNvSpPr/>
          <p:nvPr/>
        </p:nvSpPr>
        <p:spPr>
          <a:xfrm>
            <a:off x="6780600" y="4313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72" name=""/>
          <p:cNvSpPr/>
          <p:nvPr/>
        </p:nvSpPr>
        <p:spPr>
          <a:xfrm>
            <a:off x="6780240" y="43131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73" name=""/>
          <p:cNvSpPr/>
          <p:nvPr/>
        </p:nvSpPr>
        <p:spPr>
          <a:xfrm>
            <a:off x="6778440" y="4313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74" name=""/>
          <p:cNvSpPr/>
          <p:nvPr/>
        </p:nvSpPr>
        <p:spPr>
          <a:xfrm>
            <a:off x="6779160" y="43128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75" name=""/>
          <p:cNvSpPr/>
          <p:nvPr/>
        </p:nvSpPr>
        <p:spPr>
          <a:xfrm>
            <a:off x="6780600" y="4312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76" name=""/>
          <p:cNvSpPr/>
          <p:nvPr/>
        </p:nvSpPr>
        <p:spPr>
          <a:xfrm>
            <a:off x="6778800" y="431136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0" y="0"/>
                </a:move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2" y="3"/>
                </a:lnTo>
                <a:lnTo>
                  <a:pt x="3" y="3"/>
                </a:lnTo>
                <a:lnTo>
                  <a:pt x="3" y="4"/>
                </a:ln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77" name=""/>
          <p:cNvSpPr/>
          <p:nvPr/>
        </p:nvSpPr>
        <p:spPr>
          <a:xfrm>
            <a:off x="6778440" y="431136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78" name=""/>
          <p:cNvSpPr/>
          <p:nvPr/>
        </p:nvSpPr>
        <p:spPr>
          <a:xfrm>
            <a:off x="6779160" y="4311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79" name=""/>
          <p:cNvSpPr/>
          <p:nvPr/>
        </p:nvSpPr>
        <p:spPr>
          <a:xfrm>
            <a:off x="6780600" y="430740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1"/>
                </a:move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80" name=""/>
          <p:cNvSpPr/>
          <p:nvPr/>
        </p:nvSpPr>
        <p:spPr>
          <a:xfrm>
            <a:off x="6780600" y="4306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81" name=""/>
          <p:cNvSpPr/>
          <p:nvPr/>
        </p:nvSpPr>
        <p:spPr>
          <a:xfrm>
            <a:off x="6778440" y="430596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3" y="1"/>
                </a:moveTo>
                <a:lnTo>
                  <a:pt x="3" y="3"/>
                </a:lnTo>
                <a:lnTo>
                  <a:pt x="1" y="3"/>
                </a:lnTo>
                <a:lnTo>
                  <a:pt x="1" y="1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3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82" name=""/>
          <p:cNvSpPr/>
          <p:nvPr/>
        </p:nvSpPr>
        <p:spPr>
          <a:xfrm>
            <a:off x="6778800" y="43052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83" name=""/>
          <p:cNvSpPr/>
          <p:nvPr/>
        </p:nvSpPr>
        <p:spPr>
          <a:xfrm>
            <a:off x="6778080" y="430488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3" y="0"/>
                </a:move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3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84" name=""/>
          <p:cNvSpPr/>
          <p:nvPr/>
        </p:nvSpPr>
        <p:spPr>
          <a:xfrm>
            <a:off x="6782760" y="430488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85" name=""/>
          <p:cNvSpPr/>
          <p:nvPr/>
        </p:nvSpPr>
        <p:spPr>
          <a:xfrm>
            <a:off x="6753960" y="431928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5" y="0"/>
                </a:moveTo>
                <a:lnTo>
                  <a:pt x="6" y="2"/>
                </a:lnTo>
                <a:lnTo>
                  <a:pt x="6" y="3"/>
                </a:lnTo>
                <a:lnTo>
                  <a:pt x="6" y="2"/>
                </a:lnTo>
                <a:lnTo>
                  <a:pt x="6" y="1"/>
                </a:lnTo>
                <a:lnTo>
                  <a:pt x="5" y="1"/>
                </a:ln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  <a:lnTo>
                  <a:pt x="5" y="4"/>
                </a:lnTo>
                <a:lnTo>
                  <a:pt x="4" y="4"/>
                </a:lnTo>
                <a:lnTo>
                  <a:pt x="4" y="6"/>
                </a:lnTo>
                <a:lnTo>
                  <a:pt x="3" y="6"/>
                </a:lnTo>
                <a:lnTo>
                  <a:pt x="1" y="6"/>
                </a:lnTo>
                <a:lnTo>
                  <a:pt x="1" y="4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4" y="0"/>
                </a:lnTo>
                <a:lnTo>
                  <a:pt x="5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86" name=""/>
          <p:cNvSpPr/>
          <p:nvPr/>
        </p:nvSpPr>
        <p:spPr>
          <a:xfrm>
            <a:off x="6754680" y="4317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87" name=""/>
          <p:cNvSpPr/>
          <p:nvPr/>
        </p:nvSpPr>
        <p:spPr>
          <a:xfrm>
            <a:off x="6753600" y="431712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4" y="6"/>
                </a:moveTo>
                <a:lnTo>
                  <a:pt x="4" y="4"/>
                </a:lnTo>
                <a:lnTo>
                  <a:pt x="3" y="4"/>
                </a:lnTo>
                <a:lnTo>
                  <a:pt x="3" y="6"/>
                </a:ln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4" y="6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88" name=""/>
          <p:cNvSpPr/>
          <p:nvPr/>
        </p:nvSpPr>
        <p:spPr>
          <a:xfrm>
            <a:off x="6755040" y="43174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BEBE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89" name=""/>
          <p:cNvSpPr/>
          <p:nvPr/>
        </p:nvSpPr>
        <p:spPr>
          <a:xfrm>
            <a:off x="7102800" y="36637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90" name=""/>
          <p:cNvSpPr/>
          <p:nvPr/>
        </p:nvSpPr>
        <p:spPr>
          <a:xfrm>
            <a:off x="7102800" y="36637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91" name=""/>
          <p:cNvSpPr/>
          <p:nvPr/>
        </p:nvSpPr>
        <p:spPr>
          <a:xfrm>
            <a:off x="7102800" y="36637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92" name=""/>
          <p:cNvSpPr/>
          <p:nvPr/>
        </p:nvSpPr>
        <p:spPr>
          <a:xfrm>
            <a:off x="7102800" y="36637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93" name=""/>
          <p:cNvSpPr/>
          <p:nvPr/>
        </p:nvSpPr>
        <p:spPr>
          <a:xfrm>
            <a:off x="7108920" y="36576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94" name=""/>
          <p:cNvSpPr/>
          <p:nvPr/>
        </p:nvSpPr>
        <p:spPr>
          <a:xfrm>
            <a:off x="7108920" y="3656520"/>
            <a:ext cx="360" cy="1080"/>
          </a:xfrm>
          <a:custGeom>
            <a:avLst/>
            <a:gdLst/>
            <a:ahLst/>
            <a:rect l="0" t="0" r="r" b="b"/>
            <a:pathLst>
              <a:path w="1" h="3">
                <a:moveTo>
                  <a:pt x="0" y="3"/>
                </a:move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95" name=""/>
          <p:cNvSpPr/>
          <p:nvPr/>
        </p:nvSpPr>
        <p:spPr>
          <a:xfrm>
            <a:off x="7113960" y="365148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96" name=""/>
          <p:cNvSpPr/>
          <p:nvPr/>
        </p:nvSpPr>
        <p:spPr>
          <a:xfrm>
            <a:off x="7113960" y="36511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97" name=""/>
          <p:cNvSpPr/>
          <p:nvPr/>
        </p:nvSpPr>
        <p:spPr>
          <a:xfrm>
            <a:off x="7114680" y="36511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98" name=""/>
          <p:cNvSpPr/>
          <p:nvPr/>
        </p:nvSpPr>
        <p:spPr>
          <a:xfrm>
            <a:off x="7098480" y="3628800"/>
            <a:ext cx="60840" cy="41040"/>
          </a:xfrm>
          <a:custGeom>
            <a:avLst/>
            <a:gdLst/>
            <a:ahLst/>
            <a:rect l="0" t="0" r="r" b="b"/>
            <a:pathLst>
              <a:path w="169" h="114">
                <a:moveTo>
                  <a:pt x="12" y="98"/>
                </a:moveTo>
                <a:lnTo>
                  <a:pt x="11" y="98"/>
                </a:lnTo>
                <a:lnTo>
                  <a:pt x="11" y="99"/>
                </a:lnTo>
                <a:lnTo>
                  <a:pt x="11" y="100"/>
                </a:lnTo>
                <a:lnTo>
                  <a:pt x="12" y="100"/>
                </a:lnTo>
                <a:lnTo>
                  <a:pt x="12" y="101"/>
                </a:lnTo>
                <a:lnTo>
                  <a:pt x="11" y="101"/>
                </a:lnTo>
                <a:lnTo>
                  <a:pt x="11" y="102"/>
                </a:lnTo>
                <a:lnTo>
                  <a:pt x="11" y="101"/>
                </a:lnTo>
                <a:lnTo>
                  <a:pt x="12" y="101"/>
                </a:lnTo>
                <a:lnTo>
                  <a:pt x="13" y="101"/>
                </a:lnTo>
                <a:lnTo>
                  <a:pt x="13" y="100"/>
                </a:lnTo>
                <a:lnTo>
                  <a:pt x="14" y="100"/>
                </a:lnTo>
                <a:lnTo>
                  <a:pt x="15" y="99"/>
                </a:lnTo>
                <a:lnTo>
                  <a:pt x="16" y="99"/>
                </a:lnTo>
                <a:lnTo>
                  <a:pt x="16" y="98"/>
                </a:lnTo>
                <a:lnTo>
                  <a:pt x="17" y="98"/>
                </a:lnTo>
                <a:lnTo>
                  <a:pt x="17" y="97"/>
                </a:lnTo>
                <a:lnTo>
                  <a:pt x="17" y="96"/>
                </a:lnTo>
                <a:lnTo>
                  <a:pt x="17" y="97"/>
                </a:lnTo>
                <a:lnTo>
                  <a:pt x="17" y="96"/>
                </a:lnTo>
                <a:lnTo>
                  <a:pt x="18" y="96"/>
                </a:lnTo>
                <a:lnTo>
                  <a:pt x="18" y="95"/>
                </a:lnTo>
                <a:lnTo>
                  <a:pt x="18" y="94"/>
                </a:lnTo>
                <a:lnTo>
                  <a:pt x="18" y="93"/>
                </a:lnTo>
                <a:lnTo>
                  <a:pt x="19" y="93"/>
                </a:lnTo>
                <a:lnTo>
                  <a:pt x="19" y="92"/>
                </a:lnTo>
                <a:lnTo>
                  <a:pt x="18" y="92"/>
                </a:lnTo>
                <a:lnTo>
                  <a:pt x="18" y="91"/>
                </a:lnTo>
                <a:lnTo>
                  <a:pt x="17" y="90"/>
                </a:lnTo>
                <a:lnTo>
                  <a:pt x="16" y="90"/>
                </a:lnTo>
                <a:lnTo>
                  <a:pt x="16" y="89"/>
                </a:lnTo>
                <a:lnTo>
                  <a:pt x="15" y="89"/>
                </a:lnTo>
                <a:lnTo>
                  <a:pt x="16" y="88"/>
                </a:lnTo>
                <a:lnTo>
                  <a:pt x="16" y="87"/>
                </a:lnTo>
                <a:lnTo>
                  <a:pt x="16" y="86"/>
                </a:lnTo>
                <a:lnTo>
                  <a:pt x="17" y="86"/>
                </a:lnTo>
                <a:lnTo>
                  <a:pt x="17" y="85"/>
                </a:lnTo>
                <a:lnTo>
                  <a:pt x="18" y="85"/>
                </a:lnTo>
                <a:lnTo>
                  <a:pt x="18" y="84"/>
                </a:lnTo>
                <a:lnTo>
                  <a:pt x="19" y="84"/>
                </a:lnTo>
                <a:lnTo>
                  <a:pt x="19" y="83"/>
                </a:lnTo>
                <a:lnTo>
                  <a:pt x="20" y="83"/>
                </a:lnTo>
                <a:lnTo>
                  <a:pt x="21" y="82"/>
                </a:lnTo>
                <a:lnTo>
                  <a:pt x="21" y="81"/>
                </a:lnTo>
                <a:lnTo>
                  <a:pt x="22" y="81"/>
                </a:lnTo>
                <a:lnTo>
                  <a:pt x="22" y="80"/>
                </a:lnTo>
                <a:lnTo>
                  <a:pt x="23" y="80"/>
                </a:lnTo>
                <a:lnTo>
                  <a:pt x="24" y="80"/>
                </a:lnTo>
                <a:lnTo>
                  <a:pt x="24" y="79"/>
                </a:lnTo>
                <a:lnTo>
                  <a:pt x="25" y="79"/>
                </a:lnTo>
                <a:lnTo>
                  <a:pt x="25" y="78"/>
                </a:lnTo>
                <a:lnTo>
                  <a:pt x="25" y="77"/>
                </a:lnTo>
                <a:lnTo>
                  <a:pt x="26" y="77"/>
                </a:lnTo>
                <a:lnTo>
                  <a:pt x="26" y="76"/>
                </a:lnTo>
                <a:lnTo>
                  <a:pt x="27" y="76"/>
                </a:lnTo>
                <a:lnTo>
                  <a:pt x="28" y="76"/>
                </a:lnTo>
                <a:lnTo>
                  <a:pt x="29" y="76"/>
                </a:lnTo>
                <a:lnTo>
                  <a:pt x="28" y="76"/>
                </a:lnTo>
                <a:lnTo>
                  <a:pt x="29" y="76"/>
                </a:lnTo>
                <a:lnTo>
                  <a:pt x="29" y="77"/>
                </a:lnTo>
                <a:lnTo>
                  <a:pt x="29" y="76"/>
                </a:lnTo>
                <a:lnTo>
                  <a:pt x="29" y="75"/>
                </a:lnTo>
                <a:lnTo>
                  <a:pt x="30" y="75"/>
                </a:lnTo>
                <a:lnTo>
                  <a:pt x="30" y="74"/>
                </a:lnTo>
                <a:lnTo>
                  <a:pt x="31" y="74"/>
                </a:lnTo>
                <a:lnTo>
                  <a:pt x="31" y="73"/>
                </a:lnTo>
                <a:lnTo>
                  <a:pt x="32" y="73"/>
                </a:lnTo>
                <a:lnTo>
                  <a:pt x="33" y="73"/>
                </a:lnTo>
                <a:lnTo>
                  <a:pt x="33" y="72"/>
                </a:lnTo>
                <a:lnTo>
                  <a:pt x="34" y="72"/>
                </a:lnTo>
                <a:lnTo>
                  <a:pt x="35" y="72"/>
                </a:lnTo>
                <a:lnTo>
                  <a:pt x="35" y="71"/>
                </a:lnTo>
                <a:lnTo>
                  <a:pt x="34" y="71"/>
                </a:lnTo>
                <a:lnTo>
                  <a:pt x="35" y="71"/>
                </a:lnTo>
                <a:lnTo>
                  <a:pt x="34" y="71"/>
                </a:lnTo>
                <a:lnTo>
                  <a:pt x="34" y="70"/>
                </a:lnTo>
                <a:lnTo>
                  <a:pt x="35" y="70"/>
                </a:lnTo>
                <a:lnTo>
                  <a:pt x="35" y="69"/>
                </a:lnTo>
                <a:lnTo>
                  <a:pt x="36" y="69"/>
                </a:lnTo>
                <a:lnTo>
                  <a:pt x="37" y="68"/>
                </a:lnTo>
                <a:lnTo>
                  <a:pt x="38" y="68"/>
                </a:lnTo>
                <a:lnTo>
                  <a:pt x="38" y="67"/>
                </a:lnTo>
                <a:lnTo>
                  <a:pt x="39" y="67"/>
                </a:lnTo>
                <a:lnTo>
                  <a:pt x="39" y="66"/>
                </a:lnTo>
                <a:lnTo>
                  <a:pt x="40" y="66"/>
                </a:lnTo>
                <a:lnTo>
                  <a:pt x="40" y="65"/>
                </a:lnTo>
                <a:lnTo>
                  <a:pt x="41" y="65"/>
                </a:lnTo>
                <a:lnTo>
                  <a:pt x="42" y="65"/>
                </a:lnTo>
                <a:lnTo>
                  <a:pt x="42" y="64"/>
                </a:lnTo>
                <a:lnTo>
                  <a:pt x="43" y="64"/>
                </a:lnTo>
                <a:lnTo>
                  <a:pt x="42" y="64"/>
                </a:lnTo>
                <a:lnTo>
                  <a:pt x="42" y="65"/>
                </a:lnTo>
                <a:lnTo>
                  <a:pt x="43" y="65"/>
                </a:lnTo>
                <a:lnTo>
                  <a:pt x="43" y="64"/>
                </a:lnTo>
                <a:lnTo>
                  <a:pt x="44" y="64"/>
                </a:lnTo>
                <a:lnTo>
                  <a:pt x="45" y="64"/>
                </a:lnTo>
                <a:lnTo>
                  <a:pt x="46" y="64"/>
                </a:lnTo>
                <a:lnTo>
                  <a:pt x="46" y="63"/>
                </a:lnTo>
                <a:lnTo>
                  <a:pt x="47" y="63"/>
                </a:lnTo>
                <a:lnTo>
                  <a:pt x="48" y="63"/>
                </a:lnTo>
                <a:lnTo>
                  <a:pt x="48" y="62"/>
                </a:lnTo>
                <a:lnTo>
                  <a:pt x="49" y="62"/>
                </a:lnTo>
                <a:lnTo>
                  <a:pt x="48" y="62"/>
                </a:lnTo>
                <a:lnTo>
                  <a:pt x="48" y="63"/>
                </a:lnTo>
                <a:lnTo>
                  <a:pt x="48" y="62"/>
                </a:lnTo>
                <a:lnTo>
                  <a:pt x="49" y="62"/>
                </a:lnTo>
                <a:lnTo>
                  <a:pt x="49" y="61"/>
                </a:lnTo>
                <a:lnTo>
                  <a:pt x="49" y="62"/>
                </a:lnTo>
                <a:lnTo>
                  <a:pt x="50" y="62"/>
                </a:lnTo>
                <a:lnTo>
                  <a:pt x="50" y="61"/>
                </a:lnTo>
                <a:lnTo>
                  <a:pt x="50" y="62"/>
                </a:lnTo>
                <a:lnTo>
                  <a:pt x="50" y="61"/>
                </a:lnTo>
                <a:lnTo>
                  <a:pt x="51" y="61"/>
                </a:lnTo>
                <a:lnTo>
                  <a:pt x="51" y="60"/>
                </a:lnTo>
                <a:lnTo>
                  <a:pt x="51" y="59"/>
                </a:lnTo>
                <a:lnTo>
                  <a:pt x="51" y="58"/>
                </a:lnTo>
                <a:lnTo>
                  <a:pt x="52" y="58"/>
                </a:lnTo>
                <a:lnTo>
                  <a:pt x="51" y="58"/>
                </a:lnTo>
                <a:lnTo>
                  <a:pt x="52" y="58"/>
                </a:lnTo>
                <a:lnTo>
                  <a:pt x="52" y="57"/>
                </a:lnTo>
                <a:lnTo>
                  <a:pt x="52" y="55"/>
                </a:lnTo>
                <a:lnTo>
                  <a:pt x="53" y="55"/>
                </a:lnTo>
                <a:lnTo>
                  <a:pt x="53" y="54"/>
                </a:lnTo>
                <a:lnTo>
                  <a:pt x="54" y="54"/>
                </a:lnTo>
                <a:lnTo>
                  <a:pt x="54" y="53"/>
                </a:lnTo>
                <a:lnTo>
                  <a:pt x="55" y="53"/>
                </a:lnTo>
                <a:lnTo>
                  <a:pt x="56" y="53"/>
                </a:lnTo>
                <a:lnTo>
                  <a:pt x="56" y="52"/>
                </a:lnTo>
                <a:lnTo>
                  <a:pt x="57" y="52"/>
                </a:lnTo>
                <a:lnTo>
                  <a:pt x="58" y="52"/>
                </a:lnTo>
                <a:lnTo>
                  <a:pt x="58" y="51"/>
                </a:lnTo>
                <a:lnTo>
                  <a:pt x="59" y="51"/>
                </a:lnTo>
                <a:lnTo>
                  <a:pt x="60" y="51"/>
                </a:lnTo>
                <a:lnTo>
                  <a:pt x="60" y="50"/>
                </a:lnTo>
                <a:lnTo>
                  <a:pt x="61" y="50"/>
                </a:lnTo>
                <a:lnTo>
                  <a:pt x="61" y="49"/>
                </a:lnTo>
                <a:lnTo>
                  <a:pt x="62" y="49"/>
                </a:lnTo>
                <a:lnTo>
                  <a:pt x="63" y="49"/>
                </a:lnTo>
                <a:lnTo>
                  <a:pt x="63" y="48"/>
                </a:lnTo>
                <a:lnTo>
                  <a:pt x="64" y="48"/>
                </a:lnTo>
                <a:lnTo>
                  <a:pt x="64" y="47"/>
                </a:lnTo>
                <a:lnTo>
                  <a:pt x="65" y="46"/>
                </a:lnTo>
                <a:lnTo>
                  <a:pt x="65" y="45"/>
                </a:lnTo>
                <a:lnTo>
                  <a:pt x="66" y="45"/>
                </a:lnTo>
                <a:lnTo>
                  <a:pt x="66" y="44"/>
                </a:lnTo>
                <a:lnTo>
                  <a:pt x="67" y="44"/>
                </a:lnTo>
                <a:lnTo>
                  <a:pt x="68" y="44"/>
                </a:lnTo>
                <a:lnTo>
                  <a:pt x="68" y="45"/>
                </a:lnTo>
                <a:lnTo>
                  <a:pt x="68" y="46"/>
                </a:lnTo>
                <a:lnTo>
                  <a:pt x="68" y="47"/>
                </a:lnTo>
                <a:lnTo>
                  <a:pt x="69" y="47"/>
                </a:lnTo>
                <a:lnTo>
                  <a:pt x="70" y="47"/>
                </a:lnTo>
                <a:lnTo>
                  <a:pt x="71" y="47"/>
                </a:lnTo>
                <a:lnTo>
                  <a:pt x="71" y="46"/>
                </a:lnTo>
                <a:lnTo>
                  <a:pt x="73" y="46"/>
                </a:lnTo>
                <a:lnTo>
                  <a:pt x="74" y="46"/>
                </a:lnTo>
                <a:lnTo>
                  <a:pt x="74" y="45"/>
                </a:lnTo>
                <a:lnTo>
                  <a:pt x="75" y="45"/>
                </a:lnTo>
                <a:lnTo>
                  <a:pt x="76" y="45"/>
                </a:lnTo>
                <a:lnTo>
                  <a:pt x="77" y="45"/>
                </a:lnTo>
                <a:lnTo>
                  <a:pt x="78" y="45"/>
                </a:lnTo>
                <a:lnTo>
                  <a:pt x="78" y="46"/>
                </a:lnTo>
                <a:lnTo>
                  <a:pt x="78" y="45"/>
                </a:lnTo>
                <a:lnTo>
                  <a:pt x="78" y="46"/>
                </a:lnTo>
                <a:lnTo>
                  <a:pt x="79" y="46"/>
                </a:lnTo>
                <a:lnTo>
                  <a:pt x="80" y="46"/>
                </a:lnTo>
                <a:lnTo>
                  <a:pt x="80" y="45"/>
                </a:lnTo>
                <a:lnTo>
                  <a:pt x="80" y="44"/>
                </a:lnTo>
                <a:lnTo>
                  <a:pt x="79" y="44"/>
                </a:lnTo>
                <a:lnTo>
                  <a:pt x="79" y="43"/>
                </a:lnTo>
                <a:lnTo>
                  <a:pt x="78" y="43"/>
                </a:lnTo>
                <a:lnTo>
                  <a:pt x="78" y="44"/>
                </a:lnTo>
                <a:lnTo>
                  <a:pt x="77" y="44"/>
                </a:lnTo>
                <a:lnTo>
                  <a:pt x="77" y="43"/>
                </a:lnTo>
                <a:lnTo>
                  <a:pt x="76" y="43"/>
                </a:lnTo>
                <a:lnTo>
                  <a:pt x="76" y="42"/>
                </a:lnTo>
                <a:lnTo>
                  <a:pt x="76" y="41"/>
                </a:lnTo>
                <a:lnTo>
                  <a:pt x="77" y="41"/>
                </a:lnTo>
                <a:lnTo>
                  <a:pt x="77" y="40"/>
                </a:lnTo>
                <a:lnTo>
                  <a:pt x="77" y="39"/>
                </a:lnTo>
                <a:lnTo>
                  <a:pt x="78" y="39"/>
                </a:lnTo>
                <a:lnTo>
                  <a:pt x="78" y="38"/>
                </a:lnTo>
                <a:lnTo>
                  <a:pt x="78" y="39"/>
                </a:lnTo>
                <a:lnTo>
                  <a:pt x="78" y="38"/>
                </a:lnTo>
                <a:lnTo>
                  <a:pt x="79" y="38"/>
                </a:lnTo>
                <a:lnTo>
                  <a:pt x="80" y="38"/>
                </a:lnTo>
                <a:lnTo>
                  <a:pt x="80" y="37"/>
                </a:lnTo>
                <a:lnTo>
                  <a:pt x="80" y="36"/>
                </a:lnTo>
                <a:lnTo>
                  <a:pt x="79" y="36"/>
                </a:lnTo>
                <a:lnTo>
                  <a:pt x="79" y="35"/>
                </a:lnTo>
                <a:lnTo>
                  <a:pt x="80" y="36"/>
                </a:lnTo>
                <a:lnTo>
                  <a:pt x="80" y="37"/>
                </a:lnTo>
                <a:lnTo>
                  <a:pt x="81" y="37"/>
                </a:lnTo>
                <a:lnTo>
                  <a:pt x="82" y="37"/>
                </a:lnTo>
                <a:lnTo>
                  <a:pt x="82" y="36"/>
                </a:lnTo>
                <a:lnTo>
                  <a:pt x="83" y="36"/>
                </a:lnTo>
                <a:lnTo>
                  <a:pt x="83" y="35"/>
                </a:lnTo>
                <a:lnTo>
                  <a:pt x="82" y="35"/>
                </a:lnTo>
                <a:lnTo>
                  <a:pt x="82" y="34"/>
                </a:lnTo>
                <a:lnTo>
                  <a:pt x="82" y="33"/>
                </a:lnTo>
                <a:lnTo>
                  <a:pt x="83" y="33"/>
                </a:lnTo>
                <a:lnTo>
                  <a:pt x="82" y="32"/>
                </a:lnTo>
                <a:lnTo>
                  <a:pt x="83" y="32"/>
                </a:lnTo>
                <a:lnTo>
                  <a:pt x="83" y="33"/>
                </a:lnTo>
                <a:lnTo>
                  <a:pt x="83" y="34"/>
                </a:lnTo>
                <a:lnTo>
                  <a:pt x="82" y="35"/>
                </a:lnTo>
                <a:lnTo>
                  <a:pt x="83" y="35"/>
                </a:lnTo>
                <a:lnTo>
                  <a:pt x="84" y="35"/>
                </a:lnTo>
                <a:lnTo>
                  <a:pt x="84" y="36"/>
                </a:lnTo>
                <a:lnTo>
                  <a:pt x="85" y="36"/>
                </a:lnTo>
                <a:lnTo>
                  <a:pt x="86" y="36"/>
                </a:lnTo>
                <a:lnTo>
                  <a:pt x="86" y="35"/>
                </a:lnTo>
                <a:lnTo>
                  <a:pt x="87" y="35"/>
                </a:lnTo>
                <a:lnTo>
                  <a:pt x="87" y="34"/>
                </a:lnTo>
                <a:lnTo>
                  <a:pt x="87" y="33"/>
                </a:lnTo>
                <a:lnTo>
                  <a:pt x="87" y="34"/>
                </a:lnTo>
                <a:lnTo>
                  <a:pt x="88" y="34"/>
                </a:lnTo>
                <a:lnTo>
                  <a:pt x="89" y="34"/>
                </a:lnTo>
                <a:lnTo>
                  <a:pt x="89" y="33"/>
                </a:lnTo>
                <a:lnTo>
                  <a:pt x="90" y="33"/>
                </a:lnTo>
                <a:lnTo>
                  <a:pt x="89" y="33"/>
                </a:lnTo>
                <a:lnTo>
                  <a:pt x="90" y="33"/>
                </a:lnTo>
                <a:lnTo>
                  <a:pt x="90" y="32"/>
                </a:lnTo>
                <a:lnTo>
                  <a:pt x="91" y="32"/>
                </a:lnTo>
                <a:lnTo>
                  <a:pt x="92" y="32"/>
                </a:lnTo>
                <a:lnTo>
                  <a:pt x="92" y="31"/>
                </a:lnTo>
                <a:lnTo>
                  <a:pt x="93" y="31"/>
                </a:lnTo>
                <a:lnTo>
                  <a:pt x="93" y="30"/>
                </a:lnTo>
                <a:lnTo>
                  <a:pt x="94" y="30"/>
                </a:lnTo>
                <a:lnTo>
                  <a:pt x="93" y="30"/>
                </a:lnTo>
                <a:lnTo>
                  <a:pt x="93" y="29"/>
                </a:lnTo>
                <a:lnTo>
                  <a:pt x="92" y="28"/>
                </a:lnTo>
                <a:lnTo>
                  <a:pt x="91" y="27"/>
                </a:lnTo>
                <a:lnTo>
                  <a:pt x="92" y="27"/>
                </a:lnTo>
                <a:lnTo>
                  <a:pt x="92" y="26"/>
                </a:lnTo>
                <a:lnTo>
                  <a:pt x="93" y="26"/>
                </a:lnTo>
                <a:lnTo>
                  <a:pt x="93" y="27"/>
                </a:lnTo>
                <a:lnTo>
                  <a:pt x="92" y="27"/>
                </a:lnTo>
                <a:lnTo>
                  <a:pt x="92" y="28"/>
                </a:lnTo>
                <a:lnTo>
                  <a:pt x="93" y="28"/>
                </a:lnTo>
                <a:lnTo>
                  <a:pt x="93" y="29"/>
                </a:lnTo>
                <a:lnTo>
                  <a:pt x="94" y="30"/>
                </a:lnTo>
                <a:lnTo>
                  <a:pt x="95" y="30"/>
                </a:lnTo>
                <a:lnTo>
                  <a:pt x="96" y="30"/>
                </a:lnTo>
                <a:lnTo>
                  <a:pt x="97" y="30"/>
                </a:lnTo>
                <a:lnTo>
                  <a:pt x="98" y="30"/>
                </a:lnTo>
                <a:lnTo>
                  <a:pt x="99" y="30"/>
                </a:lnTo>
                <a:lnTo>
                  <a:pt x="100" y="30"/>
                </a:lnTo>
                <a:lnTo>
                  <a:pt x="100" y="29"/>
                </a:lnTo>
                <a:lnTo>
                  <a:pt x="100" y="28"/>
                </a:lnTo>
                <a:lnTo>
                  <a:pt x="100" y="27"/>
                </a:lnTo>
                <a:lnTo>
                  <a:pt x="101" y="27"/>
                </a:lnTo>
                <a:lnTo>
                  <a:pt x="101" y="26"/>
                </a:lnTo>
                <a:lnTo>
                  <a:pt x="102" y="26"/>
                </a:lnTo>
                <a:lnTo>
                  <a:pt x="103" y="26"/>
                </a:lnTo>
                <a:lnTo>
                  <a:pt x="104" y="26"/>
                </a:lnTo>
                <a:lnTo>
                  <a:pt x="105" y="27"/>
                </a:lnTo>
                <a:lnTo>
                  <a:pt x="106" y="27"/>
                </a:lnTo>
                <a:lnTo>
                  <a:pt x="106" y="28"/>
                </a:lnTo>
                <a:lnTo>
                  <a:pt x="107" y="28"/>
                </a:lnTo>
                <a:lnTo>
                  <a:pt x="107" y="27"/>
                </a:lnTo>
                <a:lnTo>
                  <a:pt x="108" y="27"/>
                </a:lnTo>
                <a:lnTo>
                  <a:pt x="109" y="27"/>
                </a:lnTo>
                <a:lnTo>
                  <a:pt x="109" y="26"/>
                </a:lnTo>
                <a:lnTo>
                  <a:pt x="110" y="26"/>
                </a:lnTo>
                <a:lnTo>
                  <a:pt x="111" y="26"/>
                </a:lnTo>
                <a:lnTo>
                  <a:pt x="111" y="27"/>
                </a:lnTo>
                <a:lnTo>
                  <a:pt x="111" y="28"/>
                </a:lnTo>
                <a:lnTo>
                  <a:pt x="112" y="28"/>
                </a:lnTo>
                <a:lnTo>
                  <a:pt x="112" y="29"/>
                </a:lnTo>
                <a:lnTo>
                  <a:pt x="113" y="29"/>
                </a:lnTo>
                <a:lnTo>
                  <a:pt x="114" y="29"/>
                </a:lnTo>
                <a:lnTo>
                  <a:pt x="114" y="28"/>
                </a:lnTo>
                <a:lnTo>
                  <a:pt x="114" y="27"/>
                </a:lnTo>
                <a:lnTo>
                  <a:pt x="113" y="27"/>
                </a:lnTo>
                <a:lnTo>
                  <a:pt x="113" y="26"/>
                </a:lnTo>
                <a:lnTo>
                  <a:pt x="113" y="25"/>
                </a:lnTo>
                <a:lnTo>
                  <a:pt x="114" y="25"/>
                </a:lnTo>
                <a:lnTo>
                  <a:pt x="114" y="24"/>
                </a:lnTo>
                <a:lnTo>
                  <a:pt x="114" y="25"/>
                </a:lnTo>
                <a:lnTo>
                  <a:pt x="114" y="24"/>
                </a:lnTo>
                <a:lnTo>
                  <a:pt x="115" y="24"/>
                </a:lnTo>
                <a:lnTo>
                  <a:pt x="115" y="25"/>
                </a:lnTo>
                <a:lnTo>
                  <a:pt x="116" y="24"/>
                </a:lnTo>
                <a:lnTo>
                  <a:pt x="115" y="23"/>
                </a:lnTo>
                <a:lnTo>
                  <a:pt x="116" y="23"/>
                </a:lnTo>
                <a:lnTo>
                  <a:pt x="116" y="24"/>
                </a:lnTo>
                <a:lnTo>
                  <a:pt x="116" y="25"/>
                </a:lnTo>
                <a:lnTo>
                  <a:pt x="117" y="25"/>
                </a:lnTo>
                <a:lnTo>
                  <a:pt x="117" y="24"/>
                </a:lnTo>
                <a:lnTo>
                  <a:pt x="117" y="23"/>
                </a:lnTo>
                <a:lnTo>
                  <a:pt x="117" y="22"/>
                </a:lnTo>
                <a:lnTo>
                  <a:pt x="117" y="21"/>
                </a:lnTo>
                <a:lnTo>
                  <a:pt x="118" y="21"/>
                </a:lnTo>
                <a:lnTo>
                  <a:pt x="119" y="20"/>
                </a:lnTo>
                <a:lnTo>
                  <a:pt x="120" y="19"/>
                </a:lnTo>
                <a:lnTo>
                  <a:pt x="121" y="19"/>
                </a:lnTo>
                <a:lnTo>
                  <a:pt x="121" y="18"/>
                </a:lnTo>
                <a:lnTo>
                  <a:pt x="122" y="19"/>
                </a:lnTo>
                <a:lnTo>
                  <a:pt x="123" y="19"/>
                </a:lnTo>
                <a:lnTo>
                  <a:pt x="123" y="20"/>
                </a:lnTo>
                <a:lnTo>
                  <a:pt x="124" y="20"/>
                </a:lnTo>
                <a:lnTo>
                  <a:pt x="124" y="19"/>
                </a:lnTo>
                <a:lnTo>
                  <a:pt x="125" y="19"/>
                </a:lnTo>
                <a:lnTo>
                  <a:pt x="124" y="19"/>
                </a:lnTo>
                <a:lnTo>
                  <a:pt x="125" y="19"/>
                </a:lnTo>
                <a:lnTo>
                  <a:pt x="124" y="18"/>
                </a:lnTo>
                <a:lnTo>
                  <a:pt x="124" y="17"/>
                </a:lnTo>
                <a:lnTo>
                  <a:pt x="125" y="17"/>
                </a:lnTo>
                <a:lnTo>
                  <a:pt x="125" y="18"/>
                </a:lnTo>
                <a:lnTo>
                  <a:pt x="125" y="19"/>
                </a:lnTo>
                <a:lnTo>
                  <a:pt x="125" y="18"/>
                </a:lnTo>
                <a:lnTo>
                  <a:pt x="126" y="18"/>
                </a:lnTo>
                <a:lnTo>
                  <a:pt x="125" y="18"/>
                </a:lnTo>
                <a:lnTo>
                  <a:pt x="126" y="18"/>
                </a:lnTo>
                <a:lnTo>
                  <a:pt x="126" y="17"/>
                </a:lnTo>
                <a:lnTo>
                  <a:pt x="125" y="17"/>
                </a:lnTo>
                <a:lnTo>
                  <a:pt x="125" y="16"/>
                </a:lnTo>
                <a:lnTo>
                  <a:pt x="126" y="15"/>
                </a:lnTo>
                <a:lnTo>
                  <a:pt x="127" y="14"/>
                </a:lnTo>
                <a:lnTo>
                  <a:pt x="127" y="13"/>
                </a:lnTo>
                <a:lnTo>
                  <a:pt x="128" y="13"/>
                </a:lnTo>
                <a:lnTo>
                  <a:pt x="129" y="13"/>
                </a:lnTo>
                <a:lnTo>
                  <a:pt x="130" y="13"/>
                </a:lnTo>
                <a:lnTo>
                  <a:pt x="131" y="13"/>
                </a:lnTo>
                <a:lnTo>
                  <a:pt x="131" y="14"/>
                </a:lnTo>
                <a:lnTo>
                  <a:pt x="130" y="14"/>
                </a:lnTo>
                <a:lnTo>
                  <a:pt x="130" y="15"/>
                </a:lnTo>
                <a:lnTo>
                  <a:pt x="131" y="15"/>
                </a:lnTo>
                <a:lnTo>
                  <a:pt x="132" y="16"/>
                </a:lnTo>
                <a:lnTo>
                  <a:pt x="133" y="16"/>
                </a:lnTo>
                <a:lnTo>
                  <a:pt x="133" y="15"/>
                </a:lnTo>
                <a:lnTo>
                  <a:pt x="134" y="15"/>
                </a:lnTo>
                <a:lnTo>
                  <a:pt x="135" y="15"/>
                </a:lnTo>
                <a:lnTo>
                  <a:pt x="136" y="15"/>
                </a:lnTo>
                <a:lnTo>
                  <a:pt x="137" y="15"/>
                </a:lnTo>
                <a:lnTo>
                  <a:pt x="138" y="15"/>
                </a:lnTo>
                <a:lnTo>
                  <a:pt x="138" y="14"/>
                </a:lnTo>
                <a:lnTo>
                  <a:pt x="138" y="13"/>
                </a:lnTo>
                <a:lnTo>
                  <a:pt x="137" y="13"/>
                </a:lnTo>
                <a:lnTo>
                  <a:pt x="136" y="13"/>
                </a:lnTo>
                <a:lnTo>
                  <a:pt x="135" y="13"/>
                </a:lnTo>
                <a:lnTo>
                  <a:pt x="134" y="12"/>
                </a:lnTo>
                <a:lnTo>
                  <a:pt x="133" y="12"/>
                </a:lnTo>
                <a:lnTo>
                  <a:pt x="133" y="11"/>
                </a:lnTo>
                <a:lnTo>
                  <a:pt x="133" y="10"/>
                </a:lnTo>
                <a:lnTo>
                  <a:pt x="135" y="9"/>
                </a:lnTo>
                <a:lnTo>
                  <a:pt x="136" y="8"/>
                </a:lnTo>
                <a:lnTo>
                  <a:pt x="137" y="8"/>
                </a:lnTo>
                <a:lnTo>
                  <a:pt x="138" y="7"/>
                </a:lnTo>
                <a:lnTo>
                  <a:pt x="138" y="6"/>
                </a:lnTo>
                <a:lnTo>
                  <a:pt x="139" y="6"/>
                </a:lnTo>
                <a:lnTo>
                  <a:pt x="139" y="5"/>
                </a:lnTo>
                <a:lnTo>
                  <a:pt x="140" y="5"/>
                </a:lnTo>
                <a:lnTo>
                  <a:pt x="141" y="4"/>
                </a:lnTo>
                <a:lnTo>
                  <a:pt x="142" y="4"/>
                </a:lnTo>
                <a:lnTo>
                  <a:pt x="143" y="4"/>
                </a:lnTo>
                <a:lnTo>
                  <a:pt x="144" y="4"/>
                </a:lnTo>
                <a:lnTo>
                  <a:pt x="144" y="3"/>
                </a:lnTo>
                <a:lnTo>
                  <a:pt x="145" y="3"/>
                </a:lnTo>
                <a:lnTo>
                  <a:pt x="145" y="2"/>
                </a:lnTo>
                <a:lnTo>
                  <a:pt x="146" y="2"/>
                </a:lnTo>
                <a:lnTo>
                  <a:pt x="147" y="2"/>
                </a:lnTo>
                <a:lnTo>
                  <a:pt x="148" y="2"/>
                </a:lnTo>
                <a:lnTo>
                  <a:pt x="148" y="3"/>
                </a:lnTo>
                <a:lnTo>
                  <a:pt x="149" y="3"/>
                </a:lnTo>
                <a:lnTo>
                  <a:pt x="149" y="4"/>
                </a:lnTo>
                <a:lnTo>
                  <a:pt x="149" y="5"/>
                </a:lnTo>
                <a:lnTo>
                  <a:pt x="149" y="4"/>
                </a:lnTo>
                <a:lnTo>
                  <a:pt x="149" y="5"/>
                </a:lnTo>
                <a:lnTo>
                  <a:pt x="150" y="5"/>
                </a:lnTo>
                <a:lnTo>
                  <a:pt x="151" y="5"/>
                </a:lnTo>
                <a:lnTo>
                  <a:pt x="151" y="4"/>
                </a:lnTo>
                <a:lnTo>
                  <a:pt x="152" y="4"/>
                </a:lnTo>
                <a:lnTo>
                  <a:pt x="152" y="3"/>
                </a:lnTo>
                <a:lnTo>
                  <a:pt x="153" y="3"/>
                </a:lnTo>
                <a:lnTo>
                  <a:pt x="154" y="3"/>
                </a:lnTo>
                <a:lnTo>
                  <a:pt x="154" y="2"/>
                </a:lnTo>
                <a:lnTo>
                  <a:pt x="155" y="2"/>
                </a:lnTo>
                <a:lnTo>
                  <a:pt x="155" y="1"/>
                </a:lnTo>
                <a:lnTo>
                  <a:pt x="156" y="1"/>
                </a:lnTo>
                <a:lnTo>
                  <a:pt x="157" y="1"/>
                </a:lnTo>
                <a:lnTo>
                  <a:pt x="157" y="2"/>
                </a:lnTo>
                <a:lnTo>
                  <a:pt x="158" y="2"/>
                </a:lnTo>
                <a:lnTo>
                  <a:pt x="158" y="1"/>
                </a:lnTo>
                <a:lnTo>
                  <a:pt x="158" y="0"/>
                </a:lnTo>
                <a:lnTo>
                  <a:pt x="159" y="0"/>
                </a:lnTo>
                <a:lnTo>
                  <a:pt x="159" y="1"/>
                </a:lnTo>
                <a:lnTo>
                  <a:pt x="159" y="2"/>
                </a:lnTo>
                <a:lnTo>
                  <a:pt x="158" y="2"/>
                </a:lnTo>
                <a:lnTo>
                  <a:pt x="159" y="2"/>
                </a:lnTo>
                <a:lnTo>
                  <a:pt x="159" y="3"/>
                </a:lnTo>
                <a:lnTo>
                  <a:pt x="160" y="3"/>
                </a:lnTo>
                <a:lnTo>
                  <a:pt x="161" y="3"/>
                </a:lnTo>
                <a:lnTo>
                  <a:pt x="161" y="4"/>
                </a:lnTo>
                <a:lnTo>
                  <a:pt x="162" y="4"/>
                </a:lnTo>
                <a:lnTo>
                  <a:pt x="162" y="3"/>
                </a:lnTo>
                <a:lnTo>
                  <a:pt x="163" y="3"/>
                </a:lnTo>
                <a:lnTo>
                  <a:pt x="164" y="3"/>
                </a:lnTo>
                <a:lnTo>
                  <a:pt x="164" y="2"/>
                </a:lnTo>
                <a:lnTo>
                  <a:pt x="163" y="2"/>
                </a:lnTo>
                <a:lnTo>
                  <a:pt x="164" y="1"/>
                </a:lnTo>
                <a:lnTo>
                  <a:pt x="165" y="1"/>
                </a:lnTo>
                <a:lnTo>
                  <a:pt x="166" y="1"/>
                </a:lnTo>
                <a:lnTo>
                  <a:pt x="166" y="2"/>
                </a:lnTo>
                <a:lnTo>
                  <a:pt x="167" y="2"/>
                </a:lnTo>
                <a:lnTo>
                  <a:pt x="168" y="1"/>
                </a:lnTo>
                <a:lnTo>
                  <a:pt x="169" y="1"/>
                </a:lnTo>
                <a:lnTo>
                  <a:pt x="169" y="2"/>
                </a:lnTo>
                <a:lnTo>
                  <a:pt x="168" y="2"/>
                </a:lnTo>
                <a:lnTo>
                  <a:pt x="167" y="2"/>
                </a:lnTo>
                <a:lnTo>
                  <a:pt x="166" y="2"/>
                </a:lnTo>
                <a:lnTo>
                  <a:pt x="167" y="2"/>
                </a:lnTo>
                <a:lnTo>
                  <a:pt x="166" y="2"/>
                </a:lnTo>
                <a:lnTo>
                  <a:pt x="165" y="2"/>
                </a:lnTo>
                <a:lnTo>
                  <a:pt x="165" y="1"/>
                </a:lnTo>
                <a:lnTo>
                  <a:pt x="164" y="1"/>
                </a:lnTo>
                <a:lnTo>
                  <a:pt x="165" y="1"/>
                </a:lnTo>
                <a:lnTo>
                  <a:pt x="164" y="1"/>
                </a:lnTo>
                <a:lnTo>
                  <a:pt x="164" y="2"/>
                </a:lnTo>
                <a:lnTo>
                  <a:pt x="164" y="3"/>
                </a:lnTo>
                <a:lnTo>
                  <a:pt x="163" y="3"/>
                </a:lnTo>
                <a:lnTo>
                  <a:pt x="163" y="4"/>
                </a:lnTo>
                <a:lnTo>
                  <a:pt x="162" y="4"/>
                </a:lnTo>
                <a:lnTo>
                  <a:pt x="161" y="4"/>
                </a:lnTo>
                <a:lnTo>
                  <a:pt x="160" y="4"/>
                </a:lnTo>
                <a:lnTo>
                  <a:pt x="160" y="3"/>
                </a:lnTo>
                <a:lnTo>
                  <a:pt x="159" y="3"/>
                </a:lnTo>
                <a:lnTo>
                  <a:pt x="158" y="3"/>
                </a:lnTo>
                <a:lnTo>
                  <a:pt x="158" y="2"/>
                </a:lnTo>
                <a:lnTo>
                  <a:pt x="159" y="1"/>
                </a:lnTo>
                <a:lnTo>
                  <a:pt x="159" y="0"/>
                </a:lnTo>
                <a:lnTo>
                  <a:pt x="158" y="1"/>
                </a:lnTo>
                <a:lnTo>
                  <a:pt x="158" y="2"/>
                </a:lnTo>
                <a:lnTo>
                  <a:pt x="157" y="2"/>
                </a:lnTo>
                <a:lnTo>
                  <a:pt x="156" y="2"/>
                </a:lnTo>
                <a:lnTo>
                  <a:pt x="156" y="1"/>
                </a:lnTo>
                <a:lnTo>
                  <a:pt x="155" y="1"/>
                </a:lnTo>
                <a:lnTo>
                  <a:pt x="155" y="2"/>
                </a:lnTo>
                <a:lnTo>
                  <a:pt x="154" y="3"/>
                </a:lnTo>
                <a:lnTo>
                  <a:pt x="153" y="3"/>
                </a:lnTo>
                <a:lnTo>
                  <a:pt x="153" y="4"/>
                </a:lnTo>
                <a:lnTo>
                  <a:pt x="152" y="4"/>
                </a:lnTo>
                <a:lnTo>
                  <a:pt x="151" y="4"/>
                </a:lnTo>
                <a:lnTo>
                  <a:pt x="151" y="5"/>
                </a:lnTo>
                <a:lnTo>
                  <a:pt x="150" y="5"/>
                </a:lnTo>
                <a:lnTo>
                  <a:pt x="149" y="5"/>
                </a:lnTo>
                <a:lnTo>
                  <a:pt x="148" y="5"/>
                </a:lnTo>
                <a:lnTo>
                  <a:pt x="148" y="4"/>
                </a:lnTo>
                <a:lnTo>
                  <a:pt x="149" y="4"/>
                </a:lnTo>
                <a:lnTo>
                  <a:pt x="148" y="3"/>
                </a:lnTo>
                <a:lnTo>
                  <a:pt x="147" y="3"/>
                </a:lnTo>
                <a:lnTo>
                  <a:pt x="147" y="2"/>
                </a:lnTo>
                <a:lnTo>
                  <a:pt x="146" y="2"/>
                </a:lnTo>
                <a:lnTo>
                  <a:pt x="146" y="3"/>
                </a:lnTo>
                <a:lnTo>
                  <a:pt x="145" y="3"/>
                </a:lnTo>
                <a:lnTo>
                  <a:pt x="145" y="4"/>
                </a:lnTo>
                <a:lnTo>
                  <a:pt x="145" y="3"/>
                </a:lnTo>
                <a:lnTo>
                  <a:pt x="145" y="4"/>
                </a:lnTo>
                <a:lnTo>
                  <a:pt x="146" y="4"/>
                </a:lnTo>
                <a:lnTo>
                  <a:pt x="145" y="4"/>
                </a:lnTo>
                <a:lnTo>
                  <a:pt x="145" y="5"/>
                </a:lnTo>
                <a:lnTo>
                  <a:pt x="144" y="5"/>
                </a:lnTo>
                <a:lnTo>
                  <a:pt x="143" y="5"/>
                </a:lnTo>
                <a:lnTo>
                  <a:pt x="142" y="5"/>
                </a:lnTo>
                <a:lnTo>
                  <a:pt x="141" y="5"/>
                </a:lnTo>
                <a:lnTo>
                  <a:pt x="141" y="6"/>
                </a:lnTo>
                <a:lnTo>
                  <a:pt x="140" y="6"/>
                </a:lnTo>
                <a:lnTo>
                  <a:pt x="140" y="7"/>
                </a:lnTo>
                <a:lnTo>
                  <a:pt x="139" y="7"/>
                </a:lnTo>
                <a:lnTo>
                  <a:pt x="139" y="8"/>
                </a:lnTo>
                <a:lnTo>
                  <a:pt x="138" y="8"/>
                </a:lnTo>
                <a:lnTo>
                  <a:pt x="137" y="9"/>
                </a:lnTo>
                <a:lnTo>
                  <a:pt x="136" y="9"/>
                </a:lnTo>
                <a:lnTo>
                  <a:pt x="136" y="10"/>
                </a:lnTo>
                <a:lnTo>
                  <a:pt x="135" y="10"/>
                </a:lnTo>
                <a:lnTo>
                  <a:pt x="135" y="11"/>
                </a:lnTo>
                <a:lnTo>
                  <a:pt x="135" y="12"/>
                </a:lnTo>
                <a:lnTo>
                  <a:pt x="136" y="12"/>
                </a:lnTo>
                <a:lnTo>
                  <a:pt x="137" y="12"/>
                </a:lnTo>
                <a:lnTo>
                  <a:pt x="138" y="12"/>
                </a:lnTo>
                <a:lnTo>
                  <a:pt x="138" y="13"/>
                </a:lnTo>
                <a:lnTo>
                  <a:pt x="139" y="13"/>
                </a:lnTo>
                <a:lnTo>
                  <a:pt x="139" y="15"/>
                </a:lnTo>
                <a:lnTo>
                  <a:pt x="138" y="15"/>
                </a:lnTo>
                <a:lnTo>
                  <a:pt x="138" y="16"/>
                </a:lnTo>
                <a:lnTo>
                  <a:pt x="137" y="16"/>
                </a:lnTo>
                <a:lnTo>
                  <a:pt x="136" y="16"/>
                </a:lnTo>
                <a:lnTo>
                  <a:pt x="134" y="16"/>
                </a:lnTo>
                <a:lnTo>
                  <a:pt x="133" y="16"/>
                </a:lnTo>
                <a:lnTo>
                  <a:pt x="132" y="16"/>
                </a:lnTo>
                <a:lnTo>
                  <a:pt x="131" y="16"/>
                </a:lnTo>
                <a:lnTo>
                  <a:pt x="130" y="16"/>
                </a:lnTo>
                <a:lnTo>
                  <a:pt x="130" y="15"/>
                </a:lnTo>
                <a:lnTo>
                  <a:pt x="129" y="15"/>
                </a:lnTo>
                <a:lnTo>
                  <a:pt x="127" y="15"/>
                </a:lnTo>
                <a:lnTo>
                  <a:pt x="127" y="17"/>
                </a:lnTo>
                <a:lnTo>
                  <a:pt x="126" y="17"/>
                </a:lnTo>
                <a:lnTo>
                  <a:pt x="127" y="18"/>
                </a:lnTo>
                <a:lnTo>
                  <a:pt x="126" y="18"/>
                </a:lnTo>
                <a:lnTo>
                  <a:pt x="126" y="19"/>
                </a:lnTo>
                <a:lnTo>
                  <a:pt x="126" y="20"/>
                </a:lnTo>
                <a:lnTo>
                  <a:pt x="125" y="20"/>
                </a:lnTo>
                <a:lnTo>
                  <a:pt x="124" y="20"/>
                </a:lnTo>
                <a:lnTo>
                  <a:pt x="124" y="21"/>
                </a:lnTo>
                <a:lnTo>
                  <a:pt x="124" y="20"/>
                </a:lnTo>
                <a:lnTo>
                  <a:pt x="123" y="20"/>
                </a:lnTo>
                <a:lnTo>
                  <a:pt x="122" y="20"/>
                </a:lnTo>
                <a:lnTo>
                  <a:pt x="121" y="20"/>
                </a:lnTo>
                <a:lnTo>
                  <a:pt x="120" y="20"/>
                </a:lnTo>
                <a:lnTo>
                  <a:pt x="120" y="21"/>
                </a:lnTo>
                <a:lnTo>
                  <a:pt x="119" y="21"/>
                </a:lnTo>
                <a:lnTo>
                  <a:pt x="119" y="22"/>
                </a:lnTo>
                <a:lnTo>
                  <a:pt x="118" y="22"/>
                </a:lnTo>
                <a:lnTo>
                  <a:pt x="118" y="23"/>
                </a:lnTo>
                <a:lnTo>
                  <a:pt x="118" y="24"/>
                </a:lnTo>
                <a:lnTo>
                  <a:pt x="118" y="25"/>
                </a:lnTo>
                <a:lnTo>
                  <a:pt x="117" y="25"/>
                </a:lnTo>
                <a:lnTo>
                  <a:pt x="117" y="26"/>
                </a:lnTo>
                <a:lnTo>
                  <a:pt x="116" y="26"/>
                </a:lnTo>
                <a:lnTo>
                  <a:pt x="116" y="25"/>
                </a:lnTo>
                <a:lnTo>
                  <a:pt x="115" y="25"/>
                </a:lnTo>
                <a:lnTo>
                  <a:pt x="114" y="25"/>
                </a:lnTo>
                <a:lnTo>
                  <a:pt x="114" y="26"/>
                </a:lnTo>
                <a:lnTo>
                  <a:pt x="114" y="27"/>
                </a:lnTo>
                <a:lnTo>
                  <a:pt x="115" y="27"/>
                </a:lnTo>
                <a:lnTo>
                  <a:pt x="115" y="28"/>
                </a:lnTo>
                <a:lnTo>
                  <a:pt x="115" y="29"/>
                </a:lnTo>
                <a:lnTo>
                  <a:pt x="114" y="29"/>
                </a:lnTo>
                <a:lnTo>
                  <a:pt x="114" y="30"/>
                </a:lnTo>
                <a:lnTo>
                  <a:pt x="113" y="30"/>
                </a:lnTo>
                <a:lnTo>
                  <a:pt x="112" y="30"/>
                </a:lnTo>
                <a:lnTo>
                  <a:pt x="112" y="29"/>
                </a:lnTo>
                <a:lnTo>
                  <a:pt x="111" y="29"/>
                </a:lnTo>
                <a:lnTo>
                  <a:pt x="111" y="28"/>
                </a:lnTo>
                <a:lnTo>
                  <a:pt x="110" y="28"/>
                </a:lnTo>
                <a:lnTo>
                  <a:pt x="111" y="28"/>
                </a:lnTo>
                <a:lnTo>
                  <a:pt x="111" y="27"/>
                </a:lnTo>
                <a:lnTo>
                  <a:pt x="110" y="27"/>
                </a:lnTo>
                <a:lnTo>
                  <a:pt x="110" y="28"/>
                </a:lnTo>
                <a:lnTo>
                  <a:pt x="110" y="27"/>
                </a:lnTo>
                <a:lnTo>
                  <a:pt x="109" y="27"/>
                </a:lnTo>
                <a:lnTo>
                  <a:pt x="108" y="28"/>
                </a:lnTo>
                <a:lnTo>
                  <a:pt x="107" y="28"/>
                </a:lnTo>
                <a:lnTo>
                  <a:pt x="107" y="29"/>
                </a:lnTo>
                <a:lnTo>
                  <a:pt x="106" y="29"/>
                </a:lnTo>
                <a:lnTo>
                  <a:pt x="106" y="28"/>
                </a:lnTo>
                <a:lnTo>
                  <a:pt x="105" y="28"/>
                </a:lnTo>
                <a:lnTo>
                  <a:pt x="104" y="28"/>
                </a:lnTo>
                <a:lnTo>
                  <a:pt x="104" y="27"/>
                </a:lnTo>
                <a:lnTo>
                  <a:pt x="103" y="27"/>
                </a:lnTo>
                <a:lnTo>
                  <a:pt x="102" y="27"/>
                </a:lnTo>
                <a:lnTo>
                  <a:pt x="102" y="28"/>
                </a:lnTo>
                <a:lnTo>
                  <a:pt x="102" y="27"/>
                </a:lnTo>
                <a:lnTo>
                  <a:pt x="101" y="27"/>
                </a:lnTo>
                <a:lnTo>
                  <a:pt x="101" y="28"/>
                </a:lnTo>
                <a:lnTo>
                  <a:pt x="101" y="30"/>
                </a:lnTo>
                <a:lnTo>
                  <a:pt x="101" y="31"/>
                </a:lnTo>
                <a:lnTo>
                  <a:pt x="100" y="31"/>
                </a:lnTo>
                <a:lnTo>
                  <a:pt x="100" y="32"/>
                </a:lnTo>
                <a:lnTo>
                  <a:pt x="99" y="32"/>
                </a:lnTo>
                <a:lnTo>
                  <a:pt x="99" y="31"/>
                </a:lnTo>
                <a:lnTo>
                  <a:pt x="99" y="32"/>
                </a:lnTo>
                <a:lnTo>
                  <a:pt x="98" y="32"/>
                </a:lnTo>
                <a:lnTo>
                  <a:pt x="98" y="31"/>
                </a:lnTo>
                <a:lnTo>
                  <a:pt x="97" y="31"/>
                </a:lnTo>
                <a:lnTo>
                  <a:pt x="96" y="32"/>
                </a:lnTo>
                <a:lnTo>
                  <a:pt x="95" y="32"/>
                </a:lnTo>
                <a:lnTo>
                  <a:pt x="94" y="32"/>
                </a:lnTo>
                <a:lnTo>
                  <a:pt x="93" y="33"/>
                </a:lnTo>
                <a:lnTo>
                  <a:pt x="92" y="33"/>
                </a:lnTo>
                <a:lnTo>
                  <a:pt x="91" y="33"/>
                </a:lnTo>
                <a:lnTo>
                  <a:pt x="91" y="34"/>
                </a:lnTo>
                <a:lnTo>
                  <a:pt x="90" y="34"/>
                </a:lnTo>
                <a:lnTo>
                  <a:pt x="89" y="34"/>
                </a:lnTo>
                <a:lnTo>
                  <a:pt x="89" y="35"/>
                </a:lnTo>
                <a:lnTo>
                  <a:pt x="89" y="36"/>
                </a:lnTo>
                <a:lnTo>
                  <a:pt x="88" y="36"/>
                </a:lnTo>
                <a:lnTo>
                  <a:pt x="88" y="35"/>
                </a:lnTo>
                <a:lnTo>
                  <a:pt x="88" y="36"/>
                </a:lnTo>
                <a:lnTo>
                  <a:pt x="87" y="36"/>
                </a:lnTo>
                <a:lnTo>
                  <a:pt x="88" y="36"/>
                </a:lnTo>
                <a:lnTo>
                  <a:pt x="88" y="37"/>
                </a:lnTo>
                <a:lnTo>
                  <a:pt x="89" y="37"/>
                </a:lnTo>
                <a:lnTo>
                  <a:pt x="88" y="37"/>
                </a:lnTo>
                <a:lnTo>
                  <a:pt x="87" y="37"/>
                </a:lnTo>
                <a:lnTo>
                  <a:pt x="86" y="37"/>
                </a:lnTo>
                <a:lnTo>
                  <a:pt x="85" y="37"/>
                </a:lnTo>
                <a:lnTo>
                  <a:pt x="84" y="37"/>
                </a:lnTo>
                <a:lnTo>
                  <a:pt x="83" y="37"/>
                </a:lnTo>
                <a:lnTo>
                  <a:pt x="83" y="38"/>
                </a:lnTo>
                <a:lnTo>
                  <a:pt x="82" y="38"/>
                </a:lnTo>
                <a:lnTo>
                  <a:pt x="83" y="38"/>
                </a:lnTo>
                <a:lnTo>
                  <a:pt x="83" y="39"/>
                </a:lnTo>
                <a:lnTo>
                  <a:pt x="84" y="39"/>
                </a:lnTo>
                <a:lnTo>
                  <a:pt x="85" y="39"/>
                </a:lnTo>
                <a:lnTo>
                  <a:pt x="85" y="40"/>
                </a:lnTo>
                <a:lnTo>
                  <a:pt x="84" y="40"/>
                </a:lnTo>
                <a:lnTo>
                  <a:pt x="84" y="39"/>
                </a:lnTo>
                <a:lnTo>
                  <a:pt x="83" y="39"/>
                </a:lnTo>
                <a:lnTo>
                  <a:pt x="82" y="39"/>
                </a:lnTo>
                <a:lnTo>
                  <a:pt x="81" y="39"/>
                </a:lnTo>
                <a:lnTo>
                  <a:pt x="80" y="39"/>
                </a:lnTo>
                <a:lnTo>
                  <a:pt x="79" y="39"/>
                </a:lnTo>
                <a:lnTo>
                  <a:pt x="79" y="40"/>
                </a:lnTo>
                <a:lnTo>
                  <a:pt x="78" y="40"/>
                </a:lnTo>
                <a:lnTo>
                  <a:pt x="78" y="41"/>
                </a:lnTo>
                <a:lnTo>
                  <a:pt x="78" y="42"/>
                </a:lnTo>
                <a:lnTo>
                  <a:pt x="79" y="42"/>
                </a:lnTo>
                <a:lnTo>
                  <a:pt x="80" y="43"/>
                </a:lnTo>
                <a:lnTo>
                  <a:pt x="81" y="43"/>
                </a:lnTo>
                <a:lnTo>
                  <a:pt x="82" y="43"/>
                </a:lnTo>
                <a:lnTo>
                  <a:pt x="82" y="44"/>
                </a:lnTo>
                <a:lnTo>
                  <a:pt x="83" y="44"/>
                </a:lnTo>
                <a:lnTo>
                  <a:pt x="84" y="44"/>
                </a:lnTo>
                <a:lnTo>
                  <a:pt x="83" y="45"/>
                </a:lnTo>
                <a:lnTo>
                  <a:pt x="82" y="45"/>
                </a:lnTo>
                <a:lnTo>
                  <a:pt x="82" y="44"/>
                </a:lnTo>
                <a:lnTo>
                  <a:pt x="82" y="45"/>
                </a:lnTo>
                <a:lnTo>
                  <a:pt x="82" y="46"/>
                </a:lnTo>
                <a:lnTo>
                  <a:pt x="81" y="46"/>
                </a:lnTo>
                <a:lnTo>
                  <a:pt x="81" y="47"/>
                </a:lnTo>
                <a:lnTo>
                  <a:pt x="80" y="47"/>
                </a:lnTo>
                <a:lnTo>
                  <a:pt x="79" y="47"/>
                </a:lnTo>
                <a:lnTo>
                  <a:pt x="78" y="47"/>
                </a:lnTo>
                <a:lnTo>
                  <a:pt x="77" y="47"/>
                </a:lnTo>
                <a:lnTo>
                  <a:pt x="77" y="46"/>
                </a:lnTo>
                <a:lnTo>
                  <a:pt x="77" y="47"/>
                </a:lnTo>
                <a:lnTo>
                  <a:pt x="77" y="46"/>
                </a:lnTo>
                <a:lnTo>
                  <a:pt x="76" y="46"/>
                </a:lnTo>
                <a:lnTo>
                  <a:pt x="75" y="46"/>
                </a:lnTo>
                <a:lnTo>
                  <a:pt x="74" y="46"/>
                </a:lnTo>
                <a:lnTo>
                  <a:pt x="73" y="46"/>
                </a:lnTo>
                <a:lnTo>
                  <a:pt x="73" y="47"/>
                </a:lnTo>
                <a:lnTo>
                  <a:pt x="71" y="47"/>
                </a:lnTo>
                <a:lnTo>
                  <a:pt x="69" y="47"/>
                </a:lnTo>
                <a:lnTo>
                  <a:pt x="68" y="47"/>
                </a:lnTo>
                <a:lnTo>
                  <a:pt x="67" y="46"/>
                </a:lnTo>
                <a:lnTo>
                  <a:pt x="67" y="45"/>
                </a:lnTo>
                <a:lnTo>
                  <a:pt x="67" y="44"/>
                </a:lnTo>
                <a:lnTo>
                  <a:pt x="66" y="44"/>
                </a:lnTo>
                <a:lnTo>
                  <a:pt x="66" y="45"/>
                </a:lnTo>
                <a:lnTo>
                  <a:pt x="66" y="46"/>
                </a:lnTo>
                <a:lnTo>
                  <a:pt x="65" y="46"/>
                </a:lnTo>
                <a:lnTo>
                  <a:pt x="65" y="47"/>
                </a:lnTo>
                <a:lnTo>
                  <a:pt x="64" y="48"/>
                </a:lnTo>
                <a:lnTo>
                  <a:pt x="64" y="49"/>
                </a:lnTo>
                <a:lnTo>
                  <a:pt x="63" y="49"/>
                </a:lnTo>
                <a:lnTo>
                  <a:pt x="63" y="50"/>
                </a:lnTo>
                <a:lnTo>
                  <a:pt x="62" y="50"/>
                </a:lnTo>
                <a:lnTo>
                  <a:pt x="62" y="51"/>
                </a:lnTo>
                <a:lnTo>
                  <a:pt x="61" y="51"/>
                </a:lnTo>
                <a:lnTo>
                  <a:pt x="60" y="52"/>
                </a:lnTo>
                <a:lnTo>
                  <a:pt x="59" y="52"/>
                </a:lnTo>
                <a:lnTo>
                  <a:pt x="59" y="53"/>
                </a:lnTo>
                <a:lnTo>
                  <a:pt x="58" y="53"/>
                </a:lnTo>
                <a:lnTo>
                  <a:pt x="57" y="53"/>
                </a:lnTo>
                <a:lnTo>
                  <a:pt x="56" y="54"/>
                </a:lnTo>
                <a:lnTo>
                  <a:pt x="55" y="54"/>
                </a:lnTo>
                <a:lnTo>
                  <a:pt x="54" y="54"/>
                </a:lnTo>
                <a:lnTo>
                  <a:pt x="54" y="55"/>
                </a:lnTo>
                <a:lnTo>
                  <a:pt x="53" y="55"/>
                </a:lnTo>
                <a:lnTo>
                  <a:pt x="53" y="57"/>
                </a:lnTo>
                <a:lnTo>
                  <a:pt x="53" y="58"/>
                </a:lnTo>
                <a:lnTo>
                  <a:pt x="53" y="57"/>
                </a:lnTo>
                <a:lnTo>
                  <a:pt x="53" y="58"/>
                </a:lnTo>
                <a:lnTo>
                  <a:pt x="52" y="58"/>
                </a:lnTo>
                <a:lnTo>
                  <a:pt x="52" y="59"/>
                </a:lnTo>
                <a:lnTo>
                  <a:pt x="52" y="60"/>
                </a:lnTo>
                <a:lnTo>
                  <a:pt x="52" y="61"/>
                </a:lnTo>
                <a:lnTo>
                  <a:pt x="51" y="62"/>
                </a:lnTo>
                <a:lnTo>
                  <a:pt x="50" y="62"/>
                </a:lnTo>
                <a:lnTo>
                  <a:pt x="49" y="62"/>
                </a:lnTo>
                <a:lnTo>
                  <a:pt x="49" y="63"/>
                </a:lnTo>
                <a:lnTo>
                  <a:pt x="48" y="63"/>
                </a:lnTo>
                <a:lnTo>
                  <a:pt x="47" y="63"/>
                </a:lnTo>
                <a:lnTo>
                  <a:pt x="47" y="64"/>
                </a:lnTo>
                <a:lnTo>
                  <a:pt x="46" y="64"/>
                </a:lnTo>
                <a:lnTo>
                  <a:pt x="45" y="64"/>
                </a:lnTo>
                <a:lnTo>
                  <a:pt x="44" y="64"/>
                </a:lnTo>
                <a:lnTo>
                  <a:pt x="44" y="65"/>
                </a:lnTo>
                <a:lnTo>
                  <a:pt x="43" y="65"/>
                </a:lnTo>
                <a:lnTo>
                  <a:pt x="42" y="65"/>
                </a:lnTo>
                <a:lnTo>
                  <a:pt x="41" y="65"/>
                </a:lnTo>
                <a:lnTo>
                  <a:pt x="41" y="66"/>
                </a:lnTo>
                <a:lnTo>
                  <a:pt x="40" y="66"/>
                </a:lnTo>
                <a:lnTo>
                  <a:pt x="40" y="67"/>
                </a:lnTo>
                <a:lnTo>
                  <a:pt x="39" y="67"/>
                </a:lnTo>
                <a:lnTo>
                  <a:pt x="39" y="68"/>
                </a:lnTo>
                <a:lnTo>
                  <a:pt x="38" y="68"/>
                </a:lnTo>
                <a:lnTo>
                  <a:pt x="38" y="69"/>
                </a:lnTo>
                <a:lnTo>
                  <a:pt x="38" y="70"/>
                </a:lnTo>
                <a:lnTo>
                  <a:pt x="38" y="71"/>
                </a:lnTo>
                <a:lnTo>
                  <a:pt x="37" y="71"/>
                </a:lnTo>
                <a:lnTo>
                  <a:pt x="36" y="71"/>
                </a:lnTo>
                <a:lnTo>
                  <a:pt x="36" y="72"/>
                </a:lnTo>
                <a:lnTo>
                  <a:pt x="35" y="72"/>
                </a:lnTo>
                <a:lnTo>
                  <a:pt x="34" y="72"/>
                </a:lnTo>
                <a:lnTo>
                  <a:pt x="33" y="73"/>
                </a:lnTo>
                <a:lnTo>
                  <a:pt x="32" y="73"/>
                </a:lnTo>
                <a:lnTo>
                  <a:pt x="32" y="74"/>
                </a:lnTo>
                <a:lnTo>
                  <a:pt x="33" y="74"/>
                </a:lnTo>
                <a:lnTo>
                  <a:pt x="33" y="75"/>
                </a:lnTo>
                <a:lnTo>
                  <a:pt x="32" y="75"/>
                </a:lnTo>
                <a:lnTo>
                  <a:pt x="33" y="75"/>
                </a:lnTo>
                <a:lnTo>
                  <a:pt x="33" y="76"/>
                </a:lnTo>
                <a:lnTo>
                  <a:pt x="33" y="77"/>
                </a:lnTo>
                <a:lnTo>
                  <a:pt x="32" y="78"/>
                </a:lnTo>
                <a:lnTo>
                  <a:pt x="31" y="78"/>
                </a:lnTo>
                <a:lnTo>
                  <a:pt x="31" y="77"/>
                </a:lnTo>
                <a:lnTo>
                  <a:pt x="31" y="78"/>
                </a:lnTo>
                <a:lnTo>
                  <a:pt x="31" y="77"/>
                </a:lnTo>
                <a:lnTo>
                  <a:pt x="30" y="78"/>
                </a:lnTo>
                <a:lnTo>
                  <a:pt x="30" y="77"/>
                </a:lnTo>
                <a:lnTo>
                  <a:pt x="31" y="77"/>
                </a:lnTo>
                <a:lnTo>
                  <a:pt x="33" y="77"/>
                </a:lnTo>
                <a:lnTo>
                  <a:pt x="33" y="76"/>
                </a:lnTo>
                <a:lnTo>
                  <a:pt x="32" y="76"/>
                </a:lnTo>
                <a:lnTo>
                  <a:pt x="32" y="75"/>
                </a:lnTo>
                <a:lnTo>
                  <a:pt x="32" y="74"/>
                </a:lnTo>
                <a:lnTo>
                  <a:pt x="32" y="73"/>
                </a:lnTo>
                <a:lnTo>
                  <a:pt x="32" y="74"/>
                </a:lnTo>
                <a:lnTo>
                  <a:pt x="31" y="74"/>
                </a:lnTo>
                <a:lnTo>
                  <a:pt x="31" y="75"/>
                </a:lnTo>
                <a:lnTo>
                  <a:pt x="30" y="75"/>
                </a:lnTo>
                <a:lnTo>
                  <a:pt x="30" y="76"/>
                </a:lnTo>
                <a:lnTo>
                  <a:pt x="29" y="77"/>
                </a:lnTo>
                <a:lnTo>
                  <a:pt x="28" y="77"/>
                </a:lnTo>
                <a:lnTo>
                  <a:pt x="27" y="77"/>
                </a:lnTo>
                <a:lnTo>
                  <a:pt x="27" y="78"/>
                </a:lnTo>
                <a:lnTo>
                  <a:pt x="26" y="78"/>
                </a:lnTo>
                <a:lnTo>
                  <a:pt x="26" y="79"/>
                </a:lnTo>
                <a:lnTo>
                  <a:pt x="25" y="79"/>
                </a:lnTo>
                <a:lnTo>
                  <a:pt x="25" y="80"/>
                </a:lnTo>
                <a:lnTo>
                  <a:pt x="24" y="80"/>
                </a:lnTo>
                <a:lnTo>
                  <a:pt x="23" y="80"/>
                </a:lnTo>
                <a:lnTo>
                  <a:pt x="22" y="81"/>
                </a:lnTo>
                <a:lnTo>
                  <a:pt x="22" y="82"/>
                </a:lnTo>
                <a:lnTo>
                  <a:pt x="24" y="82"/>
                </a:lnTo>
                <a:lnTo>
                  <a:pt x="25" y="82"/>
                </a:lnTo>
                <a:lnTo>
                  <a:pt x="25" y="81"/>
                </a:lnTo>
                <a:lnTo>
                  <a:pt x="27" y="81"/>
                </a:lnTo>
                <a:lnTo>
                  <a:pt x="27" y="80"/>
                </a:lnTo>
                <a:lnTo>
                  <a:pt x="28" y="80"/>
                </a:lnTo>
                <a:lnTo>
                  <a:pt x="28" y="79"/>
                </a:lnTo>
                <a:lnTo>
                  <a:pt x="28" y="78"/>
                </a:lnTo>
                <a:lnTo>
                  <a:pt x="28" y="79"/>
                </a:lnTo>
                <a:lnTo>
                  <a:pt x="28" y="80"/>
                </a:lnTo>
                <a:lnTo>
                  <a:pt x="28" y="81"/>
                </a:lnTo>
                <a:lnTo>
                  <a:pt x="27" y="81"/>
                </a:lnTo>
                <a:lnTo>
                  <a:pt x="26" y="81"/>
                </a:lnTo>
                <a:lnTo>
                  <a:pt x="26" y="82"/>
                </a:lnTo>
                <a:lnTo>
                  <a:pt x="25" y="82"/>
                </a:lnTo>
                <a:lnTo>
                  <a:pt x="24" y="82"/>
                </a:lnTo>
                <a:lnTo>
                  <a:pt x="24" y="83"/>
                </a:lnTo>
                <a:lnTo>
                  <a:pt x="25" y="83"/>
                </a:lnTo>
                <a:lnTo>
                  <a:pt x="24" y="83"/>
                </a:lnTo>
                <a:lnTo>
                  <a:pt x="24" y="82"/>
                </a:lnTo>
                <a:lnTo>
                  <a:pt x="23" y="82"/>
                </a:lnTo>
                <a:lnTo>
                  <a:pt x="22" y="82"/>
                </a:lnTo>
                <a:lnTo>
                  <a:pt x="22" y="83"/>
                </a:lnTo>
                <a:lnTo>
                  <a:pt x="21" y="83"/>
                </a:lnTo>
                <a:lnTo>
                  <a:pt x="20" y="84"/>
                </a:lnTo>
                <a:lnTo>
                  <a:pt x="19" y="84"/>
                </a:lnTo>
                <a:lnTo>
                  <a:pt x="19" y="85"/>
                </a:lnTo>
                <a:lnTo>
                  <a:pt x="19" y="86"/>
                </a:lnTo>
                <a:lnTo>
                  <a:pt x="19" y="87"/>
                </a:lnTo>
                <a:lnTo>
                  <a:pt x="20" y="87"/>
                </a:lnTo>
                <a:lnTo>
                  <a:pt x="20" y="88"/>
                </a:lnTo>
                <a:lnTo>
                  <a:pt x="20" y="89"/>
                </a:lnTo>
                <a:lnTo>
                  <a:pt x="19" y="89"/>
                </a:lnTo>
                <a:lnTo>
                  <a:pt x="19" y="90"/>
                </a:lnTo>
                <a:lnTo>
                  <a:pt x="20" y="90"/>
                </a:lnTo>
                <a:lnTo>
                  <a:pt x="20" y="91"/>
                </a:lnTo>
                <a:lnTo>
                  <a:pt x="20" y="93"/>
                </a:lnTo>
                <a:lnTo>
                  <a:pt x="19" y="94"/>
                </a:lnTo>
                <a:lnTo>
                  <a:pt x="19" y="95"/>
                </a:lnTo>
                <a:lnTo>
                  <a:pt x="19" y="96"/>
                </a:lnTo>
                <a:lnTo>
                  <a:pt x="18" y="96"/>
                </a:lnTo>
                <a:lnTo>
                  <a:pt x="18" y="98"/>
                </a:lnTo>
                <a:lnTo>
                  <a:pt x="19" y="98"/>
                </a:lnTo>
                <a:lnTo>
                  <a:pt x="18" y="98"/>
                </a:lnTo>
                <a:lnTo>
                  <a:pt x="19" y="98"/>
                </a:lnTo>
                <a:lnTo>
                  <a:pt x="19" y="99"/>
                </a:lnTo>
                <a:lnTo>
                  <a:pt x="19" y="100"/>
                </a:lnTo>
                <a:lnTo>
                  <a:pt x="19" y="99"/>
                </a:lnTo>
                <a:lnTo>
                  <a:pt x="19" y="98"/>
                </a:lnTo>
                <a:lnTo>
                  <a:pt x="18" y="98"/>
                </a:lnTo>
                <a:lnTo>
                  <a:pt x="18" y="99"/>
                </a:lnTo>
                <a:lnTo>
                  <a:pt x="17" y="100"/>
                </a:lnTo>
                <a:lnTo>
                  <a:pt x="16" y="100"/>
                </a:lnTo>
                <a:lnTo>
                  <a:pt x="16" y="101"/>
                </a:lnTo>
                <a:lnTo>
                  <a:pt x="17" y="101"/>
                </a:lnTo>
                <a:lnTo>
                  <a:pt x="18" y="101"/>
                </a:lnTo>
                <a:lnTo>
                  <a:pt x="18" y="100"/>
                </a:lnTo>
                <a:lnTo>
                  <a:pt x="18" y="101"/>
                </a:lnTo>
                <a:lnTo>
                  <a:pt x="17" y="101"/>
                </a:lnTo>
                <a:lnTo>
                  <a:pt x="16" y="101"/>
                </a:lnTo>
                <a:lnTo>
                  <a:pt x="15" y="101"/>
                </a:lnTo>
                <a:lnTo>
                  <a:pt x="15" y="102"/>
                </a:lnTo>
                <a:lnTo>
                  <a:pt x="14" y="102"/>
                </a:lnTo>
                <a:lnTo>
                  <a:pt x="14" y="103"/>
                </a:lnTo>
                <a:lnTo>
                  <a:pt x="14" y="104"/>
                </a:lnTo>
                <a:lnTo>
                  <a:pt x="14" y="105"/>
                </a:lnTo>
                <a:lnTo>
                  <a:pt x="15" y="105"/>
                </a:lnTo>
                <a:lnTo>
                  <a:pt x="15" y="106"/>
                </a:lnTo>
                <a:lnTo>
                  <a:pt x="16" y="106"/>
                </a:lnTo>
                <a:lnTo>
                  <a:pt x="17" y="107"/>
                </a:lnTo>
                <a:lnTo>
                  <a:pt x="17" y="108"/>
                </a:lnTo>
                <a:lnTo>
                  <a:pt x="17" y="109"/>
                </a:lnTo>
                <a:lnTo>
                  <a:pt x="17" y="110"/>
                </a:lnTo>
                <a:lnTo>
                  <a:pt x="18" y="110"/>
                </a:lnTo>
                <a:lnTo>
                  <a:pt x="19" y="111"/>
                </a:lnTo>
                <a:lnTo>
                  <a:pt x="19" y="110"/>
                </a:lnTo>
                <a:lnTo>
                  <a:pt x="18" y="109"/>
                </a:lnTo>
                <a:lnTo>
                  <a:pt x="18" y="108"/>
                </a:lnTo>
                <a:lnTo>
                  <a:pt x="18" y="107"/>
                </a:lnTo>
                <a:lnTo>
                  <a:pt x="18" y="106"/>
                </a:lnTo>
                <a:lnTo>
                  <a:pt x="17" y="106"/>
                </a:lnTo>
                <a:lnTo>
                  <a:pt x="17" y="105"/>
                </a:lnTo>
                <a:lnTo>
                  <a:pt x="16" y="105"/>
                </a:lnTo>
                <a:lnTo>
                  <a:pt x="17" y="105"/>
                </a:lnTo>
                <a:lnTo>
                  <a:pt x="17" y="106"/>
                </a:lnTo>
                <a:lnTo>
                  <a:pt x="18" y="106"/>
                </a:lnTo>
                <a:lnTo>
                  <a:pt x="18" y="107"/>
                </a:lnTo>
                <a:lnTo>
                  <a:pt x="18" y="108"/>
                </a:lnTo>
                <a:lnTo>
                  <a:pt x="19" y="108"/>
                </a:lnTo>
                <a:lnTo>
                  <a:pt x="18" y="109"/>
                </a:lnTo>
                <a:lnTo>
                  <a:pt x="19" y="109"/>
                </a:lnTo>
                <a:lnTo>
                  <a:pt x="19" y="110"/>
                </a:lnTo>
                <a:lnTo>
                  <a:pt x="20" y="110"/>
                </a:lnTo>
                <a:lnTo>
                  <a:pt x="20" y="111"/>
                </a:lnTo>
                <a:lnTo>
                  <a:pt x="20" y="110"/>
                </a:lnTo>
                <a:lnTo>
                  <a:pt x="20" y="109"/>
                </a:lnTo>
                <a:lnTo>
                  <a:pt x="21" y="108"/>
                </a:lnTo>
                <a:lnTo>
                  <a:pt x="21" y="107"/>
                </a:lnTo>
                <a:lnTo>
                  <a:pt x="20" y="107"/>
                </a:lnTo>
                <a:lnTo>
                  <a:pt x="21" y="107"/>
                </a:lnTo>
                <a:lnTo>
                  <a:pt x="21" y="108"/>
                </a:lnTo>
                <a:lnTo>
                  <a:pt x="21" y="109"/>
                </a:lnTo>
                <a:lnTo>
                  <a:pt x="20" y="109"/>
                </a:lnTo>
                <a:lnTo>
                  <a:pt x="20" y="110"/>
                </a:lnTo>
                <a:lnTo>
                  <a:pt x="21" y="110"/>
                </a:lnTo>
                <a:lnTo>
                  <a:pt x="22" y="110"/>
                </a:lnTo>
                <a:lnTo>
                  <a:pt x="22" y="111"/>
                </a:lnTo>
                <a:lnTo>
                  <a:pt x="22" y="112"/>
                </a:lnTo>
                <a:lnTo>
                  <a:pt x="23" y="112"/>
                </a:lnTo>
                <a:lnTo>
                  <a:pt x="23" y="113"/>
                </a:lnTo>
                <a:lnTo>
                  <a:pt x="23" y="112"/>
                </a:lnTo>
                <a:lnTo>
                  <a:pt x="23" y="113"/>
                </a:lnTo>
                <a:lnTo>
                  <a:pt x="23" y="114"/>
                </a:lnTo>
                <a:lnTo>
                  <a:pt x="21" y="114"/>
                </a:lnTo>
                <a:lnTo>
                  <a:pt x="20" y="114"/>
                </a:lnTo>
                <a:lnTo>
                  <a:pt x="19" y="114"/>
                </a:lnTo>
                <a:lnTo>
                  <a:pt x="18" y="114"/>
                </a:lnTo>
                <a:lnTo>
                  <a:pt x="17" y="114"/>
                </a:lnTo>
                <a:lnTo>
                  <a:pt x="16" y="113"/>
                </a:lnTo>
                <a:lnTo>
                  <a:pt x="15" y="113"/>
                </a:lnTo>
                <a:lnTo>
                  <a:pt x="14" y="113"/>
                </a:lnTo>
                <a:lnTo>
                  <a:pt x="13" y="113"/>
                </a:lnTo>
                <a:lnTo>
                  <a:pt x="12" y="113"/>
                </a:lnTo>
                <a:lnTo>
                  <a:pt x="11" y="113"/>
                </a:lnTo>
                <a:lnTo>
                  <a:pt x="10" y="113"/>
                </a:lnTo>
                <a:lnTo>
                  <a:pt x="10" y="112"/>
                </a:lnTo>
                <a:lnTo>
                  <a:pt x="10" y="111"/>
                </a:lnTo>
                <a:lnTo>
                  <a:pt x="10" y="110"/>
                </a:lnTo>
                <a:lnTo>
                  <a:pt x="10" y="109"/>
                </a:lnTo>
                <a:lnTo>
                  <a:pt x="10" y="107"/>
                </a:lnTo>
                <a:lnTo>
                  <a:pt x="10" y="106"/>
                </a:lnTo>
                <a:lnTo>
                  <a:pt x="10" y="105"/>
                </a:lnTo>
                <a:lnTo>
                  <a:pt x="11" y="105"/>
                </a:lnTo>
                <a:lnTo>
                  <a:pt x="11" y="104"/>
                </a:lnTo>
                <a:lnTo>
                  <a:pt x="11" y="103"/>
                </a:lnTo>
                <a:lnTo>
                  <a:pt x="11" y="102"/>
                </a:lnTo>
                <a:lnTo>
                  <a:pt x="11" y="101"/>
                </a:lnTo>
                <a:lnTo>
                  <a:pt x="11" y="102"/>
                </a:lnTo>
                <a:lnTo>
                  <a:pt x="10" y="102"/>
                </a:lnTo>
                <a:lnTo>
                  <a:pt x="10" y="101"/>
                </a:lnTo>
                <a:lnTo>
                  <a:pt x="9" y="101"/>
                </a:lnTo>
                <a:lnTo>
                  <a:pt x="8" y="101"/>
                </a:lnTo>
                <a:lnTo>
                  <a:pt x="8" y="102"/>
                </a:lnTo>
                <a:lnTo>
                  <a:pt x="7" y="102"/>
                </a:lnTo>
                <a:lnTo>
                  <a:pt x="6" y="102"/>
                </a:lnTo>
                <a:lnTo>
                  <a:pt x="6" y="103"/>
                </a:lnTo>
                <a:lnTo>
                  <a:pt x="6" y="104"/>
                </a:lnTo>
                <a:lnTo>
                  <a:pt x="5" y="104"/>
                </a:lnTo>
                <a:lnTo>
                  <a:pt x="5" y="105"/>
                </a:lnTo>
                <a:lnTo>
                  <a:pt x="5" y="106"/>
                </a:lnTo>
                <a:lnTo>
                  <a:pt x="5" y="108"/>
                </a:lnTo>
                <a:lnTo>
                  <a:pt x="5" y="109"/>
                </a:lnTo>
                <a:lnTo>
                  <a:pt x="5" y="110"/>
                </a:lnTo>
                <a:lnTo>
                  <a:pt x="5" y="111"/>
                </a:lnTo>
                <a:lnTo>
                  <a:pt x="4" y="111"/>
                </a:lnTo>
                <a:lnTo>
                  <a:pt x="3" y="112"/>
                </a:lnTo>
                <a:lnTo>
                  <a:pt x="2" y="112"/>
                </a:lnTo>
                <a:lnTo>
                  <a:pt x="1" y="112"/>
                </a:lnTo>
                <a:lnTo>
                  <a:pt x="0" y="112"/>
                </a:lnTo>
                <a:lnTo>
                  <a:pt x="0" y="111"/>
                </a:lnTo>
                <a:lnTo>
                  <a:pt x="1" y="111"/>
                </a:lnTo>
                <a:lnTo>
                  <a:pt x="1" y="110"/>
                </a:lnTo>
                <a:lnTo>
                  <a:pt x="2" y="110"/>
                </a:lnTo>
                <a:lnTo>
                  <a:pt x="3" y="110"/>
                </a:lnTo>
                <a:lnTo>
                  <a:pt x="4" y="109"/>
                </a:lnTo>
                <a:lnTo>
                  <a:pt x="5" y="109"/>
                </a:lnTo>
                <a:lnTo>
                  <a:pt x="5" y="108"/>
                </a:lnTo>
                <a:lnTo>
                  <a:pt x="5" y="106"/>
                </a:lnTo>
                <a:lnTo>
                  <a:pt x="5" y="105"/>
                </a:lnTo>
                <a:lnTo>
                  <a:pt x="5" y="104"/>
                </a:lnTo>
                <a:lnTo>
                  <a:pt x="6" y="104"/>
                </a:lnTo>
                <a:lnTo>
                  <a:pt x="6" y="103"/>
                </a:lnTo>
                <a:lnTo>
                  <a:pt x="6" y="102"/>
                </a:lnTo>
                <a:lnTo>
                  <a:pt x="7" y="102"/>
                </a:lnTo>
                <a:lnTo>
                  <a:pt x="8" y="102"/>
                </a:lnTo>
                <a:lnTo>
                  <a:pt x="8" y="101"/>
                </a:lnTo>
                <a:lnTo>
                  <a:pt x="9" y="101"/>
                </a:lnTo>
                <a:lnTo>
                  <a:pt x="10" y="101"/>
                </a:lnTo>
                <a:lnTo>
                  <a:pt x="10" y="102"/>
                </a:lnTo>
                <a:lnTo>
                  <a:pt x="11" y="102"/>
                </a:lnTo>
                <a:lnTo>
                  <a:pt x="11" y="101"/>
                </a:lnTo>
                <a:lnTo>
                  <a:pt x="12" y="100"/>
                </a:lnTo>
                <a:lnTo>
                  <a:pt x="11" y="100"/>
                </a:lnTo>
                <a:lnTo>
                  <a:pt x="11" y="99"/>
                </a:lnTo>
                <a:lnTo>
                  <a:pt x="11" y="98"/>
                </a:lnTo>
                <a:lnTo>
                  <a:pt x="12" y="98"/>
                </a:lnTo>
                <a:moveTo>
                  <a:pt x="17" y="111"/>
                </a:moveTo>
                <a:lnTo>
                  <a:pt x="17" y="110"/>
                </a:lnTo>
                <a:lnTo>
                  <a:pt x="16" y="110"/>
                </a:lnTo>
                <a:lnTo>
                  <a:pt x="17" y="111"/>
                </a:lnTo>
                <a:moveTo>
                  <a:pt x="13" y="103"/>
                </a:moveTo>
                <a:lnTo>
                  <a:pt x="14" y="102"/>
                </a:lnTo>
                <a:lnTo>
                  <a:pt x="13" y="102"/>
                </a:lnTo>
                <a:lnTo>
                  <a:pt x="12" y="103"/>
                </a:lnTo>
                <a:lnTo>
                  <a:pt x="13" y="103"/>
                </a:lnTo>
                <a:moveTo>
                  <a:pt x="15" y="100"/>
                </a:moveTo>
                <a:lnTo>
                  <a:pt x="15" y="101"/>
                </a:lnTo>
                <a:lnTo>
                  <a:pt x="15" y="100"/>
                </a:lnTo>
                <a:lnTo>
                  <a:pt x="16" y="100"/>
                </a:lnTo>
                <a:lnTo>
                  <a:pt x="15" y="100"/>
                </a:lnTo>
                <a:moveTo>
                  <a:pt x="18" y="88"/>
                </a:moveTo>
                <a:lnTo>
                  <a:pt x="18" y="87"/>
                </a:lnTo>
                <a:lnTo>
                  <a:pt x="18" y="86"/>
                </a:lnTo>
                <a:lnTo>
                  <a:pt x="18" y="87"/>
                </a:lnTo>
                <a:lnTo>
                  <a:pt x="17" y="87"/>
                </a:lnTo>
                <a:lnTo>
                  <a:pt x="17" y="88"/>
                </a:lnTo>
                <a:lnTo>
                  <a:pt x="16" y="88"/>
                </a:lnTo>
                <a:lnTo>
                  <a:pt x="16" y="89"/>
                </a:lnTo>
                <a:lnTo>
                  <a:pt x="17" y="89"/>
                </a:lnTo>
                <a:lnTo>
                  <a:pt x="17" y="90"/>
                </a:lnTo>
                <a:lnTo>
                  <a:pt x="18" y="90"/>
                </a:lnTo>
                <a:lnTo>
                  <a:pt x="19" y="90"/>
                </a:lnTo>
                <a:lnTo>
                  <a:pt x="19" y="89"/>
                </a:lnTo>
                <a:lnTo>
                  <a:pt x="18" y="89"/>
                </a:lnTo>
                <a:lnTo>
                  <a:pt x="18" y="88"/>
                </a:lnTo>
                <a:moveTo>
                  <a:pt x="20" y="88"/>
                </a:moveTo>
                <a:lnTo>
                  <a:pt x="20" y="87"/>
                </a:lnTo>
                <a:lnTo>
                  <a:pt x="19" y="87"/>
                </a:lnTo>
                <a:lnTo>
                  <a:pt x="19" y="88"/>
                </a:lnTo>
                <a:lnTo>
                  <a:pt x="20" y="88"/>
                </a:lnTo>
                <a:moveTo>
                  <a:pt x="25" y="79"/>
                </a:moveTo>
                <a:lnTo>
                  <a:pt x="25" y="79"/>
                </a:lnTo>
                <a:moveTo>
                  <a:pt x="26" y="78"/>
                </a:moveTo>
                <a:lnTo>
                  <a:pt x="27" y="78"/>
                </a:lnTo>
                <a:lnTo>
                  <a:pt x="26" y="78"/>
                </a:lnTo>
                <a:lnTo>
                  <a:pt x="26" y="79"/>
                </a:lnTo>
                <a:lnTo>
                  <a:pt x="26" y="78"/>
                </a:lnTo>
                <a:moveTo>
                  <a:pt x="27" y="77"/>
                </a:moveTo>
                <a:lnTo>
                  <a:pt x="27" y="77"/>
                </a:lnTo>
                <a:moveTo>
                  <a:pt x="35" y="72"/>
                </a:moveTo>
                <a:lnTo>
                  <a:pt x="36" y="72"/>
                </a:lnTo>
                <a:lnTo>
                  <a:pt x="36" y="71"/>
                </a:lnTo>
                <a:lnTo>
                  <a:pt x="37" y="71"/>
                </a:lnTo>
                <a:lnTo>
                  <a:pt x="38" y="71"/>
                </a:lnTo>
                <a:lnTo>
                  <a:pt x="38" y="70"/>
                </a:lnTo>
                <a:lnTo>
                  <a:pt x="38" y="69"/>
                </a:lnTo>
                <a:lnTo>
                  <a:pt x="37" y="69"/>
                </a:lnTo>
                <a:lnTo>
                  <a:pt x="36" y="69"/>
                </a:lnTo>
                <a:lnTo>
                  <a:pt x="35" y="70"/>
                </a:lnTo>
                <a:lnTo>
                  <a:pt x="35" y="71"/>
                </a:lnTo>
                <a:lnTo>
                  <a:pt x="35" y="72"/>
                </a:lnTo>
                <a:moveTo>
                  <a:pt x="37" y="69"/>
                </a:moveTo>
                <a:lnTo>
                  <a:pt x="37" y="68"/>
                </a:lnTo>
                <a:lnTo>
                  <a:pt x="36" y="69"/>
                </a:lnTo>
                <a:lnTo>
                  <a:pt x="37" y="69"/>
                </a:lnTo>
                <a:moveTo>
                  <a:pt x="38" y="69"/>
                </a:moveTo>
                <a:lnTo>
                  <a:pt x="38" y="68"/>
                </a:lnTo>
                <a:lnTo>
                  <a:pt x="38" y="67"/>
                </a:lnTo>
                <a:lnTo>
                  <a:pt x="38" y="68"/>
                </a:lnTo>
                <a:lnTo>
                  <a:pt x="37" y="68"/>
                </a:lnTo>
                <a:lnTo>
                  <a:pt x="37" y="69"/>
                </a:lnTo>
                <a:lnTo>
                  <a:pt x="38" y="69"/>
                </a:lnTo>
                <a:moveTo>
                  <a:pt x="48" y="63"/>
                </a:moveTo>
                <a:lnTo>
                  <a:pt x="47" y="63"/>
                </a:lnTo>
                <a:lnTo>
                  <a:pt x="46" y="63"/>
                </a:lnTo>
                <a:lnTo>
                  <a:pt x="46" y="64"/>
                </a:lnTo>
                <a:lnTo>
                  <a:pt x="47" y="63"/>
                </a:lnTo>
                <a:lnTo>
                  <a:pt x="48" y="63"/>
                </a:lnTo>
                <a:moveTo>
                  <a:pt x="51" y="62"/>
                </a:moveTo>
                <a:lnTo>
                  <a:pt x="51" y="61"/>
                </a:lnTo>
                <a:lnTo>
                  <a:pt x="51" y="62"/>
                </a:lnTo>
                <a:lnTo>
                  <a:pt x="50" y="62"/>
                </a:lnTo>
                <a:lnTo>
                  <a:pt x="51" y="62"/>
                </a:lnTo>
                <a:moveTo>
                  <a:pt x="63" y="48"/>
                </a:moveTo>
                <a:lnTo>
                  <a:pt x="63" y="49"/>
                </a:lnTo>
                <a:lnTo>
                  <a:pt x="63" y="48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99" name=""/>
          <p:cNvSpPr/>
          <p:nvPr/>
        </p:nvSpPr>
        <p:spPr>
          <a:xfrm>
            <a:off x="7174080" y="3597840"/>
            <a:ext cx="9000" cy="14040"/>
          </a:xfrm>
          <a:custGeom>
            <a:avLst/>
            <a:gdLst/>
            <a:ahLst/>
            <a:rect l="0" t="0" r="r" b="b"/>
            <a:pathLst>
              <a:path w="25" h="39">
                <a:moveTo>
                  <a:pt x="23" y="1"/>
                </a:moveTo>
                <a:lnTo>
                  <a:pt x="24" y="2"/>
                </a:lnTo>
                <a:lnTo>
                  <a:pt x="25" y="3"/>
                </a:lnTo>
                <a:lnTo>
                  <a:pt x="24" y="3"/>
                </a:lnTo>
                <a:lnTo>
                  <a:pt x="24" y="2"/>
                </a:lnTo>
                <a:lnTo>
                  <a:pt x="23" y="2"/>
                </a:lnTo>
                <a:lnTo>
                  <a:pt x="22" y="1"/>
                </a:lnTo>
                <a:lnTo>
                  <a:pt x="20" y="1"/>
                </a:lnTo>
                <a:lnTo>
                  <a:pt x="19" y="1"/>
                </a:lnTo>
                <a:lnTo>
                  <a:pt x="19" y="2"/>
                </a:lnTo>
                <a:lnTo>
                  <a:pt x="20" y="2"/>
                </a:lnTo>
                <a:lnTo>
                  <a:pt x="21" y="2"/>
                </a:lnTo>
                <a:lnTo>
                  <a:pt x="22" y="3"/>
                </a:lnTo>
                <a:lnTo>
                  <a:pt x="23" y="3"/>
                </a:lnTo>
                <a:lnTo>
                  <a:pt x="23" y="4"/>
                </a:lnTo>
                <a:lnTo>
                  <a:pt x="23" y="5"/>
                </a:lnTo>
                <a:lnTo>
                  <a:pt x="22" y="6"/>
                </a:lnTo>
                <a:lnTo>
                  <a:pt x="21" y="7"/>
                </a:lnTo>
                <a:lnTo>
                  <a:pt x="20" y="7"/>
                </a:lnTo>
                <a:lnTo>
                  <a:pt x="19" y="7"/>
                </a:lnTo>
                <a:lnTo>
                  <a:pt x="19" y="8"/>
                </a:lnTo>
                <a:lnTo>
                  <a:pt x="20" y="8"/>
                </a:lnTo>
                <a:lnTo>
                  <a:pt x="20" y="9"/>
                </a:lnTo>
                <a:lnTo>
                  <a:pt x="19" y="9"/>
                </a:lnTo>
                <a:lnTo>
                  <a:pt x="19" y="10"/>
                </a:lnTo>
                <a:lnTo>
                  <a:pt x="18" y="10"/>
                </a:lnTo>
                <a:lnTo>
                  <a:pt x="17" y="9"/>
                </a:lnTo>
                <a:lnTo>
                  <a:pt x="17" y="10"/>
                </a:lnTo>
                <a:lnTo>
                  <a:pt x="16" y="10"/>
                </a:lnTo>
                <a:lnTo>
                  <a:pt x="16" y="11"/>
                </a:lnTo>
                <a:lnTo>
                  <a:pt x="15" y="10"/>
                </a:lnTo>
                <a:lnTo>
                  <a:pt x="14" y="10"/>
                </a:lnTo>
                <a:lnTo>
                  <a:pt x="13" y="9"/>
                </a:lnTo>
                <a:lnTo>
                  <a:pt x="12" y="9"/>
                </a:lnTo>
                <a:lnTo>
                  <a:pt x="12" y="10"/>
                </a:lnTo>
                <a:lnTo>
                  <a:pt x="12" y="11"/>
                </a:lnTo>
                <a:lnTo>
                  <a:pt x="13" y="11"/>
                </a:lnTo>
                <a:lnTo>
                  <a:pt x="12" y="11"/>
                </a:lnTo>
                <a:lnTo>
                  <a:pt x="12" y="12"/>
                </a:lnTo>
                <a:lnTo>
                  <a:pt x="11" y="13"/>
                </a:lnTo>
                <a:lnTo>
                  <a:pt x="11" y="14"/>
                </a:lnTo>
                <a:lnTo>
                  <a:pt x="10" y="14"/>
                </a:lnTo>
                <a:lnTo>
                  <a:pt x="9" y="14"/>
                </a:lnTo>
                <a:lnTo>
                  <a:pt x="8" y="14"/>
                </a:lnTo>
                <a:lnTo>
                  <a:pt x="8" y="15"/>
                </a:lnTo>
                <a:lnTo>
                  <a:pt x="8" y="16"/>
                </a:lnTo>
                <a:lnTo>
                  <a:pt x="9" y="16"/>
                </a:lnTo>
                <a:lnTo>
                  <a:pt x="9" y="17"/>
                </a:lnTo>
                <a:lnTo>
                  <a:pt x="9" y="18"/>
                </a:lnTo>
                <a:lnTo>
                  <a:pt x="10" y="18"/>
                </a:lnTo>
                <a:lnTo>
                  <a:pt x="10" y="20"/>
                </a:lnTo>
                <a:lnTo>
                  <a:pt x="10" y="21"/>
                </a:lnTo>
                <a:lnTo>
                  <a:pt x="10" y="22"/>
                </a:lnTo>
                <a:lnTo>
                  <a:pt x="9" y="22"/>
                </a:lnTo>
                <a:lnTo>
                  <a:pt x="8" y="23"/>
                </a:lnTo>
                <a:lnTo>
                  <a:pt x="8" y="24"/>
                </a:lnTo>
                <a:lnTo>
                  <a:pt x="8" y="25"/>
                </a:lnTo>
                <a:lnTo>
                  <a:pt x="8" y="26"/>
                </a:lnTo>
                <a:lnTo>
                  <a:pt x="7" y="26"/>
                </a:lnTo>
                <a:lnTo>
                  <a:pt x="7" y="27"/>
                </a:lnTo>
                <a:lnTo>
                  <a:pt x="7" y="28"/>
                </a:lnTo>
                <a:lnTo>
                  <a:pt x="7" y="29"/>
                </a:lnTo>
                <a:lnTo>
                  <a:pt x="6" y="29"/>
                </a:lnTo>
                <a:lnTo>
                  <a:pt x="5" y="30"/>
                </a:lnTo>
                <a:lnTo>
                  <a:pt x="5" y="31"/>
                </a:lnTo>
                <a:lnTo>
                  <a:pt x="4" y="31"/>
                </a:lnTo>
                <a:lnTo>
                  <a:pt x="4" y="32"/>
                </a:lnTo>
                <a:lnTo>
                  <a:pt x="3" y="33"/>
                </a:lnTo>
                <a:lnTo>
                  <a:pt x="3" y="34"/>
                </a:lnTo>
                <a:lnTo>
                  <a:pt x="4" y="34"/>
                </a:lnTo>
                <a:lnTo>
                  <a:pt x="5" y="34"/>
                </a:lnTo>
                <a:lnTo>
                  <a:pt x="4" y="34"/>
                </a:lnTo>
                <a:lnTo>
                  <a:pt x="4" y="35"/>
                </a:lnTo>
                <a:lnTo>
                  <a:pt x="3" y="35"/>
                </a:lnTo>
                <a:lnTo>
                  <a:pt x="3" y="36"/>
                </a:lnTo>
                <a:lnTo>
                  <a:pt x="3" y="37"/>
                </a:lnTo>
                <a:lnTo>
                  <a:pt x="3" y="38"/>
                </a:lnTo>
                <a:lnTo>
                  <a:pt x="3" y="37"/>
                </a:lnTo>
                <a:lnTo>
                  <a:pt x="4" y="37"/>
                </a:lnTo>
                <a:lnTo>
                  <a:pt x="5" y="37"/>
                </a:lnTo>
                <a:lnTo>
                  <a:pt x="4" y="38"/>
                </a:lnTo>
                <a:lnTo>
                  <a:pt x="3" y="38"/>
                </a:lnTo>
                <a:lnTo>
                  <a:pt x="3" y="39"/>
                </a:lnTo>
                <a:lnTo>
                  <a:pt x="1" y="39"/>
                </a:lnTo>
                <a:lnTo>
                  <a:pt x="1" y="38"/>
                </a:lnTo>
                <a:lnTo>
                  <a:pt x="0" y="38"/>
                </a:lnTo>
                <a:lnTo>
                  <a:pt x="0" y="37"/>
                </a:lnTo>
                <a:lnTo>
                  <a:pt x="0" y="36"/>
                </a:lnTo>
                <a:lnTo>
                  <a:pt x="1" y="36"/>
                </a:lnTo>
                <a:lnTo>
                  <a:pt x="1" y="35"/>
                </a:lnTo>
                <a:lnTo>
                  <a:pt x="1" y="34"/>
                </a:lnTo>
                <a:lnTo>
                  <a:pt x="1" y="33"/>
                </a:lnTo>
                <a:lnTo>
                  <a:pt x="3" y="32"/>
                </a:lnTo>
                <a:lnTo>
                  <a:pt x="3" y="31"/>
                </a:lnTo>
                <a:lnTo>
                  <a:pt x="4" y="31"/>
                </a:lnTo>
                <a:lnTo>
                  <a:pt x="4" y="30"/>
                </a:lnTo>
                <a:lnTo>
                  <a:pt x="5" y="29"/>
                </a:lnTo>
                <a:lnTo>
                  <a:pt x="6" y="29"/>
                </a:lnTo>
                <a:lnTo>
                  <a:pt x="6" y="28"/>
                </a:lnTo>
                <a:lnTo>
                  <a:pt x="5" y="28"/>
                </a:lnTo>
                <a:lnTo>
                  <a:pt x="5" y="27"/>
                </a:lnTo>
                <a:lnTo>
                  <a:pt x="5" y="26"/>
                </a:lnTo>
                <a:lnTo>
                  <a:pt x="6" y="26"/>
                </a:lnTo>
                <a:lnTo>
                  <a:pt x="6" y="25"/>
                </a:lnTo>
                <a:lnTo>
                  <a:pt x="6" y="24"/>
                </a:lnTo>
                <a:lnTo>
                  <a:pt x="7" y="23"/>
                </a:lnTo>
                <a:lnTo>
                  <a:pt x="7" y="22"/>
                </a:lnTo>
                <a:lnTo>
                  <a:pt x="8" y="22"/>
                </a:lnTo>
                <a:lnTo>
                  <a:pt x="8" y="21"/>
                </a:lnTo>
                <a:lnTo>
                  <a:pt x="9" y="21"/>
                </a:lnTo>
                <a:lnTo>
                  <a:pt x="9" y="22"/>
                </a:lnTo>
                <a:lnTo>
                  <a:pt x="9" y="21"/>
                </a:lnTo>
                <a:lnTo>
                  <a:pt x="9" y="20"/>
                </a:lnTo>
                <a:lnTo>
                  <a:pt x="9" y="18"/>
                </a:lnTo>
                <a:lnTo>
                  <a:pt x="8" y="17"/>
                </a:lnTo>
                <a:lnTo>
                  <a:pt x="8" y="16"/>
                </a:lnTo>
                <a:lnTo>
                  <a:pt x="7" y="16"/>
                </a:lnTo>
                <a:lnTo>
                  <a:pt x="7" y="15"/>
                </a:lnTo>
                <a:lnTo>
                  <a:pt x="7" y="14"/>
                </a:lnTo>
                <a:lnTo>
                  <a:pt x="8" y="14"/>
                </a:lnTo>
                <a:lnTo>
                  <a:pt x="9" y="13"/>
                </a:lnTo>
                <a:lnTo>
                  <a:pt x="10" y="13"/>
                </a:lnTo>
                <a:lnTo>
                  <a:pt x="10" y="12"/>
                </a:lnTo>
                <a:lnTo>
                  <a:pt x="11" y="12"/>
                </a:lnTo>
                <a:lnTo>
                  <a:pt x="11" y="11"/>
                </a:lnTo>
                <a:lnTo>
                  <a:pt x="11" y="10"/>
                </a:lnTo>
                <a:lnTo>
                  <a:pt x="11" y="9"/>
                </a:lnTo>
                <a:lnTo>
                  <a:pt x="12" y="9"/>
                </a:lnTo>
                <a:lnTo>
                  <a:pt x="12" y="8"/>
                </a:lnTo>
                <a:lnTo>
                  <a:pt x="13" y="8"/>
                </a:lnTo>
                <a:lnTo>
                  <a:pt x="14" y="9"/>
                </a:lnTo>
                <a:lnTo>
                  <a:pt x="14" y="10"/>
                </a:lnTo>
                <a:lnTo>
                  <a:pt x="15" y="10"/>
                </a:lnTo>
                <a:lnTo>
                  <a:pt x="16" y="10"/>
                </a:lnTo>
                <a:lnTo>
                  <a:pt x="16" y="9"/>
                </a:lnTo>
                <a:lnTo>
                  <a:pt x="17" y="9"/>
                </a:lnTo>
                <a:lnTo>
                  <a:pt x="18" y="9"/>
                </a:lnTo>
                <a:lnTo>
                  <a:pt x="18" y="8"/>
                </a:lnTo>
                <a:lnTo>
                  <a:pt x="19" y="7"/>
                </a:lnTo>
                <a:lnTo>
                  <a:pt x="20" y="7"/>
                </a:lnTo>
                <a:lnTo>
                  <a:pt x="20" y="6"/>
                </a:lnTo>
                <a:lnTo>
                  <a:pt x="21" y="6"/>
                </a:lnTo>
                <a:lnTo>
                  <a:pt x="21" y="5"/>
                </a:lnTo>
                <a:lnTo>
                  <a:pt x="22" y="5"/>
                </a:lnTo>
                <a:lnTo>
                  <a:pt x="22" y="4"/>
                </a:lnTo>
                <a:lnTo>
                  <a:pt x="21" y="4"/>
                </a:lnTo>
                <a:lnTo>
                  <a:pt x="20" y="3"/>
                </a:lnTo>
                <a:lnTo>
                  <a:pt x="19" y="3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19" y="0"/>
                </a:lnTo>
                <a:lnTo>
                  <a:pt x="20" y="0"/>
                </a:lnTo>
                <a:lnTo>
                  <a:pt x="21" y="0"/>
                </a:lnTo>
                <a:lnTo>
                  <a:pt x="22" y="0"/>
                </a:lnTo>
                <a:lnTo>
                  <a:pt x="22" y="1"/>
                </a:lnTo>
                <a:lnTo>
                  <a:pt x="23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00" name=""/>
          <p:cNvSpPr/>
          <p:nvPr/>
        </p:nvSpPr>
        <p:spPr>
          <a:xfrm>
            <a:off x="7295400" y="3556080"/>
            <a:ext cx="13680" cy="17640"/>
          </a:xfrm>
          <a:custGeom>
            <a:avLst/>
            <a:gdLst/>
            <a:ahLst/>
            <a:rect l="0" t="0" r="r" b="b"/>
            <a:pathLst>
              <a:path w="38" h="49">
                <a:moveTo>
                  <a:pt x="2" y="3"/>
                </a:moveTo>
                <a:lnTo>
                  <a:pt x="2" y="4"/>
                </a:lnTo>
                <a:lnTo>
                  <a:pt x="2" y="5"/>
                </a:lnTo>
                <a:lnTo>
                  <a:pt x="2" y="6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1" y="9"/>
                </a:lnTo>
                <a:lnTo>
                  <a:pt x="0" y="10"/>
                </a:lnTo>
                <a:lnTo>
                  <a:pt x="0" y="11"/>
                </a:lnTo>
                <a:lnTo>
                  <a:pt x="1" y="11"/>
                </a:lnTo>
                <a:lnTo>
                  <a:pt x="1" y="12"/>
                </a:lnTo>
                <a:lnTo>
                  <a:pt x="1" y="13"/>
                </a:lnTo>
                <a:lnTo>
                  <a:pt x="1" y="14"/>
                </a:lnTo>
                <a:lnTo>
                  <a:pt x="1" y="15"/>
                </a:lnTo>
                <a:lnTo>
                  <a:pt x="1" y="16"/>
                </a:lnTo>
                <a:lnTo>
                  <a:pt x="2" y="16"/>
                </a:lnTo>
                <a:lnTo>
                  <a:pt x="2" y="17"/>
                </a:lnTo>
                <a:lnTo>
                  <a:pt x="2" y="18"/>
                </a:lnTo>
                <a:lnTo>
                  <a:pt x="2" y="19"/>
                </a:lnTo>
                <a:lnTo>
                  <a:pt x="3" y="19"/>
                </a:lnTo>
                <a:lnTo>
                  <a:pt x="5" y="19"/>
                </a:lnTo>
                <a:lnTo>
                  <a:pt x="6" y="19"/>
                </a:lnTo>
                <a:lnTo>
                  <a:pt x="6" y="20"/>
                </a:lnTo>
                <a:lnTo>
                  <a:pt x="6" y="21"/>
                </a:lnTo>
                <a:lnTo>
                  <a:pt x="7" y="22"/>
                </a:lnTo>
                <a:lnTo>
                  <a:pt x="7" y="23"/>
                </a:lnTo>
                <a:lnTo>
                  <a:pt x="8" y="23"/>
                </a:lnTo>
                <a:lnTo>
                  <a:pt x="8" y="24"/>
                </a:lnTo>
                <a:lnTo>
                  <a:pt x="9" y="25"/>
                </a:lnTo>
                <a:lnTo>
                  <a:pt x="10" y="25"/>
                </a:lnTo>
                <a:lnTo>
                  <a:pt x="11" y="25"/>
                </a:lnTo>
                <a:lnTo>
                  <a:pt x="11" y="26"/>
                </a:lnTo>
                <a:lnTo>
                  <a:pt x="12" y="26"/>
                </a:lnTo>
                <a:lnTo>
                  <a:pt x="12" y="27"/>
                </a:lnTo>
                <a:lnTo>
                  <a:pt x="13" y="27"/>
                </a:lnTo>
                <a:lnTo>
                  <a:pt x="13" y="28"/>
                </a:lnTo>
                <a:lnTo>
                  <a:pt x="13" y="29"/>
                </a:lnTo>
                <a:lnTo>
                  <a:pt x="14" y="29"/>
                </a:lnTo>
                <a:lnTo>
                  <a:pt x="15" y="29"/>
                </a:lnTo>
                <a:lnTo>
                  <a:pt x="16" y="29"/>
                </a:lnTo>
                <a:lnTo>
                  <a:pt x="16" y="28"/>
                </a:lnTo>
                <a:lnTo>
                  <a:pt x="17" y="28"/>
                </a:lnTo>
                <a:lnTo>
                  <a:pt x="18" y="28"/>
                </a:lnTo>
                <a:lnTo>
                  <a:pt x="19" y="29"/>
                </a:lnTo>
                <a:lnTo>
                  <a:pt x="19" y="30"/>
                </a:lnTo>
                <a:lnTo>
                  <a:pt x="18" y="30"/>
                </a:lnTo>
                <a:lnTo>
                  <a:pt x="18" y="31"/>
                </a:lnTo>
                <a:lnTo>
                  <a:pt x="17" y="32"/>
                </a:lnTo>
                <a:lnTo>
                  <a:pt x="17" y="33"/>
                </a:lnTo>
                <a:lnTo>
                  <a:pt x="18" y="33"/>
                </a:lnTo>
                <a:lnTo>
                  <a:pt x="18" y="35"/>
                </a:lnTo>
                <a:lnTo>
                  <a:pt x="19" y="35"/>
                </a:lnTo>
                <a:lnTo>
                  <a:pt x="20" y="36"/>
                </a:lnTo>
                <a:lnTo>
                  <a:pt x="21" y="36"/>
                </a:lnTo>
                <a:lnTo>
                  <a:pt x="22" y="35"/>
                </a:lnTo>
                <a:lnTo>
                  <a:pt x="22" y="33"/>
                </a:lnTo>
                <a:lnTo>
                  <a:pt x="23" y="33"/>
                </a:lnTo>
                <a:lnTo>
                  <a:pt x="22" y="32"/>
                </a:lnTo>
                <a:lnTo>
                  <a:pt x="21" y="31"/>
                </a:lnTo>
                <a:lnTo>
                  <a:pt x="21" y="30"/>
                </a:lnTo>
                <a:lnTo>
                  <a:pt x="21" y="29"/>
                </a:lnTo>
                <a:lnTo>
                  <a:pt x="21" y="28"/>
                </a:lnTo>
                <a:lnTo>
                  <a:pt x="22" y="28"/>
                </a:lnTo>
                <a:lnTo>
                  <a:pt x="22" y="27"/>
                </a:lnTo>
                <a:lnTo>
                  <a:pt x="23" y="27"/>
                </a:lnTo>
                <a:lnTo>
                  <a:pt x="24" y="27"/>
                </a:lnTo>
                <a:lnTo>
                  <a:pt x="25" y="27"/>
                </a:lnTo>
                <a:lnTo>
                  <a:pt x="26" y="28"/>
                </a:lnTo>
                <a:lnTo>
                  <a:pt x="27" y="28"/>
                </a:lnTo>
                <a:lnTo>
                  <a:pt x="27" y="29"/>
                </a:lnTo>
                <a:lnTo>
                  <a:pt x="26" y="30"/>
                </a:lnTo>
                <a:lnTo>
                  <a:pt x="25" y="31"/>
                </a:lnTo>
                <a:lnTo>
                  <a:pt x="25" y="32"/>
                </a:lnTo>
                <a:lnTo>
                  <a:pt x="26" y="32"/>
                </a:lnTo>
                <a:lnTo>
                  <a:pt x="27" y="32"/>
                </a:lnTo>
                <a:lnTo>
                  <a:pt x="27" y="33"/>
                </a:lnTo>
                <a:lnTo>
                  <a:pt x="27" y="36"/>
                </a:lnTo>
                <a:lnTo>
                  <a:pt x="27" y="37"/>
                </a:lnTo>
                <a:lnTo>
                  <a:pt x="28" y="37"/>
                </a:lnTo>
                <a:lnTo>
                  <a:pt x="29" y="38"/>
                </a:lnTo>
                <a:lnTo>
                  <a:pt x="29" y="39"/>
                </a:lnTo>
                <a:lnTo>
                  <a:pt x="29" y="40"/>
                </a:lnTo>
                <a:lnTo>
                  <a:pt x="29" y="41"/>
                </a:lnTo>
                <a:lnTo>
                  <a:pt x="29" y="42"/>
                </a:lnTo>
                <a:lnTo>
                  <a:pt x="31" y="42"/>
                </a:lnTo>
                <a:lnTo>
                  <a:pt x="32" y="42"/>
                </a:lnTo>
                <a:lnTo>
                  <a:pt x="33" y="42"/>
                </a:lnTo>
                <a:lnTo>
                  <a:pt x="33" y="43"/>
                </a:lnTo>
                <a:lnTo>
                  <a:pt x="33" y="44"/>
                </a:lnTo>
                <a:lnTo>
                  <a:pt x="33" y="43"/>
                </a:lnTo>
                <a:lnTo>
                  <a:pt x="32" y="43"/>
                </a:lnTo>
                <a:lnTo>
                  <a:pt x="32" y="44"/>
                </a:lnTo>
                <a:lnTo>
                  <a:pt x="32" y="45"/>
                </a:lnTo>
                <a:lnTo>
                  <a:pt x="32" y="46"/>
                </a:lnTo>
                <a:lnTo>
                  <a:pt x="32" y="47"/>
                </a:lnTo>
                <a:lnTo>
                  <a:pt x="32" y="48"/>
                </a:lnTo>
                <a:lnTo>
                  <a:pt x="33" y="48"/>
                </a:lnTo>
                <a:lnTo>
                  <a:pt x="34" y="47"/>
                </a:lnTo>
                <a:lnTo>
                  <a:pt x="35" y="47"/>
                </a:lnTo>
                <a:lnTo>
                  <a:pt x="35" y="48"/>
                </a:lnTo>
                <a:lnTo>
                  <a:pt x="36" y="48"/>
                </a:lnTo>
                <a:lnTo>
                  <a:pt x="37" y="48"/>
                </a:lnTo>
                <a:lnTo>
                  <a:pt x="38" y="49"/>
                </a:lnTo>
                <a:lnTo>
                  <a:pt x="37" y="49"/>
                </a:lnTo>
                <a:lnTo>
                  <a:pt x="36" y="48"/>
                </a:lnTo>
                <a:lnTo>
                  <a:pt x="35" y="48"/>
                </a:lnTo>
                <a:lnTo>
                  <a:pt x="34" y="48"/>
                </a:lnTo>
                <a:lnTo>
                  <a:pt x="33" y="48"/>
                </a:lnTo>
                <a:lnTo>
                  <a:pt x="32" y="48"/>
                </a:lnTo>
                <a:lnTo>
                  <a:pt x="32" y="47"/>
                </a:lnTo>
                <a:lnTo>
                  <a:pt x="31" y="47"/>
                </a:lnTo>
                <a:lnTo>
                  <a:pt x="31" y="46"/>
                </a:lnTo>
                <a:lnTo>
                  <a:pt x="31" y="45"/>
                </a:lnTo>
                <a:lnTo>
                  <a:pt x="31" y="44"/>
                </a:lnTo>
                <a:lnTo>
                  <a:pt x="31" y="43"/>
                </a:lnTo>
                <a:lnTo>
                  <a:pt x="31" y="42"/>
                </a:lnTo>
                <a:lnTo>
                  <a:pt x="29" y="42"/>
                </a:lnTo>
                <a:lnTo>
                  <a:pt x="29" y="41"/>
                </a:lnTo>
                <a:lnTo>
                  <a:pt x="28" y="41"/>
                </a:lnTo>
                <a:lnTo>
                  <a:pt x="29" y="40"/>
                </a:lnTo>
                <a:lnTo>
                  <a:pt x="28" y="39"/>
                </a:lnTo>
                <a:lnTo>
                  <a:pt x="28" y="38"/>
                </a:lnTo>
                <a:lnTo>
                  <a:pt x="27" y="37"/>
                </a:lnTo>
                <a:lnTo>
                  <a:pt x="27" y="36"/>
                </a:lnTo>
                <a:lnTo>
                  <a:pt x="26" y="35"/>
                </a:lnTo>
                <a:lnTo>
                  <a:pt x="27" y="35"/>
                </a:lnTo>
                <a:lnTo>
                  <a:pt x="27" y="33"/>
                </a:lnTo>
                <a:lnTo>
                  <a:pt x="26" y="33"/>
                </a:lnTo>
                <a:lnTo>
                  <a:pt x="26" y="32"/>
                </a:lnTo>
                <a:lnTo>
                  <a:pt x="25" y="32"/>
                </a:lnTo>
                <a:lnTo>
                  <a:pt x="25" y="31"/>
                </a:lnTo>
                <a:lnTo>
                  <a:pt x="26" y="29"/>
                </a:lnTo>
                <a:lnTo>
                  <a:pt x="26" y="28"/>
                </a:lnTo>
                <a:lnTo>
                  <a:pt x="25" y="28"/>
                </a:lnTo>
                <a:lnTo>
                  <a:pt x="23" y="28"/>
                </a:lnTo>
                <a:lnTo>
                  <a:pt x="22" y="28"/>
                </a:lnTo>
                <a:lnTo>
                  <a:pt x="22" y="29"/>
                </a:lnTo>
                <a:lnTo>
                  <a:pt x="21" y="30"/>
                </a:lnTo>
                <a:lnTo>
                  <a:pt x="21" y="31"/>
                </a:lnTo>
                <a:lnTo>
                  <a:pt x="22" y="32"/>
                </a:lnTo>
                <a:lnTo>
                  <a:pt x="23" y="32"/>
                </a:lnTo>
                <a:lnTo>
                  <a:pt x="23" y="33"/>
                </a:lnTo>
                <a:lnTo>
                  <a:pt x="22" y="35"/>
                </a:lnTo>
                <a:lnTo>
                  <a:pt x="22" y="36"/>
                </a:lnTo>
                <a:lnTo>
                  <a:pt x="21" y="36"/>
                </a:lnTo>
                <a:lnTo>
                  <a:pt x="20" y="36"/>
                </a:lnTo>
                <a:lnTo>
                  <a:pt x="19" y="36"/>
                </a:lnTo>
                <a:lnTo>
                  <a:pt x="18" y="36"/>
                </a:lnTo>
                <a:lnTo>
                  <a:pt x="18" y="35"/>
                </a:lnTo>
                <a:lnTo>
                  <a:pt x="17" y="35"/>
                </a:lnTo>
                <a:lnTo>
                  <a:pt x="17" y="33"/>
                </a:lnTo>
                <a:lnTo>
                  <a:pt x="17" y="32"/>
                </a:lnTo>
                <a:lnTo>
                  <a:pt x="17" y="31"/>
                </a:lnTo>
                <a:lnTo>
                  <a:pt x="18" y="31"/>
                </a:lnTo>
                <a:lnTo>
                  <a:pt x="18" y="30"/>
                </a:lnTo>
                <a:lnTo>
                  <a:pt x="19" y="29"/>
                </a:lnTo>
                <a:lnTo>
                  <a:pt x="18" y="29"/>
                </a:lnTo>
                <a:lnTo>
                  <a:pt x="18" y="28"/>
                </a:lnTo>
                <a:lnTo>
                  <a:pt x="17" y="28"/>
                </a:lnTo>
                <a:lnTo>
                  <a:pt x="16" y="28"/>
                </a:lnTo>
                <a:lnTo>
                  <a:pt x="16" y="29"/>
                </a:lnTo>
                <a:lnTo>
                  <a:pt x="15" y="29"/>
                </a:lnTo>
                <a:lnTo>
                  <a:pt x="15" y="30"/>
                </a:lnTo>
                <a:lnTo>
                  <a:pt x="14" y="30"/>
                </a:lnTo>
                <a:lnTo>
                  <a:pt x="13" y="29"/>
                </a:lnTo>
                <a:lnTo>
                  <a:pt x="13" y="28"/>
                </a:lnTo>
                <a:lnTo>
                  <a:pt x="12" y="28"/>
                </a:lnTo>
                <a:lnTo>
                  <a:pt x="12" y="27"/>
                </a:lnTo>
                <a:lnTo>
                  <a:pt x="11" y="26"/>
                </a:lnTo>
                <a:lnTo>
                  <a:pt x="10" y="26"/>
                </a:lnTo>
                <a:lnTo>
                  <a:pt x="10" y="25"/>
                </a:lnTo>
                <a:lnTo>
                  <a:pt x="9" y="25"/>
                </a:lnTo>
                <a:lnTo>
                  <a:pt x="8" y="25"/>
                </a:lnTo>
                <a:lnTo>
                  <a:pt x="8" y="24"/>
                </a:lnTo>
                <a:lnTo>
                  <a:pt x="7" y="24"/>
                </a:lnTo>
                <a:lnTo>
                  <a:pt x="7" y="23"/>
                </a:lnTo>
                <a:lnTo>
                  <a:pt x="7" y="22"/>
                </a:lnTo>
                <a:lnTo>
                  <a:pt x="6" y="22"/>
                </a:lnTo>
                <a:lnTo>
                  <a:pt x="6" y="21"/>
                </a:lnTo>
                <a:lnTo>
                  <a:pt x="6" y="20"/>
                </a:lnTo>
                <a:lnTo>
                  <a:pt x="5" y="19"/>
                </a:lnTo>
                <a:lnTo>
                  <a:pt x="4" y="19"/>
                </a:lnTo>
                <a:lnTo>
                  <a:pt x="3" y="19"/>
                </a:lnTo>
                <a:lnTo>
                  <a:pt x="2" y="19"/>
                </a:lnTo>
                <a:lnTo>
                  <a:pt x="2" y="18"/>
                </a:lnTo>
                <a:lnTo>
                  <a:pt x="2" y="17"/>
                </a:lnTo>
                <a:lnTo>
                  <a:pt x="1" y="17"/>
                </a:lnTo>
                <a:lnTo>
                  <a:pt x="1" y="16"/>
                </a:lnTo>
                <a:lnTo>
                  <a:pt x="0" y="16"/>
                </a:lnTo>
                <a:lnTo>
                  <a:pt x="0" y="15"/>
                </a:lnTo>
                <a:lnTo>
                  <a:pt x="1" y="14"/>
                </a:lnTo>
                <a:lnTo>
                  <a:pt x="1" y="13"/>
                </a:lnTo>
                <a:lnTo>
                  <a:pt x="1" y="12"/>
                </a:lnTo>
                <a:lnTo>
                  <a:pt x="0" y="12"/>
                </a:ln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0" y="7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1" y="4"/>
                </a:lnTo>
                <a:lnTo>
                  <a:pt x="2" y="3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2"/>
                </a:lnTo>
                <a:lnTo>
                  <a:pt x="2" y="3"/>
                </a:lnTo>
                <a:moveTo>
                  <a:pt x="31" y="46"/>
                </a:moveTo>
                <a:lnTo>
                  <a:pt x="32" y="45"/>
                </a:lnTo>
                <a:lnTo>
                  <a:pt x="32" y="44"/>
                </a:lnTo>
                <a:lnTo>
                  <a:pt x="31" y="45"/>
                </a:lnTo>
                <a:lnTo>
                  <a:pt x="31" y="46"/>
                </a:lnTo>
                <a:moveTo>
                  <a:pt x="32" y="44"/>
                </a:moveTo>
                <a:lnTo>
                  <a:pt x="32" y="43"/>
                </a:lnTo>
                <a:lnTo>
                  <a:pt x="33" y="43"/>
                </a:lnTo>
                <a:lnTo>
                  <a:pt x="32" y="42"/>
                </a:lnTo>
                <a:lnTo>
                  <a:pt x="32" y="43"/>
                </a:lnTo>
                <a:lnTo>
                  <a:pt x="31" y="43"/>
                </a:lnTo>
                <a:lnTo>
                  <a:pt x="31" y="44"/>
                </a:lnTo>
                <a:lnTo>
                  <a:pt x="32" y="44"/>
                </a:lnTo>
                <a:moveTo>
                  <a:pt x="29" y="40"/>
                </a:moveTo>
                <a:lnTo>
                  <a:pt x="29" y="39"/>
                </a:lnTo>
                <a:lnTo>
                  <a:pt x="29" y="38"/>
                </a:lnTo>
                <a:lnTo>
                  <a:pt x="28" y="38"/>
                </a:lnTo>
                <a:lnTo>
                  <a:pt x="28" y="37"/>
                </a:lnTo>
                <a:lnTo>
                  <a:pt x="28" y="38"/>
                </a:lnTo>
                <a:lnTo>
                  <a:pt x="28" y="39"/>
                </a:lnTo>
                <a:lnTo>
                  <a:pt x="29" y="40"/>
                </a:lnTo>
                <a:moveTo>
                  <a:pt x="24" y="27"/>
                </a:moveTo>
                <a:lnTo>
                  <a:pt x="25" y="27"/>
                </a:lnTo>
                <a:lnTo>
                  <a:pt x="24" y="27"/>
                </a:lnTo>
                <a:moveTo>
                  <a:pt x="1" y="17"/>
                </a:moveTo>
                <a:lnTo>
                  <a:pt x="1" y="17"/>
                </a:lnTo>
                <a:moveTo>
                  <a:pt x="1" y="14"/>
                </a:moveTo>
                <a:lnTo>
                  <a:pt x="1" y="13"/>
                </a:lnTo>
                <a:lnTo>
                  <a:pt x="1" y="14"/>
                </a:lnTo>
                <a:moveTo>
                  <a:pt x="1" y="8"/>
                </a:moveTo>
                <a:lnTo>
                  <a:pt x="1" y="7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moveTo>
                  <a:pt x="3" y="2"/>
                </a:moveTo>
                <a:lnTo>
                  <a:pt x="3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01" name=""/>
          <p:cNvSpPr/>
          <p:nvPr/>
        </p:nvSpPr>
        <p:spPr>
          <a:xfrm>
            <a:off x="6965280" y="42832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02" name=""/>
          <p:cNvSpPr/>
          <p:nvPr/>
        </p:nvSpPr>
        <p:spPr>
          <a:xfrm>
            <a:off x="6944400" y="42804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4" y="3"/>
                </a:move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03" name=""/>
          <p:cNvSpPr/>
          <p:nvPr/>
        </p:nvSpPr>
        <p:spPr>
          <a:xfrm>
            <a:off x="6950880" y="4278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04" name=""/>
          <p:cNvSpPr/>
          <p:nvPr/>
        </p:nvSpPr>
        <p:spPr>
          <a:xfrm>
            <a:off x="6952680" y="42786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05" name=""/>
          <p:cNvSpPr/>
          <p:nvPr/>
        </p:nvSpPr>
        <p:spPr>
          <a:xfrm>
            <a:off x="6947640" y="4278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06" name=""/>
          <p:cNvSpPr/>
          <p:nvPr/>
        </p:nvSpPr>
        <p:spPr>
          <a:xfrm>
            <a:off x="6947640" y="42782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07" name=""/>
          <p:cNvSpPr/>
          <p:nvPr/>
        </p:nvSpPr>
        <p:spPr>
          <a:xfrm>
            <a:off x="6948000" y="42746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2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08" name=""/>
          <p:cNvSpPr/>
          <p:nvPr/>
        </p:nvSpPr>
        <p:spPr>
          <a:xfrm>
            <a:off x="6946920" y="427392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1" y="0"/>
                </a:move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09" name=""/>
          <p:cNvSpPr/>
          <p:nvPr/>
        </p:nvSpPr>
        <p:spPr>
          <a:xfrm>
            <a:off x="6941520" y="42732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10" name=""/>
          <p:cNvSpPr/>
          <p:nvPr/>
        </p:nvSpPr>
        <p:spPr>
          <a:xfrm>
            <a:off x="6947640" y="42699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2"/>
                </a:move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11" name=""/>
          <p:cNvSpPr/>
          <p:nvPr/>
        </p:nvSpPr>
        <p:spPr>
          <a:xfrm>
            <a:off x="6963480" y="4269240"/>
            <a:ext cx="3600" cy="2520"/>
          </a:xfrm>
          <a:custGeom>
            <a:avLst/>
            <a:gdLst/>
            <a:ahLst/>
            <a:rect l="0" t="0" r="r" b="b"/>
            <a:pathLst>
              <a:path w="10" h="7">
                <a:moveTo>
                  <a:pt x="9" y="1"/>
                </a:moveTo>
                <a:lnTo>
                  <a:pt x="8" y="1"/>
                </a:lnTo>
                <a:lnTo>
                  <a:pt x="8" y="2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7" y="3"/>
                </a:lnTo>
                <a:lnTo>
                  <a:pt x="6" y="3"/>
                </a:lnTo>
                <a:lnTo>
                  <a:pt x="7" y="3"/>
                </a:lnTo>
                <a:lnTo>
                  <a:pt x="7" y="4"/>
                </a:lnTo>
                <a:lnTo>
                  <a:pt x="6" y="4"/>
                </a:lnTo>
                <a:lnTo>
                  <a:pt x="7" y="4"/>
                </a:lnTo>
                <a:lnTo>
                  <a:pt x="6" y="3"/>
                </a:lnTo>
                <a:lnTo>
                  <a:pt x="6" y="4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3" y="5"/>
                </a:lnTo>
                <a:lnTo>
                  <a:pt x="3" y="7"/>
                </a:lnTo>
                <a:lnTo>
                  <a:pt x="2" y="7"/>
                </a:lnTo>
                <a:lnTo>
                  <a:pt x="2" y="5"/>
                </a:lnTo>
                <a:lnTo>
                  <a:pt x="1" y="5"/>
                </a:lnTo>
                <a:lnTo>
                  <a:pt x="1" y="7"/>
                </a:lnTo>
                <a:lnTo>
                  <a:pt x="0" y="5"/>
                </a:lnTo>
                <a:lnTo>
                  <a:pt x="1" y="5"/>
                </a:lnTo>
                <a:lnTo>
                  <a:pt x="2" y="4"/>
                </a:lnTo>
                <a:lnTo>
                  <a:pt x="3" y="3"/>
                </a:lnTo>
                <a:lnTo>
                  <a:pt x="4" y="2"/>
                </a:lnTo>
                <a:lnTo>
                  <a:pt x="6" y="2"/>
                </a:lnTo>
                <a:lnTo>
                  <a:pt x="6" y="1"/>
                </a:lnTo>
                <a:lnTo>
                  <a:pt x="7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9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12" name=""/>
          <p:cNvSpPr/>
          <p:nvPr/>
        </p:nvSpPr>
        <p:spPr>
          <a:xfrm>
            <a:off x="6948720" y="4266000"/>
            <a:ext cx="5400" cy="3960"/>
          </a:xfrm>
          <a:custGeom>
            <a:avLst/>
            <a:gdLst/>
            <a:ahLst/>
            <a:rect l="0" t="0" r="r" b="b"/>
            <a:pathLst>
              <a:path w="15" h="11">
                <a:moveTo>
                  <a:pt x="11" y="1"/>
                </a:moveTo>
                <a:lnTo>
                  <a:pt x="12" y="2"/>
                </a:lnTo>
                <a:lnTo>
                  <a:pt x="13" y="2"/>
                </a:lnTo>
                <a:lnTo>
                  <a:pt x="13" y="1"/>
                </a:lnTo>
                <a:lnTo>
                  <a:pt x="13" y="2"/>
                </a:lnTo>
                <a:lnTo>
                  <a:pt x="14" y="2"/>
                </a:lnTo>
                <a:lnTo>
                  <a:pt x="14" y="3"/>
                </a:lnTo>
                <a:lnTo>
                  <a:pt x="14" y="4"/>
                </a:lnTo>
                <a:lnTo>
                  <a:pt x="14" y="6"/>
                </a:lnTo>
                <a:lnTo>
                  <a:pt x="15" y="6"/>
                </a:lnTo>
                <a:lnTo>
                  <a:pt x="14" y="7"/>
                </a:lnTo>
                <a:lnTo>
                  <a:pt x="13" y="7"/>
                </a:lnTo>
                <a:lnTo>
                  <a:pt x="13" y="6"/>
                </a:lnTo>
                <a:lnTo>
                  <a:pt x="12" y="6"/>
                </a:lnTo>
                <a:lnTo>
                  <a:pt x="9" y="6"/>
                </a:lnTo>
                <a:lnTo>
                  <a:pt x="8" y="7"/>
                </a:lnTo>
                <a:lnTo>
                  <a:pt x="7" y="8"/>
                </a:lnTo>
                <a:lnTo>
                  <a:pt x="6" y="8"/>
                </a:lnTo>
                <a:lnTo>
                  <a:pt x="6" y="9"/>
                </a:lnTo>
                <a:lnTo>
                  <a:pt x="6" y="10"/>
                </a:lnTo>
                <a:lnTo>
                  <a:pt x="6" y="11"/>
                </a:lnTo>
                <a:lnTo>
                  <a:pt x="5" y="11"/>
                </a:lnTo>
                <a:lnTo>
                  <a:pt x="4" y="11"/>
                </a:lnTo>
                <a:lnTo>
                  <a:pt x="3" y="11"/>
                </a:lnTo>
                <a:lnTo>
                  <a:pt x="3" y="10"/>
                </a:lnTo>
                <a:lnTo>
                  <a:pt x="2" y="10"/>
                </a:lnTo>
                <a:lnTo>
                  <a:pt x="2" y="9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1" y="8"/>
                </a:lnTo>
                <a:lnTo>
                  <a:pt x="0" y="8"/>
                </a:lnTo>
                <a:lnTo>
                  <a:pt x="0" y="7"/>
                </a:lnTo>
                <a:lnTo>
                  <a:pt x="1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9"/>
                </a:lnTo>
                <a:lnTo>
                  <a:pt x="3" y="10"/>
                </a:lnTo>
                <a:lnTo>
                  <a:pt x="4" y="9"/>
                </a:lnTo>
                <a:lnTo>
                  <a:pt x="5" y="9"/>
                </a:lnTo>
                <a:lnTo>
                  <a:pt x="5" y="8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3" y="7"/>
                </a:lnTo>
                <a:lnTo>
                  <a:pt x="3" y="6"/>
                </a:lnTo>
                <a:lnTo>
                  <a:pt x="3" y="4"/>
                </a:lnTo>
                <a:lnTo>
                  <a:pt x="2" y="6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5" y="2"/>
                </a:lnTo>
                <a:lnTo>
                  <a:pt x="6" y="2"/>
                </a:lnTo>
                <a:lnTo>
                  <a:pt x="6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2"/>
                </a:lnTo>
                <a:lnTo>
                  <a:pt x="7" y="2"/>
                </a:lnTo>
                <a:lnTo>
                  <a:pt x="8" y="3"/>
                </a:lnTo>
                <a:lnTo>
                  <a:pt x="8" y="2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9" y="1"/>
                </a:lnTo>
                <a:lnTo>
                  <a:pt x="11" y="1"/>
                </a:lnTo>
                <a:lnTo>
                  <a:pt x="11" y="0"/>
                </a:lnTo>
                <a:lnTo>
                  <a:pt x="9" y="0"/>
                </a:lnTo>
                <a:lnTo>
                  <a:pt x="11" y="0"/>
                </a:lnTo>
                <a:lnTo>
                  <a:pt x="1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13" name=""/>
          <p:cNvSpPr/>
          <p:nvPr/>
        </p:nvSpPr>
        <p:spPr>
          <a:xfrm>
            <a:off x="6946200" y="4264560"/>
            <a:ext cx="2880" cy="3600"/>
          </a:xfrm>
          <a:custGeom>
            <a:avLst/>
            <a:gdLst/>
            <a:ahLst/>
            <a:rect l="0" t="0" r="r" b="b"/>
            <a:pathLst>
              <a:path w="8" h="10">
                <a:moveTo>
                  <a:pt x="6" y="0"/>
                </a:moveTo>
                <a:lnTo>
                  <a:pt x="7" y="0"/>
                </a:lnTo>
                <a:lnTo>
                  <a:pt x="7" y="1"/>
                </a:lnTo>
                <a:lnTo>
                  <a:pt x="8" y="1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5" y="7"/>
                </a:lnTo>
                <a:lnTo>
                  <a:pt x="6" y="7"/>
                </a:lnTo>
                <a:lnTo>
                  <a:pt x="6" y="8"/>
                </a:lnTo>
                <a:lnTo>
                  <a:pt x="5" y="8"/>
                </a:lnTo>
                <a:lnTo>
                  <a:pt x="5" y="9"/>
                </a:lnTo>
                <a:lnTo>
                  <a:pt x="6" y="9"/>
                </a:lnTo>
                <a:lnTo>
                  <a:pt x="6" y="10"/>
                </a:lnTo>
                <a:lnTo>
                  <a:pt x="5" y="9"/>
                </a:lnTo>
                <a:lnTo>
                  <a:pt x="3" y="9"/>
                </a:lnTo>
                <a:lnTo>
                  <a:pt x="2" y="10"/>
                </a:lnTo>
                <a:lnTo>
                  <a:pt x="2" y="9"/>
                </a:lnTo>
                <a:lnTo>
                  <a:pt x="1" y="10"/>
                </a:lnTo>
                <a:lnTo>
                  <a:pt x="0" y="10"/>
                </a:lnTo>
                <a:lnTo>
                  <a:pt x="0" y="9"/>
                </a:lnTo>
                <a:lnTo>
                  <a:pt x="1" y="9"/>
                </a:lnTo>
                <a:lnTo>
                  <a:pt x="2" y="9"/>
                </a:lnTo>
                <a:lnTo>
                  <a:pt x="2" y="8"/>
                </a:lnTo>
                <a:lnTo>
                  <a:pt x="2" y="9"/>
                </a:lnTo>
                <a:lnTo>
                  <a:pt x="3" y="9"/>
                </a:lnTo>
                <a:lnTo>
                  <a:pt x="3" y="8"/>
                </a:lnTo>
                <a:lnTo>
                  <a:pt x="5" y="8"/>
                </a:lnTo>
                <a:lnTo>
                  <a:pt x="5" y="7"/>
                </a:lnTo>
                <a:lnTo>
                  <a:pt x="3" y="7"/>
                </a:lnTo>
                <a:lnTo>
                  <a:pt x="3" y="6"/>
                </a:lnTo>
                <a:lnTo>
                  <a:pt x="5" y="6"/>
                </a:lnTo>
                <a:lnTo>
                  <a:pt x="5" y="5"/>
                </a:lnTo>
                <a:lnTo>
                  <a:pt x="5" y="4"/>
                </a:lnTo>
                <a:lnTo>
                  <a:pt x="3" y="4"/>
                </a:lnTo>
                <a:lnTo>
                  <a:pt x="5" y="4"/>
                </a:lnTo>
                <a:lnTo>
                  <a:pt x="5" y="2"/>
                </a:lnTo>
                <a:lnTo>
                  <a:pt x="3" y="2"/>
                </a:lnTo>
                <a:lnTo>
                  <a:pt x="5" y="2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6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14" name=""/>
          <p:cNvSpPr/>
          <p:nvPr/>
        </p:nvSpPr>
        <p:spPr>
          <a:xfrm>
            <a:off x="6950520" y="42656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15" name=""/>
          <p:cNvSpPr/>
          <p:nvPr/>
        </p:nvSpPr>
        <p:spPr>
          <a:xfrm>
            <a:off x="6949080" y="426348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3" y="0"/>
                </a:move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6" y="2"/>
                </a:lnTo>
                <a:lnTo>
                  <a:pt x="6" y="3"/>
                </a:lnTo>
                <a:lnTo>
                  <a:pt x="4" y="3"/>
                </a:lnTo>
                <a:lnTo>
                  <a:pt x="4" y="4"/>
                </a:lnTo>
                <a:lnTo>
                  <a:pt x="6" y="4"/>
                </a:lnTo>
                <a:lnTo>
                  <a:pt x="6" y="6"/>
                </a:lnTo>
                <a:lnTo>
                  <a:pt x="4" y="6"/>
                </a:lnTo>
                <a:lnTo>
                  <a:pt x="6" y="6"/>
                </a:lnTo>
                <a:lnTo>
                  <a:pt x="3" y="6"/>
                </a:lnTo>
                <a:lnTo>
                  <a:pt x="3" y="7"/>
                </a:lnTo>
                <a:lnTo>
                  <a:pt x="3" y="6"/>
                </a:lnTo>
                <a:lnTo>
                  <a:pt x="4" y="6"/>
                </a:lnTo>
                <a:lnTo>
                  <a:pt x="4" y="4"/>
                </a:lnTo>
                <a:lnTo>
                  <a:pt x="3" y="3"/>
                </a:lnTo>
                <a:lnTo>
                  <a:pt x="3" y="2"/>
                </a:lnTo>
                <a:lnTo>
                  <a:pt x="2" y="2"/>
                </a:lnTo>
                <a:lnTo>
                  <a:pt x="2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16" name=""/>
          <p:cNvSpPr/>
          <p:nvPr/>
        </p:nvSpPr>
        <p:spPr>
          <a:xfrm>
            <a:off x="6947640" y="4264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17" name=""/>
          <p:cNvSpPr/>
          <p:nvPr/>
        </p:nvSpPr>
        <p:spPr>
          <a:xfrm>
            <a:off x="6950520" y="42606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1"/>
                </a:moveTo>
                <a:lnTo>
                  <a:pt x="1" y="3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3" y="1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18" name=""/>
          <p:cNvSpPr/>
          <p:nvPr/>
        </p:nvSpPr>
        <p:spPr>
          <a:xfrm>
            <a:off x="7015680" y="43268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19" name=""/>
          <p:cNvSpPr/>
          <p:nvPr/>
        </p:nvSpPr>
        <p:spPr>
          <a:xfrm>
            <a:off x="7012080" y="4322160"/>
            <a:ext cx="3960" cy="3240"/>
          </a:xfrm>
          <a:custGeom>
            <a:avLst/>
            <a:gdLst/>
            <a:ahLst/>
            <a:rect l="0" t="0" r="r" b="b"/>
            <a:pathLst>
              <a:path w="11" h="9">
                <a:moveTo>
                  <a:pt x="2" y="0"/>
                </a:move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2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8" y="5"/>
                </a:lnTo>
                <a:lnTo>
                  <a:pt x="9" y="5"/>
                </a:lnTo>
                <a:lnTo>
                  <a:pt x="9" y="7"/>
                </a:lnTo>
                <a:lnTo>
                  <a:pt x="10" y="7"/>
                </a:lnTo>
                <a:lnTo>
                  <a:pt x="11" y="8"/>
                </a:lnTo>
                <a:lnTo>
                  <a:pt x="10" y="8"/>
                </a:lnTo>
                <a:lnTo>
                  <a:pt x="10" y="9"/>
                </a:lnTo>
                <a:lnTo>
                  <a:pt x="9" y="9"/>
                </a:lnTo>
                <a:lnTo>
                  <a:pt x="8" y="9"/>
                </a:lnTo>
                <a:lnTo>
                  <a:pt x="7" y="8"/>
                </a:lnTo>
                <a:lnTo>
                  <a:pt x="7" y="7"/>
                </a:lnTo>
                <a:lnTo>
                  <a:pt x="6" y="7"/>
                </a:lnTo>
                <a:lnTo>
                  <a:pt x="5" y="7"/>
                </a:lnTo>
                <a:lnTo>
                  <a:pt x="4" y="5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20" name=""/>
          <p:cNvSpPr/>
          <p:nvPr/>
        </p:nvSpPr>
        <p:spPr>
          <a:xfrm>
            <a:off x="6975000" y="43120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5"/>
                </a:move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0" y="5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21" name=""/>
          <p:cNvSpPr/>
          <p:nvPr/>
        </p:nvSpPr>
        <p:spPr>
          <a:xfrm>
            <a:off x="6972120" y="430272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2" y="1"/>
                </a:moveTo>
                <a:lnTo>
                  <a:pt x="2" y="2"/>
                </a:lnTo>
                <a:lnTo>
                  <a:pt x="4" y="4"/>
                </a:lnTo>
                <a:lnTo>
                  <a:pt x="5" y="5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4" y="5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22" name=""/>
          <p:cNvSpPr/>
          <p:nvPr/>
        </p:nvSpPr>
        <p:spPr>
          <a:xfrm>
            <a:off x="7012440" y="430128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23" name=""/>
          <p:cNvSpPr/>
          <p:nvPr/>
        </p:nvSpPr>
        <p:spPr>
          <a:xfrm>
            <a:off x="7011000" y="4300200"/>
            <a:ext cx="1800" cy="2520"/>
          </a:xfrm>
          <a:custGeom>
            <a:avLst/>
            <a:gdLst/>
            <a:ahLst/>
            <a:rect l="0" t="0" r="r" b="b"/>
            <a:pathLst>
              <a:path w="5" h="7">
                <a:moveTo>
                  <a:pt x="4" y="0"/>
                </a:moveTo>
                <a:lnTo>
                  <a:pt x="5" y="0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5" y="5"/>
                </a:lnTo>
                <a:lnTo>
                  <a:pt x="5" y="7"/>
                </a:lnTo>
                <a:lnTo>
                  <a:pt x="4" y="7"/>
                </a:lnTo>
                <a:lnTo>
                  <a:pt x="4" y="5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24" name=""/>
          <p:cNvSpPr/>
          <p:nvPr/>
        </p:nvSpPr>
        <p:spPr>
          <a:xfrm>
            <a:off x="6966360" y="42789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25" name=""/>
          <p:cNvSpPr/>
          <p:nvPr/>
        </p:nvSpPr>
        <p:spPr>
          <a:xfrm>
            <a:off x="6968160" y="4268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26" name=""/>
          <p:cNvSpPr/>
          <p:nvPr/>
        </p:nvSpPr>
        <p:spPr>
          <a:xfrm>
            <a:off x="6964560" y="4203720"/>
            <a:ext cx="64440" cy="125640"/>
          </a:xfrm>
          <a:custGeom>
            <a:avLst/>
            <a:gdLst/>
            <a:ahLst/>
            <a:rect l="0" t="0" r="r" b="b"/>
            <a:pathLst>
              <a:path w="179" h="349">
                <a:moveTo>
                  <a:pt x="139" y="1"/>
                </a:moveTo>
                <a:lnTo>
                  <a:pt x="140" y="1"/>
                </a:lnTo>
                <a:lnTo>
                  <a:pt x="140" y="0"/>
                </a:lnTo>
                <a:lnTo>
                  <a:pt x="141" y="0"/>
                </a:lnTo>
                <a:lnTo>
                  <a:pt x="141" y="1"/>
                </a:lnTo>
                <a:lnTo>
                  <a:pt x="142" y="1"/>
                </a:lnTo>
                <a:lnTo>
                  <a:pt x="143" y="1"/>
                </a:lnTo>
                <a:lnTo>
                  <a:pt x="143" y="2"/>
                </a:lnTo>
                <a:lnTo>
                  <a:pt x="144" y="2"/>
                </a:lnTo>
                <a:lnTo>
                  <a:pt x="145" y="3"/>
                </a:lnTo>
                <a:lnTo>
                  <a:pt x="145" y="4"/>
                </a:lnTo>
                <a:lnTo>
                  <a:pt x="146" y="5"/>
                </a:lnTo>
                <a:lnTo>
                  <a:pt x="146" y="6"/>
                </a:lnTo>
                <a:lnTo>
                  <a:pt x="145" y="6"/>
                </a:lnTo>
                <a:lnTo>
                  <a:pt x="146" y="6"/>
                </a:lnTo>
                <a:lnTo>
                  <a:pt x="146" y="7"/>
                </a:lnTo>
                <a:lnTo>
                  <a:pt x="147" y="7"/>
                </a:lnTo>
                <a:lnTo>
                  <a:pt x="147" y="8"/>
                </a:lnTo>
                <a:lnTo>
                  <a:pt x="147" y="9"/>
                </a:lnTo>
                <a:lnTo>
                  <a:pt x="148" y="9"/>
                </a:lnTo>
                <a:lnTo>
                  <a:pt x="149" y="10"/>
                </a:lnTo>
                <a:lnTo>
                  <a:pt x="150" y="10"/>
                </a:lnTo>
                <a:lnTo>
                  <a:pt x="151" y="9"/>
                </a:lnTo>
                <a:lnTo>
                  <a:pt x="152" y="9"/>
                </a:lnTo>
                <a:lnTo>
                  <a:pt x="151" y="9"/>
                </a:lnTo>
                <a:lnTo>
                  <a:pt x="151" y="10"/>
                </a:lnTo>
                <a:lnTo>
                  <a:pt x="150" y="11"/>
                </a:lnTo>
                <a:lnTo>
                  <a:pt x="150" y="12"/>
                </a:lnTo>
                <a:lnTo>
                  <a:pt x="151" y="12"/>
                </a:lnTo>
                <a:lnTo>
                  <a:pt x="152" y="12"/>
                </a:lnTo>
                <a:lnTo>
                  <a:pt x="152" y="13"/>
                </a:lnTo>
                <a:lnTo>
                  <a:pt x="152" y="14"/>
                </a:lnTo>
                <a:lnTo>
                  <a:pt x="153" y="14"/>
                </a:lnTo>
                <a:lnTo>
                  <a:pt x="154" y="14"/>
                </a:lnTo>
                <a:lnTo>
                  <a:pt x="155" y="14"/>
                </a:lnTo>
                <a:lnTo>
                  <a:pt x="155" y="15"/>
                </a:lnTo>
                <a:lnTo>
                  <a:pt x="156" y="15"/>
                </a:lnTo>
                <a:lnTo>
                  <a:pt x="156" y="16"/>
                </a:lnTo>
                <a:lnTo>
                  <a:pt x="155" y="16"/>
                </a:lnTo>
                <a:lnTo>
                  <a:pt x="155" y="17"/>
                </a:lnTo>
                <a:lnTo>
                  <a:pt x="156" y="17"/>
                </a:lnTo>
                <a:lnTo>
                  <a:pt x="157" y="16"/>
                </a:lnTo>
                <a:lnTo>
                  <a:pt x="157" y="15"/>
                </a:lnTo>
                <a:lnTo>
                  <a:pt x="158" y="15"/>
                </a:lnTo>
                <a:lnTo>
                  <a:pt x="159" y="15"/>
                </a:lnTo>
                <a:lnTo>
                  <a:pt x="159" y="16"/>
                </a:lnTo>
                <a:lnTo>
                  <a:pt x="160" y="16"/>
                </a:lnTo>
                <a:lnTo>
                  <a:pt x="161" y="16"/>
                </a:lnTo>
                <a:lnTo>
                  <a:pt x="161" y="17"/>
                </a:lnTo>
                <a:lnTo>
                  <a:pt x="162" y="17"/>
                </a:lnTo>
                <a:lnTo>
                  <a:pt x="162" y="18"/>
                </a:lnTo>
                <a:lnTo>
                  <a:pt x="163" y="18"/>
                </a:lnTo>
                <a:lnTo>
                  <a:pt x="164" y="18"/>
                </a:lnTo>
                <a:lnTo>
                  <a:pt x="165" y="18"/>
                </a:lnTo>
                <a:lnTo>
                  <a:pt x="166" y="18"/>
                </a:lnTo>
                <a:lnTo>
                  <a:pt x="167" y="18"/>
                </a:lnTo>
                <a:lnTo>
                  <a:pt x="168" y="18"/>
                </a:lnTo>
                <a:lnTo>
                  <a:pt x="169" y="18"/>
                </a:lnTo>
                <a:lnTo>
                  <a:pt x="170" y="18"/>
                </a:lnTo>
                <a:lnTo>
                  <a:pt x="171" y="18"/>
                </a:lnTo>
                <a:lnTo>
                  <a:pt x="172" y="18"/>
                </a:lnTo>
                <a:lnTo>
                  <a:pt x="171" y="18"/>
                </a:lnTo>
                <a:lnTo>
                  <a:pt x="171" y="19"/>
                </a:lnTo>
                <a:lnTo>
                  <a:pt x="172" y="19"/>
                </a:lnTo>
                <a:lnTo>
                  <a:pt x="172" y="20"/>
                </a:lnTo>
                <a:lnTo>
                  <a:pt x="171" y="20"/>
                </a:lnTo>
                <a:lnTo>
                  <a:pt x="171" y="21"/>
                </a:lnTo>
                <a:lnTo>
                  <a:pt x="171" y="22"/>
                </a:lnTo>
                <a:lnTo>
                  <a:pt x="171" y="23"/>
                </a:lnTo>
                <a:lnTo>
                  <a:pt x="172" y="23"/>
                </a:lnTo>
                <a:lnTo>
                  <a:pt x="172" y="24"/>
                </a:lnTo>
                <a:lnTo>
                  <a:pt x="172" y="25"/>
                </a:lnTo>
                <a:lnTo>
                  <a:pt x="172" y="26"/>
                </a:lnTo>
                <a:lnTo>
                  <a:pt x="172" y="27"/>
                </a:lnTo>
                <a:lnTo>
                  <a:pt x="173" y="28"/>
                </a:lnTo>
                <a:lnTo>
                  <a:pt x="174" y="29"/>
                </a:lnTo>
                <a:lnTo>
                  <a:pt x="175" y="29"/>
                </a:lnTo>
                <a:lnTo>
                  <a:pt x="176" y="28"/>
                </a:lnTo>
                <a:lnTo>
                  <a:pt x="178" y="29"/>
                </a:lnTo>
                <a:lnTo>
                  <a:pt x="178" y="30"/>
                </a:lnTo>
                <a:lnTo>
                  <a:pt x="178" y="29"/>
                </a:lnTo>
                <a:lnTo>
                  <a:pt x="179" y="30"/>
                </a:lnTo>
                <a:lnTo>
                  <a:pt x="178" y="30"/>
                </a:lnTo>
                <a:lnTo>
                  <a:pt x="178" y="31"/>
                </a:lnTo>
                <a:lnTo>
                  <a:pt x="177" y="31"/>
                </a:lnTo>
                <a:lnTo>
                  <a:pt x="176" y="32"/>
                </a:lnTo>
                <a:lnTo>
                  <a:pt x="175" y="32"/>
                </a:lnTo>
                <a:lnTo>
                  <a:pt x="175" y="33"/>
                </a:lnTo>
                <a:lnTo>
                  <a:pt x="174" y="33"/>
                </a:lnTo>
                <a:lnTo>
                  <a:pt x="172" y="33"/>
                </a:lnTo>
                <a:lnTo>
                  <a:pt x="172" y="34"/>
                </a:lnTo>
                <a:lnTo>
                  <a:pt x="171" y="35"/>
                </a:lnTo>
                <a:lnTo>
                  <a:pt x="171" y="36"/>
                </a:lnTo>
                <a:lnTo>
                  <a:pt x="170" y="36"/>
                </a:lnTo>
                <a:lnTo>
                  <a:pt x="168" y="37"/>
                </a:lnTo>
                <a:lnTo>
                  <a:pt x="168" y="38"/>
                </a:lnTo>
                <a:lnTo>
                  <a:pt x="168" y="39"/>
                </a:lnTo>
                <a:lnTo>
                  <a:pt x="167" y="40"/>
                </a:lnTo>
                <a:lnTo>
                  <a:pt x="166" y="42"/>
                </a:lnTo>
                <a:lnTo>
                  <a:pt x="165" y="42"/>
                </a:lnTo>
                <a:lnTo>
                  <a:pt x="164" y="43"/>
                </a:lnTo>
                <a:lnTo>
                  <a:pt x="164" y="44"/>
                </a:lnTo>
                <a:lnTo>
                  <a:pt x="164" y="45"/>
                </a:lnTo>
                <a:lnTo>
                  <a:pt x="163" y="46"/>
                </a:lnTo>
                <a:lnTo>
                  <a:pt x="163" y="47"/>
                </a:lnTo>
                <a:lnTo>
                  <a:pt x="163" y="48"/>
                </a:lnTo>
                <a:lnTo>
                  <a:pt x="163" y="49"/>
                </a:lnTo>
                <a:lnTo>
                  <a:pt x="162" y="50"/>
                </a:lnTo>
                <a:lnTo>
                  <a:pt x="162" y="51"/>
                </a:lnTo>
                <a:lnTo>
                  <a:pt x="162" y="52"/>
                </a:lnTo>
                <a:lnTo>
                  <a:pt x="162" y="56"/>
                </a:lnTo>
                <a:lnTo>
                  <a:pt x="162" y="57"/>
                </a:lnTo>
                <a:lnTo>
                  <a:pt x="163" y="57"/>
                </a:lnTo>
                <a:lnTo>
                  <a:pt x="163" y="58"/>
                </a:lnTo>
                <a:lnTo>
                  <a:pt x="163" y="59"/>
                </a:lnTo>
                <a:lnTo>
                  <a:pt x="164" y="60"/>
                </a:lnTo>
                <a:lnTo>
                  <a:pt x="163" y="60"/>
                </a:lnTo>
                <a:lnTo>
                  <a:pt x="162" y="60"/>
                </a:lnTo>
                <a:lnTo>
                  <a:pt x="163" y="60"/>
                </a:lnTo>
                <a:lnTo>
                  <a:pt x="163" y="61"/>
                </a:lnTo>
                <a:lnTo>
                  <a:pt x="164" y="61"/>
                </a:lnTo>
                <a:lnTo>
                  <a:pt x="164" y="62"/>
                </a:lnTo>
                <a:lnTo>
                  <a:pt x="164" y="64"/>
                </a:lnTo>
                <a:lnTo>
                  <a:pt x="164" y="65"/>
                </a:lnTo>
                <a:lnTo>
                  <a:pt x="164" y="66"/>
                </a:lnTo>
                <a:lnTo>
                  <a:pt x="164" y="67"/>
                </a:lnTo>
                <a:lnTo>
                  <a:pt x="165" y="67"/>
                </a:lnTo>
                <a:lnTo>
                  <a:pt x="165" y="68"/>
                </a:lnTo>
                <a:lnTo>
                  <a:pt x="165" y="69"/>
                </a:lnTo>
                <a:lnTo>
                  <a:pt x="166" y="70"/>
                </a:lnTo>
                <a:lnTo>
                  <a:pt x="166" y="71"/>
                </a:lnTo>
                <a:lnTo>
                  <a:pt x="168" y="71"/>
                </a:lnTo>
                <a:lnTo>
                  <a:pt x="168" y="72"/>
                </a:lnTo>
                <a:lnTo>
                  <a:pt x="167" y="72"/>
                </a:lnTo>
                <a:lnTo>
                  <a:pt x="167" y="71"/>
                </a:lnTo>
                <a:lnTo>
                  <a:pt x="166" y="71"/>
                </a:lnTo>
                <a:lnTo>
                  <a:pt x="166" y="72"/>
                </a:lnTo>
                <a:lnTo>
                  <a:pt x="166" y="73"/>
                </a:lnTo>
                <a:lnTo>
                  <a:pt x="167" y="73"/>
                </a:lnTo>
                <a:lnTo>
                  <a:pt x="167" y="74"/>
                </a:lnTo>
                <a:lnTo>
                  <a:pt x="167" y="75"/>
                </a:lnTo>
                <a:lnTo>
                  <a:pt x="167" y="76"/>
                </a:lnTo>
                <a:lnTo>
                  <a:pt x="167" y="77"/>
                </a:lnTo>
                <a:lnTo>
                  <a:pt x="167" y="78"/>
                </a:lnTo>
                <a:lnTo>
                  <a:pt x="167" y="79"/>
                </a:lnTo>
                <a:lnTo>
                  <a:pt x="166" y="79"/>
                </a:lnTo>
                <a:lnTo>
                  <a:pt x="165" y="80"/>
                </a:lnTo>
                <a:lnTo>
                  <a:pt x="164" y="80"/>
                </a:lnTo>
                <a:lnTo>
                  <a:pt x="164" y="82"/>
                </a:lnTo>
                <a:lnTo>
                  <a:pt x="165" y="82"/>
                </a:lnTo>
                <a:lnTo>
                  <a:pt x="165" y="84"/>
                </a:lnTo>
                <a:lnTo>
                  <a:pt x="164" y="84"/>
                </a:lnTo>
                <a:lnTo>
                  <a:pt x="164" y="85"/>
                </a:lnTo>
                <a:lnTo>
                  <a:pt x="163" y="85"/>
                </a:lnTo>
                <a:lnTo>
                  <a:pt x="162" y="86"/>
                </a:lnTo>
                <a:lnTo>
                  <a:pt x="162" y="87"/>
                </a:lnTo>
                <a:lnTo>
                  <a:pt x="161" y="88"/>
                </a:lnTo>
                <a:lnTo>
                  <a:pt x="161" y="89"/>
                </a:lnTo>
                <a:lnTo>
                  <a:pt x="160" y="89"/>
                </a:lnTo>
                <a:lnTo>
                  <a:pt x="160" y="90"/>
                </a:lnTo>
                <a:lnTo>
                  <a:pt x="160" y="91"/>
                </a:lnTo>
                <a:lnTo>
                  <a:pt x="160" y="92"/>
                </a:lnTo>
                <a:lnTo>
                  <a:pt x="159" y="92"/>
                </a:lnTo>
                <a:lnTo>
                  <a:pt x="159" y="94"/>
                </a:lnTo>
                <a:lnTo>
                  <a:pt x="159" y="96"/>
                </a:lnTo>
                <a:lnTo>
                  <a:pt x="159" y="97"/>
                </a:lnTo>
                <a:lnTo>
                  <a:pt x="158" y="98"/>
                </a:lnTo>
                <a:lnTo>
                  <a:pt x="158" y="99"/>
                </a:lnTo>
                <a:lnTo>
                  <a:pt x="158" y="100"/>
                </a:lnTo>
                <a:lnTo>
                  <a:pt x="158" y="102"/>
                </a:lnTo>
                <a:lnTo>
                  <a:pt x="157" y="102"/>
                </a:lnTo>
                <a:lnTo>
                  <a:pt x="156" y="104"/>
                </a:lnTo>
                <a:lnTo>
                  <a:pt x="156" y="105"/>
                </a:lnTo>
                <a:lnTo>
                  <a:pt x="155" y="106"/>
                </a:lnTo>
                <a:lnTo>
                  <a:pt x="155" y="107"/>
                </a:lnTo>
                <a:lnTo>
                  <a:pt x="154" y="107"/>
                </a:lnTo>
                <a:lnTo>
                  <a:pt x="154" y="108"/>
                </a:lnTo>
                <a:lnTo>
                  <a:pt x="153" y="108"/>
                </a:lnTo>
                <a:lnTo>
                  <a:pt x="152" y="109"/>
                </a:lnTo>
                <a:lnTo>
                  <a:pt x="152" y="110"/>
                </a:lnTo>
                <a:lnTo>
                  <a:pt x="151" y="110"/>
                </a:lnTo>
                <a:lnTo>
                  <a:pt x="150" y="111"/>
                </a:lnTo>
                <a:lnTo>
                  <a:pt x="149" y="112"/>
                </a:lnTo>
                <a:lnTo>
                  <a:pt x="148" y="113"/>
                </a:lnTo>
                <a:lnTo>
                  <a:pt x="148" y="114"/>
                </a:lnTo>
                <a:lnTo>
                  <a:pt x="148" y="115"/>
                </a:lnTo>
                <a:lnTo>
                  <a:pt x="148" y="116"/>
                </a:lnTo>
                <a:lnTo>
                  <a:pt x="148" y="117"/>
                </a:lnTo>
                <a:lnTo>
                  <a:pt x="148" y="118"/>
                </a:lnTo>
                <a:lnTo>
                  <a:pt x="148" y="119"/>
                </a:lnTo>
                <a:lnTo>
                  <a:pt x="148" y="120"/>
                </a:lnTo>
                <a:lnTo>
                  <a:pt x="147" y="120"/>
                </a:lnTo>
                <a:lnTo>
                  <a:pt x="147" y="121"/>
                </a:lnTo>
                <a:lnTo>
                  <a:pt x="146" y="121"/>
                </a:lnTo>
                <a:lnTo>
                  <a:pt x="146" y="122"/>
                </a:lnTo>
                <a:lnTo>
                  <a:pt x="145" y="122"/>
                </a:lnTo>
                <a:lnTo>
                  <a:pt x="145" y="123"/>
                </a:lnTo>
                <a:lnTo>
                  <a:pt x="144" y="124"/>
                </a:lnTo>
                <a:lnTo>
                  <a:pt x="144" y="125"/>
                </a:lnTo>
                <a:lnTo>
                  <a:pt x="144" y="126"/>
                </a:lnTo>
                <a:lnTo>
                  <a:pt x="144" y="127"/>
                </a:lnTo>
                <a:lnTo>
                  <a:pt x="144" y="128"/>
                </a:lnTo>
                <a:lnTo>
                  <a:pt x="145" y="129"/>
                </a:lnTo>
                <a:lnTo>
                  <a:pt x="145" y="130"/>
                </a:lnTo>
                <a:lnTo>
                  <a:pt x="146" y="131"/>
                </a:lnTo>
                <a:lnTo>
                  <a:pt x="147" y="131"/>
                </a:lnTo>
                <a:lnTo>
                  <a:pt x="147" y="132"/>
                </a:lnTo>
                <a:lnTo>
                  <a:pt x="146" y="133"/>
                </a:lnTo>
                <a:lnTo>
                  <a:pt x="146" y="134"/>
                </a:lnTo>
                <a:lnTo>
                  <a:pt x="145" y="134"/>
                </a:lnTo>
                <a:lnTo>
                  <a:pt x="145" y="135"/>
                </a:lnTo>
                <a:lnTo>
                  <a:pt x="144" y="135"/>
                </a:lnTo>
                <a:lnTo>
                  <a:pt x="144" y="136"/>
                </a:lnTo>
                <a:lnTo>
                  <a:pt x="143" y="137"/>
                </a:lnTo>
                <a:lnTo>
                  <a:pt x="143" y="138"/>
                </a:lnTo>
                <a:lnTo>
                  <a:pt x="143" y="139"/>
                </a:lnTo>
                <a:lnTo>
                  <a:pt x="144" y="140"/>
                </a:lnTo>
                <a:lnTo>
                  <a:pt x="143" y="140"/>
                </a:lnTo>
                <a:lnTo>
                  <a:pt x="143" y="141"/>
                </a:lnTo>
                <a:lnTo>
                  <a:pt x="143" y="142"/>
                </a:lnTo>
                <a:lnTo>
                  <a:pt x="143" y="144"/>
                </a:lnTo>
                <a:lnTo>
                  <a:pt x="143" y="145"/>
                </a:lnTo>
                <a:lnTo>
                  <a:pt x="142" y="147"/>
                </a:lnTo>
                <a:lnTo>
                  <a:pt x="142" y="148"/>
                </a:lnTo>
                <a:lnTo>
                  <a:pt x="142" y="149"/>
                </a:lnTo>
                <a:lnTo>
                  <a:pt x="141" y="150"/>
                </a:lnTo>
                <a:lnTo>
                  <a:pt x="141" y="151"/>
                </a:lnTo>
                <a:lnTo>
                  <a:pt x="141" y="152"/>
                </a:lnTo>
                <a:lnTo>
                  <a:pt x="140" y="152"/>
                </a:lnTo>
                <a:lnTo>
                  <a:pt x="140" y="153"/>
                </a:lnTo>
                <a:lnTo>
                  <a:pt x="140" y="154"/>
                </a:lnTo>
                <a:lnTo>
                  <a:pt x="140" y="155"/>
                </a:lnTo>
                <a:lnTo>
                  <a:pt x="140" y="157"/>
                </a:lnTo>
                <a:lnTo>
                  <a:pt x="140" y="158"/>
                </a:lnTo>
                <a:lnTo>
                  <a:pt x="139" y="159"/>
                </a:lnTo>
                <a:lnTo>
                  <a:pt x="139" y="160"/>
                </a:lnTo>
                <a:lnTo>
                  <a:pt x="139" y="161"/>
                </a:lnTo>
                <a:lnTo>
                  <a:pt x="138" y="161"/>
                </a:lnTo>
                <a:lnTo>
                  <a:pt x="138" y="162"/>
                </a:lnTo>
                <a:lnTo>
                  <a:pt x="138" y="163"/>
                </a:lnTo>
                <a:lnTo>
                  <a:pt x="138" y="164"/>
                </a:lnTo>
                <a:lnTo>
                  <a:pt x="138" y="165"/>
                </a:lnTo>
                <a:lnTo>
                  <a:pt x="138" y="166"/>
                </a:lnTo>
                <a:lnTo>
                  <a:pt x="137" y="167"/>
                </a:lnTo>
                <a:lnTo>
                  <a:pt x="137" y="168"/>
                </a:lnTo>
                <a:lnTo>
                  <a:pt x="137" y="169"/>
                </a:lnTo>
                <a:lnTo>
                  <a:pt x="136" y="171"/>
                </a:lnTo>
                <a:lnTo>
                  <a:pt x="136" y="174"/>
                </a:lnTo>
                <a:lnTo>
                  <a:pt x="136" y="175"/>
                </a:lnTo>
                <a:lnTo>
                  <a:pt x="136" y="176"/>
                </a:lnTo>
                <a:lnTo>
                  <a:pt x="135" y="177"/>
                </a:lnTo>
                <a:lnTo>
                  <a:pt x="134" y="179"/>
                </a:lnTo>
                <a:lnTo>
                  <a:pt x="134" y="180"/>
                </a:lnTo>
                <a:lnTo>
                  <a:pt x="134" y="181"/>
                </a:lnTo>
                <a:lnTo>
                  <a:pt x="134" y="183"/>
                </a:lnTo>
                <a:lnTo>
                  <a:pt x="134" y="185"/>
                </a:lnTo>
                <a:lnTo>
                  <a:pt x="135" y="185"/>
                </a:lnTo>
                <a:lnTo>
                  <a:pt x="135" y="186"/>
                </a:lnTo>
                <a:lnTo>
                  <a:pt x="134" y="186"/>
                </a:lnTo>
                <a:lnTo>
                  <a:pt x="134" y="188"/>
                </a:lnTo>
                <a:lnTo>
                  <a:pt x="133" y="188"/>
                </a:lnTo>
                <a:lnTo>
                  <a:pt x="133" y="189"/>
                </a:lnTo>
                <a:lnTo>
                  <a:pt x="133" y="190"/>
                </a:lnTo>
                <a:lnTo>
                  <a:pt x="133" y="191"/>
                </a:lnTo>
                <a:lnTo>
                  <a:pt x="133" y="192"/>
                </a:lnTo>
                <a:lnTo>
                  <a:pt x="132" y="192"/>
                </a:lnTo>
                <a:lnTo>
                  <a:pt x="132" y="193"/>
                </a:lnTo>
                <a:lnTo>
                  <a:pt x="132" y="194"/>
                </a:lnTo>
                <a:lnTo>
                  <a:pt x="131" y="195"/>
                </a:lnTo>
                <a:lnTo>
                  <a:pt x="131" y="196"/>
                </a:lnTo>
                <a:lnTo>
                  <a:pt x="131" y="197"/>
                </a:lnTo>
                <a:lnTo>
                  <a:pt x="131" y="199"/>
                </a:lnTo>
                <a:lnTo>
                  <a:pt x="131" y="200"/>
                </a:lnTo>
                <a:lnTo>
                  <a:pt x="131" y="201"/>
                </a:lnTo>
                <a:lnTo>
                  <a:pt x="130" y="201"/>
                </a:lnTo>
                <a:lnTo>
                  <a:pt x="130" y="202"/>
                </a:lnTo>
                <a:lnTo>
                  <a:pt x="130" y="203"/>
                </a:lnTo>
                <a:lnTo>
                  <a:pt x="129" y="203"/>
                </a:lnTo>
                <a:lnTo>
                  <a:pt x="129" y="204"/>
                </a:lnTo>
                <a:lnTo>
                  <a:pt x="128" y="204"/>
                </a:lnTo>
                <a:lnTo>
                  <a:pt x="128" y="205"/>
                </a:lnTo>
                <a:lnTo>
                  <a:pt x="127" y="205"/>
                </a:lnTo>
                <a:lnTo>
                  <a:pt x="127" y="206"/>
                </a:lnTo>
                <a:lnTo>
                  <a:pt x="127" y="207"/>
                </a:lnTo>
                <a:lnTo>
                  <a:pt x="126" y="208"/>
                </a:lnTo>
                <a:lnTo>
                  <a:pt x="126" y="209"/>
                </a:lnTo>
                <a:lnTo>
                  <a:pt x="126" y="210"/>
                </a:lnTo>
                <a:lnTo>
                  <a:pt x="126" y="211"/>
                </a:lnTo>
                <a:lnTo>
                  <a:pt x="126" y="212"/>
                </a:lnTo>
                <a:lnTo>
                  <a:pt x="126" y="213"/>
                </a:lnTo>
                <a:lnTo>
                  <a:pt x="125" y="213"/>
                </a:lnTo>
                <a:lnTo>
                  <a:pt x="124" y="214"/>
                </a:lnTo>
                <a:lnTo>
                  <a:pt x="124" y="215"/>
                </a:lnTo>
                <a:lnTo>
                  <a:pt x="124" y="216"/>
                </a:lnTo>
                <a:lnTo>
                  <a:pt x="124" y="217"/>
                </a:lnTo>
                <a:lnTo>
                  <a:pt x="125" y="217"/>
                </a:lnTo>
                <a:lnTo>
                  <a:pt x="125" y="218"/>
                </a:lnTo>
                <a:lnTo>
                  <a:pt x="125" y="219"/>
                </a:lnTo>
                <a:lnTo>
                  <a:pt x="125" y="220"/>
                </a:lnTo>
                <a:lnTo>
                  <a:pt x="124" y="220"/>
                </a:lnTo>
                <a:lnTo>
                  <a:pt x="124" y="222"/>
                </a:lnTo>
                <a:lnTo>
                  <a:pt x="125" y="222"/>
                </a:lnTo>
                <a:lnTo>
                  <a:pt x="125" y="223"/>
                </a:lnTo>
                <a:lnTo>
                  <a:pt x="126" y="223"/>
                </a:lnTo>
                <a:lnTo>
                  <a:pt x="125" y="223"/>
                </a:lnTo>
                <a:lnTo>
                  <a:pt x="125" y="224"/>
                </a:lnTo>
                <a:lnTo>
                  <a:pt x="124" y="224"/>
                </a:lnTo>
                <a:lnTo>
                  <a:pt x="124" y="223"/>
                </a:lnTo>
                <a:lnTo>
                  <a:pt x="124" y="224"/>
                </a:lnTo>
                <a:lnTo>
                  <a:pt x="123" y="225"/>
                </a:lnTo>
                <a:lnTo>
                  <a:pt x="122" y="225"/>
                </a:lnTo>
                <a:lnTo>
                  <a:pt x="121" y="225"/>
                </a:lnTo>
                <a:lnTo>
                  <a:pt x="121" y="226"/>
                </a:lnTo>
                <a:lnTo>
                  <a:pt x="121" y="227"/>
                </a:lnTo>
                <a:lnTo>
                  <a:pt x="120" y="227"/>
                </a:lnTo>
                <a:lnTo>
                  <a:pt x="120" y="228"/>
                </a:lnTo>
                <a:lnTo>
                  <a:pt x="120" y="229"/>
                </a:lnTo>
                <a:lnTo>
                  <a:pt x="120" y="230"/>
                </a:lnTo>
                <a:lnTo>
                  <a:pt x="119" y="231"/>
                </a:lnTo>
                <a:lnTo>
                  <a:pt x="119" y="232"/>
                </a:lnTo>
                <a:lnTo>
                  <a:pt x="119" y="233"/>
                </a:lnTo>
                <a:lnTo>
                  <a:pt x="118" y="233"/>
                </a:lnTo>
                <a:lnTo>
                  <a:pt x="117" y="236"/>
                </a:lnTo>
                <a:lnTo>
                  <a:pt x="117" y="237"/>
                </a:lnTo>
                <a:lnTo>
                  <a:pt x="117" y="238"/>
                </a:lnTo>
                <a:lnTo>
                  <a:pt x="116" y="238"/>
                </a:lnTo>
                <a:lnTo>
                  <a:pt x="116" y="239"/>
                </a:lnTo>
                <a:lnTo>
                  <a:pt x="115" y="239"/>
                </a:lnTo>
                <a:lnTo>
                  <a:pt x="115" y="240"/>
                </a:lnTo>
                <a:lnTo>
                  <a:pt x="114" y="240"/>
                </a:lnTo>
                <a:lnTo>
                  <a:pt x="114" y="241"/>
                </a:lnTo>
                <a:lnTo>
                  <a:pt x="114" y="242"/>
                </a:lnTo>
                <a:lnTo>
                  <a:pt x="112" y="245"/>
                </a:lnTo>
                <a:lnTo>
                  <a:pt x="111" y="246"/>
                </a:lnTo>
                <a:lnTo>
                  <a:pt x="111" y="247"/>
                </a:lnTo>
                <a:lnTo>
                  <a:pt x="110" y="247"/>
                </a:lnTo>
                <a:lnTo>
                  <a:pt x="110" y="248"/>
                </a:lnTo>
                <a:lnTo>
                  <a:pt x="109" y="248"/>
                </a:lnTo>
                <a:lnTo>
                  <a:pt x="109" y="249"/>
                </a:lnTo>
                <a:lnTo>
                  <a:pt x="110" y="249"/>
                </a:lnTo>
                <a:lnTo>
                  <a:pt x="109" y="249"/>
                </a:lnTo>
                <a:lnTo>
                  <a:pt x="108" y="249"/>
                </a:lnTo>
                <a:lnTo>
                  <a:pt x="107" y="249"/>
                </a:lnTo>
                <a:lnTo>
                  <a:pt x="107" y="250"/>
                </a:lnTo>
                <a:lnTo>
                  <a:pt x="106" y="250"/>
                </a:lnTo>
                <a:lnTo>
                  <a:pt x="106" y="251"/>
                </a:lnTo>
                <a:lnTo>
                  <a:pt x="105" y="252"/>
                </a:lnTo>
                <a:lnTo>
                  <a:pt x="105" y="253"/>
                </a:lnTo>
                <a:lnTo>
                  <a:pt x="106" y="253"/>
                </a:lnTo>
                <a:lnTo>
                  <a:pt x="106" y="254"/>
                </a:lnTo>
                <a:lnTo>
                  <a:pt x="106" y="255"/>
                </a:lnTo>
                <a:lnTo>
                  <a:pt x="106" y="256"/>
                </a:lnTo>
                <a:lnTo>
                  <a:pt x="106" y="257"/>
                </a:lnTo>
                <a:lnTo>
                  <a:pt x="105" y="257"/>
                </a:lnTo>
                <a:lnTo>
                  <a:pt x="105" y="258"/>
                </a:lnTo>
                <a:lnTo>
                  <a:pt x="105" y="259"/>
                </a:lnTo>
                <a:lnTo>
                  <a:pt x="104" y="259"/>
                </a:lnTo>
                <a:lnTo>
                  <a:pt x="104" y="260"/>
                </a:lnTo>
                <a:lnTo>
                  <a:pt x="103" y="261"/>
                </a:lnTo>
                <a:lnTo>
                  <a:pt x="102" y="262"/>
                </a:lnTo>
                <a:lnTo>
                  <a:pt x="101" y="263"/>
                </a:lnTo>
                <a:lnTo>
                  <a:pt x="100" y="263"/>
                </a:lnTo>
                <a:lnTo>
                  <a:pt x="100" y="264"/>
                </a:lnTo>
                <a:lnTo>
                  <a:pt x="99" y="264"/>
                </a:lnTo>
                <a:lnTo>
                  <a:pt x="99" y="265"/>
                </a:lnTo>
                <a:lnTo>
                  <a:pt x="98" y="265"/>
                </a:lnTo>
                <a:lnTo>
                  <a:pt x="97" y="265"/>
                </a:lnTo>
                <a:lnTo>
                  <a:pt x="97" y="266"/>
                </a:lnTo>
                <a:lnTo>
                  <a:pt x="96" y="266"/>
                </a:lnTo>
                <a:lnTo>
                  <a:pt x="95" y="267"/>
                </a:lnTo>
                <a:lnTo>
                  <a:pt x="94" y="267"/>
                </a:lnTo>
                <a:lnTo>
                  <a:pt x="94" y="268"/>
                </a:lnTo>
                <a:lnTo>
                  <a:pt x="93" y="268"/>
                </a:lnTo>
                <a:lnTo>
                  <a:pt x="93" y="269"/>
                </a:lnTo>
                <a:lnTo>
                  <a:pt x="92" y="269"/>
                </a:lnTo>
                <a:lnTo>
                  <a:pt x="91" y="269"/>
                </a:lnTo>
                <a:lnTo>
                  <a:pt x="91" y="270"/>
                </a:lnTo>
                <a:lnTo>
                  <a:pt x="90" y="271"/>
                </a:lnTo>
                <a:lnTo>
                  <a:pt x="90" y="272"/>
                </a:lnTo>
                <a:lnTo>
                  <a:pt x="90" y="273"/>
                </a:lnTo>
                <a:lnTo>
                  <a:pt x="90" y="274"/>
                </a:lnTo>
                <a:lnTo>
                  <a:pt x="89" y="275"/>
                </a:lnTo>
                <a:lnTo>
                  <a:pt x="89" y="276"/>
                </a:lnTo>
                <a:lnTo>
                  <a:pt x="89" y="277"/>
                </a:lnTo>
                <a:lnTo>
                  <a:pt x="89" y="278"/>
                </a:lnTo>
                <a:lnTo>
                  <a:pt x="88" y="278"/>
                </a:lnTo>
                <a:lnTo>
                  <a:pt x="87" y="279"/>
                </a:lnTo>
                <a:lnTo>
                  <a:pt x="87" y="280"/>
                </a:lnTo>
                <a:lnTo>
                  <a:pt x="86" y="280"/>
                </a:lnTo>
                <a:lnTo>
                  <a:pt x="86" y="281"/>
                </a:lnTo>
                <a:lnTo>
                  <a:pt x="86" y="282"/>
                </a:lnTo>
                <a:lnTo>
                  <a:pt x="86" y="283"/>
                </a:lnTo>
                <a:lnTo>
                  <a:pt x="86" y="284"/>
                </a:lnTo>
                <a:lnTo>
                  <a:pt x="85" y="284"/>
                </a:lnTo>
                <a:lnTo>
                  <a:pt x="85" y="286"/>
                </a:lnTo>
                <a:lnTo>
                  <a:pt x="84" y="287"/>
                </a:lnTo>
                <a:lnTo>
                  <a:pt x="84" y="288"/>
                </a:lnTo>
                <a:lnTo>
                  <a:pt x="84" y="289"/>
                </a:lnTo>
                <a:lnTo>
                  <a:pt x="84" y="290"/>
                </a:lnTo>
                <a:lnTo>
                  <a:pt x="84" y="291"/>
                </a:lnTo>
                <a:lnTo>
                  <a:pt x="83" y="291"/>
                </a:lnTo>
                <a:lnTo>
                  <a:pt x="83" y="292"/>
                </a:lnTo>
                <a:lnTo>
                  <a:pt x="83" y="293"/>
                </a:lnTo>
                <a:lnTo>
                  <a:pt x="83" y="294"/>
                </a:lnTo>
                <a:lnTo>
                  <a:pt x="82" y="294"/>
                </a:lnTo>
                <a:lnTo>
                  <a:pt x="82" y="296"/>
                </a:lnTo>
                <a:lnTo>
                  <a:pt x="82" y="297"/>
                </a:lnTo>
                <a:lnTo>
                  <a:pt x="81" y="297"/>
                </a:lnTo>
                <a:lnTo>
                  <a:pt x="81" y="298"/>
                </a:lnTo>
                <a:lnTo>
                  <a:pt x="81" y="299"/>
                </a:lnTo>
                <a:lnTo>
                  <a:pt x="81" y="300"/>
                </a:lnTo>
                <a:lnTo>
                  <a:pt x="80" y="300"/>
                </a:lnTo>
                <a:lnTo>
                  <a:pt x="80" y="301"/>
                </a:lnTo>
                <a:lnTo>
                  <a:pt x="80" y="302"/>
                </a:lnTo>
                <a:lnTo>
                  <a:pt x="79" y="303"/>
                </a:lnTo>
                <a:lnTo>
                  <a:pt x="79" y="304"/>
                </a:lnTo>
                <a:lnTo>
                  <a:pt x="79" y="305"/>
                </a:lnTo>
                <a:lnTo>
                  <a:pt x="79" y="306"/>
                </a:lnTo>
                <a:lnTo>
                  <a:pt x="79" y="308"/>
                </a:lnTo>
                <a:lnTo>
                  <a:pt x="79" y="309"/>
                </a:lnTo>
                <a:lnTo>
                  <a:pt x="79" y="310"/>
                </a:lnTo>
                <a:lnTo>
                  <a:pt x="79" y="312"/>
                </a:lnTo>
                <a:lnTo>
                  <a:pt x="79" y="313"/>
                </a:lnTo>
                <a:lnTo>
                  <a:pt x="79" y="318"/>
                </a:lnTo>
                <a:lnTo>
                  <a:pt x="79" y="324"/>
                </a:lnTo>
                <a:lnTo>
                  <a:pt x="78" y="325"/>
                </a:lnTo>
                <a:lnTo>
                  <a:pt x="78" y="326"/>
                </a:lnTo>
                <a:lnTo>
                  <a:pt x="78" y="327"/>
                </a:lnTo>
                <a:lnTo>
                  <a:pt x="79" y="327"/>
                </a:lnTo>
                <a:lnTo>
                  <a:pt x="79" y="328"/>
                </a:lnTo>
                <a:lnTo>
                  <a:pt x="79" y="330"/>
                </a:lnTo>
                <a:lnTo>
                  <a:pt x="79" y="331"/>
                </a:lnTo>
                <a:lnTo>
                  <a:pt x="79" y="334"/>
                </a:lnTo>
                <a:lnTo>
                  <a:pt x="79" y="335"/>
                </a:lnTo>
                <a:lnTo>
                  <a:pt x="79" y="336"/>
                </a:lnTo>
                <a:lnTo>
                  <a:pt x="78" y="336"/>
                </a:lnTo>
                <a:lnTo>
                  <a:pt x="78" y="337"/>
                </a:lnTo>
                <a:lnTo>
                  <a:pt x="77" y="338"/>
                </a:lnTo>
                <a:lnTo>
                  <a:pt x="77" y="339"/>
                </a:lnTo>
                <a:lnTo>
                  <a:pt x="76" y="339"/>
                </a:lnTo>
                <a:lnTo>
                  <a:pt x="75" y="340"/>
                </a:lnTo>
                <a:lnTo>
                  <a:pt x="74" y="340"/>
                </a:lnTo>
                <a:lnTo>
                  <a:pt x="74" y="342"/>
                </a:lnTo>
                <a:lnTo>
                  <a:pt x="74" y="343"/>
                </a:lnTo>
                <a:lnTo>
                  <a:pt x="74" y="344"/>
                </a:lnTo>
                <a:lnTo>
                  <a:pt x="74" y="345"/>
                </a:lnTo>
                <a:lnTo>
                  <a:pt x="75" y="345"/>
                </a:lnTo>
                <a:lnTo>
                  <a:pt x="75" y="346"/>
                </a:lnTo>
                <a:lnTo>
                  <a:pt x="76" y="347"/>
                </a:lnTo>
                <a:lnTo>
                  <a:pt x="76" y="348"/>
                </a:lnTo>
                <a:lnTo>
                  <a:pt x="76" y="349"/>
                </a:lnTo>
                <a:lnTo>
                  <a:pt x="75" y="349"/>
                </a:lnTo>
                <a:lnTo>
                  <a:pt x="75" y="348"/>
                </a:lnTo>
                <a:lnTo>
                  <a:pt x="75" y="347"/>
                </a:lnTo>
                <a:lnTo>
                  <a:pt x="74" y="347"/>
                </a:lnTo>
                <a:lnTo>
                  <a:pt x="73" y="346"/>
                </a:lnTo>
                <a:lnTo>
                  <a:pt x="73" y="345"/>
                </a:lnTo>
                <a:lnTo>
                  <a:pt x="72" y="345"/>
                </a:lnTo>
                <a:lnTo>
                  <a:pt x="71" y="345"/>
                </a:lnTo>
                <a:lnTo>
                  <a:pt x="70" y="345"/>
                </a:lnTo>
                <a:lnTo>
                  <a:pt x="69" y="344"/>
                </a:lnTo>
                <a:lnTo>
                  <a:pt x="68" y="343"/>
                </a:lnTo>
                <a:lnTo>
                  <a:pt x="67" y="343"/>
                </a:lnTo>
                <a:lnTo>
                  <a:pt x="66" y="343"/>
                </a:lnTo>
                <a:lnTo>
                  <a:pt x="66" y="344"/>
                </a:lnTo>
                <a:lnTo>
                  <a:pt x="65" y="344"/>
                </a:lnTo>
                <a:lnTo>
                  <a:pt x="65" y="345"/>
                </a:lnTo>
                <a:lnTo>
                  <a:pt x="66" y="345"/>
                </a:lnTo>
                <a:lnTo>
                  <a:pt x="65" y="346"/>
                </a:lnTo>
                <a:lnTo>
                  <a:pt x="65" y="347"/>
                </a:lnTo>
                <a:lnTo>
                  <a:pt x="64" y="347"/>
                </a:lnTo>
                <a:lnTo>
                  <a:pt x="63" y="347"/>
                </a:lnTo>
                <a:lnTo>
                  <a:pt x="63" y="346"/>
                </a:lnTo>
                <a:lnTo>
                  <a:pt x="62" y="345"/>
                </a:lnTo>
                <a:lnTo>
                  <a:pt x="62" y="344"/>
                </a:lnTo>
                <a:lnTo>
                  <a:pt x="62" y="343"/>
                </a:lnTo>
                <a:lnTo>
                  <a:pt x="62" y="342"/>
                </a:lnTo>
                <a:lnTo>
                  <a:pt x="63" y="342"/>
                </a:lnTo>
                <a:lnTo>
                  <a:pt x="63" y="341"/>
                </a:lnTo>
                <a:lnTo>
                  <a:pt x="63" y="340"/>
                </a:lnTo>
                <a:lnTo>
                  <a:pt x="62" y="340"/>
                </a:lnTo>
                <a:lnTo>
                  <a:pt x="61" y="339"/>
                </a:lnTo>
                <a:lnTo>
                  <a:pt x="61" y="338"/>
                </a:lnTo>
                <a:lnTo>
                  <a:pt x="61" y="337"/>
                </a:lnTo>
                <a:lnTo>
                  <a:pt x="60" y="337"/>
                </a:lnTo>
                <a:lnTo>
                  <a:pt x="60" y="336"/>
                </a:lnTo>
                <a:lnTo>
                  <a:pt x="60" y="335"/>
                </a:lnTo>
                <a:lnTo>
                  <a:pt x="61" y="335"/>
                </a:lnTo>
                <a:lnTo>
                  <a:pt x="61" y="334"/>
                </a:lnTo>
                <a:lnTo>
                  <a:pt x="61" y="333"/>
                </a:lnTo>
                <a:lnTo>
                  <a:pt x="62" y="333"/>
                </a:lnTo>
                <a:lnTo>
                  <a:pt x="62" y="331"/>
                </a:lnTo>
                <a:lnTo>
                  <a:pt x="61" y="330"/>
                </a:lnTo>
                <a:lnTo>
                  <a:pt x="62" y="330"/>
                </a:lnTo>
                <a:lnTo>
                  <a:pt x="63" y="329"/>
                </a:lnTo>
                <a:lnTo>
                  <a:pt x="63" y="328"/>
                </a:lnTo>
                <a:lnTo>
                  <a:pt x="63" y="327"/>
                </a:lnTo>
                <a:lnTo>
                  <a:pt x="62" y="327"/>
                </a:lnTo>
                <a:lnTo>
                  <a:pt x="62" y="326"/>
                </a:lnTo>
                <a:lnTo>
                  <a:pt x="60" y="319"/>
                </a:lnTo>
                <a:lnTo>
                  <a:pt x="60" y="318"/>
                </a:lnTo>
                <a:lnTo>
                  <a:pt x="60" y="317"/>
                </a:lnTo>
                <a:lnTo>
                  <a:pt x="60" y="316"/>
                </a:lnTo>
                <a:lnTo>
                  <a:pt x="59" y="316"/>
                </a:lnTo>
                <a:lnTo>
                  <a:pt x="59" y="315"/>
                </a:lnTo>
                <a:lnTo>
                  <a:pt x="59" y="314"/>
                </a:lnTo>
                <a:lnTo>
                  <a:pt x="58" y="314"/>
                </a:lnTo>
                <a:lnTo>
                  <a:pt x="57" y="313"/>
                </a:lnTo>
                <a:lnTo>
                  <a:pt x="57" y="312"/>
                </a:lnTo>
                <a:lnTo>
                  <a:pt x="57" y="311"/>
                </a:lnTo>
                <a:lnTo>
                  <a:pt x="57" y="310"/>
                </a:lnTo>
                <a:lnTo>
                  <a:pt x="56" y="309"/>
                </a:lnTo>
                <a:lnTo>
                  <a:pt x="56" y="308"/>
                </a:lnTo>
                <a:lnTo>
                  <a:pt x="56" y="307"/>
                </a:lnTo>
                <a:lnTo>
                  <a:pt x="55" y="306"/>
                </a:lnTo>
                <a:lnTo>
                  <a:pt x="54" y="305"/>
                </a:lnTo>
                <a:lnTo>
                  <a:pt x="54" y="304"/>
                </a:lnTo>
                <a:lnTo>
                  <a:pt x="53" y="304"/>
                </a:lnTo>
                <a:lnTo>
                  <a:pt x="53" y="303"/>
                </a:lnTo>
                <a:lnTo>
                  <a:pt x="52" y="303"/>
                </a:lnTo>
                <a:lnTo>
                  <a:pt x="52" y="302"/>
                </a:lnTo>
                <a:lnTo>
                  <a:pt x="52" y="301"/>
                </a:lnTo>
                <a:lnTo>
                  <a:pt x="51" y="301"/>
                </a:lnTo>
                <a:lnTo>
                  <a:pt x="51" y="300"/>
                </a:lnTo>
                <a:lnTo>
                  <a:pt x="50" y="300"/>
                </a:lnTo>
                <a:lnTo>
                  <a:pt x="49" y="299"/>
                </a:lnTo>
                <a:lnTo>
                  <a:pt x="48" y="298"/>
                </a:lnTo>
                <a:lnTo>
                  <a:pt x="47" y="297"/>
                </a:lnTo>
                <a:lnTo>
                  <a:pt x="46" y="297"/>
                </a:lnTo>
                <a:lnTo>
                  <a:pt x="45" y="296"/>
                </a:lnTo>
                <a:lnTo>
                  <a:pt x="44" y="296"/>
                </a:lnTo>
                <a:lnTo>
                  <a:pt x="43" y="294"/>
                </a:lnTo>
                <a:lnTo>
                  <a:pt x="42" y="294"/>
                </a:lnTo>
                <a:lnTo>
                  <a:pt x="41" y="293"/>
                </a:lnTo>
                <a:lnTo>
                  <a:pt x="40" y="293"/>
                </a:lnTo>
                <a:lnTo>
                  <a:pt x="40" y="292"/>
                </a:lnTo>
                <a:lnTo>
                  <a:pt x="39" y="292"/>
                </a:lnTo>
                <a:lnTo>
                  <a:pt x="39" y="291"/>
                </a:lnTo>
                <a:lnTo>
                  <a:pt x="38" y="291"/>
                </a:lnTo>
                <a:lnTo>
                  <a:pt x="38" y="290"/>
                </a:lnTo>
                <a:lnTo>
                  <a:pt x="37" y="290"/>
                </a:lnTo>
                <a:lnTo>
                  <a:pt x="37" y="289"/>
                </a:lnTo>
                <a:lnTo>
                  <a:pt x="35" y="288"/>
                </a:lnTo>
                <a:lnTo>
                  <a:pt x="35" y="289"/>
                </a:lnTo>
                <a:lnTo>
                  <a:pt x="34" y="289"/>
                </a:lnTo>
                <a:lnTo>
                  <a:pt x="33" y="288"/>
                </a:lnTo>
                <a:lnTo>
                  <a:pt x="32" y="288"/>
                </a:lnTo>
                <a:lnTo>
                  <a:pt x="32" y="287"/>
                </a:lnTo>
                <a:lnTo>
                  <a:pt x="31" y="287"/>
                </a:lnTo>
                <a:lnTo>
                  <a:pt x="30" y="286"/>
                </a:lnTo>
                <a:lnTo>
                  <a:pt x="29" y="285"/>
                </a:lnTo>
                <a:lnTo>
                  <a:pt x="29" y="286"/>
                </a:lnTo>
                <a:lnTo>
                  <a:pt x="28" y="285"/>
                </a:lnTo>
                <a:lnTo>
                  <a:pt x="27" y="284"/>
                </a:lnTo>
                <a:lnTo>
                  <a:pt x="27" y="283"/>
                </a:lnTo>
                <a:lnTo>
                  <a:pt x="27" y="282"/>
                </a:lnTo>
                <a:lnTo>
                  <a:pt x="26" y="282"/>
                </a:lnTo>
                <a:lnTo>
                  <a:pt x="26" y="281"/>
                </a:lnTo>
                <a:lnTo>
                  <a:pt x="27" y="282"/>
                </a:lnTo>
                <a:lnTo>
                  <a:pt x="28" y="282"/>
                </a:lnTo>
                <a:lnTo>
                  <a:pt x="27" y="281"/>
                </a:lnTo>
                <a:lnTo>
                  <a:pt x="26" y="281"/>
                </a:lnTo>
                <a:lnTo>
                  <a:pt x="26" y="280"/>
                </a:lnTo>
                <a:lnTo>
                  <a:pt x="25" y="279"/>
                </a:lnTo>
                <a:lnTo>
                  <a:pt x="24" y="278"/>
                </a:lnTo>
                <a:lnTo>
                  <a:pt x="23" y="276"/>
                </a:lnTo>
                <a:lnTo>
                  <a:pt x="23" y="275"/>
                </a:lnTo>
                <a:lnTo>
                  <a:pt x="24" y="275"/>
                </a:lnTo>
                <a:lnTo>
                  <a:pt x="23" y="275"/>
                </a:lnTo>
                <a:lnTo>
                  <a:pt x="24" y="274"/>
                </a:lnTo>
                <a:lnTo>
                  <a:pt x="23" y="274"/>
                </a:lnTo>
                <a:lnTo>
                  <a:pt x="24" y="274"/>
                </a:lnTo>
                <a:lnTo>
                  <a:pt x="23" y="274"/>
                </a:lnTo>
                <a:lnTo>
                  <a:pt x="23" y="275"/>
                </a:lnTo>
                <a:lnTo>
                  <a:pt x="23" y="274"/>
                </a:lnTo>
                <a:lnTo>
                  <a:pt x="22" y="274"/>
                </a:lnTo>
                <a:lnTo>
                  <a:pt x="21" y="275"/>
                </a:lnTo>
                <a:lnTo>
                  <a:pt x="21" y="274"/>
                </a:lnTo>
                <a:lnTo>
                  <a:pt x="21" y="273"/>
                </a:lnTo>
                <a:lnTo>
                  <a:pt x="20" y="273"/>
                </a:lnTo>
                <a:lnTo>
                  <a:pt x="20" y="272"/>
                </a:lnTo>
                <a:lnTo>
                  <a:pt x="20" y="271"/>
                </a:lnTo>
                <a:lnTo>
                  <a:pt x="20" y="270"/>
                </a:lnTo>
                <a:lnTo>
                  <a:pt x="20" y="269"/>
                </a:lnTo>
                <a:lnTo>
                  <a:pt x="21" y="269"/>
                </a:lnTo>
                <a:lnTo>
                  <a:pt x="22" y="268"/>
                </a:lnTo>
                <a:lnTo>
                  <a:pt x="22" y="267"/>
                </a:lnTo>
                <a:lnTo>
                  <a:pt x="22" y="266"/>
                </a:lnTo>
                <a:lnTo>
                  <a:pt x="22" y="265"/>
                </a:lnTo>
                <a:lnTo>
                  <a:pt x="21" y="265"/>
                </a:lnTo>
                <a:lnTo>
                  <a:pt x="21" y="266"/>
                </a:lnTo>
                <a:lnTo>
                  <a:pt x="20" y="265"/>
                </a:lnTo>
                <a:lnTo>
                  <a:pt x="20" y="264"/>
                </a:lnTo>
                <a:lnTo>
                  <a:pt x="20" y="263"/>
                </a:lnTo>
                <a:lnTo>
                  <a:pt x="19" y="262"/>
                </a:lnTo>
                <a:lnTo>
                  <a:pt x="19" y="261"/>
                </a:lnTo>
                <a:lnTo>
                  <a:pt x="19" y="260"/>
                </a:lnTo>
                <a:lnTo>
                  <a:pt x="18" y="260"/>
                </a:lnTo>
                <a:lnTo>
                  <a:pt x="18" y="259"/>
                </a:lnTo>
                <a:lnTo>
                  <a:pt x="18" y="258"/>
                </a:lnTo>
                <a:lnTo>
                  <a:pt x="17" y="257"/>
                </a:lnTo>
                <a:lnTo>
                  <a:pt x="17" y="256"/>
                </a:lnTo>
                <a:lnTo>
                  <a:pt x="17" y="255"/>
                </a:lnTo>
                <a:lnTo>
                  <a:pt x="16" y="255"/>
                </a:lnTo>
                <a:lnTo>
                  <a:pt x="15" y="254"/>
                </a:lnTo>
                <a:lnTo>
                  <a:pt x="16" y="254"/>
                </a:lnTo>
                <a:lnTo>
                  <a:pt x="16" y="253"/>
                </a:lnTo>
                <a:lnTo>
                  <a:pt x="16" y="252"/>
                </a:lnTo>
                <a:lnTo>
                  <a:pt x="15" y="251"/>
                </a:lnTo>
                <a:lnTo>
                  <a:pt x="14" y="250"/>
                </a:lnTo>
                <a:lnTo>
                  <a:pt x="15" y="250"/>
                </a:lnTo>
                <a:lnTo>
                  <a:pt x="15" y="249"/>
                </a:lnTo>
                <a:lnTo>
                  <a:pt x="14" y="248"/>
                </a:lnTo>
                <a:lnTo>
                  <a:pt x="14" y="247"/>
                </a:lnTo>
                <a:lnTo>
                  <a:pt x="14" y="246"/>
                </a:lnTo>
                <a:lnTo>
                  <a:pt x="13" y="246"/>
                </a:lnTo>
                <a:lnTo>
                  <a:pt x="13" y="245"/>
                </a:lnTo>
                <a:lnTo>
                  <a:pt x="13" y="244"/>
                </a:lnTo>
                <a:lnTo>
                  <a:pt x="13" y="243"/>
                </a:lnTo>
                <a:lnTo>
                  <a:pt x="13" y="242"/>
                </a:lnTo>
                <a:lnTo>
                  <a:pt x="13" y="241"/>
                </a:lnTo>
                <a:lnTo>
                  <a:pt x="13" y="240"/>
                </a:lnTo>
                <a:lnTo>
                  <a:pt x="12" y="238"/>
                </a:lnTo>
                <a:lnTo>
                  <a:pt x="11" y="238"/>
                </a:lnTo>
                <a:lnTo>
                  <a:pt x="11" y="237"/>
                </a:lnTo>
                <a:lnTo>
                  <a:pt x="10" y="236"/>
                </a:lnTo>
                <a:lnTo>
                  <a:pt x="10" y="235"/>
                </a:lnTo>
                <a:lnTo>
                  <a:pt x="9" y="235"/>
                </a:lnTo>
                <a:lnTo>
                  <a:pt x="8" y="234"/>
                </a:lnTo>
                <a:lnTo>
                  <a:pt x="7" y="233"/>
                </a:lnTo>
                <a:lnTo>
                  <a:pt x="6" y="232"/>
                </a:lnTo>
                <a:lnTo>
                  <a:pt x="5" y="232"/>
                </a:lnTo>
                <a:lnTo>
                  <a:pt x="4" y="231"/>
                </a:lnTo>
                <a:lnTo>
                  <a:pt x="3" y="231"/>
                </a:lnTo>
                <a:lnTo>
                  <a:pt x="4" y="230"/>
                </a:lnTo>
                <a:lnTo>
                  <a:pt x="3" y="230"/>
                </a:lnTo>
                <a:lnTo>
                  <a:pt x="2" y="230"/>
                </a:lnTo>
                <a:lnTo>
                  <a:pt x="2" y="229"/>
                </a:lnTo>
                <a:lnTo>
                  <a:pt x="1" y="229"/>
                </a:lnTo>
                <a:lnTo>
                  <a:pt x="1" y="230"/>
                </a:lnTo>
                <a:lnTo>
                  <a:pt x="1" y="228"/>
                </a:lnTo>
                <a:lnTo>
                  <a:pt x="1" y="227"/>
                </a:lnTo>
                <a:lnTo>
                  <a:pt x="1" y="226"/>
                </a:lnTo>
                <a:lnTo>
                  <a:pt x="0" y="226"/>
                </a:lnTo>
                <a:lnTo>
                  <a:pt x="0" y="225"/>
                </a:lnTo>
                <a:lnTo>
                  <a:pt x="1" y="225"/>
                </a:lnTo>
                <a:lnTo>
                  <a:pt x="1" y="224"/>
                </a:lnTo>
                <a:lnTo>
                  <a:pt x="1" y="223"/>
                </a:lnTo>
                <a:lnTo>
                  <a:pt x="2" y="223"/>
                </a:lnTo>
                <a:lnTo>
                  <a:pt x="1" y="224"/>
                </a:lnTo>
                <a:lnTo>
                  <a:pt x="2" y="224"/>
                </a:lnTo>
                <a:lnTo>
                  <a:pt x="4" y="223"/>
                </a:lnTo>
                <a:lnTo>
                  <a:pt x="5" y="223"/>
                </a:lnTo>
                <a:lnTo>
                  <a:pt x="5" y="222"/>
                </a:lnTo>
                <a:lnTo>
                  <a:pt x="5" y="221"/>
                </a:lnTo>
                <a:lnTo>
                  <a:pt x="5" y="220"/>
                </a:lnTo>
                <a:lnTo>
                  <a:pt x="4" y="220"/>
                </a:lnTo>
                <a:lnTo>
                  <a:pt x="4" y="218"/>
                </a:lnTo>
                <a:lnTo>
                  <a:pt x="4" y="217"/>
                </a:lnTo>
                <a:lnTo>
                  <a:pt x="4" y="216"/>
                </a:lnTo>
                <a:lnTo>
                  <a:pt x="4" y="215"/>
                </a:lnTo>
                <a:lnTo>
                  <a:pt x="4" y="214"/>
                </a:lnTo>
                <a:lnTo>
                  <a:pt x="5" y="214"/>
                </a:lnTo>
                <a:lnTo>
                  <a:pt x="5" y="213"/>
                </a:lnTo>
                <a:lnTo>
                  <a:pt x="4" y="213"/>
                </a:lnTo>
                <a:lnTo>
                  <a:pt x="5" y="213"/>
                </a:lnTo>
                <a:lnTo>
                  <a:pt x="5" y="212"/>
                </a:lnTo>
                <a:lnTo>
                  <a:pt x="5" y="211"/>
                </a:lnTo>
                <a:lnTo>
                  <a:pt x="5" y="212"/>
                </a:lnTo>
                <a:lnTo>
                  <a:pt x="6" y="212"/>
                </a:lnTo>
                <a:lnTo>
                  <a:pt x="6" y="213"/>
                </a:lnTo>
                <a:lnTo>
                  <a:pt x="6" y="212"/>
                </a:lnTo>
                <a:lnTo>
                  <a:pt x="6" y="211"/>
                </a:lnTo>
                <a:lnTo>
                  <a:pt x="6" y="210"/>
                </a:lnTo>
                <a:lnTo>
                  <a:pt x="7" y="209"/>
                </a:lnTo>
                <a:lnTo>
                  <a:pt x="7" y="208"/>
                </a:lnTo>
                <a:lnTo>
                  <a:pt x="8" y="208"/>
                </a:lnTo>
                <a:lnTo>
                  <a:pt x="8" y="207"/>
                </a:lnTo>
                <a:lnTo>
                  <a:pt x="7" y="207"/>
                </a:lnTo>
                <a:lnTo>
                  <a:pt x="7" y="208"/>
                </a:lnTo>
                <a:lnTo>
                  <a:pt x="6" y="208"/>
                </a:lnTo>
                <a:lnTo>
                  <a:pt x="6" y="205"/>
                </a:lnTo>
                <a:lnTo>
                  <a:pt x="7" y="205"/>
                </a:lnTo>
                <a:lnTo>
                  <a:pt x="8" y="205"/>
                </a:lnTo>
                <a:lnTo>
                  <a:pt x="7" y="205"/>
                </a:lnTo>
                <a:lnTo>
                  <a:pt x="7" y="204"/>
                </a:lnTo>
                <a:lnTo>
                  <a:pt x="8" y="203"/>
                </a:lnTo>
                <a:lnTo>
                  <a:pt x="8" y="202"/>
                </a:lnTo>
                <a:lnTo>
                  <a:pt x="9" y="201"/>
                </a:lnTo>
                <a:lnTo>
                  <a:pt x="9" y="200"/>
                </a:lnTo>
                <a:lnTo>
                  <a:pt x="8" y="200"/>
                </a:lnTo>
                <a:lnTo>
                  <a:pt x="8" y="199"/>
                </a:lnTo>
                <a:lnTo>
                  <a:pt x="9" y="199"/>
                </a:lnTo>
                <a:lnTo>
                  <a:pt x="9" y="198"/>
                </a:lnTo>
                <a:lnTo>
                  <a:pt x="9" y="197"/>
                </a:lnTo>
                <a:lnTo>
                  <a:pt x="10" y="197"/>
                </a:lnTo>
                <a:lnTo>
                  <a:pt x="10" y="198"/>
                </a:lnTo>
                <a:lnTo>
                  <a:pt x="9" y="198"/>
                </a:lnTo>
                <a:lnTo>
                  <a:pt x="9" y="199"/>
                </a:lnTo>
                <a:lnTo>
                  <a:pt x="10" y="199"/>
                </a:lnTo>
                <a:lnTo>
                  <a:pt x="10" y="198"/>
                </a:lnTo>
                <a:lnTo>
                  <a:pt x="11" y="199"/>
                </a:lnTo>
                <a:lnTo>
                  <a:pt x="11" y="198"/>
                </a:lnTo>
                <a:lnTo>
                  <a:pt x="11" y="197"/>
                </a:lnTo>
                <a:lnTo>
                  <a:pt x="10" y="197"/>
                </a:lnTo>
                <a:lnTo>
                  <a:pt x="10" y="196"/>
                </a:lnTo>
                <a:lnTo>
                  <a:pt x="9" y="196"/>
                </a:lnTo>
                <a:lnTo>
                  <a:pt x="11" y="196"/>
                </a:lnTo>
                <a:lnTo>
                  <a:pt x="12" y="195"/>
                </a:lnTo>
                <a:lnTo>
                  <a:pt x="12" y="194"/>
                </a:lnTo>
                <a:lnTo>
                  <a:pt x="11" y="194"/>
                </a:lnTo>
                <a:lnTo>
                  <a:pt x="11" y="193"/>
                </a:lnTo>
                <a:lnTo>
                  <a:pt x="11" y="192"/>
                </a:lnTo>
                <a:lnTo>
                  <a:pt x="11" y="191"/>
                </a:lnTo>
                <a:lnTo>
                  <a:pt x="11" y="192"/>
                </a:lnTo>
                <a:lnTo>
                  <a:pt x="10" y="191"/>
                </a:lnTo>
                <a:lnTo>
                  <a:pt x="11" y="191"/>
                </a:lnTo>
                <a:lnTo>
                  <a:pt x="11" y="190"/>
                </a:lnTo>
                <a:lnTo>
                  <a:pt x="11" y="189"/>
                </a:lnTo>
                <a:lnTo>
                  <a:pt x="10" y="189"/>
                </a:lnTo>
                <a:lnTo>
                  <a:pt x="9" y="189"/>
                </a:lnTo>
                <a:lnTo>
                  <a:pt x="10" y="188"/>
                </a:lnTo>
                <a:lnTo>
                  <a:pt x="11" y="188"/>
                </a:lnTo>
                <a:lnTo>
                  <a:pt x="10" y="187"/>
                </a:lnTo>
                <a:lnTo>
                  <a:pt x="11" y="187"/>
                </a:lnTo>
                <a:lnTo>
                  <a:pt x="11" y="186"/>
                </a:lnTo>
                <a:lnTo>
                  <a:pt x="11" y="185"/>
                </a:lnTo>
                <a:lnTo>
                  <a:pt x="10" y="185"/>
                </a:lnTo>
                <a:lnTo>
                  <a:pt x="9" y="185"/>
                </a:lnTo>
                <a:lnTo>
                  <a:pt x="8" y="185"/>
                </a:lnTo>
                <a:lnTo>
                  <a:pt x="8" y="182"/>
                </a:lnTo>
                <a:lnTo>
                  <a:pt x="9" y="182"/>
                </a:lnTo>
                <a:lnTo>
                  <a:pt x="10" y="182"/>
                </a:lnTo>
                <a:lnTo>
                  <a:pt x="11" y="182"/>
                </a:lnTo>
                <a:lnTo>
                  <a:pt x="11" y="181"/>
                </a:lnTo>
                <a:lnTo>
                  <a:pt x="11" y="180"/>
                </a:lnTo>
                <a:lnTo>
                  <a:pt x="10" y="180"/>
                </a:lnTo>
                <a:lnTo>
                  <a:pt x="10" y="179"/>
                </a:lnTo>
                <a:lnTo>
                  <a:pt x="10" y="178"/>
                </a:lnTo>
                <a:lnTo>
                  <a:pt x="10" y="177"/>
                </a:lnTo>
                <a:lnTo>
                  <a:pt x="10" y="176"/>
                </a:lnTo>
                <a:lnTo>
                  <a:pt x="10" y="175"/>
                </a:lnTo>
                <a:lnTo>
                  <a:pt x="10" y="174"/>
                </a:lnTo>
                <a:lnTo>
                  <a:pt x="11" y="174"/>
                </a:lnTo>
                <a:lnTo>
                  <a:pt x="11" y="175"/>
                </a:lnTo>
                <a:lnTo>
                  <a:pt x="11" y="174"/>
                </a:lnTo>
                <a:lnTo>
                  <a:pt x="10" y="174"/>
                </a:lnTo>
                <a:lnTo>
                  <a:pt x="10" y="173"/>
                </a:lnTo>
                <a:lnTo>
                  <a:pt x="10" y="172"/>
                </a:lnTo>
                <a:lnTo>
                  <a:pt x="10" y="171"/>
                </a:lnTo>
                <a:lnTo>
                  <a:pt x="10" y="169"/>
                </a:lnTo>
                <a:lnTo>
                  <a:pt x="11" y="168"/>
                </a:lnTo>
                <a:lnTo>
                  <a:pt x="11" y="167"/>
                </a:lnTo>
                <a:lnTo>
                  <a:pt x="12" y="166"/>
                </a:lnTo>
                <a:lnTo>
                  <a:pt x="12" y="165"/>
                </a:lnTo>
                <a:lnTo>
                  <a:pt x="13" y="165"/>
                </a:lnTo>
                <a:lnTo>
                  <a:pt x="13" y="164"/>
                </a:lnTo>
                <a:lnTo>
                  <a:pt x="14" y="164"/>
                </a:lnTo>
                <a:lnTo>
                  <a:pt x="14" y="163"/>
                </a:lnTo>
                <a:lnTo>
                  <a:pt x="13" y="163"/>
                </a:lnTo>
                <a:lnTo>
                  <a:pt x="13" y="162"/>
                </a:lnTo>
                <a:lnTo>
                  <a:pt x="13" y="161"/>
                </a:lnTo>
                <a:lnTo>
                  <a:pt x="13" y="160"/>
                </a:lnTo>
                <a:lnTo>
                  <a:pt x="13" y="159"/>
                </a:lnTo>
                <a:lnTo>
                  <a:pt x="14" y="158"/>
                </a:lnTo>
                <a:lnTo>
                  <a:pt x="15" y="158"/>
                </a:lnTo>
                <a:lnTo>
                  <a:pt x="15" y="157"/>
                </a:lnTo>
                <a:lnTo>
                  <a:pt x="16" y="155"/>
                </a:lnTo>
                <a:lnTo>
                  <a:pt x="17" y="154"/>
                </a:lnTo>
                <a:lnTo>
                  <a:pt x="16" y="154"/>
                </a:lnTo>
                <a:lnTo>
                  <a:pt x="16" y="155"/>
                </a:lnTo>
                <a:lnTo>
                  <a:pt x="15" y="156"/>
                </a:lnTo>
                <a:lnTo>
                  <a:pt x="15" y="157"/>
                </a:lnTo>
                <a:lnTo>
                  <a:pt x="14" y="157"/>
                </a:lnTo>
                <a:lnTo>
                  <a:pt x="14" y="158"/>
                </a:lnTo>
                <a:lnTo>
                  <a:pt x="13" y="158"/>
                </a:lnTo>
                <a:lnTo>
                  <a:pt x="12" y="157"/>
                </a:lnTo>
                <a:lnTo>
                  <a:pt x="13" y="156"/>
                </a:lnTo>
                <a:lnTo>
                  <a:pt x="13" y="155"/>
                </a:lnTo>
                <a:lnTo>
                  <a:pt x="14" y="154"/>
                </a:lnTo>
                <a:lnTo>
                  <a:pt x="13" y="153"/>
                </a:lnTo>
                <a:lnTo>
                  <a:pt x="14" y="153"/>
                </a:lnTo>
                <a:lnTo>
                  <a:pt x="15" y="152"/>
                </a:lnTo>
                <a:lnTo>
                  <a:pt x="15" y="151"/>
                </a:lnTo>
                <a:lnTo>
                  <a:pt x="16" y="151"/>
                </a:lnTo>
                <a:lnTo>
                  <a:pt x="17" y="151"/>
                </a:lnTo>
                <a:lnTo>
                  <a:pt x="17" y="152"/>
                </a:lnTo>
                <a:lnTo>
                  <a:pt x="17" y="151"/>
                </a:lnTo>
                <a:lnTo>
                  <a:pt x="18" y="151"/>
                </a:lnTo>
                <a:lnTo>
                  <a:pt x="17" y="151"/>
                </a:lnTo>
                <a:lnTo>
                  <a:pt x="17" y="150"/>
                </a:lnTo>
                <a:lnTo>
                  <a:pt x="18" y="150"/>
                </a:lnTo>
                <a:lnTo>
                  <a:pt x="19" y="151"/>
                </a:lnTo>
                <a:lnTo>
                  <a:pt x="20" y="150"/>
                </a:lnTo>
                <a:lnTo>
                  <a:pt x="21" y="150"/>
                </a:lnTo>
                <a:lnTo>
                  <a:pt x="21" y="149"/>
                </a:lnTo>
                <a:lnTo>
                  <a:pt x="20" y="148"/>
                </a:lnTo>
                <a:lnTo>
                  <a:pt x="20" y="147"/>
                </a:lnTo>
                <a:lnTo>
                  <a:pt x="21" y="147"/>
                </a:lnTo>
                <a:lnTo>
                  <a:pt x="22" y="147"/>
                </a:lnTo>
                <a:lnTo>
                  <a:pt x="23" y="146"/>
                </a:lnTo>
                <a:lnTo>
                  <a:pt x="23" y="145"/>
                </a:lnTo>
                <a:lnTo>
                  <a:pt x="24" y="145"/>
                </a:lnTo>
                <a:lnTo>
                  <a:pt x="24" y="144"/>
                </a:lnTo>
                <a:lnTo>
                  <a:pt x="24" y="143"/>
                </a:lnTo>
                <a:lnTo>
                  <a:pt x="25" y="142"/>
                </a:lnTo>
                <a:lnTo>
                  <a:pt x="25" y="141"/>
                </a:lnTo>
                <a:lnTo>
                  <a:pt x="26" y="140"/>
                </a:lnTo>
                <a:lnTo>
                  <a:pt x="26" y="139"/>
                </a:lnTo>
                <a:lnTo>
                  <a:pt x="25" y="139"/>
                </a:lnTo>
                <a:lnTo>
                  <a:pt x="26" y="136"/>
                </a:lnTo>
                <a:lnTo>
                  <a:pt x="27" y="135"/>
                </a:lnTo>
                <a:lnTo>
                  <a:pt x="27" y="134"/>
                </a:lnTo>
                <a:lnTo>
                  <a:pt x="28" y="134"/>
                </a:lnTo>
                <a:lnTo>
                  <a:pt x="29" y="134"/>
                </a:lnTo>
                <a:lnTo>
                  <a:pt x="29" y="133"/>
                </a:lnTo>
                <a:lnTo>
                  <a:pt x="29" y="132"/>
                </a:lnTo>
                <a:lnTo>
                  <a:pt x="29" y="131"/>
                </a:lnTo>
                <a:lnTo>
                  <a:pt x="31" y="130"/>
                </a:lnTo>
                <a:lnTo>
                  <a:pt x="31" y="129"/>
                </a:lnTo>
                <a:lnTo>
                  <a:pt x="32" y="128"/>
                </a:lnTo>
                <a:lnTo>
                  <a:pt x="34" y="127"/>
                </a:lnTo>
                <a:lnTo>
                  <a:pt x="34" y="126"/>
                </a:lnTo>
                <a:lnTo>
                  <a:pt x="35" y="126"/>
                </a:lnTo>
                <a:lnTo>
                  <a:pt x="35" y="125"/>
                </a:lnTo>
                <a:lnTo>
                  <a:pt x="35" y="124"/>
                </a:lnTo>
                <a:lnTo>
                  <a:pt x="37" y="124"/>
                </a:lnTo>
                <a:lnTo>
                  <a:pt x="38" y="123"/>
                </a:lnTo>
                <a:lnTo>
                  <a:pt x="37" y="123"/>
                </a:lnTo>
                <a:lnTo>
                  <a:pt x="38" y="122"/>
                </a:lnTo>
                <a:lnTo>
                  <a:pt x="38" y="120"/>
                </a:lnTo>
                <a:lnTo>
                  <a:pt x="35" y="120"/>
                </a:lnTo>
                <a:lnTo>
                  <a:pt x="35" y="121"/>
                </a:lnTo>
                <a:lnTo>
                  <a:pt x="35" y="122"/>
                </a:lnTo>
                <a:lnTo>
                  <a:pt x="34" y="122"/>
                </a:lnTo>
                <a:lnTo>
                  <a:pt x="34" y="123"/>
                </a:lnTo>
                <a:lnTo>
                  <a:pt x="33" y="123"/>
                </a:lnTo>
                <a:lnTo>
                  <a:pt x="32" y="124"/>
                </a:lnTo>
                <a:lnTo>
                  <a:pt x="32" y="123"/>
                </a:lnTo>
                <a:lnTo>
                  <a:pt x="31" y="123"/>
                </a:lnTo>
                <a:lnTo>
                  <a:pt x="32" y="123"/>
                </a:lnTo>
                <a:lnTo>
                  <a:pt x="34" y="120"/>
                </a:lnTo>
                <a:lnTo>
                  <a:pt x="35" y="120"/>
                </a:lnTo>
                <a:lnTo>
                  <a:pt x="35" y="119"/>
                </a:lnTo>
                <a:lnTo>
                  <a:pt x="35" y="118"/>
                </a:lnTo>
                <a:lnTo>
                  <a:pt x="37" y="117"/>
                </a:lnTo>
                <a:lnTo>
                  <a:pt x="40" y="117"/>
                </a:lnTo>
                <a:lnTo>
                  <a:pt x="40" y="116"/>
                </a:lnTo>
                <a:lnTo>
                  <a:pt x="40" y="115"/>
                </a:lnTo>
                <a:lnTo>
                  <a:pt x="41" y="115"/>
                </a:lnTo>
                <a:lnTo>
                  <a:pt x="41" y="114"/>
                </a:lnTo>
                <a:lnTo>
                  <a:pt x="42" y="114"/>
                </a:lnTo>
                <a:lnTo>
                  <a:pt x="42" y="113"/>
                </a:lnTo>
                <a:lnTo>
                  <a:pt x="42" y="112"/>
                </a:lnTo>
                <a:lnTo>
                  <a:pt x="41" y="111"/>
                </a:lnTo>
                <a:lnTo>
                  <a:pt x="40" y="111"/>
                </a:lnTo>
                <a:lnTo>
                  <a:pt x="41" y="111"/>
                </a:lnTo>
                <a:lnTo>
                  <a:pt x="41" y="110"/>
                </a:lnTo>
                <a:lnTo>
                  <a:pt x="41" y="109"/>
                </a:lnTo>
                <a:lnTo>
                  <a:pt x="42" y="107"/>
                </a:lnTo>
                <a:lnTo>
                  <a:pt x="43" y="106"/>
                </a:lnTo>
                <a:lnTo>
                  <a:pt x="43" y="105"/>
                </a:lnTo>
                <a:lnTo>
                  <a:pt x="43" y="106"/>
                </a:lnTo>
                <a:lnTo>
                  <a:pt x="43" y="105"/>
                </a:lnTo>
                <a:lnTo>
                  <a:pt x="44" y="105"/>
                </a:lnTo>
                <a:lnTo>
                  <a:pt x="44" y="104"/>
                </a:lnTo>
                <a:lnTo>
                  <a:pt x="44" y="105"/>
                </a:lnTo>
                <a:lnTo>
                  <a:pt x="44" y="106"/>
                </a:lnTo>
                <a:lnTo>
                  <a:pt x="43" y="107"/>
                </a:lnTo>
                <a:lnTo>
                  <a:pt x="42" y="107"/>
                </a:lnTo>
                <a:lnTo>
                  <a:pt x="42" y="109"/>
                </a:lnTo>
                <a:lnTo>
                  <a:pt x="41" y="110"/>
                </a:lnTo>
                <a:lnTo>
                  <a:pt x="42" y="110"/>
                </a:lnTo>
                <a:lnTo>
                  <a:pt x="42" y="109"/>
                </a:lnTo>
                <a:lnTo>
                  <a:pt x="43" y="108"/>
                </a:lnTo>
                <a:lnTo>
                  <a:pt x="43" y="109"/>
                </a:lnTo>
                <a:lnTo>
                  <a:pt x="43" y="110"/>
                </a:lnTo>
                <a:lnTo>
                  <a:pt x="44" y="110"/>
                </a:lnTo>
                <a:lnTo>
                  <a:pt x="44" y="109"/>
                </a:lnTo>
                <a:lnTo>
                  <a:pt x="43" y="108"/>
                </a:lnTo>
                <a:lnTo>
                  <a:pt x="44" y="107"/>
                </a:lnTo>
                <a:lnTo>
                  <a:pt x="45" y="105"/>
                </a:lnTo>
                <a:lnTo>
                  <a:pt x="45" y="106"/>
                </a:lnTo>
                <a:lnTo>
                  <a:pt x="46" y="106"/>
                </a:lnTo>
                <a:lnTo>
                  <a:pt x="46" y="105"/>
                </a:lnTo>
                <a:lnTo>
                  <a:pt x="46" y="104"/>
                </a:lnTo>
                <a:lnTo>
                  <a:pt x="45" y="104"/>
                </a:lnTo>
                <a:lnTo>
                  <a:pt x="46" y="104"/>
                </a:lnTo>
                <a:lnTo>
                  <a:pt x="46" y="103"/>
                </a:lnTo>
                <a:lnTo>
                  <a:pt x="45" y="104"/>
                </a:lnTo>
                <a:lnTo>
                  <a:pt x="45" y="103"/>
                </a:lnTo>
                <a:lnTo>
                  <a:pt x="45" y="102"/>
                </a:lnTo>
                <a:lnTo>
                  <a:pt x="46" y="102"/>
                </a:lnTo>
                <a:lnTo>
                  <a:pt x="46" y="101"/>
                </a:lnTo>
                <a:lnTo>
                  <a:pt x="47" y="102"/>
                </a:lnTo>
                <a:lnTo>
                  <a:pt x="48" y="102"/>
                </a:lnTo>
                <a:lnTo>
                  <a:pt x="48" y="101"/>
                </a:lnTo>
                <a:lnTo>
                  <a:pt x="48" y="100"/>
                </a:lnTo>
                <a:lnTo>
                  <a:pt x="48" y="99"/>
                </a:lnTo>
                <a:lnTo>
                  <a:pt x="49" y="97"/>
                </a:lnTo>
                <a:lnTo>
                  <a:pt x="50" y="96"/>
                </a:lnTo>
                <a:lnTo>
                  <a:pt x="51" y="96"/>
                </a:lnTo>
                <a:lnTo>
                  <a:pt x="51" y="95"/>
                </a:lnTo>
                <a:lnTo>
                  <a:pt x="51" y="94"/>
                </a:lnTo>
                <a:lnTo>
                  <a:pt x="51" y="93"/>
                </a:lnTo>
                <a:lnTo>
                  <a:pt x="52" y="92"/>
                </a:lnTo>
                <a:lnTo>
                  <a:pt x="52" y="91"/>
                </a:lnTo>
                <a:lnTo>
                  <a:pt x="53" y="90"/>
                </a:lnTo>
                <a:lnTo>
                  <a:pt x="54" y="90"/>
                </a:lnTo>
                <a:lnTo>
                  <a:pt x="54" y="88"/>
                </a:lnTo>
                <a:lnTo>
                  <a:pt x="55" y="88"/>
                </a:lnTo>
                <a:lnTo>
                  <a:pt x="55" y="87"/>
                </a:lnTo>
                <a:lnTo>
                  <a:pt x="55" y="88"/>
                </a:lnTo>
                <a:lnTo>
                  <a:pt x="55" y="87"/>
                </a:lnTo>
                <a:lnTo>
                  <a:pt x="56" y="86"/>
                </a:lnTo>
                <a:lnTo>
                  <a:pt x="57" y="86"/>
                </a:lnTo>
                <a:lnTo>
                  <a:pt x="57" y="85"/>
                </a:lnTo>
                <a:lnTo>
                  <a:pt x="58" y="83"/>
                </a:lnTo>
                <a:lnTo>
                  <a:pt x="59" y="82"/>
                </a:lnTo>
                <a:lnTo>
                  <a:pt x="60" y="80"/>
                </a:lnTo>
                <a:lnTo>
                  <a:pt x="60" y="79"/>
                </a:lnTo>
                <a:lnTo>
                  <a:pt x="61" y="78"/>
                </a:lnTo>
                <a:lnTo>
                  <a:pt x="61" y="77"/>
                </a:lnTo>
                <a:lnTo>
                  <a:pt x="61" y="76"/>
                </a:lnTo>
                <a:lnTo>
                  <a:pt x="62" y="75"/>
                </a:lnTo>
                <a:lnTo>
                  <a:pt x="62" y="74"/>
                </a:lnTo>
                <a:lnTo>
                  <a:pt x="62" y="73"/>
                </a:lnTo>
                <a:lnTo>
                  <a:pt x="63" y="72"/>
                </a:lnTo>
                <a:lnTo>
                  <a:pt x="63" y="71"/>
                </a:lnTo>
                <a:lnTo>
                  <a:pt x="64" y="71"/>
                </a:lnTo>
                <a:lnTo>
                  <a:pt x="64" y="70"/>
                </a:lnTo>
                <a:lnTo>
                  <a:pt x="66" y="70"/>
                </a:lnTo>
                <a:lnTo>
                  <a:pt x="67" y="70"/>
                </a:lnTo>
                <a:lnTo>
                  <a:pt x="67" y="71"/>
                </a:lnTo>
                <a:lnTo>
                  <a:pt x="68" y="71"/>
                </a:lnTo>
                <a:lnTo>
                  <a:pt x="68" y="70"/>
                </a:lnTo>
                <a:lnTo>
                  <a:pt x="67" y="70"/>
                </a:lnTo>
                <a:lnTo>
                  <a:pt x="68" y="70"/>
                </a:lnTo>
                <a:lnTo>
                  <a:pt x="67" y="70"/>
                </a:lnTo>
                <a:lnTo>
                  <a:pt x="67" y="69"/>
                </a:lnTo>
                <a:lnTo>
                  <a:pt x="66" y="69"/>
                </a:lnTo>
                <a:lnTo>
                  <a:pt x="67" y="69"/>
                </a:lnTo>
                <a:lnTo>
                  <a:pt x="67" y="67"/>
                </a:lnTo>
                <a:lnTo>
                  <a:pt x="68" y="66"/>
                </a:lnTo>
                <a:lnTo>
                  <a:pt x="69" y="65"/>
                </a:lnTo>
                <a:lnTo>
                  <a:pt x="70" y="65"/>
                </a:lnTo>
                <a:lnTo>
                  <a:pt x="71" y="65"/>
                </a:lnTo>
                <a:lnTo>
                  <a:pt x="72" y="65"/>
                </a:lnTo>
                <a:lnTo>
                  <a:pt x="72" y="64"/>
                </a:lnTo>
                <a:lnTo>
                  <a:pt x="73" y="64"/>
                </a:lnTo>
                <a:lnTo>
                  <a:pt x="73" y="63"/>
                </a:lnTo>
                <a:lnTo>
                  <a:pt x="74" y="63"/>
                </a:lnTo>
                <a:lnTo>
                  <a:pt x="75" y="62"/>
                </a:lnTo>
                <a:lnTo>
                  <a:pt x="76" y="61"/>
                </a:lnTo>
                <a:lnTo>
                  <a:pt x="76" y="60"/>
                </a:lnTo>
                <a:lnTo>
                  <a:pt x="76" y="59"/>
                </a:lnTo>
                <a:lnTo>
                  <a:pt x="77" y="59"/>
                </a:lnTo>
                <a:lnTo>
                  <a:pt x="77" y="58"/>
                </a:lnTo>
                <a:lnTo>
                  <a:pt x="78" y="58"/>
                </a:lnTo>
                <a:lnTo>
                  <a:pt x="78" y="57"/>
                </a:lnTo>
                <a:lnTo>
                  <a:pt x="79" y="57"/>
                </a:lnTo>
                <a:lnTo>
                  <a:pt x="80" y="56"/>
                </a:lnTo>
                <a:lnTo>
                  <a:pt x="80" y="55"/>
                </a:lnTo>
                <a:lnTo>
                  <a:pt x="81" y="55"/>
                </a:lnTo>
                <a:lnTo>
                  <a:pt x="81" y="54"/>
                </a:lnTo>
                <a:lnTo>
                  <a:pt x="81" y="53"/>
                </a:lnTo>
                <a:lnTo>
                  <a:pt x="81" y="51"/>
                </a:lnTo>
                <a:lnTo>
                  <a:pt x="80" y="51"/>
                </a:lnTo>
                <a:lnTo>
                  <a:pt x="80" y="50"/>
                </a:lnTo>
                <a:lnTo>
                  <a:pt x="81" y="50"/>
                </a:lnTo>
                <a:lnTo>
                  <a:pt x="80" y="50"/>
                </a:lnTo>
                <a:lnTo>
                  <a:pt x="80" y="49"/>
                </a:lnTo>
                <a:lnTo>
                  <a:pt x="80" y="48"/>
                </a:lnTo>
                <a:lnTo>
                  <a:pt x="81" y="48"/>
                </a:lnTo>
                <a:lnTo>
                  <a:pt x="81" y="47"/>
                </a:lnTo>
                <a:lnTo>
                  <a:pt x="82" y="47"/>
                </a:lnTo>
                <a:lnTo>
                  <a:pt x="82" y="46"/>
                </a:lnTo>
                <a:lnTo>
                  <a:pt x="82" y="47"/>
                </a:lnTo>
                <a:lnTo>
                  <a:pt x="83" y="47"/>
                </a:lnTo>
                <a:lnTo>
                  <a:pt x="83" y="46"/>
                </a:lnTo>
                <a:lnTo>
                  <a:pt x="83" y="45"/>
                </a:lnTo>
                <a:lnTo>
                  <a:pt x="82" y="45"/>
                </a:lnTo>
                <a:lnTo>
                  <a:pt x="83" y="45"/>
                </a:lnTo>
                <a:lnTo>
                  <a:pt x="83" y="44"/>
                </a:lnTo>
                <a:lnTo>
                  <a:pt x="84" y="43"/>
                </a:lnTo>
                <a:lnTo>
                  <a:pt x="84" y="42"/>
                </a:lnTo>
                <a:lnTo>
                  <a:pt x="85" y="42"/>
                </a:lnTo>
                <a:lnTo>
                  <a:pt x="85" y="41"/>
                </a:lnTo>
                <a:lnTo>
                  <a:pt x="85" y="40"/>
                </a:lnTo>
                <a:lnTo>
                  <a:pt x="86" y="39"/>
                </a:lnTo>
                <a:lnTo>
                  <a:pt x="86" y="38"/>
                </a:lnTo>
                <a:lnTo>
                  <a:pt x="87" y="37"/>
                </a:lnTo>
                <a:lnTo>
                  <a:pt x="87" y="36"/>
                </a:lnTo>
                <a:lnTo>
                  <a:pt x="88" y="36"/>
                </a:lnTo>
                <a:lnTo>
                  <a:pt x="88" y="35"/>
                </a:lnTo>
                <a:lnTo>
                  <a:pt x="89" y="35"/>
                </a:lnTo>
                <a:lnTo>
                  <a:pt x="89" y="34"/>
                </a:lnTo>
                <a:lnTo>
                  <a:pt x="90" y="34"/>
                </a:lnTo>
                <a:lnTo>
                  <a:pt x="90" y="33"/>
                </a:lnTo>
                <a:lnTo>
                  <a:pt x="90" y="32"/>
                </a:lnTo>
                <a:lnTo>
                  <a:pt x="90" y="30"/>
                </a:lnTo>
                <a:lnTo>
                  <a:pt x="91" y="30"/>
                </a:lnTo>
                <a:lnTo>
                  <a:pt x="91" y="29"/>
                </a:lnTo>
                <a:lnTo>
                  <a:pt x="92" y="29"/>
                </a:lnTo>
                <a:lnTo>
                  <a:pt x="92" y="28"/>
                </a:lnTo>
                <a:lnTo>
                  <a:pt x="93" y="27"/>
                </a:lnTo>
                <a:lnTo>
                  <a:pt x="94" y="26"/>
                </a:lnTo>
                <a:lnTo>
                  <a:pt x="95" y="26"/>
                </a:lnTo>
                <a:lnTo>
                  <a:pt x="96" y="25"/>
                </a:lnTo>
                <a:lnTo>
                  <a:pt x="97" y="25"/>
                </a:lnTo>
                <a:lnTo>
                  <a:pt x="97" y="24"/>
                </a:lnTo>
                <a:lnTo>
                  <a:pt x="98" y="24"/>
                </a:lnTo>
                <a:lnTo>
                  <a:pt x="99" y="23"/>
                </a:lnTo>
                <a:lnTo>
                  <a:pt x="100" y="23"/>
                </a:lnTo>
                <a:lnTo>
                  <a:pt x="101" y="23"/>
                </a:lnTo>
                <a:lnTo>
                  <a:pt x="102" y="23"/>
                </a:lnTo>
                <a:lnTo>
                  <a:pt x="103" y="22"/>
                </a:lnTo>
                <a:lnTo>
                  <a:pt x="104" y="22"/>
                </a:lnTo>
                <a:lnTo>
                  <a:pt x="105" y="21"/>
                </a:lnTo>
                <a:lnTo>
                  <a:pt x="106" y="21"/>
                </a:lnTo>
                <a:lnTo>
                  <a:pt x="106" y="20"/>
                </a:lnTo>
                <a:lnTo>
                  <a:pt x="107" y="20"/>
                </a:lnTo>
                <a:lnTo>
                  <a:pt x="108" y="20"/>
                </a:lnTo>
                <a:lnTo>
                  <a:pt x="108" y="19"/>
                </a:lnTo>
                <a:lnTo>
                  <a:pt x="109" y="19"/>
                </a:lnTo>
                <a:lnTo>
                  <a:pt x="110" y="19"/>
                </a:lnTo>
                <a:lnTo>
                  <a:pt x="111" y="19"/>
                </a:lnTo>
                <a:lnTo>
                  <a:pt x="111" y="18"/>
                </a:lnTo>
                <a:lnTo>
                  <a:pt x="112" y="18"/>
                </a:lnTo>
                <a:lnTo>
                  <a:pt x="113" y="18"/>
                </a:lnTo>
                <a:lnTo>
                  <a:pt x="113" y="19"/>
                </a:lnTo>
                <a:lnTo>
                  <a:pt x="114" y="19"/>
                </a:lnTo>
                <a:lnTo>
                  <a:pt x="115" y="19"/>
                </a:lnTo>
                <a:lnTo>
                  <a:pt x="115" y="18"/>
                </a:lnTo>
                <a:lnTo>
                  <a:pt x="116" y="18"/>
                </a:lnTo>
                <a:lnTo>
                  <a:pt x="118" y="18"/>
                </a:lnTo>
                <a:lnTo>
                  <a:pt x="119" y="18"/>
                </a:lnTo>
                <a:lnTo>
                  <a:pt x="120" y="17"/>
                </a:lnTo>
                <a:lnTo>
                  <a:pt x="121" y="17"/>
                </a:lnTo>
                <a:lnTo>
                  <a:pt x="122" y="17"/>
                </a:lnTo>
                <a:lnTo>
                  <a:pt x="122" y="16"/>
                </a:lnTo>
                <a:lnTo>
                  <a:pt x="123" y="16"/>
                </a:lnTo>
                <a:lnTo>
                  <a:pt x="124" y="16"/>
                </a:lnTo>
                <a:lnTo>
                  <a:pt x="123" y="15"/>
                </a:lnTo>
                <a:lnTo>
                  <a:pt x="124" y="14"/>
                </a:lnTo>
                <a:lnTo>
                  <a:pt x="125" y="14"/>
                </a:lnTo>
                <a:lnTo>
                  <a:pt x="126" y="13"/>
                </a:lnTo>
                <a:lnTo>
                  <a:pt x="126" y="14"/>
                </a:lnTo>
                <a:lnTo>
                  <a:pt x="127" y="14"/>
                </a:lnTo>
                <a:lnTo>
                  <a:pt x="128" y="14"/>
                </a:lnTo>
                <a:lnTo>
                  <a:pt x="128" y="15"/>
                </a:lnTo>
                <a:lnTo>
                  <a:pt x="129" y="16"/>
                </a:lnTo>
                <a:lnTo>
                  <a:pt x="129" y="17"/>
                </a:lnTo>
                <a:lnTo>
                  <a:pt x="129" y="18"/>
                </a:lnTo>
                <a:lnTo>
                  <a:pt x="130" y="18"/>
                </a:lnTo>
                <a:lnTo>
                  <a:pt x="130" y="17"/>
                </a:lnTo>
                <a:lnTo>
                  <a:pt x="130" y="16"/>
                </a:lnTo>
                <a:lnTo>
                  <a:pt x="129" y="16"/>
                </a:lnTo>
                <a:lnTo>
                  <a:pt x="129" y="15"/>
                </a:lnTo>
                <a:lnTo>
                  <a:pt x="129" y="14"/>
                </a:lnTo>
                <a:lnTo>
                  <a:pt x="128" y="13"/>
                </a:lnTo>
                <a:lnTo>
                  <a:pt x="127" y="13"/>
                </a:lnTo>
                <a:lnTo>
                  <a:pt x="126" y="12"/>
                </a:lnTo>
                <a:lnTo>
                  <a:pt x="125" y="12"/>
                </a:lnTo>
                <a:lnTo>
                  <a:pt x="125" y="11"/>
                </a:lnTo>
                <a:lnTo>
                  <a:pt x="126" y="11"/>
                </a:lnTo>
                <a:lnTo>
                  <a:pt x="126" y="10"/>
                </a:lnTo>
                <a:lnTo>
                  <a:pt x="127" y="10"/>
                </a:lnTo>
                <a:lnTo>
                  <a:pt x="127" y="9"/>
                </a:lnTo>
                <a:lnTo>
                  <a:pt x="128" y="9"/>
                </a:lnTo>
                <a:lnTo>
                  <a:pt x="128" y="8"/>
                </a:lnTo>
                <a:lnTo>
                  <a:pt x="128" y="7"/>
                </a:lnTo>
                <a:lnTo>
                  <a:pt x="129" y="7"/>
                </a:lnTo>
                <a:lnTo>
                  <a:pt x="129" y="6"/>
                </a:lnTo>
                <a:lnTo>
                  <a:pt x="129" y="5"/>
                </a:lnTo>
                <a:lnTo>
                  <a:pt x="130" y="5"/>
                </a:lnTo>
                <a:lnTo>
                  <a:pt x="131" y="5"/>
                </a:lnTo>
                <a:lnTo>
                  <a:pt x="131" y="4"/>
                </a:lnTo>
                <a:lnTo>
                  <a:pt x="132" y="3"/>
                </a:lnTo>
                <a:lnTo>
                  <a:pt x="133" y="2"/>
                </a:lnTo>
                <a:lnTo>
                  <a:pt x="134" y="2"/>
                </a:lnTo>
                <a:lnTo>
                  <a:pt x="134" y="1"/>
                </a:lnTo>
                <a:lnTo>
                  <a:pt x="135" y="1"/>
                </a:lnTo>
                <a:lnTo>
                  <a:pt x="134" y="1"/>
                </a:lnTo>
                <a:lnTo>
                  <a:pt x="135" y="1"/>
                </a:lnTo>
                <a:lnTo>
                  <a:pt x="135" y="2"/>
                </a:lnTo>
                <a:lnTo>
                  <a:pt x="136" y="2"/>
                </a:lnTo>
                <a:lnTo>
                  <a:pt x="136" y="1"/>
                </a:lnTo>
                <a:lnTo>
                  <a:pt x="137" y="1"/>
                </a:lnTo>
                <a:lnTo>
                  <a:pt x="137" y="0"/>
                </a:lnTo>
                <a:lnTo>
                  <a:pt x="137" y="1"/>
                </a:lnTo>
                <a:lnTo>
                  <a:pt x="138" y="1"/>
                </a:lnTo>
                <a:lnTo>
                  <a:pt x="139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27" name=""/>
          <p:cNvSpPr/>
          <p:nvPr/>
        </p:nvSpPr>
        <p:spPr>
          <a:xfrm>
            <a:off x="6968160" y="4263120"/>
            <a:ext cx="720" cy="2160"/>
          </a:xfrm>
          <a:custGeom>
            <a:avLst/>
            <a:gdLst/>
            <a:ahLst/>
            <a:rect l="0" t="0" r="r" b="b"/>
            <a:pathLst>
              <a:path w="2" h="6">
                <a:moveTo>
                  <a:pt x="0" y="6"/>
                </a:move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6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28" name=""/>
          <p:cNvSpPr/>
          <p:nvPr/>
        </p:nvSpPr>
        <p:spPr>
          <a:xfrm>
            <a:off x="6968520" y="426132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1"/>
                </a:moveTo>
                <a:lnTo>
                  <a:pt x="2" y="3"/>
                </a:ln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29" name=""/>
          <p:cNvSpPr/>
          <p:nvPr/>
        </p:nvSpPr>
        <p:spPr>
          <a:xfrm>
            <a:off x="6971040" y="42573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30" name=""/>
          <p:cNvSpPr/>
          <p:nvPr/>
        </p:nvSpPr>
        <p:spPr>
          <a:xfrm>
            <a:off x="6975360" y="424836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0" y="4"/>
                </a:move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1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0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31" name=""/>
          <p:cNvSpPr/>
          <p:nvPr/>
        </p:nvSpPr>
        <p:spPr>
          <a:xfrm>
            <a:off x="7026480" y="42202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32" name=""/>
          <p:cNvSpPr/>
          <p:nvPr/>
        </p:nvSpPr>
        <p:spPr>
          <a:xfrm>
            <a:off x="7026480" y="42202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noFill/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33" name=""/>
          <p:cNvSpPr/>
          <p:nvPr/>
        </p:nvSpPr>
        <p:spPr>
          <a:xfrm>
            <a:off x="7020720" y="42087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34" name=""/>
          <p:cNvSpPr/>
          <p:nvPr/>
        </p:nvSpPr>
        <p:spPr>
          <a:xfrm>
            <a:off x="7077600" y="41864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3" y="2"/>
                </a:moveTo>
                <a:lnTo>
                  <a:pt x="3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35" name=""/>
          <p:cNvSpPr/>
          <p:nvPr/>
        </p:nvSpPr>
        <p:spPr>
          <a:xfrm>
            <a:off x="7083360" y="4180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36" name=""/>
          <p:cNvSpPr/>
          <p:nvPr/>
        </p:nvSpPr>
        <p:spPr>
          <a:xfrm>
            <a:off x="6765840" y="43189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37" name=""/>
          <p:cNvSpPr/>
          <p:nvPr/>
        </p:nvSpPr>
        <p:spPr>
          <a:xfrm>
            <a:off x="6765840" y="43182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38" name=""/>
          <p:cNvSpPr/>
          <p:nvPr/>
        </p:nvSpPr>
        <p:spPr>
          <a:xfrm>
            <a:off x="6777000" y="43182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39" name=""/>
          <p:cNvSpPr/>
          <p:nvPr/>
        </p:nvSpPr>
        <p:spPr>
          <a:xfrm>
            <a:off x="6768360" y="43178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40" name=""/>
          <p:cNvSpPr/>
          <p:nvPr/>
        </p:nvSpPr>
        <p:spPr>
          <a:xfrm>
            <a:off x="6772320" y="431640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2" y="2"/>
                </a:moveTo>
                <a:lnTo>
                  <a:pt x="3" y="2"/>
                </a:lnTo>
                <a:lnTo>
                  <a:pt x="3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4" y="6"/>
                </a:lnTo>
                <a:lnTo>
                  <a:pt x="5" y="6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41" name=""/>
          <p:cNvSpPr/>
          <p:nvPr/>
        </p:nvSpPr>
        <p:spPr>
          <a:xfrm>
            <a:off x="6769440" y="431712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3" y="0"/>
                </a:move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2" y="5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42" name=""/>
          <p:cNvSpPr/>
          <p:nvPr/>
        </p:nvSpPr>
        <p:spPr>
          <a:xfrm>
            <a:off x="6769440" y="431712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3" y="0"/>
                </a:move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2" y="5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noFill/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43" name=""/>
          <p:cNvSpPr/>
          <p:nvPr/>
        </p:nvSpPr>
        <p:spPr>
          <a:xfrm>
            <a:off x="6773760" y="43160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44" name=""/>
          <p:cNvSpPr/>
          <p:nvPr/>
        </p:nvSpPr>
        <p:spPr>
          <a:xfrm>
            <a:off x="6772680" y="4314600"/>
            <a:ext cx="5040" cy="3960"/>
          </a:xfrm>
          <a:custGeom>
            <a:avLst/>
            <a:gdLst/>
            <a:ahLst/>
            <a:rect l="0" t="0" r="r" b="b"/>
            <a:pathLst>
              <a:path w="14" h="11">
                <a:moveTo>
                  <a:pt x="12" y="1"/>
                </a:moveTo>
                <a:lnTo>
                  <a:pt x="12" y="0"/>
                </a:lnTo>
                <a:lnTo>
                  <a:pt x="12" y="1"/>
                </a:lnTo>
                <a:lnTo>
                  <a:pt x="13" y="1"/>
                </a:lnTo>
                <a:lnTo>
                  <a:pt x="13" y="2"/>
                </a:lnTo>
                <a:lnTo>
                  <a:pt x="12" y="2"/>
                </a:lnTo>
                <a:lnTo>
                  <a:pt x="13" y="2"/>
                </a:lnTo>
                <a:lnTo>
                  <a:pt x="14" y="2"/>
                </a:lnTo>
                <a:lnTo>
                  <a:pt x="14" y="3"/>
                </a:lnTo>
                <a:lnTo>
                  <a:pt x="14" y="4"/>
                </a:lnTo>
                <a:lnTo>
                  <a:pt x="13" y="4"/>
                </a:lnTo>
                <a:lnTo>
                  <a:pt x="13" y="5"/>
                </a:lnTo>
                <a:lnTo>
                  <a:pt x="14" y="5"/>
                </a:lnTo>
                <a:lnTo>
                  <a:pt x="13" y="6"/>
                </a:lnTo>
                <a:lnTo>
                  <a:pt x="13" y="7"/>
                </a:lnTo>
                <a:lnTo>
                  <a:pt x="14" y="7"/>
                </a:lnTo>
                <a:lnTo>
                  <a:pt x="14" y="8"/>
                </a:lnTo>
                <a:lnTo>
                  <a:pt x="13" y="8"/>
                </a:lnTo>
                <a:lnTo>
                  <a:pt x="12" y="8"/>
                </a:lnTo>
                <a:lnTo>
                  <a:pt x="13" y="8"/>
                </a:lnTo>
                <a:lnTo>
                  <a:pt x="12" y="7"/>
                </a:lnTo>
                <a:lnTo>
                  <a:pt x="12" y="6"/>
                </a:lnTo>
                <a:lnTo>
                  <a:pt x="12" y="5"/>
                </a:lnTo>
                <a:lnTo>
                  <a:pt x="11" y="5"/>
                </a:lnTo>
                <a:lnTo>
                  <a:pt x="11" y="4"/>
                </a:lnTo>
                <a:lnTo>
                  <a:pt x="11" y="5"/>
                </a:lnTo>
                <a:lnTo>
                  <a:pt x="11" y="6"/>
                </a:lnTo>
                <a:lnTo>
                  <a:pt x="10" y="6"/>
                </a:lnTo>
                <a:lnTo>
                  <a:pt x="10" y="7"/>
                </a:lnTo>
                <a:lnTo>
                  <a:pt x="11" y="7"/>
                </a:lnTo>
                <a:lnTo>
                  <a:pt x="11" y="8"/>
                </a:lnTo>
                <a:lnTo>
                  <a:pt x="10" y="8"/>
                </a:lnTo>
                <a:lnTo>
                  <a:pt x="11" y="9"/>
                </a:lnTo>
                <a:lnTo>
                  <a:pt x="11" y="11"/>
                </a:lnTo>
                <a:lnTo>
                  <a:pt x="10" y="11"/>
                </a:lnTo>
                <a:lnTo>
                  <a:pt x="10" y="8"/>
                </a:lnTo>
                <a:lnTo>
                  <a:pt x="10" y="7"/>
                </a:lnTo>
                <a:lnTo>
                  <a:pt x="9" y="7"/>
                </a:lnTo>
                <a:lnTo>
                  <a:pt x="9" y="8"/>
                </a:lnTo>
                <a:lnTo>
                  <a:pt x="8" y="8"/>
                </a:lnTo>
                <a:lnTo>
                  <a:pt x="9" y="7"/>
                </a:lnTo>
                <a:lnTo>
                  <a:pt x="8" y="7"/>
                </a:lnTo>
                <a:lnTo>
                  <a:pt x="8" y="6"/>
                </a:lnTo>
                <a:lnTo>
                  <a:pt x="9" y="6"/>
                </a:lnTo>
                <a:lnTo>
                  <a:pt x="8" y="5"/>
                </a:lnTo>
                <a:lnTo>
                  <a:pt x="7" y="5"/>
                </a:lnTo>
                <a:lnTo>
                  <a:pt x="8" y="5"/>
                </a:lnTo>
                <a:lnTo>
                  <a:pt x="7" y="4"/>
                </a:lnTo>
                <a:lnTo>
                  <a:pt x="7" y="5"/>
                </a:lnTo>
                <a:lnTo>
                  <a:pt x="6" y="5"/>
                </a:lnTo>
                <a:lnTo>
                  <a:pt x="6" y="6"/>
                </a:lnTo>
                <a:lnTo>
                  <a:pt x="4" y="5"/>
                </a:lnTo>
                <a:lnTo>
                  <a:pt x="6" y="5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6" y="1"/>
                </a:lnTo>
                <a:lnTo>
                  <a:pt x="7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lnTo>
                  <a:pt x="12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45" name=""/>
          <p:cNvSpPr/>
          <p:nvPr/>
        </p:nvSpPr>
        <p:spPr>
          <a:xfrm>
            <a:off x="6769800" y="43156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46" name=""/>
          <p:cNvSpPr/>
          <p:nvPr/>
        </p:nvSpPr>
        <p:spPr>
          <a:xfrm>
            <a:off x="6770520" y="4315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47" name=""/>
          <p:cNvSpPr/>
          <p:nvPr/>
        </p:nvSpPr>
        <p:spPr>
          <a:xfrm>
            <a:off x="6763680" y="4312440"/>
            <a:ext cx="7560" cy="6120"/>
          </a:xfrm>
          <a:custGeom>
            <a:avLst/>
            <a:gdLst/>
            <a:ahLst/>
            <a:rect l="0" t="0" r="r" b="b"/>
            <a:pathLst>
              <a:path w="21" h="17">
                <a:moveTo>
                  <a:pt x="20" y="0"/>
                </a:moveTo>
                <a:lnTo>
                  <a:pt x="21" y="1"/>
                </a:lnTo>
                <a:lnTo>
                  <a:pt x="21" y="2"/>
                </a:lnTo>
                <a:lnTo>
                  <a:pt x="20" y="3"/>
                </a:lnTo>
                <a:lnTo>
                  <a:pt x="21" y="3"/>
                </a:lnTo>
                <a:lnTo>
                  <a:pt x="21" y="4"/>
                </a:lnTo>
                <a:lnTo>
                  <a:pt x="20" y="4"/>
                </a:lnTo>
                <a:lnTo>
                  <a:pt x="19" y="4"/>
                </a:lnTo>
                <a:lnTo>
                  <a:pt x="18" y="4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7" y="5"/>
                </a:lnTo>
                <a:lnTo>
                  <a:pt x="17" y="6"/>
                </a:lnTo>
                <a:lnTo>
                  <a:pt x="18" y="6"/>
                </a:lnTo>
                <a:lnTo>
                  <a:pt x="18" y="7"/>
                </a:lnTo>
                <a:lnTo>
                  <a:pt x="18" y="8"/>
                </a:lnTo>
                <a:lnTo>
                  <a:pt x="17" y="8"/>
                </a:lnTo>
                <a:lnTo>
                  <a:pt x="16" y="8"/>
                </a:lnTo>
                <a:lnTo>
                  <a:pt x="15" y="8"/>
                </a:lnTo>
                <a:lnTo>
                  <a:pt x="16" y="8"/>
                </a:lnTo>
                <a:lnTo>
                  <a:pt x="16" y="9"/>
                </a:lnTo>
                <a:lnTo>
                  <a:pt x="17" y="10"/>
                </a:lnTo>
                <a:lnTo>
                  <a:pt x="16" y="10"/>
                </a:lnTo>
                <a:lnTo>
                  <a:pt x="16" y="11"/>
                </a:lnTo>
                <a:lnTo>
                  <a:pt x="15" y="11"/>
                </a:lnTo>
                <a:lnTo>
                  <a:pt x="16" y="11"/>
                </a:lnTo>
                <a:lnTo>
                  <a:pt x="16" y="12"/>
                </a:lnTo>
                <a:lnTo>
                  <a:pt x="17" y="12"/>
                </a:lnTo>
                <a:lnTo>
                  <a:pt x="17" y="13"/>
                </a:lnTo>
                <a:lnTo>
                  <a:pt x="16" y="13"/>
                </a:lnTo>
                <a:lnTo>
                  <a:pt x="16" y="15"/>
                </a:lnTo>
                <a:lnTo>
                  <a:pt x="16" y="13"/>
                </a:lnTo>
                <a:lnTo>
                  <a:pt x="15" y="13"/>
                </a:lnTo>
                <a:lnTo>
                  <a:pt x="15" y="15"/>
                </a:lnTo>
                <a:lnTo>
                  <a:pt x="14" y="15"/>
                </a:lnTo>
                <a:lnTo>
                  <a:pt x="14" y="13"/>
                </a:lnTo>
                <a:lnTo>
                  <a:pt x="14" y="12"/>
                </a:lnTo>
                <a:lnTo>
                  <a:pt x="14" y="11"/>
                </a:lnTo>
                <a:lnTo>
                  <a:pt x="12" y="11"/>
                </a:lnTo>
                <a:lnTo>
                  <a:pt x="11" y="11"/>
                </a:lnTo>
                <a:lnTo>
                  <a:pt x="11" y="12"/>
                </a:lnTo>
                <a:lnTo>
                  <a:pt x="10" y="12"/>
                </a:lnTo>
                <a:lnTo>
                  <a:pt x="9" y="12"/>
                </a:lnTo>
                <a:lnTo>
                  <a:pt x="8" y="13"/>
                </a:lnTo>
                <a:lnTo>
                  <a:pt x="8" y="12"/>
                </a:lnTo>
                <a:lnTo>
                  <a:pt x="8" y="13"/>
                </a:lnTo>
                <a:lnTo>
                  <a:pt x="7" y="13"/>
                </a:lnTo>
                <a:lnTo>
                  <a:pt x="8" y="13"/>
                </a:lnTo>
                <a:lnTo>
                  <a:pt x="8" y="15"/>
                </a:lnTo>
                <a:lnTo>
                  <a:pt x="7" y="15"/>
                </a:lnTo>
                <a:lnTo>
                  <a:pt x="6" y="15"/>
                </a:lnTo>
                <a:lnTo>
                  <a:pt x="5" y="13"/>
                </a:lnTo>
                <a:lnTo>
                  <a:pt x="6" y="13"/>
                </a:lnTo>
                <a:lnTo>
                  <a:pt x="5" y="13"/>
                </a:lnTo>
                <a:lnTo>
                  <a:pt x="4" y="13"/>
                </a:lnTo>
                <a:lnTo>
                  <a:pt x="4" y="15"/>
                </a:lnTo>
                <a:lnTo>
                  <a:pt x="3" y="15"/>
                </a:lnTo>
                <a:lnTo>
                  <a:pt x="3" y="16"/>
                </a:lnTo>
                <a:lnTo>
                  <a:pt x="2" y="16"/>
                </a:lnTo>
                <a:lnTo>
                  <a:pt x="1" y="16"/>
                </a:lnTo>
                <a:lnTo>
                  <a:pt x="2" y="16"/>
                </a:lnTo>
                <a:lnTo>
                  <a:pt x="1" y="16"/>
                </a:lnTo>
                <a:lnTo>
                  <a:pt x="1" y="17"/>
                </a:lnTo>
                <a:lnTo>
                  <a:pt x="1" y="16"/>
                </a:lnTo>
                <a:lnTo>
                  <a:pt x="1" y="15"/>
                </a:lnTo>
                <a:lnTo>
                  <a:pt x="0" y="15"/>
                </a:lnTo>
                <a:lnTo>
                  <a:pt x="1" y="15"/>
                </a:lnTo>
                <a:lnTo>
                  <a:pt x="0" y="13"/>
                </a:lnTo>
                <a:lnTo>
                  <a:pt x="0" y="12"/>
                </a:lnTo>
                <a:lnTo>
                  <a:pt x="1" y="12"/>
                </a:lnTo>
                <a:lnTo>
                  <a:pt x="1" y="11"/>
                </a:lnTo>
                <a:lnTo>
                  <a:pt x="1" y="12"/>
                </a:lnTo>
                <a:lnTo>
                  <a:pt x="1" y="11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2" y="9"/>
                </a:lnTo>
                <a:lnTo>
                  <a:pt x="3" y="9"/>
                </a:lnTo>
                <a:lnTo>
                  <a:pt x="3" y="8"/>
                </a:lnTo>
                <a:lnTo>
                  <a:pt x="4" y="8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5" y="7"/>
                </a:lnTo>
                <a:lnTo>
                  <a:pt x="5" y="6"/>
                </a:lnTo>
                <a:lnTo>
                  <a:pt x="6" y="6"/>
                </a:lnTo>
                <a:lnTo>
                  <a:pt x="7" y="6"/>
                </a:lnTo>
                <a:lnTo>
                  <a:pt x="8" y="6"/>
                </a:lnTo>
                <a:lnTo>
                  <a:pt x="8" y="7"/>
                </a:lnTo>
                <a:lnTo>
                  <a:pt x="9" y="7"/>
                </a:lnTo>
                <a:lnTo>
                  <a:pt x="9" y="6"/>
                </a:lnTo>
                <a:lnTo>
                  <a:pt x="9" y="5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lnTo>
                  <a:pt x="14" y="4"/>
                </a:lnTo>
                <a:lnTo>
                  <a:pt x="15" y="4"/>
                </a:lnTo>
                <a:lnTo>
                  <a:pt x="15" y="3"/>
                </a:lnTo>
                <a:lnTo>
                  <a:pt x="16" y="3"/>
                </a:lnTo>
                <a:lnTo>
                  <a:pt x="17" y="2"/>
                </a:lnTo>
                <a:lnTo>
                  <a:pt x="17" y="1"/>
                </a:lnTo>
                <a:lnTo>
                  <a:pt x="18" y="2"/>
                </a:lnTo>
                <a:lnTo>
                  <a:pt x="17" y="2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2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48" name=""/>
          <p:cNvSpPr/>
          <p:nvPr/>
        </p:nvSpPr>
        <p:spPr>
          <a:xfrm>
            <a:off x="6770160" y="43146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49" name=""/>
          <p:cNvSpPr/>
          <p:nvPr/>
        </p:nvSpPr>
        <p:spPr>
          <a:xfrm>
            <a:off x="6765480" y="431316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6" y="1"/>
                </a:move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6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50" name=""/>
          <p:cNvSpPr/>
          <p:nvPr/>
        </p:nvSpPr>
        <p:spPr>
          <a:xfrm>
            <a:off x="6771600" y="431172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3" y="2"/>
                </a:moveTo>
                <a:lnTo>
                  <a:pt x="4" y="2"/>
                </a:lnTo>
                <a:lnTo>
                  <a:pt x="4" y="3"/>
                </a:lnTo>
                <a:lnTo>
                  <a:pt x="4" y="6"/>
                </a:lnTo>
                <a:lnTo>
                  <a:pt x="3" y="6"/>
                </a:lnTo>
                <a:lnTo>
                  <a:pt x="1" y="6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1" y="2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51" name=""/>
          <p:cNvSpPr/>
          <p:nvPr/>
        </p:nvSpPr>
        <p:spPr>
          <a:xfrm>
            <a:off x="6770880" y="43120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52" name=""/>
          <p:cNvSpPr/>
          <p:nvPr/>
        </p:nvSpPr>
        <p:spPr>
          <a:xfrm>
            <a:off x="6765120" y="43110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0"/>
                </a:move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53" name=""/>
          <p:cNvSpPr/>
          <p:nvPr/>
        </p:nvSpPr>
        <p:spPr>
          <a:xfrm>
            <a:off x="6765840" y="4304520"/>
            <a:ext cx="16560" cy="11520"/>
          </a:xfrm>
          <a:custGeom>
            <a:avLst/>
            <a:gdLst/>
            <a:ahLst/>
            <a:rect l="0" t="0" r="r" b="b"/>
            <a:pathLst>
              <a:path w="46" h="32">
                <a:moveTo>
                  <a:pt x="24" y="0"/>
                </a:moveTo>
                <a:lnTo>
                  <a:pt x="25" y="1"/>
                </a:lnTo>
                <a:lnTo>
                  <a:pt x="26" y="1"/>
                </a:lnTo>
                <a:lnTo>
                  <a:pt x="27" y="1"/>
                </a:lnTo>
                <a:lnTo>
                  <a:pt x="28" y="1"/>
                </a:lnTo>
                <a:lnTo>
                  <a:pt x="29" y="1"/>
                </a:lnTo>
                <a:lnTo>
                  <a:pt x="29" y="2"/>
                </a:lnTo>
                <a:lnTo>
                  <a:pt x="28" y="2"/>
                </a:lnTo>
                <a:lnTo>
                  <a:pt x="27" y="3"/>
                </a:lnTo>
                <a:lnTo>
                  <a:pt x="27" y="4"/>
                </a:lnTo>
                <a:lnTo>
                  <a:pt x="28" y="4"/>
                </a:lnTo>
                <a:lnTo>
                  <a:pt x="30" y="3"/>
                </a:lnTo>
                <a:lnTo>
                  <a:pt x="30" y="2"/>
                </a:lnTo>
                <a:lnTo>
                  <a:pt x="31" y="1"/>
                </a:lnTo>
                <a:lnTo>
                  <a:pt x="32" y="1"/>
                </a:lnTo>
                <a:lnTo>
                  <a:pt x="32" y="2"/>
                </a:lnTo>
                <a:lnTo>
                  <a:pt x="33" y="3"/>
                </a:lnTo>
                <a:lnTo>
                  <a:pt x="32" y="3"/>
                </a:lnTo>
                <a:lnTo>
                  <a:pt x="32" y="4"/>
                </a:lnTo>
                <a:lnTo>
                  <a:pt x="33" y="4"/>
                </a:lnTo>
                <a:lnTo>
                  <a:pt x="33" y="3"/>
                </a:lnTo>
                <a:lnTo>
                  <a:pt x="34" y="3"/>
                </a:lnTo>
                <a:lnTo>
                  <a:pt x="34" y="4"/>
                </a:lnTo>
                <a:lnTo>
                  <a:pt x="34" y="5"/>
                </a:lnTo>
                <a:lnTo>
                  <a:pt x="33" y="5"/>
                </a:lnTo>
                <a:lnTo>
                  <a:pt x="34" y="5"/>
                </a:lnTo>
                <a:lnTo>
                  <a:pt x="35" y="6"/>
                </a:lnTo>
                <a:lnTo>
                  <a:pt x="36" y="6"/>
                </a:lnTo>
                <a:lnTo>
                  <a:pt x="37" y="6"/>
                </a:lnTo>
                <a:lnTo>
                  <a:pt x="38" y="6"/>
                </a:lnTo>
                <a:lnTo>
                  <a:pt x="40" y="5"/>
                </a:lnTo>
                <a:lnTo>
                  <a:pt x="40" y="6"/>
                </a:lnTo>
                <a:lnTo>
                  <a:pt x="38" y="6"/>
                </a:lnTo>
                <a:lnTo>
                  <a:pt x="38" y="7"/>
                </a:lnTo>
                <a:lnTo>
                  <a:pt x="37" y="7"/>
                </a:lnTo>
                <a:lnTo>
                  <a:pt x="37" y="8"/>
                </a:lnTo>
                <a:lnTo>
                  <a:pt x="36" y="8"/>
                </a:lnTo>
                <a:lnTo>
                  <a:pt x="35" y="9"/>
                </a:lnTo>
                <a:lnTo>
                  <a:pt x="33" y="10"/>
                </a:lnTo>
                <a:lnTo>
                  <a:pt x="32" y="10"/>
                </a:lnTo>
                <a:lnTo>
                  <a:pt x="32" y="11"/>
                </a:lnTo>
                <a:lnTo>
                  <a:pt x="31" y="11"/>
                </a:lnTo>
                <a:lnTo>
                  <a:pt x="30" y="10"/>
                </a:lnTo>
                <a:lnTo>
                  <a:pt x="30" y="9"/>
                </a:lnTo>
                <a:lnTo>
                  <a:pt x="28" y="9"/>
                </a:lnTo>
                <a:lnTo>
                  <a:pt x="28" y="10"/>
                </a:lnTo>
                <a:lnTo>
                  <a:pt x="27" y="10"/>
                </a:lnTo>
                <a:lnTo>
                  <a:pt x="26" y="11"/>
                </a:lnTo>
                <a:lnTo>
                  <a:pt x="25" y="11"/>
                </a:lnTo>
                <a:lnTo>
                  <a:pt x="25" y="12"/>
                </a:lnTo>
                <a:lnTo>
                  <a:pt x="25" y="13"/>
                </a:lnTo>
                <a:lnTo>
                  <a:pt x="26" y="13"/>
                </a:lnTo>
                <a:lnTo>
                  <a:pt x="27" y="13"/>
                </a:lnTo>
                <a:lnTo>
                  <a:pt x="28" y="14"/>
                </a:lnTo>
                <a:lnTo>
                  <a:pt x="28" y="15"/>
                </a:lnTo>
                <a:lnTo>
                  <a:pt x="28" y="16"/>
                </a:lnTo>
                <a:lnTo>
                  <a:pt x="29" y="16"/>
                </a:lnTo>
                <a:lnTo>
                  <a:pt x="29" y="15"/>
                </a:lnTo>
                <a:lnTo>
                  <a:pt x="29" y="14"/>
                </a:lnTo>
                <a:lnTo>
                  <a:pt x="30" y="13"/>
                </a:lnTo>
                <a:lnTo>
                  <a:pt x="31" y="13"/>
                </a:lnTo>
                <a:lnTo>
                  <a:pt x="32" y="13"/>
                </a:lnTo>
                <a:lnTo>
                  <a:pt x="33" y="13"/>
                </a:lnTo>
                <a:lnTo>
                  <a:pt x="33" y="14"/>
                </a:lnTo>
                <a:lnTo>
                  <a:pt x="33" y="15"/>
                </a:lnTo>
                <a:lnTo>
                  <a:pt x="34" y="14"/>
                </a:lnTo>
                <a:lnTo>
                  <a:pt x="34" y="13"/>
                </a:lnTo>
                <a:lnTo>
                  <a:pt x="34" y="12"/>
                </a:lnTo>
                <a:lnTo>
                  <a:pt x="34" y="11"/>
                </a:lnTo>
                <a:lnTo>
                  <a:pt x="35" y="11"/>
                </a:lnTo>
                <a:lnTo>
                  <a:pt x="36" y="11"/>
                </a:lnTo>
                <a:lnTo>
                  <a:pt x="36" y="10"/>
                </a:lnTo>
                <a:lnTo>
                  <a:pt x="36" y="9"/>
                </a:lnTo>
                <a:lnTo>
                  <a:pt x="37" y="9"/>
                </a:lnTo>
                <a:lnTo>
                  <a:pt x="38" y="8"/>
                </a:lnTo>
                <a:lnTo>
                  <a:pt x="38" y="9"/>
                </a:lnTo>
                <a:lnTo>
                  <a:pt x="38" y="10"/>
                </a:lnTo>
                <a:lnTo>
                  <a:pt x="40" y="10"/>
                </a:lnTo>
                <a:lnTo>
                  <a:pt x="40" y="9"/>
                </a:lnTo>
                <a:lnTo>
                  <a:pt x="41" y="9"/>
                </a:lnTo>
                <a:lnTo>
                  <a:pt x="41" y="10"/>
                </a:lnTo>
                <a:lnTo>
                  <a:pt x="40" y="10"/>
                </a:lnTo>
                <a:lnTo>
                  <a:pt x="40" y="11"/>
                </a:lnTo>
                <a:lnTo>
                  <a:pt x="40" y="12"/>
                </a:lnTo>
                <a:lnTo>
                  <a:pt x="40" y="13"/>
                </a:lnTo>
                <a:lnTo>
                  <a:pt x="40" y="12"/>
                </a:lnTo>
                <a:lnTo>
                  <a:pt x="40" y="13"/>
                </a:lnTo>
                <a:lnTo>
                  <a:pt x="40" y="14"/>
                </a:lnTo>
                <a:lnTo>
                  <a:pt x="40" y="13"/>
                </a:lnTo>
                <a:lnTo>
                  <a:pt x="41" y="13"/>
                </a:lnTo>
                <a:lnTo>
                  <a:pt x="40" y="13"/>
                </a:lnTo>
                <a:lnTo>
                  <a:pt x="41" y="13"/>
                </a:lnTo>
                <a:lnTo>
                  <a:pt x="41" y="14"/>
                </a:lnTo>
                <a:lnTo>
                  <a:pt x="42" y="14"/>
                </a:lnTo>
                <a:lnTo>
                  <a:pt x="42" y="13"/>
                </a:lnTo>
                <a:lnTo>
                  <a:pt x="42" y="12"/>
                </a:lnTo>
                <a:lnTo>
                  <a:pt x="42" y="11"/>
                </a:lnTo>
                <a:lnTo>
                  <a:pt x="42" y="10"/>
                </a:lnTo>
                <a:lnTo>
                  <a:pt x="43" y="11"/>
                </a:lnTo>
                <a:lnTo>
                  <a:pt x="43" y="12"/>
                </a:lnTo>
                <a:lnTo>
                  <a:pt x="43" y="13"/>
                </a:lnTo>
                <a:lnTo>
                  <a:pt x="44" y="13"/>
                </a:lnTo>
                <a:lnTo>
                  <a:pt x="45" y="13"/>
                </a:lnTo>
                <a:lnTo>
                  <a:pt x="46" y="13"/>
                </a:lnTo>
                <a:lnTo>
                  <a:pt x="45" y="14"/>
                </a:lnTo>
                <a:lnTo>
                  <a:pt x="46" y="14"/>
                </a:lnTo>
                <a:lnTo>
                  <a:pt x="46" y="15"/>
                </a:lnTo>
                <a:lnTo>
                  <a:pt x="45" y="15"/>
                </a:lnTo>
                <a:lnTo>
                  <a:pt x="45" y="14"/>
                </a:lnTo>
                <a:lnTo>
                  <a:pt x="44" y="14"/>
                </a:lnTo>
                <a:lnTo>
                  <a:pt x="44" y="15"/>
                </a:lnTo>
                <a:lnTo>
                  <a:pt x="43" y="16"/>
                </a:lnTo>
                <a:lnTo>
                  <a:pt x="43" y="17"/>
                </a:lnTo>
                <a:lnTo>
                  <a:pt x="44" y="17"/>
                </a:lnTo>
                <a:lnTo>
                  <a:pt x="44" y="18"/>
                </a:lnTo>
                <a:lnTo>
                  <a:pt x="45" y="18"/>
                </a:lnTo>
                <a:lnTo>
                  <a:pt x="45" y="20"/>
                </a:lnTo>
                <a:lnTo>
                  <a:pt x="44" y="20"/>
                </a:lnTo>
                <a:lnTo>
                  <a:pt x="44" y="19"/>
                </a:lnTo>
                <a:lnTo>
                  <a:pt x="43" y="19"/>
                </a:lnTo>
                <a:lnTo>
                  <a:pt x="44" y="20"/>
                </a:lnTo>
                <a:lnTo>
                  <a:pt x="43" y="21"/>
                </a:lnTo>
                <a:lnTo>
                  <a:pt x="42" y="22"/>
                </a:lnTo>
                <a:lnTo>
                  <a:pt x="42" y="23"/>
                </a:lnTo>
                <a:lnTo>
                  <a:pt x="41" y="21"/>
                </a:lnTo>
                <a:lnTo>
                  <a:pt x="41" y="22"/>
                </a:lnTo>
                <a:lnTo>
                  <a:pt x="40" y="22"/>
                </a:lnTo>
                <a:lnTo>
                  <a:pt x="40" y="21"/>
                </a:lnTo>
                <a:lnTo>
                  <a:pt x="38" y="20"/>
                </a:lnTo>
                <a:lnTo>
                  <a:pt x="40" y="20"/>
                </a:lnTo>
                <a:lnTo>
                  <a:pt x="40" y="19"/>
                </a:lnTo>
                <a:lnTo>
                  <a:pt x="37" y="18"/>
                </a:lnTo>
                <a:lnTo>
                  <a:pt x="36" y="18"/>
                </a:lnTo>
                <a:lnTo>
                  <a:pt x="35" y="18"/>
                </a:lnTo>
                <a:lnTo>
                  <a:pt x="35" y="17"/>
                </a:lnTo>
                <a:lnTo>
                  <a:pt x="34" y="17"/>
                </a:lnTo>
                <a:lnTo>
                  <a:pt x="34" y="18"/>
                </a:lnTo>
                <a:lnTo>
                  <a:pt x="33" y="18"/>
                </a:lnTo>
                <a:lnTo>
                  <a:pt x="33" y="19"/>
                </a:lnTo>
                <a:lnTo>
                  <a:pt x="33" y="20"/>
                </a:lnTo>
                <a:lnTo>
                  <a:pt x="33" y="21"/>
                </a:lnTo>
                <a:lnTo>
                  <a:pt x="34" y="21"/>
                </a:lnTo>
                <a:lnTo>
                  <a:pt x="33" y="22"/>
                </a:lnTo>
                <a:lnTo>
                  <a:pt x="33" y="21"/>
                </a:lnTo>
                <a:lnTo>
                  <a:pt x="33" y="20"/>
                </a:lnTo>
                <a:lnTo>
                  <a:pt x="32" y="20"/>
                </a:lnTo>
                <a:lnTo>
                  <a:pt x="33" y="20"/>
                </a:lnTo>
                <a:lnTo>
                  <a:pt x="32" y="20"/>
                </a:lnTo>
                <a:lnTo>
                  <a:pt x="32" y="21"/>
                </a:lnTo>
                <a:lnTo>
                  <a:pt x="31" y="21"/>
                </a:lnTo>
                <a:lnTo>
                  <a:pt x="32" y="21"/>
                </a:lnTo>
                <a:lnTo>
                  <a:pt x="33" y="22"/>
                </a:lnTo>
                <a:lnTo>
                  <a:pt x="33" y="23"/>
                </a:lnTo>
                <a:lnTo>
                  <a:pt x="33" y="25"/>
                </a:lnTo>
                <a:lnTo>
                  <a:pt x="34" y="25"/>
                </a:lnTo>
                <a:lnTo>
                  <a:pt x="35" y="26"/>
                </a:lnTo>
                <a:lnTo>
                  <a:pt x="36" y="26"/>
                </a:lnTo>
                <a:lnTo>
                  <a:pt x="37" y="27"/>
                </a:lnTo>
                <a:lnTo>
                  <a:pt x="37" y="29"/>
                </a:lnTo>
                <a:lnTo>
                  <a:pt x="36" y="29"/>
                </a:lnTo>
                <a:lnTo>
                  <a:pt x="35" y="29"/>
                </a:lnTo>
                <a:lnTo>
                  <a:pt x="35" y="30"/>
                </a:lnTo>
                <a:lnTo>
                  <a:pt x="36" y="30"/>
                </a:lnTo>
                <a:lnTo>
                  <a:pt x="36" y="31"/>
                </a:lnTo>
                <a:lnTo>
                  <a:pt x="36" y="32"/>
                </a:lnTo>
                <a:lnTo>
                  <a:pt x="35" y="32"/>
                </a:lnTo>
                <a:lnTo>
                  <a:pt x="35" y="31"/>
                </a:lnTo>
                <a:lnTo>
                  <a:pt x="34" y="31"/>
                </a:lnTo>
                <a:lnTo>
                  <a:pt x="34" y="32"/>
                </a:lnTo>
                <a:lnTo>
                  <a:pt x="33" y="32"/>
                </a:lnTo>
                <a:lnTo>
                  <a:pt x="33" y="31"/>
                </a:lnTo>
                <a:lnTo>
                  <a:pt x="33" y="30"/>
                </a:lnTo>
                <a:lnTo>
                  <a:pt x="33" y="29"/>
                </a:lnTo>
                <a:lnTo>
                  <a:pt x="32" y="27"/>
                </a:lnTo>
                <a:lnTo>
                  <a:pt x="31" y="29"/>
                </a:lnTo>
                <a:lnTo>
                  <a:pt x="30" y="29"/>
                </a:lnTo>
                <a:lnTo>
                  <a:pt x="30" y="27"/>
                </a:lnTo>
                <a:lnTo>
                  <a:pt x="29" y="26"/>
                </a:lnTo>
                <a:lnTo>
                  <a:pt x="28" y="26"/>
                </a:lnTo>
                <a:lnTo>
                  <a:pt x="26" y="25"/>
                </a:lnTo>
                <a:lnTo>
                  <a:pt x="26" y="26"/>
                </a:lnTo>
                <a:lnTo>
                  <a:pt x="26" y="27"/>
                </a:lnTo>
                <a:lnTo>
                  <a:pt x="25" y="27"/>
                </a:lnTo>
                <a:lnTo>
                  <a:pt x="25" y="29"/>
                </a:lnTo>
                <a:lnTo>
                  <a:pt x="24" y="29"/>
                </a:lnTo>
                <a:lnTo>
                  <a:pt x="24" y="27"/>
                </a:lnTo>
                <a:lnTo>
                  <a:pt x="23" y="27"/>
                </a:lnTo>
                <a:lnTo>
                  <a:pt x="23" y="26"/>
                </a:lnTo>
                <a:lnTo>
                  <a:pt x="23" y="25"/>
                </a:lnTo>
                <a:lnTo>
                  <a:pt x="22" y="25"/>
                </a:lnTo>
                <a:lnTo>
                  <a:pt x="21" y="25"/>
                </a:lnTo>
                <a:lnTo>
                  <a:pt x="20" y="25"/>
                </a:lnTo>
                <a:lnTo>
                  <a:pt x="20" y="24"/>
                </a:lnTo>
                <a:lnTo>
                  <a:pt x="20" y="23"/>
                </a:lnTo>
                <a:lnTo>
                  <a:pt x="19" y="22"/>
                </a:lnTo>
                <a:lnTo>
                  <a:pt x="19" y="21"/>
                </a:lnTo>
                <a:lnTo>
                  <a:pt x="19" y="20"/>
                </a:lnTo>
                <a:lnTo>
                  <a:pt x="18" y="20"/>
                </a:lnTo>
                <a:lnTo>
                  <a:pt x="17" y="20"/>
                </a:lnTo>
                <a:lnTo>
                  <a:pt x="16" y="20"/>
                </a:lnTo>
                <a:lnTo>
                  <a:pt x="15" y="20"/>
                </a:lnTo>
                <a:lnTo>
                  <a:pt x="14" y="20"/>
                </a:lnTo>
                <a:lnTo>
                  <a:pt x="13" y="21"/>
                </a:lnTo>
                <a:lnTo>
                  <a:pt x="12" y="21"/>
                </a:lnTo>
                <a:lnTo>
                  <a:pt x="11" y="21"/>
                </a:lnTo>
                <a:lnTo>
                  <a:pt x="10" y="21"/>
                </a:lnTo>
                <a:lnTo>
                  <a:pt x="10" y="20"/>
                </a:lnTo>
                <a:lnTo>
                  <a:pt x="9" y="20"/>
                </a:lnTo>
                <a:lnTo>
                  <a:pt x="9" y="21"/>
                </a:lnTo>
                <a:lnTo>
                  <a:pt x="8" y="20"/>
                </a:lnTo>
                <a:lnTo>
                  <a:pt x="7" y="19"/>
                </a:lnTo>
                <a:lnTo>
                  <a:pt x="6" y="18"/>
                </a:lnTo>
                <a:lnTo>
                  <a:pt x="6" y="19"/>
                </a:lnTo>
                <a:lnTo>
                  <a:pt x="6" y="20"/>
                </a:lnTo>
                <a:lnTo>
                  <a:pt x="5" y="19"/>
                </a:lnTo>
                <a:lnTo>
                  <a:pt x="4" y="20"/>
                </a:lnTo>
                <a:lnTo>
                  <a:pt x="4" y="21"/>
                </a:lnTo>
                <a:lnTo>
                  <a:pt x="3" y="21"/>
                </a:lnTo>
                <a:lnTo>
                  <a:pt x="2" y="20"/>
                </a:lnTo>
                <a:lnTo>
                  <a:pt x="1" y="19"/>
                </a:lnTo>
                <a:lnTo>
                  <a:pt x="2" y="19"/>
                </a:lnTo>
                <a:lnTo>
                  <a:pt x="2" y="18"/>
                </a:lnTo>
                <a:lnTo>
                  <a:pt x="1" y="17"/>
                </a:lnTo>
                <a:lnTo>
                  <a:pt x="1" y="16"/>
                </a:lnTo>
                <a:lnTo>
                  <a:pt x="0" y="16"/>
                </a:lnTo>
                <a:lnTo>
                  <a:pt x="1" y="15"/>
                </a:lnTo>
                <a:lnTo>
                  <a:pt x="1" y="14"/>
                </a:lnTo>
                <a:lnTo>
                  <a:pt x="2" y="14"/>
                </a:lnTo>
                <a:lnTo>
                  <a:pt x="3" y="14"/>
                </a:lnTo>
                <a:lnTo>
                  <a:pt x="4" y="14"/>
                </a:lnTo>
                <a:lnTo>
                  <a:pt x="4" y="13"/>
                </a:lnTo>
                <a:lnTo>
                  <a:pt x="5" y="12"/>
                </a:lnTo>
                <a:lnTo>
                  <a:pt x="6" y="11"/>
                </a:lnTo>
                <a:lnTo>
                  <a:pt x="7" y="11"/>
                </a:lnTo>
                <a:lnTo>
                  <a:pt x="7" y="10"/>
                </a:lnTo>
                <a:lnTo>
                  <a:pt x="7" y="9"/>
                </a:lnTo>
                <a:lnTo>
                  <a:pt x="8" y="9"/>
                </a:lnTo>
                <a:lnTo>
                  <a:pt x="8" y="8"/>
                </a:lnTo>
                <a:lnTo>
                  <a:pt x="9" y="8"/>
                </a:lnTo>
                <a:lnTo>
                  <a:pt x="9" y="7"/>
                </a:lnTo>
                <a:lnTo>
                  <a:pt x="9" y="8"/>
                </a:lnTo>
                <a:lnTo>
                  <a:pt x="9" y="7"/>
                </a:lnTo>
                <a:lnTo>
                  <a:pt x="9" y="8"/>
                </a:lnTo>
                <a:lnTo>
                  <a:pt x="10" y="8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1" y="9"/>
                </a:lnTo>
                <a:lnTo>
                  <a:pt x="11" y="8"/>
                </a:lnTo>
                <a:lnTo>
                  <a:pt x="12" y="8"/>
                </a:lnTo>
                <a:lnTo>
                  <a:pt x="12" y="7"/>
                </a:lnTo>
                <a:lnTo>
                  <a:pt x="12" y="6"/>
                </a:lnTo>
                <a:lnTo>
                  <a:pt x="13" y="6"/>
                </a:lnTo>
                <a:lnTo>
                  <a:pt x="14" y="6"/>
                </a:lnTo>
                <a:lnTo>
                  <a:pt x="14" y="5"/>
                </a:lnTo>
                <a:lnTo>
                  <a:pt x="15" y="5"/>
                </a:lnTo>
                <a:lnTo>
                  <a:pt x="16" y="5"/>
                </a:lnTo>
                <a:lnTo>
                  <a:pt x="16" y="4"/>
                </a:lnTo>
                <a:lnTo>
                  <a:pt x="16" y="3"/>
                </a:lnTo>
                <a:lnTo>
                  <a:pt x="17" y="3"/>
                </a:lnTo>
                <a:lnTo>
                  <a:pt x="18" y="3"/>
                </a:lnTo>
                <a:lnTo>
                  <a:pt x="19" y="3"/>
                </a:lnTo>
                <a:lnTo>
                  <a:pt x="20" y="2"/>
                </a:lnTo>
                <a:lnTo>
                  <a:pt x="22" y="2"/>
                </a:lnTo>
                <a:lnTo>
                  <a:pt x="22" y="1"/>
                </a:lnTo>
                <a:lnTo>
                  <a:pt x="23" y="1"/>
                </a:lnTo>
                <a:lnTo>
                  <a:pt x="23" y="0"/>
                </a:lnTo>
                <a:lnTo>
                  <a:pt x="24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54" name=""/>
          <p:cNvSpPr/>
          <p:nvPr/>
        </p:nvSpPr>
        <p:spPr>
          <a:xfrm>
            <a:off x="6777000" y="431856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3" y="0"/>
                </a:move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55" name=""/>
          <p:cNvSpPr/>
          <p:nvPr/>
        </p:nvSpPr>
        <p:spPr>
          <a:xfrm>
            <a:off x="6778080" y="4318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56" name=""/>
          <p:cNvSpPr/>
          <p:nvPr/>
        </p:nvSpPr>
        <p:spPr>
          <a:xfrm>
            <a:off x="6778080" y="43156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3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4" y="2"/>
                </a:lnTo>
                <a:lnTo>
                  <a:pt x="2" y="3"/>
                </a:lnTo>
                <a:lnTo>
                  <a:pt x="0" y="3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57" name=""/>
          <p:cNvSpPr/>
          <p:nvPr/>
        </p:nvSpPr>
        <p:spPr>
          <a:xfrm>
            <a:off x="6780600" y="4313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58" name=""/>
          <p:cNvSpPr/>
          <p:nvPr/>
        </p:nvSpPr>
        <p:spPr>
          <a:xfrm>
            <a:off x="6780240" y="43131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59" name=""/>
          <p:cNvSpPr/>
          <p:nvPr/>
        </p:nvSpPr>
        <p:spPr>
          <a:xfrm>
            <a:off x="6778440" y="4313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60" name=""/>
          <p:cNvSpPr/>
          <p:nvPr/>
        </p:nvSpPr>
        <p:spPr>
          <a:xfrm>
            <a:off x="6779160" y="43128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61" name=""/>
          <p:cNvSpPr/>
          <p:nvPr/>
        </p:nvSpPr>
        <p:spPr>
          <a:xfrm>
            <a:off x="6780600" y="4312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62" name=""/>
          <p:cNvSpPr/>
          <p:nvPr/>
        </p:nvSpPr>
        <p:spPr>
          <a:xfrm>
            <a:off x="6780600" y="4312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noFill/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63" name=""/>
          <p:cNvSpPr/>
          <p:nvPr/>
        </p:nvSpPr>
        <p:spPr>
          <a:xfrm>
            <a:off x="6778800" y="431136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0" y="0"/>
                </a:move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2" y="3"/>
                </a:lnTo>
                <a:lnTo>
                  <a:pt x="3" y="3"/>
                </a:lnTo>
                <a:lnTo>
                  <a:pt x="3" y="4"/>
                </a:ln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64" name=""/>
          <p:cNvSpPr/>
          <p:nvPr/>
        </p:nvSpPr>
        <p:spPr>
          <a:xfrm>
            <a:off x="6778440" y="431136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65" name=""/>
          <p:cNvSpPr/>
          <p:nvPr/>
        </p:nvSpPr>
        <p:spPr>
          <a:xfrm>
            <a:off x="6778440" y="431136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66" name=""/>
          <p:cNvSpPr/>
          <p:nvPr/>
        </p:nvSpPr>
        <p:spPr>
          <a:xfrm>
            <a:off x="6779160" y="4311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67" name=""/>
          <p:cNvSpPr/>
          <p:nvPr/>
        </p:nvSpPr>
        <p:spPr>
          <a:xfrm>
            <a:off x="6780600" y="430740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1"/>
                </a:move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68" name=""/>
          <p:cNvSpPr/>
          <p:nvPr/>
        </p:nvSpPr>
        <p:spPr>
          <a:xfrm>
            <a:off x="6780600" y="4306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69" name=""/>
          <p:cNvSpPr/>
          <p:nvPr/>
        </p:nvSpPr>
        <p:spPr>
          <a:xfrm>
            <a:off x="6778440" y="430596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3" y="1"/>
                </a:moveTo>
                <a:lnTo>
                  <a:pt x="3" y="3"/>
                </a:lnTo>
                <a:lnTo>
                  <a:pt x="1" y="3"/>
                </a:lnTo>
                <a:lnTo>
                  <a:pt x="1" y="1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3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70" name=""/>
          <p:cNvSpPr/>
          <p:nvPr/>
        </p:nvSpPr>
        <p:spPr>
          <a:xfrm>
            <a:off x="6778800" y="43052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71" name=""/>
          <p:cNvSpPr/>
          <p:nvPr/>
        </p:nvSpPr>
        <p:spPr>
          <a:xfrm>
            <a:off x="6778080" y="430488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3" y="0"/>
                </a:move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3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72" name=""/>
          <p:cNvSpPr/>
          <p:nvPr/>
        </p:nvSpPr>
        <p:spPr>
          <a:xfrm>
            <a:off x="6782760" y="430488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73" name=""/>
          <p:cNvSpPr/>
          <p:nvPr/>
        </p:nvSpPr>
        <p:spPr>
          <a:xfrm>
            <a:off x="6753960" y="431928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5" y="0"/>
                </a:moveTo>
                <a:lnTo>
                  <a:pt x="6" y="2"/>
                </a:lnTo>
                <a:lnTo>
                  <a:pt x="6" y="3"/>
                </a:lnTo>
                <a:lnTo>
                  <a:pt x="6" y="2"/>
                </a:lnTo>
                <a:lnTo>
                  <a:pt x="6" y="1"/>
                </a:lnTo>
                <a:lnTo>
                  <a:pt x="5" y="1"/>
                </a:ln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  <a:lnTo>
                  <a:pt x="5" y="4"/>
                </a:lnTo>
                <a:lnTo>
                  <a:pt x="4" y="4"/>
                </a:lnTo>
                <a:lnTo>
                  <a:pt x="4" y="6"/>
                </a:lnTo>
                <a:lnTo>
                  <a:pt x="3" y="6"/>
                </a:lnTo>
                <a:lnTo>
                  <a:pt x="1" y="6"/>
                </a:lnTo>
                <a:lnTo>
                  <a:pt x="1" y="4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4" y="0"/>
                </a:lnTo>
                <a:lnTo>
                  <a:pt x="5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74" name=""/>
          <p:cNvSpPr/>
          <p:nvPr/>
        </p:nvSpPr>
        <p:spPr>
          <a:xfrm>
            <a:off x="6754680" y="4317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75" name=""/>
          <p:cNvSpPr/>
          <p:nvPr/>
        </p:nvSpPr>
        <p:spPr>
          <a:xfrm>
            <a:off x="6753600" y="431712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4" y="6"/>
                </a:moveTo>
                <a:lnTo>
                  <a:pt x="4" y="4"/>
                </a:lnTo>
                <a:lnTo>
                  <a:pt x="3" y="4"/>
                </a:lnTo>
                <a:lnTo>
                  <a:pt x="3" y="6"/>
                </a:ln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4" y="6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76" name=""/>
          <p:cNvSpPr/>
          <p:nvPr/>
        </p:nvSpPr>
        <p:spPr>
          <a:xfrm>
            <a:off x="6755040" y="43174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E9E9E"/>
          </a:solidFill>
          <a:ln w="2520">
            <a:solidFill>
              <a:srgbClr val="595959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77" name=""/>
          <p:cNvSpPr/>
          <p:nvPr/>
        </p:nvSpPr>
        <p:spPr>
          <a:xfrm>
            <a:off x="6743880" y="4902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78" name=""/>
          <p:cNvSpPr/>
          <p:nvPr/>
        </p:nvSpPr>
        <p:spPr>
          <a:xfrm>
            <a:off x="6744600" y="49017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79" name=""/>
          <p:cNvSpPr/>
          <p:nvPr/>
        </p:nvSpPr>
        <p:spPr>
          <a:xfrm>
            <a:off x="6748200" y="4829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80" name=""/>
          <p:cNvSpPr/>
          <p:nvPr/>
        </p:nvSpPr>
        <p:spPr>
          <a:xfrm>
            <a:off x="6759360" y="4804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81" name=""/>
          <p:cNvSpPr/>
          <p:nvPr/>
        </p:nvSpPr>
        <p:spPr>
          <a:xfrm>
            <a:off x="6780600" y="4753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82" name=""/>
          <p:cNvSpPr/>
          <p:nvPr/>
        </p:nvSpPr>
        <p:spPr>
          <a:xfrm>
            <a:off x="6778080" y="47282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83" name=""/>
          <p:cNvSpPr/>
          <p:nvPr/>
        </p:nvSpPr>
        <p:spPr>
          <a:xfrm>
            <a:off x="6890040" y="45788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84" name=""/>
          <p:cNvSpPr/>
          <p:nvPr/>
        </p:nvSpPr>
        <p:spPr>
          <a:xfrm>
            <a:off x="6891120" y="45788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85" name=""/>
          <p:cNvSpPr/>
          <p:nvPr/>
        </p:nvSpPr>
        <p:spPr>
          <a:xfrm>
            <a:off x="6892560" y="45788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86" name=""/>
          <p:cNvSpPr/>
          <p:nvPr/>
        </p:nvSpPr>
        <p:spPr>
          <a:xfrm>
            <a:off x="6677640" y="45532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3" y="4"/>
                </a:move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3"/>
                </a:lnTo>
                <a:lnTo>
                  <a:pt x="4" y="4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87" name=""/>
          <p:cNvSpPr/>
          <p:nvPr/>
        </p:nvSpPr>
        <p:spPr>
          <a:xfrm>
            <a:off x="6893280" y="45777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88" name=""/>
          <p:cNvSpPr/>
          <p:nvPr/>
        </p:nvSpPr>
        <p:spPr>
          <a:xfrm>
            <a:off x="6710400" y="455544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4" y="6"/>
                </a:moveTo>
                <a:lnTo>
                  <a:pt x="2" y="6"/>
                </a:lnTo>
                <a:lnTo>
                  <a:pt x="1" y="6"/>
                </a:lnTo>
                <a:lnTo>
                  <a:pt x="0" y="5"/>
                </a:lnTo>
                <a:lnTo>
                  <a:pt x="0" y="3"/>
                </a:lnTo>
                <a:lnTo>
                  <a:pt x="1" y="3"/>
                </a:lnTo>
                <a:lnTo>
                  <a:pt x="2" y="1"/>
                </a:lnTo>
                <a:lnTo>
                  <a:pt x="5" y="1"/>
                </a:lnTo>
                <a:lnTo>
                  <a:pt x="6" y="0"/>
                </a:lnTo>
                <a:lnTo>
                  <a:pt x="6" y="1"/>
                </a:lnTo>
                <a:lnTo>
                  <a:pt x="6" y="2"/>
                </a:lnTo>
                <a:lnTo>
                  <a:pt x="6" y="5"/>
                </a:lnTo>
                <a:lnTo>
                  <a:pt x="4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89" name=""/>
          <p:cNvSpPr/>
          <p:nvPr/>
        </p:nvSpPr>
        <p:spPr>
          <a:xfrm>
            <a:off x="6890040" y="4574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90" name=""/>
          <p:cNvSpPr/>
          <p:nvPr/>
        </p:nvSpPr>
        <p:spPr>
          <a:xfrm>
            <a:off x="6696000" y="454356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4" y="5"/>
                </a:moveTo>
                <a:lnTo>
                  <a:pt x="2" y="5"/>
                </a:lnTo>
                <a:lnTo>
                  <a:pt x="1" y="4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2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8" y="2"/>
                </a:lnTo>
                <a:lnTo>
                  <a:pt x="8" y="3"/>
                </a:lnTo>
                <a:lnTo>
                  <a:pt x="7" y="4"/>
                </a:lnTo>
                <a:lnTo>
                  <a:pt x="6" y="5"/>
                </a:lnTo>
                <a:lnTo>
                  <a:pt x="4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91" name=""/>
          <p:cNvSpPr/>
          <p:nvPr/>
        </p:nvSpPr>
        <p:spPr>
          <a:xfrm>
            <a:off x="6718320" y="4543560"/>
            <a:ext cx="5760" cy="2880"/>
          </a:xfrm>
          <a:custGeom>
            <a:avLst/>
            <a:gdLst/>
            <a:ahLst/>
            <a:rect l="0" t="0" r="r" b="b"/>
            <a:pathLst>
              <a:path fill="none" w="16" h="8">
                <a:moveTo>
                  <a:pt x="15" y="0"/>
                </a:moveTo>
                <a:lnTo>
                  <a:pt x="16" y="0"/>
                </a:lnTo>
                <a:lnTo>
                  <a:pt x="16" y="1"/>
                </a:lnTo>
                <a:lnTo>
                  <a:pt x="16" y="2"/>
                </a:lnTo>
                <a:lnTo>
                  <a:pt x="16" y="3"/>
                </a:lnTo>
                <a:lnTo>
                  <a:pt x="16" y="5"/>
                </a:lnTo>
                <a:lnTo>
                  <a:pt x="15" y="6"/>
                </a:lnTo>
                <a:lnTo>
                  <a:pt x="14" y="6"/>
                </a:lnTo>
                <a:lnTo>
                  <a:pt x="14" y="7"/>
                </a:lnTo>
                <a:lnTo>
                  <a:pt x="12" y="7"/>
                </a:lnTo>
                <a:lnTo>
                  <a:pt x="9" y="7"/>
                </a:lnTo>
                <a:lnTo>
                  <a:pt x="3" y="8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9" y="1"/>
                </a:lnTo>
                <a:lnTo>
                  <a:pt x="10" y="1"/>
                </a:lnTo>
                <a:lnTo>
                  <a:pt x="11" y="0"/>
                </a:lnTo>
                <a:lnTo>
                  <a:pt x="12" y="0"/>
                </a:lnTo>
                <a:lnTo>
                  <a:pt x="13" y="0"/>
                </a:lnTo>
                <a:lnTo>
                  <a:pt x="14" y="0"/>
                </a:lnTo>
                <a:lnTo>
                  <a:pt x="1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92" name=""/>
          <p:cNvSpPr/>
          <p:nvPr/>
        </p:nvSpPr>
        <p:spPr>
          <a:xfrm>
            <a:off x="6694200" y="45381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93" name=""/>
          <p:cNvSpPr/>
          <p:nvPr/>
        </p:nvSpPr>
        <p:spPr>
          <a:xfrm>
            <a:off x="6689880" y="4536360"/>
            <a:ext cx="4680" cy="4320"/>
          </a:xfrm>
          <a:custGeom>
            <a:avLst/>
            <a:gdLst/>
            <a:ahLst/>
            <a:rect l="0" t="0" r="r" b="b"/>
            <a:pathLst>
              <a:path fill="none" w="13" h="12">
                <a:moveTo>
                  <a:pt x="10" y="1"/>
                </a:moveTo>
                <a:lnTo>
                  <a:pt x="10" y="2"/>
                </a:lnTo>
                <a:lnTo>
                  <a:pt x="9" y="3"/>
                </a:lnTo>
                <a:lnTo>
                  <a:pt x="7" y="3"/>
                </a:lnTo>
                <a:lnTo>
                  <a:pt x="5" y="5"/>
                </a:lnTo>
                <a:lnTo>
                  <a:pt x="4" y="6"/>
                </a:lnTo>
                <a:lnTo>
                  <a:pt x="3" y="7"/>
                </a:lnTo>
                <a:lnTo>
                  <a:pt x="3" y="8"/>
                </a:lnTo>
                <a:lnTo>
                  <a:pt x="3" y="9"/>
                </a:lnTo>
                <a:lnTo>
                  <a:pt x="4" y="9"/>
                </a:lnTo>
                <a:lnTo>
                  <a:pt x="5" y="9"/>
                </a:lnTo>
                <a:lnTo>
                  <a:pt x="6" y="8"/>
                </a:lnTo>
                <a:lnTo>
                  <a:pt x="7" y="7"/>
                </a:lnTo>
                <a:lnTo>
                  <a:pt x="8" y="6"/>
                </a:lnTo>
                <a:lnTo>
                  <a:pt x="9" y="6"/>
                </a:lnTo>
                <a:lnTo>
                  <a:pt x="12" y="5"/>
                </a:lnTo>
                <a:lnTo>
                  <a:pt x="13" y="5"/>
                </a:lnTo>
                <a:lnTo>
                  <a:pt x="13" y="6"/>
                </a:lnTo>
                <a:lnTo>
                  <a:pt x="13" y="7"/>
                </a:lnTo>
                <a:lnTo>
                  <a:pt x="12" y="7"/>
                </a:lnTo>
                <a:lnTo>
                  <a:pt x="9" y="8"/>
                </a:lnTo>
                <a:lnTo>
                  <a:pt x="8" y="8"/>
                </a:lnTo>
                <a:lnTo>
                  <a:pt x="7" y="9"/>
                </a:lnTo>
                <a:lnTo>
                  <a:pt x="6" y="10"/>
                </a:lnTo>
                <a:lnTo>
                  <a:pt x="5" y="10"/>
                </a:lnTo>
                <a:lnTo>
                  <a:pt x="4" y="12"/>
                </a:lnTo>
                <a:lnTo>
                  <a:pt x="2" y="12"/>
                </a:lnTo>
                <a:lnTo>
                  <a:pt x="1" y="12"/>
                </a:lnTo>
                <a:lnTo>
                  <a:pt x="0" y="10"/>
                </a:lnTo>
                <a:lnTo>
                  <a:pt x="0" y="9"/>
                </a:lnTo>
                <a:lnTo>
                  <a:pt x="0" y="7"/>
                </a:lnTo>
                <a:lnTo>
                  <a:pt x="1" y="6"/>
                </a:lnTo>
                <a:lnTo>
                  <a:pt x="4" y="3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10" y="0"/>
                </a:lnTo>
                <a:lnTo>
                  <a:pt x="1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94" name=""/>
          <p:cNvSpPr/>
          <p:nvPr/>
        </p:nvSpPr>
        <p:spPr>
          <a:xfrm>
            <a:off x="6693480" y="4536000"/>
            <a:ext cx="5400" cy="3240"/>
          </a:xfrm>
          <a:custGeom>
            <a:avLst/>
            <a:gdLst/>
            <a:ahLst/>
            <a:rect l="0" t="0" r="r" b="b"/>
            <a:pathLst>
              <a:path fill="none" w="15" h="9">
                <a:moveTo>
                  <a:pt x="13" y="1"/>
                </a:moveTo>
                <a:lnTo>
                  <a:pt x="15" y="3"/>
                </a:lnTo>
                <a:lnTo>
                  <a:pt x="15" y="5"/>
                </a:lnTo>
                <a:lnTo>
                  <a:pt x="13" y="6"/>
                </a:lnTo>
                <a:lnTo>
                  <a:pt x="12" y="8"/>
                </a:lnTo>
                <a:lnTo>
                  <a:pt x="10" y="9"/>
                </a:lnTo>
                <a:lnTo>
                  <a:pt x="9" y="9"/>
                </a:lnTo>
                <a:lnTo>
                  <a:pt x="8" y="9"/>
                </a:lnTo>
                <a:lnTo>
                  <a:pt x="7" y="9"/>
                </a:lnTo>
                <a:lnTo>
                  <a:pt x="6" y="9"/>
                </a:lnTo>
                <a:lnTo>
                  <a:pt x="6" y="8"/>
                </a:lnTo>
                <a:lnTo>
                  <a:pt x="7" y="8"/>
                </a:lnTo>
                <a:lnTo>
                  <a:pt x="8" y="8"/>
                </a:lnTo>
                <a:lnTo>
                  <a:pt x="9" y="8"/>
                </a:lnTo>
                <a:lnTo>
                  <a:pt x="10" y="7"/>
                </a:lnTo>
                <a:lnTo>
                  <a:pt x="11" y="7"/>
                </a:lnTo>
                <a:lnTo>
                  <a:pt x="11" y="6"/>
                </a:lnTo>
                <a:lnTo>
                  <a:pt x="12" y="5"/>
                </a:lnTo>
                <a:lnTo>
                  <a:pt x="11" y="3"/>
                </a:lnTo>
                <a:lnTo>
                  <a:pt x="11" y="2"/>
                </a:lnTo>
                <a:lnTo>
                  <a:pt x="10" y="2"/>
                </a:lnTo>
                <a:lnTo>
                  <a:pt x="9" y="2"/>
                </a:lnTo>
                <a:lnTo>
                  <a:pt x="8" y="2"/>
                </a:lnTo>
                <a:lnTo>
                  <a:pt x="7" y="2"/>
                </a:lnTo>
                <a:lnTo>
                  <a:pt x="6" y="3"/>
                </a:lnTo>
                <a:lnTo>
                  <a:pt x="5" y="3"/>
                </a:lnTo>
                <a:lnTo>
                  <a:pt x="3" y="2"/>
                </a:lnTo>
                <a:lnTo>
                  <a:pt x="2" y="2"/>
                </a:ln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10" y="0"/>
                </a:lnTo>
                <a:lnTo>
                  <a:pt x="11" y="0"/>
                </a:lnTo>
                <a:lnTo>
                  <a:pt x="12" y="0"/>
                </a:lnTo>
                <a:lnTo>
                  <a:pt x="1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95" name=""/>
          <p:cNvSpPr/>
          <p:nvPr/>
        </p:nvSpPr>
        <p:spPr>
          <a:xfrm>
            <a:off x="6716160" y="4534560"/>
            <a:ext cx="5760" cy="2160"/>
          </a:xfrm>
          <a:custGeom>
            <a:avLst/>
            <a:gdLst/>
            <a:ahLst/>
            <a:rect l="0" t="0" r="r" b="b"/>
            <a:pathLst>
              <a:path fill="none" w="16" h="6">
                <a:moveTo>
                  <a:pt x="15" y="4"/>
                </a:moveTo>
                <a:lnTo>
                  <a:pt x="12" y="4"/>
                </a:lnTo>
                <a:lnTo>
                  <a:pt x="10" y="4"/>
                </a:lnTo>
                <a:lnTo>
                  <a:pt x="9" y="3"/>
                </a:lnTo>
                <a:lnTo>
                  <a:pt x="8" y="4"/>
                </a:lnTo>
                <a:lnTo>
                  <a:pt x="6" y="4"/>
                </a:lnTo>
                <a:lnTo>
                  <a:pt x="5" y="5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1" y="4"/>
                </a:lnTo>
                <a:lnTo>
                  <a:pt x="2" y="3"/>
                </a:lnTo>
                <a:lnTo>
                  <a:pt x="3" y="3"/>
                </a:lnTo>
                <a:lnTo>
                  <a:pt x="5" y="1"/>
                </a:lnTo>
                <a:lnTo>
                  <a:pt x="7" y="1"/>
                </a:lnTo>
                <a:lnTo>
                  <a:pt x="11" y="0"/>
                </a:lnTo>
                <a:lnTo>
                  <a:pt x="12" y="0"/>
                </a:lnTo>
                <a:lnTo>
                  <a:pt x="15" y="0"/>
                </a:lnTo>
                <a:lnTo>
                  <a:pt x="16" y="3"/>
                </a:lnTo>
                <a:lnTo>
                  <a:pt x="15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96" name=""/>
          <p:cNvSpPr/>
          <p:nvPr/>
        </p:nvSpPr>
        <p:spPr>
          <a:xfrm>
            <a:off x="6703200" y="4532760"/>
            <a:ext cx="3600" cy="2520"/>
          </a:xfrm>
          <a:custGeom>
            <a:avLst/>
            <a:gdLst/>
            <a:ahLst/>
            <a:rect l="0" t="0" r="r" b="b"/>
            <a:pathLst>
              <a:path fill="none" w="10" h="7">
                <a:moveTo>
                  <a:pt x="2" y="7"/>
                </a:moveTo>
                <a:lnTo>
                  <a:pt x="1" y="6"/>
                </a:lnTo>
                <a:lnTo>
                  <a:pt x="0" y="5"/>
                </a:lnTo>
                <a:lnTo>
                  <a:pt x="0" y="4"/>
                </a:lnTo>
                <a:lnTo>
                  <a:pt x="1" y="3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10" y="3"/>
                </a:lnTo>
                <a:lnTo>
                  <a:pt x="10" y="4"/>
                </a:lnTo>
                <a:lnTo>
                  <a:pt x="10" y="5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5" y="6"/>
                </a:lnTo>
                <a:lnTo>
                  <a:pt x="3" y="7"/>
                </a:lnTo>
                <a:lnTo>
                  <a:pt x="2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97" name=""/>
          <p:cNvSpPr/>
          <p:nvPr/>
        </p:nvSpPr>
        <p:spPr>
          <a:xfrm>
            <a:off x="6725880" y="453276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1" y="5"/>
                </a:moveTo>
                <a:lnTo>
                  <a:pt x="0" y="4"/>
                </a:lnTo>
                <a:lnTo>
                  <a:pt x="0" y="3"/>
                </a:lnTo>
                <a:lnTo>
                  <a:pt x="0" y="0"/>
                </a:lnTo>
                <a:lnTo>
                  <a:pt x="1" y="0"/>
                </a:lnTo>
                <a:lnTo>
                  <a:pt x="3" y="1"/>
                </a:lnTo>
                <a:lnTo>
                  <a:pt x="3" y="3"/>
                </a:lnTo>
                <a:lnTo>
                  <a:pt x="3" y="4"/>
                </a:lnTo>
                <a:lnTo>
                  <a:pt x="1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98" name=""/>
          <p:cNvSpPr/>
          <p:nvPr/>
        </p:nvSpPr>
        <p:spPr>
          <a:xfrm>
            <a:off x="6687360" y="452916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7" y="2"/>
                </a:moveTo>
                <a:lnTo>
                  <a:pt x="6" y="4"/>
                </a:lnTo>
                <a:lnTo>
                  <a:pt x="5" y="4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1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7" y="1"/>
                </a:lnTo>
                <a:lnTo>
                  <a:pt x="7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99" name=""/>
          <p:cNvSpPr/>
          <p:nvPr/>
        </p:nvSpPr>
        <p:spPr>
          <a:xfrm>
            <a:off x="6694200" y="452952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00" name=""/>
          <p:cNvSpPr/>
          <p:nvPr/>
        </p:nvSpPr>
        <p:spPr>
          <a:xfrm>
            <a:off x="6690240" y="452808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4" y="6"/>
                </a:move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4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01" name=""/>
          <p:cNvSpPr/>
          <p:nvPr/>
        </p:nvSpPr>
        <p:spPr>
          <a:xfrm>
            <a:off x="6724800" y="453024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4" y="5"/>
                </a:move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1" y="1"/>
                </a:lnTo>
                <a:lnTo>
                  <a:pt x="2" y="0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4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02" name=""/>
          <p:cNvSpPr/>
          <p:nvPr/>
        </p:nvSpPr>
        <p:spPr>
          <a:xfrm>
            <a:off x="6690600" y="45273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03" name=""/>
          <p:cNvSpPr/>
          <p:nvPr/>
        </p:nvSpPr>
        <p:spPr>
          <a:xfrm>
            <a:off x="6690960" y="45259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04" name=""/>
          <p:cNvSpPr/>
          <p:nvPr/>
        </p:nvSpPr>
        <p:spPr>
          <a:xfrm>
            <a:off x="6694920" y="45259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05" name=""/>
          <p:cNvSpPr/>
          <p:nvPr/>
        </p:nvSpPr>
        <p:spPr>
          <a:xfrm>
            <a:off x="6694560" y="45259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06" name=""/>
          <p:cNvSpPr/>
          <p:nvPr/>
        </p:nvSpPr>
        <p:spPr>
          <a:xfrm>
            <a:off x="6695280" y="4525920"/>
            <a:ext cx="2160" cy="3960"/>
          </a:xfrm>
          <a:custGeom>
            <a:avLst/>
            <a:gdLst/>
            <a:ahLst/>
            <a:rect l="0" t="0" r="r" b="b"/>
            <a:pathLst>
              <a:path fill="none" w="6" h="11">
                <a:moveTo>
                  <a:pt x="2" y="11"/>
                </a:moveTo>
                <a:lnTo>
                  <a:pt x="1" y="11"/>
                </a:lnTo>
                <a:lnTo>
                  <a:pt x="0" y="11"/>
                </a:lnTo>
                <a:lnTo>
                  <a:pt x="0" y="10"/>
                </a:lnTo>
                <a:lnTo>
                  <a:pt x="1" y="9"/>
                </a:lnTo>
                <a:lnTo>
                  <a:pt x="2" y="8"/>
                </a:ln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  <a:lnTo>
                  <a:pt x="5" y="2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5" y="6"/>
                </a:lnTo>
                <a:lnTo>
                  <a:pt x="5" y="8"/>
                </a:lnTo>
                <a:lnTo>
                  <a:pt x="3" y="9"/>
                </a:lnTo>
                <a:lnTo>
                  <a:pt x="2" y="10"/>
                </a:lnTo>
                <a:lnTo>
                  <a:pt x="2" y="1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07" name=""/>
          <p:cNvSpPr/>
          <p:nvPr/>
        </p:nvSpPr>
        <p:spPr>
          <a:xfrm>
            <a:off x="6693840" y="45252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08" name=""/>
          <p:cNvSpPr/>
          <p:nvPr/>
        </p:nvSpPr>
        <p:spPr>
          <a:xfrm>
            <a:off x="6692760" y="452484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1" y="3"/>
                </a:move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09" name=""/>
          <p:cNvSpPr/>
          <p:nvPr/>
        </p:nvSpPr>
        <p:spPr>
          <a:xfrm>
            <a:off x="6693840" y="452412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5"/>
                </a:moveTo>
                <a:lnTo>
                  <a:pt x="4" y="5"/>
                </a:lnTo>
                <a:lnTo>
                  <a:pt x="3" y="4"/>
                </a:ln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4"/>
                </a:lnTo>
                <a:lnTo>
                  <a:pt x="5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10" name=""/>
          <p:cNvSpPr/>
          <p:nvPr/>
        </p:nvSpPr>
        <p:spPr>
          <a:xfrm>
            <a:off x="6720120" y="4526280"/>
            <a:ext cx="3240" cy="3240"/>
          </a:xfrm>
          <a:custGeom>
            <a:avLst/>
            <a:gdLst/>
            <a:ahLst/>
            <a:rect l="0" t="0" r="r" b="b"/>
            <a:pathLst>
              <a:path fill="none" w="9" h="9">
                <a:moveTo>
                  <a:pt x="2" y="8"/>
                </a:moveTo>
                <a:lnTo>
                  <a:pt x="2" y="9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2" y="5"/>
                </a:lnTo>
                <a:lnTo>
                  <a:pt x="3" y="5"/>
                </a:lnTo>
                <a:lnTo>
                  <a:pt x="4" y="4"/>
                </a:lnTo>
                <a:lnTo>
                  <a:pt x="5" y="2"/>
                </a:lnTo>
                <a:lnTo>
                  <a:pt x="7" y="1"/>
                </a:lnTo>
                <a:lnTo>
                  <a:pt x="8" y="0"/>
                </a:lnTo>
                <a:lnTo>
                  <a:pt x="9" y="1"/>
                </a:lnTo>
                <a:lnTo>
                  <a:pt x="8" y="4"/>
                </a:lnTo>
                <a:lnTo>
                  <a:pt x="7" y="4"/>
                </a:lnTo>
                <a:lnTo>
                  <a:pt x="6" y="5"/>
                </a:lnTo>
                <a:lnTo>
                  <a:pt x="5" y="5"/>
                </a:lnTo>
                <a:lnTo>
                  <a:pt x="4" y="6"/>
                </a:lnTo>
                <a:lnTo>
                  <a:pt x="3" y="7"/>
                </a:lnTo>
                <a:lnTo>
                  <a:pt x="2" y="8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11" name=""/>
          <p:cNvSpPr/>
          <p:nvPr/>
        </p:nvSpPr>
        <p:spPr>
          <a:xfrm>
            <a:off x="6724440" y="45252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12" name=""/>
          <p:cNvSpPr/>
          <p:nvPr/>
        </p:nvSpPr>
        <p:spPr>
          <a:xfrm>
            <a:off x="6727320" y="45212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3" y="3"/>
                </a:move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13" name=""/>
          <p:cNvSpPr/>
          <p:nvPr/>
        </p:nvSpPr>
        <p:spPr>
          <a:xfrm>
            <a:off x="6710400" y="451692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6" y="5"/>
                </a:moveTo>
                <a:lnTo>
                  <a:pt x="5" y="5"/>
                </a:lnTo>
                <a:lnTo>
                  <a:pt x="4" y="5"/>
                </a:lnTo>
                <a:lnTo>
                  <a:pt x="2" y="4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7" y="1"/>
                </a:lnTo>
                <a:lnTo>
                  <a:pt x="7" y="2"/>
                </a:lnTo>
                <a:lnTo>
                  <a:pt x="6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14" name=""/>
          <p:cNvSpPr/>
          <p:nvPr/>
        </p:nvSpPr>
        <p:spPr>
          <a:xfrm>
            <a:off x="6856200" y="4532400"/>
            <a:ext cx="2160" cy="3240"/>
          </a:xfrm>
          <a:custGeom>
            <a:avLst/>
            <a:gdLst/>
            <a:ahLst/>
            <a:rect l="0" t="0" r="r" b="b"/>
            <a:pathLst>
              <a:path fill="none" w="6" h="9">
                <a:moveTo>
                  <a:pt x="5" y="8"/>
                </a:moveTo>
                <a:lnTo>
                  <a:pt x="2" y="9"/>
                </a:lnTo>
                <a:lnTo>
                  <a:pt x="0" y="6"/>
                </a:lnTo>
                <a:lnTo>
                  <a:pt x="0" y="4"/>
                </a:lnTo>
                <a:lnTo>
                  <a:pt x="1" y="2"/>
                </a:lnTo>
                <a:lnTo>
                  <a:pt x="1" y="1"/>
                </a:lnTo>
                <a:lnTo>
                  <a:pt x="4" y="0"/>
                </a:lnTo>
                <a:lnTo>
                  <a:pt x="6" y="1"/>
                </a:lnTo>
                <a:lnTo>
                  <a:pt x="6" y="2"/>
                </a:lnTo>
                <a:lnTo>
                  <a:pt x="6" y="4"/>
                </a:lnTo>
                <a:lnTo>
                  <a:pt x="6" y="6"/>
                </a:lnTo>
                <a:lnTo>
                  <a:pt x="5" y="8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15" name=""/>
          <p:cNvSpPr/>
          <p:nvPr/>
        </p:nvSpPr>
        <p:spPr>
          <a:xfrm>
            <a:off x="6732000" y="451692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3" y="6"/>
                </a:moveTo>
                <a:lnTo>
                  <a:pt x="2" y="6"/>
                </a:lnTo>
                <a:lnTo>
                  <a:pt x="0" y="4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6" y="2"/>
                </a:lnTo>
                <a:lnTo>
                  <a:pt x="6" y="3"/>
                </a:lnTo>
                <a:lnTo>
                  <a:pt x="4" y="4"/>
                </a:lnTo>
                <a:lnTo>
                  <a:pt x="4" y="6"/>
                </a:lnTo>
                <a:lnTo>
                  <a:pt x="3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16" name=""/>
          <p:cNvSpPr/>
          <p:nvPr/>
        </p:nvSpPr>
        <p:spPr>
          <a:xfrm>
            <a:off x="6714720" y="451512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0"/>
                </a:move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2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17" name=""/>
          <p:cNvSpPr/>
          <p:nvPr/>
        </p:nvSpPr>
        <p:spPr>
          <a:xfrm>
            <a:off x="6713640" y="4510080"/>
            <a:ext cx="2520" cy="2880"/>
          </a:xfrm>
          <a:custGeom>
            <a:avLst/>
            <a:gdLst/>
            <a:ahLst/>
            <a:rect l="0" t="0" r="r" b="b"/>
            <a:pathLst>
              <a:path fill="none" w="7" h="8">
                <a:moveTo>
                  <a:pt x="6" y="8"/>
                </a:moveTo>
                <a:lnTo>
                  <a:pt x="5" y="8"/>
                </a:lnTo>
                <a:lnTo>
                  <a:pt x="5" y="7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3" y="2"/>
                </a:lnTo>
                <a:lnTo>
                  <a:pt x="6" y="5"/>
                </a:lnTo>
                <a:lnTo>
                  <a:pt x="6" y="6"/>
                </a:lnTo>
                <a:lnTo>
                  <a:pt x="7" y="6"/>
                </a:lnTo>
                <a:lnTo>
                  <a:pt x="6" y="7"/>
                </a:lnTo>
                <a:lnTo>
                  <a:pt x="6" y="8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18" name=""/>
          <p:cNvSpPr/>
          <p:nvPr/>
        </p:nvSpPr>
        <p:spPr>
          <a:xfrm>
            <a:off x="6710400" y="4509360"/>
            <a:ext cx="3600" cy="2160"/>
          </a:xfrm>
          <a:custGeom>
            <a:avLst/>
            <a:gdLst/>
            <a:ahLst/>
            <a:rect l="0" t="0" r="r" b="b"/>
            <a:pathLst>
              <a:path fill="none" w="10" h="6">
                <a:moveTo>
                  <a:pt x="3" y="6"/>
                </a:moveTo>
                <a:lnTo>
                  <a:pt x="2" y="6"/>
                </a:lnTo>
                <a:lnTo>
                  <a:pt x="1" y="6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2"/>
                </a:lnTo>
                <a:lnTo>
                  <a:pt x="9" y="2"/>
                </a:lnTo>
                <a:lnTo>
                  <a:pt x="9" y="3"/>
                </a:lnTo>
                <a:lnTo>
                  <a:pt x="10" y="3"/>
                </a:lnTo>
                <a:lnTo>
                  <a:pt x="10" y="4"/>
                </a:lnTo>
                <a:lnTo>
                  <a:pt x="9" y="4"/>
                </a:lnTo>
                <a:lnTo>
                  <a:pt x="8" y="4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lnTo>
                  <a:pt x="3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19" name=""/>
          <p:cNvSpPr/>
          <p:nvPr/>
        </p:nvSpPr>
        <p:spPr>
          <a:xfrm>
            <a:off x="6686280" y="45064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20" name=""/>
          <p:cNvSpPr/>
          <p:nvPr/>
        </p:nvSpPr>
        <p:spPr>
          <a:xfrm>
            <a:off x="6685920" y="4504680"/>
            <a:ext cx="4320" cy="2880"/>
          </a:xfrm>
          <a:custGeom>
            <a:avLst/>
            <a:gdLst/>
            <a:ahLst/>
            <a:rect l="0" t="0" r="r" b="b"/>
            <a:pathLst>
              <a:path fill="none" w="12" h="8">
                <a:moveTo>
                  <a:pt x="11" y="2"/>
                </a:moveTo>
                <a:lnTo>
                  <a:pt x="12" y="3"/>
                </a:lnTo>
                <a:lnTo>
                  <a:pt x="11" y="4"/>
                </a:lnTo>
                <a:lnTo>
                  <a:pt x="10" y="5"/>
                </a:lnTo>
                <a:lnTo>
                  <a:pt x="8" y="5"/>
                </a:lnTo>
                <a:lnTo>
                  <a:pt x="8" y="7"/>
                </a:lnTo>
                <a:lnTo>
                  <a:pt x="7" y="7"/>
                </a:lnTo>
                <a:lnTo>
                  <a:pt x="6" y="8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4" y="5"/>
                </a:lnTo>
                <a:lnTo>
                  <a:pt x="5" y="5"/>
                </a:lnTo>
                <a:lnTo>
                  <a:pt x="6" y="5"/>
                </a:lnTo>
                <a:lnTo>
                  <a:pt x="7" y="5"/>
                </a:lnTo>
                <a:lnTo>
                  <a:pt x="7" y="4"/>
                </a:lnTo>
                <a:lnTo>
                  <a:pt x="8" y="3"/>
                </a:lnTo>
                <a:lnTo>
                  <a:pt x="9" y="3"/>
                </a:lnTo>
                <a:lnTo>
                  <a:pt x="10" y="3"/>
                </a:lnTo>
                <a:lnTo>
                  <a:pt x="9" y="2"/>
                </a:lnTo>
                <a:lnTo>
                  <a:pt x="7" y="2"/>
                </a:lnTo>
                <a:lnTo>
                  <a:pt x="7" y="3"/>
                </a:lnTo>
                <a:lnTo>
                  <a:pt x="6" y="3"/>
                </a:lnTo>
                <a:lnTo>
                  <a:pt x="5" y="3"/>
                </a:lnTo>
                <a:lnTo>
                  <a:pt x="4" y="4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4" y="3"/>
                </a:lnTo>
                <a:lnTo>
                  <a:pt x="5" y="2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9" y="0"/>
                </a:lnTo>
                <a:lnTo>
                  <a:pt x="10" y="1"/>
                </a:lnTo>
                <a:lnTo>
                  <a:pt x="11" y="1"/>
                </a:lnTo>
                <a:lnTo>
                  <a:pt x="1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21" name=""/>
          <p:cNvSpPr/>
          <p:nvPr/>
        </p:nvSpPr>
        <p:spPr>
          <a:xfrm>
            <a:off x="6629040" y="4465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22" name=""/>
          <p:cNvSpPr/>
          <p:nvPr/>
        </p:nvSpPr>
        <p:spPr>
          <a:xfrm>
            <a:off x="6620040" y="4464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23" name=""/>
          <p:cNvSpPr/>
          <p:nvPr/>
        </p:nvSpPr>
        <p:spPr>
          <a:xfrm>
            <a:off x="6627960" y="4464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24" name=""/>
          <p:cNvSpPr/>
          <p:nvPr/>
        </p:nvSpPr>
        <p:spPr>
          <a:xfrm>
            <a:off x="6618600" y="44636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1"/>
                </a:move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25" name=""/>
          <p:cNvSpPr/>
          <p:nvPr/>
        </p:nvSpPr>
        <p:spPr>
          <a:xfrm>
            <a:off x="6622560" y="44636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26" name=""/>
          <p:cNvSpPr/>
          <p:nvPr/>
        </p:nvSpPr>
        <p:spPr>
          <a:xfrm>
            <a:off x="6631200" y="44607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27" name=""/>
          <p:cNvSpPr/>
          <p:nvPr/>
        </p:nvSpPr>
        <p:spPr>
          <a:xfrm>
            <a:off x="6650640" y="4448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28" name=""/>
          <p:cNvSpPr/>
          <p:nvPr/>
        </p:nvSpPr>
        <p:spPr>
          <a:xfrm>
            <a:off x="6654600" y="44478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0" y="3"/>
                </a:move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29" name=""/>
          <p:cNvSpPr/>
          <p:nvPr/>
        </p:nvSpPr>
        <p:spPr>
          <a:xfrm>
            <a:off x="6654600" y="44470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4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30" name=""/>
          <p:cNvSpPr/>
          <p:nvPr/>
        </p:nvSpPr>
        <p:spPr>
          <a:xfrm>
            <a:off x="6657480" y="44301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31" name=""/>
          <p:cNvSpPr/>
          <p:nvPr/>
        </p:nvSpPr>
        <p:spPr>
          <a:xfrm>
            <a:off x="6659280" y="4427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32" name=""/>
          <p:cNvSpPr/>
          <p:nvPr/>
        </p:nvSpPr>
        <p:spPr>
          <a:xfrm>
            <a:off x="6595920" y="44236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33" name=""/>
          <p:cNvSpPr/>
          <p:nvPr/>
        </p:nvSpPr>
        <p:spPr>
          <a:xfrm>
            <a:off x="6762240" y="4426920"/>
            <a:ext cx="4680" cy="3600"/>
          </a:xfrm>
          <a:custGeom>
            <a:avLst/>
            <a:gdLst/>
            <a:ahLst/>
            <a:rect l="0" t="0" r="r" b="b"/>
            <a:pathLst>
              <a:path fill="none" w="13" h="10">
                <a:moveTo>
                  <a:pt x="7" y="10"/>
                </a:moveTo>
                <a:lnTo>
                  <a:pt x="5" y="10"/>
                </a:lnTo>
                <a:lnTo>
                  <a:pt x="3" y="9"/>
                </a:lnTo>
                <a:lnTo>
                  <a:pt x="1" y="8"/>
                </a:lnTo>
                <a:lnTo>
                  <a:pt x="0" y="5"/>
                </a:lnTo>
                <a:lnTo>
                  <a:pt x="1" y="1"/>
                </a:lnTo>
                <a:lnTo>
                  <a:pt x="3" y="1"/>
                </a:lnTo>
                <a:lnTo>
                  <a:pt x="5" y="0"/>
                </a:lnTo>
                <a:lnTo>
                  <a:pt x="7" y="0"/>
                </a:lnTo>
                <a:lnTo>
                  <a:pt x="9" y="1"/>
                </a:lnTo>
                <a:lnTo>
                  <a:pt x="12" y="1"/>
                </a:lnTo>
                <a:lnTo>
                  <a:pt x="13" y="4"/>
                </a:lnTo>
                <a:lnTo>
                  <a:pt x="12" y="6"/>
                </a:lnTo>
                <a:lnTo>
                  <a:pt x="12" y="8"/>
                </a:lnTo>
                <a:lnTo>
                  <a:pt x="9" y="9"/>
                </a:lnTo>
                <a:lnTo>
                  <a:pt x="7" y="1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34" name=""/>
          <p:cNvSpPr/>
          <p:nvPr/>
        </p:nvSpPr>
        <p:spPr>
          <a:xfrm>
            <a:off x="6612120" y="441072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1" y="0"/>
                </a:move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35" name=""/>
          <p:cNvSpPr/>
          <p:nvPr/>
        </p:nvSpPr>
        <p:spPr>
          <a:xfrm>
            <a:off x="6735600" y="441612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6" y="7"/>
                </a:move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2" y="5"/>
                </a:lnTo>
                <a:lnTo>
                  <a:pt x="0" y="4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1"/>
                </a:lnTo>
                <a:lnTo>
                  <a:pt x="7" y="2"/>
                </a:lnTo>
                <a:lnTo>
                  <a:pt x="7" y="4"/>
                </a:lnTo>
                <a:lnTo>
                  <a:pt x="7" y="5"/>
                </a:lnTo>
                <a:lnTo>
                  <a:pt x="6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36" name=""/>
          <p:cNvSpPr/>
          <p:nvPr/>
        </p:nvSpPr>
        <p:spPr>
          <a:xfrm>
            <a:off x="6678000" y="4402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37" name=""/>
          <p:cNvSpPr/>
          <p:nvPr/>
        </p:nvSpPr>
        <p:spPr>
          <a:xfrm>
            <a:off x="6657120" y="4398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38" name=""/>
          <p:cNvSpPr/>
          <p:nvPr/>
        </p:nvSpPr>
        <p:spPr>
          <a:xfrm>
            <a:off x="6646680" y="4395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39" name=""/>
          <p:cNvSpPr/>
          <p:nvPr/>
        </p:nvSpPr>
        <p:spPr>
          <a:xfrm>
            <a:off x="6594120" y="4393080"/>
            <a:ext cx="79200" cy="73800"/>
          </a:xfrm>
          <a:custGeom>
            <a:avLst/>
            <a:gdLst/>
            <a:ahLst/>
            <a:rect l="0" t="0" r="r" b="b"/>
            <a:pathLst>
              <a:path fill="none" w="220" h="205">
                <a:moveTo>
                  <a:pt x="189" y="3"/>
                </a:moveTo>
                <a:lnTo>
                  <a:pt x="190" y="6"/>
                </a:lnTo>
                <a:lnTo>
                  <a:pt x="191" y="8"/>
                </a:lnTo>
                <a:lnTo>
                  <a:pt x="191" y="9"/>
                </a:lnTo>
                <a:lnTo>
                  <a:pt x="192" y="10"/>
                </a:lnTo>
                <a:lnTo>
                  <a:pt x="192" y="11"/>
                </a:lnTo>
                <a:lnTo>
                  <a:pt x="193" y="11"/>
                </a:lnTo>
                <a:lnTo>
                  <a:pt x="194" y="11"/>
                </a:lnTo>
                <a:lnTo>
                  <a:pt x="194" y="12"/>
                </a:lnTo>
                <a:lnTo>
                  <a:pt x="195" y="12"/>
                </a:lnTo>
                <a:lnTo>
                  <a:pt x="195" y="13"/>
                </a:lnTo>
                <a:lnTo>
                  <a:pt x="196" y="14"/>
                </a:lnTo>
                <a:lnTo>
                  <a:pt x="197" y="15"/>
                </a:lnTo>
                <a:lnTo>
                  <a:pt x="198" y="15"/>
                </a:lnTo>
                <a:lnTo>
                  <a:pt x="199" y="15"/>
                </a:lnTo>
                <a:lnTo>
                  <a:pt x="199" y="16"/>
                </a:lnTo>
                <a:lnTo>
                  <a:pt x="200" y="16"/>
                </a:lnTo>
                <a:lnTo>
                  <a:pt x="201" y="16"/>
                </a:lnTo>
                <a:lnTo>
                  <a:pt x="201" y="17"/>
                </a:lnTo>
                <a:lnTo>
                  <a:pt x="202" y="17"/>
                </a:lnTo>
                <a:lnTo>
                  <a:pt x="202" y="16"/>
                </a:lnTo>
                <a:lnTo>
                  <a:pt x="203" y="16"/>
                </a:lnTo>
                <a:lnTo>
                  <a:pt x="203" y="17"/>
                </a:lnTo>
                <a:lnTo>
                  <a:pt x="204" y="17"/>
                </a:lnTo>
                <a:lnTo>
                  <a:pt x="203" y="17"/>
                </a:lnTo>
                <a:lnTo>
                  <a:pt x="204" y="17"/>
                </a:lnTo>
                <a:lnTo>
                  <a:pt x="205" y="17"/>
                </a:lnTo>
                <a:lnTo>
                  <a:pt x="206" y="17"/>
                </a:lnTo>
                <a:lnTo>
                  <a:pt x="207" y="16"/>
                </a:lnTo>
                <a:lnTo>
                  <a:pt x="208" y="16"/>
                </a:lnTo>
                <a:lnTo>
                  <a:pt x="209" y="16"/>
                </a:lnTo>
                <a:lnTo>
                  <a:pt x="209" y="15"/>
                </a:lnTo>
                <a:lnTo>
                  <a:pt x="210" y="15"/>
                </a:lnTo>
                <a:lnTo>
                  <a:pt x="211" y="15"/>
                </a:lnTo>
                <a:lnTo>
                  <a:pt x="211" y="16"/>
                </a:lnTo>
                <a:lnTo>
                  <a:pt x="212" y="19"/>
                </a:lnTo>
                <a:lnTo>
                  <a:pt x="212" y="20"/>
                </a:lnTo>
                <a:lnTo>
                  <a:pt x="212" y="21"/>
                </a:lnTo>
                <a:lnTo>
                  <a:pt x="212" y="22"/>
                </a:lnTo>
                <a:lnTo>
                  <a:pt x="213" y="23"/>
                </a:lnTo>
                <a:lnTo>
                  <a:pt x="213" y="24"/>
                </a:lnTo>
                <a:lnTo>
                  <a:pt x="213" y="25"/>
                </a:lnTo>
                <a:lnTo>
                  <a:pt x="214" y="26"/>
                </a:lnTo>
                <a:lnTo>
                  <a:pt x="214" y="27"/>
                </a:lnTo>
                <a:lnTo>
                  <a:pt x="214" y="28"/>
                </a:lnTo>
                <a:lnTo>
                  <a:pt x="215" y="29"/>
                </a:lnTo>
                <a:lnTo>
                  <a:pt x="215" y="30"/>
                </a:lnTo>
                <a:lnTo>
                  <a:pt x="215" y="32"/>
                </a:lnTo>
                <a:lnTo>
                  <a:pt x="215" y="33"/>
                </a:lnTo>
                <a:lnTo>
                  <a:pt x="216" y="34"/>
                </a:lnTo>
                <a:lnTo>
                  <a:pt x="216" y="35"/>
                </a:lnTo>
                <a:lnTo>
                  <a:pt x="216" y="37"/>
                </a:lnTo>
                <a:lnTo>
                  <a:pt x="216" y="39"/>
                </a:lnTo>
                <a:lnTo>
                  <a:pt x="216" y="43"/>
                </a:lnTo>
                <a:lnTo>
                  <a:pt x="216" y="44"/>
                </a:lnTo>
                <a:lnTo>
                  <a:pt x="217" y="46"/>
                </a:lnTo>
                <a:lnTo>
                  <a:pt x="217" y="47"/>
                </a:lnTo>
                <a:lnTo>
                  <a:pt x="217" y="49"/>
                </a:lnTo>
                <a:lnTo>
                  <a:pt x="217" y="48"/>
                </a:lnTo>
                <a:lnTo>
                  <a:pt x="218" y="48"/>
                </a:lnTo>
                <a:lnTo>
                  <a:pt x="218" y="49"/>
                </a:lnTo>
                <a:lnTo>
                  <a:pt x="219" y="49"/>
                </a:lnTo>
                <a:lnTo>
                  <a:pt x="218" y="49"/>
                </a:lnTo>
                <a:lnTo>
                  <a:pt x="219" y="49"/>
                </a:lnTo>
                <a:lnTo>
                  <a:pt x="219" y="50"/>
                </a:lnTo>
                <a:lnTo>
                  <a:pt x="219" y="51"/>
                </a:lnTo>
                <a:lnTo>
                  <a:pt x="219" y="52"/>
                </a:lnTo>
                <a:lnTo>
                  <a:pt x="220" y="52"/>
                </a:lnTo>
                <a:lnTo>
                  <a:pt x="219" y="52"/>
                </a:lnTo>
                <a:lnTo>
                  <a:pt x="219" y="53"/>
                </a:lnTo>
                <a:lnTo>
                  <a:pt x="220" y="53"/>
                </a:lnTo>
                <a:lnTo>
                  <a:pt x="220" y="52"/>
                </a:lnTo>
                <a:lnTo>
                  <a:pt x="220" y="53"/>
                </a:lnTo>
                <a:lnTo>
                  <a:pt x="219" y="53"/>
                </a:lnTo>
                <a:lnTo>
                  <a:pt x="218" y="53"/>
                </a:lnTo>
                <a:lnTo>
                  <a:pt x="217" y="53"/>
                </a:lnTo>
                <a:lnTo>
                  <a:pt x="215" y="53"/>
                </a:lnTo>
                <a:lnTo>
                  <a:pt x="214" y="53"/>
                </a:lnTo>
                <a:lnTo>
                  <a:pt x="213" y="55"/>
                </a:lnTo>
                <a:lnTo>
                  <a:pt x="213" y="56"/>
                </a:lnTo>
                <a:lnTo>
                  <a:pt x="212" y="56"/>
                </a:lnTo>
                <a:lnTo>
                  <a:pt x="212" y="57"/>
                </a:lnTo>
                <a:lnTo>
                  <a:pt x="211" y="57"/>
                </a:lnTo>
                <a:lnTo>
                  <a:pt x="211" y="58"/>
                </a:lnTo>
                <a:lnTo>
                  <a:pt x="210" y="58"/>
                </a:lnTo>
                <a:lnTo>
                  <a:pt x="209" y="58"/>
                </a:lnTo>
                <a:lnTo>
                  <a:pt x="208" y="59"/>
                </a:lnTo>
                <a:lnTo>
                  <a:pt x="208" y="60"/>
                </a:lnTo>
                <a:lnTo>
                  <a:pt x="207" y="61"/>
                </a:lnTo>
                <a:lnTo>
                  <a:pt x="206" y="62"/>
                </a:lnTo>
                <a:lnTo>
                  <a:pt x="206" y="63"/>
                </a:lnTo>
                <a:lnTo>
                  <a:pt x="205" y="63"/>
                </a:lnTo>
                <a:lnTo>
                  <a:pt x="205" y="64"/>
                </a:lnTo>
                <a:lnTo>
                  <a:pt x="204" y="64"/>
                </a:lnTo>
                <a:lnTo>
                  <a:pt x="204" y="65"/>
                </a:lnTo>
                <a:lnTo>
                  <a:pt x="203" y="64"/>
                </a:lnTo>
                <a:lnTo>
                  <a:pt x="202" y="64"/>
                </a:lnTo>
                <a:lnTo>
                  <a:pt x="202" y="63"/>
                </a:lnTo>
                <a:lnTo>
                  <a:pt x="201" y="61"/>
                </a:lnTo>
                <a:lnTo>
                  <a:pt x="202" y="62"/>
                </a:lnTo>
                <a:lnTo>
                  <a:pt x="202" y="61"/>
                </a:lnTo>
                <a:lnTo>
                  <a:pt x="201" y="61"/>
                </a:lnTo>
                <a:lnTo>
                  <a:pt x="201" y="60"/>
                </a:lnTo>
                <a:lnTo>
                  <a:pt x="201" y="59"/>
                </a:lnTo>
                <a:lnTo>
                  <a:pt x="201" y="58"/>
                </a:lnTo>
                <a:lnTo>
                  <a:pt x="200" y="57"/>
                </a:lnTo>
                <a:lnTo>
                  <a:pt x="201" y="57"/>
                </a:lnTo>
                <a:lnTo>
                  <a:pt x="200" y="57"/>
                </a:lnTo>
                <a:lnTo>
                  <a:pt x="201" y="57"/>
                </a:lnTo>
                <a:lnTo>
                  <a:pt x="202" y="56"/>
                </a:lnTo>
                <a:lnTo>
                  <a:pt x="203" y="56"/>
                </a:lnTo>
                <a:lnTo>
                  <a:pt x="204" y="56"/>
                </a:lnTo>
                <a:lnTo>
                  <a:pt x="205" y="56"/>
                </a:lnTo>
                <a:lnTo>
                  <a:pt x="204" y="56"/>
                </a:lnTo>
                <a:lnTo>
                  <a:pt x="204" y="55"/>
                </a:lnTo>
                <a:lnTo>
                  <a:pt x="205" y="55"/>
                </a:lnTo>
                <a:lnTo>
                  <a:pt x="206" y="55"/>
                </a:lnTo>
                <a:lnTo>
                  <a:pt x="206" y="53"/>
                </a:lnTo>
                <a:lnTo>
                  <a:pt x="206" y="52"/>
                </a:lnTo>
                <a:lnTo>
                  <a:pt x="208" y="52"/>
                </a:lnTo>
                <a:lnTo>
                  <a:pt x="207" y="52"/>
                </a:lnTo>
                <a:lnTo>
                  <a:pt x="206" y="52"/>
                </a:lnTo>
                <a:lnTo>
                  <a:pt x="205" y="53"/>
                </a:lnTo>
                <a:lnTo>
                  <a:pt x="205" y="54"/>
                </a:lnTo>
                <a:lnTo>
                  <a:pt x="205" y="55"/>
                </a:lnTo>
                <a:lnTo>
                  <a:pt x="204" y="55"/>
                </a:lnTo>
                <a:lnTo>
                  <a:pt x="204" y="54"/>
                </a:lnTo>
                <a:lnTo>
                  <a:pt x="202" y="54"/>
                </a:lnTo>
                <a:lnTo>
                  <a:pt x="201" y="54"/>
                </a:lnTo>
                <a:lnTo>
                  <a:pt x="200" y="54"/>
                </a:lnTo>
                <a:lnTo>
                  <a:pt x="199" y="55"/>
                </a:lnTo>
                <a:lnTo>
                  <a:pt x="198" y="55"/>
                </a:lnTo>
                <a:lnTo>
                  <a:pt x="198" y="54"/>
                </a:lnTo>
                <a:lnTo>
                  <a:pt x="197" y="54"/>
                </a:lnTo>
                <a:lnTo>
                  <a:pt x="196" y="55"/>
                </a:lnTo>
                <a:lnTo>
                  <a:pt x="195" y="55"/>
                </a:lnTo>
                <a:lnTo>
                  <a:pt x="196" y="55"/>
                </a:lnTo>
                <a:lnTo>
                  <a:pt x="197" y="55"/>
                </a:lnTo>
                <a:lnTo>
                  <a:pt x="197" y="56"/>
                </a:lnTo>
                <a:lnTo>
                  <a:pt x="198" y="56"/>
                </a:lnTo>
                <a:lnTo>
                  <a:pt x="198" y="58"/>
                </a:lnTo>
                <a:lnTo>
                  <a:pt x="199" y="58"/>
                </a:lnTo>
                <a:lnTo>
                  <a:pt x="199" y="59"/>
                </a:lnTo>
                <a:lnTo>
                  <a:pt x="200" y="59"/>
                </a:lnTo>
                <a:lnTo>
                  <a:pt x="200" y="60"/>
                </a:lnTo>
                <a:lnTo>
                  <a:pt x="200" y="61"/>
                </a:lnTo>
                <a:lnTo>
                  <a:pt x="202" y="63"/>
                </a:lnTo>
                <a:lnTo>
                  <a:pt x="202" y="64"/>
                </a:lnTo>
                <a:lnTo>
                  <a:pt x="201" y="64"/>
                </a:lnTo>
                <a:lnTo>
                  <a:pt x="201" y="63"/>
                </a:lnTo>
                <a:lnTo>
                  <a:pt x="200" y="63"/>
                </a:lnTo>
                <a:lnTo>
                  <a:pt x="200" y="64"/>
                </a:lnTo>
                <a:lnTo>
                  <a:pt x="199" y="64"/>
                </a:lnTo>
                <a:lnTo>
                  <a:pt x="199" y="66"/>
                </a:lnTo>
                <a:lnTo>
                  <a:pt x="199" y="67"/>
                </a:lnTo>
                <a:lnTo>
                  <a:pt x="199" y="69"/>
                </a:lnTo>
                <a:lnTo>
                  <a:pt x="198" y="69"/>
                </a:lnTo>
                <a:lnTo>
                  <a:pt x="197" y="70"/>
                </a:lnTo>
                <a:lnTo>
                  <a:pt x="197" y="71"/>
                </a:lnTo>
                <a:lnTo>
                  <a:pt x="196" y="71"/>
                </a:lnTo>
                <a:lnTo>
                  <a:pt x="196" y="72"/>
                </a:lnTo>
                <a:lnTo>
                  <a:pt x="195" y="72"/>
                </a:lnTo>
                <a:lnTo>
                  <a:pt x="196" y="72"/>
                </a:lnTo>
                <a:lnTo>
                  <a:pt x="196" y="73"/>
                </a:lnTo>
                <a:lnTo>
                  <a:pt x="195" y="73"/>
                </a:lnTo>
                <a:lnTo>
                  <a:pt x="195" y="74"/>
                </a:lnTo>
                <a:lnTo>
                  <a:pt x="195" y="75"/>
                </a:lnTo>
                <a:lnTo>
                  <a:pt x="194" y="75"/>
                </a:lnTo>
                <a:lnTo>
                  <a:pt x="193" y="76"/>
                </a:lnTo>
                <a:lnTo>
                  <a:pt x="192" y="76"/>
                </a:lnTo>
                <a:lnTo>
                  <a:pt x="192" y="77"/>
                </a:lnTo>
                <a:lnTo>
                  <a:pt x="192" y="76"/>
                </a:lnTo>
                <a:lnTo>
                  <a:pt x="192" y="77"/>
                </a:lnTo>
                <a:lnTo>
                  <a:pt x="192" y="76"/>
                </a:lnTo>
                <a:lnTo>
                  <a:pt x="191" y="76"/>
                </a:lnTo>
                <a:lnTo>
                  <a:pt x="190" y="76"/>
                </a:lnTo>
                <a:lnTo>
                  <a:pt x="189" y="76"/>
                </a:lnTo>
                <a:lnTo>
                  <a:pt x="189" y="77"/>
                </a:lnTo>
                <a:lnTo>
                  <a:pt x="188" y="78"/>
                </a:lnTo>
                <a:lnTo>
                  <a:pt x="187" y="78"/>
                </a:lnTo>
                <a:lnTo>
                  <a:pt x="187" y="79"/>
                </a:lnTo>
                <a:lnTo>
                  <a:pt x="187" y="80"/>
                </a:lnTo>
                <a:lnTo>
                  <a:pt x="187" y="81"/>
                </a:lnTo>
                <a:lnTo>
                  <a:pt x="187" y="82"/>
                </a:lnTo>
                <a:lnTo>
                  <a:pt x="187" y="83"/>
                </a:lnTo>
                <a:lnTo>
                  <a:pt x="188" y="83"/>
                </a:lnTo>
                <a:lnTo>
                  <a:pt x="188" y="84"/>
                </a:lnTo>
                <a:lnTo>
                  <a:pt x="188" y="85"/>
                </a:lnTo>
                <a:lnTo>
                  <a:pt x="187" y="86"/>
                </a:lnTo>
                <a:lnTo>
                  <a:pt x="186" y="86"/>
                </a:lnTo>
                <a:lnTo>
                  <a:pt x="186" y="87"/>
                </a:lnTo>
                <a:lnTo>
                  <a:pt x="185" y="87"/>
                </a:lnTo>
                <a:lnTo>
                  <a:pt x="185" y="86"/>
                </a:lnTo>
                <a:lnTo>
                  <a:pt x="184" y="86"/>
                </a:lnTo>
                <a:lnTo>
                  <a:pt x="184" y="87"/>
                </a:lnTo>
                <a:lnTo>
                  <a:pt x="183" y="88"/>
                </a:lnTo>
                <a:lnTo>
                  <a:pt x="183" y="89"/>
                </a:lnTo>
                <a:lnTo>
                  <a:pt x="184" y="89"/>
                </a:lnTo>
                <a:lnTo>
                  <a:pt x="184" y="90"/>
                </a:lnTo>
                <a:lnTo>
                  <a:pt x="184" y="91"/>
                </a:lnTo>
                <a:lnTo>
                  <a:pt x="184" y="92"/>
                </a:lnTo>
                <a:lnTo>
                  <a:pt x="183" y="92"/>
                </a:lnTo>
                <a:lnTo>
                  <a:pt x="183" y="94"/>
                </a:lnTo>
                <a:lnTo>
                  <a:pt x="182" y="94"/>
                </a:lnTo>
                <a:lnTo>
                  <a:pt x="182" y="95"/>
                </a:lnTo>
                <a:lnTo>
                  <a:pt x="182" y="96"/>
                </a:lnTo>
                <a:lnTo>
                  <a:pt x="182" y="97"/>
                </a:lnTo>
                <a:lnTo>
                  <a:pt x="181" y="97"/>
                </a:lnTo>
                <a:lnTo>
                  <a:pt x="181" y="98"/>
                </a:lnTo>
                <a:lnTo>
                  <a:pt x="180" y="98"/>
                </a:lnTo>
                <a:lnTo>
                  <a:pt x="180" y="99"/>
                </a:lnTo>
                <a:lnTo>
                  <a:pt x="180" y="100"/>
                </a:lnTo>
                <a:lnTo>
                  <a:pt x="179" y="101"/>
                </a:lnTo>
                <a:lnTo>
                  <a:pt x="179" y="102"/>
                </a:lnTo>
                <a:lnTo>
                  <a:pt x="178" y="102"/>
                </a:lnTo>
                <a:lnTo>
                  <a:pt x="178" y="103"/>
                </a:lnTo>
                <a:lnTo>
                  <a:pt x="177" y="103"/>
                </a:lnTo>
                <a:lnTo>
                  <a:pt x="177" y="104"/>
                </a:lnTo>
                <a:lnTo>
                  <a:pt x="176" y="104"/>
                </a:lnTo>
                <a:lnTo>
                  <a:pt x="177" y="104"/>
                </a:lnTo>
                <a:lnTo>
                  <a:pt x="177" y="105"/>
                </a:lnTo>
                <a:lnTo>
                  <a:pt x="177" y="106"/>
                </a:lnTo>
                <a:lnTo>
                  <a:pt x="177" y="107"/>
                </a:lnTo>
                <a:lnTo>
                  <a:pt x="176" y="107"/>
                </a:lnTo>
                <a:lnTo>
                  <a:pt x="176" y="108"/>
                </a:lnTo>
                <a:lnTo>
                  <a:pt x="176" y="109"/>
                </a:lnTo>
                <a:lnTo>
                  <a:pt x="177" y="109"/>
                </a:lnTo>
                <a:lnTo>
                  <a:pt x="177" y="108"/>
                </a:lnTo>
                <a:lnTo>
                  <a:pt x="177" y="107"/>
                </a:lnTo>
                <a:lnTo>
                  <a:pt x="177" y="106"/>
                </a:lnTo>
                <a:lnTo>
                  <a:pt x="177" y="105"/>
                </a:lnTo>
                <a:lnTo>
                  <a:pt x="178" y="105"/>
                </a:lnTo>
                <a:lnTo>
                  <a:pt x="178" y="106"/>
                </a:lnTo>
                <a:lnTo>
                  <a:pt x="178" y="107"/>
                </a:lnTo>
                <a:lnTo>
                  <a:pt x="178" y="108"/>
                </a:lnTo>
                <a:lnTo>
                  <a:pt x="178" y="109"/>
                </a:lnTo>
                <a:lnTo>
                  <a:pt x="178" y="110"/>
                </a:lnTo>
                <a:lnTo>
                  <a:pt x="178" y="112"/>
                </a:lnTo>
                <a:lnTo>
                  <a:pt x="177" y="113"/>
                </a:lnTo>
                <a:lnTo>
                  <a:pt x="177" y="114"/>
                </a:lnTo>
                <a:lnTo>
                  <a:pt x="175" y="114"/>
                </a:lnTo>
                <a:lnTo>
                  <a:pt x="175" y="115"/>
                </a:lnTo>
                <a:lnTo>
                  <a:pt x="174" y="115"/>
                </a:lnTo>
                <a:lnTo>
                  <a:pt x="174" y="116"/>
                </a:lnTo>
                <a:lnTo>
                  <a:pt x="174" y="117"/>
                </a:lnTo>
                <a:lnTo>
                  <a:pt x="173" y="118"/>
                </a:lnTo>
                <a:lnTo>
                  <a:pt x="173" y="119"/>
                </a:lnTo>
                <a:lnTo>
                  <a:pt x="173" y="120"/>
                </a:lnTo>
                <a:lnTo>
                  <a:pt x="173" y="121"/>
                </a:lnTo>
                <a:lnTo>
                  <a:pt x="173" y="123"/>
                </a:lnTo>
                <a:lnTo>
                  <a:pt x="172" y="125"/>
                </a:lnTo>
                <a:lnTo>
                  <a:pt x="172" y="127"/>
                </a:lnTo>
                <a:lnTo>
                  <a:pt x="173" y="127"/>
                </a:lnTo>
                <a:lnTo>
                  <a:pt x="173" y="128"/>
                </a:lnTo>
                <a:lnTo>
                  <a:pt x="173" y="129"/>
                </a:lnTo>
                <a:lnTo>
                  <a:pt x="173" y="130"/>
                </a:lnTo>
                <a:lnTo>
                  <a:pt x="172" y="129"/>
                </a:lnTo>
                <a:lnTo>
                  <a:pt x="171" y="130"/>
                </a:lnTo>
                <a:lnTo>
                  <a:pt x="170" y="130"/>
                </a:lnTo>
                <a:lnTo>
                  <a:pt x="169" y="130"/>
                </a:lnTo>
                <a:lnTo>
                  <a:pt x="170" y="131"/>
                </a:lnTo>
                <a:lnTo>
                  <a:pt x="169" y="132"/>
                </a:lnTo>
                <a:lnTo>
                  <a:pt x="169" y="131"/>
                </a:lnTo>
                <a:lnTo>
                  <a:pt x="168" y="131"/>
                </a:lnTo>
                <a:lnTo>
                  <a:pt x="168" y="132"/>
                </a:lnTo>
                <a:lnTo>
                  <a:pt x="168" y="133"/>
                </a:lnTo>
                <a:lnTo>
                  <a:pt x="169" y="134"/>
                </a:lnTo>
                <a:lnTo>
                  <a:pt x="168" y="134"/>
                </a:lnTo>
                <a:lnTo>
                  <a:pt x="168" y="135"/>
                </a:lnTo>
                <a:lnTo>
                  <a:pt x="166" y="135"/>
                </a:lnTo>
                <a:lnTo>
                  <a:pt x="165" y="135"/>
                </a:lnTo>
                <a:lnTo>
                  <a:pt x="166" y="136"/>
                </a:lnTo>
                <a:lnTo>
                  <a:pt x="165" y="136"/>
                </a:lnTo>
                <a:lnTo>
                  <a:pt x="165" y="137"/>
                </a:lnTo>
                <a:lnTo>
                  <a:pt x="166" y="138"/>
                </a:lnTo>
                <a:lnTo>
                  <a:pt x="167" y="138"/>
                </a:lnTo>
                <a:lnTo>
                  <a:pt x="168" y="138"/>
                </a:lnTo>
                <a:lnTo>
                  <a:pt x="168" y="140"/>
                </a:lnTo>
                <a:lnTo>
                  <a:pt x="169" y="140"/>
                </a:lnTo>
                <a:lnTo>
                  <a:pt x="170" y="140"/>
                </a:lnTo>
                <a:lnTo>
                  <a:pt x="170" y="141"/>
                </a:lnTo>
                <a:lnTo>
                  <a:pt x="171" y="141"/>
                </a:lnTo>
                <a:lnTo>
                  <a:pt x="171" y="140"/>
                </a:lnTo>
                <a:lnTo>
                  <a:pt x="172" y="140"/>
                </a:lnTo>
                <a:lnTo>
                  <a:pt x="173" y="140"/>
                </a:lnTo>
                <a:lnTo>
                  <a:pt x="172" y="138"/>
                </a:lnTo>
                <a:lnTo>
                  <a:pt x="171" y="137"/>
                </a:lnTo>
                <a:lnTo>
                  <a:pt x="171" y="136"/>
                </a:lnTo>
                <a:lnTo>
                  <a:pt x="172" y="136"/>
                </a:lnTo>
                <a:lnTo>
                  <a:pt x="172" y="135"/>
                </a:lnTo>
                <a:lnTo>
                  <a:pt x="171" y="134"/>
                </a:lnTo>
                <a:lnTo>
                  <a:pt x="171" y="133"/>
                </a:lnTo>
                <a:lnTo>
                  <a:pt x="171" y="131"/>
                </a:lnTo>
                <a:lnTo>
                  <a:pt x="171" y="130"/>
                </a:lnTo>
                <a:lnTo>
                  <a:pt x="172" y="130"/>
                </a:lnTo>
                <a:lnTo>
                  <a:pt x="172" y="129"/>
                </a:lnTo>
                <a:lnTo>
                  <a:pt x="172" y="130"/>
                </a:lnTo>
                <a:lnTo>
                  <a:pt x="173" y="130"/>
                </a:lnTo>
                <a:lnTo>
                  <a:pt x="173" y="132"/>
                </a:lnTo>
                <a:lnTo>
                  <a:pt x="173" y="133"/>
                </a:lnTo>
                <a:lnTo>
                  <a:pt x="173" y="134"/>
                </a:lnTo>
                <a:lnTo>
                  <a:pt x="173" y="136"/>
                </a:lnTo>
                <a:lnTo>
                  <a:pt x="173" y="137"/>
                </a:lnTo>
                <a:lnTo>
                  <a:pt x="174" y="138"/>
                </a:lnTo>
                <a:lnTo>
                  <a:pt x="174" y="140"/>
                </a:lnTo>
                <a:lnTo>
                  <a:pt x="174" y="141"/>
                </a:lnTo>
                <a:lnTo>
                  <a:pt x="175" y="141"/>
                </a:lnTo>
                <a:lnTo>
                  <a:pt x="175" y="142"/>
                </a:lnTo>
                <a:lnTo>
                  <a:pt x="174" y="142"/>
                </a:lnTo>
                <a:lnTo>
                  <a:pt x="174" y="141"/>
                </a:lnTo>
                <a:lnTo>
                  <a:pt x="173" y="141"/>
                </a:lnTo>
                <a:lnTo>
                  <a:pt x="173" y="142"/>
                </a:lnTo>
                <a:lnTo>
                  <a:pt x="173" y="143"/>
                </a:lnTo>
                <a:lnTo>
                  <a:pt x="172" y="143"/>
                </a:lnTo>
                <a:lnTo>
                  <a:pt x="172" y="142"/>
                </a:lnTo>
                <a:lnTo>
                  <a:pt x="171" y="142"/>
                </a:lnTo>
                <a:lnTo>
                  <a:pt x="171" y="143"/>
                </a:lnTo>
                <a:lnTo>
                  <a:pt x="170" y="143"/>
                </a:lnTo>
                <a:lnTo>
                  <a:pt x="170" y="142"/>
                </a:lnTo>
                <a:lnTo>
                  <a:pt x="169" y="142"/>
                </a:lnTo>
                <a:lnTo>
                  <a:pt x="168" y="143"/>
                </a:lnTo>
                <a:lnTo>
                  <a:pt x="168" y="144"/>
                </a:lnTo>
                <a:lnTo>
                  <a:pt x="167" y="145"/>
                </a:lnTo>
                <a:lnTo>
                  <a:pt x="167" y="146"/>
                </a:lnTo>
                <a:lnTo>
                  <a:pt x="167" y="147"/>
                </a:lnTo>
                <a:lnTo>
                  <a:pt x="166" y="147"/>
                </a:lnTo>
                <a:lnTo>
                  <a:pt x="165" y="147"/>
                </a:lnTo>
                <a:lnTo>
                  <a:pt x="165" y="148"/>
                </a:lnTo>
                <a:lnTo>
                  <a:pt x="165" y="149"/>
                </a:lnTo>
                <a:lnTo>
                  <a:pt x="165" y="151"/>
                </a:lnTo>
                <a:lnTo>
                  <a:pt x="165" y="152"/>
                </a:lnTo>
                <a:lnTo>
                  <a:pt x="164" y="153"/>
                </a:lnTo>
                <a:lnTo>
                  <a:pt x="164" y="154"/>
                </a:lnTo>
                <a:lnTo>
                  <a:pt x="163" y="154"/>
                </a:lnTo>
                <a:lnTo>
                  <a:pt x="164" y="154"/>
                </a:lnTo>
                <a:lnTo>
                  <a:pt x="163" y="154"/>
                </a:lnTo>
                <a:lnTo>
                  <a:pt x="163" y="153"/>
                </a:lnTo>
                <a:lnTo>
                  <a:pt x="162" y="153"/>
                </a:lnTo>
                <a:lnTo>
                  <a:pt x="161" y="153"/>
                </a:lnTo>
                <a:lnTo>
                  <a:pt x="160" y="153"/>
                </a:lnTo>
                <a:lnTo>
                  <a:pt x="159" y="153"/>
                </a:lnTo>
                <a:lnTo>
                  <a:pt x="159" y="154"/>
                </a:lnTo>
                <a:lnTo>
                  <a:pt x="158" y="154"/>
                </a:lnTo>
                <a:lnTo>
                  <a:pt x="158" y="153"/>
                </a:lnTo>
                <a:lnTo>
                  <a:pt x="157" y="153"/>
                </a:lnTo>
                <a:lnTo>
                  <a:pt x="156" y="153"/>
                </a:lnTo>
                <a:lnTo>
                  <a:pt x="156" y="154"/>
                </a:lnTo>
                <a:lnTo>
                  <a:pt x="156" y="153"/>
                </a:lnTo>
                <a:lnTo>
                  <a:pt x="157" y="152"/>
                </a:lnTo>
                <a:lnTo>
                  <a:pt x="158" y="152"/>
                </a:lnTo>
                <a:lnTo>
                  <a:pt x="158" y="151"/>
                </a:lnTo>
                <a:lnTo>
                  <a:pt x="159" y="151"/>
                </a:lnTo>
                <a:lnTo>
                  <a:pt x="160" y="151"/>
                </a:lnTo>
                <a:lnTo>
                  <a:pt x="161" y="151"/>
                </a:lnTo>
                <a:lnTo>
                  <a:pt x="161" y="152"/>
                </a:lnTo>
                <a:lnTo>
                  <a:pt x="162" y="152"/>
                </a:lnTo>
                <a:lnTo>
                  <a:pt x="162" y="151"/>
                </a:lnTo>
                <a:lnTo>
                  <a:pt x="163" y="151"/>
                </a:lnTo>
                <a:lnTo>
                  <a:pt x="163" y="152"/>
                </a:lnTo>
                <a:lnTo>
                  <a:pt x="164" y="152"/>
                </a:lnTo>
                <a:lnTo>
                  <a:pt x="164" y="151"/>
                </a:lnTo>
                <a:lnTo>
                  <a:pt x="163" y="150"/>
                </a:lnTo>
                <a:lnTo>
                  <a:pt x="162" y="150"/>
                </a:lnTo>
                <a:lnTo>
                  <a:pt x="161" y="150"/>
                </a:lnTo>
                <a:lnTo>
                  <a:pt x="162" y="151"/>
                </a:lnTo>
                <a:lnTo>
                  <a:pt x="161" y="151"/>
                </a:lnTo>
                <a:lnTo>
                  <a:pt x="160" y="151"/>
                </a:lnTo>
                <a:lnTo>
                  <a:pt x="159" y="151"/>
                </a:lnTo>
                <a:lnTo>
                  <a:pt x="158" y="151"/>
                </a:lnTo>
                <a:lnTo>
                  <a:pt x="157" y="152"/>
                </a:lnTo>
                <a:lnTo>
                  <a:pt x="156" y="153"/>
                </a:lnTo>
                <a:lnTo>
                  <a:pt x="155" y="153"/>
                </a:lnTo>
                <a:lnTo>
                  <a:pt x="156" y="153"/>
                </a:lnTo>
                <a:lnTo>
                  <a:pt x="156" y="154"/>
                </a:lnTo>
                <a:lnTo>
                  <a:pt x="155" y="154"/>
                </a:lnTo>
                <a:lnTo>
                  <a:pt x="154" y="154"/>
                </a:lnTo>
                <a:lnTo>
                  <a:pt x="153" y="153"/>
                </a:lnTo>
                <a:lnTo>
                  <a:pt x="152" y="153"/>
                </a:lnTo>
                <a:lnTo>
                  <a:pt x="151" y="154"/>
                </a:lnTo>
                <a:lnTo>
                  <a:pt x="150" y="154"/>
                </a:lnTo>
                <a:lnTo>
                  <a:pt x="149" y="154"/>
                </a:lnTo>
                <a:lnTo>
                  <a:pt x="148" y="155"/>
                </a:lnTo>
                <a:lnTo>
                  <a:pt x="147" y="157"/>
                </a:lnTo>
                <a:lnTo>
                  <a:pt x="146" y="157"/>
                </a:lnTo>
                <a:lnTo>
                  <a:pt x="145" y="158"/>
                </a:lnTo>
                <a:lnTo>
                  <a:pt x="144" y="159"/>
                </a:lnTo>
                <a:lnTo>
                  <a:pt x="143" y="159"/>
                </a:lnTo>
                <a:lnTo>
                  <a:pt x="143" y="160"/>
                </a:lnTo>
                <a:lnTo>
                  <a:pt x="142" y="161"/>
                </a:lnTo>
                <a:lnTo>
                  <a:pt x="142" y="162"/>
                </a:lnTo>
                <a:lnTo>
                  <a:pt x="141" y="162"/>
                </a:lnTo>
                <a:lnTo>
                  <a:pt x="140" y="162"/>
                </a:lnTo>
                <a:lnTo>
                  <a:pt x="140" y="163"/>
                </a:lnTo>
                <a:lnTo>
                  <a:pt x="139" y="164"/>
                </a:lnTo>
                <a:lnTo>
                  <a:pt x="139" y="165"/>
                </a:lnTo>
                <a:lnTo>
                  <a:pt x="138" y="166"/>
                </a:lnTo>
                <a:lnTo>
                  <a:pt x="138" y="165"/>
                </a:lnTo>
                <a:lnTo>
                  <a:pt x="137" y="165"/>
                </a:lnTo>
                <a:lnTo>
                  <a:pt x="137" y="166"/>
                </a:lnTo>
                <a:lnTo>
                  <a:pt x="136" y="166"/>
                </a:lnTo>
                <a:lnTo>
                  <a:pt x="136" y="167"/>
                </a:lnTo>
                <a:lnTo>
                  <a:pt x="135" y="168"/>
                </a:lnTo>
                <a:lnTo>
                  <a:pt x="135" y="169"/>
                </a:lnTo>
                <a:lnTo>
                  <a:pt x="135" y="170"/>
                </a:lnTo>
                <a:lnTo>
                  <a:pt x="134" y="171"/>
                </a:lnTo>
                <a:lnTo>
                  <a:pt x="134" y="172"/>
                </a:lnTo>
                <a:lnTo>
                  <a:pt x="133" y="174"/>
                </a:lnTo>
                <a:lnTo>
                  <a:pt x="133" y="177"/>
                </a:lnTo>
                <a:lnTo>
                  <a:pt x="133" y="178"/>
                </a:lnTo>
                <a:lnTo>
                  <a:pt x="133" y="179"/>
                </a:lnTo>
                <a:lnTo>
                  <a:pt x="132" y="180"/>
                </a:lnTo>
                <a:lnTo>
                  <a:pt x="131" y="180"/>
                </a:lnTo>
                <a:lnTo>
                  <a:pt x="131" y="179"/>
                </a:lnTo>
                <a:lnTo>
                  <a:pt x="132" y="179"/>
                </a:lnTo>
                <a:lnTo>
                  <a:pt x="131" y="179"/>
                </a:lnTo>
                <a:lnTo>
                  <a:pt x="132" y="179"/>
                </a:lnTo>
                <a:lnTo>
                  <a:pt x="132" y="178"/>
                </a:lnTo>
                <a:lnTo>
                  <a:pt x="132" y="177"/>
                </a:lnTo>
                <a:lnTo>
                  <a:pt x="131" y="176"/>
                </a:lnTo>
                <a:lnTo>
                  <a:pt x="131" y="177"/>
                </a:lnTo>
                <a:lnTo>
                  <a:pt x="130" y="177"/>
                </a:lnTo>
                <a:lnTo>
                  <a:pt x="130" y="178"/>
                </a:lnTo>
                <a:lnTo>
                  <a:pt x="130" y="179"/>
                </a:lnTo>
                <a:lnTo>
                  <a:pt x="130" y="178"/>
                </a:lnTo>
                <a:lnTo>
                  <a:pt x="131" y="179"/>
                </a:lnTo>
                <a:lnTo>
                  <a:pt x="130" y="179"/>
                </a:lnTo>
                <a:lnTo>
                  <a:pt x="129" y="179"/>
                </a:lnTo>
                <a:lnTo>
                  <a:pt x="129" y="180"/>
                </a:lnTo>
                <a:lnTo>
                  <a:pt x="129" y="181"/>
                </a:lnTo>
                <a:lnTo>
                  <a:pt x="129" y="180"/>
                </a:lnTo>
                <a:lnTo>
                  <a:pt x="129" y="179"/>
                </a:lnTo>
                <a:lnTo>
                  <a:pt x="130" y="179"/>
                </a:lnTo>
                <a:lnTo>
                  <a:pt x="130" y="180"/>
                </a:lnTo>
                <a:lnTo>
                  <a:pt x="131" y="180"/>
                </a:lnTo>
                <a:lnTo>
                  <a:pt x="132" y="180"/>
                </a:lnTo>
                <a:lnTo>
                  <a:pt x="131" y="181"/>
                </a:lnTo>
                <a:lnTo>
                  <a:pt x="131" y="182"/>
                </a:lnTo>
                <a:lnTo>
                  <a:pt x="130" y="182"/>
                </a:lnTo>
                <a:lnTo>
                  <a:pt x="129" y="182"/>
                </a:lnTo>
                <a:lnTo>
                  <a:pt x="128" y="182"/>
                </a:lnTo>
                <a:lnTo>
                  <a:pt x="128" y="183"/>
                </a:lnTo>
                <a:lnTo>
                  <a:pt x="127" y="183"/>
                </a:lnTo>
                <a:lnTo>
                  <a:pt x="126" y="183"/>
                </a:lnTo>
                <a:lnTo>
                  <a:pt x="126" y="182"/>
                </a:lnTo>
                <a:lnTo>
                  <a:pt x="125" y="182"/>
                </a:lnTo>
                <a:lnTo>
                  <a:pt x="124" y="182"/>
                </a:lnTo>
                <a:lnTo>
                  <a:pt x="123" y="182"/>
                </a:lnTo>
                <a:lnTo>
                  <a:pt x="123" y="181"/>
                </a:lnTo>
                <a:lnTo>
                  <a:pt x="123" y="180"/>
                </a:lnTo>
                <a:lnTo>
                  <a:pt x="124" y="180"/>
                </a:lnTo>
                <a:lnTo>
                  <a:pt x="125" y="181"/>
                </a:lnTo>
                <a:lnTo>
                  <a:pt x="126" y="181"/>
                </a:lnTo>
                <a:lnTo>
                  <a:pt x="127" y="181"/>
                </a:lnTo>
                <a:lnTo>
                  <a:pt x="128" y="180"/>
                </a:lnTo>
                <a:lnTo>
                  <a:pt x="128" y="179"/>
                </a:lnTo>
                <a:lnTo>
                  <a:pt x="129" y="178"/>
                </a:lnTo>
                <a:lnTo>
                  <a:pt x="129" y="177"/>
                </a:lnTo>
                <a:lnTo>
                  <a:pt x="129" y="176"/>
                </a:lnTo>
                <a:lnTo>
                  <a:pt x="128" y="176"/>
                </a:lnTo>
                <a:lnTo>
                  <a:pt x="128" y="177"/>
                </a:lnTo>
                <a:lnTo>
                  <a:pt x="128" y="178"/>
                </a:lnTo>
                <a:lnTo>
                  <a:pt x="127" y="178"/>
                </a:lnTo>
                <a:lnTo>
                  <a:pt x="127" y="177"/>
                </a:lnTo>
                <a:lnTo>
                  <a:pt x="127" y="178"/>
                </a:lnTo>
                <a:lnTo>
                  <a:pt x="127" y="177"/>
                </a:lnTo>
                <a:lnTo>
                  <a:pt x="126" y="177"/>
                </a:lnTo>
                <a:lnTo>
                  <a:pt x="126" y="178"/>
                </a:lnTo>
                <a:lnTo>
                  <a:pt x="126" y="177"/>
                </a:lnTo>
                <a:lnTo>
                  <a:pt x="125" y="177"/>
                </a:lnTo>
                <a:lnTo>
                  <a:pt x="125" y="178"/>
                </a:lnTo>
                <a:lnTo>
                  <a:pt x="124" y="179"/>
                </a:lnTo>
                <a:lnTo>
                  <a:pt x="123" y="179"/>
                </a:lnTo>
                <a:lnTo>
                  <a:pt x="123" y="180"/>
                </a:lnTo>
                <a:lnTo>
                  <a:pt x="122" y="180"/>
                </a:lnTo>
                <a:lnTo>
                  <a:pt x="121" y="179"/>
                </a:lnTo>
                <a:lnTo>
                  <a:pt x="120" y="179"/>
                </a:lnTo>
                <a:lnTo>
                  <a:pt x="119" y="179"/>
                </a:lnTo>
                <a:lnTo>
                  <a:pt x="118" y="179"/>
                </a:lnTo>
                <a:lnTo>
                  <a:pt x="117" y="179"/>
                </a:lnTo>
                <a:lnTo>
                  <a:pt x="116" y="180"/>
                </a:lnTo>
                <a:lnTo>
                  <a:pt x="115" y="180"/>
                </a:lnTo>
                <a:lnTo>
                  <a:pt x="115" y="181"/>
                </a:lnTo>
                <a:lnTo>
                  <a:pt x="114" y="181"/>
                </a:lnTo>
                <a:lnTo>
                  <a:pt x="114" y="182"/>
                </a:lnTo>
                <a:lnTo>
                  <a:pt x="112" y="182"/>
                </a:lnTo>
                <a:lnTo>
                  <a:pt x="111" y="182"/>
                </a:lnTo>
                <a:lnTo>
                  <a:pt x="111" y="183"/>
                </a:lnTo>
                <a:lnTo>
                  <a:pt x="110" y="183"/>
                </a:lnTo>
                <a:lnTo>
                  <a:pt x="110" y="182"/>
                </a:lnTo>
                <a:lnTo>
                  <a:pt x="109" y="181"/>
                </a:lnTo>
                <a:lnTo>
                  <a:pt x="108" y="181"/>
                </a:lnTo>
                <a:lnTo>
                  <a:pt x="107" y="181"/>
                </a:lnTo>
                <a:lnTo>
                  <a:pt x="106" y="181"/>
                </a:lnTo>
                <a:lnTo>
                  <a:pt x="106" y="182"/>
                </a:lnTo>
                <a:lnTo>
                  <a:pt x="105" y="182"/>
                </a:lnTo>
                <a:lnTo>
                  <a:pt x="103" y="183"/>
                </a:lnTo>
                <a:lnTo>
                  <a:pt x="103" y="184"/>
                </a:lnTo>
                <a:lnTo>
                  <a:pt x="102" y="186"/>
                </a:lnTo>
                <a:lnTo>
                  <a:pt x="102" y="187"/>
                </a:lnTo>
                <a:lnTo>
                  <a:pt x="101" y="187"/>
                </a:lnTo>
                <a:lnTo>
                  <a:pt x="101" y="189"/>
                </a:lnTo>
                <a:lnTo>
                  <a:pt x="101" y="190"/>
                </a:lnTo>
                <a:lnTo>
                  <a:pt x="100" y="191"/>
                </a:lnTo>
                <a:lnTo>
                  <a:pt x="100" y="192"/>
                </a:lnTo>
                <a:lnTo>
                  <a:pt x="100" y="193"/>
                </a:lnTo>
                <a:lnTo>
                  <a:pt x="101" y="194"/>
                </a:lnTo>
                <a:lnTo>
                  <a:pt x="101" y="193"/>
                </a:lnTo>
                <a:lnTo>
                  <a:pt x="102" y="194"/>
                </a:lnTo>
                <a:lnTo>
                  <a:pt x="101" y="194"/>
                </a:lnTo>
                <a:lnTo>
                  <a:pt x="100" y="194"/>
                </a:lnTo>
                <a:lnTo>
                  <a:pt x="100" y="195"/>
                </a:lnTo>
                <a:lnTo>
                  <a:pt x="99" y="195"/>
                </a:lnTo>
                <a:lnTo>
                  <a:pt x="99" y="194"/>
                </a:lnTo>
                <a:lnTo>
                  <a:pt x="99" y="193"/>
                </a:lnTo>
                <a:lnTo>
                  <a:pt x="98" y="192"/>
                </a:lnTo>
                <a:lnTo>
                  <a:pt x="98" y="193"/>
                </a:lnTo>
                <a:lnTo>
                  <a:pt x="97" y="194"/>
                </a:lnTo>
                <a:lnTo>
                  <a:pt x="97" y="193"/>
                </a:lnTo>
                <a:lnTo>
                  <a:pt x="96" y="194"/>
                </a:lnTo>
                <a:lnTo>
                  <a:pt x="96" y="195"/>
                </a:lnTo>
                <a:lnTo>
                  <a:pt x="97" y="195"/>
                </a:lnTo>
                <a:lnTo>
                  <a:pt x="98" y="195"/>
                </a:lnTo>
                <a:lnTo>
                  <a:pt x="98" y="194"/>
                </a:lnTo>
                <a:lnTo>
                  <a:pt x="98" y="193"/>
                </a:lnTo>
                <a:lnTo>
                  <a:pt x="98" y="194"/>
                </a:lnTo>
                <a:lnTo>
                  <a:pt x="98" y="195"/>
                </a:lnTo>
                <a:lnTo>
                  <a:pt x="99" y="195"/>
                </a:lnTo>
                <a:lnTo>
                  <a:pt x="100" y="195"/>
                </a:lnTo>
                <a:lnTo>
                  <a:pt x="101" y="195"/>
                </a:lnTo>
                <a:lnTo>
                  <a:pt x="102" y="196"/>
                </a:lnTo>
                <a:lnTo>
                  <a:pt x="102" y="197"/>
                </a:lnTo>
                <a:lnTo>
                  <a:pt x="101" y="198"/>
                </a:lnTo>
                <a:lnTo>
                  <a:pt x="101" y="199"/>
                </a:lnTo>
                <a:lnTo>
                  <a:pt x="101" y="200"/>
                </a:lnTo>
                <a:lnTo>
                  <a:pt x="100" y="200"/>
                </a:lnTo>
                <a:lnTo>
                  <a:pt x="100" y="199"/>
                </a:lnTo>
                <a:lnTo>
                  <a:pt x="99" y="199"/>
                </a:lnTo>
                <a:lnTo>
                  <a:pt x="99" y="200"/>
                </a:lnTo>
                <a:lnTo>
                  <a:pt x="98" y="200"/>
                </a:lnTo>
                <a:lnTo>
                  <a:pt x="99" y="200"/>
                </a:lnTo>
                <a:lnTo>
                  <a:pt x="99" y="201"/>
                </a:lnTo>
                <a:lnTo>
                  <a:pt x="99" y="202"/>
                </a:lnTo>
                <a:lnTo>
                  <a:pt x="98" y="201"/>
                </a:lnTo>
                <a:lnTo>
                  <a:pt x="97" y="201"/>
                </a:lnTo>
                <a:lnTo>
                  <a:pt x="97" y="200"/>
                </a:lnTo>
                <a:lnTo>
                  <a:pt x="98" y="199"/>
                </a:lnTo>
                <a:lnTo>
                  <a:pt x="98" y="198"/>
                </a:lnTo>
                <a:lnTo>
                  <a:pt x="97" y="198"/>
                </a:lnTo>
                <a:lnTo>
                  <a:pt x="96" y="197"/>
                </a:lnTo>
                <a:lnTo>
                  <a:pt x="95" y="197"/>
                </a:lnTo>
                <a:lnTo>
                  <a:pt x="95" y="198"/>
                </a:lnTo>
                <a:lnTo>
                  <a:pt x="94" y="198"/>
                </a:lnTo>
                <a:lnTo>
                  <a:pt x="93" y="198"/>
                </a:lnTo>
                <a:lnTo>
                  <a:pt x="92" y="198"/>
                </a:lnTo>
                <a:lnTo>
                  <a:pt x="91" y="199"/>
                </a:lnTo>
                <a:lnTo>
                  <a:pt x="90" y="200"/>
                </a:lnTo>
                <a:lnTo>
                  <a:pt x="90" y="201"/>
                </a:lnTo>
                <a:lnTo>
                  <a:pt x="90" y="202"/>
                </a:lnTo>
                <a:lnTo>
                  <a:pt x="91" y="202"/>
                </a:lnTo>
                <a:lnTo>
                  <a:pt x="91" y="204"/>
                </a:lnTo>
                <a:lnTo>
                  <a:pt x="90" y="204"/>
                </a:lnTo>
                <a:lnTo>
                  <a:pt x="90" y="203"/>
                </a:lnTo>
                <a:lnTo>
                  <a:pt x="89" y="204"/>
                </a:lnTo>
                <a:lnTo>
                  <a:pt x="88" y="203"/>
                </a:lnTo>
                <a:lnTo>
                  <a:pt x="87" y="203"/>
                </a:lnTo>
                <a:lnTo>
                  <a:pt x="87" y="204"/>
                </a:lnTo>
                <a:lnTo>
                  <a:pt x="87" y="205"/>
                </a:lnTo>
                <a:lnTo>
                  <a:pt x="85" y="204"/>
                </a:lnTo>
                <a:lnTo>
                  <a:pt x="86" y="204"/>
                </a:lnTo>
                <a:lnTo>
                  <a:pt x="86" y="203"/>
                </a:lnTo>
                <a:lnTo>
                  <a:pt x="86" y="202"/>
                </a:lnTo>
                <a:lnTo>
                  <a:pt x="87" y="201"/>
                </a:lnTo>
                <a:lnTo>
                  <a:pt x="86" y="201"/>
                </a:lnTo>
                <a:lnTo>
                  <a:pt x="85" y="200"/>
                </a:lnTo>
                <a:lnTo>
                  <a:pt x="86" y="200"/>
                </a:lnTo>
                <a:lnTo>
                  <a:pt x="85" y="200"/>
                </a:lnTo>
                <a:lnTo>
                  <a:pt x="85" y="199"/>
                </a:lnTo>
                <a:lnTo>
                  <a:pt x="84" y="199"/>
                </a:lnTo>
                <a:lnTo>
                  <a:pt x="85" y="198"/>
                </a:lnTo>
                <a:lnTo>
                  <a:pt x="86" y="198"/>
                </a:lnTo>
                <a:lnTo>
                  <a:pt x="86" y="197"/>
                </a:lnTo>
                <a:lnTo>
                  <a:pt x="87" y="197"/>
                </a:lnTo>
                <a:lnTo>
                  <a:pt x="87" y="196"/>
                </a:lnTo>
                <a:lnTo>
                  <a:pt x="86" y="196"/>
                </a:lnTo>
                <a:lnTo>
                  <a:pt x="86" y="195"/>
                </a:lnTo>
                <a:lnTo>
                  <a:pt x="86" y="196"/>
                </a:lnTo>
                <a:lnTo>
                  <a:pt x="86" y="197"/>
                </a:lnTo>
                <a:lnTo>
                  <a:pt x="85" y="197"/>
                </a:lnTo>
                <a:lnTo>
                  <a:pt x="85" y="198"/>
                </a:lnTo>
                <a:lnTo>
                  <a:pt x="84" y="198"/>
                </a:lnTo>
                <a:lnTo>
                  <a:pt x="83" y="198"/>
                </a:lnTo>
                <a:lnTo>
                  <a:pt x="83" y="199"/>
                </a:lnTo>
                <a:lnTo>
                  <a:pt x="84" y="199"/>
                </a:lnTo>
                <a:lnTo>
                  <a:pt x="84" y="200"/>
                </a:lnTo>
                <a:lnTo>
                  <a:pt x="84" y="201"/>
                </a:lnTo>
                <a:lnTo>
                  <a:pt x="83" y="201"/>
                </a:lnTo>
                <a:lnTo>
                  <a:pt x="83" y="200"/>
                </a:lnTo>
                <a:lnTo>
                  <a:pt x="82" y="199"/>
                </a:lnTo>
                <a:lnTo>
                  <a:pt x="81" y="199"/>
                </a:lnTo>
                <a:lnTo>
                  <a:pt x="81" y="200"/>
                </a:lnTo>
                <a:lnTo>
                  <a:pt x="80" y="200"/>
                </a:lnTo>
                <a:lnTo>
                  <a:pt x="80" y="201"/>
                </a:lnTo>
                <a:lnTo>
                  <a:pt x="79" y="202"/>
                </a:lnTo>
                <a:lnTo>
                  <a:pt x="78" y="202"/>
                </a:lnTo>
                <a:lnTo>
                  <a:pt x="78" y="201"/>
                </a:lnTo>
                <a:lnTo>
                  <a:pt x="78" y="200"/>
                </a:lnTo>
                <a:lnTo>
                  <a:pt x="79" y="200"/>
                </a:lnTo>
                <a:lnTo>
                  <a:pt x="79" y="199"/>
                </a:lnTo>
                <a:lnTo>
                  <a:pt x="79" y="198"/>
                </a:lnTo>
                <a:lnTo>
                  <a:pt x="80" y="198"/>
                </a:lnTo>
                <a:lnTo>
                  <a:pt x="80" y="197"/>
                </a:lnTo>
                <a:lnTo>
                  <a:pt x="80" y="196"/>
                </a:lnTo>
                <a:lnTo>
                  <a:pt x="79" y="195"/>
                </a:lnTo>
                <a:lnTo>
                  <a:pt x="78" y="194"/>
                </a:lnTo>
                <a:lnTo>
                  <a:pt x="77" y="193"/>
                </a:lnTo>
                <a:lnTo>
                  <a:pt x="76" y="193"/>
                </a:lnTo>
                <a:lnTo>
                  <a:pt x="75" y="192"/>
                </a:lnTo>
                <a:lnTo>
                  <a:pt x="74" y="192"/>
                </a:lnTo>
                <a:lnTo>
                  <a:pt x="71" y="192"/>
                </a:lnTo>
                <a:lnTo>
                  <a:pt x="70" y="192"/>
                </a:lnTo>
                <a:lnTo>
                  <a:pt x="69" y="192"/>
                </a:lnTo>
                <a:lnTo>
                  <a:pt x="68" y="192"/>
                </a:lnTo>
                <a:lnTo>
                  <a:pt x="67" y="192"/>
                </a:lnTo>
                <a:lnTo>
                  <a:pt x="66" y="192"/>
                </a:lnTo>
                <a:lnTo>
                  <a:pt x="66" y="191"/>
                </a:lnTo>
                <a:lnTo>
                  <a:pt x="65" y="191"/>
                </a:lnTo>
                <a:lnTo>
                  <a:pt x="65" y="190"/>
                </a:lnTo>
                <a:lnTo>
                  <a:pt x="64" y="190"/>
                </a:lnTo>
                <a:lnTo>
                  <a:pt x="63" y="190"/>
                </a:lnTo>
                <a:lnTo>
                  <a:pt x="61" y="190"/>
                </a:lnTo>
                <a:lnTo>
                  <a:pt x="60" y="191"/>
                </a:lnTo>
                <a:lnTo>
                  <a:pt x="59" y="191"/>
                </a:lnTo>
                <a:lnTo>
                  <a:pt x="58" y="191"/>
                </a:lnTo>
                <a:lnTo>
                  <a:pt x="57" y="191"/>
                </a:lnTo>
                <a:lnTo>
                  <a:pt x="56" y="191"/>
                </a:lnTo>
                <a:lnTo>
                  <a:pt x="55" y="191"/>
                </a:lnTo>
                <a:lnTo>
                  <a:pt x="54" y="192"/>
                </a:lnTo>
                <a:lnTo>
                  <a:pt x="53" y="192"/>
                </a:lnTo>
                <a:lnTo>
                  <a:pt x="52" y="193"/>
                </a:lnTo>
                <a:lnTo>
                  <a:pt x="51" y="192"/>
                </a:lnTo>
                <a:lnTo>
                  <a:pt x="50" y="192"/>
                </a:lnTo>
                <a:lnTo>
                  <a:pt x="49" y="192"/>
                </a:lnTo>
                <a:lnTo>
                  <a:pt x="49" y="191"/>
                </a:lnTo>
                <a:lnTo>
                  <a:pt x="48" y="189"/>
                </a:lnTo>
                <a:lnTo>
                  <a:pt x="49" y="189"/>
                </a:lnTo>
                <a:lnTo>
                  <a:pt x="49" y="188"/>
                </a:lnTo>
                <a:lnTo>
                  <a:pt x="48" y="188"/>
                </a:lnTo>
                <a:lnTo>
                  <a:pt x="48" y="187"/>
                </a:lnTo>
                <a:lnTo>
                  <a:pt x="47" y="187"/>
                </a:lnTo>
                <a:lnTo>
                  <a:pt x="46" y="186"/>
                </a:lnTo>
                <a:lnTo>
                  <a:pt x="45" y="185"/>
                </a:lnTo>
                <a:lnTo>
                  <a:pt x="44" y="185"/>
                </a:lnTo>
                <a:lnTo>
                  <a:pt x="44" y="184"/>
                </a:lnTo>
                <a:lnTo>
                  <a:pt x="43" y="184"/>
                </a:lnTo>
                <a:lnTo>
                  <a:pt x="41" y="184"/>
                </a:lnTo>
                <a:lnTo>
                  <a:pt x="39" y="184"/>
                </a:lnTo>
                <a:lnTo>
                  <a:pt x="38" y="184"/>
                </a:lnTo>
                <a:lnTo>
                  <a:pt x="37" y="185"/>
                </a:lnTo>
                <a:lnTo>
                  <a:pt x="36" y="185"/>
                </a:lnTo>
                <a:lnTo>
                  <a:pt x="34" y="185"/>
                </a:lnTo>
                <a:lnTo>
                  <a:pt x="34" y="184"/>
                </a:lnTo>
                <a:lnTo>
                  <a:pt x="34" y="183"/>
                </a:lnTo>
                <a:lnTo>
                  <a:pt x="33" y="183"/>
                </a:lnTo>
                <a:lnTo>
                  <a:pt x="32" y="182"/>
                </a:lnTo>
                <a:lnTo>
                  <a:pt x="32" y="181"/>
                </a:lnTo>
                <a:lnTo>
                  <a:pt x="31" y="181"/>
                </a:lnTo>
                <a:lnTo>
                  <a:pt x="31" y="180"/>
                </a:lnTo>
                <a:lnTo>
                  <a:pt x="30" y="180"/>
                </a:lnTo>
                <a:lnTo>
                  <a:pt x="29" y="180"/>
                </a:lnTo>
                <a:lnTo>
                  <a:pt x="29" y="179"/>
                </a:lnTo>
                <a:lnTo>
                  <a:pt x="28" y="179"/>
                </a:lnTo>
                <a:lnTo>
                  <a:pt x="27" y="179"/>
                </a:lnTo>
                <a:lnTo>
                  <a:pt x="26" y="179"/>
                </a:lnTo>
                <a:lnTo>
                  <a:pt x="25" y="179"/>
                </a:lnTo>
                <a:lnTo>
                  <a:pt x="25" y="178"/>
                </a:lnTo>
                <a:lnTo>
                  <a:pt x="24" y="178"/>
                </a:lnTo>
                <a:lnTo>
                  <a:pt x="23" y="178"/>
                </a:lnTo>
                <a:lnTo>
                  <a:pt x="23" y="177"/>
                </a:lnTo>
                <a:lnTo>
                  <a:pt x="22" y="177"/>
                </a:lnTo>
                <a:lnTo>
                  <a:pt x="22" y="176"/>
                </a:lnTo>
                <a:lnTo>
                  <a:pt x="21" y="176"/>
                </a:lnTo>
                <a:lnTo>
                  <a:pt x="21" y="175"/>
                </a:lnTo>
                <a:lnTo>
                  <a:pt x="20" y="174"/>
                </a:lnTo>
                <a:lnTo>
                  <a:pt x="19" y="173"/>
                </a:lnTo>
                <a:lnTo>
                  <a:pt x="18" y="173"/>
                </a:lnTo>
                <a:lnTo>
                  <a:pt x="16" y="172"/>
                </a:lnTo>
                <a:lnTo>
                  <a:pt x="14" y="172"/>
                </a:lnTo>
                <a:lnTo>
                  <a:pt x="13" y="172"/>
                </a:lnTo>
                <a:lnTo>
                  <a:pt x="12" y="171"/>
                </a:lnTo>
                <a:lnTo>
                  <a:pt x="9" y="171"/>
                </a:lnTo>
                <a:lnTo>
                  <a:pt x="8" y="171"/>
                </a:lnTo>
                <a:lnTo>
                  <a:pt x="8" y="170"/>
                </a:lnTo>
                <a:lnTo>
                  <a:pt x="7" y="170"/>
                </a:lnTo>
                <a:lnTo>
                  <a:pt x="7" y="169"/>
                </a:lnTo>
                <a:lnTo>
                  <a:pt x="7" y="168"/>
                </a:lnTo>
                <a:lnTo>
                  <a:pt x="6" y="167"/>
                </a:lnTo>
                <a:lnTo>
                  <a:pt x="6" y="166"/>
                </a:lnTo>
                <a:lnTo>
                  <a:pt x="6" y="165"/>
                </a:lnTo>
                <a:lnTo>
                  <a:pt x="6" y="164"/>
                </a:lnTo>
                <a:lnTo>
                  <a:pt x="6" y="163"/>
                </a:lnTo>
                <a:lnTo>
                  <a:pt x="7" y="163"/>
                </a:lnTo>
                <a:lnTo>
                  <a:pt x="7" y="162"/>
                </a:lnTo>
                <a:lnTo>
                  <a:pt x="7" y="161"/>
                </a:lnTo>
                <a:lnTo>
                  <a:pt x="8" y="161"/>
                </a:lnTo>
                <a:lnTo>
                  <a:pt x="8" y="159"/>
                </a:lnTo>
                <a:lnTo>
                  <a:pt x="8" y="158"/>
                </a:lnTo>
                <a:lnTo>
                  <a:pt x="8" y="157"/>
                </a:lnTo>
                <a:lnTo>
                  <a:pt x="8" y="156"/>
                </a:lnTo>
                <a:lnTo>
                  <a:pt x="8" y="155"/>
                </a:lnTo>
                <a:lnTo>
                  <a:pt x="8" y="154"/>
                </a:lnTo>
                <a:lnTo>
                  <a:pt x="8" y="153"/>
                </a:lnTo>
                <a:lnTo>
                  <a:pt x="8" y="152"/>
                </a:lnTo>
                <a:lnTo>
                  <a:pt x="8" y="151"/>
                </a:lnTo>
                <a:lnTo>
                  <a:pt x="8" y="150"/>
                </a:lnTo>
                <a:lnTo>
                  <a:pt x="8" y="149"/>
                </a:lnTo>
                <a:lnTo>
                  <a:pt x="8" y="148"/>
                </a:lnTo>
                <a:lnTo>
                  <a:pt x="8" y="147"/>
                </a:lnTo>
                <a:lnTo>
                  <a:pt x="8" y="146"/>
                </a:lnTo>
                <a:lnTo>
                  <a:pt x="7" y="145"/>
                </a:lnTo>
                <a:lnTo>
                  <a:pt x="7" y="144"/>
                </a:lnTo>
                <a:lnTo>
                  <a:pt x="6" y="142"/>
                </a:lnTo>
                <a:lnTo>
                  <a:pt x="6" y="141"/>
                </a:lnTo>
                <a:lnTo>
                  <a:pt x="5" y="138"/>
                </a:lnTo>
                <a:lnTo>
                  <a:pt x="4" y="138"/>
                </a:lnTo>
                <a:lnTo>
                  <a:pt x="4" y="137"/>
                </a:lnTo>
                <a:lnTo>
                  <a:pt x="3" y="137"/>
                </a:lnTo>
                <a:lnTo>
                  <a:pt x="2" y="137"/>
                </a:lnTo>
                <a:lnTo>
                  <a:pt x="1" y="136"/>
                </a:lnTo>
                <a:lnTo>
                  <a:pt x="1" y="135"/>
                </a:lnTo>
                <a:lnTo>
                  <a:pt x="1" y="134"/>
                </a:lnTo>
                <a:lnTo>
                  <a:pt x="2" y="133"/>
                </a:lnTo>
                <a:lnTo>
                  <a:pt x="2" y="132"/>
                </a:lnTo>
                <a:lnTo>
                  <a:pt x="2" y="133"/>
                </a:lnTo>
                <a:lnTo>
                  <a:pt x="3" y="133"/>
                </a:lnTo>
                <a:lnTo>
                  <a:pt x="3" y="132"/>
                </a:lnTo>
                <a:lnTo>
                  <a:pt x="2" y="132"/>
                </a:lnTo>
                <a:lnTo>
                  <a:pt x="2" y="131"/>
                </a:lnTo>
                <a:lnTo>
                  <a:pt x="3" y="131"/>
                </a:lnTo>
                <a:lnTo>
                  <a:pt x="4" y="130"/>
                </a:lnTo>
                <a:lnTo>
                  <a:pt x="4" y="129"/>
                </a:lnTo>
                <a:lnTo>
                  <a:pt x="4" y="128"/>
                </a:lnTo>
                <a:lnTo>
                  <a:pt x="4" y="127"/>
                </a:lnTo>
                <a:lnTo>
                  <a:pt x="4" y="126"/>
                </a:lnTo>
                <a:lnTo>
                  <a:pt x="4" y="125"/>
                </a:lnTo>
                <a:lnTo>
                  <a:pt x="4" y="124"/>
                </a:lnTo>
                <a:lnTo>
                  <a:pt x="4" y="123"/>
                </a:lnTo>
                <a:lnTo>
                  <a:pt x="3" y="122"/>
                </a:lnTo>
                <a:lnTo>
                  <a:pt x="3" y="121"/>
                </a:lnTo>
                <a:lnTo>
                  <a:pt x="3" y="119"/>
                </a:lnTo>
                <a:lnTo>
                  <a:pt x="3" y="118"/>
                </a:lnTo>
                <a:lnTo>
                  <a:pt x="3" y="117"/>
                </a:lnTo>
                <a:lnTo>
                  <a:pt x="2" y="115"/>
                </a:lnTo>
                <a:lnTo>
                  <a:pt x="2" y="114"/>
                </a:lnTo>
                <a:lnTo>
                  <a:pt x="2" y="112"/>
                </a:lnTo>
                <a:lnTo>
                  <a:pt x="1" y="111"/>
                </a:lnTo>
                <a:lnTo>
                  <a:pt x="1" y="110"/>
                </a:lnTo>
                <a:lnTo>
                  <a:pt x="1" y="109"/>
                </a:lnTo>
                <a:lnTo>
                  <a:pt x="0" y="108"/>
                </a:lnTo>
                <a:lnTo>
                  <a:pt x="1" y="108"/>
                </a:lnTo>
                <a:lnTo>
                  <a:pt x="2" y="108"/>
                </a:lnTo>
                <a:lnTo>
                  <a:pt x="4" y="106"/>
                </a:lnTo>
                <a:lnTo>
                  <a:pt x="4" y="105"/>
                </a:lnTo>
                <a:lnTo>
                  <a:pt x="5" y="104"/>
                </a:lnTo>
                <a:lnTo>
                  <a:pt x="5" y="103"/>
                </a:lnTo>
                <a:lnTo>
                  <a:pt x="6" y="103"/>
                </a:lnTo>
                <a:lnTo>
                  <a:pt x="5" y="102"/>
                </a:lnTo>
                <a:lnTo>
                  <a:pt x="6" y="102"/>
                </a:lnTo>
                <a:lnTo>
                  <a:pt x="6" y="101"/>
                </a:lnTo>
                <a:lnTo>
                  <a:pt x="6" y="100"/>
                </a:lnTo>
                <a:lnTo>
                  <a:pt x="6" y="99"/>
                </a:lnTo>
                <a:lnTo>
                  <a:pt x="5" y="98"/>
                </a:lnTo>
                <a:lnTo>
                  <a:pt x="4" y="97"/>
                </a:lnTo>
                <a:lnTo>
                  <a:pt x="3" y="97"/>
                </a:lnTo>
                <a:lnTo>
                  <a:pt x="2" y="96"/>
                </a:lnTo>
                <a:lnTo>
                  <a:pt x="2" y="95"/>
                </a:lnTo>
                <a:lnTo>
                  <a:pt x="2" y="94"/>
                </a:lnTo>
                <a:lnTo>
                  <a:pt x="2" y="93"/>
                </a:lnTo>
                <a:lnTo>
                  <a:pt x="2" y="92"/>
                </a:lnTo>
                <a:lnTo>
                  <a:pt x="2" y="90"/>
                </a:lnTo>
                <a:lnTo>
                  <a:pt x="2" y="89"/>
                </a:lnTo>
                <a:lnTo>
                  <a:pt x="3" y="88"/>
                </a:lnTo>
                <a:lnTo>
                  <a:pt x="4" y="89"/>
                </a:lnTo>
                <a:lnTo>
                  <a:pt x="5" y="89"/>
                </a:lnTo>
                <a:lnTo>
                  <a:pt x="5" y="88"/>
                </a:lnTo>
                <a:lnTo>
                  <a:pt x="4" y="88"/>
                </a:lnTo>
                <a:lnTo>
                  <a:pt x="4" y="87"/>
                </a:lnTo>
                <a:lnTo>
                  <a:pt x="3" y="87"/>
                </a:lnTo>
                <a:lnTo>
                  <a:pt x="4" y="87"/>
                </a:lnTo>
                <a:lnTo>
                  <a:pt x="4" y="86"/>
                </a:lnTo>
                <a:lnTo>
                  <a:pt x="4" y="87"/>
                </a:lnTo>
                <a:lnTo>
                  <a:pt x="5" y="87"/>
                </a:lnTo>
                <a:lnTo>
                  <a:pt x="5" y="88"/>
                </a:lnTo>
                <a:lnTo>
                  <a:pt x="6" y="88"/>
                </a:lnTo>
                <a:lnTo>
                  <a:pt x="5" y="87"/>
                </a:lnTo>
                <a:lnTo>
                  <a:pt x="5" y="86"/>
                </a:lnTo>
                <a:lnTo>
                  <a:pt x="6" y="86"/>
                </a:lnTo>
                <a:lnTo>
                  <a:pt x="7" y="86"/>
                </a:lnTo>
                <a:lnTo>
                  <a:pt x="7" y="87"/>
                </a:lnTo>
                <a:lnTo>
                  <a:pt x="7" y="86"/>
                </a:lnTo>
                <a:lnTo>
                  <a:pt x="6" y="85"/>
                </a:lnTo>
                <a:lnTo>
                  <a:pt x="5" y="84"/>
                </a:lnTo>
                <a:lnTo>
                  <a:pt x="5" y="83"/>
                </a:lnTo>
                <a:lnTo>
                  <a:pt x="5" y="82"/>
                </a:lnTo>
                <a:lnTo>
                  <a:pt x="6" y="82"/>
                </a:lnTo>
                <a:lnTo>
                  <a:pt x="6" y="81"/>
                </a:lnTo>
                <a:lnTo>
                  <a:pt x="7" y="81"/>
                </a:lnTo>
                <a:lnTo>
                  <a:pt x="7" y="80"/>
                </a:lnTo>
                <a:lnTo>
                  <a:pt x="8" y="80"/>
                </a:lnTo>
                <a:lnTo>
                  <a:pt x="10" y="80"/>
                </a:lnTo>
                <a:lnTo>
                  <a:pt x="12" y="80"/>
                </a:lnTo>
                <a:lnTo>
                  <a:pt x="13" y="79"/>
                </a:lnTo>
                <a:lnTo>
                  <a:pt x="14" y="79"/>
                </a:lnTo>
                <a:lnTo>
                  <a:pt x="14" y="78"/>
                </a:lnTo>
                <a:lnTo>
                  <a:pt x="15" y="78"/>
                </a:lnTo>
                <a:lnTo>
                  <a:pt x="17" y="76"/>
                </a:lnTo>
                <a:lnTo>
                  <a:pt x="18" y="75"/>
                </a:lnTo>
                <a:lnTo>
                  <a:pt x="18" y="74"/>
                </a:lnTo>
                <a:lnTo>
                  <a:pt x="19" y="74"/>
                </a:lnTo>
                <a:lnTo>
                  <a:pt x="19" y="73"/>
                </a:lnTo>
                <a:lnTo>
                  <a:pt x="20" y="73"/>
                </a:lnTo>
                <a:lnTo>
                  <a:pt x="21" y="72"/>
                </a:lnTo>
                <a:lnTo>
                  <a:pt x="22" y="72"/>
                </a:lnTo>
                <a:lnTo>
                  <a:pt x="23" y="72"/>
                </a:lnTo>
                <a:lnTo>
                  <a:pt x="24" y="71"/>
                </a:lnTo>
                <a:lnTo>
                  <a:pt x="25" y="70"/>
                </a:lnTo>
                <a:lnTo>
                  <a:pt x="27" y="69"/>
                </a:lnTo>
                <a:lnTo>
                  <a:pt x="28" y="68"/>
                </a:lnTo>
                <a:lnTo>
                  <a:pt x="29" y="67"/>
                </a:lnTo>
                <a:lnTo>
                  <a:pt x="29" y="66"/>
                </a:lnTo>
                <a:lnTo>
                  <a:pt x="30" y="66"/>
                </a:lnTo>
                <a:lnTo>
                  <a:pt x="31" y="66"/>
                </a:lnTo>
                <a:lnTo>
                  <a:pt x="30" y="66"/>
                </a:lnTo>
                <a:lnTo>
                  <a:pt x="29" y="66"/>
                </a:lnTo>
                <a:lnTo>
                  <a:pt x="30" y="65"/>
                </a:lnTo>
                <a:lnTo>
                  <a:pt x="31" y="64"/>
                </a:lnTo>
                <a:lnTo>
                  <a:pt x="32" y="64"/>
                </a:lnTo>
                <a:lnTo>
                  <a:pt x="33" y="63"/>
                </a:lnTo>
                <a:lnTo>
                  <a:pt x="34" y="62"/>
                </a:lnTo>
                <a:lnTo>
                  <a:pt x="35" y="61"/>
                </a:lnTo>
                <a:lnTo>
                  <a:pt x="35" y="60"/>
                </a:lnTo>
                <a:lnTo>
                  <a:pt x="36" y="59"/>
                </a:lnTo>
                <a:lnTo>
                  <a:pt x="37" y="58"/>
                </a:lnTo>
                <a:lnTo>
                  <a:pt x="38" y="58"/>
                </a:lnTo>
                <a:lnTo>
                  <a:pt x="39" y="57"/>
                </a:lnTo>
                <a:lnTo>
                  <a:pt x="40" y="57"/>
                </a:lnTo>
                <a:lnTo>
                  <a:pt x="41" y="57"/>
                </a:lnTo>
                <a:lnTo>
                  <a:pt x="42" y="56"/>
                </a:lnTo>
                <a:lnTo>
                  <a:pt x="43" y="56"/>
                </a:lnTo>
                <a:lnTo>
                  <a:pt x="44" y="56"/>
                </a:lnTo>
                <a:lnTo>
                  <a:pt x="44" y="55"/>
                </a:lnTo>
                <a:lnTo>
                  <a:pt x="45" y="55"/>
                </a:lnTo>
                <a:lnTo>
                  <a:pt x="45" y="54"/>
                </a:lnTo>
                <a:lnTo>
                  <a:pt x="46" y="54"/>
                </a:lnTo>
                <a:lnTo>
                  <a:pt x="48" y="53"/>
                </a:lnTo>
                <a:lnTo>
                  <a:pt x="49" y="53"/>
                </a:lnTo>
                <a:lnTo>
                  <a:pt x="50" y="53"/>
                </a:lnTo>
                <a:lnTo>
                  <a:pt x="50" y="52"/>
                </a:lnTo>
                <a:lnTo>
                  <a:pt x="51" y="51"/>
                </a:lnTo>
                <a:lnTo>
                  <a:pt x="53" y="50"/>
                </a:lnTo>
                <a:lnTo>
                  <a:pt x="54" y="49"/>
                </a:lnTo>
                <a:lnTo>
                  <a:pt x="54" y="48"/>
                </a:lnTo>
                <a:lnTo>
                  <a:pt x="54" y="47"/>
                </a:lnTo>
                <a:lnTo>
                  <a:pt x="54" y="46"/>
                </a:lnTo>
                <a:lnTo>
                  <a:pt x="54" y="45"/>
                </a:lnTo>
                <a:lnTo>
                  <a:pt x="55" y="45"/>
                </a:lnTo>
                <a:lnTo>
                  <a:pt x="55" y="46"/>
                </a:lnTo>
                <a:lnTo>
                  <a:pt x="56" y="46"/>
                </a:lnTo>
                <a:lnTo>
                  <a:pt x="56" y="45"/>
                </a:lnTo>
                <a:lnTo>
                  <a:pt x="57" y="44"/>
                </a:lnTo>
                <a:lnTo>
                  <a:pt x="57" y="45"/>
                </a:lnTo>
                <a:lnTo>
                  <a:pt x="59" y="44"/>
                </a:lnTo>
                <a:lnTo>
                  <a:pt x="60" y="44"/>
                </a:lnTo>
                <a:lnTo>
                  <a:pt x="61" y="45"/>
                </a:lnTo>
                <a:lnTo>
                  <a:pt x="61" y="46"/>
                </a:lnTo>
                <a:lnTo>
                  <a:pt x="62" y="46"/>
                </a:lnTo>
                <a:lnTo>
                  <a:pt x="62" y="47"/>
                </a:lnTo>
                <a:lnTo>
                  <a:pt x="63" y="48"/>
                </a:lnTo>
                <a:lnTo>
                  <a:pt x="63" y="47"/>
                </a:lnTo>
                <a:lnTo>
                  <a:pt x="63" y="45"/>
                </a:lnTo>
                <a:lnTo>
                  <a:pt x="62" y="44"/>
                </a:lnTo>
                <a:lnTo>
                  <a:pt x="61" y="44"/>
                </a:lnTo>
                <a:lnTo>
                  <a:pt x="61" y="43"/>
                </a:lnTo>
                <a:lnTo>
                  <a:pt x="60" y="43"/>
                </a:lnTo>
                <a:lnTo>
                  <a:pt x="60" y="42"/>
                </a:lnTo>
                <a:lnTo>
                  <a:pt x="62" y="41"/>
                </a:lnTo>
                <a:lnTo>
                  <a:pt x="62" y="42"/>
                </a:lnTo>
                <a:lnTo>
                  <a:pt x="63" y="42"/>
                </a:lnTo>
                <a:lnTo>
                  <a:pt x="63" y="41"/>
                </a:lnTo>
                <a:lnTo>
                  <a:pt x="63" y="40"/>
                </a:lnTo>
                <a:lnTo>
                  <a:pt x="63" y="39"/>
                </a:lnTo>
                <a:lnTo>
                  <a:pt x="64" y="39"/>
                </a:lnTo>
                <a:lnTo>
                  <a:pt x="63" y="38"/>
                </a:lnTo>
                <a:lnTo>
                  <a:pt x="62" y="38"/>
                </a:lnTo>
                <a:lnTo>
                  <a:pt x="61" y="38"/>
                </a:lnTo>
                <a:lnTo>
                  <a:pt x="61" y="37"/>
                </a:lnTo>
                <a:lnTo>
                  <a:pt x="61" y="38"/>
                </a:lnTo>
                <a:lnTo>
                  <a:pt x="60" y="38"/>
                </a:lnTo>
                <a:lnTo>
                  <a:pt x="59" y="39"/>
                </a:lnTo>
                <a:lnTo>
                  <a:pt x="59" y="40"/>
                </a:lnTo>
                <a:lnTo>
                  <a:pt x="59" y="41"/>
                </a:lnTo>
                <a:lnTo>
                  <a:pt x="59" y="40"/>
                </a:lnTo>
                <a:lnTo>
                  <a:pt x="59" y="39"/>
                </a:lnTo>
                <a:lnTo>
                  <a:pt x="58" y="40"/>
                </a:lnTo>
                <a:lnTo>
                  <a:pt x="58" y="41"/>
                </a:lnTo>
                <a:lnTo>
                  <a:pt x="57" y="40"/>
                </a:lnTo>
                <a:lnTo>
                  <a:pt x="56" y="41"/>
                </a:lnTo>
                <a:lnTo>
                  <a:pt x="56" y="40"/>
                </a:lnTo>
                <a:lnTo>
                  <a:pt x="56" y="41"/>
                </a:lnTo>
                <a:lnTo>
                  <a:pt x="56" y="42"/>
                </a:lnTo>
                <a:lnTo>
                  <a:pt x="55" y="42"/>
                </a:lnTo>
                <a:lnTo>
                  <a:pt x="54" y="42"/>
                </a:lnTo>
                <a:lnTo>
                  <a:pt x="54" y="43"/>
                </a:lnTo>
                <a:lnTo>
                  <a:pt x="55" y="43"/>
                </a:lnTo>
                <a:lnTo>
                  <a:pt x="54" y="44"/>
                </a:lnTo>
                <a:lnTo>
                  <a:pt x="52" y="44"/>
                </a:lnTo>
                <a:lnTo>
                  <a:pt x="52" y="43"/>
                </a:lnTo>
                <a:lnTo>
                  <a:pt x="52" y="44"/>
                </a:lnTo>
                <a:lnTo>
                  <a:pt x="52" y="45"/>
                </a:lnTo>
                <a:lnTo>
                  <a:pt x="51" y="45"/>
                </a:lnTo>
                <a:lnTo>
                  <a:pt x="50" y="45"/>
                </a:lnTo>
                <a:lnTo>
                  <a:pt x="50" y="46"/>
                </a:lnTo>
                <a:lnTo>
                  <a:pt x="49" y="46"/>
                </a:lnTo>
                <a:lnTo>
                  <a:pt x="49" y="45"/>
                </a:lnTo>
                <a:lnTo>
                  <a:pt x="50" y="44"/>
                </a:lnTo>
                <a:lnTo>
                  <a:pt x="50" y="43"/>
                </a:lnTo>
                <a:lnTo>
                  <a:pt x="51" y="43"/>
                </a:lnTo>
                <a:lnTo>
                  <a:pt x="51" y="42"/>
                </a:lnTo>
                <a:lnTo>
                  <a:pt x="51" y="41"/>
                </a:lnTo>
                <a:lnTo>
                  <a:pt x="50" y="41"/>
                </a:lnTo>
                <a:lnTo>
                  <a:pt x="50" y="40"/>
                </a:lnTo>
                <a:lnTo>
                  <a:pt x="50" y="39"/>
                </a:lnTo>
                <a:lnTo>
                  <a:pt x="49" y="38"/>
                </a:lnTo>
                <a:lnTo>
                  <a:pt x="49" y="37"/>
                </a:lnTo>
                <a:lnTo>
                  <a:pt x="50" y="37"/>
                </a:lnTo>
                <a:lnTo>
                  <a:pt x="51" y="35"/>
                </a:lnTo>
                <a:lnTo>
                  <a:pt x="52" y="34"/>
                </a:lnTo>
                <a:lnTo>
                  <a:pt x="53" y="33"/>
                </a:lnTo>
                <a:lnTo>
                  <a:pt x="54" y="34"/>
                </a:lnTo>
                <a:lnTo>
                  <a:pt x="54" y="33"/>
                </a:lnTo>
                <a:lnTo>
                  <a:pt x="54" y="32"/>
                </a:lnTo>
                <a:lnTo>
                  <a:pt x="55" y="32"/>
                </a:lnTo>
                <a:lnTo>
                  <a:pt x="55" y="31"/>
                </a:lnTo>
                <a:lnTo>
                  <a:pt x="56" y="31"/>
                </a:lnTo>
                <a:lnTo>
                  <a:pt x="56" y="32"/>
                </a:lnTo>
                <a:lnTo>
                  <a:pt x="57" y="32"/>
                </a:lnTo>
                <a:lnTo>
                  <a:pt x="56" y="31"/>
                </a:lnTo>
                <a:lnTo>
                  <a:pt x="57" y="31"/>
                </a:lnTo>
                <a:lnTo>
                  <a:pt x="58" y="31"/>
                </a:lnTo>
                <a:lnTo>
                  <a:pt x="58" y="30"/>
                </a:lnTo>
                <a:lnTo>
                  <a:pt x="59" y="30"/>
                </a:lnTo>
                <a:lnTo>
                  <a:pt x="58" y="29"/>
                </a:lnTo>
                <a:lnTo>
                  <a:pt x="59" y="29"/>
                </a:lnTo>
                <a:lnTo>
                  <a:pt x="59" y="28"/>
                </a:lnTo>
                <a:lnTo>
                  <a:pt x="59" y="27"/>
                </a:lnTo>
                <a:lnTo>
                  <a:pt x="59" y="26"/>
                </a:lnTo>
                <a:lnTo>
                  <a:pt x="60" y="27"/>
                </a:lnTo>
                <a:lnTo>
                  <a:pt x="61" y="27"/>
                </a:lnTo>
                <a:lnTo>
                  <a:pt x="61" y="26"/>
                </a:lnTo>
                <a:lnTo>
                  <a:pt x="61" y="25"/>
                </a:lnTo>
                <a:lnTo>
                  <a:pt x="62" y="25"/>
                </a:lnTo>
                <a:lnTo>
                  <a:pt x="63" y="25"/>
                </a:lnTo>
                <a:lnTo>
                  <a:pt x="64" y="25"/>
                </a:lnTo>
                <a:lnTo>
                  <a:pt x="65" y="26"/>
                </a:lnTo>
                <a:lnTo>
                  <a:pt x="64" y="26"/>
                </a:lnTo>
                <a:lnTo>
                  <a:pt x="64" y="27"/>
                </a:lnTo>
                <a:lnTo>
                  <a:pt x="64" y="28"/>
                </a:lnTo>
                <a:lnTo>
                  <a:pt x="65" y="28"/>
                </a:lnTo>
                <a:lnTo>
                  <a:pt x="66" y="28"/>
                </a:lnTo>
                <a:lnTo>
                  <a:pt x="67" y="27"/>
                </a:lnTo>
                <a:lnTo>
                  <a:pt x="68" y="27"/>
                </a:lnTo>
                <a:lnTo>
                  <a:pt x="68" y="28"/>
                </a:lnTo>
                <a:lnTo>
                  <a:pt x="68" y="27"/>
                </a:lnTo>
                <a:lnTo>
                  <a:pt x="69" y="27"/>
                </a:lnTo>
                <a:lnTo>
                  <a:pt x="69" y="28"/>
                </a:lnTo>
                <a:lnTo>
                  <a:pt x="69" y="29"/>
                </a:lnTo>
                <a:lnTo>
                  <a:pt x="70" y="28"/>
                </a:lnTo>
                <a:lnTo>
                  <a:pt x="69" y="28"/>
                </a:lnTo>
                <a:lnTo>
                  <a:pt x="69" y="27"/>
                </a:lnTo>
                <a:lnTo>
                  <a:pt x="70" y="27"/>
                </a:lnTo>
                <a:lnTo>
                  <a:pt x="70" y="28"/>
                </a:lnTo>
                <a:lnTo>
                  <a:pt x="70" y="29"/>
                </a:lnTo>
                <a:lnTo>
                  <a:pt x="71" y="29"/>
                </a:lnTo>
                <a:lnTo>
                  <a:pt x="71" y="30"/>
                </a:lnTo>
                <a:lnTo>
                  <a:pt x="72" y="30"/>
                </a:lnTo>
                <a:lnTo>
                  <a:pt x="72" y="31"/>
                </a:lnTo>
                <a:lnTo>
                  <a:pt x="73" y="31"/>
                </a:lnTo>
                <a:lnTo>
                  <a:pt x="73" y="30"/>
                </a:lnTo>
                <a:lnTo>
                  <a:pt x="73" y="31"/>
                </a:lnTo>
                <a:lnTo>
                  <a:pt x="72" y="31"/>
                </a:lnTo>
                <a:lnTo>
                  <a:pt x="73" y="32"/>
                </a:lnTo>
                <a:lnTo>
                  <a:pt x="73" y="31"/>
                </a:lnTo>
                <a:lnTo>
                  <a:pt x="74" y="31"/>
                </a:lnTo>
                <a:lnTo>
                  <a:pt x="74" y="32"/>
                </a:lnTo>
                <a:lnTo>
                  <a:pt x="74" y="31"/>
                </a:lnTo>
                <a:lnTo>
                  <a:pt x="73" y="31"/>
                </a:lnTo>
                <a:lnTo>
                  <a:pt x="74" y="31"/>
                </a:lnTo>
                <a:lnTo>
                  <a:pt x="75" y="30"/>
                </a:lnTo>
                <a:lnTo>
                  <a:pt x="75" y="29"/>
                </a:lnTo>
                <a:lnTo>
                  <a:pt x="75" y="30"/>
                </a:lnTo>
                <a:lnTo>
                  <a:pt x="76" y="30"/>
                </a:lnTo>
                <a:lnTo>
                  <a:pt x="76" y="29"/>
                </a:lnTo>
                <a:lnTo>
                  <a:pt x="77" y="29"/>
                </a:lnTo>
                <a:lnTo>
                  <a:pt x="77" y="31"/>
                </a:lnTo>
                <a:lnTo>
                  <a:pt x="78" y="32"/>
                </a:lnTo>
                <a:lnTo>
                  <a:pt x="78" y="33"/>
                </a:lnTo>
                <a:lnTo>
                  <a:pt x="78" y="34"/>
                </a:lnTo>
                <a:lnTo>
                  <a:pt x="78" y="33"/>
                </a:lnTo>
                <a:lnTo>
                  <a:pt x="79" y="33"/>
                </a:lnTo>
                <a:lnTo>
                  <a:pt x="79" y="32"/>
                </a:lnTo>
                <a:lnTo>
                  <a:pt x="80" y="32"/>
                </a:lnTo>
                <a:lnTo>
                  <a:pt x="81" y="32"/>
                </a:lnTo>
                <a:lnTo>
                  <a:pt x="82" y="32"/>
                </a:lnTo>
                <a:lnTo>
                  <a:pt x="82" y="31"/>
                </a:lnTo>
                <a:lnTo>
                  <a:pt x="83" y="31"/>
                </a:lnTo>
                <a:lnTo>
                  <a:pt x="83" y="30"/>
                </a:lnTo>
                <a:lnTo>
                  <a:pt x="83" y="31"/>
                </a:lnTo>
                <a:lnTo>
                  <a:pt x="83" y="32"/>
                </a:lnTo>
                <a:lnTo>
                  <a:pt x="82" y="33"/>
                </a:lnTo>
                <a:lnTo>
                  <a:pt x="83" y="33"/>
                </a:lnTo>
                <a:lnTo>
                  <a:pt x="84" y="32"/>
                </a:lnTo>
                <a:lnTo>
                  <a:pt x="85" y="31"/>
                </a:lnTo>
                <a:lnTo>
                  <a:pt x="86" y="31"/>
                </a:lnTo>
                <a:lnTo>
                  <a:pt x="86" y="32"/>
                </a:lnTo>
                <a:lnTo>
                  <a:pt x="86" y="31"/>
                </a:lnTo>
                <a:lnTo>
                  <a:pt x="87" y="31"/>
                </a:lnTo>
                <a:lnTo>
                  <a:pt x="86" y="30"/>
                </a:lnTo>
                <a:lnTo>
                  <a:pt x="84" y="30"/>
                </a:lnTo>
                <a:lnTo>
                  <a:pt x="84" y="29"/>
                </a:lnTo>
                <a:lnTo>
                  <a:pt x="83" y="29"/>
                </a:lnTo>
                <a:lnTo>
                  <a:pt x="82" y="29"/>
                </a:lnTo>
                <a:lnTo>
                  <a:pt x="82" y="28"/>
                </a:lnTo>
                <a:lnTo>
                  <a:pt x="82" y="27"/>
                </a:lnTo>
                <a:lnTo>
                  <a:pt x="82" y="26"/>
                </a:lnTo>
                <a:lnTo>
                  <a:pt x="82" y="25"/>
                </a:lnTo>
                <a:lnTo>
                  <a:pt x="83" y="25"/>
                </a:lnTo>
                <a:lnTo>
                  <a:pt x="84" y="25"/>
                </a:lnTo>
                <a:lnTo>
                  <a:pt x="85" y="25"/>
                </a:lnTo>
                <a:lnTo>
                  <a:pt x="86" y="26"/>
                </a:lnTo>
                <a:lnTo>
                  <a:pt x="86" y="25"/>
                </a:lnTo>
                <a:lnTo>
                  <a:pt x="85" y="25"/>
                </a:lnTo>
                <a:lnTo>
                  <a:pt x="86" y="25"/>
                </a:lnTo>
                <a:lnTo>
                  <a:pt x="85" y="25"/>
                </a:lnTo>
                <a:lnTo>
                  <a:pt x="85" y="24"/>
                </a:lnTo>
                <a:lnTo>
                  <a:pt x="84" y="24"/>
                </a:lnTo>
                <a:lnTo>
                  <a:pt x="84" y="25"/>
                </a:lnTo>
                <a:lnTo>
                  <a:pt x="83" y="25"/>
                </a:lnTo>
                <a:lnTo>
                  <a:pt x="83" y="24"/>
                </a:lnTo>
                <a:lnTo>
                  <a:pt x="83" y="23"/>
                </a:lnTo>
                <a:lnTo>
                  <a:pt x="83" y="22"/>
                </a:lnTo>
                <a:lnTo>
                  <a:pt x="84" y="22"/>
                </a:lnTo>
                <a:lnTo>
                  <a:pt x="84" y="21"/>
                </a:lnTo>
                <a:lnTo>
                  <a:pt x="85" y="21"/>
                </a:lnTo>
                <a:lnTo>
                  <a:pt x="86" y="20"/>
                </a:lnTo>
                <a:lnTo>
                  <a:pt x="87" y="20"/>
                </a:lnTo>
                <a:lnTo>
                  <a:pt x="87" y="19"/>
                </a:lnTo>
                <a:lnTo>
                  <a:pt x="87" y="18"/>
                </a:lnTo>
                <a:lnTo>
                  <a:pt x="88" y="18"/>
                </a:lnTo>
                <a:lnTo>
                  <a:pt x="89" y="17"/>
                </a:lnTo>
                <a:lnTo>
                  <a:pt x="90" y="17"/>
                </a:lnTo>
                <a:lnTo>
                  <a:pt x="91" y="17"/>
                </a:lnTo>
                <a:lnTo>
                  <a:pt x="93" y="17"/>
                </a:lnTo>
                <a:lnTo>
                  <a:pt x="95" y="16"/>
                </a:lnTo>
                <a:lnTo>
                  <a:pt x="97" y="16"/>
                </a:lnTo>
                <a:lnTo>
                  <a:pt x="96" y="16"/>
                </a:lnTo>
                <a:lnTo>
                  <a:pt x="98" y="16"/>
                </a:lnTo>
                <a:lnTo>
                  <a:pt x="99" y="15"/>
                </a:lnTo>
                <a:lnTo>
                  <a:pt x="100" y="16"/>
                </a:lnTo>
                <a:lnTo>
                  <a:pt x="101" y="16"/>
                </a:lnTo>
                <a:lnTo>
                  <a:pt x="101" y="17"/>
                </a:lnTo>
                <a:lnTo>
                  <a:pt x="101" y="18"/>
                </a:lnTo>
                <a:lnTo>
                  <a:pt x="101" y="19"/>
                </a:lnTo>
                <a:lnTo>
                  <a:pt x="101" y="17"/>
                </a:lnTo>
                <a:lnTo>
                  <a:pt x="102" y="18"/>
                </a:lnTo>
                <a:lnTo>
                  <a:pt x="102" y="19"/>
                </a:lnTo>
                <a:lnTo>
                  <a:pt x="103" y="20"/>
                </a:lnTo>
                <a:lnTo>
                  <a:pt x="105" y="20"/>
                </a:lnTo>
                <a:lnTo>
                  <a:pt x="107" y="20"/>
                </a:lnTo>
                <a:lnTo>
                  <a:pt x="108" y="20"/>
                </a:lnTo>
                <a:lnTo>
                  <a:pt x="109" y="20"/>
                </a:lnTo>
                <a:lnTo>
                  <a:pt x="108" y="20"/>
                </a:lnTo>
                <a:lnTo>
                  <a:pt x="108" y="21"/>
                </a:lnTo>
                <a:lnTo>
                  <a:pt x="109" y="21"/>
                </a:lnTo>
                <a:lnTo>
                  <a:pt x="108" y="22"/>
                </a:lnTo>
                <a:lnTo>
                  <a:pt x="109" y="22"/>
                </a:lnTo>
                <a:lnTo>
                  <a:pt x="109" y="23"/>
                </a:lnTo>
                <a:lnTo>
                  <a:pt x="110" y="22"/>
                </a:lnTo>
                <a:lnTo>
                  <a:pt x="110" y="21"/>
                </a:lnTo>
                <a:lnTo>
                  <a:pt x="110" y="20"/>
                </a:lnTo>
                <a:lnTo>
                  <a:pt x="110" y="19"/>
                </a:lnTo>
                <a:lnTo>
                  <a:pt x="110" y="18"/>
                </a:lnTo>
                <a:lnTo>
                  <a:pt x="111" y="18"/>
                </a:lnTo>
                <a:lnTo>
                  <a:pt x="112" y="19"/>
                </a:lnTo>
                <a:lnTo>
                  <a:pt x="111" y="19"/>
                </a:lnTo>
                <a:lnTo>
                  <a:pt x="111" y="20"/>
                </a:lnTo>
                <a:lnTo>
                  <a:pt x="112" y="21"/>
                </a:lnTo>
                <a:lnTo>
                  <a:pt x="113" y="22"/>
                </a:lnTo>
                <a:lnTo>
                  <a:pt x="112" y="22"/>
                </a:lnTo>
                <a:lnTo>
                  <a:pt x="112" y="23"/>
                </a:lnTo>
                <a:lnTo>
                  <a:pt x="111" y="23"/>
                </a:lnTo>
                <a:lnTo>
                  <a:pt x="111" y="24"/>
                </a:lnTo>
                <a:lnTo>
                  <a:pt x="112" y="24"/>
                </a:lnTo>
                <a:lnTo>
                  <a:pt x="111" y="24"/>
                </a:lnTo>
                <a:lnTo>
                  <a:pt x="111" y="25"/>
                </a:lnTo>
                <a:lnTo>
                  <a:pt x="112" y="24"/>
                </a:lnTo>
                <a:lnTo>
                  <a:pt x="112" y="25"/>
                </a:lnTo>
                <a:lnTo>
                  <a:pt x="113" y="25"/>
                </a:lnTo>
                <a:lnTo>
                  <a:pt x="112" y="24"/>
                </a:lnTo>
                <a:lnTo>
                  <a:pt x="112" y="23"/>
                </a:lnTo>
                <a:lnTo>
                  <a:pt x="112" y="22"/>
                </a:lnTo>
                <a:lnTo>
                  <a:pt x="113" y="22"/>
                </a:lnTo>
                <a:lnTo>
                  <a:pt x="114" y="22"/>
                </a:lnTo>
                <a:lnTo>
                  <a:pt x="114" y="23"/>
                </a:lnTo>
                <a:lnTo>
                  <a:pt x="115" y="23"/>
                </a:lnTo>
                <a:lnTo>
                  <a:pt x="114" y="22"/>
                </a:lnTo>
                <a:lnTo>
                  <a:pt x="114" y="21"/>
                </a:lnTo>
                <a:lnTo>
                  <a:pt x="115" y="21"/>
                </a:lnTo>
                <a:lnTo>
                  <a:pt x="115" y="20"/>
                </a:lnTo>
                <a:lnTo>
                  <a:pt x="115" y="19"/>
                </a:lnTo>
                <a:lnTo>
                  <a:pt x="115" y="20"/>
                </a:lnTo>
                <a:lnTo>
                  <a:pt x="116" y="20"/>
                </a:lnTo>
                <a:lnTo>
                  <a:pt x="116" y="19"/>
                </a:lnTo>
                <a:lnTo>
                  <a:pt x="116" y="18"/>
                </a:lnTo>
                <a:lnTo>
                  <a:pt x="115" y="18"/>
                </a:lnTo>
                <a:lnTo>
                  <a:pt x="115" y="17"/>
                </a:lnTo>
                <a:lnTo>
                  <a:pt x="116" y="17"/>
                </a:lnTo>
                <a:lnTo>
                  <a:pt x="117" y="17"/>
                </a:lnTo>
                <a:lnTo>
                  <a:pt x="117" y="18"/>
                </a:lnTo>
                <a:lnTo>
                  <a:pt x="118" y="18"/>
                </a:lnTo>
                <a:lnTo>
                  <a:pt x="119" y="18"/>
                </a:lnTo>
                <a:lnTo>
                  <a:pt x="120" y="18"/>
                </a:lnTo>
                <a:lnTo>
                  <a:pt x="120" y="17"/>
                </a:lnTo>
                <a:lnTo>
                  <a:pt x="121" y="17"/>
                </a:lnTo>
                <a:lnTo>
                  <a:pt x="122" y="17"/>
                </a:lnTo>
                <a:lnTo>
                  <a:pt x="121" y="18"/>
                </a:lnTo>
                <a:lnTo>
                  <a:pt x="122" y="18"/>
                </a:lnTo>
                <a:lnTo>
                  <a:pt x="122" y="19"/>
                </a:lnTo>
                <a:lnTo>
                  <a:pt x="122" y="20"/>
                </a:lnTo>
                <a:lnTo>
                  <a:pt x="123" y="20"/>
                </a:lnTo>
                <a:lnTo>
                  <a:pt x="123" y="21"/>
                </a:lnTo>
                <a:lnTo>
                  <a:pt x="124" y="22"/>
                </a:lnTo>
                <a:lnTo>
                  <a:pt x="125" y="22"/>
                </a:lnTo>
                <a:lnTo>
                  <a:pt x="126" y="22"/>
                </a:lnTo>
                <a:lnTo>
                  <a:pt x="127" y="22"/>
                </a:lnTo>
                <a:lnTo>
                  <a:pt x="128" y="22"/>
                </a:lnTo>
                <a:lnTo>
                  <a:pt x="128" y="21"/>
                </a:lnTo>
                <a:lnTo>
                  <a:pt x="128" y="22"/>
                </a:lnTo>
                <a:lnTo>
                  <a:pt x="127" y="23"/>
                </a:lnTo>
                <a:lnTo>
                  <a:pt x="126" y="22"/>
                </a:lnTo>
                <a:lnTo>
                  <a:pt x="125" y="22"/>
                </a:lnTo>
                <a:lnTo>
                  <a:pt x="125" y="23"/>
                </a:lnTo>
                <a:lnTo>
                  <a:pt x="124" y="24"/>
                </a:lnTo>
                <a:lnTo>
                  <a:pt x="123" y="24"/>
                </a:lnTo>
                <a:lnTo>
                  <a:pt x="122" y="25"/>
                </a:lnTo>
                <a:lnTo>
                  <a:pt x="123" y="25"/>
                </a:lnTo>
                <a:lnTo>
                  <a:pt x="124" y="25"/>
                </a:lnTo>
                <a:lnTo>
                  <a:pt x="125" y="25"/>
                </a:lnTo>
                <a:lnTo>
                  <a:pt x="125" y="26"/>
                </a:lnTo>
                <a:lnTo>
                  <a:pt x="126" y="26"/>
                </a:lnTo>
                <a:lnTo>
                  <a:pt x="126" y="27"/>
                </a:lnTo>
                <a:lnTo>
                  <a:pt x="126" y="26"/>
                </a:lnTo>
                <a:lnTo>
                  <a:pt x="126" y="25"/>
                </a:lnTo>
                <a:lnTo>
                  <a:pt x="127" y="25"/>
                </a:lnTo>
                <a:lnTo>
                  <a:pt x="127" y="26"/>
                </a:lnTo>
                <a:lnTo>
                  <a:pt x="127" y="25"/>
                </a:lnTo>
                <a:lnTo>
                  <a:pt x="127" y="24"/>
                </a:lnTo>
                <a:lnTo>
                  <a:pt x="126" y="24"/>
                </a:lnTo>
                <a:lnTo>
                  <a:pt x="125" y="24"/>
                </a:lnTo>
                <a:lnTo>
                  <a:pt x="125" y="23"/>
                </a:lnTo>
                <a:lnTo>
                  <a:pt x="126" y="23"/>
                </a:lnTo>
                <a:lnTo>
                  <a:pt x="127" y="23"/>
                </a:lnTo>
                <a:lnTo>
                  <a:pt x="128" y="23"/>
                </a:lnTo>
                <a:lnTo>
                  <a:pt x="128" y="22"/>
                </a:lnTo>
                <a:lnTo>
                  <a:pt x="128" y="21"/>
                </a:lnTo>
                <a:lnTo>
                  <a:pt x="127" y="21"/>
                </a:lnTo>
                <a:lnTo>
                  <a:pt x="127" y="20"/>
                </a:lnTo>
                <a:lnTo>
                  <a:pt x="128" y="20"/>
                </a:lnTo>
                <a:lnTo>
                  <a:pt x="128" y="21"/>
                </a:lnTo>
                <a:lnTo>
                  <a:pt x="128" y="20"/>
                </a:lnTo>
                <a:lnTo>
                  <a:pt x="129" y="20"/>
                </a:lnTo>
                <a:lnTo>
                  <a:pt x="130" y="20"/>
                </a:lnTo>
                <a:lnTo>
                  <a:pt x="131" y="19"/>
                </a:lnTo>
                <a:lnTo>
                  <a:pt x="132" y="18"/>
                </a:lnTo>
                <a:lnTo>
                  <a:pt x="133" y="18"/>
                </a:lnTo>
                <a:lnTo>
                  <a:pt x="133" y="19"/>
                </a:lnTo>
                <a:lnTo>
                  <a:pt x="134" y="19"/>
                </a:lnTo>
                <a:lnTo>
                  <a:pt x="135" y="19"/>
                </a:lnTo>
                <a:lnTo>
                  <a:pt x="136" y="18"/>
                </a:lnTo>
                <a:lnTo>
                  <a:pt x="137" y="19"/>
                </a:lnTo>
                <a:lnTo>
                  <a:pt x="137" y="20"/>
                </a:lnTo>
                <a:lnTo>
                  <a:pt x="137" y="19"/>
                </a:lnTo>
                <a:lnTo>
                  <a:pt x="137" y="18"/>
                </a:lnTo>
                <a:lnTo>
                  <a:pt x="138" y="18"/>
                </a:lnTo>
                <a:lnTo>
                  <a:pt x="137" y="18"/>
                </a:lnTo>
                <a:lnTo>
                  <a:pt x="136" y="18"/>
                </a:lnTo>
                <a:lnTo>
                  <a:pt x="135" y="18"/>
                </a:lnTo>
                <a:lnTo>
                  <a:pt x="134" y="18"/>
                </a:lnTo>
                <a:lnTo>
                  <a:pt x="133" y="18"/>
                </a:lnTo>
                <a:lnTo>
                  <a:pt x="132" y="18"/>
                </a:lnTo>
                <a:lnTo>
                  <a:pt x="133" y="18"/>
                </a:lnTo>
                <a:lnTo>
                  <a:pt x="134" y="17"/>
                </a:lnTo>
                <a:lnTo>
                  <a:pt x="135" y="17"/>
                </a:lnTo>
                <a:lnTo>
                  <a:pt x="136" y="17"/>
                </a:lnTo>
                <a:lnTo>
                  <a:pt x="137" y="17"/>
                </a:lnTo>
                <a:lnTo>
                  <a:pt x="137" y="16"/>
                </a:lnTo>
                <a:lnTo>
                  <a:pt x="138" y="16"/>
                </a:lnTo>
                <a:lnTo>
                  <a:pt x="138" y="15"/>
                </a:lnTo>
                <a:lnTo>
                  <a:pt x="139" y="15"/>
                </a:lnTo>
                <a:lnTo>
                  <a:pt x="139" y="14"/>
                </a:lnTo>
                <a:lnTo>
                  <a:pt x="139" y="13"/>
                </a:lnTo>
                <a:lnTo>
                  <a:pt x="140" y="12"/>
                </a:lnTo>
                <a:lnTo>
                  <a:pt x="140" y="11"/>
                </a:lnTo>
                <a:lnTo>
                  <a:pt x="141" y="10"/>
                </a:lnTo>
                <a:lnTo>
                  <a:pt x="142" y="10"/>
                </a:lnTo>
                <a:lnTo>
                  <a:pt x="143" y="10"/>
                </a:lnTo>
                <a:lnTo>
                  <a:pt x="144" y="10"/>
                </a:lnTo>
                <a:lnTo>
                  <a:pt x="145" y="10"/>
                </a:lnTo>
                <a:lnTo>
                  <a:pt x="145" y="11"/>
                </a:lnTo>
                <a:lnTo>
                  <a:pt x="146" y="11"/>
                </a:lnTo>
                <a:lnTo>
                  <a:pt x="146" y="12"/>
                </a:lnTo>
                <a:lnTo>
                  <a:pt x="147" y="12"/>
                </a:lnTo>
                <a:lnTo>
                  <a:pt x="148" y="12"/>
                </a:lnTo>
                <a:lnTo>
                  <a:pt x="148" y="13"/>
                </a:lnTo>
                <a:lnTo>
                  <a:pt x="149" y="13"/>
                </a:lnTo>
                <a:lnTo>
                  <a:pt x="150" y="14"/>
                </a:lnTo>
                <a:lnTo>
                  <a:pt x="151" y="14"/>
                </a:lnTo>
                <a:lnTo>
                  <a:pt x="152" y="14"/>
                </a:lnTo>
                <a:lnTo>
                  <a:pt x="152" y="13"/>
                </a:lnTo>
                <a:lnTo>
                  <a:pt x="151" y="13"/>
                </a:lnTo>
                <a:lnTo>
                  <a:pt x="152" y="13"/>
                </a:lnTo>
                <a:lnTo>
                  <a:pt x="152" y="12"/>
                </a:lnTo>
                <a:lnTo>
                  <a:pt x="151" y="12"/>
                </a:lnTo>
                <a:lnTo>
                  <a:pt x="152" y="12"/>
                </a:lnTo>
                <a:lnTo>
                  <a:pt x="153" y="13"/>
                </a:lnTo>
                <a:lnTo>
                  <a:pt x="154" y="12"/>
                </a:lnTo>
                <a:lnTo>
                  <a:pt x="154" y="11"/>
                </a:lnTo>
                <a:lnTo>
                  <a:pt x="156" y="11"/>
                </a:lnTo>
                <a:lnTo>
                  <a:pt x="154" y="10"/>
                </a:lnTo>
                <a:lnTo>
                  <a:pt x="153" y="10"/>
                </a:lnTo>
                <a:lnTo>
                  <a:pt x="153" y="9"/>
                </a:lnTo>
                <a:lnTo>
                  <a:pt x="154" y="9"/>
                </a:lnTo>
                <a:lnTo>
                  <a:pt x="154" y="8"/>
                </a:lnTo>
                <a:lnTo>
                  <a:pt x="155" y="8"/>
                </a:lnTo>
                <a:lnTo>
                  <a:pt x="157" y="7"/>
                </a:lnTo>
                <a:lnTo>
                  <a:pt x="158" y="7"/>
                </a:lnTo>
                <a:lnTo>
                  <a:pt x="159" y="7"/>
                </a:lnTo>
                <a:lnTo>
                  <a:pt x="160" y="7"/>
                </a:lnTo>
                <a:lnTo>
                  <a:pt x="160" y="8"/>
                </a:lnTo>
                <a:lnTo>
                  <a:pt x="161" y="8"/>
                </a:lnTo>
                <a:lnTo>
                  <a:pt x="162" y="9"/>
                </a:lnTo>
                <a:lnTo>
                  <a:pt x="163" y="9"/>
                </a:lnTo>
                <a:lnTo>
                  <a:pt x="163" y="10"/>
                </a:lnTo>
                <a:lnTo>
                  <a:pt x="164" y="10"/>
                </a:lnTo>
                <a:lnTo>
                  <a:pt x="165" y="10"/>
                </a:lnTo>
                <a:lnTo>
                  <a:pt x="165" y="11"/>
                </a:lnTo>
                <a:lnTo>
                  <a:pt x="166" y="11"/>
                </a:lnTo>
                <a:lnTo>
                  <a:pt x="167" y="12"/>
                </a:lnTo>
                <a:lnTo>
                  <a:pt x="168" y="12"/>
                </a:lnTo>
                <a:lnTo>
                  <a:pt x="168" y="13"/>
                </a:lnTo>
                <a:lnTo>
                  <a:pt x="169" y="13"/>
                </a:lnTo>
                <a:lnTo>
                  <a:pt x="170" y="13"/>
                </a:lnTo>
                <a:lnTo>
                  <a:pt x="170" y="14"/>
                </a:lnTo>
                <a:lnTo>
                  <a:pt x="171" y="14"/>
                </a:lnTo>
                <a:lnTo>
                  <a:pt x="172" y="14"/>
                </a:lnTo>
                <a:lnTo>
                  <a:pt x="174" y="14"/>
                </a:lnTo>
                <a:lnTo>
                  <a:pt x="175" y="14"/>
                </a:lnTo>
                <a:lnTo>
                  <a:pt x="176" y="14"/>
                </a:lnTo>
                <a:lnTo>
                  <a:pt x="175" y="14"/>
                </a:lnTo>
                <a:lnTo>
                  <a:pt x="175" y="15"/>
                </a:lnTo>
                <a:lnTo>
                  <a:pt x="175" y="16"/>
                </a:lnTo>
                <a:lnTo>
                  <a:pt x="175" y="17"/>
                </a:lnTo>
                <a:lnTo>
                  <a:pt x="176" y="18"/>
                </a:lnTo>
                <a:lnTo>
                  <a:pt x="175" y="18"/>
                </a:lnTo>
                <a:lnTo>
                  <a:pt x="175" y="19"/>
                </a:lnTo>
                <a:lnTo>
                  <a:pt x="175" y="20"/>
                </a:lnTo>
                <a:lnTo>
                  <a:pt x="176" y="20"/>
                </a:lnTo>
                <a:lnTo>
                  <a:pt x="176" y="19"/>
                </a:lnTo>
                <a:lnTo>
                  <a:pt x="177" y="18"/>
                </a:lnTo>
                <a:lnTo>
                  <a:pt x="178" y="18"/>
                </a:lnTo>
                <a:lnTo>
                  <a:pt x="177" y="17"/>
                </a:lnTo>
                <a:lnTo>
                  <a:pt x="178" y="16"/>
                </a:lnTo>
                <a:lnTo>
                  <a:pt x="179" y="17"/>
                </a:lnTo>
                <a:lnTo>
                  <a:pt x="179" y="18"/>
                </a:lnTo>
                <a:lnTo>
                  <a:pt x="179" y="19"/>
                </a:lnTo>
                <a:lnTo>
                  <a:pt x="178" y="19"/>
                </a:lnTo>
                <a:lnTo>
                  <a:pt x="179" y="19"/>
                </a:lnTo>
                <a:lnTo>
                  <a:pt x="179" y="20"/>
                </a:lnTo>
                <a:lnTo>
                  <a:pt x="179" y="21"/>
                </a:lnTo>
                <a:lnTo>
                  <a:pt x="178" y="21"/>
                </a:lnTo>
                <a:lnTo>
                  <a:pt x="177" y="21"/>
                </a:lnTo>
                <a:lnTo>
                  <a:pt x="176" y="21"/>
                </a:lnTo>
                <a:lnTo>
                  <a:pt x="177" y="21"/>
                </a:lnTo>
                <a:lnTo>
                  <a:pt x="178" y="21"/>
                </a:lnTo>
                <a:lnTo>
                  <a:pt x="178" y="22"/>
                </a:lnTo>
                <a:lnTo>
                  <a:pt x="179" y="22"/>
                </a:lnTo>
                <a:lnTo>
                  <a:pt x="179" y="21"/>
                </a:lnTo>
                <a:lnTo>
                  <a:pt x="180" y="21"/>
                </a:lnTo>
                <a:lnTo>
                  <a:pt x="180" y="22"/>
                </a:lnTo>
                <a:lnTo>
                  <a:pt x="179" y="22"/>
                </a:lnTo>
                <a:lnTo>
                  <a:pt x="178" y="23"/>
                </a:lnTo>
                <a:lnTo>
                  <a:pt x="179" y="22"/>
                </a:lnTo>
                <a:lnTo>
                  <a:pt x="179" y="23"/>
                </a:lnTo>
                <a:lnTo>
                  <a:pt x="180" y="23"/>
                </a:lnTo>
                <a:lnTo>
                  <a:pt x="180" y="24"/>
                </a:lnTo>
                <a:lnTo>
                  <a:pt x="180" y="25"/>
                </a:lnTo>
                <a:lnTo>
                  <a:pt x="180" y="26"/>
                </a:lnTo>
                <a:lnTo>
                  <a:pt x="181" y="26"/>
                </a:lnTo>
                <a:lnTo>
                  <a:pt x="181" y="27"/>
                </a:lnTo>
                <a:lnTo>
                  <a:pt x="180" y="27"/>
                </a:lnTo>
                <a:lnTo>
                  <a:pt x="181" y="27"/>
                </a:lnTo>
                <a:lnTo>
                  <a:pt x="180" y="27"/>
                </a:lnTo>
                <a:lnTo>
                  <a:pt x="181" y="27"/>
                </a:lnTo>
                <a:lnTo>
                  <a:pt x="181" y="26"/>
                </a:lnTo>
                <a:lnTo>
                  <a:pt x="180" y="26"/>
                </a:lnTo>
                <a:lnTo>
                  <a:pt x="180" y="25"/>
                </a:lnTo>
                <a:lnTo>
                  <a:pt x="181" y="25"/>
                </a:lnTo>
                <a:lnTo>
                  <a:pt x="181" y="24"/>
                </a:lnTo>
                <a:lnTo>
                  <a:pt x="182" y="24"/>
                </a:lnTo>
                <a:lnTo>
                  <a:pt x="183" y="24"/>
                </a:lnTo>
                <a:lnTo>
                  <a:pt x="183" y="23"/>
                </a:lnTo>
                <a:lnTo>
                  <a:pt x="183" y="22"/>
                </a:lnTo>
                <a:lnTo>
                  <a:pt x="182" y="21"/>
                </a:lnTo>
                <a:lnTo>
                  <a:pt x="182" y="20"/>
                </a:lnTo>
                <a:lnTo>
                  <a:pt x="182" y="19"/>
                </a:lnTo>
                <a:lnTo>
                  <a:pt x="181" y="18"/>
                </a:lnTo>
                <a:lnTo>
                  <a:pt x="181" y="17"/>
                </a:lnTo>
                <a:lnTo>
                  <a:pt x="181" y="16"/>
                </a:lnTo>
                <a:lnTo>
                  <a:pt x="181" y="15"/>
                </a:lnTo>
                <a:lnTo>
                  <a:pt x="180" y="15"/>
                </a:lnTo>
                <a:lnTo>
                  <a:pt x="181" y="15"/>
                </a:lnTo>
                <a:lnTo>
                  <a:pt x="182" y="15"/>
                </a:lnTo>
                <a:lnTo>
                  <a:pt x="182" y="14"/>
                </a:lnTo>
                <a:lnTo>
                  <a:pt x="181" y="14"/>
                </a:lnTo>
                <a:lnTo>
                  <a:pt x="180" y="14"/>
                </a:lnTo>
                <a:lnTo>
                  <a:pt x="179" y="14"/>
                </a:lnTo>
                <a:lnTo>
                  <a:pt x="178" y="14"/>
                </a:lnTo>
                <a:lnTo>
                  <a:pt x="178" y="13"/>
                </a:lnTo>
                <a:lnTo>
                  <a:pt x="177" y="13"/>
                </a:lnTo>
                <a:lnTo>
                  <a:pt x="177" y="12"/>
                </a:lnTo>
                <a:lnTo>
                  <a:pt x="177" y="11"/>
                </a:lnTo>
                <a:lnTo>
                  <a:pt x="178" y="10"/>
                </a:lnTo>
                <a:lnTo>
                  <a:pt x="178" y="9"/>
                </a:lnTo>
                <a:lnTo>
                  <a:pt x="178" y="8"/>
                </a:lnTo>
                <a:lnTo>
                  <a:pt x="178" y="7"/>
                </a:lnTo>
                <a:lnTo>
                  <a:pt x="179" y="6"/>
                </a:lnTo>
                <a:lnTo>
                  <a:pt x="180" y="6"/>
                </a:lnTo>
                <a:lnTo>
                  <a:pt x="180" y="5"/>
                </a:lnTo>
                <a:lnTo>
                  <a:pt x="181" y="5"/>
                </a:lnTo>
                <a:lnTo>
                  <a:pt x="182" y="5"/>
                </a:lnTo>
                <a:lnTo>
                  <a:pt x="184" y="5"/>
                </a:lnTo>
                <a:lnTo>
                  <a:pt x="185" y="5"/>
                </a:lnTo>
                <a:lnTo>
                  <a:pt x="185" y="4"/>
                </a:lnTo>
                <a:lnTo>
                  <a:pt x="186" y="4"/>
                </a:lnTo>
                <a:lnTo>
                  <a:pt x="186" y="3"/>
                </a:lnTo>
                <a:lnTo>
                  <a:pt x="187" y="3"/>
                </a:lnTo>
                <a:lnTo>
                  <a:pt x="187" y="2"/>
                </a:lnTo>
                <a:lnTo>
                  <a:pt x="187" y="1"/>
                </a:lnTo>
                <a:lnTo>
                  <a:pt x="187" y="0"/>
                </a:lnTo>
                <a:lnTo>
                  <a:pt x="188" y="0"/>
                </a:lnTo>
                <a:lnTo>
                  <a:pt x="188" y="1"/>
                </a:lnTo>
                <a:lnTo>
                  <a:pt x="189" y="2"/>
                </a:lnTo>
                <a:lnTo>
                  <a:pt x="189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40" name=""/>
          <p:cNvSpPr/>
          <p:nvPr/>
        </p:nvSpPr>
        <p:spPr>
          <a:xfrm>
            <a:off x="6657120" y="438480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0" y="6"/>
                </a:moveTo>
                <a:lnTo>
                  <a:pt x="1" y="4"/>
                </a:lnTo>
                <a:lnTo>
                  <a:pt x="3" y="3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5" y="1"/>
                </a:lnTo>
                <a:lnTo>
                  <a:pt x="4" y="1"/>
                </a:lnTo>
                <a:lnTo>
                  <a:pt x="4" y="3"/>
                </a:lnTo>
                <a:lnTo>
                  <a:pt x="3" y="4"/>
                </a:lnTo>
                <a:lnTo>
                  <a:pt x="1" y="6"/>
                </a:lnTo>
                <a:lnTo>
                  <a:pt x="0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41" name=""/>
          <p:cNvSpPr/>
          <p:nvPr/>
        </p:nvSpPr>
        <p:spPr>
          <a:xfrm>
            <a:off x="6657120" y="437832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42" name=""/>
          <p:cNvSpPr/>
          <p:nvPr/>
        </p:nvSpPr>
        <p:spPr>
          <a:xfrm>
            <a:off x="6652440" y="437616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2" y="5"/>
                </a:lnTo>
                <a:lnTo>
                  <a:pt x="2" y="3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43" name=""/>
          <p:cNvSpPr/>
          <p:nvPr/>
        </p:nvSpPr>
        <p:spPr>
          <a:xfrm>
            <a:off x="6650280" y="43736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3" y="3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3" y="1"/>
                </a:lnTo>
                <a:lnTo>
                  <a:pt x="4" y="3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44" name=""/>
          <p:cNvSpPr/>
          <p:nvPr/>
        </p:nvSpPr>
        <p:spPr>
          <a:xfrm>
            <a:off x="6652080" y="437256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3" y="0"/>
                </a:moveTo>
                <a:lnTo>
                  <a:pt x="3" y="1"/>
                </a:lnTo>
                <a:lnTo>
                  <a:pt x="5" y="1"/>
                </a:lnTo>
                <a:lnTo>
                  <a:pt x="5" y="2"/>
                </a:lnTo>
                <a:lnTo>
                  <a:pt x="5" y="4"/>
                </a:lnTo>
                <a:lnTo>
                  <a:pt x="5" y="5"/>
                </a:lnTo>
                <a:lnTo>
                  <a:pt x="5" y="4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45" name=""/>
          <p:cNvSpPr/>
          <p:nvPr/>
        </p:nvSpPr>
        <p:spPr>
          <a:xfrm>
            <a:off x="6630480" y="43696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1"/>
                </a:lnTo>
                <a:lnTo>
                  <a:pt x="2" y="3"/>
                </a:ln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46" name=""/>
          <p:cNvSpPr/>
          <p:nvPr/>
        </p:nvSpPr>
        <p:spPr>
          <a:xfrm>
            <a:off x="6613200" y="4365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47" name=""/>
          <p:cNvSpPr/>
          <p:nvPr/>
        </p:nvSpPr>
        <p:spPr>
          <a:xfrm>
            <a:off x="6654960" y="4364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48" name=""/>
          <p:cNvSpPr/>
          <p:nvPr/>
        </p:nvSpPr>
        <p:spPr>
          <a:xfrm>
            <a:off x="6657120" y="4363920"/>
            <a:ext cx="3240" cy="3600"/>
          </a:xfrm>
          <a:custGeom>
            <a:avLst/>
            <a:gdLst/>
            <a:ahLst/>
            <a:rect l="0" t="0" r="r" b="b"/>
            <a:pathLst>
              <a:path fill="none" w="9" h="10">
                <a:moveTo>
                  <a:pt x="4" y="0"/>
                </a:moveTo>
                <a:lnTo>
                  <a:pt x="4" y="1"/>
                </a:lnTo>
                <a:lnTo>
                  <a:pt x="5" y="1"/>
                </a:lnTo>
                <a:lnTo>
                  <a:pt x="7" y="1"/>
                </a:lnTo>
                <a:lnTo>
                  <a:pt x="8" y="1"/>
                </a:lnTo>
                <a:lnTo>
                  <a:pt x="8" y="3"/>
                </a:lnTo>
                <a:lnTo>
                  <a:pt x="9" y="3"/>
                </a:lnTo>
                <a:lnTo>
                  <a:pt x="9" y="1"/>
                </a:lnTo>
                <a:lnTo>
                  <a:pt x="9" y="3"/>
                </a:lnTo>
                <a:lnTo>
                  <a:pt x="8" y="3"/>
                </a:lnTo>
                <a:lnTo>
                  <a:pt x="8" y="4"/>
                </a:lnTo>
                <a:lnTo>
                  <a:pt x="9" y="4"/>
                </a:lnTo>
                <a:lnTo>
                  <a:pt x="8" y="4"/>
                </a:lnTo>
                <a:lnTo>
                  <a:pt x="8" y="5"/>
                </a:lnTo>
                <a:lnTo>
                  <a:pt x="7" y="5"/>
                </a:lnTo>
                <a:lnTo>
                  <a:pt x="7" y="6"/>
                </a:lnTo>
                <a:lnTo>
                  <a:pt x="7" y="7"/>
                </a:lnTo>
                <a:lnTo>
                  <a:pt x="5" y="7"/>
                </a:lnTo>
                <a:lnTo>
                  <a:pt x="5" y="8"/>
                </a:lnTo>
                <a:lnTo>
                  <a:pt x="5" y="9"/>
                </a:lnTo>
                <a:lnTo>
                  <a:pt x="4" y="9"/>
                </a:lnTo>
                <a:lnTo>
                  <a:pt x="4" y="10"/>
                </a:lnTo>
                <a:lnTo>
                  <a:pt x="4" y="9"/>
                </a:lnTo>
                <a:lnTo>
                  <a:pt x="3" y="9"/>
                </a:lnTo>
                <a:lnTo>
                  <a:pt x="3" y="10"/>
                </a:lnTo>
                <a:lnTo>
                  <a:pt x="3" y="9"/>
                </a:lnTo>
                <a:lnTo>
                  <a:pt x="2" y="9"/>
                </a:lnTo>
                <a:lnTo>
                  <a:pt x="1" y="9"/>
                </a:lnTo>
                <a:lnTo>
                  <a:pt x="1" y="8"/>
                </a:lnTo>
                <a:lnTo>
                  <a:pt x="0" y="8"/>
                </a:lnTo>
                <a:lnTo>
                  <a:pt x="1" y="8"/>
                </a:lnTo>
                <a:lnTo>
                  <a:pt x="1" y="7"/>
                </a:lnTo>
                <a:lnTo>
                  <a:pt x="1" y="8"/>
                </a:lnTo>
                <a:lnTo>
                  <a:pt x="1" y="7"/>
                </a:lnTo>
                <a:lnTo>
                  <a:pt x="1" y="8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  <a:lnTo>
                  <a:pt x="3" y="1"/>
                </a:lnTo>
                <a:lnTo>
                  <a:pt x="3" y="3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49" name=""/>
          <p:cNvSpPr/>
          <p:nvPr/>
        </p:nvSpPr>
        <p:spPr>
          <a:xfrm>
            <a:off x="6645600" y="436284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4" y="0"/>
                </a:moveTo>
                <a:lnTo>
                  <a:pt x="4" y="1"/>
                </a:lnTo>
                <a:lnTo>
                  <a:pt x="5" y="1"/>
                </a:lnTo>
                <a:lnTo>
                  <a:pt x="6" y="2"/>
                </a:lnTo>
                <a:lnTo>
                  <a:pt x="5" y="2"/>
                </a:lnTo>
                <a:lnTo>
                  <a:pt x="6" y="2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50" name=""/>
          <p:cNvSpPr/>
          <p:nvPr/>
        </p:nvSpPr>
        <p:spPr>
          <a:xfrm>
            <a:off x="6609600" y="435960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5" y="4"/>
                </a:moveTo>
                <a:lnTo>
                  <a:pt x="5" y="5"/>
                </a:lnTo>
                <a:lnTo>
                  <a:pt x="4" y="6"/>
                </a:lnTo>
                <a:lnTo>
                  <a:pt x="2" y="5"/>
                </a:lnTo>
                <a:lnTo>
                  <a:pt x="1" y="5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6" y="2"/>
                </a:lnTo>
                <a:lnTo>
                  <a:pt x="6" y="3"/>
                </a:lnTo>
                <a:lnTo>
                  <a:pt x="5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51" name=""/>
          <p:cNvSpPr/>
          <p:nvPr/>
        </p:nvSpPr>
        <p:spPr>
          <a:xfrm>
            <a:off x="6652800" y="43592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2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52" name=""/>
          <p:cNvSpPr/>
          <p:nvPr/>
        </p:nvSpPr>
        <p:spPr>
          <a:xfrm>
            <a:off x="6647400" y="4358520"/>
            <a:ext cx="10080" cy="6840"/>
          </a:xfrm>
          <a:custGeom>
            <a:avLst/>
            <a:gdLst/>
            <a:ahLst/>
            <a:rect l="0" t="0" r="r" b="b"/>
            <a:pathLst>
              <a:path fill="none" w="28" h="19">
                <a:moveTo>
                  <a:pt x="15" y="2"/>
                </a:moveTo>
                <a:lnTo>
                  <a:pt x="16" y="3"/>
                </a:lnTo>
                <a:lnTo>
                  <a:pt x="16" y="4"/>
                </a:lnTo>
                <a:lnTo>
                  <a:pt x="17" y="4"/>
                </a:lnTo>
                <a:lnTo>
                  <a:pt x="18" y="4"/>
                </a:lnTo>
                <a:lnTo>
                  <a:pt x="19" y="4"/>
                </a:lnTo>
                <a:lnTo>
                  <a:pt x="20" y="4"/>
                </a:lnTo>
                <a:lnTo>
                  <a:pt x="22" y="4"/>
                </a:lnTo>
                <a:lnTo>
                  <a:pt x="22" y="3"/>
                </a:lnTo>
                <a:lnTo>
                  <a:pt x="23" y="3"/>
                </a:lnTo>
                <a:lnTo>
                  <a:pt x="23" y="2"/>
                </a:lnTo>
                <a:lnTo>
                  <a:pt x="24" y="2"/>
                </a:lnTo>
                <a:lnTo>
                  <a:pt x="25" y="2"/>
                </a:lnTo>
                <a:lnTo>
                  <a:pt x="26" y="2"/>
                </a:lnTo>
                <a:lnTo>
                  <a:pt x="26" y="3"/>
                </a:lnTo>
                <a:lnTo>
                  <a:pt x="27" y="3"/>
                </a:lnTo>
                <a:lnTo>
                  <a:pt x="28" y="3"/>
                </a:lnTo>
                <a:lnTo>
                  <a:pt x="28" y="4"/>
                </a:lnTo>
                <a:lnTo>
                  <a:pt x="28" y="5"/>
                </a:lnTo>
                <a:lnTo>
                  <a:pt x="27" y="7"/>
                </a:lnTo>
                <a:lnTo>
                  <a:pt x="27" y="8"/>
                </a:lnTo>
                <a:lnTo>
                  <a:pt x="27" y="9"/>
                </a:lnTo>
                <a:lnTo>
                  <a:pt x="26" y="11"/>
                </a:lnTo>
                <a:lnTo>
                  <a:pt x="26" y="12"/>
                </a:lnTo>
                <a:lnTo>
                  <a:pt x="26" y="13"/>
                </a:lnTo>
                <a:lnTo>
                  <a:pt x="26" y="14"/>
                </a:lnTo>
                <a:lnTo>
                  <a:pt x="26" y="15"/>
                </a:lnTo>
                <a:lnTo>
                  <a:pt x="26" y="16"/>
                </a:lnTo>
                <a:lnTo>
                  <a:pt x="26" y="18"/>
                </a:lnTo>
                <a:lnTo>
                  <a:pt x="25" y="18"/>
                </a:lnTo>
                <a:lnTo>
                  <a:pt x="25" y="19"/>
                </a:lnTo>
                <a:lnTo>
                  <a:pt x="24" y="19"/>
                </a:lnTo>
                <a:lnTo>
                  <a:pt x="24" y="18"/>
                </a:lnTo>
                <a:lnTo>
                  <a:pt x="24" y="17"/>
                </a:lnTo>
                <a:lnTo>
                  <a:pt x="23" y="17"/>
                </a:lnTo>
                <a:lnTo>
                  <a:pt x="23" y="16"/>
                </a:lnTo>
                <a:lnTo>
                  <a:pt x="24" y="16"/>
                </a:lnTo>
                <a:lnTo>
                  <a:pt x="24" y="15"/>
                </a:lnTo>
                <a:lnTo>
                  <a:pt x="23" y="15"/>
                </a:lnTo>
                <a:lnTo>
                  <a:pt x="22" y="15"/>
                </a:lnTo>
                <a:lnTo>
                  <a:pt x="22" y="13"/>
                </a:lnTo>
                <a:lnTo>
                  <a:pt x="21" y="12"/>
                </a:lnTo>
                <a:lnTo>
                  <a:pt x="20" y="11"/>
                </a:lnTo>
                <a:lnTo>
                  <a:pt x="19" y="11"/>
                </a:lnTo>
                <a:lnTo>
                  <a:pt x="18" y="11"/>
                </a:lnTo>
                <a:lnTo>
                  <a:pt x="17" y="11"/>
                </a:lnTo>
                <a:lnTo>
                  <a:pt x="16" y="11"/>
                </a:lnTo>
                <a:lnTo>
                  <a:pt x="15" y="11"/>
                </a:lnTo>
                <a:lnTo>
                  <a:pt x="14" y="11"/>
                </a:lnTo>
                <a:lnTo>
                  <a:pt x="13" y="11"/>
                </a:lnTo>
                <a:lnTo>
                  <a:pt x="12" y="11"/>
                </a:lnTo>
                <a:lnTo>
                  <a:pt x="11" y="11"/>
                </a:lnTo>
                <a:lnTo>
                  <a:pt x="10" y="11"/>
                </a:lnTo>
                <a:lnTo>
                  <a:pt x="9" y="11"/>
                </a:lnTo>
                <a:lnTo>
                  <a:pt x="9" y="12"/>
                </a:lnTo>
                <a:lnTo>
                  <a:pt x="7" y="12"/>
                </a:lnTo>
                <a:lnTo>
                  <a:pt x="7" y="13"/>
                </a:lnTo>
                <a:lnTo>
                  <a:pt x="6" y="13"/>
                </a:lnTo>
                <a:lnTo>
                  <a:pt x="5" y="13"/>
                </a:lnTo>
                <a:lnTo>
                  <a:pt x="5" y="14"/>
                </a:lnTo>
                <a:lnTo>
                  <a:pt x="4" y="14"/>
                </a:lnTo>
                <a:lnTo>
                  <a:pt x="3" y="14"/>
                </a:lnTo>
                <a:lnTo>
                  <a:pt x="2" y="14"/>
                </a:lnTo>
                <a:lnTo>
                  <a:pt x="2" y="15"/>
                </a:lnTo>
                <a:lnTo>
                  <a:pt x="1" y="15"/>
                </a:lnTo>
                <a:lnTo>
                  <a:pt x="0" y="15"/>
                </a:lnTo>
                <a:lnTo>
                  <a:pt x="0" y="14"/>
                </a:lnTo>
                <a:lnTo>
                  <a:pt x="1" y="14"/>
                </a:lnTo>
                <a:lnTo>
                  <a:pt x="0" y="14"/>
                </a:lnTo>
                <a:lnTo>
                  <a:pt x="0" y="13"/>
                </a:lnTo>
                <a:lnTo>
                  <a:pt x="1" y="13"/>
                </a:lnTo>
                <a:lnTo>
                  <a:pt x="1" y="12"/>
                </a:lnTo>
                <a:lnTo>
                  <a:pt x="2" y="11"/>
                </a:lnTo>
                <a:lnTo>
                  <a:pt x="3" y="9"/>
                </a:lnTo>
                <a:lnTo>
                  <a:pt x="4" y="8"/>
                </a:lnTo>
                <a:lnTo>
                  <a:pt x="4" y="7"/>
                </a:lnTo>
                <a:lnTo>
                  <a:pt x="5" y="8"/>
                </a:lnTo>
                <a:lnTo>
                  <a:pt x="6" y="8"/>
                </a:lnTo>
                <a:lnTo>
                  <a:pt x="7" y="8"/>
                </a:lnTo>
                <a:lnTo>
                  <a:pt x="6" y="8"/>
                </a:lnTo>
                <a:lnTo>
                  <a:pt x="6" y="7"/>
                </a:lnTo>
                <a:lnTo>
                  <a:pt x="6" y="5"/>
                </a:lnTo>
                <a:lnTo>
                  <a:pt x="5" y="5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6" y="4"/>
                </a:lnTo>
                <a:lnTo>
                  <a:pt x="6" y="3"/>
                </a:lnTo>
                <a:lnTo>
                  <a:pt x="5" y="3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2" y="1"/>
                </a:lnTo>
                <a:lnTo>
                  <a:pt x="13" y="1"/>
                </a:lnTo>
                <a:lnTo>
                  <a:pt x="13" y="0"/>
                </a:lnTo>
                <a:lnTo>
                  <a:pt x="14" y="0"/>
                </a:lnTo>
                <a:lnTo>
                  <a:pt x="15" y="1"/>
                </a:lnTo>
                <a:lnTo>
                  <a:pt x="1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240" rIns="360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53" name=""/>
          <p:cNvSpPr/>
          <p:nvPr/>
        </p:nvSpPr>
        <p:spPr>
          <a:xfrm>
            <a:off x="6651720" y="43578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54" name=""/>
          <p:cNvSpPr/>
          <p:nvPr/>
        </p:nvSpPr>
        <p:spPr>
          <a:xfrm>
            <a:off x="6652800" y="43560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55" name=""/>
          <p:cNvSpPr/>
          <p:nvPr/>
        </p:nvSpPr>
        <p:spPr>
          <a:xfrm>
            <a:off x="6655680" y="4354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56" name=""/>
          <p:cNvSpPr/>
          <p:nvPr/>
        </p:nvSpPr>
        <p:spPr>
          <a:xfrm>
            <a:off x="6653160" y="4354200"/>
            <a:ext cx="6480" cy="5040"/>
          </a:xfrm>
          <a:custGeom>
            <a:avLst/>
            <a:gdLst/>
            <a:ahLst/>
            <a:rect l="0" t="0" r="r" b="b"/>
            <a:pathLst>
              <a:path fill="none" w="18" h="14">
                <a:moveTo>
                  <a:pt x="18" y="0"/>
                </a:moveTo>
                <a:lnTo>
                  <a:pt x="18" y="1"/>
                </a:lnTo>
                <a:lnTo>
                  <a:pt x="18" y="2"/>
                </a:lnTo>
                <a:lnTo>
                  <a:pt x="17" y="3"/>
                </a:lnTo>
                <a:lnTo>
                  <a:pt x="16" y="5"/>
                </a:lnTo>
                <a:lnTo>
                  <a:pt x="16" y="6"/>
                </a:lnTo>
                <a:lnTo>
                  <a:pt x="16" y="8"/>
                </a:lnTo>
                <a:lnTo>
                  <a:pt x="15" y="9"/>
                </a:lnTo>
                <a:lnTo>
                  <a:pt x="15" y="10"/>
                </a:lnTo>
                <a:lnTo>
                  <a:pt x="15" y="11"/>
                </a:lnTo>
                <a:lnTo>
                  <a:pt x="14" y="12"/>
                </a:lnTo>
                <a:lnTo>
                  <a:pt x="14" y="13"/>
                </a:lnTo>
                <a:lnTo>
                  <a:pt x="13" y="13"/>
                </a:lnTo>
                <a:lnTo>
                  <a:pt x="11" y="14"/>
                </a:lnTo>
                <a:lnTo>
                  <a:pt x="10" y="13"/>
                </a:lnTo>
                <a:lnTo>
                  <a:pt x="10" y="12"/>
                </a:lnTo>
                <a:lnTo>
                  <a:pt x="10" y="11"/>
                </a:lnTo>
                <a:lnTo>
                  <a:pt x="10" y="10"/>
                </a:lnTo>
                <a:lnTo>
                  <a:pt x="9" y="11"/>
                </a:lnTo>
                <a:lnTo>
                  <a:pt x="9" y="10"/>
                </a:lnTo>
                <a:lnTo>
                  <a:pt x="9" y="9"/>
                </a:lnTo>
                <a:lnTo>
                  <a:pt x="8" y="9"/>
                </a:lnTo>
                <a:lnTo>
                  <a:pt x="8" y="8"/>
                </a:lnTo>
                <a:lnTo>
                  <a:pt x="9" y="8"/>
                </a:lnTo>
                <a:lnTo>
                  <a:pt x="8" y="8"/>
                </a:lnTo>
                <a:lnTo>
                  <a:pt x="9" y="6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9" y="6"/>
                </a:lnTo>
                <a:lnTo>
                  <a:pt x="8" y="6"/>
                </a:lnTo>
                <a:lnTo>
                  <a:pt x="8" y="8"/>
                </a:lnTo>
                <a:lnTo>
                  <a:pt x="6" y="8"/>
                </a:lnTo>
                <a:lnTo>
                  <a:pt x="6" y="6"/>
                </a:lnTo>
                <a:lnTo>
                  <a:pt x="5" y="6"/>
                </a:lnTo>
                <a:lnTo>
                  <a:pt x="5" y="8"/>
                </a:lnTo>
                <a:lnTo>
                  <a:pt x="4" y="8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6" y="0"/>
                </a:lnTo>
                <a:lnTo>
                  <a:pt x="8" y="1"/>
                </a:lnTo>
                <a:lnTo>
                  <a:pt x="8" y="2"/>
                </a:lnTo>
                <a:lnTo>
                  <a:pt x="8" y="3"/>
                </a:lnTo>
                <a:lnTo>
                  <a:pt x="6" y="3"/>
                </a:lnTo>
                <a:lnTo>
                  <a:pt x="8" y="3"/>
                </a:lnTo>
                <a:lnTo>
                  <a:pt x="9" y="3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2" y="2"/>
                </a:lnTo>
                <a:lnTo>
                  <a:pt x="12" y="1"/>
                </a:lnTo>
                <a:lnTo>
                  <a:pt x="14" y="1"/>
                </a:lnTo>
                <a:lnTo>
                  <a:pt x="15" y="1"/>
                </a:lnTo>
                <a:lnTo>
                  <a:pt x="15" y="2"/>
                </a:lnTo>
                <a:lnTo>
                  <a:pt x="16" y="2"/>
                </a:lnTo>
                <a:lnTo>
                  <a:pt x="17" y="1"/>
                </a:lnTo>
                <a:lnTo>
                  <a:pt x="17" y="0"/>
                </a:lnTo>
                <a:lnTo>
                  <a:pt x="18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57" name=""/>
          <p:cNvSpPr/>
          <p:nvPr/>
        </p:nvSpPr>
        <p:spPr>
          <a:xfrm>
            <a:off x="6609600" y="43441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58" name=""/>
          <p:cNvSpPr/>
          <p:nvPr/>
        </p:nvSpPr>
        <p:spPr>
          <a:xfrm>
            <a:off x="6677280" y="43477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59" name=""/>
          <p:cNvSpPr/>
          <p:nvPr/>
        </p:nvSpPr>
        <p:spPr>
          <a:xfrm>
            <a:off x="6672960" y="4343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60" name=""/>
          <p:cNvSpPr/>
          <p:nvPr/>
        </p:nvSpPr>
        <p:spPr>
          <a:xfrm>
            <a:off x="6596280" y="43394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61" name=""/>
          <p:cNvSpPr/>
          <p:nvPr/>
        </p:nvSpPr>
        <p:spPr>
          <a:xfrm>
            <a:off x="6607800" y="43387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5"/>
                </a:moveTo>
                <a:lnTo>
                  <a:pt x="0" y="3"/>
                </a:lnTo>
                <a:lnTo>
                  <a:pt x="2" y="3"/>
                </a:lnTo>
                <a:lnTo>
                  <a:pt x="3" y="2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62" name=""/>
          <p:cNvSpPr/>
          <p:nvPr/>
        </p:nvSpPr>
        <p:spPr>
          <a:xfrm>
            <a:off x="6585480" y="43372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63" name=""/>
          <p:cNvSpPr/>
          <p:nvPr/>
        </p:nvSpPr>
        <p:spPr>
          <a:xfrm>
            <a:off x="6608880" y="4338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64" name=""/>
          <p:cNvSpPr/>
          <p:nvPr/>
        </p:nvSpPr>
        <p:spPr>
          <a:xfrm>
            <a:off x="6584760" y="4336920"/>
            <a:ext cx="2520" cy="5040"/>
          </a:xfrm>
          <a:custGeom>
            <a:avLst/>
            <a:gdLst/>
            <a:ahLst/>
            <a:rect l="0" t="0" r="r" b="b"/>
            <a:pathLst>
              <a:path fill="none" w="7" h="14">
                <a:moveTo>
                  <a:pt x="6" y="2"/>
                </a:moveTo>
                <a:lnTo>
                  <a:pt x="7" y="2"/>
                </a:lnTo>
                <a:lnTo>
                  <a:pt x="7" y="3"/>
                </a:lnTo>
                <a:lnTo>
                  <a:pt x="6" y="4"/>
                </a:lnTo>
                <a:lnTo>
                  <a:pt x="5" y="4"/>
                </a:lnTo>
                <a:lnTo>
                  <a:pt x="5" y="5"/>
                </a:lnTo>
                <a:lnTo>
                  <a:pt x="5" y="6"/>
                </a:lnTo>
                <a:lnTo>
                  <a:pt x="5" y="8"/>
                </a:lnTo>
                <a:lnTo>
                  <a:pt x="5" y="9"/>
                </a:lnTo>
                <a:lnTo>
                  <a:pt x="4" y="9"/>
                </a:lnTo>
                <a:lnTo>
                  <a:pt x="4" y="10"/>
                </a:lnTo>
                <a:lnTo>
                  <a:pt x="4" y="11"/>
                </a:lnTo>
                <a:lnTo>
                  <a:pt x="3" y="11"/>
                </a:lnTo>
                <a:lnTo>
                  <a:pt x="3" y="12"/>
                </a:lnTo>
                <a:lnTo>
                  <a:pt x="4" y="12"/>
                </a:lnTo>
                <a:lnTo>
                  <a:pt x="4" y="14"/>
                </a:lnTo>
                <a:lnTo>
                  <a:pt x="3" y="14"/>
                </a:lnTo>
                <a:lnTo>
                  <a:pt x="1" y="13"/>
                </a:lnTo>
                <a:lnTo>
                  <a:pt x="1" y="11"/>
                </a:lnTo>
                <a:lnTo>
                  <a:pt x="0" y="9"/>
                </a:lnTo>
                <a:lnTo>
                  <a:pt x="1" y="8"/>
                </a:lnTo>
                <a:lnTo>
                  <a:pt x="1" y="6"/>
                </a:ln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4" y="3"/>
                </a:lnTo>
                <a:lnTo>
                  <a:pt x="4" y="2"/>
                </a:lnTo>
                <a:lnTo>
                  <a:pt x="4" y="1"/>
                </a:lnTo>
                <a:lnTo>
                  <a:pt x="5" y="0"/>
                </a:lnTo>
                <a:lnTo>
                  <a:pt x="5" y="1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65" name=""/>
          <p:cNvSpPr/>
          <p:nvPr/>
        </p:nvSpPr>
        <p:spPr>
          <a:xfrm>
            <a:off x="6585120" y="43358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66" name=""/>
          <p:cNvSpPr/>
          <p:nvPr/>
        </p:nvSpPr>
        <p:spPr>
          <a:xfrm>
            <a:off x="6602040" y="43354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67" name=""/>
          <p:cNvSpPr/>
          <p:nvPr/>
        </p:nvSpPr>
        <p:spPr>
          <a:xfrm>
            <a:off x="6593040" y="43347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4" y="0"/>
                </a:lnTo>
                <a:lnTo>
                  <a:pt x="4" y="1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68" name=""/>
          <p:cNvSpPr/>
          <p:nvPr/>
        </p:nvSpPr>
        <p:spPr>
          <a:xfrm>
            <a:off x="6709680" y="43412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2"/>
                </a:move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69" name=""/>
          <p:cNvSpPr/>
          <p:nvPr/>
        </p:nvSpPr>
        <p:spPr>
          <a:xfrm>
            <a:off x="6592680" y="4334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70" name=""/>
          <p:cNvSpPr/>
          <p:nvPr/>
        </p:nvSpPr>
        <p:spPr>
          <a:xfrm>
            <a:off x="6592680" y="43336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71" name=""/>
          <p:cNvSpPr/>
          <p:nvPr/>
        </p:nvSpPr>
        <p:spPr>
          <a:xfrm>
            <a:off x="6592680" y="4333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72" name=""/>
          <p:cNvSpPr/>
          <p:nvPr/>
        </p:nvSpPr>
        <p:spPr>
          <a:xfrm>
            <a:off x="6708600" y="43394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73" name=""/>
          <p:cNvSpPr/>
          <p:nvPr/>
        </p:nvSpPr>
        <p:spPr>
          <a:xfrm>
            <a:off x="6729840" y="43405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74" name=""/>
          <p:cNvSpPr/>
          <p:nvPr/>
        </p:nvSpPr>
        <p:spPr>
          <a:xfrm>
            <a:off x="6722640" y="43398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2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75" name=""/>
          <p:cNvSpPr/>
          <p:nvPr/>
        </p:nvSpPr>
        <p:spPr>
          <a:xfrm>
            <a:off x="6707880" y="43383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76" name=""/>
          <p:cNvSpPr/>
          <p:nvPr/>
        </p:nvSpPr>
        <p:spPr>
          <a:xfrm>
            <a:off x="6725160" y="43394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77" name=""/>
          <p:cNvSpPr/>
          <p:nvPr/>
        </p:nvSpPr>
        <p:spPr>
          <a:xfrm>
            <a:off x="6697800" y="4337640"/>
            <a:ext cx="7200" cy="4320"/>
          </a:xfrm>
          <a:custGeom>
            <a:avLst/>
            <a:gdLst/>
            <a:ahLst/>
            <a:rect l="0" t="0" r="r" b="b"/>
            <a:pathLst>
              <a:path fill="none" w="20" h="12">
                <a:moveTo>
                  <a:pt x="12" y="1"/>
                </a:moveTo>
                <a:lnTo>
                  <a:pt x="13" y="3"/>
                </a:lnTo>
                <a:lnTo>
                  <a:pt x="14" y="1"/>
                </a:lnTo>
                <a:lnTo>
                  <a:pt x="14" y="3"/>
                </a:lnTo>
                <a:lnTo>
                  <a:pt x="15" y="1"/>
                </a:lnTo>
                <a:lnTo>
                  <a:pt x="14" y="1"/>
                </a:lnTo>
                <a:lnTo>
                  <a:pt x="15" y="0"/>
                </a:lnTo>
                <a:lnTo>
                  <a:pt x="15" y="1"/>
                </a:lnTo>
                <a:lnTo>
                  <a:pt x="16" y="3"/>
                </a:lnTo>
                <a:lnTo>
                  <a:pt x="16" y="1"/>
                </a:lnTo>
                <a:lnTo>
                  <a:pt x="17" y="1"/>
                </a:lnTo>
                <a:lnTo>
                  <a:pt x="18" y="1"/>
                </a:lnTo>
                <a:lnTo>
                  <a:pt x="19" y="3"/>
                </a:lnTo>
                <a:lnTo>
                  <a:pt x="20" y="3"/>
                </a:lnTo>
                <a:lnTo>
                  <a:pt x="20" y="4"/>
                </a:lnTo>
                <a:lnTo>
                  <a:pt x="19" y="5"/>
                </a:lnTo>
                <a:lnTo>
                  <a:pt x="18" y="5"/>
                </a:lnTo>
                <a:lnTo>
                  <a:pt x="17" y="5"/>
                </a:lnTo>
                <a:lnTo>
                  <a:pt x="16" y="6"/>
                </a:lnTo>
                <a:lnTo>
                  <a:pt x="15" y="6"/>
                </a:lnTo>
                <a:lnTo>
                  <a:pt x="15" y="7"/>
                </a:lnTo>
                <a:lnTo>
                  <a:pt x="14" y="6"/>
                </a:lnTo>
                <a:lnTo>
                  <a:pt x="14" y="7"/>
                </a:lnTo>
                <a:lnTo>
                  <a:pt x="13" y="7"/>
                </a:lnTo>
                <a:lnTo>
                  <a:pt x="13" y="6"/>
                </a:lnTo>
                <a:lnTo>
                  <a:pt x="12" y="6"/>
                </a:lnTo>
                <a:lnTo>
                  <a:pt x="12" y="7"/>
                </a:lnTo>
                <a:lnTo>
                  <a:pt x="11" y="7"/>
                </a:lnTo>
                <a:lnTo>
                  <a:pt x="10" y="7"/>
                </a:lnTo>
                <a:lnTo>
                  <a:pt x="9" y="8"/>
                </a:lnTo>
                <a:lnTo>
                  <a:pt x="8" y="9"/>
                </a:lnTo>
                <a:lnTo>
                  <a:pt x="7" y="10"/>
                </a:lnTo>
                <a:lnTo>
                  <a:pt x="5" y="10"/>
                </a:lnTo>
                <a:lnTo>
                  <a:pt x="5" y="11"/>
                </a:lnTo>
                <a:lnTo>
                  <a:pt x="4" y="11"/>
                </a:lnTo>
                <a:lnTo>
                  <a:pt x="4" y="10"/>
                </a:lnTo>
                <a:lnTo>
                  <a:pt x="3" y="10"/>
                </a:lnTo>
                <a:lnTo>
                  <a:pt x="3" y="11"/>
                </a:lnTo>
                <a:lnTo>
                  <a:pt x="2" y="11"/>
                </a:lnTo>
                <a:lnTo>
                  <a:pt x="1" y="11"/>
                </a:lnTo>
                <a:lnTo>
                  <a:pt x="1" y="12"/>
                </a:lnTo>
                <a:lnTo>
                  <a:pt x="0" y="12"/>
                </a:lnTo>
                <a:lnTo>
                  <a:pt x="0" y="11"/>
                </a:lnTo>
                <a:lnTo>
                  <a:pt x="0" y="10"/>
                </a:lnTo>
                <a:lnTo>
                  <a:pt x="1" y="10"/>
                </a:lnTo>
                <a:lnTo>
                  <a:pt x="1" y="11"/>
                </a:lnTo>
                <a:lnTo>
                  <a:pt x="1" y="10"/>
                </a:lnTo>
                <a:lnTo>
                  <a:pt x="2" y="10"/>
                </a:lnTo>
                <a:lnTo>
                  <a:pt x="2" y="9"/>
                </a:lnTo>
                <a:lnTo>
                  <a:pt x="1" y="8"/>
                </a:lnTo>
                <a:lnTo>
                  <a:pt x="2" y="8"/>
                </a:lnTo>
                <a:lnTo>
                  <a:pt x="3" y="7"/>
                </a:lnTo>
                <a:lnTo>
                  <a:pt x="4" y="7"/>
                </a:lnTo>
                <a:lnTo>
                  <a:pt x="4" y="6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3" y="3"/>
                </a:lnTo>
                <a:lnTo>
                  <a:pt x="3" y="1"/>
                </a:lnTo>
                <a:lnTo>
                  <a:pt x="4" y="1"/>
                </a:lnTo>
                <a:lnTo>
                  <a:pt x="7" y="3"/>
                </a:lnTo>
                <a:lnTo>
                  <a:pt x="8" y="3"/>
                </a:lnTo>
                <a:lnTo>
                  <a:pt x="9" y="3"/>
                </a:lnTo>
                <a:lnTo>
                  <a:pt x="10" y="1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11" y="0"/>
                </a:lnTo>
                <a:lnTo>
                  <a:pt x="12" y="0"/>
                </a:lnTo>
                <a:lnTo>
                  <a:pt x="1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78" name=""/>
          <p:cNvSpPr/>
          <p:nvPr/>
        </p:nvSpPr>
        <p:spPr>
          <a:xfrm>
            <a:off x="6725520" y="4339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79" name=""/>
          <p:cNvSpPr/>
          <p:nvPr/>
        </p:nvSpPr>
        <p:spPr>
          <a:xfrm>
            <a:off x="6732000" y="433944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3" y="0"/>
                </a:moveTo>
                <a:lnTo>
                  <a:pt x="4" y="0"/>
                </a:lnTo>
                <a:lnTo>
                  <a:pt x="6" y="0"/>
                </a:lnTo>
                <a:lnTo>
                  <a:pt x="4" y="2"/>
                </a:lnTo>
                <a:lnTo>
                  <a:pt x="3" y="4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80" name=""/>
          <p:cNvSpPr/>
          <p:nvPr/>
        </p:nvSpPr>
        <p:spPr>
          <a:xfrm>
            <a:off x="6698160" y="433620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1"/>
                </a:move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81" name=""/>
          <p:cNvSpPr/>
          <p:nvPr/>
        </p:nvSpPr>
        <p:spPr>
          <a:xfrm>
            <a:off x="6697080" y="43362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82" name=""/>
          <p:cNvSpPr/>
          <p:nvPr/>
        </p:nvSpPr>
        <p:spPr>
          <a:xfrm>
            <a:off x="6593040" y="4329000"/>
            <a:ext cx="1800" cy="2520"/>
          </a:xfrm>
          <a:custGeom>
            <a:avLst/>
            <a:gdLst/>
            <a:ahLst/>
            <a:rect l="0" t="0" r="r" b="b"/>
            <a:pathLst>
              <a:path fill="none" w="5" h="7">
                <a:moveTo>
                  <a:pt x="5" y="2"/>
                </a:move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1" y="5"/>
                </a:lnTo>
                <a:lnTo>
                  <a:pt x="1" y="6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3" y="0"/>
                </a:lnTo>
                <a:lnTo>
                  <a:pt x="3" y="1"/>
                </a:lnTo>
                <a:lnTo>
                  <a:pt x="5" y="1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83" name=""/>
          <p:cNvSpPr/>
          <p:nvPr/>
        </p:nvSpPr>
        <p:spPr>
          <a:xfrm>
            <a:off x="6697800" y="4335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84" name=""/>
          <p:cNvSpPr/>
          <p:nvPr/>
        </p:nvSpPr>
        <p:spPr>
          <a:xfrm>
            <a:off x="6717960" y="43365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2"/>
                </a:moveTo>
                <a:lnTo>
                  <a:pt x="4" y="3"/>
                </a:lnTo>
                <a:lnTo>
                  <a:pt x="3" y="3"/>
                </a:lnTo>
                <a:lnTo>
                  <a:pt x="4" y="3"/>
                </a:lnTo>
                <a:lnTo>
                  <a:pt x="4" y="5"/>
                </a:lnTo>
                <a:lnTo>
                  <a:pt x="3" y="5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85" name=""/>
          <p:cNvSpPr/>
          <p:nvPr/>
        </p:nvSpPr>
        <p:spPr>
          <a:xfrm>
            <a:off x="6697800" y="43347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86" name=""/>
          <p:cNvSpPr/>
          <p:nvPr/>
        </p:nvSpPr>
        <p:spPr>
          <a:xfrm>
            <a:off x="6720840" y="4335480"/>
            <a:ext cx="5040" cy="5400"/>
          </a:xfrm>
          <a:custGeom>
            <a:avLst/>
            <a:gdLst/>
            <a:ahLst/>
            <a:rect l="0" t="0" r="r" b="b"/>
            <a:pathLst>
              <a:path fill="none" w="14" h="15">
                <a:moveTo>
                  <a:pt x="13" y="1"/>
                </a:moveTo>
                <a:lnTo>
                  <a:pt x="14" y="1"/>
                </a:lnTo>
                <a:lnTo>
                  <a:pt x="14" y="3"/>
                </a:lnTo>
                <a:lnTo>
                  <a:pt x="14" y="4"/>
                </a:lnTo>
                <a:lnTo>
                  <a:pt x="14" y="5"/>
                </a:lnTo>
                <a:lnTo>
                  <a:pt x="13" y="5"/>
                </a:lnTo>
                <a:lnTo>
                  <a:pt x="12" y="6"/>
                </a:lnTo>
                <a:lnTo>
                  <a:pt x="11" y="6"/>
                </a:lnTo>
                <a:lnTo>
                  <a:pt x="11" y="7"/>
                </a:lnTo>
                <a:lnTo>
                  <a:pt x="12" y="7"/>
                </a:lnTo>
                <a:lnTo>
                  <a:pt x="11" y="7"/>
                </a:lnTo>
                <a:lnTo>
                  <a:pt x="11" y="8"/>
                </a:lnTo>
                <a:lnTo>
                  <a:pt x="12" y="8"/>
                </a:lnTo>
                <a:lnTo>
                  <a:pt x="12" y="9"/>
                </a:lnTo>
                <a:lnTo>
                  <a:pt x="14" y="9"/>
                </a:lnTo>
                <a:lnTo>
                  <a:pt x="14" y="10"/>
                </a:lnTo>
                <a:lnTo>
                  <a:pt x="13" y="10"/>
                </a:lnTo>
                <a:lnTo>
                  <a:pt x="11" y="10"/>
                </a:lnTo>
                <a:lnTo>
                  <a:pt x="11" y="11"/>
                </a:lnTo>
                <a:lnTo>
                  <a:pt x="10" y="11"/>
                </a:lnTo>
                <a:lnTo>
                  <a:pt x="10" y="12"/>
                </a:lnTo>
                <a:lnTo>
                  <a:pt x="9" y="12"/>
                </a:lnTo>
                <a:lnTo>
                  <a:pt x="8" y="12"/>
                </a:lnTo>
                <a:lnTo>
                  <a:pt x="9" y="12"/>
                </a:lnTo>
                <a:lnTo>
                  <a:pt x="8" y="13"/>
                </a:lnTo>
                <a:lnTo>
                  <a:pt x="8" y="12"/>
                </a:lnTo>
                <a:lnTo>
                  <a:pt x="7" y="12"/>
                </a:lnTo>
                <a:lnTo>
                  <a:pt x="5" y="12"/>
                </a:lnTo>
                <a:lnTo>
                  <a:pt x="5" y="11"/>
                </a:lnTo>
                <a:lnTo>
                  <a:pt x="4" y="11"/>
                </a:lnTo>
                <a:lnTo>
                  <a:pt x="4" y="12"/>
                </a:lnTo>
                <a:lnTo>
                  <a:pt x="3" y="12"/>
                </a:lnTo>
                <a:lnTo>
                  <a:pt x="2" y="12"/>
                </a:lnTo>
                <a:lnTo>
                  <a:pt x="2" y="13"/>
                </a:lnTo>
                <a:lnTo>
                  <a:pt x="2" y="14"/>
                </a:lnTo>
                <a:lnTo>
                  <a:pt x="3" y="14"/>
                </a:lnTo>
                <a:lnTo>
                  <a:pt x="4" y="14"/>
                </a:lnTo>
                <a:lnTo>
                  <a:pt x="3" y="14"/>
                </a:lnTo>
                <a:lnTo>
                  <a:pt x="2" y="14"/>
                </a:lnTo>
                <a:lnTo>
                  <a:pt x="1" y="14"/>
                </a:lnTo>
                <a:lnTo>
                  <a:pt x="1" y="15"/>
                </a:lnTo>
                <a:lnTo>
                  <a:pt x="0" y="14"/>
                </a:lnTo>
                <a:lnTo>
                  <a:pt x="1" y="14"/>
                </a:lnTo>
                <a:lnTo>
                  <a:pt x="1" y="13"/>
                </a:lnTo>
                <a:lnTo>
                  <a:pt x="1" y="12"/>
                </a:lnTo>
                <a:lnTo>
                  <a:pt x="2" y="12"/>
                </a:lnTo>
                <a:lnTo>
                  <a:pt x="1" y="12"/>
                </a:lnTo>
                <a:lnTo>
                  <a:pt x="1" y="11"/>
                </a:lnTo>
                <a:lnTo>
                  <a:pt x="2" y="11"/>
                </a:lnTo>
                <a:lnTo>
                  <a:pt x="1" y="10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4" y="9"/>
                </a:lnTo>
                <a:lnTo>
                  <a:pt x="5" y="9"/>
                </a:lnTo>
                <a:lnTo>
                  <a:pt x="5" y="8"/>
                </a:lnTo>
                <a:lnTo>
                  <a:pt x="4" y="7"/>
                </a:lnTo>
                <a:lnTo>
                  <a:pt x="4" y="6"/>
                </a:lnTo>
                <a:lnTo>
                  <a:pt x="4" y="7"/>
                </a:lnTo>
                <a:lnTo>
                  <a:pt x="4" y="6"/>
                </a:lnTo>
                <a:lnTo>
                  <a:pt x="5" y="6"/>
                </a:lnTo>
                <a:lnTo>
                  <a:pt x="7" y="6"/>
                </a:lnTo>
                <a:lnTo>
                  <a:pt x="7" y="5"/>
                </a:lnTo>
                <a:lnTo>
                  <a:pt x="7" y="4"/>
                </a:lnTo>
                <a:lnTo>
                  <a:pt x="9" y="3"/>
                </a:lnTo>
                <a:lnTo>
                  <a:pt x="10" y="3"/>
                </a:lnTo>
                <a:lnTo>
                  <a:pt x="11" y="3"/>
                </a:lnTo>
                <a:lnTo>
                  <a:pt x="11" y="1"/>
                </a:lnTo>
                <a:lnTo>
                  <a:pt x="12" y="1"/>
                </a:lnTo>
                <a:lnTo>
                  <a:pt x="13" y="0"/>
                </a:lnTo>
                <a:lnTo>
                  <a:pt x="1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800" rIns="36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87" name=""/>
          <p:cNvSpPr/>
          <p:nvPr/>
        </p:nvSpPr>
        <p:spPr>
          <a:xfrm>
            <a:off x="6725880" y="43358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88" name=""/>
          <p:cNvSpPr/>
          <p:nvPr/>
        </p:nvSpPr>
        <p:spPr>
          <a:xfrm>
            <a:off x="6726960" y="4333320"/>
            <a:ext cx="5760" cy="8280"/>
          </a:xfrm>
          <a:custGeom>
            <a:avLst/>
            <a:gdLst/>
            <a:ahLst/>
            <a:rect l="0" t="0" r="r" b="b"/>
            <a:pathLst>
              <a:path fill="none" w="16" h="23">
                <a:moveTo>
                  <a:pt x="14" y="1"/>
                </a:moveTo>
                <a:lnTo>
                  <a:pt x="15" y="1"/>
                </a:lnTo>
                <a:lnTo>
                  <a:pt x="16" y="1"/>
                </a:lnTo>
                <a:lnTo>
                  <a:pt x="16" y="2"/>
                </a:lnTo>
                <a:lnTo>
                  <a:pt x="16" y="3"/>
                </a:lnTo>
                <a:lnTo>
                  <a:pt x="15" y="3"/>
                </a:lnTo>
                <a:lnTo>
                  <a:pt x="15" y="4"/>
                </a:lnTo>
                <a:lnTo>
                  <a:pt x="14" y="4"/>
                </a:lnTo>
                <a:lnTo>
                  <a:pt x="11" y="4"/>
                </a:lnTo>
                <a:lnTo>
                  <a:pt x="10" y="4"/>
                </a:lnTo>
                <a:lnTo>
                  <a:pt x="10" y="5"/>
                </a:lnTo>
                <a:lnTo>
                  <a:pt x="9" y="8"/>
                </a:lnTo>
                <a:lnTo>
                  <a:pt x="10" y="8"/>
                </a:lnTo>
                <a:lnTo>
                  <a:pt x="9" y="8"/>
                </a:lnTo>
                <a:lnTo>
                  <a:pt x="9" y="9"/>
                </a:lnTo>
                <a:lnTo>
                  <a:pt x="9" y="10"/>
                </a:lnTo>
                <a:lnTo>
                  <a:pt x="9" y="11"/>
                </a:lnTo>
                <a:lnTo>
                  <a:pt x="9" y="12"/>
                </a:lnTo>
                <a:lnTo>
                  <a:pt x="9" y="13"/>
                </a:lnTo>
                <a:lnTo>
                  <a:pt x="10" y="13"/>
                </a:lnTo>
                <a:lnTo>
                  <a:pt x="10" y="14"/>
                </a:lnTo>
                <a:lnTo>
                  <a:pt x="9" y="14"/>
                </a:lnTo>
                <a:lnTo>
                  <a:pt x="9" y="15"/>
                </a:lnTo>
                <a:lnTo>
                  <a:pt x="8" y="15"/>
                </a:lnTo>
                <a:lnTo>
                  <a:pt x="8" y="16"/>
                </a:lnTo>
                <a:lnTo>
                  <a:pt x="8" y="17"/>
                </a:lnTo>
                <a:lnTo>
                  <a:pt x="8" y="18"/>
                </a:lnTo>
                <a:lnTo>
                  <a:pt x="8" y="19"/>
                </a:lnTo>
                <a:lnTo>
                  <a:pt x="8" y="20"/>
                </a:lnTo>
                <a:lnTo>
                  <a:pt x="9" y="20"/>
                </a:lnTo>
                <a:lnTo>
                  <a:pt x="9" y="19"/>
                </a:lnTo>
                <a:lnTo>
                  <a:pt x="9" y="20"/>
                </a:lnTo>
                <a:lnTo>
                  <a:pt x="9" y="21"/>
                </a:lnTo>
                <a:lnTo>
                  <a:pt x="8" y="21"/>
                </a:lnTo>
                <a:lnTo>
                  <a:pt x="8" y="22"/>
                </a:lnTo>
                <a:lnTo>
                  <a:pt x="7" y="22"/>
                </a:lnTo>
                <a:lnTo>
                  <a:pt x="6" y="23"/>
                </a:lnTo>
                <a:lnTo>
                  <a:pt x="6" y="22"/>
                </a:lnTo>
                <a:lnTo>
                  <a:pt x="5" y="22"/>
                </a:lnTo>
                <a:lnTo>
                  <a:pt x="6" y="21"/>
                </a:lnTo>
                <a:lnTo>
                  <a:pt x="6" y="20"/>
                </a:lnTo>
                <a:lnTo>
                  <a:pt x="5" y="20"/>
                </a:lnTo>
                <a:lnTo>
                  <a:pt x="4" y="21"/>
                </a:lnTo>
                <a:lnTo>
                  <a:pt x="4" y="20"/>
                </a:lnTo>
                <a:lnTo>
                  <a:pt x="4" y="19"/>
                </a:lnTo>
                <a:lnTo>
                  <a:pt x="5" y="18"/>
                </a:lnTo>
                <a:lnTo>
                  <a:pt x="4" y="18"/>
                </a:lnTo>
                <a:lnTo>
                  <a:pt x="5" y="18"/>
                </a:lnTo>
                <a:lnTo>
                  <a:pt x="5" y="17"/>
                </a:lnTo>
                <a:lnTo>
                  <a:pt x="4" y="17"/>
                </a:lnTo>
                <a:lnTo>
                  <a:pt x="4" y="18"/>
                </a:lnTo>
                <a:lnTo>
                  <a:pt x="3" y="19"/>
                </a:lnTo>
                <a:lnTo>
                  <a:pt x="2" y="19"/>
                </a:lnTo>
                <a:lnTo>
                  <a:pt x="2" y="18"/>
                </a:lnTo>
                <a:lnTo>
                  <a:pt x="2" y="17"/>
                </a:lnTo>
                <a:lnTo>
                  <a:pt x="3" y="17"/>
                </a:lnTo>
                <a:lnTo>
                  <a:pt x="3" y="16"/>
                </a:lnTo>
                <a:lnTo>
                  <a:pt x="4" y="16"/>
                </a:lnTo>
                <a:lnTo>
                  <a:pt x="4" y="15"/>
                </a:lnTo>
                <a:lnTo>
                  <a:pt x="4" y="14"/>
                </a:lnTo>
                <a:lnTo>
                  <a:pt x="5" y="14"/>
                </a:lnTo>
                <a:lnTo>
                  <a:pt x="5" y="15"/>
                </a:lnTo>
                <a:lnTo>
                  <a:pt x="6" y="15"/>
                </a:lnTo>
                <a:lnTo>
                  <a:pt x="6" y="14"/>
                </a:lnTo>
                <a:lnTo>
                  <a:pt x="6" y="15"/>
                </a:lnTo>
                <a:lnTo>
                  <a:pt x="7" y="14"/>
                </a:lnTo>
                <a:lnTo>
                  <a:pt x="7" y="13"/>
                </a:lnTo>
                <a:lnTo>
                  <a:pt x="6" y="13"/>
                </a:lnTo>
                <a:lnTo>
                  <a:pt x="7" y="13"/>
                </a:lnTo>
                <a:lnTo>
                  <a:pt x="7" y="12"/>
                </a:lnTo>
                <a:lnTo>
                  <a:pt x="7" y="11"/>
                </a:lnTo>
                <a:lnTo>
                  <a:pt x="7" y="12"/>
                </a:lnTo>
                <a:lnTo>
                  <a:pt x="7" y="11"/>
                </a:lnTo>
                <a:lnTo>
                  <a:pt x="6" y="11"/>
                </a:lnTo>
                <a:lnTo>
                  <a:pt x="5" y="10"/>
                </a:lnTo>
                <a:lnTo>
                  <a:pt x="5" y="11"/>
                </a:lnTo>
                <a:lnTo>
                  <a:pt x="4" y="11"/>
                </a:lnTo>
                <a:lnTo>
                  <a:pt x="3" y="11"/>
                </a:lnTo>
                <a:lnTo>
                  <a:pt x="3" y="12"/>
                </a:lnTo>
                <a:lnTo>
                  <a:pt x="2" y="12"/>
                </a:lnTo>
                <a:lnTo>
                  <a:pt x="2" y="11"/>
                </a:lnTo>
                <a:lnTo>
                  <a:pt x="1" y="11"/>
                </a:lnTo>
                <a:lnTo>
                  <a:pt x="1" y="12"/>
                </a:lnTo>
                <a:lnTo>
                  <a:pt x="0" y="12"/>
                </a:lnTo>
                <a:lnTo>
                  <a:pt x="1" y="11"/>
                </a:lnTo>
                <a:lnTo>
                  <a:pt x="0" y="11"/>
                </a:lnTo>
                <a:lnTo>
                  <a:pt x="0" y="10"/>
                </a:lnTo>
                <a:lnTo>
                  <a:pt x="1" y="10"/>
                </a:lnTo>
                <a:lnTo>
                  <a:pt x="1" y="9"/>
                </a:lnTo>
                <a:lnTo>
                  <a:pt x="0" y="9"/>
                </a:lnTo>
                <a:lnTo>
                  <a:pt x="1" y="8"/>
                </a:lnTo>
                <a:lnTo>
                  <a:pt x="2" y="8"/>
                </a:lnTo>
                <a:lnTo>
                  <a:pt x="1" y="8"/>
                </a:lnTo>
                <a:lnTo>
                  <a:pt x="1" y="6"/>
                </a:lnTo>
                <a:lnTo>
                  <a:pt x="2" y="6"/>
                </a:lnTo>
                <a:lnTo>
                  <a:pt x="2" y="5"/>
                </a:lnTo>
                <a:lnTo>
                  <a:pt x="3" y="5"/>
                </a:lnTo>
                <a:lnTo>
                  <a:pt x="4" y="6"/>
                </a:lnTo>
                <a:lnTo>
                  <a:pt x="4" y="5"/>
                </a:lnTo>
                <a:lnTo>
                  <a:pt x="5" y="5"/>
                </a:lnTo>
                <a:lnTo>
                  <a:pt x="5" y="6"/>
                </a:lnTo>
                <a:lnTo>
                  <a:pt x="5" y="8"/>
                </a:lnTo>
                <a:lnTo>
                  <a:pt x="5" y="6"/>
                </a:lnTo>
                <a:lnTo>
                  <a:pt x="6" y="6"/>
                </a:lnTo>
                <a:lnTo>
                  <a:pt x="6" y="5"/>
                </a:lnTo>
                <a:lnTo>
                  <a:pt x="7" y="4"/>
                </a:lnTo>
                <a:lnTo>
                  <a:pt x="7" y="3"/>
                </a:lnTo>
                <a:lnTo>
                  <a:pt x="6" y="3"/>
                </a:lnTo>
                <a:lnTo>
                  <a:pt x="6" y="2"/>
                </a:lnTo>
                <a:lnTo>
                  <a:pt x="7" y="1"/>
                </a:lnTo>
                <a:lnTo>
                  <a:pt x="7" y="2"/>
                </a:lnTo>
                <a:lnTo>
                  <a:pt x="8" y="2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11" y="1"/>
                </a:lnTo>
                <a:lnTo>
                  <a:pt x="11" y="0"/>
                </a:lnTo>
                <a:lnTo>
                  <a:pt x="13" y="0"/>
                </a:lnTo>
                <a:lnTo>
                  <a:pt x="14" y="0"/>
                </a:lnTo>
                <a:lnTo>
                  <a:pt x="1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89" name=""/>
          <p:cNvSpPr/>
          <p:nvPr/>
        </p:nvSpPr>
        <p:spPr>
          <a:xfrm>
            <a:off x="6736680" y="432936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2"/>
                </a:moveTo>
                <a:lnTo>
                  <a:pt x="4" y="4"/>
                </a:lnTo>
                <a:lnTo>
                  <a:pt x="2" y="4"/>
                </a:lnTo>
                <a:lnTo>
                  <a:pt x="1" y="5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90" name=""/>
          <p:cNvSpPr/>
          <p:nvPr/>
        </p:nvSpPr>
        <p:spPr>
          <a:xfrm>
            <a:off x="6740640" y="432972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3" y="0"/>
                </a:move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6" y="2"/>
                </a:lnTo>
                <a:lnTo>
                  <a:pt x="6" y="1"/>
                </a:lnTo>
                <a:lnTo>
                  <a:pt x="7" y="0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6" y="4"/>
                </a:lnTo>
                <a:lnTo>
                  <a:pt x="4" y="4"/>
                </a:lnTo>
                <a:lnTo>
                  <a:pt x="4" y="2"/>
                </a:lnTo>
                <a:lnTo>
                  <a:pt x="3" y="2"/>
                </a:lnTo>
                <a:lnTo>
                  <a:pt x="2" y="4"/>
                </a:lnTo>
                <a:lnTo>
                  <a:pt x="1" y="5"/>
                </a:lnTo>
                <a:lnTo>
                  <a:pt x="0" y="4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91" name=""/>
          <p:cNvSpPr/>
          <p:nvPr/>
        </p:nvSpPr>
        <p:spPr>
          <a:xfrm>
            <a:off x="6740280" y="43275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5"/>
                </a:moveTo>
                <a:lnTo>
                  <a:pt x="0" y="4"/>
                </a:lnTo>
                <a:lnTo>
                  <a:pt x="1" y="3"/>
                </a:lnTo>
                <a:lnTo>
                  <a:pt x="3" y="3"/>
                </a:lnTo>
                <a:lnTo>
                  <a:pt x="3" y="2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1" y="4"/>
                </a:lnTo>
                <a:lnTo>
                  <a:pt x="0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92" name=""/>
          <p:cNvSpPr/>
          <p:nvPr/>
        </p:nvSpPr>
        <p:spPr>
          <a:xfrm>
            <a:off x="6769080" y="43297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3"/>
                </a:move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1" y="1"/>
                </a:lnTo>
                <a:lnTo>
                  <a:pt x="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93" name=""/>
          <p:cNvSpPr/>
          <p:nvPr/>
        </p:nvSpPr>
        <p:spPr>
          <a:xfrm>
            <a:off x="6716160" y="43250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94" name=""/>
          <p:cNvSpPr/>
          <p:nvPr/>
        </p:nvSpPr>
        <p:spPr>
          <a:xfrm>
            <a:off x="6741720" y="4326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95" name=""/>
          <p:cNvSpPr/>
          <p:nvPr/>
        </p:nvSpPr>
        <p:spPr>
          <a:xfrm>
            <a:off x="6769800" y="432828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4" y="1"/>
                </a:moveTo>
                <a:lnTo>
                  <a:pt x="4" y="2"/>
                </a:lnTo>
                <a:lnTo>
                  <a:pt x="6" y="2"/>
                </a:lnTo>
                <a:lnTo>
                  <a:pt x="6" y="1"/>
                </a:lnTo>
                <a:lnTo>
                  <a:pt x="6" y="2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3" y="2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96" name=""/>
          <p:cNvSpPr/>
          <p:nvPr/>
        </p:nvSpPr>
        <p:spPr>
          <a:xfrm>
            <a:off x="6716880" y="43232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97" name=""/>
          <p:cNvSpPr/>
          <p:nvPr/>
        </p:nvSpPr>
        <p:spPr>
          <a:xfrm>
            <a:off x="6759720" y="4326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0"/>
                </a:move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98" name=""/>
          <p:cNvSpPr/>
          <p:nvPr/>
        </p:nvSpPr>
        <p:spPr>
          <a:xfrm>
            <a:off x="6758280" y="43264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3"/>
                </a:moveTo>
                <a:lnTo>
                  <a:pt x="3" y="3"/>
                </a:lnTo>
                <a:lnTo>
                  <a:pt x="1" y="3"/>
                </a:lnTo>
                <a:lnTo>
                  <a:pt x="1" y="5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99" name=""/>
          <p:cNvSpPr/>
          <p:nvPr/>
        </p:nvSpPr>
        <p:spPr>
          <a:xfrm>
            <a:off x="6760440" y="43250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1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5"/>
                </a:lnTo>
                <a:lnTo>
                  <a:pt x="1" y="5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00" name=""/>
          <p:cNvSpPr/>
          <p:nvPr/>
        </p:nvSpPr>
        <p:spPr>
          <a:xfrm>
            <a:off x="6773040" y="43261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01" name=""/>
          <p:cNvSpPr/>
          <p:nvPr/>
        </p:nvSpPr>
        <p:spPr>
          <a:xfrm>
            <a:off x="6762600" y="43250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02" name=""/>
          <p:cNvSpPr/>
          <p:nvPr/>
        </p:nvSpPr>
        <p:spPr>
          <a:xfrm>
            <a:off x="6762960" y="43250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03" name=""/>
          <p:cNvSpPr/>
          <p:nvPr/>
        </p:nvSpPr>
        <p:spPr>
          <a:xfrm>
            <a:off x="6759000" y="43239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1"/>
                </a:moveTo>
                <a:lnTo>
                  <a:pt x="2" y="1"/>
                </a:lnTo>
                <a:lnTo>
                  <a:pt x="2" y="3"/>
                </a:lnTo>
                <a:lnTo>
                  <a:pt x="3" y="3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2" y="3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04" name=""/>
          <p:cNvSpPr/>
          <p:nvPr/>
        </p:nvSpPr>
        <p:spPr>
          <a:xfrm>
            <a:off x="6757920" y="43236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05" name=""/>
          <p:cNvSpPr/>
          <p:nvPr/>
        </p:nvSpPr>
        <p:spPr>
          <a:xfrm>
            <a:off x="6772680" y="432504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7" y="2"/>
                </a:moveTo>
                <a:lnTo>
                  <a:pt x="5" y="2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3" y="2"/>
                </a:lnTo>
                <a:lnTo>
                  <a:pt x="3" y="4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5" y="2"/>
                </a:lnTo>
                <a:lnTo>
                  <a:pt x="5" y="0"/>
                </a:lnTo>
                <a:lnTo>
                  <a:pt x="7" y="0"/>
                </a:lnTo>
                <a:lnTo>
                  <a:pt x="7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06" name=""/>
          <p:cNvSpPr/>
          <p:nvPr/>
        </p:nvSpPr>
        <p:spPr>
          <a:xfrm>
            <a:off x="6759000" y="43236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07" name=""/>
          <p:cNvSpPr/>
          <p:nvPr/>
        </p:nvSpPr>
        <p:spPr>
          <a:xfrm>
            <a:off x="6750720" y="43225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08" name=""/>
          <p:cNvSpPr/>
          <p:nvPr/>
        </p:nvSpPr>
        <p:spPr>
          <a:xfrm>
            <a:off x="6774840" y="432468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4" y="0"/>
                </a:moveTo>
                <a:lnTo>
                  <a:pt x="4" y="1"/>
                </a:lnTo>
                <a:lnTo>
                  <a:pt x="4" y="3"/>
                </a:lnTo>
                <a:lnTo>
                  <a:pt x="5" y="3"/>
                </a:lnTo>
                <a:lnTo>
                  <a:pt x="4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09" name=""/>
          <p:cNvSpPr/>
          <p:nvPr/>
        </p:nvSpPr>
        <p:spPr>
          <a:xfrm>
            <a:off x="6750360" y="4322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10" name=""/>
          <p:cNvSpPr/>
          <p:nvPr/>
        </p:nvSpPr>
        <p:spPr>
          <a:xfrm>
            <a:off x="6765840" y="4323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11" name=""/>
          <p:cNvSpPr/>
          <p:nvPr/>
        </p:nvSpPr>
        <p:spPr>
          <a:xfrm>
            <a:off x="6752160" y="43221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12" name=""/>
          <p:cNvSpPr/>
          <p:nvPr/>
        </p:nvSpPr>
        <p:spPr>
          <a:xfrm>
            <a:off x="6769080" y="43236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13" name=""/>
          <p:cNvSpPr/>
          <p:nvPr/>
        </p:nvSpPr>
        <p:spPr>
          <a:xfrm>
            <a:off x="6766200" y="4323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4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14" name=""/>
          <p:cNvSpPr/>
          <p:nvPr/>
        </p:nvSpPr>
        <p:spPr>
          <a:xfrm>
            <a:off x="6769440" y="4323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15" name=""/>
          <p:cNvSpPr/>
          <p:nvPr/>
        </p:nvSpPr>
        <p:spPr>
          <a:xfrm>
            <a:off x="6768720" y="43232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1"/>
                </a:move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16" name=""/>
          <p:cNvSpPr/>
          <p:nvPr/>
        </p:nvSpPr>
        <p:spPr>
          <a:xfrm>
            <a:off x="6768000" y="4322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17" name=""/>
          <p:cNvSpPr/>
          <p:nvPr/>
        </p:nvSpPr>
        <p:spPr>
          <a:xfrm>
            <a:off x="6759000" y="4321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18" name=""/>
          <p:cNvSpPr/>
          <p:nvPr/>
        </p:nvSpPr>
        <p:spPr>
          <a:xfrm>
            <a:off x="6775920" y="4322880"/>
            <a:ext cx="3600" cy="2160"/>
          </a:xfrm>
          <a:custGeom>
            <a:avLst/>
            <a:gdLst/>
            <a:ahLst/>
            <a:rect l="0" t="0" r="r" b="b"/>
            <a:pathLst>
              <a:path fill="none" w="10" h="6">
                <a:moveTo>
                  <a:pt x="10" y="0"/>
                </a:moveTo>
                <a:lnTo>
                  <a:pt x="9" y="1"/>
                </a:lnTo>
                <a:lnTo>
                  <a:pt x="9" y="3"/>
                </a:lnTo>
                <a:lnTo>
                  <a:pt x="8" y="3"/>
                </a:lnTo>
                <a:lnTo>
                  <a:pt x="8" y="4"/>
                </a:lnTo>
                <a:lnTo>
                  <a:pt x="8" y="3"/>
                </a:lnTo>
                <a:lnTo>
                  <a:pt x="8" y="4"/>
                </a:lnTo>
                <a:lnTo>
                  <a:pt x="7" y="4"/>
                </a:lnTo>
                <a:lnTo>
                  <a:pt x="7" y="3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  <a:lnTo>
                  <a:pt x="1" y="5"/>
                </a:lnTo>
                <a:lnTo>
                  <a:pt x="1" y="6"/>
                </a:lnTo>
                <a:lnTo>
                  <a:pt x="1" y="5"/>
                </a:lnTo>
                <a:lnTo>
                  <a:pt x="0" y="5"/>
                </a:lnTo>
                <a:lnTo>
                  <a:pt x="1" y="4"/>
                </a:lnTo>
                <a:lnTo>
                  <a:pt x="3" y="4"/>
                </a:lnTo>
                <a:lnTo>
                  <a:pt x="4" y="3"/>
                </a:lnTo>
                <a:lnTo>
                  <a:pt x="5" y="3"/>
                </a:lnTo>
                <a:lnTo>
                  <a:pt x="6" y="3"/>
                </a:lnTo>
                <a:lnTo>
                  <a:pt x="5" y="3"/>
                </a:lnTo>
                <a:lnTo>
                  <a:pt x="6" y="3"/>
                </a:lnTo>
                <a:lnTo>
                  <a:pt x="6" y="1"/>
                </a:lnTo>
                <a:lnTo>
                  <a:pt x="9" y="1"/>
                </a:lnTo>
                <a:lnTo>
                  <a:pt x="9" y="0"/>
                </a:lnTo>
                <a:lnTo>
                  <a:pt x="1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19" name=""/>
          <p:cNvSpPr/>
          <p:nvPr/>
        </p:nvSpPr>
        <p:spPr>
          <a:xfrm>
            <a:off x="6769800" y="432108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1" y="0"/>
                </a:move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20" name=""/>
          <p:cNvSpPr/>
          <p:nvPr/>
        </p:nvSpPr>
        <p:spPr>
          <a:xfrm>
            <a:off x="6765120" y="43207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21" name=""/>
          <p:cNvSpPr/>
          <p:nvPr/>
        </p:nvSpPr>
        <p:spPr>
          <a:xfrm>
            <a:off x="6759360" y="43200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22" name=""/>
          <p:cNvSpPr/>
          <p:nvPr/>
        </p:nvSpPr>
        <p:spPr>
          <a:xfrm>
            <a:off x="6753960" y="431928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5" y="0"/>
                </a:moveTo>
                <a:lnTo>
                  <a:pt x="6" y="2"/>
                </a:lnTo>
                <a:lnTo>
                  <a:pt x="6" y="3"/>
                </a:lnTo>
                <a:lnTo>
                  <a:pt x="6" y="2"/>
                </a:lnTo>
                <a:lnTo>
                  <a:pt x="6" y="1"/>
                </a:lnTo>
                <a:lnTo>
                  <a:pt x="5" y="1"/>
                </a:ln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  <a:lnTo>
                  <a:pt x="5" y="4"/>
                </a:lnTo>
                <a:lnTo>
                  <a:pt x="4" y="4"/>
                </a:lnTo>
                <a:lnTo>
                  <a:pt x="4" y="6"/>
                </a:lnTo>
                <a:lnTo>
                  <a:pt x="3" y="6"/>
                </a:lnTo>
                <a:lnTo>
                  <a:pt x="1" y="6"/>
                </a:lnTo>
                <a:lnTo>
                  <a:pt x="1" y="4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23" name=""/>
          <p:cNvSpPr/>
          <p:nvPr/>
        </p:nvSpPr>
        <p:spPr>
          <a:xfrm>
            <a:off x="6762960" y="431928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2" y="2"/>
                </a:moveTo>
                <a:lnTo>
                  <a:pt x="2" y="3"/>
                </a:ln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24" name=""/>
          <p:cNvSpPr/>
          <p:nvPr/>
        </p:nvSpPr>
        <p:spPr>
          <a:xfrm>
            <a:off x="6762240" y="4318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2"/>
                </a:lnTo>
                <a:lnTo>
                  <a:pt x="4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25" name=""/>
          <p:cNvSpPr/>
          <p:nvPr/>
        </p:nvSpPr>
        <p:spPr>
          <a:xfrm>
            <a:off x="6754680" y="4317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26" name=""/>
          <p:cNvSpPr/>
          <p:nvPr/>
        </p:nvSpPr>
        <p:spPr>
          <a:xfrm>
            <a:off x="6765840" y="43189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27" name=""/>
          <p:cNvSpPr/>
          <p:nvPr/>
        </p:nvSpPr>
        <p:spPr>
          <a:xfrm>
            <a:off x="6755040" y="43174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28" name=""/>
          <p:cNvSpPr/>
          <p:nvPr/>
        </p:nvSpPr>
        <p:spPr>
          <a:xfrm>
            <a:off x="6765840" y="43182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29" name=""/>
          <p:cNvSpPr/>
          <p:nvPr/>
        </p:nvSpPr>
        <p:spPr>
          <a:xfrm>
            <a:off x="6768360" y="43178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30" name=""/>
          <p:cNvSpPr/>
          <p:nvPr/>
        </p:nvSpPr>
        <p:spPr>
          <a:xfrm>
            <a:off x="6777000" y="431856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0"/>
                </a:move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31" name=""/>
          <p:cNvSpPr/>
          <p:nvPr/>
        </p:nvSpPr>
        <p:spPr>
          <a:xfrm>
            <a:off x="6777000" y="43182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32" name=""/>
          <p:cNvSpPr/>
          <p:nvPr/>
        </p:nvSpPr>
        <p:spPr>
          <a:xfrm>
            <a:off x="6778080" y="4318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33" name=""/>
          <p:cNvSpPr/>
          <p:nvPr/>
        </p:nvSpPr>
        <p:spPr>
          <a:xfrm>
            <a:off x="6755760" y="43160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34" name=""/>
          <p:cNvSpPr/>
          <p:nvPr/>
        </p:nvSpPr>
        <p:spPr>
          <a:xfrm>
            <a:off x="6769440" y="431712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2"/>
                </a:moveTo>
                <a:lnTo>
                  <a:pt x="3" y="3"/>
                </a:lnTo>
                <a:lnTo>
                  <a:pt x="2" y="3"/>
                </a:lnTo>
                <a:lnTo>
                  <a:pt x="2" y="5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35" name=""/>
          <p:cNvSpPr/>
          <p:nvPr/>
        </p:nvSpPr>
        <p:spPr>
          <a:xfrm>
            <a:off x="6772320" y="431640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2" y="2"/>
                </a:moveTo>
                <a:lnTo>
                  <a:pt x="3" y="2"/>
                </a:lnTo>
                <a:lnTo>
                  <a:pt x="3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4" y="6"/>
                </a:lnTo>
                <a:lnTo>
                  <a:pt x="5" y="6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3" y="6"/>
                </a:lnTo>
                <a:lnTo>
                  <a:pt x="3" y="5"/>
                </a:lnTo>
                <a:lnTo>
                  <a:pt x="3" y="4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36" name=""/>
          <p:cNvSpPr/>
          <p:nvPr/>
        </p:nvSpPr>
        <p:spPr>
          <a:xfrm>
            <a:off x="6755400" y="4314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37" name=""/>
          <p:cNvSpPr/>
          <p:nvPr/>
        </p:nvSpPr>
        <p:spPr>
          <a:xfrm>
            <a:off x="6773760" y="43160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38" name=""/>
          <p:cNvSpPr/>
          <p:nvPr/>
        </p:nvSpPr>
        <p:spPr>
          <a:xfrm>
            <a:off x="6769800" y="43156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39" name=""/>
          <p:cNvSpPr/>
          <p:nvPr/>
        </p:nvSpPr>
        <p:spPr>
          <a:xfrm>
            <a:off x="6770520" y="4315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40" name=""/>
          <p:cNvSpPr/>
          <p:nvPr/>
        </p:nvSpPr>
        <p:spPr>
          <a:xfrm>
            <a:off x="6778080" y="43156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4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41" name=""/>
          <p:cNvSpPr/>
          <p:nvPr/>
        </p:nvSpPr>
        <p:spPr>
          <a:xfrm>
            <a:off x="6770160" y="43146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42" name=""/>
          <p:cNvSpPr/>
          <p:nvPr/>
        </p:nvSpPr>
        <p:spPr>
          <a:xfrm>
            <a:off x="6772680" y="4314600"/>
            <a:ext cx="5040" cy="3960"/>
          </a:xfrm>
          <a:custGeom>
            <a:avLst/>
            <a:gdLst/>
            <a:ahLst/>
            <a:rect l="0" t="0" r="r" b="b"/>
            <a:pathLst>
              <a:path fill="none" w="14" h="11">
                <a:moveTo>
                  <a:pt x="11" y="1"/>
                </a:moveTo>
                <a:lnTo>
                  <a:pt x="12" y="1"/>
                </a:lnTo>
                <a:lnTo>
                  <a:pt x="12" y="0"/>
                </a:lnTo>
                <a:lnTo>
                  <a:pt x="12" y="1"/>
                </a:lnTo>
                <a:lnTo>
                  <a:pt x="13" y="1"/>
                </a:lnTo>
                <a:lnTo>
                  <a:pt x="13" y="2"/>
                </a:lnTo>
                <a:lnTo>
                  <a:pt x="12" y="2"/>
                </a:lnTo>
                <a:lnTo>
                  <a:pt x="13" y="2"/>
                </a:lnTo>
                <a:lnTo>
                  <a:pt x="14" y="2"/>
                </a:lnTo>
                <a:lnTo>
                  <a:pt x="14" y="3"/>
                </a:lnTo>
                <a:lnTo>
                  <a:pt x="14" y="4"/>
                </a:lnTo>
                <a:lnTo>
                  <a:pt x="13" y="4"/>
                </a:lnTo>
                <a:lnTo>
                  <a:pt x="13" y="5"/>
                </a:lnTo>
                <a:lnTo>
                  <a:pt x="14" y="5"/>
                </a:lnTo>
                <a:lnTo>
                  <a:pt x="13" y="6"/>
                </a:lnTo>
                <a:lnTo>
                  <a:pt x="13" y="7"/>
                </a:lnTo>
                <a:lnTo>
                  <a:pt x="14" y="7"/>
                </a:lnTo>
                <a:lnTo>
                  <a:pt x="14" y="8"/>
                </a:lnTo>
                <a:lnTo>
                  <a:pt x="13" y="8"/>
                </a:lnTo>
                <a:lnTo>
                  <a:pt x="12" y="8"/>
                </a:lnTo>
                <a:lnTo>
                  <a:pt x="13" y="8"/>
                </a:lnTo>
                <a:lnTo>
                  <a:pt x="12" y="7"/>
                </a:lnTo>
                <a:lnTo>
                  <a:pt x="12" y="6"/>
                </a:lnTo>
                <a:lnTo>
                  <a:pt x="12" y="5"/>
                </a:lnTo>
                <a:lnTo>
                  <a:pt x="11" y="5"/>
                </a:lnTo>
                <a:lnTo>
                  <a:pt x="11" y="4"/>
                </a:lnTo>
                <a:lnTo>
                  <a:pt x="11" y="5"/>
                </a:lnTo>
                <a:lnTo>
                  <a:pt x="11" y="6"/>
                </a:lnTo>
                <a:lnTo>
                  <a:pt x="10" y="6"/>
                </a:lnTo>
                <a:lnTo>
                  <a:pt x="10" y="7"/>
                </a:lnTo>
                <a:lnTo>
                  <a:pt x="11" y="7"/>
                </a:lnTo>
                <a:lnTo>
                  <a:pt x="11" y="8"/>
                </a:lnTo>
                <a:lnTo>
                  <a:pt x="10" y="8"/>
                </a:lnTo>
                <a:lnTo>
                  <a:pt x="11" y="9"/>
                </a:lnTo>
                <a:lnTo>
                  <a:pt x="11" y="11"/>
                </a:lnTo>
                <a:lnTo>
                  <a:pt x="10" y="11"/>
                </a:lnTo>
                <a:lnTo>
                  <a:pt x="10" y="8"/>
                </a:lnTo>
                <a:lnTo>
                  <a:pt x="10" y="7"/>
                </a:lnTo>
                <a:lnTo>
                  <a:pt x="9" y="7"/>
                </a:lnTo>
                <a:lnTo>
                  <a:pt x="9" y="8"/>
                </a:lnTo>
                <a:lnTo>
                  <a:pt x="8" y="8"/>
                </a:lnTo>
                <a:lnTo>
                  <a:pt x="9" y="7"/>
                </a:lnTo>
                <a:lnTo>
                  <a:pt x="8" y="7"/>
                </a:lnTo>
                <a:lnTo>
                  <a:pt x="8" y="6"/>
                </a:lnTo>
                <a:lnTo>
                  <a:pt x="9" y="6"/>
                </a:lnTo>
                <a:lnTo>
                  <a:pt x="8" y="5"/>
                </a:lnTo>
                <a:lnTo>
                  <a:pt x="7" y="5"/>
                </a:lnTo>
                <a:lnTo>
                  <a:pt x="8" y="5"/>
                </a:lnTo>
                <a:lnTo>
                  <a:pt x="7" y="4"/>
                </a:lnTo>
                <a:lnTo>
                  <a:pt x="7" y="5"/>
                </a:lnTo>
                <a:lnTo>
                  <a:pt x="6" y="5"/>
                </a:lnTo>
                <a:lnTo>
                  <a:pt x="6" y="6"/>
                </a:lnTo>
                <a:lnTo>
                  <a:pt x="4" y="5"/>
                </a:lnTo>
                <a:lnTo>
                  <a:pt x="6" y="5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6" y="1"/>
                </a:lnTo>
                <a:lnTo>
                  <a:pt x="7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43" name=""/>
          <p:cNvSpPr/>
          <p:nvPr/>
        </p:nvSpPr>
        <p:spPr>
          <a:xfrm>
            <a:off x="6765480" y="431316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6" y="1"/>
                </a:move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44" name=""/>
          <p:cNvSpPr/>
          <p:nvPr/>
        </p:nvSpPr>
        <p:spPr>
          <a:xfrm>
            <a:off x="6763680" y="4312440"/>
            <a:ext cx="7560" cy="6120"/>
          </a:xfrm>
          <a:custGeom>
            <a:avLst/>
            <a:gdLst/>
            <a:ahLst/>
            <a:rect l="0" t="0" r="r" b="b"/>
            <a:pathLst>
              <a:path fill="none" w="21" h="17">
                <a:moveTo>
                  <a:pt x="20" y="0"/>
                </a:moveTo>
                <a:lnTo>
                  <a:pt x="21" y="1"/>
                </a:lnTo>
                <a:lnTo>
                  <a:pt x="21" y="2"/>
                </a:lnTo>
                <a:lnTo>
                  <a:pt x="20" y="3"/>
                </a:lnTo>
                <a:lnTo>
                  <a:pt x="21" y="3"/>
                </a:lnTo>
                <a:lnTo>
                  <a:pt x="21" y="4"/>
                </a:lnTo>
                <a:lnTo>
                  <a:pt x="20" y="4"/>
                </a:lnTo>
                <a:lnTo>
                  <a:pt x="19" y="4"/>
                </a:lnTo>
                <a:lnTo>
                  <a:pt x="18" y="4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7" y="5"/>
                </a:lnTo>
                <a:lnTo>
                  <a:pt x="17" y="6"/>
                </a:lnTo>
                <a:lnTo>
                  <a:pt x="18" y="6"/>
                </a:lnTo>
                <a:lnTo>
                  <a:pt x="18" y="7"/>
                </a:lnTo>
                <a:lnTo>
                  <a:pt x="18" y="8"/>
                </a:lnTo>
                <a:lnTo>
                  <a:pt x="17" y="8"/>
                </a:lnTo>
                <a:lnTo>
                  <a:pt x="16" y="8"/>
                </a:lnTo>
                <a:lnTo>
                  <a:pt x="15" y="8"/>
                </a:lnTo>
                <a:lnTo>
                  <a:pt x="16" y="8"/>
                </a:lnTo>
                <a:lnTo>
                  <a:pt x="16" y="9"/>
                </a:lnTo>
                <a:lnTo>
                  <a:pt x="17" y="10"/>
                </a:lnTo>
                <a:lnTo>
                  <a:pt x="16" y="10"/>
                </a:lnTo>
                <a:lnTo>
                  <a:pt x="16" y="11"/>
                </a:lnTo>
                <a:lnTo>
                  <a:pt x="15" y="11"/>
                </a:lnTo>
                <a:lnTo>
                  <a:pt x="16" y="11"/>
                </a:lnTo>
                <a:lnTo>
                  <a:pt x="16" y="12"/>
                </a:lnTo>
                <a:lnTo>
                  <a:pt x="17" y="12"/>
                </a:lnTo>
                <a:lnTo>
                  <a:pt x="17" y="13"/>
                </a:lnTo>
                <a:lnTo>
                  <a:pt x="16" y="13"/>
                </a:lnTo>
                <a:lnTo>
                  <a:pt x="16" y="15"/>
                </a:lnTo>
                <a:lnTo>
                  <a:pt x="16" y="13"/>
                </a:lnTo>
                <a:lnTo>
                  <a:pt x="15" y="13"/>
                </a:lnTo>
                <a:lnTo>
                  <a:pt x="15" y="15"/>
                </a:lnTo>
                <a:lnTo>
                  <a:pt x="14" y="15"/>
                </a:lnTo>
                <a:lnTo>
                  <a:pt x="14" y="13"/>
                </a:lnTo>
                <a:lnTo>
                  <a:pt x="14" y="12"/>
                </a:lnTo>
                <a:lnTo>
                  <a:pt x="14" y="11"/>
                </a:lnTo>
                <a:lnTo>
                  <a:pt x="12" y="11"/>
                </a:lnTo>
                <a:lnTo>
                  <a:pt x="11" y="11"/>
                </a:lnTo>
                <a:lnTo>
                  <a:pt x="11" y="12"/>
                </a:lnTo>
                <a:lnTo>
                  <a:pt x="10" y="12"/>
                </a:lnTo>
                <a:lnTo>
                  <a:pt x="9" y="12"/>
                </a:lnTo>
                <a:lnTo>
                  <a:pt x="8" y="13"/>
                </a:lnTo>
                <a:lnTo>
                  <a:pt x="8" y="12"/>
                </a:lnTo>
                <a:lnTo>
                  <a:pt x="8" y="13"/>
                </a:lnTo>
                <a:lnTo>
                  <a:pt x="7" y="13"/>
                </a:lnTo>
                <a:lnTo>
                  <a:pt x="8" y="13"/>
                </a:lnTo>
                <a:lnTo>
                  <a:pt x="8" y="15"/>
                </a:lnTo>
                <a:lnTo>
                  <a:pt x="7" y="15"/>
                </a:lnTo>
                <a:lnTo>
                  <a:pt x="6" y="15"/>
                </a:lnTo>
                <a:lnTo>
                  <a:pt x="5" y="13"/>
                </a:lnTo>
                <a:lnTo>
                  <a:pt x="6" y="13"/>
                </a:lnTo>
                <a:lnTo>
                  <a:pt x="5" y="13"/>
                </a:lnTo>
                <a:lnTo>
                  <a:pt x="4" y="13"/>
                </a:lnTo>
                <a:lnTo>
                  <a:pt x="4" y="15"/>
                </a:lnTo>
                <a:lnTo>
                  <a:pt x="3" y="15"/>
                </a:lnTo>
                <a:lnTo>
                  <a:pt x="3" y="16"/>
                </a:lnTo>
                <a:lnTo>
                  <a:pt x="2" y="16"/>
                </a:lnTo>
                <a:lnTo>
                  <a:pt x="1" y="16"/>
                </a:lnTo>
                <a:lnTo>
                  <a:pt x="2" y="16"/>
                </a:lnTo>
                <a:lnTo>
                  <a:pt x="1" y="16"/>
                </a:lnTo>
                <a:lnTo>
                  <a:pt x="1" y="17"/>
                </a:lnTo>
                <a:lnTo>
                  <a:pt x="1" y="16"/>
                </a:lnTo>
                <a:lnTo>
                  <a:pt x="1" y="15"/>
                </a:lnTo>
                <a:lnTo>
                  <a:pt x="0" y="15"/>
                </a:lnTo>
                <a:lnTo>
                  <a:pt x="1" y="15"/>
                </a:lnTo>
                <a:lnTo>
                  <a:pt x="0" y="13"/>
                </a:lnTo>
                <a:lnTo>
                  <a:pt x="0" y="12"/>
                </a:lnTo>
                <a:lnTo>
                  <a:pt x="1" y="12"/>
                </a:lnTo>
                <a:lnTo>
                  <a:pt x="1" y="11"/>
                </a:lnTo>
                <a:lnTo>
                  <a:pt x="1" y="12"/>
                </a:lnTo>
                <a:lnTo>
                  <a:pt x="1" y="11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2" y="9"/>
                </a:lnTo>
                <a:lnTo>
                  <a:pt x="3" y="9"/>
                </a:lnTo>
                <a:lnTo>
                  <a:pt x="3" y="8"/>
                </a:lnTo>
                <a:lnTo>
                  <a:pt x="4" y="8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5" y="7"/>
                </a:lnTo>
                <a:lnTo>
                  <a:pt x="5" y="6"/>
                </a:lnTo>
                <a:lnTo>
                  <a:pt x="6" y="6"/>
                </a:lnTo>
                <a:lnTo>
                  <a:pt x="7" y="6"/>
                </a:lnTo>
                <a:lnTo>
                  <a:pt x="8" y="6"/>
                </a:lnTo>
                <a:lnTo>
                  <a:pt x="8" y="7"/>
                </a:lnTo>
                <a:lnTo>
                  <a:pt x="9" y="7"/>
                </a:lnTo>
                <a:lnTo>
                  <a:pt x="9" y="6"/>
                </a:lnTo>
                <a:lnTo>
                  <a:pt x="9" y="5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lnTo>
                  <a:pt x="14" y="4"/>
                </a:lnTo>
                <a:lnTo>
                  <a:pt x="15" y="4"/>
                </a:lnTo>
                <a:lnTo>
                  <a:pt x="15" y="3"/>
                </a:lnTo>
                <a:lnTo>
                  <a:pt x="16" y="3"/>
                </a:lnTo>
                <a:lnTo>
                  <a:pt x="17" y="2"/>
                </a:lnTo>
                <a:lnTo>
                  <a:pt x="17" y="1"/>
                </a:lnTo>
                <a:lnTo>
                  <a:pt x="18" y="2"/>
                </a:lnTo>
                <a:lnTo>
                  <a:pt x="17" y="2"/>
                </a:lnTo>
                <a:lnTo>
                  <a:pt x="18" y="2"/>
                </a:lnTo>
                <a:lnTo>
                  <a:pt x="18" y="1"/>
                </a:lnTo>
                <a:lnTo>
                  <a:pt x="19" y="1"/>
                </a:lnTo>
                <a:lnTo>
                  <a:pt x="2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520" rIns="360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45" name=""/>
          <p:cNvSpPr/>
          <p:nvPr/>
        </p:nvSpPr>
        <p:spPr>
          <a:xfrm>
            <a:off x="6780600" y="4313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46" name=""/>
          <p:cNvSpPr/>
          <p:nvPr/>
        </p:nvSpPr>
        <p:spPr>
          <a:xfrm>
            <a:off x="6778440" y="4313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47" name=""/>
          <p:cNvSpPr/>
          <p:nvPr/>
        </p:nvSpPr>
        <p:spPr>
          <a:xfrm>
            <a:off x="6780240" y="43131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0"/>
                </a:moveTo>
                <a:lnTo>
                  <a:pt x="1" y="1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48" name=""/>
          <p:cNvSpPr/>
          <p:nvPr/>
        </p:nvSpPr>
        <p:spPr>
          <a:xfrm>
            <a:off x="6770880" y="43120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49" name=""/>
          <p:cNvSpPr/>
          <p:nvPr/>
        </p:nvSpPr>
        <p:spPr>
          <a:xfrm>
            <a:off x="6779160" y="43128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50" name=""/>
          <p:cNvSpPr/>
          <p:nvPr/>
        </p:nvSpPr>
        <p:spPr>
          <a:xfrm>
            <a:off x="6780600" y="4312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51" name=""/>
          <p:cNvSpPr/>
          <p:nvPr/>
        </p:nvSpPr>
        <p:spPr>
          <a:xfrm>
            <a:off x="6771600" y="431172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3" y="0"/>
                </a:move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4" y="6"/>
                </a:lnTo>
                <a:lnTo>
                  <a:pt x="3" y="6"/>
                </a:lnTo>
                <a:lnTo>
                  <a:pt x="1" y="6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1" y="2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52" name=""/>
          <p:cNvSpPr/>
          <p:nvPr/>
        </p:nvSpPr>
        <p:spPr>
          <a:xfrm>
            <a:off x="6765120" y="43110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53" name=""/>
          <p:cNvSpPr/>
          <p:nvPr/>
        </p:nvSpPr>
        <p:spPr>
          <a:xfrm>
            <a:off x="6778440" y="431136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54" name=""/>
          <p:cNvSpPr/>
          <p:nvPr/>
        </p:nvSpPr>
        <p:spPr>
          <a:xfrm>
            <a:off x="6779160" y="4311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55" name=""/>
          <p:cNvSpPr/>
          <p:nvPr/>
        </p:nvSpPr>
        <p:spPr>
          <a:xfrm>
            <a:off x="6778800" y="431136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2" y="0"/>
                </a:moveTo>
                <a:lnTo>
                  <a:pt x="2" y="1"/>
                </a:lnTo>
                <a:lnTo>
                  <a:pt x="3" y="1"/>
                </a:lnTo>
                <a:lnTo>
                  <a:pt x="2" y="3"/>
                </a:lnTo>
                <a:lnTo>
                  <a:pt x="3" y="3"/>
                </a:lnTo>
                <a:lnTo>
                  <a:pt x="3" y="4"/>
                </a:ln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56" name=""/>
          <p:cNvSpPr/>
          <p:nvPr/>
        </p:nvSpPr>
        <p:spPr>
          <a:xfrm>
            <a:off x="6761880" y="4309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0"/>
                </a:move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3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57" name=""/>
          <p:cNvSpPr/>
          <p:nvPr/>
        </p:nvSpPr>
        <p:spPr>
          <a:xfrm>
            <a:off x="6756120" y="430920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6" y="0"/>
                </a:moveTo>
                <a:lnTo>
                  <a:pt x="6" y="1"/>
                </a:lnTo>
                <a:lnTo>
                  <a:pt x="6" y="2"/>
                </a:lnTo>
                <a:lnTo>
                  <a:pt x="5" y="2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2" y="5"/>
                </a:lnTo>
                <a:lnTo>
                  <a:pt x="2" y="6"/>
                </a:lnTo>
                <a:lnTo>
                  <a:pt x="1" y="6"/>
                </a:lnTo>
                <a:lnTo>
                  <a:pt x="1" y="5"/>
                </a:lnTo>
                <a:lnTo>
                  <a:pt x="0" y="4"/>
                </a:lnTo>
                <a:lnTo>
                  <a:pt x="1" y="1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58" name=""/>
          <p:cNvSpPr/>
          <p:nvPr/>
        </p:nvSpPr>
        <p:spPr>
          <a:xfrm>
            <a:off x="6763680" y="4306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59" name=""/>
          <p:cNvSpPr/>
          <p:nvPr/>
        </p:nvSpPr>
        <p:spPr>
          <a:xfrm>
            <a:off x="6789600" y="43088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60" name=""/>
          <p:cNvSpPr/>
          <p:nvPr/>
        </p:nvSpPr>
        <p:spPr>
          <a:xfrm>
            <a:off x="6763680" y="43059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61" name=""/>
          <p:cNvSpPr/>
          <p:nvPr/>
        </p:nvSpPr>
        <p:spPr>
          <a:xfrm>
            <a:off x="6780600" y="430740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0"/>
                </a:move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62" name=""/>
          <p:cNvSpPr/>
          <p:nvPr/>
        </p:nvSpPr>
        <p:spPr>
          <a:xfrm>
            <a:off x="6788880" y="43077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3" y="0"/>
                </a:move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63" name=""/>
          <p:cNvSpPr/>
          <p:nvPr/>
        </p:nvSpPr>
        <p:spPr>
          <a:xfrm>
            <a:off x="6780600" y="4306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64" name=""/>
          <p:cNvSpPr/>
          <p:nvPr/>
        </p:nvSpPr>
        <p:spPr>
          <a:xfrm>
            <a:off x="6778440" y="43059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3" y="1"/>
                </a:moveTo>
                <a:lnTo>
                  <a:pt x="3" y="3"/>
                </a:lnTo>
                <a:lnTo>
                  <a:pt x="1" y="3"/>
                </a:lnTo>
                <a:lnTo>
                  <a:pt x="1" y="1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65" name=""/>
          <p:cNvSpPr/>
          <p:nvPr/>
        </p:nvSpPr>
        <p:spPr>
          <a:xfrm>
            <a:off x="6756840" y="4303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1"/>
                </a:moveTo>
                <a:lnTo>
                  <a:pt x="1" y="4"/>
                </a:lnTo>
                <a:lnTo>
                  <a:pt x="0" y="2"/>
                </a:lnTo>
                <a:lnTo>
                  <a:pt x="3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66" name=""/>
          <p:cNvSpPr/>
          <p:nvPr/>
        </p:nvSpPr>
        <p:spPr>
          <a:xfrm>
            <a:off x="6778800" y="4305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67" name=""/>
          <p:cNvSpPr/>
          <p:nvPr/>
        </p:nvSpPr>
        <p:spPr>
          <a:xfrm>
            <a:off x="6778080" y="430488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2" y="0"/>
                </a:move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3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68" name=""/>
          <p:cNvSpPr/>
          <p:nvPr/>
        </p:nvSpPr>
        <p:spPr>
          <a:xfrm>
            <a:off x="6782760" y="43048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69" name=""/>
          <p:cNvSpPr/>
          <p:nvPr/>
        </p:nvSpPr>
        <p:spPr>
          <a:xfrm>
            <a:off x="6796080" y="43059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70" name=""/>
          <p:cNvSpPr/>
          <p:nvPr/>
        </p:nvSpPr>
        <p:spPr>
          <a:xfrm>
            <a:off x="6789600" y="43034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lnTo>
                  <a:pt x="4" y="3"/>
                </a:lnTo>
                <a:lnTo>
                  <a:pt x="4" y="5"/>
                </a:lnTo>
                <a:lnTo>
                  <a:pt x="2" y="5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71" name=""/>
          <p:cNvSpPr/>
          <p:nvPr/>
        </p:nvSpPr>
        <p:spPr>
          <a:xfrm>
            <a:off x="6792120" y="4303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72" name=""/>
          <p:cNvSpPr/>
          <p:nvPr/>
        </p:nvSpPr>
        <p:spPr>
          <a:xfrm>
            <a:off x="6755400" y="4298400"/>
            <a:ext cx="3960" cy="6120"/>
          </a:xfrm>
          <a:custGeom>
            <a:avLst/>
            <a:gdLst/>
            <a:ahLst/>
            <a:rect l="0" t="0" r="r" b="b"/>
            <a:pathLst>
              <a:path fill="none" w="11" h="17">
                <a:moveTo>
                  <a:pt x="5" y="1"/>
                </a:moveTo>
                <a:lnTo>
                  <a:pt x="5" y="2"/>
                </a:lnTo>
                <a:lnTo>
                  <a:pt x="5" y="1"/>
                </a:lnTo>
                <a:lnTo>
                  <a:pt x="6" y="2"/>
                </a:lnTo>
                <a:lnTo>
                  <a:pt x="5" y="2"/>
                </a:lnTo>
                <a:lnTo>
                  <a:pt x="6" y="3"/>
                </a:lnTo>
                <a:lnTo>
                  <a:pt x="7" y="4"/>
                </a:lnTo>
                <a:lnTo>
                  <a:pt x="8" y="5"/>
                </a:lnTo>
                <a:lnTo>
                  <a:pt x="8" y="6"/>
                </a:lnTo>
                <a:lnTo>
                  <a:pt x="8" y="7"/>
                </a:lnTo>
                <a:lnTo>
                  <a:pt x="9" y="9"/>
                </a:lnTo>
                <a:lnTo>
                  <a:pt x="9" y="11"/>
                </a:lnTo>
                <a:lnTo>
                  <a:pt x="11" y="14"/>
                </a:lnTo>
                <a:lnTo>
                  <a:pt x="11" y="15"/>
                </a:lnTo>
                <a:lnTo>
                  <a:pt x="11" y="16"/>
                </a:lnTo>
                <a:lnTo>
                  <a:pt x="11" y="17"/>
                </a:lnTo>
                <a:lnTo>
                  <a:pt x="11" y="16"/>
                </a:lnTo>
                <a:lnTo>
                  <a:pt x="9" y="15"/>
                </a:lnTo>
                <a:lnTo>
                  <a:pt x="8" y="14"/>
                </a:lnTo>
                <a:lnTo>
                  <a:pt x="8" y="13"/>
                </a:lnTo>
                <a:lnTo>
                  <a:pt x="7" y="11"/>
                </a:lnTo>
                <a:lnTo>
                  <a:pt x="7" y="10"/>
                </a:lnTo>
                <a:lnTo>
                  <a:pt x="7" y="9"/>
                </a:lnTo>
                <a:lnTo>
                  <a:pt x="7" y="7"/>
                </a:lnTo>
                <a:lnTo>
                  <a:pt x="7" y="9"/>
                </a:lnTo>
                <a:lnTo>
                  <a:pt x="5" y="7"/>
                </a:lnTo>
                <a:lnTo>
                  <a:pt x="5" y="6"/>
                </a:lnTo>
                <a:lnTo>
                  <a:pt x="4" y="5"/>
                </a:lnTo>
                <a:lnTo>
                  <a:pt x="3" y="4"/>
                </a:lnTo>
                <a:lnTo>
                  <a:pt x="2" y="3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4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520" rIns="360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73" name=""/>
          <p:cNvSpPr/>
          <p:nvPr/>
        </p:nvSpPr>
        <p:spPr>
          <a:xfrm>
            <a:off x="6789960" y="43005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74" name=""/>
          <p:cNvSpPr/>
          <p:nvPr/>
        </p:nvSpPr>
        <p:spPr>
          <a:xfrm>
            <a:off x="6788520" y="43005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75" name=""/>
          <p:cNvSpPr/>
          <p:nvPr/>
        </p:nvSpPr>
        <p:spPr>
          <a:xfrm>
            <a:off x="6789960" y="43002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76" name=""/>
          <p:cNvSpPr/>
          <p:nvPr/>
        </p:nvSpPr>
        <p:spPr>
          <a:xfrm>
            <a:off x="6787800" y="42987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77" name=""/>
          <p:cNvSpPr/>
          <p:nvPr/>
        </p:nvSpPr>
        <p:spPr>
          <a:xfrm>
            <a:off x="6819840" y="43012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78" name=""/>
          <p:cNvSpPr/>
          <p:nvPr/>
        </p:nvSpPr>
        <p:spPr>
          <a:xfrm>
            <a:off x="6798960" y="42980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1"/>
                </a:moveTo>
                <a:lnTo>
                  <a:pt x="3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79" name=""/>
          <p:cNvSpPr/>
          <p:nvPr/>
        </p:nvSpPr>
        <p:spPr>
          <a:xfrm>
            <a:off x="6807240" y="4297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80" name=""/>
          <p:cNvSpPr/>
          <p:nvPr/>
        </p:nvSpPr>
        <p:spPr>
          <a:xfrm>
            <a:off x="6804720" y="42962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1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81" name=""/>
          <p:cNvSpPr/>
          <p:nvPr/>
        </p:nvSpPr>
        <p:spPr>
          <a:xfrm>
            <a:off x="7015680" y="43268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82" name=""/>
          <p:cNvSpPr/>
          <p:nvPr/>
        </p:nvSpPr>
        <p:spPr>
          <a:xfrm>
            <a:off x="7012080" y="4322160"/>
            <a:ext cx="3960" cy="3240"/>
          </a:xfrm>
          <a:custGeom>
            <a:avLst/>
            <a:gdLst/>
            <a:ahLst/>
            <a:rect l="0" t="0" r="r" b="b"/>
            <a:pathLst>
              <a:path fill="none" w="11" h="9">
                <a:moveTo>
                  <a:pt x="8" y="0"/>
                </a:moveTo>
                <a:lnTo>
                  <a:pt x="8" y="1"/>
                </a:lnTo>
                <a:lnTo>
                  <a:pt x="8" y="2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8" y="5"/>
                </a:lnTo>
                <a:lnTo>
                  <a:pt x="9" y="5"/>
                </a:lnTo>
                <a:lnTo>
                  <a:pt x="9" y="7"/>
                </a:lnTo>
                <a:lnTo>
                  <a:pt x="10" y="7"/>
                </a:lnTo>
                <a:lnTo>
                  <a:pt x="11" y="8"/>
                </a:lnTo>
                <a:lnTo>
                  <a:pt x="10" y="8"/>
                </a:lnTo>
                <a:lnTo>
                  <a:pt x="10" y="9"/>
                </a:lnTo>
                <a:lnTo>
                  <a:pt x="9" y="9"/>
                </a:lnTo>
                <a:lnTo>
                  <a:pt x="8" y="9"/>
                </a:lnTo>
                <a:lnTo>
                  <a:pt x="7" y="8"/>
                </a:lnTo>
                <a:lnTo>
                  <a:pt x="7" y="7"/>
                </a:lnTo>
                <a:lnTo>
                  <a:pt x="6" y="7"/>
                </a:lnTo>
                <a:lnTo>
                  <a:pt x="5" y="7"/>
                </a:lnTo>
                <a:lnTo>
                  <a:pt x="4" y="5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83" name=""/>
          <p:cNvSpPr/>
          <p:nvPr/>
        </p:nvSpPr>
        <p:spPr>
          <a:xfrm>
            <a:off x="6811200" y="42919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84" name=""/>
          <p:cNvSpPr/>
          <p:nvPr/>
        </p:nvSpPr>
        <p:spPr>
          <a:xfrm>
            <a:off x="6975000" y="43120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5"/>
                </a:moveTo>
                <a:lnTo>
                  <a:pt x="0" y="5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85" name=""/>
          <p:cNvSpPr/>
          <p:nvPr/>
        </p:nvSpPr>
        <p:spPr>
          <a:xfrm>
            <a:off x="6972120" y="430272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2" y="2"/>
                </a:lnTo>
                <a:lnTo>
                  <a:pt x="4" y="4"/>
                </a:lnTo>
                <a:lnTo>
                  <a:pt x="5" y="5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4" y="5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86" name=""/>
          <p:cNvSpPr/>
          <p:nvPr/>
        </p:nvSpPr>
        <p:spPr>
          <a:xfrm>
            <a:off x="7012440" y="43012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87" name=""/>
          <p:cNvSpPr/>
          <p:nvPr/>
        </p:nvSpPr>
        <p:spPr>
          <a:xfrm>
            <a:off x="7011000" y="4300200"/>
            <a:ext cx="1800" cy="2520"/>
          </a:xfrm>
          <a:custGeom>
            <a:avLst/>
            <a:gdLst/>
            <a:ahLst/>
            <a:rect l="0" t="0" r="r" b="b"/>
            <a:pathLst>
              <a:path fill="none" w="5" h="7">
                <a:moveTo>
                  <a:pt x="5" y="0"/>
                </a:move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5" y="5"/>
                </a:lnTo>
                <a:lnTo>
                  <a:pt x="5" y="7"/>
                </a:lnTo>
                <a:lnTo>
                  <a:pt x="4" y="7"/>
                </a:lnTo>
                <a:lnTo>
                  <a:pt x="4" y="5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88" name=""/>
          <p:cNvSpPr/>
          <p:nvPr/>
        </p:nvSpPr>
        <p:spPr>
          <a:xfrm>
            <a:off x="6875280" y="4278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89" name=""/>
          <p:cNvSpPr/>
          <p:nvPr/>
        </p:nvSpPr>
        <p:spPr>
          <a:xfrm>
            <a:off x="6876000" y="42778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90" name=""/>
          <p:cNvSpPr/>
          <p:nvPr/>
        </p:nvSpPr>
        <p:spPr>
          <a:xfrm>
            <a:off x="6869520" y="42706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91" name=""/>
          <p:cNvSpPr/>
          <p:nvPr/>
        </p:nvSpPr>
        <p:spPr>
          <a:xfrm>
            <a:off x="6864480" y="4270680"/>
            <a:ext cx="6840" cy="3600"/>
          </a:xfrm>
          <a:custGeom>
            <a:avLst/>
            <a:gdLst/>
            <a:ahLst/>
            <a:rect l="0" t="0" r="r" b="b"/>
            <a:pathLst>
              <a:path fill="none" w="19" h="10">
                <a:moveTo>
                  <a:pt x="17" y="0"/>
                </a:moveTo>
                <a:lnTo>
                  <a:pt x="17" y="1"/>
                </a:lnTo>
                <a:lnTo>
                  <a:pt x="17" y="2"/>
                </a:lnTo>
                <a:lnTo>
                  <a:pt x="18" y="2"/>
                </a:lnTo>
                <a:lnTo>
                  <a:pt x="19" y="3"/>
                </a:lnTo>
                <a:lnTo>
                  <a:pt x="19" y="5"/>
                </a:lnTo>
                <a:lnTo>
                  <a:pt x="18" y="5"/>
                </a:lnTo>
                <a:lnTo>
                  <a:pt x="18" y="6"/>
                </a:lnTo>
                <a:lnTo>
                  <a:pt x="18" y="7"/>
                </a:lnTo>
                <a:lnTo>
                  <a:pt x="19" y="8"/>
                </a:lnTo>
                <a:lnTo>
                  <a:pt x="18" y="8"/>
                </a:lnTo>
                <a:lnTo>
                  <a:pt x="18" y="9"/>
                </a:lnTo>
                <a:lnTo>
                  <a:pt x="17" y="9"/>
                </a:lnTo>
                <a:lnTo>
                  <a:pt x="17" y="10"/>
                </a:lnTo>
                <a:lnTo>
                  <a:pt x="17" y="9"/>
                </a:lnTo>
                <a:lnTo>
                  <a:pt x="16" y="9"/>
                </a:lnTo>
                <a:lnTo>
                  <a:pt x="15" y="9"/>
                </a:lnTo>
                <a:lnTo>
                  <a:pt x="15" y="10"/>
                </a:lnTo>
                <a:lnTo>
                  <a:pt x="15" y="9"/>
                </a:lnTo>
                <a:lnTo>
                  <a:pt x="15" y="8"/>
                </a:lnTo>
                <a:lnTo>
                  <a:pt x="14" y="8"/>
                </a:lnTo>
                <a:lnTo>
                  <a:pt x="13" y="8"/>
                </a:lnTo>
                <a:lnTo>
                  <a:pt x="12" y="8"/>
                </a:lnTo>
                <a:lnTo>
                  <a:pt x="11" y="8"/>
                </a:lnTo>
                <a:lnTo>
                  <a:pt x="11" y="9"/>
                </a:lnTo>
                <a:lnTo>
                  <a:pt x="10" y="9"/>
                </a:lnTo>
                <a:lnTo>
                  <a:pt x="9" y="9"/>
                </a:lnTo>
                <a:lnTo>
                  <a:pt x="9" y="8"/>
                </a:lnTo>
                <a:lnTo>
                  <a:pt x="8" y="8"/>
                </a:lnTo>
                <a:lnTo>
                  <a:pt x="7" y="8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4" y="8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6" y="5"/>
                </a:lnTo>
                <a:lnTo>
                  <a:pt x="7" y="5"/>
                </a:lnTo>
                <a:lnTo>
                  <a:pt x="8" y="6"/>
                </a:lnTo>
                <a:lnTo>
                  <a:pt x="8" y="5"/>
                </a:lnTo>
                <a:lnTo>
                  <a:pt x="9" y="5"/>
                </a:lnTo>
                <a:lnTo>
                  <a:pt x="9" y="3"/>
                </a:lnTo>
                <a:lnTo>
                  <a:pt x="10" y="3"/>
                </a:lnTo>
                <a:lnTo>
                  <a:pt x="10" y="2"/>
                </a:lnTo>
                <a:lnTo>
                  <a:pt x="10" y="1"/>
                </a:lnTo>
                <a:lnTo>
                  <a:pt x="11" y="1"/>
                </a:lnTo>
                <a:lnTo>
                  <a:pt x="13" y="1"/>
                </a:lnTo>
                <a:lnTo>
                  <a:pt x="13" y="2"/>
                </a:lnTo>
                <a:lnTo>
                  <a:pt x="14" y="2"/>
                </a:lnTo>
                <a:lnTo>
                  <a:pt x="15" y="2"/>
                </a:lnTo>
                <a:lnTo>
                  <a:pt x="15" y="1"/>
                </a:lnTo>
                <a:lnTo>
                  <a:pt x="16" y="0"/>
                </a:lnTo>
                <a:lnTo>
                  <a:pt x="17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92" name=""/>
          <p:cNvSpPr/>
          <p:nvPr/>
        </p:nvSpPr>
        <p:spPr>
          <a:xfrm>
            <a:off x="6944400" y="42804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4" y="2"/>
                </a:move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93" name=""/>
          <p:cNvSpPr/>
          <p:nvPr/>
        </p:nvSpPr>
        <p:spPr>
          <a:xfrm>
            <a:off x="6965280" y="42832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94" name=""/>
          <p:cNvSpPr/>
          <p:nvPr/>
        </p:nvSpPr>
        <p:spPr>
          <a:xfrm>
            <a:off x="6947640" y="4278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95" name=""/>
          <p:cNvSpPr/>
          <p:nvPr/>
        </p:nvSpPr>
        <p:spPr>
          <a:xfrm>
            <a:off x="6950880" y="4278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96" name=""/>
          <p:cNvSpPr/>
          <p:nvPr/>
        </p:nvSpPr>
        <p:spPr>
          <a:xfrm>
            <a:off x="6868080" y="42670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97" name=""/>
          <p:cNvSpPr/>
          <p:nvPr/>
        </p:nvSpPr>
        <p:spPr>
          <a:xfrm>
            <a:off x="6867000" y="42670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98" name=""/>
          <p:cNvSpPr/>
          <p:nvPr/>
        </p:nvSpPr>
        <p:spPr>
          <a:xfrm>
            <a:off x="6947640" y="42782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99" name=""/>
          <p:cNvSpPr/>
          <p:nvPr/>
        </p:nvSpPr>
        <p:spPr>
          <a:xfrm>
            <a:off x="6952680" y="42786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00" name=""/>
          <p:cNvSpPr/>
          <p:nvPr/>
        </p:nvSpPr>
        <p:spPr>
          <a:xfrm>
            <a:off x="6875640" y="4266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01" name=""/>
          <p:cNvSpPr/>
          <p:nvPr/>
        </p:nvSpPr>
        <p:spPr>
          <a:xfrm>
            <a:off x="6876360" y="42660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02" name=""/>
          <p:cNvSpPr/>
          <p:nvPr/>
        </p:nvSpPr>
        <p:spPr>
          <a:xfrm>
            <a:off x="6966360" y="42789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03" name=""/>
          <p:cNvSpPr/>
          <p:nvPr/>
        </p:nvSpPr>
        <p:spPr>
          <a:xfrm>
            <a:off x="6948000" y="42746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2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04" name=""/>
          <p:cNvSpPr/>
          <p:nvPr/>
        </p:nvSpPr>
        <p:spPr>
          <a:xfrm>
            <a:off x="6941520" y="42732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05" name=""/>
          <p:cNvSpPr/>
          <p:nvPr/>
        </p:nvSpPr>
        <p:spPr>
          <a:xfrm>
            <a:off x="6946920" y="42739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1" y="0"/>
                </a:move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06" name=""/>
          <p:cNvSpPr/>
          <p:nvPr/>
        </p:nvSpPr>
        <p:spPr>
          <a:xfrm>
            <a:off x="6883920" y="42609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07" name=""/>
          <p:cNvSpPr/>
          <p:nvPr/>
        </p:nvSpPr>
        <p:spPr>
          <a:xfrm>
            <a:off x="6947640" y="42699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2"/>
                </a:move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08" name=""/>
          <p:cNvSpPr/>
          <p:nvPr/>
        </p:nvSpPr>
        <p:spPr>
          <a:xfrm>
            <a:off x="6888960" y="42595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09" name=""/>
          <p:cNvSpPr/>
          <p:nvPr/>
        </p:nvSpPr>
        <p:spPr>
          <a:xfrm>
            <a:off x="6888240" y="4259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10" name=""/>
          <p:cNvSpPr/>
          <p:nvPr/>
        </p:nvSpPr>
        <p:spPr>
          <a:xfrm>
            <a:off x="6889680" y="4259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11" name=""/>
          <p:cNvSpPr/>
          <p:nvPr/>
        </p:nvSpPr>
        <p:spPr>
          <a:xfrm>
            <a:off x="6887880" y="42588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1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12" name=""/>
          <p:cNvSpPr/>
          <p:nvPr/>
        </p:nvSpPr>
        <p:spPr>
          <a:xfrm>
            <a:off x="6890760" y="42584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13" name=""/>
          <p:cNvSpPr/>
          <p:nvPr/>
        </p:nvSpPr>
        <p:spPr>
          <a:xfrm>
            <a:off x="6963480" y="4269240"/>
            <a:ext cx="3600" cy="2520"/>
          </a:xfrm>
          <a:custGeom>
            <a:avLst/>
            <a:gdLst/>
            <a:ahLst/>
            <a:rect l="0" t="0" r="r" b="b"/>
            <a:pathLst>
              <a:path fill="none" w="10" h="7">
                <a:moveTo>
                  <a:pt x="10" y="1"/>
                </a:moveTo>
                <a:lnTo>
                  <a:pt x="9" y="1"/>
                </a:lnTo>
                <a:lnTo>
                  <a:pt x="8" y="1"/>
                </a:lnTo>
                <a:lnTo>
                  <a:pt x="8" y="2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7" y="3"/>
                </a:lnTo>
                <a:lnTo>
                  <a:pt x="6" y="3"/>
                </a:lnTo>
                <a:lnTo>
                  <a:pt x="7" y="3"/>
                </a:lnTo>
                <a:lnTo>
                  <a:pt x="7" y="4"/>
                </a:lnTo>
                <a:lnTo>
                  <a:pt x="6" y="4"/>
                </a:lnTo>
                <a:lnTo>
                  <a:pt x="7" y="4"/>
                </a:lnTo>
                <a:lnTo>
                  <a:pt x="6" y="3"/>
                </a:lnTo>
                <a:lnTo>
                  <a:pt x="6" y="4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3" y="5"/>
                </a:lnTo>
                <a:lnTo>
                  <a:pt x="3" y="7"/>
                </a:lnTo>
                <a:lnTo>
                  <a:pt x="2" y="7"/>
                </a:lnTo>
                <a:lnTo>
                  <a:pt x="2" y="5"/>
                </a:lnTo>
                <a:lnTo>
                  <a:pt x="1" y="5"/>
                </a:lnTo>
                <a:lnTo>
                  <a:pt x="1" y="7"/>
                </a:lnTo>
                <a:lnTo>
                  <a:pt x="0" y="5"/>
                </a:lnTo>
                <a:lnTo>
                  <a:pt x="1" y="5"/>
                </a:lnTo>
                <a:lnTo>
                  <a:pt x="2" y="4"/>
                </a:lnTo>
                <a:lnTo>
                  <a:pt x="3" y="3"/>
                </a:lnTo>
                <a:lnTo>
                  <a:pt x="4" y="2"/>
                </a:lnTo>
                <a:lnTo>
                  <a:pt x="6" y="2"/>
                </a:lnTo>
                <a:lnTo>
                  <a:pt x="6" y="1"/>
                </a:lnTo>
                <a:lnTo>
                  <a:pt x="7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14" name=""/>
          <p:cNvSpPr/>
          <p:nvPr/>
        </p:nvSpPr>
        <p:spPr>
          <a:xfrm>
            <a:off x="6968160" y="4268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15" name=""/>
          <p:cNvSpPr/>
          <p:nvPr/>
        </p:nvSpPr>
        <p:spPr>
          <a:xfrm>
            <a:off x="6948720" y="4266000"/>
            <a:ext cx="5400" cy="3960"/>
          </a:xfrm>
          <a:custGeom>
            <a:avLst/>
            <a:gdLst/>
            <a:ahLst/>
            <a:rect l="0" t="0" r="r" b="b"/>
            <a:pathLst>
              <a:path fill="none" w="15" h="11">
                <a:moveTo>
                  <a:pt x="11" y="0"/>
                </a:moveTo>
                <a:lnTo>
                  <a:pt x="11" y="1"/>
                </a:lnTo>
                <a:lnTo>
                  <a:pt x="12" y="2"/>
                </a:lnTo>
                <a:lnTo>
                  <a:pt x="13" y="2"/>
                </a:lnTo>
                <a:lnTo>
                  <a:pt x="13" y="1"/>
                </a:lnTo>
                <a:lnTo>
                  <a:pt x="13" y="2"/>
                </a:lnTo>
                <a:lnTo>
                  <a:pt x="14" y="2"/>
                </a:lnTo>
                <a:lnTo>
                  <a:pt x="14" y="3"/>
                </a:lnTo>
                <a:lnTo>
                  <a:pt x="14" y="4"/>
                </a:lnTo>
                <a:lnTo>
                  <a:pt x="14" y="6"/>
                </a:lnTo>
                <a:lnTo>
                  <a:pt x="15" y="6"/>
                </a:lnTo>
                <a:lnTo>
                  <a:pt x="14" y="7"/>
                </a:lnTo>
                <a:lnTo>
                  <a:pt x="13" y="7"/>
                </a:lnTo>
                <a:lnTo>
                  <a:pt x="13" y="6"/>
                </a:lnTo>
                <a:lnTo>
                  <a:pt x="12" y="6"/>
                </a:lnTo>
                <a:lnTo>
                  <a:pt x="9" y="6"/>
                </a:lnTo>
                <a:lnTo>
                  <a:pt x="8" y="7"/>
                </a:lnTo>
                <a:lnTo>
                  <a:pt x="7" y="8"/>
                </a:lnTo>
                <a:lnTo>
                  <a:pt x="6" y="8"/>
                </a:lnTo>
                <a:lnTo>
                  <a:pt x="6" y="9"/>
                </a:lnTo>
                <a:lnTo>
                  <a:pt x="6" y="10"/>
                </a:lnTo>
                <a:lnTo>
                  <a:pt x="6" y="11"/>
                </a:lnTo>
                <a:lnTo>
                  <a:pt x="5" y="11"/>
                </a:lnTo>
                <a:lnTo>
                  <a:pt x="4" y="11"/>
                </a:lnTo>
                <a:lnTo>
                  <a:pt x="3" y="11"/>
                </a:lnTo>
                <a:lnTo>
                  <a:pt x="3" y="10"/>
                </a:lnTo>
                <a:lnTo>
                  <a:pt x="2" y="10"/>
                </a:lnTo>
                <a:lnTo>
                  <a:pt x="2" y="9"/>
                </a:lnTo>
                <a:lnTo>
                  <a:pt x="2" y="10"/>
                </a:lnTo>
                <a:lnTo>
                  <a:pt x="1" y="10"/>
                </a:lnTo>
                <a:lnTo>
                  <a:pt x="1" y="9"/>
                </a:lnTo>
                <a:lnTo>
                  <a:pt x="1" y="8"/>
                </a:lnTo>
                <a:lnTo>
                  <a:pt x="0" y="8"/>
                </a:lnTo>
                <a:lnTo>
                  <a:pt x="0" y="7"/>
                </a:lnTo>
                <a:lnTo>
                  <a:pt x="1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9"/>
                </a:lnTo>
                <a:lnTo>
                  <a:pt x="3" y="10"/>
                </a:lnTo>
                <a:lnTo>
                  <a:pt x="4" y="9"/>
                </a:lnTo>
                <a:lnTo>
                  <a:pt x="5" y="9"/>
                </a:lnTo>
                <a:lnTo>
                  <a:pt x="5" y="8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3" y="7"/>
                </a:lnTo>
                <a:lnTo>
                  <a:pt x="3" y="6"/>
                </a:lnTo>
                <a:lnTo>
                  <a:pt x="3" y="4"/>
                </a:lnTo>
                <a:lnTo>
                  <a:pt x="2" y="6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5" y="2"/>
                </a:lnTo>
                <a:lnTo>
                  <a:pt x="6" y="2"/>
                </a:lnTo>
                <a:lnTo>
                  <a:pt x="6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2"/>
                </a:lnTo>
                <a:lnTo>
                  <a:pt x="7" y="2"/>
                </a:lnTo>
                <a:lnTo>
                  <a:pt x="8" y="3"/>
                </a:lnTo>
                <a:lnTo>
                  <a:pt x="8" y="2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9" y="1"/>
                </a:lnTo>
                <a:lnTo>
                  <a:pt x="11" y="1"/>
                </a:lnTo>
                <a:lnTo>
                  <a:pt x="11" y="0"/>
                </a:lnTo>
                <a:lnTo>
                  <a:pt x="9" y="0"/>
                </a:lnTo>
                <a:lnTo>
                  <a:pt x="1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16" name=""/>
          <p:cNvSpPr/>
          <p:nvPr/>
        </p:nvSpPr>
        <p:spPr>
          <a:xfrm>
            <a:off x="6950520" y="42656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4" y="0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17" name=""/>
          <p:cNvSpPr/>
          <p:nvPr/>
        </p:nvSpPr>
        <p:spPr>
          <a:xfrm>
            <a:off x="6946200" y="4264560"/>
            <a:ext cx="2880" cy="3600"/>
          </a:xfrm>
          <a:custGeom>
            <a:avLst/>
            <a:gdLst/>
            <a:ahLst/>
            <a:rect l="0" t="0" r="r" b="b"/>
            <a:pathLst>
              <a:path fill="none" w="8" h="10">
                <a:moveTo>
                  <a:pt x="6" y="0"/>
                </a:move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8" y="1"/>
                </a:lnTo>
                <a:lnTo>
                  <a:pt x="7" y="1"/>
                </a:lnTo>
                <a:lnTo>
                  <a:pt x="7" y="2"/>
                </a:lnTo>
                <a:lnTo>
                  <a:pt x="6" y="2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5" y="7"/>
                </a:lnTo>
                <a:lnTo>
                  <a:pt x="6" y="7"/>
                </a:lnTo>
                <a:lnTo>
                  <a:pt x="6" y="8"/>
                </a:lnTo>
                <a:lnTo>
                  <a:pt x="5" y="8"/>
                </a:lnTo>
                <a:lnTo>
                  <a:pt x="5" y="9"/>
                </a:lnTo>
                <a:lnTo>
                  <a:pt x="6" y="9"/>
                </a:lnTo>
                <a:lnTo>
                  <a:pt x="6" y="10"/>
                </a:lnTo>
                <a:lnTo>
                  <a:pt x="5" y="9"/>
                </a:lnTo>
                <a:lnTo>
                  <a:pt x="3" y="9"/>
                </a:lnTo>
                <a:lnTo>
                  <a:pt x="2" y="10"/>
                </a:lnTo>
                <a:lnTo>
                  <a:pt x="2" y="9"/>
                </a:lnTo>
                <a:lnTo>
                  <a:pt x="1" y="10"/>
                </a:lnTo>
                <a:lnTo>
                  <a:pt x="0" y="10"/>
                </a:lnTo>
                <a:lnTo>
                  <a:pt x="0" y="9"/>
                </a:lnTo>
                <a:lnTo>
                  <a:pt x="1" y="9"/>
                </a:lnTo>
                <a:lnTo>
                  <a:pt x="2" y="9"/>
                </a:lnTo>
                <a:lnTo>
                  <a:pt x="2" y="8"/>
                </a:lnTo>
                <a:lnTo>
                  <a:pt x="2" y="9"/>
                </a:lnTo>
                <a:lnTo>
                  <a:pt x="3" y="9"/>
                </a:lnTo>
                <a:lnTo>
                  <a:pt x="3" y="8"/>
                </a:lnTo>
                <a:lnTo>
                  <a:pt x="5" y="8"/>
                </a:lnTo>
                <a:lnTo>
                  <a:pt x="5" y="7"/>
                </a:lnTo>
                <a:lnTo>
                  <a:pt x="3" y="7"/>
                </a:lnTo>
                <a:lnTo>
                  <a:pt x="3" y="6"/>
                </a:lnTo>
                <a:lnTo>
                  <a:pt x="5" y="6"/>
                </a:lnTo>
                <a:lnTo>
                  <a:pt x="5" y="5"/>
                </a:lnTo>
                <a:lnTo>
                  <a:pt x="5" y="4"/>
                </a:lnTo>
                <a:lnTo>
                  <a:pt x="3" y="4"/>
                </a:lnTo>
                <a:lnTo>
                  <a:pt x="5" y="4"/>
                </a:lnTo>
                <a:lnTo>
                  <a:pt x="5" y="2"/>
                </a:lnTo>
                <a:lnTo>
                  <a:pt x="3" y="2"/>
                </a:lnTo>
                <a:lnTo>
                  <a:pt x="5" y="2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18" name=""/>
          <p:cNvSpPr/>
          <p:nvPr/>
        </p:nvSpPr>
        <p:spPr>
          <a:xfrm>
            <a:off x="6947640" y="4264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19" name=""/>
          <p:cNvSpPr/>
          <p:nvPr/>
        </p:nvSpPr>
        <p:spPr>
          <a:xfrm>
            <a:off x="6880320" y="4254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20" name=""/>
          <p:cNvSpPr/>
          <p:nvPr/>
        </p:nvSpPr>
        <p:spPr>
          <a:xfrm>
            <a:off x="6949080" y="426348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3" y="1"/>
                </a:moveTo>
                <a:lnTo>
                  <a:pt x="4" y="1"/>
                </a:lnTo>
                <a:lnTo>
                  <a:pt x="6" y="1"/>
                </a:lnTo>
                <a:lnTo>
                  <a:pt x="6" y="2"/>
                </a:lnTo>
                <a:lnTo>
                  <a:pt x="6" y="3"/>
                </a:lnTo>
                <a:lnTo>
                  <a:pt x="4" y="3"/>
                </a:lnTo>
                <a:lnTo>
                  <a:pt x="4" y="4"/>
                </a:lnTo>
                <a:lnTo>
                  <a:pt x="6" y="4"/>
                </a:lnTo>
                <a:lnTo>
                  <a:pt x="6" y="6"/>
                </a:lnTo>
                <a:lnTo>
                  <a:pt x="4" y="6"/>
                </a:lnTo>
                <a:lnTo>
                  <a:pt x="6" y="6"/>
                </a:lnTo>
                <a:lnTo>
                  <a:pt x="3" y="6"/>
                </a:lnTo>
                <a:lnTo>
                  <a:pt x="3" y="7"/>
                </a:lnTo>
                <a:lnTo>
                  <a:pt x="3" y="6"/>
                </a:lnTo>
                <a:lnTo>
                  <a:pt x="4" y="6"/>
                </a:lnTo>
                <a:lnTo>
                  <a:pt x="4" y="4"/>
                </a:lnTo>
                <a:lnTo>
                  <a:pt x="3" y="3"/>
                </a:lnTo>
                <a:lnTo>
                  <a:pt x="3" y="2"/>
                </a:lnTo>
                <a:lnTo>
                  <a:pt x="2" y="2"/>
                </a:lnTo>
                <a:lnTo>
                  <a:pt x="2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21" name=""/>
          <p:cNvSpPr/>
          <p:nvPr/>
        </p:nvSpPr>
        <p:spPr>
          <a:xfrm>
            <a:off x="6950520" y="42606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1"/>
                </a:moveTo>
                <a:lnTo>
                  <a:pt x="1" y="1"/>
                </a:lnTo>
                <a:lnTo>
                  <a:pt x="1" y="3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22" name=""/>
          <p:cNvSpPr/>
          <p:nvPr/>
        </p:nvSpPr>
        <p:spPr>
          <a:xfrm>
            <a:off x="6968160" y="4263120"/>
            <a:ext cx="720" cy="2160"/>
          </a:xfrm>
          <a:custGeom>
            <a:avLst/>
            <a:gdLst/>
            <a:ahLst/>
            <a:rect l="0" t="0" r="r" b="b"/>
            <a:pathLst>
              <a:path fill="none" w="2" h="6">
                <a:moveTo>
                  <a:pt x="0" y="6"/>
                </a:move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23" name=""/>
          <p:cNvSpPr/>
          <p:nvPr/>
        </p:nvSpPr>
        <p:spPr>
          <a:xfrm>
            <a:off x="6968520" y="426132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3"/>
                </a:move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24" name=""/>
          <p:cNvSpPr/>
          <p:nvPr/>
        </p:nvSpPr>
        <p:spPr>
          <a:xfrm>
            <a:off x="6971040" y="42573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25" name=""/>
          <p:cNvSpPr/>
          <p:nvPr/>
        </p:nvSpPr>
        <p:spPr>
          <a:xfrm>
            <a:off x="6903360" y="42390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26" name=""/>
          <p:cNvSpPr/>
          <p:nvPr/>
        </p:nvSpPr>
        <p:spPr>
          <a:xfrm>
            <a:off x="6900840" y="42375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27" name=""/>
          <p:cNvSpPr/>
          <p:nvPr/>
        </p:nvSpPr>
        <p:spPr>
          <a:xfrm>
            <a:off x="6895800" y="4236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28" name=""/>
          <p:cNvSpPr/>
          <p:nvPr/>
        </p:nvSpPr>
        <p:spPr>
          <a:xfrm>
            <a:off x="6975360" y="42483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1" y="4"/>
                </a:moveTo>
                <a:lnTo>
                  <a:pt x="0" y="4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1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29" name=""/>
          <p:cNvSpPr/>
          <p:nvPr/>
        </p:nvSpPr>
        <p:spPr>
          <a:xfrm>
            <a:off x="6896520" y="42361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4"/>
                </a:move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2" y="0"/>
                </a:lnTo>
                <a:lnTo>
                  <a:pt x="5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30" name=""/>
          <p:cNvSpPr/>
          <p:nvPr/>
        </p:nvSpPr>
        <p:spPr>
          <a:xfrm>
            <a:off x="6903720" y="4236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31" name=""/>
          <p:cNvSpPr/>
          <p:nvPr/>
        </p:nvSpPr>
        <p:spPr>
          <a:xfrm>
            <a:off x="6900480" y="42346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32" name=""/>
          <p:cNvSpPr/>
          <p:nvPr/>
        </p:nvSpPr>
        <p:spPr>
          <a:xfrm>
            <a:off x="6895800" y="42339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33" name=""/>
          <p:cNvSpPr/>
          <p:nvPr/>
        </p:nvSpPr>
        <p:spPr>
          <a:xfrm>
            <a:off x="6905520" y="423504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5" y="0"/>
                </a:moveTo>
                <a:lnTo>
                  <a:pt x="6" y="1"/>
                </a:lnTo>
                <a:lnTo>
                  <a:pt x="6" y="4"/>
                </a:lnTo>
                <a:lnTo>
                  <a:pt x="5" y="3"/>
                </a:lnTo>
                <a:lnTo>
                  <a:pt x="5" y="4"/>
                </a:lnTo>
                <a:lnTo>
                  <a:pt x="3" y="4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34" name=""/>
          <p:cNvSpPr/>
          <p:nvPr/>
        </p:nvSpPr>
        <p:spPr>
          <a:xfrm>
            <a:off x="6900840" y="4231080"/>
            <a:ext cx="4680" cy="5400"/>
          </a:xfrm>
          <a:custGeom>
            <a:avLst/>
            <a:gdLst/>
            <a:ahLst/>
            <a:rect l="0" t="0" r="r" b="b"/>
            <a:pathLst>
              <a:path fill="none" w="13" h="15">
                <a:moveTo>
                  <a:pt x="8" y="1"/>
                </a:moveTo>
                <a:lnTo>
                  <a:pt x="9" y="1"/>
                </a:lnTo>
                <a:lnTo>
                  <a:pt x="9" y="2"/>
                </a:lnTo>
                <a:lnTo>
                  <a:pt x="9" y="3"/>
                </a:lnTo>
                <a:lnTo>
                  <a:pt x="9" y="4"/>
                </a:lnTo>
                <a:lnTo>
                  <a:pt x="11" y="3"/>
                </a:lnTo>
                <a:lnTo>
                  <a:pt x="11" y="2"/>
                </a:lnTo>
                <a:lnTo>
                  <a:pt x="12" y="2"/>
                </a:lnTo>
                <a:lnTo>
                  <a:pt x="13" y="3"/>
                </a:lnTo>
                <a:lnTo>
                  <a:pt x="13" y="7"/>
                </a:lnTo>
                <a:lnTo>
                  <a:pt x="13" y="8"/>
                </a:lnTo>
                <a:lnTo>
                  <a:pt x="13" y="9"/>
                </a:lnTo>
                <a:lnTo>
                  <a:pt x="12" y="10"/>
                </a:lnTo>
                <a:lnTo>
                  <a:pt x="11" y="11"/>
                </a:lnTo>
                <a:lnTo>
                  <a:pt x="9" y="12"/>
                </a:lnTo>
                <a:lnTo>
                  <a:pt x="7" y="13"/>
                </a:lnTo>
                <a:lnTo>
                  <a:pt x="6" y="14"/>
                </a:lnTo>
                <a:lnTo>
                  <a:pt x="6" y="15"/>
                </a:lnTo>
                <a:lnTo>
                  <a:pt x="5" y="14"/>
                </a:lnTo>
                <a:lnTo>
                  <a:pt x="4" y="14"/>
                </a:lnTo>
                <a:lnTo>
                  <a:pt x="3" y="14"/>
                </a:lnTo>
                <a:lnTo>
                  <a:pt x="3" y="13"/>
                </a:lnTo>
                <a:lnTo>
                  <a:pt x="2" y="13"/>
                </a:ln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0" y="8"/>
                </a:lnTo>
                <a:lnTo>
                  <a:pt x="1" y="7"/>
                </a:lnTo>
                <a:lnTo>
                  <a:pt x="1" y="5"/>
                </a:lnTo>
                <a:lnTo>
                  <a:pt x="2" y="4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7" y="0"/>
                </a:lnTo>
                <a:lnTo>
                  <a:pt x="8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800" rIns="36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35" name=""/>
          <p:cNvSpPr/>
          <p:nvPr/>
        </p:nvSpPr>
        <p:spPr>
          <a:xfrm>
            <a:off x="6907680" y="4232160"/>
            <a:ext cx="6840" cy="5760"/>
          </a:xfrm>
          <a:custGeom>
            <a:avLst/>
            <a:gdLst/>
            <a:ahLst/>
            <a:rect l="0" t="0" r="r" b="b"/>
            <a:pathLst>
              <a:path fill="none" w="19" h="16">
                <a:moveTo>
                  <a:pt x="15" y="2"/>
                </a:moveTo>
                <a:lnTo>
                  <a:pt x="17" y="2"/>
                </a:lnTo>
                <a:lnTo>
                  <a:pt x="16" y="2"/>
                </a:lnTo>
                <a:lnTo>
                  <a:pt x="16" y="3"/>
                </a:lnTo>
                <a:lnTo>
                  <a:pt x="17" y="3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8" y="7"/>
                </a:lnTo>
                <a:lnTo>
                  <a:pt x="18" y="8"/>
                </a:lnTo>
                <a:lnTo>
                  <a:pt x="19" y="8"/>
                </a:lnTo>
                <a:lnTo>
                  <a:pt x="19" y="9"/>
                </a:lnTo>
                <a:lnTo>
                  <a:pt x="18" y="9"/>
                </a:lnTo>
                <a:lnTo>
                  <a:pt x="18" y="10"/>
                </a:lnTo>
                <a:lnTo>
                  <a:pt x="18" y="12"/>
                </a:lnTo>
                <a:lnTo>
                  <a:pt x="17" y="12"/>
                </a:lnTo>
                <a:lnTo>
                  <a:pt x="16" y="13"/>
                </a:lnTo>
                <a:lnTo>
                  <a:pt x="15" y="13"/>
                </a:lnTo>
                <a:lnTo>
                  <a:pt x="15" y="12"/>
                </a:lnTo>
                <a:lnTo>
                  <a:pt x="13" y="10"/>
                </a:lnTo>
                <a:lnTo>
                  <a:pt x="12" y="10"/>
                </a:lnTo>
                <a:lnTo>
                  <a:pt x="11" y="9"/>
                </a:lnTo>
                <a:lnTo>
                  <a:pt x="10" y="9"/>
                </a:lnTo>
                <a:lnTo>
                  <a:pt x="9" y="10"/>
                </a:lnTo>
                <a:lnTo>
                  <a:pt x="7" y="12"/>
                </a:lnTo>
                <a:lnTo>
                  <a:pt x="6" y="13"/>
                </a:lnTo>
                <a:lnTo>
                  <a:pt x="6" y="14"/>
                </a:lnTo>
                <a:lnTo>
                  <a:pt x="5" y="14"/>
                </a:lnTo>
                <a:lnTo>
                  <a:pt x="5" y="15"/>
                </a:lnTo>
                <a:lnTo>
                  <a:pt x="4" y="15"/>
                </a:lnTo>
                <a:lnTo>
                  <a:pt x="4" y="16"/>
                </a:lnTo>
                <a:lnTo>
                  <a:pt x="4" y="15"/>
                </a:lnTo>
                <a:lnTo>
                  <a:pt x="3" y="15"/>
                </a:lnTo>
                <a:lnTo>
                  <a:pt x="2" y="14"/>
                </a:lnTo>
                <a:lnTo>
                  <a:pt x="1" y="14"/>
                </a:lnTo>
                <a:lnTo>
                  <a:pt x="0" y="13"/>
                </a:lnTo>
                <a:lnTo>
                  <a:pt x="1" y="13"/>
                </a:lnTo>
                <a:lnTo>
                  <a:pt x="1" y="12"/>
                </a:lnTo>
                <a:lnTo>
                  <a:pt x="2" y="12"/>
                </a:lnTo>
                <a:lnTo>
                  <a:pt x="3" y="10"/>
                </a:lnTo>
                <a:lnTo>
                  <a:pt x="3" y="9"/>
                </a:lnTo>
                <a:lnTo>
                  <a:pt x="2" y="8"/>
                </a:lnTo>
                <a:lnTo>
                  <a:pt x="2" y="7"/>
                </a:lnTo>
                <a:lnTo>
                  <a:pt x="2" y="6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2" y="4"/>
                </a:lnTo>
                <a:lnTo>
                  <a:pt x="3" y="4"/>
                </a:lnTo>
                <a:lnTo>
                  <a:pt x="4" y="4"/>
                </a:lnTo>
                <a:lnTo>
                  <a:pt x="5" y="5"/>
                </a:lnTo>
                <a:lnTo>
                  <a:pt x="6" y="6"/>
                </a:lnTo>
                <a:lnTo>
                  <a:pt x="7" y="6"/>
                </a:lnTo>
                <a:lnTo>
                  <a:pt x="8" y="7"/>
                </a:lnTo>
                <a:lnTo>
                  <a:pt x="9" y="7"/>
                </a:lnTo>
                <a:lnTo>
                  <a:pt x="10" y="6"/>
                </a:lnTo>
                <a:lnTo>
                  <a:pt x="10" y="5"/>
                </a:lnTo>
                <a:lnTo>
                  <a:pt x="11" y="4"/>
                </a:lnTo>
                <a:lnTo>
                  <a:pt x="11" y="3"/>
                </a:lnTo>
                <a:lnTo>
                  <a:pt x="11" y="2"/>
                </a:lnTo>
                <a:lnTo>
                  <a:pt x="12" y="1"/>
                </a:lnTo>
                <a:lnTo>
                  <a:pt x="12" y="0"/>
                </a:lnTo>
                <a:lnTo>
                  <a:pt x="13" y="0"/>
                </a:lnTo>
                <a:lnTo>
                  <a:pt x="15" y="0"/>
                </a:lnTo>
                <a:lnTo>
                  <a:pt x="15" y="1"/>
                </a:lnTo>
                <a:lnTo>
                  <a:pt x="1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160" rIns="3600" bIns="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36" name=""/>
          <p:cNvSpPr/>
          <p:nvPr/>
        </p:nvSpPr>
        <p:spPr>
          <a:xfrm>
            <a:off x="6908040" y="4230360"/>
            <a:ext cx="3240" cy="1800"/>
          </a:xfrm>
          <a:custGeom>
            <a:avLst/>
            <a:gdLst/>
            <a:ahLst/>
            <a:rect l="0" t="0" r="r" b="b"/>
            <a:pathLst>
              <a:path fill="none" w="9" h="5">
                <a:moveTo>
                  <a:pt x="4" y="1"/>
                </a:move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9" y="2"/>
                </a:lnTo>
                <a:lnTo>
                  <a:pt x="8" y="2"/>
                </a:lnTo>
                <a:lnTo>
                  <a:pt x="7" y="2"/>
                </a:lnTo>
                <a:lnTo>
                  <a:pt x="6" y="2"/>
                </a:lnTo>
                <a:lnTo>
                  <a:pt x="8" y="2"/>
                </a:lnTo>
                <a:lnTo>
                  <a:pt x="9" y="2"/>
                </a:lnTo>
                <a:lnTo>
                  <a:pt x="8" y="4"/>
                </a:lnTo>
                <a:lnTo>
                  <a:pt x="7" y="4"/>
                </a:lnTo>
                <a:lnTo>
                  <a:pt x="7" y="5"/>
                </a:lnTo>
                <a:lnTo>
                  <a:pt x="6" y="5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37" name=""/>
          <p:cNvSpPr/>
          <p:nvPr/>
        </p:nvSpPr>
        <p:spPr>
          <a:xfrm>
            <a:off x="6923520" y="42210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38" name=""/>
          <p:cNvSpPr/>
          <p:nvPr/>
        </p:nvSpPr>
        <p:spPr>
          <a:xfrm>
            <a:off x="6931800" y="42130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39" name=""/>
          <p:cNvSpPr/>
          <p:nvPr/>
        </p:nvSpPr>
        <p:spPr>
          <a:xfrm>
            <a:off x="6945480" y="42148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40" name=""/>
          <p:cNvSpPr/>
          <p:nvPr/>
        </p:nvSpPr>
        <p:spPr>
          <a:xfrm>
            <a:off x="6932160" y="4211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41" name=""/>
          <p:cNvSpPr/>
          <p:nvPr/>
        </p:nvSpPr>
        <p:spPr>
          <a:xfrm>
            <a:off x="6933960" y="4210920"/>
            <a:ext cx="2520" cy="3240"/>
          </a:xfrm>
          <a:custGeom>
            <a:avLst/>
            <a:gdLst/>
            <a:ahLst/>
            <a:rect l="0" t="0" r="r" b="b"/>
            <a:pathLst>
              <a:path fill="none" w="7" h="9">
                <a:moveTo>
                  <a:pt x="6" y="1"/>
                </a:moveTo>
                <a:lnTo>
                  <a:pt x="6" y="2"/>
                </a:lnTo>
                <a:lnTo>
                  <a:pt x="5" y="2"/>
                </a:lnTo>
                <a:lnTo>
                  <a:pt x="5" y="4"/>
                </a:lnTo>
                <a:lnTo>
                  <a:pt x="5" y="5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6" y="6"/>
                </a:lnTo>
                <a:lnTo>
                  <a:pt x="5" y="6"/>
                </a:lnTo>
                <a:lnTo>
                  <a:pt x="5" y="7"/>
                </a:lnTo>
                <a:lnTo>
                  <a:pt x="4" y="7"/>
                </a:lnTo>
                <a:lnTo>
                  <a:pt x="4" y="8"/>
                </a:lnTo>
                <a:lnTo>
                  <a:pt x="4" y="9"/>
                </a:lnTo>
                <a:lnTo>
                  <a:pt x="3" y="9"/>
                </a:lnTo>
                <a:lnTo>
                  <a:pt x="4" y="9"/>
                </a:lnTo>
                <a:lnTo>
                  <a:pt x="4" y="8"/>
                </a:lnTo>
                <a:lnTo>
                  <a:pt x="3" y="8"/>
                </a:lnTo>
                <a:lnTo>
                  <a:pt x="3" y="7"/>
                </a:lnTo>
                <a:lnTo>
                  <a:pt x="1" y="7"/>
                </a:lnTo>
                <a:lnTo>
                  <a:pt x="1" y="6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3" y="7"/>
                </a:lnTo>
                <a:lnTo>
                  <a:pt x="3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42" name=""/>
          <p:cNvSpPr/>
          <p:nvPr/>
        </p:nvSpPr>
        <p:spPr>
          <a:xfrm>
            <a:off x="6942960" y="4209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43" name=""/>
          <p:cNvSpPr/>
          <p:nvPr/>
        </p:nvSpPr>
        <p:spPr>
          <a:xfrm>
            <a:off x="6931440" y="42080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44" name=""/>
          <p:cNvSpPr/>
          <p:nvPr/>
        </p:nvSpPr>
        <p:spPr>
          <a:xfrm>
            <a:off x="6930720" y="42076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1"/>
                </a:move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45" name=""/>
          <p:cNvSpPr/>
          <p:nvPr/>
        </p:nvSpPr>
        <p:spPr>
          <a:xfrm>
            <a:off x="7026480" y="42202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46" name=""/>
          <p:cNvSpPr/>
          <p:nvPr/>
        </p:nvSpPr>
        <p:spPr>
          <a:xfrm>
            <a:off x="6950160" y="4207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47" name=""/>
          <p:cNvSpPr/>
          <p:nvPr/>
        </p:nvSpPr>
        <p:spPr>
          <a:xfrm>
            <a:off x="6951600" y="42062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48" name=""/>
          <p:cNvSpPr/>
          <p:nvPr/>
        </p:nvSpPr>
        <p:spPr>
          <a:xfrm>
            <a:off x="6945120" y="4205160"/>
            <a:ext cx="5040" cy="3960"/>
          </a:xfrm>
          <a:custGeom>
            <a:avLst/>
            <a:gdLst/>
            <a:ahLst/>
            <a:rect l="0" t="0" r="r" b="b"/>
            <a:pathLst>
              <a:path fill="none" w="14" h="11">
                <a:moveTo>
                  <a:pt x="4" y="2"/>
                </a:moveTo>
                <a:lnTo>
                  <a:pt x="5" y="2"/>
                </a:lnTo>
                <a:lnTo>
                  <a:pt x="5" y="1"/>
                </a:lnTo>
                <a:lnTo>
                  <a:pt x="5" y="2"/>
                </a:ln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lnTo>
                  <a:pt x="7" y="5"/>
                </a:lnTo>
                <a:lnTo>
                  <a:pt x="8" y="5"/>
                </a:lnTo>
                <a:lnTo>
                  <a:pt x="9" y="7"/>
                </a:lnTo>
                <a:lnTo>
                  <a:pt x="11" y="7"/>
                </a:lnTo>
                <a:lnTo>
                  <a:pt x="11" y="5"/>
                </a:lnTo>
                <a:lnTo>
                  <a:pt x="12" y="5"/>
                </a:lnTo>
                <a:lnTo>
                  <a:pt x="12" y="7"/>
                </a:lnTo>
                <a:lnTo>
                  <a:pt x="13" y="5"/>
                </a:lnTo>
                <a:lnTo>
                  <a:pt x="14" y="5"/>
                </a:lnTo>
                <a:lnTo>
                  <a:pt x="13" y="5"/>
                </a:lnTo>
                <a:lnTo>
                  <a:pt x="13" y="7"/>
                </a:lnTo>
                <a:lnTo>
                  <a:pt x="14" y="7"/>
                </a:lnTo>
                <a:lnTo>
                  <a:pt x="13" y="7"/>
                </a:lnTo>
                <a:lnTo>
                  <a:pt x="12" y="7"/>
                </a:lnTo>
                <a:lnTo>
                  <a:pt x="11" y="8"/>
                </a:lnTo>
                <a:lnTo>
                  <a:pt x="9" y="9"/>
                </a:lnTo>
                <a:lnTo>
                  <a:pt x="11" y="9"/>
                </a:lnTo>
                <a:lnTo>
                  <a:pt x="12" y="10"/>
                </a:lnTo>
                <a:lnTo>
                  <a:pt x="12" y="11"/>
                </a:lnTo>
                <a:lnTo>
                  <a:pt x="11" y="11"/>
                </a:lnTo>
                <a:lnTo>
                  <a:pt x="9" y="11"/>
                </a:lnTo>
                <a:lnTo>
                  <a:pt x="8" y="10"/>
                </a:lnTo>
                <a:lnTo>
                  <a:pt x="7" y="10"/>
                </a:lnTo>
                <a:lnTo>
                  <a:pt x="7" y="9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1" y="2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49" name=""/>
          <p:cNvSpPr/>
          <p:nvPr/>
        </p:nvSpPr>
        <p:spPr>
          <a:xfrm>
            <a:off x="6950160" y="420588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50" name=""/>
          <p:cNvSpPr/>
          <p:nvPr/>
        </p:nvSpPr>
        <p:spPr>
          <a:xfrm>
            <a:off x="6949800" y="4205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51" name=""/>
          <p:cNvSpPr/>
          <p:nvPr/>
        </p:nvSpPr>
        <p:spPr>
          <a:xfrm>
            <a:off x="6951240" y="4205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52" name=""/>
          <p:cNvSpPr/>
          <p:nvPr/>
        </p:nvSpPr>
        <p:spPr>
          <a:xfrm>
            <a:off x="6949440" y="4204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53" name=""/>
          <p:cNvSpPr/>
          <p:nvPr/>
        </p:nvSpPr>
        <p:spPr>
          <a:xfrm>
            <a:off x="6947640" y="42044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54" name=""/>
          <p:cNvSpPr/>
          <p:nvPr/>
        </p:nvSpPr>
        <p:spPr>
          <a:xfrm>
            <a:off x="6942600" y="42022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55" name=""/>
          <p:cNvSpPr/>
          <p:nvPr/>
        </p:nvSpPr>
        <p:spPr>
          <a:xfrm>
            <a:off x="6939360" y="4201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56" name=""/>
          <p:cNvSpPr/>
          <p:nvPr/>
        </p:nvSpPr>
        <p:spPr>
          <a:xfrm>
            <a:off x="6955560" y="42033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57" name=""/>
          <p:cNvSpPr/>
          <p:nvPr/>
        </p:nvSpPr>
        <p:spPr>
          <a:xfrm>
            <a:off x="6946200" y="42015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3"/>
                </a:move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1" y="3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58" name=""/>
          <p:cNvSpPr/>
          <p:nvPr/>
        </p:nvSpPr>
        <p:spPr>
          <a:xfrm>
            <a:off x="6953400" y="420192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1" y="1"/>
                </a:moveTo>
                <a:lnTo>
                  <a:pt x="1" y="2"/>
                </a:lnTo>
                <a:lnTo>
                  <a:pt x="1" y="4"/>
                </a:lnTo>
                <a:lnTo>
                  <a:pt x="3" y="4"/>
                </a:lnTo>
                <a:lnTo>
                  <a:pt x="1" y="4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59" name=""/>
          <p:cNvSpPr/>
          <p:nvPr/>
        </p:nvSpPr>
        <p:spPr>
          <a:xfrm>
            <a:off x="6953760" y="42008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2" y="1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60" name=""/>
          <p:cNvSpPr/>
          <p:nvPr/>
        </p:nvSpPr>
        <p:spPr>
          <a:xfrm>
            <a:off x="6943680" y="4198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61" name=""/>
          <p:cNvSpPr/>
          <p:nvPr/>
        </p:nvSpPr>
        <p:spPr>
          <a:xfrm>
            <a:off x="6952320" y="41990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62" name=""/>
          <p:cNvSpPr/>
          <p:nvPr/>
        </p:nvSpPr>
        <p:spPr>
          <a:xfrm>
            <a:off x="7020720" y="42087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63" name=""/>
          <p:cNvSpPr/>
          <p:nvPr/>
        </p:nvSpPr>
        <p:spPr>
          <a:xfrm>
            <a:off x="6957000" y="4198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64" name=""/>
          <p:cNvSpPr/>
          <p:nvPr/>
        </p:nvSpPr>
        <p:spPr>
          <a:xfrm>
            <a:off x="6964560" y="4203720"/>
            <a:ext cx="64440" cy="125640"/>
          </a:xfrm>
          <a:custGeom>
            <a:avLst/>
            <a:gdLst/>
            <a:ahLst/>
            <a:rect l="0" t="0" r="r" b="b"/>
            <a:pathLst>
              <a:path fill="none" w="179" h="349">
                <a:moveTo>
                  <a:pt x="141" y="1"/>
                </a:moveTo>
                <a:lnTo>
                  <a:pt x="142" y="1"/>
                </a:lnTo>
                <a:lnTo>
                  <a:pt x="143" y="1"/>
                </a:lnTo>
                <a:lnTo>
                  <a:pt x="143" y="2"/>
                </a:lnTo>
                <a:lnTo>
                  <a:pt x="144" y="2"/>
                </a:lnTo>
                <a:lnTo>
                  <a:pt x="145" y="3"/>
                </a:lnTo>
                <a:lnTo>
                  <a:pt x="145" y="4"/>
                </a:lnTo>
                <a:lnTo>
                  <a:pt x="146" y="5"/>
                </a:lnTo>
                <a:lnTo>
                  <a:pt x="146" y="6"/>
                </a:lnTo>
                <a:lnTo>
                  <a:pt x="145" y="6"/>
                </a:lnTo>
                <a:lnTo>
                  <a:pt x="146" y="6"/>
                </a:lnTo>
                <a:lnTo>
                  <a:pt x="146" y="7"/>
                </a:lnTo>
                <a:lnTo>
                  <a:pt x="147" y="7"/>
                </a:lnTo>
                <a:lnTo>
                  <a:pt x="147" y="8"/>
                </a:lnTo>
                <a:lnTo>
                  <a:pt x="147" y="9"/>
                </a:lnTo>
                <a:lnTo>
                  <a:pt x="148" y="9"/>
                </a:lnTo>
                <a:lnTo>
                  <a:pt x="149" y="10"/>
                </a:lnTo>
                <a:lnTo>
                  <a:pt x="150" y="10"/>
                </a:lnTo>
                <a:lnTo>
                  <a:pt x="151" y="9"/>
                </a:lnTo>
                <a:lnTo>
                  <a:pt x="152" y="9"/>
                </a:lnTo>
                <a:lnTo>
                  <a:pt x="151" y="9"/>
                </a:lnTo>
                <a:lnTo>
                  <a:pt x="151" y="10"/>
                </a:lnTo>
                <a:lnTo>
                  <a:pt x="150" y="11"/>
                </a:lnTo>
                <a:lnTo>
                  <a:pt x="150" y="12"/>
                </a:lnTo>
                <a:lnTo>
                  <a:pt x="151" y="12"/>
                </a:lnTo>
                <a:lnTo>
                  <a:pt x="152" y="12"/>
                </a:lnTo>
                <a:lnTo>
                  <a:pt x="152" y="13"/>
                </a:lnTo>
                <a:lnTo>
                  <a:pt x="152" y="14"/>
                </a:lnTo>
                <a:lnTo>
                  <a:pt x="153" y="14"/>
                </a:lnTo>
                <a:lnTo>
                  <a:pt x="154" y="14"/>
                </a:lnTo>
                <a:lnTo>
                  <a:pt x="155" y="14"/>
                </a:lnTo>
                <a:lnTo>
                  <a:pt x="155" y="15"/>
                </a:lnTo>
                <a:lnTo>
                  <a:pt x="156" y="15"/>
                </a:lnTo>
                <a:lnTo>
                  <a:pt x="156" y="16"/>
                </a:lnTo>
                <a:lnTo>
                  <a:pt x="155" y="16"/>
                </a:lnTo>
                <a:lnTo>
                  <a:pt x="155" y="17"/>
                </a:lnTo>
                <a:lnTo>
                  <a:pt x="156" y="17"/>
                </a:lnTo>
                <a:lnTo>
                  <a:pt x="157" y="16"/>
                </a:lnTo>
                <a:lnTo>
                  <a:pt x="157" y="15"/>
                </a:lnTo>
                <a:lnTo>
                  <a:pt x="158" y="15"/>
                </a:lnTo>
                <a:lnTo>
                  <a:pt x="159" y="15"/>
                </a:lnTo>
                <a:lnTo>
                  <a:pt x="159" y="16"/>
                </a:lnTo>
                <a:lnTo>
                  <a:pt x="160" y="16"/>
                </a:lnTo>
                <a:lnTo>
                  <a:pt x="161" y="16"/>
                </a:lnTo>
                <a:lnTo>
                  <a:pt x="161" y="17"/>
                </a:lnTo>
                <a:lnTo>
                  <a:pt x="162" y="17"/>
                </a:lnTo>
                <a:lnTo>
                  <a:pt x="162" y="18"/>
                </a:lnTo>
                <a:lnTo>
                  <a:pt x="163" y="18"/>
                </a:lnTo>
                <a:lnTo>
                  <a:pt x="164" y="18"/>
                </a:lnTo>
                <a:lnTo>
                  <a:pt x="165" y="18"/>
                </a:lnTo>
                <a:lnTo>
                  <a:pt x="166" y="18"/>
                </a:lnTo>
                <a:lnTo>
                  <a:pt x="167" y="18"/>
                </a:lnTo>
                <a:lnTo>
                  <a:pt x="168" y="18"/>
                </a:lnTo>
                <a:lnTo>
                  <a:pt x="169" y="18"/>
                </a:lnTo>
                <a:lnTo>
                  <a:pt x="170" y="18"/>
                </a:lnTo>
                <a:lnTo>
                  <a:pt x="171" y="18"/>
                </a:lnTo>
                <a:lnTo>
                  <a:pt x="172" y="18"/>
                </a:lnTo>
                <a:lnTo>
                  <a:pt x="171" y="18"/>
                </a:lnTo>
                <a:lnTo>
                  <a:pt x="171" y="19"/>
                </a:lnTo>
                <a:lnTo>
                  <a:pt x="172" y="19"/>
                </a:lnTo>
                <a:lnTo>
                  <a:pt x="172" y="20"/>
                </a:lnTo>
                <a:lnTo>
                  <a:pt x="171" y="20"/>
                </a:lnTo>
                <a:lnTo>
                  <a:pt x="171" y="21"/>
                </a:lnTo>
                <a:lnTo>
                  <a:pt x="171" y="22"/>
                </a:lnTo>
                <a:lnTo>
                  <a:pt x="171" y="23"/>
                </a:lnTo>
                <a:lnTo>
                  <a:pt x="172" y="23"/>
                </a:lnTo>
                <a:lnTo>
                  <a:pt x="172" y="24"/>
                </a:lnTo>
                <a:lnTo>
                  <a:pt x="172" y="25"/>
                </a:lnTo>
                <a:lnTo>
                  <a:pt x="172" y="26"/>
                </a:lnTo>
                <a:lnTo>
                  <a:pt x="172" y="27"/>
                </a:lnTo>
                <a:lnTo>
                  <a:pt x="173" y="28"/>
                </a:lnTo>
                <a:lnTo>
                  <a:pt x="174" y="29"/>
                </a:lnTo>
                <a:lnTo>
                  <a:pt x="175" y="29"/>
                </a:lnTo>
                <a:lnTo>
                  <a:pt x="176" y="28"/>
                </a:lnTo>
                <a:lnTo>
                  <a:pt x="178" y="29"/>
                </a:lnTo>
                <a:lnTo>
                  <a:pt x="178" y="30"/>
                </a:lnTo>
                <a:lnTo>
                  <a:pt x="178" y="29"/>
                </a:lnTo>
                <a:lnTo>
                  <a:pt x="179" y="30"/>
                </a:lnTo>
                <a:lnTo>
                  <a:pt x="178" y="30"/>
                </a:lnTo>
                <a:lnTo>
                  <a:pt x="178" y="31"/>
                </a:lnTo>
                <a:lnTo>
                  <a:pt x="177" y="31"/>
                </a:lnTo>
                <a:lnTo>
                  <a:pt x="176" y="32"/>
                </a:lnTo>
                <a:lnTo>
                  <a:pt x="175" y="32"/>
                </a:lnTo>
                <a:lnTo>
                  <a:pt x="175" y="33"/>
                </a:lnTo>
                <a:lnTo>
                  <a:pt x="174" y="33"/>
                </a:lnTo>
                <a:lnTo>
                  <a:pt x="172" y="33"/>
                </a:lnTo>
                <a:lnTo>
                  <a:pt x="172" y="34"/>
                </a:lnTo>
                <a:lnTo>
                  <a:pt x="171" y="35"/>
                </a:lnTo>
                <a:lnTo>
                  <a:pt x="171" y="36"/>
                </a:lnTo>
                <a:lnTo>
                  <a:pt x="170" y="36"/>
                </a:lnTo>
                <a:lnTo>
                  <a:pt x="168" y="37"/>
                </a:lnTo>
                <a:lnTo>
                  <a:pt x="168" y="38"/>
                </a:lnTo>
                <a:lnTo>
                  <a:pt x="168" y="39"/>
                </a:lnTo>
                <a:lnTo>
                  <a:pt x="167" y="40"/>
                </a:lnTo>
                <a:lnTo>
                  <a:pt x="166" y="42"/>
                </a:lnTo>
                <a:lnTo>
                  <a:pt x="165" y="42"/>
                </a:lnTo>
                <a:lnTo>
                  <a:pt x="164" y="43"/>
                </a:lnTo>
                <a:lnTo>
                  <a:pt x="164" y="44"/>
                </a:lnTo>
                <a:lnTo>
                  <a:pt x="164" y="45"/>
                </a:lnTo>
                <a:lnTo>
                  <a:pt x="163" y="46"/>
                </a:lnTo>
                <a:lnTo>
                  <a:pt x="163" y="47"/>
                </a:lnTo>
                <a:lnTo>
                  <a:pt x="163" y="48"/>
                </a:lnTo>
                <a:lnTo>
                  <a:pt x="163" y="49"/>
                </a:lnTo>
                <a:lnTo>
                  <a:pt x="162" y="50"/>
                </a:lnTo>
                <a:lnTo>
                  <a:pt x="162" y="51"/>
                </a:lnTo>
                <a:lnTo>
                  <a:pt x="162" y="52"/>
                </a:lnTo>
                <a:lnTo>
                  <a:pt x="162" y="56"/>
                </a:lnTo>
                <a:lnTo>
                  <a:pt x="162" y="57"/>
                </a:lnTo>
                <a:lnTo>
                  <a:pt x="163" y="57"/>
                </a:lnTo>
                <a:lnTo>
                  <a:pt x="163" y="58"/>
                </a:lnTo>
                <a:lnTo>
                  <a:pt x="163" y="59"/>
                </a:lnTo>
                <a:lnTo>
                  <a:pt x="164" y="60"/>
                </a:lnTo>
                <a:lnTo>
                  <a:pt x="163" y="60"/>
                </a:lnTo>
                <a:lnTo>
                  <a:pt x="162" y="60"/>
                </a:lnTo>
                <a:lnTo>
                  <a:pt x="163" y="60"/>
                </a:lnTo>
                <a:lnTo>
                  <a:pt x="163" y="61"/>
                </a:lnTo>
                <a:lnTo>
                  <a:pt x="164" y="61"/>
                </a:lnTo>
                <a:lnTo>
                  <a:pt x="164" y="62"/>
                </a:lnTo>
                <a:lnTo>
                  <a:pt x="164" y="64"/>
                </a:lnTo>
                <a:lnTo>
                  <a:pt x="164" y="65"/>
                </a:lnTo>
                <a:lnTo>
                  <a:pt x="164" y="66"/>
                </a:lnTo>
                <a:lnTo>
                  <a:pt x="164" y="67"/>
                </a:lnTo>
                <a:lnTo>
                  <a:pt x="165" y="67"/>
                </a:lnTo>
                <a:lnTo>
                  <a:pt x="165" y="68"/>
                </a:lnTo>
                <a:lnTo>
                  <a:pt x="165" y="69"/>
                </a:lnTo>
                <a:lnTo>
                  <a:pt x="166" y="70"/>
                </a:lnTo>
                <a:lnTo>
                  <a:pt x="166" y="71"/>
                </a:lnTo>
                <a:lnTo>
                  <a:pt x="168" y="71"/>
                </a:lnTo>
                <a:lnTo>
                  <a:pt x="168" y="72"/>
                </a:lnTo>
                <a:lnTo>
                  <a:pt x="167" y="72"/>
                </a:lnTo>
                <a:lnTo>
                  <a:pt x="167" y="71"/>
                </a:lnTo>
                <a:lnTo>
                  <a:pt x="166" y="71"/>
                </a:lnTo>
                <a:lnTo>
                  <a:pt x="166" y="72"/>
                </a:lnTo>
                <a:lnTo>
                  <a:pt x="166" y="73"/>
                </a:lnTo>
                <a:lnTo>
                  <a:pt x="167" y="73"/>
                </a:lnTo>
                <a:lnTo>
                  <a:pt x="167" y="74"/>
                </a:lnTo>
                <a:lnTo>
                  <a:pt x="167" y="75"/>
                </a:lnTo>
                <a:lnTo>
                  <a:pt x="167" y="76"/>
                </a:lnTo>
                <a:lnTo>
                  <a:pt x="167" y="77"/>
                </a:lnTo>
                <a:lnTo>
                  <a:pt x="167" y="78"/>
                </a:lnTo>
                <a:lnTo>
                  <a:pt x="167" y="79"/>
                </a:lnTo>
                <a:lnTo>
                  <a:pt x="166" y="79"/>
                </a:lnTo>
                <a:lnTo>
                  <a:pt x="165" y="80"/>
                </a:lnTo>
                <a:lnTo>
                  <a:pt x="164" y="80"/>
                </a:lnTo>
                <a:lnTo>
                  <a:pt x="164" y="82"/>
                </a:lnTo>
                <a:lnTo>
                  <a:pt x="165" y="82"/>
                </a:lnTo>
                <a:lnTo>
                  <a:pt x="165" y="84"/>
                </a:lnTo>
                <a:lnTo>
                  <a:pt x="164" y="84"/>
                </a:lnTo>
                <a:lnTo>
                  <a:pt x="164" y="85"/>
                </a:lnTo>
                <a:lnTo>
                  <a:pt x="163" y="85"/>
                </a:lnTo>
                <a:lnTo>
                  <a:pt x="162" y="86"/>
                </a:lnTo>
                <a:lnTo>
                  <a:pt x="162" y="87"/>
                </a:lnTo>
                <a:lnTo>
                  <a:pt x="161" y="88"/>
                </a:lnTo>
                <a:lnTo>
                  <a:pt x="161" y="89"/>
                </a:lnTo>
                <a:lnTo>
                  <a:pt x="160" y="89"/>
                </a:lnTo>
                <a:lnTo>
                  <a:pt x="160" y="90"/>
                </a:lnTo>
                <a:lnTo>
                  <a:pt x="160" y="91"/>
                </a:lnTo>
                <a:lnTo>
                  <a:pt x="160" y="92"/>
                </a:lnTo>
                <a:lnTo>
                  <a:pt x="159" y="92"/>
                </a:lnTo>
                <a:lnTo>
                  <a:pt x="159" y="94"/>
                </a:lnTo>
                <a:lnTo>
                  <a:pt x="159" y="96"/>
                </a:lnTo>
                <a:lnTo>
                  <a:pt x="159" y="97"/>
                </a:lnTo>
                <a:lnTo>
                  <a:pt x="158" y="98"/>
                </a:lnTo>
                <a:lnTo>
                  <a:pt x="158" y="99"/>
                </a:lnTo>
                <a:lnTo>
                  <a:pt x="158" y="100"/>
                </a:lnTo>
                <a:lnTo>
                  <a:pt x="158" y="102"/>
                </a:lnTo>
                <a:lnTo>
                  <a:pt x="157" y="102"/>
                </a:lnTo>
                <a:lnTo>
                  <a:pt x="156" y="104"/>
                </a:lnTo>
                <a:lnTo>
                  <a:pt x="156" y="105"/>
                </a:lnTo>
                <a:lnTo>
                  <a:pt x="155" y="106"/>
                </a:lnTo>
                <a:lnTo>
                  <a:pt x="155" y="107"/>
                </a:lnTo>
                <a:lnTo>
                  <a:pt x="154" y="107"/>
                </a:lnTo>
                <a:lnTo>
                  <a:pt x="154" y="108"/>
                </a:lnTo>
                <a:lnTo>
                  <a:pt x="153" y="108"/>
                </a:lnTo>
                <a:lnTo>
                  <a:pt x="152" y="109"/>
                </a:lnTo>
                <a:lnTo>
                  <a:pt x="152" y="110"/>
                </a:lnTo>
                <a:lnTo>
                  <a:pt x="151" y="110"/>
                </a:lnTo>
                <a:lnTo>
                  <a:pt x="150" y="111"/>
                </a:lnTo>
                <a:lnTo>
                  <a:pt x="149" y="112"/>
                </a:lnTo>
                <a:lnTo>
                  <a:pt x="148" y="113"/>
                </a:lnTo>
                <a:lnTo>
                  <a:pt x="148" y="114"/>
                </a:lnTo>
                <a:lnTo>
                  <a:pt x="148" y="115"/>
                </a:lnTo>
                <a:lnTo>
                  <a:pt x="148" y="116"/>
                </a:lnTo>
                <a:lnTo>
                  <a:pt x="148" y="117"/>
                </a:lnTo>
                <a:lnTo>
                  <a:pt x="148" y="118"/>
                </a:lnTo>
                <a:lnTo>
                  <a:pt x="148" y="119"/>
                </a:lnTo>
                <a:lnTo>
                  <a:pt x="148" y="120"/>
                </a:lnTo>
                <a:lnTo>
                  <a:pt x="147" y="120"/>
                </a:lnTo>
                <a:lnTo>
                  <a:pt x="147" y="121"/>
                </a:lnTo>
                <a:lnTo>
                  <a:pt x="146" y="121"/>
                </a:lnTo>
                <a:lnTo>
                  <a:pt x="146" y="122"/>
                </a:lnTo>
                <a:lnTo>
                  <a:pt x="145" y="122"/>
                </a:lnTo>
                <a:lnTo>
                  <a:pt x="145" y="123"/>
                </a:lnTo>
                <a:lnTo>
                  <a:pt x="144" y="124"/>
                </a:lnTo>
                <a:lnTo>
                  <a:pt x="144" y="125"/>
                </a:lnTo>
                <a:lnTo>
                  <a:pt x="144" y="126"/>
                </a:lnTo>
                <a:lnTo>
                  <a:pt x="144" y="127"/>
                </a:lnTo>
                <a:lnTo>
                  <a:pt x="144" y="128"/>
                </a:lnTo>
                <a:lnTo>
                  <a:pt x="145" y="129"/>
                </a:lnTo>
                <a:lnTo>
                  <a:pt x="145" y="130"/>
                </a:lnTo>
                <a:lnTo>
                  <a:pt x="146" y="131"/>
                </a:lnTo>
                <a:lnTo>
                  <a:pt x="147" y="131"/>
                </a:lnTo>
                <a:lnTo>
                  <a:pt x="147" y="132"/>
                </a:lnTo>
                <a:lnTo>
                  <a:pt x="146" y="133"/>
                </a:lnTo>
                <a:lnTo>
                  <a:pt x="146" y="134"/>
                </a:lnTo>
                <a:lnTo>
                  <a:pt x="145" y="134"/>
                </a:lnTo>
                <a:lnTo>
                  <a:pt x="145" y="135"/>
                </a:lnTo>
                <a:lnTo>
                  <a:pt x="144" y="135"/>
                </a:lnTo>
                <a:lnTo>
                  <a:pt x="144" y="136"/>
                </a:lnTo>
                <a:lnTo>
                  <a:pt x="143" y="137"/>
                </a:lnTo>
                <a:lnTo>
                  <a:pt x="143" y="138"/>
                </a:lnTo>
                <a:lnTo>
                  <a:pt x="143" y="139"/>
                </a:lnTo>
                <a:lnTo>
                  <a:pt x="144" y="140"/>
                </a:lnTo>
                <a:lnTo>
                  <a:pt x="143" y="140"/>
                </a:lnTo>
                <a:lnTo>
                  <a:pt x="143" y="141"/>
                </a:lnTo>
                <a:lnTo>
                  <a:pt x="143" y="142"/>
                </a:lnTo>
                <a:lnTo>
                  <a:pt x="143" y="144"/>
                </a:lnTo>
                <a:lnTo>
                  <a:pt x="143" y="145"/>
                </a:lnTo>
                <a:lnTo>
                  <a:pt x="142" y="147"/>
                </a:lnTo>
                <a:lnTo>
                  <a:pt x="142" y="148"/>
                </a:lnTo>
                <a:lnTo>
                  <a:pt x="142" y="149"/>
                </a:lnTo>
                <a:lnTo>
                  <a:pt x="141" y="150"/>
                </a:lnTo>
                <a:lnTo>
                  <a:pt x="141" y="151"/>
                </a:lnTo>
                <a:lnTo>
                  <a:pt x="141" y="152"/>
                </a:lnTo>
                <a:lnTo>
                  <a:pt x="140" y="152"/>
                </a:lnTo>
                <a:lnTo>
                  <a:pt x="140" y="153"/>
                </a:lnTo>
                <a:lnTo>
                  <a:pt x="140" y="154"/>
                </a:lnTo>
                <a:lnTo>
                  <a:pt x="140" y="155"/>
                </a:lnTo>
                <a:lnTo>
                  <a:pt x="140" y="157"/>
                </a:lnTo>
                <a:lnTo>
                  <a:pt x="140" y="158"/>
                </a:lnTo>
                <a:lnTo>
                  <a:pt x="139" y="159"/>
                </a:lnTo>
                <a:lnTo>
                  <a:pt x="139" y="160"/>
                </a:lnTo>
                <a:lnTo>
                  <a:pt x="139" y="161"/>
                </a:lnTo>
                <a:lnTo>
                  <a:pt x="138" y="161"/>
                </a:lnTo>
                <a:lnTo>
                  <a:pt x="138" y="162"/>
                </a:lnTo>
                <a:lnTo>
                  <a:pt x="138" y="163"/>
                </a:lnTo>
                <a:lnTo>
                  <a:pt x="138" y="164"/>
                </a:lnTo>
                <a:lnTo>
                  <a:pt x="138" y="165"/>
                </a:lnTo>
                <a:lnTo>
                  <a:pt x="138" y="166"/>
                </a:lnTo>
                <a:lnTo>
                  <a:pt x="137" y="167"/>
                </a:lnTo>
                <a:lnTo>
                  <a:pt x="137" y="168"/>
                </a:lnTo>
                <a:lnTo>
                  <a:pt x="137" y="169"/>
                </a:lnTo>
                <a:lnTo>
                  <a:pt x="136" y="171"/>
                </a:lnTo>
                <a:lnTo>
                  <a:pt x="136" y="174"/>
                </a:lnTo>
                <a:lnTo>
                  <a:pt x="136" y="175"/>
                </a:lnTo>
                <a:lnTo>
                  <a:pt x="136" y="176"/>
                </a:lnTo>
                <a:lnTo>
                  <a:pt x="135" y="177"/>
                </a:lnTo>
                <a:lnTo>
                  <a:pt x="134" y="179"/>
                </a:lnTo>
                <a:lnTo>
                  <a:pt x="134" y="180"/>
                </a:lnTo>
                <a:lnTo>
                  <a:pt x="134" y="181"/>
                </a:lnTo>
                <a:lnTo>
                  <a:pt x="134" y="183"/>
                </a:lnTo>
                <a:lnTo>
                  <a:pt x="134" y="185"/>
                </a:lnTo>
                <a:lnTo>
                  <a:pt x="135" y="185"/>
                </a:lnTo>
                <a:lnTo>
                  <a:pt x="135" y="186"/>
                </a:lnTo>
                <a:lnTo>
                  <a:pt x="134" y="186"/>
                </a:lnTo>
                <a:lnTo>
                  <a:pt x="134" y="188"/>
                </a:lnTo>
                <a:lnTo>
                  <a:pt x="133" y="188"/>
                </a:lnTo>
                <a:lnTo>
                  <a:pt x="133" y="189"/>
                </a:lnTo>
                <a:lnTo>
                  <a:pt x="133" y="190"/>
                </a:lnTo>
                <a:lnTo>
                  <a:pt x="133" y="191"/>
                </a:lnTo>
                <a:lnTo>
                  <a:pt x="133" y="192"/>
                </a:lnTo>
                <a:lnTo>
                  <a:pt x="132" y="192"/>
                </a:lnTo>
                <a:lnTo>
                  <a:pt x="132" y="193"/>
                </a:lnTo>
                <a:lnTo>
                  <a:pt x="132" y="194"/>
                </a:lnTo>
                <a:lnTo>
                  <a:pt x="131" y="195"/>
                </a:lnTo>
                <a:lnTo>
                  <a:pt x="131" y="196"/>
                </a:lnTo>
                <a:lnTo>
                  <a:pt x="131" y="197"/>
                </a:lnTo>
                <a:lnTo>
                  <a:pt x="131" y="199"/>
                </a:lnTo>
                <a:lnTo>
                  <a:pt x="131" y="200"/>
                </a:lnTo>
                <a:lnTo>
                  <a:pt x="131" y="201"/>
                </a:lnTo>
                <a:lnTo>
                  <a:pt x="130" y="201"/>
                </a:lnTo>
                <a:lnTo>
                  <a:pt x="130" y="202"/>
                </a:lnTo>
                <a:lnTo>
                  <a:pt x="130" y="203"/>
                </a:lnTo>
                <a:lnTo>
                  <a:pt x="129" y="203"/>
                </a:lnTo>
                <a:lnTo>
                  <a:pt x="129" y="204"/>
                </a:lnTo>
                <a:lnTo>
                  <a:pt x="128" y="204"/>
                </a:lnTo>
                <a:lnTo>
                  <a:pt x="128" y="205"/>
                </a:lnTo>
                <a:lnTo>
                  <a:pt x="127" y="205"/>
                </a:lnTo>
                <a:lnTo>
                  <a:pt x="127" y="206"/>
                </a:lnTo>
                <a:lnTo>
                  <a:pt x="127" y="207"/>
                </a:lnTo>
                <a:lnTo>
                  <a:pt x="126" y="208"/>
                </a:lnTo>
                <a:lnTo>
                  <a:pt x="126" y="209"/>
                </a:lnTo>
                <a:lnTo>
                  <a:pt x="126" y="210"/>
                </a:lnTo>
                <a:lnTo>
                  <a:pt x="126" y="211"/>
                </a:lnTo>
                <a:lnTo>
                  <a:pt x="126" y="212"/>
                </a:lnTo>
                <a:lnTo>
                  <a:pt x="126" y="213"/>
                </a:lnTo>
                <a:lnTo>
                  <a:pt x="125" y="213"/>
                </a:lnTo>
                <a:lnTo>
                  <a:pt x="124" y="214"/>
                </a:lnTo>
                <a:lnTo>
                  <a:pt x="124" y="215"/>
                </a:lnTo>
                <a:lnTo>
                  <a:pt x="124" y="216"/>
                </a:lnTo>
                <a:lnTo>
                  <a:pt x="124" y="217"/>
                </a:lnTo>
                <a:lnTo>
                  <a:pt x="125" y="217"/>
                </a:lnTo>
                <a:lnTo>
                  <a:pt x="125" y="218"/>
                </a:lnTo>
                <a:lnTo>
                  <a:pt x="125" y="219"/>
                </a:lnTo>
                <a:lnTo>
                  <a:pt x="125" y="220"/>
                </a:lnTo>
                <a:lnTo>
                  <a:pt x="124" y="220"/>
                </a:lnTo>
                <a:lnTo>
                  <a:pt x="124" y="222"/>
                </a:lnTo>
                <a:lnTo>
                  <a:pt x="125" y="222"/>
                </a:lnTo>
                <a:lnTo>
                  <a:pt x="125" y="223"/>
                </a:lnTo>
                <a:lnTo>
                  <a:pt x="126" y="223"/>
                </a:lnTo>
                <a:lnTo>
                  <a:pt x="125" y="223"/>
                </a:lnTo>
                <a:lnTo>
                  <a:pt x="125" y="224"/>
                </a:lnTo>
                <a:lnTo>
                  <a:pt x="124" y="224"/>
                </a:lnTo>
                <a:lnTo>
                  <a:pt x="124" y="223"/>
                </a:lnTo>
                <a:lnTo>
                  <a:pt x="124" y="224"/>
                </a:lnTo>
                <a:lnTo>
                  <a:pt x="123" y="225"/>
                </a:lnTo>
                <a:lnTo>
                  <a:pt x="122" y="225"/>
                </a:lnTo>
                <a:lnTo>
                  <a:pt x="121" y="225"/>
                </a:lnTo>
                <a:lnTo>
                  <a:pt x="121" y="226"/>
                </a:lnTo>
                <a:lnTo>
                  <a:pt x="121" y="227"/>
                </a:lnTo>
                <a:lnTo>
                  <a:pt x="120" y="227"/>
                </a:lnTo>
                <a:lnTo>
                  <a:pt x="120" y="228"/>
                </a:lnTo>
                <a:lnTo>
                  <a:pt x="120" y="229"/>
                </a:lnTo>
                <a:lnTo>
                  <a:pt x="120" y="230"/>
                </a:lnTo>
                <a:lnTo>
                  <a:pt x="119" y="231"/>
                </a:lnTo>
                <a:lnTo>
                  <a:pt x="119" y="232"/>
                </a:lnTo>
                <a:lnTo>
                  <a:pt x="119" y="233"/>
                </a:lnTo>
                <a:lnTo>
                  <a:pt x="118" y="233"/>
                </a:lnTo>
                <a:lnTo>
                  <a:pt x="117" y="236"/>
                </a:lnTo>
                <a:lnTo>
                  <a:pt x="117" y="237"/>
                </a:lnTo>
                <a:lnTo>
                  <a:pt x="117" y="238"/>
                </a:lnTo>
                <a:lnTo>
                  <a:pt x="116" y="238"/>
                </a:lnTo>
                <a:lnTo>
                  <a:pt x="116" y="239"/>
                </a:lnTo>
                <a:lnTo>
                  <a:pt x="115" y="239"/>
                </a:lnTo>
                <a:lnTo>
                  <a:pt x="115" y="240"/>
                </a:lnTo>
                <a:lnTo>
                  <a:pt x="114" y="240"/>
                </a:lnTo>
                <a:lnTo>
                  <a:pt x="114" y="241"/>
                </a:lnTo>
                <a:lnTo>
                  <a:pt x="114" y="242"/>
                </a:lnTo>
                <a:lnTo>
                  <a:pt x="112" y="245"/>
                </a:lnTo>
                <a:lnTo>
                  <a:pt x="111" y="246"/>
                </a:lnTo>
                <a:lnTo>
                  <a:pt x="111" y="247"/>
                </a:lnTo>
                <a:lnTo>
                  <a:pt x="110" y="247"/>
                </a:lnTo>
                <a:lnTo>
                  <a:pt x="110" y="248"/>
                </a:lnTo>
                <a:lnTo>
                  <a:pt x="109" y="248"/>
                </a:lnTo>
                <a:lnTo>
                  <a:pt x="109" y="249"/>
                </a:lnTo>
                <a:lnTo>
                  <a:pt x="110" y="249"/>
                </a:lnTo>
                <a:lnTo>
                  <a:pt x="109" y="249"/>
                </a:lnTo>
                <a:lnTo>
                  <a:pt x="108" y="249"/>
                </a:lnTo>
                <a:lnTo>
                  <a:pt x="107" y="249"/>
                </a:lnTo>
                <a:lnTo>
                  <a:pt x="107" y="250"/>
                </a:lnTo>
                <a:lnTo>
                  <a:pt x="106" y="250"/>
                </a:lnTo>
                <a:lnTo>
                  <a:pt x="106" y="251"/>
                </a:lnTo>
                <a:lnTo>
                  <a:pt x="105" y="252"/>
                </a:lnTo>
                <a:lnTo>
                  <a:pt x="105" y="253"/>
                </a:lnTo>
                <a:lnTo>
                  <a:pt x="106" y="253"/>
                </a:lnTo>
                <a:lnTo>
                  <a:pt x="106" y="254"/>
                </a:lnTo>
                <a:lnTo>
                  <a:pt x="106" y="255"/>
                </a:lnTo>
                <a:lnTo>
                  <a:pt x="106" y="256"/>
                </a:lnTo>
                <a:lnTo>
                  <a:pt x="106" y="257"/>
                </a:lnTo>
                <a:lnTo>
                  <a:pt x="105" y="257"/>
                </a:lnTo>
                <a:lnTo>
                  <a:pt x="105" y="258"/>
                </a:lnTo>
                <a:lnTo>
                  <a:pt x="105" y="259"/>
                </a:lnTo>
                <a:lnTo>
                  <a:pt x="104" y="259"/>
                </a:lnTo>
                <a:lnTo>
                  <a:pt x="104" y="260"/>
                </a:lnTo>
                <a:lnTo>
                  <a:pt x="103" y="261"/>
                </a:lnTo>
                <a:lnTo>
                  <a:pt x="102" y="262"/>
                </a:lnTo>
                <a:lnTo>
                  <a:pt x="101" y="263"/>
                </a:lnTo>
                <a:lnTo>
                  <a:pt x="100" y="263"/>
                </a:lnTo>
                <a:lnTo>
                  <a:pt x="100" y="264"/>
                </a:lnTo>
                <a:lnTo>
                  <a:pt x="99" y="264"/>
                </a:lnTo>
                <a:lnTo>
                  <a:pt x="99" y="265"/>
                </a:lnTo>
                <a:lnTo>
                  <a:pt x="98" y="265"/>
                </a:lnTo>
                <a:lnTo>
                  <a:pt x="97" y="265"/>
                </a:lnTo>
                <a:lnTo>
                  <a:pt x="97" y="266"/>
                </a:lnTo>
                <a:lnTo>
                  <a:pt x="96" y="266"/>
                </a:lnTo>
                <a:lnTo>
                  <a:pt x="95" y="267"/>
                </a:lnTo>
                <a:lnTo>
                  <a:pt x="94" y="267"/>
                </a:lnTo>
                <a:lnTo>
                  <a:pt x="94" y="268"/>
                </a:lnTo>
                <a:lnTo>
                  <a:pt x="93" y="268"/>
                </a:lnTo>
                <a:lnTo>
                  <a:pt x="93" y="269"/>
                </a:lnTo>
                <a:lnTo>
                  <a:pt x="92" y="269"/>
                </a:lnTo>
                <a:lnTo>
                  <a:pt x="91" y="269"/>
                </a:lnTo>
                <a:lnTo>
                  <a:pt x="91" y="270"/>
                </a:lnTo>
                <a:lnTo>
                  <a:pt x="90" y="271"/>
                </a:lnTo>
                <a:lnTo>
                  <a:pt x="90" y="272"/>
                </a:lnTo>
                <a:lnTo>
                  <a:pt x="90" y="273"/>
                </a:lnTo>
                <a:lnTo>
                  <a:pt x="90" y="274"/>
                </a:lnTo>
                <a:lnTo>
                  <a:pt x="89" y="275"/>
                </a:lnTo>
                <a:lnTo>
                  <a:pt x="89" y="276"/>
                </a:lnTo>
                <a:lnTo>
                  <a:pt x="89" y="277"/>
                </a:lnTo>
                <a:lnTo>
                  <a:pt x="89" y="278"/>
                </a:lnTo>
                <a:lnTo>
                  <a:pt x="88" y="278"/>
                </a:lnTo>
                <a:lnTo>
                  <a:pt x="87" y="279"/>
                </a:lnTo>
                <a:lnTo>
                  <a:pt x="87" y="280"/>
                </a:lnTo>
                <a:lnTo>
                  <a:pt x="86" y="280"/>
                </a:lnTo>
                <a:lnTo>
                  <a:pt x="86" y="281"/>
                </a:lnTo>
                <a:lnTo>
                  <a:pt x="86" y="282"/>
                </a:lnTo>
                <a:lnTo>
                  <a:pt x="86" y="283"/>
                </a:lnTo>
                <a:lnTo>
                  <a:pt x="86" y="284"/>
                </a:lnTo>
                <a:lnTo>
                  <a:pt x="85" y="284"/>
                </a:lnTo>
                <a:lnTo>
                  <a:pt x="85" y="286"/>
                </a:lnTo>
                <a:lnTo>
                  <a:pt x="84" y="287"/>
                </a:lnTo>
                <a:lnTo>
                  <a:pt x="84" y="288"/>
                </a:lnTo>
                <a:lnTo>
                  <a:pt x="84" y="289"/>
                </a:lnTo>
                <a:lnTo>
                  <a:pt x="84" y="290"/>
                </a:lnTo>
                <a:lnTo>
                  <a:pt x="84" y="291"/>
                </a:lnTo>
                <a:lnTo>
                  <a:pt x="83" y="291"/>
                </a:lnTo>
                <a:lnTo>
                  <a:pt x="83" y="292"/>
                </a:lnTo>
                <a:lnTo>
                  <a:pt x="83" y="293"/>
                </a:lnTo>
                <a:lnTo>
                  <a:pt x="83" y="294"/>
                </a:lnTo>
                <a:lnTo>
                  <a:pt x="82" y="294"/>
                </a:lnTo>
                <a:lnTo>
                  <a:pt x="82" y="296"/>
                </a:lnTo>
                <a:lnTo>
                  <a:pt x="82" y="297"/>
                </a:lnTo>
                <a:lnTo>
                  <a:pt x="81" y="297"/>
                </a:lnTo>
                <a:lnTo>
                  <a:pt x="81" y="298"/>
                </a:lnTo>
                <a:lnTo>
                  <a:pt x="81" y="299"/>
                </a:lnTo>
                <a:lnTo>
                  <a:pt x="81" y="300"/>
                </a:lnTo>
                <a:lnTo>
                  <a:pt x="80" y="300"/>
                </a:lnTo>
                <a:lnTo>
                  <a:pt x="80" y="301"/>
                </a:lnTo>
                <a:lnTo>
                  <a:pt x="80" y="302"/>
                </a:lnTo>
                <a:lnTo>
                  <a:pt x="79" y="303"/>
                </a:lnTo>
                <a:lnTo>
                  <a:pt x="79" y="304"/>
                </a:lnTo>
                <a:lnTo>
                  <a:pt x="79" y="305"/>
                </a:lnTo>
                <a:lnTo>
                  <a:pt x="79" y="306"/>
                </a:lnTo>
                <a:lnTo>
                  <a:pt x="79" y="308"/>
                </a:lnTo>
                <a:lnTo>
                  <a:pt x="79" y="309"/>
                </a:lnTo>
                <a:lnTo>
                  <a:pt x="79" y="310"/>
                </a:lnTo>
                <a:lnTo>
                  <a:pt x="79" y="312"/>
                </a:lnTo>
                <a:lnTo>
                  <a:pt x="79" y="313"/>
                </a:lnTo>
                <a:lnTo>
                  <a:pt x="79" y="318"/>
                </a:lnTo>
                <a:lnTo>
                  <a:pt x="79" y="324"/>
                </a:lnTo>
                <a:lnTo>
                  <a:pt x="78" y="325"/>
                </a:lnTo>
                <a:lnTo>
                  <a:pt x="78" y="326"/>
                </a:lnTo>
                <a:lnTo>
                  <a:pt x="78" y="327"/>
                </a:lnTo>
                <a:lnTo>
                  <a:pt x="79" y="327"/>
                </a:lnTo>
                <a:lnTo>
                  <a:pt x="79" y="328"/>
                </a:lnTo>
                <a:lnTo>
                  <a:pt x="79" y="330"/>
                </a:lnTo>
                <a:lnTo>
                  <a:pt x="79" y="331"/>
                </a:lnTo>
                <a:lnTo>
                  <a:pt x="79" y="334"/>
                </a:lnTo>
                <a:lnTo>
                  <a:pt x="79" y="335"/>
                </a:lnTo>
                <a:lnTo>
                  <a:pt x="79" y="336"/>
                </a:lnTo>
                <a:lnTo>
                  <a:pt x="78" y="336"/>
                </a:lnTo>
                <a:lnTo>
                  <a:pt x="78" y="337"/>
                </a:lnTo>
                <a:lnTo>
                  <a:pt x="77" y="338"/>
                </a:lnTo>
                <a:lnTo>
                  <a:pt x="77" y="339"/>
                </a:lnTo>
                <a:lnTo>
                  <a:pt x="76" y="339"/>
                </a:lnTo>
                <a:lnTo>
                  <a:pt x="75" y="340"/>
                </a:lnTo>
                <a:lnTo>
                  <a:pt x="74" y="340"/>
                </a:lnTo>
                <a:lnTo>
                  <a:pt x="74" y="342"/>
                </a:lnTo>
                <a:lnTo>
                  <a:pt x="74" y="343"/>
                </a:lnTo>
                <a:lnTo>
                  <a:pt x="74" y="344"/>
                </a:lnTo>
                <a:lnTo>
                  <a:pt x="74" y="345"/>
                </a:lnTo>
                <a:lnTo>
                  <a:pt x="75" y="345"/>
                </a:lnTo>
                <a:lnTo>
                  <a:pt x="75" y="346"/>
                </a:lnTo>
                <a:lnTo>
                  <a:pt x="76" y="347"/>
                </a:lnTo>
                <a:lnTo>
                  <a:pt x="76" y="348"/>
                </a:lnTo>
                <a:lnTo>
                  <a:pt x="76" y="349"/>
                </a:lnTo>
                <a:lnTo>
                  <a:pt x="75" y="349"/>
                </a:lnTo>
                <a:lnTo>
                  <a:pt x="75" y="348"/>
                </a:lnTo>
                <a:lnTo>
                  <a:pt x="75" y="347"/>
                </a:lnTo>
                <a:lnTo>
                  <a:pt x="74" y="347"/>
                </a:lnTo>
                <a:lnTo>
                  <a:pt x="73" y="346"/>
                </a:lnTo>
                <a:lnTo>
                  <a:pt x="73" y="345"/>
                </a:lnTo>
                <a:lnTo>
                  <a:pt x="72" y="345"/>
                </a:lnTo>
                <a:lnTo>
                  <a:pt x="71" y="345"/>
                </a:lnTo>
                <a:lnTo>
                  <a:pt x="70" y="345"/>
                </a:lnTo>
                <a:lnTo>
                  <a:pt x="69" y="344"/>
                </a:lnTo>
                <a:lnTo>
                  <a:pt x="68" y="343"/>
                </a:lnTo>
                <a:lnTo>
                  <a:pt x="67" y="343"/>
                </a:lnTo>
                <a:lnTo>
                  <a:pt x="66" y="343"/>
                </a:lnTo>
                <a:lnTo>
                  <a:pt x="66" y="344"/>
                </a:lnTo>
                <a:lnTo>
                  <a:pt x="65" y="344"/>
                </a:lnTo>
                <a:lnTo>
                  <a:pt x="65" y="345"/>
                </a:lnTo>
                <a:lnTo>
                  <a:pt x="66" y="345"/>
                </a:lnTo>
                <a:lnTo>
                  <a:pt x="65" y="346"/>
                </a:lnTo>
                <a:lnTo>
                  <a:pt x="65" y="347"/>
                </a:lnTo>
                <a:lnTo>
                  <a:pt x="64" y="347"/>
                </a:lnTo>
                <a:lnTo>
                  <a:pt x="63" y="347"/>
                </a:lnTo>
                <a:lnTo>
                  <a:pt x="63" y="346"/>
                </a:lnTo>
                <a:lnTo>
                  <a:pt x="62" y="345"/>
                </a:lnTo>
                <a:lnTo>
                  <a:pt x="62" y="344"/>
                </a:lnTo>
                <a:lnTo>
                  <a:pt x="62" y="343"/>
                </a:lnTo>
                <a:lnTo>
                  <a:pt x="62" y="342"/>
                </a:lnTo>
                <a:lnTo>
                  <a:pt x="63" y="342"/>
                </a:lnTo>
                <a:lnTo>
                  <a:pt x="63" y="341"/>
                </a:lnTo>
                <a:lnTo>
                  <a:pt x="63" y="340"/>
                </a:lnTo>
                <a:lnTo>
                  <a:pt x="62" y="340"/>
                </a:lnTo>
                <a:lnTo>
                  <a:pt x="61" y="339"/>
                </a:lnTo>
                <a:lnTo>
                  <a:pt x="61" y="338"/>
                </a:lnTo>
                <a:lnTo>
                  <a:pt x="61" y="337"/>
                </a:lnTo>
                <a:lnTo>
                  <a:pt x="60" y="337"/>
                </a:lnTo>
                <a:lnTo>
                  <a:pt x="60" y="336"/>
                </a:lnTo>
                <a:lnTo>
                  <a:pt x="60" y="335"/>
                </a:lnTo>
                <a:lnTo>
                  <a:pt x="61" y="335"/>
                </a:lnTo>
                <a:lnTo>
                  <a:pt x="61" y="334"/>
                </a:lnTo>
                <a:lnTo>
                  <a:pt x="61" y="333"/>
                </a:lnTo>
                <a:lnTo>
                  <a:pt x="62" y="333"/>
                </a:lnTo>
                <a:lnTo>
                  <a:pt x="62" y="331"/>
                </a:lnTo>
                <a:lnTo>
                  <a:pt x="61" y="330"/>
                </a:lnTo>
                <a:lnTo>
                  <a:pt x="62" y="330"/>
                </a:lnTo>
                <a:lnTo>
                  <a:pt x="63" y="329"/>
                </a:lnTo>
                <a:lnTo>
                  <a:pt x="63" y="328"/>
                </a:lnTo>
                <a:lnTo>
                  <a:pt x="63" y="327"/>
                </a:lnTo>
                <a:lnTo>
                  <a:pt x="62" y="327"/>
                </a:lnTo>
                <a:lnTo>
                  <a:pt x="62" y="326"/>
                </a:lnTo>
                <a:lnTo>
                  <a:pt x="60" y="319"/>
                </a:lnTo>
                <a:lnTo>
                  <a:pt x="60" y="318"/>
                </a:lnTo>
                <a:lnTo>
                  <a:pt x="60" y="317"/>
                </a:lnTo>
                <a:lnTo>
                  <a:pt x="60" y="316"/>
                </a:lnTo>
                <a:lnTo>
                  <a:pt x="59" y="316"/>
                </a:lnTo>
                <a:lnTo>
                  <a:pt x="59" y="315"/>
                </a:lnTo>
                <a:lnTo>
                  <a:pt x="59" y="314"/>
                </a:lnTo>
                <a:lnTo>
                  <a:pt x="58" y="314"/>
                </a:lnTo>
                <a:lnTo>
                  <a:pt x="57" y="313"/>
                </a:lnTo>
                <a:lnTo>
                  <a:pt x="57" y="312"/>
                </a:lnTo>
                <a:lnTo>
                  <a:pt x="57" y="311"/>
                </a:lnTo>
                <a:lnTo>
                  <a:pt x="57" y="310"/>
                </a:lnTo>
                <a:lnTo>
                  <a:pt x="56" y="309"/>
                </a:lnTo>
                <a:lnTo>
                  <a:pt x="56" y="308"/>
                </a:lnTo>
                <a:lnTo>
                  <a:pt x="56" y="307"/>
                </a:lnTo>
                <a:lnTo>
                  <a:pt x="55" y="306"/>
                </a:lnTo>
                <a:lnTo>
                  <a:pt x="54" y="305"/>
                </a:lnTo>
                <a:lnTo>
                  <a:pt x="54" y="304"/>
                </a:lnTo>
                <a:lnTo>
                  <a:pt x="53" y="304"/>
                </a:lnTo>
                <a:lnTo>
                  <a:pt x="53" y="303"/>
                </a:lnTo>
                <a:lnTo>
                  <a:pt x="52" y="303"/>
                </a:lnTo>
                <a:lnTo>
                  <a:pt x="52" y="302"/>
                </a:lnTo>
                <a:lnTo>
                  <a:pt x="52" y="301"/>
                </a:lnTo>
                <a:lnTo>
                  <a:pt x="51" y="301"/>
                </a:lnTo>
                <a:lnTo>
                  <a:pt x="51" y="300"/>
                </a:lnTo>
                <a:lnTo>
                  <a:pt x="50" y="300"/>
                </a:lnTo>
                <a:lnTo>
                  <a:pt x="49" y="299"/>
                </a:lnTo>
                <a:lnTo>
                  <a:pt x="48" y="298"/>
                </a:lnTo>
                <a:lnTo>
                  <a:pt x="47" y="297"/>
                </a:lnTo>
                <a:lnTo>
                  <a:pt x="46" y="297"/>
                </a:lnTo>
                <a:lnTo>
                  <a:pt x="45" y="296"/>
                </a:lnTo>
                <a:lnTo>
                  <a:pt x="44" y="296"/>
                </a:lnTo>
                <a:lnTo>
                  <a:pt x="43" y="294"/>
                </a:lnTo>
                <a:lnTo>
                  <a:pt x="42" y="294"/>
                </a:lnTo>
                <a:lnTo>
                  <a:pt x="41" y="293"/>
                </a:lnTo>
                <a:lnTo>
                  <a:pt x="40" y="293"/>
                </a:lnTo>
                <a:lnTo>
                  <a:pt x="40" y="292"/>
                </a:lnTo>
                <a:lnTo>
                  <a:pt x="39" y="292"/>
                </a:lnTo>
                <a:lnTo>
                  <a:pt x="39" y="291"/>
                </a:lnTo>
                <a:lnTo>
                  <a:pt x="38" y="291"/>
                </a:lnTo>
                <a:lnTo>
                  <a:pt x="38" y="290"/>
                </a:lnTo>
                <a:lnTo>
                  <a:pt x="37" y="290"/>
                </a:lnTo>
                <a:lnTo>
                  <a:pt x="37" y="289"/>
                </a:lnTo>
                <a:lnTo>
                  <a:pt x="35" y="288"/>
                </a:lnTo>
                <a:lnTo>
                  <a:pt x="35" y="289"/>
                </a:lnTo>
                <a:lnTo>
                  <a:pt x="34" y="289"/>
                </a:lnTo>
                <a:lnTo>
                  <a:pt x="33" y="288"/>
                </a:lnTo>
                <a:lnTo>
                  <a:pt x="32" y="288"/>
                </a:lnTo>
                <a:lnTo>
                  <a:pt x="32" y="287"/>
                </a:lnTo>
                <a:lnTo>
                  <a:pt x="31" y="287"/>
                </a:lnTo>
                <a:lnTo>
                  <a:pt x="30" y="286"/>
                </a:lnTo>
                <a:lnTo>
                  <a:pt x="29" y="285"/>
                </a:lnTo>
                <a:lnTo>
                  <a:pt x="29" y="286"/>
                </a:lnTo>
                <a:lnTo>
                  <a:pt x="28" y="285"/>
                </a:lnTo>
                <a:lnTo>
                  <a:pt x="27" y="284"/>
                </a:lnTo>
                <a:lnTo>
                  <a:pt x="27" y="283"/>
                </a:lnTo>
                <a:lnTo>
                  <a:pt x="27" y="282"/>
                </a:lnTo>
                <a:lnTo>
                  <a:pt x="26" y="282"/>
                </a:lnTo>
                <a:lnTo>
                  <a:pt x="26" y="281"/>
                </a:lnTo>
                <a:lnTo>
                  <a:pt x="27" y="282"/>
                </a:lnTo>
                <a:lnTo>
                  <a:pt x="28" y="282"/>
                </a:lnTo>
                <a:lnTo>
                  <a:pt x="27" y="281"/>
                </a:lnTo>
                <a:lnTo>
                  <a:pt x="26" y="281"/>
                </a:lnTo>
                <a:lnTo>
                  <a:pt x="26" y="280"/>
                </a:lnTo>
                <a:lnTo>
                  <a:pt x="25" y="279"/>
                </a:lnTo>
                <a:lnTo>
                  <a:pt x="24" y="278"/>
                </a:lnTo>
                <a:lnTo>
                  <a:pt x="23" y="276"/>
                </a:lnTo>
                <a:lnTo>
                  <a:pt x="23" y="275"/>
                </a:lnTo>
                <a:lnTo>
                  <a:pt x="24" y="275"/>
                </a:lnTo>
                <a:lnTo>
                  <a:pt x="23" y="275"/>
                </a:lnTo>
                <a:lnTo>
                  <a:pt x="24" y="274"/>
                </a:lnTo>
                <a:lnTo>
                  <a:pt x="23" y="274"/>
                </a:lnTo>
                <a:lnTo>
                  <a:pt x="24" y="274"/>
                </a:lnTo>
                <a:lnTo>
                  <a:pt x="23" y="274"/>
                </a:lnTo>
                <a:lnTo>
                  <a:pt x="23" y="275"/>
                </a:lnTo>
                <a:lnTo>
                  <a:pt x="23" y="274"/>
                </a:lnTo>
                <a:lnTo>
                  <a:pt x="22" y="274"/>
                </a:lnTo>
                <a:lnTo>
                  <a:pt x="21" y="275"/>
                </a:lnTo>
                <a:lnTo>
                  <a:pt x="21" y="274"/>
                </a:lnTo>
                <a:lnTo>
                  <a:pt x="21" y="273"/>
                </a:lnTo>
                <a:lnTo>
                  <a:pt x="20" y="273"/>
                </a:lnTo>
                <a:lnTo>
                  <a:pt x="20" y="272"/>
                </a:lnTo>
                <a:lnTo>
                  <a:pt x="20" y="271"/>
                </a:lnTo>
                <a:lnTo>
                  <a:pt x="20" y="270"/>
                </a:lnTo>
                <a:lnTo>
                  <a:pt x="20" y="269"/>
                </a:lnTo>
                <a:lnTo>
                  <a:pt x="21" y="269"/>
                </a:lnTo>
                <a:lnTo>
                  <a:pt x="22" y="268"/>
                </a:lnTo>
                <a:lnTo>
                  <a:pt x="22" y="267"/>
                </a:lnTo>
                <a:lnTo>
                  <a:pt x="22" y="266"/>
                </a:lnTo>
                <a:lnTo>
                  <a:pt x="22" y="265"/>
                </a:lnTo>
                <a:lnTo>
                  <a:pt x="21" y="265"/>
                </a:lnTo>
                <a:lnTo>
                  <a:pt x="21" y="266"/>
                </a:lnTo>
                <a:lnTo>
                  <a:pt x="20" y="265"/>
                </a:lnTo>
                <a:lnTo>
                  <a:pt x="20" y="264"/>
                </a:lnTo>
                <a:lnTo>
                  <a:pt x="20" y="263"/>
                </a:lnTo>
                <a:lnTo>
                  <a:pt x="19" y="262"/>
                </a:lnTo>
                <a:lnTo>
                  <a:pt x="19" y="261"/>
                </a:lnTo>
                <a:lnTo>
                  <a:pt x="19" y="260"/>
                </a:lnTo>
                <a:lnTo>
                  <a:pt x="18" y="260"/>
                </a:lnTo>
                <a:lnTo>
                  <a:pt x="18" y="259"/>
                </a:lnTo>
                <a:lnTo>
                  <a:pt x="18" y="258"/>
                </a:lnTo>
                <a:lnTo>
                  <a:pt x="17" y="257"/>
                </a:lnTo>
                <a:lnTo>
                  <a:pt x="17" y="256"/>
                </a:lnTo>
                <a:lnTo>
                  <a:pt x="17" y="255"/>
                </a:lnTo>
                <a:lnTo>
                  <a:pt x="16" y="255"/>
                </a:lnTo>
                <a:lnTo>
                  <a:pt x="15" y="254"/>
                </a:lnTo>
                <a:lnTo>
                  <a:pt x="16" y="254"/>
                </a:lnTo>
                <a:lnTo>
                  <a:pt x="16" y="253"/>
                </a:lnTo>
                <a:lnTo>
                  <a:pt x="16" y="252"/>
                </a:lnTo>
                <a:lnTo>
                  <a:pt x="15" y="251"/>
                </a:lnTo>
                <a:lnTo>
                  <a:pt x="14" y="250"/>
                </a:lnTo>
                <a:lnTo>
                  <a:pt x="15" y="250"/>
                </a:lnTo>
                <a:lnTo>
                  <a:pt x="15" y="249"/>
                </a:lnTo>
                <a:lnTo>
                  <a:pt x="14" y="248"/>
                </a:lnTo>
                <a:lnTo>
                  <a:pt x="14" y="247"/>
                </a:lnTo>
                <a:lnTo>
                  <a:pt x="14" y="246"/>
                </a:lnTo>
                <a:lnTo>
                  <a:pt x="13" y="246"/>
                </a:lnTo>
                <a:lnTo>
                  <a:pt x="13" y="245"/>
                </a:lnTo>
                <a:lnTo>
                  <a:pt x="13" y="244"/>
                </a:lnTo>
                <a:lnTo>
                  <a:pt x="13" y="243"/>
                </a:lnTo>
                <a:lnTo>
                  <a:pt x="13" y="242"/>
                </a:lnTo>
                <a:lnTo>
                  <a:pt x="13" y="241"/>
                </a:lnTo>
                <a:lnTo>
                  <a:pt x="13" y="240"/>
                </a:lnTo>
                <a:lnTo>
                  <a:pt x="12" y="238"/>
                </a:lnTo>
                <a:lnTo>
                  <a:pt x="11" y="238"/>
                </a:lnTo>
                <a:lnTo>
                  <a:pt x="11" y="237"/>
                </a:lnTo>
                <a:lnTo>
                  <a:pt x="10" y="236"/>
                </a:lnTo>
                <a:lnTo>
                  <a:pt x="10" y="235"/>
                </a:lnTo>
                <a:lnTo>
                  <a:pt x="9" y="235"/>
                </a:lnTo>
                <a:lnTo>
                  <a:pt x="8" y="234"/>
                </a:lnTo>
                <a:lnTo>
                  <a:pt x="7" y="233"/>
                </a:lnTo>
                <a:lnTo>
                  <a:pt x="6" y="232"/>
                </a:lnTo>
                <a:lnTo>
                  <a:pt x="5" y="232"/>
                </a:lnTo>
                <a:lnTo>
                  <a:pt x="4" y="231"/>
                </a:lnTo>
                <a:lnTo>
                  <a:pt x="3" y="231"/>
                </a:lnTo>
                <a:lnTo>
                  <a:pt x="4" y="230"/>
                </a:lnTo>
                <a:lnTo>
                  <a:pt x="3" y="230"/>
                </a:lnTo>
                <a:lnTo>
                  <a:pt x="2" y="230"/>
                </a:lnTo>
                <a:lnTo>
                  <a:pt x="2" y="229"/>
                </a:lnTo>
                <a:lnTo>
                  <a:pt x="1" y="229"/>
                </a:lnTo>
                <a:lnTo>
                  <a:pt x="1" y="230"/>
                </a:lnTo>
                <a:lnTo>
                  <a:pt x="1" y="228"/>
                </a:lnTo>
                <a:lnTo>
                  <a:pt x="1" y="227"/>
                </a:lnTo>
                <a:lnTo>
                  <a:pt x="1" y="226"/>
                </a:lnTo>
                <a:lnTo>
                  <a:pt x="0" y="226"/>
                </a:lnTo>
                <a:lnTo>
                  <a:pt x="0" y="225"/>
                </a:lnTo>
                <a:lnTo>
                  <a:pt x="1" y="225"/>
                </a:lnTo>
                <a:lnTo>
                  <a:pt x="1" y="224"/>
                </a:lnTo>
                <a:lnTo>
                  <a:pt x="1" y="223"/>
                </a:lnTo>
                <a:lnTo>
                  <a:pt x="2" y="223"/>
                </a:lnTo>
                <a:lnTo>
                  <a:pt x="1" y="224"/>
                </a:lnTo>
                <a:lnTo>
                  <a:pt x="2" y="224"/>
                </a:lnTo>
                <a:lnTo>
                  <a:pt x="4" y="223"/>
                </a:lnTo>
                <a:lnTo>
                  <a:pt x="5" y="223"/>
                </a:lnTo>
                <a:lnTo>
                  <a:pt x="5" y="222"/>
                </a:lnTo>
                <a:lnTo>
                  <a:pt x="5" y="221"/>
                </a:lnTo>
                <a:lnTo>
                  <a:pt x="5" y="220"/>
                </a:lnTo>
                <a:lnTo>
                  <a:pt x="4" y="220"/>
                </a:lnTo>
                <a:lnTo>
                  <a:pt x="4" y="218"/>
                </a:lnTo>
                <a:lnTo>
                  <a:pt x="4" y="217"/>
                </a:lnTo>
                <a:lnTo>
                  <a:pt x="4" y="216"/>
                </a:lnTo>
                <a:lnTo>
                  <a:pt x="4" y="215"/>
                </a:lnTo>
                <a:lnTo>
                  <a:pt x="4" y="214"/>
                </a:lnTo>
                <a:lnTo>
                  <a:pt x="5" y="214"/>
                </a:lnTo>
                <a:lnTo>
                  <a:pt x="5" y="213"/>
                </a:lnTo>
                <a:lnTo>
                  <a:pt x="4" y="213"/>
                </a:lnTo>
                <a:lnTo>
                  <a:pt x="5" y="213"/>
                </a:lnTo>
                <a:lnTo>
                  <a:pt x="5" y="212"/>
                </a:lnTo>
                <a:lnTo>
                  <a:pt x="5" y="211"/>
                </a:lnTo>
                <a:lnTo>
                  <a:pt x="5" y="212"/>
                </a:lnTo>
                <a:lnTo>
                  <a:pt x="6" y="212"/>
                </a:lnTo>
                <a:lnTo>
                  <a:pt x="6" y="213"/>
                </a:lnTo>
                <a:lnTo>
                  <a:pt x="6" y="212"/>
                </a:lnTo>
                <a:lnTo>
                  <a:pt x="6" y="211"/>
                </a:lnTo>
                <a:lnTo>
                  <a:pt x="6" y="210"/>
                </a:lnTo>
                <a:lnTo>
                  <a:pt x="7" y="209"/>
                </a:lnTo>
                <a:lnTo>
                  <a:pt x="7" y="208"/>
                </a:lnTo>
                <a:lnTo>
                  <a:pt x="8" y="208"/>
                </a:lnTo>
                <a:lnTo>
                  <a:pt x="8" y="207"/>
                </a:lnTo>
                <a:lnTo>
                  <a:pt x="7" y="207"/>
                </a:lnTo>
                <a:lnTo>
                  <a:pt x="7" y="208"/>
                </a:lnTo>
                <a:lnTo>
                  <a:pt x="6" y="208"/>
                </a:lnTo>
                <a:lnTo>
                  <a:pt x="6" y="205"/>
                </a:lnTo>
                <a:lnTo>
                  <a:pt x="7" y="205"/>
                </a:lnTo>
                <a:lnTo>
                  <a:pt x="8" y="205"/>
                </a:lnTo>
                <a:lnTo>
                  <a:pt x="7" y="205"/>
                </a:lnTo>
                <a:lnTo>
                  <a:pt x="7" y="204"/>
                </a:lnTo>
                <a:lnTo>
                  <a:pt x="8" y="203"/>
                </a:lnTo>
                <a:lnTo>
                  <a:pt x="8" y="202"/>
                </a:lnTo>
                <a:lnTo>
                  <a:pt x="9" y="201"/>
                </a:lnTo>
                <a:lnTo>
                  <a:pt x="9" y="200"/>
                </a:lnTo>
                <a:lnTo>
                  <a:pt x="8" y="200"/>
                </a:lnTo>
                <a:lnTo>
                  <a:pt x="8" y="199"/>
                </a:lnTo>
                <a:lnTo>
                  <a:pt x="9" y="199"/>
                </a:lnTo>
                <a:lnTo>
                  <a:pt x="9" y="198"/>
                </a:lnTo>
                <a:lnTo>
                  <a:pt x="9" y="197"/>
                </a:lnTo>
                <a:lnTo>
                  <a:pt x="10" y="197"/>
                </a:lnTo>
                <a:lnTo>
                  <a:pt x="10" y="198"/>
                </a:lnTo>
                <a:lnTo>
                  <a:pt x="9" y="198"/>
                </a:lnTo>
                <a:lnTo>
                  <a:pt x="9" y="199"/>
                </a:lnTo>
                <a:lnTo>
                  <a:pt x="10" y="199"/>
                </a:lnTo>
                <a:lnTo>
                  <a:pt x="10" y="198"/>
                </a:lnTo>
                <a:lnTo>
                  <a:pt x="11" y="199"/>
                </a:lnTo>
                <a:lnTo>
                  <a:pt x="11" y="198"/>
                </a:lnTo>
                <a:lnTo>
                  <a:pt x="11" y="197"/>
                </a:lnTo>
                <a:lnTo>
                  <a:pt x="10" y="197"/>
                </a:lnTo>
                <a:lnTo>
                  <a:pt x="10" y="196"/>
                </a:lnTo>
                <a:lnTo>
                  <a:pt x="9" y="196"/>
                </a:lnTo>
                <a:lnTo>
                  <a:pt x="11" y="196"/>
                </a:lnTo>
                <a:lnTo>
                  <a:pt x="12" y="195"/>
                </a:lnTo>
                <a:lnTo>
                  <a:pt x="12" y="194"/>
                </a:lnTo>
                <a:lnTo>
                  <a:pt x="11" y="194"/>
                </a:lnTo>
                <a:lnTo>
                  <a:pt x="11" y="193"/>
                </a:lnTo>
                <a:lnTo>
                  <a:pt x="11" y="192"/>
                </a:lnTo>
                <a:lnTo>
                  <a:pt x="11" y="191"/>
                </a:lnTo>
                <a:lnTo>
                  <a:pt x="11" y="192"/>
                </a:lnTo>
                <a:lnTo>
                  <a:pt x="10" y="191"/>
                </a:lnTo>
                <a:lnTo>
                  <a:pt x="11" y="191"/>
                </a:lnTo>
                <a:lnTo>
                  <a:pt x="11" y="190"/>
                </a:lnTo>
                <a:lnTo>
                  <a:pt x="11" y="189"/>
                </a:lnTo>
                <a:lnTo>
                  <a:pt x="10" y="189"/>
                </a:lnTo>
                <a:lnTo>
                  <a:pt x="9" y="189"/>
                </a:lnTo>
                <a:lnTo>
                  <a:pt x="10" y="188"/>
                </a:lnTo>
                <a:lnTo>
                  <a:pt x="11" y="188"/>
                </a:lnTo>
                <a:lnTo>
                  <a:pt x="10" y="187"/>
                </a:lnTo>
                <a:lnTo>
                  <a:pt x="11" y="187"/>
                </a:lnTo>
                <a:lnTo>
                  <a:pt x="11" y="186"/>
                </a:lnTo>
                <a:lnTo>
                  <a:pt x="11" y="185"/>
                </a:lnTo>
                <a:lnTo>
                  <a:pt x="10" y="185"/>
                </a:lnTo>
                <a:lnTo>
                  <a:pt x="9" y="185"/>
                </a:lnTo>
                <a:lnTo>
                  <a:pt x="8" y="185"/>
                </a:lnTo>
                <a:lnTo>
                  <a:pt x="8" y="182"/>
                </a:lnTo>
                <a:lnTo>
                  <a:pt x="9" y="182"/>
                </a:lnTo>
                <a:lnTo>
                  <a:pt x="10" y="182"/>
                </a:lnTo>
                <a:lnTo>
                  <a:pt x="11" y="182"/>
                </a:lnTo>
                <a:lnTo>
                  <a:pt x="11" y="181"/>
                </a:lnTo>
                <a:lnTo>
                  <a:pt x="11" y="180"/>
                </a:lnTo>
                <a:lnTo>
                  <a:pt x="10" y="180"/>
                </a:lnTo>
                <a:lnTo>
                  <a:pt x="10" y="179"/>
                </a:lnTo>
                <a:lnTo>
                  <a:pt x="10" y="178"/>
                </a:lnTo>
                <a:lnTo>
                  <a:pt x="10" y="177"/>
                </a:lnTo>
                <a:lnTo>
                  <a:pt x="10" y="176"/>
                </a:lnTo>
                <a:lnTo>
                  <a:pt x="10" y="175"/>
                </a:lnTo>
                <a:lnTo>
                  <a:pt x="10" y="174"/>
                </a:lnTo>
                <a:lnTo>
                  <a:pt x="11" y="174"/>
                </a:lnTo>
                <a:lnTo>
                  <a:pt x="11" y="175"/>
                </a:lnTo>
                <a:lnTo>
                  <a:pt x="11" y="174"/>
                </a:lnTo>
                <a:lnTo>
                  <a:pt x="10" y="174"/>
                </a:lnTo>
                <a:lnTo>
                  <a:pt x="10" y="173"/>
                </a:lnTo>
                <a:lnTo>
                  <a:pt x="10" y="172"/>
                </a:lnTo>
                <a:lnTo>
                  <a:pt x="10" y="171"/>
                </a:lnTo>
                <a:lnTo>
                  <a:pt x="10" y="169"/>
                </a:lnTo>
                <a:lnTo>
                  <a:pt x="11" y="168"/>
                </a:lnTo>
                <a:lnTo>
                  <a:pt x="11" y="167"/>
                </a:lnTo>
                <a:lnTo>
                  <a:pt x="12" y="166"/>
                </a:lnTo>
                <a:lnTo>
                  <a:pt x="12" y="165"/>
                </a:lnTo>
                <a:lnTo>
                  <a:pt x="13" y="165"/>
                </a:lnTo>
                <a:lnTo>
                  <a:pt x="13" y="164"/>
                </a:lnTo>
                <a:lnTo>
                  <a:pt x="14" y="164"/>
                </a:lnTo>
                <a:lnTo>
                  <a:pt x="14" y="163"/>
                </a:lnTo>
                <a:lnTo>
                  <a:pt x="13" y="163"/>
                </a:lnTo>
                <a:lnTo>
                  <a:pt x="13" y="162"/>
                </a:lnTo>
                <a:lnTo>
                  <a:pt x="13" y="161"/>
                </a:lnTo>
                <a:lnTo>
                  <a:pt x="13" y="160"/>
                </a:lnTo>
                <a:lnTo>
                  <a:pt x="13" y="159"/>
                </a:lnTo>
                <a:lnTo>
                  <a:pt x="14" y="158"/>
                </a:lnTo>
                <a:lnTo>
                  <a:pt x="15" y="158"/>
                </a:lnTo>
                <a:lnTo>
                  <a:pt x="15" y="157"/>
                </a:lnTo>
                <a:lnTo>
                  <a:pt x="16" y="155"/>
                </a:lnTo>
                <a:lnTo>
                  <a:pt x="17" y="154"/>
                </a:lnTo>
                <a:lnTo>
                  <a:pt x="16" y="154"/>
                </a:lnTo>
                <a:lnTo>
                  <a:pt x="16" y="155"/>
                </a:lnTo>
                <a:lnTo>
                  <a:pt x="15" y="156"/>
                </a:lnTo>
                <a:lnTo>
                  <a:pt x="15" y="157"/>
                </a:lnTo>
                <a:lnTo>
                  <a:pt x="14" y="157"/>
                </a:lnTo>
                <a:lnTo>
                  <a:pt x="14" y="158"/>
                </a:lnTo>
                <a:lnTo>
                  <a:pt x="13" y="158"/>
                </a:lnTo>
                <a:lnTo>
                  <a:pt x="12" y="157"/>
                </a:lnTo>
                <a:lnTo>
                  <a:pt x="13" y="156"/>
                </a:lnTo>
                <a:lnTo>
                  <a:pt x="13" y="155"/>
                </a:lnTo>
                <a:lnTo>
                  <a:pt x="14" y="154"/>
                </a:lnTo>
                <a:lnTo>
                  <a:pt x="13" y="153"/>
                </a:lnTo>
                <a:lnTo>
                  <a:pt x="14" y="153"/>
                </a:lnTo>
                <a:lnTo>
                  <a:pt x="15" y="152"/>
                </a:lnTo>
                <a:lnTo>
                  <a:pt x="15" y="151"/>
                </a:lnTo>
                <a:lnTo>
                  <a:pt x="16" y="151"/>
                </a:lnTo>
                <a:lnTo>
                  <a:pt x="17" y="151"/>
                </a:lnTo>
                <a:lnTo>
                  <a:pt x="17" y="152"/>
                </a:lnTo>
                <a:lnTo>
                  <a:pt x="17" y="151"/>
                </a:lnTo>
                <a:lnTo>
                  <a:pt x="18" y="151"/>
                </a:lnTo>
                <a:lnTo>
                  <a:pt x="17" y="151"/>
                </a:lnTo>
                <a:lnTo>
                  <a:pt x="17" y="150"/>
                </a:lnTo>
                <a:lnTo>
                  <a:pt x="18" y="150"/>
                </a:lnTo>
                <a:lnTo>
                  <a:pt x="19" y="151"/>
                </a:lnTo>
                <a:lnTo>
                  <a:pt x="20" y="150"/>
                </a:lnTo>
                <a:lnTo>
                  <a:pt x="21" y="150"/>
                </a:lnTo>
                <a:lnTo>
                  <a:pt x="21" y="149"/>
                </a:lnTo>
                <a:lnTo>
                  <a:pt x="20" y="148"/>
                </a:lnTo>
                <a:lnTo>
                  <a:pt x="20" y="147"/>
                </a:lnTo>
                <a:lnTo>
                  <a:pt x="21" y="147"/>
                </a:lnTo>
                <a:lnTo>
                  <a:pt x="22" y="147"/>
                </a:lnTo>
                <a:lnTo>
                  <a:pt x="23" y="146"/>
                </a:lnTo>
                <a:lnTo>
                  <a:pt x="23" y="145"/>
                </a:lnTo>
                <a:lnTo>
                  <a:pt x="24" y="145"/>
                </a:lnTo>
                <a:lnTo>
                  <a:pt x="24" y="144"/>
                </a:lnTo>
                <a:lnTo>
                  <a:pt x="24" y="143"/>
                </a:lnTo>
                <a:lnTo>
                  <a:pt x="25" y="142"/>
                </a:lnTo>
                <a:lnTo>
                  <a:pt x="25" y="141"/>
                </a:lnTo>
                <a:lnTo>
                  <a:pt x="26" y="140"/>
                </a:lnTo>
                <a:lnTo>
                  <a:pt x="26" y="139"/>
                </a:lnTo>
                <a:lnTo>
                  <a:pt x="25" y="139"/>
                </a:lnTo>
                <a:lnTo>
                  <a:pt x="26" y="136"/>
                </a:lnTo>
                <a:lnTo>
                  <a:pt x="27" y="135"/>
                </a:lnTo>
                <a:lnTo>
                  <a:pt x="27" y="134"/>
                </a:lnTo>
                <a:lnTo>
                  <a:pt x="28" y="134"/>
                </a:lnTo>
                <a:lnTo>
                  <a:pt x="29" y="134"/>
                </a:lnTo>
                <a:lnTo>
                  <a:pt x="29" y="133"/>
                </a:lnTo>
                <a:lnTo>
                  <a:pt x="29" y="132"/>
                </a:lnTo>
                <a:lnTo>
                  <a:pt x="29" y="131"/>
                </a:lnTo>
                <a:lnTo>
                  <a:pt x="31" y="130"/>
                </a:lnTo>
                <a:lnTo>
                  <a:pt x="31" y="129"/>
                </a:lnTo>
                <a:lnTo>
                  <a:pt x="32" y="128"/>
                </a:lnTo>
                <a:lnTo>
                  <a:pt x="34" y="127"/>
                </a:lnTo>
                <a:lnTo>
                  <a:pt x="34" y="126"/>
                </a:lnTo>
                <a:lnTo>
                  <a:pt x="35" y="126"/>
                </a:lnTo>
                <a:lnTo>
                  <a:pt x="35" y="125"/>
                </a:lnTo>
                <a:lnTo>
                  <a:pt x="35" y="124"/>
                </a:lnTo>
                <a:lnTo>
                  <a:pt x="37" y="124"/>
                </a:lnTo>
                <a:lnTo>
                  <a:pt x="38" y="123"/>
                </a:lnTo>
                <a:lnTo>
                  <a:pt x="37" y="123"/>
                </a:lnTo>
                <a:lnTo>
                  <a:pt x="38" y="122"/>
                </a:lnTo>
                <a:lnTo>
                  <a:pt x="38" y="120"/>
                </a:lnTo>
                <a:lnTo>
                  <a:pt x="35" y="120"/>
                </a:lnTo>
                <a:lnTo>
                  <a:pt x="35" y="121"/>
                </a:lnTo>
                <a:lnTo>
                  <a:pt x="35" y="122"/>
                </a:lnTo>
                <a:lnTo>
                  <a:pt x="34" y="122"/>
                </a:lnTo>
                <a:lnTo>
                  <a:pt x="34" y="123"/>
                </a:lnTo>
                <a:lnTo>
                  <a:pt x="33" y="123"/>
                </a:lnTo>
                <a:lnTo>
                  <a:pt x="32" y="124"/>
                </a:lnTo>
                <a:lnTo>
                  <a:pt x="32" y="123"/>
                </a:lnTo>
                <a:lnTo>
                  <a:pt x="31" y="123"/>
                </a:lnTo>
                <a:lnTo>
                  <a:pt x="32" y="123"/>
                </a:lnTo>
                <a:lnTo>
                  <a:pt x="34" y="120"/>
                </a:lnTo>
                <a:lnTo>
                  <a:pt x="35" y="120"/>
                </a:lnTo>
                <a:lnTo>
                  <a:pt x="35" y="119"/>
                </a:lnTo>
                <a:lnTo>
                  <a:pt x="35" y="118"/>
                </a:lnTo>
                <a:lnTo>
                  <a:pt x="37" y="117"/>
                </a:lnTo>
                <a:lnTo>
                  <a:pt x="40" y="117"/>
                </a:lnTo>
                <a:lnTo>
                  <a:pt x="40" y="116"/>
                </a:lnTo>
                <a:lnTo>
                  <a:pt x="40" y="115"/>
                </a:lnTo>
                <a:lnTo>
                  <a:pt x="41" y="115"/>
                </a:lnTo>
                <a:lnTo>
                  <a:pt x="41" y="114"/>
                </a:lnTo>
                <a:lnTo>
                  <a:pt x="42" y="114"/>
                </a:lnTo>
                <a:lnTo>
                  <a:pt x="42" y="113"/>
                </a:lnTo>
                <a:lnTo>
                  <a:pt x="42" y="112"/>
                </a:lnTo>
                <a:lnTo>
                  <a:pt x="41" y="111"/>
                </a:lnTo>
                <a:lnTo>
                  <a:pt x="40" y="111"/>
                </a:lnTo>
                <a:lnTo>
                  <a:pt x="41" y="111"/>
                </a:lnTo>
                <a:lnTo>
                  <a:pt x="41" y="110"/>
                </a:lnTo>
                <a:lnTo>
                  <a:pt x="41" y="109"/>
                </a:lnTo>
                <a:lnTo>
                  <a:pt x="42" y="107"/>
                </a:lnTo>
                <a:lnTo>
                  <a:pt x="43" y="106"/>
                </a:lnTo>
                <a:lnTo>
                  <a:pt x="43" y="105"/>
                </a:lnTo>
                <a:lnTo>
                  <a:pt x="43" y="106"/>
                </a:lnTo>
                <a:lnTo>
                  <a:pt x="43" y="105"/>
                </a:lnTo>
                <a:lnTo>
                  <a:pt x="44" y="105"/>
                </a:lnTo>
                <a:lnTo>
                  <a:pt x="44" y="104"/>
                </a:lnTo>
                <a:lnTo>
                  <a:pt x="44" y="105"/>
                </a:lnTo>
                <a:lnTo>
                  <a:pt x="44" y="106"/>
                </a:lnTo>
                <a:lnTo>
                  <a:pt x="43" y="107"/>
                </a:lnTo>
                <a:lnTo>
                  <a:pt x="42" y="107"/>
                </a:lnTo>
                <a:lnTo>
                  <a:pt x="42" y="109"/>
                </a:lnTo>
                <a:lnTo>
                  <a:pt x="41" y="110"/>
                </a:lnTo>
                <a:lnTo>
                  <a:pt x="42" y="110"/>
                </a:lnTo>
                <a:lnTo>
                  <a:pt x="42" y="109"/>
                </a:lnTo>
                <a:lnTo>
                  <a:pt x="43" y="108"/>
                </a:lnTo>
                <a:lnTo>
                  <a:pt x="43" y="109"/>
                </a:lnTo>
                <a:lnTo>
                  <a:pt x="43" y="110"/>
                </a:lnTo>
                <a:lnTo>
                  <a:pt x="44" y="110"/>
                </a:lnTo>
                <a:lnTo>
                  <a:pt x="44" y="109"/>
                </a:lnTo>
                <a:lnTo>
                  <a:pt x="43" y="108"/>
                </a:lnTo>
                <a:lnTo>
                  <a:pt x="44" y="107"/>
                </a:lnTo>
                <a:lnTo>
                  <a:pt x="45" y="105"/>
                </a:lnTo>
                <a:lnTo>
                  <a:pt x="45" y="106"/>
                </a:lnTo>
                <a:lnTo>
                  <a:pt x="46" y="106"/>
                </a:lnTo>
                <a:lnTo>
                  <a:pt x="46" y="105"/>
                </a:lnTo>
                <a:lnTo>
                  <a:pt x="46" y="104"/>
                </a:lnTo>
                <a:lnTo>
                  <a:pt x="45" y="104"/>
                </a:lnTo>
                <a:lnTo>
                  <a:pt x="46" y="104"/>
                </a:lnTo>
                <a:lnTo>
                  <a:pt x="46" y="103"/>
                </a:lnTo>
                <a:lnTo>
                  <a:pt x="45" y="104"/>
                </a:lnTo>
                <a:lnTo>
                  <a:pt x="45" y="103"/>
                </a:lnTo>
                <a:lnTo>
                  <a:pt x="45" y="102"/>
                </a:lnTo>
                <a:lnTo>
                  <a:pt x="46" y="102"/>
                </a:lnTo>
                <a:lnTo>
                  <a:pt x="46" y="101"/>
                </a:lnTo>
                <a:lnTo>
                  <a:pt x="47" y="102"/>
                </a:lnTo>
                <a:lnTo>
                  <a:pt x="48" y="102"/>
                </a:lnTo>
                <a:lnTo>
                  <a:pt x="48" y="101"/>
                </a:lnTo>
                <a:lnTo>
                  <a:pt x="48" y="100"/>
                </a:lnTo>
                <a:lnTo>
                  <a:pt x="48" y="99"/>
                </a:lnTo>
                <a:lnTo>
                  <a:pt x="49" y="97"/>
                </a:lnTo>
                <a:lnTo>
                  <a:pt x="50" y="96"/>
                </a:lnTo>
                <a:lnTo>
                  <a:pt x="51" y="96"/>
                </a:lnTo>
                <a:lnTo>
                  <a:pt x="51" y="95"/>
                </a:lnTo>
                <a:lnTo>
                  <a:pt x="51" y="94"/>
                </a:lnTo>
                <a:lnTo>
                  <a:pt x="51" y="93"/>
                </a:lnTo>
                <a:lnTo>
                  <a:pt x="52" y="92"/>
                </a:lnTo>
                <a:lnTo>
                  <a:pt x="52" y="91"/>
                </a:lnTo>
                <a:lnTo>
                  <a:pt x="53" y="90"/>
                </a:lnTo>
                <a:lnTo>
                  <a:pt x="54" y="90"/>
                </a:lnTo>
                <a:lnTo>
                  <a:pt x="54" y="88"/>
                </a:lnTo>
                <a:lnTo>
                  <a:pt x="55" y="88"/>
                </a:lnTo>
                <a:lnTo>
                  <a:pt x="55" y="87"/>
                </a:lnTo>
                <a:lnTo>
                  <a:pt x="55" y="88"/>
                </a:lnTo>
                <a:lnTo>
                  <a:pt x="55" y="87"/>
                </a:lnTo>
                <a:lnTo>
                  <a:pt x="56" y="86"/>
                </a:lnTo>
                <a:lnTo>
                  <a:pt x="57" y="86"/>
                </a:lnTo>
                <a:lnTo>
                  <a:pt x="57" y="85"/>
                </a:lnTo>
                <a:lnTo>
                  <a:pt x="58" y="83"/>
                </a:lnTo>
                <a:lnTo>
                  <a:pt x="59" y="82"/>
                </a:lnTo>
                <a:lnTo>
                  <a:pt x="60" y="80"/>
                </a:lnTo>
                <a:lnTo>
                  <a:pt x="60" y="79"/>
                </a:lnTo>
                <a:lnTo>
                  <a:pt x="61" y="78"/>
                </a:lnTo>
                <a:lnTo>
                  <a:pt x="61" y="77"/>
                </a:lnTo>
                <a:lnTo>
                  <a:pt x="61" y="76"/>
                </a:lnTo>
                <a:lnTo>
                  <a:pt x="62" y="75"/>
                </a:lnTo>
                <a:lnTo>
                  <a:pt x="62" y="74"/>
                </a:lnTo>
                <a:lnTo>
                  <a:pt x="62" y="73"/>
                </a:lnTo>
                <a:lnTo>
                  <a:pt x="63" y="72"/>
                </a:lnTo>
                <a:lnTo>
                  <a:pt x="63" y="71"/>
                </a:lnTo>
                <a:lnTo>
                  <a:pt x="64" y="71"/>
                </a:lnTo>
                <a:lnTo>
                  <a:pt x="64" y="70"/>
                </a:lnTo>
                <a:lnTo>
                  <a:pt x="66" y="70"/>
                </a:lnTo>
                <a:lnTo>
                  <a:pt x="67" y="70"/>
                </a:lnTo>
                <a:lnTo>
                  <a:pt x="67" y="71"/>
                </a:lnTo>
                <a:lnTo>
                  <a:pt x="68" y="71"/>
                </a:lnTo>
                <a:lnTo>
                  <a:pt x="68" y="70"/>
                </a:lnTo>
                <a:lnTo>
                  <a:pt x="67" y="70"/>
                </a:lnTo>
                <a:lnTo>
                  <a:pt x="68" y="70"/>
                </a:lnTo>
                <a:lnTo>
                  <a:pt x="67" y="70"/>
                </a:lnTo>
                <a:lnTo>
                  <a:pt x="67" y="69"/>
                </a:lnTo>
                <a:lnTo>
                  <a:pt x="66" y="69"/>
                </a:lnTo>
                <a:lnTo>
                  <a:pt x="67" y="69"/>
                </a:lnTo>
                <a:lnTo>
                  <a:pt x="67" y="67"/>
                </a:lnTo>
                <a:lnTo>
                  <a:pt x="68" y="66"/>
                </a:lnTo>
                <a:lnTo>
                  <a:pt x="69" y="65"/>
                </a:lnTo>
                <a:lnTo>
                  <a:pt x="70" y="65"/>
                </a:lnTo>
                <a:lnTo>
                  <a:pt x="71" y="65"/>
                </a:lnTo>
                <a:lnTo>
                  <a:pt x="72" y="65"/>
                </a:lnTo>
                <a:lnTo>
                  <a:pt x="72" y="64"/>
                </a:lnTo>
                <a:lnTo>
                  <a:pt x="73" y="64"/>
                </a:lnTo>
                <a:lnTo>
                  <a:pt x="73" y="63"/>
                </a:lnTo>
                <a:lnTo>
                  <a:pt x="74" y="63"/>
                </a:lnTo>
                <a:lnTo>
                  <a:pt x="75" y="62"/>
                </a:lnTo>
                <a:lnTo>
                  <a:pt x="76" y="61"/>
                </a:lnTo>
                <a:lnTo>
                  <a:pt x="76" y="60"/>
                </a:lnTo>
                <a:lnTo>
                  <a:pt x="76" y="59"/>
                </a:lnTo>
                <a:lnTo>
                  <a:pt x="77" y="59"/>
                </a:lnTo>
                <a:lnTo>
                  <a:pt x="77" y="58"/>
                </a:lnTo>
                <a:lnTo>
                  <a:pt x="78" y="58"/>
                </a:lnTo>
                <a:lnTo>
                  <a:pt x="78" y="57"/>
                </a:lnTo>
                <a:lnTo>
                  <a:pt x="79" y="57"/>
                </a:lnTo>
                <a:lnTo>
                  <a:pt x="80" y="56"/>
                </a:lnTo>
                <a:lnTo>
                  <a:pt x="80" y="55"/>
                </a:lnTo>
                <a:lnTo>
                  <a:pt x="81" y="55"/>
                </a:lnTo>
                <a:lnTo>
                  <a:pt x="81" y="54"/>
                </a:lnTo>
                <a:lnTo>
                  <a:pt x="81" y="53"/>
                </a:lnTo>
                <a:lnTo>
                  <a:pt x="81" y="51"/>
                </a:lnTo>
                <a:lnTo>
                  <a:pt x="80" y="51"/>
                </a:lnTo>
                <a:lnTo>
                  <a:pt x="80" y="50"/>
                </a:lnTo>
                <a:lnTo>
                  <a:pt x="81" y="50"/>
                </a:lnTo>
                <a:lnTo>
                  <a:pt x="80" y="50"/>
                </a:lnTo>
                <a:lnTo>
                  <a:pt x="80" y="49"/>
                </a:lnTo>
                <a:lnTo>
                  <a:pt x="80" y="48"/>
                </a:lnTo>
                <a:lnTo>
                  <a:pt x="81" y="48"/>
                </a:lnTo>
                <a:lnTo>
                  <a:pt x="81" y="47"/>
                </a:lnTo>
                <a:lnTo>
                  <a:pt x="82" y="47"/>
                </a:lnTo>
                <a:lnTo>
                  <a:pt x="82" y="46"/>
                </a:lnTo>
                <a:lnTo>
                  <a:pt x="82" y="47"/>
                </a:lnTo>
                <a:lnTo>
                  <a:pt x="83" y="47"/>
                </a:lnTo>
                <a:lnTo>
                  <a:pt x="83" y="46"/>
                </a:lnTo>
                <a:lnTo>
                  <a:pt x="83" y="45"/>
                </a:lnTo>
                <a:lnTo>
                  <a:pt x="82" y="45"/>
                </a:lnTo>
                <a:lnTo>
                  <a:pt x="83" y="45"/>
                </a:lnTo>
                <a:lnTo>
                  <a:pt x="83" y="44"/>
                </a:lnTo>
                <a:lnTo>
                  <a:pt x="84" y="43"/>
                </a:lnTo>
                <a:lnTo>
                  <a:pt x="84" y="42"/>
                </a:lnTo>
                <a:lnTo>
                  <a:pt x="85" y="42"/>
                </a:lnTo>
                <a:lnTo>
                  <a:pt x="85" y="41"/>
                </a:lnTo>
                <a:lnTo>
                  <a:pt x="85" y="40"/>
                </a:lnTo>
                <a:lnTo>
                  <a:pt x="86" y="39"/>
                </a:lnTo>
                <a:lnTo>
                  <a:pt x="86" y="38"/>
                </a:lnTo>
                <a:lnTo>
                  <a:pt x="87" y="37"/>
                </a:lnTo>
                <a:lnTo>
                  <a:pt x="87" y="36"/>
                </a:lnTo>
                <a:lnTo>
                  <a:pt x="88" y="36"/>
                </a:lnTo>
                <a:lnTo>
                  <a:pt x="88" y="35"/>
                </a:lnTo>
                <a:lnTo>
                  <a:pt x="89" y="35"/>
                </a:lnTo>
                <a:lnTo>
                  <a:pt x="89" y="34"/>
                </a:lnTo>
                <a:lnTo>
                  <a:pt x="90" y="34"/>
                </a:lnTo>
                <a:lnTo>
                  <a:pt x="90" y="33"/>
                </a:lnTo>
                <a:lnTo>
                  <a:pt x="90" y="32"/>
                </a:lnTo>
                <a:lnTo>
                  <a:pt x="90" y="30"/>
                </a:lnTo>
                <a:lnTo>
                  <a:pt x="91" y="30"/>
                </a:lnTo>
                <a:lnTo>
                  <a:pt x="91" y="29"/>
                </a:lnTo>
                <a:lnTo>
                  <a:pt x="92" y="29"/>
                </a:lnTo>
                <a:lnTo>
                  <a:pt x="92" y="28"/>
                </a:lnTo>
                <a:lnTo>
                  <a:pt x="93" y="27"/>
                </a:lnTo>
                <a:lnTo>
                  <a:pt x="94" y="26"/>
                </a:lnTo>
                <a:lnTo>
                  <a:pt x="95" y="26"/>
                </a:lnTo>
                <a:lnTo>
                  <a:pt x="96" y="25"/>
                </a:lnTo>
                <a:lnTo>
                  <a:pt x="97" y="25"/>
                </a:lnTo>
                <a:lnTo>
                  <a:pt x="97" y="24"/>
                </a:lnTo>
                <a:lnTo>
                  <a:pt x="98" y="24"/>
                </a:lnTo>
                <a:lnTo>
                  <a:pt x="99" y="23"/>
                </a:lnTo>
                <a:lnTo>
                  <a:pt x="100" y="23"/>
                </a:lnTo>
                <a:lnTo>
                  <a:pt x="101" y="23"/>
                </a:lnTo>
                <a:lnTo>
                  <a:pt x="102" y="23"/>
                </a:lnTo>
                <a:lnTo>
                  <a:pt x="103" y="22"/>
                </a:lnTo>
                <a:lnTo>
                  <a:pt x="104" y="22"/>
                </a:lnTo>
                <a:lnTo>
                  <a:pt x="105" y="21"/>
                </a:lnTo>
                <a:lnTo>
                  <a:pt x="106" y="21"/>
                </a:lnTo>
                <a:lnTo>
                  <a:pt x="106" y="20"/>
                </a:lnTo>
                <a:lnTo>
                  <a:pt x="107" y="20"/>
                </a:lnTo>
                <a:lnTo>
                  <a:pt x="108" y="20"/>
                </a:lnTo>
                <a:lnTo>
                  <a:pt x="108" y="19"/>
                </a:lnTo>
                <a:lnTo>
                  <a:pt x="109" y="19"/>
                </a:lnTo>
                <a:lnTo>
                  <a:pt x="110" y="19"/>
                </a:lnTo>
                <a:lnTo>
                  <a:pt x="111" y="19"/>
                </a:lnTo>
                <a:lnTo>
                  <a:pt x="111" y="18"/>
                </a:lnTo>
                <a:lnTo>
                  <a:pt x="112" y="18"/>
                </a:lnTo>
                <a:lnTo>
                  <a:pt x="113" y="18"/>
                </a:lnTo>
                <a:lnTo>
                  <a:pt x="113" y="19"/>
                </a:lnTo>
                <a:lnTo>
                  <a:pt x="114" y="19"/>
                </a:lnTo>
                <a:lnTo>
                  <a:pt x="115" y="19"/>
                </a:lnTo>
                <a:lnTo>
                  <a:pt x="115" y="18"/>
                </a:lnTo>
                <a:lnTo>
                  <a:pt x="116" y="18"/>
                </a:lnTo>
                <a:lnTo>
                  <a:pt x="118" y="18"/>
                </a:lnTo>
                <a:lnTo>
                  <a:pt x="119" y="18"/>
                </a:lnTo>
                <a:lnTo>
                  <a:pt x="120" y="17"/>
                </a:lnTo>
                <a:lnTo>
                  <a:pt x="121" y="17"/>
                </a:lnTo>
                <a:lnTo>
                  <a:pt x="122" y="17"/>
                </a:lnTo>
                <a:lnTo>
                  <a:pt x="122" y="16"/>
                </a:lnTo>
                <a:lnTo>
                  <a:pt x="123" y="16"/>
                </a:lnTo>
                <a:lnTo>
                  <a:pt x="124" y="16"/>
                </a:lnTo>
                <a:lnTo>
                  <a:pt x="123" y="15"/>
                </a:lnTo>
                <a:lnTo>
                  <a:pt x="124" y="14"/>
                </a:lnTo>
                <a:lnTo>
                  <a:pt x="125" y="14"/>
                </a:lnTo>
                <a:lnTo>
                  <a:pt x="126" y="13"/>
                </a:lnTo>
                <a:lnTo>
                  <a:pt x="126" y="14"/>
                </a:lnTo>
                <a:lnTo>
                  <a:pt x="127" y="14"/>
                </a:lnTo>
                <a:lnTo>
                  <a:pt x="128" y="14"/>
                </a:lnTo>
                <a:lnTo>
                  <a:pt x="128" y="15"/>
                </a:lnTo>
                <a:lnTo>
                  <a:pt x="129" y="16"/>
                </a:lnTo>
                <a:lnTo>
                  <a:pt x="129" y="17"/>
                </a:lnTo>
                <a:lnTo>
                  <a:pt x="129" y="18"/>
                </a:lnTo>
                <a:lnTo>
                  <a:pt x="130" y="18"/>
                </a:lnTo>
                <a:lnTo>
                  <a:pt x="130" y="17"/>
                </a:lnTo>
                <a:lnTo>
                  <a:pt x="130" y="16"/>
                </a:lnTo>
                <a:lnTo>
                  <a:pt x="129" y="16"/>
                </a:lnTo>
                <a:lnTo>
                  <a:pt x="129" y="15"/>
                </a:lnTo>
                <a:lnTo>
                  <a:pt x="129" y="14"/>
                </a:lnTo>
                <a:lnTo>
                  <a:pt x="128" y="13"/>
                </a:lnTo>
                <a:lnTo>
                  <a:pt x="127" y="13"/>
                </a:lnTo>
                <a:lnTo>
                  <a:pt x="126" y="12"/>
                </a:lnTo>
                <a:lnTo>
                  <a:pt x="125" y="12"/>
                </a:lnTo>
                <a:lnTo>
                  <a:pt x="125" y="11"/>
                </a:lnTo>
                <a:lnTo>
                  <a:pt x="126" y="11"/>
                </a:lnTo>
                <a:lnTo>
                  <a:pt x="126" y="10"/>
                </a:lnTo>
                <a:lnTo>
                  <a:pt x="127" y="10"/>
                </a:lnTo>
                <a:lnTo>
                  <a:pt x="127" y="9"/>
                </a:lnTo>
                <a:lnTo>
                  <a:pt x="128" y="9"/>
                </a:lnTo>
                <a:lnTo>
                  <a:pt x="128" y="8"/>
                </a:lnTo>
                <a:lnTo>
                  <a:pt x="128" y="7"/>
                </a:lnTo>
                <a:lnTo>
                  <a:pt x="129" y="7"/>
                </a:lnTo>
                <a:lnTo>
                  <a:pt x="129" y="6"/>
                </a:lnTo>
                <a:lnTo>
                  <a:pt x="129" y="5"/>
                </a:lnTo>
                <a:lnTo>
                  <a:pt x="130" y="5"/>
                </a:lnTo>
                <a:lnTo>
                  <a:pt x="131" y="5"/>
                </a:lnTo>
                <a:lnTo>
                  <a:pt x="131" y="4"/>
                </a:lnTo>
                <a:lnTo>
                  <a:pt x="132" y="3"/>
                </a:lnTo>
                <a:lnTo>
                  <a:pt x="133" y="2"/>
                </a:lnTo>
                <a:lnTo>
                  <a:pt x="134" y="2"/>
                </a:lnTo>
                <a:lnTo>
                  <a:pt x="134" y="1"/>
                </a:lnTo>
                <a:lnTo>
                  <a:pt x="135" y="1"/>
                </a:lnTo>
                <a:lnTo>
                  <a:pt x="134" y="1"/>
                </a:lnTo>
                <a:lnTo>
                  <a:pt x="135" y="1"/>
                </a:lnTo>
                <a:lnTo>
                  <a:pt x="135" y="2"/>
                </a:lnTo>
                <a:lnTo>
                  <a:pt x="136" y="2"/>
                </a:lnTo>
                <a:lnTo>
                  <a:pt x="136" y="1"/>
                </a:lnTo>
                <a:lnTo>
                  <a:pt x="137" y="1"/>
                </a:lnTo>
                <a:lnTo>
                  <a:pt x="137" y="0"/>
                </a:lnTo>
                <a:lnTo>
                  <a:pt x="137" y="1"/>
                </a:lnTo>
                <a:lnTo>
                  <a:pt x="138" y="1"/>
                </a:lnTo>
                <a:lnTo>
                  <a:pt x="139" y="1"/>
                </a:lnTo>
                <a:lnTo>
                  <a:pt x="140" y="1"/>
                </a:lnTo>
                <a:lnTo>
                  <a:pt x="140" y="0"/>
                </a:lnTo>
                <a:lnTo>
                  <a:pt x="141" y="0"/>
                </a:lnTo>
                <a:lnTo>
                  <a:pt x="14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65" name=""/>
          <p:cNvSpPr/>
          <p:nvPr/>
        </p:nvSpPr>
        <p:spPr>
          <a:xfrm>
            <a:off x="6959520" y="41922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3"/>
                </a:moveTo>
                <a:lnTo>
                  <a:pt x="3" y="4"/>
                </a:lnTo>
                <a:lnTo>
                  <a:pt x="2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lnTo>
                  <a:pt x="3" y="3"/>
                </a:lnTo>
                <a:lnTo>
                  <a:pt x="3" y="1"/>
                </a:lnTo>
                <a:lnTo>
                  <a:pt x="3" y="0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66" name=""/>
          <p:cNvSpPr/>
          <p:nvPr/>
        </p:nvSpPr>
        <p:spPr>
          <a:xfrm>
            <a:off x="6949800" y="41896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67" name=""/>
          <p:cNvSpPr/>
          <p:nvPr/>
        </p:nvSpPr>
        <p:spPr>
          <a:xfrm>
            <a:off x="6952680" y="419040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1"/>
                </a:moveTo>
                <a:lnTo>
                  <a:pt x="6" y="3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1" y="4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68" name=""/>
          <p:cNvSpPr/>
          <p:nvPr/>
        </p:nvSpPr>
        <p:spPr>
          <a:xfrm>
            <a:off x="6951960" y="419004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1"/>
                </a:moveTo>
                <a:lnTo>
                  <a:pt x="1" y="1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69" name=""/>
          <p:cNvSpPr/>
          <p:nvPr/>
        </p:nvSpPr>
        <p:spPr>
          <a:xfrm>
            <a:off x="6949080" y="418968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6" y="1"/>
                </a:moveTo>
                <a:lnTo>
                  <a:pt x="6" y="2"/>
                </a:lnTo>
                <a:lnTo>
                  <a:pt x="4" y="4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0" y="4"/>
                </a:lnTo>
                <a:lnTo>
                  <a:pt x="1" y="3"/>
                </a:lnTo>
                <a:lnTo>
                  <a:pt x="1" y="4"/>
                </a:lnTo>
                <a:lnTo>
                  <a:pt x="1" y="6"/>
                </a:lnTo>
                <a:lnTo>
                  <a:pt x="2" y="6"/>
                </a:lnTo>
                <a:lnTo>
                  <a:pt x="2" y="4"/>
                </a:lnTo>
                <a:lnTo>
                  <a:pt x="2" y="3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6" y="1"/>
                </a:lnTo>
                <a:lnTo>
                  <a:pt x="7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70" name=""/>
          <p:cNvSpPr/>
          <p:nvPr/>
        </p:nvSpPr>
        <p:spPr>
          <a:xfrm>
            <a:off x="6953040" y="4190400"/>
            <a:ext cx="7200" cy="10080"/>
          </a:xfrm>
          <a:custGeom>
            <a:avLst/>
            <a:gdLst/>
            <a:ahLst/>
            <a:rect l="0" t="0" r="r" b="b"/>
            <a:pathLst>
              <a:path fill="none" w="20" h="28">
                <a:moveTo>
                  <a:pt x="8" y="3"/>
                </a:moveTo>
                <a:lnTo>
                  <a:pt x="9" y="4"/>
                </a:lnTo>
                <a:lnTo>
                  <a:pt x="9" y="5"/>
                </a:lnTo>
                <a:lnTo>
                  <a:pt x="10" y="5"/>
                </a:lnTo>
                <a:lnTo>
                  <a:pt x="11" y="5"/>
                </a:lnTo>
                <a:lnTo>
                  <a:pt x="11" y="4"/>
                </a:lnTo>
                <a:lnTo>
                  <a:pt x="12" y="4"/>
                </a:lnTo>
                <a:lnTo>
                  <a:pt x="13" y="5"/>
                </a:lnTo>
                <a:lnTo>
                  <a:pt x="14" y="6"/>
                </a:lnTo>
                <a:lnTo>
                  <a:pt x="15" y="6"/>
                </a:lnTo>
                <a:lnTo>
                  <a:pt x="15" y="7"/>
                </a:lnTo>
                <a:lnTo>
                  <a:pt x="14" y="7"/>
                </a:lnTo>
                <a:lnTo>
                  <a:pt x="14" y="8"/>
                </a:lnTo>
                <a:lnTo>
                  <a:pt x="13" y="8"/>
                </a:lnTo>
                <a:lnTo>
                  <a:pt x="14" y="9"/>
                </a:lnTo>
                <a:lnTo>
                  <a:pt x="15" y="10"/>
                </a:lnTo>
                <a:lnTo>
                  <a:pt x="16" y="10"/>
                </a:lnTo>
                <a:lnTo>
                  <a:pt x="17" y="10"/>
                </a:lnTo>
                <a:lnTo>
                  <a:pt x="18" y="10"/>
                </a:lnTo>
                <a:lnTo>
                  <a:pt x="20" y="9"/>
                </a:lnTo>
                <a:lnTo>
                  <a:pt x="20" y="10"/>
                </a:lnTo>
                <a:lnTo>
                  <a:pt x="18" y="13"/>
                </a:lnTo>
                <a:lnTo>
                  <a:pt x="17" y="13"/>
                </a:lnTo>
                <a:lnTo>
                  <a:pt x="16" y="14"/>
                </a:lnTo>
                <a:lnTo>
                  <a:pt x="16" y="13"/>
                </a:lnTo>
                <a:lnTo>
                  <a:pt x="16" y="12"/>
                </a:lnTo>
                <a:lnTo>
                  <a:pt x="15" y="12"/>
                </a:lnTo>
                <a:lnTo>
                  <a:pt x="14" y="12"/>
                </a:lnTo>
                <a:lnTo>
                  <a:pt x="14" y="13"/>
                </a:lnTo>
                <a:lnTo>
                  <a:pt x="13" y="13"/>
                </a:lnTo>
                <a:lnTo>
                  <a:pt x="12" y="13"/>
                </a:lnTo>
                <a:lnTo>
                  <a:pt x="12" y="14"/>
                </a:lnTo>
                <a:lnTo>
                  <a:pt x="12" y="15"/>
                </a:lnTo>
                <a:lnTo>
                  <a:pt x="12" y="16"/>
                </a:lnTo>
                <a:lnTo>
                  <a:pt x="12" y="17"/>
                </a:lnTo>
                <a:lnTo>
                  <a:pt x="12" y="18"/>
                </a:lnTo>
                <a:lnTo>
                  <a:pt x="13" y="18"/>
                </a:lnTo>
                <a:lnTo>
                  <a:pt x="14" y="18"/>
                </a:lnTo>
                <a:lnTo>
                  <a:pt x="14" y="19"/>
                </a:lnTo>
                <a:lnTo>
                  <a:pt x="13" y="19"/>
                </a:lnTo>
                <a:lnTo>
                  <a:pt x="14" y="19"/>
                </a:lnTo>
                <a:lnTo>
                  <a:pt x="14" y="20"/>
                </a:lnTo>
                <a:lnTo>
                  <a:pt x="15" y="19"/>
                </a:lnTo>
                <a:lnTo>
                  <a:pt x="16" y="19"/>
                </a:lnTo>
                <a:lnTo>
                  <a:pt x="17" y="19"/>
                </a:lnTo>
                <a:lnTo>
                  <a:pt x="17" y="20"/>
                </a:lnTo>
                <a:lnTo>
                  <a:pt x="16" y="21"/>
                </a:lnTo>
                <a:lnTo>
                  <a:pt x="16" y="22"/>
                </a:lnTo>
                <a:lnTo>
                  <a:pt x="15" y="22"/>
                </a:lnTo>
                <a:lnTo>
                  <a:pt x="15" y="21"/>
                </a:lnTo>
                <a:lnTo>
                  <a:pt x="14" y="20"/>
                </a:lnTo>
                <a:lnTo>
                  <a:pt x="13" y="20"/>
                </a:lnTo>
                <a:lnTo>
                  <a:pt x="13" y="21"/>
                </a:lnTo>
                <a:lnTo>
                  <a:pt x="12" y="21"/>
                </a:lnTo>
                <a:lnTo>
                  <a:pt x="11" y="22"/>
                </a:lnTo>
                <a:lnTo>
                  <a:pt x="10" y="22"/>
                </a:lnTo>
                <a:lnTo>
                  <a:pt x="9" y="23"/>
                </a:lnTo>
                <a:lnTo>
                  <a:pt x="8" y="24"/>
                </a:lnTo>
                <a:lnTo>
                  <a:pt x="7" y="25"/>
                </a:lnTo>
                <a:lnTo>
                  <a:pt x="7" y="26"/>
                </a:lnTo>
                <a:lnTo>
                  <a:pt x="8" y="26"/>
                </a:lnTo>
                <a:lnTo>
                  <a:pt x="9" y="26"/>
                </a:lnTo>
                <a:lnTo>
                  <a:pt x="9" y="27"/>
                </a:lnTo>
                <a:lnTo>
                  <a:pt x="9" y="28"/>
                </a:lnTo>
                <a:lnTo>
                  <a:pt x="8" y="28"/>
                </a:lnTo>
                <a:lnTo>
                  <a:pt x="7" y="27"/>
                </a:lnTo>
                <a:lnTo>
                  <a:pt x="6" y="27"/>
                </a:lnTo>
                <a:lnTo>
                  <a:pt x="6" y="26"/>
                </a:lnTo>
                <a:lnTo>
                  <a:pt x="5" y="26"/>
                </a:lnTo>
                <a:lnTo>
                  <a:pt x="4" y="25"/>
                </a:lnTo>
                <a:lnTo>
                  <a:pt x="3" y="24"/>
                </a:lnTo>
                <a:lnTo>
                  <a:pt x="2" y="24"/>
                </a:lnTo>
                <a:lnTo>
                  <a:pt x="2" y="23"/>
                </a:lnTo>
                <a:lnTo>
                  <a:pt x="3" y="23"/>
                </a:lnTo>
                <a:lnTo>
                  <a:pt x="3" y="22"/>
                </a:lnTo>
                <a:lnTo>
                  <a:pt x="2" y="22"/>
                </a:lnTo>
                <a:lnTo>
                  <a:pt x="2" y="23"/>
                </a:lnTo>
                <a:lnTo>
                  <a:pt x="1" y="23"/>
                </a:lnTo>
                <a:lnTo>
                  <a:pt x="0" y="23"/>
                </a:lnTo>
                <a:lnTo>
                  <a:pt x="0" y="22"/>
                </a:lnTo>
                <a:lnTo>
                  <a:pt x="1" y="22"/>
                </a:lnTo>
                <a:lnTo>
                  <a:pt x="1" y="21"/>
                </a:lnTo>
                <a:lnTo>
                  <a:pt x="1" y="20"/>
                </a:lnTo>
                <a:lnTo>
                  <a:pt x="1" y="21"/>
                </a:lnTo>
                <a:lnTo>
                  <a:pt x="2" y="21"/>
                </a:lnTo>
                <a:lnTo>
                  <a:pt x="2" y="20"/>
                </a:lnTo>
                <a:lnTo>
                  <a:pt x="1" y="20"/>
                </a:lnTo>
                <a:lnTo>
                  <a:pt x="2" y="20"/>
                </a:lnTo>
                <a:lnTo>
                  <a:pt x="2" y="19"/>
                </a:lnTo>
                <a:lnTo>
                  <a:pt x="2" y="20"/>
                </a:lnTo>
                <a:lnTo>
                  <a:pt x="1" y="20"/>
                </a:lnTo>
                <a:lnTo>
                  <a:pt x="1" y="21"/>
                </a:lnTo>
                <a:lnTo>
                  <a:pt x="0" y="21"/>
                </a:lnTo>
                <a:lnTo>
                  <a:pt x="0" y="20"/>
                </a:lnTo>
                <a:lnTo>
                  <a:pt x="0" y="19"/>
                </a:lnTo>
                <a:lnTo>
                  <a:pt x="1" y="18"/>
                </a:lnTo>
                <a:lnTo>
                  <a:pt x="0" y="18"/>
                </a:lnTo>
                <a:lnTo>
                  <a:pt x="1" y="17"/>
                </a:lnTo>
                <a:lnTo>
                  <a:pt x="2" y="17"/>
                </a:lnTo>
                <a:lnTo>
                  <a:pt x="2" y="16"/>
                </a:lnTo>
                <a:lnTo>
                  <a:pt x="3" y="16"/>
                </a:lnTo>
                <a:lnTo>
                  <a:pt x="3" y="17"/>
                </a:lnTo>
                <a:lnTo>
                  <a:pt x="4" y="16"/>
                </a:lnTo>
                <a:lnTo>
                  <a:pt x="5" y="16"/>
                </a:lnTo>
                <a:lnTo>
                  <a:pt x="5" y="17"/>
                </a:lnTo>
                <a:lnTo>
                  <a:pt x="6" y="17"/>
                </a:lnTo>
                <a:lnTo>
                  <a:pt x="6" y="16"/>
                </a:lnTo>
                <a:lnTo>
                  <a:pt x="5" y="16"/>
                </a:lnTo>
                <a:lnTo>
                  <a:pt x="4" y="16"/>
                </a:lnTo>
                <a:lnTo>
                  <a:pt x="3" y="15"/>
                </a:lnTo>
                <a:lnTo>
                  <a:pt x="4" y="14"/>
                </a:lnTo>
                <a:lnTo>
                  <a:pt x="4" y="12"/>
                </a:lnTo>
                <a:lnTo>
                  <a:pt x="3" y="12"/>
                </a:lnTo>
                <a:lnTo>
                  <a:pt x="3" y="10"/>
                </a:lnTo>
                <a:lnTo>
                  <a:pt x="3" y="9"/>
                </a:lnTo>
                <a:lnTo>
                  <a:pt x="2" y="8"/>
                </a:lnTo>
                <a:lnTo>
                  <a:pt x="1" y="8"/>
                </a:lnTo>
                <a:lnTo>
                  <a:pt x="1" y="7"/>
                </a:lnTo>
                <a:lnTo>
                  <a:pt x="1" y="6"/>
                </a:lnTo>
                <a:lnTo>
                  <a:pt x="2" y="6"/>
                </a:lnTo>
                <a:lnTo>
                  <a:pt x="2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7" y="3"/>
                </a:lnTo>
                <a:lnTo>
                  <a:pt x="6" y="2"/>
                </a:lnTo>
                <a:lnTo>
                  <a:pt x="7" y="2"/>
                </a:lnTo>
                <a:lnTo>
                  <a:pt x="8" y="0"/>
                </a:lnTo>
                <a:lnTo>
                  <a:pt x="10" y="0"/>
                </a:lnTo>
                <a:lnTo>
                  <a:pt x="9" y="1"/>
                </a:lnTo>
                <a:lnTo>
                  <a:pt x="8" y="2"/>
                </a:lnTo>
                <a:lnTo>
                  <a:pt x="8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71" name=""/>
          <p:cNvSpPr/>
          <p:nvPr/>
        </p:nvSpPr>
        <p:spPr>
          <a:xfrm>
            <a:off x="6951600" y="41896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72" name=""/>
          <p:cNvSpPr/>
          <p:nvPr/>
        </p:nvSpPr>
        <p:spPr>
          <a:xfrm>
            <a:off x="6952680" y="4186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73" name=""/>
          <p:cNvSpPr/>
          <p:nvPr/>
        </p:nvSpPr>
        <p:spPr>
          <a:xfrm>
            <a:off x="6962400" y="417888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2" y="2"/>
                </a:move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2" y="3"/>
                </a:lnTo>
                <a:lnTo>
                  <a:pt x="0" y="5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74" name=""/>
          <p:cNvSpPr/>
          <p:nvPr/>
        </p:nvSpPr>
        <p:spPr>
          <a:xfrm>
            <a:off x="6960960" y="41785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4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75" name=""/>
          <p:cNvSpPr/>
          <p:nvPr/>
        </p:nvSpPr>
        <p:spPr>
          <a:xfrm>
            <a:off x="6951600" y="41734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76" name=""/>
          <p:cNvSpPr/>
          <p:nvPr/>
        </p:nvSpPr>
        <p:spPr>
          <a:xfrm>
            <a:off x="6948720" y="4173120"/>
            <a:ext cx="3960" cy="2880"/>
          </a:xfrm>
          <a:custGeom>
            <a:avLst/>
            <a:gdLst/>
            <a:ahLst/>
            <a:rect l="0" t="0" r="r" b="b"/>
            <a:pathLst>
              <a:path fill="none" w="11" h="8">
                <a:moveTo>
                  <a:pt x="6" y="0"/>
                </a:move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10" y="5"/>
                </a:lnTo>
                <a:lnTo>
                  <a:pt x="11" y="5"/>
                </a:lnTo>
                <a:lnTo>
                  <a:pt x="11" y="7"/>
                </a:lnTo>
                <a:lnTo>
                  <a:pt x="10" y="8"/>
                </a:lnTo>
                <a:lnTo>
                  <a:pt x="8" y="8"/>
                </a:lnTo>
                <a:lnTo>
                  <a:pt x="6" y="8"/>
                </a:lnTo>
                <a:lnTo>
                  <a:pt x="5" y="8"/>
                </a:lnTo>
                <a:lnTo>
                  <a:pt x="4" y="8"/>
                </a:lnTo>
                <a:lnTo>
                  <a:pt x="2" y="8"/>
                </a:lnTo>
                <a:lnTo>
                  <a:pt x="1" y="7"/>
                </a:lnTo>
                <a:lnTo>
                  <a:pt x="1" y="6"/>
                </a:lnTo>
                <a:lnTo>
                  <a:pt x="0" y="6"/>
                </a:lnTo>
                <a:lnTo>
                  <a:pt x="1" y="3"/>
                </a:lnTo>
                <a:lnTo>
                  <a:pt x="2" y="1"/>
                </a:lnTo>
                <a:lnTo>
                  <a:pt x="4" y="1"/>
                </a:lnTo>
                <a:lnTo>
                  <a:pt x="5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77" name=""/>
          <p:cNvSpPr/>
          <p:nvPr/>
        </p:nvSpPr>
        <p:spPr>
          <a:xfrm>
            <a:off x="6952320" y="417276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3" y="3"/>
                </a:move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78" name=""/>
          <p:cNvSpPr/>
          <p:nvPr/>
        </p:nvSpPr>
        <p:spPr>
          <a:xfrm>
            <a:off x="6950520" y="417168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5" y="1"/>
                </a:moveTo>
                <a:lnTo>
                  <a:pt x="6" y="1"/>
                </a:lnTo>
                <a:lnTo>
                  <a:pt x="8" y="1"/>
                </a:lnTo>
                <a:lnTo>
                  <a:pt x="6" y="1"/>
                </a:lnTo>
                <a:lnTo>
                  <a:pt x="6" y="3"/>
                </a:lnTo>
                <a:lnTo>
                  <a:pt x="6" y="4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79" name=""/>
          <p:cNvSpPr/>
          <p:nvPr/>
        </p:nvSpPr>
        <p:spPr>
          <a:xfrm>
            <a:off x="6960600" y="417132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2" y="2"/>
                </a:moveTo>
                <a:lnTo>
                  <a:pt x="1" y="3"/>
                </a:lnTo>
                <a:lnTo>
                  <a:pt x="2" y="3"/>
                </a:lnTo>
                <a:lnTo>
                  <a:pt x="4" y="3"/>
                </a:lnTo>
                <a:lnTo>
                  <a:pt x="4" y="4"/>
                </a:lnTo>
                <a:lnTo>
                  <a:pt x="4" y="3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5" y="4"/>
                </a:lnTo>
                <a:lnTo>
                  <a:pt x="4" y="6"/>
                </a:lnTo>
                <a:lnTo>
                  <a:pt x="4" y="4"/>
                </a:lnTo>
                <a:lnTo>
                  <a:pt x="2" y="6"/>
                </a:lnTo>
                <a:lnTo>
                  <a:pt x="1" y="6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80" name=""/>
          <p:cNvSpPr/>
          <p:nvPr/>
        </p:nvSpPr>
        <p:spPr>
          <a:xfrm>
            <a:off x="6962400" y="416916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4" y="0"/>
                </a:moveTo>
                <a:lnTo>
                  <a:pt x="4" y="2"/>
                </a:lnTo>
                <a:lnTo>
                  <a:pt x="5" y="0"/>
                </a:lnTo>
                <a:lnTo>
                  <a:pt x="5" y="2"/>
                </a:lnTo>
                <a:lnTo>
                  <a:pt x="6" y="2"/>
                </a:ln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1" y="5"/>
                </a:lnTo>
                <a:lnTo>
                  <a:pt x="0" y="7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0" y="3"/>
                </a:lnTo>
                <a:lnTo>
                  <a:pt x="1" y="2"/>
                </a:lnTo>
                <a:lnTo>
                  <a:pt x="3" y="2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81" name=""/>
          <p:cNvSpPr/>
          <p:nvPr/>
        </p:nvSpPr>
        <p:spPr>
          <a:xfrm>
            <a:off x="6963480" y="4168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82" name=""/>
          <p:cNvSpPr/>
          <p:nvPr/>
        </p:nvSpPr>
        <p:spPr>
          <a:xfrm>
            <a:off x="6962760" y="41673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83" name=""/>
          <p:cNvSpPr/>
          <p:nvPr/>
        </p:nvSpPr>
        <p:spPr>
          <a:xfrm>
            <a:off x="7077600" y="41864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3" y="0"/>
                </a:moveTo>
                <a:lnTo>
                  <a:pt x="4" y="0"/>
                </a:lnTo>
                <a:lnTo>
                  <a:pt x="3" y="0"/>
                </a:lnTo>
                <a:lnTo>
                  <a:pt x="3" y="2"/>
                </a:lnTo>
                <a:lnTo>
                  <a:pt x="3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84" name=""/>
          <p:cNvSpPr/>
          <p:nvPr/>
        </p:nvSpPr>
        <p:spPr>
          <a:xfrm>
            <a:off x="6959520" y="4162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85" name=""/>
          <p:cNvSpPr/>
          <p:nvPr/>
        </p:nvSpPr>
        <p:spPr>
          <a:xfrm>
            <a:off x="6960600" y="41623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86" name=""/>
          <p:cNvSpPr/>
          <p:nvPr/>
        </p:nvSpPr>
        <p:spPr>
          <a:xfrm>
            <a:off x="6978960" y="41637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1" y="2"/>
                </a:moveTo>
                <a:lnTo>
                  <a:pt x="1" y="3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3" y="5"/>
                </a:lnTo>
                <a:lnTo>
                  <a:pt x="1" y="5"/>
                </a:lnTo>
                <a:lnTo>
                  <a:pt x="1" y="3"/>
                </a:lnTo>
                <a:lnTo>
                  <a:pt x="1" y="2"/>
                </a:lnTo>
                <a:lnTo>
                  <a:pt x="1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87" name=""/>
          <p:cNvSpPr/>
          <p:nvPr/>
        </p:nvSpPr>
        <p:spPr>
          <a:xfrm>
            <a:off x="7083360" y="4180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88" name=""/>
          <p:cNvSpPr/>
          <p:nvPr/>
        </p:nvSpPr>
        <p:spPr>
          <a:xfrm>
            <a:off x="6967800" y="41594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89" name=""/>
          <p:cNvSpPr/>
          <p:nvPr/>
        </p:nvSpPr>
        <p:spPr>
          <a:xfrm>
            <a:off x="6964560" y="415836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4" y="2"/>
                </a:move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2" y="2"/>
                </a:lnTo>
                <a:lnTo>
                  <a:pt x="2" y="3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90" name=""/>
          <p:cNvSpPr/>
          <p:nvPr/>
        </p:nvSpPr>
        <p:spPr>
          <a:xfrm>
            <a:off x="6957000" y="4156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91" name=""/>
          <p:cNvSpPr/>
          <p:nvPr/>
        </p:nvSpPr>
        <p:spPr>
          <a:xfrm>
            <a:off x="6963480" y="41576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92" name=""/>
          <p:cNvSpPr/>
          <p:nvPr/>
        </p:nvSpPr>
        <p:spPr>
          <a:xfrm>
            <a:off x="6967800" y="41580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93" name=""/>
          <p:cNvSpPr/>
          <p:nvPr/>
        </p:nvSpPr>
        <p:spPr>
          <a:xfrm>
            <a:off x="6957000" y="4155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94" name=""/>
          <p:cNvSpPr/>
          <p:nvPr/>
        </p:nvSpPr>
        <p:spPr>
          <a:xfrm>
            <a:off x="6968160" y="41572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95" name=""/>
          <p:cNvSpPr/>
          <p:nvPr/>
        </p:nvSpPr>
        <p:spPr>
          <a:xfrm>
            <a:off x="6955560" y="415476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6" y="1"/>
                </a:moveTo>
                <a:lnTo>
                  <a:pt x="6" y="3"/>
                </a:lnTo>
                <a:lnTo>
                  <a:pt x="6" y="1"/>
                </a:lnTo>
                <a:lnTo>
                  <a:pt x="5" y="1"/>
                </a:lnTo>
                <a:lnTo>
                  <a:pt x="3" y="4"/>
                </a:lnTo>
                <a:lnTo>
                  <a:pt x="1" y="3"/>
                </a:lnTo>
                <a:lnTo>
                  <a:pt x="0" y="1"/>
                </a:lnTo>
                <a:lnTo>
                  <a:pt x="1" y="0"/>
                </a:lnTo>
                <a:lnTo>
                  <a:pt x="5" y="0"/>
                </a:lnTo>
                <a:lnTo>
                  <a:pt x="6" y="0"/>
                </a:lnTo>
                <a:lnTo>
                  <a:pt x="7" y="1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96" name=""/>
          <p:cNvSpPr/>
          <p:nvPr/>
        </p:nvSpPr>
        <p:spPr>
          <a:xfrm>
            <a:off x="6967440" y="4155480"/>
            <a:ext cx="1800" cy="2520"/>
          </a:xfrm>
          <a:custGeom>
            <a:avLst/>
            <a:gdLst/>
            <a:ahLst/>
            <a:rect l="0" t="0" r="r" b="b"/>
            <a:pathLst>
              <a:path fill="none" w="5" h="7">
                <a:moveTo>
                  <a:pt x="3" y="3"/>
                </a:move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2" y="6"/>
                </a:lnTo>
                <a:lnTo>
                  <a:pt x="1" y="6"/>
                </a:lnTo>
                <a:lnTo>
                  <a:pt x="1" y="7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3" y="1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5" y="2"/>
                </a:lnTo>
                <a:lnTo>
                  <a:pt x="5" y="3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97" name=""/>
          <p:cNvSpPr/>
          <p:nvPr/>
        </p:nvSpPr>
        <p:spPr>
          <a:xfrm>
            <a:off x="6960600" y="41540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98" name=""/>
          <p:cNvSpPr/>
          <p:nvPr/>
        </p:nvSpPr>
        <p:spPr>
          <a:xfrm>
            <a:off x="6952320" y="4152960"/>
            <a:ext cx="3600" cy="1800"/>
          </a:xfrm>
          <a:custGeom>
            <a:avLst/>
            <a:gdLst/>
            <a:ahLst/>
            <a:rect l="0" t="0" r="r" b="b"/>
            <a:pathLst>
              <a:path fill="none" w="10" h="5">
                <a:moveTo>
                  <a:pt x="10" y="1"/>
                </a:moveTo>
                <a:lnTo>
                  <a:pt x="9" y="3"/>
                </a:lnTo>
                <a:lnTo>
                  <a:pt x="8" y="3"/>
                </a:lnTo>
                <a:lnTo>
                  <a:pt x="6" y="3"/>
                </a:lnTo>
                <a:lnTo>
                  <a:pt x="6" y="4"/>
                </a:lnTo>
                <a:lnTo>
                  <a:pt x="5" y="5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  <a:lnTo>
                  <a:pt x="5" y="1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99" name=""/>
          <p:cNvSpPr/>
          <p:nvPr/>
        </p:nvSpPr>
        <p:spPr>
          <a:xfrm>
            <a:off x="6957000" y="41526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00" name=""/>
          <p:cNvSpPr/>
          <p:nvPr/>
        </p:nvSpPr>
        <p:spPr>
          <a:xfrm>
            <a:off x="6956280" y="41526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01" name=""/>
          <p:cNvSpPr/>
          <p:nvPr/>
        </p:nvSpPr>
        <p:spPr>
          <a:xfrm>
            <a:off x="6951600" y="41508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2"/>
                </a:moveTo>
                <a:lnTo>
                  <a:pt x="2" y="3"/>
                </a:lnTo>
                <a:lnTo>
                  <a:pt x="1" y="3"/>
                </a:lnTo>
                <a:lnTo>
                  <a:pt x="2" y="3"/>
                </a:lnTo>
                <a:lnTo>
                  <a:pt x="2" y="5"/>
                </a:lnTo>
                <a:lnTo>
                  <a:pt x="1" y="5"/>
                </a:lnTo>
                <a:lnTo>
                  <a:pt x="0" y="3"/>
                </a:lnTo>
                <a:lnTo>
                  <a:pt x="0" y="5"/>
                </a:lnTo>
                <a:lnTo>
                  <a:pt x="0" y="3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02" name=""/>
          <p:cNvSpPr/>
          <p:nvPr/>
        </p:nvSpPr>
        <p:spPr>
          <a:xfrm>
            <a:off x="6960240" y="41522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5" y="1"/>
                </a:lnTo>
                <a:lnTo>
                  <a:pt x="5" y="2"/>
                </a:lnTo>
                <a:lnTo>
                  <a:pt x="4" y="2"/>
                </a:lnTo>
                <a:lnTo>
                  <a:pt x="4" y="4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03" name=""/>
          <p:cNvSpPr/>
          <p:nvPr/>
        </p:nvSpPr>
        <p:spPr>
          <a:xfrm>
            <a:off x="6951600" y="41504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04" name=""/>
          <p:cNvSpPr/>
          <p:nvPr/>
        </p:nvSpPr>
        <p:spPr>
          <a:xfrm>
            <a:off x="6975000" y="41540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05" name=""/>
          <p:cNvSpPr/>
          <p:nvPr/>
        </p:nvSpPr>
        <p:spPr>
          <a:xfrm>
            <a:off x="6973920" y="4153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06" name=""/>
          <p:cNvSpPr/>
          <p:nvPr/>
        </p:nvSpPr>
        <p:spPr>
          <a:xfrm>
            <a:off x="6951960" y="4150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07" name=""/>
          <p:cNvSpPr/>
          <p:nvPr/>
        </p:nvSpPr>
        <p:spPr>
          <a:xfrm>
            <a:off x="6967440" y="41522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08" name=""/>
          <p:cNvSpPr/>
          <p:nvPr/>
        </p:nvSpPr>
        <p:spPr>
          <a:xfrm>
            <a:off x="6949800" y="41493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0"/>
                </a:move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09" name=""/>
          <p:cNvSpPr/>
          <p:nvPr/>
        </p:nvSpPr>
        <p:spPr>
          <a:xfrm>
            <a:off x="6975720" y="4152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10" name=""/>
          <p:cNvSpPr/>
          <p:nvPr/>
        </p:nvSpPr>
        <p:spPr>
          <a:xfrm>
            <a:off x="6974640" y="415188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11" name=""/>
          <p:cNvSpPr/>
          <p:nvPr/>
        </p:nvSpPr>
        <p:spPr>
          <a:xfrm>
            <a:off x="6967800" y="41482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12" name=""/>
          <p:cNvSpPr/>
          <p:nvPr/>
        </p:nvSpPr>
        <p:spPr>
          <a:xfrm>
            <a:off x="6967080" y="41472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13" name=""/>
          <p:cNvSpPr/>
          <p:nvPr/>
        </p:nvSpPr>
        <p:spPr>
          <a:xfrm>
            <a:off x="6970320" y="41450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14" name=""/>
          <p:cNvSpPr/>
          <p:nvPr/>
        </p:nvSpPr>
        <p:spPr>
          <a:xfrm>
            <a:off x="6971400" y="41432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1"/>
                </a:moveTo>
                <a:lnTo>
                  <a:pt x="2" y="1"/>
                </a:lnTo>
                <a:lnTo>
                  <a:pt x="2" y="3"/>
                </a:lnTo>
                <a:lnTo>
                  <a:pt x="4" y="3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1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15" name=""/>
          <p:cNvSpPr/>
          <p:nvPr/>
        </p:nvSpPr>
        <p:spPr>
          <a:xfrm>
            <a:off x="6972840" y="4143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4"/>
                </a:move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16" name=""/>
          <p:cNvSpPr/>
          <p:nvPr/>
        </p:nvSpPr>
        <p:spPr>
          <a:xfrm>
            <a:off x="6975720" y="41425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17" name=""/>
          <p:cNvSpPr/>
          <p:nvPr/>
        </p:nvSpPr>
        <p:spPr>
          <a:xfrm>
            <a:off x="6973920" y="414216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3" y="0"/>
                </a:moveTo>
                <a:lnTo>
                  <a:pt x="3" y="1"/>
                </a:lnTo>
                <a:lnTo>
                  <a:pt x="4" y="1"/>
                </a:lnTo>
                <a:lnTo>
                  <a:pt x="6" y="2"/>
                </a:lnTo>
                <a:lnTo>
                  <a:pt x="6" y="3"/>
                </a:lnTo>
                <a:lnTo>
                  <a:pt x="6" y="5"/>
                </a:lnTo>
                <a:lnTo>
                  <a:pt x="7" y="5"/>
                </a:lnTo>
                <a:lnTo>
                  <a:pt x="6" y="5"/>
                </a:ln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18" name=""/>
          <p:cNvSpPr/>
          <p:nvPr/>
        </p:nvSpPr>
        <p:spPr>
          <a:xfrm>
            <a:off x="6986520" y="41414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19" name=""/>
          <p:cNvSpPr/>
          <p:nvPr/>
        </p:nvSpPr>
        <p:spPr>
          <a:xfrm>
            <a:off x="6986160" y="41407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20" name=""/>
          <p:cNvSpPr/>
          <p:nvPr/>
        </p:nvSpPr>
        <p:spPr>
          <a:xfrm>
            <a:off x="6976440" y="41371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21" name=""/>
          <p:cNvSpPr/>
          <p:nvPr/>
        </p:nvSpPr>
        <p:spPr>
          <a:xfrm>
            <a:off x="6978600" y="41349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3"/>
                </a:move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22" name=""/>
          <p:cNvSpPr/>
          <p:nvPr/>
        </p:nvSpPr>
        <p:spPr>
          <a:xfrm>
            <a:off x="6980040" y="41342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1" y="3"/>
                </a:moveTo>
                <a:lnTo>
                  <a:pt x="1" y="4"/>
                </a:lnTo>
                <a:lnTo>
                  <a:pt x="3" y="3"/>
                </a:lnTo>
                <a:lnTo>
                  <a:pt x="3" y="4"/>
                </a:lnTo>
                <a:lnTo>
                  <a:pt x="3" y="5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3" y="3"/>
                </a:lnTo>
                <a:lnTo>
                  <a:pt x="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23" name=""/>
          <p:cNvSpPr/>
          <p:nvPr/>
        </p:nvSpPr>
        <p:spPr>
          <a:xfrm>
            <a:off x="6972480" y="413208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24" name=""/>
          <p:cNvSpPr/>
          <p:nvPr/>
        </p:nvSpPr>
        <p:spPr>
          <a:xfrm>
            <a:off x="6981480" y="4132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25" name=""/>
          <p:cNvSpPr/>
          <p:nvPr/>
        </p:nvSpPr>
        <p:spPr>
          <a:xfrm>
            <a:off x="6982560" y="41281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26" name=""/>
          <p:cNvSpPr/>
          <p:nvPr/>
        </p:nvSpPr>
        <p:spPr>
          <a:xfrm>
            <a:off x="6998400" y="4124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27" name=""/>
          <p:cNvSpPr/>
          <p:nvPr/>
        </p:nvSpPr>
        <p:spPr>
          <a:xfrm>
            <a:off x="6999480" y="4123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28" name=""/>
          <p:cNvSpPr/>
          <p:nvPr/>
        </p:nvSpPr>
        <p:spPr>
          <a:xfrm>
            <a:off x="6999840" y="4123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29" name=""/>
          <p:cNvSpPr/>
          <p:nvPr/>
        </p:nvSpPr>
        <p:spPr>
          <a:xfrm>
            <a:off x="6997320" y="412308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3" y="0"/>
                </a:moveTo>
                <a:lnTo>
                  <a:pt x="3" y="1"/>
                </a:lnTo>
                <a:lnTo>
                  <a:pt x="4" y="1"/>
                </a:lnTo>
                <a:lnTo>
                  <a:pt x="5" y="2"/>
                </a:lnTo>
                <a:lnTo>
                  <a:pt x="6" y="4"/>
                </a:lnTo>
                <a:lnTo>
                  <a:pt x="8" y="4"/>
                </a:lnTo>
                <a:lnTo>
                  <a:pt x="8" y="5"/>
                </a:lnTo>
                <a:lnTo>
                  <a:pt x="6" y="5"/>
                </a:lnTo>
                <a:lnTo>
                  <a:pt x="8" y="5"/>
                </a:lnTo>
                <a:lnTo>
                  <a:pt x="6" y="5"/>
                </a:lnTo>
                <a:lnTo>
                  <a:pt x="5" y="4"/>
                </a:lnTo>
                <a:lnTo>
                  <a:pt x="5" y="5"/>
                </a:lnTo>
                <a:lnTo>
                  <a:pt x="3" y="4"/>
                </a:lnTo>
                <a:lnTo>
                  <a:pt x="3" y="5"/>
                </a:lnTo>
                <a:lnTo>
                  <a:pt x="2" y="4"/>
                </a:lnTo>
                <a:lnTo>
                  <a:pt x="0" y="4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30" name=""/>
          <p:cNvSpPr/>
          <p:nvPr/>
        </p:nvSpPr>
        <p:spPr>
          <a:xfrm>
            <a:off x="6998760" y="4122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31" name=""/>
          <p:cNvSpPr/>
          <p:nvPr/>
        </p:nvSpPr>
        <p:spPr>
          <a:xfrm>
            <a:off x="6990120" y="41169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32" name=""/>
          <p:cNvSpPr/>
          <p:nvPr/>
        </p:nvSpPr>
        <p:spPr>
          <a:xfrm>
            <a:off x="7003080" y="4118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33" name=""/>
          <p:cNvSpPr/>
          <p:nvPr/>
        </p:nvSpPr>
        <p:spPr>
          <a:xfrm>
            <a:off x="7002360" y="41180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34" name=""/>
          <p:cNvSpPr/>
          <p:nvPr/>
        </p:nvSpPr>
        <p:spPr>
          <a:xfrm>
            <a:off x="7001280" y="4117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35" name=""/>
          <p:cNvSpPr/>
          <p:nvPr/>
        </p:nvSpPr>
        <p:spPr>
          <a:xfrm>
            <a:off x="6990480" y="41158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36" name=""/>
          <p:cNvSpPr/>
          <p:nvPr/>
        </p:nvSpPr>
        <p:spPr>
          <a:xfrm>
            <a:off x="7002360" y="41176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4"/>
                </a:move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37" name=""/>
          <p:cNvSpPr/>
          <p:nvPr/>
        </p:nvSpPr>
        <p:spPr>
          <a:xfrm>
            <a:off x="6994800" y="41162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2"/>
                </a:moveTo>
                <a:lnTo>
                  <a:pt x="4" y="3"/>
                </a:lnTo>
                <a:lnTo>
                  <a:pt x="2" y="5"/>
                </a:lnTo>
                <a:lnTo>
                  <a:pt x="0" y="5"/>
                </a:lnTo>
                <a:lnTo>
                  <a:pt x="2" y="5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38" name=""/>
          <p:cNvSpPr/>
          <p:nvPr/>
        </p:nvSpPr>
        <p:spPr>
          <a:xfrm>
            <a:off x="6989760" y="41155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39" name=""/>
          <p:cNvSpPr/>
          <p:nvPr/>
        </p:nvSpPr>
        <p:spPr>
          <a:xfrm>
            <a:off x="6992640" y="4115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40" name=""/>
          <p:cNvSpPr/>
          <p:nvPr/>
        </p:nvSpPr>
        <p:spPr>
          <a:xfrm>
            <a:off x="6992280" y="4114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41" name=""/>
          <p:cNvSpPr/>
          <p:nvPr/>
        </p:nvSpPr>
        <p:spPr>
          <a:xfrm>
            <a:off x="7000560" y="4113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42" name=""/>
          <p:cNvSpPr/>
          <p:nvPr/>
        </p:nvSpPr>
        <p:spPr>
          <a:xfrm>
            <a:off x="7000200" y="41130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43" name=""/>
          <p:cNvSpPr/>
          <p:nvPr/>
        </p:nvSpPr>
        <p:spPr>
          <a:xfrm>
            <a:off x="7000200" y="41122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44" name=""/>
          <p:cNvSpPr/>
          <p:nvPr/>
        </p:nvSpPr>
        <p:spPr>
          <a:xfrm>
            <a:off x="6998400" y="411192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45" name=""/>
          <p:cNvSpPr/>
          <p:nvPr/>
        </p:nvSpPr>
        <p:spPr>
          <a:xfrm>
            <a:off x="7000200" y="41108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4"/>
                </a:move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46" name=""/>
          <p:cNvSpPr/>
          <p:nvPr/>
        </p:nvSpPr>
        <p:spPr>
          <a:xfrm>
            <a:off x="7002720" y="41108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47" name=""/>
          <p:cNvSpPr/>
          <p:nvPr/>
        </p:nvSpPr>
        <p:spPr>
          <a:xfrm>
            <a:off x="6996600" y="410868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4" y="2"/>
                </a:moveTo>
                <a:lnTo>
                  <a:pt x="4" y="3"/>
                </a:lnTo>
                <a:lnTo>
                  <a:pt x="5" y="3"/>
                </a:lnTo>
                <a:lnTo>
                  <a:pt x="6" y="3"/>
                </a:lnTo>
                <a:lnTo>
                  <a:pt x="6" y="2"/>
                </a:lnTo>
                <a:lnTo>
                  <a:pt x="7" y="2"/>
                </a:lnTo>
                <a:lnTo>
                  <a:pt x="6" y="4"/>
                </a:lnTo>
                <a:lnTo>
                  <a:pt x="5" y="4"/>
                </a:lnTo>
                <a:lnTo>
                  <a:pt x="5" y="6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48" name=""/>
          <p:cNvSpPr/>
          <p:nvPr/>
        </p:nvSpPr>
        <p:spPr>
          <a:xfrm>
            <a:off x="6998760" y="4109400"/>
            <a:ext cx="3960" cy="2160"/>
          </a:xfrm>
          <a:custGeom>
            <a:avLst/>
            <a:gdLst/>
            <a:ahLst/>
            <a:rect l="0" t="0" r="r" b="b"/>
            <a:pathLst>
              <a:path fill="none" w="11" h="6">
                <a:moveTo>
                  <a:pt x="10" y="0"/>
                </a:moveTo>
                <a:lnTo>
                  <a:pt x="11" y="1"/>
                </a:lnTo>
                <a:lnTo>
                  <a:pt x="10" y="2"/>
                </a:lnTo>
                <a:lnTo>
                  <a:pt x="9" y="2"/>
                </a:lnTo>
                <a:lnTo>
                  <a:pt x="9" y="1"/>
                </a:lnTo>
                <a:lnTo>
                  <a:pt x="9" y="2"/>
                </a:lnTo>
                <a:lnTo>
                  <a:pt x="9" y="4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8" y="5"/>
                </a:lnTo>
                <a:lnTo>
                  <a:pt x="7" y="5"/>
                </a:lnTo>
                <a:lnTo>
                  <a:pt x="6" y="5"/>
                </a:lnTo>
                <a:lnTo>
                  <a:pt x="5" y="6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2" y="4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5" y="1"/>
                </a:lnTo>
                <a:lnTo>
                  <a:pt x="6" y="0"/>
                </a:lnTo>
                <a:lnTo>
                  <a:pt x="7" y="1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49" name=""/>
          <p:cNvSpPr/>
          <p:nvPr/>
        </p:nvSpPr>
        <p:spPr>
          <a:xfrm>
            <a:off x="7000560" y="410904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50" name=""/>
          <p:cNvSpPr/>
          <p:nvPr/>
        </p:nvSpPr>
        <p:spPr>
          <a:xfrm>
            <a:off x="6999480" y="41076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1"/>
                </a:move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0" y="5"/>
                </a:lnTo>
                <a:lnTo>
                  <a:pt x="0" y="3"/>
                </a:lnTo>
                <a:lnTo>
                  <a:pt x="1" y="2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51" name=""/>
          <p:cNvSpPr/>
          <p:nvPr/>
        </p:nvSpPr>
        <p:spPr>
          <a:xfrm>
            <a:off x="6999480" y="41072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52" name=""/>
          <p:cNvSpPr/>
          <p:nvPr/>
        </p:nvSpPr>
        <p:spPr>
          <a:xfrm>
            <a:off x="6997320" y="4104720"/>
            <a:ext cx="3600" cy="2160"/>
          </a:xfrm>
          <a:custGeom>
            <a:avLst/>
            <a:gdLst/>
            <a:ahLst/>
            <a:rect l="0" t="0" r="r" b="b"/>
            <a:pathLst>
              <a:path fill="none" w="10" h="6">
                <a:moveTo>
                  <a:pt x="9" y="2"/>
                </a:moveTo>
                <a:lnTo>
                  <a:pt x="10" y="2"/>
                </a:lnTo>
                <a:lnTo>
                  <a:pt x="10" y="3"/>
                </a:lnTo>
                <a:lnTo>
                  <a:pt x="9" y="3"/>
                </a:lnTo>
                <a:lnTo>
                  <a:pt x="9" y="5"/>
                </a:lnTo>
                <a:lnTo>
                  <a:pt x="8" y="5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4" y="5"/>
                </a:lnTo>
                <a:lnTo>
                  <a:pt x="3" y="3"/>
                </a:lnTo>
                <a:lnTo>
                  <a:pt x="2" y="3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8" y="0"/>
                </a:lnTo>
                <a:lnTo>
                  <a:pt x="8" y="1"/>
                </a:lnTo>
                <a:lnTo>
                  <a:pt x="9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53" name=""/>
          <p:cNvSpPr/>
          <p:nvPr/>
        </p:nvSpPr>
        <p:spPr>
          <a:xfrm>
            <a:off x="6997320" y="410400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4" y="0"/>
                </a:moveTo>
                <a:lnTo>
                  <a:pt x="5" y="0"/>
                </a:lnTo>
                <a:lnTo>
                  <a:pt x="5" y="2"/>
                </a:lnTo>
                <a:lnTo>
                  <a:pt x="4" y="2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2" y="2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54" name=""/>
          <p:cNvSpPr/>
          <p:nvPr/>
        </p:nvSpPr>
        <p:spPr>
          <a:xfrm>
            <a:off x="7001640" y="410436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5" y="2"/>
                </a:move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2" y="3"/>
                </a:lnTo>
                <a:lnTo>
                  <a:pt x="1" y="3"/>
                </a:lnTo>
                <a:lnTo>
                  <a:pt x="2" y="3"/>
                </a:lnTo>
                <a:lnTo>
                  <a:pt x="1" y="4"/>
                </a:lnTo>
                <a:lnTo>
                  <a:pt x="0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5" y="0"/>
                </a:lnTo>
                <a:lnTo>
                  <a:pt x="7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55" name=""/>
          <p:cNvSpPr/>
          <p:nvPr/>
        </p:nvSpPr>
        <p:spPr>
          <a:xfrm>
            <a:off x="7000560" y="41032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56" name=""/>
          <p:cNvSpPr/>
          <p:nvPr/>
        </p:nvSpPr>
        <p:spPr>
          <a:xfrm>
            <a:off x="7004160" y="4102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57" name=""/>
          <p:cNvSpPr/>
          <p:nvPr/>
        </p:nvSpPr>
        <p:spPr>
          <a:xfrm>
            <a:off x="7004880" y="41018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58" name=""/>
          <p:cNvSpPr/>
          <p:nvPr/>
        </p:nvSpPr>
        <p:spPr>
          <a:xfrm>
            <a:off x="7009200" y="41022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59" name=""/>
          <p:cNvSpPr/>
          <p:nvPr/>
        </p:nvSpPr>
        <p:spPr>
          <a:xfrm>
            <a:off x="7008840" y="410040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2" y="3"/>
                </a:moveTo>
                <a:lnTo>
                  <a:pt x="0" y="5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60" name=""/>
          <p:cNvSpPr/>
          <p:nvPr/>
        </p:nvSpPr>
        <p:spPr>
          <a:xfrm>
            <a:off x="7007040" y="410004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3" y="3"/>
                </a:moveTo>
                <a:lnTo>
                  <a:pt x="2" y="3"/>
                </a:lnTo>
                <a:lnTo>
                  <a:pt x="0" y="3"/>
                </a:lnTo>
                <a:lnTo>
                  <a:pt x="2" y="3"/>
                </a:lnTo>
                <a:lnTo>
                  <a:pt x="3" y="1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3" y="1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61" name=""/>
          <p:cNvSpPr/>
          <p:nvPr/>
        </p:nvSpPr>
        <p:spPr>
          <a:xfrm>
            <a:off x="7012080" y="41004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2"/>
                </a:moveTo>
                <a:lnTo>
                  <a:pt x="3" y="3"/>
                </a:lnTo>
                <a:lnTo>
                  <a:pt x="3" y="2"/>
                </a:lnTo>
                <a:lnTo>
                  <a:pt x="2" y="2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62" name=""/>
          <p:cNvSpPr/>
          <p:nvPr/>
        </p:nvSpPr>
        <p:spPr>
          <a:xfrm>
            <a:off x="7008480" y="40993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63" name=""/>
          <p:cNvSpPr/>
          <p:nvPr/>
        </p:nvSpPr>
        <p:spPr>
          <a:xfrm>
            <a:off x="7000560" y="40978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64" name=""/>
          <p:cNvSpPr/>
          <p:nvPr/>
        </p:nvSpPr>
        <p:spPr>
          <a:xfrm>
            <a:off x="7000920" y="40953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4"/>
                </a:move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3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65" name=""/>
          <p:cNvSpPr/>
          <p:nvPr/>
        </p:nvSpPr>
        <p:spPr>
          <a:xfrm>
            <a:off x="7001280" y="4095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66" name=""/>
          <p:cNvSpPr/>
          <p:nvPr/>
        </p:nvSpPr>
        <p:spPr>
          <a:xfrm>
            <a:off x="7000200" y="4094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67" name=""/>
          <p:cNvSpPr/>
          <p:nvPr/>
        </p:nvSpPr>
        <p:spPr>
          <a:xfrm>
            <a:off x="7000920" y="40942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68" name=""/>
          <p:cNvSpPr/>
          <p:nvPr/>
        </p:nvSpPr>
        <p:spPr>
          <a:xfrm>
            <a:off x="7016400" y="40957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69" name=""/>
          <p:cNvSpPr/>
          <p:nvPr/>
        </p:nvSpPr>
        <p:spPr>
          <a:xfrm>
            <a:off x="7001640" y="40914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4"/>
                </a:move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70" name=""/>
          <p:cNvSpPr/>
          <p:nvPr/>
        </p:nvSpPr>
        <p:spPr>
          <a:xfrm>
            <a:off x="7017840" y="40935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71" name=""/>
          <p:cNvSpPr/>
          <p:nvPr/>
        </p:nvSpPr>
        <p:spPr>
          <a:xfrm>
            <a:off x="7002360" y="40910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2"/>
                </a:move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72" name=""/>
          <p:cNvSpPr/>
          <p:nvPr/>
        </p:nvSpPr>
        <p:spPr>
          <a:xfrm>
            <a:off x="7017120" y="4093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73" name=""/>
          <p:cNvSpPr/>
          <p:nvPr/>
        </p:nvSpPr>
        <p:spPr>
          <a:xfrm>
            <a:off x="7016760" y="4093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74" name=""/>
          <p:cNvSpPr/>
          <p:nvPr/>
        </p:nvSpPr>
        <p:spPr>
          <a:xfrm>
            <a:off x="7016760" y="40906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75" name=""/>
          <p:cNvSpPr/>
          <p:nvPr/>
        </p:nvSpPr>
        <p:spPr>
          <a:xfrm>
            <a:off x="7017840" y="4090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76" name=""/>
          <p:cNvSpPr/>
          <p:nvPr/>
        </p:nvSpPr>
        <p:spPr>
          <a:xfrm>
            <a:off x="7018200" y="4089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77" name=""/>
          <p:cNvSpPr/>
          <p:nvPr/>
        </p:nvSpPr>
        <p:spPr>
          <a:xfrm>
            <a:off x="7019280" y="4089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78" name=""/>
          <p:cNvSpPr/>
          <p:nvPr/>
        </p:nvSpPr>
        <p:spPr>
          <a:xfrm>
            <a:off x="7017480" y="40888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79" name=""/>
          <p:cNvSpPr/>
          <p:nvPr/>
        </p:nvSpPr>
        <p:spPr>
          <a:xfrm>
            <a:off x="7017840" y="40888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80" name=""/>
          <p:cNvSpPr/>
          <p:nvPr/>
        </p:nvSpPr>
        <p:spPr>
          <a:xfrm>
            <a:off x="7017120" y="40885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81" name=""/>
          <p:cNvSpPr/>
          <p:nvPr/>
        </p:nvSpPr>
        <p:spPr>
          <a:xfrm>
            <a:off x="7016760" y="408816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3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2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82" name=""/>
          <p:cNvSpPr/>
          <p:nvPr/>
        </p:nvSpPr>
        <p:spPr>
          <a:xfrm>
            <a:off x="7025400" y="4089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83" name=""/>
          <p:cNvSpPr/>
          <p:nvPr/>
        </p:nvSpPr>
        <p:spPr>
          <a:xfrm>
            <a:off x="7015680" y="408600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4" y="3"/>
                </a:moveTo>
                <a:lnTo>
                  <a:pt x="3" y="3"/>
                </a:lnTo>
                <a:lnTo>
                  <a:pt x="3" y="4"/>
                </a:lnTo>
                <a:lnTo>
                  <a:pt x="4" y="4"/>
                </a:lnTo>
                <a:lnTo>
                  <a:pt x="5" y="4"/>
                </a:lnTo>
                <a:lnTo>
                  <a:pt x="5" y="6"/>
                </a:lnTo>
                <a:lnTo>
                  <a:pt x="4" y="6"/>
                </a:lnTo>
                <a:lnTo>
                  <a:pt x="4" y="4"/>
                </a:lnTo>
                <a:lnTo>
                  <a:pt x="4" y="6"/>
                </a:lnTo>
                <a:lnTo>
                  <a:pt x="3" y="6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84" name=""/>
          <p:cNvSpPr/>
          <p:nvPr/>
        </p:nvSpPr>
        <p:spPr>
          <a:xfrm>
            <a:off x="7024320" y="408708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3" y="3"/>
                </a:moveTo>
                <a:lnTo>
                  <a:pt x="3" y="4"/>
                </a:lnTo>
                <a:lnTo>
                  <a:pt x="1" y="4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5" y="0"/>
                </a:ln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85" name=""/>
          <p:cNvSpPr/>
          <p:nvPr/>
        </p:nvSpPr>
        <p:spPr>
          <a:xfrm>
            <a:off x="7024320" y="40852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1" y="0"/>
                </a:moveTo>
                <a:lnTo>
                  <a:pt x="1" y="1"/>
                </a:lnTo>
                <a:lnTo>
                  <a:pt x="3" y="1"/>
                </a:lnTo>
                <a:lnTo>
                  <a:pt x="3" y="3"/>
                </a:lnTo>
                <a:lnTo>
                  <a:pt x="4" y="3"/>
                </a:lnTo>
                <a:lnTo>
                  <a:pt x="4" y="1"/>
                </a:lnTo>
                <a:lnTo>
                  <a:pt x="4" y="3"/>
                </a:lnTo>
                <a:lnTo>
                  <a:pt x="5" y="3"/>
                </a:lnTo>
                <a:lnTo>
                  <a:pt x="4" y="4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86" name=""/>
          <p:cNvSpPr/>
          <p:nvPr/>
        </p:nvSpPr>
        <p:spPr>
          <a:xfrm>
            <a:off x="7022160" y="4082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87" name=""/>
          <p:cNvSpPr/>
          <p:nvPr/>
        </p:nvSpPr>
        <p:spPr>
          <a:xfrm>
            <a:off x="7022160" y="40816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88" name=""/>
          <p:cNvSpPr/>
          <p:nvPr/>
        </p:nvSpPr>
        <p:spPr>
          <a:xfrm>
            <a:off x="7020720" y="40780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2"/>
                </a:moveTo>
                <a:lnTo>
                  <a:pt x="3" y="2"/>
                </a:lnTo>
                <a:lnTo>
                  <a:pt x="3" y="3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2" y="3"/>
                </a:lnTo>
                <a:lnTo>
                  <a:pt x="3" y="2"/>
                </a:lnTo>
                <a:lnTo>
                  <a:pt x="5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89" name=""/>
          <p:cNvSpPr/>
          <p:nvPr/>
        </p:nvSpPr>
        <p:spPr>
          <a:xfrm>
            <a:off x="7025400" y="40777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3" y="2"/>
                </a:move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90" name=""/>
          <p:cNvSpPr/>
          <p:nvPr/>
        </p:nvSpPr>
        <p:spPr>
          <a:xfrm>
            <a:off x="7023240" y="40766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0"/>
                </a:moveTo>
                <a:lnTo>
                  <a:pt x="4" y="2"/>
                </a:lnTo>
                <a:lnTo>
                  <a:pt x="3" y="0"/>
                </a:lnTo>
                <a:lnTo>
                  <a:pt x="3" y="2"/>
                </a:lnTo>
                <a:lnTo>
                  <a:pt x="4" y="3"/>
                </a:lnTo>
                <a:lnTo>
                  <a:pt x="3" y="5"/>
                </a:lnTo>
                <a:lnTo>
                  <a:pt x="1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91" name=""/>
          <p:cNvSpPr/>
          <p:nvPr/>
        </p:nvSpPr>
        <p:spPr>
          <a:xfrm>
            <a:off x="7022520" y="40759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92" name=""/>
          <p:cNvSpPr/>
          <p:nvPr/>
        </p:nvSpPr>
        <p:spPr>
          <a:xfrm>
            <a:off x="7024320" y="407628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3" y="0"/>
                </a:moveTo>
                <a:lnTo>
                  <a:pt x="5" y="0"/>
                </a:lnTo>
                <a:lnTo>
                  <a:pt x="3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93" name=""/>
          <p:cNvSpPr/>
          <p:nvPr/>
        </p:nvSpPr>
        <p:spPr>
          <a:xfrm>
            <a:off x="7023240" y="4074120"/>
            <a:ext cx="1440" cy="2520"/>
          </a:xfrm>
          <a:custGeom>
            <a:avLst/>
            <a:gdLst/>
            <a:ahLst/>
            <a:rect l="0" t="0" r="r" b="b"/>
            <a:pathLst>
              <a:path fill="none" w="4" h="7">
                <a:moveTo>
                  <a:pt x="4" y="2"/>
                </a:move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5"/>
                </a:lnTo>
                <a:lnTo>
                  <a:pt x="0" y="7"/>
                </a:lnTo>
                <a:lnTo>
                  <a:pt x="0" y="5"/>
                </a:lnTo>
                <a:lnTo>
                  <a:pt x="1" y="3"/>
                </a:lnTo>
                <a:lnTo>
                  <a:pt x="1" y="2"/>
                </a:lnTo>
                <a:lnTo>
                  <a:pt x="3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94" name=""/>
          <p:cNvSpPr/>
          <p:nvPr/>
        </p:nvSpPr>
        <p:spPr>
          <a:xfrm>
            <a:off x="7017480" y="407088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5" y="2"/>
                </a:moveTo>
                <a:lnTo>
                  <a:pt x="5" y="3"/>
                </a:lnTo>
                <a:lnTo>
                  <a:pt x="4" y="3"/>
                </a:lnTo>
                <a:lnTo>
                  <a:pt x="2" y="3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95" name=""/>
          <p:cNvSpPr/>
          <p:nvPr/>
        </p:nvSpPr>
        <p:spPr>
          <a:xfrm>
            <a:off x="7035840" y="4072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96" name=""/>
          <p:cNvSpPr/>
          <p:nvPr/>
        </p:nvSpPr>
        <p:spPr>
          <a:xfrm>
            <a:off x="7036560" y="4071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97" name=""/>
          <p:cNvSpPr/>
          <p:nvPr/>
        </p:nvSpPr>
        <p:spPr>
          <a:xfrm>
            <a:off x="7017120" y="40651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2" y="1"/>
                </a:lnTo>
                <a:lnTo>
                  <a:pt x="1" y="0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98" name=""/>
          <p:cNvSpPr/>
          <p:nvPr/>
        </p:nvSpPr>
        <p:spPr>
          <a:xfrm>
            <a:off x="7026120" y="40658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99" name=""/>
          <p:cNvSpPr/>
          <p:nvPr/>
        </p:nvSpPr>
        <p:spPr>
          <a:xfrm>
            <a:off x="7018560" y="40640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00" name=""/>
          <p:cNvSpPr/>
          <p:nvPr/>
        </p:nvSpPr>
        <p:spPr>
          <a:xfrm>
            <a:off x="7017840" y="4063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01" name=""/>
          <p:cNvSpPr/>
          <p:nvPr/>
        </p:nvSpPr>
        <p:spPr>
          <a:xfrm>
            <a:off x="7021440" y="406368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5" y="1"/>
                </a:moveTo>
                <a:lnTo>
                  <a:pt x="6" y="3"/>
                </a:lnTo>
                <a:lnTo>
                  <a:pt x="5" y="3"/>
                </a:lnTo>
                <a:lnTo>
                  <a:pt x="6" y="3"/>
                </a:lnTo>
                <a:lnTo>
                  <a:pt x="6" y="4"/>
                </a:lnTo>
                <a:lnTo>
                  <a:pt x="5" y="4"/>
                </a:lnTo>
                <a:lnTo>
                  <a:pt x="5" y="5"/>
                </a:lnTo>
                <a:lnTo>
                  <a:pt x="6" y="5"/>
                </a:lnTo>
                <a:lnTo>
                  <a:pt x="5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1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02" name=""/>
          <p:cNvSpPr/>
          <p:nvPr/>
        </p:nvSpPr>
        <p:spPr>
          <a:xfrm>
            <a:off x="7021440" y="4061880"/>
            <a:ext cx="3600" cy="2520"/>
          </a:xfrm>
          <a:custGeom>
            <a:avLst/>
            <a:gdLst/>
            <a:ahLst/>
            <a:rect l="0" t="0" r="r" b="b"/>
            <a:pathLst>
              <a:path fill="none" w="10" h="7">
                <a:moveTo>
                  <a:pt x="8" y="2"/>
                </a:moveTo>
                <a:lnTo>
                  <a:pt x="9" y="3"/>
                </a:lnTo>
                <a:lnTo>
                  <a:pt x="10" y="3"/>
                </a:lnTo>
                <a:lnTo>
                  <a:pt x="10" y="4"/>
                </a:lnTo>
                <a:lnTo>
                  <a:pt x="9" y="4"/>
                </a:lnTo>
                <a:lnTo>
                  <a:pt x="9" y="5"/>
                </a:lnTo>
                <a:lnTo>
                  <a:pt x="9" y="7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5" y="5"/>
                </a:ln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2"/>
                </a:lnTo>
                <a:lnTo>
                  <a:pt x="8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03" name=""/>
          <p:cNvSpPr/>
          <p:nvPr/>
        </p:nvSpPr>
        <p:spPr>
          <a:xfrm>
            <a:off x="7014960" y="4060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04" name=""/>
          <p:cNvSpPr/>
          <p:nvPr/>
        </p:nvSpPr>
        <p:spPr>
          <a:xfrm>
            <a:off x="7023600" y="40611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05" name=""/>
          <p:cNvSpPr/>
          <p:nvPr/>
        </p:nvSpPr>
        <p:spPr>
          <a:xfrm>
            <a:off x="7024680" y="40611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06" name=""/>
          <p:cNvSpPr/>
          <p:nvPr/>
        </p:nvSpPr>
        <p:spPr>
          <a:xfrm>
            <a:off x="7024320" y="4060800"/>
            <a:ext cx="3960" cy="5040"/>
          </a:xfrm>
          <a:custGeom>
            <a:avLst/>
            <a:gdLst/>
            <a:ahLst/>
            <a:rect l="0" t="0" r="r" b="b"/>
            <a:pathLst>
              <a:path fill="none" w="11" h="14">
                <a:moveTo>
                  <a:pt x="11" y="3"/>
                </a:moveTo>
                <a:lnTo>
                  <a:pt x="10" y="3"/>
                </a:lnTo>
                <a:lnTo>
                  <a:pt x="10" y="4"/>
                </a:lnTo>
                <a:lnTo>
                  <a:pt x="10" y="5"/>
                </a:lnTo>
                <a:lnTo>
                  <a:pt x="11" y="5"/>
                </a:lnTo>
                <a:lnTo>
                  <a:pt x="10" y="5"/>
                </a:lnTo>
                <a:lnTo>
                  <a:pt x="11" y="6"/>
                </a:lnTo>
                <a:lnTo>
                  <a:pt x="11" y="7"/>
                </a:lnTo>
                <a:lnTo>
                  <a:pt x="11" y="8"/>
                </a:lnTo>
                <a:lnTo>
                  <a:pt x="10" y="8"/>
                </a:lnTo>
                <a:lnTo>
                  <a:pt x="9" y="8"/>
                </a:lnTo>
                <a:lnTo>
                  <a:pt x="9" y="9"/>
                </a:lnTo>
                <a:lnTo>
                  <a:pt x="10" y="9"/>
                </a:lnTo>
                <a:lnTo>
                  <a:pt x="11" y="9"/>
                </a:lnTo>
                <a:lnTo>
                  <a:pt x="10" y="10"/>
                </a:lnTo>
                <a:lnTo>
                  <a:pt x="9" y="10"/>
                </a:lnTo>
                <a:lnTo>
                  <a:pt x="9" y="12"/>
                </a:lnTo>
                <a:lnTo>
                  <a:pt x="9" y="13"/>
                </a:lnTo>
                <a:lnTo>
                  <a:pt x="9" y="14"/>
                </a:lnTo>
                <a:lnTo>
                  <a:pt x="8" y="14"/>
                </a:lnTo>
                <a:lnTo>
                  <a:pt x="7" y="14"/>
                </a:lnTo>
                <a:lnTo>
                  <a:pt x="8" y="14"/>
                </a:lnTo>
                <a:lnTo>
                  <a:pt x="7" y="14"/>
                </a:lnTo>
                <a:lnTo>
                  <a:pt x="6" y="14"/>
                </a:lnTo>
                <a:lnTo>
                  <a:pt x="6" y="13"/>
                </a:lnTo>
                <a:lnTo>
                  <a:pt x="6" y="12"/>
                </a:lnTo>
                <a:lnTo>
                  <a:pt x="5" y="10"/>
                </a:lnTo>
                <a:lnTo>
                  <a:pt x="4" y="10"/>
                </a:lnTo>
                <a:lnTo>
                  <a:pt x="4" y="12"/>
                </a:lnTo>
                <a:lnTo>
                  <a:pt x="2" y="12"/>
                </a:lnTo>
                <a:lnTo>
                  <a:pt x="4" y="10"/>
                </a:lnTo>
                <a:lnTo>
                  <a:pt x="4" y="9"/>
                </a:lnTo>
                <a:lnTo>
                  <a:pt x="2" y="7"/>
                </a:lnTo>
                <a:lnTo>
                  <a:pt x="1" y="7"/>
                </a:lnTo>
                <a:lnTo>
                  <a:pt x="2" y="7"/>
                </a:lnTo>
                <a:lnTo>
                  <a:pt x="2" y="6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4" y="2"/>
                </a:lnTo>
                <a:lnTo>
                  <a:pt x="5" y="2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9" y="1"/>
                </a:lnTo>
                <a:lnTo>
                  <a:pt x="9" y="2"/>
                </a:lnTo>
                <a:lnTo>
                  <a:pt x="10" y="2"/>
                </a:lnTo>
                <a:lnTo>
                  <a:pt x="10" y="3"/>
                </a:lnTo>
                <a:lnTo>
                  <a:pt x="1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07" name=""/>
          <p:cNvSpPr/>
          <p:nvPr/>
        </p:nvSpPr>
        <p:spPr>
          <a:xfrm>
            <a:off x="7026840" y="40604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1"/>
                </a:moveTo>
                <a:lnTo>
                  <a:pt x="3" y="3"/>
                </a:lnTo>
                <a:lnTo>
                  <a:pt x="3" y="4"/>
                </a:lnTo>
                <a:lnTo>
                  <a:pt x="3" y="3"/>
                </a:ln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08" name=""/>
          <p:cNvSpPr/>
          <p:nvPr/>
        </p:nvSpPr>
        <p:spPr>
          <a:xfrm>
            <a:off x="7026840" y="40593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09" name=""/>
          <p:cNvSpPr/>
          <p:nvPr/>
        </p:nvSpPr>
        <p:spPr>
          <a:xfrm>
            <a:off x="7029000" y="4059720"/>
            <a:ext cx="2160" cy="2880"/>
          </a:xfrm>
          <a:custGeom>
            <a:avLst/>
            <a:gdLst/>
            <a:ahLst/>
            <a:rect l="0" t="0" r="r" b="b"/>
            <a:pathLst>
              <a:path fill="none" w="6" h="8">
                <a:moveTo>
                  <a:pt x="2" y="3"/>
                </a:moveTo>
                <a:lnTo>
                  <a:pt x="2" y="4"/>
                </a:lnTo>
                <a:lnTo>
                  <a:pt x="2" y="5"/>
                </a:lnTo>
                <a:lnTo>
                  <a:pt x="4" y="5"/>
                </a:lnTo>
                <a:lnTo>
                  <a:pt x="5" y="5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4" y="6"/>
                </a:lnTo>
                <a:lnTo>
                  <a:pt x="4" y="5"/>
                </a:lnTo>
                <a:lnTo>
                  <a:pt x="2" y="5"/>
                </a:lnTo>
                <a:lnTo>
                  <a:pt x="2" y="6"/>
                </a:lnTo>
                <a:lnTo>
                  <a:pt x="1" y="6"/>
                </a:lnTo>
                <a:lnTo>
                  <a:pt x="1" y="8"/>
                </a:lnTo>
                <a:lnTo>
                  <a:pt x="0" y="8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  <a:lnTo>
                  <a:pt x="4" y="3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10" name=""/>
          <p:cNvSpPr/>
          <p:nvPr/>
        </p:nvSpPr>
        <p:spPr>
          <a:xfrm>
            <a:off x="7027920" y="4059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11" name=""/>
          <p:cNvSpPr/>
          <p:nvPr/>
        </p:nvSpPr>
        <p:spPr>
          <a:xfrm>
            <a:off x="7028280" y="40586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12" name=""/>
          <p:cNvSpPr/>
          <p:nvPr/>
        </p:nvSpPr>
        <p:spPr>
          <a:xfrm>
            <a:off x="7021440" y="40557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2" y="3"/>
                </a:lnTo>
                <a:lnTo>
                  <a:pt x="4" y="3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13" name=""/>
          <p:cNvSpPr/>
          <p:nvPr/>
        </p:nvSpPr>
        <p:spPr>
          <a:xfrm>
            <a:off x="7027560" y="40546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14" name=""/>
          <p:cNvSpPr/>
          <p:nvPr/>
        </p:nvSpPr>
        <p:spPr>
          <a:xfrm>
            <a:off x="7028280" y="40521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15" name=""/>
          <p:cNvSpPr/>
          <p:nvPr/>
        </p:nvSpPr>
        <p:spPr>
          <a:xfrm>
            <a:off x="7035480" y="4053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16" name=""/>
          <p:cNvSpPr/>
          <p:nvPr/>
        </p:nvSpPr>
        <p:spPr>
          <a:xfrm>
            <a:off x="7034040" y="40525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17" name=""/>
          <p:cNvSpPr/>
          <p:nvPr/>
        </p:nvSpPr>
        <p:spPr>
          <a:xfrm>
            <a:off x="7014600" y="404928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18" name=""/>
          <p:cNvSpPr/>
          <p:nvPr/>
        </p:nvSpPr>
        <p:spPr>
          <a:xfrm>
            <a:off x="7014960" y="4048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19" name=""/>
          <p:cNvSpPr/>
          <p:nvPr/>
        </p:nvSpPr>
        <p:spPr>
          <a:xfrm>
            <a:off x="7013880" y="40478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3" y="0"/>
                </a:moveTo>
                <a:lnTo>
                  <a:pt x="3" y="2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20" name=""/>
          <p:cNvSpPr/>
          <p:nvPr/>
        </p:nvSpPr>
        <p:spPr>
          <a:xfrm>
            <a:off x="7034040" y="405108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1"/>
                </a:moveTo>
                <a:lnTo>
                  <a:pt x="4" y="1"/>
                </a:lnTo>
                <a:lnTo>
                  <a:pt x="2" y="1"/>
                </a:lnTo>
                <a:lnTo>
                  <a:pt x="2" y="3"/>
                </a:lnTo>
                <a:lnTo>
                  <a:pt x="4" y="3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  <a:lnTo>
                  <a:pt x="5" y="1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21" name=""/>
          <p:cNvSpPr/>
          <p:nvPr/>
        </p:nvSpPr>
        <p:spPr>
          <a:xfrm>
            <a:off x="7027560" y="40500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22" name=""/>
          <p:cNvSpPr/>
          <p:nvPr/>
        </p:nvSpPr>
        <p:spPr>
          <a:xfrm>
            <a:off x="7014600" y="4047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23" name=""/>
          <p:cNvSpPr/>
          <p:nvPr/>
        </p:nvSpPr>
        <p:spPr>
          <a:xfrm>
            <a:off x="7015680" y="4047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24" name=""/>
          <p:cNvSpPr/>
          <p:nvPr/>
        </p:nvSpPr>
        <p:spPr>
          <a:xfrm>
            <a:off x="7017480" y="40474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25" name=""/>
          <p:cNvSpPr/>
          <p:nvPr/>
        </p:nvSpPr>
        <p:spPr>
          <a:xfrm>
            <a:off x="7034400" y="40503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26" name=""/>
          <p:cNvSpPr/>
          <p:nvPr/>
        </p:nvSpPr>
        <p:spPr>
          <a:xfrm>
            <a:off x="7027560" y="40485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27" name=""/>
          <p:cNvSpPr/>
          <p:nvPr/>
        </p:nvSpPr>
        <p:spPr>
          <a:xfrm>
            <a:off x="7017480" y="40471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3" y="0"/>
                </a:move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28" name=""/>
          <p:cNvSpPr/>
          <p:nvPr/>
        </p:nvSpPr>
        <p:spPr>
          <a:xfrm>
            <a:off x="7020000" y="40453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29" name=""/>
          <p:cNvSpPr/>
          <p:nvPr/>
        </p:nvSpPr>
        <p:spPr>
          <a:xfrm>
            <a:off x="7029000" y="40442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30" name=""/>
          <p:cNvSpPr/>
          <p:nvPr/>
        </p:nvSpPr>
        <p:spPr>
          <a:xfrm>
            <a:off x="7028280" y="4044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31" name=""/>
          <p:cNvSpPr/>
          <p:nvPr/>
        </p:nvSpPr>
        <p:spPr>
          <a:xfrm>
            <a:off x="7032960" y="40446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32" name=""/>
          <p:cNvSpPr/>
          <p:nvPr/>
        </p:nvSpPr>
        <p:spPr>
          <a:xfrm>
            <a:off x="7035120" y="40438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33" name=""/>
          <p:cNvSpPr/>
          <p:nvPr/>
        </p:nvSpPr>
        <p:spPr>
          <a:xfrm>
            <a:off x="7035840" y="4042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34" name=""/>
          <p:cNvSpPr/>
          <p:nvPr/>
        </p:nvSpPr>
        <p:spPr>
          <a:xfrm>
            <a:off x="7035840" y="4042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35" name=""/>
          <p:cNvSpPr/>
          <p:nvPr/>
        </p:nvSpPr>
        <p:spPr>
          <a:xfrm>
            <a:off x="7035120" y="404208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36" name=""/>
          <p:cNvSpPr/>
          <p:nvPr/>
        </p:nvSpPr>
        <p:spPr>
          <a:xfrm>
            <a:off x="7035120" y="404100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2" y="2"/>
                </a:moveTo>
                <a:lnTo>
                  <a:pt x="2" y="3"/>
                </a:lnTo>
                <a:lnTo>
                  <a:pt x="4" y="3"/>
                </a:lnTo>
                <a:lnTo>
                  <a:pt x="5" y="3"/>
                </a:lnTo>
                <a:lnTo>
                  <a:pt x="6" y="4"/>
                </a:lnTo>
                <a:lnTo>
                  <a:pt x="7" y="4"/>
                </a:lnTo>
                <a:lnTo>
                  <a:pt x="8" y="4"/>
                </a:lnTo>
                <a:lnTo>
                  <a:pt x="7" y="4"/>
                </a:lnTo>
                <a:lnTo>
                  <a:pt x="7" y="5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37" name=""/>
          <p:cNvSpPr/>
          <p:nvPr/>
        </p:nvSpPr>
        <p:spPr>
          <a:xfrm>
            <a:off x="7034760" y="40406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38" name=""/>
          <p:cNvSpPr/>
          <p:nvPr/>
        </p:nvSpPr>
        <p:spPr>
          <a:xfrm>
            <a:off x="7028640" y="403956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2" y="5"/>
                </a:moveTo>
                <a:lnTo>
                  <a:pt x="2" y="4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3"/>
                </a:lnTo>
                <a:lnTo>
                  <a:pt x="2" y="4"/>
                </a:lnTo>
                <a:lnTo>
                  <a:pt x="2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39" name=""/>
          <p:cNvSpPr/>
          <p:nvPr/>
        </p:nvSpPr>
        <p:spPr>
          <a:xfrm>
            <a:off x="7035840" y="40402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40" name=""/>
          <p:cNvSpPr/>
          <p:nvPr/>
        </p:nvSpPr>
        <p:spPr>
          <a:xfrm>
            <a:off x="7034400" y="4039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41" name=""/>
          <p:cNvSpPr/>
          <p:nvPr/>
        </p:nvSpPr>
        <p:spPr>
          <a:xfrm>
            <a:off x="7030080" y="4038120"/>
            <a:ext cx="5400" cy="5760"/>
          </a:xfrm>
          <a:custGeom>
            <a:avLst/>
            <a:gdLst/>
            <a:ahLst/>
            <a:rect l="0" t="0" r="r" b="b"/>
            <a:pathLst>
              <a:path fill="none" w="15" h="16">
                <a:moveTo>
                  <a:pt x="7" y="2"/>
                </a:moveTo>
                <a:lnTo>
                  <a:pt x="7" y="3"/>
                </a:lnTo>
                <a:lnTo>
                  <a:pt x="7" y="5"/>
                </a:lnTo>
                <a:lnTo>
                  <a:pt x="8" y="6"/>
                </a:lnTo>
                <a:lnTo>
                  <a:pt x="8" y="7"/>
                </a:lnTo>
                <a:lnTo>
                  <a:pt x="10" y="8"/>
                </a:lnTo>
                <a:lnTo>
                  <a:pt x="12" y="8"/>
                </a:lnTo>
                <a:lnTo>
                  <a:pt x="12" y="9"/>
                </a:lnTo>
                <a:lnTo>
                  <a:pt x="12" y="8"/>
                </a:lnTo>
                <a:lnTo>
                  <a:pt x="13" y="8"/>
                </a:lnTo>
                <a:lnTo>
                  <a:pt x="13" y="9"/>
                </a:lnTo>
                <a:lnTo>
                  <a:pt x="14" y="9"/>
                </a:lnTo>
                <a:lnTo>
                  <a:pt x="14" y="10"/>
                </a:lnTo>
                <a:lnTo>
                  <a:pt x="14" y="11"/>
                </a:lnTo>
                <a:lnTo>
                  <a:pt x="15" y="12"/>
                </a:lnTo>
                <a:lnTo>
                  <a:pt x="14" y="12"/>
                </a:lnTo>
                <a:lnTo>
                  <a:pt x="14" y="13"/>
                </a:lnTo>
                <a:lnTo>
                  <a:pt x="14" y="14"/>
                </a:lnTo>
                <a:lnTo>
                  <a:pt x="13" y="14"/>
                </a:lnTo>
                <a:lnTo>
                  <a:pt x="13" y="15"/>
                </a:lnTo>
                <a:lnTo>
                  <a:pt x="12" y="16"/>
                </a:lnTo>
                <a:lnTo>
                  <a:pt x="12" y="15"/>
                </a:lnTo>
                <a:lnTo>
                  <a:pt x="12" y="14"/>
                </a:lnTo>
                <a:lnTo>
                  <a:pt x="13" y="14"/>
                </a:lnTo>
                <a:lnTo>
                  <a:pt x="12" y="14"/>
                </a:lnTo>
                <a:lnTo>
                  <a:pt x="11" y="14"/>
                </a:lnTo>
                <a:lnTo>
                  <a:pt x="11" y="15"/>
                </a:lnTo>
                <a:lnTo>
                  <a:pt x="10" y="15"/>
                </a:lnTo>
                <a:lnTo>
                  <a:pt x="10" y="14"/>
                </a:lnTo>
                <a:lnTo>
                  <a:pt x="11" y="14"/>
                </a:lnTo>
                <a:lnTo>
                  <a:pt x="10" y="14"/>
                </a:lnTo>
                <a:lnTo>
                  <a:pt x="8" y="14"/>
                </a:lnTo>
                <a:lnTo>
                  <a:pt x="8" y="15"/>
                </a:lnTo>
                <a:lnTo>
                  <a:pt x="8" y="14"/>
                </a:lnTo>
                <a:lnTo>
                  <a:pt x="8" y="13"/>
                </a:lnTo>
                <a:lnTo>
                  <a:pt x="7" y="14"/>
                </a:lnTo>
                <a:lnTo>
                  <a:pt x="7" y="13"/>
                </a:lnTo>
                <a:lnTo>
                  <a:pt x="8" y="13"/>
                </a:lnTo>
                <a:lnTo>
                  <a:pt x="7" y="11"/>
                </a:lnTo>
                <a:lnTo>
                  <a:pt x="6" y="11"/>
                </a:lnTo>
                <a:lnTo>
                  <a:pt x="5" y="11"/>
                </a:lnTo>
                <a:lnTo>
                  <a:pt x="5" y="10"/>
                </a:lnTo>
                <a:lnTo>
                  <a:pt x="5" y="9"/>
                </a:lnTo>
                <a:lnTo>
                  <a:pt x="4" y="8"/>
                </a:lnTo>
                <a:lnTo>
                  <a:pt x="4" y="9"/>
                </a:lnTo>
                <a:lnTo>
                  <a:pt x="2" y="10"/>
                </a:lnTo>
                <a:lnTo>
                  <a:pt x="1" y="10"/>
                </a:lnTo>
                <a:lnTo>
                  <a:pt x="0" y="9"/>
                </a:lnTo>
                <a:lnTo>
                  <a:pt x="0" y="8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7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160" rIns="3600" bIns="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42" name=""/>
          <p:cNvSpPr/>
          <p:nvPr/>
        </p:nvSpPr>
        <p:spPr>
          <a:xfrm>
            <a:off x="7035480" y="4038480"/>
            <a:ext cx="3240" cy="2520"/>
          </a:xfrm>
          <a:custGeom>
            <a:avLst/>
            <a:gdLst/>
            <a:ahLst/>
            <a:rect l="0" t="0" r="r" b="b"/>
            <a:pathLst>
              <a:path fill="none" w="9" h="7">
                <a:moveTo>
                  <a:pt x="2" y="1"/>
                </a:move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3" y="4"/>
                </a:lnTo>
                <a:lnTo>
                  <a:pt x="4" y="4"/>
                </a:lnTo>
                <a:lnTo>
                  <a:pt x="6" y="4"/>
                </a:lnTo>
                <a:lnTo>
                  <a:pt x="7" y="4"/>
                </a:lnTo>
                <a:lnTo>
                  <a:pt x="7" y="6"/>
                </a:lnTo>
                <a:lnTo>
                  <a:pt x="7" y="4"/>
                </a:lnTo>
                <a:lnTo>
                  <a:pt x="8" y="4"/>
                </a:lnTo>
                <a:lnTo>
                  <a:pt x="9" y="4"/>
                </a:lnTo>
                <a:lnTo>
                  <a:pt x="9" y="6"/>
                </a:lnTo>
                <a:lnTo>
                  <a:pt x="8" y="6"/>
                </a:lnTo>
                <a:lnTo>
                  <a:pt x="7" y="6"/>
                </a:lnTo>
                <a:lnTo>
                  <a:pt x="7" y="7"/>
                </a:lnTo>
                <a:lnTo>
                  <a:pt x="6" y="6"/>
                </a:lnTo>
                <a:lnTo>
                  <a:pt x="4" y="6"/>
                </a:lnTo>
                <a:lnTo>
                  <a:pt x="2" y="6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43" name=""/>
          <p:cNvSpPr/>
          <p:nvPr/>
        </p:nvSpPr>
        <p:spPr>
          <a:xfrm>
            <a:off x="7034040" y="403812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44" name=""/>
          <p:cNvSpPr/>
          <p:nvPr/>
        </p:nvSpPr>
        <p:spPr>
          <a:xfrm>
            <a:off x="7025760" y="4037040"/>
            <a:ext cx="4320" cy="3240"/>
          </a:xfrm>
          <a:custGeom>
            <a:avLst/>
            <a:gdLst/>
            <a:ahLst/>
            <a:rect l="0" t="0" r="r" b="b"/>
            <a:pathLst>
              <a:path fill="none" w="12" h="9">
                <a:moveTo>
                  <a:pt x="12" y="2"/>
                </a:moveTo>
                <a:lnTo>
                  <a:pt x="10" y="3"/>
                </a:lnTo>
                <a:lnTo>
                  <a:pt x="9" y="6"/>
                </a:lnTo>
                <a:lnTo>
                  <a:pt x="9" y="7"/>
                </a:lnTo>
                <a:lnTo>
                  <a:pt x="8" y="7"/>
                </a:lnTo>
                <a:lnTo>
                  <a:pt x="2" y="9"/>
                </a:lnTo>
                <a:lnTo>
                  <a:pt x="0" y="9"/>
                </a:lnTo>
                <a:lnTo>
                  <a:pt x="0" y="8"/>
                </a:lnTo>
                <a:lnTo>
                  <a:pt x="2" y="8"/>
                </a:lnTo>
                <a:lnTo>
                  <a:pt x="3" y="6"/>
                </a:lnTo>
                <a:lnTo>
                  <a:pt x="4" y="6"/>
                </a:lnTo>
                <a:lnTo>
                  <a:pt x="5" y="5"/>
                </a:lnTo>
                <a:lnTo>
                  <a:pt x="7" y="2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10" y="0"/>
                </a:lnTo>
                <a:lnTo>
                  <a:pt x="12" y="0"/>
                </a:lnTo>
                <a:lnTo>
                  <a:pt x="12" y="1"/>
                </a:lnTo>
                <a:lnTo>
                  <a:pt x="1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45" name=""/>
          <p:cNvSpPr/>
          <p:nvPr/>
        </p:nvSpPr>
        <p:spPr>
          <a:xfrm>
            <a:off x="7033680" y="40377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46" name=""/>
          <p:cNvSpPr/>
          <p:nvPr/>
        </p:nvSpPr>
        <p:spPr>
          <a:xfrm>
            <a:off x="7035480" y="403776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47" name=""/>
          <p:cNvSpPr/>
          <p:nvPr/>
        </p:nvSpPr>
        <p:spPr>
          <a:xfrm>
            <a:off x="7034400" y="40374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48" name=""/>
          <p:cNvSpPr/>
          <p:nvPr/>
        </p:nvSpPr>
        <p:spPr>
          <a:xfrm>
            <a:off x="7035480" y="4036320"/>
            <a:ext cx="4320" cy="3240"/>
          </a:xfrm>
          <a:custGeom>
            <a:avLst/>
            <a:gdLst/>
            <a:ahLst/>
            <a:rect l="0" t="0" r="r" b="b"/>
            <a:pathLst>
              <a:path fill="none" w="12" h="9">
                <a:moveTo>
                  <a:pt x="8" y="0"/>
                </a:moveTo>
                <a:lnTo>
                  <a:pt x="8" y="1"/>
                </a:lnTo>
                <a:lnTo>
                  <a:pt x="9" y="1"/>
                </a:lnTo>
                <a:lnTo>
                  <a:pt x="10" y="2"/>
                </a:lnTo>
                <a:lnTo>
                  <a:pt x="10" y="1"/>
                </a:lnTo>
                <a:lnTo>
                  <a:pt x="10" y="2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8" y="2"/>
                </a:lnTo>
                <a:lnTo>
                  <a:pt x="8" y="3"/>
                </a:lnTo>
                <a:lnTo>
                  <a:pt x="8" y="4"/>
                </a:lnTo>
                <a:lnTo>
                  <a:pt x="8" y="3"/>
                </a:lnTo>
                <a:lnTo>
                  <a:pt x="9" y="4"/>
                </a:lnTo>
                <a:lnTo>
                  <a:pt x="9" y="5"/>
                </a:lnTo>
                <a:lnTo>
                  <a:pt x="10" y="6"/>
                </a:lnTo>
                <a:lnTo>
                  <a:pt x="12" y="7"/>
                </a:lnTo>
                <a:lnTo>
                  <a:pt x="10" y="7"/>
                </a:lnTo>
                <a:lnTo>
                  <a:pt x="10" y="9"/>
                </a:lnTo>
                <a:lnTo>
                  <a:pt x="9" y="9"/>
                </a:lnTo>
                <a:lnTo>
                  <a:pt x="8" y="7"/>
                </a:lnTo>
                <a:lnTo>
                  <a:pt x="7" y="7"/>
                </a:lnTo>
                <a:lnTo>
                  <a:pt x="7" y="6"/>
                </a:lnTo>
                <a:lnTo>
                  <a:pt x="6" y="6"/>
                </a:lnTo>
                <a:lnTo>
                  <a:pt x="5" y="5"/>
                </a:lnTo>
                <a:lnTo>
                  <a:pt x="4" y="4"/>
                </a:lnTo>
                <a:lnTo>
                  <a:pt x="3" y="3"/>
                </a:lnTo>
                <a:lnTo>
                  <a:pt x="3" y="2"/>
                </a:lnTo>
                <a:lnTo>
                  <a:pt x="2" y="2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49" name=""/>
          <p:cNvSpPr/>
          <p:nvPr/>
        </p:nvSpPr>
        <p:spPr>
          <a:xfrm>
            <a:off x="7038720" y="40363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50" name=""/>
          <p:cNvSpPr/>
          <p:nvPr/>
        </p:nvSpPr>
        <p:spPr>
          <a:xfrm>
            <a:off x="7028640" y="40345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51" name=""/>
          <p:cNvSpPr/>
          <p:nvPr/>
        </p:nvSpPr>
        <p:spPr>
          <a:xfrm>
            <a:off x="7027920" y="4034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52" name=""/>
          <p:cNvSpPr/>
          <p:nvPr/>
        </p:nvSpPr>
        <p:spPr>
          <a:xfrm>
            <a:off x="7040160" y="40363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53" name=""/>
          <p:cNvSpPr/>
          <p:nvPr/>
        </p:nvSpPr>
        <p:spPr>
          <a:xfrm>
            <a:off x="7028640" y="4034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54" name=""/>
          <p:cNvSpPr/>
          <p:nvPr/>
        </p:nvSpPr>
        <p:spPr>
          <a:xfrm>
            <a:off x="7036560" y="40352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55" name=""/>
          <p:cNvSpPr/>
          <p:nvPr/>
        </p:nvSpPr>
        <p:spPr>
          <a:xfrm>
            <a:off x="7028640" y="40338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56" name=""/>
          <p:cNvSpPr/>
          <p:nvPr/>
        </p:nvSpPr>
        <p:spPr>
          <a:xfrm>
            <a:off x="7037640" y="403488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7" y="1"/>
                </a:moveTo>
                <a:lnTo>
                  <a:pt x="6" y="1"/>
                </a:lnTo>
                <a:lnTo>
                  <a:pt x="6" y="3"/>
                </a:lnTo>
                <a:lnTo>
                  <a:pt x="5" y="3"/>
                </a:ln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5" y="0"/>
                </a:lnTo>
                <a:lnTo>
                  <a:pt x="6" y="0"/>
                </a:lnTo>
                <a:lnTo>
                  <a:pt x="7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57" name=""/>
          <p:cNvSpPr/>
          <p:nvPr/>
        </p:nvSpPr>
        <p:spPr>
          <a:xfrm>
            <a:off x="7026120" y="403236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2" y="7"/>
                </a:moveTo>
                <a:lnTo>
                  <a:pt x="1" y="7"/>
                </a:lnTo>
                <a:lnTo>
                  <a:pt x="0" y="6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2" y="1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6" y="2"/>
                </a:lnTo>
                <a:lnTo>
                  <a:pt x="6" y="3"/>
                </a:lnTo>
                <a:lnTo>
                  <a:pt x="7" y="3"/>
                </a:lnTo>
                <a:lnTo>
                  <a:pt x="7" y="6"/>
                </a:lnTo>
                <a:lnTo>
                  <a:pt x="6" y="7"/>
                </a:lnTo>
                <a:lnTo>
                  <a:pt x="5" y="7"/>
                </a:lnTo>
                <a:lnTo>
                  <a:pt x="3" y="7"/>
                </a:lnTo>
                <a:lnTo>
                  <a:pt x="2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58" name=""/>
          <p:cNvSpPr/>
          <p:nvPr/>
        </p:nvSpPr>
        <p:spPr>
          <a:xfrm>
            <a:off x="7030080" y="40327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59" name=""/>
          <p:cNvSpPr/>
          <p:nvPr/>
        </p:nvSpPr>
        <p:spPr>
          <a:xfrm>
            <a:off x="7030800" y="40320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3"/>
                </a:moveTo>
                <a:lnTo>
                  <a:pt x="2" y="3"/>
                </a:lnTo>
                <a:lnTo>
                  <a:pt x="2" y="5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2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60" name=""/>
          <p:cNvSpPr/>
          <p:nvPr/>
        </p:nvSpPr>
        <p:spPr>
          <a:xfrm>
            <a:off x="7029360" y="40320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4"/>
                </a:move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61" name=""/>
          <p:cNvSpPr/>
          <p:nvPr/>
        </p:nvSpPr>
        <p:spPr>
          <a:xfrm>
            <a:off x="7030800" y="40320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62" name=""/>
          <p:cNvSpPr/>
          <p:nvPr/>
        </p:nvSpPr>
        <p:spPr>
          <a:xfrm>
            <a:off x="7037640" y="4032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4"/>
                </a:move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63" name=""/>
          <p:cNvSpPr/>
          <p:nvPr/>
        </p:nvSpPr>
        <p:spPr>
          <a:xfrm>
            <a:off x="7032600" y="4031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64" name=""/>
          <p:cNvSpPr/>
          <p:nvPr/>
        </p:nvSpPr>
        <p:spPr>
          <a:xfrm>
            <a:off x="7032600" y="40316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1" y="4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65" name=""/>
          <p:cNvSpPr/>
          <p:nvPr/>
        </p:nvSpPr>
        <p:spPr>
          <a:xfrm>
            <a:off x="7035480" y="4032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66" name=""/>
          <p:cNvSpPr/>
          <p:nvPr/>
        </p:nvSpPr>
        <p:spPr>
          <a:xfrm>
            <a:off x="7029720" y="40309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67" name=""/>
          <p:cNvSpPr/>
          <p:nvPr/>
        </p:nvSpPr>
        <p:spPr>
          <a:xfrm>
            <a:off x="7031880" y="40312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68" name=""/>
          <p:cNvSpPr/>
          <p:nvPr/>
        </p:nvSpPr>
        <p:spPr>
          <a:xfrm>
            <a:off x="7032600" y="4030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69" name=""/>
          <p:cNvSpPr/>
          <p:nvPr/>
        </p:nvSpPr>
        <p:spPr>
          <a:xfrm>
            <a:off x="7039080" y="4032360"/>
            <a:ext cx="3600" cy="4680"/>
          </a:xfrm>
          <a:custGeom>
            <a:avLst/>
            <a:gdLst/>
            <a:ahLst/>
            <a:rect l="0" t="0" r="r" b="b"/>
            <a:pathLst>
              <a:path fill="none" w="10" h="13">
                <a:moveTo>
                  <a:pt x="8" y="3"/>
                </a:moveTo>
                <a:lnTo>
                  <a:pt x="8" y="4"/>
                </a:lnTo>
                <a:lnTo>
                  <a:pt x="10" y="4"/>
                </a:lnTo>
                <a:lnTo>
                  <a:pt x="8" y="4"/>
                </a:lnTo>
                <a:lnTo>
                  <a:pt x="7" y="4"/>
                </a:lnTo>
                <a:lnTo>
                  <a:pt x="7" y="5"/>
                </a:lnTo>
                <a:lnTo>
                  <a:pt x="8" y="5"/>
                </a:lnTo>
                <a:lnTo>
                  <a:pt x="10" y="5"/>
                </a:lnTo>
                <a:lnTo>
                  <a:pt x="10" y="6"/>
                </a:lnTo>
                <a:lnTo>
                  <a:pt x="8" y="6"/>
                </a:lnTo>
                <a:lnTo>
                  <a:pt x="8" y="7"/>
                </a:lnTo>
                <a:lnTo>
                  <a:pt x="10" y="7"/>
                </a:lnTo>
                <a:lnTo>
                  <a:pt x="10" y="8"/>
                </a:lnTo>
                <a:lnTo>
                  <a:pt x="8" y="8"/>
                </a:lnTo>
                <a:lnTo>
                  <a:pt x="7" y="9"/>
                </a:lnTo>
                <a:lnTo>
                  <a:pt x="6" y="9"/>
                </a:lnTo>
                <a:lnTo>
                  <a:pt x="6" y="10"/>
                </a:lnTo>
                <a:lnTo>
                  <a:pt x="6" y="11"/>
                </a:lnTo>
                <a:lnTo>
                  <a:pt x="7" y="11"/>
                </a:lnTo>
                <a:lnTo>
                  <a:pt x="7" y="12"/>
                </a:lnTo>
                <a:lnTo>
                  <a:pt x="8" y="12"/>
                </a:lnTo>
                <a:lnTo>
                  <a:pt x="7" y="13"/>
                </a:lnTo>
                <a:lnTo>
                  <a:pt x="8" y="13"/>
                </a:lnTo>
                <a:lnTo>
                  <a:pt x="7" y="13"/>
                </a:lnTo>
                <a:lnTo>
                  <a:pt x="6" y="13"/>
                </a:lnTo>
                <a:lnTo>
                  <a:pt x="5" y="13"/>
                </a:lnTo>
                <a:lnTo>
                  <a:pt x="4" y="12"/>
                </a:lnTo>
                <a:lnTo>
                  <a:pt x="4" y="11"/>
                </a:lnTo>
                <a:lnTo>
                  <a:pt x="3" y="10"/>
                </a:lnTo>
                <a:lnTo>
                  <a:pt x="4" y="10"/>
                </a:lnTo>
                <a:lnTo>
                  <a:pt x="4" y="9"/>
                </a:lnTo>
                <a:lnTo>
                  <a:pt x="4" y="8"/>
                </a:lnTo>
                <a:lnTo>
                  <a:pt x="4" y="7"/>
                </a:lnTo>
                <a:lnTo>
                  <a:pt x="4" y="6"/>
                </a:lnTo>
                <a:lnTo>
                  <a:pt x="3" y="6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0" y="3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8" y="2"/>
                </a:lnTo>
                <a:lnTo>
                  <a:pt x="8" y="0"/>
                </a:lnTo>
                <a:lnTo>
                  <a:pt x="8" y="2"/>
                </a:lnTo>
                <a:lnTo>
                  <a:pt x="8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080" rIns="360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70" name=""/>
          <p:cNvSpPr/>
          <p:nvPr/>
        </p:nvSpPr>
        <p:spPr>
          <a:xfrm>
            <a:off x="7030440" y="40305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3"/>
                </a:moveTo>
                <a:lnTo>
                  <a:pt x="4" y="5"/>
                </a:lnTo>
                <a:lnTo>
                  <a:pt x="3" y="5"/>
                </a:lnTo>
                <a:lnTo>
                  <a:pt x="3" y="3"/>
                </a:lnTo>
                <a:lnTo>
                  <a:pt x="1" y="3"/>
                </a:lnTo>
                <a:lnTo>
                  <a:pt x="1" y="5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4" y="2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71" name=""/>
          <p:cNvSpPr/>
          <p:nvPr/>
        </p:nvSpPr>
        <p:spPr>
          <a:xfrm>
            <a:off x="7032960" y="403092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5" y="3"/>
                </a:moveTo>
                <a:lnTo>
                  <a:pt x="5" y="4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2"/>
                </a:lnTo>
                <a:lnTo>
                  <a:pt x="3" y="0"/>
                </a:lnTo>
                <a:lnTo>
                  <a:pt x="4" y="2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72" name=""/>
          <p:cNvSpPr/>
          <p:nvPr/>
        </p:nvSpPr>
        <p:spPr>
          <a:xfrm>
            <a:off x="7043040" y="403236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2"/>
                </a:move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73" name=""/>
          <p:cNvSpPr/>
          <p:nvPr/>
        </p:nvSpPr>
        <p:spPr>
          <a:xfrm>
            <a:off x="7031520" y="4030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74" name=""/>
          <p:cNvSpPr/>
          <p:nvPr/>
        </p:nvSpPr>
        <p:spPr>
          <a:xfrm>
            <a:off x="7042680" y="40320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75" name=""/>
          <p:cNvSpPr/>
          <p:nvPr/>
        </p:nvSpPr>
        <p:spPr>
          <a:xfrm>
            <a:off x="7042680" y="4031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76" name=""/>
          <p:cNvSpPr/>
          <p:nvPr/>
        </p:nvSpPr>
        <p:spPr>
          <a:xfrm>
            <a:off x="7022520" y="40276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3" y="3"/>
                </a:move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77" name=""/>
          <p:cNvSpPr/>
          <p:nvPr/>
        </p:nvSpPr>
        <p:spPr>
          <a:xfrm>
            <a:off x="7027200" y="40280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78" name=""/>
          <p:cNvSpPr/>
          <p:nvPr/>
        </p:nvSpPr>
        <p:spPr>
          <a:xfrm>
            <a:off x="7023240" y="4026960"/>
            <a:ext cx="3240" cy="5040"/>
          </a:xfrm>
          <a:custGeom>
            <a:avLst/>
            <a:gdLst/>
            <a:ahLst/>
            <a:rect l="0" t="0" r="r" b="b"/>
            <a:pathLst>
              <a:path fill="none" w="9" h="14">
                <a:moveTo>
                  <a:pt x="2" y="0"/>
                </a:moveTo>
                <a:lnTo>
                  <a:pt x="3" y="0"/>
                </a:lnTo>
                <a:lnTo>
                  <a:pt x="3" y="2"/>
                </a:lnTo>
                <a:lnTo>
                  <a:pt x="4" y="3"/>
                </a:lnTo>
                <a:lnTo>
                  <a:pt x="5" y="4"/>
                </a:lnTo>
                <a:lnTo>
                  <a:pt x="5" y="5"/>
                </a:lnTo>
                <a:lnTo>
                  <a:pt x="6" y="6"/>
                </a:lnTo>
                <a:lnTo>
                  <a:pt x="6" y="5"/>
                </a:lnTo>
                <a:lnTo>
                  <a:pt x="8" y="5"/>
                </a:lnTo>
                <a:lnTo>
                  <a:pt x="8" y="6"/>
                </a:lnTo>
                <a:lnTo>
                  <a:pt x="8" y="7"/>
                </a:lnTo>
                <a:lnTo>
                  <a:pt x="8" y="8"/>
                </a:lnTo>
                <a:lnTo>
                  <a:pt x="9" y="9"/>
                </a:lnTo>
                <a:lnTo>
                  <a:pt x="9" y="10"/>
                </a:lnTo>
                <a:lnTo>
                  <a:pt x="9" y="11"/>
                </a:lnTo>
                <a:lnTo>
                  <a:pt x="8" y="12"/>
                </a:lnTo>
                <a:lnTo>
                  <a:pt x="6" y="13"/>
                </a:lnTo>
                <a:lnTo>
                  <a:pt x="5" y="13"/>
                </a:lnTo>
                <a:lnTo>
                  <a:pt x="4" y="13"/>
                </a:lnTo>
                <a:lnTo>
                  <a:pt x="4" y="14"/>
                </a:lnTo>
                <a:lnTo>
                  <a:pt x="3" y="14"/>
                </a:lnTo>
                <a:lnTo>
                  <a:pt x="2" y="14"/>
                </a:lnTo>
                <a:lnTo>
                  <a:pt x="1" y="14"/>
                </a:lnTo>
                <a:lnTo>
                  <a:pt x="1" y="13"/>
                </a:lnTo>
                <a:lnTo>
                  <a:pt x="1" y="12"/>
                </a:lnTo>
                <a:lnTo>
                  <a:pt x="0" y="12"/>
                </a:lnTo>
                <a:lnTo>
                  <a:pt x="0" y="11"/>
                </a:lnTo>
                <a:lnTo>
                  <a:pt x="0" y="10"/>
                </a:lnTo>
                <a:lnTo>
                  <a:pt x="1" y="10"/>
                </a:lnTo>
                <a:lnTo>
                  <a:pt x="1" y="9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79" name=""/>
          <p:cNvSpPr/>
          <p:nvPr/>
        </p:nvSpPr>
        <p:spPr>
          <a:xfrm>
            <a:off x="7027560" y="40273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80" name=""/>
          <p:cNvSpPr/>
          <p:nvPr/>
        </p:nvSpPr>
        <p:spPr>
          <a:xfrm>
            <a:off x="7040160" y="402948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5" y="1"/>
                </a:move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  <a:lnTo>
                  <a:pt x="5" y="3"/>
                </a:lnTo>
                <a:lnTo>
                  <a:pt x="4" y="3"/>
                </a:lnTo>
                <a:lnTo>
                  <a:pt x="3" y="4"/>
                </a:lnTo>
                <a:lnTo>
                  <a:pt x="3" y="5"/>
                </a:lnTo>
                <a:lnTo>
                  <a:pt x="4" y="5"/>
                </a:lnTo>
                <a:lnTo>
                  <a:pt x="3" y="5"/>
                </a:lnTo>
                <a:lnTo>
                  <a:pt x="3" y="7"/>
                </a:lnTo>
                <a:lnTo>
                  <a:pt x="1" y="7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81" name=""/>
          <p:cNvSpPr/>
          <p:nvPr/>
        </p:nvSpPr>
        <p:spPr>
          <a:xfrm>
            <a:off x="7027200" y="40269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82" name=""/>
          <p:cNvSpPr/>
          <p:nvPr/>
        </p:nvSpPr>
        <p:spPr>
          <a:xfrm>
            <a:off x="7023960" y="40262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83" name=""/>
          <p:cNvSpPr/>
          <p:nvPr/>
        </p:nvSpPr>
        <p:spPr>
          <a:xfrm>
            <a:off x="7041960" y="40291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84" name=""/>
          <p:cNvSpPr/>
          <p:nvPr/>
        </p:nvSpPr>
        <p:spPr>
          <a:xfrm>
            <a:off x="7025400" y="402624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5" y="5"/>
                </a:moveTo>
                <a:lnTo>
                  <a:pt x="4" y="5"/>
                </a:lnTo>
                <a:lnTo>
                  <a:pt x="4" y="6"/>
                </a:lnTo>
                <a:lnTo>
                  <a:pt x="5" y="6"/>
                </a:lnTo>
                <a:lnTo>
                  <a:pt x="4" y="6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lnTo>
                  <a:pt x="6" y="3"/>
                </a:lnTo>
                <a:lnTo>
                  <a:pt x="5" y="4"/>
                </a:lnTo>
                <a:lnTo>
                  <a:pt x="5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85" name=""/>
          <p:cNvSpPr/>
          <p:nvPr/>
        </p:nvSpPr>
        <p:spPr>
          <a:xfrm>
            <a:off x="7033320" y="4025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86" name=""/>
          <p:cNvSpPr/>
          <p:nvPr/>
        </p:nvSpPr>
        <p:spPr>
          <a:xfrm>
            <a:off x="7026480" y="4023720"/>
            <a:ext cx="13320" cy="9360"/>
          </a:xfrm>
          <a:custGeom>
            <a:avLst/>
            <a:gdLst/>
            <a:ahLst/>
            <a:rect l="0" t="0" r="r" b="b"/>
            <a:pathLst>
              <a:path fill="none" w="37" h="26">
                <a:moveTo>
                  <a:pt x="3" y="2"/>
                </a:move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lnTo>
                  <a:pt x="6" y="3"/>
                </a:lnTo>
                <a:lnTo>
                  <a:pt x="7" y="3"/>
                </a:lnTo>
                <a:lnTo>
                  <a:pt x="7" y="4"/>
                </a:lnTo>
                <a:lnTo>
                  <a:pt x="8" y="4"/>
                </a:lnTo>
                <a:lnTo>
                  <a:pt x="10" y="4"/>
                </a:lnTo>
                <a:lnTo>
                  <a:pt x="11" y="4"/>
                </a:lnTo>
                <a:lnTo>
                  <a:pt x="12" y="3"/>
                </a:lnTo>
                <a:lnTo>
                  <a:pt x="14" y="3"/>
                </a:lnTo>
                <a:lnTo>
                  <a:pt x="15" y="3"/>
                </a:lnTo>
                <a:lnTo>
                  <a:pt x="16" y="3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9" y="7"/>
                </a:lnTo>
                <a:lnTo>
                  <a:pt x="20" y="7"/>
                </a:lnTo>
                <a:lnTo>
                  <a:pt x="20" y="8"/>
                </a:lnTo>
                <a:lnTo>
                  <a:pt x="21" y="8"/>
                </a:lnTo>
                <a:lnTo>
                  <a:pt x="22" y="8"/>
                </a:lnTo>
                <a:lnTo>
                  <a:pt x="23" y="8"/>
                </a:lnTo>
                <a:lnTo>
                  <a:pt x="25" y="8"/>
                </a:lnTo>
                <a:lnTo>
                  <a:pt x="27" y="8"/>
                </a:lnTo>
                <a:lnTo>
                  <a:pt x="28" y="8"/>
                </a:lnTo>
                <a:lnTo>
                  <a:pt x="29" y="9"/>
                </a:lnTo>
                <a:lnTo>
                  <a:pt x="30" y="9"/>
                </a:lnTo>
                <a:lnTo>
                  <a:pt x="31" y="9"/>
                </a:lnTo>
                <a:lnTo>
                  <a:pt x="32" y="9"/>
                </a:lnTo>
                <a:lnTo>
                  <a:pt x="33" y="9"/>
                </a:lnTo>
                <a:lnTo>
                  <a:pt x="33" y="10"/>
                </a:lnTo>
                <a:lnTo>
                  <a:pt x="33" y="11"/>
                </a:lnTo>
                <a:lnTo>
                  <a:pt x="32" y="11"/>
                </a:lnTo>
                <a:lnTo>
                  <a:pt x="31" y="11"/>
                </a:lnTo>
                <a:lnTo>
                  <a:pt x="30" y="11"/>
                </a:lnTo>
                <a:lnTo>
                  <a:pt x="29" y="11"/>
                </a:lnTo>
                <a:lnTo>
                  <a:pt x="29" y="12"/>
                </a:lnTo>
                <a:lnTo>
                  <a:pt x="30" y="13"/>
                </a:lnTo>
                <a:lnTo>
                  <a:pt x="31" y="13"/>
                </a:lnTo>
                <a:lnTo>
                  <a:pt x="32" y="13"/>
                </a:lnTo>
                <a:lnTo>
                  <a:pt x="33" y="13"/>
                </a:lnTo>
                <a:lnTo>
                  <a:pt x="34" y="15"/>
                </a:lnTo>
                <a:lnTo>
                  <a:pt x="35" y="15"/>
                </a:lnTo>
                <a:lnTo>
                  <a:pt x="35" y="16"/>
                </a:lnTo>
                <a:lnTo>
                  <a:pt x="35" y="15"/>
                </a:lnTo>
                <a:lnTo>
                  <a:pt x="35" y="16"/>
                </a:lnTo>
                <a:lnTo>
                  <a:pt x="36" y="17"/>
                </a:lnTo>
                <a:lnTo>
                  <a:pt x="37" y="17"/>
                </a:lnTo>
                <a:lnTo>
                  <a:pt x="37" y="18"/>
                </a:lnTo>
                <a:lnTo>
                  <a:pt x="36" y="18"/>
                </a:lnTo>
                <a:lnTo>
                  <a:pt x="36" y="20"/>
                </a:lnTo>
                <a:lnTo>
                  <a:pt x="37" y="20"/>
                </a:lnTo>
                <a:lnTo>
                  <a:pt x="36" y="23"/>
                </a:lnTo>
                <a:lnTo>
                  <a:pt x="35" y="24"/>
                </a:lnTo>
                <a:lnTo>
                  <a:pt x="35" y="25"/>
                </a:lnTo>
                <a:lnTo>
                  <a:pt x="35" y="26"/>
                </a:lnTo>
                <a:lnTo>
                  <a:pt x="34" y="26"/>
                </a:lnTo>
                <a:lnTo>
                  <a:pt x="33" y="26"/>
                </a:lnTo>
                <a:lnTo>
                  <a:pt x="32" y="26"/>
                </a:lnTo>
                <a:lnTo>
                  <a:pt x="31" y="26"/>
                </a:lnTo>
                <a:lnTo>
                  <a:pt x="30" y="25"/>
                </a:lnTo>
                <a:lnTo>
                  <a:pt x="29" y="25"/>
                </a:lnTo>
                <a:lnTo>
                  <a:pt x="29" y="24"/>
                </a:lnTo>
                <a:lnTo>
                  <a:pt x="28" y="24"/>
                </a:lnTo>
                <a:lnTo>
                  <a:pt x="27" y="23"/>
                </a:lnTo>
                <a:lnTo>
                  <a:pt x="26" y="23"/>
                </a:lnTo>
                <a:lnTo>
                  <a:pt x="25" y="23"/>
                </a:lnTo>
                <a:lnTo>
                  <a:pt x="24" y="22"/>
                </a:lnTo>
                <a:lnTo>
                  <a:pt x="23" y="22"/>
                </a:lnTo>
                <a:lnTo>
                  <a:pt x="22" y="21"/>
                </a:lnTo>
                <a:lnTo>
                  <a:pt x="21" y="21"/>
                </a:lnTo>
                <a:lnTo>
                  <a:pt x="20" y="21"/>
                </a:lnTo>
                <a:lnTo>
                  <a:pt x="19" y="21"/>
                </a:lnTo>
                <a:lnTo>
                  <a:pt x="18" y="21"/>
                </a:lnTo>
                <a:lnTo>
                  <a:pt x="17" y="21"/>
                </a:lnTo>
                <a:lnTo>
                  <a:pt x="17" y="20"/>
                </a:lnTo>
                <a:lnTo>
                  <a:pt x="16" y="20"/>
                </a:lnTo>
                <a:lnTo>
                  <a:pt x="16" y="18"/>
                </a:lnTo>
                <a:lnTo>
                  <a:pt x="15" y="18"/>
                </a:lnTo>
                <a:lnTo>
                  <a:pt x="12" y="18"/>
                </a:lnTo>
                <a:lnTo>
                  <a:pt x="11" y="18"/>
                </a:lnTo>
                <a:lnTo>
                  <a:pt x="10" y="20"/>
                </a:lnTo>
                <a:lnTo>
                  <a:pt x="9" y="20"/>
                </a:lnTo>
                <a:lnTo>
                  <a:pt x="9" y="21"/>
                </a:lnTo>
                <a:lnTo>
                  <a:pt x="8" y="21"/>
                </a:lnTo>
                <a:lnTo>
                  <a:pt x="7" y="21"/>
                </a:lnTo>
                <a:lnTo>
                  <a:pt x="7" y="20"/>
                </a:lnTo>
                <a:lnTo>
                  <a:pt x="8" y="20"/>
                </a:lnTo>
                <a:lnTo>
                  <a:pt x="7" y="20"/>
                </a:lnTo>
                <a:lnTo>
                  <a:pt x="7" y="18"/>
                </a:lnTo>
                <a:lnTo>
                  <a:pt x="6" y="17"/>
                </a:lnTo>
                <a:lnTo>
                  <a:pt x="5" y="15"/>
                </a:lnTo>
                <a:lnTo>
                  <a:pt x="4" y="14"/>
                </a:lnTo>
                <a:lnTo>
                  <a:pt x="3" y="13"/>
                </a:lnTo>
                <a:lnTo>
                  <a:pt x="3" y="12"/>
                </a:lnTo>
                <a:lnTo>
                  <a:pt x="4" y="12"/>
                </a:lnTo>
                <a:lnTo>
                  <a:pt x="4" y="11"/>
                </a:lnTo>
                <a:lnTo>
                  <a:pt x="5" y="11"/>
                </a:lnTo>
                <a:lnTo>
                  <a:pt x="4" y="11"/>
                </a:lnTo>
                <a:lnTo>
                  <a:pt x="4" y="9"/>
                </a:lnTo>
                <a:lnTo>
                  <a:pt x="3" y="8"/>
                </a:lnTo>
                <a:lnTo>
                  <a:pt x="3" y="7"/>
                </a:lnTo>
                <a:lnTo>
                  <a:pt x="2" y="6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3" y="1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87" name=""/>
          <p:cNvSpPr/>
          <p:nvPr/>
        </p:nvSpPr>
        <p:spPr>
          <a:xfrm>
            <a:off x="7029000" y="40233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5" y="2"/>
                </a:lnTo>
                <a:lnTo>
                  <a:pt x="5" y="3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88" name=""/>
          <p:cNvSpPr/>
          <p:nvPr/>
        </p:nvSpPr>
        <p:spPr>
          <a:xfrm>
            <a:off x="7032960" y="402336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4" y="0"/>
                </a:moveTo>
                <a:lnTo>
                  <a:pt x="5" y="0"/>
                </a:lnTo>
                <a:lnTo>
                  <a:pt x="6" y="0"/>
                </a:lnTo>
                <a:lnTo>
                  <a:pt x="7" y="1"/>
                </a:lnTo>
                <a:lnTo>
                  <a:pt x="7" y="0"/>
                </a:lnTo>
                <a:lnTo>
                  <a:pt x="7" y="1"/>
                </a:lnTo>
                <a:lnTo>
                  <a:pt x="6" y="1"/>
                </a:ln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lnTo>
                  <a:pt x="5" y="3"/>
                </a:lnTo>
                <a:lnTo>
                  <a:pt x="5" y="4"/>
                </a:lnTo>
                <a:lnTo>
                  <a:pt x="4" y="6"/>
                </a:lnTo>
                <a:lnTo>
                  <a:pt x="2" y="7"/>
                </a:lnTo>
                <a:lnTo>
                  <a:pt x="1" y="6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89" name=""/>
          <p:cNvSpPr/>
          <p:nvPr/>
        </p:nvSpPr>
        <p:spPr>
          <a:xfrm>
            <a:off x="7032600" y="40222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90" name=""/>
          <p:cNvSpPr/>
          <p:nvPr/>
        </p:nvSpPr>
        <p:spPr>
          <a:xfrm>
            <a:off x="7052760" y="40251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3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91" name=""/>
          <p:cNvSpPr/>
          <p:nvPr/>
        </p:nvSpPr>
        <p:spPr>
          <a:xfrm>
            <a:off x="7034040" y="40222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3" y="0"/>
                </a:move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92" name=""/>
          <p:cNvSpPr/>
          <p:nvPr/>
        </p:nvSpPr>
        <p:spPr>
          <a:xfrm>
            <a:off x="7035840" y="40219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93" name=""/>
          <p:cNvSpPr/>
          <p:nvPr/>
        </p:nvSpPr>
        <p:spPr>
          <a:xfrm>
            <a:off x="7035120" y="4021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94" name=""/>
          <p:cNvSpPr/>
          <p:nvPr/>
        </p:nvSpPr>
        <p:spPr>
          <a:xfrm>
            <a:off x="7038720" y="402228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95" name=""/>
          <p:cNvSpPr/>
          <p:nvPr/>
        </p:nvSpPr>
        <p:spPr>
          <a:xfrm>
            <a:off x="7051680" y="40240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96" name=""/>
          <p:cNvSpPr/>
          <p:nvPr/>
        </p:nvSpPr>
        <p:spPr>
          <a:xfrm>
            <a:off x="7047360" y="4023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97" name=""/>
          <p:cNvSpPr/>
          <p:nvPr/>
        </p:nvSpPr>
        <p:spPr>
          <a:xfrm>
            <a:off x="7043760" y="40219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0"/>
                </a:moveTo>
                <a:lnTo>
                  <a:pt x="2" y="0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98" name=""/>
          <p:cNvSpPr/>
          <p:nvPr/>
        </p:nvSpPr>
        <p:spPr>
          <a:xfrm>
            <a:off x="7025760" y="4019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99" name=""/>
          <p:cNvSpPr/>
          <p:nvPr/>
        </p:nvSpPr>
        <p:spPr>
          <a:xfrm>
            <a:off x="7049160" y="402264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2" y="0"/>
                </a:moveTo>
                <a:lnTo>
                  <a:pt x="2" y="2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00" name=""/>
          <p:cNvSpPr/>
          <p:nvPr/>
        </p:nvSpPr>
        <p:spPr>
          <a:xfrm>
            <a:off x="7045200" y="4021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01" name=""/>
          <p:cNvSpPr/>
          <p:nvPr/>
        </p:nvSpPr>
        <p:spPr>
          <a:xfrm>
            <a:off x="7050240" y="4023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2" y="3"/>
                </a:ln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02" name=""/>
          <p:cNvSpPr/>
          <p:nvPr/>
        </p:nvSpPr>
        <p:spPr>
          <a:xfrm>
            <a:off x="7036560" y="402048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5" y="1"/>
                </a:moveTo>
                <a:lnTo>
                  <a:pt x="6" y="1"/>
                </a:lnTo>
                <a:lnTo>
                  <a:pt x="7" y="2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03" name=""/>
          <p:cNvSpPr/>
          <p:nvPr/>
        </p:nvSpPr>
        <p:spPr>
          <a:xfrm>
            <a:off x="7050960" y="402300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3"/>
                </a:moveTo>
                <a:lnTo>
                  <a:pt x="2" y="1"/>
                </a:lnTo>
                <a:lnTo>
                  <a:pt x="0" y="1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04" name=""/>
          <p:cNvSpPr/>
          <p:nvPr/>
        </p:nvSpPr>
        <p:spPr>
          <a:xfrm>
            <a:off x="7037280" y="4020480"/>
            <a:ext cx="5040" cy="2160"/>
          </a:xfrm>
          <a:custGeom>
            <a:avLst/>
            <a:gdLst/>
            <a:ahLst/>
            <a:rect l="0" t="0" r="r" b="b"/>
            <a:pathLst>
              <a:path fill="none" w="14" h="6">
                <a:moveTo>
                  <a:pt x="13" y="0"/>
                </a:moveTo>
                <a:lnTo>
                  <a:pt x="13" y="1"/>
                </a:lnTo>
                <a:lnTo>
                  <a:pt x="13" y="3"/>
                </a:lnTo>
                <a:lnTo>
                  <a:pt x="14" y="3"/>
                </a:lnTo>
                <a:lnTo>
                  <a:pt x="14" y="4"/>
                </a:lnTo>
                <a:lnTo>
                  <a:pt x="13" y="5"/>
                </a:lnTo>
                <a:lnTo>
                  <a:pt x="13" y="6"/>
                </a:lnTo>
                <a:lnTo>
                  <a:pt x="12" y="6"/>
                </a:lnTo>
                <a:lnTo>
                  <a:pt x="12" y="5"/>
                </a:lnTo>
                <a:lnTo>
                  <a:pt x="12" y="4"/>
                </a:lnTo>
                <a:lnTo>
                  <a:pt x="11" y="4"/>
                </a:lnTo>
                <a:lnTo>
                  <a:pt x="11" y="5"/>
                </a:lnTo>
                <a:lnTo>
                  <a:pt x="11" y="4"/>
                </a:lnTo>
                <a:lnTo>
                  <a:pt x="11" y="5"/>
                </a:lnTo>
                <a:lnTo>
                  <a:pt x="10" y="5"/>
                </a:lnTo>
                <a:lnTo>
                  <a:pt x="9" y="5"/>
                </a:lnTo>
                <a:lnTo>
                  <a:pt x="8" y="5"/>
                </a:lnTo>
                <a:lnTo>
                  <a:pt x="7" y="5"/>
                </a:lnTo>
                <a:lnTo>
                  <a:pt x="5" y="5"/>
                </a:lnTo>
                <a:lnTo>
                  <a:pt x="4" y="5"/>
                </a:lnTo>
                <a:lnTo>
                  <a:pt x="3" y="4"/>
                </a:lnTo>
                <a:lnTo>
                  <a:pt x="3" y="5"/>
                </a:lnTo>
                <a:lnTo>
                  <a:pt x="3" y="6"/>
                </a:lnTo>
                <a:lnTo>
                  <a:pt x="2" y="5"/>
                </a:lnTo>
                <a:lnTo>
                  <a:pt x="1" y="6"/>
                </a:lnTo>
                <a:lnTo>
                  <a:pt x="0" y="5"/>
                </a:lnTo>
                <a:lnTo>
                  <a:pt x="1" y="4"/>
                </a:lnTo>
                <a:lnTo>
                  <a:pt x="2" y="4"/>
                </a:lnTo>
                <a:lnTo>
                  <a:pt x="4" y="4"/>
                </a:lnTo>
                <a:lnTo>
                  <a:pt x="4" y="3"/>
                </a:lnTo>
                <a:lnTo>
                  <a:pt x="4" y="1"/>
                </a:lnTo>
                <a:lnTo>
                  <a:pt x="5" y="1"/>
                </a:lnTo>
                <a:lnTo>
                  <a:pt x="7" y="1"/>
                </a:lnTo>
                <a:lnTo>
                  <a:pt x="8" y="1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11" y="1"/>
                </a:lnTo>
                <a:lnTo>
                  <a:pt x="11" y="0"/>
                </a:lnTo>
                <a:lnTo>
                  <a:pt x="12" y="0"/>
                </a:lnTo>
                <a:lnTo>
                  <a:pt x="1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05" name=""/>
          <p:cNvSpPr/>
          <p:nvPr/>
        </p:nvSpPr>
        <p:spPr>
          <a:xfrm>
            <a:off x="7040160" y="4020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06" name=""/>
          <p:cNvSpPr/>
          <p:nvPr/>
        </p:nvSpPr>
        <p:spPr>
          <a:xfrm>
            <a:off x="7026840" y="4017960"/>
            <a:ext cx="1440" cy="2520"/>
          </a:xfrm>
          <a:custGeom>
            <a:avLst/>
            <a:gdLst/>
            <a:ahLst/>
            <a:rect l="0" t="0" r="r" b="b"/>
            <a:pathLst>
              <a:path fill="none" w="4" h="7">
                <a:moveTo>
                  <a:pt x="3" y="2"/>
                </a:moveTo>
                <a:lnTo>
                  <a:pt x="3" y="3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2" y="7"/>
                </a:lnTo>
                <a:lnTo>
                  <a:pt x="0" y="7"/>
                </a:lnTo>
                <a:lnTo>
                  <a:pt x="0" y="5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07" name=""/>
          <p:cNvSpPr/>
          <p:nvPr/>
        </p:nvSpPr>
        <p:spPr>
          <a:xfrm>
            <a:off x="7030080" y="4017960"/>
            <a:ext cx="6480" cy="4320"/>
          </a:xfrm>
          <a:custGeom>
            <a:avLst/>
            <a:gdLst/>
            <a:ahLst/>
            <a:rect l="0" t="0" r="r" b="b"/>
            <a:pathLst>
              <a:path fill="none" w="18" h="12">
                <a:moveTo>
                  <a:pt x="12" y="1"/>
                </a:moveTo>
                <a:lnTo>
                  <a:pt x="13" y="2"/>
                </a:lnTo>
                <a:lnTo>
                  <a:pt x="13" y="1"/>
                </a:lnTo>
                <a:lnTo>
                  <a:pt x="15" y="1"/>
                </a:lnTo>
                <a:lnTo>
                  <a:pt x="16" y="1"/>
                </a:lnTo>
                <a:lnTo>
                  <a:pt x="17" y="1"/>
                </a:lnTo>
                <a:lnTo>
                  <a:pt x="17" y="2"/>
                </a:lnTo>
                <a:lnTo>
                  <a:pt x="16" y="2"/>
                </a:lnTo>
                <a:lnTo>
                  <a:pt x="16" y="3"/>
                </a:lnTo>
                <a:lnTo>
                  <a:pt x="17" y="3"/>
                </a:lnTo>
                <a:lnTo>
                  <a:pt x="17" y="4"/>
                </a:lnTo>
                <a:lnTo>
                  <a:pt x="18" y="4"/>
                </a:lnTo>
                <a:lnTo>
                  <a:pt x="17" y="5"/>
                </a:lnTo>
                <a:lnTo>
                  <a:pt x="16" y="5"/>
                </a:lnTo>
                <a:lnTo>
                  <a:pt x="17" y="7"/>
                </a:lnTo>
                <a:lnTo>
                  <a:pt x="17" y="8"/>
                </a:lnTo>
                <a:lnTo>
                  <a:pt x="17" y="11"/>
                </a:lnTo>
                <a:lnTo>
                  <a:pt x="17" y="12"/>
                </a:lnTo>
                <a:lnTo>
                  <a:pt x="16" y="12"/>
                </a:lnTo>
                <a:lnTo>
                  <a:pt x="15" y="12"/>
                </a:lnTo>
                <a:lnTo>
                  <a:pt x="13" y="12"/>
                </a:lnTo>
                <a:lnTo>
                  <a:pt x="13" y="11"/>
                </a:lnTo>
                <a:lnTo>
                  <a:pt x="12" y="11"/>
                </a:lnTo>
                <a:lnTo>
                  <a:pt x="10" y="11"/>
                </a:lnTo>
                <a:lnTo>
                  <a:pt x="9" y="11"/>
                </a:lnTo>
                <a:lnTo>
                  <a:pt x="8" y="9"/>
                </a:lnTo>
                <a:lnTo>
                  <a:pt x="7" y="9"/>
                </a:lnTo>
                <a:lnTo>
                  <a:pt x="5" y="7"/>
                </a:lnTo>
                <a:lnTo>
                  <a:pt x="4" y="7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1" y="4"/>
                </a:lnTo>
                <a:lnTo>
                  <a:pt x="2" y="4"/>
                </a:lnTo>
                <a:lnTo>
                  <a:pt x="3" y="4"/>
                </a:lnTo>
                <a:lnTo>
                  <a:pt x="4" y="4"/>
                </a:lnTo>
                <a:lnTo>
                  <a:pt x="5" y="4"/>
                </a:lnTo>
                <a:lnTo>
                  <a:pt x="6" y="3"/>
                </a:lnTo>
                <a:lnTo>
                  <a:pt x="7" y="3"/>
                </a:lnTo>
                <a:lnTo>
                  <a:pt x="8" y="3"/>
                </a:lnTo>
                <a:lnTo>
                  <a:pt x="9" y="3"/>
                </a:lnTo>
                <a:lnTo>
                  <a:pt x="9" y="2"/>
                </a:lnTo>
                <a:lnTo>
                  <a:pt x="10" y="1"/>
                </a:lnTo>
                <a:lnTo>
                  <a:pt x="11" y="1"/>
                </a:lnTo>
                <a:lnTo>
                  <a:pt x="11" y="0"/>
                </a:lnTo>
                <a:lnTo>
                  <a:pt x="12" y="0"/>
                </a:lnTo>
                <a:lnTo>
                  <a:pt x="1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08" name=""/>
          <p:cNvSpPr/>
          <p:nvPr/>
        </p:nvSpPr>
        <p:spPr>
          <a:xfrm>
            <a:off x="7043400" y="4015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09" name=""/>
          <p:cNvSpPr/>
          <p:nvPr/>
        </p:nvSpPr>
        <p:spPr>
          <a:xfrm>
            <a:off x="7043040" y="40143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3"/>
                </a:moveTo>
                <a:lnTo>
                  <a:pt x="4" y="3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10" name=""/>
          <p:cNvSpPr/>
          <p:nvPr/>
        </p:nvSpPr>
        <p:spPr>
          <a:xfrm>
            <a:off x="7037640" y="4012920"/>
            <a:ext cx="5400" cy="2880"/>
          </a:xfrm>
          <a:custGeom>
            <a:avLst/>
            <a:gdLst/>
            <a:ahLst/>
            <a:rect l="0" t="0" r="r" b="b"/>
            <a:pathLst>
              <a:path fill="none" w="15" h="8">
                <a:moveTo>
                  <a:pt x="10" y="1"/>
                </a:moveTo>
                <a:lnTo>
                  <a:pt x="9" y="1"/>
                </a:lnTo>
                <a:lnTo>
                  <a:pt x="9" y="2"/>
                </a:lnTo>
                <a:lnTo>
                  <a:pt x="9" y="3"/>
                </a:lnTo>
                <a:lnTo>
                  <a:pt x="10" y="3"/>
                </a:lnTo>
                <a:lnTo>
                  <a:pt x="11" y="3"/>
                </a:lnTo>
                <a:lnTo>
                  <a:pt x="12" y="3"/>
                </a:lnTo>
                <a:lnTo>
                  <a:pt x="13" y="3"/>
                </a:lnTo>
                <a:lnTo>
                  <a:pt x="14" y="5"/>
                </a:lnTo>
                <a:lnTo>
                  <a:pt x="14" y="6"/>
                </a:lnTo>
                <a:lnTo>
                  <a:pt x="13" y="6"/>
                </a:lnTo>
                <a:lnTo>
                  <a:pt x="14" y="7"/>
                </a:lnTo>
                <a:lnTo>
                  <a:pt x="15" y="8"/>
                </a:lnTo>
                <a:lnTo>
                  <a:pt x="14" y="8"/>
                </a:lnTo>
                <a:lnTo>
                  <a:pt x="13" y="8"/>
                </a:lnTo>
                <a:lnTo>
                  <a:pt x="12" y="8"/>
                </a:lnTo>
                <a:lnTo>
                  <a:pt x="12" y="7"/>
                </a:lnTo>
                <a:lnTo>
                  <a:pt x="11" y="7"/>
                </a:lnTo>
                <a:lnTo>
                  <a:pt x="11" y="6"/>
                </a:lnTo>
                <a:lnTo>
                  <a:pt x="10" y="7"/>
                </a:lnTo>
                <a:lnTo>
                  <a:pt x="9" y="7"/>
                </a:lnTo>
                <a:lnTo>
                  <a:pt x="8" y="7"/>
                </a:lnTo>
                <a:lnTo>
                  <a:pt x="8" y="6"/>
                </a:lnTo>
                <a:lnTo>
                  <a:pt x="7" y="6"/>
                </a:lnTo>
                <a:lnTo>
                  <a:pt x="6" y="6"/>
                </a:lnTo>
                <a:lnTo>
                  <a:pt x="7" y="6"/>
                </a:lnTo>
                <a:lnTo>
                  <a:pt x="7" y="7"/>
                </a:lnTo>
                <a:lnTo>
                  <a:pt x="6" y="7"/>
                </a:lnTo>
                <a:lnTo>
                  <a:pt x="6" y="8"/>
                </a:lnTo>
                <a:lnTo>
                  <a:pt x="4" y="8"/>
                </a:lnTo>
                <a:lnTo>
                  <a:pt x="3" y="8"/>
                </a:lnTo>
                <a:lnTo>
                  <a:pt x="3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3" y="2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8" y="2"/>
                </a:lnTo>
                <a:lnTo>
                  <a:pt x="8" y="1"/>
                </a:lnTo>
                <a:lnTo>
                  <a:pt x="9" y="1"/>
                </a:lnTo>
                <a:lnTo>
                  <a:pt x="9" y="0"/>
                </a:lnTo>
                <a:lnTo>
                  <a:pt x="9" y="1"/>
                </a:lnTo>
                <a:lnTo>
                  <a:pt x="1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11" name=""/>
          <p:cNvSpPr/>
          <p:nvPr/>
        </p:nvSpPr>
        <p:spPr>
          <a:xfrm>
            <a:off x="7038000" y="40122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12" name=""/>
          <p:cNvSpPr/>
          <p:nvPr/>
        </p:nvSpPr>
        <p:spPr>
          <a:xfrm>
            <a:off x="7016040" y="4007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13" name=""/>
          <p:cNvSpPr/>
          <p:nvPr/>
        </p:nvSpPr>
        <p:spPr>
          <a:xfrm>
            <a:off x="7036560" y="40111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14" name=""/>
          <p:cNvSpPr/>
          <p:nvPr/>
        </p:nvSpPr>
        <p:spPr>
          <a:xfrm>
            <a:off x="7038720" y="401112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2"/>
                </a:move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15" name=""/>
          <p:cNvSpPr/>
          <p:nvPr/>
        </p:nvSpPr>
        <p:spPr>
          <a:xfrm>
            <a:off x="7030080" y="40086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4"/>
                </a:moveTo>
                <a:lnTo>
                  <a:pt x="3" y="3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16" name=""/>
          <p:cNvSpPr/>
          <p:nvPr/>
        </p:nvSpPr>
        <p:spPr>
          <a:xfrm>
            <a:off x="7031520" y="40078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2"/>
                </a:move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5" y="2"/>
                </a:lnTo>
                <a:lnTo>
                  <a:pt x="5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17" name=""/>
          <p:cNvSpPr/>
          <p:nvPr/>
        </p:nvSpPr>
        <p:spPr>
          <a:xfrm>
            <a:off x="7032600" y="400788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1" y="0"/>
                </a:move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18" name=""/>
          <p:cNvSpPr/>
          <p:nvPr/>
        </p:nvSpPr>
        <p:spPr>
          <a:xfrm>
            <a:off x="7039080" y="4008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19" name=""/>
          <p:cNvSpPr/>
          <p:nvPr/>
        </p:nvSpPr>
        <p:spPr>
          <a:xfrm>
            <a:off x="7039800" y="40086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20" name=""/>
          <p:cNvSpPr/>
          <p:nvPr/>
        </p:nvSpPr>
        <p:spPr>
          <a:xfrm>
            <a:off x="7029720" y="400680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7" y="2"/>
                </a:moveTo>
                <a:lnTo>
                  <a:pt x="7" y="3"/>
                </a:lnTo>
                <a:lnTo>
                  <a:pt x="5" y="3"/>
                </a:lnTo>
                <a:lnTo>
                  <a:pt x="5" y="5"/>
                </a:lnTo>
                <a:lnTo>
                  <a:pt x="2" y="3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4" y="2"/>
                </a:lnTo>
                <a:lnTo>
                  <a:pt x="7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21" name=""/>
          <p:cNvSpPr/>
          <p:nvPr/>
        </p:nvSpPr>
        <p:spPr>
          <a:xfrm>
            <a:off x="7028640" y="40064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3" y="0"/>
                </a:moveTo>
                <a:lnTo>
                  <a:pt x="4" y="0"/>
                </a:lnTo>
                <a:lnTo>
                  <a:pt x="4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22" name=""/>
          <p:cNvSpPr/>
          <p:nvPr/>
        </p:nvSpPr>
        <p:spPr>
          <a:xfrm>
            <a:off x="7041960" y="4007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23" name=""/>
          <p:cNvSpPr/>
          <p:nvPr/>
        </p:nvSpPr>
        <p:spPr>
          <a:xfrm>
            <a:off x="7037280" y="4006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24" name=""/>
          <p:cNvSpPr/>
          <p:nvPr/>
        </p:nvSpPr>
        <p:spPr>
          <a:xfrm>
            <a:off x="7044840" y="40068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25" name=""/>
          <p:cNvSpPr/>
          <p:nvPr/>
        </p:nvSpPr>
        <p:spPr>
          <a:xfrm>
            <a:off x="7041600" y="40053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2"/>
                </a:moveTo>
                <a:lnTo>
                  <a:pt x="3" y="2"/>
                </a:lnTo>
                <a:lnTo>
                  <a:pt x="2" y="4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26" name=""/>
          <p:cNvSpPr/>
          <p:nvPr/>
        </p:nvSpPr>
        <p:spPr>
          <a:xfrm>
            <a:off x="7045200" y="4005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27" name=""/>
          <p:cNvSpPr/>
          <p:nvPr/>
        </p:nvSpPr>
        <p:spPr>
          <a:xfrm>
            <a:off x="7045920" y="40057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4" y="1"/>
                </a:moveTo>
                <a:lnTo>
                  <a:pt x="5" y="1"/>
                </a:ln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4" y="4"/>
                </a:lnTo>
                <a:lnTo>
                  <a:pt x="3" y="4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28" name=""/>
          <p:cNvSpPr/>
          <p:nvPr/>
        </p:nvSpPr>
        <p:spPr>
          <a:xfrm>
            <a:off x="7042320" y="4003200"/>
            <a:ext cx="3960" cy="2520"/>
          </a:xfrm>
          <a:custGeom>
            <a:avLst/>
            <a:gdLst/>
            <a:ahLst/>
            <a:rect l="0" t="0" r="r" b="b"/>
            <a:pathLst>
              <a:path fill="none" w="11" h="7">
                <a:moveTo>
                  <a:pt x="6" y="4"/>
                </a:moveTo>
                <a:lnTo>
                  <a:pt x="7" y="4"/>
                </a:lnTo>
                <a:lnTo>
                  <a:pt x="8" y="4"/>
                </a:lnTo>
                <a:lnTo>
                  <a:pt x="8" y="3"/>
                </a:lnTo>
                <a:lnTo>
                  <a:pt x="8" y="4"/>
                </a:lnTo>
                <a:lnTo>
                  <a:pt x="9" y="4"/>
                </a:lnTo>
                <a:lnTo>
                  <a:pt x="10" y="3"/>
                </a:lnTo>
                <a:lnTo>
                  <a:pt x="11" y="3"/>
                </a:lnTo>
                <a:lnTo>
                  <a:pt x="10" y="4"/>
                </a:lnTo>
                <a:lnTo>
                  <a:pt x="9" y="4"/>
                </a:lnTo>
                <a:lnTo>
                  <a:pt x="10" y="4"/>
                </a:lnTo>
                <a:lnTo>
                  <a:pt x="10" y="5"/>
                </a:lnTo>
                <a:lnTo>
                  <a:pt x="11" y="5"/>
                </a:lnTo>
                <a:lnTo>
                  <a:pt x="10" y="6"/>
                </a:lnTo>
                <a:lnTo>
                  <a:pt x="10" y="5"/>
                </a:lnTo>
                <a:lnTo>
                  <a:pt x="9" y="5"/>
                </a:lnTo>
                <a:lnTo>
                  <a:pt x="8" y="5"/>
                </a:lnTo>
                <a:lnTo>
                  <a:pt x="7" y="5"/>
                </a:lnTo>
                <a:lnTo>
                  <a:pt x="6" y="6"/>
                </a:lnTo>
                <a:lnTo>
                  <a:pt x="6" y="5"/>
                </a:lnTo>
                <a:lnTo>
                  <a:pt x="5" y="5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29" name=""/>
          <p:cNvSpPr/>
          <p:nvPr/>
        </p:nvSpPr>
        <p:spPr>
          <a:xfrm>
            <a:off x="7040880" y="40024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30" name=""/>
          <p:cNvSpPr/>
          <p:nvPr/>
        </p:nvSpPr>
        <p:spPr>
          <a:xfrm>
            <a:off x="7043040" y="40028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31" name=""/>
          <p:cNvSpPr/>
          <p:nvPr/>
        </p:nvSpPr>
        <p:spPr>
          <a:xfrm>
            <a:off x="7052760" y="400392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0"/>
                </a:moveTo>
                <a:lnTo>
                  <a:pt x="6" y="2"/>
                </a:lnTo>
                <a:lnTo>
                  <a:pt x="6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32" name=""/>
          <p:cNvSpPr/>
          <p:nvPr/>
        </p:nvSpPr>
        <p:spPr>
          <a:xfrm>
            <a:off x="7054560" y="40035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1"/>
                </a:moveTo>
                <a:lnTo>
                  <a:pt x="3" y="3"/>
                </a:lnTo>
                <a:lnTo>
                  <a:pt x="5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33" name=""/>
          <p:cNvSpPr/>
          <p:nvPr/>
        </p:nvSpPr>
        <p:spPr>
          <a:xfrm>
            <a:off x="7053480" y="40014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34" name=""/>
          <p:cNvSpPr/>
          <p:nvPr/>
        </p:nvSpPr>
        <p:spPr>
          <a:xfrm>
            <a:off x="7053120" y="40014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35" name=""/>
          <p:cNvSpPr/>
          <p:nvPr/>
        </p:nvSpPr>
        <p:spPr>
          <a:xfrm>
            <a:off x="7048080" y="400032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3" y="0"/>
                </a:moveTo>
                <a:lnTo>
                  <a:pt x="5" y="2"/>
                </a:lnTo>
                <a:lnTo>
                  <a:pt x="3" y="2"/>
                </a:ln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36" name=""/>
          <p:cNvSpPr/>
          <p:nvPr/>
        </p:nvSpPr>
        <p:spPr>
          <a:xfrm>
            <a:off x="7049160" y="39999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37" name=""/>
          <p:cNvSpPr/>
          <p:nvPr/>
        </p:nvSpPr>
        <p:spPr>
          <a:xfrm>
            <a:off x="7049880" y="399888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2" y="2"/>
                </a:move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38" name=""/>
          <p:cNvSpPr/>
          <p:nvPr/>
        </p:nvSpPr>
        <p:spPr>
          <a:xfrm>
            <a:off x="7008840" y="393732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3" y="0"/>
                </a:lnTo>
                <a:lnTo>
                  <a:pt x="3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39" name=""/>
          <p:cNvSpPr/>
          <p:nvPr/>
        </p:nvSpPr>
        <p:spPr>
          <a:xfrm>
            <a:off x="6943320" y="3854880"/>
            <a:ext cx="4320" cy="1440"/>
          </a:xfrm>
          <a:custGeom>
            <a:avLst/>
            <a:gdLst/>
            <a:ahLst/>
            <a:rect l="0" t="0" r="r" b="b"/>
            <a:pathLst>
              <a:path fill="none" w="12" h="4">
                <a:moveTo>
                  <a:pt x="7" y="0"/>
                </a:moveTo>
                <a:lnTo>
                  <a:pt x="7" y="2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2" y="2"/>
                </a:lnTo>
                <a:lnTo>
                  <a:pt x="12" y="3"/>
                </a:lnTo>
                <a:lnTo>
                  <a:pt x="11" y="3"/>
                </a:lnTo>
                <a:lnTo>
                  <a:pt x="11" y="4"/>
                </a:lnTo>
                <a:lnTo>
                  <a:pt x="10" y="4"/>
                </a:lnTo>
                <a:lnTo>
                  <a:pt x="9" y="3"/>
                </a:lnTo>
                <a:lnTo>
                  <a:pt x="9" y="2"/>
                </a:lnTo>
                <a:lnTo>
                  <a:pt x="7" y="2"/>
                </a:lnTo>
                <a:lnTo>
                  <a:pt x="6" y="2"/>
                </a:lnTo>
                <a:lnTo>
                  <a:pt x="6" y="0"/>
                </a:lnTo>
                <a:lnTo>
                  <a:pt x="5" y="0"/>
                </a:lnTo>
                <a:lnTo>
                  <a:pt x="5" y="2"/>
                </a:lnTo>
                <a:lnTo>
                  <a:pt x="2" y="3"/>
                </a:lnTo>
                <a:lnTo>
                  <a:pt x="1" y="2"/>
                </a:lnTo>
                <a:lnTo>
                  <a:pt x="0" y="2"/>
                </a:lnTo>
                <a:lnTo>
                  <a:pt x="5" y="2"/>
                </a:lnTo>
                <a:lnTo>
                  <a:pt x="6" y="0"/>
                </a:lnTo>
                <a:lnTo>
                  <a:pt x="7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40" name=""/>
          <p:cNvSpPr/>
          <p:nvPr/>
        </p:nvSpPr>
        <p:spPr>
          <a:xfrm>
            <a:off x="6960960" y="3823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41" name=""/>
          <p:cNvSpPr/>
          <p:nvPr/>
        </p:nvSpPr>
        <p:spPr>
          <a:xfrm>
            <a:off x="6968520" y="381744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2" y="6"/>
                </a:move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2" y="3"/>
                </a:lnTo>
                <a:lnTo>
                  <a:pt x="2" y="1"/>
                </a:lnTo>
                <a:lnTo>
                  <a:pt x="3" y="0"/>
                </a:lnTo>
                <a:lnTo>
                  <a:pt x="3" y="1"/>
                </a:lnTo>
                <a:lnTo>
                  <a:pt x="3" y="4"/>
                </a:lnTo>
                <a:lnTo>
                  <a:pt x="4" y="4"/>
                </a:lnTo>
                <a:lnTo>
                  <a:pt x="4" y="5"/>
                </a:lnTo>
                <a:lnTo>
                  <a:pt x="2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42" name=""/>
          <p:cNvSpPr/>
          <p:nvPr/>
        </p:nvSpPr>
        <p:spPr>
          <a:xfrm>
            <a:off x="6973560" y="3811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43" name=""/>
          <p:cNvSpPr/>
          <p:nvPr/>
        </p:nvSpPr>
        <p:spPr>
          <a:xfrm>
            <a:off x="6979320" y="3810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44" name=""/>
          <p:cNvSpPr/>
          <p:nvPr/>
        </p:nvSpPr>
        <p:spPr>
          <a:xfrm>
            <a:off x="6982200" y="3805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45" name=""/>
          <p:cNvSpPr/>
          <p:nvPr/>
        </p:nvSpPr>
        <p:spPr>
          <a:xfrm>
            <a:off x="6988320" y="38008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46" name=""/>
          <p:cNvSpPr/>
          <p:nvPr/>
        </p:nvSpPr>
        <p:spPr>
          <a:xfrm>
            <a:off x="6993360" y="3794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47" name=""/>
          <p:cNvSpPr/>
          <p:nvPr/>
        </p:nvSpPr>
        <p:spPr>
          <a:xfrm>
            <a:off x="6994080" y="379404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3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48" name=""/>
          <p:cNvSpPr/>
          <p:nvPr/>
        </p:nvSpPr>
        <p:spPr>
          <a:xfrm>
            <a:off x="7016040" y="37828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49" name=""/>
          <p:cNvSpPr/>
          <p:nvPr/>
        </p:nvSpPr>
        <p:spPr>
          <a:xfrm>
            <a:off x="7036560" y="3781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50" name=""/>
          <p:cNvSpPr/>
          <p:nvPr/>
        </p:nvSpPr>
        <p:spPr>
          <a:xfrm>
            <a:off x="6957360" y="3761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51" name=""/>
          <p:cNvSpPr/>
          <p:nvPr/>
        </p:nvSpPr>
        <p:spPr>
          <a:xfrm>
            <a:off x="7014600" y="3754800"/>
            <a:ext cx="2880" cy="2160"/>
          </a:xfrm>
          <a:custGeom>
            <a:avLst/>
            <a:gdLst/>
            <a:ahLst/>
            <a:rect l="0" t="0" r="r" b="b"/>
            <a:pathLst>
              <a:path fill="none" w="8" h="6">
                <a:moveTo>
                  <a:pt x="5" y="3"/>
                </a:moveTo>
                <a:lnTo>
                  <a:pt x="4" y="3"/>
                </a:lnTo>
                <a:lnTo>
                  <a:pt x="3" y="5"/>
                </a:lnTo>
                <a:lnTo>
                  <a:pt x="2" y="5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2" y="3"/>
                </a:lnTo>
                <a:lnTo>
                  <a:pt x="3" y="2"/>
                </a:lnTo>
                <a:lnTo>
                  <a:pt x="4" y="2"/>
                </a:lnTo>
                <a:lnTo>
                  <a:pt x="5" y="1"/>
                </a:lnTo>
                <a:lnTo>
                  <a:pt x="7" y="1"/>
                </a:lnTo>
                <a:lnTo>
                  <a:pt x="7" y="0"/>
                </a:lnTo>
                <a:lnTo>
                  <a:pt x="7" y="1"/>
                </a:lnTo>
                <a:lnTo>
                  <a:pt x="8" y="1"/>
                </a:lnTo>
                <a:lnTo>
                  <a:pt x="7" y="1"/>
                </a:lnTo>
                <a:lnTo>
                  <a:pt x="7" y="2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52" name=""/>
          <p:cNvSpPr/>
          <p:nvPr/>
        </p:nvSpPr>
        <p:spPr>
          <a:xfrm>
            <a:off x="6938280" y="37440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53" name=""/>
          <p:cNvSpPr/>
          <p:nvPr/>
        </p:nvSpPr>
        <p:spPr>
          <a:xfrm>
            <a:off x="6939000" y="37429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54" name=""/>
          <p:cNvSpPr/>
          <p:nvPr/>
        </p:nvSpPr>
        <p:spPr>
          <a:xfrm>
            <a:off x="7012440" y="37519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55" name=""/>
          <p:cNvSpPr/>
          <p:nvPr/>
        </p:nvSpPr>
        <p:spPr>
          <a:xfrm>
            <a:off x="7034040" y="375408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1" y="0"/>
                </a:move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56" name=""/>
          <p:cNvSpPr/>
          <p:nvPr/>
        </p:nvSpPr>
        <p:spPr>
          <a:xfrm>
            <a:off x="6977520" y="37440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57" name=""/>
          <p:cNvSpPr/>
          <p:nvPr/>
        </p:nvSpPr>
        <p:spPr>
          <a:xfrm>
            <a:off x="6985080" y="37378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0"/>
                </a:move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2" y="0"/>
                </a:lnTo>
                <a:lnTo>
                  <a:pt x="2" y="1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58" name=""/>
          <p:cNvSpPr/>
          <p:nvPr/>
        </p:nvSpPr>
        <p:spPr>
          <a:xfrm>
            <a:off x="6982920" y="37368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0"/>
                </a:moveTo>
                <a:lnTo>
                  <a:pt x="4" y="0"/>
                </a:lnTo>
                <a:lnTo>
                  <a:pt x="4" y="1"/>
                </a:lnTo>
                <a:lnTo>
                  <a:pt x="3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59" name=""/>
          <p:cNvSpPr/>
          <p:nvPr/>
        </p:nvSpPr>
        <p:spPr>
          <a:xfrm>
            <a:off x="6984360" y="37368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60" name=""/>
          <p:cNvSpPr/>
          <p:nvPr/>
        </p:nvSpPr>
        <p:spPr>
          <a:xfrm>
            <a:off x="6985800" y="3736080"/>
            <a:ext cx="2880" cy="4320"/>
          </a:xfrm>
          <a:custGeom>
            <a:avLst/>
            <a:gdLst/>
            <a:ahLst/>
            <a:rect l="0" t="0" r="r" b="b"/>
            <a:pathLst>
              <a:path fill="none" w="8" h="12">
                <a:moveTo>
                  <a:pt x="1" y="1"/>
                </a:moveTo>
                <a:lnTo>
                  <a:pt x="2" y="1"/>
                </a:lnTo>
                <a:lnTo>
                  <a:pt x="4" y="1"/>
                </a:ln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6" y="5"/>
                </a:lnTo>
                <a:lnTo>
                  <a:pt x="8" y="9"/>
                </a:lnTo>
                <a:lnTo>
                  <a:pt x="7" y="10"/>
                </a:lnTo>
                <a:lnTo>
                  <a:pt x="7" y="11"/>
                </a:lnTo>
                <a:lnTo>
                  <a:pt x="8" y="11"/>
                </a:lnTo>
                <a:lnTo>
                  <a:pt x="8" y="12"/>
                </a:lnTo>
                <a:lnTo>
                  <a:pt x="7" y="12"/>
                </a:lnTo>
                <a:lnTo>
                  <a:pt x="6" y="11"/>
                </a:lnTo>
                <a:lnTo>
                  <a:pt x="6" y="10"/>
                </a:lnTo>
                <a:lnTo>
                  <a:pt x="5" y="10"/>
                </a:lnTo>
                <a:lnTo>
                  <a:pt x="4" y="10"/>
                </a:lnTo>
                <a:lnTo>
                  <a:pt x="4" y="9"/>
                </a:lnTo>
                <a:lnTo>
                  <a:pt x="5" y="9"/>
                </a:lnTo>
                <a:lnTo>
                  <a:pt x="5" y="8"/>
                </a:lnTo>
                <a:lnTo>
                  <a:pt x="4" y="8"/>
                </a:lnTo>
                <a:lnTo>
                  <a:pt x="4" y="6"/>
                </a:lnTo>
                <a:lnTo>
                  <a:pt x="5" y="5"/>
                </a:lnTo>
                <a:lnTo>
                  <a:pt x="4" y="4"/>
                </a:lnTo>
                <a:lnTo>
                  <a:pt x="2" y="4"/>
                </a:lnTo>
                <a:lnTo>
                  <a:pt x="1" y="3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61" name=""/>
          <p:cNvSpPr/>
          <p:nvPr/>
        </p:nvSpPr>
        <p:spPr>
          <a:xfrm>
            <a:off x="6993720" y="37346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62" name=""/>
          <p:cNvSpPr/>
          <p:nvPr/>
        </p:nvSpPr>
        <p:spPr>
          <a:xfrm>
            <a:off x="6984000" y="3730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63" name=""/>
          <p:cNvSpPr/>
          <p:nvPr/>
        </p:nvSpPr>
        <p:spPr>
          <a:xfrm>
            <a:off x="6987600" y="37288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1" y="3"/>
                </a:moveTo>
                <a:lnTo>
                  <a:pt x="3" y="2"/>
                </a:lnTo>
                <a:lnTo>
                  <a:pt x="4" y="3"/>
                </a:lnTo>
                <a:lnTo>
                  <a:pt x="5" y="3"/>
                </a:lnTo>
                <a:lnTo>
                  <a:pt x="4" y="5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64" name=""/>
          <p:cNvSpPr/>
          <p:nvPr/>
        </p:nvSpPr>
        <p:spPr>
          <a:xfrm>
            <a:off x="6989400" y="37245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1"/>
                </a:moveTo>
                <a:lnTo>
                  <a:pt x="4" y="1"/>
                </a:lnTo>
                <a:lnTo>
                  <a:pt x="2" y="1"/>
                </a:lnTo>
                <a:lnTo>
                  <a:pt x="1" y="2"/>
                </a:lnTo>
                <a:lnTo>
                  <a:pt x="0" y="4"/>
                </a:lnTo>
                <a:lnTo>
                  <a:pt x="0" y="2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65" name=""/>
          <p:cNvSpPr/>
          <p:nvPr/>
        </p:nvSpPr>
        <p:spPr>
          <a:xfrm>
            <a:off x="6990840" y="372312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2"/>
                </a:moveTo>
                <a:lnTo>
                  <a:pt x="0" y="2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66" name=""/>
          <p:cNvSpPr/>
          <p:nvPr/>
        </p:nvSpPr>
        <p:spPr>
          <a:xfrm>
            <a:off x="6992640" y="372240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2" y="2"/>
                </a:lnTo>
                <a:lnTo>
                  <a:pt x="2" y="3"/>
                </a:lnTo>
                <a:lnTo>
                  <a:pt x="3" y="5"/>
                </a:lnTo>
                <a:lnTo>
                  <a:pt x="2" y="5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67" name=""/>
          <p:cNvSpPr/>
          <p:nvPr/>
        </p:nvSpPr>
        <p:spPr>
          <a:xfrm>
            <a:off x="6992640" y="3721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4" y="4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68" name=""/>
          <p:cNvSpPr/>
          <p:nvPr/>
        </p:nvSpPr>
        <p:spPr>
          <a:xfrm>
            <a:off x="6996600" y="370404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69" name=""/>
          <p:cNvSpPr/>
          <p:nvPr/>
        </p:nvSpPr>
        <p:spPr>
          <a:xfrm>
            <a:off x="6926040" y="36943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5"/>
                </a:moveTo>
                <a:lnTo>
                  <a:pt x="0" y="5"/>
                </a:lnTo>
                <a:lnTo>
                  <a:pt x="0" y="3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  <a:lnTo>
                  <a:pt x="2" y="3"/>
                </a:lnTo>
                <a:lnTo>
                  <a:pt x="2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70" name=""/>
          <p:cNvSpPr/>
          <p:nvPr/>
        </p:nvSpPr>
        <p:spPr>
          <a:xfrm>
            <a:off x="6924960" y="36936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4"/>
                </a:moveTo>
                <a:lnTo>
                  <a:pt x="0" y="4"/>
                </a:lnTo>
                <a:lnTo>
                  <a:pt x="0" y="3"/>
                </a:lnTo>
                <a:lnTo>
                  <a:pt x="2" y="1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3" y="3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71" name=""/>
          <p:cNvSpPr/>
          <p:nvPr/>
        </p:nvSpPr>
        <p:spPr>
          <a:xfrm>
            <a:off x="6995160" y="37008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72" name=""/>
          <p:cNvSpPr/>
          <p:nvPr/>
        </p:nvSpPr>
        <p:spPr>
          <a:xfrm>
            <a:off x="7022520" y="37029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1"/>
                </a:moveTo>
                <a:lnTo>
                  <a:pt x="2" y="1"/>
                </a:ln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  <a:lnTo>
                  <a:pt x="2" y="5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73" name=""/>
          <p:cNvSpPr/>
          <p:nvPr/>
        </p:nvSpPr>
        <p:spPr>
          <a:xfrm>
            <a:off x="7022880" y="3702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74" name=""/>
          <p:cNvSpPr/>
          <p:nvPr/>
        </p:nvSpPr>
        <p:spPr>
          <a:xfrm>
            <a:off x="7000920" y="36957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75" name=""/>
          <p:cNvSpPr/>
          <p:nvPr/>
        </p:nvSpPr>
        <p:spPr>
          <a:xfrm>
            <a:off x="7003080" y="36954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76" name=""/>
          <p:cNvSpPr/>
          <p:nvPr/>
        </p:nvSpPr>
        <p:spPr>
          <a:xfrm>
            <a:off x="7010280" y="36918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0"/>
                </a:move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lnTo>
                  <a:pt x="3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77" name=""/>
          <p:cNvSpPr/>
          <p:nvPr/>
        </p:nvSpPr>
        <p:spPr>
          <a:xfrm>
            <a:off x="7014240" y="3692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78" name=""/>
          <p:cNvSpPr/>
          <p:nvPr/>
        </p:nvSpPr>
        <p:spPr>
          <a:xfrm>
            <a:off x="7011720" y="36914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79" name=""/>
          <p:cNvSpPr/>
          <p:nvPr/>
        </p:nvSpPr>
        <p:spPr>
          <a:xfrm>
            <a:off x="7051320" y="369756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3" y="1"/>
                </a:move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5" y="4"/>
                </a:lnTo>
                <a:lnTo>
                  <a:pt x="5" y="2"/>
                </a:lnTo>
                <a:lnTo>
                  <a:pt x="6" y="2"/>
                </a:lnTo>
                <a:lnTo>
                  <a:pt x="6" y="4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80" name=""/>
          <p:cNvSpPr/>
          <p:nvPr/>
        </p:nvSpPr>
        <p:spPr>
          <a:xfrm>
            <a:off x="7054920" y="36972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1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81" name=""/>
          <p:cNvSpPr/>
          <p:nvPr/>
        </p:nvSpPr>
        <p:spPr>
          <a:xfrm>
            <a:off x="7056000" y="369684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82" name=""/>
          <p:cNvSpPr/>
          <p:nvPr/>
        </p:nvSpPr>
        <p:spPr>
          <a:xfrm>
            <a:off x="7053480" y="36964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83" name=""/>
          <p:cNvSpPr/>
          <p:nvPr/>
        </p:nvSpPr>
        <p:spPr>
          <a:xfrm>
            <a:off x="7054200" y="36961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84" name=""/>
          <p:cNvSpPr/>
          <p:nvPr/>
        </p:nvSpPr>
        <p:spPr>
          <a:xfrm>
            <a:off x="7041240" y="36925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85" name=""/>
          <p:cNvSpPr/>
          <p:nvPr/>
        </p:nvSpPr>
        <p:spPr>
          <a:xfrm>
            <a:off x="7038000" y="3691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86" name=""/>
          <p:cNvSpPr/>
          <p:nvPr/>
        </p:nvSpPr>
        <p:spPr>
          <a:xfrm>
            <a:off x="7065360" y="3695400"/>
            <a:ext cx="2160" cy="3600"/>
          </a:xfrm>
          <a:custGeom>
            <a:avLst/>
            <a:gdLst/>
            <a:ahLst/>
            <a:rect l="0" t="0" r="r" b="b"/>
            <a:pathLst>
              <a:path fill="none" w="6" h="10">
                <a:moveTo>
                  <a:pt x="5" y="3"/>
                </a:moveTo>
                <a:lnTo>
                  <a:pt x="5" y="4"/>
                </a:lnTo>
                <a:lnTo>
                  <a:pt x="6" y="4"/>
                </a:lnTo>
                <a:lnTo>
                  <a:pt x="5" y="4"/>
                </a:lnTo>
                <a:lnTo>
                  <a:pt x="5" y="5"/>
                </a:lnTo>
                <a:lnTo>
                  <a:pt x="6" y="5"/>
                </a:lnTo>
                <a:lnTo>
                  <a:pt x="6" y="6"/>
                </a:lnTo>
                <a:lnTo>
                  <a:pt x="5" y="7"/>
                </a:lnTo>
                <a:lnTo>
                  <a:pt x="4" y="7"/>
                </a:lnTo>
                <a:lnTo>
                  <a:pt x="4" y="8"/>
                </a:lnTo>
                <a:lnTo>
                  <a:pt x="3" y="8"/>
                </a:lnTo>
                <a:lnTo>
                  <a:pt x="3" y="10"/>
                </a:lnTo>
                <a:lnTo>
                  <a:pt x="1" y="10"/>
                </a:lnTo>
                <a:lnTo>
                  <a:pt x="1" y="8"/>
                </a:lnTo>
                <a:lnTo>
                  <a:pt x="0" y="7"/>
                </a:lnTo>
                <a:lnTo>
                  <a:pt x="1" y="6"/>
                </a:lnTo>
                <a:lnTo>
                  <a:pt x="1" y="5"/>
                </a:lnTo>
                <a:lnTo>
                  <a:pt x="1" y="4"/>
                </a:lnTo>
                <a:lnTo>
                  <a:pt x="1" y="5"/>
                </a:lnTo>
                <a:lnTo>
                  <a:pt x="3" y="5"/>
                </a:lnTo>
                <a:lnTo>
                  <a:pt x="3" y="6"/>
                </a:lnTo>
                <a:lnTo>
                  <a:pt x="4" y="6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3" y="3"/>
                </a:lnTo>
                <a:lnTo>
                  <a:pt x="4" y="3"/>
                </a:lnTo>
                <a:lnTo>
                  <a:pt x="4" y="2"/>
                </a:lnTo>
                <a:lnTo>
                  <a:pt x="4" y="0"/>
                </a:lnTo>
                <a:lnTo>
                  <a:pt x="5" y="2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87" name=""/>
          <p:cNvSpPr/>
          <p:nvPr/>
        </p:nvSpPr>
        <p:spPr>
          <a:xfrm>
            <a:off x="7038720" y="3691080"/>
            <a:ext cx="3240" cy="3240"/>
          </a:xfrm>
          <a:custGeom>
            <a:avLst/>
            <a:gdLst/>
            <a:ahLst/>
            <a:rect l="0" t="0" r="r" b="b"/>
            <a:pathLst>
              <a:path fill="none" w="9" h="9">
                <a:moveTo>
                  <a:pt x="8" y="1"/>
                </a:moveTo>
                <a:lnTo>
                  <a:pt x="7" y="1"/>
                </a:lnTo>
                <a:lnTo>
                  <a:pt x="7" y="2"/>
                </a:lnTo>
                <a:lnTo>
                  <a:pt x="7" y="3"/>
                </a:lnTo>
                <a:lnTo>
                  <a:pt x="7" y="4"/>
                </a:lnTo>
                <a:lnTo>
                  <a:pt x="8" y="5"/>
                </a:lnTo>
                <a:lnTo>
                  <a:pt x="7" y="5"/>
                </a:lnTo>
                <a:lnTo>
                  <a:pt x="8" y="5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6" y="5"/>
                </a:lnTo>
                <a:lnTo>
                  <a:pt x="5" y="5"/>
                </a:lnTo>
                <a:lnTo>
                  <a:pt x="5" y="7"/>
                </a:lnTo>
                <a:lnTo>
                  <a:pt x="5" y="8"/>
                </a:lnTo>
                <a:lnTo>
                  <a:pt x="3" y="8"/>
                </a:lnTo>
                <a:lnTo>
                  <a:pt x="3" y="9"/>
                </a:lnTo>
                <a:lnTo>
                  <a:pt x="2" y="9"/>
                </a:lnTo>
                <a:lnTo>
                  <a:pt x="1" y="9"/>
                </a:lnTo>
                <a:lnTo>
                  <a:pt x="1" y="8"/>
                </a:lnTo>
                <a:lnTo>
                  <a:pt x="0" y="7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5" y="2"/>
                </a:lnTo>
                <a:lnTo>
                  <a:pt x="6" y="2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9" y="1"/>
                </a:lnTo>
                <a:lnTo>
                  <a:pt x="8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88" name=""/>
          <p:cNvSpPr/>
          <p:nvPr/>
        </p:nvSpPr>
        <p:spPr>
          <a:xfrm>
            <a:off x="7041960" y="369072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89" name=""/>
          <p:cNvSpPr/>
          <p:nvPr/>
        </p:nvSpPr>
        <p:spPr>
          <a:xfrm>
            <a:off x="7047360" y="36910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0"/>
                </a:move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90" name=""/>
          <p:cNvSpPr/>
          <p:nvPr/>
        </p:nvSpPr>
        <p:spPr>
          <a:xfrm>
            <a:off x="7044120" y="3690720"/>
            <a:ext cx="2160" cy="720"/>
          </a:xfrm>
          <a:custGeom>
            <a:avLst/>
            <a:gdLst/>
            <a:ahLst/>
            <a:rect l="0" t="0" r="r" b="b"/>
            <a:pathLst>
              <a:path fill="none" w="6" h="2">
                <a:moveTo>
                  <a:pt x="6" y="0"/>
                </a:moveTo>
                <a:lnTo>
                  <a:pt x="6" y="2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91" name=""/>
          <p:cNvSpPr/>
          <p:nvPr/>
        </p:nvSpPr>
        <p:spPr>
          <a:xfrm>
            <a:off x="7037640" y="36889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92" name=""/>
          <p:cNvSpPr/>
          <p:nvPr/>
        </p:nvSpPr>
        <p:spPr>
          <a:xfrm>
            <a:off x="7041960" y="368928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2" y="0"/>
                </a:move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  <a:lnTo>
                  <a:pt x="3" y="2"/>
                </a:lnTo>
                <a:lnTo>
                  <a:pt x="3" y="4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93" name=""/>
          <p:cNvSpPr/>
          <p:nvPr/>
        </p:nvSpPr>
        <p:spPr>
          <a:xfrm>
            <a:off x="7053120" y="369072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5" y="2"/>
                </a:moveTo>
                <a:lnTo>
                  <a:pt x="4" y="2"/>
                </a:lnTo>
                <a:lnTo>
                  <a:pt x="2" y="2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94" name=""/>
          <p:cNvSpPr/>
          <p:nvPr/>
        </p:nvSpPr>
        <p:spPr>
          <a:xfrm>
            <a:off x="7048800" y="3690000"/>
            <a:ext cx="4320" cy="2160"/>
          </a:xfrm>
          <a:custGeom>
            <a:avLst/>
            <a:gdLst/>
            <a:ahLst/>
            <a:rect l="0" t="0" r="r" b="b"/>
            <a:pathLst>
              <a:path fill="none" w="12" h="6">
                <a:moveTo>
                  <a:pt x="11" y="1"/>
                </a:moveTo>
                <a:lnTo>
                  <a:pt x="11" y="2"/>
                </a:lnTo>
                <a:lnTo>
                  <a:pt x="12" y="2"/>
                </a:lnTo>
                <a:lnTo>
                  <a:pt x="11" y="3"/>
                </a:lnTo>
                <a:lnTo>
                  <a:pt x="10" y="3"/>
                </a:lnTo>
                <a:lnTo>
                  <a:pt x="9" y="3"/>
                </a:lnTo>
                <a:lnTo>
                  <a:pt x="10" y="3"/>
                </a:lnTo>
                <a:lnTo>
                  <a:pt x="10" y="5"/>
                </a:lnTo>
                <a:lnTo>
                  <a:pt x="9" y="5"/>
                </a:lnTo>
                <a:lnTo>
                  <a:pt x="8" y="5"/>
                </a:lnTo>
                <a:lnTo>
                  <a:pt x="7" y="6"/>
                </a:lnTo>
                <a:lnTo>
                  <a:pt x="7" y="5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7" y="2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2" y="2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95" name=""/>
          <p:cNvSpPr/>
          <p:nvPr/>
        </p:nvSpPr>
        <p:spPr>
          <a:xfrm>
            <a:off x="7044480" y="3687840"/>
            <a:ext cx="6480" cy="2520"/>
          </a:xfrm>
          <a:custGeom>
            <a:avLst/>
            <a:gdLst/>
            <a:ahLst/>
            <a:rect l="0" t="0" r="r" b="b"/>
            <a:pathLst>
              <a:path fill="none" w="18" h="7">
                <a:moveTo>
                  <a:pt x="4" y="1"/>
                </a:move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  <a:lnTo>
                  <a:pt x="5" y="2"/>
                </a:lnTo>
                <a:lnTo>
                  <a:pt x="6" y="1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lnTo>
                  <a:pt x="9" y="3"/>
                </a:lnTo>
                <a:lnTo>
                  <a:pt x="11" y="3"/>
                </a:lnTo>
                <a:lnTo>
                  <a:pt x="12" y="3"/>
                </a:lnTo>
                <a:lnTo>
                  <a:pt x="13" y="3"/>
                </a:lnTo>
                <a:lnTo>
                  <a:pt x="13" y="2"/>
                </a:lnTo>
                <a:lnTo>
                  <a:pt x="14" y="2"/>
                </a:lnTo>
                <a:lnTo>
                  <a:pt x="14" y="3"/>
                </a:lnTo>
                <a:lnTo>
                  <a:pt x="15" y="3"/>
                </a:lnTo>
                <a:lnTo>
                  <a:pt x="15" y="5"/>
                </a:lnTo>
                <a:lnTo>
                  <a:pt x="16" y="5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8" y="5"/>
                </a:lnTo>
                <a:lnTo>
                  <a:pt x="17" y="6"/>
                </a:lnTo>
                <a:lnTo>
                  <a:pt x="16" y="6"/>
                </a:lnTo>
                <a:lnTo>
                  <a:pt x="16" y="7"/>
                </a:lnTo>
                <a:lnTo>
                  <a:pt x="16" y="6"/>
                </a:lnTo>
                <a:lnTo>
                  <a:pt x="15" y="6"/>
                </a:lnTo>
                <a:lnTo>
                  <a:pt x="14" y="6"/>
                </a:lnTo>
                <a:lnTo>
                  <a:pt x="13" y="6"/>
                </a:lnTo>
                <a:lnTo>
                  <a:pt x="12" y="6"/>
                </a:lnTo>
                <a:lnTo>
                  <a:pt x="12" y="5"/>
                </a:lnTo>
                <a:lnTo>
                  <a:pt x="12" y="6"/>
                </a:lnTo>
                <a:lnTo>
                  <a:pt x="12" y="5"/>
                </a:lnTo>
                <a:lnTo>
                  <a:pt x="11" y="5"/>
                </a:lnTo>
                <a:lnTo>
                  <a:pt x="10" y="5"/>
                </a:lnTo>
                <a:lnTo>
                  <a:pt x="9" y="5"/>
                </a:lnTo>
                <a:lnTo>
                  <a:pt x="9" y="6"/>
                </a:lnTo>
                <a:lnTo>
                  <a:pt x="9" y="7"/>
                </a:lnTo>
                <a:lnTo>
                  <a:pt x="7" y="7"/>
                </a:lnTo>
                <a:lnTo>
                  <a:pt x="7" y="6"/>
                </a:lnTo>
                <a:lnTo>
                  <a:pt x="7" y="5"/>
                </a:lnTo>
                <a:lnTo>
                  <a:pt x="6" y="5"/>
                </a:lnTo>
                <a:lnTo>
                  <a:pt x="5" y="5"/>
                </a:lnTo>
                <a:lnTo>
                  <a:pt x="4" y="3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96" name=""/>
          <p:cNvSpPr/>
          <p:nvPr/>
        </p:nvSpPr>
        <p:spPr>
          <a:xfrm>
            <a:off x="7038720" y="36864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3" y="0"/>
                </a:moveTo>
                <a:lnTo>
                  <a:pt x="3" y="2"/>
                </a:lnTo>
                <a:lnTo>
                  <a:pt x="4" y="2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97" name=""/>
          <p:cNvSpPr/>
          <p:nvPr/>
        </p:nvSpPr>
        <p:spPr>
          <a:xfrm>
            <a:off x="7060320" y="368964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5" y="0"/>
                </a:move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98" name=""/>
          <p:cNvSpPr/>
          <p:nvPr/>
        </p:nvSpPr>
        <p:spPr>
          <a:xfrm>
            <a:off x="7062480" y="36824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1" y="0"/>
                </a:moveTo>
                <a:lnTo>
                  <a:pt x="2" y="1"/>
                </a:lnTo>
                <a:lnTo>
                  <a:pt x="3" y="1"/>
                </a:lnTo>
                <a:lnTo>
                  <a:pt x="5" y="1"/>
                </a:lnTo>
                <a:lnTo>
                  <a:pt x="5" y="2"/>
                </a:lnTo>
                <a:lnTo>
                  <a:pt x="5" y="1"/>
                </a:lnTo>
                <a:lnTo>
                  <a:pt x="3" y="1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99" name=""/>
          <p:cNvSpPr/>
          <p:nvPr/>
        </p:nvSpPr>
        <p:spPr>
          <a:xfrm>
            <a:off x="7062480" y="36806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0"/>
                </a:moveTo>
                <a:lnTo>
                  <a:pt x="2" y="2"/>
                </a:lnTo>
                <a:lnTo>
                  <a:pt x="2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00" name=""/>
          <p:cNvSpPr/>
          <p:nvPr/>
        </p:nvSpPr>
        <p:spPr>
          <a:xfrm>
            <a:off x="7063920" y="3680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01" name=""/>
          <p:cNvSpPr/>
          <p:nvPr/>
        </p:nvSpPr>
        <p:spPr>
          <a:xfrm>
            <a:off x="7058880" y="3678840"/>
            <a:ext cx="3240" cy="2520"/>
          </a:xfrm>
          <a:custGeom>
            <a:avLst/>
            <a:gdLst/>
            <a:ahLst/>
            <a:rect l="0" t="0" r="r" b="b"/>
            <a:pathLst>
              <a:path fill="none" w="9" h="7">
                <a:moveTo>
                  <a:pt x="3" y="0"/>
                </a:move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3"/>
                </a:lnTo>
                <a:lnTo>
                  <a:pt x="9" y="4"/>
                </a:lnTo>
                <a:lnTo>
                  <a:pt x="8" y="5"/>
                </a:lnTo>
                <a:lnTo>
                  <a:pt x="8" y="6"/>
                </a:lnTo>
                <a:lnTo>
                  <a:pt x="7" y="6"/>
                </a:lnTo>
                <a:lnTo>
                  <a:pt x="7" y="7"/>
                </a:lnTo>
                <a:lnTo>
                  <a:pt x="6" y="7"/>
                </a:lnTo>
                <a:lnTo>
                  <a:pt x="5" y="7"/>
                </a:lnTo>
                <a:lnTo>
                  <a:pt x="3" y="7"/>
                </a:lnTo>
                <a:lnTo>
                  <a:pt x="3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2" y="3"/>
                </a:lnTo>
                <a:lnTo>
                  <a:pt x="2" y="1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02" name=""/>
          <p:cNvSpPr/>
          <p:nvPr/>
        </p:nvSpPr>
        <p:spPr>
          <a:xfrm>
            <a:off x="7061760" y="3675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03" name=""/>
          <p:cNvSpPr/>
          <p:nvPr/>
        </p:nvSpPr>
        <p:spPr>
          <a:xfrm>
            <a:off x="7083720" y="3671280"/>
            <a:ext cx="2520" cy="1080"/>
          </a:xfrm>
          <a:custGeom>
            <a:avLst/>
            <a:gdLst/>
            <a:ahLst/>
            <a:rect l="0" t="0" r="r" b="b"/>
            <a:pathLst>
              <a:path fill="none" w="7" h="3">
                <a:moveTo>
                  <a:pt x="5" y="2"/>
                </a:moveTo>
                <a:lnTo>
                  <a:pt x="7" y="2"/>
                </a:ln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2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04" name=""/>
          <p:cNvSpPr/>
          <p:nvPr/>
        </p:nvSpPr>
        <p:spPr>
          <a:xfrm>
            <a:off x="7086960" y="36698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05" name=""/>
          <p:cNvSpPr/>
          <p:nvPr/>
        </p:nvSpPr>
        <p:spPr>
          <a:xfrm>
            <a:off x="7104240" y="36680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06" name=""/>
          <p:cNvSpPr/>
          <p:nvPr/>
        </p:nvSpPr>
        <p:spPr>
          <a:xfrm>
            <a:off x="6983280" y="3647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07" name=""/>
          <p:cNvSpPr/>
          <p:nvPr/>
        </p:nvSpPr>
        <p:spPr>
          <a:xfrm>
            <a:off x="7102800" y="36651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08" name=""/>
          <p:cNvSpPr/>
          <p:nvPr/>
        </p:nvSpPr>
        <p:spPr>
          <a:xfrm>
            <a:off x="7103880" y="3664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09" name=""/>
          <p:cNvSpPr/>
          <p:nvPr/>
        </p:nvSpPr>
        <p:spPr>
          <a:xfrm>
            <a:off x="7102440" y="366300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3" y="2"/>
                </a:move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4"/>
                </a:lnTo>
                <a:lnTo>
                  <a:pt x="0" y="5"/>
                </a:lnTo>
                <a:lnTo>
                  <a:pt x="1" y="5"/>
                </a:lnTo>
                <a:lnTo>
                  <a:pt x="1" y="6"/>
                </a:lnTo>
                <a:lnTo>
                  <a:pt x="0" y="6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2" y="6"/>
                </a:lnTo>
                <a:lnTo>
                  <a:pt x="2" y="5"/>
                </a:lnTo>
                <a:lnTo>
                  <a:pt x="3" y="5"/>
                </a:lnTo>
                <a:lnTo>
                  <a:pt x="5" y="4"/>
                </a:lnTo>
                <a:lnTo>
                  <a:pt x="6" y="4"/>
                </a:lnTo>
                <a:lnTo>
                  <a:pt x="6" y="2"/>
                </a:lnTo>
                <a:lnTo>
                  <a:pt x="7" y="2"/>
                </a:lnTo>
                <a:lnTo>
                  <a:pt x="7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5" y="1"/>
                </a:lnTo>
                <a:lnTo>
                  <a:pt x="3" y="1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10" name=""/>
          <p:cNvSpPr/>
          <p:nvPr/>
        </p:nvSpPr>
        <p:spPr>
          <a:xfrm>
            <a:off x="6988680" y="364356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3"/>
                </a:move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11" name=""/>
          <p:cNvSpPr/>
          <p:nvPr/>
        </p:nvSpPr>
        <p:spPr>
          <a:xfrm>
            <a:off x="7105320" y="36597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12" name=""/>
          <p:cNvSpPr/>
          <p:nvPr/>
        </p:nvSpPr>
        <p:spPr>
          <a:xfrm>
            <a:off x="7104240" y="365940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3" y="0"/>
                </a:moveTo>
                <a:lnTo>
                  <a:pt x="3" y="2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4"/>
                </a:lnTo>
                <a:lnTo>
                  <a:pt x="2" y="4"/>
                </a:lnTo>
                <a:lnTo>
                  <a:pt x="2" y="6"/>
                </a:lnTo>
                <a:lnTo>
                  <a:pt x="3" y="6"/>
                </a:lnTo>
                <a:lnTo>
                  <a:pt x="5" y="6"/>
                </a:lnTo>
                <a:lnTo>
                  <a:pt x="5" y="4"/>
                </a:lnTo>
                <a:lnTo>
                  <a:pt x="3" y="4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13" name=""/>
          <p:cNvSpPr/>
          <p:nvPr/>
        </p:nvSpPr>
        <p:spPr>
          <a:xfrm>
            <a:off x="7108920" y="36576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14" name=""/>
          <p:cNvSpPr/>
          <p:nvPr/>
        </p:nvSpPr>
        <p:spPr>
          <a:xfrm>
            <a:off x="7107480" y="36568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15" name=""/>
          <p:cNvSpPr/>
          <p:nvPr/>
        </p:nvSpPr>
        <p:spPr>
          <a:xfrm>
            <a:off x="7107840" y="3656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16" name=""/>
          <p:cNvSpPr/>
          <p:nvPr/>
        </p:nvSpPr>
        <p:spPr>
          <a:xfrm>
            <a:off x="7108920" y="365652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3"/>
                </a:move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17" name=""/>
          <p:cNvSpPr/>
          <p:nvPr/>
        </p:nvSpPr>
        <p:spPr>
          <a:xfrm>
            <a:off x="7108200" y="36561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18" name=""/>
          <p:cNvSpPr/>
          <p:nvPr/>
        </p:nvSpPr>
        <p:spPr>
          <a:xfrm>
            <a:off x="7109640" y="365364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1"/>
                </a:moveTo>
                <a:lnTo>
                  <a:pt x="4" y="1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1" y="1"/>
                </a:ln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3" y="4"/>
                </a:lnTo>
                <a:lnTo>
                  <a:pt x="3" y="3"/>
                </a:lnTo>
                <a:lnTo>
                  <a:pt x="4" y="3"/>
                </a:lnTo>
                <a:lnTo>
                  <a:pt x="5" y="3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19" name=""/>
          <p:cNvSpPr/>
          <p:nvPr/>
        </p:nvSpPr>
        <p:spPr>
          <a:xfrm>
            <a:off x="7111080" y="36532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20" name=""/>
          <p:cNvSpPr/>
          <p:nvPr/>
        </p:nvSpPr>
        <p:spPr>
          <a:xfrm>
            <a:off x="7111440" y="3652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21" name=""/>
          <p:cNvSpPr/>
          <p:nvPr/>
        </p:nvSpPr>
        <p:spPr>
          <a:xfrm>
            <a:off x="7111800" y="36525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22" name=""/>
          <p:cNvSpPr/>
          <p:nvPr/>
        </p:nvSpPr>
        <p:spPr>
          <a:xfrm>
            <a:off x="7113600" y="36511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1" y="2"/>
                </a:lnTo>
                <a:lnTo>
                  <a:pt x="2" y="2"/>
                </a:lnTo>
                <a:lnTo>
                  <a:pt x="1" y="2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4"/>
                </a:lnTo>
                <a:lnTo>
                  <a:pt x="1" y="4"/>
                </a:lnTo>
                <a:lnTo>
                  <a:pt x="1" y="2"/>
                </a:lnTo>
                <a:lnTo>
                  <a:pt x="2" y="2"/>
                </a:lnTo>
                <a:lnTo>
                  <a:pt x="4" y="2"/>
                </a:lnTo>
                <a:lnTo>
                  <a:pt x="5" y="2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23" name=""/>
          <p:cNvSpPr/>
          <p:nvPr/>
        </p:nvSpPr>
        <p:spPr>
          <a:xfrm>
            <a:off x="7115040" y="36511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24" name=""/>
          <p:cNvSpPr/>
          <p:nvPr/>
        </p:nvSpPr>
        <p:spPr>
          <a:xfrm>
            <a:off x="7116480" y="3650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25" name=""/>
          <p:cNvSpPr/>
          <p:nvPr/>
        </p:nvSpPr>
        <p:spPr>
          <a:xfrm>
            <a:off x="7306200" y="3570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2" y="4"/>
                </a:lnTo>
                <a:lnTo>
                  <a:pt x="2" y="2"/>
                </a:lnTo>
                <a:lnTo>
                  <a:pt x="4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26" name=""/>
          <p:cNvSpPr/>
          <p:nvPr/>
        </p:nvSpPr>
        <p:spPr>
          <a:xfrm>
            <a:off x="7305480" y="356904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2" y="5"/>
                </a:move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0" y="3"/>
                </a:lnTo>
                <a:lnTo>
                  <a:pt x="2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27" name=""/>
          <p:cNvSpPr/>
          <p:nvPr/>
        </p:nvSpPr>
        <p:spPr>
          <a:xfrm>
            <a:off x="7295760" y="35622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28" name=""/>
          <p:cNvSpPr/>
          <p:nvPr/>
        </p:nvSpPr>
        <p:spPr>
          <a:xfrm>
            <a:off x="7295760" y="35607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29" name=""/>
          <p:cNvSpPr/>
          <p:nvPr/>
        </p:nvSpPr>
        <p:spPr>
          <a:xfrm>
            <a:off x="7295400" y="35593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3"/>
                </a:moveTo>
                <a:lnTo>
                  <a:pt x="1" y="3"/>
                </a:lnTo>
                <a:lnTo>
                  <a:pt x="1" y="4"/>
                </a:lnTo>
                <a:lnTo>
                  <a:pt x="1" y="3"/>
                </a:lnTo>
                <a:lnTo>
                  <a:pt x="3" y="3"/>
                </a:lnTo>
                <a:lnTo>
                  <a:pt x="3" y="1"/>
                </a:lnTo>
                <a:lnTo>
                  <a:pt x="1" y="0"/>
                </a:lnTo>
                <a:lnTo>
                  <a:pt x="0" y="1"/>
                </a:lnTo>
                <a:lnTo>
                  <a:pt x="0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30" name=""/>
          <p:cNvSpPr/>
          <p:nvPr/>
        </p:nvSpPr>
        <p:spPr>
          <a:xfrm>
            <a:off x="5455080" y="3162960"/>
            <a:ext cx="1998360" cy="1227960"/>
          </a:xfrm>
          <a:custGeom>
            <a:avLst/>
            <a:gdLst/>
            <a:ahLst/>
            <a:rect l="0" t="0" r="r" b="b"/>
            <a:pathLst>
              <a:path fill="none" w="5551" h="3411">
                <a:moveTo>
                  <a:pt x="4516" y="1"/>
                </a:moveTo>
                <a:lnTo>
                  <a:pt x="4517" y="1"/>
                </a:lnTo>
                <a:lnTo>
                  <a:pt x="4517" y="2"/>
                </a:lnTo>
                <a:lnTo>
                  <a:pt x="4518" y="2"/>
                </a:lnTo>
                <a:lnTo>
                  <a:pt x="4519" y="2"/>
                </a:lnTo>
                <a:lnTo>
                  <a:pt x="4520" y="3"/>
                </a:lnTo>
                <a:lnTo>
                  <a:pt x="4521" y="3"/>
                </a:lnTo>
                <a:lnTo>
                  <a:pt x="4521" y="4"/>
                </a:lnTo>
                <a:lnTo>
                  <a:pt x="4522" y="4"/>
                </a:lnTo>
                <a:lnTo>
                  <a:pt x="4522" y="5"/>
                </a:lnTo>
                <a:lnTo>
                  <a:pt x="4523" y="6"/>
                </a:lnTo>
                <a:lnTo>
                  <a:pt x="4523" y="7"/>
                </a:lnTo>
                <a:lnTo>
                  <a:pt x="4524" y="7"/>
                </a:lnTo>
                <a:lnTo>
                  <a:pt x="4525" y="7"/>
                </a:lnTo>
                <a:lnTo>
                  <a:pt x="4526" y="7"/>
                </a:lnTo>
                <a:lnTo>
                  <a:pt x="4527" y="7"/>
                </a:lnTo>
                <a:lnTo>
                  <a:pt x="4528" y="7"/>
                </a:lnTo>
                <a:lnTo>
                  <a:pt x="4529" y="7"/>
                </a:lnTo>
                <a:lnTo>
                  <a:pt x="4530" y="7"/>
                </a:lnTo>
                <a:lnTo>
                  <a:pt x="4531" y="7"/>
                </a:lnTo>
                <a:lnTo>
                  <a:pt x="4532" y="8"/>
                </a:lnTo>
                <a:lnTo>
                  <a:pt x="4533" y="8"/>
                </a:lnTo>
                <a:lnTo>
                  <a:pt x="4535" y="8"/>
                </a:lnTo>
                <a:lnTo>
                  <a:pt x="4536" y="8"/>
                </a:lnTo>
                <a:lnTo>
                  <a:pt x="4538" y="8"/>
                </a:lnTo>
                <a:lnTo>
                  <a:pt x="4539" y="8"/>
                </a:lnTo>
                <a:lnTo>
                  <a:pt x="4540" y="8"/>
                </a:lnTo>
                <a:lnTo>
                  <a:pt x="4541" y="8"/>
                </a:lnTo>
                <a:lnTo>
                  <a:pt x="4541" y="9"/>
                </a:lnTo>
                <a:lnTo>
                  <a:pt x="4542" y="9"/>
                </a:lnTo>
                <a:lnTo>
                  <a:pt x="4543" y="9"/>
                </a:lnTo>
                <a:lnTo>
                  <a:pt x="4544" y="10"/>
                </a:lnTo>
                <a:lnTo>
                  <a:pt x="4547" y="12"/>
                </a:lnTo>
                <a:lnTo>
                  <a:pt x="4549" y="13"/>
                </a:lnTo>
                <a:lnTo>
                  <a:pt x="4551" y="15"/>
                </a:lnTo>
                <a:lnTo>
                  <a:pt x="4552" y="15"/>
                </a:lnTo>
                <a:lnTo>
                  <a:pt x="4552" y="16"/>
                </a:lnTo>
                <a:lnTo>
                  <a:pt x="4552" y="17"/>
                </a:lnTo>
                <a:lnTo>
                  <a:pt x="4553" y="17"/>
                </a:lnTo>
                <a:lnTo>
                  <a:pt x="4555" y="17"/>
                </a:lnTo>
                <a:lnTo>
                  <a:pt x="4556" y="17"/>
                </a:lnTo>
                <a:lnTo>
                  <a:pt x="4557" y="17"/>
                </a:lnTo>
                <a:lnTo>
                  <a:pt x="4558" y="17"/>
                </a:lnTo>
                <a:lnTo>
                  <a:pt x="4559" y="18"/>
                </a:lnTo>
                <a:lnTo>
                  <a:pt x="4559" y="19"/>
                </a:lnTo>
                <a:lnTo>
                  <a:pt x="4559" y="20"/>
                </a:lnTo>
                <a:lnTo>
                  <a:pt x="4560" y="20"/>
                </a:lnTo>
                <a:lnTo>
                  <a:pt x="4561" y="21"/>
                </a:lnTo>
                <a:lnTo>
                  <a:pt x="4561" y="22"/>
                </a:lnTo>
                <a:lnTo>
                  <a:pt x="4562" y="22"/>
                </a:lnTo>
                <a:lnTo>
                  <a:pt x="4563" y="22"/>
                </a:lnTo>
                <a:lnTo>
                  <a:pt x="4564" y="22"/>
                </a:lnTo>
                <a:lnTo>
                  <a:pt x="4565" y="22"/>
                </a:lnTo>
                <a:lnTo>
                  <a:pt x="4565" y="21"/>
                </a:lnTo>
                <a:lnTo>
                  <a:pt x="4566" y="21"/>
                </a:lnTo>
                <a:lnTo>
                  <a:pt x="4566" y="20"/>
                </a:lnTo>
                <a:lnTo>
                  <a:pt x="4567" y="20"/>
                </a:lnTo>
                <a:lnTo>
                  <a:pt x="4568" y="20"/>
                </a:lnTo>
                <a:lnTo>
                  <a:pt x="4569" y="20"/>
                </a:lnTo>
                <a:lnTo>
                  <a:pt x="4570" y="19"/>
                </a:lnTo>
                <a:lnTo>
                  <a:pt x="4571" y="19"/>
                </a:lnTo>
                <a:lnTo>
                  <a:pt x="4572" y="19"/>
                </a:lnTo>
                <a:lnTo>
                  <a:pt x="4573" y="19"/>
                </a:lnTo>
                <a:lnTo>
                  <a:pt x="4574" y="19"/>
                </a:lnTo>
                <a:lnTo>
                  <a:pt x="4574" y="20"/>
                </a:lnTo>
                <a:lnTo>
                  <a:pt x="4575" y="20"/>
                </a:lnTo>
                <a:lnTo>
                  <a:pt x="4575" y="21"/>
                </a:lnTo>
                <a:lnTo>
                  <a:pt x="4576" y="21"/>
                </a:lnTo>
                <a:lnTo>
                  <a:pt x="4576" y="22"/>
                </a:lnTo>
                <a:lnTo>
                  <a:pt x="4577" y="22"/>
                </a:lnTo>
                <a:lnTo>
                  <a:pt x="4578" y="23"/>
                </a:lnTo>
                <a:lnTo>
                  <a:pt x="4579" y="23"/>
                </a:lnTo>
                <a:lnTo>
                  <a:pt x="4580" y="24"/>
                </a:lnTo>
                <a:lnTo>
                  <a:pt x="4581" y="24"/>
                </a:lnTo>
                <a:lnTo>
                  <a:pt x="4581" y="25"/>
                </a:lnTo>
                <a:lnTo>
                  <a:pt x="4581" y="26"/>
                </a:lnTo>
                <a:lnTo>
                  <a:pt x="4582" y="26"/>
                </a:lnTo>
                <a:lnTo>
                  <a:pt x="4582" y="27"/>
                </a:lnTo>
                <a:lnTo>
                  <a:pt x="4582" y="28"/>
                </a:lnTo>
                <a:lnTo>
                  <a:pt x="4583" y="28"/>
                </a:lnTo>
                <a:lnTo>
                  <a:pt x="4583" y="29"/>
                </a:lnTo>
                <a:lnTo>
                  <a:pt x="4584" y="29"/>
                </a:lnTo>
                <a:lnTo>
                  <a:pt x="4584" y="30"/>
                </a:lnTo>
                <a:lnTo>
                  <a:pt x="4584" y="31"/>
                </a:lnTo>
                <a:lnTo>
                  <a:pt x="4585" y="31"/>
                </a:lnTo>
                <a:lnTo>
                  <a:pt x="4586" y="32"/>
                </a:lnTo>
                <a:lnTo>
                  <a:pt x="4587" y="32"/>
                </a:lnTo>
                <a:lnTo>
                  <a:pt x="4588" y="32"/>
                </a:lnTo>
                <a:lnTo>
                  <a:pt x="4588" y="33"/>
                </a:lnTo>
                <a:lnTo>
                  <a:pt x="4589" y="33"/>
                </a:lnTo>
                <a:lnTo>
                  <a:pt x="4589" y="34"/>
                </a:lnTo>
                <a:lnTo>
                  <a:pt x="4590" y="34"/>
                </a:lnTo>
                <a:lnTo>
                  <a:pt x="4590" y="35"/>
                </a:lnTo>
                <a:lnTo>
                  <a:pt x="4591" y="35"/>
                </a:lnTo>
                <a:lnTo>
                  <a:pt x="4591" y="36"/>
                </a:lnTo>
                <a:lnTo>
                  <a:pt x="4592" y="36"/>
                </a:lnTo>
                <a:lnTo>
                  <a:pt x="4592" y="35"/>
                </a:lnTo>
                <a:lnTo>
                  <a:pt x="4593" y="35"/>
                </a:lnTo>
                <a:lnTo>
                  <a:pt x="4594" y="36"/>
                </a:lnTo>
                <a:lnTo>
                  <a:pt x="4595" y="36"/>
                </a:lnTo>
                <a:lnTo>
                  <a:pt x="4596" y="37"/>
                </a:lnTo>
                <a:lnTo>
                  <a:pt x="4597" y="37"/>
                </a:lnTo>
                <a:lnTo>
                  <a:pt x="4598" y="37"/>
                </a:lnTo>
                <a:lnTo>
                  <a:pt x="4600" y="37"/>
                </a:lnTo>
                <a:lnTo>
                  <a:pt x="4603" y="37"/>
                </a:lnTo>
                <a:lnTo>
                  <a:pt x="4605" y="36"/>
                </a:lnTo>
                <a:lnTo>
                  <a:pt x="4606" y="36"/>
                </a:lnTo>
                <a:lnTo>
                  <a:pt x="4607" y="37"/>
                </a:lnTo>
                <a:lnTo>
                  <a:pt x="4607" y="36"/>
                </a:lnTo>
                <a:lnTo>
                  <a:pt x="4608" y="36"/>
                </a:lnTo>
                <a:lnTo>
                  <a:pt x="4610" y="37"/>
                </a:lnTo>
                <a:lnTo>
                  <a:pt x="4611" y="37"/>
                </a:lnTo>
                <a:lnTo>
                  <a:pt x="4612" y="37"/>
                </a:lnTo>
                <a:lnTo>
                  <a:pt x="4613" y="37"/>
                </a:lnTo>
                <a:lnTo>
                  <a:pt x="4614" y="37"/>
                </a:lnTo>
                <a:lnTo>
                  <a:pt x="4614" y="38"/>
                </a:lnTo>
                <a:lnTo>
                  <a:pt x="4615" y="38"/>
                </a:lnTo>
                <a:lnTo>
                  <a:pt x="4616" y="38"/>
                </a:lnTo>
                <a:lnTo>
                  <a:pt x="4617" y="39"/>
                </a:lnTo>
                <a:lnTo>
                  <a:pt x="4616" y="40"/>
                </a:lnTo>
                <a:lnTo>
                  <a:pt x="4616" y="41"/>
                </a:lnTo>
                <a:lnTo>
                  <a:pt x="4615" y="41"/>
                </a:lnTo>
                <a:lnTo>
                  <a:pt x="4615" y="42"/>
                </a:lnTo>
                <a:lnTo>
                  <a:pt x="4616" y="42"/>
                </a:lnTo>
                <a:lnTo>
                  <a:pt x="4618" y="43"/>
                </a:lnTo>
                <a:lnTo>
                  <a:pt x="4619" y="43"/>
                </a:lnTo>
                <a:lnTo>
                  <a:pt x="4620" y="43"/>
                </a:lnTo>
                <a:lnTo>
                  <a:pt x="4622" y="43"/>
                </a:lnTo>
                <a:lnTo>
                  <a:pt x="4623" y="43"/>
                </a:lnTo>
                <a:lnTo>
                  <a:pt x="4624" y="43"/>
                </a:lnTo>
                <a:lnTo>
                  <a:pt x="4625" y="43"/>
                </a:lnTo>
                <a:lnTo>
                  <a:pt x="4626" y="43"/>
                </a:lnTo>
                <a:lnTo>
                  <a:pt x="4627" y="43"/>
                </a:lnTo>
                <a:lnTo>
                  <a:pt x="4627" y="44"/>
                </a:lnTo>
                <a:lnTo>
                  <a:pt x="4627" y="45"/>
                </a:lnTo>
                <a:lnTo>
                  <a:pt x="4628" y="45"/>
                </a:lnTo>
                <a:lnTo>
                  <a:pt x="4628" y="46"/>
                </a:lnTo>
                <a:lnTo>
                  <a:pt x="4628" y="47"/>
                </a:lnTo>
                <a:lnTo>
                  <a:pt x="4629" y="47"/>
                </a:lnTo>
                <a:lnTo>
                  <a:pt x="4629" y="48"/>
                </a:lnTo>
                <a:lnTo>
                  <a:pt x="4630" y="48"/>
                </a:lnTo>
                <a:lnTo>
                  <a:pt x="4631" y="48"/>
                </a:lnTo>
                <a:lnTo>
                  <a:pt x="4632" y="48"/>
                </a:lnTo>
                <a:lnTo>
                  <a:pt x="4632" y="47"/>
                </a:lnTo>
                <a:lnTo>
                  <a:pt x="4633" y="47"/>
                </a:lnTo>
                <a:lnTo>
                  <a:pt x="4633" y="46"/>
                </a:lnTo>
                <a:lnTo>
                  <a:pt x="4633" y="45"/>
                </a:lnTo>
                <a:lnTo>
                  <a:pt x="4632" y="45"/>
                </a:lnTo>
                <a:lnTo>
                  <a:pt x="4632" y="44"/>
                </a:lnTo>
                <a:lnTo>
                  <a:pt x="4632" y="43"/>
                </a:lnTo>
                <a:lnTo>
                  <a:pt x="4631" y="43"/>
                </a:lnTo>
                <a:lnTo>
                  <a:pt x="4631" y="42"/>
                </a:lnTo>
                <a:lnTo>
                  <a:pt x="4631" y="41"/>
                </a:lnTo>
                <a:lnTo>
                  <a:pt x="4632" y="40"/>
                </a:lnTo>
                <a:lnTo>
                  <a:pt x="4634" y="40"/>
                </a:lnTo>
                <a:lnTo>
                  <a:pt x="4636" y="39"/>
                </a:lnTo>
                <a:lnTo>
                  <a:pt x="4637" y="39"/>
                </a:lnTo>
                <a:lnTo>
                  <a:pt x="4638" y="39"/>
                </a:lnTo>
                <a:lnTo>
                  <a:pt x="4638" y="38"/>
                </a:lnTo>
                <a:lnTo>
                  <a:pt x="4639" y="38"/>
                </a:lnTo>
                <a:lnTo>
                  <a:pt x="4641" y="37"/>
                </a:lnTo>
                <a:lnTo>
                  <a:pt x="4642" y="37"/>
                </a:lnTo>
                <a:lnTo>
                  <a:pt x="4643" y="37"/>
                </a:lnTo>
                <a:lnTo>
                  <a:pt x="4644" y="37"/>
                </a:lnTo>
                <a:lnTo>
                  <a:pt x="4645" y="37"/>
                </a:lnTo>
                <a:lnTo>
                  <a:pt x="4647" y="37"/>
                </a:lnTo>
                <a:lnTo>
                  <a:pt x="4648" y="37"/>
                </a:lnTo>
                <a:lnTo>
                  <a:pt x="4651" y="37"/>
                </a:lnTo>
                <a:lnTo>
                  <a:pt x="4653" y="37"/>
                </a:lnTo>
                <a:lnTo>
                  <a:pt x="4655" y="37"/>
                </a:lnTo>
                <a:lnTo>
                  <a:pt x="4656" y="37"/>
                </a:lnTo>
                <a:lnTo>
                  <a:pt x="4657" y="37"/>
                </a:lnTo>
                <a:lnTo>
                  <a:pt x="4658" y="37"/>
                </a:lnTo>
                <a:lnTo>
                  <a:pt x="4659" y="38"/>
                </a:lnTo>
                <a:lnTo>
                  <a:pt x="4660" y="38"/>
                </a:lnTo>
                <a:lnTo>
                  <a:pt x="4661" y="38"/>
                </a:lnTo>
                <a:lnTo>
                  <a:pt x="4661" y="39"/>
                </a:lnTo>
                <a:lnTo>
                  <a:pt x="4662" y="39"/>
                </a:lnTo>
                <a:lnTo>
                  <a:pt x="4663" y="39"/>
                </a:lnTo>
                <a:lnTo>
                  <a:pt x="4664" y="39"/>
                </a:lnTo>
                <a:lnTo>
                  <a:pt x="4667" y="41"/>
                </a:lnTo>
                <a:lnTo>
                  <a:pt x="4667" y="42"/>
                </a:lnTo>
                <a:lnTo>
                  <a:pt x="4668" y="42"/>
                </a:lnTo>
                <a:lnTo>
                  <a:pt x="4669" y="42"/>
                </a:lnTo>
                <a:lnTo>
                  <a:pt x="4669" y="43"/>
                </a:lnTo>
                <a:lnTo>
                  <a:pt x="4670" y="43"/>
                </a:lnTo>
                <a:lnTo>
                  <a:pt x="4671" y="43"/>
                </a:lnTo>
                <a:lnTo>
                  <a:pt x="4672" y="43"/>
                </a:lnTo>
                <a:lnTo>
                  <a:pt x="4672" y="44"/>
                </a:lnTo>
                <a:lnTo>
                  <a:pt x="4673" y="44"/>
                </a:lnTo>
                <a:lnTo>
                  <a:pt x="4674" y="44"/>
                </a:lnTo>
                <a:lnTo>
                  <a:pt x="4675" y="44"/>
                </a:lnTo>
                <a:lnTo>
                  <a:pt x="4676" y="45"/>
                </a:lnTo>
                <a:lnTo>
                  <a:pt x="4677" y="44"/>
                </a:lnTo>
                <a:lnTo>
                  <a:pt x="4677" y="45"/>
                </a:lnTo>
                <a:lnTo>
                  <a:pt x="4678" y="45"/>
                </a:lnTo>
                <a:lnTo>
                  <a:pt x="4679" y="45"/>
                </a:lnTo>
                <a:lnTo>
                  <a:pt x="4680" y="46"/>
                </a:lnTo>
                <a:lnTo>
                  <a:pt x="4681" y="46"/>
                </a:lnTo>
                <a:lnTo>
                  <a:pt x="4682" y="47"/>
                </a:lnTo>
                <a:lnTo>
                  <a:pt x="4683" y="47"/>
                </a:lnTo>
                <a:lnTo>
                  <a:pt x="4684" y="47"/>
                </a:lnTo>
                <a:lnTo>
                  <a:pt x="4685" y="47"/>
                </a:lnTo>
                <a:lnTo>
                  <a:pt x="4686" y="48"/>
                </a:lnTo>
                <a:lnTo>
                  <a:pt x="4687" y="48"/>
                </a:lnTo>
                <a:lnTo>
                  <a:pt x="4687" y="49"/>
                </a:lnTo>
                <a:lnTo>
                  <a:pt x="4686" y="49"/>
                </a:lnTo>
                <a:lnTo>
                  <a:pt x="4686" y="51"/>
                </a:lnTo>
                <a:lnTo>
                  <a:pt x="4687" y="51"/>
                </a:lnTo>
                <a:lnTo>
                  <a:pt x="4687" y="52"/>
                </a:lnTo>
                <a:lnTo>
                  <a:pt x="4687" y="53"/>
                </a:lnTo>
                <a:lnTo>
                  <a:pt x="4688" y="53"/>
                </a:lnTo>
                <a:lnTo>
                  <a:pt x="4689" y="53"/>
                </a:lnTo>
                <a:lnTo>
                  <a:pt x="4689" y="52"/>
                </a:lnTo>
                <a:lnTo>
                  <a:pt x="4690" y="52"/>
                </a:lnTo>
                <a:lnTo>
                  <a:pt x="4691" y="51"/>
                </a:lnTo>
                <a:lnTo>
                  <a:pt x="4692" y="51"/>
                </a:lnTo>
                <a:lnTo>
                  <a:pt x="4692" y="50"/>
                </a:lnTo>
                <a:lnTo>
                  <a:pt x="4693" y="50"/>
                </a:lnTo>
                <a:lnTo>
                  <a:pt x="4694" y="49"/>
                </a:lnTo>
                <a:lnTo>
                  <a:pt x="4695" y="49"/>
                </a:lnTo>
                <a:lnTo>
                  <a:pt x="4696" y="49"/>
                </a:lnTo>
                <a:lnTo>
                  <a:pt x="4697" y="49"/>
                </a:lnTo>
                <a:lnTo>
                  <a:pt x="4698" y="50"/>
                </a:lnTo>
                <a:lnTo>
                  <a:pt x="4698" y="51"/>
                </a:lnTo>
                <a:lnTo>
                  <a:pt x="4699" y="51"/>
                </a:lnTo>
                <a:lnTo>
                  <a:pt x="4699" y="52"/>
                </a:lnTo>
                <a:lnTo>
                  <a:pt x="4699" y="53"/>
                </a:lnTo>
                <a:lnTo>
                  <a:pt x="4699" y="54"/>
                </a:lnTo>
                <a:lnTo>
                  <a:pt x="4700" y="54"/>
                </a:lnTo>
                <a:lnTo>
                  <a:pt x="4700" y="55"/>
                </a:lnTo>
                <a:lnTo>
                  <a:pt x="4702" y="56"/>
                </a:lnTo>
                <a:lnTo>
                  <a:pt x="4702" y="57"/>
                </a:lnTo>
                <a:lnTo>
                  <a:pt x="4703" y="57"/>
                </a:lnTo>
                <a:lnTo>
                  <a:pt x="4704" y="58"/>
                </a:lnTo>
                <a:lnTo>
                  <a:pt x="4705" y="58"/>
                </a:lnTo>
                <a:lnTo>
                  <a:pt x="4706" y="58"/>
                </a:lnTo>
                <a:lnTo>
                  <a:pt x="4707" y="58"/>
                </a:lnTo>
                <a:lnTo>
                  <a:pt x="4708" y="58"/>
                </a:lnTo>
                <a:lnTo>
                  <a:pt x="4708" y="59"/>
                </a:lnTo>
                <a:lnTo>
                  <a:pt x="4709" y="59"/>
                </a:lnTo>
                <a:lnTo>
                  <a:pt x="4709" y="60"/>
                </a:lnTo>
                <a:lnTo>
                  <a:pt x="4708" y="60"/>
                </a:lnTo>
                <a:lnTo>
                  <a:pt x="4707" y="60"/>
                </a:lnTo>
                <a:lnTo>
                  <a:pt x="4707" y="61"/>
                </a:lnTo>
                <a:lnTo>
                  <a:pt x="4707" y="62"/>
                </a:lnTo>
                <a:lnTo>
                  <a:pt x="4707" y="63"/>
                </a:lnTo>
                <a:lnTo>
                  <a:pt x="4707" y="64"/>
                </a:lnTo>
                <a:lnTo>
                  <a:pt x="4706" y="65"/>
                </a:lnTo>
                <a:lnTo>
                  <a:pt x="4704" y="65"/>
                </a:lnTo>
                <a:lnTo>
                  <a:pt x="4703" y="65"/>
                </a:lnTo>
                <a:lnTo>
                  <a:pt x="4702" y="65"/>
                </a:lnTo>
                <a:lnTo>
                  <a:pt x="4702" y="66"/>
                </a:lnTo>
                <a:lnTo>
                  <a:pt x="4701" y="66"/>
                </a:lnTo>
                <a:lnTo>
                  <a:pt x="4701" y="67"/>
                </a:lnTo>
                <a:lnTo>
                  <a:pt x="4701" y="68"/>
                </a:lnTo>
                <a:lnTo>
                  <a:pt x="4701" y="70"/>
                </a:lnTo>
                <a:lnTo>
                  <a:pt x="4701" y="71"/>
                </a:lnTo>
                <a:lnTo>
                  <a:pt x="4702" y="72"/>
                </a:lnTo>
                <a:lnTo>
                  <a:pt x="4703" y="72"/>
                </a:lnTo>
                <a:lnTo>
                  <a:pt x="4704" y="71"/>
                </a:lnTo>
                <a:lnTo>
                  <a:pt x="4705" y="71"/>
                </a:lnTo>
                <a:lnTo>
                  <a:pt x="4706" y="70"/>
                </a:lnTo>
                <a:lnTo>
                  <a:pt x="4707" y="70"/>
                </a:lnTo>
                <a:lnTo>
                  <a:pt x="4709" y="70"/>
                </a:lnTo>
                <a:lnTo>
                  <a:pt x="4710" y="69"/>
                </a:lnTo>
                <a:lnTo>
                  <a:pt x="4711" y="68"/>
                </a:lnTo>
                <a:lnTo>
                  <a:pt x="4712" y="68"/>
                </a:lnTo>
                <a:lnTo>
                  <a:pt x="4713" y="69"/>
                </a:lnTo>
                <a:lnTo>
                  <a:pt x="4714" y="69"/>
                </a:lnTo>
                <a:lnTo>
                  <a:pt x="4714" y="68"/>
                </a:lnTo>
                <a:lnTo>
                  <a:pt x="4715" y="68"/>
                </a:lnTo>
                <a:lnTo>
                  <a:pt x="4717" y="68"/>
                </a:lnTo>
                <a:lnTo>
                  <a:pt x="4717" y="69"/>
                </a:lnTo>
                <a:lnTo>
                  <a:pt x="4718" y="69"/>
                </a:lnTo>
                <a:lnTo>
                  <a:pt x="4718" y="70"/>
                </a:lnTo>
                <a:lnTo>
                  <a:pt x="4718" y="71"/>
                </a:lnTo>
                <a:lnTo>
                  <a:pt x="4718" y="72"/>
                </a:lnTo>
                <a:lnTo>
                  <a:pt x="4719" y="72"/>
                </a:lnTo>
                <a:lnTo>
                  <a:pt x="4720" y="73"/>
                </a:lnTo>
                <a:lnTo>
                  <a:pt x="4721" y="74"/>
                </a:lnTo>
                <a:lnTo>
                  <a:pt x="4722" y="74"/>
                </a:lnTo>
                <a:lnTo>
                  <a:pt x="4722" y="75"/>
                </a:lnTo>
                <a:lnTo>
                  <a:pt x="4723" y="75"/>
                </a:lnTo>
                <a:lnTo>
                  <a:pt x="4723" y="76"/>
                </a:lnTo>
                <a:lnTo>
                  <a:pt x="4724" y="76"/>
                </a:lnTo>
                <a:lnTo>
                  <a:pt x="4724" y="77"/>
                </a:lnTo>
                <a:lnTo>
                  <a:pt x="4725" y="77"/>
                </a:lnTo>
                <a:lnTo>
                  <a:pt x="4725" y="78"/>
                </a:lnTo>
                <a:lnTo>
                  <a:pt x="4725" y="79"/>
                </a:lnTo>
                <a:lnTo>
                  <a:pt x="4726" y="79"/>
                </a:lnTo>
                <a:lnTo>
                  <a:pt x="4726" y="80"/>
                </a:lnTo>
                <a:lnTo>
                  <a:pt x="4727" y="80"/>
                </a:lnTo>
                <a:lnTo>
                  <a:pt x="4727" y="81"/>
                </a:lnTo>
                <a:lnTo>
                  <a:pt x="4728" y="81"/>
                </a:lnTo>
                <a:lnTo>
                  <a:pt x="4728" y="82"/>
                </a:lnTo>
                <a:lnTo>
                  <a:pt x="4729" y="82"/>
                </a:lnTo>
                <a:lnTo>
                  <a:pt x="4729" y="83"/>
                </a:lnTo>
                <a:lnTo>
                  <a:pt x="4730" y="83"/>
                </a:lnTo>
                <a:lnTo>
                  <a:pt x="4730" y="82"/>
                </a:lnTo>
                <a:lnTo>
                  <a:pt x="4731" y="82"/>
                </a:lnTo>
                <a:lnTo>
                  <a:pt x="4731" y="81"/>
                </a:lnTo>
                <a:lnTo>
                  <a:pt x="4732" y="81"/>
                </a:lnTo>
                <a:lnTo>
                  <a:pt x="4732" y="80"/>
                </a:lnTo>
                <a:lnTo>
                  <a:pt x="4733" y="79"/>
                </a:lnTo>
                <a:lnTo>
                  <a:pt x="4733" y="78"/>
                </a:lnTo>
                <a:lnTo>
                  <a:pt x="4734" y="78"/>
                </a:lnTo>
                <a:lnTo>
                  <a:pt x="4735" y="78"/>
                </a:lnTo>
                <a:lnTo>
                  <a:pt x="4736" y="78"/>
                </a:lnTo>
                <a:lnTo>
                  <a:pt x="4740" y="80"/>
                </a:lnTo>
                <a:lnTo>
                  <a:pt x="4741" y="81"/>
                </a:lnTo>
                <a:lnTo>
                  <a:pt x="4742" y="81"/>
                </a:lnTo>
                <a:lnTo>
                  <a:pt x="4742" y="82"/>
                </a:lnTo>
                <a:lnTo>
                  <a:pt x="4741" y="83"/>
                </a:lnTo>
                <a:lnTo>
                  <a:pt x="4740" y="83"/>
                </a:lnTo>
                <a:lnTo>
                  <a:pt x="4739" y="83"/>
                </a:lnTo>
                <a:lnTo>
                  <a:pt x="4738" y="83"/>
                </a:lnTo>
                <a:lnTo>
                  <a:pt x="4736" y="83"/>
                </a:lnTo>
                <a:lnTo>
                  <a:pt x="4736" y="84"/>
                </a:lnTo>
                <a:lnTo>
                  <a:pt x="4735" y="84"/>
                </a:lnTo>
                <a:lnTo>
                  <a:pt x="4735" y="85"/>
                </a:lnTo>
                <a:lnTo>
                  <a:pt x="4736" y="86"/>
                </a:lnTo>
                <a:lnTo>
                  <a:pt x="4737" y="87"/>
                </a:lnTo>
                <a:lnTo>
                  <a:pt x="4737" y="88"/>
                </a:lnTo>
                <a:lnTo>
                  <a:pt x="4738" y="89"/>
                </a:lnTo>
                <a:lnTo>
                  <a:pt x="4738" y="90"/>
                </a:lnTo>
                <a:lnTo>
                  <a:pt x="4737" y="90"/>
                </a:lnTo>
                <a:lnTo>
                  <a:pt x="4736" y="91"/>
                </a:lnTo>
                <a:lnTo>
                  <a:pt x="4733" y="91"/>
                </a:lnTo>
                <a:lnTo>
                  <a:pt x="4732" y="91"/>
                </a:lnTo>
                <a:lnTo>
                  <a:pt x="4731" y="91"/>
                </a:lnTo>
                <a:lnTo>
                  <a:pt x="4730" y="91"/>
                </a:lnTo>
                <a:lnTo>
                  <a:pt x="4729" y="92"/>
                </a:lnTo>
                <a:lnTo>
                  <a:pt x="4729" y="93"/>
                </a:lnTo>
                <a:lnTo>
                  <a:pt x="4728" y="94"/>
                </a:lnTo>
                <a:lnTo>
                  <a:pt x="4728" y="96"/>
                </a:lnTo>
                <a:lnTo>
                  <a:pt x="4729" y="97"/>
                </a:lnTo>
                <a:lnTo>
                  <a:pt x="4730" y="98"/>
                </a:lnTo>
                <a:lnTo>
                  <a:pt x="4731" y="99"/>
                </a:lnTo>
                <a:lnTo>
                  <a:pt x="4732" y="99"/>
                </a:lnTo>
                <a:lnTo>
                  <a:pt x="4732" y="100"/>
                </a:lnTo>
                <a:lnTo>
                  <a:pt x="4733" y="101"/>
                </a:lnTo>
                <a:lnTo>
                  <a:pt x="4734" y="101"/>
                </a:lnTo>
                <a:lnTo>
                  <a:pt x="4735" y="101"/>
                </a:lnTo>
                <a:lnTo>
                  <a:pt x="4737" y="100"/>
                </a:lnTo>
                <a:lnTo>
                  <a:pt x="4737" y="99"/>
                </a:lnTo>
                <a:lnTo>
                  <a:pt x="4737" y="98"/>
                </a:lnTo>
                <a:lnTo>
                  <a:pt x="4738" y="98"/>
                </a:lnTo>
                <a:lnTo>
                  <a:pt x="4740" y="99"/>
                </a:lnTo>
                <a:lnTo>
                  <a:pt x="4741" y="100"/>
                </a:lnTo>
                <a:lnTo>
                  <a:pt x="4742" y="100"/>
                </a:lnTo>
                <a:lnTo>
                  <a:pt x="4742" y="101"/>
                </a:lnTo>
                <a:lnTo>
                  <a:pt x="4743" y="101"/>
                </a:lnTo>
                <a:lnTo>
                  <a:pt x="4747" y="103"/>
                </a:lnTo>
                <a:lnTo>
                  <a:pt x="4748" y="104"/>
                </a:lnTo>
                <a:lnTo>
                  <a:pt x="4750" y="105"/>
                </a:lnTo>
                <a:lnTo>
                  <a:pt x="4750" y="106"/>
                </a:lnTo>
                <a:lnTo>
                  <a:pt x="4750" y="107"/>
                </a:lnTo>
                <a:lnTo>
                  <a:pt x="4750" y="108"/>
                </a:lnTo>
                <a:lnTo>
                  <a:pt x="4749" y="109"/>
                </a:lnTo>
                <a:lnTo>
                  <a:pt x="4749" y="110"/>
                </a:lnTo>
                <a:lnTo>
                  <a:pt x="4748" y="111"/>
                </a:lnTo>
                <a:lnTo>
                  <a:pt x="4748" y="112"/>
                </a:lnTo>
                <a:lnTo>
                  <a:pt x="4749" y="112"/>
                </a:lnTo>
                <a:lnTo>
                  <a:pt x="4750" y="112"/>
                </a:lnTo>
                <a:lnTo>
                  <a:pt x="4751" y="112"/>
                </a:lnTo>
                <a:lnTo>
                  <a:pt x="4752" y="112"/>
                </a:lnTo>
                <a:lnTo>
                  <a:pt x="4754" y="112"/>
                </a:lnTo>
                <a:lnTo>
                  <a:pt x="4754" y="111"/>
                </a:lnTo>
                <a:lnTo>
                  <a:pt x="4755" y="111"/>
                </a:lnTo>
                <a:lnTo>
                  <a:pt x="4755" y="112"/>
                </a:lnTo>
                <a:lnTo>
                  <a:pt x="4756" y="112"/>
                </a:lnTo>
                <a:lnTo>
                  <a:pt x="4757" y="113"/>
                </a:lnTo>
                <a:lnTo>
                  <a:pt x="4757" y="114"/>
                </a:lnTo>
                <a:lnTo>
                  <a:pt x="4758" y="115"/>
                </a:lnTo>
                <a:lnTo>
                  <a:pt x="4759" y="115"/>
                </a:lnTo>
                <a:lnTo>
                  <a:pt x="4759" y="116"/>
                </a:lnTo>
                <a:lnTo>
                  <a:pt x="4760" y="116"/>
                </a:lnTo>
                <a:lnTo>
                  <a:pt x="4761" y="117"/>
                </a:lnTo>
                <a:lnTo>
                  <a:pt x="4762" y="118"/>
                </a:lnTo>
                <a:lnTo>
                  <a:pt x="4763" y="119"/>
                </a:lnTo>
                <a:lnTo>
                  <a:pt x="4763" y="121"/>
                </a:lnTo>
                <a:lnTo>
                  <a:pt x="4763" y="123"/>
                </a:lnTo>
                <a:lnTo>
                  <a:pt x="4763" y="124"/>
                </a:lnTo>
                <a:lnTo>
                  <a:pt x="4762" y="124"/>
                </a:lnTo>
                <a:lnTo>
                  <a:pt x="4761" y="124"/>
                </a:lnTo>
                <a:lnTo>
                  <a:pt x="4761" y="125"/>
                </a:lnTo>
                <a:lnTo>
                  <a:pt x="4760" y="125"/>
                </a:lnTo>
                <a:lnTo>
                  <a:pt x="4760" y="126"/>
                </a:lnTo>
                <a:lnTo>
                  <a:pt x="4760" y="127"/>
                </a:lnTo>
                <a:lnTo>
                  <a:pt x="4760" y="128"/>
                </a:lnTo>
                <a:lnTo>
                  <a:pt x="4761" y="128"/>
                </a:lnTo>
                <a:lnTo>
                  <a:pt x="4762" y="129"/>
                </a:lnTo>
                <a:lnTo>
                  <a:pt x="4763" y="129"/>
                </a:lnTo>
                <a:lnTo>
                  <a:pt x="4765" y="129"/>
                </a:lnTo>
                <a:lnTo>
                  <a:pt x="4766" y="129"/>
                </a:lnTo>
                <a:lnTo>
                  <a:pt x="4767" y="129"/>
                </a:lnTo>
                <a:lnTo>
                  <a:pt x="4768" y="129"/>
                </a:lnTo>
                <a:lnTo>
                  <a:pt x="4769" y="129"/>
                </a:lnTo>
                <a:lnTo>
                  <a:pt x="4770" y="129"/>
                </a:lnTo>
                <a:lnTo>
                  <a:pt x="4770" y="130"/>
                </a:lnTo>
                <a:lnTo>
                  <a:pt x="4771" y="130"/>
                </a:lnTo>
                <a:lnTo>
                  <a:pt x="4771" y="131"/>
                </a:lnTo>
                <a:lnTo>
                  <a:pt x="4770" y="131"/>
                </a:lnTo>
                <a:lnTo>
                  <a:pt x="4769" y="131"/>
                </a:lnTo>
                <a:lnTo>
                  <a:pt x="4768" y="131"/>
                </a:lnTo>
                <a:lnTo>
                  <a:pt x="4767" y="131"/>
                </a:lnTo>
                <a:lnTo>
                  <a:pt x="4767" y="132"/>
                </a:lnTo>
                <a:lnTo>
                  <a:pt x="4766" y="132"/>
                </a:lnTo>
                <a:lnTo>
                  <a:pt x="4765" y="132"/>
                </a:lnTo>
                <a:lnTo>
                  <a:pt x="4765" y="133"/>
                </a:lnTo>
                <a:lnTo>
                  <a:pt x="4764" y="133"/>
                </a:lnTo>
                <a:lnTo>
                  <a:pt x="4763" y="133"/>
                </a:lnTo>
                <a:lnTo>
                  <a:pt x="4763" y="134"/>
                </a:lnTo>
                <a:lnTo>
                  <a:pt x="4762" y="134"/>
                </a:lnTo>
                <a:lnTo>
                  <a:pt x="4761" y="134"/>
                </a:lnTo>
                <a:lnTo>
                  <a:pt x="4761" y="135"/>
                </a:lnTo>
                <a:lnTo>
                  <a:pt x="4760" y="135"/>
                </a:lnTo>
                <a:lnTo>
                  <a:pt x="4759" y="136"/>
                </a:lnTo>
                <a:lnTo>
                  <a:pt x="4759" y="137"/>
                </a:lnTo>
                <a:lnTo>
                  <a:pt x="4758" y="137"/>
                </a:lnTo>
                <a:lnTo>
                  <a:pt x="4758" y="138"/>
                </a:lnTo>
                <a:lnTo>
                  <a:pt x="4759" y="139"/>
                </a:lnTo>
                <a:lnTo>
                  <a:pt x="4760" y="139"/>
                </a:lnTo>
                <a:lnTo>
                  <a:pt x="4760" y="140"/>
                </a:lnTo>
                <a:lnTo>
                  <a:pt x="4761" y="140"/>
                </a:lnTo>
                <a:lnTo>
                  <a:pt x="4762" y="140"/>
                </a:lnTo>
                <a:lnTo>
                  <a:pt x="4763" y="140"/>
                </a:lnTo>
                <a:lnTo>
                  <a:pt x="4763" y="141"/>
                </a:lnTo>
                <a:lnTo>
                  <a:pt x="4764" y="141"/>
                </a:lnTo>
                <a:lnTo>
                  <a:pt x="4765" y="141"/>
                </a:lnTo>
                <a:lnTo>
                  <a:pt x="4766" y="141"/>
                </a:lnTo>
                <a:lnTo>
                  <a:pt x="4768" y="141"/>
                </a:lnTo>
                <a:lnTo>
                  <a:pt x="4768" y="142"/>
                </a:lnTo>
                <a:lnTo>
                  <a:pt x="4769" y="142"/>
                </a:lnTo>
                <a:lnTo>
                  <a:pt x="4770" y="142"/>
                </a:lnTo>
                <a:lnTo>
                  <a:pt x="4771" y="143"/>
                </a:lnTo>
                <a:lnTo>
                  <a:pt x="4772" y="143"/>
                </a:lnTo>
                <a:lnTo>
                  <a:pt x="4773" y="143"/>
                </a:lnTo>
                <a:lnTo>
                  <a:pt x="4774" y="143"/>
                </a:lnTo>
                <a:lnTo>
                  <a:pt x="4775" y="143"/>
                </a:lnTo>
                <a:lnTo>
                  <a:pt x="4776" y="144"/>
                </a:lnTo>
                <a:lnTo>
                  <a:pt x="4777" y="144"/>
                </a:lnTo>
                <a:lnTo>
                  <a:pt x="4780" y="145"/>
                </a:lnTo>
                <a:lnTo>
                  <a:pt x="4780" y="146"/>
                </a:lnTo>
                <a:lnTo>
                  <a:pt x="4781" y="146"/>
                </a:lnTo>
                <a:lnTo>
                  <a:pt x="4782" y="146"/>
                </a:lnTo>
                <a:lnTo>
                  <a:pt x="4782" y="147"/>
                </a:lnTo>
                <a:lnTo>
                  <a:pt x="4782" y="148"/>
                </a:lnTo>
                <a:lnTo>
                  <a:pt x="4782" y="149"/>
                </a:lnTo>
                <a:lnTo>
                  <a:pt x="4781" y="149"/>
                </a:lnTo>
                <a:lnTo>
                  <a:pt x="4781" y="150"/>
                </a:lnTo>
                <a:lnTo>
                  <a:pt x="4780" y="150"/>
                </a:lnTo>
                <a:lnTo>
                  <a:pt x="4780" y="151"/>
                </a:lnTo>
                <a:lnTo>
                  <a:pt x="4780" y="152"/>
                </a:lnTo>
                <a:lnTo>
                  <a:pt x="4780" y="153"/>
                </a:lnTo>
                <a:lnTo>
                  <a:pt x="4779" y="153"/>
                </a:lnTo>
                <a:lnTo>
                  <a:pt x="4779" y="154"/>
                </a:lnTo>
                <a:lnTo>
                  <a:pt x="4778" y="154"/>
                </a:lnTo>
                <a:lnTo>
                  <a:pt x="4778" y="155"/>
                </a:lnTo>
                <a:lnTo>
                  <a:pt x="4778" y="156"/>
                </a:lnTo>
                <a:lnTo>
                  <a:pt x="4777" y="156"/>
                </a:lnTo>
                <a:lnTo>
                  <a:pt x="4776" y="156"/>
                </a:lnTo>
                <a:lnTo>
                  <a:pt x="4775" y="156"/>
                </a:lnTo>
                <a:lnTo>
                  <a:pt x="4774" y="156"/>
                </a:lnTo>
                <a:lnTo>
                  <a:pt x="4772" y="157"/>
                </a:lnTo>
                <a:lnTo>
                  <a:pt x="4772" y="158"/>
                </a:lnTo>
                <a:lnTo>
                  <a:pt x="4771" y="158"/>
                </a:lnTo>
                <a:lnTo>
                  <a:pt x="4771" y="159"/>
                </a:lnTo>
                <a:lnTo>
                  <a:pt x="4772" y="160"/>
                </a:lnTo>
                <a:lnTo>
                  <a:pt x="4773" y="161"/>
                </a:lnTo>
                <a:lnTo>
                  <a:pt x="4774" y="161"/>
                </a:lnTo>
                <a:lnTo>
                  <a:pt x="4774" y="162"/>
                </a:lnTo>
                <a:lnTo>
                  <a:pt x="4773" y="163"/>
                </a:lnTo>
                <a:lnTo>
                  <a:pt x="4773" y="164"/>
                </a:lnTo>
                <a:lnTo>
                  <a:pt x="4773" y="166"/>
                </a:lnTo>
                <a:lnTo>
                  <a:pt x="4774" y="166"/>
                </a:lnTo>
                <a:lnTo>
                  <a:pt x="4775" y="167"/>
                </a:lnTo>
                <a:lnTo>
                  <a:pt x="4776" y="167"/>
                </a:lnTo>
                <a:lnTo>
                  <a:pt x="4777" y="167"/>
                </a:lnTo>
                <a:lnTo>
                  <a:pt x="4777" y="168"/>
                </a:lnTo>
                <a:lnTo>
                  <a:pt x="4778" y="170"/>
                </a:lnTo>
                <a:lnTo>
                  <a:pt x="4779" y="171"/>
                </a:lnTo>
                <a:lnTo>
                  <a:pt x="4780" y="171"/>
                </a:lnTo>
                <a:lnTo>
                  <a:pt x="4781" y="172"/>
                </a:lnTo>
                <a:lnTo>
                  <a:pt x="4782" y="174"/>
                </a:lnTo>
                <a:lnTo>
                  <a:pt x="4783" y="176"/>
                </a:lnTo>
                <a:lnTo>
                  <a:pt x="4783" y="177"/>
                </a:lnTo>
                <a:lnTo>
                  <a:pt x="4784" y="178"/>
                </a:lnTo>
                <a:lnTo>
                  <a:pt x="4785" y="179"/>
                </a:lnTo>
                <a:lnTo>
                  <a:pt x="4786" y="180"/>
                </a:lnTo>
                <a:lnTo>
                  <a:pt x="4786" y="181"/>
                </a:lnTo>
                <a:lnTo>
                  <a:pt x="4787" y="182"/>
                </a:lnTo>
                <a:lnTo>
                  <a:pt x="4788" y="183"/>
                </a:lnTo>
                <a:lnTo>
                  <a:pt x="4789" y="184"/>
                </a:lnTo>
                <a:lnTo>
                  <a:pt x="4790" y="184"/>
                </a:lnTo>
                <a:lnTo>
                  <a:pt x="4791" y="184"/>
                </a:lnTo>
                <a:lnTo>
                  <a:pt x="4791" y="185"/>
                </a:lnTo>
                <a:lnTo>
                  <a:pt x="4791" y="186"/>
                </a:lnTo>
                <a:lnTo>
                  <a:pt x="4791" y="187"/>
                </a:lnTo>
                <a:lnTo>
                  <a:pt x="4792" y="188"/>
                </a:lnTo>
                <a:lnTo>
                  <a:pt x="4793" y="188"/>
                </a:lnTo>
                <a:lnTo>
                  <a:pt x="4794" y="188"/>
                </a:lnTo>
                <a:lnTo>
                  <a:pt x="4795" y="188"/>
                </a:lnTo>
                <a:lnTo>
                  <a:pt x="4795" y="187"/>
                </a:lnTo>
                <a:lnTo>
                  <a:pt x="4796" y="188"/>
                </a:lnTo>
                <a:lnTo>
                  <a:pt x="4797" y="189"/>
                </a:lnTo>
                <a:lnTo>
                  <a:pt x="4797" y="190"/>
                </a:lnTo>
                <a:lnTo>
                  <a:pt x="4797" y="191"/>
                </a:lnTo>
                <a:lnTo>
                  <a:pt x="4796" y="192"/>
                </a:lnTo>
                <a:lnTo>
                  <a:pt x="4796" y="193"/>
                </a:lnTo>
                <a:lnTo>
                  <a:pt x="4797" y="193"/>
                </a:lnTo>
                <a:lnTo>
                  <a:pt x="4797" y="194"/>
                </a:lnTo>
                <a:lnTo>
                  <a:pt x="4798" y="195"/>
                </a:lnTo>
                <a:lnTo>
                  <a:pt x="4798" y="197"/>
                </a:lnTo>
                <a:lnTo>
                  <a:pt x="4797" y="198"/>
                </a:lnTo>
                <a:lnTo>
                  <a:pt x="4796" y="199"/>
                </a:lnTo>
                <a:lnTo>
                  <a:pt x="4795" y="199"/>
                </a:lnTo>
                <a:lnTo>
                  <a:pt x="4794" y="199"/>
                </a:lnTo>
                <a:lnTo>
                  <a:pt x="4792" y="200"/>
                </a:lnTo>
                <a:lnTo>
                  <a:pt x="4792" y="201"/>
                </a:lnTo>
                <a:lnTo>
                  <a:pt x="4793" y="202"/>
                </a:lnTo>
                <a:lnTo>
                  <a:pt x="4794" y="203"/>
                </a:lnTo>
                <a:lnTo>
                  <a:pt x="4796" y="204"/>
                </a:lnTo>
                <a:lnTo>
                  <a:pt x="4797" y="204"/>
                </a:lnTo>
                <a:lnTo>
                  <a:pt x="4798" y="205"/>
                </a:lnTo>
                <a:lnTo>
                  <a:pt x="4799" y="205"/>
                </a:lnTo>
                <a:lnTo>
                  <a:pt x="4801" y="205"/>
                </a:lnTo>
                <a:lnTo>
                  <a:pt x="4803" y="206"/>
                </a:lnTo>
                <a:lnTo>
                  <a:pt x="4804" y="206"/>
                </a:lnTo>
                <a:lnTo>
                  <a:pt x="4807" y="207"/>
                </a:lnTo>
                <a:lnTo>
                  <a:pt x="4807" y="208"/>
                </a:lnTo>
                <a:lnTo>
                  <a:pt x="4808" y="208"/>
                </a:lnTo>
                <a:lnTo>
                  <a:pt x="4808" y="209"/>
                </a:lnTo>
                <a:lnTo>
                  <a:pt x="4807" y="209"/>
                </a:lnTo>
                <a:lnTo>
                  <a:pt x="4807" y="210"/>
                </a:lnTo>
                <a:lnTo>
                  <a:pt x="4806" y="210"/>
                </a:lnTo>
                <a:lnTo>
                  <a:pt x="4806" y="211"/>
                </a:lnTo>
                <a:lnTo>
                  <a:pt x="4805" y="211"/>
                </a:lnTo>
                <a:lnTo>
                  <a:pt x="4804" y="212"/>
                </a:lnTo>
                <a:lnTo>
                  <a:pt x="4804" y="213"/>
                </a:lnTo>
                <a:lnTo>
                  <a:pt x="4804" y="214"/>
                </a:lnTo>
                <a:lnTo>
                  <a:pt x="4804" y="215"/>
                </a:lnTo>
                <a:lnTo>
                  <a:pt x="4802" y="216"/>
                </a:lnTo>
                <a:lnTo>
                  <a:pt x="4802" y="217"/>
                </a:lnTo>
                <a:lnTo>
                  <a:pt x="4802" y="218"/>
                </a:lnTo>
                <a:lnTo>
                  <a:pt x="4803" y="218"/>
                </a:lnTo>
                <a:lnTo>
                  <a:pt x="4803" y="219"/>
                </a:lnTo>
                <a:lnTo>
                  <a:pt x="4804" y="219"/>
                </a:lnTo>
                <a:lnTo>
                  <a:pt x="4805" y="219"/>
                </a:lnTo>
                <a:lnTo>
                  <a:pt x="4805" y="220"/>
                </a:lnTo>
                <a:lnTo>
                  <a:pt x="4806" y="220"/>
                </a:lnTo>
                <a:lnTo>
                  <a:pt x="4809" y="220"/>
                </a:lnTo>
                <a:lnTo>
                  <a:pt x="4811" y="220"/>
                </a:lnTo>
                <a:lnTo>
                  <a:pt x="4812" y="220"/>
                </a:lnTo>
                <a:lnTo>
                  <a:pt x="4813" y="220"/>
                </a:lnTo>
                <a:lnTo>
                  <a:pt x="4813" y="221"/>
                </a:lnTo>
                <a:lnTo>
                  <a:pt x="4814" y="221"/>
                </a:lnTo>
                <a:lnTo>
                  <a:pt x="4814" y="222"/>
                </a:lnTo>
                <a:lnTo>
                  <a:pt x="4815" y="223"/>
                </a:lnTo>
                <a:lnTo>
                  <a:pt x="4815" y="225"/>
                </a:lnTo>
                <a:lnTo>
                  <a:pt x="4815" y="226"/>
                </a:lnTo>
                <a:lnTo>
                  <a:pt x="4814" y="227"/>
                </a:lnTo>
                <a:lnTo>
                  <a:pt x="4813" y="227"/>
                </a:lnTo>
                <a:lnTo>
                  <a:pt x="4813" y="228"/>
                </a:lnTo>
                <a:lnTo>
                  <a:pt x="4811" y="227"/>
                </a:lnTo>
                <a:lnTo>
                  <a:pt x="4810" y="227"/>
                </a:lnTo>
                <a:lnTo>
                  <a:pt x="4808" y="227"/>
                </a:lnTo>
                <a:lnTo>
                  <a:pt x="4807" y="227"/>
                </a:lnTo>
                <a:lnTo>
                  <a:pt x="4806" y="228"/>
                </a:lnTo>
                <a:lnTo>
                  <a:pt x="4805" y="229"/>
                </a:lnTo>
                <a:lnTo>
                  <a:pt x="4805" y="230"/>
                </a:lnTo>
                <a:lnTo>
                  <a:pt x="4805" y="232"/>
                </a:lnTo>
                <a:lnTo>
                  <a:pt x="4805" y="234"/>
                </a:lnTo>
                <a:lnTo>
                  <a:pt x="4806" y="235"/>
                </a:lnTo>
                <a:lnTo>
                  <a:pt x="4807" y="236"/>
                </a:lnTo>
                <a:lnTo>
                  <a:pt x="4809" y="237"/>
                </a:lnTo>
                <a:lnTo>
                  <a:pt x="4810" y="237"/>
                </a:lnTo>
                <a:lnTo>
                  <a:pt x="4811" y="237"/>
                </a:lnTo>
                <a:lnTo>
                  <a:pt x="4812" y="237"/>
                </a:lnTo>
                <a:lnTo>
                  <a:pt x="4813" y="237"/>
                </a:lnTo>
                <a:lnTo>
                  <a:pt x="4814" y="236"/>
                </a:lnTo>
                <a:lnTo>
                  <a:pt x="4814" y="235"/>
                </a:lnTo>
                <a:lnTo>
                  <a:pt x="4814" y="234"/>
                </a:lnTo>
                <a:lnTo>
                  <a:pt x="4813" y="233"/>
                </a:lnTo>
                <a:lnTo>
                  <a:pt x="4812" y="233"/>
                </a:lnTo>
                <a:lnTo>
                  <a:pt x="4811" y="232"/>
                </a:lnTo>
                <a:lnTo>
                  <a:pt x="4810" y="231"/>
                </a:lnTo>
                <a:lnTo>
                  <a:pt x="4810" y="230"/>
                </a:lnTo>
                <a:lnTo>
                  <a:pt x="4811" y="229"/>
                </a:lnTo>
                <a:lnTo>
                  <a:pt x="4812" y="229"/>
                </a:lnTo>
                <a:lnTo>
                  <a:pt x="4814" y="229"/>
                </a:lnTo>
                <a:lnTo>
                  <a:pt x="4816" y="228"/>
                </a:lnTo>
                <a:lnTo>
                  <a:pt x="4817" y="228"/>
                </a:lnTo>
                <a:lnTo>
                  <a:pt x="4819" y="228"/>
                </a:lnTo>
                <a:lnTo>
                  <a:pt x="4820" y="228"/>
                </a:lnTo>
                <a:lnTo>
                  <a:pt x="4820" y="229"/>
                </a:lnTo>
                <a:lnTo>
                  <a:pt x="4820" y="230"/>
                </a:lnTo>
                <a:lnTo>
                  <a:pt x="4820" y="231"/>
                </a:lnTo>
                <a:lnTo>
                  <a:pt x="4820" y="232"/>
                </a:lnTo>
                <a:lnTo>
                  <a:pt x="4819" y="232"/>
                </a:lnTo>
                <a:lnTo>
                  <a:pt x="4819" y="233"/>
                </a:lnTo>
                <a:lnTo>
                  <a:pt x="4818" y="234"/>
                </a:lnTo>
                <a:lnTo>
                  <a:pt x="4817" y="235"/>
                </a:lnTo>
                <a:lnTo>
                  <a:pt x="4816" y="236"/>
                </a:lnTo>
                <a:lnTo>
                  <a:pt x="4815" y="237"/>
                </a:lnTo>
                <a:lnTo>
                  <a:pt x="4814" y="239"/>
                </a:lnTo>
                <a:lnTo>
                  <a:pt x="4813" y="240"/>
                </a:lnTo>
                <a:lnTo>
                  <a:pt x="4813" y="241"/>
                </a:lnTo>
                <a:lnTo>
                  <a:pt x="4812" y="242"/>
                </a:lnTo>
                <a:lnTo>
                  <a:pt x="4813" y="243"/>
                </a:lnTo>
                <a:lnTo>
                  <a:pt x="4813" y="244"/>
                </a:lnTo>
                <a:lnTo>
                  <a:pt x="4814" y="246"/>
                </a:lnTo>
                <a:lnTo>
                  <a:pt x="4814" y="248"/>
                </a:lnTo>
                <a:lnTo>
                  <a:pt x="4814" y="249"/>
                </a:lnTo>
                <a:lnTo>
                  <a:pt x="4814" y="251"/>
                </a:lnTo>
                <a:lnTo>
                  <a:pt x="4815" y="252"/>
                </a:lnTo>
                <a:lnTo>
                  <a:pt x="4814" y="253"/>
                </a:lnTo>
                <a:lnTo>
                  <a:pt x="4814" y="254"/>
                </a:lnTo>
                <a:lnTo>
                  <a:pt x="4815" y="256"/>
                </a:lnTo>
                <a:lnTo>
                  <a:pt x="4815" y="257"/>
                </a:lnTo>
                <a:lnTo>
                  <a:pt x="4816" y="257"/>
                </a:lnTo>
                <a:lnTo>
                  <a:pt x="4817" y="257"/>
                </a:lnTo>
                <a:lnTo>
                  <a:pt x="4818" y="258"/>
                </a:lnTo>
                <a:lnTo>
                  <a:pt x="4819" y="259"/>
                </a:lnTo>
                <a:lnTo>
                  <a:pt x="4821" y="260"/>
                </a:lnTo>
                <a:lnTo>
                  <a:pt x="4822" y="262"/>
                </a:lnTo>
                <a:lnTo>
                  <a:pt x="4824" y="264"/>
                </a:lnTo>
                <a:lnTo>
                  <a:pt x="4826" y="266"/>
                </a:lnTo>
                <a:lnTo>
                  <a:pt x="4827" y="266"/>
                </a:lnTo>
                <a:lnTo>
                  <a:pt x="4828" y="267"/>
                </a:lnTo>
                <a:lnTo>
                  <a:pt x="4830" y="268"/>
                </a:lnTo>
                <a:lnTo>
                  <a:pt x="4831" y="268"/>
                </a:lnTo>
                <a:lnTo>
                  <a:pt x="4833" y="270"/>
                </a:lnTo>
                <a:lnTo>
                  <a:pt x="4834" y="271"/>
                </a:lnTo>
                <a:lnTo>
                  <a:pt x="4835" y="272"/>
                </a:lnTo>
                <a:lnTo>
                  <a:pt x="4835" y="273"/>
                </a:lnTo>
                <a:lnTo>
                  <a:pt x="4836" y="273"/>
                </a:lnTo>
                <a:lnTo>
                  <a:pt x="4837" y="275"/>
                </a:lnTo>
                <a:lnTo>
                  <a:pt x="4838" y="278"/>
                </a:lnTo>
                <a:lnTo>
                  <a:pt x="4840" y="280"/>
                </a:lnTo>
                <a:lnTo>
                  <a:pt x="4841" y="282"/>
                </a:lnTo>
                <a:lnTo>
                  <a:pt x="4842" y="284"/>
                </a:lnTo>
                <a:lnTo>
                  <a:pt x="4843" y="285"/>
                </a:lnTo>
                <a:lnTo>
                  <a:pt x="4844" y="286"/>
                </a:lnTo>
                <a:lnTo>
                  <a:pt x="4845" y="286"/>
                </a:lnTo>
                <a:lnTo>
                  <a:pt x="4845" y="287"/>
                </a:lnTo>
                <a:lnTo>
                  <a:pt x="4847" y="287"/>
                </a:lnTo>
                <a:lnTo>
                  <a:pt x="4848" y="287"/>
                </a:lnTo>
                <a:lnTo>
                  <a:pt x="4849" y="288"/>
                </a:lnTo>
                <a:lnTo>
                  <a:pt x="4849" y="289"/>
                </a:lnTo>
                <a:lnTo>
                  <a:pt x="4848" y="290"/>
                </a:lnTo>
                <a:lnTo>
                  <a:pt x="4848" y="291"/>
                </a:lnTo>
                <a:lnTo>
                  <a:pt x="4847" y="292"/>
                </a:lnTo>
                <a:lnTo>
                  <a:pt x="4847" y="293"/>
                </a:lnTo>
                <a:lnTo>
                  <a:pt x="4847" y="294"/>
                </a:lnTo>
                <a:lnTo>
                  <a:pt x="4848" y="294"/>
                </a:lnTo>
                <a:lnTo>
                  <a:pt x="4848" y="296"/>
                </a:lnTo>
                <a:lnTo>
                  <a:pt x="4848" y="297"/>
                </a:lnTo>
                <a:lnTo>
                  <a:pt x="4849" y="298"/>
                </a:lnTo>
                <a:lnTo>
                  <a:pt x="4850" y="299"/>
                </a:lnTo>
                <a:lnTo>
                  <a:pt x="4852" y="300"/>
                </a:lnTo>
                <a:lnTo>
                  <a:pt x="4852" y="301"/>
                </a:lnTo>
                <a:lnTo>
                  <a:pt x="4853" y="302"/>
                </a:lnTo>
                <a:lnTo>
                  <a:pt x="4853" y="303"/>
                </a:lnTo>
                <a:lnTo>
                  <a:pt x="4855" y="305"/>
                </a:lnTo>
                <a:lnTo>
                  <a:pt x="4855" y="306"/>
                </a:lnTo>
                <a:lnTo>
                  <a:pt x="4854" y="307"/>
                </a:lnTo>
                <a:lnTo>
                  <a:pt x="4854" y="308"/>
                </a:lnTo>
                <a:lnTo>
                  <a:pt x="4854" y="309"/>
                </a:lnTo>
                <a:lnTo>
                  <a:pt x="4853" y="309"/>
                </a:lnTo>
                <a:lnTo>
                  <a:pt x="4851" y="310"/>
                </a:lnTo>
                <a:lnTo>
                  <a:pt x="4850" y="311"/>
                </a:lnTo>
                <a:lnTo>
                  <a:pt x="4850" y="313"/>
                </a:lnTo>
                <a:lnTo>
                  <a:pt x="4849" y="315"/>
                </a:lnTo>
                <a:lnTo>
                  <a:pt x="4848" y="316"/>
                </a:lnTo>
                <a:lnTo>
                  <a:pt x="4848" y="317"/>
                </a:lnTo>
                <a:lnTo>
                  <a:pt x="4849" y="318"/>
                </a:lnTo>
                <a:lnTo>
                  <a:pt x="4850" y="319"/>
                </a:lnTo>
                <a:lnTo>
                  <a:pt x="4851" y="319"/>
                </a:lnTo>
                <a:lnTo>
                  <a:pt x="4853" y="319"/>
                </a:lnTo>
                <a:lnTo>
                  <a:pt x="4854" y="319"/>
                </a:lnTo>
                <a:lnTo>
                  <a:pt x="4854" y="320"/>
                </a:lnTo>
                <a:lnTo>
                  <a:pt x="4855" y="320"/>
                </a:lnTo>
                <a:lnTo>
                  <a:pt x="4855" y="322"/>
                </a:lnTo>
                <a:lnTo>
                  <a:pt x="4855" y="323"/>
                </a:lnTo>
                <a:lnTo>
                  <a:pt x="4854" y="324"/>
                </a:lnTo>
                <a:lnTo>
                  <a:pt x="4854" y="325"/>
                </a:lnTo>
                <a:lnTo>
                  <a:pt x="4853" y="325"/>
                </a:lnTo>
                <a:lnTo>
                  <a:pt x="4853" y="326"/>
                </a:lnTo>
                <a:lnTo>
                  <a:pt x="4852" y="327"/>
                </a:lnTo>
                <a:lnTo>
                  <a:pt x="4851" y="328"/>
                </a:lnTo>
                <a:lnTo>
                  <a:pt x="4851" y="330"/>
                </a:lnTo>
                <a:lnTo>
                  <a:pt x="4852" y="330"/>
                </a:lnTo>
                <a:lnTo>
                  <a:pt x="4852" y="331"/>
                </a:lnTo>
                <a:lnTo>
                  <a:pt x="4853" y="332"/>
                </a:lnTo>
                <a:lnTo>
                  <a:pt x="4853" y="333"/>
                </a:lnTo>
                <a:lnTo>
                  <a:pt x="4854" y="334"/>
                </a:lnTo>
                <a:lnTo>
                  <a:pt x="4856" y="335"/>
                </a:lnTo>
                <a:lnTo>
                  <a:pt x="4857" y="335"/>
                </a:lnTo>
                <a:lnTo>
                  <a:pt x="4858" y="336"/>
                </a:lnTo>
                <a:lnTo>
                  <a:pt x="4860" y="336"/>
                </a:lnTo>
                <a:lnTo>
                  <a:pt x="4861" y="336"/>
                </a:lnTo>
                <a:lnTo>
                  <a:pt x="4861" y="337"/>
                </a:lnTo>
                <a:lnTo>
                  <a:pt x="4862" y="337"/>
                </a:lnTo>
                <a:lnTo>
                  <a:pt x="4863" y="337"/>
                </a:lnTo>
                <a:lnTo>
                  <a:pt x="4864" y="337"/>
                </a:lnTo>
                <a:lnTo>
                  <a:pt x="4865" y="338"/>
                </a:lnTo>
                <a:lnTo>
                  <a:pt x="4866" y="338"/>
                </a:lnTo>
                <a:lnTo>
                  <a:pt x="4867" y="338"/>
                </a:lnTo>
                <a:lnTo>
                  <a:pt x="4869" y="339"/>
                </a:lnTo>
                <a:lnTo>
                  <a:pt x="4871" y="339"/>
                </a:lnTo>
                <a:lnTo>
                  <a:pt x="4872" y="339"/>
                </a:lnTo>
                <a:lnTo>
                  <a:pt x="4874" y="340"/>
                </a:lnTo>
                <a:lnTo>
                  <a:pt x="4876" y="340"/>
                </a:lnTo>
                <a:lnTo>
                  <a:pt x="4876" y="341"/>
                </a:lnTo>
                <a:lnTo>
                  <a:pt x="4876" y="342"/>
                </a:lnTo>
                <a:lnTo>
                  <a:pt x="4876" y="343"/>
                </a:lnTo>
                <a:lnTo>
                  <a:pt x="4876" y="345"/>
                </a:lnTo>
                <a:lnTo>
                  <a:pt x="4876" y="347"/>
                </a:lnTo>
                <a:lnTo>
                  <a:pt x="4876" y="348"/>
                </a:lnTo>
                <a:lnTo>
                  <a:pt x="4875" y="349"/>
                </a:lnTo>
                <a:lnTo>
                  <a:pt x="4874" y="350"/>
                </a:lnTo>
                <a:lnTo>
                  <a:pt x="4873" y="352"/>
                </a:lnTo>
                <a:lnTo>
                  <a:pt x="4871" y="353"/>
                </a:lnTo>
                <a:lnTo>
                  <a:pt x="4871" y="354"/>
                </a:lnTo>
                <a:lnTo>
                  <a:pt x="4870" y="355"/>
                </a:lnTo>
                <a:lnTo>
                  <a:pt x="4868" y="356"/>
                </a:lnTo>
                <a:lnTo>
                  <a:pt x="4868" y="357"/>
                </a:lnTo>
                <a:lnTo>
                  <a:pt x="4867" y="358"/>
                </a:lnTo>
                <a:lnTo>
                  <a:pt x="4867" y="361"/>
                </a:lnTo>
                <a:lnTo>
                  <a:pt x="4866" y="361"/>
                </a:lnTo>
                <a:lnTo>
                  <a:pt x="4866" y="363"/>
                </a:lnTo>
                <a:lnTo>
                  <a:pt x="4866" y="364"/>
                </a:lnTo>
                <a:lnTo>
                  <a:pt x="4866" y="366"/>
                </a:lnTo>
                <a:lnTo>
                  <a:pt x="4867" y="367"/>
                </a:lnTo>
                <a:lnTo>
                  <a:pt x="4868" y="368"/>
                </a:lnTo>
                <a:lnTo>
                  <a:pt x="4870" y="370"/>
                </a:lnTo>
                <a:lnTo>
                  <a:pt x="4870" y="371"/>
                </a:lnTo>
                <a:lnTo>
                  <a:pt x="4871" y="371"/>
                </a:lnTo>
                <a:lnTo>
                  <a:pt x="4871" y="372"/>
                </a:lnTo>
                <a:lnTo>
                  <a:pt x="4871" y="373"/>
                </a:lnTo>
                <a:lnTo>
                  <a:pt x="4870" y="375"/>
                </a:lnTo>
                <a:lnTo>
                  <a:pt x="4869" y="377"/>
                </a:lnTo>
                <a:lnTo>
                  <a:pt x="4869" y="379"/>
                </a:lnTo>
                <a:lnTo>
                  <a:pt x="4869" y="380"/>
                </a:lnTo>
                <a:lnTo>
                  <a:pt x="4869" y="381"/>
                </a:lnTo>
                <a:lnTo>
                  <a:pt x="4869" y="382"/>
                </a:lnTo>
                <a:lnTo>
                  <a:pt x="4870" y="383"/>
                </a:lnTo>
                <a:lnTo>
                  <a:pt x="4871" y="384"/>
                </a:lnTo>
                <a:lnTo>
                  <a:pt x="4872" y="385"/>
                </a:lnTo>
                <a:lnTo>
                  <a:pt x="4873" y="386"/>
                </a:lnTo>
                <a:lnTo>
                  <a:pt x="4874" y="387"/>
                </a:lnTo>
                <a:lnTo>
                  <a:pt x="4876" y="387"/>
                </a:lnTo>
                <a:lnTo>
                  <a:pt x="4878" y="387"/>
                </a:lnTo>
                <a:lnTo>
                  <a:pt x="4880" y="387"/>
                </a:lnTo>
                <a:lnTo>
                  <a:pt x="4881" y="387"/>
                </a:lnTo>
                <a:lnTo>
                  <a:pt x="4882" y="388"/>
                </a:lnTo>
                <a:lnTo>
                  <a:pt x="4882" y="389"/>
                </a:lnTo>
                <a:lnTo>
                  <a:pt x="4882" y="391"/>
                </a:lnTo>
                <a:lnTo>
                  <a:pt x="4883" y="393"/>
                </a:lnTo>
                <a:lnTo>
                  <a:pt x="4883" y="395"/>
                </a:lnTo>
                <a:lnTo>
                  <a:pt x="4883" y="396"/>
                </a:lnTo>
                <a:lnTo>
                  <a:pt x="4883" y="397"/>
                </a:lnTo>
                <a:lnTo>
                  <a:pt x="4884" y="398"/>
                </a:lnTo>
                <a:lnTo>
                  <a:pt x="4886" y="400"/>
                </a:lnTo>
                <a:lnTo>
                  <a:pt x="4887" y="400"/>
                </a:lnTo>
                <a:lnTo>
                  <a:pt x="4889" y="401"/>
                </a:lnTo>
                <a:lnTo>
                  <a:pt x="4891" y="402"/>
                </a:lnTo>
                <a:lnTo>
                  <a:pt x="4892" y="403"/>
                </a:lnTo>
                <a:lnTo>
                  <a:pt x="4893" y="404"/>
                </a:lnTo>
                <a:lnTo>
                  <a:pt x="4894" y="405"/>
                </a:lnTo>
                <a:lnTo>
                  <a:pt x="4894" y="406"/>
                </a:lnTo>
                <a:lnTo>
                  <a:pt x="4895" y="407"/>
                </a:lnTo>
                <a:lnTo>
                  <a:pt x="4896" y="407"/>
                </a:lnTo>
                <a:lnTo>
                  <a:pt x="4897" y="407"/>
                </a:lnTo>
                <a:lnTo>
                  <a:pt x="4898" y="407"/>
                </a:lnTo>
                <a:lnTo>
                  <a:pt x="4899" y="407"/>
                </a:lnTo>
                <a:lnTo>
                  <a:pt x="4900" y="407"/>
                </a:lnTo>
                <a:lnTo>
                  <a:pt x="4902" y="408"/>
                </a:lnTo>
                <a:lnTo>
                  <a:pt x="4903" y="408"/>
                </a:lnTo>
                <a:lnTo>
                  <a:pt x="4905" y="408"/>
                </a:lnTo>
                <a:lnTo>
                  <a:pt x="4905" y="407"/>
                </a:lnTo>
                <a:lnTo>
                  <a:pt x="4906" y="407"/>
                </a:lnTo>
                <a:lnTo>
                  <a:pt x="4907" y="406"/>
                </a:lnTo>
                <a:lnTo>
                  <a:pt x="4908" y="406"/>
                </a:lnTo>
                <a:lnTo>
                  <a:pt x="4909" y="406"/>
                </a:lnTo>
                <a:lnTo>
                  <a:pt x="4910" y="407"/>
                </a:lnTo>
                <a:lnTo>
                  <a:pt x="4911" y="407"/>
                </a:lnTo>
                <a:lnTo>
                  <a:pt x="4912" y="407"/>
                </a:lnTo>
                <a:lnTo>
                  <a:pt x="4913" y="408"/>
                </a:lnTo>
                <a:lnTo>
                  <a:pt x="4914" y="408"/>
                </a:lnTo>
                <a:lnTo>
                  <a:pt x="4915" y="409"/>
                </a:lnTo>
                <a:lnTo>
                  <a:pt x="4916" y="410"/>
                </a:lnTo>
                <a:lnTo>
                  <a:pt x="4918" y="410"/>
                </a:lnTo>
                <a:lnTo>
                  <a:pt x="4920" y="411"/>
                </a:lnTo>
                <a:lnTo>
                  <a:pt x="4921" y="411"/>
                </a:lnTo>
                <a:lnTo>
                  <a:pt x="4922" y="411"/>
                </a:lnTo>
                <a:lnTo>
                  <a:pt x="4923" y="411"/>
                </a:lnTo>
                <a:lnTo>
                  <a:pt x="4925" y="411"/>
                </a:lnTo>
                <a:lnTo>
                  <a:pt x="4927" y="412"/>
                </a:lnTo>
                <a:lnTo>
                  <a:pt x="4929" y="412"/>
                </a:lnTo>
                <a:lnTo>
                  <a:pt x="4930" y="412"/>
                </a:lnTo>
                <a:lnTo>
                  <a:pt x="4931" y="411"/>
                </a:lnTo>
                <a:lnTo>
                  <a:pt x="4932" y="410"/>
                </a:lnTo>
                <a:lnTo>
                  <a:pt x="4933" y="410"/>
                </a:lnTo>
                <a:lnTo>
                  <a:pt x="4934" y="409"/>
                </a:lnTo>
                <a:lnTo>
                  <a:pt x="4936" y="409"/>
                </a:lnTo>
                <a:lnTo>
                  <a:pt x="4937" y="409"/>
                </a:lnTo>
                <a:lnTo>
                  <a:pt x="4938" y="409"/>
                </a:lnTo>
                <a:lnTo>
                  <a:pt x="4939" y="410"/>
                </a:lnTo>
                <a:lnTo>
                  <a:pt x="4940" y="410"/>
                </a:lnTo>
                <a:lnTo>
                  <a:pt x="4941" y="411"/>
                </a:lnTo>
                <a:lnTo>
                  <a:pt x="4942" y="411"/>
                </a:lnTo>
                <a:lnTo>
                  <a:pt x="4943" y="411"/>
                </a:lnTo>
                <a:lnTo>
                  <a:pt x="4944" y="411"/>
                </a:lnTo>
                <a:lnTo>
                  <a:pt x="4944" y="410"/>
                </a:lnTo>
                <a:lnTo>
                  <a:pt x="4945" y="409"/>
                </a:lnTo>
                <a:lnTo>
                  <a:pt x="4945" y="408"/>
                </a:lnTo>
                <a:lnTo>
                  <a:pt x="4945" y="407"/>
                </a:lnTo>
                <a:lnTo>
                  <a:pt x="4946" y="407"/>
                </a:lnTo>
                <a:lnTo>
                  <a:pt x="4948" y="406"/>
                </a:lnTo>
                <a:lnTo>
                  <a:pt x="4952" y="407"/>
                </a:lnTo>
                <a:lnTo>
                  <a:pt x="4954" y="407"/>
                </a:lnTo>
                <a:lnTo>
                  <a:pt x="4956" y="406"/>
                </a:lnTo>
                <a:lnTo>
                  <a:pt x="4958" y="406"/>
                </a:lnTo>
                <a:lnTo>
                  <a:pt x="4959" y="405"/>
                </a:lnTo>
                <a:lnTo>
                  <a:pt x="4960" y="405"/>
                </a:lnTo>
                <a:lnTo>
                  <a:pt x="4961" y="405"/>
                </a:lnTo>
                <a:lnTo>
                  <a:pt x="4962" y="405"/>
                </a:lnTo>
                <a:lnTo>
                  <a:pt x="4964" y="406"/>
                </a:lnTo>
                <a:lnTo>
                  <a:pt x="4966" y="406"/>
                </a:lnTo>
                <a:lnTo>
                  <a:pt x="4967" y="407"/>
                </a:lnTo>
                <a:lnTo>
                  <a:pt x="4968" y="407"/>
                </a:lnTo>
                <a:lnTo>
                  <a:pt x="4970" y="408"/>
                </a:lnTo>
                <a:lnTo>
                  <a:pt x="4972" y="408"/>
                </a:lnTo>
                <a:lnTo>
                  <a:pt x="4974" y="409"/>
                </a:lnTo>
                <a:lnTo>
                  <a:pt x="4975" y="409"/>
                </a:lnTo>
                <a:lnTo>
                  <a:pt x="4976" y="409"/>
                </a:lnTo>
                <a:lnTo>
                  <a:pt x="4977" y="409"/>
                </a:lnTo>
                <a:lnTo>
                  <a:pt x="4977" y="408"/>
                </a:lnTo>
                <a:lnTo>
                  <a:pt x="4978" y="407"/>
                </a:lnTo>
                <a:lnTo>
                  <a:pt x="4978" y="406"/>
                </a:lnTo>
                <a:lnTo>
                  <a:pt x="4979" y="406"/>
                </a:lnTo>
                <a:lnTo>
                  <a:pt x="4980" y="406"/>
                </a:lnTo>
                <a:lnTo>
                  <a:pt x="4981" y="406"/>
                </a:lnTo>
                <a:lnTo>
                  <a:pt x="4983" y="407"/>
                </a:lnTo>
                <a:lnTo>
                  <a:pt x="4984" y="407"/>
                </a:lnTo>
                <a:lnTo>
                  <a:pt x="4984" y="408"/>
                </a:lnTo>
                <a:lnTo>
                  <a:pt x="4985" y="409"/>
                </a:lnTo>
                <a:lnTo>
                  <a:pt x="4984" y="410"/>
                </a:lnTo>
                <a:lnTo>
                  <a:pt x="4984" y="411"/>
                </a:lnTo>
                <a:lnTo>
                  <a:pt x="4983" y="411"/>
                </a:lnTo>
                <a:lnTo>
                  <a:pt x="4982" y="412"/>
                </a:lnTo>
                <a:lnTo>
                  <a:pt x="4980" y="414"/>
                </a:lnTo>
                <a:lnTo>
                  <a:pt x="4979" y="415"/>
                </a:lnTo>
                <a:lnTo>
                  <a:pt x="4979" y="416"/>
                </a:lnTo>
                <a:lnTo>
                  <a:pt x="4979" y="417"/>
                </a:lnTo>
                <a:lnTo>
                  <a:pt x="4979" y="418"/>
                </a:lnTo>
                <a:lnTo>
                  <a:pt x="4980" y="418"/>
                </a:lnTo>
                <a:lnTo>
                  <a:pt x="4981" y="418"/>
                </a:lnTo>
                <a:lnTo>
                  <a:pt x="4982" y="419"/>
                </a:lnTo>
                <a:lnTo>
                  <a:pt x="4983" y="419"/>
                </a:lnTo>
                <a:lnTo>
                  <a:pt x="4984" y="419"/>
                </a:lnTo>
                <a:lnTo>
                  <a:pt x="4984" y="418"/>
                </a:lnTo>
                <a:lnTo>
                  <a:pt x="4985" y="418"/>
                </a:lnTo>
                <a:lnTo>
                  <a:pt x="4986" y="418"/>
                </a:lnTo>
                <a:lnTo>
                  <a:pt x="4988" y="417"/>
                </a:lnTo>
                <a:lnTo>
                  <a:pt x="4989" y="417"/>
                </a:lnTo>
                <a:lnTo>
                  <a:pt x="4991" y="417"/>
                </a:lnTo>
                <a:lnTo>
                  <a:pt x="4992" y="417"/>
                </a:lnTo>
                <a:lnTo>
                  <a:pt x="4994" y="418"/>
                </a:lnTo>
                <a:lnTo>
                  <a:pt x="4995" y="419"/>
                </a:lnTo>
                <a:lnTo>
                  <a:pt x="4996" y="419"/>
                </a:lnTo>
                <a:lnTo>
                  <a:pt x="4997" y="420"/>
                </a:lnTo>
                <a:lnTo>
                  <a:pt x="4999" y="420"/>
                </a:lnTo>
                <a:lnTo>
                  <a:pt x="5001" y="420"/>
                </a:lnTo>
                <a:lnTo>
                  <a:pt x="5002" y="420"/>
                </a:lnTo>
                <a:lnTo>
                  <a:pt x="5003" y="421"/>
                </a:lnTo>
                <a:lnTo>
                  <a:pt x="5004" y="422"/>
                </a:lnTo>
                <a:lnTo>
                  <a:pt x="5005" y="423"/>
                </a:lnTo>
                <a:lnTo>
                  <a:pt x="5005" y="424"/>
                </a:lnTo>
                <a:lnTo>
                  <a:pt x="5006" y="427"/>
                </a:lnTo>
                <a:lnTo>
                  <a:pt x="5006" y="428"/>
                </a:lnTo>
                <a:lnTo>
                  <a:pt x="5007" y="428"/>
                </a:lnTo>
                <a:lnTo>
                  <a:pt x="5007" y="429"/>
                </a:lnTo>
                <a:lnTo>
                  <a:pt x="5008" y="430"/>
                </a:lnTo>
                <a:lnTo>
                  <a:pt x="5009" y="430"/>
                </a:lnTo>
                <a:lnTo>
                  <a:pt x="5010" y="431"/>
                </a:lnTo>
                <a:lnTo>
                  <a:pt x="5011" y="431"/>
                </a:lnTo>
                <a:lnTo>
                  <a:pt x="5013" y="431"/>
                </a:lnTo>
                <a:lnTo>
                  <a:pt x="5014" y="431"/>
                </a:lnTo>
                <a:lnTo>
                  <a:pt x="5015" y="430"/>
                </a:lnTo>
                <a:lnTo>
                  <a:pt x="5016" y="429"/>
                </a:lnTo>
                <a:lnTo>
                  <a:pt x="5017" y="428"/>
                </a:lnTo>
                <a:lnTo>
                  <a:pt x="5018" y="427"/>
                </a:lnTo>
                <a:lnTo>
                  <a:pt x="5019" y="427"/>
                </a:lnTo>
                <a:lnTo>
                  <a:pt x="5021" y="426"/>
                </a:lnTo>
                <a:lnTo>
                  <a:pt x="5022" y="426"/>
                </a:lnTo>
                <a:lnTo>
                  <a:pt x="5024" y="426"/>
                </a:lnTo>
                <a:lnTo>
                  <a:pt x="5026" y="427"/>
                </a:lnTo>
                <a:lnTo>
                  <a:pt x="5027" y="427"/>
                </a:lnTo>
                <a:lnTo>
                  <a:pt x="5027" y="428"/>
                </a:lnTo>
                <a:lnTo>
                  <a:pt x="5028" y="428"/>
                </a:lnTo>
                <a:lnTo>
                  <a:pt x="5029" y="429"/>
                </a:lnTo>
                <a:lnTo>
                  <a:pt x="5029" y="430"/>
                </a:lnTo>
                <a:lnTo>
                  <a:pt x="5030" y="430"/>
                </a:lnTo>
                <a:lnTo>
                  <a:pt x="5031" y="431"/>
                </a:lnTo>
                <a:lnTo>
                  <a:pt x="5032" y="431"/>
                </a:lnTo>
                <a:lnTo>
                  <a:pt x="5033" y="431"/>
                </a:lnTo>
                <a:lnTo>
                  <a:pt x="5034" y="431"/>
                </a:lnTo>
                <a:lnTo>
                  <a:pt x="5035" y="431"/>
                </a:lnTo>
                <a:lnTo>
                  <a:pt x="5035" y="430"/>
                </a:lnTo>
                <a:lnTo>
                  <a:pt x="5036" y="430"/>
                </a:lnTo>
                <a:lnTo>
                  <a:pt x="5036" y="429"/>
                </a:lnTo>
                <a:lnTo>
                  <a:pt x="5036" y="428"/>
                </a:lnTo>
                <a:lnTo>
                  <a:pt x="5036" y="427"/>
                </a:lnTo>
                <a:lnTo>
                  <a:pt x="5035" y="427"/>
                </a:lnTo>
                <a:lnTo>
                  <a:pt x="5035" y="426"/>
                </a:lnTo>
                <a:lnTo>
                  <a:pt x="5035" y="425"/>
                </a:lnTo>
                <a:lnTo>
                  <a:pt x="5035" y="424"/>
                </a:lnTo>
                <a:lnTo>
                  <a:pt x="5036" y="424"/>
                </a:lnTo>
                <a:lnTo>
                  <a:pt x="5037" y="423"/>
                </a:lnTo>
                <a:lnTo>
                  <a:pt x="5038" y="422"/>
                </a:lnTo>
                <a:lnTo>
                  <a:pt x="5039" y="422"/>
                </a:lnTo>
                <a:lnTo>
                  <a:pt x="5041" y="422"/>
                </a:lnTo>
                <a:lnTo>
                  <a:pt x="5042" y="422"/>
                </a:lnTo>
                <a:lnTo>
                  <a:pt x="5043" y="422"/>
                </a:lnTo>
                <a:lnTo>
                  <a:pt x="5044" y="423"/>
                </a:lnTo>
                <a:lnTo>
                  <a:pt x="5045" y="423"/>
                </a:lnTo>
                <a:lnTo>
                  <a:pt x="5047" y="423"/>
                </a:lnTo>
                <a:lnTo>
                  <a:pt x="5048" y="424"/>
                </a:lnTo>
                <a:lnTo>
                  <a:pt x="5050" y="425"/>
                </a:lnTo>
                <a:lnTo>
                  <a:pt x="5050" y="426"/>
                </a:lnTo>
                <a:lnTo>
                  <a:pt x="5051" y="427"/>
                </a:lnTo>
                <a:lnTo>
                  <a:pt x="5051" y="429"/>
                </a:lnTo>
                <a:lnTo>
                  <a:pt x="5051" y="432"/>
                </a:lnTo>
                <a:lnTo>
                  <a:pt x="5051" y="434"/>
                </a:lnTo>
                <a:lnTo>
                  <a:pt x="5051" y="435"/>
                </a:lnTo>
                <a:lnTo>
                  <a:pt x="5052" y="435"/>
                </a:lnTo>
                <a:lnTo>
                  <a:pt x="5052" y="436"/>
                </a:lnTo>
                <a:lnTo>
                  <a:pt x="5052" y="437"/>
                </a:lnTo>
                <a:lnTo>
                  <a:pt x="5053" y="437"/>
                </a:lnTo>
                <a:lnTo>
                  <a:pt x="5053" y="438"/>
                </a:lnTo>
                <a:lnTo>
                  <a:pt x="5054" y="438"/>
                </a:lnTo>
                <a:lnTo>
                  <a:pt x="5055" y="438"/>
                </a:lnTo>
                <a:lnTo>
                  <a:pt x="5055" y="439"/>
                </a:lnTo>
                <a:lnTo>
                  <a:pt x="5057" y="439"/>
                </a:lnTo>
                <a:lnTo>
                  <a:pt x="5058" y="438"/>
                </a:lnTo>
                <a:lnTo>
                  <a:pt x="5060" y="438"/>
                </a:lnTo>
                <a:lnTo>
                  <a:pt x="5060" y="437"/>
                </a:lnTo>
                <a:lnTo>
                  <a:pt x="5061" y="437"/>
                </a:lnTo>
                <a:lnTo>
                  <a:pt x="5062" y="437"/>
                </a:lnTo>
                <a:lnTo>
                  <a:pt x="5065" y="437"/>
                </a:lnTo>
                <a:lnTo>
                  <a:pt x="5066" y="437"/>
                </a:lnTo>
                <a:lnTo>
                  <a:pt x="5067" y="437"/>
                </a:lnTo>
                <a:lnTo>
                  <a:pt x="5067" y="438"/>
                </a:lnTo>
                <a:lnTo>
                  <a:pt x="5068" y="438"/>
                </a:lnTo>
                <a:lnTo>
                  <a:pt x="5069" y="439"/>
                </a:lnTo>
                <a:lnTo>
                  <a:pt x="5069" y="440"/>
                </a:lnTo>
                <a:lnTo>
                  <a:pt x="5070" y="440"/>
                </a:lnTo>
                <a:lnTo>
                  <a:pt x="5070" y="443"/>
                </a:lnTo>
                <a:lnTo>
                  <a:pt x="5069" y="443"/>
                </a:lnTo>
                <a:lnTo>
                  <a:pt x="5069" y="444"/>
                </a:lnTo>
                <a:lnTo>
                  <a:pt x="5070" y="446"/>
                </a:lnTo>
                <a:lnTo>
                  <a:pt x="5070" y="447"/>
                </a:lnTo>
                <a:lnTo>
                  <a:pt x="5071" y="448"/>
                </a:lnTo>
                <a:lnTo>
                  <a:pt x="5072" y="448"/>
                </a:lnTo>
                <a:lnTo>
                  <a:pt x="5074" y="449"/>
                </a:lnTo>
                <a:lnTo>
                  <a:pt x="5075" y="449"/>
                </a:lnTo>
                <a:lnTo>
                  <a:pt x="5076" y="449"/>
                </a:lnTo>
                <a:lnTo>
                  <a:pt x="5077" y="449"/>
                </a:lnTo>
                <a:lnTo>
                  <a:pt x="5078" y="449"/>
                </a:lnTo>
                <a:lnTo>
                  <a:pt x="5079" y="449"/>
                </a:lnTo>
                <a:lnTo>
                  <a:pt x="5079" y="450"/>
                </a:lnTo>
                <a:lnTo>
                  <a:pt x="5079" y="451"/>
                </a:lnTo>
                <a:lnTo>
                  <a:pt x="5079" y="452"/>
                </a:lnTo>
                <a:lnTo>
                  <a:pt x="5078" y="453"/>
                </a:lnTo>
                <a:lnTo>
                  <a:pt x="5078" y="454"/>
                </a:lnTo>
                <a:lnTo>
                  <a:pt x="5078" y="455"/>
                </a:lnTo>
                <a:lnTo>
                  <a:pt x="5079" y="456"/>
                </a:lnTo>
                <a:lnTo>
                  <a:pt x="5080" y="456"/>
                </a:lnTo>
                <a:lnTo>
                  <a:pt x="5081" y="456"/>
                </a:lnTo>
                <a:lnTo>
                  <a:pt x="5083" y="456"/>
                </a:lnTo>
                <a:lnTo>
                  <a:pt x="5084" y="456"/>
                </a:lnTo>
                <a:lnTo>
                  <a:pt x="5085" y="457"/>
                </a:lnTo>
                <a:lnTo>
                  <a:pt x="5086" y="458"/>
                </a:lnTo>
                <a:lnTo>
                  <a:pt x="5086" y="459"/>
                </a:lnTo>
                <a:lnTo>
                  <a:pt x="5085" y="459"/>
                </a:lnTo>
                <a:lnTo>
                  <a:pt x="5085" y="460"/>
                </a:lnTo>
                <a:lnTo>
                  <a:pt x="5084" y="461"/>
                </a:lnTo>
                <a:lnTo>
                  <a:pt x="5084" y="462"/>
                </a:lnTo>
                <a:lnTo>
                  <a:pt x="5085" y="463"/>
                </a:lnTo>
                <a:lnTo>
                  <a:pt x="5086" y="463"/>
                </a:lnTo>
                <a:lnTo>
                  <a:pt x="5088" y="464"/>
                </a:lnTo>
                <a:lnTo>
                  <a:pt x="5089" y="464"/>
                </a:lnTo>
                <a:lnTo>
                  <a:pt x="5090" y="464"/>
                </a:lnTo>
                <a:lnTo>
                  <a:pt x="5093" y="465"/>
                </a:lnTo>
                <a:lnTo>
                  <a:pt x="5094" y="466"/>
                </a:lnTo>
                <a:lnTo>
                  <a:pt x="5095" y="467"/>
                </a:lnTo>
                <a:lnTo>
                  <a:pt x="5095" y="468"/>
                </a:lnTo>
                <a:lnTo>
                  <a:pt x="5096" y="469"/>
                </a:lnTo>
                <a:lnTo>
                  <a:pt x="5097" y="469"/>
                </a:lnTo>
                <a:lnTo>
                  <a:pt x="5097" y="470"/>
                </a:lnTo>
                <a:lnTo>
                  <a:pt x="5098" y="470"/>
                </a:lnTo>
                <a:lnTo>
                  <a:pt x="5099" y="471"/>
                </a:lnTo>
                <a:lnTo>
                  <a:pt x="5100" y="471"/>
                </a:lnTo>
                <a:lnTo>
                  <a:pt x="5101" y="471"/>
                </a:lnTo>
                <a:lnTo>
                  <a:pt x="5102" y="472"/>
                </a:lnTo>
                <a:lnTo>
                  <a:pt x="5103" y="473"/>
                </a:lnTo>
                <a:lnTo>
                  <a:pt x="5104" y="473"/>
                </a:lnTo>
                <a:lnTo>
                  <a:pt x="5105" y="473"/>
                </a:lnTo>
                <a:lnTo>
                  <a:pt x="5105" y="474"/>
                </a:lnTo>
                <a:lnTo>
                  <a:pt x="5106" y="474"/>
                </a:lnTo>
                <a:lnTo>
                  <a:pt x="5108" y="476"/>
                </a:lnTo>
                <a:lnTo>
                  <a:pt x="5109" y="477"/>
                </a:lnTo>
                <a:lnTo>
                  <a:pt x="5110" y="477"/>
                </a:lnTo>
                <a:lnTo>
                  <a:pt x="5111" y="478"/>
                </a:lnTo>
                <a:lnTo>
                  <a:pt x="5112" y="480"/>
                </a:lnTo>
                <a:lnTo>
                  <a:pt x="5113" y="481"/>
                </a:lnTo>
                <a:lnTo>
                  <a:pt x="5114" y="481"/>
                </a:lnTo>
                <a:lnTo>
                  <a:pt x="5116" y="481"/>
                </a:lnTo>
                <a:lnTo>
                  <a:pt x="5117" y="481"/>
                </a:lnTo>
                <a:lnTo>
                  <a:pt x="5118" y="481"/>
                </a:lnTo>
                <a:lnTo>
                  <a:pt x="5119" y="480"/>
                </a:lnTo>
                <a:lnTo>
                  <a:pt x="5121" y="479"/>
                </a:lnTo>
                <a:lnTo>
                  <a:pt x="5123" y="478"/>
                </a:lnTo>
                <a:lnTo>
                  <a:pt x="5127" y="477"/>
                </a:lnTo>
                <a:lnTo>
                  <a:pt x="5128" y="477"/>
                </a:lnTo>
                <a:lnTo>
                  <a:pt x="5129" y="477"/>
                </a:lnTo>
                <a:lnTo>
                  <a:pt x="5130" y="477"/>
                </a:lnTo>
                <a:lnTo>
                  <a:pt x="5130" y="476"/>
                </a:lnTo>
                <a:lnTo>
                  <a:pt x="5132" y="476"/>
                </a:lnTo>
                <a:lnTo>
                  <a:pt x="5133" y="477"/>
                </a:lnTo>
                <a:lnTo>
                  <a:pt x="5134" y="477"/>
                </a:lnTo>
                <a:lnTo>
                  <a:pt x="5135" y="477"/>
                </a:lnTo>
                <a:lnTo>
                  <a:pt x="5135" y="478"/>
                </a:lnTo>
                <a:lnTo>
                  <a:pt x="5135" y="479"/>
                </a:lnTo>
                <a:lnTo>
                  <a:pt x="5136" y="479"/>
                </a:lnTo>
                <a:lnTo>
                  <a:pt x="5136" y="480"/>
                </a:lnTo>
                <a:lnTo>
                  <a:pt x="5136" y="481"/>
                </a:lnTo>
                <a:lnTo>
                  <a:pt x="5137" y="481"/>
                </a:lnTo>
                <a:lnTo>
                  <a:pt x="5138" y="481"/>
                </a:lnTo>
                <a:lnTo>
                  <a:pt x="5138" y="482"/>
                </a:lnTo>
                <a:lnTo>
                  <a:pt x="5139" y="482"/>
                </a:lnTo>
                <a:lnTo>
                  <a:pt x="5140" y="482"/>
                </a:lnTo>
                <a:lnTo>
                  <a:pt x="5141" y="482"/>
                </a:lnTo>
                <a:lnTo>
                  <a:pt x="5142" y="482"/>
                </a:lnTo>
                <a:lnTo>
                  <a:pt x="5143" y="481"/>
                </a:lnTo>
                <a:lnTo>
                  <a:pt x="5144" y="481"/>
                </a:lnTo>
                <a:lnTo>
                  <a:pt x="5144" y="480"/>
                </a:lnTo>
                <a:lnTo>
                  <a:pt x="5145" y="480"/>
                </a:lnTo>
                <a:lnTo>
                  <a:pt x="5147" y="479"/>
                </a:lnTo>
                <a:lnTo>
                  <a:pt x="5148" y="479"/>
                </a:lnTo>
                <a:lnTo>
                  <a:pt x="5149" y="479"/>
                </a:lnTo>
                <a:lnTo>
                  <a:pt x="5150" y="479"/>
                </a:lnTo>
                <a:lnTo>
                  <a:pt x="5151" y="479"/>
                </a:lnTo>
                <a:lnTo>
                  <a:pt x="5152" y="479"/>
                </a:lnTo>
                <a:lnTo>
                  <a:pt x="5153" y="479"/>
                </a:lnTo>
                <a:lnTo>
                  <a:pt x="5153" y="480"/>
                </a:lnTo>
                <a:lnTo>
                  <a:pt x="5154" y="480"/>
                </a:lnTo>
                <a:lnTo>
                  <a:pt x="5154" y="482"/>
                </a:lnTo>
                <a:lnTo>
                  <a:pt x="5154" y="483"/>
                </a:lnTo>
                <a:lnTo>
                  <a:pt x="5153" y="483"/>
                </a:lnTo>
                <a:lnTo>
                  <a:pt x="5152" y="484"/>
                </a:lnTo>
                <a:lnTo>
                  <a:pt x="5151" y="485"/>
                </a:lnTo>
                <a:lnTo>
                  <a:pt x="5150" y="485"/>
                </a:lnTo>
                <a:lnTo>
                  <a:pt x="5150" y="486"/>
                </a:lnTo>
                <a:lnTo>
                  <a:pt x="5149" y="486"/>
                </a:lnTo>
                <a:lnTo>
                  <a:pt x="5149" y="487"/>
                </a:lnTo>
                <a:lnTo>
                  <a:pt x="5148" y="488"/>
                </a:lnTo>
                <a:lnTo>
                  <a:pt x="5148" y="489"/>
                </a:lnTo>
                <a:lnTo>
                  <a:pt x="5147" y="489"/>
                </a:lnTo>
                <a:lnTo>
                  <a:pt x="5147" y="490"/>
                </a:lnTo>
                <a:lnTo>
                  <a:pt x="5147" y="491"/>
                </a:lnTo>
                <a:lnTo>
                  <a:pt x="5146" y="492"/>
                </a:lnTo>
                <a:lnTo>
                  <a:pt x="5146" y="493"/>
                </a:lnTo>
                <a:lnTo>
                  <a:pt x="5145" y="493"/>
                </a:lnTo>
                <a:lnTo>
                  <a:pt x="5145" y="494"/>
                </a:lnTo>
                <a:lnTo>
                  <a:pt x="5145" y="495"/>
                </a:lnTo>
                <a:lnTo>
                  <a:pt x="5144" y="495"/>
                </a:lnTo>
                <a:lnTo>
                  <a:pt x="5144" y="496"/>
                </a:lnTo>
                <a:lnTo>
                  <a:pt x="5144" y="497"/>
                </a:lnTo>
                <a:lnTo>
                  <a:pt x="5143" y="499"/>
                </a:lnTo>
                <a:lnTo>
                  <a:pt x="5143" y="500"/>
                </a:lnTo>
                <a:lnTo>
                  <a:pt x="5142" y="500"/>
                </a:lnTo>
                <a:lnTo>
                  <a:pt x="5142" y="501"/>
                </a:lnTo>
                <a:lnTo>
                  <a:pt x="5142" y="502"/>
                </a:lnTo>
                <a:lnTo>
                  <a:pt x="5141" y="502"/>
                </a:lnTo>
                <a:lnTo>
                  <a:pt x="5141" y="503"/>
                </a:lnTo>
                <a:lnTo>
                  <a:pt x="5140" y="503"/>
                </a:lnTo>
                <a:lnTo>
                  <a:pt x="5140" y="504"/>
                </a:lnTo>
                <a:lnTo>
                  <a:pt x="5140" y="505"/>
                </a:lnTo>
                <a:lnTo>
                  <a:pt x="5139" y="505"/>
                </a:lnTo>
                <a:lnTo>
                  <a:pt x="5139" y="506"/>
                </a:lnTo>
                <a:lnTo>
                  <a:pt x="5140" y="506"/>
                </a:lnTo>
                <a:lnTo>
                  <a:pt x="5140" y="507"/>
                </a:lnTo>
                <a:lnTo>
                  <a:pt x="5141" y="507"/>
                </a:lnTo>
                <a:lnTo>
                  <a:pt x="5141" y="508"/>
                </a:lnTo>
                <a:lnTo>
                  <a:pt x="5142" y="508"/>
                </a:lnTo>
                <a:lnTo>
                  <a:pt x="5143" y="508"/>
                </a:lnTo>
                <a:lnTo>
                  <a:pt x="5144" y="508"/>
                </a:lnTo>
                <a:lnTo>
                  <a:pt x="5145" y="508"/>
                </a:lnTo>
                <a:lnTo>
                  <a:pt x="5146" y="508"/>
                </a:lnTo>
                <a:lnTo>
                  <a:pt x="5146" y="509"/>
                </a:lnTo>
                <a:lnTo>
                  <a:pt x="5147" y="509"/>
                </a:lnTo>
                <a:lnTo>
                  <a:pt x="5147" y="510"/>
                </a:lnTo>
                <a:lnTo>
                  <a:pt x="5147" y="511"/>
                </a:lnTo>
                <a:lnTo>
                  <a:pt x="5147" y="512"/>
                </a:lnTo>
                <a:lnTo>
                  <a:pt x="5147" y="513"/>
                </a:lnTo>
                <a:lnTo>
                  <a:pt x="5147" y="517"/>
                </a:lnTo>
                <a:lnTo>
                  <a:pt x="5148" y="518"/>
                </a:lnTo>
                <a:lnTo>
                  <a:pt x="5148" y="519"/>
                </a:lnTo>
                <a:lnTo>
                  <a:pt x="5149" y="519"/>
                </a:lnTo>
                <a:lnTo>
                  <a:pt x="5151" y="519"/>
                </a:lnTo>
                <a:lnTo>
                  <a:pt x="5152" y="519"/>
                </a:lnTo>
                <a:lnTo>
                  <a:pt x="5153" y="519"/>
                </a:lnTo>
                <a:lnTo>
                  <a:pt x="5153" y="518"/>
                </a:lnTo>
                <a:lnTo>
                  <a:pt x="5154" y="518"/>
                </a:lnTo>
                <a:lnTo>
                  <a:pt x="5155" y="518"/>
                </a:lnTo>
                <a:lnTo>
                  <a:pt x="5155" y="517"/>
                </a:lnTo>
                <a:lnTo>
                  <a:pt x="5156" y="517"/>
                </a:lnTo>
                <a:lnTo>
                  <a:pt x="5157" y="516"/>
                </a:lnTo>
                <a:lnTo>
                  <a:pt x="5158" y="516"/>
                </a:lnTo>
                <a:lnTo>
                  <a:pt x="5159" y="516"/>
                </a:lnTo>
                <a:lnTo>
                  <a:pt x="5159" y="517"/>
                </a:lnTo>
                <a:lnTo>
                  <a:pt x="5160" y="517"/>
                </a:lnTo>
                <a:lnTo>
                  <a:pt x="5160" y="518"/>
                </a:lnTo>
                <a:lnTo>
                  <a:pt x="5161" y="518"/>
                </a:lnTo>
                <a:lnTo>
                  <a:pt x="5161" y="519"/>
                </a:lnTo>
                <a:lnTo>
                  <a:pt x="5161" y="520"/>
                </a:lnTo>
                <a:lnTo>
                  <a:pt x="5161" y="521"/>
                </a:lnTo>
                <a:lnTo>
                  <a:pt x="5160" y="521"/>
                </a:lnTo>
                <a:lnTo>
                  <a:pt x="5160" y="522"/>
                </a:lnTo>
                <a:lnTo>
                  <a:pt x="5159" y="523"/>
                </a:lnTo>
                <a:lnTo>
                  <a:pt x="5158" y="523"/>
                </a:lnTo>
                <a:lnTo>
                  <a:pt x="5158" y="524"/>
                </a:lnTo>
                <a:lnTo>
                  <a:pt x="5158" y="525"/>
                </a:lnTo>
                <a:lnTo>
                  <a:pt x="5159" y="526"/>
                </a:lnTo>
                <a:lnTo>
                  <a:pt x="5159" y="527"/>
                </a:lnTo>
                <a:lnTo>
                  <a:pt x="5160" y="528"/>
                </a:lnTo>
                <a:lnTo>
                  <a:pt x="5160" y="529"/>
                </a:lnTo>
                <a:lnTo>
                  <a:pt x="5161" y="529"/>
                </a:lnTo>
                <a:lnTo>
                  <a:pt x="5161" y="530"/>
                </a:lnTo>
                <a:lnTo>
                  <a:pt x="5161" y="531"/>
                </a:lnTo>
                <a:lnTo>
                  <a:pt x="5161" y="532"/>
                </a:lnTo>
                <a:lnTo>
                  <a:pt x="5162" y="533"/>
                </a:lnTo>
                <a:lnTo>
                  <a:pt x="5163" y="533"/>
                </a:lnTo>
                <a:lnTo>
                  <a:pt x="5164" y="533"/>
                </a:lnTo>
                <a:lnTo>
                  <a:pt x="5164" y="534"/>
                </a:lnTo>
                <a:lnTo>
                  <a:pt x="5165" y="534"/>
                </a:lnTo>
                <a:lnTo>
                  <a:pt x="5166" y="534"/>
                </a:lnTo>
                <a:lnTo>
                  <a:pt x="5166" y="535"/>
                </a:lnTo>
                <a:lnTo>
                  <a:pt x="5166" y="537"/>
                </a:lnTo>
                <a:lnTo>
                  <a:pt x="5167" y="537"/>
                </a:lnTo>
                <a:lnTo>
                  <a:pt x="5167" y="538"/>
                </a:lnTo>
                <a:lnTo>
                  <a:pt x="5167" y="539"/>
                </a:lnTo>
                <a:lnTo>
                  <a:pt x="5166" y="540"/>
                </a:lnTo>
                <a:lnTo>
                  <a:pt x="5166" y="541"/>
                </a:lnTo>
                <a:lnTo>
                  <a:pt x="5165" y="541"/>
                </a:lnTo>
                <a:lnTo>
                  <a:pt x="5165" y="542"/>
                </a:lnTo>
                <a:lnTo>
                  <a:pt x="5164" y="542"/>
                </a:lnTo>
                <a:lnTo>
                  <a:pt x="5164" y="543"/>
                </a:lnTo>
                <a:lnTo>
                  <a:pt x="5163" y="543"/>
                </a:lnTo>
                <a:lnTo>
                  <a:pt x="5162" y="543"/>
                </a:lnTo>
                <a:lnTo>
                  <a:pt x="5161" y="544"/>
                </a:lnTo>
                <a:lnTo>
                  <a:pt x="5161" y="545"/>
                </a:lnTo>
                <a:lnTo>
                  <a:pt x="5161" y="546"/>
                </a:lnTo>
                <a:lnTo>
                  <a:pt x="5160" y="546"/>
                </a:lnTo>
                <a:lnTo>
                  <a:pt x="5160" y="547"/>
                </a:lnTo>
                <a:lnTo>
                  <a:pt x="5160" y="548"/>
                </a:lnTo>
                <a:lnTo>
                  <a:pt x="5160" y="550"/>
                </a:lnTo>
                <a:lnTo>
                  <a:pt x="5159" y="551"/>
                </a:lnTo>
                <a:lnTo>
                  <a:pt x="5158" y="551"/>
                </a:lnTo>
                <a:lnTo>
                  <a:pt x="5157" y="551"/>
                </a:lnTo>
                <a:lnTo>
                  <a:pt x="5157" y="552"/>
                </a:lnTo>
                <a:lnTo>
                  <a:pt x="5156" y="552"/>
                </a:lnTo>
                <a:lnTo>
                  <a:pt x="5156" y="553"/>
                </a:lnTo>
                <a:lnTo>
                  <a:pt x="5155" y="553"/>
                </a:lnTo>
                <a:lnTo>
                  <a:pt x="5155" y="554"/>
                </a:lnTo>
                <a:lnTo>
                  <a:pt x="5154" y="554"/>
                </a:lnTo>
                <a:lnTo>
                  <a:pt x="5154" y="555"/>
                </a:lnTo>
                <a:lnTo>
                  <a:pt x="5153" y="555"/>
                </a:lnTo>
                <a:lnTo>
                  <a:pt x="5153" y="556"/>
                </a:lnTo>
                <a:lnTo>
                  <a:pt x="5152" y="556"/>
                </a:lnTo>
                <a:lnTo>
                  <a:pt x="5152" y="557"/>
                </a:lnTo>
                <a:lnTo>
                  <a:pt x="5151" y="558"/>
                </a:lnTo>
                <a:lnTo>
                  <a:pt x="5151" y="559"/>
                </a:lnTo>
                <a:lnTo>
                  <a:pt x="5152" y="559"/>
                </a:lnTo>
                <a:lnTo>
                  <a:pt x="5152" y="560"/>
                </a:lnTo>
                <a:lnTo>
                  <a:pt x="5153" y="560"/>
                </a:lnTo>
                <a:lnTo>
                  <a:pt x="5153" y="561"/>
                </a:lnTo>
                <a:lnTo>
                  <a:pt x="5153" y="562"/>
                </a:lnTo>
                <a:lnTo>
                  <a:pt x="5153" y="564"/>
                </a:lnTo>
                <a:lnTo>
                  <a:pt x="5154" y="564"/>
                </a:lnTo>
                <a:lnTo>
                  <a:pt x="5154" y="565"/>
                </a:lnTo>
                <a:lnTo>
                  <a:pt x="5155" y="565"/>
                </a:lnTo>
                <a:lnTo>
                  <a:pt x="5156" y="565"/>
                </a:lnTo>
                <a:lnTo>
                  <a:pt x="5157" y="566"/>
                </a:lnTo>
                <a:lnTo>
                  <a:pt x="5158" y="566"/>
                </a:lnTo>
                <a:lnTo>
                  <a:pt x="5158" y="567"/>
                </a:lnTo>
                <a:lnTo>
                  <a:pt x="5159" y="568"/>
                </a:lnTo>
                <a:lnTo>
                  <a:pt x="5159" y="569"/>
                </a:lnTo>
                <a:lnTo>
                  <a:pt x="5160" y="569"/>
                </a:lnTo>
                <a:lnTo>
                  <a:pt x="5161" y="570"/>
                </a:lnTo>
                <a:lnTo>
                  <a:pt x="5164" y="572"/>
                </a:lnTo>
                <a:lnTo>
                  <a:pt x="5167" y="574"/>
                </a:lnTo>
                <a:lnTo>
                  <a:pt x="5169" y="575"/>
                </a:lnTo>
                <a:lnTo>
                  <a:pt x="5170" y="576"/>
                </a:lnTo>
                <a:lnTo>
                  <a:pt x="5171" y="577"/>
                </a:lnTo>
                <a:lnTo>
                  <a:pt x="5172" y="578"/>
                </a:lnTo>
                <a:lnTo>
                  <a:pt x="5173" y="579"/>
                </a:lnTo>
                <a:lnTo>
                  <a:pt x="5174" y="580"/>
                </a:lnTo>
                <a:lnTo>
                  <a:pt x="5175" y="582"/>
                </a:lnTo>
                <a:lnTo>
                  <a:pt x="5176" y="583"/>
                </a:lnTo>
                <a:lnTo>
                  <a:pt x="5177" y="585"/>
                </a:lnTo>
                <a:lnTo>
                  <a:pt x="5178" y="586"/>
                </a:lnTo>
                <a:lnTo>
                  <a:pt x="5178" y="587"/>
                </a:lnTo>
                <a:lnTo>
                  <a:pt x="5178" y="588"/>
                </a:lnTo>
                <a:lnTo>
                  <a:pt x="5178" y="589"/>
                </a:lnTo>
                <a:lnTo>
                  <a:pt x="5178" y="591"/>
                </a:lnTo>
                <a:lnTo>
                  <a:pt x="5178" y="592"/>
                </a:lnTo>
                <a:lnTo>
                  <a:pt x="5178" y="595"/>
                </a:lnTo>
                <a:lnTo>
                  <a:pt x="5178" y="596"/>
                </a:lnTo>
                <a:lnTo>
                  <a:pt x="5179" y="597"/>
                </a:lnTo>
                <a:lnTo>
                  <a:pt x="5179" y="598"/>
                </a:lnTo>
                <a:lnTo>
                  <a:pt x="5179" y="599"/>
                </a:lnTo>
                <a:lnTo>
                  <a:pt x="5180" y="599"/>
                </a:lnTo>
                <a:lnTo>
                  <a:pt x="5181" y="599"/>
                </a:lnTo>
                <a:lnTo>
                  <a:pt x="5183" y="600"/>
                </a:lnTo>
                <a:lnTo>
                  <a:pt x="5184" y="601"/>
                </a:lnTo>
                <a:lnTo>
                  <a:pt x="5186" y="601"/>
                </a:lnTo>
                <a:lnTo>
                  <a:pt x="5193" y="601"/>
                </a:lnTo>
                <a:lnTo>
                  <a:pt x="5198" y="600"/>
                </a:lnTo>
                <a:lnTo>
                  <a:pt x="5200" y="599"/>
                </a:lnTo>
                <a:lnTo>
                  <a:pt x="5201" y="598"/>
                </a:lnTo>
                <a:lnTo>
                  <a:pt x="5202" y="597"/>
                </a:lnTo>
                <a:lnTo>
                  <a:pt x="5203" y="597"/>
                </a:lnTo>
                <a:lnTo>
                  <a:pt x="5205" y="596"/>
                </a:lnTo>
                <a:lnTo>
                  <a:pt x="5206" y="596"/>
                </a:lnTo>
                <a:lnTo>
                  <a:pt x="5208" y="596"/>
                </a:lnTo>
                <a:lnTo>
                  <a:pt x="5209" y="596"/>
                </a:lnTo>
                <a:lnTo>
                  <a:pt x="5210" y="596"/>
                </a:lnTo>
                <a:lnTo>
                  <a:pt x="5212" y="597"/>
                </a:lnTo>
                <a:lnTo>
                  <a:pt x="5213" y="597"/>
                </a:lnTo>
                <a:lnTo>
                  <a:pt x="5215" y="597"/>
                </a:lnTo>
                <a:lnTo>
                  <a:pt x="5216" y="597"/>
                </a:lnTo>
                <a:lnTo>
                  <a:pt x="5217" y="597"/>
                </a:lnTo>
                <a:lnTo>
                  <a:pt x="5218" y="596"/>
                </a:lnTo>
                <a:lnTo>
                  <a:pt x="5219" y="596"/>
                </a:lnTo>
                <a:lnTo>
                  <a:pt x="5221" y="595"/>
                </a:lnTo>
                <a:lnTo>
                  <a:pt x="5222" y="595"/>
                </a:lnTo>
                <a:lnTo>
                  <a:pt x="5223" y="595"/>
                </a:lnTo>
                <a:lnTo>
                  <a:pt x="5224" y="595"/>
                </a:lnTo>
                <a:lnTo>
                  <a:pt x="5225" y="596"/>
                </a:lnTo>
                <a:lnTo>
                  <a:pt x="5226" y="596"/>
                </a:lnTo>
                <a:lnTo>
                  <a:pt x="5228" y="596"/>
                </a:lnTo>
                <a:lnTo>
                  <a:pt x="5230" y="596"/>
                </a:lnTo>
                <a:lnTo>
                  <a:pt x="5231" y="596"/>
                </a:lnTo>
                <a:lnTo>
                  <a:pt x="5232" y="597"/>
                </a:lnTo>
                <a:lnTo>
                  <a:pt x="5232" y="598"/>
                </a:lnTo>
                <a:lnTo>
                  <a:pt x="5232" y="599"/>
                </a:lnTo>
                <a:lnTo>
                  <a:pt x="5232" y="601"/>
                </a:lnTo>
                <a:lnTo>
                  <a:pt x="5232" y="602"/>
                </a:lnTo>
                <a:lnTo>
                  <a:pt x="5233" y="602"/>
                </a:lnTo>
                <a:lnTo>
                  <a:pt x="5233" y="603"/>
                </a:lnTo>
                <a:lnTo>
                  <a:pt x="5235" y="604"/>
                </a:lnTo>
                <a:lnTo>
                  <a:pt x="5236" y="604"/>
                </a:lnTo>
                <a:lnTo>
                  <a:pt x="5238" y="604"/>
                </a:lnTo>
                <a:lnTo>
                  <a:pt x="5239" y="604"/>
                </a:lnTo>
                <a:lnTo>
                  <a:pt x="5240" y="603"/>
                </a:lnTo>
                <a:lnTo>
                  <a:pt x="5241" y="603"/>
                </a:lnTo>
                <a:lnTo>
                  <a:pt x="5242" y="602"/>
                </a:lnTo>
                <a:lnTo>
                  <a:pt x="5242" y="601"/>
                </a:lnTo>
                <a:lnTo>
                  <a:pt x="5243" y="600"/>
                </a:lnTo>
                <a:lnTo>
                  <a:pt x="5244" y="599"/>
                </a:lnTo>
                <a:lnTo>
                  <a:pt x="5245" y="599"/>
                </a:lnTo>
                <a:lnTo>
                  <a:pt x="5246" y="599"/>
                </a:lnTo>
                <a:lnTo>
                  <a:pt x="5247" y="599"/>
                </a:lnTo>
                <a:lnTo>
                  <a:pt x="5248" y="599"/>
                </a:lnTo>
                <a:lnTo>
                  <a:pt x="5249" y="600"/>
                </a:lnTo>
                <a:lnTo>
                  <a:pt x="5251" y="601"/>
                </a:lnTo>
                <a:lnTo>
                  <a:pt x="5251" y="602"/>
                </a:lnTo>
                <a:lnTo>
                  <a:pt x="5252" y="602"/>
                </a:lnTo>
                <a:lnTo>
                  <a:pt x="5253" y="602"/>
                </a:lnTo>
                <a:lnTo>
                  <a:pt x="5254" y="602"/>
                </a:lnTo>
                <a:lnTo>
                  <a:pt x="5256" y="603"/>
                </a:lnTo>
                <a:lnTo>
                  <a:pt x="5257" y="603"/>
                </a:lnTo>
                <a:lnTo>
                  <a:pt x="5258" y="603"/>
                </a:lnTo>
                <a:lnTo>
                  <a:pt x="5259" y="603"/>
                </a:lnTo>
                <a:lnTo>
                  <a:pt x="5260" y="602"/>
                </a:lnTo>
                <a:lnTo>
                  <a:pt x="5261" y="602"/>
                </a:lnTo>
                <a:lnTo>
                  <a:pt x="5263" y="602"/>
                </a:lnTo>
                <a:lnTo>
                  <a:pt x="5263" y="601"/>
                </a:lnTo>
                <a:lnTo>
                  <a:pt x="5264" y="602"/>
                </a:lnTo>
                <a:lnTo>
                  <a:pt x="5265" y="602"/>
                </a:lnTo>
                <a:lnTo>
                  <a:pt x="5267" y="603"/>
                </a:lnTo>
                <a:lnTo>
                  <a:pt x="5269" y="603"/>
                </a:lnTo>
                <a:lnTo>
                  <a:pt x="5270" y="603"/>
                </a:lnTo>
                <a:lnTo>
                  <a:pt x="5271" y="603"/>
                </a:lnTo>
                <a:lnTo>
                  <a:pt x="5271" y="602"/>
                </a:lnTo>
                <a:lnTo>
                  <a:pt x="5271" y="601"/>
                </a:lnTo>
                <a:lnTo>
                  <a:pt x="5272" y="600"/>
                </a:lnTo>
                <a:lnTo>
                  <a:pt x="5272" y="599"/>
                </a:lnTo>
                <a:lnTo>
                  <a:pt x="5273" y="599"/>
                </a:lnTo>
                <a:lnTo>
                  <a:pt x="5273" y="598"/>
                </a:lnTo>
                <a:lnTo>
                  <a:pt x="5274" y="598"/>
                </a:lnTo>
                <a:lnTo>
                  <a:pt x="5275" y="599"/>
                </a:lnTo>
                <a:lnTo>
                  <a:pt x="5276" y="599"/>
                </a:lnTo>
                <a:lnTo>
                  <a:pt x="5277" y="599"/>
                </a:lnTo>
                <a:lnTo>
                  <a:pt x="5277" y="600"/>
                </a:lnTo>
                <a:lnTo>
                  <a:pt x="5278" y="600"/>
                </a:lnTo>
                <a:lnTo>
                  <a:pt x="5279" y="600"/>
                </a:lnTo>
                <a:lnTo>
                  <a:pt x="5281" y="600"/>
                </a:lnTo>
                <a:lnTo>
                  <a:pt x="5283" y="600"/>
                </a:lnTo>
                <a:lnTo>
                  <a:pt x="5284" y="599"/>
                </a:lnTo>
                <a:lnTo>
                  <a:pt x="5284" y="600"/>
                </a:lnTo>
                <a:lnTo>
                  <a:pt x="5286" y="599"/>
                </a:lnTo>
                <a:lnTo>
                  <a:pt x="5287" y="599"/>
                </a:lnTo>
                <a:lnTo>
                  <a:pt x="5288" y="599"/>
                </a:lnTo>
                <a:lnTo>
                  <a:pt x="5289" y="599"/>
                </a:lnTo>
                <a:lnTo>
                  <a:pt x="5290" y="599"/>
                </a:lnTo>
                <a:lnTo>
                  <a:pt x="5290" y="598"/>
                </a:lnTo>
                <a:lnTo>
                  <a:pt x="5292" y="598"/>
                </a:lnTo>
                <a:lnTo>
                  <a:pt x="5293" y="598"/>
                </a:lnTo>
                <a:lnTo>
                  <a:pt x="5293" y="599"/>
                </a:lnTo>
                <a:lnTo>
                  <a:pt x="5294" y="599"/>
                </a:lnTo>
                <a:lnTo>
                  <a:pt x="5295" y="599"/>
                </a:lnTo>
                <a:lnTo>
                  <a:pt x="5296" y="599"/>
                </a:lnTo>
                <a:lnTo>
                  <a:pt x="5296" y="598"/>
                </a:lnTo>
                <a:lnTo>
                  <a:pt x="5297" y="598"/>
                </a:lnTo>
                <a:lnTo>
                  <a:pt x="5298" y="598"/>
                </a:lnTo>
                <a:lnTo>
                  <a:pt x="5298" y="597"/>
                </a:lnTo>
                <a:lnTo>
                  <a:pt x="5298" y="596"/>
                </a:lnTo>
                <a:lnTo>
                  <a:pt x="5299" y="595"/>
                </a:lnTo>
                <a:lnTo>
                  <a:pt x="5300" y="594"/>
                </a:lnTo>
                <a:lnTo>
                  <a:pt x="5301" y="594"/>
                </a:lnTo>
                <a:lnTo>
                  <a:pt x="5302" y="594"/>
                </a:lnTo>
                <a:lnTo>
                  <a:pt x="5304" y="594"/>
                </a:lnTo>
                <a:lnTo>
                  <a:pt x="5305" y="594"/>
                </a:lnTo>
                <a:lnTo>
                  <a:pt x="5306" y="594"/>
                </a:lnTo>
                <a:lnTo>
                  <a:pt x="5307" y="594"/>
                </a:lnTo>
                <a:lnTo>
                  <a:pt x="5307" y="595"/>
                </a:lnTo>
                <a:lnTo>
                  <a:pt x="5308" y="595"/>
                </a:lnTo>
                <a:lnTo>
                  <a:pt x="5309" y="595"/>
                </a:lnTo>
                <a:lnTo>
                  <a:pt x="5310" y="596"/>
                </a:lnTo>
                <a:lnTo>
                  <a:pt x="5311" y="596"/>
                </a:lnTo>
                <a:lnTo>
                  <a:pt x="5312" y="597"/>
                </a:lnTo>
                <a:lnTo>
                  <a:pt x="5313" y="597"/>
                </a:lnTo>
                <a:lnTo>
                  <a:pt x="5315" y="598"/>
                </a:lnTo>
                <a:lnTo>
                  <a:pt x="5316" y="598"/>
                </a:lnTo>
                <a:lnTo>
                  <a:pt x="5317" y="598"/>
                </a:lnTo>
                <a:lnTo>
                  <a:pt x="5318" y="598"/>
                </a:lnTo>
                <a:lnTo>
                  <a:pt x="5321" y="598"/>
                </a:lnTo>
                <a:lnTo>
                  <a:pt x="5322" y="598"/>
                </a:lnTo>
                <a:lnTo>
                  <a:pt x="5323" y="598"/>
                </a:lnTo>
                <a:lnTo>
                  <a:pt x="5324" y="598"/>
                </a:lnTo>
                <a:lnTo>
                  <a:pt x="5324" y="597"/>
                </a:lnTo>
                <a:lnTo>
                  <a:pt x="5325" y="597"/>
                </a:lnTo>
                <a:lnTo>
                  <a:pt x="5326" y="597"/>
                </a:lnTo>
                <a:lnTo>
                  <a:pt x="5326" y="596"/>
                </a:lnTo>
                <a:lnTo>
                  <a:pt x="5327" y="596"/>
                </a:lnTo>
                <a:lnTo>
                  <a:pt x="5327" y="595"/>
                </a:lnTo>
                <a:lnTo>
                  <a:pt x="5327" y="594"/>
                </a:lnTo>
                <a:lnTo>
                  <a:pt x="5326" y="594"/>
                </a:lnTo>
                <a:lnTo>
                  <a:pt x="5326" y="593"/>
                </a:lnTo>
                <a:lnTo>
                  <a:pt x="5325" y="593"/>
                </a:lnTo>
                <a:lnTo>
                  <a:pt x="5325" y="591"/>
                </a:lnTo>
                <a:lnTo>
                  <a:pt x="5326" y="591"/>
                </a:lnTo>
                <a:lnTo>
                  <a:pt x="5326" y="590"/>
                </a:lnTo>
                <a:lnTo>
                  <a:pt x="5326" y="589"/>
                </a:lnTo>
                <a:lnTo>
                  <a:pt x="5327" y="588"/>
                </a:lnTo>
                <a:lnTo>
                  <a:pt x="5327" y="587"/>
                </a:lnTo>
                <a:lnTo>
                  <a:pt x="5328" y="587"/>
                </a:lnTo>
                <a:lnTo>
                  <a:pt x="5328" y="586"/>
                </a:lnTo>
                <a:lnTo>
                  <a:pt x="5328" y="585"/>
                </a:lnTo>
                <a:lnTo>
                  <a:pt x="5329" y="585"/>
                </a:lnTo>
                <a:lnTo>
                  <a:pt x="5330" y="585"/>
                </a:lnTo>
                <a:lnTo>
                  <a:pt x="5331" y="585"/>
                </a:lnTo>
                <a:lnTo>
                  <a:pt x="5331" y="584"/>
                </a:lnTo>
                <a:lnTo>
                  <a:pt x="5332" y="584"/>
                </a:lnTo>
                <a:lnTo>
                  <a:pt x="5332" y="583"/>
                </a:lnTo>
                <a:lnTo>
                  <a:pt x="5333" y="583"/>
                </a:lnTo>
                <a:lnTo>
                  <a:pt x="5334" y="583"/>
                </a:lnTo>
                <a:lnTo>
                  <a:pt x="5334" y="582"/>
                </a:lnTo>
                <a:lnTo>
                  <a:pt x="5334" y="581"/>
                </a:lnTo>
                <a:lnTo>
                  <a:pt x="5334" y="580"/>
                </a:lnTo>
                <a:lnTo>
                  <a:pt x="5333" y="579"/>
                </a:lnTo>
                <a:lnTo>
                  <a:pt x="5333" y="578"/>
                </a:lnTo>
                <a:lnTo>
                  <a:pt x="5332" y="578"/>
                </a:lnTo>
                <a:lnTo>
                  <a:pt x="5332" y="577"/>
                </a:lnTo>
                <a:lnTo>
                  <a:pt x="5331" y="577"/>
                </a:lnTo>
                <a:lnTo>
                  <a:pt x="5331" y="576"/>
                </a:lnTo>
                <a:lnTo>
                  <a:pt x="5331" y="575"/>
                </a:lnTo>
                <a:lnTo>
                  <a:pt x="5332" y="575"/>
                </a:lnTo>
                <a:lnTo>
                  <a:pt x="5332" y="574"/>
                </a:lnTo>
                <a:lnTo>
                  <a:pt x="5333" y="574"/>
                </a:lnTo>
                <a:lnTo>
                  <a:pt x="5333" y="573"/>
                </a:lnTo>
                <a:lnTo>
                  <a:pt x="5334" y="573"/>
                </a:lnTo>
                <a:lnTo>
                  <a:pt x="5335" y="573"/>
                </a:lnTo>
                <a:lnTo>
                  <a:pt x="5337" y="573"/>
                </a:lnTo>
                <a:lnTo>
                  <a:pt x="5338" y="573"/>
                </a:lnTo>
                <a:lnTo>
                  <a:pt x="5339" y="574"/>
                </a:lnTo>
                <a:lnTo>
                  <a:pt x="5339" y="575"/>
                </a:lnTo>
                <a:lnTo>
                  <a:pt x="5340" y="575"/>
                </a:lnTo>
                <a:lnTo>
                  <a:pt x="5341" y="576"/>
                </a:lnTo>
                <a:lnTo>
                  <a:pt x="5342" y="576"/>
                </a:lnTo>
                <a:lnTo>
                  <a:pt x="5343" y="576"/>
                </a:lnTo>
                <a:lnTo>
                  <a:pt x="5345" y="576"/>
                </a:lnTo>
                <a:lnTo>
                  <a:pt x="5346" y="576"/>
                </a:lnTo>
                <a:lnTo>
                  <a:pt x="5347" y="575"/>
                </a:lnTo>
                <a:lnTo>
                  <a:pt x="5347" y="574"/>
                </a:lnTo>
                <a:lnTo>
                  <a:pt x="5348" y="574"/>
                </a:lnTo>
                <a:lnTo>
                  <a:pt x="5348" y="573"/>
                </a:lnTo>
                <a:lnTo>
                  <a:pt x="5349" y="572"/>
                </a:lnTo>
                <a:lnTo>
                  <a:pt x="5349" y="571"/>
                </a:lnTo>
                <a:lnTo>
                  <a:pt x="5350" y="571"/>
                </a:lnTo>
                <a:lnTo>
                  <a:pt x="5350" y="570"/>
                </a:lnTo>
                <a:lnTo>
                  <a:pt x="5351" y="569"/>
                </a:lnTo>
                <a:lnTo>
                  <a:pt x="5354" y="568"/>
                </a:lnTo>
                <a:lnTo>
                  <a:pt x="5355" y="567"/>
                </a:lnTo>
                <a:lnTo>
                  <a:pt x="5356" y="567"/>
                </a:lnTo>
                <a:lnTo>
                  <a:pt x="5361" y="566"/>
                </a:lnTo>
                <a:lnTo>
                  <a:pt x="5362" y="566"/>
                </a:lnTo>
                <a:lnTo>
                  <a:pt x="5364" y="564"/>
                </a:lnTo>
                <a:lnTo>
                  <a:pt x="5365" y="562"/>
                </a:lnTo>
                <a:lnTo>
                  <a:pt x="5365" y="561"/>
                </a:lnTo>
                <a:lnTo>
                  <a:pt x="5365" y="560"/>
                </a:lnTo>
                <a:lnTo>
                  <a:pt x="5366" y="558"/>
                </a:lnTo>
                <a:lnTo>
                  <a:pt x="5367" y="558"/>
                </a:lnTo>
                <a:lnTo>
                  <a:pt x="5368" y="557"/>
                </a:lnTo>
                <a:lnTo>
                  <a:pt x="5369" y="557"/>
                </a:lnTo>
                <a:lnTo>
                  <a:pt x="5370" y="557"/>
                </a:lnTo>
                <a:lnTo>
                  <a:pt x="5370" y="556"/>
                </a:lnTo>
                <a:lnTo>
                  <a:pt x="5371" y="556"/>
                </a:lnTo>
                <a:lnTo>
                  <a:pt x="5372" y="556"/>
                </a:lnTo>
                <a:lnTo>
                  <a:pt x="5373" y="556"/>
                </a:lnTo>
                <a:lnTo>
                  <a:pt x="5374" y="556"/>
                </a:lnTo>
                <a:lnTo>
                  <a:pt x="5375" y="556"/>
                </a:lnTo>
                <a:lnTo>
                  <a:pt x="5376" y="556"/>
                </a:lnTo>
                <a:lnTo>
                  <a:pt x="5376" y="555"/>
                </a:lnTo>
                <a:lnTo>
                  <a:pt x="5377" y="555"/>
                </a:lnTo>
                <a:lnTo>
                  <a:pt x="5378" y="555"/>
                </a:lnTo>
                <a:lnTo>
                  <a:pt x="5380" y="556"/>
                </a:lnTo>
                <a:lnTo>
                  <a:pt x="5381" y="556"/>
                </a:lnTo>
                <a:lnTo>
                  <a:pt x="5382" y="556"/>
                </a:lnTo>
                <a:lnTo>
                  <a:pt x="5383" y="556"/>
                </a:lnTo>
                <a:lnTo>
                  <a:pt x="5384" y="556"/>
                </a:lnTo>
                <a:lnTo>
                  <a:pt x="5384" y="557"/>
                </a:lnTo>
                <a:lnTo>
                  <a:pt x="5385" y="557"/>
                </a:lnTo>
                <a:lnTo>
                  <a:pt x="5386" y="557"/>
                </a:lnTo>
                <a:lnTo>
                  <a:pt x="5386" y="558"/>
                </a:lnTo>
                <a:lnTo>
                  <a:pt x="5387" y="558"/>
                </a:lnTo>
                <a:lnTo>
                  <a:pt x="5389" y="558"/>
                </a:lnTo>
                <a:lnTo>
                  <a:pt x="5390" y="559"/>
                </a:lnTo>
                <a:lnTo>
                  <a:pt x="5391" y="559"/>
                </a:lnTo>
                <a:lnTo>
                  <a:pt x="5392" y="559"/>
                </a:lnTo>
                <a:lnTo>
                  <a:pt x="5392" y="558"/>
                </a:lnTo>
                <a:lnTo>
                  <a:pt x="5393" y="558"/>
                </a:lnTo>
                <a:lnTo>
                  <a:pt x="5394" y="558"/>
                </a:lnTo>
                <a:lnTo>
                  <a:pt x="5395" y="557"/>
                </a:lnTo>
                <a:lnTo>
                  <a:pt x="5396" y="557"/>
                </a:lnTo>
                <a:lnTo>
                  <a:pt x="5397" y="557"/>
                </a:lnTo>
                <a:lnTo>
                  <a:pt x="5397" y="556"/>
                </a:lnTo>
                <a:lnTo>
                  <a:pt x="5398" y="556"/>
                </a:lnTo>
                <a:lnTo>
                  <a:pt x="5399" y="556"/>
                </a:lnTo>
                <a:lnTo>
                  <a:pt x="5399" y="557"/>
                </a:lnTo>
                <a:lnTo>
                  <a:pt x="5400" y="557"/>
                </a:lnTo>
                <a:lnTo>
                  <a:pt x="5401" y="557"/>
                </a:lnTo>
                <a:lnTo>
                  <a:pt x="5402" y="558"/>
                </a:lnTo>
                <a:lnTo>
                  <a:pt x="5403" y="558"/>
                </a:lnTo>
                <a:lnTo>
                  <a:pt x="5404" y="558"/>
                </a:lnTo>
                <a:lnTo>
                  <a:pt x="5406" y="557"/>
                </a:lnTo>
                <a:lnTo>
                  <a:pt x="5407" y="557"/>
                </a:lnTo>
                <a:lnTo>
                  <a:pt x="5408" y="557"/>
                </a:lnTo>
                <a:lnTo>
                  <a:pt x="5409" y="557"/>
                </a:lnTo>
                <a:lnTo>
                  <a:pt x="5410" y="557"/>
                </a:lnTo>
                <a:lnTo>
                  <a:pt x="5411" y="557"/>
                </a:lnTo>
                <a:lnTo>
                  <a:pt x="5412" y="557"/>
                </a:lnTo>
                <a:lnTo>
                  <a:pt x="5413" y="556"/>
                </a:lnTo>
                <a:lnTo>
                  <a:pt x="5413" y="555"/>
                </a:lnTo>
                <a:lnTo>
                  <a:pt x="5415" y="550"/>
                </a:lnTo>
                <a:lnTo>
                  <a:pt x="5415" y="549"/>
                </a:lnTo>
                <a:lnTo>
                  <a:pt x="5417" y="549"/>
                </a:lnTo>
                <a:lnTo>
                  <a:pt x="5418" y="549"/>
                </a:lnTo>
                <a:lnTo>
                  <a:pt x="5419" y="549"/>
                </a:lnTo>
                <a:lnTo>
                  <a:pt x="5421" y="550"/>
                </a:lnTo>
                <a:lnTo>
                  <a:pt x="5422" y="550"/>
                </a:lnTo>
                <a:lnTo>
                  <a:pt x="5423" y="551"/>
                </a:lnTo>
                <a:lnTo>
                  <a:pt x="5425" y="550"/>
                </a:lnTo>
                <a:lnTo>
                  <a:pt x="5426" y="550"/>
                </a:lnTo>
                <a:lnTo>
                  <a:pt x="5427" y="549"/>
                </a:lnTo>
                <a:lnTo>
                  <a:pt x="5427" y="548"/>
                </a:lnTo>
                <a:lnTo>
                  <a:pt x="5427" y="546"/>
                </a:lnTo>
                <a:lnTo>
                  <a:pt x="5428" y="545"/>
                </a:lnTo>
                <a:lnTo>
                  <a:pt x="5428" y="544"/>
                </a:lnTo>
                <a:lnTo>
                  <a:pt x="5429" y="543"/>
                </a:lnTo>
                <a:lnTo>
                  <a:pt x="5430" y="543"/>
                </a:lnTo>
                <a:lnTo>
                  <a:pt x="5431" y="543"/>
                </a:lnTo>
                <a:lnTo>
                  <a:pt x="5432" y="543"/>
                </a:lnTo>
                <a:lnTo>
                  <a:pt x="5432" y="542"/>
                </a:lnTo>
                <a:lnTo>
                  <a:pt x="5435" y="542"/>
                </a:lnTo>
                <a:lnTo>
                  <a:pt x="5436" y="542"/>
                </a:lnTo>
                <a:lnTo>
                  <a:pt x="5436" y="541"/>
                </a:lnTo>
                <a:lnTo>
                  <a:pt x="5437" y="541"/>
                </a:lnTo>
                <a:lnTo>
                  <a:pt x="5438" y="541"/>
                </a:lnTo>
                <a:lnTo>
                  <a:pt x="5440" y="540"/>
                </a:lnTo>
                <a:lnTo>
                  <a:pt x="5441" y="540"/>
                </a:lnTo>
                <a:lnTo>
                  <a:pt x="5442" y="540"/>
                </a:lnTo>
                <a:lnTo>
                  <a:pt x="5443" y="539"/>
                </a:lnTo>
                <a:lnTo>
                  <a:pt x="5444" y="539"/>
                </a:lnTo>
                <a:lnTo>
                  <a:pt x="5445" y="539"/>
                </a:lnTo>
                <a:lnTo>
                  <a:pt x="5447" y="538"/>
                </a:lnTo>
                <a:lnTo>
                  <a:pt x="5448" y="538"/>
                </a:lnTo>
                <a:lnTo>
                  <a:pt x="5449" y="538"/>
                </a:lnTo>
                <a:lnTo>
                  <a:pt x="5452" y="538"/>
                </a:lnTo>
                <a:lnTo>
                  <a:pt x="5453" y="538"/>
                </a:lnTo>
                <a:lnTo>
                  <a:pt x="5454" y="537"/>
                </a:lnTo>
                <a:lnTo>
                  <a:pt x="5455" y="535"/>
                </a:lnTo>
                <a:lnTo>
                  <a:pt x="5456" y="534"/>
                </a:lnTo>
                <a:lnTo>
                  <a:pt x="5458" y="534"/>
                </a:lnTo>
                <a:lnTo>
                  <a:pt x="5459" y="535"/>
                </a:lnTo>
                <a:lnTo>
                  <a:pt x="5460" y="535"/>
                </a:lnTo>
                <a:lnTo>
                  <a:pt x="5461" y="535"/>
                </a:lnTo>
                <a:lnTo>
                  <a:pt x="5462" y="535"/>
                </a:lnTo>
                <a:lnTo>
                  <a:pt x="5464" y="535"/>
                </a:lnTo>
                <a:lnTo>
                  <a:pt x="5465" y="535"/>
                </a:lnTo>
                <a:lnTo>
                  <a:pt x="5465" y="534"/>
                </a:lnTo>
                <a:lnTo>
                  <a:pt x="5466" y="533"/>
                </a:lnTo>
                <a:lnTo>
                  <a:pt x="5467" y="533"/>
                </a:lnTo>
                <a:lnTo>
                  <a:pt x="5468" y="532"/>
                </a:lnTo>
                <a:lnTo>
                  <a:pt x="5469" y="531"/>
                </a:lnTo>
                <a:lnTo>
                  <a:pt x="5470" y="530"/>
                </a:lnTo>
                <a:lnTo>
                  <a:pt x="5471" y="530"/>
                </a:lnTo>
                <a:lnTo>
                  <a:pt x="5473" y="530"/>
                </a:lnTo>
                <a:lnTo>
                  <a:pt x="5474" y="530"/>
                </a:lnTo>
                <a:lnTo>
                  <a:pt x="5475" y="530"/>
                </a:lnTo>
                <a:lnTo>
                  <a:pt x="5476" y="530"/>
                </a:lnTo>
                <a:lnTo>
                  <a:pt x="5477" y="530"/>
                </a:lnTo>
                <a:lnTo>
                  <a:pt x="5478" y="530"/>
                </a:lnTo>
                <a:lnTo>
                  <a:pt x="5479" y="530"/>
                </a:lnTo>
                <a:lnTo>
                  <a:pt x="5480" y="530"/>
                </a:lnTo>
                <a:lnTo>
                  <a:pt x="5481" y="531"/>
                </a:lnTo>
                <a:lnTo>
                  <a:pt x="5482" y="531"/>
                </a:lnTo>
                <a:lnTo>
                  <a:pt x="5482" y="530"/>
                </a:lnTo>
                <a:lnTo>
                  <a:pt x="5483" y="530"/>
                </a:lnTo>
                <a:lnTo>
                  <a:pt x="5485" y="530"/>
                </a:lnTo>
                <a:lnTo>
                  <a:pt x="5486" y="530"/>
                </a:lnTo>
                <a:lnTo>
                  <a:pt x="5487" y="529"/>
                </a:lnTo>
                <a:lnTo>
                  <a:pt x="5488" y="529"/>
                </a:lnTo>
                <a:lnTo>
                  <a:pt x="5489" y="528"/>
                </a:lnTo>
                <a:lnTo>
                  <a:pt x="5490" y="528"/>
                </a:lnTo>
                <a:lnTo>
                  <a:pt x="5491" y="528"/>
                </a:lnTo>
                <a:lnTo>
                  <a:pt x="5493" y="528"/>
                </a:lnTo>
                <a:lnTo>
                  <a:pt x="5494" y="527"/>
                </a:lnTo>
                <a:lnTo>
                  <a:pt x="5495" y="527"/>
                </a:lnTo>
                <a:lnTo>
                  <a:pt x="5496" y="526"/>
                </a:lnTo>
                <a:lnTo>
                  <a:pt x="5497" y="526"/>
                </a:lnTo>
                <a:lnTo>
                  <a:pt x="5498" y="526"/>
                </a:lnTo>
                <a:lnTo>
                  <a:pt x="5499" y="526"/>
                </a:lnTo>
                <a:lnTo>
                  <a:pt x="5500" y="526"/>
                </a:lnTo>
                <a:lnTo>
                  <a:pt x="5502" y="527"/>
                </a:lnTo>
                <a:lnTo>
                  <a:pt x="5503" y="527"/>
                </a:lnTo>
                <a:lnTo>
                  <a:pt x="5504" y="528"/>
                </a:lnTo>
                <a:lnTo>
                  <a:pt x="5506" y="528"/>
                </a:lnTo>
                <a:lnTo>
                  <a:pt x="5507" y="527"/>
                </a:lnTo>
                <a:lnTo>
                  <a:pt x="5508" y="527"/>
                </a:lnTo>
                <a:lnTo>
                  <a:pt x="5509" y="527"/>
                </a:lnTo>
                <a:lnTo>
                  <a:pt x="5511" y="527"/>
                </a:lnTo>
                <a:lnTo>
                  <a:pt x="5512" y="527"/>
                </a:lnTo>
                <a:lnTo>
                  <a:pt x="5513" y="527"/>
                </a:lnTo>
                <a:lnTo>
                  <a:pt x="5514" y="527"/>
                </a:lnTo>
                <a:lnTo>
                  <a:pt x="5515" y="528"/>
                </a:lnTo>
                <a:lnTo>
                  <a:pt x="5516" y="528"/>
                </a:lnTo>
                <a:lnTo>
                  <a:pt x="5517" y="529"/>
                </a:lnTo>
                <a:lnTo>
                  <a:pt x="5519" y="530"/>
                </a:lnTo>
                <a:lnTo>
                  <a:pt x="5522" y="531"/>
                </a:lnTo>
                <a:lnTo>
                  <a:pt x="5523" y="531"/>
                </a:lnTo>
                <a:lnTo>
                  <a:pt x="5524" y="531"/>
                </a:lnTo>
                <a:lnTo>
                  <a:pt x="5525" y="531"/>
                </a:lnTo>
                <a:lnTo>
                  <a:pt x="5526" y="531"/>
                </a:lnTo>
                <a:lnTo>
                  <a:pt x="5527" y="530"/>
                </a:lnTo>
                <a:lnTo>
                  <a:pt x="5528" y="529"/>
                </a:lnTo>
                <a:lnTo>
                  <a:pt x="5529" y="528"/>
                </a:lnTo>
                <a:lnTo>
                  <a:pt x="5530" y="527"/>
                </a:lnTo>
                <a:lnTo>
                  <a:pt x="5530" y="526"/>
                </a:lnTo>
                <a:lnTo>
                  <a:pt x="5532" y="524"/>
                </a:lnTo>
                <a:lnTo>
                  <a:pt x="5534" y="524"/>
                </a:lnTo>
                <a:lnTo>
                  <a:pt x="5534" y="523"/>
                </a:lnTo>
                <a:lnTo>
                  <a:pt x="5536" y="523"/>
                </a:lnTo>
                <a:lnTo>
                  <a:pt x="5537" y="523"/>
                </a:lnTo>
                <a:lnTo>
                  <a:pt x="5541" y="524"/>
                </a:lnTo>
                <a:lnTo>
                  <a:pt x="5543" y="524"/>
                </a:lnTo>
                <a:lnTo>
                  <a:pt x="5544" y="524"/>
                </a:lnTo>
                <a:lnTo>
                  <a:pt x="5545" y="524"/>
                </a:lnTo>
                <a:lnTo>
                  <a:pt x="5546" y="524"/>
                </a:lnTo>
                <a:lnTo>
                  <a:pt x="5547" y="523"/>
                </a:lnTo>
                <a:lnTo>
                  <a:pt x="5547" y="522"/>
                </a:lnTo>
                <a:lnTo>
                  <a:pt x="5548" y="522"/>
                </a:lnTo>
                <a:lnTo>
                  <a:pt x="5550" y="523"/>
                </a:lnTo>
                <a:lnTo>
                  <a:pt x="5550" y="524"/>
                </a:lnTo>
                <a:lnTo>
                  <a:pt x="5551" y="524"/>
                </a:lnTo>
                <a:lnTo>
                  <a:pt x="5551" y="525"/>
                </a:lnTo>
                <a:lnTo>
                  <a:pt x="5551" y="526"/>
                </a:lnTo>
                <a:lnTo>
                  <a:pt x="5550" y="528"/>
                </a:lnTo>
                <a:lnTo>
                  <a:pt x="5549" y="529"/>
                </a:lnTo>
                <a:lnTo>
                  <a:pt x="5548" y="530"/>
                </a:lnTo>
                <a:lnTo>
                  <a:pt x="5547" y="530"/>
                </a:lnTo>
                <a:lnTo>
                  <a:pt x="5546" y="530"/>
                </a:lnTo>
                <a:lnTo>
                  <a:pt x="5543" y="532"/>
                </a:lnTo>
                <a:lnTo>
                  <a:pt x="5542" y="532"/>
                </a:lnTo>
                <a:lnTo>
                  <a:pt x="5541" y="532"/>
                </a:lnTo>
                <a:lnTo>
                  <a:pt x="5539" y="533"/>
                </a:lnTo>
                <a:lnTo>
                  <a:pt x="5538" y="533"/>
                </a:lnTo>
                <a:lnTo>
                  <a:pt x="5537" y="533"/>
                </a:lnTo>
                <a:lnTo>
                  <a:pt x="5535" y="534"/>
                </a:lnTo>
                <a:lnTo>
                  <a:pt x="5533" y="535"/>
                </a:lnTo>
                <a:lnTo>
                  <a:pt x="5532" y="535"/>
                </a:lnTo>
                <a:lnTo>
                  <a:pt x="5530" y="535"/>
                </a:lnTo>
                <a:lnTo>
                  <a:pt x="5528" y="536"/>
                </a:lnTo>
                <a:lnTo>
                  <a:pt x="5526" y="537"/>
                </a:lnTo>
                <a:lnTo>
                  <a:pt x="5525" y="538"/>
                </a:lnTo>
                <a:lnTo>
                  <a:pt x="5525" y="539"/>
                </a:lnTo>
                <a:lnTo>
                  <a:pt x="5524" y="539"/>
                </a:lnTo>
                <a:lnTo>
                  <a:pt x="5523" y="540"/>
                </a:lnTo>
                <a:lnTo>
                  <a:pt x="5522" y="539"/>
                </a:lnTo>
                <a:lnTo>
                  <a:pt x="5522" y="540"/>
                </a:lnTo>
                <a:lnTo>
                  <a:pt x="5521" y="540"/>
                </a:lnTo>
                <a:lnTo>
                  <a:pt x="5520" y="540"/>
                </a:lnTo>
                <a:lnTo>
                  <a:pt x="5520" y="541"/>
                </a:lnTo>
                <a:lnTo>
                  <a:pt x="5519" y="541"/>
                </a:lnTo>
                <a:lnTo>
                  <a:pt x="5518" y="541"/>
                </a:lnTo>
                <a:lnTo>
                  <a:pt x="5517" y="541"/>
                </a:lnTo>
                <a:lnTo>
                  <a:pt x="5517" y="542"/>
                </a:lnTo>
                <a:lnTo>
                  <a:pt x="5515" y="542"/>
                </a:lnTo>
                <a:lnTo>
                  <a:pt x="5514" y="543"/>
                </a:lnTo>
                <a:lnTo>
                  <a:pt x="5513" y="543"/>
                </a:lnTo>
                <a:lnTo>
                  <a:pt x="5513" y="544"/>
                </a:lnTo>
                <a:lnTo>
                  <a:pt x="5513" y="545"/>
                </a:lnTo>
                <a:lnTo>
                  <a:pt x="5513" y="547"/>
                </a:lnTo>
                <a:lnTo>
                  <a:pt x="5513" y="548"/>
                </a:lnTo>
                <a:lnTo>
                  <a:pt x="5513" y="549"/>
                </a:lnTo>
                <a:lnTo>
                  <a:pt x="5513" y="550"/>
                </a:lnTo>
                <a:lnTo>
                  <a:pt x="5513" y="551"/>
                </a:lnTo>
                <a:lnTo>
                  <a:pt x="5513" y="552"/>
                </a:lnTo>
                <a:lnTo>
                  <a:pt x="5513" y="553"/>
                </a:lnTo>
                <a:lnTo>
                  <a:pt x="5513" y="554"/>
                </a:lnTo>
                <a:lnTo>
                  <a:pt x="5512" y="555"/>
                </a:lnTo>
                <a:lnTo>
                  <a:pt x="5511" y="555"/>
                </a:lnTo>
                <a:lnTo>
                  <a:pt x="5511" y="556"/>
                </a:lnTo>
                <a:lnTo>
                  <a:pt x="5510" y="557"/>
                </a:lnTo>
                <a:lnTo>
                  <a:pt x="5509" y="559"/>
                </a:lnTo>
                <a:lnTo>
                  <a:pt x="5508" y="560"/>
                </a:lnTo>
                <a:lnTo>
                  <a:pt x="5507" y="561"/>
                </a:lnTo>
                <a:lnTo>
                  <a:pt x="5506" y="562"/>
                </a:lnTo>
                <a:lnTo>
                  <a:pt x="5505" y="563"/>
                </a:lnTo>
                <a:lnTo>
                  <a:pt x="5504" y="563"/>
                </a:lnTo>
                <a:lnTo>
                  <a:pt x="5504" y="564"/>
                </a:lnTo>
                <a:lnTo>
                  <a:pt x="5504" y="565"/>
                </a:lnTo>
                <a:lnTo>
                  <a:pt x="5503" y="565"/>
                </a:lnTo>
                <a:lnTo>
                  <a:pt x="5502" y="565"/>
                </a:lnTo>
                <a:lnTo>
                  <a:pt x="5502" y="566"/>
                </a:lnTo>
                <a:lnTo>
                  <a:pt x="5502" y="567"/>
                </a:lnTo>
                <a:lnTo>
                  <a:pt x="5502" y="568"/>
                </a:lnTo>
                <a:lnTo>
                  <a:pt x="5502" y="569"/>
                </a:lnTo>
                <a:lnTo>
                  <a:pt x="5502" y="570"/>
                </a:lnTo>
                <a:lnTo>
                  <a:pt x="5502" y="571"/>
                </a:lnTo>
                <a:lnTo>
                  <a:pt x="5503" y="571"/>
                </a:lnTo>
                <a:lnTo>
                  <a:pt x="5503" y="572"/>
                </a:lnTo>
                <a:lnTo>
                  <a:pt x="5504" y="572"/>
                </a:lnTo>
                <a:lnTo>
                  <a:pt x="5505" y="574"/>
                </a:lnTo>
                <a:lnTo>
                  <a:pt x="5506" y="574"/>
                </a:lnTo>
                <a:lnTo>
                  <a:pt x="5506" y="575"/>
                </a:lnTo>
                <a:lnTo>
                  <a:pt x="5507" y="575"/>
                </a:lnTo>
                <a:lnTo>
                  <a:pt x="5507" y="576"/>
                </a:lnTo>
                <a:lnTo>
                  <a:pt x="5507" y="577"/>
                </a:lnTo>
                <a:lnTo>
                  <a:pt x="5507" y="578"/>
                </a:lnTo>
                <a:lnTo>
                  <a:pt x="5507" y="579"/>
                </a:lnTo>
                <a:lnTo>
                  <a:pt x="5509" y="579"/>
                </a:lnTo>
                <a:lnTo>
                  <a:pt x="5510" y="579"/>
                </a:lnTo>
                <a:lnTo>
                  <a:pt x="5511" y="579"/>
                </a:lnTo>
                <a:lnTo>
                  <a:pt x="5512" y="579"/>
                </a:lnTo>
                <a:lnTo>
                  <a:pt x="5512" y="580"/>
                </a:lnTo>
                <a:lnTo>
                  <a:pt x="5512" y="581"/>
                </a:lnTo>
                <a:lnTo>
                  <a:pt x="5513" y="581"/>
                </a:lnTo>
                <a:lnTo>
                  <a:pt x="5513" y="582"/>
                </a:lnTo>
                <a:lnTo>
                  <a:pt x="5513" y="583"/>
                </a:lnTo>
                <a:lnTo>
                  <a:pt x="5512" y="583"/>
                </a:lnTo>
                <a:lnTo>
                  <a:pt x="5512" y="584"/>
                </a:lnTo>
                <a:lnTo>
                  <a:pt x="5513" y="584"/>
                </a:lnTo>
                <a:lnTo>
                  <a:pt x="5513" y="585"/>
                </a:lnTo>
                <a:lnTo>
                  <a:pt x="5513" y="586"/>
                </a:lnTo>
                <a:lnTo>
                  <a:pt x="5513" y="587"/>
                </a:lnTo>
                <a:lnTo>
                  <a:pt x="5513" y="588"/>
                </a:lnTo>
                <a:lnTo>
                  <a:pt x="5514" y="588"/>
                </a:lnTo>
                <a:lnTo>
                  <a:pt x="5514" y="589"/>
                </a:lnTo>
                <a:lnTo>
                  <a:pt x="5515" y="589"/>
                </a:lnTo>
                <a:lnTo>
                  <a:pt x="5516" y="589"/>
                </a:lnTo>
                <a:lnTo>
                  <a:pt x="5517" y="590"/>
                </a:lnTo>
                <a:lnTo>
                  <a:pt x="5517" y="591"/>
                </a:lnTo>
                <a:lnTo>
                  <a:pt x="5518" y="591"/>
                </a:lnTo>
                <a:lnTo>
                  <a:pt x="5518" y="592"/>
                </a:lnTo>
                <a:lnTo>
                  <a:pt x="5519" y="592"/>
                </a:lnTo>
                <a:lnTo>
                  <a:pt x="5520" y="592"/>
                </a:lnTo>
                <a:lnTo>
                  <a:pt x="5520" y="593"/>
                </a:lnTo>
                <a:lnTo>
                  <a:pt x="5521" y="593"/>
                </a:lnTo>
                <a:lnTo>
                  <a:pt x="5522" y="593"/>
                </a:lnTo>
                <a:lnTo>
                  <a:pt x="5522" y="594"/>
                </a:lnTo>
                <a:lnTo>
                  <a:pt x="5522" y="595"/>
                </a:lnTo>
                <a:lnTo>
                  <a:pt x="5523" y="596"/>
                </a:lnTo>
                <a:lnTo>
                  <a:pt x="5523" y="597"/>
                </a:lnTo>
                <a:lnTo>
                  <a:pt x="5522" y="597"/>
                </a:lnTo>
                <a:lnTo>
                  <a:pt x="5522" y="598"/>
                </a:lnTo>
                <a:lnTo>
                  <a:pt x="5522" y="599"/>
                </a:lnTo>
                <a:lnTo>
                  <a:pt x="5521" y="599"/>
                </a:lnTo>
                <a:lnTo>
                  <a:pt x="5521" y="600"/>
                </a:lnTo>
                <a:lnTo>
                  <a:pt x="5520" y="600"/>
                </a:lnTo>
                <a:lnTo>
                  <a:pt x="5520" y="601"/>
                </a:lnTo>
                <a:lnTo>
                  <a:pt x="5519" y="602"/>
                </a:lnTo>
                <a:lnTo>
                  <a:pt x="5518" y="602"/>
                </a:lnTo>
                <a:lnTo>
                  <a:pt x="5518" y="603"/>
                </a:lnTo>
                <a:lnTo>
                  <a:pt x="5518" y="604"/>
                </a:lnTo>
                <a:lnTo>
                  <a:pt x="5517" y="604"/>
                </a:lnTo>
                <a:lnTo>
                  <a:pt x="5517" y="605"/>
                </a:lnTo>
                <a:lnTo>
                  <a:pt x="5516" y="605"/>
                </a:lnTo>
                <a:lnTo>
                  <a:pt x="5515" y="606"/>
                </a:lnTo>
                <a:lnTo>
                  <a:pt x="5514" y="606"/>
                </a:lnTo>
                <a:lnTo>
                  <a:pt x="5514" y="607"/>
                </a:lnTo>
                <a:lnTo>
                  <a:pt x="5514" y="608"/>
                </a:lnTo>
                <a:lnTo>
                  <a:pt x="5514" y="609"/>
                </a:lnTo>
                <a:lnTo>
                  <a:pt x="5514" y="610"/>
                </a:lnTo>
                <a:lnTo>
                  <a:pt x="5514" y="611"/>
                </a:lnTo>
                <a:lnTo>
                  <a:pt x="5513" y="611"/>
                </a:lnTo>
                <a:lnTo>
                  <a:pt x="5513" y="612"/>
                </a:lnTo>
                <a:lnTo>
                  <a:pt x="5512" y="612"/>
                </a:lnTo>
                <a:lnTo>
                  <a:pt x="5511" y="612"/>
                </a:lnTo>
                <a:lnTo>
                  <a:pt x="5511" y="613"/>
                </a:lnTo>
                <a:lnTo>
                  <a:pt x="5510" y="614"/>
                </a:lnTo>
                <a:lnTo>
                  <a:pt x="5510" y="615"/>
                </a:lnTo>
                <a:lnTo>
                  <a:pt x="5509" y="615"/>
                </a:lnTo>
                <a:lnTo>
                  <a:pt x="5508" y="616"/>
                </a:lnTo>
                <a:lnTo>
                  <a:pt x="5508" y="617"/>
                </a:lnTo>
                <a:lnTo>
                  <a:pt x="5507" y="617"/>
                </a:lnTo>
                <a:lnTo>
                  <a:pt x="5506" y="617"/>
                </a:lnTo>
                <a:lnTo>
                  <a:pt x="5505" y="617"/>
                </a:lnTo>
                <a:lnTo>
                  <a:pt x="5505" y="618"/>
                </a:lnTo>
                <a:lnTo>
                  <a:pt x="5504" y="618"/>
                </a:lnTo>
                <a:lnTo>
                  <a:pt x="5504" y="619"/>
                </a:lnTo>
                <a:lnTo>
                  <a:pt x="5504" y="620"/>
                </a:lnTo>
                <a:lnTo>
                  <a:pt x="5504" y="621"/>
                </a:lnTo>
                <a:lnTo>
                  <a:pt x="5504" y="622"/>
                </a:lnTo>
                <a:lnTo>
                  <a:pt x="5503" y="622"/>
                </a:lnTo>
                <a:lnTo>
                  <a:pt x="5503" y="623"/>
                </a:lnTo>
                <a:lnTo>
                  <a:pt x="5502" y="623"/>
                </a:lnTo>
                <a:lnTo>
                  <a:pt x="5501" y="623"/>
                </a:lnTo>
                <a:lnTo>
                  <a:pt x="5500" y="623"/>
                </a:lnTo>
                <a:lnTo>
                  <a:pt x="5500" y="624"/>
                </a:lnTo>
                <a:lnTo>
                  <a:pt x="5499" y="624"/>
                </a:lnTo>
                <a:lnTo>
                  <a:pt x="5498" y="625"/>
                </a:lnTo>
                <a:lnTo>
                  <a:pt x="5498" y="626"/>
                </a:lnTo>
                <a:lnTo>
                  <a:pt x="5497" y="626"/>
                </a:lnTo>
                <a:lnTo>
                  <a:pt x="5496" y="626"/>
                </a:lnTo>
                <a:lnTo>
                  <a:pt x="5495" y="626"/>
                </a:lnTo>
                <a:lnTo>
                  <a:pt x="5494" y="626"/>
                </a:lnTo>
                <a:lnTo>
                  <a:pt x="5493" y="626"/>
                </a:lnTo>
                <a:lnTo>
                  <a:pt x="5492" y="626"/>
                </a:lnTo>
                <a:lnTo>
                  <a:pt x="5491" y="626"/>
                </a:lnTo>
                <a:lnTo>
                  <a:pt x="5490" y="626"/>
                </a:lnTo>
                <a:lnTo>
                  <a:pt x="5490" y="627"/>
                </a:lnTo>
                <a:lnTo>
                  <a:pt x="5489" y="627"/>
                </a:lnTo>
                <a:lnTo>
                  <a:pt x="5487" y="627"/>
                </a:lnTo>
                <a:lnTo>
                  <a:pt x="5486" y="627"/>
                </a:lnTo>
                <a:lnTo>
                  <a:pt x="5485" y="626"/>
                </a:lnTo>
                <a:lnTo>
                  <a:pt x="5485" y="627"/>
                </a:lnTo>
                <a:lnTo>
                  <a:pt x="5485" y="626"/>
                </a:lnTo>
                <a:lnTo>
                  <a:pt x="5484" y="626"/>
                </a:lnTo>
                <a:lnTo>
                  <a:pt x="5483" y="626"/>
                </a:lnTo>
                <a:lnTo>
                  <a:pt x="5482" y="627"/>
                </a:lnTo>
                <a:lnTo>
                  <a:pt x="5481" y="627"/>
                </a:lnTo>
                <a:lnTo>
                  <a:pt x="5480" y="627"/>
                </a:lnTo>
                <a:lnTo>
                  <a:pt x="5480" y="628"/>
                </a:lnTo>
                <a:lnTo>
                  <a:pt x="5479" y="629"/>
                </a:lnTo>
                <a:lnTo>
                  <a:pt x="5478" y="630"/>
                </a:lnTo>
                <a:lnTo>
                  <a:pt x="5477" y="630"/>
                </a:lnTo>
                <a:lnTo>
                  <a:pt x="5477" y="631"/>
                </a:lnTo>
                <a:lnTo>
                  <a:pt x="5476" y="631"/>
                </a:lnTo>
                <a:lnTo>
                  <a:pt x="5476" y="632"/>
                </a:lnTo>
                <a:lnTo>
                  <a:pt x="5476" y="634"/>
                </a:lnTo>
                <a:lnTo>
                  <a:pt x="5475" y="634"/>
                </a:lnTo>
                <a:lnTo>
                  <a:pt x="5475" y="635"/>
                </a:lnTo>
                <a:lnTo>
                  <a:pt x="5474" y="635"/>
                </a:lnTo>
                <a:lnTo>
                  <a:pt x="5473" y="635"/>
                </a:lnTo>
                <a:lnTo>
                  <a:pt x="5473" y="636"/>
                </a:lnTo>
                <a:lnTo>
                  <a:pt x="5472" y="636"/>
                </a:lnTo>
                <a:lnTo>
                  <a:pt x="5471" y="636"/>
                </a:lnTo>
                <a:lnTo>
                  <a:pt x="5470" y="636"/>
                </a:lnTo>
                <a:lnTo>
                  <a:pt x="5470" y="637"/>
                </a:lnTo>
                <a:lnTo>
                  <a:pt x="5469" y="638"/>
                </a:lnTo>
                <a:lnTo>
                  <a:pt x="5468" y="638"/>
                </a:lnTo>
                <a:lnTo>
                  <a:pt x="5468" y="639"/>
                </a:lnTo>
                <a:lnTo>
                  <a:pt x="5468" y="640"/>
                </a:lnTo>
                <a:lnTo>
                  <a:pt x="5468" y="641"/>
                </a:lnTo>
                <a:lnTo>
                  <a:pt x="5468" y="642"/>
                </a:lnTo>
                <a:lnTo>
                  <a:pt x="5467" y="642"/>
                </a:lnTo>
                <a:lnTo>
                  <a:pt x="5467" y="643"/>
                </a:lnTo>
                <a:lnTo>
                  <a:pt x="5467" y="644"/>
                </a:lnTo>
                <a:lnTo>
                  <a:pt x="5467" y="645"/>
                </a:lnTo>
                <a:lnTo>
                  <a:pt x="5466" y="645"/>
                </a:lnTo>
                <a:lnTo>
                  <a:pt x="5466" y="646"/>
                </a:lnTo>
                <a:lnTo>
                  <a:pt x="5467" y="646"/>
                </a:lnTo>
                <a:lnTo>
                  <a:pt x="5467" y="647"/>
                </a:lnTo>
                <a:lnTo>
                  <a:pt x="5468" y="647"/>
                </a:lnTo>
                <a:lnTo>
                  <a:pt x="5468" y="648"/>
                </a:lnTo>
                <a:lnTo>
                  <a:pt x="5469" y="648"/>
                </a:lnTo>
                <a:lnTo>
                  <a:pt x="5470" y="649"/>
                </a:lnTo>
                <a:lnTo>
                  <a:pt x="5471" y="650"/>
                </a:lnTo>
                <a:lnTo>
                  <a:pt x="5472" y="651"/>
                </a:lnTo>
                <a:lnTo>
                  <a:pt x="5472" y="652"/>
                </a:lnTo>
                <a:lnTo>
                  <a:pt x="5473" y="653"/>
                </a:lnTo>
                <a:lnTo>
                  <a:pt x="5473" y="655"/>
                </a:lnTo>
                <a:lnTo>
                  <a:pt x="5473" y="656"/>
                </a:lnTo>
                <a:lnTo>
                  <a:pt x="5473" y="657"/>
                </a:lnTo>
                <a:lnTo>
                  <a:pt x="5473" y="658"/>
                </a:lnTo>
                <a:lnTo>
                  <a:pt x="5473" y="659"/>
                </a:lnTo>
                <a:lnTo>
                  <a:pt x="5473" y="660"/>
                </a:lnTo>
                <a:lnTo>
                  <a:pt x="5472" y="661"/>
                </a:lnTo>
                <a:lnTo>
                  <a:pt x="5471" y="661"/>
                </a:lnTo>
                <a:lnTo>
                  <a:pt x="5470" y="662"/>
                </a:lnTo>
                <a:lnTo>
                  <a:pt x="5469" y="661"/>
                </a:lnTo>
                <a:lnTo>
                  <a:pt x="5469" y="662"/>
                </a:lnTo>
                <a:lnTo>
                  <a:pt x="5467" y="662"/>
                </a:lnTo>
                <a:lnTo>
                  <a:pt x="5467" y="661"/>
                </a:lnTo>
                <a:lnTo>
                  <a:pt x="5466" y="661"/>
                </a:lnTo>
                <a:lnTo>
                  <a:pt x="5466" y="662"/>
                </a:lnTo>
                <a:lnTo>
                  <a:pt x="5465" y="662"/>
                </a:lnTo>
                <a:lnTo>
                  <a:pt x="5464" y="663"/>
                </a:lnTo>
                <a:lnTo>
                  <a:pt x="5464" y="664"/>
                </a:lnTo>
                <a:lnTo>
                  <a:pt x="5463" y="664"/>
                </a:lnTo>
                <a:lnTo>
                  <a:pt x="5463" y="665"/>
                </a:lnTo>
                <a:lnTo>
                  <a:pt x="5463" y="666"/>
                </a:lnTo>
                <a:lnTo>
                  <a:pt x="5463" y="667"/>
                </a:lnTo>
                <a:lnTo>
                  <a:pt x="5463" y="668"/>
                </a:lnTo>
                <a:lnTo>
                  <a:pt x="5462" y="668"/>
                </a:lnTo>
                <a:lnTo>
                  <a:pt x="5462" y="669"/>
                </a:lnTo>
                <a:lnTo>
                  <a:pt x="5461" y="670"/>
                </a:lnTo>
                <a:lnTo>
                  <a:pt x="5462" y="670"/>
                </a:lnTo>
                <a:lnTo>
                  <a:pt x="5462" y="671"/>
                </a:lnTo>
                <a:lnTo>
                  <a:pt x="5461" y="671"/>
                </a:lnTo>
                <a:lnTo>
                  <a:pt x="5459" y="672"/>
                </a:lnTo>
                <a:lnTo>
                  <a:pt x="5459" y="673"/>
                </a:lnTo>
                <a:lnTo>
                  <a:pt x="5458" y="673"/>
                </a:lnTo>
                <a:lnTo>
                  <a:pt x="5458" y="674"/>
                </a:lnTo>
                <a:lnTo>
                  <a:pt x="5458" y="675"/>
                </a:lnTo>
                <a:lnTo>
                  <a:pt x="5459" y="676"/>
                </a:lnTo>
                <a:lnTo>
                  <a:pt x="5459" y="677"/>
                </a:lnTo>
                <a:lnTo>
                  <a:pt x="5459" y="678"/>
                </a:lnTo>
                <a:lnTo>
                  <a:pt x="5459" y="679"/>
                </a:lnTo>
                <a:lnTo>
                  <a:pt x="5458" y="679"/>
                </a:lnTo>
                <a:lnTo>
                  <a:pt x="5458" y="680"/>
                </a:lnTo>
                <a:lnTo>
                  <a:pt x="5457" y="681"/>
                </a:lnTo>
                <a:lnTo>
                  <a:pt x="5457" y="682"/>
                </a:lnTo>
                <a:lnTo>
                  <a:pt x="5456" y="683"/>
                </a:lnTo>
                <a:lnTo>
                  <a:pt x="5456" y="684"/>
                </a:lnTo>
                <a:lnTo>
                  <a:pt x="5456" y="685"/>
                </a:lnTo>
                <a:lnTo>
                  <a:pt x="5456" y="686"/>
                </a:lnTo>
                <a:lnTo>
                  <a:pt x="5456" y="687"/>
                </a:lnTo>
                <a:lnTo>
                  <a:pt x="5456" y="688"/>
                </a:lnTo>
                <a:lnTo>
                  <a:pt x="5455" y="688"/>
                </a:lnTo>
                <a:lnTo>
                  <a:pt x="5454" y="688"/>
                </a:lnTo>
                <a:lnTo>
                  <a:pt x="5454" y="689"/>
                </a:lnTo>
                <a:lnTo>
                  <a:pt x="5454" y="690"/>
                </a:lnTo>
                <a:lnTo>
                  <a:pt x="5454" y="691"/>
                </a:lnTo>
                <a:lnTo>
                  <a:pt x="5455" y="691"/>
                </a:lnTo>
                <a:lnTo>
                  <a:pt x="5455" y="692"/>
                </a:lnTo>
                <a:lnTo>
                  <a:pt x="5456" y="692"/>
                </a:lnTo>
                <a:lnTo>
                  <a:pt x="5456" y="693"/>
                </a:lnTo>
                <a:lnTo>
                  <a:pt x="5457" y="694"/>
                </a:lnTo>
                <a:lnTo>
                  <a:pt x="5457" y="695"/>
                </a:lnTo>
                <a:lnTo>
                  <a:pt x="5456" y="695"/>
                </a:lnTo>
                <a:lnTo>
                  <a:pt x="5456" y="696"/>
                </a:lnTo>
                <a:lnTo>
                  <a:pt x="5455" y="696"/>
                </a:lnTo>
                <a:lnTo>
                  <a:pt x="5455" y="697"/>
                </a:lnTo>
                <a:lnTo>
                  <a:pt x="5455" y="698"/>
                </a:lnTo>
                <a:lnTo>
                  <a:pt x="5454" y="698"/>
                </a:lnTo>
                <a:lnTo>
                  <a:pt x="5454" y="700"/>
                </a:lnTo>
                <a:lnTo>
                  <a:pt x="5455" y="700"/>
                </a:lnTo>
                <a:lnTo>
                  <a:pt x="5455" y="701"/>
                </a:lnTo>
                <a:lnTo>
                  <a:pt x="5455" y="702"/>
                </a:lnTo>
                <a:lnTo>
                  <a:pt x="5455" y="703"/>
                </a:lnTo>
                <a:lnTo>
                  <a:pt x="5455" y="704"/>
                </a:lnTo>
                <a:lnTo>
                  <a:pt x="5454" y="704"/>
                </a:lnTo>
                <a:lnTo>
                  <a:pt x="5454" y="705"/>
                </a:lnTo>
                <a:lnTo>
                  <a:pt x="5454" y="706"/>
                </a:lnTo>
                <a:lnTo>
                  <a:pt x="5454" y="707"/>
                </a:lnTo>
                <a:lnTo>
                  <a:pt x="5453" y="708"/>
                </a:lnTo>
                <a:lnTo>
                  <a:pt x="5453" y="709"/>
                </a:lnTo>
                <a:lnTo>
                  <a:pt x="5452" y="709"/>
                </a:lnTo>
                <a:lnTo>
                  <a:pt x="5451" y="710"/>
                </a:lnTo>
                <a:lnTo>
                  <a:pt x="5450" y="710"/>
                </a:lnTo>
                <a:lnTo>
                  <a:pt x="5450" y="711"/>
                </a:lnTo>
                <a:lnTo>
                  <a:pt x="5449" y="711"/>
                </a:lnTo>
                <a:lnTo>
                  <a:pt x="5448" y="711"/>
                </a:lnTo>
                <a:lnTo>
                  <a:pt x="5447" y="711"/>
                </a:lnTo>
                <a:lnTo>
                  <a:pt x="5447" y="712"/>
                </a:lnTo>
                <a:lnTo>
                  <a:pt x="5446" y="712"/>
                </a:lnTo>
                <a:lnTo>
                  <a:pt x="5445" y="713"/>
                </a:lnTo>
                <a:lnTo>
                  <a:pt x="5444" y="714"/>
                </a:lnTo>
                <a:lnTo>
                  <a:pt x="5444" y="715"/>
                </a:lnTo>
                <a:lnTo>
                  <a:pt x="5444" y="716"/>
                </a:lnTo>
                <a:lnTo>
                  <a:pt x="5443" y="716"/>
                </a:lnTo>
                <a:lnTo>
                  <a:pt x="5443" y="717"/>
                </a:lnTo>
                <a:lnTo>
                  <a:pt x="5443" y="718"/>
                </a:lnTo>
                <a:lnTo>
                  <a:pt x="5443" y="719"/>
                </a:lnTo>
                <a:lnTo>
                  <a:pt x="5442" y="720"/>
                </a:lnTo>
                <a:lnTo>
                  <a:pt x="5442" y="721"/>
                </a:lnTo>
                <a:lnTo>
                  <a:pt x="5441" y="721"/>
                </a:lnTo>
                <a:lnTo>
                  <a:pt x="5440" y="721"/>
                </a:lnTo>
                <a:lnTo>
                  <a:pt x="5440" y="722"/>
                </a:lnTo>
                <a:lnTo>
                  <a:pt x="5441" y="722"/>
                </a:lnTo>
                <a:lnTo>
                  <a:pt x="5440" y="723"/>
                </a:lnTo>
                <a:lnTo>
                  <a:pt x="5439" y="724"/>
                </a:lnTo>
                <a:lnTo>
                  <a:pt x="5439" y="725"/>
                </a:lnTo>
                <a:lnTo>
                  <a:pt x="5439" y="726"/>
                </a:lnTo>
                <a:lnTo>
                  <a:pt x="5439" y="727"/>
                </a:lnTo>
                <a:lnTo>
                  <a:pt x="5439" y="728"/>
                </a:lnTo>
                <a:lnTo>
                  <a:pt x="5440" y="728"/>
                </a:lnTo>
                <a:lnTo>
                  <a:pt x="5441" y="728"/>
                </a:lnTo>
                <a:lnTo>
                  <a:pt x="5442" y="728"/>
                </a:lnTo>
                <a:lnTo>
                  <a:pt x="5443" y="728"/>
                </a:lnTo>
                <a:lnTo>
                  <a:pt x="5444" y="729"/>
                </a:lnTo>
                <a:lnTo>
                  <a:pt x="5445" y="729"/>
                </a:lnTo>
                <a:lnTo>
                  <a:pt x="5445" y="730"/>
                </a:lnTo>
                <a:lnTo>
                  <a:pt x="5446" y="730"/>
                </a:lnTo>
                <a:lnTo>
                  <a:pt x="5446" y="731"/>
                </a:lnTo>
                <a:lnTo>
                  <a:pt x="5446" y="732"/>
                </a:lnTo>
                <a:lnTo>
                  <a:pt x="5447" y="732"/>
                </a:lnTo>
                <a:lnTo>
                  <a:pt x="5447" y="733"/>
                </a:lnTo>
                <a:lnTo>
                  <a:pt x="5448" y="733"/>
                </a:lnTo>
                <a:lnTo>
                  <a:pt x="5447" y="734"/>
                </a:lnTo>
                <a:lnTo>
                  <a:pt x="5447" y="735"/>
                </a:lnTo>
                <a:lnTo>
                  <a:pt x="5446" y="735"/>
                </a:lnTo>
                <a:lnTo>
                  <a:pt x="5446" y="736"/>
                </a:lnTo>
                <a:lnTo>
                  <a:pt x="5445" y="736"/>
                </a:lnTo>
                <a:lnTo>
                  <a:pt x="5444" y="736"/>
                </a:lnTo>
                <a:lnTo>
                  <a:pt x="5443" y="736"/>
                </a:lnTo>
                <a:lnTo>
                  <a:pt x="5442" y="736"/>
                </a:lnTo>
                <a:lnTo>
                  <a:pt x="5441" y="737"/>
                </a:lnTo>
                <a:lnTo>
                  <a:pt x="5441" y="738"/>
                </a:lnTo>
                <a:lnTo>
                  <a:pt x="5440" y="738"/>
                </a:lnTo>
                <a:lnTo>
                  <a:pt x="5440" y="739"/>
                </a:lnTo>
                <a:lnTo>
                  <a:pt x="5441" y="739"/>
                </a:lnTo>
                <a:lnTo>
                  <a:pt x="5441" y="740"/>
                </a:lnTo>
                <a:lnTo>
                  <a:pt x="5442" y="740"/>
                </a:lnTo>
                <a:lnTo>
                  <a:pt x="5443" y="740"/>
                </a:lnTo>
                <a:lnTo>
                  <a:pt x="5444" y="740"/>
                </a:lnTo>
                <a:lnTo>
                  <a:pt x="5445" y="740"/>
                </a:lnTo>
                <a:lnTo>
                  <a:pt x="5445" y="739"/>
                </a:lnTo>
                <a:lnTo>
                  <a:pt x="5445" y="740"/>
                </a:lnTo>
                <a:lnTo>
                  <a:pt x="5445" y="741"/>
                </a:lnTo>
                <a:lnTo>
                  <a:pt x="5445" y="742"/>
                </a:lnTo>
                <a:lnTo>
                  <a:pt x="5444" y="742"/>
                </a:lnTo>
                <a:lnTo>
                  <a:pt x="5444" y="744"/>
                </a:lnTo>
                <a:lnTo>
                  <a:pt x="5445" y="745"/>
                </a:lnTo>
                <a:lnTo>
                  <a:pt x="5445" y="746"/>
                </a:lnTo>
                <a:lnTo>
                  <a:pt x="5445" y="747"/>
                </a:lnTo>
                <a:lnTo>
                  <a:pt x="5444" y="747"/>
                </a:lnTo>
                <a:lnTo>
                  <a:pt x="5444" y="748"/>
                </a:lnTo>
                <a:lnTo>
                  <a:pt x="5443" y="748"/>
                </a:lnTo>
                <a:lnTo>
                  <a:pt x="5442" y="748"/>
                </a:lnTo>
                <a:lnTo>
                  <a:pt x="5441" y="748"/>
                </a:lnTo>
                <a:lnTo>
                  <a:pt x="5440" y="748"/>
                </a:lnTo>
                <a:lnTo>
                  <a:pt x="5440" y="749"/>
                </a:lnTo>
                <a:lnTo>
                  <a:pt x="5441" y="749"/>
                </a:lnTo>
                <a:lnTo>
                  <a:pt x="5441" y="750"/>
                </a:lnTo>
                <a:lnTo>
                  <a:pt x="5440" y="750"/>
                </a:lnTo>
                <a:lnTo>
                  <a:pt x="5440" y="751"/>
                </a:lnTo>
                <a:lnTo>
                  <a:pt x="5440" y="752"/>
                </a:lnTo>
                <a:lnTo>
                  <a:pt x="5439" y="752"/>
                </a:lnTo>
                <a:lnTo>
                  <a:pt x="5439" y="753"/>
                </a:lnTo>
                <a:lnTo>
                  <a:pt x="5438" y="753"/>
                </a:lnTo>
                <a:lnTo>
                  <a:pt x="5437" y="753"/>
                </a:lnTo>
                <a:lnTo>
                  <a:pt x="5437" y="752"/>
                </a:lnTo>
                <a:lnTo>
                  <a:pt x="5437" y="751"/>
                </a:lnTo>
                <a:lnTo>
                  <a:pt x="5436" y="751"/>
                </a:lnTo>
                <a:lnTo>
                  <a:pt x="5436" y="750"/>
                </a:lnTo>
                <a:lnTo>
                  <a:pt x="5435" y="750"/>
                </a:lnTo>
                <a:lnTo>
                  <a:pt x="5435" y="751"/>
                </a:lnTo>
                <a:lnTo>
                  <a:pt x="5434" y="751"/>
                </a:lnTo>
                <a:lnTo>
                  <a:pt x="5434" y="753"/>
                </a:lnTo>
                <a:lnTo>
                  <a:pt x="5434" y="754"/>
                </a:lnTo>
                <a:lnTo>
                  <a:pt x="5433" y="754"/>
                </a:lnTo>
                <a:lnTo>
                  <a:pt x="5433" y="755"/>
                </a:lnTo>
                <a:lnTo>
                  <a:pt x="5432" y="755"/>
                </a:lnTo>
                <a:lnTo>
                  <a:pt x="5431" y="756"/>
                </a:lnTo>
                <a:lnTo>
                  <a:pt x="5430" y="756"/>
                </a:lnTo>
                <a:lnTo>
                  <a:pt x="5429" y="756"/>
                </a:lnTo>
                <a:lnTo>
                  <a:pt x="5428" y="757"/>
                </a:lnTo>
                <a:lnTo>
                  <a:pt x="5427" y="757"/>
                </a:lnTo>
                <a:lnTo>
                  <a:pt x="5426" y="757"/>
                </a:lnTo>
                <a:lnTo>
                  <a:pt x="5425" y="757"/>
                </a:lnTo>
                <a:lnTo>
                  <a:pt x="5425" y="758"/>
                </a:lnTo>
                <a:lnTo>
                  <a:pt x="5424" y="758"/>
                </a:lnTo>
                <a:lnTo>
                  <a:pt x="5424" y="759"/>
                </a:lnTo>
                <a:lnTo>
                  <a:pt x="5424" y="760"/>
                </a:lnTo>
                <a:lnTo>
                  <a:pt x="5425" y="761"/>
                </a:lnTo>
                <a:lnTo>
                  <a:pt x="5425" y="762"/>
                </a:lnTo>
                <a:lnTo>
                  <a:pt x="5426" y="762"/>
                </a:lnTo>
                <a:lnTo>
                  <a:pt x="5426" y="763"/>
                </a:lnTo>
                <a:lnTo>
                  <a:pt x="5427" y="764"/>
                </a:lnTo>
                <a:lnTo>
                  <a:pt x="5428" y="764"/>
                </a:lnTo>
                <a:lnTo>
                  <a:pt x="5428" y="765"/>
                </a:lnTo>
                <a:lnTo>
                  <a:pt x="5429" y="765"/>
                </a:lnTo>
                <a:lnTo>
                  <a:pt x="5429" y="766"/>
                </a:lnTo>
                <a:lnTo>
                  <a:pt x="5429" y="767"/>
                </a:lnTo>
                <a:lnTo>
                  <a:pt x="5429" y="768"/>
                </a:lnTo>
                <a:lnTo>
                  <a:pt x="5428" y="769"/>
                </a:lnTo>
                <a:lnTo>
                  <a:pt x="5427" y="771"/>
                </a:lnTo>
                <a:lnTo>
                  <a:pt x="5426" y="772"/>
                </a:lnTo>
                <a:lnTo>
                  <a:pt x="5425" y="772"/>
                </a:lnTo>
                <a:lnTo>
                  <a:pt x="5425" y="773"/>
                </a:lnTo>
                <a:lnTo>
                  <a:pt x="5424" y="773"/>
                </a:lnTo>
                <a:lnTo>
                  <a:pt x="5424" y="774"/>
                </a:lnTo>
                <a:lnTo>
                  <a:pt x="5424" y="775"/>
                </a:lnTo>
                <a:lnTo>
                  <a:pt x="5423" y="775"/>
                </a:lnTo>
                <a:lnTo>
                  <a:pt x="5423" y="776"/>
                </a:lnTo>
                <a:lnTo>
                  <a:pt x="5423" y="777"/>
                </a:lnTo>
                <a:lnTo>
                  <a:pt x="5424" y="777"/>
                </a:lnTo>
                <a:lnTo>
                  <a:pt x="5423" y="777"/>
                </a:lnTo>
                <a:lnTo>
                  <a:pt x="5424" y="777"/>
                </a:lnTo>
                <a:lnTo>
                  <a:pt x="5424" y="778"/>
                </a:lnTo>
                <a:lnTo>
                  <a:pt x="5423" y="778"/>
                </a:lnTo>
                <a:lnTo>
                  <a:pt x="5423" y="779"/>
                </a:lnTo>
                <a:lnTo>
                  <a:pt x="5423" y="780"/>
                </a:lnTo>
                <a:lnTo>
                  <a:pt x="5422" y="780"/>
                </a:lnTo>
                <a:lnTo>
                  <a:pt x="5421" y="779"/>
                </a:lnTo>
                <a:lnTo>
                  <a:pt x="5420" y="779"/>
                </a:lnTo>
                <a:lnTo>
                  <a:pt x="5419" y="779"/>
                </a:lnTo>
                <a:lnTo>
                  <a:pt x="5418" y="779"/>
                </a:lnTo>
                <a:lnTo>
                  <a:pt x="5418" y="780"/>
                </a:lnTo>
                <a:lnTo>
                  <a:pt x="5417" y="780"/>
                </a:lnTo>
                <a:lnTo>
                  <a:pt x="5417" y="781"/>
                </a:lnTo>
                <a:lnTo>
                  <a:pt x="5417" y="782"/>
                </a:lnTo>
                <a:lnTo>
                  <a:pt x="5418" y="783"/>
                </a:lnTo>
                <a:lnTo>
                  <a:pt x="5418" y="784"/>
                </a:lnTo>
                <a:lnTo>
                  <a:pt x="5417" y="784"/>
                </a:lnTo>
                <a:lnTo>
                  <a:pt x="5416" y="785"/>
                </a:lnTo>
                <a:lnTo>
                  <a:pt x="5415" y="785"/>
                </a:lnTo>
                <a:lnTo>
                  <a:pt x="5416" y="785"/>
                </a:lnTo>
                <a:lnTo>
                  <a:pt x="5416" y="786"/>
                </a:lnTo>
                <a:lnTo>
                  <a:pt x="5416" y="787"/>
                </a:lnTo>
                <a:lnTo>
                  <a:pt x="5415" y="787"/>
                </a:lnTo>
                <a:lnTo>
                  <a:pt x="5414" y="787"/>
                </a:lnTo>
                <a:lnTo>
                  <a:pt x="5413" y="787"/>
                </a:lnTo>
                <a:lnTo>
                  <a:pt x="5413" y="786"/>
                </a:lnTo>
                <a:lnTo>
                  <a:pt x="5413" y="785"/>
                </a:lnTo>
                <a:lnTo>
                  <a:pt x="5412" y="785"/>
                </a:lnTo>
                <a:lnTo>
                  <a:pt x="5412" y="784"/>
                </a:lnTo>
                <a:lnTo>
                  <a:pt x="5411" y="784"/>
                </a:lnTo>
                <a:lnTo>
                  <a:pt x="5410" y="784"/>
                </a:lnTo>
                <a:lnTo>
                  <a:pt x="5409" y="784"/>
                </a:lnTo>
                <a:lnTo>
                  <a:pt x="5409" y="785"/>
                </a:lnTo>
                <a:lnTo>
                  <a:pt x="5408" y="785"/>
                </a:lnTo>
                <a:lnTo>
                  <a:pt x="5408" y="786"/>
                </a:lnTo>
                <a:lnTo>
                  <a:pt x="5408" y="787"/>
                </a:lnTo>
                <a:lnTo>
                  <a:pt x="5408" y="788"/>
                </a:lnTo>
                <a:lnTo>
                  <a:pt x="5408" y="787"/>
                </a:lnTo>
                <a:lnTo>
                  <a:pt x="5407" y="787"/>
                </a:lnTo>
                <a:lnTo>
                  <a:pt x="5406" y="787"/>
                </a:lnTo>
                <a:lnTo>
                  <a:pt x="5406" y="788"/>
                </a:lnTo>
                <a:lnTo>
                  <a:pt x="5406" y="789"/>
                </a:lnTo>
                <a:lnTo>
                  <a:pt x="5407" y="790"/>
                </a:lnTo>
                <a:lnTo>
                  <a:pt x="5407" y="791"/>
                </a:lnTo>
                <a:lnTo>
                  <a:pt x="5406" y="791"/>
                </a:lnTo>
                <a:lnTo>
                  <a:pt x="5406" y="790"/>
                </a:lnTo>
                <a:lnTo>
                  <a:pt x="5405" y="790"/>
                </a:lnTo>
                <a:lnTo>
                  <a:pt x="5404" y="790"/>
                </a:lnTo>
                <a:lnTo>
                  <a:pt x="5404" y="791"/>
                </a:lnTo>
                <a:lnTo>
                  <a:pt x="5404" y="792"/>
                </a:lnTo>
                <a:lnTo>
                  <a:pt x="5405" y="792"/>
                </a:lnTo>
                <a:lnTo>
                  <a:pt x="5404" y="792"/>
                </a:lnTo>
                <a:lnTo>
                  <a:pt x="5404" y="793"/>
                </a:lnTo>
                <a:lnTo>
                  <a:pt x="5404" y="794"/>
                </a:lnTo>
                <a:lnTo>
                  <a:pt x="5404" y="795"/>
                </a:lnTo>
                <a:lnTo>
                  <a:pt x="5405" y="795"/>
                </a:lnTo>
                <a:lnTo>
                  <a:pt x="5406" y="795"/>
                </a:lnTo>
                <a:lnTo>
                  <a:pt x="5407" y="795"/>
                </a:lnTo>
                <a:lnTo>
                  <a:pt x="5407" y="796"/>
                </a:lnTo>
                <a:lnTo>
                  <a:pt x="5408" y="796"/>
                </a:lnTo>
                <a:lnTo>
                  <a:pt x="5408" y="797"/>
                </a:lnTo>
                <a:lnTo>
                  <a:pt x="5407" y="797"/>
                </a:lnTo>
                <a:lnTo>
                  <a:pt x="5406" y="797"/>
                </a:lnTo>
                <a:lnTo>
                  <a:pt x="5406" y="796"/>
                </a:lnTo>
                <a:lnTo>
                  <a:pt x="5405" y="796"/>
                </a:lnTo>
                <a:lnTo>
                  <a:pt x="5404" y="796"/>
                </a:lnTo>
                <a:lnTo>
                  <a:pt x="5404" y="797"/>
                </a:lnTo>
                <a:lnTo>
                  <a:pt x="5405" y="797"/>
                </a:lnTo>
                <a:lnTo>
                  <a:pt x="5405" y="798"/>
                </a:lnTo>
                <a:lnTo>
                  <a:pt x="5404" y="798"/>
                </a:lnTo>
                <a:lnTo>
                  <a:pt x="5404" y="799"/>
                </a:lnTo>
                <a:lnTo>
                  <a:pt x="5405" y="799"/>
                </a:lnTo>
                <a:lnTo>
                  <a:pt x="5406" y="799"/>
                </a:lnTo>
                <a:lnTo>
                  <a:pt x="5406" y="800"/>
                </a:lnTo>
                <a:lnTo>
                  <a:pt x="5406" y="801"/>
                </a:lnTo>
                <a:lnTo>
                  <a:pt x="5405" y="801"/>
                </a:lnTo>
                <a:lnTo>
                  <a:pt x="5404" y="801"/>
                </a:lnTo>
                <a:lnTo>
                  <a:pt x="5403" y="801"/>
                </a:lnTo>
                <a:lnTo>
                  <a:pt x="5403" y="802"/>
                </a:lnTo>
                <a:lnTo>
                  <a:pt x="5402" y="802"/>
                </a:lnTo>
                <a:lnTo>
                  <a:pt x="5402" y="803"/>
                </a:lnTo>
                <a:lnTo>
                  <a:pt x="5402" y="804"/>
                </a:lnTo>
                <a:lnTo>
                  <a:pt x="5401" y="804"/>
                </a:lnTo>
                <a:lnTo>
                  <a:pt x="5401" y="805"/>
                </a:lnTo>
                <a:lnTo>
                  <a:pt x="5402" y="805"/>
                </a:lnTo>
                <a:lnTo>
                  <a:pt x="5402" y="804"/>
                </a:lnTo>
                <a:lnTo>
                  <a:pt x="5403" y="804"/>
                </a:lnTo>
                <a:lnTo>
                  <a:pt x="5403" y="805"/>
                </a:lnTo>
                <a:lnTo>
                  <a:pt x="5404" y="805"/>
                </a:lnTo>
                <a:lnTo>
                  <a:pt x="5405" y="805"/>
                </a:lnTo>
                <a:lnTo>
                  <a:pt x="5406" y="805"/>
                </a:lnTo>
                <a:lnTo>
                  <a:pt x="5406" y="806"/>
                </a:lnTo>
                <a:lnTo>
                  <a:pt x="5405" y="806"/>
                </a:lnTo>
                <a:lnTo>
                  <a:pt x="5405" y="807"/>
                </a:lnTo>
                <a:lnTo>
                  <a:pt x="5406" y="807"/>
                </a:lnTo>
                <a:lnTo>
                  <a:pt x="5406" y="808"/>
                </a:lnTo>
                <a:lnTo>
                  <a:pt x="5406" y="809"/>
                </a:lnTo>
                <a:lnTo>
                  <a:pt x="5405" y="809"/>
                </a:lnTo>
                <a:lnTo>
                  <a:pt x="5404" y="809"/>
                </a:lnTo>
                <a:lnTo>
                  <a:pt x="5403" y="809"/>
                </a:lnTo>
                <a:lnTo>
                  <a:pt x="5402" y="809"/>
                </a:lnTo>
                <a:lnTo>
                  <a:pt x="5402" y="810"/>
                </a:lnTo>
                <a:lnTo>
                  <a:pt x="5403" y="811"/>
                </a:lnTo>
                <a:lnTo>
                  <a:pt x="5404" y="811"/>
                </a:lnTo>
                <a:lnTo>
                  <a:pt x="5404" y="812"/>
                </a:lnTo>
                <a:lnTo>
                  <a:pt x="5405" y="812"/>
                </a:lnTo>
                <a:lnTo>
                  <a:pt x="5405" y="813"/>
                </a:lnTo>
                <a:lnTo>
                  <a:pt x="5404" y="813"/>
                </a:lnTo>
                <a:lnTo>
                  <a:pt x="5403" y="813"/>
                </a:lnTo>
                <a:lnTo>
                  <a:pt x="5403" y="812"/>
                </a:lnTo>
                <a:lnTo>
                  <a:pt x="5402" y="812"/>
                </a:lnTo>
                <a:lnTo>
                  <a:pt x="5401" y="812"/>
                </a:lnTo>
                <a:lnTo>
                  <a:pt x="5401" y="813"/>
                </a:lnTo>
                <a:lnTo>
                  <a:pt x="5400" y="813"/>
                </a:lnTo>
                <a:lnTo>
                  <a:pt x="5399" y="813"/>
                </a:lnTo>
                <a:lnTo>
                  <a:pt x="5400" y="813"/>
                </a:lnTo>
                <a:lnTo>
                  <a:pt x="5400" y="814"/>
                </a:lnTo>
                <a:lnTo>
                  <a:pt x="5399" y="814"/>
                </a:lnTo>
                <a:lnTo>
                  <a:pt x="5399" y="815"/>
                </a:lnTo>
                <a:lnTo>
                  <a:pt x="5399" y="816"/>
                </a:lnTo>
                <a:lnTo>
                  <a:pt x="5400" y="816"/>
                </a:lnTo>
                <a:lnTo>
                  <a:pt x="5400" y="817"/>
                </a:lnTo>
                <a:lnTo>
                  <a:pt x="5400" y="818"/>
                </a:lnTo>
                <a:lnTo>
                  <a:pt x="5399" y="818"/>
                </a:lnTo>
                <a:lnTo>
                  <a:pt x="5399" y="817"/>
                </a:lnTo>
                <a:lnTo>
                  <a:pt x="5398" y="817"/>
                </a:lnTo>
                <a:lnTo>
                  <a:pt x="5398" y="818"/>
                </a:lnTo>
                <a:lnTo>
                  <a:pt x="5398" y="817"/>
                </a:lnTo>
                <a:lnTo>
                  <a:pt x="5397" y="817"/>
                </a:lnTo>
                <a:lnTo>
                  <a:pt x="5396" y="818"/>
                </a:lnTo>
                <a:lnTo>
                  <a:pt x="5396" y="817"/>
                </a:lnTo>
                <a:lnTo>
                  <a:pt x="5395" y="817"/>
                </a:lnTo>
                <a:lnTo>
                  <a:pt x="5396" y="818"/>
                </a:lnTo>
                <a:lnTo>
                  <a:pt x="5395" y="818"/>
                </a:lnTo>
                <a:lnTo>
                  <a:pt x="5394" y="818"/>
                </a:lnTo>
                <a:lnTo>
                  <a:pt x="5393" y="818"/>
                </a:lnTo>
                <a:lnTo>
                  <a:pt x="5394" y="818"/>
                </a:lnTo>
                <a:lnTo>
                  <a:pt x="5393" y="818"/>
                </a:lnTo>
                <a:lnTo>
                  <a:pt x="5393" y="819"/>
                </a:lnTo>
                <a:lnTo>
                  <a:pt x="5393" y="820"/>
                </a:lnTo>
                <a:lnTo>
                  <a:pt x="5393" y="819"/>
                </a:lnTo>
                <a:lnTo>
                  <a:pt x="5392" y="819"/>
                </a:lnTo>
                <a:lnTo>
                  <a:pt x="5392" y="820"/>
                </a:lnTo>
                <a:lnTo>
                  <a:pt x="5391" y="820"/>
                </a:lnTo>
                <a:lnTo>
                  <a:pt x="5390" y="820"/>
                </a:lnTo>
                <a:lnTo>
                  <a:pt x="5391" y="820"/>
                </a:lnTo>
                <a:lnTo>
                  <a:pt x="5390" y="820"/>
                </a:lnTo>
                <a:lnTo>
                  <a:pt x="5389" y="820"/>
                </a:lnTo>
                <a:lnTo>
                  <a:pt x="5389" y="821"/>
                </a:lnTo>
                <a:lnTo>
                  <a:pt x="5389" y="820"/>
                </a:lnTo>
                <a:lnTo>
                  <a:pt x="5388" y="820"/>
                </a:lnTo>
                <a:lnTo>
                  <a:pt x="5388" y="821"/>
                </a:lnTo>
                <a:lnTo>
                  <a:pt x="5389" y="821"/>
                </a:lnTo>
                <a:lnTo>
                  <a:pt x="5388" y="821"/>
                </a:lnTo>
                <a:lnTo>
                  <a:pt x="5387" y="821"/>
                </a:lnTo>
                <a:lnTo>
                  <a:pt x="5387" y="822"/>
                </a:lnTo>
                <a:lnTo>
                  <a:pt x="5387" y="821"/>
                </a:lnTo>
                <a:lnTo>
                  <a:pt x="5386" y="821"/>
                </a:lnTo>
                <a:lnTo>
                  <a:pt x="5386" y="822"/>
                </a:lnTo>
                <a:lnTo>
                  <a:pt x="5385" y="822"/>
                </a:lnTo>
                <a:lnTo>
                  <a:pt x="5385" y="823"/>
                </a:lnTo>
                <a:lnTo>
                  <a:pt x="5384" y="823"/>
                </a:lnTo>
                <a:lnTo>
                  <a:pt x="5383" y="823"/>
                </a:lnTo>
                <a:lnTo>
                  <a:pt x="5383" y="824"/>
                </a:lnTo>
                <a:lnTo>
                  <a:pt x="5382" y="824"/>
                </a:lnTo>
                <a:lnTo>
                  <a:pt x="5382" y="823"/>
                </a:lnTo>
                <a:lnTo>
                  <a:pt x="5381" y="824"/>
                </a:lnTo>
                <a:lnTo>
                  <a:pt x="5381" y="823"/>
                </a:lnTo>
                <a:lnTo>
                  <a:pt x="5380" y="823"/>
                </a:lnTo>
                <a:lnTo>
                  <a:pt x="5380" y="824"/>
                </a:lnTo>
                <a:lnTo>
                  <a:pt x="5381" y="824"/>
                </a:lnTo>
                <a:lnTo>
                  <a:pt x="5381" y="825"/>
                </a:lnTo>
                <a:lnTo>
                  <a:pt x="5380" y="825"/>
                </a:lnTo>
                <a:lnTo>
                  <a:pt x="5379" y="825"/>
                </a:lnTo>
                <a:lnTo>
                  <a:pt x="5380" y="825"/>
                </a:lnTo>
                <a:lnTo>
                  <a:pt x="5380" y="826"/>
                </a:lnTo>
                <a:lnTo>
                  <a:pt x="5379" y="826"/>
                </a:lnTo>
                <a:lnTo>
                  <a:pt x="5379" y="827"/>
                </a:lnTo>
                <a:lnTo>
                  <a:pt x="5378" y="827"/>
                </a:lnTo>
                <a:lnTo>
                  <a:pt x="5378" y="828"/>
                </a:lnTo>
                <a:lnTo>
                  <a:pt x="5379" y="828"/>
                </a:lnTo>
                <a:lnTo>
                  <a:pt x="5378" y="828"/>
                </a:lnTo>
                <a:lnTo>
                  <a:pt x="5377" y="828"/>
                </a:lnTo>
                <a:lnTo>
                  <a:pt x="5377" y="829"/>
                </a:lnTo>
                <a:lnTo>
                  <a:pt x="5378" y="829"/>
                </a:lnTo>
                <a:lnTo>
                  <a:pt x="5378" y="828"/>
                </a:lnTo>
                <a:lnTo>
                  <a:pt x="5378" y="829"/>
                </a:lnTo>
                <a:lnTo>
                  <a:pt x="5377" y="829"/>
                </a:lnTo>
                <a:lnTo>
                  <a:pt x="5377" y="830"/>
                </a:lnTo>
                <a:lnTo>
                  <a:pt x="5376" y="830"/>
                </a:lnTo>
                <a:lnTo>
                  <a:pt x="5376" y="831"/>
                </a:lnTo>
                <a:lnTo>
                  <a:pt x="5377" y="831"/>
                </a:lnTo>
                <a:lnTo>
                  <a:pt x="5378" y="831"/>
                </a:lnTo>
                <a:lnTo>
                  <a:pt x="5377" y="831"/>
                </a:lnTo>
                <a:lnTo>
                  <a:pt x="5375" y="831"/>
                </a:lnTo>
                <a:lnTo>
                  <a:pt x="5375" y="832"/>
                </a:lnTo>
                <a:lnTo>
                  <a:pt x="5376" y="832"/>
                </a:lnTo>
                <a:lnTo>
                  <a:pt x="5375" y="832"/>
                </a:lnTo>
                <a:lnTo>
                  <a:pt x="5375" y="833"/>
                </a:lnTo>
                <a:lnTo>
                  <a:pt x="5375" y="834"/>
                </a:lnTo>
                <a:lnTo>
                  <a:pt x="5375" y="835"/>
                </a:lnTo>
                <a:lnTo>
                  <a:pt x="5374" y="835"/>
                </a:lnTo>
                <a:lnTo>
                  <a:pt x="5375" y="835"/>
                </a:lnTo>
                <a:lnTo>
                  <a:pt x="5375" y="836"/>
                </a:lnTo>
                <a:lnTo>
                  <a:pt x="5376" y="836"/>
                </a:lnTo>
                <a:lnTo>
                  <a:pt x="5375" y="836"/>
                </a:lnTo>
                <a:lnTo>
                  <a:pt x="5374" y="837"/>
                </a:lnTo>
                <a:lnTo>
                  <a:pt x="5375" y="837"/>
                </a:lnTo>
                <a:lnTo>
                  <a:pt x="5375" y="838"/>
                </a:lnTo>
                <a:lnTo>
                  <a:pt x="5375" y="839"/>
                </a:lnTo>
                <a:lnTo>
                  <a:pt x="5375" y="838"/>
                </a:lnTo>
                <a:lnTo>
                  <a:pt x="5374" y="838"/>
                </a:lnTo>
                <a:lnTo>
                  <a:pt x="5374" y="839"/>
                </a:lnTo>
                <a:lnTo>
                  <a:pt x="5373" y="839"/>
                </a:lnTo>
                <a:lnTo>
                  <a:pt x="5374" y="839"/>
                </a:lnTo>
                <a:lnTo>
                  <a:pt x="5374" y="840"/>
                </a:lnTo>
                <a:lnTo>
                  <a:pt x="5373" y="840"/>
                </a:lnTo>
                <a:lnTo>
                  <a:pt x="5373" y="841"/>
                </a:lnTo>
                <a:lnTo>
                  <a:pt x="5374" y="841"/>
                </a:lnTo>
                <a:lnTo>
                  <a:pt x="5374" y="842"/>
                </a:lnTo>
                <a:lnTo>
                  <a:pt x="5373" y="842"/>
                </a:lnTo>
                <a:lnTo>
                  <a:pt x="5373" y="843"/>
                </a:lnTo>
                <a:lnTo>
                  <a:pt x="5372" y="843"/>
                </a:lnTo>
                <a:lnTo>
                  <a:pt x="5372" y="844"/>
                </a:lnTo>
                <a:lnTo>
                  <a:pt x="5373" y="844"/>
                </a:lnTo>
                <a:lnTo>
                  <a:pt x="5373" y="845"/>
                </a:lnTo>
                <a:lnTo>
                  <a:pt x="5372" y="845"/>
                </a:lnTo>
                <a:lnTo>
                  <a:pt x="5371" y="845"/>
                </a:lnTo>
                <a:lnTo>
                  <a:pt x="5372" y="845"/>
                </a:lnTo>
                <a:lnTo>
                  <a:pt x="5372" y="846"/>
                </a:lnTo>
                <a:lnTo>
                  <a:pt x="5371" y="846"/>
                </a:lnTo>
                <a:lnTo>
                  <a:pt x="5372" y="846"/>
                </a:lnTo>
                <a:lnTo>
                  <a:pt x="5372" y="847"/>
                </a:lnTo>
                <a:lnTo>
                  <a:pt x="5371" y="847"/>
                </a:lnTo>
                <a:lnTo>
                  <a:pt x="5372" y="847"/>
                </a:lnTo>
                <a:lnTo>
                  <a:pt x="5372" y="848"/>
                </a:lnTo>
                <a:lnTo>
                  <a:pt x="5371" y="848"/>
                </a:lnTo>
                <a:lnTo>
                  <a:pt x="5371" y="849"/>
                </a:lnTo>
                <a:lnTo>
                  <a:pt x="5371" y="848"/>
                </a:lnTo>
                <a:lnTo>
                  <a:pt x="5372" y="848"/>
                </a:lnTo>
                <a:lnTo>
                  <a:pt x="5372" y="849"/>
                </a:lnTo>
                <a:lnTo>
                  <a:pt x="5371" y="849"/>
                </a:lnTo>
                <a:lnTo>
                  <a:pt x="5371" y="850"/>
                </a:lnTo>
                <a:lnTo>
                  <a:pt x="5370" y="850"/>
                </a:lnTo>
                <a:lnTo>
                  <a:pt x="5371" y="850"/>
                </a:lnTo>
                <a:lnTo>
                  <a:pt x="5371" y="851"/>
                </a:lnTo>
                <a:lnTo>
                  <a:pt x="5371" y="850"/>
                </a:lnTo>
                <a:lnTo>
                  <a:pt x="5372" y="850"/>
                </a:lnTo>
                <a:lnTo>
                  <a:pt x="5371" y="850"/>
                </a:lnTo>
                <a:lnTo>
                  <a:pt x="5371" y="851"/>
                </a:lnTo>
                <a:lnTo>
                  <a:pt x="5372" y="851"/>
                </a:lnTo>
                <a:lnTo>
                  <a:pt x="5370" y="851"/>
                </a:lnTo>
                <a:lnTo>
                  <a:pt x="5371" y="851"/>
                </a:lnTo>
                <a:lnTo>
                  <a:pt x="5372" y="851"/>
                </a:lnTo>
                <a:lnTo>
                  <a:pt x="5372" y="852"/>
                </a:lnTo>
                <a:lnTo>
                  <a:pt x="5371" y="852"/>
                </a:lnTo>
                <a:lnTo>
                  <a:pt x="5372" y="852"/>
                </a:lnTo>
                <a:lnTo>
                  <a:pt x="5372" y="853"/>
                </a:lnTo>
                <a:lnTo>
                  <a:pt x="5372" y="852"/>
                </a:lnTo>
                <a:lnTo>
                  <a:pt x="5372" y="853"/>
                </a:lnTo>
                <a:lnTo>
                  <a:pt x="5373" y="853"/>
                </a:lnTo>
                <a:lnTo>
                  <a:pt x="5372" y="853"/>
                </a:lnTo>
                <a:lnTo>
                  <a:pt x="5373" y="853"/>
                </a:lnTo>
                <a:lnTo>
                  <a:pt x="5373" y="854"/>
                </a:lnTo>
                <a:lnTo>
                  <a:pt x="5373" y="855"/>
                </a:lnTo>
                <a:lnTo>
                  <a:pt x="5374" y="855"/>
                </a:lnTo>
                <a:lnTo>
                  <a:pt x="5373" y="855"/>
                </a:lnTo>
                <a:lnTo>
                  <a:pt x="5374" y="855"/>
                </a:lnTo>
                <a:lnTo>
                  <a:pt x="5374" y="856"/>
                </a:lnTo>
                <a:lnTo>
                  <a:pt x="5373" y="856"/>
                </a:lnTo>
                <a:lnTo>
                  <a:pt x="5374" y="856"/>
                </a:lnTo>
                <a:lnTo>
                  <a:pt x="5374" y="857"/>
                </a:lnTo>
                <a:lnTo>
                  <a:pt x="5374" y="858"/>
                </a:lnTo>
                <a:lnTo>
                  <a:pt x="5374" y="859"/>
                </a:lnTo>
                <a:lnTo>
                  <a:pt x="5374" y="860"/>
                </a:lnTo>
                <a:lnTo>
                  <a:pt x="5375" y="860"/>
                </a:lnTo>
                <a:lnTo>
                  <a:pt x="5375" y="861"/>
                </a:lnTo>
                <a:lnTo>
                  <a:pt x="5374" y="861"/>
                </a:lnTo>
                <a:lnTo>
                  <a:pt x="5374" y="862"/>
                </a:lnTo>
                <a:lnTo>
                  <a:pt x="5373" y="862"/>
                </a:lnTo>
                <a:lnTo>
                  <a:pt x="5374" y="862"/>
                </a:lnTo>
                <a:lnTo>
                  <a:pt x="5374" y="861"/>
                </a:lnTo>
                <a:lnTo>
                  <a:pt x="5375" y="861"/>
                </a:lnTo>
                <a:lnTo>
                  <a:pt x="5375" y="862"/>
                </a:lnTo>
                <a:lnTo>
                  <a:pt x="5374" y="862"/>
                </a:lnTo>
                <a:lnTo>
                  <a:pt x="5375" y="862"/>
                </a:lnTo>
                <a:lnTo>
                  <a:pt x="5374" y="863"/>
                </a:lnTo>
                <a:lnTo>
                  <a:pt x="5375" y="863"/>
                </a:lnTo>
                <a:lnTo>
                  <a:pt x="5374" y="863"/>
                </a:lnTo>
                <a:lnTo>
                  <a:pt x="5373" y="863"/>
                </a:lnTo>
                <a:lnTo>
                  <a:pt x="5372" y="863"/>
                </a:lnTo>
                <a:lnTo>
                  <a:pt x="5373" y="863"/>
                </a:lnTo>
                <a:lnTo>
                  <a:pt x="5372" y="863"/>
                </a:lnTo>
                <a:lnTo>
                  <a:pt x="5372" y="864"/>
                </a:lnTo>
                <a:lnTo>
                  <a:pt x="5371" y="864"/>
                </a:lnTo>
                <a:lnTo>
                  <a:pt x="5372" y="864"/>
                </a:lnTo>
                <a:lnTo>
                  <a:pt x="5371" y="864"/>
                </a:lnTo>
                <a:lnTo>
                  <a:pt x="5371" y="865"/>
                </a:lnTo>
                <a:lnTo>
                  <a:pt x="5370" y="865"/>
                </a:lnTo>
                <a:lnTo>
                  <a:pt x="5370" y="866"/>
                </a:lnTo>
                <a:lnTo>
                  <a:pt x="5369" y="866"/>
                </a:lnTo>
                <a:lnTo>
                  <a:pt x="5368" y="866"/>
                </a:lnTo>
                <a:lnTo>
                  <a:pt x="5368" y="867"/>
                </a:lnTo>
                <a:lnTo>
                  <a:pt x="5367" y="867"/>
                </a:lnTo>
                <a:lnTo>
                  <a:pt x="5367" y="868"/>
                </a:lnTo>
                <a:lnTo>
                  <a:pt x="5366" y="868"/>
                </a:lnTo>
                <a:lnTo>
                  <a:pt x="5366" y="869"/>
                </a:lnTo>
                <a:lnTo>
                  <a:pt x="5366" y="870"/>
                </a:lnTo>
                <a:lnTo>
                  <a:pt x="5365" y="871"/>
                </a:lnTo>
                <a:lnTo>
                  <a:pt x="5365" y="870"/>
                </a:lnTo>
                <a:lnTo>
                  <a:pt x="5364" y="871"/>
                </a:lnTo>
                <a:lnTo>
                  <a:pt x="5363" y="871"/>
                </a:lnTo>
                <a:lnTo>
                  <a:pt x="5362" y="872"/>
                </a:lnTo>
                <a:lnTo>
                  <a:pt x="5361" y="872"/>
                </a:lnTo>
                <a:lnTo>
                  <a:pt x="5360" y="872"/>
                </a:lnTo>
                <a:lnTo>
                  <a:pt x="5360" y="873"/>
                </a:lnTo>
                <a:lnTo>
                  <a:pt x="5361" y="873"/>
                </a:lnTo>
                <a:lnTo>
                  <a:pt x="5360" y="874"/>
                </a:lnTo>
                <a:lnTo>
                  <a:pt x="5359" y="874"/>
                </a:lnTo>
                <a:lnTo>
                  <a:pt x="5359" y="873"/>
                </a:lnTo>
                <a:lnTo>
                  <a:pt x="5358" y="873"/>
                </a:lnTo>
                <a:lnTo>
                  <a:pt x="5358" y="874"/>
                </a:lnTo>
                <a:lnTo>
                  <a:pt x="5357" y="874"/>
                </a:lnTo>
                <a:lnTo>
                  <a:pt x="5357" y="873"/>
                </a:lnTo>
                <a:lnTo>
                  <a:pt x="5356" y="873"/>
                </a:lnTo>
                <a:lnTo>
                  <a:pt x="5355" y="873"/>
                </a:lnTo>
                <a:lnTo>
                  <a:pt x="5355" y="872"/>
                </a:lnTo>
                <a:lnTo>
                  <a:pt x="5354" y="873"/>
                </a:lnTo>
                <a:lnTo>
                  <a:pt x="5354" y="872"/>
                </a:lnTo>
                <a:lnTo>
                  <a:pt x="5353" y="872"/>
                </a:lnTo>
                <a:lnTo>
                  <a:pt x="5352" y="872"/>
                </a:lnTo>
                <a:lnTo>
                  <a:pt x="5352" y="871"/>
                </a:lnTo>
                <a:lnTo>
                  <a:pt x="5351" y="871"/>
                </a:lnTo>
                <a:lnTo>
                  <a:pt x="5352" y="871"/>
                </a:lnTo>
                <a:lnTo>
                  <a:pt x="5351" y="871"/>
                </a:lnTo>
                <a:lnTo>
                  <a:pt x="5351" y="870"/>
                </a:lnTo>
                <a:lnTo>
                  <a:pt x="5350" y="870"/>
                </a:lnTo>
                <a:lnTo>
                  <a:pt x="5349" y="870"/>
                </a:lnTo>
                <a:lnTo>
                  <a:pt x="5273" y="850"/>
                </a:lnTo>
                <a:lnTo>
                  <a:pt x="5272" y="850"/>
                </a:lnTo>
                <a:lnTo>
                  <a:pt x="5272" y="849"/>
                </a:lnTo>
                <a:lnTo>
                  <a:pt x="5271" y="848"/>
                </a:lnTo>
                <a:lnTo>
                  <a:pt x="5270" y="848"/>
                </a:lnTo>
                <a:lnTo>
                  <a:pt x="5269" y="848"/>
                </a:lnTo>
                <a:lnTo>
                  <a:pt x="5268" y="847"/>
                </a:lnTo>
                <a:lnTo>
                  <a:pt x="5267" y="847"/>
                </a:lnTo>
                <a:lnTo>
                  <a:pt x="5266" y="847"/>
                </a:lnTo>
                <a:lnTo>
                  <a:pt x="5266" y="846"/>
                </a:lnTo>
                <a:lnTo>
                  <a:pt x="5265" y="844"/>
                </a:lnTo>
                <a:lnTo>
                  <a:pt x="5265" y="843"/>
                </a:lnTo>
                <a:lnTo>
                  <a:pt x="5265" y="842"/>
                </a:lnTo>
                <a:lnTo>
                  <a:pt x="5265" y="841"/>
                </a:lnTo>
                <a:lnTo>
                  <a:pt x="5262" y="841"/>
                </a:lnTo>
                <a:lnTo>
                  <a:pt x="5261" y="841"/>
                </a:lnTo>
                <a:lnTo>
                  <a:pt x="5260" y="841"/>
                </a:lnTo>
                <a:lnTo>
                  <a:pt x="5260" y="842"/>
                </a:lnTo>
                <a:lnTo>
                  <a:pt x="5260" y="843"/>
                </a:lnTo>
                <a:lnTo>
                  <a:pt x="5258" y="843"/>
                </a:lnTo>
                <a:lnTo>
                  <a:pt x="5257" y="844"/>
                </a:lnTo>
                <a:lnTo>
                  <a:pt x="5257" y="845"/>
                </a:lnTo>
                <a:lnTo>
                  <a:pt x="5257" y="846"/>
                </a:lnTo>
                <a:lnTo>
                  <a:pt x="5256" y="846"/>
                </a:lnTo>
                <a:lnTo>
                  <a:pt x="5255" y="848"/>
                </a:lnTo>
                <a:lnTo>
                  <a:pt x="5254" y="848"/>
                </a:lnTo>
                <a:lnTo>
                  <a:pt x="5254" y="849"/>
                </a:lnTo>
                <a:lnTo>
                  <a:pt x="5253" y="850"/>
                </a:lnTo>
                <a:lnTo>
                  <a:pt x="5253" y="851"/>
                </a:lnTo>
                <a:lnTo>
                  <a:pt x="5253" y="852"/>
                </a:lnTo>
                <a:lnTo>
                  <a:pt x="5253" y="853"/>
                </a:lnTo>
                <a:lnTo>
                  <a:pt x="5253" y="854"/>
                </a:lnTo>
                <a:lnTo>
                  <a:pt x="5251" y="854"/>
                </a:lnTo>
                <a:lnTo>
                  <a:pt x="5250" y="854"/>
                </a:lnTo>
                <a:lnTo>
                  <a:pt x="5249" y="853"/>
                </a:lnTo>
                <a:lnTo>
                  <a:pt x="5248" y="853"/>
                </a:lnTo>
                <a:lnTo>
                  <a:pt x="5247" y="853"/>
                </a:lnTo>
                <a:lnTo>
                  <a:pt x="5246" y="853"/>
                </a:lnTo>
                <a:lnTo>
                  <a:pt x="5245" y="854"/>
                </a:lnTo>
                <a:lnTo>
                  <a:pt x="5244" y="854"/>
                </a:lnTo>
                <a:lnTo>
                  <a:pt x="5243" y="854"/>
                </a:lnTo>
                <a:lnTo>
                  <a:pt x="5242" y="856"/>
                </a:lnTo>
                <a:lnTo>
                  <a:pt x="5241" y="858"/>
                </a:lnTo>
                <a:lnTo>
                  <a:pt x="5240" y="859"/>
                </a:lnTo>
                <a:lnTo>
                  <a:pt x="5240" y="860"/>
                </a:lnTo>
                <a:lnTo>
                  <a:pt x="5241" y="860"/>
                </a:lnTo>
                <a:lnTo>
                  <a:pt x="5242" y="860"/>
                </a:lnTo>
                <a:lnTo>
                  <a:pt x="5244" y="861"/>
                </a:lnTo>
                <a:lnTo>
                  <a:pt x="5244" y="862"/>
                </a:lnTo>
                <a:lnTo>
                  <a:pt x="5244" y="863"/>
                </a:lnTo>
                <a:lnTo>
                  <a:pt x="5244" y="864"/>
                </a:lnTo>
                <a:lnTo>
                  <a:pt x="5243" y="864"/>
                </a:lnTo>
                <a:lnTo>
                  <a:pt x="5243" y="865"/>
                </a:lnTo>
                <a:lnTo>
                  <a:pt x="5242" y="865"/>
                </a:lnTo>
                <a:lnTo>
                  <a:pt x="5239" y="867"/>
                </a:lnTo>
                <a:lnTo>
                  <a:pt x="5238" y="868"/>
                </a:lnTo>
                <a:lnTo>
                  <a:pt x="5237" y="869"/>
                </a:lnTo>
                <a:lnTo>
                  <a:pt x="5236" y="870"/>
                </a:lnTo>
                <a:lnTo>
                  <a:pt x="5234" y="871"/>
                </a:lnTo>
                <a:lnTo>
                  <a:pt x="5233" y="871"/>
                </a:lnTo>
                <a:lnTo>
                  <a:pt x="5233" y="872"/>
                </a:lnTo>
                <a:lnTo>
                  <a:pt x="5232" y="873"/>
                </a:lnTo>
                <a:lnTo>
                  <a:pt x="5231" y="874"/>
                </a:lnTo>
                <a:lnTo>
                  <a:pt x="5230" y="874"/>
                </a:lnTo>
                <a:lnTo>
                  <a:pt x="5229" y="874"/>
                </a:lnTo>
                <a:lnTo>
                  <a:pt x="5228" y="875"/>
                </a:lnTo>
                <a:lnTo>
                  <a:pt x="5227" y="875"/>
                </a:lnTo>
                <a:lnTo>
                  <a:pt x="5227" y="876"/>
                </a:lnTo>
                <a:lnTo>
                  <a:pt x="5226" y="876"/>
                </a:lnTo>
                <a:lnTo>
                  <a:pt x="5225" y="876"/>
                </a:lnTo>
                <a:lnTo>
                  <a:pt x="5225" y="877"/>
                </a:lnTo>
                <a:lnTo>
                  <a:pt x="5226" y="878"/>
                </a:lnTo>
                <a:lnTo>
                  <a:pt x="5227" y="878"/>
                </a:lnTo>
                <a:lnTo>
                  <a:pt x="5227" y="879"/>
                </a:lnTo>
                <a:lnTo>
                  <a:pt x="5226" y="879"/>
                </a:lnTo>
                <a:lnTo>
                  <a:pt x="5226" y="880"/>
                </a:lnTo>
                <a:lnTo>
                  <a:pt x="5224" y="880"/>
                </a:lnTo>
                <a:lnTo>
                  <a:pt x="5223" y="880"/>
                </a:lnTo>
                <a:lnTo>
                  <a:pt x="5222" y="879"/>
                </a:lnTo>
                <a:lnTo>
                  <a:pt x="5221" y="879"/>
                </a:lnTo>
                <a:lnTo>
                  <a:pt x="5220" y="879"/>
                </a:lnTo>
                <a:lnTo>
                  <a:pt x="5219" y="878"/>
                </a:lnTo>
                <a:lnTo>
                  <a:pt x="5218" y="878"/>
                </a:lnTo>
                <a:lnTo>
                  <a:pt x="5217" y="878"/>
                </a:lnTo>
                <a:lnTo>
                  <a:pt x="5216" y="878"/>
                </a:lnTo>
                <a:lnTo>
                  <a:pt x="5215" y="878"/>
                </a:lnTo>
                <a:lnTo>
                  <a:pt x="5214" y="877"/>
                </a:lnTo>
                <a:lnTo>
                  <a:pt x="5213" y="878"/>
                </a:lnTo>
                <a:lnTo>
                  <a:pt x="5212" y="879"/>
                </a:lnTo>
                <a:lnTo>
                  <a:pt x="5211" y="879"/>
                </a:lnTo>
                <a:lnTo>
                  <a:pt x="5210" y="880"/>
                </a:lnTo>
                <a:lnTo>
                  <a:pt x="5209" y="880"/>
                </a:lnTo>
                <a:lnTo>
                  <a:pt x="5209" y="881"/>
                </a:lnTo>
                <a:lnTo>
                  <a:pt x="5209" y="882"/>
                </a:lnTo>
                <a:lnTo>
                  <a:pt x="5208" y="882"/>
                </a:lnTo>
                <a:lnTo>
                  <a:pt x="5208" y="883"/>
                </a:lnTo>
                <a:lnTo>
                  <a:pt x="5207" y="884"/>
                </a:lnTo>
                <a:lnTo>
                  <a:pt x="5206" y="884"/>
                </a:lnTo>
                <a:lnTo>
                  <a:pt x="5205" y="883"/>
                </a:lnTo>
                <a:lnTo>
                  <a:pt x="5204" y="883"/>
                </a:lnTo>
                <a:lnTo>
                  <a:pt x="5203" y="884"/>
                </a:lnTo>
                <a:lnTo>
                  <a:pt x="5202" y="884"/>
                </a:lnTo>
                <a:lnTo>
                  <a:pt x="5201" y="884"/>
                </a:lnTo>
                <a:lnTo>
                  <a:pt x="5201" y="885"/>
                </a:lnTo>
                <a:lnTo>
                  <a:pt x="5200" y="884"/>
                </a:lnTo>
                <a:lnTo>
                  <a:pt x="5199" y="883"/>
                </a:lnTo>
                <a:lnTo>
                  <a:pt x="5198" y="883"/>
                </a:lnTo>
                <a:lnTo>
                  <a:pt x="5197" y="883"/>
                </a:lnTo>
                <a:lnTo>
                  <a:pt x="5196" y="883"/>
                </a:lnTo>
                <a:lnTo>
                  <a:pt x="5196" y="882"/>
                </a:lnTo>
                <a:lnTo>
                  <a:pt x="5195" y="882"/>
                </a:lnTo>
                <a:lnTo>
                  <a:pt x="5194" y="882"/>
                </a:lnTo>
                <a:lnTo>
                  <a:pt x="5193" y="883"/>
                </a:lnTo>
                <a:lnTo>
                  <a:pt x="5191" y="883"/>
                </a:lnTo>
                <a:lnTo>
                  <a:pt x="5190" y="883"/>
                </a:lnTo>
                <a:lnTo>
                  <a:pt x="5189" y="884"/>
                </a:lnTo>
                <a:lnTo>
                  <a:pt x="5189" y="885"/>
                </a:lnTo>
                <a:lnTo>
                  <a:pt x="5190" y="886"/>
                </a:lnTo>
                <a:lnTo>
                  <a:pt x="5191" y="887"/>
                </a:lnTo>
                <a:lnTo>
                  <a:pt x="5190" y="887"/>
                </a:lnTo>
                <a:lnTo>
                  <a:pt x="5189" y="887"/>
                </a:lnTo>
                <a:lnTo>
                  <a:pt x="5187" y="888"/>
                </a:lnTo>
                <a:lnTo>
                  <a:pt x="5186" y="889"/>
                </a:lnTo>
                <a:lnTo>
                  <a:pt x="5185" y="889"/>
                </a:lnTo>
                <a:lnTo>
                  <a:pt x="5184" y="889"/>
                </a:lnTo>
                <a:lnTo>
                  <a:pt x="5183" y="890"/>
                </a:lnTo>
                <a:lnTo>
                  <a:pt x="5181" y="890"/>
                </a:lnTo>
                <a:lnTo>
                  <a:pt x="5180" y="890"/>
                </a:lnTo>
                <a:lnTo>
                  <a:pt x="5179" y="891"/>
                </a:lnTo>
                <a:lnTo>
                  <a:pt x="5178" y="892"/>
                </a:lnTo>
                <a:lnTo>
                  <a:pt x="5178" y="893"/>
                </a:lnTo>
                <a:lnTo>
                  <a:pt x="5178" y="894"/>
                </a:lnTo>
                <a:lnTo>
                  <a:pt x="5179" y="895"/>
                </a:lnTo>
                <a:lnTo>
                  <a:pt x="5180" y="895"/>
                </a:lnTo>
                <a:lnTo>
                  <a:pt x="5180" y="894"/>
                </a:lnTo>
                <a:lnTo>
                  <a:pt x="5181" y="894"/>
                </a:lnTo>
                <a:lnTo>
                  <a:pt x="5182" y="895"/>
                </a:lnTo>
                <a:lnTo>
                  <a:pt x="5183" y="896"/>
                </a:lnTo>
                <a:lnTo>
                  <a:pt x="5183" y="897"/>
                </a:lnTo>
                <a:lnTo>
                  <a:pt x="5183" y="898"/>
                </a:lnTo>
                <a:lnTo>
                  <a:pt x="5183" y="899"/>
                </a:lnTo>
                <a:lnTo>
                  <a:pt x="5184" y="899"/>
                </a:lnTo>
                <a:lnTo>
                  <a:pt x="5185" y="899"/>
                </a:lnTo>
                <a:lnTo>
                  <a:pt x="5187" y="898"/>
                </a:lnTo>
                <a:lnTo>
                  <a:pt x="5188" y="900"/>
                </a:lnTo>
                <a:lnTo>
                  <a:pt x="5188" y="901"/>
                </a:lnTo>
                <a:lnTo>
                  <a:pt x="5190" y="902"/>
                </a:lnTo>
                <a:lnTo>
                  <a:pt x="5190" y="903"/>
                </a:lnTo>
                <a:lnTo>
                  <a:pt x="5190" y="905"/>
                </a:lnTo>
                <a:lnTo>
                  <a:pt x="5190" y="906"/>
                </a:lnTo>
                <a:lnTo>
                  <a:pt x="5191" y="906"/>
                </a:lnTo>
                <a:lnTo>
                  <a:pt x="5195" y="919"/>
                </a:lnTo>
                <a:lnTo>
                  <a:pt x="5196" y="924"/>
                </a:lnTo>
                <a:lnTo>
                  <a:pt x="5202" y="948"/>
                </a:lnTo>
                <a:lnTo>
                  <a:pt x="5209" y="973"/>
                </a:lnTo>
                <a:lnTo>
                  <a:pt x="5208" y="974"/>
                </a:lnTo>
                <a:lnTo>
                  <a:pt x="5208" y="975"/>
                </a:lnTo>
                <a:lnTo>
                  <a:pt x="5207" y="975"/>
                </a:lnTo>
                <a:lnTo>
                  <a:pt x="5206" y="975"/>
                </a:lnTo>
                <a:lnTo>
                  <a:pt x="5205" y="978"/>
                </a:lnTo>
                <a:lnTo>
                  <a:pt x="5205" y="979"/>
                </a:lnTo>
                <a:lnTo>
                  <a:pt x="5205" y="980"/>
                </a:lnTo>
                <a:lnTo>
                  <a:pt x="5204" y="980"/>
                </a:lnTo>
                <a:lnTo>
                  <a:pt x="5204" y="979"/>
                </a:lnTo>
                <a:lnTo>
                  <a:pt x="5204" y="980"/>
                </a:lnTo>
                <a:lnTo>
                  <a:pt x="5204" y="981"/>
                </a:lnTo>
                <a:lnTo>
                  <a:pt x="5204" y="982"/>
                </a:lnTo>
                <a:lnTo>
                  <a:pt x="5204" y="983"/>
                </a:lnTo>
                <a:lnTo>
                  <a:pt x="5205" y="983"/>
                </a:lnTo>
                <a:lnTo>
                  <a:pt x="5206" y="984"/>
                </a:lnTo>
                <a:lnTo>
                  <a:pt x="5206" y="985"/>
                </a:lnTo>
                <a:lnTo>
                  <a:pt x="5206" y="986"/>
                </a:lnTo>
                <a:lnTo>
                  <a:pt x="5205" y="988"/>
                </a:lnTo>
                <a:lnTo>
                  <a:pt x="5205" y="989"/>
                </a:lnTo>
                <a:lnTo>
                  <a:pt x="5204" y="990"/>
                </a:lnTo>
                <a:lnTo>
                  <a:pt x="5203" y="990"/>
                </a:lnTo>
                <a:lnTo>
                  <a:pt x="5203" y="991"/>
                </a:lnTo>
                <a:lnTo>
                  <a:pt x="5203" y="992"/>
                </a:lnTo>
                <a:lnTo>
                  <a:pt x="5203" y="993"/>
                </a:lnTo>
                <a:lnTo>
                  <a:pt x="5203" y="994"/>
                </a:lnTo>
                <a:lnTo>
                  <a:pt x="5202" y="994"/>
                </a:lnTo>
                <a:lnTo>
                  <a:pt x="5202" y="995"/>
                </a:lnTo>
                <a:lnTo>
                  <a:pt x="5201" y="995"/>
                </a:lnTo>
                <a:lnTo>
                  <a:pt x="5201" y="996"/>
                </a:lnTo>
                <a:lnTo>
                  <a:pt x="5202" y="997"/>
                </a:lnTo>
                <a:lnTo>
                  <a:pt x="5202" y="998"/>
                </a:lnTo>
                <a:lnTo>
                  <a:pt x="5202" y="999"/>
                </a:lnTo>
                <a:lnTo>
                  <a:pt x="5201" y="999"/>
                </a:lnTo>
                <a:lnTo>
                  <a:pt x="5202" y="999"/>
                </a:lnTo>
                <a:lnTo>
                  <a:pt x="5202" y="1000"/>
                </a:lnTo>
                <a:lnTo>
                  <a:pt x="5201" y="1000"/>
                </a:lnTo>
                <a:lnTo>
                  <a:pt x="5201" y="1001"/>
                </a:lnTo>
                <a:lnTo>
                  <a:pt x="5201" y="1002"/>
                </a:lnTo>
                <a:lnTo>
                  <a:pt x="5202" y="1002"/>
                </a:lnTo>
                <a:lnTo>
                  <a:pt x="5202" y="1003"/>
                </a:lnTo>
                <a:lnTo>
                  <a:pt x="5202" y="1004"/>
                </a:lnTo>
                <a:lnTo>
                  <a:pt x="5203" y="1005"/>
                </a:lnTo>
                <a:lnTo>
                  <a:pt x="5202" y="1006"/>
                </a:lnTo>
                <a:lnTo>
                  <a:pt x="5201" y="1006"/>
                </a:lnTo>
                <a:lnTo>
                  <a:pt x="5201" y="1007"/>
                </a:lnTo>
                <a:lnTo>
                  <a:pt x="5202" y="1007"/>
                </a:lnTo>
                <a:lnTo>
                  <a:pt x="5202" y="1008"/>
                </a:lnTo>
                <a:lnTo>
                  <a:pt x="5202" y="1009"/>
                </a:lnTo>
                <a:lnTo>
                  <a:pt x="5201" y="1009"/>
                </a:lnTo>
                <a:lnTo>
                  <a:pt x="5201" y="1010"/>
                </a:lnTo>
                <a:lnTo>
                  <a:pt x="5202" y="1011"/>
                </a:lnTo>
                <a:lnTo>
                  <a:pt x="5203" y="1011"/>
                </a:lnTo>
                <a:lnTo>
                  <a:pt x="5203" y="1012"/>
                </a:lnTo>
                <a:lnTo>
                  <a:pt x="5203" y="1013"/>
                </a:lnTo>
                <a:lnTo>
                  <a:pt x="5203" y="1014"/>
                </a:lnTo>
                <a:lnTo>
                  <a:pt x="5203" y="1015"/>
                </a:lnTo>
                <a:lnTo>
                  <a:pt x="5203" y="1016"/>
                </a:lnTo>
                <a:lnTo>
                  <a:pt x="5202" y="1016"/>
                </a:lnTo>
                <a:lnTo>
                  <a:pt x="5202" y="1017"/>
                </a:lnTo>
                <a:lnTo>
                  <a:pt x="5202" y="1018"/>
                </a:lnTo>
                <a:lnTo>
                  <a:pt x="5201" y="1018"/>
                </a:lnTo>
                <a:lnTo>
                  <a:pt x="5202" y="1018"/>
                </a:lnTo>
                <a:lnTo>
                  <a:pt x="5202" y="1019"/>
                </a:lnTo>
                <a:lnTo>
                  <a:pt x="5203" y="1019"/>
                </a:lnTo>
                <a:lnTo>
                  <a:pt x="5204" y="1019"/>
                </a:lnTo>
                <a:lnTo>
                  <a:pt x="5203" y="1019"/>
                </a:lnTo>
                <a:lnTo>
                  <a:pt x="5203" y="1020"/>
                </a:lnTo>
                <a:lnTo>
                  <a:pt x="5203" y="1021"/>
                </a:lnTo>
                <a:lnTo>
                  <a:pt x="5202" y="1021"/>
                </a:lnTo>
                <a:lnTo>
                  <a:pt x="5202" y="1020"/>
                </a:lnTo>
                <a:lnTo>
                  <a:pt x="5201" y="1020"/>
                </a:lnTo>
                <a:lnTo>
                  <a:pt x="5200" y="1021"/>
                </a:lnTo>
                <a:lnTo>
                  <a:pt x="5200" y="1022"/>
                </a:lnTo>
                <a:lnTo>
                  <a:pt x="5201" y="1022"/>
                </a:lnTo>
                <a:lnTo>
                  <a:pt x="5201" y="1023"/>
                </a:lnTo>
                <a:lnTo>
                  <a:pt x="5200" y="1023"/>
                </a:lnTo>
                <a:lnTo>
                  <a:pt x="5199" y="1023"/>
                </a:lnTo>
                <a:lnTo>
                  <a:pt x="5199" y="1024"/>
                </a:lnTo>
                <a:lnTo>
                  <a:pt x="5200" y="1024"/>
                </a:lnTo>
                <a:lnTo>
                  <a:pt x="5200" y="1025"/>
                </a:lnTo>
                <a:lnTo>
                  <a:pt x="5200" y="1026"/>
                </a:lnTo>
                <a:lnTo>
                  <a:pt x="5201" y="1026"/>
                </a:lnTo>
                <a:lnTo>
                  <a:pt x="5201" y="1027"/>
                </a:lnTo>
                <a:lnTo>
                  <a:pt x="5202" y="1027"/>
                </a:lnTo>
                <a:lnTo>
                  <a:pt x="5202" y="1028"/>
                </a:lnTo>
                <a:lnTo>
                  <a:pt x="5203" y="1028"/>
                </a:lnTo>
                <a:lnTo>
                  <a:pt x="5204" y="1028"/>
                </a:lnTo>
                <a:lnTo>
                  <a:pt x="5204" y="1029"/>
                </a:lnTo>
                <a:lnTo>
                  <a:pt x="5205" y="1029"/>
                </a:lnTo>
                <a:lnTo>
                  <a:pt x="5206" y="1030"/>
                </a:lnTo>
                <a:lnTo>
                  <a:pt x="5207" y="1030"/>
                </a:lnTo>
                <a:lnTo>
                  <a:pt x="5208" y="1030"/>
                </a:lnTo>
                <a:lnTo>
                  <a:pt x="5208" y="1029"/>
                </a:lnTo>
                <a:lnTo>
                  <a:pt x="5209" y="1029"/>
                </a:lnTo>
                <a:lnTo>
                  <a:pt x="5210" y="1030"/>
                </a:lnTo>
                <a:lnTo>
                  <a:pt x="5210" y="1031"/>
                </a:lnTo>
                <a:lnTo>
                  <a:pt x="5210" y="1032"/>
                </a:lnTo>
                <a:lnTo>
                  <a:pt x="5210" y="1033"/>
                </a:lnTo>
                <a:lnTo>
                  <a:pt x="5209" y="1035"/>
                </a:lnTo>
                <a:lnTo>
                  <a:pt x="5209" y="1036"/>
                </a:lnTo>
                <a:lnTo>
                  <a:pt x="5209" y="1037"/>
                </a:lnTo>
                <a:lnTo>
                  <a:pt x="5210" y="1039"/>
                </a:lnTo>
                <a:lnTo>
                  <a:pt x="5210" y="1040"/>
                </a:lnTo>
                <a:lnTo>
                  <a:pt x="5210" y="1041"/>
                </a:lnTo>
                <a:lnTo>
                  <a:pt x="5209" y="1041"/>
                </a:lnTo>
                <a:lnTo>
                  <a:pt x="5208" y="1041"/>
                </a:lnTo>
                <a:lnTo>
                  <a:pt x="5207" y="1042"/>
                </a:lnTo>
                <a:lnTo>
                  <a:pt x="5206" y="1043"/>
                </a:lnTo>
                <a:lnTo>
                  <a:pt x="5206" y="1045"/>
                </a:lnTo>
                <a:lnTo>
                  <a:pt x="5206" y="1046"/>
                </a:lnTo>
                <a:lnTo>
                  <a:pt x="5206" y="1047"/>
                </a:lnTo>
                <a:lnTo>
                  <a:pt x="5206" y="1048"/>
                </a:lnTo>
                <a:lnTo>
                  <a:pt x="5206" y="1050"/>
                </a:lnTo>
                <a:lnTo>
                  <a:pt x="5205" y="1051"/>
                </a:lnTo>
                <a:lnTo>
                  <a:pt x="5205" y="1052"/>
                </a:lnTo>
                <a:lnTo>
                  <a:pt x="5205" y="1053"/>
                </a:lnTo>
                <a:lnTo>
                  <a:pt x="5204" y="1054"/>
                </a:lnTo>
                <a:lnTo>
                  <a:pt x="5203" y="1055"/>
                </a:lnTo>
                <a:lnTo>
                  <a:pt x="5201" y="1056"/>
                </a:lnTo>
                <a:lnTo>
                  <a:pt x="5200" y="1057"/>
                </a:lnTo>
                <a:lnTo>
                  <a:pt x="5200" y="1058"/>
                </a:lnTo>
                <a:lnTo>
                  <a:pt x="5200" y="1059"/>
                </a:lnTo>
                <a:lnTo>
                  <a:pt x="5200" y="1060"/>
                </a:lnTo>
                <a:lnTo>
                  <a:pt x="5202" y="1061"/>
                </a:lnTo>
                <a:lnTo>
                  <a:pt x="5202" y="1062"/>
                </a:lnTo>
                <a:lnTo>
                  <a:pt x="5201" y="1063"/>
                </a:lnTo>
                <a:lnTo>
                  <a:pt x="5201" y="1064"/>
                </a:lnTo>
                <a:lnTo>
                  <a:pt x="5202" y="1065"/>
                </a:lnTo>
                <a:lnTo>
                  <a:pt x="5201" y="1067"/>
                </a:lnTo>
                <a:lnTo>
                  <a:pt x="5198" y="1070"/>
                </a:lnTo>
                <a:lnTo>
                  <a:pt x="5197" y="1070"/>
                </a:lnTo>
                <a:lnTo>
                  <a:pt x="5197" y="1071"/>
                </a:lnTo>
                <a:lnTo>
                  <a:pt x="5197" y="1073"/>
                </a:lnTo>
                <a:lnTo>
                  <a:pt x="5195" y="1073"/>
                </a:lnTo>
                <a:lnTo>
                  <a:pt x="5193" y="1074"/>
                </a:lnTo>
                <a:lnTo>
                  <a:pt x="5192" y="1075"/>
                </a:lnTo>
                <a:lnTo>
                  <a:pt x="5193" y="1075"/>
                </a:lnTo>
                <a:lnTo>
                  <a:pt x="5193" y="1076"/>
                </a:lnTo>
                <a:lnTo>
                  <a:pt x="5192" y="1076"/>
                </a:lnTo>
                <a:lnTo>
                  <a:pt x="5191" y="1077"/>
                </a:lnTo>
                <a:lnTo>
                  <a:pt x="5190" y="1078"/>
                </a:lnTo>
                <a:lnTo>
                  <a:pt x="5190" y="1079"/>
                </a:lnTo>
                <a:lnTo>
                  <a:pt x="5191" y="1079"/>
                </a:lnTo>
                <a:lnTo>
                  <a:pt x="5192" y="1080"/>
                </a:lnTo>
                <a:lnTo>
                  <a:pt x="5192" y="1082"/>
                </a:lnTo>
                <a:lnTo>
                  <a:pt x="5192" y="1083"/>
                </a:lnTo>
                <a:lnTo>
                  <a:pt x="5193" y="1084"/>
                </a:lnTo>
                <a:lnTo>
                  <a:pt x="5194" y="1084"/>
                </a:lnTo>
                <a:lnTo>
                  <a:pt x="5195" y="1084"/>
                </a:lnTo>
                <a:lnTo>
                  <a:pt x="5195" y="1085"/>
                </a:lnTo>
                <a:lnTo>
                  <a:pt x="5195" y="1086"/>
                </a:lnTo>
                <a:lnTo>
                  <a:pt x="5195" y="1087"/>
                </a:lnTo>
                <a:lnTo>
                  <a:pt x="5194" y="1087"/>
                </a:lnTo>
                <a:lnTo>
                  <a:pt x="5193" y="1088"/>
                </a:lnTo>
                <a:lnTo>
                  <a:pt x="5193" y="1089"/>
                </a:lnTo>
                <a:lnTo>
                  <a:pt x="5192" y="1089"/>
                </a:lnTo>
                <a:lnTo>
                  <a:pt x="5191" y="1089"/>
                </a:lnTo>
                <a:lnTo>
                  <a:pt x="5190" y="1089"/>
                </a:lnTo>
                <a:lnTo>
                  <a:pt x="5189" y="1089"/>
                </a:lnTo>
                <a:lnTo>
                  <a:pt x="5188" y="1089"/>
                </a:lnTo>
                <a:lnTo>
                  <a:pt x="5187" y="1089"/>
                </a:lnTo>
                <a:lnTo>
                  <a:pt x="5186" y="1088"/>
                </a:lnTo>
                <a:lnTo>
                  <a:pt x="5185" y="1088"/>
                </a:lnTo>
                <a:lnTo>
                  <a:pt x="5184" y="1089"/>
                </a:lnTo>
                <a:lnTo>
                  <a:pt x="5183" y="1090"/>
                </a:lnTo>
                <a:lnTo>
                  <a:pt x="5185" y="1094"/>
                </a:lnTo>
                <a:lnTo>
                  <a:pt x="5185" y="1095"/>
                </a:lnTo>
                <a:lnTo>
                  <a:pt x="5183" y="1095"/>
                </a:lnTo>
                <a:lnTo>
                  <a:pt x="5180" y="1095"/>
                </a:lnTo>
                <a:lnTo>
                  <a:pt x="5179" y="1095"/>
                </a:lnTo>
                <a:lnTo>
                  <a:pt x="5177" y="1094"/>
                </a:lnTo>
                <a:lnTo>
                  <a:pt x="5176" y="1093"/>
                </a:lnTo>
                <a:lnTo>
                  <a:pt x="5175" y="1094"/>
                </a:lnTo>
                <a:lnTo>
                  <a:pt x="5174" y="1094"/>
                </a:lnTo>
                <a:lnTo>
                  <a:pt x="5172" y="1096"/>
                </a:lnTo>
                <a:lnTo>
                  <a:pt x="5171" y="1095"/>
                </a:lnTo>
                <a:lnTo>
                  <a:pt x="5170" y="1095"/>
                </a:lnTo>
                <a:lnTo>
                  <a:pt x="5169" y="1095"/>
                </a:lnTo>
                <a:lnTo>
                  <a:pt x="5169" y="1094"/>
                </a:lnTo>
                <a:lnTo>
                  <a:pt x="5167" y="1093"/>
                </a:lnTo>
                <a:lnTo>
                  <a:pt x="5166" y="1093"/>
                </a:lnTo>
                <a:lnTo>
                  <a:pt x="5164" y="1093"/>
                </a:lnTo>
                <a:lnTo>
                  <a:pt x="5163" y="1094"/>
                </a:lnTo>
                <a:lnTo>
                  <a:pt x="5162" y="1096"/>
                </a:lnTo>
                <a:lnTo>
                  <a:pt x="5162" y="1097"/>
                </a:lnTo>
                <a:lnTo>
                  <a:pt x="5161" y="1097"/>
                </a:lnTo>
                <a:lnTo>
                  <a:pt x="5160" y="1097"/>
                </a:lnTo>
                <a:lnTo>
                  <a:pt x="5159" y="1097"/>
                </a:lnTo>
                <a:lnTo>
                  <a:pt x="5158" y="1098"/>
                </a:lnTo>
                <a:lnTo>
                  <a:pt x="5157" y="1098"/>
                </a:lnTo>
                <a:lnTo>
                  <a:pt x="5156" y="1098"/>
                </a:lnTo>
                <a:lnTo>
                  <a:pt x="5156" y="1097"/>
                </a:lnTo>
                <a:lnTo>
                  <a:pt x="5155" y="1096"/>
                </a:lnTo>
                <a:lnTo>
                  <a:pt x="5154" y="1096"/>
                </a:lnTo>
                <a:lnTo>
                  <a:pt x="5153" y="1096"/>
                </a:lnTo>
                <a:lnTo>
                  <a:pt x="5151" y="1097"/>
                </a:lnTo>
                <a:lnTo>
                  <a:pt x="5148" y="1098"/>
                </a:lnTo>
                <a:lnTo>
                  <a:pt x="5148" y="1099"/>
                </a:lnTo>
                <a:lnTo>
                  <a:pt x="5146" y="1100"/>
                </a:lnTo>
                <a:lnTo>
                  <a:pt x="5145" y="1100"/>
                </a:lnTo>
                <a:lnTo>
                  <a:pt x="5144" y="1100"/>
                </a:lnTo>
                <a:lnTo>
                  <a:pt x="5143" y="1100"/>
                </a:lnTo>
                <a:lnTo>
                  <a:pt x="5142" y="1100"/>
                </a:lnTo>
                <a:lnTo>
                  <a:pt x="5141" y="1101"/>
                </a:lnTo>
                <a:lnTo>
                  <a:pt x="5140" y="1102"/>
                </a:lnTo>
                <a:lnTo>
                  <a:pt x="5140" y="1103"/>
                </a:lnTo>
                <a:lnTo>
                  <a:pt x="5139" y="1103"/>
                </a:lnTo>
                <a:lnTo>
                  <a:pt x="5136" y="1104"/>
                </a:lnTo>
                <a:lnTo>
                  <a:pt x="5134" y="1104"/>
                </a:lnTo>
                <a:lnTo>
                  <a:pt x="5133" y="1105"/>
                </a:lnTo>
                <a:lnTo>
                  <a:pt x="5132" y="1106"/>
                </a:lnTo>
                <a:lnTo>
                  <a:pt x="5131" y="1107"/>
                </a:lnTo>
                <a:lnTo>
                  <a:pt x="5130" y="1108"/>
                </a:lnTo>
                <a:lnTo>
                  <a:pt x="5129" y="1108"/>
                </a:lnTo>
                <a:lnTo>
                  <a:pt x="5128" y="1108"/>
                </a:lnTo>
                <a:lnTo>
                  <a:pt x="5128" y="1109"/>
                </a:lnTo>
                <a:lnTo>
                  <a:pt x="5130" y="1110"/>
                </a:lnTo>
                <a:lnTo>
                  <a:pt x="5131" y="1111"/>
                </a:lnTo>
                <a:lnTo>
                  <a:pt x="5132" y="1111"/>
                </a:lnTo>
                <a:lnTo>
                  <a:pt x="5133" y="1112"/>
                </a:lnTo>
                <a:lnTo>
                  <a:pt x="5133" y="1113"/>
                </a:lnTo>
                <a:lnTo>
                  <a:pt x="5135" y="1113"/>
                </a:lnTo>
                <a:lnTo>
                  <a:pt x="5136" y="1112"/>
                </a:lnTo>
                <a:lnTo>
                  <a:pt x="5138" y="1112"/>
                </a:lnTo>
                <a:lnTo>
                  <a:pt x="5139" y="1111"/>
                </a:lnTo>
                <a:lnTo>
                  <a:pt x="5140" y="1111"/>
                </a:lnTo>
                <a:lnTo>
                  <a:pt x="5142" y="1112"/>
                </a:lnTo>
                <a:lnTo>
                  <a:pt x="5143" y="1113"/>
                </a:lnTo>
                <a:lnTo>
                  <a:pt x="5144" y="1113"/>
                </a:lnTo>
                <a:lnTo>
                  <a:pt x="5145" y="1114"/>
                </a:lnTo>
                <a:lnTo>
                  <a:pt x="5145" y="1115"/>
                </a:lnTo>
                <a:lnTo>
                  <a:pt x="5146" y="1116"/>
                </a:lnTo>
                <a:lnTo>
                  <a:pt x="5147" y="1117"/>
                </a:lnTo>
                <a:lnTo>
                  <a:pt x="5147" y="1118"/>
                </a:lnTo>
                <a:lnTo>
                  <a:pt x="5148" y="1119"/>
                </a:lnTo>
                <a:lnTo>
                  <a:pt x="5148" y="1120"/>
                </a:lnTo>
                <a:lnTo>
                  <a:pt x="5149" y="1122"/>
                </a:lnTo>
                <a:lnTo>
                  <a:pt x="5149" y="1123"/>
                </a:lnTo>
                <a:lnTo>
                  <a:pt x="5147" y="1127"/>
                </a:lnTo>
                <a:lnTo>
                  <a:pt x="5146" y="1126"/>
                </a:lnTo>
                <a:lnTo>
                  <a:pt x="5145" y="1126"/>
                </a:lnTo>
                <a:lnTo>
                  <a:pt x="5144" y="1126"/>
                </a:lnTo>
                <a:lnTo>
                  <a:pt x="5143" y="1126"/>
                </a:lnTo>
                <a:lnTo>
                  <a:pt x="5144" y="1128"/>
                </a:lnTo>
                <a:lnTo>
                  <a:pt x="5144" y="1129"/>
                </a:lnTo>
                <a:lnTo>
                  <a:pt x="5144" y="1132"/>
                </a:lnTo>
                <a:lnTo>
                  <a:pt x="5146" y="1133"/>
                </a:lnTo>
                <a:lnTo>
                  <a:pt x="5146" y="1137"/>
                </a:lnTo>
                <a:lnTo>
                  <a:pt x="5146" y="1138"/>
                </a:lnTo>
                <a:lnTo>
                  <a:pt x="5148" y="1138"/>
                </a:lnTo>
                <a:lnTo>
                  <a:pt x="5149" y="1139"/>
                </a:lnTo>
                <a:lnTo>
                  <a:pt x="5150" y="1140"/>
                </a:lnTo>
                <a:lnTo>
                  <a:pt x="5149" y="1140"/>
                </a:lnTo>
                <a:lnTo>
                  <a:pt x="5148" y="1139"/>
                </a:lnTo>
                <a:lnTo>
                  <a:pt x="5147" y="1139"/>
                </a:lnTo>
                <a:lnTo>
                  <a:pt x="5146" y="1139"/>
                </a:lnTo>
                <a:lnTo>
                  <a:pt x="5145" y="1139"/>
                </a:lnTo>
                <a:lnTo>
                  <a:pt x="5144" y="1139"/>
                </a:lnTo>
                <a:lnTo>
                  <a:pt x="5144" y="1138"/>
                </a:lnTo>
                <a:lnTo>
                  <a:pt x="5143" y="1138"/>
                </a:lnTo>
                <a:lnTo>
                  <a:pt x="5143" y="1137"/>
                </a:lnTo>
                <a:lnTo>
                  <a:pt x="5143" y="1136"/>
                </a:lnTo>
                <a:lnTo>
                  <a:pt x="5143" y="1135"/>
                </a:lnTo>
                <a:lnTo>
                  <a:pt x="5143" y="1134"/>
                </a:lnTo>
                <a:lnTo>
                  <a:pt x="5143" y="1133"/>
                </a:lnTo>
                <a:lnTo>
                  <a:pt x="5142" y="1133"/>
                </a:lnTo>
                <a:lnTo>
                  <a:pt x="5142" y="1132"/>
                </a:lnTo>
                <a:lnTo>
                  <a:pt x="5141" y="1132"/>
                </a:lnTo>
                <a:lnTo>
                  <a:pt x="5142" y="1131"/>
                </a:lnTo>
                <a:lnTo>
                  <a:pt x="5141" y="1130"/>
                </a:lnTo>
                <a:lnTo>
                  <a:pt x="5141" y="1129"/>
                </a:lnTo>
                <a:lnTo>
                  <a:pt x="5140" y="1128"/>
                </a:lnTo>
                <a:lnTo>
                  <a:pt x="5140" y="1127"/>
                </a:lnTo>
                <a:lnTo>
                  <a:pt x="5139" y="1126"/>
                </a:lnTo>
                <a:lnTo>
                  <a:pt x="5140" y="1126"/>
                </a:lnTo>
                <a:lnTo>
                  <a:pt x="5140" y="1125"/>
                </a:lnTo>
                <a:lnTo>
                  <a:pt x="5139" y="1125"/>
                </a:lnTo>
                <a:lnTo>
                  <a:pt x="5139" y="1124"/>
                </a:lnTo>
                <a:lnTo>
                  <a:pt x="5138" y="1124"/>
                </a:lnTo>
                <a:lnTo>
                  <a:pt x="5138" y="1123"/>
                </a:lnTo>
                <a:lnTo>
                  <a:pt x="5139" y="1121"/>
                </a:lnTo>
                <a:lnTo>
                  <a:pt x="5139" y="1120"/>
                </a:lnTo>
                <a:lnTo>
                  <a:pt x="5138" y="1120"/>
                </a:lnTo>
                <a:lnTo>
                  <a:pt x="5136" y="1120"/>
                </a:lnTo>
                <a:lnTo>
                  <a:pt x="5135" y="1120"/>
                </a:lnTo>
                <a:lnTo>
                  <a:pt x="5135" y="1121"/>
                </a:lnTo>
                <a:lnTo>
                  <a:pt x="5134" y="1122"/>
                </a:lnTo>
                <a:lnTo>
                  <a:pt x="5134" y="1123"/>
                </a:lnTo>
                <a:lnTo>
                  <a:pt x="5135" y="1124"/>
                </a:lnTo>
                <a:lnTo>
                  <a:pt x="5136" y="1124"/>
                </a:lnTo>
                <a:lnTo>
                  <a:pt x="5136" y="1125"/>
                </a:lnTo>
                <a:lnTo>
                  <a:pt x="5135" y="1126"/>
                </a:lnTo>
                <a:lnTo>
                  <a:pt x="5135" y="1127"/>
                </a:lnTo>
                <a:lnTo>
                  <a:pt x="5134" y="1127"/>
                </a:lnTo>
                <a:lnTo>
                  <a:pt x="5133" y="1127"/>
                </a:lnTo>
                <a:lnTo>
                  <a:pt x="5132" y="1127"/>
                </a:lnTo>
                <a:lnTo>
                  <a:pt x="5131" y="1127"/>
                </a:lnTo>
                <a:lnTo>
                  <a:pt x="5131" y="1126"/>
                </a:lnTo>
                <a:lnTo>
                  <a:pt x="5130" y="1126"/>
                </a:lnTo>
                <a:lnTo>
                  <a:pt x="5130" y="1125"/>
                </a:lnTo>
                <a:lnTo>
                  <a:pt x="5130" y="1124"/>
                </a:lnTo>
                <a:lnTo>
                  <a:pt x="5130" y="1123"/>
                </a:lnTo>
                <a:lnTo>
                  <a:pt x="5131" y="1123"/>
                </a:lnTo>
                <a:lnTo>
                  <a:pt x="5131" y="1122"/>
                </a:lnTo>
                <a:lnTo>
                  <a:pt x="5132" y="1121"/>
                </a:lnTo>
                <a:lnTo>
                  <a:pt x="5131" y="1121"/>
                </a:lnTo>
                <a:lnTo>
                  <a:pt x="5131" y="1120"/>
                </a:lnTo>
                <a:lnTo>
                  <a:pt x="5130" y="1120"/>
                </a:lnTo>
                <a:lnTo>
                  <a:pt x="5129" y="1120"/>
                </a:lnTo>
                <a:lnTo>
                  <a:pt x="5129" y="1121"/>
                </a:lnTo>
                <a:lnTo>
                  <a:pt x="5128" y="1121"/>
                </a:lnTo>
                <a:lnTo>
                  <a:pt x="5128" y="1122"/>
                </a:lnTo>
                <a:lnTo>
                  <a:pt x="5127" y="1122"/>
                </a:lnTo>
                <a:lnTo>
                  <a:pt x="5126" y="1121"/>
                </a:lnTo>
                <a:lnTo>
                  <a:pt x="5126" y="1120"/>
                </a:lnTo>
                <a:lnTo>
                  <a:pt x="5125" y="1120"/>
                </a:lnTo>
                <a:lnTo>
                  <a:pt x="5125" y="1119"/>
                </a:lnTo>
                <a:lnTo>
                  <a:pt x="5124" y="1118"/>
                </a:lnTo>
                <a:lnTo>
                  <a:pt x="5123" y="1118"/>
                </a:lnTo>
                <a:lnTo>
                  <a:pt x="5123" y="1117"/>
                </a:lnTo>
                <a:lnTo>
                  <a:pt x="5122" y="1117"/>
                </a:lnTo>
                <a:lnTo>
                  <a:pt x="5121" y="1117"/>
                </a:lnTo>
                <a:lnTo>
                  <a:pt x="5121" y="1116"/>
                </a:lnTo>
                <a:lnTo>
                  <a:pt x="5120" y="1116"/>
                </a:lnTo>
                <a:lnTo>
                  <a:pt x="5120" y="1115"/>
                </a:lnTo>
                <a:lnTo>
                  <a:pt x="5120" y="1114"/>
                </a:lnTo>
                <a:lnTo>
                  <a:pt x="5119" y="1114"/>
                </a:lnTo>
                <a:lnTo>
                  <a:pt x="5119" y="1113"/>
                </a:lnTo>
                <a:lnTo>
                  <a:pt x="5119" y="1112"/>
                </a:lnTo>
                <a:lnTo>
                  <a:pt x="5118" y="1111"/>
                </a:lnTo>
                <a:lnTo>
                  <a:pt x="5117" y="1111"/>
                </a:lnTo>
                <a:lnTo>
                  <a:pt x="5116" y="1111"/>
                </a:lnTo>
                <a:lnTo>
                  <a:pt x="5115" y="1111"/>
                </a:lnTo>
                <a:lnTo>
                  <a:pt x="5115" y="1110"/>
                </a:lnTo>
                <a:lnTo>
                  <a:pt x="5115" y="1109"/>
                </a:lnTo>
                <a:lnTo>
                  <a:pt x="5114" y="1109"/>
                </a:lnTo>
                <a:lnTo>
                  <a:pt x="5114" y="1108"/>
                </a:lnTo>
                <a:lnTo>
                  <a:pt x="5113" y="1108"/>
                </a:lnTo>
                <a:lnTo>
                  <a:pt x="5113" y="1107"/>
                </a:lnTo>
                <a:lnTo>
                  <a:pt x="5114" y="1106"/>
                </a:lnTo>
                <a:lnTo>
                  <a:pt x="5114" y="1105"/>
                </a:lnTo>
                <a:lnTo>
                  <a:pt x="5114" y="1104"/>
                </a:lnTo>
                <a:lnTo>
                  <a:pt x="5113" y="1104"/>
                </a:lnTo>
                <a:lnTo>
                  <a:pt x="5113" y="1103"/>
                </a:lnTo>
                <a:lnTo>
                  <a:pt x="5113" y="1102"/>
                </a:lnTo>
                <a:lnTo>
                  <a:pt x="5113" y="1101"/>
                </a:lnTo>
                <a:lnTo>
                  <a:pt x="5113" y="1099"/>
                </a:lnTo>
                <a:lnTo>
                  <a:pt x="5114" y="1099"/>
                </a:lnTo>
                <a:lnTo>
                  <a:pt x="5114" y="1098"/>
                </a:lnTo>
                <a:lnTo>
                  <a:pt x="5114" y="1097"/>
                </a:lnTo>
                <a:lnTo>
                  <a:pt x="5114" y="1096"/>
                </a:lnTo>
                <a:lnTo>
                  <a:pt x="5115" y="1095"/>
                </a:lnTo>
                <a:lnTo>
                  <a:pt x="5116" y="1094"/>
                </a:lnTo>
                <a:lnTo>
                  <a:pt x="5116" y="1093"/>
                </a:lnTo>
                <a:lnTo>
                  <a:pt x="5116" y="1092"/>
                </a:lnTo>
                <a:lnTo>
                  <a:pt x="5116" y="1091"/>
                </a:lnTo>
                <a:lnTo>
                  <a:pt x="5116" y="1090"/>
                </a:lnTo>
                <a:lnTo>
                  <a:pt x="5115" y="1090"/>
                </a:lnTo>
                <a:lnTo>
                  <a:pt x="5114" y="1090"/>
                </a:lnTo>
                <a:lnTo>
                  <a:pt x="5113" y="1090"/>
                </a:lnTo>
                <a:lnTo>
                  <a:pt x="5112" y="1090"/>
                </a:lnTo>
                <a:lnTo>
                  <a:pt x="5111" y="1090"/>
                </a:lnTo>
                <a:lnTo>
                  <a:pt x="5109" y="1090"/>
                </a:lnTo>
                <a:lnTo>
                  <a:pt x="5109" y="1089"/>
                </a:lnTo>
                <a:lnTo>
                  <a:pt x="5108" y="1089"/>
                </a:lnTo>
                <a:lnTo>
                  <a:pt x="5107" y="1089"/>
                </a:lnTo>
                <a:lnTo>
                  <a:pt x="5106" y="1090"/>
                </a:lnTo>
                <a:lnTo>
                  <a:pt x="5105" y="1090"/>
                </a:lnTo>
                <a:lnTo>
                  <a:pt x="5104" y="1090"/>
                </a:lnTo>
                <a:lnTo>
                  <a:pt x="5103" y="1090"/>
                </a:lnTo>
                <a:lnTo>
                  <a:pt x="5103" y="1089"/>
                </a:lnTo>
                <a:lnTo>
                  <a:pt x="5102" y="1089"/>
                </a:lnTo>
                <a:lnTo>
                  <a:pt x="5101" y="1089"/>
                </a:lnTo>
                <a:lnTo>
                  <a:pt x="5101" y="1088"/>
                </a:lnTo>
                <a:lnTo>
                  <a:pt x="5102" y="1088"/>
                </a:lnTo>
                <a:lnTo>
                  <a:pt x="5103" y="1088"/>
                </a:lnTo>
                <a:lnTo>
                  <a:pt x="5104" y="1088"/>
                </a:lnTo>
                <a:lnTo>
                  <a:pt x="5104" y="1087"/>
                </a:lnTo>
                <a:lnTo>
                  <a:pt x="5103" y="1087"/>
                </a:lnTo>
                <a:lnTo>
                  <a:pt x="5103" y="1086"/>
                </a:lnTo>
                <a:lnTo>
                  <a:pt x="5103" y="1085"/>
                </a:lnTo>
                <a:lnTo>
                  <a:pt x="5105" y="1084"/>
                </a:lnTo>
                <a:lnTo>
                  <a:pt x="5105" y="1083"/>
                </a:lnTo>
                <a:lnTo>
                  <a:pt x="5105" y="1082"/>
                </a:lnTo>
                <a:lnTo>
                  <a:pt x="5105" y="1083"/>
                </a:lnTo>
                <a:lnTo>
                  <a:pt x="5104" y="1083"/>
                </a:lnTo>
                <a:lnTo>
                  <a:pt x="5104" y="1082"/>
                </a:lnTo>
                <a:lnTo>
                  <a:pt x="5103" y="1082"/>
                </a:lnTo>
                <a:lnTo>
                  <a:pt x="5102" y="1082"/>
                </a:lnTo>
                <a:lnTo>
                  <a:pt x="5101" y="1082"/>
                </a:lnTo>
                <a:lnTo>
                  <a:pt x="5100" y="1082"/>
                </a:lnTo>
                <a:lnTo>
                  <a:pt x="5100" y="1083"/>
                </a:lnTo>
                <a:lnTo>
                  <a:pt x="5099" y="1083"/>
                </a:lnTo>
                <a:lnTo>
                  <a:pt x="5098" y="1084"/>
                </a:lnTo>
                <a:lnTo>
                  <a:pt x="5095" y="1084"/>
                </a:lnTo>
                <a:lnTo>
                  <a:pt x="5094" y="1084"/>
                </a:lnTo>
                <a:lnTo>
                  <a:pt x="5093" y="1084"/>
                </a:lnTo>
                <a:lnTo>
                  <a:pt x="5093" y="1083"/>
                </a:lnTo>
                <a:lnTo>
                  <a:pt x="5092" y="1083"/>
                </a:lnTo>
                <a:lnTo>
                  <a:pt x="5091" y="1083"/>
                </a:lnTo>
                <a:lnTo>
                  <a:pt x="5090" y="1083"/>
                </a:lnTo>
                <a:lnTo>
                  <a:pt x="5089" y="1083"/>
                </a:lnTo>
                <a:lnTo>
                  <a:pt x="5088" y="1083"/>
                </a:lnTo>
                <a:lnTo>
                  <a:pt x="5088" y="1082"/>
                </a:lnTo>
                <a:lnTo>
                  <a:pt x="5088" y="1081"/>
                </a:lnTo>
                <a:lnTo>
                  <a:pt x="5088" y="1080"/>
                </a:lnTo>
                <a:lnTo>
                  <a:pt x="5085" y="1080"/>
                </a:lnTo>
                <a:lnTo>
                  <a:pt x="5084" y="1080"/>
                </a:lnTo>
                <a:lnTo>
                  <a:pt x="5083" y="1080"/>
                </a:lnTo>
                <a:lnTo>
                  <a:pt x="5082" y="1080"/>
                </a:lnTo>
                <a:lnTo>
                  <a:pt x="5082" y="1081"/>
                </a:lnTo>
                <a:lnTo>
                  <a:pt x="5081" y="1081"/>
                </a:lnTo>
                <a:lnTo>
                  <a:pt x="5081" y="1082"/>
                </a:lnTo>
                <a:lnTo>
                  <a:pt x="5082" y="1083"/>
                </a:lnTo>
                <a:lnTo>
                  <a:pt x="5083" y="1083"/>
                </a:lnTo>
                <a:lnTo>
                  <a:pt x="5085" y="1083"/>
                </a:lnTo>
                <a:lnTo>
                  <a:pt x="5084" y="1084"/>
                </a:lnTo>
                <a:lnTo>
                  <a:pt x="5083" y="1084"/>
                </a:lnTo>
                <a:lnTo>
                  <a:pt x="5083" y="1083"/>
                </a:lnTo>
                <a:lnTo>
                  <a:pt x="5082" y="1083"/>
                </a:lnTo>
                <a:lnTo>
                  <a:pt x="5080" y="1083"/>
                </a:lnTo>
                <a:lnTo>
                  <a:pt x="5080" y="1084"/>
                </a:lnTo>
                <a:lnTo>
                  <a:pt x="5079" y="1084"/>
                </a:lnTo>
                <a:lnTo>
                  <a:pt x="5079" y="1085"/>
                </a:lnTo>
                <a:lnTo>
                  <a:pt x="5079" y="1086"/>
                </a:lnTo>
                <a:lnTo>
                  <a:pt x="5079" y="1087"/>
                </a:lnTo>
                <a:lnTo>
                  <a:pt x="5080" y="1087"/>
                </a:lnTo>
                <a:lnTo>
                  <a:pt x="5080" y="1088"/>
                </a:lnTo>
                <a:lnTo>
                  <a:pt x="5081" y="1089"/>
                </a:lnTo>
                <a:lnTo>
                  <a:pt x="5080" y="1089"/>
                </a:lnTo>
                <a:lnTo>
                  <a:pt x="5079" y="1089"/>
                </a:lnTo>
                <a:lnTo>
                  <a:pt x="5078" y="1089"/>
                </a:lnTo>
                <a:lnTo>
                  <a:pt x="5078" y="1090"/>
                </a:lnTo>
                <a:lnTo>
                  <a:pt x="5078" y="1091"/>
                </a:lnTo>
                <a:lnTo>
                  <a:pt x="5078" y="1092"/>
                </a:lnTo>
                <a:lnTo>
                  <a:pt x="5078" y="1093"/>
                </a:lnTo>
                <a:lnTo>
                  <a:pt x="5078" y="1094"/>
                </a:lnTo>
                <a:lnTo>
                  <a:pt x="5078" y="1095"/>
                </a:lnTo>
                <a:lnTo>
                  <a:pt x="5077" y="1095"/>
                </a:lnTo>
                <a:lnTo>
                  <a:pt x="5076" y="1095"/>
                </a:lnTo>
                <a:lnTo>
                  <a:pt x="5076" y="1096"/>
                </a:lnTo>
                <a:lnTo>
                  <a:pt x="5075" y="1096"/>
                </a:lnTo>
                <a:lnTo>
                  <a:pt x="5076" y="1096"/>
                </a:lnTo>
                <a:lnTo>
                  <a:pt x="5076" y="1097"/>
                </a:lnTo>
                <a:lnTo>
                  <a:pt x="5075" y="1097"/>
                </a:lnTo>
                <a:lnTo>
                  <a:pt x="5075" y="1098"/>
                </a:lnTo>
                <a:lnTo>
                  <a:pt x="5075" y="1099"/>
                </a:lnTo>
                <a:lnTo>
                  <a:pt x="5074" y="1099"/>
                </a:lnTo>
                <a:lnTo>
                  <a:pt x="5074" y="1100"/>
                </a:lnTo>
                <a:lnTo>
                  <a:pt x="5075" y="1100"/>
                </a:lnTo>
                <a:lnTo>
                  <a:pt x="5075" y="1101"/>
                </a:lnTo>
                <a:lnTo>
                  <a:pt x="5075" y="1102"/>
                </a:lnTo>
                <a:lnTo>
                  <a:pt x="5074" y="1103"/>
                </a:lnTo>
                <a:lnTo>
                  <a:pt x="5073" y="1104"/>
                </a:lnTo>
                <a:lnTo>
                  <a:pt x="5073" y="1105"/>
                </a:lnTo>
                <a:lnTo>
                  <a:pt x="5073" y="1106"/>
                </a:lnTo>
                <a:lnTo>
                  <a:pt x="5072" y="1106"/>
                </a:lnTo>
                <a:lnTo>
                  <a:pt x="5072" y="1107"/>
                </a:lnTo>
                <a:lnTo>
                  <a:pt x="5072" y="1108"/>
                </a:lnTo>
                <a:lnTo>
                  <a:pt x="5071" y="1108"/>
                </a:lnTo>
                <a:lnTo>
                  <a:pt x="5071" y="1109"/>
                </a:lnTo>
                <a:lnTo>
                  <a:pt x="5071" y="1110"/>
                </a:lnTo>
                <a:lnTo>
                  <a:pt x="5071" y="1111"/>
                </a:lnTo>
                <a:lnTo>
                  <a:pt x="5072" y="1112"/>
                </a:lnTo>
                <a:lnTo>
                  <a:pt x="5072" y="1113"/>
                </a:lnTo>
                <a:lnTo>
                  <a:pt x="5073" y="1113"/>
                </a:lnTo>
                <a:lnTo>
                  <a:pt x="5074" y="1113"/>
                </a:lnTo>
                <a:lnTo>
                  <a:pt x="5075" y="1113"/>
                </a:lnTo>
                <a:lnTo>
                  <a:pt x="5075" y="1114"/>
                </a:lnTo>
                <a:lnTo>
                  <a:pt x="5074" y="1114"/>
                </a:lnTo>
                <a:lnTo>
                  <a:pt x="5073" y="1114"/>
                </a:lnTo>
                <a:lnTo>
                  <a:pt x="5073" y="1113"/>
                </a:lnTo>
                <a:lnTo>
                  <a:pt x="5072" y="1114"/>
                </a:lnTo>
                <a:lnTo>
                  <a:pt x="5072" y="1115"/>
                </a:lnTo>
                <a:lnTo>
                  <a:pt x="5072" y="1116"/>
                </a:lnTo>
                <a:lnTo>
                  <a:pt x="5073" y="1116"/>
                </a:lnTo>
                <a:lnTo>
                  <a:pt x="5073" y="1117"/>
                </a:lnTo>
                <a:lnTo>
                  <a:pt x="5072" y="1117"/>
                </a:lnTo>
                <a:lnTo>
                  <a:pt x="5071" y="1116"/>
                </a:lnTo>
                <a:lnTo>
                  <a:pt x="5070" y="1116"/>
                </a:lnTo>
                <a:lnTo>
                  <a:pt x="5070" y="1117"/>
                </a:lnTo>
                <a:lnTo>
                  <a:pt x="5071" y="1117"/>
                </a:lnTo>
                <a:lnTo>
                  <a:pt x="5071" y="1118"/>
                </a:lnTo>
                <a:lnTo>
                  <a:pt x="5071" y="1119"/>
                </a:lnTo>
                <a:lnTo>
                  <a:pt x="5070" y="1119"/>
                </a:lnTo>
                <a:lnTo>
                  <a:pt x="5070" y="1120"/>
                </a:lnTo>
                <a:lnTo>
                  <a:pt x="5071" y="1120"/>
                </a:lnTo>
                <a:lnTo>
                  <a:pt x="5072" y="1120"/>
                </a:lnTo>
                <a:lnTo>
                  <a:pt x="5073" y="1120"/>
                </a:lnTo>
                <a:lnTo>
                  <a:pt x="5072" y="1120"/>
                </a:lnTo>
                <a:lnTo>
                  <a:pt x="5072" y="1121"/>
                </a:lnTo>
                <a:lnTo>
                  <a:pt x="5071" y="1121"/>
                </a:lnTo>
                <a:lnTo>
                  <a:pt x="5070" y="1121"/>
                </a:lnTo>
                <a:lnTo>
                  <a:pt x="5070" y="1122"/>
                </a:lnTo>
                <a:lnTo>
                  <a:pt x="5070" y="1123"/>
                </a:lnTo>
                <a:lnTo>
                  <a:pt x="5069" y="1123"/>
                </a:lnTo>
                <a:lnTo>
                  <a:pt x="5069" y="1124"/>
                </a:lnTo>
                <a:lnTo>
                  <a:pt x="5069" y="1125"/>
                </a:lnTo>
                <a:lnTo>
                  <a:pt x="5068" y="1125"/>
                </a:lnTo>
                <a:lnTo>
                  <a:pt x="5068" y="1126"/>
                </a:lnTo>
                <a:lnTo>
                  <a:pt x="5069" y="1126"/>
                </a:lnTo>
                <a:lnTo>
                  <a:pt x="5069" y="1127"/>
                </a:lnTo>
                <a:lnTo>
                  <a:pt x="5070" y="1127"/>
                </a:lnTo>
                <a:lnTo>
                  <a:pt x="5069" y="1128"/>
                </a:lnTo>
                <a:lnTo>
                  <a:pt x="5069" y="1129"/>
                </a:lnTo>
                <a:lnTo>
                  <a:pt x="5069" y="1130"/>
                </a:lnTo>
                <a:lnTo>
                  <a:pt x="5069" y="1131"/>
                </a:lnTo>
                <a:lnTo>
                  <a:pt x="5068" y="1131"/>
                </a:lnTo>
                <a:lnTo>
                  <a:pt x="5068" y="1132"/>
                </a:lnTo>
                <a:lnTo>
                  <a:pt x="5069" y="1132"/>
                </a:lnTo>
                <a:lnTo>
                  <a:pt x="5069" y="1133"/>
                </a:lnTo>
                <a:lnTo>
                  <a:pt x="5069" y="1134"/>
                </a:lnTo>
                <a:lnTo>
                  <a:pt x="5069" y="1135"/>
                </a:lnTo>
                <a:lnTo>
                  <a:pt x="5069" y="1136"/>
                </a:lnTo>
                <a:lnTo>
                  <a:pt x="5068" y="1136"/>
                </a:lnTo>
                <a:lnTo>
                  <a:pt x="5068" y="1137"/>
                </a:lnTo>
                <a:lnTo>
                  <a:pt x="5068" y="1138"/>
                </a:lnTo>
                <a:lnTo>
                  <a:pt x="5067" y="1138"/>
                </a:lnTo>
                <a:lnTo>
                  <a:pt x="5066" y="1138"/>
                </a:lnTo>
                <a:lnTo>
                  <a:pt x="5066" y="1139"/>
                </a:lnTo>
                <a:lnTo>
                  <a:pt x="5065" y="1139"/>
                </a:lnTo>
                <a:lnTo>
                  <a:pt x="5064" y="1139"/>
                </a:lnTo>
                <a:lnTo>
                  <a:pt x="5063" y="1139"/>
                </a:lnTo>
                <a:lnTo>
                  <a:pt x="5063" y="1138"/>
                </a:lnTo>
                <a:lnTo>
                  <a:pt x="5062" y="1138"/>
                </a:lnTo>
                <a:lnTo>
                  <a:pt x="5061" y="1139"/>
                </a:lnTo>
                <a:lnTo>
                  <a:pt x="5060" y="1139"/>
                </a:lnTo>
                <a:lnTo>
                  <a:pt x="5060" y="1138"/>
                </a:lnTo>
                <a:lnTo>
                  <a:pt x="5059" y="1137"/>
                </a:lnTo>
                <a:lnTo>
                  <a:pt x="5058" y="1137"/>
                </a:lnTo>
                <a:lnTo>
                  <a:pt x="5058" y="1136"/>
                </a:lnTo>
                <a:lnTo>
                  <a:pt x="5057" y="1136"/>
                </a:lnTo>
                <a:lnTo>
                  <a:pt x="5056" y="1137"/>
                </a:lnTo>
                <a:lnTo>
                  <a:pt x="5055" y="1137"/>
                </a:lnTo>
                <a:lnTo>
                  <a:pt x="5055" y="1138"/>
                </a:lnTo>
                <a:lnTo>
                  <a:pt x="5056" y="1138"/>
                </a:lnTo>
                <a:lnTo>
                  <a:pt x="5056" y="1137"/>
                </a:lnTo>
                <a:lnTo>
                  <a:pt x="5057" y="1137"/>
                </a:lnTo>
                <a:lnTo>
                  <a:pt x="5057" y="1138"/>
                </a:lnTo>
                <a:lnTo>
                  <a:pt x="5057" y="1139"/>
                </a:lnTo>
                <a:lnTo>
                  <a:pt x="5056" y="1139"/>
                </a:lnTo>
                <a:lnTo>
                  <a:pt x="5056" y="1140"/>
                </a:lnTo>
                <a:lnTo>
                  <a:pt x="5055" y="1141"/>
                </a:lnTo>
                <a:lnTo>
                  <a:pt x="5055" y="1140"/>
                </a:lnTo>
                <a:lnTo>
                  <a:pt x="5054" y="1140"/>
                </a:lnTo>
                <a:lnTo>
                  <a:pt x="5054" y="1141"/>
                </a:lnTo>
                <a:lnTo>
                  <a:pt x="5054" y="1142"/>
                </a:lnTo>
                <a:lnTo>
                  <a:pt x="5053" y="1142"/>
                </a:lnTo>
                <a:lnTo>
                  <a:pt x="5053" y="1143"/>
                </a:lnTo>
                <a:lnTo>
                  <a:pt x="5054" y="1143"/>
                </a:lnTo>
                <a:lnTo>
                  <a:pt x="5054" y="1144"/>
                </a:lnTo>
                <a:lnTo>
                  <a:pt x="5053" y="1144"/>
                </a:lnTo>
                <a:lnTo>
                  <a:pt x="5052" y="1144"/>
                </a:lnTo>
                <a:lnTo>
                  <a:pt x="5052" y="1145"/>
                </a:lnTo>
                <a:lnTo>
                  <a:pt x="5052" y="1146"/>
                </a:lnTo>
                <a:lnTo>
                  <a:pt x="5051" y="1146"/>
                </a:lnTo>
                <a:lnTo>
                  <a:pt x="5051" y="1145"/>
                </a:lnTo>
                <a:lnTo>
                  <a:pt x="5051" y="1146"/>
                </a:lnTo>
                <a:lnTo>
                  <a:pt x="5050" y="1145"/>
                </a:lnTo>
                <a:lnTo>
                  <a:pt x="5050" y="1144"/>
                </a:lnTo>
                <a:lnTo>
                  <a:pt x="5050" y="1143"/>
                </a:lnTo>
                <a:lnTo>
                  <a:pt x="5049" y="1143"/>
                </a:lnTo>
                <a:lnTo>
                  <a:pt x="5048" y="1143"/>
                </a:lnTo>
                <a:lnTo>
                  <a:pt x="5048" y="1142"/>
                </a:lnTo>
                <a:lnTo>
                  <a:pt x="5047" y="1142"/>
                </a:lnTo>
                <a:lnTo>
                  <a:pt x="5047" y="1141"/>
                </a:lnTo>
                <a:lnTo>
                  <a:pt x="5047" y="1140"/>
                </a:lnTo>
                <a:lnTo>
                  <a:pt x="5046" y="1140"/>
                </a:lnTo>
                <a:lnTo>
                  <a:pt x="5045" y="1140"/>
                </a:lnTo>
                <a:lnTo>
                  <a:pt x="5044" y="1140"/>
                </a:lnTo>
                <a:lnTo>
                  <a:pt x="5043" y="1139"/>
                </a:lnTo>
                <a:lnTo>
                  <a:pt x="5043" y="1138"/>
                </a:lnTo>
                <a:lnTo>
                  <a:pt x="5042" y="1138"/>
                </a:lnTo>
                <a:lnTo>
                  <a:pt x="5042" y="1137"/>
                </a:lnTo>
                <a:lnTo>
                  <a:pt x="5042" y="1138"/>
                </a:lnTo>
                <a:lnTo>
                  <a:pt x="5041" y="1138"/>
                </a:lnTo>
                <a:lnTo>
                  <a:pt x="5041" y="1139"/>
                </a:lnTo>
                <a:lnTo>
                  <a:pt x="5040" y="1139"/>
                </a:lnTo>
                <a:lnTo>
                  <a:pt x="5040" y="1138"/>
                </a:lnTo>
                <a:lnTo>
                  <a:pt x="5039" y="1138"/>
                </a:lnTo>
                <a:lnTo>
                  <a:pt x="5039" y="1137"/>
                </a:lnTo>
                <a:lnTo>
                  <a:pt x="5038" y="1137"/>
                </a:lnTo>
                <a:lnTo>
                  <a:pt x="5037" y="1137"/>
                </a:lnTo>
                <a:lnTo>
                  <a:pt x="5037" y="1138"/>
                </a:lnTo>
                <a:lnTo>
                  <a:pt x="5037" y="1139"/>
                </a:lnTo>
                <a:lnTo>
                  <a:pt x="5037" y="1140"/>
                </a:lnTo>
                <a:lnTo>
                  <a:pt x="5036" y="1139"/>
                </a:lnTo>
                <a:lnTo>
                  <a:pt x="5035" y="1139"/>
                </a:lnTo>
                <a:lnTo>
                  <a:pt x="5034" y="1139"/>
                </a:lnTo>
                <a:lnTo>
                  <a:pt x="5035" y="1138"/>
                </a:lnTo>
                <a:lnTo>
                  <a:pt x="5035" y="1137"/>
                </a:lnTo>
                <a:lnTo>
                  <a:pt x="5035" y="1136"/>
                </a:lnTo>
                <a:lnTo>
                  <a:pt x="5034" y="1136"/>
                </a:lnTo>
                <a:lnTo>
                  <a:pt x="5033" y="1137"/>
                </a:lnTo>
                <a:lnTo>
                  <a:pt x="5033" y="1138"/>
                </a:lnTo>
                <a:lnTo>
                  <a:pt x="5032" y="1138"/>
                </a:lnTo>
                <a:lnTo>
                  <a:pt x="5033" y="1138"/>
                </a:lnTo>
                <a:lnTo>
                  <a:pt x="5033" y="1139"/>
                </a:lnTo>
                <a:lnTo>
                  <a:pt x="5034" y="1139"/>
                </a:lnTo>
                <a:lnTo>
                  <a:pt x="5034" y="1140"/>
                </a:lnTo>
                <a:lnTo>
                  <a:pt x="5033" y="1140"/>
                </a:lnTo>
                <a:lnTo>
                  <a:pt x="5033" y="1141"/>
                </a:lnTo>
                <a:lnTo>
                  <a:pt x="5034" y="1141"/>
                </a:lnTo>
                <a:lnTo>
                  <a:pt x="5033" y="1141"/>
                </a:lnTo>
                <a:lnTo>
                  <a:pt x="5032" y="1141"/>
                </a:lnTo>
                <a:lnTo>
                  <a:pt x="5032" y="1140"/>
                </a:lnTo>
                <a:lnTo>
                  <a:pt x="5032" y="1139"/>
                </a:lnTo>
                <a:lnTo>
                  <a:pt x="5031" y="1139"/>
                </a:lnTo>
                <a:lnTo>
                  <a:pt x="5031" y="1140"/>
                </a:lnTo>
                <a:lnTo>
                  <a:pt x="5030" y="1140"/>
                </a:lnTo>
                <a:lnTo>
                  <a:pt x="5030" y="1139"/>
                </a:lnTo>
                <a:lnTo>
                  <a:pt x="5030" y="1140"/>
                </a:lnTo>
                <a:lnTo>
                  <a:pt x="5030" y="1141"/>
                </a:lnTo>
                <a:lnTo>
                  <a:pt x="5029" y="1141"/>
                </a:lnTo>
                <a:lnTo>
                  <a:pt x="5030" y="1142"/>
                </a:lnTo>
                <a:lnTo>
                  <a:pt x="5030" y="1143"/>
                </a:lnTo>
                <a:lnTo>
                  <a:pt x="5031" y="1143"/>
                </a:lnTo>
                <a:lnTo>
                  <a:pt x="5031" y="1144"/>
                </a:lnTo>
                <a:lnTo>
                  <a:pt x="5031" y="1143"/>
                </a:lnTo>
                <a:lnTo>
                  <a:pt x="5030" y="1143"/>
                </a:lnTo>
                <a:lnTo>
                  <a:pt x="5029" y="1143"/>
                </a:lnTo>
                <a:lnTo>
                  <a:pt x="5029" y="1144"/>
                </a:lnTo>
                <a:lnTo>
                  <a:pt x="5028" y="1144"/>
                </a:lnTo>
                <a:lnTo>
                  <a:pt x="5027" y="1144"/>
                </a:lnTo>
                <a:lnTo>
                  <a:pt x="5027" y="1143"/>
                </a:lnTo>
                <a:lnTo>
                  <a:pt x="5026" y="1144"/>
                </a:lnTo>
                <a:lnTo>
                  <a:pt x="5026" y="1145"/>
                </a:lnTo>
                <a:lnTo>
                  <a:pt x="5025" y="1145"/>
                </a:lnTo>
                <a:lnTo>
                  <a:pt x="5025" y="1144"/>
                </a:lnTo>
                <a:lnTo>
                  <a:pt x="5024" y="1144"/>
                </a:lnTo>
                <a:lnTo>
                  <a:pt x="5023" y="1145"/>
                </a:lnTo>
                <a:lnTo>
                  <a:pt x="5023" y="1146"/>
                </a:lnTo>
                <a:lnTo>
                  <a:pt x="5022" y="1146"/>
                </a:lnTo>
                <a:lnTo>
                  <a:pt x="5022" y="1147"/>
                </a:lnTo>
                <a:lnTo>
                  <a:pt x="5023" y="1147"/>
                </a:lnTo>
                <a:lnTo>
                  <a:pt x="5023" y="1148"/>
                </a:lnTo>
                <a:lnTo>
                  <a:pt x="5024" y="1148"/>
                </a:lnTo>
                <a:lnTo>
                  <a:pt x="5025" y="1149"/>
                </a:lnTo>
                <a:lnTo>
                  <a:pt x="5025" y="1150"/>
                </a:lnTo>
                <a:lnTo>
                  <a:pt x="5024" y="1150"/>
                </a:lnTo>
                <a:lnTo>
                  <a:pt x="5024" y="1151"/>
                </a:lnTo>
                <a:lnTo>
                  <a:pt x="5023" y="1151"/>
                </a:lnTo>
                <a:lnTo>
                  <a:pt x="5022" y="1151"/>
                </a:lnTo>
                <a:lnTo>
                  <a:pt x="5022" y="1150"/>
                </a:lnTo>
                <a:lnTo>
                  <a:pt x="5021" y="1150"/>
                </a:lnTo>
                <a:lnTo>
                  <a:pt x="5020" y="1150"/>
                </a:lnTo>
                <a:lnTo>
                  <a:pt x="5020" y="1151"/>
                </a:lnTo>
                <a:lnTo>
                  <a:pt x="5021" y="1151"/>
                </a:lnTo>
                <a:lnTo>
                  <a:pt x="5021" y="1152"/>
                </a:lnTo>
                <a:lnTo>
                  <a:pt x="5022" y="1152"/>
                </a:lnTo>
                <a:lnTo>
                  <a:pt x="5022" y="1151"/>
                </a:lnTo>
                <a:lnTo>
                  <a:pt x="5023" y="1151"/>
                </a:lnTo>
                <a:lnTo>
                  <a:pt x="5023" y="1152"/>
                </a:lnTo>
                <a:lnTo>
                  <a:pt x="5022" y="1152"/>
                </a:lnTo>
                <a:lnTo>
                  <a:pt x="5022" y="1153"/>
                </a:lnTo>
                <a:lnTo>
                  <a:pt x="5021" y="1153"/>
                </a:lnTo>
                <a:lnTo>
                  <a:pt x="5020" y="1153"/>
                </a:lnTo>
                <a:lnTo>
                  <a:pt x="5020" y="1154"/>
                </a:lnTo>
                <a:lnTo>
                  <a:pt x="5021" y="1154"/>
                </a:lnTo>
                <a:lnTo>
                  <a:pt x="5022" y="1154"/>
                </a:lnTo>
                <a:lnTo>
                  <a:pt x="5023" y="1154"/>
                </a:lnTo>
                <a:lnTo>
                  <a:pt x="5022" y="1155"/>
                </a:lnTo>
                <a:lnTo>
                  <a:pt x="5022" y="1156"/>
                </a:lnTo>
                <a:lnTo>
                  <a:pt x="5021" y="1156"/>
                </a:lnTo>
                <a:lnTo>
                  <a:pt x="5020" y="1156"/>
                </a:lnTo>
                <a:lnTo>
                  <a:pt x="5019" y="1156"/>
                </a:lnTo>
                <a:lnTo>
                  <a:pt x="5018" y="1156"/>
                </a:lnTo>
                <a:lnTo>
                  <a:pt x="5018" y="1157"/>
                </a:lnTo>
                <a:lnTo>
                  <a:pt x="5018" y="1158"/>
                </a:lnTo>
                <a:lnTo>
                  <a:pt x="5018" y="1159"/>
                </a:lnTo>
                <a:lnTo>
                  <a:pt x="5019" y="1159"/>
                </a:lnTo>
                <a:lnTo>
                  <a:pt x="5019" y="1158"/>
                </a:lnTo>
                <a:lnTo>
                  <a:pt x="5020" y="1158"/>
                </a:lnTo>
                <a:lnTo>
                  <a:pt x="5021" y="1159"/>
                </a:lnTo>
                <a:lnTo>
                  <a:pt x="5020" y="1159"/>
                </a:lnTo>
                <a:lnTo>
                  <a:pt x="5020" y="1160"/>
                </a:lnTo>
                <a:lnTo>
                  <a:pt x="5021" y="1161"/>
                </a:lnTo>
                <a:lnTo>
                  <a:pt x="5022" y="1161"/>
                </a:lnTo>
                <a:lnTo>
                  <a:pt x="5022" y="1162"/>
                </a:lnTo>
                <a:lnTo>
                  <a:pt x="5021" y="1162"/>
                </a:lnTo>
                <a:lnTo>
                  <a:pt x="5020" y="1162"/>
                </a:lnTo>
                <a:lnTo>
                  <a:pt x="5019" y="1162"/>
                </a:lnTo>
                <a:lnTo>
                  <a:pt x="5019" y="1163"/>
                </a:lnTo>
                <a:lnTo>
                  <a:pt x="5019" y="1164"/>
                </a:lnTo>
                <a:lnTo>
                  <a:pt x="5018" y="1164"/>
                </a:lnTo>
                <a:lnTo>
                  <a:pt x="5017" y="1164"/>
                </a:lnTo>
                <a:lnTo>
                  <a:pt x="5016" y="1164"/>
                </a:lnTo>
                <a:lnTo>
                  <a:pt x="5016" y="1165"/>
                </a:lnTo>
                <a:lnTo>
                  <a:pt x="5017" y="1165"/>
                </a:lnTo>
                <a:lnTo>
                  <a:pt x="5017" y="1166"/>
                </a:lnTo>
                <a:lnTo>
                  <a:pt x="5016" y="1166"/>
                </a:lnTo>
                <a:lnTo>
                  <a:pt x="5015" y="1166"/>
                </a:lnTo>
                <a:lnTo>
                  <a:pt x="5014" y="1166"/>
                </a:lnTo>
                <a:lnTo>
                  <a:pt x="5014" y="1167"/>
                </a:lnTo>
                <a:lnTo>
                  <a:pt x="5014" y="1168"/>
                </a:lnTo>
                <a:lnTo>
                  <a:pt x="5013" y="1168"/>
                </a:lnTo>
                <a:lnTo>
                  <a:pt x="5013" y="1169"/>
                </a:lnTo>
                <a:lnTo>
                  <a:pt x="5012" y="1169"/>
                </a:lnTo>
                <a:lnTo>
                  <a:pt x="5012" y="1168"/>
                </a:lnTo>
                <a:lnTo>
                  <a:pt x="5011" y="1168"/>
                </a:lnTo>
                <a:lnTo>
                  <a:pt x="5010" y="1169"/>
                </a:lnTo>
                <a:lnTo>
                  <a:pt x="5010" y="1168"/>
                </a:lnTo>
                <a:lnTo>
                  <a:pt x="5009" y="1168"/>
                </a:lnTo>
                <a:lnTo>
                  <a:pt x="5009" y="1167"/>
                </a:lnTo>
                <a:lnTo>
                  <a:pt x="5008" y="1167"/>
                </a:lnTo>
                <a:lnTo>
                  <a:pt x="5008" y="1168"/>
                </a:lnTo>
                <a:lnTo>
                  <a:pt x="5009" y="1168"/>
                </a:lnTo>
                <a:lnTo>
                  <a:pt x="5009" y="1169"/>
                </a:lnTo>
                <a:lnTo>
                  <a:pt x="5008" y="1169"/>
                </a:lnTo>
                <a:lnTo>
                  <a:pt x="5007" y="1169"/>
                </a:lnTo>
                <a:lnTo>
                  <a:pt x="5006" y="1169"/>
                </a:lnTo>
                <a:lnTo>
                  <a:pt x="5006" y="1170"/>
                </a:lnTo>
                <a:lnTo>
                  <a:pt x="5005" y="1170"/>
                </a:lnTo>
                <a:lnTo>
                  <a:pt x="5006" y="1170"/>
                </a:lnTo>
                <a:lnTo>
                  <a:pt x="5006" y="1171"/>
                </a:lnTo>
                <a:lnTo>
                  <a:pt x="5005" y="1171"/>
                </a:lnTo>
                <a:lnTo>
                  <a:pt x="5005" y="1172"/>
                </a:lnTo>
                <a:lnTo>
                  <a:pt x="5004" y="1173"/>
                </a:lnTo>
                <a:lnTo>
                  <a:pt x="5003" y="1173"/>
                </a:lnTo>
                <a:lnTo>
                  <a:pt x="5003" y="1174"/>
                </a:lnTo>
                <a:lnTo>
                  <a:pt x="5002" y="1173"/>
                </a:lnTo>
                <a:lnTo>
                  <a:pt x="5001" y="1173"/>
                </a:lnTo>
                <a:lnTo>
                  <a:pt x="5000" y="1174"/>
                </a:lnTo>
                <a:lnTo>
                  <a:pt x="4999" y="1173"/>
                </a:lnTo>
                <a:lnTo>
                  <a:pt x="4999" y="1174"/>
                </a:lnTo>
                <a:lnTo>
                  <a:pt x="4998" y="1174"/>
                </a:lnTo>
                <a:lnTo>
                  <a:pt x="4997" y="1174"/>
                </a:lnTo>
                <a:lnTo>
                  <a:pt x="4997" y="1175"/>
                </a:lnTo>
                <a:lnTo>
                  <a:pt x="4998" y="1175"/>
                </a:lnTo>
                <a:lnTo>
                  <a:pt x="4998" y="1176"/>
                </a:lnTo>
                <a:lnTo>
                  <a:pt x="4997" y="1176"/>
                </a:lnTo>
                <a:lnTo>
                  <a:pt x="4998" y="1177"/>
                </a:lnTo>
                <a:lnTo>
                  <a:pt x="4999" y="1177"/>
                </a:lnTo>
                <a:lnTo>
                  <a:pt x="4998" y="1177"/>
                </a:lnTo>
                <a:lnTo>
                  <a:pt x="4998" y="1178"/>
                </a:lnTo>
                <a:lnTo>
                  <a:pt x="4998" y="1179"/>
                </a:lnTo>
                <a:lnTo>
                  <a:pt x="4997" y="1179"/>
                </a:lnTo>
                <a:lnTo>
                  <a:pt x="4997" y="1180"/>
                </a:lnTo>
                <a:lnTo>
                  <a:pt x="4998" y="1180"/>
                </a:lnTo>
                <a:lnTo>
                  <a:pt x="4997" y="1180"/>
                </a:lnTo>
                <a:lnTo>
                  <a:pt x="4996" y="1180"/>
                </a:lnTo>
                <a:lnTo>
                  <a:pt x="4996" y="1181"/>
                </a:lnTo>
                <a:lnTo>
                  <a:pt x="4995" y="1182"/>
                </a:lnTo>
                <a:lnTo>
                  <a:pt x="4994" y="1182"/>
                </a:lnTo>
                <a:lnTo>
                  <a:pt x="4994" y="1181"/>
                </a:lnTo>
                <a:lnTo>
                  <a:pt x="4993" y="1181"/>
                </a:lnTo>
                <a:lnTo>
                  <a:pt x="4992" y="1181"/>
                </a:lnTo>
                <a:lnTo>
                  <a:pt x="4992" y="1180"/>
                </a:lnTo>
                <a:lnTo>
                  <a:pt x="4991" y="1180"/>
                </a:lnTo>
                <a:lnTo>
                  <a:pt x="4990" y="1180"/>
                </a:lnTo>
                <a:lnTo>
                  <a:pt x="4989" y="1180"/>
                </a:lnTo>
                <a:lnTo>
                  <a:pt x="4988" y="1180"/>
                </a:lnTo>
                <a:lnTo>
                  <a:pt x="4987" y="1180"/>
                </a:lnTo>
                <a:lnTo>
                  <a:pt x="4987" y="1179"/>
                </a:lnTo>
                <a:lnTo>
                  <a:pt x="4986" y="1179"/>
                </a:lnTo>
                <a:lnTo>
                  <a:pt x="4985" y="1179"/>
                </a:lnTo>
                <a:lnTo>
                  <a:pt x="4983" y="1179"/>
                </a:lnTo>
                <a:lnTo>
                  <a:pt x="4982" y="1179"/>
                </a:lnTo>
                <a:lnTo>
                  <a:pt x="4982" y="1180"/>
                </a:lnTo>
                <a:lnTo>
                  <a:pt x="4981" y="1180"/>
                </a:lnTo>
                <a:lnTo>
                  <a:pt x="4981" y="1179"/>
                </a:lnTo>
                <a:lnTo>
                  <a:pt x="4980" y="1179"/>
                </a:lnTo>
                <a:lnTo>
                  <a:pt x="4980" y="1178"/>
                </a:lnTo>
                <a:lnTo>
                  <a:pt x="4979" y="1178"/>
                </a:lnTo>
                <a:lnTo>
                  <a:pt x="4978" y="1178"/>
                </a:lnTo>
                <a:lnTo>
                  <a:pt x="4978" y="1179"/>
                </a:lnTo>
                <a:lnTo>
                  <a:pt x="4977" y="1179"/>
                </a:lnTo>
                <a:lnTo>
                  <a:pt x="4976" y="1180"/>
                </a:lnTo>
                <a:lnTo>
                  <a:pt x="4975" y="1181"/>
                </a:lnTo>
                <a:lnTo>
                  <a:pt x="4974" y="1181"/>
                </a:lnTo>
                <a:lnTo>
                  <a:pt x="4973" y="1182"/>
                </a:lnTo>
                <a:lnTo>
                  <a:pt x="4973" y="1181"/>
                </a:lnTo>
                <a:lnTo>
                  <a:pt x="4972" y="1181"/>
                </a:lnTo>
                <a:lnTo>
                  <a:pt x="4971" y="1181"/>
                </a:lnTo>
                <a:lnTo>
                  <a:pt x="4971" y="1180"/>
                </a:lnTo>
                <a:lnTo>
                  <a:pt x="4970" y="1179"/>
                </a:lnTo>
                <a:lnTo>
                  <a:pt x="4969" y="1179"/>
                </a:lnTo>
                <a:lnTo>
                  <a:pt x="4968" y="1179"/>
                </a:lnTo>
                <a:lnTo>
                  <a:pt x="4968" y="1180"/>
                </a:lnTo>
                <a:lnTo>
                  <a:pt x="4967" y="1180"/>
                </a:lnTo>
                <a:lnTo>
                  <a:pt x="4967" y="1179"/>
                </a:lnTo>
                <a:lnTo>
                  <a:pt x="4966" y="1180"/>
                </a:lnTo>
                <a:lnTo>
                  <a:pt x="4965" y="1180"/>
                </a:lnTo>
                <a:lnTo>
                  <a:pt x="4965" y="1181"/>
                </a:lnTo>
                <a:lnTo>
                  <a:pt x="4966" y="1181"/>
                </a:lnTo>
                <a:lnTo>
                  <a:pt x="4966" y="1182"/>
                </a:lnTo>
                <a:lnTo>
                  <a:pt x="4965" y="1182"/>
                </a:lnTo>
                <a:lnTo>
                  <a:pt x="4964" y="1183"/>
                </a:lnTo>
                <a:lnTo>
                  <a:pt x="4963" y="1183"/>
                </a:lnTo>
                <a:lnTo>
                  <a:pt x="4962" y="1183"/>
                </a:lnTo>
                <a:lnTo>
                  <a:pt x="4961" y="1183"/>
                </a:lnTo>
                <a:lnTo>
                  <a:pt x="4960" y="1183"/>
                </a:lnTo>
                <a:lnTo>
                  <a:pt x="4958" y="1183"/>
                </a:lnTo>
                <a:lnTo>
                  <a:pt x="4957" y="1183"/>
                </a:lnTo>
                <a:lnTo>
                  <a:pt x="4956" y="1183"/>
                </a:lnTo>
                <a:lnTo>
                  <a:pt x="4956" y="1182"/>
                </a:lnTo>
                <a:lnTo>
                  <a:pt x="4955" y="1182"/>
                </a:lnTo>
                <a:lnTo>
                  <a:pt x="4954" y="1182"/>
                </a:lnTo>
                <a:lnTo>
                  <a:pt x="4954" y="1181"/>
                </a:lnTo>
                <a:lnTo>
                  <a:pt x="4953" y="1181"/>
                </a:lnTo>
                <a:lnTo>
                  <a:pt x="4952" y="1181"/>
                </a:lnTo>
                <a:lnTo>
                  <a:pt x="4951" y="1181"/>
                </a:lnTo>
                <a:lnTo>
                  <a:pt x="4950" y="1181"/>
                </a:lnTo>
                <a:lnTo>
                  <a:pt x="4938" y="1180"/>
                </a:lnTo>
                <a:lnTo>
                  <a:pt x="4920" y="1181"/>
                </a:lnTo>
                <a:lnTo>
                  <a:pt x="4917" y="1182"/>
                </a:lnTo>
                <a:lnTo>
                  <a:pt x="4915" y="1183"/>
                </a:lnTo>
                <a:lnTo>
                  <a:pt x="4916" y="1184"/>
                </a:lnTo>
                <a:lnTo>
                  <a:pt x="4916" y="1185"/>
                </a:lnTo>
                <a:lnTo>
                  <a:pt x="4917" y="1185"/>
                </a:lnTo>
                <a:lnTo>
                  <a:pt x="4917" y="1186"/>
                </a:lnTo>
                <a:lnTo>
                  <a:pt x="4918" y="1186"/>
                </a:lnTo>
                <a:lnTo>
                  <a:pt x="4920" y="1187"/>
                </a:lnTo>
                <a:lnTo>
                  <a:pt x="4921" y="1188"/>
                </a:lnTo>
                <a:lnTo>
                  <a:pt x="4921" y="1189"/>
                </a:lnTo>
                <a:lnTo>
                  <a:pt x="4921" y="1190"/>
                </a:lnTo>
                <a:lnTo>
                  <a:pt x="4921" y="1191"/>
                </a:lnTo>
                <a:lnTo>
                  <a:pt x="4921" y="1192"/>
                </a:lnTo>
                <a:lnTo>
                  <a:pt x="4921" y="1193"/>
                </a:lnTo>
                <a:lnTo>
                  <a:pt x="4922" y="1193"/>
                </a:lnTo>
                <a:lnTo>
                  <a:pt x="4922" y="1194"/>
                </a:lnTo>
                <a:lnTo>
                  <a:pt x="4922" y="1195"/>
                </a:lnTo>
                <a:lnTo>
                  <a:pt x="4921" y="1195"/>
                </a:lnTo>
                <a:lnTo>
                  <a:pt x="4921" y="1196"/>
                </a:lnTo>
                <a:lnTo>
                  <a:pt x="4922" y="1196"/>
                </a:lnTo>
                <a:lnTo>
                  <a:pt x="4921" y="1196"/>
                </a:lnTo>
                <a:lnTo>
                  <a:pt x="4921" y="1198"/>
                </a:lnTo>
                <a:lnTo>
                  <a:pt x="4921" y="1199"/>
                </a:lnTo>
                <a:lnTo>
                  <a:pt x="4921" y="1200"/>
                </a:lnTo>
                <a:lnTo>
                  <a:pt x="4922" y="1202"/>
                </a:lnTo>
                <a:lnTo>
                  <a:pt x="4921" y="1203"/>
                </a:lnTo>
                <a:lnTo>
                  <a:pt x="4922" y="1204"/>
                </a:lnTo>
                <a:lnTo>
                  <a:pt x="4923" y="1205"/>
                </a:lnTo>
                <a:lnTo>
                  <a:pt x="4924" y="1205"/>
                </a:lnTo>
                <a:lnTo>
                  <a:pt x="4924" y="1206"/>
                </a:lnTo>
                <a:lnTo>
                  <a:pt x="4925" y="1207"/>
                </a:lnTo>
                <a:lnTo>
                  <a:pt x="4925" y="1208"/>
                </a:lnTo>
                <a:lnTo>
                  <a:pt x="4925" y="1209"/>
                </a:lnTo>
                <a:lnTo>
                  <a:pt x="4926" y="1210"/>
                </a:lnTo>
                <a:lnTo>
                  <a:pt x="4926" y="1211"/>
                </a:lnTo>
                <a:lnTo>
                  <a:pt x="4927" y="1212"/>
                </a:lnTo>
                <a:lnTo>
                  <a:pt x="4928" y="1212"/>
                </a:lnTo>
                <a:lnTo>
                  <a:pt x="4929" y="1213"/>
                </a:lnTo>
                <a:lnTo>
                  <a:pt x="4930" y="1214"/>
                </a:lnTo>
                <a:lnTo>
                  <a:pt x="4930" y="1215"/>
                </a:lnTo>
                <a:lnTo>
                  <a:pt x="4931" y="1215"/>
                </a:lnTo>
                <a:lnTo>
                  <a:pt x="4931" y="1216"/>
                </a:lnTo>
                <a:lnTo>
                  <a:pt x="4932" y="1216"/>
                </a:lnTo>
                <a:lnTo>
                  <a:pt x="4933" y="1216"/>
                </a:lnTo>
                <a:lnTo>
                  <a:pt x="4933" y="1215"/>
                </a:lnTo>
                <a:lnTo>
                  <a:pt x="4934" y="1215"/>
                </a:lnTo>
                <a:lnTo>
                  <a:pt x="4934" y="1216"/>
                </a:lnTo>
                <a:lnTo>
                  <a:pt x="4935" y="1216"/>
                </a:lnTo>
                <a:lnTo>
                  <a:pt x="4935" y="1217"/>
                </a:lnTo>
                <a:lnTo>
                  <a:pt x="4936" y="1217"/>
                </a:lnTo>
                <a:lnTo>
                  <a:pt x="4936" y="1218"/>
                </a:lnTo>
                <a:lnTo>
                  <a:pt x="4936" y="1219"/>
                </a:lnTo>
                <a:lnTo>
                  <a:pt x="4937" y="1219"/>
                </a:lnTo>
                <a:lnTo>
                  <a:pt x="4937" y="1220"/>
                </a:lnTo>
                <a:lnTo>
                  <a:pt x="4938" y="1220"/>
                </a:lnTo>
                <a:lnTo>
                  <a:pt x="4938" y="1221"/>
                </a:lnTo>
                <a:lnTo>
                  <a:pt x="4939" y="1221"/>
                </a:lnTo>
                <a:lnTo>
                  <a:pt x="4939" y="1222"/>
                </a:lnTo>
                <a:lnTo>
                  <a:pt x="4938" y="1222"/>
                </a:lnTo>
                <a:lnTo>
                  <a:pt x="4938" y="1223"/>
                </a:lnTo>
                <a:lnTo>
                  <a:pt x="4939" y="1223"/>
                </a:lnTo>
                <a:lnTo>
                  <a:pt x="4939" y="1224"/>
                </a:lnTo>
                <a:lnTo>
                  <a:pt x="4939" y="1223"/>
                </a:lnTo>
                <a:lnTo>
                  <a:pt x="4940" y="1223"/>
                </a:lnTo>
                <a:lnTo>
                  <a:pt x="4940" y="1224"/>
                </a:lnTo>
                <a:lnTo>
                  <a:pt x="4940" y="1225"/>
                </a:lnTo>
                <a:lnTo>
                  <a:pt x="4940" y="1226"/>
                </a:lnTo>
                <a:lnTo>
                  <a:pt x="4940" y="1227"/>
                </a:lnTo>
                <a:lnTo>
                  <a:pt x="4939" y="1227"/>
                </a:lnTo>
                <a:lnTo>
                  <a:pt x="4938" y="1228"/>
                </a:lnTo>
                <a:lnTo>
                  <a:pt x="4938" y="1229"/>
                </a:lnTo>
                <a:lnTo>
                  <a:pt x="4939" y="1230"/>
                </a:lnTo>
                <a:lnTo>
                  <a:pt x="4938" y="1230"/>
                </a:lnTo>
                <a:lnTo>
                  <a:pt x="4938" y="1231"/>
                </a:lnTo>
                <a:lnTo>
                  <a:pt x="4938" y="1230"/>
                </a:lnTo>
                <a:lnTo>
                  <a:pt x="4937" y="1230"/>
                </a:lnTo>
                <a:lnTo>
                  <a:pt x="4937" y="1231"/>
                </a:lnTo>
                <a:lnTo>
                  <a:pt x="4937" y="1232"/>
                </a:lnTo>
                <a:lnTo>
                  <a:pt x="4936" y="1233"/>
                </a:lnTo>
                <a:lnTo>
                  <a:pt x="4935" y="1233"/>
                </a:lnTo>
                <a:lnTo>
                  <a:pt x="4935" y="1234"/>
                </a:lnTo>
                <a:lnTo>
                  <a:pt x="4934" y="1234"/>
                </a:lnTo>
                <a:lnTo>
                  <a:pt x="4933" y="1234"/>
                </a:lnTo>
                <a:lnTo>
                  <a:pt x="4933" y="1235"/>
                </a:lnTo>
                <a:lnTo>
                  <a:pt x="4934" y="1235"/>
                </a:lnTo>
                <a:lnTo>
                  <a:pt x="4934" y="1236"/>
                </a:lnTo>
                <a:lnTo>
                  <a:pt x="4934" y="1237"/>
                </a:lnTo>
                <a:lnTo>
                  <a:pt x="4933" y="1237"/>
                </a:lnTo>
                <a:lnTo>
                  <a:pt x="4933" y="1238"/>
                </a:lnTo>
                <a:lnTo>
                  <a:pt x="4933" y="1239"/>
                </a:lnTo>
                <a:lnTo>
                  <a:pt x="4934" y="1239"/>
                </a:lnTo>
                <a:lnTo>
                  <a:pt x="4933" y="1240"/>
                </a:lnTo>
                <a:lnTo>
                  <a:pt x="4932" y="1240"/>
                </a:lnTo>
                <a:lnTo>
                  <a:pt x="4931" y="1240"/>
                </a:lnTo>
                <a:lnTo>
                  <a:pt x="4931" y="1241"/>
                </a:lnTo>
                <a:lnTo>
                  <a:pt x="4931" y="1242"/>
                </a:lnTo>
                <a:lnTo>
                  <a:pt x="4931" y="1243"/>
                </a:lnTo>
                <a:lnTo>
                  <a:pt x="4930" y="1243"/>
                </a:lnTo>
                <a:lnTo>
                  <a:pt x="4929" y="1243"/>
                </a:lnTo>
                <a:lnTo>
                  <a:pt x="4928" y="1243"/>
                </a:lnTo>
                <a:lnTo>
                  <a:pt x="4928" y="1244"/>
                </a:lnTo>
                <a:lnTo>
                  <a:pt x="4927" y="1244"/>
                </a:lnTo>
                <a:lnTo>
                  <a:pt x="4927" y="1245"/>
                </a:lnTo>
                <a:lnTo>
                  <a:pt x="4926" y="1245"/>
                </a:lnTo>
                <a:lnTo>
                  <a:pt x="4926" y="1246"/>
                </a:lnTo>
                <a:lnTo>
                  <a:pt x="4925" y="1246"/>
                </a:lnTo>
                <a:lnTo>
                  <a:pt x="4924" y="1246"/>
                </a:lnTo>
                <a:lnTo>
                  <a:pt x="4923" y="1246"/>
                </a:lnTo>
                <a:lnTo>
                  <a:pt x="4923" y="1247"/>
                </a:lnTo>
                <a:lnTo>
                  <a:pt x="4923" y="1248"/>
                </a:lnTo>
                <a:lnTo>
                  <a:pt x="4922" y="1248"/>
                </a:lnTo>
                <a:lnTo>
                  <a:pt x="4921" y="1248"/>
                </a:lnTo>
                <a:lnTo>
                  <a:pt x="4921" y="1247"/>
                </a:lnTo>
                <a:lnTo>
                  <a:pt x="4920" y="1247"/>
                </a:lnTo>
                <a:lnTo>
                  <a:pt x="4920" y="1246"/>
                </a:lnTo>
                <a:lnTo>
                  <a:pt x="4921" y="1246"/>
                </a:lnTo>
                <a:lnTo>
                  <a:pt x="4922" y="1246"/>
                </a:lnTo>
                <a:lnTo>
                  <a:pt x="4922" y="1245"/>
                </a:lnTo>
                <a:lnTo>
                  <a:pt x="4921" y="1245"/>
                </a:lnTo>
                <a:lnTo>
                  <a:pt x="4920" y="1245"/>
                </a:lnTo>
                <a:lnTo>
                  <a:pt x="4919" y="1245"/>
                </a:lnTo>
                <a:lnTo>
                  <a:pt x="4919" y="1246"/>
                </a:lnTo>
                <a:lnTo>
                  <a:pt x="4919" y="1247"/>
                </a:lnTo>
                <a:lnTo>
                  <a:pt x="4919" y="1246"/>
                </a:lnTo>
                <a:lnTo>
                  <a:pt x="4918" y="1246"/>
                </a:lnTo>
                <a:lnTo>
                  <a:pt x="4918" y="1245"/>
                </a:lnTo>
                <a:lnTo>
                  <a:pt x="4917" y="1245"/>
                </a:lnTo>
                <a:lnTo>
                  <a:pt x="4916" y="1245"/>
                </a:lnTo>
                <a:lnTo>
                  <a:pt x="4915" y="1245"/>
                </a:lnTo>
                <a:lnTo>
                  <a:pt x="4915" y="1244"/>
                </a:lnTo>
                <a:lnTo>
                  <a:pt x="4915" y="1243"/>
                </a:lnTo>
                <a:lnTo>
                  <a:pt x="4916" y="1243"/>
                </a:lnTo>
                <a:lnTo>
                  <a:pt x="4915" y="1242"/>
                </a:lnTo>
                <a:lnTo>
                  <a:pt x="4915" y="1243"/>
                </a:lnTo>
                <a:lnTo>
                  <a:pt x="4914" y="1243"/>
                </a:lnTo>
                <a:lnTo>
                  <a:pt x="4913" y="1243"/>
                </a:lnTo>
                <a:lnTo>
                  <a:pt x="4913" y="1242"/>
                </a:lnTo>
                <a:lnTo>
                  <a:pt x="4913" y="1241"/>
                </a:lnTo>
                <a:lnTo>
                  <a:pt x="4912" y="1241"/>
                </a:lnTo>
                <a:lnTo>
                  <a:pt x="4912" y="1242"/>
                </a:lnTo>
                <a:lnTo>
                  <a:pt x="4912" y="1241"/>
                </a:lnTo>
                <a:lnTo>
                  <a:pt x="4913" y="1241"/>
                </a:lnTo>
                <a:lnTo>
                  <a:pt x="4913" y="1240"/>
                </a:lnTo>
                <a:lnTo>
                  <a:pt x="4912" y="1240"/>
                </a:lnTo>
                <a:lnTo>
                  <a:pt x="4911" y="1241"/>
                </a:lnTo>
                <a:lnTo>
                  <a:pt x="4911" y="1242"/>
                </a:lnTo>
                <a:lnTo>
                  <a:pt x="4911" y="1243"/>
                </a:lnTo>
                <a:lnTo>
                  <a:pt x="4910" y="1243"/>
                </a:lnTo>
                <a:lnTo>
                  <a:pt x="4910" y="1242"/>
                </a:lnTo>
                <a:lnTo>
                  <a:pt x="4910" y="1241"/>
                </a:lnTo>
                <a:lnTo>
                  <a:pt x="4909" y="1241"/>
                </a:lnTo>
                <a:lnTo>
                  <a:pt x="4909" y="1240"/>
                </a:lnTo>
                <a:lnTo>
                  <a:pt x="4908" y="1240"/>
                </a:lnTo>
                <a:lnTo>
                  <a:pt x="4908" y="1241"/>
                </a:lnTo>
                <a:lnTo>
                  <a:pt x="4907" y="1241"/>
                </a:lnTo>
                <a:lnTo>
                  <a:pt x="4907" y="1240"/>
                </a:lnTo>
                <a:lnTo>
                  <a:pt x="4907" y="1239"/>
                </a:lnTo>
                <a:lnTo>
                  <a:pt x="4906" y="1239"/>
                </a:lnTo>
                <a:lnTo>
                  <a:pt x="4906" y="1238"/>
                </a:lnTo>
                <a:lnTo>
                  <a:pt x="4906" y="1239"/>
                </a:lnTo>
                <a:lnTo>
                  <a:pt x="4906" y="1240"/>
                </a:lnTo>
                <a:lnTo>
                  <a:pt x="4905" y="1240"/>
                </a:lnTo>
                <a:lnTo>
                  <a:pt x="4904" y="1240"/>
                </a:lnTo>
                <a:lnTo>
                  <a:pt x="4904" y="1241"/>
                </a:lnTo>
                <a:lnTo>
                  <a:pt x="4903" y="1241"/>
                </a:lnTo>
                <a:lnTo>
                  <a:pt x="4902" y="1241"/>
                </a:lnTo>
                <a:lnTo>
                  <a:pt x="4902" y="1240"/>
                </a:lnTo>
                <a:lnTo>
                  <a:pt x="4901" y="1240"/>
                </a:lnTo>
                <a:lnTo>
                  <a:pt x="4900" y="1240"/>
                </a:lnTo>
                <a:lnTo>
                  <a:pt x="4900" y="1241"/>
                </a:lnTo>
                <a:lnTo>
                  <a:pt x="4900" y="1242"/>
                </a:lnTo>
                <a:lnTo>
                  <a:pt x="4900" y="1243"/>
                </a:lnTo>
                <a:lnTo>
                  <a:pt x="4901" y="1243"/>
                </a:lnTo>
                <a:lnTo>
                  <a:pt x="4901" y="1244"/>
                </a:lnTo>
                <a:lnTo>
                  <a:pt x="4900" y="1244"/>
                </a:lnTo>
                <a:lnTo>
                  <a:pt x="4899" y="1244"/>
                </a:lnTo>
                <a:lnTo>
                  <a:pt x="4899" y="1243"/>
                </a:lnTo>
                <a:lnTo>
                  <a:pt x="4899" y="1242"/>
                </a:lnTo>
                <a:lnTo>
                  <a:pt x="4898" y="1242"/>
                </a:lnTo>
                <a:lnTo>
                  <a:pt x="4897" y="1242"/>
                </a:lnTo>
                <a:lnTo>
                  <a:pt x="4897" y="1243"/>
                </a:lnTo>
                <a:lnTo>
                  <a:pt x="4897" y="1244"/>
                </a:lnTo>
                <a:lnTo>
                  <a:pt x="4896" y="1244"/>
                </a:lnTo>
                <a:lnTo>
                  <a:pt x="4896" y="1243"/>
                </a:lnTo>
                <a:lnTo>
                  <a:pt x="4895" y="1243"/>
                </a:lnTo>
                <a:lnTo>
                  <a:pt x="4895" y="1242"/>
                </a:lnTo>
                <a:lnTo>
                  <a:pt x="4894" y="1242"/>
                </a:lnTo>
                <a:lnTo>
                  <a:pt x="4893" y="1242"/>
                </a:lnTo>
                <a:lnTo>
                  <a:pt x="4893" y="1244"/>
                </a:lnTo>
                <a:lnTo>
                  <a:pt x="4893" y="1243"/>
                </a:lnTo>
                <a:lnTo>
                  <a:pt x="4892" y="1243"/>
                </a:lnTo>
                <a:lnTo>
                  <a:pt x="4893" y="1242"/>
                </a:lnTo>
                <a:lnTo>
                  <a:pt x="4892" y="1242"/>
                </a:lnTo>
                <a:lnTo>
                  <a:pt x="4891" y="1242"/>
                </a:lnTo>
                <a:lnTo>
                  <a:pt x="4890" y="1242"/>
                </a:lnTo>
                <a:lnTo>
                  <a:pt x="4888" y="1242"/>
                </a:lnTo>
                <a:lnTo>
                  <a:pt x="4887" y="1242"/>
                </a:lnTo>
                <a:lnTo>
                  <a:pt x="4885" y="1242"/>
                </a:lnTo>
                <a:lnTo>
                  <a:pt x="4884" y="1242"/>
                </a:lnTo>
                <a:lnTo>
                  <a:pt x="4883" y="1242"/>
                </a:lnTo>
                <a:lnTo>
                  <a:pt x="4883" y="1243"/>
                </a:lnTo>
                <a:lnTo>
                  <a:pt x="4882" y="1243"/>
                </a:lnTo>
                <a:lnTo>
                  <a:pt x="4882" y="1242"/>
                </a:lnTo>
                <a:lnTo>
                  <a:pt x="4881" y="1242"/>
                </a:lnTo>
                <a:lnTo>
                  <a:pt x="4881" y="1241"/>
                </a:lnTo>
                <a:lnTo>
                  <a:pt x="4880" y="1242"/>
                </a:lnTo>
                <a:lnTo>
                  <a:pt x="4881" y="1243"/>
                </a:lnTo>
                <a:lnTo>
                  <a:pt x="4882" y="1243"/>
                </a:lnTo>
                <a:lnTo>
                  <a:pt x="4881" y="1244"/>
                </a:lnTo>
                <a:lnTo>
                  <a:pt x="4880" y="1244"/>
                </a:lnTo>
                <a:lnTo>
                  <a:pt x="4879" y="1243"/>
                </a:lnTo>
                <a:lnTo>
                  <a:pt x="4878" y="1242"/>
                </a:lnTo>
                <a:lnTo>
                  <a:pt x="4878" y="1241"/>
                </a:lnTo>
                <a:lnTo>
                  <a:pt x="4877" y="1241"/>
                </a:lnTo>
                <a:lnTo>
                  <a:pt x="4876" y="1241"/>
                </a:lnTo>
                <a:lnTo>
                  <a:pt x="4875" y="1242"/>
                </a:lnTo>
                <a:lnTo>
                  <a:pt x="4873" y="1241"/>
                </a:lnTo>
                <a:lnTo>
                  <a:pt x="4872" y="1241"/>
                </a:lnTo>
                <a:lnTo>
                  <a:pt x="4871" y="1240"/>
                </a:lnTo>
                <a:lnTo>
                  <a:pt x="4871" y="1239"/>
                </a:lnTo>
                <a:lnTo>
                  <a:pt x="4871" y="1238"/>
                </a:lnTo>
                <a:lnTo>
                  <a:pt x="4871" y="1237"/>
                </a:lnTo>
                <a:lnTo>
                  <a:pt x="4870" y="1237"/>
                </a:lnTo>
                <a:lnTo>
                  <a:pt x="4869" y="1237"/>
                </a:lnTo>
                <a:lnTo>
                  <a:pt x="4869" y="1238"/>
                </a:lnTo>
                <a:lnTo>
                  <a:pt x="4868" y="1238"/>
                </a:lnTo>
                <a:lnTo>
                  <a:pt x="4868" y="1237"/>
                </a:lnTo>
                <a:lnTo>
                  <a:pt x="4867" y="1237"/>
                </a:lnTo>
                <a:lnTo>
                  <a:pt x="4867" y="1236"/>
                </a:lnTo>
                <a:lnTo>
                  <a:pt x="4866" y="1237"/>
                </a:lnTo>
                <a:lnTo>
                  <a:pt x="4865" y="1237"/>
                </a:lnTo>
                <a:lnTo>
                  <a:pt x="4864" y="1237"/>
                </a:lnTo>
                <a:lnTo>
                  <a:pt x="4865" y="1237"/>
                </a:lnTo>
                <a:lnTo>
                  <a:pt x="4865" y="1236"/>
                </a:lnTo>
                <a:lnTo>
                  <a:pt x="4864" y="1236"/>
                </a:lnTo>
                <a:lnTo>
                  <a:pt x="4863" y="1237"/>
                </a:lnTo>
                <a:lnTo>
                  <a:pt x="4864" y="1237"/>
                </a:lnTo>
                <a:lnTo>
                  <a:pt x="4864" y="1238"/>
                </a:lnTo>
                <a:lnTo>
                  <a:pt x="4863" y="1238"/>
                </a:lnTo>
                <a:lnTo>
                  <a:pt x="4862" y="1238"/>
                </a:lnTo>
                <a:lnTo>
                  <a:pt x="4861" y="1238"/>
                </a:lnTo>
                <a:lnTo>
                  <a:pt x="4860" y="1238"/>
                </a:lnTo>
                <a:lnTo>
                  <a:pt x="4859" y="1238"/>
                </a:lnTo>
                <a:lnTo>
                  <a:pt x="4858" y="1238"/>
                </a:lnTo>
                <a:lnTo>
                  <a:pt x="4858" y="1237"/>
                </a:lnTo>
                <a:lnTo>
                  <a:pt x="4858" y="1236"/>
                </a:lnTo>
                <a:lnTo>
                  <a:pt x="4857" y="1236"/>
                </a:lnTo>
                <a:lnTo>
                  <a:pt x="4856" y="1236"/>
                </a:lnTo>
                <a:lnTo>
                  <a:pt x="4855" y="1236"/>
                </a:lnTo>
                <a:lnTo>
                  <a:pt x="4854" y="1236"/>
                </a:lnTo>
                <a:lnTo>
                  <a:pt x="4854" y="1237"/>
                </a:lnTo>
                <a:lnTo>
                  <a:pt x="4854" y="1238"/>
                </a:lnTo>
                <a:lnTo>
                  <a:pt x="4853" y="1238"/>
                </a:lnTo>
                <a:lnTo>
                  <a:pt x="4852" y="1238"/>
                </a:lnTo>
                <a:lnTo>
                  <a:pt x="4852" y="1237"/>
                </a:lnTo>
                <a:lnTo>
                  <a:pt x="4851" y="1237"/>
                </a:lnTo>
                <a:lnTo>
                  <a:pt x="4849" y="1236"/>
                </a:lnTo>
                <a:lnTo>
                  <a:pt x="4848" y="1236"/>
                </a:lnTo>
                <a:lnTo>
                  <a:pt x="4847" y="1236"/>
                </a:lnTo>
                <a:lnTo>
                  <a:pt x="4845" y="1236"/>
                </a:lnTo>
                <a:lnTo>
                  <a:pt x="4844" y="1236"/>
                </a:lnTo>
                <a:lnTo>
                  <a:pt x="4844" y="1235"/>
                </a:lnTo>
                <a:lnTo>
                  <a:pt x="4845" y="1235"/>
                </a:lnTo>
                <a:lnTo>
                  <a:pt x="4846" y="1235"/>
                </a:lnTo>
                <a:lnTo>
                  <a:pt x="4847" y="1235"/>
                </a:lnTo>
                <a:lnTo>
                  <a:pt x="4848" y="1234"/>
                </a:lnTo>
                <a:lnTo>
                  <a:pt x="4847" y="1233"/>
                </a:lnTo>
                <a:lnTo>
                  <a:pt x="4846" y="1233"/>
                </a:lnTo>
                <a:lnTo>
                  <a:pt x="4845" y="1233"/>
                </a:lnTo>
                <a:lnTo>
                  <a:pt x="4844" y="1234"/>
                </a:lnTo>
                <a:lnTo>
                  <a:pt x="4843" y="1234"/>
                </a:lnTo>
                <a:lnTo>
                  <a:pt x="4843" y="1233"/>
                </a:lnTo>
                <a:lnTo>
                  <a:pt x="4843" y="1232"/>
                </a:lnTo>
                <a:lnTo>
                  <a:pt x="4842" y="1232"/>
                </a:lnTo>
                <a:lnTo>
                  <a:pt x="4841" y="1232"/>
                </a:lnTo>
                <a:lnTo>
                  <a:pt x="4840" y="1232"/>
                </a:lnTo>
                <a:lnTo>
                  <a:pt x="4841" y="1231"/>
                </a:lnTo>
                <a:lnTo>
                  <a:pt x="4840" y="1231"/>
                </a:lnTo>
                <a:lnTo>
                  <a:pt x="4839" y="1231"/>
                </a:lnTo>
                <a:lnTo>
                  <a:pt x="4838" y="1232"/>
                </a:lnTo>
                <a:lnTo>
                  <a:pt x="4838" y="1231"/>
                </a:lnTo>
                <a:lnTo>
                  <a:pt x="4837" y="1231"/>
                </a:lnTo>
                <a:lnTo>
                  <a:pt x="4837" y="1230"/>
                </a:lnTo>
                <a:lnTo>
                  <a:pt x="4836" y="1230"/>
                </a:lnTo>
                <a:lnTo>
                  <a:pt x="4835" y="1231"/>
                </a:lnTo>
                <a:lnTo>
                  <a:pt x="4834" y="1231"/>
                </a:lnTo>
                <a:lnTo>
                  <a:pt x="4834" y="1230"/>
                </a:lnTo>
                <a:lnTo>
                  <a:pt x="4835" y="1230"/>
                </a:lnTo>
                <a:lnTo>
                  <a:pt x="4834" y="1230"/>
                </a:lnTo>
                <a:lnTo>
                  <a:pt x="4833" y="1230"/>
                </a:lnTo>
                <a:lnTo>
                  <a:pt x="4832" y="1230"/>
                </a:lnTo>
                <a:lnTo>
                  <a:pt x="4831" y="1230"/>
                </a:lnTo>
                <a:lnTo>
                  <a:pt x="4831" y="1229"/>
                </a:lnTo>
                <a:lnTo>
                  <a:pt x="4832" y="1229"/>
                </a:lnTo>
                <a:lnTo>
                  <a:pt x="4833" y="1229"/>
                </a:lnTo>
                <a:lnTo>
                  <a:pt x="4832" y="1228"/>
                </a:lnTo>
                <a:lnTo>
                  <a:pt x="4833" y="1227"/>
                </a:lnTo>
                <a:lnTo>
                  <a:pt x="4834" y="1227"/>
                </a:lnTo>
                <a:lnTo>
                  <a:pt x="4835" y="1227"/>
                </a:lnTo>
                <a:lnTo>
                  <a:pt x="4835" y="1226"/>
                </a:lnTo>
                <a:lnTo>
                  <a:pt x="4834" y="1226"/>
                </a:lnTo>
                <a:lnTo>
                  <a:pt x="4835" y="1226"/>
                </a:lnTo>
                <a:lnTo>
                  <a:pt x="4835" y="1225"/>
                </a:lnTo>
                <a:lnTo>
                  <a:pt x="4836" y="1225"/>
                </a:lnTo>
                <a:lnTo>
                  <a:pt x="4838" y="1225"/>
                </a:lnTo>
                <a:lnTo>
                  <a:pt x="4838" y="1224"/>
                </a:lnTo>
                <a:lnTo>
                  <a:pt x="4837" y="1224"/>
                </a:lnTo>
                <a:lnTo>
                  <a:pt x="4836" y="1224"/>
                </a:lnTo>
                <a:lnTo>
                  <a:pt x="4835" y="1224"/>
                </a:lnTo>
                <a:lnTo>
                  <a:pt x="4834" y="1224"/>
                </a:lnTo>
                <a:lnTo>
                  <a:pt x="4833" y="1224"/>
                </a:lnTo>
                <a:lnTo>
                  <a:pt x="4833" y="1223"/>
                </a:lnTo>
                <a:lnTo>
                  <a:pt x="4833" y="1222"/>
                </a:lnTo>
                <a:lnTo>
                  <a:pt x="4833" y="1221"/>
                </a:lnTo>
                <a:lnTo>
                  <a:pt x="4832" y="1221"/>
                </a:lnTo>
                <a:lnTo>
                  <a:pt x="4832" y="1222"/>
                </a:lnTo>
                <a:lnTo>
                  <a:pt x="4831" y="1222"/>
                </a:lnTo>
                <a:lnTo>
                  <a:pt x="4830" y="1221"/>
                </a:lnTo>
                <a:lnTo>
                  <a:pt x="4831" y="1221"/>
                </a:lnTo>
                <a:lnTo>
                  <a:pt x="4831" y="1220"/>
                </a:lnTo>
                <a:lnTo>
                  <a:pt x="4831" y="1219"/>
                </a:lnTo>
                <a:lnTo>
                  <a:pt x="4830" y="1219"/>
                </a:lnTo>
                <a:lnTo>
                  <a:pt x="4829" y="1219"/>
                </a:lnTo>
                <a:lnTo>
                  <a:pt x="4828" y="1219"/>
                </a:lnTo>
                <a:lnTo>
                  <a:pt x="4828" y="1218"/>
                </a:lnTo>
                <a:lnTo>
                  <a:pt x="4827" y="1218"/>
                </a:lnTo>
                <a:lnTo>
                  <a:pt x="4827" y="1217"/>
                </a:lnTo>
                <a:lnTo>
                  <a:pt x="4826" y="1217"/>
                </a:lnTo>
                <a:lnTo>
                  <a:pt x="4825" y="1217"/>
                </a:lnTo>
                <a:lnTo>
                  <a:pt x="4825" y="1216"/>
                </a:lnTo>
                <a:lnTo>
                  <a:pt x="4826" y="1215"/>
                </a:lnTo>
                <a:lnTo>
                  <a:pt x="4826" y="1214"/>
                </a:lnTo>
                <a:lnTo>
                  <a:pt x="4827" y="1214"/>
                </a:lnTo>
                <a:lnTo>
                  <a:pt x="4827" y="1215"/>
                </a:lnTo>
                <a:lnTo>
                  <a:pt x="4828" y="1215"/>
                </a:lnTo>
                <a:lnTo>
                  <a:pt x="4829" y="1214"/>
                </a:lnTo>
                <a:lnTo>
                  <a:pt x="4829" y="1213"/>
                </a:lnTo>
                <a:lnTo>
                  <a:pt x="4828" y="1213"/>
                </a:lnTo>
                <a:lnTo>
                  <a:pt x="4827" y="1214"/>
                </a:lnTo>
                <a:lnTo>
                  <a:pt x="4827" y="1213"/>
                </a:lnTo>
                <a:lnTo>
                  <a:pt x="4826" y="1213"/>
                </a:lnTo>
                <a:lnTo>
                  <a:pt x="4826" y="1212"/>
                </a:lnTo>
                <a:lnTo>
                  <a:pt x="4827" y="1212"/>
                </a:lnTo>
                <a:lnTo>
                  <a:pt x="4826" y="1212"/>
                </a:lnTo>
                <a:lnTo>
                  <a:pt x="4826" y="1211"/>
                </a:lnTo>
                <a:lnTo>
                  <a:pt x="4826" y="1210"/>
                </a:lnTo>
                <a:lnTo>
                  <a:pt x="4826" y="1209"/>
                </a:lnTo>
                <a:lnTo>
                  <a:pt x="4825" y="1209"/>
                </a:lnTo>
                <a:lnTo>
                  <a:pt x="4823" y="1209"/>
                </a:lnTo>
                <a:lnTo>
                  <a:pt x="4822" y="1209"/>
                </a:lnTo>
                <a:lnTo>
                  <a:pt x="4822" y="1208"/>
                </a:lnTo>
                <a:lnTo>
                  <a:pt x="4822" y="1207"/>
                </a:lnTo>
                <a:lnTo>
                  <a:pt x="4821" y="1207"/>
                </a:lnTo>
                <a:lnTo>
                  <a:pt x="4820" y="1207"/>
                </a:lnTo>
                <a:lnTo>
                  <a:pt x="4820" y="1206"/>
                </a:lnTo>
                <a:lnTo>
                  <a:pt x="4819" y="1206"/>
                </a:lnTo>
                <a:lnTo>
                  <a:pt x="4818" y="1206"/>
                </a:lnTo>
                <a:lnTo>
                  <a:pt x="4817" y="1206"/>
                </a:lnTo>
                <a:lnTo>
                  <a:pt x="4816" y="1206"/>
                </a:lnTo>
                <a:lnTo>
                  <a:pt x="4816" y="1205"/>
                </a:lnTo>
                <a:lnTo>
                  <a:pt x="4817" y="1205"/>
                </a:lnTo>
                <a:lnTo>
                  <a:pt x="4817" y="1204"/>
                </a:lnTo>
                <a:lnTo>
                  <a:pt x="4817" y="1203"/>
                </a:lnTo>
                <a:lnTo>
                  <a:pt x="4817" y="1202"/>
                </a:lnTo>
                <a:lnTo>
                  <a:pt x="4816" y="1202"/>
                </a:lnTo>
                <a:lnTo>
                  <a:pt x="4815" y="1202"/>
                </a:lnTo>
                <a:lnTo>
                  <a:pt x="4815" y="1203"/>
                </a:lnTo>
                <a:lnTo>
                  <a:pt x="4814" y="1203"/>
                </a:lnTo>
                <a:lnTo>
                  <a:pt x="4813" y="1204"/>
                </a:lnTo>
                <a:lnTo>
                  <a:pt x="4812" y="1204"/>
                </a:lnTo>
                <a:lnTo>
                  <a:pt x="4811" y="1204"/>
                </a:lnTo>
                <a:lnTo>
                  <a:pt x="4810" y="1205"/>
                </a:lnTo>
                <a:lnTo>
                  <a:pt x="4810" y="1206"/>
                </a:lnTo>
                <a:lnTo>
                  <a:pt x="4809" y="1207"/>
                </a:lnTo>
                <a:lnTo>
                  <a:pt x="4809" y="1208"/>
                </a:lnTo>
                <a:lnTo>
                  <a:pt x="4809" y="1209"/>
                </a:lnTo>
                <a:lnTo>
                  <a:pt x="4808" y="1209"/>
                </a:lnTo>
                <a:lnTo>
                  <a:pt x="4808" y="1210"/>
                </a:lnTo>
                <a:lnTo>
                  <a:pt x="4808" y="1211"/>
                </a:lnTo>
                <a:lnTo>
                  <a:pt x="4807" y="1211"/>
                </a:lnTo>
                <a:lnTo>
                  <a:pt x="4807" y="1212"/>
                </a:lnTo>
                <a:lnTo>
                  <a:pt x="4807" y="1211"/>
                </a:lnTo>
                <a:lnTo>
                  <a:pt x="4806" y="1211"/>
                </a:lnTo>
                <a:lnTo>
                  <a:pt x="4806" y="1210"/>
                </a:lnTo>
                <a:lnTo>
                  <a:pt x="4805" y="1209"/>
                </a:lnTo>
                <a:lnTo>
                  <a:pt x="4804" y="1209"/>
                </a:lnTo>
                <a:lnTo>
                  <a:pt x="4804" y="1210"/>
                </a:lnTo>
                <a:lnTo>
                  <a:pt x="4804" y="1211"/>
                </a:lnTo>
                <a:lnTo>
                  <a:pt x="4803" y="1212"/>
                </a:lnTo>
                <a:lnTo>
                  <a:pt x="4803" y="1213"/>
                </a:lnTo>
                <a:lnTo>
                  <a:pt x="4804" y="1213"/>
                </a:lnTo>
                <a:lnTo>
                  <a:pt x="4804" y="1214"/>
                </a:lnTo>
                <a:lnTo>
                  <a:pt x="4803" y="1214"/>
                </a:lnTo>
                <a:lnTo>
                  <a:pt x="4802" y="1214"/>
                </a:lnTo>
                <a:lnTo>
                  <a:pt x="4801" y="1214"/>
                </a:lnTo>
                <a:lnTo>
                  <a:pt x="4801" y="1212"/>
                </a:lnTo>
                <a:lnTo>
                  <a:pt x="4801" y="1211"/>
                </a:lnTo>
                <a:lnTo>
                  <a:pt x="4800" y="1211"/>
                </a:lnTo>
                <a:lnTo>
                  <a:pt x="4799" y="1211"/>
                </a:lnTo>
                <a:lnTo>
                  <a:pt x="4799" y="1210"/>
                </a:lnTo>
                <a:lnTo>
                  <a:pt x="4798" y="1210"/>
                </a:lnTo>
                <a:lnTo>
                  <a:pt x="4797" y="1209"/>
                </a:lnTo>
                <a:lnTo>
                  <a:pt x="4795" y="1209"/>
                </a:lnTo>
                <a:lnTo>
                  <a:pt x="4794" y="1209"/>
                </a:lnTo>
                <a:lnTo>
                  <a:pt x="4794" y="1210"/>
                </a:lnTo>
                <a:lnTo>
                  <a:pt x="4795" y="1210"/>
                </a:lnTo>
                <a:lnTo>
                  <a:pt x="4796" y="1210"/>
                </a:lnTo>
                <a:lnTo>
                  <a:pt x="4797" y="1211"/>
                </a:lnTo>
                <a:lnTo>
                  <a:pt x="4798" y="1211"/>
                </a:lnTo>
                <a:lnTo>
                  <a:pt x="4798" y="1212"/>
                </a:lnTo>
                <a:lnTo>
                  <a:pt x="4798" y="1213"/>
                </a:lnTo>
                <a:lnTo>
                  <a:pt x="4797" y="1214"/>
                </a:lnTo>
                <a:lnTo>
                  <a:pt x="4796" y="1215"/>
                </a:lnTo>
                <a:lnTo>
                  <a:pt x="4795" y="1215"/>
                </a:lnTo>
                <a:lnTo>
                  <a:pt x="4794" y="1215"/>
                </a:lnTo>
                <a:lnTo>
                  <a:pt x="4794" y="1216"/>
                </a:lnTo>
                <a:lnTo>
                  <a:pt x="4795" y="1216"/>
                </a:lnTo>
                <a:lnTo>
                  <a:pt x="4795" y="1217"/>
                </a:lnTo>
                <a:lnTo>
                  <a:pt x="4794" y="1217"/>
                </a:lnTo>
                <a:lnTo>
                  <a:pt x="4794" y="1218"/>
                </a:lnTo>
                <a:lnTo>
                  <a:pt x="4793" y="1218"/>
                </a:lnTo>
                <a:lnTo>
                  <a:pt x="4792" y="1217"/>
                </a:lnTo>
                <a:lnTo>
                  <a:pt x="4792" y="1218"/>
                </a:lnTo>
                <a:lnTo>
                  <a:pt x="4791" y="1218"/>
                </a:lnTo>
                <a:lnTo>
                  <a:pt x="4791" y="1219"/>
                </a:lnTo>
                <a:lnTo>
                  <a:pt x="4790" y="1218"/>
                </a:lnTo>
                <a:lnTo>
                  <a:pt x="4789" y="1218"/>
                </a:lnTo>
                <a:lnTo>
                  <a:pt x="4788" y="1217"/>
                </a:lnTo>
                <a:lnTo>
                  <a:pt x="4787" y="1217"/>
                </a:lnTo>
                <a:lnTo>
                  <a:pt x="4787" y="1218"/>
                </a:lnTo>
                <a:lnTo>
                  <a:pt x="4787" y="1219"/>
                </a:lnTo>
                <a:lnTo>
                  <a:pt x="4788" y="1219"/>
                </a:lnTo>
                <a:lnTo>
                  <a:pt x="4787" y="1219"/>
                </a:lnTo>
                <a:lnTo>
                  <a:pt x="4787" y="1220"/>
                </a:lnTo>
                <a:lnTo>
                  <a:pt x="4786" y="1221"/>
                </a:lnTo>
                <a:lnTo>
                  <a:pt x="4786" y="1222"/>
                </a:lnTo>
                <a:lnTo>
                  <a:pt x="4785" y="1222"/>
                </a:lnTo>
                <a:lnTo>
                  <a:pt x="4784" y="1222"/>
                </a:lnTo>
                <a:lnTo>
                  <a:pt x="4783" y="1222"/>
                </a:lnTo>
                <a:lnTo>
                  <a:pt x="4783" y="1223"/>
                </a:lnTo>
                <a:lnTo>
                  <a:pt x="4783" y="1224"/>
                </a:lnTo>
                <a:lnTo>
                  <a:pt x="4784" y="1224"/>
                </a:lnTo>
                <a:lnTo>
                  <a:pt x="4784" y="1225"/>
                </a:lnTo>
                <a:lnTo>
                  <a:pt x="4784" y="1226"/>
                </a:lnTo>
                <a:lnTo>
                  <a:pt x="4785" y="1226"/>
                </a:lnTo>
                <a:lnTo>
                  <a:pt x="4785" y="1227"/>
                </a:lnTo>
                <a:lnTo>
                  <a:pt x="4785" y="1228"/>
                </a:lnTo>
                <a:lnTo>
                  <a:pt x="4785" y="1229"/>
                </a:lnTo>
                <a:lnTo>
                  <a:pt x="4784" y="1229"/>
                </a:lnTo>
                <a:lnTo>
                  <a:pt x="4783" y="1230"/>
                </a:lnTo>
                <a:lnTo>
                  <a:pt x="4783" y="1231"/>
                </a:lnTo>
                <a:lnTo>
                  <a:pt x="4783" y="1232"/>
                </a:lnTo>
                <a:lnTo>
                  <a:pt x="4783" y="1233"/>
                </a:lnTo>
                <a:lnTo>
                  <a:pt x="4782" y="1233"/>
                </a:lnTo>
                <a:lnTo>
                  <a:pt x="4782" y="1234"/>
                </a:lnTo>
                <a:lnTo>
                  <a:pt x="4782" y="1235"/>
                </a:lnTo>
                <a:lnTo>
                  <a:pt x="4782" y="1236"/>
                </a:lnTo>
                <a:lnTo>
                  <a:pt x="4781" y="1236"/>
                </a:lnTo>
                <a:lnTo>
                  <a:pt x="4780" y="1237"/>
                </a:lnTo>
                <a:lnTo>
                  <a:pt x="4780" y="1238"/>
                </a:lnTo>
                <a:lnTo>
                  <a:pt x="4779" y="1238"/>
                </a:lnTo>
                <a:lnTo>
                  <a:pt x="4779" y="1239"/>
                </a:lnTo>
                <a:lnTo>
                  <a:pt x="4778" y="1240"/>
                </a:lnTo>
                <a:lnTo>
                  <a:pt x="4778" y="1241"/>
                </a:lnTo>
                <a:lnTo>
                  <a:pt x="4779" y="1241"/>
                </a:lnTo>
                <a:lnTo>
                  <a:pt x="4780" y="1241"/>
                </a:lnTo>
                <a:lnTo>
                  <a:pt x="4779" y="1241"/>
                </a:lnTo>
                <a:lnTo>
                  <a:pt x="4779" y="1242"/>
                </a:lnTo>
                <a:lnTo>
                  <a:pt x="4778" y="1242"/>
                </a:lnTo>
                <a:lnTo>
                  <a:pt x="4778" y="1243"/>
                </a:lnTo>
                <a:lnTo>
                  <a:pt x="4778" y="1244"/>
                </a:lnTo>
                <a:lnTo>
                  <a:pt x="4778" y="1245"/>
                </a:lnTo>
                <a:lnTo>
                  <a:pt x="4778" y="1244"/>
                </a:lnTo>
                <a:lnTo>
                  <a:pt x="4779" y="1244"/>
                </a:lnTo>
                <a:lnTo>
                  <a:pt x="4780" y="1244"/>
                </a:lnTo>
                <a:lnTo>
                  <a:pt x="4779" y="1245"/>
                </a:lnTo>
                <a:lnTo>
                  <a:pt x="4778" y="1245"/>
                </a:lnTo>
                <a:lnTo>
                  <a:pt x="4778" y="1246"/>
                </a:lnTo>
                <a:lnTo>
                  <a:pt x="4779" y="1246"/>
                </a:lnTo>
                <a:lnTo>
                  <a:pt x="4779" y="1247"/>
                </a:lnTo>
                <a:lnTo>
                  <a:pt x="4780" y="1247"/>
                </a:lnTo>
                <a:lnTo>
                  <a:pt x="4780" y="1248"/>
                </a:lnTo>
                <a:lnTo>
                  <a:pt x="4780" y="1249"/>
                </a:lnTo>
                <a:lnTo>
                  <a:pt x="4779" y="1249"/>
                </a:lnTo>
                <a:lnTo>
                  <a:pt x="4778" y="1250"/>
                </a:lnTo>
                <a:lnTo>
                  <a:pt x="4777" y="1250"/>
                </a:lnTo>
                <a:lnTo>
                  <a:pt x="4776" y="1250"/>
                </a:lnTo>
                <a:lnTo>
                  <a:pt x="4775" y="1250"/>
                </a:lnTo>
                <a:lnTo>
                  <a:pt x="4775" y="1249"/>
                </a:lnTo>
                <a:lnTo>
                  <a:pt x="4776" y="1249"/>
                </a:lnTo>
                <a:lnTo>
                  <a:pt x="4777" y="1249"/>
                </a:lnTo>
                <a:lnTo>
                  <a:pt x="4778" y="1248"/>
                </a:lnTo>
                <a:lnTo>
                  <a:pt x="4778" y="1247"/>
                </a:lnTo>
                <a:lnTo>
                  <a:pt x="4777" y="1247"/>
                </a:lnTo>
                <a:lnTo>
                  <a:pt x="4776" y="1247"/>
                </a:lnTo>
                <a:lnTo>
                  <a:pt x="4775" y="1248"/>
                </a:lnTo>
                <a:lnTo>
                  <a:pt x="4774" y="1248"/>
                </a:lnTo>
                <a:lnTo>
                  <a:pt x="4773" y="1249"/>
                </a:lnTo>
                <a:lnTo>
                  <a:pt x="4772" y="1249"/>
                </a:lnTo>
                <a:lnTo>
                  <a:pt x="4771" y="1249"/>
                </a:lnTo>
                <a:lnTo>
                  <a:pt x="4771" y="1250"/>
                </a:lnTo>
                <a:lnTo>
                  <a:pt x="4770" y="1250"/>
                </a:lnTo>
                <a:lnTo>
                  <a:pt x="4771" y="1250"/>
                </a:lnTo>
                <a:lnTo>
                  <a:pt x="4771" y="1251"/>
                </a:lnTo>
                <a:lnTo>
                  <a:pt x="4770" y="1251"/>
                </a:lnTo>
                <a:lnTo>
                  <a:pt x="4769" y="1251"/>
                </a:lnTo>
                <a:lnTo>
                  <a:pt x="4768" y="1251"/>
                </a:lnTo>
                <a:lnTo>
                  <a:pt x="4768" y="1252"/>
                </a:lnTo>
                <a:lnTo>
                  <a:pt x="4768" y="1253"/>
                </a:lnTo>
                <a:lnTo>
                  <a:pt x="4768" y="1254"/>
                </a:lnTo>
                <a:lnTo>
                  <a:pt x="4767" y="1254"/>
                </a:lnTo>
                <a:lnTo>
                  <a:pt x="4766" y="1255"/>
                </a:lnTo>
                <a:lnTo>
                  <a:pt x="4765" y="1256"/>
                </a:lnTo>
                <a:lnTo>
                  <a:pt x="4764" y="1257"/>
                </a:lnTo>
                <a:lnTo>
                  <a:pt x="4765" y="1257"/>
                </a:lnTo>
                <a:lnTo>
                  <a:pt x="4764" y="1257"/>
                </a:lnTo>
                <a:lnTo>
                  <a:pt x="4764" y="1258"/>
                </a:lnTo>
                <a:lnTo>
                  <a:pt x="4764" y="1259"/>
                </a:lnTo>
                <a:lnTo>
                  <a:pt x="4764" y="1260"/>
                </a:lnTo>
                <a:lnTo>
                  <a:pt x="4763" y="1261"/>
                </a:lnTo>
                <a:lnTo>
                  <a:pt x="4762" y="1261"/>
                </a:lnTo>
                <a:lnTo>
                  <a:pt x="4761" y="1261"/>
                </a:lnTo>
                <a:lnTo>
                  <a:pt x="4760" y="1262"/>
                </a:lnTo>
                <a:lnTo>
                  <a:pt x="4760" y="1263"/>
                </a:lnTo>
                <a:lnTo>
                  <a:pt x="4760" y="1264"/>
                </a:lnTo>
                <a:lnTo>
                  <a:pt x="4760" y="1265"/>
                </a:lnTo>
                <a:lnTo>
                  <a:pt x="4759" y="1265"/>
                </a:lnTo>
                <a:lnTo>
                  <a:pt x="4759" y="1266"/>
                </a:lnTo>
                <a:lnTo>
                  <a:pt x="4758" y="1266"/>
                </a:lnTo>
                <a:lnTo>
                  <a:pt x="4757" y="1266"/>
                </a:lnTo>
                <a:lnTo>
                  <a:pt x="4758" y="1267"/>
                </a:lnTo>
                <a:lnTo>
                  <a:pt x="4758" y="1268"/>
                </a:lnTo>
                <a:lnTo>
                  <a:pt x="4757" y="1269"/>
                </a:lnTo>
                <a:lnTo>
                  <a:pt x="4756" y="1269"/>
                </a:lnTo>
                <a:lnTo>
                  <a:pt x="4755" y="1270"/>
                </a:lnTo>
                <a:lnTo>
                  <a:pt x="4754" y="1270"/>
                </a:lnTo>
                <a:lnTo>
                  <a:pt x="4753" y="1270"/>
                </a:lnTo>
                <a:lnTo>
                  <a:pt x="4752" y="1272"/>
                </a:lnTo>
                <a:lnTo>
                  <a:pt x="4751" y="1272"/>
                </a:lnTo>
                <a:lnTo>
                  <a:pt x="4750" y="1272"/>
                </a:lnTo>
                <a:lnTo>
                  <a:pt x="4749" y="1273"/>
                </a:lnTo>
                <a:lnTo>
                  <a:pt x="4749" y="1274"/>
                </a:lnTo>
                <a:lnTo>
                  <a:pt x="4748" y="1274"/>
                </a:lnTo>
                <a:lnTo>
                  <a:pt x="4748" y="1275"/>
                </a:lnTo>
                <a:lnTo>
                  <a:pt x="4747" y="1275"/>
                </a:lnTo>
                <a:lnTo>
                  <a:pt x="4747" y="1276"/>
                </a:lnTo>
                <a:lnTo>
                  <a:pt x="4746" y="1276"/>
                </a:lnTo>
                <a:lnTo>
                  <a:pt x="4745" y="1276"/>
                </a:lnTo>
                <a:lnTo>
                  <a:pt x="4744" y="1276"/>
                </a:lnTo>
                <a:lnTo>
                  <a:pt x="4743" y="1276"/>
                </a:lnTo>
                <a:lnTo>
                  <a:pt x="4742" y="1276"/>
                </a:lnTo>
                <a:lnTo>
                  <a:pt x="4742" y="1277"/>
                </a:lnTo>
                <a:lnTo>
                  <a:pt x="4742" y="1278"/>
                </a:lnTo>
                <a:lnTo>
                  <a:pt x="4743" y="1279"/>
                </a:lnTo>
                <a:lnTo>
                  <a:pt x="4744" y="1279"/>
                </a:lnTo>
                <a:lnTo>
                  <a:pt x="4743" y="1280"/>
                </a:lnTo>
                <a:lnTo>
                  <a:pt x="4743" y="1281"/>
                </a:lnTo>
                <a:lnTo>
                  <a:pt x="4743" y="1282"/>
                </a:lnTo>
                <a:lnTo>
                  <a:pt x="4742" y="1282"/>
                </a:lnTo>
                <a:lnTo>
                  <a:pt x="4742" y="1281"/>
                </a:lnTo>
                <a:lnTo>
                  <a:pt x="4741" y="1281"/>
                </a:lnTo>
                <a:lnTo>
                  <a:pt x="4741" y="1282"/>
                </a:lnTo>
                <a:lnTo>
                  <a:pt x="4740" y="1282"/>
                </a:lnTo>
                <a:lnTo>
                  <a:pt x="4741" y="1283"/>
                </a:lnTo>
                <a:lnTo>
                  <a:pt x="4741" y="1284"/>
                </a:lnTo>
                <a:lnTo>
                  <a:pt x="4741" y="1285"/>
                </a:lnTo>
                <a:lnTo>
                  <a:pt x="4740" y="1285"/>
                </a:lnTo>
                <a:lnTo>
                  <a:pt x="4739" y="1285"/>
                </a:lnTo>
                <a:lnTo>
                  <a:pt x="4738" y="1285"/>
                </a:lnTo>
                <a:lnTo>
                  <a:pt x="4738" y="1286"/>
                </a:lnTo>
                <a:lnTo>
                  <a:pt x="4739" y="1287"/>
                </a:lnTo>
                <a:lnTo>
                  <a:pt x="4739" y="1288"/>
                </a:lnTo>
                <a:lnTo>
                  <a:pt x="4738" y="1288"/>
                </a:lnTo>
                <a:lnTo>
                  <a:pt x="4737" y="1288"/>
                </a:lnTo>
                <a:lnTo>
                  <a:pt x="4737" y="1289"/>
                </a:lnTo>
                <a:lnTo>
                  <a:pt x="4736" y="1289"/>
                </a:lnTo>
                <a:lnTo>
                  <a:pt x="4736" y="1290"/>
                </a:lnTo>
                <a:lnTo>
                  <a:pt x="4737" y="1290"/>
                </a:lnTo>
                <a:lnTo>
                  <a:pt x="4736" y="1291"/>
                </a:lnTo>
                <a:lnTo>
                  <a:pt x="4735" y="1291"/>
                </a:lnTo>
                <a:lnTo>
                  <a:pt x="4735" y="1292"/>
                </a:lnTo>
                <a:lnTo>
                  <a:pt x="4735" y="1293"/>
                </a:lnTo>
                <a:lnTo>
                  <a:pt x="4734" y="1293"/>
                </a:lnTo>
                <a:lnTo>
                  <a:pt x="4733" y="1292"/>
                </a:lnTo>
                <a:lnTo>
                  <a:pt x="4732" y="1292"/>
                </a:lnTo>
                <a:lnTo>
                  <a:pt x="4731" y="1292"/>
                </a:lnTo>
                <a:lnTo>
                  <a:pt x="4731" y="1293"/>
                </a:lnTo>
                <a:lnTo>
                  <a:pt x="4730" y="1293"/>
                </a:lnTo>
                <a:lnTo>
                  <a:pt x="4730" y="1294"/>
                </a:lnTo>
                <a:lnTo>
                  <a:pt x="4731" y="1294"/>
                </a:lnTo>
                <a:lnTo>
                  <a:pt x="4732" y="1294"/>
                </a:lnTo>
                <a:lnTo>
                  <a:pt x="4733" y="1294"/>
                </a:lnTo>
                <a:lnTo>
                  <a:pt x="4734" y="1295"/>
                </a:lnTo>
                <a:lnTo>
                  <a:pt x="4734" y="1296"/>
                </a:lnTo>
                <a:lnTo>
                  <a:pt x="4733" y="1296"/>
                </a:lnTo>
                <a:lnTo>
                  <a:pt x="4732" y="1296"/>
                </a:lnTo>
                <a:lnTo>
                  <a:pt x="4731" y="1296"/>
                </a:lnTo>
                <a:lnTo>
                  <a:pt x="4732" y="1296"/>
                </a:lnTo>
                <a:lnTo>
                  <a:pt x="4731" y="1296"/>
                </a:lnTo>
                <a:lnTo>
                  <a:pt x="4730" y="1296"/>
                </a:lnTo>
                <a:lnTo>
                  <a:pt x="4730" y="1295"/>
                </a:lnTo>
                <a:lnTo>
                  <a:pt x="4729" y="1295"/>
                </a:lnTo>
                <a:lnTo>
                  <a:pt x="4730" y="1295"/>
                </a:lnTo>
                <a:lnTo>
                  <a:pt x="4729" y="1295"/>
                </a:lnTo>
                <a:lnTo>
                  <a:pt x="4729" y="1296"/>
                </a:lnTo>
                <a:lnTo>
                  <a:pt x="4729" y="1297"/>
                </a:lnTo>
                <a:lnTo>
                  <a:pt x="4728" y="1297"/>
                </a:lnTo>
                <a:lnTo>
                  <a:pt x="4728" y="1298"/>
                </a:lnTo>
                <a:lnTo>
                  <a:pt x="4727" y="1298"/>
                </a:lnTo>
                <a:lnTo>
                  <a:pt x="4726" y="1298"/>
                </a:lnTo>
                <a:lnTo>
                  <a:pt x="4725" y="1298"/>
                </a:lnTo>
                <a:lnTo>
                  <a:pt x="4725" y="1297"/>
                </a:lnTo>
                <a:lnTo>
                  <a:pt x="4724" y="1297"/>
                </a:lnTo>
                <a:lnTo>
                  <a:pt x="4723" y="1297"/>
                </a:lnTo>
                <a:lnTo>
                  <a:pt x="4723" y="1296"/>
                </a:lnTo>
                <a:lnTo>
                  <a:pt x="4724" y="1295"/>
                </a:lnTo>
                <a:lnTo>
                  <a:pt x="4724" y="1294"/>
                </a:lnTo>
                <a:lnTo>
                  <a:pt x="4723" y="1295"/>
                </a:lnTo>
                <a:lnTo>
                  <a:pt x="4723" y="1296"/>
                </a:lnTo>
                <a:lnTo>
                  <a:pt x="4722" y="1296"/>
                </a:lnTo>
                <a:lnTo>
                  <a:pt x="4721" y="1296"/>
                </a:lnTo>
                <a:lnTo>
                  <a:pt x="4721" y="1295"/>
                </a:lnTo>
                <a:lnTo>
                  <a:pt x="4720" y="1295"/>
                </a:lnTo>
                <a:lnTo>
                  <a:pt x="4720" y="1296"/>
                </a:lnTo>
                <a:lnTo>
                  <a:pt x="4719" y="1297"/>
                </a:lnTo>
                <a:lnTo>
                  <a:pt x="4718" y="1297"/>
                </a:lnTo>
                <a:lnTo>
                  <a:pt x="4718" y="1298"/>
                </a:lnTo>
                <a:lnTo>
                  <a:pt x="4717" y="1298"/>
                </a:lnTo>
                <a:lnTo>
                  <a:pt x="4716" y="1298"/>
                </a:lnTo>
                <a:lnTo>
                  <a:pt x="4716" y="1299"/>
                </a:lnTo>
                <a:lnTo>
                  <a:pt x="4715" y="1299"/>
                </a:lnTo>
                <a:lnTo>
                  <a:pt x="4714" y="1299"/>
                </a:lnTo>
                <a:lnTo>
                  <a:pt x="4713" y="1299"/>
                </a:lnTo>
                <a:lnTo>
                  <a:pt x="4713" y="1298"/>
                </a:lnTo>
                <a:lnTo>
                  <a:pt x="4714" y="1298"/>
                </a:lnTo>
                <a:lnTo>
                  <a:pt x="4713" y="1297"/>
                </a:lnTo>
                <a:lnTo>
                  <a:pt x="4712" y="1297"/>
                </a:lnTo>
                <a:lnTo>
                  <a:pt x="4712" y="1296"/>
                </a:lnTo>
                <a:lnTo>
                  <a:pt x="4711" y="1296"/>
                </a:lnTo>
                <a:lnTo>
                  <a:pt x="4711" y="1297"/>
                </a:lnTo>
                <a:lnTo>
                  <a:pt x="4710" y="1297"/>
                </a:lnTo>
                <a:lnTo>
                  <a:pt x="4710" y="1298"/>
                </a:lnTo>
                <a:lnTo>
                  <a:pt x="4710" y="1297"/>
                </a:lnTo>
                <a:lnTo>
                  <a:pt x="4710" y="1298"/>
                </a:lnTo>
                <a:lnTo>
                  <a:pt x="4711" y="1298"/>
                </a:lnTo>
                <a:lnTo>
                  <a:pt x="4710" y="1298"/>
                </a:lnTo>
                <a:lnTo>
                  <a:pt x="4710" y="1299"/>
                </a:lnTo>
                <a:lnTo>
                  <a:pt x="4709" y="1299"/>
                </a:lnTo>
                <a:lnTo>
                  <a:pt x="4708" y="1299"/>
                </a:lnTo>
                <a:lnTo>
                  <a:pt x="4707" y="1299"/>
                </a:lnTo>
                <a:lnTo>
                  <a:pt x="4706" y="1299"/>
                </a:lnTo>
                <a:lnTo>
                  <a:pt x="4706" y="1300"/>
                </a:lnTo>
                <a:lnTo>
                  <a:pt x="4705" y="1300"/>
                </a:lnTo>
                <a:lnTo>
                  <a:pt x="4705" y="1301"/>
                </a:lnTo>
                <a:lnTo>
                  <a:pt x="4704" y="1301"/>
                </a:lnTo>
                <a:lnTo>
                  <a:pt x="4704" y="1302"/>
                </a:lnTo>
                <a:lnTo>
                  <a:pt x="4703" y="1302"/>
                </a:lnTo>
                <a:lnTo>
                  <a:pt x="4702" y="1303"/>
                </a:lnTo>
                <a:lnTo>
                  <a:pt x="4701" y="1303"/>
                </a:lnTo>
                <a:lnTo>
                  <a:pt x="4701" y="1304"/>
                </a:lnTo>
                <a:lnTo>
                  <a:pt x="4700" y="1304"/>
                </a:lnTo>
                <a:lnTo>
                  <a:pt x="4700" y="1305"/>
                </a:lnTo>
                <a:lnTo>
                  <a:pt x="4700" y="1306"/>
                </a:lnTo>
                <a:lnTo>
                  <a:pt x="4701" y="1306"/>
                </a:lnTo>
                <a:lnTo>
                  <a:pt x="4702" y="1306"/>
                </a:lnTo>
                <a:lnTo>
                  <a:pt x="4703" y="1306"/>
                </a:lnTo>
                <a:lnTo>
                  <a:pt x="4703" y="1307"/>
                </a:lnTo>
                <a:lnTo>
                  <a:pt x="4704" y="1307"/>
                </a:lnTo>
                <a:lnTo>
                  <a:pt x="4704" y="1309"/>
                </a:lnTo>
                <a:lnTo>
                  <a:pt x="4703" y="1309"/>
                </a:lnTo>
                <a:lnTo>
                  <a:pt x="4703" y="1310"/>
                </a:lnTo>
                <a:lnTo>
                  <a:pt x="4702" y="1310"/>
                </a:lnTo>
                <a:lnTo>
                  <a:pt x="4701" y="1310"/>
                </a:lnTo>
                <a:lnTo>
                  <a:pt x="4699" y="1310"/>
                </a:lnTo>
                <a:lnTo>
                  <a:pt x="4698" y="1310"/>
                </a:lnTo>
                <a:lnTo>
                  <a:pt x="4697" y="1310"/>
                </a:lnTo>
                <a:lnTo>
                  <a:pt x="4696" y="1310"/>
                </a:lnTo>
                <a:lnTo>
                  <a:pt x="4695" y="1310"/>
                </a:lnTo>
                <a:lnTo>
                  <a:pt x="4695" y="1309"/>
                </a:lnTo>
                <a:lnTo>
                  <a:pt x="4694" y="1309"/>
                </a:lnTo>
                <a:lnTo>
                  <a:pt x="4692" y="1309"/>
                </a:lnTo>
                <a:lnTo>
                  <a:pt x="4692" y="1311"/>
                </a:lnTo>
                <a:lnTo>
                  <a:pt x="4691" y="1311"/>
                </a:lnTo>
                <a:lnTo>
                  <a:pt x="4692" y="1312"/>
                </a:lnTo>
                <a:lnTo>
                  <a:pt x="4691" y="1312"/>
                </a:lnTo>
                <a:lnTo>
                  <a:pt x="4691" y="1313"/>
                </a:lnTo>
                <a:lnTo>
                  <a:pt x="4691" y="1314"/>
                </a:lnTo>
                <a:lnTo>
                  <a:pt x="4690" y="1314"/>
                </a:lnTo>
                <a:lnTo>
                  <a:pt x="4689" y="1314"/>
                </a:lnTo>
                <a:lnTo>
                  <a:pt x="4689" y="1315"/>
                </a:lnTo>
                <a:lnTo>
                  <a:pt x="4689" y="1314"/>
                </a:lnTo>
                <a:lnTo>
                  <a:pt x="4688" y="1314"/>
                </a:lnTo>
                <a:lnTo>
                  <a:pt x="4687" y="1314"/>
                </a:lnTo>
                <a:lnTo>
                  <a:pt x="4686" y="1314"/>
                </a:lnTo>
                <a:lnTo>
                  <a:pt x="4685" y="1314"/>
                </a:lnTo>
                <a:lnTo>
                  <a:pt x="4685" y="1315"/>
                </a:lnTo>
                <a:lnTo>
                  <a:pt x="4684" y="1315"/>
                </a:lnTo>
                <a:lnTo>
                  <a:pt x="4684" y="1316"/>
                </a:lnTo>
                <a:lnTo>
                  <a:pt x="4683" y="1316"/>
                </a:lnTo>
                <a:lnTo>
                  <a:pt x="4683" y="1317"/>
                </a:lnTo>
                <a:lnTo>
                  <a:pt x="4683" y="1318"/>
                </a:lnTo>
                <a:lnTo>
                  <a:pt x="4683" y="1319"/>
                </a:lnTo>
                <a:lnTo>
                  <a:pt x="4682" y="1319"/>
                </a:lnTo>
                <a:lnTo>
                  <a:pt x="4682" y="1320"/>
                </a:lnTo>
                <a:lnTo>
                  <a:pt x="4681" y="1320"/>
                </a:lnTo>
                <a:lnTo>
                  <a:pt x="4681" y="1319"/>
                </a:lnTo>
                <a:lnTo>
                  <a:pt x="4680" y="1319"/>
                </a:lnTo>
                <a:lnTo>
                  <a:pt x="4679" y="1319"/>
                </a:lnTo>
                <a:lnTo>
                  <a:pt x="4679" y="1320"/>
                </a:lnTo>
                <a:lnTo>
                  <a:pt x="4679" y="1321"/>
                </a:lnTo>
                <a:lnTo>
                  <a:pt x="4680" y="1321"/>
                </a:lnTo>
                <a:lnTo>
                  <a:pt x="4680" y="1322"/>
                </a:lnTo>
                <a:lnTo>
                  <a:pt x="4680" y="1323"/>
                </a:lnTo>
                <a:lnTo>
                  <a:pt x="4679" y="1323"/>
                </a:lnTo>
                <a:lnTo>
                  <a:pt x="4679" y="1324"/>
                </a:lnTo>
                <a:lnTo>
                  <a:pt x="4678" y="1324"/>
                </a:lnTo>
                <a:lnTo>
                  <a:pt x="4677" y="1324"/>
                </a:lnTo>
                <a:lnTo>
                  <a:pt x="4677" y="1323"/>
                </a:lnTo>
                <a:lnTo>
                  <a:pt x="4676" y="1323"/>
                </a:lnTo>
                <a:lnTo>
                  <a:pt x="4676" y="1322"/>
                </a:lnTo>
                <a:lnTo>
                  <a:pt x="4675" y="1322"/>
                </a:lnTo>
                <a:lnTo>
                  <a:pt x="4676" y="1322"/>
                </a:lnTo>
                <a:lnTo>
                  <a:pt x="4676" y="1321"/>
                </a:lnTo>
                <a:lnTo>
                  <a:pt x="4675" y="1321"/>
                </a:lnTo>
                <a:lnTo>
                  <a:pt x="4675" y="1322"/>
                </a:lnTo>
                <a:lnTo>
                  <a:pt x="4675" y="1321"/>
                </a:lnTo>
                <a:lnTo>
                  <a:pt x="4674" y="1321"/>
                </a:lnTo>
                <a:lnTo>
                  <a:pt x="4673" y="1322"/>
                </a:lnTo>
                <a:lnTo>
                  <a:pt x="4672" y="1322"/>
                </a:lnTo>
                <a:lnTo>
                  <a:pt x="4672" y="1323"/>
                </a:lnTo>
                <a:lnTo>
                  <a:pt x="4671" y="1323"/>
                </a:lnTo>
                <a:lnTo>
                  <a:pt x="4671" y="1322"/>
                </a:lnTo>
                <a:lnTo>
                  <a:pt x="4670" y="1322"/>
                </a:lnTo>
                <a:lnTo>
                  <a:pt x="4669" y="1322"/>
                </a:lnTo>
                <a:lnTo>
                  <a:pt x="4669" y="1321"/>
                </a:lnTo>
                <a:lnTo>
                  <a:pt x="4668" y="1321"/>
                </a:lnTo>
                <a:lnTo>
                  <a:pt x="4667" y="1321"/>
                </a:lnTo>
                <a:lnTo>
                  <a:pt x="4667" y="1322"/>
                </a:lnTo>
                <a:lnTo>
                  <a:pt x="4667" y="1321"/>
                </a:lnTo>
                <a:lnTo>
                  <a:pt x="4666" y="1321"/>
                </a:lnTo>
                <a:lnTo>
                  <a:pt x="4666" y="1322"/>
                </a:lnTo>
                <a:lnTo>
                  <a:pt x="4666" y="1324"/>
                </a:lnTo>
                <a:lnTo>
                  <a:pt x="4666" y="1325"/>
                </a:lnTo>
                <a:lnTo>
                  <a:pt x="4665" y="1325"/>
                </a:lnTo>
                <a:lnTo>
                  <a:pt x="4665" y="1326"/>
                </a:lnTo>
                <a:lnTo>
                  <a:pt x="4664" y="1326"/>
                </a:lnTo>
                <a:lnTo>
                  <a:pt x="4664" y="1325"/>
                </a:lnTo>
                <a:lnTo>
                  <a:pt x="4664" y="1326"/>
                </a:lnTo>
                <a:lnTo>
                  <a:pt x="4663" y="1326"/>
                </a:lnTo>
                <a:lnTo>
                  <a:pt x="4663" y="1325"/>
                </a:lnTo>
                <a:lnTo>
                  <a:pt x="4662" y="1325"/>
                </a:lnTo>
                <a:lnTo>
                  <a:pt x="4661" y="1326"/>
                </a:lnTo>
                <a:lnTo>
                  <a:pt x="4660" y="1326"/>
                </a:lnTo>
                <a:lnTo>
                  <a:pt x="4659" y="1326"/>
                </a:lnTo>
                <a:lnTo>
                  <a:pt x="4658" y="1327"/>
                </a:lnTo>
                <a:lnTo>
                  <a:pt x="4657" y="1327"/>
                </a:lnTo>
                <a:lnTo>
                  <a:pt x="4656" y="1327"/>
                </a:lnTo>
                <a:lnTo>
                  <a:pt x="4656" y="1328"/>
                </a:lnTo>
                <a:lnTo>
                  <a:pt x="4655" y="1328"/>
                </a:lnTo>
                <a:lnTo>
                  <a:pt x="4654" y="1328"/>
                </a:lnTo>
                <a:lnTo>
                  <a:pt x="4654" y="1329"/>
                </a:lnTo>
                <a:lnTo>
                  <a:pt x="4654" y="1330"/>
                </a:lnTo>
                <a:lnTo>
                  <a:pt x="4653" y="1330"/>
                </a:lnTo>
                <a:lnTo>
                  <a:pt x="4653" y="1329"/>
                </a:lnTo>
                <a:lnTo>
                  <a:pt x="4653" y="1330"/>
                </a:lnTo>
                <a:lnTo>
                  <a:pt x="4652" y="1330"/>
                </a:lnTo>
                <a:lnTo>
                  <a:pt x="4653" y="1330"/>
                </a:lnTo>
                <a:lnTo>
                  <a:pt x="4653" y="1331"/>
                </a:lnTo>
                <a:lnTo>
                  <a:pt x="4654" y="1331"/>
                </a:lnTo>
                <a:lnTo>
                  <a:pt x="4653" y="1331"/>
                </a:lnTo>
                <a:lnTo>
                  <a:pt x="4652" y="1331"/>
                </a:lnTo>
                <a:lnTo>
                  <a:pt x="4651" y="1331"/>
                </a:lnTo>
                <a:lnTo>
                  <a:pt x="4650" y="1331"/>
                </a:lnTo>
                <a:lnTo>
                  <a:pt x="4649" y="1331"/>
                </a:lnTo>
                <a:lnTo>
                  <a:pt x="4648" y="1331"/>
                </a:lnTo>
                <a:lnTo>
                  <a:pt x="4648" y="1332"/>
                </a:lnTo>
                <a:lnTo>
                  <a:pt x="4647" y="1332"/>
                </a:lnTo>
                <a:lnTo>
                  <a:pt x="4648" y="1332"/>
                </a:lnTo>
                <a:lnTo>
                  <a:pt x="4648" y="1333"/>
                </a:lnTo>
                <a:lnTo>
                  <a:pt x="4649" y="1333"/>
                </a:lnTo>
                <a:lnTo>
                  <a:pt x="4650" y="1333"/>
                </a:lnTo>
                <a:lnTo>
                  <a:pt x="4650" y="1334"/>
                </a:lnTo>
                <a:lnTo>
                  <a:pt x="4649" y="1334"/>
                </a:lnTo>
                <a:lnTo>
                  <a:pt x="4649" y="1333"/>
                </a:lnTo>
                <a:lnTo>
                  <a:pt x="4648" y="1333"/>
                </a:lnTo>
                <a:lnTo>
                  <a:pt x="4647" y="1333"/>
                </a:lnTo>
                <a:lnTo>
                  <a:pt x="4646" y="1333"/>
                </a:lnTo>
                <a:lnTo>
                  <a:pt x="4645" y="1333"/>
                </a:lnTo>
                <a:lnTo>
                  <a:pt x="4644" y="1333"/>
                </a:lnTo>
                <a:lnTo>
                  <a:pt x="4644" y="1334"/>
                </a:lnTo>
                <a:lnTo>
                  <a:pt x="4643" y="1334"/>
                </a:lnTo>
                <a:lnTo>
                  <a:pt x="4643" y="1335"/>
                </a:lnTo>
                <a:lnTo>
                  <a:pt x="4643" y="1336"/>
                </a:lnTo>
                <a:lnTo>
                  <a:pt x="4644" y="1336"/>
                </a:lnTo>
                <a:lnTo>
                  <a:pt x="4645" y="1337"/>
                </a:lnTo>
                <a:lnTo>
                  <a:pt x="4646" y="1337"/>
                </a:lnTo>
                <a:lnTo>
                  <a:pt x="4647" y="1337"/>
                </a:lnTo>
                <a:lnTo>
                  <a:pt x="4647" y="1338"/>
                </a:lnTo>
                <a:lnTo>
                  <a:pt x="4648" y="1338"/>
                </a:lnTo>
                <a:lnTo>
                  <a:pt x="4649" y="1338"/>
                </a:lnTo>
                <a:lnTo>
                  <a:pt x="4648" y="1339"/>
                </a:lnTo>
                <a:lnTo>
                  <a:pt x="4647" y="1339"/>
                </a:lnTo>
                <a:lnTo>
                  <a:pt x="4647" y="1338"/>
                </a:lnTo>
                <a:lnTo>
                  <a:pt x="4647" y="1339"/>
                </a:lnTo>
                <a:lnTo>
                  <a:pt x="4647" y="1340"/>
                </a:lnTo>
                <a:lnTo>
                  <a:pt x="4646" y="1340"/>
                </a:lnTo>
                <a:lnTo>
                  <a:pt x="4646" y="1341"/>
                </a:lnTo>
                <a:lnTo>
                  <a:pt x="4645" y="1341"/>
                </a:lnTo>
                <a:lnTo>
                  <a:pt x="4644" y="1341"/>
                </a:lnTo>
                <a:lnTo>
                  <a:pt x="4643" y="1341"/>
                </a:lnTo>
                <a:lnTo>
                  <a:pt x="4642" y="1341"/>
                </a:lnTo>
                <a:lnTo>
                  <a:pt x="4642" y="1340"/>
                </a:lnTo>
                <a:lnTo>
                  <a:pt x="4642" y="1341"/>
                </a:lnTo>
                <a:lnTo>
                  <a:pt x="4642" y="1340"/>
                </a:lnTo>
                <a:lnTo>
                  <a:pt x="4641" y="1340"/>
                </a:lnTo>
                <a:lnTo>
                  <a:pt x="4640" y="1340"/>
                </a:lnTo>
                <a:lnTo>
                  <a:pt x="4639" y="1340"/>
                </a:lnTo>
                <a:lnTo>
                  <a:pt x="4638" y="1340"/>
                </a:lnTo>
                <a:lnTo>
                  <a:pt x="4638" y="1341"/>
                </a:lnTo>
                <a:lnTo>
                  <a:pt x="4637" y="1341"/>
                </a:lnTo>
                <a:lnTo>
                  <a:pt x="4635" y="1341"/>
                </a:lnTo>
                <a:lnTo>
                  <a:pt x="4634" y="1341"/>
                </a:lnTo>
                <a:lnTo>
                  <a:pt x="4633" y="1340"/>
                </a:lnTo>
                <a:lnTo>
                  <a:pt x="4633" y="1339"/>
                </a:lnTo>
                <a:lnTo>
                  <a:pt x="4633" y="1338"/>
                </a:lnTo>
                <a:lnTo>
                  <a:pt x="4632" y="1338"/>
                </a:lnTo>
                <a:lnTo>
                  <a:pt x="4632" y="1339"/>
                </a:lnTo>
                <a:lnTo>
                  <a:pt x="4632" y="1340"/>
                </a:lnTo>
                <a:lnTo>
                  <a:pt x="4631" y="1340"/>
                </a:lnTo>
                <a:lnTo>
                  <a:pt x="4631" y="1341"/>
                </a:lnTo>
                <a:lnTo>
                  <a:pt x="4630" y="1342"/>
                </a:lnTo>
                <a:lnTo>
                  <a:pt x="4630" y="1343"/>
                </a:lnTo>
                <a:lnTo>
                  <a:pt x="4629" y="1343"/>
                </a:lnTo>
                <a:lnTo>
                  <a:pt x="4629" y="1344"/>
                </a:lnTo>
                <a:lnTo>
                  <a:pt x="4628" y="1344"/>
                </a:lnTo>
                <a:lnTo>
                  <a:pt x="4628" y="1345"/>
                </a:lnTo>
                <a:lnTo>
                  <a:pt x="4627" y="1345"/>
                </a:lnTo>
                <a:lnTo>
                  <a:pt x="4626" y="1346"/>
                </a:lnTo>
                <a:lnTo>
                  <a:pt x="4625" y="1346"/>
                </a:lnTo>
                <a:lnTo>
                  <a:pt x="4625" y="1347"/>
                </a:lnTo>
                <a:lnTo>
                  <a:pt x="4624" y="1347"/>
                </a:lnTo>
                <a:lnTo>
                  <a:pt x="4623" y="1347"/>
                </a:lnTo>
                <a:lnTo>
                  <a:pt x="4622" y="1348"/>
                </a:lnTo>
                <a:lnTo>
                  <a:pt x="4621" y="1348"/>
                </a:lnTo>
                <a:lnTo>
                  <a:pt x="4620" y="1348"/>
                </a:lnTo>
                <a:lnTo>
                  <a:pt x="4620" y="1349"/>
                </a:lnTo>
                <a:lnTo>
                  <a:pt x="4619" y="1349"/>
                </a:lnTo>
                <a:lnTo>
                  <a:pt x="4619" y="1350"/>
                </a:lnTo>
                <a:lnTo>
                  <a:pt x="4619" y="1351"/>
                </a:lnTo>
                <a:lnTo>
                  <a:pt x="4619" y="1350"/>
                </a:lnTo>
                <a:lnTo>
                  <a:pt x="4619" y="1351"/>
                </a:lnTo>
                <a:lnTo>
                  <a:pt x="4618" y="1351"/>
                </a:lnTo>
                <a:lnTo>
                  <a:pt x="4618" y="1352"/>
                </a:lnTo>
                <a:lnTo>
                  <a:pt x="4618" y="1353"/>
                </a:lnTo>
                <a:lnTo>
                  <a:pt x="4618" y="1354"/>
                </a:lnTo>
                <a:lnTo>
                  <a:pt x="4617" y="1355"/>
                </a:lnTo>
                <a:lnTo>
                  <a:pt x="4616" y="1355"/>
                </a:lnTo>
                <a:lnTo>
                  <a:pt x="4615" y="1355"/>
                </a:lnTo>
                <a:lnTo>
                  <a:pt x="4615" y="1356"/>
                </a:lnTo>
                <a:lnTo>
                  <a:pt x="4614" y="1356"/>
                </a:lnTo>
                <a:lnTo>
                  <a:pt x="4613" y="1356"/>
                </a:lnTo>
                <a:lnTo>
                  <a:pt x="4613" y="1357"/>
                </a:lnTo>
                <a:lnTo>
                  <a:pt x="4612" y="1357"/>
                </a:lnTo>
                <a:lnTo>
                  <a:pt x="4611" y="1357"/>
                </a:lnTo>
                <a:lnTo>
                  <a:pt x="4610" y="1357"/>
                </a:lnTo>
                <a:lnTo>
                  <a:pt x="4610" y="1358"/>
                </a:lnTo>
                <a:lnTo>
                  <a:pt x="4609" y="1358"/>
                </a:lnTo>
                <a:lnTo>
                  <a:pt x="4608" y="1358"/>
                </a:lnTo>
                <a:lnTo>
                  <a:pt x="4607" y="1358"/>
                </a:lnTo>
                <a:lnTo>
                  <a:pt x="4607" y="1359"/>
                </a:lnTo>
                <a:lnTo>
                  <a:pt x="4606" y="1359"/>
                </a:lnTo>
                <a:lnTo>
                  <a:pt x="4606" y="1360"/>
                </a:lnTo>
                <a:lnTo>
                  <a:pt x="4605" y="1360"/>
                </a:lnTo>
                <a:lnTo>
                  <a:pt x="4605" y="1361"/>
                </a:lnTo>
                <a:lnTo>
                  <a:pt x="4604" y="1361"/>
                </a:lnTo>
                <a:lnTo>
                  <a:pt x="4604" y="1362"/>
                </a:lnTo>
                <a:lnTo>
                  <a:pt x="4604" y="1363"/>
                </a:lnTo>
                <a:lnTo>
                  <a:pt x="4604" y="1364"/>
                </a:lnTo>
                <a:lnTo>
                  <a:pt x="4603" y="1364"/>
                </a:lnTo>
                <a:lnTo>
                  <a:pt x="4602" y="1364"/>
                </a:lnTo>
                <a:lnTo>
                  <a:pt x="4602" y="1365"/>
                </a:lnTo>
                <a:lnTo>
                  <a:pt x="4601" y="1365"/>
                </a:lnTo>
                <a:lnTo>
                  <a:pt x="4600" y="1365"/>
                </a:lnTo>
                <a:lnTo>
                  <a:pt x="4599" y="1366"/>
                </a:lnTo>
                <a:lnTo>
                  <a:pt x="4598" y="1366"/>
                </a:lnTo>
                <a:lnTo>
                  <a:pt x="4598" y="1367"/>
                </a:lnTo>
                <a:lnTo>
                  <a:pt x="4599" y="1367"/>
                </a:lnTo>
                <a:lnTo>
                  <a:pt x="4599" y="1368"/>
                </a:lnTo>
                <a:lnTo>
                  <a:pt x="4598" y="1368"/>
                </a:lnTo>
                <a:lnTo>
                  <a:pt x="4599" y="1368"/>
                </a:lnTo>
                <a:lnTo>
                  <a:pt x="4599" y="1369"/>
                </a:lnTo>
                <a:lnTo>
                  <a:pt x="4599" y="1370"/>
                </a:lnTo>
                <a:lnTo>
                  <a:pt x="4598" y="1371"/>
                </a:lnTo>
                <a:lnTo>
                  <a:pt x="4597" y="1371"/>
                </a:lnTo>
                <a:lnTo>
                  <a:pt x="4597" y="1370"/>
                </a:lnTo>
                <a:lnTo>
                  <a:pt x="4597" y="1371"/>
                </a:lnTo>
                <a:lnTo>
                  <a:pt x="4597" y="1370"/>
                </a:lnTo>
                <a:lnTo>
                  <a:pt x="4596" y="1371"/>
                </a:lnTo>
                <a:lnTo>
                  <a:pt x="4596" y="1370"/>
                </a:lnTo>
                <a:lnTo>
                  <a:pt x="4597" y="1370"/>
                </a:lnTo>
                <a:lnTo>
                  <a:pt x="4599" y="1370"/>
                </a:lnTo>
                <a:lnTo>
                  <a:pt x="4599" y="1369"/>
                </a:lnTo>
                <a:lnTo>
                  <a:pt x="4598" y="1369"/>
                </a:lnTo>
                <a:lnTo>
                  <a:pt x="4598" y="1368"/>
                </a:lnTo>
                <a:lnTo>
                  <a:pt x="4598" y="1367"/>
                </a:lnTo>
                <a:lnTo>
                  <a:pt x="4598" y="1366"/>
                </a:lnTo>
                <a:lnTo>
                  <a:pt x="4598" y="1367"/>
                </a:lnTo>
                <a:lnTo>
                  <a:pt x="4597" y="1367"/>
                </a:lnTo>
                <a:lnTo>
                  <a:pt x="4597" y="1368"/>
                </a:lnTo>
                <a:lnTo>
                  <a:pt x="4596" y="1368"/>
                </a:lnTo>
                <a:lnTo>
                  <a:pt x="4596" y="1369"/>
                </a:lnTo>
                <a:lnTo>
                  <a:pt x="4595" y="1370"/>
                </a:lnTo>
                <a:lnTo>
                  <a:pt x="4594" y="1370"/>
                </a:lnTo>
                <a:lnTo>
                  <a:pt x="4593" y="1370"/>
                </a:lnTo>
                <a:lnTo>
                  <a:pt x="4593" y="1371"/>
                </a:lnTo>
                <a:lnTo>
                  <a:pt x="4592" y="1371"/>
                </a:lnTo>
                <a:lnTo>
                  <a:pt x="4592" y="1372"/>
                </a:lnTo>
                <a:lnTo>
                  <a:pt x="4591" y="1372"/>
                </a:lnTo>
                <a:lnTo>
                  <a:pt x="4591" y="1373"/>
                </a:lnTo>
                <a:lnTo>
                  <a:pt x="4590" y="1373"/>
                </a:lnTo>
                <a:lnTo>
                  <a:pt x="4589" y="1373"/>
                </a:lnTo>
                <a:lnTo>
                  <a:pt x="4588" y="1374"/>
                </a:lnTo>
                <a:lnTo>
                  <a:pt x="4588" y="1375"/>
                </a:lnTo>
                <a:lnTo>
                  <a:pt x="4590" y="1375"/>
                </a:lnTo>
                <a:lnTo>
                  <a:pt x="4591" y="1375"/>
                </a:lnTo>
                <a:lnTo>
                  <a:pt x="4591" y="1374"/>
                </a:lnTo>
                <a:lnTo>
                  <a:pt x="4593" y="1374"/>
                </a:lnTo>
                <a:lnTo>
                  <a:pt x="4593" y="1373"/>
                </a:lnTo>
                <a:lnTo>
                  <a:pt x="4594" y="1373"/>
                </a:lnTo>
                <a:lnTo>
                  <a:pt x="4594" y="1372"/>
                </a:lnTo>
                <a:lnTo>
                  <a:pt x="4594" y="1371"/>
                </a:lnTo>
                <a:lnTo>
                  <a:pt x="4594" y="1372"/>
                </a:lnTo>
                <a:lnTo>
                  <a:pt x="4594" y="1373"/>
                </a:lnTo>
                <a:lnTo>
                  <a:pt x="4594" y="1374"/>
                </a:lnTo>
                <a:lnTo>
                  <a:pt x="4593" y="1374"/>
                </a:lnTo>
                <a:lnTo>
                  <a:pt x="4592" y="1374"/>
                </a:lnTo>
                <a:lnTo>
                  <a:pt x="4592" y="1375"/>
                </a:lnTo>
                <a:lnTo>
                  <a:pt x="4591" y="1375"/>
                </a:lnTo>
                <a:lnTo>
                  <a:pt x="4590" y="1375"/>
                </a:lnTo>
                <a:lnTo>
                  <a:pt x="4590" y="1376"/>
                </a:lnTo>
                <a:lnTo>
                  <a:pt x="4591" y="1376"/>
                </a:lnTo>
                <a:lnTo>
                  <a:pt x="4590" y="1376"/>
                </a:lnTo>
                <a:lnTo>
                  <a:pt x="4590" y="1375"/>
                </a:lnTo>
                <a:lnTo>
                  <a:pt x="4589" y="1375"/>
                </a:lnTo>
                <a:lnTo>
                  <a:pt x="4588" y="1375"/>
                </a:lnTo>
                <a:lnTo>
                  <a:pt x="4588" y="1376"/>
                </a:lnTo>
                <a:lnTo>
                  <a:pt x="4587" y="1376"/>
                </a:lnTo>
                <a:lnTo>
                  <a:pt x="4586" y="1377"/>
                </a:lnTo>
                <a:lnTo>
                  <a:pt x="4585" y="1377"/>
                </a:lnTo>
                <a:lnTo>
                  <a:pt x="4585" y="1378"/>
                </a:lnTo>
                <a:lnTo>
                  <a:pt x="4585" y="1379"/>
                </a:lnTo>
                <a:lnTo>
                  <a:pt x="4585" y="1380"/>
                </a:lnTo>
                <a:lnTo>
                  <a:pt x="4586" y="1380"/>
                </a:lnTo>
                <a:lnTo>
                  <a:pt x="4586" y="1381"/>
                </a:lnTo>
                <a:lnTo>
                  <a:pt x="4586" y="1382"/>
                </a:lnTo>
                <a:lnTo>
                  <a:pt x="4585" y="1382"/>
                </a:lnTo>
                <a:lnTo>
                  <a:pt x="4585" y="1383"/>
                </a:lnTo>
                <a:lnTo>
                  <a:pt x="4586" y="1383"/>
                </a:lnTo>
                <a:lnTo>
                  <a:pt x="4586" y="1384"/>
                </a:lnTo>
                <a:lnTo>
                  <a:pt x="4586" y="1386"/>
                </a:lnTo>
                <a:lnTo>
                  <a:pt x="4585" y="1387"/>
                </a:lnTo>
                <a:lnTo>
                  <a:pt x="4585" y="1388"/>
                </a:lnTo>
                <a:lnTo>
                  <a:pt x="4585" y="1389"/>
                </a:lnTo>
                <a:lnTo>
                  <a:pt x="4584" y="1389"/>
                </a:lnTo>
                <a:lnTo>
                  <a:pt x="4584" y="1391"/>
                </a:lnTo>
                <a:lnTo>
                  <a:pt x="4585" y="1391"/>
                </a:lnTo>
                <a:lnTo>
                  <a:pt x="4584" y="1391"/>
                </a:lnTo>
                <a:lnTo>
                  <a:pt x="4585" y="1391"/>
                </a:lnTo>
                <a:lnTo>
                  <a:pt x="4585" y="1392"/>
                </a:lnTo>
                <a:lnTo>
                  <a:pt x="4585" y="1393"/>
                </a:lnTo>
                <a:lnTo>
                  <a:pt x="4585" y="1392"/>
                </a:lnTo>
                <a:lnTo>
                  <a:pt x="4585" y="1391"/>
                </a:lnTo>
                <a:lnTo>
                  <a:pt x="4584" y="1391"/>
                </a:lnTo>
                <a:lnTo>
                  <a:pt x="4584" y="1392"/>
                </a:lnTo>
                <a:lnTo>
                  <a:pt x="4583" y="1393"/>
                </a:lnTo>
                <a:lnTo>
                  <a:pt x="4582" y="1393"/>
                </a:lnTo>
                <a:lnTo>
                  <a:pt x="4582" y="1394"/>
                </a:lnTo>
                <a:lnTo>
                  <a:pt x="4583" y="1394"/>
                </a:lnTo>
                <a:lnTo>
                  <a:pt x="4584" y="1394"/>
                </a:lnTo>
                <a:lnTo>
                  <a:pt x="4584" y="1393"/>
                </a:lnTo>
                <a:lnTo>
                  <a:pt x="4584" y="1394"/>
                </a:lnTo>
                <a:lnTo>
                  <a:pt x="4583" y="1394"/>
                </a:lnTo>
                <a:lnTo>
                  <a:pt x="4582" y="1394"/>
                </a:lnTo>
                <a:lnTo>
                  <a:pt x="4581" y="1394"/>
                </a:lnTo>
                <a:lnTo>
                  <a:pt x="4581" y="1395"/>
                </a:lnTo>
                <a:lnTo>
                  <a:pt x="4580" y="1395"/>
                </a:lnTo>
                <a:lnTo>
                  <a:pt x="4580" y="1396"/>
                </a:lnTo>
                <a:lnTo>
                  <a:pt x="4580" y="1397"/>
                </a:lnTo>
                <a:lnTo>
                  <a:pt x="4580" y="1398"/>
                </a:lnTo>
                <a:lnTo>
                  <a:pt x="4581" y="1398"/>
                </a:lnTo>
                <a:lnTo>
                  <a:pt x="4581" y="1399"/>
                </a:lnTo>
                <a:lnTo>
                  <a:pt x="4582" y="1399"/>
                </a:lnTo>
                <a:lnTo>
                  <a:pt x="4583" y="1400"/>
                </a:lnTo>
                <a:lnTo>
                  <a:pt x="4583" y="1401"/>
                </a:lnTo>
                <a:lnTo>
                  <a:pt x="4583" y="1402"/>
                </a:lnTo>
                <a:lnTo>
                  <a:pt x="4583" y="1403"/>
                </a:lnTo>
                <a:lnTo>
                  <a:pt x="4584" y="1403"/>
                </a:lnTo>
                <a:lnTo>
                  <a:pt x="4585" y="1404"/>
                </a:lnTo>
                <a:lnTo>
                  <a:pt x="4585" y="1403"/>
                </a:lnTo>
                <a:lnTo>
                  <a:pt x="4584" y="1402"/>
                </a:lnTo>
                <a:lnTo>
                  <a:pt x="4584" y="1401"/>
                </a:lnTo>
                <a:lnTo>
                  <a:pt x="4584" y="1400"/>
                </a:lnTo>
                <a:lnTo>
                  <a:pt x="4584" y="1399"/>
                </a:lnTo>
                <a:lnTo>
                  <a:pt x="4583" y="1399"/>
                </a:lnTo>
                <a:lnTo>
                  <a:pt x="4583" y="1398"/>
                </a:lnTo>
                <a:lnTo>
                  <a:pt x="4582" y="1398"/>
                </a:lnTo>
                <a:lnTo>
                  <a:pt x="4583" y="1398"/>
                </a:lnTo>
                <a:lnTo>
                  <a:pt x="4583" y="1399"/>
                </a:lnTo>
                <a:lnTo>
                  <a:pt x="4584" y="1399"/>
                </a:lnTo>
                <a:lnTo>
                  <a:pt x="4584" y="1400"/>
                </a:lnTo>
                <a:lnTo>
                  <a:pt x="4584" y="1401"/>
                </a:lnTo>
                <a:lnTo>
                  <a:pt x="4585" y="1401"/>
                </a:lnTo>
                <a:lnTo>
                  <a:pt x="4584" y="1402"/>
                </a:lnTo>
                <a:lnTo>
                  <a:pt x="4585" y="1402"/>
                </a:lnTo>
                <a:lnTo>
                  <a:pt x="4585" y="1403"/>
                </a:lnTo>
                <a:lnTo>
                  <a:pt x="4586" y="1403"/>
                </a:lnTo>
                <a:lnTo>
                  <a:pt x="4586" y="1404"/>
                </a:lnTo>
                <a:lnTo>
                  <a:pt x="4586" y="1403"/>
                </a:lnTo>
                <a:lnTo>
                  <a:pt x="4586" y="1402"/>
                </a:lnTo>
                <a:lnTo>
                  <a:pt x="4587" y="1401"/>
                </a:lnTo>
                <a:lnTo>
                  <a:pt x="4587" y="1400"/>
                </a:lnTo>
                <a:lnTo>
                  <a:pt x="4586" y="1400"/>
                </a:lnTo>
                <a:lnTo>
                  <a:pt x="4587" y="1400"/>
                </a:lnTo>
                <a:lnTo>
                  <a:pt x="4587" y="1401"/>
                </a:lnTo>
                <a:lnTo>
                  <a:pt x="4587" y="1402"/>
                </a:lnTo>
                <a:lnTo>
                  <a:pt x="4586" y="1402"/>
                </a:lnTo>
                <a:lnTo>
                  <a:pt x="4586" y="1403"/>
                </a:lnTo>
                <a:lnTo>
                  <a:pt x="4587" y="1403"/>
                </a:lnTo>
                <a:lnTo>
                  <a:pt x="4588" y="1403"/>
                </a:lnTo>
                <a:lnTo>
                  <a:pt x="4588" y="1404"/>
                </a:lnTo>
                <a:lnTo>
                  <a:pt x="4588" y="1405"/>
                </a:lnTo>
                <a:lnTo>
                  <a:pt x="4589" y="1405"/>
                </a:lnTo>
                <a:lnTo>
                  <a:pt x="4589" y="1406"/>
                </a:lnTo>
                <a:lnTo>
                  <a:pt x="4589" y="1405"/>
                </a:lnTo>
                <a:lnTo>
                  <a:pt x="4589" y="1406"/>
                </a:lnTo>
                <a:lnTo>
                  <a:pt x="4589" y="1407"/>
                </a:lnTo>
                <a:lnTo>
                  <a:pt x="4587" y="1407"/>
                </a:lnTo>
                <a:lnTo>
                  <a:pt x="4586" y="1407"/>
                </a:lnTo>
                <a:lnTo>
                  <a:pt x="4585" y="1407"/>
                </a:lnTo>
                <a:lnTo>
                  <a:pt x="4584" y="1407"/>
                </a:lnTo>
                <a:lnTo>
                  <a:pt x="4583" y="1407"/>
                </a:lnTo>
                <a:lnTo>
                  <a:pt x="4582" y="1406"/>
                </a:lnTo>
                <a:lnTo>
                  <a:pt x="4581" y="1406"/>
                </a:lnTo>
                <a:lnTo>
                  <a:pt x="4580" y="1406"/>
                </a:lnTo>
                <a:lnTo>
                  <a:pt x="4579" y="1406"/>
                </a:lnTo>
                <a:lnTo>
                  <a:pt x="4578" y="1406"/>
                </a:lnTo>
                <a:lnTo>
                  <a:pt x="4577" y="1406"/>
                </a:lnTo>
                <a:lnTo>
                  <a:pt x="4576" y="1406"/>
                </a:lnTo>
                <a:lnTo>
                  <a:pt x="4576" y="1405"/>
                </a:lnTo>
                <a:lnTo>
                  <a:pt x="4576" y="1404"/>
                </a:lnTo>
                <a:lnTo>
                  <a:pt x="4576" y="1403"/>
                </a:lnTo>
                <a:lnTo>
                  <a:pt x="4576" y="1402"/>
                </a:lnTo>
                <a:lnTo>
                  <a:pt x="4576" y="1400"/>
                </a:lnTo>
                <a:lnTo>
                  <a:pt x="4576" y="1399"/>
                </a:lnTo>
                <a:lnTo>
                  <a:pt x="4576" y="1398"/>
                </a:lnTo>
                <a:lnTo>
                  <a:pt x="4577" y="1398"/>
                </a:lnTo>
                <a:lnTo>
                  <a:pt x="4577" y="1397"/>
                </a:lnTo>
                <a:lnTo>
                  <a:pt x="4577" y="1396"/>
                </a:lnTo>
                <a:lnTo>
                  <a:pt x="4577" y="1395"/>
                </a:lnTo>
                <a:lnTo>
                  <a:pt x="4577" y="1394"/>
                </a:lnTo>
                <a:lnTo>
                  <a:pt x="4577" y="1395"/>
                </a:lnTo>
                <a:lnTo>
                  <a:pt x="4576" y="1395"/>
                </a:lnTo>
                <a:lnTo>
                  <a:pt x="4576" y="1394"/>
                </a:lnTo>
                <a:lnTo>
                  <a:pt x="4575" y="1394"/>
                </a:lnTo>
                <a:lnTo>
                  <a:pt x="4574" y="1394"/>
                </a:lnTo>
                <a:lnTo>
                  <a:pt x="4574" y="1395"/>
                </a:lnTo>
                <a:lnTo>
                  <a:pt x="4573" y="1395"/>
                </a:lnTo>
                <a:lnTo>
                  <a:pt x="4572" y="1395"/>
                </a:lnTo>
                <a:lnTo>
                  <a:pt x="4572" y="1396"/>
                </a:lnTo>
                <a:lnTo>
                  <a:pt x="4572" y="1397"/>
                </a:lnTo>
                <a:lnTo>
                  <a:pt x="4571" y="1397"/>
                </a:lnTo>
                <a:lnTo>
                  <a:pt x="4571" y="1398"/>
                </a:lnTo>
                <a:lnTo>
                  <a:pt x="4571" y="1399"/>
                </a:lnTo>
                <a:lnTo>
                  <a:pt x="4571" y="1401"/>
                </a:lnTo>
                <a:lnTo>
                  <a:pt x="4571" y="1402"/>
                </a:lnTo>
                <a:lnTo>
                  <a:pt x="4571" y="1403"/>
                </a:lnTo>
                <a:lnTo>
                  <a:pt x="4571" y="1404"/>
                </a:lnTo>
                <a:lnTo>
                  <a:pt x="4570" y="1404"/>
                </a:lnTo>
                <a:lnTo>
                  <a:pt x="4569" y="1405"/>
                </a:lnTo>
                <a:lnTo>
                  <a:pt x="4568" y="1405"/>
                </a:lnTo>
                <a:lnTo>
                  <a:pt x="4567" y="1405"/>
                </a:lnTo>
                <a:lnTo>
                  <a:pt x="4566" y="1405"/>
                </a:lnTo>
                <a:lnTo>
                  <a:pt x="4566" y="1406"/>
                </a:lnTo>
                <a:lnTo>
                  <a:pt x="4565" y="1405"/>
                </a:lnTo>
                <a:lnTo>
                  <a:pt x="4564" y="1404"/>
                </a:lnTo>
                <a:lnTo>
                  <a:pt x="4563" y="1405"/>
                </a:lnTo>
                <a:lnTo>
                  <a:pt x="4562" y="1405"/>
                </a:lnTo>
                <a:lnTo>
                  <a:pt x="4561" y="1405"/>
                </a:lnTo>
                <a:lnTo>
                  <a:pt x="4560" y="1405"/>
                </a:lnTo>
                <a:lnTo>
                  <a:pt x="4557" y="1406"/>
                </a:lnTo>
                <a:lnTo>
                  <a:pt x="4556" y="1406"/>
                </a:lnTo>
                <a:lnTo>
                  <a:pt x="4556" y="1407"/>
                </a:lnTo>
                <a:lnTo>
                  <a:pt x="4555" y="1407"/>
                </a:lnTo>
                <a:lnTo>
                  <a:pt x="4554" y="1407"/>
                </a:lnTo>
                <a:lnTo>
                  <a:pt x="4552" y="1408"/>
                </a:lnTo>
                <a:lnTo>
                  <a:pt x="4551" y="1408"/>
                </a:lnTo>
                <a:lnTo>
                  <a:pt x="4548" y="1407"/>
                </a:lnTo>
                <a:lnTo>
                  <a:pt x="4547" y="1406"/>
                </a:lnTo>
                <a:lnTo>
                  <a:pt x="4546" y="1406"/>
                </a:lnTo>
                <a:lnTo>
                  <a:pt x="4544" y="1406"/>
                </a:lnTo>
                <a:lnTo>
                  <a:pt x="4543" y="1406"/>
                </a:lnTo>
                <a:lnTo>
                  <a:pt x="4543" y="1405"/>
                </a:lnTo>
                <a:lnTo>
                  <a:pt x="4542" y="1405"/>
                </a:lnTo>
                <a:lnTo>
                  <a:pt x="4541" y="1405"/>
                </a:lnTo>
                <a:lnTo>
                  <a:pt x="4540" y="1405"/>
                </a:lnTo>
                <a:lnTo>
                  <a:pt x="4539" y="1405"/>
                </a:lnTo>
                <a:lnTo>
                  <a:pt x="4538" y="1405"/>
                </a:lnTo>
                <a:lnTo>
                  <a:pt x="4537" y="1405"/>
                </a:lnTo>
                <a:lnTo>
                  <a:pt x="4536" y="1405"/>
                </a:lnTo>
                <a:lnTo>
                  <a:pt x="4537" y="1404"/>
                </a:lnTo>
                <a:lnTo>
                  <a:pt x="4538" y="1404"/>
                </a:lnTo>
                <a:lnTo>
                  <a:pt x="4537" y="1404"/>
                </a:lnTo>
                <a:lnTo>
                  <a:pt x="4536" y="1404"/>
                </a:lnTo>
                <a:lnTo>
                  <a:pt x="4535" y="1404"/>
                </a:lnTo>
                <a:lnTo>
                  <a:pt x="4534" y="1405"/>
                </a:lnTo>
                <a:lnTo>
                  <a:pt x="4533" y="1405"/>
                </a:lnTo>
                <a:lnTo>
                  <a:pt x="4532" y="1405"/>
                </a:lnTo>
                <a:lnTo>
                  <a:pt x="4529" y="1405"/>
                </a:lnTo>
                <a:lnTo>
                  <a:pt x="4528" y="1406"/>
                </a:lnTo>
                <a:lnTo>
                  <a:pt x="4528" y="1405"/>
                </a:lnTo>
                <a:lnTo>
                  <a:pt x="4524" y="1406"/>
                </a:lnTo>
                <a:lnTo>
                  <a:pt x="4523" y="1405"/>
                </a:lnTo>
                <a:lnTo>
                  <a:pt x="4522" y="1405"/>
                </a:lnTo>
                <a:lnTo>
                  <a:pt x="4521" y="1404"/>
                </a:lnTo>
                <a:lnTo>
                  <a:pt x="4520" y="1404"/>
                </a:lnTo>
                <a:lnTo>
                  <a:pt x="4521" y="1403"/>
                </a:lnTo>
                <a:lnTo>
                  <a:pt x="4520" y="1403"/>
                </a:lnTo>
                <a:lnTo>
                  <a:pt x="4520" y="1402"/>
                </a:lnTo>
                <a:lnTo>
                  <a:pt x="4519" y="1402"/>
                </a:lnTo>
                <a:lnTo>
                  <a:pt x="4520" y="1404"/>
                </a:lnTo>
                <a:lnTo>
                  <a:pt x="4520" y="1405"/>
                </a:lnTo>
                <a:lnTo>
                  <a:pt x="4518" y="1405"/>
                </a:lnTo>
                <a:lnTo>
                  <a:pt x="4518" y="1406"/>
                </a:lnTo>
                <a:lnTo>
                  <a:pt x="4519" y="1406"/>
                </a:lnTo>
                <a:lnTo>
                  <a:pt x="4519" y="1407"/>
                </a:lnTo>
                <a:lnTo>
                  <a:pt x="4519" y="1408"/>
                </a:lnTo>
                <a:lnTo>
                  <a:pt x="4518" y="1408"/>
                </a:lnTo>
                <a:lnTo>
                  <a:pt x="4518" y="1409"/>
                </a:lnTo>
                <a:lnTo>
                  <a:pt x="4517" y="1409"/>
                </a:lnTo>
                <a:lnTo>
                  <a:pt x="4516" y="1410"/>
                </a:lnTo>
                <a:lnTo>
                  <a:pt x="4515" y="1410"/>
                </a:lnTo>
                <a:lnTo>
                  <a:pt x="4515" y="1411"/>
                </a:lnTo>
                <a:lnTo>
                  <a:pt x="4514" y="1411"/>
                </a:lnTo>
                <a:lnTo>
                  <a:pt x="4514" y="1410"/>
                </a:lnTo>
                <a:lnTo>
                  <a:pt x="4513" y="1409"/>
                </a:lnTo>
                <a:lnTo>
                  <a:pt x="4513" y="1410"/>
                </a:lnTo>
                <a:lnTo>
                  <a:pt x="4512" y="1410"/>
                </a:lnTo>
                <a:lnTo>
                  <a:pt x="4512" y="1411"/>
                </a:lnTo>
                <a:lnTo>
                  <a:pt x="4512" y="1412"/>
                </a:lnTo>
                <a:lnTo>
                  <a:pt x="4511" y="1412"/>
                </a:lnTo>
                <a:lnTo>
                  <a:pt x="4510" y="1412"/>
                </a:lnTo>
                <a:lnTo>
                  <a:pt x="4511" y="1412"/>
                </a:lnTo>
                <a:lnTo>
                  <a:pt x="4511" y="1411"/>
                </a:lnTo>
                <a:lnTo>
                  <a:pt x="4511" y="1410"/>
                </a:lnTo>
                <a:lnTo>
                  <a:pt x="4510" y="1410"/>
                </a:lnTo>
                <a:lnTo>
                  <a:pt x="4510" y="1409"/>
                </a:lnTo>
                <a:lnTo>
                  <a:pt x="4509" y="1409"/>
                </a:lnTo>
                <a:lnTo>
                  <a:pt x="4508" y="1409"/>
                </a:lnTo>
                <a:lnTo>
                  <a:pt x="4508" y="1411"/>
                </a:lnTo>
                <a:lnTo>
                  <a:pt x="4506" y="1411"/>
                </a:lnTo>
                <a:lnTo>
                  <a:pt x="4506" y="1412"/>
                </a:lnTo>
                <a:lnTo>
                  <a:pt x="4505" y="1412"/>
                </a:lnTo>
                <a:lnTo>
                  <a:pt x="4505" y="1411"/>
                </a:lnTo>
                <a:lnTo>
                  <a:pt x="4504" y="1412"/>
                </a:lnTo>
                <a:lnTo>
                  <a:pt x="4503" y="1412"/>
                </a:lnTo>
                <a:lnTo>
                  <a:pt x="4503" y="1413"/>
                </a:lnTo>
                <a:lnTo>
                  <a:pt x="4503" y="1412"/>
                </a:lnTo>
                <a:lnTo>
                  <a:pt x="4504" y="1412"/>
                </a:lnTo>
                <a:lnTo>
                  <a:pt x="4504" y="1413"/>
                </a:lnTo>
                <a:lnTo>
                  <a:pt x="4503" y="1413"/>
                </a:lnTo>
                <a:lnTo>
                  <a:pt x="4502" y="1413"/>
                </a:lnTo>
                <a:lnTo>
                  <a:pt x="4502" y="1414"/>
                </a:lnTo>
                <a:lnTo>
                  <a:pt x="4501" y="1414"/>
                </a:lnTo>
                <a:lnTo>
                  <a:pt x="4500" y="1415"/>
                </a:lnTo>
                <a:lnTo>
                  <a:pt x="4499" y="1415"/>
                </a:lnTo>
                <a:lnTo>
                  <a:pt x="4499" y="1414"/>
                </a:lnTo>
                <a:lnTo>
                  <a:pt x="4498" y="1414"/>
                </a:lnTo>
                <a:lnTo>
                  <a:pt x="4498" y="1415"/>
                </a:lnTo>
                <a:lnTo>
                  <a:pt x="4497" y="1415"/>
                </a:lnTo>
                <a:lnTo>
                  <a:pt x="4496" y="1415"/>
                </a:lnTo>
                <a:lnTo>
                  <a:pt x="4496" y="1414"/>
                </a:lnTo>
                <a:lnTo>
                  <a:pt x="4497" y="1413"/>
                </a:lnTo>
                <a:lnTo>
                  <a:pt x="4498" y="1413"/>
                </a:lnTo>
                <a:lnTo>
                  <a:pt x="4499" y="1413"/>
                </a:lnTo>
                <a:lnTo>
                  <a:pt x="4499" y="1412"/>
                </a:lnTo>
                <a:lnTo>
                  <a:pt x="4498" y="1412"/>
                </a:lnTo>
                <a:lnTo>
                  <a:pt x="4497" y="1412"/>
                </a:lnTo>
                <a:lnTo>
                  <a:pt x="4497" y="1411"/>
                </a:lnTo>
                <a:lnTo>
                  <a:pt x="4497" y="1410"/>
                </a:lnTo>
                <a:lnTo>
                  <a:pt x="4498" y="1410"/>
                </a:lnTo>
                <a:lnTo>
                  <a:pt x="4498" y="1409"/>
                </a:lnTo>
                <a:lnTo>
                  <a:pt x="4498" y="1408"/>
                </a:lnTo>
                <a:lnTo>
                  <a:pt x="4498" y="1409"/>
                </a:lnTo>
                <a:lnTo>
                  <a:pt x="4497" y="1409"/>
                </a:lnTo>
                <a:lnTo>
                  <a:pt x="4496" y="1410"/>
                </a:lnTo>
                <a:lnTo>
                  <a:pt x="4497" y="1411"/>
                </a:lnTo>
                <a:lnTo>
                  <a:pt x="4497" y="1412"/>
                </a:lnTo>
                <a:lnTo>
                  <a:pt x="4496" y="1413"/>
                </a:lnTo>
                <a:lnTo>
                  <a:pt x="4495" y="1413"/>
                </a:lnTo>
                <a:lnTo>
                  <a:pt x="4494" y="1413"/>
                </a:lnTo>
                <a:lnTo>
                  <a:pt x="4492" y="1413"/>
                </a:lnTo>
                <a:lnTo>
                  <a:pt x="4492" y="1412"/>
                </a:lnTo>
                <a:lnTo>
                  <a:pt x="4491" y="1412"/>
                </a:lnTo>
                <a:lnTo>
                  <a:pt x="4491" y="1413"/>
                </a:lnTo>
                <a:lnTo>
                  <a:pt x="4489" y="1413"/>
                </a:lnTo>
                <a:lnTo>
                  <a:pt x="4489" y="1412"/>
                </a:lnTo>
                <a:lnTo>
                  <a:pt x="4488" y="1412"/>
                </a:lnTo>
                <a:lnTo>
                  <a:pt x="4488" y="1411"/>
                </a:lnTo>
                <a:lnTo>
                  <a:pt x="4487" y="1410"/>
                </a:lnTo>
                <a:lnTo>
                  <a:pt x="4487" y="1409"/>
                </a:lnTo>
                <a:lnTo>
                  <a:pt x="4486" y="1409"/>
                </a:lnTo>
                <a:lnTo>
                  <a:pt x="4486" y="1410"/>
                </a:lnTo>
                <a:lnTo>
                  <a:pt x="4488" y="1412"/>
                </a:lnTo>
                <a:lnTo>
                  <a:pt x="4486" y="1412"/>
                </a:lnTo>
                <a:lnTo>
                  <a:pt x="4486" y="1414"/>
                </a:lnTo>
                <a:lnTo>
                  <a:pt x="4485" y="1414"/>
                </a:lnTo>
                <a:lnTo>
                  <a:pt x="4484" y="1413"/>
                </a:lnTo>
                <a:lnTo>
                  <a:pt x="4483" y="1413"/>
                </a:lnTo>
                <a:lnTo>
                  <a:pt x="4483" y="1414"/>
                </a:lnTo>
                <a:lnTo>
                  <a:pt x="4484" y="1414"/>
                </a:lnTo>
                <a:lnTo>
                  <a:pt x="4485" y="1414"/>
                </a:lnTo>
                <a:lnTo>
                  <a:pt x="4486" y="1415"/>
                </a:lnTo>
                <a:lnTo>
                  <a:pt x="4486" y="1416"/>
                </a:lnTo>
                <a:lnTo>
                  <a:pt x="4485" y="1417"/>
                </a:lnTo>
                <a:lnTo>
                  <a:pt x="4486" y="1417"/>
                </a:lnTo>
                <a:lnTo>
                  <a:pt x="4486" y="1418"/>
                </a:lnTo>
                <a:lnTo>
                  <a:pt x="4487" y="1418"/>
                </a:lnTo>
                <a:lnTo>
                  <a:pt x="4486" y="1419"/>
                </a:lnTo>
                <a:lnTo>
                  <a:pt x="4486" y="1418"/>
                </a:lnTo>
                <a:lnTo>
                  <a:pt x="4485" y="1418"/>
                </a:lnTo>
                <a:lnTo>
                  <a:pt x="4484" y="1418"/>
                </a:lnTo>
                <a:lnTo>
                  <a:pt x="4484" y="1419"/>
                </a:lnTo>
                <a:lnTo>
                  <a:pt x="4483" y="1418"/>
                </a:lnTo>
                <a:lnTo>
                  <a:pt x="4482" y="1418"/>
                </a:lnTo>
                <a:lnTo>
                  <a:pt x="4481" y="1418"/>
                </a:lnTo>
                <a:lnTo>
                  <a:pt x="4480" y="1419"/>
                </a:lnTo>
                <a:lnTo>
                  <a:pt x="4480" y="1420"/>
                </a:lnTo>
                <a:lnTo>
                  <a:pt x="4481" y="1420"/>
                </a:lnTo>
                <a:lnTo>
                  <a:pt x="4481" y="1421"/>
                </a:lnTo>
                <a:lnTo>
                  <a:pt x="4480" y="1421"/>
                </a:lnTo>
                <a:lnTo>
                  <a:pt x="4478" y="1421"/>
                </a:lnTo>
                <a:lnTo>
                  <a:pt x="4477" y="1421"/>
                </a:lnTo>
                <a:lnTo>
                  <a:pt x="4477" y="1420"/>
                </a:lnTo>
                <a:lnTo>
                  <a:pt x="4476" y="1421"/>
                </a:lnTo>
                <a:lnTo>
                  <a:pt x="4476" y="1422"/>
                </a:lnTo>
                <a:lnTo>
                  <a:pt x="4475" y="1422"/>
                </a:lnTo>
                <a:lnTo>
                  <a:pt x="4474" y="1423"/>
                </a:lnTo>
                <a:lnTo>
                  <a:pt x="4474" y="1424"/>
                </a:lnTo>
                <a:lnTo>
                  <a:pt x="4473" y="1424"/>
                </a:lnTo>
                <a:lnTo>
                  <a:pt x="4472" y="1423"/>
                </a:lnTo>
                <a:lnTo>
                  <a:pt x="4472" y="1422"/>
                </a:lnTo>
                <a:lnTo>
                  <a:pt x="4473" y="1422"/>
                </a:lnTo>
                <a:lnTo>
                  <a:pt x="4472" y="1422"/>
                </a:lnTo>
                <a:lnTo>
                  <a:pt x="4471" y="1421"/>
                </a:lnTo>
                <a:lnTo>
                  <a:pt x="4471" y="1420"/>
                </a:lnTo>
                <a:lnTo>
                  <a:pt x="4470" y="1420"/>
                </a:lnTo>
                <a:lnTo>
                  <a:pt x="4470" y="1422"/>
                </a:lnTo>
                <a:lnTo>
                  <a:pt x="4469" y="1422"/>
                </a:lnTo>
                <a:lnTo>
                  <a:pt x="4468" y="1421"/>
                </a:lnTo>
                <a:lnTo>
                  <a:pt x="4467" y="1421"/>
                </a:lnTo>
                <a:lnTo>
                  <a:pt x="4466" y="1422"/>
                </a:lnTo>
                <a:lnTo>
                  <a:pt x="4466" y="1421"/>
                </a:lnTo>
                <a:lnTo>
                  <a:pt x="4464" y="1421"/>
                </a:lnTo>
                <a:lnTo>
                  <a:pt x="4463" y="1422"/>
                </a:lnTo>
                <a:lnTo>
                  <a:pt x="4462" y="1422"/>
                </a:lnTo>
                <a:lnTo>
                  <a:pt x="4462" y="1421"/>
                </a:lnTo>
                <a:lnTo>
                  <a:pt x="4462" y="1420"/>
                </a:lnTo>
                <a:lnTo>
                  <a:pt x="4462" y="1421"/>
                </a:lnTo>
                <a:lnTo>
                  <a:pt x="4461" y="1421"/>
                </a:lnTo>
                <a:lnTo>
                  <a:pt x="4461" y="1422"/>
                </a:lnTo>
                <a:lnTo>
                  <a:pt x="4460" y="1422"/>
                </a:lnTo>
                <a:lnTo>
                  <a:pt x="4459" y="1422"/>
                </a:lnTo>
                <a:lnTo>
                  <a:pt x="4460" y="1422"/>
                </a:lnTo>
                <a:lnTo>
                  <a:pt x="4461" y="1422"/>
                </a:lnTo>
                <a:lnTo>
                  <a:pt x="4461" y="1423"/>
                </a:lnTo>
                <a:lnTo>
                  <a:pt x="4461" y="1424"/>
                </a:lnTo>
                <a:lnTo>
                  <a:pt x="4460" y="1424"/>
                </a:lnTo>
                <a:lnTo>
                  <a:pt x="4459" y="1425"/>
                </a:lnTo>
                <a:lnTo>
                  <a:pt x="4458" y="1425"/>
                </a:lnTo>
                <a:lnTo>
                  <a:pt x="4458" y="1426"/>
                </a:lnTo>
                <a:lnTo>
                  <a:pt x="4458" y="1428"/>
                </a:lnTo>
                <a:lnTo>
                  <a:pt x="4456" y="1428"/>
                </a:lnTo>
                <a:lnTo>
                  <a:pt x="4456" y="1427"/>
                </a:lnTo>
                <a:lnTo>
                  <a:pt x="4453" y="1428"/>
                </a:lnTo>
                <a:lnTo>
                  <a:pt x="4452" y="1427"/>
                </a:lnTo>
                <a:lnTo>
                  <a:pt x="4450" y="1428"/>
                </a:lnTo>
                <a:lnTo>
                  <a:pt x="4449" y="1428"/>
                </a:lnTo>
                <a:lnTo>
                  <a:pt x="4447" y="1428"/>
                </a:lnTo>
                <a:lnTo>
                  <a:pt x="4446" y="1429"/>
                </a:lnTo>
                <a:lnTo>
                  <a:pt x="4447" y="1431"/>
                </a:lnTo>
                <a:lnTo>
                  <a:pt x="4445" y="1432"/>
                </a:lnTo>
                <a:lnTo>
                  <a:pt x="4444" y="1430"/>
                </a:lnTo>
                <a:lnTo>
                  <a:pt x="4443" y="1430"/>
                </a:lnTo>
                <a:lnTo>
                  <a:pt x="4442" y="1431"/>
                </a:lnTo>
                <a:lnTo>
                  <a:pt x="4444" y="1432"/>
                </a:lnTo>
                <a:lnTo>
                  <a:pt x="4436" y="1435"/>
                </a:lnTo>
                <a:lnTo>
                  <a:pt x="4435" y="1434"/>
                </a:lnTo>
                <a:lnTo>
                  <a:pt x="4433" y="1435"/>
                </a:lnTo>
                <a:lnTo>
                  <a:pt x="4433" y="1436"/>
                </a:lnTo>
                <a:lnTo>
                  <a:pt x="4433" y="1437"/>
                </a:lnTo>
                <a:lnTo>
                  <a:pt x="4432" y="1437"/>
                </a:lnTo>
                <a:lnTo>
                  <a:pt x="4431" y="1436"/>
                </a:lnTo>
                <a:lnTo>
                  <a:pt x="4432" y="1436"/>
                </a:lnTo>
                <a:lnTo>
                  <a:pt x="4431" y="1436"/>
                </a:lnTo>
                <a:lnTo>
                  <a:pt x="4430" y="1434"/>
                </a:lnTo>
                <a:lnTo>
                  <a:pt x="4430" y="1435"/>
                </a:lnTo>
                <a:lnTo>
                  <a:pt x="4429" y="1435"/>
                </a:lnTo>
                <a:lnTo>
                  <a:pt x="4430" y="1436"/>
                </a:lnTo>
                <a:lnTo>
                  <a:pt x="4429" y="1436"/>
                </a:lnTo>
                <a:lnTo>
                  <a:pt x="4429" y="1437"/>
                </a:lnTo>
                <a:lnTo>
                  <a:pt x="4429" y="1438"/>
                </a:lnTo>
                <a:lnTo>
                  <a:pt x="4429" y="1439"/>
                </a:lnTo>
                <a:lnTo>
                  <a:pt x="4428" y="1439"/>
                </a:lnTo>
                <a:lnTo>
                  <a:pt x="4427" y="1439"/>
                </a:lnTo>
                <a:lnTo>
                  <a:pt x="4427" y="1440"/>
                </a:lnTo>
                <a:lnTo>
                  <a:pt x="4428" y="1440"/>
                </a:lnTo>
                <a:lnTo>
                  <a:pt x="4427" y="1440"/>
                </a:lnTo>
                <a:lnTo>
                  <a:pt x="4426" y="1439"/>
                </a:lnTo>
                <a:lnTo>
                  <a:pt x="4426" y="1440"/>
                </a:lnTo>
                <a:lnTo>
                  <a:pt x="4425" y="1440"/>
                </a:lnTo>
                <a:lnTo>
                  <a:pt x="4425" y="1441"/>
                </a:lnTo>
                <a:lnTo>
                  <a:pt x="4424" y="1441"/>
                </a:lnTo>
                <a:lnTo>
                  <a:pt x="4424" y="1442"/>
                </a:lnTo>
                <a:lnTo>
                  <a:pt x="4423" y="1442"/>
                </a:lnTo>
                <a:lnTo>
                  <a:pt x="4423" y="1441"/>
                </a:lnTo>
                <a:lnTo>
                  <a:pt x="4424" y="1441"/>
                </a:lnTo>
                <a:lnTo>
                  <a:pt x="4424" y="1440"/>
                </a:lnTo>
                <a:lnTo>
                  <a:pt x="4423" y="1440"/>
                </a:lnTo>
                <a:lnTo>
                  <a:pt x="4422" y="1440"/>
                </a:lnTo>
                <a:lnTo>
                  <a:pt x="4423" y="1441"/>
                </a:lnTo>
                <a:lnTo>
                  <a:pt x="4422" y="1442"/>
                </a:lnTo>
                <a:lnTo>
                  <a:pt x="4422" y="1443"/>
                </a:lnTo>
                <a:lnTo>
                  <a:pt x="4422" y="1444"/>
                </a:lnTo>
                <a:lnTo>
                  <a:pt x="4423" y="1445"/>
                </a:lnTo>
                <a:lnTo>
                  <a:pt x="4423" y="1446"/>
                </a:lnTo>
                <a:lnTo>
                  <a:pt x="4422" y="1446"/>
                </a:lnTo>
                <a:lnTo>
                  <a:pt x="4421" y="1444"/>
                </a:lnTo>
                <a:lnTo>
                  <a:pt x="4419" y="1447"/>
                </a:lnTo>
                <a:lnTo>
                  <a:pt x="4418" y="1447"/>
                </a:lnTo>
                <a:lnTo>
                  <a:pt x="4417" y="1447"/>
                </a:lnTo>
                <a:lnTo>
                  <a:pt x="4417" y="1446"/>
                </a:lnTo>
                <a:lnTo>
                  <a:pt x="4416" y="1447"/>
                </a:lnTo>
                <a:lnTo>
                  <a:pt x="4417" y="1448"/>
                </a:lnTo>
                <a:lnTo>
                  <a:pt x="4416" y="1448"/>
                </a:lnTo>
                <a:lnTo>
                  <a:pt x="4415" y="1448"/>
                </a:lnTo>
                <a:lnTo>
                  <a:pt x="4413" y="1448"/>
                </a:lnTo>
                <a:lnTo>
                  <a:pt x="4412" y="1448"/>
                </a:lnTo>
                <a:lnTo>
                  <a:pt x="4412" y="1447"/>
                </a:lnTo>
                <a:lnTo>
                  <a:pt x="4411" y="1447"/>
                </a:lnTo>
                <a:lnTo>
                  <a:pt x="4408" y="1447"/>
                </a:lnTo>
                <a:lnTo>
                  <a:pt x="4407" y="1447"/>
                </a:lnTo>
                <a:lnTo>
                  <a:pt x="4406" y="1447"/>
                </a:lnTo>
                <a:lnTo>
                  <a:pt x="4406" y="1448"/>
                </a:lnTo>
                <a:lnTo>
                  <a:pt x="4406" y="1449"/>
                </a:lnTo>
                <a:lnTo>
                  <a:pt x="4403" y="1450"/>
                </a:lnTo>
                <a:lnTo>
                  <a:pt x="4402" y="1451"/>
                </a:lnTo>
                <a:lnTo>
                  <a:pt x="4402" y="1450"/>
                </a:lnTo>
                <a:lnTo>
                  <a:pt x="4401" y="1451"/>
                </a:lnTo>
                <a:lnTo>
                  <a:pt x="4402" y="1451"/>
                </a:lnTo>
                <a:lnTo>
                  <a:pt x="4402" y="1452"/>
                </a:lnTo>
                <a:lnTo>
                  <a:pt x="4399" y="1453"/>
                </a:lnTo>
                <a:lnTo>
                  <a:pt x="4398" y="1453"/>
                </a:lnTo>
                <a:lnTo>
                  <a:pt x="4399" y="1453"/>
                </a:lnTo>
                <a:lnTo>
                  <a:pt x="4399" y="1454"/>
                </a:lnTo>
                <a:lnTo>
                  <a:pt x="4400" y="1455"/>
                </a:lnTo>
                <a:lnTo>
                  <a:pt x="4399" y="1456"/>
                </a:lnTo>
                <a:lnTo>
                  <a:pt x="4399" y="1455"/>
                </a:lnTo>
                <a:lnTo>
                  <a:pt x="4398" y="1454"/>
                </a:lnTo>
                <a:lnTo>
                  <a:pt x="4397" y="1455"/>
                </a:lnTo>
                <a:lnTo>
                  <a:pt x="4395" y="1457"/>
                </a:lnTo>
                <a:lnTo>
                  <a:pt x="4394" y="1457"/>
                </a:lnTo>
                <a:lnTo>
                  <a:pt x="4394" y="1456"/>
                </a:lnTo>
                <a:lnTo>
                  <a:pt x="4393" y="1456"/>
                </a:lnTo>
                <a:lnTo>
                  <a:pt x="4393" y="1457"/>
                </a:lnTo>
                <a:lnTo>
                  <a:pt x="4394" y="1457"/>
                </a:lnTo>
                <a:lnTo>
                  <a:pt x="4395" y="1457"/>
                </a:lnTo>
                <a:lnTo>
                  <a:pt x="4395" y="1458"/>
                </a:lnTo>
                <a:lnTo>
                  <a:pt x="4395" y="1459"/>
                </a:lnTo>
                <a:lnTo>
                  <a:pt x="4394" y="1460"/>
                </a:lnTo>
                <a:lnTo>
                  <a:pt x="4393" y="1460"/>
                </a:lnTo>
                <a:lnTo>
                  <a:pt x="4393" y="1461"/>
                </a:lnTo>
                <a:lnTo>
                  <a:pt x="4393" y="1462"/>
                </a:lnTo>
                <a:lnTo>
                  <a:pt x="4392" y="1462"/>
                </a:lnTo>
                <a:lnTo>
                  <a:pt x="4391" y="1462"/>
                </a:lnTo>
                <a:lnTo>
                  <a:pt x="4390" y="1462"/>
                </a:lnTo>
                <a:lnTo>
                  <a:pt x="4390" y="1463"/>
                </a:lnTo>
                <a:lnTo>
                  <a:pt x="4389" y="1463"/>
                </a:lnTo>
                <a:lnTo>
                  <a:pt x="4388" y="1463"/>
                </a:lnTo>
                <a:lnTo>
                  <a:pt x="4387" y="1463"/>
                </a:lnTo>
                <a:lnTo>
                  <a:pt x="4387" y="1464"/>
                </a:lnTo>
                <a:lnTo>
                  <a:pt x="4386" y="1464"/>
                </a:lnTo>
                <a:lnTo>
                  <a:pt x="4385" y="1465"/>
                </a:lnTo>
                <a:lnTo>
                  <a:pt x="4384" y="1466"/>
                </a:lnTo>
                <a:lnTo>
                  <a:pt x="4384" y="1467"/>
                </a:lnTo>
                <a:lnTo>
                  <a:pt x="4383" y="1467"/>
                </a:lnTo>
                <a:lnTo>
                  <a:pt x="4382" y="1467"/>
                </a:lnTo>
                <a:lnTo>
                  <a:pt x="4381" y="1468"/>
                </a:lnTo>
                <a:lnTo>
                  <a:pt x="4381" y="1469"/>
                </a:lnTo>
                <a:lnTo>
                  <a:pt x="4382" y="1469"/>
                </a:lnTo>
                <a:lnTo>
                  <a:pt x="4382" y="1470"/>
                </a:lnTo>
                <a:lnTo>
                  <a:pt x="4381" y="1471"/>
                </a:lnTo>
                <a:lnTo>
                  <a:pt x="4380" y="1471"/>
                </a:lnTo>
                <a:lnTo>
                  <a:pt x="4379" y="1471"/>
                </a:lnTo>
                <a:lnTo>
                  <a:pt x="4381" y="1471"/>
                </a:lnTo>
                <a:lnTo>
                  <a:pt x="4381" y="1472"/>
                </a:lnTo>
                <a:lnTo>
                  <a:pt x="4382" y="1472"/>
                </a:lnTo>
                <a:lnTo>
                  <a:pt x="4381" y="1473"/>
                </a:lnTo>
                <a:lnTo>
                  <a:pt x="4382" y="1473"/>
                </a:lnTo>
                <a:lnTo>
                  <a:pt x="4383" y="1473"/>
                </a:lnTo>
                <a:lnTo>
                  <a:pt x="4384" y="1473"/>
                </a:lnTo>
                <a:lnTo>
                  <a:pt x="4384" y="1474"/>
                </a:lnTo>
                <a:lnTo>
                  <a:pt x="4385" y="1474"/>
                </a:lnTo>
                <a:lnTo>
                  <a:pt x="4386" y="1474"/>
                </a:lnTo>
                <a:lnTo>
                  <a:pt x="4385" y="1474"/>
                </a:lnTo>
                <a:lnTo>
                  <a:pt x="4384" y="1474"/>
                </a:lnTo>
                <a:lnTo>
                  <a:pt x="4383" y="1474"/>
                </a:lnTo>
                <a:lnTo>
                  <a:pt x="4382" y="1475"/>
                </a:lnTo>
                <a:lnTo>
                  <a:pt x="4381" y="1475"/>
                </a:lnTo>
                <a:lnTo>
                  <a:pt x="4381" y="1476"/>
                </a:lnTo>
                <a:lnTo>
                  <a:pt x="4380" y="1476"/>
                </a:lnTo>
                <a:lnTo>
                  <a:pt x="4380" y="1477"/>
                </a:lnTo>
                <a:lnTo>
                  <a:pt x="4379" y="1477"/>
                </a:lnTo>
                <a:lnTo>
                  <a:pt x="4378" y="1477"/>
                </a:lnTo>
                <a:lnTo>
                  <a:pt x="4378" y="1478"/>
                </a:lnTo>
                <a:lnTo>
                  <a:pt x="4379" y="1478"/>
                </a:lnTo>
                <a:lnTo>
                  <a:pt x="4378" y="1478"/>
                </a:lnTo>
                <a:lnTo>
                  <a:pt x="4377" y="1478"/>
                </a:lnTo>
                <a:lnTo>
                  <a:pt x="4376" y="1478"/>
                </a:lnTo>
                <a:lnTo>
                  <a:pt x="4375" y="1478"/>
                </a:lnTo>
                <a:lnTo>
                  <a:pt x="4375" y="1477"/>
                </a:lnTo>
                <a:lnTo>
                  <a:pt x="4374" y="1477"/>
                </a:lnTo>
                <a:lnTo>
                  <a:pt x="4375" y="1479"/>
                </a:lnTo>
                <a:lnTo>
                  <a:pt x="4375" y="1480"/>
                </a:lnTo>
                <a:lnTo>
                  <a:pt x="4375" y="1481"/>
                </a:lnTo>
                <a:lnTo>
                  <a:pt x="4376" y="1481"/>
                </a:lnTo>
                <a:lnTo>
                  <a:pt x="4377" y="1481"/>
                </a:lnTo>
                <a:lnTo>
                  <a:pt x="4377" y="1482"/>
                </a:lnTo>
                <a:lnTo>
                  <a:pt x="4377" y="1483"/>
                </a:lnTo>
                <a:lnTo>
                  <a:pt x="4376" y="1483"/>
                </a:lnTo>
                <a:lnTo>
                  <a:pt x="4375" y="1483"/>
                </a:lnTo>
                <a:lnTo>
                  <a:pt x="4374" y="1482"/>
                </a:lnTo>
                <a:lnTo>
                  <a:pt x="4373" y="1482"/>
                </a:lnTo>
                <a:lnTo>
                  <a:pt x="4372" y="1482"/>
                </a:lnTo>
                <a:lnTo>
                  <a:pt x="4370" y="1482"/>
                </a:lnTo>
                <a:lnTo>
                  <a:pt x="4370" y="1483"/>
                </a:lnTo>
                <a:lnTo>
                  <a:pt x="4369" y="1485"/>
                </a:lnTo>
                <a:lnTo>
                  <a:pt x="4368" y="1486"/>
                </a:lnTo>
                <a:lnTo>
                  <a:pt x="4367" y="1486"/>
                </a:lnTo>
                <a:lnTo>
                  <a:pt x="4366" y="1485"/>
                </a:lnTo>
                <a:lnTo>
                  <a:pt x="4365" y="1485"/>
                </a:lnTo>
                <a:lnTo>
                  <a:pt x="4365" y="1484"/>
                </a:lnTo>
                <a:lnTo>
                  <a:pt x="4364" y="1484"/>
                </a:lnTo>
                <a:lnTo>
                  <a:pt x="4363" y="1484"/>
                </a:lnTo>
                <a:lnTo>
                  <a:pt x="4362" y="1484"/>
                </a:lnTo>
                <a:lnTo>
                  <a:pt x="4362" y="1485"/>
                </a:lnTo>
                <a:lnTo>
                  <a:pt x="4363" y="1485"/>
                </a:lnTo>
                <a:lnTo>
                  <a:pt x="4363" y="1486"/>
                </a:lnTo>
                <a:lnTo>
                  <a:pt x="4364" y="1485"/>
                </a:lnTo>
                <a:lnTo>
                  <a:pt x="4364" y="1487"/>
                </a:lnTo>
                <a:lnTo>
                  <a:pt x="4364" y="1488"/>
                </a:lnTo>
                <a:lnTo>
                  <a:pt x="4364" y="1487"/>
                </a:lnTo>
                <a:lnTo>
                  <a:pt x="4363" y="1487"/>
                </a:lnTo>
                <a:lnTo>
                  <a:pt x="4363" y="1486"/>
                </a:lnTo>
                <a:lnTo>
                  <a:pt x="4362" y="1486"/>
                </a:lnTo>
                <a:lnTo>
                  <a:pt x="4362" y="1487"/>
                </a:lnTo>
                <a:lnTo>
                  <a:pt x="4361" y="1487"/>
                </a:lnTo>
                <a:lnTo>
                  <a:pt x="4360" y="1486"/>
                </a:lnTo>
                <a:lnTo>
                  <a:pt x="4358" y="1485"/>
                </a:lnTo>
                <a:lnTo>
                  <a:pt x="4357" y="1485"/>
                </a:lnTo>
                <a:lnTo>
                  <a:pt x="4357" y="1486"/>
                </a:lnTo>
                <a:lnTo>
                  <a:pt x="4358" y="1487"/>
                </a:lnTo>
                <a:lnTo>
                  <a:pt x="4359" y="1488"/>
                </a:lnTo>
                <a:lnTo>
                  <a:pt x="4360" y="1489"/>
                </a:lnTo>
                <a:lnTo>
                  <a:pt x="4362" y="1490"/>
                </a:lnTo>
                <a:lnTo>
                  <a:pt x="4362" y="1491"/>
                </a:lnTo>
                <a:lnTo>
                  <a:pt x="4362" y="1492"/>
                </a:lnTo>
                <a:lnTo>
                  <a:pt x="4362" y="1493"/>
                </a:lnTo>
                <a:lnTo>
                  <a:pt x="4361" y="1494"/>
                </a:lnTo>
                <a:lnTo>
                  <a:pt x="4360" y="1495"/>
                </a:lnTo>
                <a:lnTo>
                  <a:pt x="4359" y="1495"/>
                </a:lnTo>
                <a:lnTo>
                  <a:pt x="4358" y="1495"/>
                </a:lnTo>
                <a:lnTo>
                  <a:pt x="4357" y="1495"/>
                </a:lnTo>
                <a:lnTo>
                  <a:pt x="4356" y="1495"/>
                </a:lnTo>
                <a:lnTo>
                  <a:pt x="4356" y="1494"/>
                </a:lnTo>
                <a:lnTo>
                  <a:pt x="4357" y="1494"/>
                </a:lnTo>
                <a:lnTo>
                  <a:pt x="4357" y="1493"/>
                </a:lnTo>
                <a:lnTo>
                  <a:pt x="4356" y="1493"/>
                </a:lnTo>
                <a:lnTo>
                  <a:pt x="4356" y="1492"/>
                </a:lnTo>
                <a:lnTo>
                  <a:pt x="4355" y="1493"/>
                </a:lnTo>
                <a:lnTo>
                  <a:pt x="4354" y="1493"/>
                </a:lnTo>
                <a:lnTo>
                  <a:pt x="4354" y="1492"/>
                </a:lnTo>
                <a:lnTo>
                  <a:pt x="4355" y="1492"/>
                </a:lnTo>
                <a:lnTo>
                  <a:pt x="4354" y="1491"/>
                </a:lnTo>
                <a:lnTo>
                  <a:pt x="4353" y="1490"/>
                </a:lnTo>
                <a:lnTo>
                  <a:pt x="4354" y="1490"/>
                </a:lnTo>
                <a:lnTo>
                  <a:pt x="4353" y="1490"/>
                </a:lnTo>
                <a:lnTo>
                  <a:pt x="4353" y="1489"/>
                </a:lnTo>
                <a:lnTo>
                  <a:pt x="4353" y="1488"/>
                </a:lnTo>
                <a:lnTo>
                  <a:pt x="4353" y="1487"/>
                </a:lnTo>
                <a:lnTo>
                  <a:pt x="4352" y="1487"/>
                </a:lnTo>
                <a:lnTo>
                  <a:pt x="4351" y="1487"/>
                </a:lnTo>
                <a:lnTo>
                  <a:pt x="4350" y="1487"/>
                </a:lnTo>
                <a:lnTo>
                  <a:pt x="4350" y="1486"/>
                </a:lnTo>
                <a:lnTo>
                  <a:pt x="4349" y="1487"/>
                </a:lnTo>
                <a:lnTo>
                  <a:pt x="4348" y="1486"/>
                </a:lnTo>
                <a:lnTo>
                  <a:pt x="4347" y="1486"/>
                </a:lnTo>
                <a:lnTo>
                  <a:pt x="4346" y="1486"/>
                </a:lnTo>
                <a:lnTo>
                  <a:pt x="4346" y="1487"/>
                </a:lnTo>
                <a:lnTo>
                  <a:pt x="4347" y="1486"/>
                </a:lnTo>
                <a:lnTo>
                  <a:pt x="4348" y="1487"/>
                </a:lnTo>
                <a:lnTo>
                  <a:pt x="4349" y="1488"/>
                </a:lnTo>
                <a:lnTo>
                  <a:pt x="4348" y="1489"/>
                </a:lnTo>
                <a:lnTo>
                  <a:pt x="4347" y="1489"/>
                </a:lnTo>
                <a:lnTo>
                  <a:pt x="4346" y="1489"/>
                </a:lnTo>
                <a:lnTo>
                  <a:pt x="4345" y="1489"/>
                </a:lnTo>
                <a:lnTo>
                  <a:pt x="4345" y="1488"/>
                </a:lnTo>
                <a:lnTo>
                  <a:pt x="4344" y="1488"/>
                </a:lnTo>
                <a:lnTo>
                  <a:pt x="4343" y="1488"/>
                </a:lnTo>
                <a:lnTo>
                  <a:pt x="4343" y="1489"/>
                </a:lnTo>
                <a:lnTo>
                  <a:pt x="4342" y="1489"/>
                </a:lnTo>
                <a:lnTo>
                  <a:pt x="4342" y="1488"/>
                </a:lnTo>
                <a:lnTo>
                  <a:pt x="4341" y="1488"/>
                </a:lnTo>
                <a:lnTo>
                  <a:pt x="4339" y="1489"/>
                </a:lnTo>
                <a:lnTo>
                  <a:pt x="4339" y="1490"/>
                </a:lnTo>
                <a:lnTo>
                  <a:pt x="4340" y="1490"/>
                </a:lnTo>
                <a:lnTo>
                  <a:pt x="4341" y="1490"/>
                </a:lnTo>
                <a:lnTo>
                  <a:pt x="4341" y="1491"/>
                </a:lnTo>
                <a:lnTo>
                  <a:pt x="4341" y="1492"/>
                </a:lnTo>
                <a:lnTo>
                  <a:pt x="4341" y="1493"/>
                </a:lnTo>
                <a:lnTo>
                  <a:pt x="4340" y="1493"/>
                </a:lnTo>
                <a:lnTo>
                  <a:pt x="4339" y="1494"/>
                </a:lnTo>
                <a:lnTo>
                  <a:pt x="4339" y="1493"/>
                </a:lnTo>
                <a:lnTo>
                  <a:pt x="4338" y="1494"/>
                </a:lnTo>
                <a:lnTo>
                  <a:pt x="4337" y="1494"/>
                </a:lnTo>
                <a:lnTo>
                  <a:pt x="4337" y="1495"/>
                </a:lnTo>
                <a:lnTo>
                  <a:pt x="4336" y="1495"/>
                </a:lnTo>
                <a:lnTo>
                  <a:pt x="4337" y="1495"/>
                </a:lnTo>
                <a:lnTo>
                  <a:pt x="4337" y="1496"/>
                </a:lnTo>
                <a:lnTo>
                  <a:pt x="4336" y="1496"/>
                </a:lnTo>
                <a:lnTo>
                  <a:pt x="4336" y="1497"/>
                </a:lnTo>
                <a:lnTo>
                  <a:pt x="4337" y="1497"/>
                </a:lnTo>
                <a:lnTo>
                  <a:pt x="4338" y="1497"/>
                </a:lnTo>
                <a:lnTo>
                  <a:pt x="4338" y="1496"/>
                </a:lnTo>
                <a:lnTo>
                  <a:pt x="4339" y="1496"/>
                </a:lnTo>
                <a:lnTo>
                  <a:pt x="4340" y="1496"/>
                </a:lnTo>
                <a:lnTo>
                  <a:pt x="4339" y="1496"/>
                </a:lnTo>
                <a:lnTo>
                  <a:pt x="4339" y="1497"/>
                </a:lnTo>
                <a:lnTo>
                  <a:pt x="4341" y="1497"/>
                </a:lnTo>
                <a:lnTo>
                  <a:pt x="4341" y="1496"/>
                </a:lnTo>
                <a:lnTo>
                  <a:pt x="4342" y="1497"/>
                </a:lnTo>
                <a:lnTo>
                  <a:pt x="4343" y="1497"/>
                </a:lnTo>
                <a:lnTo>
                  <a:pt x="4344" y="1497"/>
                </a:lnTo>
                <a:lnTo>
                  <a:pt x="4344" y="1498"/>
                </a:lnTo>
                <a:lnTo>
                  <a:pt x="4346" y="1498"/>
                </a:lnTo>
                <a:lnTo>
                  <a:pt x="4346" y="1499"/>
                </a:lnTo>
                <a:lnTo>
                  <a:pt x="4346" y="1500"/>
                </a:lnTo>
                <a:lnTo>
                  <a:pt x="4345" y="1501"/>
                </a:lnTo>
                <a:lnTo>
                  <a:pt x="4345" y="1502"/>
                </a:lnTo>
                <a:lnTo>
                  <a:pt x="4345" y="1503"/>
                </a:lnTo>
                <a:lnTo>
                  <a:pt x="4344" y="1503"/>
                </a:lnTo>
                <a:lnTo>
                  <a:pt x="4344" y="1504"/>
                </a:lnTo>
                <a:lnTo>
                  <a:pt x="4344" y="1503"/>
                </a:lnTo>
                <a:lnTo>
                  <a:pt x="4343" y="1503"/>
                </a:lnTo>
                <a:lnTo>
                  <a:pt x="4343" y="1502"/>
                </a:lnTo>
                <a:lnTo>
                  <a:pt x="4342" y="1502"/>
                </a:lnTo>
                <a:lnTo>
                  <a:pt x="4342" y="1503"/>
                </a:lnTo>
                <a:lnTo>
                  <a:pt x="4342" y="1504"/>
                </a:lnTo>
                <a:lnTo>
                  <a:pt x="4341" y="1504"/>
                </a:lnTo>
                <a:lnTo>
                  <a:pt x="4340" y="1504"/>
                </a:lnTo>
                <a:lnTo>
                  <a:pt x="4339" y="1504"/>
                </a:lnTo>
                <a:lnTo>
                  <a:pt x="4338" y="1504"/>
                </a:lnTo>
                <a:lnTo>
                  <a:pt x="4337" y="1504"/>
                </a:lnTo>
                <a:lnTo>
                  <a:pt x="4337" y="1503"/>
                </a:lnTo>
                <a:lnTo>
                  <a:pt x="4336" y="1503"/>
                </a:lnTo>
                <a:lnTo>
                  <a:pt x="4335" y="1503"/>
                </a:lnTo>
                <a:lnTo>
                  <a:pt x="4335" y="1502"/>
                </a:lnTo>
                <a:lnTo>
                  <a:pt x="4334" y="1502"/>
                </a:lnTo>
                <a:lnTo>
                  <a:pt x="4332" y="1502"/>
                </a:lnTo>
                <a:lnTo>
                  <a:pt x="4331" y="1503"/>
                </a:lnTo>
                <a:lnTo>
                  <a:pt x="4331" y="1504"/>
                </a:lnTo>
                <a:lnTo>
                  <a:pt x="4330" y="1505"/>
                </a:lnTo>
                <a:lnTo>
                  <a:pt x="4329" y="1505"/>
                </a:lnTo>
                <a:lnTo>
                  <a:pt x="4328" y="1506"/>
                </a:lnTo>
                <a:lnTo>
                  <a:pt x="4328" y="1507"/>
                </a:lnTo>
                <a:lnTo>
                  <a:pt x="4327" y="1507"/>
                </a:lnTo>
                <a:lnTo>
                  <a:pt x="4327" y="1508"/>
                </a:lnTo>
                <a:lnTo>
                  <a:pt x="4326" y="1508"/>
                </a:lnTo>
                <a:lnTo>
                  <a:pt x="4325" y="1508"/>
                </a:lnTo>
                <a:lnTo>
                  <a:pt x="4324" y="1508"/>
                </a:lnTo>
                <a:lnTo>
                  <a:pt x="4322" y="1508"/>
                </a:lnTo>
                <a:lnTo>
                  <a:pt x="4321" y="1508"/>
                </a:lnTo>
                <a:lnTo>
                  <a:pt x="4320" y="1508"/>
                </a:lnTo>
                <a:lnTo>
                  <a:pt x="4319" y="1509"/>
                </a:lnTo>
                <a:lnTo>
                  <a:pt x="4318" y="1509"/>
                </a:lnTo>
                <a:lnTo>
                  <a:pt x="4317" y="1509"/>
                </a:lnTo>
                <a:lnTo>
                  <a:pt x="4316" y="1508"/>
                </a:lnTo>
                <a:lnTo>
                  <a:pt x="4315" y="1508"/>
                </a:lnTo>
                <a:lnTo>
                  <a:pt x="4314" y="1508"/>
                </a:lnTo>
                <a:lnTo>
                  <a:pt x="4313" y="1508"/>
                </a:lnTo>
                <a:lnTo>
                  <a:pt x="4311" y="1508"/>
                </a:lnTo>
                <a:lnTo>
                  <a:pt x="4310" y="1508"/>
                </a:lnTo>
                <a:lnTo>
                  <a:pt x="4310" y="1509"/>
                </a:lnTo>
                <a:lnTo>
                  <a:pt x="4310" y="1510"/>
                </a:lnTo>
                <a:lnTo>
                  <a:pt x="4309" y="1510"/>
                </a:lnTo>
                <a:lnTo>
                  <a:pt x="4309" y="1511"/>
                </a:lnTo>
                <a:lnTo>
                  <a:pt x="4308" y="1511"/>
                </a:lnTo>
                <a:lnTo>
                  <a:pt x="4308" y="1510"/>
                </a:lnTo>
                <a:lnTo>
                  <a:pt x="4307" y="1510"/>
                </a:lnTo>
                <a:lnTo>
                  <a:pt x="4307" y="1511"/>
                </a:lnTo>
                <a:lnTo>
                  <a:pt x="4306" y="1511"/>
                </a:lnTo>
                <a:lnTo>
                  <a:pt x="4305" y="1511"/>
                </a:lnTo>
                <a:lnTo>
                  <a:pt x="4304" y="1511"/>
                </a:lnTo>
                <a:lnTo>
                  <a:pt x="4304" y="1510"/>
                </a:lnTo>
                <a:lnTo>
                  <a:pt x="4305" y="1510"/>
                </a:lnTo>
                <a:lnTo>
                  <a:pt x="4304" y="1510"/>
                </a:lnTo>
                <a:lnTo>
                  <a:pt x="4303" y="1510"/>
                </a:lnTo>
                <a:lnTo>
                  <a:pt x="4302" y="1510"/>
                </a:lnTo>
                <a:lnTo>
                  <a:pt x="4301" y="1511"/>
                </a:lnTo>
                <a:lnTo>
                  <a:pt x="4301" y="1512"/>
                </a:lnTo>
                <a:lnTo>
                  <a:pt x="4301" y="1513"/>
                </a:lnTo>
                <a:lnTo>
                  <a:pt x="4301" y="1512"/>
                </a:lnTo>
                <a:lnTo>
                  <a:pt x="4302" y="1512"/>
                </a:lnTo>
                <a:lnTo>
                  <a:pt x="4303" y="1511"/>
                </a:lnTo>
                <a:lnTo>
                  <a:pt x="4304" y="1511"/>
                </a:lnTo>
                <a:lnTo>
                  <a:pt x="4303" y="1512"/>
                </a:lnTo>
                <a:lnTo>
                  <a:pt x="4303" y="1513"/>
                </a:lnTo>
                <a:lnTo>
                  <a:pt x="4302" y="1514"/>
                </a:lnTo>
                <a:lnTo>
                  <a:pt x="4301" y="1514"/>
                </a:lnTo>
                <a:lnTo>
                  <a:pt x="4301" y="1515"/>
                </a:lnTo>
                <a:lnTo>
                  <a:pt x="4301" y="1516"/>
                </a:lnTo>
                <a:lnTo>
                  <a:pt x="4300" y="1516"/>
                </a:lnTo>
                <a:lnTo>
                  <a:pt x="4299" y="1518"/>
                </a:lnTo>
                <a:lnTo>
                  <a:pt x="4298" y="1518"/>
                </a:lnTo>
                <a:lnTo>
                  <a:pt x="4297" y="1518"/>
                </a:lnTo>
                <a:lnTo>
                  <a:pt x="4296" y="1518"/>
                </a:lnTo>
                <a:lnTo>
                  <a:pt x="4295" y="1518"/>
                </a:lnTo>
                <a:lnTo>
                  <a:pt x="4294" y="1518"/>
                </a:lnTo>
                <a:lnTo>
                  <a:pt x="4293" y="1518"/>
                </a:lnTo>
                <a:lnTo>
                  <a:pt x="4293" y="1516"/>
                </a:lnTo>
                <a:lnTo>
                  <a:pt x="4293" y="1514"/>
                </a:lnTo>
                <a:lnTo>
                  <a:pt x="4292" y="1514"/>
                </a:lnTo>
                <a:lnTo>
                  <a:pt x="4292" y="1513"/>
                </a:lnTo>
                <a:lnTo>
                  <a:pt x="4291" y="1513"/>
                </a:lnTo>
                <a:lnTo>
                  <a:pt x="4291" y="1512"/>
                </a:lnTo>
                <a:lnTo>
                  <a:pt x="4292" y="1512"/>
                </a:lnTo>
                <a:lnTo>
                  <a:pt x="4293" y="1512"/>
                </a:lnTo>
                <a:lnTo>
                  <a:pt x="4294" y="1512"/>
                </a:lnTo>
                <a:lnTo>
                  <a:pt x="4294" y="1511"/>
                </a:lnTo>
                <a:lnTo>
                  <a:pt x="4294" y="1510"/>
                </a:lnTo>
                <a:lnTo>
                  <a:pt x="4293" y="1511"/>
                </a:lnTo>
                <a:lnTo>
                  <a:pt x="4293" y="1510"/>
                </a:lnTo>
                <a:lnTo>
                  <a:pt x="4293" y="1509"/>
                </a:lnTo>
                <a:lnTo>
                  <a:pt x="4294" y="1509"/>
                </a:lnTo>
                <a:lnTo>
                  <a:pt x="4294" y="1508"/>
                </a:lnTo>
                <a:lnTo>
                  <a:pt x="4293" y="1508"/>
                </a:lnTo>
                <a:lnTo>
                  <a:pt x="4293" y="1509"/>
                </a:lnTo>
                <a:lnTo>
                  <a:pt x="4292" y="1509"/>
                </a:lnTo>
                <a:lnTo>
                  <a:pt x="4292" y="1508"/>
                </a:lnTo>
                <a:lnTo>
                  <a:pt x="4291" y="1508"/>
                </a:lnTo>
                <a:lnTo>
                  <a:pt x="4292" y="1507"/>
                </a:lnTo>
                <a:lnTo>
                  <a:pt x="4292" y="1506"/>
                </a:lnTo>
                <a:lnTo>
                  <a:pt x="4291" y="1506"/>
                </a:lnTo>
                <a:lnTo>
                  <a:pt x="4291" y="1505"/>
                </a:lnTo>
                <a:lnTo>
                  <a:pt x="4291" y="1504"/>
                </a:lnTo>
                <a:lnTo>
                  <a:pt x="4291" y="1503"/>
                </a:lnTo>
                <a:lnTo>
                  <a:pt x="4292" y="1503"/>
                </a:lnTo>
                <a:lnTo>
                  <a:pt x="4293" y="1503"/>
                </a:lnTo>
                <a:lnTo>
                  <a:pt x="4292" y="1502"/>
                </a:lnTo>
                <a:lnTo>
                  <a:pt x="4292" y="1501"/>
                </a:lnTo>
                <a:lnTo>
                  <a:pt x="4291" y="1500"/>
                </a:lnTo>
                <a:lnTo>
                  <a:pt x="4291" y="1501"/>
                </a:lnTo>
                <a:lnTo>
                  <a:pt x="4290" y="1501"/>
                </a:lnTo>
                <a:lnTo>
                  <a:pt x="4289" y="1500"/>
                </a:lnTo>
                <a:lnTo>
                  <a:pt x="4289" y="1499"/>
                </a:lnTo>
                <a:lnTo>
                  <a:pt x="4290" y="1498"/>
                </a:lnTo>
                <a:lnTo>
                  <a:pt x="4290" y="1497"/>
                </a:lnTo>
                <a:lnTo>
                  <a:pt x="4291" y="1497"/>
                </a:lnTo>
                <a:lnTo>
                  <a:pt x="4291" y="1496"/>
                </a:lnTo>
                <a:lnTo>
                  <a:pt x="4292" y="1496"/>
                </a:lnTo>
                <a:lnTo>
                  <a:pt x="4292" y="1495"/>
                </a:lnTo>
                <a:lnTo>
                  <a:pt x="4294" y="1495"/>
                </a:lnTo>
                <a:lnTo>
                  <a:pt x="4294" y="1494"/>
                </a:lnTo>
                <a:lnTo>
                  <a:pt x="4295" y="1495"/>
                </a:lnTo>
                <a:lnTo>
                  <a:pt x="4296" y="1495"/>
                </a:lnTo>
                <a:lnTo>
                  <a:pt x="4297" y="1495"/>
                </a:lnTo>
                <a:lnTo>
                  <a:pt x="4298" y="1495"/>
                </a:lnTo>
                <a:lnTo>
                  <a:pt x="4299" y="1495"/>
                </a:lnTo>
                <a:lnTo>
                  <a:pt x="4299" y="1496"/>
                </a:lnTo>
                <a:lnTo>
                  <a:pt x="4300" y="1497"/>
                </a:lnTo>
                <a:lnTo>
                  <a:pt x="4301" y="1497"/>
                </a:lnTo>
                <a:lnTo>
                  <a:pt x="4301" y="1496"/>
                </a:lnTo>
                <a:lnTo>
                  <a:pt x="4302" y="1496"/>
                </a:lnTo>
                <a:lnTo>
                  <a:pt x="4302" y="1495"/>
                </a:lnTo>
                <a:lnTo>
                  <a:pt x="4303" y="1495"/>
                </a:lnTo>
                <a:lnTo>
                  <a:pt x="4303" y="1494"/>
                </a:lnTo>
                <a:lnTo>
                  <a:pt x="4304" y="1494"/>
                </a:lnTo>
                <a:lnTo>
                  <a:pt x="4305" y="1494"/>
                </a:lnTo>
                <a:lnTo>
                  <a:pt x="4306" y="1494"/>
                </a:lnTo>
                <a:lnTo>
                  <a:pt x="4306" y="1493"/>
                </a:lnTo>
                <a:lnTo>
                  <a:pt x="4308" y="1493"/>
                </a:lnTo>
                <a:lnTo>
                  <a:pt x="4309" y="1493"/>
                </a:lnTo>
                <a:lnTo>
                  <a:pt x="4310" y="1493"/>
                </a:lnTo>
                <a:lnTo>
                  <a:pt x="4311" y="1493"/>
                </a:lnTo>
                <a:lnTo>
                  <a:pt x="4312" y="1492"/>
                </a:lnTo>
                <a:lnTo>
                  <a:pt x="4312" y="1491"/>
                </a:lnTo>
                <a:lnTo>
                  <a:pt x="4312" y="1490"/>
                </a:lnTo>
                <a:lnTo>
                  <a:pt x="4312" y="1489"/>
                </a:lnTo>
                <a:lnTo>
                  <a:pt x="4311" y="1489"/>
                </a:lnTo>
                <a:lnTo>
                  <a:pt x="4311" y="1490"/>
                </a:lnTo>
                <a:lnTo>
                  <a:pt x="4310" y="1490"/>
                </a:lnTo>
                <a:lnTo>
                  <a:pt x="4310" y="1489"/>
                </a:lnTo>
                <a:lnTo>
                  <a:pt x="4310" y="1488"/>
                </a:lnTo>
                <a:lnTo>
                  <a:pt x="4311" y="1488"/>
                </a:lnTo>
                <a:lnTo>
                  <a:pt x="4311" y="1487"/>
                </a:lnTo>
                <a:lnTo>
                  <a:pt x="4312" y="1487"/>
                </a:lnTo>
                <a:lnTo>
                  <a:pt x="4312" y="1486"/>
                </a:lnTo>
                <a:lnTo>
                  <a:pt x="4312" y="1485"/>
                </a:lnTo>
                <a:lnTo>
                  <a:pt x="4313" y="1485"/>
                </a:lnTo>
                <a:lnTo>
                  <a:pt x="4314" y="1485"/>
                </a:lnTo>
                <a:lnTo>
                  <a:pt x="4314" y="1484"/>
                </a:lnTo>
                <a:lnTo>
                  <a:pt x="4315" y="1484"/>
                </a:lnTo>
                <a:lnTo>
                  <a:pt x="4315" y="1483"/>
                </a:lnTo>
                <a:lnTo>
                  <a:pt x="4315" y="1484"/>
                </a:lnTo>
                <a:lnTo>
                  <a:pt x="4316" y="1484"/>
                </a:lnTo>
                <a:lnTo>
                  <a:pt x="4317" y="1485"/>
                </a:lnTo>
                <a:lnTo>
                  <a:pt x="4317" y="1486"/>
                </a:lnTo>
                <a:lnTo>
                  <a:pt x="4318" y="1486"/>
                </a:lnTo>
                <a:lnTo>
                  <a:pt x="4318" y="1487"/>
                </a:lnTo>
                <a:lnTo>
                  <a:pt x="4320" y="1487"/>
                </a:lnTo>
                <a:lnTo>
                  <a:pt x="4321" y="1487"/>
                </a:lnTo>
                <a:lnTo>
                  <a:pt x="4322" y="1487"/>
                </a:lnTo>
                <a:lnTo>
                  <a:pt x="4323" y="1487"/>
                </a:lnTo>
                <a:lnTo>
                  <a:pt x="4323" y="1488"/>
                </a:lnTo>
                <a:lnTo>
                  <a:pt x="4324" y="1487"/>
                </a:lnTo>
                <a:lnTo>
                  <a:pt x="4325" y="1487"/>
                </a:lnTo>
                <a:lnTo>
                  <a:pt x="4326" y="1487"/>
                </a:lnTo>
                <a:lnTo>
                  <a:pt x="4327" y="1487"/>
                </a:lnTo>
                <a:lnTo>
                  <a:pt x="4327" y="1486"/>
                </a:lnTo>
                <a:lnTo>
                  <a:pt x="4328" y="1486"/>
                </a:lnTo>
                <a:lnTo>
                  <a:pt x="4328" y="1485"/>
                </a:lnTo>
                <a:lnTo>
                  <a:pt x="4329" y="1485"/>
                </a:lnTo>
                <a:lnTo>
                  <a:pt x="4330" y="1484"/>
                </a:lnTo>
                <a:lnTo>
                  <a:pt x="4331" y="1484"/>
                </a:lnTo>
                <a:lnTo>
                  <a:pt x="4332" y="1483"/>
                </a:lnTo>
                <a:lnTo>
                  <a:pt x="4333" y="1483"/>
                </a:lnTo>
                <a:lnTo>
                  <a:pt x="4334" y="1483"/>
                </a:lnTo>
                <a:lnTo>
                  <a:pt x="4336" y="1482"/>
                </a:lnTo>
                <a:lnTo>
                  <a:pt x="4337" y="1482"/>
                </a:lnTo>
                <a:lnTo>
                  <a:pt x="4338" y="1482"/>
                </a:lnTo>
                <a:lnTo>
                  <a:pt x="4339" y="1482"/>
                </a:lnTo>
                <a:lnTo>
                  <a:pt x="4338" y="1481"/>
                </a:lnTo>
                <a:lnTo>
                  <a:pt x="4339" y="1481"/>
                </a:lnTo>
                <a:lnTo>
                  <a:pt x="4340" y="1480"/>
                </a:lnTo>
                <a:lnTo>
                  <a:pt x="4341" y="1481"/>
                </a:lnTo>
                <a:lnTo>
                  <a:pt x="4342" y="1480"/>
                </a:lnTo>
                <a:lnTo>
                  <a:pt x="4342" y="1479"/>
                </a:lnTo>
                <a:lnTo>
                  <a:pt x="4343" y="1479"/>
                </a:lnTo>
                <a:lnTo>
                  <a:pt x="4343" y="1478"/>
                </a:lnTo>
                <a:lnTo>
                  <a:pt x="4343" y="1477"/>
                </a:lnTo>
                <a:lnTo>
                  <a:pt x="4342" y="1477"/>
                </a:lnTo>
                <a:lnTo>
                  <a:pt x="4342" y="1476"/>
                </a:lnTo>
                <a:lnTo>
                  <a:pt x="4343" y="1476"/>
                </a:lnTo>
                <a:lnTo>
                  <a:pt x="4343" y="1475"/>
                </a:lnTo>
                <a:lnTo>
                  <a:pt x="4342" y="1475"/>
                </a:lnTo>
                <a:lnTo>
                  <a:pt x="4341" y="1475"/>
                </a:lnTo>
                <a:lnTo>
                  <a:pt x="4341" y="1474"/>
                </a:lnTo>
                <a:lnTo>
                  <a:pt x="4340" y="1474"/>
                </a:lnTo>
                <a:lnTo>
                  <a:pt x="4339" y="1473"/>
                </a:lnTo>
                <a:lnTo>
                  <a:pt x="4338" y="1472"/>
                </a:lnTo>
                <a:lnTo>
                  <a:pt x="4338" y="1473"/>
                </a:lnTo>
                <a:lnTo>
                  <a:pt x="4337" y="1472"/>
                </a:lnTo>
                <a:lnTo>
                  <a:pt x="4335" y="1472"/>
                </a:lnTo>
                <a:lnTo>
                  <a:pt x="4335" y="1471"/>
                </a:lnTo>
                <a:lnTo>
                  <a:pt x="4335" y="1470"/>
                </a:lnTo>
                <a:lnTo>
                  <a:pt x="4334" y="1470"/>
                </a:lnTo>
                <a:lnTo>
                  <a:pt x="4334" y="1469"/>
                </a:lnTo>
                <a:lnTo>
                  <a:pt x="4335" y="1469"/>
                </a:lnTo>
                <a:lnTo>
                  <a:pt x="4336" y="1469"/>
                </a:lnTo>
                <a:lnTo>
                  <a:pt x="4336" y="1468"/>
                </a:lnTo>
                <a:lnTo>
                  <a:pt x="4335" y="1468"/>
                </a:lnTo>
                <a:lnTo>
                  <a:pt x="4334" y="1468"/>
                </a:lnTo>
                <a:lnTo>
                  <a:pt x="4334" y="1467"/>
                </a:lnTo>
                <a:lnTo>
                  <a:pt x="4335" y="1467"/>
                </a:lnTo>
                <a:lnTo>
                  <a:pt x="4336" y="1467"/>
                </a:lnTo>
                <a:lnTo>
                  <a:pt x="4336" y="1466"/>
                </a:lnTo>
                <a:lnTo>
                  <a:pt x="4338" y="1467"/>
                </a:lnTo>
                <a:lnTo>
                  <a:pt x="4338" y="1466"/>
                </a:lnTo>
                <a:lnTo>
                  <a:pt x="4339" y="1466"/>
                </a:lnTo>
                <a:lnTo>
                  <a:pt x="4339" y="1465"/>
                </a:lnTo>
                <a:lnTo>
                  <a:pt x="4337" y="1465"/>
                </a:lnTo>
                <a:lnTo>
                  <a:pt x="4336" y="1464"/>
                </a:lnTo>
                <a:lnTo>
                  <a:pt x="4336" y="1463"/>
                </a:lnTo>
                <a:lnTo>
                  <a:pt x="4335" y="1463"/>
                </a:lnTo>
                <a:lnTo>
                  <a:pt x="4335" y="1464"/>
                </a:lnTo>
                <a:lnTo>
                  <a:pt x="4335" y="1463"/>
                </a:lnTo>
                <a:lnTo>
                  <a:pt x="4334" y="1463"/>
                </a:lnTo>
                <a:lnTo>
                  <a:pt x="4334" y="1462"/>
                </a:lnTo>
                <a:lnTo>
                  <a:pt x="4335" y="1462"/>
                </a:lnTo>
                <a:lnTo>
                  <a:pt x="4336" y="1462"/>
                </a:lnTo>
                <a:lnTo>
                  <a:pt x="4337" y="1462"/>
                </a:lnTo>
                <a:lnTo>
                  <a:pt x="4337" y="1461"/>
                </a:lnTo>
                <a:lnTo>
                  <a:pt x="4338" y="1461"/>
                </a:lnTo>
                <a:lnTo>
                  <a:pt x="4339" y="1461"/>
                </a:lnTo>
                <a:lnTo>
                  <a:pt x="4340" y="1462"/>
                </a:lnTo>
                <a:lnTo>
                  <a:pt x="4341" y="1462"/>
                </a:lnTo>
                <a:lnTo>
                  <a:pt x="4342" y="1462"/>
                </a:lnTo>
                <a:lnTo>
                  <a:pt x="4342" y="1461"/>
                </a:lnTo>
                <a:lnTo>
                  <a:pt x="4343" y="1461"/>
                </a:lnTo>
                <a:lnTo>
                  <a:pt x="4343" y="1460"/>
                </a:lnTo>
                <a:lnTo>
                  <a:pt x="4342" y="1459"/>
                </a:lnTo>
                <a:lnTo>
                  <a:pt x="4342" y="1458"/>
                </a:lnTo>
                <a:lnTo>
                  <a:pt x="4344" y="1457"/>
                </a:lnTo>
                <a:lnTo>
                  <a:pt x="4344" y="1458"/>
                </a:lnTo>
                <a:lnTo>
                  <a:pt x="4345" y="1458"/>
                </a:lnTo>
                <a:lnTo>
                  <a:pt x="4346" y="1458"/>
                </a:lnTo>
                <a:lnTo>
                  <a:pt x="4346" y="1459"/>
                </a:lnTo>
                <a:lnTo>
                  <a:pt x="4347" y="1459"/>
                </a:lnTo>
                <a:lnTo>
                  <a:pt x="4347" y="1458"/>
                </a:lnTo>
                <a:lnTo>
                  <a:pt x="4347" y="1457"/>
                </a:lnTo>
                <a:lnTo>
                  <a:pt x="4346" y="1457"/>
                </a:lnTo>
                <a:lnTo>
                  <a:pt x="4346" y="1456"/>
                </a:lnTo>
                <a:lnTo>
                  <a:pt x="4346" y="1455"/>
                </a:lnTo>
                <a:lnTo>
                  <a:pt x="4345" y="1455"/>
                </a:lnTo>
                <a:lnTo>
                  <a:pt x="4345" y="1454"/>
                </a:lnTo>
                <a:lnTo>
                  <a:pt x="4346" y="1454"/>
                </a:lnTo>
                <a:lnTo>
                  <a:pt x="4347" y="1454"/>
                </a:lnTo>
                <a:lnTo>
                  <a:pt x="4347" y="1453"/>
                </a:lnTo>
                <a:lnTo>
                  <a:pt x="4346" y="1453"/>
                </a:lnTo>
                <a:lnTo>
                  <a:pt x="4347" y="1452"/>
                </a:lnTo>
                <a:lnTo>
                  <a:pt x="4347" y="1451"/>
                </a:lnTo>
                <a:lnTo>
                  <a:pt x="4348" y="1451"/>
                </a:lnTo>
                <a:lnTo>
                  <a:pt x="4349" y="1451"/>
                </a:lnTo>
                <a:lnTo>
                  <a:pt x="4351" y="1452"/>
                </a:lnTo>
                <a:lnTo>
                  <a:pt x="4354" y="1452"/>
                </a:lnTo>
                <a:lnTo>
                  <a:pt x="4355" y="1452"/>
                </a:lnTo>
                <a:lnTo>
                  <a:pt x="4356" y="1452"/>
                </a:lnTo>
                <a:lnTo>
                  <a:pt x="4357" y="1451"/>
                </a:lnTo>
                <a:lnTo>
                  <a:pt x="4357" y="1452"/>
                </a:lnTo>
                <a:lnTo>
                  <a:pt x="4358" y="1452"/>
                </a:lnTo>
                <a:lnTo>
                  <a:pt x="4359" y="1451"/>
                </a:lnTo>
                <a:lnTo>
                  <a:pt x="4361" y="1450"/>
                </a:lnTo>
                <a:lnTo>
                  <a:pt x="4362" y="1450"/>
                </a:lnTo>
                <a:lnTo>
                  <a:pt x="4362" y="1449"/>
                </a:lnTo>
                <a:lnTo>
                  <a:pt x="4362" y="1450"/>
                </a:lnTo>
                <a:lnTo>
                  <a:pt x="4363" y="1450"/>
                </a:lnTo>
                <a:lnTo>
                  <a:pt x="4363" y="1449"/>
                </a:lnTo>
                <a:lnTo>
                  <a:pt x="4364" y="1449"/>
                </a:lnTo>
                <a:lnTo>
                  <a:pt x="4365" y="1449"/>
                </a:lnTo>
                <a:lnTo>
                  <a:pt x="4364" y="1449"/>
                </a:lnTo>
                <a:lnTo>
                  <a:pt x="4364" y="1448"/>
                </a:lnTo>
                <a:lnTo>
                  <a:pt x="4361" y="1448"/>
                </a:lnTo>
                <a:lnTo>
                  <a:pt x="4361" y="1449"/>
                </a:lnTo>
                <a:lnTo>
                  <a:pt x="4360" y="1449"/>
                </a:lnTo>
                <a:lnTo>
                  <a:pt x="4359" y="1449"/>
                </a:lnTo>
                <a:lnTo>
                  <a:pt x="4358" y="1449"/>
                </a:lnTo>
                <a:lnTo>
                  <a:pt x="4357" y="1450"/>
                </a:lnTo>
                <a:lnTo>
                  <a:pt x="4356" y="1450"/>
                </a:lnTo>
                <a:lnTo>
                  <a:pt x="4356" y="1451"/>
                </a:lnTo>
                <a:lnTo>
                  <a:pt x="4355" y="1451"/>
                </a:lnTo>
                <a:lnTo>
                  <a:pt x="4354" y="1450"/>
                </a:lnTo>
                <a:lnTo>
                  <a:pt x="4351" y="1450"/>
                </a:lnTo>
                <a:lnTo>
                  <a:pt x="4351" y="1451"/>
                </a:lnTo>
                <a:lnTo>
                  <a:pt x="4350" y="1451"/>
                </a:lnTo>
                <a:lnTo>
                  <a:pt x="4349" y="1450"/>
                </a:lnTo>
                <a:lnTo>
                  <a:pt x="4348" y="1450"/>
                </a:lnTo>
                <a:lnTo>
                  <a:pt x="4347" y="1449"/>
                </a:lnTo>
                <a:lnTo>
                  <a:pt x="4346" y="1449"/>
                </a:lnTo>
                <a:lnTo>
                  <a:pt x="4345" y="1448"/>
                </a:lnTo>
                <a:lnTo>
                  <a:pt x="4345" y="1449"/>
                </a:lnTo>
                <a:lnTo>
                  <a:pt x="4345" y="1450"/>
                </a:lnTo>
                <a:lnTo>
                  <a:pt x="4345" y="1451"/>
                </a:lnTo>
                <a:lnTo>
                  <a:pt x="4346" y="1451"/>
                </a:lnTo>
                <a:lnTo>
                  <a:pt x="4345" y="1452"/>
                </a:lnTo>
                <a:lnTo>
                  <a:pt x="4345" y="1453"/>
                </a:lnTo>
                <a:lnTo>
                  <a:pt x="4344" y="1453"/>
                </a:lnTo>
                <a:lnTo>
                  <a:pt x="4343" y="1453"/>
                </a:lnTo>
                <a:lnTo>
                  <a:pt x="4343" y="1454"/>
                </a:lnTo>
                <a:lnTo>
                  <a:pt x="4342" y="1454"/>
                </a:lnTo>
                <a:lnTo>
                  <a:pt x="4342" y="1453"/>
                </a:lnTo>
                <a:lnTo>
                  <a:pt x="4341" y="1454"/>
                </a:lnTo>
                <a:lnTo>
                  <a:pt x="4340" y="1454"/>
                </a:lnTo>
                <a:lnTo>
                  <a:pt x="4339" y="1455"/>
                </a:lnTo>
                <a:lnTo>
                  <a:pt x="4338" y="1455"/>
                </a:lnTo>
                <a:lnTo>
                  <a:pt x="4337" y="1456"/>
                </a:lnTo>
                <a:lnTo>
                  <a:pt x="4335" y="1456"/>
                </a:lnTo>
                <a:lnTo>
                  <a:pt x="4334" y="1456"/>
                </a:lnTo>
                <a:lnTo>
                  <a:pt x="4333" y="1456"/>
                </a:lnTo>
                <a:lnTo>
                  <a:pt x="4332" y="1457"/>
                </a:lnTo>
                <a:lnTo>
                  <a:pt x="4332" y="1456"/>
                </a:lnTo>
                <a:lnTo>
                  <a:pt x="4331" y="1456"/>
                </a:lnTo>
                <a:lnTo>
                  <a:pt x="4331" y="1457"/>
                </a:lnTo>
                <a:lnTo>
                  <a:pt x="4330" y="1457"/>
                </a:lnTo>
                <a:lnTo>
                  <a:pt x="4330" y="1456"/>
                </a:lnTo>
                <a:lnTo>
                  <a:pt x="4329" y="1456"/>
                </a:lnTo>
                <a:lnTo>
                  <a:pt x="4328" y="1456"/>
                </a:lnTo>
                <a:lnTo>
                  <a:pt x="4328" y="1459"/>
                </a:lnTo>
                <a:lnTo>
                  <a:pt x="4327" y="1459"/>
                </a:lnTo>
                <a:lnTo>
                  <a:pt x="4327" y="1460"/>
                </a:lnTo>
                <a:lnTo>
                  <a:pt x="4326" y="1460"/>
                </a:lnTo>
                <a:lnTo>
                  <a:pt x="4326" y="1459"/>
                </a:lnTo>
                <a:lnTo>
                  <a:pt x="4323" y="1459"/>
                </a:lnTo>
                <a:lnTo>
                  <a:pt x="4324" y="1457"/>
                </a:lnTo>
                <a:lnTo>
                  <a:pt x="4324" y="1456"/>
                </a:lnTo>
                <a:lnTo>
                  <a:pt x="4324" y="1455"/>
                </a:lnTo>
                <a:lnTo>
                  <a:pt x="4323" y="1455"/>
                </a:lnTo>
                <a:lnTo>
                  <a:pt x="4322" y="1454"/>
                </a:lnTo>
                <a:lnTo>
                  <a:pt x="4322" y="1455"/>
                </a:lnTo>
                <a:lnTo>
                  <a:pt x="4321" y="1455"/>
                </a:lnTo>
                <a:lnTo>
                  <a:pt x="4321" y="1454"/>
                </a:lnTo>
                <a:lnTo>
                  <a:pt x="4322" y="1452"/>
                </a:lnTo>
                <a:lnTo>
                  <a:pt x="4322" y="1453"/>
                </a:lnTo>
                <a:lnTo>
                  <a:pt x="4323" y="1452"/>
                </a:lnTo>
                <a:lnTo>
                  <a:pt x="4323" y="1451"/>
                </a:lnTo>
                <a:lnTo>
                  <a:pt x="4324" y="1450"/>
                </a:lnTo>
                <a:lnTo>
                  <a:pt x="4324" y="1449"/>
                </a:lnTo>
                <a:lnTo>
                  <a:pt x="4324" y="1448"/>
                </a:lnTo>
                <a:lnTo>
                  <a:pt x="4323" y="1448"/>
                </a:lnTo>
                <a:lnTo>
                  <a:pt x="4322" y="1448"/>
                </a:lnTo>
                <a:lnTo>
                  <a:pt x="4323" y="1448"/>
                </a:lnTo>
                <a:lnTo>
                  <a:pt x="4322" y="1447"/>
                </a:lnTo>
                <a:lnTo>
                  <a:pt x="4321" y="1446"/>
                </a:lnTo>
                <a:lnTo>
                  <a:pt x="4321" y="1447"/>
                </a:lnTo>
                <a:lnTo>
                  <a:pt x="4321" y="1448"/>
                </a:lnTo>
                <a:lnTo>
                  <a:pt x="4321" y="1449"/>
                </a:lnTo>
                <a:lnTo>
                  <a:pt x="4321" y="1450"/>
                </a:lnTo>
                <a:lnTo>
                  <a:pt x="4320" y="1451"/>
                </a:lnTo>
                <a:lnTo>
                  <a:pt x="4319" y="1451"/>
                </a:lnTo>
                <a:lnTo>
                  <a:pt x="4319" y="1452"/>
                </a:lnTo>
                <a:lnTo>
                  <a:pt x="4318" y="1452"/>
                </a:lnTo>
                <a:lnTo>
                  <a:pt x="4317" y="1453"/>
                </a:lnTo>
                <a:lnTo>
                  <a:pt x="4317" y="1452"/>
                </a:lnTo>
                <a:lnTo>
                  <a:pt x="4316" y="1452"/>
                </a:lnTo>
                <a:lnTo>
                  <a:pt x="4316" y="1451"/>
                </a:lnTo>
                <a:lnTo>
                  <a:pt x="4315" y="1451"/>
                </a:lnTo>
                <a:lnTo>
                  <a:pt x="4315" y="1452"/>
                </a:lnTo>
                <a:lnTo>
                  <a:pt x="4315" y="1451"/>
                </a:lnTo>
                <a:lnTo>
                  <a:pt x="4314" y="1451"/>
                </a:lnTo>
                <a:lnTo>
                  <a:pt x="4313" y="1451"/>
                </a:lnTo>
                <a:lnTo>
                  <a:pt x="4312" y="1451"/>
                </a:lnTo>
                <a:lnTo>
                  <a:pt x="4311" y="1451"/>
                </a:lnTo>
                <a:lnTo>
                  <a:pt x="4310" y="1451"/>
                </a:lnTo>
                <a:lnTo>
                  <a:pt x="4310" y="1450"/>
                </a:lnTo>
                <a:lnTo>
                  <a:pt x="4310" y="1449"/>
                </a:lnTo>
                <a:lnTo>
                  <a:pt x="4311" y="1449"/>
                </a:lnTo>
                <a:lnTo>
                  <a:pt x="4311" y="1448"/>
                </a:lnTo>
                <a:lnTo>
                  <a:pt x="4312" y="1447"/>
                </a:lnTo>
                <a:lnTo>
                  <a:pt x="4313" y="1447"/>
                </a:lnTo>
                <a:lnTo>
                  <a:pt x="4314" y="1447"/>
                </a:lnTo>
                <a:lnTo>
                  <a:pt x="4314" y="1446"/>
                </a:lnTo>
                <a:lnTo>
                  <a:pt x="4314" y="1445"/>
                </a:lnTo>
                <a:lnTo>
                  <a:pt x="4314" y="1444"/>
                </a:lnTo>
                <a:lnTo>
                  <a:pt x="4313" y="1444"/>
                </a:lnTo>
                <a:lnTo>
                  <a:pt x="4312" y="1445"/>
                </a:lnTo>
                <a:lnTo>
                  <a:pt x="4311" y="1446"/>
                </a:lnTo>
                <a:lnTo>
                  <a:pt x="4310" y="1446"/>
                </a:lnTo>
                <a:lnTo>
                  <a:pt x="4312" y="1447"/>
                </a:lnTo>
                <a:lnTo>
                  <a:pt x="4311" y="1447"/>
                </a:lnTo>
                <a:lnTo>
                  <a:pt x="4311" y="1448"/>
                </a:lnTo>
                <a:lnTo>
                  <a:pt x="4310" y="1448"/>
                </a:lnTo>
                <a:lnTo>
                  <a:pt x="4309" y="1449"/>
                </a:lnTo>
                <a:lnTo>
                  <a:pt x="4308" y="1449"/>
                </a:lnTo>
                <a:lnTo>
                  <a:pt x="4308" y="1448"/>
                </a:lnTo>
                <a:lnTo>
                  <a:pt x="4307" y="1448"/>
                </a:lnTo>
                <a:lnTo>
                  <a:pt x="4307" y="1449"/>
                </a:lnTo>
                <a:lnTo>
                  <a:pt x="4307" y="1450"/>
                </a:lnTo>
                <a:lnTo>
                  <a:pt x="4306" y="1451"/>
                </a:lnTo>
                <a:lnTo>
                  <a:pt x="4305" y="1451"/>
                </a:lnTo>
                <a:lnTo>
                  <a:pt x="4305" y="1450"/>
                </a:lnTo>
                <a:lnTo>
                  <a:pt x="4304" y="1450"/>
                </a:lnTo>
                <a:lnTo>
                  <a:pt x="4303" y="1450"/>
                </a:lnTo>
                <a:lnTo>
                  <a:pt x="4304" y="1450"/>
                </a:lnTo>
                <a:lnTo>
                  <a:pt x="4304" y="1449"/>
                </a:lnTo>
                <a:lnTo>
                  <a:pt x="4305" y="1449"/>
                </a:lnTo>
                <a:lnTo>
                  <a:pt x="4305" y="1448"/>
                </a:lnTo>
                <a:lnTo>
                  <a:pt x="4305" y="1447"/>
                </a:lnTo>
                <a:lnTo>
                  <a:pt x="4306" y="1446"/>
                </a:lnTo>
                <a:lnTo>
                  <a:pt x="4306" y="1444"/>
                </a:lnTo>
                <a:lnTo>
                  <a:pt x="4307" y="1443"/>
                </a:lnTo>
                <a:lnTo>
                  <a:pt x="4306" y="1443"/>
                </a:lnTo>
                <a:lnTo>
                  <a:pt x="4306" y="1442"/>
                </a:lnTo>
                <a:lnTo>
                  <a:pt x="4307" y="1442"/>
                </a:lnTo>
                <a:lnTo>
                  <a:pt x="4308" y="1442"/>
                </a:lnTo>
                <a:lnTo>
                  <a:pt x="4309" y="1441"/>
                </a:lnTo>
                <a:lnTo>
                  <a:pt x="4310" y="1440"/>
                </a:lnTo>
                <a:lnTo>
                  <a:pt x="4311" y="1440"/>
                </a:lnTo>
                <a:lnTo>
                  <a:pt x="4312" y="1440"/>
                </a:lnTo>
                <a:lnTo>
                  <a:pt x="4312" y="1439"/>
                </a:lnTo>
                <a:lnTo>
                  <a:pt x="4313" y="1439"/>
                </a:lnTo>
                <a:lnTo>
                  <a:pt x="4313" y="1438"/>
                </a:lnTo>
                <a:lnTo>
                  <a:pt x="4314" y="1438"/>
                </a:lnTo>
                <a:lnTo>
                  <a:pt x="4315" y="1438"/>
                </a:lnTo>
                <a:lnTo>
                  <a:pt x="4316" y="1438"/>
                </a:lnTo>
                <a:lnTo>
                  <a:pt x="4316" y="1439"/>
                </a:lnTo>
                <a:lnTo>
                  <a:pt x="4316" y="1440"/>
                </a:lnTo>
                <a:lnTo>
                  <a:pt x="4317" y="1440"/>
                </a:lnTo>
                <a:lnTo>
                  <a:pt x="4318" y="1440"/>
                </a:lnTo>
                <a:lnTo>
                  <a:pt x="4318" y="1439"/>
                </a:lnTo>
                <a:lnTo>
                  <a:pt x="4319" y="1439"/>
                </a:lnTo>
                <a:lnTo>
                  <a:pt x="4319" y="1438"/>
                </a:lnTo>
                <a:lnTo>
                  <a:pt x="4320" y="1438"/>
                </a:lnTo>
                <a:lnTo>
                  <a:pt x="4321" y="1438"/>
                </a:lnTo>
                <a:lnTo>
                  <a:pt x="4321" y="1437"/>
                </a:lnTo>
                <a:lnTo>
                  <a:pt x="4322" y="1437"/>
                </a:lnTo>
                <a:lnTo>
                  <a:pt x="4322" y="1436"/>
                </a:lnTo>
                <a:lnTo>
                  <a:pt x="4323" y="1436"/>
                </a:lnTo>
                <a:lnTo>
                  <a:pt x="4324" y="1436"/>
                </a:lnTo>
                <a:lnTo>
                  <a:pt x="4325" y="1436"/>
                </a:lnTo>
                <a:lnTo>
                  <a:pt x="4324" y="1436"/>
                </a:lnTo>
                <a:lnTo>
                  <a:pt x="4324" y="1435"/>
                </a:lnTo>
                <a:lnTo>
                  <a:pt x="4324" y="1436"/>
                </a:lnTo>
                <a:lnTo>
                  <a:pt x="4323" y="1436"/>
                </a:lnTo>
                <a:lnTo>
                  <a:pt x="4322" y="1436"/>
                </a:lnTo>
                <a:lnTo>
                  <a:pt x="4321" y="1437"/>
                </a:lnTo>
                <a:lnTo>
                  <a:pt x="4320" y="1438"/>
                </a:lnTo>
                <a:lnTo>
                  <a:pt x="4319" y="1438"/>
                </a:lnTo>
                <a:lnTo>
                  <a:pt x="4318" y="1438"/>
                </a:lnTo>
                <a:lnTo>
                  <a:pt x="4317" y="1438"/>
                </a:lnTo>
                <a:lnTo>
                  <a:pt x="4318" y="1438"/>
                </a:lnTo>
                <a:lnTo>
                  <a:pt x="4317" y="1437"/>
                </a:lnTo>
                <a:lnTo>
                  <a:pt x="4316" y="1437"/>
                </a:lnTo>
                <a:lnTo>
                  <a:pt x="4314" y="1436"/>
                </a:lnTo>
                <a:lnTo>
                  <a:pt x="4313" y="1436"/>
                </a:lnTo>
                <a:lnTo>
                  <a:pt x="4313" y="1437"/>
                </a:lnTo>
                <a:lnTo>
                  <a:pt x="4312" y="1437"/>
                </a:lnTo>
                <a:lnTo>
                  <a:pt x="4311" y="1437"/>
                </a:lnTo>
                <a:lnTo>
                  <a:pt x="4310" y="1438"/>
                </a:lnTo>
                <a:lnTo>
                  <a:pt x="4311" y="1438"/>
                </a:lnTo>
                <a:lnTo>
                  <a:pt x="4310" y="1439"/>
                </a:lnTo>
                <a:lnTo>
                  <a:pt x="4309" y="1439"/>
                </a:lnTo>
                <a:lnTo>
                  <a:pt x="4309" y="1440"/>
                </a:lnTo>
                <a:lnTo>
                  <a:pt x="4308" y="1440"/>
                </a:lnTo>
                <a:lnTo>
                  <a:pt x="4308" y="1439"/>
                </a:lnTo>
                <a:lnTo>
                  <a:pt x="4308" y="1438"/>
                </a:lnTo>
                <a:lnTo>
                  <a:pt x="4308" y="1437"/>
                </a:lnTo>
                <a:lnTo>
                  <a:pt x="4307" y="1437"/>
                </a:lnTo>
                <a:lnTo>
                  <a:pt x="4306" y="1437"/>
                </a:lnTo>
                <a:lnTo>
                  <a:pt x="4306" y="1438"/>
                </a:lnTo>
                <a:lnTo>
                  <a:pt x="4305" y="1438"/>
                </a:lnTo>
                <a:lnTo>
                  <a:pt x="4305" y="1439"/>
                </a:lnTo>
                <a:lnTo>
                  <a:pt x="4305" y="1440"/>
                </a:lnTo>
                <a:lnTo>
                  <a:pt x="4302" y="1440"/>
                </a:lnTo>
                <a:lnTo>
                  <a:pt x="4302" y="1435"/>
                </a:lnTo>
                <a:lnTo>
                  <a:pt x="4302" y="1434"/>
                </a:lnTo>
                <a:lnTo>
                  <a:pt x="4302" y="1433"/>
                </a:lnTo>
                <a:lnTo>
                  <a:pt x="4304" y="1431"/>
                </a:lnTo>
                <a:lnTo>
                  <a:pt x="4306" y="1431"/>
                </a:lnTo>
                <a:lnTo>
                  <a:pt x="4307" y="1431"/>
                </a:lnTo>
                <a:lnTo>
                  <a:pt x="4307" y="1430"/>
                </a:lnTo>
                <a:lnTo>
                  <a:pt x="4308" y="1430"/>
                </a:lnTo>
                <a:lnTo>
                  <a:pt x="4308" y="1429"/>
                </a:lnTo>
                <a:lnTo>
                  <a:pt x="4308" y="1428"/>
                </a:lnTo>
                <a:lnTo>
                  <a:pt x="4309" y="1428"/>
                </a:lnTo>
                <a:lnTo>
                  <a:pt x="4309" y="1429"/>
                </a:lnTo>
                <a:lnTo>
                  <a:pt x="4310" y="1429"/>
                </a:lnTo>
                <a:lnTo>
                  <a:pt x="4312" y="1428"/>
                </a:lnTo>
                <a:lnTo>
                  <a:pt x="4313" y="1428"/>
                </a:lnTo>
                <a:lnTo>
                  <a:pt x="4314" y="1428"/>
                </a:lnTo>
                <a:lnTo>
                  <a:pt x="4315" y="1428"/>
                </a:lnTo>
                <a:lnTo>
                  <a:pt x="4316" y="1428"/>
                </a:lnTo>
                <a:lnTo>
                  <a:pt x="4317" y="1428"/>
                </a:lnTo>
                <a:lnTo>
                  <a:pt x="4318" y="1428"/>
                </a:lnTo>
                <a:lnTo>
                  <a:pt x="4319" y="1427"/>
                </a:lnTo>
                <a:lnTo>
                  <a:pt x="4319" y="1426"/>
                </a:lnTo>
                <a:lnTo>
                  <a:pt x="4320" y="1426"/>
                </a:lnTo>
                <a:lnTo>
                  <a:pt x="4320" y="1427"/>
                </a:lnTo>
                <a:lnTo>
                  <a:pt x="4321" y="1427"/>
                </a:lnTo>
                <a:lnTo>
                  <a:pt x="4322" y="1426"/>
                </a:lnTo>
                <a:lnTo>
                  <a:pt x="4323" y="1425"/>
                </a:lnTo>
                <a:lnTo>
                  <a:pt x="4323" y="1424"/>
                </a:lnTo>
                <a:lnTo>
                  <a:pt x="4322" y="1424"/>
                </a:lnTo>
                <a:lnTo>
                  <a:pt x="4321" y="1424"/>
                </a:lnTo>
                <a:lnTo>
                  <a:pt x="4321" y="1423"/>
                </a:lnTo>
                <a:lnTo>
                  <a:pt x="4322" y="1423"/>
                </a:lnTo>
                <a:lnTo>
                  <a:pt x="4323" y="1423"/>
                </a:lnTo>
                <a:lnTo>
                  <a:pt x="4324" y="1423"/>
                </a:lnTo>
                <a:lnTo>
                  <a:pt x="4325" y="1423"/>
                </a:lnTo>
                <a:lnTo>
                  <a:pt x="4325" y="1422"/>
                </a:lnTo>
                <a:lnTo>
                  <a:pt x="4326" y="1422"/>
                </a:lnTo>
                <a:lnTo>
                  <a:pt x="4326" y="1423"/>
                </a:lnTo>
                <a:lnTo>
                  <a:pt x="4327" y="1423"/>
                </a:lnTo>
                <a:lnTo>
                  <a:pt x="4328" y="1424"/>
                </a:lnTo>
                <a:lnTo>
                  <a:pt x="4328" y="1425"/>
                </a:lnTo>
                <a:lnTo>
                  <a:pt x="4329" y="1426"/>
                </a:lnTo>
                <a:lnTo>
                  <a:pt x="4329" y="1427"/>
                </a:lnTo>
                <a:lnTo>
                  <a:pt x="4329" y="1428"/>
                </a:lnTo>
                <a:lnTo>
                  <a:pt x="4329" y="1429"/>
                </a:lnTo>
                <a:lnTo>
                  <a:pt x="4330" y="1429"/>
                </a:lnTo>
                <a:lnTo>
                  <a:pt x="4331" y="1429"/>
                </a:lnTo>
                <a:lnTo>
                  <a:pt x="4332" y="1428"/>
                </a:lnTo>
                <a:lnTo>
                  <a:pt x="4331" y="1428"/>
                </a:lnTo>
                <a:lnTo>
                  <a:pt x="4330" y="1428"/>
                </a:lnTo>
                <a:lnTo>
                  <a:pt x="4330" y="1427"/>
                </a:lnTo>
                <a:lnTo>
                  <a:pt x="4329" y="1427"/>
                </a:lnTo>
                <a:lnTo>
                  <a:pt x="4329" y="1426"/>
                </a:lnTo>
                <a:lnTo>
                  <a:pt x="4329" y="1425"/>
                </a:lnTo>
                <a:lnTo>
                  <a:pt x="4328" y="1424"/>
                </a:lnTo>
                <a:lnTo>
                  <a:pt x="4327" y="1422"/>
                </a:lnTo>
                <a:lnTo>
                  <a:pt x="4326" y="1422"/>
                </a:lnTo>
                <a:lnTo>
                  <a:pt x="4326" y="1421"/>
                </a:lnTo>
                <a:lnTo>
                  <a:pt x="4327" y="1421"/>
                </a:lnTo>
                <a:lnTo>
                  <a:pt x="4326" y="1420"/>
                </a:lnTo>
                <a:lnTo>
                  <a:pt x="4326" y="1419"/>
                </a:lnTo>
                <a:lnTo>
                  <a:pt x="4327" y="1419"/>
                </a:lnTo>
                <a:lnTo>
                  <a:pt x="4327" y="1418"/>
                </a:lnTo>
                <a:lnTo>
                  <a:pt x="4326" y="1417"/>
                </a:lnTo>
                <a:lnTo>
                  <a:pt x="4325" y="1416"/>
                </a:lnTo>
                <a:lnTo>
                  <a:pt x="4324" y="1415"/>
                </a:lnTo>
                <a:lnTo>
                  <a:pt x="4323" y="1414"/>
                </a:lnTo>
                <a:lnTo>
                  <a:pt x="4322" y="1414"/>
                </a:lnTo>
                <a:lnTo>
                  <a:pt x="4322" y="1413"/>
                </a:lnTo>
                <a:lnTo>
                  <a:pt x="4323" y="1413"/>
                </a:lnTo>
                <a:lnTo>
                  <a:pt x="4324" y="1413"/>
                </a:lnTo>
                <a:lnTo>
                  <a:pt x="4325" y="1412"/>
                </a:lnTo>
                <a:lnTo>
                  <a:pt x="4326" y="1412"/>
                </a:lnTo>
                <a:lnTo>
                  <a:pt x="4326" y="1411"/>
                </a:lnTo>
                <a:lnTo>
                  <a:pt x="4326" y="1410"/>
                </a:lnTo>
                <a:lnTo>
                  <a:pt x="4325" y="1410"/>
                </a:lnTo>
                <a:lnTo>
                  <a:pt x="4325" y="1409"/>
                </a:lnTo>
                <a:lnTo>
                  <a:pt x="4324" y="1409"/>
                </a:lnTo>
                <a:lnTo>
                  <a:pt x="4324" y="1408"/>
                </a:lnTo>
                <a:lnTo>
                  <a:pt x="4324" y="1407"/>
                </a:lnTo>
                <a:lnTo>
                  <a:pt x="4325" y="1407"/>
                </a:lnTo>
                <a:lnTo>
                  <a:pt x="4326" y="1407"/>
                </a:lnTo>
                <a:lnTo>
                  <a:pt x="4326" y="1406"/>
                </a:lnTo>
                <a:lnTo>
                  <a:pt x="4327" y="1405"/>
                </a:lnTo>
                <a:lnTo>
                  <a:pt x="4328" y="1404"/>
                </a:lnTo>
                <a:lnTo>
                  <a:pt x="4329" y="1403"/>
                </a:lnTo>
                <a:lnTo>
                  <a:pt x="4330" y="1402"/>
                </a:lnTo>
                <a:lnTo>
                  <a:pt x="4330" y="1401"/>
                </a:lnTo>
                <a:lnTo>
                  <a:pt x="4331" y="1402"/>
                </a:lnTo>
                <a:lnTo>
                  <a:pt x="4332" y="1402"/>
                </a:lnTo>
                <a:lnTo>
                  <a:pt x="4333" y="1402"/>
                </a:lnTo>
                <a:lnTo>
                  <a:pt x="4334" y="1402"/>
                </a:lnTo>
                <a:lnTo>
                  <a:pt x="4334" y="1401"/>
                </a:lnTo>
                <a:lnTo>
                  <a:pt x="4335" y="1401"/>
                </a:lnTo>
                <a:lnTo>
                  <a:pt x="4336" y="1401"/>
                </a:lnTo>
                <a:lnTo>
                  <a:pt x="4337" y="1400"/>
                </a:lnTo>
                <a:lnTo>
                  <a:pt x="4338" y="1400"/>
                </a:lnTo>
                <a:lnTo>
                  <a:pt x="4338" y="1399"/>
                </a:lnTo>
                <a:lnTo>
                  <a:pt x="4338" y="1398"/>
                </a:lnTo>
                <a:lnTo>
                  <a:pt x="4339" y="1398"/>
                </a:lnTo>
                <a:lnTo>
                  <a:pt x="4341" y="1398"/>
                </a:lnTo>
                <a:lnTo>
                  <a:pt x="4341" y="1397"/>
                </a:lnTo>
                <a:lnTo>
                  <a:pt x="4342" y="1396"/>
                </a:lnTo>
                <a:lnTo>
                  <a:pt x="4343" y="1396"/>
                </a:lnTo>
                <a:lnTo>
                  <a:pt x="4344" y="1395"/>
                </a:lnTo>
                <a:lnTo>
                  <a:pt x="4344" y="1394"/>
                </a:lnTo>
                <a:lnTo>
                  <a:pt x="4345" y="1394"/>
                </a:lnTo>
                <a:lnTo>
                  <a:pt x="4346" y="1395"/>
                </a:lnTo>
                <a:lnTo>
                  <a:pt x="4347" y="1395"/>
                </a:lnTo>
                <a:lnTo>
                  <a:pt x="4348" y="1396"/>
                </a:lnTo>
                <a:lnTo>
                  <a:pt x="4348" y="1395"/>
                </a:lnTo>
                <a:lnTo>
                  <a:pt x="4349" y="1395"/>
                </a:lnTo>
                <a:lnTo>
                  <a:pt x="4350" y="1395"/>
                </a:lnTo>
                <a:lnTo>
                  <a:pt x="4350" y="1394"/>
                </a:lnTo>
                <a:lnTo>
                  <a:pt x="4351" y="1394"/>
                </a:lnTo>
                <a:lnTo>
                  <a:pt x="4352" y="1394"/>
                </a:lnTo>
                <a:lnTo>
                  <a:pt x="4352" y="1393"/>
                </a:lnTo>
                <a:lnTo>
                  <a:pt x="4353" y="1392"/>
                </a:lnTo>
                <a:lnTo>
                  <a:pt x="4353" y="1391"/>
                </a:lnTo>
                <a:lnTo>
                  <a:pt x="4355" y="1391"/>
                </a:lnTo>
                <a:lnTo>
                  <a:pt x="4355" y="1390"/>
                </a:lnTo>
                <a:lnTo>
                  <a:pt x="4356" y="1390"/>
                </a:lnTo>
                <a:lnTo>
                  <a:pt x="4357" y="1390"/>
                </a:lnTo>
                <a:lnTo>
                  <a:pt x="4355" y="1389"/>
                </a:lnTo>
                <a:lnTo>
                  <a:pt x="4356" y="1389"/>
                </a:lnTo>
                <a:lnTo>
                  <a:pt x="4355" y="1388"/>
                </a:lnTo>
                <a:lnTo>
                  <a:pt x="4355" y="1387"/>
                </a:lnTo>
                <a:lnTo>
                  <a:pt x="4356" y="1387"/>
                </a:lnTo>
                <a:lnTo>
                  <a:pt x="4355" y="1386"/>
                </a:lnTo>
                <a:lnTo>
                  <a:pt x="4353" y="1388"/>
                </a:lnTo>
                <a:lnTo>
                  <a:pt x="4350" y="1389"/>
                </a:lnTo>
                <a:lnTo>
                  <a:pt x="4350" y="1388"/>
                </a:lnTo>
                <a:lnTo>
                  <a:pt x="4351" y="1388"/>
                </a:lnTo>
                <a:lnTo>
                  <a:pt x="4352" y="1388"/>
                </a:lnTo>
                <a:lnTo>
                  <a:pt x="4352" y="1387"/>
                </a:lnTo>
                <a:lnTo>
                  <a:pt x="4353" y="1387"/>
                </a:lnTo>
                <a:lnTo>
                  <a:pt x="4354" y="1386"/>
                </a:lnTo>
                <a:lnTo>
                  <a:pt x="4355" y="1386"/>
                </a:lnTo>
                <a:lnTo>
                  <a:pt x="4355" y="1385"/>
                </a:lnTo>
                <a:lnTo>
                  <a:pt x="4356" y="1385"/>
                </a:lnTo>
                <a:lnTo>
                  <a:pt x="4356" y="1384"/>
                </a:lnTo>
                <a:lnTo>
                  <a:pt x="4357" y="1384"/>
                </a:lnTo>
                <a:lnTo>
                  <a:pt x="4358" y="1384"/>
                </a:lnTo>
                <a:lnTo>
                  <a:pt x="4359" y="1384"/>
                </a:lnTo>
                <a:lnTo>
                  <a:pt x="4360" y="1383"/>
                </a:lnTo>
                <a:lnTo>
                  <a:pt x="4360" y="1384"/>
                </a:lnTo>
                <a:lnTo>
                  <a:pt x="4361" y="1384"/>
                </a:lnTo>
                <a:lnTo>
                  <a:pt x="4361" y="1383"/>
                </a:lnTo>
                <a:lnTo>
                  <a:pt x="4362" y="1382"/>
                </a:lnTo>
                <a:lnTo>
                  <a:pt x="4363" y="1381"/>
                </a:lnTo>
                <a:lnTo>
                  <a:pt x="4363" y="1382"/>
                </a:lnTo>
                <a:lnTo>
                  <a:pt x="4363" y="1381"/>
                </a:lnTo>
                <a:lnTo>
                  <a:pt x="4364" y="1380"/>
                </a:lnTo>
                <a:lnTo>
                  <a:pt x="4365" y="1380"/>
                </a:lnTo>
                <a:lnTo>
                  <a:pt x="4365" y="1379"/>
                </a:lnTo>
                <a:lnTo>
                  <a:pt x="4365" y="1378"/>
                </a:lnTo>
                <a:lnTo>
                  <a:pt x="4365" y="1377"/>
                </a:lnTo>
                <a:lnTo>
                  <a:pt x="4366" y="1377"/>
                </a:lnTo>
                <a:lnTo>
                  <a:pt x="4366" y="1376"/>
                </a:lnTo>
                <a:lnTo>
                  <a:pt x="4367" y="1376"/>
                </a:lnTo>
                <a:lnTo>
                  <a:pt x="4368" y="1375"/>
                </a:lnTo>
                <a:lnTo>
                  <a:pt x="4369" y="1375"/>
                </a:lnTo>
                <a:lnTo>
                  <a:pt x="4370" y="1375"/>
                </a:lnTo>
                <a:lnTo>
                  <a:pt x="4371" y="1375"/>
                </a:lnTo>
                <a:lnTo>
                  <a:pt x="4371" y="1374"/>
                </a:lnTo>
                <a:lnTo>
                  <a:pt x="4372" y="1374"/>
                </a:lnTo>
                <a:lnTo>
                  <a:pt x="4372" y="1373"/>
                </a:lnTo>
                <a:lnTo>
                  <a:pt x="4372" y="1372"/>
                </a:lnTo>
                <a:lnTo>
                  <a:pt x="4372" y="1371"/>
                </a:lnTo>
                <a:lnTo>
                  <a:pt x="4372" y="1370"/>
                </a:lnTo>
                <a:lnTo>
                  <a:pt x="4372" y="1369"/>
                </a:lnTo>
                <a:lnTo>
                  <a:pt x="4371" y="1369"/>
                </a:lnTo>
                <a:lnTo>
                  <a:pt x="4370" y="1369"/>
                </a:lnTo>
                <a:lnTo>
                  <a:pt x="4370" y="1368"/>
                </a:lnTo>
                <a:lnTo>
                  <a:pt x="4371" y="1368"/>
                </a:lnTo>
                <a:lnTo>
                  <a:pt x="4368" y="1367"/>
                </a:lnTo>
                <a:lnTo>
                  <a:pt x="4369" y="1367"/>
                </a:lnTo>
                <a:lnTo>
                  <a:pt x="4373" y="1367"/>
                </a:lnTo>
                <a:lnTo>
                  <a:pt x="4373" y="1368"/>
                </a:lnTo>
                <a:lnTo>
                  <a:pt x="4374" y="1368"/>
                </a:lnTo>
                <a:lnTo>
                  <a:pt x="4375" y="1368"/>
                </a:lnTo>
                <a:lnTo>
                  <a:pt x="4375" y="1367"/>
                </a:lnTo>
                <a:lnTo>
                  <a:pt x="4376" y="1367"/>
                </a:lnTo>
                <a:lnTo>
                  <a:pt x="4376" y="1366"/>
                </a:lnTo>
                <a:lnTo>
                  <a:pt x="4377" y="1366"/>
                </a:lnTo>
                <a:lnTo>
                  <a:pt x="4378" y="1365"/>
                </a:lnTo>
                <a:lnTo>
                  <a:pt x="4379" y="1364"/>
                </a:lnTo>
                <a:lnTo>
                  <a:pt x="4380" y="1364"/>
                </a:lnTo>
                <a:lnTo>
                  <a:pt x="4380" y="1363"/>
                </a:lnTo>
                <a:lnTo>
                  <a:pt x="4379" y="1363"/>
                </a:lnTo>
                <a:lnTo>
                  <a:pt x="4379" y="1362"/>
                </a:lnTo>
                <a:lnTo>
                  <a:pt x="4380" y="1362"/>
                </a:lnTo>
                <a:lnTo>
                  <a:pt x="4380" y="1359"/>
                </a:lnTo>
                <a:lnTo>
                  <a:pt x="4380" y="1358"/>
                </a:lnTo>
                <a:lnTo>
                  <a:pt x="4380" y="1357"/>
                </a:lnTo>
                <a:lnTo>
                  <a:pt x="4379" y="1357"/>
                </a:lnTo>
                <a:lnTo>
                  <a:pt x="4378" y="1355"/>
                </a:lnTo>
                <a:lnTo>
                  <a:pt x="4375" y="1356"/>
                </a:lnTo>
                <a:lnTo>
                  <a:pt x="4375" y="1355"/>
                </a:lnTo>
                <a:lnTo>
                  <a:pt x="4378" y="1354"/>
                </a:lnTo>
                <a:lnTo>
                  <a:pt x="4379" y="1354"/>
                </a:lnTo>
                <a:lnTo>
                  <a:pt x="4380" y="1356"/>
                </a:lnTo>
                <a:lnTo>
                  <a:pt x="4381" y="1356"/>
                </a:lnTo>
                <a:lnTo>
                  <a:pt x="4381" y="1355"/>
                </a:lnTo>
                <a:lnTo>
                  <a:pt x="4383" y="1354"/>
                </a:lnTo>
                <a:lnTo>
                  <a:pt x="4384" y="1353"/>
                </a:lnTo>
                <a:lnTo>
                  <a:pt x="4385" y="1354"/>
                </a:lnTo>
                <a:lnTo>
                  <a:pt x="4385" y="1353"/>
                </a:lnTo>
                <a:lnTo>
                  <a:pt x="4386" y="1354"/>
                </a:lnTo>
                <a:lnTo>
                  <a:pt x="4386" y="1353"/>
                </a:lnTo>
                <a:lnTo>
                  <a:pt x="4385" y="1352"/>
                </a:lnTo>
                <a:lnTo>
                  <a:pt x="4385" y="1351"/>
                </a:lnTo>
                <a:lnTo>
                  <a:pt x="4386" y="1351"/>
                </a:lnTo>
                <a:lnTo>
                  <a:pt x="4386" y="1352"/>
                </a:lnTo>
                <a:lnTo>
                  <a:pt x="4387" y="1351"/>
                </a:lnTo>
                <a:lnTo>
                  <a:pt x="4387" y="1352"/>
                </a:lnTo>
                <a:lnTo>
                  <a:pt x="4387" y="1351"/>
                </a:lnTo>
                <a:lnTo>
                  <a:pt x="4388" y="1351"/>
                </a:lnTo>
                <a:lnTo>
                  <a:pt x="4388" y="1350"/>
                </a:lnTo>
                <a:lnTo>
                  <a:pt x="4389" y="1351"/>
                </a:lnTo>
                <a:lnTo>
                  <a:pt x="4389" y="1350"/>
                </a:lnTo>
                <a:lnTo>
                  <a:pt x="4389" y="1349"/>
                </a:lnTo>
                <a:lnTo>
                  <a:pt x="4388" y="1349"/>
                </a:lnTo>
                <a:lnTo>
                  <a:pt x="4389" y="1349"/>
                </a:lnTo>
                <a:lnTo>
                  <a:pt x="4390" y="1349"/>
                </a:lnTo>
                <a:lnTo>
                  <a:pt x="4390" y="1348"/>
                </a:lnTo>
                <a:lnTo>
                  <a:pt x="4390" y="1347"/>
                </a:lnTo>
                <a:lnTo>
                  <a:pt x="4390" y="1346"/>
                </a:lnTo>
                <a:lnTo>
                  <a:pt x="4390" y="1345"/>
                </a:lnTo>
                <a:lnTo>
                  <a:pt x="4389" y="1345"/>
                </a:lnTo>
                <a:lnTo>
                  <a:pt x="4390" y="1345"/>
                </a:lnTo>
                <a:lnTo>
                  <a:pt x="4390" y="1344"/>
                </a:lnTo>
                <a:lnTo>
                  <a:pt x="4391" y="1344"/>
                </a:lnTo>
                <a:lnTo>
                  <a:pt x="4391" y="1345"/>
                </a:lnTo>
                <a:lnTo>
                  <a:pt x="4391" y="1344"/>
                </a:lnTo>
                <a:lnTo>
                  <a:pt x="4392" y="1344"/>
                </a:lnTo>
                <a:lnTo>
                  <a:pt x="4393" y="1344"/>
                </a:lnTo>
                <a:lnTo>
                  <a:pt x="4394" y="1342"/>
                </a:lnTo>
                <a:lnTo>
                  <a:pt x="4394" y="1341"/>
                </a:lnTo>
                <a:lnTo>
                  <a:pt x="4395" y="1340"/>
                </a:lnTo>
                <a:lnTo>
                  <a:pt x="4396" y="1339"/>
                </a:lnTo>
                <a:lnTo>
                  <a:pt x="4397" y="1339"/>
                </a:lnTo>
                <a:lnTo>
                  <a:pt x="4397" y="1338"/>
                </a:lnTo>
                <a:lnTo>
                  <a:pt x="4396" y="1338"/>
                </a:lnTo>
                <a:lnTo>
                  <a:pt x="4394" y="1338"/>
                </a:lnTo>
                <a:lnTo>
                  <a:pt x="4394" y="1337"/>
                </a:lnTo>
                <a:lnTo>
                  <a:pt x="4395" y="1337"/>
                </a:lnTo>
                <a:lnTo>
                  <a:pt x="4394" y="1335"/>
                </a:lnTo>
                <a:lnTo>
                  <a:pt x="4393" y="1334"/>
                </a:lnTo>
                <a:lnTo>
                  <a:pt x="4391" y="1333"/>
                </a:lnTo>
                <a:lnTo>
                  <a:pt x="4392" y="1332"/>
                </a:lnTo>
                <a:lnTo>
                  <a:pt x="4391" y="1331"/>
                </a:lnTo>
                <a:lnTo>
                  <a:pt x="4390" y="1330"/>
                </a:lnTo>
                <a:lnTo>
                  <a:pt x="4389" y="1330"/>
                </a:lnTo>
                <a:lnTo>
                  <a:pt x="4389" y="1329"/>
                </a:lnTo>
                <a:lnTo>
                  <a:pt x="4388" y="1328"/>
                </a:lnTo>
                <a:lnTo>
                  <a:pt x="4387" y="1327"/>
                </a:lnTo>
                <a:lnTo>
                  <a:pt x="4386" y="1326"/>
                </a:lnTo>
                <a:lnTo>
                  <a:pt x="4385" y="1326"/>
                </a:lnTo>
                <a:lnTo>
                  <a:pt x="4383" y="1324"/>
                </a:lnTo>
                <a:lnTo>
                  <a:pt x="4384" y="1323"/>
                </a:lnTo>
                <a:lnTo>
                  <a:pt x="4385" y="1323"/>
                </a:lnTo>
                <a:lnTo>
                  <a:pt x="4385" y="1322"/>
                </a:lnTo>
                <a:lnTo>
                  <a:pt x="4386" y="1321"/>
                </a:lnTo>
                <a:lnTo>
                  <a:pt x="4386" y="1320"/>
                </a:lnTo>
                <a:lnTo>
                  <a:pt x="4386" y="1319"/>
                </a:lnTo>
                <a:lnTo>
                  <a:pt x="4386" y="1318"/>
                </a:lnTo>
                <a:lnTo>
                  <a:pt x="4385" y="1318"/>
                </a:lnTo>
                <a:lnTo>
                  <a:pt x="4384" y="1318"/>
                </a:lnTo>
                <a:lnTo>
                  <a:pt x="4384" y="1319"/>
                </a:lnTo>
                <a:lnTo>
                  <a:pt x="4383" y="1319"/>
                </a:lnTo>
                <a:lnTo>
                  <a:pt x="4382" y="1319"/>
                </a:lnTo>
                <a:lnTo>
                  <a:pt x="4381" y="1319"/>
                </a:lnTo>
                <a:lnTo>
                  <a:pt x="4380" y="1319"/>
                </a:lnTo>
                <a:lnTo>
                  <a:pt x="4379" y="1319"/>
                </a:lnTo>
                <a:lnTo>
                  <a:pt x="4378" y="1319"/>
                </a:lnTo>
                <a:lnTo>
                  <a:pt x="4377" y="1320"/>
                </a:lnTo>
                <a:lnTo>
                  <a:pt x="4376" y="1320"/>
                </a:lnTo>
                <a:lnTo>
                  <a:pt x="4376" y="1319"/>
                </a:lnTo>
                <a:lnTo>
                  <a:pt x="4376" y="1318"/>
                </a:lnTo>
                <a:lnTo>
                  <a:pt x="4377" y="1318"/>
                </a:lnTo>
                <a:lnTo>
                  <a:pt x="4378" y="1317"/>
                </a:lnTo>
                <a:lnTo>
                  <a:pt x="4377" y="1317"/>
                </a:lnTo>
                <a:lnTo>
                  <a:pt x="4376" y="1317"/>
                </a:lnTo>
                <a:lnTo>
                  <a:pt x="4377" y="1315"/>
                </a:lnTo>
                <a:lnTo>
                  <a:pt x="4375" y="1317"/>
                </a:lnTo>
                <a:lnTo>
                  <a:pt x="4375" y="1318"/>
                </a:lnTo>
                <a:lnTo>
                  <a:pt x="4372" y="1317"/>
                </a:lnTo>
                <a:lnTo>
                  <a:pt x="4371" y="1316"/>
                </a:lnTo>
                <a:lnTo>
                  <a:pt x="4369" y="1315"/>
                </a:lnTo>
                <a:lnTo>
                  <a:pt x="4372" y="1312"/>
                </a:lnTo>
                <a:lnTo>
                  <a:pt x="4370" y="1311"/>
                </a:lnTo>
                <a:lnTo>
                  <a:pt x="4369" y="1313"/>
                </a:lnTo>
                <a:lnTo>
                  <a:pt x="4370" y="1311"/>
                </a:lnTo>
                <a:lnTo>
                  <a:pt x="4369" y="1311"/>
                </a:lnTo>
                <a:lnTo>
                  <a:pt x="4368" y="1310"/>
                </a:lnTo>
                <a:lnTo>
                  <a:pt x="4369" y="1309"/>
                </a:lnTo>
                <a:lnTo>
                  <a:pt x="4368" y="1308"/>
                </a:lnTo>
                <a:lnTo>
                  <a:pt x="4367" y="1308"/>
                </a:lnTo>
                <a:lnTo>
                  <a:pt x="4367" y="1307"/>
                </a:lnTo>
                <a:lnTo>
                  <a:pt x="4367" y="1306"/>
                </a:lnTo>
                <a:lnTo>
                  <a:pt x="4367" y="1305"/>
                </a:lnTo>
                <a:lnTo>
                  <a:pt x="4366" y="1305"/>
                </a:lnTo>
                <a:lnTo>
                  <a:pt x="4366" y="1304"/>
                </a:lnTo>
                <a:lnTo>
                  <a:pt x="4365" y="1304"/>
                </a:lnTo>
                <a:lnTo>
                  <a:pt x="4366" y="1303"/>
                </a:lnTo>
                <a:lnTo>
                  <a:pt x="4367" y="1303"/>
                </a:lnTo>
                <a:lnTo>
                  <a:pt x="4367" y="1304"/>
                </a:lnTo>
                <a:lnTo>
                  <a:pt x="4367" y="1303"/>
                </a:lnTo>
                <a:lnTo>
                  <a:pt x="4367" y="1302"/>
                </a:lnTo>
                <a:lnTo>
                  <a:pt x="4365" y="1302"/>
                </a:lnTo>
                <a:lnTo>
                  <a:pt x="4363" y="1302"/>
                </a:lnTo>
                <a:lnTo>
                  <a:pt x="4363" y="1303"/>
                </a:lnTo>
                <a:lnTo>
                  <a:pt x="4363" y="1304"/>
                </a:lnTo>
                <a:lnTo>
                  <a:pt x="4364" y="1304"/>
                </a:lnTo>
                <a:lnTo>
                  <a:pt x="4365" y="1304"/>
                </a:lnTo>
                <a:lnTo>
                  <a:pt x="4365" y="1305"/>
                </a:lnTo>
                <a:lnTo>
                  <a:pt x="4362" y="1305"/>
                </a:lnTo>
                <a:lnTo>
                  <a:pt x="4361" y="1304"/>
                </a:lnTo>
                <a:lnTo>
                  <a:pt x="4360" y="1304"/>
                </a:lnTo>
                <a:lnTo>
                  <a:pt x="4359" y="1303"/>
                </a:lnTo>
                <a:lnTo>
                  <a:pt x="4358" y="1303"/>
                </a:lnTo>
                <a:lnTo>
                  <a:pt x="4358" y="1302"/>
                </a:lnTo>
                <a:lnTo>
                  <a:pt x="4358" y="1300"/>
                </a:lnTo>
                <a:lnTo>
                  <a:pt x="4357" y="1300"/>
                </a:lnTo>
                <a:lnTo>
                  <a:pt x="4357" y="1299"/>
                </a:lnTo>
                <a:lnTo>
                  <a:pt x="4357" y="1298"/>
                </a:lnTo>
                <a:lnTo>
                  <a:pt x="4357" y="1296"/>
                </a:lnTo>
                <a:lnTo>
                  <a:pt x="4356" y="1296"/>
                </a:lnTo>
                <a:lnTo>
                  <a:pt x="4356" y="1295"/>
                </a:lnTo>
                <a:lnTo>
                  <a:pt x="4356" y="1294"/>
                </a:lnTo>
                <a:lnTo>
                  <a:pt x="4357" y="1294"/>
                </a:lnTo>
                <a:lnTo>
                  <a:pt x="4357" y="1293"/>
                </a:lnTo>
                <a:lnTo>
                  <a:pt x="4356" y="1293"/>
                </a:lnTo>
                <a:lnTo>
                  <a:pt x="4356" y="1292"/>
                </a:lnTo>
                <a:lnTo>
                  <a:pt x="4355" y="1291"/>
                </a:lnTo>
                <a:lnTo>
                  <a:pt x="4355" y="1290"/>
                </a:lnTo>
                <a:lnTo>
                  <a:pt x="4356" y="1290"/>
                </a:lnTo>
                <a:lnTo>
                  <a:pt x="4357" y="1289"/>
                </a:lnTo>
                <a:lnTo>
                  <a:pt x="4357" y="1288"/>
                </a:lnTo>
                <a:lnTo>
                  <a:pt x="4358" y="1287"/>
                </a:lnTo>
                <a:lnTo>
                  <a:pt x="4357" y="1287"/>
                </a:lnTo>
                <a:lnTo>
                  <a:pt x="4356" y="1288"/>
                </a:lnTo>
                <a:lnTo>
                  <a:pt x="4355" y="1288"/>
                </a:lnTo>
                <a:lnTo>
                  <a:pt x="4354" y="1288"/>
                </a:lnTo>
                <a:lnTo>
                  <a:pt x="4354" y="1289"/>
                </a:lnTo>
                <a:lnTo>
                  <a:pt x="4354" y="1290"/>
                </a:lnTo>
                <a:lnTo>
                  <a:pt x="4354" y="1291"/>
                </a:lnTo>
                <a:lnTo>
                  <a:pt x="4353" y="1291"/>
                </a:lnTo>
                <a:lnTo>
                  <a:pt x="4352" y="1292"/>
                </a:lnTo>
                <a:lnTo>
                  <a:pt x="4351" y="1292"/>
                </a:lnTo>
                <a:lnTo>
                  <a:pt x="4351" y="1293"/>
                </a:lnTo>
                <a:lnTo>
                  <a:pt x="4352" y="1294"/>
                </a:lnTo>
                <a:lnTo>
                  <a:pt x="4352" y="1295"/>
                </a:lnTo>
                <a:lnTo>
                  <a:pt x="4351" y="1295"/>
                </a:lnTo>
                <a:lnTo>
                  <a:pt x="4351" y="1296"/>
                </a:lnTo>
                <a:lnTo>
                  <a:pt x="4350" y="1297"/>
                </a:lnTo>
                <a:lnTo>
                  <a:pt x="4350" y="1296"/>
                </a:lnTo>
                <a:lnTo>
                  <a:pt x="4349" y="1296"/>
                </a:lnTo>
                <a:lnTo>
                  <a:pt x="4349" y="1297"/>
                </a:lnTo>
                <a:lnTo>
                  <a:pt x="4348" y="1297"/>
                </a:lnTo>
                <a:lnTo>
                  <a:pt x="4348" y="1296"/>
                </a:lnTo>
                <a:lnTo>
                  <a:pt x="4348" y="1295"/>
                </a:lnTo>
                <a:lnTo>
                  <a:pt x="4347" y="1295"/>
                </a:lnTo>
                <a:lnTo>
                  <a:pt x="4347" y="1296"/>
                </a:lnTo>
                <a:lnTo>
                  <a:pt x="4346" y="1296"/>
                </a:lnTo>
                <a:lnTo>
                  <a:pt x="4345" y="1297"/>
                </a:lnTo>
                <a:lnTo>
                  <a:pt x="4346" y="1298"/>
                </a:lnTo>
                <a:lnTo>
                  <a:pt x="4347" y="1297"/>
                </a:lnTo>
                <a:lnTo>
                  <a:pt x="4348" y="1297"/>
                </a:lnTo>
                <a:lnTo>
                  <a:pt x="4349" y="1298"/>
                </a:lnTo>
                <a:lnTo>
                  <a:pt x="4349" y="1299"/>
                </a:lnTo>
                <a:lnTo>
                  <a:pt x="4348" y="1299"/>
                </a:lnTo>
                <a:lnTo>
                  <a:pt x="4348" y="1298"/>
                </a:lnTo>
                <a:lnTo>
                  <a:pt x="4348" y="1299"/>
                </a:lnTo>
                <a:lnTo>
                  <a:pt x="4347" y="1299"/>
                </a:lnTo>
                <a:lnTo>
                  <a:pt x="4347" y="1301"/>
                </a:lnTo>
                <a:lnTo>
                  <a:pt x="4346" y="1301"/>
                </a:lnTo>
                <a:lnTo>
                  <a:pt x="4345" y="1301"/>
                </a:lnTo>
                <a:lnTo>
                  <a:pt x="4345" y="1300"/>
                </a:lnTo>
                <a:lnTo>
                  <a:pt x="4344" y="1300"/>
                </a:lnTo>
                <a:lnTo>
                  <a:pt x="4344" y="1301"/>
                </a:lnTo>
                <a:lnTo>
                  <a:pt x="4343" y="1301"/>
                </a:lnTo>
                <a:lnTo>
                  <a:pt x="4343" y="1300"/>
                </a:lnTo>
                <a:lnTo>
                  <a:pt x="4343" y="1299"/>
                </a:lnTo>
                <a:lnTo>
                  <a:pt x="4343" y="1298"/>
                </a:lnTo>
                <a:lnTo>
                  <a:pt x="4343" y="1299"/>
                </a:lnTo>
                <a:lnTo>
                  <a:pt x="4343" y="1301"/>
                </a:lnTo>
                <a:lnTo>
                  <a:pt x="4343" y="1302"/>
                </a:lnTo>
                <a:lnTo>
                  <a:pt x="4342" y="1302"/>
                </a:lnTo>
                <a:lnTo>
                  <a:pt x="4342" y="1301"/>
                </a:lnTo>
                <a:lnTo>
                  <a:pt x="4342" y="1302"/>
                </a:lnTo>
                <a:lnTo>
                  <a:pt x="4340" y="1302"/>
                </a:lnTo>
                <a:lnTo>
                  <a:pt x="4339" y="1301"/>
                </a:lnTo>
                <a:lnTo>
                  <a:pt x="4339" y="1300"/>
                </a:lnTo>
                <a:lnTo>
                  <a:pt x="4340" y="1300"/>
                </a:lnTo>
                <a:lnTo>
                  <a:pt x="4339" y="1300"/>
                </a:lnTo>
                <a:lnTo>
                  <a:pt x="4339" y="1302"/>
                </a:lnTo>
                <a:lnTo>
                  <a:pt x="4338" y="1302"/>
                </a:lnTo>
                <a:lnTo>
                  <a:pt x="4338" y="1300"/>
                </a:lnTo>
                <a:lnTo>
                  <a:pt x="4337" y="1300"/>
                </a:lnTo>
                <a:lnTo>
                  <a:pt x="4337" y="1299"/>
                </a:lnTo>
                <a:lnTo>
                  <a:pt x="4336" y="1299"/>
                </a:lnTo>
                <a:lnTo>
                  <a:pt x="4335" y="1300"/>
                </a:lnTo>
                <a:lnTo>
                  <a:pt x="4334" y="1301"/>
                </a:lnTo>
                <a:lnTo>
                  <a:pt x="4333" y="1301"/>
                </a:lnTo>
                <a:lnTo>
                  <a:pt x="4332" y="1301"/>
                </a:lnTo>
                <a:lnTo>
                  <a:pt x="4331" y="1301"/>
                </a:lnTo>
                <a:lnTo>
                  <a:pt x="4332" y="1301"/>
                </a:lnTo>
                <a:lnTo>
                  <a:pt x="4332" y="1300"/>
                </a:lnTo>
                <a:lnTo>
                  <a:pt x="4331" y="1301"/>
                </a:lnTo>
                <a:lnTo>
                  <a:pt x="4331" y="1300"/>
                </a:lnTo>
                <a:lnTo>
                  <a:pt x="4332" y="1299"/>
                </a:lnTo>
                <a:lnTo>
                  <a:pt x="4332" y="1298"/>
                </a:lnTo>
                <a:lnTo>
                  <a:pt x="4331" y="1298"/>
                </a:lnTo>
                <a:lnTo>
                  <a:pt x="4331" y="1299"/>
                </a:lnTo>
                <a:lnTo>
                  <a:pt x="4331" y="1300"/>
                </a:lnTo>
                <a:lnTo>
                  <a:pt x="4329" y="1300"/>
                </a:lnTo>
                <a:lnTo>
                  <a:pt x="4328" y="1300"/>
                </a:lnTo>
                <a:lnTo>
                  <a:pt x="4328" y="1299"/>
                </a:lnTo>
                <a:lnTo>
                  <a:pt x="4329" y="1299"/>
                </a:lnTo>
                <a:lnTo>
                  <a:pt x="4328" y="1299"/>
                </a:lnTo>
                <a:lnTo>
                  <a:pt x="4328" y="1298"/>
                </a:lnTo>
                <a:lnTo>
                  <a:pt x="4327" y="1298"/>
                </a:lnTo>
                <a:lnTo>
                  <a:pt x="4326" y="1298"/>
                </a:lnTo>
                <a:lnTo>
                  <a:pt x="4326" y="1297"/>
                </a:lnTo>
                <a:lnTo>
                  <a:pt x="4327" y="1297"/>
                </a:lnTo>
                <a:lnTo>
                  <a:pt x="4327" y="1296"/>
                </a:lnTo>
                <a:lnTo>
                  <a:pt x="4326" y="1296"/>
                </a:lnTo>
                <a:lnTo>
                  <a:pt x="4326" y="1297"/>
                </a:lnTo>
                <a:lnTo>
                  <a:pt x="4324" y="1297"/>
                </a:lnTo>
                <a:lnTo>
                  <a:pt x="4323" y="1297"/>
                </a:lnTo>
                <a:lnTo>
                  <a:pt x="4322" y="1297"/>
                </a:lnTo>
                <a:lnTo>
                  <a:pt x="4321" y="1297"/>
                </a:lnTo>
                <a:lnTo>
                  <a:pt x="4320" y="1296"/>
                </a:lnTo>
                <a:lnTo>
                  <a:pt x="4320" y="1295"/>
                </a:lnTo>
                <a:lnTo>
                  <a:pt x="4320" y="1296"/>
                </a:lnTo>
                <a:lnTo>
                  <a:pt x="4320" y="1297"/>
                </a:lnTo>
                <a:lnTo>
                  <a:pt x="4316" y="1296"/>
                </a:lnTo>
                <a:lnTo>
                  <a:pt x="4317" y="1296"/>
                </a:lnTo>
                <a:lnTo>
                  <a:pt x="4317" y="1297"/>
                </a:lnTo>
                <a:lnTo>
                  <a:pt x="4320" y="1297"/>
                </a:lnTo>
                <a:lnTo>
                  <a:pt x="4320" y="1298"/>
                </a:lnTo>
                <a:lnTo>
                  <a:pt x="4320" y="1299"/>
                </a:lnTo>
                <a:lnTo>
                  <a:pt x="4320" y="1300"/>
                </a:lnTo>
                <a:lnTo>
                  <a:pt x="4320" y="1301"/>
                </a:lnTo>
                <a:lnTo>
                  <a:pt x="4320" y="1302"/>
                </a:lnTo>
                <a:lnTo>
                  <a:pt x="4316" y="1301"/>
                </a:lnTo>
                <a:lnTo>
                  <a:pt x="4315" y="1301"/>
                </a:lnTo>
                <a:lnTo>
                  <a:pt x="4313" y="1301"/>
                </a:lnTo>
                <a:lnTo>
                  <a:pt x="4311" y="1300"/>
                </a:lnTo>
                <a:lnTo>
                  <a:pt x="4311" y="1299"/>
                </a:lnTo>
                <a:lnTo>
                  <a:pt x="4311" y="1298"/>
                </a:lnTo>
                <a:lnTo>
                  <a:pt x="4310" y="1298"/>
                </a:lnTo>
                <a:lnTo>
                  <a:pt x="4307" y="1299"/>
                </a:lnTo>
                <a:lnTo>
                  <a:pt x="4307" y="1298"/>
                </a:lnTo>
                <a:lnTo>
                  <a:pt x="4307" y="1297"/>
                </a:lnTo>
                <a:lnTo>
                  <a:pt x="4306" y="1295"/>
                </a:lnTo>
                <a:lnTo>
                  <a:pt x="4307" y="1295"/>
                </a:lnTo>
                <a:lnTo>
                  <a:pt x="4308" y="1295"/>
                </a:lnTo>
                <a:lnTo>
                  <a:pt x="4309" y="1295"/>
                </a:lnTo>
                <a:lnTo>
                  <a:pt x="4308" y="1294"/>
                </a:lnTo>
                <a:lnTo>
                  <a:pt x="4305" y="1294"/>
                </a:lnTo>
                <a:lnTo>
                  <a:pt x="4304" y="1294"/>
                </a:lnTo>
                <a:lnTo>
                  <a:pt x="4304" y="1295"/>
                </a:lnTo>
                <a:lnTo>
                  <a:pt x="4303" y="1295"/>
                </a:lnTo>
                <a:lnTo>
                  <a:pt x="4304" y="1295"/>
                </a:lnTo>
                <a:lnTo>
                  <a:pt x="4304" y="1296"/>
                </a:lnTo>
                <a:lnTo>
                  <a:pt x="4302" y="1296"/>
                </a:lnTo>
                <a:lnTo>
                  <a:pt x="4302" y="1299"/>
                </a:lnTo>
                <a:lnTo>
                  <a:pt x="4302" y="1300"/>
                </a:lnTo>
                <a:lnTo>
                  <a:pt x="4301" y="1300"/>
                </a:lnTo>
                <a:lnTo>
                  <a:pt x="4301" y="1299"/>
                </a:lnTo>
                <a:lnTo>
                  <a:pt x="4299" y="1299"/>
                </a:lnTo>
                <a:lnTo>
                  <a:pt x="4300" y="1298"/>
                </a:lnTo>
                <a:lnTo>
                  <a:pt x="4301" y="1298"/>
                </a:lnTo>
                <a:lnTo>
                  <a:pt x="4301" y="1296"/>
                </a:lnTo>
                <a:lnTo>
                  <a:pt x="4298" y="1296"/>
                </a:lnTo>
                <a:lnTo>
                  <a:pt x="4298" y="1295"/>
                </a:lnTo>
                <a:lnTo>
                  <a:pt x="4297" y="1295"/>
                </a:lnTo>
                <a:lnTo>
                  <a:pt x="4296" y="1295"/>
                </a:lnTo>
                <a:lnTo>
                  <a:pt x="4296" y="1296"/>
                </a:lnTo>
                <a:lnTo>
                  <a:pt x="4297" y="1296"/>
                </a:lnTo>
                <a:lnTo>
                  <a:pt x="4297" y="1297"/>
                </a:lnTo>
                <a:lnTo>
                  <a:pt x="4297" y="1298"/>
                </a:lnTo>
                <a:lnTo>
                  <a:pt x="4296" y="1298"/>
                </a:lnTo>
                <a:lnTo>
                  <a:pt x="4295" y="1298"/>
                </a:lnTo>
                <a:lnTo>
                  <a:pt x="4294" y="1297"/>
                </a:lnTo>
                <a:lnTo>
                  <a:pt x="4293" y="1297"/>
                </a:lnTo>
                <a:lnTo>
                  <a:pt x="4292" y="1297"/>
                </a:lnTo>
                <a:lnTo>
                  <a:pt x="4291" y="1298"/>
                </a:lnTo>
                <a:lnTo>
                  <a:pt x="4290" y="1298"/>
                </a:lnTo>
                <a:lnTo>
                  <a:pt x="4289" y="1298"/>
                </a:lnTo>
                <a:lnTo>
                  <a:pt x="4288" y="1299"/>
                </a:lnTo>
                <a:lnTo>
                  <a:pt x="4288" y="1300"/>
                </a:lnTo>
                <a:lnTo>
                  <a:pt x="4289" y="1300"/>
                </a:lnTo>
                <a:lnTo>
                  <a:pt x="4289" y="1301"/>
                </a:lnTo>
                <a:lnTo>
                  <a:pt x="4289" y="1302"/>
                </a:lnTo>
                <a:lnTo>
                  <a:pt x="4288" y="1303"/>
                </a:lnTo>
                <a:lnTo>
                  <a:pt x="4287" y="1303"/>
                </a:lnTo>
                <a:lnTo>
                  <a:pt x="4287" y="1304"/>
                </a:lnTo>
                <a:lnTo>
                  <a:pt x="4288" y="1304"/>
                </a:lnTo>
                <a:lnTo>
                  <a:pt x="4288" y="1305"/>
                </a:lnTo>
                <a:lnTo>
                  <a:pt x="4287" y="1305"/>
                </a:lnTo>
                <a:lnTo>
                  <a:pt x="4287" y="1304"/>
                </a:lnTo>
                <a:lnTo>
                  <a:pt x="4286" y="1305"/>
                </a:lnTo>
                <a:lnTo>
                  <a:pt x="4287" y="1305"/>
                </a:lnTo>
                <a:lnTo>
                  <a:pt x="4287" y="1306"/>
                </a:lnTo>
                <a:lnTo>
                  <a:pt x="4286" y="1306"/>
                </a:lnTo>
                <a:lnTo>
                  <a:pt x="4285" y="1305"/>
                </a:lnTo>
                <a:lnTo>
                  <a:pt x="4284" y="1305"/>
                </a:lnTo>
                <a:lnTo>
                  <a:pt x="4284" y="1304"/>
                </a:lnTo>
                <a:lnTo>
                  <a:pt x="4283" y="1303"/>
                </a:lnTo>
                <a:lnTo>
                  <a:pt x="4282" y="1303"/>
                </a:lnTo>
                <a:lnTo>
                  <a:pt x="4281" y="1303"/>
                </a:lnTo>
                <a:lnTo>
                  <a:pt x="4280" y="1303"/>
                </a:lnTo>
                <a:lnTo>
                  <a:pt x="4279" y="1304"/>
                </a:lnTo>
                <a:lnTo>
                  <a:pt x="4278" y="1304"/>
                </a:lnTo>
                <a:lnTo>
                  <a:pt x="4278" y="1305"/>
                </a:lnTo>
                <a:lnTo>
                  <a:pt x="4278" y="1306"/>
                </a:lnTo>
                <a:lnTo>
                  <a:pt x="4279" y="1306"/>
                </a:lnTo>
                <a:lnTo>
                  <a:pt x="4279" y="1307"/>
                </a:lnTo>
                <a:lnTo>
                  <a:pt x="4278" y="1308"/>
                </a:lnTo>
                <a:lnTo>
                  <a:pt x="4277" y="1308"/>
                </a:lnTo>
                <a:lnTo>
                  <a:pt x="4279" y="1308"/>
                </a:lnTo>
                <a:lnTo>
                  <a:pt x="4279" y="1309"/>
                </a:lnTo>
                <a:lnTo>
                  <a:pt x="4279" y="1311"/>
                </a:lnTo>
                <a:lnTo>
                  <a:pt x="4279" y="1312"/>
                </a:lnTo>
                <a:lnTo>
                  <a:pt x="4280" y="1312"/>
                </a:lnTo>
                <a:lnTo>
                  <a:pt x="4280" y="1311"/>
                </a:lnTo>
                <a:lnTo>
                  <a:pt x="4283" y="1311"/>
                </a:lnTo>
                <a:lnTo>
                  <a:pt x="4283" y="1313"/>
                </a:lnTo>
                <a:lnTo>
                  <a:pt x="4283" y="1314"/>
                </a:lnTo>
                <a:lnTo>
                  <a:pt x="4284" y="1314"/>
                </a:lnTo>
                <a:lnTo>
                  <a:pt x="4284" y="1315"/>
                </a:lnTo>
                <a:lnTo>
                  <a:pt x="4283" y="1315"/>
                </a:lnTo>
                <a:lnTo>
                  <a:pt x="4282" y="1314"/>
                </a:lnTo>
                <a:lnTo>
                  <a:pt x="4281" y="1314"/>
                </a:lnTo>
                <a:lnTo>
                  <a:pt x="4279" y="1315"/>
                </a:lnTo>
                <a:lnTo>
                  <a:pt x="4277" y="1316"/>
                </a:lnTo>
                <a:lnTo>
                  <a:pt x="4276" y="1316"/>
                </a:lnTo>
                <a:lnTo>
                  <a:pt x="4276" y="1317"/>
                </a:lnTo>
                <a:lnTo>
                  <a:pt x="4275" y="1317"/>
                </a:lnTo>
                <a:lnTo>
                  <a:pt x="4274" y="1317"/>
                </a:lnTo>
                <a:lnTo>
                  <a:pt x="4273" y="1317"/>
                </a:lnTo>
                <a:lnTo>
                  <a:pt x="4272" y="1317"/>
                </a:lnTo>
                <a:lnTo>
                  <a:pt x="4271" y="1317"/>
                </a:lnTo>
                <a:lnTo>
                  <a:pt x="4270" y="1317"/>
                </a:lnTo>
                <a:lnTo>
                  <a:pt x="4270" y="1318"/>
                </a:lnTo>
                <a:lnTo>
                  <a:pt x="4268" y="1318"/>
                </a:lnTo>
                <a:lnTo>
                  <a:pt x="4267" y="1317"/>
                </a:lnTo>
                <a:lnTo>
                  <a:pt x="4266" y="1317"/>
                </a:lnTo>
                <a:lnTo>
                  <a:pt x="4266" y="1318"/>
                </a:lnTo>
                <a:lnTo>
                  <a:pt x="4265" y="1318"/>
                </a:lnTo>
                <a:lnTo>
                  <a:pt x="4265" y="1319"/>
                </a:lnTo>
                <a:lnTo>
                  <a:pt x="4264" y="1319"/>
                </a:lnTo>
                <a:lnTo>
                  <a:pt x="4264" y="1320"/>
                </a:lnTo>
                <a:lnTo>
                  <a:pt x="4264" y="1321"/>
                </a:lnTo>
                <a:lnTo>
                  <a:pt x="4265" y="1321"/>
                </a:lnTo>
                <a:lnTo>
                  <a:pt x="4265" y="1322"/>
                </a:lnTo>
                <a:lnTo>
                  <a:pt x="4264" y="1322"/>
                </a:lnTo>
                <a:lnTo>
                  <a:pt x="4263" y="1322"/>
                </a:lnTo>
                <a:lnTo>
                  <a:pt x="4263" y="1323"/>
                </a:lnTo>
                <a:lnTo>
                  <a:pt x="4262" y="1324"/>
                </a:lnTo>
                <a:lnTo>
                  <a:pt x="4262" y="1325"/>
                </a:lnTo>
                <a:lnTo>
                  <a:pt x="4262" y="1326"/>
                </a:lnTo>
                <a:lnTo>
                  <a:pt x="4261" y="1326"/>
                </a:lnTo>
                <a:lnTo>
                  <a:pt x="4261" y="1327"/>
                </a:lnTo>
                <a:lnTo>
                  <a:pt x="4260" y="1327"/>
                </a:lnTo>
                <a:lnTo>
                  <a:pt x="4259" y="1329"/>
                </a:lnTo>
                <a:lnTo>
                  <a:pt x="4259" y="1330"/>
                </a:lnTo>
                <a:lnTo>
                  <a:pt x="4258" y="1329"/>
                </a:lnTo>
                <a:lnTo>
                  <a:pt x="4257" y="1329"/>
                </a:lnTo>
                <a:lnTo>
                  <a:pt x="4257" y="1330"/>
                </a:lnTo>
                <a:lnTo>
                  <a:pt x="4256" y="1330"/>
                </a:lnTo>
                <a:lnTo>
                  <a:pt x="4255" y="1330"/>
                </a:lnTo>
                <a:lnTo>
                  <a:pt x="4255" y="1331"/>
                </a:lnTo>
                <a:lnTo>
                  <a:pt x="4256" y="1331"/>
                </a:lnTo>
                <a:lnTo>
                  <a:pt x="4254" y="1332"/>
                </a:lnTo>
                <a:lnTo>
                  <a:pt x="4253" y="1332"/>
                </a:lnTo>
                <a:lnTo>
                  <a:pt x="4253" y="1333"/>
                </a:lnTo>
                <a:lnTo>
                  <a:pt x="4252" y="1333"/>
                </a:lnTo>
                <a:lnTo>
                  <a:pt x="4253" y="1334"/>
                </a:lnTo>
                <a:lnTo>
                  <a:pt x="4253" y="1333"/>
                </a:lnTo>
                <a:lnTo>
                  <a:pt x="4254" y="1333"/>
                </a:lnTo>
                <a:lnTo>
                  <a:pt x="4255" y="1334"/>
                </a:lnTo>
                <a:lnTo>
                  <a:pt x="4255" y="1335"/>
                </a:lnTo>
                <a:lnTo>
                  <a:pt x="4254" y="1335"/>
                </a:lnTo>
                <a:lnTo>
                  <a:pt x="4253" y="1335"/>
                </a:lnTo>
                <a:lnTo>
                  <a:pt x="4253" y="1336"/>
                </a:lnTo>
                <a:lnTo>
                  <a:pt x="4252" y="1336"/>
                </a:lnTo>
                <a:lnTo>
                  <a:pt x="4252" y="1335"/>
                </a:lnTo>
                <a:lnTo>
                  <a:pt x="4251" y="1335"/>
                </a:lnTo>
                <a:lnTo>
                  <a:pt x="4250" y="1336"/>
                </a:lnTo>
                <a:lnTo>
                  <a:pt x="4250" y="1337"/>
                </a:lnTo>
                <a:lnTo>
                  <a:pt x="4250" y="1338"/>
                </a:lnTo>
                <a:lnTo>
                  <a:pt x="4249" y="1338"/>
                </a:lnTo>
                <a:lnTo>
                  <a:pt x="4248" y="1338"/>
                </a:lnTo>
                <a:lnTo>
                  <a:pt x="4247" y="1338"/>
                </a:lnTo>
                <a:lnTo>
                  <a:pt x="4246" y="1338"/>
                </a:lnTo>
                <a:lnTo>
                  <a:pt x="4246" y="1339"/>
                </a:lnTo>
                <a:lnTo>
                  <a:pt x="4245" y="1339"/>
                </a:lnTo>
                <a:lnTo>
                  <a:pt x="4244" y="1339"/>
                </a:lnTo>
                <a:lnTo>
                  <a:pt x="4245" y="1340"/>
                </a:lnTo>
                <a:lnTo>
                  <a:pt x="4246" y="1341"/>
                </a:lnTo>
                <a:lnTo>
                  <a:pt x="4245" y="1342"/>
                </a:lnTo>
                <a:lnTo>
                  <a:pt x="4245" y="1341"/>
                </a:lnTo>
                <a:lnTo>
                  <a:pt x="4244" y="1341"/>
                </a:lnTo>
                <a:lnTo>
                  <a:pt x="4244" y="1342"/>
                </a:lnTo>
                <a:lnTo>
                  <a:pt x="4245" y="1342"/>
                </a:lnTo>
                <a:lnTo>
                  <a:pt x="4245" y="1343"/>
                </a:lnTo>
                <a:lnTo>
                  <a:pt x="4244" y="1343"/>
                </a:lnTo>
                <a:lnTo>
                  <a:pt x="4245" y="1344"/>
                </a:lnTo>
                <a:lnTo>
                  <a:pt x="4245" y="1345"/>
                </a:lnTo>
                <a:lnTo>
                  <a:pt x="4245" y="1346"/>
                </a:lnTo>
                <a:lnTo>
                  <a:pt x="4244" y="1346"/>
                </a:lnTo>
                <a:lnTo>
                  <a:pt x="4243" y="1345"/>
                </a:lnTo>
                <a:lnTo>
                  <a:pt x="4242" y="1345"/>
                </a:lnTo>
                <a:lnTo>
                  <a:pt x="4243" y="1346"/>
                </a:lnTo>
                <a:lnTo>
                  <a:pt x="4242" y="1346"/>
                </a:lnTo>
                <a:lnTo>
                  <a:pt x="4242" y="1347"/>
                </a:lnTo>
                <a:lnTo>
                  <a:pt x="4242" y="1348"/>
                </a:lnTo>
                <a:lnTo>
                  <a:pt x="4242" y="1349"/>
                </a:lnTo>
                <a:lnTo>
                  <a:pt x="4243" y="1348"/>
                </a:lnTo>
                <a:lnTo>
                  <a:pt x="4244" y="1349"/>
                </a:lnTo>
                <a:lnTo>
                  <a:pt x="4243" y="1349"/>
                </a:lnTo>
                <a:lnTo>
                  <a:pt x="4243" y="1350"/>
                </a:lnTo>
                <a:lnTo>
                  <a:pt x="4242" y="1350"/>
                </a:lnTo>
                <a:lnTo>
                  <a:pt x="4242" y="1351"/>
                </a:lnTo>
                <a:lnTo>
                  <a:pt x="4241" y="1351"/>
                </a:lnTo>
                <a:lnTo>
                  <a:pt x="4240" y="1351"/>
                </a:lnTo>
                <a:lnTo>
                  <a:pt x="4239" y="1352"/>
                </a:lnTo>
                <a:lnTo>
                  <a:pt x="4238" y="1352"/>
                </a:lnTo>
                <a:lnTo>
                  <a:pt x="4238" y="1353"/>
                </a:lnTo>
                <a:lnTo>
                  <a:pt x="4237" y="1353"/>
                </a:lnTo>
                <a:lnTo>
                  <a:pt x="4236" y="1354"/>
                </a:lnTo>
                <a:lnTo>
                  <a:pt x="4235" y="1354"/>
                </a:lnTo>
                <a:lnTo>
                  <a:pt x="4235" y="1355"/>
                </a:lnTo>
                <a:lnTo>
                  <a:pt x="4235" y="1356"/>
                </a:lnTo>
                <a:lnTo>
                  <a:pt x="4236" y="1357"/>
                </a:lnTo>
                <a:lnTo>
                  <a:pt x="4236" y="1358"/>
                </a:lnTo>
                <a:lnTo>
                  <a:pt x="4237" y="1358"/>
                </a:lnTo>
                <a:lnTo>
                  <a:pt x="4237" y="1359"/>
                </a:lnTo>
                <a:lnTo>
                  <a:pt x="4237" y="1360"/>
                </a:lnTo>
                <a:lnTo>
                  <a:pt x="4236" y="1361"/>
                </a:lnTo>
                <a:lnTo>
                  <a:pt x="4236" y="1362"/>
                </a:lnTo>
                <a:lnTo>
                  <a:pt x="4235" y="1362"/>
                </a:lnTo>
                <a:lnTo>
                  <a:pt x="4235" y="1363"/>
                </a:lnTo>
                <a:lnTo>
                  <a:pt x="4235" y="1364"/>
                </a:lnTo>
                <a:lnTo>
                  <a:pt x="4234" y="1364"/>
                </a:lnTo>
                <a:lnTo>
                  <a:pt x="4234" y="1363"/>
                </a:lnTo>
                <a:lnTo>
                  <a:pt x="4234" y="1364"/>
                </a:lnTo>
                <a:lnTo>
                  <a:pt x="4232" y="1365"/>
                </a:lnTo>
                <a:lnTo>
                  <a:pt x="4232" y="1366"/>
                </a:lnTo>
                <a:lnTo>
                  <a:pt x="4231" y="1366"/>
                </a:lnTo>
                <a:lnTo>
                  <a:pt x="4231" y="1367"/>
                </a:lnTo>
                <a:lnTo>
                  <a:pt x="4230" y="1367"/>
                </a:lnTo>
                <a:lnTo>
                  <a:pt x="4229" y="1367"/>
                </a:lnTo>
                <a:lnTo>
                  <a:pt x="4228" y="1367"/>
                </a:lnTo>
                <a:lnTo>
                  <a:pt x="4227" y="1367"/>
                </a:lnTo>
                <a:lnTo>
                  <a:pt x="4226" y="1367"/>
                </a:lnTo>
                <a:lnTo>
                  <a:pt x="4225" y="1367"/>
                </a:lnTo>
                <a:lnTo>
                  <a:pt x="4224" y="1367"/>
                </a:lnTo>
                <a:lnTo>
                  <a:pt x="4223" y="1368"/>
                </a:lnTo>
                <a:lnTo>
                  <a:pt x="4222" y="1368"/>
                </a:lnTo>
                <a:lnTo>
                  <a:pt x="4221" y="1368"/>
                </a:lnTo>
                <a:lnTo>
                  <a:pt x="4220" y="1368"/>
                </a:lnTo>
                <a:lnTo>
                  <a:pt x="4219" y="1368"/>
                </a:lnTo>
                <a:lnTo>
                  <a:pt x="4218" y="1368"/>
                </a:lnTo>
                <a:lnTo>
                  <a:pt x="4218" y="1369"/>
                </a:lnTo>
                <a:lnTo>
                  <a:pt x="4217" y="1369"/>
                </a:lnTo>
                <a:lnTo>
                  <a:pt x="4218" y="1370"/>
                </a:lnTo>
                <a:lnTo>
                  <a:pt x="4217" y="1370"/>
                </a:lnTo>
                <a:lnTo>
                  <a:pt x="4216" y="1371"/>
                </a:lnTo>
                <a:lnTo>
                  <a:pt x="4215" y="1371"/>
                </a:lnTo>
                <a:lnTo>
                  <a:pt x="4215" y="1372"/>
                </a:lnTo>
                <a:lnTo>
                  <a:pt x="4214" y="1372"/>
                </a:lnTo>
                <a:lnTo>
                  <a:pt x="4213" y="1372"/>
                </a:lnTo>
                <a:lnTo>
                  <a:pt x="4212" y="1372"/>
                </a:lnTo>
                <a:lnTo>
                  <a:pt x="4211" y="1373"/>
                </a:lnTo>
                <a:lnTo>
                  <a:pt x="4210" y="1373"/>
                </a:lnTo>
                <a:lnTo>
                  <a:pt x="4210" y="1374"/>
                </a:lnTo>
                <a:lnTo>
                  <a:pt x="4209" y="1374"/>
                </a:lnTo>
                <a:lnTo>
                  <a:pt x="4208" y="1374"/>
                </a:lnTo>
                <a:lnTo>
                  <a:pt x="4208" y="1375"/>
                </a:lnTo>
                <a:lnTo>
                  <a:pt x="4207" y="1375"/>
                </a:lnTo>
                <a:lnTo>
                  <a:pt x="4206" y="1375"/>
                </a:lnTo>
                <a:lnTo>
                  <a:pt x="4205" y="1375"/>
                </a:lnTo>
                <a:lnTo>
                  <a:pt x="4204" y="1376"/>
                </a:lnTo>
                <a:lnTo>
                  <a:pt x="4203" y="1376"/>
                </a:lnTo>
                <a:lnTo>
                  <a:pt x="4201" y="1377"/>
                </a:lnTo>
                <a:lnTo>
                  <a:pt x="4198" y="1378"/>
                </a:lnTo>
                <a:lnTo>
                  <a:pt x="4196" y="1378"/>
                </a:lnTo>
                <a:lnTo>
                  <a:pt x="4194" y="1379"/>
                </a:lnTo>
                <a:lnTo>
                  <a:pt x="4193" y="1379"/>
                </a:lnTo>
                <a:lnTo>
                  <a:pt x="4193" y="1380"/>
                </a:lnTo>
                <a:lnTo>
                  <a:pt x="4192" y="1380"/>
                </a:lnTo>
                <a:lnTo>
                  <a:pt x="4191" y="1380"/>
                </a:lnTo>
                <a:lnTo>
                  <a:pt x="4190" y="1380"/>
                </a:lnTo>
                <a:lnTo>
                  <a:pt x="4188" y="1381"/>
                </a:lnTo>
                <a:lnTo>
                  <a:pt x="4187" y="1381"/>
                </a:lnTo>
                <a:lnTo>
                  <a:pt x="4186" y="1382"/>
                </a:lnTo>
                <a:lnTo>
                  <a:pt x="4185" y="1382"/>
                </a:lnTo>
                <a:lnTo>
                  <a:pt x="4184" y="1383"/>
                </a:lnTo>
                <a:lnTo>
                  <a:pt x="4183" y="1383"/>
                </a:lnTo>
                <a:lnTo>
                  <a:pt x="4183" y="1384"/>
                </a:lnTo>
                <a:lnTo>
                  <a:pt x="4182" y="1385"/>
                </a:lnTo>
                <a:lnTo>
                  <a:pt x="4182" y="1386"/>
                </a:lnTo>
                <a:lnTo>
                  <a:pt x="4183" y="1387"/>
                </a:lnTo>
                <a:lnTo>
                  <a:pt x="4181" y="1388"/>
                </a:lnTo>
                <a:lnTo>
                  <a:pt x="4180" y="1388"/>
                </a:lnTo>
                <a:lnTo>
                  <a:pt x="4179" y="1388"/>
                </a:lnTo>
                <a:lnTo>
                  <a:pt x="4178" y="1388"/>
                </a:lnTo>
                <a:lnTo>
                  <a:pt x="4177" y="1388"/>
                </a:lnTo>
                <a:lnTo>
                  <a:pt x="4176" y="1389"/>
                </a:lnTo>
                <a:lnTo>
                  <a:pt x="4174" y="1389"/>
                </a:lnTo>
                <a:lnTo>
                  <a:pt x="4173" y="1389"/>
                </a:lnTo>
                <a:lnTo>
                  <a:pt x="4173" y="1390"/>
                </a:lnTo>
                <a:lnTo>
                  <a:pt x="4172" y="1390"/>
                </a:lnTo>
                <a:lnTo>
                  <a:pt x="4172" y="1391"/>
                </a:lnTo>
                <a:lnTo>
                  <a:pt x="4171" y="1392"/>
                </a:lnTo>
                <a:lnTo>
                  <a:pt x="4170" y="1392"/>
                </a:lnTo>
                <a:lnTo>
                  <a:pt x="4169" y="1392"/>
                </a:lnTo>
                <a:lnTo>
                  <a:pt x="4168" y="1392"/>
                </a:lnTo>
                <a:lnTo>
                  <a:pt x="4167" y="1393"/>
                </a:lnTo>
                <a:lnTo>
                  <a:pt x="4166" y="1393"/>
                </a:lnTo>
                <a:lnTo>
                  <a:pt x="4164" y="1393"/>
                </a:lnTo>
                <a:lnTo>
                  <a:pt x="4164" y="1394"/>
                </a:lnTo>
                <a:lnTo>
                  <a:pt x="4163" y="1394"/>
                </a:lnTo>
                <a:lnTo>
                  <a:pt x="4162" y="1394"/>
                </a:lnTo>
                <a:lnTo>
                  <a:pt x="4162" y="1395"/>
                </a:lnTo>
                <a:lnTo>
                  <a:pt x="4161" y="1395"/>
                </a:lnTo>
                <a:lnTo>
                  <a:pt x="4161" y="1394"/>
                </a:lnTo>
                <a:lnTo>
                  <a:pt x="4160" y="1394"/>
                </a:lnTo>
                <a:lnTo>
                  <a:pt x="4159" y="1394"/>
                </a:lnTo>
                <a:lnTo>
                  <a:pt x="4159" y="1395"/>
                </a:lnTo>
                <a:lnTo>
                  <a:pt x="4158" y="1395"/>
                </a:lnTo>
                <a:lnTo>
                  <a:pt x="4157" y="1395"/>
                </a:lnTo>
                <a:lnTo>
                  <a:pt x="4157" y="1396"/>
                </a:lnTo>
                <a:lnTo>
                  <a:pt x="4156" y="1396"/>
                </a:lnTo>
                <a:lnTo>
                  <a:pt x="4156" y="1397"/>
                </a:lnTo>
                <a:lnTo>
                  <a:pt x="4155" y="1397"/>
                </a:lnTo>
                <a:lnTo>
                  <a:pt x="4154" y="1397"/>
                </a:lnTo>
                <a:lnTo>
                  <a:pt x="4154" y="1396"/>
                </a:lnTo>
                <a:lnTo>
                  <a:pt x="4153" y="1397"/>
                </a:lnTo>
                <a:lnTo>
                  <a:pt x="4153" y="1398"/>
                </a:lnTo>
                <a:lnTo>
                  <a:pt x="4152" y="1398"/>
                </a:lnTo>
                <a:lnTo>
                  <a:pt x="4152" y="1397"/>
                </a:lnTo>
                <a:lnTo>
                  <a:pt x="4151" y="1397"/>
                </a:lnTo>
                <a:lnTo>
                  <a:pt x="4150" y="1397"/>
                </a:lnTo>
                <a:lnTo>
                  <a:pt x="4149" y="1398"/>
                </a:lnTo>
                <a:lnTo>
                  <a:pt x="4148" y="1399"/>
                </a:lnTo>
                <a:lnTo>
                  <a:pt x="4148" y="1400"/>
                </a:lnTo>
                <a:lnTo>
                  <a:pt x="4147" y="1401"/>
                </a:lnTo>
                <a:lnTo>
                  <a:pt x="4147" y="1403"/>
                </a:lnTo>
                <a:lnTo>
                  <a:pt x="4146" y="1404"/>
                </a:lnTo>
                <a:lnTo>
                  <a:pt x="4147" y="1404"/>
                </a:lnTo>
                <a:lnTo>
                  <a:pt x="4147" y="1405"/>
                </a:lnTo>
                <a:lnTo>
                  <a:pt x="4148" y="1405"/>
                </a:lnTo>
                <a:lnTo>
                  <a:pt x="4148" y="1406"/>
                </a:lnTo>
                <a:lnTo>
                  <a:pt x="4148" y="1407"/>
                </a:lnTo>
                <a:lnTo>
                  <a:pt x="4147" y="1407"/>
                </a:lnTo>
                <a:lnTo>
                  <a:pt x="4147" y="1406"/>
                </a:lnTo>
                <a:lnTo>
                  <a:pt x="4146" y="1406"/>
                </a:lnTo>
                <a:lnTo>
                  <a:pt x="4145" y="1406"/>
                </a:lnTo>
                <a:lnTo>
                  <a:pt x="4144" y="1407"/>
                </a:lnTo>
                <a:lnTo>
                  <a:pt x="4143" y="1407"/>
                </a:lnTo>
                <a:lnTo>
                  <a:pt x="4141" y="1407"/>
                </a:lnTo>
                <a:lnTo>
                  <a:pt x="4140" y="1408"/>
                </a:lnTo>
                <a:lnTo>
                  <a:pt x="4139" y="1408"/>
                </a:lnTo>
                <a:lnTo>
                  <a:pt x="4138" y="1409"/>
                </a:lnTo>
                <a:lnTo>
                  <a:pt x="4138" y="1410"/>
                </a:lnTo>
                <a:lnTo>
                  <a:pt x="4137" y="1410"/>
                </a:lnTo>
                <a:lnTo>
                  <a:pt x="4137" y="1411"/>
                </a:lnTo>
                <a:lnTo>
                  <a:pt x="4136" y="1411"/>
                </a:lnTo>
                <a:lnTo>
                  <a:pt x="4135" y="1412"/>
                </a:lnTo>
                <a:lnTo>
                  <a:pt x="4134" y="1412"/>
                </a:lnTo>
                <a:lnTo>
                  <a:pt x="4133" y="1413"/>
                </a:lnTo>
                <a:lnTo>
                  <a:pt x="4133" y="1414"/>
                </a:lnTo>
                <a:lnTo>
                  <a:pt x="4132" y="1414"/>
                </a:lnTo>
                <a:lnTo>
                  <a:pt x="4132" y="1415"/>
                </a:lnTo>
                <a:lnTo>
                  <a:pt x="4132" y="1416"/>
                </a:lnTo>
                <a:lnTo>
                  <a:pt x="4131" y="1416"/>
                </a:lnTo>
                <a:lnTo>
                  <a:pt x="4131" y="1417"/>
                </a:lnTo>
                <a:lnTo>
                  <a:pt x="4130" y="1418"/>
                </a:lnTo>
                <a:lnTo>
                  <a:pt x="4130" y="1419"/>
                </a:lnTo>
                <a:lnTo>
                  <a:pt x="4130" y="1420"/>
                </a:lnTo>
                <a:lnTo>
                  <a:pt x="4129" y="1421"/>
                </a:lnTo>
                <a:lnTo>
                  <a:pt x="4129" y="1422"/>
                </a:lnTo>
                <a:lnTo>
                  <a:pt x="4129" y="1423"/>
                </a:lnTo>
                <a:lnTo>
                  <a:pt x="4128" y="1424"/>
                </a:lnTo>
                <a:lnTo>
                  <a:pt x="4128" y="1425"/>
                </a:lnTo>
                <a:lnTo>
                  <a:pt x="4128" y="1426"/>
                </a:lnTo>
                <a:lnTo>
                  <a:pt x="4127" y="1428"/>
                </a:lnTo>
                <a:lnTo>
                  <a:pt x="4126" y="1429"/>
                </a:lnTo>
                <a:lnTo>
                  <a:pt x="4126" y="1431"/>
                </a:lnTo>
                <a:lnTo>
                  <a:pt x="4126" y="1432"/>
                </a:lnTo>
                <a:lnTo>
                  <a:pt x="4125" y="1432"/>
                </a:lnTo>
                <a:lnTo>
                  <a:pt x="4124" y="1434"/>
                </a:lnTo>
                <a:lnTo>
                  <a:pt x="4124" y="1435"/>
                </a:lnTo>
                <a:lnTo>
                  <a:pt x="4124" y="1436"/>
                </a:lnTo>
                <a:lnTo>
                  <a:pt x="4123" y="1437"/>
                </a:lnTo>
                <a:lnTo>
                  <a:pt x="4123" y="1440"/>
                </a:lnTo>
                <a:lnTo>
                  <a:pt x="4124" y="1440"/>
                </a:lnTo>
                <a:lnTo>
                  <a:pt x="4124" y="1439"/>
                </a:lnTo>
                <a:lnTo>
                  <a:pt x="4124" y="1440"/>
                </a:lnTo>
                <a:lnTo>
                  <a:pt x="4125" y="1440"/>
                </a:lnTo>
                <a:lnTo>
                  <a:pt x="4126" y="1441"/>
                </a:lnTo>
                <a:lnTo>
                  <a:pt x="4127" y="1442"/>
                </a:lnTo>
                <a:lnTo>
                  <a:pt x="4127" y="1443"/>
                </a:lnTo>
                <a:lnTo>
                  <a:pt x="4128" y="1445"/>
                </a:lnTo>
                <a:lnTo>
                  <a:pt x="4127" y="1446"/>
                </a:lnTo>
                <a:lnTo>
                  <a:pt x="4126" y="1446"/>
                </a:lnTo>
                <a:lnTo>
                  <a:pt x="4127" y="1446"/>
                </a:lnTo>
                <a:lnTo>
                  <a:pt x="4128" y="1446"/>
                </a:lnTo>
                <a:lnTo>
                  <a:pt x="4127" y="1448"/>
                </a:lnTo>
                <a:lnTo>
                  <a:pt x="4126" y="1448"/>
                </a:lnTo>
                <a:lnTo>
                  <a:pt x="4126" y="1449"/>
                </a:lnTo>
                <a:lnTo>
                  <a:pt x="4126" y="1450"/>
                </a:lnTo>
                <a:lnTo>
                  <a:pt x="4125" y="1450"/>
                </a:lnTo>
                <a:lnTo>
                  <a:pt x="4124" y="1451"/>
                </a:lnTo>
                <a:lnTo>
                  <a:pt x="4125" y="1451"/>
                </a:lnTo>
                <a:lnTo>
                  <a:pt x="4124" y="1451"/>
                </a:lnTo>
                <a:lnTo>
                  <a:pt x="4123" y="1452"/>
                </a:lnTo>
                <a:lnTo>
                  <a:pt x="4123" y="1453"/>
                </a:lnTo>
                <a:lnTo>
                  <a:pt x="4122" y="1453"/>
                </a:lnTo>
                <a:lnTo>
                  <a:pt x="4121" y="1453"/>
                </a:lnTo>
                <a:lnTo>
                  <a:pt x="4120" y="1453"/>
                </a:lnTo>
                <a:lnTo>
                  <a:pt x="4119" y="1454"/>
                </a:lnTo>
                <a:lnTo>
                  <a:pt x="4119" y="1453"/>
                </a:lnTo>
                <a:lnTo>
                  <a:pt x="4118" y="1452"/>
                </a:lnTo>
                <a:lnTo>
                  <a:pt x="4117" y="1452"/>
                </a:lnTo>
                <a:lnTo>
                  <a:pt x="4117" y="1453"/>
                </a:lnTo>
                <a:lnTo>
                  <a:pt x="4116" y="1453"/>
                </a:lnTo>
                <a:lnTo>
                  <a:pt x="4116" y="1454"/>
                </a:lnTo>
                <a:lnTo>
                  <a:pt x="4115" y="1455"/>
                </a:lnTo>
                <a:lnTo>
                  <a:pt x="4115" y="1456"/>
                </a:lnTo>
                <a:lnTo>
                  <a:pt x="4114" y="1456"/>
                </a:lnTo>
                <a:lnTo>
                  <a:pt x="4113" y="1458"/>
                </a:lnTo>
                <a:lnTo>
                  <a:pt x="4112" y="1458"/>
                </a:lnTo>
                <a:lnTo>
                  <a:pt x="4112" y="1459"/>
                </a:lnTo>
                <a:lnTo>
                  <a:pt x="4112" y="1460"/>
                </a:lnTo>
                <a:lnTo>
                  <a:pt x="4111" y="1461"/>
                </a:lnTo>
                <a:lnTo>
                  <a:pt x="4111" y="1460"/>
                </a:lnTo>
                <a:lnTo>
                  <a:pt x="4110" y="1462"/>
                </a:lnTo>
                <a:lnTo>
                  <a:pt x="4109" y="1462"/>
                </a:lnTo>
                <a:lnTo>
                  <a:pt x="4109" y="1463"/>
                </a:lnTo>
                <a:lnTo>
                  <a:pt x="4108" y="1463"/>
                </a:lnTo>
                <a:lnTo>
                  <a:pt x="4108" y="1464"/>
                </a:lnTo>
                <a:lnTo>
                  <a:pt x="4109" y="1465"/>
                </a:lnTo>
                <a:lnTo>
                  <a:pt x="4109" y="1466"/>
                </a:lnTo>
                <a:lnTo>
                  <a:pt x="4107" y="1467"/>
                </a:lnTo>
                <a:lnTo>
                  <a:pt x="4106" y="1467"/>
                </a:lnTo>
                <a:lnTo>
                  <a:pt x="4105" y="1468"/>
                </a:lnTo>
                <a:lnTo>
                  <a:pt x="4103" y="1469"/>
                </a:lnTo>
                <a:lnTo>
                  <a:pt x="4103" y="1471"/>
                </a:lnTo>
                <a:lnTo>
                  <a:pt x="4104" y="1471"/>
                </a:lnTo>
                <a:lnTo>
                  <a:pt x="4103" y="1471"/>
                </a:lnTo>
                <a:lnTo>
                  <a:pt x="4102" y="1471"/>
                </a:lnTo>
                <a:lnTo>
                  <a:pt x="4100" y="1472"/>
                </a:lnTo>
                <a:lnTo>
                  <a:pt x="4099" y="1472"/>
                </a:lnTo>
                <a:lnTo>
                  <a:pt x="4099" y="1471"/>
                </a:lnTo>
                <a:lnTo>
                  <a:pt x="4098" y="1471"/>
                </a:lnTo>
                <a:lnTo>
                  <a:pt x="4099" y="1472"/>
                </a:lnTo>
                <a:lnTo>
                  <a:pt x="4098" y="1472"/>
                </a:lnTo>
                <a:lnTo>
                  <a:pt x="4097" y="1473"/>
                </a:lnTo>
                <a:lnTo>
                  <a:pt x="4096" y="1474"/>
                </a:lnTo>
                <a:lnTo>
                  <a:pt x="4095" y="1475"/>
                </a:lnTo>
                <a:lnTo>
                  <a:pt x="4094" y="1476"/>
                </a:lnTo>
                <a:lnTo>
                  <a:pt x="4093" y="1477"/>
                </a:lnTo>
                <a:lnTo>
                  <a:pt x="4092" y="1477"/>
                </a:lnTo>
                <a:lnTo>
                  <a:pt x="4091" y="1477"/>
                </a:lnTo>
                <a:lnTo>
                  <a:pt x="4090" y="1478"/>
                </a:lnTo>
                <a:lnTo>
                  <a:pt x="4090" y="1477"/>
                </a:lnTo>
                <a:lnTo>
                  <a:pt x="4090" y="1476"/>
                </a:lnTo>
                <a:lnTo>
                  <a:pt x="4091" y="1475"/>
                </a:lnTo>
                <a:lnTo>
                  <a:pt x="4092" y="1474"/>
                </a:lnTo>
                <a:lnTo>
                  <a:pt x="4093" y="1473"/>
                </a:lnTo>
                <a:lnTo>
                  <a:pt x="4094" y="1473"/>
                </a:lnTo>
                <a:lnTo>
                  <a:pt x="4095" y="1473"/>
                </a:lnTo>
                <a:lnTo>
                  <a:pt x="4096" y="1472"/>
                </a:lnTo>
                <a:lnTo>
                  <a:pt x="4097" y="1471"/>
                </a:lnTo>
                <a:lnTo>
                  <a:pt x="4098" y="1471"/>
                </a:lnTo>
                <a:lnTo>
                  <a:pt x="4099" y="1471"/>
                </a:lnTo>
                <a:lnTo>
                  <a:pt x="4099" y="1470"/>
                </a:lnTo>
                <a:lnTo>
                  <a:pt x="4097" y="1471"/>
                </a:lnTo>
                <a:lnTo>
                  <a:pt x="4096" y="1471"/>
                </a:lnTo>
                <a:lnTo>
                  <a:pt x="4095" y="1471"/>
                </a:lnTo>
                <a:lnTo>
                  <a:pt x="4094" y="1471"/>
                </a:lnTo>
                <a:lnTo>
                  <a:pt x="4092" y="1472"/>
                </a:lnTo>
                <a:lnTo>
                  <a:pt x="4092" y="1473"/>
                </a:lnTo>
                <a:lnTo>
                  <a:pt x="4091" y="1473"/>
                </a:lnTo>
                <a:lnTo>
                  <a:pt x="4090" y="1473"/>
                </a:lnTo>
                <a:lnTo>
                  <a:pt x="4089" y="1474"/>
                </a:lnTo>
                <a:lnTo>
                  <a:pt x="4088" y="1474"/>
                </a:lnTo>
                <a:lnTo>
                  <a:pt x="4088" y="1473"/>
                </a:lnTo>
                <a:lnTo>
                  <a:pt x="4087" y="1472"/>
                </a:lnTo>
                <a:lnTo>
                  <a:pt x="4088" y="1472"/>
                </a:lnTo>
                <a:lnTo>
                  <a:pt x="4088" y="1471"/>
                </a:lnTo>
                <a:lnTo>
                  <a:pt x="4087" y="1471"/>
                </a:lnTo>
                <a:lnTo>
                  <a:pt x="4087" y="1470"/>
                </a:lnTo>
                <a:lnTo>
                  <a:pt x="4087" y="1469"/>
                </a:lnTo>
                <a:lnTo>
                  <a:pt x="4087" y="1468"/>
                </a:lnTo>
                <a:lnTo>
                  <a:pt x="4087" y="1470"/>
                </a:lnTo>
                <a:lnTo>
                  <a:pt x="4087" y="1471"/>
                </a:lnTo>
                <a:lnTo>
                  <a:pt x="4088" y="1471"/>
                </a:lnTo>
                <a:lnTo>
                  <a:pt x="4087" y="1471"/>
                </a:lnTo>
                <a:lnTo>
                  <a:pt x="4087" y="1472"/>
                </a:lnTo>
                <a:lnTo>
                  <a:pt x="4087" y="1473"/>
                </a:lnTo>
                <a:lnTo>
                  <a:pt x="4086" y="1473"/>
                </a:lnTo>
                <a:lnTo>
                  <a:pt x="4086" y="1474"/>
                </a:lnTo>
                <a:lnTo>
                  <a:pt x="4085" y="1474"/>
                </a:lnTo>
                <a:lnTo>
                  <a:pt x="4084" y="1474"/>
                </a:lnTo>
                <a:lnTo>
                  <a:pt x="4083" y="1475"/>
                </a:lnTo>
                <a:lnTo>
                  <a:pt x="4082" y="1475"/>
                </a:lnTo>
                <a:lnTo>
                  <a:pt x="4082" y="1476"/>
                </a:lnTo>
                <a:lnTo>
                  <a:pt x="4081" y="1476"/>
                </a:lnTo>
                <a:lnTo>
                  <a:pt x="4080" y="1476"/>
                </a:lnTo>
                <a:lnTo>
                  <a:pt x="4078" y="1476"/>
                </a:lnTo>
                <a:lnTo>
                  <a:pt x="4078" y="1475"/>
                </a:lnTo>
                <a:lnTo>
                  <a:pt x="4075" y="1475"/>
                </a:lnTo>
                <a:lnTo>
                  <a:pt x="4074" y="1475"/>
                </a:lnTo>
                <a:lnTo>
                  <a:pt x="4073" y="1475"/>
                </a:lnTo>
                <a:lnTo>
                  <a:pt x="4072" y="1475"/>
                </a:lnTo>
                <a:lnTo>
                  <a:pt x="4071" y="1474"/>
                </a:lnTo>
                <a:lnTo>
                  <a:pt x="4070" y="1474"/>
                </a:lnTo>
                <a:lnTo>
                  <a:pt x="4069" y="1474"/>
                </a:lnTo>
                <a:lnTo>
                  <a:pt x="4067" y="1473"/>
                </a:lnTo>
                <a:lnTo>
                  <a:pt x="4066" y="1473"/>
                </a:lnTo>
                <a:lnTo>
                  <a:pt x="4065" y="1474"/>
                </a:lnTo>
                <a:lnTo>
                  <a:pt x="4066" y="1474"/>
                </a:lnTo>
                <a:lnTo>
                  <a:pt x="4066" y="1473"/>
                </a:lnTo>
                <a:lnTo>
                  <a:pt x="4066" y="1474"/>
                </a:lnTo>
                <a:lnTo>
                  <a:pt x="4065" y="1474"/>
                </a:lnTo>
                <a:lnTo>
                  <a:pt x="4064" y="1474"/>
                </a:lnTo>
                <a:lnTo>
                  <a:pt x="4064" y="1475"/>
                </a:lnTo>
                <a:lnTo>
                  <a:pt x="4063" y="1475"/>
                </a:lnTo>
                <a:lnTo>
                  <a:pt x="4062" y="1475"/>
                </a:lnTo>
                <a:lnTo>
                  <a:pt x="4061" y="1475"/>
                </a:lnTo>
                <a:lnTo>
                  <a:pt x="4060" y="1474"/>
                </a:lnTo>
                <a:lnTo>
                  <a:pt x="4059" y="1474"/>
                </a:lnTo>
                <a:lnTo>
                  <a:pt x="4059" y="1475"/>
                </a:lnTo>
                <a:lnTo>
                  <a:pt x="4058" y="1474"/>
                </a:lnTo>
                <a:lnTo>
                  <a:pt x="4058" y="1475"/>
                </a:lnTo>
                <a:lnTo>
                  <a:pt x="4059" y="1475"/>
                </a:lnTo>
                <a:lnTo>
                  <a:pt x="4059" y="1476"/>
                </a:lnTo>
                <a:lnTo>
                  <a:pt x="4060" y="1476"/>
                </a:lnTo>
                <a:lnTo>
                  <a:pt x="4062" y="1478"/>
                </a:lnTo>
                <a:lnTo>
                  <a:pt x="4061" y="1479"/>
                </a:lnTo>
                <a:lnTo>
                  <a:pt x="4060" y="1479"/>
                </a:lnTo>
                <a:lnTo>
                  <a:pt x="4058" y="1478"/>
                </a:lnTo>
                <a:lnTo>
                  <a:pt x="4058" y="1479"/>
                </a:lnTo>
                <a:lnTo>
                  <a:pt x="4059" y="1479"/>
                </a:lnTo>
                <a:lnTo>
                  <a:pt x="4059" y="1480"/>
                </a:lnTo>
                <a:lnTo>
                  <a:pt x="4059" y="1481"/>
                </a:lnTo>
                <a:lnTo>
                  <a:pt x="4055" y="1479"/>
                </a:lnTo>
                <a:lnTo>
                  <a:pt x="4055" y="1480"/>
                </a:lnTo>
                <a:lnTo>
                  <a:pt x="4056" y="1481"/>
                </a:lnTo>
                <a:lnTo>
                  <a:pt x="4056" y="1482"/>
                </a:lnTo>
                <a:lnTo>
                  <a:pt x="4055" y="1482"/>
                </a:lnTo>
                <a:lnTo>
                  <a:pt x="4055" y="1481"/>
                </a:lnTo>
                <a:lnTo>
                  <a:pt x="4054" y="1481"/>
                </a:lnTo>
                <a:lnTo>
                  <a:pt x="4053" y="1481"/>
                </a:lnTo>
                <a:lnTo>
                  <a:pt x="4052" y="1481"/>
                </a:lnTo>
                <a:lnTo>
                  <a:pt x="4053" y="1482"/>
                </a:lnTo>
                <a:lnTo>
                  <a:pt x="4053" y="1484"/>
                </a:lnTo>
                <a:lnTo>
                  <a:pt x="4054" y="1485"/>
                </a:lnTo>
                <a:lnTo>
                  <a:pt x="4057" y="1485"/>
                </a:lnTo>
                <a:lnTo>
                  <a:pt x="4058" y="1486"/>
                </a:lnTo>
                <a:lnTo>
                  <a:pt x="4058" y="1487"/>
                </a:lnTo>
                <a:lnTo>
                  <a:pt x="4059" y="1488"/>
                </a:lnTo>
                <a:lnTo>
                  <a:pt x="4060" y="1489"/>
                </a:lnTo>
                <a:lnTo>
                  <a:pt x="4060" y="1490"/>
                </a:lnTo>
                <a:lnTo>
                  <a:pt x="4061" y="1490"/>
                </a:lnTo>
                <a:lnTo>
                  <a:pt x="4061" y="1491"/>
                </a:lnTo>
                <a:lnTo>
                  <a:pt x="4061" y="1490"/>
                </a:lnTo>
                <a:lnTo>
                  <a:pt x="4062" y="1490"/>
                </a:lnTo>
                <a:lnTo>
                  <a:pt x="4063" y="1488"/>
                </a:lnTo>
                <a:lnTo>
                  <a:pt x="4065" y="1486"/>
                </a:lnTo>
                <a:lnTo>
                  <a:pt x="4066" y="1486"/>
                </a:lnTo>
                <a:lnTo>
                  <a:pt x="4066" y="1485"/>
                </a:lnTo>
                <a:lnTo>
                  <a:pt x="4067" y="1485"/>
                </a:lnTo>
                <a:lnTo>
                  <a:pt x="4066" y="1484"/>
                </a:lnTo>
                <a:lnTo>
                  <a:pt x="4066" y="1483"/>
                </a:lnTo>
                <a:lnTo>
                  <a:pt x="4067" y="1482"/>
                </a:lnTo>
                <a:lnTo>
                  <a:pt x="4068" y="1483"/>
                </a:lnTo>
                <a:lnTo>
                  <a:pt x="4068" y="1484"/>
                </a:lnTo>
                <a:lnTo>
                  <a:pt x="4068" y="1485"/>
                </a:lnTo>
                <a:lnTo>
                  <a:pt x="4067" y="1488"/>
                </a:lnTo>
                <a:lnTo>
                  <a:pt x="4065" y="1490"/>
                </a:lnTo>
                <a:lnTo>
                  <a:pt x="4064" y="1492"/>
                </a:lnTo>
                <a:lnTo>
                  <a:pt x="4063" y="1493"/>
                </a:lnTo>
                <a:lnTo>
                  <a:pt x="4061" y="1494"/>
                </a:lnTo>
                <a:lnTo>
                  <a:pt x="4060" y="1496"/>
                </a:lnTo>
                <a:lnTo>
                  <a:pt x="4056" y="1498"/>
                </a:lnTo>
                <a:lnTo>
                  <a:pt x="4055" y="1498"/>
                </a:lnTo>
                <a:lnTo>
                  <a:pt x="4053" y="1496"/>
                </a:lnTo>
                <a:lnTo>
                  <a:pt x="4054" y="1496"/>
                </a:lnTo>
                <a:lnTo>
                  <a:pt x="4054" y="1495"/>
                </a:lnTo>
                <a:lnTo>
                  <a:pt x="4052" y="1493"/>
                </a:lnTo>
                <a:lnTo>
                  <a:pt x="4052" y="1489"/>
                </a:lnTo>
                <a:lnTo>
                  <a:pt x="4052" y="1488"/>
                </a:lnTo>
                <a:lnTo>
                  <a:pt x="4052" y="1487"/>
                </a:lnTo>
                <a:lnTo>
                  <a:pt x="4051" y="1488"/>
                </a:lnTo>
                <a:lnTo>
                  <a:pt x="4051" y="1489"/>
                </a:lnTo>
                <a:lnTo>
                  <a:pt x="4051" y="1495"/>
                </a:lnTo>
                <a:lnTo>
                  <a:pt x="4050" y="1495"/>
                </a:lnTo>
                <a:lnTo>
                  <a:pt x="4050" y="1494"/>
                </a:lnTo>
                <a:lnTo>
                  <a:pt x="4049" y="1494"/>
                </a:lnTo>
                <a:lnTo>
                  <a:pt x="4048" y="1494"/>
                </a:lnTo>
                <a:lnTo>
                  <a:pt x="4048" y="1489"/>
                </a:lnTo>
                <a:lnTo>
                  <a:pt x="4049" y="1488"/>
                </a:lnTo>
                <a:lnTo>
                  <a:pt x="4049" y="1487"/>
                </a:lnTo>
                <a:lnTo>
                  <a:pt x="4050" y="1487"/>
                </a:lnTo>
                <a:lnTo>
                  <a:pt x="4050" y="1486"/>
                </a:lnTo>
                <a:lnTo>
                  <a:pt x="4051" y="1486"/>
                </a:lnTo>
                <a:lnTo>
                  <a:pt x="4052" y="1486"/>
                </a:lnTo>
                <a:lnTo>
                  <a:pt x="4052" y="1485"/>
                </a:lnTo>
                <a:lnTo>
                  <a:pt x="4053" y="1485"/>
                </a:lnTo>
                <a:lnTo>
                  <a:pt x="4053" y="1484"/>
                </a:lnTo>
                <a:lnTo>
                  <a:pt x="4052" y="1484"/>
                </a:lnTo>
                <a:lnTo>
                  <a:pt x="4052" y="1485"/>
                </a:lnTo>
                <a:lnTo>
                  <a:pt x="4049" y="1486"/>
                </a:lnTo>
                <a:lnTo>
                  <a:pt x="4048" y="1487"/>
                </a:lnTo>
                <a:lnTo>
                  <a:pt x="4047" y="1487"/>
                </a:lnTo>
                <a:lnTo>
                  <a:pt x="4046" y="1489"/>
                </a:lnTo>
                <a:lnTo>
                  <a:pt x="4046" y="1493"/>
                </a:lnTo>
                <a:lnTo>
                  <a:pt x="4044" y="1492"/>
                </a:lnTo>
                <a:lnTo>
                  <a:pt x="4044" y="1491"/>
                </a:lnTo>
                <a:lnTo>
                  <a:pt x="4044" y="1487"/>
                </a:lnTo>
                <a:lnTo>
                  <a:pt x="4043" y="1486"/>
                </a:lnTo>
                <a:lnTo>
                  <a:pt x="4043" y="1487"/>
                </a:lnTo>
                <a:lnTo>
                  <a:pt x="4042" y="1487"/>
                </a:lnTo>
                <a:lnTo>
                  <a:pt x="4041" y="1487"/>
                </a:lnTo>
                <a:lnTo>
                  <a:pt x="4040" y="1487"/>
                </a:lnTo>
                <a:lnTo>
                  <a:pt x="4039" y="1487"/>
                </a:lnTo>
                <a:lnTo>
                  <a:pt x="4038" y="1486"/>
                </a:lnTo>
                <a:lnTo>
                  <a:pt x="4038" y="1485"/>
                </a:lnTo>
                <a:lnTo>
                  <a:pt x="4037" y="1485"/>
                </a:lnTo>
                <a:lnTo>
                  <a:pt x="4037" y="1486"/>
                </a:lnTo>
                <a:lnTo>
                  <a:pt x="4036" y="1486"/>
                </a:lnTo>
                <a:lnTo>
                  <a:pt x="4035" y="1485"/>
                </a:lnTo>
                <a:lnTo>
                  <a:pt x="4034" y="1486"/>
                </a:lnTo>
                <a:lnTo>
                  <a:pt x="4033" y="1486"/>
                </a:lnTo>
                <a:lnTo>
                  <a:pt x="4032" y="1485"/>
                </a:lnTo>
                <a:lnTo>
                  <a:pt x="4031" y="1484"/>
                </a:lnTo>
                <a:lnTo>
                  <a:pt x="4029" y="1483"/>
                </a:lnTo>
                <a:lnTo>
                  <a:pt x="4028" y="1481"/>
                </a:lnTo>
                <a:lnTo>
                  <a:pt x="4027" y="1480"/>
                </a:lnTo>
                <a:lnTo>
                  <a:pt x="4027" y="1479"/>
                </a:lnTo>
                <a:lnTo>
                  <a:pt x="4026" y="1477"/>
                </a:lnTo>
                <a:lnTo>
                  <a:pt x="4025" y="1476"/>
                </a:lnTo>
                <a:lnTo>
                  <a:pt x="4025" y="1475"/>
                </a:lnTo>
                <a:lnTo>
                  <a:pt x="4024" y="1474"/>
                </a:lnTo>
                <a:lnTo>
                  <a:pt x="4023" y="1473"/>
                </a:lnTo>
                <a:lnTo>
                  <a:pt x="4023" y="1472"/>
                </a:lnTo>
                <a:lnTo>
                  <a:pt x="4022" y="1472"/>
                </a:lnTo>
                <a:lnTo>
                  <a:pt x="4021" y="1471"/>
                </a:lnTo>
                <a:lnTo>
                  <a:pt x="4022" y="1471"/>
                </a:lnTo>
                <a:lnTo>
                  <a:pt x="4021" y="1470"/>
                </a:lnTo>
                <a:lnTo>
                  <a:pt x="4019" y="1470"/>
                </a:lnTo>
                <a:lnTo>
                  <a:pt x="4019" y="1469"/>
                </a:lnTo>
                <a:lnTo>
                  <a:pt x="4017" y="1468"/>
                </a:lnTo>
                <a:lnTo>
                  <a:pt x="4016" y="1467"/>
                </a:lnTo>
                <a:lnTo>
                  <a:pt x="4016" y="1468"/>
                </a:lnTo>
                <a:lnTo>
                  <a:pt x="4015" y="1468"/>
                </a:lnTo>
                <a:lnTo>
                  <a:pt x="4014" y="1468"/>
                </a:lnTo>
                <a:lnTo>
                  <a:pt x="4013" y="1467"/>
                </a:lnTo>
                <a:lnTo>
                  <a:pt x="4012" y="1467"/>
                </a:lnTo>
                <a:lnTo>
                  <a:pt x="4009" y="1467"/>
                </a:lnTo>
                <a:lnTo>
                  <a:pt x="4008" y="1467"/>
                </a:lnTo>
                <a:lnTo>
                  <a:pt x="4007" y="1467"/>
                </a:lnTo>
                <a:lnTo>
                  <a:pt x="4006" y="1468"/>
                </a:lnTo>
                <a:lnTo>
                  <a:pt x="4005" y="1468"/>
                </a:lnTo>
                <a:lnTo>
                  <a:pt x="4005" y="1469"/>
                </a:lnTo>
                <a:lnTo>
                  <a:pt x="4006" y="1471"/>
                </a:lnTo>
                <a:lnTo>
                  <a:pt x="4005" y="1471"/>
                </a:lnTo>
                <a:lnTo>
                  <a:pt x="4004" y="1472"/>
                </a:lnTo>
                <a:lnTo>
                  <a:pt x="4003" y="1468"/>
                </a:lnTo>
                <a:lnTo>
                  <a:pt x="4002" y="1469"/>
                </a:lnTo>
                <a:lnTo>
                  <a:pt x="3998" y="1470"/>
                </a:lnTo>
                <a:lnTo>
                  <a:pt x="3999" y="1472"/>
                </a:lnTo>
                <a:lnTo>
                  <a:pt x="3999" y="1473"/>
                </a:lnTo>
                <a:lnTo>
                  <a:pt x="3999" y="1472"/>
                </a:lnTo>
                <a:lnTo>
                  <a:pt x="3999" y="1471"/>
                </a:lnTo>
                <a:lnTo>
                  <a:pt x="3998" y="1471"/>
                </a:lnTo>
                <a:lnTo>
                  <a:pt x="3998" y="1472"/>
                </a:lnTo>
                <a:lnTo>
                  <a:pt x="3999" y="1472"/>
                </a:lnTo>
                <a:lnTo>
                  <a:pt x="3999" y="1473"/>
                </a:lnTo>
                <a:lnTo>
                  <a:pt x="3998" y="1472"/>
                </a:lnTo>
                <a:lnTo>
                  <a:pt x="3997" y="1471"/>
                </a:lnTo>
                <a:lnTo>
                  <a:pt x="3997" y="1472"/>
                </a:lnTo>
                <a:lnTo>
                  <a:pt x="3998" y="1473"/>
                </a:lnTo>
                <a:lnTo>
                  <a:pt x="3997" y="1472"/>
                </a:lnTo>
                <a:lnTo>
                  <a:pt x="3996" y="1471"/>
                </a:lnTo>
                <a:lnTo>
                  <a:pt x="3995" y="1472"/>
                </a:lnTo>
                <a:lnTo>
                  <a:pt x="3994" y="1472"/>
                </a:lnTo>
                <a:lnTo>
                  <a:pt x="3995" y="1472"/>
                </a:lnTo>
                <a:lnTo>
                  <a:pt x="3995" y="1473"/>
                </a:lnTo>
                <a:lnTo>
                  <a:pt x="3994" y="1473"/>
                </a:lnTo>
                <a:lnTo>
                  <a:pt x="3994" y="1474"/>
                </a:lnTo>
                <a:lnTo>
                  <a:pt x="3993" y="1475"/>
                </a:lnTo>
                <a:lnTo>
                  <a:pt x="3992" y="1475"/>
                </a:lnTo>
                <a:lnTo>
                  <a:pt x="3992" y="1474"/>
                </a:lnTo>
                <a:lnTo>
                  <a:pt x="3991" y="1475"/>
                </a:lnTo>
                <a:lnTo>
                  <a:pt x="3991" y="1476"/>
                </a:lnTo>
                <a:lnTo>
                  <a:pt x="3992" y="1477"/>
                </a:lnTo>
                <a:lnTo>
                  <a:pt x="3996" y="1479"/>
                </a:lnTo>
                <a:lnTo>
                  <a:pt x="3995" y="1480"/>
                </a:lnTo>
                <a:lnTo>
                  <a:pt x="3994" y="1482"/>
                </a:lnTo>
                <a:lnTo>
                  <a:pt x="3993" y="1482"/>
                </a:lnTo>
                <a:lnTo>
                  <a:pt x="3992" y="1482"/>
                </a:lnTo>
                <a:lnTo>
                  <a:pt x="3991" y="1481"/>
                </a:lnTo>
                <a:lnTo>
                  <a:pt x="3988" y="1480"/>
                </a:lnTo>
                <a:lnTo>
                  <a:pt x="3987" y="1480"/>
                </a:lnTo>
                <a:lnTo>
                  <a:pt x="3986" y="1480"/>
                </a:lnTo>
                <a:lnTo>
                  <a:pt x="3985" y="1480"/>
                </a:lnTo>
                <a:lnTo>
                  <a:pt x="3985" y="1481"/>
                </a:lnTo>
                <a:lnTo>
                  <a:pt x="3986" y="1481"/>
                </a:lnTo>
                <a:lnTo>
                  <a:pt x="3988" y="1482"/>
                </a:lnTo>
                <a:lnTo>
                  <a:pt x="3990" y="1483"/>
                </a:lnTo>
                <a:lnTo>
                  <a:pt x="3993" y="1484"/>
                </a:lnTo>
                <a:lnTo>
                  <a:pt x="3994" y="1488"/>
                </a:lnTo>
                <a:lnTo>
                  <a:pt x="3995" y="1488"/>
                </a:lnTo>
                <a:lnTo>
                  <a:pt x="3995" y="1489"/>
                </a:lnTo>
                <a:lnTo>
                  <a:pt x="3995" y="1490"/>
                </a:lnTo>
                <a:lnTo>
                  <a:pt x="3994" y="1490"/>
                </a:lnTo>
                <a:lnTo>
                  <a:pt x="3994" y="1492"/>
                </a:lnTo>
                <a:lnTo>
                  <a:pt x="3995" y="1492"/>
                </a:lnTo>
                <a:lnTo>
                  <a:pt x="3994" y="1492"/>
                </a:lnTo>
                <a:lnTo>
                  <a:pt x="3993" y="1492"/>
                </a:lnTo>
                <a:lnTo>
                  <a:pt x="3991" y="1491"/>
                </a:lnTo>
                <a:lnTo>
                  <a:pt x="3991" y="1490"/>
                </a:lnTo>
                <a:lnTo>
                  <a:pt x="3991" y="1489"/>
                </a:lnTo>
                <a:lnTo>
                  <a:pt x="3991" y="1488"/>
                </a:lnTo>
                <a:lnTo>
                  <a:pt x="3990" y="1485"/>
                </a:lnTo>
                <a:lnTo>
                  <a:pt x="3989" y="1484"/>
                </a:lnTo>
                <a:lnTo>
                  <a:pt x="3989" y="1485"/>
                </a:lnTo>
                <a:lnTo>
                  <a:pt x="3988" y="1485"/>
                </a:lnTo>
                <a:lnTo>
                  <a:pt x="3989" y="1485"/>
                </a:lnTo>
                <a:lnTo>
                  <a:pt x="3989" y="1486"/>
                </a:lnTo>
                <a:lnTo>
                  <a:pt x="3989" y="1487"/>
                </a:lnTo>
                <a:lnTo>
                  <a:pt x="3989" y="1488"/>
                </a:lnTo>
                <a:lnTo>
                  <a:pt x="3990" y="1488"/>
                </a:lnTo>
                <a:lnTo>
                  <a:pt x="3990" y="1489"/>
                </a:lnTo>
                <a:lnTo>
                  <a:pt x="3990" y="1490"/>
                </a:lnTo>
                <a:lnTo>
                  <a:pt x="3990" y="1491"/>
                </a:lnTo>
                <a:lnTo>
                  <a:pt x="3991" y="1492"/>
                </a:lnTo>
                <a:lnTo>
                  <a:pt x="3990" y="1492"/>
                </a:lnTo>
                <a:lnTo>
                  <a:pt x="3989" y="1492"/>
                </a:lnTo>
                <a:lnTo>
                  <a:pt x="3989" y="1491"/>
                </a:lnTo>
                <a:lnTo>
                  <a:pt x="3988" y="1491"/>
                </a:lnTo>
                <a:lnTo>
                  <a:pt x="3987" y="1491"/>
                </a:lnTo>
                <a:lnTo>
                  <a:pt x="3986" y="1491"/>
                </a:lnTo>
                <a:lnTo>
                  <a:pt x="3985" y="1490"/>
                </a:lnTo>
                <a:lnTo>
                  <a:pt x="3984" y="1490"/>
                </a:lnTo>
                <a:lnTo>
                  <a:pt x="3984" y="1491"/>
                </a:lnTo>
                <a:lnTo>
                  <a:pt x="3985" y="1491"/>
                </a:lnTo>
                <a:lnTo>
                  <a:pt x="3987" y="1492"/>
                </a:lnTo>
                <a:lnTo>
                  <a:pt x="3988" y="1492"/>
                </a:lnTo>
                <a:lnTo>
                  <a:pt x="3988" y="1493"/>
                </a:lnTo>
                <a:lnTo>
                  <a:pt x="3989" y="1493"/>
                </a:lnTo>
                <a:lnTo>
                  <a:pt x="3990" y="1493"/>
                </a:lnTo>
                <a:lnTo>
                  <a:pt x="3991" y="1493"/>
                </a:lnTo>
                <a:lnTo>
                  <a:pt x="3992" y="1493"/>
                </a:lnTo>
                <a:lnTo>
                  <a:pt x="3993" y="1493"/>
                </a:lnTo>
                <a:lnTo>
                  <a:pt x="3993" y="1494"/>
                </a:lnTo>
                <a:lnTo>
                  <a:pt x="3996" y="1494"/>
                </a:lnTo>
                <a:lnTo>
                  <a:pt x="3996" y="1495"/>
                </a:lnTo>
                <a:lnTo>
                  <a:pt x="3999" y="1495"/>
                </a:lnTo>
                <a:lnTo>
                  <a:pt x="3999" y="1496"/>
                </a:lnTo>
                <a:lnTo>
                  <a:pt x="3999" y="1497"/>
                </a:lnTo>
                <a:lnTo>
                  <a:pt x="3994" y="1495"/>
                </a:lnTo>
                <a:lnTo>
                  <a:pt x="3988" y="1494"/>
                </a:lnTo>
                <a:lnTo>
                  <a:pt x="3987" y="1494"/>
                </a:lnTo>
                <a:lnTo>
                  <a:pt x="3986" y="1493"/>
                </a:lnTo>
                <a:lnTo>
                  <a:pt x="3985" y="1493"/>
                </a:lnTo>
                <a:lnTo>
                  <a:pt x="3984" y="1492"/>
                </a:lnTo>
                <a:lnTo>
                  <a:pt x="3984" y="1491"/>
                </a:lnTo>
                <a:lnTo>
                  <a:pt x="3984" y="1492"/>
                </a:lnTo>
                <a:lnTo>
                  <a:pt x="3984" y="1493"/>
                </a:lnTo>
                <a:lnTo>
                  <a:pt x="3986" y="1494"/>
                </a:lnTo>
                <a:lnTo>
                  <a:pt x="3988" y="1495"/>
                </a:lnTo>
                <a:lnTo>
                  <a:pt x="3989" y="1495"/>
                </a:lnTo>
                <a:lnTo>
                  <a:pt x="3989" y="1497"/>
                </a:lnTo>
                <a:lnTo>
                  <a:pt x="3990" y="1497"/>
                </a:lnTo>
                <a:lnTo>
                  <a:pt x="3991" y="1496"/>
                </a:lnTo>
                <a:lnTo>
                  <a:pt x="3994" y="1497"/>
                </a:lnTo>
                <a:lnTo>
                  <a:pt x="3993" y="1498"/>
                </a:lnTo>
                <a:lnTo>
                  <a:pt x="3994" y="1499"/>
                </a:lnTo>
                <a:lnTo>
                  <a:pt x="3995" y="1497"/>
                </a:lnTo>
                <a:lnTo>
                  <a:pt x="3997" y="1498"/>
                </a:lnTo>
                <a:lnTo>
                  <a:pt x="3996" y="1501"/>
                </a:lnTo>
                <a:lnTo>
                  <a:pt x="3995" y="1502"/>
                </a:lnTo>
                <a:lnTo>
                  <a:pt x="3996" y="1503"/>
                </a:lnTo>
                <a:lnTo>
                  <a:pt x="3995" y="1504"/>
                </a:lnTo>
                <a:lnTo>
                  <a:pt x="3993" y="1503"/>
                </a:lnTo>
                <a:lnTo>
                  <a:pt x="3993" y="1502"/>
                </a:lnTo>
                <a:lnTo>
                  <a:pt x="3992" y="1502"/>
                </a:lnTo>
                <a:lnTo>
                  <a:pt x="3990" y="1502"/>
                </a:lnTo>
                <a:lnTo>
                  <a:pt x="3986" y="1500"/>
                </a:lnTo>
                <a:lnTo>
                  <a:pt x="3986" y="1501"/>
                </a:lnTo>
                <a:lnTo>
                  <a:pt x="3985" y="1501"/>
                </a:lnTo>
                <a:lnTo>
                  <a:pt x="3984" y="1501"/>
                </a:lnTo>
                <a:lnTo>
                  <a:pt x="3983" y="1501"/>
                </a:lnTo>
                <a:lnTo>
                  <a:pt x="3982" y="1500"/>
                </a:lnTo>
                <a:lnTo>
                  <a:pt x="3981" y="1501"/>
                </a:lnTo>
                <a:lnTo>
                  <a:pt x="3982" y="1501"/>
                </a:lnTo>
                <a:lnTo>
                  <a:pt x="3983" y="1501"/>
                </a:lnTo>
                <a:lnTo>
                  <a:pt x="3984" y="1502"/>
                </a:lnTo>
                <a:lnTo>
                  <a:pt x="3986" y="1502"/>
                </a:lnTo>
                <a:lnTo>
                  <a:pt x="3988" y="1503"/>
                </a:lnTo>
                <a:lnTo>
                  <a:pt x="3987" y="1504"/>
                </a:lnTo>
                <a:lnTo>
                  <a:pt x="3986" y="1504"/>
                </a:lnTo>
                <a:lnTo>
                  <a:pt x="3982" y="1503"/>
                </a:lnTo>
                <a:lnTo>
                  <a:pt x="3982" y="1504"/>
                </a:lnTo>
                <a:lnTo>
                  <a:pt x="3986" y="1506"/>
                </a:lnTo>
                <a:lnTo>
                  <a:pt x="3987" y="1506"/>
                </a:lnTo>
                <a:lnTo>
                  <a:pt x="3986" y="1507"/>
                </a:lnTo>
                <a:lnTo>
                  <a:pt x="3983" y="1507"/>
                </a:lnTo>
                <a:lnTo>
                  <a:pt x="3980" y="1506"/>
                </a:lnTo>
                <a:lnTo>
                  <a:pt x="3979" y="1506"/>
                </a:lnTo>
                <a:lnTo>
                  <a:pt x="3978" y="1505"/>
                </a:lnTo>
                <a:lnTo>
                  <a:pt x="3978" y="1504"/>
                </a:lnTo>
                <a:lnTo>
                  <a:pt x="3977" y="1505"/>
                </a:lnTo>
                <a:lnTo>
                  <a:pt x="3976" y="1506"/>
                </a:lnTo>
                <a:lnTo>
                  <a:pt x="3975" y="1508"/>
                </a:lnTo>
                <a:lnTo>
                  <a:pt x="3974" y="1508"/>
                </a:lnTo>
                <a:lnTo>
                  <a:pt x="3974" y="1509"/>
                </a:lnTo>
                <a:lnTo>
                  <a:pt x="3973" y="1510"/>
                </a:lnTo>
                <a:lnTo>
                  <a:pt x="3973" y="1511"/>
                </a:lnTo>
                <a:lnTo>
                  <a:pt x="3973" y="1512"/>
                </a:lnTo>
                <a:lnTo>
                  <a:pt x="3973" y="1513"/>
                </a:lnTo>
                <a:lnTo>
                  <a:pt x="3974" y="1513"/>
                </a:lnTo>
                <a:lnTo>
                  <a:pt x="3973" y="1513"/>
                </a:lnTo>
                <a:lnTo>
                  <a:pt x="3973" y="1514"/>
                </a:lnTo>
                <a:lnTo>
                  <a:pt x="3974" y="1514"/>
                </a:lnTo>
                <a:lnTo>
                  <a:pt x="3975" y="1514"/>
                </a:lnTo>
                <a:lnTo>
                  <a:pt x="3975" y="1519"/>
                </a:lnTo>
                <a:lnTo>
                  <a:pt x="3976" y="1519"/>
                </a:lnTo>
                <a:lnTo>
                  <a:pt x="3976" y="1516"/>
                </a:lnTo>
                <a:lnTo>
                  <a:pt x="3978" y="1514"/>
                </a:lnTo>
                <a:lnTo>
                  <a:pt x="3982" y="1514"/>
                </a:lnTo>
                <a:lnTo>
                  <a:pt x="3982" y="1518"/>
                </a:lnTo>
                <a:lnTo>
                  <a:pt x="3984" y="1518"/>
                </a:lnTo>
                <a:lnTo>
                  <a:pt x="3984" y="1515"/>
                </a:lnTo>
                <a:lnTo>
                  <a:pt x="3985" y="1515"/>
                </a:lnTo>
                <a:lnTo>
                  <a:pt x="3985" y="1524"/>
                </a:lnTo>
                <a:lnTo>
                  <a:pt x="3975" y="1524"/>
                </a:lnTo>
                <a:lnTo>
                  <a:pt x="3975" y="1523"/>
                </a:lnTo>
                <a:lnTo>
                  <a:pt x="3972" y="1523"/>
                </a:lnTo>
                <a:lnTo>
                  <a:pt x="3972" y="1524"/>
                </a:lnTo>
                <a:lnTo>
                  <a:pt x="3972" y="1525"/>
                </a:lnTo>
                <a:lnTo>
                  <a:pt x="3973" y="1525"/>
                </a:lnTo>
                <a:lnTo>
                  <a:pt x="3973" y="1527"/>
                </a:lnTo>
                <a:lnTo>
                  <a:pt x="3974" y="1527"/>
                </a:lnTo>
                <a:lnTo>
                  <a:pt x="3974" y="1528"/>
                </a:lnTo>
                <a:lnTo>
                  <a:pt x="3974" y="1529"/>
                </a:lnTo>
                <a:lnTo>
                  <a:pt x="3973" y="1529"/>
                </a:lnTo>
                <a:lnTo>
                  <a:pt x="3972" y="1529"/>
                </a:lnTo>
                <a:lnTo>
                  <a:pt x="3973" y="1529"/>
                </a:lnTo>
                <a:lnTo>
                  <a:pt x="3973" y="1531"/>
                </a:lnTo>
                <a:lnTo>
                  <a:pt x="3973" y="1532"/>
                </a:lnTo>
                <a:lnTo>
                  <a:pt x="3974" y="1533"/>
                </a:lnTo>
                <a:lnTo>
                  <a:pt x="3974" y="1534"/>
                </a:lnTo>
                <a:lnTo>
                  <a:pt x="3974" y="1535"/>
                </a:lnTo>
                <a:lnTo>
                  <a:pt x="3975" y="1536"/>
                </a:lnTo>
                <a:lnTo>
                  <a:pt x="3975" y="1537"/>
                </a:lnTo>
                <a:lnTo>
                  <a:pt x="3976" y="1538"/>
                </a:lnTo>
                <a:lnTo>
                  <a:pt x="3977" y="1539"/>
                </a:lnTo>
                <a:lnTo>
                  <a:pt x="3977" y="1541"/>
                </a:lnTo>
                <a:lnTo>
                  <a:pt x="3977" y="1542"/>
                </a:lnTo>
                <a:lnTo>
                  <a:pt x="3978" y="1543"/>
                </a:lnTo>
                <a:lnTo>
                  <a:pt x="3979" y="1544"/>
                </a:lnTo>
                <a:lnTo>
                  <a:pt x="3980" y="1546"/>
                </a:lnTo>
                <a:lnTo>
                  <a:pt x="3981" y="1547"/>
                </a:lnTo>
                <a:lnTo>
                  <a:pt x="3981" y="1548"/>
                </a:lnTo>
                <a:lnTo>
                  <a:pt x="3982" y="1549"/>
                </a:lnTo>
                <a:lnTo>
                  <a:pt x="3983" y="1550"/>
                </a:lnTo>
                <a:lnTo>
                  <a:pt x="3983" y="1552"/>
                </a:lnTo>
                <a:lnTo>
                  <a:pt x="3984" y="1553"/>
                </a:lnTo>
                <a:lnTo>
                  <a:pt x="3985" y="1554"/>
                </a:lnTo>
                <a:lnTo>
                  <a:pt x="3986" y="1556"/>
                </a:lnTo>
                <a:lnTo>
                  <a:pt x="3987" y="1557"/>
                </a:lnTo>
                <a:lnTo>
                  <a:pt x="3988" y="1557"/>
                </a:lnTo>
                <a:lnTo>
                  <a:pt x="3988" y="1558"/>
                </a:lnTo>
                <a:lnTo>
                  <a:pt x="3989" y="1558"/>
                </a:lnTo>
                <a:lnTo>
                  <a:pt x="3989" y="1557"/>
                </a:lnTo>
                <a:lnTo>
                  <a:pt x="3990" y="1557"/>
                </a:lnTo>
                <a:lnTo>
                  <a:pt x="3990" y="1556"/>
                </a:lnTo>
                <a:lnTo>
                  <a:pt x="3991" y="1557"/>
                </a:lnTo>
                <a:lnTo>
                  <a:pt x="3992" y="1556"/>
                </a:lnTo>
                <a:lnTo>
                  <a:pt x="3993" y="1557"/>
                </a:lnTo>
                <a:lnTo>
                  <a:pt x="3995" y="1555"/>
                </a:lnTo>
                <a:lnTo>
                  <a:pt x="3996" y="1555"/>
                </a:lnTo>
                <a:lnTo>
                  <a:pt x="3997" y="1556"/>
                </a:lnTo>
                <a:lnTo>
                  <a:pt x="3994" y="1558"/>
                </a:lnTo>
                <a:lnTo>
                  <a:pt x="3995" y="1558"/>
                </a:lnTo>
                <a:lnTo>
                  <a:pt x="3995" y="1559"/>
                </a:lnTo>
                <a:lnTo>
                  <a:pt x="3999" y="1556"/>
                </a:lnTo>
                <a:lnTo>
                  <a:pt x="4002" y="1554"/>
                </a:lnTo>
                <a:lnTo>
                  <a:pt x="4004" y="1553"/>
                </a:lnTo>
                <a:lnTo>
                  <a:pt x="4005" y="1555"/>
                </a:lnTo>
                <a:lnTo>
                  <a:pt x="4003" y="1556"/>
                </a:lnTo>
                <a:lnTo>
                  <a:pt x="4003" y="1557"/>
                </a:lnTo>
                <a:lnTo>
                  <a:pt x="4002" y="1557"/>
                </a:lnTo>
                <a:lnTo>
                  <a:pt x="4001" y="1558"/>
                </a:lnTo>
                <a:lnTo>
                  <a:pt x="4000" y="1558"/>
                </a:lnTo>
                <a:lnTo>
                  <a:pt x="3999" y="1558"/>
                </a:lnTo>
                <a:lnTo>
                  <a:pt x="3998" y="1558"/>
                </a:lnTo>
                <a:lnTo>
                  <a:pt x="3998" y="1559"/>
                </a:lnTo>
                <a:lnTo>
                  <a:pt x="3999" y="1560"/>
                </a:lnTo>
                <a:lnTo>
                  <a:pt x="4000" y="1559"/>
                </a:lnTo>
                <a:lnTo>
                  <a:pt x="4001" y="1559"/>
                </a:lnTo>
                <a:lnTo>
                  <a:pt x="4000" y="1561"/>
                </a:lnTo>
                <a:lnTo>
                  <a:pt x="3996" y="1563"/>
                </a:lnTo>
                <a:lnTo>
                  <a:pt x="3996" y="1564"/>
                </a:lnTo>
                <a:lnTo>
                  <a:pt x="3997" y="1564"/>
                </a:lnTo>
                <a:lnTo>
                  <a:pt x="3996" y="1564"/>
                </a:lnTo>
                <a:lnTo>
                  <a:pt x="3996" y="1565"/>
                </a:lnTo>
                <a:lnTo>
                  <a:pt x="3997" y="1565"/>
                </a:lnTo>
                <a:lnTo>
                  <a:pt x="3998" y="1565"/>
                </a:lnTo>
                <a:lnTo>
                  <a:pt x="3999" y="1566"/>
                </a:lnTo>
                <a:lnTo>
                  <a:pt x="3999" y="1567"/>
                </a:lnTo>
                <a:lnTo>
                  <a:pt x="4000" y="1567"/>
                </a:lnTo>
                <a:lnTo>
                  <a:pt x="4000" y="1566"/>
                </a:lnTo>
                <a:lnTo>
                  <a:pt x="4001" y="1567"/>
                </a:lnTo>
                <a:lnTo>
                  <a:pt x="4002" y="1567"/>
                </a:lnTo>
                <a:lnTo>
                  <a:pt x="4003" y="1567"/>
                </a:lnTo>
                <a:lnTo>
                  <a:pt x="4004" y="1568"/>
                </a:lnTo>
                <a:lnTo>
                  <a:pt x="4005" y="1568"/>
                </a:lnTo>
                <a:lnTo>
                  <a:pt x="4005" y="1569"/>
                </a:lnTo>
                <a:lnTo>
                  <a:pt x="4006" y="1569"/>
                </a:lnTo>
                <a:lnTo>
                  <a:pt x="4006" y="1570"/>
                </a:lnTo>
                <a:lnTo>
                  <a:pt x="4006" y="1571"/>
                </a:lnTo>
                <a:lnTo>
                  <a:pt x="4007" y="1571"/>
                </a:lnTo>
                <a:lnTo>
                  <a:pt x="4007" y="1572"/>
                </a:lnTo>
                <a:lnTo>
                  <a:pt x="4008" y="1573"/>
                </a:lnTo>
                <a:lnTo>
                  <a:pt x="4009" y="1572"/>
                </a:lnTo>
                <a:lnTo>
                  <a:pt x="4010" y="1572"/>
                </a:lnTo>
                <a:lnTo>
                  <a:pt x="4011" y="1572"/>
                </a:lnTo>
                <a:lnTo>
                  <a:pt x="4014" y="1573"/>
                </a:lnTo>
                <a:lnTo>
                  <a:pt x="4013" y="1573"/>
                </a:lnTo>
                <a:lnTo>
                  <a:pt x="4014" y="1574"/>
                </a:lnTo>
                <a:lnTo>
                  <a:pt x="4015" y="1574"/>
                </a:lnTo>
                <a:lnTo>
                  <a:pt x="4015" y="1575"/>
                </a:lnTo>
                <a:lnTo>
                  <a:pt x="4016" y="1575"/>
                </a:lnTo>
                <a:lnTo>
                  <a:pt x="4017" y="1575"/>
                </a:lnTo>
                <a:lnTo>
                  <a:pt x="4017" y="1576"/>
                </a:lnTo>
                <a:lnTo>
                  <a:pt x="4016" y="1576"/>
                </a:lnTo>
                <a:lnTo>
                  <a:pt x="4016" y="1577"/>
                </a:lnTo>
                <a:lnTo>
                  <a:pt x="4016" y="1578"/>
                </a:lnTo>
                <a:lnTo>
                  <a:pt x="4019" y="1577"/>
                </a:lnTo>
                <a:lnTo>
                  <a:pt x="4021" y="1577"/>
                </a:lnTo>
                <a:lnTo>
                  <a:pt x="4022" y="1577"/>
                </a:lnTo>
                <a:lnTo>
                  <a:pt x="4023" y="1577"/>
                </a:lnTo>
                <a:lnTo>
                  <a:pt x="4024" y="1578"/>
                </a:lnTo>
                <a:lnTo>
                  <a:pt x="4025" y="1578"/>
                </a:lnTo>
                <a:lnTo>
                  <a:pt x="4027" y="1578"/>
                </a:lnTo>
                <a:lnTo>
                  <a:pt x="4028" y="1578"/>
                </a:lnTo>
                <a:lnTo>
                  <a:pt x="4029" y="1578"/>
                </a:lnTo>
                <a:lnTo>
                  <a:pt x="4030" y="1578"/>
                </a:lnTo>
                <a:lnTo>
                  <a:pt x="4031" y="1578"/>
                </a:lnTo>
                <a:lnTo>
                  <a:pt x="4031" y="1579"/>
                </a:lnTo>
                <a:lnTo>
                  <a:pt x="4033" y="1579"/>
                </a:lnTo>
                <a:lnTo>
                  <a:pt x="4033" y="1580"/>
                </a:lnTo>
                <a:lnTo>
                  <a:pt x="4034" y="1580"/>
                </a:lnTo>
                <a:lnTo>
                  <a:pt x="4034" y="1579"/>
                </a:lnTo>
                <a:lnTo>
                  <a:pt x="4035" y="1579"/>
                </a:lnTo>
                <a:lnTo>
                  <a:pt x="4036" y="1580"/>
                </a:lnTo>
                <a:lnTo>
                  <a:pt x="4036" y="1579"/>
                </a:lnTo>
                <a:lnTo>
                  <a:pt x="4037" y="1580"/>
                </a:lnTo>
                <a:lnTo>
                  <a:pt x="4037" y="1581"/>
                </a:lnTo>
                <a:lnTo>
                  <a:pt x="4037" y="1580"/>
                </a:lnTo>
                <a:lnTo>
                  <a:pt x="4038" y="1580"/>
                </a:lnTo>
                <a:lnTo>
                  <a:pt x="4039" y="1580"/>
                </a:lnTo>
                <a:lnTo>
                  <a:pt x="4038" y="1580"/>
                </a:lnTo>
                <a:lnTo>
                  <a:pt x="4038" y="1581"/>
                </a:lnTo>
                <a:lnTo>
                  <a:pt x="4040" y="1581"/>
                </a:lnTo>
                <a:lnTo>
                  <a:pt x="4041" y="1581"/>
                </a:lnTo>
                <a:lnTo>
                  <a:pt x="4041" y="1583"/>
                </a:lnTo>
                <a:lnTo>
                  <a:pt x="4041" y="1584"/>
                </a:lnTo>
                <a:lnTo>
                  <a:pt x="4041" y="1583"/>
                </a:lnTo>
                <a:lnTo>
                  <a:pt x="4041" y="1582"/>
                </a:lnTo>
                <a:lnTo>
                  <a:pt x="4041" y="1581"/>
                </a:lnTo>
                <a:lnTo>
                  <a:pt x="4042" y="1581"/>
                </a:lnTo>
                <a:lnTo>
                  <a:pt x="4045" y="1581"/>
                </a:lnTo>
                <a:lnTo>
                  <a:pt x="4048" y="1581"/>
                </a:lnTo>
                <a:lnTo>
                  <a:pt x="4047" y="1582"/>
                </a:lnTo>
                <a:lnTo>
                  <a:pt x="4047" y="1583"/>
                </a:lnTo>
                <a:lnTo>
                  <a:pt x="4046" y="1583"/>
                </a:lnTo>
                <a:lnTo>
                  <a:pt x="4046" y="1584"/>
                </a:lnTo>
                <a:lnTo>
                  <a:pt x="4047" y="1584"/>
                </a:lnTo>
                <a:lnTo>
                  <a:pt x="4047" y="1583"/>
                </a:lnTo>
                <a:lnTo>
                  <a:pt x="4047" y="1584"/>
                </a:lnTo>
                <a:lnTo>
                  <a:pt x="4048" y="1583"/>
                </a:lnTo>
                <a:lnTo>
                  <a:pt x="4048" y="1582"/>
                </a:lnTo>
                <a:lnTo>
                  <a:pt x="4049" y="1582"/>
                </a:lnTo>
                <a:lnTo>
                  <a:pt x="4050" y="1582"/>
                </a:lnTo>
                <a:lnTo>
                  <a:pt x="4051" y="1582"/>
                </a:lnTo>
                <a:lnTo>
                  <a:pt x="4053" y="1582"/>
                </a:lnTo>
                <a:lnTo>
                  <a:pt x="4054" y="1582"/>
                </a:lnTo>
                <a:lnTo>
                  <a:pt x="4055" y="1583"/>
                </a:lnTo>
                <a:lnTo>
                  <a:pt x="4056" y="1583"/>
                </a:lnTo>
                <a:lnTo>
                  <a:pt x="4056" y="1585"/>
                </a:lnTo>
                <a:lnTo>
                  <a:pt x="4056" y="1586"/>
                </a:lnTo>
                <a:lnTo>
                  <a:pt x="4056" y="1587"/>
                </a:lnTo>
                <a:lnTo>
                  <a:pt x="4057" y="1587"/>
                </a:lnTo>
                <a:lnTo>
                  <a:pt x="4058" y="1588"/>
                </a:lnTo>
                <a:lnTo>
                  <a:pt x="4058" y="1587"/>
                </a:lnTo>
                <a:lnTo>
                  <a:pt x="4059" y="1587"/>
                </a:lnTo>
                <a:lnTo>
                  <a:pt x="4060" y="1587"/>
                </a:lnTo>
                <a:lnTo>
                  <a:pt x="4061" y="1587"/>
                </a:lnTo>
                <a:lnTo>
                  <a:pt x="4062" y="1587"/>
                </a:lnTo>
                <a:lnTo>
                  <a:pt x="4063" y="1587"/>
                </a:lnTo>
                <a:lnTo>
                  <a:pt x="4064" y="1588"/>
                </a:lnTo>
                <a:lnTo>
                  <a:pt x="4065" y="1588"/>
                </a:lnTo>
                <a:lnTo>
                  <a:pt x="4065" y="1587"/>
                </a:lnTo>
                <a:lnTo>
                  <a:pt x="4064" y="1587"/>
                </a:lnTo>
                <a:lnTo>
                  <a:pt x="4064" y="1586"/>
                </a:lnTo>
                <a:lnTo>
                  <a:pt x="4064" y="1585"/>
                </a:lnTo>
                <a:lnTo>
                  <a:pt x="4064" y="1584"/>
                </a:lnTo>
                <a:lnTo>
                  <a:pt x="4065" y="1584"/>
                </a:lnTo>
                <a:lnTo>
                  <a:pt x="4065" y="1583"/>
                </a:lnTo>
                <a:lnTo>
                  <a:pt x="4066" y="1584"/>
                </a:lnTo>
                <a:lnTo>
                  <a:pt x="4067" y="1584"/>
                </a:lnTo>
                <a:lnTo>
                  <a:pt x="4067" y="1583"/>
                </a:lnTo>
                <a:lnTo>
                  <a:pt x="4068" y="1583"/>
                </a:lnTo>
                <a:lnTo>
                  <a:pt x="4068" y="1582"/>
                </a:lnTo>
                <a:lnTo>
                  <a:pt x="4068" y="1581"/>
                </a:lnTo>
                <a:lnTo>
                  <a:pt x="4067" y="1581"/>
                </a:lnTo>
                <a:lnTo>
                  <a:pt x="4067" y="1582"/>
                </a:lnTo>
                <a:lnTo>
                  <a:pt x="4067" y="1581"/>
                </a:lnTo>
                <a:lnTo>
                  <a:pt x="4067" y="1580"/>
                </a:lnTo>
                <a:lnTo>
                  <a:pt x="4068" y="1580"/>
                </a:lnTo>
                <a:lnTo>
                  <a:pt x="4069" y="1580"/>
                </a:lnTo>
                <a:lnTo>
                  <a:pt x="4070" y="1580"/>
                </a:lnTo>
                <a:lnTo>
                  <a:pt x="4070" y="1582"/>
                </a:lnTo>
                <a:lnTo>
                  <a:pt x="4070" y="1581"/>
                </a:lnTo>
                <a:lnTo>
                  <a:pt x="4071" y="1581"/>
                </a:lnTo>
                <a:lnTo>
                  <a:pt x="4072" y="1581"/>
                </a:lnTo>
                <a:lnTo>
                  <a:pt x="4073" y="1581"/>
                </a:lnTo>
                <a:lnTo>
                  <a:pt x="4072" y="1582"/>
                </a:lnTo>
                <a:lnTo>
                  <a:pt x="4073" y="1582"/>
                </a:lnTo>
                <a:lnTo>
                  <a:pt x="4074" y="1581"/>
                </a:lnTo>
                <a:lnTo>
                  <a:pt x="4074" y="1582"/>
                </a:lnTo>
                <a:lnTo>
                  <a:pt x="4074" y="1583"/>
                </a:lnTo>
                <a:lnTo>
                  <a:pt x="4075" y="1583"/>
                </a:lnTo>
                <a:lnTo>
                  <a:pt x="4075" y="1584"/>
                </a:lnTo>
                <a:lnTo>
                  <a:pt x="4076" y="1584"/>
                </a:lnTo>
                <a:lnTo>
                  <a:pt x="4077" y="1584"/>
                </a:lnTo>
                <a:lnTo>
                  <a:pt x="4078" y="1584"/>
                </a:lnTo>
                <a:lnTo>
                  <a:pt x="4079" y="1584"/>
                </a:lnTo>
                <a:lnTo>
                  <a:pt x="4080" y="1584"/>
                </a:lnTo>
                <a:lnTo>
                  <a:pt x="4081" y="1584"/>
                </a:lnTo>
                <a:lnTo>
                  <a:pt x="4082" y="1584"/>
                </a:lnTo>
                <a:lnTo>
                  <a:pt x="4083" y="1583"/>
                </a:lnTo>
                <a:lnTo>
                  <a:pt x="4083" y="1581"/>
                </a:lnTo>
                <a:lnTo>
                  <a:pt x="4082" y="1581"/>
                </a:lnTo>
                <a:lnTo>
                  <a:pt x="4082" y="1580"/>
                </a:lnTo>
                <a:lnTo>
                  <a:pt x="4083" y="1580"/>
                </a:lnTo>
                <a:lnTo>
                  <a:pt x="4083" y="1579"/>
                </a:lnTo>
                <a:lnTo>
                  <a:pt x="4082" y="1577"/>
                </a:lnTo>
                <a:lnTo>
                  <a:pt x="4084" y="1577"/>
                </a:lnTo>
                <a:lnTo>
                  <a:pt x="4086" y="1577"/>
                </a:lnTo>
                <a:lnTo>
                  <a:pt x="4086" y="1580"/>
                </a:lnTo>
                <a:lnTo>
                  <a:pt x="4087" y="1580"/>
                </a:lnTo>
                <a:lnTo>
                  <a:pt x="4089" y="1579"/>
                </a:lnTo>
                <a:lnTo>
                  <a:pt x="4089" y="1580"/>
                </a:lnTo>
                <a:lnTo>
                  <a:pt x="4089" y="1579"/>
                </a:lnTo>
                <a:lnTo>
                  <a:pt x="4090" y="1578"/>
                </a:lnTo>
                <a:lnTo>
                  <a:pt x="4090" y="1579"/>
                </a:lnTo>
                <a:lnTo>
                  <a:pt x="4096" y="1582"/>
                </a:lnTo>
                <a:lnTo>
                  <a:pt x="4096" y="1583"/>
                </a:lnTo>
                <a:lnTo>
                  <a:pt x="4094" y="1584"/>
                </a:lnTo>
                <a:lnTo>
                  <a:pt x="4095" y="1584"/>
                </a:lnTo>
                <a:lnTo>
                  <a:pt x="4096" y="1584"/>
                </a:lnTo>
                <a:lnTo>
                  <a:pt x="4097" y="1584"/>
                </a:lnTo>
                <a:lnTo>
                  <a:pt x="4097" y="1585"/>
                </a:lnTo>
                <a:lnTo>
                  <a:pt x="4097" y="1586"/>
                </a:lnTo>
                <a:lnTo>
                  <a:pt x="4097" y="1587"/>
                </a:lnTo>
                <a:lnTo>
                  <a:pt x="4098" y="1587"/>
                </a:lnTo>
                <a:lnTo>
                  <a:pt x="4098" y="1588"/>
                </a:lnTo>
                <a:lnTo>
                  <a:pt x="4098" y="1589"/>
                </a:lnTo>
                <a:lnTo>
                  <a:pt x="4099" y="1589"/>
                </a:lnTo>
                <a:lnTo>
                  <a:pt x="4098" y="1589"/>
                </a:lnTo>
                <a:lnTo>
                  <a:pt x="4097" y="1589"/>
                </a:lnTo>
                <a:lnTo>
                  <a:pt x="4097" y="1591"/>
                </a:lnTo>
                <a:lnTo>
                  <a:pt x="4098" y="1592"/>
                </a:lnTo>
                <a:lnTo>
                  <a:pt x="4098" y="1593"/>
                </a:lnTo>
                <a:lnTo>
                  <a:pt x="4099" y="1594"/>
                </a:lnTo>
                <a:lnTo>
                  <a:pt x="4100" y="1597"/>
                </a:lnTo>
                <a:lnTo>
                  <a:pt x="4103" y="1597"/>
                </a:lnTo>
                <a:lnTo>
                  <a:pt x="4104" y="1598"/>
                </a:lnTo>
                <a:lnTo>
                  <a:pt x="4106" y="1599"/>
                </a:lnTo>
                <a:lnTo>
                  <a:pt x="4107" y="1600"/>
                </a:lnTo>
                <a:lnTo>
                  <a:pt x="4108" y="1601"/>
                </a:lnTo>
                <a:lnTo>
                  <a:pt x="4109" y="1604"/>
                </a:lnTo>
                <a:lnTo>
                  <a:pt x="4109" y="1607"/>
                </a:lnTo>
                <a:lnTo>
                  <a:pt x="4108" y="1609"/>
                </a:lnTo>
                <a:lnTo>
                  <a:pt x="4107" y="1609"/>
                </a:lnTo>
                <a:lnTo>
                  <a:pt x="4107" y="1611"/>
                </a:lnTo>
                <a:lnTo>
                  <a:pt x="4108" y="1611"/>
                </a:lnTo>
                <a:lnTo>
                  <a:pt x="4109" y="1611"/>
                </a:lnTo>
                <a:lnTo>
                  <a:pt x="4109" y="1612"/>
                </a:lnTo>
                <a:lnTo>
                  <a:pt x="4108" y="1613"/>
                </a:lnTo>
                <a:lnTo>
                  <a:pt x="4107" y="1613"/>
                </a:lnTo>
                <a:lnTo>
                  <a:pt x="4107" y="1615"/>
                </a:lnTo>
                <a:lnTo>
                  <a:pt x="4108" y="1615"/>
                </a:lnTo>
                <a:lnTo>
                  <a:pt x="4108" y="1614"/>
                </a:lnTo>
                <a:lnTo>
                  <a:pt x="4111" y="1615"/>
                </a:lnTo>
                <a:lnTo>
                  <a:pt x="4111" y="1614"/>
                </a:lnTo>
                <a:lnTo>
                  <a:pt x="4112" y="1614"/>
                </a:lnTo>
                <a:lnTo>
                  <a:pt x="4114" y="1614"/>
                </a:lnTo>
                <a:lnTo>
                  <a:pt x="4114" y="1615"/>
                </a:lnTo>
                <a:lnTo>
                  <a:pt x="4115" y="1616"/>
                </a:lnTo>
                <a:lnTo>
                  <a:pt x="4116" y="1615"/>
                </a:lnTo>
                <a:lnTo>
                  <a:pt x="4116" y="1614"/>
                </a:lnTo>
                <a:lnTo>
                  <a:pt x="4117" y="1614"/>
                </a:lnTo>
                <a:lnTo>
                  <a:pt x="4118" y="1613"/>
                </a:lnTo>
                <a:lnTo>
                  <a:pt x="4118" y="1612"/>
                </a:lnTo>
                <a:lnTo>
                  <a:pt x="4119" y="1612"/>
                </a:lnTo>
                <a:lnTo>
                  <a:pt x="4119" y="1613"/>
                </a:lnTo>
                <a:lnTo>
                  <a:pt x="4119" y="1614"/>
                </a:lnTo>
                <a:lnTo>
                  <a:pt x="4120" y="1614"/>
                </a:lnTo>
                <a:lnTo>
                  <a:pt x="4120" y="1615"/>
                </a:lnTo>
                <a:lnTo>
                  <a:pt x="4121" y="1615"/>
                </a:lnTo>
                <a:lnTo>
                  <a:pt x="4121" y="1614"/>
                </a:lnTo>
                <a:lnTo>
                  <a:pt x="4122" y="1614"/>
                </a:lnTo>
                <a:lnTo>
                  <a:pt x="4122" y="1613"/>
                </a:lnTo>
                <a:lnTo>
                  <a:pt x="4123" y="1613"/>
                </a:lnTo>
                <a:lnTo>
                  <a:pt x="4124" y="1613"/>
                </a:lnTo>
                <a:lnTo>
                  <a:pt x="4125" y="1613"/>
                </a:lnTo>
                <a:lnTo>
                  <a:pt x="4125" y="1612"/>
                </a:lnTo>
                <a:lnTo>
                  <a:pt x="4126" y="1612"/>
                </a:lnTo>
                <a:lnTo>
                  <a:pt x="4127" y="1613"/>
                </a:lnTo>
                <a:lnTo>
                  <a:pt x="4126" y="1613"/>
                </a:lnTo>
                <a:lnTo>
                  <a:pt x="4126" y="1614"/>
                </a:lnTo>
                <a:lnTo>
                  <a:pt x="4127" y="1614"/>
                </a:lnTo>
                <a:lnTo>
                  <a:pt x="4127" y="1615"/>
                </a:lnTo>
                <a:lnTo>
                  <a:pt x="4125" y="1615"/>
                </a:lnTo>
                <a:lnTo>
                  <a:pt x="4124" y="1616"/>
                </a:lnTo>
                <a:lnTo>
                  <a:pt x="4123" y="1617"/>
                </a:lnTo>
                <a:lnTo>
                  <a:pt x="4122" y="1617"/>
                </a:lnTo>
                <a:lnTo>
                  <a:pt x="4121" y="1617"/>
                </a:lnTo>
                <a:lnTo>
                  <a:pt x="4120" y="1617"/>
                </a:lnTo>
                <a:lnTo>
                  <a:pt x="4119" y="1616"/>
                </a:lnTo>
                <a:lnTo>
                  <a:pt x="4118" y="1616"/>
                </a:lnTo>
                <a:lnTo>
                  <a:pt x="4117" y="1616"/>
                </a:lnTo>
                <a:lnTo>
                  <a:pt x="4117" y="1617"/>
                </a:lnTo>
                <a:lnTo>
                  <a:pt x="4116" y="1617"/>
                </a:lnTo>
                <a:lnTo>
                  <a:pt x="4116" y="1618"/>
                </a:lnTo>
                <a:lnTo>
                  <a:pt x="4118" y="1618"/>
                </a:lnTo>
                <a:lnTo>
                  <a:pt x="4119" y="1619"/>
                </a:lnTo>
                <a:lnTo>
                  <a:pt x="4119" y="1620"/>
                </a:lnTo>
                <a:lnTo>
                  <a:pt x="4120" y="1620"/>
                </a:lnTo>
                <a:lnTo>
                  <a:pt x="4120" y="1621"/>
                </a:lnTo>
                <a:lnTo>
                  <a:pt x="4121" y="1621"/>
                </a:lnTo>
                <a:lnTo>
                  <a:pt x="4122" y="1622"/>
                </a:lnTo>
                <a:lnTo>
                  <a:pt x="4123" y="1623"/>
                </a:lnTo>
                <a:lnTo>
                  <a:pt x="4124" y="1624"/>
                </a:lnTo>
                <a:lnTo>
                  <a:pt x="4125" y="1625"/>
                </a:lnTo>
                <a:lnTo>
                  <a:pt x="4124" y="1625"/>
                </a:lnTo>
                <a:lnTo>
                  <a:pt x="4121" y="1622"/>
                </a:lnTo>
                <a:lnTo>
                  <a:pt x="4118" y="1620"/>
                </a:lnTo>
                <a:lnTo>
                  <a:pt x="4120" y="1622"/>
                </a:lnTo>
                <a:lnTo>
                  <a:pt x="4122" y="1624"/>
                </a:lnTo>
                <a:lnTo>
                  <a:pt x="4124" y="1627"/>
                </a:lnTo>
                <a:lnTo>
                  <a:pt x="4123" y="1627"/>
                </a:lnTo>
                <a:lnTo>
                  <a:pt x="4122" y="1626"/>
                </a:lnTo>
                <a:lnTo>
                  <a:pt x="4122" y="1624"/>
                </a:lnTo>
                <a:lnTo>
                  <a:pt x="4121" y="1624"/>
                </a:lnTo>
                <a:lnTo>
                  <a:pt x="4120" y="1623"/>
                </a:lnTo>
                <a:lnTo>
                  <a:pt x="4117" y="1621"/>
                </a:lnTo>
                <a:lnTo>
                  <a:pt x="4116" y="1621"/>
                </a:lnTo>
                <a:lnTo>
                  <a:pt x="4115" y="1621"/>
                </a:lnTo>
                <a:lnTo>
                  <a:pt x="4113" y="1621"/>
                </a:lnTo>
                <a:lnTo>
                  <a:pt x="4112" y="1621"/>
                </a:lnTo>
                <a:lnTo>
                  <a:pt x="4111" y="1621"/>
                </a:lnTo>
                <a:lnTo>
                  <a:pt x="4111" y="1620"/>
                </a:lnTo>
                <a:lnTo>
                  <a:pt x="4110" y="1620"/>
                </a:lnTo>
                <a:lnTo>
                  <a:pt x="4110" y="1621"/>
                </a:lnTo>
                <a:lnTo>
                  <a:pt x="4110" y="1622"/>
                </a:lnTo>
                <a:lnTo>
                  <a:pt x="4109" y="1622"/>
                </a:lnTo>
                <a:lnTo>
                  <a:pt x="4108" y="1622"/>
                </a:lnTo>
                <a:lnTo>
                  <a:pt x="4107" y="1621"/>
                </a:lnTo>
                <a:lnTo>
                  <a:pt x="4106" y="1620"/>
                </a:lnTo>
                <a:lnTo>
                  <a:pt x="4105" y="1620"/>
                </a:lnTo>
                <a:lnTo>
                  <a:pt x="4104" y="1620"/>
                </a:lnTo>
                <a:lnTo>
                  <a:pt x="4103" y="1620"/>
                </a:lnTo>
                <a:lnTo>
                  <a:pt x="4102" y="1620"/>
                </a:lnTo>
                <a:lnTo>
                  <a:pt x="4103" y="1620"/>
                </a:lnTo>
                <a:lnTo>
                  <a:pt x="4103" y="1621"/>
                </a:lnTo>
                <a:lnTo>
                  <a:pt x="4103" y="1622"/>
                </a:lnTo>
                <a:lnTo>
                  <a:pt x="4103" y="1623"/>
                </a:lnTo>
                <a:lnTo>
                  <a:pt x="4103" y="1624"/>
                </a:lnTo>
                <a:lnTo>
                  <a:pt x="4103" y="1626"/>
                </a:lnTo>
                <a:lnTo>
                  <a:pt x="4102" y="1626"/>
                </a:lnTo>
                <a:lnTo>
                  <a:pt x="4101" y="1627"/>
                </a:lnTo>
                <a:lnTo>
                  <a:pt x="4100" y="1627"/>
                </a:lnTo>
                <a:lnTo>
                  <a:pt x="4100" y="1628"/>
                </a:lnTo>
                <a:lnTo>
                  <a:pt x="4098" y="1629"/>
                </a:lnTo>
                <a:lnTo>
                  <a:pt x="4098" y="1630"/>
                </a:lnTo>
                <a:lnTo>
                  <a:pt x="4097" y="1631"/>
                </a:lnTo>
                <a:lnTo>
                  <a:pt x="4096" y="1633"/>
                </a:lnTo>
                <a:lnTo>
                  <a:pt x="4096" y="1634"/>
                </a:lnTo>
                <a:lnTo>
                  <a:pt x="4095" y="1634"/>
                </a:lnTo>
                <a:lnTo>
                  <a:pt x="4095" y="1635"/>
                </a:lnTo>
                <a:lnTo>
                  <a:pt x="4094" y="1637"/>
                </a:lnTo>
                <a:lnTo>
                  <a:pt x="4094" y="1638"/>
                </a:lnTo>
                <a:lnTo>
                  <a:pt x="4093" y="1639"/>
                </a:lnTo>
                <a:lnTo>
                  <a:pt x="4093" y="1640"/>
                </a:lnTo>
                <a:lnTo>
                  <a:pt x="4092" y="1640"/>
                </a:lnTo>
                <a:lnTo>
                  <a:pt x="4090" y="1640"/>
                </a:lnTo>
                <a:lnTo>
                  <a:pt x="4090" y="1641"/>
                </a:lnTo>
                <a:lnTo>
                  <a:pt x="4091" y="1641"/>
                </a:lnTo>
                <a:lnTo>
                  <a:pt x="4092" y="1641"/>
                </a:lnTo>
                <a:lnTo>
                  <a:pt x="4092" y="1642"/>
                </a:lnTo>
                <a:lnTo>
                  <a:pt x="4093" y="1644"/>
                </a:lnTo>
                <a:lnTo>
                  <a:pt x="4093" y="1645"/>
                </a:lnTo>
                <a:lnTo>
                  <a:pt x="4094" y="1645"/>
                </a:lnTo>
                <a:lnTo>
                  <a:pt x="4093" y="1646"/>
                </a:lnTo>
                <a:lnTo>
                  <a:pt x="4093" y="1647"/>
                </a:lnTo>
                <a:lnTo>
                  <a:pt x="4093" y="1648"/>
                </a:lnTo>
                <a:lnTo>
                  <a:pt x="4093" y="1649"/>
                </a:lnTo>
                <a:lnTo>
                  <a:pt x="4092" y="1650"/>
                </a:lnTo>
                <a:lnTo>
                  <a:pt x="4092" y="1651"/>
                </a:lnTo>
                <a:lnTo>
                  <a:pt x="4093" y="1652"/>
                </a:lnTo>
                <a:lnTo>
                  <a:pt x="4093" y="1654"/>
                </a:lnTo>
                <a:lnTo>
                  <a:pt x="4093" y="1655"/>
                </a:lnTo>
                <a:lnTo>
                  <a:pt x="4094" y="1656"/>
                </a:lnTo>
                <a:lnTo>
                  <a:pt x="4094" y="1658"/>
                </a:lnTo>
                <a:lnTo>
                  <a:pt x="4093" y="1658"/>
                </a:lnTo>
                <a:lnTo>
                  <a:pt x="4092" y="1658"/>
                </a:lnTo>
                <a:lnTo>
                  <a:pt x="4091" y="1657"/>
                </a:lnTo>
                <a:lnTo>
                  <a:pt x="4090" y="1656"/>
                </a:lnTo>
                <a:lnTo>
                  <a:pt x="4089" y="1656"/>
                </a:lnTo>
                <a:lnTo>
                  <a:pt x="4089" y="1658"/>
                </a:lnTo>
                <a:lnTo>
                  <a:pt x="4090" y="1658"/>
                </a:lnTo>
                <a:lnTo>
                  <a:pt x="4090" y="1657"/>
                </a:lnTo>
                <a:lnTo>
                  <a:pt x="4091" y="1657"/>
                </a:lnTo>
                <a:lnTo>
                  <a:pt x="4091" y="1658"/>
                </a:lnTo>
                <a:lnTo>
                  <a:pt x="4091" y="1659"/>
                </a:lnTo>
                <a:lnTo>
                  <a:pt x="4090" y="1659"/>
                </a:lnTo>
                <a:lnTo>
                  <a:pt x="4089" y="1659"/>
                </a:lnTo>
                <a:lnTo>
                  <a:pt x="4089" y="1661"/>
                </a:lnTo>
                <a:lnTo>
                  <a:pt x="4088" y="1661"/>
                </a:lnTo>
                <a:lnTo>
                  <a:pt x="4089" y="1661"/>
                </a:lnTo>
                <a:lnTo>
                  <a:pt x="4089" y="1660"/>
                </a:lnTo>
                <a:lnTo>
                  <a:pt x="4090" y="1660"/>
                </a:lnTo>
                <a:lnTo>
                  <a:pt x="4091" y="1659"/>
                </a:lnTo>
                <a:lnTo>
                  <a:pt x="4092" y="1659"/>
                </a:lnTo>
                <a:lnTo>
                  <a:pt x="4093" y="1659"/>
                </a:lnTo>
                <a:lnTo>
                  <a:pt x="4094" y="1659"/>
                </a:lnTo>
                <a:lnTo>
                  <a:pt x="4095" y="1659"/>
                </a:lnTo>
                <a:lnTo>
                  <a:pt x="4095" y="1660"/>
                </a:lnTo>
                <a:lnTo>
                  <a:pt x="4096" y="1661"/>
                </a:lnTo>
                <a:lnTo>
                  <a:pt x="4096" y="1662"/>
                </a:lnTo>
                <a:lnTo>
                  <a:pt x="4096" y="1663"/>
                </a:lnTo>
                <a:lnTo>
                  <a:pt x="4097" y="1663"/>
                </a:lnTo>
                <a:lnTo>
                  <a:pt x="4097" y="1664"/>
                </a:lnTo>
                <a:lnTo>
                  <a:pt x="4098" y="1664"/>
                </a:lnTo>
                <a:lnTo>
                  <a:pt x="4097" y="1664"/>
                </a:lnTo>
                <a:lnTo>
                  <a:pt x="4097" y="1665"/>
                </a:lnTo>
                <a:lnTo>
                  <a:pt x="4097" y="1666"/>
                </a:lnTo>
                <a:lnTo>
                  <a:pt x="4098" y="1666"/>
                </a:lnTo>
                <a:lnTo>
                  <a:pt x="4099" y="1666"/>
                </a:lnTo>
                <a:lnTo>
                  <a:pt x="4100" y="1666"/>
                </a:lnTo>
                <a:lnTo>
                  <a:pt x="4100" y="1667"/>
                </a:lnTo>
                <a:lnTo>
                  <a:pt x="4103" y="1667"/>
                </a:lnTo>
                <a:lnTo>
                  <a:pt x="4104" y="1668"/>
                </a:lnTo>
                <a:lnTo>
                  <a:pt x="4104" y="1669"/>
                </a:lnTo>
                <a:lnTo>
                  <a:pt x="4105" y="1669"/>
                </a:lnTo>
                <a:lnTo>
                  <a:pt x="4105" y="1670"/>
                </a:lnTo>
                <a:lnTo>
                  <a:pt x="4106" y="1670"/>
                </a:lnTo>
                <a:lnTo>
                  <a:pt x="4107" y="1671"/>
                </a:lnTo>
                <a:lnTo>
                  <a:pt x="4109" y="1672"/>
                </a:lnTo>
                <a:lnTo>
                  <a:pt x="4109" y="1673"/>
                </a:lnTo>
                <a:lnTo>
                  <a:pt x="4110" y="1673"/>
                </a:lnTo>
                <a:lnTo>
                  <a:pt x="4111" y="1672"/>
                </a:lnTo>
                <a:lnTo>
                  <a:pt x="4111" y="1673"/>
                </a:lnTo>
                <a:lnTo>
                  <a:pt x="4112" y="1673"/>
                </a:lnTo>
                <a:lnTo>
                  <a:pt x="4112" y="1671"/>
                </a:lnTo>
                <a:lnTo>
                  <a:pt x="4112" y="1670"/>
                </a:lnTo>
                <a:lnTo>
                  <a:pt x="4113" y="1671"/>
                </a:lnTo>
                <a:lnTo>
                  <a:pt x="4114" y="1671"/>
                </a:lnTo>
                <a:lnTo>
                  <a:pt x="4115" y="1671"/>
                </a:lnTo>
                <a:lnTo>
                  <a:pt x="4117" y="1672"/>
                </a:lnTo>
                <a:lnTo>
                  <a:pt x="4117" y="1675"/>
                </a:lnTo>
                <a:lnTo>
                  <a:pt x="4119" y="1675"/>
                </a:lnTo>
                <a:lnTo>
                  <a:pt x="4118" y="1673"/>
                </a:lnTo>
                <a:lnTo>
                  <a:pt x="4118" y="1672"/>
                </a:lnTo>
                <a:lnTo>
                  <a:pt x="4119" y="1672"/>
                </a:lnTo>
                <a:lnTo>
                  <a:pt x="4120" y="1672"/>
                </a:lnTo>
                <a:lnTo>
                  <a:pt x="4122" y="1674"/>
                </a:lnTo>
                <a:lnTo>
                  <a:pt x="4123" y="1674"/>
                </a:lnTo>
                <a:lnTo>
                  <a:pt x="4125" y="1673"/>
                </a:lnTo>
                <a:lnTo>
                  <a:pt x="4126" y="1673"/>
                </a:lnTo>
                <a:lnTo>
                  <a:pt x="4126" y="1674"/>
                </a:lnTo>
                <a:lnTo>
                  <a:pt x="4126" y="1675"/>
                </a:lnTo>
                <a:lnTo>
                  <a:pt x="4125" y="1678"/>
                </a:lnTo>
                <a:lnTo>
                  <a:pt x="4126" y="1678"/>
                </a:lnTo>
                <a:lnTo>
                  <a:pt x="4126" y="1679"/>
                </a:lnTo>
                <a:lnTo>
                  <a:pt x="4123" y="1685"/>
                </a:lnTo>
                <a:lnTo>
                  <a:pt x="4124" y="1685"/>
                </a:lnTo>
                <a:lnTo>
                  <a:pt x="4125" y="1684"/>
                </a:lnTo>
                <a:lnTo>
                  <a:pt x="4126" y="1685"/>
                </a:lnTo>
                <a:lnTo>
                  <a:pt x="4127" y="1685"/>
                </a:lnTo>
                <a:lnTo>
                  <a:pt x="4127" y="1684"/>
                </a:lnTo>
                <a:lnTo>
                  <a:pt x="4128" y="1684"/>
                </a:lnTo>
                <a:lnTo>
                  <a:pt x="4129" y="1684"/>
                </a:lnTo>
                <a:lnTo>
                  <a:pt x="4129" y="1685"/>
                </a:lnTo>
                <a:lnTo>
                  <a:pt x="4129" y="1686"/>
                </a:lnTo>
                <a:lnTo>
                  <a:pt x="4129" y="1687"/>
                </a:lnTo>
                <a:lnTo>
                  <a:pt x="4130" y="1687"/>
                </a:lnTo>
                <a:lnTo>
                  <a:pt x="4131" y="1686"/>
                </a:lnTo>
                <a:lnTo>
                  <a:pt x="4130" y="1686"/>
                </a:lnTo>
                <a:lnTo>
                  <a:pt x="4130" y="1685"/>
                </a:lnTo>
                <a:lnTo>
                  <a:pt x="4131" y="1684"/>
                </a:lnTo>
                <a:lnTo>
                  <a:pt x="4132" y="1684"/>
                </a:lnTo>
                <a:lnTo>
                  <a:pt x="4133" y="1684"/>
                </a:lnTo>
                <a:lnTo>
                  <a:pt x="4133" y="1683"/>
                </a:lnTo>
                <a:lnTo>
                  <a:pt x="4134" y="1683"/>
                </a:lnTo>
                <a:lnTo>
                  <a:pt x="4134" y="1682"/>
                </a:lnTo>
                <a:lnTo>
                  <a:pt x="4135" y="1682"/>
                </a:lnTo>
                <a:lnTo>
                  <a:pt x="4136" y="1682"/>
                </a:lnTo>
                <a:lnTo>
                  <a:pt x="4139" y="1682"/>
                </a:lnTo>
                <a:lnTo>
                  <a:pt x="4142" y="1682"/>
                </a:lnTo>
                <a:lnTo>
                  <a:pt x="4142" y="1683"/>
                </a:lnTo>
                <a:lnTo>
                  <a:pt x="4142" y="1684"/>
                </a:lnTo>
                <a:lnTo>
                  <a:pt x="4142" y="1685"/>
                </a:lnTo>
                <a:lnTo>
                  <a:pt x="4143" y="1685"/>
                </a:lnTo>
                <a:lnTo>
                  <a:pt x="4144" y="1684"/>
                </a:lnTo>
                <a:lnTo>
                  <a:pt x="4145" y="1682"/>
                </a:lnTo>
                <a:lnTo>
                  <a:pt x="4150" y="1681"/>
                </a:lnTo>
                <a:lnTo>
                  <a:pt x="4150" y="1683"/>
                </a:lnTo>
                <a:lnTo>
                  <a:pt x="4150" y="1685"/>
                </a:lnTo>
                <a:lnTo>
                  <a:pt x="4150" y="1686"/>
                </a:lnTo>
                <a:lnTo>
                  <a:pt x="4150" y="1687"/>
                </a:lnTo>
                <a:lnTo>
                  <a:pt x="4149" y="1688"/>
                </a:lnTo>
                <a:lnTo>
                  <a:pt x="4149" y="1689"/>
                </a:lnTo>
                <a:lnTo>
                  <a:pt x="4150" y="1689"/>
                </a:lnTo>
                <a:lnTo>
                  <a:pt x="4151" y="1689"/>
                </a:lnTo>
                <a:lnTo>
                  <a:pt x="4151" y="1688"/>
                </a:lnTo>
                <a:lnTo>
                  <a:pt x="4150" y="1688"/>
                </a:lnTo>
                <a:lnTo>
                  <a:pt x="4150" y="1687"/>
                </a:lnTo>
                <a:lnTo>
                  <a:pt x="4151" y="1687"/>
                </a:lnTo>
                <a:lnTo>
                  <a:pt x="4151" y="1686"/>
                </a:lnTo>
                <a:lnTo>
                  <a:pt x="4151" y="1685"/>
                </a:lnTo>
                <a:lnTo>
                  <a:pt x="4152" y="1685"/>
                </a:lnTo>
                <a:lnTo>
                  <a:pt x="4152" y="1684"/>
                </a:lnTo>
                <a:lnTo>
                  <a:pt x="4153" y="1683"/>
                </a:lnTo>
                <a:lnTo>
                  <a:pt x="4154" y="1683"/>
                </a:lnTo>
                <a:lnTo>
                  <a:pt x="4154" y="1682"/>
                </a:lnTo>
                <a:lnTo>
                  <a:pt x="4153" y="1682"/>
                </a:lnTo>
                <a:lnTo>
                  <a:pt x="4155" y="1681"/>
                </a:lnTo>
                <a:lnTo>
                  <a:pt x="4156" y="1680"/>
                </a:lnTo>
                <a:lnTo>
                  <a:pt x="4156" y="1681"/>
                </a:lnTo>
                <a:lnTo>
                  <a:pt x="4161" y="1680"/>
                </a:lnTo>
                <a:lnTo>
                  <a:pt x="4161" y="1681"/>
                </a:lnTo>
                <a:lnTo>
                  <a:pt x="4161" y="1682"/>
                </a:lnTo>
                <a:lnTo>
                  <a:pt x="4164" y="1682"/>
                </a:lnTo>
                <a:lnTo>
                  <a:pt x="4164" y="1681"/>
                </a:lnTo>
                <a:lnTo>
                  <a:pt x="4164" y="1680"/>
                </a:lnTo>
                <a:lnTo>
                  <a:pt x="4165" y="1680"/>
                </a:lnTo>
                <a:lnTo>
                  <a:pt x="4165" y="1681"/>
                </a:lnTo>
                <a:lnTo>
                  <a:pt x="4166" y="1682"/>
                </a:lnTo>
                <a:lnTo>
                  <a:pt x="4168" y="1682"/>
                </a:lnTo>
                <a:lnTo>
                  <a:pt x="4168" y="1680"/>
                </a:lnTo>
                <a:lnTo>
                  <a:pt x="4168" y="1679"/>
                </a:lnTo>
                <a:lnTo>
                  <a:pt x="4169" y="1679"/>
                </a:lnTo>
                <a:lnTo>
                  <a:pt x="4170" y="1678"/>
                </a:lnTo>
                <a:lnTo>
                  <a:pt x="4170" y="1677"/>
                </a:lnTo>
                <a:lnTo>
                  <a:pt x="4171" y="1676"/>
                </a:lnTo>
                <a:lnTo>
                  <a:pt x="4172" y="1676"/>
                </a:lnTo>
                <a:lnTo>
                  <a:pt x="4173" y="1675"/>
                </a:lnTo>
                <a:lnTo>
                  <a:pt x="4174" y="1675"/>
                </a:lnTo>
                <a:lnTo>
                  <a:pt x="4176" y="1674"/>
                </a:lnTo>
                <a:lnTo>
                  <a:pt x="4176" y="1673"/>
                </a:lnTo>
                <a:lnTo>
                  <a:pt x="4175" y="1672"/>
                </a:lnTo>
                <a:lnTo>
                  <a:pt x="4176" y="1673"/>
                </a:lnTo>
                <a:lnTo>
                  <a:pt x="4177" y="1672"/>
                </a:lnTo>
                <a:lnTo>
                  <a:pt x="4178" y="1671"/>
                </a:lnTo>
                <a:lnTo>
                  <a:pt x="4179" y="1671"/>
                </a:lnTo>
                <a:lnTo>
                  <a:pt x="4179" y="1670"/>
                </a:lnTo>
                <a:lnTo>
                  <a:pt x="4180" y="1670"/>
                </a:lnTo>
                <a:lnTo>
                  <a:pt x="4180" y="1669"/>
                </a:lnTo>
                <a:lnTo>
                  <a:pt x="4180" y="1668"/>
                </a:lnTo>
                <a:lnTo>
                  <a:pt x="4179" y="1668"/>
                </a:lnTo>
                <a:lnTo>
                  <a:pt x="4179" y="1667"/>
                </a:lnTo>
                <a:lnTo>
                  <a:pt x="4181" y="1668"/>
                </a:lnTo>
                <a:lnTo>
                  <a:pt x="4181" y="1667"/>
                </a:lnTo>
                <a:lnTo>
                  <a:pt x="4181" y="1666"/>
                </a:lnTo>
                <a:lnTo>
                  <a:pt x="4180" y="1666"/>
                </a:lnTo>
                <a:lnTo>
                  <a:pt x="4180" y="1665"/>
                </a:lnTo>
                <a:lnTo>
                  <a:pt x="4180" y="1664"/>
                </a:lnTo>
                <a:lnTo>
                  <a:pt x="4181" y="1664"/>
                </a:lnTo>
                <a:lnTo>
                  <a:pt x="4181" y="1665"/>
                </a:lnTo>
                <a:lnTo>
                  <a:pt x="4182" y="1664"/>
                </a:lnTo>
                <a:lnTo>
                  <a:pt x="4181" y="1664"/>
                </a:lnTo>
                <a:lnTo>
                  <a:pt x="4182" y="1664"/>
                </a:lnTo>
                <a:lnTo>
                  <a:pt x="4182" y="1663"/>
                </a:lnTo>
                <a:lnTo>
                  <a:pt x="4181" y="1663"/>
                </a:lnTo>
                <a:lnTo>
                  <a:pt x="4180" y="1663"/>
                </a:lnTo>
                <a:lnTo>
                  <a:pt x="4180" y="1662"/>
                </a:lnTo>
                <a:lnTo>
                  <a:pt x="4179" y="1661"/>
                </a:lnTo>
                <a:lnTo>
                  <a:pt x="4179" y="1660"/>
                </a:lnTo>
                <a:lnTo>
                  <a:pt x="4178" y="1661"/>
                </a:lnTo>
                <a:lnTo>
                  <a:pt x="4177" y="1661"/>
                </a:lnTo>
                <a:lnTo>
                  <a:pt x="4176" y="1660"/>
                </a:lnTo>
                <a:lnTo>
                  <a:pt x="4177" y="1660"/>
                </a:lnTo>
                <a:lnTo>
                  <a:pt x="4175" y="1659"/>
                </a:lnTo>
                <a:lnTo>
                  <a:pt x="4176" y="1658"/>
                </a:lnTo>
                <a:lnTo>
                  <a:pt x="4176" y="1657"/>
                </a:lnTo>
                <a:lnTo>
                  <a:pt x="4176" y="1656"/>
                </a:lnTo>
                <a:lnTo>
                  <a:pt x="4177" y="1656"/>
                </a:lnTo>
                <a:lnTo>
                  <a:pt x="4178" y="1656"/>
                </a:lnTo>
                <a:lnTo>
                  <a:pt x="4179" y="1655"/>
                </a:lnTo>
                <a:lnTo>
                  <a:pt x="4180" y="1655"/>
                </a:lnTo>
                <a:lnTo>
                  <a:pt x="4182" y="1655"/>
                </a:lnTo>
                <a:lnTo>
                  <a:pt x="4183" y="1655"/>
                </a:lnTo>
                <a:lnTo>
                  <a:pt x="4184" y="1655"/>
                </a:lnTo>
                <a:lnTo>
                  <a:pt x="4185" y="1654"/>
                </a:lnTo>
                <a:lnTo>
                  <a:pt x="4185" y="1653"/>
                </a:lnTo>
                <a:lnTo>
                  <a:pt x="4185" y="1652"/>
                </a:lnTo>
                <a:lnTo>
                  <a:pt x="4186" y="1652"/>
                </a:lnTo>
                <a:lnTo>
                  <a:pt x="4185" y="1651"/>
                </a:lnTo>
                <a:lnTo>
                  <a:pt x="4186" y="1651"/>
                </a:lnTo>
                <a:lnTo>
                  <a:pt x="4188" y="1651"/>
                </a:lnTo>
                <a:lnTo>
                  <a:pt x="4188" y="1652"/>
                </a:lnTo>
                <a:lnTo>
                  <a:pt x="4190" y="1651"/>
                </a:lnTo>
                <a:lnTo>
                  <a:pt x="4191" y="1651"/>
                </a:lnTo>
                <a:lnTo>
                  <a:pt x="4192" y="1651"/>
                </a:lnTo>
                <a:lnTo>
                  <a:pt x="4192" y="1650"/>
                </a:lnTo>
                <a:lnTo>
                  <a:pt x="4191" y="1650"/>
                </a:lnTo>
                <a:lnTo>
                  <a:pt x="4192" y="1650"/>
                </a:lnTo>
                <a:lnTo>
                  <a:pt x="4194" y="1650"/>
                </a:lnTo>
                <a:lnTo>
                  <a:pt x="4195" y="1650"/>
                </a:lnTo>
                <a:lnTo>
                  <a:pt x="4196" y="1650"/>
                </a:lnTo>
                <a:lnTo>
                  <a:pt x="4197" y="1649"/>
                </a:lnTo>
                <a:lnTo>
                  <a:pt x="4198" y="1649"/>
                </a:lnTo>
                <a:lnTo>
                  <a:pt x="4198" y="1647"/>
                </a:lnTo>
                <a:lnTo>
                  <a:pt x="4199" y="1647"/>
                </a:lnTo>
                <a:lnTo>
                  <a:pt x="4200" y="1647"/>
                </a:lnTo>
                <a:lnTo>
                  <a:pt x="4201" y="1647"/>
                </a:lnTo>
                <a:lnTo>
                  <a:pt x="4202" y="1646"/>
                </a:lnTo>
                <a:lnTo>
                  <a:pt x="4203" y="1646"/>
                </a:lnTo>
                <a:lnTo>
                  <a:pt x="4205" y="1645"/>
                </a:lnTo>
                <a:lnTo>
                  <a:pt x="4205" y="1644"/>
                </a:lnTo>
                <a:lnTo>
                  <a:pt x="4208" y="1642"/>
                </a:lnTo>
                <a:lnTo>
                  <a:pt x="4210" y="1641"/>
                </a:lnTo>
                <a:lnTo>
                  <a:pt x="4211" y="1640"/>
                </a:lnTo>
                <a:lnTo>
                  <a:pt x="4211" y="1639"/>
                </a:lnTo>
                <a:lnTo>
                  <a:pt x="4212" y="1638"/>
                </a:lnTo>
                <a:lnTo>
                  <a:pt x="4212" y="1637"/>
                </a:lnTo>
                <a:lnTo>
                  <a:pt x="4209" y="1634"/>
                </a:lnTo>
                <a:lnTo>
                  <a:pt x="4210" y="1633"/>
                </a:lnTo>
                <a:lnTo>
                  <a:pt x="4211" y="1632"/>
                </a:lnTo>
                <a:lnTo>
                  <a:pt x="4212" y="1631"/>
                </a:lnTo>
                <a:lnTo>
                  <a:pt x="4213" y="1631"/>
                </a:lnTo>
                <a:lnTo>
                  <a:pt x="4218" y="1631"/>
                </a:lnTo>
                <a:lnTo>
                  <a:pt x="4218" y="1630"/>
                </a:lnTo>
                <a:lnTo>
                  <a:pt x="4219" y="1630"/>
                </a:lnTo>
                <a:lnTo>
                  <a:pt x="4219" y="1629"/>
                </a:lnTo>
                <a:lnTo>
                  <a:pt x="4220" y="1628"/>
                </a:lnTo>
                <a:lnTo>
                  <a:pt x="4219" y="1627"/>
                </a:lnTo>
                <a:lnTo>
                  <a:pt x="4218" y="1626"/>
                </a:lnTo>
                <a:lnTo>
                  <a:pt x="4217" y="1627"/>
                </a:lnTo>
                <a:lnTo>
                  <a:pt x="4218" y="1628"/>
                </a:lnTo>
                <a:lnTo>
                  <a:pt x="4216" y="1628"/>
                </a:lnTo>
                <a:lnTo>
                  <a:pt x="4216" y="1627"/>
                </a:lnTo>
                <a:lnTo>
                  <a:pt x="4217" y="1626"/>
                </a:lnTo>
                <a:lnTo>
                  <a:pt x="4218" y="1626"/>
                </a:lnTo>
                <a:lnTo>
                  <a:pt x="4218" y="1625"/>
                </a:lnTo>
                <a:lnTo>
                  <a:pt x="4216" y="1626"/>
                </a:lnTo>
                <a:lnTo>
                  <a:pt x="4215" y="1626"/>
                </a:lnTo>
                <a:lnTo>
                  <a:pt x="4214" y="1625"/>
                </a:lnTo>
                <a:lnTo>
                  <a:pt x="4213" y="1626"/>
                </a:lnTo>
                <a:lnTo>
                  <a:pt x="4212" y="1626"/>
                </a:lnTo>
                <a:lnTo>
                  <a:pt x="4211" y="1625"/>
                </a:lnTo>
                <a:lnTo>
                  <a:pt x="4210" y="1625"/>
                </a:lnTo>
                <a:lnTo>
                  <a:pt x="4210" y="1624"/>
                </a:lnTo>
                <a:lnTo>
                  <a:pt x="4211" y="1624"/>
                </a:lnTo>
                <a:lnTo>
                  <a:pt x="4212" y="1624"/>
                </a:lnTo>
                <a:lnTo>
                  <a:pt x="4217" y="1624"/>
                </a:lnTo>
                <a:lnTo>
                  <a:pt x="4218" y="1624"/>
                </a:lnTo>
                <a:lnTo>
                  <a:pt x="4219" y="1624"/>
                </a:lnTo>
                <a:lnTo>
                  <a:pt x="4220" y="1624"/>
                </a:lnTo>
                <a:lnTo>
                  <a:pt x="4221" y="1624"/>
                </a:lnTo>
                <a:lnTo>
                  <a:pt x="4222" y="1624"/>
                </a:lnTo>
                <a:lnTo>
                  <a:pt x="4222" y="1623"/>
                </a:lnTo>
                <a:lnTo>
                  <a:pt x="4223" y="1623"/>
                </a:lnTo>
                <a:lnTo>
                  <a:pt x="4224" y="1623"/>
                </a:lnTo>
                <a:lnTo>
                  <a:pt x="4225" y="1622"/>
                </a:lnTo>
                <a:lnTo>
                  <a:pt x="4226" y="1622"/>
                </a:lnTo>
                <a:lnTo>
                  <a:pt x="4226" y="1621"/>
                </a:lnTo>
                <a:lnTo>
                  <a:pt x="4227" y="1621"/>
                </a:lnTo>
                <a:lnTo>
                  <a:pt x="4228" y="1621"/>
                </a:lnTo>
                <a:lnTo>
                  <a:pt x="4228" y="1620"/>
                </a:lnTo>
                <a:lnTo>
                  <a:pt x="4229" y="1620"/>
                </a:lnTo>
                <a:lnTo>
                  <a:pt x="4229" y="1619"/>
                </a:lnTo>
                <a:lnTo>
                  <a:pt x="4230" y="1618"/>
                </a:lnTo>
                <a:lnTo>
                  <a:pt x="4231" y="1618"/>
                </a:lnTo>
                <a:lnTo>
                  <a:pt x="4232" y="1618"/>
                </a:lnTo>
                <a:lnTo>
                  <a:pt x="4233" y="1618"/>
                </a:lnTo>
                <a:lnTo>
                  <a:pt x="4234" y="1618"/>
                </a:lnTo>
                <a:lnTo>
                  <a:pt x="4235" y="1618"/>
                </a:lnTo>
                <a:lnTo>
                  <a:pt x="4237" y="1618"/>
                </a:lnTo>
                <a:lnTo>
                  <a:pt x="4238" y="1618"/>
                </a:lnTo>
                <a:lnTo>
                  <a:pt x="4239" y="1617"/>
                </a:lnTo>
                <a:lnTo>
                  <a:pt x="4240" y="1617"/>
                </a:lnTo>
                <a:lnTo>
                  <a:pt x="4241" y="1617"/>
                </a:lnTo>
                <a:lnTo>
                  <a:pt x="4242" y="1617"/>
                </a:lnTo>
                <a:lnTo>
                  <a:pt x="4243" y="1617"/>
                </a:lnTo>
                <a:lnTo>
                  <a:pt x="4243" y="1616"/>
                </a:lnTo>
                <a:lnTo>
                  <a:pt x="4244" y="1616"/>
                </a:lnTo>
                <a:lnTo>
                  <a:pt x="4245" y="1616"/>
                </a:lnTo>
                <a:lnTo>
                  <a:pt x="4246" y="1615"/>
                </a:lnTo>
                <a:lnTo>
                  <a:pt x="4246" y="1614"/>
                </a:lnTo>
                <a:lnTo>
                  <a:pt x="4247" y="1615"/>
                </a:lnTo>
                <a:lnTo>
                  <a:pt x="4248" y="1615"/>
                </a:lnTo>
                <a:lnTo>
                  <a:pt x="4249" y="1614"/>
                </a:lnTo>
                <a:lnTo>
                  <a:pt x="4250" y="1613"/>
                </a:lnTo>
                <a:lnTo>
                  <a:pt x="4250" y="1614"/>
                </a:lnTo>
                <a:lnTo>
                  <a:pt x="4251" y="1613"/>
                </a:lnTo>
                <a:lnTo>
                  <a:pt x="4252" y="1613"/>
                </a:lnTo>
                <a:lnTo>
                  <a:pt x="4252" y="1612"/>
                </a:lnTo>
                <a:lnTo>
                  <a:pt x="4253" y="1612"/>
                </a:lnTo>
                <a:lnTo>
                  <a:pt x="4254" y="1611"/>
                </a:lnTo>
                <a:lnTo>
                  <a:pt x="4255" y="1610"/>
                </a:lnTo>
                <a:lnTo>
                  <a:pt x="4256" y="1610"/>
                </a:lnTo>
                <a:lnTo>
                  <a:pt x="4257" y="1610"/>
                </a:lnTo>
                <a:lnTo>
                  <a:pt x="4258" y="1610"/>
                </a:lnTo>
                <a:lnTo>
                  <a:pt x="4259" y="1610"/>
                </a:lnTo>
                <a:lnTo>
                  <a:pt x="4260" y="1610"/>
                </a:lnTo>
                <a:lnTo>
                  <a:pt x="4261" y="1610"/>
                </a:lnTo>
                <a:lnTo>
                  <a:pt x="4262" y="1611"/>
                </a:lnTo>
                <a:lnTo>
                  <a:pt x="4263" y="1611"/>
                </a:lnTo>
                <a:lnTo>
                  <a:pt x="4264" y="1611"/>
                </a:lnTo>
                <a:lnTo>
                  <a:pt x="4265" y="1611"/>
                </a:lnTo>
                <a:lnTo>
                  <a:pt x="4266" y="1611"/>
                </a:lnTo>
                <a:lnTo>
                  <a:pt x="4267" y="1610"/>
                </a:lnTo>
                <a:lnTo>
                  <a:pt x="4268" y="1610"/>
                </a:lnTo>
                <a:lnTo>
                  <a:pt x="4270" y="1609"/>
                </a:lnTo>
                <a:lnTo>
                  <a:pt x="4271" y="1610"/>
                </a:lnTo>
                <a:lnTo>
                  <a:pt x="4272" y="1610"/>
                </a:lnTo>
                <a:lnTo>
                  <a:pt x="4273" y="1610"/>
                </a:lnTo>
                <a:lnTo>
                  <a:pt x="4274" y="1610"/>
                </a:lnTo>
                <a:lnTo>
                  <a:pt x="4274" y="1611"/>
                </a:lnTo>
                <a:lnTo>
                  <a:pt x="4275" y="1611"/>
                </a:lnTo>
                <a:lnTo>
                  <a:pt x="4276" y="1611"/>
                </a:lnTo>
                <a:lnTo>
                  <a:pt x="4276" y="1612"/>
                </a:lnTo>
                <a:lnTo>
                  <a:pt x="4275" y="1613"/>
                </a:lnTo>
                <a:lnTo>
                  <a:pt x="4275" y="1614"/>
                </a:lnTo>
                <a:lnTo>
                  <a:pt x="4276" y="1615"/>
                </a:lnTo>
                <a:lnTo>
                  <a:pt x="4277" y="1616"/>
                </a:lnTo>
                <a:lnTo>
                  <a:pt x="4278" y="1616"/>
                </a:lnTo>
                <a:lnTo>
                  <a:pt x="4279" y="1617"/>
                </a:lnTo>
                <a:lnTo>
                  <a:pt x="4280" y="1617"/>
                </a:lnTo>
                <a:lnTo>
                  <a:pt x="4281" y="1617"/>
                </a:lnTo>
                <a:lnTo>
                  <a:pt x="4281" y="1618"/>
                </a:lnTo>
                <a:lnTo>
                  <a:pt x="4282" y="1619"/>
                </a:lnTo>
                <a:lnTo>
                  <a:pt x="4282" y="1620"/>
                </a:lnTo>
                <a:lnTo>
                  <a:pt x="4283" y="1621"/>
                </a:lnTo>
                <a:lnTo>
                  <a:pt x="4284" y="1621"/>
                </a:lnTo>
                <a:lnTo>
                  <a:pt x="4284" y="1622"/>
                </a:lnTo>
                <a:lnTo>
                  <a:pt x="4285" y="1622"/>
                </a:lnTo>
                <a:lnTo>
                  <a:pt x="4286" y="1622"/>
                </a:lnTo>
                <a:lnTo>
                  <a:pt x="4287" y="1622"/>
                </a:lnTo>
                <a:lnTo>
                  <a:pt x="4287" y="1621"/>
                </a:lnTo>
                <a:lnTo>
                  <a:pt x="4288" y="1621"/>
                </a:lnTo>
                <a:lnTo>
                  <a:pt x="4289" y="1622"/>
                </a:lnTo>
                <a:lnTo>
                  <a:pt x="4290" y="1621"/>
                </a:lnTo>
                <a:lnTo>
                  <a:pt x="4291" y="1622"/>
                </a:lnTo>
                <a:lnTo>
                  <a:pt x="4292" y="1621"/>
                </a:lnTo>
                <a:lnTo>
                  <a:pt x="4294" y="1621"/>
                </a:lnTo>
                <a:lnTo>
                  <a:pt x="4294" y="1622"/>
                </a:lnTo>
                <a:lnTo>
                  <a:pt x="4295" y="1623"/>
                </a:lnTo>
                <a:lnTo>
                  <a:pt x="4294" y="1623"/>
                </a:lnTo>
                <a:lnTo>
                  <a:pt x="4294" y="1624"/>
                </a:lnTo>
                <a:lnTo>
                  <a:pt x="4294" y="1625"/>
                </a:lnTo>
                <a:lnTo>
                  <a:pt x="4293" y="1625"/>
                </a:lnTo>
                <a:lnTo>
                  <a:pt x="4292" y="1626"/>
                </a:lnTo>
                <a:lnTo>
                  <a:pt x="4293" y="1627"/>
                </a:lnTo>
                <a:lnTo>
                  <a:pt x="4294" y="1627"/>
                </a:lnTo>
                <a:lnTo>
                  <a:pt x="4295" y="1627"/>
                </a:lnTo>
                <a:lnTo>
                  <a:pt x="4295" y="1628"/>
                </a:lnTo>
                <a:lnTo>
                  <a:pt x="4295" y="1629"/>
                </a:lnTo>
                <a:lnTo>
                  <a:pt x="4294" y="1629"/>
                </a:lnTo>
                <a:lnTo>
                  <a:pt x="4294" y="1630"/>
                </a:lnTo>
                <a:lnTo>
                  <a:pt x="4294" y="1631"/>
                </a:lnTo>
                <a:lnTo>
                  <a:pt x="4293" y="1631"/>
                </a:lnTo>
                <a:lnTo>
                  <a:pt x="4293" y="1632"/>
                </a:lnTo>
                <a:lnTo>
                  <a:pt x="4294" y="1632"/>
                </a:lnTo>
                <a:lnTo>
                  <a:pt x="4294" y="1633"/>
                </a:lnTo>
                <a:lnTo>
                  <a:pt x="4295" y="1633"/>
                </a:lnTo>
                <a:lnTo>
                  <a:pt x="4295" y="1634"/>
                </a:lnTo>
                <a:lnTo>
                  <a:pt x="4296" y="1634"/>
                </a:lnTo>
                <a:lnTo>
                  <a:pt x="4297" y="1634"/>
                </a:lnTo>
                <a:lnTo>
                  <a:pt x="4297" y="1635"/>
                </a:lnTo>
                <a:lnTo>
                  <a:pt x="4298" y="1635"/>
                </a:lnTo>
                <a:lnTo>
                  <a:pt x="4299" y="1635"/>
                </a:lnTo>
                <a:lnTo>
                  <a:pt x="4301" y="1635"/>
                </a:lnTo>
                <a:lnTo>
                  <a:pt x="4302" y="1636"/>
                </a:lnTo>
                <a:lnTo>
                  <a:pt x="4303" y="1636"/>
                </a:lnTo>
                <a:lnTo>
                  <a:pt x="4304" y="1636"/>
                </a:lnTo>
                <a:lnTo>
                  <a:pt x="4306" y="1635"/>
                </a:lnTo>
                <a:lnTo>
                  <a:pt x="4309" y="1635"/>
                </a:lnTo>
                <a:lnTo>
                  <a:pt x="4310" y="1635"/>
                </a:lnTo>
                <a:lnTo>
                  <a:pt x="4311" y="1635"/>
                </a:lnTo>
                <a:lnTo>
                  <a:pt x="4312" y="1634"/>
                </a:lnTo>
                <a:lnTo>
                  <a:pt x="4313" y="1634"/>
                </a:lnTo>
                <a:lnTo>
                  <a:pt x="4314" y="1633"/>
                </a:lnTo>
                <a:lnTo>
                  <a:pt x="4314" y="1632"/>
                </a:lnTo>
                <a:lnTo>
                  <a:pt x="4314" y="1631"/>
                </a:lnTo>
                <a:lnTo>
                  <a:pt x="4313" y="1630"/>
                </a:lnTo>
                <a:lnTo>
                  <a:pt x="4312" y="1630"/>
                </a:lnTo>
                <a:lnTo>
                  <a:pt x="4313" y="1630"/>
                </a:lnTo>
                <a:lnTo>
                  <a:pt x="4315" y="1631"/>
                </a:lnTo>
                <a:lnTo>
                  <a:pt x="4316" y="1631"/>
                </a:lnTo>
                <a:lnTo>
                  <a:pt x="4317" y="1632"/>
                </a:lnTo>
                <a:lnTo>
                  <a:pt x="4318" y="1632"/>
                </a:lnTo>
                <a:lnTo>
                  <a:pt x="4319" y="1632"/>
                </a:lnTo>
                <a:lnTo>
                  <a:pt x="4319" y="1633"/>
                </a:lnTo>
                <a:lnTo>
                  <a:pt x="4320" y="1633"/>
                </a:lnTo>
                <a:lnTo>
                  <a:pt x="4320" y="1634"/>
                </a:lnTo>
                <a:lnTo>
                  <a:pt x="4319" y="1634"/>
                </a:lnTo>
                <a:lnTo>
                  <a:pt x="4318" y="1633"/>
                </a:lnTo>
                <a:lnTo>
                  <a:pt x="4317" y="1633"/>
                </a:lnTo>
                <a:lnTo>
                  <a:pt x="4316" y="1633"/>
                </a:lnTo>
                <a:lnTo>
                  <a:pt x="4315" y="1633"/>
                </a:lnTo>
                <a:lnTo>
                  <a:pt x="4315" y="1634"/>
                </a:lnTo>
                <a:lnTo>
                  <a:pt x="4315" y="1635"/>
                </a:lnTo>
                <a:lnTo>
                  <a:pt x="4317" y="1635"/>
                </a:lnTo>
                <a:lnTo>
                  <a:pt x="4317" y="1636"/>
                </a:lnTo>
                <a:lnTo>
                  <a:pt x="4315" y="1636"/>
                </a:lnTo>
                <a:lnTo>
                  <a:pt x="4315" y="1637"/>
                </a:lnTo>
                <a:lnTo>
                  <a:pt x="4315" y="1638"/>
                </a:lnTo>
                <a:lnTo>
                  <a:pt x="4316" y="1638"/>
                </a:lnTo>
                <a:lnTo>
                  <a:pt x="4316" y="1639"/>
                </a:lnTo>
                <a:lnTo>
                  <a:pt x="4317" y="1639"/>
                </a:lnTo>
                <a:lnTo>
                  <a:pt x="4318" y="1639"/>
                </a:lnTo>
                <a:lnTo>
                  <a:pt x="4319" y="1639"/>
                </a:lnTo>
                <a:lnTo>
                  <a:pt x="4320" y="1639"/>
                </a:lnTo>
                <a:lnTo>
                  <a:pt x="4320" y="1640"/>
                </a:lnTo>
                <a:lnTo>
                  <a:pt x="4321" y="1640"/>
                </a:lnTo>
                <a:lnTo>
                  <a:pt x="4321" y="1641"/>
                </a:lnTo>
                <a:lnTo>
                  <a:pt x="4322" y="1641"/>
                </a:lnTo>
                <a:lnTo>
                  <a:pt x="4321" y="1642"/>
                </a:lnTo>
                <a:lnTo>
                  <a:pt x="4321" y="1643"/>
                </a:lnTo>
                <a:lnTo>
                  <a:pt x="4322" y="1644"/>
                </a:lnTo>
                <a:lnTo>
                  <a:pt x="4322" y="1645"/>
                </a:lnTo>
                <a:lnTo>
                  <a:pt x="4323" y="1645"/>
                </a:lnTo>
                <a:lnTo>
                  <a:pt x="4323" y="1646"/>
                </a:lnTo>
                <a:lnTo>
                  <a:pt x="4324" y="1646"/>
                </a:lnTo>
                <a:lnTo>
                  <a:pt x="4324" y="1647"/>
                </a:lnTo>
                <a:lnTo>
                  <a:pt x="4325" y="1647"/>
                </a:lnTo>
                <a:lnTo>
                  <a:pt x="4326" y="1647"/>
                </a:lnTo>
                <a:lnTo>
                  <a:pt x="4326" y="1648"/>
                </a:lnTo>
                <a:lnTo>
                  <a:pt x="4327" y="1648"/>
                </a:lnTo>
                <a:lnTo>
                  <a:pt x="4328" y="1648"/>
                </a:lnTo>
                <a:lnTo>
                  <a:pt x="4329" y="1648"/>
                </a:lnTo>
                <a:lnTo>
                  <a:pt x="4330" y="1649"/>
                </a:lnTo>
                <a:lnTo>
                  <a:pt x="4331" y="1649"/>
                </a:lnTo>
                <a:lnTo>
                  <a:pt x="4332" y="1649"/>
                </a:lnTo>
                <a:lnTo>
                  <a:pt x="4333" y="1649"/>
                </a:lnTo>
                <a:lnTo>
                  <a:pt x="4335" y="1649"/>
                </a:lnTo>
                <a:lnTo>
                  <a:pt x="4336" y="1650"/>
                </a:lnTo>
                <a:lnTo>
                  <a:pt x="4337" y="1649"/>
                </a:lnTo>
                <a:lnTo>
                  <a:pt x="4336" y="1649"/>
                </a:lnTo>
                <a:lnTo>
                  <a:pt x="4339" y="1647"/>
                </a:lnTo>
                <a:lnTo>
                  <a:pt x="4339" y="1649"/>
                </a:lnTo>
                <a:lnTo>
                  <a:pt x="4340" y="1649"/>
                </a:lnTo>
                <a:lnTo>
                  <a:pt x="4340" y="1648"/>
                </a:lnTo>
                <a:lnTo>
                  <a:pt x="4340" y="1647"/>
                </a:lnTo>
                <a:lnTo>
                  <a:pt x="4339" y="1646"/>
                </a:lnTo>
                <a:lnTo>
                  <a:pt x="4340" y="1646"/>
                </a:lnTo>
                <a:lnTo>
                  <a:pt x="4340" y="1647"/>
                </a:lnTo>
                <a:lnTo>
                  <a:pt x="4341" y="1647"/>
                </a:lnTo>
                <a:lnTo>
                  <a:pt x="4343" y="1647"/>
                </a:lnTo>
                <a:lnTo>
                  <a:pt x="4344" y="1648"/>
                </a:lnTo>
                <a:lnTo>
                  <a:pt x="4345" y="1648"/>
                </a:lnTo>
                <a:lnTo>
                  <a:pt x="4346" y="1648"/>
                </a:lnTo>
                <a:lnTo>
                  <a:pt x="4348" y="1648"/>
                </a:lnTo>
                <a:lnTo>
                  <a:pt x="4349" y="1648"/>
                </a:lnTo>
                <a:lnTo>
                  <a:pt x="4349" y="1649"/>
                </a:lnTo>
                <a:lnTo>
                  <a:pt x="4349" y="1650"/>
                </a:lnTo>
                <a:lnTo>
                  <a:pt x="4350" y="1650"/>
                </a:lnTo>
                <a:lnTo>
                  <a:pt x="4350" y="1651"/>
                </a:lnTo>
                <a:lnTo>
                  <a:pt x="4350" y="1650"/>
                </a:lnTo>
                <a:lnTo>
                  <a:pt x="4349" y="1649"/>
                </a:lnTo>
                <a:lnTo>
                  <a:pt x="4349" y="1648"/>
                </a:lnTo>
                <a:lnTo>
                  <a:pt x="4350" y="1648"/>
                </a:lnTo>
                <a:lnTo>
                  <a:pt x="4351" y="1648"/>
                </a:lnTo>
                <a:lnTo>
                  <a:pt x="4353" y="1647"/>
                </a:lnTo>
                <a:lnTo>
                  <a:pt x="4356" y="1647"/>
                </a:lnTo>
                <a:lnTo>
                  <a:pt x="4357" y="1647"/>
                </a:lnTo>
                <a:lnTo>
                  <a:pt x="4358" y="1647"/>
                </a:lnTo>
                <a:lnTo>
                  <a:pt x="4360" y="1647"/>
                </a:lnTo>
                <a:lnTo>
                  <a:pt x="4361" y="1647"/>
                </a:lnTo>
                <a:lnTo>
                  <a:pt x="4362" y="1646"/>
                </a:lnTo>
                <a:lnTo>
                  <a:pt x="4363" y="1646"/>
                </a:lnTo>
                <a:lnTo>
                  <a:pt x="4364" y="1646"/>
                </a:lnTo>
                <a:lnTo>
                  <a:pt x="4365" y="1646"/>
                </a:lnTo>
                <a:lnTo>
                  <a:pt x="4366" y="1646"/>
                </a:lnTo>
                <a:lnTo>
                  <a:pt x="4367" y="1645"/>
                </a:lnTo>
                <a:lnTo>
                  <a:pt x="4368" y="1645"/>
                </a:lnTo>
                <a:lnTo>
                  <a:pt x="4368" y="1646"/>
                </a:lnTo>
                <a:lnTo>
                  <a:pt x="4368" y="1647"/>
                </a:lnTo>
                <a:lnTo>
                  <a:pt x="4368" y="1648"/>
                </a:lnTo>
                <a:lnTo>
                  <a:pt x="4368" y="1649"/>
                </a:lnTo>
                <a:lnTo>
                  <a:pt x="4369" y="1649"/>
                </a:lnTo>
                <a:lnTo>
                  <a:pt x="4369" y="1648"/>
                </a:lnTo>
                <a:lnTo>
                  <a:pt x="4368" y="1648"/>
                </a:lnTo>
                <a:lnTo>
                  <a:pt x="4368" y="1647"/>
                </a:lnTo>
                <a:lnTo>
                  <a:pt x="4369" y="1646"/>
                </a:lnTo>
                <a:lnTo>
                  <a:pt x="4368" y="1645"/>
                </a:lnTo>
                <a:lnTo>
                  <a:pt x="4369" y="1645"/>
                </a:lnTo>
                <a:lnTo>
                  <a:pt x="4370" y="1644"/>
                </a:lnTo>
                <a:lnTo>
                  <a:pt x="4371" y="1644"/>
                </a:lnTo>
                <a:lnTo>
                  <a:pt x="4371" y="1643"/>
                </a:lnTo>
                <a:lnTo>
                  <a:pt x="4372" y="1643"/>
                </a:lnTo>
                <a:lnTo>
                  <a:pt x="4373" y="1642"/>
                </a:lnTo>
                <a:lnTo>
                  <a:pt x="4373" y="1641"/>
                </a:lnTo>
                <a:lnTo>
                  <a:pt x="4372" y="1641"/>
                </a:lnTo>
                <a:lnTo>
                  <a:pt x="4373" y="1640"/>
                </a:lnTo>
                <a:lnTo>
                  <a:pt x="4374" y="1641"/>
                </a:lnTo>
                <a:lnTo>
                  <a:pt x="4374" y="1640"/>
                </a:lnTo>
                <a:lnTo>
                  <a:pt x="4375" y="1640"/>
                </a:lnTo>
                <a:lnTo>
                  <a:pt x="4376" y="1640"/>
                </a:lnTo>
                <a:lnTo>
                  <a:pt x="4376" y="1639"/>
                </a:lnTo>
                <a:lnTo>
                  <a:pt x="4377" y="1639"/>
                </a:lnTo>
                <a:lnTo>
                  <a:pt x="4377" y="1640"/>
                </a:lnTo>
                <a:lnTo>
                  <a:pt x="4378" y="1639"/>
                </a:lnTo>
                <a:lnTo>
                  <a:pt x="4378" y="1638"/>
                </a:lnTo>
                <a:lnTo>
                  <a:pt x="4378" y="1637"/>
                </a:lnTo>
                <a:lnTo>
                  <a:pt x="4379" y="1637"/>
                </a:lnTo>
                <a:lnTo>
                  <a:pt x="4379" y="1638"/>
                </a:lnTo>
                <a:lnTo>
                  <a:pt x="4380" y="1639"/>
                </a:lnTo>
                <a:lnTo>
                  <a:pt x="4381" y="1639"/>
                </a:lnTo>
                <a:lnTo>
                  <a:pt x="4382" y="1638"/>
                </a:lnTo>
                <a:lnTo>
                  <a:pt x="4383" y="1638"/>
                </a:lnTo>
                <a:lnTo>
                  <a:pt x="4382" y="1637"/>
                </a:lnTo>
                <a:lnTo>
                  <a:pt x="4382" y="1636"/>
                </a:lnTo>
                <a:lnTo>
                  <a:pt x="4383" y="1637"/>
                </a:lnTo>
                <a:lnTo>
                  <a:pt x="4383" y="1638"/>
                </a:lnTo>
                <a:lnTo>
                  <a:pt x="4384" y="1637"/>
                </a:lnTo>
                <a:lnTo>
                  <a:pt x="4385" y="1637"/>
                </a:lnTo>
                <a:lnTo>
                  <a:pt x="4385" y="1638"/>
                </a:lnTo>
                <a:lnTo>
                  <a:pt x="4384" y="1638"/>
                </a:lnTo>
                <a:lnTo>
                  <a:pt x="4384" y="1639"/>
                </a:lnTo>
                <a:lnTo>
                  <a:pt x="4385" y="1639"/>
                </a:lnTo>
                <a:lnTo>
                  <a:pt x="4386" y="1639"/>
                </a:lnTo>
                <a:lnTo>
                  <a:pt x="4386" y="1640"/>
                </a:lnTo>
                <a:lnTo>
                  <a:pt x="4385" y="1640"/>
                </a:lnTo>
                <a:lnTo>
                  <a:pt x="4386" y="1640"/>
                </a:lnTo>
                <a:lnTo>
                  <a:pt x="4386" y="1641"/>
                </a:lnTo>
                <a:lnTo>
                  <a:pt x="4385" y="1641"/>
                </a:lnTo>
                <a:lnTo>
                  <a:pt x="4384" y="1642"/>
                </a:lnTo>
                <a:lnTo>
                  <a:pt x="4382" y="1642"/>
                </a:lnTo>
                <a:lnTo>
                  <a:pt x="4383" y="1643"/>
                </a:lnTo>
                <a:lnTo>
                  <a:pt x="4383" y="1644"/>
                </a:lnTo>
                <a:lnTo>
                  <a:pt x="4384" y="1644"/>
                </a:lnTo>
                <a:lnTo>
                  <a:pt x="4384" y="1645"/>
                </a:lnTo>
                <a:lnTo>
                  <a:pt x="4384" y="1646"/>
                </a:lnTo>
                <a:lnTo>
                  <a:pt x="4384" y="1645"/>
                </a:lnTo>
                <a:lnTo>
                  <a:pt x="4384" y="1646"/>
                </a:lnTo>
                <a:lnTo>
                  <a:pt x="4384" y="1647"/>
                </a:lnTo>
                <a:lnTo>
                  <a:pt x="4385" y="1648"/>
                </a:lnTo>
                <a:lnTo>
                  <a:pt x="4386" y="1649"/>
                </a:lnTo>
                <a:lnTo>
                  <a:pt x="4386" y="1650"/>
                </a:lnTo>
                <a:lnTo>
                  <a:pt x="4387" y="1650"/>
                </a:lnTo>
                <a:lnTo>
                  <a:pt x="4387" y="1651"/>
                </a:lnTo>
                <a:lnTo>
                  <a:pt x="4388" y="1651"/>
                </a:lnTo>
                <a:lnTo>
                  <a:pt x="4388" y="1650"/>
                </a:lnTo>
                <a:lnTo>
                  <a:pt x="4389" y="1649"/>
                </a:lnTo>
                <a:lnTo>
                  <a:pt x="4388" y="1648"/>
                </a:lnTo>
                <a:lnTo>
                  <a:pt x="4389" y="1648"/>
                </a:lnTo>
                <a:lnTo>
                  <a:pt x="4391" y="1648"/>
                </a:lnTo>
                <a:lnTo>
                  <a:pt x="4392" y="1648"/>
                </a:lnTo>
                <a:lnTo>
                  <a:pt x="4392" y="1647"/>
                </a:lnTo>
                <a:lnTo>
                  <a:pt x="4394" y="1647"/>
                </a:lnTo>
                <a:lnTo>
                  <a:pt x="4395" y="1648"/>
                </a:lnTo>
                <a:lnTo>
                  <a:pt x="4396" y="1648"/>
                </a:lnTo>
                <a:lnTo>
                  <a:pt x="4397" y="1648"/>
                </a:lnTo>
                <a:lnTo>
                  <a:pt x="4397" y="1649"/>
                </a:lnTo>
                <a:lnTo>
                  <a:pt x="4396" y="1649"/>
                </a:lnTo>
                <a:lnTo>
                  <a:pt x="4396" y="1650"/>
                </a:lnTo>
                <a:lnTo>
                  <a:pt x="4396" y="1651"/>
                </a:lnTo>
                <a:lnTo>
                  <a:pt x="4397" y="1651"/>
                </a:lnTo>
                <a:lnTo>
                  <a:pt x="4399" y="1652"/>
                </a:lnTo>
                <a:lnTo>
                  <a:pt x="4400" y="1652"/>
                </a:lnTo>
                <a:lnTo>
                  <a:pt x="4401" y="1652"/>
                </a:lnTo>
                <a:lnTo>
                  <a:pt x="4402" y="1652"/>
                </a:lnTo>
                <a:lnTo>
                  <a:pt x="4403" y="1652"/>
                </a:lnTo>
                <a:lnTo>
                  <a:pt x="4404" y="1652"/>
                </a:lnTo>
                <a:lnTo>
                  <a:pt x="4405" y="1652"/>
                </a:lnTo>
                <a:lnTo>
                  <a:pt x="4406" y="1652"/>
                </a:lnTo>
                <a:lnTo>
                  <a:pt x="4407" y="1652"/>
                </a:lnTo>
                <a:lnTo>
                  <a:pt x="4409" y="1652"/>
                </a:lnTo>
                <a:lnTo>
                  <a:pt x="4410" y="1652"/>
                </a:lnTo>
                <a:lnTo>
                  <a:pt x="4412" y="1652"/>
                </a:lnTo>
                <a:lnTo>
                  <a:pt x="4413" y="1651"/>
                </a:lnTo>
                <a:lnTo>
                  <a:pt x="4414" y="1651"/>
                </a:lnTo>
                <a:lnTo>
                  <a:pt x="4415" y="1651"/>
                </a:lnTo>
                <a:lnTo>
                  <a:pt x="4415" y="1652"/>
                </a:lnTo>
                <a:lnTo>
                  <a:pt x="4415" y="1653"/>
                </a:lnTo>
                <a:lnTo>
                  <a:pt x="4414" y="1653"/>
                </a:lnTo>
                <a:lnTo>
                  <a:pt x="4414" y="1654"/>
                </a:lnTo>
                <a:lnTo>
                  <a:pt x="4415" y="1654"/>
                </a:lnTo>
                <a:lnTo>
                  <a:pt x="4415" y="1653"/>
                </a:lnTo>
                <a:lnTo>
                  <a:pt x="4415" y="1654"/>
                </a:lnTo>
                <a:lnTo>
                  <a:pt x="4415" y="1655"/>
                </a:lnTo>
                <a:lnTo>
                  <a:pt x="4416" y="1655"/>
                </a:lnTo>
                <a:lnTo>
                  <a:pt x="4416" y="1654"/>
                </a:lnTo>
                <a:lnTo>
                  <a:pt x="4416" y="1653"/>
                </a:lnTo>
                <a:lnTo>
                  <a:pt x="4417" y="1653"/>
                </a:lnTo>
                <a:lnTo>
                  <a:pt x="4418" y="1653"/>
                </a:lnTo>
                <a:lnTo>
                  <a:pt x="4419" y="1653"/>
                </a:lnTo>
                <a:lnTo>
                  <a:pt x="4420" y="1653"/>
                </a:lnTo>
                <a:lnTo>
                  <a:pt x="4421" y="1653"/>
                </a:lnTo>
                <a:lnTo>
                  <a:pt x="4423" y="1653"/>
                </a:lnTo>
                <a:lnTo>
                  <a:pt x="4424" y="1653"/>
                </a:lnTo>
                <a:lnTo>
                  <a:pt x="4424" y="1652"/>
                </a:lnTo>
                <a:lnTo>
                  <a:pt x="4425" y="1652"/>
                </a:lnTo>
                <a:lnTo>
                  <a:pt x="4426" y="1652"/>
                </a:lnTo>
                <a:lnTo>
                  <a:pt x="4426" y="1651"/>
                </a:lnTo>
                <a:lnTo>
                  <a:pt x="4427" y="1651"/>
                </a:lnTo>
                <a:lnTo>
                  <a:pt x="4428" y="1651"/>
                </a:lnTo>
                <a:lnTo>
                  <a:pt x="4429" y="1651"/>
                </a:lnTo>
                <a:lnTo>
                  <a:pt x="4429" y="1652"/>
                </a:lnTo>
                <a:lnTo>
                  <a:pt x="4430" y="1652"/>
                </a:lnTo>
                <a:lnTo>
                  <a:pt x="4430" y="1651"/>
                </a:lnTo>
                <a:lnTo>
                  <a:pt x="4431" y="1651"/>
                </a:lnTo>
                <a:lnTo>
                  <a:pt x="4430" y="1651"/>
                </a:lnTo>
                <a:lnTo>
                  <a:pt x="4430" y="1652"/>
                </a:lnTo>
                <a:lnTo>
                  <a:pt x="4431" y="1652"/>
                </a:lnTo>
                <a:lnTo>
                  <a:pt x="4432" y="1652"/>
                </a:lnTo>
                <a:lnTo>
                  <a:pt x="4432" y="1651"/>
                </a:lnTo>
                <a:lnTo>
                  <a:pt x="4431" y="1651"/>
                </a:lnTo>
                <a:lnTo>
                  <a:pt x="4432" y="1651"/>
                </a:lnTo>
                <a:lnTo>
                  <a:pt x="4433" y="1651"/>
                </a:lnTo>
                <a:lnTo>
                  <a:pt x="4433" y="1652"/>
                </a:lnTo>
                <a:lnTo>
                  <a:pt x="4434" y="1652"/>
                </a:lnTo>
                <a:lnTo>
                  <a:pt x="4434" y="1653"/>
                </a:lnTo>
                <a:lnTo>
                  <a:pt x="4435" y="1654"/>
                </a:lnTo>
                <a:lnTo>
                  <a:pt x="4434" y="1654"/>
                </a:lnTo>
                <a:lnTo>
                  <a:pt x="4433" y="1655"/>
                </a:lnTo>
                <a:lnTo>
                  <a:pt x="4433" y="1656"/>
                </a:lnTo>
                <a:lnTo>
                  <a:pt x="4433" y="1655"/>
                </a:lnTo>
                <a:lnTo>
                  <a:pt x="4432" y="1654"/>
                </a:lnTo>
                <a:lnTo>
                  <a:pt x="4431" y="1654"/>
                </a:lnTo>
                <a:lnTo>
                  <a:pt x="4430" y="1654"/>
                </a:lnTo>
                <a:lnTo>
                  <a:pt x="4429" y="1654"/>
                </a:lnTo>
                <a:lnTo>
                  <a:pt x="4428" y="1655"/>
                </a:lnTo>
                <a:lnTo>
                  <a:pt x="4427" y="1655"/>
                </a:lnTo>
                <a:lnTo>
                  <a:pt x="4427" y="1656"/>
                </a:lnTo>
                <a:lnTo>
                  <a:pt x="4426" y="1656"/>
                </a:lnTo>
                <a:lnTo>
                  <a:pt x="4425" y="1657"/>
                </a:lnTo>
                <a:lnTo>
                  <a:pt x="4424" y="1658"/>
                </a:lnTo>
                <a:lnTo>
                  <a:pt x="4424" y="1659"/>
                </a:lnTo>
                <a:lnTo>
                  <a:pt x="4424" y="1660"/>
                </a:lnTo>
                <a:lnTo>
                  <a:pt x="4425" y="1661"/>
                </a:lnTo>
                <a:lnTo>
                  <a:pt x="4424" y="1661"/>
                </a:lnTo>
                <a:lnTo>
                  <a:pt x="4424" y="1662"/>
                </a:lnTo>
                <a:lnTo>
                  <a:pt x="4423" y="1663"/>
                </a:lnTo>
                <a:lnTo>
                  <a:pt x="4423" y="1662"/>
                </a:lnTo>
                <a:lnTo>
                  <a:pt x="4422" y="1662"/>
                </a:lnTo>
                <a:lnTo>
                  <a:pt x="4421" y="1662"/>
                </a:lnTo>
                <a:lnTo>
                  <a:pt x="4422" y="1663"/>
                </a:lnTo>
                <a:lnTo>
                  <a:pt x="4423" y="1663"/>
                </a:lnTo>
                <a:lnTo>
                  <a:pt x="4423" y="1664"/>
                </a:lnTo>
                <a:lnTo>
                  <a:pt x="4422" y="1664"/>
                </a:lnTo>
                <a:lnTo>
                  <a:pt x="4422" y="1665"/>
                </a:lnTo>
                <a:lnTo>
                  <a:pt x="4423" y="1665"/>
                </a:lnTo>
                <a:lnTo>
                  <a:pt x="4422" y="1665"/>
                </a:lnTo>
                <a:lnTo>
                  <a:pt x="4421" y="1665"/>
                </a:lnTo>
                <a:lnTo>
                  <a:pt x="4421" y="1666"/>
                </a:lnTo>
                <a:lnTo>
                  <a:pt x="4422" y="1666"/>
                </a:lnTo>
                <a:lnTo>
                  <a:pt x="4422" y="1667"/>
                </a:lnTo>
                <a:lnTo>
                  <a:pt x="4422" y="1668"/>
                </a:lnTo>
                <a:lnTo>
                  <a:pt x="4423" y="1668"/>
                </a:lnTo>
                <a:lnTo>
                  <a:pt x="4424" y="1668"/>
                </a:lnTo>
                <a:lnTo>
                  <a:pt x="4424" y="1669"/>
                </a:lnTo>
                <a:lnTo>
                  <a:pt x="4425" y="1670"/>
                </a:lnTo>
                <a:lnTo>
                  <a:pt x="4425" y="1671"/>
                </a:lnTo>
                <a:lnTo>
                  <a:pt x="4425" y="1672"/>
                </a:lnTo>
                <a:lnTo>
                  <a:pt x="4426" y="1672"/>
                </a:lnTo>
                <a:lnTo>
                  <a:pt x="4426" y="1673"/>
                </a:lnTo>
                <a:lnTo>
                  <a:pt x="4427" y="1673"/>
                </a:lnTo>
                <a:lnTo>
                  <a:pt x="4427" y="1674"/>
                </a:lnTo>
                <a:lnTo>
                  <a:pt x="4426" y="1674"/>
                </a:lnTo>
                <a:lnTo>
                  <a:pt x="4425" y="1674"/>
                </a:lnTo>
                <a:lnTo>
                  <a:pt x="4425" y="1675"/>
                </a:lnTo>
                <a:lnTo>
                  <a:pt x="4424" y="1675"/>
                </a:lnTo>
                <a:lnTo>
                  <a:pt x="4422" y="1675"/>
                </a:lnTo>
                <a:lnTo>
                  <a:pt x="4422" y="1676"/>
                </a:lnTo>
                <a:lnTo>
                  <a:pt x="4422" y="1677"/>
                </a:lnTo>
                <a:lnTo>
                  <a:pt x="4423" y="1677"/>
                </a:lnTo>
                <a:lnTo>
                  <a:pt x="4424" y="1678"/>
                </a:lnTo>
                <a:lnTo>
                  <a:pt x="4424" y="1679"/>
                </a:lnTo>
                <a:lnTo>
                  <a:pt x="4423" y="1679"/>
                </a:lnTo>
                <a:lnTo>
                  <a:pt x="4422" y="1679"/>
                </a:lnTo>
                <a:lnTo>
                  <a:pt x="4421" y="1679"/>
                </a:lnTo>
                <a:lnTo>
                  <a:pt x="4421" y="1678"/>
                </a:lnTo>
                <a:lnTo>
                  <a:pt x="4420" y="1678"/>
                </a:lnTo>
                <a:lnTo>
                  <a:pt x="4419" y="1678"/>
                </a:lnTo>
                <a:lnTo>
                  <a:pt x="4418" y="1678"/>
                </a:lnTo>
                <a:lnTo>
                  <a:pt x="4417" y="1678"/>
                </a:lnTo>
                <a:lnTo>
                  <a:pt x="4416" y="1678"/>
                </a:lnTo>
                <a:lnTo>
                  <a:pt x="4415" y="1679"/>
                </a:lnTo>
                <a:lnTo>
                  <a:pt x="4414" y="1680"/>
                </a:lnTo>
                <a:lnTo>
                  <a:pt x="4414" y="1681"/>
                </a:lnTo>
                <a:lnTo>
                  <a:pt x="4414" y="1682"/>
                </a:lnTo>
                <a:lnTo>
                  <a:pt x="4414" y="1683"/>
                </a:lnTo>
                <a:lnTo>
                  <a:pt x="4413" y="1683"/>
                </a:lnTo>
                <a:lnTo>
                  <a:pt x="4413" y="1682"/>
                </a:lnTo>
                <a:lnTo>
                  <a:pt x="4412" y="1682"/>
                </a:lnTo>
                <a:lnTo>
                  <a:pt x="4412" y="1683"/>
                </a:lnTo>
                <a:lnTo>
                  <a:pt x="4413" y="1684"/>
                </a:lnTo>
                <a:lnTo>
                  <a:pt x="4413" y="1685"/>
                </a:lnTo>
                <a:lnTo>
                  <a:pt x="4413" y="1686"/>
                </a:lnTo>
                <a:lnTo>
                  <a:pt x="4413" y="1687"/>
                </a:lnTo>
                <a:lnTo>
                  <a:pt x="4413" y="1688"/>
                </a:lnTo>
                <a:lnTo>
                  <a:pt x="4411" y="1688"/>
                </a:lnTo>
                <a:lnTo>
                  <a:pt x="4411" y="1689"/>
                </a:lnTo>
                <a:lnTo>
                  <a:pt x="4410" y="1690"/>
                </a:lnTo>
                <a:lnTo>
                  <a:pt x="4410" y="1691"/>
                </a:lnTo>
                <a:lnTo>
                  <a:pt x="4411" y="1692"/>
                </a:lnTo>
                <a:lnTo>
                  <a:pt x="4412" y="1692"/>
                </a:lnTo>
                <a:lnTo>
                  <a:pt x="4412" y="1691"/>
                </a:lnTo>
                <a:lnTo>
                  <a:pt x="4413" y="1691"/>
                </a:lnTo>
                <a:lnTo>
                  <a:pt x="4414" y="1691"/>
                </a:lnTo>
                <a:lnTo>
                  <a:pt x="4415" y="1691"/>
                </a:lnTo>
                <a:lnTo>
                  <a:pt x="4415" y="1692"/>
                </a:lnTo>
                <a:lnTo>
                  <a:pt x="4416" y="1692"/>
                </a:lnTo>
                <a:lnTo>
                  <a:pt x="4417" y="1691"/>
                </a:lnTo>
                <a:lnTo>
                  <a:pt x="4418" y="1691"/>
                </a:lnTo>
                <a:lnTo>
                  <a:pt x="4419" y="1691"/>
                </a:lnTo>
                <a:lnTo>
                  <a:pt x="4422" y="1690"/>
                </a:lnTo>
                <a:lnTo>
                  <a:pt x="4423" y="1690"/>
                </a:lnTo>
                <a:lnTo>
                  <a:pt x="4422" y="1690"/>
                </a:lnTo>
                <a:lnTo>
                  <a:pt x="4421" y="1691"/>
                </a:lnTo>
                <a:lnTo>
                  <a:pt x="4420" y="1692"/>
                </a:lnTo>
                <a:lnTo>
                  <a:pt x="4420" y="1693"/>
                </a:lnTo>
                <a:lnTo>
                  <a:pt x="4419" y="1694"/>
                </a:lnTo>
                <a:lnTo>
                  <a:pt x="4420" y="1694"/>
                </a:lnTo>
                <a:lnTo>
                  <a:pt x="4420" y="1695"/>
                </a:lnTo>
                <a:lnTo>
                  <a:pt x="4420" y="1696"/>
                </a:lnTo>
                <a:lnTo>
                  <a:pt x="4420" y="1697"/>
                </a:lnTo>
                <a:lnTo>
                  <a:pt x="4419" y="1697"/>
                </a:lnTo>
                <a:lnTo>
                  <a:pt x="4419" y="1698"/>
                </a:lnTo>
                <a:lnTo>
                  <a:pt x="4419" y="1699"/>
                </a:lnTo>
                <a:lnTo>
                  <a:pt x="4418" y="1699"/>
                </a:lnTo>
                <a:lnTo>
                  <a:pt x="4418" y="1700"/>
                </a:lnTo>
                <a:lnTo>
                  <a:pt x="4419" y="1701"/>
                </a:lnTo>
                <a:lnTo>
                  <a:pt x="4419" y="1702"/>
                </a:lnTo>
                <a:lnTo>
                  <a:pt x="4419" y="1703"/>
                </a:lnTo>
                <a:lnTo>
                  <a:pt x="4418" y="1704"/>
                </a:lnTo>
                <a:lnTo>
                  <a:pt x="4417" y="1704"/>
                </a:lnTo>
                <a:lnTo>
                  <a:pt x="4416" y="1705"/>
                </a:lnTo>
                <a:lnTo>
                  <a:pt x="4416" y="1704"/>
                </a:lnTo>
                <a:lnTo>
                  <a:pt x="4416" y="1703"/>
                </a:lnTo>
                <a:lnTo>
                  <a:pt x="4417" y="1703"/>
                </a:lnTo>
                <a:lnTo>
                  <a:pt x="4417" y="1702"/>
                </a:lnTo>
                <a:lnTo>
                  <a:pt x="4417" y="1701"/>
                </a:lnTo>
                <a:lnTo>
                  <a:pt x="4416" y="1701"/>
                </a:lnTo>
                <a:lnTo>
                  <a:pt x="4415" y="1701"/>
                </a:lnTo>
                <a:lnTo>
                  <a:pt x="4414" y="1702"/>
                </a:lnTo>
                <a:lnTo>
                  <a:pt x="4413" y="1701"/>
                </a:lnTo>
                <a:lnTo>
                  <a:pt x="4412" y="1701"/>
                </a:lnTo>
                <a:lnTo>
                  <a:pt x="4412" y="1702"/>
                </a:lnTo>
                <a:lnTo>
                  <a:pt x="4411" y="1702"/>
                </a:lnTo>
                <a:lnTo>
                  <a:pt x="4410" y="1702"/>
                </a:lnTo>
                <a:lnTo>
                  <a:pt x="4409" y="1703"/>
                </a:lnTo>
                <a:lnTo>
                  <a:pt x="4409" y="1704"/>
                </a:lnTo>
                <a:lnTo>
                  <a:pt x="4408" y="1704"/>
                </a:lnTo>
                <a:lnTo>
                  <a:pt x="4409" y="1704"/>
                </a:lnTo>
                <a:lnTo>
                  <a:pt x="4410" y="1705"/>
                </a:lnTo>
                <a:lnTo>
                  <a:pt x="4410" y="1706"/>
                </a:lnTo>
                <a:lnTo>
                  <a:pt x="4411" y="1706"/>
                </a:lnTo>
                <a:lnTo>
                  <a:pt x="4411" y="1705"/>
                </a:lnTo>
                <a:lnTo>
                  <a:pt x="4411" y="1706"/>
                </a:lnTo>
                <a:lnTo>
                  <a:pt x="4411" y="1707"/>
                </a:lnTo>
                <a:lnTo>
                  <a:pt x="4410" y="1707"/>
                </a:lnTo>
                <a:lnTo>
                  <a:pt x="4409" y="1708"/>
                </a:lnTo>
                <a:lnTo>
                  <a:pt x="4408" y="1708"/>
                </a:lnTo>
                <a:lnTo>
                  <a:pt x="4407" y="1708"/>
                </a:lnTo>
                <a:lnTo>
                  <a:pt x="4406" y="1708"/>
                </a:lnTo>
                <a:lnTo>
                  <a:pt x="4405" y="1708"/>
                </a:lnTo>
                <a:lnTo>
                  <a:pt x="4405" y="1709"/>
                </a:lnTo>
                <a:lnTo>
                  <a:pt x="4405" y="1710"/>
                </a:lnTo>
                <a:lnTo>
                  <a:pt x="4404" y="1710"/>
                </a:lnTo>
                <a:lnTo>
                  <a:pt x="4404" y="1711"/>
                </a:lnTo>
                <a:lnTo>
                  <a:pt x="4404" y="1710"/>
                </a:lnTo>
                <a:lnTo>
                  <a:pt x="4403" y="1710"/>
                </a:lnTo>
                <a:lnTo>
                  <a:pt x="4403" y="1711"/>
                </a:lnTo>
                <a:lnTo>
                  <a:pt x="4402" y="1711"/>
                </a:lnTo>
                <a:lnTo>
                  <a:pt x="4403" y="1711"/>
                </a:lnTo>
                <a:lnTo>
                  <a:pt x="4403" y="1712"/>
                </a:lnTo>
                <a:lnTo>
                  <a:pt x="4402" y="1711"/>
                </a:lnTo>
                <a:lnTo>
                  <a:pt x="4401" y="1711"/>
                </a:lnTo>
                <a:lnTo>
                  <a:pt x="4400" y="1711"/>
                </a:lnTo>
                <a:lnTo>
                  <a:pt x="4399" y="1711"/>
                </a:lnTo>
                <a:lnTo>
                  <a:pt x="4398" y="1711"/>
                </a:lnTo>
                <a:lnTo>
                  <a:pt x="4397" y="1710"/>
                </a:lnTo>
                <a:lnTo>
                  <a:pt x="4396" y="1710"/>
                </a:lnTo>
                <a:lnTo>
                  <a:pt x="4395" y="1710"/>
                </a:lnTo>
                <a:lnTo>
                  <a:pt x="4394" y="1710"/>
                </a:lnTo>
                <a:lnTo>
                  <a:pt x="4393" y="1710"/>
                </a:lnTo>
                <a:lnTo>
                  <a:pt x="4392" y="1710"/>
                </a:lnTo>
                <a:lnTo>
                  <a:pt x="4391" y="1709"/>
                </a:lnTo>
                <a:lnTo>
                  <a:pt x="4390" y="1709"/>
                </a:lnTo>
                <a:lnTo>
                  <a:pt x="4390" y="1710"/>
                </a:lnTo>
                <a:lnTo>
                  <a:pt x="4389" y="1710"/>
                </a:lnTo>
                <a:lnTo>
                  <a:pt x="4388" y="1710"/>
                </a:lnTo>
                <a:lnTo>
                  <a:pt x="4388" y="1709"/>
                </a:lnTo>
                <a:lnTo>
                  <a:pt x="4388" y="1708"/>
                </a:lnTo>
                <a:lnTo>
                  <a:pt x="4389" y="1708"/>
                </a:lnTo>
                <a:lnTo>
                  <a:pt x="4389" y="1709"/>
                </a:lnTo>
                <a:lnTo>
                  <a:pt x="4389" y="1708"/>
                </a:lnTo>
                <a:lnTo>
                  <a:pt x="4389" y="1707"/>
                </a:lnTo>
                <a:lnTo>
                  <a:pt x="4388" y="1707"/>
                </a:lnTo>
                <a:lnTo>
                  <a:pt x="4388" y="1706"/>
                </a:lnTo>
                <a:lnTo>
                  <a:pt x="4388" y="1705"/>
                </a:lnTo>
                <a:lnTo>
                  <a:pt x="4389" y="1705"/>
                </a:lnTo>
                <a:lnTo>
                  <a:pt x="4389" y="1704"/>
                </a:lnTo>
                <a:lnTo>
                  <a:pt x="4390" y="1704"/>
                </a:lnTo>
                <a:lnTo>
                  <a:pt x="4391" y="1704"/>
                </a:lnTo>
                <a:lnTo>
                  <a:pt x="4392" y="1704"/>
                </a:lnTo>
                <a:lnTo>
                  <a:pt x="4393" y="1704"/>
                </a:lnTo>
                <a:lnTo>
                  <a:pt x="4394" y="1704"/>
                </a:lnTo>
                <a:lnTo>
                  <a:pt x="4393" y="1704"/>
                </a:lnTo>
                <a:lnTo>
                  <a:pt x="4392" y="1703"/>
                </a:lnTo>
                <a:lnTo>
                  <a:pt x="4391" y="1704"/>
                </a:lnTo>
                <a:lnTo>
                  <a:pt x="4390" y="1703"/>
                </a:lnTo>
                <a:lnTo>
                  <a:pt x="4389" y="1703"/>
                </a:lnTo>
                <a:lnTo>
                  <a:pt x="4388" y="1703"/>
                </a:lnTo>
                <a:lnTo>
                  <a:pt x="4388" y="1702"/>
                </a:lnTo>
                <a:lnTo>
                  <a:pt x="4388" y="1703"/>
                </a:lnTo>
                <a:lnTo>
                  <a:pt x="4387" y="1703"/>
                </a:lnTo>
                <a:lnTo>
                  <a:pt x="4386" y="1703"/>
                </a:lnTo>
                <a:lnTo>
                  <a:pt x="4386" y="1702"/>
                </a:lnTo>
                <a:lnTo>
                  <a:pt x="4386" y="1701"/>
                </a:lnTo>
                <a:lnTo>
                  <a:pt x="4385" y="1701"/>
                </a:lnTo>
                <a:lnTo>
                  <a:pt x="4384" y="1701"/>
                </a:lnTo>
                <a:lnTo>
                  <a:pt x="4385" y="1700"/>
                </a:lnTo>
                <a:lnTo>
                  <a:pt x="4385" y="1699"/>
                </a:lnTo>
                <a:lnTo>
                  <a:pt x="4386" y="1698"/>
                </a:lnTo>
                <a:lnTo>
                  <a:pt x="4386" y="1697"/>
                </a:lnTo>
                <a:lnTo>
                  <a:pt x="4387" y="1697"/>
                </a:lnTo>
                <a:lnTo>
                  <a:pt x="4387" y="1696"/>
                </a:lnTo>
                <a:lnTo>
                  <a:pt x="4387" y="1695"/>
                </a:lnTo>
                <a:lnTo>
                  <a:pt x="4387" y="1694"/>
                </a:lnTo>
                <a:lnTo>
                  <a:pt x="4388" y="1694"/>
                </a:lnTo>
                <a:lnTo>
                  <a:pt x="4389" y="1694"/>
                </a:lnTo>
                <a:lnTo>
                  <a:pt x="4389" y="1693"/>
                </a:lnTo>
                <a:lnTo>
                  <a:pt x="4390" y="1693"/>
                </a:lnTo>
                <a:lnTo>
                  <a:pt x="4390" y="1692"/>
                </a:lnTo>
                <a:lnTo>
                  <a:pt x="4391" y="1691"/>
                </a:lnTo>
                <a:lnTo>
                  <a:pt x="4392" y="1691"/>
                </a:lnTo>
                <a:lnTo>
                  <a:pt x="4392" y="1690"/>
                </a:lnTo>
                <a:lnTo>
                  <a:pt x="4391" y="1691"/>
                </a:lnTo>
                <a:lnTo>
                  <a:pt x="4390" y="1691"/>
                </a:lnTo>
                <a:lnTo>
                  <a:pt x="4390" y="1692"/>
                </a:lnTo>
                <a:lnTo>
                  <a:pt x="4390" y="1691"/>
                </a:lnTo>
                <a:lnTo>
                  <a:pt x="4390" y="1690"/>
                </a:lnTo>
                <a:lnTo>
                  <a:pt x="4389" y="1690"/>
                </a:lnTo>
                <a:lnTo>
                  <a:pt x="4389" y="1689"/>
                </a:lnTo>
                <a:lnTo>
                  <a:pt x="4388" y="1689"/>
                </a:lnTo>
                <a:lnTo>
                  <a:pt x="4389" y="1689"/>
                </a:lnTo>
                <a:lnTo>
                  <a:pt x="4389" y="1690"/>
                </a:lnTo>
                <a:lnTo>
                  <a:pt x="4389" y="1691"/>
                </a:lnTo>
                <a:lnTo>
                  <a:pt x="4389" y="1692"/>
                </a:lnTo>
                <a:lnTo>
                  <a:pt x="4389" y="1693"/>
                </a:lnTo>
                <a:lnTo>
                  <a:pt x="4388" y="1693"/>
                </a:lnTo>
                <a:lnTo>
                  <a:pt x="4387" y="1693"/>
                </a:lnTo>
                <a:lnTo>
                  <a:pt x="4386" y="1693"/>
                </a:lnTo>
                <a:lnTo>
                  <a:pt x="4386" y="1694"/>
                </a:lnTo>
                <a:lnTo>
                  <a:pt x="4385" y="1694"/>
                </a:lnTo>
                <a:lnTo>
                  <a:pt x="4385" y="1695"/>
                </a:lnTo>
                <a:lnTo>
                  <a:pt x="4385" y="1696"/>
                </a:lnTo>
                <a:lnTo>
                  <a:pt x="4385" y="1697"/>
                </a:lnTo>
                <a:lnTo>
                  <a:pt x="4385" y="1699"/>
                </a:lnTo>
                <a:lnTo>
                  <a:pt x="4384" y="1699"/>
                </a:lnTo>
                <a:lnTo>
                  <a:pt x="4384" y="1700"/>
                </a:lnTo>
                <a:lnTo>
                  <a:pt x="4384" y="1699"/>
                </a:lnTo>
                <a:lnTo>
                  <a:pt x="4383" y="1699"/>
                </a:lnTo>
                <a:lnTo>
                  <a:pt x="4382" y="1699"/>
                </a:lnTo>
                <a:lnTo>
                  <a:pt x="4381" y="1699"/>
                </a:lnTo>
                <a:lnTo>
                  <a:pt x="4380" y="1699"/>
                </a:lnTo>
                <a:lnTo>
                  <a:pt x="4379" y="1701"/>
                </a:lnTo>
                <a:lnTo>
                  <a:pt x="4380" y="1702"/>
                </a:lnTo>
                <a:lnTo>
                  <a:pt x="4379" y="1702"/>
                </a:lnTo>
                <a:lnTo>
                  <a:pt x="4378" y="1703"/>
                </a:lnTo>
                <a:lnTo>
                  <a:pt x="4377" y="1703"/>
                </a:lnTo>
                <a:lnTo>
                  <a:pt x="4376" y="1703"/>
                </a:lnTo>
                <a:lnTo>
                  <a:pt x="4375" y="1704"/>
                </a:lnTo>
                <a:lnTo>
                  <a:pt x="4374" y="1704"/>
                </a:lnTo>
                <a:lnTo>
                  <a:pt x="4374" y="1703"/>
                </a:lnTo>
                <a:lnTo>
                  <a:pt x="4374" y="1702"/>
                </a:lnTo>
                <a:lnTo>
                  <a:pt x="4374" y="1700"/>
                </a:lnTo>
                <a:lnTo>
                  <a:pt x="4373" y="1699"/>
                </a:lnTo>
                <a:lnTo>
                  <a:pt x="4373" y="1698"/>
                </a:lnTo>
                <a:lnTo>
                  <a:pt x="4373" y="1697"/>
                </a:lnTo>
                <a:lnTo>
                  <a:pt x="4372" y="1697"/>
                </a:lnTo>
                <a:lnTo>
                  <a:pt x="4371" y="1697"/>
                </a:lnTo>
                <a:lnTo>
                  <a:pt x="4371" y="1696"/>
                </a:lnTo>
                <a:lnTo>
                  <a:pt x="4372" y="1696"/>
                </a:lnTo>
                <a:lnTo>
                  <a:pt x="4372" y="1695"/>
                </a:lnTo>
                <a:lnTo>
                  <a:pt x="4371" y="1695"/>
                </a:lnTo>
                <a:lnTo>
                  <a:pt x="4371" y="1696"/>
                </a:lnTo>
                <a:lnTo>
                  <a:pt x="4371" y="1697"/>
                </a:lnTo>
                <a:lnTo>
                  <a:pt x="4372" y="1698"/>
                </a:lnTo>
                <a:lnTo>
                  <a:pt x="4369" y="1698"/>
                </a:lnTo>
                <a:lnTo>
                  <a:pt x="4369" y="1697"/>
                </a:lnTo>
                <a:lnTo>
                  <a:pt x="4368" y="1697"/>
                </a:lnTo>
                <a:lnTo>
                  <a:pt x="4368" y="1696"/>
                </a:lnTo>
                <a:lnTo>
                  <a:pt x="4367" y="1696"/>
                </a:lnTo>
                <a:lnTo>
                  <a:pt x="4367" y="1695"/>
                </a:lnTo>
                <a:lnTo>
                  <a:pt x="4366" y="1695"/>
                </a:lnTo>
                <a:lnTo>
                  <a:pt x="4366" y="1696"/>
                </a:lnTo>
                <a:lnTo>
                  <a:pt x="4367" y="1696"/>
                </a:lnTo>
                <a:lnTo>
                  <a:pt x="4367" y="1697"/>
                </a:lnTo>
                <a:lnTo>
                  <a:pt x="4368" y="1697"/>
                </a:lnTo>
                <a:lnTo>
                  <a:pt x="4369" y="1697"/>
                </a:lnTo>
                <a:lnTo>
                  <a:pt x="4369" y="1698"/>
                </a:lnTo>
                <a:lnTo>
                  <a:pt x="4368" y="1698"/>
                </a:lnTo>
                <a:lnTo>
                  <a:pt x="4369" y="1699"/>
                </a:lnTo>
                <a:lnTo>
                  <a:pt x="4368" y="1700"/>
                </a:lnTo>
                <a:lnTo>
                  <a:pt x="4367" y="1700"/>
                </a:lnTo>
                <a:lnTo>
                  <a:pt x="4366" y="1701"/>
                </a:lnTo>
                <a:lnTo>
                  <a:pt x="4365" y="1701"/>
                </a:lnTo>
                <a:lnTo>
                  <a:pt x="4364" y="1701"/>
                </a:lnTo>
                <a:lnTo>
                  <a:pt x="4363" y="1701"/>
                </a:lnTo>
                <a:lnTo>
                  <a:pt x="4362" y="1702"/>
                </a:lnTo>
                <a:lnTo>
                  <a:pt x="4361" y="1702"/>
                </a:lnTo>
                <a:lnTo>
                  <a:pt x="4360" y="1702"/>
                </a:lnTo>
                <a:lnTo>
                  <a:pt x="4360" y="1703"/>
                </a:lnTo>
                <a:lnTo>
                  <a:pt x="4359" y="1703"/>
                </a:lnTo>
                <a:lnTo>
                  <a:pt x="4358" y="1703"/>
                </a:lnTo>
                <a:lnTo>
                  <a:pt x="4358" y="1704"/>
                </a:lnTo>
                <a:lnTo>
                  <a:pt x="4357" y="1704"/>
                </a:lnTo>
                <a:lnTo>
                  <a:pt x="4356" y="1704"/>
                </a:lnTo>
                <a:lnTo>
                  <a:pt x="4355" y="1704"/>
                </a:lnTo>
                <a:lnTo>
                  <a:pt x="4354" y="1705"/>
                </a:lnTo>
                <a:lnTo>
                  <a:pt x="4353" y="1705"/>
                </a:lnTo>
                <a:lnTo>
                  <a:pt x="4352" y="1705"/>
                </a:lnTo>
                <a:lnTo>
                  <a:pt x="4351" y="1706"/>
                </a:lnTo>
                <a:lnTo>
                  <a:pt x="4350" y="1706"/>
                </a:lnTo>
                <a:lnTo>
                  <a:pt x="4350" y="1707"/>
                </a:lnTo>
                <a:lnTo>
                  <a:pt x="4349" y="1708"/>
                </a:lnTo>
                <a:lnTo>
                  <a:pt x="4349" y="1709"/>
                </a:lnTo>
                <a:lnTo>
                  <a:pt x="4349" y="1710"/>
                </a:lnTo>
                <a:lnTo>
                  <a:pt x="4347" y="1711"/>
                </a:lnTo>
                <a:lnTo>
                  <a:pt x="4347" y="1712"/>
                </a:lnTo>
                <a:lnTo>
                  <a:pt x="4346" y="1712"/>
                </a:lnTo>
                <a:lnTo>
                  <a:pt x="4346" y="1711"/>
                </a:lnTo>
                <a:lnTo>
                  <a:pt x="4345" y="1711"/>
                </a:lnTo>
                <a:lnTo>
                  <a:pt x="4345" y="1712"/>
                </a:lnTo>
                <a:lnTo>
                  <a:pt x="4342" y="1712"/>
                </a:lnTo>
                <a:lnTo>
                  <a:pt x="4341" y="1712"/>
                </a:lnTo>
                <a:lnTo>
                  <a:pt x="4341" y="1713"/>
                </a:lnTo>
                <a:lnTo>
                  <a:pt x="4339" y="1713"/>
                </a:lnTo>
                <a:lnTo>
                  <a:pt x="4338" y="1714"/>
                </a:lnTo>
                <a:lnTo>
                  <a:pt x="4338" y="1713"/>
                </a:lnTo>
                <a:lnTo>
                  <a:pt x="4338" y="1712"/>
                </a:lnTo>
                <a:lnTo>
                  <a:pt x="4339" y="1712"/>
                </a:lnTo>
                <a:lnTo>
                  <a:pt x="4340" y="1712"/>
                </a:lnTo>
                <a:lnTo>
                  <a:pt x="4339" y="1712"/>
                </a:lnTo>
                <a:lnTo>
                  <a:pt x="4338" y="1712"/>
                </a:lnTo>
                <a:lnTo>
                  <a:pt x="4337" y="1713"/>
                </a:lnTo>
                <a:lnTo>
                  <a:pt x="4338" y="1714"/>
                </a:lnTo>
                <a:lnTo>
                  <a:pt x="4338" y="1715"/>
                </a:lnTo>
                <a:lnTo>
                  <a:pt x="4337" y="1715"/>
                </a:lnTo>
                <a:lnTo>
                  <a:pt x="4337" y="1716"/>
                </a:lnTo>
                <a:lnTo>
                  <a:pt x="4338" y="1716"/>
                </a:lnTo>
                <a:lnTo>
                  <a:pt x="4338" y="1717"/>
                </a:lnTo>
                <a:lnTo>
                  <a:pt x="4338" y="1718"/>
                </a:lnTo>
                <a:lnTo>
                  <a:pt x="4338" y="1719"/>
                </a:lnTo>
                <a:lnTo>
                  <a:pt x="4339" y="1719"/>
                </a:lnTo>
                <a:lnTo>
                  <a:pt x="4339" y="1720"/>
                </a:lnTo>
                <a:lnTo>
                  <a:pt x="4339" y="1721"/>
                </a:lnTo>
                <a:lnTo>
                  <a:pt x="4338" y="1721"/>
                </a:lnTo>
                <a:lnTo>
                  <a:pt x="4337" y="1721"/>
                </a:lnTo>
                <a:lnTo>
                  <a:pt x="4336" y="1721"/>
                </a:lnTo>
                <a:lnTo>
                  <a:pt x="4336" y="1720"/>
                </a:lnTo>
                <a:lnTo>
                  <a:pt x="4335" y="1720"/>
                </a:lnTo>
                <a:lnTo>
                  <a:pt x="4335" y="1719"/>
                </a:lnTo>
                <a:lnTo>
                  <a:pt x="4335" y="1718"/>
                </a:lnTo>
                <a:lnTo>
                  <a:pt x="4334" y="1718"/>
                </a:lnTo>
                <a:lnTo>
                  <a:pt x="4334" y="1719"/>
                </a:lnTo>
                <a:lnTo>
                  <a:pt x="4333" y="1719"/>
                </a:lnTo>
                <a:lnTo>
                  <a:pt x="4333" y="1718"/>
                </a:lnTo>
                <a:lnTo>
                  <a:pt x="4332" y="1718"/>
                </a:lnTo>
                <a:lnTo>
                  <a:pt x="4331" y="1718"/>
                </a:lnTo>
                <a:lnTo>
                  <a:pt x="4331" y="1719"/>
                </a:lnTo>
                <a:lnTo>
                  <a:pt x="4332" y="1719"/>
                </a:lnTo>
                <a:lnTo>
                  <a:pt x="4333" y="1720"/>
                </a:lnTo>
                <a:lnTo>
                  <a:pt x="4333" y="1721"/>
                </a:lnTo>
                <a:lnTo>
                  <a:pt x="4332" y="1721"/>
                </a:lnTo>
                <a:lnTo>
                  <a:pt x="4332" y="1722"/>
                </a:lnTo>
                <a:lnTo>
                  <a:pt x="4332" y="1721"/>
                </a:lnTo>
                <a:lnTo>
                  <a:pt x="4331" y="1721"/>
                </a:lnTo>
                <a:lnTo>
                  <a:pt x="4330" y="1721"/>
                </a:lnTo>
                <a:lnTo>
                  <a:pt x="4331" y="1720"/>
                </a:lnTo>
                <a:lnTo>
                  <a:pt x="4330" y="1719"/>
                </a:lnTo>
                <a:lnTo>
                  <a:pt x="4329" y="1719"/>
                </a:lnTo>
                <a:lnTo>
                  <a:pt x="4328" y="1719"/>
                </a:lnTo>
                <a:lnTo>
                  <a:pt x="4328" y="1718"/>
                </a:lnTo>
                <a:lnTo>
                  <a:pt x="4327" y="1719"/>
                </a:lnTo>
                <a:lnTo>
                  <a:pt x="4327" y="1718"/>
                </a:lnTo>
                <a:lnTo>
                  <a:pt x="4326" y="1718"/>
                </a:lnTo>
                <a:lnTo>
                  <a:pt x="4327" y="1718"/>
                </a:lnTo>
                <a:lnTo>
                  <a:pt x="4326" y="1717"/>
                </a:lnTo>
                <a:lnTo>
                  <a:pt x="4325" y="1717"/>
                </a:lnTo>
                <a:lnTo>
                  <a:pt x="4326" y="1716"/>
                </a:lnTo>
                <a:lnTo>
                  <a:pt x="4327" y="1715"/>
                </a:lnTo>
                <a:lnTo>
                  <a:pt x="4328" y="1715"/>
                </a:lnTo>
                <a:lnTo>
                  <a:pt x="4329" y="1714"/>
                </a:lnTo>
                <a:lnTo>
                  <a:pt x="4330" y="1714"/>
                </a:lnTo>
                <a:lnTo>
                  <a:pt x="4330" y="1715"/>
                </a:lnTo>
                <a:lnTo>
                  <a:pt x="4331" y="1715"/>
                </a:lnTo>
                <a:lnTo>
                  <a:pt x="4331" y="1714"/>
                </a:lnTo>
                <a:lnTo>
                  <a:pt x="4331" y="1713"/>
                </a:lnTo>
                <a:lnTo>
                  <a:pt x="4332" y="1713"/>
                </a:lnTo>
                <a:lnTo>
                  <a:pt x="4332" y="1712"/>
                </a:lnTo>
                <a:lnTo>
                  <a:pt x="4333" y="1712"/>
                </a:lnTo>
                <a:lnTo>
                  <a:pt x="4333" y="1710"/>
                </a:lnTo>
                <a:lnTo>
                  <a:pt x="4334" y="1710"/>
                </a:lnTo>
                <a:lnTo>
                  <a:pt x="4335" y="1709"/>
                </a:lnTo>
                <a:lnTo>
                  <a:pt x="4335" y="1710"/>
                </a:lnTo>
                <a:lnTo>
                  <a:pt x="4336" y="1710"/>
                </a:lnTo>
                <a:lnTo>
                  <a:pt x="4337" y="1710"/>
                </a:lnTo>
                <a:lnTo>
                  <a:pt x="4336" y="1710"/>
                </a:lnTo>
                <a:lnTo>
                  <a:pt x="4335" y="1709"/>
                </a:lnTo>
                <a:lnTo>
                  <a:pt x="4334" y="1709"/>
                </a:lnTo>
                <a:lnTo>
                  <a:pt x="4333" y="1710"/>
                </a:lnTo>
                <a:lnTo>
                  <a:pt x="4332" y="1711"/>
                </a:lnTo>
                <a:lnTo>
                  <a:pt x="4331" y="1712"/>
                </a:lnTo>
                <a:lnTo>
                  <a:pt x="4330" y="1712"/>
                </a:lnTo>
                <a:lnTo>
                  <a:pt x="4329" y="1712"/>
                </a:lnTo>
                <a:lnTo>
                  <a:pt x="4328" y="1713"/>
                </a:lnTo>
                <a:lnTo>
                  <a:pt x="4328" y="1714"/>
                </a:lnTo>
                <a:lnTo>
                  <a:pt x="4327" y="1714"/>
                </a:lnTo>
                <a:lnTo>
                  <a:pt x="4326" y="1714"/>
                </a:lnTo>
                <a:lnTo>
                  <a:pt x="4326" y="1715"/>
                </a:lnTo>
                <a:lnTo>
                  <a:pt x="4325" y="1715"/>
                </a:lnTo>
                <a:lnTo>
                  <a:pt x="4325" y="1714"/>
                </a:lnTo>
                <a:lnTo>
                  <a:pt x="4325" y="1713"/>
                </a:lnTo>
                <a:lnTo>
                  <a:pt x="4325" y="1712"/>
                </a:lnTo>
                <a:lnTo>
                  <a:pt x="4324" y="1712"/>
                </a:lnTo>
                <a:lnTo>
                  <a:pt x="4323" y="1713"/>
                </a:lnTo>
                <a:lnTo>
                  <a:pt x="4324" y="1713"/>
                </a:lnTo>
                <a:lnTo>
                  <a:pt x="4324" y="1714"/>
                </a:lnTo>
                <a:lnTo>
                  <a:pt x="4324" y="1715"/>
                </a:lnTo>
                <a:lnTo>
                  <a:pt x="4323" y="1716"/>
                </a:lnTo>
                <a:lnTo>
                  <a:pt x="4324" y="1717"/>
                </a:lnTo>
                <a:lnTo>
                  <a:pt x="4324" y="1718"/>
                </a:lnTo>
                <a:lnTo>
                  <a:pt x="4323" y="1718"/>
                </a:lnTo>
                <a:lnTo>
                  <a:pt x="4322" y="1718"/>
                </a:lnTo>
                <a:lnTo>
                  <a:pt x="4322" y="1719"/>
                </a:lnTo>
                <a:lnTo>
                  <a:pt x="4321" y="1719"/>
                </a:lnTo>
                <a:lnTo>
                  <a:pt x="4320" y="1719"/>
                </a:lnTo>
                <a:lnTo>
                  <a:pt x="4319" y="1719"/>
                </a:lnTo>
                <a:lnTo>
                  <a:pt x="4318" y="1719"/>
                </a:lnTo>
                <a:lnTo>
                  <a:pt x="4317" y="1719"/>
                </a:lnTo>
                <a:lnTo>
                  <a:pt x="4316" y="1720"/>
                </a:lnTo>
                <a:lnTo>
                  <a:pt x="4315" y="1721"/>
                </a:lnTo>
                <a:lnTo>
                  <a:pt x="4315" y="1722"/>
                </a:lnTo>
                <a:lnTo>
                  <a:pt x="4315" y="1723"/>
                </a:lnTo>
                <a:lnTo>
                  <a:pt x="4316" y="1723"/>
                </a:lnTo>
                <a:lnTo>
                  <a:pt x="4317" y="1724"/>
                </a:lnTo>
                <a:lnTo>
                  <a:pt x="4315" y="1725"/>
                </a:lnTo>
                <a:lnTo>
                  <a:pt x="4315" y="1724"/>
                </a:lnTo>
                <a:lnTo>
                  <a:pt x="4314" y="1723"/>
                </a:lnTo>
                <a:lnTo>
                  <a:pt x="4313" y="1723"/>
                </a:lnTo>
                <a:lnTo>
                  <a:pt x="4312" y="1723"/>
                </a:lnTo>
                <a:lnTo>
                  <a:pt x="4311" y="1723"/>
                </a:lnTo>
                <a:lnTo>
                  <a:pt x="4310" y="1723"/>
                </a:lnTo>
                <a:lnTo>
                  <a:pt x="4310" y="1724"/>
                </a:lnTo>
                <a:lnTo>
                  <a:pt x="4309" y="1724"/>
                </a:lnTo>
                <a:lnTo>
                  <a:pt x="4308" y="1724"/>
                </a:lnTo>
                <a:lnTo>
                  <a:pt x="4307" y="1724"/>
                </a:lnTo>
                <a:lnTo>
                  <a:pt x="4306" y="1724"/>
                </a:lnTo>
                <a:lnTo>
                  <a:pt x="4305" y="1725"/>
                </a:lnTo>
                <a:lnTo>
                  <a:pt x="4304" y="1725"/>
                </a:lnTo>
                <a:lnTo>
                  <a:pt x="4303" y="1726"/>
                </a:lnTo>
                <a:lnTo>
                  <a:pt x="4303" y="1728"/>
                </a:lnTo>
                <a:lnTo>
                  <a:pt x="4303" y="1727"/>
                </a:lnTo>
                <a:lnTo>
                  <a:pt x="4303" y="1726"/>
                </a:lnTo>
                <a:lnTo>
                  <a:pt x="4302" y="1725"/>
                </a:lnTo>
                <a:lnTo>
                  <a:pt x="4301" y="1725"/>
                </a:lnTo>
                <a:lnTo>
                  <a:pt x="4299" y="1726"/>
                </a:lnTo>
                <a:lnTo>
                  <a:pt x="4298" y="1727"/>
                </a:lnTo>
                <a:lnTo>
                  <a:pt x="4297" y="1727"/>
                </a:lnTo>
                <a:lnTo>
                  <a:pt x="4296" y="1728"/>
                </a:lnTo>
                <a:lnTo>
                  <a:pt x="4295" y="1728"/>
                </a:lnTo>
                <a:lnTo>
                  <a:pt x="4294" y="1729"/>
                </a:lnTo>
                <a:lnTo>
                  <a:pt x="4293" y="1729"/>
                </a:lnTo>
                <a:lnTo>
                  <a:pt x="4292" y="1731"/>
                </a:lnTo>
                <a:lnTo>
                  <a:pt x="4291" y="1731"/>
                </a:lnTo>
                <a:lnTo>
                  <a:pt x="4291" y="1732"/>
                </a:lnTo>
                <a:lnTo>
                  <a:pt x="4290" y="1732"/>
                </a:lnTo>
                <a:lnTo>
                  <a:pt x="4289" y="1732"/>
                </a:lnTo>
                <a:lnTo>
                  <a:pt x="4289" y="1733"/>
                </a:lnTo>
                <a:lnTo>
                  <a:pt x="4288" y="1733"/>
                </a:lnTo>
                <a:lnTo>
                  <a:pt x="4287" y="1733"/>
                </a:lnTo>
                <a:lnTo>
                  <a:pt x="4286" y="1733"/>
                </a:lnTo>
                <a:lnTo>
                  <a:pt x="4286" y="1732"/>
                </a:lnTo>
                <a:lnTo>
                  <a:pt x="4286" y="1731"/>
                </a:lnTo>
                <a:lnTo>
                  <a:pt x="4285" y="1732"/>
                </a:lnTo>
                <a:lnTo>
                  <a:pt x="4285" y="1734"/>
                </a:lnTo>
                <a:lnTo>
                  <a:pt x="4285" y="1735"/>
                </a:lnTo>
                <a:lnTo>
                  <a:pt x="4285" y="1736"/>
                </a:lnTo>
                <a:lnTo>
                  <a:pt x="4284" y="1736"/>
                </a:lnTo>
                <a:lnTo>
                  <a:pt x="4283" y="1737"/>
                </a:lnTo>
                <a:lnTo>
                  <a:pt x="4282" y="1737"/>
                </a:lnTo>
                <a:lnTo>
                  <a:pt x="4281" y="1737"/>
                </a:lnTo>
                <a:lnTo>
                  <a:pt x="4280" y="1737"/>
                </a:lnTo>
                <a:lnTo>
                  <a:pt x="4279" y="1738"/>
                </a:lnTo>
                <a:lnTo>
                  <a:pt x="4278" y="1737"/>
                </a:lnTo>
                <a:lnTo>
                  <a:pt x="4278" y="1736"/>
                </a:lnTo>
                <a:lnTo>
                  <a:pt x="4277" y="1737"/>
                </a:lnTo>
                <a:lnTo>
                  <a:pt x="4277" y="1736"/>
                </a:lnTo>
                <a:lnTo>
                  <a:pt x="4276" y="1736"/>
                </a:lnTo>
                <a:lnTo>
                  <a:pt x="4275" y="1736"/>
                </a:lnTo>
                <a:lnTo>
                  <a:pt x="4275" y="1734"/>
                </a:lnTo>
                <a:lnTo>
                  <a:pt x="4275" y="1733"/>
                </a:lnTo>
                <a:lnTo>
                  <a:pt x="4276" y="1733"/>
                </a:lnTo>
                <a:lnTo>
                  <a:pt x="4276" y="1732"/>
                </a:lnTo>
                <a:lnTo>
                  <a:pt x="4275" y="1733"/>
                </a:lnTo>
                <a:lnTo>
                  <a:pt x="4274" y="1733"/>
                </a:lnTo>
                <a:lnTo>
                  <a:pt x="4274" y="1732"/>
                </a:lnTo>
                <a:lnTo>
                  <a:pt x="4272" y="1732"/>
                </a:lnTo>
                <a:lnTo>
                  <a:pt x="4272" y="1731"/>
                </a:lnTo>
                <a:lnTo>
                  <a:pt x="4272" y="1730"/>
                </a:lnTo>
                <a:lnTo>
                  <a:pt x="4272" y="1729"/>
                </a:lnTo>
                <a:lnTo>
                  <a:pt x="4272" y="1730"/>
                </a:lnTo>
                <a:lnTo>
                  <a:pt x="4272" y="1731"/>
                </a:lnTo>
                <a:lnTo>
                  <a:pt x="4272" y="1732"/>
                </a:lnTo>
                <a:lnTo>
                  <a:pt x="4272" y="1733"/>
                </a:lnTo>
                <a:lnTo>
                  <a:pt x="4271" y="1733"/>
                </a:lnTo>
                <a:lnTo>
                  <a:pt x="4271" y="1732"/>
                </a:lnTo>
                <a:lnTo>
                  <a:pt x="4271" y="1731"/>
                </a:lnTo>
                <a:lnTo>
                  <a:pt x="4270" y="1731"/>
                </a:lnTo>
                <a:lnTo>
                  <a:pt x="4270" y="1730"/>
                </a:lnTo>
                <a:lnTo>
                  <a:pt x="4268" y="1730"/>
                </a:lnTo>
                <a:lnTo>
                  <a:pt x="4267" y="1730"/>
                </a:lnTo>
                <a:lnTo>
                  <a:pt x="4268" y="1731"/>
                </a:lnTo>
                <a:lnTo>
                  <a:pt x="4270" y="1732"/>
                </a:lnTo>
                <a:lnTo>
                  <a:pt x="4268" y="1732"/>
                </a:lnTo>
                <a:lnTo>
                  <a:pt x="4267" y="1733"/>
                </a:lnTo>
                <a:lnTo>
                  <a:pt x="4266" y="1733"/>
                </a:lnTo>
                <a:lnTo>
                  <a:pt x="4266" y="1734"/>
                </a:lnTo>
                <a:lnTo>
                  <a:pt x="4265" y="1734"/>
                </a:lnTo>
                <a:lnTo>
                  <a:pt x="4264" y="1734"/>
                </a:lnTo>
                <a:lnTo>
                  <a:pt x="4263" y="1734"/>
                </a:lnTo>
                <a:lnTo>
                  <a:pt x="4262" y="1734"/>
                </a:lnTo>
                <a:lnTo>
                  <a:pt x="4262" y="1733"/>
                </a:lnTo>
                <a:lnTo>
                  <a:pt x="4261" y="1732"/>
                </a:lnTo>
                <a:lnTo>
                  <a:pt x="4260" y="1732"/>
                </a:lnTo>
                <a:lnTo>
                  <a:pt x="4261" y="1732"/>
                </a:lnTo>
                <a:lnTo>
                  <a:pt x="4261" y="1733"/>
                </a:lnTo>
                <a:lnTo>
                  <a:pt x="4262" y="1733"/>
                </a:lnTo>
                <a:lnTo>
                  <a:pt x="4262" y="1734"/>
                </a:lnTo>
                <a:lnTo>
                  <a:pt x="4263" y="1735"/>
                </a:lnTo>
                <a:lnTo>
                  <a:pt x="4263" y="1736"/>
                </a:lnTo>
                <a:lnTo>
                  <a:pt x="4262" y="1736"/>
                </a:lnTo>
                <a:lnTo>
                  <a:pt x="4261" y="1736"/>
                </a:lnTo>
                <a:lnTo>
                  <a:pt x="4260" y="1736"/>
                </a:lnTo>
                <a:lnTo>
                  <a:pt x="4259" y="1736"/>
                </a:lnTo>
                <a:lnTo>
                  <a:pt x="4259" y="1737"/>
                </a:lnTo>
                <a:lnTo>
                  <a:pt x="4260" y="1737"/>
                </a:lnTo>
                <a:lnTo>
                  <a:pt x="4260" y="1736"/>
                </a:lnTo>
                <a:lnTo>
                  <a:pt x="4261" y="1736"/>
                </a:lnTo>
                <a:lnTo>
                  <a:pt x="4262" y="1737"/>
                </a:lnTo>
                <a:lnTo>
                  <a:pt x="4263" y="1737"/>
                </a:lnTo>
                <a:lnTo>
                  <a:pt x="4263" y="1736"/>
                </a:lnTo>
                <a:lnTo>
                  <a:pt x="4264" y="1736"/>
                </a:lnTo>
                <a:lnTo>
                  <a:pt x="4264" y="1735"/>
                </a:lnTo>
                <a:lnTo>
                  <a:pt x="4265" y="1735"/>
                </a:lnTo>
                <a:lnTo>
                  <a:pt x="4266" y="1735"/>
                </a:lnTo>
                <a:lnTo>
                  <a:pt x="4266" y="1734"/>
                </a:lnTo>
                <a:lnTo>
                  <a:pt x="4267" y="1734"/>
                </a:lnTo>
                <a:lnTo>
                  <a:pt x="4268" y="1735"/>
                </a:lnTo>
                <a:lnTo>
                  <a:pt x="4270" y="1735"/>
                </a:lnTo>
                <a:lnTo>
                  <a:pt x="4271" y="1736"/>
                </a:lnTo>
                <a:lnTo>
                  <a:pt x="4271" y="1737"/>
                </a:lnTo>
                <a:lnTo>
                  <a:pt x="4271" y="1738"/>
                </a:lnTo>
                <a:lnTo>
                  <a:pt x="4272" y="1738"/>
                </a:lnTo>
                <a:lnTo>
                  <a:pt x="4272" y="1739"/>
                </a:lnTo>
                <a:lnTo>
                  <a:pt x="4273" y="1739"/>
                </a:lnTo>
                <a:lnTo>
                  <a:pt x="4274" y="1738"/>
                </a:lnTo>
                <a:lnTo>
                  <a:pt x="4274" y="1739"/>
                </a:lnTo>
                <a:lnTo>
                  <a:pt x="4275" y="1739"/>
                </a:lnTo>
                <a:lnTo>
                  <a:pt x="4277" y="1739"/>
                </a:lnTo>
                <a:lnTo>
                  <a:pt x="4278" y="1739"/>
                </a:lnTo>
                <a:lnTo>
                  <a:pt x="4279" y="1740"/>
                </a:lnTo>
                <a:lnTo>
                  <a:pt x="4279" y="1741"/>
                </a:lnTo>
                <a:lnTo>
                  <a:pt x="4279" y="1742"/>
                </a:lnTo>
                <a:lnTo>
                  <a:pt x="4278" y="1742"/>
                </a:lnTo>
                <a:lnTo>
                  <a:pt x="4278" y="1743"/>
                </a:lnTo>
                <a:lnTo>
                  <a:pt x="4277" y="1743"/>
                </a:lnTo>
                <a:lnTo>
                  <a:pt x="4277" y="1744"/>
                </a:lnTo>
                <a:lnTo>
                  <a:pt x="4277" y="1745"/>
                </a:lnTo>
                <a:lnTo>
                  <a:pt x="4277" y="1746"/>
                </a:lnTo>
                <a:lnTo>
                  <a:pt x="4276" y="1746"/>
                </a:lnTo>
                <a:lnTo>
                  <a:pt x="4276" y="1747"/>
                </a:lnTo>
                <a:lnTo>
                  <a:pt x="4277" y="1747"/>
                </a:lnTo>
                <a:lnTo>
                  <a:pt x="4278" y="1748"/>
                </a:lnTo>
                <a:lnTo>
                  <a:pt x="4278" y="1749"/>
                </a:lnTo>
                <a:lnTo>
                  <a:pt x="4277" y="1748"/>
                </a:lnTo>
                <a:lnTo>
                  <a:pt x="4277" y="1749"/>
                </a:lnTo>
                <a:lnTo>
                  <a:pt x="4276" y="1749"/>
                </a:lnTo>
                <a:lnTo>
                  <a:pt x="4276" y="1750"/>
                </a:lnTo>
                <a:lnTo>
                  <a:pt x="4275" y="1750"/>
                </a:lnTo>
                <a:lnTo>
                  <a:pt x="4273" y="1750"/>
                </a:lnTo>
                <a:lnTo>
                  <a:pt x="4272" y="1751"/>
                </a:lnTo>
                <a:lnTo>
                  <a:pt x="4273" y="1752"/>
                </a:lnTo>
                <a:lnTo>
                  <a:pt x="4273" y="1753"/>
                </a:lnTo>
                <a:lnTo>
                  <a:pt x="4273" y="1754"/>
                </a:lnTo>
                <a:lnTo>
                  <a:pt x="4272" y="1755"/>
                </a:lnTo>
                <a:lnTo>
                  <a:pt x="4271" y="1756"/>
                </a:lnTo>
                <a:lnTo>
                  <a:pt x="4271" y="1757"/>
                </a:lnTo>
                <a:lnTo>
                  <a:pt x="4272" y="1758"/>
                </a:lnTo>
                <a:lnTo>
                  <a:pt x="4271" y="1758"/>
                </a:lnTo>
                <a:lnTo>
                  <a:pt x="4270" y="1758"/>
                </a:lnTo>
                <a:lnTo>
                  <a:pt x="4270" y="1759"/>
                </a:lnTo>
                <a:lnTo>
                  <a:pt x="4270" y="1758"/>
                </a:lnTo>
                <a:lnTo>
                  <a:pt x="4268" y="1758"/>
                </a:lnTo>
                <a:lnTo>
                  <a:pt x="4267" y="1758"/>
                </a:lnTo>
                <a:lnTo>
                  <a:pt x="4267" y="1757"/>
                </a:lnTo>
                <a:lnTo>
                  <a:pt x="4267" y="1756"/>
                </a:lnTo>
                <a:lnTo>
                  <a:pt x="4267" y="1755"/>
                </a:lnTo>
                <a:lnTo>
                  <a:pt x="4268" y="1754"/>
                </a:lnTo>
                <a:lnTo>
                  <a:pt x="4268" y="1753"/>
                </a:lnTo>
                <a:lnTo>
                  <a:pt x="4267" y="1753"/>
                </a:lnTo>
                <a:lnTo>
                  <a:pt x="4267" y="1752"/>
                </a:lnTo>
                <a:lnTo>
                  <a:pt x="4266" y="1752"/>
                </a:lnTo>
                <a:lnTo>
                  <a:pt x="4266" y="1751"/>
                </a:lnTo>
                <a:lnTo>
                  <a:pt x="4266" y="1750"/>
                </a:lnTo>
                <a:lnTo>
                  <a:pt x="4266" y="1749"/>
                </a:lnTo>
                <a:lnTo>
                  <a:pt x="4265" y="1749"/>
                </a:lnTo>
                <a:lnTo>
                  <a:pt x="4265" y="1748"/>
                </a:lnTo>
                <a:lnTo>
                  <a:pt x="4264" y="1748"/>
                </a:lnTo>
                <a:lnTo>
                  <a:pt x="4264" y="1749"/>
                </a:lnTo>
                <a:lnTo>
                  <a:pt x="4263" y="1749"/>
                </a:lnTo>
                <a:lnTo>
                  <a:pt x="4262" y="1749"/>
                </a:lnTo>
                <a:lnTo>
                  <a:pt x="4258" y="1749"/>
                </a:lnTo>
                <a:lnTo>
                  <a:pt x="4257" y="1749"/>
                </a:lnTo>
                <a:lnTo>
                  <a:pt x="4257" y="1750"/>
                </a:lnTo>
                <a:lnTo>
                  <a:pt x="4258" y="1750"/>
                </a:lnTo>
                <a:lnTo>
                  <a:pt x="4258" y="1751"/>
                </a:lnTo>
                <a:lnTo>
                  <a:pt x="4258" y="1752"/>
                </a:lnTo>
                <a:lnTo>
                  <a:pt x="4257" y="1752"/>
                </a:lnTo>
                <a:lnTo>
                  <a:pt x="4256" y="1752"/>
                </a:lnTo>
                <a:lnTo>
                  <a:pt x="4255" y="1752"/>
                </a:lnTo>
                <a:lnTo>
                  <a:pt x="4255" y="1753"/>
                </a:lnTo>
                <a:lnTo>
                  <a:pt x="4255" y="1754"/>
                </a:lnTo>
                <a:lnTo>
                  <a:pt x="4254" y="1754"/>
                </a:lnTo>
                <a:lnTo>
                  <a:pt x="4253" y="1755"/>
                </a:lnTo>
                <a:lnTo>
                  <a:pt x="4253" y="1756"/>
                </a:lnTo>
                <a:lnTo>
                  <a:pt x="4252" y="1757"/>
                </a:lnTo>
                <a:lnTo>
                  <a:pt x="4252" y="1758"/>
                </a:lnTo>
                <a:lnTo>
                  <a:pt x="4252" y="1759"/>
                </a:lnTo>
                <a:lnTo>
                  <a:pt x="4253" y="1759"/>
                </a:lnTo>
                <a:lnTo>
                  <a:pt x="4254" y="1759"/>
                </a:lnTo>
                <a:lnTo>
                  <a:pt x="4255" y="1760"/>
                </a:lnTo>
                <a:lnTo>
                  <a:pt x="4256" y="1761"/>
                </a:lnTo>
                <a:lnTo>
                  <a:pt x="4256" y="1762"/>
                </a:lnTo>
                <a:lnTo>
                  <a:pt x="4256" y="1763"/>
                </a:lnTo>
                <a:lnTo>
                  <a:pt x="4255" y="1763"/>
                </a:lnTo>
                <a:lnTo>
                  <a:pt x="4254" y="1762"/>
                </a:lnTo>
                <a:lnTo>
                  <a:pt x="4253" y="1762"/>
                </a:lnTo>
                <a:lnTo>
                  <a:pt x="4253" y="1763"/>
                </a:lnTo>
                <a:lnTo>
                  <a:pt x="4252" y="1763"/>
                </a:lnTo>
                <a:lnTo>
                  <a:pt x="4252" y="1762"/>
                </a:lnTo>
                <a:lnTo>
                  <a:pt x="4251" y="1762"/>
                </a:lnTo>
                <a:lnTo>
                  <a:pt x="4250" y="1762"/>
                </a:lnTo>
                <a:lnTo>
                  <a:pt x="4249" y="1762"/>
                </a:lnTo>
                <a:lnTo>
                  <a:pt x="4249" y="1763"/>
                </a:lnTo>
                <a:lnTo>
                  <a:pt x="4248" y="1763"/>
                </a:lnTo>
                <a:lnTo>
                  <a:pt x="4249" y="1764"/>
                </a:lnTo>
                <a:lnTo>
                  <a:pt x="4249" y="1765"/>
                </a:lnTo>
                <a:lnTo>
                  <a:pt x="4250" y="1765"/>
                </a:lnTo>
                <a:lnTo>
                  <a:pt x="4250" y="1766"/>
                </a:lnTo>
                <a:lnTo>
                  <a:pt x="4249" y="1766"/>
                </a:lnTo>
                <a:lnTo>
                  <a:pt x="4248" y="1767"/>
                </a:lnTo>
                <a:lnTo>
                  <a:pt x="4248" y="1768"/>
                </a:lnTo>
                <a:lnTo>
                  <a:pt x="4249" y="1769"/>
                </a:lnTo>
                <a:lnTo>
                  <a:pt x="4250" y="1768"/>
                </a:lnTo>
                <a:lnTo>
                  <a:pt x="4251" y="1768"/>
                </a:lnTo>
                <a:lnTo>
                  <a:pt x="4251" y="1769"/>
                </a:lnTo>
                <a:lnTo>
                  <a:pt x="4251" y="1770"/>
                </a:lnTo>
                <a:lnTo>
                  <a:pt x="4252" y="1771"/>
                </a:lnTo>
                <a:lnTo>
                  <a:pt x="4251" y="1771"/>
                </a:lnTo>
                <a:lnTo>
                  <a:pt x="4251" y="1772"/>
                </a:lnTo>
                <a:lnTo>
                  <a:pt x="4251" y="1773"/>
                </a:lnTo>
                <a:lnTo>
                  <a:pt x="4251" y="1774"/>
                </a:lnTo>
                <a:lnTo>
                  <a:pt x="4252" y="1774"/>
                </a:lnTo>
                <a:lnTo>
                  <a:pt x="4252" y="1775"/>
                </a:lnTo>
                <a:lnTo>
                  <a:pt x="4252" y="1776"/>
                </a:lnTo>
                <a:lnTo>
                  <a:pt x="4252" y="1777"/>
                </a:lnTo>
                <a:lnTo>
                  <a:pt x="4252" y="1778"/>
                </a:lnTo>
                <a:lnTo>
                  <a:pt x="4252" y="1779"/>
                </a:lnTo>
                <a:lnTo>
                  <a:pt x="4252" y="1780"/>
                </a:lnTo>
                <a:lnTo>
                  <a:pt x="4252" y="1781"/>
                </a:lnTo>
                <a:lnTo>
                  <a:pt x="4253" y="1781"/>
                </a:lnTo>
                <a:lnTo>
                  <a:pt x="4253" y="1782"/>
                </a:lnTo>
                <a:lnTo>
                  <a:pt x="4254" y="1782"/>
                </a:lnTo>
                <a:lnTo>
                  <a:pt x="4255" y="1783"/>
                </a:lnTo>
                <a:lnTo>
                  <a:pt x="4254" y="1783"/>
                </a:lnTo>
                <a:lnTo>
                  <a:pt x="4253" y="1783"/>
                </a:lnTo>
                <a:lnTo>
                  <a:pt x="4252" y="1783"/>
                </a:lnTo>
                <a:lnTo>
                  <a:pt x="4251" y="1783"/>
                </a:lnTo>
                <a:lnTo>
                  <a:pt x="4250" y="1783"/>
                </a:lnTo>
                <a:lnTo>
                  <a:pt x="4249" y="1783"/>
                </a:lnTo>
                <a:lnTo>
                  <a:pt x="4249" y="1784"/>
                </a:lnTo>
                <a:lnTo>
                  <a:pt x="4248" y="1784"/>
                </a:lnTo>
                <a:lnTo>
                  <a:pt x="4247" y="1784"/>
                </a:lnTo>
                <a:lnTo>
                  <a:pt x="4246" y="1784"/>
                </a:lnTo>
                <a:lnTo>
                  <a:pt x="4245" y="1784"/>
                </a:lnTo>
                <a:lnTo>
                  <a:pt x="4244" y="1784"/>
                </a:lnTo>
                <a:lnTo>
                  <a:pt x="4244" y="1785"/>
                </a:lnTo>
                <a:lnTo>
                  <a:pt x="4245" y="1785"/>
                </a:lnTo>
                <a:lnTo>
                  <a:pt x="4244" y="1786"/>
                </a:lnTo>
                <a:lnTo>
                  <a:pt x="4243" y="1786"/>
                </a:lnTo>
                <a:lnTo>
                  <a:pt x="4243" y="1785"/>
                </a:lnTo>
                <a:lnTo>
                  <a:pt x="4241" y="1785"/>
                </a:lnTo>
                <a:lnTo>
                  <a:pt x="4240" y="1785"/>
                </a:lnTo>
                <a:lnTo>
                  <a:pt x="4239" y="1785"/>
                </a:lnTo>
                <a:lnTo>
                  <a:pt x="4239" y="1786"/>
                </a:lnTo>
                <a:lnTo>
                  <a:pt x="4240" y="1786"/>
                </a:lnTo>
                <a:lnTo>
                  <a:pt x="4239" y="1787"/>
                </a:lnTo>
                <a:lnTo>
                  <a:pt x="4238" y="1787"/>
                </a:lnTo>
                <a:lnTo>
                  <a:pt x="4237" y="1786"/>
                </a:lnTo>
                <a:lnTo>
                  <a:pt x="4237" y="1787"/>
                </a:lnTo>
                <a:lnTo>
                  <a:pt x="4236" y="1787"/>
                </a:lnTo>
                <a:lnTo>
                  <a:pt x="4235" y="1787"/>
                </a:lnTo>
                <a:lnTo>
                  <a:pt x="4234" y="1787"/>
                </a:lnTo>
                <a:lnTo>
                  <a:pt x="4233" y="1787"/>
                </a:lnTo>
                <a:lnTo>
                  <a:pt x="4232" y="1787"/>
                </a:lnTo>
                <a:lnTo>
                  <a:pt x="4231" y="1788"/>
                </a:lnTo>
                <a:lnTo>
                  <a:pt x="4231" y="1789"/>
                </a:lnTo>
                <a:lnTo>
                  <a:pt x="4230" y="1790"/>
                </a:lnTo>
                <a:lnTo>
                  <a:pt x="4229" y="1790"/>
                </a:lnTo>
                <a:lnTo>
                  <a:pt x="4228" y="1791"/>
                </a:lnTo>
                <a:lnTo>
                  <a:pt x="4227" y="1791"/>
                </a:lnTo>
                <a:lnTo>
                  <a:pt x="4226" y="1791"/>
                </a:lnTo>
                <a:lnTo>
                  <a:pt x="4225" y="1791"/>
                </a:lnTo>
                <a:lnTo>
                  <a:pt x="4226" y="1791"/>
                </a:lnTo>
                <a:lnTo>
                  <a:pt x="4225" y="1790"/>
                </a:lnTo>
                <a:lnTo>
                  <a:pt x="4224" y="1790"/>
                </a:lnTo>
                <a:lnTo>
                  <a:pt x="4223" y="1791"/>
                </a:lnTo>
                <a:lnTo>
                  <a:pt x="4222" y="1791"/>
                </a:lnTo>
                <a:lnTo>
                  <a:pt x="4221" y="1791"/>
                </a:lnTo>
                <a:lnTo>
                  <a:pt x="4220" y="1790"/>
                </a:lnTo>
                <a:lnTo>
                  <a:pt x="4220" y="1791"/>
                </a:lnTo>
                <a:lnTo>
                  <a:pt x="4219" y="1791"/>
                </a:lnTo>
                <a:lnTo>
                  <a:pt x="4219" y="1790"/>
                </a:lnTo>
                <a:lnTo>
                  <a:pt x="4218" y="1790"/>
                </a:lnTo>
                <a:lnTo>
                  <a:pt x="4218" y="1791"/>
                </a:lnTo>
                <a:lnTo>
                  <a:pt x="4216" y="1791"/>
                </a:lnTo>
                <a:lnTo>
                  <a:pt x="4216" y="1790"/>
                </a:lnTo>
                <a:lnTo>
                  <a:pt x="4218" y="1789"/>
                </a:lnTo>
                <a:lnTo>
                  <a:pt x="4219" y="1788"/>
                </a:lnTo>
                <a:lnTo>
                  <a:pt x="4218" y="1788"/>
                </a:lnTo>
                <a:lnTo>
                  <a:pt x="4219" y="1787"/>
                </a:lnTo>
                <a:lnTo>
                  <a:pt x="4220" y="1787"/>
                </a:lnTo>
                <a:lnTo>
                  <a:pt x="4220" y="1786"/>
                </a:lnTo>
                <a:lnTo>
                  <a:pt x="4219" y="1786"/>
                </a:lnTo>
                <a:lnTo>
                  <a:pt x="4219" y="1787"/>
                </a:lnTo>
                <a:lnTo>
                  <a:pt x="4218" y="1787"/>
                </a:lnTo>
                <a:lnTo>
                  <a:pt x="4218" y="1786"/>
                </a:lnTo>
                <a:lnTo>
                  <a:pt x="4219" y="1786"/>
                </a:lnTo>
                <a:lnTo>
                  <a:pt x="4218" y="1786"/>
                </a:lnTo>
                <a:lnTo>
                  <a:pt x="4219" y="1785"/>
                </a:lnTo>
                <a:lnTo>
                  <a:pt x="4220" y="1785"/>
                </a:lnTo>
                <a:lnTo>
                  <a:pt x="4220" y="1784"/>
                </a:lnTo>
                <a:lnTo>
                  <a:pt x="4220" y="1783"/>
                </a:lnTo>
                <a:lnTo>
                  <a:pt x="4220" y="1782"/>
                </a:lnTo>
                <a:lnTo>
                  <a:pt x="4221" y="1781"/>
                </a:lnTo>
                <a:lnTo>
                  <a:pt x="4221" y="1780"/>
                </a:lnTo>
                <a:lnTo>
                  <a:pt x="4222" y="1780"/>
                </a:lnTo>
                <a:lnTo>
                  <a:pt x="4222" y="1781"/>
                </a:lnTo>
                <a:lnTo>
                  <a:pt x="4223" y="1781"/>
                </a:lnTo>
                <a:lnTo>
                  <a:pt x="4224" y="1781"/>
                </a:lnTo>
                <a:lnTo>
                  <a:pt x="4223" y="1781"/>
                </a:lnTo>
                <a:lnTo>
                  <a:pt x="4223" y="1780"/>
                </a:lnTo>
                <a:lnTo>
                  <a:pt x="4222" y="1780"/>
                </a:lnTo>
                <a:lnTo>
                  <a:pt x="4223" y="1780"/>
                </a:lnTo>
                <a:lnTo>
                  <a:pt x="4222" y="1779"/>
                </a:lnTo>
                <a:lnTo>
                  <a:pt x="4223" y="1779"/>
                </a:lnTo>
                <a:lnTo>
                  <a:pt x="4223" y="1778"/>
                </a:lnTo>
                <a:lnTo>
                  <a:pt x="4223" y="1777"/>
                </a:lnTo>
                <a:lnTo>
                  <a:pt x="4222" y="1776"/>
                </a:lnTo>
                <a:lnTo>
                  <a:pt x="4222" y="1775"/>
                </a:lnTo>
                <a:lnTo>
                  <a:pt x="4221" y="1775"/>
                </a:lnTo>
                <a:lnTo>
                  <a:pt x="4220" y="1775"/>
                </a:lnTo>
                <a:lnTo>
                  <a:pt x="4220" y="1774"/>
                </a:lnTo>
                <a:lnTo>
                  <a:pt x="4221" y="1774"/>
                </a:lnTo>
                <a:lnTo>
                  <a:pt x="4220" y="1774"/>
                </a:lnTo>
                <a:lnTo>
                  <a:pt x="4220" y="1773"/>
                </a:lnTo>
                <a:lnTo>
                  <a:pt x="4219" y="1773"/>
                </a:lnTo>
                <a:lnTo>
                  <a:pt x="4219" y="1772"/>
                </a:lnTo>
                <a:lnTo>
                  <a:pt x="4219" y="1771"/>
                </a:lnTo>
                <a:lnTo>
                  <a:pt x="4219" y="1770"/>
                </a:lnTo>
                <a:lnTo>
                  <a:pt x="4218" y="1770"/>
                </a:lnTo>
                <a:lnTo>
                  <a:pt x="4218" y="1771"/>
                </a:lnTo>
                <a:lnTo>
                  <a:pt x="4217" y="1771"/>
                </a:lnTo>
                <a:lnTo>
                  <a:pt x="4217" y="1772"/>
                </a:lnTo>
                <a:lnTo>
                  <a:pt x="4217" y="1773"/>
                </a:lnTo>
                <a:lnTo>
                  <a:pt x="4216" y="1773"/>
                </a:lnTo>
                <a:lnTo>
                  <a:pt x="4216" y="1774"/>
                </a:lnTo>
                <a:lnTo>
                  <a:pt x="4216" y="1775"/>
                </a:lnTo>
                <a:lnTo>
                  <a:pt x="4216" y="1776"/>
                </a:lnTo>
                <a:lnTo>
                  <a:pt x="4217" y="1776"/>
                </a:lnTo>
                <a:lnTo>
                  <a:pt x="4218" y="1776"/>
                </a:lnTo>
                <a:lnTo>
                  <a:pt x="4218" y="1777"/>
                </a:lnTo>
                <a:lnTo>
                  <a:pt x="4217" y="1777"/>
                </a:lnTo>
                <a:lnTo>
                  <a:pt x="4215" y="1777"/>
                </a:lnTo>
                <a:lnTo>
                  <a:pt x="4215" y="1778"/>
                </a:lnTo>
                <a:lnTo>
                  <a:pt x="4214" y="1778"/>
                </a:lnTo>
                <a:lnTo>
                  <a:pt x="4213" y="1778"/>
                </a:lnTo>
                <a:lnTo>
                  <a:pt x="4213" y="1777"/>
                </a:lnTo>
                <a:lnTo>
                  <a:pt x="4214" y="1777"/>
                </a:lnTo>
                <a:lnTo>
                  <a:pt x="4214" y="1776"/>
                </a:lnTo>
                <a:lnTo>
                  <a:pt x="4213" y="1776"/>
                </a:lnTo>
                <a:lnTo>
                  <a:pt x="4212" y="1776"/>
                </a:lnTo>
                <a:lnTo>
                  <a:pt x="4211" y="1776"/>
                </a:lnTo>
                <a:lnTo>
                  <a:pt x="4211" y="1777"/>
                </a:lnTo>
                <a:lnTo>
                  <a:pt x="4210" y="1777"/>
                </a:lnTo>
                <a:lnTo>
                  <a:pt x="4210" y="1776"/>
                </a:lnTo>
                <a:lnTo>
                  <a:pt x="4210" y="1775"/>
                </a:lnTo>
                <a:lnTo>
                  <a:pt x="4210" y="1774"/>
                </a:lnTo>
                <a:lnTo>
                  <a:pt x="4209" y="1774"/>
                </a:lnTo>
                <a:lnTo>
                  <a:pt x="4208" y="1775"/>
                </a:lnTo>
                <a:lnTo>
                  <a:pt x="4207" y="1775"/>
                </a:lnTo>
                <a:lnTo>
                  <a:pt x="4206" y="1776"/>
                </a:lnTo>
                <a:lnTo>
                  <a:pt x="4205" y="1776"/>
                </a:lnTo>
                <a:lnTo>
                  <a:pt x="4205" y="1777"/>
                </a:lnTo>
                <a:lnTo>
                  <a:pt x="4204" y="1777"/>
                </a:lnTo>
                <a:lnTo>
                  <a:pt x="4203" y="1778"/>
                </a:lnTo>
                <a:lnTo>
                  <a:pt x="4202" y="1778"/>
                </a:lnTo>
                <a:lnTo>
                  <a:pt x="4201" y="1777"/>
                </a:lnTo>
                <a:lnTo>
                  <a:pt x="4202" y="1777"/>
                </a:lnTo>
                <a:lnTo>
                  <a:pt x="4201" y="1776"/>
                </a:lnTo>
                <a:lnTo>
                  <a:pt x="4201" y="1777"/>
                </a:lnTo>
                <a:lnTo>
                  <a:pt x="4200" y="1777"/>
                </a:lnTo>
                <a:lnTo>
                  <a:pt x="4201" y="1778"/>
                </a:lnTo>
                <a:lnTo>
                  <a:pt x="4202" y="1778"/>
                </a:lnTo>
                <a:lnTo>
                  <a:pt x="4202" y="1779"/>
                </a:lnTo>
                <a:lnTo>
                  <a:pt x="4201" y="1779"/>
                </a:lnTo>
                <a:lnTo>
                  <a:pt x="4202" y="1780"/>
                </a:lnTo>
                <a:lnTo>
                  <a:pt x="4202" y="1781"/>
                </a:lnTo>
                <a:lnTo>
                  <a:pt x="4202" y="1782"/>
                </a:lnTo>
                <a:lnTo>
                  <a:pt x="4201" y="1783"/>
                </a:lnTo>
                <a:lnTo>
                  <a:pt x="4200" y="1783"/>
                </a:lnTo>
                <a:lnTo>
                  <a:pt x="4199" y="1783"/>
                </a:lnTo>
                <a:lnTo>
                  <a:pt x="4198" y="1783"/>
                </a:lnTo>
                <a:lnTo>
                  <a:pt x="4197" y="1783"/>
                </a:lnTo>
                <a:lnTo>
                  <a:pt x="4198" y="1783"/>
                </a:lnTo>
                <a:lnTo>
                  <a:pt x="4198" y="1784"/>
                </a:lnTo>
                <a:lnTo>
                  <a:pt x="4199" y="1784"/>
                </a:lnTo>
                <a:lnTo>
                  <a:pt x="4200" y="1784"/>
                </a:lnTo>
                <a:lnTo>
                  <a:pt x="4200" y="1785"/>
                </a:lnTo>
                <a:lnTo>
                  <a:pt x="4200" y="1786"/>
                </a:lnTo>
                <a:lnTo>
                  <a:pt x="4201" y="1786"/>
                </a:lnTo>
                <a:lnTo>
                  <a:pt x="4201" y="1787"/>
                </a:lnTo>
                <a:lnTo>
                  <a:pt x="4202" y="1787"/>
                </a:lnTo>
                <a:lnTo>
                  <a:pt x="4203" y="1787"/>
                </a:lnTo>
                <a:lnTo>
                  <a:pt x="4204" y="1787"/>
                </a:lnTo>
                <a:lnTo>
                  <a:pt x="4204" y="1788"/>
                </a:lnTo>
                <a:lnTo>
                  <a:pt x="4205" y="1788"/>
                </a:lnTo>
                <a:lnTo>
                  <a:pt x="4205" y="1789"/>
                </a:lnTo>
                <a:lnTo>
                  <a:pt x="4205" y="1790"/>
                </a:lnTo>
                <a:lnTo>
                  <a:pt x="4206" y="1790"/>
                </a:lnTo>
                <a:lnTo>
                  <a:pt x="4207" y="1790"/>
                </a:lnTo>
                <a:lnTo>
                  <a:pt x="4208" y="1790"/>
                </a:lnTo>
                <a:lnTo>
                  <a:pt x="4209" y="1790"/>
                </a:lnTo>
                <a:lnTo>
                  <a:pt x="4210" y="1790"/>
                </a:lnTo>
                <a:lnTo>
                  <a:pt x="4211" y="1790"/>
                </a:lnTo>
                <a:lnTo>
                  <a:pt x="4212" y="1790"/>
                </a:lnTo>
                <a:lnTo>
                  <a:pt x="4212" y="1791"/>
                </a:lnTo>
                <a:lnTo>
                  <a:pt x="4211" y="1791"/>
                </a:lnTo>
                <a:lnTo>
                  <a:pt x="4211" y="1792"/>
                </a:lnTo>
                <a:lnTo>
                  <a:pt x="4210" y="1792"/>
                </a:lnTo>
                <a:lnTo>
                  <a:pt x="4210" y="1793"/>
                </a:lnTo>
                <a:lnTo>
                  <a:pt x="4211" y="1793"/>
                </a:lnTo>
                <a:lnTo>
                  <a:pt x="4211" y="1794"/>
                </a:lnTo>
                <a:lnTo>
                  <a:pt x="4209" y="1795"/>
                </a:lnTo>
                <a:lnTo>
                  <a:pt x="4210" y="1795"/>
                </a:lnTo>
                <a:lnTo>
                  <a:pt x="4208" y="1797"/>
                </a:lnTo>
                <a:lnTo>
                  <a:pt x="4208" y="1796"/>
                </a:lnTo>
                <a:lnTo>
                  <a:pt x="4207" y="1796"/>
                </a:lnTo>
                <a:lnTo>
                  <a:pt x="4207" y="1797"/>
                </a:lnTo>
                <a:lnTo>
                  <a:pt x="4208" y="1797"/>
                </a:lnTo>
                <a:lnTo>
                  <a:pt x="4209" y="1797"/>
                </a:lnTo>
                <a:lnTo>
                  <a:pt x="4212" y="1795"/>
                </a:lnTo>
                <a:lnTo>
                  <a:pt x="4212" y="1796"/>
                </a:lnTo>
                <a:lnTo>
                  <a:pt x="4212" y="1795"/>
                </a:lnTo>
                <a:lnTo>
                  <a:pt x="4213" y="1795"/>
                </a:lnTo>
                <a:lnTo>
                  <a:pt x="4213" y="1796"/>
                </a:lnTo>
                <a:lnTo>
                  <a:pt x="4212" y="1796"/>
                </a:lnTo>
                <a:lnTo>
                  <a:pt x="4212" y="1797"/>
                </a:lnTo>
                <a:lnTo>
                  <a:pt x="4212" y="1798"/>
                </a:lnTo>
                <a:lnTo>
                  <a:pt x="4212" y="1799"/>
                </a:lnTo>
                <a:lnTo>
                  <a:pt x="4213" y="1799"/>
                </a:lnTo>
                <a:lnTo>
                  <a:pt x="4213" y="1798"/>
                </a:lnTo>
                <a:lnTo>
                  <a:pt x="4214" y="1798"/>
                </a:lnTo>
                <a:lnTo>
                  <a:pt x="4214" y="1797"/>
                </a:lnTo>
                <a:lnTo>
                  <a:pt x="4213" y="1797"/>
                </a:lnTo>
                <a:lnTo>
                  <a:pt x="4214" y="1797"/>
                </a:lnTo>
                <a:lnTo>
                  <a:pt x="4215" y="1797"/>
                </a:lnTo>
                <a:lnTo>
                  <a:pt x="4215" y="1798"/>
                </a:lnTo>
                <a:lnTo>
                  <a:pt x="4215" y="1797"/>
                </a:lnTo>
                <a:lnTo>
                  <a:pt x="4215" y="1796"/>
                </a:lnTo>
                <a:lnTo>
                  <a:pt x="4216" y="1795"/>
                </a:lnTo>
                <a:lnTo>
                  <a:pt x="4218" y="1795"/>
                </a:lnTo>
                <a:lnTo>
                  <a:pt x="4218" y="1796"/>
                </a:lnTo>
                <a:lnTo>
                  <a:pt x="4217" y="1797"/>
                </a:lnTo>
                <a:lnTo>
                  <a:pt x="4217" y="1798"/>
                </a:lnTo>
                <a:lnTo>
                  <a:pt x="4217" y="1799"/>
                </a:lnTo>
                <a:lnTo>
                  <a:pt x="4216" y="1799"/>
                </a:lnTo>
                <a:lnTo>
                  <a:pt x="4216" y="1800"/>
                </a:lnTo>
                <a:lnTo>
                  <a:pt x="4215" y="1800"/>
                </a:lnTo>
                <a:lnTo>
                  <a:pt x="4214" y="1800"/>
                </a:lnTo>
                <a:lnTo>
                  <a:pt x="4213" y="1800"/>
                </a:lnTo>
                <a:lnTo>
                  <a:pt x="4212" y="1800"/>
                </a:lnTo>
                <a:lnTo>
                  <a:pt x="4211" y="1802"/>
                </a:lnTo>
                <a:lnTo>
                  <a:pt x="4210" y="1803"/>
                </a:lnTo>
                <a:lnTo>
                  <a:pt x="4209" y="1804"/>
                </a:lnTo>
                <a:lnTo>
                  <a:pt x="4208" y="1804"/>
                </a:lnTo>
                <a:lnTo>
                  <a:pt x="4208" y="1805"/>
                </a:lnTo>
                <a:lnTo>
                  <a:pt x="4208" y="1806"/>
                </a:lnTo>
                <a:lnTo>
                  <a:pt x="4207" y="1807"/>
                </a:lnTo>
                <a:lnTo>
                  <a:pt x="4206" y="1807"/>
                </a:lnTo>
                <a:lnTo>
                  <a:pt x="4206" y="1808"/>
                </a:lnTo>
                <a:lnTo>
                  <a:pt x="4205" y="1808"/>
                </a:lnTo>
                <a:lnTo>
                  <a:pt x="4205" y="1807"/>
                </a:lnTo>
                <a:lnTo>
                  <a:pt x="4205" y="1806"/>
                </a:lnTo>
                <a:lnTo>
                  <a:pt x="4206" y="1806"/>
                </a:lnTo>
                <a:lnTo>
                  <a:pt x="4207" y="1805"/>
                </a:lnTo>
                <a:lnTo>
                  <a:pt x="4208" y="1804"/>
                </a:lnTo>
                <a:lnTo>
                  <a:pt x="4208" y="1803"/>
                </a:lnTo>
                <a:lnTo>
                  <a:pt x="4209" y="1803"/>
                </a:lnTo>
                <a:lnTo>
                  <a:pt x="4209" y="1802"/>
                </a:lnTo>
                <a:lnTo>
                  <a:pt x="4208" y="1802"/>
                </a:lnTo>
                <a:lnTo>
                  <a:pt x="4207" y="1802"/>
                </a:lnTo>
                <a:lnTo>
                  <a:pt x="4206" y="1803"/>
                </a:lnTo>
                <a:lnTo>
                  <a:pt x="4205" y="1803"/>
                </a:lnTo>
                <a:lnTo>
                  <a:pt x="4205" y="1804"/>
                </a:lnTo>
                <a:lnTo>
                  <a:pt x="4205" y="1805"/>
                </a:lnTo>
                <a:lnTo>
                  <a:pt x="4204" y="1805"/>
                </a:lnTo>
                <a:lnTo>
                  <a:pt x="4204" y="1806"/>
                </a:lnTo>
                <a:lnTo>
                  <a:pt x="4203" y="1806"/>
                </a:lnTo>
                <a:lnTo>
                  <a:pt x="4203" y="1805"/>
                </a:lnTo>
                <a:lnTo>
                  <a:pt x="4202" y="1805"/>
                </a:lnTo>
                <a:lnTo>
                  <a:pt x="4202" y="1806"/>
                </a:lnTo>
                <a:lnTo>
                  <a:pt x="4202" y="1805"/>
                </a:lnTo>
                <a:lnTo>
                  <a:pt x="4201" y="1805"/>
                </a:lnTo>
                <a:lnTo>
                  <a:pt x="4200" y="1806"/>
                </a:lnTo>
                <a:lnTo>
                  <a:pt x="4199" y="1807"/>
                </a:lnTo>
                <a:lnTo>
                  <a:pt x="4198" y="1808"/>
                </a:lnTo>
                <a:lnTo>
                  <a:pt x="4197" y="1808"/>
                </a:lnTo>
                <a:lnTo>
                  <a:pt x="4196" y="1808"/>
                </a:lnTo>
                <a:lnTo>
                  <a:pt x="4196" y="1809"/>
                </a:lnTo>
                <a:lnTo>
                  <a:pt x="4195" y="1809"/>
                </a:lnTo>
                <a:lnTo>
                  <a:pt x="4195" y="1810"/>
                </a:lnTo>
                <a:lnTo>
                  <a:pt x="4195" y="1811"/>
                </a:lnTo>
                <a:lnTo>
                  <a:pt x="4194" y="1811"/>
                </a:lnTo>
                <a:lnTo>
                  <a:pt x="4194" y="1812"/>
                </a:lnTo>
                <a:lnTo>
                  <a:pt x="4194" y="1813"/>
                </a:lnTo>
                <a:lnTo>
                  <a:pt x="4193" y="1813"/>
                </a:lnTo>
                <a:lnTo>
                  <a:pt x="4193" y="1814"/>
                </a:lnTo>
                <a:lnTo>
                  <a:pt x="4193" y="1815"/>
                </a:lnTo>
                <a:lnTo>
                  <a:pt x="4193" y="1816"/>
                </a:lnTo>
                <a:lnTo>
                  <a:pt x="4193" y="1817"/>
                </a:lnTo>
                <a:lnTo>
                  <a:pt x="4194" y="1818"/>
                </a:lnTo>
                <a:lnTo>
                  <a:pt x="4194" y="1819"/>
                </a:lnTo>
                <a:lnTo>
                  <a:pt x="4193" y="1819"/>
                </a:lnTo>
                <a:lnTo>
                  <a:pt x="4193" y="1820"/>
                </a:lnTo>
                <a:lnTo>
                  <a:pt x="4192" y="1821"/>
                </a:lnTo>
                <a:lnTo>
                  <a:pt x="4192" y="1822"/>
                </a:lnTo>
                <a:lnTo>
                  <a:pt x="4192" y="1823"/>
                </a:lnTo>
                <a:lnTo>
                  <a:pt x="4192" y="1824"/>
                </a:lnTo>
                <a:lnTo>
                  <a:pt x="4191" y="1824"/>
                </a:lnTo>
                <a:lnTo>
                  <a:pt x="4192" y="1825"/>
                </a:lnTo>
                <a:lnTo>
                  <a:pt x="4191" y="1825"/>
                </a:lnTo>
                <a:lnTo>
                  <a:pt x="4190" y="1825"/>
                </a:lnTo>
                <a:lnTo>
                  <a:pt x="4189" y="1824"/>
                </a:lnTo>
                <a:lnTo>
                  <a:pt x="4188" y="1823"/>
                </a:lnTo>
                <a:lnTo>
                  <a:pt x="4187" y="1823"/>
                </a:lnTo>
                <a:lnTo>
                  <a:pt x="4187" y="1822"/>
                </a:lnTo>
                <a:lnTo>
                  <a:pt x="4187" y="1821"/>
                </a:lnTo>
                <a:lnTo>
                  <a:pt x="4186" y="1821"/>
                </a:lnTo>
                <a:lnTo>
                  <a:pt x="4185" y="1820"/>
                </a:lnTo>
                <a:lnTo>
                  <a:pt x="4184" y="1820"/>
                </a:lnTo>
                <a:lnTo>
                  <a:pt x="4183" y="1821"/>
                </a:lnTo>
                <a:lnTo>
                  <a:pt x="4182" y="1821"/>
                </a:lnTo>
                <a:lnTo>
                  <a:pt x="4182" y="1822"/>
                </a:lnTo>
                <a:lnTo>
                  <a:pt x="4182" y="1823"/>
                </a:lnTo>
                <a:lnTo>
                  <a:pt x="4183" y="1824"/>
                </a:lnTo>
                <a:lnTo>
                  <a:pt x="4184" y="1825"/>
                </a:lnTo>
                <a:lnTo>
                  <a:pt x="4185" y="1825"/>
                </a:lnTo>
                <a:lnTo>
                  <a:pt x="4185" y="1826"/>
                </a:lnTo>
                <a:lnTo>
                  <a:pt x="4184" y="1826"/>
                </a:lnTo>
                <a:lnTo>
                  <a:pt x="4184" y="1827"/>
                </a:lnTo>
                <a:lnTo>
                  <a:pt x="4183" y="1827"/>
                </a:lnTo>
                <a:lnTo>
                  <a:pt x="4182" y="1828"/>
                </a:lnTo>
                <a:lnTo>
                  <a:pt x="4182" y="1829"/>
                </a:lnTo>
                <a:lnTo>
                  <a:pt x="4182" y="1830"/>
                </a:lnTo>
                <a:lnTo>
                  <a:pt x="4182" y="1831"/>
                </a:lnTo>
                <a:lnTo>
                  <a:pt x="4182" y="1832"/>
                </a:lnTo>
                <a:lnTo>
                  <a:pt x="4183" y="1832"/>
                </a:lnTo>
                <a:lnTo>
                  <a:pt x="4183" y="1833"/>
                </a:lnTo>
                <a:lnTo>
                  <a:pt x="4183" y="1834"/>
                </a:lnTo>
                <a:lnTo>
                  <a:pt x="4182" y="1834"/>
                </a:lnTo>
                <a:lnTo>
                  <a:pt x="4182" y="1833"/>
                </a:lnTo>
                <a:lnTo>
                  <a:pt x="4181" y="1833"/>
                </a:lnTo>
                <a:lnTo>
                  <a:pt x="4181" y="1834"/>
                </a:lnTo>
                <a:lnTo>
                  <a:pt x="4180" y="1834"/>
                </a:lnTo>
                <a:lnTo>
                  <a:pt x="4180" y="1835"/>
                </a:lnTo>
                <a:lnTo>
                  <a:pt x="4179" y="1835"/>
                </a:lnTo>
                <a:lnTo>
                  <a:pt x="4179" y="1836"/>
                </a:lnTo>
                <a:lnTo>
                  <a:pt x="4178" y="1836"/>
                </a:lnTo>
                <a:lnTo>
                  <a:pt x="4178" y="1835"/>
                </a:lnTo>
                <a:lnTo>
                  <a:pt x="4177" y="1835"/>
                </a:lnTo>
                <a:lnTo>
                  <a:pt x="4177" y="1834"/>
                </a:lnTo>
                <a:lnTo>
                  <a:pt x="4176" y="1834"/>
                </a:lnTo>
                <a:lnTo>
                  <a:pt x="4176" y="1835"/>
                </a:lnTo>
                <a:lnTo>
                  <a:pt x="4175" y="1835"/>
                </a:lnTo>
                <a:lnTo>
                  <a:pt x="4175" y="1834"/>
                </a:lnTo>
                <a:lnTo>
                  <a:pt x="4175" y="1833"/>
                </a:lnTo>
                <a:lnTo>
                  <a:pt x="4174" y="1832"/>
                </a:lnTo>
                <a:lnTo>
                  <a:pt x="4173" y="1832"/>
                </a:lnTo>
                <a:lnTo>
                  <a:pt x="4173" y="1833"/>
                </a:lnTo>
                <a:lnTo>
                  <a:pt x="4174" y="1833"/>
                </a:lnTo>
                <a:lnTo>
                  <a:pt x="4173" y="1833"/>
                </a:lnTo>
                <a:lnTo>
                  <a:pt x="4172" y="1834"/>
                </a:lnTo>
                <a:lnTo>
                  <a:pt x="4171" y="1834"/>
                </a:lnTo>
                <a:lnTo>
                  <a:pt x="4171" y="1835"/>
                </a:lnTo>
                <a:lnTo>
                  <a:pt x="4172" y="1835"/>
                </a:lnTo>
                <a:lnTo>
                  <a:pt x="4171" y="1835"/>
                </a:lnTo>
                <a:lnTo>
                  <a:pt x="4171" y="1836"/>
                </a:lnTo>
                <a:lnTo>
                  <a:pt x="4172" y="1836"/>
                </a:lnTo>
                <a:lnTo>
                  <a:pt x="4172" y="1837"/>
                </a:lnTo>
                <a:lnTo>
                  <a:pt x="4171" y="1837"/>
                </a:lnTo>
                <a:lnTo>
                  <a:pt x="4171" y="1838"/>
                </a:lnTo>
                <a:lnTo>
                  <a:pt x="4172" y="1839"/>
                </a:lnTo>
                <a:lnTo>
                  <a:pt x="4171" y="1840"/>
                </a:lnTo>
                <a:lnTo>
                  <a:pt x="4170" y="1839"/>
                </a:lnTo>
                <a:lnTo>
                  <a:pt x="4169" y="1839"/>
                </a:lnTo>
                <a:lnTo>
                  <a:pt x="4168" y="1839"/>
                </a:lnTo>
                <a:lnTo>
                  <a:pt x="4168" y="1835"/>
                </a:lnTo>
                <a:lnTo>
                  <a:pt x="4167" y="1835"/>
                </a:lnTo>
                <a:lnTo>
                  <a:pt x="4167" y="1834"/>
                </a:lnTo>
                <a:lnTo>
                  <a:pt x="4167" y="1833"/>
                </a:lnTo>
                <a:lnTo>
                  <a:pt x="4166" y="1833"/>
                </a:lnTo>
                <a:lnTo>
                  <a:pt x="4166" y="1835"/>
                </a:lnTo>
                <a:lnTo>
                  <a:pt x="4167" y="1835"/>
                </a:lnTo>
                <a:lnTo>
                  <a:pt x="4166" y="1835"/>
                </a:lnTo>
                <a:lnTo>
                  <a:pt x="4165" y="1835"/>
                </a:lnTo>
                <a:lnTo>
                  <a:pt x="4164" y="1836"/>
                </a:lnTo>
                <a:lnTo>
                  <a:pt x="4163" y="1837"/>
                </a:lnTo>
                <a:lnTo>
                  <a:pt x="4162" y="1837"/>
                </a:lnTo>
                <a:lnTo>
                  <a:pt x="4161" y="1838"/>
                </a:lnTo>
                <a:lnTo>
                  <a:pt x="4160" y="1838"/>
                </a:lnTo>
                <a:lnTo>
                  <a:pt x="4159" y="1838"/>
                </a:lnTo>
                <a:lnTo>
                  <a:pt x="4159" y="1837"/>
                </a:lnTo>
                <a:lnTo>
                  <a:pt x="4158" y="1836"/>
                </a:lnTo>
                <a:lnTo>
                  <a:pt x="4158" y="1837"/>
                </a:lnTo>
                <a:lnTo>
                  <a:pt x="4159" y="1837"/>
                </a:lnTo>
                <a:lnTo>
                  <a:pt x="4159" y="1838"/>
                </a:lnTo>
                <a:lnTo>
                  <a:pt x="4158" y="1838"/>
                </a:lnTo>
                <a:lnTo>
                  <a:pt x="4159" y="1839"/>
                </a:lnTo>
                <a:lnTo>
                  <a:pt x="4160" y="1840"/>
                </a:lnTo>
                <a:lnTo>
                  <a:pt x="4159" y="1840"/>
                </a:lnTo>
                <a:lnTo>
                  <a:pt x="4159" y="1841"/>
                </a:lnTo>
                <a:lnTo>
                  <a:pt x="4158" y="1841"/>
                </a:lnTo>
                <a:lnTo>
                  <a:pt x="4157" y="1841"/>
                </a:lnTo>
                <a:lnTo>
                  <a:pt x="4157" y="1842"/>
                </a:lnTo>
                <a:lnTo>
                  <a:pt x="4158" y="1841"/>
                </a:lnTo>
                <a:lnTo>
                  <a:pt x="4158" y="1842"/>
                </a:lnTo>
                <a:lnTo>
                  <a:pt x="4157" y="1843"/>
                </a:lnTo>
                <a:lnTo>
                  <a:pt x="4157" y="1844"/>
                </a:lnTo>
                <a:lnTo>
                  <a:pt x="4156" y="1845"/>
                </a:lnTo>
                <a:lnTo>
                  <a:pt x="4156" y="1846"/>
                </a:lnTo>
                <a:lnTo>
                  <a:pt x="4157" y="1847"/>
                </a:lnTo>
                <a:lnTo>
                  <a:pt x="4156" y="1847"/>
                </a:lnTo>
                <a:lnTo>
                  <a:pt x="4155" y="1848"/>
                </a:lnTo>
                <a:lnTo>
                  <a:pt x="4155" y="1849"/>
                </a:lnTo>
                <a:lnTo>
                  <a:pt x="4155" y="1850"/>
                </a:lnTo>
                <a:lnTo>
                  <a:pt x="4154" y="1851"/>
                </a:lnTo>
                <a:lnTo>
                  <a:pt x="4154" y="1852"/>
                </a:lnTo>
                <a:lnTo>
                  <a:pt x="4153" y="1852"/>
                </a:lnTo>
                <a:lnTo>
                  <a:pt x="4152" y="1852"/>
                </a:lnTo>
                <a:lnTo>
                  <a:pt x="4152" y="1853"/>
                </a:lnTo>
                <a:lnTo>
                  <a:pt x="4152" y="1854"/>
                </a:lnTo>
                <a:lnTo>
                  <a:pt x="4152" y="1855"/>
                </a:lnTo>
                <a:lnTo>
                  <a:pt x="4151" y="1856"/>
                </a:lnTo>
                <a:lnTo>
                  <a:pt x="4151" y="1857"/>
                </a:lnTo>
                <a:lnTo>
                  <a:pt x="4151" y="1858"/>
                </a:lnTo>
                <a:lnTo>
                  <a:pt x="4150" y="1857"/>
                </a:lnTo>
                <a:lnTo>
                  <a:pt x="4150" y="1858"/>
                </a:lnTo>
                <a:lnTo>
                  <a:pt x="4151" y="1858"/>
                </a:lnTo>
                <a:lnTo>
                  <a:pt x="4151" y="1859"/>
                </a:lnTo>
                <a:lnTo>
                  <a:pt x="4151" y="1860"/>
                </a:lnTo>
                <a:lnTo>
                  <a:pt x="4150" y="1861"/>
                </a:lnTo>
                <a:lnTo>
                  <a:pt x="4150" y="1862"/>
                </a:lnTo>
                <a:lnTo>
                  <a:pt x="4150" y="1863"/>
                </a:lnTo>
                <a:lnTo>
                  <a:pt x="4149" y="1863"/>
                </a:lnTo>
                <a:lnTo>
                  <a:pt x="4150" y="1861"/>
                </a:lnTo>
                <a:lnTo>
                  <a:pt x="4150" y="1860"/>
                </a:lnTo>
                <a:lnTo>
                  <a:pt x="4149" y="1860"/>
                </a:lnTo>
                <a:lnTo>
                  <a:pt x="4148" y="1861"/>
                </a:lnTo>
                <a:lnTo>
                  <a:pt x="4148" y="1865"/>
                </a:lnTo>
                <a:lnTo>
                  <a:pt x="4148" y="1868"/>
                </a:lnTo>
                <a:lnTo>
                  <a:pt x="4147" y="1868"/>
                </a:lnTo>
                <a:lnTo>
                  <a:pt x="4147" y="1864"/>
                </a:lnTo>
                <a:lnTo>
                  <a:pt x="4145" y="1864"/>
                </a:lnTo>
                <a:lnTo>
                  <a:pt x="4144" y="1865"/>
                </a:lnTo>
                <a:lnTo>
                  <a:pt x="4143" y="1865"/>
                </a:lnTo>
                <a:lnTo>
                  <a:pt x="4142" y="1865"/>
                </a:lnTo>
                <a:lnTo>
                  <a:pt x="4143" y="1866"/>
                </a:lnTo>
                <a:lnTo>
                  <a:pt x="4143" y="1867"/>
                </a:lnTo>
                <a:lnTo>
                  <a:pt x="4142" y="1866"/>
                </a:lnTo>
                <a:lnTo>
                  <a:pt x="4141" y="1867"/>
                </a:lnTo>
                <a:lnTo>
                  <a:pt x="4141" y="1868"/>
                </a:lnTo>
                <a:lnTo>
                  <a:pt x="4140" y="1868"/>
                </a:lnTo>
                <a:lnTo>
                  <a:pt x="4140" y="1867"/>
                </a:lnTo>
                <a:lnTo>
                  <a:pt x="4139" y="1868"/>
                </a:lnTo>
                <a:lnTo>
                  <a:pt x="4140" y="1868"/>
                </a:lnTo>
                <a:lnTo>
                  <a:pt x="4140" y="1869"/>
                </a:lnTo>
                <a:lnTo>
                  <a:pt x="4139" y="1870"/>
                </a:lnTo>
                <a:lnTo>
                  <a:pt x="4139" y="1869"/>
                </a:lnTo>
                <a:lnTo>
                  <a:pt x="4138" y="1870"/>
                </a:lnTo>
                <a:lnTo>
                  <a:pt x="4138" y="1871"/>
                </a:lnTo>
                <a:lnTo>
                  <a:pt x="4137" y="1871"/>
                </a:lnTo>
                <a:lnTo>
                  <a:pt x="4137" y="1872"/>
                </a:lnTo>
                <a:lnTo>
                  <a:pt x="4137" y="1873"/>
                </a:lnTo>
                <a:lnTo>
                  <a:pt x="4136" y="1874"/>
                </a:lnTo>
                <a:lnTo>
                  <a:pt x="4136" y="1875"/>
                </a:lnTo>
                <a:lnTo>
                  <a:pt x="4136" y="1876"/>
                </a:lnTo>
                <a:lnTo>
                  <a:pt x="4135" y="1878"/>
                </a:lnTo>
                <a:lnTo>
                  <a:pt x="4135" y="1880"/>
                </a:lnTo>
                <a:lnTo>
                  <a:pt x="4135" y="1881"/>
                </a:lnTo>
                <a:lnTo>
                  <a:pt x="4134" y="1882"/>
                </a:lnTo>
                <a:lnTo>
                  <a:pt x="4134" y="1883"/>
                </a:lnTo>
                <a:lnTo>
                  <a:pt x="4134" y="1885"/>
                </a:lnTo>
                <a:lnTo>
                  <a:pt x="4135" y="1885"/>
                </a:lnTo>
                <a:lnTo>
                  <a:pt x="4135" y="1886"/>
                </a:lnTo>
                <a:lnTo>
                  <a:pt x="4135" y="1887"/>
                </a:lnTo>
                <a:lnTo>
                  <a:pt x="4135" y="1888"/>
                </a:lnTo>
                <a:lnTo>
                  <a:pt x="4134" y="1887"/>
                </a:lnTo>
                <a:lnTo>
                  <a:pt x="4134" y="1888"/>
                </a:lnTo>
                <a:lnTo>
                  <a:pt x="4135" y="1888"/>
                </a:lnTo>
                <a:lnTo>
                  <a:pt x="4135" y="1889"/>
                </a:lnTo>
                <a:lnTo>
                  <a:pt x="4134" y="1889"/>
                </a:lnTo>
                <a:lnTo>
                  <a:pt x="4134" y="1890"/>
                </a:lnTo>
                <a:lnTo>
                  <a:pt x="4134" y="1889"/>
                </a:lnTo>
                <a:lnTo>
                  <a:pt x="4133" y="1889"/>
                </a:lnTo>
                <a:lnTo>
                  <a:pt x="4133" y="1891"/>
                </a:lnTo>
                <a:lnTo>
                  <a:pt x="4132" y="1891"/>
                </a:lnTo>
                <a:lnTo>
                  <a:pt x="4132" y="1890"/>
                </a:lnTo>
                <a:lnTo>
                  <a:pt x="4133" y="1889"/>
                </a:lnTo>
                <a:lnTo>
                  <a:pt x="4132" y="1889"/>
                </a:lnTo>
                <a:lnTo>
                  <a:pt x="4132" y="1890"/>
                </a:lnTo>
                <a:lnTo>
                  <a:pt x="4131" y="1890"/>
                </a:lnTo>
                <a:lnTo>
                  <a:pt x="4130" y="1890"/>
                </a:lnTo>
                <a:lnTo>
                  <a:pt x="4129" y="1890"/>
                </a:lnTo>
                <a:lnTo>
                  <a:pt x="4127" y="1891"/>
                </a:lnTo>
                <a:lnTo>
                  <a:pt x="4127" y="1889"/>
                </a:lnTo>
                <a:lnTo>
                  <a:pt x="4127" y="1890"/>
                </a:lnTo>
                <a:lnTo>
                  <a:pt x="4126" y="1891"/>
                </a:lnTo>
                <a:lnTo>
                  <a:pt x="4125" y="1891"/>
                </a:lnTo>
                <a:lnTo>
                  <a:pt x="4123" y="1892"/>
                </a:lnTo>
                <a:lnTo>
                  <a:pt x="4122" y="1893"/>
                </a:lnTo>
                <a:lnTo>
                  <a:pt x="4122" y="1892"/>
                </a:lnTo>
                <a:lnTo>
                  <a:pt x="4122" y="1893"/>
                </a:lnTo>
                <a:lnTo>
                  <a:pt x="4121" y="1893"/>
                </a:lnTo>
                <a:lnTo>
                  <a:pt x="4121" y="1894"/>
                </a:lnTo>
                <a:lnTo>
                  <a:pt x="4120" y="1895"/>
                </a:lnTo>
                <a:lnTo>
                  <a:pt x="4119" y="1895"/>
                </a:lnTo>
                <a:lnTo>
                  <a:pt x="4119" y="1896"/>
                </a:lnTo>
                <a:lnTo>
                  <a:pt x="4119" y="1897"/>
                </a:lnTo>
                <a:lnTo>
                  <a:pt x="4119" y="1898"/>
                </a:lnTo>
                <a:lnTo>
                  <a:pt x="4119" y="1899"/>
                </a:lnTo>
                <a:lnTo>
                  <a:pt x="4118" y="1901"/>
                </a:lnTo>
                <a:lnTo>
                  <a:pt x="4118" y="1902"/>
                </a:lnTo>
                <a:lnTo>
                  <a:pt x="4118" y="1903"/>
                </a:lnTo>
                <a:lnTo>
                  <a:pt x="4118" y="1905"/>
                </a:lnTo>
                <a:lnTo>
                  <a:pt x="4118" y="1906"/>
                </a:lnTo>
                <a:lnTo>
                  <a:pt x="4118" y="1907"/>
                </a:lnTo>
                <a:lnTo>
                  <a:pt x="4118" y="1908"/>
                </a:lnTo>
                <a:lnTo>
                  <a:pt x="4118" y="1909"/>
                </a:lnTo>
                <a:lnTo>
                  <a:pt x="4117" y="1910"/>
                </a:lnTo>
                <a:lnTo>
                  <a:pt x="4118" y="1910"/>
                </a:lnTo>
                <a:lnTo>
                  <a:pt x="4117" y="1910"/>
                </a:lnTo>
                <a:lnTo>
                  <a:pt x="4117" y="1911"/>
                </a:lnTo>
                <a:lnTo>
                  <a:pt x="4118" y="1911"/>
                </a:lnTo>
                <a:lnTo>
                  <a:pt x="4118" y="1914"/>
                </a:lnTo>
                <a:lnTo>
                  <a:pt x="4117" y="1914"/>
                </a:lnTo>
                <a:lnTo>
                  <a:pt x="4118" y="1914"/>
                </a:lnTo>
                <a:lnTo>
                  <a:pt x="4119" y="1914"/>
                </a:lnTo>
                <a:lnTo>
                  <a:pt x="4119" y="1915"/>
                </a:lnTo>
                <a:lnTo>
                  <a:pt x="4118" y="1916"/>
                </a:lnTo>
                <a:lnTo>
                  <a:pt x="4118" y="1917"/>
                </a:lnTo>
                <a:lnTo>
                  <a:pt x="4119" y="1916"/>
                </a:lnTo>
                <a:lnTo>
                  <a:pt x="4119" y="1917"/>
                </a:lnTo>
                <a:lnTo>
                  <a:pt x="4119" y="1918"/>
                </a:lnTo>
                <a:lnTo>
                  <a:pt x="4120" y="1919"/>
                </a:lnTo>
                <a:lnTo>
                  <a:pt x="4120" y="1920"/>
                </a:lnTo>
                <a:lnTo>
                  <a:pt x="4120" y="1921"/>
                </a:lnTo>
                <a:lnTo>
                  <a:pt x="4122" y="1921"/>
                </a:lnTo>
                <a:lnTo>
                  <a:pt x="4124" y="1920"/>
                </a:lnTo>
                <a:lnTo>
                  <a:pt x="4125" y="1920"/>
                </a:lnTo>
                <a:lnTo>
                  <a:pt x="4126" y="1921"/>
                </a:lnTo>
                <a:lnTo>
                  <a:pt x="4127" y="1922"/>
                </a:lnTo>
                <a:lnTo>
                  <a:pt x="4128" y="1922"/>
                </a:lnTo>
                <a:lnTo>
                  <a:pt x="4129" y="1922"/>
                </a:lnTo>
                <a:lnTo>
                  <a:pt x="4129" y="1923"/>
                </a:lnTo>
                <a:lnTo>
                  <a:pt x="4130" y="1923"/>
                </a:lnTo>
                <a:lnTo>
                  <a:pt x="4131" y="1923"/>
                </a:lnTo>
                <a:lnTo>
                  <a:pt x="4132" y="1923"/>
                </a:lnTo>
                <a:lnTo>
                  <a:pt x="4133" y="1923"/>
                </a:lnTo>
                <a:lnTo>
                  <a:pt x="4134" y="1924"/>
                </a:lnTo>
                <a:lnTo>
                  <a:pt x="4135" y="1924"/>
                </a:lnTo>
                <a:lnTo>
                  <a:pt x="4136" y="1925"/>
                </a:lnTo>
                <a:lnTo>
                  <a:pt x="4137" y="1925"/>
                </a:lnTo>
                <a:lnTo>
                  <a:pt x="4138" y="1925"/>
                </a:lnTo>
                <a:lnTo>
                  <a:pt x="4139" y="1925"/>
                </a:lnTo>
                <a:lnTo>
                  <a:pt x="4140" y="1925"/>
                </a:lnTo>
                <a:lnTo>
                  <a:pt x="4141" y="1925"/>
                </a:lnTo>
                <a:lnTo>
                  <a:pt x="4141" y="1926"/>
                </a:lnTo>
                <a:lnTo>
                  <a:pt x="4142" y="1926"/>
                </a:lnTo>
                <a:lnTo>
                  <a:pt x="4143" y="1926"/>
                </a:lnTo>
                <a:lnTo>
                  <a:pt x="4145" y="1927"/>
                </a:lnTo>
                <a:lnTo>
                  <a:pt x="4146" y="1927"/>
                </a:lnTo>
                <a:lnTo>
                  <a:pt x="4146" y="1926"/>
                </a:lnTo>
                <a:lnTo>
                  <a:pt x="4147" y="1926"/>
                </a:lnTo>
                <a:lnTo>
                  <a:pt x="4147" y="1927"/>
                </a:lnTo>
                <a:lnTo>
                  <a:pt x="4146" y="1927"/>
                </a:lnTo>
                <a:lnTo>
                  <a:pt x="4145" y="1927"/>
                </a:lnTo>
                <a:lnTo>
                  <a:pt x="4145" y="1928"/>
                </a:lnTo>
                <a:lnTo>
                  <a:pt x="4143" y="1928"/>
                </a:lnTo>
                <a:lnTo>
                  <a:pt x="4144" y="1929"/>
                </a:lnTo>
                <a:lnTo>
                  <a:pt x="4143" y="1930"/>
                </a:lnTo>
                <a:lnTo>
                  <a:pt x="4143" y="1929"/>
                </a:lnTo>
                <a:lnTo>
                  <a:pt x="4142" y="1930"/>
                </a:lnTo>
                <a:lnTo>
                  <a:pt x="4142" y="1931"/>
                </a:lnTo>
                <a:lnTo>
                  <a:pt x="4141" y="1931"/>
                </a:lnTo>
                <a:lnTo>
                  <a:pt x="4141" y="1932"/>
                </a:lnTo>
                <a:lnTo>
                  <a:pt x="4142" y="1933"/>
                </a:lnTo>
                <a:lnTo>
                  <a:pt x="4143" y="1934"/>
                </a:lnTo>
                <a:lnTo>
                  <a:pt x="4144" y="1935"/>
                </a:lnTo>
                <a:lnTo>
                  <a:pt x="4147" y="1937"/>
                </a:lnTo>
                <a:lnTo>
                  <a:pt x="4147" y="1938"/>
                </a:lnTo>
                <a:lnTo>
                  <a:pt x="4149" y="1937"/>
                </a:lnTo>
                <a:lnTo>
                  <a:pt x="4150" y="1937"/>
                </a:lnTo>
                <a:lnTo>
                  <a:pt x="4150" y="1939"/>
                </a:lnTo>
                <a:lnTo>
                  <a:pt x="4151" y="1939"/>
                </a:lnTo>
                <a:lnTo>
                  <a:pt x="4151" y="1940"/>
                </a:lnTo>
                <a:lnTo>
                  <a:pt x="4152" y="1941"/>
                </a:lnTo>
                <a:lnTo>
                  <a:pt x="4153" y="1941"/>
                </a:lnTo>
                <a:lnTo>
                  <a:pt x="4154" y="1942"/>
                </a:lnTo>
                <a:lnTo>
                  <a:pt x="4155" y="1942"/>
                </a:lnTo>
                <a:lnTo>
                  <a:pt x="4156" y="1943"/>
                </a:lnTo>
                <a:lnTo>
                  <a:pt x="4157" y="1943"/>
                </a:lnTo>
                <a:lnTo>
                  <a:pt x="4158" y="1944"/>
                </a:lnTo>
                <a:lnTo>
                  <a:pt x="4158" y="1945"/>
                </a:lnTo>
                <a:lnTo>
                  <a:pt x="4158" y="1946"/>
                </a:lnTo>
                <a:lnTo>
                  <a:pt x="4158" y="1947"/>
                </a:lnTo>
                <a:lnTo>
                  <a:pt x="4158" y="1948"/>
                </a:lnTo>
                <a:lnTo>
                  <a:pt x="4159" y="1948"/>
                </a:lnTo>
                <a:lnTo>
                  <a:pt x="4161" y="1948"/>
                </a:lnTo>
                <a:lnTo>
                  <a:pt x="4162" y="1947"/>
                </a:lnTo>
                <a:lnTo>
                  <a:pt x="4162" y="1948"/>
                </a:lnTo>
                <a:lnTo>
                  <a:pt x="4163" y="1947"/>
                </a:lnTo>
                <a:lnTo>
                  <a:pt x="4165" y="1947"/>
                </a:lnTo>
                <a:lnTo>
                  <a:pt x="4165" y="1948"/>
                </a:lnTo>
                <a:lnTo>
                  <a:pt x="4166" y="1948"/>
                </a:lnTo>
                <a:lnTo>
                  <a:pt x="4168" y="1949"/>
                </a:lnTo>
                <a:lnTo>
                  <a:pt x="4169" y="1950"/>
                </a:lnTo>
                <a:lnTo>
                  <a:pt x="4170" y="1950"/>
                </a:lnTo>
                <a:lnTo>
                  <a:pt x="4171" y="1950"/>
                </a:lnTo>
                <a:lnTo>
                  <a:pt x="4171" y="1951"/>
                </a:lnTo>
                <a:lnTo>
                  <a:pt x="4170" y="1951"/>
                </a:lnTo>
                <a:lnTo>
                  <a:pt x="4171" y="1952"/>
                </a:lnTo>
                <a:lnTo>
                  <a:pt x="4171" y="1953"/>
                </a:lnTo>
                <a:lnTo>
                  <a:pt x="4172" y="1953"/>
                </a:lnTo>
                <a:lnTo>
                  <a:pt x="4173" y="1953"/>
                </a:lnTo>
                <a:lnTo>
                  <a:pt x="4174" y="1953"/>
                </a:lnTo>
                <a:lnTo>
                  <a:pt x="4175" y="1954"/>
                </a:lnTo>
                <a:lnTo>
                  <a:pt x="4176" y="1954"/>
                </a:lnTo>
                <a:lnTo>
                  <a:pt x="4178" y="1954"/>
                </a:lnTo>
                <a:lnTo>
                  <a:pt x="4179" y="1954"/>
                </a:lnTo>
                <a:lnTo>
                  <a:pt x="4180" y="1954"/>
                </a:lnTo>
                <a:lnTo>
                  <a:pt x="4181" y="1955"/>
                </a:lnTo>
                <a:lnTo>
                  <a:pt x="4182" y="1955"/>
                </a:lnTo>
                <a:lnTo>
                  <a:pt x="4183" y="1955"/>
                </a:lnTo>
                <a:lnTo>
                  <a:pt x="4184" y="1955"/>
                </a:lnTo>
                <a:lnTo>
                  <a:pt x="4185" y="1956"/>
                </a:lnTo>
                <a:lnTo>
                  <a:pt x="4186" y="1956"/>
                </a:lnTo>
                <a:lnTo>
                  <a:pt x="4187" y="1956"/>
                </a:lnTo>
                <a:lnTo>
                  <a:pt x="4188" y="1957"/>
                </a:lnTo>
                <a:lnTo>
                  <a:pt x="4189" y="1957"/>
                </a:lnTo>
                <a:lnTo>
                  <a:pt x="4190" y="1958"/>
                </a:lnTo>
                <a:lnTo>
                  <a:pt x="4191" y="1958"/>
                </a:lnTo>
                <a:lnTo>
                  <a:pt x="4193" y="1959"/>
                </a:lnTo>
                <a:lnTo>
                  <a:pt x="4195" y="1960"/>
                </a:lnTo>
                <a:lnTo>
                  <a:pt x="4196" y="1960"/>
                </a:lnTo>
                <a:lnTo>
                  <a:pt x="4196" y="1961"/>
                </a:lnTo>
                <a:lnTo>
                  <a:pt x="4197" y="1962"/>
                </a:lnTo>
                <a:lnTo>
                  <a:pt x="4198" y="1962"/>
                </a:lnTo>
                <a:lnTo>
                  <a:pt x="4198" y="1963"/>
                </a:lnTo>
                <a:lnTo>
                  <a:pt x="4199" y="1963"/>
                </a:lnTo>
                <a:lnTo>
                  <a:pt x="4200" y="1963"/>
                </a:lnTo>
                <a:lnTo>
                  <a:pt x="4200" y="1964"/>
                </a:lnTo>
                <a:lnTo>
                  <a:pt x="4201" y="1964"/>
                </a:lnTo>
                <a:lnTo>
                  <a:pt x="4204" y="1965"/>
                </a:lnTo>
                <a:lnTo>
                  <a:pt x="4205" y="1966"/>
                </a:lnTo>
                <a:lnTo>
                  <a:pt x="4206" y="1966"/>
                </a:lnTo>
                <a:lnTo>
                  <a:pt x="4207" y="1966"/>
                </a:lnTo>
                <a:lnTo>
                  <a:pt x="4208" y="1967"/>
                </a:lnTo>
                <a:lnTo>
                  <a:pt x="4210" y="1968"/>
                </a:lnTo>
                <a:lnTo>
                  <a:pt x="4212" y="1968"/>
                </a:lnTo>
                <a:lnTo>
                  <a:pt x="4214" y="1969"/>
                </a:lnTo>
                <a:lnTo>
                  <a:pt x="4215" y="1970"/>
                </a:lnTo>
                <a:lnTo>
                  <a:pt x="4215" y="1971"/>
                </a:lnTo>
                <a:lnTo>
                  <a:pt x="4215" y="1972"/>
                </a:lnTo>
                <a:lnTo>
                  <a:pt x="4215" y="1973"/>
                </a:lnTo>
                <a:lnTo>
                  <a:pt x="4216" y="1973"/>
                </a:lnTo>
                <a:lnTo>
                  <a:pt x="4216" y="1974"/>
                </a:lnTo>
                <a:lnTo>
                  <a:pt x="4215" y="1975"/>
                </a:lnTo>
                <a:lnTo>
                  <a:pt x="4216" y="1976"/>
                </a:lnTo>
                <a:lnTo>
                  <a:pt x="4216" y="1977"/>
                </a:lnTo>
                <a:lnTo>
                  <a:pt x="4216" y="1978"/>
                </a:lnTo>
                <a:lnTo>
                  <a:pt x="4216" y="1979"/>
                </a:lnTo>
                <a:lnTo>
                  <a:pt x="4217" y="1979"/>
                </a:lnTo>
                <a:lnTo>
                  <a:pt x="4217" y="1980"/>
                </a:lnTo>
                <a:lnTo>
                  <a:pt x="4217" y="1982"/>
                </a:lnTo>
                <a:lnTo>
                  <a:pt x="4217" y="1983"/>
                </a:lnTo>
                <a:lnTo>
                  <a:pt x="4218" y="1985"/>
                </a:lnTo>
                <a:lnTo>
                  <a:pt x="4218" y="1986"/>
                </a:lnTo>
                <a:lnTo>
                  <a:pt x="4219" y="1986"/>
                </a:lnTo>
                <a:lnTo>
                  <a:pt x="4219" y="1987"/>
                </a:lnTo>
                <a:lnTo>
                  <a:pt x="4219" y="1988"/>
                </a:lnTo>
                <a:lnTo>
                  <a:pt x="4220" y="1988"/>
                </a:lnTo>
                <a:lnTo>
                  <a:pt x="4220" y="1989"/>
                </a:lnTo>
                <a:lnTo>
                  <a:pt x="4220" y="1990"/>
                </a:lnTo>
                <a:lnTo>
                  <a:pt x="4219" y="1990"/>
                </a:lnTo>
                <a:lnTo>
                  <a:pt x="4219" y="1991"/>
                </a:lnTo>
                <a:lnTo>
                  <a:pt x="4220" y="1991"/>
                </a:lnTo>
                <a:lnTo>
                  <a:pt x="4221" y="1992"/>
                </a:lnTo>
                <a:lnTo>
                  <a:pt x="4221" y="1993"/>
                </a:lnTo>
                <a:lnTo>
                  <a:pt x="4222" y="1994"/>
                </a:lnTo>
                <a:lnTo>
                  <a:pt x="4222" y="1995"/>
                </a:lnTo>
                <a:lnTo>
                  <a:pt x="4223" y="1995"/>
                </a:lnTo>
                <a:lnTo>
                  <a:pt x="4223" y="1996"/>
                </a:lnTo>
                <a:lnTo>
                  <a:pt x="4224" y="1997"/>
                </a:lnTo>
                <a:lnTo>
                  <a:pt x="4225" y="2000"/>
                </a:lnTo>
                <a:lnTo>
                  <a:pt x="4225" y="2001"/>
                </a:lnTo>
                <a:lnTo>
                  <a:pt x="4226" y="2002"/>
                </a:lnTo>
                <a:lnTo>
                  <a:pt x="4226" y="2003"/>
                </a:lnTo>
                <a:lnTo>
                  <a:pt x="4226" y="2004"/>
                </a:lnTo>
                <a:lnTo>
                  <a:pt x="4226" y="2003"/>
                </a:lnTo>
                <a:lnTo>
                  <a:pt x="4227" y="2004"/>
                </a:lnTo>
                <a:lnTo>
                  <a:pt x="4227" y="2005"/>
                </a:lnTo>
                <a:lnTo>
                  <a:pt x="4228" y="2006"/>
                </a:lnTo>
                <a:lnTo>
                  <a:pt x="4228" y="2007"/>
                </a:lnTo>
                <a:lnTo>
                  <a:pt x="4228" y="2008"/>
                </a:lnTo>
                <a:lnTo>
                  <a:pt x="4229" y="2009"/>
                </a:lnTo>
                <a:lnTo>
                  <a:pt x="4229" y="2010"/>
                </a:lnTo>
                <a:lnTo>
                  <a:pt x="4230" y="2012"/>
                </a:lnTo>
                <a:lnTo>
                  <a:pt x="4231" y="2013"/>
                </a:lnTo>
                <a:lnTo>
                  <a:pt x="4232" y="2014"/>
                </a:lnTo>
                <a:lnTo>
                  <a:pt x="4233" y="2016"/>
                </a:lnTo>
                <a:lnTo>
                  <a:pt x="4233" y="2017"/>
                </a:lnTo>
                <a:lnTo>
                  <a:pt x="4233" y="2018"/>
                </a:lnTo>
                <a:lnTo>
                  <a:pt x="4234" y="2018"/>
                </a:lnTo>
                <a:lnTo>
                  <a:pt x="4234" y="2020"/>
                </a:lnTo>
                <a:lnTo>
                  <a:pt x="4233" y="2020"/>
                </a:lnTo>
                <a:lnTo>
                  <a:pt x="4233" y="2021"/>
                </a:lnTo>
                <a:lnTo>
                  <a:pt x="4232" y="2021"/>
                </a:lnTo>
                <a:lnTo>
                  <a:pt x="4232" y="2022"/>
                </a:lnTo>
                <a:lnTo>
                  <a:pt x="4233" y="2022"/>
                </a:lnTo>
                <a:lnTo>
                  <a:pt x="4234" y="2021"/>
                </a:lnTo>
                <a:lnTo>
                  <a:pt x="4235" y="2021"/>
                </a:lnTo>
                <a:lnTo>
                  <a:pt x="4236" y="2022"/>
                </a:lnTo>
                <a:lnTo>
                  <a:pt x="4237" y="2022"/>
                </a:lnTo>
                <a:lnTo>
                  <a:pt x="4238" y="2024"/>
                </a:lnTo>
                <a:lnTo>
                  <a:pt x="4238" y="2025"/>
                </a:lnTo>
                <a:lnTo>
                  <a:pt x="4239" y="2027"/>
                </a:lnTo>
                <a:lnTo>
                  <a:pt x="4239" y="2028"/>
                </a:lnTo>
                <a:lnTo>
                  <a:pt x="4240" y="2029"/>
                </a:lnTo>
                <a:lnTo>
                  <a:pt x="4240" y="2030"/>
                </a:lnTo>
                <a:lnTo>
                  <a:pt x="4241" y="2031"/>
                </a:lnTo>
                <a:lnTo>
                  <a:pt x="4241" y="2032"/>
                </a:lnTo>
                <a:lnTo>
                  <a:pt x="4241" y="2033"/>
                </a:lnTo>
                <a:lnTo>
                  <a:pt x="4242" y="2036"/>
                </a:lnTo>
                <a:lnTo>
                  <a:pt x="4243" y="2036"/>
                </a:lnTo>
                <a:lnTo>
                  <a:pt x="4243" y="2037"/>
                </a:lnTo>
                <a:lnTo>
                  <a:pt x="4242" y="2038"/>
                </a:lnTo>
                <a:lnTo>
                  <a:pt x="4241" y="2038"/>
                </a:lnTo>
                <a:lnTo>
                  <a:pt x="4241" y="2039"/>
                </a:lnTo>
                <a:lnTo>
                  <a:pt x="4242" y="2039"/>
                </a:lnTo>
                <a:lnTo>
                  <a:pt x="4243" y="2039"/>
                </a:lnTo>
                <a:lnTo>
                  <a:pt x="4243" y="2040"/>
                </a:lnTo>
                <a:lnTo>
                  <a:pt x="4243" y="2041"/>
                </a:lnTo>
                <a:lnTo>
                  <a:pt x="4243" y="2043"/>
                </a:lnTo>
                <a:lnTo>
                  <a:pt x="4241" y="2044"/>
                </a:lnTo>
                <a:lnTo>
                  <a:pt x="4240" y="2044"/>
                </a:lnTo>
                <a:lnTo>
                  <a:pt x="4241" y="2045"/>
                </a:lnTo>
                <a:lnTo>
                  <a:pt x="4240" y="2046"/>
                </a:lnTo>
                <a:lnTo>
                  <a:pt x="4239" y="2047"/>
                </a:lnTo>
                <a:lnTo>
                  <a:pt x="4240" y="2047"/>
                </a:lnTo>
                <a:lnTo>
                  <a:pt x="4240" y="2048"/>
                </a:lnTo>
                <a:lnTo>
                  <a:pt x="4242" y="2049"/>
                </a:lnTo>
                <a:lnTo>
                  <a:pt x="4244" y="2051"/>
                </a:lnTo>
                <a:lnTo>
                  <a:pt x="4245" y="2051"/>
                </a:lnTo>
                <a:lnTo>
                  <a:pt x="4246" y="2051"/>
                </a:lnTo>
                <a:lnTo>
                  <a:pt x="4247" y="2052"/>
                </a:lnTo>
                <a:lnTo>
                  <a:pt x="4248" y="2052"/>
                </a:lnTo>
                <a:lnTo>
                  <a:pt x="4247" y="2052"/>
                </a:lnTo>
                <a:lnTo>
                  <a:pt x="4247" y="2053"/>
                </a:lnTo>
                <a:lnTo>
                  <a:pt x="4249" y="2052"/>
                </a:lnTo>
                <a:lnTo>
                  <a:pt x="4249" y="2054"/>
                </a:lnTo>
                <a:lnTo>
                  <a:pt x="4249" y="2055"/>
                </a:lnTo>
                <a:lnTo>
                  <a:pt x="4250" y="2055"/>
                </a:lnTo>
                <a:lnTo>
                  <a:pt x="4251" y="2055"/>
                </a:lnTo>
                <a:lnTo>
                  <a:pt x="4251" y="2056"/>
                </a:lnTo>
                <a:lnTo>
                  <a:pt x="4252" y="2057"/>
                </a:lnTo>
                <a:lnTo>
                  <a:pt x="4252" y="2058"/>
                </a:lnTo>
                <a:lnTo>
                  <a:pt x="4252" y="2059"/>
                </a:lnTo>
                <a:lnTo>
                  <a:pt x="4253" y="2060"/>
                </a:lnTo>
                <a:lnTo>
                  <a:pt x="4254" y="2060"/>
                </a:lnTo>
                <a:lnTo>
                  <a:pt x="4254" y="2061"/>
                </a:lnTo>
                <a:lnTo>
                  <a:pt x="4254" y="2063"/>
                </a:lnTo>
                <a:lnTo>
                  <a:pt x="4255" y="2063"/>
                </a:lnTo>
                <a:lnTo>
                  <a:pt x="4255" y="2064"/>
                </a:lnTo>
                <a:lnTo>
                  <a:pt x="4255" y="2065"/>
                </a:lnTo>
                <a:lnTo>
                  <a:pt x="4254" y="2065"/>
                </a:lnTo>
                <a:lnTo>
                  <a:pt x="4254" y="2066"/>
                </a:lnTo>
                <a:lnTo>
                  <a:pt x="4254" y="2065"/>
                </a:lnTo>
                <a:lnTo>
                  <a:pt x="4255" y="2065"/>
                </a:lnTo>
                <a:lnTo>
                  <a:pt x="4255" y="2067"/>
                </a:lnTo>
                <a:lnTo>
                  <a:pt x="4255" y="2068"/>
                </a:lnTo>
                <a:lnTo>
                  <a:pt x="4254" y="2068"/>
                </a:lnTo>
                <a:lnTo>
                  <a:pt x="4253" y="2069"/>
                </a:lnTo>
                <a:lnTo>
                  <a:pt x="4252" y="2069"/>
                </a:lnTo>
                <a:lnTo>
                  <a:pt x="4251" y="2069"/>
                </a:lnTo>
                <a:lnTo>
                  <a:pt x="4251" y="2070"/>
                </a:lnTo>
                <a:lnTo>
                  <a:pt x="4252" y="2070"/>
                </a:lnTo>
                <a:lnTo>
                  <a:pt x="4253" y="2070"/>
                </a:lnTo>
                <a:lnTo>
                  <a:pt x="4253" y="2069"/>
                </a:lnTo>
                <a:lnTo>
                  <a:pt x="4254" y="2068"/>
                </a:lnTo>
                <a:lnTo>
                  <a:pt x="4254" y="2069"/>
                </a:lnTo>
                <a:lnTo>
                  <a:pt x="4255" y="2068"/>
                </a:lnTo>
                <a:lnTo>
                  <a:pt x="4256" y="2068"/>
                </a:lnTo>
                <a:lnTo>
                  <a:pt x="4256" y="2069"/>
                </a:lnTo>
                <a:lnTo>
                  <a:pt x="4257" y="2070"/>
                </a:lnTo>
                <a:lnTo>
                  <a:pt x="4257" y="2069"/>
                </a:lnTo>
                <a:lnTo>
                  <a:pt x="4258" y="2070"/>
                </a:lnTo>
                <a:lnTo>
                  <a:pt x="4258" y="2071"/>
                </a:lnTo>
                <a:lnTo>
                  <a:pt x="4259" y="2073"/>
                </a:lnTo>
                <a:lnTo>
                  <a:pt x="4259" y="2074"/>
                </a:lnTo>
                <a:lnTo>
                  <a:pt x="4260" y="2075"/>
                </a:lnTo>
                <a:lnTo>
                  <a:pt x="4260" y="2076"/>
                </a:lnTo>
                <a:lnTo>
                  <a:pt x="4261" y="2077"/>
                </a:lnTo>
                <a:lnTo>
                  <a:pt x="4262" y="2080"/>
                </a:lnTo>
                <a:lnTo>
                  <a:pt x="4264" y="2080"/>
                </a:lnTo>
                <a:lnTo>
                  <a:pt x="4265" y="2080"/>
                </a:lnTo>
                <a:lnTo>
                  <a:pt x="4266" y="2081"/>
                </a:lnTo>
                <a:lnTo>
                  <a:pt x="4265" y="2082"/>
                </a:lnTo>
                <a:lnTo>
                  <a:pt x="4265" y="2083"/>
                </a:lnTo>
                <a:lnTo>
                  <a:pt x="4265" y="2084"/>
                </a:lnTo>
                <a:lnTo>
                  <a:pt x="4266" y="2084"/>
                </a:lnTo>
                <a:lnTo>
                  <a:pt x="4266" y="2085"/>
                </a:lnTo>
                <a:lnTo>
                  <a:pt x="4264" y="2085"/>
                </a:lnTo>
                <a:lnTo>
                  <a:pt x="4265" y="2086"/>
                </a:lnTo>
                <a:lnTo>
                  <a:pt x="4265" y="2087"/>
                </a:lnTo>
                <a:lnTo>
                  <a:pt x="4266" y="2087"/>
                </a:lnTo>
                <a:lnTo>
                  <a:pt x="4266" y="2088"/>
                </a:lnTo>
                <a:lnTo>
                  <a:pt x="4266" y="2089"/>
                </a:lnTo>
                <a:lnTo>
                  <a:pt x="4267" y="2090"/>
                </a:lnTo>
                <a:lnTo>
                  <a:pt x="4267" y="2091"/>
                </a:lnTo>
                <a:lnTo>
                  <a:pt x="4267" y="2092"/>
                </a:lnTo>
                <a:lnTo>
                  <a:pt x="4267" y="2093"/>
                </a:lnTo>
                <a:lnTo>
                  <a:pt x="4268" y="2094"/>
                </a:lnTo>
                <a:lnTo>
                  <a:pt x="4268" y="2096"/>
                </a:lnTo>
                <a:lnTo>
                  <a:pt x="4268" y="2097"/>
                </a:lnTo>
                <a:lnTo>
                  <a:pt x="4268" y="2098"/>
                </a:lnTo>
                <a:lnTo>
                  <a:pt x="4265" y="2098"/>
                </a:lnTo>
                <a:lnTo>
                  <a:pt x="4263" y="2099"/>
                </a:lnTo>
                <a:lnTo>
                  <a:pt x="4264" y="2099"/>
                </a:lnTo>
                <a:lnTo>
                  <a:pt x="4265" y="2099"/>
                </a:lnTo>
                <a:lnTo>
                  <a:pt x="4267" y="2100"/>
                </a:lnTo>
                <a:lnTo>
                  <a:pt x="4268" y="2101"/>
                </a:lnTo>
                <a:lnTo>
                  <a:pt x="4271" y="2101"/>
                </a:lnTo>
                <a:lnTo>
                  <a:pt x="4271" y="2102"/>
                </a:lnTo>
                <a:lnTo>
                  <a:pt x="4272" y="2102"/>
                </a:lnTo>
                <a:lnTo>
                  <a:pt x="4272" y="2103"/>
                </a:lnTo>
                <a:lnTo>
                  <a:pt x="4273" y="2107"/>
                </a:lnTo>
                <a:lnTo>
                  <a:pt x="4273" y="2108"/>
                </a:lnTo>
                <a:lnTo>
                  <a:pt x="4272" y="2108"/>
                </a:lnTo>
                <a:lnTo>
                  <a:pt x="4273" y="2108"/>
                </a:lnTo>
                <a:lnTo>
                  <a:pt x="4273" y="2109"/>
                </a:lnTo>
                <a:lnTo>
                  <a:pt x="4273" y="2111"/>
                </a:lnTo>
                <a:lnTo>
                  <a:pt x="4274" y="2111"/>
                </a:lnTo>
                <a:lnTo>
                  <a:pt x="4274" y="2112"/>
                </a:lnTo>
                <a:lnTo>
                  <a:pt x="4274" y="2113"/>
                </a:lnTo>
                <a:lnTo>
                  <a:pt x="4274" y="2114"/>
                </a:lnTo>
                <a:lnTo>
                  <a:pt x="4274" y="2115"/>
                </a:lnTo>
                <a:lnTo>
                  <a:pt x="4273" y="2116"/>
                </a:lnTo>
                <a:lnTo>
                  <a:pt x="4274" y="2116"/>
                </a:lnTo>
                <a:lnTo>
                  <a:pt x="4275" y="2116"/>
                </a:lnTo>
                <a:lnTo>
                  <a:pt x="4276" y="2116"/>
                </a:lnTo>
                <a:lnTo>
                  <a:pt x="4278" y="2116"/>
                </a:lnTo>
                <a:lnTo>
                  <a:pt x="4279" y="2116"/>
                </a:lnTo>
                <a:lnTo>
                  <a:pt x="4278" y="2128"/>
                </a:lnTo>
                <a:lnTo>
                  <a:pt x="4277" y="2128"/>
                </a:lnTo>
                <a:lnTo>
                  <a:pt x="4276" y="2132"/>
                </a:lnTo>
                <a:lnTo>
                  <a:pt x="4273" y="2132"/>
                </a:lnTo>
                <a:lnTo>
                  <a:pt x="4273" y="2133"/>
                </a:lnTo>
                <a:lnTo>
                  <a:pt x="4272" y="2134"/>
                </a:lnTo>
                <a:lnTo>
                  <a:pt x="4272" y="2135"/>
                </a:lnTo>
                <a:lnTo>
                  <a:pt x="4272" y="2136"/>
                </a:lnTo>
                <a:lnTo>
                  <a:pt x="4273" y="2135"/>
                </a:lnTo>
                <a:lnTo>
                  <a:pt x="4275" y="2135"/>
                </a:lnTo>
                <a:lnTo>
                  <a:pt x="4276" y="2135"/>
                </a:lnTo>
                <a:lnTo>
                  <a:pt x="4277" y="2136"/>
                </a:lnTo>
                <a:lnTo>
                  <a:pt x="4277" y="2137"/>
                </a:lnTo>
                <a:lnTo>
                  <a:pt x="4278" y="2139"/>
                </a:lnTo>
                <a:lnTo>
                  <a:pt x="4279" y="2139"/>
                </a:lnTo>
                <a:lnTo>
                  <a:pt x="4279" y="2140"/>
                </a:lnTo>
                <a:lnTo>
                  <a:pt x="4279" y="2141"/>
                </a:lnTo>
                <a:lnTo>
                  <a:pt x="4277" y="2143"/>
                </a:lnTo>
                <a:lnTo>
                  <a:pt x="4276" y="2144"/>
                </a:lnTo>
                <a:lnTo>
                  <a:pt x="4277" y="2144"/>
                </a:lnTo>
                <a:lnTo>
                  <a:pt x="4278" y="2143"/>
                </a:lnTo>
                <a:lnTo>
                  <a:pt x="4279" y="2144"/>
                </a:lnTo>
                <a:lnTo>
                  <a:pt x="4280" y="2144"/>
                </a:lnTo>
                <a:lnTo>
                  <a:pt x="4282" y="2145"/>
                </a:lnTo>
                <a:lnTo>
                  <a:pt x="4283" y="2144"/>
                </a:lnTo>
                <a:lnTo>
                  <a:pt x="4285" y="2145"/>
                </a:lnTo>
                <a:lnTo>
                  <a:pt x="4285" y="2146"/>
                </a:lnTo>
                <a:lnTo>
                  <a:pt x="4284" y="2148"/>
                </a:lnTo>
                <a:lnTo>
                  <a:pt x="4285" y="2148"/>
                </a:lnTo>
                <a:lnTo>
                  <a:pt x="4287" y="2149"/>
                </a:lnTo>
                <a:lnTo>
                  <a:pt x="4288" y="2149"/>
                </a:lnTo>
                <a:lnTo>
                  <a:pt x="4289" y="2150"/>
                </a:lnTo>
                <a:lnTo>
                  <a:pt x="4291" y="2150"/>
                </a:lnTo>
                <a:lnTo>
                  <a:pt x="4292" y="2151"/>
                </a:lnTo>
                <a:lnTo>
                  <a:pt x="4299" y="2154"/>
                </a:lnTo>
                <a:lnTo>
                  <a:pt x="4299" y="2155"/>
                </a:lnTo>
                <a:lnTo>
                  <a:pt x="4298" y="2158"/>
                </a:lnTo>
                <a:lnTo>
                  <a:pt x="4299" y="2157"/>
                </a:lnTo>
                <a:lnTo>
                  <a:pt x="4299" y="2158"/>
                </a:lnTo>
                <a:lnTo>
                  <a:pt x="4300" y="2158"/>
                </a:lnTo>
                <a:lnTo>
                  <a:pt x="4301" y="2156"/>
                </a:lnTo>
                <a:lnTo>
                  <a:pt x="4305" y="2157"/>
                </a:lnTo>
                <a:lnTo>
                  <a:pt x="4305" y="2158"/>
                </a:lnTo>
                <a:lnTo>
                  <a:pt x="4307" y="2160"/>
                </a:lnTo>
                <a:lnTo>
                  <a:pt x="4307" y="2159"/>
                </a:lnTo>
                <a:lnTo>
                  <a:pt x="4308" y="2159"/>
                </a:lnTo>
                <a:lnTo>
                  <a:pt x="4311" y="2160"/>
                </a:lnTo>
                <a:lnTo>
                  <a:pt x="4315" y="2162"/>
                </a:lnTo>
                <a:lnTo>
                  <a:pt x="4319" y="2164"/>
                </a:lnTo>
                <a:lnTo>
                  <a:pt x="4319" y="2166"/>
                </a:lnTo>
                <a:lnTo>
                  <a:pt x="4319" y="2167"/>
                </a:lnTo>
                <a:lnTo>
                  <a:pt x="4319" y="2168"/>
                </a:lnTo>
                <a:lnTo>
                  <a:pt x="4319" y="2170"/>
                </a:lnTo>
                <a:lnTo>
                  <a:pt x="4319" y="2171"/>
                </a:lnTo>
                <a:lnTo>
                  <a:pt x="4319" y="2172"/>
                </a:lnTo>
                <a:lnTo>
                  <a:pt x="4319" y="2173"/>
                </a:lnTo>
                <a:lnTo>
                  <a:pt x="4320" y="2174"/>
                </a:lnTo>
                <a:lnTo>
                  <a:pt x="4321" y="2174"/>
                </a:lnTo>
                <a:lnTo>
                  <a:pt x="4321" y="2177"/>
                </a:lnTo>
                <a:lnTo>
                  <a:pt x="4322" y="2178"/>
                </a:lnTo>
                <a:lnTo>
                  <a:pt x="4322" y="2179"/>
                </a:lnTo>
                <a:lnTo>
                  <a:pt x="4322" y="2180"/>
                </a:lnTo>
                <a:lnTo>
                  <a:pt x="4323" y="2181"/>
                </a:lnTo>
                <a:lnTo>
                  <a:pt x="4324" y="2182"/>
                </a:lnTo>
                <a:lnTo>
                  <a:pt x="4325" y="2182"/>
                </a:lnTo>
                <a:lnTo>
                  <a:pt x="4325" y="2183"/>
                </a:lnTo>
                <a:lnTo>
                  <a:pt x="4324" y="2184"/>
                </a:lnTo>
                <a:lnTo>
                  <a:pt x="4323" y="2184"/>
                </a:lnTo>
                <a:lnTo>
                  <a:pt x="4322" y="2185"/>
                </a:lnTo>
                <a:lnTo>
                  <a:pt x="4321" y="2185"/>
                </a:lnTo>
                <a:lnTo>
                  <a:pt x="4320" y="2184"/>
                </a:lnTo>
                <a:lnTo>
                  <a:pt x="4318" y="2184"/>
                </a:lnTo>
                <a:lnTo>
                  <a:pt x="4318" y="2183"/>
                </a:lnTo>
                <a:lnTo>
                  <a:pt x="4317" y="2183"/>
                </a:lnTo>
                <a:lnTo>
                  <a:pt x="4317" y="2184"/>
                </a:lnTo>
                <a:lnTo>
                  <a:pt x="4316" y="2184"/>
                </a:lnTo>
                <a:lnTo>
                  <a:pt x="4315" y="2184"/>
                </a:lnTo>
                <a:lnTo>
                  <a:pt x="4316" y="2184"/>
                </a:lnTo>
                <a:lnTo>
                  <a:pt x="4316" y="2185"/>
                </a:lnTo>
                <a:lnTo>
                  <a:pt x="4315" y="2185"/>
                </a:lnTo>
                <a:lnTo>
                  <a:pt x="4314" y="2184"/>
                </a:lnTo>
                <a:lnTo>
                  <a:pt x="4314" y="2185"/>
                </a:lnTo>
                <a:lnTo>
                  <a:pt x="4315" y="2185"/>
                </a:lnTo>
                <a:lnTo>
                  <a:pt x="4316" y="2185"/>
                </a:lnTo>
                <a:lnTo>
                  <a:pt x="4318" y="2185"/>
                </a:lnTo>
                <a:lnTo>
                  <a:pt x="4319" y="2185"/>
                </a:lnTo>
                <a:lnTo>
                  <a:pt x="4319" y="2186"/>
                </a:lnTo>
                <a:lnTo>
                  <a:pt x="4319" y="2188"/>
                </a:lnTo>
                <a:lnTo>
                  <a:pt x="4320" y="2188"/>
                </a:lnTo>
                <a:lnTo>
                  <a:pt x="4320" y="2189"/>
                </a:lnTo>
                <a:lnTo>
                  <a:pt x="4322" y="2189"/>
                </a:lnTo>
                <a:lnTo>
                  <a:pt x="4322" y="2190"/>
                </a:lnTo>
                <a:lnTo>
                  <a:pt x="4324" y="2189"/>
                </a:lnTo>
                <a:lnTo>
                  <a:pt x="4325" y="2189"/>
                </a:lnTo>
                <a:lnTo>
                  <a:pt x="4326" y="2188"/>
                </a:lnTo>
                <a:lnTo>
                  <a:pt x="4326" y="2189"/>
                </a:lnTo>
                <a:lnTo>
                  <a:pt x="4327" y="2189"/>
                </a:lnTo>
                <a:lnTo>
                  <a:pt x="4328" y="2189"/>
                </a:lnTo>
                <a:lnTo>
                  <a:pt x="4328" y="2191"/>
                </a:lnTo>
                <a:lnTo>
                  <a:pt x="4328" y="2192"/>
                </a:lnTo>
                <a:lnTo>
                  <a:pt x="4328" y="2194"/>
                </a:lnTo>
                <a:lnTo>
                  <a:pt x="4329" y="2195"/>
                </a:lnTo>
                <a:lnTo>
                  <a:pt x="4330" y="2195"/>
                </a:lnTo>
                <a:lnTo>
                  <a:pt x="4331" y="2195"/>
                </a:lnTo>
                <a:lnTo>
                  <a:pt x="4332" y="2196"/>
                </a:lnTo>
                <a:lnTo>
                  <a:pt x="4333" y="2194"/>
                </a:lnTo>
                <a:lnTo>
                  <a:pt x="4335" y="2195"/>
                </a:lnTo>
                <a:lnTo>
                  <a:pt x="4344" y="2198"/>
                </a:lnTo>
                <a:lnTo>
                  <a:pt x="4347" y="2200"/>
                </a:lnTo>
                <a:lnTo>
                  <a:pt x="4349" y="2201"/>
                </a:lnTo>
                <a:lnTo>
                  <a:pt x="4349" y="2202"/>
                </a:lnTo>
                <a:lnTo>
                  <a:pt x="4348" y="2204"/>
                </a:lnTo>
                <a:lnTo>
                  <a:pt x="4349" y="2204"/>
                </a:lnTo>
                <a:lnTo>
                  <a:pt x="4349" y="2205"/>
                </a:lnTo>
                <a:lnTo>
                  <a:pt x="4350" y="2205"/>
                </a:lnTo>
                <a:lnTo>
                  <a:pt x="4351" y="2206"/>
                </a:lnTo>
                <a:lnTo>
                  <a:pt x="4352" y="2207"/>
                </a:lnTo>
                <a:lnTo>
                  <a:pt x="4353" y="2208"/>
                </a:lnTo>
                <a:lnTo>
                  <a:pt x="4354" y="2209"/>
                </a:lnTo>
                <a:lnTo>
                  <a:pt x="4356" y="2210"/>
                </a:lnTo>
                <a:lnTo>
                  <a:pt x="4360" y="2219"/>
                </a:lnTo>
                <a:lnTo>
                  <a:pt x="4360" y="2220"/>
                </a:lnTo>
                <a:lnTo>
                  <a:pt x="4360" y="2221"/>
                </a:lnTo>
                <a:lnTo>
                  <a:pt x="4360" y="2222"/>
                </a:lnTo>
                <a:lnTo>
                  <a:pt x="4361" y="2223"/>
                </a:lnTo>
                <a:lnTo>
                  <a:pt x="4361" y="2224"/>
                </a:lnTo>
                <a:lnTo>
                  <a:pt x="4361" y="2225"/>
                </a:lnTo>
                <a:lnTo>
                  <a:pt x="4362" y="2225"/>
                </a:lnTo>
                <a:lnTo>
                  <a:pt x="4362" y="2226"/>
                </a:lnTo>
                <a:lnTo>
                  <a:pt x="4363" y="2227"/>
                </a:lnTo>
                <a:lnTo>
                  <a:pt x="4362" y="2227"/>
                </a:lnTo>
                <a:lnTo>
                  <a:pt x="4363" y="2228"/>
                </a:lnTo>
                <a:lnTo>
                  <a:pt x="4363" y="2229"/>
                </a:lnTo>
                <a:lnTo>
                  <a:pt x="4364" y="2230"/>
                </a:lnTo>
                <a:lnTo>
                  <a:pt x="4365" y="2231"/>
                </a:lnTo>
                <a:lnTo>
                  <a:pt x="4365" y="2232"/>
                </a:lnTo>
                <a:lnTo>
                  <a:pt x="4365" y="2234"/>
                </a:lnTo>
                <a:lnTo>
                  <a:pt x="4364" y="2236"/>
                </a:lnTo>
                <a:lnTo>
                  <a:pt x="4363" y="2236"/>
                </a:lnTo>
                <a:lnTo>
                  <a:pt x="4362" y="2236"/>
                </a:lnTo>
                <a:lnTo>
                  <a:pt x="4361" y="2237"/>
                </a:lnTo>
                <a:lnTo>
                  <a:pt x="4361" y="2240"/>
                </a:lnTo>
                <a:lnTo>
                  <a:pt x="4360" y="2243"/>
                </a:lnTo>
                <a:lnTo>
                  <a:pt x="4360" y="2245"/>
                </a:lnTo>
                <a:lnTo>
                  <a:pt x="4360" y="2248"/>
                </a:lnTo>
                <a:lnTo>
                  <a:pt x="4361" y="2248"/>
                </a:lnTo>
                <a:lnTo>
                  <a:pt x="4363" y="2249"/>
                </a:lnTo>
                <a:lnTo>
                  <a:pt x="4364" y="2249"/>
                </a:lnTo>
                <a:lnTo>
                  <a:pt x="4364" y="2248"/>
                </a:lnTo>
                <a:lnTo>
                  <a:pt x="4368" y="2252"/>
                </a:lnTo>
                <a:lnTo>
                  <a:pt x="4369" y="2253"/>
                </a:lnTo>
                <a:lnTo>
                  <a:pt x="4370" y="2254"/>
                </a:lnTo>
                <a:lnTo>
                  <a:pt x="4370" y="2255"/>
                </a:lnTo>
                <a:lnTo>
                  <a:pt x="4370" y="2257"/>
                </a:lnTo>
                <a:lnTo>
                  <a:pt x="4370" y="2258"/>
                </a:lnTo>
                <a:lnTo>
                  <a:pt x="4370" y="2259"/>
                </a:lnTo>
                <a:lnTo>
                  <a:pt x="4369" y="2260"/>
                </a:lnTo>
                <a:lnTo>
                  <a:pt x="4368" y="2260"/>
                </a:lnTo>
                <a:lnTo>
                  <a:pt x="4365" y="2261"/>
                </a:lnTo>
                <a:lnTo>
                  <a:pt x="4361" y="2263"/>
                </a:lnTo>
                <a:lnTo>
                  <a:pt x="4360" y="2271"/>
                </a:lnTo>
                <a:lnTo>
                  <a:pt x="4363" y="2272"/>
                </a:lnTo>
                <a:lnTo>
                  <a:pt x="4363" y="2275"/>
                </a:lnTo>
                <a:lnTo>
                  <a:pt x="4364" y="2275"/>
                </a:lnTo>
                <a:lnTo>
                  <a:pt x="4370" y="2276"/>
                </a:lnTo>
                <a:lnTo>
                  <a:pt x="4377" y="2277"/>
                </a:lnTo>
                <a:lnTo>
                  <a:pt x="4376" y="2279"/>
                </a:lnTo>
                <a:lnTo>
                  <a:pt x="4373" y="2278"/>
                </a:lnTo>
                <a:lnTo>
                  <a:pt x="4370" y="2278"/>
                </a:lnTo>
                <a:lnTo>
                  <a:pt x="4369" y="2278"/>
                </a:lnTo>
                <a:lnTo>
                  <a:pt x="4367" y="2278"/>
                </a:lnTo>
                <a:lnTo>
                  <a:pt x="4362" y="2277"/>
                </a:lnTo>
                <a:lnTo>
                  <a:pt x="4361" y="2277"/>
                </a:lnTo>
                <a:lnTo>
                  <a:pt x="4358" y="2277"/>
                </a:lnTo>
                <a:lnTo>
                  <a:pt x="4358" y="2278"/>
                </a:lnTo>
                <a:lnTo>
                  <a:pt x="4358" y="2279"/>
                </a:lnTo>
                <a:lnTo>
                  <a:pt x="4358" y="2281"/>
                </a:lnTo>
                <a:lnTo>
                  <a:pt x="4358" y="2283"/>
                </a:lnTo>
                <a:lnTo>
                  <a:pt x="4357" y="2284"/>
                </a:lnTo>
                <a:lnTo>
                  <a:pt x="4357" y="2285"/>
                </a:lnTo>
                <a:lnTo>
                  <a:pt x="4356" y="2285"/>
                </a:lnTo>
                <a:lnTo>
                  <a:pt x="4355" y="2284"/>
                </a:lnTo>
                <a:lnTo>
                  <a:pt x="4354" y="2284"/>
                </a:lnTo>
                <a:lnTo>
                  <a:pt x="4353" y="2284"/>
                </a:lnTo>
                <a:lnTo>
                  <a:pt x="4352" y="2285"/>
                </a:lnTo>
                <a:lnTo>
                  <a:pt x="4351" y="2286"/>
                </a:lnTo>
                <a:lnTo>
                  <a:pt x="4352" y="2288"/>
                </a:lnTo>
                <a:lnTo>
                  <a:pt x="4353" y="2288"/>
                </a:lnTo>
                <a:lnTo>
                  <a:pt x="4355" y="2290"/>
                </a:lnTo>
                <a:lnTo>
                  <a:pt x="4356" y="2291"/>
                </a:lnTo>
                <a:lnTo>
                  <a:pt x="4357" y="2291"/>
                </a:lnTo>
                <a:lnTo>
                  <a:pt x="4360" y="2294"/>
                </a:lnTo>
                <a:lnTo>
                  <a:pt x="4360" y="2295"/>
                </a:lnTo>
                <a:lnTo>
                  <a:pt x="4359" y="2296"/>
                </a:lnTo>
                <a:lnTo>
                  <a:pt x="4362" y="2300"/>
                </a:lnTo>
                <a:lnTo>
                  <a:pt x="4365" y="2307"/>
                </a:lnTo>
                <a:lnTo>
                  <a:pt x="4366" y="2308"/>
                </a:lnTo>
                <a:lnTo>
                  <a:pt x="4369" y="2316"/>
                </a:lnTo>
                <a:lnTo>
                  <a:pt x="4369" y="2320"/>
                </a:lnTo>
                <a:lnTo>
                  <a:pt x="4368" y="2320"/>
                </a:lnTo>
                <a:lnTo>
                  <a:pt x="4367" y="2321"/>
                </a:lnTo>
                <a:lnTo>
                  <a:pt x="4364" y="2322"/>
                </a:lnTo>
                <a:lnTo>
                  <a:pt x="4361" y="2324"/>
                </a:lnTo>
                <a:lnTo>
                  <a:pt x="4361" y="2323"/>
                </a:lnTo>
                <a:lnTo>
                  <a:pt x="4360" y="2323"/>
                </a:lnTo>
                <a:lnTo>
                  <a:pt x="4358" y="2323"/>
                </a:lnTo>
                <a:lnTo>
                  <a:pt x="4357" y="2324"/>
                </a:lnTo>
                <a:lnTo>
                  <a:pt x="4355" y="2324"/>
                </a:lnTo>
                <a:lnTo>
                  <a:pt x="4354" y="2324"/>
                </a:lnTo>
                <a:lnTo>
                  <a:pt x="4352" y="2323"/>
                </a:lnTo>
                <a:lnTo>
                  <a:pt x="4350" y="2324"/>
                </a:lnTo>
                <a:lnTo>
                  <a:pt x="4350" y="2323"/>
                </a:lnTo>
                <a:lnTo>
                  <a:pt x="4348" y="2323"/>
                </a:lnTo>
                <a:lnTo>
                  <a:pt x="4346" y="2323"/>
                </a:lnTo>
                <a:lnTo>
                  <a:pt x="4345" y="2323"/>
                </a:lnTo>
                <a:lnTo>
                  <a:pt x="4345" y="2324"/>
                </a:lnTo>
                <a:lnTo>
                  <a:pt x="4343" y="2324"/>
                </a:lnTo>
                <a:lnTo>
                  <a:pt x="4342" y="2324"/>
                </a:lnTo>
                <a:lnTo>
                  <a:pt x="4341" y="2324"/>
                </a:lnTo>
                <a:lnTo>
                  <a:pt x="4340" y="2324"/>
                </a:lnTo>
                <a:lnTo>
                  <a:pt x="4338" y="2324"/>
                </a:lnTo>
                <a:lnTo>
                  <a:pt x="4337" y="2325"/>
                </a:lnTo>
                <a:lnTo>
                  <a:pt x="4333" y="2326"/>
                </a:lnTo>
                <a:lnTo>
                  <a:pt x="4329" y="2327"/>
                </a:lnTo>
                <a:lnTo>
                  <a:pt x="4329" y="2326"/>
                </a:lnTo>
                <a:lnTo>
                  <a:pt x="4327" y="2327"/>
                </a:lnTo>
                <a:lnTo>
                  <a:pt x="4327" y="2328"/>
                </a:lnTo>
                <a:lnTo>
                  <a:pt x="4326" y="2329"/>
                </a:lnTo>
                <a:lnTo>
                  <a:pt x="4325" y="2329"/>
                </a:lnTo>
                <a:lnTo>
                  <a:pt x="4323" y="2330"/>
                </a:lnTo>
                <a:lnTo>
                  <a:pt x="4320" y="2332"/>
                </a:lnTo>
                <a:lnTo>
                  <a:pt x="4319" y="2332"/>
                </a:lnTo>
                <a:lnTo>
                  <a:pt x="4318" y="2333"/>
                </a:lnTo>
                <a:lnTo>
                  <a:pt x="4316" y="2334"/>
                </a:lnTo>
                <a:lnTo>
                  <a:pt x="4314" y="2336"/>
                </a:lnTo>
                <a:lnTo>
                  <a:pt x="4314" y="2337"/>
                </a:lnTo>
                <a:lnTo>
                  <a:pt x="4313" y="2337"/>
                </a:lnTo>
                <a:lnTo>
                  <a:pt x="4313" y="2338"/>
                </a:lnTo>
                <a:lnTo>
                  <a:pt x="4312" y="2338"/>
                </a:lnTo>
                <a:lnTo>
                  <a:pt x="4311" y="2339"/>
                </a:lnTo>
                <a:lnTo>
                  <a:pt x="4310" y="2339"/>
                </a:lnTo>
                <a:lnTo>
                  <a:pt x="4309" y="2339"/>
                </a:lnTo>
                <a:lnTo>
                  <a:pt x="4308" y="2339"/>
                </a:lnTo>
                <a:lnTo>
                  <a:pt x="4306" y="2339"/>
                </a:lnTo>
                <a:lnTo>
                  <a:pt x="4305" y="2340"/>
                </a:lnTo>
                <a:lnTo>
                  <a:pt x="4304" y="2342"/>
                </a:lnTo>
                <a:lnTo>
                  <a:pt x="4303" y="2359"/>
                </a:lnTo>
                <a:lnTo>
                  <a:pt x="4303" y="2360"/>
                </a:lnTo>
                <a:lnTo>
                  <a:pt x="4303" y="2364"/>
                </a:lnTo>
                <a:lnTo>
                  <a:pt x="4302" y="2366"/>
                </a:lnTo>
                <a:lnTo>
                  <a:pt x="4302" y="2373"/>
                </a:lnTo>
                <a:lnTo>
                  <a:pt x="4305" y="2372"/>
                </a:lnTo>
                <a:lnTo>
                  <a:pt x="4306" y="2369"/>
                </a:lnTo>
                <a:lnTo>
                  <a:pt x="4309" y="2370"/>
                </a:lnTo>
                <a:lnTo>
                  <a:pt x="4311" y="2371"/>
                </a:lnTo>
                <a:lnTo>
                  <a:pt x="4315" y="2374"/>
                </a:lnTo>
                <a:lnTo>
                  <a:pt x="4314" y="2375"/>
                </a:lnTo>
                <a:lnTo>
                  <a:pt x="4317" y="2377"/>
                </a:lnTo>
                <a:lnTo>
                  <a:pt x="4317" y="2378"/>
                </a:lnTo>
                <a:lnTo>
                  <a:pt x="4319" y="2378"/>
                </a:lnTo>
                <a:lnTo>
                  <a:pt x="4321" y="2380"/>
                </a:lnTo>
                <a:lnTo>
                  <a:pt x="4323" y="2382"/>
                </a:lnTo>
                <a:lnTo>
                  <a:pt x="4325" y="2385"/>
                </a:lnTo>
                <a:lnTo>
                  <a:pt x="4328" y="2388"/>
                </a:lnTo>
                <a:lnTo>
                  <a:pt x="4330" y="2390"/>
                </a:lnTo>
                <a:lnTo>
                  <a:pt x="4331" y="2393"/>
                </a:lnTo>
                <a:lnTo>
                  <a:pt x="4332" y="2395"/>
                </a:lnTo>
                <a:lnTo>
                  <a:pt x="4335" y="2399"/>
                </a:lnTo>
                <a:lnTo>
                  <a:pt x="4335" y="2400"/>
                </a:lnTo>
                <a:lnTo>
                  <a:pt x="4337" y="2403"/>
                </a:lnTo>
                <a:lnTo>
                  <a:pt x="4338" y="2404"/>
                </a:lnTo>
                <a:lnTo>
                  <a:pt x="4338" y="2405"/>
                </a:lnTo>
                <a:lnTo>
                  <a:pt x="4338" y="2404"/>
                </a:lnTo>
                <a:lnTo>
                  <a:pt x="4340" y="2403"/>
                </a:lnTo>
                <a:lnTo>
                  <a:pt x="4342" y="2409"/>
                </a:lnTo>
                <a:lnTo>
                  <a:pt x="4342" y="2410"/>
                </a:lnTo>
                <a:lnTo>
                  <a:pt x="4343" y="2410"/>
                </a:lnTo>
                <a:lnTo>
                  <a:pt x="4344" y="2411"/>
                </a:lnTo>
                <a:lnTo>
                  <a:pt x="4345" y="2412"/>
                </a:lnTo>
                <a:lnTo>
                  <a:pt x="4346" y="2412"/>
                </a:lnTo>
                <a:lnTo>
                  <a:pt x="4347" y="2413"/>
                </a:lnTo>
                <a:lnTo>
                  <a:pt x="4347" y="2412"/>
                </a:lnTo>
                <a:lnTo>
                  <a:pt x="4348" y="2412"/>
                </a:lnTo>
                <a:lnTo>
                  <a:pt x="4349" y="2412"/>
                </a:lnTo>
                <a:lnTo>
                  <a:pt x="4349" y="2413"/>
                </a:lnTo>
                <a:lnTo>
                  <a:pt x="4350" y="2413"/>
                </a:lnTo>
                <a:lnTo>
                  <a:pt x="4351" y="2413"/>
                </a:lnTo>
                <a:lnTo>
                  <a:pt x="4353" y="2414"/>
                </a:lnTo>
                <a:lnTo>
                  <a:pt x="4354" y="2414"/>
                </a:lnTo>
                <a:lnTo>
                  <a:pt x="4354" y="2415"/>
                </a:lnTo>
                <a:lnTo>
                  <a:pt x="4355" y="2415"/>
                </a:lnTo>
                <a:lnTo>
                  <a:pt x="4354" y="2416"/>
                </a:lnTo>
                <a:lnTo>
                  <a:pt x="4355" y="2416"/>
                </a:lnTo>
                <a:lnTo>
                  <a:pt x="4355" y="2415"/>
                </a:lnTo>
                <a:lnTo>
                  <a:pt x="4355" y="2416"/>
                </a:lnTo>
                <a:lnTo>
                  <a:pt x="4356" y="2416"/>
                </a:lnTo>
                <a:lnTo>
                  <a:pt x="4357" y="2416"/>
                </a:lnTo>
                <a:lnTo>
                  <a:pt x="4358" y="2417"/>
                </a:lnTo>
                <a:lnTo>
                  <a:pt x="4360" y="2418"/>
                </a:lnTo>
                <a:lnTo>
                  <a:pt x="4361" y="2418"/>
                </a:lnTo>
                <a:lnTo>
                  <a:pt x="4363" y="2418"/>
                </a:lnTo>
                <a:lnTo>
                  <a:pt x="4364" y="2418"/>
                </a:lnTo>
                <a:lnTo>
                  <a:pt x="4365" y="2420"/>
                </a:lnTo>
                <a:lnTo>
                  <a:pt x="4365" y="2421"/>
                </a:lnTo>
                <a:lnTo>
                  <a:pt x="4366" y="2421"/>
                </a:lnTo>
                <a:lnTo>
                  <a:pt x="4367" y="2422"/>
                </a:lnTo>
                <a:lnTo>
                  <a:pt x="4368" y="2422"/>
                </a:lnTo>
                <a:lnTo>
                  <a:pt x="4369" y="2421"/>
                </a:lnTo>
                <a:lnTo>
                  <a:pt x="4369" y="2422"/>
                </a:lnTo>
                <a:lnTo>
                  <a:pt x="4370" y="2422"/>
                </a:lnTo>
                <a:lnTo>
                  <a:pt x="4371" y="2421"/>
                </a:lnTo>
                <a:lnTo>
                  <a:pt x="4372" y="2421"/>
                </a:lnTo>
                <a:lnTo>
                  <a:pt x="4372" y="2422"/>
                </a:lnTo>
                <a:lnTo>
                  <a:pt x="4372" y="2423"/>
                </a:lnTo>
                <a:lnTo>
                  <a:pt x="4373" y="2423"/>
                </a:lnTo>
                <a:lnTo>
                  <a:pt x="4373" y="2422"/>
                </a:lnTo>
                <a:lnTo>
                  <a:pt x="4374" y="2422"/>
                </a:lnTo>
                <a:lnTo>
                  <a:pt x="4374" y="2421"/>
                </a:lnTo>
                <a:lnTo>
                  <a:pt x="4376" y="2422"/>
                </a:lnTo>
                <a:lnTo>
                  <a:pt x="4377" y="2422"/>
                </a:lnTo>
                <a:lnTo>
                  <a:pt x="4378" y="2421"/>
                </a:lnTo>
                <a:lnTo>
                  <a:pt x="4379" y="2421"/>
                </a:lnTo>
                <a:lnTo>
                  <a:pt x="4380" y="2421"/>
                </a:lnTo>
                <a:lnTo>
                  <a:pt x="4380" y="2420"/>
                </a:lnTo>
                <a:lnTo>
                  <a:pt x="4381" y="2420"/>
                </a:lnTo>
                <a:lnTo>
                  <a:pt x="4382" y="2420"/>
                </a:lnTo>
                <a:lnTo>
                  <a:pt x="4383" y="2420"/>
                </a:lnTo>
                <a:lnTo>
                  <a:pt x="4384" y="2420"/>
                </a:lnTo>
                <a:lnTo>
                  <a:pt x="4384" y="2421"/>
                </a:lnTo>
                <a:lnTo>
                  <a:pt x="4384" y="2422"/>
                </a:lnTo>
                <a:lnTo>
                  <a:pt x="4384" y="2423"/>
                </a:lnTo>
                <a:lnTo>
                  <a:pt x="4383" y="2423"/>
                </a:lnTo>
                <a:lnTo>
                  <a:pt x="4382" y="2423"/>
                </a:lnTo>
                <a:lnTo>
                  <a:pt x="4381" y="2424"/>
                </a:lnTo>
                <a:lnTo>
                  <a:pt x="4380" y="2424"/>
                </a:lnTo>
                <a:lnTo>
                  <a:pt x="4379" y="2425"/>
                </a:lnTo>
                <a:lnTo>
                  <a:pt x="4378" y="2425"/>
                </a:lnTo>
                <a:lnTo>
                  <a:pt x="4377" y="2426"/>
                </a:lnTo>
                <a:lnTo>
                  <a:pt x="4376" y="2426"/>
                </a:lnTo>
                <a:lnTo>
                  <a:pt x="4376" y="2427"/>
                </a:lnTo>
                <a:lnTo>
                  <a:pt x="4375" y="2427"/>
                </a:lnTo>
                <a:lnTo>
                  <a:pt x="4374" y="2427"/>
                </a:lnTo>
                <a:lnTo>
                  <a:pt x="4374" y="2428"/>
                </a:lnTo>
                <a:lnTo>
                  <a:pt x="4372" y="2428"/>
                </a:lnTo>
                <a:lnTo>
                  <a:pt x="4371" y="2428"/>
                </a:lnTo>
                <a:lnTo>
                  <a:pt x="4371" y="2429"/>
                </a:lnTo>
                <a:lnTo>
                  <a:pt x="4370" y="2429"/>
                </a:lnTo>
                <a:lnTo>
                  <a:pt x="4369" y="2430"/>
                </a:lnTo>
                <a:lnTo>
                  <a:pt x="4368" y="2431"/>
                </a:lnTo>
                <a:lnTo>
                  <a:pt x="4367" y="2432"/>
                </a:lnTo>
                <a:lnTo>
                  <a:pt x="4366" y="2432"/>
                </a:lnTo>
                <a:lnTo>
                  <a:pt x="4365" y="2432"/>
                </a:lnTo>
                <a:lnTo>
                  <a:pt x="4365" y="2433"/>
                </a:lnTo>
                <a:lnTo>
                  <a:pt x="4364" y="2435"/>
                </a:lnTo>
                <a:lnTo>
                  <a:pt x="4363" y="2435"/>
                </a:lnTo>
                <a:lnTo>
                  <a:pt x="4363" y="2436"/>
                </a:lnTo>
                <a:lnTo>
                  <a:pt x="4362" y="2437"/>
                </a:lnTo>
                <a:lnTo>
                  <a:pt x="4361" y="2437"/>
                </a:lnTo>
                <a:lnTo>
                  <a:pt x="4362" y="2438"/>
                </a:lnTo>
                <a:lnTo>
                  <a:pt x="4361" y="2439"/>
                </a:lnTo>
                <a:lnTo>
                  <a:pt x="4361" y="2440"/>
                </a:lnTo>
                <a:lnTo>
                  <a:pt x="4359" y="2441"/>
                </a:lnTo>
                <a:lnTo>
                  <a:pt x="4358" y="2442"/>
                </a:lnTo>
                <a:lnTo>
                  <a:pt x="4357" y="2442"/>
                </a:lnTo>
                <a:lnTo>
                  <a:pt x="4356" y="2443"/>
                </a:lnTo>
                <a:lnTo>
                  <a:pt x="4355" y="2443"/>
                </a:lnTo>
                <a:lnTo>
                  <a:pt x="4354" y="2444"/>
                </a:lnTo>
                <a:lnTo>
                  <a:pt x="4353" y="2444"/>
                </a:lnTo>
                <a:lnTo>
                  <a:pt x="4353" y="2445"/>
                </a:lnTo>
                <a:lnTo>
                  <a:pt x="4352" y="2445"/>
                </a:lnTo>
                <a:lnTo>
                  <a:pt x="4351" y="2446"/>
                </a:lnTo>
                <a:lnTo>
                  <a:pt x="4351" y="2447"/>
                </a:lnTo>
                <a:lnTo>
                  <a:pt x="4350" y="2448"/>
                </a:lnTo>
                <a:lnTo>
                  <a:pt x="4349" y="2449"/>
                </a:lnTo>
                <a:lnTo>
                  <a:pt x="4349" y="2450"/>
                </a:lnTo>
                <a:lnTo>
                  <a:pt x="4348" y="2450"/>
                </a:lnTo>
                <a:lnTo>
                  <a:pt x="4348" y="2451"/>
                </a:lnTo>
                <a:lnTo>
                  <a:pt x="4347" y="2452"/>
                </a:lnTo>
                <a:lnTo>
                  <a:pt x="4346" y="2452"/>
                </a:lnTo>
                <a:lnTo>
                  <a:pt x="4345" y="2454"/>
                </a:lnTo>
                <a:lnTo>
                  <a:pt x="4345" y="2455"/>
                </a:lnTo>
                <a:lnTo>
                  <a:pt x="4344" y="2455"/>
                </a:lnTo>
                <a:lnTo>
                  <a:pt x="4343" y="2455"/>
                </a:lnTo>
                <a:lnTo>
                  <a:pt x="4342" y="2456"/>
                </a:lnTo>
                <a:lnTo>
                  <a:pt x="4340" y="2456"/>
                </a:lnTo>
                <a:lnTo>
                  <a:pt x="4339" y="2456"/>
                </a:lnTo>
                <a:lnTo>
                  <a:pt x="4339" y="2457"/>
                </a:lnTo>
                <a:lnTo>
                  <a:pt x="4338" y="2456"/>
                </a:lnTo>
                <a:lnTo>
                  <a:pt x="4338" y="2457"/>
                </a:lnTo>
                <a:lnTo>
                  <a:pt x="4337" y="2456"/>
                </a:lnTo>
                <a:lnTo>
                  <a:pt x="4337" y="2457"/>
                </a:lnTo>
                <a:lnTo>
                  <a:pt x="4336" y="2457"/>
                </a:lnTo>
                <a:lnTo>
                  <a:pt x="4335" y="2457"/>
                </a:lnTo>
                <a:lnTo>
                  <a:pt x="4334" y="2457"/>
                </a:lnTo>
                <a:lnTo>
                  <a:pt x="4334" y="2456"/>
                </a:lnTo>
                <a:lnTo>
                  <a:pt x="4332" y="2456"/>
                </a:lnTo>
                <a:lnTo>
                  <a:pt x="4332" y="2457"/>
                </a:lnTo>
                <a:lnTo>
                  <a:pt x="4332" y="2458"/>
                </a:lnTo>
                <a:lnTo>
                  <a:pt x="4331" y="2458"/>
                </a:lnTo>
                <a:lnTo>
                  <a:pt x="4331" y="2459"/>
                </a:lnTo>
                <a:lnTo>
                  <a:pt x="4330" y="2459"/>
                </a:lnTo>
                <a:lnTo>
                  <a:pt x="4330" y="2460"/>
                </a:lnTo>
                <a:lnTo>
                  <a:pt x="4329" y="2460"/>
                </a:lnTo>
                <a:lnTo>
                  <a:pt x="4329" y="2461"/>
                </a:lnTo>
                <a:lnTo>
                  <a:pt x="4328" y="2461"/>
                </a:lnTo>
                <a:lnTo>
                  <a:pt x="4328" y="2460"/>
                </a:lnTo>
                <a:lnTo>
                  <a:pt x="4328" y="2458"/>
                </a:lnTo>
                <a:lnTo>
                  <a:pt x="4324" y="2459"/>
                </a:lnTo>
                <a:lnTo>
                  <a:pt x="4324" y="2460"/>
                </a:lnTo>
                <a:lnTo>
                  <a:pt x="4323" y="2460"/>
                </a:lnTo>
                <a:lnTo>
                  <a:pt x="4322" y="2460"/>
                </a:lnTo>
                <a:lnTo>
                  <a:pt x="4322" y="2461"/>
                </a:lnTo>
                <a:lnTo>
                  <a:pt x="4323" y="2461"/>
                </a:lnTo>
                <a:lnTo>
                  <a:pt x="4323" y="2462"/>
                </a:lnTo>
                <a:lnTo>
                  <a:pt x="4322" y="2462"/>
                </a:lnTo>
                <a:lnTo>
                  <a:pt x="4321" y="2464"/>
                </a:lnTo>
                <a:lnTo>
                  <a:pt x="4320" y="2464"/>
                </a:lnTo>
                <a:lnTo>
                  <a:pt x="4320" y="2465"/>
                </a:lnTo>
                <a:lnTo>
                  <a:pt x="4320" y="2466"/>
                </a:lnTo>
                <a:lnTo>
                  <a:pt x="4321" y="2466"/>
                </a:lnTo>
                <a:lnTo>
                  <a:pt x="4321" y="2467"/>
                </a:lnTo>
                <a:lnTo>
                  <a:pt x="4322" y="2468"/>
                </a:lnTo>
                <a:lnTo>
                  <a:pt x="4321" y="2468"/>
                </a:lnTo>
                <a:lnTo>
                  <a:pt x="4321" y="2469"/>
                </a:lnTo>
                <a:lnTo>
                  <a:pt x="4321" y="2470"/>
                </a:lnTo>
                <a:lnTo>
                  <a:pt x="4321" y="2471"/>
                </a:lnTo>
                <a:lnTo>
                  <a:pt x="4321" y="2470"/>
                </a:lnTo>
                <a:lnTo>
                  <a:pt x="4322" y="2470"/>
                </a:lnTo>
                <a:lnTo>
                  <a:pt x="4323" y="2470"/>
                </a:lnTo>
                <a:lnTo>
                  <a:pt x="4324" y="2469"/>
                </a:lnTo>
                <a:lnTo>
                  <a:pt x="4323" y="2469"/>
                </a:lnTo>
                <a:lnTo>
                  <a:pt x="4323" y="2468"/>
                </a:lnTo>
                <a:lnTo>
                  <a:pt x="4324" y="2467"/>
                </a:lnTo>
                <a:lnTo>
                  <a:pt x="4324" y="2466"/>
                </a:lnTo>
                <a:lnTo>
                  <a:pt x="4324" y="2465"/>
                </a:lnTo>
                <a:lnTo>
                  <a:pt x="4325" y="2464"/>
                </a:lnTo>
                <a:lnTo>
                  <a:pt x="4326" y="2464"/>
                </a:lnTo>
                <a:lnTo>
                  <a:pt x="4327" y="2463"/>
                </a:lnTo>
                <a:lnTo>
                  <a:pt x="4327" y="2462"/>
                </a:lnTo>
                <a:lnTo>
                  <a:pt x="4329" y="2464"/>
                </a:lnTo>
                <a:lnTo>
                  <a:pt x="4328" y="2464"/>
                </a:lnTo>
                <a:lnTo>
                  <a:pt x="4329" y="2465"/>
                </a:lnTo>
                <a:lnTo>
                  <a:pt x="4329" y="2466"/>
                </a:lnTo>
                <a:lnTo>
                  <a:pt x="4328" y="2466"/>
                </a:lnTo>
                <a:lnTo>
                  <a:pt x="4329" y="2466"/>
                </a:lnTo>
                <a:lnTo>
                  <a:pt x="4329" y="2467"/>
                </a:lnTo>
                <a:lnTo>
                  <a:pt x="4328" y="2467"/>
                </a:lnTo>
                <a:lnTo>
                  <a:pt x="4328" y="2468"/>
                </a:lnTo>
                <a:lnTo>
                  <a:pt x="4328" y="2469"/>
                </a:lnTo>
                <a:lnTo>
                  <a:pt x="4328" y="2470"/>
                </a:lnTo>
                <a:lnTo>
                  <a:pt x="4327" y="2470"/>
                </a:lnTo>
                <a:lnTo>
                  <a:pt x="4326" y="2469"/>
                </a:lnTo>
                <a:lnTo>
                  <a:pt x="4325" y="2470"/>
                </a:lnTo>
                <a:lnTo>
                  <a:pt x="4325" y="2471"/>
                </a:lnTo>
                <a:lnTo>
                  <a:pt x="4325" y="2473"/>
                </a:lnTo>
                <a:lnTo>
                  <a:pt x="4325" y="2472"/>
                </a:lnTo>
                <a:lnTo>
                  <a:pt x="4326" y="2472"/>
                </a:lnTo>
                <a:lnTo>
                  <a:pt x="4327" y="2472"/>
                </a:lnTo>
                <a:lnTo>
                  <a:pt x="4328" y="2472"/>
                </a:lnTo>
                <a:lnTo>
                  <a:pt x="4328" y="2471"/>
                </a:lnTo>
                <a:lnTo>
                  <a:pt x="4329" y="2470"/>
                </a:lnTo>
                <a:lnTo>
                  <a:pt x="4329" y="2469"/>
                </a:lnTo>
                <a:lnTo>
                  <a:pt x="4330" y="2468"/>
                </a:lnTo>
                <a:lnTo>
                  <a:pt x="4331" y="2468"/>
                </a:lnTo>
                <a:lnTo>
                  <a:pt x="4330" y="2467"/>
                </a:lnTo>
                <a:lnTo>
                  <a:pt x="4330" y="2466"/>
                </a:lnTo>
                <a:lnTo>
                  <a:pt x="4331" y="2466"/>
                </a:lnTo>
                <a:lnTo>
                  <a:pt x="4332" y="2465"/>
                </a:lnTo>
                <a:lnTo>
                  <a:pt x="4332" y="2464"/>
                </a:lnTo>
                <a:lnTo>
                  <a:pt x="4333" y="2464"/>
                </a:lnTo>
                <a:lnTo>
                  <a:pt x="4334" y="2463"/>
                </a:lnTo>
                <a:lnTo>
                  <a:pt x="4338" y="2462"/>
                </a:lnTo>
                <a:lnTo>
                  <a:pt x="4339" y="2462"/>
                </a:lnTo>
                <a:lnTo>
                  <a:pt x="4340" y="2462"/>
                </a:lnTo>
                <a:lnTo>
                  <a:pt x="4340" y="2461"/>
                </a:lnTo>
                <a:lnTo>
                  <a:pt x="4341" y="2461"/>
                </a:lnTo>
                <a:lnTo>
                  <a:pt x="4342" y="2460"/>
                </a:lnTo>
                <a:lnTo>
                  <a:pt x="4342" y="2459"/>
                </a:lnTo>
                <a:lnTo>
                  <a:pt x="4343" y="2459"/>
                </a:lnTo>
                <a:lnTo>
                  <a:pt x="4344" y="2458"/>
                </a:lnTo>
                <a:lnTo>
                  <a:pt x="4345" y="2458"/>
                </a:lnTo>
                <a:lnTo>
                  <a:pt x="4346" y="2457"/>
                </a:lnTo>
                <a:lnTo>
                  <a:pt x="4347" y="2457"/>
                </a:lnTo>
                <a:lnTo>
                  <a:pt x="4348" y="2457"/>
                </a:lnTo>
                <a:lnTo>
                  <a:pt x="4348" y="2458"/>
                </a:lnTo>
                <a:lnTo>
                  <a:pt x="4349" y="2458"/>
                </a:lnTo>
                <a:lnTo>
                  <a:pt x="4349" y="2459"/>
                </a:lnTo>
                <a:lnTo>
                  <a:pt x="4350" y="2458"/>
                </a:lnTo>
                <a:lnTo>
                  <a:pt x="4352" y="2458"/>
                </a:lnTo>
                <a:lnTo>
                  <a:pt x="4351" y="2458"/>
                </a:lnTo>
                <a:lnTo>
                  <a:pt x="4351" y="2459"/>
                </a:lnTo>
                <a:lnTo>
                  <a:pt x="4351" y="2460"/>
                </a:lnTo>
                <a:lnTo>
                  <a:pt x="4350" y="2460"/>
                </a:lnTo>
                <a:lnTo>
                  <a:pt x="4350" y="2461"/>
                </a:lnTo>
                <a:lnTo>
                  <a:pt x="4350" y="2462"/>
                </a:lnTo>
                <a:lnTo>
                  <a:pt x="4350" y="2463"/>
                </a:lnTo>
                <a:lnTo>
                  <a:pt x="4350" y="2464"/>
                </a:lnTo>
                <a:lnTo>
                  <a:pt x="4351" y="2464"/>
                </a:lnTo>
                <a:lnTo>
                  <a:pt x="4351" y="2465"/>
                </a:lnTo>
                <a:lnTo>
                  <a:pt x="4352" y="2464"/>
                </a:lnTo>
                <a:lnTo>
                  <a:pt x="4353" y="2464"/>
                </a:lnTo>
                <a:lnTo>
                  <a:pt x="4354" y="2464"/>
                </a:lnTo>
                <a:lnTo>
                  <a:pt x="4354" y="2463"/>
                </a:lnTo>
                <a:lnTo>
                  <a:pt x="4355" y="2463"/>
                </a:lnTo>
                <a:lnTo>
                  <a:pt x="4355" y="2462"/>
                </a:lnTo>
                <a:lnTo>
                  <a:pt x="4355" y="2461"/>
                </a:lnTo>
                <a:lnTo>
                  <a:pt x="4355" y="2460"/>
                </a:lnTo>
                <a:lnTo>
                  <a:pt x="4356" y="2460"/>
                </a:lnTo>
                <a:lnTo>
                  <a:pt x="4356" y="2459"/>
                </a:lnTo>
                <a:lnTo>
                  <a:pt x="4356" y="2458"/>
                </a:lnTo>
                <a:lnTo>
                  <a:pt x="4357" y="2458"/>
                </a:lnTo>
                <a:lnTo>
                  <a:pt x="4357" y="2457"/>
                </a:lnTo>
                <a:lnTo>
                  <a:pt x="4356" y="2457"/>
                </a:lnTo>
                <a:lnTo>
                  <a:pt x="4356" y="2456"/>
                </a:lnTo>
                <a:lnTo>
                  <a:pt x="4355" y="2456"/>
                </a:lnTo>
                <a:lnTo>
                  <a:pt x="4353" y="2456"/>
                </a:lnTo>
                <a:lnTo>
                  <a:pt x="4353" y="2457"/>
                </a:lnTo>
                <a:lnTo>
                  <a:pt x="4352" y="2457"/>
                </a:lnTo>
                <a:lnTo>
                  <a:pt x="4352" y="2456"/>
                </a:lnTo>
                <a:lnTo>
                  <a:pt x="4351" y="2456"/>
                </a:lnTo>
                <a:lnTo>
                  <a:pt x="4351" y="2457"/>
                </a:lnTo>
                <a:lnTo>
                  <a:pt x="4350" y="2457"/>
                </a:lnTo>
                <a:lnTo>
                  <a:pt x="4349" y="2457"/>
                </a:lnTo>
                <a:lnTo>
                  <a:pt x="4348" y="2457"/>
                </a:lnTo>
                <a:lnTo>
                  <a:pt x="4348" y="2455"/>
                </a:lnTo>
                <a:lnTo>
                  <a:pt x="4349" y="2455"/>
                </a:lnTo>
                <a:lnTo>
                  <a:pt x="4350" y="2454"/>
                </a:lnTo>
                <a:lnTo>
                  <a:pt x="4351" y="2454"/>
                </a:lnTo>
                <a:lnTo>
                  <a:pt x="4351" y="2453"/>
                </a:lnTo>
                <a:lnTo>
                  <a:pt x="4352" y="2453"/>
                </a:lnTo>
                <a:lnTo>
                  <a:pt x="4352" y="2452"/>
                </a:lnTo>
                <a:lnTo>
                  <a:pt x="4353" y="2452"/>
                </a:lnTo>
                <a:lnTo>
                  <a:pt x="4353" y="2451"/>
                </a:lnTo>
                <a:lnTo>
                  <a:pt x="4354" y="2451"/>
                </a:lnTo>
                <a:lnTo>
                  <a:pt x="4355" y="2450"/>
                </a:lnTo>
                <a:lnTo>
                  <a:pt x="4357" y="2449"/>
                </a:lnTo>
                <a:lnTo>
                  <a:pt x="4358" y="2449"/>
                </a:lnTo>
                <a:lnTo>
                  <a:pt x="4359" y="2449"/>
                </a:lnTo>
                <a:lnTo>
                  <a:pt x="4360" y="2449"/>
                </a:lnTo>
                <a:lnTo>
                  <a:pt x="4361" y="2449"/>
                </a:lnTo>
                <a:lnTo>
                  <a:pt x="4362" y="2449"/>
                </a:lnTo>
                <a:lnTo>
                  <a:pt x="4363" y="2449"/>
                </a:lnTo>
                <a:lnTo>
                  <a:pt x="4364" y="2448"/>
                </a:lnTo>
                <a:lnTo>
                  <a:pt x="4364" y="2447"/>
                </a:lnTo>
                <a:lnTo>
                  <a:pt x="4363" y="2447"/>
                </a:lnTo>
                <a:lnTo>
                  <a:pt x="4364" y="2447"/>
                </a:lnTo>
                <a:lnTo>
                  <a:pt x="4365" y="2447"/>
                </a:lnTo>
                <a:lnTo>
                  <a:pt x="4365" y="2448"/>
                </a:lnTo>
                <a:lnTo>
                  <a:pt x="4366" y="2448"/>
                </a:lnTo>
                <a:lnTo>
                  <a:pt x="4366" y="2447"/>
                </a:lnTo>
                <a:lnTo>
                  <a:pt x="4367" y="2448"/>
                </a:lnTo>
                <a:lnTo>
                  <a:pt x="4368" y="2448"/>
                </a:lnTo>
                <a:lnTo>
                  <a:pt x="4367" y="2448"/>
                </a:lnTo>
                <a:lnTo>
                  <a:pt x="4367" y="2449"/>
                </a:lnTo>
                <a:lnTo>
                  <a:pt x="4369" y="2449"/>
                </a:lnTo>
                <a:lnTo>
                  <a:pt x="4369" y="2450"/>
                </a:lnTo>
                <a:lnTo>
                  <a:pt x="4369" y="2451"/>
                </a:lnTo>
                <a:lnTo>
                  <a:pt x="4369" y="2452"/>
                </a:lnTo>
                <a:lnTo>
                  <a:pt x="4370" y="2452"/>
                </a:lnTo>
                <a:lnTo>
                  <a:pt x="4370" y="2451"/>
                </a:lnTo>
                <a:lnTo>
                  <a:pt x="4371" y="2452"/>
                </a:lnTo>
                <a:lnTo>
                  <a:pt x="4371" y="2453"/>
                </a:lnTo>
                <a:lnTo>
                  <a:pt x="4370" y="2453"/>
                </a:lnTo>
                <a:lnTo>
                  <a:pt x="4369" y="2453"/>
                </a:lnTo>
                <a:lnTo>
                  <a:pt x="4370" y="2454"/>
                </a:lnTo>
                <a:lnTo>
                  <a:pt x="4370" y="2455"/>
                </a:lnTo>
                <a:lnTo>
                  <a:pt x="4370" y="2456"/>
                </a:lnTo>
                <a:lnTo>
                  <a:pt x="4371" y="2456"/>
                </a:lnTo>
                <a:lnTo>
                  <a:pt x="4370" y="2457"/>
                </a:lnTo>
                <a:lnTo>
                  <a:pt x="4368" y="2460"/>
                </a:lnTo>
                <a:lnTo>
                  <a:pt x="4367" y="2460"/>
                </a:lnTo>
                <a:lnTo>
                  <a:pt x="4367" y="2461"/>
                </a:lnTo>
                <a:lnTo>
                  <a:pt x="4368" y="2464"/>
                </a:lnTo>
                <a:lnTo>
                  <a:pt x="4369" y="2465"/>
                </a:lnTo>
                <a:lnTo>
                  <a:pt x="4370" y="2466"/>
                </a:lnTo>
                <a:lnTo>
                  <a:pt x="4370" y="2467"/>
                </a:lnTo>
                <a:lnTo>
                  <a:pt x="4369" y="2466"/>
                </a:lnTo>
                <a:lnTo>
                  <a:pt x="4369" y="2467"/>
                </a:lnTo>
                <a:lnTo>
                  <a:pt x="4369" y="2468"/>
                </a:lnTo>
                <a:lnTo>
                  <a:pt x="4368" y="2468"/>
                </a:lnTo>
                <a:lnTo>
                  <a:pt x="4369" y="2468"/>
                </a:lnTo>
                <a:lnTo>
                  <a:pt x="4369" y="2469"/>
                </a:lnTo>
                <a:lnTo>
                  <a:pt x="4368" y="2469"/>
                </a:lnTo>
                <a:lnTo>
                  <a:pt x="4369" y="2469"/>
                </a:lnTo>
                <a:lnTo>
                  <a:pt x="4368" y="2470"/>
                </a:lnTo>
                <a:lnTo>
                  <a:pt x="4366" y="2472"/>
                </a:lnTo>
                <a:lnTo>
                  <a:pt x="4365" y="2473"/>
                </a:lnTo>
                <a:lnTo>
                  <a:pt x="4365" y="2474"/>
                </a:lnTo>
                <a:lnTo>
                  <a:pt x="4365" y="2475"/>
                </a:lnTo>
                <a:lnTo>
                  <a:pt x="4364" y="2475"/>
                </a:lnTo>
                <a:lnTo>
                  <a:pt x="4364" y="2476"/>
                </a:lnTo>
                <a:lnTo>
                  <a:pt x="4365" y="2476"/>
                </a:lnTo>
                <a:lnTo>
                  <a:pt x="4365" y="2477"/>
                </a:lnTo>
                <a:lnTo>
                  <a:pt x="4366" y="2478"/>
                </a:lnTo>
                <a:lnTo>
                  <a:pt x="4367" y="2478"/>
                </a:lnTo>
                <a:lnTo>
                  <a:pt x="4366" y="2479"/>
                </a:lnTo>
                <a:lnTo>
                  <a:pt x="4365" y="2480"/>
                </a:lnTo>
                <a:lnTo>
                  <a:pt x="4364" y="2480"/>
                </a:lnTo>
                <a:lnTo>
                  <a:pt x="4365" y="2481"/>
                </a:lnTo>
                <a:lnTo>
                  <a:pt x="4365" y="2482"/>
                </a:lnTo>
                <a:lnTo>
                  <a:pt x="4365" y="2483"/>
                </a:lnTo>
                <a:lnTo>
                  <a:pt x="4367" y="2483"/>
                </a:lnTo>
                <a:lnTo>
                  <a:pt x="4367" y="2484"/>
                </a:lnTo>
                <a:lnTo>
                  <a:pt x="4368" y="2484"/>
                </a:lnTo>
                <a:lnTo>
                  <a:pt x="4369" y="2484"/>
                </a:lnTo>
                <a:lnTo>
                  <a:pt x="4370" y="2484"/>
                </a:lnTo>
                <a:lnTo>
                  <a:pt x="4370" y="2483"/>
                </a:lnTo>
                <a:lnTo>
                  <a:pt x="4371" y="2484"/>
                </a:lnTo>
                <a:lnTo>
                  <a:pt x="4370" y="2484"/>
                </a:lnTo>
                <a:lnTo>
                  <a:pt x="4370" y="2485"/>
                </a:lnTo>
                <a:lnTo>
                  <a:pt x="4369" y="2485"/>
                </a:lnTo>
                <a:lnTo>
                  <a:pt x="4368" y="2486"/>
                </a:lnTo>
                <a:lnTo>
                  <a:pt x="4368" y="2487"/>
                </a:lnTo>
                <a:lnTo>
                  <a:pt x="4368" y="2488"/>
                </a:lnTo>
                <a:lnTo>
                  <a:pt x="4369" y="2488"/>
                </a:lnTo>
                <a:lnTo>
                  <a:pt x="4369" y="2489"/>
                </a:lnTo>
                <a:lnTo>
                  <a:pt x="4369" y="2490"/>
                </a:lnTo>
                <a:lnTo>
                  <a:pt x="4368" y="2491"/>
                </a:lnTo>
                <a:lnTo>
                  <a:pt x="4368" y="2490"/>
                </a:lnTo>
                <a:lnTo>
                  <a:pt x="4368" y="2489"/>
                </a:lnTo>
                <a:lnTo>
                  <a:pt x="4367" y="2489"/>
                </a:lnTo>
                <a:lnTo>
                  <a:pt x="4367" y="2490"/>
                </a:lnTo>
                <a:lnTo>
                  <a:pt x="4366" y="2491"/>
                </a:lnTo>
                <a:lnTo>
                  <a:pt x="4366" y="2492"/>
                </a:lnTo>
                <a:lnTo>
                  <a:pt x="4365" y="2493"/>
                </a:lnTo>
                <a:lnTo>
                  <a:pt x="4364" y="2493"/>
                </a:lnTo>
                <a:lnTo>
                  <a:pt x="4362" y="2493"/>
                </a:lnTo>
                <a:lnTo>
                  <a:pt x="4361" y="2494"/>
                </a:lnTo>
                <a:lnTo>
                  <a:pt x="4361" y="2495"/>
                </a:lnTo>
                <a:lnTo>
                  <a:pt x="4360" y="2495"/>
                </a:lnTo>
                <a:lnTo>
                  <a:pt x="4359" y="2495"/>
                </a:lnTo>
                <a:lnTo>
                  <a:pt x="4358" y="2496"/>
                </a:lnTo>
                <a:lnTo>
                  <a:pt x="4357" y="2496"/>
                </a:lnTo>
                <a:lnTo>
                  <a:pt x="4355" y="2496"/>
                </a:lnTo>
                <a:lnTo>
                  <a:pt x="4354" y="2496"/>
                </a:lnTo>
                <a:lnTo>
                  <a:pt x="4353" y="2495"/>
                </a:lnTo>
                <a:lnTo>
                  <a:pt x="4352" y="2495"/>
                </a:lnTo>
                <a:lnTo>
                  <a:pt x="4352" y="2494"/>
                </a:lnTo>
                <a:lnTo>
                  <a:pt x="4352" y="2492"/>
                </a:lnTo>
                <a:lnTo>
                  <a:pt x="4353" y="2489"/>
                </a:lnTo>
                <a:lnTo>
                  <a:pt x="4353" y="2488"/>
                </a:lnTo>
                <a:lnTo>
                  <a:pt x="4353" y="2487"/>
                </a:lnTo>
                <a:lnTo>
                  <a:pt x="4353" y="2486"/>
                </a:lnTo>
                <a:lnTo>
                  <a:pt x="4353" y="2485"/>
                </a:lnTo>
                <a:lnTo>
                  <a:pt x="4354" y="2483"/>
                </a:lnTo>
                <a:lnTo>
                  <a:pt x="4354" y="2482"/>
                </a:lnTo>
                <a:lnTo>
                  <a:pt x="4354" y="2481"/>
                </a:lnTo>
                <a:lnTo>
                  <a:pt x="4355" y="2480"/>
                </a:lnTo>
                <a:lnTo>
                  <a:pt x="4355" y="2481"/>
                </a:lnTo>
                <a:lnTo>
                  <a:pt x="4356" y="2480"/>
                </a:lnTo>
                <a:lnTo>
                  <a:pt x="4356" y="2479"/>
                </a:lnTo>
                <a:lnTo>
                  <a:pt x="4357" y="2480"/>
                </a:lnTo>
                <a:lnTo>
                  <a:pt x="4357" y="2479"/>
                </a:lnTo>
                <a:lnTo>
                  <a:pt x="4356" y="2479"/>
                </a:lnTo>
                <a:lnTo>
                  <a:pt x="4355" y="2478"/>
                </a:lnTo>
                <a:lnTo>
                  <a:pt x="4354" y="2478"/>
                </a:lnTo>
                <a:lnTo>
                  <a:pt x="4354" y="2479"/>
                </a:lnTo>
                <a:lnTo>
                  <a:pt x="4354" y="2480"/>
                </a:lnTo>
                <a:lnTo>
                  <a:pt x="4353" y="2480"/>
                </a:lnTo>
                <a:lnTo>
                  <a:pt x="4353" y="2479"/>
                </a:lnTo>
                <a:lnTo>
                  <a:pt x="4353" y="2478"/>
                </a:lnTo>
                <a:lnTo>
                  <a:pt x="4353" y="2477"/>
                </a:lnTo>
                <a:lnTo>
                  <a:pt x="4353" y="2478"/>
                </a:lnTo>
                <a:lnTo>
                  <a:pt x="4354" y="2478"/>
                </a:lnTo>
                <a:lnTo>
                  <a:pt x="4354" y="2477"/>
                </a:lnTo>
                <a:lnTo>
                  <a:pt x="4354" y="2476"/>
                </a:lnTo>
                <a:lnTo>
                  <a:pt x="4353" y="2476"/>
                </a:lnTo>
                <a:lnTo>
                  <a:pt x="4353" y="2475"/>
                </a:lnTo>
                <a:lnTo>
                  <a:pt x="4354" y="2475"/>
                </a:lnTo>
                <a:lnTo>
                  <a:pt x="4354" y="2474"/>
                </a:lnTo>
                <a:lnTo>
                  <a:pt x="4353" y="2474"/>
                </a:lnTo>
                <a:lnTo>
                  <a:pt x="4353" y="2475"/>
                </a:lnTo>
                <a:lnTo>
                  <a:pt x="4352" y="2475"/>
                </a:lnTo>
                <a:lnTo>
                  <a:pt x="4351" y="2475"/>
                </a:lnTo>
                <a:lnTo>
                  <a:pt x="4351" y="2476"/>
                </a:lnTo>
                <a:lnTo>
                  <a:pt x="4352" y="2476"/>
                </a:lnTo>
                <a:lnTo>
                  <a:pt x="4352" y="2477"/>
                </a:lnTo>
                <a:lnTo>
                  <a:pt x="4352" y="2478"/>
                </a:lnTo>
                <a:lnTo>
                  <a:pt x="4352" y="2479"/>
                </a:lnTo>
                <a:lnTo>
                  <a:pt x="4351" y="2479"/>
                </a:lnTo>
                <a:lnTo>
                  <a:pt x="4352" y="2479"/>
                </a:lnTo>
                <a:lnTo>
                  <a:pt x="4352" y="2480"/>
                </a:lnTo>
                <a:lnTo>
                  <a:pt x="4352" y="2481"/>
                </a:lnTo>
                <a:lnTo>
                  <a:pt x="4352" y="2482"/>
                </a:lnTo>
                <a:lnTo>
                  <a:pt x="4352" y="2483"/>
                </a:lnTo>
                <a:lnTo>
                  <a:pt x="4352" y="2484"/>
                </a:lnTo>
                <a:lnTo>
                  <a:pt x="4352" y="2485"/>
                </a:lnTo>
                <a:lnTo>
                  <a:pt x="4352" y="2487"/>
                </a:lnTo>
                <a:lnTo>
                  <a:pt x="4351" y="2490"/>
                </a:lnTo>
                <a:lnTo>
                  <a:pt x="4350" y="2490"/>
                </a:lnTo>
                <a:lnTo>
                  <a:pt x="4350" y="2491"/>
                </a:lnTo>
                <a:lnTo>
                  <a:pt x="4350" y="2492"/>
                </a:lnTo>
                <a:lnTo>
                  <a:pt x="4350" y="2494"/>
                </a:lnTo>
                <a:lnTo>
                  <a:pt x="4350" y="2496"/>
                </a:lnTo>
                <a:lnTo>
                  <a:pt x="4349" y="2496"/>
                </a:lnTo>
                <a:lnTo>
                  <a:pt x="4349" y="2497"/>
                </a:lnTo>
                <a:lnTo>
                  <a:pt x="4347" y="2498"/>
                </a:lnTo>
                <a:lnTo>
                  <a:pt x="4346" y="2498"/>
                </a:lnTo>
                <a:lnTo>
                  <a:pt x="4345" y="2499"/>
                </a:lnTo>
                <a:lnTo>
                  <a:pt x="4344" y="2499"/>
                </a:lnTo>
                <a:lnTo>
                  <a:pt x="4343" y="2498"/>
                </a:lnTo>
                <a:lnTo>
                  <a:pt x="4342" y="2497"/>
                </a:lnTo>
                <a:lnTo>
                  <a:pt x="4342" y="2496"/>
                </a:lnTo>
                <a:lnTo>
                  <a:pt x="4341" y="2496"/>
                </a:lnTo>
                <a:lnTo>
                  <a:pt x="4339" y="2494"/>
                </a:lnTo>
                <a:lnTo>
                  <a:pt x="4338" y="2493"/>
                </a:lnTo>
                <a:lnTo>
                  <a:pt x="4337" y="2491"/>
                </a:lnTo>
                <a:lnTo>
                  <a:pt x="4336" y="2489"/>
                </a:lnTo>
                <a:lnTo>
                  <a:pt x="4336" y="2488"/>
                </a:lnTo>
                <a:lnTo>
                  <a:pt x="4335" y="2488"/>
                </a:lnTo>
                <a:lnTo>
                  <a:pt x="4336" y="2487"/>
                </a:lnTo>
                <a:lnTo>
                  <a:pt x="4336" y="2486"/>
                </a:lnTo>
                <a:lnTo>
                  <a:pt x="4335" y="2485"/>
                </a:lnTo>
                <a:lnTo>
                  <a:pt x="4334" y="2486"/>
                </a:lnTo>
                <a:lnTo>
                  <a:pt x="4333" y="2486"/>
                </a:lnTo>
                <a:lnTo>
                  <a:pt x="4332" y="2486"/>
                </a:lnTo>
                <a:lnTo>
                  <a:pt x="4332" y="2485"/>
                </a:lnTo>
                <a:lnTo>
                  <a:pt x="4331" y="2485"/>
                </a:lnTo>
                <a:lnTo>
                  <a:pt x="4330" y="2484"/>
                </a:lnTo>
                <a:lnTo>
                  <a:pt x="4329" y="2484"/>
                </a:lnTo>
                <a:lnTo>
                  <a:pt x="4329" y="2485"/>
                </a:lnTo>
                <a:lnTo>
                  <a:pt x="4328" y="2485"/>
                </a:lnTo>
                <a:lnTo>
                  <a:pt x="4329" y="2485"/>
                </a:lnTo>
                <a:lnTo>
                  <a:pt x="4329" y="2484"/>
                </a:lnTo>
                <a:lnTo>
                  <a:pt x="4330" y="2484"/>
                </a:lnTo>
                <a:lnTo>
                  <a:pt x="4331" y="2485"/>
                </a:lnTo>
                <a:lnTo>
                  <a:pt x="4331" y="2486"/>
                </a:lnTo>
                <a:lnTo>
                  <a:pt x="4332" y="2486"/>
                </a:lnTo>
                <a:lnTo>
                  <a:pt x="4333" y="2487"/>
                </a:lnTo>
                <a:lnTo>
                  <a:pt x="4333" y="2488"/>
                </a:lnTo>
                <a:lnTo>
                  <a:pt x="4334" y="2489"/>
                </a:lnTo>
                <a:lnTo>
                  <a:pt x="4333" y="2490"/>
                </a:lnTo>
                <a:lnTo>
                  <a:pt x="4333" y="2489"/>
                </a:lnTo>
                <a:lnTo>
                  <a:pt x="4332" y="2489"/>
                </a:lnTo>
                <a:lnTo>
                  <a:pt x="4331" y="2490"/>
                </a:lnTo>
                <a:lnTo>
                  <a:pt x="4330" y="2490"/>
                </a:lnTo>
                <a:lnTo>
                  <a:pt x="4329" y="2490"/>
                </a:lnTo>
                <a:lnTo>
                  <a:pt x="4329" y="2491"/>
                </a:lnTo>
                <a:lnTo>
                  <a:pt x="4329" y="2492"/>
                </a:lnTo>
                <a:lnTo>
                  <a:pt x="4328" y="2492"/>
                </a:lnTo>
                <a:lnTo>
                  <a:pt x="4329" y="2493"/>
                </a:lnTo>
                <a:lnTo>
                  <a:pt x="4330" y="2493"/>
                </a:lnTo>
                <a:lnTo>
                  <a:pt x="4330" y="2494"/>
                </a:lnTo>
                <a:lnTo>
                  <a:pt x="4331" y="2495"/>
                </a:lnTo>
                <a:lnTo>
                  <a:pt x="4332" y="2495"/>
                </a:lnTo>
                <a:lnTo>
                  <a:pt x="4333" y="2495"/>
                </a:lnTo>
                <a:lnTo>
                  <a:pt x="4333" y="2496"/>
                </a:lnTo>
                <a:lnTo>
                  <a:pt x="4334" y="2497"/>
                </a:lnTo>
                <a:lnTo>
                  <a:pt x="4334" y="2496"/>
                </a:lnTo>
                <a:lnTo>
                  <a:pt x="4335" y="2496"/>
                </a:lnTo>
                <a:lnTo>
                  <a:pt x="4335" y="2497"/>
                </a:lnTo>
                <a:lnTo>
                  <a:pt x="4335" y="2498"/>
                </a:lnTo>
                <a:lnTo>
                  <a:pt x="4333" y="2499"/>
                </a:lnTo>
                <a:lnTo>
                  <a:pt x="4331" y="2498"/>
                </a:lnTo>
                <a:lnTo>
                  <a:pt x="4330" y="2498"/>
                </a:lnTo>
                <a:lnTo>
                  <a:pt x="4328" y="2497"/>
                </a:lnTo>
                <a:lnTo>
                  <a:pt x="4327" y="2497"/>
                </a:lnTo>
                <a:lnTo>
                  <a:pt x="4326" y="2497"/>
                </a:lnTo>
                <a:lnTo>
                  <a:pt x="4326" y="2496"/>
                </a:lnTo>
                <a:lnTo>
                  <a:pt x="4326" y="2495"/>
                </a:lnTo>
                <a:lnTo>
                  <a:pt x="4326" y="2496"/>
                </a:lnTo>
                <a:lnTo>
                  <a:pt x="4325" y="2495"/>
                </a:lnTo>
                <a:lnTo>
                  <a:pt x="4325" y="2496"/>
                </a:lnTo>
                <a:lnTo>
                  <a:pt x="4324" y="2496"/>
                </a:lnTo>
                <a:lnTo>
                  <a:pt x="4324" y="2497"/>
                </a:lnTo>
                <a:lnTo>
                  <a:pt x="4324" y="2496"/>
                </a:lnTo>
                <a:lnTo>
                  <a:pt x="4323" y="2497"/>
                </a:lnTo>
                <a:lnTo>
                  <a:pt x="4323" y="2496"/>
                </a:lnTo>
                <a:lnTo>
                  <a:pt x="4322" y="2495"/>
                </a:lnTo>
                <a:lnTo>
                  <a:pt x="4321" y="2495"/>
                </a:lnTo>
                <a:lnTo>
                  <a:pt x="4321" y="2496"/>
                </a:lnTo>
                <a:lnTo>
                  <a:pt x="4322" y="2496"/>
                </a:lnTo>
                <a:lnTo>
                  <a:pt x="4323" y="2497"/>
                </a:lnTo>
                <a:lnTo>
                  <a:pt x="4323" y="2498"/>
                </a:lnTo>
                <a:lnTo>
                  <a:pt x="4324" y="2498"/>
                </a:lnTo>
                <a:lnTo>
                  <a:pt x="4325" y="2498"/>
                </a:lnTo>
                <a:lnTo>
                  <a:pt x="4326" y="2498"/>
                </a:lnTo>
                <a:lnTo>
                  <a:pt x="4326" y="2500"/>
                </a:lnTo>
                <a:lnTo>
                  <a:pt x="4327" y="2500"/>
                </a:lnTo>
                <a:lnTo>
                  <a:pt x="4328" y="2500"/>
                </a:lnTo>
                <a:lnTo>
                  <a:pt x="4329" y="2500"/>
                </a:lnTo>
                <a:lnTo>
                  <a:pt x="4331" y="2500"/>
                </a:lnTo>
                <a:lnTo>
                  <a:pt x="4331" y="2501"/>
                </a:lnTo>
                <a:lnTo>
                  <a:pt x="4332" y="2501"/>
                </a:lnTo>
                <a:lnTo>
                  <a:pt x="4333" y="2500"/>
                </a:lnTo>
                <a:lnTo>
                  <a:pt x="4334" y="2501"/>
                </a:lnTo>
                <a:lnTo>
                  <a:pt x="4335" y="2501"/>
                </a:lnTo>
                <a:lnTo>
                  <a:pt x="4336" y="2502"/>
                </a:lnTo>
                <a:lnTo>
                  <a:pt x="4338" y="2502"/>
                </a:lnTo>
                <a:lnTo>
                  <a:pt x="4339" y="2502"/>
                </a:lnTo>
                <a:lnTo>
                  <a:pt x="4340" y="2502"/>
                </a:lnTo>
                <a:lnTo>
                  <a:pt x="4339" y="2503"/>
                </a:lnTo>
                <a:lnTo>
                  <a:pt x="4338" y="2503"/>
                </a:lnTo>
                <a:lnTo>
                  <a:pt x="4338" y="2504"/>
                </a:lnTo>
                <a:lnTo>
                  <a:pt x="4338" y="2505"/>
                </a:lnTo>
                <a:lnTo>
                  <a:pt x="4338" y="2506"/>
                </a:lnTo>
                <a:lnTo>
                  <a:pt x="4339" y="2507"/>
                </a:lnTo>
                <a:lnTo>
                  <a:pt x="4338" y="2508"/>
                </a:lnTo>
                <a:lnTo>
                  <a:pt x="4337" y="2508"/>
                </a:lnTo>
                <a:lnTo>
                  <a:pt x="4336" y="2508"/>
                </a:lnTo>
                <a:lnTo>
                  <a:pt x="4335" y="2508"/>
                </a:lnTo>
                <a:lnTo>
                  <a:pt x="4334" y="2508"/>
                </a:lnTo>
                <a:lnTo>
                  <a:pt x="4333" y="2507"/>
                </a:lnTo>
                <a:lnTo>
                  <a:pt x="4332" y="2507"/>
                </a:lnTo>
                <a:lnTo>
                  <a:pt x="4331" y="2507"/>
                </a:lnTo>
                <a:lnTo>
                  <a:pt x="4330" y="2507"/>
                </a:lnTo>
                <a:lnTo>
                  <a:pt x="4330" y="2508"/>
                </a:lnTo>
                <a:lnTo>
                  <a:pt x="4330" y="2509"/>
                </a:lnTo>
                <a:lnTo>
                  <a:pt x="4330" y="2510"/>
                </a:lnTo>
                <a:lnTo>
                  <a:pt x="4329" y="2510"/>
                </a:lnTo>
                <a:lnTo>
                  <a:pt x="4329" y="2511"/>
                </a:lnTo>
                <a:lnTo>
                  <a:pt x="4329" y="2512"/>
                </a:lnTo>
                <a:lnTo>
                  <a:pt x="4331" y="2511"/>
                </a:lnTo>
                <a:lnTo>
                  <a:pt x="4332" y="2511"/>
                </a:lnTo>
                <a:lnTo>
                  <a:pt x="4331" y="2511"/>
                </a:lnTo>
                <a:lnTo>
                  <a:pt x="4331" y="2510"/>
                </a:lnTo>
                <a:lnTo>
                  <a:pt x="4331" y="2508"/>
                </a:lnTo>
                <a:lnTo>
                  <a:pt x="4332" y="2508"/>
                </a:lnTo>
                <a:lnTo>
                  <a:pt x="4332" y="2507"/>
                </a:lnTo>
                <a:lnTo>
                  <a:pt x="4333" y="2507"/>
                </a:lnTo>
                <a:lnTo>
                  <a:pt x="4333" y="2508"/>
                </a:lnTo>
                <a:lnTo>
                  <a:pt x="4334" y="2508"/>
                </a:lnTo>
                <a:lnTo>
                  <a:pt x="4334" y="2509"/>
                </a:lnTo>
                <a:lnTo>
                  <a:pt x="4335" y="2509"/>
                </a:lnTo>
                <a:lnTo>
                  <a:pt x="4336" y="2509"/>
                </a:lnTo>
                <a:lnTo>
                  <a:pt x="4336" y="2508"/>
                </a:lnTo>
                <a:lnTo>
                  <a:pt x="4337" y="2509"/>
                </a:lnTo>
                <a:lnTo>
                  <a:pt x="4338" y="2509"/>
                </a:lnTo>
                <a:lnTo>
                  <a:pt x="4339" y="2508"/>
                </a:lnTo>
                <a:lnTo>
                  <a:pt x="4340" y="2507"/>
                </a:lnTo>
                <a:lnTo>
                  <a:pt x="4341" y="2507"/>
                </a:lnTo>
                <a:lnTo>
                  <a:pt x="4341" y="2508"/>
                </a:lnTo>
                <a:lnTo>
                  <a:pt x="4342" y="2508"/>
                </a:lnTo>
                <a:lnTo>
                  <a:pt x="4342" y="2509"/>
                </a:lnTo>
                <a:lnTo>
                  <a:pt x="4343" y="2509"/>
                </a:lnTo>
                <a:lnTo>
                  <a:pt x="4343" y="2510"/>
                </a:lnTo>
                <a:lnTo>
                  <a:pt x="4343" y="2511"/>
                </a:lnTo>
                <a:lnTo>
                  <a:pt x="4344" y="2511"/>
                </a:lnTo>
                <a:lnTo>
                  <a:pt x="4344" y="2510"/>
                </a:lnTo>
                <a:lnTo>
                  <a:pt x="4345" y="2511"/>
                </a:lnTo>
                <a:lnTo>
                  <a:pt x="4344" y="2511"/>
                </a:lnTo>
                <a:lnTo>
                  <a:pt x="4343" y="2511"/>
                </a:lnTo>
                <a:lnTo>
                  <a:pt x="4342" y="2511"/>
                </a:lnTo>
                <a:lnTo>
                  <a:pt x="4343" y="2512"/>
                </a:lnTo>
                <a:lnTo>
                  <a:pt x="4343" y="2514"/>
                </a:lnTo>
                <a:lnTo>
                  <a:pt x="4342" y="2514"/>
                </a:lnTo>
                <a:lnTo>
                  <a:pt x="4341" y="2515"/>
                </a:lnTo>
                <a:lnTo>
                  <a:pt x="4343" y="2516"/>
                </a:lnTo>
                <a:lnTo>
                  <a:pt x="4344" y="2516"/>
                </a:lnTo>
                <a:lnTo>
                  <a:pt x="4344" y="2515"/>
                </a:lnTo>
                <a:lnTo>
                  <a:pt x="4344" y="2516"/>
                </a:lnTo>
                <a:lnTo>
                  <a:pt x="4345" y="2517"/>
                </a:lnTo>
                <a:lnTo>
                  <a:pt x="4345" y="2518"/>
                </a:lnTo>
                <a:lnTo>
                  <a:pt x="4346" y="2518"/>
                </a:lnTo>
                <a:lnTo>
                  <a:pt x="4347" y="2518"/>
                </a:lnTo>
                <a:lnTo>
                  <a:pt x="4346" y="2519"/>
                </a:lnTo>
                <a:lnTo>
                  <a:pt x="4345" y="2520"/>
                </a:lnTo>
                <a:lnTo>
                  <a:pt x="4344" y="2521"/>
                </a:lnTo>
                <a:lnTo>
                  <a:pt x="4345" y="2521"/>
                </a:lnTo>
                <a:lnTo>
                  <a:pt x="4344" y="2521"/>
                </a:lnTo>
                <a:lnTo>
                  <a:pt x="4343" y="2521"/>
                </a:lnTo>
                <a:lnTo>
                  <a:pt x="4343" y="2522"/>
                </a:lnTo>
                <a:lnTo>
                  <a:pt x="4342" y="2522"/>
                </a:lnTo>
                <a:lnTo>
                  <a:pt x="4341" y="2522"/>
                </a:lnTo>
                <a:lnTo>
                  <a:pt x="4340" y="2522"/>
                </a:lnTo>
                <a:lnTo>
                  <a:pt x="4339" y="2522"/>
                </a:lnTo>
                <a:lnTo>
                  <a:pt x="4336" y="2521"/>
                </a:lnTo>
                <a:lnTo>
                  <a:pt x="4336" y="2520"/>
                </a:lnTo>
                <a:lnTo>
                  <a:pt x="4335" y="2520"/>
                </a:lnTo>
                <a:lnTo>
                  <a:pt x="4334" y="2520"/>
                </a:lnTo>
                <a:lnTo>
                  <a:pt x="4332" y="2519"/>
                </a:lnTo>
                <a:lnTo>
                  <a:pt x="4331" y="2518"/>
                </a:lnTo>
                <a:lnTo>
                  <a:pt x="4331" y="2517"/>
                </a:lnTo>
                <a:lnTo>
                  <a:pt x="4330" y="2517"/>
                </a:lnTo>
                <a:lnTo>
                  <a:pt x="4328" y="2518"/>
                </a:lnTo>
                <a:lnTo>
                  <a:pt x="4328" y="2519"/>
                </a:lnTo>
                <a:lnTo>
                  <a:pt x="4329" y="2519"/>
                </a:lnTo>
                <a:lnTo>
                  <a:pt x="4330" y="2519"/>
                </a:lnTo>
                <a:lnTo>
                  <a:pt x="4331" y="2520"/>
                </a:lnTo>
                <a:lnTo>
                  <a:pt x="4332" y="2520"/>
                </a:lnTo>
                <a:lnTo>
                  <a:pt x="4331" y="2520"/>
                </a:lnTo>
                <a:lnTo>
                  <a:pt x="4331" y="2522"/>
                </a:lnTo>
                <a:lnTo>
                  <a:pt x="4332" y="2522"/>
                </a:lnTo>
                <a:lnTo>
                  <a:pt x="4333" y="2522"/>
                </a:lnTo>
                <a:lnTo>
                  <a:pt x="4334" y="2522"/>
                </a:lnTo>
                <a:lnTo>
                  <a:pt x="4335" y="2522"/>
                </a:lnTo>
                <a:lnTo>
                  <a:pt x="4335" y="2523"/>
                </a:lnTo>
                <a:lnTo>
                  <a:pt x="4336" y="2523"/>
                </a:lnTo>
                <a:lnTo>
                  <a:pt x="4337" y="2523"/>
                </a:lnTo>
                <a:lnTo>
                  <a:pt x="4338" y="2523"/>
                </a:lnTo>
                <a:lnTo>
                  <a:pt x="4339" y="2524"/>
                </a:lnTo>
                <a:lnTo>
                  <a:pt x="4340" y="2524"/>
                </a:lnTo>
                <a:lnTo>
                  <a:pt x="4339" y="2525"/>
                </a:lnTo>
                <a:lnTo>
                  <a:pt x="4340" y="2526"/>
                </a:lnTo>
                <a:lnTo>
                  <a:pt x="4340" y="2527"/>
                </a:lnTo>
                <a:lnTo>
                  <a:pt x="4339" y="2527"/>
                </a:lnTo>
                <a:lnTo>
                  <a:pt x="4341" y="2527"/>
                </a:lnTo>
                <a:lnTo>
                  <a:pt x="4342" y="2527"/>
                </a:lnTo>
                <a:lnTo>
                  <a:pt x="4342" y="2528"/>
                </a:lnTo>
                <a:lnTo>
                  <a:pt x="4342" y="2529"/>
                </a:lnTo>
                <a:lnTo>
                  <a:pt x="4341" y="2529"/>
                </a:lnTo>
                <a:lnTo>
                  <a:pt x="4341" y="2530"/>
                </a:lnTo>
                <a:lnTo>
                  <a:pt x="4342" y="2530"/>
                </a:lnTo>
                <a:lnTo>
                  <a:pt x="4342" y="2529"/>
                </a:lnTo>
                <a:lnTo>
                  <a:pt x="4343" y="2529"/>
                </a:lnTo>
                <a:lnTo>
                  <a:pt x="4343" y="2530"/>
                </a:lnTo>
                <a:lnTo>
                  <a:pt x="4342" y="2530"/>
                </a:lnTo>
                <a:lnTo>
                  <a:pt x="4343" y="2530"/>
                </a:lnTo>
                <a:lnTo>
                  <a:pt x="4343" y="2531"/>
                </a:lnTo>
                <a:lnTo>
                  <a:pt x="4343" y="2532"/>
                </a:lnTo>
                <a:lnTo>
                  <a:pt x="4343" y="2533"/>
                </a:lnTo>
                <a:lnTo>
                  <a:pt x="4342" y="2533"/>
                </a:lnTo>
                <a:lnTo>
                  <a:pt x="4342" y="2534"/>
                </a:lnTo>
                <a:lnTo>
                  <a:pt x="4343" y="2534"/>
                </a:lnTo>
                <a:lnTo>
                  <a:pt x="4342" y="2534"/>
                </a:lnTo>
                <a:lnTo>
                  <a:pt x="4342" y="2535"/>
                </a:lnTo>
                <a:lnTo>
                  <a:pt x="4341" y="2540"/>
                </a:lnTo>
                <a:lnTo>
                  <a:pt x="4341" y="2541"/>
                </a:lnTo>
                <a:lnTo>
                  <a:pt x="4340" y="2542"/>
                </a:lnTo>
                <a:lnTo>
                  <a:pt x="4339" y="2542"/>
                </a:lnTo>
                <a:lnTo>
                  <a:pt x="4339" y="2541"/>
                </a:lnTo>
                <a:lnTo>
                  <a:pt x="4338" y="2541"/>
                </a:lnTo>
                <a:lnTo>
                  <a:pt x="4337" y="2541"/>
                </a:lnTo>
                <a:lnTo>
                  <a:pt x="4337" y="2542"/>
                </a:lnTo>
                <a:lnTo>
                  <a:pt x="4337" y="2543"/>
                </a:lnTo>
                <a:lnTo>
                  <a:pt x="4336" y="2543"/>
                </a:lnTo>
                <a:lnTo>
                  <a:pt x="4335" y="2543"/>
                </a:lnTo>
                <a:lnTo>
                  <a:pt x="4334" y="2544"/>
                </a:lnTo>
                <a:lnTo>
                  <a:pt x="4333" y="2544"/>
                </a:lnTo>
                <a:lnTo>
                  <a:pt x="4330" y="2544"/>
                </a:lnTo>
                <a:lnTo>
                  <a:pt x="4329" y="2544"/>
                </a:lnTo>
                <a:lnTo>
                  <a:pt x="4328" y="2544"/>
                </a:lnTo>
                <a:lnTo>
                  <a:pt x="4327" y="2544"/>
                </a:lnTo>
                <a:lnTo>
                  <a:pt x="4326" y="2544"/>
                </a:lnTo>
                <a:lnTo>
                  <a:pt x="4325" y="2545"/>
                </a:lnTo>
                <a:lnTo>
                  <a:pt x="4325" y="2546"/>
                </a:lnTo>
                <a:lnTo>
                  <a:pt x="4327" y="2546"/>
                </a:lnTo>
                <a:lnTo>
                  <a:pt x="4327" y="2547"/>
                </a:lnTo>
                <a:lnTo>
                  <a:pt x="4328" y="2547"/>
                </a:lnTo>
                <a:lnTo>
                  <a:pt x="4329" y="2547"/>
                </a:lnTo>
                <a:lnTo>
                  <a:pt x="4331" y="2548"/>
                </a:lnTo>
                <a:lnTo>
                  <a:pt x="4331" y="2549"/>
                </a:lnTo>
                <a:lnTo>
                  <a:pt x="4333" y="2552"/>
                </a:lnTo>
                <a:lnTo>
                  <a:pt x="4333" y="2553"/>
                </a:lnTo>
                <a:lnTo>
                  <a:pt x="4334" y="2554"/>
                </a:lnTo>
                <a:lnTo>
                  <a:pt x="4335" y="2556"/>
                </a:lnTo>
                <a:lnTo>
                  <a:pt x="4335" y="2557"/>
                </a:lnTo>
                <a:lnTo>
                  <a:pt x="4335" y="2558"/>
                </a:lnTo>
                <a:lnTo>
                  <a:pt x="4335" y="2560"/>
                </a:lnTo>
                <a:lnTo>
                  <a:pt x="4336" y="2560"/>
                </a:lnTo>
                <a:lnTo>
                  <a:pt x="4336" y="2559"/>
                </a:lnTo>
                <a:lnTo>
                  <a:pt x="4337" y="2560"/>
                </a:lnTo>
                <a:lnTo>
                  <a:pt x="4337" y="2561"/>
                </a:lnTo>
                <a:lnTo>
                  <a:pt x="4338" y="2561"/>
                </a:lnTo>
                <a:lnTo>
                  <a:pt x="4338" y="2562"/>
                </a:lnTo>
                <a:lnTo>
                  <a:pt x="4337" y="2562"/>
                </a:lnTo>
                <a:lnTo>
                  <a:pt x="4337" y="2563"/>
                </a:lnTo>
                <a:lnTo>
                  <a:pt x="4337" y="2564"/>
                </a:lnTo>
                <a:lnTo>
                  <a:pt x="4336" y="2564"/>
                </a:lnTo>
                <a:lnTo>
                  <a:pt x="4335" y="2564"/>
                </a:lnTo>
                <a:lnTo>
                  <a:pt x="4335" y="2565"/>
                </a:lnTo>
                <a:lnTo>
                  <a:pt x="4334" y="2564"/>
                </a:lnTo>
                <a:lnTo>
                  <a:pt x="4333" y="2564"/>
                </a:lnTo>
                <a:lnTo>
                  <a:pt x="4334" y="2565"/>
                </a:lnTo>
                <a:lnTo>
                  <a:pt x="4335" y="2565"/>
                </a:lnTo>
                <a:lnTo>
                  <a:pt x="4336" y="2566"/>
                </a:lnTo>
                <a:lnTo>
                  <a:pt x="4336" y="2567"/>
                </a:lnTo>
                <a:lnTo>
                  <a:pt x="4335" y="2567"/>
                </a:lnTo>
                <a:lnTo>
                  <a:pt x="4335" y="2568"/>
                </a:lnTo>
                <a:lnTo>
                  <a:pt x="4335" y="2571"/>
                </a:lnTo>
                <a:lnTo>
                  <a:pt x="4336" y="2572"/>
                </a:lnTo>
                <a:lnTo>
                  <a:pt x="4339" y="2573"/>
                </a:lnTo>
                <a:lnTo>
                  <a:pt x="4339" y="2572"/>
                </a:lnTo>
                <a:lnTo>
                  <a:pt x="4340" y="2572"/>
                </a:lnTo>
                <a:lnTo>
                  <a:pt x="4340" y="2573"/>
                </a:lnTo>
                <a:lnTo>
                  <a:pt x="4341" y="2574"/>
                </a:lnTo>
                <a:lnTo>
                  <a:pt x="4340" y="2574"/>
                </a:lnTo>
                <a:lnTo>
                  <a:pt x="4339" y="2576"/>
                </a:lnTo>
                <a:lnTo>
                  <a:pt x="4340" y="2576"/>
                </a:lnTo>
                <a:lnTo>
                  <a:pt x="4339" y="2577"/>
                </a:lnTo>
                <a:lnTo>
                  <a:pt x="4338" y="2578"/>
                </a:lnTo>
                <a:lnTo>
                  <a:pt x="4337" y="2578"/>
                </a:lnTo>
                <a:lnTo>
                  <a:pt x="4338" y="2578"/>
                </a:lnTo>
                <a:lnTo>
                  <a:pt x="4337" y="2578"/>
                </a:lnTo>
                <a:lnTo>
                  <a:pt x="4337" y="2579"/>
                </a:lnTo>
                <a:lnTo>
                  <a:pt x="4338" y="2580"/>
                </a:lnTo>
                <a:lnTo>
                  <a:pt x="4339" y="2579"/>
                </a:lnTo>
                <a:lnTo>
                  <a:pt x="4340" y="2579"/>
                </a:lnTo>
                <a:lnTo>
                  <a:pt x="4341" y="2579"/>
                </a:lnTo>
                <a:lnTo>
                  <a:pt x="4340" y="2579"/>
                </a:lnTo>
                <a:lnTo>
                  <a:pt x="4340" y="2580"/>
                </a:lnTo>
                <a:lnTo>
                  <a:pt x="4340" y="2579"/>
                </a:lnTo>
                <a:lnTo>
                  <a:pt x="4341" y="2579"/>
                </a:lnTo>
                <a:lnTo>
                  <a:pt x="4341" y="2580"/>
                </a:lnTo>
                <a:lnTo>
                  <a:pt x="4340" y="2581"/>
                </a:lnTo>
                <a:lnTo>
                  <a:pt x="4340" y="2582"/>
                </a:lnTo>
                <a:lnTo>
                  <a:pt x="4339" y="2582"/>
                </a:lnTo>
                <a:lnTo>
                  <a:pt x="4339" y="2583"/>
                </a:lnTo>
                <a:lnTo>
                  <a:pt x="4339" y="2584"/>
                </a:lnTo>
                <a:lnTo>
                  <a:pt x="4338" y="2585"/>
                </a:lnTo>
                <a:lnTo>
                  <a:pt x="4339" y="2585"/>
                </a:lnTo>
                <a:lnTo>
                  <a:pt x="4339" y="2586"/>
                </a:lnTo>
                <a:lnTo>
                  <a:pt x="4338" y="2586"/>
                </a:lnTo>
                <a:lnTo>
                  <a:pt x="4338" y="2585"/>
                </a:lnTo>
                <a:lnTo>
                  <a:pt x="4338" y="2586"/>
                </a:lnTo>
                <a:lnTo>
                  <a:pt x="4337" y="2586"/>
                </a:lnTo>
                <a:lnTo>
                  <a:pt x="4337" y="2587"/>
                </a:lnTo>
                <a:lnTo>
                  <a:pt x="4337" y="2588"/>
                </a:lnTo>
                <a:lnTo>
                  <a:pt x="4338" y="2587"/>
                </a:lnTo>
                <a:lnTo>
                  <a:pt x="4338" y="2588"/>
                </a:lnTo>
                <a:lnTo>
                  <a:pt x="4337" y="2588"/>
                </a:lnTo>
                <a:lnTo>
                  <a:pt x="4337" y="2589"/>
                </a:lnTo>
                <a:lnTo>
                  <a:pt x="4336" y="2589"/>
                </a:lnTo>
                <a:lnTo>
                  <a:pt x="4335" y="2589"/>
                </a:lnTo>
                <a:lnTo>
                  <a:pt x="4334" y="2589"/>
                </a:lnTo>
                <a:lnTo>
                  <a:pt x="4334" y="2588"/>
                </a:lnTo>
                <a:lnTo>
                  <a:pt x="4335" y="2588"/>
                </a:lnTo>
                <a:lnTo>
                  <a:pt x="4335" y="2587"/>
                </a:lnTo>
                <a:lnTo>
                  <a:pt x="4334" y="2587"/>
                </a:lnTo>
                <a:lnTo>
                  <a:pt x="4333" y="2587"/>
                </a:lnTo>
                <a:lnTo>
                  <a:pt x="4333" y="2586"/>
                </a:lnTo>
                <a:lnTo>
                  <a:pt x="4334" y="2585"/>
                </a:lnTo>
                <a:lnTo>
                  <a:pt x="4333" y="2584"/>
                </a:lnTo>
                <a:lnTo>
                  <a:pt x="4332" y="2583"/>
                </a:lnTo>
                <a:lnTo>
                  <a:pt x="4331" y="2583"/>
                </a:lnTo>
                <a:lnTo>
                  <a:pt x="4331" y="2582"/>
                </a:lnTo>
                <a:lnTo>
                  <a:pt x="4329" y="2581"/>
                </a:lnTo>
                <a:lnTo>
                  <a:pt x="4328" y="2581"/>
                </a:lnTo>
                <a:lnTo>
                  <a:pt x="4327" y="2581"/>
                </a:lnTo>
                <a:lnTo>
                  <a:pt x="4326" y="2581"/>
                </a:lnTo>
                <a:lnTo>
                  <a:pt x="4325" y="2581"/>
                </a:lnTo>
                <a:lnTo>
                  <a:pt x="4324" y="2581"/>
                </a:lnTo>
                <a:lnTo>
                  <a:pt x="4323" y="2581"/>
                </a:lnTo>
                <a:lnTo>
                  <a:pt x="4323" y="2582"/>
                </a:lnTo>
                <a:lnTo>
                  <a:pt x="4323" y="2584"/>
                </a:lnTo>
                <a:lnTo>
                  <a:pt x="4323" y="2583"/>
                </a:lnTo>
                <a:lnTo>
                  <a:pt x="4322" y="2583"/>
                </a:lnTo>
                <a:lnTo>
                  <a:pt x="4322" y="2584"/>
                </a:lnTo>
                <a:lnTo>
                  <a:pt x="4322" y="2585"/>
                </a:lnTo>
                <a:lnTo>
                  <a:pt x="4321" y="2585"/>
                </a:lnTo>
                <a:lnTo>
                  <a:pt x="4321" y="2586"/>
                </a:lnTo>
                <a:lnTo>
                  <a:pt x="4321" y="2587"/>
                </a:lnTo>
                <a:lnTo>
                  <a:pt x="4321" y="2588"/>
                </a:lnTo>
                <a:lnTo>
                  <a:pt x="4320" y="2588"/>
                </a:lnTo>
                <a:lnTo>
                  <a:pt x="4319" y="2588"/>
                </a:lnTo>
                <a:lnTo>
                  <a:pt x="4319" y="2589"/>
                </a:lnTo>
                <a:lnTo>
                  <a:pt x="4320" y="2589"/>
                </a:lnTo>
                <a:lnTo>
                  <a:pt x="4319" y="2590"/>
                </a:lnTo>
                <a:lnTo>
                  <a:pt x="4319" y="2591"/>
                </a:lnTo>
                <a:lnTo>
                  <a:pt x="4318" y="2591"/>
                </a:lnTo>
                <a:lnTo>
                  <a:pt x="4318" y="2592"/>
                </a:lnTo>
                <a:lnTo>
                  <a:pt x="4318" y="2593"/>
                </a:lnTo>
                <a:lnTo>
                  <a:pt x="4317" y="2594"/>
                </a:lnTo>
                <a:lnTo>
                  <a:pt x="4316" y="2593"/>
                </a:lnTo>
                <a:lnTo>
                  <a:pt x="4316" y="2592"/>
                </a:lnTo>
                <a:lnTo>
                  <a:pt x="4315" y="2592"/>
                </a:lnTo>
                <a:lnTo>
                  <a:pt x="4314" y="2592"/>
                </a:lnTo>
                <a:lnTo>
                  <a:pt x="4314" y="2593"/>
                </a:lnTo>
                <a:lnTo>
                  <a:pt x="4315" y="2593"/>
                </a:lnTo>
                <a:lnTo>
                  <a:pt x="4316" y="2594"/>
                </a:lnTo>
                <a:lnTo>
                  <a:pt x="4315" y="2595"/>
                </a:lnTo>
                <a:lnTo>
                  <a:pt x="4316" y="2596"/>
                </a:lnTo>
                <a:lnTo>
                  <a:pt x="4316" y="2595"/>
                </a:lnTo>
                <a:lnTo>
                  <a:pt x="4317" y="2595"/>
                </a:lnTo>
                <a:lnTo>
                  <a:pt x="4317" y="2596"/>
                </a:lnTo>
                <a:lnTo>
                  <a:pt x="4316" y="2597"/>
                </a:lnTo>
                <a:lnTo>
                  <a:pt x="4316" y="2598"/>
                </a:lnTo>
                <a:lnTo>
                  <a:pt x="4315" y="2598"/>
                </a:lnTo>
                <a:lnTo>
                  <a:pt x="4314" y="2600"/>
                </a:lnTo>
                <a:lnTo>
                  <a:pt x="4313" y="2600"/>
                </a:lnTo>
                <a:lnTo>
                  <a:pt x="4312" y="2600"/>
                </a:lnTo>
                <a:lnTo>
                  <a:pt x="4312" y="2599"/>
                </a:lnTo>
                <a:lnTo>
                  <a:pt x="4311" y="2599"/>
                </a:lnTo>
                <a:lnTo>
                  <a:pt x="4310" y="2599"/>
                </a:lnTo>
                <a:lnTo>
                  <a:pt x="4309" y="2598"/>
                </a:lnTo>
                <a:lnTo>
                  <a:pt x="4308" y="2598"/>
                </a:lnTo>
                <a:lnTo>
                  <a:pt x="4307" y="2598"/>
                </a:lnTo>
                <a:lnTo>
                  <a:pt x="4307" y="2599"/>
                </a:lnTo>
                <a:lnTo>
                  <a:pt x="4307" y="2600"/>
                </a:lnTo>
                <a:lnTo>
                  <a:pt x="4306" y="2600"/>
                </a:lnTo>
                <a:lnTo>
                  <a:pt x="4306" y="2601"/>
                </a:lnTo>
                <a:lnTo>
                  <a:pt x="4306" y="2602"/>
                </a:lnTo>
                <a:lnTo>
                  <a:pt x="4305" y="2602"/>
                </a:lnTo>
                <a:lnTo>
                  <a:pt x="4306" y="2603"/>
                </a:lnTo>
                <a:lnTo>
                  <a:pt x="4306" y="2604"/>
                </a:lnTo>
                <a:lnTo>
                  <a:pt x="4307" y="2604"/>
                </a:lnTo>
                <a:lnTo>
                  <a:pt x="4308" y="2604"/>
                </a:lnTo>
                <a:lnTo>
                  <a:pt x="4308" y="2605"/>
                </a:lnTo>
                <a:lnTo>
                  <a:pt x="4307" y="2605"/>
                </a:lnTo>
                <a:lnTo>
                  <a:pt x="4307" y="2606"/>
                </a:lnTo>
                <a:lnTo>
                  <a:pt x="4306" y="2606"/>
                </a:lnTo>
                <a:lnTo>
                  <a:pt x="4307" y="2606"/>
                </a:lnTo>
                <a:lnTo>
                  <a:pt x="4307" y="2607"/>
                </a:lnTo>
                <a:lnTo>
                  <a:pt x="4308" y="2607"/>
                </a:lnTo>
                <a:lnTo>
                  <a:pt x="4308" y="2608"/>
                </a:lnTo>
                <a:lnTo>
                  <a:pt x="4307" y="2608"/>
                </a:lnTo>
                <a:lnTo>
                  <a:pt x="4307" y="2607"/>
                </a:lnTo>
                <a:lnTo>
                  <a:pt x="4307" y="2608"/>
                </a:lnTo>
                <a:lnTo>
                  <a:pt x="4307" y="2607"/>
                </a:lnTo>
                <a:lnTo>
                  <a:pt x="4306" y="2607"/>
                </a:lnTo>
                <a:lnTo>
                  <a:pt x="4306" y="2608"/>
                </a:lnTo>
                <a:lnTo>
                  <a:pt x="4306" y="2607"/>
                </a:lnTo>
                <a:lnTo>
                  <a:pt x="4305" y="2607"/>
                </a:lnTo>
                <a:lnTo>
                  <a:pt x="4306" y="2607"/>
                </a:lnTo>
                <a:lnTo>
                  <a:pt x="4305" y="2606"/>
                </a:lnTo>
                <a:lnTo>
                  <a:pt x="4304" y="2607"/>
                </a:lnTo>
                <a:lnTo>
                  <a:pt x="4304" y="2606"/>
                </a:lnTo>
                <a:lnTo>
                  <a:pt x="4303" y="2606"/>
                </a:lnTo>
                <a:lnTo>
                  <a:pt x="4303" y="2607"/>
                </a:lnTo>
                <a:lnTo>
                  <a:pt x="4302" y="2607"/>
                </a:lnTo>
                <a:lnTo>
                  <a:pt x="4303" y="2607"/>
                </a:lnTo>
                <a:lnTo>
                  <a:pt x="4303" y="2608"/>
                </a:lnTo>
                <a:lnTo>
                  <a:pt x="4304" y="2608"/>
                </a:lnTo>
                <a:lnTo>
                  <a:pt x="4303" y="2608"/>
                </a:lnTo>
                <a:lnTo>
                  <a:pt x="4304" y="2608"/>
                </a:lnTo>
                <a:lnTo>
                  <a:pt x="4304" y="2609"/>
                </a:lnTo>
                <a:lnTo>
                  <a:pt x="4303" y="2609"/>
                </a:lnTo>
                <a:lnTo>
                  <a:pt x="4304" y="2609"/>
                </a:lnTo>
                <a:lnTo>
                  <a:pt x="4303" y="2609"/>
                </a:lnTo>
                <a:lnTo>
                  <a:pt x="4303" y="2608"/>
                </a:lnTo>
                <a:lnTo>
                  <a:pt x="4302" y="2608"/>
                </a:lnTo>
                <a:lnTo>
                  <a:pt x="4301" y="2608"/>
                </a:lnTo>
                <a:lnTo>
                  <a:pt x="4300" y="2608"/>
                </a:lnTo>
                <a:lnTo>
                  <a:pt x="4300" y="2609"/>
                </a:lnTo>
                <a:lnTo>
                  <a:pt x="4301" y="2609"/>
                </a:lnTo>
                <a:lnTo>
                  <a:pt x="4302" y="2609"/>
                </a:lnTo>
                <a:lnTo>
                  <a:pt x="4300" y="2610"/>
                </a:lnTo>
                <a:lnTo>
                  <a:pt x="4299" y="2610"/>
                </a:lnTo>
                <a:lnTo>
                  <a:pt x="4299" y="2609"/>
                </a:lnTo>
                <a:lnTo>
                  <a:pt x="4299" y="2610"/>
                </a:lnTo>
                <a:lnTo>
                  <a:pt x="4298" y="2610"/>
                </a:lnTo>
                <a:lnTo>
                  <a:pt x="4297" y="2610"/>
                </a:lnTo>
                <a:lnTo>
                  <a:pt x="4295" y="2611"/>
                </a:lnTo>
                <a:lnTo>
                  <a:pt x="4295" y="2610"/>
                </a:lnTo>
                <a:lnTo>
                  <a:pt x="4295" y="2609"/>
                </a:lnTo>
                <a:lnTo>
                  <a:pt x="4294" y="2609"/>
                </a:lnTo>
                <a:lnTo>
                  <a:pt x="4295" y="2609"/>
                </a:lnTo>
                <a:lnTo>
                  <a:pt x="4295" y="2608"/>
                </a:lnTo>
                <a:lnTo>
                  <a:pt x="4296" y="2607"/>
                </a:lnTo>
                <a:lnTo>
                  <a:pt x="4295" y="2607"/>
                </a:lnTo>
                <a:lnTo>
                  <a:pt x="4295" y="2606"/>
                </a:lnTo>
                <a:lnTo>
                  <a:pt x="4294" y="2606"/>
                </a:lnTo>
                <a:lnTo>
                  <a:pt x="4294" y="2605"/>
                </a:lnTo>
                <a:lnTo>
                  <a:pt x="4294" y="2603"/>
                </a:lnTo>
                <a:lnTo>
                  <a:pt x="4293" y="2602"/>
                </a:lnTo>
                <a:lnTo>
                  <a:pt x="4293" y="2601"/>
                </a:lnTo>
                <a:lnTo>
                  <a:pt x="4295" y="2600"/>
                </a:lnTo>
                <a:lnTo>
                  <a:pt x="4295" y="2601"/>
                </a:lnTo>
                <a:lnTo>
                  <a:pt x="4296" y="2601"/>
                </a:lnTo>
                <a:lnTo>
                  <a:pt x="4296" y="2600"/>
                </a:lnTo>
                <a:lnTo>
                  <a:pt x="4297" y="2600"/>
                </a:lnTo>
                <a:lnTo>
                  <a:pt x="4297" y="2599"/>
                </a:lnTo>
                <a:lnTo>
                  <a:pt x="4299" y="2598"/>
                </a:lnTo>
                <a:lnTo>
                  <a:pt x="4299" y="2597"/>
                </a:lnTo>
                <a:lnTo>
                  <a:pt x="4300" y="2597"/>
                </a:lnTo>
                <a:lnTo>
                  <a:pt x="4300" y="2596"/>
                </a:lnTo>
                <a:lnTo>
                  <a:pt x="4300" y="2595"/>
                </a:lnTo>
                <a:lnTo>
                  <a:pt x="4300" y="2594"/>
                </a:lnTo>
                <a:lnTo>
                  <a:pt x="4299" y="2593"/>
                </a:lnTo>
                <a:lnTo>
                  <a:pt x="4300" y="2588"/>
                </a:lnTo>
                <a:lnTo>
                  <a:pt x="4301" y="2588"/>
                </a:lnTo>
                <a:lnTo>
                  <a:pt x="4302" y="2588"/>
                </a:lnTo>
                <a:lnTo>
                  <a:pt x="4303" y="2587"/>
                </a:lnTo>
                <a:lnTo>
                  <a:pt x="4303" y="2586"/>
                </a:lnTo>
                <a:lnTo>
                  <a:pt x="4303" y="2585"/>
                </a:lnTo>
                <a:lnTo>
                  <a:pt x="4302" y="2585"/>
                </a:lnTo>
                <a:lnTo>
                  <a:pt x="4302" y="2584"/>
                </a:lnTo>
                <a:lnTo>
                  <a:pt x="4302" y="2583"/>
                </a:lnTo>
                <a:lnTo>
                  <a:pt x="4301" y="2582"/>
                </a:lnTo>
                <a:lnTo>
                  <a:pt x="4301" y="2581"/>
                </a:lnTo>
                <a:lnTo>
                  <a:pt x="4301" y="2580"/>
                </a:lnTo>
                <a:lnTo>
                  <a:pt x="4302" y="2580"/>
                </a:lnTo>
                <a:lnTo>
                  <a:pt x="4303" y="2580"/>
                </a:lnTo>
                <a:lnTo>
                  <a:pt x="4303" y="2579"/>
                </a:lnTo>
                <a:lnTo>
                  <a:pt x="4302" y="2579"/>
                </a:lnTo>
                <a:lnTo>
                  <a:pt x="4301" y="2579"/>
                </a:lnTo>
                <a:lnTo>
                  <a:pt x="4301" y="2578"/>
                </a:lnTo>
                <a:lnTo>
                  <a:pt x="4300" y="2578"/>
                </a:lnTo>
                <a:lnTo>
                  <a:pt x="4300" y="2577"/>
                </a:lnTo>
                <a:lnTo>
                  <a:pt x="4299" y="2576"/>
                </a:lnTo>
                <a:lnTo>
                  <a:pt x="4300" y="2575"/>
                </a:lnTo>
                <a:lnTo>
                  <a:pt x="4299" y="2575"/>
                </a:lnTo>
                <a:lnTo>
                  <a:pt x="4298" y="2575"/>
                </a:lnTo>
                <a:lnTo>
                  <a:pt x="4298" y="2576"/>
                </a:lnTo>
                <a:lnTo>
                  <a:pt x="4297" y="2576"/>
                </a:lnTo>
                <a:lnTo>
                  <a:pt x="4297" y="2575"/>
                </a:lnTo>
                <a:lnTo>
                  <a:pt x="4297" y="2577"/>
                </a:lnTo>
                <a:lnTo>
                  <a:pt x="4298" y="2577"/>
                </a:lnTo>
                <a:lnTo>
                  <a:pt x="4298" y="2578"/>
                </a:lnTo>
                <a:lnTo>
                  <a:pt x="4297" y="2579"/>
                </a:lnTo>
                <a:lnTo>
                  <a:pt x="4296" y="2579"/>
                </a:lnTo>
                <a:lnTo>
                  <a:pt x="4295" y="2579"/>
                </a:lnTo>
                <a:lnTo>
                  <a:pt x="4295" y="2580"/>
                </a:lnTo>
                <a:lnTo>
                  <a:pt x="4295" y="2581"/>
                </a:lnTo>
                <a:lnTo>
                  <a:pt x="4295" y="2582"/>
                </a:lnTo>
                <a:lnTo>
                  <a:pt x="4294" y="2583"/>
                </a:lnTo>
                <a:lnTo>
                  <a:pt x="4293" y="2583"/>
                </a:lnTo>
                <a:lnTo>
                  <a:pt x="4293" y="2584"/>
                </a:lnTo>
                <a:lnTo>
                  <a:pt x="4294" y="2584"/>
                </a:lnTo>
                <a:lnTo>
                  <a:pt x="4293" y="2585"/>
                </a:lnTo>
                <a:lnTo>
                  <a:pt x="4292" y="2585"/>
                </a:lnTo>
                <a:lnTo>
                  <a:pt x="4292" y="2586"/>
                </a:lnTo>
                <a:lnTo>
                  <a:pt x="4291" y="2586"/>
                </a:lnTo>
                <a:lnTo>
                  <a:pt x="4291" y="2585"/>
                </a:lnTo>
                <a:lnTo>
                  <a:pt x="4291" y="2586"/>
                </a:lnTo>
                <a:lnTo>
                  <a:pt x="4290" y="2586"/>
                </a:lnTo>
                <a:lnTo>
                  <a:pt x="4289" y="2586"/>
                </a:lnTo>
                <a:lnTo>
                  <a:pt x="4289" y="2585"/>
                </a:lnTo>
                <a:lnTo>
                  <a:pt x="4288" y="2585"/>
                </a:lnTo>
                <a:lnTo>
                  <a:pt x="4287" y="2586"/>
                </a:lnTo>
                <a:lnTo>
                  <a:pt x="4288" y="2586"/>
                </a:lnTo>
                <a:lnTo>
                  <a:pt x="4289" y="2586"/>
                </a:lnTo>
                <a:lnTo>
                  <a:pt x="4290" y="2586"/>
                </a:lnTo>
                <a:lnTo>
                  <a:pt x="4291" y="2586"/>
                </a:lnTo>
                <a:lnTo>
                  <a:pt x="4292" y="2586"/>
                </a:lnTo>
                <a:lnTo>
                  <a:pt x="4292" y="2587"/>
                </a:lnTo>
                <a:lnTo>
                  <a:pt x="4292" y="2588"/>
                </a:lnTo>
                <a:lnTo>
                  <a:pt x="4293" y="2589"/>
                </a:lnTo>
                <a:lnTo>
                  <a:pt x="4293" y="2590"/>
                </a:lnTo>
                <a:lnTo>
                  <a:pt x="4292" y="2593"/>
                </a:lnTo>
                <a:lnTo>
                  <a:pt x="4291" y="2594"/>
                </a:lnTo>
                <a:lnTo>
                  <a:pt x="4291" y="2595"/>
                </a:lnTo>
                <a:lnTo>
                  <a:pt x="4290" y="2595"/>
                </a:lnTo>
                <a:lnTo>
                  <a:pt x="4290" y="2596"/>
                </a:lnTo>
                <a:lnTo>
                  <a:pt x="4291" y="2596"/>
                </a:lnTo>
                <a:lnTo>
                  <a:pt x="4290" y="2597"/>
                </a:lnTo>
                <a:lnTo>
                  <a:pt x="4290" y="2598"/>
                </a:lnTo>
                <a:lnTo>
                  <a:pt x="4290" y="2600"/>
                </a:lnTo>
                <a:lnTo>
                  <a:pt x="4289" y="2600"/>
                </a:lnTo>
                <a:lnTo>
                  <a:pt x="4288" y="2599"/>
                </a:lnTo>
                <a:lnTo>
                  <a:pt x="4287" y="2598"/>
                </a:lnTo>
                <a:lnTo>
                  <a:pt x="4288" y="2599"/>
                </a:lnTo>
                <a:lnTo>
                  <a:pt x="4287" y="2600"/>
                </a:lnTo>
                <a:lnTo>
                  <a:pt x="4284" y="2603"/>
                </a:lnTo>
                <a:lnTo>
                  <a:pt x="4283" y="2603"/>
                </a:lnTo>
                <a:lnTo>
                  <a:pt x="4283" y="2604"/>
                </a:lnTo>
                <a:lnTo>
                  <a:pt x="4282" y="2606"/>
                </a:lnTo>
                <a:lnTo>
                  <a:pt x="4282" y="2605"/>
                </a:lnTo>
                <a:lnTo>
                  <a:pt x="4282" y="2606"/>
                </a:lnTo>
                <a:lnTo>
                  <a:pt x="4283" y="2606"/>
                </a:lnTo>
                <a:lnTo>
                  <a:pt x="4282" y="2608"/>
                </a:lnTo>
                <a:lnTo>
                  <a:pt x="4283" y="2611"/>
                </a:lnTo>
                <a:lnTo>
                  <a:pt x="4282" y="2611"/>
                </a:lnTo>
                <a:lnTo>
                  <a:pt x="4282" y="2612"/>
                </a:lnTo>
                <a:lnTo>
                  <a:pt x="4281" y="2612"/>
                </a:lnTo>
                <a:lnTo>
                  <a:pt x="4282" y="2613"/>
                </a:lnTo>
                <a:lnTo>
                  <a:pt x="4281" y="2613"/>
                </a:lnTo>
                <a:lnTo>
                  <a:pt x="4281" y="2614"/>
                </a:lnTo>
                <a:lnTo>
                  <a:pt x="4280" y="2615"/>
                </a:lnTo>
                <a:lnTo>
                  <a:pt x="4279" y="2616"/>
                </a:lnTo>
                <a:lnTo>
                  <a:pt x="4278" y="2616"/>
                </a:lnTo>
                <a:lnTo>
                  <a:pt x="4278" y="2617"/>
                </a:lnTo>
                <a:lnTo>
                  <a:pt x="4277" y="2617"/>
                </a:lnTo>
                <a:lnTo>
                  <a:pt x="4277" y="2618"/>
                </a:lnTo>
                <a:lnTo>
                  <a:pt x="4277" y="2619"/>
                </a:lnTo>
                <a:lnTo>
                  <a:pt x="4277" y="2620"/>
                </a:lnTo>
                <a:lnTo>
                  <a:pt x="4279" y="2621"/>
                </a:lnTo>
                <a:lnTo>
                  <a:pt x="4278" y="2621"/>
                </a:lnTo>
                <a:lnTo>
                  <a:pt x="4278" y="2622"/>
                </a:lnTo>
                <a:lnTo>
                  <a:pt x="4278" y="2623"/>
                </a:lnTo>
                <a:lnTo>
                  <a:pt x="4277" y="2623"/>
                </a:lnTo>
                <a:lnTo>
                  <a:pt x="4277" y="2624"/>
                </a:lnTo>
                <a:lnTo>
                  <a:pt x="4276" y="2624"/>
                </a:lnTo>
                <a:lnTo>
                  <a:pt x="4276" y="2625"/>
                </a:lnTo>
                <a:lnTo>
                  <a:pt x="4276" y="2624"/>
                </a:lnTo>
                <a:lnTo>
                  <a:pt x="4275" y="2624"/>
                </a:lnTo>
                <a:lnTo>
                  <a:pt x="4275" y="2623"/>
                </a:lnTo>
                <a:lnTo>
                  <a:pt x="4274" y="2623"/>
                </a:lnTo>
                <a:lnTo>
                  <a:pt x="4272" y="2623"/>
                </a:lnTo>
                <a:lnTo>
                  <a:pt x="4271" y="2623"/>
                </a:lnTo>
                <a:lnTo>
                  <a:pt x="4271" y="2624"/>
                </a:lnTo>
                <a:lnTo>
                  <a:pt x="4270" y="2626"/>
                </a:lnTo>
                <a:lnTo>
                  <a:pt x="4270" y="2628"/>
                </a:lnTo>
                <a:lnTo>
                  <a:pt x="4268" y="2628"/>
                </a:lnTo>
                <a:lnTo>
                  <a:pt x="4267" y="2630"/>
                </a:lnTo>
                <a:lnTo>
                  <a:pt x="4266" y="2630"/>
                </a:lnTo>
                <a:lnTo>
                  <a:pt x="4266" y="2631"/>
                </a:lnTo>
                <a:lnTo>
                  <a:pt x="4263" y="2633"/>
                </a:lnTo>
                <a:lnTo>
                  <a:pt x="4263" y="2634"/>
                </a:lnTo>
                <a:lnTo>
                  <a:pt x="4262" y="2635"/>
                </a:lnTo>
                <a:lnTo>
                  <a:pt x="4262" y="2636"/>
                </a:lnTo>
                <a:lnTo>
                  <a:pt x="4261" y="2636"/>
                </a:lnTo>
                <a:lnTo>
                  <a:pt x="4261" y="2635"/>
                </a:lnTo>
                <a:lnTo>
                  <a:pt x="4260" y="2635"/>
                </a:lnTo>
                <a:lnTo>
                  <a:pt x="4260" y="2636"/>
                </a:lnTo>
                <a:lnTo>
                  <a:pt x="4260" y="2635"/>
                </a:lnTo>
                <a:lnTo>
                  <a:pt x="4259" y="2636"/>
                </a:lnTo>
                <a:lnTo>
                  <a:pt x="4259" y="2637"/>
                </a:lnTo>
                <a:lnTo>
                  <a:pt x="4258" y="2638"/>
                </a:lnTo>
                <a:lnTo>
                  <a:pt x="4258" y="2639"/>
                </a:lnTo>
                <a:lnTo>
                  <a:pt x="4258" y="2640"/>
                </a:lnTo>
                <a:lnTo>
                  <a:pt x="4257" y="2640"/>
                </a:lnTo>
                <a:lnTo>
                  <a:pt x="4257" y="2641"/>
                </a:lnTo>
                <a:lnTo>
                  <a:pt x="4258" y="2642"/>
                </a:lnTo>
                <a:lnTo>
                  <a:pt x="4258" y="2643"/>
                </a:lnTo>
                <a:lnTo>
                  <a:pt x="4257" y="2644"/>
                </a:lnTo>
                <a:lnTo>
                  <a:pt x="4255" y="2645"/>
                </a:lnTo>
                <a:lnTo>
                  <a:pt x="4254" y="2644"/>
                </a:lnTo>
                <a:lnTo>
                  <a:pt x="4253" y="2644"/>
                </a:lnTo>
                <a:lnTo>
                  <a:pt x="4252" y="2645"/>
                </a:lnTo>
                <a:lnTo>
                  <a:pt x="4251" y="2645"/>
                </a:lnTo>
                <a:lnTo>
                  <a:pt x="4252" y="2645"/>
                </a:lnTo>
                <a:lnTo>
                  <a:pt x="4253" y="2647"/>
                </a:lnTo>
                <a:lnTo>
                  <a:pt x="4252" y="2648"/>
                </a:lnTo>
                <a:lnTo>
                  <a:pt x="4251" y="2651"/>
                </a:lnTo>
                <a:lnTo>
                  <a:pt x="4251" y="2652"/>
                </a:lnTo>
                <a:lnTo>
                  <a:pt x="4250" y="2652"/>
                </a:lnTo>
                <a:lnTo>
                  <a:pt x="4250" y="2653"/>
                </a:lnTo>
                <a:lnTo>
                  <a:pt x="4250" y="2654"/>
                </a:lnTo>
                <a:lnTo>
                  <a:pt x="4249" y="2654"/>
                </a:lnTo>
                <a:lnTo>
                  <a:pt x="4249" y="2655"/>
                </a:lnTo>
                <a:lnTo>
                  <a:pt x="4249" y="2654"/>
                </a:lnTo>
                <a:lnTo>
                  <a:pt x="4248" y="2654"/>
                </a:lnTo>
                <a:lnTo>
                  <a:pt x="4248" y="2655"/>
                </a:lnTo>
                <a:lnTo>
                  <a:pt x="4248" y="2656"/>
                </a:lnTo>
                <a:lnTo>
                  <a:pt x="4249" y="2656"/>
                </a:lnTo>
                <a:lnTo>
                  <a:pt x="4249" y="2657"/>
                </a:lnTo>
                <a:lnTo>
                  <a:pt x="4248" y="2657"/>
                </a:lnTo>
                <a:lnTo>
                  <a:pt x="4247" y="2657"/>
                </a:lnTo>
                <a:lnTo>
                  <a:pt x="4245" y="2656"/>
                </a:lnTo>
                <a:lnTo>
                  <a:pt x="4244" y="2656"/>
                </a:lnTo>
                <a:lnTo>
                  <a:pt x="4244" y="2657"/>
                </a:lnTo>
                <a:lnTo>
                  <a:pt x="4245" y="2658"/>
                </a:lnTo>
                <a:lnTo>
                  <a:pt x="4247" y="2660"/>
                </a:lnTo>
                <a:lnTo>
                  <a:pt x="4248" y="2660"/>
                </a:lnTo>
                <a:lnTo>
                  <a:pt x="4249" y="2664"/>
                </a:lnTo>
                <a:lnTo>
                  <a:pt x="4250" y="2665"/>
                </a:lnTo>
                <a:lnTo>
                  <a:pt x="4251" y="2665"/>
                </a:lnTo>
                <a:lnTo>
                  <a:pt x="4250" y="2665"/>
                </a:lnTo>
                <a:lnTo>
                  <a:pt x="4248" y="2665"/>
                </a:lnTo>
                <a:lnTo>
                  <a:pt x="4247" y="2666"/>
                </a:lnTo>
                <a:lnTo>
                  <a:pt x="4247" y="2667"/>
                </a:lnTo>
                <a:lnTo>
                  <a:pt x="4248" y="2666"/>
                </a:lnTo>
                <a:lnTo>
                  <a:pt x="4249" y="2666"/>
                </a:lnTo>
                <a:lnTo>
                  <a:pt x="4250" y="2666"/>
                </a:lnTo>
                <a:lnTo>
                  <a:pt x="4250" y="2667"/>
                </a:lnTo>
                <a:lnTo>
                  <a:pt x="4251" y="2667"/>
                </a:lnTo>
                <a:lnTo>
                  <a:pt x="4251" y="2668"/>
                </a:lnTo>
                <a:lnTo>
                  <a:pt x="4252" y="2668"/>
                </a:lnTo>
                <a:lnTo>
                  <a:pt x="4252" y="2669"/>
                </a:lnTo>
                <a:lnTo>
                  <a:pt x="4251" y="2670"/>
                </a:lnTo>
                <a:lnTo>
                  <a:pt x="4250" y="2671"/>
                </a:lnTo>
                <a:lnTo>
                  <a:pt x="4250" y="2672"/>
                </a:lnTo>
                <a:lnTo>
                  <a:pt x="4250" y="2671"/>
                </a:lnTo>
                <a:lnTo>
                  <a:pt x="4249" y="2671"/>
                </a:lnTo>
                <a:lnTo>
                  <a:pt x="4249" y="2672"/>
                </a:lnTo>
                <a:lnTo>
                  <a:pt x="4248" y="2673"/>
                </a:lnTo>
                <a:lnTo>
                  <a:pt x="4248" y="2674"/>
                </a:lnTo>
                <a:lnTo>
                  <a:pt x="4248" y="2675"/>
                </a:lnTo>
                <a:lnTo>
                  <a:pt x="4248" y="2676"/>
                </a:lnTo>
                <a:lnTo>
                  <a:pt x="4248" y="2675"/>
                </a:lnTo>
                <a:lnTo>
                  <a:pt x="4249" y="2675"/>
                </a:lnTo>
                <a:lnTo>
                  <a:pt x="4249" y="2676"/>
                </a:lnTo>
                <a:lnTo>
                  <a:pt x="4249" y="2677"/>
                </a:lnTo>
                <a:lnTo>
                  <a:pt x="4249" y="2678"/>
                </a:lnTo>
                <a:lnTo>
                  <a:pt x="4249" y="2679"/>
                </a:lnTo>
                <a:lnTo>
                  <a:pt x="4249" y="2680"/>
                </a:lnTo>
                <a:lnTo>
                  <a:pt x="4248" y="2680"/>
                </a:lnTo>
                <a:lnTo>
                  <a:pt x="4248" y="2679"/>
                </a:lnTo>
                <a:lnTo>
                  <a:pt x="4247" y="2680"/>
                </a:lnTo>
                <a:lnTo>
                  <a:pt x="4246" y="2680"/>
                </a:lnTo>
                <a:lnTo>
                  <a:pt x="4246" y="2679"/>
                </a:lnTo>
                <a:lnTo>
                  <a:pt x="4246" y="2678"/>
                </a:lnTo>
                <a:lnTo>
                  <a:pt x="4245" y="2678"/>
                </a:lnTo>
                <a:lnTo>
                  <a:pt x="4245" y="2677"/>
                </a:lnTo>
                <a:lnTo>
                  <a:pt x="4246" y="2677"/>
                </a:lnTo>
                <a:lnTo>
                  <a:pt x="4245" y="2677"/>
                </a:lnTo>
                <a:lnTo>
                  <a:pt x="4244" y="2677"/>
                </a:lnTo>
                <a:lnTo>
                  <a:pt x="4244" y="2678"/>
                </a:lnTo>
                <a:lnTo>
                  <a:pt x="4243" y="2678"/>
                </a:lnTo>
                <a:lnTo>
                  <a:pt x="4243" y="2677"/>
                </a:lnTo>
                <a:lnTo>
                  <a:pt x="4242" y="2677"/>
                </a:lnTo>
                <a:lnTo>
                  <a:pt x="4242" y="2676"/>
                </a:lnTo>
                <a:lnTo>
                  <a:pt x="4241" y="2676"/>
                </a:lnTo>
                <a:lnTo>
                  <a:pt x="4240" y="2676"/>
                </a:lnTo>
                <a:lnTo>
                  <a:pt x="4239" y="2676"/>
                </a:lnTo>
                <a:lnTo>
                  <a:pt x="4239" y="2677"/>
                </a:lnTo>
                <a:lnTo>
                  <a:pt x="4240" y="2677"/>
                </a:lnTo>
                <a:lnTo>
                  <a:pt x="4239" y="2677"/>
                </a:lnTo>
                <a:lnTo>
                  <a:pt x="4239" y="2678"/>
                </a:lnTo>
                <a:lnTo>
                  <a:pt x="4240" y="2678"/>
                </a:lnTo>
                <a:lnTo>
                  <a:pt x="4241" y="2678"/>
                </a:lnTo>
                <a:lnTo>
                  <a:pt x="4240" y="2679"/>
                </a:lnTo>
                <a:lnTo>
                  <a:pt x="4240" y="2680"/>
                </a:lnTo>
                <a:lnTo>
                  <a:pt x="4239" y="2680"/>
                </a:lnTo>
                <a:lnTo>
                  <a:pt x="4238" y="2680"/>
                </a:lnTo>
                <a:lnTo>
                  <a:pt x="4238" y="2681"/>
                </a:lnTo>
                <a:lnTo>
                  <a:pt x="4238" y="2682"/>
                </a:lnTo>
                <a:lnTo>
                  <a:pt x="4239" y="2682"/>
                </a:lnTo>
                <a:lnTo>
                  <a:pt x="4238" y="2682"/>
                </a:lnTo>
                <a:lnTo>
                  <a:pt x="4237" y="2683"/>
                </a:lnTo>
                <a:lnTo>
                  <a:pt x="4237" y="2682"/>
                </a:lnTo>
                <a:lnTo>
                  <a:pt x="4236" y="2682"/>
                </a:lnTo>
                <a:lnTo>
                  <a:pt x="4236" y="2683"/>
                </a:lnTo>
                <a:lnTo>
                  <a:pt x="4237" y="2683"/>
                </a:lnTo>
                <a:lnTo>
                  <a:pt x="4238" y="2684"/>
                </a:lnTo>
                <a:lnTo>
                  <a:pt x="4239" y="2683"/>
                </a:lnTo>
                <a:lnTo>
                  <a:pt x="4239" y="2684"/>
                </a:lnTo>
                <a:lnTo>
                  <a:pt x="4239" y="2685"/>
                </a:lnTo>
                <a:lnTo>
                  <a:pt x="4240" y="2685"/>
                </a:lnTo>
                <a:lnTo>
                  <a:pt x="4240" y="2684"/>
                </a:lnTo>
                <a:lnTo>
                  <a:pt x="4240" y="2685"/>
                </a:lnTo>
                <a:lnTo>
                  <a:pt x="4240" y="2686"/>
                </a:lnTo>
                <a:lnTo>
                  <a:pt x="4239" y="2686"/>
                </a:lnTo>
                <a:lnTo>
                  <a:pt x="4239" y="2687"/>
                </a:lnTo>
                <a:lnTo>
                  <a:pt x="4240" y="2686"/>
                </a:lnTo>
                <a:lnTo>
                  <a:pt x="4241" y="2687"/>
                </a:lnTo>
                <a:lnTo>
                  <a:pt x="4240" y="2687"/>
                </a:lnTo>
                <a:lnTo>
                  <a:pt x="4239" y="2687"/>
                </a:lnTo>
                <a:lnTo>
                  <a:pt x="4239" y="2688"/>
                </a:lnTo>
                <a:lnTo>
                  <a:pt x="4240" y="2688"/>
                </a:lnTo>
                <a:lnTo>
                  <a:pt x="4239" y="2688"/>
                </a:lnTo>
                <a:lnTo>
                  <a:pt x="4239" y="2689"/>
                </a:lnTo>
                <a:lnTo>
                  <a:pt x="4238" y="2689"/>
                </a:lnTo>
                <a:lnTo>
                  <a:pt x="4237" y="2689"/>
                </a:lnTo>
                <a:lnTo>
                  <a:pt x="4237" y="2690"/>
                </a:lnTo>
                <a:lnTo>
                  <a:pt x="4238" y="2690"/>
                </a:lnTo>
                <a:lnTo>
                  <a:pt x="4237" y="2690"/>
                </a:lnTo>
                <a:lnTo>
                  <a:pt x="4237" y="2691"/>
                </a:lnTo>
                <a:lnTo>
                  <a:pt x="4237" y="2692"/>
                </a:lnTo>
                <a:lnTo>
                  <a:pt x="4239" y="2692"/>
                </a:lnTo>
                <a:lnTo>
                  <a:pt x="4239" y="2693"/>
                </a:lnTo>
                <a:lnTo>
                  <a:pt x="4238" y="2693"/>
                </a:lnTo>
                <a:lnTo>
                  <a:pt x="4238" y="2694"/>
                </a:lnTo>
                <a:lnTo>
                  <a:pt x="4237" y="2694"/>
                </a:lnTo>
                <a:lnTo>
                  <a:pt x="4237" y="2695"/>
                </a:lnTo>
                <a:lnTo>
                  <a:pt x="4236" y="2695"/>
                </a:lnTo>
                <a:lnTo>
                  <a:pt x="4236" y="2696"/>
                </a:lnTo>
                <a:lnTo>
                  <a:pt x="4237" y="2696"/>
                </a:lnTo>
                <a:lnTo>
                  <a:pt x="4237" y="2697"/>
                </a:lnTo>
                <a:lnTo>
                  <a:pt x="4236" y="2697"/>
                </a:lnTo>
                <a:lnTo>
                  <a:pt x="4236" y="2698"/>
                </a:lnTo>
                <a:lnTo>
                  <a:pt x="4235" y="2698"/>
                </a:lnTo>
                <a:lnTo>
                  <a:pt x="4235" y="2699"/>
                </a:lnTo>
                <a:lnTo>
                  <a:pt x="4234" y="2699"/>
                </a:lnTo>
                <a:lnTo>
                  <a:pt x="4234" y="2700"/>
                </a:lnTo>
                <a:lnTo>
                  <a:pt x="4233" y="2700"/>
                </a:lnTo>
                <a:lnTo>
                  <a:pt x="4232" y="2700"/>
                </a:lnTo>
                <a:lnTo>
                  <a:pt x="4232" y="2699"/>
                </a:lnTo>
                <a:lnTo>
                  <a:pt x="4232" y="2698"/>
                </a:lnTo>
                <a:lnTo>
                  <a:pt x="4232" y="2697"/>
                </a:lnTo>
                <a:lnTo>
                  <a:pt x="4232" y="2695"/>
                </a:lnTo>
                <a:lnTo>
                  <a:pt x="4231" y="2694"/>
                </a:lnTo>
                <a:lnTo>
                  <a:pt x="4231" y="2695"/>
                </a:lnTo>
                <a:lnTo>
                  <a:pt x="4230" y="2696"/>
                </a:lnTo>
                <a:lnTo>
                  <a:pt x="4230" y="2695"/>
                </a:lnTo>
                <a:lnTo>
                  <a:pt x="4229" y="2695"/>
                </a:lnTo>
                <a:lnTo>
                  <a:pt x="4229" y="2696"/>
                </a:lnTo>
                <a:lnTo>
                  <a:pt x="4229" y="2697"/>
                </a:lnTo>
                <a:lnTo>
                  <a:pt x="4228" y="2698"/>
                </a:lnTo>
                <a:lnTo>
                  <a:pt x="4229" y="2698"/>
                </a:lnTo>
                <a:lnTo>
                  <a:pt x="4229" y="2699"/>
                </a:lnTo>
                <a:lnTo>
                  <a:pt x="4230" y="2699"/>
                </a:lnTo>
                <a:lnTo>
                  <a:pt x="4229" y="2699"/>
                </a:lnTo>
                <a:lnTo>
                  <a:pt x="4229" y="2700"/>
                </a:lnTo>
                <a:lnTo>
                  <a:pt x="4228" y="2700"/>
                </a:lnTo>
                <a:lnTo>
                  <a:pt x="4228" y="2701"/>
                </a:lnTo>
                <a:lnTo>
                  <a:pt x="4228" y="2700"/>
                </a:lnTo>
                <a:lnTo>
                  <a:pt x="4228" y="2699"/>
                </a:lnTo>
                <a:lnTo>
                  <a:pt x="4227" y="2698"/>
                </a:lnTo>
                <a:lnTo>
                  <a:pt x="4227" y="2697"/>
                </a:lnTo>
                <a:lnTo>
                  <a:pt x="4226" y="2697"/>
                </a:lnTo>
                <a:lnTo>
                  <a:pt x="4226" y="2696"/>
                </a:lnTo>
                <a:lnTo>
                  <a:pt x="4225" y="2696"/>
                </a:lnTo>
                <a:lnTo>
                  <a:pt x="4225" y="2695"/>
                </a:lnTo>
                <a:lnTo>
                  <a:pt x="4226" y="2695"/>
                </a:lnTo>
                <a:lnTo>
                  <a:pt x="4227" y="2695"/>
                </a:lnTo>
                <a:lnTo>
                  <a:pt x="4226" y="2695"/>
                </a:lnTo>
                <a:lnTo>
                  <a:pt x="4226" y="2694"/>
                </a:lnTo>
                <a:lnTo>
                  <a:pt x="4225" y="2693"/>
                </a:lnTo>
                <a:lnTo>
                  <a:pt x="4224" y="2693"/>
                </a:lnTo>
                <a:lnTo>
                  <a:pt x="4225" y="2693"/>
                </a:lnTo>
                <a:lnTo>
                  <a:pt x="4225" y="2692"/>
                </a:lnTo>
                <a:lnTo>
                  <a:pt x="4224" y="2692"/>
                </a:lnTo>
                <a:lnTo>
                  <a:pt x="4223" y="2692"/>
                </a:lnTo>
                <a:lnTo>
                  <a:pt x="4222" y="2692"/>
                </a:lnTo>
                <a:lnTo>
                  <a:pt x="4221" y="2692"/>
                </a:lnTo>
                <a:lnTo>
                  <a:pt x="4221" y="2693"/>
                </a:lnTo>
                <a:lnTo>
                  <a:pt x="4220" y="2693"/>
                </a:lnTo>
                <a:lnTo>
                  <a:pt x="4220" y="2692"/>
                </a:lnTo>
                <a:lnTo>
                  <a:pt x="4219" y="2692"/>
                </a:lnTo>
                <a:lnTo>
                  <a:pt x="4219" y="2693"/>
                </a:lnTo>
                <a:lnTo>
                  <a:pt x="4218" y="2694"/>
                </a:lnTo>
                <a:lnTo>
                  <a:pt x="4217" y="2692"/>
                </a:lnTo>
                <a:lnTo>
                  <a:pt x="4217" y="2691"/>
                </a:lnTo>
                <a:lnTo>
                  <a:pt x="4217" y="2690"/>
                </a:lnTo>
                <a:lnTo>
                  <a:pt x="4218" y="2690"/>
                </a:lnTo>
                <a:lnTo>
                  <a:pt x="4218" y="2689"/>
                </a:lnTo>
                <a:lnTo>
                  <a:pt x="4219" y="2689"/>
                </a:lnTo>
                <a:lnTo>
                  <a:pt x="4219" y="2688"/>
                </a:lnTo>
                <a:lnTo>
                  <a:pt x="4220" y="2687"/>
                </a:lnTo>
                <a:lnTo>
                  <a:pt x="4219" y="2688"/>
                </a:lnTo>
                <a:lnTo>
                  <a:pt x="4218" y="2688"/>
                </a:lnTo>
                <a:lnTo>
                  <a:pt x="4217" y="2689"/>
                </a:lnTo>
                <a:lnTo>
                  <a:pt x="4216" y="2689"/>
                </a:lnTo>
                <a:lnTo>
                  <a:pt x="4217" y="2689"/>
                </a:lnTo>
                <a:lnTo>
                  <a:pt x="4217" y="2688"/>
                </a:lnTo>
                <a:lnTo>
                  <a:pt x="4217" y="2689"/>
                </a:lnTo>
                <a:lnTo>
                  <a:pt x="4217" y="2688"/>
                </a:lnTo>
                <a:lnTo>
                  <a:pt x="4217" y="2687"/>
                </a:lnTo>
                <a:lnTo>
                  <a:pt x="4216" y="2687"/>
                </a:lnTo>
                <a:lnTo>
                  <a:pt x="4216" y="2688"/>
                </a:lnTo>
                <a:lnTo>
                  <a:pt x="4215" y="2689"/>
                </a:lnTo>
                <a:lnTo>
                  <a:pt x="4216" y="2689"/>
                </a:lnTo>
                <a:lnTo>
                  <a:pt x="4216" y="2690"/>
                </a:lnTo>
                <a:lnTo>
                  <a:pt x="4216" y="2691"/>
                </a:lnTo>
                <a:lnTo>
                  <a:pt x="4215" y="2691"/>
                </a:lnTo>
                <a:lnTo>
                  <a:pt x="4215" y="2690"/>
                </a:lnTo>
                <a:lnTo>
                  <a:pt x="4214" y="2690"/>
                </a:lnTo>
                <a:lnTo>
                  <a:pt x="4214" y="2689"/>
                </a:lnTo>
                <a:lnTo>
                  <a:pt x="4215" y="2689"/>
                </a:lnTo>
                <a:lnTo>
                  <a:pt x="4215" y="2688"/>
                </a:lnTo>
                <a:lnTo>
                  <a:pt x="4214" y="2688"/>
                </a:lnTo>
                <a:lnTo>
                  <a:pt x="4213" y="2687"/>
                </a:lnTo>
                <a:lnTo>
                  <a:pt x="4213" y="2686"/>
                </a:lnTo>
                <a:lnTo>
                  <a:pt x="4212" y="2686"/>
                </a:lnTo>
                <a:lnTo>
                  <a:pt x="4212" y="2685"/>
                </a:lnTo>
                <a:lnTo>
                  <a:pt x="4211" y="2685"/>
                </a:lnTo>
                <a:lnTo>
                  <a:pt x="4212" y="2685"/>
                </a:lnTo>
                <a:lnTo>
                  <a:pt x="4212" y="2686"/>
                </a:lnTo>
                <a:lnTo>
                  <a:pt x="4211" y="2686"/>
                </a:lnTo>
                <a:lnTo>
                  <a:pt x="4212" y="2686"/>
                </a:lnTo>
                <a:lnTo>
                  <a:pt x="4212" y="2687"/>
                </a:lnTo>
                <a:lnTo>
                  <a:pt x="4213" y="2688"/>
                </a:lnTo>
                <a:lnTo>
                  <a:pt x="4213" y="2690"/>
                </a:lnTo>
                <a:lnTo>
                  <a:pt x="4212" y="2690"/>
                </a:lnTo>
                <a:lnTo>
                  <a:pt x="4212" y="2691"/>
                </a:lnTo>
                <a:lnTo>
                  <a:pt x="4211" y="2691"/>
                </a:lnTo>
                <a:lnTo>
                  <a:pt x="4211" y="2690"/>
                </a:lnTo>
                <a:lnTo>
                  <a:pt x="4210" y="2690"/>
                </a:lnTo>
                <a:lnTo>
                  <a:pt x="4210" y="2689"/>
                </a:lnTo>
                <a:lnTo>
                  <a:pt x="4209" y="2688"/>
                </a:lnTo>
                <a:lnTo>
                  <a:pt x="4209" y="2687"/>
                </a:lnTo>
                <a:lnTo>
                  <a:pt x="4209" y="2688"/>
                </a:lnTo>
                <a:lnTo>
                  <a:pt x="4208" y="2689"/>
                </a:lnTo>
                <a:lnTo>
                  <a:pt x="4207" y="2689"/>
                </a:lnTo>
                <a:lnTo>
                  <a:pt x="4208" y="2690"/>
                </a:lnTo>
                <a:lnTo>
                  <a:pt x="4208" y="2691"/>
                </a:lnTo>
                <a:lnTo>
                  <a:pt x="4208" y="2692"/>
                </a:lnTo>
                <a:lnTo>
                  <a:pt x="4208" y="2693"/>
                </a:lnTo>
                <a:lnTo>
                  <a:pt x="4207" y="2694"/>
                </a:lnTo>
                <a:lnTo>
                  <a:pt x="4207" y="2695"/>
                </a:lnTo>
                <a:lnTo>
                  <a:pt x="4207" y="2696"/>
                </a:lnTo>
                <a:lnTo>
                  <a:pt x="4207" y="2695"/>
                </a:lnTo>
                <a:lnTo>
                  <a:pt x="4208" y="2695"/>
                </a:lnTo>
                <a:lnTo>
                  <a:pt x="4208" y="2696"/>
                </a:lnTo>
                <a:lnTo>
                  <a:pt x="4208" y="2697"/>
                </a:lnTo>
                <a:lnTo>
                  <a:pt x="4208" y="2696"/>
                </a:lnTo>
                <a:lnTo>
                  <a:pt x="4209" y="2694"/>
                </a:lnTo>
                <a:lnTo>
                  <a:pt x="4209" y="2693"/>
                </a:lnTo>
                <a:lnTo>
                  <a:pt x="4209" y="2692"/>
                </a:lnTo>
                <a:lnTo>
                  <a:pt x="4210" y="2691"/>
                </a:lnTo>
                <a:lnTo>
                  <a:pt x="4211" y="2691"/>
                </a:lnTo>
                <a:lnTo>
                  <a:pt x="4211" y="2692"/>
                </a:lnTo>
                <a:lnTo>
                  <a:pt x="4212" y="2692"/>
                </a:lnTo>
                <a:lnTo>
                  <a:pt x="4213" y="2692"/>
                </a:lnTo>
                <a:lnTo>
                  <a:pt x="4213" y="2691"/>
                </a:lnTo>
                <a:lnTo>
                  <a:pt x="4214" y="2691"/>
                </a:lnTo>
                <a:lnTo>
                  <a:pt x="4215" y="2692"/>
                </a:lnTo>
                <a:lnTo>
                  <a:pt x="4215" y="2693"/>
                </a:lnTo>
                <a:lnTo>
                  <a:pt x="4216" y="2693"/>
                </a:lnTo>
                <a:lnTo>
                  <a:pt x="4216" y="2694"/>
                </a:lnTo>
                <a:lnTo>
                  <a:pt x="4216" y="2693"/>
                </a:lnTo>
                <a:lnTo>
                  <a:pt x="4217" y="2693"/>
                </a:lnTo>
                <a:lnTo>
                  <a:pt x="4217" y="2694"/>
                </a:lnTo>
                <a:lnTo>
                  <a:pt x="4217" y="2695"/>
                </a:lnTo>
                <a:lnTo>
                  <a:pt x="4218" y="2696"/>
                </a:lnTo>
                <a:lnTo>
                  <a:pt x="4219" y="2695"/>
                </a:lnTo>
                <a:lnTo>
                  <a:pt x="4219" y="2694"/>
                </a:lnTo>
                <a:lnTo>
                  <a:pt x="4220" y="2694"/>
                </a:lnTo>
                <a:lnTo>
                  <a:pt x="4221" y="2694"/>
                </a:lnTo>
                <a:lnTo>
                  <a:pt x="4222" y="2694"/>
                </a:lnTo>
                <a:lnTo>
                  <a:pt x="4222" y="2693"/>
                </a:lnTo>
                <a:lnTo>
                  <a:pt x="4223" y="2693"/>
                </a:lnTo>
                <a:lnTo>
                  <a:pt x="4223" y="2694"/>
                </a:lnTo>
                <a:lnTo>
                  <a:pt x="4224" y="2694"/>
                </a:lnTo>
                <a:lnTo>
                  <a:pt x="4224" y="2695"/>
                </a:lnTo>
                <a:lnTo>
                  <a:pt x="4224" y="2697"/>
                </a:lnTo>
                <a:lnTo>
                  <a:pt x="4224" y="2698"/>
                </a:lnTo>
                <a:lnTo>
                  <a:pt x="4225" y="2698"/>
                </a:lnTo>
                <a:lnTo>
                  <a:pt x="4225" y="2699"/>
                </a:lnTo>
                <a:lnTo>
                  <a:pt x="4225" y="2700"/>
                </a:lnTo>
                <a:lnTo>
                  <a:pt x="4226" y="2700"/>
                </a:lnTo>
                <a:lnTo>
                  <a:pt x="4226" y="2699"/>
                </a:lnTo>
                <a:lnTo>
                  <a:pt x="4226" y="2700"/>
                </a:lnTo>
                <a:lnTo>
                  <a:pt x="4226" y="2701"/>
                </a:lnTo>
                <a:lnTo>
                  <a:pt x="4227" y="2701"/>
                </a:lnTo>
                <a:lnTo>
                  <a:pt x="4227" y="2702"/>
                </a:lnTo>
                <a:lnTo>
                  <a:pt x="4228" y="2702"/>
                </a:lnTo>
                <a:lnTo>
                  <a:pt x="4229" y="2702"/>
                </a:lnTo>
                <a:lnTo>
                  <a:pt x="4230" y="2701"/>
                </a:lnTo>
                <a:lnTo>
                  <a:pt x="4230" y="2702"/>
                </a:lnTo>
                <a:lnTo>
                  <a:pt x="4229" y="2703"/>
                </a:lnTo>
                <a:lnTo>
                  <a:pt x="4228" y="2703"/>
                </a:lnTo>
                <a:lnTo>
                  <a:pt x="4228" y="2702"/>
                </a:lnTo>
                <a:lnTo>
                  <a:pt x="4227" y="2702"/>
                </a:lnTo>
                <a:lnTo>
                  <a:pt x="4227" y="2703"/>
                </a:lnTo>
                <a:lnTo>
                  <a:pt x="4225" y="2703"/>
                </a:lnTo>
                <a:lnTo>
                  <a:pt x="4224" y="2703"/>
                </a:lnTo>
                <a:lnTo>
                  <a:pt x="4225" y="2703"/>
                </a:lnTo>
                <a:lnTo>
                  <a:pt x="4226" y="2704"/>
                </a:lnTo>
                <a:lnTo>
                  <a:pt x="4227" y="2704"/>
                </a:lnTo>
                <a:lnTo>
                  <a:pt x="4228" y="2704"/>
                </a:lnTo>
                <a:lnTo>
                  <a:pt x="4228" y="2705"/>
                </a:lnTo>
                <a:lnTo>
                  <a:pt x="4227" y="2705"/>
                </a:lnTo>
                <a:lnTo>
                  <a:pt x="4226" y="2705"/>
                </a:lnTo>
                <a:lnTo>
                  <a:pt x="4225" y="2705"/>
                </a:lnTo>
                <a:lnTo>
                  <a:pt x="4224" y="2705"/>
                </a:lnTo>
                <a:lnTo>
                  <a:pt x="4224" y="2706"/>
                </a:lnTo>
                <a:lnTo>
                  <a:pt x="4224" y="2707"/>
                </a:lnTo>
                <a:lnTo>
                  <a:pt x="4224" y="2708"/>
                </a:lnTo>
                <a:lnTo>
                  <a:pt x="4225" y="2708"/>
                </a:lnTo>
                <a:lnTo>
                  <a:pt x="4226" y="2708"/>
                </a:lnTo>
                <a:lnTo>
                  <a:pt x="4226" y="2707"/>
                </a:lnTo>
                <a:lnTo>
                  <a:pt x="4225" y="2708"/>
                </a:lnTo>
                <a:lnTo>
                  <a:pt x="4224" y="2708"/>
                </a:lnTo>
                <a:lnTo>
                  <a:pt x="4223" y="2708"/>
                </a:lnTo>
                <a:lnTo>
                  <a:pt x="4222" y="2708"/>
                </a:lnTo>
                <a:lnTo>
                  <a:pt x="4220" y="2707"/>
                </a:lnTo>
                <a:lnTo>
                  <a:pt x="4219" y="2707"/>
                </a:lnTo>
                <a:lnTo>
                  <a:pt x="4219" y="2706"/>
                </a:lnTo>
                <a:lnTo>
                  <a:pt x="4219" y="2707"/>
                </a:lnTo>
                <a:lnTo>
                  <a:pt x="4218" y="2707"/>
                </a:lnTo>
                <a:lnTo>
                  <a:pt x="4217" y="2707"/>
                </a:lnTo>
                <a:lnTo>
                  <a:pt x="4216" y="2706"/>
                </a:lnTo>
                <a:lnTo>
                  <a:pt x="4216" y="2707"/>
                </a:lnTo>
                <a:lnTo>
                  <a:pt x="4215" y="2707"/>
                </a:lnTo>
                <a:lnTo>
                  <a:pt x="4215" y="2706"/>
                </a:lnTo>
                <a:lnTo>
                  <a:pt x="4214" y="2706"/>
                </a:lnTo>
                <a:lnTo>
                  <a:pt x="4213" y="2706"/>
                </a:lnTo>
                <a:lnTo>
                  <a:pt x="4213" y="2707"/>
                </a:lnTo>
                <a:lnTo>
                  <a:pt x="4214" y="2708"/>
                </a:lnTo>
                <a:lnTo>
                  <a:pt x="4214" y="2707"/>
                </a:lnTo>
                <a:lnTo>
                  <a:pt x="4215" y="2707"/>
                </a:lnTo>
                <a:lnTo>
                  <a:pt x="4215" y="2708"/>
                </a:lnTo>
                <a:lnTo>
                  <a:pt x="4216" y="2709"/>
                </a:lnTo>
                <a:lnTo>
                  <a:pt x="4216" y="2710"/>
                </a:lnTo>
                <a:lnTo>
                  <a:pt x="4215" y="2710"/>
                </a:lnTo>
                <a:lnTo>
                  <a:pt x="4216" y="2711"/>
                </a:lnTo>
                <a:lnTo>
                  <a:pt x="4215" y="2711"/>
                </a:lnTo>
                <a:lnTo>
                  <a:pt x="4215" y="2712"/>
                </a:lnTo>
                <a:lnTo>
                  <a:pt x="4216" y="2712"/>
                </a:lnTo>
                <a:lnTo>
                  <a:pt x="4217" y="2713"/>
                </a:lnTo>
                <a:lnTo>
                  <a:pt x="4216" y="2713"/>
                </a:lnTo>
                <a:lnTo>
                  <a:pt x="4215" y="2713"/>
                </a:lnTo>
                <a:lnTo>
                  <a:pt x="4215" y="2712"/>
                </a:lnTo>
                <a:lnTo>
                  <a:pt x="4215" y="2711"/>
                </a:lnTo>
                <a:lnTo>
                  <a:pt x="4214" y="2710"/>
                </a:lnTo>
                <a:lnTo>
                  <a:pt x="4213" y="2710"/>
                </a:lnTo>
                <a:lnTo>
                  <a:pt x="4213" y="2711"/>
                </a:lnTo>
                <a:lnTo>
                  <a:pt x="4214" y="2711"/>
                </a:lnTo>
                <a:lnTo>
                  <a:pt x="4214" y="2712"/>
                </a:lnTo>
                <a:lnTo>
                  <a:pt x="4213" y="2712"/>
                </a:lnTo>
                <a:lnTo>
                  <a:pt x="4213" y="2713"/>
                </a:lnTo>
                <a:lnTo>
                  <a:pt x="4214" y="2713"/>
                </a:lnTo>
                <a:lnTo>
                  <a:pt x="4213" y="2713"/>
                </a:lnTo>
                <a:lnTo>
                  <a:pt x="4212" y="2713"/>
                </a:lnTo>
                <a:lnTo>
                  <a:pt x="4213" y="2713"/>
                </a:lnTo>
                <a:lnTo>
                  <a:pt x="4212" y="2713"/>
                </a:lnTo>
                <a:lnTo>
                  <a:pt x="4212" y="2714"/>
                </a:lnTo>
                <a:lnTo>
                  <a:pt x="4213" y="2714"/>
                </a:lnTo>
                <a:lnTo>
                  <a:pt x="4214" y="2714"/>
                </a:lnTo>
                <a:lnTo>
                  <a:pt x="4214" y="2715"/>
                </a:lnTo>
                <a:lnTo>
                  <a:pt x="4214" y="2716"/>
                </a:lnTo>
                <a:lnTo>
                  <a:pt x="4214" y="2717"/>
                </a:lnTo>
                <a:lnTo>
                  <a:pt x="4214" y="2718"/>
                </a:lnTo>
                <a:lnTo>
                  <a:pt x="4212" y="2718"/>
                </a:lnTo>
                <a:lnTo>
                  <a:pt x="4213" y="2718"/>
                </a:lnTo>
                <a:lnTo>
                  <a:pt x="4213" y="2719"/>
                </a:lnTo>
                <a:lnTo>
                  <a:pt x="4212" y="2719"/>
                </a:lnTo>
                <a:lnTo>
                  <a:pt x="4211" y="2719"/>
                </a:lnTo>
                <a:lnTo>
                  <a:pt x="4210" y="2720"/>
                </a:lnTo>
                <a:lnTo>
                  <a:pt x="4209" y="2719"/>
                </a:lnTo>
                <a:lnTo>
                  <a:pt x="4208" y="2719"/>
                </a:lnTo>
                <a:lnTo>
                  <a:pt x="4207" y="2719"/>
                </a:lnTo>
                <a:lnTo>
                  <a:pt x="4207" y="2720"/>
                </a:lnTo>
                <a:lnTo>
                  <a:pt x="4208" y="2720"/>
                </a:lnTo>
                <a:lnTo>
                  <a:pt x="4207" y="2720"/>
                </a:lnTo>
                <a:lnTo>
                  <a:pt x="4207" y="2721"/>
                </a:lnTo>
                <a:lnTo>
                  <a:pt x="4207" y="2722"/>
                </a:lnTo>
                <a:lnTo>
                  <a:pt x="4208" y="2721"/>
                </a:lnTo>
                <a:lnTo>
                  <a:pt x="4209" y="2721"/>
                </a:lnTo>
                <a:lnTo>
                  <a:pt x="4210" y="2721"/>
                </a:lnTo>
                <a:lnTo>
                  <a:pt x="4210" y="2720"/>
                </a:lnTo>
                <a:lnTo>
                  <a:pt x="4211" y="2720"/>
                </a:lnTo>
                <a:lnTo>
                  <a:pt x="4212" y="2721"/>
                </a:lnTo>
                <a:lnTo>
                  <a:pt x="4211" y="2722"/>
                </a:lnTo>
                <a:lnTo>
                  <a:pt x="4212" y="2723"/>
                </a:lnTo>
                <a:lnTo>
                  <a:pt x="4212" y="2725"/>
                </a:lnTo>
                <a:lnTo>
                  <a:pt x="4211" y="2725"/>
                </a:lnTo>
                <a:lnTo>
                  <a:pt x="4211" y="2726"/>
                </a:lnTo>
                <a:lnTo>
                  <a:pt x="4210" y="2726"/>
                </a:lnTo>
                <a:lnTo>
                  <a:pt x="4210" y="2725"/>
                </a:lnTo>
                <a:lnTo>
                  <a:pt x="4209" y="2725"/>
                </a:lnTo>
                <a:lnTo>
                  <a:pt x="4208" y="2725"/>
                </a:lnTo>
                <a:lnTo>
                  <a:pt x="4207" y="2725"/>
                </a:lnTo>
                <a:lnTo>
                  <a:pt x="4206" y="2725"/>
                </a:lnTo>
                <a:lnTo>
                  <a:pt x="4206" y="2724"/>
                </a:lnTo>
                <a:lnTo>
                  <a:pt x="4205" y="2724"/>
                </a:lnTo>
                <a:lnTo>
                  <a:pt x="4204" y="2725"/>
                </a:lnTo>
                <a:lnTo>
                  <a:pt x="4203" y="2725"/>
                </a:lnTo>
                <a:lnTo>
                  <a:pt x="4202" y="2725"/>
                </a:lnTo>
                <a:lnTo>
                  <a:pt x="4202" y="2726"/>
                </a:lnTo>
                <a:lnTo>
                  <a:pt x="4202" y="2725"/>
                </a:lnTo>
                <a:lnTo>
                  <a:pt x="4202" y="2724"/>
                </a:lnTo>
                <a:lnTo>
                  <a:pt x="4201" y="2724"/>
                </a:lnTo>
                <a:lnTo>
                  <a:pt x="4200" y="2725"/>
                </a:lnTo>
                <a:lnTo>
                  <a:pt x="4200" y="2726"/>
                </a:lnTo>
                <a:lnTo>
                  <a:pt x="4200" y="2727"/>
                </a:lnTo>
                <a:lnTo>
                  <a:pt x="4201" y="2727"/>
                </a:lnTo>
                <a:lnTo>
                  <a:pt x="4201" y="2728"/>
                </a:lnTo>
                <a:lnTo>
                  <a:pt x="4200" y="2728"/>
                </a:lnTo>
                <a:lnTo>
                  <a:pt x="4201" y="2728"/>
                </a:lnTo>
                <a:lnTo>
                  <a:pt x="4200" y="2728"/>
                </a:lnTo>
                <a:lnTo>
                  <a:pt x="4199" y="2730"/>
                </a:lnTo>
                <a:lnTo>
                  <a:pt x="4198" y="2730"/>
                </a:lnTo>
                <a:lnTo>
                  <a:pt x="4198" y="2729"/>
                </a:lnTo>
                <a:lnTo>
                  <a:pt x="4198" y="2730"/>
                </a:lnTo>
                <a:lnTo>
                  <a:pt x="4197" y="2730"/>
                </a:lnTo>
                <a:lnTo>
                  <a:pt x="4197" y="2729"/>
                </a:lnTo>
                <a:lnTo>
                  <a:pt x="4197" y="2728"/>
                </a:lnTo>
                <a:lnTo>
                  <a:pt x="4196" y="2728"/>
                </a:lnTo>
                <a:lnTo>
                  <a:pt x="4195" y="2728"/>
                </a:lnTo>
                <a:lnTo>
                  <a:pt x="4195" y="2729"/>
                </a:lnTo>
                <a:lnTo>
                  <a:pt x="4194" y="2729"/>
                </a:lnTo>
                <a:lnTo>
                  <a:pt x="4195" y="2729"/>
                </a:lnTo>
                <a:lnTo>
                  <a:pt x="4196" y="2729"/>
                </a:lnTo>
                <a:lnTo>
                  <a:pt x="4196" y="2730"/>
                </a:lnTo>
                <a:lnTo>
                  <a:pt x="4197" y="2735"/>
                </a:lnTo>
                <a:lnTo>
                  <a:pt x="4198" y="2736"/>
                </a:lnTo>
                <a:lnTo>
                  <a:pt x="4198" y="2737"/>
                </a:lnTo>
                <a:lnTo>
                  <a:pt x="4198" y="2738"/>
                </a:lnTo>
                <a:lnTo>
                  <a:pt x="4199" y="2738"/>
                </a:lnTo>
                <a:lnTo>
                  <a:pt x="4200" y="2738"/>
                </a:lnTo>
                <a:lnTo>
                  <a:pt x="4201" y="2738"/>
                </a:lnTo>
                <a:lnTo>
                  <a:pt x="4200" y="2738"/>
                </a:lnTo>
                <a:lnTo>
                  <a:pt x="4201" y="2738"/>
                </a:lnTo>
                <a:lnTo>
                  <a:pt x="4202" y="2738"/>
                </a:lnTo>
                <a:lnTo>
                  <a:pt x="4202" y="2739"/>
                </a:lnTo>
                <a:lnTo>
                  <a:pt x="4201" y="2739"/>
                </a:lnTo>
                <a:lnTo>
                  <a:pt x="4200" y="2739"/>
                </a:lnTo>
                <a:lnTo>
                  <a:pt x="4200" y="2740"/>
                </a:lnTo>
                <a:lnTo>
                  <a:pt x="4200" y="2741"/>
                </a:lnTo>
                <a:lnTo>
                  <a:pt x="4199" y="2741"/>
                </a:lnTo>
                <a:lnTo>
                  <a:pt x="4199" y="2743"/>
                </a:lnTo>
                <a:lnTo>
                  <a:pt x="4200" y="2743"/>
                </a:lnTo>
                <a:lnTo>
                  <a:pt x="4200" y="2744"/>
                </a:lnTo>
                <a:lnTo>
                  <a:pt x="4200" y="2745"/>
                </a:lnTo>
                <a:lnTo>
                  <a:pt x="4200" y="2744"/>
                </a:lnTo>
                <a:lnTo>
                  <a:pt x="4202" y="2744"/>
                </a:lnTo>
                <a:lnTo>
                  <a:pt x="4203" y="2744"/>
                </a:lnTo>
                <a:lnTo>
                  <a:pt x="4202" y="2744"/>
                </a:lnTo>
                <a:lnTo>
                  <a:pt x="4202" y="2745"/>
                </a:lnTo>
                <a:lnTo>
                  <a:pt x="4203" y="2745"/>
                </a:lnTo>
                <a:lnTo>
                  <a:pt x="4204" y="2745"/>
                </a:lnTo>
                <a:lnTo>
                  <a:pt x="4204" y="2746"/>
                </a:lnTo>
                <a:lnTo>
                  <a:pt x="4203" y="2746"/>
                </a:lnTo>
                <a:lnTo>
                  <a:pt x="4203" y="2747"/>
                </a:lnTo>
                <a:lnTo>
                  <a:pt x="4202" y="2747"/>
                </a:lnTo>
                <a:lnTo>
                  <a:pt x="4202" y="2746"/>
                </a:lnTo>
                <a:lnTo>
                  <a:pt x="4202" y="2747"/>
                </a:lnTo>
                <a:lnTo>
                  <a:pt x="4201" y="2747"/>
                </a:lnTo>
                <a:lnTo>
                  <a:pt x="4200" y="2747"/>
                </a:lnTo>
                <a:lnTo>
                  <a:pt x="4200" y="2748"/>
                </a:lnTo>
                <a:lnTo>
                  <a:pt x="4199" y="2748"/>
                </a:lnTo>
                <a:lnTo>
                  <a:pt x="4199" y="2749"/>
                </a:lnTo>
                <a:lnTo>
                  <a:pt x="4200" y="2749"/>
                </a:lnTo>
                <a:lnTo>
                  <a:pt x="4200" y="2750"/>
                </a:lnTo>
                <a:lnTo>
                  <a:pt x="4200" y="2751"/>
                </a:lnTo>
                <a:lnTo>
                  <a:pt x="4200" y="2752"/>
                </a:lnTo>
                <a:lnTo>
                  <a:pt x="4200" y="2753"/>
                </a:lnTo>
                <a:lnTo>
                  <a:pt x="4200" y="2754"/>
                </a:lnTo>
                <a:lnTo>
                  <a:pt x="4201" y="2754"/>
                </a:lnTo>
                <a:lnTo>
                  <a:pt x="4201" y="2753"/>
                </a:lnTo>
                <a:lnTo>
                  <a:pt x="4202" y="2753"/>
                </a:lnTo>
                <a:lnTo>
                  <a:pt x="4202" y="2754"/>
                </a:lnTo>
                <a:lnTo>
                  <a:pt x="4201" y="2754"/>
                </a:lnTo>
                <a:lnTo>
                  <a:pt x="4200" y="2755"/>
                </a:lnTo>
                <a:lnTo>
                  <a:pt x="4199" y="2755"/>
                </a:lnTo>
                <a:lnTo>
                  <a:pt x="4199" y="2756"/>
                </a:lnTo>
                <a:lnTo>
                  <a:pt x="4198" y="2756"/>
                </a:lnTo>
                <a:lnTo>
                  <a:pt x="4197" y="2756"/>
                </a:lnTo>
                <a:lnTo>
                  <a:pt x="4197" y="2755"/>
                </a:lnTo>
                <a:lnTo>
                  <a:pt x="4198" y="2755"/>
                </a:lnTo>
                <a:lnTo>
                  <a:pt x="4198" y="2754"/>
                </a:lnTo>
                <a:lnTo>
                  <a:pt x="4198" y="2753"/>
                </a:lnTo>
                <a:lnTo>
                  <a:pt x="4197" y="2753"/>
                </a:lnTo>
                <a:lnTo>
                  <a:pt x="4196" y="2754"/>
                </a:lnTo>
                <a:lnTo>
                  <a:pt x="4196" y="2755"/>
                </a:lnTo>
                <a:lnTo>
                  <a:pt x="4194" y="2755"/>
                </a:lnTo>
                <a:lnTo>
                  <a:pt x="4194" y="2756"/>
                </a:lnTo>
                <a:lnTo>
                  <a:pt x="4193" y="2756"/>
                </a:lnTo>
                <a:lnTo>
                  <a:pt x="4192" y="2757"/>
                </a:lnTo>
                <a:lnTo>
                  <a:pt x="4191" y="2757"/>
                </a:lnTo>
                <a:lnTo>
                  <a:pt x="4191" y="2758"/>
                </a:lnTo>
                <a:lnTo>
                  <a:pt x="4190" y="2757"/>
                </a:lnTo>
                <a:lnTo>
                  <a:pt x="4190" y="2758"/>
                </a:lnTo>
                <a:lnTo>
                  <a:pt x="4189" y="2758"/>
                </a:lnTo>
                <a:lnTo>
                  <a:pt x="4188" y="2758"/>
                </a:lnTo>
                <a:lnTo>
                  <a:pt x="4188" y="2757"/>
                </a:lnTo>
                <a:lnTo>
                  <a:pt x="4187" y="2757"/>
                </a:lnTo>
                <a:lnTo>
                  <a:pt x="4186" y="2757"/>
                </a:lnTo>
                <a:lnTo>
                  <a:pt x="4185" y="2758"/>
                </a:lnTo>
                <a:lnTo>
                  <a:pt x="4185" y="2759"/>
                </a:lnTo>
                <a:lnTo>
                  <a:pt x="4184" y="2760"/>
                </a:lnTo>
                <a:lnTo>
                  <a:pt x="4185" y="2761"/>
                </a:lnTo>
                <a:lnTo>
                  <a:pt x="4185" y="2762"/>
                </a:lnTo>
                <a:lnTo>
                  <a:pt x="4184" y="2762"/>
                </a:lnTo>
                <a:lnTo>
                  <a:pt x="4184" y="2763"/>
                </a:lnTo>
                <a:lnTo>
                  <a:pt x="4183" y="2763"/>
                </a:lnTo>
                <a:lnTo>
                  <a:pt x="4182" y="2763"/>
                </a:lnTo>
                <a:lnTo>
                  <a:pt x="4181" y="2764"/>
                </a:lnTo>
                <a:lnTo>
                  <a:pt x="4181" y="2765"/>
                </a:lnTo>
                <a:lnTo>
                  <a:pt x="4180" y="2766"/>
                </a:lnTo>
                <a:lnTo>
                  <a:pt x="4179" y="2767"/>
                </a:lnTo>
                <a:lnTo>
                  <a:pt x="4179" y="2766"/>
                </a:lnTo>
                <a:lnTo>
                  <a:pt x="4178" y="2767"/>
                </a:lnTo>
                <a:lnTo>
                  <a:pt x="4178" y="2766"/>
                </a:lnTo>
                <a:lnTo>
                  <a:pt x="4177" y="2766"/>
                </a:lnTo>
                <a:lnTo>
                  <a:pt x="4176" y="2766"/>
                </a:lnTo>
                <a:lnTo>
                  <a:pt x="4175" y="2766"/>
                </a:lnTo>
                <a:lnTo>
                  <a:pt x="4176" y="2765"/>
                </a:lnTo>
                <a:lnTo>
                  <a:pt x="4175" y="2765"/>
                </a:lnTo>
                <a:lnTo>
                  <a:pt x="4175" y="2764"/>
                </a:lnTo>
                <a:lnTo>
                  <a:pt x="4176" y="2764"/>
                </a:lnTo>
                <a:lnTo>
                  <a:pt x="4176" y="2763"/>
                </a:lnTo>
                <a:lnTo>
                  <a:pt x="4175" y="2763"/>
                </a:lnTo>
                <a:lnTo>
                  <a:pt x="4175" y="2764"/>
                </a:lnTo>
                <a:lnTo>
                  <a:pt x="4175" y="2763"/>
                </a:lnTo>
                <a:lnTo>
                  <a:pt x="4176" y="2763"/>
                </a:lnTo>
                <a:lnTo>
                  <a:pt x="4176" y="2762"/>
                </a:lnTo>
                <a:lnTo>
                  <a:pt x="4175" y="2762"/>
                </a:lnTo>
                <a:lnTo>
                  <a:pt x="4176" y="2761"/>
                </a:lnTo>
                <a:lnTo>
                  <a:pt x="4177" y="2761"/>
                </a:lnTo>
                <a:lnTo>
                  <a:pt x="4176" y="2761"/>
                </a:lnTo>
                <a:lnTo>
                  <a:pt x="4176" y="2760"/>
                </a:lnTo>
                <a:lnTo>
                  <a:pt x="4177" y="2760"/>
                </a:lnTo>
                <a:lnTo>
                  <a:pt x="4176" y="2760"/>
                </a:lnTo>
                <a:lnTo>
                  <a:pt x="4176" y="2759"/>
                </a:lnTo>
                <a:lnTo>
                  <a:pt x="4177" y="2759"/>
                </a:lnTo>
                <a:lnTo>
                  <a:pt x="4177" y="2758"/>
                </a:lnTo>
                <a:lnTo>
                  <a:pt x="4178" y="2758"/>
                </a:lnTo>
                <a:lnTo>
                  <a:pt x="4179" y="2757"/>
                </a:lnTo>
                <a:lnTo>
                  <a:pt x="4181" y="2756"/>
                </a:lnTo>
                <a:lnTo>
                  <a:pt x="4182" y="2756"/>
                </a:lnTo>
                <a:lnTo>
                  <a:pt x="4183" y="2756"/>
                </a:lnTo>
                <a:lnTo>
                  <a:pt x="4184" y="2756"/>
                </a:lnTo>
                <a:lnTo>
                  <a:pt x="4184" y="2755"/>
                </a:lnTo>
                <a:lnTo>
                  <a:pt x="4185" y="2755"/>
                </a:lnTo>
                <a:lnTo>
                  <a:pt x="4185" y="2756"/>
                </a:lnTo>
                <a:lnTo>
                  <a:pt x="4185" y="2757"/>
                </a:lnTo>
                <a:lnTo>
                  <a:pt x="4186" y="2756"/>
                </a:lnTo>
                <a:lnTo>
                  <a:pt x="4185" y="2755"/>
                </a:lnTo>
                <a:lnTo>
                  <a:pt x="4186" y="2755"/>
                </a:lnTo>
                <a:lnTo>
                  <a:pt x="4187" y="2755"/>
                </a:lnTo>
                <a:lnTo>
                  <a:pt x="4187" y="2754"/>
                </a:lnTo>
                <a:lnTo>
                  <a:pt x="4187" y="2753"/>
                </a:lnTo>
                <a:lnTo>
                  <a:pt x="4186" y="2753"/>
                </a:lnTo>
                <a:lnTo>
                  <a:pt x="4186" y="2752"/>
                </a:lnTo>
                <a:lnTo>
                  <a:pt x="4187" y="2752"/>
                </a:lnTo>
                <a:lnTo>
                  <a:pt x="4187" y="2753"/>
                </a:lnTo>
                <a:lnTo>
                  <a:pt x="4188" y="2752"/>
                </a:lnTo>
                <a:lnTo>
                  <a:pt x="4188" y="2751"/>
                </a:lnTo>
                <a:lnTo>
                  <a:pt x="4189" y="2750"/>
                </a:lnTo>
                <a:lnTo>
                  <a:pt x="4190" y="2750"/>
                </a:lnTo>
                <a:lnTo>
                  <a:pt x="4189" y="2749"/>
                </a:lnTo>
                <a:lnTo>
                  <a:pt x="4189" y="2750"/>
                </a:lnTo>
                <a:lnTo>
                  <a:pt x="4188" y="2749"/>
                </a:lnTo>
                <a:lnTo>
                  <a:pt x="4188" y="2748"/>
                </a:lnTo>
                <a:lnTo>
                  <a:pt x="4189" y="2747"/>
                </a:lnTo>
                <a:lnTo>
                  <a:pt x="4190" y="2747"/>
                </a:lnTo>
                <a:lnTo>
                  <a:pt x="4191" y="2747"/>
                </a:lnTo>
                <a:lnTo>
                  <a:pt x="4191" y="2746"/>
                </a:lnTo>
                <a:lnTo>
                  <a:pt x="4190" y="2746"/>
                </a:lnTo>
                <a:lnTo>
                  <a:pt x="4189" y="2746"/>
                </a:lnTo>
                <a:lnTo>
                  <a:pt x="4190" y="2746"/>
                </a:lnTo>
                <a:lnTo>
                  <a:pt x="4190" y="2745"/>
                </a:lnTo>
                <a:lnTo>
                  <a:pt x="4192" y="2745"/>
                </a:lnTo>
                <a:lnTo>
                  <a:pt x="4192" y="2744"/>
                </a:lnTo>
                <a:lnTo>
                  <a:pt x="4192" y="2745"/>
                </a:lnTo>
                <a:lnTo>
                  <a:pt x="4192" y="2744"/>
                </a:lnTo>
                <a:lnTo>
                  <a:pt x="4193" y="2744"/>
                </a:lnTo>
                <a:lnTo>
                  <a:pt x="4194" y="2744"/>
                </a:lnTo>
                <a:lnTo>
                  <a:pt x="4194" y="2743"/>
                </a:lnTo>
                <a:lnTo>
                  <a:pt x="4195" y="2743"/>
                </a:lnTo>
                <a:lnTo>
                  <a:pt x="4194" y="2742"/>
                </a:lnTo>
                <a:lnTo>
                  <a:pt x="4195" y="2742"/>
                </a:lnTo>
                <a:lnTo>
                  <a:pt x="4195" y="2741"/>
                </a:lnTo>
                <a:lnTo>
                  <a:pt x="4196" y="2741"/>
                </a:lnTo>
                <a:lnTo>
                  <a:pt x="4197" y="2741"/>
                </a:lnTo>
                <a:lnTo>
                  <a:pt x="4197" y="2740"/>
                </a:lnTo>
                <a:lnTo>
                  <a:pt x="4197" y="2739"/>
                </a:lnTo>
                <a:lnTo>
                  <a:pt x="4197" y="2738"/>
                </a:lnTo>
                <a:lnTo>
                  <a:pt x="4196" y="2738"/>
                </a:lnTo>
                <a:lnTo>
                  <a:pt x="4195" y="2738"/>
                </a:lnTo>
                <a:lnTo>
                  <a:pt x="4194" y="2738"/>
                </a:lnTo>
                <a:lnTo>
                  <a:pt x="4194" y="2739"/>
                </a:lnTo>
                <a:lnTo>
                  <a:pt x="4193" y="2739"/>
                </a:lnTo>
                <a:lnTo>
                  <a:pt x="4192" y="2739"/>
                </a:lnTo>
                <a:lnTo>
                  <a:pt x="4190" y="2739"/>
                </a:lnTo>
                <a:lnTo>
                  <a:pt x="4189" y="2739"/>
                </a:lnTo>
                <a:lnTo>
                  <a:pt x="4188" y="2739"/>
                </a:lnTo>
                <a:lnTo>
                  <a:pt x="4188" y="2740"/>
                </a:lnTo>
                <a:lnTo>
                  <a:pt x="4187" y="2740"/>
                </a:lnTo>
                <a:lnTo>
                  <a:pt x="4187" y="2739"/>
                </a:lnTo>
                <a:lnTo>
                  <a:pt x="4188" y="2739"/>
                </a:lnTo>
                <a:lnTo>
                  <a:pt x="4188" y="2738"/>
                </a:lnTo>
                <a:lnTo>
                  <a:pt x="4187" y="2738"/>
                </a:lnTo>
                <a:lnTo>
                  <a:pt x="4186" y="2738"/>
                </a:lnTo>
                <a:lnTo>
                  <a:pt x="4186" y="2739"/>
                </a:lnTo>
                <a:lnTo>
                  <a:pt x="4185" y="2739"/>
                </a:lnTo>
                <a:lnTo>
                  <a:pt x="4185" y="2738"/>
                </a:lnTo>
                <a:lnTo>
                  <a:pt x="4184" y="2738"/>
                </a:lnTo>
                <a:lnTo>
                  <a:pt x="4184" y="2739"/>
                </a:lnTo>
                <a:lnTo>
                  <a:pt x="4185" y="2739"/>
                </a:lnTo>
                <a:lnTo>
                  <a:pt x="4184" y="2739"/>
                </a:lnTo>
                <a:lnTo>
                  <a:pt x="4183" y="2739"/>
                </a:lnTo>
                <a:lnTo>
                  <a:pt x="4183" y="2740"/>
                </a:lnTo>
                <a:lnTo>
                  <a:pt x="4183" y="2741"/>
                </a:lnTo>
                <a:lnTo>
                  <a:pt x="4184" y="2742"/>
                </a:lnTo>
                <a:lnTo>
                  <a:pt x="4184" y="2743"/>
                </a:lnTo>
                <a:lnTo>
                  <a:pt x="4184" y="2744"/>
                </a:lnTo>
                <a:lnTo>
                  <a:pt x="4183" y="2745"/>
                </a:lnTo>
                <a:lnTo>
                  <a:pt x="4182" y="2745"/>
                </a:lnTo>
                <a:lnTo>
                  <a:pt x="4182" y="2746"/>
                </a:lnTo>
                <a:lnTo>
                  <a:pt x="4181" y="2748"/>
                </a:lnTo>
                <a:lnTo>
                  <a:pt x="4181" y="2749"/>
                </a:lnTo>
                <a:lnTo>
                  <a:pt x="4181" y="2750"/>
                </a:lnTo>
                <a:lnTo>
                  <a:pt x="4180" y="2750"/>
                </a:lnTo>
                <a:lnTo>
                  <a:pt x="4181" y="2751"/>
                </a:lnTo>
                <a:lnTo>
                  <a:pt x="4182" y="2751"/>
                </a:lnTo>
                <a:lnTo>
                  <a:pt x="4181" y="2751"/>
                </a:lnTo>
                <a:lnTo>
                  <a:pt x="4181" y="2752"/>
                </a:lnTo>
                <a:lnTo>
                  <a:pt x="4180" y="2752"/>
                </a:lnTo>
                <a:lnTo>
                  <a:pt x="4180" y="2753"/>
                </a:lnTo>
                <a:lnTo>
                  <a:pt x="4179" y="2753"/>
                </a:lnTo>
                <a:lnTo>
                  <a:pt x="4178" y="2753"/>
                </a:lnTo>
                <a:lnTo>
                  <a:pt x="4178" y="2752"/>
                </a:lnTo>
                <a:lnTo>
                  <a:pt x="4178" y="2751"/>
                </a:lnTo>
                <a:lnTo>
                  <a:pt x="4179" y="2751"/>
                </a:lnTo>
                <a:lnTo>
                  <a:pt x="4179" y="2750"/>
                </a:lnTo>
                <a:lnTo>
                  <a:pt x="4178" y="2749"/>
                </a:lnTo>
                <a:lnTo>
                  <a:pt x="4177" y="2749"/>
                </a:lnTo>
                <a:lnTo>
                  <a:pt x="4176" y="2748"/>
                </a:lnTo>
                <a:lnTo>
                  <a:pt x="4176" y="2747"/>
                </a:lnTo>
                <a:lnTo>
                  <a:pt x="4175" y="2747"/>
                </a:lnTo>
                <a:lnTo>
                  <a:pt x="4174" y="2747"/>
                </a:lnTo>
                <a:lnTo>
                  <a:pt x="4174" y="2748"/>
                </a:lnTo>
                <a:lnTo>
                  <a:pt x="4173" y="2748"/>
                </a:lnTo>
                <a:lnTo>
                  <a:pt x="4173" y="2749"/>
                </a:lnTo>
                <a:lnTo>
                  <a:pt x="4172" y="2748"/>
                </a:lnTo>
                <a:lnTo>
                  <a:pt x="4171" y="2747"/>
                </a:lnTo>
                <a:lnTo>
                  <a:pt x="4172" y="2746"/>
                </a:lnTo>
                <a:lnTo>
                  <a:pt x="4173" y="2746"/>
                </a:lnTo>
                <a:lnTo>
                  <a:pt x="4173" y="2745"/>
                </a:lnTo>
                <a:lnTo>
                  <a:pt x="4173" y="2744"/>
                </a:lnTo>
                <a:lnTo>
                  <a:pt x="4172" y="2743"/>
                </a:lnTo>
                <a:lnTo>
                  <a:pt x="4172" y="2742"/>
                </a:lnTo>
                <a:lnTo>
                  <a:pt x="4173" y="2742"/>
                </a:lnTo>
                <a:lnTo>
                  <a:pt x="4173" y="2741"/>
                </a:lnTo>
                <a:lnTo>
                  <a:pt x="4173" y="2740"/>
                </a:lnTo>
                <a:lnTo>
                  <a:pt x="4174" y="2739"/>
                </a:lnTo>
                <a:lnTo>
                  <a:pt x="4175" y="2740"/>
                </a:lnTo>
                <a:lnTo>
                  <a:pt x="4176" y="2740"/>
                </a:lnTo>
                <a:lnTo>
                  <a:pt x="4177" y="2740"/>
                </a:lnTo>
                <a:lnTo>
                  <a:pt x="4177" y="2739"/>
                </a:lnTo>
                <a:lnTo>
                  <a:pt x="4177" y="2738"/>
                </a:lnTo>
                <a:lnTo>
                  <a:pt x="4176" y="2738"/>
                </a:lnTo>
                <a:lnTo>
                  <a:pt x="4177" y="2737"/>
                </a:lnTo>
                <a:lnTo>
                  <a:pt x="4177" y="2736"/>
                </a:lnTo>
                <a:lnTo>
                  <a:pt x="4176" y="2736"/>
                </a:lnTo>
                <a:lnTo>
                  <a:pt x="4176" y="2737"/>
                </a:lnTo>
                <a:lnTo>
                  <a:pt x="4175" y="2737"/>
                </a:lnTo>
                <a:lnTo>
                  <a:pt x="4175" y="2738"/>
                </a:lnTo>
                <a:lnTo>
                  <a:pt x="4174" y="2738"/>
                </a:lnTo>
                <a:lnTo>
                  <a:pt x="4173" y="2738"/>
                </a:lnTo>
                <a:lnTo>
                  <a:pt x="4172" y="2738"/>
                </a:lnTo>
                <a:lnTo>
                  <a:pt x="4171" y="2738"/>
                </a:lnTo>
                <a:lnTo>
                  <a:pt x="4171" y="2739"/>
                </a:lnTo>
                <a:lnTo>
                  <a:pt x="4171" y="2738"/>
                </a:lnTo>
                <a:lnTo>
                  <a:pt x="4171" y="2737"/>
                </a:lnTo>
                <a:lnTo>
                  <a:pt x="4171" y="2736"/>
                </a:lnTo>
                <a:lnTo>
                  <a:pt x="4173" y="2735"/>
                </a:lnTo>
                <a:lnTo>
                  <a:pt x="4174" y="2735"/>
                </a:lnTo>
                <a:lnTo>
                  <a:pt x="4174" y="2734"/>
                </a:lnTo>
                <a:lnTo>
                  <a:pt x="4176" y="2734"/>
                </a:lnTo>
                <a:lnTo>
                  <a:pt x="4176" y="2733"/>
                </a:lnTo>
                <a:lnTo>
                  <a:pt x="4177" y="2733"/>
                </a:lnTo>
                <a:lnTo>
                  <a:pt x="4177" y="2732"/>
                </a:lnTo>
                <a:lnTo>
                  <a:pt x="4176" y="2732"/>
                </a:lnTo>
                <a:lnTo>
                  <a:pt x="4176" y="2731"/>
                </a:lnTo>
                <a:lnTo>
                  <a:pt x="4176" y="2732"/>
                </a:lnTo>
                <a:lnTo>
                  <a:pt x="4176" y="2733"/>
                </a:lnTo>
                <a:lnTo>
                  <a:pt x="4174" y="2734"/>
                </a:lnTo>
                <a:lnTo>
                  <a:pt x="4173" y="2734"/>
                </a:lnTo>
                <a:lnTo>
                  <a:pt x="4172" y="2733"/>
                </a:lnTo>
                <a:lnTo>
                  <a:pt x="4172" y="2732"/>
                </a:lnTo>
                <a:lnTo>
                  <a:pt x="4173" y="2732"/>
                </a:lnTo>
                <a:lnTo>
                  <a:pt x="4172" y="2732"/>
                </a:lnTo>
                <a:lnTo>
                  <a:pt x="4172" y="2733"/>
                </a:lnTo>
                <a:lnTo>
                  <a:pt x="4171" y="2734"/>
                </a:lnTo>
                <a:lnTo>
                  <a:pt x="4171" y="2735"/>
                </a:lnTo>
                <a:lnTo>
                  <a:pt x="4170" y="2736"/>
                </a:lnTo>
                <a:lnTo>
                  <a:pt x="4170" y="2737"/>
                </a:lnTo>
                <a:lnTo>
                  <a:pt x="4169" y="2737"/>
                </a:lnTo>
                <a:lnTo>
                  <a:pt x="4168" y="2738"/>
                </a:lnTo>
                <a:lnTo>
                  <a:pt x="4169" y="2739"/>
                </a:lnTo>
                <a:lnTo>
                  <a:pt x="4169" y="2740"/>
                </a:lnTo>
                <a:lnTo>
                  <a:pt x="4170" y="2740"/>
                </a:lnTo>
                <a:lnTo>
                  <a:pt x="4170" y="2741"/>
                </a:lnTo>
                <a:lnTo>
                  <a:pt x="4169" y="2741"/>
                </a:lnTo>
                <a:lnTo>
                  <a:pt x="4169" y="2742"/>
                </a:lnTo>
                <a:lnTo>
                  <a:pt x="4169" y="2743"/>
                </a:lnTo>
                <a:lnTo>
                  <a:pt x="4168" y="2744"/>
                </a:lnTo>
                <a:lnTo>
                  <a:pt x="4167" y="2744"/>
                </a:lnTo>
                <a:lnTo>
                  <a:pt x="4166" y="2744"/>
                </a:lnTo>
                <a:lnTo>
                  <a:pt x="4166" y="2743"/>
                </a:lnTo>
                <a:lnTo>
                  <a:pt x="4166" y="2742"/>
                </a:lnTo>
                <a:lnTo>
                  <a:pt x="4166" y="2741"/>
                </a:lnTo>
                <a:lnTo>
                  <a:pt x="4165" y="2741"/>
                </a:lnTo>
                <a:lnTo>
                  <a:pt x="4165" y="2739"/>
                </a:lnTo>
                <a:lnTo>
                  <a:pt x="4164" y="2738"/>
                </a:lnTo>
                <a:lnTo>
                  <a:pt x="4164" y="2737"/>
                </a:lnTo>
                <a:lnTo>
                  <a:pt x="4163" y="2736"/>
                </a:lnTo>
                <a:lnTo>
                  <a:pt x="4162" y="2735"/>
                </a:lnTo>
                <a:lnTo>
                  <a:pt x="4162" y="2736"/>
                </a:lnTo>
                <a:lnTo>
                  <a:pt x="4162" y="2737"/>
                </a:lnTo>
                <a:lnTo>
                  <a:pt x="4162" y="2738"/>
                </a:lnTo>
                <a:lnTo>
                  <a:pt x="4162" y="2739"/>
                </a:lnTo>
                <a:lnTo>
                  <a:pt x="4162" y="2740"/>
                </a:lnTo>
                <a:lnTo>
                  <a:pt x="4163" y="2740"/>
                </a:lnTo>
                <a:lnTo>
                  <a:pt x="4162" y="2740"/>
                </a:lnTo>
                <a:lnTo>
                  <a:pt x="4161" y="2740"/>
                </a:lnTo>
                <a:lnTo>
                  <a:pt x="4162" y="2740"/>
                </a:lnTo>
                <a:lnTo>
                  <a:pt x="4161" y="2740"/>
                </a:lnTo>
                <a:lnTo>
                  <a:pt x="4162" y="2740"/>
                </a:lnTo>
                <a:lnTo>
                  <a:pt x="4162" y="2742"/>
                </a:lnTo>
                <a:lnTo>
                  <a:pt x="4162" y="2743"/>
                </a:lnTo>
                <a:lnTo>
                  <a:pt x="4163" y="2743"/>
                </a:lnTo>
                <a:lnTo>
                  <a:pt x="4163" y="2744"/>
                </a:lnTo>
                <a:lnTo>
                  <a:pt x="4163" y="2743"/>
                </a:lnTo>
                <a:lnTo>
                  <a:pt x="4164" y="2743"/>
                </a:lnTo>
                <a:lnTo>
                  <a:pt x="4164" y="2744"/>
                </a:lnTo>
                <a:lnTo>
                  <a:pt x="4165" y="2744"/>
                </a:lnTo>
                <a:lnTo>
                  <a:pt x="4167" y="2745"/>
                </a:lnTo>
                <a:lnTo>
                  <a:pt x="4166" y="2745"/>
                </a:lnTo>
                <a:lnTo>
                  <a:pt x="4166" y="2746"/>
                </a:lnTo>
                <a:lnTo>
                  <a:pt x="4166" y="2747"/>
                </a:lnTo>
                <a:lnTo>
                  <a:pt x="4165" y="2747"/>
                </a:lnTo>
                <a:lnTo>
                  <a:pt x="4164" y="2747"/>
                </a:lnTo>
                <a:lnTo>
                  <a:pt x="4163" y="2747"/>
                </a:lnTo>
                <a:lnTo>
                  <a:pt x="4162" y="2746"/>
                </a:lnTo>
                <a:lnTo>
                  <a:pt x="4162" y="2745"/>
                </a:lnTo>
                <a:lnTo>
                  <a:pt x="4161" y="2745"/>
                </a:lnTo>
                <a:lnTo>
                  <a:pt x="4160" y="2745"/>
                </a:lnTo>
                <a:lnTo>
                  <a:pt x="4160" y="2744"/>
                </a:lnTo>
                <a:lnTo>
                  <a:pt x="4160" y="2743"/>
                </a:lnTo>
                <a:lnTo>
                  <a:pt x="4159" y="2743"/>
                </a:lnTo>
                <a:lnTo>
                  <a:pt x="4159" y="2742"/>
                </a:lnTo>
                <a:lnTo>
                  <a:pt x="4158" y="2742"/>
                </a:lnTo>
                <a:lnTo>
                  <a:pt x="4156" y="2742"/>
                </a:lnTo>
                <a:lnTo>
                  <a:pt x="4155" y="2742"/>
                </a:lnTo>
                <a:lnTo>
                  <a:pt x="4155" y="2741"/>
                </a:lnTo>
                <a:lnTo>
                  <a:pt x="4156" y="2741"/>
                </a:lnTo>
                <a:lnTo>
                  <a:pt x="4156" y="2739"/>
                </a:lnTo>
                <a:lnTo>
                  <a:pt x="4156" y="2738"/>
                </a:lnTo>
                <a:lnTo>
                  <a:pt x="4155" y="2738"/>
                </a:lnTo>
                <a:lnTo>
                  <a:pt x="4155" y="2739"/>
                </a:lnTo>
                <a:lnTo>
                  <a:pt x="4154" y="2739"/>
                </a:lnTo>
                <a:lnTo>
                  <a:pt x="4153" y="2739"/>
                </a:lnTo>
                <a:lnTo>
                  <a:pt x="4152" y="2738"/>
                </a:lnTo>
                <a:lnTo>
                  <a:pt x="4151" y="2738"/>
                </a:lnTo>
                <a:lnTo>
                  <a:pt x="4152" y="2738"/>
                </a:lnTo>
                <a:lnTo>
                  <a:pt x="4152" y="2739"/>
                </a:lnTo>
                <a:lnTo>
                  <a:pt x="4152" y="2740"/>
                </a:lnTo>
                <a:lnTo>
                  <a:pt x="4151" y="2741"/>
                </a:lnTo>
                <a:lnTo>
                  <a:pt x="4150" y="2742"/>
                </a:lnTo>
                <a:lnTo>
                  <a:pt x="4150" y="2741"/>
                </a:lnTo>
                <a:lnTo>
                  <a:pt x="4150" y="2742"/>
                </a:lnTo>
                <a:lnTo>
                  <a:pt x="4150" y="2743"/>
                </a:lnTo>
                <a:lnTo>
                  <a:pt x="4151" y="2743"/>
                </a:lnTo>
                <a:lnTo>
                  <a:pt x="4150" y="2744"/>
                </a:lnTo>
                <a:lnTo>
                  <a:pt x="4151" y="2744"/>
                </a:lnTo>
                <a:lnTo>
                  <a:pt x="4152" y="2743"/>
                </a:lnTo>
                <a:lnTo>
                  <a:pt x="4153" y="2743"/>
                </a:lnTo>
                <a:lnTo>
                  <a:pt x="4154" y="2743"/>
                </a:lnTo>
                <a:lnTo>
                  <a:pt x="4155" y="2743"/>
                </a:lnTo>
                <a:lnTo>
                  <a:pt x="4156" y="2743"/>
                </a:lnTo>
                <a:lnTo>
                  <a:pt x="4157" y="2743"/>
                </a:lnTo>
                <a:lnTo>
                  <a:pt x="4157" y="2744"/>
                </a:lnTo>
                <a:lnTo>
                  <a:pt x="4158" y="2744"/>
                </a:lnTo>
                <a:lnTo>
                  <a:pt x="4158" y="2745"/>
                </a:lnTo>
                <a:lnTo>
                  <a:pt x="4157" y="2745"/>
                </a:lnTo>
                <a:lnTo>
                  <a:pt x="4157" y="2746"/>
                </a:lnTo>
                <a:lnTo>
                  <a:pt x="4156" y="2746"/>
                </a:lnTo>
                <a:lnTo>
                  <a:pt x="4156" y="2745"/>
                </a:lnTo>
                <a:lnTo>
                  <a:pt x="4157" y="2745"/>
                </a:lnTo>
                <a:lnTo>
                  <a:pt x="4156" y="2745"/>
                </a:lnTo>
                <a:lnTo>
                  <a:pt x="4156" y="2746"/>
                </a:lnTo>
                <a:lnTo>
                  <a:pt x="4157" y="2747"/>
                </a:lnTo>
                <a:lnTo>
                  <a:pt x="4156" y="2747"/>
                </a:lnTo>
                <a:lnTo>
                  <a:pt x="4156" y="2746"/>
                </a:lnTo>
                <a:lnTo>
                  <a:pt x="4155" y="2746"/>
                </a:lnTo>
                <a:lnTo>
                  <a:pt x="4154" y="2746"/>
                </a:lnTo>
                <a:lnTo>
                  <a:pt x="4155" y="2746"/>
                </a:lnTo>
                <a:lnTo>
                  <a:pt x="4155" y="2747"/>
                </a:lnTo>
                <a:lnTo>
                  <a:pt x="4156" y="2747"/>
                </a:lnTo>
                <a:lnTo>
                  <a:pt x="4157" y="2748"/>
                </a:lnTo>
                <a:lnTo>
                  <a:pt x="4157" y="2749"/>
                </a:lnTo>
                <a:lnTo>
                  <a:pt x="4157" y="2750"/>
                </a:lnTo>
                <a:lnTo>
                  <a:pt x="4157" y="2749"/>
                </a:lnTo>
                <a:lnTo>
                  <a:pt x="4156" y="2749"/>
                </a:lnTo>
                <a:lnTo>
                  <a:pt x="4155" y="2749"/>
                </a:lnTo>
                <a:lnTo>
                  <a:pt x="4156" y="2749"/>
                </a:lnTo>
                <a:lnTo>
                  <a:pt x="4156" y="2750"/>
                </a:lnTo>
                <a:lnTo>
                  <a:pt x="4155" y="2750"/>
                </a:lnTo>
                <a:lnTo>
                  <a:pt x="4155" y="2749"/>
                </a:lnTo>
                <a:lnTo>
                  <a:pt x="4155" y="2750"/>
                </a:lnTo>
                <a:lnTo>
                  <a:pt x="4155" y="2751"/>
                </a:lnTo>
                <a:lnTo>
                  <a:pt x="4156" y="2751"/>
                </a:lnTo>
                <a:lnTo>
                  <a:pt x="4156" y="2752"/>
                </a:lnTo>
                <a:lnTo>
                  <a:pt x="4155" y="2753"/>
                </a:lnTo>
                <a:lnTo>
                  <a:pt x="4154" y="2753"/>
                </a:lnTo>
                <a:lnTo>
                  <a:pt x="4153" y="2752"/>
                </a:lnTo>
                <a:lnTo>
                  <a:pt x="4152" y="2753"/>
                </a:lnTo>
                <a:lnTo>
                  <a:pt x="4151" y="2754"/>
                </a:lnTo>
                <a:lnTo>
                  <a:pt x="4150" y="2755"/>
                </a:lnTo>
                <a:lnTo>
                  <a:pt x="4151" y="2756"/>
                </a:lnTo>
                <a:lnTo>
                  <a:pt x="4152" y="2756"/>
                </a:lnTo>
                <a:lnTo>
                  <a:pt x="4152" y="2757"/>
                </a:lnTo>
                <a:lnTo>
                  <a:pt x="4153" y="2757"/>
                </a:lnTo>
                <a:lnTo>
                  <a:pt x="4154" y="2758"/>
                </a:lnTo>
                <a:lnTo>
                  <a:pt x="4154" y="2759"/>
                </a:lnTo>
                <a:lnTo>
                  <a:pt x="4154" y="2760"/>
                </a:lnTo>
                <a:lnTo>
                  <a:pt x="4154" y="2761"/>
                </a:lnTo>
                <a:lnTo>
                  <a:pt x="4154" y="2762"/>
                </a:lnTo>
                <a:lnTo>
                  <a:pt x="4154" y="2761"/>
                </a:lnTo>
                <a:lnTo>
                  <a:pt x="4155" y="2760"/>
                </a:lnTo>
                <a:lnTo>
                  <a:pt x="4155" y="2759"/>
                </a:lnTo>
                <a:lnTo>
                  <a:pt x="4156" y="2759"/>
                </a:lnTo>
                <a:lnTo>
                  <a:pt x="4156" y="2758"/>
                </a:lnTo>
                <a:lnTo>
                  <a:pt x="4157" y="2758"/>
                </a:lnTo>
                <a:lnTo>
                  <a:pt x="4158" y="2757"/>
                </a:lnTo>
                <a:lnTo>
                  <a:pt x="4159" y="2757"/>
                </a:lnTo>
                <a:lnTo>
                  <a:pt x="4160" y="2757"/>
                </a:lnTo>
                <a:lnTo>
                  <a:pt x="4160" y="2756"/>
                </a:lnTo>
                <a:lnTo>
                  <a:pt x="4161" y="2756"/>
                </a:lnTo>
                <a:lnTo>
                  <a:pt x="4162" y="2757"/>
                </a:lnTo>
                <a:lnTo>
                  <a:pt x="4163" y="2757"/>
                </a:lnTo>
                <a:lnTo>
                  <a:pt x="4164" y="2757"/>
                </a:lnTo>
                <a:lnTo>
                  <a:pt x="4165" y="2756"/>
                </a:lnTo>
                <a:lnTo>
                  <a:pt x="4166" y="2757"/>
                </a:lnTo>
                <a:lnTo>
                  <a:pt x="4167" y="2757"/>
                </a:lnTo>
                <a:lnTo>
                  <a:pt x="4168" y="2758"/>
                </a:lnTo>
                <a:lnTo>
                  <a:pt x="4168" y="2759"/>
                </a:lnTo>
                <a:lnTo>
                  <a:pt x="4169" y="2759"/>
                </a:lnTo>
                <a:lnTo>
                  <a:pt x="4170" y="2760"/>
                </a:lnTo>
                <a:lnTo>
                  <a:pt x="4171" y="2760"/>
                </a:lnTo>
                <a:lnTo>
                  <a:pt x="4171" y="2761"/>
                </a:lnTo>
                <a:lnTo>
                  <a:pt x="4171" y="2762"/>
                </a:lnTo>
                <a:lnTo>
                  <a:pt x="4172" y="2762"/>
                </a:lnTo>
                <a:lnTo>
                  <a:pt x="4172" y="2763"/>
                </a:lnTo>
                <a:lnTo>
                  <a:pt x="4171" y="2763"/>
                </a:lnTo>
                <a:lnTo>
                  <a:pt x="4171" y="2762"/>
                </a:lnTo>
                <a:lnTo>
                  <a:pt x="4170" y="2762"/>
                </a:lnTo>
                <a:lnTo>
                  <a:pt x="4170" y="2761"/>
                </a:lnTo>
                <a:lnTo>
                  <a:pt x="4169" y="2762"/>
                </a:lnTo>
                <a:lnTo>
                  <a:pt x="4169" y="2763"/>
                </a:lnTo>
                <a:lnTo>
                  <a:pt x="4169" y="2764"/>
                </a:lnTo>
                <a:lnTo>
                  <a:pt x="4169" y="2763"/>
                </a:lnTo>
                <a:lnTo>
                  <a:pt x="4170" y="2763"/>
                </a:lnTo>
                <a:lnTo>
                  <a:pt x="4170" y="2764"/>
                </a:lnTo>
                <a:lnTo>
                  <a:pt x="4171" y="2764"/>
                </a:lnTo>
                <a:lnTo>
                  <a:pt x="4170" y="2765"/>
                </a:lnTo>
                <a:lnTo>
                  <a:pt x="4170" y="2766"/>
                </a:lnTo>
                <a:lnTo>
                  <a:pt x="4171" y="2766"/>
                </a:lnTo>
                <a:lnTo>
                  <a:pt x="4170" y="2766"/>
                </a:lnTo>
                <a:lnTo>
                  <a:pt x="4171" y="2766"/>
                </a:lnTo>
                <a:lnTo>
                  <a:pt x="4171" y="2767"/>
                </a:lnTo>
                <a:lnTo>
                  <a:pt x="4172" y="2767"/>
                </a:lnTo>
                <a:lnTo>
                  <a:pt x="4172" y="2768"/>
                </a:lnTo>
                <a:lnTo>
                  <a:pt x="4171" y="2768"/>
                </a:lnTo>
                <a:lnTo>
                  <a:pt x="4170" y="2768"/>
                </a:lnTo>
                <a:lnTo>
                  <a:pt x="4170" y="2769"/>
                </a:lnTo>
                <a:lnTo>
                  <a:pt x="4172" y="2769"/>
                </a:lnTo>
                <a:lnTo>
                  <a:pt x="4173" y="2769"/>
                </a:lnTo>
                <a:lnTo>
                  <a:pt x="4172" y="2769"/>
                </a:lnTo>
                <a:lnTo>
                  <a:pt x="4172" y="2770"/>
                </a:lnTo>
                <a:lnTo>
                  <a:pt x="4173" y="2770"/>
                </a:lnTo>
                <a:lnTo>
                  <a:pt x="4172" y="2771"/>
                </a:lnTo>
                <a:lnTo>
                  <a:pt x="4173" y="2771"/>
                </a:lnTo>
                <a:lnTo>
                  <a:pt x="4174" y="2771"/>
                </a:lnTo>
                <a:lnTo>
                  <a:pt x="4173" y="2772"/>
                </a:lnTo>
                <a:lnTo>
                  <a:pt x="4174" y="2772"/>
                </a:lnTo>
                <a:lnTo>
                  <a:pt x="4174" y="2773"/>
                </a:lnTo>
                <a:lnTo>
                  <a:pt x="4175" y="2773"/>
                </a:lnTo>
                <a:lnTo>
                  <a:pt x="4175" y="2774"/>
                </a:lnTo>
                <a:lnTo>
                  <a:pt x="4174" y="2774"/>
                </a:lnTo>
                <a:lnTo>
                  <a:pt x="4173" y="2775"/>
                </a:lnTo>
                <a:lnTo>
                  <a:pt x="4173" y="2774"/>
                </a:lnTo>
                <a:lnTo>
                  <a:pt x="4172" y="2774"/>
                </a:lnTo>
                <a:lnTo>
                  <a:pt x="4172" y="2775"/>
                </a:lnTo>
                <a:lnTo>
                  <a:pt x="4172" y="2776"/>
                </a:lnTo>
                <a:lnTo>
                  <a:pt x="4171" y="2776"/>
                </a:lnTo>
                <a:lnTo>
                  <a:pt x="4172" y="2776"/>
                </a:lnTo>
                <a:lnTo>
                  <a:pt x="4172" y="2777"/>
                </a:lnTo>
                <a:lnTo>
                  <a:pt x="4171" y="2777"/>
                </a:lnTo>
                <a:lnTo>
                  <a:pt x="4170" y="2777"/>
                </a:lnTo>
                <a:lnTo>
                  <a:pt x="4169" y="2777"/>
                </a:lnTo>
                <a:lnTo>
                  <a:pt x="4169" y="2778"/>
                </a:lnTo>
                <a:lnTo>
                  <a:pt x="4169" y="2777"/>
                </a:lnTo>
                <a:lnTo>
                  <a:pt x="4169" y="2776"/>
                </a:lnTo>
                <a:lnTo>
                  <a:pt x="4170" y="2776"/>
                </a:lnTo>
                <a:lnTo>
                  <a:pt x="4170" y="2775"/>
                </a:lnTo>
                <a:lnTo>
                  <a:pt x="4170" y="2774"/>
                </a:lnTo>
                <a:lnTo>
                  <a:pt x="4168" y="2774"/>
                </a:lnTo>
                <a:lnTo>
                  <a:pt x="4167" y="2773"/>
                </a:lnTo>
                <a:lnTo>
                  <a:pt x="4167" y="2774"/>
                </a:lnTo>
                <a:lnTo>
                  <a:pt x="4165" y="2774"/>
                </a:lnTo>
                <a:lnTo>
                  <a:pt x="4163" y="2772"/>
                </a:lnTo>
                <a:lnTo>
                  <a:pt x="4162" y="2772"/>
                </a:lnTo>
                <a:lnTo>
                  <a:pt x="4161" y="2771"/>
                </a:lnTo>
                <a:lnTo>
                  <a:pt x="4159" y="2770"/>
                </a:lnTo>
                <a:lnTo>
                  <a:pt x="4158" y="2770"/>
                </a:lnTo>
                <a:lnTo>
                  <a:pt x="4157" y="2770"/>
                </a:lnTo>
                <a:lnTo>
                  <a:pt x="4156" y="2771"/>
                </a:lnTo>
                <a:lnTo>
                  <a:pt x="4155" y="2772"/>
                </a:lnTo>
                <a:lnTo>
                  <a:pt x="4156" y="2773"/>
                </a:lnTo>
                <a:lnTo>
                  <a:pt x="4156" y="2774"/>
                </a:lnTo>
                <a:lnTo>
                  <a:pt x="4157" y="2774"/>
                </a:lnTo>
                <a:lnTo>
                  <a:pt x="4157" y="2775"/>
                </a:lnTo>
                <a:lnTo>
                  <a:pt x="4158" y="2774"/>
                </a:lnTo>
                <a:lnTo>
                  <a:pt x="4159" y="2774"/>
                </a:lnTo>
                <a:lnTo>
                  <a:pt x="4160" y="2776"/>
                </a:lnTo>
                <a:lnTo>
                  <a:pt x="4160" y="2777"/>
                </a:lnTo>
                <a:lnTo>
                  <a:pt x="4160" y="2778"/>
                </a:lnTo>
                <a:lnTo>
                  <a:pt x="4159" y="2779"/>
                </a:lnTo>
                <a:lnTo>
                  <a:pt x="4159" y="2780"/>
                </a:lnTo>
                <a:lnTo>
                  <a:pt x="4160" y="2780"/>
                </a:lnTo>
                <a:lnTo>
                  <a:pt x="4160" y="2781"/>
                </a:lnTo>
                <a:lnTo>
                  <a:pt x="4160" y="2782"/>
                </a:lnTo>
                <a:lnTo>
                  <a:pt x="4160" y="2783"/>
                </a:lnTo>
                <a:lnTo>
                  <a:pt x="4161" y="2784"/>
                </a:lnTo>
                <a:lnTo>
                  <a:pt x="4162" y="2784"/>
                </a:lnTo>
                <a:lnTo>
                  <a:pt x="4163" y="2784"/>
                </a:lnTo>
                <a:lnTo>
                  <a:pt x="4164" y="2783"/>
                </a:lnTo>
                <a:lnTo>
                  <a:pt x="4165" y="2783"/>
                </a:lnTo>
                <a:lnTo>
                  <a:pt x="4166" y="2783"/>
                </a:lnTo>
                <a:lnTo>
                  <a:pt x="4166" y="2782"/>
                </a:lnTo>
                <a:lnTo>
                  <a:pt x="4167" y="2782"/>
                </a:lnTo>
                <a:lnTo>
                  <a:pt x="4167" y="2783"/>
                </a:lnTo>
                <a:lnTo>
                  <a:pt x="4166" y="2783"/>
                </a:lnTo>
                <a:lnTo>
                  <a:pt x="4167" y="2783"/>
                </a:lnTo>
                <a:lnTo>
                  <a:pt x="4168" y="2781"/>
                </a:lnTo>
                <a:lnTo>
                  <a:pt x="4169" y="2781"/>
                </a:lnTo>
                <a:lnTo>
                  <a:pt x="4170" y="2781"/>
                </a:lnTo>
                <a:lnTo>
                  <a:pt x="4170" y="2780"/>
                </a:lnTo>
                <a:lnTo>
                  <a:pt x="4171" y="2779"/>
                </a:lnTo>
                <a:lnTo>
                  <a:pt x="4172" y="2779"/>
                </a:lnTo>
                <a:lnTo>
                  <a:pt x="4172" y="2778"/>
                </a:lnTo>
                <a:lnTo>
                  <a:pt x="4173" y="2778"/>
                </a:lnTo>
                <a:lnTo>
                  <a:pt x="4173" y="2777"/>
                </a:lnTo>
                <a:lnTo>
                  <a:pt x="4174" y="2776"/>
                </a:lnTo>
                <a:lnTo>
                  <a:pt x="4175" y="2776"/>
                </a:lnTo>
                <a:lnTo>
                  <a:pt x="4175" y="2777"/>
                </a:lnTo>
                <a:lnTo>
                  <a:pt x="4176" y="2777"/>
                </a:lnTo>
                <a:lnTo>
                  <a:pt x="4177" y="2778"/>
                </a:lnTo>
                <a:lnTo>
                  <a:pt x="4177" y="2779"/>
                </a:lnTo>
                <a:lnTo>
                  <a:pt x="4176" y="2779"/>
                </a:lnTo>
                <a:lnTo>
                  <a:pt x="4176" y="2780"/>
                </a:lnTo>
                <a:lnTo>
                  <a:pt x="4177" y="2780"/>
                </a:lnTo>
                <a:lnTo>
                  <a:pt x="4178" y="2780"/>
                </a:lnTo>
                <a:lnTo>
                  <a:pt x="4178" y="2781"/>
                </a:lnTo>
                <a:lnTo>
                  <a:pt x="4179" y="2781"/>
                </a:lnTo>
                <a:lnTo>
                  <a:pt x="4178" y="2782"/>
                </a:lnTo>
                <a:lnTo>
                  <a:pt x="4177" y="2782"/>
                </a:lnTo>
                <a:lnTo>
                  <a:pt x="4177" y="2783"/>
                </a:lnTo>
                <a:lnTo>
                  <a:pt x="4177" y="2784"/>
                </a:lnTo>
                <a:lnTo>
                  <a:pt x="4179" y="2784"/>
                </a:lnTo>
                <a:lnTo>
                  <a:pt x="4180" y="2783"/>
                </a:lnTo>
                <a:lnTo>
                  <a:pt x="4181" y="2783"/>
                </a:lnTo>
                <a:lnTo>
                  <a:pt x="4181" y="2784"/>
                </a:lnTo>
                <a:lnTo>
                  <a:pt x="4182" y="2784"/>
                </a:lnTo>
                <a:lnTo>
                  <a:pt x="4182" y="2783"/>
                </a:lnTo>
                <a:lnTo>
                  <a:pt x="4183" y="2783"/>
                </a:lnTo>
                <a:lnTo>
                  <a:pt x="4184" y="2782"/>
                </a:lnTo>
                <a:lnTo>
                  <a:pt x="4185" y="2781"/>
                </a:lnTo>
                <a:lnTo>
                  <a:pt x="4186" y="2781"/>
                </a:lnTo>
                <a:lnTo>
                  <a:pt x="4186" y="2782"/>
                </a:lnTo>
                <a:lnTo>
                  <a:pt x="4185" y="2782"/>
                </a:lnTo>
                <a:lnTo>
                  <a:pt x="4185" y="2783"/>
                </a:lnTo>
                <a:lnTo>
                  <a:pt x="4184" y="2783"/>
                </a:lnTo>
                <a:lnTo>
                  <a:pt x="4184" y="2784"/>
                </a:lnTo>
                <a:lnTo>
                  <a:pt x="4183" y="2784"/>
                </a:lnTo>
                <a:lnTo>
                  <a:pt x="4182" y="2785"/>
                </a:lnTo>
                <a:lnTo>
                  <a:pt x="4182" y="2786"/>
                </a:lnTo>
                <a:lnTo>
                  <a:pt x="4181" y="2786"/>
                </a:lnTo>
                <a:lnTo>
                  <a:pt x="4182" y="2786"/>
                </a:lnTo>
                <a:lnTo>
                  <a:pt x="4182" y="2787"/>
                </a:lnTo>
                <a:lnTo>
                  <a:pt x="4181" y="2787"/>
                </a:lnTo>
                <a:lnTo>
                  <a:pt x="4180" y="2787"/>
                </a:lnTo>
                <a:lnTo>
                  <a:pt x="4180" y="2786"/>
                </a:lnTo>
                <a:lnTo>
                  <a:pt x="4179" y="2786"/>
                </a:lnTo>
                <a:lnTo>
                  <a:pt x="4179" y="2787"/>
                </a:lnTo>
                <a:lnTo>
                  <a:pt x="4178" y="2787"/>
                </a:lnTo>
                <a:lnTo>
                  <a:pt x="4178" y="2788"/>
                </a:lnTo>
                <a:lnTo>
                  <a:pt x="4178" y="2787"/>
                </a:lnTo>
                <a:lnTo>
                  <a:pt x="4178" y="2786"/>
                </a:lnTo>
                <a:lnTo>
                  <a:pt x="4177" y="2786"/>
                </a:lnTo>
                <a:lnTo>
                  <a:pt x="4176" y="2785"/>
                </a:lnTo>
                <a:lnTo>
                  <a:pt x="4175" y="2786"/>
                </a:lnTo>
                <a:lnTo>
                  <a:pt x="4173" y="2786"/>
                </a:lnTo>
                <a:lnTo>
                  <a:pt x="4171" y="2788"/>
                </a:lnTo>
                <a:lnTo>
                  <a:pt x="4171" y="2789"/>
                </a:lnTo>
                <a:lnTo>
                  <a:pt x="4172" y="2789"/>
                </a:lnTo>
                <a:lnTo>
                  <a:pt x="4173" y="2789"/>
                </a:lnTo>
                <a:lnTo>
                  <a:pt x="4173" y="2790"/>
                </a:lnTo>
                <a:lnTo>
                  <a:pt x="4172" y="2791"/>
                </a:lnTo>
                <a:lnTo>
                  <a:pt x="4171" y="2791"/>
                </a:lnTo>
                <a:lnTo>
                  <a:pt x="4171" y="2790"/>
                </a:lnTo>
                <a:lnTo>
                  <a:pt x="4171" y="2789"/>
                </a:lnTo>
                <a:lnTo>
                  <a:pt x="4169" y="2789"/>
                </a:lnTo>
                <a:lnTo>
                  <a:pt x="4168" y="2789"/>
                </a:lnTo>
                <a:lnTo>
                  <a:pt x="4168" y="2790"/>
                </a:lnTo>
                <a:lnTo>
                  <a:pt x="4169" y="2790"/>
                </a:lnTo>
                <a:lnTo>
                  <a:pt x="4168" y="2790"/>
                </a:lnTo>
                <a:lnTo>
                  <a:pt x="4167" y="2790"/>
                </a:lnTo>
                <a:lnTo>
                  <a:pt x="4168" y="2790"/>
                </a:lnTo>
                <a:lnTo>
                  <a:pt x="4167" y="2790"/>
                </a:lnTo>
                <a:lnTo>
                  <a:pt x="4166" y="2790"/>
                </a:lnTo>
                <a:lnTo>
                  <a:pt x="4166" y="2791"/>
                </a:lnTo>
                <a:lnTo>
                  <a:pt x="4165" y="2791"/>
                </a:lnTo>
                <a:lnTo>
                  <a:pt x="4164" y="2791"/>
                </a:lnTo>
                <a:lnTo>
                  <a:pt x="4163" y="2791"/>
                </a:lnTo>
                <a:lnTo>
                  <a:pt x="4162" y="2791"/>
                </a:lnTo>
                <a:lnTo>
                  <a:pt x="4161" y="2792"/>
                </a:lnTo>
                <a:lnTo>
                  <a:pt x="4159" y="2791"/>
                </a:lnTo>
                <a:lnTo>
                  <a:pt x="4158" y="2791"/>
                </a:lnTo>
                <a:lnTo>
                  <a:pt x="4158" y="2792"/>
                </a:lnTo>
                <a:lnTo>
                  <a:pt x="4157" y="2792"/>
                </a:lnTo>
                <a:lnTo>
                  <a:pt x="4157" y="2793"/>
                </a:lnTo>
                <a:lnTo>
                  <a:pt x="4158" y="2793"/>
                </a:lnTo>
                <a:lnTo>
                  <a:pt x="4159" y="2793"/>
                </a:lnTo>
                <a:lnTo>
                  <a:pt x="4159" y="2794"/>
                </a:lnTo>
                <a:lnTo>
                  <a:pt x="4160" y="2794"/>
                </a:lnTo>
                <a:lnTo>
                  <a:pt x="4160" y="2795"/>
                </a:lnTo>
                <a:lnTo>
                  <a:pt x="4161" y="2795"/>
                </a:lnTo>
                <a:lnTo>
                  <a:pt x="4161" y="2796"/>
                </a:lnTo>
                <a:lnTo>
                  <a:pt x="4160" y="2796"/>
                </a:lnTo>
                <a:lnTo>
                  <a:pt x="4159" y="2796"/>
                </a:lnTo>
                <a:lnTo>
                  <a:pt x="4159" y="2797"/>
                </a:lnTo>
                <a:lnTo>
                  <a:pt x="4160" y="2798"/>
                </a:lnTo>
                <a:lnTo>
                  <a:pt x="4159" y="2798"/>
                </a:lnTo>
                <a:lnTo>
                  <a:pt x="4158" y="2799"/>
                </a:lnTo>
                <a:lnTo>
                  <a:pt x="4157" y="2799"/>
                </a:lnTo>
                <a:lnTo>
                  <a:pt x="4156" y="2801"/>
                </a:lnTo>
                <a:lnTo>
                  <a:pt x="4155" y="2801"/>
                </a:lnTo>
                <a:lnTo>
                  <a:pt x="4154" y="2801"/>
                </a:lnTo>
                <a:lnTo>
                  <a:pt x="4154" y="2802"/>
                </a:lnTo>
                <a:lnTo>
                  <a:pt x="4154" y="2803"/>
                </a:lnTo>
                <a:lnTo>
                  <a:pt x="4154" y="2804"/>
                </a:lnTo>
                <a:lnTo>
                  <a:pt x="4155" y="2805"/>
                </a:lnTo>
                <a:lnTo>
                  <a:pt x="4153" y="2806"/>
                </a:lnTo>
                <a:lnTo>
                  <a:pt x="4152" y="2805"/>
                </a:lnTo>
                <a:lnTo>
                  <a:pt x="4151" y="2806"/>
                </a:lnTo>
                <a:lnTo>
                  <a:pt x="4150" y="2806"/>
                </a:lnTo>
                <a:lnTo>
                  <a:pt x="4150" y="2807"/>
                </a:lnTo>
                <a:lnTo>
                  <a:pt x="4147" y="2810"/>
                </a:lnTo>
                <a:lnTo>
                  <a:pt x="4147" y="2811"/>
                </a:lnTo>
                <a:lnTo>
                  <a:pt x="4146" y="2812"/>
                </a:lnTo>
                <a:lnTo>
                  <a:pt x="4146" y="2813"/>
                </a:lnTo>
                <a:lnTo>
                  <a:pt x="4146" y="2814"/>
                </a:lnTo>
                <a:lnTo>
                  <a:pt x="4146" y="2816"/>
                </a:lnTo>
                <a:lnTo>
                  <a:pt x="4145" y="2817"/>
                </a:lnTo>
                <a:lnTo>
                  <a:pt x="4144" y="2818"/>
                </a:lnTo>
                <a:lnTo>
                  <a:pt x="4145" y="2818"/>
                </a:lnTo>
                <a:lnTo>
                  <a:pt x="4145" y="2817"/>
                </a:lnTo>
                <a:lnTo>
                  <a:pt x="4146" y="2817"/>
                </a:lnTo>
                <a:lnTo>
                  <a:pt x="4146" y="2816"/>
                </a:lnTo>
                <a:lnTo>
                  <a:pt x="4146" y="2815"/>
                </a:lnTo>
                <a:lnTo>
                  <a:pt x="4146" y="2814"/>
                </a:lnTo>
                <a:lnTo>
                  <a:pt x="4147" y="2813"/>
                </a:lnTo>
                <a:lnTo>
                  <a:pt x="4148" y="2812"/>
                </a:lnTo>
                <a:lnTo>
                  <a:pt x="4149" y="2812"/>
                </a:lnTo>
                <a:lnTo>
                  <a:pt x="4150" y="2812"/>
                </a:lnTo>
                <a:lnTo>
                  <a:pt x="4150" y="2813"/>
                </a:lnTo>
                <a:lnTo>
                  <a:pt x="4150" y="2814"/>
                </a:lnTo>
                <a:lnTo>
                  <a:pt x="4152" y="2815"/>
                </a:lnTo>
                <a:lnTo>
                  <a:pt x="4153" y="2815"/>
                </a:lnTo>
                <a:lnTo>
                  <a:pt x="4153" y="2814"/>
                </a:lnTo>
                <a:lnTo>
                  <a:pt x="4154" y="2814"/>
                </a:lnTo>
                <a:lnTo>
                  <a:pt x="4154" y="2815"/>
                </a:lnTo>
                <a:lnTo>
                  <a:pt x="4155" y="2815"/>
                </a:lnTo>
                <a:lnTo>
                  <a:pt x="4155" y="2816"/>
                </a:lnTo>
                <a:lnTo>
                  <a:pt x="4156" y="2817"/>
                </a:lnTo>
                <a:lnTo>
                  <a:pt x="4157" y="2817"/>
                </a:lnTo>
                <a:lnTo>
                  <a:pt x="4157" y="2816"/>
                </a:lnTo>
                <a:lnTo>
                  <a:pt x="4160" y="2818"/>
                </a:lnTo>
                <a:lnTo>
                  <a:pt x="4161" y="2818"/>
                </a:lnTo>
                <a:lnTo>
                  <a:pt x="4161" y="2817"/>
                </a:lnTo>
                <a:lnTo>
                  <a:pt x="4162" y="2817"/>
                </a:lnTo>
                <a:lnTo>
                  <a:pt x="4163" y="2817"/>
                </a:lnTo>
                <a:lnTo>
                  <a:pt x="4164" y="2817"/>
                </a:lnTo>
                <a:lnTo>
                  <a:pt x="4164" y="2818"/>
                </a:lnTo>
                <a:lnTo>
                  <a:pt x="4165" y="2818"/>
                </a:lnTo>
                <a:lnTo>
                  <a:pt x="4165" y="2819"/>
                </a:lnTo>
                <a:lnTo>
                  <a:pt x="4164" y="2819"/>
                </a:lnTo>
                <a:lnTo>
                  <a:pt x="4164" y="2822"/>
                </a:lnTo>
                <a:lnTo>
                  <a:pt x="4164" y="2823"/>
                </a:lnTo>
                <a:lnTo>
                  <a:pt x="4163" y="2824"/>
                </a:lnTo>
                <a:lnTo>
                  <a:pt x="4162" y="2824"/>
                </a:lnTo>
                <a:lnTo>
                  <a:pt x="4162" y="2825"/>
                </a:lnTo>
                <a:lnTo>
                  <a:pt x="4162" y="2826"/>
                </a:lnTo>
                <a:lnTo>
                  <a:pt x="4162" y="2828"/>
                </a:lnTo>
                <a:lnTo>
                  <a:pt x="4161" y="2828"/>
                </a:lnTo>
                <a:lnTo>
                  <a:pt x="4161" y="2829"/>
                </a:lnTo>
                <a:lnTo>
                  <a:pt x="4160" y="2829"/>
                </a:lnTo>
                <a:lnTo>
                  <a:pt x="4159" y="2829"/>
                </a:lnTo>
                <a:lnTo>
                  <a:pt x="4158" y="2829"/>
                </a:lnTo>
                <a:lnTo>
                  <a:pt x="4157" y="2829"/>
                </a:lnTo>
                <a:lnTo>
                  <a:pt x="4157" y="2830"/>
                </a:lnTo>
                <a:lnTo>
                  <a:pt x="4156" y="2831"/>
                </a:lnTo>
                <a:lnTo>
                  <a:pt x="4156" y="2832"/>
                </a:lnTo>
                <a:lnTo>
                  <a:pt x="4155" y="2834"/>
                </a:lnTo>
                <a:lnTo>
                  <a:pt x="4156" y="2835"/>
                </a:lnTo>
                <a:lnTo>
                  <a:pt x="4156" y="2836"/>
                </a:lnTo>
                <a:lnTo>
                  <a:pt x="4155" y="2837"/>
                </a:lnTo>
                <a:lnTo>
                  <a:pt x="4155" y="2838"/>
                </a:lnTo>
                <a:lnTo>
                  <a:pt x="4155" y="2839"/>
                </a:lnTo>
                <a:lnTo>
                  <a:pt x="4155" y="2840"/>
                </a:lnTo>
                <a:lnTo>
                  <a:pt x="4156" y="2841"/>
                </a:lnTo>
                <a:lnTo>
                  <a:pt x="4156" y="2842"/>
                </a:lnTo>
                <a:lnTo>
                  <a:pt x="4155" y="2842"/>
                </a:lnTo>
                <a:lnTo>
                  <a:pt x="4156" y="2843"/>
                </a:lnTo>
                <a:lnTo>
                  <a:pt x="4157" y="2844"/>
                </a:lnTo>
                <a:lnTo>
                  <a:pt x="4157" y="2845"/>
                </a:lnTo>
                <a:lnTo>
                  <a:pt x="4156" y="2845"/>
                </a:lnTo>
                <a:lnTo>
                  <a:pt x="4156" y="2846"/>
                </